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Metadata/LabelInfo.xml" ContentType="application/vnd.ms-office.classificationlabels+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authors.xml" ContentType="application/vnd.ms-powerpoint.authors+xml"/>
  <Override PartName="/ppt/commentAuthors.xml" ContentType="application/vnd.openxmlformats-officedocument.presentationml.commentAuthors+xml"/>
  <Override PartName="/ppt/media/image1.svg" ContentType="image/svg+xml"/>
  <Override PartName="/ppt/media/image2.svg" ContentType="image/svg+xml"/>
  <Override PartName="/ppt/notesMasters/notesMaster1.xml" ContentType="application/vnd.openxmlformats-officedocument.presentationml.notesMaster+xml"/>
  <Override PartName="/ppt/notesSlides/notesSlide1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Relationship Id="rId5" Type="http://schemas.openxmlformats.org/officeDocument/2006/relationships/custom-properties" Target="docProps/custom.xml"/><Relationship Id="rId6" Type="http://schemas.microsoft.com/office/2020/02/relationships/classificationlabels" Target="docMetadata/LabelInfo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5" r:id="rId4"/>
  </p:sldMasterIdLst>
  <p:notesMasterIdLst>
    <p:notesMasterId r:id="rId17"/>
  </p:notesMasterIdLst>
  <p:sldIdLst>
    <p:sldId id="274" r:id="rId31"/>
  </p:sldIdLst>
  <p:sldSz cx="9144000" cy="5143500" type="screen16x9"/>
  <p:notesSz cx="6858000" cy="9144000"/>
  <p:custDataLst>
    <p:tags r:id="rId18"/>
  </p:custData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713" userDrawn="1">
          <p15:clr>
            <a:srgbClr val="A4A3A4"/>
          </p15:clr>
        </p15:guide>
        <p15:guide id="2" pos="204" userDrawn="1">
          <p15:clr>
            <a:srgbClr val="A4A3A4"/>
          </p15:clr>
        </p15:guide>
        <p15:guide id="3" orient="horz" pos="849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498E1112-8635-513F-6800-E75210F91DF0}" name="Helga Skuladottir" initials="HS" userId="S::helga.skuladottir@legemiddelverket.no::61ca9d12-7cb1-4eb2-8c88-9f3c82239db4" providerId="AD"/>
  <p188:author id="{E957011B-4C5E-30E9-5819-2EBBF9AA6D40}" name="Gunnar Carelius" initials="GC" userId="S::gunnar.carelius@legemiddelverket.no::a9e79cb2-f3ba-45df-8dd2-28eea8728207" providerId="AD"/>
  <p188:author id="{02FCA424-8102-1D2A-5C74-1E472A64A729}" name="Gaute Munkeby" initials="GM" userId="bd6d0d3d97ee49d9" providerId="Windows Live"/>
  <p188:author id="{04F3832D-6E5A-0CA0-CE7B-652747516735}" name="Patrick Romstad" initials="PR" userId="S::patrickr@netcompany.com::521bb1c7-3cea-49d5-ba31-c272d82a2215" providerId="AD"/>
  <p188:author id="{C141F565-69C3-AA83-999E-68248DE8A2F3}" name="Kjetil Aune" initials="KA" userId="S::kjetila@netcompany.com::8cd0ba15-d80c-4e21-be34-0cdcb1fe4862" providerId="AD"/>
  <p188:author id="{DB854379-C591-4E9E-E68A-781538C63B8D}" name="Gaute Munkeby" initials="GM" userId="S::gaute.munkeby@legemiddelverket.no::23605198-10de-4a26-a7d5-bd9e685d6ac7" providerId="AD"/>
  <p188:author id="{BBD75299-07E0-58CA-4AB3-D38AC666589E}" name="Richard Busch Nordli" initials="RBN" userId="S::richardn@netcompany.com::7991378a-dbc8-4e02-abed-0616e39c9be3" providerId="AD"/>
  <p188:author id="{5F7B82C9-B6A9-2EEE-375B-7F17EA2CBAFB}" name="Stine Røtne" initials="SR" userId="S::stine.rotne@legemiddelverket.no::417d1efb-e338-4fee-a787-9caffd81b88b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7" name="Gaute Munkeby" initials="GM [2]" lastIdx="4" clrIdx="6">
    <p:extLst>
      <p:ext uri="{19B8F6BF-5375-455C-9EA6-DF929625EA0E}">
        <p15:presenceInfo xmlns:p15="http://schemas.microsoft.com/office/powerpoint/2012/main" userId="bd6d0d3d97ee49d9" providerId="Windows Live"/>
      </p:ext>
    </p:extLst>
  </p:cmAuthor>
  <p:cmAuthor id="1" name="Tor-Arne Berg" initials="TB" lastIdx="2" clrIdx="0">
    <p:extLst>
      <p:ext uri="{19B8F6BF-5375-455C-9EA6-DF929625EA0E}">
        <p15:presenceInfo xmlns:p15="http://schemas.microsoft.com/office/powerpoint/2012/main" userId="S-1-5-21-511406687-1212384326-26098378-3859" providerId="AD"/>
      </p:ext>
    </p:extLst>
  </p:cmAuthor>
  <p:cmAuthor id="8" name="Gaute Munkeby" initials="GM [3]" lastIdx="2" clrIdx="7">
    <p:extLst>
      <p:ext uri="{19B8F6BF-5375-455C-9EA6-DF929625EA0E}">
        <p15:presenceInfo xmlns:p15="http://schemas.microsoft.com/office/powerpoint/2012/main" userId="Gaute Munkeby" providerId="None"/>
      </p:ext>
    </p:extLst>
  </p:cmAuthor>
  <p:cmAuthor id="2" name="Gaute Munkeby" initials="GM" lastIdx="5" clrIdx="1">
    <p:extLst>
      <p:ext uri="{19B8F6BF-5375-455C-9EA6-DF929625EA0E}">
        <p15:presenceInfo xmlns:p15="http://schemas.microsoft.com/office/powerpoint/2012/main" userId="S::gaute.munkeby@legemiddelverket.no::23605198-10de-4a26-a7d5-bd9e685d6ac7" providerId="AD"/>
      </p:ext>
    </p:extLst>
  </p:cmAuthor>
  <p:cmAuthor id="9" name="ncdmz\berito" initials="n" lastIdx="4" clrIdx="8">
    <p:extLst>
      <p:ext uri="{19B8F6BF-5375-455C-9EA6-DF929625EA0E}">
        <p15:presenceInfo xmlns:p15="http://schemas.microsoft.com/office/powerpoint/2012/main" userId="ncdmz\berito" providerId="None"/>
      </p:ext>
    </p:extLst>
  </p:cmAuthor>
  <p:cmAuthor id="3" name="Trine Knutsen" initials="TK" lastIdx="1" clrIdx="2">
    <p:extLst>
      <p:ext uri="{19B8F6BF-5375-455C-9EA6-DF929625EA0E}">
        <p15:presenceInfo xmlns:p15="http://schemas.microsoft.com/office/powerpoint/2012/main" userId="S-1-5-21-511406687-1212384326-26098378-11843" providerId="AD"/>
      </p:ext>
    </p:extLst>
  </p:cmAuthor>
  <p:cmAuthor id="10" name="Richard Nordli" initials="RN" lastIdx="1" clrIdx="9">
    <p:extLst>
      <p:ext uri="{19B8F6BF-5375-455C-9EA6-DF929625EA0E}">
        <p15:presenceInfo xmlns:p15="http://schemas.microsoft.com/office/powerpoint/2012/main" userId="7c376efc3030ea41" providerId="Windows Live"/>
      </p:ext>
    </p:extLst>
  </p:cmAuthor>
  <p:cmAuthor id="4" name="NCDMZ\richardn" initials="N" lastIdx="14" clrIdx="3">
    <p:extLst>
      <p:ext uri="{19B8F6BF-5375-455C-9EA6-DF929625EA0E}">
        <p15:presenceInfo xmlns:p15="http://schemas.microsoft.com/office/powerpoint/2012/main" userId="NCDMZ\richardn" providerId="None"/>
      </p:ext>
    </p:extLst>
  </p:cmAuthor>
  <p:cmAuthor id="5" name="ncdmz\exgc" initials="n" lastIdx="6" clrIdx="4">
    <p:extLst>
      <p:ext uri="{19B8F6BF-5375-455C-9EA6-DF929625EA0E}">
        <p15:presenceInfo xmlns:p15="http://schemas.microsoft.com/office/powerpoint/2012/main" userId="ncdmz\exgc" providerId="None"/>
      </p:ext>
    </p:extLst>
  </p:cmAuthor>
  <p:cmAuthor id="6" name="Martin Marcher" initials="MM" lastIdx="8" clrIdx="5">
    <p:extLst>
      <p:ext uri="{19B8F6BF-5375-455C-9EA6-DF929625EA0E}">
        <p15:presenceInfo xmlns:p15="http://schemas.microsoft.com/office/powerpoint/2012/main" userId="S::marm@netcompany.com::f5d6c71d-1133-4eaf-a510-7de4e9f637d6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AF6AE"/>
    <a:srgbClr val="F7F2BC"/>
    <a:srgbClr val="D9D9D9"/>
    <a:srgbClr val="A9D18E"/>
    <a:srgbClr val="008E40"/>
    <a:srgbClr val="2E75B6"/>
    <a:srgbClr val="00778B"/>
    <a:srgbClr val="E0EEF0"/>
    <a:srgbClr val="43BEC1"/>
    <a:srgbClr val="08080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ddels stil 2 – utheving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iddels stil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D5ABB26-0587-4C30-8999-92F81FD0307C}" styleName="Ingen stil, ingen rutenett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3C2FFA5D-87B4-456A-9821-1D502468CF0F}" styleName="Temastil 1 – utheving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284E427A-3D55-4303-BF80-6455036E1DE7}" styleName="Temastil 1 – utheving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0E3FDE45-AF77-4B5C-9715-49D594BDF05E}" styleName="Lys stil 1 – utheving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3B4B98B0-60AC-42C2-AFA5-B58CD77FA1E5}" styleName="Lys stil 1 – utheving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17292A2E-F333-43FB-9621-5CBBE7FDCDCB}" styleName="Lys stil 2 – utheving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93296810-A885-4BE3-A3E7-6D5BEEA58F35}" styleName="Middels stil 2 – utheving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10A1B5D5-9B99-4C35-A422-299274C87663}" styleName="Middels stil 1 – utheving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08FB837D-C827-4EFA-A057-4D05807E0F7C}" styleName="Temastil 1 – utheving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967" autoAdjust="0"/>
    <p:restoredTop sz="94660"/>
  </p:normalViewPr>
  <p:slideViewPr>
    <p:cSldViewPr snapToGrid="0">
      <p:cViewPr varScale="1">
        <p:scale>
          <a:sx n="168" d="100"/>
          <a:sy n="168" d="100"/>
        </p:scale>
        <p:origin x="1704" y="138"/>
      </p:cViewPr>
      <p:guideLst>
        <p:guide orient="horz" pos="713"/>
        <p:guide pos="204"/>
        <p:guide orient="horz" pos="849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customXml" Target="../customXml/item1.xml"/><Relationship Id="rId2" Type="http://schemas.openxmlformats.org/officeDocument/2006/relationships/customXml" Target="../customXml/item2.xml"/><Relationship Id="rId3" Type="http://schemas.openxmlformats.org/officeDocument/2006/relationships/customXml" Target="../customXml/item3.xml"/><Relationship Id="rId4" Type="http://schemas.openxmlformats.org/officeDocument/2006/relationships/slideMaster" Target="slideMasters/slideMaster1.xml"/><Relationship Id="rId17" Type="http://schemas.openxmlformats.org/officeDocument/2006/relationships/notesMaster" Target="notesMasters/notesMaster1.xml"/><Relationship Id="rId18" Type="http://schemas.openxmlformats.org/officeDocument/2006/relationships/tags" Target="tags/tag1.xml"/><Relationship Id="rId19" Type="http://schemas.openxmlformats.org/officeDocument/2006/relationships/commentAuthors" Target="commentAuthors.xml"/><Relationship Id="rId20" Type="http://schemas.openxmlformats.org/officeDocument/2006/relationships/presProps" Target="presProps.xml"/><Relationship Id="rId21" Type="http://schemas.openxmlformats.org/officeDocument/2006/relationships/viewProps" Target="viewProps.xml"/><Relationship Id="rId22" Type="http://schemas.openxmlformats.org/officeDocument/2006/relationships/theme" Target="theme/theme1.xml"/><Relationship Id="rId23" Type="http://schemas.openxmlformats.org/officeDocument/2006/relationships/tableStyles" Target="tableStyles.xml"/><Relationship Id="rId24" Type="http://schemas.microsoft.com/office/2018/10/relationships/authors" Target="authors.xml"/><Relationship Id="rId31" Type="http://schemas.openxmlformats.org/officeDocument/2006/relationships/slide" Target="slides/slide19.xml"/></Relationships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ssholder for topptekst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nb-NO"/>
          </a:p>
        </p:txBody>
      </p:sp>
      <p:sp>
        <p:nvSpPr>
          <p:cNvPr id="3" name="Plassholder for dato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5EFD0B7-58EF-42E6-AB62-F6E28A19FC6A}" type="datetimeFigureOut">
              <a:rPr lang="nb-NO" smtClean="0"/>
              <a:t>07.10.2026</a:t>
            </a:fld>
            <a:endParaRPr lang="nb-NO"/>
          </a:p>
        </p:txBody>
      </p:sp>
      <p:sp>
        <p:nvSpPr>
          <p:cNvPr id="4" name="Plassholder for lysbil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nb-NO"/>
          </a:p>
        </p:txBody>
      </p:sp>
      <p:sp>
        <p:nvSpPr>
          <p:cNvPr id="5" name="Plassholder for nota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nb-NO"/>
              <a:t>Rediger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6" name="Plassholder for bunntekst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nb-NO"/>
          </a:p>
        </p:txBody>
      </p:sp>
      <p:sp>
        <p:nvSpPr>
          <p:cNvPr id="7" name="Plassholder for lysbildenumm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0E0E7E6-CC5F-4AE3-9606-4A0B8521162A}" type="slidenum">
              <a:rPr lang="nb-NO" smtClean="0"/>
              <a:t>‹#›</a:t>
            </a:fld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298469149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Tiltak 1 og 2 er viktigst for gevinstrealiseringen. Tiltak 1 fordi R1-gevinstene ikke realiseres i Tilsyn. Tiltak 2 fordi DELE ikke kan gi full gevinst så lenge saksbehandlingen er delt mellom DELE og andre verktøy. Tiltak 7 handler om realisme i gevinstplanen. Tiltak 8–10 er lagt til etter innspill fra produkteier i R2: det har ikke vært styrt opplæring etter go-live, mange bruker fortsatt gamle verktøy, og mellomledere bruker i liten grad DELE. Innspillet samsvarer med fritekst og med lave skårer for ledere. Bruksdata fra Dynamics kan bekrefte eller avkrefte hvor utbredt problemet er.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www.dmp.no/" TargetMode="External"/><Relationship Id="rId3" Type="http://schemas.openxmlformats.org/officeDocument/2006/relationships/hyperlink" Target="http://www.helsenorge.no/" TargetMode="External"/><Relationship Id="rId4" Type="http://schemas.openxmlformats.org/officeDocument/2006/relationships/image" Target="../media/image2.svg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4.png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Relationship Id="rId5" Type="http://schemas.openxmlformats.org/officeDocument/2006/relationships/image" Target="../media/image8.png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tellysbil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Friform 144">
            <a:extLst>
              <a:ext uri="{FF2B5EF4-FFF2-40B4-BE49-F238E27FC236}">
                <a16:creationId xmlns:a16="http://schemas.microsoft.com/office/drawing/2014/main" id="{4E3CB1D7-4D1E-D86C-74C1-6911F74915F7}"/>
              </a:ext>
            </a:extLst>
          </p:cNvPr>
          <p:cNvSpPr/>
          <p:nvPr userDrawn="1"/>
        </p:nvSpPr>
        <p:spPr>
          <a:xfrm>
            <a:off x="426046" y="429411"/>
            <a:ext cx="8294441" cy="4326483"/>
          </a:xfrm>
          <a:custGeom>
            <a:avLst/>
            <a:gdLst>
              <a:gd name="connsiteX0" fmla="*/ 2294981 w 10450132"/>
              <a:gd name="connsiteY0" fmla="*/ 5433298 h 5450835"/>
              <a:gd name="connsiteX1" fmla="*/ 2304046 w 10450132"/>
              <a:gd name="connsiteY1" fmla="*/ 5433298 h 5450835"/>
              <a:gd name="connsiteX2" fmla="*/ 2304834 w 10450132"/>
              <a:gd name="connsiteY2" fmla="*/ 5433758 h 5450835"/>
              <a:gd name="connsiteX3" fmla="*/ 2309366 w 10450132"/>
              <a:gd name="connsiteY3" fmla="*/ 5441639 h 5450835"/>
              <a:gd name="connsiteX4" fmla="*/ 2309366 w 10450132"/>
              <a:gd name="connsiteY4" fmla="*/ 5442493 h 5450835"/>
              <a:gd name="connsiteX5" fmla="*/ 2304834 w 10450132"/>
              <a:gd name="connsiteY5" fmla="*/ 5450375 h 5450835"/>
              <a:gd name="connsiteX6" fmla="*/ 2304046 w 10450132"/>
              <a:gd name="connsiteY6" fmla="*/ 5450835 h 5450835"/>
              <a:gd name="connsiteX7" fmla="*/ 2294981 w 10450132"/>
              <a:gd name="connsiteY7" fmla="*/ 5450835 h 5450835"/>
              <a:gd name="connsiteX8" fmla="*/ 2294193 w 10450132"/>
              <a:gd name="connsiteY8" fmla="*/ 5450375 h 5450835"/>
              <a:gd name="connsiteX9" fmla="*/ 2289662 w 10450132"/>
              <a:gd name="connsiteY9" fmla="*/ 5442493 h 5450835"/>
              <a:gd name="connsiteX10" fmla="*/ 2289662 w 10450132"/>
              <a:gd name="connsiteY10" fmla="*/ 5441639 h 5450835"/>
              <a:gd name="connsiteX11" fmla="*/ 2294193 w 10450132"/>
              <a:gd name="connsiteY11" fmla="*/ 5433758 h 5450835"/>
              <a:gd name="connsiteX12" fmla="*/ 2294981 w 10450132"/>
              <a:gd name="connsiteY12" fmla="*/ 5433298 h 5450835"/>
              <a:gd name="connsiteX13" fmla="*/ 10435623 w 10450132"/>
              <a:gd name="connsiteY13" fmla="*/ 5425804 h 5450835"/>
              <a:gd name="connsiteX14" fmla="*/ 10444687 w 10450132"/>
              <a:gd name="connsiteY14" fmla="*/ 5425804 h 5450835"/>
              <a:gd name="connsiteX15" fmla="*/ 10445475 w 10450132"/>
              <a:gd name="connsiteY15" fmla="*/ 5426264 h 5450835"/>
              <a:gd name="connsiteX16" fmla="*/ 10450008 w 10450132"/>
              <a:gd name="connsiteY16" fmla="*/ 5434145 h 5450835"/>
              <a:gd name="connsiteX17" fmla="*/ 10450008 w 10450132"/>
              <a:gd name="connsiteY17" fmla="*/ 5434999 h 5450835"/>
              <a:gd name="connsiteX18" fmla="*/ 10445475 w 10450132"/>
              <a:gd name="connsiteY18" fmla="*/ 5442880 h 5450835"/>
              <a:gd name="connsiteX19" fmla="*/ 10444687 w 10450132"/>
              <a:gd name="connsiteY19" fmla="*/ 5443340 h 5450835"/>
              <a:gd name="connsiteX20" fmla="*/ 10435623 w 10450132"/>
              <a:gd name="connsiteY20" fmla="*/ 5443340 h 5450835"/>
              <a:gd name="connsiteX21" fmla="*/ 10434835 w 10450132"/>
              <a:gd name="connsiteY21" fmla="*/ 5442880 h 5450835"/>
              <a:gd name="connsiteX22" fmla="*/ 10430303 w 10450132"/>
              <a:gd name="connsiteY22" fmla="*/ 5434999 h 5450835"/>
              <a:gd name="connsiteX23" fmla="*/ 10430303 w 10450132"/>
              <a:gd name="connsiteY23" fmla="*/ 5434145 h 5450835"/>
              <a:gd name="connsiteX24" fmla="*/ 10434835 w 10450132"/>
              <a:gd name="connsiteY24" fmla="*/ 5426264 h 5450835"/>
              <a:gd name="connsiteX25" fmla="*/ 10435623 w 10450132"/>
              <a:gd name="connsiteY25" fmla="*/ 5425804 h 5450835"/>
              <a:gd name="connsiteX26" fmla="*/ 10181243 w 10450132"/>
              <a:gd name="connsiteY26" fmla="*/ 5425804 h 5450835"/>
              <a:gd name="connsiteX27" fmla="*/ 10190306 w 10450132"/>
              <a:gd name="connsiteY27" fmla="*/ 5425804 h 5450835"/>
              <a:gd name="connsiteX28" fmla="*/ 10191094 w 10450132"/>
              <a:gd name="connsiteY28" fmla="*/ 5426264 h 5450835"/>
              <a:gd name="connsiteX29" fmla="*/ 10195627 w 10450132"/>
              <a:gd name="connsiteY29" fmla="*/ 5434145 h 5450835"/>
              <a:gd name="connsiteX30" fmla="*/ 10195627 w 10450132"/>
              <a:gd name="connsiteY30" fmla="*/ 5434999 h 5450835"/>
              <a:gd name="connsiteX31" fmla="*/ 10191094 w 10450132"/>
              <a:gd name="connsiteY31" fmla="*/ 5442880 h 5450835"/>
              <a:gd name="connsiteX32" fmla="*/ 10190306 w 10450132"/>
              <a:gd name="connsiteY32" fmla="*/ 5443340 h 5450835"/>
              <a:gd name="connsiteX33" fmla="*/ 10181243 w 10450132"/>
              <a:gd name="connsiteY33" fmla="*/ 5443340 h 5450835"/>
              <a:gd name="connsiteX34" fmla="*/ 10180455 w 10450132"/>
              <a:gd name="connsiteY34" fmla="*/ 5442880 h 5450835"/>
              <a:gd name="connsiteX35" fmla="*/ 10175923 w 10450132"/>
              <a:gd name="connsiteY35" fmla="*/ 5434999 h 5450835"/>
              <a:gd name="connsiteX36" fmla="*/ 10175923 w 10450132"/>
              <a:gd name="connsiteY36" fmla="*/ 5434145 h 5450835"/>
              <a:gd name="connsiteX37" fmla="*/ 10180455 w 10450132"/>
              <a:gd name="connsiteY37" fmla="*/ 5426264 h 5450835"/>
              <a:gd name="connsiteX38" fmla="*/ 10181243 w 10450132"/>
              <a:gd name="connsiteY38" fmla="*/ 5425804 h 5450835"/>
              <a:gd name="connsiteX39" fmla="*/ 9926862 w 10450132"/>
              <a:gd name="connsiteY39" fmla="*/ 5425804 h 5450835"/>
              <a:gd name="connsiteX40" fmla="*/ 9935926 w 10450132"/>
              <a:gd name="connsiteY40" fmla="*/ 5425804 h 5450835"/>
              <a:gd name="connsiteX41" fmla="*/ 9936714 w 10450132"/>
              <a:gd name="connsiteY41" fmla="*/ 5426264 h 5450835"/>
              <a:gd name="connsiteX42" fmla="*/ 9941247 w 10450132"/>
              <a:gd name="connsiteY42" fmla="*/ 5434145 h 5450835"/>
              <a:gd name="connsiteX43" fmla="*/ 9941247 w 10450132"/>
              <a:gd name="connsiteY43" fmla="*/ 5434999 h 5450835"/>
              <a:gd name="connsiteX44" fmla="*/ 9936714 w 10450132"/>
              <a:gd name="connsiteY44" fmla="*/ 5442880 h 5450835"/>
              <a:gd name="connsiteX45" fmla="*/ 9935926 w 10450132"/>
              <a:gd name="connsiteY45" fmla="*/ 5443340 h 5450835"/>
              <a:gd name="connsiteX46" fmla="*/ 9926862 w 10450132"/>
              <a:gd name="connsiteY46" fmla="*/ 5443340 h 5450835"/>
              <a:gd name="connsiteX47" fmla="*/ 9926074 w 10450132"/>
              <a:gd name="connsiteY47" fmla="*/ 5442880 h 5450835"/>
              <a:gd name="connsiteX48" fmla="*/ 9921542 w 10450132"/>
              <a:gd name="connsiteY48" fmla="*/ 5434999 h 5450835"/>
              <a:gd name="connsiteX49" fmla="*/ 9921542 w 10450132"/>
              <a:gd name="connsiteY49" fmla="*/ 5434145 h 5450835"/>
              <a:gd name="connsiteX50" fmla="*/ 9926074 w 10450132"/>
              <a:gd name="connsiteY50" fmla="*/ 5426264 h 5450835"/>
              <a:gd name="connsiteX51" fmla="*/ 9926862 w 10450132"/>
              <a:gd name="connsiteY51" fmla="*/ 5425804 h 5450835"/>
              <a:gd name="connsiteX52" fmla="*/ 9672482 w 10450132"/>
              <a:gd name="connsiteY52" fmla="*/ 5425804 h 5450835"/>
              <a:gd name="connsiteX53" fmla="*/ 9681546 w 10450132"/>
              <a:gd name="connsiteY53" fmla="*/ 5425804 h 5450835"/>
              <a:gd name="connsiteX54" fmla="*/ 9682334 w 10450132"/>
              <a:gd name="connsiteY54" fmla="*/ 5426264 h 5450835"/>
              <a:gd name="connsiteX55" fmla="*/ 9686866 w 10450132"/>
              <a:gd name="connsiteY55" fmla="*/ 5434145 h 5450835"/>
              <a:gd name="connsiteX56" fmla="*/ 9686866 w 10450132"/>
              <a:gd name="connsiteY56" fmla="*/ 5434999 h 5450835"/>
              <a:gd name="connsiteX57" fmla="*/ 9682334 w 10450132"/>
              <a:gd name="connsiteY57" fmla="*/ 5442880 h 5450835"/>
              <a:gd name="connsiteX58" fmla="*/ 9681546 w 10450132"/>
              <a:gd name="connsiteY58" fmla="*/ 5443340 h 5450835"/>
              <a:gd name="connsiteX59" fmla="*/ 9672482 w 10450132"/>
              <a:gd name="connsiteY59" fmla="*/ 5443340 h 5450835"/>
              <a:gd name="connsiteX60" fmla="*/ 9671694 w 10450132"/>
              <a:gd name="connsiteY60" fmla="*/ 5442880 h 5450835"/>
              <a:gd name="connsiteX61" fmla="*/ 9667161 w 10450132"/>
              <a:gd name="connsiteY61" fmla="*/ 5434999 h 5450835"/>
              <a:gd name="connsiteX62" fmla="*/ 9667161 w 10450132"/>
              <a:gd name="connsiteY62" fmla="*/ 5434145 h 5450835"/>
              <a:gd name="connsiteX63" fmla="*/ 9671694 w 10450132"/>
              <a:gd name="connsiteY63" fmla="*/ 5426264 h 5450835"/>
              <a:gd name="connsiteX64" fmla="*/ 9672482 w 10450132"/>
              <a:gd name="connsiteY64" fmla="*/ 5425804 h 5450835"/>
              <a:gd name="connsiteX65" fmla="*/ 9418035 w 10450132"/>
              <a:gd name="connsiteY65" fmla="*/ 5425804 h 5450835"/>
              <a:gd name="connsiteX66" fmla="*/ 9427099 w 10450132"/>
              <a:gd name="connsiteY66" fmla="*/ 5425804 h 5450835"/>
              <a:gd name="connsiteX67" fmla="*/ 9427887 w 10450132"/>
              <a:gd name="connsiteY67" fmla="*/ 5426264 h 5450835"/>
              <a:gd name="connsiteX68" fmla="*/ 9432419 w 10450132"/>
              <a:gd name="connsiteY68" fmla="*/ 5434145 h 5450835"/>
              <a:gd name="connsiteX69" fmla="*/ 9432419 w 10450132"/>
              <a:gd name="connsiteY69" fmla="*/ 5434999 h 5450835"/>
              <a:gd name="connsiteX70" fmla="*/ 9427887 w 10450132"/>
              <a:gd name="connsiteY70" fmla="*/ 5442880 h 5450835"/>
              <a:gd name="connsiteX71" fmla="*/ 9427099 w 10450132"/>
              <a:gd name="connsiteY71" fmla="*/ 5443340 h 5450835"/>
              <a:gd name="connsiteX72" fmla="*/ 9418035 w 10450132"/>
              <a:gd name="connsiteY72" fmla="*/ 5443340 h 5450835"/>
              <a:gd name="connsiteX73" fmla="*/ 9417247 w 10450132"/>
              <a:gd name="connsiteY73" fmla="*/ 5442880 h 5450835"/>
              <a:gd name="connsiteX74" fmla="*/ 9412714 w 10450132"/>
              <a:gd name="connsiteY74" fmla="*/ 5434999 h 5450835"/>
              <a:gd name="connsiteX75" fmla="*/ 9412714 w 10450132"/>
              <a:gd name="connsiteY75" fmla="*/ 5434145 h 5450835"/>
              <a:gd name="connsiteX76" fmla="*/ 9417247 w 10450132"/>
              <a:gd name="connsiteY76" fmla="*/ 5426264 h 5450835"/>
              <a:gd name="connsiteX77" fmla="*/ 9418035 w 10450132"/>
              <a:gd name="connsiteY77" fmla="*/ 5425804 h 5450835"/>
              <a:gd name="connsiteX78" fmla="*/ 9163654 w 10450132"/>
              <a:gd name="connsiteY78" fmla="*/ 5425804 h 5450835"/>
              <a:gd name="connsiteX79" fmla="*/ 9172718 w 10450132"/>
              <a:gd name="connsiteY79" fmla="*/ 5425804 h 5450835"/>
              <a:gd name="connsiteX80" fmla="*/ 9173506 w 10450132"/>
              <a:gd name="connsiteY80" fmla="*/ 5426264 h 5450835"/>
              <a:gd name="connsiteX81" fmla="*/ 9178038 w 10450132"/>
              <a:gd name="connsiteY81" fmla="*/ 5434145 h 5450835"/>
              <a:gd name="connsiteX82" fmla="*/ 9178038 w 10450132"/>
              <a:gd name="connsiteY82" fmla="*/ 5434999 h 5450835"/>
              <a:gd name="connsiteX83" fmla="*/ 9173506 w 10450132"/>
              <a:gd name="connsiteY83" fmla="*/ 5442880 h 5450835"/>
              <a:gd name="connsiteX84" fmla="*/ 9172718 w 10450132"/>
              <a:gd name="connsiteY84" fmla="*/ 5443340 h 5450835"/>
              <a:gd name="connsiteX85" fmla="*/ 9163654 w 10450132"/>
              <a:gd name="connsiteY85" fmla="*/ 5443340 h 5450835"/>
              <a:gd name="connsiteX86" fmla="*/ 9162866 w 10450132"/>
              <a:gd name="connsiteY86" fmla="*/ 5442880 h 5450835"/>
              <a:gd name="connsiteX87" fmla="*/ 9158333 w 10450132"/>
              <a:gd name="connsiteY87" fmla="*/ 5434999 h 5450835"/>
              <a:gd name="connsiteX88" fmla="*/ 9158333 w 10450132"/>
              <a:gd name="connsiteY88" fmla="*/ 5434145 h 5450835"/>
              <a:gd name="connsiteX89" fmla="*/ 9162866 w 10450132"/>
              <a:gd name="connsiteY89" fmla="*/ 5426264 h 5450835"/>
              <a:gd name="connsiteX90" fmla="*/ 9163654 w 10450132"/>
              <a:gd name="connsiteY90" fmla="*/ 5425804 h 5450835"/>
              <a:gd name="connsiteX91" fmla="*/ 8909274 w 10450132"/>
              <a:gd name="connsiteY91" fmla="*/ 5425804 h 5450835"/>
              <a:gd name="connsiteX92" fmla="*/ 8918336 w 10450132"/>
              <a:gd name="connsiteY92" fmla="*/ 5425804 h 5450835"/>
              <a:gd name="connsiteX93" fmla="*/ 8919125 w 10450132"/>
              <a:gd name="connsiteY93" fmla="*/ 5426264 h 5450835"/>
              <a:gd name="connsiteX94" fmla="*/ 8923657 w 10450132"/>
              <a:gd name="connsiteY94" fmla="*/ 5434145 h 5450835"/>
              <a:gd name="connsiteX95" fmla="*/ 8923657 w 10450132"/>
              <a:gd name="connsiteY95" fmla="*/ 5434999 h 5450835"/>
              <a:gd name="connsiteX96" fmla="*/ 8919125 w 10450132"/>
              <a:gd name="connsiteY96" fmla="*/ 5442880 h 5450835"/>
              <a:gd name="connsiteX97" fmla="*/ 8918336 w 10450132"/>
              <a:gd name="connsiteY97" fmla="*/ 5443340 h 5450835"/>
              <a:gd name="connsiteX98" fmla="*/ 8909274 w 10450132"/>
              <a:gd name="connsiteY98" fmla="*/ 5443340 h 5450835"/>
              <a:gd name="connsiteX99" fmla="*/ 8908484 w 10450132"/>
              <a:gd name="connsiteY99" fmla="*/ 5442880 h 5450835"/>
              <a:gd name="connsiteX100" fmla="*/ 8903953 w 10450132"/>
              <a:gd name="connsiteY100" fmla="*/ 5434999 h 5450835"/>
              <a:gd name="connsiteX101" fmla="*/ 8903953 w 10450132"/>
              <a:gd name="connsiteY101" fmla="*/ 5434145 h 5450835"/>
              <a:gd name="connsiteX102" fmla="*/ 8908484 w 10450132"/>
              <a:gd name="connsiteY102" fmla="*/ 5426264 h 5450835"/>
              <a:gd name="connsiteX103" fmla="*/ 8909274 w 10450132"/>
              <a:gd name="connsiteY103" fmla="*/ 5425804 h 5450835"/>
              <a:gd name="connsiteX104" fmla="*/ 8654892 w 10450132"/>
              <a:gd name="connsiteY104" fmla="*/ 5425804 h 5450835"/>
              <a:gd name="connsiteX105" fmla="*/ 8663955 w 10450132"/>
              <a:gd name="connsiteY105" fmla="*/ 5425804 h 5450835"/>
              <a:gd name="connsiteX106" fmla="*/ 8664744 w 10450132"/>
              <a:gd name="connsiteY106" fmla="*/ 5426264 h 5450835"/>
              <a:gd name="connsiteX107" fmla="*/ 8669277 w 10450132"/>
              <a:gd name="connsiteY107" fmla="*/ 5434145 h 5450835"/>
              <a:gd name="connsiteX108" fmla="*/ 8669277 w 10450132"/>
              <a:gd name="connsiteY108" fmla="*/ 5434999 h 5450835"/>
              <a:gd name="connsiteX109" fmla="*/ 8664744 w 10450132"/>
              <a:gd name="connsiteY109" fmla="*/ 5442880 h 5450835"/>
              <a:gd name="connsiteX110" fmla="*/ 8663955 w 10450132"/>
              <a:gd name="connsiteY110" fmla="*/ 5443340 h 5450835"/>
              <a:gd name="connsiteX111" fmla="*/ 8654892 w 10450132"/>
              <a:gd name="connsiteY111" fmla="*/ 5443340 h 5450835"/>
              <a:gd name="connsiteX112" fmla="*/ 8654104 w 10450132"/>
              <a:gd name="connsiteY112" fmla="*/ 5442880 h 5450835"/>
              <a:gd name="connsiteX113" fmla="*/ 8649572 w 10450132"/>
              <a:gd name="connsiteY113" fmla="*/ 5434999 h 5450835"/>
              <a:gd name="connsiteX114" fmla="*/ 8649572 w 10450132"/>
              <a:gd name="connsiteY114" fmla="*/ 5434145 h 5450835"/>
              <a:gd name="connsiteX115" fmla="*/ 8654104 w 10450132"/>
              <a:gd name="connsiteY115" fmla="*/ 5426264 h 5450835"/>
              <a:gd name="connsiteX116" fmla="*/ 8654892 w 10450132"/>
              <a:gd name="connsiteY116" fmla="*/ 5425804 h 5450835"/>
              <a:gd name="connsiteX117" fmla="*/ 8400511 w 10450132"/>
              <a:gd name="connsiteY117" fmla="*/ 5425804 h 5450835"/>
              <a:gd name="connsiteX118" fmla="*/ 8409575 w 10450132"/>
              <a:gd name="connsiteY118" fmla="*/ 5425804 h 5450835"/>
              <a:gd name="connsiteX119" fmla="*/ 8410363 w 10450132"/>
              <a:gd name="connsiteY119" fmla="*/ 5426264 h 5450835"/>
              <a:gd name="connsiteX120" fmla="*/ 8414896 w 10450132"/>
              <a:gd name="connsiteY120" fmla="*/ 5434145 h 5450835"/>
              <a:gd name="connsiteX121" fmla="*/ 8414896 w 10450132"/>
              <a:gd name="connsiteY121" fmla="*/ 5434999 h 5450835"/>
              <a:gd name="connsiteX122" fmla="*/ 8410363 w 10450132"/>
              <a:gd name="connsiteY122" fmla="*/ 5442880 h 5450835"/>
              <a:gd name="connsiteX123" fmla="*/ 8409575 w 10450132"/>
              <a:gd name="connsiteY123" fmla="*/ 5443340 h 5450835"/>
              <a:gd name="connsiteX124" fmla="*/ 8400511 w 10450132"/>
              <a:gd name="connsiteY124" fmla="*/ 5443340 h 5450835"/>
              <a:gd name="connsiteX125" fmla="*/ 8399723 w 10450132"/>
              <a:gd name="connsiteY125" fmla="*/ 5442880 h 5450835"/>
              <a:gd name="connsiteX126" fmla="*/ 8395191 w 10450132"/>
              <a:gd name="connsiteY126" fmla="*/ 5434999 h 5450835"/>
              <a:gd name="connsiteX127" fmla="*/ 8395191 w 10450132"/>
              <a:gd name="connsiteY127" fmla="*/ 5434145 h 5450835"/>
              <a:gd name="connsiteX128" fmla="*/ 8399723 w 10450132"/>
              <a:gd name="connsiteY128" fmla="*/ 5426264 h 5450835"/>
              <a:gd name="connsiteX129" fmla="*/ 8400511 w 10450132"/>
              <a:gd name="connsiteY129" fmla="*/ 5425804 h 5450835"/>
              <a:gd name="connsiteX130" fmla="*/ 8146065 w 10450132"/>
              <a:gd name="connsiteY130" fmla="*/ 5425804 h 5450835"/>
              <a:gd name="connsiteX131" fmla="*/ 8155129 w 10450132"/>
              <a:gd name="connsiteY131" fmla="*/ 5425804 h 5450835"/>
              <a:gd name="connsiteX132" fmla="*/ 8155917 w 10450132"/>
              <a:gd name="connsiteY132" fmla="*/ 5426264 h 5450835"/>
              <a:gd name="connsiteX133" fmla="*/ 8160449 w 10450132"/>
              <a:gd name="connsiteY133" fmla="*/ 5434145 h 5450835"/>
              <a:gd name="connsiteX134" fmla="*/ 8160449 w 10450132"/>
              <a:gd name="connsiteY134" fmla="*/ 5434999 h 5450835"/>
              <a:gd name="connsiteX135" fmla="*/ 8155917 w 10450132"/>
              <a:gd name="connsiteY135" fmla="*/ 5442880 h 5450835"/>
              <a:gd name="connsiteX136" fmla="*/ 8155129 w 10450132"/>
              <a:gd name="connsiteY136" fmla="*/ 5443340 h 5450835"/>
              <a:gd name="connsiteX137" fmla="*/ 8146065 w 10450132"/>
              <a:gd name="connsiteY137" fmla="*/ 5443340 h 5450835"/>
              <a:gd name="connsiteX138" fmla="*/ 8145277 w 10450132"/>
              <a:gd name="connsiteY138" fmla="*/ 5442880 h 5450835"/>
              <a:gd name="connsiteX139" fmla="*/ 8140745 w 10450132"/>
              <a:gd name="connsiteY139" fmla="*/ 5434999 h 5450835"/>
              <a:gd name="connsiteX140" fmla="*/ 8140745 w 10450132"/>
              <a:gd name="connsiteY140" fmla="*/ 5434145 h 5450835"/>
              <a:gd name="connsiteX141" fmla="*/ 8145277 w 10450132"/>
              <a:gd name="connsiteY141" fmla="*/ 5426264 h 5450835"/>
              <a:gd name="connsiteX142" fmla="*/ 8146065 w 10450132"/>
              <a:gd name="connsiteY142" fmla="*/ 5425804 h 5450835"/>
              <a:gd name="connsiteX143" fmla="*/ 7891684 w 10450132"/>
              <a:gd name="connsiteY143" fmla="*/ 5425804 h 5450835"/>
              <a:gd name="connsiteX144" fmla="*/ 7900748 w 10450132"/>
              <a:gd name="connsiteY144" fmla="*/ 5425804 h 5450835"/>
              <a:gd name="connsiteX145" fmla="*/ 7901536 w 10450132"/>
              <a:gd name="connsiteY145" fmla="*/ 5426264 h 5450835"/>
              <a:gd name="connsiteX146" fmla="*/ 7906067 w 10450132"/>
              <a:gd name="connsiteY146" fmla="*/ 5434145 h 5450835"/>
              <a:gd name="connsiteX147" fmla="*/ 7906067 w 10450132"/>
              <a:gd name="connsiteY147" fmla="*/ 5434999 h 5450835"/>
              <a:gd name="connsiteX148" fmla="*/ 7901536 w 10450132"/>
              <a:gd name="connsiteY148" fmla="*/ 5442880 h 5450835"/>
              <a:gd name="connsiteX149" fmla="*/ 7900748 w 10450132"/>
              <a:gd name="connsiteY149" fmla="*/ 5443340 h 5450835"/>
              <a:gd name="connsiteX150" fmla="*/ 7891684 w 10450132"/>
              <a:gd name="connsiteY150" fmla="*/ 5443340 h 5450835"/>
              <a:gd name="connsiteX151" fmla="*/ 7890896 w 10450132"/>
              <a:gd name="connsiteY151" fmla="*/ 5442880 h 5450835"/>
              <a:gd name="connsiteX152" fmla="*/ 7886363 w 10450132"/>
              <a:gd name="connsiteY152" fmla="*/ 5434999 h 5450835"/>
              <a:gd name="connsiteX153" fmla="*/ 7886363 w 10450132"/>
              <a:gd name="connsiteY153" fmla="*/ 5434145 h 5450835"/>
              <a:gd name="connsiteX154" fmla="*/ 7890896 w 10450132"/>
              <a:gd name="connsiteY154" fmla="*/ 5426264 h 5450835"/>
              <a:gd name="connsiteX155" fmla="*/ 7891684 w 10450132"/>
              <a:gd name="connsiteY155" fmla="*/ 5425804 h 5450835"/>
              <a:gd name="connsiteX156" fmla="*/ 7637304 w 10450132"/>
              <a:gd name="connsiteY156" fmla="*/ 5425804 h 5450835"/>
              <a:gd name="connsiteX157" fmla="*/ 7646367 w 10450132"/>
              <a:gd name="connsiteY157" fmla="*/ 5425804 h 5450835"/>
              <a:gd name="connsiteX158" fmla="*/ 7647156 w 10450132"/>
              <a:gd name="connsiteY158" fmla="*/ 5426264 h 5450835"/>
              <a:gd name="connsiteX159" fmla="*/ 7651687 w 10450132"/>
              <a:gd name="connsiteY159" fmla="*/ 5434145 h 5450835"/>
              <a:gd name="connsiteX160" fmla="*/ 7651687 w 10450132"/>
              <a:gd name="connsiteY160" fmla="*/ 5434999 h 5450835"/>
              <a:gd name="connsiteX161" fmla="*/ 7647156 w 10450132"/>
              <a:gd name="connsiteY161" fmla="*/ 5442880 h 5450835"/>
              <a:gd name="connsiteX162" fmla="*/ 7646367 w 10450132"/>
              <a:gd name="connsiteY162" fmla="*/ 5443340 h 5450835"/>
              <a:gd name="connsiteX163" fmla="*/ 7637304 w 10450132"/>
              <a:gd name="connsiteY163" fmla="*/ 5443340 h 5450835"/>
              <a:gd name="connsiteX164" fmla="*/ 7636516 w 10450132"/>
              <a:gd name="connsiteY164" fmla="*/ 5442880 h 5450835"/>
              <a:gd name="connsiteX165" fmla="*/ 7631983 w 10450132"/>
              <a:gd name="connsiteY165" fmla="*/ 5434999 h 5450835"/>
              <a:gd name="connsiteX166" fmla="*/ 7631983 w 10450132"/>
              <a:gd name="connsiteY166" fmla="*/ 5434145 h 5450835"/>
              <a:gd name="connsiteX167" fmla="*/ 7636516 w 10450132"/>
              <a:gd name="connsiteY167" fmla="*/ 5426264 h 5450835"/>
              <a:gd name="connsiteX168" fmla="*/ 7637304 w 10450132"/>
              <a:gd name="connsiteY168" fmla="*/ 5425804 h 5450835"/>
              <a:gd name="connsiteX169" fmla="*/ 7382923 w 10450132"/>
              <a:gd name="connsiteY169" fmla="*/ 5425804 h 5450835"/>
              <a:gd name="connsiteX170" fmla="*/ 7391987 w 10450132"/>
              <a:gd name="connsiteY170" fmla="*/ 5425804 h 5450835"/>
              <a:gd name="connsiteX171" fmla="*/ 7392775 w 10450132"/>
              <a:gd name="connsiteY171" fmla="*/ 5426264 h 5450835"/>
              <a:gd name="connsiteX172" fmla="*/ 7397307 w 10450132"/>
              <a:gd name="connsiteY172" fmla="*/ 5434145 h 5450835"/>
              <a:gd name="connsiteX173" fmla="*/ 7397307 w 10450132"/>
              <a:gd name="connsiteY173" fmla="*/ 5434999 h 5450835"/>
              <a:gd name="connsiteX174" fmla="*/ 7392775 w 10450132"/>
              <a:gd name="connsiteY174" fmla="*/ 5442880 h 5450835"/>
              <a:gd name="connsiteX175" fmla="*/ 7391987 w 10450132"/>
              <a:gd name="connsiteY175" fmla="*/ 5443340 h 5450835"/>
              <a:gd name="connsiteX176" fmla="*/ 7382923 w 10450132"/>
              <a:gd name="connsiteY176" fmla="*/ 5443340 h 5450835"/>
              <a:gd name="connsiteX177" fmla="*/ 7382135 w 10450132"/>
              <a:gd name="connsiteY177" fmla="*/ 5442880 h 5450835"/>
              <a:gd name="connsiteX178" fmla="*/ 7377602 w 10450132"/>
              <a:gd name="connsiteY178" fmla="*/ 5434999 h 5450835"/>
              <a:gd name="connsiteX179" fmla="*/ 7377602 w 10450132"/>
              <a:gd name="connsiteY179" fmla="*/ 5434145 h 5450835"/>
              <a:gd name="connsiteX180" fmla="*/ 7382135 w 10450132"/>
              <a:gd name="connsiteY180" fmla="*/ 5426264 h 5450835"/>
              <a:gd name="connsiteX181" fmla="*/ 7382923 w 10450132"/>
              <a:gd name="connsiteY181" fmla="*/ 5425804 h 5450835"/>
              <a:gd name="connsiteX182" fmla="*/ 7128477 w 10450132"/>
              <a:gd name="connsiteY182" fmla="*/ 5425804 h 5450835"/>
              <a:gd name="connsiteX183" fmla="*/ 7137540 w 10450132"/>
              <a:gd name="connsiteY183" fmla="*/ 5425804 h 5450835"/>
              <a:gd name="connsiteX184" fmla="*/ 7138328 w 10450132"/>
              <a:gd name="connsiteY184" fmla="*/ 5426264 h 5450835"/>
              <a:gd name="connsiteX185" fmla="*/ 7142860 w 10450132"/>
              <a:gd name="connsiteY185" fmla="*/ 5434145 h 5450835"/>
              <a:gd name="connsiteX186" fmla="*/ 7142860 w 10450132"/>
              <a:gd name="connsiteY186" fmla="*/ 5434999 h 5450835"/>
              <a:gd name="connsiteX187" fmla="*/ 7138328 w 10450132"/>
              <a:gd name="connsiteY187" fmla="*/ 5442880 h 5450835"/>
              <a:gd name="connsiteX188" fmla="*/ 7137540 w 10450132"/>
              <a:gd name="connsiteY188" fmla="*/ 5443340 h 5450835"/>
              <a:gd name="connsiteX189" fmla="*/ 7128477 w 10450132"/>
              <a:gd name="connsiteY189" fmla="*/ 5443340 h 5450835"/>
              <a:gd name="connsiteX190" fmla="*/ 7127689 w 10450132"/>
              <a:gd name="connsiteY190" fmla="*/ 5442880 h 5450835"/>
              <a:gd name="connsiteX191" fmla="*/ 7123156 w 10450132"/>
              <a:gd name="connsiteY191" fmla="*/ 5434999 h 5450835"/>
              <a:gd name="connsiteX192" fmla="*/ 7123156 w 10450132"/>
              <a:gd name="connsiteY192" fmla="*/ 5434145 h 5450835"/>
              <a:gd name="connsiteX193" fmla="*/ 7127689 w 10450132"/>
              <a:gd name="connsiteY193" fmla="*/ 5426264 h 5450835"/>
              <a:gd name="connsiteX194" fmla="*/ 7128477 w 10450132"/>
              <a:gd name="connsiteY194" fmla="*/ 5425804 h 5450835"/>
              <a:gd name="connsiteX195" fmla="*/ 6874095 w 10450132"/>
              <a:gd name="connsiteY195" fmla="*/ 5425804 h 5450835"/>
              <a:gd name="connsiteX196" fmla="*/ 6883159 w 10450132"/>
              <a:gd name="connsiteY196" fmla="*/ 5425804 h 5450835"/>
              <a:gd name="connsiteX197" fmla="*/ 6883947 w 10450132"/>
              <a:gd name="connsiteY197" fmla="*/ 5426264 h 5450835"/>
              <a:gd name="connsiteX198" fmla="*/ 6888480 w 10450132"/>
              <a:gd name="connsiteY198" fmla="*/ 5434145 h 5450835"/>
              <a:gd name="connsiteX199" fmla="*/ 6888480 w 10450132"/>
              <a:gd name="connsiteY199" fmla="*/ 5434999 h 5450835"/>
              <a:gd name="connsiteX200" fmla="*/ 6883947 w 10450132"/>
              <a:gd name="connsiteY200" fmla="*/ 5442880 h 5450835"/>
              <a:gd name="connsiteX201" fmla="*/ 6883159 w 10450132"/>
              <a:gd name="connsiteY201" fmla="*/ 5443340 h 5450835"/>
              <a:gd name="connsiteX202" fmla="*/ 6874095 w 10450132"/>
              <a:gd name="connsiteY202" fmla="*/ 5443340 h 5450835"/>
              <a:gd name="connsiteX203" fmla="*/ 6873307 w 10450132"/>
              <a:gd name="connsiteY203" fmla="*/ 5442880 h 5450835"/>
              <a:gd name="connsiteX204" fmla="*/ 6868775 w 10450132"/>
              <a:gd name="connsiteY204" fmla="*/ 5434999 h 5450835"/>
              <a:gd name="connsiteX205" fmla="*/ 6868775 w 10450132"/>
              <a:gd name="connsiteY205" fmla="*/ 5434145 h 5450835"/>
              <a:gd name="connsiteX206" fmla="*/ 6873307 w 10450132"/>
              <a:gd name="connsiteY206" fmla="*/ 5426264 h 5450835"/>
              <a:gd name="connsiteX207" fmla="*/ 6874095 w 10450132"/>
              <a:gd name="connsiteY207" fmla="*/ 5425804 h 5450835"/>
              <a:gd name="connsiteX208" fmla="*/ 6619714 w 10450132"/>
              <a:gd name="connsiteY208" fmla="*/ 5425804 h 5450835"/>
              <a:gd name="connsiteX209" fmla="*/ 6628778 w 10450132"/>
              <a:gd name="connsiteY209" fmla="*/ 5425804 h 5450835"/>
              <a:gd name="connsiteX210" fmla="*/ 6629566 w 10450132"/>
              <a:gd name="connsiteY210" fmla="*/ 5426264 h 5450835"/>
              <a:gd name="connsiteX211" fmla="*/ 6634099 w 10450132"/>
              <a:gd name="connsiteY211" fmla="*/ 5434145 h 5450835"/>
              <a:gd name="connsiteX212" fmla="*/ 6634099 w 10450132"/>
              <a:gd name="connsiteY212" fmla="*/ 5434999 h 5450835"/>
              <a:gd name="connsiteX213" fmla="*/ 6629566 w 10450132"/>
              <a:gd name="connsiteY213" fmla="*/ 5442880 h 5450835"/>
              <a:gd name="connsiteX214" fmla="*/ 6628778 w 10450132"/>
              <a:gd name="connsiteY214" fmla="*/ 5443340 h 5450835"/>
              <a:gd name="connsiteX215" fmla="*/ 6619714 w 10450132"/>
              <a:gd name="connsiteY215" fmla="*/ 5443340 h 5450835"/>
              <a:gd name="connsiteX216" fmla="*/ 6618926 w 10450132"/>
              <a:gd name="connsiteY216" fmla="*/ 5442880 h 5450835"/>
              <a:gd name="connsiteX217" fmla="*/ 6614394 w 10450132"/>
              <a:gd name="connsiteY217" fmla="*/ 5434999 h 5450835"/>
              <a:gd name="connsiteX218" fmla="*/ 6614394 w 10450132"/>
              <a:gd name="connsiteY218" fmla="*/ 5434145 h 5450835"/>
              <a:gd name="connsiteX219" fmla="*/ 6618926 w 10450132"/>
              <a:gd name="connsiteY219" fmla="*/ 5426264 h 5450835"/>
              <a:gd name="connsiteX220" fmla="*/ 6619714 w 10450132"/>
              <a:gd name="connsiteY220" fmla="*/ 5425804 h 5450835"/>
              <a:gd name="connsiteX221" fmla="*/ 6365334 w 10450132"/>
              <a:gd name="connsiteY221" fmla="*/ 5425804 h 5450835"/>
              <a:gd name="connsiteX222" fmla="*/ 6374397 w 10450132"/>
              <a:gd name="connsiteY222" fmla="*/ 5425804 h 5450835"/>
              <a:gd name="connsiteX223" fmla="*/ 6375186 w 10450132"/>
              <a:gd name="connsiteY223" fmla="*/ 5426264 h 5450835"/>
              <a:gd name="connsiteX224" fmla="*/ 6379718 w 10450132"/>
              <a:gd name="connsiteY224" fmla="*/ 5434145 h 5450835"/>
              <a:gd name="connsiteX225" fmla="*/ 6379718 w 10450132"/>
              <a:gd name="connsiteY225" fmla="*/ 5434999 h 5450835"/>
              <a:gd name="connsiteX226" fmla="*/ 6375186 w 10450132"/>
              <a:gd name="connsiteY226" fmla="*/ 5442880 h 5450835"/>
              <a:gd name="connsiteX227" fmla="*/ 6374397 w 10450132"/>
              <a:gd name="connsiteY227" fmla="*/ 5443340 h 5450835"/>
              <a:gd name="connsiteX228" fmla="*/ 6365334 w 10450132"/>
              <a:gd name="connsiteY228" fmla="*/ 5443340 h 5450835"/>
              <a:gd name="connsiteX229" fmla="*/ 6364546 w 10450132"/>
              <a:gd name="connsiteY229" fmla="*/ 5442880 h 5450835"/>
              <a:gd name="connsiteX230" fmla="*/ 6360014 w 10450132"/>
              <a:gd name="connsiteY230" fmla="*/ 5434999 h 5450835"/>
              <a:gd name="connsiteX231" fmla="*/ 6360014 w 10450132"/>
              <a:gd name="connsiteY231" fmla="*/ 5434145 h 5450835"/>
              <a:gd name="connsiteX232" fmla="*/ 6364546 w 10450132"/>
              <a:gd name="connsiteY232" fmla="*/ 5426264 h 5450835"/>
              <a:gd name="connsiteX233" fmla="*/ 6365334 w 10450132"/>
              <a:gd name="connsiteY233" fmla="*/ 5425804 h 5450835"/>
              <a:gd name="connsiteX234" fmla="*/ 6110888 w 10450132"/>
              <a:gd name="connsiteY234" fmla="*/ 5425804 h 5450835"/>
              <a:gd name="connsiteX235" fmla="*/ 6119953 w 10450132"/>
              <a:gd name="connsiteY235" fmla="*/ 5425804 h 5450835"/>
              <a:gd name="connsiteX236" fmla="*/ 6120740 w 10450132"/>
              <a:gd name="connsiteY236" fmla="*/ 5426264 h 5450835"/>
              <a:gd name="connsiteX237" fmla="*/ 6125272 w 10450132"/>
              <a:gd name="connsiteY237" fmla="*/ 5434145 h 5450835"/>
              <a:gd name="connsiteX238" fmla="*/ 6125272 w 10450132"/>
              <a:gd name="connsiteY238" fmla="*/ 5434999 h 5450835"/>
              <a:gd name="connsiteX239" fmla="*/ 6120740 w 10450132"/>
              <a:gd name="connsiteY239" fmla="*/ 5442880 h 5450835"/>
              <a:gd name="connsiteX240" fmla="*/ 6119953 w 10450132"/>
              <a:gd name="connsiteY240" fmla="*/ 5443340 h 5450835"/>
              <a:gd name="connsiteX241" fmla="*/ 6110888 w 10450132"/>
              <a:gd name="connsiteY241" fmla="*/ 5443340 h 5450835"/>
              <a:gd name="connsiteX242" fmla="*/ 6110101 w 10450132"/>
              <a:gd name="connsiteY242" fmla="*/ 5442880 h 5450835"/>
              <a:gd name="connsiteX243" fmla="*/ 6105567 w 10450132"/>
              <a:gd name="connsiteY243" fmla="*/ 5434999 h 5450835"/>
              <a:gd name="connsiteX244" fmla="*/ 6105567 w 10450132"/>
              <a:gd name="connsiteY244" fmla="*/ 5434145 h 5450835"/>
              <a:gd name="connsiteX245" fmla="*/ 6110101 w 10450132"/>
              <a:gd name="connsiteY245" fmla="*/ 5426264 h 5450835"/>
              <a:gd name="connsiteX246" fmla="*/ 6110888 w 10450132"/>
              <a:gd name="connsiteY246" fmla="*/ 5425804 h 5450835"/>
              <a:gd name="connsiteX247" fmla="*/ 5856508 w 10450132"/>
              <a:gd name="connsiteY247" fmla="*/ 5425804 h 5450835"/>
              <a:gd name="connsiteX248" fmla="*/ 5865571 w 10450132"/>
              <a:gd name="connsiteY248" fmla="*/ 5425804 h 5450835"/>
              <a:gd name="connsiteX249" fmla="*/ 5866359 w 10450132"/>
              <a:gd name="connsiteY249" fmla="*/ 5426264 h 5450835"/>
              <a:gd name="connsiteX250" fmla="*/ 5870891 w 10450132"/>
              <a:gd name="connsiteY250" fmla="*/ 5434145 h 5450835"/>
              <a:gd name="connsiteX251" fmla="*/ 5870891 w 10450132"/>
              <a:gd name="connsiteY251" fmla="*/ 5434999 h 5450835"/>
              <a:gd name="connsiteX252" fmla="*/ 5866359 w 10450132"/>
              <a:gd name="connsiteY252" fmla="*/ 5442880 h 5450835"/>
              <a:gd name="connsiteX253" fmla="*/ 5865571 w 10450132"/>
              <a:gd name="connsiteY253" fmla="*/ 5443340 h 5450835"/>
              <a:gd name="connsiteX254" fmla="*/ 5856508 w 10450132"/>
              <a:gd name="connsiteY254" fmla="*/ 5443340 h 5450835"/>
              <a:gd name="connsiteX255" fmla="*/ 5855720 w 10450132"/>
              <a:gd name="connsiteY255" fmla="*/ 5442880 h 5450835"/>
              <a:gd name="connsiteX256" fmla="*/ 5851187 w 10450132"/>
              <a:gd name="connsiteY256" fmla="*/ 5434999 h 5450835"/>
              <a:gd name="connsiteX257" fmla="*/ 5851187 w 10450132"/>
              <a:gd name="connsiteY257" fmla="*/ 5434145 h 5450835"/>
              <a:gd name="connsiteX258" fmla="*/ 5855720 w 10450132"/>
              <a:gd name="connsiteY258" fmla="*/ 5426264 h 5450835"/>
              <a:gd name="connsiteX259" fmla="*/ 5856508 w 10450132"/>
              <a:gd name="connsiteY259" fmla="*/ 5425804 h 5450835"/>
              <a:gd name="connsiteX260" fmla="*/ 5602126 w 10450132"/>
              <a:gd name="connsiteY260" fmla="*/ 5425804 h 5450835"/>
              <a:gd name="connsiteX261" fmla="*/ 5611191 w 10450132"/>
              <a:gd name="connsiteY261" fmla="*/ 5425804 h 5450835"/>
              <a:gd name="connsiteX262" fmla="*/ 5611979 w 10450132"/>
              <a:gd name="connsiteY262" fmla="*/ 5426264 h 5450835"/>
              <a:gd name="connsiteX263" fmla="*/ 5616511 w 10450132"/>
              <a:gd name="connsiteY263" fmla="*/ 5434145 h 5450835"/>
              <a:gd name="connsiteX264" fmla="*/ 5616511 w 10450132"/>
              <a:gd name="connsiteY264" fmla="*/ 5434999 h 5450835"/>
              <a:gd name="connsiteX265" fmla="*/ 5611979 w 10450132"/>
              <a:gd name="connsiteY265" fmla="*/ 5442880 h 5450835"/>
              <a:gd name="connsiteX266" fmla="*/ 5611191 w 10450132"/>
              <a:gd name="connsiteY266" fmla="*/ 5443340 h 5450835"/>
              <a:gd name="connsiteX267" fmla="*/ 5602126 w 10450132"/>
              <a:gd name="connsiteY267" fmla="*/ 5443340 h 5450835"/>
              <a:gd name="connsiteX268" fmla="*/ 5601338 w 10450132"/>
              <a:gd name="connsiteY268" fmla="*/ 5442880 h 5450835"/>
              <a:gd name="connsiteX269" fmla="*/ 5596807 w 10450132"/>
              <a:gd name="connsiteY269" fmla="*/ 5434999 h 5450835"/>
              <a:gd name="connsiteX270" fmla="*/ 5596807 w 10450132"/>
              <a:gd name="connsiteY270" fmla="*/ 5434145 h 5450835"/>
              <a:gd name="connsiteX271" fmla="*/ 5601338 w 10450132"/>
              <a:gd name="connsiteY271" fmla="*/ 5426264 h 5450835"/>
              <a:gd name="connsiteX272" fmla="*/ 5602126 w 10450132"/>
              <a:gd name="connsiteY272" fmla="*/ 5425804 h 5450835"/>
              <a:gd name="connsiteX273" fmla="*/ 5347746 w 10450132"/>
              <a:gd name="connsiteY273" fmla="*/ 5425804 h 5450835"/>
              <a:gd name="connsiteX274" fmla="*/ 5356810 w 10450132"/>
              <a:gd name="connsiteY274" fmla="*/ 5425804 h 5450835"/>
              <a:gd name="connsiteX275" fmla="*/ 5357598 w 10450132"/>
              <a:gd name="connsiteY275" fmla="*/ 5426264 h 5450835"/>
              <a:gd name="connsiteX276" fmla="*/ 5362130 w 10450132"/>
              <a:gd name="connsiteY276" fmla="*/ 5434145 h 5450835"/>
              <a:gd name="connsiteX277" fmla="*/ 5362130 w 10450132"/>
              <a:gd name="connsiteY277" fmla="*/ 5434999 h 5450835"/>
              <a:gd name="connsiteX278" fmla="*/ 5357598 w 10450132"/>
              <a:gd name="connsiteY278" fmla="*/ 5442880 h 5450835"/>
              <a:gd name="connsiteX279" fmla="*/ 5356810 w 10450132"/>
              <a:gd name="connsiteY279" fmla="*/ 5443340 h 5450835"/>
              <a:gd name="connsiteX280" fmla="*/ 5347746 w 10450132"/>
              <a:gd name="connsiteY280" fmla="*/ 5443340 h 5450835"/>
              <a:gd name="connsiteX281" fmla="*/ 5346958 w 10450132"/>
              <a:gd name="connsiteY281" fmla="*/ 5442880 h 5450835"/>
              <a:gd name="connsiteX282" fmla="*/ 5342425 w 10450132"/>
              <a:gd name="connsiteY282" fmla="*/ 5434999 h 5450835"/>
              <a:gd name="connsiteX283" fmla="*/ 5342425 w 10450132"/>
              <a:gd name="connsiteY283" fmla="*/ 5434145 h 5450835"/>
              <a:gd name="connsiteX284" fmla="*/ 5346958 w 10450132"/>
              <a:gd name="connsiteY284" fmla="*/ 5426264 h 5450835"/>
              <a:gd name="connsiteX285" fmla="*/ 5347746 w 10450132"/>
              <a:gd name="connsiteY285" fmla="*/ 5425804 h 5450835"/>
              <a:gd name="connsiteX286" fmla="*/ 5093300 w 10450132"/>
              <a:gd name="connsiteY286" fmla="*/ 5425804 h 5450835"/>
              <a:gd name="connsiteX287" fmla="*/ 5102364 w 10450132"/>
              <a:gd name="connsiteY287" fmla="*/ 5425804 h 5450835"/>
              <a:gd name="connsiteX288" fmla="*/ 5103153 w 10450132"/>
              <a:gd name="connsiteY288" fmla="*/ 5426264 h 5450835"/>
              <a:gd name="connsiteX289" fmla="*/ 5107684 w 10450132"/>
              <a:gd name="connsiteY289" fmla="*/ 5434145 h 5450835"/>
              <a:gd name="connsiteX290" fmla="*/ 5107684 w 10450132"/>
              <a:gd name="connsiteY290" fmla="*/ 5434999 h 5450835"/>
              <a:gd name="connsiteX291" fmla="*/ 5103153 w 10450132"/>
              <a:gd name="connsiteY291" fmla="*/ 5442880 h 5450835"/>
              <a:gd name="connsiteX292" fmla="*/ 5102364 w 10450132"/>
              <a:gd name="connsiteY292" fmla="*/ 5443340 h 5450835"/>
              <a:gd name="connsiteX293" fmla="*/ 5093300 w 10450132"/>
              <a:gd name="connsiteY293" fmla="*/ 5443340 h 5450835"/>
              <a:gd name="connsiteX294" fmla="*/ 5092512 w 10450132"/>
              <a:gd name="connsiteY294" fmla="*/ 5442880 h 5450835"/>
              <a:gd name="connsiteX295" fmla="*/ 5087979 w 10450132"/>
              <a:gd name="connsiteY295" fmla="*/ 5434999 h 5450835"/>
              <a:gd name="connsiteX296" fmla="*/ 5087979 w 10450132"/>
              <a:gd name="connsiteY296" fmla="*/ 5434145 h 5450835"/>
              <a:gd name="connsiteX297" fmla="*/ 5092512 w 10450132"/>
              <a:gd name="connsiteY297" fmla="*/ 5426264 h 5450835"/>
              <a:gd name="connsiteX298" fmla="*/ 5093300 w 10450132"/>
              <a:gd name="connsiteY298" fmla="*/ 5425804 h 5450835"/>
              <a:gd name="connsiteX299" fmla="*/ 4838919 w 10450132"/>
              <a:gd name="connsiteY299" fmla="*/ 5425804 h 5450835"/>
              <a:gd name="connsiteX300" fmla="*/ 4847982 w 10450132"/>
              <a:gd name="connsiteY300" fmla="*/ 5425804 h 5450835"/>
              <a:gd name="connsiteX301" fmla="*/ 4848772 w 10450132"/>
              <a:gd name="connsiteY301" fmla="*/ 5426264 h 5450835"/>
              <a:gd name="connsiteX302" fmla="*/ 4853303 w 10450132"/>
              <a:gd name="connsiteY302" fmla="*/ 5434145 h 5450835"/>
              <a:gd name="connsiteX303" fmla="*/ 4853303 w 10450132"/>
              <a:gd name="connsiteY303" fmla="*/ 5434999 h 5450835"/>
              <a:gd name="connsiteX304" fmla="*/ 4848772 w 10450132"/>
              <a:gd name="connsiteY304" fmla="*/ 5442880 h 5450835"/>
              <a:gd name="connsiteX305" fmla="*/ 4847982 w 10450132"/>
              <a:gd name="connsiteY305" fmla="*/ 5443340 h 5450835"/>
              <a:gd name="connsiteX306" fmla="*/ 4838919 w 10450132"/>
              <a:gd name="connsiteY306" fmla="*/ 5443340 h 5450835"/>
              <a:gd name="connsiteX307" fmla="*/ 4838132 w 10450132"/>
              <a:gd name="connsiteY307" fmla="*/ 5442880 h 5450835"/>
              <a:gd name="connsiteX308" fmla="*/ 4833598 w 10450132"/>
              <a:gd name="connsiteY308" fmla="*/ 5434999 h 5450835"/>
              <a:gd name="connsiteX309" fmla="*/ 4833598 w 10450132"/>
              <a:gd name="connsiteY309" fmla="*/ 5434145 h 5450835"/>
              <a:gd name="connsiteX310" fmla="*/ 4838132 w 10450132"/>
              <a:gd name="connsiteY310" fmla="*/ 5426264 h 5450835"/>
              <a:gd name="connsiteX311" fmla="*/ 4838919 w 10450132"/>
              <a:gd name="connsiteY311" fmla="*/ 5425804 h 5450835"/>
              <a:gd name="connsiteX312" fmla="*/ 4584538 w 10450132"/>
              <a:gd name="connsiteY312" fmla="*/ 5425804 h 5450835"/>
              <a:gd name="connsiteX313" fmla="*/ 4593603 w 10450132"/>
              <a:gd name="connsiteY313" fmla="*/ 5425804 h 5450835"/>
              <a:gd name="connsiteX314" fmla="*/ 4594390 w 10450132"/>
              <a:gd name="connsiteY314" fmla="*/ 5426264 h 5450835"/>
              <a:gd name="connsiteX315" fmla="*/ 4598922 w 10450132"/>
              <a:gd name="connsiteY315" fmla="*/ 5434145 h 5450835"/>
              <a:gd name="connsiteX316" fmla="*/ 4598922 w 10450132"/>
              <a:gd name="connsiteY316" fmla="*/ 5434999 h 5450835"/>
              <a:gd name="connsiteX317" fmla="*/ 4594390 w 10450132"/>
              <a:gd name="connsiteY317" fmla="*/ 5442880 h 5450835"/>
              <a:gd name="connsiteX318" fmla="*/ 4593603 w 10450132"/>
              <a:gd name="connsiteY318" fmla="*/ 5443340 h 5450835"/>
              <a:gd name="connsiteX319" fmla="*/ 4584538 w 10450132"/>
              <a:gd name="connsiteY319" fmla="*/ 5443340 h 5450835"/>
              <a:gd name="connsiteX320" fmla="*/ 4583749 w 10450132"/>
              <a:gd name="connsiteY320" fmla="*/ 5442880 h 5450835"/>
              <a:gd name="connsiteX321" fmla="*/ 4579218 w 10450132"/>
              <a:gd name="connsiteY321" fmla="*/ 5434999 h 5450835"/>
              <a:gd name="connsiteX322" fmla="*/ 4579218 w 10450132"/>
              <a:gd name="connsiteY322" fmla="*/ 5434145 h 5450835"/>
              <a:gd name="connsiteX323" fmla="*/ 4583749 w 10450132"/>
              <a:gd name="connsiteY323" fmla="*/ 5426264 h 5450835"/>
              <a:gd name="connsiteX324" fmla="*/ 4584538 w 10450132"/>
              <a:gd name="connsiteY324" fmla="*/ 5425804 h 5450835"/>
              <a:gd name="connsiteX325" fmla="*/ 4330157 w 10450132"/>
              <a:gd name="connsiteY325" fmla="*/ 5425804 h 5450835"/>
              <a:gd name="connsiteX326" fmla="*/ 4339222 w 10450132"/>
              <a:gd name="connsiteY326" fmla="*/ 5425804 h 5450835"/>
              <a:gd name="connsiteX327" fmla="*/ 4340010 w 10450132"/>
              <a:gd name="connsiteY327" fmla="*/ 5426264 h 5450835"/>
              <a:gd name="connsiteX328" fmla="*/ 4344540 w 10450132"/>
              <a:gd name="connsiteY328" fmla="*/ 5434145 h 5450835"/>
              <a:gd name="connsiteX329" fmla="*/ 4344540 w 10450132"/>
              <a:gd name="connsiteY329" fmla="*/ 5434999 h 5450835"/>
              <a:gd name="connsiteX330" fmla="*/ 4340010 w 10450132"/>
              <a:gd name="connsiteY330" fmla="*/ 5442880 h 5450835"/>
              <a:gd name="connsiteX331" fmla="*/ 4339222 w 10450132"/>
              <a:gd name="connsiteY331" fmla="*/ 5443340 h 5450835"/>
              <a:gd name="connsiteX332" fmla="*/ 4330157 w 10450132"/>
              <a:gd name="connsiteY332" fmla="*/ 5443340 h 5450835"/>
              <a:gd name="connsiteX333" fmla="*/ 4329369 w 10450132"/>
              <a:gd name="connsiteY333" fmla="*/ 5442880 h 5450835"/>
              <a:gd name="connsiteX334" fmla="*/ 4324836 w 10450132"/>
              <a:gd name="connsiteY334" fmla="*/ 5434999 h 5450835"/>
              <a:gd name="connsiteX335" fmla="*/ 4324836 w 10450132"/>
              <a:gd name="connsiteY335" fmla="*/ 5434145 h 5450835"/>
              <a:gd name="connsiteX336" fmla="*/ 4329369 w 10450132"/>
              <a:gd name="connsiteY336" fmla="*/ 5426264 h 5450835"/>
              <a:gd name="connsiteX337" fmla="*/ 4330157 w 10450132"/>
              <a:gd name="connsiteY337" fmla="*/ 5425804 h 5450835"/>
              <a:gd name="connsiteX338" fmla="*/ 4075973 w 10450132"/>
              <a:gd name="connsiteY338" fmla="*/ 5425804 h 5450835"/>
              <a:gd name="connsiteX339" fmla="*/ 4085038 w 10450132"/>
              <a:gd name="connsiteY339" fmla="*/ 5425804 h 5450835"/>
              <a:gd name="connsiteX340" fmla="*/ 4085825 w 10450132"/>
              <a:gd name="connsiteY340" fmla="*/ 5426264 h 5450835"/>
              <a:gd name="connsiteX341" fmla="*/ 4090358 w 10450132"/>
              <a:gd name="connsiteY341" fmla="*/ 5434145 h 5450835"/>
              <a:gd name="connsiteX342" fmla="*/ 4090358 w 10450132"/>
              <a:gd name="connsiteY342" fmla="*/ 5434999 h 5450835"/>
              <a:gd name="connsiteX343" fmla="*/ 4085825 w 10450132"/>
              <a:gd name="connsiteY343" fmla="*/ 5442880 h 5450835"/>
              <a:gd name="connsiteX344" fmla="*/ 4085038 w 10450132"/>
              <a:gd name="connsiteY344" fmla="*/ 5443340 h 5450835"/>
              <a:gd name="connsiteX345" fmla="*/ 4075973 w 10450132"/>
              <a:gd name="connsiteY345" fmla="*/ 5443340 h 5450835"/>
              <a:gd name="connsiteX346" fmla="*/ 4075184 w 10450132"/>
              <a:gd name="connsiteY346" fmla="*/ 5442880 h 5450835"/>
              <a:gd name="connsiteX347" fmla="*/ 4070652 w 10450132"/>
              <a:gd name="connsiteY347" fmla="*/ 5434999 h 5450835"/>
              <a:gd name="connsiteX348" fmla="*/ 4070652 w 10450132"/>
              <a:gd name="connsiteY348" fmla="*/ 5434145 h 5450835"/>
              <a:gd name="connsiteX349" fmla="*/ 4075184 w 10450132"/>
              <a:gd name="connsiteY349" fmla="*/ 5426264 h 5450835"/>
              <a:gd name="connsiteX350" fmla="*/ 4075973 w 10450132"/>
              <a:gd name="connsiteY350" fmla="*/ 5425804 h 5450835"/>
              <a:gd name="connsiteX351" fmla="*/ 3821357 w 10450132"/>
              <a:gd name="connsiteY351" fmla="*/ 5425804 h 5450835"/>
              <a:gd name="connsiteX352" fmla="*/ 3830422 w 10450132"/>
              <a:gd name="connsiteY352" fmla="*/ 5425804 h 5450835"/>
              <a:gd name="connsiteX353" fmla="*/ 3831211 w 10450132"/>
              <a:gd name="connsiteY353" fmla="*/ 5426264 h 5450835"/>
              <a:gd name="connsiteX354" fmla="*/ 3835743 w 10450132"/>
              <a:gd name="connsiteY354" fmla="*/ 5434145 h 5450835"/>
              <a:gd name="connsiteX355" fmla="*/ 3835743 w 10450132"/>
              <a:gd name="connsiteY355" fmla="*/ 5434999 h 5450835"/>
              <a:gd name="connsiteX356" fmla="*/ 3831211 w 10450132"/>
              <a:gd name="connsiteY356" fmla="*/ 5442880 h 5450835"/>
              <a:gd name="connsiteX357" fmla="*/ 3830422 w 10450132"/>
              <a:gd name="connsiteY357" fmla="*/ 5443340 h 5450835"/>
              <a:gd name="connsiteX358" fmla="*/ 3821357 w 10450132"/>
              <a:gd name="connsiteY358" fmla="*/ 5443340 h 5450835"/>
              <a:gd name="connsiteX359" fmla="*/ 3820571 w 10450132"/>
              <a:gd name="connsiteY359" fmla="*/ 5442880 h 5450835"/>
              <a:gd name="connsiteX360" fmla="*/ 3816037 w 10450132"/>
              <a:gd name="connsiteY360" fmla="*/ 5434999 h 5450835"/>
              <a:gd name="connsiteX361" fmla="*/ 3816037 w 10450132"/>
              <a:gd name="connsiteY361" fmla="*/ 5434145 h 5450835"/>
              <a:gd name="connsiteX362" fmla="*/ 3820571 w 10450132"/>
              <a:gd name="connsiteY362" fmla="*/ 5426264 h 5450835"/>
              <a:gd name="connsiteX363" fmla="*/ 3821357 w 10450132"/>
              <a:gd name="connsiteY363" fmla="*/ 5425804 h 5450835"/>
              <a:gd name="connsiteX364" fmla="*/ 3566988 w 10450132"/>
              <a:gd name="connsiteY364" fmla="*/ 5425804 h 5450835"/>
              <a:gd name="connsiteX365" fmla="*/ 3576051 w 10450132"/>
              <a:gd name="connsiteY365" fmla="*/ 5425804 h 5450835"/>
              <a:gd name="connsiteX366" fmla="*/ 3576838 w 10450132"/>
              <a:gd name="connsiteY366" fmla="*/ 5426264 h 5450835"/>
              <a:gd name="connsiteX367" fmla="*/ 3581371 w 10450132"/>
              <a:gd name="connsiteY367" fmla="*/ 5434145 h 5450835"/>
              <a:gd name="connsiteX368" fmla="*/ 3581371 w 10450132"/>
              <a:gd name="connsiteY368" fmla="*/ 5434999 h 5450835"/>
              <a:gd name="connsiteX369" fmla="*/ 3576838 w 10450132"/>
              <a:gd name="connsiteY369" fmla="*/ 5442880 h 5450835"/>
              <a:gd name="connsiteX370" fmla="*/ 3576051 w 10450132"/>
              <a:gd name="connsiteY370" fmla="*/ 5443340 h 5450835"/>
              <a:gd name="connsiteX371" fmla="*/ 3566988 w 10450132"/>
              <a:gd name="connsiteY371" fmla="*/ 5443340 h 5450835"/>
              <a:gd name="connsiteX372" fmla="*/ 3566198 w 10450132"/>
              <a:gd name="connsiteY372" fmla="*/ 5442880 h 5450835"/>
              <a:gd name="connsiteX373" fmla="*/ 3561666 w 10450132"/>
              <a:gd name="connsiteY373" fmla="*/ 5434999 h 5450835"/>
              <a:gd name="connsiteX374" fmla="*/ 3561666 w 10450132"/>
              <a:gd name="connsiteY374" fmla="*/ 5434145 h 5450835"/>
              <a:gd name="connsiteX375" fmla="*/ 3566198 w 10450132"/>
              <a:gd name="connsiteY375" fmla="*/ 5426264 h 5450835"/>
              <a:gd name="connsiteX376" fmla="*/ 3566988 w 10450132"/>
              <a:gd name="connsiteY376" fmla="*/ 5425804 h 5450835"/>
              <a:gd name="connsiteX377" fmla="*/ 3312699 w 10450132"/>
              <a:gd name="connsiteY377" fmla="*/ 5425804 h 5450835"/>
              <a:gd name="connsiteX378" fmla="*/ 3321763 w 10450132"/>
              <a:gd name="connsiteY378" fmla="*/ 5425804 h 5450835"/>
              <a:gd name="connsiteX379" fmla="*/ 3322551 w 10450132"/>
              <a:gd name="connsiteY379" fmla="*/ 5426264 h 5450835"/>
              <a:gd name="connsiteX380" fmla="*/ 3327083 w 10450132"/>
              <a:gd name="connsiteY380" fmla="*/ 5434145 h 5450835"/>
              <a:gd name="connsiteX381" fmla="*/ 3327083 w 10450132"/>
              <a:gd name="connsiteY381" fmla="*/ 5434999 h 5450835"/>
              <a:gd name="connsiteX382" fmla="*/ 3322551 w 10450132"/>
              <a:gd name="connsiteY382" fmla="*/ 5442880 h 5450835"/>
              <a:gd name="connsiteX383" fmla="*/ 3321763 w 10450132"/>
              <a:gd name="connsiteY383" fmla="*/ 5443340 h 5450835"/>
              <a:gd name="connsiteX384" fmla="*/ 3312699 w 10450132"/>
              <a:gd name="connsiteY384" fmla="*/ 5443340 h 5450835"/>
              <a:gd name="connsiteX385" fmla="*/ 3311911 w 10450132"/>
              <a:gd name="connsiteY385" fmla="*/ 5442880 h 5450835"/>
              <a:gd name="connsiteX386" fmla="*/ 3307378 w 10450132"/>
              <a:gd name="connsiteY386" fmla="*/ 5434999 h 5450835"/>
              <a:gd name="connsiteX387" fmla="*/ 3307378 w 10450132"/>
              <a:gd name="connsiteY387" fmla="*/ 5434145 h 5450835"/>
              <a:gd name="connsiteX388" fmla="*/ 3311911 w 10450132"/>
              <a:gd name="connsiteY388" fmla="*/ 5426264 h 5450835"/>
              <a:gd name="connsiteX389" fmla="*/ 3312699 w 10450132"/>
              <a:gd name="connsiteY389" fmla="*/ 5425804 h 5450835"/>
              <a:gd name="connsiteX390" fmla="*/ 3058374 w 10450132"/>
              <a:gd name="connsiteY390" fmla="*/ 5425804 h 5450835"/>
              <a:gd name="connsiteX391" fmla="*/ 3067440 w 10450132"/>
              <a:gd name="connsiteY391" fmla="*/ 5425804 h 5450835"/>
              <a:gd name="connsiteX392" fmla="*/ 3068227 w 10450132"/>
              <a:gd name="connsiteY392" fmla="*/ 5426264 h 5450835"/>
              <a:gd name="connsiteX393" fmla="*/ 3072759 w 10450132"/>
              <a:gd name="connsiteY393" fmla="*/ 5434145 h 5450835"/>
              <a:gd name="connsiteX394" fmla="*/ 3072759 w 10450132"/>
              <a:gd name="connsiteY394" fmla="*/ 5434999 h 5450835"/>
              <a:gd name="connsiteX395" fmla="*/ 3068227 w 10450132"/>
              <a:gd name="connsiteY395" fmla="*/ 5442880 h 5450835"/>
              <a:gd name="connsiteX396" fmla="*/ 3067440 w 10450132"/>
              <a:gd name="connsiteY396" fmla="*/ 5443340 h 5450835"/>
              <a:gd name="connsiteX397" fmla="*/ 3058374 w 10450132"/>
              <a:gd name="connsiteY397" fmla="*/ 5443340 h 5450835"/>
              <a:gd name="connsiteX398" fmla="*/ 3057586 w 10450132"/>
              <a:gd name="connsiteY398" fmla="*/ 5442880 h 5450835"/>
              <a:gd name="connsiteX399" fmla="*/ 3053055 w 10450132"/>
              <a:gd name="connsiteY399" fmla="*/ 5434999 h 5450835"/>
              <a:gd name="connsiteX400" fmla="*/ 3053055 w 10450132"/>
              <a:gd name="connsiteY400" fmla="*/ 5434145 h 5450835"/>
              <a:gd name="connsiteX401" fmla="*/ 3057586 w 10450132"/>
              <a:gd name="connsiteY401" fmla="*/ 5426264 h 5450835"/>
              <a:gd name="connsiteX402" fmla="*/ 3058374 w 10450132"/>
              <a:gd name="connsiteY402" fmla="*/ 5425804 h 5450835"/>
              <a:gd name="connsiteX403" fmla="*/ 2803884 w 10450132"/>
              <a:gd name="connsiteY403" fmla="*/ 5425804 h 5450835"/>
              <a:gd name="connsiteX404" fmla="*/ 2812947 w 10450132"/>
              <a:gd name="connsiteY404" fmla="*/ 5425804 h 5450835"/>
              <a:gd name="connsiteX405" fmla="*/ 2813736 w 10450132"/>
              <a:gd name="connsiteY405" fmla="*/ 5426264 h 5450835"/>
              <a:gd name="connsiteX406" fmla="*/ 2818268 w 10450132"/>
              <a:gd name="connsiteY406" fmla="*/ 5434145 h 5450835"/>
              <a:gd name="connsiteX407" fmla="*/ 2818268 w 10450132"/>
              <a:gd name="connsiteY407" fmla="*/ 5434999 h 5450835"/>
              <a:gd name="connsiteX408" fmla="*/ 2813736 w 10450132"/>
              <a:gd name="connsiteY408" fmla="*/ 5442880 h 5450835"/>
              <a:gd name="connsiteX409" fmla="*/ 2812947 w 10450132"/>
              <a:gd name="connsiteY409" fmla="*/ 5443340 h 5450835"/>
              <a:gd name="connsiteX410" fmla="*/ 2803884 w 10450132"/>
              <a:gd name="connsiteY410" fmla="*/ 5443340 h 5450835"/>
              <a:gd name="connsiteX411" fmla="*/ 2803094 w 10450132"/>
              <a:gd name="connsiteY411" fmla="*/ 5442880 h 5450835"/>
              <a:gd name="connsiteX412" fmla="*/ 2798562 w 10450132"/>
              <a:gd name="connsiteY412" fmla="*/ 5434999 h 5450835"/>
              <a:gd name="connsiteX413" fmla="*/ 2798562 w 10450132"/>
              <a:gd name="connsiteY413" fmla="*/ 5434145 h 5450835"/>
              <a:gd name="connsiteX414" fmla="*/ 2803094 w 10450132"/>
              <a:gd name="connsiteY414" fmla="*/ 5426264 h 5450835"/>
              <a:gd name="connsiteX415" fmla="*/ 2803884 w 10450132"/>
              <a:gd name="connsiteY415" fmla="*/ 5425804 h 5450835"/>
              <a:gd name="connsiteX416" fmla="*/ 2549364 w 10450132"/>
              <a:gd name="connsiteY416" fmla="*/ 5425804 h 5450835"/>
              <a:gd name="connsiteX417" fmla="*/ 2558429 w 10450132"/>
              <a:gd name="connsiteY417" fmla="*/ 5425804 h 5450835"/>
              <a:gd name="connsiteX418" fmla="*/ 2559217 w 10450132"/>
              <a:gd name="connsiteY418" fmla="*/ 5426264 h 5450835"/>
              <a:gd name="connsiteX419" fmla="*/ 2563749 w 10450132"/>
              <a:gd name="connsiteY419" fmla="*/ 5434145 h 5450835"/>
              <a:gd name="connsiteX420" fmla="*/ 2563749 w 10450132"/>
              <a:gd name="connsiteY420" fmla="*/ 5434999 h 5450835"/>
              <a:gd name="connsiteX421" fmla="*/ 2559217 w 10450132"/>
              <a:gd name="connsiteY421" fmla="*/ 5442880 h 5450835"/>
              <a:gd name="connsiteX422" fmla="*/ 2558429 w 10450132"/>
              <a:gd name="connsiteY422" fmla="*/ 5443340 h 5450835"/>
              <a:gd name="connsiteX423" fmla="*/ 2549364 w 10450132"/>
              <a:gd name="connsiteY423" fmla="*/ 5443340 h 5450835"/>
              <a:gd name="connsiteX424" fmla="*/ 2548576 w 10450132"/>
              <a:gd name="connsiteY424" fmla="*/ 5442880 h 5450835"/>
              <a:gd name="connsiteX425" fmla="*/ 2544044 w 10450132"/>
              <a:gd name="connsiteY425" fmla="*/ 5434999 h 5450835"/>
              <a:gd name="connsiteX426" fmla="*/ 2544044 w 10450132"/>
              <a:gd name="connsiteY426" fmla="*/ 5434145 h 5450835"/>
              <a:gd name="connsiteX427" fmla="*/ 2548576 w 10450132"/>
              <a:gd name="connsiteY427" fmla="*/ 5426264 h 5450835"/>
              <a:gd name="connsiteX428" fmla="*/ 2549364 w 10450132"/>
              <a:gd name="connsiteY428" fmla="*/ 5425804 h 5450835"/>
              <a:gd name="connsiteX429" fmla="*/ 2040698 w 10450132"/>
              <a:gd name="connsiteY429" fmla="*/ 5425804 h 5450835"/>
              <a:gd name="connsiteX430" fmla="*/ 2049763 w 10450132"/>
              <a:gd name="connsiteY430" fmla="*/ 5425804 h 5450835"/>
              <a:gd name="connsiteX431" fmla="*/ 2050552 w 10450132"/>
              <a:gd name="connsiteY431" fmla="*/ 5426264 h 5450835"/>
              <a:gd name="connsiteX432" fmla="*/ 2055083 w 10450132"/>
              <a:gd name="connsiteY432" fmla="*/ 5434145 h 5450835"/>
              <a:gd name="connsiteX433" fmla="*/ 2055083 w 10450132"/>
              <a:gd name="connsiteY433" fmla="*/ 5434999 h 5450835"/>
              <a:gd name="connsiteX434" fmla="*/ 2055001 w 10450132"/>
              <a:gd name="connsiteY434" fmla="*/ 5435140 h 5450835"/>
              <a:gd name="connsiteX435" fmla="*/ 2055001 w 10450132"/>
              <a:gd name="connsiteY435" fmla="*/ 5435196 h 5450835"/>
              <a:gd name="connsiteX436" fmla="*/ 2050470 w 10450132"/>
              <a:gd name="connsiteY436" fmla="*/ 5443078 h 5450835"/>
              <a:gd name="connsiteX437" fmla="*/ 2049682 w 10450132"/>
              <a:gd name="connsiteY437" fmla="*/ 5443537 h 5450835"/>
              <a:gd name="connsiteX438" fmla="*/ 2040617 w 10450132"/>
              <a:gd name="connsiteY438" fmla="*/ 5443537 h 5450835"/>
              <a:gd name="connsiteX439" fmla="*/ 2039829 w 10450132"/>
              <a:gd name="connsiteY439" fmla="*/ 5443078 h 5450835"/>
              <a:gd name="connsiteX440" fmla="*/ 2035297 w 10450132"/>
              <a:gd name="connsiteY440" fmla="*/ 5435196 h 5450835"/>
              <a:gd name="connsiteX441" fmla="*/ 2035297 w 10450132"/>
              <a:gd name="connsiteY441" fmla="*/ 5434342 h 5450835"/>
              <a:gd name="connsiteX442" fmla="*/ 2035377 w 10450132"/>
              <a:gd name="connsiteY442" fmla="*/ 5434202 h 5450835"/>
              <a:gd name="connsiteX443" fmla="*/ 2035377 w 10450132"/>
              <a:gd name="connsiteY443" fmla="*/ 5434145 h 5450835"/>
              <a:gd name="connsiteX444" fmla="*/ 2039910 w 10450132"/>
              <a:gd name="connsiteY444" fmla="*/ 5426264 h 5450835"/>
              <a:gd name="connsiteX445" fmla="*/ 2040698 w 10450132"/>
              <a:gd name="connsiteY445" fmla="*/ 5425804 h 5450835"/>
              <a:gd name="connsiteX446" fmla="*/ 1786299 w 10450132"/>
              <a:gd name="connsiteY446" fmla="*/ 5425804 h 5450835"/>
              <a:gd name="connsiteX447" fmla="*/ 1795363 w 10450132"/>
              <a:gd name="connsiteY447" fmla="*/ 5425804 h 5450835"/>
              <a:gd name="connsiteX448" fmla="*/ 1796152 w 10450132"/>
              <a:gd name="connsiteY448" fmla="*/ 5426264 h 5450835"/>
              <a:gd name="connsiteX449" fmla="*/ 1800682 w 10450132"/>
              <a:gd name="connsiteY449" fmla="*/ 5434145 h 5450835"/>
              <a:gd name="connsiteX450" fmla="*/ 1800682 w 10450132"/>
              <a:gd name="connsiteY450" fmla="*/ 5434248 h 5450835"/>
              <a:gd name="connsiteX451" fmla="*/ 1800737 w 10450132"/>
              <a:gd name="connsiteY451" fmla="*/ 5434342 h 5450835"/>
              <a:gd name="connsiteX452" fmla="*/ 1800737 w 10450132"/>
              <a:gd name="connsiteY452" fmla="*/ 5435196 h 5450835"/>
              <a:gd name="connsiteX453" fmla="*/ 1796205 w 10450132"/>
              <a:gd name="connsiteY453" fmla="*/ 5443078 h 5450835"/>
              <a:gd name="connsiteX454" fmla="*/ 1795417 w 10450132"/>
              <a:gd name="connsiteY454" fmla="*/ 5443537 h 5450835"/>
              <a:gd name="connsiteX455" fmla="*/ 1786353 w 10450132"/>
              <a:gd name="connsiteY455" fmla="*/ 5443537 h 5450835"/>
              <a:gd name="connsiteX456" fmla="*/ 1785564 w 10450132"/>
              <a:gd name="connsiteY456" fmla="*/ 5443078 h 5450835"/>
              <a:gd name="connsiteX457" fmla="*/ 1781033 w 10450132"/>
              <a:gd name="connsiteY457" fmla="*/ 5435196 h 5450835"/>
              <a:gd name="connsiteX458" fmla="*/ 1781033 w 10450132"/>
              <a:gd name="connsiteY458" fmla="*/ 5435092 h 5450835"/>
              <a:gd name="connsiteX459" fmla="*/ 1780980 w 10450132"/>
              <a:gd name="connsiteY459" fmla="*/ 5434999 h 5450835"/>
              <a:gd name="connsiteX460" fmla="*/ 1780980 w 10450132"/>
              <a:gd name="connsiteY460" fmla="*/ 5434145 h 5450835"/>
              <a:gd name="connsiteX461" fmla="*/ 1785511 w 10450132"/>
              <a:gd name="connsiteY461" fmla="*/ 5426264 h 5450835"/>
              <a:gd name="connsiteX462" fmla="*/ 1786299 w 10450132"/>
              <a:gd name="connsiteY462" fmla="*/ 5425804 h 5450835"/>
              <a:gd name="connsiteX463" fmla="*/ 1531775 w 10450132"/>
              <a:gd name="connsiteY463" fmla="*/ 5425804 h 5450835"/>
              <a:gd name="connsiteX464" fmla="*/ 1540838 w 10450132"/>
              <a:gd name="connsiteY464" fmla="*/ 5425804 h 5450835"/>
              <a:gd name="connsiteX465" fmla="*/ 1541627 w 10450132"/>
              <a:gd name="connsiteY465" fmla="*/ 5426264 h 5450835"/>
              <a:gd name="connsiteX466" fmla="*/ 1546158 w 10450132"/>
              <a:gd name="connsiteY466" fmla="*/ 5434145 h 5450835"/>
              <a:gd name="connsiteX467" fmla="*/ 1546158 w 10450132"/>
              <a:gd name="connsiteY467" fmla="*/ 5434999 h 5450835"/>
              <a:gd name="connsiteX468" fmla="*/ 1541627 w 10450132"/>
              <a:gd name="connsiteY468" fmla="*/ 5442880 h 5450835"/>
              <a:gd name="connsiteX469" fmla="*/ 1540838 w 10450132"/>
              <a:gd name="connsiteY469" fmla="*/ 5443340 h 5450835"/>
              <a:gd name="connsiteX470" fmla="*/ 1531775 w 10450132"/>
              <a:gd name="connsiteY470" fmla="*/ 5443340 h 5450835"/>
              <a:gd name="connsiteX471" fmla="*/ 1530987 w 10450132"/>
              <a:gd name="connsiteY471" fmla="*/ 5442880 h 5450835"/>
              <a:gd name="connsiteX472" fmla="*/ 1526454 w 10450132"/>
              <a:gd name="connsiteY472" fmla="*/ 5434999 h 5450835"/>
              <a:gd name="connsiteX473" fmla="*/ 1526454 w 10450132"/>
              <a:gd name="connsiteY473" fmla="*/ 5434145 h 5450835"/>
              <a:gd name="connsiteX474" fmla="*/ 1530987 w 10450132"/>
              <a:gd name="connsiteY474" fmla="*/ 5426264 h 5450835"/>
              <a:gd name="connsiteX475" fmla="*/ 1531775 w 10450132"/>
              <a:gd name="connsiteY475" fmla="*/ 5425804 h 5450835"/>
              <a:gd name="connsiteX476" fmla="*/ 1277393 w 10450132"/>
              <a:gd name="connsiteY476" fmla="*/ 5425804 h 5450835"/>
              <a:gd name="connsiteX477" fmla="*/ 1286458 w 10450132"/>
              <a:gd name="connsiteY477" fmla="*/ 5425804 h 5450835"/>
              <a:gd name="connsiteX478" fmla="*/ 1287246 w 10450132"/>
              <a:gd name="connsiteY478" fmla="*/ 5426264 h 5450835"/>
              <a:gd name="connsiteX479" fmla="*/ 1291778 w 10450132"/>
              <a:gd name="connsiteY479" fmla="*/ 5434145 h 5450835"/>
              <a:gd name="connsiteX480" fmla="*/ 1291778 w 10450132"/>
              <a:gd name="connsiteY480" fmla="*/ 5434999 h 5450835"/>
              <a:gd name="connsiteX481" fmla="*/ 1287246 w 10450132"/>
              <a:gd name="connsiteY481" fmla="*/ 5442880 h 5450835"/>
              <a:gd name="connsiteX482" fmla="*/ 1286458 w 10450132"/>
              <a:gd name="connsiteY482" fmla="*/ 5443340 h 5450835"/>
              <a:gd name="connsiteX483" fmla="*/ 1277393 w 10450132"/>
              <a:gd name="connsiteY483" fmla="*/ 5443340 h 5450835"/>
              <a:gd name="connsiteX484" fmla="*/ 1276605 w 10450132"/>
              <a:gd name="connsiteY484" fmla="*/ 5442880 h 5450835"/>
              <a:gd name="connsiteX485" fmla="*/ 1272073 w 10450132"/>
              <a:gd name="connsiteY485" fmla="*/ 5434999 h 5450835"/>
              <a:gd name="connsiteX486" fmla="*/ 1272073 w 10450132"/>
              <a:gd name="connsiteY486" fmla="*/ 5434145 h 5450835"/>
              <a:gd name="connsiteX487" fmla="*/ 1276605 w 10450132"/>
              <a:gd name="connsiteY487" fmla="*/ 5426264 h 5450835"/>
              <a:gd name="connsiteX488" fmla="*/ 1277393 w 10450132"/>
              <a:gd name="connsiteY488" fmla="*/ 5425804 h 5450835"/>
              <a:gd name="connsiteX489" fmla="*/ 1023014 w 10450132"/>
              <a:gd name="connsiteY489" fmla="*/ 5425804 h 5450835"/>
              <a:gd name="connsiteX490" fmla="*/ 1032077 w 10450132"/>
              <a:gd name="connsiteY490" fmla="*/ 5425804 h 5450835"/>
              <a:gd name="connsiteX491" fmla="*/ 1032865 w 10450132"/>
              <a:gd name="connsiteY491" fmla="*/ 5426264 h 5450835"/>
              <a:gd name="connsiteX492" fmla="*/ 1037397 w 10450132"/>
              <a:gd name="connsiteY492" fmla="*/ 5434145 h 5450835"/>
              <a:gd name="connsiteX493" fmla="*/ 1037397 w 10450132"/>
              <a:gd name="connsiteY493" fmla="*/ 5434999 h 5450835"/>
              <a:gd name="connsiteX494" fmla="*/ 1032865 w 10450132"/>
              <a:gd name="connsiteY494" fmla="*/ 5442880 h 5450835"/>
              <a:gd name="connsiteX495" fmla="*/ 1032077 w 10450132"/>
              <a:gd name="connsiteY495" fmla="*/ 5443340 h 5450835"/>
              <a:gd name="connsiteX496" fmla="*/ 1023014 w 10450132"/>
              <a:gd name="connsiteY496" fmla="*/ 5443340 h 5450835"/>
              <a:gd name="connsiteX497" fmla="*/ 1022225 w 10450132"/>
              <a:gd name="connsiteY497" fmla="*/ 5442880 h 5450835"/>
              <a:gd name="connsiteX498" fmla="*/ 1017692 w 10450132"/>
              <a:gd name="connsiteY498" fmla="*/ 5434999 h 5450835"/>
              <a:gd name="connsiteX499" fmla="*/ 1017692 w 10450132"/>
              <a:gd name="connsiteY499" fmla="*/ 5434145 h 5450835"/>
              <a:gd name="connsiteX500" fmla="*/ 1022225 w 10450132"/>
              <a:gd name="connsiteY500" fmla="*/ 5426264 h 5450835"/>
              <a:gd name="connsiteX501" fmla="*/ 1023014 w 10450132"/>
              <a:gd name="connsiteY501" fmla="*/ 5425804 h 5450835"/>
              <a:gd name="connsiteX502" fmla="*/ 768566 w 10450132"/>
              <a:gd name="connsiteY502" fmla="*/ 5425804 h 5450835"/>
              <a:gd name="connsiteX503" fmla="*/ 777630 w 10450132"/>
              <a:gd name="connsiteY503" fmla="*/ 5425804 h 5450835"/>
              <a:gd name="connsiteX504" fmla="*/ 778418 w 10450132"/>
              <a:gd name="connsiteY504" fmla="*/ 5426264 h 5450835"/>
              <a:gd name="connsiteX505" fmla="*/ 782949 w 10450132"/>
              <a:gd name="connsiteY505" fmla="*/ 5434145 h 5450835"/>
              <a:gd name="connsiteX506" fmla="*/ 782949 w 10450132"/>
              <a:gd name="connsiteY506" fmla="*/ 5434999 h 5450835"/>
              <a:gd name="connsiteX507" fmla="*/ 778418 w 10450132"/>
              <a:gd name="connsiteY507" fmla="*/ 5442880 h 5450835"/>
              <a:gd name="connsiteX508" fmla="*/ 777630 w 10450132"/>
              <a:gd name="connsiteY508" fmla="*/ 5443340 h 5450835"/>
              <a:gd name="connsiteX509" fmla="*/ 768566 w 10450132"/>
              <a:gd name="connsiteY509" fmla="*/ 5443340 h 5450835"/>
              <a:gd name="connsiteX510" fmla="*/ 767778 w 10450132"/>
              <a:gd name="connsiteY510" fmla="*/ 5442880 h 5450835"/>
              <a:gd name="connsiteX511" fmla="*/ 763245 w 10450132"/>
              <a:gd name="connsiteY511" fmla="*/ 5434999 h 5450835"/>
              <a:gd name="connsiteX512" fmla="*/ 763245 w 10450132"/>
              <a:gd name="connsiteY512" fmla="*/ 5434145 h 5450835"/>
              <a:gd name="connsiteX513" fmla="*/ 767778 w 10450132"/>
              <a:gd name="connsiteY513" fmla="*/ 5426264 h 5450835"/>
              <a:gd name="connsiteX514" fmla="*/ 768566 w 10450132"/>
              <a:gd name="connsiteY514" fmla="*/ 5425804 h 5450835"/>
              <a:gd name="connsiteX515" fmla="*/ 514185 w 10450132"/>
              <a:gd name="connsiteY515" fmla="*/ 5425804 h 5450835"/>
              <a:gd name="connsiteX516" fmla="*/ 523249 w 10450132"/>
              <a:gd name="connsiteY516" fmla="*/ 5425804 h 5450835"/>
              <a:gd name="connsiteX517" fmla="*/ 524037 w 10450132"/>
              <a:gd name="connsiteY517" fmla="*/ 5426264 h 5450835"/>
              <a:gd name="connsiteX518" fmla="*/ 528569 w 10450132"/>
              <a:gd name="connsiteY518" fmla="*/ 5434145 h 5450835"/>
              <a:gd name="connsiteX519" fmla="*/ 528569 w 10450132"/>
              <a:gd name="connsiteY519" fmla="*/ 5434999 h 5450835"/>
              <a:gd name="connsiteX520" fmla="*/ 524037 w 10450132"/>
              <a:gd name="connsiteY520" fmla="*/ 5442880 h 5450835"/>
              <a:gd name="connsiteX521" fmla="*/ 523249 w 10450132"/>
              <a:gd name="connsiteY521" fmla="*/ 5443340 h 5450835"/>
              <a:gd name="connsiteX522" fmla="*/ 514185 w 10450132"/>
              <a:gd name="connsiteY522" fmla="*/ 5443340 h 5450835"/>
              <a:gd name="connsiteX523" fmla="*/ 513397 w 10450132"/>
              <a:gd name="connsiteY523" fmla="*/ 5442880 h 5450835"/>
              <a:gd name="connsiteX524" fmla="*/ 508864 w 10450132"/>
              <a:gd name="connsiteY524" fmla="*/ 5434999 h 5450835"/>
              <a:gd name="connsiteX525" fmla="*/ 508864 w 10450132"/>
              <a:gd name="connsiteY525" fmla="*/ 5434145 h 5450835"/>
              <a:gd name="connsiteX526" fmla="*/ 513397 w 10450132"/>
              <a:gd name="connsiteY526" fmla="*/ 5426264 h 5450835"/>
              <a:gd name="connsiteX527" fmla="*/ 514185 w 10450132"/>
              <a:gd name="connsiteY527" fmla="*/ 5425804 h 5450835"/>
              <a:gd name="connsiteX528" fmla="*/ 259890 w 10450132"/>
              <a:gd name="connsiteY528" fmla="*/ 5425804 h 5450835"/>
              <a:gd name="connsiteX529" fmla="*/ 268954 w 10450132"/>
              <a:gd name="connsiteY529" fmla="*/ 5425804 h 5450835"/>
              <a:gd name="connsiteX530" fmla="*/ 269742 w 10450132"/>
              <a:gd name="connsiteY530" fmla="*/ 5426264 h 5450835"/>
              <a:gd name="connsiteX531" fmla="*/ 274273 w 10450132"/>
              <a:gd name="connsiteY531" fmla="*/ 5434145 h 5450835"/>
              <a:gd name="connsiteX532" fmla="*/ 274273 w 10450132"/>
              <a:gd name="connsiteY532" fmla="*/ 5434999 h 5450835"/>
              <a:gd name="connsiteX533" fmla="*/ 274187 w 10450132"/>
              <a:gd name="connsiteY533" fmla="*/ 5435148 h 5450835"/>
              <a:gd name="connsiteX534" fmla="*/ 274187 w 10450132"/>
              <a:gd name="connsiteY534" fmla="*/ 5435196 h 5450835"/>
              <a:gd name="connsiteX535" fmla="*/ 269655 w 10450132"/>
              <a:gd name="connsiteY535" fmla="*/ 5443078 h 5450835"/>
              <a:gd name="connsiteX536" fmla="*/ 268867 w 10450132"/>
              <a:gd name="connsiteY536" fmla="*/ 5443537 h 5450835"/>
              <a:gd name="connsiteX537" fmla="*/ 259804 w 10450132"/>
              <a:gd name="connsiteY537" fmla="*/ 5443537 h 5450835"/>
              <a:gd name="connsiteX538" fmla="*/ 259014 w 10450132"/>
              <a:gd name="connsiteY538" fmla="*/ 5443078 h 5450835"/>
              <a:gd name="connsiteX539" fmla="*/ 254482 w 10450132"/>
              <a:gd name="connsiteY539" fmla="*/ 5435196 h 5450835"/>
              <a:gd name="connsiteX540" fmla="*/ 254482 w 10450132"/>
              <a:gd name="connsiteY540" fmla="*/ 5434342 h 5450835"/>
              <a:gd name="connsiteX541" fmla="*/ 254569 w 10450132"/>
              <a:gd name="connsiteY541" fmla="*/ 5434192 h 5450835"/>
              <a:gd name="connsiteX542" fmla="*/ 254569 w 10450132"/>
              <a:gd name="connsiteY542" fmla="*/ 5434145 h 5450835"/>
              <a:gd name="connsiteX543" fmla="*/ 259101 w 10450132"/>
              <a:gd name="connsiteY543" fmla="*/ 5426264 h 5450835"/>
              <a:gd name="connsiteX544" fmla="*/ 259890 w 10450132"/>
              <a:gd name="connsiteY544" fmla="*/ 5425804 h 5450835"/>
              <a:gd name="connsiteX545" fmla="*/ 5475 w 10450132"/>
              <a:gd name="connsiteY545" fmla="*/ 5425804 h 5450835"/>
              <a:gd name="connsiteX546" fmla="*/ 14539 w 10450132"/>
              <a:gd name="connsiteY546" fmla="*/ 5425804 h 5450835"/>
              <a:gd name="connsiteX547" fmla="*/ 15327 w 10450132"/>
              <a:gd name="connsiteY547" fmla="*/ 5426264 h 5450835"/>
              <a:gd name="connsiteX548" fmla="*/ 19859 w 10450132"/>
              <a:gd name="connsiteY548" fmla="*/ 5434145 h 5450835"/>
              <a:gd name="connsiteX549" fmla="*/ 19859 w 10450132"/>
              <a:gd name="connsiteY549" fmla="*/ 5434999 h 5450835"/>
              <a:gd name="connsiteX550" fmla="*/ 19794 w 10450132"/>
              <a:gd name="connsiteY550" fmla="*/ 5435110 h 5450835"/>
              <a:gd name="connsiteX551" fmla="*/ 19794 w 10450132"/>
              <a:gd name="connsiteY551" fmla="*/ 5435196 h 5450835"/>
              <a:gd name="connsiteX552" fmla="*/ 15262 w 10450132"/>
              <a:gd name="connsiteY552" fmla="*/ 5443078 h 5450835"/>
              <a:gd name="connsiteX553" fmla="*/ 14474 w 10450132"/>
              <a:gd name="connsiteY553" fmla="*/ 5443537 h 5450835"/>
              <a:gd name="connsiteX554" fmla="*/ 5411 w 10450132"/>
              <a:gd name="connsiteY554" fmla="*/ 5443537 h 5450835"/>
              <a:gd name="connsiteX555" fmla="*/ 4623 w 10450132"/>
              <a:gd name="connsiteY555" fmla="*/ 5443078 h 5450835"/>
              <a:gd name="connsiteX556" fmla="*/ 90 w 10450132"/>
              <a:gd name="connsiteY556" fmla="*/ 5435196 h 5450835"/>
              <a:gd name="connsiteX557" fmla="*/ 90 w 10450132"/>
              <a:gd name="connsiteY557" fmla="*/ 5434342 h 5450835"/>
              <a:gd name="connsiteX558" fmla="*/ 154 w 10450132"/>
              <a:gd name="connsiteY558" fmla="*/ 5434229 h 5450835"/>
              <a:gd name="connsiteX559" fmla="*/ 154 w 10450132"/>
              <a:gd name="connsiteY559" fmla="*/ 5434145 h 5450835"/>
              <a:gd name="connsiteX560" fmla="*/ 4686 w 10450132"/>
              <a:gd name="connsiteY560" fmla="*/ 5426264 h 5450835"/>
              <a:gd name="connsiteX561" fmla="*/ 5475 w 10450132"/>
              <a:gd name="connsiteY561" fmla="*/ 5425804 h 5450835"/>
              <a:gd name="connsiteX562" fmla="*/ 10435622 w 10450132"/>
              <a:gd name="connsiteY562" fmla="*/ 5208795 h 5450835"/>
              <a:gd name="connsiteX563" fmla="*/ 10444686 w 10450132"/>
              <a:gd name="connsiteY563" fmla="*/ 5208795 h 5450835"/>
              <a:gd name="connsiteX564" fmla="*/ 10445474 w 10450132"/>
              <a:gd name="connsiteY564" fmla="*/ 5209255 h 5450835"/>
              <a:gd name="connsiteX565" fmla="*/ 10450007 w 10450132"/>
              <a:gd name="connsiteY565" fmla="*/ 5217136 h 5450835"/>
              <a:gd name="connsiteX566" fmla="*/ 10450007 w 10450132"/>
              <a:gd name="connsiteY566" fmla="*/ 5217990 h 5450835"/>
              <a:gd name="connsiteX567" fmla="*/ 10445474 w 10450132"/>
              <a:gd name="connsiteY567" fmla="*/ 5225873 h 5450835"/>
              <a:gd name="connsiteX568" fmla="*/ 10444686 w 10450132"/>
              <a:gd name="connsiteY568" fmla="*/ 5226332 h 5450835"/>
              <a:gd name="connsiteX569" fmla="*/ 10435622 w 10450132"/>
              <a:gd name="connsiteY569" fmla="*/ 5226332 h 5450835"/>
              <a:gd name="connsiteX570" fmla="*/ 10434834 w 10450132"/>
              <a:gd name="connsiteY570" fmla="*/ 5225873 h 5450835"/>
              <a:gd name="connsiteX571" fmla="*/ 10430302 w 10450132"/>
              <a:gd name="connsiteY571" fmla="*/ 5217990 h 5450835"/>
              <a:gd name="connsiteX572" fmla="*/ 10430302 w 10450132"/>
              <a:gd name="connsiteY572" fmla="*/ 5217136 h 5450835"/>
              <a:gd name="connsiteX573" fmla="*/ 10434834 w 10450132"/>
              <a:gd name="connsiteY573" fmla="*/ 5209255 h 5450835"/>
              <a:gd name="connsiteX574" fmla="*/ 10435622 w 10450132"/>
              <a:gd name="connsiteY574" fmla="*/ 5208795 h 5450835"/>
              <a:gd name="connsiteX575" fmla="*/ 10181242 w 10450132"/>
              <a:gd name="connsiteY575" fmla="*/ 5208795 h 5450835"/>
              <a:gd name="connsiteX576" fmla="*/ 10190305 w 10450132"/>
              <a:gd name="connsiteY576" fmla="*/ 5208795 h 5450835"/>
              <a:gd name="connsiteX577" fmla="*/ 10191093 w 10450132"/>
              <a:gd name="connsiteY577" fmla="*/ 5209255 h 5450835"/>
              <a:gd name="connsiteX578" fmla="*/ 10195626 w 10450132"/>
              <a:gd name="connsiteY578" fmla="*/ 5217136 h 5450835"/>
              <a:gd name="connsiteX579" fmla="*/ 10195626 w 10450132"/>
              <a:gd name="connsiteY579" fmla="*/ 5217990 h 5450835"/>
              <a:gd name="connsiteX580" fmla="*/ 10191093 w 10450132"/>
              <a:gd name="connsiteY580" fmla="*/ 5225873 h 5450835"/>
              <a:gd name="connsiteX581" fmla="*/ 10190305 w 10450132"/>
              <a:gd name="connsiteY581" fmla="*/ 5226332 h 5450835"/>
              <a:gd name="connsiteX582" fmla="*/ 10181242 w 10450132"/>
              <a:gd name="connsiteY582" fmla="*/ 5226332 h 5450835"/>
              <a:gd name="connsiteX583" fmla="*/ 10180453 w 10450132"/>
              <a:gd name="connsiteY583" fmla="*/ 5225873 h 5450835"/>
              <a:gd name="connsiteX584" fmla="*/ 10175922 w 10450132"/>
              <a:gd name="connsiteY584" fmla="*/ 5217990 h 5450835"/>
              <a:gd name="connsiteX585" fmla="*/ 10175922 w 10450132"/>
              <a:gd name="connsiteY585" fmla="*/ 5217136 h 5450835"/>
              <a:gd name="connsiteX586" fmla="*/ 10180453 w 10450132"/>
              <a:gd name="connsiteY586" fmla="*/ 5209255 h 5450835"/>
              <a:gd name="connsiteX587" fmla="*/ 10181242 w 10450132"/>
              <a:gd name="connsiteY587" fmla="*/ 5208795 h 5450835"/>
              <a:gd name="connsiteX588" fmla="*/ 9926861 w 10450132"/>
              <a:gd name="connsiteY588" fmla="*/ 5208795 h 5450835"/>
              <a:gd name="connsiteX589" fmla="*/ 9935924 w 10450132"/>
              <a:gd name="connsiteY589" fmla="*/ 5208795 h 5450835"/>
              <a:gd name="connsiteX590" fmla="*/ 9936713 w 10450132"/>
              <a:gd name="connsiteY590" fmla="*/ 5209255 h 5450835"/>
              <a:gd name="connsiteX591" fmla="*/ 9941246 w 10450132"/>
              <a:gd name="connsiteY591" fmla="*/ 5217136 h 5450835"/>
              <a:gd name="connsiteX592" fmla="*/ 9941246 w 10450132"/>
              <a:gd name="connsiteY592" fmla="*/ 5217990 h 5450835"/>
              <a:gd name="connsiteX593" fmla="*/ 9936713 w 10450132"/>
              <a:gd name="connsiteY593" fmla="*/ 5225873 h 5450835"/>
              <a:gd name="connsiteX594" fmla="*/ 9935924 w 10450132"/>
              <a:gd name="connsiteY594" fmla="*/ 5226332 h 5450835"/>
              <a:gd name="connsiteX595" fmla="*/ 9926861 w 10450132"/>
              <a:gd name="connsiteY595" fmla="*/ 5226332 h 5450835"/>
              <a:gd name="connsiteX596" fmla="*/ 9926073 w 10450132"/>
              <a:gd name="connsiteY596" fmla="*/ 5225873 h 5450835"/>
              <a:gd name="connsiteX597" fmla="*/ 9921541 w 10450132"/>
              <a:gd name="connsiteY597" fmla="*/ 5217990 h 5450835"/>
              <a:gd name="connsiteX598" fmla="*/ 9921541 w 10450132"/>
              <a:gd name="connsiteY598" fmla="*/ 5217136 h 5450835"/>
              <a:gd name="connsiteX599" fmla="*/ 9926073 w 10450132"/>
              <a:gd name="connsiteY599" fmla="*/ 5209255 h 5450835"/>
              <a:gd name="connsiteX600" fmla="*/ 9926861 w 10450132"/>
              <a:gd name="connsiteY600" fmla="*/ 5208795 h 5450835"/>
              <a:gd name="connsiteX601" fmla="*/ 9672481 w 10450132"/>
              <a:gd name="connsiteY601" fmla="*/ 5208795 h 5450835"/>
              <a:gd name="connsiteX602" fmla="*/ 9681545 w 10450132"/>
              <a:gd name="connsiteY602" fmla="*/ 5208795 h 5450835"/>
              <a:gd name="connsiteX603" fmla="*/ 9682333 w 10450132"/>
              <a:gd name="connsiteY603" fmla="*/ 5209255 h 5450835"/>
              <a:gd name="connsiteX604" fmla="*/ 9686865 w 10450132"/>
              <a:gd name="connsiteY604" fmla="*/ 5217136 h 5450835"/>
              <a:gd name="connsiteX605" fmla="*/ 9686865 w 10450132"/>
              <a:gd name="connsiteY605" fmla="*/ 5217990 h 5450835"/>
              <a:gd name="connsiteX606" fmla="*/ 9682333 w 10450132"/>
              <a:gd name="connsiteY606" fmla="*/ 5225873 h 5450835"/>
              <a:gd name="connsiteX607" fmla="*/ 9681545 w 10450132"/>
              <a:gd name="connsiteY607" fmla="*/ 5226332 h 5450835"/>
              <a:gd name="connsiteX608" fmla="*/ 9672481 w 10450132"/>
              <a:gd name="connsiteY608" fmla="*/ 5226332 h 5450835"/>
              <a:gd name="connsiteX609" fmla="*/ 9671693 w 10450132"/>
              <a:gd name="connsiteY609" fmla="*/ 5225873 h 5450835"/>
              <a:gd name="connsiteX610" fmla="*/ 9667160 w 10450132"/>
              <a:gd name="connsiteY610" fmla="*/ 5217990 h 5450835"/>
              <a:gd name="connsiteX611" fmla="*/ 9667160 w 10450132"/>
              <a:gd name="connsiteY611" fmla="*/ 5217136 h 5450835"/>
              <a:gd name="connsiteX612" fmla="*/ 9671693 w 10450132"/>
              <a:gd name="connsiteY612" fmla="*/ 5209255 h 5450835"/>
              <a:gd name="connsiteX613" fmla="*/ 9672481 w 10450132"/>
              <a:gd name="connsiteY613" fmla="*/ 5208795 h 5450835"/>
              <a:gd name="connsiteX614" fmla="*/ 9418035 w 10450132"/>
              <a:gd name="connsiteY614" fmla="*/ 5208795 h 5450835"/>
              <a:gd name="connsiteX615" fmla="*/ 9427099 w 10450132"/>
              <a:gd name="connsiteY615" fmla="*/ 5208795 h 5450835"/>
              <a:gd name="connsiteX616" fmla="*/ 9427887 w 10450132"/>
              <a:gd name="connsiteY616" fmla="*/ 5209255 h 5450835"/>
              <a:gd name="connsiteX617" fmla="*/ 9432419 w 10450132"/>
              <a:gd name="connsiteY617" fmla="*/ 5217136 h 5450835"/>
              <a:gd name="connsiteX618" fmla="*/ 9432419 w 10450132"/>
              <a:gd name="connsiteY618" fmla="*/ 5217990 h 5450835"/>
              <a:gd name="connsiteX619" fmla="*/ 9427887 w 10450132"/>
              <a:gd name="connsiteY619" fmla="*/ 5225873 h 5450835"/>
              <a:gd name="connsiteX620" fmla="*/ 9427099 w 10450132"/>
              <a:gd name="connsiteY620" fmla="*/ 5226332 h 5450835"/>
              <a:gd name="connsiteX621" fmla="*/ 9418035 w 10450132"/>
              <a:gd name="connsiteY621" fmla="*/ 5226332 h 5450835"/>
              <a:gd name="connsiteX622" fmla="*/ 9417247 w 10450132"/>
              <a:gd name="connsiteY622" fmla="*/ 5225873 h 5450835"/>
              <a:gd name="connsiteX623" fmla="*/ 9412714 w 10450132"/>
              <a:gd name="connsiteY623" fmla="*/ 5217990 h 5450835"/>
              <a:gd name="connsiteX624" fmla="*/ 9412714 w 10450132"/>
              <a:gd name="connsiteY624" fmla="*/ 5217136 h 5450835"/>
              <a:gd name="connsiteX625" fmla="*/ 9417247 w 10450132"/>
              <a:gd name="connsiteY625" fmla="*/ 5209255 h 5450835"/>
              <a:gd name="connsiteX626" fmla="*/ 9418035 w 10450132"/>
              <a:gd name="connsiteY626" fmla="*/ 5208795 h 5450835"/>
              <a:gd name="connsiteX627" fmla="*/ 9163654 w 10450132"/>
              <a:gd name="connsiteY627" fmla="*/ 5208795 h 5450835"/>
              <a:gd name="connsiteX628" fmla="*/ 9172718 w 10450132"/>
              <a:gd name="connsiteY628" fmla="*/ 5208795 h 5450835"/>
              <a:gd name="connsiteX629" fmla="*/ 9173506 w 10450132"/>
              <a:gd name="connsiteY629" fmla="*/ 5209255 h 5450835"/>
              <a:gd name="connsiteX630" fmla="*/ 9178038 w 10450132"/>
              <a:gd name="connsiteY630" fmla="*/ 5217136 h 5450835"/>
              <a:gd name="connsiteX631" fmla="*/ 9178038 w 10450132"/>
              <a:gd name="connsiteY631" fmla="*/ 5217990 h 5450835"/>
              <a:gd name="connsiteX632" fmla="*/ 9173506 w 10450132"/>
              <a:gd name="connsiteY632" fmla="*/ 5225873 h 5450835"/>
              <a:gd name="connsiteX633" fmla="*/ 9172718 w 10450132"/>
              <a:gd name="connsiteY633" fmla="*/ 5226332 h 5450835"/>
              <a:gd name="connsiteX634" fmla="*/ 9163654 w 10450132"/>
              <a:gd name="connsiteY634" fmla="*/ 5226332 h 5450835"/>
              <a:gd name="connsiteX635" fmla="*/ 9162866 w 10450132"/>
              <a:gd name="connsiteY635" fmla="*/ 5225873 h 5450835"/>
              <a:gd name="connsiteX636" fmla="*/ 9158333 w 10450132"/>
              <a:gd name="connsiteY636" fmla="*/ 5217990 h 5450835"/>
              <a:gd name="connsiteX637" fmla="*/ 9158333 w 10450132"/>
              <a:gd name="connsiteY637" fmla="*/ 5217136 h 5450835"/>
              <a:gd name="connsiteX638" fmla="*/ 9162866 w 10450132"/>
              <a:gd name="connsiteY638" fmla="*/ 5209255 h 5450835"/>
              <a:gd name="connsiteX639" fmla="*/ 9163654 w 10450132"/>
              <a:gd name="connsiteY639" fmla="*/ 5208795 h 5450835"/>
              <a:gd name="connsiteX640" fmla="*/ 8909274 w 10450132"/>
              <a:gd name="connsiteY640" fmla="*/ 5208795 h 5450835"/>
              <a:gd name="connsiteX641" fmla="*/ 8918336 w 10450132"/>
              <a:gd name="connsiteY641" fmla="*/ 5208795 h 5450835"/>
              <a:gd name="connsiteX642" fmla="*/ 8919125 w 10450132"/>
              <a:gd name="connsiteY642" fmla="*/ 5209255 h 5450835"/>
              <a:gd name="connsiteX643" fmla="*/ 8923657 w 10450132"/>
              <a:gd name="connsiteY643" fmla="*/ 5217136 h 5450835"/>
              <a:gd name="connsiteX644" fmla="*/ 8923657 w 10450132"/>
              <a:gd name="connsiteY644" fmla="*/ 5217990 h 5450835"/>
              <a:gd name="connsiteX645" fmla="*/ 8919125 w 10450132"/>
              <a:gd name="connsiteY645" fmla="*/ 5225873 h 5450835"/>
              <a:gd name="connsiteX646" fmla="*/ 8918336 w 10450132"/>
              <a:gd name="connsiteY646" fmla="*/ 5226332 h 5450835"/>
              <a:gd name="connsiteX647" fmla="*/ 8909274 w 10450132"/>
              <a:gd name="connsiteY647" fmla="*/ 5226332 h 5450835"/>
              <a:gd name="connsiteX648" fmla="*/ 8908484 w 10450132"/>
              <a:gd name="connsiteY648" fmla="*/ 5225873 h 5450835"/>
              <a:gd name="connsiteX649" fmla="*/ 8903953 w 10450132"/>
              <a:gd name="connsiteY649" fmla="*/ 5217990 h 5450835"/>
              <a:gd name="connsiteX650" fmla="*/ 8903953 w 10450132"/>
              <a:gd name="connsiteY650" fmla="*/ 5217136 h 5450835"/>
              <a:gd name="connsiteX651" fmla="*/ 8908484 w 10450132"/>
              <a:gd name="connsiteY651" fmla="*/ 5209255 h 5450835"/>
              <a:gd name="connsiteX652" fmla="*/ 8909274 w 10450132"/>
              <a:gd name="connsiteY652" fmla="*/ 5208795 h 5450835"/>
              <a:gd name="connsiteX653" fmla="*/ 8654892 w 10450132"/>
              <a:gd name="connsiteY653" fmla="*/ 5208795 h 5450835"/>
              <a:gd name="connsiteX654" fmla="*/ 8663955 w 10450132"/>
              <a:gd name="connsiteY654" fmla="*/ 5208795 h 5450835"/>
              <a:gd name="connsiteX655" fmla="*/ 8664744 w 10450132"/>
              <a:gd name="connsiteY655" fmla="*/ 5209255 h 5450835"/>
              <a:gd name="connsiteX656" fmla="*/ 8669277 w 10450132"/>
              <a:gd name="connsiteY656" fmla="*/ 5217136 h 5450835"/>
              <a:gd name="connsiteX657" fmla="*/ 8669277 w 10450132"/>
              <a:gd name="connsiteY657" fmla="*/ 5217990 h 5450835"/>
              <a:gd name="connsiteX658" fmla="*/ 8664744 w 10450132"/>
              <a:gd name="connsiteY658" fmla="*/ 5225873 h 5450835"/>
              <a:gd name="connsiteX659" fmla="*/ 8663955 w 10450132"/>
              <a:gd name="connsiteY659" fmla="*/ 5226332 h 5450835"/>
              <a:gd name="connsiteX660" fmla="*/ 8654892 w 10450132"/>
              <a:gd name="connsiteY660" fmla="*/ 5226332 h 5450835"/>
              <a:gd name="connsiteX661" fmla="*/ 8654104 w 10450132"/>
              <a:gd name="connsiteY661" fmla="*/ 5225873 h 5450835"/>
              <a:gd name="connsiteX662" fmla="*/ 8649572 w 10450132"/>
              <a:gd name="connsiteY662" fmla="*/ 5217990 h 5450835"/>
              <a:gd name="connsiteX663" fmla="*/ 8649572 w 10450132"/>
              <a:gd name="connsiteY663" fmla="*/ 5217136 h 5450835"/>
              <a:gd name="connsiteX664" fmla="*/ 8654104 w 10450132"/>
              <a:gd name="connsiteY664" fmla="*/ 5209255 h 5450835"/>
              <a:gd name="connsiteX665" fmla="*/ 8654892 w 10450132"/>
              <a:gd name="connsiteY665" fmla="*/ 5208795 h 5450835"/>
              <a:gd name="connsiteX666" fmla="*/ 8400511 w 10450132"/>
              <a:gd name="connsiteY666" fmla="*/ 5208795 h 5450835"/>
              <a:gd name="connsiteX667" fmla="*/ 8409575 w 10450132"/>
              <a:gd name="connsiteY667" fmla="*/ 5208795 h 5450835"/>
              <a:gd name="connsiteX668" fmla="*/ 8410363 w 10450132"/>
              <a:gd name="connsiteY668" fmla="*/ 5209255 h 5450835"/>
              <a:gd name="connsiteX669" fmla="*/ 8414896 w 10450132"/>
              <a:gd name="connsiteY669" fmla="*/ 5217136 h 5450835"/>
              <a:gd name="connsiteX670" fmla="*/ 8414896 w 10450132"/>
              <a:gd name="connsiteY670" fmla="*/ 5217990 h 5450835"/>
              <a:gd name="connsiteX671" fmla="*/ 8410363 w 10450132"/>
              <a:gd name="connsiteY671" fmla="*/ 5225873 h 5450835"/>
              <a:gd name="connsiteX672" fmla="*/ 8409575 w 10450132"/>
              <a:gd name="connsiteY672" fmla="*/ 5226332 h 5450835"/>
              <a:gd name="connsiteX673" fmla="*/ 8400511 w 10450132"/>
              <a:gd name="connsiteY673" fmla="*/ 5226332 h 5450835"/>
              <a:gd name="connsiteX674" fmla="*/ 8399723 w 10450132"/>
              <a:gd name="connsiteY674" fmla="*/ 5225873 h 5450835"/>
              <a:gd name="connsiteX675" fmla="*/ 8395191 w 10450132"/>
              <a:gd name="connsiteY675" fmla="*/ 5217990 h 5450835"/>
              <a:gd name="connsiteX676" fmla="*/ 8395191 w 10450132"/>
              <a:gd name="connsiteY676" fmla="*/ 5217136 h 5450835"/>
              <a:gd name="connsiteX677" fmla="*/ 8399723 w 10450132"/>
              <a:gd name="connsiteY677" fmla="*/ 5209255 h 5450835"/>
              <a:gd name="connsiteX678" fmla="*/ 8400511 w 10450132"/>
              <a:gd name="connsiteY678" fmla="*/ 5208795 h 5450835"/>
              <a:gd name="connsiteX679" fmla="*/ 8146065 w 10450132"/>
              <a:gd name="connsiteY679" fmla="*/ 5208795 h 5450835"/>
              <a:gd name="connsiteX680" fmla="*/ 8155129 w 10450132"/>
              <a:gd name="connsiteY680" fmla="*/ 5208795 h 5450835"/>
              <a:gd name="connsiteX681" fmla="*/ 8155917 w 10450132"/>
              <a:gd name="connsiteY681" fmla="*/ 5209255 h 5450835"/>
              <a:gd name="connsiteX682" fmla="*/ 8160449 w 10450132"/>
              <a:gd name="connsiteY682" fmla="*/ 5217136 h 5450835"/>
              <a:gd name="connsiteX683" fmla="*/ 8160449 w 10450132"/>
              <a:gd name="connsiteY683" fmla="*/ 5217990 h 5450835"/>
              <a:gd name="connsiteX684" fmla="*/ 8155917 w 10450132"/>
              <a:gd name="connsiteY684" fmla="*/ 5225873 h 5450835"/>
              <a:gd name="connsiteX685" fmla="*/ 8155129 w 10450132"/>
              <a:gd name="connsiteY685" fmla="*/ 5226332 h 5450835"/>
              <a:gd name="connsiteX686" fmla="*/ 8146065 w 10450132"/>
              <a:gd name="connsiteY686" fmla="*/ 5226332 h 5450835"/>
              <a:gd name="connsiteX687" fmla="*/ 8145277 w 10450132"/>
              <a:gd name="connsiteY687" fmla="*/ 5225873 h 5450835"/>
              <a:gd name="connsiteX688" fmla="*/ 8140745 w 10450132"/>
              <a:gd name="connsiteY688" fmla="*/ 5217990 h 5450835"/>
              <a:gd name="connsiteX689" fmla="*/ 8140745 w 10450132"/>
              <a:gd name="connsiteY689" fmla="*/ 5217136 h 5450835"/>
              <a:gd name="connsiteX690" fmla="*/ 8145277 w 10450132"/>
              <a:gd name="connsiteY690" fmla="*/ 5209255 h 5450835"/>
              <a:gd name="connsiteX691" fmla="*/ 8146065 w 10450132"/>
              <a:gd name="connsiteY691" fmla="*/ 5208795 h 5450835"/>
              <a:gd name="connsiteX692" fmla="*/ 7891684 w 10450132"/>
              <a:gd name="connsiteY692" fmla="*/ 5208795 h 5450835"/>
              <a:gd name="connsiteX693" fmla="*/ 7900748 w 10450132"/>
              <a:gd name="connsiteY693" fmla="*/ 5208795 h 5450835"/>
              <a:gd name="connsiteX694" fmla="*/ 7901536 w 10450132"/>
              <a:gd name="connsiteY694" fmla="*/ 5209255 h 5450835"/>
              <a:gd name="connsiteX695" fmla="*/ 7906067 w 10450132"/>
              <a:gd name="connsiteY695" fmla="*/ 5217136 h 5450835"/>
              <a:gd name="connsiteX696" fmla="*/ 7906067 w 10450132"/>
              <a:gd name="connsiteY696" fmla="*/ 5217990 h 5450835"/>
              <a:gd name="connsiteX697" fmla="*/ 7901536 w 10450132"/>
              <a:gd name="connsiteY697" fmla="*/ 5225873 h 5450835"/>
              <a:gd name="connsiteX698" fmla="*/ 7900748 w 10450132"/>
              <a:gd name="connsiteY698" fmla="*/ 5226332 h 5450835"/>
              <a:gd name="connsiteX699" fmla="*/ 7891684 w 10450132"/>
              <a:gd name="connsiteY699" fmla="*/ 5226332 h 5450835"/>
              <a:gd name="connsiteX700" fmla="*/ 7890896 w 10450132"/>
              <a:gd name="connsiteY700" fmla="*/ 5225873 h 5450835"/>
              <a:gd name="connsiteX701" fmla="*/ 7886363 w 10450132"/>
              <a:gd name="connsiteY701" fmla="*/ 5217990 h 5450835"/>
              <a:gd name="connsiteX702" fmla="*/ 7886363 w 10450132"/>
              <a:gd name="connsiteY702" fmla="*/ 5217136 h 5450835"/>
              <a:gd name="connsiteX703" fmla="*/ 7890896 w 10450132"/>
              <a:gd name="connsiteY703" fmla="*/ 5209255 h 5450835"/>
              <a:gd name="connsiteX704" fmla="*/ 7891684 w 10450132"/>
              <a:gd name="connsiteY704" fmla="*/ 5208795 h 5450835"/>
              <a:gd name="connsiteX705" fmla="*/ 7637304 w 10450132"/>
              <a:gd name="connsiteY705" fmla="*/ 5208795 h 5450835"/>
              <a:gd name="connsiteX706" fmla="*/ 7646367 w 10450132"/>
              <a:gd name="connsiteY706" fmla="*/ 5208795 h 5450835"/>
              <a:gd name="connsiteX707" fmla="*/ 7647156 w 10450132"/>
              <a:gd name="connsiteY707" fmla="*/ 5209255 h 5450835"/>
              <a:gd name="connsiteX708" fmla="*/ 7651687 w 10450132"/>
              <a:gd name="connsiteY708" fmla="*/ 5217136 h 5450835"/>
              <a:gd name="connsiteX709" fmla="*/ 7651687 w 10450132"/>
              <a:gd name="connsiteY709" fmla="*/ 5217990 h 5450835"/>
              <a:gd name="connsiteX710" fmla="*/ 7647156 w 10450132"/>
              <a:gd name="connsiteY710" fmla="*/ 5225873 h 5450835"/>
              <a:gd name="connsiteX711" fmla="*/ 7646367 w 10450132"/>
              <a:gd name="connsiteY711" fmla="*/ 5226332 h 5450835"/>
              <a:gd name="connsiteX712" fmla="*/ 7637304 w 10450132"/>
              <a:gd name="connsiteY712" fmla="*/ 5226332 h 5450835"/>
              <a:gd name="connsiteX713" fmla="*/ 7636516 w 10450132"/>
              <a:gd name="connsiteY713" fmla="*/ 5225873 h 5450835"/>
              <a:gd name="connsiteX714" fmla="*/ 7631983 w 10450132"/>
              <a:gd name="connsiteY714" fmla="*/ 5217990 h 5450835"/>
              <a:gd name="connsiteX715" fmla="*/ 7631983 w 10450132"/>
              <a:gd name="connsiteY715" fmla="*/ 5217136 h 5450835"/>
              <a:gd name="connsiteX716" fmla="*/ 7636516 w 10450132"/>
              <a:gd name="connsiteY716" fmla="*/ 5209255 h 5450835"/>
              <a:gd name="connsiteX717" fmla="*/ 7637304 w 10450132"/>
              <a:gd name="connsiteY717" fmla="*/ 5208795 h 5450835"/>
              <a:gd name="connsiteX718" fmla="*/ 7382923 w 10450132"/>
              <a:gd name="connsiteY718" fmla="*/ 5208795 h 5450835"/>
              <a:gd name="connsiteX719" fmla="*/ 7391987 w 10450132"/>
              <a:gd name="connsiteY719" fmla="*/ 5208795 h 5450835"/>
              <a:gd name="connsiteX720" fmla="*/ 7392775 w 10450132"/>
              <a:gd name="connsiteY720" fmla="*/ 5209255 h 5450835"/>
              <a:gd name="connsiteX721" fmla="*/ 7397307 w 10450132"/>
              <a:gd name="connsiteY721" fmla="*/ 5217136 h 5450835"/>
              <a:gd name="connsiteX722" fmla="*/ 7397307 w 10450132"/>
              <a:gd name="connsiteY722" fmla="*/ 5217990 h 5450835"/>
              <a:gd name="connsiteX723" fmla="*/ 7392775 w 10450132"/>
              <a:gd name="connsiteY723" fmla="*/ 5225873 h 5450835"/>
              <a:gd name="connsiteX724" fmla="*/ 7391987 w 10450132"/>
              <a:gd name="connsiteY724" fmla="*/ 5226332 h 5450835"/>
              <a:gd name="connsiteX725" fmla="*/ 7382923 w 10450132"/>
              <a:gd name="connsiteY725" fmla="*/ 5226332 h 5450835"/>
              <a:gd name="connsiteX726" fmla="*/ 7382135 w 10450132"/>
              <a:gd name="connsiteY726" fmla="*/ 5225873 h 5450835"/>
              <a:gd name="connsiteX727" fmla="*/ 7377602 w 10450132"/>
              <a:gd name="connsiteY727" fmla="*/ 5217990 h 5450835"/>
              <a:gd name="connsiteX728" fmla="*/ 7377602 w 10450132"/>
              <a:gd name="connsiteY728" fmla="*/ 5217136 h 5450835"/>
              <a:gd name="connsiteX729" fmla="*/ 7382135 w 10450132"/>
              <a:gd name="connsiteY729" fmla="*/ 5209255 h 5450835"/>
              <a:gd name="connsiteX730" fmla="*/ 7382923 w 10450132"/>
              <a:gd name="connsiteY730" fmla="*/ 5208795 h 5450835"/>
              <a:gd name="connsiteX731" fmla="*/ 7128477 w 10450132"/>
              <a:gd name="connsiteY731" fmla="*/ 5208795 h 5450835"/>
              <a:gd name="connsiteX732" fmla="*/ 7137540 w 10450132"/>
              <a:gd name="connsiteY732" fmla="*/ 5208795 h 5450835"/>
              <a:gd name="connsiteX733" fmla="*/ 7138328 w 10450132"/>
              <a:gd name="connsiteY733" fmla="*/ 5209255 h 5450835"/>
              <a:gd name="connsiteX734" fmla="*/ 7142860 w 10450132"/>
              <a:gd name="connsiteY734" fmla="*/ 5217136 h 5450835"/>
              <a:gd name="connsiteX735" fmla="*/ 7142860 w 10450132"/>
              <a:gd name="connsiteY735" fmla="*/ 5217990 h 5450835"/>
              <a:gd name="connsiteX736" fmla="*/ 7138328 w 10450132"/>
              <a:gd name="connsiteY736" fmla="*/ 5225873 h 5450835"/>
              <a:gd name="connsiteX737" fmla="*/ 7137540 w 10450132"/>
              <a:gd name="connsiteY737" fmla="*/ 5226332 h 5450835"/>
              <a:gd name="connsiteX738" fmla="*/ 7128477 w 10450132"/>
              <a:gd name="connsiteY738" fmla="*/ 5226332 h 5450835"/>
              <a:gd name="connsiteX739" fmla="*/ 7127689 w 10450132"/>
              <a:gd name="connsiteY739" fmla="*/ 5225873 h 5450835"/>
              <a:gd name="connsiteX740" fmla="*/ 7123156 w 10450132"/>
              <a:gd name="connsiteY740" fmla="*/ 5217990 h 5450835"/>
              <a:gd name="connsiteX741" fmla="*/ 7123156 w 10450132"/>
              <a:gd name="connsiteY741" fmla="*/ 5217136 h 5450835"/>
              <a:gd name="connsiteX742" fmla="*/ 7127689 w 10450132"/>
              <a:gd name="connsiteY742" fmla="*/ 5209255 h 5450835"/>
              <a:gd name="connsiteX743" fmla="*/ 7128477 w 10450132"/>
              <a:gd name="connsiteY743" fmla="*/ 5208795 h 5450835"/>
              <a:gd name="connsiteX744" fmla="*/ 6874095 w 10450132"/>
              <a:gd name="connsiteY744" fmla="*/ 5208795 h 5450835"/>
              <a:gd name="connsiteX745" fmla="*/ 6883159 w 10450132"/>
              <a:gd name="connsiteY745" fmla="*/ 5208795 h 5450835"/>
              <a:gd name="connsiteX746" fmla="*/ 6883947 w 10450132"/>
              <a:gd name="connsiteY746" fmla="*/ 5209255 h 5450835"/>
              <a:gd name="connsiteX747" fmla="*/ 6888480 w 10450132"/>
              <a:gd name="connsiteY747" fmla="*/ 5217136 h 5450835"/>
              <a:gd name="connsiteX748" fmla="*/ 6888480 w 10450132"/>
              <a:gd name="connsiteY748" fmla="*/ 5217990 h 5450835"/>
              <a:gd name="connsiteX749" fmla="*/ 6883947 w 10450132"/>
              <a:gd name="connsiteY749" fmla="*/ 5225873 h 5450835"/>
              <a:gd name="connsiteX750" fmla="*/ 6883159 w 10450132"/>
              <a:gd name="connsiteY750" fmla="*/ 5226332 h 5450835"/>
              <a:gd name="connsiteX751" fmla="*/ 6874095 w 10450132"/>
              <a:gd name="connsiteY751" fmla="*/ 5226332 h 5450835"/>
              <a:gd name="connsiteX752" fmla="*/ 6873307 w 10450132"/>
              <a:gd name="connsiteY752" fmla="*/ 5225873 h 5450835"/>
              <a:gd name="connsiteX753" fmla="*/ 6868775 w 10450132"/>
              <a:gd name="connsiteY753" fmla="*/ 5217990 h 5450835"/>
              <a:gd name="connsiteX754" fmla="*/ 6868775 w 10450132"/>
              <a:gd name="connsiteY754" fmla="*/ 5217136 h 5450835"/>
              <a:gd name="connsiteX755" fmla="*/ 6873307 w 10450132"/>
              <a:gd name="connsiteY755" fmla="*/ 5209255 h 5450835"/>
              <a:gd name="connsiteX756" fmla="*/ 6874095 w 10450132"/>
              <a:gd name="connsiteY756" fmla="*/ 5208795 h 5450835"/>
              <a:gd name="connsiteX757" fmla="*/ 6619714 w 10450132"/>
              <a:gd name="connsiteY757" fmla="*/ 5208795 h 5450835"/>
              <a:gd name="connsiteX758" fmla="*/ 6628778 w 10450132"/>
              <a:gd name="connsiteY758" fmla="*/ 5208795 h 5450835"/>
              <a:gd name="connsiteX759" fmla="*/ 6629566 w 10450132"/>
              <a:gd name="connsiteY759" fmla="*/ 5209255 h 5450835"/>
              <a:gd name="connsiteX760" fmla="*/ 6634099 w 10450132"/>
              <a:gd name="connsiteY760" fmla="*/ 5217136 h 5450835"/>
              <a:gd name="connsiteX761" fmla="*/ 6634099 w 10450132"/>
              <a:gd name="connsiteY761" fmla="*/ 5217990 h 5450835"/>
              <a:gd name="connsiteX762" fmla="*/ 6629566 w 10450132"/>
              <a:gd name="connsiteY762" fmla="*/ 5225873 h 5450835"/>
              <a:gd name="connsiteX763" fmla="*/ 6628778 w 10450132"/>
              <a:gd name="connsiteY763" fmla="*/ 5226332 h 5450835"/>
              <a:gd name="connsiteX764" fmla="*/ 6619714 w 10450132"/>
              <a:gd name="connsiteY764" fmla="*/ 5226332 h 5450835"/>
              <a:gd name="connsiteX765" fmla="*/ 6618926 w 10450132"/>
              <a:gd name="connsiteY765" fmla="*/ 5225873 h 5450835"/>
              <a:gd name="connsiteX766" fmla="*/ 6614394 w 10450132"/>
              <a:gd name="connsiteY766" fmla="*/ 5217990 h 5450835"/>
              <a:gd name="connsiteX767" fmla="*/ 6614394 w 10450132"/>
              <a:gd name="connsiteY767" fmla="*/ 5217136 h 5450835"/>
              <a:gd name="connsiteX768" fmla="*/ 6618926 w 10450132"/>
              <a:gd name="connsiteY768" fmla="*/ 5209255 h 5450835"/>
              <a:gd name="connsiteX769" fmla="*/ 6619714 w 10450132"/>
              <a:gd name="connsiteY769" fmla="*/ 5208795 h 5450835"/>
              <a:gd name="connsiteX770" fmla="*/ 6365334 w 10450132"/>
              <a:gd name="connsiteY770" fmla="*/ 5208795 h 5450835"/>
              <a:gd name="connsiteX771" fmla="*/ 6374397 w 10450132"/>
              <a:gd name="connsiteY771" fmla="*/ 5208795 h 5450835"/>
              <a:gd name="connsiteX772" fmla="*/ 6375186 w 10450132"/>
              <a:gd name="connsiteY772" fmla="*/ 5209255 h 5450835"/>
              <a:gd name="connsiteX773" fmla="*/ 6379718 w 10450132"/>
              <a:gd name="connsiteY773" fmla="*/ 5217136 h 5450835"/>
              <a:gd name="connsiteX774" fmla="*/ 6379718 w 10450132"/>
              <a:gd name="connsiteY774" fmla="*/ 5217990 h 5450835"/>
              <a:gd name="connsiteX775" fmla="*/ 6375186 w 10450132"/>
              <a:gd name="connsiteY775" fmla="*/ 5225873 h 5450835"/>
              <a:gd name="connsiteX776" fmla="*/ 6374397 w 10450132"/>
              <a:gd name="connsiteY776" fmla="*/ 5226332 h 5450835"/>
              <a:gd name="connsiteX777" fmla="*/ 6365334 w 10450132"/>
              <a:gd name="connsiteY777" fmla="*/ 5226332 h 5450835"/>
              <a:gd name="connsiteX778" fmla="*/ 6364546 w 10450132"/>
              <a:gd name="connsiteY778" fmla="*/ 5225873 h 5450835"/>
              <a:gd name="connsiteX779" fmla="*/ 6360014 w 10450132"/>
              <a:gd name="connsiteY779" fmla="*/ 5217990 h 5450835"/>
              <a:gd name="connsiteX780" fmla="*/ 6360014 w 10450132"/>
              <a:gd name="connsiteY780" fmla="*/ 5217136 h 5450835"/>
              <a:gd name="connsiteX781" fmla="*/ 6364546 w 10450132"/>
              <a:gd name="connsiteY781" fmla="*/ 5209255 h 5450835"/>
              <a:gd name="connsiteX782" fmla="*/ 6365334 w 10450132"/>
              <a:gd name="connsiteY782" fmla="*/ 5208795 h 5450835"/>
              <a:gd name="connsiteX783" fmla="*/ 6110888 w 10450132"/>
              <a:gd name="connsiteY783" fmla="*/ 5208795 h 5450835"/>
              <a:gd name="connsiteX784" fmla="*/ 6119953 w 10450132"/>
              <a:gd name="connsiteY784" fmla="*/ 5208795 h 5450835"/>
              <a:gd name="connsiteX785" fmla="*/ 6120740 w 10450132"/>
              <a:gd name="connsiteY785" fmla="*/ 5209255 h 5450835"/>
              <a:gd name="connsiteX786" fmla="*/ 6125272 w 10450132"/>
              <a:gd name="connsiteY786" fmla="*/ 5217136 h 5450835"/>
              <a:gd name="connsiteX787" fmla="*/ 6125272 w 10450132"/>
              <a:gd name="connsiteY787" fmla="*/ 5217990 h 5450835"/>
              <a:gd name="connsiteX788" fmla="*/ 6120740 w 10450132"/>
              <a:gd name="connsiteY788" fmla="*/ 5225873 h 5450835"/>
              <a:gd name="connsiteX789" fmla="*/ 6119953 w 10450132"/>
              <a:gd name="connsiteY789" fmla="*/ 5226332 h 5450835"/>
              <a:gd name="connsiteX790" fmla="*/ 6110888 w 10450132"/>
              <a:gd name="connsiteY790" fmla="*/ 5226332 h 5450835"/>
              <a:gd name="connsiteX791" fmla="*/ 6110101 w 10450132"/>
              <a:gd name="connsiteY791" fmla="*/ 5225873 h 5450835"/>
              <a:gd name="connsiteX792" fmla="*/ 6105567 w 10450132"/>
              <a:gd name="connsiteY792" fmla="*/ 5217990 h 5450835"/>
              <a:gd name="connsiteX793" fmla="*/ 6105567 w 10450132"/>
              <a:gd name="connsiteY793" fmla="*/ 5217136 h 5450835"/>
              <a:gd name="connsiteX794" fmla="*/ 6110101 w 10450132"/>
              <a:gd name="connsiteY794" fmla="*/ 5209255 h 5450835"/>
              <a:gd name="connsiteX795" fmla="*/ 6110888 w 10450132"/>
              <a:gd name="connsiteY795" fmla="*/ 5208795 h 5450835"/>
              <a:gd name="connsiteX796" fmla="*/ 5856508 w 10450132"/>
              <a:gd name="connsiteY796" fmla="*/ 5208795 h 5450835"/>
              <a:gd name="connsiteX797" fmla="*/ 5865571 w 10450132"/>
              <a:gd name="connsiteY797" fmla="*/ 5208795 h 5450835"/>
              <a:gd name="connsiteX798" fmla="*/ 5866359 w 10450132"/>
              <a:gd name="connsiteY798" fmla="*/ 5209255 h 5450835"/>
              <a:gd name="connsiteX799" fmla="*/ 5870891 w 10450132"/>
              <a:gd name="connsiteY799" fmla="*/ 5217136 h 5450835"/>
              <a:gd name="connsiteX800" fmla="*/ 5870891 w 10450132"/>
              <a:gd name="connsiteY800" fmla="*/ 5217990 h 5450835"/>
              <a:gd name="connsiteX801" fmla="*/ 5866359 w 10450132"/>
              <a:gd name="connsiteY801" fmla="*/ 5225873 h 5450835"/>
              <a:gd name="connsiteX802" fmla="*/ 5865571 w 10450132"/>
              <a:gd name="connsiteY802" fmla="*/ 5226332 h 5450835"/>
              <a:gd name="connsiteX803" fmla="*/ 5856508 w 10450132"/>
              <a:gd name="connsiteY803" fmla="*/ 5226332 h 5450835"/>
              <a:gd name="connsiteX804" fmla="*/ 5855720 w 10450132"/>
              <a:gd name="connsiteY804" fmla="*/ 5225873 h 5450835"/>
              <a:gd name="connsiteX805" fmla="*/ 5851187 w 10450132"/>
              <a:gd name="connsiteY805" fmla="*/ 5217990 h 5450835"/>
              <a:gd name="connsiteX806" fmla="*/ 5851187 w 10450132"/>
              <a:gd name="connsiteY806" fmla="*/ 5217136 h 5450835"/>
              <a:gd name="connsiteX807" fmla="*/ 5855720 w 10450132"/>
              <a:gd name="connsiteY807" fmla="*/ 5209255 h 5450835"/>
              <a:gd name="connsiteX808" fmla="*/ 5856508 w 10450132"/>
              <a:gd name="connsiteY808" fmla="*/ 5208795 h 5450835"/>
              <a:gd name="connsiteX809" fmla="*/ 5602126 w 10450132"/>
              <a:gd name="connsiteY809" fmla="*/ 5208795 h 5450835"/>
              <a:gd name="connsiteX810" fmla="*/ 5611191 w 10450132"/>
              <a:gd name="connsiteY810" fmla="*/ 5208795 h 5450835"/>
              <a:gd name="connsiteX811" fmla="*/ 5611979 w 10450132"/>
              <a:gd name="connsiteY811" fmla="*/ 5209255 h 5450835"/>
              <a:gd name="connsiteX812" fmla="*/ 5616511 w 10450132"/>
              <a:gd name="connsiteY812" fmla="*/ 5217136 h 5450835"/>
              <a:gd name="connsiteX813" fmla="*/ 5616511 w 10450132"/>
              <a:gd name="connsiteY813" fmla="*/ 5217990 h 5450835"/>
              <a:gd name="connsiteX814" fmla="*/ 5611979 w 10450132"/>
              <a:gd name="connsiteY814" fmla="*/ 5225873 h 5450835"/>
              <a:gd name="connsiteX815" fmla="*/ 5611191 w 10450132"/>
              <a:gd name="connsiteY815" fmla="*/ 5226332 h 5450835"/>
              <a:gd name="connsiteX816" fmla="*/ 5602126 w 10450132"/>
              <a:gd name="connsiteY816" fmla="*/ 5226332 h 5450835"/>
              <a:gd name="connsiteX817" fmla="*/ 5601338 w 10450132"/>
              <a:gd name="connsiteY817" fmla="*/ 5225873 h 5450835"/>
              <a:gd name="connsiteX818" fmla="*/ 5596807 w 10450132"/>
              <a:gd name="connsiteY818" fmla="*/ 5217990 h 5450835"/>
              <a:gd name="connsiteX819" fmla="*/ 5596807 w 10450132"/>
              <a:gd name="connsiteY819" fmla="*/ 5217136 h 5450835"/>
              <a:gd name="connsiteX820" fmla="*/ 5601338 w 10450132"/>
              <a:gd name="connsiteY820" fmla="*/ 5209255 h 5450835"/>
              <a:gd name="connsiteX821" fmla="*/ 5602126 w 10450132"/>
              <a:gd name="connsiteY821" fmla="*/ 5208795 h 5450835"/>
              <a:gd name="connsiteX822" fmla="*/ 5347746 w 10450132"/>
              <a:gd name="connsiteY822" fmla="*/ 5208795 h 5450835"/>
              <a:gd name="connsiteX823" fmla="*/ 5356810 w 10450132"/>
              <a:gd name="connsiteY823" fmla="*/ 5208795 h 5450835"/>
              <a:gd name="connsiteX824" fmla="*/ 5357598 w 10450132"/>
              <a:gd name="connsiteY824" fmla="*/ 5209255 h 5450835"/>
              <a:gd name="connsiteX825" fmla="*/ 5362130 w 10450132"/>
              <a:gd name="connsiteY825" fmla="*/ 5217136 h 5450835"/>
              <a:gd name="connsiteX826" fmla="*/ 5362130 w 10450132"/>
              <a:gd name="connsiteY826" fmla="*/ 5217990 h 5450835"/>
              <a:gd name="connsiteX827" fmla="*/ 5357598 w 10450132"/>
              <a:gd name="connsiteY827" fmla="*/ 5225873 h 5450835"/>
              <a:gd name="connsiteX828" fmla="*/ 5356810 w 10450132"/>
              <a:gd name="connsiteY828" fmla="*/ 5226332 h 5450835"/>
              <a:gd name="connsiteX829" fmla="*/ 5347746 w 10450132"/>
              <a:gd name="connsiteY829" fmla="*/ 5226332 h 5450835"/>
              <a:gd name="connsiteX830" fmla="*/ 5346958 w 10450132"/>
              <a:gd name="connsiteY830" fmla="*/ 5225873 h 5450835"/>
              <a:gd name="connsiteX831" fmla="*/ 5342425 w 10450132"/>
              <a:gd name="connsiteY831" fmla="*/ 5217990 h 5450835"/>
              <a:gd name="connsiteX832" fmla="*/ 5342425 w 10450132"/>
              <a:gd name="connsiteY832" fmla="*/ 5217136 h 5450835"/>
              <a:gd name="connsiteX833" fmla="*/ 5346958 w 10450132"/>
              <a:gd name="connsiteY833" fmla="*/ 5209255 h 5450835"/>
              <a:gd name="connsiteX834" fmla="*/ 5347746 w 10450132"/>
              <a:gd name="connsiteY834" fmla="*/ 5208795 h 5450835"/>
              <a:gd name="connsiteX835" fmla="*/ 5093300 w 10450132"/>
              <a:gd name="connsiteY835" fmla="*/ 5208795 h 5450835"/>
              <a:gd name="connsiteX836" fmla="*/ 5102364 w 10450132"/>
              <a:gd name="connsiteY836" fmla="*/ 5208795 h 5450835"/>
              <a:gd name="connsiteX837" fmla="*/ 5103153 w 10450132"/>
              <a:gd name="connsiteY837" fmla="*/ 5209255 h 5450835"/>
              <a:gd name="connsiteX838" fmla="*/ 5107684 w 10450132"/>
              <a:gd name="connsiteY838" fmla="*/ 5217136 h 5450835"/>
              <a:gd name="connsiteX839" fmla="*/ 5107684 w 10450132"/>
              <a:gd name="connsiteY839" fmla="*/ 5217990 h 5450835"/>
              <a:gd name="connsiteX840" fmla="*/ 5103153 w 10450132"/>
              <a:gd name="connsiteY840" fmla="*/ 5225873 h 5450835"/>
              <a:gd name="connsiteX841" fmla="*/ 5102364 w 10450132"/>
              <a:gd name="connsiteY841" fmla="*/ 5226332 h 5450835"/>
              <a:gd name="connsiteX842" fmla="*/ 5093300 w 10450132"/>
              <a:gd name="connsiteY842" fmla="*/ 5226332 h 5450835"/>
              <a:gd name="connsiteX843" fmla="*/ 5092512 w 10450132"/>
              <a:gd name="connsiteY843" fmla="*/ 5225873 h 5450835"/>
              <a:gd name="connsiteX844" fmla="*/ 5087979 w 10450132"/>
              <a:gd name="connsiteY844" fmla="*/ 5217990 h 5450835"/>
              <a:gd name="connsiteX845" fmla="*/ 5087979 w 10450132"/>
              <a:gd name="connsiteY845" fmla="*/ 5217136 h 5450835"/>
              <a:gd name="connsiteX846" fmla="*/ 5092512 w 10450132"/>
              <a:gd name="connsiteY846" fmla="*/ 5209255 h 5450835"/>
              <a:gd name="connsiteX847" fmla="*/ 5093300 w 10450132"/>
              <a:gd name="connsiteY847" fmla="*/ 5208795 h 5450835"/>
              <a:gd name="connsiteX848" fmla="*/ 4838919 w 10450132"/>
              <a:gd name="connsiteY848" fmla="*/ 5208795 h 5450835"/>
              <a:gd name="connsiteX849" fmla="*/ 4847982 w 10450132"/>
              <a:gd name="connsiteY849" fmla="*/ 5208795 h 5450835"/>
              <a:gd name="connsiteX850" fmla="*/ 4848772 w 10450132"/>
              <a:gd name="connsiteY850" fmla="*/ 5209255 h 5450835"/>
              <a:gd name="connsiteX851" fmla="*/ 4853303 w 10450132"/>
              <a:gd name="connsiteY851" fmla="*/ 5217136 h 5450835"/>
              <a:gd name="connsiteX852" fmla="*/ 4853303 w 10450132"/>
              <a:gd name="connsiteY852" fmla="*/ 5217990 h 5450835"/>
              <a:gd name="connsiteX853" fmla="*/ 4848772 w 10450132"/>
              <a:gd name="connsiteY853" fmla="*/ 5225873 h 5450835"/>
              <a:gd name="connsiteX854" fmla="*/ 4847982 w 10450132"/>
              <a:gd name="connsiteY854" fmla="*/ 5226332 h 5450835"/>
              <a:gd name="connsiteX855" fmla="*/ 4838919 w 10450132"/>
              <a:gd name="connsiteY855" fmla="*/ 5226332 h 5450835"/>
              <a:gd name="connsiteX856" fmla="*/ 4838132 w 10450132"/>
              <a:gd name="connsiteY856" fmla="*/ 5225873 h 5450835"/>
              <a:gd name="connsiteX857" fmla="*/ 4833598 w 10450132"/>
              <a:gd name="connsiteY857" fmla="*/ 5217990 h 5450835"/>
              <a:gd name="connsiteX858" fmla="*/ 4833598 w 10450132"/>
              <a:gd name="connsiteY858" fmla="*/ 5217136 h 5450835"/>
              <a:gd name="connsiteX859" fmla="*/ 4838132 w 10450132"/>
              <a:gd name="connsiteY859" fmla="*/ 5209255 h 5450835"/>
              <a:gd name="connsiteX860" fmla="*/ 4838919 w 10450132"/>
              <a:gd name="connsiteY860" fmla="*/ 5208795 h 5450835"/>
              <a:gd name="connsiteX861" fmla="*/ 4584538 w 10450132"/>
              <a:gd name="connsiteY861" fmla="*/ 5208795 h 5450835"/>
              <a:gd name="connsiteX862" fmla="*/ 4593603 w 10450132"/>
              <a:gd name="connsiteY862" fmla="*/ 5208795 h 5450835"/>
              <a:gd name="connsiteX863" fmla="*/ 4594390 w 10450132"/>
              <a:gd name="connsiteY863" fmla="*/ 5209255 h 5450835"/>
              <a:gd name="connsiteX864" fmla="*/ 4598922 w 10450132"/>
              <a:gd name="connsiteY864" fmla="*/ 5217136 h 5450835"/>
              <a:gd name="connsiteX865" fmla="*/ 4598922 w 10450132"/>
              <a:gd name="connsiteY865" fmla="*/ 5217990 h 5450835"/>
              <a:gd name="connsiteX866" fmla="*/ 4594390 w 10450132"/>
              <a:gd name="connsiteY866" fmla="*/ 5225873 h 5450835"/>
              <a:gd name="connsiteX867" fmla="*/ 4593603 w 10450132"/>
              <a:gd name="connsiteY867" fmla="*/ 5226332 h 5450835"/>
              <a:gd name="connsiteX868" fmla="*/ 4584538 w 10450132"/>
              <a:gd name="connsiteY868" fmla="*/ 5226332 h 5450835"/>
              <a:gd name="connsiteX869" fmla="*/ 4583749 w 10450132"/>
              <a:gd name="connsiteY869" fmla="*/ 5225873 h 5450835"/>
              <a:gd name="connsiteX870" fmla="*/ 4579218 w 10450132"/>
              <a:gd name="connsiteY870" fmla="*/ 5217990 h 5450835"/>
              <a:gd name="connsiteX871" fmla="*/ 4579218 w 10450132"/>
              <a:gd name="connsiteY871" fmla="*/ 5217136 h 5450835"/>
              <a:gd name="connsiteX872" fmla="*/ 4583749 w 10450132"/>
              <a:gd name="connsiteY872" fmla="*/ 5209255 h 5450835"/>
              <a:gd name="connsiteX873" fmla="*/ 4584538 w 10450132"/>
              <a:gd name="connsiteY873" fmla="*/ 5208795 h 5450835"/>
              <a:gd name="connsiteX874" fmla="*/ 4330157 w 10450132"/>
              <a:gd name="connsiteY874" fmla="*/ 5208795 h 5450835"/>
              <a:gd name="connsiteX875" fmla="*/ 4339222 w 10450132"/>
              <a:gd name="connsiteY875" fmla="*/ 5208795 h 5450835"/>
              <a:gd name="connsiteX876" fmla="*/ 4340010 w 10450132"/>
              <a:gd name="connsiteY876" fmla="*/ 5209255 h 5450835"/>
              <a:gd name="connsiteX877" fmla="*/ 4344540 w 10450132"/>
              <a:gd name="connsiteY877" fmla="*/ 5217136 h 5450835"/>
              <a:gd name="connsiteX878" fmla="*/ 4344540 w 10450132"/>
              <a:gd name="connsiteY878" fmla="*/ 5217990 h 5450835"/>
              <a:gd name="connsiteX879" fmla="*/ 4340010 w 10450132"/>
              <a:gd name="connsiteY879" fmla="*/ 5225873 h 5450835"/>
              <a:gd name="connsiteX880" fmla="*/ 4339222 w 10450132"/>
              <a:gd name="connsiteY880" fmla="*/ 5226332 h 5450835"/>
              <a:gd name="connsiteX881" fmla="*/ 4330157 w 10450132"/>
              <a:gd name="connsiteY881" fmla="*/ 5226332 h 5450835"/>
              <a:gd name="connsiteX882" fmla="*/ 4329369 w 10450132"/>
              <a:gd name="connsiteY882" fmla="*/ 5225873 h 5450835"/>
              <a:gd name="connsiteX883" fmla="*/ 4324836 w 10450132"/>
              <a:gd name="connsiteY883" fmla="*/ 5217990 h 5450835"/>
              <a:gd name="connsiteX884" fmla="*/ 4324836 w 10450132"/>
              <a:gd name="connsiteY884" fmla="*/ 5217136 h 5450835"/>
              <a:gd name="connsiteX885" fmla="*/ 4329369 w 10450132"/>
              <a:gd name="connsiteY885" fmla="*/ 5209255 h 5450835"/>
              <a:gd name="connsiteX886" fmla="*/ 4330157 w 10450132"/>
              <a:gd name="connsiteY886" fmla="*/ 5208795 h 5450835"/>
              <a:gd name="connsiteX887" fmla="*/ 4076028 w 10450132"/>
              <a:gd name="connsiteY887" fmla="*/ 5208795 h 5450835"/>
              <a:gd name="connsiteX888" fmla="*/ 4085093 w 10450132"/>
              <a:gd name="connsiteY888" fmla="*/ 5208795 h 5450835"/>
              <a:gd name="connsiteX889" fmla="*/ 4085880 w 10450132"/>
              <a:gd name="connsiteY889" fmla="*/ 5209255 h 5450835"/>
              <a:gd name="connsiteX890" fmla="*/ 4090413 w 10450132"/>
              <a:gd name="connsiteY890" fmla="*/ 5217136 h 5450835"/>
              <a:gd name="connsiteX891" fmla="*/ 4090413 w 10450132"/>
              <a:gd name="connsiteY891" fmla="*/ 5217990 h 5450835"/>
              <a:gd name="connsiteX892" fmla="*/ 4085880 w 10450132"/>
              <a:gd name="connsiteY892" fmla="*/ 5225873 h 5450835"/>
              <a:gd name="connsiteX893" fmla="*/ 4085093 w 10450132"/>
              <a:gd name="connsiteY893" fmla="*/ 5226332 h 5450835"/>
              <a:gd name="connsiteX894" fmla="*/ 4076028 w 10450132"/>
              <a:gd name="connsiteY894" fmla="*/ 5226332 h 5450835"/>
              <a:gd name="connsiteX895" fmla="*/ 4075240 w 10450132"/>
              <a:gd name="connsiteY895" fmla="*/ 5225873 h 5450835"/>
              <a:gd name="connsiteX896" fmla="*/ 4070708 w 10450132"/>
              <a:gd name="connsiteY896" fmla="*/ 5217990 h 5450835"/>
              <a:gd name="connsiteX897" fmla="*/ 4070708 w 10450132"/>
              <a:gd name="connsiteY897" fmla="*/ 5217136 h 5450835"/>
              <a:gd name="connsiteX898" fmla="*/ 4075240 w 10450132"/>
              <a:gd name="connsiteY898" fmla="*/ 5209255 h 5450835"/>
              <a:gd name="connsiteX899" fmla="*/ 4076028 w 10450132"/>
              <a:gd name="connsiteY899" fmla="*/ 5208795 h 5450835"/>
              <a:gd name="connsiteX900" fmla="*/ 3821479 w 10450132"/>
              <a:gd name="connsiteY900" fmla="*/ 5208795 h 5450835"/>
              <a:gd name="connsiteX901" fmla="*/ 3830543 w 10450132"/>
              <a:gd name="connsiteY901" fmla="*/ 5208795 h 5450835"/>
              <a:gd name="connsiteX902" fmla="*/ 3831333 w 10450132"/>
              <a:gd name="connsiteY902" fmla="*/ 5209255 h 5450835"/>
              <a:gd name="connsiteX903" fmla="*/ 3835865 w 10450132"/>
              <a:gd name="connsiteY903" fmla="*/ 5217136 h 5450835"/>
              <a:gd name="connsiteX904" fmla="*/ 3835865 w 10450132"/>
              <a:gd name="connsiteY904" fmla="*/ 5217990 h 5450835"/>
              <a:gd name="connsiteX905" fmla="*/ 3831333 w 10450132"/>
              <a:gd name="connsiteY905" fmla="*/ 5225873 h 5450835"/>
              <a:gd name="connsiteX906" fmla="*/ 3830543 w 10450132"/>
              <a:gd name="connsiteY906" fmla="*/ 5226332 h 5450835"/>
              <a:gd name="connsiteX907" fmla="*/ 3821479 w 10450132"/>
              <a:gd name="connsiteY907" fmla="*/ 5226332 h 5450835"/>
              <a:gd name="connsiteX908" fmla="*/ 3820691 w 10450132"/>
              <a:gd name="connsiteY908" fmla="*/ 5225873 h 5450835"/>
              <a:gd name="connsiteX909" fmla="*/ 3816158 w 10450132"/>
              <a:gd name="connsiteY909" fmla="*/ 5217990 h 5450835"/>
              <a:gd name="connsiteX910" fmla="*/ 3816158 w 10450132"/>
              <a:gd name="connsiteY910" fmla="*/ 5217136 h 5450835"/>
              <a:gd name="connsiteX911" fmla="*/ 3820691 w 10450132"/>
              <a:gd name="connsiteY911" fmla="*/ 5209255 h 5450835"/>
              <a:gd name="connsiteX912" fmla="*/ 3821479 w 10450132"/>
              <a:gd name="connsiteY912" fmla="*/ 5208795 h 5450835"/>
              <a:gd name="connsiteX913" fmla="*/ 3567110 w 10450132"/>
              <a:gd name="connsiteY913" fmla="*/ 5208795 h 5450835"/>
              <a:gd name="connsiteX914" fmla="*/ 3576174 w 10450132"/>
              <a:gd name="connsiteY914" fmla="*/ 5208795 h 5450835"/>
              <a:gd name="connsiteX915" fmla="*/ 3576963 w 10450132"/>
              <a:gd name="connsiteY915" fmla="*/ 5209255 h 5450835"/>
              <a:gd name="connsiteX916" fmla="*/ 3581495 w 10450132"/>
              <a:gd name="connsiteY916" fmla="*/ 5217136 h 5450835"/>
              <a:gd name="connsiteX917" fmla="*/ 3581495 w 10450132"/>
              <a:gd name="connsiteY917" fmla="*/ 5217990 h 5450835"/>
              <a:gd name="connsiteX918" fmla="*/ 3576963 w 10450132"/>
              <a:gd name="connsiteY918" fmla="*/ 5225873 h 5450835"/>
              <a:gd name="connsiteX919" fmla="*/ 3576174 w 10450132"/>
              <a:gd name="connsiteY919" fmla="*/ 5226332 h 5450835"/>
              <a:gd name="connsiteX920" fmla="*/ 3567110 w 10450132"/>
              <a:gd name="connsiteY920" fmla="*/ 5226332 h 5450835"/>
              <a:gd name="connsiteX921" fmla="*/ 3566322 w 10450132"/>
              <a:gd name="connsiteY921" fmla="*/ 5225873 h 5450835"/>
              <a:gd name="connsiteX922" fmla="*/ 3561788 w 10450132"/>
              <a:gd name="connsiteY922" fmla="*/ 5217990 h 5450835"/>
              <a:gd name="connsiteX923" fmla="*/ 3561788 w 10450132"/>
              <a:gd name="connsiteY923" fmla="*/ 5217136 h 5450835"/>
              <a:gd name="connsiteX924" fmla="*/ 3566322 w 10450132"/>
              <a:gd name="connsiteY924" fmla="*/ 5209255 h 5450835"/>
              <a:gd name="connsiteX925" fmla="*/ 3567110 w 10450132"/>
              <a:gd name="connsiteY925" fmla="*/ 5208795 h 5450835"/>
              <a:gd name="connsiteX926" fmla="*/ 3312607 w 10450132"/>
              <a:gd name="connsiteY926" fmla="*/ 5208795 h 5450835"/>
              <a:gd name="connsiteX927" fmla="*/ 3321671 w 10450132"/>
              <a:gd name="connsiteY927" fmla="*/ 5208795 h 5450835"/>
              <a:gd name="connsiteX928" fmla="*/ 3322459 w 10450132"/>
              <a:gd name="connsiteY928" fmla="*/ 5209255 h 5450835"/>
              <a:gd name="connsiteX929" fmla="*/ 3326991 w 10450132"/>
              <a:gd name="connsiteY929" fmla="*/ 5217136 h 5450835"/>
              <a:gd name="connsiteX930" fmla="*/ 3326991 w 10450132"/>
              <a:gd name="connsiteY930" fmla="*/ 5217990 h 5450835"/>
              <a:gd name="connsiteX931" fmla="*/ 3322459 w 10450132"/>
              <a:gd name="connsiteY931" fmla="*/ 5225873 h 5450835"/>
              <a:gd name="connsiteX932" fmla="*/ 3321671 w 10450132"/>
              <a:gd name="connsiteY932" fmla="*/ 5226332 h 5450835"/>
              <a:gd name="connsiteX933" fmla="*/ 3312607 w 10450132"/>
              <a:gd name="connsiteY933" fmla="*/ 5226332 h 5450835"/>
              <a:gd name="connsiteX934" fmla="*/ 3311819 w 10450132"/>
              <a:gd name="connsiteY934" fmla="*/ 5225873 h 5450835"/>
              <a:gd name="connsiteX935" fmla="*/ 3307286 w 10450132"/>
              <a:gd name="connsiteY935" fmla="*/ 5217990 h 5450835"/>
              <a:gd name="connsiteX936" fmla="*/ 3307286 w 10450132"/>
              <a:gd name="connsiteY936" fmla="*/ 5217136 h 5450835"/>
              <a:gd name="connsiteX937" fmla="*/ 3311819 w 10450132"/>
              <a:gd name="connsiteY937" fmla="*/ 5209255 h 5450835"/>
              <a:gd name="connsiteX938" fmla="*/ 3312607 w 10450132"/>
              <a:gd name="connsiteY938" fmla="*/ 5208795 h 5450835"/>
              <a:gd name="connsiteX939" fmla="*/ 3058377 w 10450132"/>
              <a:gd name="connsiteY939" fmla="*/ 5208795 h 5450835"/>
              <a:gd name="connsiteX940" fmla="*/ 3067441 w 10450132"/>
              <a:gd name="connsiteY940" fmla="*/ 5208795 h 5450835"/>
              <a:gd name="connsiteX941" fmla="*/ 3068230 w 10450132"/>
              <a:gd name="connsiteY941" fmla="*/ 5209255 h 5450835"/>
              <a:gd name="connsiteX942" fmla="*/ 3072762 w 10450132"/>
              <a:gd name="connsiteY942" fmla="*/ 5217136 h 5450835"/>
              <a:gd name="connsiteX943" fmla="*/ 3072762 w 10450132"/>
              <a:gd name="connsiteY943" fmla="*/ 5217990 h 5450835"/>
              <a:gd name="connsiteX944" fmla="*/ 3068230 w 10450132"/>
              <a:gd name="connsiteY944" fmla="*/ 5225873 h 5450835"/>
              <a:gd name="connsiteX945" fmla="*/ 3067441 w 10450132"/>
              <a:gd name="connsiteY945" fmla="*/ 5226332 h 5450835"/>
              <a:gd name="connsiteX946" fmla="*/ 3058377 w 10450132"/>
              <a:gd name="connsiteY946" fmla="*/ 5226332 h 5450835"/>
              <a:gd name="connsiteX947" fmla="*/ 3057589 w 10450132"/>
              <a:gd name="connsiteY947" fmla="*/ 5225873 h 5450835"/>
              <a:gd name="connsiteX948" fmla="*/ 3053056 w 10450132"/>
              <a:gd name="connsiteY948" fmla="*/ 5217990 h 5450835"/>
              <a:gd name="connsiteX949" fmla="*/ 3053056 w 10450132"/>
              <a:gd name="connsiteY949" fmla="*/ 5217136 h 5450835"/>
              <a:gd name="connsiteX950" fmla="*/ 3057589 w 10450132"/>
              <a:gd name="connsiteY950" fmla="*/ 5209255 h 5450835"/>
              <a:gd name="connsiteX951" fmla="*/ 3058377 w 10450132"/>
              <a:gd name="connsiteY951" fmla="*/ 5208795 h 5450835"/>
              <a:gd name="connsiteX952" fmla="*/ 2803834 w 10450132"/>
              <a:gd name="connsiteY952" fmla="*/ 5208795 h 5450835"/>
              <a:gd name="connsiteX953" fmla="*/ 2812898 w 10450132"/>
              <a:gd name="connsiteY953" fmla="*/ 5208795 h 5450835"/>
              <a:gd name="connsiteX954" fmla="*/ 2813685 w 10450132"/>
              <a:gd name="connsiteY954" fmla="*/ 5209255 h 5450835"/>
              <a:gd name="connsiteX955" fmla="*/ 2818217 w 10450132"/>
              <a:gd name="connsiteY955" fmla="*/ 5217136 h 5450835"/>
              <a:gd name="connsiteX956" fmla="*/ 2818217 w 10450132"/>
              <a:gd name="connsiteY956" fmla="*/ 5217990 h 5450835"/>
              <a:gd name="connsiteX957" fmla="*/ 2813685 w 10450132"/>
              <a:gd name="connsiteY957" fmla="*/ 5225873 h 5450835"/>
              <a:gd name="connsiteX958" fmla="*/ 2812898 w 10450132"/>
              <a:gd name="connsiteY958" fmla="*/ 5226332 h 5450835"/>
              <a:gd name="connsiteX959" fmla="*/ 2803834 w 10450132"/>
              <a:gd name="connsiteY959" fmla="*/ 5226332 h 5450835"/>
              <a:gd name="connsiteX960" fmla="*/ 2803044 w 10450132"/>
              <a:gd name="connsiteY960" fmla="*/ 5225873 h 5450835"/>
              <a:gd name="connsiteX961" fmla="*/ 2798513 w 10450132"/>
              <a:gd name="connsiteY961" fmla="*/ 5217990 h 5450835"/>
              <a:gd name="connsiteX962" fmla="*/ 2798513 w 10450132"/>
              <a:gd name="connsiteY962" fmla="*/ 5217136 h 5450835"/>
              <a:gd name="connsiteX963" fmla="*/ 2803044 w 10450132"/>
              <a:gd name="connsiteY963" fmla="*/ 5209255 h 5450835"/>
              <a:gd name="connsiteX964" fmla="*/ 2803834 w 10450132"/>
              <a:gd name="connsiteY964" fmla="*/ 5208795 h 5450835"/>
              <a:gd name="connsiteX965" fmla="*/ 2549481 w 10450132"/>
              <a:gd name="connsiteY965" fmla="*/ 5208795 h 5450835"/>
              <a:gd name="connsiteX966" fmla="*/ 2558547 w 10450132"/>
              <a:gd name="connsiteY966" fmla="*/ 5208795 h 5450835"/>
              <a:gd name="connsiteX967" fmla="*/ 2559334 w 10450132"/>
              <a:gd name="connsiteY967" fmla="*/ 5209255 h 5450835"/>
              <a:gd name="connsiteX968" fmla="*/ 2563866 w 10450132"/>
              <a:gd name="connsiteY968" fmla="*/ 5217136 h 5450835"/>
              <a:gd name="connsiteX969" fmla="*/ 2563866 w 10450132"/>
              <a:gd name="connsiteY969" fmla="*/ 5217990 h 5450835"/>
              <a:gd name="connsiteX970" fmla="*/ 2559334 w 10450132"/>
              <a:gd name="connsiteY970" fmla="*/ 5225873 h 5450835"/>
              <a:gd name="connsiteX971" fmla="*/ 2558547 w 10450132"/>
              <a:gd name="connsiteY971" fmla="*/ 5226332 h 5450835"/>
              <a:gd name="connsiteX972" fmla="*/ 2549481 w 10450132"/>
              <a:gd name="connsiteY972" fmla="*/ 5226332 h 5450835"/>
              <a:gd name="connsiteX973" fmla="*/ 2548693 w 10450132"/>
              <a:gd name="connsiteY973" fmla="*/ 5225873 h 5450835"/>
              <a:gd name="connsiteX974" fmla="*/ 2544162 w 10450132"/>
              <a:gd name="connsiteY974" fmla="*/ 5217990 h 5450835"/>
              <a:gd name="connsiteX975" fmla="*/ 2544162 w 10450132"/>
              <a:gd name="connsiteY975" fmla="*/ 5217136 h 5450835"/>
              <a:gd name="connsiteX976" fmla="*/ 2548693 w 10450132"/>
              <a:gd name="connsiteY976" fmla="*/ 5209255 h 5450835"/>
              <a:gd name="connsiteX977" fmla="*/ 2549481 w 10450132"/>
              <a:gd name="connsiteY977" fmla="*/ 5208795 h 5450835"/>
              <a:gd name="connsiteX978" fmla="*/ 2294981 w 10450132"/>
              <a:gd name="connsiteY978" fmla="*/ 5208795 h 5450835"/>
              <a:gd name="connsiteX979" fmla="*/ 2304046 w 10450132"/>
              <a:gd name="connsiteY979" fmla="*/ 5208795 h 5450835"/>
              <a:gd name="connsiteX980" fmla="*/ 2304834 w 10450132"/>
              <a:gd name="connsiteY980" fmla="*/ 5209255 h 5450835"/>
              <a:gd name="connsiteX981" fmla="*/ 2309366 w 10450132"/>
              <a:gd name="connsiteY981" fmla="*/ 5217136 h 5450835"/>
              <a:gd name="connsiteX982" fmla="*/ 2309366 w 10450132"/>
              <a:gd name="connsiteY982" fmla="*/ 5217990 h 5450835"/>
              <a:gd name="connsiteX983" fmla="*/ 2304834 w 10450132"/>
              <a:gd name="connsiteY983" fmla="*/ 5225872 h 5450835"/>
              <a:gd name="connsiteX984" fmla="*/ 2304046 w 10450132"/>
              <a:gd name="connsiteY984" fmla="*/ 5226331 h 5450835"/>
              <a:gd name="connsiteX985" fmla="*/ 2294981 w 10450132"/>
              <a:gd name="connsiteY985" fmla="*/ 5226331 h 5450835"/>
              <a:gd name="connsiteX986" fmla="*/ 2294193 w 10450132"/>
              <a:gd name="connsiteY986" fmla="*/ 5225872 h 5450835"/>
              <a:gd name="connsiteX987" fmla="*/ 2289662 w 10450132"/>
              <a:gd name="connsiteY987" fmla="*/ 5217990 h 5450835"/>
              <a:gd name="connsiteX988" fmla="*/ 2289662 w 10450132"/>
              <a:gd name="connsiteY988" fmla="*/ 5217136 h 5450835"/>
              <a:gd name="connsiteX989" fmla="*/ 2294193 w 10450132"/>
              <a:gd name="connsiteY989" fmla="*/ 5209255 h 5450835"/>
              <a:gd name="connsiteX990" fmla="*/ 2294981 w 10450132"/>
              <a:gd name="connsiteY990" fmla="*/ 5208795 h 5450835"/>
              <a:gd name="connsiteX991" fmla="*/ 2040691 w 10450132"/>
              <a:gd name="connsiteY991" fmla="*/ 5208795 h 5450835"/>
              <a:gd name="connsiteX992" fmla="*/ 2049755 w 10450132"/>
              <a:gd name="connsiteY992" fmla="*/ 5208795 h 5450835"/>
              <a:gd name="connsiteX993" fmla="*/ 2050543 w 10450132"/>
              <a:gd name="connsiteY993" fmla="*/ 5209255 h 5450835"/>
              <a:gd name="connsiteX994" fmla="*/ 2055074 w 10450132"/>
              <a:gd name="connsiteY994" fmla="*/ 5217136 h 5450835"/>
              <a:gd name="connsiteX995" fmla="*/ 2055074 w 10450132"/>
              <a:gd name="connsiteY995" fmla="*/ 5217990 h 5450835"/>
              <a:gd name="connsiteX996" fmla="*/ 2050543 w 10450132"/>
              <a:gd name="connsiteY996" fmla="*/ 5225873 h 5450835"/>
              <a:gd name="connsiteX997" fmla="*/ 2049755 w 10450132"/>
              <a:gd name="connsiteY997" fmla="*/ 5226332 h 5450835"/>
              <a:gd name="connsiteX998" fmla="*/ 2040691 w 10450132"/>
              <a:gd name="connsiteY998" fmla="*/ 5226332 h 5450835"/>
              <a:gd name="connsiteX999" fmla="*/ 2039902 w 10450132"/>
              <a:gd name="connsiteY999" fmla="*/ 5225873 h 5450835"/>
              <a:gd name="connsiteX1000" fmla="*/ 2035368 w 10450132"/>
              <a:gd name="connsiteY1000" fmla="*/ 5217990 h 5450835"/>
              <a:gd name="connsiteX1001" fmla="*/ 2035368 w 10450132"/>
              <a:gd name="connsiteY1001" fmla="*/ 5217136 h 5450835"/>
              <a:gd name="connsiteX1002" fmla="*/ 2039902 w 10450132"/>
              <a:gd name="connsiteY1002" fmla="*/ 5209255 h 5450835"/>
              <a:gd name="connsiteX1003" fmla="*/ 2040691 w 10450132"/>
              <a:gd name="connsiteY1003" fmla="*/ 5208795 h 5450835"/>
              <a:gd name="connsiteX1004" fmla="*/ 1786206 w 10450132"/>
              <a:gd name="connsiteY1004" fmla="*/ 5208795 h 5450835"/>
              <a:gd name="connsiteX1005" fmla="*/ 1795271 w 10450132"/>
              <a:gd name="connsiteY1005" fmla="*/ 5208795 h 5450835"/>
              <a:gd name="connsiteX1006" fmla="*/ 1796059 w 10450132"/>
              <a:gd name="connsiteY1006" fmla="*/ 5209255 h 5450835"/>
              <a:gd name="connsiteX1007" fmla="*/ 1800590 w 10450132"/>
              <a:gd name="connsiteY1007" fmla="*/ 5217136 h 5450835"/>
              <a:gd name="connsiteX1008" fmla="*/ 1800590 w 10450132"/>
              <a:gd name="connsiteY1008" fmla="*/ 5217990 h 5450835"/>
              <a:gd name="connsiteX1009" fmla="*/ 1796059 w 10450132"/>
              <a:gd name="connsiteY1009" fmla="*/ 5225873 h 5450835"/>
              <a:gd name="connsiteX1010" fmla="*/ 1795271 w 10450132"/>
              <a:gd name="connsiteY1010" fmla="*/ 5226332 h 5450835"/>
              <a:gd name="connsiteX1011" fmla="*/ 1786206 w 10450132"/>
              <a:gd name="connsiteY1011" fmla="*/ 5226332 h 5450835"/>
              <a:gd name="connsiteX1012" fmla="*/ 1785418 w 10450132"/>
              <a:gd name="connsiteY1012" fmla="*/ 5225873 h 5450835"/>
              <a:gd name="connsiteX1013" fmla="*/ 1780886 w 10450132"/>
              <a:gd name="connsiteY1013" fmla="*/ 5217990 h 5450835"/>
              <a:gd name="connsiteX1014" fmla="*/ 1780886 w 10450132"/>
              <a:gd name="connsiteY1014" fmla="*/ 5217136 h 5450835"/>
              <a:gd name="connsiteX1015" fmla="*/ 1785418 w 10450132"/>
              <a:gd name="connsiteY1015" fmla="*/ 5209255 h 5450835"/>
              <a:gd name="connsiteX1016" fmla="*/ 1786206 w 10450132"/>
              <a:gd name="connsiteY1016" fmla="*/ 5208795 h 5450835"/>
              <a:gd name="connsiteX1017" fmla="*/ 1531849 w 10450132"/>
              <a:gd name="connsiteY1017" fmla="*/ 5208795 h 5450835"/>
              <a:gd name="connsiteX1018" fmla="*/ 1540912 w 10450132"/>
              <a:gd name="connsiteY1018" fmla="*/ 5208795 h 5450835"/>
              <a:gd name="connsiteX1019" fmla="*/ 1541701 w 10450132"/>
              <a:gd name="connsiteY1019" fmla="*/ 5209255 h 5450835"/>
              <a:gd name="connsiteX1020" fmla="*/ 1546233 w 10450132"/>
              <a:gd name="connsiteY1020" fmla="*/ 5217136 h 5450835"/>
              <a:gd name="connsiteX1021" fmla="*/ 1546233 w 10450132"/>
              <a:gd name="connsiteY1021" fmla="*/ 5217990 h 5450835"/>
              <a:gd name="connsiteX1022" fmla="*/ 1541701 w 10450132"/>
              <a:gd name="connsiteY1022" fmla="*/ 5225873 h 5450835"/>
              <a:gd name="connsiteX1023" fmla="*/ 1540912 w 10450132"/>
              <a:gd name="connsiteY1023" fmla="*/ 5226332 h 5450835"/>
              <a:gd name="connsiteX1024" fmla="*/ 1531849 w 10450132"/>
              <a:gd name="connsiteY1024" fmla="*/ 5226332 h 5450835"/>
              <a:gd name="connsiteX1025" fmla="*/ 1531061 w 10450132"/>
              <a:gd name="connsiteY1025" fmla="*/ 5225873 h 5450835"/>
              <a:gd name="connsiteX1026" fmla="*/ 1526528 w 10450132"/>
              <a:gd name="connsiteY1026" fmla="*/ 5217990 h 5450835"/>
              <a:gd name="connsiteX1027" fmla="*/ 1526528 w 10450132"/>
              <a:gd name="connsiteY1027" fmla="*/ 5217136 h 5450835"/>
              <a:gd name="connsiteX1028" fmla="*/ 1531061 w 10450132"/>
              <a:gd name="connsiteY1028" fmla="*/ 5209255 h 5450835"/>
              <a:gd name="connsiteX1029" fmla="*/ 1531849 w 10450132"/>
              <a:gd name="connsiteY1029" fmla="*/ 5208795 h 5450835"/>
              <a:gd name="connsiteX1030" fmla="*/ 1277530 w 10450132"/>
              <a:gd name="connsiteY1030" fmla="*/ 5208795 h 5450835"/>
              <a:gd name="connsiteX1031" fmla="*/ 1286594 w 10450132"/>
              <a:gd name="connsiteY1031" fmla="*/ 5208795 h 5450835"/>
              <a:gd name="connsiteX1032" fmla="*/ 1287384 w 10450132"/>
              <a:gd name="connsiteY1032" fmla="*/ 5209255 h 5450835"/>
              <a:gd name="connsiteX1033" fmla="*/ 1291914 w 10450132"/>
              <a:gd name="connsiteY1033" fmla="*/ 5217136 h 5450835"/>
              <a:gd name="connsiteX1034" fmla="*/ 1291914 w 10450132"/>
              <a:gd name="connsiteY1034" fmla="*/ 5217990 h 5450835"/>
              <a:gd name="connsiteX1035" fmla="*/ 1287384 w 10450132"/>
              <a:gd name="connsiteY1035" fmla="*/ 5225873 h 5450835"/>
              <a:gd name="connsiteX1036" fmla="*/ 1286594 w 10450132"/>
              <a:gd name="connsiteY1036" fmla="*/ 5226332 h 5450835"/>
              <a:gd name="connsiteX1037" fmla="*/ 1277530 w 10450132"/>
              <a:gd name="connsiteY1037" fmla="*/ 5226332 h 5450835"/>
              <a:gd name="connsiteX1038" fmla="*/ 1276743 w 10450132"/>
              <a:gd name="connsiteY1038" fmla="*/ 5225873 h 5450835"/>
              <a:gd name="connsiteX1039" fmla="*/ 1272211 w 10450132"/>
              <a:gd name="connsiteY1039" fmla="*/ 5217990 h 5450835"/>
              <a:gd name="connsiteX1040" fmla="*/ 1272211 w 10450132"/>
              <a:gd name="connsiteY1040" fmla="*/ 5217136 h 5450835"/>
              <a:gd name="connsiteX1041" fmla="*/ 1276743 w 10450132"/>
              <a:gd name="connsiteY1041" fmla="*/ 5209255 h 5450835"/>
              <a:gd name="connsiteX1042" fmla="*/ 1277530 w 10450132"/>
              <a:gd name="connsiteY1042" fmla="*/ 5208795 h 5450835"/>
              <a:gd name="connsiteX1043" fmla="*/ 1023075 w 10450132"/>
              <a:gd name="connsiteY1043" fmla="*/ 5208795 h 5450835"/>
              <a:gd name="connsiteX1044" fmla="*/ 1032138 w 10450132"/>
              <a:gd name="connsiteY1044" fmla="*/ 5208795 h 5450835"/>
              <a:gd name="connsiteX1045" fmla="*/ 1032926 w 10450132"/>
              <a:gd name="connsiteY1045" fmla="*/ 5209255 h 5450835"/>
              <a:gd name="connsiteX1046" fmla="*/ 1037458 w 10450132"/>
              <a:gd name="connsiteY1046" fmla="*/ 5217136 h 5450835"/>
              <a:gd name="connsiteX1047" fmla="*/ 1037458 w 10450132"/>
              <a:gd name="connsiteY1047" fmla="*/ 5217990 h 5450835"/>
              <a:gd name="connsiteX1048" fmla="*/ 1032926 w 10450132"/>
              <a:gd name="connsiteY1048" fmla="*/ 5225873 h 5450835"/>
              <a:gd name="connsiteX1049" fmla="*/ 1032138 w 10450132"/>
              <a:gd name="connsiteY1049" fmla="*/ 5226332 h 5450835"/>
              <a:gd name="connsiteX1050" fmla="*/ 1023075 w 10450132"/>
              <a:gd name="connsiteY1050" fmla="*/ 5226332 h 5450835"/>
              <a:gd name="connsiteX1051" fmla="*/ 1022288 w 10450132"/>
              <a:gd name="connsiteY1051" fmla="*/ 5225873 h 5450835"/>
              <a:gd name="connsiteX1052" fmla="*/ 1017753 w 10450132"/>
              <a:gd name="connsiteY1052" fmla="*/ 5217990 h 5450835"/>
              <a:gd name="connsiteX1053" fmla="*/ 1017753 w 10450132"/>
              <a:gd name="connsiteY1053" fmla="*/ 5217136 h 5450835"/>
              <a:gd name="connsiteX1054" fmla="*/ 1022288 w 10450132"/>
              <a:gd name="connsiteY1054" fmla="*/ 5209255 h 5450835"/>
              <a:gd name="connsiteX1055" fmla="*/ 1023075 w 10450132"/>
              <a:gd name="connsiteY1055" fmla="*/ 5208795 h 5450835"/>
              <a:gd name="connsiteX1056" fmla="*/ 768610 w 10450132"/>
              <a:gd name="connsiteY1056" fmla="*/ 5208795 h 5450835"/>
              <a:gd name="connsiteX1057" fmla="*/ 777673 w 10450132"/>
              <a:gd name="connsiteY1057" fmla="*/ 5208795 h 5450835"/>
              <a:gd name="connsiteX1058" fmla="*/ 778461 w 10450132"/>
              <a:gd name="connsiteY1058" fmla="*/ 5209255 h 5450835"/>
              <a:gd name="connsiteX1059" fmla="*/ 782993 w 10450132"/>
              <a:gd name="connsiteY1059" fmla="*/ 5217136 h 5450835"/>
              <a:gd name="connsiteX1060" fmla="*/ 782993 w 10450132"/>
              <a:gd name="connsiteY1060" fmla="*/ 5217990 h 5450835"/>
              <a:gd name="connsiteX1061" fmla="*/ 778461 w 10450132"/>
              <a:gd name="connsiteY1061" fmla="*/ 5225873 h 5450835"/>
              <a:gd name="connsiteX1062" fmla="*/ 777673 w 10450132"/>
              <a:gd name="connsiteY1062" fmla="*/ 5226332 h 5450835"/>
              <a:gd name="connsiteX1063" fmla="*/ 768610 w 10450132"/>
              <a:gd name="connsiteY1063" fmla="*/ 5226332 h 5450835"/>
              <a:gd name="connsiteX1064" fmla="*/ 767822 w 10450132"/>
              <a:gd name="connsiteY1064" fmla="*/ 5225873 h 5450835"/>
              <a:gd name="connsiteX1065" fmla="*/ 763289 w 10450132"/>
              <a:gd name="connsiteY1065" fmla="*/ 5217990 h 5450835"/>
              <a:gd name="connsiteX1066" fmla="*/ 763289 w 10450132"/>
              <a:gd name="connsiteY1066" fmla="*/ 5217136 h 5450835"/>
              <a:gd name="connsiteX1067" fmla="*/ 767822 w 10450132"/>
              <a:gd name="connsiteY1067" fmla="*/ 5209255 h 5450835"/>
              <a:gd name="connsiteX1068" fmla="*/ 768610 w 10450132"/>
              <a:gd name="connsiteY1068" fmla="*/ 5208795 h 5450835"/>
              <a:gd name="connsiteX1069" fmla="*/ 514340 w 10450132"/>
              <a:gd name="connsiteY1069" fmla="*/ 5208795 h 5450835"/>
              <a:gd name="connsiteX1070" fmla="*/ 523403 w 10450132"/>
              <a:gd name="connsiteY1070" fmla="*/ 5208795 h 5450835"/>
              <a:gd name="connsiteX1071" fmla="*/ 524191 w 10450132"/>
              <a:gd name="connsiteY1071" fmla="*/ 5209255 h 5450835"/>
              <a:gd name="connsiteX1072" fmla="*/ 528723 w 10450132"/>
              <a:gd name="connsiteY1072" fmla="*/ 5217136 h 5450835"/>
              <a:gd name="connsiteX1073" fmla="*/ 528723 w 10450132"/>
              <a:gd name="connsiteY1073" fmla="*/ 5217990 h 5450835"/>
              <a:gd name="connsiteX1074" fmla="*/ 524191 w 10450132"/>
              <a:gd name="connsiteY1074" fmla="*/ 5225873 h 5450835"/>
              <a:gd name="connsiteX1075" fmla="*/ 523403 w 10450132"/>
              <a:gd name="connsiteY1075" fmla="*/ 5226332 h 5450835"/>
              <a:gd name="connsiteX1076" fmla="*/ 514340 w 10450132"/>
              <a:gd name="connsiteY1076" fmla="*/ 5226332 h 5450835"/>
              <a:gd name="connsiteX1077" fmla="*/ 513553 w 10450132"/>
              <a:gd name="connsiteY1077" fmla="*/ 5225873 h 5450835"/>
              <a:gd name="connsiteX1078" fmla="*/ 509020 w 10450132"/>
              <a:gd name="connsiteY1078" fmla="*/ 5217990 h 5450835"/>
              <a:gd name="connsiteX1079" fmla="*/ 509020 w 10450132"/>
              <a:gd name="connsiteY1079" fmla="*/ 5217136 h 5450835"/>
              <a:gd name="connsiteX1080" fmla="*/ 513553 w 10450132"/>
              <a:gd name="connsiteY1080" fmla="*/ 5209255 h 5450835"/>
              <a:gd name="connsiteX1081" fmla="*/ 514340 w 10450132"/>
              <a:gd name="connsiteY1081" fmla="*/ 5208795 h 5450835"/>
              <a:gd name="connsiteX1082" fmla="*/ 259963 w 10450132"/>
              <a:gd name="connsiteY1082" fmla="*/ 5208795 h 5450835"/>
              <a:gd name="connsiteX1083" fmla="*/ 269027 w 10450132"/>
              <a:gd name="connsiteY1083" fmla="*/ 5208795 h 5450835"/>
              <a:gd name="connsiteX1084" fmla="*/ 269815 w 10450132"/>
              <a:gd name="connsiteY1084" fmla="*/ 5209255 h 5450835"/>
              <a:gd name="connsiteX1085" fmla="*/ 274346 w 10450132"/>
              <a:gd name="connsiteY1085" fmla="*/ 5217136 h 5450835"/>
              <a:gd name="connsiteX1086" fmla="*/ 274346 w 10450132"/>
              <a:gd name="connsiteY1086" fmla="*/ 5217990 h 5450835"/>
              <a:gd name="connsiteX1087" fmla="*/ 269815 w 10450132"/>
              <a:gd name="connsiteY1087" fmla="*/ 5225873 h 5450835"/>
              <a:gd name="connsiteX1088" fmla="*/ 269027 w 10450132"/>
              <a:gd name="connsiteY1088" fmla="*/ 5226332 h 5450835"/>
              <a:gd name="connsiteX1089" fmla="*/ 259963 w 10450132"/>
              <a:gd name="connsiteY1089" fmla="*/ 5226332 h 5450835"/>
              <a:gd name="connsiteX1090" fmla="*/ 259174 w 10450132"/>
              <a:gd name="connsiteY1090" fmla="*/ 5225873 h 5450835"/>
              <a:gd name="connsiteX1091" fmla="*/ 254642 w 10450132"/>
              <a:gd name="connsiteY1091" fmla="*/ 5217990 h 5450835"/>
              <a:gd name="connsiteX1092" fmla="*/ 254642 w 10450132"/>
              <a:gd name="connsiteY1092" fmla="*/ 5217136 h 5450835"/>
              <a:gd name="connsiteX1093" fmla="*/ 259174 w 10450132"/>
              <a:gd name="connsiteY1093" fmla="*/ 5209255 h 5450835"/>
              <a:gd name="connsiteX1094" fmla="*/ 259963 w 10450132"/>
              <a:gd name="connsiteY1094" fmla="*/ 5208795 h 5450835"/>
              <a:gd name="connsiteX1095" fmla="*/ 5521 w 10450132"/>
              <a:gd name="connsiteY1095" fmla="*/ 5208795 h 5450835"/>
              <a:gd name="connsiteX1096" fmla="*/ 14585 w 10450132"/>
              <a:gd name="connsiteY1096" fmla="*/ 5208795 h 5450835"/>
              <a:gd name="connsiteX1097" fmla="*/ 15373 w 10450132"/>
              <a:gd name="connsiteY1097" fmla="*/ 5209255 h 5450835"/>
              <a:gd name="connsiteX1098" fmla="*/ 19905 w 10450132"/>
              <a:gd name="connsiteY1098" fmla="*/ 5217136 h 5450835"/>
              <a:gd name="connsiteX1099" fmla="*/ 19905 w 10450132"/>
              <a:gd name="connsiteY1099" fmla="*/ 5217990 h 5450835"/>
              <a:gd name="connsiteX1100" fmla="*/ 15373 w 10450132"/>
              <a:gd name="connsiteY1100" fmla="*/ 5225873 h 5450835"/>
              <a:gd name="connsiteX1101" fmla="*/ 14585 w 10450132"/>
              <a:gd name="connsiteY1101" fmla="*/ 5226332 h 5450835"/>
              <a:gd name="connsiteX1102" fmla="*/ 5521 w 10450132"/>
              <a:gd name="connsiteY1102" fmla="*/ 5226332 h 5450835"/>
              <a:gd name="connsiteX1103" fmla="*/ 4732 w 10450132"/>
              <a:gd name="connsiteY1103" fmla="*/ 5225873 h 5450835"/>
              <a:gd name="connsiteX1104" fmla="*/ 200 w 10450132"/>
              <a:gd name="connsiteY1104" fmla="*/ 5217990 h 5450835"/>
              <a:gd name="connsiteX1105" fmla="*/ 200 w 10450132"/>
              <a:gd name="connsiteY1105" fmla="*/ 5217136 h 5450835"/>
              <a:gd name="connsiteX1106" fmla="*/ 4732 w 10450132"/>
              <a:gd name="connsiteY1106" fmla="*/ 5209255 h 5450835"/>
              <a:gd name="connsiteX1107" fmla="*/ 5521 w 10450132"/>
              <a:gd name="connsiteY1107" fmla="*/ 5208795 h 5450835"/>
              <a:gd name="connsiteX1108" fmla="*/ 10435622 w 10450132"/>
              <a:gd name="connsiteY1108" fmla="*/ 4991788 h 5450835"/>
              <a:gd name="connsiteX1109" fmla="*/ 10444686 w 10450132"/>
              <a:gd name="connsiteY1109" fmla="*/ 4991788 h 5450835"/>
              <a:gd name="connsiteX1110" fmla="*/ 10445474 w 10450132"/>
              <a:gd name="connsiteY1110" fmla="*/ 4992247 h 5450835"/>
              <a:gd name="connsiteX1111" fmla="*/ 10450007 w 10450132"/>
              <a:gd name="connsiteY1111" fmla="*/ 5000129 h 5450835"/>
              <a:gd name="connsiteX1112" fmla="*/ 10450007 w 10450132"/>
              <a:gd name="connsiteY1112" fmla="*/ 5000983 h 5450835"/>
              <a:gd name="connsiteX1113" fmla="*/ 10445474 w 10450132"/>
              <a:gd name="connsiteY1113" fmla="*/ 5008864 h 5450835"/>
              <a:gd name="connsiteX1114" fmla="*/ 10444686 w 10450132"/>
              <a:gd name="connsiteY1114" fmla="*/ 5009324 h 5450835"/>
              <a:gd name="connsiteX1115" fmla="*/ 10435622 w 10450132"/>
              <a:gd name="connsiteY1115" fmla="*/ 5009324 h 5450835"/>
              <a:gd name="connsiteX1116" fmla="*/ 10434834 w 10450132"/>
              <a:gd name="connsiteY1116" fmla="*/ 5008864 h 5450835"/>
              <a:gd name="connsiteX1117" fmla="*/ 10430302 w 10450132"/>
              <a:gd name="connsiteY1117" fmla="*/ 5000983 h 5450835"/>
              <a:gd name="connsiteX1118" fmla="*/ 10430302 w 10450132"/>
              <a:gd name="connsiteY1118" fmla="*/ 5000129 h 5450835"/>
              <a:gd name="connsiteX1119" fmla="*/ 10434834 w 10450132"/>
              <a:gd name="connsiteY1119" fmla="*/ 4992247 h 5450835"/>
              <a:gd name="connsiteX1120" fmla="*/ 10435622 w 10450132"/>
              <a:gd name="connsiteY1120" fmla="*/ 4991788 h 5450835"/>
              <a:gd name="connsiteX1121" fmla="*/ 10181242 w 10450132"/>
              <a:gd name="connsiteY1121" fmla="*/ 4991788 h 5450835"/>
              <a:gd name="connsiteX1122" fmla="*/ 10190305 w 10450132"/>
              <a:gd name="connsiteY1122" fmla="*/ 4991788 h 5450835"/>
              <a:gd name="connsiteX1123" fmla="*/ 10191093 w 10450132"/>
              <a:gd name="connsiteY1123" fmla="*/ 4992247 h 5450835"/>
              <a:gd name="connsiteX1124" fmla="*/ 10195626 w 10450132"/>
              <a:gd name="connsiteY1124" fmla="*/ 5000129 h 5450835"/>
              <a:gd name="connsiteX1125" fmla="*/ 10195626 w 10450132"/>
              <a:gd name="connsiteY1125" fmla="*/ 5000983 h 5450835"/>
              <a:gd name="connsiteX1126" fmla="*/ 10191093 w 10450132"/>
              <a:gd name="connsiteY1126" fmla="*/ 5008864 h 5450835"/>
              <a:gd name="connsiteX1127" fmla="*/ 10190305 w 10450132"/>
              <a:gd name="connsiteY1127" fmla="*/ 5009324 h 5450835"/>
              <a:gd name="connsiteX1128" fmla="*/ 10181242 w 10450132"/>
              <a:gd name="connsiteY1128" fmla="*/ 5009324 h 5450835"/>
              <a:gd name="connsiteX1129" fmla="*/ 10180453 w 10450132"/>
              <a:gd name="connsiteY1129" fmla="*/ 5008864 h 5450835"/>
              <a:gd name="connsiteX1130" fmla="*/ 10175922 w 10450132"/>
              <a:gd name="connsiteY1130" fmla="*/ 5000983 h 5450835"/>
              <a:gd name="connsiteX1131" fmla="*/ 10175922 w 10450132"/>
              <a:gd name="connsiteY1131" fmla="*/ 5000129 h 5450835"/>
              <a:gd name="connsiteX1132" fmla="*/ 10180453 w 10450132"/>
              <a:gd name="connsiteY1132" fmla="*/ 4992247 h 5450835"/>
              <a:gd name="connsiteX1133" fmla="*/ 10181242 w 10450132"/>
              <a:gd name="connsiteY1133" fmla="*/ 4991788 h 5450835"/>
              <a:gd name="connsiteX1134" fmla="*/ 9926861 w 10450132"/>
              <a:gd name="connsiteY1134" fmla="*/ 4991788 h 5450835"/>
              <a:gd name="connsiteX1135" fmla="*/ 9935924 w 10450132"/>
              <a:gd name="connsiteY1135" fmla="*/ 4991788 h 5450835"/>
              <a:gd name="connsiteX1136" fmla="*/ 9936713 w 10450132"/>
              <a:gd name="connsiteY1136" fmla="*/ 4992247 h 5450835"/>
              <a:gd name="connsiteX1137" fmla="*/ 9941246 w 10450132"/>
              <a:gd name="connsiteY1137" fmla="*/ 5000129 h 5450835"/>
              <a:gd name="connsiteX1138" fmla="*/ 9941246 w 10450132"/>
              <a:gd name="connsiteY1138" fmla="*/ 5000983 h 5450835"/>
              <a:gd name="connsiteX1139" fmla="*/ 9936713 w 10450132"/>
              <a:gd name="connsiteY1139" fmla="*/ 5008864 h 5450835"/>
              <a:gd name="connsiteX1140" fmla="*/ 9935924 w 10450132"/>
              <a:gd name="connsiteY1140" fmla="*/ 5009324 h 5450835"/>
              <a:gd name="connsiteX1141" fmla="*/ 9926861 w 10450132"/>
              <a:gd name="connsiteY1141" fmla="*/ 5009324 h 5450835"/>
              <a:gd name="connsiteX1142" fmla="*/ 9926073 w 10450132"/>
              <a:gd name="connsiteY1142" fmla="*/ 5008864 h 5450835"/>
              <a:gd name="connsiteX1143" fmla="*/ 9921541 w 10450132"/>
              <a:gd name="connsiteY1143" fmla="*/ 5000983 h 5450835"/>
              <a:gd name="connsiteX1144" fmla="*/ 9921541 w 10450132"/>
              <a:gd name="connsiteY1144" fmla="*/ 5000129 h 5450835"/>
              <a:gd name="connsiteX1145" fmla="*/ 9926073 w 10450132"/>
              <a:gd name="connsiteY1145" fmla="*/ 4992247 h 5450835"/>
              <a:gd name="connsiteX1146" fmla="*/ 9926861 w 10450132"/>
              <a:gd name="connsiteY1146" fmla="*/ 4991788 h 5450835"/>
              <a:gd name="connsiteX1147" fmla="*/ 9672481 w 10450132"/>
              <a:gd name="connsiteY1147" fmla="*/ 4991788 h 5450835"/>
              <a:gd name="connsiteX1148" fmla="*/ 9681545 w 10450132"/>
              <a:gd name="connsiteY1148" fmla="*/ 4991788 h 5450835"/>
              <a:gd name="connsiteX1149" fmla="*/ 9682333 w 10450132"/>
              <a:gd name="connsiteY1149" fmla="*/ 4992247 h 5450835"/>
              <a:gd name="connsiteX1150" fmla="*/ 9686865 w 10450132"/>
              <a:gd name="connsiteY1150" fmla="*/ 5000129 h 5450835"/>
              <a:gd name="connsiteX1151" fmla="*/ 9686865 w 10450132"/>
              <a:gd name="connsiteY1151" fmla="*/ 5000983 h 5450835"/>
              <a:gd name="connsiteX1152" fmla="*/ 9682333 w 10450132"/>
              <a:gd name="connsiteY1152" fmla="*/ 5008864 h 5450835"/>
              <a:gd name="connsiteX1153" fmla="*/ 9681545 w 10450132"/>
              <a:gd name="connsiteY1153" fmla="*/ 5009324 h 5450835"/>
              <a:gd name="connsiteX1154" fmla="*/ 9672481 w 10450132"/>
              <a:gd name="connsiteY1154" fmla="*/ 5009324 h 5450835"/>
              <a:gd name="connsiteX1155" fmla="*/ 9671693 w 10450132"/>
              <a:gd name="connsiteY1155" fmla="*/ 5008864 h 5450835"/>
              <a:gd name="connsiteX1156" fmla="*/ 9667160 w 10450132"/>
              <a:gd name="connsiteY1156" fmla="*/ 5000983 h 5450835"/>
              <a:gd name="connsiteX1157" fmla="*/ 9667160 w 10450132"/>
              <a:gd name="connsiteY1157" fmla="*/ 5000129 h 5450835"/>
              <a:gd name="connsiteX1158" fmla="*/ 9671693 w 10450132"/>
              <a:gd name="connsiteY1158" fmla="*/ 4992247 h 5450835"/>
              <a:gd name="connsiteX1159" fmla="*/ 9672481 w 10450132"/>
              <a:gd name="connsiteY1159" fmla="*/ 4991788 h 5450835"/>
              <a:gd name="connsiteX1160" fmla="*/ 9418035 w 10450132"/>
              <a:gd name="connsiteY1160" fmla="*/ 4991788 h 5450835"/>
              <a:gd name="connsiteX1161" fmla="*/ 9427099 w 10450132"/>
              <a:gd name="connsiteY1161" fmla="*/ 4991788 h 5450835"/>
              <a:gd name="connsiteX1162" fmla="*/ 9427887 w 10450132"/>
              <a:gd name="connsiteY1162" fmla="*/ 4992247 h 5450835"/>
              <a:gd name="connsiteX1163" fmla="*/ 9432419 w 10450132"/>
              <a:gd name="connsiteY1163" fmla="*/ 5000129 h 5450835"/>
              <a:gd name="connsiteX1164" fmla="*/ 9432419 w 10450132"/>
              <a:gd name="connsiteY1164" fmla="*/ 5000983 h 5450835"/>
              <a:gd name="connsiteX1165" fmla="*/ 9427887 w 10450132"/>
              <a:gd name="connsiteY1165" fmla="*/ 5008864 h 5450835"/>
              <a:gd name="connsiteX1166" fmla="*/ 9427099 w 10450132"/>
              <a:gd name="connsiteY1166" fmla="*/ 5009324 h 5450835"/>
              <a:gd name="connsiteX1167" fmla="*/ 9418035 w 10450132"/>
              <a:gd name="connsiteY1167" fmla="*/ 5009324 h 5450835"/>
              <a:gd name="connsiteX1168" fmla="*/ 9417247 w 10450132"/>
              <a:gd name="connsiteY1168" fmla="*/ 5008864 h 5450835"/>
              <a:gd name="connsiteX1169" fmla="*/ 9412714 w 10450132"/>
              <a:gd name="connsiteY1169" fmla="*/ 5000983 h 5450835"/>
              <a:gd name="connsiteX1170" fmla="*/ 9412714 w 10450132"/>
              <a:gd name="connsiteY1170" fmla="*/ 5000129 h 5450835"/>
              <a:gd name="connsiteX1171" fmla="*/ 9417247 w 10450132"/>
              <a:gd name="connsiteY1171" fmla="*/ 4992247 h 5450835"/>
              <a:gd name="connsiteX1172" fmla="*/ 9418035 w 10450132"/>
              <a:gd name="connsiteY1172" fmla="*/ 4991788 h 5450835"/>
              <a:gd name="connsiteX1173" fmla="*/ 9163654 w 10450132"/>
              <a:gd name="connsiteY1173" fmla="*/ 4991788 h 5450835"/>
              <a:gd name="connsiteX1174" fmla="*/ 9172718 w 10450132"/>
              <a:gd name="connsiteY1174" fmla="*/ 4991788 h 5450835"/>
              <a:gd name="connsiteX1175" fmla="*/ 9173506 w 10450132"/>
              <a:gd name="connsiteY1175" fmla="*/ 4992247 h 5450835"/>
              <a:gd name="connsiteX1176" fmla="*/ 9178038 w 10450132"/>
              <a:gd name="connsiteY1176" fmla="*/ 5000129 h 5450835"/>
              <a:gd name="connsiteX1177" fmla="*/ 9178038 w 10450132"/>
              <a:gd name="connsiteY1177" fmla="*/ 5000983 h 5450835"/>
              <a:gd name="connsiteX1178" fmla="*/ 9173506 w 10450132"/>
              <a:gd name="connsiteY1178" fmla="*/ 5008864 h 5450835"/>
              <a:gd name="connsiteX1179" fmla="*/ 9172718 w 10450132"/>
              <a:gd name="connsiteY1179" fmla="*/ 5009324 h 5450835"/>
              <a:gd name="connsiteX1180" fmla="*/ 9163654 w 10450132"/>
              <a:gd name="connsiteY1180" fmla="*/ 5009324 h 5450835"/>
              <a:gd name="connsiteX1181" fmla="*/ 9162866 w 10450132"/>
              <a:gd name="connsiteY1181" fmla="*/ 5008864 h 5450835"/>
              <a:gd name="connsiteX1182" fmla="*/ 9158333 w 10450132"/>
              <a:gd name="connsiteY1182" fmla="*/ 5000983 h 5450835"/>
              <a:gd name="connsiteX1183" fmla="*/ 9158333 w 10450132"/>
              <a:gd name="connsiteY1183" fmla="*/ 5000129 h 5450835"/>
              <a:gd name="connsiteX1184" fmla="*/ 9162866 w 10450132"/>
              <a:gd name="connsiteY1184" fmla="*/ 4992247 h 5450835"/>
              <a:gd name="connsiteX1185" fmla="*/ 9163654 w 10450132"/>
              <a:gd name="connsiteY1185" fmla="*/ 4991788 h 5450835"/>
              <a:gd name="connsiteX1186" fmla="*/ 8909274 w 10450132"/>
              <a:gd name="connsiteY1186" fmla="*/ 4991788 h 5450835"/>
              <a:gd name="connsiteX1187" fmla="*/ 8918336 w 10450132"/>
              <a:gd name="connsiteY1187" fmla="*/ 4991788 h 5450835"/>
              <a:gd name="connsiteX1188" fmla="*/ 8919125 w 10450132"/>
              <a:gd name="connsiteY1188" fmla="*/ 4992247 h 5450835"/>
              <a:gd name="connsiteX1189" fmla="*/ 8923657 w 10450132"/>
              <a:gd name="connsiteY1189" fmla="*/ 5000129 h 5450835"/>
              <a:gd name="connsiteX1190" fmla="*/ 8923657 w 10450132"/>
              <a:gd name="connsiteY1190" fmla="*/ 5000983 h 5450835"/>
              <a:gd name="connsiteX1191" fmla="*/ 8919125 w 10450132"/>
              <a:gd name="connsiteY1191" fmla="*/ 5008864 h 5450835"/>
              <a:gd name="connsiteX1192" fmla="*/ 8918336 w 10450132"/>
              <a:gd name="connsiteY1192" fmla="*/ 5009324 h 5450835"/>
              <a:gd name="connsiteX1193" fmla="*/ 8909274 w 10450132"/>
              <a:gd name="connsiteY1193" fmla="*/ 5009324 h 5450835"/>
              <a:gd name="connsiteX1194" fmla="*/ 8908484 w 10450132"/>
              <a:gd name="connsiteY1194" fmla="*/ 5008864 h 5450835"/>
              <a:gd name="connsiteX1195" fmla="*/ 8903953 w 10450132"/>
              <a:gd name="connsiteY1195" fmla="*/ 5000983 h 5450835"/>
              <a:gd name="connsiteX1196" fmla="*/ 8903953 w 10450132"/>
              <a:gd name="connsiteY1196" fmla="*/ 5000129 h 5450835"/>
              <a:gd name="connsiteX1197" fmla="*/ 8908484 w 10450132"/>
              <a:gd name="connsiteY1197" fmla="*/ 4992247 h 5450835"/>
              <a:gd name="connsiteX1198" fmla="*/ 8909274 w 10450132"/>
              <a:gd name="connsiteY1198" fmla="*/ 4991788 h 5450835"/>
              <a:gd name="connsiteX1199" fmla="*/ 8654892 w 10450132"/>
              <a:gd name="connsiteY1199" fmla="*/ 4991788 h 5450835"/>
              <a:gd name="connsiteX1200" fmla="*/ 8663955 w 10450132"/>
              <a:gd name="connsiteY1200" fmla="*/ 4991788 h 5450835"/>
              <a:gd name="connsiteX1201" fmla="*/ 8664744 w 10450132"/>
              <a:gd name="connsiteY1201" fmla="*/ 4992247 h 5450835"/>
              <a:gd name="connsiteX1202" fmla="*/ 8669277 w 10450132"/>
              <a:gd name="connsiteY1202" fmla="*/ 5000129 h 5450835"/>
              <a:gd name="connsiteX1203" fmla="*/ 8669277 w 10450132"/>
              <a:gd name="connsiteY1203" fmla="*/ 5000983 h 5450835"/>
              <a:gd name="connsiteX1204" fmla="*/ 8664744 w 10450132"/>
              <a:gd name="connsiteY1204" fmla="*/ 5008864 h 5450835"/>
              <a:gd name="connsiteX1205" fmla="*/ 8663955 w 10450132"/>
              <a:gd name="connsiteY1205" fmla="*/ 5009324 h 5450835"/>
              <a:gd name="connsiteX1206" fmla="*/ 8654892 w 10450132"/>
              <a:gd name="connsiteY1206" fmla="*/ 5009324 h 5450835"/>
              <a:gd name="connsiteX1207" fmla="*/ 8654104 w 10450132"/>
              <a:gd name="connsiteY1207" fmla="*/ 5008864 h 5450835"/>
              <a:gd name="connsiteX1208" fmla="*/ 8649572 w 10450132"/>
              <a:gd name="connsiteY1208" fmla="*/ 5000983 h 5450835"/>
              <a:gd name="connsiteX1209" fmla="*/ 8649572 w 10450132"/>
              <a:gd name="connsiteY1209" fmla="*/ 5000129 h 5450835"/>
              <a:gd name="connsiteX1210" fmla="*/ 8654104 w 10450132"/>
              <a:gd name="connsiteY1210" fmla="*/ 4992247 h 5450835"/>
              <a:gd name="connsiteX1211" fmla="*/ 8654892 w 10450132"/>
              <a:gd name="connsiteY1211" fmla="*/ 4991788 h 5450835"/>
              <a:gd name="connsiteX1212" fmla="*/ 8400511 w 10450132"/>
              <a:gd name="connsiteY1212" fmla="*/ 4991788 h 5450835"/>
              <a:gd name="connsiteX1213" fmla="*/ 8409575 w 10450132"/>
              <a:gd name="connsiteY1213" fmla="*/ 4991788 h 5450835"/>
              <a:gd name="connsiteX1214" fmla="*/ 8410363 w 10450132"/>
              <a:gd name="connsiteY1214" fmla="*/ 4992247 h 5450835"/>
              <a:gd name="connsiteX1215" fmla="*/ 8414896 w 10450132"/>
              <a:gd name="connsiteY1215" fmla="*/ 5000129 h 5450835"/>
              <a:gd name="connsiteX1216" fmla="*/ 8414896 w 10450132"/>
              <a:gd name="connsiteY1216" fmla="*/ 5000983 h 5450835"/>
              <a:gd name="connsiteX1217" fmla="*/ 8410363 w 10450132"/>
              <a:gd name="connsiteY1217" fmla="*/ 5008864 h 5450835"/>
              <a:gd name="connsiteX1218" fmla="*/ 8409575 w 10450132"/>
              <a:gd name="connsiteY1218" fmla="*/ 5009324 h 5450835"/>
              <a:gd name="connsiteX1219" fmla="*/ 8400511 w 10450132"/>
              <a:gd name="connsiteY1219" fmla="*/ 5009324 h 5450835"/>
              <a:gd name="connsiteX1220" fmla="*/ 8399723 w 10450132"/>
              <a:gd name="connsiteY1220" fmla="*/ 5008864 h 5450835"/>
              <a:gd name="connsiteX1221" fmla="*/ 8395191 w 10450132"/>
              <a:gd name="connsiteY1221" fmla="*/ 5000983 h 5450835"/>
              <a:gd name="connsiteX1222" fmla="*/ 8395191 w 10450132"/>
              <a:gd name="connsiteY1222" fmla="*/ 5000129 h 5450835"/>
              <a:gd name="connsiteX1223" fmla="*/ 8399723 w 10450132"/>
              <a:gd name="connsiteY1223" fmla="*/ 4992247 h 5450835"/>
              <a:gd name="connsiteX1224" fmla="*/ 8400511 w 10450132"/>
              <a:gd name="connsiteY1224" fmla="*/ 4991788 h 5450835"/>
              <a:gd name="connsiteX1225" fmla="*/ 8146065 w 10450132"/>
              <a:gd name="connsiteY1225" fmla="*/ 4991788 h 5450835"/>
              <a:gd name="connsiteX1226" fmla="*/ 8155129 w 10450132"/>
              <a:gd name="connsiteY1226" fmla="*/ 4991788 h 5450835"/>
              <a:gd name="connsiteX1227" fmla="*/ 8155917 w 10450132"/>
              <a:gd name="connsiteY1227" fmla="*/ 4992247 h 5450835"/>
              <a:gd name="connsiteX1228" fmla="*/ 8160449 w 10450132"/>
              <a:gd name="connsiteY1228" fmla="*/ 5000129 h 5450835"/>
              <a:gd name="connsiteX1229" fmla="*/ 8160449 w 10450132"/>
              <a:gd name="connsiteY1229" fmla="*/ 5000983 h 5450835"/>
              <a:gd name="connsiteX1230" fmla="*/ 8155917 w 10450132"/>
              <a:gd name="connsiteY1230" fmla="*/ 5008864 h 5450835"/>
              <a:gd name="connsiteX1231" fmla="*/ 8155129 w 10450132"/>
              <a:gd name="connsiteY1231" fmla="*/ 5009324 h 5450835"/>
              <a:gd name="connsiteX1232" fmla="*/ 8146065 w 10450132"/>
              <a:gd name="connsiteY1232" fmla="*/ 5009324 h 5450835"/>
              <a:gd name="connsiteX1233" fmla="*/ 8145277 w 10450132"/>
              <a:gd name="connsiteY1233" fmla="*/ 5008864 h 5450835"/>
              <a:gd name="connsiteX1234" fmla="*/ 8140745 w 10450132"/>
              <a:gd name="connsiteY1234" fmla="*/ 5000983 h 5450835"/>
              <a:gd name="connsiteX1235" fmla="*/ 8140745 w 10450132"/>
              <a:gd name="connsiteY1235" fmla="*/ 5000129 h 5450835"/>
              <a:gd name="connsiteX1236" fmla="*/ 8145277 w 10450132"/>
              <a:gd name="connsiteY1236" fmla="*/ 4992247 h 5450835"/>
              <a:gd name="connsiteX1237" fmla="*/ 8146065 w 10450132"/>
              <a:gd name="connsiteY1237" fmla="*/ 4991788 h 5450835"/>
              <a:gd name="connsiteX1238" fmla="*/ 7891684 w 10450132"/>
              <a:gd name="connsiteY1238" fmla="*/ 4991788 h 5450835"/>
              <a:gd name="connsiteX1239" fmla="*/ 7900748 w 10450132"/>
              <a:gd name="connsiteY1239" fmla="*/ 4991788 h 5450835"/>
              <a:gd name="connsiteX1240" fmla="*/ 7901536 w 10450132"/>
              <a:gd name="connsiteY1240" fmla="*/ 4992247 h 5450835"/>
              <a:gd name="connsiteX1241" fmla="*/ 7906067 w 10450132"/>
              <a:gd name="connsiteY1241" fmla="*/ 5000129 h 5450835"/>
              <a:gd name="connsiteX1242" fmla="*/ 7906067 w 10450132"/>
              <a:gd name="connsiteY1242" fmla="*/ 5000983 h 5450835"/>
              <a:gd name="connsiteX1243" fmla="*/ 7901536 w 10450132"/>
              <a:gd name="connsiteY1243" fmla="*/ 5008864 h 5450835"/>
              <a:gd name="connsiteX1244" fmla="*/ 7900748 w 10450132"/>
              <a:gd name="connsiteY1244" fmla="*/ 5009324 h 5450835"/>
              <a:gd name="connsiteX1245" fmla="*/ 7891684 w 10450132"/>
              <a:gd name="connsiteY1245" fmla="*/ 5009324 h 5450835"/>
              <a:gd name="connsiteX1246" fmla="*/ 7890896 w 10450132"/>
              <a:gd name="connsiteY1246" fmla="*/ 5008864 h 5450835"/>
              <a:gd name="connsiteX1247" fmla="*/ 7886363 w 10450132"/>
              <a:gd name="connsiteY1247" fmla="*/ 5000983 h 5450835"/>
              <a:gd name="connsiteX1248" fmla="*/ 7886363 w 10450132"/>
              <a:gd name="connsiteY1248" fmla="*/ 5000129 h 5450835"/>
              <a:gd name="connsiteX1249" fmla="*/ 7890896 w 10450132"/>
              <a:gd name="connsiteY1249" fmla="*/ 4992247 h 5450835"/>
              <a:gd name="connsiteX1250" fmla="*/ 7891684 w 10450132"/>
              <a:gd name="connsiteY1250" fmla="*/ 4991788 h 5450835"/>
              <a:gd name="connsiteX1251" fmla="*/ 7637304 w 10450132"/>
              <a:gd name="connsiteY1251" fmla="*/ 4991788 h 5450835"/>
              <a:gd name="connsiteX1252" fmla="*/ 7646367 w 10450132"/>
              <a:gd name="connsiteY1252" fmla="*/ 4991788 h 5450835"/>
              <a:gd name="connsiteX1253" fmla="*/ 7647156 w 10450132"/>
              <a:gd name="connsiteY1253" fmla="*/ 4992247 h 5450835"/>
              <a:gd name="connsiteX1254" fmla="*/ 7651687 w 10450132"/>
              <a:gd name="connsiteY1254" fmla="*/ 5000129 h 5450835"/>
              <a:gd name="connsiteX1255" fmla="*/ 7651687 w 10450132"/>
              <a:gd name="connsiteY1255" fmla="*/ 5000983 h 5450835"/>
              <a:gd name="connsiteX1256" fmla="*/ 7647156 w 10450132"/>
              <a:gd name="connsiteY1256" fmla="*/ 5008864 h 5450835"/>
              <a:gd name="connsiteX1257" fmla="*/ 7646367 w 10450132"/>
              <a:gd name="connsiteY1257" fmla="*/ 5009324 h 5450835"/>
              <a:gd name="connsiteX1258" fmla="*/ 7637304 w 10450132"/>
              <a:gd name="connsiteY1258" fmla="*/ 5009324 h 5450835"/>
              <a:gd name="connsiteX1259" fmla="*/ 7636516 w 10450132"/>
              <a:gd name="connsiteY1259" fmla="*/ 5008864 h 5450835"/>
              <a:gd name="connsiteX1260" fmla="*/ 7631983 w 10450132"/>
              <a:gd name="connsiteY1260" fmla="*/ 5000983 h 5450835"/>
              <a:gd name="connsiteX1261" fmla="*/ 7631983 w 10450132"/>
              <a:gd name="connsiteY1261" fmla="*/ 5000129 h 5450835"/>
              <a:gd name="connsiteX1262" fmla="*/ 7636516 w 10450132"/>
              <a:gd name="connsiteY1262" fmla="*/ 4992247 h 5450835"/>
              <a:gd name="connsiteX1263" fmla="*/ 7637304 w 10450132"/>
              <a:gd name="connsiteY1263" fmla="*/ 4991788 h 5450835"/>
              <a:gd name="connsiteX1264" fmla="*/ 7382923 w 10450132"/>
              <a:gd name="connsiteY1264" fmla="*/ 4991788 h 5450835"/>
              <a:gd name="connsiteX1265" fmla="*/ 7391987 w 10450132"/>
              <a:gd name="connsiteY1265" fmla="*/ 4991788 h 5450835"/>
              <a:gd name="connsiteX1266" fmla="*/ 7392775 w 10450132"/>
              <a:gd name="connsiteY1266" fmla="*/ 4992247 h 5450835"/>
              <a:gd name="connsiteX1267" fmla="*/ 7397307 w 10450132"/>
              <a:gd name="connsiteY1267" fmla="*/ 5000129 h 5450835"/>
              <a:gd name="connsiteX1268" fmla="*/ 7397307 w 10450132"/>
              <a:gd name="connsiteY1268" fmla="*/ 5000983 h 5450835"/>
              <a:gd name="connsiteX1269" fmla="*/ 7392775 w 10450132"/>
              <a:gd name="connsiteY1269" fmla="*/ 5008864 h 5450835"/>
              <a:gd name="connsiteX1270" fmla="*/ 7391987 w 10450132"/>
              <a:gd name="connsiteY1270" fmla="*/ 5009324 h 5450835"/>
              <a:gd name="connsiteX1271" fmla="*/ 7382923 w 10450132"/>
              <a:gd name="connsiteY1271" fmla="*/ 5009324 h 5450835"/>
              <a:gd name="connsiteX1272" fmla="*/ 7382135 w 10450132"/>
              <a:gd name="connsiteY1272" fmla="*/ 5008864 h 5450835"/>
              <a:gd name="connsiteX1273" fmla="*/ 7377602 w 10450132"/>
              <a:gd name="connsiteY1273" fmla="*/ 5000983 h 5450835"/>
              <a:gd name="connsiteX1274" fmla="*/ 7377602 w 10450132"/>
              <a:gd name="connsiteY1274" fmla="*/ 5000129 h 5450835"/>
              <a:gd name="connsiteX1275" fmla="*/ 7382135 w 10450132"/>
              <a:gd name="connsiteY1275" fmla="*/ 4992247 h 5450835"/>
              <a:gd name="connsiteX1276" fmla="*/ 7382923 w 10450132"/>
              <a:gd name="connsiteY1276" fmla="*/ 4991788 h 5450835"/>
              <a:gd name="connsiteX1277" fmla="*/ 7128477 w 10450132"/>
              <a:gd name="connsiteY1277" fmla="*/ 4991788 h 5450835"/>
              <a:gd name="connsiteX1278" fmla="*/ 7137540 w 10450132"/>
              <a:gd name="connsiteY1278" fmla="*/ 4991788 h 5450835"/>
              <a:gd name="connsiteX1279" fmla="*/ 7138328 w 10450132"/>
              <a:gd name="connsiteY1279" fmla="*/ 4992247 h 5450835"/>
              <a:gd name="connsiteX1280" fmla="*/ 7142860 w 10450132"/>
              <a:gd name="connsiteY1280" fmla="*/ 5000129 h 5450835"/>
              <a:gd name="connsiteX1281" fmla="*/ 7142860 w 10450132"/>
              <a:gd name="connsiteY1281" fmla="*/ 5000983 h 5450835"/>
              <a:gd name="connsiteX1282" fmla="*/ 7138328 w 10450132"/>
              <a:gd name="connsiteY1282" fmla="*/ 5008864 h 5450835"/>
              <a:gd name="connsiteX1283" fmla="*/ 7137540 w 10450132"/>
              <a:gd name="connsiteY1283" fmla="*/ 5009324 h 5450835"/>
              <a:gd name="connsiteX1284" fmla="*/ 7128477 w 10450132"/>
              <a:gd name="connsiteY1284" fmla="*/ 5009324 h 5450835"/>
              <a:gd name="connsiteX1285" fmla="*/ 7127689 w 10450132"/>
              <a:gd name="connsiteY1285" fmla="*/ 5008864 h 5450835"/>
              <a:gd name="connsiteX1286" fmla="*/ 7123156 w 10450132"/>
              <a:gd name="connsiteY1286" fmla="*/ 5000983 h 5450835"/>
              <a:gd name="connsiteX1287" fmla="*/ 7123156 w 10450132"/>
              <a:gd name="connsiteY1287" fmla="*/ 5000129 h 5450835"/>
              <a:gd name="connsiteX1288" fmla="*/ 7127689 w 10450132"/>
              <a:gd name="connsiteY1288" fmla="*/ 4992247 h 5450835"/>
              <a:gd name="connsiteX1289" fmla="*/ 7128477 w 10450132"/>
              <a:gd name="connsiteY1289" fmla="*/ 4991788 h 5450835"/>
              <a:gd name="connsiteX1290" fmla="*/ 6874095 w 10450132"/>
              <a:gd name="connsiteY1290" fmla="*/ 4991788 h 5450835"/>
              <a:gd name="connsiteX1291" fmla="*/ 6883159 w 10450132"/>
              <a:gd name="connsiteY1291" fmla="*/ 4991788 h 5450835"/>
              <a:gd name="connsiteX1292" fmla="*/ 6883947 w 10450132"/>
              <a:gd name="connsiteY1292" fmla="*/ 4992247 h 5450835"/>
              <a:gd name="connsiteX1293" fmla="*/ 6888480 w 10450132"/>
              <a:gd name="connsiteY1293" fmla="*/ 5000129 h 5450835"/>
              <a:gd name="connsiteX1294" fmla="*/ 6888480 w 10450132"/>
              <a:gd name="connsiteY1294" fmla="*/ 5000983 h 5450835"/>
              <a:gd name="connsiteX1295" fmla="*/ 6883947 w 10450132"/>
              <a:gd name="connsiteY1295" fmla="*/ 5008864 h 5450835"/>
              <a:gd name="connsiteX1296" fmla="*/ 6883159 w 10450132"/>
              <a:gd name="connsiteY1296" fmla="*/ 5009324 h 5450835"/>
              <a:gd name="connsiteX1297" fmla="*/ 6874095 w 10450132"/>
              <a:gd name="connsiteY1297" fmla="*/ 5009324 h 5450835"/>
              <a:gd name="connsiteX1298" fmla="*/ 6873307 w 10450132"/>
              <a:gd name="connsiteY1298" fmla="*/ 5008864 h 5450835"/>
              <a:gd name="connsiteX1299" fmla="*/ 6868775 w 10450132"/>
              <a:gd name="connsiteY1299" fmla="*/ 5000983 h 5450835"/>
              <a:gd name="connsiteX1300" fmla="*/ 6868775 w 10450132"/>
              <a:gd name="connsiteY1300" fmla="*/ 5000129 h 5450835"/>
              <a:gd name="connsiteX1301" fmla="*/ 6873307 w 10450132"/>
              <a:gd name="connsiteY1301" fmla="*/ 4992247 h 5450835"/>
              <a:gd name="connsiteX1302" fmla="*/ 6874095 w 10450132"/>
              <a:gd name="connsiteY1302" fmla="*/ 4991788 h 5450835"/>
              <a:gd name="connsiteX1303" fmla="*/ 6619714 w 10450132"/>
              <a:gd name="connsiteY1303" fmla="*/ 4991788 h 5450835"/>
              <a:gd name="connsiteX1304" fmla="*/ 6628778 w 10450132"/>
              <a:gd name="connsiteY1304" fmla="*/ 4991788 h 5450835"/>
              <a:gd name="connsiteX1305" fmla="*/ 6629566 w 10450132"/>
              <a:gd name="connsiteY1305" fmla="*/ 4992247 h 5450835"/>
              <a:gd name="connsiteX1306" fmla="*/ 6634099 w 10450132"/>
              <a:gd name="connsiteY1306" fmla="*/ 5000129 h 5450835"/>
              <a:gd name="connsiteX1307" fmla="*/ 6634099 w 10450132"/>
              <a:gd name="connsiteY1307" fmla="*/ 5000983 h 5450835"/>
              <a:gd name="connsiteX1308" fmla="*/ 6629566 w 10450132"/>
              <a:gd name="connsiteY1308" fmla="*/ 5008864 h 5450835"/>
              <a:gd name="connsiteX1309" fmla="*/ 6628778 w 10450132"/>
              <a:gd name="connsiteY1309" fmla="*/ 5009324 h 5450835"/>
              <a:gd name="connsiteX1310" fmla="*/ 6619714 w 10450132"/>
              <a:gd name="connsiteY1310" fmla="*/ 5009324 h 5450835"/>
              <a:gd name="connsiteX1311" fmla="*/ 6618926 w 10450132"/>
              <a:gd name="connsiteY1311" fmla="*/ 5008864 h 5450835"/>
              <a:gd name="connsiteX1312" fmla="*/ 6614394 w 10450132"/>
              <a:gd name="connsiteY1312" fmla="*/ 5000983 h 5450835"/>
              <a:gd name="connsiteX1313" fmla="*/ 6614394 w 10450132"/>
              <a:gd name="connsiteY1313" fmla="*/ 5000129 h 5450835"/>
              <a:gd name="connsiteX1314" fmla="*/ 6618926 w 10450132"/>
              <a:gd name="connsiteY1314" fmla="*/ 4992247 h 5450835"/>
              <a:gd name="connsiteX1315" fmla="*/ 6619714 w 10450132"/>
              <a:gd name="connsiteY1315" fmla="*/ 4991788 h 5450835"/>
              <a:gd name="connsiteX1316" fmla="*/ 6365334 w 10450132"/>
              <a:gd name="connsiteY1316" fmla="*/ 4991788 h 5450835"/>
              <a:gd name="connsiteX1317" fmla="*/ 6374397 w 10450132"/>
              <a:gd name="connsiteY1317" fmla="*/ 4991788 h 5450835"/>
              <a:gd name="connsiteX1318" fmla="*/ 6375186 w 10450132"/>
              <a:gd name="connsiteY1318" fmla="*/ 4992247 h 5450835"/>
              <a:gd name="connsiteX1319" fmla="*/ 6379718 w 10450132"/>
              <a:gd name="connsiteY1319" fmla="*/ 5000129 h 5450835"/>
              <a:gd name="connsiteX1320" fmla="*/ 6379718 w 10450132"/>
              <a:gd name="connsiteY1320" fmla="*/ 5000983 h 5450835"/>
              <a:gd name="connsiteX1321" fmla="*/ 6375186 w 10450132"/>
              <a:gd name="connsiteY1321" fmla="*/ 5008864 h 5450835"/>
              <a:gd name="connsiteX1322" fmla="*/ 6374397 w 10450132"/>
              <a:gd name="connsiteY1322" fmla="*/ 5009324 h 5450835"/>
              <a:gd name="connsiteX1323" fmla="*/ 6365334 w 10450132"/>
              <a:gd name="connsiteY1323" fmla="*/ 5009324 h 5450835"/>
              <a:gd name="connsiteX1324" fmla="*/ 6364546 w 10450132"/>
              <a:gd name="connsiteY1324" fmla="*/ 5008864 h 5450835"/>
              <a:gd name="connsiteX1325" fmla="*/ 6360014 w 10450132"/>
              <a:gd name="connsiteY1325" fmla="*/ 5000983 h 5450835"/>
              <a:gd name="connsiteX1326" fmla="*/ 6360014 w 10450132"/>
              <a:gd name="connsiteY1326" fmla="*/ 5000129 h 5450835"/>
              <a:gd name="connsiteX1327" fmla="*/ 6364546 w 10450132"/>
              <a:gd name="connsiteY1327" fmla="*/ 4992247 h 5450835"/>
              <a:gd name="connsiteX1328" fmla="*/ 6365334 w 10450132"/>
              <a:gd name="connsiteY1328" fmla="*/ 4991788 h 5450835"/>
              <a:gd name="connsiteX1329" fmla="*/ 6110888 w 10450132"/>
              <a:gd name="connsiteY1329" fmla="*/ 4991788 h 5450835"/>
              <a:gd name="connsiteX1330" fmla="*/ 6119953 w 10450132"/>
              <a:gd name="connsiteY1330" fmla="*/ 4991788 h 5450835"/>
              <a:gd name="connsiteX1331" fmla="*/ 6120740 w 10450132"/>
              <a:gd name="connsiteY1331" fmla="*/ 4992247 h 5450835"/>
              <a:gd name="connsiteX1332" fmla="*/ 6125272 w 10450132"/>
              <a:gd name="connsiteY1332" fmla="*/ 5000129 h 5450835"/>
              <a:gd name="connsiteX1333" fmla="*/ 6125272 w 10450132"/>
              <a:gd name="connsiteY1333" fmla="*/ 5000983 h 5450835"/>
              <a:gd name="connsiteX1334" fmla="*/ 6120740 w 10450132"/>
              <a:gd name="connsiteY1334" fmla="*/ 5008864 h 5450835"/>
              <a:gd name="connsiteX1335" fmla="*/ 6119953 w 10450132"/>
              <a:gd name="connsiteY1335" fmla="*/ 5009324 h 5450835"/>
              <a:gd name="connsiteX1336" fmla="*/ 6110888 w 10450132"/>
              <a:gd name="connsiteY1336" fmla="*/ 5009324 h 5450835"/>
              <a:gd name="connsiteX1337" fmla="*/ 6110101 w 10450132"/>
              <a:gd name="connsiteY1337" fmla="*/ 5008864 h 5450835"/>
              <a:gd name="connsiteX1338" fmla="*/ 6105567 w 10450132"/>
              <a:gd name="connsiteY1338" fmla="*/ 5000983 h 5450835"/>
              <a:gd name="connsiteX1339" fmla="*/ 6105567 w 10450132"/>
              <a:gd name="connsiteY1339" fmla="*/ 5000129 h 5450835"/>
              <a:gd name="connsiteX1340" fmla="*/ 6110101 w 10450132"/>
              <a:gd name="connsiteY1340" fmla="*/ 4992247 h 5450835"/>
              <a:gd name="connsiteX1341" fmla="*/ 6110888 w 10450132"/>
              <a:gd name="connsiteY1341" fmla="*/ 4991788 h 5450835"/>
              <a:gd name="connsiteX1342" fmla="*/ 5856508 w 10450132"/>
              <a:gd name="connsiteY1342" fmla="*/ 4991788 h 5450835"/>
              <a:gd name="connsiteX1343" fmla="*/ 5865571 w 10450132"/>
              <a:gd name="connsiteY1343" fmla="*/ 4991788 h 5450835"/>
              <a:gd name="connsiteX1344" fmla="*/ 5866359 w 10450132"/>
              <a:gd name="connsiteY1344" fmla="*/ 4992247 h 5450835"/>
              <a:gd name="connsiteX1345" fmla="*/ 5870891 w 10450132"/>
              <a:gd name="connsiteY1345" fmla="*/ 5000129 h 5450835"/>
              <a:gd name="connsiteX1346" fmla="*/ 5870891 w 10450132"/>
              <a:gd name="connsiteY1346" fmla="*/ 5000983 h 5450835"/>
              <a:gd name="connsiteX1347" fmla="*/ 5866359 w 10450132"/>
              <a:gd name="connsiteY1347" fmla="*/ 5008864 h 5450835"/>
              <a:gd name="connsiteX1348" fmla="*/ 5865571 w 10450132"/>
              <a:gd name="connsiteY1348" fmla="*/ 5009324 h 5450835"/>
              <a:gd name="connsiteX1349" fmla="*/ 5856508 w 10450132"/>
              <a:gd name="connsiteY1349" fmla="*/ 5009324 h 5450835"/>
              <a:gd name="connsiteX1350" fmla="*/ 5855720 w 10450132"/>
              <a:gd name="connsiteY1350" fmla="*/ 5008864 h 5450835"/>
              <a:gd name="connsiteX1351" fmla="*/ 5851187 w 10450132"/>
              <a:gd name="connsiteY1351" fmla="*/ 5000983 h 5450835"/>
              <a:gd name="connsiteX1352" fmla="*/ 5851187 w 10450132"/>
              <a:gd name="connsiteY1352" fmla="*/ 5000129 h 5450835"/>
              <a:gd name="connsiteX1353" fmla="*/ 5855720 w 10450132"/>
              <a:gd name="connsiteY1353" fmla="*/ 4992247 h 5450835"/>
              <a:gd name="connsiteX1354" fmla="*/ 5856508 w 10450132"/>
              <a:gd name="connsiteY1354" fmla="*/ 4991788 h 5450835"/>
              <a:gd name="connsiteX1355" fmla="*/ 5602126 w 10450132"/>
              <a:gd name="connsiteY1355" fmla="*/ 4991788 h 5450835"/>
              <a:gd name="connsiteX1356" fmla="*/ 5611191 w 10450132"/>
              <a:gd name="connsiteY1356" fmla="*/ 4991788 h 5450835"/>
              <a:gd name="connsiteX1357" fmla="*/ 5611979 w 10450132"/>
              <a:gd name="connsiteY1357" fmla="*/ 4992247 h 5450835"/>
              <a:gd name="connsiteX1358" fmla="*/ 5616511 w 10450132"/>
              <a:gd name="connsiteY1358" fmla="*/ 5000129 h 5450835"/>
              <a:gd name="connsiteX1359" fmla="*/ 5616511 w 10450132"/>
              <a:gd name="connsiteY1359" fmla="*/ 5000983 h 5450835"/>
              <a:gd name="connsiteX1360" fmla="*/ 5611979 w 10450132"/>
              <a:gd name="connsiteY1360" fmla="*/ 5008864 h 5450835"/>
              <a:gd name="connsiteX1361" fmla="*/ 5611191 w 10450132"/>
              <a:gd name="connsiteY1361" fmla="*/ 5009324 h 5450835"/>
              <a:gd name="connsiteX1362" fmla="*/ 5602126 w 10450132"/>
              <a:gd name="connsiteY1362" fmla="*/ 5009324 h 5450835"/>
              <a:gd name="connsiteX1363" fmla="*/ 5601338 w 10450132"/>
              <a:gd name="connsiteY1363" fmla="*/ 5008864 h 5450835"/>
              <a:gd name="connsiteX1364" fmla="*/ 5596807 w 10450132"/>
              <a:gd name="connsiteY1364" fmla="*/ 5000983 h 5450835"/>
              <a:gd name="connsiteX1365" fmla="*/ 5596807 w 10450132"/>
              <a:gd name="connsiteY1365" fmla="*/ 5000129 h 5450835"/>
              <a:gd name="connsiteX1366" fmla="*/ 5601338 w 10450132"/>
              <a:gd name="connsiteY1366" fmla="*/ 4992247 h 5450835"/>
              <a:gd name="connsiteX1367" fmla="*/ 5602126 w 10450132"/>
              <a:gd name="connsiteY1367" fmla="*/ 4991788 h 5450835"/>
              <a:gd name="connsiteX1368" fmla="*/ 5347746 w 10450132"/>
              <a:gd name="connsiteY1368" fmla="*/ 4991788 h 5450835"/>
              <a:gd name="connsiteX1369" fmla="*/ 5356810 w 10450132"/>
              <a:gd name="connsiteY1369" fmla="*/ 4991788 h 5450835"/>
              <a:gd name="connsiteX1370" fmla="*/ 5357598 w 10450132"/>
              <a:gd name="connsiteY1370" fmla="*/ 4992247 h 5450835"/>
              <a:gd name="connsiteX1371" fmla="*/ 5362130 w 10450132"/>
              <a:gd name="connsiteY1371" fmla="*/ 5000129 h 5450835"/>
              <a:gd name="connsiteX1372" fmla="*/ 5362130 w 10450132"/>
              <a:gd name="connsiteY1372" fmla="*/ 5000983 h 5450835"/>
              <a:gd name="connsiteX1373" fmla="*/ 5357598 w 10450132"/>
              <a:gd name="connsiteY1373" fmla="*/ 5008864 h 5450835"/>
              <a:gd name="connsiteX1374" fmla="*/ 5356810 w 10450132"/>
              <a:gd name="connsiteY1374" fmla="*/ 5009324 h 5450835"/>
              <a:gd name="connsiteX1375" fmla="*/ 5347746 w 10450132"/>
              <a:gd name="connsiteY1375" fmla="*/ 5009324 h 5450835"/>
              <a:gd name="connsiteX1376" fmla="*/ 5346958 w 10450132"/>
              <a:gd name="connsiteY1376" fmla="*/ 5008864 h 5450835"/>
              <a:gd name="connsiteX1377" fmla="*/ 5342425 w 10450132"/>
              <a:gd name="connsiteY1377" fmla="*/ 5000983 h 5450835"/>
              <a:gd name="connsiteX1378" fmla="*/ 5342425 w 10450132"/>
              <a:gd name="connsiteY1378" fmla="*/ 5000129 h 5450835"/>
              <a:gd name="connsiteX1379" fmla="*/ 5346958 w 10450132"/>
              <a:gd name="connsiteY1379" fmla="*/ 4992247 h 5450835"/>
              <a:gd name="connsiteX1380" fmla="*/ 5347746 w 10450132"/>
              <a:gd name="connsiteY1380" fmla="*/ 4991788 h 5450835"/>
              <a:gd name="connsiteX1381" fmla="*/ 5093300 w 10450132"/>
              <a:gd name="connsiteY1381" fmla="*/ 4991788 h 5450835"/>
              <a:gd name="connsiteX1382" fmla="*/ 5102364 w 10450132"/>
              <a:gd name="connsiteY1382" fmla="*/ 4991788 h 5450835"/>
              <a:gd name="connsiteX1383" fmla="*/ 5103153 w 10450132"/>
              <a:gd name="connsiteY1383" fmla="*/ 4992247 h 5450835"/>
              <a:gd name="connsiteX1384" fmla="*/ 5107684 w 10450132"/>
              <a:gd name="connsiteY1384" fmla="*/ 5000129 h 5450835"/>
              <a:gd name="connsiteX1385" fmla="*/ 5107684 w 10450132"/>
              <a:gd name="connsiteY1385" fmla="*/ 5000983 h 5450835"/>
              <a:gd name="connsiteX1386" fmla="*/ 5103153 w 10450132"/>
              <a:gd name="connsiteY1386" fmla="*/ 5008864 h 5450835"/>
              <a:gd name="connsiteX1387" fmla="*/ 5102364 w 10450132"/>
              <a:gd name="connsiteY1387" fmla="*/ 5009324 h 5450835"/>
              <a:gd name="connsiteX1388" fmla="*/ 5093300 w 10450132"/>
              <a:gd name="connsiteY1388" fmla="*/ 5009324 h 5450835"/>
              <a:gd name="connsiteX1389" fmla="*/ 5092512 w 10450132"/>
              <a:gd name="connsiteY1389" fmla="*/ 5008864 h 5450835"/>
              <a:gd name="connsiteX1390" fmla="*/ 5087979 w 10450132"/>
              <a:gd name="connsiteY1390" fmla="*/ 5000983 h 5450835"/>
              <a:gd name="connsiteX1391" fmla="*/ 5087979 w 10450132"/>
              <a:gd name="connsiteY1391" fmla="*/ 5000129 h 5450835"/>
              <a:gd name="connsiteX1392" fmla="*/ 5092512 w 10450132"/>
              <a:gd name="connsiteY1392" fmla="*/ 4992247 h 5450835"/>
              <a:gd name="connsiteX1393" fmla="*/ 5093300 w 10450132"/>
              <a:gd name="connsiteY1393" fmla="*/ 4991788 h 5450835"/>
              <a:gd name="connsiteX1394" fmla="*/ 4838919 w 10450132"/>
              <a:gd name="connsiteY1394" fmla="*/ 4991788 h 5450835"/>
              <a:gd name="connsiteX1395" fmla="*/ 4847982 w 10450132"/>
              <a:gd name="connsiteY1395" fmla="*/ 4991788 h 5450835"/>
              <a:gd name="connsiteX1396" fmla="*/ 4848772 w 10450132"/>
              <a:gd name="connsiteY1396" fmla="*/ 4992247 h 5450835"/>
              <a:gd name="connsiteX1397" fmla="*/ 4853303 w 10450132"/>
              <a:gd name="connsiteY1397" fmla="*/ 5000129 h 5450835"/>
              <a:gd name="connsiteX1398" fmla="*/ 4853303 w 10450132"/>
              <a:gd name="connsiteY1398" fmla="*/ 5000983 h 5450835"/>
              <a:gd name="connsiteX1399" fmla="*/ 4848772 w 10450132"/>
              <a:gd name="connsiteY1399" fmla="*/ 5008864 h 5450835"/>
              <a:gd name="connsiteX1400" fmla="*/ 4847982 w 10450132"/>
              <a:gd name="connsiteY1400" fmla="*/ 5009324 h 5450835"/>
              <a:gd name="connsiteX1401" fmla="*/ 4838919 w 10450132"/>
              <a:gd name="connsiteY1401" fmla="*/ 5009324 h 5450835"/>
              <a:gd name="connsiteX1402" fmla="*/ 4838132 w 10450132"/>
              <a:gd name="connsiteY1402" fmla="*/ 5008864 h 5450835"/>
              <a:gd name="connsiteX1403" fmla="*/ 4833598 w 10450132"/>
              <a:gd name="connsiteY1403" fmla="*/ 5000983 h 5450835"/>
              <a:gd name="connsiteX1404" fmla="*/ 4833598 w 10450132"/>
              <a:gd name="connsiteY1404" fmla="*/ 5000129 h 5450835"/>
              <a:gd name="connsiteX1405" fmla="*/ 4838132 w 10450132"/>
              <a:gd name="connsiteY1405" fmla="*/ 4992247 h 5450835"/>
              <a:gd name="connsiteX1406" fmla="*/ 4838919 w 10450132"/>
              <a:gd name="connsiteY1406" fmla="*/ 4991788 h 5450835"/>
              <a:gd name="connsiteX1407" fmla="*/ 4584538 w 10450132"/>
              <a:gd name="connsiteY1407" fmla="*/ 4991788 h 5450835"/>
              <a:gd name="connsiteX1408" fmla="*/ 4593603 w 10450132"/>
              <a:gd name="connsiteY1408" fmla="*/ 4991788 h 5450835"/>
              <a:gd name="connsiteX1409" fmla="*/ 4594390 w 10450132"/>
              <a:gd name="connsiteY1409" fmla="*/ 4992247 h 5450835"/>
              <a:gd name="connsiteX1410" fmla="*/ 4598922 w 10450132"/>
              <a:gd name="connsiteY1410" fmla="*/ 5000129 h 5450835"/>
              <a:gd name="connsiteX1411" fmla="*/ 4598922 w 10450132"/>
              <a:gd name="connsiteY1411" fmla="*/ 5000983 h 5450835"/>
              <a:gd name="connsiteX1412" fmla="*/ 4594390 w 10450132"/>
              <a:gd name="connsiteY1412" fmla="*/ 5008864 h 5450835"/>
              <a:gd name="connsiteX1413" fmla="*/ 4593603 w 10450132"/>
              <a:gd name="connsiteY1413" fmla="*/ 5009324 h 5450835"/>
              <a:gd name="connsiteX1414" fmla="*/ 4584538 w 10450132"/>
              <a:gd name="connsiteY1414" fmla="*/ 5009324 h 5450835"/>
              <a:gd name="connsiteX1415" fmla="*/ 4583749 w 10450132"/>
              <a:gd name="connsiteY1415" fmla="*/ 5008864 h 5450835"/>
              <a:gd name="connsiteX1416" fmla="*/ 4579218 w 10450132"/>
              <a:gd name="connsiteY1416" fmla="*/ 5000983 h 5450835"/>
              <a:gd name="connsiteX1417" fmla="*/ 4579218 w 10450132"/>
              <a:gd name="connsiteY1417" fmla="*/ 5000129 h 5450835"/>
              <a:gd name="connsiteX1418" fmla="*/ 4583749 w 10450132"/>
              <a:gd name="connsiteY1418" fmla="*/ 4992247 h 5450835"/>
              <a:gd name="connsiteX1419" fmla="*/ 4584538 w 10450132"/>
              <a:gd name="connsiteY1419" fmla="*/ 4991788 h 5450835"/>
              <a:gd name="connsiteX1420" fmla="*/ 4330157 w 10450132"/>
              <a:gd name="connsiteY1420" fmla="*/ 4991788 h 5450835"/>
              <a:gd name="connsiteX1421" fmla="*/ 4339222 w 10450132"/>
              <a:gd name="connsiteY1421" fmla="*/ 4991788 h 5450835"/>
              <a:gd name="connsiteX1422" fmla="*/ 4340010 w 10450132"/>
              <a:gd name="connsiteY1422" fmla="*/ 4992247 h 5450835"/>
              <a:gd name="connsiteX1423" fmla="*/ 4344540 w 10450132"/>
              <a:gd name="connsiteY1423" fmla="*/ 5000129 h 5450835"/>
              <a:gd name="connsiteX1424" fmla="*/ 4344540 w 10450132"/>
              <a:gd name="connsiteY1424" fmla="*/ 5000983 h 5450835"/>
              <a:gd name="connsiteX1425" fmla="*/ 4340010 w 10450132"/>
              <a:gd name="connsiteY1425" fmla="*/ 5008864 h 5450835"/>
              <a:gd name="connsiteX1426" fmla="*/ 4339222 w 10450132"/>
              <a:gd name="connsiteY1426" fmla="*/ 5009324 h 5450835"/>
              <a:gd name="connsiteX1427" fmla="*/ 4330157 w 10450132"/>
              <a:gd name="connsiteY1427" fmla="*/ 5009324 h 5450835"/>
              <a:gd name="connsiteX1428" fmla="*/ 4329369 w 10450132"/>
              <a:gd name="connsiteY1428" fmla="*/ 5008864 h 5450835"/>
              <a:gd name="connsiteX1429" fmla="*/ 4324836 w 10450132"/>
              <a:gd name="connsiteY1429" fmla="*/ 5000983 h 5450835"/>
              <a:gd name="connsiteX1430" fmla="*/ 4324836 w 10450132"/>
              <a:gd name="connsiteY1430" fmla="*/ 5000129 h 5450835"/>
              <a:gd name="connsiteX1431" fmla="*/ 4329369 w 10450132"/>
              <a:gd name="connsiteY1431" fmla="*/ 4992247 h 5450835"/>
              <a:gd name="connsiteX1432" fmla="*/ 4330157 w 10450132"/>
              <a:gd name="connsiteY1432" fmla="*/ 4991788 h 5450835"/>
              <a:gd name="connsiteX1433" fmla="*/ 4075860 w 10450132"/>
              <a:gd name="connsiteY1433" fmla="*/ 4991788 h 5450835"/>
              <a:gd name="connsiteX1434" fmla="*/ 4084924 w 10450132"/>
              <a:gd name="connsiteY1434" fmla="*/ 4991788 h 5450835"/>
              <a:gd name="connsiteX1435" fmla="*/ 4085713 w 10450132"/>
              <a:gd name="connsiteY1435" fmla="*/ 4992247 h 5450835"/>
              <a:gd name="connsiteX1436" fmla="*/ 4090242 w 10450132"/>
              <a:gd name="connsiteY1436" fmla="*/ 5000129 h 5450835"/>
              <a:gd name="connsiteX1437" fmla="*/ 4090242 w 10450132"/>
              <a:gd name="connsiteY1437" fmla="*/ 5000983 h 5450835"/>
              <a:gd name="connsiteX1438" fmla="*/ 4085713 w 10450132"/>
              <a:gd name="connsiteY1438" fmla="*/ 5008864 h 5450835"/>
              <a:gd name="connsiteX1439" fmla="*/ 4084924 w 10450132"/>
              <a:gd name="connsiteY1439" fmla="*/ 5009324 h 5450835"/>
              <a:gd name="connsiteX1440" fmla="*/ 4075860 w 10450132"/>
              <a:gd name="connsiteY1440" fmla="*/ 5009324 h 5450835"/>
              <a:gd name="connsiteX1441" fmla="*/ 4075070 w 10450132"/>
              <a:gd name="connsiteY1441" fmla="*/ 5008864 h 5450835"/>
              <a:gd name="connsiteX1442" fmla="*/ 4070539 w 10450132"/>
              <a:gd name="connsiteY1442" fmla="*/ 5000983 h 5450835"/>
              <a:gd name="connsiteX1443" fmla="*/ 4070539 w 10450132"/>
              <a:gd name="connsiteY1443" fmla="*/ 5000129 h 5450835"/>
              <a:gd name="connsiteX1444" fmla="*/ 4075070 w 10450132"/>
              <a:gd name="connsiteY1444" fmla="*/ 4992247 h 5450835"/>
              <a:gd name="connsiteX1445" fmla="*/ 4075860 w 10450132"/>
              <a:gd name="connsiteY1445" fmla="*/ 4991788 h 5450835"/>
              <a:gd name="connsiteX1446" fmla="*/ 3821406 w 10450132"/>
              <a:gd name="connsiteY1446" fmla="*/ 4991788 h 5450835"/>
              <a:gd name="connsiteX1447" fmla="*/ 3830474 w 10450132"/>
              <a:gd name="connsiteY1447" fmla="*/ 4991788 h 5450835"/>
              <a:gd name="connsiteX1448" fmla="*/ 3831260 w 10450132"/>
              <a:gd name="connsiteY1448" fmla="*/ 4992247 h 5450835"/>
              <a:gd name="connsiteX1449" fmla="*/ 3835794 w 10450132"/>
              <a:gd name="connsiteY1449" fmla="*/ 5000129 h 5450835"/>
              <a:gd name="connsiteX1450" fmla="*/ 3835794 w 10450132"/>
              <a:gd name="connsiteY1450" fmla="*/ 5000983 h 5450835"/>
              <a:gd name="connsiteX1451" fmla="*/ 3831260 w 10450132"/>
              <a:gd name="connsiteY1451" fmla="*/ 5008864 h 5450835"/>
              <a:gd name="connsiteX1452" fmla="*/ 3830474 w 10450132"/>
              <a:gd name="connsiteY1452" fmla="*/ 5009324 h 5450835"/>
              <a:gd name="connsiteX1453" fmla="*/ 3821406 w 10450132"/>
              <a:gd name="connsiteY1453" fmla="*/ 5009324 h 5450835"/>
              <a:gd name="connsiteX1454" fmla="*/ 3820618 w 10450132"/>
              <a:gd name="connsiteY1454" fmla="*/ 5008864 h 5450835"/>
              <a:gd name="connsiteX1455" fmla="*/ 3816087 w 10450132"/>
              <a:gd name="connsiteY1455" fmla="*/ 5000983 h 5450835"/>
              <a:gd name="connsiteX1456" fmla="*/ 3816087 w 10450132"/>
              <a:gd name="connsiteY1456" fmla="*/ 5000129 h 5450835"/>
              <a:gd name="connsiteX1457" fmla="*/ 3820618 w 10450132"/>
              <a:gd name="connsiteY1457" fmla="*/ 4992247 h 5450835"/>
              <a:gd name="connsiteX1458" fmla="*/ 3821406 w 10450132"/>
              <a:gd name="connsiteY1458" fmla="*/ 4991788 h 5450835"/>
              <a:gd name="connsiteX1459" fmla="*/ 3567142 w 10450132"/>
              <a:gd name="connsiteY1459" fmla="*/ 4991788 h 5450835"/>
              <a:gd name="connsiteX1460" fmla="*/ 3576205 w 10450132"/>
              <a:gd name="connsiteY1460" fmla="*/ 4991788 h 5450835"/>
              <a:gd name="connsiteX1461" fmla="*/ 3576994 w 10450132"/>
              <a:gd name="connsiteY1461" fmla="*/ 4992247 h 5450835"/>
              <a:gd name="connsiteX1462" fmla="*/ 3581526 w 10450132"/>
              <a:gd name="connsiteY1462" fmla="*/ 5000129 h 5450835"/>
              <a:gd name="connsiteX1463" fmla="*/ 3581526 w 10450132"/>
              <a:gd name="connsiteY1463" fmla="*/ 5000983 h 5450835"/>
              <a:gd name="connsiteX1464" fmla="*/ 3576994 w 10450132"/>
              <a:gd name="connsiteY1464" fmla="*/ 5008864 h 5450835"/>
              <a:gd name="connsiteX1465" fmla="*/ 3576205 w 10450132"/>
              <a:gd name="connsiteY1465" fmla="*/ 5009324 h 5450835"/>
              <a:gd name="connsiteX1466" fmla="*/ 3567142 w 10450132"/>
              <a:gd name="connsiteY1466" fmla="*/ 5009324 h 5450835"/>
              <a:gd name="connsiteX1467" fmla="*/ 3566354 w 10450132"/>
              <a:gd name="connsiteY1467" fmla="*/ 5008864 h 5450835"/>
              <a:gd name="connsiteX1468" fmla="*/ 3561819 w 10450132"/>
              <a:gd name="connsiteY1468" fmla="*/ 5000983 h 5450835"/>
              <a:gd name="connsiteX1469" fmla="*/ 3561819 w 10450132"/>
              <a:gd name="connsiteY1469" fmla="*/ 5000129 h 5450835"/>
              <a:gd name="connsiteX1470" fmla="*/ 3566354 w 10450132"/>
              <a:gd name="connsiteY1470" fmla="*/ 4992247 h 5450835"/>
              <a:gd name="connsiteX1471" fmla="*/ 3567142 w 10450132"/>
              <a:gd name="connsiteY1471" fmla="*/ 4991788 h 5450835"/>
              <a:gd name="connsiteX1472" fmla="*/ 3312748 w 10450132"/>
              <a:gd name="connsiteY1472" fmla="*/ 4991788 h 5450835"/>
              <a:gd name="connsiteX1473" fmla="*/ 3321812 w 10450132"/>
              <a:gd name="connsiteY1473" fmla="*/ 4991788 h 5450835"/>
              <a:gd name="connsiteX1474" fmla="*/ 3322600 w 10450132"/>
              <a:gd name="connsiteY1474" fmla="*/ 4992247 h 5450835"/>
              <a:gd name="connsiteX1475" fmla="*/ 3327132 w 10450132"/>
              <a:gd name="connsiteY1475" fmla="*/ 5000129 h 5450835"/>
              <a:gd name="connsiteX1476" fmla="*/ 3327132 w 10450132"/>
              <a:gd name="connsiteY1476" fmla="*/ 5000983 h 5450835"/>
              <a:gd name="connsiteX1477" fmla="*/ 3322600 w 10450132"/>
              <a:gd name="connsiteY1477" fmla="*/ 5008864 h 5450835"/>
              <a:gd name="connsiteX1478" fmla="*/ 3321812 w 10450132"/>
              <a:gd name="connsiteY1478" fmla="*/ 5009324 h 5450835"/>
              <a:gd name="connsiteX1479" fmla="*/ 3312748 w 10450132"/>
              <a:gd name="connsiteY1479" fmla="*/ 5009324 h 5450835"/>
              <a:gd name="connsiteX1480" fmla="*/ 3311960 w 10450132"/>
              <a:gd name="connsiteY1480" fmla="*/ 5008864 h 5450835"/>
              <a:gd name="connsiteX1481" fmla="*/ 3307426 w 10450132"/>
              <a:gd name="connsiteY1481" fmla="*/ 5000983 h 5450835"/>
              <a:gd name="connsiteX1482" fmla="*/ 3307426 w 10450132"/>
              <a:gd name="connsiteY1482" fmla="*/ 5000129 h 5450835"/>
              <a:gd name="connsiteX1483" fmla="*/ 3311960 w 10450132"/>
              <a:gd name="connsiteY1483" fmla="*/ 4992247 h 5450835"/>
              <a:gd name="connsiteX1484" fmla="*/ 3312748 w 10450132"/>
              <a:gd name="connsiteY1484" fmla="*/ 4991788 h 5450835"/>
              <a:gd name="connsiteX1485" fmla="*/ 3058399 w 10450132"/>
              <a:gd name="connsiteY1485" fmla="*/ 4991788 h 5450835"/>
              <a:gd name="connsiteX1486" fmla="*/ 3067465 w 10450132"/>
              <a:gd name="connsiteY1486" fmla="*/ 4991788 h 5450835"/>
              <a:gd name="connsiteX1487" fmla="*/ 3068253 w 10450132"/>
              <a:gd name="connsiteY1487" fmla="*/ 4992247 h 5450835"/>
              <a:gd name="connsiteX1488" fmla="*/ 3072785 w 10450132"/>
              <a:gd name="connsiteY1488" fmla="*/ 5000129 h 5450835"/>
              <a:gd name="connsiteX1489" fmla="*/ 3072785 w 10450132"/>
              <a:gd name="connsiteY1489" fmla="*/ 5000983 h 5450835"/>
              <a:gd name="connsiteX1490" fmla="*/ 3068253 w 10450132"/>
              <a:gd name="connsiteY1490" fmla="*/ 5008864 h 5450835"/>
              <a:gd name="connsiteX1491" fmla="*/ 3067465 w 10450132"/>
              <a:gd name="connsiteY1491" fmla="*/ 5009324 h 5450835"/>
              <a:gd name="connsiteX1492" fmla="*/ 3058399 w 10450132"/>
              <a:gd name="connsiteY1492" fmla="*/ 5009324 h 5450835"/>
              <a:gd name="connsiteX1493" fmla="*/ 3057611 w 10450132"/>
              <a:gd name="connsiteY1493" fmla="*/ 5008864 h 5450835"/>
              <a:gd name="connsiteX1494" fmla="*/ 3053079 w 10450132"/>
              <a:gd name="connsiteY1494" fmla="*/ 5000983 h 5450835"/>
              <a:gd name="connsiteX1495" fmla="*/ 3053079 w 10450132"/>
              <a:gd name="connsiteY1495" fmla="*/ 5000129 h 5450835"/>
              <a:gd name="connsiteX1496" fmla="*/ 3057611 w 10450132"/>
              <a:gd name="connsiteY1496" fmla="*/ 4992247 h 5450835"/>
              <a:gd name="connsiteX1497" fmla="*/ 3058399 w 10450132"/>
              <a:gd name="connsiteY1497" fmla="*/ 4991788 h 5450835"/>
              <a:gd name="connsiteX1498" fmla="*/ 2803975 w 10450132"/>
              <a:gd name="connsiteY1498" fmla="*/ 4991788 h 5450835"/>
              <a:gd name="connsiteX1499" fmla="*/ 2813040 w 10450132"/>
              <a:gd name="connsiteY1499" fmla="*/ 4991788 h 5450835"/>
              <a:gd name="connsiteX1500" fmla="*/ 2813829 w 10450132"/>
              <a:gd name="connsiteY1500" fmla="*/ 4992247 h 5450835"/>
              <a:gd name="connsiteX1501" fmla="*/ 2818361 w 10450132"/>
              <a:gd name="connsiteY1501" fmla="*/ 5000129 h 5450835"/>
              <a:gd name="connsiteX1502" fmla="*/ 2818361 w 10450132"/>
              <a:gd name="connsiteY1502" fmla="*/ 5000983 h 5450835"/>
              <a:gd name="connsiteX1503" fmla="*/ 2813829 w 10450132"/>
              <a:gd name="connsiteY1503" fmla="*/ 5008864 h 5450835"/>
              <a:gd name="connsiteX1504" fmla="*/ 2813040 w 10450132"/>
              <a:gd name="connsiteY1504" fmla="*/ 5009324 h 5450835"/>
              <a:gd name="connsiteX1505" fmla="*/ 2803975 w 10450132"/>
              <a:gd name="connsiteY1505" fmla="*/ 5009324 h 5450835"/>
              <a:gd name="connsiteX1506" fmla="*/ 2803187 w 10450132"/>
              <a:gd name="connsiteY1506" fmla="*/ 5008864 h 5450835"/>
              <a:gd name="connsiteX1507" fmla="*/ 2798654 w 10450132"/>
              <a:gd name="connsiteY1507" fmla="*/ 5000983 h 5450835"/>
              <a:gd name="connsiteX1508" fmla="*/ 2798654 w 10450132"/>
              <a:gd name="connsiteY1508" fmla="*/ 5000129 h 5450835"/>
              <a:gd name="connsiteX1509" fmla="*/ 2803187 w 10450132"/>
              <a:gd name="connsiteY1509" fmla="*/ 4992247 h 5450835"/>
              <a:gd name="connsiteX1510" fmla="*/ 2803975 w 10450132"/>
              <a:gd name="connsiteY1510" fmla="*/ 4991788 h 5450835"/>
              <a:gd name="connsiteX1511" fmla="*/ 2549406 w 10450132"/>
              <a:gd name="connsiteY1511" fmla="*/ 4991788 h 5450835"/>
              <a:gd name="connsiteX1512" fmla="*/ 2558471 w 10450132"/>
              <a:gd name="connsiteY1512" fmla="*/ 4991788 h 5450835"/>
              <a:gd name="connsiteX1513" fmla="*/ 2559259 w 10450132"/>
              <a:gd name="connsiteY1513" fmla="*/ 4992247 h 5450835"/>
              <a:gd name="connsiteX1514" fmla="*/ 2563791 w 10450132"/>
              <a:gd name="connsiteY1514" fmla="*/ 5000129 h 5450835"/>
              <a:gd name="connsiteX1515" fmla="*/ 2563791 w 10450132"/>
              <a:gd name="connsiteY1515" fmla="*/ 5000983 h 5450835"/>
              <a:gd name="connsiteX1516" fmla="*/ 2559259 w 10450132"/>
              <a:gd name="connsiteY1516" fmla="*/ 5008864 h 5450835"/>
              <a:gd name="connsiteX1517" fmla="*/ 2558471 w 10450132"/>
              <a:gd name="connsiteY1517" fmla="*/ 5009324 h 5450835"/>
              <a:gd name="connsiteX1518" fmla="*/ 2549406 w 10450132"/>
              <a:gd name="connsiteY1518" fmla="*/ 5009324 h 5450835"/>
              <a:gd name="connsiteX1519" fmla="*/ 2548618 w 10450132"/>
              <a:gd name="connsiteY1519" fmla="*/ 5008864 h 5450835"/>
              <a:gd name="connsiteX1520" fmla="*/ 2544086 w 10450132"/>
              <a:gd name="connsiteY1520" fmla="*/ 5000983 h 5450835"/>
              <a:gd name="connsiteX1521" fmla="*/ 2544086 w 10450132"/>
              <a:gd name="connsiteY1521" fmla="*/ 5000129 h 5450835"/>
              <a:gd name="connsiteX1522" fmla="*/ 2548618 w 10450132"/>
              <a:gd name="connsiteY1522" fmla="*/ 4992247 h 5450835"/>
              <a:gd name="connsiteX1523" fmla="*/ 2549406 w 10450132"/>
              <a:gd name="connsiteY1523" fmla="*/ 4991788 h 5450835"/>
              <a:gd name="connsiteX1524" fmla="*/ 2295020 w 10450132"/>
              <a:gd name="connsiteY1524" fmla="*/ 4991788 h 5450835"/>
              <a:gd name="connsiteX1525" fmla="*/ 2304084 w 10450132"/>
              <a:gd name="connsiteY1525" fmla="*/ 4991788 h 5450835"/>
              <a:gd name="connsiteX1526" fmla="*/ 2304873 w 10450132"/>
              <a:gd name="connsiteY1526" fmla="*/ 4992247 h 5450835"/>
              <a:gd name="connsiteX1527" fmla="*/ 2309404 w 10450132"/>
              <a:gd name="connsiteY1527" fmla="*/ 5000129 h 5450835"/>
              <a:gd name="connsiteX1528" fmla="*/ 2309404 w 10450132"/>
              <a:gd name="connsiteY1528" fmla="*/ 5000983 h 5450835"/>
              <a:gd name="connsiteX1529" fmla="*/ 2304873 w 10450132"/>
              <a:gd name="connsiteY1529" fmla="*/ 5008864 h 5450835"/>
              <a:gd name="connsiteX1530" fmla="*/ 2304084 w 10450132"/>
              <a:gd name="connsiteY1530" fmla="*/ 5009324 h 5450835"/>
              <a:gd name="connsiteX1531" fmla="*/ 2295020 w 10450132"/>
              <a:gd name="connsiteY1531" fmla="*/ 5009324 h 5450835"/>
              <a:gd name="connsiteX1532" fmla="*/ 2294231 w 10450132"/>
              <a:gd name="connsiteY1532" fmla="*/ 5008864 h 5450835"/>
              <a:gd name="connsiteX1533" fmla="*/ 2289700 w 10450132"/>
              <a:gd name="connsiteY1533" fmla="*/ 5000983 h 5450835"/>
              <a:gd name="connsiteX1534" fmla="*/ 2289700 w 10450132"/>
              <a:gd name="connsiteY1534" fmla="*/ 5000129 h 5450835"/>
              <a:gd name="connsiteX1535" fmla="*/ 2294231 w 10450132"/>
              <a:gd name="connsiteY1535" fmla="*/ 4992247 h 5450835"/>
              <a:gd name="connsiteX1536" fmla="*/ 2295020 w 10450132"/>
              <a:gd name="connsiteY1536" fmla="*/ 4991788 h 5450835"/>
              <a:gd name="connsiteX1537" fmla="*/ 2040735 w 10450132"/>
              <a:gd name="connsiteY1537" fmla="*/ 4991788 h 5450835"/>
              <a:gd name="connsiteX1538" fmla="*/ 2049800 w 10450132"/>
              <a:gd name="connsiteY1538" fmla="*/ 4991788 h 5450835"/>
              <a:gd name="connsiteX1539" fmla="*/ 2050589 w 10450132"/>
              <a:gd name="connsiteY1539" fmla="*/ 4992247 h 5450835"/>
              <a:gd name="connsiteX1540" fmla="*/ 2055121 w 10450132"/>
              <a:gd name="connsiteY1540" fmla="*/ 5000129 h 5450835"/>
              <a:gd name="connsiteX1541" fmla="*/ 2055121 w 10450132"/>
              <a:gd name="connsiteY1541" fmla="*/ 5000983 h 5450835"/>
              <a:gd name="connsiteX1542" fmla="*/ 2050589 w 10450132"/>
              <a:gd name="connsiteY1542" fmla="*/ 5008864 h 5450835"/>
              <a:gd name="connsiteX1543" fmla="*/ 2049800 w 10450132"/>
              <a:gd name="connsiteY1543" fmla="*/ 5009324 h 5450835"/>
              <a:gd name="connsiteX1544" fmla="*/ 2040735 w 10450132"/>
              <a:gd name="connsiteY1544" fmla="*/ 5009324 h 5450835"/>
              <a:gd name="connsiteX1545" fmla="*/ 2039947 w 10450132"/>
              <a:gd name="connsiteY1545" fmla="*/ 5008864 h 5450835"/>
              <a:gd name="connsiteX1546" fmla="*/ 2035414 w 10450132"/>
              <a:gd name="connsiteY1546" fmla="*/ 5000983 h 5450835"/>
              <a:gd name="connsiteX1547" fmla="*/ 2035414 w 10450132"/>
              <a:gd name="connsiteY1547" fmla="*/ 5000129 h 5450835"/>
              <a:gd name="connsiteX1548" fmla="*/ 2039947 w 10450132"/>
              <a:gd name="connsiteY1548" fmla="*/ 4992247 h 5450835"/>
              <a:gd name="connsiteX1549" fmla="*/ 2040735 w 10450132"/>
              <a:gd name="connsiteY1549" fmla="*/ 4991788 h 5450835"/>
              <a:gd name="connsiteX1550" fmla="*/ 1786240 w 10450132"/>
              <a:gd name="connsiteY1550" fmla="*/ 4991788 h 5450835"/>
              <a:gd name="connsiteX1551" fmla="*/ 1795304 w 10450132"/>
              <a:gd name="connsiteY1551" fmla="*/ 4991788 h 5450835"/>
              <a:gd name="connsiteX1552" fmla="*/ 1796092 w 10450132"/>
              <a:gd name="connsiteY1552" fmla="*/ 4992247 h 5450835"/>
              <a:gd name="connsiteX1553" fmla="*/ 1800624 w 10450132"/>
              <a:gd name="connsiteY1553" fmla="*/ 5000129 h 5450835"/>
              <a:gd name="connsiteX1554" fmla="*/ 1800624 w 10450132"/>
              <a:gd name="connsiteY1554" fmla="*/ 5000983 h 5450835"/>
              <a:gd name="connsiteX1555" fmla="*/ 1796092 w 10450132"/>
              <a:gd name="connsiteY1555" fmla="*/ 5008864 h 5450835"/>
              <a:gd name="connsiteX1556" fmla="*/ 1795304 w 10450132"/>
              <a:gd name="connsiteY1556" fmla="*/ 5009324 h 5450835"/>
              <a:gd name="connsiteX1557" fmla="*/ 1786240 w 10450132"/>
              <a:gd name="connsiteY1557" fmla="*/ 5009324 h 5450835"/>
              <a:gd name="connsiteX1558" fmla="*/ 1785452 w 10450132"/>
              <a:gd name="connsiteY1558" fmla="*/ 5008864 h 5450835"/>
              <a:gd name="connsiteX1559" fmla="*/ 1780920 w 10450132"/>
              <a:gd name="connsiteY1559" fmla="*/ 5000983 h 5450835"/>
              <a:gd name="connsiteX1560" fmla="*/ 1780920 w 10450132"/>
              <a:gd name="connsiteY1560" fmla="*/ 5000129 h 5450835"/>
              <a:gd name="connsiteX1561" fmla="*/ 1785452 w 10450132"/>
              <a:gd name="connsiteY1561" fmla="*/ 4992247 h 5450835"/>
              <a:gd name="connsiteX1562" fmla="*/ 1786240 w 10450132"/>
              <a:gd name="connsiteY1562" fmla="*/ 4991788 h 5450835"/>
              <a:gd name="connsiteX1563" fmla="*/ 1531853 w 10450132"/>
              <a:gd name="connsiteY1563" fmla="*/ 4991788 h 5450835"/>
              <a:gd name="connsiteX1564" fmla="*/ 1540916 w 10450132"/>
              <a:gd name="connsiteY1564" fmla="*/ 4991788 h 5450835"/>
              <a:gd name="connsiteX1565" fmla="*/ 1541703 w 10450132"/>
              <a:gd name="connsiteY1565" fmla="*/ 4992247 h 5450835"/>
              <a:gd name="connsiteX1566" fmla="*/ 1546236 w 10450132"/>
              <a:gd name="connsiteY1566" fmla="*/ 5000129 h 5450835"/>
              <a:gd name="connsiteX1567" fmla="*/ 1546236 w 10450132"/>
              <a:gd name="connsiteY1567" fmla="*/ 5000983 h 5450835"/>
              <a:gd name="connsiteX1568" fmla="*/ 1541703 w 10450132"/>
              <a:gd name="connsiteY1568" fmla="*/ 5008864 h 5450835"/>
              <a:gd name="connsiteX1569" fmla="*/ 1540916 w 10450132"/>
              <a:gd name="connsiteY1569" fmla="*/ 5009324 h 5450835"/>
              <a:gd name="connsiteX1570" fmla="*/ 1531853 w 10450132"/>
              <a:gd name="connsiteY1570" fmla="*/ 5009324 h 5450835"/>
              <a:gd name="connsiteX1571" fmla="*/ 1531064 w 10450132"/>
              <a:gd name="connsiteY1571" fmla="*/ 5008864 h 5450835"/>
              <a:gd name="connsiteX1572" fmla="*/ 1526532 w 10450132"/>
              <a:gd name="connsiteY1572" fmla="*/ 5000983 h 5450835"/>
              <a:gd name="connsiteX1573" fmla="*/ 1526532 w 10450132"/>
              <a:gd name="connsiteY1573" fmla="*/ 5000129 h 5450835"/>
              <a:gd name="connsiteX1574" fmla="*/ 1531064 w 10450132"/>
              <a:gd name="connsiteY1574" fmla="*/ 4992247 h 5450835"/>
              <a:gd name="connsiteX1575" fmla="*/ 1531853 w 10450132"/>
              <a:gd name="connsiteY1575" fmla="*/ 4991788 h 5450835"/>
              <a:gd name="connsiteX1576" fmla="*/ 1277438 w 10450132"/>
              <a:gd name="connsiteY1576" fmla="*/ 4991788 h 5450835"/>
              <a:gd name="connsiteX1577" fmla="*/ 1286504 w 10450132"/>
              <a:gd name="connsiteY1577" fmla="*/ 4991788 h 5450835"/>
              <a:gd name="connsiteX1578" fmla="*/ 1287292 w 10450132"/>
              <a:gd name="connsiteY1578" fmla="*/ 4992247 h 5450835"/>
              <a:gd name="connsiteX1579" fmla="*/ 1291824 w 10450132"/>
              <a:gd name="connsiteY1579" fmla="*/ 5000129 h 5450835"/>
              <a:gd name="connsiteX1580" fmla="*/ 1291824 w 10450132"/>
              <a:gd name="connsiteY1580" fmla="*/ 5000983 h 5450835"/>
              <a:gd name="connsiteX1581" fmla="*/ 1287292 w 10450132"/>
              <a:gd name="connsiteY1581" fmla="*/ 5008864 h 5450835"/>
              <a:gd name="connsiteX1582" fmla="*/ 1286504 w 10450132"/>
              <a:gd name="connsiteY1582" fmla="*/ 5009324 h 5450835"/>
              <a:gd name="connsiteX1583" fmla="*/ 1277438 w 10450132"/>
              <a:gd name="connsiteY1583" fmla="*/ 5009324 h 5450835"/>
              <a:gd name="connsiteX1584" fmla="*/ 1276650 w 10450132"/>
              <a:gd name="connsiteY1584" fmla="*/ 5008864 h 5450835"/>
              <a:gd name="connsiteX1585" fmla="*/ 1272119 w 10450132"/>
              <a:gd name="connsiteY1585" fmla="*/ 5000983 h 5450835"/>
              <a:gd name="connsiteX1586" fmla="*/ 1272119 w 10450132"/>
              <a:gd name="connsiteY1586" fmla="*/ 5000129 h 5450835"/>
              <a:gd name="connsiteX1587" fmla="*/ 1276650 w 10450132"/>
              <a:gd name="connsiteY1587" fmla="*/ 4992247 h 5450835"/>
              <a:gd name="connsiteX1588" fmla="*/ 1277438 w 10450132"/>
              <a:gd name="connsiteY1588" fmla="*/ 4991788 h 5450835"/>
              <a:gd name="connsiteX1589" fmla="*/ 1023011 w 10450132"/>
              <a:gd name="connsiteY1589" fmla="*/ 4991788 h 5450835"/>
              <a:gd name="connsiteX1590" fmla="*/ 1032075 w 10450132"/>
              <a:gd name="connsiteY1590" fmla="*/ 4991788 h 5450835"/>
              <a:gd name="connsiteX1591" fmla="*/ 1032863 w 10450132"/>
              <a:gd name="connsiteY1591" fmla="*/ 4992247 h 5450835"/>
              <a:gd name="connsiteX1592" fmla="*/ 1037395 w 10450132"/>
              <a:gd name="connsiteY1592" fmla="*/ 5000129 h 5450835"/>
              <a:gd name="connsiteX1593" fmla="*/ 1037395 w 10450132"/>
              <a:gd name="connsiteY1593" fmla="*/ 5000983 h 5450835"/>
              <a:gd name="connsiteX1594" fmla="*/ 1032863 w 10450132"/>
              <a:gd name="connsiteY1594" fmla="*/ 5008864 h 5450835"/>
              <a:gd name="connsiteX1595" fmla="*/ 1032075 w 10450132"/>
              <a:gd name="connsiteY1595" fmla="*/ 5009324 h 5450835"/>
              <a:gd name="connsiteX1596" fmla="*/ 1023011 w 10450132"/>
              <a:gd name="connsiteY1596" fmla="*/ 5009324 h 5450835"/>
              <a:gd name="connsiteX1597" fmla="*/ 1022223 w 10450132"/>
              <a:gd name="connsiteY1597" fmla="*/ 5008864 h 5450835"/>
              <a:gd name="connsiteX1598" fmla="*/ 1017690 w 10450132"/>
              <a:gd name="connsiteY1598" fmla="*/ 5000983 h 5450835"/>
              <a:gd name="connsiteX1599" fmla="*/ 1017690 w 10450132"/>
              <a:gd name="connsiteY1599" fmla="*/ 5000129 h 5450835"/>
              <a:gd name="connsiteX1600" fmla="*/ 1022223 w 10450132"/>
              <a:gd name="connsiteY1600" fmla="*/ 4992247 h 5450835"/>
              <a:gd name="connsiteX1601" fmla="*/ 1023011 w 10450132"/>
              <a:gd name="connsiteY1601" fmla="*/ 4991788 h 5450835"/>
              <a:gd name="connsiteX1602" fmla="*/ 768631 w 10450132"/>
              <a:gd name="connsiteY1602" fmla="*/ 4991788 h 5450835"/>
              <a:gd name="connsiteX1603" fmla="*/ 777694 w 10450132"/>
              <a:gd name="connsiteY1603" fmla="*/ 4991788 h 5450835"/>
              <a:gd name="connsiteX1604" fmla="*/ 778482 w 10450132"/>
              <a:gd name="connsiteY1604" fmla="*/ 4992247 h 5450835"/>
              <a:gd name="connsiteX1605" fmla="*/ 783014 w 10450132"/>
              <a:gd name="connsiteY1605" fmla="*/ 5000129 h 5450835"/>
              <a:gd name="connsiteX1606" fmla="*/ 783014 w 10450132"/>
              <a:gd name="connsiteY1606" fmla="*/ 5000983 h 5450835"/>
              <a:gd name="connsiteX1607" fmla="*/ 778482 w 10450132"/>
              <a:gd name="connsiteY1607" fmla="*/ 5008864 h 5450835"/>
              <a:gd name="connsiteX1608" fmla="*/ 777694 w 10450132"/>
              <a:gd name="connsiteY1608" fmla="*/ 5009324 h 5450835"/>
              <a:gd name="connsiteX1609" fmla="*/ 768631 w 10450132"/>
              <a:gd name="connsiteY1609" fmla="*/ 5009324 h 5450835"/>
              <a:gd name="connsiteX1610" fmla="*/ 767842 w 10450132"/>
              <a:gd name="connsiteY1610" fmla="*/ 5008864 h 5450835"/>
              <a:gd name="connsiteX1611" fmla="*/ 763311 w 10450132"/>
              <a:gd name="connsiteY1611" fmla="*/ 5000983 h 5450835"/>
              <a:gd name="connsiteX1612" fmla="*/ 763311 w 10450132"/>
              <a:gd name="connsiteY1612" fmla="*/ 5000129 h 5450835"/>
              <a:gd name="connsiteX1613" fmla="*/ 767842 w 10450132"/>
              <a:gd name="connsiteY1613" fmla="*/ 4992247 h 5450835"/>
              <a:gd name="connsiteX1614" fmla="*/ 768631 w 10450132"/>
              <a:gd name="connsiteY1614" fmla="*/ 4991788 h 5450835"/>
              <a:gd name="connsiteX1615" fmla="*/ 514388 w 10450132"/>
              <a:gd name="connsiteY1615" fmla="*/ 4991788 h 5450835"/>
              <a:gd name="connsiteX1616" fmla="*/ 523450 w 10450132"/>
              <a:gd name="connsiteY1616" fmla="*/ 4991788 h 5450835"/>
              <a:gd name="connsiteX1617" fmla="*/ 524239 w 10450132"/>
              <a:gd name="connsiteY1617" fmla="*/ 4992247 h 5450835"/>
              <a:gd name="connsiteX1618" fmla="*/ 528771 w 10450132"/>
              <a:gd name="connsiteY1618" fmla="*/ 5000129 h 5450835"/>
              <a:gd name="connsiteX1619" fmla="*/ 528771 w 10450132"/>
              <a:gd name="connsiteY1619" fmla="*/ 5000983 h 5450835"/>
              <a:gd name="connsiteX1620" fmla="*/ 524239 w 10450132"/>
              <a:gd name="connsiteY1620" fmla="*/ 5008864 h 5450835"/>
              <a:gd name="connsiteX1621" fmla="*/ 523450 w 10450132"/>
              <a:gd name="connsiteY1621" fmla="*/ 5009324 h 5450835"/>
              <a:gd name="connsiteX1622" fmla="*/ 514388 w 10450132"/>
              <a:gd name="connsiteY1622" fmla="*/ 5009324 h 5450835"/>
              <a:gd name="connsiteX1623" fmla="*/ 513600 w 10450132"/>
              <a:gd name="connsiteY1623" fmla="*/ 5008864 h 5450835"/>
              <a:gd name="connsiteX1624" fmla="*/ 509067 w 10450132"/>
              <a:gd name="connsiteY1624" fmla="*/ 5000983 h 5450835"/>
              <a:gd name="connsiteX1625" fmla="*/ 509067 w 10450132"/>
              <a:gd name="connsiteY1625" fmla="*/ 5000129 h 5450835"/>
              <a:gd name="connsiteX1626" fmla="*/ 513600 w 10450132"/>
              <a:gd name="connsiteY1626" fmla="*/ 4992247 h 5450835"/>
              <a:gd name="connsiteX1627" fmla="*/ 514388 w 10450132"/>
              <a:gd name="connsiteY1627" fmla="*/ 4991788 h 5450835"/>
              <a:gd name="connsiteX1628" fmla="*/ 259919 w 10450132"/>
              <a:gd name="connsiteY1628" fmla="*/ 4991788 h 5450835"/>
              <a:gd name="connsiteX1629" fmla="*/ 268982 w 10450132"/>
              <a:gd name="connsiteY1629" fmla="*/ 4991788 h 5450835"/>
              <a:gd name="connsiteX1630" fmla="*/ 269770 w 10450132"/>
              <a:gd name="connsiteY1630" fmla="*/ 4992247 h 5450835"/>
              <a:gd name="connsiteX1631" fmla="*/ 274302 w 10450132"/>
              <a:gd name="connsiteY1631" fmla="*/ 5000129 h 5450835"/>
              <a:gd name="connsiteX1632" fmla="*/ 274302 w 10450132"/>
              <a:gd name="connsiteY1632" fmla="*/ 5000983 h 5450835"/>
              <a:gd name="connsiteX1633" fmla="*/ 269770 w 10450132"/>
              <a:gd name="connsiteY1633" fmla="*/ 5008864 h 5450835"/>
              <a:gd name="connsiteX1634" fmla="*/ 268982 w 10450132"/>
              <a:gd name="connsiteY1634" fmla="*/ 5009324 h 5450835"/>
              <a:gd name="connsiteX1635" fmla="*/ 259919 w 10450132"/>
              <a:gd name="connsiteY1635" fmla="*/ 5009324 h 5450835"/>
              <a:gd name="connsiteX1636" fmla="*/ 259129 w 10450132"/>
              <a:gd name="connsiteY1636" fmla="*/ 5008864 h 5450835"/>
              <a:gd name="connsiteX1637" fmla="*/ 254597 w 10450132"/>
              <a:gd name="connsiteY1637" fmla="*/ 5000983 h 5450835"/>
              <a:gd name="connsiteX1638" fmla="*/ 254597 w 10450132"/>
              <a:gd name="connsiteY1638" fmla="*/ 5000129 h 5450835"/>
              <a:gd name="connsiteX1639" fmla="*/ 259129 w 10450132"/>
              <a:gd name="connsiteY1639" fmla="*/ 4992247 h 5450835"/>
              <a:gd name="connsiteX1640" fmla="*/ 259919 w 10450132"/>
              <a:gd name="connsiteY1640" fmla="*/ 4991788 h 5450835"/>
              <a:gd name="connsiteX1641" fmla="*/ 5471 w 10450132"/>
              <a:gd name="connsiteY1641" fmla="*/ 4991788 h 5450835"/>
              <a:gd name="connsiteX1642" fmla="*/ 14535 w 10450132"/>
              <a:gd name="connsiteY1642" fmla="*/ 4991788 h 5450835"/>
              <a:gd name="connsiteX1643" fmla="*/ 15323 w 10450132"/>
              <a:gd name="connsiteY1643" fmla="*/ 4992247 h 5450835"/>
              <a:gd name="connsiteX1644" fmla="*/ 19855 w 10450132"/>
              <a:gd name="connsiteY1644" fmla="*/ 5000129 h 5450835"/>
              <a:gd name="connsiteX1645" fmla="*/ 19855 w 10450132"/>
              <a:gd name="connsiteY1645" fmla="*/ 5000983 h 5450835"/>
              <a:gd name="connsiteX1646" fmla="*/ 15323 w 10450132"/>
              <a:gd name="connsiteY1646" fmla="*/ 5008864 h 5450835"/>
              <a:gd name="connsiteX1647" fmla="*/ 14535 w 10450132"/>
              <a:gd name="connsiteY1647" fmla="*/ 5009324 h 5450835"/>
              <a:gd name="connsiteX1648" fmla="*/ 5471 w 10450132"/>
              <a:gd name="connsiteY1648" fmla="*/ 5009324 h 5450835"/>
              <a:gd name="connsiteX1649" fmla="*/ 4682 w 10450132"/>
              <a:gd name="connsiteY1649" fmla="*/ 5008864 h 5450835"/>
              <a:gd name="connsiteX1650" fmla="*/ 150 w 10450132"/>
              <a:gd name="connsiteY1650" fmla="*/ 5000983 h 5450835"/>
              <a:gd name="connsiteX1651" fmla="*/ 150 w 10450132"/>
              <a:gd name="connsiteY1651" fmla="*/ 5000129 h 5450835"/>
              <a:gd name="connsiteX1652" fmla="*/ 4682 w 10450132"/>
              <a:gd name="connsiteY1652" fmla="*/ 4992247 h 5450835"/>
              <a:gd name="connsiteX1653" fmla="*/ 5471 w 10450132"/>
              <a:gd name="connsiteY1653" fmla="*/ 4991788 h 5450835"/>
              <a:gd name="connsiteX1654" fmla="*/ 10435622 w 10450132"/>
              <a:gd name="connsiteY1654" fmla="*/ 4774713 h 5450835"/>
              <a:gd name="connsiteX1655" fmla="*/ 10444686 w 10450132"/>
              <a:gd name="connsiteY1655" fmla="*/ 4774713 h 5450835"/>
              <a:gd name="connsiteX1656" fmla="*/ 10445474 w 10450132"/>
              <a:gd name="connsiteY1656" fmla="*/ 4775173 h 5450835"/>
              <a:gd name="connsiteX1657" fmla="*/ 10450007 w 10450132"/>
              <a:gd name="connsiteY1657" fmla="*/ 4783055 h 5450835"/>
              <a:gd name="connsiteX1658" fmla="*/ 10450007 w 10450132"/>
              <a:gd name="connsiteY1658" fmla="*/ 4783908 h 5450835"/>
              <a:gd name="connsiteX1659" fmla="*/ 10445474 w 10450132"/>
              <a:gd name="connsiteY1659" fmla="*/ 4791790 h 5450835"/>
              <a:gd name="connsiteX1660" fmla="*/ 10444686 w 10450132"/>
              <a:gd name="connsiteY1660" fmla="*/ 4792249 h 5450835"/>
              <a:gd name="connsiteX1661" fmla="*/ 10435622 w 10450132"/>
              <a:gd name="connsiteY1661" fmla="*/ 4792249 h 5450835"/>
              <a:gd name="connsiteX1662" fmla="*/ 10434834 w 10450132"/>
              <a:gd name="connsiteY1662" fmla="*/ 4791790 h 5450835"/>
              <a:gd name="connsiteX1663" fmla="*/ 10430302 w 10450132"/>
              <a:gd name="connsiteY1663" fmla="*/ 4783908 h 5450835"/>
              <a:gd name="connsiteX1664" fmla="*/ 10430302 w 10450132"/>
              <a:gd name="connsiteY1664" fmla="*/ 4783055 h 5450835"/>
              <a:gd name="connsiteX1665" fmla="*/ 10434834 w 10450132"/>
              <a:gd name="connsiteY1665" fmla="*/ 4775173 h 5450835"/>
              <a:gd name="connsiteX1666" fmla="*/ 10435622 w 10450132"/>
              <a:gd name="connsiteY1666" fmla="*/ 4774713 h 5450835"/>
              <a:gd name="connsiteX1667" fmla="*/ 10181242 w 10450132"/>
              <a:gd name="connsiteY1667" fmla="*/ 4774713 h 5450835"/>
              <a:gd name="connsiteX1668" fmla="*/ 10190305 w 10450132"/>
              <a:gd name="connsiteY1668" fmla="*/ 4774713 h 5450835"/>
              <a:gd name="connsiteX1669" fmla="*/ 10191093 w 10450132"/>
              <a:gd name="connsiteY1669" fmla="*/ 4775173 h 5450835"/>
              <a:gd name="connsiteX1670" fmla="*/ 10195626 w 10450132"/>
              <a:gd name="connsiteY1670" fmla="*/ 4783055 h 5450835"/>
              <a:gd name="connsiteX1671" fmla="*/ 10195626 w 10450132"/>
              <a:gd name="connsiteY1671" fmla="*/ 4783908 h 5450835"/>
              <a:gd name="connsiteX1672" fmla="*/ 10191093 w 10450132"/>
              <a:gd name="connsiteY1672" fmla="*/ 4791790 h 5450835"/>
              <a:gd name="connsiteX1673" fmla="*/ 10190305 w 10450132"/>
              <a:gd name="connsiteY1673" fmla="*/ 4792249 h 5450835"/>
              <a:gd name="connsiteX1674" fmla="*/ 10181242 w 10450132"/>
              <a:gd name="connsiteY1674" fmla="*/ 4792249 h 5450835"/>
              <a:gd name="connsiteX1675" fmla="*/ 10180453 w 10450132"/>
              <a:gd name="connsiteY1675" fmla="*/ 4791790 h 5450835"/>
              <a:gd name="connsiteX1676" fmla="*/ 10175922 w 10450132"/>
              <a:gd name="connsiteY1676" fmla="*/ 4783908 h 5450835"/>
              <a:gd name="connsiteX1677" fmla="*/ 10175922 w 10450132"/>
              <a:gd name="connsiteY1677" fmla="*/ 4783055 h 5450835"/>
              <a:gd name="connsiteX1678" fmla="*/ 10180453 w 10450132"/>
              <a:gd name="connsiteY1678" fmla="*/ 4775173 h 5450835"/>
              <a:gd name="connsiteX1679" fmla="*/ 10181242 w 10450132"/>
              <a:gd name="connsiteY1679" fmla="*/ 4774713 h 5450835"/>
              <a:gd name="connsiteX1680" fmla="*/ 9926861 w 10450132"/>
              <a:gd name="connsiteY1680" fmla="*/ 4774713 h 5450835"/>
              <a:gd name="connsiteX1681" fmla="*/ 9935924 w 10450132"/>
              <a:gd name="connsiteY1681" fmla="*/ 4774713 h 5450835"/>
              <a:gd name="connsiteX1682" fmla="*/ 9936713 w 10450132"/>
              <a:gd name="connsiteY1682" fmla="*/ 4775173 h 5450835"/>
              <a:gd name="connsiteX1683" fmla="*/ 9941246 w 10450132"/>
              <a:gd name="connsiteY1683" fmla="*/ 4783055 h 5450835"/>
              <a:gd name="connsiteX1684" fmla="*/ 9941246 w 10450132"/>
              <a:gd name="connsiteY1684" fmla="*/ 4783908 h 5450835"/>
              <a:gd name="connsiteX1685" fmla="*/ 9936713 w 10450132"/>
              <a:gd name="connsiteY1685" fmla="*/ 4791790 h 5450835"/>
              <a:gd name="connsiteX1686" fmla="*/ 9935924 w 10450132"/>
              <a:gd name="connsiteY1686" fmla="*/ 4792249 h 5450835"/>
              <a:gd name="connsiteX1687" fmla="*/ 9926861 w 10450132"/>
              <a:gd name="connsiteY1687" fmla="*/ 4792249 h 5450835"/>
              <a:gd name="connsiteX1688" fmla="*/ 9926073 w 10450132"/>
              <a:gd name="connsiteY1688" fmla="*/ 4791790 h 5450835"/>
              <a:gd name="connsiteX1689" fmla="*/ 9921541 w 10450132"/>
              <a:gd name="connsiteY1689" fmla="*/ 4783908 h 5450835"/>
              <a:gd name="connsiteX1690" fmla="*/ 9921541 w 10450132"/>
              <a:gd name="connsiteY1690" fmla="*/ 4783055 h 5450835"/>
              <a:gd name="connsiteX1691" fmla="*/ 9926073 w 10450132"/>
              <a:gd name="connsiteY1691" fmla="*/ 4775173 h 5450835"/>
              <a:gd name="connsiteX1692" fmla="*/ 9926861 w 10450132"/>
              <a:gd name="connsiteY1692" fmla="*/ 4774713 h 5450835"/>
              <a:gd name="connsiteX1693" fmla="*/ 9672481 w 10450132"/>
              <a:gd name="connsiteY1693" fmla="*/ 4774713 h 5450835"/>
              <a:gd name="connsiteX1694" fmla="*/ 9681545 w 10450132"/>
              <a:gd name="connsiteY1694" fmla="*/ 4774713 h 5450835"/>
              <a:gd name="connsiteX1695" fmla="*/ 9682333 w 10450132"/>
              <a:gd name="connsiteY1695" fmla="*/ 4775173 h 5450835"/>
              <a:gd name="connsiteX1696" fmla="*/ 9686865 w 10450132"/>
              <a:gd name="connsiteY1696" fmla="*/ 4783055 h 5450835"/>
              <a:gd name="connsiteX1697" fmla="*/ 9686865 w 10450132"/>
              <a:gd name="connsiteY1697" fmla="*/ 4783908 h 5450835"/>
              <a:gd name="connsiteX1698" fmla="*/ 9682333 w 10450132"/>
              <a:gd name="connsiteY1698" fmla="*/ 4791790 h 5450835"/>
              <a:gd name="connsiteX1699" fmla="*/ 9681545 w 10450132"/>
              <a:gd name="connsiteY1699" fmla="*/ 4792249 h 5450835"/>
              <a:gd name="connsiteX1700" fmla="*/ 9672481 w 10450132"/>
              <a:gd name="connsiteY1700" fmla="*/ 4792249 h 5450835"/>
              <a:gd name="connsiteX1701" fmla="*/ 9671693 w 10450132"/>
              <a:gd name="connsiteY1701" fmla="*/ 4791790 h 5450835"/>
              <a:gd name="connsiteX1702" fmla="*/ 9667160 w 10450132"/>
              <a:gd name="connsiteY1702" fmla="*/ 4783908 h 5450835"/>
              <a:gd name="connsiteX1703" fmla="*/ 9667160 w 10450132"/>
              <a:gd name="connsiteY1703" fmla="*/ 4783055 h 5450835"/>
              <a:gd name="connsiteX1704" fmla="*/ 9671693 w 10450132"/>
              <a:gd name="connsiteY1704" fmla="*/ 4775173 h 5450835"/>
              <a:gd name="connsiteX1705" fmla="*/ 9672481 w 10450132"/>
              <a:gd name="connsiteY1705" fmla="*/ 4774713 h 5450835"/>
              <a:gd name="connsiteX1706" fmla="*/ 9418035 w 10450132"/>
              <a:gd name="connsiteY1706" fmla="*/ 4774713 h 5450835"/>
              <a:gd name="connsiteX1707" fmla="*/ 9427099 w 10450132"/>
              <a:gd name="connsiteY1707" fmla="*/ 4774713 h 5450835"/>
              <a:gd name="connsiteX1708" fmla="*/ 9427887 w 10450132"/>
              <a:gd name="connsiteY1708" fmla="*/ 4775173 h 5450835"/>
              <a:gd name="connsiteX1709" fmla="*/ 9432419 w 10450132"/>
              <a:gd name="connsiteY1709" fmla="*/ 4783055 h 5450835"/>
              <a:gd name="connsiteX1710" fmla="*/ 9432419 w 10450132"/>
              <a:gd name="connsiteY1710" fmla="*/ 4783908 h 5450835"/>
              <a:gd name="connsiteX1711" fmla="*/ 9427887 w 10450132"/>
              <a:gd name="connsiteY1711" fmla="*/ 4791790 h 5450835"/>
              <a:gd name="connsiteX1712" fmla="*/ 9427099 w 10450132"/>
              <a:gd name="connsiteY1712" fmla="*/ 4792249 h 5450835"/>
              <a:gd name="connsiteX1713" fmla="*/ 9418035 w 10450132"/>
              <a:gd name="connsiteY1713" fmla="*/ 4792249 h 5450835"/>
              <a:gd name="connsiteX1714" fmla="*/ 9417247 w 10450132"/>
              <a:gd name="connsiteY1714" fmla="*/ 4791790 h 5450835"/>
              <a:gd name="connsiteX1715" fmla="*/ 9412714 w 10450132"/>
              <a:gd name="connsiteY1715" fmla="*/ 4783908 h 5450835"/>
              <a:gd name="connsiteX1716" fmla="*/ 9412714 w 10450132"/>
              <a:gd name="connsiteY1716" fmla="*/ 4783055 h 5450835"/>
              <a:gd name="connsiteX1717" fmla="*/ 9417247 w 10450132"/>
              <a:gd name="connsiteY1717" fmla="*/ 4775173 h 5450835"/>
              <a:gd name="connsiteX1718" fmla="*/ 9418035 w 10450132"/>
              <a:gd name="connsiteY1718" fmla="*/ 4774713 h 5450835"/>
              <a:gd name="connsiteX1719" fmla="*/ 9163654 w 10450132"/>
              <a:gd name="connsiteY1719" fmla="*/ 4774713 h 5450835"/>
              <a:gd name="connsiteX1720" fmla="*/ 9172718 w 10450132"/>
              <a:gd name="connsiteY1720" fmla="*/ 4774713 h 5450835"/>
              <a:gd name="connsiteX1721" fmla="*/ 9173506 w 10450132"/>
              <a:gd name="connsiteY1721" fmla="*/ 4775173 h 5450835"/>
              <a:gd name="connsiteX1722" fmla="*/ 9178038 w 10450132"/>
              <a:gd name="connsiteY1722" fmla="*/ 4783055 h 5450835"/>
              <a:gd name="connsiteX1723" fmla="*/ 9178038 w 10450132"/>
              <a:gd name="connsiteY1723" fmla="*/ 4783908 h 5450835"/>
              <a:gd name="connsiteX1724" fmla="*/ 9173506 w 10450132"/>
              <a:gd name="connsiteY1724" fmla="*/ 4791790 h 5450835"/>
              <a:gd name="connsiteX1725" fmla="*/ 9172718 w 10450132"/>
              <a:gd name="connsiteY1725" fmla="*/ 4792249 h 5450835"/>
              <a:gd name="connsiteX1726" fmla="*/ 9163654 w 10450132"/>
              <a:gd name="connsiteY1726" fmla="*/ 4792249 h 5450835"/>
              <a:gd name="connsiteX1727" fmla="*/ 9162866 w 10450132"/>
              <a:gd name="connsiteY1727" fmla="*/ 4791790 h 5450835"/>
              <a:gd name="connsiteX1728" fmla="*/ 9158333 w 10450132"/>
              <a:gd name="connsiteY1728" fmla="*/ 4783908 h 5450835"/>
              <a:gd name="connsiteX1729" fmla="*/ 9158333 w 10450132"/>
              <a:gd name="connsiteY1729" fmla="*/ 4783055 h 5450835"/>
              <a:gd name="connsiteX1730" fmla="*/ 9162866 w 10450132"/>
              <a:gd name="connsiteY1730" fmla="*/ 4775173 h 5450835"/>
              <a:gd name="connsiteX1731" fmla="*/ 9163654 w 10450132"/>
              <a:gd name="connsiteY1731" fmla="*/ 4774713 h 5450835"/>
              <a:gd name="connsiteX1732" fmla="*/ 8909274 w 10450132"/>
              <a:gd name="connsiteY1732" fmla="*/ 4774713 h 5450835"/>
              <a:gd name="connsiteX1733" fmla="*/ 8918336 w 10450132"/>
              <a:gd name="connsiteY1733" fmla="*/ 4774713 h 5450835"/>
              <a:gd name="connsiteX1734" fmla="*/ 8919125 w 10450132"/>
              <a:gd name="connsiteY1734" fmla="*/ 4775173 h 5450835"/>
              <a:gd name="connsiteX1735" fmla="*/ 8923657 w 10450132"/>
              <a:gd name="connsiteY1735" fmla="*/ 4783055 h 5450835"/>
              <a:gd name="connsiteX1736" fmla="*/ 8923657 w 10450132"/>
              <a:gd name="connsiteY1736" fmla="*/ 4783908 h 5450835"/>
              <a:gd name="connsiteX1737" fmla="*/ 8919125 w 10450132"/>
              <a:gd name="connsiteY1737" fmla="*/ 4791790 h 5450835"/>
              <a:gd name="connsiteX1738" fmla="*/ 8918336 w 10450132"/>
              <a:gd name="connsiteY1738" fmla="*/ 4792249 h 5450835"/>
              <a:gd name="connsiteX1739" fmla="*/ 8909274 w 10450132"/>
              <a:gd name="connsiteY1739" fmla="*/ 4792249 h 5450835"/>
              <a:gd name="connsiteX1740" fmla="*/ 8908484 w 10450132"/>
              <a:gd name="connsiteY1740" fmla="*/ 4791790 h 5450835"/>
              <a:gd name="connsiteX1741" fmla="*/ 8903953 w 10450132"/>
              <a:gd name="connsiteY1741" fmla="*/ 4783908 h 5450835"/>
              <a:gd name="connsiteX1742" fmla="*/ 8903953 w 10450132"/>
              <a:gd name="connsiteY1742" fmla="*/ 4783055 h 5450835"/>
              <a:gd name="connsiteX1743" fmla="*/ 8908484 w 10450132"/>
              <a:gd name="connsiteY1743" fmla="*/ 4775173 h 5450835"/>
              <a:gd name="connsiteX1744" fmla="*/ 8909274 w 10450132"/>
              <a:gd name="connsiteY1744" fmla="*/ 4774713 h 5450835"/>
              <a:gd name="connsiteX1745" fmla="*/ 8654892 w 10450132"/>
              <a:gd name="connsiteY1745" fmla="*/ 4774713 h 5450835"/>
              <a:gd name="connsiteX1746" fmla="*/ 8663955 w 10450132"/>
              <a:gd name="connsiteY1746" fmla="*/ 4774713 h 5450835"/>
              <a:gd name="connsiteX1747" fmla="*/ 8664744 w 10450132"/>
              <a:gd name="connsiteY1747" fmla="*/ 4775173 h 5450835"/>
              <a:gd name="connsiteX1748" fmla="*/ 8669277 w 10450132"/>
              <a:gd name="connsiteY1748" fmla="*/ 4783055 h 5450835"/>
              <a:gd name="connsiteX1749" fmla="*/ 8669277 w 10450132"/>
              <a:gd name="connsiteY1749" fmla="*/ 4783908 h 5450835"/>
              <a:gd name="connsiteX1750" fmla="*/ 8664744 w 10450132"/>
              <a:gd name="connsiteY1750" fmla="*/ 4791790 h 5450835"/>
              <a:gd name="connsiteX1751" fmla="*/ 8663955 w 10450132"/>
              <a:gd name="connsiteY1751" fmla="*/ 4792249 h 5450835"/>
              <a:gd name="connsiteX1752" fmla="*/ 8654892 w 10450132"/>
              <a:gd name="connsiteY1752" fmla="*/ 4792249 h 5450835"/>
              <a:gd name="connsiteX1753" fmla="*/ 8654104 w 10450132"/>
              <a:gd name="connsiteY1753" fmla="*/ 4791790 h 5450835"/>
              <a:gd name="connsiteX1754" fmla="*/ 8649572 w 10450132"/>
              <a:gd name="connsiteY1754" fmla="*/ 4783908 h 5450835"/>
              <a:gd name="connsiteX1755" fmla="*/ 8649572 w 10450132"/>
              <a:gd name="connsiteY1755" fmla="*/ 4783055 h 5450835"/>
              <a:gd name="connsiteX1756" fmla="*/ 8654104 w 10450132"/>
              <a:gd name="connsiteY1756" fmla="*/ 4775173 h 5450835"/>
              <a:gd name="connsiteX1757" fmla="*/ 8654892 w 10450132"/>
              <a:gd name="connsiteY1757" fmla="*/ 4774713 h 5450835"/>
              <a:gd name="connsiteX1758" fmla="*/ 8400511 w 10450132"/>
              <a:gd name="connsiteY1758" fmla="*/ 4774713 h 5450835"/>
              <a:gd name="connsiteX1759" fmla="*/ 8409575 w 10450132"/>
              <a:gd name="connsiteY1759" fmla="*/ 4774713 h 5450835"/>
              <a:gd name="connsiteX1760" fmla="*/ 8410363 w 10450132"/>
              <a:gd name="connsiteY1760" fmla="*/ 4775173 h 5450835"/>
              <a:gd name="connsiteX1761" fmla="*/ 8414896 w 10450132"/>
              <a:gd name="connsiteY1761" fmla="*/ 4783055 h 5450835"/>
              <a:gd name="connsiteX1762" fmla="*/ 8414896 w 10450132"/>
              <a:gd name="connsiteY1762" fmla="*/ 4783908 h 5450835"/>
              <a:gd name="connsiteX1763" fmla="*/ 8410363 w 10450132"/>
              <a:gd name="connsiteY1763" fmla="*/ 4791790 h 5450835"/>
              <a:gd name="connsiteX1764" fmla="*/ 8409575 w 10450132"/>
              <a:gd name="connsiteY1764" fmla="*/ 4792249 h 5450835"/>
              <a:gd name="connsiteX1765" fmla="*/ 8400511 w 10450132"/>
              <a:gd name="connsiteY1765" fmla="*/ 4792249 h 5450835"/>
              <a:gd name="connsiteX1766" fmla="*/ 8399723 w 10450132"/>
              <a:gd name="connsiteY1766" fmla="*/ 4791790 h 5450835"/>
              <a:gd name="connsiteX1767" fmla="*/ 8395191 w 10450132"/>
              <a:gd name="connsiteY1767" fmla="*/ 4783908 h 5450835"/>
              <a:gd name="connsiteX1768" fmla="*/ 8395191 w 10450132"/>
              <a:gd name="connsiteY1768" fmla="*/ 4783055 h 5450835"/>
              <a:gd name="connsiteX1769" fmla="*/ 8399723 w 10450132"/>
              <a:gd name="connsiteY1769" fmla="*/ 4775173 h 5450835"/>
              <a:gd name="connsiteX1770" fmla="*/ 8400511 w 10450132"/>
              <a:gd name="connsiteY1770" fmla="*/ 4774713 h 5450835"/>
              <a:gd name="connsiteX1771" fmla="*/ 8146065 w 10450132"/>
              <a:gd name="connsiteY1771" fmla="*/ 4774713 h 5450835"/>
              <a:gd name="connsiteX1772" fmla="*/ 8155129 w 10450132"/>
              <a:gd name="connsiteY1772" fmla="*/ 4774713 h 5450835"/>
              <a:gd name="connsiteX1773" fmla="*/ 8155917 w 10450132"/>
              <a:gd name="connsiteY1773" fmla="*/ 4775173 h 5450835"/>
              <a:gd name="connsiteX1774" fmla="*/ 8160449 w 10450132"/>
              <a:gd name="connsiteY1774" fmla="*/ 4783055 h 5450835"/>
              <a:gd name="connsiteX1775" fmla="*/ 8160449 w 10450132"/>
              <a:gd name="connsiteY1775" fmla="*/ 4783908 h 5450835"/>
              <a:gd name="connsiteX1776" fmla="*/ 8155917 w 10450132"/>
              <a:gd name="connsiteY1776" fmla="*/ 4791790 h 5450835"/>
              <a:gd name="connsiteX1777" fmla="*/ 8155129 w 10450132"/>
              <a:gd name="connsiteY1777" fmla="*/ 4792249 h 5450835"/>
              <a:gd name="connsiteX1778" fmla="*/ 8146065 w 10450132"/>
              <a:gd name="connsiteY1778" fmla="*/ 4792249 h 5450835"/>
              <a:gd name="connsiteX1779" fmla="*/ 8145277 w 10450132"/>
              <a:gd name="connsiteY1779" fmla="*/ 4791790 h 5450835"/>
              <a:gd name="connsiteX1780" fmla="*/ 8140745 w 10450132"/>
              <a:gd name="connsiteY1780" fmla="*/ 4783908 h 5450835"/>
              <a:gd name="connsiteX1781" fmla="*/ 8140745 w 10450132"/>
              <a:gd name="connsiteY1781" fmla="*/ 4783055 h 5450835"/>
              <a:gd name="connsiteX1782" fmla="*/ 8145277 w 10450132"/>
              <a:gd name="connsiteY1782" fmla="*/ 4775173 h 5450835"/>
              <a:gd name="connsiteX1783" fmla="*/ 8146065 w 10450132"/>
              <a:gd name="connsiteY1783" fmla="*/ 4774713 h 5450835"/>
              <a:gd name="connsiteX1784" fmla="*/ 7891684 w 10450132"/>
              <a:gd name="connsiteY1784" fmla="*/ 4774713 h 5450835"/>
              <a:gd name="connsiteX1785" fmla="*/ 7900748 w 10450132"/>
              <a:gd name="connsiteY1785" fmla="*/ 4774713 h 5450835"/>
              <a:gd name="connsiteX1786" fmla="*/ 7901536 w 10450132"/>
              <a:gd name="connsiteY1786" fmla="*/ 4775173 h 5450835"/>
              <a:gd name="connsiteX1787" fmla="*/ 7906067 w 10450132"/>
              <a:gd name="connsiteY1787" fmla="*/ 4783055 h 5450835"/>
              <a:gd name="connsiteX1788" fmla="*/ 7906067 w 10450132"/>
              <a:gd name="connsiteY1788" fmla="*/ 4783908 h 5450835"/>
              <a:gd name="connsiteX1789" fmla="*/ 7901536 w 10450132"/>
              <a:gd name="connsiteY1789" fmla="*/ 4791790 h 5450835"/>
              <a:gd name="connsiteX1790" fmla="*/ 7900748 w 10450132"/>
              <a:gd name="connsiteY1790" fmla="*/ 4792249 h 5450835"/>
              <a:gd name="connsiteX1791" fmla="*/ 7891684 w 10450132"/>
              <a:gd name="connsiteY1791" fmla="*/ 4792249 h 5450835"/>
              <a:gd name="connsiteX1792" fmla="*/ 7890896 w 10450132"/>
              <a:gd name="connsiteY1792" fmla="*/ 4791790 h 5450835"/>
              <a:gd name="connsiteX1793" fmla="*/ 7886363 w 10450132"/>
              <a:gd name="connsiteY1793" fmla="*/ 4783908 h 5450835"/>
              <a:gd name="connsiteX1794" fmla="*/ 7886363 w 10450132"/>
              <a:gd name="connsiteY1794" fmla="*/ 4783055 h 5450835"/>
              <a:gd name="connsiteX1795" fmla="*/ 7890896 w 10450132"/>
              <a:gd name="connsiteY1795" fmla="*/ 4775173 h 5450835"/>
              <a:gd name="connsiteX1796" fmla="*/ 7891684 w 10450132"/>
              <a:gd name="connsiteY1796" fmla="*/ 4774713 h 5450835"/>
              <a:gd name="connsiteX1797" fmla="*/ 7637304 w 10450132"/>
              <a:gd name="connsiteY1797" fmla="*/ 4774713 h 5450835"/>
              <a:gd name="connsiteX1798" fmla="*/ 7646367 w 10450132"/>
              <a:gd name="connsiteY1798" fmla="*/ 4774713 h 5450835"/>
              <a:gd name="connsiteX1799" fmla="*/ 7647156 w 10450132"/>
              <a:gd name="connsiteY1799" fmla="*/ 4775173 h 5450835"/>
              <a:gd name="connsiteX1800" fmla="*/ 7651687 w 10450132"/>
              <a:gd name="connsiteY1800" fmla="*/ 4783055 h 5450835"/>
              <a:gd name="connsiteX1801" fmla="*/ 7651687 w 10450132"/>
              <a:gd name="connsiteY1801" fmla="*/ 4783908 h 5450835"/>
              <a:gd name="connsiteX1802" fmla="*/ 7647156 w 10450132"/>
              <a:gd name="connsiteY1802" fmla="*/ 4791790 h 5450835"/>
              <a:gd name="connsiteX1803" fmla="*/ 7646367 w 10450132"/>
              <a:gd name="connsiteY1803" fmla="*/ 4792249 h 5450835"/>
              <a:gd name="connsiteX1804" fmla="*/ 7637304 w 10450132"/>
              <a:gd name="connsiteY1804" fmla="*/ 4792249 h 5450835"/>
              <a:gd name="connsiteX1805" fmla="*/ 7636516 w 10450132"/>
              <a:gd name="connsiteY1805" fmla="*/ 4791790 h 5450835"/>
              <a:gd name="connsiteX1806" fmla="*/ 7631983 w 10450132"/>
              <a:gd name="connsiteY1806" fmla="*/ 4783908 h 5450835"/>
              <a:gd name="connsiteX1807" fmla="*/ 7631983 w 10450132"/>
              <a:gd name="connsiteY1807" fmla="*/ 4783055 h 5450835"/>
              <a:gd name="connsiteX1808" fmla="*/ 7636516 w 10450132"/>
              <a:gd name="connsiteY1808" fmla="*/ 4775173 h 5450835"/>
              <a:gd name="connsiteX1809" fmla="*/ 7637304 w 10450132"/>
              <a:gd name="connsiteY1809" fmla="*/ 4774713 h 5450835"/>
              <a:gd name="connsiteX1810" fmla="*/ 7382923 w 10450132"/>
              <a:gd name="connsiteY1810" fmla="*/ 4774713 h 5450835"/>
              <a:gd name="connsiteX1811" fmla="*/ 7391987 w 10450132"/>
              <a:gd name="connsiteY1811" fmla="*/ 4774713 h 5450835"/>
              <a:gd name="connsiteX1812" fmla="*/ 7392775 w 10450132"/>
              <a:gd name="connsiteY1812" fmla="*/ 4775173 h 5450835"/>
              <a:gd name="connsiteX1813" fmla="*/ 7397307 w 10450132"/>
              <a:gd name="connsiteY1813" fmla="*/ 4783055 h 5450835"/>
              <a:gd name="connsiteX1814" fmla="*/ 7397307 w 10450132"/>
              <a:gd name="connsiteY1814" fmla="*/ 4783908 h 5450835"/>
              <a:gd name="connsiteX1815" fmla="*/ 7392775 w 10450132"/>
              <a:gd name="connsiteY1815" fmla="*/ 4791790 h 5450835"/>
              <a:gd name="connsiteX1816" fmla="*/ 7391987 w 10450132"/>
              <a:gd name="connsiteY1816" fmla="*/ 4792249 h 5450835"/>
              <a:gd name="connsiteX1817" fmla="*/ 7382923 w 10450132"/>
              <a:gd name="connsiteY1817" fmla="*/ 4792249 h 5450835"/>
              <a:gd name="connsiteX1818" fmla="*/ 7382135 w 10450132"/>
              <a:gd name="connsiteY1818" fmla="*/ 4791790 h 5450835"/>
              <a:gd name="connsiteX1819" fmla="*/ 7377602 w 10450132"/>
              <a:gd name="connsiteY1819" fmla="*/ 4783908 h 5450835"/>
              <a:gd name="connsiteX1820" fmla="*/ 7377602 w 10450132"/>
              <a:gd name="connsiteY1820" fmla="*/ 4783055 h 5450835"/>
              <a:gd name="connsiteX1821" fmla="*/ 7382135 w 10450132"/>
              <a:gd name="connsiteY1821" fmla="*/ 4775173 h 5450835"/>
              <a:gd name="connsiteX1822" fmla="*/ 7382923 w 10450132"/>
              <a:gd name="connsiteY1822" fmla="*/ 4774713 h 5450835"/>
              <a:gd name="connsiteX1823" fmla="*/ 7128477 w 10450132"/>
              <a:gd name="connsiteY1823" fmla="*/ 4774713 h 5450835"/>
              <a:gd name="connsiteX1824" fmla="*/ 7137540 w 10450132"/>
              <a:gd name="connsiteY1824" fmla="*/ 4774713 h 5450835"/>
              <a:gd name="connsiteX1825" fmla="*/ 7138328 w 10450132"/>
              <a:gd name="connsiteY1825" fmla="*/ 4775173 h 5450835"/>
              <a:gd name="connsiteX1826" fmla="*/ 7142860 w 10450132"/>
              <a:gd name="connsiteY1826" fmla="*/ 4783055 h 5450835"/>
              <a:gd name="connsiteX1827" fmla="*/ 7142860 w 10450132"/>
              <a:gd name="connsiteY1827" fmla="*/ 4783908 h 5450835"/>
              <a:gd name="connsiteX1828" fmla="*/ 7138328 w 10450132"/>
              <a:gd name="connsiteY1828" fmla="*/ 4791790 h 5450835"/>
              <a:gd name="connsiteX1829" fmla="*/ 7137540 w 10450132"/>
              <a:gd name="connsiteY1829" fmla="*/ 4792249 h 5450835"/>
              <a:gd name="connsiteX1830" fmla="*/ 7128477 w 10450132"/>
              <a:gd name="connsiteY1830" fmla="*/ 4792249 h 5450835"/>
              <a:gd name="connsiteX1831" fmla="*/ 7127689 w 10450132"/>
              <a:gd name="connsiteY1831" fmla="*/ 4791790 h 5450835"/>
              <a:gd name="connsiteX1832" fmla="*/ 7123156 w 10450132"/>
              <a:gd name="connsiteY1832" fmla="*/ 4783908 h 5450835"/>
              <a:gd name="connsiteX1833" fmla="*/ 7123156 w 10450132"/>
              <a:gd name="connsiteY1833" fmla="*/ 4783055 h 5450835"/>
              <a:gd name="connsiteX1834" fmla="*/ 7127689 w 10450132"/>
              <a:gd name="connsiteY1834" fmla="*/ 4775173 h 5450835"/>
              <a:gd name="connsiteX1835" fmla="*/ 7128477 w 10450132"/>
              <a:gd name="connsiteY1835" fmla="*/ 4774713 h 5450835"/>
              <a:gd name="connsiteX1836" fmla="*/ 6874095 w 10450132"/>
              <a:gd name="connsiteY1836" fmla="*/ 4774713 h 5450835"/>
              <a:gd name="connsiteX1837" fmla="*/ 6883159 w 10450132"/>
              <a:gd name="connsiteY1837" fmla="*/ 4774713 h 5450835"/>
              <a:gd name="connsiteX1838" fmla="*/ 6883947 w 10450132"/>
              <a:gd name="connsiteY1838" fmla="*/ 4775173 h 5450835"/>
              <a:gd name="connsiteX1839" fmla="*/ 6888480 w 10450132"/>
              <a:gd name="connsiteY1839" fmla="*/ 4783055 h 5450835"/>
              <a:gd name="connsiteX1840" fmla="*/ 6888480 w 10450132"/>
              <a:gd name="connsiteY1840" fmla="*/ 4783908 h 5450835"/>
              <a:gd name="connsiteX1841" fmla="*/ 6883947 w 10450132"/>
              <a:gd name="connsiteY1841" fmla="*/ 4791790 h 5450835"/>
              <a:gd name="connsiteX1842" fmla="*/ 6883159 w 10450132"/>
              <a:gd name="connsiteY1842" fmla="*/ 4792249 h 5450835"/>
              <a:gd name="connsiteX1843" fmla="*/ 6874095 w 10450132"/>
              <a:gd name="connsiteY1843" fmla="*/ 4792249 h 5450835"/>
              <a:gd name="connsiteX1844" fmla="*/ 6873307 w 10450132"/>
              <a:gd name="connsiteY1844" fmla="*/ 4791790 h 5450835"/>
              <a:gd name="connsiteX1845" fmla="*/ 6868775 w 10450132"/>
              <a:gd name="connsiteY1845" fmla="*/ 4783908 h 5450835"/>
              <a:gd name="connsiteX1846" fmla="*/ 6868775 w 10450132"/>
              <a:gd name="connsiteY1846" fmla="*/ 4783055 h 5450835"/>
              <a:gd name="connsiteX1847" fmla="*/ 6873307 w 10450132"/>
              <a:gd name="connsiteY1847" fmla="*/ 4775173 h 5450835"/>
              <a:gd name="connsiteX1848" fmla="*/ 6874095 w 10450132"/>
              <a:gd name="connsiteY1848" fmla="*/ 4774713 h 5450835"/>
              <a:gd name="connsiteX1849" fmla="*/ 6619714 w 10450132"/>
              <a:gd name="connsiteY1849" fmla="*/ 4774713 h 5450835"/>
              <a:gd name="connsiteX1850" fmla="*/ 6628778 w 10450132"/>
              <a:gd name="connsiteY1850" fmla="*/ 4774713 h 5450835"/>
              <a:gd name="connsiteX1851" fmla="*/ 6629566 w 10450132"/>
              <a:gd name="connsiteY1851" fmla="*/ 4775173 h 5450835"/>
              <a:gd name="connsiteX1852" fmla="*/ 6634099 w 10450132"/>
              <a:gd name="connsiteY1852" fmla="*/ 4783055 h 5450835"/>
              <a:gd name="connsiteX1853" fmla="*/ 6634099 w 10450132"/>
              <a:gd name="connsiteY1853" fmla="*/ 4783908 h 5450835"/>
              <a:gd name="connsiteX1854" fmla="*/ 6629566 w 10450132"/>
              <a:gd name="connsiteY1854" fmla="*/ 4791790 h 5450835"/>
              <a:gd name="connsiteX1855" fmla="*/ 6628778 w 10450132"/>
              <a:gd name="connsiteY1855" fmla="*/ 4792249 h 5450835"/>
              <a:gd name="connsiteX1856" fmla="*/ 6619714 w 10450132"/>
              <a:gd name="connsiteY1856" fmla="*/ 4792249 h 5450835"/>
              <a:gd name="connsiteX1857" fmla="*/ 6618926 w 10450132"/>
              <a:gd name="connsiteY1857" fmla="*/ 4791790 h 5450835"/>
              <a:gd name="connsiteX1858" fmla="*/ 6614394 w 10450132"/>
              <a:gd name="connsiteY1858" fmla="*/ 4783908 h 5450835"/>
              <a:gd name="connsiteX1859" fmla="*/ 6614394 w 10450132"/>
              <a:gd name="connsiteY1859" fmla="*/ 4783055 h 5450835"/>
              <a:gd name="connsiteX1860" fmla="*/ 6618926 w 10450132"/>
              <a:gd name="connsiteY1860" fmla="*/ 4775173 h 5450835"/>
              <a:gd name="connsiteX1861" fmla="*/ 6619714 w 10450132"/>
              <a:gd name="connsiteY1861" fmla="*/ 4774713 h 5450835"/>
              <a:gd name="connsiteX1862" fmla="*/ 6365334 w 10450132"/>
              <a:gd name="connsiteY1862" fmla="*/ 4774713 h 5450835"/>
              <a:gd name="connsiteX1863" fmla="*/ 6374397 w 10450132"/>
              <a:gd name="connsiteY1863" fmla="*/ 4774713 h 5450835"/>
              <a:gd name="connsiteX1864" fmla="*/ 6375186 w 10450132"/>
              <a:gd name="connsiteY1864" fmla="*/ 4775173 h 5450835"/>
              <a:gd name="connsiteX1865" fmla="*/ 6379718 w 10450132"/>
              <a:gd name="connsiteY1865" fmla="*/ 4783055 h 5450835"/>
              <a:gd name="connsiteX1866" fmla="*/ 6379718 w 10450132"/>
              <a:gd name="connsiteY1866" fmla="*/ 4783908 h 5450835"/>
              <a:gd name="connsiteX1867" fmla="*/ 6375186 w 10450132"/>
              <a:gd name="connsiteY1867" fmla="*/ 4791790 h 5450835"/>
              <a:gd name="connsiteX1868" fmla="*/ 6374397 w 10450132"/>
              <a:gd name="connsiteY1868" fmla="*/ 4792249 h 5450835"/>
              <a:gd name="connsiteX1869" fmla="*/ 6365334 w 10450132"/>
              <a:gd name="connsiteY1869" fmla="*/ 4792249 h 5450835"/>
              <a:gd name="connsiteX1870" fmla="*/ 6364546 w 10450132"/>
              <a:gd name="connsiteY1870" fmla="*/ 4791790 h 5450835"/>
              <a:gd name="connsiteX1871" fmla="*/ 6360014 w 10450132"/>
              <a:gd name="connsiteY1871" fmla="*/ 4783908 h 5450835"/>
              <a:gd name="connsiteX1872" fmla="*/ 6360014 w 10450132"/>
              <a:gd name="connsiteY1872" fmla="*/ 4783055 h 5450835"/>
              <a:gd name="connsiteX1873" fmla="*/ 6364546 w 10450132"/>
              <a:gd name="connsiteY1873" fmla="*/ 4775173 h 5450835"/>
              <a:gd name="connsiteX1874" fmla="*/ 6365334 w 10450132"/>
              <a:gd name="connsiteY1874" fmla="*/ 4774713 h 5450835"/>
              <a:gd name="connsiteX1875" fmla="*/ 6110888 w 10450132"/>
              <a:gd name="connsiteY1875" fmla="*/ 4774713 h 5450835"/>
              <a:gd name="connsiteX1876" fmla="*/ 6119953 w 10450132"/>
              <a:gd name="connsiteY1876" fmla="*/ 4774713 h 5450835"/>
              <a:gd name="connsiteX1877" fmla="*/ 6120740 w 10450132"/>
              <a:gd name="connsiteY1877" fmla="*/ 4775173 h 5450835"/>
              <a:gd name="connsiteX1878" fmla="*/ 6125272 w 10450132"/>
              <a:gd name="connsiteY1878" fmla="*/ 4783055 h 5450835"/>
              <a:gd name="connsiteX1879" fmla="*/ 6125272 w 10450132"/>
              <a:gd name="connsiteY1879" fmla="*/ 4783908 h 5450835"/>
              <a:gd name="connsiteX1880" fmla="*/ 6120740 w 10450132"/>
              <a:gd name="connsiteY1880" fmla="*/ 4791790 h 5450835"/>
              <a:gd name="connsiteX1881" fmla="*/ 6119953 w 10450132"/>
              <a:gd name="connsiteY1881" fmla="*/ 4792249 h 5450835"/>
              <a:gd name="connsiteX1882" fmla="*/ 6110888 w 10450132"/>
              <a:gd name="connsiteY1882" fmla="*/ 4792249 h 5450835"/>
              <a:gd name="connsiteX1883" fmla="*/ 6110101 w 10450132"/>
              <a:gd name="connsiteY1883" fmla="*/ 4791790 h 5450835"/>
              <a:gd name="connsiteX1884" fmla="*/ 6105567 w 10450132"/>
              <a:gd name="connsiteY1884" fmla="*/ 4783908 h 5450835"/>
              <a:gd name="connsiteX1885" fmla="*/ 6105567 w 10450132"/>
              <a:gd name="connsiteY1885" fmla="*/ 4783055 h 5450835"/>
              <a:gd name="connsiteX1886" fmla="*/ 6110101 w 10450132"/>
              <a:gd name="connsiteY1886" fmla="*/ 4775173 h 5450835"/>
              <a:gd name="connsiteX1887" fmla="*/ 6110888 w 10450132"/>
              <a:gd name="connsiteY1887" fmla="*/ 4774713 h 5450835"/>
              <a:gd name="connsiteX1888" fmla="*/ 5856508 w 10450132"/>
              <a:gd name="connsiteY1888" fmla="*/ 4774713 h 5450835"/>
              <a:gd name="connsiteX1889" fmla="*/ 5865571 w 10450132"/>
              <a:gd name="connsiteY1889" fmla="*/ 4774713 h 5450835"/>
              <a:gd name="connsiteX1890" fmla="*/ 5866359 w 10450132"/>
              <a:gd name="connsiteY1890" fmla="*/ 4775173 h 5450835"/>
              <a:gd name="connsiteX1891" fmla="*/ 5870891 w 10450132"/>
              <a:gd name="connsiteY1891" fmla="*/ 4783055 h 5450835"/>
              <a:gd name="connsiteX1892" fmla="*/ 5870891 w 10450132"/>
              <a:gd name="connsiteY1892" fmla="*/ 4783908 h 5450835"/>
              <a:gd name="connsiteX1893" fmla="*/ 5866359 w 10450132"/>
              <a:gd name="connsiteY1893" fmla="*/ 4791790 h 5450835"/>
              <a:gd name="connsiteX1894" fmla="*/ 5865571 w 10450132"/>
              <a:gd name="connsiteY1894" fmla="*/ 4792249 h 5450835"/>
              <a:gd name="connsiteX1895" fmla="*/ 5856508 w 10450132"/>
              <a:gd name="connsiteY1895" fmla="*/ 4792249 h 5450835"/>
              <a:gd name="connsiteX1896" fmla="*/ 5855720 w 10450132"/>
              <a:gd name="connsiteY1896" fmla="*/ 4791790 h 5450835"/>
              <a:gd name="connsiteX1897" fmla="*/ 5851187 w 10450132"/>
              <a:gd name="connsiteY1897" fmla="*/ 4783908 h 5450835"/>
              <a:gd name="connsiteX1898" fmla="*/ 5851187 w 10450132"/>
              <a:gd name="connsiteY1898" fmla="*/ 4783055 h 5450835"/>
              <a:gd name="connsiteX1899" fmla="*/ 5855720 w 10450132"/>
              <a:gd name="connsiteY1899" fmla="*/ 4775173 h 5450835"/>
              <a:gd name="connsiteX1900" fmla="*/ 5856508 w 10450132"/>
              <a:gd name="connsiteY1900" fmla="*/ 4774713 h 5450835"/>
              <a:gd name="connsiteX1901" fmla="*/ 5602126 w 10450132"/>
              <a:gd name="connsiteY1901" fmla="*/ 4774713 h 5450835"/>
              <a:gd name="connsiteX1902" fmla="*/ 5611191 w 10450132"/>
              <a:gd name="connsiteY1902" fmla="*/ 4774713 h 5450835"/>
              <a:gd name="connsiteX1903" fmla="*/ 5611979 w 10450132"/>
              <a:gd name="connsiteY1903" fmla="*/ 4775173 h 5450835"/>
              <a:gd name="connsiteX1904" fmla="*/ 5616511 w 10450132"/>
              <a:gd name="connsiteY1904" fmla="*/ 4783055 h 5450835"/>
              <a:gd name="connsiteX1905" fmla="*/ 5616511 w 10450132"/>
              <a:gd name="connsiteY1905" fmla="*/ 4783908 h 5450835"/>
              <a:gd name="connsiteX1906" fmla="*/ 5611979 w 10450132"/>
              <a:gd name="connsiteY1906" fmla="*/ 4791790 h 5450835"/>
              <a:gd name="connsiteX1907" fmla="*/ 5611191 w 10450132"/>
              <a:gd name="connsiteY1907" fmla="*/ 4792249 h 5450835"/>
              <a:gd name="connsiteX1908" fmla="*/ 5602126 w 10450132"/>
              <a:gd name="connsiteY1908" fmla="*/ 4792249 h 5450835"/>
              <a:gd name="connsiteX1909" fmla="*/ 5601338 w 10450132"/>
              <a:gd name="connsiteY1909" fmla="*/ 4791790 h 5450835"/>
              <a:gd name="connsiteX1910" fmla="*/ 5596807 w 10450132"/>
              <a:gd name="connsiteY1910" fmla="*/ 4783908 h 5450835"/>
              <a:gd name="connsiteX1911" fmla="*/ 5596807 w 10450132"/>
              <a:gd name="connsiteY1911" fmla="*/ 4783055 h 5450835"/>
              <a:gd name="connsiteX1912" fmla="*/ 5601338 w 10450132"/>
              <a:gd name="connsiteY1912" fmla="*/ 4775173 h 5450835"/>
              <a:gd name="connsiteX1913" fmla="*/ 5602126 w 10450132"/>
              <a:gd name="connsiteY1913" fmla="*/ 4774713 h 5450835"/>
              <a:gd name="connsiteX1914" fmla="*/ 5347746 w 10450132"/>
              <a:gd name="connsiteY1914" fmla="*/ 4774713 h 5450835"/>
              <a:gd name="connsiteX1915" fmla="*/ 5356810 w 10450132"/>
              <a:gd name="connsiteY1915" fmla="*/ 4774713 h 5450835"/>
              <a:gd name="connsiteX1916" fmla="*/ 5357598 w 10450132"/>
              <a:gd name="connsiteY1916" fmla="*/ 4775173 h 5450835"/>
              <a:gd name="connsiteX1917" fmla="*/ 5362130 w 10450132"/>
              <a:gd name="connsiteY1917" fmla="*/ 4783055 h 5450835"/>
              <a:gd name="connsiteX1918" fmla="*/ 5362130 w 10450132"/>
              <a:gd name="connsiteY1918" fmla="*/ 4783908 h 5450835"/>
              <a:gd name="connsiteX1919" fmla="*/ 5357598 w 10450132"/>
              <a:gd name="connsiteY1919" fmla="*/ 4791790 h 5450835"/>
              <a:gd name="connsiteX1920" fmla="*/ 5356810 w 10450132"/>
              <a:gd name="connsiteY1920" fmla="*/ 4792249 h 5450835"/>
              <a:gd name="connsiteX1921" fmla="*/ 5347746 w 10450132"/>
              <a:gd name="connsiteY1921" fmla="*/ 4792249 h 5450835"/>
              <a:gd name="connsiteX1922" fmla="*/ 5346958 w 10450132"/>
              <a:gd name="connsiteY1922" fmla="*/ 4791790 h 5450835"/>
              <a:gd name="connsiteX1923" fmla="*/ 5342425 w 10450132"/>
              <a:gd name="connsiteY1923" fmla="*/ 4783908 h 5450835"/>
              <a:gd name="connsiteX1924" fmla="*/ 5342425 w 10450132"/>
              <a:gd name="connsiteY1924" fmla="*/ 4783055 h 5450835"/>
              <a:gd name="connsiteX1925" fmla="*/ 5346958 w 10450132"/>
              <a:gd name="connsiteY1925" fmla="*/ 4775173 h 5450835"/>
              <a:gd name="connsiteX1926" fmla="*/ 5347746 w 10450132"/>
              <a:gd name="connsiteY1926" fmla="*/ 4774713 h 5450835"/>
              <a:gd name="connsiteX1927" fmla="*/ 5093300 w 10450132"/>
              <a:gd name="connsiteY1927" fmla="*/ 4774713 h 5450835"/>
              <a:gd name="connsiteX1928" fmla="*/ 5102364 w 10450132"/>
              <a:gd name="connsiteY1928" fmla="*/ 4774713 h 5450835"/>
              <a:gd name="connsiteX1929" fmla="*/ 5103153 w 10450132"/>
              <a:gd name="connsiteY1929" fmla="*/ 4775173 h 5450835"/>
              <a:gd name="connsiteX1930" fmla="*/ 5107684 w 10450132"/>
              <a:gd name="connsiteY1930" fmla="*/ 4783055 h 5450835"/>
              <a:gd name="connsiteX1931" fmla="*/ 5107684 w 10450132"/>
              <a:gd name="connsiteY1931" fmla="*/ 4783908 h 5450835"/>
              <a:gd name="connsiteX1932" fmla="*/ 5103153 w 10450132"/>
              <a:gd name="connsiteY1932" fmla="*/ 4791790 h 5450835"/>
              <a:gd name="connsiteX1933" fmla="*/ 5102364 w 10450132"/>
              <a:gd name="connsiteY1933" fmla="*/ 4792249 h 5450835"/>
              <a:gd name="connsiteX1934" fmla="*/ 5093300 w 10450132"/>
              <a:gd name="connsiteY1934" fmla="*/ 4792249 h 5450835"/>
              <a:gd name="connsiteX1935" fmla="*/ 5092512 w 10450132"/>
              <a:gd name="connsiteY1935" fmla="*/ 4791790 h 5450835"/>
              <a:gd name="connsiteX1936" fmla="*/ 5087979 w 10450132"/>
              <a:gd name="connsiteY1936" fmla="*/ 4783908 h 5450835"/>
              <a:gd name="connsiteX1937" fmla="*/ 5087979 w 10450132"/>
              <a:gd name="connsiteY1937" fmla="*/ 4783055 h 5450835"/>
              <a:gd name="connsiteX1938" fmla="*/ 5092512 w 10450132"/>
              <a:gd name="connsiteY1938" fmla="*/ 4775173 h 5450835"/>
              <a:gd name="connsiteX1939" fmla="*/ 5093300 w 10450132"/>
              <a:gd name="connsiteY1939" fmla="*/ 4774713 h 5450835"/>
              <a:gd name="connsiteX1940" fmla="*/ 4838919 w 10450132"/>
              <a:gd name="connsiteY1940" fmla="*/ 4774713 h 5450835"/>
              <a:gd name="connsiteX1941" fmla="*/ 4847982 w 10450132"/>
              <a:gd name="connsiteY1941" fmla="*/ 4774713 h 5450835"/>
              <a:gd name="connsiteX1942" fmla="*/ 4848772 w 10450132"/>
              <a:gd name="connsiteY1942" fmla="*/ 4775173 h 5450835"/>
              <a:gd name="connsiteX1943" fmla="*/ 4853303 w 10450132"/>
              <a:gd name="connsiteY1943" fmla="*/ 4783055 h 5450835"/>
              <a:gd name="connsiteX1944" fmla="*/ 4853303 w 10450132"/>
              <a:gd name="connsiteY1944" fmla="*/ 4783908 h 5450835"/>
              <a:gd name="connsiteX1945" fmla="*/ 4848772 w 10450132"/>
              <a:gd name="connsiteY1945" fmla="*/ 4791790 h 5450835"/>
              <a:gd name="connsiteX1946" fmla="*/ 4847982 w 10450132"/>
              <a:gd name="connsiteY1946" fmla="*/ 4792249 h 5450835"/>
              <a:gd name="connsiteX1947" fmla="*/ 4838919 w 10450132"/>
              <a:gd name="connsiteY1947" fmla="*/ 4792249 h 5450835"/>
              <a:gd name="connsiteX1948" fmla="*/ 4838132 w 10450132"/>
              <a:gd name="connsiteY1948" fmla="*/ 4791790 h 5450835"/>
              <a:gd name="connsiteX1949" fmla="*/ 4833598 w 10450132"/>
              <a:gd name="connsiteY1949" fmla="*/ 4783908 h 5450835"/>
              <a:gd name="connsiteX1950" fmla="*/ 4833598 w 10450132"/>
              <a:gd name="connsiteY1950" fmla="*/ 4783055 h 5450835"/>
              <a:gd name="connsiteX1951" fmla="*/ 4838132 w 10450132"/>
              <a:gd name="connsiteY1951" fmla="*/ 4775173 h 5450835"/>
              <a:gd name="connsiteX1952" fmla="*/ 4838919 w 10450132"/>
              <a:gd name="connsiteY1952" fmla="*/ 4774713 h 5450835"/>
              <a:gd name="connsiteX1953" fmla="*/ 4584538 w 10450132"/>
              <a:gd name="connsiteY1953" fmla="*/ 4774713 h 5450835"/>
              <a:gd name="connsiteX1954" fmla="*/ 4593603 w 10450132"/>
              <a:gd name="connsiteY1954" fmla="*/ 4774713 h 5450835"/>
              <a:gd name="connsiteX1955" fmla="*/ 4594390 w 10450132"/>
              <a:gd name="connsiteY1955" fmla="*/ 4775173 h 5450835"/>
              <a:gd name="connsiteX1956" fmla="*/ 4598922 w 10450132"/>
              <a:gd name="connsiteY1956" fmla="*/ 4783055 h 5450835"/>
              <a:gd name="connsiteX1957" fmla="*/ 4598922 w 10450132"/>
              <a:gd name="connsiteY1957" fmla="*/ 4783908 h 5450835"/>
              <a:gd name="connsiteX1958" fmla="*/ 4594390 w 10450132"/>
              <a:gd name="connsiteY1958" fmla="*/ 4791790 h 5450835"/>
              <a:gd name="connsiteX1959" fmla="*/ 4593603 w 10450132"/>
              <a:gd name="connsiteY1959" fmla="*/ 4792249 h 5450835"/>
              <a:gd name="connsiteX1960" fmla="*/ 4584538 w 10450132"/>
              <a:gd name="connsiteY1960" fmla="*/ 4792249 h 5450835"/>
              <a:gd name="connsiteX1961" fmla="*/ 4583749 w 10450132"/>
              <a:gd name="connsiteY1961" fmla="*/ 4791790 h 5450835"/>
              <a:gd name="connsiteX1962" fmla="*/ 4579218 w 10450132"/>
              <a:gd name="connsiteY1962" fmla="*/ 4783908 h 5450835"/>
              <a:gd name="connsiteX1963" fmla="*/ 4579218 w 10450132"/>
              <a:gd name="connsiteY1963" fmla="*/ 4783055 h 5450835"/>
              <a:gd name="connsiteX1964" fmla="*/ 4583749 w 10450132"/>
              <a:gd name="connsiteY1964" fmla="*/ 4775173 h 5450835"/>
              <a:gd name="connsiteX1965" fmla="*/ 4584538 w 10450132"/>
              <a:gd name="connsiteY1965" fmla="*/ 4774713 h 5450835"/>
              <a:gd name="connsiteX1966" fmla="*/ 4330157 w 10450132"/>
              <a:gd name="connsiteY1966" fmla="*/ 4774713 h 5450835"/>
              <a:gd name="connsiteX1967" fmla="*/ 4339222 w 10450132"/>
              <a:gd name="connsiteY1967" fmla="*/ 4774713 h 5450835"/>
              <a:gd name="connsiteX1968" fmla="*/ 4340010 w 10450132"/>
              <a:gd name="connsiteY1968" fmla="*/ 4775173 h 5450835"/>
              <a:gd name="connsiteX1969" fmla="*/ 4344540 w 10450132"/>
              <a:gd name="connsiteY1969" fmla="*/ 4783055 h 5450835"/>
              <a:gd name="connsiteX1970" fmla="*/ 4344540 w 10450132"/>
              <a:gd name="connsiteY1970" fmla="*/ 4783908 h 5450835"/>
              <a:gd name="connsiteX1971" fmla="*/ 4340010 w 10450132"/>
              <a:gd name="connsiteY1971" fmla="*/ 4791790 h 5450835"/>
              <a:gd name="connsiteX1972" fmla="*/ 4339222 w 10450132"/>
              <a:gd name="connsiteY1972" fmla="*/ 4792249 h 5450835"/>
              <a:gd name="connsiteX1973" fmla="*/ 4330157 w 10450132"/>
              <a:gd name="connsiteY1973" fmla="*/ 4792249 h 5450835"/>
              <a:gd name="connsiteX1974" fmla="*/ 4329369 w 10450132"/>
              <a:gd name="connsiteY1974" fmla="*/ 4791790 h 5450835"/>
              <a:gd name="connsiteX1975" fmla="*/ 4324836 w 10450132"/>
              <a:gd name="connsiteY1975" fmla="*/ 4783908 h 5450835"/>
              <a:gd name="connsiteX1976" fmla="*/ 4324836 w 10450132"/>
              <a:gd name="connsiteY1976" fmla="*/ 4783055 h 5450835"/>
              <a:gd name="connsiteX1977" fmla="*/ 4329369 w 10450132"/>
              <a:gd name="connsiteY1977" fmla="*/ 4775173 h 5450835"/>
              <a:gd name="connsiteX1978" fmla="*/ 4330157 w 10450132"/>
              <a:gd name="connsiteY1978" fmla="*/ 4774713 h 5450835"/>
              <a:gd name="connsiteX1979" fmla="*/ 4075851 w 10450132"/>
              <a:gd name="connsiteY1979" fmla="*/ 4774713 h 5450835"/>
              <a:gd name="connsiteX1980" fmla="*/ 4084913 w 10450132"/>
              <a:gd name="connsiteY1980" fmla="*/ 4774713 h 5450835"/>
              <a:gd name="connsiteX1981" fmla="*/ 4085703 w 10450132"/>
              <a:gd name="connsiteY1981" fmla="*/ 4775173 h 5450835"/>
              <a:gd name="connsiteX1982" fmla="*/ 4090235 w 10450132"/>
              <a:gd name="connsiteY1982" fmla="*/ 4783055 h 5450835"/>
              <a:gd name="connsiteX1983" fmla="*/ 4090235 w 10450132"/>
              <a:gd name="connsiteY1983" fmla="*/ 4783908 h 5450835"/>
              <a:gd name="connsiteX1984" fmla="*/ 4085703 w 10450132"/>
              <a:gd name="connsiteY1984" fmla="*/ 4791790 h 5450835"/>
              <a:gd name="connsiteX1985" fmla="*/ 4084913 w 10450132"/>
              <a:gd name="connsiteY1985" fmla="*/ 4792249 h 5450835"/>
              <a:gd name="connsiteX1986" fmla="*/ 4075851 w 10450132"/>
              <a:gd name="connsiteY1986" fmla="*/ 4792249 h 5450835"/>
              <a:gd name="connsiteX1987" fmla="*/ 4075061 w 10450132"/>
              <a:gd name="connsiteY1987" fmla="*/ 4791790 h 5450835"/>
              <a:gd name="connsiteX1988" fmla="*/ 4070528 w 10450132"/>
              <a:gd name="connsiteY1988" fmla="*/ 4783908 h 5450835"/>
              <a:gd name="connsiteX1989" fmla="*/ 4070528 w 10450132"/>
              <a:gd name="connsiteY1989" fmla="*/ 4783055 h 5450835"/>
              <a:gd name="connsiteX1990" fmla="*/ 4075061 w 10450132"/>
              <a:gd name="connsiteY1990" fmla="*/ 4775173 h 5450835"/>
              <a:gd name="connsiteX1991" fmla="*/ 4075851 w 10450132"/>
              <a:gd name="connsiteY1991" fmla="*/ 4774713 h 5450835"/>
              <a:gd name="connsiteX1992" fmla="*/ 3821532 w 10450132"/>
              <a:gd name="connsiteY1992" fmla="*/ 4774713 h 5450835"/>
              <a:gd name="connsiteX1993" fmla="*/ 3830597 w 10450132"/>
              <a:gd name="connsiteY1993" fmla="*/ 4774713 h 5450835"/>
              <a:gd name="connsiteX1994" fmla="*/ 3831386 w 10450132"/>
              <a:gd name="connsiteY1994" fmla="*/ 4775173 h 5450835"/>
              <a:gd name="connsiteX1995" fmla="*/ 3835918 w 10450132"/>
              <a:gd name="connsiteY1995" fmla="*/ 4783055 h 5450835"/>
              <a:gd name="connsiteX1996" fmla="*/ 3835918 w 10450132"/>
              <a:gd name="connsiteY1996" fmla="*/ 4783908 h 5450835"/>
              <a:gd name="connsiteX1997" fmla="*/ 3831386 w 10450132"/>
              <a:gd name="connsiteY1997" fmla="*/ 4791790 h 5450835"/>
              <a:gd name="connsiteX1998" fmla="*/ 3830597 w 10450132"/>
              <a:gd name="connsiteY1998" fmla="*/ 4792249 h 5450835"/>
              <a:gd name="connsiteX1999" fmla="*/ 3821532 w 10450132"/>
              <a:gd name="connsiteY1999" fmla="*/ 4792249 h 5450835"/>
              <a:gd name="connsiteX2000" fmla="*/ 3820745 w 10450132"/>
              <a:gd name="connsiteY2000" fmla="*/ 4791790 h 5450835"/>
              <a:gd name="connsiteX2001" fmla="*/ 3816213 w 10450132"/>
              <a:gd name="connsiteY2001" fmla="*/ 4783908 h 5450835"/>
              <a:gd name="connsiteX2002" fmla="*/ 3816213 w 10450132"/>
              <a:gd name="connsiteY2002" fmla="*/ 4783055 h 5450835"/>
              <a:gd name="connsiteX2003" fmla="*/ 3820745 w 10450132"/>
              <a:gd name="connsiteY2003" fmla="*/ 4775173 h 5450835"/>
              <a:gd name="connsiteX2004" fmla="*/ 3821532 w 10450132"/>
              <a:gd name="connsiteY2004" fmla="*/ 4774713 h 5450835"/>
              <a:gd name="connsiteX2005" fmla="*/ 3567131 w 10450132"/>
              <a:gd name="connsiteY2005" fmla="*/ 4774713 h 5450835"/>
              <a:gd name="connsiteX2006" fmla="*/ 3576197 w 10450132"/>
              <a:gd name="connsiteY2006" fmla="*/ 4774713 h 5450835"/>
              <a:gd name="connsiteX2007" fmla="*/ 3576985 w 10450132"/>
              <a:gd name="connsiteY2007" fmla="*/ 4775173 h 5450835"/>
              <a:gd name="connsiteX2008" fmla="*/ 3581517 w 10450132"/>
              <a:gd name="connsiteY2008" fmla="*/ 4783055 h 5450835"/>
              <a:gd name="connsiteX2009" fmla="*/ 3581517 w 10450132"/>
              <a:gd name="connsiteY2009" fmla="*/ 4783908 h 5450835"/>
              <a:gd name="connsiteX2010" fmla="*/ 3576985 w 10450132"/>
              <a:gd name="connsiteY2010" fmla="*/ 4791790 h 5450835"/>
              <a:gd name="connsiteX2011" fmla="*/ 3576197 w 10450132"/>
              <a:gd name="connsiteY2011" fmla="*/ 4792249 h 5450835"/>
              <a:gd name="connsiteX2012" fmla="*/ 3567131 w 10450132"/>
              <a:gd name="connsiteY2012" fmla="*/ 4792249 h 5450835"/>
              <a:gd name="connsiteX2013" fmla="*/ 3566344 w 10450132"/>
              <a:gd name="connsiteY2013" fmla="*/ 4791790 h 5450835"/>
              <a:gd name="connsiteX2014" fmla="*/ 3561811 w 10450132"/>
              <a:gd name="connsiteY2014" fmla="*/ 4783908 h 5450835"/>
              <a:gd name="connsiteX2015" fmla="*/ 3561811 w 10450132"/>
              <a:gd name="connsiteY2015" fmla="*/ 4783055 h 5450835"/>
              <a:gd name="connsiteX2016" fmla="*/ 3566344 w 10450132"/>
              <a:gd name="connsiteY2016" fmla="*/ 4775173 h 5450835"/>
              <a:gd name="connsiteX2017" fmla="*/ 3567131 w 10450132"/>
              <a:gd name="connsiteY2017" fmla="*/ 4774713 h 5450835"/>
              <a:gd name="connsiteX2018" fmla="*/ 3312732 w 10450132"/>
              <a:gd name="connsiteY2018" fmla="*/ 4774713 h 5450835"/>
              <a:gd name="connsiteX2019" fmla="*/ 3321795 w 10450132"/>
              <a:gd name="connsiteY2019" fmla="*/ 4774713 h 5450835"/>
              <a:gd name="connsiteX2020" fmla="*/ 3322584 w 10450132"/>
              <a:gd name="connsiteY2020" fmla="*/ 4775173 h 5450835"/>
              <a:gd name="connsiteX2021" fmla="*/ 3327116 w 10450132"/>
              <a:gd name="connsiteY2021" fmla="*/ 4783055 h 5450835"/>
              <a:gd name="connsiteX2022" fmla="*/ 3327116 w 10450132"/>
              <a:gd name="connsiteY2022" fmla="*/ 4783908 h 5450835"/>
              <a:gd name="connsiteX2023" fmla="*/ 3322584 w 10450132"/>
              <a:gd name="connsiteY2023" fmla="*/ 4791790 h 5450835"/>
              <a:gd name="connsiteX2024" fmla="*/ 3321795 w 10450132"/>
              <a:gd name="connsiteY2024" fmla="*/ 4792249 h 5450835"/>
              <a:gd name="connsiteX2025" fmla="*/ 3312732 w 10450132"/>
              <a:gd name="connsiteY2025" fmla="*/ 4792249 h 5450835"/>
              <a:gd name="connsiteX2026" fmla="*/ 3311944 w 10450132"/>
              <a:gd name="connsiteY2026" fmla="*/ 4791790 h 5450835"/>
              <a:gd name="connsiteX2027" fmla="*/ 3307411 w 10450132"/>
              <a:gd name="connsiteY2027" fmla="*/ 4783908 h 5450835"/>
              <a:gd name="connsiteX2028" fmla="*/ 3307411 w 10450132"/>
              <a:gd name="connsiteY2028" fmla="*/ 4783055 h 5450835"/>
              <a:gd name="connsiteX2029" fmla="*/ 3311944 w 10450132"/>
              <a:gd name="connsiteY2029" fmla="*/ 4775173 h 5450835"/>
              <a:gd name="connsiteX2030" fmla="*/ 3312732 w 10450132"/>
              <a:gd name="connsiteY2030" fmla="*/ 4774713 h 5450835"/>
              <a:gd name="connsiteX2031" fmla="*/ 3058203 w 10450132"/>
              <a:gd name="connsiteY2031" fmla="*/ 4774713 h 5450835"/>
              <a:gd name="connsiteX2032" fmla="*/ 3067268 w 10450132"/>
              <a:gd name="connsiteY2032" fmla="*/ 4774713 h 5450835"/>
              <a:gd name="connsiteX2033" fmla="*/ 3068056 w 10450132"/>
              <a:gd name="connsiteY2033" fmla="*/ 4775173 h 5450835"/>
              <a:gd name="connsiteX2034" fmla="*/ 3072588 w 10450132"/>
              <a:gd name="connsiteY2034" fmla="*/ 4783055 h 5450835"/>
              <a:gd name="connsiteX2035" fmla="*/ 3072588 w 10450132"/>
              <a:gd name="connsiteY2035" fmla="*/ 4783908 h 5450835"/>
              <a:gd name="connsiteX2036" fmla="*/ 3068056 w 10450132"/>
              <a:gd name="connsiteY2036" fmla="*/ 4791790 h 5450835"/>
              <a:gd name="connsiteX2037" fmla="*/ 3067268 w 10450132"/>
              <a:gd name="connsiteY2037" fmla="*/ 4792249 h 5450835"/>
              <a:gd name="connsiteX2038" fmla="*/ 3058203 w 10450132"/>
              <a:gd name="connsiteY2038" fmla="*/ 4792249 h 5450835"/>
              <a:gd name="connsiteX2039" fmla="*/ 3057415 w 10450132"/>
              <a:gd name="connsiteY2039" fmla="*/ 4791790 h 5450835"/>
              <a:gd name="connsiteX2040" fmla="*/ 3052883 w 10450132"/>
              <a:gd name="connsiteY2040" fmla="*/ 4783908 h 5450835"/>
              <a:gd name="connsiteX2041" fmla="*/ 3052883 w 10450132"/>
              <a:gd name="connsiteY2041" fmla="*/ 4783055 h 5450835"/>
              <a:gd name="connsiteX2042" fmla="*/ 3057415 w 10450132"/>
              <a:gd name="connsiteY2042" fmla="*/ 4775173 h 5450835"/>
              <a:gd name="connsiteX2043" fmla="*/ 3058203 w 10450132"/>
              <a:gd name="connsiteY2043" fmla="*/ 4774713 h 5450835"/>
              <a:gd name="connsiteX2044" fmla="*/ 2803967 w 10450132"/>
              <a:gd name="connsiteY2044" fmla="*/ 4774713 h 5450835"/>
              <a:gd name="connsiteX2045" fmla="*/ 2813032 w 10450132"/>
              <a:gd name="connsiteY2045" fmla="*/ 4774713 h 5450835"/>
              <a:gd name="connsiteX2046" fmla="*/ 2813820 w 10450132"/>
              <a:gd name="connsiteY2046" fmla="*/ 4775173 h 5450835"/>
              <a:gd name="connsiteX2047" fmla="*/ 2818352 w 10450132"/>
              <a:gd name="connsiteY2047" fmla="*/ 4783055 h 5450835"/>
              <a:gd name="connsiteX2048" fmla="*/ 2818352 w 10450132"/>
              <a:gd name="connsiteY2048" fmla="*/ 4783908 h 5450835"/>
              <a:gd name="connsiteX2049" fmla="*/ 2813820 w 10450132"/>
              <a:gd name="connsiteY2049" fmla="*/ 4791790 h 5450835"/>
              <a:gd name="connsiteX2050" fmla="*/ 2813032 w 10450132"/>
              <a:gd name="connsiteY2050" fmla="*/ 4792249 h 5450835"/>
              <a:gd name="connsiteX2051" fmla="*/ 2803967 w 10450132"/>
              <a:gd name="connsiteY2051" fmla="*/ 4792249 h 5450835"/>
              <a:gd name="connsiteX2052" fmla="*/ 2803178 w 10450132"/>
              <a:gd name="connsiteY2052" fmla="*/ 4791790 h 5450835"/>
              <a:gd name="connsiteX2053" fmla="*/ 2798646 w 10450132"/>
              <a:gd name="connsiteY2053" fmla="*/ 4783908 h 5450835"/>
              <a:gd name="connsiteX2054" fmla="*/ 2798646 w 10450132"/>
              <a:gd name="connsiteY2054" fmla="*/ 4783055 h 5450835"/>
              <a:gd name="connsiteX2055" fmla="*/ 2803178 w 10450132"/>
              <a:gd name="connsiteY2055" fmla="*/ 4775173 h 5450835"/>
              <a:gd name="connsiteX2056" fmla="*/ 2803967 w 10450132"/>
              <a:gd name="connsiteY2056" fmla="*/ 4774713 h 5450835"/>
              <a:gd name="connsiteX2057" fmla="*/ 2549548 w 10450132"/>
              <a:gd name="connsiteY2057" fmla="*/ 4774713 h 5450835"/>
              <a:gd name="connsiteX2058" fmla="*/ 2558613 w 10450132"/>
              <a:gd name="connsiteY2058" fmla="*/ 4774713 h 5450835"/>
              <a:gd name="connsiteX2059" fmla="*/ 2559402 w 10450132"/>
              <a:gd name="connsiteY2059" fmla="*/ 4775173 h 5450835"/>
              <a:gd name="connsiteX2060" fmla="*/ 2563935 w 10450132"/>
              <a:gd name="connsiteY2060" fmla="*/ 4783055 h 5450835"/>
              <a:gd name="connsiteX2061" fmla="*/ 2563935 w 10450132"/>
              <a:gd name="connsiteY2061" fmla="*/ 4783908 h 5450835"/>
              <a:gd name="connsiteX2062" fmla="*/ 2559402 w 10450132"/>
              <a:gd name="connsiteY2062" fmla="*/ 4791790 h 5450835"/>
              <a:gd name="connsiteX2063" fmla="*/ 2558613 w 10450132"/>
              <a:gd name="connsiteY2063" fmla="*/ 4792249 h 5450835"/>
              <a:gd name="connsiteX2064" fmla="*/ 2549548 w 10450132"/>
              <a:gd name="connsiteY2064" fmla="*/ 4792249 h 5450835"/>
              <a:gd name="connsiteX2065" fmla="*/ 2548760 w 10450132"/>
              <a:gd name="connsiteY2065" fmla="*/ 4791790 h 5450835"/>
              <a:gd name="connsiteX2066" fmla="*/ 2544228 w 10450132"/>
              <a:gd name="connsiteY2066" fmla="*/ 4783908 h 5450835"/>
              <a:gd name="connsiteX2067" fmla="*/ 2544228 w 10450132"/>
              <a:gd name="connsiteY2067" fmla="*/ 4783055 h 5450835"/>
              <a:gd name="connsiteX2068" fmla="*/ 2548760 w 10450132"/>
              <a:gd name="connsiteY2068" fmla="*/ 4775173 h 5450835"/>
              <a:gd name="connsiteX2069" fmla="*/ 2549548 w 10450132"/>
              <a:gd name="connsiteY2069" fmla="*/ 4774713 h 5450835"/>
              <a:gd name="connsiteX2070" fmla="*/ 2295018 w 10450132"/>
              <a:gd name="connsiteY2070" fmla="*/ 4774713 h 5450835"/>
              <a:gd name="connsiteX2071" fmla="*/ 2304082 w 10450132"/>
              <a:gd name="connsiteY2071" fmla="*/ 4774713 h 5450835"/>
              <a:gd name="connsiteX2072" fmla="*/ 2304872 w 10450132"/>
              <a:gd name="connsiteY2072" fmla="*/ 4775173 h 5450835"/>
              <a:gd name="connsiteX2073" fmla="*/ 2309403 w 10450132"/>
              <a:gd name="connsiteY2073" fmla="*/ 4783055 h 5450835"/>
              <a:gd name="connsiteX2074" fmla="*/ 2309403 w 10450132"/>
              <a:gd name="connsiteY2074" fmla="*/ 4783908 h 5450835"/>
              <a:gd name="connsiteX2075" fmla="*/ 2304872 w 10450132"/>
              <a:gd name="connsiteY2075" fmla="*/ 4791790 h 5450835"/>
              <a:gd name="connsiteX2076" fmla="*/ 2304082 w 10450132"/>
              <a:gd name="connsiteY2076" fmla="*/ 4792249 h 5450835"/>
              <a:gd name="connsiteX2077" fmla="*/ 2295018 w 10450132"/>
              <a:gd name="connsiteY2077" fmla="*/ 4792249 h 5450835"/>
              <a:gd name="connsiteX2078" fmla="*/ 2294231 w 10450132"/>
              <a:gd name="connsiteY2078" fmla="*/ 4791790 h 5450835"/>
              <a:gd name="connsiteX2079" fmla="*/ 2289698 w 10450132"/>
              <a:gd name="connsiteY2079" fmla="*/ 4783908 h 5450835"/>
              <a:gd name="connsiteX2080" fmla="*/ 2289698 w 10450132"/>
              <a:gd name="connsiteY2080" fmla="*/ 4783055 h 5450835"/>
              <a:gd name="connsiteX2081" fmla="*/ 2294231 w 10450132"/>
              <a:gd name="connsiteY2081" fmla="*/ 4775173 h 5450835"/>
              <a:gd name="connsiteX2082" fmla="*/ 2295018 w 10450132"/>
              <a:gd name="connsiteY2082" fmla="*/ 4774713 h 5450835"/>
              <a:gd name="connsiteX2083" fmla="*/ 2040623 w 10450132"/>
              <a:gd name="connsiteY2083" fmla="*/ 4774713 h 5450835"/>
              <a:gd name="connsiteX2084" fmla="*/ 2049686 w 10450132"/>
              <a:gd name="connsiteY2084" fmla="*/ 4774713 h 5450835"/>
              <a:gd name="connsiteX2085" fmla="*/ 2050474 w 10450132"/>
              <a:gd name="connsiteY2085" fmla="*/ 4775173 h 5450835"/>
              <a:gd name="connsiteX2086" fmla="*/ 2055006 w 10450132"/>
              <a:gd name="connsiteY2086" fmla="*/ 4783055 h 5450835"/>
              <a:gd name="connsiteX2087" fmla="*/ 2055006 w 10450132"/>
              <a:gd name="connsiteY2087" fmla="*/ 4783908 h 5450835"/>
              <a:gd name="connsiteX2088" fmla="*/ 2050474 w 10450132"/>
              <a:gd name="connsiteY2088" fmla="*/ 4791790 h 5450835"/>
              <a:gd name="connsiteX2089" fmla="*/ 2049686 w 10450132"/>
              <a:gd name="connsiteY2089" fmla="*/ 4792249 h 5450835"/>
              <a:gd name="connsiteX2090" fmla="*/ 2040623 w 10450132"/>
              <a:gd name="connsiteY2090" fmla="*/ 4792249 h 5450835"/>
              <a:gd name="connsiteX2091" fmla="*/ 2039833 w 10450132"/>
              <a:gd name="connsiteY2091" fmla="*/ 4791790 h 5450835"/>
              <a:gd name="connsiteX2092" fmla="*/ 2035302 w 10450132"/>
              <a:gd name="connsiteY2092" fmla="*/ 4783908 h 5450835"/>
              <a:gd name="connsiteX2093" fmla="*/ 2035302 w 10450132"/>
              <a:gd name="connsiteY2093" fmla="*/ 4783055 h 5450835"/>
              <a:gd name="connsiteX2094" fmla="*/ 2039833 w 10450132"/>
              <a:gd name="connsiteY2094" fmla="*/ 4775173 h 5450835"/>
              <a:gd name="connsiteX2095" fmla="*/ 2040623 w 10450132"/>
              <a:gd name="connsiteY2095" fmla="*/ 4774713 h 5450835"/>
              <a:gd name="connsiteX2096" fmla="*/ 1786207 w 10450132"/>
              <a:gd name="connsiteY2096" fmla="*/ 4774713 h 5450835"/>
              <a:gd name="connsiteX2097" fmla="*/ 1795272 w 10450132"/>
              <a:gd name="connsiteY2097" fmla="*/ 4774713 h 5450835"/>
              <a:gd name="connsiteX2098" fmla="*/ 1796060 w 10450132"/>
              <a:gd name="connsiteY2098" fmla="*/ 4775173 h 5450835"/>
              <a:gd name="connsiteX2099" fmla="*/ 1800592 w 10450132"/>
              <a:gd name="connsiteY2099" fmla="*/ 4783055 h 5450835"/>
              <a:gd name="connsiteX2100" fmla="*/ 1800592 w 10450132"/>
              <a:gd name="connsiteY2100" fmla="*/ 4783908 h 5450835"/>
              <a:gd name="connsiteX2101" fmla="*/ 1796060 w 10450132"/>
              <a:gd name="connsiteY2101" fmla="*/ 4791790 h 5450835"/>
              <a:gd name="connsiteX2102" fmla="*/ 1795272 w 10450132"/>
              <a:gd name="connsiteY2102" fmla="*/ 4792249 h 5450835"/>
              <a:gd name="connsiteX2103" fmla="*/ 1786207 w 10450132"/>
              <a:gd name="connsiteY2103" fmla="*/ 4792249 h 5450835"/>
              <a:gd name="connsiteX2104" fmla="*/ 1785419 w 10450132"/>
              <a:gd name="connsiteY2104" fmla="*/ 4791790 h 5450835"/>
              <a:gd name="connsiteX2105" fmla="*/ 1780887 w 10450132"/>
              <a:gd name="connsiteY2105" fmla="*/ 4783908 h 5450835"/>
              <a:gd name="connsiteX2106" fmla="*/ 1780887 w 10450132"/>
              <a:gd name="connsiteY2106" fmla="*/ 4783055 h 5450835"/>
              <a:gd name="connsiteX2107" fmla="*/ 1785419 w 10450132"/>
              <a:gd name="connsiteY2107" fmla="*/ 4775173 h 5450835"/>
              <a:gd name="connsiteX2108" fmla="*/ 1786207 w 10450132"/>
              <a:gd name="connsiteY2108" fmla="*/ 4774713 h 5450835"/>
              <a:gd name="connsiteX2109" fmla="*/ 1531965 w 10450132"/>
              <a:gd name="connsiteY2109" fmla="*/ 4774713 h 5450835"/>
              <a:gd name="connsiteX2110" fmla="*/ 1541028 w 10450132"/>
              <a:gd name="connsiteY2110" fmla="*/ 4774713 h 5450835"/>
              <a:gd name="connsiteX2111" fmla="*/ 1541817 w 10450132"/>
              <a:gd name="connsiteY2111" fmla="*/ 4775173 h 5450835"/>
              <a:gd name="connsiteX2112" fmla="*/ 1546348 w 10450132"/>
              <a:gd name="connsiteY2112" fmla="*/ 4783055 h 5450835"/>
              <a:gd name="connsiteX2113" fmla="*/ 1546348 w 10450132"/>
              <a:gd name="connsiteY2113" fmla="*/ 4783908 h 5450835"/>
              <a:gd name="connsiteX2114" fmla="*/ 1541817 w 10450132"/>
              <a:gd name="connsiteY2114" fmla="*/ 4791790 h 5450835"/>
              <a:gd name="connsiteX2115" fmla="*/ 1541028 w 10450132"/>
              <a:gd name="connsiteY2115" fmla="*/ 4792249 h 5450835"/>
              <a:gd name="connsiteX2116" fmla="*/ 1531965 w 10450132"/>
              <a:gd name="connsiteY2116" fmla="*/ 4792249 h 5450835"/>
              <a:gd name="connsiteX2117" fmla="*/ 1531177 w 10450132"/>
              <a:gd name="connsiteY2117" fmla="*/ 4791790 h 5450835"/>
              <a:gd name="connsiteX2118" fmla="*/ 1526642 w 10450132"/>
              <a:gd name="connsiteY2118" fmla="*/ 4783908 h 5450835"/>
              <a:gd name="connsiteX2119" fmla="*/ 1526642 w 10450132"/>
              <a:gd name="connsiteY2119" fmla="*/ 4783055 h 5450835"/>
              <a:gd name="connsiteX2120" fmla="*/ 1531177 w 10450132"/>
              <a:gd name="connsiteY2120" fmla="*/ 4775173 h 5450835"/>
              <a:gd name="connsiteX2121" fmla="*/ 1531965 w 10450132"/>
              <a:gd name="connsiteY2121" fmla="*/ 4774713 h 5450835"/>
              <a:gd name="connsiteX2122" fmla="*/ 1277399 w 10450132"/>
              <a:gd name="connsiteY2122" fmla="*/ 4774713 h 5450835"/>
              <a:gd name="connsiteX2123" fmla="*/ 1286463 w 10450132"/>
              <a:gd name="connsiteY2123" fmla="*/ 4774713 h 5450835"/>
              <a:gd name="connsiteX2124" fmla="*/ 1287252 w 10450132"/>
              <a:gd name="connsiteY2124" fmla="*/ 4775173 h 5450835"/>
              <a:gd name="connsiteX2125" fmla="*/ 1291783 w 10450132"/>
              <a:gd name="connsiteY2125" fmla="*/ 4783055 h 5450835"/>
              <a:gd name="connsiteX2126" fmla="*/ 1291783 w 10450132"/>
              <a:gd name="connsiteY2126" fmla="*/ 4783908 h 5450835"/>
              <a:gd name="connsiteX2127" fmla="*/ 1287252 w 10450132"/>
              <a:gd name="connsiteY2127" fmla="*/ 4791790 h 5450835"/>
              <a:gd name="connsiteX2128" fmla="*/ 1286463 w 10450132"/>
              <a:gd name="connsiteY2128" fmla="*/ 4792249 h 5450835"/>
              <a:gd name="connsiteX2129" fmla="*/ 1277399 w 10450132"/>
              <a:gd name="connsiteY2129" fmla="*/ 4792249 h 5450835"/>
              <a:gd name="connsiteX2130" fmla="*/ 1276610 w 10450132"/>
              <a:gd name="connsiteY2130" fmla="*/ 4791790 h 5450835"/>
              <a:gd name="connsiteX2131" fmla="*/ 1272079 w 10450132"/>
              <a:gd name="connsiteY2131" fmla="*/ 4783908 h 5450835"/>
              <a:gd name="connsiteX2132" fmla="*/ 1272079 w 10450132"/>
              <a:gd name="connsiteY2132" fmla="*/ 4783055 h 5450835"/>
              <a:gd name="connsiteX2133" fmla="*/ 1276610 w 10450132"/>
              <a:gd name="connsiteY2133" fmla="*/ 4775173 h 5450835"/>
              <a:gd name="connsiteX2134" fmla="*/ 1277399 w 10450132"/>
              <a:gd name="connsiteY2134" fmla="*/ 4774713 h 5450835"/>
              <a:gd name="connsiteX2135" fmla="*/ 1023061 w 10450132"/>
              <a:gd name="connsiteY2135" fmla="*/ 4774713 h 5450835"/>
              <a:gd name="connsiteX2136" fmla="*/ 1032125 w 10450132"/>
              <a:gd name="connsiteY2136" fmla="*/ 4774713 h 5450835"/>
              <a:gd name="connsiteX2137" fmla="*/ 1032912 w 10450132"/>
              <a:gd name="connsiteY2137" fmla="*/ 4775173 h 5450835"/>
              <a:gd name="connsiteX2138" fmla="*/ 1037445 w 10450132"/>
              <a:gd name="connsiteY2138" fmla="*/ 4783055 h 5450835"/>
              <a:gd name="connsiteX2139" fmla="*/ 1037445 w 10450132"/>
              <a:gd name="connsiteY2139" fmla="*/ 4783908 h 5450835"/>
              <a:gd name="connsiteX2140" fmla="*/ 1032912 w 10450132"/>
              <a:gd name="connsiteY2140" fmla="*/ 4791790 h 5450835"/>
              <a:gd name="connsiteX2141" fmla="*/ 1032125 w 10450132"/>
              <a:gd name="connsiteY2141" fmla="*/ 4792249 h 5450835"/>
              <a:gd name="connsiteX2142" fmla="*/ 1023061 w 10450132"/>
              <a:gd name="connsiteY2142" fmla="*/ 4792249 h 5450835"/>
              <a:gd name="connsiteX2143" fmla="*/ 1022272 w 10450132"/>
              <a:gd name="connsiteY2143" fmla="*/ 4791790 h 5450835"/>
              <a:gd name="connsiteX2144" fmla="*/ 1017740 w 10450132"/>
              <a:gd name="connsiteY2144" fmla="*/ 4783908 h 5450835"/>
              <a:gd name="connsiteX2145" fmla="*/ 1017740 w 10450132"/>
              <a:gd name="connsiteY2145" fmla="*/ 4783055 h 5450835"/>
              <a:gd name="connsiteX2146" fmla="*/ 1022272 w 10450132"/>
              <a:gd name="connsiteY2146" fmla="*/ 4775173 h 5450835"/>
              <a:gd name="connsiteX2147" fmla="*/ 1023061 w 10450132"/>
              <a:gd name="connsiteY2147" fmla="*/ 4774713 h 5450835"/>
              <a:gd name="connsiteX2148" fmla="*/ 768737 w 10450132"/>
              <a:gd name="connsiteY2148" fmla="*/ 4774713 h 5450835"/>
              <a:gd name="connsiteX2149" fmla="*/ 777799 w 10450132"/>
              <a:gd name="connsiteY2149" fmla="*/ 4774713 h 5450835"/>
              <a:gd name="connsiteX2150" fmla="*/ 778588 w 10450132"/>
              <a:gd name="connsiteY2150" fmla="*/ 4775173 h 5450835"/>
              <a:gd name="connsiteX2151" fmla="*/ 783120 w 10450132"/>
              <a:gd name="connsiteY2151" fmla="*/ 4783055 h 5450835"/>
              <a:gd name="connsiteX2152" fmla="*/ 783120 w 10450132"/>
              <a:gd name="connsiteY2152" fmla="*/ 4783908 h 5450835"/>
              <a:gd name="connsiteX2153" fmla="*/ 778588 w 10450132"/>
              <a:gd name="connsiteY2153" fmla="*/ 4791790 h 5450835"/>
              <a:gd name="connsiteX2154" fmla="*/ 777799 w 10450132"/>
              <a:gd name="connsiteY2154" fmla="*/ 4792249 h 5450835"/>
              <a:gd name="connsiteX2155" fmla="*/ 768737 w 10450132"/>
              <a:gd name="connsiteY2155" fmla="*/ 4792249 h 5450835"/>
              <a:gd name="connsiteX2156" fmla="*/ 767949 w 10450132"/>
              <a:gd name="connsiteY2156" fmla="*/ 4791790 h 5450835"/>
              <a:gd name="connsiteX2157" fmla="*/ 763416 w 10450132"/>
              <a:gd name="connsiteY2157" fmla="*/ 4783908 h 5450835"/>
              <a:gd name="connsiteX2158" fmla="*/ 763416 w 10450132"/>
              <a:gd name="connsiteY2158" fmla="*/ 4783055 h 5450835"/>
              <a:gd name="connsiteX2159" fmla="*/ 767949 w 10450132"/>
              <a:gd name="connsiteY2159" fmla="*/ 4775173 h 5450835"/>
              <a:gd name="connsiteX2160" fmla="*/ 768737 w 10450132"/>
              <a:gd name="connsiteY2160" fmla="*/ 4774713 h 5450835"/>
              <a:gd name="connsiteX2161" fmla="*/ 514331 w 10450132"/>
              <a:gd name="connsiteY2161" fmla="*/ 4774713 h 5450835"/>
              <a:gd name="connsiteX2162" fmla="*/ 523395 w 10450132"/>
              <a:gd name="connsiteY2162" fmla="*/ 4774713 h 5450835"/>
              <a:gd name="connsiteX2163" fmla="*/ 524183 w 10450132"/>
              <a:gd name="connsiteY2163" fmla="*/ 4775173 h 5450835"/>
              <a:gd name="connsiteX2164" fmla="*/ 528715 w 10450132"/>
              <a:gd name="connsiteY2164" fmla="*/ 4783055 h 5450835"/>
              <a:gd name="connsiteX2165" fmla="*/ 528715 w 10450132"/>
              <a:gd name="connsiteY2165" fmla="*/ 4783908 h 5450835"/>
              <a:gd name="connsiteX2166" fmla="*/ 524183 w 10450132"/>
              <a:gd name="connsiteY2166" fmla="*/ 4791790 h 5450835"/>
              <a:gd name="connsiteX2167" fmla="*/ 523395 w 10450132"/>
              <a:gd name="connsiteY2167" fmla="*/ 4792249 h 5450835"/>
              <a:gd name="connsiteX2168" fmla="*/ 514331 w 10450132"/>
              <a:gd name="connsiteY2168" fmla="*/ 4792249 h 5450835"/>
              <a:gd name="connsiteX2169" fmla="*/ 513543 w 10450132"/>
              <a:gd name="connsiteY2169" fmla="*/ 4791790 h 5450835"/>
              <a:gd name="connsiteX2170" fmla="*/ 509010 w 10450132"/>
              <a:gd name="connsiteY2170" fmla="*/ 4783908 h 5450835"/>
              <a:gd name="connsiteX2171" fmla="*/ 509010 w 10450132"/>
              <a:gd name="connsiteY2171" fmla="*/ 4783055 h 5450835"/>
              <a:gd name="connsiteX2172" fmla="*/ 513543 w 10450132"/>
              <a:gd name="connsiteY2172" fmla="*/ 4775173 h 5450835"/>
              <a:gd name="connsiteX2173" fmla="*/ 514331 w 10450132"/>
              <a:gd name="connsiteY2173" fmla="*/ 4774713 h 5450835"/>
              <a:gd name="connsiteX2174" fmla="*/ 259829 w 10450132"/>
              <a:gd name="connsiteY2174" fmla="*/ 4774713 h 5450835"/>
              <a:gd name="connsiteX2175" fmla="*/ 268892 w 10450132"/>
              <a:gd name="connsiteY2175" fmla="*/ 4774713 h 5450835"/>
              <a:gd name="connsiteX2176" fmla="*/ 269681 w 10450132"/>
              <a:gd name="connsiteY2176" fmla="*/ 4775173 h 5450835"/>
              <a:gd name="connsiteX2177" fmla="*/ 274212 w 10450132"/>
              <a:gd name="connsiteY2177" fmla="*/ 4783055 h 5450835"/>
              <a:gd name="connsiteX2178" fmla="*/ 274212 w 10450132"/>
              <a:gd name="connsiteY2178" fmla="*/ 4783908 h 5450835"/>
              <a:gd name="connsiteX2179" fmla="*/ 269681 w 10450132"/>
              <a:gd name="connsiteY2179" fmla="*/ 4791790 h 5450835"/>
              <a:gd name="connsiteX2180" fmla="*/ 268892 w 10450132"/>
              <a:gd name="connsiteY2180" fmla="*/ 4792249 h 5450835"/>
              <a:gd name="connsiteX2181" fmla="*/ 259829 w 10450132"/>
              <a:gd name="connsiteY2181" fmla="*/ 4792249 h 5450835"/>
              <a:gd name="connsiteX2182" fmla="*/ 259039 w 10450132"/>
              <a:gd name="connsiteY2182" fmla="*/ 4791790 h 5450835"/>
              <a:gd name="connsiteX2183" fmla="*/ 254508 w 10450132"/>
              <a:gd name="connsiteY2183" fmla="*/ 4783908 h 5450835"/>
              <a:gd name="connsiteX2184" fmla="*/ 254508 w 10450132"/>
              <a:gd name="connsiteY2184" fmla="*/ 4783055 h 5450835"/>
              <a:gd name="connsiteX2185" fmla="*/ 259039 w 10450132"/>
              <a:gd name="connsiteY2185" fmla="*/ 4775173 h 5450835"/>
              <a:gd name="connsiteX2186" fmla="*/ 259829 w 10450132"/>
              <a:gd name="connsiteY2186" fmla="*/ 4774713 h 5450835"/>
              <a:gd name="connsiteX2187" fmla="*/ 5582 w 10450132"/>
              <a:gd name="connsiteY2187" fmla="*/ 4774713 h 5450835"/>
              <a:gd name="connsiteX2188" fmla="*/ 14644 w 10450132"/>
              <a:gd name="connsiteY2188" fmla="*/ 4774713 h 5450835"/>
              <a:gd name="connsiteX2189" fmla="*/ 15432 w 10450132"/>
              <a:gd name="connsiteY2189" fmla="*/ 4775173 h 5450835"/>
              <a:gd name="connsiteX2190" fmla="*/ 19964 w 10450132"/>
              <a:gd name="connsiteY2190" fmla="*/ 4783055 h 5450835"/>
              <a:gd name="connsiteX2191" fmla="*/ 19964 w 10450132"/>
              <a:gd name="connsiteY2191" fmla="*/ 4783908 h 5450835"/>
              <a:gd name="connsiteX2192" fmla="*/ 15432 w 10450132"/>
              <a:gd name="connsiteY2192" fmla="*/ 4791790 h 5450835"/>
              <a:gd name="connsiteX2193" fmla="*/ 14644 w 10450132"/>
              <a:gd name="connsiteY2193" fmla="*/ 4792249 h 5450835"/>
              <a:gd name="connsiteX2194" fmla="*/ 5582 w 10450132"/>
              <a:gd name="connsiteY2194" fmla="*/ 4792249 h 5450835"/>
              <a:gd name="connsiteX2195" fmla="*/ 4792 w 10450132"/>
              <a:gd name="connsiteY2195" fmla="*/ 4791790 h 5450835"/>
              <a:gd name="connsiteX2196" fmla="*/ 261 w 10450132"/>
              <a:gd name="connsiteY2196" fmla="*/ 4783908 h 5450835"/>
              <a:gd name="connsiteX2197" fmla="*/ 261 w 10450132"/>
              <a:gd name="connsiteY2197" fmla="*/ 4783055 h 5450835"/>
              <a:gd name="connsiteX2198" fmla="*/ 4792 w 10450132"/>
              <a:gd name="connsiteY2198" fmla="*/ 4775173 h 5450835"/>
              <a:gd name="connsiteX2199" fmla="*/ 5582 w 10450132"/>
              <a:gd name="connsiteY2199" fmla="*/ 4774713 h 5450835"/>
              <a:gd name="connsiteX2200" fmla="*/ 10435622 w 10450132"/>
              <a:gd name="connsiteY2200" fmla="*/ 4557705 h 5450835"/>
              <a:gd name="connsiteX2201" fmla="*/ 10444686 w 10450132"/>
              <a:gd name="connsiteY2201" fmla="*/ 4557705 h 5450835"/>
              <a:gd name="connsiteX2202" fmla="*/ 10445474 w 10450132"/>
              <a:gd name="connsiteY2202" fmla="*/ 4558165 h 5450835"/>
              <a:gd name="connsiteX2203" fmla="*/ 10450007 w 10450132"/>
              <a:gd name="connsiteY2203" fmla="*/ 4566046 h 5450835"/>
              <a:gd name="connsiteX2204" fmla="*/ 10450007 w 10450132"/>
              <a:gd name="connsiteY2204" fmla="*/ 4566900 h 5450835"/>
              <a:gd name="connsiteX2205" fmla="*/ 10445474 w 10450132"/>
              <a:gd name="connsiteY2205" fmla="*/ 4574782 h 5450835"/>
              <a:gd name="connsiteX2206" fmla="*/ 10444686 w 10450132"/>
              <a:gd name="connsiteY2206" fmla="*/ 4575242 h 5450835"/>
              <a:gd name="connsiteX2207" fmla="*/ 10435622 w 10450132"/>
              <a:gd name="connsiteY2207" fmla="*/ 4575242 h 5450835"/>
              <a:gd name="connsiteX2208" fmla="*/ 10434834 w 10450132"/>
              <a:gd name="connsiteY2208" fmla="*/ 4574782 h 5450835"/>
              <a:gd name="connsiteX2209" fmla="*/ 10430302 w 10450132"/>
              <a:gd name="connsiteY2209" fmla="*/ 4566900 h 5450835"/>
              <a:gd name="connsiteX2210" fmla="*/ 10430302 w 10450132"/>
              <a:gd name="connsiteY2210" fmla="*/ 4566046 h 5450835"/>
              <a:gd name="connsiteX2211" fmla="*/ 10434834 w 10450132"/>
              <a:gd name="connsiteY2211" fmla="*/ 4558165 h 5450835"/>
              <a:gd name="connsiteX2212" fmla="*/ 10435622 w 10450132"/>
              <a:gd name="connsiteY2212" fmla="*/ 4557705 h 5450835"/>
              <a:gd name="connsiteX2213" fmla="*/ 10181242 w 10450132"/>
              <a:gd name="connsiteY2213" fmla="*/ 4557705 h 5450835"/>
              <a:gd name="connsiteX2214" fmla="*/ 10190305 w 10450132"/>
              <a:gd name="connsiteY2214" fmla="*/ 4557705 h 5450835"/>
              <a:gd name="connsiteX2215" fmla="*/ 10191093 w 10450132"/>
              <a:gd name="connsiteY2215" fmla="*/ 4558165 h 5450835"/>
              <a:gd name="connsiteX2216" fmla="*/ 10195626 w 10450132"/>
              <a:gd name="connsiteY2216" fmla="*/ 4566046 h 5450835"/>
              <a:gd name="connsiteX2217" fmla="*/ 10195626 w 10450132"/>
              <a:gd name="connsiteY2217" fmla="*/ 4566900 h 5450835"/>
              <a:gd name="connsiteX2218" fmla="*/ 10191093 w 10450132"/>
              <a:gd name="connsiteY2218" fmla="*/ 4574782 h 5450835"/>
              <a:gd name="connsiteX2219" fmla="*/ 10190305 w 10450132"/>
              <a:gd name="connsiteY2219" fmla="*/ 4575242 h 5450835"/>
              <a:gd name="connsiteX2220" fmla="*/ 10181242 w 10450132"/>
              <a:gd name="connsiteY2220" fmla="*/ 4575242 h 5450835"/>
              <a:gd name="connsiteX2221" fmla="*/ 10180453 w 10450132"/>
              <a:gd name="connsiteY2221" fmla="*/ 4574782 h 5450835"/>
              <a:gd name="connsiteX2222" fmla="*/ 10175922 w 10450132"/>
              <a:gd name="connsiteY2222" fmla="*/ 4566900 h 5450835"/>
              <a:gd name="connsiteX2223" fmla="*/ 10175922 w 10450132"/>
              <a:gd name="connsiteY2223" fmla="*/ 4566046 h 5450835"/>
              <a:gd name="connsiteX2224" fmla="*/ 10180453 w 10450132"/>
              <a:gd name="connsiteY2224" fmla="*/ 4558165 h 5450835"/>
              <a:gd name="connsiteX2225" fmla="*/ 10181242 w 10450132"/>
              <a:gd name="connsiteY2225" fmla="*/ 4557705 h 5450835"/>
              <a:gd name="connsiteX2226" fmla="*/ 9926861 w 10450132"/>
              <a:gd name="connsiteY2226" fmla="*/ 4557705 h 5450835"/>
              <a:gd name="connsiteX2227" fmla="*/ 9935924 w 10450132"/>
              <a:gd name="connsiteY2227" fmla="*/ 4557705 h 5450835"/>
              <a:gd name="connsiteX2228" fmla="*/ 9936713 w 10450132"/>
              <a:gd name="connsiteY2228" fmla="*/ 4558165 h 5450835"/>
              <a:gd name="connsiteX2229" fmla="*/ 9941246 w 10450132"/>
              <a:gd name="connsiteY2229" fmla="*/ 4566046 h 5450835"/>
              <a:gd name="connsiteX2230" fmla="*/ 9941246 w 10450132"/>
              <a:gd name="connsiteY2230" fmla="*/ 4566900 h 5450835"/>
              <a:gd name="connsiteX2231" fmla="*/ 9936713 w 10450132"/>
              <a:gd name="connsiteY2231" fmla="*/ 4574782 h 5450835"/>
              <a:gd name="connsiteX2232" fmla="*/ 9935924 w 10450132"/>
              <a:gd name="connsiteY2232" fmla="*/ 4575242 h 5450835"/>
              <a:gd name="connsiteX2233" fmla="*/ 9926861 w 10450132"/>
              <a:gd name="connsiteY2233" fmla="*/ 4575242 h 5450835"/>
              <a:gd name="connsiteX2234" fmla="*/ 9926073 w 10450132"/>
              <a:gd name="connsiteY2234" fmla="*/ 4574782 h 5450835"/>
              <a:gd name="connsiteX2235" fmla="*/ 9921541 w 10450132"/>
              <a:gd name="connsiteY2235" fmla="*/ 4566900 h 5450835"/>
              <a:gd name="connsiteX2236" fmla="*/ 9921541 w 10450132"/>
              <a:gd name="connsiteY2236" fmla="*/ 4566046 h 5450835"/>
              <a:gd name="connsiteX2237" fmla="*/ 9926073 w 10450132"/>
              <a:gd name="connsiteY2237" fmla="*/ 4558165 h 5450835"/>
              <a:gd name="connsiteX2238" fmla="*/ 9926861 w 10450132"/>
              <a:gd name="connsiteY2238" fmla="*/ 4557705 h 5450835"/>
              <a:gd name="connsiteX2239" fmla="*/ 9672481 w 10450132"/>
              <a:gd name="connsiteY2239" fmla="*/ 4557705 h 5450835"/>
              <a:gd name="connsiteX2240" fmla="*/ 9681545 w 10450132"/>
              <a:gd name="connsiteY2240" fmla="*/ 4557705 h 5450835"/>
              <a:gd name="connsiteX2241" fmla="*/ 9682333 w 10450132"/>
              <a:gd name="connsiteY2241" fmla="*/ 4558165 h 5450835"/>
              <a:gd name="connsiteX2242" fmla="*/ 9686865 w 10450132"/>
              <a:gd name="connsiteY2242" fmla="*/ 4566046 h 5450835"/>
              <a:gd name="connsiteX2243" fmla="*/ 9686865 w 10450132"/>
              <a:gd name="connsiteY2243" fmla="*/ 4566900 h 5450835"/>
              <a:gd name="connsiteX2244" fmla="*/ 9682333 w 10450132"/>
              <a:gd name="connsiteY2244" fmla="*/ 4574782 h 5450835"/>
              <a:gd name="connsiteX2245" fmla="*/ 9681545 w 10450132"/>
              <a:gd name="connsiteY2245" fmla="*/ 4575242 h 5450835"/>
              <a:gd name="connsiteX2246" fmla="*/ 9672481 w 10450132"/>
              <a:gd name="connsiteY2246" fmla="*/ 4575242 h 5450835"/>
              <a:gd name="connsiteX2247" fmla="*/ 9671693 w 10450132"/>
              <a:gd name="connsiteY2247" fmla="*/ 4574782 h 5450835"/>
              <a:gd name="connsiteX2248" fmla="*/ 9667160 w 10450132"/>
              <a:gd name="connsiteY2248" fmla="*/ 4566900 h 5450835"/>
              <a:gd name="connsiteX2249" fmla="*/ 9667160 w 10450132"/>
              <a:gd name="connsiteY2249" fmla="*/ 4566046 h 5450835"/>
              <a:gd name="connsiteX2250" fmla="*/ 9671693 w 10450132"/>
              <a:gd name="connsiteY2250" fmla="*/ 4558165 h 5450835"/>
              <a:gd name="connsiteX2251" fmla="*/ 9672481 w 10450132"/>
              <a:gd name="connsiteY2251" fmla="*/ 4557705 h 5450835"/>
              <a:gd name="connsiteX2252" fmla="*/ 9418035 w 10450132"/>
              <a:gd name="connsiteY2252" fmla="*/ 4557705 h 5450835"/>
              <a:gd name="connsiteX2253" fmla="*/ 9427099 w 10450132"/>
              <a:gd name="connsiteY2253" fmla="*/ 4557705 h 5450835"/>
              <a:gd name="connsiteX2254" fmla="*/ 9427887 w 10450132"/>
              <a:gd name="connsiteY2254" fmla="*/ 4558165 h 5450835"/>
              <a:gd name="connsiteX2255" fmla="*/ 9432419 w 10450132"/>
              <a:gd name="connsiteY2255" fmla="*/ 4566046 h 5450835"/>
              <a:gd name="connsiteX2256" fmla="*/ 9432419 w 10450132"/>
              <a:gd name="connsiteY2256" fmla="*/ 4566900 h 5450835"/>
              <a:gd name="connsiteX2257" fmla="*/ 9427887 w 10450132"/>
              <a:gd name="connsiteY2257" fmla="*/ 4574782 h 5450835"/>
              <a:gd name="connsiteX2258" fmla="*/ 9427099 w 10450132"/>
              <a:gd name="connsiteY2258" fmla="*/ 4575242 h 5450835"/>
              <a:gd name="connsiteX2259" fmla="*/ 9418035 w 10450132"/>
              <a:gd name="connsiteY2259" fmla="*/ 4575242 h 5450835"/>
              <a:gd name="connsiteX2260" fmla="*/ 9417247 w 10450132"/>
              <a:gd name="connsiteY2260" fmla="*/ 4574782 h 5450835"/>
              <a:gd name="connsiteX2261" fmla="*/ 9412714 w 10450132"/>
              <a:gd name="connsiteY2261" fmla="*/ 4566900 h 5450835"/>
              <a:gd name="connsiteX2262" fmla="*/ 9412714 w 10450132"/>
              <a:gd name="connsiteY2262" fmla="*/ 4566046 h 5450835"/>
              <a:gd name="connsiteX2263" fmla="*/ 9417247 w 10450132"/>
              <a:gd name="connsiteY2263" fmla="*/ 4558165 h 5450835"/>
              <a:gd name="connsiteX2264" fmla="*/ 9418035 w 10450132"/>
              <a:gd name="connsiteY2264" fmla="*/ 4557705 h 5450835"/>
              <a:gd name="connsiteX2265" fmla="*/ 9163654 w 10450132"/>
              <a:gd name="connsiteY2265" fmla="*/ 4557705 h 5450835"/>
              <a:gd name="connsiteX2266" fmla="*/ 9172718 w 10450132"/>
              <a:gd name="connsiteY2266" fmla="*/ 4557705 h 5450835"/>
              <a:gd name="connsiteX2267" fmla="*/ 9173506 w 10450132"/>
              <a:gd name="connsiteY2267" fmla="*/ 4558165 h 5450835"/>
              <a:gd name="connsiteX2268" fmla="*/ 9178038 w 10450132"/>
              <a:gd name="connsiteY2268" fmla="*/ 4566046 h 5450835"/>
              <a:gd name="connsiteX2269" fmla="*/ 9178038 w 10450132"/>
              <a:gd name="connsiteY2269" fmla="*/ 4566900 h 5450835"/>
              <a:gd name="connsiteX2270" fmla="*/ 9173506 w 10450132"/>
              <a:gd name="connsiteY2270" fmla="*/ 4574782 h 5450835"/>
              <a:gd name="connsiteX2271" fmla="*/ 9172718 w 10450132"/>
              <a:gd name="connsiteY2271" fmla="*/ 4575242 h 5450835"/>
              <a:gd name="connsiteX2272" fmla="*/ 9163654 w 10450132"/>
              <a:gd name="connsiteY2272" fmla="*/ 4575242 h 5450835"/>
              <a:gd name="connsiteX2273" fmla="*/ 9162866 w 10450132"/>
              <a:gd name="connsiteY2273" fmla="*/ 4574782 h 5450835"/>
              <a:gd name="connsiteX2274" fmla="*/ 9158333 w 10450132"/>
              <a:gd name="connsiteY2274" fmla="*/ 4566900 h 5450835"/>
              <a:gd name="connsiteX2275" fmla="*/ 9158333 w 10450132"/>
              <a:gd name="connsiteY2275" fmla="*/ 4566046 h 5450835"/>
              <a:gd name="connsiteX2276" fmla="*/ 9162866 w 10450132"/>
              <a:gd name="connsiteY2276" fmla="*/ 4558165 h 5450835"/>
              <a:gd name="connsiteX2277" fmla="*/ 9163654 w 10450132"/>
              <a:gd name="connsiteY2277" fmla="*/ 4557705 h 5450835"/>
              <a:gd name="connsiteX2278" fmla="*/ 8909274 w 10450132"/>
              <a:gd name="connsiteY2278" fmla="*/ 4557705 h 5450835"/>
              <a:gd name="connsiteX2279" fmla="*/ 8918336 w 10450132"/>
              <a:gd name="connsiteY2279" fmla="*/ 4557705 h 5450835"/>
              <a:gd name="connsiteX2280" fmla="*/ 8919125 w 10450132"/>
              <a:gd name="connsiteY2280" fmla="*/ 4558165 h 5450835"/>
              <a:gd name="connsiteX2281" fmla="*/ 8923657 w 10450132"/>
              <a:gd name="connsiteY2281" fmla="*/ 4566046 h 5450835"/>
              <a:gd name="connsiteX2282" fmla="*/ 8923657 w 10450132"/>
              <a:gd name="connsiteY2282" fmla="*/ 4566900 h 5450835"/>
              <a:gd name="connsiteX2283" fmla="*/ 8919125 w 10450132"/>
              <a:gd name="connsiteY2283" fmla="*/ 4574782 h 5450835"/>
              <a:gd name="connsiteX2284" fmla="*/ 8918336 w 10450132"/>
              <a:gd name="connsiteY2284" fmla="*/ 4575242 h 5450835"/>
              <a:gd name="connsiteX2285" fmla="*/ 8909274 w 10450132"/>
              <a:gd name="connsiteY2285" fmla="*/ 4575242 h 5450835"/>
              <a:gd name="connsiteX2286" fmla="*/ 8908484 w 10450132"/>
              <a:gd name="connsiteY2286" fmla="*/ 4574782 h 5450835"/>
              <a:gd name="connsiteX2287" fmla="*/ 8903953 w 10450132"/>
              <a:gd name="connsiteY2287" fmla="*/ 4566900 h 5450835"/>
              <a:gd name="connsiteX2288" fmla="*/ 8903953 w 10450132"/>
              <a:gd name="connsiteY2288" fmla="*/ 4566046 h 5450835"/>
              <a:gd name="connsiteX2289" fmla="*/ 8908484 w 10450132"/>
              <a:gd name="connsiteY2289" fmla="*/ 4558165 h 5450835"/>
              <a:gd name="connsiteX2290" fmla="*/ 8909274 w 10450132"/>
              <a:gd name="connsiteY2290" fmla="*/ 4557705 h 5450835"/>
              <a:gd name="connsiteX2291" fmla="*/ 8654892 w 10450132"/>
              <a:gd name="connsiteY2291" fmla="*/ 4557705 h 5450835"/>
              <a:gd name="connsiteX2292" fmla="*/ 8663955 w 10450132"/>
              <a:gd name="connsiteY2292" fmla="*/ 4557705 h 5450835"/>
              <a:gd name="connsiteX2293" fmla="*/ 8664744 w 10450132"/>
              <a:gd name="connsiteY2293" fmla="*/ 4558165 h 5450835"/>
              <a:gd name="connsiteX2294" fmla="*/ 8669277 w 10450132"/>
              <a:gd name="connsiteY2294" fmla="*/ 4566046 h 5450835"/>
              <a:gd name="connsiteX2295" fmla="*/ 8669277 w 10450132"/>
              <a:gd name="connsiteY2295" fmla="*/ 4566900 h 5450835"/>
              <a:gd name="connsiteX2296" fmla="*/ 8664744 w 10450132"/>
              <a:gd name="connsiteY2296" fmla="*/ 4574782 h 5450835"/>
              <a:gd name="connsiteX2297" fmla="*/ 8663955 w 10450132"/>
              <a:gd name="connsiteY2297" fmla="*/ 4575242 h 5450835"/>
              <a:gd name="connsiteX2298" fmla="*/ 8654892 w 10450132"/>
              <a:gd name="connsiteY2298" fmla="*/ 4575242 h 5450835"/>
              <a:gd name="connsiteX2299" fmla="*/ 8654104 w 10450132"/>
              <a:gd name="connsiteY2299" fmla="*/ 4574782 h 5450835"/>
              <a:gd name="connsiteX2300" fmla="*/ 8649572 w 10450132"/>
              <a:gd name="connsiteY2300" fmla="*/ 4566900 h 5450835"/>
              <a:gd name="connsiteX2301" fmla="*/ 8649572 w 10450132"/>
              <a:gd name="connsiteY2301" fmla="*/ 4566046 h 5450835"/>
              <a:gd name="connsiteX2302" fmla="*/ 8654104 w 10450132"/>
              <a:gd name="connsiteY2302" fmla="*/ 4558165 h 5450835"/>
              <a:gd name="connsiteX2303" fmla="*/ 8654892 w 10450132"/>
              <a:gd name="connsiteY2303" fmla="*/ 4557705 h 5450835"/>
              <a:gd name="connsiteX2304" fmla="*/ 8400511 w 10450132"/>
              <a:gd name="connsiteY2304" fmla="*/ 4557705 h 5450835"/>
              <a:gd name="connsiteX2305" fmla="*/ 8409575 w 10450132"/>
              <a:gd name="connsiteY2305" fmla="*/ 4557705 h 5450835"/>
              <a:gd name="connsiteX2306" fmla="*/ 8410363 w 10450132"/>
              <a:gd name="connsiteY2306" fmla="*/ 4558165 h 5450835"/>
              <a:gd name="connsiteX2307" fmla="*/ 8414896 w 10450132"/>
              <a:gd name="connsiteY2307" fmla="*/ 4566046 h 5450835"/>
              <a:gd name="connsiteX2308" fmla="*/ 8414896 w 10450132"/>
              <a:gd name="connsiteY2308" fmla="*/ 4566900 h 5450835"/>
              <a:gd name="connsiteX2309" fmla="*/ 8410363 w 10450132"/>
              <a:gd name="connsiteY2309" fmla="*/ 4574782 h 5450835"/>
              <a:gd name="connsiteX2310" fmla="*/ 8409575 w 10450132"/>
              <a:gd name="connsiteY2310" fmla="*/ 4575242 h 5450835"/>
              <a:gd name="connsiteX2311" fmla="*/ 8400511 w 10450132"/>
              <a:gd name="connsiteY2311" fmla="*/ 4575242 h 5450835"/>
              <a:gd name="connsiteX2312" fmla="*/ 8399723 w 10450132"/>
              <a:gd name="connsiteY2312" fmla="*/ 4574782 h 5450835"/>
              <a:gd name="connsiteX2313" fmla="*/ 8395191 w 10450132"/>
              <a:gd name="connsiteY2313" fmla="*/ 4566900 h 5450835"/>
              <a:gd name="connsiteX2314" fmla="*/ 8395191 w 10450132"/>
              <a:gd name="connsiteY2314" fmla="*/ 4566046 h 5450835"/>
              <a:gd name="connsiteX2315" fmla="*/ 8399723 w 10450132"/>
              <a:gd name="connsiteY2315" fmla="*/ 4558165 h 5450835"/>
              <a:gd name="connsiteX2316" fmla="*/ 8400511 w 10450132"/>
              <a:gd name="connsiteY2316" fmla="*/ 4557705 h 5450835"/>
              <a:gd name="connsiteX2317" fmla="*/ 8146065 w 10450132"/>
              <a:gd name="connsiteY2317" fmla="*/ 4557705 h 5450835"/>
              <a:gd name="connsiteX2318" fmla="*/ 8155129 w 10450132"/>
              <a:gd name="connsiteY2318" fmla="*/ 4557705 h 5450835"/>
              <a:gd name="connsiteX2319" fmla="*/ 8155917 w 10450132"/>
              <a:gd name="connsiteY2319" fmla="*/ 4558165 h 5450835"/>
              <a:gd name="connsiteX2320" fmla="*/ 8160449 w 10450132"/>
              <a:gd name="connsiteY2320" fmla="*/ 4566046 h 5450835"/>
              <a:gd name="connsiteX2321" fmla="*/ 8160449 w 10450132"/>
              <a:gd name="connsiteY2321" fmla="*/ 4566900 h 5450835"/>
              <a:gd name="connsiteX2322" fmla="*/ 8155917 w 10450132"/>
              <a:gd name="connsiteY2322" fmla="*/ 4574782 h 5450835"/>
              <a:gd name="connsiteX2323" fmla="*/ 8155129 w 10450132"/>
              <a:gd name="connsiteY2323" fmla="*/ 4575242 h 5450835"/>
              <a:gd name="connsiteX2324" fmla="*/ 8146065 w 10450132"/>
              <a:gd name="connsiteY2324" fmla="*/ 4575242 h 5450835"/>
              <a:gd name="connsiteX2325" fmla="*/ 8145277 w 10450132"/>
              <a:gd name="connsiteY2325" fmla="*/ 4574782 h 5450835"/>
              <a:gd name="connsiteX2326" fmla="*/ 8140745 w 10450132"/>
              <a:gd name="connsiteY2326" fmla="*/ 4566900 h 5450835"/>
              <a:gd name="connsiteX2327" fmla="*/ 8140745 w 10450132"/>
              <a:gd name="connsiteY2327" fmla="*/ 4566046 h 5450835"/>
              <a:gd name="connsiteX2328" fmla="*/ 8145277 w 10450132"/>
              <a:gd name="connsiteY2328" fmla="*/ 4558165 h 5450835"/>
              <a:gd name="connsiteX2329" fmla="*/ 8146065 w 10450132"/>
              <a:gd name="connsiteY2329" fmla="*/ 4557705 h 5450835"/>
              <a:gd name="connsiteX2330" fmla="*/ 7891684 w 10450132"/>
              <a:gd name="connsiteY2330" fmla="*/ 4557705 h 5450835"/>
              <a:gd name="connsiteX2331" fmla="*/ 7900748 w 10450132"/>
              <a:gd name="connsiteY2331" fmla="*/ 4557705 h 5450835"/>
              <a:gd name="connsiteX2332" fmla="*/ 7901536 w 10450132"/>
              <a:gd name="connsiteY2332" fmla="*/ 4558165 h 5450835"/>
              <a:gd name="connsiteX2333" fmla="*/ 7906067 w 10450132"/>
              <a:gd name="connsiteY2333" fmla="*/ 4566046 h 5450835"/>
              <a:gd name="connsiteX2334" fmla="*/ 7906067 w 10450132"/>
              <a:gd name="connsiteY2334" fmla="*/ 4566900 h 5450835"/>
              <a:gd name="connsiteX2335" fmla="*/ 7901536 w 10450132"/>
              <a:gd name="connsiteY2335" fmla="*/ 4574782 h 5450835"/>
              <a:gd name="connsiteX2336" fmla="*/ 7900748 w 10450132"/>
              <a:gd name="connsiteY2336" fmla="*/ 4575242 h 5450835"/>
              <a:gd name="connsiteX2337" fmla="*/ 7891684 w 10450132"/>
              <a:gd name="connsiteY2337" fmla="*/ 4575242 h 5450835"/>
              <a:gd name="connsiteX2338" fmla="*/ 7890896 w 10450132"/>
              <a:gd name="connsiteY2338" fmla="*/ 4574782 h 5450835"/>
              <a:gd name="connsiteX2339" fmla="*/ 7886363 w 10450132"/>
              <a:gd name="connsiteY2339" fmla="*/ 4566900 h 5450835"/>
              <a:gd name="connsiteX2340" fmla="*/ 7886363 w 10450132"/>
              <a:gd name="connsiteY2340" fmla="*/ 4566046 h 5450835"/>
              <a:gd name="connsiteX2341" fmla="*/ 7890896 w 10450132"/>
              <a:gd name="connsiteY2341" fmla="*/ 4558165 h 5450835"/>
              <a:gd name="connsiteX2342" fmla="*/ 7891684 w 10450132"/>
              <a:gd name="connsiteY2342" fmla="*/ 4557705 h 5450835"/>
              <a:gd name="connsiteX2343" fmla="*/ 7637304 w 10450132"/>
              <a:gd name="connsiteY2343" fmla="*/ 4557705 h 5450835"/>
              <a:gd name="connsiteX2344" fmla="*/ 7646367 w 10450132"/>
              <a:gd name="connsiteY2344" fmla="*/ 4557705 h 5450835"/>
              <a:gd name="connsiteX2345" fmla="*/ 7647156 w 10450132"/>
              <a:gd name="connsiteY2345" fmla="*/ 4558165 h 5450835"/>
              <a:gd name="connsiteX2346" fmla="*/ 7651687 w 10450132"/>
              <a:gd name="connsiteY2346" fmla="*/ 4566046 h 5450835"/>
              <a:gd name="connsiteX2347" fmla="*/ 7651687 w 10450132"/>
              <a:gd name="connsiteY2347" fmla="*/ 4566900 h 5450835"/>
              <a:gd name="connsiteX2348" fmla="*/ 7647156 w 10450132"/>
              <a:gd name="connsiteY2348" fmla="*/ 4574782 h 5450835"/>
              <a:gd name="connsiteX2349" fmla="*/ 7646367 w 10450132"/>
              <a:gd name="connsiteY2349" fmla="*/ 4575242 h 5450835"/>
              <a:gd name="connsiteX2350" fmla="*/ 7637304 w 10450132"/>
              <a:gd name="connsiteY2350" fmla="*/ 4575242 h 5450835"/>
              <a:gd name="connsiteX2351" fmla="*/ 7636516 w 10450132"/>
              <a:gd name="connsiteY2351" fmla="*/ 4574782 h 5450835"/>
              <a:gd name="connsiteX2352" fmla="*/ 7631983 w 10450132"/>
              <a:gd name="connsiteY2352" fmla="*/ 4566900 h 5450835"/>
              <a:gd name="connsiteX2353" fmla="*/ 7631983 w 10450132"/>
              <a:gd name="connsiteY2353" fmla="*/ 4566046 h 5450835"/>
              <a:gd name="connsiteX2354" fmla="*/ 7636516 w 10450132"/>
              <a:gd name="connsiteY2354" fmla="*/ 4558165 h 5450835"/>
              <a:gd name="connsiteX2355" fmla="*/ 7637304 w 10450132"/>
              <a:gd name="connsiteY2355" fmla="*/ 4557705 h 5450835"/>
              <a:gd name="connsiteX2356" fmla="*/ 7382923 w 10450132"/>
              <a:gd name="connsiteY2356" fmla="*/ 4557705 h 5450835"/>
              <a:gd name="connsiteX2357" fmla="*/ 7391987 w 10450132"/>
              <a:gd name="connsiteY2357" fmla="*/ 4557705 h 5450835"/>
              <a:gd name="connsiteX2358" fmla="*/ 7392775 w 10450132"/>
              <a:gd name="connsiteY2358" fmla="*/ 4558165 h 5450835"/>
              <a:gd name="connsiteX2359" fmla="*/ 7397307 w 10450132"/>
              <a:gd name="connsiteY2359" fmla="*/ 4566046 h 5450835"/>
              <a:gd name="connsiteX2360" fmla="*/ 7397307 w 10450132"/>
              <a:gd name="connsiteY2360" fmla="*/ 4566900 h 5450835"/>
              <a:gd name="connsiteX2361" fmla="*/ 7392775 w 10450132"/>
              <a:gd name="connsiteY2361" fmla="*/ 4574782 h 5450835"/>
              <a:gd name="connsiteX2362" fmla="*/ 7391987 w 10450132"/>
              <a:gd name="connsiteY2362" fmla="*/ 4575242 h 5450835"/>
              <a:gd name="connsiteX2363" fmla="*/ 7382923 w 10450132"/>
              <a:gd name="connsiteY2363" fmla="*/ 4575242 h 5450835"/>
              <a:gd name="connsiteX2364" fmla="*/ 7382135 w 10450132"/>
              <a:gd name="connsiteY2364" fmla="*/ 4574782 h 5450835"/>
              <a:gd name="connsiteX2365" fmla="*/ 7377602 w 10450132"/>
              <a:gd name="connsiteY2365" fmla="*/ 4566900 h 5450835"/>
              <a:gd name="connsiteX2366" fmla="*/ 7377602 w 10450132"/>
              <a:gd name="connsiteY2366" fmla="*/ 4566046 h 5450835"/>
              <a:gd name="connsiteX2367" fmla="*/ 7382135 w 10450132"/>
              <a:gd name="connsiteY2367" fmla="*/ 4558165 h 5450835"/>
              <a:gd name="connsiteX2368" fmla="*/ 7382923 w 10450132"/>
              <a:gd name="connsiteY2368" fmla="*/ 4557705 h 5450835"/>
              <a:gd name="connsiteX2369" fmla="*/ 7128477 w 10450132"/>
              <a:gd name="connsiteY2369" fmla="*/ 4557705 h 5450835"/>
              <a:gd name="connsiteX2370" fmla="*/ 7137540 w 10450132"/>
              <a:gd name="connsiteY2370" fmla="*/ 4557705 h 5450835"/>
              <a:gd name="connsiteX2371" fmla="*/ 7138328 w 10450132"/>
              <a:gd name="connsiteY2371" fmla="*/ 4558165 h 5450835"/>
              <a:gd name="connsiteX2372" fmla="*/ 7142860 w 10450132"/>
              <a:gd name="connsiteY2372" fmla="*/ 4566046 h 5450835"/>
              <a:gd name="connsiteX2373" fmla="*/ 7142860 w 10450132"/>
              <a:gd name="connsiteY2373" fmla="*/ 4566900 h 5450835"/>
              <a:gd name="connsiteX2374" fmla="*/ 7138328 w 10450132"/>
              <a:gd name="connsiteY2374" fmla="*/ 4574782 h 5450835"/>
              <a:gd name="connsiteX2375" fmla="*/ 7137540 w 10450132"/>
              <a:gd name="connsiteY2375" fmla="*/ 4575242 h 5450835"/>
              <a:gd name="connsiteX2376" fmla="*/ 7128477 w 10450132"/>
              <a:gd name="connsiteY2376" fmla="*/ 4575242 h 5450835"/>
              <a:gd name="connsiteX2377" fmla="*/ 7127689 w 10450132"/>
              <a:gd name="connsiteY2377" fmla="*/ 4574782 h 5450835"/>
              <a:gd name="connsiteX2378" fmla="*/ 7123156 w 10450132"/>
              <a:gd name="connsiteY2378" fmla="*/ 4566900 h 5450835"/>
              <a:gd name="connsiteX2379" fmla="*/ 7123156 w 10450132"/>
              <a:gd name="connsiteY2379" fmla="*/ 4566046 h 5450835"/>
              <a:gd name="connsiteX2380" fmla="*/ 7127689 w 10450132"/>
              <a:gd name="connsiteY2380" fmla="*/ 4558165 h 5450835"/>
              <a:gd name="connsiteX2381" fmla="*/ 7128477 w 10450132"/>
              <a:gd name="connsiteY2381" fmla="*/ 4557705 h 5450835"/>
              <a:gd name="connsiteX2382" fmla="*/ 6874095 w 10450132"/>
              <a:gd name="connsiteY2382" fmla="*/ 4557705 h 5450835"/>
              <a:gd name="connsiteX2383" fmla="*/ 6883159 w 10450132"/>
              <a:gd name="connsiteY2383" fmla="*/ 4557705 h 5450835"/>
              <a:gd name="connsiteX2384" fmla="*/ 6883947 w 10450132"/>
              <a:gd name="connsiteY2384" fmla="*/ 4558165 h 5450835"/>
              <a:gd name="connsiteX2385" fmla="*/ 6888480 w 10450132"/>
              <a:gd name="connsiteY2385" fmla="*/ 4566046 h 5450835"/>
              <a:gd name="connsiteX2386" fmla="*/ 6888480 w 10450132"/>
              <a:gd name="connsiteY2386" fmla="*/ 4566900 h 5450835"/>
              <a:gd name="connsiteX2387" fmla="*/ 6883947 w 10450132"/>
              <a:gd name="connsiteY2387" fmla="*/ 4574782 h 5450835"/>
              <a:gd name="connsiteX2388" fmla="*/ 6883159 w 10450132"/>
              <a:gd name="connsiteY2388" fmla="*/ 4575242 h 5450835"/>
              <a:gd name="connsiteX2389" fmla="*/ 6874095 w 10450132"/>
              <a:gd name="connsiteY2389" fmla="*/ 4575242 h 5450835"/>
              <a:gd name="connsiteX2390" fmla="*/ 6873307 w 10450132"/>
              <a:gd name="connsiteY2390" fmla="*/ 4574782 h 5450835"/>
              <a:gd name="connsiteX2391" fmla="*/ 6868775 w 10450132"/>
              <a:gd name="connsiteY2391" fmla="*/ 4566900 h 5450835"/>
              <a:gd name="connsiteX2392" fmla="*/ 6868775 w 10450132"/>
              <a:gd name="connsiteY2392" fmla="*/ 4566046 h 5450835"/>
              <a:gd name="connsiteX2393" fmla="*/ 6873307 w 10450132"/>
              <a:gd name="connsiteY2393" fmla="*/ 4558165 h 5450835"/>
              <a:gd name="connsiteX2394" fmla="*/ 6874095 w 10450132"/>
              <a:gd name="connsiteY2394" fmla="*/ 4557705 h 5450835"/>
              <a:gd name="connsiteX2395" fmla="*/ 6619714 w 10450132"/>
              <a:gd name="connsiteY2395" fmla="*/ 4557705 h 5450835"/>
              <a:gd name="connsiteX2396" fmla="*/ 6628778 w 10450132"/>
              <a:gd name="connsiteY2396" fmla="*/ 4557705 h 5450835"/>
              <a:gd name="connsiteX2397" fmla="*/ 6629566 w 10450132"/>
              <a:gd name="connsiteY2397" fmla="*/ 4558165 h 5450835"/>
              <a:gd name="connsiteX2398" fmla="*/ 6634099 w 10450132"/>
              <a:gd name="connsiteY2398" fmla="*/ 4566046 h 5450835"/>
              <a:gd name="connsiteX2399" fmla="*/ 6634099 w 10450132"/>
              <a:gd name="connsiteY2399" fmla="*/ 4566900 h 5450835"/>
              <a:gd name="connsiteX2400" fmla="*/ 6629566 w 10450132"/>
              <a:gd name="connsiteY2400" fmla="*/ 4574782 h 5450835"/>
              <a:gd name="connsiteX2401" fmla="*/ 6628778 w 10450132"/>
              <a:gd name="connsiteY2401" fmla="*/ 4575242 h 5450835"/>
              <a:gd name="connsiteX2402" fmla="*/ 6619714 w 10450132"/>
              <a:gd name="connsiteY2402" fmla="*/ 4575242 h 5450835"/>
              <a:gd name="connsiteX2403" fmla="*/ 6618926 w 10450132"/>
              <a:gd name="connsiteY2403" fmla="*/ 4574782 h 5450835"/>
              <a:gd name="connsiteX2404" fmla="*/ 6614394 w 10450132"/>
              <a:gd name="connsiteY2404" fmla="*/ 4566900 h 5450835"/>
              <a:gd name="connsiteX2405" fmla="*/ 6614394 w 10450132"/>
              <a:gd name="connsiteY2405" fmla="*/ 4566046 h 5450835"/>
              <a:gd name="connsiteX2406" fmla="*/ 6618926 w 10450132"/>
              <a:gd name="connsiteY2406" fmla="*/ 4558165 h 5450835"/>
              <a:gd name="connsiteX2407" fmla="*/ 6619714 w 10450132"/>
              <a:gd name="connsiteY2407" fmla="*/ 4557705 h 5450835"/>
              <a:gd name="connsiteX2408" fmla="*/ 6365334 w 10450132"/>
              <a:gd name="connsiteY2408" fmla="*/ 4557705 h 5450835"/>
              <a:gd name="connsiteX2409" fmla="*/ 6374397 w 10450132"/>
              <a:gd name="connsiteY2409" fmla="*/ 4557705 h 5450835"/>
              <a:gd name="connsiteX2410" fmla="*/ 6375186 w 10450132"/>
              <a:gd name="connsiteY2410" fmla="*/ 4558165 h 5450835"/>
              <a:gd name="connsiteX2411" fmla="*/ 6379718 w 10450132"/>
              <a:gd name="connsiteY2411" fmla="*/ 4566046 h 5450835"/>
              <a:gd name="connsiteX2412" fmla="*/ 6379718 w 10450132"/>
              <a:gd name="connsiteY2412" fmla="*/ 4566900 h 5450835"/>
              <a:gd name="connsiteX2413" fmla="*/ 6375186 w 10450132"/>
              <a:gd name="connsiteY2413" fmla="*/ 4574782 h 5450835"/>
              <a:gd name="connsiteX2414" fmla="*/ 6374397 w 10450132"/>
              <a:gd name="connsiteY2414" fmla="*/ 4575242 h 5450835"/>
              <a:gd name="connsiteX2415" fmla="*/ 6365334 w 10450132"/>
              <a:gd name="connsiteY2415" fmla="*/ 4575242 h 5450835"/>
              <a:gd name="connsiteX2416" fmla="*/ 6364546 w 10450132"/>
              <a:gd name="connsiteY2416" fmla="*/ 4574782 h 5450835"/>
              <a:gd name="connsiteX2417" fmla="*/ 6360014 w 10450132"/>
              <a:gd name="connsiteY2417" fmla="*/ 4566900 h 5450835"/>
              <a:gd name="connsiteX2418" fmla="*/ 6360014 w 10450132"/>
              <a:gd name="connsiteY2418" fmla="*/ 4566046 h 5450835"/>
              <a:gd name="connsiteX2419" fmla="*/ 6364546 w 10450132"/>
              <a:gd name="connsiteY2419" fmla="*/ 4558165 h 5450835"/>
              <a:gd name="connsiteX2420" fmla="*/ 6365334 w 10450132"/>
              <a:gd name="connsiteY2420" fmla="*/ 4557705 h 5450835"/>
              <a:gd name="connsiteX2421" fmla="*/ 6110888 w 10450132"/>
              <a:gd name="connsiteY2421" fmla="*/ 4557705 h 5450835"/>
              <a:gd name="connsiteX2422" fmla="*/ 6119953 w 10450132"/>
              <a:gd name="connsiteY2422" fmla="*/ 4557705 h 5450835"/>
              <a:gd name="connsiteX2423" fmla="*/ 6120740 w 10450132"/>
              <a:gd name="connsiteY2423" fmla="*/ 4558165 h 5450835"/>
              <a:gd name="connsiteX2424" fmla="*/ 6125272 w 10450132"/>
              <a:gd name="connsiteY2424" fmla="*/ 4566046 h 5450835"/>
              <a:gd name="connsiteX2425" fmla="*/ 6125272 w 10450132"/>
              <a:gd name="connsiteY2425" fmla="*/ 4566900 h 5450835"/>
              <a:gd name="connsiteX2426" fmla="*/ 6120740 w 10450132"/>
              <a:gd name="connsiteY2426" fmla="*/ 4574782 h 5450835"/>
              <a:gd name="connsiteX2427" fmla="*/ 6119953 w 10450132"/>
              <a:gd name="connsiteY2427" fmla="*/ 4575242 h 5450835"/>
              <a:gd name="connsiteX2428" fmla="*/ 6110888 w 10450132"/>
              <a:gd name="connsiteY2428" fmla="*/ 4575242 h 5450835"/>
              <a:gd name="connsiteX2429" fmla="*/ 6110101 w 10450132"/>
              <a:gd name="connsiteY2429" fmla="*/ 4574782 h 5450835"/>
              <a:gd name="connsiteX2430" fmla="*/ 6105567 w 10450132"/>
              <a:gd name="connsiteY2430" fmla="*/ 4566900 h 5450835"/>
              <a:gd name="connsiteX2431" fmla="*/ 6105567 w 10450132"/>
              <a:gd name="connsiteY2431" fmla="*/ 4566046 h 5450835"/>
              <a:gd name="connsiteX2432" fmla="*/ 6110101 w 10450132"/>
              <a:gd name="connsiteY2432" fmla="*/ 4558165 h 5450835"/>
              <a:gd name="connsiteX2433" fmla="*/ 6110888 w 10450132"/>
              <a:gd name="connsiteY2433" fmla="*/ 4557705 h 5450835"/>
              <a:gd name="connsiteX2434" fmla="*/ 5856508 w 10450132"/>
              <a:gd name="connsiteY2434" fmla="*/ 4557705 h 5450835"/>
              <a:gd name="connsiteX2435" fmla="*/ 5865571 w 10450132"/>
              <a:gd name="connsiteY2435" fmla="*/ 4557705 h 5450835"/>
              <a:gd name="connsiteX2436" fmla="*/ 5866359 w 10450132"/>
              <a:gd name="connsiteY2436" fmla="*/ 4558165 h 5450835"/>
              <a:gd name="connsiteX2437" fmla="*/ 5870891 w 10450132"/>
              <a:gd name="connsiteY2437" fmla="*/ 4566046 h 5450835"/>
              <a:gd name="connsiteX2438" fmla="*/ 5870891 w 10450132"/>
              <a:gd name="connsiteY2438" fmla="*/ 4566900 h 5450835"/>
              <a:gd name="connsiteX2439" fmla="*/ 5866359 w 10450132"/>
              <a:gd name="connsiteY2439" fmla="*/ 4574782 h 5450835"/>
              <a:gd name="connsiteX2440" fmla="*/ 5865571 w 10450132"/>
              <a:gd name="connsiteY2440" fmla="*/ 4575242 h 5450835"/>
              <a:gd name="connsiteX2441" fmla="*/ 5856508 w 10450132"/>
              <a:gd name="connsiteY2441" fmla="*/ 4575242 h 5450835"/>
              <a:gd name="connsiteX2442" fmla="*/ 5855720 w 10450132"/>
              <a:gd name="connsiteY2442" fmla="*/ 4574782 h 5450835"/>
              <a:gd name="connsiteX2443" fmla="*/ 5851187 w 10450132"/>
              <a:gd name="connsiteY2443" fmla="*/ 4566900 h 5450835"/>
              <a:gd name="connsiteX2444" fmla="*/ 5851187 w 10450132"/>
              <a:gd name="connsiteY2444" fmla="*/ 4566046 h 5450835"/>
              <a:gd name="connsiteX2445" fmla="*/ 5855720 w 10450132"/>
              <a:gd name="connsiteY2445" fmla="*/ 4558165 h 5450835"/>
              <a:gd name="connsiteX2446" fmla="*/ 5856508 w 10450132"/>
              <a:gd name="connsiteY2446" fmla="*/ 4557705 h 5450835"/>
              <a:gd name="connsiteX2447" fmla="*/ 5602126 w 10450132"/>
              <a:gd name="connsiteY2447" fmla="*/ 4557705 h 5450835"/>
              <a:gd name="connsiteX2448" fmla="*/ 5611191 w 10450132"/>
              <a:gd name="connsiteY2448" fmla="*/ 4557705 h 5450835"/>
              <a:gd name="connsiteX2449" fmla="*/ 5611979 w 10450132"/>
              <a:gd name="connsiteY2449" fmla="*/ 4558165 h 5450835"/>
              <a:gd name="connsiteX2450" fmla="*/ 5616511 w 10450132"/>
              <a:gd name="connsiteY2450" fmla="*/ 4566046 h 5450835"/>
              <a:gd name="connsiteX2451" fmla="*/ 5616511 w 10450132"/>
              <a:gd name="connsiteY2451" fmla="*/ 4566900 h 5450835"/>
              <a:gd name="connsiteX2452" fmla="*/ 5611979 w 10450132"/>
              <a:gd name="connsiteY2452" fmla="*/ 4574782 h 5450835"/>
              <a:gd name="connsiteX2453" fmla="*/ 5611191 w 10450132"/>
              <a:gd name="connsiteY2453" fmla="*/ 4575242 h 5450835"/>
              <a:gd name="connsiteX2454" fmla="*/ 5602126 w 10450132"/>
              <a:gd name="connsiteY2454" fmla="*/ 4575242 h 5450835"/>
              <a:gd name="connsiteX2455" fmla="*/ 5601338 w 10450132"/>
              <a:gd name="connsiteY2455" fmla="*/ 4574782 h 5450835"/>
              <a:gd name="connsiteX2456" fmla="*/ 5596807 w 10450132"/>
              <a:gd name="connsiteY2456" fmla="*/ 4566900 h 5450835"/>
              <a:gd name="connsiteX2457" fmla="*/ 5596807 w 10450132"/>
              <a:gd name="connsiteY2457" fmla="*/ 4566046 h 5450835"/>
              <a:gd name="connsiteX2458" fmla="*/ 5601338 w 10450132"/>
              <a:gd name="connsiteY2458" fmla="*/ 4558165 h 5450835"/>
              <a:gd name="connsiteX2459" fmla="*/ 5602126 w 10450132"/>
              <a:gd name="connsiteY2459" fmla="*/ 4557705 h 5450835"/>
              <a:gd name="connsiteX2460" fmla="*/ 5347746 w 10450132"/>
              <a:gd name="connsiteY2460" fmla="*/ 4557705 h 5450835"/>
              <a:gd name="connsiteX2461" fmla="*/ 5356810 w 10450132"/>
              <a:gd name="connsiteY2461" fmla="*/ 4557705 h 5450835"/>
              <a:gd name="connsiteX2462" fmla="*/ 5357598 w 10450132"/>
              <a:gd name="connsiteY2462" fmla="*/ 4558165 h 5450835"/>
              <a:gd name="connsiteX2463" fmla="*/ 5362130 w 10450132"/>
              <a:gd name="connsiteY2463" fmla="*/ 4566046 h 5450835"/>
              <a:gd name="connsiteX2464" fmla="*/ 5362130 w 10450132"/>
              <a:gd name="connsiteY2464" fmla="*/ 4566900 h 5450835"/>
              <a:gd name="connsiteX2465" fmla="*/ 5357598 w 10450132"/>
              <a:gd name="connsiteY2465" fmla="*/ 4574782 h 5450835"/>
              <a:gd name="connsiteX2466" fmla="*/ 5356810 w 10450132"/>
              <a:gd name="connsiteY2466" fmla="*/ 4575242 h 5450835"/>
              <a:gd name="connsiteX2467" fmla="*/ 5347746 w 10450132"/>
              <a:gd name="connsiteY2467" fmla="*/ 4575242 h 5450835"/>
              <a:gd name="connsiteX2468" fmla="*/ 5346958 w 10450132"/>
              <a:gd name="connsiteY2468" fmla="*/ 4574782 h 5450835"/>
              <a:gd name="connsiteX2469" fmla="*/ 5342425 w 10450132"/>
              <a:gd name="connsiteY2469" fmla="*/ 4566900 h 5450835"/>
              <a:gd name="connsiteX2470" fmla="*/ 5342425 w 10450132"/>
              <a:gd name="connsiteY2470" fmla="*/ 4566046 h 5450835"/>
              <a:gd name="connsiteX2471" fmla="*/ 5346958 w 10450132"/>
              <a:gd name="connsiteY2471" fmla="*/ 4558165 h 5450835"/>
              <a:gd name="connsiteX2472" fmla="*/ 5347746 w 10450132"/>
              <a:gd name="connsiteY2472" fmla="*/ 4557705 h 5450835"/>
              <a:gd name="connsiteX2473" fmla="*/ 5093300 w 10450132"/>
              <a:gd name="connsiteY2473" fmla="*/ 4557705 h 5450835"/>
              <a:gd name="connsiteX2474" fmla="*/ 5102364 w 10450132"/>
              <a:gd name="connsiteY2474" fmla="*/ 4557705 h 5450835"/>
              <a:gd name="connsiteX2475" fmla="*/ 5103153 w 10450132"/>
              <a:gd name="connsiteY2475" fmla="*/ 4558165 h 5450835"/>
              <a:gd name="connsiteX2476" fmla="*/ 5107684 w 10450132"/>
              <a:gd name="connsiteY2476" fmla="*/ 4566046 h 5450835"/>
              <a:gd name="connsiteX2477" fmla="*/ 5107684 w 10450132"/>
              <a:gd name="connsiteY2477" fmla="*/ 4566900 h 5450835"/>
              <a:gd name="connsiteX2478" fmla="*/ 5103153 w 10450132"/>
              <a:gd name="connsiteY2478" fmla="*/ 4574782 h 5450835"/>
              <a:gd name="connsiteX2479" fmla="*/ 5102364 w 10450132"/>
              <a:gd name="connsiteY2479" fmla="*/ 4575242 h 5450835"/>
              <a:gd name="connsiteX2480" fmla="*/ 5093300 w 10450132"/>
              <a:gd name="connsiteY2480" fmla="*/ 4575242 h 5450835"/>
              <a:gd name="connsiteX2481" fmla="*/ 5092512 w 10450132"/>
              <a:gd name="connsiteY2481" fmla="*/ 4574782 h 5450835"/>
              <a:gd name="connsiteX2482" fmla="*/ 5087979 w 10450132"/>
              <a:gd name="connsiteY2482" fmla="*/ 4566900 h 5450835"/>
              <a:gd name="connsiteX2483" fmla="*/ 5087979 w 10450132"/>
              <a:gd name="connsiteY2483" fmla="*/ 4566046 h 5450835"/>
              <a:gd name="connsiteX2484" fmla="*/ 5092512 w 10450132"/>
              <a:gd name="connsiteY2484" fmla="*/ 4558165 h 5450835"/>
              <a:gd name="connsiteX2485" fmla="*/ 5093300 w 10450132"/>
              <a:gd name="connsiteY2485" fmla="*/ 4557705 h 5450835"/>
              <a:gd name="connsiteX2486" fmla="*/ 4838919 w 10450132"/>
              <a:gd name="connsiteY2486" fmla="*/ 4557705 h 5450835"/>
              <a:gd name="connsiteX2487" fmla="*/ 4847982 w 10450132"/>
              <a:gd name="connsiteY2487" fmla="*/ 4557705 h 5450835"/>
              <a:gd name="connsiteX2488" fmla="*/ 4848772 w 10450132"/>
              <a:gd name="connsiteY2488" fmla="*/ 4558165 h 5450835"/>
              <a:gd name="connsiteX2489" fmla="*/ 4853303 w 10450132"/>
              <a:gd name="connsiteY2489" fmla="*/ 4566046 h 5450835"/>
              <a:gd name="connsiteX2490" fmla="*/ 4853303 w 10450132"/>
              <a:gd name="connsiteY2490" fmla="*/ 4566900 h 5450835"/>
              <a:gd name="connsiteX2491" fmla="*/ 4848772 w 10450132"/>
              <a:gd name="connsiteY2491" fmla="*/ 4574782 h 5450835"/>
              <a:gd name="connsiteX2492" fmla="*/ 4847982 w 10450132"/>
              <a:gd name="connsiteY2492" fmla="*/ 4575242 h 5450835"/>
              <a:gd name="connsiteX2493" fmla="*/ 4838919 w 10450132"/>
              <a:gd name="connsiteY2493" fmla="*/ 4575242 h 5450835"/>
              <a:gd name="connsiteX2494" fmla="*/ 4838132 w 10450132"/>
              <a:gd name="connsiteY2494" fmla="*/ 4574782 h 5450835"/>
              <a:gd name="connsiteX2495" fmla="*/ 4833598 w 10450132"/>
              <a:gd name="connsiteY2495" fmla="*/ 4566900 h 5450835"/>
              <a:gd name="connsiteX2496" fmla="*/ 4833598 w 10450132"/>
              <a:gd name="connsiteY2496" fmla="*/ 4566046 h 5450835"/>
              <a:gd name="connsiteX2497" fmla="*/ 4838132 w 10450132"/>
              <a:gd name="connsiteY2497" fmla="*/ 4558165 h 5450835"/>
              <a:gd name="connsiteX2498" fmla="*/ 4838919 w 10450132"/>
              <a:gd name="connsiteY2498" fmla="*/ 4557705 h 5450835"/>
              <a:gd name="connsiteX2499" fmla="*/ 4584538 w 10450132"/>
              <a:gd name="connsiteY2499" fmla="*/ 4557705 h 5450835"/>
              <a:gd name="connsiteX2500" fmla="*/ 4593603 w 10450132"/>
              <a:gd name="connsiteY2500" fmla="*/ 4557705 h 5450835"/>
              <a:gd name="connsiteX2501" fmla="*/ 4594390 w 10450132"/>
              <a:gd name="connsiteY2501" fmla="*/ 4558165 h 5450835"/>
              <a:gd name="connsiteX2502" fmla="*/ 4598922 w 10450132"/>
              <a:gd name="connsiteY2502" fmla="*/ 4566046 h 5450835"/>
              <a:gd name="connsiteX2503" fmla="*/ 4598922 w 10450132"/>
              <a:gd name="connsiteY2503" fmla="*/ 4566900 h 5450835"/>
              <a:gd name="connsiteX2504" fmla="*/ 4594390 w 10450132"/>
              <a:gd name="connsiteY2504" fmla="*/ 4574782 h 5450835"/>
              <a:gd name="connsiteX2505" fmla="*/ 4593603 w 10450132"/>
              <a:gd name="connsiteY2505" fmla="*/ 4575242 h 5450835"/>
              <a:gd name="connsiteX2506" fmla="*/ 4584538 w 10450132"/>
              <a:gd name="connsiteY2506" fmla="*/ 4575242 h 5450835"/>
              <a:gd name="connsiteX2507" fmla="*/ 4583749 w 10450132"/>
              <a:gd name="connsiteY2507" fmla="*/ 4574782 h 5450835"/>
              <a:gd name="connsiteX2508" fmla="*/ 4579218 w 10450132"/>
              <a:gd name="connsiteY2508" fmla="*/ 4566900 h 5450835"/>
              <a:gd name="connsiteX2509" fmla="*/ 4579218 w 10450132"/>
              <a:gd name="connsiteY2509" fmla="*/ 4566046 h 5450835"/>
              <a:gd name="connsiteX2510" fmla="*/ 4583749 w 10450132"/>
              <a:gd name="connsiteY2510" fmla="*/ 4558165 h 5450835"/>
              <a:gd name="connsiteX2511" fmla="*/ 4584538 w 10450132"/>
              <a:gd name="connsiteY2511" fmla="*/ 4557705 h 5450835"/>
              <a:gd name="connsiteX2512" fmla="*/ 4330157 w 10450132"/>
              <a:gd name="connsiteY2512" fmla="*/ 4557705 h 5450835"/>
              <a:gd name="connsiteX2513" fmla="*/ 4339222 w 10450132"/>
              <a:gd name="connsiteY2513" fmla="*/ 4557705 h 5450835"/>
              <a:gd name="connsiteX2514" fmla="*/ 4340010 w 10450132"/>
              <a:gd name="connsiteY2514" fmla="*/ 4558165 h 5450835"/>
              <a:gd name="connsiteX2515" fmla="*/ 4344540 w 10450132"/>
              <a:gd name="connsiteY2515" fmla="*/ 4566046 h 5450835"/>
              <a:gd name="connsiteX2516" fmla="*/ 4344540 w 10450132"/>
              <a:gd name="connsiteY2516" fmla="*/ 4566900 h 5450835"/>
              <a:gd name="connsiteX2517" fmla="*/ 4340010 w 10450132"/>
              <a:gd name="connsiteY2517" fmla="*/ 4574782 h 5450835"/>
              <a:gd name="connsiteX2518" fmla="*/ 4339222 w 10450132"/>
              <a:gd name="connsiteY2518" fmla="*/ 4575242 h 5450835"/>
              <a:gd name="connsiteX2519" fmla="*/ 4330157 w 10450132"/>
              <a:gd name="connsiteY2519" fmla="*/ 4575242 h 5450835"/>
              <a:gd name="connsiteX2520" fmla="*/ 4329369 w 10450132"/>
              <a:gd name="connsiteY2520" fmla="*/ 4574782 h 5450835"/>
              <a:gd name="connsiteX2521" fmla="*/ 4324836 w 10450132"/>
              <a:gd name="connsiteY2521" fmla="*/ 4566900 h 5450835"/>
              <a:gd name="connsiteX2522" fmla="*/ 4324836 w 10450132"/>
              <a:gd name="connsiteY2522" fmla="*/ 4566046 h 5450835"/>
              <a:gd name="connsiteX2523" fmla="*/ 4329369 w 10450132"/>
              <a:gd name="connsiteY2523" fmla="*/ 4558165 h 5450835"/>
              <a:gd name="connsiteX2524" fmla="*/ 4330157 w 10450132"/>
              <a:gd name="connsiteY2524" fmla="*/ 4557705 h 5450835"/>
              <a:gd name="connsiteX2525" fmla="*/ 4076017 w 10450132"/>
              <a:gd name="connsiteY2525" fmla="*/ 4557705 h 5450835"/>
              <a:gd name="connsiteX2526" fmla="*/ 4085082 w 10450132"/>
              <a:gd name="connsiteY2526" fmla="*/ 4557705 h 5450835"/>
              <a:gd name="connsiteX2527" fmla="*/ 4085872 w 10450132"/>
              <a:gd name="connsiteY2527" fmla="*/ 4558165 h 5450835"/>
              <a:gd name="connsiteX2528" fmla="*/ 4090404 w 10450132"/>
              <a:gd name="connsiteY2528" fmla="*/ 4566046 h 5450835"/>
              <a:gd name="connsiteX2529" fmla="*/ 4090404 w 10450132"/>
              <a:gd name="connsiteY2529" fmla="*/ 4566900 h 5450835"/>
              <a:gd name="connsiteX2530" fmla="*/ 4085872 w 10450132"/>
              <a:gd name="connsiteY2530" fmla="*/ 4574782 h 5450835"/>
              <a:gd name="connsiteX2531" fmla="*/ 4085082 w 10450132"/>
              <a:gd name="connsiteY2531" fmla="*/ 4575242 h 5450835"/>
              <a:gd name="connsiteX2532" fmla="*/ 4076017 w 10450132"/>
              <a:gd name="connsiteY2532" fmla="*/ 4575242 h 5450835"/>
              <a:gd name="connsiteX2533" fmla="*/ 4075230 w 10450132"/>
              <a:gd name="connsiteY2533" fmla="*/ 4574782 h 5450835"/>
              <a:gd name="connsiteX2534" fmla="*/ 4070697 w 10450132"/>
              <a:gd name="connsiteY2534" fmla="*/ 4566900 h 5450835"/>
              <a:gd name="connsiteX2535" fmla="*/ 4070697 w 10450132"/>
              <a:gd name="connsiteY2535" fmla="*/ 4566046 h 5450835"/>
              <a:gd name="connsiteX2536" fmla="*/ 4075230 w 10450132"/>
              <a:gd name="connsiteY2536" fmla="*/ 4558165 h 5450835"/>
              <a:gd name="connsiteX2537" fmla="*/ 4076017 w 10450132"/>
              <a:gd name="connsiteY2537" fmla="*/ 4557705 h 5450835"/>
              <a:gd name="connsiteX2538" fmla="*/ 3821427 w 10450132"/>
              <a:gd name="connsiteY2538" fmla="*/ 4557705 h 5450835"/>
              <a:gd name="connsiteX2539" fmla="*/ 3830490 w 10450132"/>
              <a:gd name="connsiteY2539" fmla="*/ 4557705 h 5450835"/>
              <a:gd name="connsiteX2540" fmla="*/ 3831279 w 10450132"/>
              <a:gd name="connsiteY2540" fmla="*/ 4558165 h 5450835"/>
              <a:gd name="connsiteX2541" fmla="*/ 3835811 w 10450132"/>
              <a:gd name="connsiteY2541" fmla="*/ 4566046 h 5450835"/>
              <a:gd name="connsiteX2542" fmla="*/ 3835811 w 10450132"/>
              <a:gd name="connsiteY2542" fmla="*/ 4566900 h 5450835"/>
              <a:gd name="connsiteX2543" fmla="*/ 3831279 w 10450132"/>
              <a:gd name="connsiteY2543" fmla="*/ 4574782 h 5450835"/>
              <a:gd name="connsiteX2544" fmla="*/ 3830490 w 10450132"/>
              <a:gd name="connsiteY2544" fmla="*/ 4575242 h 5450835"/>
              <a:gd name="connsiteX2545" fmla="*/ 3821427 w 10450132"/>
              <a:gd name="connsiteY2545" fmla="*/ 4575242 h 5450835"/>
              <a:gd name="connsiteX2546" fmla="*/ 3820638 w 10450132"/>
              <a:gd name="connsiteY2546" fmla="*/ 4574782 h 5450835"/>
              <a:gd name="connsiteX2547" fmla="*/ 3816104 w 10450132"/>
              <a:gd name="connsiteY2547" fmla="*/ 4566900 h 5450835"/>
              <a:gd name="connsiteX2548" fmla="*/ 3816104 w 10450132"/>
              <a:gd name="connsiteY2548" fmla="*/ 4566046 h 5450835"/>
              <a:gd name="connsiteX2549" fmla="*/ 3820638 w 10450132"/>
              <a:gd name="connsiteY2549" fmla="*/ 4558165 h 5450835"/>
              <a:gd name="connsiteX2550" fmla="*/ 3821427 w 10450132"/>
              <a:gd name="connsiteY2550" fmla="*/ 4557705 h 5450835"/>
              <a:gd name="connsiteX2551" fmla="*/ 3567049 w 10450132"/>
              <a:gd name="connsiteY2551" fmla="*/ 4557705 h 5450835"/>
              <a:gd name="connsiteX2552" fmla="*/ 3576115 w 10450132"/>
              <a:gd name="connsiteY2552" fmla="*/ 4557705 h 5450835"/>
              <a:gd name="connsiteX2553" fmla="*/ 3576903 w 10450132"/>
              <a:gd name="connsiteY2553" fmla="*/ 4558165 h 5450835"/>
              <a:gd name="connsiteX2554" fmla="*/ 3581435 w 10450132"/>
              <a:gd name="connsiteY2554" fmla="*/ 4566046 h 5450835"/>
              <a:gd name="connsiteX2555" fmla="*/ 3581435 w 10450132"/>
              <a:gd name="connsiteY2555" fmla="*/ 4566900 h 5450835"/>
              <a:gd name="connsiteX2556" fmla="*/ 3576903 w 10450132"/>
              <a:gd name="connsiteY2556" fmla="*/ 4574782 h 5450835"/>
              <a:gd name="connsiteX2557" fmla="*/ 3576115 w 10450132"/>
              <a:gd name="connsiteY2557" fmla="*/ 4575242 h 5450835"/>
              <a:gd name="connsiteX2558" fmla="*/ 3567049 w 10450132"/>
              <a:gd name="connsiteY2558" fmla="*/ 4575242 h 5450835"/>
              <a:gd name="connsiteX2559" fmla="*/ 3566263 w 10450132"/>
              <a:gd name="connsiteY2559" fmla="*/ 4574782 h 5450835"/>
              <a:gd name="connsiteX2560" fmla="*/ 3561729 w 10450132"/>
              <a:gd name="connsiteY2560" fmla="*/ 4566900 h 5450835"/>
              <a:gd name="connsiteX2561" fmla="*/ 3561729 w 10450132"/>
              <a:gd name="connsiteY2561" fmla="*/ 4566046 h 5450835"/>
              <a:gd name="connsiteX2562" fmla="*/ 3566263 w 10450132"/>
              <a:gd name="connsiteY2562" fmla="*/ 4558165 h 5450835"/>
              <a:gd name="connsiteX2563" fmla="*/ 3567049 w 10450132"/>
              <a:gd name="connsiteY2563" fmla="*/ 4557705 h 5450835"/>
              <a:gd name="connsiteX2564" fmla="*/ 3312600 w 10450132"/>
              <a:gd name="connsiteY2564" fmla="*/ 4557705 h 5450835"/>
              <a:gd name="connsiteX2565" fmla="*/ 3321664 w 10450132"/>
              <a:gd name="connsiteY2565" fmla="*/ 4557705 h 5450835"/>
              <a:gd name="connsiteX2566" fmla="*/ 3322452 w 10450132"/>
              <a:gd name="connsiteY2566" fmla="*/ 4558165 h 5450835"/>
              <a:gd name="connsiteX2567" fmla="*/ 3326984 w 10450132"/>
              <a:gd name="connsiteY2567" fmla="*/ 4566046 h 5450835"/>
              <a:gd name="connsiteX2568" fmla="*/ 3326984 w 10450132"/>
              <a:gd name="connsiteY2568" fmla="*/ 4566900 h 5450835"/>
              <a:gd name="connsiteX2569" fmla="*/ 3322452 w 10450132"/>
              <a:gd name="connsiteY2569" fmla="*/ 4574782 h 5450835"/>
              <a:gd name="connsiteX2570" fmla="*/ 3321664 w 10450132"/>
              <a:gd name="connsiteY2570" fmla="*/ 4575242 h 5450835"/>
              <a:gd name="connsiteX2571" fmla="*/ 3312600 w 10450132"/>
              <a:gd name="connsiteY2571" fmla="*/ 4575242 h 5450835"/>
              <a:gd name="connsiteX2572" fmla="*/ 3311812 w 10450132"/>
              <a:gd name="connsiteY2572" fmla="*/ 4574782 h 5450835"/>
              <a:gd name="connsiteX2573" fmla="*/ 3307279 w 10450132"/>
              <a:gd name="connsiteY2573" fmla="*/ 4566900 h 5450835"/>
              <a:gd name="connsiteX2574" fmla="*/ 3307279 w 10450132"/>
              <a:gd name="connsiteY2574" fmla="*/ 4566046 h 5450835"/>
              <a:gd name="connsiteX2575" fmla="*/ 3311812 w 10450132"/>
              <a:gd name="connsiteY2575" fmla="*/ 4558165 h 5450835"/>
              <a:gd name="connsiteX2576" fmla="*/ 3312600 w 10450132"/>
              <a:gd name="connsiteY2576" fmla="*/ 4557705 h 5450835"/>
              <a:gd name="connsiteX2577" fmla="*/ 3058221 w 10450132"/>
              <a:gd name="connsiteY2577" fmla="*/ 4557705 h 5450835"/>
              <a:gd name="connsiteX2578" fmla="*/ 3067286 w 10450132"/>
              <a:gd name="connsiteY2578" fmla="*/ 4557705 h 5450835"/>
              <a:gd name="connsiteX2579" fmla="*/ 3068074 w 10450132"/>
              <a:gd name="connsiteY2579" fmla="*/ 4558165 h 5450835"/>
              <a:gd name="connsiteX2580" fmla="*/ 3072606 w 10450132"/>
              <a:gd name="connsiteY2580" fmla="*/ 4566046 h 5450835"/>
              <a:gd name="connsiteX2581" fmla="*/ 3072606 w 10450132"/>
              <a:gd name="connsiteY2581" fmla="*/ 4566900 h 5450835"/>
              <a:gd name="connsiteX2582" fmla="*/ 3068074 w 10450132"/>
              <a:gd name="connsiteY2582" fmla="*/ 4574782 h 5450835"/>
              <a:gd name="connsiteX2583" fmla="*/ 3067286 w 10450132"/>
              <a:gd name="connsiteY2583" fmla="*/ 4575242 h 5450835"/>
              <a:gd name="connsiteX2584" fmla="*/ 3058221 w 10450132"/>
              <a:gd name="connsiteY2584" fmla="*/ 4575242 h 5450835"/>
              <a:gd name="connsiteX2585" fmla="*/ 3057433 w 10450132"/>
              <a:gd name="connsiteY2585" fmla="*/ 4574782 h 5450835"/>
              <a:gd name="connsiteX2586" fmla="*/ 3052901 w 10450132"/>
              <a:gd name="connsiteY2586" fmla="*/ 4566900 h 5450835"/>
              <a:gd name="connsiteX2587" fmla="*/ 3052901 w 10450132"/>
              <a:gd name="connsiteY2587" fmla="*/ 4566046 h 5450835"/>
              <a:gd name="connsiteX2588" fmla="*/ 3057433 w 10450132"/>
              <a:gd name="connsiteY2588" fmla="*/ 4558165 h 5450835"/>
              <a:gd name="connsiteX2589" fmla="*/ 3058221 w 10450132"/>
              <a:gd name="connsiteY2589" fmla="*/ 4557705 h 5450835"/>
              <a:gd name="connsiteX2590" fmla="*/ 2803919 w 10450132"/>
              <a:gd name="connsiteY2590" fmla="*/ 4557705 h 5450835"/>
              <a:gd name="connsiteX2591" fmla="*/ 2812983 w 10450132"/>
              <a:gd name="connsiteY2591" fmla="*/ 4557705 h 5450835"/>
              <a:gd name="connsiteX2592" fmla="*/ 2813771 w 10450132"/>
              <a:gd name="connsiteY2592" fmla="*/ 4558165 h 5450835"/>
              <a:gd name="connsiteX2593" fmla="*/ 2818303 w 10450132"/>
              <a:gd name="connsiteY2593" fmla="*/ 4566046 h 5450835"/>
              <a:gd name="connsiteX2594" fmla="*/ 2818303 w 10450132"/>
              <a:gd name="connsiteY2594" fmla="*/ 4566900 h 5450835"/>
              <a:gd name="connsiteX2595" fmla="*/ 2813771 w 10450132"/>
              <a:gd name="connsiteY2595" fmla="*/ 4574782 h 5450835"/>
              <a:gd name="connsiteX2596" fmla="*/ 2812983 w 10450132"/>
              <a:gd name="connsiteY2596" fmla="*/ 4575242 h 5450835"/>
              <a:gd name="connsiteX2597" fmla="*/ 2803919 w 10450132"/>
              <a:gd name="connsiteY2597" fmla="*/ 4575242 h 5450835"/>
              <a:gd name="connsiteX2598" fmla="*/ 2803129 w 10450132"/>
              <a:gd name="connsiteY2598" fmla="*/ 4574782 h 5450835"/>
              <a:gd name="connsiteX2599" fmla="*/ 2798597 w 10450132"/>
              <a:gd name="connsiteY2599" fmla="*/ 4566900 h 5450835"/>
              <a:gd name="connsiteX2600" fmla="*/ 2798597 w 10450132"/>
              <a:gd name="connsiteY2600" fmla="*/ 4566046 h 5450835"/>
              <a:gd name="connsiteX2601" fmla="*/ 2803129 w 10450132"/>
              <a:gd name="connsiteY2601" fmla="*/ 4558165 h 5450835"/>
              <a:gd name="connsiteX2602" fmla="*/ 2803919 w 10450132"/>
              <a:gd name="connsiteY2602" fmla="*/ 4557705 h 5450835"/>
              <a:gd name="connsiteX2603" fmla="*/ 2549520 w 10450132"/>
              <a:gd name="connsiteY2603" fmla="*/ 4557705 h 5450835"/>
              <a:gd name="connsiteX2604" fmla="*/ 2558584 w 10450132"/>
              <a:gd name="connsiteY2604" fmla="*/ 4557705 h 5450835"/>
              <a:gd name="connsiteX2605" fmla="*/ 2559373 w 10450132"/>
              <a:gd name="connsiteY2605" fmla="*/ 4558165 h 5450835"/>
              <a:gd name="connsiteX2606" fmla="*/ 2563904 w 10450132"/>
              <a:gd name="connsiteY2606" fmla="*/ 4566046 h 5450835"/>
              <a:gd name="connsiteX2607" fmla="*/ 2563904 w 10450132"/>
              <a:gd name="connsiteY2607" fmla="*/ 4566900 h 5450835"/>
              <a:gd name="connsiteX2608" fmla="*/ 2559373 w 10450132"/>
              <a:gd name="connsiteY2608" fmla="*/ 4574782 h 5450835"/>
              <a:gd name="connsiteX2609" fmla="*/ 2558584 w 10450132"/>
              <a:gd name="connsiteY2609" fmla="*/ 4575242 h 5450835"/>
              <a:gd name="connsiteX2610" fmla="*/ 2549520 w 10450132"/>
              <a:gd name="connsiteY2610" fmla="*/ 4575242 h 5450835"/>
              <a:gd name="connsiteX2611" fmla="*/ 2548732 w 10450132"/>
              <a:gd name="connsiteY2611" fmla="*/ 4574782 h 5450835"/>
              <a:gd name="connsiteX2612" fmla="*/ 2544200 w 10450132"/>
              <a:gd name="connsiteY2612" fmla="*/ 4566900 h 5450835"/>
              <a:gd name="connsiteX2613" fmla="*/ 2544200 w 10450132"/>
              <a:gd name="connsiteY2613" fmla="*/ 4566046 h 5450835"/>
              <a:gd name="connsiteX2614" fmla="*/ 2548732 w 10450132"/>
              <a:gd name="connsiteY2614" fmla="*/ 4558165 h 5450835"/>
              <a:gd name="connsiteX2615" fmla="*/ 2549520 w 10450132"/>
              <a:gd name="connsiteY2615" fmla="*/ 4557705 h 5450835"/>
              <a:gd name="connsiteX2616" fmla="*/ 2295038 w 10450132"/>
              <a:gd name="connsiteY2616" fmla="*/ 4557705 h 5450835"/>
              <a:gd name="connsiteX2617" fmla="*/ 2304103 w 10450132"/>
              <a:gd name="connsiteY2617" fmla="*/ 4557705 h 5450835"/>
              <a:gd name="connsiteX2618" fmla="*/ 2304891 w 10450132"/>
              <a:gd name="connsiteY2618" fmla="*/ 4558165 h 5450835"/>
              <a:gd name="connsiteX2619" fmla="*/ 2309422 w 10450132"/>
              <a:gd name="connsiteY2619" fmla="*/ 4566046 h 5450835"/>
              <a:gd name="connsiteX2620" fmla="*/ 2309422 w 10450132"/>
              <a:gd name="connsiteY2620" fmla="*/ 4566900 h 5450835"/>
              <a:gd name="connsiteX2621" fmla="*/ 2304891 w 10450132"/>
              <a:gd name="connsiteY2621" fmla="*/ 4574782 h 5450835"/>
              <a:gd name="connsiteX2622" fmla="*/ 2304103 w 10450132"/>
              <a:gd name="connsiteY2622" fmla="*/ 4575242 h 5450835"/>
              <a:gd name="connsiteX2623" fmla="*/ 2295038 w 10450132"/>
              <a:gd name="connsiteY2623" fmla="*/ 4575242 h 5450835"/>
              <a:gd name="connsiteX2624" fmla="*/ 2294250 w 10450132"/>
              <a:gd name="connsiteY2624" fmla="*/ 4574782 h 5450835"/>
              <a:gd name="connsiteX2625" fmla="*/ 2289717 w 10450132"/>
              <a:gd name="connsiteY2625" fmla="*/ 4566900 h 5450835"/>
              <a:gd name="connsiteX2626" fmla="*/ 2289717 w 10450132"/>
              <a:gd name="connsiteY2626" fmla="*/ 4566046 h 5450835"/>
              <a:gd name="connsiteX2627" fmla="*/ 2294250 w 10450132"/>
              <a:gd name="connsiteY2627" fmla="*/ 4558165 h 5450835"/>
              <a:gd name="connsiteX2628" fmla="*/ 2295038 w 10450132"/>
              <a:gd name="connsiteY2628" fmla="*/ 4557705 h 5450835"/>
              <a:gd name="connsiteX2629" fmla="*/ 2040711 w 10450132"/>
              <a:gd name="connsiteY2629" fmla="*/ 4557705 h 5450835"/>
              <a:gd name="connsiteX2630" fmla="*/ 2049775 w 10450132"/>
              <a:gd name="connsiteY2630" fmla="*/ 4557705 h 5450835"/>
              <a:gd name="connsiteX2631" fmla="*/ 2050562 w 10450132"/>
              <a:gd name="connsiteY2631" fmla="*/ 4558165 h 5450835"/>
              <a:gd name="connsiteX2632" fmla="*/ 2055095 w 10450132"/>
              <a:gd name="connsiteY2632" fmla="*/ 4566046 h 5450835"/>
              <a:gd name="connsiteX2633" fmla="*/ 2055095 w 10450132"/>
              <a:gd name="connsiteY2633" fmla="*/ 4566900 h 5450835"/>
              <a:gd name="connsiteX2634" fmla="*/ 2050562 w 10450132"/>
              <a:gd name="connsiteY2634" fmla="*/ 4574782 h 5450835"/>
              <a:gd name="connsiteX2635" fmla="*/ 2049775 w 10450132"/>
              <a:gd name="connsiteY2635" fmla="*/ 4575242 h 5450835"/>
              <a:gd name="connsiteX2636" fmla="*/ 2040711 w 10450132"/>
              <a:gd name="connsiteY2636" fmla="*/ 4575242 h 5450835"/>
              <a:gd name="connsiteX2637" fmla="*/ 2039922 w 10450132"/>
              <a:gd name="connsiteY2637" fmla="*/ 4574782 h 5450835"/>
              <a:gd name="connsiteX2638" fmla="*/ 2035389 w 10450132"/>
              <a:gd name="connsiteY2638" fmla="*/ 4566900 h 5450835"/>
              <a:gd name="connsiteX2639" fmla="*/ 2035389 w 10450132"/>
              <a:gd name="connsiteY2639" fmla="*/ 4566046 h 5450835"/>
              <a:gd name="connsiteX2640" fmla="*/ 2039922 w 10450132"/>
              <a:gd name="connsiteY2640" fmla="*/ 4558165 h 5450835"/>
              <a:gd name="connsiteX2641" fmla="*/ 2040711 w 10450132"/>
              <a:gd name="connsiteY2641" fmla="*/ 4557705 h 5450835"/>
              <a:gd name="connsiteX2642" fmla="*/ 1786212 w 10450132"/>
              <a:gd name="connsiteY2642" fmla="*/ 4557705 h 5450835"/>
              <a:gd name="connsiteX2643" fmla="*/ 1795277 w 10450132"/>
              <a:gd name="connsiteY2643" fmla="*/ 4557705 h 5450835"/>
              <a:gd name="connsiteX2644" fmla="*/ 1796065 w 10450132"/>
              <a:gd name="connsiteY2644" fmla="*/ 4558165 h 5450835"/>
              <a:gd name="connsiteX2645" fmla="*/ 1800597 w 10450132"/>
              <a:gd name="connsiteY2645" fmla="*/ 4566046 h 5450835"/>
              <a:gd name="connsiteX2646" fmla="*/ 1800597 w 10450132"/>
              <a:gd name="connsiteY2646" fmla="*/ 4566900 h 5450835"/>
              <a:gd name="connsiteX2647" fmla="*/ 1796065 w 10450132"/>
              <a:gd name="connsiteY2647" fmla="*/ 4574782 h 5450835"/>
              <a:gd name="connsiteX2648" fmla="*/ 1795277 w 10450132"/>
              <a:gd name="connsiteY2648" fmla="*/ 4575242 h 5450835"/>
              <a:gd name="connsiteX2649" fmla="*/ 1786212 w 10450132"/>
              <a:gd name="connsiteY2649" fmla="*/ 4575242 h 5450835"/>
              <a:gd name="connsiteX2650" fmla="*/ 1785424 w 10450132"/>
              <a:gd name="connsiteY2650" fmla="*/ 4574782 h 5450835"/>
              <a:gd name="connsiteX2651" fmla="*/ 1780894 w 10450132"/>
              <a:gd name="connsiteY2651" fmla="*/ 4566900 h 5450835"/>
              <a:gd name="connsiteX2652" fmla="*/ 1780894 w 10450132"/>
              <a:gd name="connsiteY2652" fmla="*/ 4566046 h 5450835"/>
              <a:gd name="connsiteX2653" fmla="*/ 1785424 w 10450132"/>
              <a:gd name="connsiteY2653" fmla="*/ 4558165 h 5450835"/>
              <a:gd name="connsiteX2654" fmla="*/ 1786212 w 10450132"/>
              <a:gd name="connsiteY2654" fmla="*/ 4557705 h 5450835"/>
              <a:gd name="connsiteX2655" fmla="*/ 1531980 w 10450132"/>
              <a:gd name="connsiteY2655" fmla="*/ 4557705 h 5450835"/>
              <a:gd name="connsiteX2656" fmla="*/ 1541044 w 10450132"/>
              <a:gd name="connsiteY2656" fmla="*/ 4557705 h 5450835"/>
              <a:gd name="connsiteX2657" fmla="*/ 1541832 w 10450132"/>
              <a:gd name="connsiteY2657" fmla="*/ 4558165 h 5450835"/>
              <a:gd name="connsiteX2658" fmla="*/ 1546365 w 10450132"/>
              <a:gd name="connsiteY2658" fmla="*/ 4566046 h 5450835"/>
              <a:gd name="connsiteX2659" fmla="*/ 1546365 w 10450132"/>
              <a:gd name="connsiteY2659" fmla="*/ 4566900 h 5450835"/>
              <a:gd name="connsiteX2660" fmla="*/ 1541832 w 10450132"/>
              <a:gd name="connsiteY2660" fmla="*/ 4574782 h 5450835"/>
              <a:gd name="connsiteX2661" fmla="*/ 1541044 w 10450132"/>
              <a:gd name="connsiteY2661" fmla="*/ 4575242 h 5450835"/>
              <a:gd name="connsiteX2662" fmla="*/ 1531980 w 10450132"/>
              <a:gd name="connsiteY2662" fmla="*/ 4575242 h 5450835"/>
              <a:gd name="connsiteX2663" fmla="*/ 1531194 w 10450132"/>
              <a:gd name="connsiteY2663" fmla="*/ 4574782 h 5450835"/>
              <a:gd name="connsiteX2664" fmla="*/ 1526661 w 10450132"/>
              <a:gd name="connsiteY2664" fmla="*/ 4566900 h 5450835"/>
              <a:gd name="connsiteX2665" fmla="*/ 1526661 w 10450132"/>
              <a:gd name="connsiteY2665" fmla="*/ 4566046 h 5450835"/>
              <a:gd name="connsiteX2666" fmla="*/ 1531194 w 10450132"/>
              <a:gd name="connsiteY2666" fmla="*/ 4558165 h 5450835"/>
              <a:gd name="connsiteX2667" fmla="*/ 1531980 w 10450132"/>
              <a:gd name="connsiteY2667" fmla="*/ 4557705 h 5450835"/>
              <a:gd name="connsiteX2668" fmla="*/ 1277510 w 10450132"/>
              <a:gd name="connsiteY2668" fmla="*/ 4557705 h 5450835"/>
              <a:gd name="connsiteX2669" fmla="*/ 1286575 w 10450132"/>
              <a:gd name="connsiteY2669" fmla="*/ 4557705 h 5450835"/>
              <a:gd name="connsiteX2670" fmla="*/ 1287364 w 10450132"/>
              <a:gd name="connsiteY2670" fmla="*/ 4558165 h 5450835"/>
              <a:gd name="connsiteX2671" fmla="*/ 1291897 w 10450132"/>
              <a:gd name="connsiteY2671" fmla="*/ 4566046 h 5450835"/>
              <a:gd name="connsiteX2672" fmla="*/ 1291897 w 10450132"/>
              <a:gd name="connsiteY2672" fmla="*/ 4566900 h 5450835"/>
              <a:gd name="connsiteX2673" fmla="*/ 1287364 w 10450132"/>
              <a:gd name="connsiteY2673" fmla="*/ 4574782 h 5450835"/>
              <a:gd name="connsiteX2674" fmla="*/ 1286575 w 10450132"/>
              <a:gd name="connsiteY2674" fmla="*/ 4575242 h 5450835"/>
              <a:gd name="connsiteX2675" fmla="*/ 1277510 w 10450132"/>
              <a:gd name="connsiteY2675" fmla="*/ 4575242 h 5450835"/>
              <a:gd name="connsiteX2676" fmla="*/ 1276722 w 10450132"/>
              <a:gd name="connsiteY2676" fmla="*/ 4574782 h 5450835"/>
              <a:gd name="connsiteX2677" fmla="*/ 1272192 w 10450132"/>
              <a:gd name="connsiteY2677" fmla="*/ 4566900 h 5450835"/>
              <a:gd name="connsiteX2678" fmla="*/ 1272192 w 10450132"/>
              <a:gd name="connsiteY2678" fmla="*/ 4566046 h 5450835"/>
              <a:gd name="connsiteX2679" fmla="*/ 1276722 w 10450132"/>
              <a:gd name="connsiteY2679" fmla="*/ 4558165 h 5450835"/>
              <a:gd name="connsiteX2680" fmla="*/ 1277510 w 10450132"/>
              <a:gd name="connsiteY2680" fmla="*/ 4557705 h 5450835"/>
              <a:gd name="connsiteX2681" fmla="*/ 1023202 w 10450132"/>
              <a:gd name="connsiteY2681" fmla="*/ 4557705 h 5450835"/>
              <a:gd name="connsiteX2682" fmla="*/ 1032265 w 10450132"/>
              <a:gd name="connsiteY2682" fmla="*/ 4557705 h 5450835"/>
              <a:gd name="connsiteX2683" fmla="*/ 1033053 w 10450132"/>
              <a:gd name="connsiteY2683" fmla="*/ 4558165 h 5450835"/>
              <a:gd name="connsiteX2684" fmla="*/ 1037585 w 10450132"/>
              <a:gd name="connsiteY2684" fmla="*/ 4566046 h 5450835"/>
              <a:gd name="connsiteX2685" fmla="*/ 1037585 w 10450132"/>
              <a:gd name="connsiteY2685" fmla="*/ 4566900 h 5450835"/>
              <a:gd name="connsiteX2686" fmla="*/ 1033053 w 10450132"/>
              <a:gd name="connsiteY2686" fmla="*/ 4574782 h 5450835"/>
              <a:gd name="connsiteX2687" fmla="*/ 1032265 w 10450132"/>
              <a:gd name="connsiteY2687" fmla="*/ 4575242 h 5450835"/>
              <a:gd name="connsiteX2688" fmla="*/ 1023202 w 10450132"/>
              <a:gd name="connsiteY2688" fmla="*/ 4575242 h 5450835"/>
              <a:gd name="connsiteX2689" fmla="*/ 1022413 w 10450132"/>
              <a:gd name="connsiteY2689" fmla="*/ 4574782 h 5450835"/>
              <a:gd name="connsiteX2690" fmla="*/ 1017882 w 10450132"/>
              <a:gd name="connsiteY2690" fmla="*/ 4566900 h 5450835"/>
              <a:gd name="connsiteX2691" fmla="*/ 1017882 w 10450132"/>
              <a:gd name="connsiteY2691" fmla="*/ 4566046 h 5450835"/>
              <a:gd name="connsiteX2692" fmla="*/ 1022413 w 10450132"/>
              <a:gd name="connsiteY2692" fmla="*/ 4558165 h 5450835"/>
              <a:gd name="connsiteX2693" fmla="*/ 1023202 w 10450132"/>
              <a:gd name="connsiteY2693" fmla="*/ 4557705 h 5450835"/>
              <a:gd name="connsiteX2694" fmla="*/ 768654 w 10450132"/>
              <a:gd name="connsiteY2694" fmla="*/ 4557705 h 5450835"/>
              <a:gd name="connsiteX2695" fmla="*/ 777717 w 10450132"/>
              <a:gd name="connsiteY2695" fmla="*/ 4557705 h 5450835"/>
              <a:gd name="connsiteX2696" fmla="*/ 778505 w 10450132"/>
              <a:gd name="connsiteY2696" fmla="*/ 4558165 h 5450835"/>
              <a:gd name="connsiteX2697" fmla="*/ 783037 w 10450132"/>
              <a:gd name="connsiteY2697" fmla="*/ 4566046 h 5450835"/>
              <a:gd name="connsiteX2698" fmla="*/ 783037 w 10450132"/>
              <a:gd name="connsiteY2698" fmla="*/ 4566900 h 5450835"/>
              <a:gd name="connsiteX2699" fmla="*/ 778505 w 10450132"/>
              <a:gd name="connsiteY2699" fmla="*/ 4574782 h 5450835"/>
              <a:gd name="connsiteX2700" fmla="*/ 777717 w 10450132"/>
              <a:gd name="connsiteY2700" fmla="*/ 4575242 h 5450835"/>
              <a:gd name="connsiteX2701" fmla="*/ 768654 w 10450132"/>
              <a:gd name="connsiteY2701" fmla="*/ 4575242 h 5450835"/>
              <a:gd name="connsiteX2702" fmla="*/ 767865 w 10450132"/>
              <a:gd name="connsiteY2702" fmla="*/ 4574782 h 5450835"/>
              <a:gd name="connsiteX2703" fmla="*/ 763333 w 10450132"/>
              <a:gd name="connsiteY2703" fmla="*/ 4566900 h 5450835"/>
              <a:gd name="connsiteX2704" fmla="*/ 763333 w 10450132"/>
              <a:gd name="connsiteY2704" fmla="*/ 4566046 h 5450835"/>
              <a:gd name="connsiteX2705" fmla="*/ 767865 w 10450132"/>
              <a:gd name="connsiteY2705" fmla="*/ 4558165 h 5450835"/>
              <a:gd name="connsiteX2706" fmla="*/ 768654 w 10450132"/>
              <a:gd name="connsiteY2706" fmla="*/ 4557705 h 5450835"/>
              <a:gd name="connsiteX2707" fmla="*/ 514201 w 10450132"/>
              <a:gd name="connsiteY2707" fmla="*/ 4557705 h 5450835"/>
              <a:gd name="connsiteX2708" fmla="*/ 523264 w 10450132"/>
              <a:gd name="connsiteY2708" fmla="*/ 4557705 h 5450835"/>
              <a:gd name="connsiteX2709" fmla="*/ 524052 w 10450132"/>
              <a:gd name="connsiteY2709" fmla="*/ 4558165 h 5450835"/>
              <a:gd name="connsiteX2710" fmla="*/ 528584 w 10450132"/>
              <a:gd name="connsiteY2710" fmla="*/ 4566046 h 5450835"/>
              <a:gd name="connsiteX2711" fmla="*/ 528584 w 10450132"/>
              <a:gd name="connsiteY2711" fmla="*/ 4566900 h 5450835"/>
              <a:gd name="connsiteX2712" fmla="*/ 524052 w 10450132"/>
              <a:gd name="connsiteY2712" fmla="*/ 4574782 h 5450835"/>
              <a:gd name="connsiteX2713" fmla="*/ 523264 w 10450132"/>
              <a:gd name="connsiteY2713" fmla="*/ 4575242 h 5450835"/>
              <a:gd name="connsiteX2714" fmla="*/ 514201 w 10450132"/>
              <a:gd name="connsiteY2714" fmla="*/ 4575242 h 5450835"/>
              <a:gd name="connsiteX2715" fmla="*/ 513412 w 10450132"/>
              <a:gd name="connsiteY2715" fmla="*/ 4574782 h 5450835"/>
              <a:gd name="connsiteX2716" fmla="*/ 508880 w 10450132"/>
              <a:gd name="connsiteY2716" fmla="*/ 4566900 h 5450835"/>
              <a:gd name="connsiteX2717" fmla="*/ 508880 w 10450132"/>
              <a:gd name="connsiteY2717" fmla="*/ 4566046 h 5450835"/>
              <a:gd name="connsiteX2718" fmla="*/ 513412 w 10450132"/>
              <a:gd name="connsiteY2718" fmla="*/ 4558165 h 5450835"/>
              <a:gd name="connsiteX2719" fmla="*/ 514201 w 10450132"/>
              <a:gd name="connsiteY2719" fmla="*/ 4557705 h 5450835"/>
              <a:gd name="connsiteX2720" fmla="*/ 259962 w 10450132"/>
              <a:gd name="connsiteY2720" fmla="*/ 4557705 h 5450835"/>
              <a:gd name="connsiteX2721" fmla="*/ 269026 w 10450132"/>
              <a:gd name="connsiteY2721" fmla="*/ 4557705 h 5450835"/>
              <a:gd name="connsiteX2722" fmla="*/ 269814 w 10450132"/>
              <a:gd name="connsiteY2722" fmla="*/ 4558165 h 5450835"/>
              <a:gd name="connsiteX2723" fmla="*/ 274346 w 10450132"/>
              <a:gd name="connsiteY2723" fmla="*/ 4566046 h 5450835"/>
              <a:gd name="connsiteX2724" fmla="*/ 274346 w 10450132"/>
              <a:gd name="connsiteY2724" fmla="*/ 4566900 h 5450835"/>
              <a:gd name="connsiteX2725" fmla="*/ 269814 w 10450132"/>
              <a:gd name="connsiteY2725" fmla="*/ 4574782 h 5450835"/>
              <a:gd name="connsiteX2726" fmla="*/ 269026 w 10450132"/>
              <a:gd name="connsiteY2726" fmla="*/ 4575242 h 5450835"/>
              <a:gd name="connsiteX2727" fmla="*/ 259962 w 10450132"/>
              <a:gd name="connsiteY2727" fmla="*/ 4575242 h 5450835"/>
              <a:gd name="connsiteX2728" fmla="*/ 259173 w 10450132"/>
              <a:gd name="connsiteY2728" fmla="*/ 4574782 h 5450835"/>
              <a:gd name="connsiteX2729" fmla="*/ 254642 w 10450132"/>
              <a:gd name="connsiteY2729" fmla="*/ 4566900 h 5450835"/>
              <a:gd name="connsiteX2730" fmla="*/ 254642 w 10450132"/>
              <a:gd name="connsiteY2730" fmla="*/ 4566046 h 5450835"/>
              <a:gd name="connsiteX2731" fmla="*/ 259173 w 10450132"/>
              <a:gd name="connsiteY2731" fmla="*/ 4558165 h 5450835"/>
              <a:gd name="connsiteX2732" fmla="*/ 259962 w 10450132"/>
              <a:gd name="connsiteY2732" fmla="*/ 4557705 h 5450835"/>
              <a:gd name="connsiteX2733" fmla="*/ 5635 w 10450132"/>
              <a:gd name="connsiteY2733" fmla="*/ 4557705 h 5450835"/>
              <a:gd name="connsiteX2734" fmla="*/ 14699 w 10450132"/>
              <a:gd name="connsiteY2734" fmla="*/ 4557705 h 5450835"/>
              <a:gd name="connsiteX2735" fmla="*/ 15487 w 10450132"/>
              <a:gd name="connsiteY2735" fmla="*/ 4558165 h 5450835"/>
              <a:gd name="connsiteX2736" fmla="*/ 20019 w 10450132"/>
              <a:gd name="connsiteY2736" fmla="*/ 4566046 h 5450835"/>
              <a:gd name="connsiteX2737" fmla="*/ 20019 w 10450132"/>
              <a:gd name="connsiteY2737" fmla="*/ 4566900 h 5450835"/>
              <a:gd name="connsiteX2738" fmla="*/ 15487 w 10450132"/>
              <a:gd name="connsiteY2738" fmla="*/ 4574782 h 5450835"/>
              <a:gd name="connsiteX2739" fmla="*/ 14699 w 10450132"/>
              <a:gd name="connsiteY2739" fmla="*/ 4575242 h 5450835"/>
              <a:gd name="connsiteX2740" fmla="*/ 5635 w 10450132"/>
              <a:gd name="connsiteY2740" fmla="*/ 4575242 h 5450835"/>
              <a:gd name="connsiteX2741" fmla="*/ 4846 w 10450132"/>
              <a:gd name="connsiteY2741" fmla="*/ 4574782 h 5450835"/>
              <a:gd name="connsiteX2742" fmla="*/ 314 w 10450132"/>
              <a:gd name="connsiteY2742" fmla="*/ 4566900 h 5450835"/>
              <a:gd name="connsiteX2743" fmla="*/ 314 w 10450132"/>
              <a:gd name="connsiteY2743" fmla="*/ 4566046 h 5450835"/>
              <a:gd name="connsiteX2744" fmla="*/ 4846 w 10450132"/>
              <a:gd name="connsiteY2744" fmla="*/ 4558165 h 5450835"/>
              <a:gd name="connsiteX2745" fmla="*/ 5635 w 10450132"/>
              <a:gd name="connsiteY2745" fmla="*/ 4557705 h 5450835"/>
              <a:gd name="connsiteX2746" fmla="*/ 10435622 w 10450132"/>
              <a:gd name="connsiteY2746" fmla="*/ 4340696 h 5450835"/>
              <a:gd name="connsiteX2747" fmla="*/ 10444686 w 10450132"/>
              <a:gd name="connsiteY2747" fmla="*/ 4340696 h 5450835"/>
              <a:gd name="connsiteX2748" fmla="*/ 10445474 w 10450132"/>
              <a:gd name="connsiteY2748" fmla="*/ 4341156 h 5450835"/>
              <a:gd name="connsiteX2749" fmla="*/ 10450007 w 10450132"/>
              <a:gd name="connsiteY2749" fmla="*/ 4349037 h 5450835"/>
              <a:gd name="connsiteX2750" fmla="*/ 10450007 w 10450132"/>
              <a:gd name="connsiteY2750" fmla="*/ 4349891 h 5450835"/>
              <a:gd name="connsiteX2751" fmla="*/ 10445474 w 10450132"/>
              <a:gd name="connsiteY2751" fmla="*/ 4357772 h 5450835"/>
              <a:gd name="connsiteX2752" fmla="*/ 10444686 w 10450132"/>
              <a:gd name="connsiteY2752" fmla="*/ 4358232 h 5450835"/>
              <a:gd name="connsiteX2753" fmla="*/ 10435622 w 10450132"/>
              <a:gd name="connsiteY2753" fmla="*/ 4358232 h 5450835"/>
              <a:gd name="connsiteX2754" fmla="*/ 10434834 w 10450132"/>
              <a:gd name="connsiteY2754" fmla="*/ 4357772 h 5450835"/>
              <a:gd name="connsiteX2755" fmla="*/ 10430302 w 10450132"/>
              <a:gd name="connsiteY2755" fmla="*/ 4349891 h 5450835"/>
              <a:gd name="connsiteX2756" fmla="*/ 10430302 w 10450132"/>
              <a:gd name="connsiteY2756" fmla="*/ 4349037 h 5450835"/>
              <a:gd name="connsiteX2757" fmla="*/ 10434834 w 10450132"/>
              <a:gd name="connsiteY2757" fmla="*/ 4341156 h 5450835"/>
              <a:gd name="connsiteX2758" fmla="*/ 10435622 w 10450132"/>
              <a:gd name="connsiteY2758" fmla="*/ 4340696 h 5450835"/>
              <a:gd name="connsiteX2759" fmla="*/ 10181242 w 10450132"/>
              <a:gd name="connsiteY2759" fmla="*/ 4340696 h 5450835"/>
              <a:gd name="connsiteX2760" fmla="*/ 10190305 w 10450132"/>
              <a:gd name="connsiteY2760" fmla="*/ 4340696 h 5450835"/>
              <a:gd name="connsiteX2761" fmla="*/ 10191093 w 10450132"/>
              <a:gd name="connsiteY2761" fmla="*/ 4341156 h 5450835"/>
              <a:gd name="connsiteX2762" fmla="*/ 10195626 w 10450132"/>
              <a:gd name="connsiteY2762" fmla="*/ 4349037 h 5450835"/>
              <a:gd name="connsiteX2763" fmla="*/ 10195626 w 10450132"/>
              <a:gd name="connsiteY2763" fmla="*/ 4349891 h 5450835"/>
              <a:gd name="connsiteX2764" fmla="*/ 10191093 w 10450132"/>
              <a:gd name="connsiteY2764" fmla="*/ 4357772 h 5450835"/>
              <a:gd name="connsiteX2765" fmla="*/ 10190305 w 10450132"/>
              <a:gd name="connsiteY2765" fmla="*/ 4358232 h 5450835"/>
              <a:gd name="connsiteX2766" fmla="*/ 10181242 w 10450132"/>
              <a:gd name="connsiteY2766" fmla="*/ 4358232 h 5450835"/>
              <a:gd name="connsiteX2767" fmla="*/ 10180453 w 10450132"/>
              <a:gd name="connsiteY2767" fmla="*/ 4357772 h 5450835"/>
              <a:gd name="connsiteX2768" fmla="*/ 10175922 w 10450132"/>
              <a:gd name="connsiteY2768" fmla="*/ 4349891 h 5450835"/>
              <a:gd name="connsiteX2769" fmla="*/ 10175922 w 10450132"/>
              <a:gd name="connsiteY2769" fmla="*/ 4349037 h 5450835"/>
              <a:gd name="connsiteX2770" fmla="*/ 10180453 w 10450132"/>
              <a:gd name="connsiteY2770" fmla="*/ 4341156 h 5450835"/>
              <a:gd name="connsiteX2771" fmla="*/ 10181242 w 10450132"/>
              <a:gd name="connsiteY2771" fmla="*/ 4340696 h 5450835"/>
              <a:gd name="connsiteX2772" fmla="*/ 9926861 w 10450132"/>
              <a:gd name="connsiteY2772" fmla="*/ 4340696 h 5450835"/>
              <a:gd name="connsiteX2773" fmla="*/ 9935924 w 10450132"/>
              <a:gd name="connsiteY2773" fmla="*/ 4340696 h 5450835"/>
              <a:gd name="connsiteX2774" fmla="*/ 9936713 w 10450132"/>
              <a:gd name="connsiteY2774" fmla="*/ 4341156 h 5450835"/>
              <a:gd name="connsiteX2775" fmla="*/ 9941246 w 10450132"/>
              <a:gd name="connsiteY2775" fmla="*/ 4349037 h 5450835"/>
              <a:gd name="connsiteX2776" fmla="*/ 9941246 w 10450132"/>
              <a:gd name="connsiteY2776" fmla="*/ 4349891 h 5450835"/>
              <a:gd name="connsiteX2777" fmla="*/ 9936713 w 10450132"/>
              <a:gd name="connsiteY2777" fmla="*/ 4357772 h 5450835"/>
              <a:gd name="connsiteX2778" fmla="*/ 9935924 w 10450132"/>
              <a:gd name="connsiteY2778" fmla="*/ 4358232 h 5450835"/>
              <a:gd name="connsiteX2779" fmla="*/ 9926861 w 10450132"/>
              <a:gd name="connsiteY2779" fmla="*/ 4358232 h 5450835"/>
              <a:gd name="connsiteX2780" fmla="*/ 9926073 w 10450132"/>
              <a:gd name="connsiteY2780" fmla="*/ 4357772 h 5450835"/>
              <a:gd name="connsiteX2781" fmla="*/ 9921541 w 10450132"/>
              <a:gd name="connsiteY2781" fmla="*/ 4349891 h 5450835"/>
              <a:gd name="connsiteX2782" fmla="*/ 9921541 w 10450132"/>
              <a:gd name="connsiteY2782" fmla="*/ 4349037 h 5450835"/>
              <a:gd name="connsiteX2783" fmla="*/ 9926073 w 10450132"/>
              <a:gd name="connsiteY2783" fmla="*/ 4341156 h 5450835"/>
              <a:gd name="connsiteX2784" fmla="*/ 9926861 w 10450132"/>
              <a:gd name="connsiteY2784" fmla="*/ 4340696 h 5450835"/>
              <a:gd name="connsiteX2785" fmla="*/ 9672481 w 10450132"/>
              <a:gd name="connsiteY2785" fmla="*/ 4340696 h 5450835"/>
              <a:gd name="connsiteX2786" fmla="*/ 9681545 w 10450132"/>
              <a:gd name="connsiteY2786" fmla="*/ 4340696 h 5450835"/>
              <a:gd name="connsiteX2787" fmla="*/ 9682333 w 10450132"/>
              <a:gd name="connsiteY2787" fmla="*/ 4341156 h 5450835"/>
              <a:gd name="connsiteX2788" fmla="*/ 9686865 w 10450132"/>
              <a:gd name="connsiteY2788" fmla="*/ 4349037 h 5450835"/>
              <a:gd name="connsiteX2789" fmla="*/ 9686865 w 10450132"/>
              <a:gd name="connsiteY2789" fmla="*/ 4349891 h 5450835"/>
              <a:gd name="connsiteX2790" fmla="*/ 9682333 w 10450132"/>
              <a:gd name="connsiteY2790" fmla="*/ 4357772 h 5450835"/>
              <a:gd name="connsiteX2791" fmla="*/ 9681545 w 10450132"/>
              <a:gd name="connsiteY2791" fmla="*/ 4358232 h 5450835"/>
              <a:gd name="connsiteX2792" fmla="*/ 9672481 w 10450132"/>
              <a:gd name="connsiteY2792" fmla="*/ 4358232 h 5450835"/>
              <a:gd name="connsiteX2793" fmla="*/ 9671693 w 10450132"/>
              <a:gd name="connsiteY2793" fmla="*/ 4357772 h 5450835"/>
              <a:gd name="connsiteX2794" fmla="*/ 9667160 w 10450132"/>
              <a:gd name="connsiteY2794" fmla="*/ 4349891 h 5450835"/>
              <a:gd name="connsiteX2795" fmla="*/ 9667160 w 10450132"/>
              <a:gd name="connsiteY2795" fmla="*/ 4349037 h 5450835"/>
              <a:gd name="connsiteX2796" fmla="*/ 9671693 w 10450132"/>
              <a:gd name="connsiteY2796" fmla="*/ 4341156 h 5450835"/>
              <a:gd name="connsiteX2797" fmla="*/ 9672481 w 10450132"/>
              <a:gd name="connsiteY2797" fmla="*/ 4340696 h 5450835"/>
              <a:gd name="connsiteX2798" fmla="*/ 9418035 w 10450132"/>
              <a:gd name="connsiteY2798" fmla="*/ 4340696 h 5450835"/>
              <a:gd name="connsiteX2799" fmla="*/ 9427099 w 10450132"/>
              <a:gd name="connsiteY2799" fmla="*/ 4340696 h 5450835"/>
              <a:gd name="connsiteX2800" fmla="*/ 9427887 w 10450132"/>
              <a:gd name="connsiteY2800" fmla="*/ 4341156 h 5450835"/>
              <a:gd name="connsiteX2801" fmla="*/ 9432419 w 10450132"/>
              <a:gd name="connsiteY2801" fmla="*/ 4349037 h 5450835"/>
              <a:gd name="connsiteX2802" fmla="*/ 9432419 w 10450132"/>
              <a:gd name="connsiteY2802" fmla="*/ 4349891 h 5450835"/>
              <a:gd name="connsiteX2803" fmla="*/ 9427887 w 10450132"/>
              <a:gd name="connsiteY2803" fmla="*/ 4357772 h 5450835"/>
              <a:gd name="connsiteX2804" fmla="*/ 9427099 w 10450132"/>
              <a:gd name="connsiteY2804" fmla="*/ 4358232 h 5450835"/>
              <a:gd name="connsiteX2805" fmla="*/ 9418035 w 10450132"/>
              <a:gd name="connsiteY2805" fmla="*/ 4358232 h 5450835"/>
              <a:gd name="connsiteX2806" fmla="*/ 9417247 w 10450132"/>
              <a:gd name="connsiteY2806" fmla="*/ 4357772 h 5450835"/>
              <a:gd name="connsiteX2807" fmla="*/ 9412714 w 10450132"/>
              <a:gd name="connsiteY2807" fmla="*/ 4349891 h 5450835"/>
              <a:gd name="connsiteX2808" fmla="*/ 9412714 w 10450132"/>
              <a:gd name="connsiteY2808" fmla="*/ 4349037 h 5450835"/>
              <a:gd name="connsiteX2809" fmla="*/ 9417247 w 10450132"/>
              <a:gd name="connsiteY2809" fmla="*/ 4341156 h 5450835"/>
              <a:gd name="connsiteX2810" fmla="*/ 9418035 w 10450132"/>
              <a:gd name="connsiteY2810" fmla="*/ 4340696 h 5450835"/>
              <a:gd name="connsiteX2811" fmla="*/ 9163654 w 10450132"/>
              <a:gd name="connsiteY2811" fmla="*/ 4340696 h 5450835"/>
              <a:gd name="connsiteX2812" fmla="*/ 9172718 w 10450132"/>
              <a:gd name="connsiteY2812" fmla="*/ 4340696 h 5450835"/>
              <a:gd name="connsiteX2813" fmla="*/ 9173506 w 10450132"/>
              <a:gd name="connsiteY2813" fmla="*/ 4341156 h 5450835"/>
              <a:gd name="connsiteX2814" fmla="*/ 9178038 w 10450132"/>
              <a:gd name="connsiteY2814" fmla="*/ 4349037 h 5450835"/>
              <a:gd name="connsiteX2815" fmla="*/ 9178038 w 10450132"/>
              <a:gd name="connsiteY2815" fmla="*/ 4349891 h 5450835"/>
              <a:gd name="connsiteX2816" fmla="*/ 9173506 w 10450132"/>
              <a:gd name="connsiteY2816" fmla="*/ 4357772 h 5450835"/>
              <a:gd name="connsiteX2817" fmla="*/ 9172718 w 10450132"/>
              <a:gd name="connsiteY2817" fmla="*/ 4358232 h 5450835"/>
              <a:gd name="connsiteX2818" fmla="*/ 9163654 w 10450132"/>
              <a:gd name="connsiteY2818" fmla="*/ 4358232 h 5450835"/>
              <a:gd name="connsiteX2819" fmla="*/ 9162866 w 10450132"/>
              <a:gd name="connsiteY2819" fmla="*/ 4357772 h 5450835"/>
              <a:gd name="connsiteX2820" fmla="*/ 9158333 w 10450132"/>
              <a:gd name="connsiteY2820" fmla="*/ 4349891 h 5450835"/>
              <a:gd name="connsiteX2821" fmla="*/ 9158333 w 10450132"/>
              <a:gd name="connsiteY2821" fmla="*/ 4349037 h 5450835"/>
              <a:gd name="connsiteX2822" fmla="*/ 9162866 w 10450132"/>
              <a:gd name="connsiteY2822" fmla="*/ 4341156 h 5450835"/>
              <a:gd name="connsiteX2823" fmla="*/ 9163654 w 10450132"/>
              <a:gd name="connsiteY2823" fmla="*/ 4340696 h 5450835"/>
              <a:gd name="connsiteX2824" fmla="*/ 8909274 w 10450132"/>
              <a:gd name="connsiteY2824" fmla="*/ 4340696 h 5450835"/>
              <a:gd name="connsiteX2825" fmla="*/ 8918336 w 10450132"/>
              <a:gd name="connsiteY2825" fmla="*/ 4340696 h 5450835"/>
              <a:gd name="connsiteX2826" fmla="*/ 8919125 w 10450132"/>
              <a:gd name="connsiteY2826" fmla="*/ 4341156 h 5450835"/>
              <a:gd name="connsiteX2827" fmla="*/ 8923657 w 10450132"/>
              <a:gd name="connsiteY2827" fmla="*/ 4349037 h 5450835"/>
              <a:gd name="connsiteX2828" fmla="*/ 8923657 w 10450132"/>
              <a:gd name="connsiteY2828" fmla="*/ 4349891 h 5450835"/>
              <a:gd name="connsiteX2829" fmla="*/ 8919125 w 10450132"/>
              <a:gd name="connsiteY2829" fmla="*/ 4357772 h 5450835"/>
              <a:gd name="connsiteX2830" fmla="*/ 8918336 w 10450132"/>
              <a:gd name="connsiteY2830" fmla="*/ 4358232 h 5450835"/>
              <a:gd name="connsiteX2831" fmla="*/ 8909274 w 10450132"/>
              <a:gd name="connsiteY2831" fmla="*/ 4358232 h 5450835"/>
              <a:gd name="connsiteX2832" fmla="*/ 8908484 w 10450132"/>
              <a:gd name="connsiteY2832" fmla="*/ 4357772 h 5450835"/>
              <a:gd name="connsiteX2833" fmla="*/ 8903953 w 10450132"/>
              <a:gd name="connsiteY2833" fmla="*/ 4349891 h 5450835"/>
              <a:gd name="connsiteX2834" fmla="*/ 8903953 w 10450132"/>
              <a:gd name="connsiteY2834" fmla="*/ 4349037 h 5450835"/>
              <a:gd name="connsiteX2835" fmla="*/ 8908484 w 10450132"/>
              <a:gd name="connsiteY2835" fmla="*/ 4341156 h 5450835"/>
              <a:gd name="connsiteX2836" fmla="*/ 8909274 w 10450132"/>
              <a:gd name="connsiteY2836" fmla="*/ 4340696 h 5450835"/>
              <a:gd name="connsiteX2837" fmla="*/ 8654892 w 10450132"/>
              <a:gd name="connsiteY2837" fmla="*/ 4340696 h 5450835"/>
              <a:gd name="connsiteX2838" fmla="*/ 8663955 w 10450132"/>
              <a:gd name="connsiteY2838" fmla="*/ 4340696 h 5450835"/>
              <a:gd name="connsiteX2839" fmla="*/ 8664744 w 10450132"/>
              <a:gd name="connsiteY2839" fmla="*/ 4341156 h 5450835"/>
              <a:gd name="connsiteX2840" fmla="*/ 8669277 w 10450132"/>
              <a:gd name="connsiteY2840" fmla="*/ 4349037 h 5450835"/>
              <a:gd name="connsiteX2841" fmla="*/ 8669277 w 10450132"/>
              <a:gd name="connsiteY2841" fmla="*/ 4349891 h 5450835"/>
              <a:gd name="connsiteX2842" fmla="*/ 8664744 w 10450132"/>
              <a:gd name="connsiteY2842" fmla="*/ 4357772 h 5450835"/>
              <a:gd name="connsiteX2843" fmla="*/ 8663955 w 10450132"/>
              <a:gd name="connsiteY2843" fmla="*/ 4358232 h 5450835"/>
              <a:gd name="connsiteX2844" fmla="*/ 8654892 w 10450132"/>
              <a:gd name="connsiteY2844" fmla="*/ 4358232 h 5450835"/>
              <a:gd name="connsiteX2845" fmla="*/ 8654104 w 10450132"/>
              <a:gd name="connsiteY2845" fmla="*/ 4357772 h 5450835"/>
              <a:gd name="connsiteX2846" fmla="*/ 8649572 w 10450132"/>
              <a:gd name="connsiteY2846" fmla="*/ 4349891 h 5450835"/>
              <a:gd name="connsiteX2847" fmla="*/ 8649572 w 10450132"/>
              <a:gd name="connsiteY2847" fmla="*/ 4349037 h 5450835"/>
              <a:gd name="connsiteX2848" fmla="*/ 8654104 w 10450132"/>
              <a:gd name="connsiteY2848" fmla="*/ 4341156 h 5450835"/>
              <a:gd name="connsiteX2849" fmla="*/ 8654892 w 10450132"/>
              <a:gd name="connsiteY2849" fmla="*/ 4340696 h 5450835"/>
              <a:gd name="connsiteX2850" fmla="*/ 8400511 w 10450132"/>
              <a:gd name="connsiteY2850" fmla="*/ 4340696 h 5450835"/>
              <a:gd name="connsiteX2851" fmla="*/ 8409575 w 10450132"/>
              <a:gd name="connsiteY2851" fmla="*/ 4340696 h 5450835"/>
              <a:gd name="connsiteX2852" fmla="*/ 8410363 w 10450132"/>
              <a:gd name="connsiteY2852" fmla="*/ 4341156 h 5450835"/>
              <a:gd name="connsiteX2853" fmla="*/ 8414896 w 10450132"/>
              <a:gd name="connsiteY2853" fmla="*/ 4349037 h 5450835"/>
              <a:gd name="connsiteX2854" fmla="*/ 8414896 w 10450132"/>
              <a:gd name="connsiteY2854" fmla="*/ 4349891 h 5450835"/>
              <a:gd name="connsiteX2855" fmla="*/ 8410363 w 10450132"/>
              <a:gd name="connsiteY2855" fmla="*/ 4357772 h 5450835"/>
              <a:gd name="connsiteX2856" fmla="*/ 8409575 w 10450132"/>
              <a:gd name="connsiteY2856" fmla="*/ 4358232 h 5450835"/>
              <a:gd name="connsiteX2857" fmla="*/ 8400511 w 10450132"/>
              <a:gd name="connsiteY2857" fmla="*/ 4358232 h 5450835"/>
              <a:gd name="connsiteX2858" fmla="*/ 8399723 w 10450132"/>
              <a:gd name="connsiteY2858" fmla="*/ 4357772 h 5450835"/>
              <a:gd name="connsiteX2859" fmla="*/ 8395191 w 10450132"/>
              <a:gd name="connsiteY2859" fmla="*/ 4349891 h 5450835"/>
              <a:gd name="connsiteX2860" fmla="*/ 8395191 w 10450132"/>
              <a:gd name="connsiteY2860" fmla="*/ 4349037 h 5450835"/>
              <a:gd name="connsiteX2861" fmla="*/ 8399723 w 10450132"/>
              <a:gd name="connsiteY2861" fmla="*/ 4341156 h 5450835"/>
              <a:gd name="connsiteX2862" fmla="*/ 8400511 w 10450132"/>
              <a:gd name="connsiteY2862" fmla="*/ 4340696 h 5450835"/>
              <a:gd name="connsiteX2863" fmla="*/ 8146065 w 10450132"/>
              <a:gd name="connsiteY2863" fmla="*/ 4340696 h 5450835"/>
              <a:gd name="connsiteX2864" fmla="*/ 8155129 w 10450132"/>
              <a:gd name="connsiteY2864" fmla="*/ 4340696 h 5450835"/>
              <a:gd name="connsiteX2865" fmla="*/ 8155917 w 10450132"/>
              <a:gd name="connsiteY2865" fmla="*/ 4341156 h 5450835"/>
              <a:gd name="connsiteX2866" fmla="*/ 8160449 w 10450132"/>
              <a:gd name="connsiteY2866" fmla="*/ 4349037 h 5450835"/>
              <a:gd name="connsiteX2867" fmla="*/ 8160449 w 10450132"/>
              <a:gd name="connsiteY2867" fmla="*/ 4349891 h 5450835"/>
              <a:gd name="connsiteX2868" fmla="*/ 8155917 w 10450132"/>
              <a:gd name="connsiteY2868" fmla="*/ 4357772 h 5450835"/>
              <a:gd name="connsiteX2869" fmla="*/ 8155129 w 10450132"/>
              <a:gd name="connsiteY2869" fmla="*/ 4358232 h 5450835"/>
              <a:gd name="connsiteX2870" fmla="*/ 8146065 w 10450132"/>
              <a:gd name="connsiteY2870" fmla="*/ 4358232 h 5450835"/>
              <a:gd name="connsiteX2871" fmla="*/ 8145277 w 10450132"/>
              <a:gd name="connsiteY2871" fmla="*/ 4357772 h 5450835"/>
              <a:gd name="connsiteX2872" fmla="*/ 8140745 w 10450132"/>
              <a:gd name="connsiteY2872" fmla="*/ 4349891 h 5450835"/>
              <a:gd name="connsiteX2873" fmla="*/ 8140745 w 10450132"/>
              <a:gd name="connsiteY2873" fmla="*/ 4349037 h 5450835"/>
              <a:gd name="connsiteX2874" fmla="*/ 8145277 w 10450132"/>
              <a:gd name="connsiteY2874" fmla="*/ 4341156 h 5450835"/>
              <a:gd name="connsiteX2875" fmla="*/ 8146065 w 10450132"/>
              <a:gd name="connsiteY2875" fmla="*/ 4340696 h 5450835"/>
              <a:gd name="connsiteX2876" fmla="*/ 7891684 w 10450132"/>
              <a:gd name="connsiteY2876" fmla="*/ 4340696 h 5450835"/>
              <a:gd name="connsiteX2877" fmla="*/ 7900748 w 10450132"/>
              <a:gd name="connsiteY2877" fmla="*/ 4340696 h 5450835"/>
              <a:gd name="connsiteX2878" fmla="*/ 7901536 w 10450132"/>
              <a:gd name="connsiteY2878" fmla="*/ 4341156 h 5450835"/>
              <a:gd name="connsiteX2879" fmla="*/ 7906067 w 10450132"/>
              <a:gd name="connsiteY2879" fmla="*/ 4349037 h 5450835"/>
              <a:gd name="connsiteX2880" fmla="*/ 7906067 w 10450132"/>
              <a:gd name="connsiteY2880" fmla="*/ 4349891 h 5450835"/>
              <a:gd name="connsiteX2881" fmla="*/ 7901536 w 10450132"/>
              <a:gd name="connsiteY2881" fmla="*/ 4357772 h 5450835"/>
              <a:gd name="connsiteX2882" fmla="*/ 7900748 w 10450132"/>
              <a:gd name="connsiteY2882" fmla="*/ 4358232 h 5450835"/>
              <a:gd name="connsiteX2883" fmla="*/ 7891684 w 10450132"/>
              <a:gd name="connsiteY2883" fmla="*/ 4358232 h 5450835"/>
              <a:gd name="connsiteX2884" fmla="*/ 7890896 w 10450132"/>
              <a:gd name="connsiteY2884" fmla="*/ 4357772 h 5450835"/>
              <a:gd name="connsiteX2885" fmla="*/ 7886363 w 10450132"/>
              <a:gd name="connsiteY2885" fmla="*/ 4349891 h 5450835"/>
              <a:gd name="connsiteX2886" fmla="*/ 7886363 w 10450132"/>
              <a:gd name="connsiteY2886" fmla="*/ 4349037 h 5450835"/>
              <a:gd name="connsiteX2887" fmla="*/ 7890896 w 10450132"/>
              <a:gd name="connsiteY2887" fmla="*/ 4341156 h 5450835"/>
              <a:gd name="connsiteX2888" fmla="*/ 7891684 w 10450132"/>
              <a:gd name="connsiteY2888" fmla="*/ 4340696 h 5450835"/>
              <a:gd name="connsiteX2889" fmla="*/ 7637304 w 10450132"/>
              <a:gd name="connsiteY2889" fmla="*/ 4340696 h 5450835"/>
              <a:gd name="connsiteX2890" fmla="*/ 7646367 w 10450132"/>
              <a:gd name="connsiteY2890" fmla="*/ 4340696 h 5450835"/>
              <a:gd name="connsiteX2891" fmla="*/ 7647156 w 10450132"/>
              <a:gd name="connsiteY2891" fmla="*/ 4341156 h 5450835"/>
              <a:gd name="connsiteX2892" fmla="*/ 7651687 w 10450132"/>
              <a:gd name="connsiteY2892" fmla="*/ 4349037 h 5450835"/>
              <a:gd name="connsiteX2893" fmla="*/ 7651687 w 10450132"/>
              <a:gd name="connsiteY2893" fmla="*/ 4349891 h 5450835"/>
              <a:gd name="connsiteX2894" fmla="*/ 7647156 w 10450132"/>
              <a:gd name="connsiteY2894" fmla="*/ 4357772 h 5450835"/>
              <a:gd name="connsiteX2895" fmla="*/ 7646367 w 10450132"/>
              <a:gd name="connsiteY2895" fmla="*/ 4358232 h 5450835"/>
              <a:gd name="connsiteX2896" fmla="*/ 7637304 w 10450132"/>
              <a:gd name="connsiteY2896" fmla="*/ 4358232 h 5450835"/>
              <a:gd name="connsiteX2897" fmla="*/ 7636516 w 10450132"/>
              <a:gd name="connsiteY2897" fmla="*/ 4357772 h 5450835"/>
              <a:gd name="connsiteX2898" fmla="*/ 7631983 w 10450132"/>
              <a:gd name="connsiteY2898" fmla="*/ 4349891 h 5450835"/>
              <a:gd name="connsiteX2899" fmla="*/ 7631983 w 10450132"/>
              <a:gd name="connsiteY2899" fmla="*/ 4349037 h 5450835"/>
              <a:gd name="connsiteX2900" fmla="*/ 7636516 w 10450132"/>
              <a:gd name="connsiteY2900" fmla="*/ 4341156 h 5450835"/>
              <a:gd name="connsiteX2901" fmla="*/ 7637304 w 10450132"/>
              <a:gd name="connsiteY2901" fmla="*/ 4340696 h 5450835"/>
              <a:gd name="connsiteX2902" fmla="*/ 7382923 w 10450132"/>
              <a:gd name="connsiteY2902" fmla="*/ 4340696 h 5450835"/>
              <a:gd name="connsiteX2903" fmla="*/ 7391987 w 10450132"/>
              <a:gd name="connsiteY2903" fmla="*/ 4340696 h 5450835"/>
              <a:gd name="connsiteX2904" fmla="*/ 7392775 w 10450132"/>
              <a:gd name="connsiteY2904" fmla="*/ 4341156 h 5450835"/>
              <a:gd name="connsiteX2905" fmla="*/ 7397307 w 10450132"/>
              <a:gd name="connsiteY2905" fmla="*/ 4349037 h 5450835"/>
              <a:gd name="connsiteX2906" fmla="*/ 7397307 w 10450132"/>
              <a:gd name="connsiteY2906" fmla="*/ 4349891 h 5450835"/>
              <a:gd name="connsiteX2907" fmla="*/ 7392775 w 10450132"/>
              <a:gd name="connsiteY2907" fmla="*/ 4357772 h 5450835"/>
              <a:gd name="connsiteX2908" fmla="*/ 7391987 w 10450132"/>
              <a:gd name="connsiteY2908" fmla="*/ 4358232 h 5450835"/>
              <a:gd name="connsiteX2909" fmla="*/ 7382923 w 10450132"/>
              <a:gd name="connsiteY2909" fmla="*/ 4358232 h 5450835"/>
              <a:gd name="connsiteX2910" fmla="*/ 7382135 w 10450132"/>
              <a:gd name="connsiteY2910" fmla="*/ 4357772 h 5450835"/>
              <a:gd name="connsiteX2911" fmla="*/ 7377602 w 10450132"/>
              <a:gd name="connsiteY2911" fmla="*/ 4349891 h 5450835"/>
              <a:gd name="connsiteX2912" fmla="*/ 7377602 w 10450132"/>
              <a:gd name="connsiteY2912" fmla="*/ 4349037 h 5450835"/>
              <a:gd name="connsiteX2913" fmla="*/ 7382135 w 10450132"/>
              <a:gd name="connsiteY2913" fmla="*/ 4341156 h 5450835"/>
              <a:gd name="connsiteX2914" fmla="*/ 7382923 w 10450132"/>
              <a:gd name="connsiteY2914" fmla="*/ 4340696 h 5450835"/>
              <a:gd name="connsiteX2915" fmla="*/ 7128477 w 10450132"/>
              <a:gd name="connsiteY2915" fmla="*/ 4340696 h 5450835"/>
              <a:gd name="connsiteX2916" fmla="*/ 7137540 w 10450132"/>
              <a:gd name="connsiteY2916" fmla="*/ 4340696 h 5450835"/>
              <a:gd name="connsiteX2917" fmla="*/ 7138328 w 10450132"/>
              <a:gd name="connsiteY2917" fmla="*/ 4341156 h 5450835"/>
              <a:gd name="connsiteX2918" fmla="*/ 7142860 w 10450132"/>
              <a:gd name="connsiteY2918" fmla="*/ 4349037 h 5450835"/>
              <a:gd name="connsiteX2919" fmla="*/ 7142860 w 10450132"/>
              <a:gd name="connsiteY2919" fmla="*/ 4349891 h 5450835"/>
              <a:gd name="connsiteX2920" fmla="*/ 7138328 w 10450132"/>
              <a:gd name="connsiteY2920" fmla="*/ 4357772 h 5450835"/>
              <a:gd name="connsiteX2921" fmla="*/ 7137540 w 10450132"/>
              <a:gd name="connsiteY2921" fmla="*/ 4358232 h 5450835"/>
              <a:gd name="connsiteX2922" fmla="*/ 7128477 w 10450132"/>
              <a:gd name="connsiteY2922" fmla="*/ 4358232 h 5450835"/>
              <a:gd name="connsiteX2923" fmla="*/ 7127689 w 10450132"/>
              <a:gd name="connsiteY2923" fmla="*/ 4357772 h 5450835"/>
              <a:gd name="connsiteX2924" fmla="*/ 7123156 w 10450132"/>
              <a:gd name="connsiteY2924" fmla="*/ 4349891 h 5450835"/>
              <a:gd name="connsiteX2925" fmla="*/ 7123156 w 10450132"/>
              <a:gd name="connsiteY2925" fmla="*/ 4349037 h 5450835"/>
              <a:gd name="connsiteX2926" fmla="*/ 7127689 w 10450132"/>
              <a:gd name="connsiteY2926" fmla="*/ 4341156 h 5450835"/>
              <a:gd name="connsiteX2927" fmla="*/ 7128477 w 10450132"/>
              <a:gd name="connsiteY2927" fmla="*/ 4340696 h 5450835"/>
              <a:gd name="connsiteX2928" fmla="*/ 6874095 w 10450132"/>
              <a:gd name="connsiteY2928" fmla="*/ 4340696 h 5450835"/>
              <a:gd name="connsiteX2929" fmla="*/ 6883159 w 10450132"/>
              <a:gd name="connsiteY2929" fmla="*/ 4340696 h 5450835"/>
              <a:gd name="connsiteX2930" fmla="*/ 6883947 w 10450132"/>
              <a:gd name="connsiteY2930" fmla="*/ 4341156 h 5450835"/>
              <a:gd name="connsiteX2931" fmla="*/ 6888480 w 10450132"/>
              <a:gd name="connsiteY2931" fmla="*/ 4349037 h 5450835"/>
              <a:gd name="connsiteX2932" fmla="*/ 6888480 w 10450132"/>
              <a:gd name="connsiteY2932" fmla="*/ 4349891 h 5450835"/>
              <a:gd name="connsiteX2933" fmla="*/ 6883947 w 10450132"/>
              <a:gd name="connsiteY2933" fmla="*/ 4357772 h 5450835"/>
              <a:gd name="connsiteX2934" fmla="*/ 6883159 w 10450132"/>
              <a:gd name="connsiteY2934" fmla="*/ 4358232 h 5450835"/>
              <a:gd name="connsiteX2935" fmla="*/ 6874095 w 10450132"/>
              <a:gd name="connsiteY2935" fmla="*/ 4358232 h 5450835"/>
              <a:gd name="connsiteX2936" fmla="*/ 6873307 w 10450132"/>
              <a:gd name="connsiteY2936" fmla="*/ 4357772 h 5450835"/>
              <a:gd name="connsiteX2937" fmla="*/ 6868775 w 10450132"/>
              <a:gd name="connsiteY2937" fmla="*/ 4349891 h 5450835"/>
              <a:gd name="connsiteX2938" fmla="*/ 6868775 w 10450132"/>
              <a:gd name="connsiteY2938" fmla="*/ 4349037 h 5450835"/>
              <a:gd name="connsiteX2939" fmla="*/ 6873307 w 10450132"/>
              <a:gd name="connsiteY2939" fmla="*/ 4341156 h 5450835"/>
              <a:gd name="connsiteX2940" fmla="*/ 6874095 w 10450132"/>
              <a:gd name="connsiteY2940" fmla="*/ 4340696 h 5450835"/>
              <a:gd name="connsiteX2941" fmla="*/ 6619714 w 10450132"/>
              <a:gd name="connsiteY2941" fmla="*/ 4340696 h 5450835"/>
              <a:gd name="connsiteX2942" fmla="*/ 6628778 w 10450132"/>
              <a:gd name="connsiteY2942" fmla="*/ 4340696 h 5450835"/>
              <a:gd name="connsiteX2943" fmla="*/ 6629566 w 10450132"/>
              <a:gd name="connsiteY2943" fmla="*/ 4341156 h 5450835"/>
              <a:gd name="connsiteX2944" fmla="*/ 6634099 w 10450132"/>
              <a:gd name="connsiteY2944" fmla="*/ 4349037 h 5450835"/>
              <a:gd name="connsiteX2945" fmla="*/ 6634099 w 10450132"/>
              <a:gd name="connsiteY2945" fmla="*/ 4349891 h 5450835"/>
              <a:gd name="connsiteX2946" fmla="*/ 6629566 w 10450132"/>
              <a:gd name="connsiteY2946" fmla="*/ 4357772 h 5450835"/>
              <a:gd name="connsiteX2947" fmla="*/ 6628778 w 10450132"/>
              <a:gd name="connsiteY2947" fmla="*/ 4358232 h 5450835"/>
              <a:gd name="connsiteX2948" fmla="*/ 6619714 w 10450132"/>
              <a:gd name="connsiteY2948" fmla="*/ 4358232 h 5450835"/>
              <a:gd name="connsiteX2949" fmla="*/ 6618926 w 10450132"/>
              <a:gd name="connsiteY2949" fmla="*/ 4357772 h 5450835"/>
              <a:gd name="connsiteX2950" fmla="*/ 6614394 w 10450132"/>
              <a:gd name="connsiteY2950" fmla="*/ 4349891 h 5450835"/>
              <a:gd name="connsiteX2951" fmla="*/ 6614394 w 10450132"/>
              <a:gd name="connsiteY2951" fmla="*/ 4349037 h 5450835"/>
              <a:gd name="connsiteX2952" fmla="*/ 6618926 w 10450132"/>
              <a:gd name="connsiteY2952" fmla="*/ 4341156 h 5450835"/>
              <a:gd name="connsiteX2953" fmla="*/ 6619714 w 10450132"/>
              <a:gd name="connsiteY2953" fmla="*/ 4340696 h 5450835"/>
              <a:gd name="connsiteX2954" fmla="*/ 6365334 w 10450132"/>
              <a:gd name="connsiteY2954" fmla="*/ 4340696 h 5450835"/>
              <a:gd name="connsiteX2955" fmla="*/ 6374397 w 10450132"/>
              <a:gd name="connsiteY2955" fmla="*/ 4340696 h 5450835"/>
              <a:gd name="connsiteX2956" fmla="*/ 6375186 w 10450132"/>
              <a:gd name="connsiteY2956" fmla="*/ 4341156 h 5450835"/>
              <a:gd name="connsiteX2957" fmla="*/ 6379718 w 10450132"/>
              <a:gd name="connsiteY2957" fmla="*/ 4349037 h 5450835"/>
              <a:gd name="connsiteX2958" fmla="*/ 6379718 w 10450132"/>
              <a:gd name="connsiteY2958" fmla="*/ 4349891 h 5450835"/>
              <a:gd name="connsiteX2959" fmla="*/ 6375186 w 10450132"/>
              <a:gd name="connsiteY2959" fmla="*/ 4357772 h 5450835"/>
              <a:gd name="connsiteX2960" fmla="*/ 6374397 w 10450132"/>
              <a:gd name="connsiteY2960" fmla="*/ 4358232 h 5450835"/>
              <a:gd name="connsiteX2961" fmla="*/ 6365334 w 10450132"/>
              <a:gd name="connsiteY2961" fmla="*/ 4358232 h 5450835"/>
              <a:gd name="connsiteX2962" fmla="*/ 6364546 w 10450132"/>
              <a:gd name="connsiteY2962" fmla="*/ 4357772 h 5450835"/>
              <a:gd name="connsiteX2963" fmla="*/ 6360014 w 10450132"/>
              <a:gd name="connsiteY2963" fmla="*/ 4349891 h 5450835"/>
              <a:gd name="connsiteX2964" fmla="*/ 6360014 w 10450132"/>
              <a:gd name="connsiteY2964" fmla="*/ 4349037 h 5450835"/>
              <a:gd name="connsiteX2965" fmla="*/ 6364546 w 10450132"/>
              <a:gd name="connsiteY2965" fmla="*/ 4341156 h 5450835"/>
              <a:gd name="connsiteX2966" fmla="*/ 6365334 w 10450132"/>
              <a:gd name="connsiteY2966" fmla="*/ 4340696 h 5450835"/>
              <a:gd name="connsiteX2967" fmla="*/ 6110888 w 10450132"/>
              <a:gd name="connsiteY2967" fmla="*/ 4340696 h 5450835"/>
              <a:gd name="connsiteX2968" fmla="*/ 6119953 w 10450132"/>
              <a:gd name="connsiteY2968" fmla="*/ 4340696 h 5450835"/>
              <a:gd name="connsiteX2969" fmla="*/ 6120740 w 10450132"/>
              <a:gd name="connsiteY2969" fmla="*/ 4341156 h 5450835"/>
              <a:gd name="connsiteX2970" fmla="*/ 6125272 w 10450132"/>
              <a:gd name="connsiteY2970" fmla="*/ 4349037 h 5450835"/>
              <a:gd name="connsiteX2971" fmla="*/ 6125272 w 10450132"/>
              <a:gd name="connsiteY2971" fmla="*/ 4349891 h 5450835"/>
              <a:gd name="connsiteX2972" fmla="*/ 6120740 w 10450132"/>
              <a:gd name="connsiteY2972" fmla="*/ 4357772 h 5450835"/>
              <a:gd name="connsiteX2973" fmla="*/ 6119953 w 10450132"/>
              <a:gd name="connsiteY2973" fmla="*/ 4358232 h 5450835"/>
              <a:gd name="connsiteX2974" fmla="*/ 6110888 w 10450132"/>
              <a:gd name="connsiteY2974" fmla="*/ 4358232 h 5450835"/>
              <a:gd name="connsiteX2975" fmla="*/ 6110101 w 10450132"/>
              <a:gd name="connsiteY2975" fmla="*/ 4357772 h 5450835"/>
              <a:gd name="connsiteX2976" fmla="*/ 6105567 w 10450132"/>
              <a:gd name="connsiteY2976" fmla="*/ 4349891 h 5450835"/>
              <a:gd name="connsiteX2977" fmla="*/ 6105567 w 10450132"/>
              <a:gd name="connsiteY2977" fmla="*/ 4349037 h 5450835"/>
              <a:gd name="connsiteX2978" fmla="*/ 6110101 w 10450132"/>
              <a:gd name="connsiteY2978" fmla="*/ 4341156 h 5450835"/>
              <a:gd name="connsiteX2979" fmla="*/ 6110888 w 10450132"/>
              <a:gd name="connsiteY2979" fmla="*/ 4340696 h 5450835"/>
              <a:gd name="connsiteX2980" fmla="*/ 5856508 w 10450132"/>
              <a:gd name="connsiteY2980" fmla="*/ 4340696 h 5450835"/>
              <a:gd name="connsiteX2981" fmla="*/ 5865571 w 10450132"/>
              <a:gd name="connsiteY2981" fmla="*/ 4340696 h 5450835"/>
              <a:gd name="connsiteX2982" fmla="*/ 5866359 w 10450132"/>
              <a:gd name="connsiteY2982" fmla="*/ 4341156 h 5450835"/>
              <a:gd name="connsiteX2983" fmla="*/ 5870891 w 10450132"/>
              <a:gd name="connsiteY2983" fmla="*/ 4349037 h 5450835"/>
              <a:gd name="connsiteX2984" fmla="*/ 5870891 w 10450132"/>
              <a:gd name="connsiteY2984" fmla="*/ 4349891 h 5450835"/>
              <a:gd name="connsiteX2985" fmla="*/ 5866359 w 10450132"/>
              <a:gd name="connsiteY2985" fmla="*/ 4357772 h 5450835"/>
              <a:gd name="connsiteX2986" fmla="*/ 5865571 w 10450132"/>
              <a:gd name="connsiteY2986" fmla="*/ 4358232 h 5450835"/>
              <a:gd name="connsiteX2987" fmla="*/ 5856508 w 10450132"/>
              <a:gd name="connsiteY2987" fmla="*/ 4358232 h 5450835"/>
              <a:gd name="connsiteX2988" fmla="*/ 5855720 w 10450132"/>
              <a:gd name="connsiteY2988" fmla="*/ 4357772 h 5450835"/>
              <a:gd name="connsiteX2989" fmla="*/ 5851187 w 10450132"/>
              <a:gd name="connsiteY2989" fmla="*/ 4349891 h 5450835"/>
              <a:gd name="connsiteX2990" fmla="*/ 5851187 w 10450132"/>
              <a:gd name="connsiteY2990" fmla="*/ 4349037 h 5450835"/>
              <a:gd name="connsiteX2991" fmla="*/ 5855720 w 10450132"/>
              <a:gd name="connsiteY2991" fmla="*/ 4341156 h 5450835"/>
              <a:gd name="connsiteX2992" fmla="*/ 5856508 w 10450132"/>
              <a:gd name="connsiteY2992" fmla="*/ 4340696 h 5450835"/>
              <a:gd name="connsiteX2993" fmla="*/ 5602126 w 10450132"/>
              <a:gd name="connsiteY2993" fmla="*/ 4340696 h 5450835"/>
              <a:gd name="connsiteX2994" fmla="*/ 5611191 w 10450132"/>
              <a:gd name="connsiteY2994" fmla="*/ 4340696 h 5450835"/>
              <a:gd name="connsiteX2995" fmla="*/ 5611979 w 10450132"/>
              <a:gd name="connsiteY2995" fmla="*/ 4341156 h 5450835"/>
              <a:gd name="connsiteX2996" fmla="*/ 5616511 w 10450132"/>
              <a:gd name="connsiteY2996" fmla="*/ 4349037 h 5450835"/>
              <a:gd name="connsiteX2997" fmla="*/ 5616511 w 10450132"/>
              <a:gd name="connsiteY2997" fmla="*/ 4349891 h 5450835"/>
              <a:gd name="connsiteX2998" fmla="*/ 5611979 w 10450132"/>
              <a:gd name="connsiteY2998" fmla="*/ 4357772 h 5450835"/>
              <a:gd name="connsiteX2999" fmla="*/ 5611191 w 10450132"/>
              <a:gd name="connsiteY2999" fmla="*/ 4358232 h 5450835"/>
              <a:gd name="connsiteX3000" fmla="*/ 5602126 w 10450132"/>
              <a:gd name="connsiteY3000" fmla="*/ 4358232 h 5450835"/>
              <a:gd name="connsiteX3001" fmla="*/ 5601338 w 10450132"/>
              <a:gd name="connsiteY3001" fmla="*/ 4357772 h 5450835"/>
              <a:gd name="connsiteX3002" fmla="*/ 5596807 w 10450132"/>
              <a:gd name="connsiteY3002" fmla="*/ 4349891 h 5450835"/>
              <a:gd name="connsiteX3003" fmla="*/ 5596807 w 10450132"/>
              <a:gd name="connsiteY3003" fmla="*/ 4349037 h 5450835"/>
              <a:gd name="connsiteX3004" fmla="*/ 5601338 w 10450132"/>
              <a:gd name="connsiteY3004" fmla="*/ 4341156 h 5450835"/>
              <a:gd name="connsiteX3005" fmla="*/ 5602126 w 10450132"/>
              <a:gd name="connsiteY3005" fmla="*/ 4340696 h 5450835"/>
              <a:gd name="connsiteX3006" fmla="*/ 5347746 w 10450132"/>
              <a:gd name="connsiteY3006" fmla="*/ 4340696 h 5450835"/>
              <a:gd name="connsiteX3007" fmla="*/ 5356810 w 10450132"/>
              <a:gd name="connsiteY3007" fmla="*/ 4340696 h 5450835"/>
              <a:gd name="connsiteX3008" fmla="*/ 5357598 w 10450132"/>
              <a:gd name="connsiteY3008" fmla="*/ 4341156 h 5450835"/>
              <a:gd name="connsiteX3009" fmla="*/ 5362130 w 10450132"/>
              <a:gd name="connsiteY3009" fmla="*/ 4349037 h 5450835"/>
              <a:gd name="connsiteX3010" fmla="*/ 5362130 w 10450132"/>
              <a:gd name="connsiteY3010" fmla="*/ 4349891 h 5450835"/>
              <a:gd name="connsiteX3011" fmla="*/ 5357598 w 10450132"/>
              <a:gd name="connsiteY3011" fmla="*/ 4357772 h 5450835"/>
              <a:gd name="connsiteX3012" fmla="*/ 5356810 w 10450132"/>
              <a:gd name="connsiteY3012" fmla="*/ 4358232 h 5450835"/>
              <a:gd name="connsiteX3013" fmla="*/ 5347746 w 10450132"/>
              <a:gd name="connsiteY3013" fmla="*/ 4358232 h 5450835"/>
              <a:gd name="connsiteX3014" fmla="*/ 5346958 w 10450132"/>
              <a:gd name="connsiteY3014" fmla="*/ 4357772 h 5450835"/>
              <a:gd name="connsiteX3015" fmla="*/ 5342425 w 10450132"/>
              <a:gd name="connsiteY3015" fmla="*/ 4349891 h 5450835"/>
              <a:gd name="connsiteX3016" fmla="*/ 5342425 w 10450132"/>
              <a:gd name="connsiteY3016" fmla="*/ 4349037 h 5450835"/>
              <a:gd name="connsiteX3017" fmla="*/ 5346958 w 10450132"/>
              <a:gd name="connsiteY3017" fmla="*/ 4341156 h 5450835"/>
              <a:gd name="connsiteX3018" fmla="*/ 5347746 w 10450132"/>
              <a:gd name="connsiteY3018" fmla="*/ 4340696 h 5450835"/>
              <a:gd name="connsiteX3019" fmla="*/ 5093300 w 10450132"/>
              <a:gd name="connsiteY3019" fmla="*/ 4340696 h 5450835"/>
              <a:gd name="connsiteX3020" fmla="*/ 5102364 w 10450132"/>
              <a:gd name="connsiteY3020" fmla="*/ 4340696 h 5450835"/>
              <a:gd name="connsiteX3021" fmla="*/ 5103153 w 10450132"/>
              <a:gd name="connsiteY3021" fmla="*/ 4341156 h 5450835"/>
              <a:gd name="connsiteX3022" fmla="*/ 5107684 w 10450132"/>
              <a:gd name="connsiteY3022" fmla="*/ 4349037 h 5450835"/>
              <a:gd name="connsiteX3023" fmla="*/ 5107684 w 10450132"/>
              <a:gd name="connsiteY3023" fmla="*/ 4349891 h 5450835"/>
              <a:gd name="connsiteX3024" fmla="*/ 5103153 w 10450132"/>
              <a:gd name="connsiteY3024" fmla="*/ 4357772 h 5450835"/>
              <a:gd name="connsiteX3025" fmla="*/ 5102364 w 10450132"/>
              <a:gd name="connsiteY3025" fmla="*/ 4358232 h 5450835"/>
              <a:gd name="connsiteX3026" fmla="*/ 5093300 w 10450132"/>
              <a:gd name="connsiteY3026" fmla="*/ 4358232 h 5450835"/>
              <a:gd name="connsiteX3027" fmla="*/ 5092512 w 10450132"/>
              <a:gd name="connsiteY3027" fmla="*/ 4357772 h 5450835"/>
              <a:gd name="connsiteX3028" fmla="*/ 5087979 w 10450132"/>
              <a:gd name="connsiteY3028" fmla="*/ 4349891 h 5450835"/>
              <a:gd name="connsiteX3029" fmla="*/ 5087979 w 10450132"/>
              <a:gd name="connsiteY3029" fmla="*/ 4349037 h 5450835"/>
              <a:gd name="connsiteX3030" fmla="*/ 5092512 w 10450132"/>
              <a:gd name="connsiteY3030" fmla="*/ 4341156 h 5450835"/>
              <a:gd name="connsiteX3031" fmla="*/ 5093300 w 10450132"/>
              <a:gd name="connsiteY3031" fmla="*/ 4340696 h 5450835"/>
              <a:gd name="connsiteX3032" fmla="*/ 4838919 w 10450132"/>
              <a:gd name="connsiteY3032" fmla="*/ 4340696 h 5450835"/>
              <a:gd name="connsiteX3033" fmla="*/ 4847982 w 10450132"/>
              <a:gd name="connsiteY3033" fmla="*/ 4340696 h 5450835"/>
              <a:gd name="connsiteX3034" fmla="*/ 4848772 w 10450132"/>
              <a:gd name="connsiteY3034" fmla="*/ 4341156 h 5450835"/>
              <a:gd name="connsiteX3035" fmla="*/ 4853303 w 10450132"/>
              <a:gd name="connsiteY3035" fmla="*/ 4349037 h 5450835"/>
              <a:gd name="connsiteX3036" fmla="*/ 4853303 w 10450132"/>
              <a:gd name="connsiteY3036" fmla="*/ 4349891 h 5450835"/>
              <a:gd name="connsiteX3037" fmla="*/ 4848772 w 10450132"/>
              <a:gd name="connsiteY3037" fmla="*/ 4357772 h 5450835"/>
              <a:gd name="connsiteX3038" fmla="*/ 4847982 w 10450132"/>
              <a:gd name="connsiteY3038" fmla="*/ 4358232 h 5450835"/>
              <a:gd name="connsiteX3039" fmla="*/ 4838919 w 10450132"/>
              <a:gd name="connsiteY3039" fmla="*/ 4358232 h 5450835"/>
              <a:gd name="connsiteX3040" fmla="*/ 4838132 w 10450132"/>
              <a:gd name="connsiteY3040" fmla="*/ 4357772 h 5450835"/>
              <a:gd name="connsiteX3041" fmla="*/ 4833598 w 10450132"/>
              <a:gd name="connsiteY3041" fmla="*/ 4349891 h 5450835"/>
              <a:gd name="connsiteX3042" fmla="*/ 4833598 w 10450132"/>
              <a:gd name="connsiteY3042" fmla="*/ 4349037 h 5450835"/>
              <a:gd name="connsiteX3043" fmla="*/ 4838132 w 10450132"/>
              <a:gd name="connsiteY3043" fmla="*/ 4341156 h 5450835"/>
              <a:gd name="connsiteX3044" fmla="*/ 4838919 w 10450132"/>
              <a:gd name="connsiteY3044" fmla="*/ 4340696 h 5450835"/>
              <a:gd name="connsiteX3045" fmla="*/ 4584538 w 10450132"/>
              <a:gd name="connsiteY3045" fmla="*/ 4340696 h 5450835"/>
              <a:gd name="connsiteX3046" fmla="*/ 4593603 w 10450132"/>
              <a:gd name="connsiteY3046" fmla="*/ 4340696 h 5450835"/>
              <a:gd name="connsiteX3047" fmla="*/ 4594390 w 10450132"/>
              <a:gd name="connsiteY3047" fmla="*/ 4341156 h 5450835"/>
              <a:gd name="connsiteX3048" fmla="*/ 4598922 w 10450132"/>
              <a:gd name="connsiteY3048" fmla="*/ 4349037 h 5450835"/>
              <a:gd name="connsiteX3049" fmla="*/ 4598922 w 10450132"/>
              <a:gd name="connsiteY3049" fmla="*/ 4349891 h 5450835"/>
              <a:gd name="connsiteX3050" fmla="*/ 4594390 w 10450132"/>
              <a:gd name="connsiteY3050" fmla="*/ 4357772 h 5450835"/>
              <a:gd name="connsiteX3051" fmla="*/ 4593603 w 10450132"/>
              <a:gd name="connsiteY3051" fmla="*/ 4358232 h 5450835"/>
              <a:gd name="connsiteX3052" fmla="*/ 4584538 w 10450132"/>
              <a:gd name="connsiteY3052" fmla="*/ 4358232 h 5450835"/>
              <a:gd name="connsiteX3053" fmla="*/ 4583749 w 10450132"/>
              <a:gd name="connsiteY3053" fmla="*/ 4357772 h 5450835"/>
              <a:gd name="connsiteX3054" fmla="*/ 4579218 w 10450132"/>
              <a:gd name="connsiteY3054" fmla="*/ 4349891 h 5450835"/>
              <a:gd name="connsiteX3055" fmla="*/ 4579218 w 10450132"/>
              <a:gd name="connsiteY3055" fmla="*/ 4349037 h 5450835"/>
              <a:gd name="connsiteX3056" fmla="*/ 4583749 w 10450132"/>
              <a:gd name="connsiteY3056" fmla="*/ 4341156 h 5450835"/>
              <a:gd name="connsiteX3057" fmla="*/ 4584538 w 10450132"/>
              <a:gd name="connsiteY3057" fmla="*/ 4340696 h 5450835"/>
              <a:gd name="connsiteX3058" fmla="*/ 4330157 w 10450132"/>
              <a:gd name="connsiteY3058" fmla="*/ 4340696 h 5450835"/>
              <a:gd name="connsiteX3059" fmla="*/ 4339222 w 10450132"/>
              <a:gd name="connsiteY3059" fmla="*/ 4340696 h 5450835"/>
              <a:gd name="connsiteX3060" fmla="*/ 4340010 w 10450132"/>
              <a:gd name="connsiteY3060" fmla="*/ 4341156 h 5450835"/>
              <a:gd name="connsiteX3061" fmla="*/ 4344540 w 10450132"/>
              <a:gd name="connsiteY3061" fmla="*/ 4349037 h 5450835"/>
              <a:gd name="connsiteX3062" fmla="*/ 4344540 w 10450132"/>
              <a:gd name="connsiteY3062" fmla="*/ 4349891 h 5450835"/>
              <a:gd name="connsiteX3063" fmla="*/ 4340010 w 10450132"/>
              <a:gd name="connsiteY3063" fmla="*/ 4357772 h 5450835"/>
              <a:gd name="connsiteX3064" fmla="*/ 4339222 w 10450132"/>
              <a:gd name="connsiteY3064" fmla="*/ 4358232 h 5450835"/>
              <a:gd name="connsiteX3065" fmla="*/ 4330157 w 10450132"/>
              <a:gd name="connsiteY3065" fmla="*/ 4358232 h 5450835"/>
              <a:gd name="connsiteX3066" fmla="*/ 4329369 w 10450132"/>
              <a:gd name="connsiteY3066" fmla="*/ 4357772 h 5450835"/>
              <a:gd name="connsiteX3067" fmla="*/ 4324836 w 10450132"/>
              <a:gd name="connsiteY3067" fmla="*/ 4349891 h 5450835"/>
              <a:gd name="connsiteX3068" fmla="*/ 4324836 w 10450132"/>
              <a:gd name="connsiteY3068" fmla="*/ 4349037 h 5450835"/>
              <a:gd name="connsiteX3069" fmla="*/ 4329369 w 10450132"/>
              <a:gd name="connsiteY3069" fmla="*/ 4341156 h 5450835"/>
              <a:gd name="connsiteX3070" fmla="*/ 4330157 w 10450132"/>
              <a:gd name="connsiteY3070" fmla="*/ 4340696 h 5450835"/>
              <a:gd name="connsiteX3071" fmla="*/ 4075847 w 10450132"/>
              <a:gd name="connsiteY3071" fmla="*/ 4340696 h 5450835"/>
              <a:gd name="connsiteX3072" fmla="*/ 4084912 w 10450132"/>
              <a:gd name="connsiteY3072" fmla="*/ 4340696 h 5450835"/>
              <a:gd name="connsiteX3073" fmla="*/ 4085699 w 10450132"/>
              <a:gd name="connsiteY3073" fmla="*/ 4341156 h 5450835"/>
              <a:gd name="connsiteX3074" fmla="*/ 4090232 w 10450132"/>
              <a:gd name="connsiteY3074" fmla="*/ 4349037 h 5450835"/>
              <a:gd name="connsiteX3075" fmla="*/ 4090232 w 10450132"/>
              <a:gd name="connsiteY3075" fmla="*/ 4349891 h 5450835"/>
              <a:gd name="connsiteX3076" fmla="*/ 4085699 w 10450132"/>
              <a:gd name="connsiteY3076" fmla="*/ 4357772 h 5450835"/>
              <a:gd name="connsiteX3077" fmla="*/ 4084912 w 10450132"/>
              <a:gd name="connsiteY3077" fmla="*/ 4358232 h 5450835"/>
              <a:gd name="connsiteX3078" fmla="*/ 4075847 w 10450132"/>
              <a:gd name="connsiteY3078" fmla="*/ 4358232 h 5450835"/>
              <a:gd name="connsiteX3079" fmla="*/ 4075060 w 10450132"/>
              <a:gd name="connsiteY3079" fmla="*/ 4357772 h 5450835"/>
              <a:gd name="connsiteX3080" fmla="*/ 4070526 w 10450132"/>
              <a:gd name="connsiteY3080" fmla="*/ 4349891 h 5450835"/>
              <a:gd name="connsiteX3081" fmla="*/ 4070526 w 10450132"/>
              <a:gd name="connsiteY3081" fmla="*/ 4349037 h 5450835"/>
              <a:gd name="connsiteX3082" fmla="*/ 4075060 w 10450132"/>
              <a:gd name="connsiteY3082" fmla="*/ 4341156 h 5450835"/>
              <a:gd name="connsiteX3083" fmla="*/ 4075847 w 10450132"/>
              <a:gd name="connsiteY3083" fmla="*/ 4340696 h 5450835"/>
              <a:gd name="connsiteX3084" fmla="*/ 3821622 w 10450132"/>
              <a:gd name="connsiteY3084" fmla="*/ 4340696 h 5450835"/>
              <a:gd name="connsiteX3085" fmla="*/ 3830689 w 10450132"/>
              <a:gd name="connsiteY3085" fmla="*/ 4340696 h 5450835"/>
              <a:gd name="connsiteX3086" fmla="*/ 3831475 w 10450132"/>
              <a:gd name="connsiteY3086" fmla="*/ 4341156 h 5450835"/>
              <a:gd name="connsiteX3087" fmla="*/ 3836008 w 10450132"/>
              <a:gd name="connsiteY3087" fmla="*/ 4349037 h 5450835"/>
              <a:gd name="connsiteX3088" fmla="*/ 3836008 w 10450132"/>
              <a:gd name="connsiteY3088" fmla="*/ 4349891 h 5450835"/>
              <a:gd name="connsiteX3089" fmla="*/ 3831475 w 10450132"/>
              <a:gd name="connsiteY3089" fmla="*/ 4357772 h 5450835"/>
              <a:gd name="connsiteX3090" fmla="*/ 3830689 w 10450132"/>
              <a:gd name="connsiteY3090" fmla="*/ 4358232 h 5450835"/>
              <a:gd name="connsiteX3091" fmla="*/ 3821622 w 10450132"/>
              <a:gd name="connsiteY3091" fmla="*/ 4358232 h 5450835"/>
              <a:gd name="connsiteX3092" fmla="*/ 3820834 w 10450132"/>
              <a:gd name="connsiteY3092" fmla="*/ 4357772 h 5450835"/>
              <a:gd name="connsiteX3093" fmla="*/ 3816300 w 10450132"/>
              <a:gd name="connsiteY3093" fmla="*/ 4349891 h 5450835"/>
              <a:gd name="connsiteX3094" fmla="*/ 3816300 w 10450132"/>
              <a:gd name="connsiteY3094" fmla="*/ 4349037 h 5450835"/>
              <a:gd name="connsiteX3095" fmla="*/ 3820834 w 10450132"/>
              <a:gd name="connsiteY3095" fmla="*/ 4341156 h 5450835"/>
              <a:gd name="connsiteX3096" fmla="*/ 3821622 w 10450132"/>
              <a:gd name="connsiteY3096" fmla="*/ 4340696 h 5450835"/>
              <a:gd name="connsiteX3097" fmla="*/ 3566979 w 10450132"/>
              <a:gd name="connsiteY3097" fmla="*/ 4340696 h 5450835"/>
              <a:gd name="connsiteX3098" fmla="*/ 3576043 w 10450132"/>
              <a:gd name="connsiteY3098" fmla="*/ 4340696 h 5450835"/>
              <a:gd name="connsiteX3099" fmla="*/ 3576831 w 10450132"/>
              <a:gd name="connsiteY3099" fmla="*/ 4341156 h 5450835"/>
              <a:gd name="connsiteX3100" fmla="*/ 3581362 w 10450132"/>
              <a:gd name="connsiteY3100" fmla="*/ 4349037 h 5450835"/>
              <a:gd name="connsiteX3101" fmla="*/ 3581362 w 10450132"/>
              <a:gd name="connsiteY3101" fmla="*/ 4349891 h 5450835"/>
              <a:gd name="connsiteX3102" fmla="*/ 3576831 w 10450132"/>
              <a:gd name="connsiteY3102" fmla="*/ 4357772 h 5450835"/>
              <a:gd name="connsiteX3103" fmla="*/ 3576043 w 10450132"/>
              <a:gd name="connsiteY3103" fmla="*/ 4358232 h 5450835"/>
              <a:gd name="connsiteX3104" fmla="*/ 3566979 w 10450132"/>
              <a:gd name="connsiteY3104" fmla="*/ 4358232 h 5450835"/>
              <a:gd name="connsiteX3105" fmla="*/ 3566191 w 10450132"/>
              <a:gd name="connsiteY3105" fmla="*/ 4357772 h 5450835"/>
              <a:gd name="connsiteX3106" fmla="*/ 3561658 w 10450132"/>
              <a:gd name="connsiteY3106" fmla="*/ 4349891 h 5450835"/>
              <a:gd name="connsiteX3107" fmla="*/ 3561658 w 10450132"/>
              <a:gd name="connsiteY3107" fmla="*/ 4349037 h 5450835"/>
              <a:gd name="connsiteX3108" fmla="*/ 3566191 w 10450132"/>
              <a:gd name="connsiteY3108" fmla="*/ 4341156 h 5450835"/>
              <a:gd name="connsiteX3109" fmla="*/ 3566979 w 10450132"/>
              <a:gd name="connsiteY3109" fmla="*/ 4340696 h 5450835"/>
              <a:gd name="connsiteX3110" fmla="*/ 3312773 w 10450132"/>
              <a:gd name="connsiteY3110" fmla="*/ 4340696 h 5450835"/>
              <a:gd name="connsiteX3111" fmla="*/ 3321836 w 10450132"/>
              <a:gd name="connsiteY3111" fmla="*/ 4340696 h 5450835"/>
              <a:gd name="connsiteX3112" fmla="*/ 3322625 w 10450132"/>
              <a:gd name="connsiteY3112" fmla="*/ 4341156 h 5450835"/>
              <a:gd name="connsiteX3113" fmla="*/ 3327157 w 10450132"/>
              <a:gd name="connsiteY3113" fmla="*/ 4349037 h 5450835"/>
              <a:gd name="connsiteX3114" fmla="*/ 3327157 w 10450132"/>
              <a:gd name="connsiteY3114" fmla="*/ 4349891 h 5450835"/>
              <a:gd name="connsiteX3115" fmla="*/ 3322625 w 10450132"/>
              <a:gd name="connsiteY3115" fmla="*/ 4357772 h 5450835"/>
              <a:gd name="connsiteX3116" fmla="*/ 3321836 w 10450132"/>
              <a:gd name="connsiteY3116" fmla="*/ 4358232 h 5450835"/>
              <a:gd name="connsiteX3117" fmla="*/ 3312773 w 10450132"/>
              <a:gd name="connsiteY3117" fmla="*/ 4358232 h 5450835"/>
              <a:gd name="connsiteX3118" fmla="*/ 3311985 w 10450132"/>
              <a:gd name="connsiteY3118" fmla="*/ 4357772 h 5450835"/>
              <a:gd name="connsiteX3119" fmla="*/ 3307451 w 10450132"/>
              <a:gd name="connsiteY3119" fmla="*/ 4349891 h 5450835"/>
              <a:gd name="connsiteX3120" fmla="*/ 3307451 w 10450132"/>
              <a:gd name="connsiteY3120" fmla="*/ 4349037 h 5450835"/>
              <a:gd name="connsiteX3121" fmla="*/ 3311985 w 10450132"/>
              <a:gd name="connsiteY3121" fmla="*/ 4341156 h 5450835"/>
              <a:gd name="connsiteX3122" fmla="*/ 3312773 w 10450132"/>
              <a:gd name="connsiteY3122" fmla="*/ 4340696 h 5450835"/>
              <a:gd name="connsiteX3123" fmla="*/ 3058290 w 10450132"/>
              <a:gd name="connsiteY3123" fmla="*/ 4340696 h 5450835"/>
              <a:gd name="connsiteX3124" fmla="*/ 3067355 w 10450132"/>
              <a:gd name="connsiteY3124" fmla="*/ 4340696 h 5450835"/>
              <a:gd name="connsiteX3125" fmla="*/ 3068143 w 10450132"/>
              <a:gd name="connsiteY3125" fmla="*/ 4341156 h 5450835"/>
              <a:gd name="connsiteX3126" fmla="*/ 3072676 w 10450132"/>
              <a:gd name="connsiteY3126" fmla="*/ 4349037 h 5450835"/>
              <a:gd name="connsiteX3127" fmla="*/ 3072676 w 10450132"/>
              <a:gd name="connsiteY3127" fmla="*/ 4349891 h 5450835"/>
              <a:gd name="connsiteX3128" fmla="*/ 3068143 w 10450132"/>
              <a:gd name="connsiteY3128" fmla="*/ 4357772 h 5450835"/>
              <a:gd name="connsiteX3129" fmla="*/ 3067355 w 10450132"/>
              <a:gd name="connsiteY3129" fmla="*/ 4358232 h 5450835"/>
              <a:gd name="connsiteX3130" fmla="*/ 3058290 w 10450132"/>
              <a:gd name="connsiteY3130" fmla="*/ 4358232 h 5450835"/>
              <a:gd name="connsiteX3131" fmla="*/ 3057501 w 10450132"/>
              <a:gd name="connsiteY3131" fmla="*/ 4357772 h 5450835"/>
              <a:gd name="connsiteX3132" fmla="*/ 3052970 w 10450132"/>
              <a:gd name="connsiteY3132" fmla="*/ 4349891 h 5450835"/>
              <a:gd name="connsiteX3133" fmla="*/ 3052970 w 10450132"/>
              <a:gd name="connsiteY3133" fmla="*/ 4349037 h 5450835"/>
              <a:gd name="connsiteX3134" fmla="*/ 3057501 w 10450132"/>
              <a:gd name="connsiteY3134" fmla="*/ 4341156 h 5450835"/>
              <a:gd name="connsiteX3135" fmla="*/ 3058290 w 10450132"/>
              <a:gd name="connsiteY3135" fmla="*/ 4340696 h 5450835"/>
              <a:gd name="connsiteX3136" fmla="*/ 2803829 w 10450132"/>
              <a:gd name="connsiteY3136" fmla="*/ 4340696 h 5450835"/>
              <a:gd name="connsiteX3137" fmla="*/ 2812894 w 10450132"/>
              <a:gd name="connsiteY3137" fmla="*/ 4340696 h 5450835"/>
              <a:gd name="connsiteX3138" fmla="*/ 2813682 w 10450132"/>
              <a:gd name="connsiteY3138" fmla="*/ 4341156 h 5450835"/>
              <a:gd name="connsiteX3139" fmla="*/ 2818213 w 10450132"/>
              <a:gd name="connsiteY3139" fmla="*/ 4349037 h 5450835"/>
              <a:gd name="connsiteX3140" fmla="*/ 2818213 w 10450132"/>
              <a:gd name="connsiteY3140" fmla="*/ 4349891 h 5450835"/>
              <a:gd name="connsiteX3141" fmla="*/ 2813682 w 10450132"/>
              <a:gd name="connsiteY3141" fmla="*/ 4357772 h 5450835"/>
              <a:gd name="connsiteX3142" fmla="*/ 2812894 w 10450132"/>
              <a:gd name="connsiteY3142" fmla="*/ 4358232 h 5450835"/>
              <a:gd name="connsiteX3143" fmla="*/ 2803829 w 10450132"/>
              <a:gd name="connsiteY3143" fmla="*/ 4358232 h 5450835"/>
              <a:gd name="connsiteX3144" fmla="*/ 2803041 w 10450132"/>
              <a:gd name="connsiteY3144" fmla="*/ 4357772 h 5450835"/>
              <a:gd name="connsiteX3145" fmla="*/ 2798509 w 10450132"/>
              <a:gd name="connsiteY3145" fmla="*/ 4349891 h 5450835"/>
              <a:gd name="connsiteX3146" fmla="*/ 2798509 w 10450132"/>
              <a:gd name="connsiteY3146" fmla="*/ 4349037 h 5450835"/>
              <a:gd name="connsiteX3147" fmla="*/ 2803041 w 10450132"/>
              <a:gd name="connsiteY3147" fmla="*/ 4341156 h 5450835"/>
              <a:gd name="connsiteX3148" fmla="*/ 2803829 w 10450132"/>
              <a:gd name="connsiteY3148" fmla="*/ 4340696 h 5450835"/>
              <a:gd name="connsiteX3149" fmla="*/ 2549448 w 10450132"/>
              <a:gd name="connsiteY3149" fmla="*/ 4340696 h 5450835"/>
              <a:gd name="connsiteX3150" fmla="*/ 2558512 w 10450132"/>
              <a:gd name="connsiteY3150" fmla="*/ 4340696 h 5450835"/>
              <a:gd name="connsiteX3151" fmla="*/ 2559300 w 10450132"/>
              <a:gd name="connsiteY3151" fmla="*/ 4341156 h 5450835"/>
              <a:gd name="connsiteX3152" fmla="*/ 2563833 w 10450132"/>
              <a:gd name="connsiteY3152" fmla="*/ 4349037 h 5450835"/>
              <a:gd name="connsiteX3153" fmla="*/ 2563833 w 10450132"/>
              <a:gd name="connsiteY3153" fmla="*/ 4349891 h 5450835"/>
              <a:gd name="connsiteX3154" fmla="*/ 2559300 w 10450132"/>
              <a:gd name="connsiteY3154" fmla="*/ 4357772 h 5450835"/>
              <a:gd name="connsiteX3155" fmla="*/ 2558512 w 10450132"/>
              <a:gd name="connsiteY3155" fmla="*/ 4358232 h 5450835"/>
              <a:gd name="connsiteX3156" fmla="*/ 2549448 w 10450132"/>
              <a:gd name="connsiteY3156" fmla="*/ 4358232 h 5450835"/>
              <a:gd name="connsiteX3157" fmla="*/ 2548659 w 10450132"/>
              <a:gd name="connsiteY3157" fmla="*/ 4357772 h 5450835"/>
              <a:gd name="connsiteX3158" fmla="*/ 2544127 w 10450132"/>
              <a:gd name="connsiteY3158" fmla="*/ 4349891 h 5450835"/>
              <a:gd name="connsiteX3159" fmla="*/ 2544127 w 10450132"/>
              <a:gd name="connsiteY3159" fmla="*/ 4349037 h 5450835"/>
              <a:gd name="connsiteX3160" fmla="*/ 2548659 w 10450132"/>
              <a:gd name="connsiteY3160" fmla="*/ 4341156 h 5450835"/>
              <a:gd name="connsiteX3161" fmla="*/ 2549448 w 10450132"/>
              <a:gd name="connsiteY3161" fmla="*/ 4340696 h 5450835"/>
              <a:gd name="connsiteX3162" fmla="*/ 2295044 w 10450132"/>
              <a:gd name="connsiteY3162" fmla="*/ 4340696 h 5450835"/>
              <a:gd name="connsiteX3163" fmla="*/ 2304108 w 10450132"/>
              <a:gd name="connsiteY3163" fmla="*/ 4340696 h 5450835"/>
              <a:gd name="connsiteX3164" fmla="*/ 2304898 w 10450132"/>
              <a:gd name="connsiteY3164" fmla="*/ 4341156 h 5450835"/>
              <a:gd name="connsiteX3165" fmla="*/ 2309429 w 10450132"/>
              <a:gd name="connsiteY3165" fmla="*/ 4349037 h 5450835"/>
              <a:gd name="connsiteX3166" fmla="*/ 2309429 w 10450132"/>
              <a:gd name="connsiteY3166" fmla="*/ 4349891 h 5450835"/>
              <a:gd name="connsiteX3167" fmla="*/ 2304898 w 10450132"/>
              <a:gd name="connsiteY3167" fmla="*/ 4357772 h 5450835"/>
              <a:gd name="connsiteX3168" fmla="*/ 2304108 w 10450132"/>
              <a:gd name="connsiteY3168" fmla="*/ 4358232 h 5450835"/>
              <a:gd name="connsiteX3169" fmla="*/ 2295044 w 10450132"/>
              <a:gd name="connsiteY3169" fmla="*/ 4358232 h 5450835"/>
              <a:gd name="connsiteX3170" fmla="*/ 2294256 w 10450132"/>
              <a:gd name="connsiteY3170" fmla="*/ 4357772 h 5450835"/>
              <a:gd name="connsiteX3171" fmla="*/ 2289724 w 10450132"/>
              <a:gd name="connsiteY3171" fmla="*/ 4349891 h 5450835"/>
              <a:gd name="connsiteX3172" fmla="*/ 2289724 w 10450132"/>
              <a:gd name="connsiteY3172" fmla="*/ 4349037 h 5450835"/>
              <a:gd name="connsiteX3173" fmla="*/ 2294256 w 10450132"/>
              <a:gd name="connsiteY3173" fmla="*/ 4341156 h 5450835"/>
              <a:gd name="connsiteX3174" fmla="*/ 2295044 w 10450132"/>
              <a:gd name="connsiteY3174" fmla="*/ 4340696 h 5450835"/>
              <a:gd name="connsiteX3175" fmla="*/ 2040630 w 10450132"/>
              <a:gd name="connsiteY3175" fmla="*/ 4340696 h 5450835"/>
              <a:gd name="connsiteX3176" fmla="*/ 2049694 w 10450132"/>
              <a:gd name="connsiteY3176" fmla="*/ 4340696 h 5450835"/>
              <a:gd name="connsiteX3177" fmla="*/ 2050482 w 10450132"/>
              <a:gd name="connsiteY3177" fmla="*/ 4341156 h 5450835"/>
              <a:gd name="connsiteX3178" fmla="*/ 2055014 w 10450132"/>
              <a:gd name="connsiteY3178" fmla="*/ 4349037 h 5450835"/>
              <a:gd name="connsiteX3179" fmla="*/ 2055014 w 10450132"/>
              <a:gd name="connsiteY3179" fmla="*/ 4349891 h 5450835"/>
              <a:gd name="connsiteX3180" fmla="*/ 2050482 w 10450132"/>
              <a:gd name="connsiteY3180" fmla="*/ 4357772 h 5450835"/>
              <a:gd name="connsiteX3181" fmla="*/ 2049694 w 10450132"/>
              <a:gd name="connsiteY3181" fmla="*/ 4358232 h 5450835"/>
              <a:gd name="connsiteX3182" fmla="*/ 2040630 w 10450132"/>
              <a:gd name="connsiteY3182" fmla="*/ 4358232 h 5450835"/>
              <a:gd name="connsiteX3183" fmla="*/ 2039842 w 10450132"/>
              <a:gd name="connsiteY3183" fmla="*/ 4357772 h 5450835"/>
              <a:gd name="connsiteX3184" fmla="*/ 2035309 w 10450132"/>
              <a:gd name="connsiteY3184" fmla="*/ 4349891 h 5450835"/>
              <a:gd name="connsiteX3185" fmla="*/ 2035309 w 10450132"/>
              <a:gd name="connsiteY3185" fmla="*/ 4349037 h 5450835"/>
              <a:gd name="connsiteX3186" fmla="*/ 2039842 w 10450132"/>
              <a:gd name="connsiteY3186" fmla="*/ 4341156 h 5450835"/>
              <a:gd name="connsiteX3187" fmla="*/ 2040630 w 10450132"/>
              <a:gd name="connsiteY3187" fmla="*/ 4340696 h 5450835"/>
              <a:gd name="connsiteX3188" fmla="*/ 1786207 w 10450132"/>
              <a:gd name="connsiteY3188" fmla="*/ 4340696 h 5450835"/>
              <a:gd name="connsiteX3189" fmla="*/ 1795272 w 10450132"/>
              <a:gd name="connsiteY3189" fmla="*/ 4340696 h 5450835"/>
              <a:gd name="connsiteX3190" fmla="*/ 1796061 w 10450132"/>
              <a:gd name="connsiteY3190" fmla="*/ 4341156 h 5450835"/>
              <a:gd name="connsiteX3191" fmla="*/ 1800593 w 10450132"/>
              <a:gd name="connsiteY3191" fmla="*/ 4349037 h 5450835"/>
              <a:gd name="connsiteX3192" fmla="*/ 1800593 w 10450132"/>
              <a:gd name="connsiteY3192" fmla="*/ 4349891 h 5450835"/>
              <a:gd name="connsiteX3193" fmla="*/ 1796061 w 10450132"/>
              <a:gd name="connsiteY3193" fmla="*/ 4357772 h 5450835"/>
              <a:gd name="connsiteX3194" fmla="*/ 1795272 w 10450132"/>
              <a:gd name="connsiteY3194" fmla="*/ 4358232 h 5450835"/>
              <a:gd name="connsiteX3195" fmla="*/ 1786207 w 10450132"/>
              <a:gd name="connsiteY3195" fmla="*/ 4358232 h 5450835"/>
              <a:gd name="connsiteX3196" fmla="*/ 1785419 w 10450132"/>
              <a:gd name="connsiteY3196" fmla="*/ 4357772 h 5450835"/>
              <a:gd name="connsiteX3197" fmla="*/ 1780888 w 10450132"/>
              <a:gd name="connsiteY3197" fmla="*/ 4349891 h 5450835"/>
              <a:gd name="connsiteX3198" fmla="*/ 1780888 w 10450132"/>
              <a:gd name="connsiteY3198" fmla="*/ 4349037 h 5450835"/>
              <a:gd name="connsiteX3199" fmla="*/ 1785419 w 10450132"/>
              <a:gd name="connsiteY3199" fmla="*/ 4341156 h 5450835"/>
              <a:gd name="connsiteX3200" fmla="*/ 1786207 w 10450132"/>
              <a:gd name="connsiteY3200" fmla="*/ 4340696 h 5450835"/>
              <a:gd name="connsiteX3201" fmla="*/ 1531944 w 10450132"/>
              <a:gd name="connsiteY3201" fmla="*/ 4340696 h 5450835"/>
              <a:gd name="connsiteX3202" fmla="*/ 1541009 w 10450132"/>
              <a:gd name="connsiteY3202" fmla="*/ 4340696 h 5450835"/>
              <a:gd name="connsiteX3203" fmla="*/ 1541796 w 10450132"/>
              <a:gd name="connsiteY3203" fmla="*/ 4341156 h 5450835"/>
              <a:gd name="connsiteX3204" fmla="*/ 1546330 w 10450132"/>
              <a:gd name="connsiteY3204" fmla="*/ 4349037 h 5450835"/>
              <a:gd name="connsiteX3205" fmla="*/ 1546330 w 10450132"/>
              <a:gd name="connsiteY3205" fmla="*/ 4349891 h 5450835"/>
              <a:gd name="connsiteX3206" fmla="*/ 1541796 w 10450132"/>
              <a:gd name="connsiteY3206" fmla="*/ 4357772 h 5450835"/>
              <a:gd name="connsiteX3207" fmla="*/ 1541009 w 10450132"/>
              <a:gd name="connsiteY3207" fmla="*/ 4358232 h 5450835"/>
              <a:gd name="connsiteX3208" fmla="*/ 1531944 w 10450132"/>
              <a:gd name="connsiteY3208" fmla="*/ 4358232 h 5450835"/>
              <a:gd name="connsiteX3209" fmla="*/ 1531156 w 10450132"/>
              <a:gd name="connsiteY3209" fmla="*/ 4357772 h 5450835"/>
              <a:gd name="connsiteX3210" fmla="*/ 1526623 w 10450132"/>
              <a:gd name="connsiteY3210" fmla="*/ 4349891 h 5450835"/>
              <a:gd name="connsiteX3211" fmla="*/ 1526623 w 10450132"/>
              <a:gd name="connsiteY3211" fmla="*/ 4349037 h 5450835"/>
              <a:gd name="connsiteX3212" fmla="*/ 1531156 w 10450132"/>
              <a:gd name="connsiteY3212" fmla="*/ 4341156 h 5450835"/>
              <a:gd name="connsiteX3213" fmla="*/ 1531944 w 10450132"/>
              <a:gd name="connsiteY3213" fmla="*/ 4340696 h 5450835"/>
              <a:gd name="connsiteX3214" fmla="*/ 1277461 w 10450132"/>
              <a:gd name="connsiteY3214" fmla="*/ 4340696 h 5450835"/>
              <a:gd name="connsiteX3215" fmla="*/ 1286526 w 10450132"/>
              <a:gd name="connsiteY3215" fmla="*/ 4340696 h 5450835"/>
              <a:gd name="connsiteX3216" fmla="*/ 1287315 w 10450132"/>
              <a:gd name="connsiteY3216" fmla="*/ 4341156 h 5450835"/>
              <a:gd name="connsiteX3217" fmla="*/ 1291847 w 10450132"/>
              <a:gd name="connsiteY3217" fmla="*/ 4349037 h 5450835"/>
              <a:gd name="connsiteX3218" fmla="*/ 1291847 w 10450132"/>
              <a:gd name="connsiteY3218" fmla="*/ 4349891 h 5450835"/>
              <a:gd name="connsiteX3219" fmla="*/ 1287315 w 10450132"/>
              <a:gd name="connsiteY3219" fmla="*/ 4357772 h 5450835"/>
              <a:gd name="connsiteX3220" fmla="*/ 1286526 w 10450132"/>
              <a:gd name="connsiteY3220" fmla="*/ 4358232 h 5450835"/>
              <a:gd name="connsiteX3221" fmla="*/ 1277461 w 10450132"/>
              <a:gd name="connsiteY3221" fmla="*/ 4358232 h 5450835"/>
              <a:gd name="connsiteX3222" fmla="*/ 1276673 w 10450132"/>
              <a:gd name="connsiteY3222" fmla="*/ 4357772 h 5450835"/>
              <a:gd name="connsiteX3223" fmla="*/ 1272141 w 10450132"/>
              <a:gd name="connsiteY3223" fmla="*/ 4349891 h 5450835"/>
              <a:gd name="connsiteX3224" fmla="*/ 1272141 w 10450132"/>
              <a:gd name="connsiteY3224" fmla="*/ 4349037 h 5450835"/>
              <a:gd name="connsiteX3225" fmla="*/ 1276673 w 10450132"/>
              <a:gd name="connsiteY3225" fmla="*/ 4341156 h 5450835"/>
              <a:gd name="connsiteX3226" fmla="*/ 1277461 w 10450132"/>
              <a:gd name="connsiteY3226" fmla="*/ 4340696 h 5450835"/>
              <a:gd name="connsiteX3227" fmla="*/ 1023172 w 10450132"/>
              <a:gd name="connsiteY3227" fmla="*/ 4340696 h 5450835"/>
              <a:gd name="connsiteX3228" fmla="*/ 1032236 w 10450132"/>
              <a:gd name="connsiteY3228" fmla="*/ 4340696 h 5450835"/>
              <a:gd name="connsiteX3229" fmla="*/ 1033024 w 10450132"/>
              <a:gd name="connsiteY3229" fmla="*/ 4341156 h 5450835"/>
              <a:gd name="connsiteX3230" fmla="*/ 1037555 w 10450132"/>
              <a:gd name="connsiteY3230" fmla="*/ 4349037 h 5450835"/>
              <a:gd name="connsiteX3231" fmla="*/ 1037555 w 10450132"/>
              <a:gd name="connsiteY3231" fmla="*/ 4349891 h 5450835"/>
              <a:gd name="connsiteX3232" fmla="*/ 1033024 w 10450132"/>
              <a:gd name="connsiteY3232" fmla="*/ 4357772 h 5450835"/>
              <a:gd name="connsiteX3233" fmla="*/ 1032236 w 10450132"/>
              <a:gd name="connsiteY3233" fmla="*/ 4358232 h 5450835"/>
              <a:gd name="connsiteX3234" fmla="*/ 1023172 w 10450132"/>
              <a:gd name="connsiteY3234" fmla="*/ 4358232 h 5450835"/>
              <a:gd name="connsiteX3235" fmla="*/ 1022384 w 10450132"/>
              <a:gd name="connsiteY3235" fmla="*/ 4357772 h 5450835"/>
              <a:gd name="connsiteX3236" fmla="*/ 1017848 w 10450132"/>
              <a:gd name="connsiteY3236" fmla="*/ 4349891 h 5450835"/>
              <a:gd name="connsiteX3237" fmla="*/ 1017848 w 10450132"/>
              <a:gd name="connsiteY3237" fmla="*/ 4349037 h 5450835"/>
              <a:gd name="connsiteX3238" fmla="*/ 1022384 w 10450132"/>
              <a:gd name="connsiteY3238" fmla="*/ 4341156 h 5450835"/>
              <a:gd name="connsiteX3239" fmla="*/ 1023172 w 10450132"/>
              <a:gd name="connsiteY3239" fmla="*/ 4340696 h 5450835"/>
              <a:gd name="connsiteX3240" fmla="*/ 768612 w 10450132"/>
              <a:gd name="connsiteY3240" fmla="*/ 4340696 h 5450835"/>
              <a:gd name="connsiteX3241" fmla="*/ 777675 w 10450132"/>
              <a:gd name="connsiteY3241" fmla="*/ 4340696 h 5450835"/>
              <a:gd name="connsiteX3242" fmla="*/ 778464 w 10450132"/>
              <a:gd name="connsiteY3242" fmla="*/ 4341156 h 5450835"/>
              <a:gd name="connsiteX3243" fmla="*/ 782995 w 10450132"/>
              <a:gd name="connsiteY3243" fmla="*/ 4349037 h 5450835"/>
              <a:gd name="connsiteX3244" fmla="*/ 782995 w 10450132"/>
              <a:gd name="connsiteY3244" fmla="*/ 4349891 h 5450835"/>
              <a:gd name="connsiteX3245" fmla="*/ 778464 w 10450132"/>
              <a:gd name="connsiteY3245" fmla="*/ 4357772 h 5450835"/>
              <a:gd name="connsiteX3246" fmla="*/ 777675 w 10450132"/>
              <a:gd name="connsiteY3246" fmla="*/ 4358232 h 5450835"/>
              <a:gd name="connsiteX3247" fmla="*/ 768612 w 10450132"/>
              <a:gd name="connsiteY3247" fmla="*/ 4358232 h 5450835"/>
              <a:gd name="connsiteX3248" fmla="*/ 767824 w 10450132"/>
              <a:gd name="connsiteY3248" fmla="*/ 4357772 h 5450835"/>
              <a:gd name="connsiteX3249" fmla="*/ 763291 w 10450132"/>
              <a:gd name="connsiteY3249" fmla="*/ 4349891 h 5450835"/>
              <a:gd name="connsiteX3250" fmla="*/ 763291 w 10450132"/>
              <a:gd name="connsiteY3250" fmla="*/ 4349037 h 5450835"/>
              <a:gd name="connsiteX3251" fmla="*/ 767824 w 10450132"/>
              <a:gd name="connsiteY3251" fmla="*/ 4341156 h 5450835"/>
              <a:gd name="connsiteX3252" fmla="*/ 768612 w 10450132"/>
              <a:gd name="connsiteY3252" fmla="*/ 4340696 h 5450835"/>
              <a:gd name="connsiteX3253" fmla="*/ 514311 w 10450132"/>
              <a:gd name="connsiteY3253" fmla="*/ 4340696 h 5450835"/>
              <a:gd name="connsiteX3254" fmla="*/ 523375 w 10450132"/>
              <a:gd name="connsiteY3254" fmla="*/ 4340696 h 5450835"/>
              <a:gd name="connsiteX3255" fmla="*/ 524163 w 10450132"/>
              <a:gd name="connsiteY3255" fmla="*/ 4341156 h 5450835"/>
              <a:gd name="connsiteX3256" fmla="*/ 528695 w 10450132"/>
              <a:gd name="connsiteY3256" fmla="*/ 4349037 h 5450835"/>
              <a:gd name="connsiteX3257" fmla="*/ 528695 w 10450132"/>
              <a:gd name="connsiteY3257" fmla="*/ 4349891 h 5450835"/>
              <a:gd name="connsiteX3258" fmla="*/ 524163 w 10450132"/>
              <a:gd name="connsiteY3258" fmla="*/ 4357772 h 5450835"/>
              <a:gd name="connsiteX3259" fmla="*/ 523375 w 10450132"/>
              <a:gd name="connsiteY3259" fmla="*/ 4358232 h 5450835"/>
              <a:gd name="connsiteX3260" fmla="*/ 514311 w 10450132"/>
              <a:gd name="connsiteY3260" fmla="*/ 4358232 h 5450835"/>
              <a:gd name="connsiteX3261" fmla="*/ 513523 w 10450132"/>
              <a:gd name="connsiteY3261" fmla="*/ 4357772 h 5450835"/>
              <a:gd name="connsiteX3262" fmla="*/ 508990 w 10450132"/>
              <a:gd name="connsiteY3262" fmla="*/ 4349891 h 5450835"/>
              <a:gd name="connsiteX3263" fmla="*/ 508990 w 10450132"/>
              <a:gd name="connsiteY3263" fmla="*/ 4349037 h 5450835"/>
              <a:gd name="connsiteX3264" fmla="*/ 513523 w 10450132"/>
              <a:gd name="connsiteY3264" fmla="*/ 4341156 h 5450835"/>
              <a:gd name="connsiteX3265" fmla="*/ 514311 w 10450132"/>
              <a:gd name="connsiteY3265" fmla="*/ 4340696 h 5450835"/>
              <a:gd name="connsiteX3266" fmla="*/ 259924 w 10450132"/>
              <a:gd name="connsiteY3266" fmla="*/ 4340696 h 5450835"/>
              <a:gd name="connsiteX3267" fmla="*/ 268988 w 10450132"/>
              <a:gd name="connsiteY3267" fmla="*/ 4340696 h 5450835"/>
              <a:gd name="connsiteX3268" fmla="*/ 269776 w 10450132"/>
              <a:gd name="connsiteY3268" fmla="*/ 4341156 h 5450835"/>
              <a:gd name="connsiteX3269" fmla="*/ 274307 w 10450132"/>
              <a:gd name="connsiteY3269" fmla="*/ 4349037 h 5450835"/>
              <a:gd name="connsiteX3270" fmla="*/ 274307 w 10450132"/>
              <a:gd name="connsiteY3270" fmla="*/ 4349891 h 5450835"/>
              <a:gd name="connsiteX3271" fmla="*/ 269776 w 10450132"/>
              <a:gd name="connsiteY3271" fmla="*/ 4357772 h 5450835"/>
              <a:gd name="connsiteX3272" fmla="*/ 268988 w 10450132"/>
              <a:gd name="connsiteY3272" fmla="*/ 4358232 h 5450835"/>
              <a:gd name="connsiteX3273" fmla="*/ 259924 w 10450132"/>
              <a:gd name="connsiteY3273" fmla="*/ 4358232 h 5450835"/>
              <a:gd name="connsiteX3274" fmla="*/ 259135 w 10450132"/>
              <a:gd name="connsiteY3274" fmla="*/ 4357772 h 5450835"/>
              <a:gd name="connsiteX3275" fmla="*/ 254603 w 10450132"/>
              <a:gd name="connsiteY3275" fmla="*/ 4349891 h 5450835"/>
              <a:gd name="connsiteX3276" fmla="*/ 254603 w 10450132"/>
              <a:gd name="connsiteY3276" fmla="*/ 4349037 h 5450835"/>
              <a:gd name="connsiteX3277" fmla="*/ 259135 w 10450132"/>
              <a:gd name="connsiteY3277" fmla="*/ 4341156 h 5450835"/>
              <a:gd name="connsiteX3278" fmla="*/ 259924 w 10450132"/>
              <a:gd name="connsiteY3278" fmla="*/ 4340696 h 5450835"/>
              <a:gd name="connsiteX3279" fmla="*/ 5532 w 10450132"/>
              <a:gd name="connsiteY3279" fmla="*/ 4340696 h 5450835"/>
              <a:gd name="connsiteX3280" fmla="*/ 14596 w 10450132"/>
              <a:gd name="connsiteY3280" fmla="*/ 4340696 h 5450835"/>
              <a:gd name="connsiteX3281" fmla="*/ 15384 w 10450132"/>
              <a:gd name="connsiteY3281" fmla="*/ 4341156 h 5450835"/>
              <a:gd name="connsiteX3282" fmla="*/ 19916 w 10450132"/>
              <a:gd name="connsiteY3282" fmla="*/ 4349037 h 5450835"/>
              <a:gd name="connsiteX3283" fmla="*/ 19916 w 10450132"/>
              <a:gd name="connsiteY3283" fmla="*/ 4349891 h 5450835"/>
              <a:gd name="connsiteX3284" fmla="*/ 15384 w 10450132"/>
              <a:gd name="connsiteY3284" fmla="*/ 4357772 h 5450835"/>
              <a:gd name="connsiteX3285" fmla="*/ 14596 w 10450132"/>
              <a:gd name="connsiteY3285" fmla="*/ 4358232 h 5450835"/>
              <a:gd name="connsiteX3286" fmla="*/ 5532 w 10450132"/>
              <a:gd name="connsiteY3286" fmla="*/ 4358232 h 5450835"/>
              <a:gd name="connsiteX3287" fmla="*/ 4743 w 10450132"/>
              <a:gd name="connsiteY3287" fmla="*/ 4357772 h 5450835"/>
              <a:gd name="connsiteX3288" fmla="*/ 211 w 10450132"/>
              <a:gd name="connsiteY3288" fmla="*/ 4349891 h 5450835"/>
              <a:gd name="connsiteX3289" fmla="*/ 211 w 10450132"/>
              <a:gd name="connsiteY3289" fmla="*/ 4349037 h 5450835"/>
              <a:gd name="connsiteX3290" fmla="*/ 4743 w 10450132"/>
              <a:gd name="connsiteY3290" fmla="*/ 4341156 h 5450835"/>
              <a:gd name="connsiteX3291" fmla="*/ 5532 w 10450132"/>
              <a:gd name="connsiteY3291" fmla="*/ 4340696 h 5450835"/>
              <a:gd name="connsiteX3292" fmla="*/ 10435622 w 10450132"/>
              <a:gd name="connsiteY3292" fmla="*/ 4123622 h 5450835"/>
              <a:gd name="connsiteX3293" fmla="*/ 10444686 w 10450132"/>
              <a:gd name="connsiteY3293" fmla="*/ 4123622 h 5450835"/>
              <a:gd name="connsiteX3294" fmla="*/ 10445474 w 10450132"/>
              <a:gd name="connsiteY3294" fmla="*/ 4124081 h 5450835"/>
              <a:gd name="connsiteX3295" fmla="*/ 10450007 w 10450132"/>
              <a:gd name="connsiteY3295" fmla="*/ 4131963 h 5450835"/>
              <a:gd name="connsiteX3296" fmla="*/ 10450007 w 10450132"/>
              <a:gd name="connsiteY3296" fmla="*/ 4132817 h 5450835"/>
              <a:gd name="connsiteX3297" fmla="*/ 10445474 w 10450132"/>
              <a:gd name="connsiteY3297" fmla="*/ 4140698 h 5450835"/>
              <a:gd name="connsiteX3298" fmla="*/ 10444686 w 10450132"/>
              <a:gd name="connsiteY3298" fmla="*/ 4141158 h 5450835"/>
              <a:gd name="connsiteX3299" fmla="*/ 10435622 w 10450132"/>
              <a:gd name="connsiteY3299" fmla="*/ 4141158 h 5450835"/>
              <a:gd name="connsiteX3300" fmla="*/ 10434834 w 10450132"/>
              <a:gd name="connsiteY3300" fmla="*/ 4140698 h 5450835"/>
              <a:gd name="connsiteX3301" fmla="*/ 10430302 w 10450132"/>
              <a:gd name="connsiteY3301" fmla="*/ 4132817 h 5450835"/>
              <a:gd name="connsiteX3302" fmla="*/ 10430302 w 10450132"/>
              <a:gd name="connsiteY3302" fmla="*/ 4131963 h 5450835"/>
              <a:gd name="connsiteX3303" fmla="*/ 10434834 w 10450132"/>
              <a:gd name="connsiteY3303" fmla="*/ 4124081 h 5450835"/>
              <a:gd name="connsiteX3304" fmla="*/ 10435622 w 10450132"/>
              <a:gd name="connsiteY3304" fmla="*/ 4123622 h 5450835"/>
              <a:gd name="connsiteX3305" fmla="*/ 10181242 w 10450132"/>
              <a:gd name="connsiteY3305" fmla="*/ 4123622 h 5450835"/>
              <a:gd name="connsiteX3306" fmla="*/ 10190305 w 10450132"/>
              <a:gd name="connsiteY3306" fmla="*/ 4123622 h 5450835"/>
              <a:gd name="connsiteX3307" fmla="*/ 10191093 w 10450132"/>
              <a:gd name="connsiteY3307" fmla="*/ 4124081 h 5450835"/>
              <a:gd name="connsiteX3308" fmla="*/ 10195626 w 10450132"/>
              <a:gd name="connsiteY3308" fmla="*/ 4131963 h 5450835"/>
              <a:gd name="connsiteX3309" fmla="*/ 10195626 w 10450132"/>
              <a:gd name="connsiteY3309" fmla="*/ 4132817 h 5450835"/>
              <a:gd name="connsiteX3310" fmla="*/ 10191093 w 10450132"/>
              <a:gd name="connsiteY3310" fmla="*/ 4140698 h 5450835"/>
              <a:gd name="connsiteX3311" fmla="*/ 10190305 w 10450132"/>
              <a:gd name="connsiteY3311" fmla="*/ 4141158 h 5450835"/>
              <a:gd name="connsiteX3312" fmla="*/ 10181242 w 10450132"/>
              <a:gd name="connsiteY3312" fmla="*/ 4141158 h 5450835"/>
              <a:gd name="connsiteX3313" fmla="*/ 10180453 w 10450132"/>
              <a:gd name="connsiteY3313" fmla="*/ 4140698 h 5450835"/>
              <a:gd name="connsiteX3314" fmla="*/ 10175922 w 10450132"/>
              <a:gd name="connsiteY3314" fmla="*/ 4132817 h 5450835"/>
              <a:gd name="connsiteX3315" fmla="*/ 10175922 w 10450132"/>
              <a:gd name="connsiteY3315" fmla="*/ 4131963 h 5450835"/>
              <a:gd name="connsiteX3316" fmla="*/ 10180453 w 10450132"/>
              <a:gd name="connsiteY3316" fmla="*/ 4124081 h 5450835"/>
              <a:gd name="connsiteX3317" fmla="*/ 10181242 w 10450132"/>
              <a:gd name="connsiteY3317" fmla="*/ 4123622 h 5450835"/>
              <a:gd name="connsiteX3318" fmla="*/ 9926861 w 10450132"/>
              <a:gd name="connsiteY3318" fmla="*/ 4123622 h 5450835"/>
              <a:gd name="connsiteX3319" fmla="*/ 9935924 w 10450132"/>
              <a:gd name="connsiteY3319" fmla="*/ 4123622 h 5450835"/>
              <a:gd name="connsiteX3320" fmla="*/ 9936713 w 10450132"/>
              <a:gd name="connsiteY3320" fmla="*/ 4124081 h 5450835"/>
              <a:gd name="connsiteX3321" fmla="*/ 9941246 w 10450132"/>
              <a:gd name="connsiteY3321" fmla="*/ 4131963 h 5450835"/>
              <a:gd name="connsiteX3322" fmla="*/ 9941246 w 10450132"/>
              <a:gd name="connsiteY3322" fmla="*/ 4132817 h 5450835"/>
              <a:gd name="connsiteX3323" fmla="*/ 9936713 w 10450132"/>
              <a:gd name="connsiteY3323" fmla="*/ 4140698 h 5450835"/>
              <a:gd name="connsiteX3324" fmla="*/ 9935924 w 10450132"/>
              <a:gd name="connsiteY3324" fmla="*/ 4141158 h 5450835"/>
              <a:gd name="connsiteX3325" fmla="*/ 9926861 w 10450132"/>
              <a:gd name="connsiteY3325" fmla="*/ 4141158 h 5450835"/>
              <a:gd name="connsiteX3326" fmla="*/ 9926073 w 10450132"/>
              <a:gd name="connsiteY3326" fmla="*/ 4140698 h 5450835"/>
              <a:gd name="connsiteX3327" fmla="*/ 9921541 w 10450132"/>
              <a:gd name="connsiteY3327" fmla="*/ 4132817 h 5450835"/>
              <a:gd name="connsiteX3328" fmla="*/ 9921541 w 10450132"/>
              <a:gd name="connsiteY3328" fmla="*/ 4131963 h 5450835"/>
              <a:gd name="connsiteX3329" fmla="*/ 9926073 w 10450132"/>
              <a:gd name="connsiteY3329" fmla="*/ 4124081 h 5450835"/>
              <a:gd name="connsiteX3330" fmla="*/ 9926861 w 10450132"/>
              <a:gd name="connsiteY3330" fmla="*/ 4123622 h 5450835"/>
              <a:gd name="connsiteX3331" fmla="*/ 9672481 w 10450132"/>
              <a:gd name="connsiteY3331" fmla="*/ 4123622 h 5450835"/>
              <a:gd name="connsiteX3332" fmla="*/ 9681545 w 10450132"/>
              <a:gd name="connsiteY3332" fmla="*/ 4123622 h 5450835"/>
              <a:gd name="connsiteX3333" fmla="*/ 9682333 w 10450132"/>
              <a:gd name="connsiteY3333" fmla="*/ 4124081 h 5450835"/>
              <a:gd name="connsiteX3334" fmla="*/ 9686865 w 10450132"/>
              <a:gd name="connsiteY3334" fmla="*/ 4131963 h 5450835"/>
              <a:gd name="connsiteX3335" fmla="*/ 9686865 w 10450132"/>
              <a:gd name="connsiteY3335" fmla="*/ 4132817 h 5450835"/>
              <a:gd name="connsiteX3336" fmla="*/ 9682333 w 10450132"/>
              <a:gd name="connsiteY3336" fmla="*/ 4140698 h 5450835"/>
              <a:gd name="connsiteX3337" fmla="*/ 9681545 w 10450132"/>
              <a:gd name="connsiteY3337" fmla="*/ 4141158 h 5450835"/>
              <a:gd name="connsiteX3338" fmla="*/ 9672481 w 10450132"/>
              <a:gd name="connsiteY3338" fmla="*/ 4141158 h 5450835"/>
              <a:gd name="connsiteX3339" fmla="*/ 9671693 w 10450132"/>
              <a:gd name="connsiteY3339" fmla="*/ 4140698 h 5450835"/>
              <a:gd name="connsiteX3340" fmla="*/ 9667160 w 10450132"/>
              <a:gd name="connsiteY3340" fmla="*/ 4132817 h 5450835"/>
              <a:gd name="connsiteX3341" fmla="*/ 9667160 w 10450132"/>
              <a:gd name="connsiteY3341" fmla="*/ 4131963 h 5450835"/>
              <a:gd name="connsiteX3342" fmla="*/ 9671693 w 10450132"/>
              <a:gd name="connsiteY3342" fmla="*/ 4124081 h 5450835"/>
              <a:gd name="connsiteX3343" fmla="*/ 9672481 w 10450132"/>
              <a:gd name="connsiteY3343" fmla="*/ 4123622 h 5450835"/>
              <a:gd name="connsiteX3344" fmla="*/ 9418035 w 10450132"/>
              <a:gd name="connsiteY3344" fmla="*/ 4123622 h 5450835"/>
              <a:gd name="connsiteX3345" fmla="*/ 9427099 w 10450132"/>
              <a:gd name="connsiteY3345" fmla="*/ 4123622 h 5450835"/>
              <a:gd name="connsiteX3346" fmla="*/ 9427887 w 10450132"/>
              <a:gd name="connsiteY3346" fmla="*/ 4124081 h 5450835"/>
              <a:gd name="connsiteX3347" fmla="*/ 9432419 w 10450132"/>
              <a:gd name="connsiteY3347" fmla="*/ 4131963 h 5450835"/>
              <a:gd name="connsiteX3348" fmla="*/ 9432419 w 10450132"/>
              <a:gd name="connsiteY3348" fmla="*/ 4132817 h 5450835"/>
              <a:gd name="connsiteX3349" fmla="*/ 9427887 w 10450132"/>
              <a:gd name="connsiteY3349" fmla="*/ 4140698 h 5450835"/>
              <a:gd name="connsiteX3350" fmla="*/ 9427099 w 10450132"/>
              <a:gd name="connsiteY3350" fmla="*/ 4141158 h 5450835"/>
              <a:gd name="connsiteX3351" fmla="*/ 9418035 w 10450132"/>
              <a:gd name="connsiteY3351" fmla="*/ 4141158 h 5450835"/>
              <a:gd name="connsiteX3352" fmla="*/ 9417247 w 10450132"/>
              <a:gd name="connsiteY3352" fmla="*/ 4140698 h 5450835"/>
              <a:gd name="connsiteX3353" fmla="*/ 9412714 w 10450132"/>
              <a:gd name="connsiteY3353" fmla="*/ 4132817 h 5450835"/>
              <a:gd name="connsiteX3354" fmla="*/ 9412714 w 10450132"/>
              <a:gd name="connsiteY3354" fmla="*/ 4131963 h 5450835"/>
              <a:gd name="connsiteX3355" fmla="*/ 9417247 w 10450132"/>
              <a:gd name="connsiteY3355" fmla="*/ 4124081 h 5450835"/>
              <a:gd name="connsiteX3356" fmla="*/ 9418035 w 10450132"/>
              <a:gd name="connsiteY3356" fmla="*/ 4123622 h 5450835"/>
              <a:gd name="connsiteX3357" fmla="*/ 9163654 w 10450132"/>
              <a:gd name="connsiteY3357" fmla="*/ 4123622 h 5450835"/>
              <a:gd name="connsiteX3358" fmla="*/ 9172718 w 10450132"/>
              <a:gd name="connsiteY3358" fmla="*/ 4123622 h 5450835"/>
              <a:gd name="connsiteX3359" fmla="*/ 9173506 w 10450132"/>
              <a:gd name="connsiteY3359" fmla="*/ 4124081 h 5450835"/>
              <a:gd name="connsiteX3360" fmla="*/ 9178038 w 10450132"/>
              <a:gd name="connsiteY3360" fmla="*/ 4131963 h 5450835"/>
              <a:gd name="connsiteX3361" fmla="*/ 9178038 w 10450132"/>
              <a:gd name="connsiteY3361" fmla="*/ 4132817 h 5450835"/>
              <a:gd name="connsiteX3362" fmla="*/ 9173506 w 10450132"/>
              <a:gd name="connsiteY3362" fmla="*/ 4140698 h 5450835"/>
              <a:gd name="connsiteX3363" fmla="*/ 9172718 w 10450132"/>
              <a:gd name="connsiteY3363" fmla="*/ 4141158 h 5450835"/>
              <a:gd name="connsiteX3364" fmla="*/ 9163654 w 10450132"/>
              <a:gd name="connsiteY3364" fmla="*/ 4141158 h 5450835"/>
              <a:gd name="connsiteX3365" fmla="*/ 9162866 w 10450132"/>
              <a:gd name="connsiteY3365" fmla="*/ 4140698 h 5450835"/>
              <a:gd name="connsiteX3366" fmla="*/ 9158333 w 10450132"/>
              <a:gd name="connsiteY3366" fmla="*/ 4132817 h 5450835"/>
              <a:gd name="connsiteX3367" fmla="*/ 9158333 w 10450132"/>
              <a:gd name="connsiteY3367" fmla="*/ 4131963 h 5450835"/>
              <a:gd name="connsiteX3368" fmla="*/ 9162866 w 10450132"/>
              <a:gd name="connsiteY3368" fmla="*/ 4124081 h 5450835"/>
              <a:gd name="connsiteX3369" fmla="*/ 9163654 w 10450132"/>
              <a:gd name="connsiteY3369" fmla="*/ 4123622 h 5450835"/>
              <a:gd name="connsiteX3370" fmla="*/ 8909274 w 10450132"/>
              <a:gd name="connsiteY3370" fmla="*/ 4123622 h 5450835"/>
              <a:gd name="connsiteX3371" fmla="*/ 8918336 w 10450132"/>
              <a:gd name="connsiteY3371" fmla="*/ 4123622 h 5450835"/>
              <a:gd name="connsiteX3372" fmla="*/ 8919125 w 10450132"/>
              <a:gd name="connsiteY3372" fmla="*/ 4124081 h 5450835"/>
              <a:gd name="connsiteX3373" fmla="*/ 8923657 w 10450132"/>
              <a:gd name="connsiteY3373" fmla="*/ 4131963 h 5450835"/>
              <a:gd name="connsiteX3374" fmla="*/ 8923657 w 10450132"/>
              <a:gd name="connsiteY3374" fmla="*/ 4132817 h 5450835"/>
              <a:gd name="connsiteX3375" fmla="*/ 8919125 w 10450132"/>
              <a:gd name="connsiteY3375" fmla="*/ 4140698 h 5450835"/>
              <a:gd name="connsiteX3376" fmla="*/ 8918336 w 10450132"/>
              <a:gd name="connsiteY3376" fmla="*/ 4141158 h 5450835"/>
              <a:gd name="connsiteX3377" fmla="*/ 8909274 w 10450132"/>
              <a:gd name="connsiteY3377" fmla="*/ 4141158 h 5450835"/>
              <a:gd name="connsiteX3378" fmla="*/ 8908484 w 10450132"/>
              <a:gd name="connsiteY3378" fmla="*/ 4140698 h 5450835"/>
              <a:gd name="connsiteX3379" fmla="*/ 8903953 w 10450132"/>
              <a:gd name="connsiteY3379" fmla="*/ 4132817 h 5450835"/>
              <a:gd name="connsiteX3380" fmla="*/ 8903953 w 10450132"/>
              <a:gd name="connsiteY3380" fmla="*/ 4131963 h 5450835"/>
              <a:gd name="connsiteX3381" fmla="*/ 8908484 w 10450132"/>
              <a:gd name="connsiteY3381" fmla="*/ 4124081 h 5450835"/>
              <a:gd name="connsiteX3382" fmla="*/ 8909274 w 10450132"/>
              <a:gd name="connsiteY3382" fmla="*/ 4123622 h 5450835"/>
              <a:gd name="connsiteX3383" fmla="*/ 8654892 w 10450132"/>
              <a:gd name="connsiteY3383" fmla="*/ 4123622 h 5450835"/>
              <a:gd name="connsiteX3384" fmla="*/ 8663955 w 10450132"/>
              <a:gd name="connsiteY3384" fmla="*/ 4123622 h 5450835"/>
              <a:gd name="connsiteX3385" fmla="*/ 8664744 w 10450132"/>
              <a:gd name="connsiteY3385" fmla="*/ 4124081 h 5450835"/>
              <a:gd name="connsiteX3386" fmla="*/ 8669277 w 10450132"/>
              <a:gd name="connsiteY3386" fmla="*/ 4131963 h 5450835"/>
              <a:gd name="connsiteX3387" fmla="*/ 8669277 w 10450132"/>
              <a:gd name="connsiteY3387" fmla="*/ 4132817 h 5450835"/>
              <a:gd name="connsiteX3388" fmla="*/ 8664744 w 10450132"/>
              <a:gd name="connsiteY3388" fmla="*/ 4140698 h 5450835"/>
              <a:gd name="connsiteX3389" fmla="*/ 8663955 w 10450132"/>
              <a:gd name="connsiteY3389" fmla="*/ 4141158 h 5450835"/>
              <a:gd name="connsiteX3390" fmla="*/ 8654892 w 10450132"/>
              <a:gd name="connsiteY3390" fmla="*/ 4141158 h 5450835"/>
              <a:gd name="connsiteX3391" fmla="*/ 8654104 w 10450132"/>
              <a:gd name="connsiteY3391" fmla="*/ 4140698 h 5450835"/>
              <a:gd name="connsiteX3392" fmla="*/ 8649572 w 10450132"/>
              <a:gd name="connsiteY3392" fmla="*/ 4132817 h 5450835"/>
              <a:gd name="connsiteX3393" fmla="*/ 8649572 w 10450132"/>
              <a:gd name="connsiteY3393" fmla="*/ 4131963 h 5450835"/>
              <a:gd name="connsiteX3394" fmla="*/ 8654104 w 10450132"/>
              <a:gd name="connsiteY3394" fmla="*/ 4124081 h 5450835"/>
              <a:gd name="connsiteX3395" fmla="*/ 8654892 w 10450132"/>
              <a:gd name="connsiteY3395" fmla="*/ 4123622 h 5450835"/>
              <a:gd name="connsiteX3396" fmla="*/ 8400511 w 10450132"/>
              <a:gd name="connsiteY3396" fmla="*/ 4123622 h 5450835"/>
              <a:gd name="connsiteX3397" fmla="*/ 8409575 w 10450132"/>
              <a:gd name="connsiteY3397" fmla="*/ 4123622 h 5450835"/>
              <a:gd name="connsiteX3398" fmla="*/ 8410363 w 10450132"/>
              <a:gd name="connsiteY3398" fmla="*/ 4124081 h 5450835"/>
              <a:gd name="connsiteX3399" fmla="*/ 8414896 w 10450132"/>
              <a:gd name="connsiteY3399" fmla="*/ 4131963 h 5450835"/>
              <a:gd name="connsiteX3400" fmla="*/ 8414896 w 10450132"/>
              <a:gd name="connsiteY3400" fmla="*/ 4132817 h 5450835"/>
              <a:gd name="connsiteX3401" fmla="*/ 8410363 w 10450132"/>
              <a:gd name="connsiteY3401" fmla="*/ 4140698 h 5450835"/>
              <a:gd name="connsiteX3402" fmla="*/ 8409575 w 10450132"/>
              <a:gd name="connsiteY3402" fmla="*/ 4141158 h 5450835"/>
              <a:gd name="connsiteX3403" fmla="*/ 8400511 w 10450132"/>
              <a:gd name="connsiteY3403" fmla="*/ 4141158 h 5450835"/>
              <a:gd name="connsiteX3404" fmla="*/ 8399723 w 10450132"/>
              <a:gd name="connsiteY3404" fmla="*/ 4140698 h 5450835"/>
              <a:gd name="connsiteX3405" fmla="*/ 8395191 w 10450132"/>
              <a:gd name="connsiteY3405" fmla="*/ 4132817 h 5450835"/>
              <a:gd name="connsiteX3406" fmla="*/ 8395191 w 10450132"/>
              <a:gd name="connsiteY3406" fmla="*/ 4131963 h 5450835"/>
              <a:gd name="connsiteX3407" fmla="*/ 8399723 w 10450132"/>
              <a:gd name="connsiteY3407" fmla="*/ 4124081 h 5450835"/>
              <a:gd name="connsiteX3408" fmla="*/ 8400511 w 10450132"/>
              <a:gd name="connsiteY3408" fmla="*/ 4123622 h 5450835"/>
              <a:gd name="connsiteX3409" fmla="*/ 8146065 w 10450132"/>
              <a:gd name="connsiteY3409" fmla="*/ 4123622 h 5450835"/>
              <a:gd name="connsiteX3410" fmla="*/ 8155129 w 10450132"/>
              <a:gd name="connsiteY3410" fmla="*/ 4123622 h 5450835"/>
              <a:gd name="connsiteX3411" fmla="*/ 8155917 w 10450132"/>
              <a:gd name="connsiteY3411" fmla="*/ 4124081 h 5450835"/>
              <a:gd name="connsiteX3412" fmla="*/ 8160449 w 10450132"/>
              <a:gd name="connsiteY3412" fmla="*/ 4131963 h 5450835"/>
              <a:gd name="connsiteX3413" fmla="*/ 8160449 w 10450132"/>
              <a:gd name="connsiteY3413" fmla="*/ 4132817 h 5450835"/>
              <a:gd name="connsiteX3414" fmla="*/ 8155917 w 10450132"/>
              <a:gd name="connsiteY3414" fmla="*/ 4140698 h 5450835"/>
              <a:gd name="connsiteX3415" fmla="*/ 8155129 w 10450132"/>
              <a:gd name="connsiteY3415" fmla="*/ 4141158 h 5450835"/>
              <a:gd name="connsiteX3416" fmla="*/ 8146065 w 10450132"/>
              <a:gd name="connsiteY3416" fmla="*/ 4141158 h 5450835"/>
              <a:gd name="connsiteX3417" fmla="*/ 8145277 w 10450132"/>
              <a:gd name="connsiteY3417" fmla="*/ 4140698 h 5450835"/>
              <a:gd name="connsiteX3418" fmla="*/ 8140745 w 10450132"/>
              <a:gd name="connsiteY3418" fmla="*/ 4132817 h 5450835"/>
              <a:gd name="connsiteX3419" fmla="*/ 8140745 w 10450132"/>
              <a:gd name="connsiteY3419" fmla="*/ 4131963 h 5450835"/>
              <a:gd name="connsiteX3420" fmla="*/ 8145277 w 10450132"/>
              <a:gd name="connsiteY3420" fmla="*/ 4124081 h 5450835"/>
              <a:gd name="connsiteX3421" fmla="*/ 8146065 w 10450132"/>
              <a:gd name="connsiteY3421" fmla="*/ 4123622 h 5450835"/>
              <a:gd name="connsiteX3422" fmla="*/ 7891684 w 10450132"/>
              <a:gd name="connsiteY3422" fmla="*/ 4123622 h 5450835"/>
              <a:gd name="connsiteX3423" fmla="*/ 7900748 w 10450132"/>
              <a:gd name="connsiteY3423" fmla="*/ 4123622 h 5450835"/>
              <a:gd name="connsiteX3424" fmla="*/ 7901536 w 10450132"/>
              <a:gd name="connsiteY3424" fmla="*/ 4124081 h 5450835"/>
              <a:gd name="connsiteX3425" fmla="*/ 7906067 w 10450132"/>
              <a:gd name="connsiteY3425" fmla="*/ 4131963 h 5450835"/>
              <a:gd name="connsiteX3426" fmla="*/ 7906067 w 10450132"/>
              <a:gd name="connsiteY3426" fmla="*/ 4132817 h 5450835"/>
              <a:gd name="connsiteX3427" fmla="*/ 7901536 w 10450132"/>
              <a:gd name="connsiteY3427" fmla="*/ 4140698 h 5450835"/>
              <a:gd name="connsiteX3428" fmla="*/ 7900748 w 10450132"/>
              <a:gd name="connsiteY3428" fmla="*/ 4141158 h 5450835"/>
              <a:gd name="connsiteX3429" fmla="*/ 7891684 w 10450132"/>
              <a:gd name="connsiteY3429" fmla="*/ 4141158 h 5450835"/>
              <a:gd name="connsiteX3430" fmla="*/ 7890896 w 10450132"/>
              <a:gd name="connsiteY3430" fmla="*/ 4140698 h 5450835"/>
              <a:gd name="connsiteX3431" fmla="*/ 7886363 w 10450132"/>
              <a:gd name="connsiteY3431" fmla="*/ 4132817 h 5450835"/>
              <a:gd name="connsiteX3432" fmla="*/ 7886363 w 10450132"/>
              <a:gd name="connsiteY3432" fmla="*/ 4131963 h 5450835"/>
              <a:gd name="connsiteX3433" fmla="*/ 7890896 w 10450132"/>
              <a:gd name="connsiteY3433" fmla="*/ 4124081 h 5450835"/>
              <a:gd name="connsiteX3434" fmla="*/ 7891684 w 10450132"/>
              <a:gd name="connsiteY3434" fmla="*/ 4123622 h 5450835"/>
              <a:gd name="connsiteX3435" fmla="*/ 7637304 w 10450132"/>
              <a:gd name="connsiteY3435" fmla="*/ 4123622 h 5450835"/>
              <a:gd name="connsiteX3436" fmla="*/ 7646367 w 10450132"/>
              <a:gd name="connsiteY3436" fmla="*/ 4123622 h 5450835"/>
              <a:gd name="connsiteX3437" fmla="*/ 7647156 w 10450132"/>
              <a:gd name="connsiteY3437" fmla="*/ 4124081 h 5450835"/>
              <a:gd name="connsiteX3438" fmla="*/ 7651687 w 10450132"/>
              <a:gd name="connsiteY3438" fmla="*/ 4131963 h 5450835"/>
              <a:gd name="connsiteX3439" fmla="*/ 7651687 w 10450132"/>
              <a:gd name="connsiteY3439" fmla="*/ 4132817 h 5450835"/>
              <a:gd name="connsiteX3440" fmla="*/ 7647156 w 10450132"/>
              <a:gd name="connsiteY3440" fmla="*/ 4140698 h 5450835"/>
              <a:gd name="connsiteX3441" fmla="*/ 7646367 w 10450132"/>
              <a:gd name="connsiteY3441" fmla="*/ 4141158 h 5450835"/>
              <a:gd name="connsiteX3442" fmla="*/ 7637304 w 10450132"/>
              <a:gd name="connsiteY3442" fmla="*/ 4141158 h 5450835"/>
              <a:gd name="connsiteX3443" fmla="*/ 7636516 w 10450132"/>
              <a:gd name="connsiteY3443" fmla="*/ 4140698 h 5450835"/>
              <a:gd name="connsiteX3444" fmla="*/ 7631983 w 10450132"/>
              <a:gd name="connsiteY3444" fmla="*/ 4132817 h 5450835"/>
              <a:gd name="connsiteX3445" fmla="*/ 7631983 w 10450132"/>
              <a:gd name="connsiteY3445" fmla="*/ 4131963 h 5450835"/>
              <a:gd name="connsiteX3446" fmla="*/ 7636516 w 10450132"/>
              <a:gd name="connsiteY3446" fmla="*/ 4124081 h 5450835"/>
              <a:gd name="connsiteX3447" fmla="*/ 7637304 w 10450132"/>
              <a:gd name="connsiteY3447" fmla="*/ 4123622 h 5450835"/>
              <a:gd name="connsiteX3448" fmla="*/ 7382923 w 10450132"/>
              <a:gd name="connsiteY3448" fmla="*/ 4123622 h 5450835"/>
              <a:gd name="connsiteX3449" fmla="*/ 7391987 w 10450132"/>
              <a:gd name="connsiteY3449" fmla="*/ 4123622 h 5450835"/>
              <a:gd name="connsiteX3450" fmla="*/ 7392775 w 10450132"/>
              <a:gd name="connsiteY3450" fmla="*/ 4124081 h 5450835"/>
              <a:gd name="connsiteX3451" fmla="*/ 7397307 w 10450132"/>
              <a:gd name="connsiteY3451" fmla="*/ 4131963 h 5450835"/>
              <a:gd name="connsiteX3452" fmla="*/ 7397307 w 10450132"/>
              <a:gd name="connsiteY3452" fmla="*/ 4132817 h 5450835"/>
              <a:gd name="connsiteX3453" fmla="*/ 7392775 w 10450132"/>
              <a:gd name="connsiteY3453" fmla="*/ 4140698 h 5450835"/>
              <a:gd name="connsiteX3454" fmla="*/ 7391987 w 10450132"/>
              <a:gd name="connsiteY3454" fmla="*/ 4141158 h 5450835"/>
              <a:gd name="connsiteX3455" fmla="*/ 7382923 w 10450132"/>
              <a:gd name="connsiteY3455" fmla="*/ 4141158 h 5450835"/>
              <a:gd name="connsiteX3456" fmla="*/ 7382135 w 10450132"/>
              <a:gd name="connsiteY3456" fmla="*/ 4140698 h 5450835"/>
              <a:gd name="connsiteX3457" fmla="*/ 7377602 w 10450132"/>
              <a:gd name="connsiteY3457" fmla="*/ 4132817 h 5450835"/>
              <a:gd name="connsiteX3458" fmla="*/ 7377602 w 10450132"/>
              <a:gd name="connsiteY3458" fmla="*/ 4131963 h 5450835"/>
              <a:gd name="connsiteX3459" fmla="*/ 7382135 w 10450132"/>
              <a:gd name="connsiteY3459" fmla="*/ 4124081 h 5450835"/>
              <a:gd name="connsiteX3460" fmla="*/ 7382923 w 10450132"/>
              <a:gd name="connsiteY3460" fmla="*/ 4123622 h 5450835"/>
              <a:gd name="connsiteX3461" fmla="*/ 7128477 w 10450132"/>
              <a:gd name="connsiteY3461" fmla="*/ 4123622 h 5450835"/>
              <a:gd name="connsiteX3462" fmla="*/ 7137540 w 10450132"/>
              <a:gd name="connsiteY3462" fmla="*/ 4123622 h 5450835"/>
              <a:gd name="connsiteX3463" fmla="*/ 7138328 w 10450132"/>
              <a:gd name="connsiteY3463" fmla="*/ 4124081 h 5450835"/>
              <a:gd name="connsiteX3464" fmla="*/ 7142860 w 10450132"/>
              <a:gd name="connsiteY3464" fmla="*/ 4131963 h 5450835"/>
              <a:gd name="connsiteX3465" fmla="*/ 7142860 w 10450132"/>
              <a:gd name="connsiteY3465" fmla="*/ 4132817 h 5450835"/>
              <a:gd name="connsiteX3466" fmla="*/ 7138328 w 10450132"/>
              <a:gd name="connsiteY3466" fmla="*/ 4140698 h 5450835"/>
              <a:gd name="connsiteX3467" fmla="*/ 7137540 w 10450132"/>
              <a:gd name="connsiteY3467" fmla="*/ 4141158 h 5450835"/>
              <a:gd name="connsiteX3468" fmla="*/ 7128477 w 10450132"/>
              <a:gd name="connsiteY3468" fmla="*/ 4141158 h 5450835"/>
              <a:gd name="connsiteX3469" fmla="*/ 7127689 w 10450132"/>
              <a:gd name="connsiteY3469" fmla="*/ 4140698 h 5450835"/>
              <a:gd name="connsiteX3470" fmla="*/ 7123156 w 10450132"/>
              <a:gd name="connsiteY3470" fmla="*/ 4132817 h 5450835"/>
              <a:gd name="connsiteX3471" fmla="*/ 7123156 w 10450132"/>
              <a:gd name="connsiteY3471" fmla="*/ 4131963 h 5450835"/>
              <a:gd name="connsiteX3472" fmla="*/ 7127689 w 10450132"/>
              <a:gd name="connsiteY3472" fmla="*/ 4124081 h 5450835"/>
              <a:gd name="connsiteX3473" fmla="*/ 7128477 w 10450132"/>
              <a:gd name="connsiteY3473" fmla="*/ 4123622 h 5450835"/>
              <a:gd name="connsiteX3474" fmla="*/ 6874095 w 10450132"/>
              <a:gd name="connsiteY3474" fmla="*/ 4123622 h 5450835"/>
              <a:gd name="connsiteX3475" fmla="*/ 6883159 w 10450132"/>
              <a:gd name="connsiteY3475" fmla="*/ 4123622 h 5450835"/>
              <a:gd name="connsiteX3476" fmla="*/ 6883947 w 10450132"/>
              <a:gd name="connsiteY3476" fmla="*/ 4124081 h 5450835"/>
              <a:gd name="connsiteX3477" fmla="*/ 6888480 w 10450132"/>
              <a:gd name="connsiteY3477" fmla="*/ 4131963 h 5450835"/>
              <a:gd name="connsiteX3478" fmla="*/ 6888480 w 10450132"/>
              <a:gd name="connsiteY3478" fmla="*/ 4132817 h 5450835"/>
              <a:gd name="connsiteX3479" fmla="*/ 6883947 w 10450132"/>
              <a:gd name="connsiteY3479" fmla="*/ 4140698 h 5450835"/>
              <a:gd name="connsiteX3480" fmla="*/ 6883159 w 10450132"/>
              <a:gd name="connsiteY3480" fmla="*/ 4141158 h 5450835"/>
              <a:gd name="connsiteX3481" fmla="*/ 6874095 w 10450132"/>
              <a:gd name="connsiteY3481" fmla="*/ 4141158 h 5450835"/>
              <a:gd name="connsiteX3482" fmla="*/ 6873307 w 10450132"/>
              <a:gd name="connsiteY3482" fmla="*/ 4140698 h 5450835"/>
              <a:gd name="connsiteX3483" fmla="*/ 6868775 w 10450132"/>
              <a:gd name="connsiteY3483" fmla="*/ 4132817 h 5450835"/>
              <a:gd name="connsiteX3484" fmla="*/ 6868775 w 10450132"/>
              <a:gd name="connsiteY3484" fmla="*/ 4131963 h 5450835"/>
              <a:gd name="connsiteX3485" fmla="*/ 6873307 w 10450132"/>
              <a:gd name="connsiteY3485" fmla="*/ 4124081 h 5450835"/>
              <a:gd name="connsiteX3486" fmla="*/ 6874095 w 10450132"/>
              <a:gd name="connsiteY3486" fmla="*/ 4123622 h 5450835"/>
              <a:gd name="connsiteX3487" fmla="*/ 6619714 w 10450132"/>
              <a:gd name="connsiteY3487" fmla="*/ 4123622 h 5450835"/>
              <a:gd name="connsiteX3488" fmla="*/ 6628778 w 10450132"/>
              <a:gd name="connsiteY3488" fmla="*/ 4123622 h 5450835"/>
              <a:gd name="connsiteX3489" fmla="*/ 6629566 w 10450132"/>
              <a:gd name="connsiteY3489" fmla="*/ 4124081 h 5450835"/>
              <a:gd name="connsiteX3490" fmla="*/ 6634099 w 10450132"/>
              <a:gd name="connsiteY3490" fmla="*/ 4131963 h 5450835"/>
              <a:gd name="connsiteX3491" fmla="*/ 6634099 w 10450132"/>
              <a:gd name="connsiteY3491" fmla="*/ 4132817 h 5450835"/>
              <a:gd name="connsiteX3492" fmla="*/ 6629566 w 10450132"/>
              <a:gd name="connsiteY3492" fmla="*/ 4140698 h 5450835"/>
              <a:gd name="connsiteX3493" fmla="*/ 6628778 w 10450132"/>
              <a:gd name="connsiteY3493" fmla="*/ 4141158 h 5450835"/>
              <a:gd name="connsiteX3494" fmla="*/ 6619714 w 10450132"/>
              <a:gd name="connsiteY3494" fmla="*/ 4141158 h 5450835"/>
              <a:gd name="connsiteX3495" fmla="*/ 6618926 w 10450132"/>
              <a:gd name="connsiteY3495" fmla="*/ 4140698 h 5450835"/>
              <a:gd name="connsiteX3496" fmla="*/ 6614394 w 10450132"/>
              <a:gd name="connsiteY3496" fmla="*/ 4132817 h 5450835"/>
              <a:gd name="connsiteX3497" fmla="*/ 6614394 w 10450132"/>
              <a:gd name="connsiteY3497" fmla="*/ 4131963 h 5450835"/>
              <a:gd name="connsiteX3498" fmla="*/ 6618926 w 10450132"/>
              <a:gd name="connsiteY3498" fmla="*/ 4124081 h 5450835"/>
              <a:gd name="connsiteX3499" fmla="*/ 6619714 w 10450132"/>
              <a:gd name="connsiteY3499" fmla="*/ 4123622 h 5450835"/>
              <a:gd name="connsiteX3500" fmla="*/ 6365334 w 10450132"/>
              <a:gd name="connsiteY3500" fmla="*/ 4123622 h 5450835"/>
              <a:gd name="connsiteX3501" fmla="*/ 6374397 w 10450132"/>
              <a:gd name="connsiteY3501" fmla="*/ 4123622 h 5450835"/>
              <a:gd name="connsiteX3502" fmla="*/ 6375186 w 10450132"/>
              <a:gd name="connsiteY3502" fmla="*/ 4124081 h 5450835"/>
              <a:gd name="connsiteX3503" fmla="*/ 6379718 w 10450132"/>
              <a:gd name="connsiteY3503" fmla="*/ 4131963 h 5450835"/>
              <a:gd name="connsiteX3504" fmla="*/ 6379718 w 10450132"/>
              <a:gd name="connsiteY3504" fmla="*/ 4132817 h 5450835"/>
              <a:gd name="connsiteX3505" fmla="*/ 6375186 w 10450132"/>
              <a:gd name="connsiteY3505" fmla="*/ 4140698 h 5450835"/>
              <a:gd name="connsiteX3506" fmla="*/ 6374397 w 10450132"/>
              <a:gd name="connsiteY3506" fmla="*/ 4141158 h 5450835"/>
              <a:gd name="connsiteX3507" fmla="*/ 6365334 w 10450132"/>
              <a:gd name="connsiteY3507" fmla="*/ 4141158 h 5450835"/>
              <a:gd name="connsiteX3508" fmla="*/ 6364546 w 10450132"/>
              <a:gd name="connsiteY3508" fmla="*/ 4140698 h 5450835"/>
              <a:gd name="connsiteX3509" fmla="*/ 6360014 w 10450132"/>
              <a:gd name="connsiteY3509" fmla="*/ 4132817 h 5450835"/>
              <a:gd name="connsiteX3510" fmla="*/ 6360014 w 10450132"/>
              <a:gd name="connsiteY3510" fmla="*/ 4131963 h 5450835"/>
              <a:gd name="connsiteX3511" fmla="*/ 6364546 w 10450132"/>
              <a:gd name="connsiteY3511" fmla="*/ 4124081 h 5450835"/>
              <a:gd name="connsiteX3512" fmla="*/ 6365334 w 10450132"/>
              <a:gd name="connsiteY3512" fmla="*/ 4123622 h 5450835"/>
              <a:gd name="connsiteX3513" fmla="*/ 6110888 w 10450132"/>
              <a:gd name="connsiteY3513" fmla="*/ 4123622 h 5450835"/>
              <a:gd name="connsiteX3514" fmla="*/ 6119953 w 10450132"/>
              <a:gd name="connsiteY3514" fmla="*/ 4123622 h 5450835"/>
              <a:gd name="connsiteX3515" fmla="*/ 6120740 w 10450132"/>
              <a:gd name="connsiteY3515" fmla="*/ 4124081 h 5450835"/>
              <a:gd name="connsiteX3516" fmla="*/ 6125272 w 10450132"/>
              <a:gd name="connsiteY3516" fmla="*/ 4131963 h 5450835"/>
              <a:gd name="connsiteX3517" fmla="*/ 6125272 w 10450132"/>
              <a:gd name="connsiteY3517" fmla="*/ 4132817 h 5450835"/>
              <a:gd name="connsiteX3518" fmla="*/ 6120740 w 10450132"/>
              <a:gd name="connsiteY3518" fmla="*/ 4140698 h 5450835"/>
              <a:gd name="connsiteX3519" fmla="*/ 6119953 w 10450132"/>
              <a:gd name="connsiteY3519" fmla="*/ 4141158 h 5450835"/>
              <a:gd name="connsiteX3520" fmla="*/ 6110888 w 10450132"/>
              <a:gd name="connsiteY3520" fmla="*/ 4141158 h 5450835"/>
              <a:gd name="connsiteX3521" fmla="*/ 6110101 w 10450132"/>
              <a:gd name="connsiteY3521" fmla="*/ 4140698 h 5450835"/>
              <a:gd name="connsiteX3522" fmla="*/ 6105567 w 10450132"/>
              <a:gd name="connsiteY3522" fmla="*/ 4132817 h 5450835"/>
              <a:gd name="connsiteX3523" fmla="*/ 6105567 w 10450132"/>
              <a:gd name="connsiteY3523" fmla="*/ 4131963 h 5450835"/>
              <a:gd name="connsiteX3524" fmla="*/ 6110101 w 10450132"/>
              <a:gd name="connsiteY3524" fmla="*/ 4124081 h 5450835"/>
              <a:gd name="connsiteX3525" fmla="*/ 6110888 w 10450132"/>
              <a:gd name="connsiteY3525" fmla="*/ 4123622 h 5450835"/>
              <a:gd name="connsiteX3526" fmla="*/ 5856508 w 10450132"/>
              <a:gd name="connsiteY3526" fmla="*/ 4123622 h 5450835"/>
              <a:gd name="connsiteX3527" fmla="*/ 5865571 w 10450132"/>
              <a:gd name="connsiteY3527" fmla="*/ 4123622 h 5450835"/>
              <a:gd name="connsiteX3528" fmla="*/ 5866359 w 10450132"/>
              <a:gd name="connsiteY3528" fmla="*/ 4124081 h 5450835"/>
              <a:gd name="connsiteX3529" fmla="*/ 5870891 w 10450132"/>
              <a:gd name="connsiteY3529" fmla="*/ 4131963 h 5450835"/>
              <a:gd name="connsiteX3530" fmla="*/ 5870891 w 10450132"/>
              <a:gd name="connsiteY3530" fmla="*/ 4132817 h 5450835"/>
              <a:gd name="connsiteX3531" fmla="*/ 5866359 w 10450132"/>
              <a:gd name="connsiteY3531" fmla="*/ 4140698 h 5450835"/>
              <a:gd name="connsiteX3532" fmla="*/ 5865571 w 10450132"/>
              <a:gd name="connsiteY3532" fmla="*/ 4141158 h 5450835"/>
              <a:gd name="connsiteX3533" fmla="*/ 5856508 w 10450132"/>
              <a:gd name="connsiteY3533" fmla="*/ 4141158 h 5450835"/>
              <a:gd name="connsiteX3534" fmla="*/ 5855720 w 10450132"/>
              <a:gd name="connsiteY3534" fmla="*/ 4140698 h 5450835"/>
              <a:gd name="connsiteX3535" fmla="*/ 5851187 w 10450132"/>
              <a:gd name="connsiteY3535" fmla="*/ 4132817 h 5450835"/>
              <a:gd name="connsiteX3536" fmla="*/ 5851187 w 10450132"/>
              <a:gd name="connsiteY3536" fmla="*/ 4131963 h 5450835"/>
              <a:gd name="connsiteX3537" fmla="*/ 5855720 w 10450132"/>
              <a:gd name="connsiteY3537" fmla="*/ 4124081 h 5450835"/>
              <a:gd name="connsiteX3538" fmla="*/ 5856508 w 10450132"/>
              <a:gd name="connsiteY3538" fmla="*/ 4123622 h 5450835"/>
              <a:gd name="connsiteX3539" fmla="*/ 5602126 w 10450132"/>
              <a:gd name="connsiteY3539" fmla="*/ 4123622 h 5450835"/>
              <a:gd name="connsiteX3540" fmla="*/ 5611191 w 10450132"/>
              <a:gd name="connsiteY3540" fmla="*/ 4123622 h 5450835"/>
              <a:gd name="connsiteX3541" fmla="*/ 5611979 w 10450132"/>
              <a:gd name="connsiteY3541" fmla="*/ 4124081 h 5450835"/>
              <a:gd name="connsiteX3542" fmla="*/ 5616511 w 10450132"/>
              <a:gd name="connsiteY3542" fmla="*/ 4131963 h 5450835"/>
              <a:gd name="connsiteX3543" fmla="*/ 5616511 w 10450132"/>
              <a:gd name="connsiteY3543" fmla="*/ 4132817 h 5450835"/>
              <a:gd name="connsiteX3544" fmla="*/ 5611979 w 10450132"/>
              <a:gd name="connsiteY3544" fmla="*/ 4140698 h 5450835"/>
              <a:gd name="connsiteX3545" fmla="*/ 5611191 w 10450132"/>
              <a:gd name="connsiteY3545" fmla="*/ 4141158 h 5450835"/>
              <a:gd name="connsiteX3546" fmla="*/ 5602126 w 10450132"/>
              <a:gd name="connsiteY3546" fmla="*/ 4141158 h 5450835"/>
              <a:gd name="connsiteX3547" fmla="*/ 5601338 w 10450132"/>
              <a:gd name="connsiteY3547" fmla="*/ 4140698 h 5450835"/>
              <a:gd name="connsiteX3548" fmla="*/ 5596807 w 10450132"/>
              <a:gd name="connsiteY3548" fmla="*/ 4132817 h 5450835"/>
              <a:gd name="connsiteX3549" fmla="*/ 5596807 w 10450132"/>
              <a:gd name="connsiteY3549" fmla="*/ 4131963 h 5450835"/>
              <a:gd name="connsiteX3550" fmla="*/ 5601338 w 10450132"/>
              <a:gd name="connsiteY3550" fmla="*/ 4124081 h 5450835"/>
              <a:gd name="connsiteX3551" fmla="*/ 5602126 w 10450132"/>
              <a:gd name="connsiteY3551" fmla="*/ 4123622 h 5450835"/>
              <a:gd name="connsiteX3552" fmla="*/ 5347746 w 10450132"/>
              <a:gd name="connsiteY3552" fmla="*/ 4123622 h 5450835"/>
              <a:gd name="connsiteX3553" fmla="*/ 5356810 w 10450132"/>
              <a:gd name="connsiteY3553" fmla="*/ 4123622 h 5450835"/>
              <a:gd name="connsiteX3554" fmla="*/ 5357598 w 10450132"/>
              <a:gd name="connsiteY3554" fmla="*/ 4124081 h 5450835"/>
              <a:gd name="connsiteX3555" fmla="*/ 5362130 w 10450132"/>
              <a:gd name="connsiteY3555" fmla="*/ 4131963 h 5450835"/>
              <a:gd name="connsiteX3556" fmla="*/ 5362130 w 10450132"/>
              <a:gd name="connsiteY3556" fmla="*/ 4132817 h 5450835"/>
              <a:gd name="connsiteX3557" fmla="*/ 5357598 w 10450132"/>
              <a:gd name="connsiteY3557" fmla="*/ 4140698 h 5450835"/>
              <a:gd name="connsiteX3558" fmla="*/ 5356810 w 10450132"/>
              <a:gd name="connsiteY3558" fmla="*/ 4141158 h 5450835"/>
              <a:gd name="connsiteX3559" fmla="*/ 5347746 w 10450132"/>
              <a:gd name="connsiteY3559" fmla="*/ 4141158 h 5450835"/>
              <a:gd name="connsiteX3560" fmla="*/ 5346958 w 10450132"/>
              <a:gd name="connsiteY3560" fmla="*/ 4140698 h 5450835"/>
              <a:gd name="connsiteX3561" fmla="*/ 5342425 w 10450132"/>
              <a:gd name="connsiteY3561" fmla="*/ 4132817 h 5450835"/>
              <a:gd name="connsiteX3562" fmla="*/ 5342425 w 10450132"/>
              <a:gd name="connsiteY3562" fmla="*/ 4131963 h 5450835"/>
              <a:gd name="connsiteX3563" fmla="*/ 5346958 w 10450132"/>
              <a:gd name="connsiteY3563" fmla="*/ 4124081 h 5450835"/>
              <a:gd name="connsiteX3564" fmla="*/ 5347746 w 10450132"/>
              <a:gd name="connsiteY3564" fmla="*/ 4123622 h 5450835"/>
              <a:gd name="connsiteX3565" fmla="*/ 5093300 w 10450132"/>
              <a:gd name="connsiteY3565" fmla="*/ 4123622 h 5450835"/>
              <a:gd name="connsiteX3566" fmla="*/ 5102364 w 10450132"/>
              <a:gd name="connsiteY3566" fmla="*/ 4123622 h 5450835"/>
              <a:gd name="connsiteX3567" fmla="*/ 5103153 w 10450132"/>
              <a:gd name="connsiteY3567" fmla="*/ 4124081 h 5450835"/>
              <a:gd name="connsiteX3568" fmla="*/ 5107684 w 10450132"/>
              <a:gd name="connsiteY3568" fmla="*/ 4131963 h 5450835"/>
              <a:gd name="connsiteX3569" fmla="*/ 5107684 w 10450132"/>
              <a:gd name="connsiteY3569" fmla="*/ 4132817 h 5450835"/>
              <a:gd name="connsiteX3570" fmla="*/ 5103153 w 10450132"/>
              <a:gd name="connsiteY3570" fmla="*/ 4140698 h 5450835"/>
              <a:gd name="connsiteX3571" fmla="*/ 5102364 w 10450132"/>
              <a:gd name="connsiteY3571" fmla="*/ 4141158 h 5450835"/>
              <a:gd name="connsiteX3572" fmla="*/ 5093300 w 10450132"/>
              <a:gd name="connsiteY3572" fmla="*/ 4141158 h 5450835"/>
              <a:gd name="connsiteX3573" fmla="*/ 5092512 w 10450132"/>
              <a:gd name="connsiteY3573" fmla="*/ 4140698 h 5450835"/>
              <a:gd name="connsiteX3574" fmla="*/ 5087979 w 10450132"/>
              <a:gd name="connsiteY3574" fmla="*/ 4132817 h 5450835"/>
              <a:gd name="connsiteX3575" fmla="*/ 5087979 w 10450132"/>
              <a:gd name="connsiteY3575" fmla="*/ 4131963 h 5450835"/>
              <a:gd name="connsiteX3576" fmla="*/ 5092512 w 10450132"/>
              <a:gd name="connsiteY3576" fmla="*/ 4124081 h 5450835"/>
              <a:gd name="connsiteX3577" fmla="*/ 5093300 w 10450132"/>
              <a:gd name="connsiteY3577" fmla="*/ 4123622 h 5450835"/>
              <a:gd name="connsiteX3578" fmla="*/ 4838919 w 10450132"/>
              <a:gd name="connsiteY3578" fmla="*/ 4123622 h 5450835"/>
              <a:gd name="connsiteX3579" fmla="*/ 4847982 w 10450132"/>
              <a:gd name="connsiteY3579" fmla="*/ 4123622 h 5450835"/>
              <a:gd name="connsiteX3580" fmla="*/ 4848772 w 10450132"/>
              <a:gd name="connsiteY3580" fmla="*/ 4124081 h 5450835"/>
              <a:gd name="connsiteX3581" fmla="*/ 4853303 w 10450132"/>
              <a:gd name="connsiteY3581" fmla="*/ 4131963 h 5450835"/>
              <a:gd name="connsiteX3582" fmla="*/ 4853303 w 10450132"/>
              <a:gd name="connsiteY3582" fmla="*/ 4132817 h 5450835"/>
              <a:gd name="connsiteX3583" fmla="*/ 4848772 w 10450132"/>
              <a:gd name="connsiteY3583" fmla="*/ 4140698 h 5450835"/>
              <a:gd name="connsiteX3584" fmla="*/ 4847982 w 10450132"/>
              <a:gd name="connsiteY3584" fmla="*/ 4141158 h 5450835"/>
              <a:gd name="connsiteX3585" fmla="*/ 4838919 w 10450132"/>
              <a:gd name="connsiteY3585" fmla="*/ 4141158 h 5450835"/>
              <a:gd name="connsiteX3586" fmla="*/ 4838132 w 10450132"/>
              <a:gd name="connsiteY3586" fmla="*/ 4140698 h 5450835"/>
              <a:gd name="connsiteX3587" fmla="*/ 4833598 w 10450132"/>
              <a:gd name="connsiteY3587" fmla="*/ 4132817 h 5450835"/>
              <a:gd name="connsiteX3588" fmla="*/ 4833598 w 10450132"/>
              <a:gd name="connsiteY3588" fmla="*/ 4131963 h 5450835"/>
              <a:gd name="connsiteX3589" fmla="*/ 4838132 w 10450132"/>
              <a:gd name="connsiteY3589" fmla="*/ 4124081 h 5450835"/>
              <a:gd name="connsiteX3590" fmla="*/ 4838919 w 10450132"/>
              <a:gd name="connsiteY3590" fmla="*/ 4123622 h 5450835"/>
              <a:gd name="connsiteX3591" fmla="*/ 4584538 w 10450132"/>
              <a:gd name="connsiteY3591" fmla="*/ 4123622 h 5450835"/>
              <a:gd name="connsiteX3592" fmla="*/ 4593603 w 10450132"/>
              <a:gd name="connsiteY3592" fmla="*/ 4123622 h 5450835"/>
              <a:gd name="connsiteX3593" fmla="*/ 4594390 w 10450132"/>
              <a:gd name="connsiteY3593" fmla="*/ 4124081 h 5450835"/>
              <a:gd name="connsiteX3594" fmla="*/ 4598922 w 10450132"/>
              <a:gd name="connsiteY3594" fmla="*/ 4131963 h 5450835"/>
              <a:gd name="connsiteX3595" fmla="*/ 4598922 w 10450132"/>
              <a:gd name="connsiteY3595" fmla="*/ 4132817 h 5450835"/>
              <a:gd name="connsiteX3596" fmla="*/ 4594390 w 10450132"/>
              <a:gd name="connsiteY3596" fmla="*/ 4140698 h 5450835"/>
              <a:gd name="connsiteX3597" fmla="*/ 4593603 w 10450132"/>
              <a:gd name="connsiteY3597" fmla="*/ 4141158 h 5450835"/>
              <a:gd name="connsiteX3598" fmla="*/ 4584538 w 10450132"/>
              <a:gd name="connsiteY3598" fmla="*/ 4141158 h 5450835"/>
              <a:gd name="connsiteX3599" fmla="*/ 4583749 w 10450132"/>
              <a:gd name="connsiteY3599" fmla="*/ 4140698 h 5450835"/>
              <a:gd name="connsiteX3600" fmla="*/ 4579218 w 10450132"/>
              <a:gd name="connsiteY3600" fmla="*/ 4132817 h 5450835"/>
              <a:gd name="connsiteX3601" fmla="*/ 4579218 w 10450132"/>
              <a:gd name="connsiteY3601" fmla="*/ 4131963 h 5450835"/>
              <a:gd name="connsiteX3602" fmla="*/ 4583749 w 10450132"/>
              <a:gd name="connsiteY3602" fmla="*/ 4124081 h 5450835"/>
              <a:gd name="connsiteX3603" fmla="*/ 4584538 w 10450132"/>
              <a:gd name="connsiteY3603" fmla="*/ 4123622 h 5450835"/>
              <a:gd name="connsiteX3604" fmla="*/ 4330157 w 10450132"/>
              <a:gd name="connsiteY3604" fmla="*/ 4123622 h 5450835"/>
              <a:gd name="connsiteX3605" fmla="*/ 4339222 w 10450132"/>
              <a:gd name="connsiteY3605" fmla="*/ 4123622 h 5450835"/>
              <a:gd name="connsiteX3606" fmla="*/ 4340010 w 10450132"/>
              <a:gd name="connsiteY3606" fmla="*/ 4124081 h 5450835"/>
              <a:gd name="connsiteX3607" fmla="*/ 4344540 w 10450132"/>
              <a:gd name="connsiteY3607" fmla="*/ 4131963 h 5450835"/>
              <a:gd name="connsiteX3608" fmla="*/ 4344540 w 10450132"/>
              <a:gd name="connsiteY3608" fmla="*/ 4132817 h 5450835"/>
              <a:gd name="connsiteX3609" fmla="*/ 4340010 w 10450132"/>
              <a:gd name="connsiteY3609" fmla="*/ 4140698 h 5450835"/>
              <a:gd name="connsiteX3610" fmla="*/ 4339222 w 10450132"/>
              <a:gd name="connsiteY3610" fmla="*/ 4141158 h 5450835"/>
              <a:gd name="connsiteX3611" fmla="*/ 4330157 w 10450132"/>
              <a:gd name="connsiteY3611" fmla="*/ 4141158 h 5450835"/>
              <a:gd name="connsiteX3612" fmla="*/ 4329369 w 10450132"/>
              <a:gd name="connsiteY3612" fmla="*/ 4140698 h 5450835"/>
              <a:gd name="connsiteX3613" fmla="*/ 4324836 w 10450132"/>
              <a:gd name="connsiteY3613" fmla="*/ 4132817 h 5450835"/>
              <a:gd name="connsiteX3614" fmla="*/ 4324836 w 10450132"/>
              <a:gd name="connsiteY3614" fmla="*/ 4131963 h 5450835"/>
              <a:gd name="connsiteX3615" fmla="*/ 4329369 w 10450132"/>
              <a:gd name="connsiteY3615" fmla="*/ 4124081 h 5450835"/>
              <a:gd name="connsiteX3616" fmla="*/ 4330157 w 10450132"/>
              <a:gd name="connsiteY3616" fmla="*/ 4123622 h 5450835"/>
              <a:gd name="connsiteX3617" fmla="*/ 4075790 w 10450132"/>
              <a:gd name="connsiteY3617" fmla="*/ 4123622 h 5450835"/>
              <a:gd name="connsiteX3618" fmla="*/ 4084855 w 10450132"/>
              <a:gd name="connsiteY3618" fmla="*/ 4123622 h 5450835"/>
              <a:gd name="connsiteX3619" fmla="*/ 4085642 w 10450132"/>
              <a:gd name="connsiteY3619" fmla="*/ 4124081 h 5450835"/>
              <a:gd name="connsiteX3620" fmla="*/ 4090176 w 10450132"/>
              <a:gd name="connsiteY3620" fmla="*/ 4131963 h 5450835"/>
              <a:gd name="connsiteX3621" fmla="*/ 4090176 w 10450132"/>
              <a:gd name="connsiteY3621" fmla="*/ 4132817 h 5450835"/>
              <a:gd name="connsiteX3622" fmla="*/ 4085642 w 10450132"/>
              <a:gd name="connsiteY3622" fmla="*/ 4140698 h 5450835"/>
              <a:gd name="connsiteX3623" fmla="*/ 4084855 w 10450132"/>
              <a:gd name="connsiteY3623" fmla="*/ 4141158 h 5450835"/>
              <a:gd name="connsiteX3624" fmla="*/ 4075790 w 10450132"/>
              <a:gd name="connsiteY3624" fmla="*/ 4141158 h 5450835"/>
              <a:gd name="connsiteX3625" fmla="*/ 4075002 w 10450132"/>
              <a:gd name="connsiteY3625" fmla="*/ 4140698 h 5450835"/>
              <a:gd name="connsiteX3626" fmla="*/ 4070469 w 10450132"/>
              <a:gd name="connsiteY3626" fmla="*/ 4132817 h 5450835"/>
              <a:gd name="connsiteX3627" fmla="*/ 4070469 w 10450132"/>
              <a:gd name="connsiteY3627" fmla="*/ 4131963 h 5450835"/>
              <a:gd name="connsiteX3628" fmla="*/ 4075002 w 10450132"/>
              <a:gd name="connsiteY3628" fmla="*/ 4124081 h 5450835"/>
              <a:gd name="connsiteX3629" fmla="*/ 4075790 w 10450132"/>
              <a:gd name="connsiteY3629" fmla="*/ 4123622 h 5450835"/>
              <a:gd name="connsiteX3630" fmla="*/ 3821346 w 10450132"/>
              <a:gd name="connsiteY3630" fmla="*/ 4123622 h 5450835"/>
              <a:gd name="connsiteX3631" fmla="*/ 3830412 w 10450132"/>
              <a:gd name="connsiteY3631" fmla="*/ 4123622 h 5450835"/>
              <a:gd name="connsiteX3632" fmla="*/ 3831200 w 10450132"/>
              <a:gd name="connsiteY3632" fmla="*/ 4124081 h 5450835"/>
              <a:gd name="connsiteX3633" fmla="*/ 3835732 w 10450132"/>
              <a:gd name="connsiteY3633" fmla="*/ 4131963 h 5450835"/>
              <a:gd name="connsiteX3634" fmla="*/ 3835732 w 10450132"/>
              <a:gd name="connsiteY3634" fmla="*/ 4132817 h 5450835"/>
              <a:gd name="connsiteX3635" fmla="*/ 3831200 w 10450132"/>
              <a:gd name="connsiteY3635" fmla="*/ 4140698 h 5450835"/>
              <a:gd name="connsiteX3636" fmla="*/ 3830412 w 10450132"/>
              <a:gd name="connsiteY3636" fmla="*/ 4141158 h 5450835"/>
              <a:gd name="connsiteX3637" fmla="*/ 3821346 w 10450132"/>
              <a:gd name="connsiteY3637" fmla="*/ 4141158 h 5450835"/>
              <a:gd name="connsiteX3638" fmla="*/ 3820558 w 10450132"/>
              <a:gd name="connsiteY3638" fmla="*/ 4140698 h 5450835"/>
              <a:gd name="connsiteX3639" fmla="*/ 3816026 w 10450132"/>
              <a:gd name="connsiteY3639" fmla="*/ 4132817 h 5450835"/>
              <a:gd name="connsiteX3640" fmla="*/ 3816026 w 10450132"/>
              <a:gd name="connsiteY3640" fmla="*/ 4131963 h 5450835"/>
              <a:gd name="connsiteX3641" fmla="*/ 3820558 w 10450132"/>
              <a:gd name="connsiteY3641" fmla="*/ 4124081 h 5450835"/>
              <a:gd name="connsiteX3642" fmla="*/ 3821346 w 10450132"/>
              <a:gd name="connsiteY3642" fmla="*/ 4123622 h 5450835"/>
              <a:gd name="connsiteX3643" fmla="*/ 3567004 w 10450132"/>
              <a:gd name="connsiteY3643" fmla="*/ 4123622 h 5450835"/>
              <a:gd name="connsiteX3644" fmla="*/ 3576068 w 10450132"/>
              <a:gd name="connsiteY3644" fmla="*/ 4123622 h 5450835"/>
              <a:gd name="connsiteX3645" fmla="*/ 3576856 w 10450132"/>
              <a:gd name="connsiteY3645" fmla="*/ 4124081 h 5450835"/>
              <a:gd name="connsiteX3646" fmla="*/ 3581388 w 10450132"/>
              <a:gd name="connsiteY3646" fmla="*/ 4131963 h 5450835"/>
              <a:gd name="connsiteX3647" fmla="*/ 3581388 w 10450132"/>
              <a:gd name="connsiteY3647" fmla="*/ 4132817 h 5450835"/>
              <a:gd name="connsiteX3648" fmla="*/ 3576856 w 10450132"/>
              <a:gd name="connsiteY3648" fmla="*/ 4140698 h 5450835"/>
              <a:gd name="connsiteX3649" fmla="*/ 3576068 w 10450132"/>
              <a:gd name="connsiteY3649" fmla="*/ 4141158 h 5450835"/>
              <a:gd name="connsiteX3650" fmla="*/ 3567004 w 10450132"/>
              <a:gd name="connsiteY3650" fmla="*/ 4141158 h 5450835"/>
              <a:gd name="connsiteX3651" fmla="*/ 3566215 w 10450132"/>
              <a:gd name="connsiteY3651" fmla="*/ 4140698 h 5450835"/>
              <a:gd name="connsiteX3652" fmla="*/ 3561682 w 10450132"/>
              <a:gd name="connsiteY3652" fmla="*/ 4132817 h 5450835"/>
              <a:gd name="connsiteX3653" fmla="*/ 3561682 w 10450132"/>
              <a:gd name="connsiteY3653" fmla="*/ 4131963 h 5450835"/>
              <a:gd name="connsiteX3654" fmla="*/ 3566215 w 10450132"/>
              <a:gd name="connsiteY3654" fmla="*/ 4124081 h 5450835"/>
              <a:gd name="connsiteX3655" fmla="*/ 3567004 w 10450132"/>
              <a:gd name="connsiteY3655" fmla="*/ 4123622 h 5450835"/>
              <a:gd name="connsiteX3656" fmla="*/ 3312668 w 10450132"/>
              <a:gd name="connsiteY3656" fmla="*/ 4123622 h 5450835"/>
              <a:gd name="connsiteX3657" fmla="*/ 3321732 w 10450132"/>
              <a:gd name="connsiteY3657" fmla="*/ 4123622 h 5450835"/>
              <a:gd name="connsiteX3658" fmla="*/ 3322520 w 10450132"/>
              <a:gd name="connsiteY3658" fmla="*/ 4124081 h 5450835"/>
              <a:gd name="connsiteX3659" fmla="*/ 3327052 w 10450132"/>
              <a:gd name="connsiteY3659" fmla="*/ 4131963 h 5450835"/>
              <a:gd name="connsiteX3660" fmla="*/ 3327052 w 10450132"/>
              <a:gd name="connsiteY3660" fmla="*/ 4132817 h 5450835"/>
              <a:gd name="connsiteX3661" fmla="*/ 3322520 w 10450132"/>
              <a:gd name="connsiteY3661" fmla="*/ 4140698 h 5450835"/>
              <a:gd name="connsiteX3662" fmla="*/ 3321732 w 10450132"/>
              <a:gd name="connsiteY3662" fmla="*/ 4141158 h 5450835"/>
              <a:gd name="connsiteX3663" fmla="*/ 3312668 w 10450132"/>
              <a:gd name="connsiteY3663" fmla="*/ 4141158 h 5450835"/>
              <a:gd name="connsiteX3664" fmla="*/ 3311880 w 10450132"/>
              <a:gd name="connsiteY3664" fmla="*/ 4140698 h 5450835"/>
              <a:gd name="connsiteX3665" fmla="*/ 3307347 w 10450132"/>
              <a:gd name="connsiteY3665" fmla="*/ 4132817 h 5450835"/>
              <a:gd name="connsiteX3666" fmla="*/ 3307347 w 10450132"/>
              <a:gd name="connsiteY3666" fmla="*/ 4131963 h 5450835"/>
              <a:gd name="connsiteX3667" fmla="*/ 3311880 w 10450132"/>
              <a:gd name="connsiteY3667" fmla="*/ 4124081 h 5450835"/>
              <a:gd name="connsiteX3668" fmla="*/ 3312668 w 10450132"/>
              <a:gd name="connsiteY3668" fmla="*/ 4123622 h 5450835"/>
              <a:gd name="connsiteX3669" fmla="*/ 3058346 w 10450132"/>
              <a:gd name="connsiteY3669" fmla="*/ 4123622 h 5450835"/>
              <a:gd name="connsiteX3670" fmla="*/ 3067411 w 10450132"/>
              <a:gd name="connsiteY3670" fmla="*/ 4123622 h 5450835"/>
              <a:gd name="connsiteX3671" fmla="*/ 3068199 w 10450132"/>
              <a:gd name="connsiteY3671" fmla="*/ 4124081 h 5450835"/>
              <a:gd name="connsiteX3672" fmla="*/ 3072730 w 10450132"/>
              <a:gd name="connsiteY3672" fmla="*/ 4131963 h 5450835"/>
              <a:gd name="connsiteX3673" fmla="*/ 3072730 w 10450132"/>
              <a:gd name="connsiteY3673" fmla="*/ 4132817 h 5450835"/>
              <a:gd name="connsiteX3674" fmla="*/ 3068199 w 10450132"/>
              <a:gd name="connsiteY3674" fmla="*/ 4140698 h 5450835"/>
              <a:gd name="connsiteX3675" fmla="*/ 3067411 w 10450132"/>
              <a:gd name="connsiteY3675" fmla="*/ 4141158 h 5450835"/>
              <a:gd name="connsiteX3676" fmla="*/ 3058346 w 10450132"/>
              <a:gd name="connsiteY3676" fmla="*/ 4141158 h 5450835"/>
              <a:gd name="connsiteX3677" fmla="*/ 3057558 w 10450132"/>
              <a:gd name="connsiteY3677" fmla="*/ 4140698 h 5450835"/>
              <a:gd name="connsiteX3678" fmla="*/ 3053027 w 10450132"/>
              <a:gd name="connsiteY3678" fmla="*/ 4132817 h 5450835"/>
              <a:gd name="connsiteX3679" fmla="*/ 3053027 w 10450132"/>
              <a:gd name="connsiteY3679" fmla="*/ 4131963 h 5450835"/>
              <a:gd name="connsiteX3680" fmla="*/ 3057558 w 10450132"/>
              <a:gd name="connsiteY3680" fmla="*/ 4124081 h 5450835"/>
              <a:gd name="connsiteX3681" fmla="*/ 3058346 w 10450132"/>
              <a:gd name="connsiteY3681" fmla="*/ 4123622 h 5450835"/>
              <a:gd name="connsiteX3682" fmla="*/ 2803926 w 10450132"/>
              <a:gd name="connsiteY3682" fmla="*/ 4123622 h 5450835"/>
              <a:gd name="connsiteX3683" fmla="*/ 2812990 w 10450132"/>
              <a:gd name="connsiteY3683" fmla="*/ 4123622 h 5450835"/>
              <a:gd name="connsiteX3684" fmla="*/ 2813777 w 10450132"/>
              <a:gd name="connsiteY3684" fmla="*/ 4124081 h 5450835"/>
              <a:gd name="connsiteX3685" fmla="*/ 2818309 w 10450132"/>
              <a:gd name="connsiteY3685" fmla="*/ 4131963 h 5450835"/>
              <a:gd name="connsiteX3686" fmla="*/ 2818309 w 10450132"/>
              <a:gd name="connsiteY3686" fmla="*/ 4132817 h 5450835"/>
              <a:gd name="connsiteX3687" fmla="*/ 2813777 w 10450132"/>
              <a:gd name="connsiteY3687" fmla="*/ 4140698 h 5450835"/>
              <a:gd name="connsiteX3688" fmla="*/ 2812990 w 10450132"/>
              <a:gd name="connsiteY3688" fmla="*/ 4141158 h 5450835"/>
              <a:gd name="connsiteX3689" fmla="*/ 2803926 w 10450132"/>
              <a:gd name="connsiteY3689" fmla="*/ 4141158 h 5450835"/>
              <a:gd name="connsiteX3690" fmla="*/ 2803135 w 10450132"/>
              <a:gd name="connsiteY3690" fmla="*/ 4140698 h 5450835"/>
              <a:gd name="connsiteX3691" fmla="*/ 2798603 w 10450132"/>
              <a:gd name="connsiteY3691" fmla="*/ 4132817 h 5450835"/>
              <a:gd name="connsiteX3692" fmla="*/ 2798603 w 10450132"/>
              <a:gd name="connsiteY3692" fmla="*/ 4131963 h 5450835"/>
              <a:gd name="connsiteX3693" fmla="*/ 2803135 w 10450132"/>
              <a:gd name="connsiteY3693" fmla="*/ 4124081 h 5450835"/>
              <a:gd name="connsiteX3694" fmla="*/ 2803926 w 10450132"/>
              <a:gd name="connsiteY3694" fmla="*/ 4123622 h 5450835"/>
              <a:gd name="connsiteX3695" fmla="*/ 2549431 w 10450132"/>
              <a:gd name="connsiteY3695" fmla="*/ 4123622 h 5450835"/>
              <a:gd name="connsiteX3696" fmla="*/ 2558497 w 10450132"/>
              <a:gd name="connsiteY3696" fmla="*/ 4123622 h 5450835"/>
              <a:gd name="connsiteX3697" fmla="*/ 2559284 w 10450132"/>
              <a:gd name="connsiteY3697" fmla="*/ 4124081 h 5450835"/>
              <a:gd name="connsiteX3698" fmla="*/ 2563817 w 10450132"/>
              <a:gd name="connsiteY3698" fmla="*/ 4131963 h 5450835"/>
              <a:gd name="connsiteX3699" fmla="*/ 2563817 w 10450132"/>
              <a:gd name="connsiteY3699" fmla="*/ 4132817 h 5450835"/>
              <a:gd name="connsiteX3700" fmla="*/ 2559284 w 10450132"/>
              <a:gd name="connsiteY3700" fmla="*/ 4140698 h 5450835"/>
              <a:gd name="connsiteX3701" fmla="*/ 2558497 w 10450132"/>
              <a:gd name="connsiteY3701" fmla="*/ 4141158 h 5450835"/>
              <a:gd name="connsiteX3702" fmla="*/ 2549431 w 10450132"/>
              <a:gd name="connsiteY3702" fmla="*/ 4141158 h 5450835"/>
              <a:gd name="connsiteX3703" fmla="*/ 2548643 w 10450132"/>
              <a:gd name="connsiteY3703" fmla="*/ 4140698 h 5450835"/>
              <a:gd name="connsiteX3704" fmla="*/ 2544111 w 10450132"/>
              <a:gd name="connsiteY3704" fmla="*/ 4132817 h 5450835"/>
              <a:gd name="connsiteX3705" fmla="*/ 2544111 w 10450132"/>
              <a:gd name="connsiteY3705" fmla="*/ 4131963 h 5450835"/>
              <a:gd name="connsiteX3706" fmla="*/ 2548643 w 10450132"/>
              <a:gd name="connsiteY3706" fmla="*/ 4124081 h 5450835"/>
              <a:gd name="connsiteX3707" fmla="*/ 2549431 w 10450132"/>
              <a:gd name="connsiteY3707" fmla="*/ 4123622 h 5450835"/>
              <a:gd name="connsiteX3708" fmla="*/ 2295042 w 10450132"/>
              <a:gd name="connsiteY3708" fmla="*/ 4123622 h 5450835"/>
              <a:gd name="connsiteX3709" fmla="*/ 2304107 w 10450132"/>
              <a:gd name="connsiteY3709" fmla="*/ 4123622 h 5450835"/>
              <a:gd name="connsiteX3710" fmla="*/ 2304895 w 10450132"/>
              <a:gd name="connsiteY3710" fmla="*/ 4124081 h 5450835"/>
              <a:gd name="connsiteX3711" fmla="*/ 2309426 w 10450132"/>
              <a:gd name="connsiteY3711" fmla="*/ 4131963 h 5450835"/>
              <a:gd name="connsiteX3712" fmla="*/ 2309426 w 10450132"/>
              <a:gd name="connsiteY3712" fmla="*/ 4132817 h 5450835"/>
              <a:gd name="connsiteX3713" fmla="*/ 2304895 w 10450132"/>
              <a:gd name="connsiteY3713" fmla="*/ 4140698 h 5450835"/>
              <a:gd name="connsiteX3714" fmla="*/ 2304107 w 10450132"/>
              <a:gd name="connsiteY3714" fmla="*/ 4141158 h 5450835"/>
              <a:gd name="connsiteX3715" fmla="*/ 2295042 w 10450132"/>
              <a:gd name="connsiteY3715" fmla="*/ 4141158 h 5450835"/>
              <a:gd name="connsiteX3716" fmla="*/ 2294254 w 10450132"/>
              <a:gd name="connsiteY3716" fmla="*/ 4140698 h 5450835"/>
              <a:gd name="connsiteX3717" fmla="*/ 2289722 w 10450132"/>
              <a:gd name="connsiteY3717" fmla="*/ 4132817 h 5450835"/>
              <a:gd name="connsiteX3718" fmla="*/ 2289722 w 10450132"/>
              <a:gd name="connsiteY3718" fmla="*/ 4131963 h 5450835"/>
              <a:gd name="connsiteX3719" fmla="*/ 2294254 w 10450132"/>
              <a:gd name="connsiteY3719" fmla="*/ 4124081 h 5450835"/>
              <a:gd name="connsiteX3720" fmla="*/ 2295042 w 10450132"/>
              <a:gd name="connsiteY3720" fmla="*/ 4123622 h 5450835"/>
              <a:gd name="connsiteX3721" fmla="*/ 2040669 w 10450132"/>
              <a:gd name="connsiteY3721" fmla="*/ 4123622 h 5450835"/>
              <a:gd name="connsiteX3722" fmla="*/ 2049732 w 10450132"/>
              <a:gd name="connsiteY3722" fmla="*/ 4123622 h 5450835"/>
              <a:gd name="connsiteX3723" fmla="*/ 2050520 w 10450132"/>
              <a:gd name="connsiteY3723" fmla="*/ 4124081 h 5450835"/>
              <a:gd name="connsiteX3724" fmla="*/ 2055053 w 10450132"/>
              <a:gd name="connsiteY3724" fmla="*/ 4131963 h 5450835"/>
              <a:gd name="connsiteX3725" fmla="*/ 2055053 w 10450132"/>
              <a:gd name="connsiteY3725" fmla="*/ 4132817 h 5450835"/>
              <a:gd name="connsiteX3726" fmla="*/ 2050520 w 10450132"/>
              <a:gd name="connsiteY3726" fmla="*/ 4140698 h 5450835"/>
              <a:gd name="connsiteX3727" fmla="*/ 2049732 w 10450132"/>
              <a:gd name="connsiteY3727" fmla="*/ 4141158 h 5450835"/>
              <a:gd name="connsiteX3728" fmla="*/ 2040669 w 10450132"/>
              <a:gd name="connsiteY3728" fmla="*/ 4141158 h 5450835"/>
              <a:gd name="connsiteX3729" fmla="*/ 2039880 w 10450132"/>
              <a:gd name="connsiteY3729" fmla="*/ 4140698 h 5450835"/>
              <a:gd name="connsiteX3730" fmla="*/ 2035346 w 10450132"/>
              <a:gd name="connsiteY3730" fmla="*/ 4132817 h 5450835"/>
              <a:gd name="connsiteX3731" fmla="*/ 2035346 w 10450132"/>
              <a:gd name="connsiteY3731" fmla="*/ 4131963 h 5450835"/>
              <a:gd name="connsiteX3732" fmla="*/ 2039880 w 10450132"/>
              <a:gd name="connsiteY3732" fmla="*/ 4124081 h 5450835"/>
              <a:gd name="connsiteX3733" fmla="*/ 2040669 w 10450132"/>
              <a:gd name="connsiteY3733" fmla="*/ 4123622 h 5450835"/>
              <a:gd name="connsiteX3734" fmla="*/ 1786280 w 10450132"/>
              <a:gd name="connsiteY3734" fmla="*/ 4123622 h 5450835"/>
              <a:gd name="connsiteX3735" fmla="*/ 1795344 w 10450132"/>
              <a:gd name="connsiteY3735" fmla="*/ 4123622 h 5450835"/>
              <a:gd name="connsiteX3736" fmla="*/ 1796133 w 10450132"/>
              <a:gd name="connsiteY3736" fmla="*/ 4124081 h 5450835"/>
              <a:gd name="connsiteX3737" fmla="*/ 1800664 w 10450132"/>
              <a:gd name="connsiteY3737" fmla="*/ 4131963 h 5450835"/>
              <a:gd name="connsiteX3738" fmla="*/ 1800664 w 10450132"/>
              <a:gd name="connsiteY3738" fmla="*/ 4132817 h 5450835"/>
              <a:gd name="connsiteX3739" fmla="*/ 1796133 w 10450132"/>
              <a:gd name="connsiteY3739" fmla="*/ 4140698 h 5450835"/>
              <a:gd name="connsiteX3740" fmla="*/ 1795344 w 10450132"/>
              <a:gd name="connsiteY3740" fmla="*/ 4141158 h 5450835"/>
              <a:gd name="connsiteX3741" fmla="*/ 1786280 w 10450132"/>
              <a:gd name="connsiteY3741" fmla="*/ 4141158 h 5450835"/>
              <a:gd name="connsiteX3742" fmla="*/ 1785492 w 10450132"/>
              <a:gd name="connsiteY3742" fmla="*/ 4140698 h 5450835"/>
              <a:gd name="connsiteX3743" fmla="*/ 1780960 w 10450132"/>
              <a:gd name="connsiteY3743" fmla="*/ 4132817 h 5450835"/>
              <a:gd name="connsiteX3744" fmla="*/ 1780960 w 10450132"/>
              <a:gd name="connsiteY3744" fmla="*/ 4131963 h 5450835"/>
              <a:gd name="connsiteX3745" fmla="*/ 1785492 w 10450132"/>
              <a:gd name="connsiteY3745" fmla="*/ 4124081 h 5450835"/>
              <a:gd name="connsiteX3746" fmla="*/ 1786280 w 10450132"/>
              <a:gd name="connsiteY3746" fmla="*/ 4123622 h 5450835"/>
              <a:gd name="connsiteX3747" fmla="*/ 1531980 w 10450132"/>
              <a:gd name="connsiteY3747" fmla="*/ 4123622 h 5450835"/>
              <a:gd name="connsiteX3748" fmla="*/ 1541042 w 10450132"/>
              <a:gd name="connsiteY3748" fmla="*/ 4123622 h 5450835"/>
              <a:gd name="connsiteX3749" fmla="*/ 1541828 w 10450132"/>
              <a:gd name="connsiteY3749" fmla="*/ 4124081 h 5450835"/>
              <a:gd name="connsiteX3750" fmla="*/ 1546363 w 10450132"/>
              <a:gd name="connsiteY3750" fmla="*/ 4131963 h 5450835"/>
              <a:gd name="connsiteX3751" fmla="*/ 1546363 w 10450132"/>
              <a:gd name="connsiteY3751" fmla="*/ 4132817 h 5450835"/>
              <a:gd name="connsiteX3752" fmla="*/ 1541828 w 10450132"/>
              <a:gd name="connsiteY3752" fmla="*/ 4140698 h 5450835"/>
              <a:gd name="connsiteX3753" fmla="*/ 1541042 w 10450132"/>
              <a:gd name="connsiteY3753" fmla="*/ 4141158 h 5450835"/>
              <a:gd name="connsiteX3754" fmla="*/ 1531980 w 10450132"/>
              <a:gd name="connsiteY3754" fmla="*/ 4141158 h 5450835"/>
              <a:gd name="connsiteX3755" fmla="*/ 1531191 w 10450132"/>
              <a:gd name="connsiteY3755" fmla="*/ 4140698 h 5450835"/>
              <a:gd name="connsiteX3756" fmla="*/ 1526658 w 10450132"/>
              <a:gd name="connsiteY3756" fmla="*/ 4132817 h 5450835"/>
              <a:gd name="connsiteX3757" fmla="*/ 1526658 w 10450132"/>
              <a:gd name="connsiteY3757" fmla="*/ 4131963 h 5450835"/>
              <a:gd name="connsiteX3758" fmla="*/ 1531191 w 10450132"/>
              <a:gd name="connsiteY3758" fmla="*/ 4124081 h 5450835"/>
              <a:gd name="connsiteX3759" fmla="*/ 1531980 w 10450132"/>
              <a:gd name="connsiteY3759" fmla="*/ 4123622 h 5450835"/>
              <a:gd name="connsiteX3760" fmla="*/ 1277596 w 10450132"/>
              <a:gd name="connsiteY3760" fmla="*/ 4123622 h 5450835"/>
              <a:gd name="connsiteX3761" fmla="*/ 1286660 w 10450132"/>
              <a:gd name="connsiteY3761" fmla="*/ 4123622 h 5450835"/>
              <a:gd name="connsiteX3762" fmla="*/ 1287448 w 10450132"/>
              <a:gd name="connsiteY3762" fmla="*/ 4124081 h 5450835"/>
              <a:gd name="connsiteX3763" fmla="*/ 1291981 w 10450132"/>
              <a:gd name="connsiteY3763" fmla="*/ 4131963 h 5450835"/>
              <a:gd name="connsiteX3764" fmla="*/ 1291981 w 10450132"/>
              <a:gd name="connsiteY3764" fmla="*/ 4132817 h 5450835"/>
              <a:gd name="connsiteX3765" fmla="*/ 1287448 w 10450132"/>
              <a:gd name="connsiteY3765" fmla="*/ 4140698 h 5450835"/>
              <a:gd name="connsiteX3766" fmla="*/ 1286660 w 10450132"/>
              <a:gd name="connsiteY3766" fmla="*/ 4141158 h 5450835"/>
              <a:gd name="connsiteX3767" fmla="*/ 1277596 w 10450132"/>
              <a:gd name="connsiteY3767" fmla="*/ 4141158 h 5450835"/>
              <a:gd name="connsiteX3768" fmla="*/ 1276805 w 10450132"/>
              <a:gd name="connsiteY3768" fmla="*/ 4140698 h 5450835"/>
              <a:gd name="connsiteX3769" fmla="*/ 1272274 w 10450132"/>
              <a:gd name="connsiteY3769" fmla="*/ 4132817 h 5450835"/>
              <a:gd name="connsiteX3770" fmla="*/ 1272274 w 10450132"/>
              <a:gd name="connsiteY3770" fmla="*/ 4131963 h 5450835"/>
              <a:gd name="connsiteX3771" fmla="*/ 1276805 w 10450132"/>
              <a:gd name="connsiteY3771" fmla="*/ 4124081 h 5450835"/>
              <a:gd name="connsiteX3772" fmla="*/ 1277596 w 10450132"/>
              <a:gd name="connsiteY3772" fmla="*/ 4123622 h 5450835"/>
              <a:gd name="connsiteX3773" fmla="*/ 1023219 w 10450132"/>
              <a:gd name="connsiteY3773" fmla="*/ 4123622 h 5450835"/>
              <a:gd name="connsiteX3774" fmla="*/ 1032284 w 10450132"/>
              <a:gd name="connsiteY3774" fmla="*/ 4123622 h 5450835"/>
              <a:gd name="connsiteX3775" fmla="*/ 1033072 w 10450132"/>
              <a:gd name="connsiteY3775" fmla="*/ 4124081 h 5450835"/>
              <a:gd name="connsiteX3776" fmla="*/ 1037606 w 10450132"/>
              <a:gd name="connsiteY3776" fmla="*/ 4131963 h 5450835"/>
              <a:gd name="connsiteX3777" fmla="*/ 1037606 w 10450132"/>
              <a:gd name="connsiteY3777" fmla="*/ 4132817 h 5450835"/>
              <a:gd name="connsiteX3778" fmla="*/ 1033072 w 10450132"/>
              <a:gd name="connsiteY3778" fmla="*/ 4140698 h 5450835"/>
              <a:gd name="connsiteX3779" fmla="*/ 1032284 w 10450132"/>
              <a:gd name="connsiteY3779" fmla="*/ 4141158 h 5450835"/>
              <a:gd name="connsiteX3780" fmla="*/ 1023219 w 10450132"/>
              <a:gd name="connsiteY3780" fmla="*/ 4141158 h 5450835"/>
              <a:gd name="connsiteX3781" fmla="*/ 1022432 w 10450132"/>
              <a:gd name="connsiteY3781" fmla="*/ 4140698 h 5450835"/>
              <a:gd name="connsiteX3782" fmla="*/ 1017898 w 10450132"/>
              <a:gd name="connsiteY3782" fmla="*/ 4132817 h 5450835"/>
              <a:gd name="connsiteX3783" fmla="*/ 1017898 w 10450132"/>
              <a:gd name="connsiteY3783" fmla="*/ 4131963 h 5450835"/>
              <a:gd name="connsiteX3784" fmla="*/ 1022432 w 10450132"/>
              <a:gd name="connsiteY3784" fmla="*/ 4124081 h 5450835"/>
              <a:gd name="connsiteX3785" fmla="*/ 1023219 w 10450132"/>
              <a:gd name="connsiteY3785" fmla="*/ 4123622 h 5450835"/>
              <a:gd name="connsiteX3786" fmla="*/ 768624 w 10450132"/>
              <a:gd name="connsiteY3786" fmla="*/ 4123622 h 5450835"/>
              <a:gd name="connsiteX3787" fmla="*/ 777687 w 10450132"/>
              <a:gd name="connsiteY3787" fmla="*/ 4123622 h 5450835"/>
              <a:gd name="connsiteX3788" fmla="*/ 778476 w 10450132"/>
              <a:gd name="connsiteY3788" fmla="*/ 4124081 h 5450835"/>
              <a:gd name="connsiteX3789" fmla="*/ 783007 w 10450132"/>
              <a:gd name="connsiteY3789" fmla="*/ 4131963 h 5450835"/>
              <a:gd name="connsiteX3790" fmla="*/ 783007 w 10450132"/>
              <a:gd name="connsiteY3790" fmla="*/ 4132817 h 5450835"/>
              <a:gd name="connsiteX3791" fmla="*/ 778476 w 10450132"/>
              <a:gd name="connsiteY3791" fmla="*/ 4140698 h 5450835"/>
              <a:gd name="connsiteX3792" fmla="*/ 777687 w 10450132"/>
              <a:gd name="connsiteY3792" fmla="*/ 4141158 h 5450835"/>
              <a:gd name="connsiteX3793" fmla="*/ 768624 w 10450132"/>
              <a:gd name="connsiteY3793" fmla="*/ 4141158 h 5450835"/>
              <a:gd name="connsiteX3794" fmla="*/ 767835 w 10450132"/>
              <a:gd name="connsiteY3794" fmla="*/ 4140698 h 5450835"/>
              <a:gd name="connsiteX3795" fmla="*/ 763303 w 10450132"/>
              <a:gd name="connsiteY3795" fmla="*/ 4132817 h 5450835"/>
              <a:gd name="connsiteX3796" fmla="*/ 763303 w 10450132"/>
              <a:gd name="connsiteY3796" fmla="*/ 4131963 h 5450835"/>
              <a:gd name="connsiteX3797" fmla="*/ 767835 w 10450132"/>
              <a:gd name="connsiteY3797" fmla="*/ 4124081 h 5450835"/>
              <a:gd name="connsiteX3798" fmla="*/ 768624 w 10450132"/>
              <a:gd name="connsiteY3798" fmla="*/ 4123622 h 5450835"/>
              <a:gd name="connsiteX3799" fmla="*/ 514266 w 10450132"/>
              <a:gd name="connsiteY3799" fmla="*/ 4123622 h 5450835"/>
              <a:gd name="connsiteX3800" fmla="*/ 523330 w 10450132"/>
              <a:gd name="connsiteY3800" fmla="*/ 4123622 h 5450835"/>
              <a:gd name="connsiteX3801" fmla="*/ 524118 w 10450132"/>
              <a:gd name="connsiteY3801" fmla="*/ 4124081 h 5450835"/>
              <a:gd name="connsiteX3802" fmla="*/ 528650 w 10450132"/>
              <a:gd name="connsiteY3802" fmla="*/ 4131963 h 5450835"/>
              <a:gd name="connsiteX3803" fmla="*/ 528650 w 10450132"/>
              <a:gd name="connsiteY3803" fmla="*/ 4132817 h 5450835"/>
              <a:gd name="connsiteX3804" fmla="*/ 524118 w 10450132"/>
              <a:gd name="connsiteY3804" fmla="*/ 4140698 h 5450835"/>
              <a:gd name="connsiteX3805" fmla="*/ 523330 w 10450132"/>
              <a:gd name="connsiteY3805" fmla="*/ 4141158 h 5450835"/>
              <a:gd name="connsiteX3806" fmla="*/ 514266 w 10450132"/>
              <a:gd name="connsiteY3806" fmla="*/ 4141158 h 5450835"/>
              <a:gd name="connsiteX3807" fmla="*/ 513478 w 10450132"/>
              <a:gd name="connsiteY3807" fmla="*/ 4140698 h 5450835"/>
              <a:gd name="connsiteX3808" fmla="*/ 508945 w 10450132"/>
              <a:gd name="connsiteY3808" fmla="*/ 4132817 h 5450835"/>
              <a:gd name="connsiteX3809" fmla="*/ 508945 w 10450132"/>
              <a:gd name="connsiteY3809" fmla="*/ 4131963 h 5450835"/>
              <a:gd name="connsiteX3810" fmla="*/ 513478 w 10450132"/>
              <a:gd name="connsiteY3810" fmla="*/ 4124081 h 5450835"/>
              <a:gd name="connsiteX3811" fmla="*/ 514266 w 10450132"/>
              <a:gd name="connsiteY3811" fmla="*/ 4123622 h 5450835"/>
              <a:gd name="connsiteX3812" fmla="*/ 259972 w 10450132"/>
              <a:gd name="connsiteY3812" fmla="*/ 4123622 h 5450835"/>
              <a:gd name="connsiteX3813" fmla="*/ 269036 w 10450132"/>
              <a:gd name="connsiteY3813" fmla="*/ 4123622 h 5450835"/>
              <a:gd name="connsiteX3814" fmla="*/ 269824 w 10450132"/>
              <a:gd name="connsiteY3814" fmla="*/ 4124081 h 5450835"/>
              <a:gd name="connsiteX3815" fmla="*/ 274356 w 10450132"/>
              <a:gd name="connsiteY3815" fmla="*/ 4131963 h 5450835"/>
              <a:gd name="connsiteX3816" fmla="*/ 274356 w 10450132"/>
              <a:gd name="connsiteY3816" fmla="*/ 4132817 h 5450835"/>
              <a:gd name="connsiteX3817" fmla="*/ 269824 w 10450132"/>
              <a:gd name="connsiteY3817" fmla="*/ 4140698 h 5450835"/>
              <a:gd name="connsiteX3818" fmla="*/ 269036 w 10450132"/>
              <a:gd name="connsiteY3818" fmla="*/ 4141158 h 5450835"/>
              <a:gd name="connsiteX3819" fmla="*/ 259972 w 10450132"/>
              <a:gd name="connsiteY3819" fmla="*/ 4141158 h 5450835"/>
              <a:gd name="connsiteX3820" fmla="*/ 259183 w 10450132"/>
              <a:gd name="connsiteY3820" fmla="*/ 4140698 h 5450835"/>
              <a:gd name="connsiteX3821" fmla="*/ 254651 w 10450132"/>
              <a:gd name="connsiteY3821" fmla="*/ 4132817 h 5450835"/>
              <a:gd name="connsiteX3822" fmla="*/ 254651 w 10450132"/>
              <a:gd name="connsiteY3822" fmla="*/ 4131963 h 5450835"/>
              <a:gd name="connsiteX3823" fmla="*/ 259183 w 10450132"/>
              <a:gd name="connsiteY3823" fmla="*/ 4124081 h 5450835"/>
              <a:gd name="connsiteX3824" fmla="*/ 259972 w 10450132"/>
              <a:gd name="connsiteY3824" fmla="*/ 4123622 h 5450835"/>
              <a:gd name="connsiteX3825" fmla="*/ 5550 w 10450132"/>
              <a:gd name="connsiteY3825" fmla="*/ 4123622 h 5450835"/>
              <a:gd name="connsiteX3826" fmla="*/ 14613 w 10450132"/>
              <a:gd name="connsiteY3826" fmla="*/ 4123622 h 5450835"/>
              <a:gd name="connsiteX3827" fmla="*/ 15402 w 10450132"/>
              <a:gd name="connsiteY3827" fmla="*/ 4124081 h 5450835"/>
              <a:gd name="connsiteX3828" fmla="*/ 19933 w 10450132"/>
              <a:gd name="connsiteY3828" fmla="*/ 4131963 h 5450835"/>
              <a:gd name="connsiteX3829" fmla="*/ 19933 w 10450132"/>
              <a:gd name="connsiteY3829" fmla="*/ 4132817 h 5450835"/>
              <a:gd name="connsiteX3830" fmla="*/ 15402 w 10450132"/>
              <a:gd name="connsiteY3830" fmla="*/ 4140698 h 5450835"/>
              <a:gd name="connsiteX3831" fmla="*/ 14613 w 10450132"/>
              <a:gd name="connsiteY3831" fmla="*/ 4141158 h 5450835"/>
              <a:gd name="connsiteX3832" fmla="*/ 5550 w 10450132"/>
              <a:gd name="connsiteY3832" fmla="*/ 4141158 h 5450835"/>
              <a:gd name="connsiteX3833" fmla="*/ 4761 w 10450132"/>
              <a:gd name="connsiteY3833" fmla="*/ 4140698 h 5450835"/>
              <a:gd name="connsiteX3834" fmla="*/ 229 w 10450132"/>
              <a:gd name="connsiteY3834" fmla="*/ 4132817 h 5450835"/>
              <a:gd name="connsiteX3835" fmla="*/ 229 w 10450132"/>
              <a:gd name="connsiteY3835" fmla="*/ 4131963 h 5450835"/>
              <a:gd name="connsiteX3836" fmla="*/ 4761 w 10450132"/>
              <a:gd name="connsiteY3836" fmla="*/ 4124081 h 5450835"/>
              <a:gd name="connsiteX3837" fmla="*/ 5550 w 10450132"/>
              <a:gd name="connsiteY3837" fmla="*/ 4123622 h 5450835"/>
              <a:gd name="connsiteX3838" fmla="*/ 10435622 w 10450132"/>
              <a:gd name="connsiteY3838" fmla="*/ 3906613 h 5450835"/>
              <a:gd name="connsiteX3839" fmla="*/ 10444686 w 10450132"/>
              <a:gd name="connsiteY3839" fmla="*/ 3906613 h 5450835"/>
              <a:gd name="connsiteX3840" fmla="*/ 10445474 w 10450132"/>
              <a:gd name="connsiteY3840" fmla="*/ 3907073 h 5450835"/>
              <a:gd name="connsiteX3841" fmla="*/ 10450007 w 10450132"/>
              <a:gd name="connsiteY3841" fmla="*/ 3914954 h 5450835"/>
              <a:gd name="connsiteX3842" fmla="*/ 10450007 w 10450132"/>
              <a:gd name="connsiteY3842" fmla="*/ 3915808 h 5450835"/>
              <a:gd name="connsiteX3843" fmla="*/ 10445474 w 10450132"/>
              <a:gd name="connsiteY3843" fmla="*/ 3923690 h 5450835"/>
              <a:gd name="connsiteX3844" fmla="*/ 10444686 w 10450132"/>
              <a:gd name="connsiteY3844" fmla="*/ 3924150 h 5450835"/>
              <a:gd name="connsiteX3845" fmla="*/ 10435622 w 10450132"/>
              <a:gd name="connsiteY3845" fmla="*/ 3924150 h 5450835"/>
              <a:gd name="connsiteX3846" fmla="*/ 10434834 w 10450132"/>
              <a:gd name="connsiteY3846" fmla="*/ 3923690 h 5450835"/>
              <a:gd name="connsiteX3847" fmla="*/ 10430302 w 10450132"/>
              <a:gd name="connsiteY3847" fmla="*/ 3915808 h 5450835"/>
              <a:gd name="connsiteX3848" fmla="*/ 10430302 w 10450132"/>
              <a:gd name="connsiteY3848" fmla="*/ 3914954 h 5450835"/>
              <a:gd name="connsiteX3849" fmla="*/ 10434834 w 10450132"/>
              <a:gd name="connsiteY3849" fmla="*/ 3907073 h 5450835"/>
              <a:gd name="connsiteX3850" fmla="*/ 10435622 w 10450132"/>
              <a:gd name="connsiteY3850" fmla="*/ 3906613 h 5450835"/>
              <a:gd name="connsiteX3851" fmla="*/ 10181242 w 10450132"/>
              <a:gd name="connsiteY3851" fmla="*/ 3906613 h 5450835"/>
              <a:gd name="connsiteX3852" fmla="*/ 10190305 w 10450132"/>
              <a:gd name="connsiteY3852" fmla="*/ 3906613 h 5450835"/>
              <a:gd name="connsiteX3853" fmla="*/ 10191093 w 10450132"/>
              <a:gd name="connsiteY3853" fmla="*/ 3907073 h 5450835"/>
              <a:gd name="connsiteX3854" fmla="*/ 10195626 w 10450132"/>
              <a:gd name="connsiteY3854" fmla="*/ 3914954 h 5450835"/>
              <a:gd name="connsiteX3855" fmla="*/ 10195626 w 10450132"/>
              <a:gd name="connsiteY3855" fmla="*/ 3915808 h 5450835"/>
              <a:gd name="connsiteX3856" fmla="*/ 10191093 w 10450132"/>
              <a:gd name="connsiteY3856" fmla="*/ 3923690 h 5450835"/>
              <a:gd name="connsiteX3857" fmla="*/ 10190305 w 10450132"/>
              <a:gd name="connsiteY3857" fmla="*/ 3924150 h 5450835"/>
              <a:gd name="connsiteX3858" fmla="*/ 10181242 w 10450132"/>
              <a:gd name="connsiteY3858" fmla="*/ 3924150 h 5450835"/>
              <a:gd name="connsiteX3859" fmla="*/ 10180453 w 10450132"/>
              <a:gd name="connsiteY3859" fmla="*/ 3923690 h 5450835"/>
              <a:gd name="connsiteX3860" fmla="*/ 10175922 w 10450132"/>
              <a:gd name="connsiteY3860" fmla="*/ 3915808 h 5450835"/>
              <a:gd name="connsiteX3861" fmla="*/ 10175922 w 10450132"/>
              <a:gd name="connsiteY3861" fmla="*/ 3914954 h 5450835"/>
              <a:gd name="connsiteX3862" fmla="*/ 10180453 w 10450132"/>
              <a:gd name="connsiteY3862" fmla="*/ 3907073 h 5450835"/>
              <a:gd name="connsiteX3863" fmla="*/ 10181242 w 10450132"/>
              <a:gd name="connsiteY3863" fmla="*/ 3906613 h 5450835"/>
              <a:gd name="connsiteX3864" fmla="*/ 9926861 w 10450132"/>
              <a:gd name="connsiteY3864" fmla="*/ 3906613 h 5450835"/>
              <a:gd name="connsiteX3865" fmla="*/ 9935924 w 10450132"/>
              <a:gd name="connsiteY3865" fmla="*/ 3906613 h 5450835"/>
              <a:gd name="connsiteX3866" fmla="*/ 9936713 w 10450132"/>
              <a:gd name="connsiteY3866" fmla="*/ 3907073 h 5450835"/>
              <a:gd name="connsiteX3867" fmla="*/ 9941246 w 10450132"/>
              <a:gd name="connsiteY3867" fmla="*/ 3914954 h 5450835"/>
              <a:gd name="connsiteX3868" fmla="*/ 9941246 w 10450132"/>
              <a:gd name="connsiteY3868" fmla="*/ 3915808 h 5450835"/>
              <a:gd name="connsiteX3869" fmla="*/ 9936713 w 10450132"/>
              <a:gd name="connsiteY3869" fmla="*/ 3923690 h 5450835"/>
              <a:gd name="connsiteX3870" fmla="*/ 9935924 w 10450132"/>
              <a:gd name="connsiteY3870" fmla="*/ 3924150 h 5450835"/>
              <a:gd name="connsiteX3871" fmla="*/ 9926861 w 10450132"/>
              <a:gd name="connsiteY3871" fmla="*/ 3924150 h 5450835"/>
              <a:gd name="connsiteX3872" fmla="*/ 9926073 w 10450132"/>
              <a:gd name="connsiteY3872" fmla="*/ 3923690 h 5450835"/>
              <a:gd name="connsiteX3873" fmla="*/ 9921541 w 10450132"/>
              <a:gd name="connsiteY3873" fmla="*/ 3915808 h 5450835"/>
              <a:gd name="connsiteX3874" fmla="*/ 9921541 w 10450132"/>
              <a:gd name="connsiteY3874" fmla="*/ 3914954 h 5450835"/>
              <a:gd name="connsiteX3875" fmla="*/ 9926073 w 10450132"/>
              <a:gd name="connsiteY3875" fmla="*/ 3907073 h 5450835"/>
              <a:gd name="connsiteX3876" fmla="*/ 9926861 w 10450132"/>
              <a:gd name="connsiteY3876" fmla="*/ 3906613 h 5450835"/>
              <a:gd name="connsiteX3877" fmla="*/ 9672481 w 10450132"/>
              <a:gd name="connsiteY3877" fmla="*/ 3906613 h 5450835"/>
              <a:gd name="connsiteX3878" fmla="*/ 9681545 w 10450132"/>
              <a:gd name="connsiteY3878" fmla="*/ 3906613 h 5450835"/>
              <a:gd name="connsiteX3879" fmla="*/ 9682333 w 10450132"/>
              <a:gd name="connsiteY3879" fmla="*/ 3907073 h 5450835"/>
              <a:gd name="connsiteX3880" fmla="*/ 9686865 w 10450132"/>
              <a:gd name="connsiteY3880" fmla="*/ 3914954 h 5450835"/>
              <a:gd name="connsiteX3881" fmla="*/ 9686865 w 10450132"/>
              <a:gd name="connsiteY3881" fmla="*/ 3915808 h 5450835"/>
              <a:gd name="connsiteX3882" fmla="*/ 9682333 w 10450132"/>
              <a:gd name="connsiteY3882" fmla="*/ 3923690 h 5450835"/>
              <a:gd name="connsiteX3883" fmla="*/ 9681545 w 10450132"/>
              <a:gd name="connsiteY3883" fmla="*/ 3924150 h 5450835"/>
              <a:gd name="connsiteX3884" fmla="*/ 9672481 w 10450132"/>
              <a:gd name="connsiteY3884" fmla="*/ 3924150 h 5450835"/>
              <a:gd name="connsiteX3885" fmla="*/ 9671693 w 10450132"/>
              <a:gd name="connsiteY3885" fmla="*/ 3923690 h 5450835"/>
              <a:gd name="connsiteX3886" fmla="*/ 9667160 w 10450132"/>
              <a:gd name="connsiteY3886" fmla="*/ 3915808 h 5450835"/>
              <a:gd name="connsiteX3887" fmla="*/ 9667160 w 10450132"/>
              <a:gd name="connsiteY3887" fmla="*/ 3914954 h 5450835"/>
              <a:gd name="connsiteX3888" fmla="*/ 9671693 w 10450132"/>
              <a:gd name="connsiteY3888" fmla="*/ 3907073 h 5450835"/>
              <a:gd name="connsiteX3889" fmla="*/ 9672481 w 10450132"/>
              <a:gd name="connsiteY3889" fmla="*/ 3906613 h 5450835"/>
              <a:gd name="connsiteX3890" fmla="*/ 9418035 w 10450132"/>
              <a:gd name="connsiteY3890" fmla="*/ 3906613 h 5450835"/>
              <a:gd name="connsiteX3891" fmla="*/ 9427099 w 10450132"/>
              <a:gd name="connsiteY3891" fmla="*/ 3906613 h 5450835"/>
              <a:gd name="connsiteX3892" fmla="*/ 9427887 w 10450132"/>
              <a:gd name="connsiteY3892" fmla="*/ 3907073 h 5450835"/>
              <a:gd name="connsiteX3893" fmla="*/ 9432419 w 10450132"/>
              <a:gd name="connsiteY3893" fmla="*/ 3914954 h 5450835"/>
              <a:gd name="connsiteX3894" fmla="*/ 9432419 w 10450132"/>
              <a:gd name="connsiteY3894" fmla="*/ 3915808 h 5450835"/>
              <a:gd name="connsiteX3895" fmla="*/ 9427887 w 10450132"/>
              <a:gd name="connsiteY3895" fmla="*/ 3923690 h 5450835"/>
              <a:gd name="connsiteX3896" fmla="*/ 9427099 w 10450132"/>
              <a:gd name="connsiteY3896" fmla="*/ 3924150 h 5450835"/>
              <a:gd name="connsiteX3897" fmla="*/ 9418035 w 10450132"/>
              <a:gd name="connsiteY3897" fmla="*/ 3924150 h 5450835"/>
              <a:gd name="connsiteX3898" fmla="*/ 9417247 w 10450132"/>
              <a:gd name="connsiteY3898" fmla="*/ 3923690 h 5450835"/>
              <a:gd name="connsiteX3899" fmla="*/ 9412714 w 10450132"/>
              <a:gd name="connsiteY3899" fmla="*/ 3915808 h 5450835"/>
              <a:gd name="connsiteX3900" fmla="*/ 9412714 w 10450132"/>
              <a:gd name="connsiteY3900" fmla="*/ 3914954 h 5450835"/>
              <a:gd name="connsiteX3901" fmla="*/ 9417247 w 10450132"/>
              <a:gd name="connsiteY3901" fmla="*/ 3907073 h 5450835"/>
              <a:gd name="connsiteX3902" fmla="*/ 9418035 w 10450132"/>
              <a:gd name="connsiteY3902" fmla="*/ 3906613 h 5450835"/>
              <a:gd name="connsiteX3903" fmla="*/ 9163654 w 10450132"/>
              <a:gd name="connsiteY3903" fmla="*/ 3906613 h 5450835"/>
              <a:gd name="connsiteX3904" fmla="*/ 9172718 w 10450132"/>
              <a:gd name="connsiteY3904" fmla="*/ 3906613 h 5450835"/>
              <a:gd name="connsiteX3905" fmla="*/ 9173506 w 10450132"/>
              <a:gd name="connsiteY3905" fmla="*/ 3907073 h 5450835"/>
              <a:gd name="connsiteX3906" fmla="*/ 9178038 w 10450132"/>
              <a:gd name="connsiteY3906" fmla="*/ 3914954 h 5450835"/>
              <a:gd name="connsiteX3907" fmla="*/ 9178038 w 10450132"/>
              <a:gd name="connsiteY3907" fmla="*/ 3915808 h 5450835"/>
              <a:gd name="connsiteX3908" fmla="*/ 9173506 w 10450132"/>
              <a:gd name="connsiteY3908" fmla="*/ 3923690 h 5450835"/>
              <a:gd name="connsiteX3909" fmla="*/ 9172718 w 10450132"/>
              <a:gd name="connsiteY3909" fmla="*/ 3924150 h 5450835"/>
              <a:gd name="connsiteX3910" fmla="*/ 9163654 w 10450132"/>
              <a:gd name="connsiteY3910" fmla="*/ 3924150 h 5450835"/>
              <a:gd name="connsiteX3911" fmla="*/ 9162866 w 10450132"/>
              <a:gd name="connsiteY3911" fmla="*/ 3923690 h 5450835"/>
              <a:gd name="connsiteX3912" fmla="*/ 9158333 w 10450132"/>
              <a:gd name="connsiteY3912" fmla="*/ 3915808 h 5450835"/>
              <a:gd name="connsiteX3913" fmla="*/ 9158333 w 10450132"/>
              <a:gd name="connsiteY3913" fmla="*/ 3914954 h 5450835"/>
              <a:gd name="connsiteX3914" fmla="*/ 9162866 w 10450132"/>
              <a:gd name="connsiteY3914" fmla="*/ 3907073 h 5450835"/>
              <a:gd name="connsiteX3915" fmla="*/ 9163654 w 10450132"/>
              <a:gd name="connsiteY3915" fmla="*/ 3906613 h 5450835"/>
              <a:gd name="connsiteX3916" fmla="*/ 8909274 w 10450132"/>
              <a:gd name="connsiteY3916" fmla="*/ 3906613 h 5450835"/>
              <a:gd name="connsiteX3917" fmla="*/ 8918336 w 10450132"/>
              <a:gd name="connsiteY3917" fmla="*/ 3906613 h 5450835"/>
              <a:gd name="connsiteX3918" fmla="*/ 8919125 w 10450132"/>
              <a:gd name="connsiteY3918" fmla="*/ 3907073 h 5450835"/>
              <a:gd name="connsiteX3919" fmla="*/ 8923657 w 10450132"/>
              <a:gd name="connsiteY3919" fmla="*/ 3914954 h 5450835"/>
              <a:gd name="connsiteX3920" fmla="*/ 8923657 w 10450132"/>
              <a:gd name="connsiteY3920" fmla="*/ 3915808 h 5450835"/>
              <a:gd name="connsiteX3921" fmla="*/ 8919125 w 10450132"/>
              <a:gd name="connsiteY3921" fmla="*/ 3923690 h 5450835"/>
              <a:gd name="connsiteX3922" fmla="*/ 8918336 w 10450132"/>
              <a:gd name="connsiteY3922" fmla="*/ 3924150 h 5450835"/>
              <a:gd name="connsiteX3923" fmla="*/ 8909274 w 10450132"/>
              <a:gd name="connsiteY3923" fmla="*/ 3924150 h 5450835"/>
              <a:gd name="connsiteX3924" fmla="*/ 8908484 w 10450132"/>
              <a:gd name="connsiteY3924" fmla="*/ 3923690 h 5450835"/>
              <a:gd name="connsiteX3925" fmla="*/ 8903953 w 10450132"/>
              <a:gd name="connsiteY3925" fmla="*/ 3915808 h 5450835"/>
              <a:gd name="connsiteX3926" fmla="*/ 8903953 w 10450132"/>
              <a:gd name="connsiteY3926" fmla="*/ 3914954 h 5450835"/>
              <a:gd name="connsiteX3927" fmla="*/ 8908484 w 10450132"/>
              <a:gd name="connsiteY3927" fmla="*/ 3907073 h 5450835"/>
              <a:gd name="connsiteX3928" fmla="*/ 8909274 w 10450132"/>
              <a:gd name="connsiteY3928" fmla="*/ 3906613 h 5450835"/>
              <a:gd name="connsiteX3929" fmla="*/ 8654892 w 10450132"/>
              <a:gd name="connsiteY3929" fmla="*/ 3906613 h 5450835"/>
              <a:gd name="connsiteX3930" fmla="*/ 8663955 w 10450132"/>
              <a:gd name="connsiteY3930" fmla="*/ 3906613 h 5450835"/>
              <a:gd name="connsiteX3931" fmla="*/ 8664744 w 10450132"/>
              <a:gd name="connsiteY3931" fmla="*/ 3907073 h 5450835"/>
              <a:gd name="connsiteX3932" fmla="*/ 8669277 w 10450132"/>
              <a:gd name="connsiteY3932" fmla="*/ 3914954 h 5450835"/>
              <a:gd name="connsiteX3933" fmla="*/ 8669277 w 10450132"/>
              <a:gd name="connsiteY3933" fmla="*/ 3915808 h 5450835"/>
              <a:gd name="connsiteX3934" fmla="*/ 8664744 w 10450132"/>
              <a:gd name="connsiteY3934" fmla="*/ 3923690 h 5450835"/>
              <a:gd name="connsiteX3935" fmla="*/ 8663955 w 10450132"/>
              <a:gd name="connsiteY3935" fmla="*/ 3924150 h 5450835"/>
              <a:gd name="connsiteX3936" fmla="*/ 8654892 w 10450132"/>
              <a:gd name="connsiteY3936" fmla="*/ 3924150 h 5450835"/>
              <a:gd name="connsiteX3937" fmla="*/ 8654104 w 10450132"/>
              <a:gd name="connsiteY3937" fmla="*/ 3923690 h 5450835"/>
              <a:gd name="connsiteX3938" fmla="*/ 8649572 w 10450132"/>
              <a:gd name="connsiteY3938" fmla="*/ 3915808 h 5450835"/>
              <a:gd name="connsiteX3939" fmla="*/ 8649572 w 10450132"/>
              <a:gd name="connsiteY3939" fmla="*/ 3914954 h 5450835"/>
              <a:gd name="connsiteX3940" fmla="*/ 8654104 w 10450132"/>
              <a:gd name="connsiteY3940" fmla="*/ 3907073 h 5450835"/>
              <a:gd name="connsiteX3941" fmla="*/ 8654892 w 10450132"/>
              <a:gd name="connsiteY3941" fmla="*/ 3906613 h 5450835"/>
              <a:gd name="connsiteX3942" fmla="*/ 8400511 w 10450132"/>
              <a:gd name="connsiteY3942" fmla="*/ 3906613 h 5450835"/>
              <a:gd name="connsiteX3943" fmla="*/ 8409575 w 10450132"/>
              <a:gd name="connsiteY3943" fmla="*/ 3906613 h 5450835"/>
              <a:gd name="connsiteX3944" fmla="*/ 8410363 w 10450132"/>
              <a:gd name="connsiteY3944" fmla="*/ 3907073 h 5450835"/>
              <a:gd name="connsiteX3945" fmla="*/ 8414896 w 10450132"/>
              <a:gd name="connsiteY3945" fmla="*/ 3914954 h 5450835"/>
              <a:gd name="connsiteX3946" fmla="*/ 8414896 w 10450132"/>
              <a:gd name="connsiteY3946" fmla="*/ 3915808 h 5450835"/>
              <a:gd name="connsiteX3947" fmla="*/ 8410363 w 10450132"/>
              <a:gd name="connsiteY3947" fmla="*/ 3923690 h 5450835"/>
              <a:gd name="connsiteX3948" fmla="*/ 8409575 w 10450132"/>
              <a:gd name="connsiteY3948" fmla="*/ 3924150 h 5450835"/>
              <a:gd name="connsiteX3949" fmla="*/ 8400511 w 10450132"/>
              <a:gd name="connsiteY3949" fmla="*/ 3924150 h 5450835"/>
              <a:gd name="connsiteX3950" fmla="*/ 8399723 w 10450132"/>
              <a:gd name="connsiteY3950" fmla="*/ 3923690 h 5450835"/>
              <a:gd name="connsiteX3951" fmla="*/ 8395191 w 10450132"/>
              <a:gd name="connsiteY3951" fmla="*/ 3915808 h 5450835"/>
              <a:gd name="connsiteX3952" fmla="*/ 8395191 w 10450132"/>
              <a:gd name="connsiteY3952" fmla="*/ 3914954 h 5450835"/>
              <a:gd name="connsiteX3953" fmla="*/ 8399723 w 10450132"/>
              <a:gd name="connsiteY3953" fmla="*/ 3907073 h 5450835"/>
              <a:gd name="connsiteX3954" fmla="*/ 8400511 w 10450132"/>
              <a:gd name="connsiteY3954" fmla="*/ 3906613 h 5450835"/>
              <a:gd name="connsiteX3955" fmla="*/ 8146065 w 10450132"/>
              <a:gd name="connsiteY3955" fmla="*/ 3906613 h 5450835"/>
              <a:gd name="connsiteX3956" fmla="*/ 8155129 w 10450132"/>
              <a:gd name="connsiteY3956" fmla="*/ 3906613 h 5450835"/>
              <a:gd name="connsiteX3957" fmla="*/ 8155917 w 10450132"/>
              <a:gd name="connsiteY3957" fmla="*/ 3907073 h 5450835"/>
              <a:gd name="connsiteX3958" fmla="*/ 8160449 w 10450132"/>
              <a:gd name="connsiteY3958" fmla="*/ 3914954 h 5450835"/>
              <a:gd name="connsiteX3959" fmla="*/ 8160449 w 10450132"/>
              <a:gd name="connsiteY3959" fmla="*/ 3915808 h 5450835"/>
              <a:gd name="connsiteX3960" fmla="*/ 8155917 w 10450132"/>
              <a:gd name="connsiteY3960" fmla="*/ 3923690 h 5450835"/>
              <a:gd name="connsiteX3961" fmla="*/ 8155129 w 10450132"/>
              <a:gd name="connsiteY3961" fmla="*/ 3924150 h 5450835"/>
              <a:gd name="connsiteX3962" fmla="*/ 8146065 w 10450132"/>
              <a:gd name="connsiteY3962" fmla="*/ 3924150 h 5450835"/>
              <a:gd name="connsiteX3963" fmla="*/ 8145277 w 10450132"/>
              <a:gd name="connsiteY3963" fmla="*/ 3923690 h 5450835"/>
              <a:gd name="connsiteX3964" fmla="*/ 8140745 w 10450132"/>
              <a:gd name="connsiteY3964" fmla="*/ 3915808 h 5450835"/>
              <a:gd name="connsiteX3965" fmla="*/ 8140745 w 10450132"/>
              <a:gd name="connsiteY3965" fmla="*/ 3914954 h 5450835"/>
              <a:gd name="connsiteX3966" fmla="*/ 8145277 w 10450132"/>
              <a:gd name="connsiteY3966" fmla="*/ 3907073 h 5450835"/>
              <a:gd name="connsiteX3967" fmla="*/ 8146065 w 10450132"/>
              <a:gd name="connsiteY3967" fmla="*/ 3906613 h 5450835"/>
              <a:gd name="connsiteX3968" fmla="*/ 7891684 w 10450132"/>
              <a:gd name="connsiteY3968" fmla="*/ 3906613 h 5450835"/>
              <a:gd name="connsiteX3969" fmla="*/ 7900748 w 10450132"/>
              <a:gd name="connsiteY3969" fmla="*/ 3906613 h 5450835"/>
              <a:gd name="connsiteX3970" fmla="*/ 7901536 w 10450132"/>
              <a:gd name="connsiteY3970" fmla="*/ 3907073 h 5450835"/>
              <a:gd name="connsiteX3971" fmla="*/ 7906067 w 10450132"/>
              <a:gd name="connsiteY3971" fmla="*/ 3914954 h 5450835"/>
              <a:gd name="connsiteX3972" fmla="*/ 7906067 w 10450132"/>
              <a:gd name="connsiteY3972" fmla="*/ 3915808 h 5450835"/>
              <a:gd name="connsiteX3973" fmla="*/ 7901536 w 10450132"/>
              <a:gd name="connsiteY3973" fmla="*/ 3923690 h 5450835"/>
              <a:gd name="connsiteX3974" fmla="*/ 7900748 w 10450132"/>
              <a:gd name="connsiteY3974" fmla="*/ 3924150 h 5450835"/>
              <a:gd name="connsiteX3975" fmla="*/ 7891684 w 10450132"/>
              <a:gd name="connsiteY3975" fmla="*/ 3924150 h 5450835"/>
              <a:gd name="connsiteX3976" fmla="*/ 7890896 w 10450132"/>
              <a:gd name="connsiteY3976" fmla="*/ 3923690 h 5450835"/>
              <a:gd name="connsiteX3977" fmla="*/ 7886363 w 10450132"/>
              <a:gd name="connsiteY3977" fmla="*/ 3915808 h 5450835"/>
              <a:gd name="connsiteX3978" fmla="*/ 7886363 w 10450132"/>
              <a:gd name="connsiteY3978" fmla="*/ 3914954 h 5450835"/>
              <a:gd name="connsiteX3979" fmla="*/ 7890896 w 10450132"/>
              <a:gd name="connsiteY3979" fmla="*/ 3907073 h 5450835"/>
              <a:gd name="connsiteX3980" fmla="*/ 7891684 w 10450132"/>
              <a:gd name="connsiteY3980" fmla="*/ 3906613 h 5450835"/>
              <a:gd name="connsiteX3981" fmla="*/ 7637304 w 10450132"/>
              <a:gd name="connsiteY3981" fmla="*/ 3906613 h 5450835"/>
              <a:gd name="connsiteX3982" fmla="*/ 7646367 w 10450132"/>
              <a:gd name="connsiteY3982" fmla="*/ 3906613 h 5450835"/>
              <a:gd name="connsiteX3983" fmla="*/ 7647156 w 10450132"/>
              <a:gd name="connsiteY3983" fmla="*/ 3907073 h 5450835"/>
              <a:gd name="connsiteX3984" fmla="*/ 7651687 w 10450132"/>
              <a:gd name="connsiteY3984" fmla="*/ 3914954 h 5450835"/>
              <a:gd name="connsiteX3985" fmla="*/ 7651687 w 10450132"/>
              <a:gd name="connsiteY3985" fmla="*/ 3915808 h 5450835"/>
              <a:gd name="connsiteX3986" fmla="*/ 7647156 w 10450132"/>
              <a:gd name="connsiteY3986" fmla="*/ 3923690 h 5450835"/>
              <a:gd name="connsiteX3987" fmla="*/ 7646367 w 10450132"/>
              <a:gd name="connsiteY3987" fmla="*/ 3924150 h 5450835"/>
              <a:gd name="connsiteX3988" fmla="*/ 7637304 w 10450132"/>
              <a:gd name="connsiteY3988" fmla="*/ 3924150 h 5450835"/>
              <a:gd name="connsiteX3989" fmla="*/ 7636516 w 10450132"/>
              <a:gd name="connsiteY3989" fmla="*/ 3923690 h 5450835"/>
              <a:gd name="connsiteX3990" fmla="*/ 7631983 w 10450132"/>
              <a:gd name="connsiteY3990" fmla="*/ 3915808 h 5450835"/>
              <a:gd name="connsiteX3991" fmla="*/ 7631983 w 10450132"/>
              <a:gd name="connsiteY3991" fmla="*/ 3914954 h 5450835"/>
              <a:gd name="connsiteX3992" fmla="*/ 7636516 w 10450132"/>
              <a:gd name="connsiteY3992" fmla="*/ 3907073 h 5450835"/>
              <a:gd name="connsiteX3993" fmla="*/ 7637304 w 10450132"/>
              <a:gd name="connsiteY3993" fmla="*/ 3906613 h 5450835"/>
              <a:gd name="connsiteX3994" fmla="*/ 7382923 w 10450132"/>
              <a:gd name="connsiteY3994" fmla="*/ 3906613 h 5450835"/>
              <a:gd name="connsiteX3995" fmla="*/ 7391987 w 10450132"/>
              <a:gd name="connsiteY3995" fmla="*/ 3906613 h 5450835"/>
              <a:gd name="connsiteX3996" fmla="*/ 7392775 w 10450132"/>
              <a:gd name="connsiteY3996" fmla="*/ 3907073 h 5450835"/>
              <a:gd name="connsiteX3997" fmla="*/ 7397307 w 10450132"/>
              <a:gd name="connsiteY3997" fmla="*/ 3914954 h 5450835"/>
              <a:gd name="connsiteX3998" fmla="*/ 7397307 w 10450132"/>
              <a:gd name="connsiteY3998" fmla="*/ 3915808 h 5450835"/>
              <a:gd name="connsiteX3999" fmla="*/ 7392775 w 10450132"/>
              <a:gd name="connsiteY3999" fmla="*/ 3923690 h 5450835"/>
              <a:gd name="connsiteX4000" fmla="*/ 7391987 w 10450132"/>
              <a:gd name="connsiteY4000" fmla="*/ 3924150 h 5450835"/>
              <a:gd name="connsiteX4001" fmla="*/ 7382923 w 10450132"/>
              <a:gd name="connsiteY4001" fmla="*/ 3924150 h 5450835"/>
              <a:gd name="connsiteX4002" fmla="*/ 7382135 w 10450132"/>
              <a:gd name="connsiteY4002" fmla="*/ 3923690 h 5450835"/>
              <a:gd name="connsiteX4003" fmla="*/ 7377602 w 10450132"/>
              <a:gd name="connsiteY4003" fmla="*/ 3915808 h 5450835"/>
              <a:gd name="connsiteX4004" fmla="*/ 7377602 w 10450132"/>
              <a:gd name="connsiteY4004" fmla="*/ 3914954 h 5450835"/>
              <a:gd name="connsiteX4005" fmla="*/ 7382135 w 10450132"/>
              <a:gd name="connsiteY4005" fmla="*/ 3907073 h 5450835"/>
              <a:gd name="connsiteX4006" fmla="*/ 7382923 w 10450132"/>
              <a:gd name="connsiteY4006" fmla="*/ 3906613 h 5450835"/>
              <a:gd name="connsiteX4007" fmla="*/ 7128477 w 10450132"/>
              <a:gd name="connsiteY4007" fmla="*/ 3906613 h 5450835"/>
              <a:gd name="connsiteX4008" fmla="*/ 7137540 w 10450132"/>
              <a:gd name="connsiteY4008" fmla="*/ 3906613 h 5450835"/>
              <a:gd name="connsiteX4009" fmla="*/ 7138328 w 10450132"/>
              <a:gd name="connsiteY4009" fmla="*/ 3907073 h 5450835"/>
              <a:gd name="connsiteX4010" fmla="*/ 7142860 w 10450132"/>
              <a:gd name="connsiteY4010" fmla="*/ 3914954 h 5450835"/>
              <a:gd name="connsiteX4011" fmla="*/ 7142860 w 10450132"/>
              <a:gd name="connsiteY4011" fmla="*/ 3915808 h 5450835"/>
              <a:gd name="connsiteX4012" fmla="*/ 7138328 w 10450132"/>
              <a:gd name="connsiteY4012" fmla="*/ 3923690 h 5450835"/>
              <a:gd name="connsiteX4013" fmla="*/ 7137540 w 10450132"/>
              <a:gd name="connsiteY4013" fmla="*/ 3924150 h 5450835"/>
              <a:gd name="connsiteX4014" fmla="*/ 7128477 w 10450132"/>
              <a:gd name="connsiteY4014" fmla="*/ 3924150 h 5450835"/>
              <a:gd name="connsiteX4015" fmla="*/ 7127689 w 10450132"/>
              <a:gd name="connsiteY4015" fmla="*/ 3923690 h 5450835"/>
              <a:gd name="connsiteX4016" fmla="*/ 7123156 w 10450132"/>
              <a:gd name="connsiteY4016" fmla="*/ 3915808 h 5450835"/>
              <a:gd name="connsiteX4017" fmla="*/ 7123156 w 10450132"/>
              <a:gd name="connsiteY4017" fmla="*/ 3914954 h 5450835"/>
              <a:gd name="connsiteX4018" fmla="*/ 7127689 w 10450132"/>
              <a:gd name="connsiteY4018" fmla="*/ 3907073 h 5450835"/>
              <a:gd name="connsiteX4019" fmla="*/ 7128477 w 10450132"/>
              <a:gd name="connsiteY4019" fmla="*/ 3906613 h 5450835"/>
              <a:gd name="connsiteX4020" fmla="*/ 6874095 w 10450132"/>
              <a:gd name="connsiteY4020" fmla="*/ 3906613 h 5450835"/>
              <a:gd name="connsiteX4021" fmla="*/ 6883159 w 10450132"/>
              <a:gd name="connsiteY4021" fmla="*/ 3906613 h 5450835"/>
              <a:gd name="connsiteX4022" fmla="*/ 6883947 w 10450132"/>
              <a:gd name="connsiteY4022" fmla="*/ 3907073 h 5450835"/>
              <a:gd name="connsiteX4023" fmla="*/ 6888480 w 10450132"/>
              <a:gd name="connsiteY4023" fmla="*/ 3914954 h 5450835"/>
              <a:gd name="connsiteX4024" fmla="*/ 6888480 w 10450132"/>
              <a:gd name="connsiteY4024" fmla="*/ 3915808 h 5450835"/>
              <a:gd name="connsiteX4025" fmla="*/ 6883947 w 10450132"/>
              <a:gd name="connsiteY4025" fmla="*/ 3923690 h 5450835"/>
              <a:gd name="connsiteX4026" fmla="*/ 6883159 w 10450132"/>
              <a:gd name="connsiteY4026" fmla="*/ 3924150 h 5450835"/>
              <a:gd name="connsiteX4027" fmla="*/ 6874095 w 10450132"/>
              <a:gd name="connsiteY4027" fmla="*/ 3924150 h 5450835"/>
              <a:gd name="connsiteX4028" fmla="*/ 6873307 w 10450132"/>
              <a:gd name="connsiteY4028" fmla="*/ 3923690 h 5450835"/>
              <a:gd name="connsiteX4029" fmla="*/ 6868775 w 10450132"/>
              <a:gd name="connsiteY4029" fmla="*/ 3915808 h 5450835"/>
              <a:gd name="connsiteX4030" fmla="*/ 6868775 w 10450132"/>
              <a:gd name="connsiteY4030" fmla="*/ 3914954 h 5450835"/>
              <a:gd name="connsiteX4031" fmla="*/ 6873307 w 10450132"/>
              <a:gd name="connsiteY4031" fmla="*/ 3907073 h 5450835"/>
              <a:gd name="connsiteX4032" fmla="*/ 6874095 w 10450132"/>
              <a:gd name="connsiteY4032" fmla="*/ 3906613 h 5450835"/>
              <a:gd name="connsiteX4033" fmla="*/ 6619714 w 10450132"/>
              <a:gd name="connsiteY4033" fmla="*/ 3906613 h 5450835"/>
              <a:gd name="connsiteX4034" fmla="*/ 6628778 w 10450132"/>
              <a:gd name="connsiteY4034" fmla="*/ 3906613 h 5450835"/>
              <a:gd name="connsiteX4035" fmla="*/ 6629566 w 10450132"/>
              <a:gd name="connsiteY4035" fmla="*/ 3907073 h 5450835"/>
              <a:gd name="connsiteX4036" fmla="*/ 6634099 w 10450132"/>
              <a:gd name="connsiteY4036" fmla="*/ 3914954 h 5450835"/>
              <a:gd name="connsiteX4037" fmla="*/ 6634099 w 10450132"/>
              <a:gd name="connsiteY4037" fmla="*/ 3915808 h 5450835"/>
              <a:gd name="connsiteX4038" fmla="*/ 6629566 w 10450132"/>
              <a:gd name="connsiteY4038" fmla="*/ 3923690 h 5450835"/>
              <a:gd name="connsiteX4039" fmla="*/ 6628778 w 10450132"/>
              <a:gd name="connsiteY4039" fmla="*/ 3924150 h 5450835"/>
              <a:gd name="connsiteX4040" fmla="*/ 6619714 w 10450132"/>
              <a:gd name="connsiteY4040" fmla="*/ 3924150 h 5450835"/>
              <a:gd name="connsiteX4041" fmla="*/ 6618926 w 10450132"/>
              <a:gd name="connsiteY4041" fmla="*/ 3923690 h 5450835"/>
              <a:gd name="connsiteX4042" fmla="*/ 6614394 w 10450132"/>
              <a:gd name="connsiteY4042" fmla="*/ 3915808 h 5450835"/>
              <a:gd name="connsiteX4043" fmla="*/ 6614394 w 10450132"/>
              <a:gd name="connsiteY4043" fmla="*/ 3914954 h 5450835"/>
              <a:gd name="connsiteX4044" fmla="*/ 6618926 w 10450132"/>
              <a:gd name="connsiteY4044" fmla="*/ 3907073 h 5450835"/>
              <a:gd name="connsiteX4045" fmla="*/ 6619714 w 10450132"/>
              <a:gd name="connsiteY4045" fmla="*/ 3906613 h 5450835"/>
              <a:gd name="connsiteX4046" fmla="*/ 6365334 w 10450132"/>
              <a:gd name="connsiteY4046" fmla="*/ 3906613 h 5450835"/>
              <a:gd name="connsiteX4047" fmla="*/ 6374397 w 10450132"/>
              <a:gd name="connsiteY4047" fmla="*/ 3906613 h 5450835"/>
              <a:gd name="connsiteX4048" fmla="*/ 6375186 w 10450132"/>
              <a:gd name="connsiteY4048" fmla="*/ 3907073 h 5450835"/>
              <a:gd name="connsiteX4049" fmla="*/ 6379718 w 10450132"/>
              <a:gd name="connsiteY4049" fmla="*/ 3914954 h 5450835"/>
              <a:gd name="connsiteX4050" fmla="*/ 6379718 w 10450132"/>
              <a:gd name="connsiteY4050" fmla="*/ 3915808 h 5450835"/>
              <a:gd name="connsiteX4051" fmla="*/ 6375186 w 10450132"/>
              <a:gd name="connsiteY4051" fmla="*/ 3923690 h 5450835"/>
              <a:gd name="connsiteX4052" fmla="*/ 6374397 w 10450132"/>
              <a:gd name="connsiteY4052" fmla="*/ 3924150 h 5450835"/>
              <a:gd name="connsiteX4053" fmla="*/ 6365334 w 10450132"/>
              <a:gd name="connsiteY4053" fmla="*/ 3924150 h 5450835"/>
              <a:gd name="connsiteX4054" fmla="*/ 6364546 w 10450132"/>
              <a:gd name="connsiteY4054" fmla="*/ 3923690 h 5450835"/>
              <a:gd name="connsiteX4055" fmla="*/ 6360014 w 10450132"/>
              <a:gd name="connsiteY4055" fmla="*/ 3915808 h 5450835"/>
              <a:gd name="connsiteX4056" fmla="*/ 6360014 w 10450132"/>
              <a:gd name="connsiteY4056" fmla="*/ 3914954 h 5450835"/>
              <a:gd name="connsiteX4057" fmla="*/ 6364546 w 10450132"/>
              <a:gd name="connsiteY4057" fmla="*/ 3907073 h 5450835"/>
              <a:gd name="connsiteX4058" fmla="*/ 6365334 w 10450132"/>
              <a:gd name="connsiteY4058" fmla="*/ 3906613 h 5450835"/>
              <a:gd name="connsiteX4059" fmla="*/ 6110888 w 10450132"/>
              <a:gd name="connsiteY4059" fmla="*/ 3906613 h 5450835"/>
              <a:gd name="connsiteX4060" fmla="*/ 6119953 w 10450132"/>
              <a:gd name="connsiteY4060" fmla="*/ 3906613 h 5450835"/>
              <a:gd name="connsiteX4061" fmla="*/ 6120740 w 10450132"/>
              <a:gd name="connsiteY4061" fmla="*/ 3907073 h 5450835"/>
              <a:gd name="connsiteX4062" fmla="*/ 6125272 w 10450132"/>
              <a:gd name="connsiteY4062" fmla="*/ 3914954 h 5450835"/>
              <a:gd name="connsiteX4063" fmla="*/ 6125272 w 10450132"/>
              <a:gd name="connsiteY4063" fmla="*/ 3915808 h 5450835"/>
              <a:gd name="connsiteX4064" fmla="*/ 6120740 w 10450132"/>
              <a:gd name="connsiteY4064" fmla="*/ 3923690 h 5450835"/>
              <a:gd name="connsiteX4065" fmla="*/ 6119953 w 10450132"/>
              <a:gd name="connsiteY4065" fmla="*/ 3924150 h 5450835"/>
              <a:gd name="connsiteX4066" fmla="*/ 6110888 w 10450132"/>
              <a:gd name="connsiteY4066" fmla="*/ 3924150 h 5450835"/>
              <a:gd name="connsiteX4067" fmla="*/ 6110101 w 10450132"/>
              <a:gd name="connsiteY4067" fmla="*/ 3923690 h 5450835"/>
              <a:gd name="connsiteX4068" fmla="*/ 6105567 w 10450132"/>
              <a:gd name="connsiteY4068" fmla="*/ 3915808 h 5450835"/>
              <a:gd name="connsiteX4069" fmla="*/ 6105567 w 10450132"/>
              <a:gd name="connsiteY4069" fmla="*/ 3914954 h 5450835"/>
              <a:gd name="connsiteX4070" fmla="*/ 6110101 w 10450132"/>
              <a:gd name="connsiteY4070" fmla="*/ 3907073 h 5450835"/>
              <a:gd name="connsiteX4071" fmla="*/ 6110888 w 10450132"/>
              <a:gd name="connsiteY4071" fmla="*/ 3906613 h 5450835"/>
              <a:gd name="connsiteX4072" fmla="*/ 5856508 w 10450132"/>
              <a:gd name="connsiteY4072" fmla="*/ 3906613 h 5450835"/>
              <a:gd name="connsiteX4073" fmla="*/ 5865571 w 10450132"/>
              <a:gd name="connsiteY4073" fmla="*/ 3906613 h 5450835"/>
              <a:gd name="connsiteX4074" fmla="*/ 5866359 w 10450132"/>
              <a:gd name="connsiteY4074" fmla="*/ 3907073 h 5450835"/>
              <a:gd name="connsiteX4075" fmla="*/ 5870891 w 10450132"/>
              <a:gd name="connsiteY4075" fmla="*/ 3914954 h 5450835"/>
              <a:gd name="connsiteX4076" fmla="*/ 5870891 w 10450132"/>
              <a:gd name="connsiteY4076" fmla="*/ 3915808 h 5450835"/>
              <a:gd name="connsiteX4077" fmla="*/ 5866359 w 10450132"/>
              <a:gd name="connsiteY4077" fmla="*/ 3923690 h 5450835"/>
              <a:gd name="connsiteX4078" fmla="*/ 5865571 w 10450132"/>
              <a:gd name="connsiteY4078" fmla="*/ 3924150 h 5450835"/>
              <a:gd name="connsiteX4079" fmla="*/ 5856508 w 10450132"/>
              <a:gd name="connsiteY4079" fmla="*/ 3924150 h 5450835"/>
              <a:gd name="connsiteX4080" fmla="*/ 5855720 w 10450132"/>
              <a:gd name="connsiteY4080" fmla="*/ 3923690 h 5450835"/>
              <a:gd name="connsiteX4081" fmla="*/ 5851187 w 10450132"/>
              <a:gd name="connsiteY4081" fmla="*/ 3915808 h 5450835"/>
              <a:gd name="connsiteX4082" fmla="*/ 5851187 w 10450132"/>
              <a:gd name="connsiteY4082" fmla="*/ 3914954 h 5450835"/>
              <a:gd name="connsiteX4083" fmla="*/ 5855720 w 10450132"/>
              <a:gd name="connsiteY4083" fmla="*/ 3907073 h 5450835"/>
              <a:gd name="connsiteX4084" fmla="*/ 5856508 w 10450132"/>
              <a:gd name="connsiteY4084" fmla="*/ 3906613 h 5450835"/>
              <a:gd name="connsiteX4085" fmla="*/ 5602126 w 10450132"/>
              <a:gd name="connsiteY4085" fmla="*/ 3906613 h 5450835"/>
              <a:gd name="connsiteX4086" fmla="*/ 5611191 w 10450132"/>
              <a:gd name="connsiteY4086" fmla="*/ 3906613 h 5450835"/>
              <a:gd name="connsiteX4087" fmla="*/ 5611979 w 10450132"/>
              <a:gd name="connsiteY4087" fmla="*/ 3907073 h 5450835"/>
              <a:gd name="connsiteX4088" fmla="*/ 5616511 w 10450132"/>
              <a:gd name="connsiteY4088" fmla="*/ 3914954 h 5450835"/>
              <a:gd name="connsiteX4089" fmla="*/ 5616511 w 10450132"/>
              <a:gd name="connsiteY4089" fmla="*/ 3915808 h 5450835"/>
              <a:gd name="connsiteX4090" fmla="*/ 5611979 w 10450132"/>
              <a:gd name="connsiteY4090" fmla="*/ 3923690 h 5450835"/>
              <a:gd name="connsiteX4091" fmla="*/ 5611191 w 10450132"/>
              <a:gd name="connsiteY4091" fmla="*/ 3924150 h 5450835"/>
              <a:gd name="connsiteX4092" fmla="*/ 5602126 w 10450132"/>
              <a:gd name="connsiteY4092" fmla="*/ 3924150 h 5450835"/>
              <a:gd name="connsiteX4093" fmla="*/ 5601338 w 10450132"/>
              <a:gd name="connsiteY4093" fmla="*/ 3923690 h 5450835"/>
              <a:gd name="connsiteX4094" fmla="*/ 5596807 w 10450132"/>
              <a:gd name="connsiteY4094" fmla="*/ 3915808 h 5450835"/>
              <a:gd name="connsiteX4095" fmla="*/ 5596807 w 10450132"/>
              <a:gd name="connsiteY4095" fmla="*/ 3914954 h 5450835"/>
              <a:gd name="connsiteX4096" fmla="*/ 5601338 w 10450132"/>
              <a:gd name="connsiteY4096" fmla="*/ 3907073 h 5450835"/>
              <a:gd name="connsiteX4097" fmla="*/ 5602126 w 10450132"/>
              <a:gd name="connsiteY4097" fmla="*/ 3906613 h 5450835"/>
              <a:gd name="connsiteX4098" fmla="*/ 5347746 w 10450132"/>
              <a:gd name="connsiteY4098" fmla="*/ 3906613 h 5450835"/>
              <a:gd name="connsiteX4099" fmla="*/ 5356810 w 10450132"/>
              <a:gd name="connsiteY4099" fmla="*/ 3906613 h 5450835"/>
              <a:gd name="connsiteX4100" fmla="*/ 5357598 w 10450132"/>
              <a:gd name="connsiteY4100" fmla="*/ 3907073 h 5450835"/>
              <a:gd name="connsiteX4101" fmla="*/ 5362130 w 10450132"/>
              <a:gd name="connsiteY4101" fmla="*/ 3914954 h 5450835"/>
              <a:gd name="connsiteX4102" fmla="*/ 5362130 w 10450132"/>
              <a:gd name="connsiteY4102" fmla="*/ 3915808 h 5450835"/>
              <a:gd name="connsiteX4103" fmla="*/ 5357598 w 10450132"/>
              <a:gd name="connsiteY4103" fmla="*/ 3923690 h 5450835"/>
              <a:gd name="connsiteX4104" fmla="*/ 5356810 w 10450132"/>
              <a:gd name="connsiteY4104" fmla="*/ 3924150 h 5450835"/>
              <a:gd name="connsiteX4105" fmla="*/ 5347746 w 10450132"/>
              <a:gd name="connsiteY4105" fmla="*/ 3924150 h 5450835"/>
              <a:gd name="connsiteX4106" fmla="*/ 5346958 w 10450132"/>
              <a:gd name="connsiteY4106" fmla="*/ 3923690 h 5450835"/>
              <a:gd name="connsiteX4107" fmla="*/ 5342425 w 10450132"/>
              <a:gd name="connsiteY4107" fmla="*/ 3915808 h 5450835"/>
              <a:gd name="connsiteX4108" fmla="*/ 5342425 w 10450132"/>
              <a:gd name="connsiteY4108" fmla="*/ 3914954 h 5450835"/>
              <a:gd name="connsiteX4109" fmla="*/ 5346958 w 10450132"/>
              <a:gd name="connsiteY4109" fmla="*/ 3907073 h 5450835"/>
              <a:gd name="connsiteX4110" fmla="*/ 5347746 w 10450132"/>
              <a:gd name="connsiteY4110" fmla="*/ 3906613 h 5450835"/>
              <a:gd name="connsiteX4111" fmla="*/ 5093300 w 10450132"/>
              <a:gd name="connsiteY4111" fmla="*/ 3906613 h 5450835"/>
              <a:gd name="connsiteX4112" fmla="*/ 5102364 w 10450132"/>
              <a:gd name="connsiteY4112" fmla="*/ 3906613 h 5450835"/>
              <a:gd name="connsiteX4113" fmla="*/ 5103153 w 10450132"/>
              <a:gd name="connsiteY4113" fmla="*/ 3907073 h 5450835"/>
              <a:gd name="connsiteX4114" fmla="*/ 5107684 w 10450132"/>
              <a:gd name="connsiteY4114" fmla="*/ 3914954 h 5450835"/>
              <a:gd name="connsiteX4115" fmla="*/ 5107684 w 10450132"/>
              <a:gd name="connsiteY4115" fmla="*/ 3915808 h 5450835"/>
              <a:gd name="connsiteX4116" fmla="*/ 5103153 w 10450132"/>
              <a:gd name="connsiteY4116" fmla="*/ 3923690 h 5450835"/>
              <a:gd name="connsiteX4117" fmla="*/ 5102364 w 10450132"/>
              <a:gd name="connsiteY4117" fmla="*/ 3924150 h 5450835"/>
              <a:gd name="connsiteX4118" fmla="*/ 5093300 w 10450132"/>
              <a:gd name="connsiteY4118" fmla="*/ 3924150 h 5450835"/>
              <a:gd name="connsiteX4119" fmla="*/ 5092512 w 10450132"/>
              <a:gd name="connsiteY4119" fmla="*/ 3923690 h 5450835"/>
              <a:gd name="connsiteX4120" fmla="*/ 5087979 w 10450132"/>
              <a:gd name="connsiteY4120" fmla="*/ 3915808 h 5450835"/>
              <a:gd name="connsiteX4121" fmla="*/ 5087979 w 10450132"/>
              <a:gd name="connsiteY4121" fmla="*/ 3914954 h 5450835"/>
              <a:gd name="connsiteX4122" fmla="*/ 5092512 w 10450132"/>
              <a:gd name="connsiteY4122" fmla="*/ 3907073 h 5450835"/>
              <a:gd name="connsiteX4123" fmla="*/ 5093300 w 10450132"/>
              <a:gd name="connsiteY4123" fmla="*/ 3906613 h 5450835"/>
              <a:gd name="connsiteX4124" fmla="*/ 4838919 w 10450132"/>
              <a:gd name="connsiteY4124" fmla="*/ 3906613 h 5450835"/>
              <a:gd name="connsiteX4125" fmla="*/ 4847982 w 10450132"/>
              <a:gd name="connsiteY4125" fmla="*/ 3906613 h 5450835"/>
              <a:gd name="connsiteX4126" fmla="*/ 4848772 w 10450132"/>
              <a:gd name="connsiteY4126" fmla="*/ 3907073 h 5450835"/>
              <a:gd name="connsiteX4127" fmla="*/ 4853303 w 10450132"/>
              <a:gd name="connsiteY4127" fmla="*/ 3914954 h 5450835"/>
              <a:gd name="connsiteX4128" fmla="*/ 4853303 w 10450132"/>
              <a:gd name="connsiteY4128" fmla="*/ 3915808 h 5450835"/>
              <a:gd name="connsiteX4129" fmla="*/ 4848772 w 10450132"/>
              <a:gd name="connsiteY4129" fmla="*/ 3923690 h 5450835"/>
              <a:gd name="connsiteX4130" fmla="*/ 4847982 w 10450132"/>
              <a:gd name="connsiteY4130" fmla="*/ 3924150 h 5450835"/>
              <a:gd name="connsiteX4131" fmla="*/ 4838919 w 10450132"/>
              <a:gd name="connsiteY4131" fmla="*/ 3924150 h 5450835"/>
              <a:gd name="connsiteX4132" fmla="*/ 4838132 w 10450132"/>
              <a:gd name="connsiteY4132" fmla="*/ 3923690 h 5450835"/>
              <a:gd name="connsiteX4133" fmla="*/ 4833598 w 10450132"/>
              <a:gd name="connsiteY4133" fmla="*/ 3915808 h 5450835"/>
              <a:gd name="connsiteX4134" fmla="*/ 4833598 w 10450132"/>
              <a:gd name="connsiteY4134" fmla="*/ 3914954 h 5450835"/>
              <a:gd name="connsiteX4135" fmla="*/ 4838132 w 10450132"/>
              <a:gd name="connsiteY4135" fmla="*/ 3907073 h 5450835"/>
              <a:gd name="connsiteX4136" fmla="*/ 4838919 w 10450132"/>
              <a:gd name="connsiteY4136" fmla="*/ 3906613 h 5450835"/>
              <a:gd name="connsiteX4137" fmla="*/ 4584538 w 10450132"/>
              <a:gd name="connsiteY4137" fmla="*/ 3906613 h 5450835"/>
              <a:gd name="connsiteX4138" fmla="*/ 4593603 w 10450132"/>
              <a:gd name="connsiteY4138" fmla="*/ 3906613 h 5450835"/>
              <a:gd name="connsiteX4139" fmla="*/ 4594390 w 10450132"/>
              <a:gd name="connsiteY4139" fmla="*/ 3907073 h 5450835"/>
              <a:gd name="connsiteX4140" fmla="*/ 4598922 w 10450132"/>
              <a:gd name="connsiteY4140" fmla="*/ 3914954 h 5450835"/>
              <a:gd name="connsiteX4141" fmla="*/ 4598922 w 10450132"/>
              <a:gd name="connsiteY4141" fmla="*/ 3915808 h 5450835"/>
              <a:gd name="connsiteX4142" fmla="*/ 4594390 w 10450132"/>
              <a:gd name="connsiteY4142" fmla="*/ 3923690 h 5450835"/>
              <a:gd name="connsiteX4143" fmla="*/ 4593603 w 10450132"/>
              <a:gd name="connsiteY4143" fmla="*/ 3924150 h 5450835"/>
              <a:gd name="connsiteX4144" fmla="*/ 4584538 w 10450132"/>
              <a:gd name="connsiteY4144" fmla="*/ 3924150 h 5450835"/>
              <a:gd name="connsiteX4145" fmla="*/ 4583749 w 10450132"/>
              <a:gd name="connsiteY4145" fmla="*/ 3923690 h 5450835"/>
              <a:gd name="connsiteX4146" fmla="*/ 4579218 w 10450132"/>
              <a:gd name="connsiteY4146" fmla="*/ 3915808 h 5450835"/>
              <a:gd name="connsiteX4147" fmla="*/ 4579218 w 10450132"/>
              <a:gd name="connsiteY4147" fmla="*/ 3914954 h 5450835"/>
              <a:gd name="connsiteX4148" fmla="*/ 4583749 w 10450132"/>
              <a:gd name="connsiteY4148" fmla="*/ 3907073 h 5450835"/>
              <a:gd name="connsiteX4149" fmla="*/ 4584538 w 10450132"/>
              <a:gd name="connsiteY4149" fmla="*/ 3906613 h 5450835"/>
              <a:gd name="connsiteX4150" fmla="*/ 4330157 w 10450132"/>
              <a:gd name="connsiteY4150" fmla="*/ 3906613 h 5450835"/>
              <a:gd name="connsiteX4151" fmla="*/ 4339222 w 10450132"/>
              <a:gd name="connsiteY4151" fmla="*/ 3906613 h 5450835"/>
              <a:gd name="connsiteX4152" fmla="*/ 4340010 w 10450132"/>
              <a:gd name="connsiteY4152" fmla="*/ 3907073 h 5450835"/>
              <a:gd name="connsiteX4153" fmla="*/ 4344540 w 10450132"/>
              <a:gd name="connsiteY4153" fmla="*/ 3914954 h 5450835"/>
              <a:gd name="connsiteX4154" fmla="*/ 4344540 w 10450132"/>
              <a:gd name="connsiteY4154" fmla="*/ 3915808 h 5450835"/>
              <a:gd name="connsiteX4155" fmla="*/ 4340010 w 10450132"/>
              <a:gd name="connsiteY4155" fmla="*/ 3923690 h 5450835"/>
              <a:gd name="connsiteX4156" fmla="*/ 4339222 w 10450132"/>
              <a:gd name="connsiteY4156" fmla="*/ 3924150 h 5450835"/>
              <a:gd name="connsiteX4157" fmla="*/ 4330157 w 10450132"/>
              <a:gd name="connsiteY4157" fmla="*/ 3924150 h 5450835"/>
              <a:gd name="connsiteX4158" fmla="*/ 4329369 w 10450132"/>
              <a:gd name="connsiteY4158" fmla="*/ 3923690 h 5450835"/>
              <a:gd name="connsiteX4159" fmla="*/ 4324836 w 10450132"/>
              <a:gd name="connsiteY4159" fmla="*/ 3915808 h 5450835"/>
              <a:gd name="connsiteX4160" fmla="*/ 4324836 w 10450132"/>
              <a:gd name="connsiteY4160" fmla="*/ 3914954 h 5450835"/>
              <a:gd name="connsiteX4161" fmla="*/ 4329369 w 10450132"/>
              <a:gd name="connsiteY4161" fmla="*/ 3907073 h 5450835"/>
              <a:gd name="connsiteX4162" fmla="*/ 4330157 w 10450132"/>
              <a:gd name="connsiteY4162" fmla="*/ 3906613 h 5450835"/>
              <a:gd name="connsiteX4163" fmla="*/ 4075834 w 10450132"/>
              <a:gd name="connsiteY4163" fmla="*/ 3906613 h 5450835"/>
              <a:gd name="connsiteX4164" fmla="*/ 4084899 w 10450132"/>
              <a:gd name="connsiteY4164" fmla="*/ 3906613 h 5450835"/>
              <a:gd name="connsiteX4165" fmla="*/ 4085687 w 10450132"/>
              <a:gd name="connsiteY4165" fmla="*/ 3907073 h 5450835"/>
              <a:gd name="connsiteX4166" fmla="*/ 4090218 w 10450132"/>
              <a:gd name="connsiteY4166" fmla="*/ 3914954 h 5450835"/>
              <a:gd name="connsiteX4167" fmla="*/ 4090218 w 10450132"/>
              <a:gd name="connsiteY4167" fmla="*/ 3915808 h 5450835"/>
              <a:gd name="connsiteX4168" fmla="*/ 4085687 w 10450132"/>
              <a:gd name="connsiteY4168" fmla="*/ 3923690 h 5450835"/>
              <a:gd name="connsiteX4169" fmla="*/ 4084899 w 10450132"/>
              <a:gd name="connsiteY4169" fmla="*/ 3924150 h 5450835"/>
              <a:gd name="connsiteX4170" fmla="*/ 4075834 w 10450132"/>
              <a:gd name="connsiteY4170" fmla="*/ 3924150 h 5450835"/>
              <a:gd name="connsiteX4171" fmla="*/ 4075046 w 10450132"/>
              <a:gd name="connsiteY4171" fmla="*/ 3923690 h 5450835"/>
              <a:gd name="connsiteX4172" fmla="*/ 4070513 w 10450132"/>
              <a:gd name="connsiteY4172" fmla="*/ 3915808 h 5450835"/>
              <a:gd name="connsiteX4173" fmla="*/ 4070513 w 10450132"/>
              <a:gd name="connsiteY4173" fmla="*/ 3914954 h 5450835"/>
              <a:gd name="connsiteX4174" fmla="*/ 4075046 w 10450132"/>
              <a:gd name="connsiteY4174" fmla="*/ 3907073 h 5450835"/>
              <a:gd name="connsiteX4175" fmla="*/ 4075834 w 10450132"/>
              <a:gd name="connsiteY4175" fmla="*/ 3906613 h 5450835"/>
              <a:gd name="connsiteX4176" fmla="*/ 3821440 w 10450132"/>
              <a:gd name="connsiteY4176" fmla="*/ 3906613 h 5450835"/>
              <a:gd name="connsiteX4177" fmla="*/ 3830507 w 10450132"/>
              <a:gd name="connsiteY4177" fmla="*/ 3906613 h 5450835"/>
              <a:gd name="connsiteX4178" fmla="*/ 3831294 w 10450132"/>
              <a:gd name="connsiteY4178" fmla="*/ 3907073 h 5450835"/>
              <a:gd name="connsiteX4179" fmla="*/ 3835828 w 10450132"/>
              <a:gd name="connsiteY4179" fmla="*/ 3914954 h 5450835"/>
              <a:gd name="connsiteX4180" fmla="*/ 3835828 w 10450132"/>
              <a:gd name="connsiteY4180" fmla="*/ 3915808 h 5450835"/>
              <a:gd name="connsiteX4181" fmla="*/ 3831294 w 10450132"/>
              <a:gd name="connsiteY4181" fmla="*/ 3923690 h 5450835"/>
              <a:gd name="connsiteX4182" fmla="*/ 3830507 w 10450132"/>
              <a:gd name="connsiteY4182" fmla="*/ 3924150 h 5450835"/>
              <a:gd name="connsiteX4183" fmla="*/ 3821440 w 10450132"/>
              <a:gd name="connsiteY4183" fmla="*/ 3924150 h 5450835"/>
              <a:gd name="connsiteX4184" fmla="*/ 3820653 w 10450132"/>
              <a:gd name="connsiteY4184" fmla="*/ 3923690 h 5450835"/>
              <a:gd name="connsiteX4185" fmla="*/ 3816120 w 10450132"/>
              <a:gd name="connsiteY4185" fmla="*/ 3915808 h 5450835"/>
              <a:gd name="connsiteX4186" fmla="*/ 3816120 w 10450132"/>
              <a:gd name="connsiteY4186" fmla="*/ 3914954 h 5450835"/>
              <a:gd name="connsiteX4187" fmla="*/ 3820653 w 10450132"/>
              <a:gd name="connsiteY4187" fmla="*/ 3907073 h 5450835"/>
              <a:gd name="connsiteX4188" fmla="*/ 3821440 w 10450132"/>
              <a:gd name="connsiteY4188" fmla="*/ 3906613 h 5450835"/>
              <a:gd name="connsiteX4189" fmla="*/ 3567185 w 10450132"/>
              <a:gd name="connsiteY4189" fmla="*/ 3906613 h 5450835"/>
              <a:gd name="connsiteX4190" fmla="*/ 3576249 w 10450132"/>
              <a:gd name="connsiteY4190" fmla="*/ 3906613 h 5450835"/>
              <a:gd name="connsiteX4191" fmla="*/ 3577036 w 10450132"/>
              <a:gd name="connsiteY4191" fmla="*/ 3907073 h 5450835"/>
              <a:gd name="connsiteX4192" fmla="*/ 3581569 w 10450132"/>
              <a:gd name="connsiteY4192" fmla="*/ 3914954 h 5450835"/>
              <a:gd name="connsiteX4193" fmla="*/ 3581569 w 10450132"/>
              <a:gd name="connsiteY4193" fmla="*/ 3915808 h 5450835"/>
              <a:gd name="connsiteX4194" fmla="*/ 3577036 w 10450132"/>
              <a:gd name="connsiteY4194" fmla="*/ 3923690 h 5450835"/>
              <a:gd name="connsiteX4195" fmla="*/ 3576249 w 10450132"/>
              <a:gd name="connsiteY4195" fmla="*/ 3924150 h 5450835"/>
              <a:gd name="connsiteX4196" fmla="*/ 3567185 w 10450132"/>
              <a:gd name="connsiteY4196" fmla="*/ 3924150 h 5450835"/>
              <a:gd name="connsiteX4197" fmla="*/ 3566396 w 10450132"/>
              <a:gd name="connsiteY4197" fmla="*/ 3923690 h 5450835"/>
              <a:gd name="connsiteX4198" fmla="*/ 3561863 w 10450132"/>
              <a:gd name="connsiteY4198" fmla="*/ 3915808 h 5450835"/>
              <a:gd name="connsiteX4199" fmla="*/ 3561863 w 10450132"/>
              <a:gd name="connsiteY4199" fmla="*/ 3914954 h 5450835"/>
              <a:gd name="connsiteX4200" fmla="*/ 3566396 w 10450132"/>
              <a:gd name="connsiteY4200" fmla="*/ 3907073 h 5450835"/>
              <a:gd name="connsiteX4201" fmla="*/ 3567185 w 10450132"/>
              <a:gd name="connsiteY4201" fmla="*/ 3906613 h 5450835"/>
              <a:gd name="connsiteX4202" fmla="*/ 3312664 w 10450132"/>
              <a:gd name="connsiteY4202" fmla="*/ 3906613 h 5450835"/>
              <a:gd name="connsiteX4203" fmla="*/ 3321728 w 10450132"/>
              <a:gd name="connsiteY4203" fmla="*/ 3906613 h 5450835"/>
              <a:gd name="connsiteX4204" fmla="*/ 3322515 w 10450132"/>
              <a:gd name="connsiteY4204" fmla="*/ 3907073 h 5450835"/>
              <a:gd name="connsiteX4205" fmla="*/ 3327049 w 10450132"/>
              <a:gd name="connsiteY4205" fmla="*/ 3914954 h 5450835"/>
              <a:gd name="connsiteX4206" fmla="*/ 3327049 w 10450132"/>
              <a:gd name="connsiteY4206" fmla="*/ 3915808 h 5450835"/>
              <a:gd name="connsiteX4207" fmla="*/ 3322515 w 10450132"/>
              <a:gd name="connsiteY4207" fmla="*/ 3923690 h 5450835"/>
              <a:gd name="connsiteX4208" fmla="*/ 3321728 w 10450132"/>
              <a:gd name="connsiteY4208" fmla="*/ 3924150 h 5450835"/>
              <a:gd name="connsiteX4209" fmla="*/ 3312664 w 10450132"/>
              <a:gd name="connsiteY4209" fmla="*/ 3924150 h 5450835"/>
              <a:gd name="connsiteX4210" fmla="*/ 3311877 w 10450132"/>
              <a:gd name="connsiteY4210" fmla="*/ 3923690 h 5450835"/>
              <a:gd name="connsiteX4211" fmla="*/ 3307343 w 10450132"/>
              <a:gd name="connsiteY4211" fmla="*/ 3915808 h 5450835"/>
              <a:gd name="connsiteX4212" fmla="*/ 3307343 w 10450132"/>
              <a:gd name="connsiteY4212" fmla="*/ 3914954 h 5450835"/>
              <a:gd name="connsiteX4213" fmla="*/ 3311877 w 10450132"/>
              <a:gd name="connsiteY4213" fmla="*/ 3907073 h 5450835"/>
              <a:gd name="connsiteX4214" fmla="*/ 3312664 w 10450132"/>
              <a:gd name="connsiteY4214" fmla="*/ 3906613 h 5450835"/>
              <a:gd name="connsiteX4215" fmla="*/ 3058287 w 10450132"/>
              <a:gd name="connsiteY4215" fmla="*/ 3906613 h 5450835"/>
              <a:gd name="connsiteX4216" fmla="*/ 3067351 w 10450132"/>
              <a:gd name="connsiteY4216" fmla="*/ 3906613 h 5450835"/>
              <a:gd name="connsiteX4217" fmla="*/ 3068139 w 10450132"/>
              <a:gd name="connsiteY4217" fmla="*/ 3907073 h 5450835"/>
              <a:gd name="connsiteX4218" fmla="*/ 3072671 w 10450132"/>
              <a:gd name="connsiteY4218" fmla="*/ 3914954 h 5450835"/>
              <a:gd name="connsiteX4219" fmla="*/ 3072671 w 10450132"/>
              <a:gd name="connsiteY4219" fmla="*/ 3915808 h 5450835"/>
              <a:gd name="connsiteX4220" fmla="*/ 3068139 w 10450132"/>
              <a:gd name="connsiteY4220" fmla="*/ 3923690 h 5450835"/>
              <a:gd name="connsiteX4221" fmla="*/ 3067351 w 10450132"/>
              <a:gd name="connsiteY4221" fmla="*/ 3924150 h 5450835"/>
              <a:gd name="connsiteX4222" fmla="*/ 3058287 w 10450132"/>
              <a:gd name="connsiteY4222" fmla="*/ 3924150 h 5450835"/>
              <a:gd name="connsiteX4223" fmla="*/ 3057498 w 10450132"/>
              <a:gd name="connsiteY4223" fmla="*/ 3923690 h 5450835"/>
              <a:gd name="connsiteX4224" fmla="*/ 3052966 w 10450132"/>
              <a:gd name="connsiteY4224" fmla="*/ 3915808 h 5450835"/>
              <a:gd name="connsiteX4225" fmla="*/ 3052966 w 10450132"/>
              <a:gd name="connsiteY4225" fmla="*/ 3914954 h 5450835"/>
              <a:gd name="connsiteX4226" fmla="*/ 3057498 w 10450132"/>
              <a:gd name="connsiteY4226" fmla="*/ 3907073 h 5450835"/>
              <a:gd name="connsiteX4227" fmla="*/ 3058287 w 10450132"/>
              <a:gd name="connsiteY4227" fmla="*/ 3906613 h 5450835"/>
              <a:gd name="connsiteX4228" fmla="*/ 2803942 w 10450132"/>
              <a:gd name="connsiteY4228" fmla="*/ 3906613 h 5450835"/>
              <a:gd name="connsiteX4229" fmla="*/ 2813007 w 10450132"/>
              <a:gd name="connsiteY4229" fmla="*/ 3906613 h 5450835"/>
              <a:gd name="connsiteX4230" fmla="*/ 2813794 w 10450132"/>
              <a:gd name="connsiteY4230" fmla="*/ 3907073 h 5450835"/>
              <a:gd name="connsiteX4231" fmla="*/ 2818327 w 10450132"/>
              <a:gd name="connsiteY4231" fmla="*/ 3914954 h 5450835"/>
              <a:gd name="connsiteX4232" fmla="*/ 2818327 w 10450132"/>
              <a:gd name="connsiteY4232" fmla="*/ 3915808 h 5450835"/>
              <a:gd name="connsiteX4233" fmla="*/ 2813794 w 10450132"/>
              <a:gd name="connsiteY4233" fmla="*/ 3923690 h 5450835"/>
              <a:gd name="connsiteX4234" fmla="*/ 2813007 w 10450132"/>
              <a:gd name="connsiteY4234" fmla="*/ 3924150 h 5450835"/>
              <a:gd name="connsiteX4235" fmla="*/ 2803942 w 10450132"/>
              <a:gd name="connsiteY4235" fmla="*/ 3924150 h 5450835"/>
              <a:gd name="connsiteX4236" fmla="*/ 2803152 w 10450132"/>
              <a:gd name="connsiteY4236" fmla="*/ 3923690 h 5450835"/>
              <a:gd name="connsiteX4237" fmla="*/ 2798621 w 10450132"/>
              <a:gd name="connsiteY4237" fmla="*/ 3915808 h 5450835"/>
              <a:gd name="connsiteX4238" fmla="*/ 2798621 w 10450132"/>
              <a:gd name="connsiteY4238" fmla="*/ 3914954 h 5450835"/>
              <a:gd name="connsiteX4239" fmla="*/ 2803152 w 10450132"/>
              <a:gd name="connsiteY4239" fmla="*/ 3907073 h 5450835"/>
              <a:gd name="connsiteX4240" fmla="*/ 2803942 w 10450132"/>
              <a:gd name="connsiteY4240" fmla="*/ 3906613 h 5450835"/>
              <a:gd name="connsiteX4241" fmla="*/ 2549573 w 10450132"/>
              <a:gd name="connsiteY4241" fmla="*/ 3906613 h 5450835"/>
              <a:gd name="connsiteX4242" fmla="*/ 2558638 w 10450132"/>
              <a:gd name="connsiteY4242" fmla="*/ 3906613 h 5450835"/>
              <a:gd name="connsiteX4243" fmla="*/ 2559427 w 10450132"/>
              <a:gd name="connsiteY4243" fmla="*/ 3907073 h 5450835"/>
              <a:gd name="connsiteX4244" fmla="*/ 2563960 w 10450132"/>
              <a:gd name="connsiteY4244" fmla="*/ 3914954 h 5450835"/>
              <a:gd name="connsiteX4245" fmla="*/ 2563960 w 10450132"/>
              <a:gd name="connsiteY4245" fmla="*/ 3915808 h 5450835"/>
              <a:gd name="connsiteX4246" fmla="*/ 2559427 w 10450132"/>
              <a:gd name="connsiteY4246" fmla="*/ 3923690 h 5450835"/>
              <a:gd name="connsiteX4247" fmla="*/ 2558638 w 10450132"/>
              <a:gd name="connsiteY4247" fmla="*/ 3924150 h 5450835"/>
              <a:gd name="connsiteX4248" fmla="*/ 2549573 w 10450132"/>
              <a:gd name="connsiteY4248" fmla="*/ 3924150 h 5450835"/>
              <a:gd name="connsiteX4249" fmla="*/ 2548784 w 10450132"/>
              <a:gd name="connsiteY4249" fmla="*/ 3923690 h 5450835"/>
              <a:gd name="connsiteX4250" fmla="*/ 2544253 w 10450132"/>
              <a:gd name="connsiteY4250" fmla="*/ 3915808 h 5450835"/>
              <a:gd name="connsiteX4251" fmla="*/ 2544253 w 10450132"/>
              <a:gd name="connsiteY4251" fmla="*/ 3914954 h 5450835"/>
              <a:gd name="connsiteX4252" fmla="*/ 2548784 w 10450132"/>
              <a:gd name="connsiteY4252" fmla="*/ 3907073 h 5450835"/>
              <a:gd name="connsiteX4253" fmla="*/ 2549573 w 10450132"/>
              <a:gd name="connsiteY4253" fmla="*/ 3906613 h 5450835"/>
              <a:gd name="connsiteX4254" fmla="*/ 2294995 w 10450132"/>
              <a:gd name="connsiteY4254" fmla="*/ 3906613 h 5450835"/>
              <a:gd name="connsiteX4255" fmla="*/ 2304059 w 10450132"/>
              <a:gd name="connsiteY4255" fmla="*/ 3906613 h 5450835"/>
              <a:gd name="connsiteX4256" fmla="*/ 2304847 w 10450132"/>
              <a:gd name="connsiteY4256" fmla="*/ 3907073 h 5450835"/>
              <a:gd name="connsiteX4257" fmla="*/ 2309379 w 10450132"/>
              <a:gd name="connsiteY4257" fmla="*/ 3914954 h 5450835"/>
              <a:gd name="connsiteX4258" fmla="*/ 2309379 w 10450132"/>
              <a:gd name="connsiteY4258" fmla="*/ 3915808 h 5450835"/>
              <a:gd name="connsiteX4259" fmla="*/ 2304847 w 10450132"/>
              <a:gd name="connsiteY4259" fmla="*/ 3923690 h 5450835"/>
              <a:gd name="connsiteX4260" fmla="*/ 2304059 w 10450132"/>
              <a:gd name="connsiteY4260" fmla="*/ 3924150 h 5450835"/>
              <a:gd name="connsiteX4261" fmla="*/ 2294995 w 10450132"/>
              <a:gd name="connsiteY4261" fmla="*/ 3924150 h 5450835"/>
              <a:gd name="connsiteX4262" fmla="*/ 2294206 w 10450132"/>
              <a:gd name="connsiteY4262" fmla="*/ 3923690 h 5450835"/>
              <a:gd name="connsiteX4263" fmla="*/ 2289675 w 10450132"/>
              <a:gd name="connsiteY4263" fmla="*/ 3915808 h 5450835"/>
              <a:gd name="connsiteX4264" fmla="*/ 2289675 w 10450132"/>
              <a:gd name="connsiteY4264" fmla="*/ 3914954 h 5450835"/>
              <a:gd name="connsiteX4265" fmla="*/ 2294206 w 10450132"/>
              <a:gd name="connsiteY4265" fmla="*/ 3907073 h 5450835"/>
              <a:gd name="connsiteX4266" fmla="*/ 2294995 w 10450132"/>
              <a:gd name="connsiteY4266" fmla="*/ 3906613 h 5450835"/>
              <a:gd name="connsiteX4267" fmla="*/ 2040770 w 10450132"/>
              <a:gd name="connsiteY4267" fmla="*/ 3906613 h 5450835"/>
              <a:gd name="connsiteX4268" fmla="*/ 2049835 w 10450132"/>
              <a:gd name="connsiteY4268" fmla="*/ 3906613 h 5450835"/>
              <a:gd name="connsiteX4269" fmla="*/ 2050623 w 10450132"/>
              <a:gd name="connsiteY4269" fmla="*/ 3907073 h 5450835"/>
              <a:gd name="connsiteX4270" fmla="*/ 2055154 w 10450132"/>
              <a:gd name="connsiteY4270" fmla="*/ 3914954 h 5450835"/>
              <a:gd name="connsiteX4271" fmla="*/ 2055154 w 10450132"/>
              <a:gd name="connsiteY4271" fmla="*/ 3915808 h 5450835"/>
              <a:gd name="connsiteX4272" fmla="*/ 2050623 w 10450132"/>
              <a:gd name="connsiteY4272" fmla="*/ 3923690 h 5450835"/>
              <a:gd name="connsiteX4273" fmla="*/ 2049835 w 10450132"/>
              <a:gd name="connsiteY4273" fmla="*/ 3924150 h 5450835"/>
              <a:gd name="connsiteX4274" fmla="*/ 2040770 w 10450132"/>
              <a:gd name="connsiteY4274" fmla="*/ 3924150 h 5450835"/>
              <a:gd name="connsiteX4275" fmla="*/ 2039981 w 10450132"/>
              <a:gd name="connsiteY4275" fmla="*/ 3923690 h 5450835"/>
              <a:gd name="connsiteX4276" fmla="*/ 2035449 w 10450132"/>
              <a:gd name="connsiteY4276" fmla="*/ 3915808 h 5450835"/>
              <a:gd name="connsiteX4277" fmla="*/ 2035449 w 10450132"/>
              <a:gd name="connsiteY4277" fmla="*/ 3914954 h 5450835"/>
              <a:gd name="connsiteX4278" fmla="*/ 2039981 w 10450132"/>
              <a:gd name="connsiteY4278" fmla="*/ 3907073 h 5450835"/>
              <a:gd name="connsiteX4279" fmla="*/ 2040770 w 10450132"/>
              <a:gd name="connsiteY4279" fmla="*/ 3906613 h 5450835"/>
              <a:gd name="connsiteX4280" fmla="*/ 1786153 w 10450132"/>
              <a:gd name="connsiteY4280" fmla="*/ 3906613 h 5450835"/>
              <a:gd name="connsiteX4281" fmla="*/ 1795218 w 10450132"/>
              <a:gd name="connsiteY4281" fmla="*/ 3906613 h 5450835"/>
              <a:gd name="connsiteX4282" fmla="*/ 1796006 w 10450132"/>
              <a:gd name="connsiteY4282" fmla="*/ 3907073 h 5450835"/>
              <a:gd name="connsiteX4283" fmla="*/ 1800538 w 10450132"/>
              <a:gd name="connsiteY4283" fmla="*/ 3914954 h 5450835"/>
              <a:gd name="connsiteX4284" fmla="*/ 1800538 w 10450132"/>
              <a:gd name="connsiteY4284" fmla="*/ 3915808 h 5450835"/>
              <a:gd name="connsiteX4285" fmla="*/ 1796006 w 10450132"/>
              <a:gd name="connsiteY4285" fmla="*/ 3923690 h 5450835"/>
              <a:gd name="connsiteX4286" fmla="*/ 1795218 w 10450132"/>
              <a:gd name="connsiteY4286" fmla="*/ 3924150 h 5450835"/>
              <a:gd name="connsiteX4287" fmla="*/ 1786153 w 10450132"/>
              <a:gd name="connsiteY4287" fmla="*/ 3924150 h 5450835"/>
              <a:gd name="connsiteX4288" fmla="*/ 1785365 w 10450132"/>
              <a:gd name="connsiteY4288" fmla="*/ 3923690 h 5450835"/>
              <a:gd name="connsiteX4289" fmla="*/ 1780833 w 10450132"/>
              <a:gd name="connsiteY4289" fmla="*/ 3915808 h 5450835"/>
              <a:gd name="connsiteX4290" fmla="*/ 1780833 w 10450132"/>
              <a:gd name="connsiteY4290" fmla="*/ 3914954 h 5450835"/>
              <a:gd name="connsiteX4291" fmla="*/ 1785365 w 10450132"/>
              <a:gd name="connsiteY4291" fmla="*/ 3907073 h 5450835"/>
              <a:gd name="connsiteX4292" fmla="*/ 1786153 w 10450132"/>
              <a:gd name="connsiteY4292" fmla="*/ 3906613 h 5450835"/>
              <a:gd name="connsiteX4293" fmla="*/ 1531837 w 10450132"/>
              <a:gd name="connsiteY4293" fmla="*/ 3906613 h 5450835"/>
              <a:gd name="connsiteX4294" fmla="*/ 1540900 w 10450132"/>
              <a:gd name="connsiteY4294" fmla="*/ 3906613 h 5450835"/>
              <a:gd name="connsiteX4295" fmla="*/ 1541689 w 10450132"/>
              <a:gd name="connsiteY4295" fmla="*/ 3907073 h 5450835"/>
              <a:gd name="connsiteX4296" fmla="*/ 1546220 w 10450132"/>
              <a:gd name="connsiteY4296" fmla="*/ 3914954 h 5450835"/>
              <a:gd name="connsiteX4297" fmla="*/ 1546220 w 10450132"/>
              <a:gd name="connsiteY4297" fmla="*/ 3915808 h 5450835"/>
              <a:gd name="connsiteX4298" fmla="*/ 1541689 w 10450132"/>
              <a:gd name="connsiteY4298" fmla="*/ 3923690 h 5450835"/>
              <a:gd name="connsiteX4299" fmla="*/ 1540900 w 10450132"/>
              <a:gd name="connsiteY4299" fmla="*/ 3924150 h 5450835"/>
              <a:gd name="connsiteX4300" fmla="*/ 1531837 w 10450132"/>
              <a:gd name="connsiteY4300" fmla="*/ 3924150 h 5450835"/>
              <a:gd name="connsiteX4301" fmla="*/ 1531049 w 10450132"/>
              <a:gd name="connsiteY4301" fmla="*/ 3923690 h 5450835"/>
              <a:gd name="connsiteX4302" fmla="*/ 1526515 w 10450132"/>
              <a:gd name="connsiteY4302" fmla="*/ 3915808 h 5450835"/>
              <a:gd name="connsiteX4303" fmla="*/ 1526515 w 10450132"/>
              <a:gd name="connsiteY4303" fmla="*/ 3914954 h 5450835"/>
              <a:gd name="connsiteX4304" fmla="*/ 1531049 w 10450132"/>
              <a:gd name="connsiteY4304" fmla="*/ 3907073 h 5450835"/>
              <a:gd name="connsiteX4305" fmla="*/ 1531837 w 10450132"/>
              <a:gd name="connsiteY4305" fmla="*/ 3906613 h 5450835"/>
              <a:gd name="connsiteX4306" fmla="*/ 1277436 w 10450132"/>
              <a:gd name="connsiteY4306" fmla="*/ 3906613 h 5450835"/>
              <a:gd name="connsiteX4307" fmla="*/ 1286500 w 10450132"/>
              <a:gd name="connsiteY4307" fmla="*/ 3906613 h 5450835"/>
              <a:gd name="connsiteX4308" fmla="*/ 1287289 w 10450132"/>
              <a:gd name="connsiteY4308" fmla="*/ 3907073 h 5450835"/>
              <a:gd name="connsiteX4309" fmla="*/ 1291820 w 10450132"/>
              <a:gd name="connsiteY4309" fmla="*/ 3914954 h 5450835"/>
              <a:gd name="connsiteX4310" fmla="*/ 1291820 w 10450132"/>
              <a:gd name="connsiteY4310" fmla="*/ 3915808 h 5450835"/>
              <a:gd name="connsiteX4311" fmla="*/ 1287289 w 10450132"/>
              <a:gd name="connsiteY4311" fmla="*/ 3923690 h 5450835"/>
              <a:gd name="connsiteX4312" fmla="*/ 1286500 w 10450132"/>
              <a:gd name="connsiteY4312" fmla="*/ 3924150 h 5450835"/>
              <a:gd name="connsiteX4313" fmla="*/ 1277436 w 10450132"/>
              <a:gd name="connsiteY4313" fmla="*/ 3924150 h 5450835"/>
              <a:gd name="connsiteX4314" fmla="*/ 1276648 w 10450132"/>
              <a:gd name="connsiteY4314" fmla="*/ 3923690 h 5450835"/>
              <a:gd name="connsiteX4315" fmla="*/ 1272117 w 10450132"/>
              <a:gd name="connsiteY4315" fmla="*/ 3915808 h 5450835"/>
              <a:gd name="connsiteX4316" fmla="*/ 1272117 w 10450132"/>
              <a:gd name="connsiteY4316" fmla="*/ 3914954 h 5450835"/>
              <a:gd name="connsiteX4317" fmla="*/ 1276648 w 10450132"/>
              <a:gd name="connsiteY4317" fmla="*/ 3907073 h 5450835"/>
              <a:gd name="connsiteX4318" fmla="*/ 1277436 w 10450132"/>
              <a:gd name="connsiteY4318" fmla="*/ 3906613 h 5450835"/>
              <a:gd name="connsiteX4319" fmla="*/ 1023161 w 10450132"/>
              <a:gd name="connsiteY4319" fmla="*/ 3906613 h 5450835"/>
              <a:gd name="connsiteX4320" fmla="*/ 1032224 w 10450132"/>
              <a:gd name="connsiteY4320" fmla="*/ 3906613 h 5450835"/>
              <a:gd name="connsiteX4321" fmla="*/ 1033011 w 10450132"/>
              <a:gd name="connsiteY4321" fmla="*/ 3907073 h 5450835"/>
              <a:gd name="connsiteX4322" fmla="*/ 1037544 w 10450132"/>
              <a:gd name="connsiteY4322" fmla="*/ 3914954 h 5450835"/>
              <a:gd name="connsiteX4323" fmla="*/ 1037544 w 10450132"/>
              <a:gd name="connsiteY4323" fmla="*/ 3915808 h 5450835"/>
              <a:gd name="connsiteX4324" fmla="*/ 1033011 w 10450132"/>
              <a:gd name="connsiteY4324" fmla="*/ 3923690 h 5450835"/>
              <a:gd name="connsiteX4325" fmla="*/ 1032224 w 10450132"/>
              <a:gd name="connsiteY4325" fmla="*/ 3924150 h 5450835"/>
              <a:gd name="connsiteX4326" fmla="*/ 1023161 w 10450132"/>
              <a:gd name="connsiteY4326" fmla="*/ 3924150 h 5450835"/>
              <a:gd name="connsiteX4327" fmla="*/ 1022373 w 10450132"/>
              <a:gd name="connsiteY4327" fmla="*/ 3923690 h 5450835"/>
              <a:gd name="connsiteX4328" fmla="*/ 1017838 w 10450132"/>
              <a:gd name="connsiteY4328" fmla="*/ 3915808 h 5450835"/>
              <a:gd name="connsiteX4329" fmla="*/ 1017838 w 10450132"/>
              <a:gd name="connsiteY4329" fmla="*/ 3914954 h 5450835"/>
              <a:gd name="connsiteX4330" fmla="*/ 1022373 w 10450132"/>
              <a:gd name="connsiteY4330" fmla="*/ 3907073 h 5450835"/>
              <a:gd name="connsiteX4331" fmla="*/ 1023161 w 10450132"/>
              <a:gd name="connsiteY4331" fmla="*/ 3906613 h 5450835"/>
              <a:gd name="connsiteX4332" fmla="*/ 768674 w 10450132"/>
              <a:gd name="connsiteY4332" fmla="*/ 3906613 h 5450835"/>
              <a:gd name="connsiteX4333" fmla="*/ 777737 w 10450132"/>
              <a:gd name="connsiteY4333" fmla="*/ 3906613 h 5450835"/>
              <a:gd name="connsiteX4334" fmla="*/ 778525 w 10450132"/>
              <a:gd name="connsiteY4334" fmla="*/ 3907073 h 5450835"/>
              <a:gd name="connsiteX4335" fmla="*/ 783058 w 10450132"/>
              <a:gd name="connsiteY4335" fmla="*/ 3914954 h 5450835"/>
              <a:gd name="connsiteX4336" fmla="*/ 783058 w 10450132"/>
              <a:gd name="connsiteY4336" fmla="*/ 3915808 h 5450835"/>
              <a:gd name="connsiteX4337" fmla="*/ 778525 w 10450132"/>
              <a:gd name="connsiteY4337" fmla="*/ 3923690 h 5450835"/>
              <a:gd name="connsiteX4338" fmla="*/ 777737 w 10450132"/>
              <a:gd name="connsiteY4338" fmla="*/ 3924150 h 5450835"/>
              <a:gd name="connsiteX4339" fmla="*/ 768674 w 10450132"/>
              <a:gd name="connsiteY4339" fmla="*/ 3924150 h 5450835"/>
              <a:gd name="connsiteX4340" fmla="*/ 767886 w 10450132"/>
              <a:gd name="connsiteY4340" fmla="*/ 3923690 h 5450835"/>
              <a:gd name="connsiteX4341" fmla="*/ 763353 w 10450132"/>
              <a:gd name="connsiteY4341" fmla="*/ 3915808 h 5450835"/>
              <a:gd name="connsiteX4342" fmla="*/ 763353 w 10450132"/>
              <a:gd name="connsiteY4342" fmla="*/ 3914954 h 5450835"/>
              <a:gd name="connsiteX4343" fmla="*/ 767886 w 10450132"/>
              <a:gd name="connsiteY4343" fmla="*/ 3907073 h 5450835"/>
              <a:gd name="connsiteX4344" fmla="*/ 768674 w 10450132"/>
              <a:gd name="connsiteY4344" fmla="*/ 3906613 h 5450835"/>
              <a:gd name="connsiteX4345" fmla="*/ 514312 w 10450132"/>
              <a:gd name="connsiteY4345" fmla="*/ 3906613 h 5450835"/>
              <a:gd name="connsiteX4346" fmla="*/ 523376 w 10450132"/>
              <a:gd name="connsiteY4346" fmla="*/ 3906613 h 5450835"/>
              <a:gd name="connsiteX4347" fmla="*/ 524164 w 10450132"/>
              <a:gd name="connsiteY4347" fmla="*/ 3907073 h 5450835"/>
              <a:gd name="connsiteX4348" fmla="*/ 528696 w 10450132"/>
              <a:gd name="connsiteY4348" fmla="*/ 3914954 h 5450835"/>
              <a:gd name="connsiteX4349" fmla="*/ 528696 w 10450132"/>
              <a:gd name="connsiteY4349" fmla="*/ 3915808 h 5450835"/>
              <a:gd name="connsiteX4350" fmla="*/ 524164 w 10450132"/>
              <a:gd name="connsiteY4350" fmla="*/ 3923690 h 5450835"/>
              <a:gd name="connsiteX4351" fmla="*/ 523376 w 10450132"/>
              <a:gd name="connsiteY4351" fmla="*/ 3924150 h 5450835"/>
              <a:gd name="connsiteX4352" fmla="*/ 514312 w 10450132"/>
              <a:gd name="connsiteY4352" fmla="*/ 3924150 h 5450835"/>
              <a:gd name="connsiteX4353" fmla="*/ 513524 w 10450132"/>
              <a:gd name="connsiteY4353" fmla="*/ 3923690 h 5450835"/>
              <a:gd name="connsiteX4354" fmla="*/ 508991 w 10450132"/>
              <a:gd name="connsiteY4354" fmla="*/ 3915808 h 5450835"/>
              <a:gd name="connsiteX4355" fmla="*/ 508991 w 10450132"/>
              <a:gd name="connsiteY4355" fmla="*/ 3914954 h 5450835"/>
              <a:gd name="connsiteX4356" fmla="*/ 513524 w 10450132"/>
              <a:gd name="connsiteY4356" fmla="*/ 3907073 h 5450835"/>
              <a:gd name="connsiteX4357" fmla="*/ 514312 w 10450132"/>
              <a:gd name="connsiteY4357" fmla="*/ 3906613 h 5450835"/>
              <a:gd name="connsiteX4358" fmla="*/ 259860 w 10450132"/>
              <a:gd name="connsiteY4358" fmla="*/ 3906613 h 5450835"/>
              <a:gd name="connsiteX4359" fmla="*/ 268924 w 10450132"/>
              <a:gd name="connsiteY4359" fmla="*/ 3906613 h 5450835"/>
              <a:gd name="connsiteX4360" fmla="*/ 269712 w 10450132"/>
              <a:gd name="connsiteY4360" fmla="*/ 3907073 h 5450835"/>
              <a:gd name="connsiteX4361" fmla="*/ 274244 w 10450132"/>
              <a:gd name="connsiteY4361" fmla="*/ 3914954 h 5450835"/>
              <a:gd name="connsiteX4362" fmla="*/ 274244 w 10450132"/>
              <a:gd name="connsiteY4362" fmla="*/ 3915808 h 5450835"/>
              <a:gd name="connsiteX4363" fmla="*/ 269712 w 10450132"/>
              <a:gd name="connsiteY4363" fmla="*/ 3923690 h 5450835"/>
              <a:gd name="connsiteX4364" fmla="*/ 268924 w 10450132"/>
              <a:gd name="connsiteY4364" fmla="*/ 3924150 h 5450835"/>
              <a:gd name="connsiteX4365" fmla="*/ 259860 w 10450132"/>
              <a:gd name="connsiteY4365" fmla="*/ 3924150 h 5450835"/>
              <a:gd name="connsiteX4366" fmla="*/ 259071 w 10450132"/>
              <a:gd name="connsiteY4366" fmla="*/ 3923690 h 5450835"/>
              <a:gd name="connsiteX4367" fmla="*/ 254539 w 10450132"/>
              <a:gd name="connsiteY4367" fmla="*/ 3915808 h 5450835"/>
              <a:gd name="connsiteX4368" fmla="*/ 254539 w 10450132"/>
              <a:gd name="connsiteY4368" fmla="*/ 3914954 h 5450835"/>
              <a:gd name="connsiteX4369" fmla="*/ 259071 w 10450132"/>
              <a:gd name="connsiteY4369" fmla="*/ 3907073 h 5450835"/>
              <a:gd name="connsiteX4370" fmla="*/ 259860 w 10450132"/>
              <a:gd name="connsiteY4370" fmla="*/ 3906613 h 5450835"/>
              <a:gd name="connsiteX4371" fmla="*/ 5563 w 10450132"/>
              <a:gd name="connsiteY4371" fmla="*/ 3906613 h 5450835"/>
              <a:gd name="connsiteX4372" fmla="*/ 14627 w 10450132"/>
              <a:gd name="connsiteY4372" fmla="*/ 3906613 h 5450835"/>
              <a:gd name="connsiteX4373" fmla="*/ 15415 w 10450132"/>
              <a:gd name="connsiteY4373" fmla="*/ 3907073 h 5450835"/>
              <a:gd name="connsiteX4374" fmla="*/ 19947 w 10450132"/>
              <a:gd name="connsiteY4374" fmla="*/ 3914954 h 5450835"/>
              <a:gd name="connsiteX4375" fmla="*/ 19947 w 10450132"/>
              <a:gd name="connsiteY4375" fmla="*/ 3915808 h 5450835"/>
              <a:gd name="connsiteX4376" fmla="*/ 15415 w 10450132"/>
              <a:gd name="connsiteY4376" fmla="*/ 3923690 h 5450835"/>
              <a:gd name="connsiteX4377" fmla="*/ 14627 w 10450132"/>
              <a:gd name="connsiteY4377" fmla="*/ 3924150 h 5450835"/>
              <a:gd name="connsiteX4378" fmla="*/ 5563 w 10450132"/>
              <a:gd name="connsiteY4378" fmla="*/ 3924150 h 5450835"/>
              <a:gd name="connsiteX4379" fmla="*/ 4774 w 10450132"/>
              <a:gd name="connsiteY4379" fmla="*/ 3923690 h 5450835"/>
              <a:gd name="connsiteX4380" fmla="*/ 242 w 10450132"/>
              <a:gd name="connsiteY4380" fmla="*/ 3915808 h 5450835"/>
              <a:gd name="connsiteX4381" fmla="*/ 242 w 10450132"/>
              <a:gd name="connsiteY4381" fmla="*/ 3914954 h 5450835"/>
              <a:gd name="connsiteX4382" fmla="*/ 4774 w 10450132"/>
              <a:gd name="connsiteY4382" fmla="*/ 3907073 h 5450835"/>
              <a:gd name="connsiteX4383" fmla="*/ 5563 w 10450132"/>
              <a:gd name="connsiteY4383" fmla="*/ 3906613 h 5450835"/>
              <a:gd name="connsiteX4384" fmla="*/ 10435622 w 10450132"/>
              <a:gd name="connsiteY4384" fmla="*/ 3689539 h 5450835"/>
              <a:gd name="connsiteX4385" fmla="*/ 10444686 w 10450132"/>
              <a:gd name="connsiteY4385" fmla="*/ 3689539 h 5450835"/>
              <a:gd name="connsiteX4386" fmla="*/ 10445474 w 10450132"/>
              <a:gd name="connsiteY4386" fmla="*/ 3689998 h 5450835"/>
              <a:gd name="connsiteX4387" fmla="*/ 10450007 w 10450132"/>
              <a:gd name="connsiteY4387" fmla="*/ 3697880 h 5450835"/>
              <a:gd name="connsiteX4388" fmla="*/ 10450007 w 10450132"/>
              <a:gd name="connsiteY4388" fmla="*/ 3698734 h 5450835"/>
              <a:gd name="connsiteX4389" fmla="*/ 10445474 w 10450132"/>
              <a:gd name="connsiteY4389" fmla="*/ 3706616 h 5450835"/>
              <a:gd name="connsiteX4390" fmla="*/ 10444686 w 10450132"/>
              <a:gd name="connsiteY4390" fmla="*/ 3707075 h 5450835"/>
              <a:gd name="connsiteX4391" fmla="*/ 10435622 w 10450132"/>
              <a:gd name="connsiteY4391" fmla="*/ 3707075 h 5450835"/>
              <a:gd name="connsiteX4392" fmla="*/ 10434834 w 10450132"/>
              <a:gd name="connsiteY4392" fmla="*/ 3706616 h 5450835"/>
              <a:gd name="connsiteX4393" fmla="*/ 10430302 w 10450132"/>
              <a:gd name="connsiteY4393" fmla="*/ 3698734 h 5450835"/>
              <a:gd name="connsiteX4394" fmla="*/ 10430302 w 10450132"/>
              <a:gd name="connsiteY4394" fmla="*/ 3697880 h 5450835"/>
              <a:gd name="connsiteX4395" fmla="*/ 10434834 w 10450132"/>
              <a:gd name="connsiteY4395" fmla="*/ 3689998 h 5450835"/>
              <a:gd name="connsiteX4396" fmla="*/ 10435622 w 10450132"/>
              <a:gd name="connsiteY4396" fmla="*/ 3689539 h 5450835"/>
              <a:gd name="connsiteX4397" fmla="*/ 10181242 w 10450132"/>
              <a:gd name="connsiteY4397" fmla="*/ 3689539 h 5450835"/>
              <a:gd name="connsiteX4398" fmla="*/ 10190305 w 10450132"/>
              <a:gd name="connsiteY4398" fmla="*/ 3689539 h 5450835"/>
              <a:gd name="connsiteX4399" fmla="*/ 10191093 w 10450132"/>
              <a:gd name="connsiteY4399" fmla="*/ 3689998 h 5450835"/>
              <a:gd name="connsiteX4400" fmla="*/ 10195626 w 10450132"/>
              <a:gd name="connsiteY4400" fmla="*/ 3697880 h 5450835"/>
              <a:gd name="connsiteX4401" fmla="*/ 10195626 w 10450132"/>
              <a:gd name="connsiteY4401" fmla="*/ 3698734 h 5450835"/>
              <a:gd name="connsiteX4402" fmla="*/ 10191093 w 10450132"/>
              <a:gd name="connsiteY4402" fmla="*/ 3706616 h 5450835"/>
              <a:gd name="connsiteX4403" fmla="*/ 10190305 w 10450132"/>
              <a:gd name="connsiteY4403" fmla="*/ 3707075 h 5450835"/>
              <a:gd name="connsiteX4404" fmla="*/ 10181242 w 10450132"/>
              <a:gd name="connsiteY4404" fmla="*/ 3707075 h 5450835"/>
              <a:gd name="connsiteX4405" fmla="*/ 10180453 w 10450132"/>
              <a:gd name="connsiteY4405" fmla="*/ 3706616 h 5450835"/>
              <a:gd name="connsiteX4406" fmla="*/ 10175922 w 10450132"/>
              <a:gd name="connsiteY4406" fmla="*/ 3698734 h 5450835"/>
              <a:gd name="connsiteX4407" fmla="*/ 10175922 w 10450132"/>
              <a:gd name="connsiteY4407" fmla="*/ 3697880 h 5450835"/>
              <a:gd name="connsiteX4408" fmla="*/ 10180453 w 10450132"/>
              <a:gd name="connsiteY4408" fmla="*/ 3689998 h 5450835"/>
              <a:gd name="connsiteX4409" fmla="*/ 10181242 w 10450132"/>
              <a:gd name="connsiteY4409" fmla="*/ 3689539 h 5450835"/>
              <a:gd name="connsiteX4410" fmla="*/ 9926861 w 10450132"/>
              <a:gd name="connsiteY4410" fmla="*/ 3689539 h 5450835"/>
              <a:gd name="connsiteX4411" fmla="*/ 9935924 w 10450132"/>
              <a:gd name="connsiteY4411" fmla="*/ 3689539 h 5450835"/>
              <a:gd name="connsiteX4412" fmla="*/ 9936713 w 10450132"/>
              <a:gd name="connsiteY4412" fmla="*/ 3689998 h 5450835"/>
              <a:gd name="connsiteX4413" fmla="*/ 9941246 w 10450132"/>
              <a:gd name="connsiteY4413" fmla="*/ 3697880 h 5450835"/>
              <a:gd name="connsiteX4414" fmla="*/ 9941246 w 10450132"/>
              <a:gd name="connsiteY4414" fmla="*/ 3698734 h 5450835"/>
              <a:gd name="connsiteX4415" fmla="*/ 9936713 w 10450132"/>
              <a:gd name="connsiteY4415" fmla="*/ 3706616 h 5450835"/>
              <a:gd name="connsiteX4416" fmla="*/ 9935924 w 10450132"/>
              <a:gd name="connsiteY4416" fmla="*/ 3707075 h 5450835"/>
              <a:gd name="connsiteX4417" fmla="*/ 9926861 w 10450132"/>
              <a:gd name="connsiteY4417" fmla="*/ 3707075 h 5450835"/>
              <a:gd name="connsiteX4418" fmla="*/ 9926073 w 10450132"/>
              <a:gd name="connsiteY4418" fmla="*/ 3706616 h 5450835"/>
              <a:gd name="connsiteX4419" fmla="*/ 9921541 w 10450132"/>
              <a:gd name="connsiteY4419" fmla="*/ 3698734 h 5450835"/>
              <a:gd name="connsiteX4420" fmla="*/ 9921541 w 10450132"/>
              <a:gd name="connsiteY4420" fmla="*/ 3697880 h 5450835"/>
              <a:gd name="connsiteX4421" fmla="*/ 9926073 w 10450132"/>
              <a:gd name="connsiteY4421" fmla="*/ 3689998 h 5450835"/>
              <a:gd name="connsiteX4422" fmla="*/ 9926861 w 10450132"/>
              <a:gd name="connsiteY4422" fmla="*/ 3689539 h 5450835"/>
              <a:gd name="connsiteX4423" fmla="*/ 9672481 w 10450132"/>
              <a:gd name="connsiteY4423" fmla="*/ 3689539 h 5450835"/>
              <a:gd name="connsiteX4424" fmla="*/ 9681545 w 10450132"/>
              <a:gd name="connsiteY4424" fmla="*/ 3689539 h 5450835"/>
              <a:gd name="connsiteX4425" fmla="*/ 9682333 w 10450132"/>
              <a:gd name="connsiteY4425" fmla="*/ 3689998 h 5450835"/>
              <a:gd name="connsiteX4426" fmla="*/ 9686865 w 10450132"/>
              <a:gd name="connsiteY4426" fmla="*/ 3697880 h 5450835"/>
              <a:gd name="connsiteX4427" fmla="*/ 9686865 w 10450132"/>
              <a:gd name="connsiteY4427" fmla="*/ 3698734 h 5450835"/>
              <a:gd name="connsiteX4428" fmla="*/ 9682333 w 10450132"/>
              <a:gd name="connsiteY4428" fmla="*/ 3706616 h 5450835"/>
              <a:gd name="connsiteX4429" fmla="*/ 9681545 w 10450132"/>
              <a:gd name="connsiteY4429" fmla="*/ 3707075 h 5450835"/>
              <a:gd name="connsiteX4430" fmla="*/ 9672481 w 10450132"/>
              <a:gd name="connsiteY4430" fmla="*/ 3707075 h 5450835"/>
              <a:gd name="connsiteX4431" fmla="*/ 9671693 w 10450132"/>
              <a:gd name="connsiteY4431" fmla="*/ 3706616 h 5450835"/>
              <a:gd name="connsiteX4432" fmla="*/ 9667160 w 10450132"/>
              <a:gd name="connsiteY4432" fmla="*/ 3698734 h 5450835"/>
              <a:gd name="connsiteX4433" fmla="*/ 9667160 w 10450132"/>
              <a:gd name="connsiteY4433" fmla="*/ 3697880 h 5450835"/>
              <a:gd name="connsiteX4434" fmla="*/ 9671693 w 10450132"/>
              <a:gd name="connsiteY4434" fmla="*/ 3689998 h 5450835"/>
              <a:gd name="connsiteX4435" fmla="*/ 9672481 w 10450132"/>
              <a:gd name="connsiteY4435" fmla="*/ 3689539 h 5450835"/>
              <a:gd name="connsiteX4436" fmla="*/ 9418035 w 10450132"/>
              <a:gd name="connsiteY4436" fmla="*/ 3689539 h 5450835"/>
              <a:gd name="connsiteX4437" fmla="*/ 9427099 w 10450132"/>
              <a:gd name="connsiteY4437" fmla="*/ 3689539 h 5450835"/>
              <a:gd name="connsiteX4438" fmla="*/ 9427887 w 10450132"/>
              <a:gd name="connsiteY4438" fmla="*/ 3689998 h 5450835"/>
              <a:gd name="connsiteX4439" fmla="*/ 9432419 w 10450132"/>
              <a:gd name="connsiteY4439" fmla="*/ 3697880 h 5450835"/>
              <a:gd name="connsiteX4440" fmla="*/ 9432419 w 10450132"/>
              <a:gd name="connsiteY4440" fmla="*/ 3698734 h 5450835"/>
              <a:gd name="connsiteX4441" fmla="*/ 9427887 w 10450132"/>
              <a:gd name="connsiteY4441" fmla="*/ 3706616 h 5450835"/>
              <a:gd name="connsiteX4442" fmla="*/ 9427099 w 10450132"/>
              <a:gd name="connsiteY4442" fmla="*/ 3707075 h 5450835"/>
              <a:gd name="connsiteX4443" fmla="*/ 9418035 w 10450132"/>
              <a:gd name="connsiteY4443" fmla="*/ 3707075 h 5450835"/>
              <a:gd name="connsiteX4444" fmla="*/ 9417247 w 10450132"/>
              <a:gd name="connsiteY4444" fmla="*/ 3706616 h 5450835"/>
              <a:gd name="connsiteX4445" fmla="*/ 9412714 w 10450132"/>
              <a:gd name="connsiteY4445" fmla="*/ 3698734 h 5450835"/>
              <a:gd name="connsiteX4446" fmla="*/ 9412714 w 10450132"/>
              <a:gd name="connsiteY4446" fmla="*/ 3697880 h 5450835"/>
              <a:gd name="connsiteX4447" fmla="*/ 9417247 w 10450132"/>
              <a:gd name="connsiteY4447" fmla="*/ 3689998 h 5450835"/>
              <a:gd name="connsiteX4448" fmla="*/ 9418035 w 10450132"/>
              <a:gd name="connsiteY4448" fmla="*/ 3689539 h 5450835"/>
              <a:gd name="connsiteX4449" fmla="*/ 9163654 w 10450132"/>
              <a:gd name="connsiteY4449" fmla="*/ 3689539 h 5450835"/>
              <a:gd name="connsiteX4450" fmla="*/ 9172718 w 10450132"/>
              <a:gd name="connsiteY4450" fmla="*/ 3689539 h 5450835"/>
              <a:gd name="connsiteX4451" fmla="*/ 9173506 w 10450132"/>
              <a:gd name="connsiteY4451" fmla="*/ 3689998 h 5450835"/>
              <a:gd name="connsiteX4452" fmla="*/ 9178038 w 10450132"/>
              <a:gd name="connsiteY4452" fmla="*/ 3697880 h 5450835"/>
              <a:gd name="connsiteX4453" fmla="*/ 9178038 w 10450132"/>
              <a:gd name="connsiteY4453" fmla="*/ 3698734 h 5450835"/>
              <a:gd name="connsiteX4454" fmla="*/ 9173506 w 10450132"/>
              <a:gd name="connsiteY4454" fmla="*/ 3706616 h 5450835"/>
              <a:gd name="connsiteX4455" fmla="*/ 9172718 w 10450132"/>
              <a:gd name="connsiteY4455" fmla="*/ 3707075 h 5450835"/>
              <a:gd name="connsiteX4456" fmla="*/ 9163654 w 10450132"/>
              <a:gd name="connsiteY4456" fmla="*/ 3707075 h 5450835"/>
              <a:gd name="connsiteX4457" fmla="*/ 9162866 w 10450132"/>
              <a:gd name="connsiteY4457" fmla="*/ 3706616 h 5450835"/>
              <a:gd name="connsiteX4458" fmla="*/ 9158333 w 10450132"/>
              <a:gd name="connsiteY4458" fmla="*/ 3698734 h 5450835"/>
              <a:gd name="connsiteX4459" fmla="*/ 9158333 w 10450132"/>
              <a:gd name="connsiteY4459" fmla="*/ 3697880 h 5450835"/>
              <a:gd name="connsiteX4460" fmla="*/ 9162866 w 10450132"/>
              <a:gd name="connsiteY4460" fmla="*/ 3689998 h 5450835"/>
              <a:gd name="connsiteX4461" fmla="*/ 9163654 w 10450132"/>
              <a:gd name="connsiteY4461" fmla="*/ 3689539 h 5450835"/>
              <a:gd name="connsiteX4462" fmla="*/ 8909274 w 10450132"/>
              <a:gd name="connsiteY4462" fmla="*/ 3689539 h 5450835"/>
              <a:gd name="connsiteX4463" fmla="*/ 8918336 w 10450132"/>
              <a:gd name="connsiteY4463" fmla="*/ 3689539 h 5450835"/>
              <a:gd name="connsiteX4464" fmla="*/ 8919125 w 10450132"/>
              <a:gd name="connsiteY4464" fmla="*/ 3689998 h 5450835"/>
              <a:gd name="connsiteX4465" fmla="*/ 8923657 w 10450132"/>
              <a:gd name="connsiteY4465" fmla="*/ 3697880 h 5450835"/>
              <a:gd name="connsiteX4466" fmla="*/ 8923657 w 10450132"/>
              <a:gd name="connsiteY4466" fmla="*/ 3698734 h 5450835"/>
              <a:gd name="connsiteX4467" fmla="*/ 8919125 w 10450132"/>
              <a:gd name="connsiteY4467" fmla="*/ 3706616 h 5450835"/>
              <a:gd name="connsiteX4468" fmla="*/ 8918336 w 10450132"/>
              <a:gd name="connsiteY4468" fmla="*/ 3707075 h 5450835"/>
              <a:gd name="connsiteX4469" fmla="*/ 8909274 w 10450132"/>
              <a:gd name="connsiteY4469" fmla="*/ 3707075 h 5450835"/>
              <a:gd name="connsiteX4470" fmla="*/ 8908484 w 10450132"/>
              <a:gd name="connsiteY4470" fmla="*/ 3706616 h 5450835"/>
              <a:gd name="connsiteX4471" fmla="*/ 8903953 w 10450132"/>
              <a:gd name="connsiteY4471" fmla="*/ 3698734 h 5450835"/>
              <a:gd name="connsiteX4472" fmla="*/ 8903953 w 10450132"/>
              <a:gd name="connsiteY4472" fmla="*/ 3697880 h 5450835"/>
              <a:gd name="connsiteX4473" fmla="*/ 8908484 w 10450132"/>
              <a:gd name="connsiteY4473" fmla="*/ 3689998 h 5450835"/>
              <a:gd name="connsiteX4474" fmla="*/ 8909274 w 10450132"/>
              <a:gd name="connsiteY4474" fmla="*/ 3689539 h 5450835"/>
              <a:gd name="connsiteX4475" fmla="*/ 8654892 w 10450132"/>
              <a:gd name="connsiteY4475" fmla="*/ 3689539 h 5450835"/>
              <a:gd name="connsiteX4476" fmla="*/ 8663955 w 10450132"/>
              <a:gd name="connsiteY4476" fmla="*/ 3689539 h 5450835"/>
              <a:gd name="connsiteX4477" fmla="*/ 8664744 w 10450132"/>
              <a:gd name="connsiteY4477" fmla="*/ 3689998 h 5450835"/>
              <a:gd name="connsiteX4478" fmla="*/ 8669277 w 10450132"/>
              <a:gd name="connsiteY4478" fmla="*/ 3697880 h 5450835"/>
              <a:gd name="connsiteX4479" fmla="*/ 8669277 w 10450132"/>
              <a:gd name="connsiteY4479" fmla="*/ 3698734 h 5450835"/>
              <a:gd name="connsiteX4480" fmla="*/ 8664744 w 10450132"/>
              <a:gd name="connsiteY4480" fmla="*/ 3706616 h 5450835"/>
              <a:gd name="connsiteX4481" fmla="*/ 8663955 w 10450132"/>
              <a:gd name="connsiteY4481" fmla="*/ 3707075 h 5450835"/>
              <a:gd name="connsiteX4482" fmla="*/ 8654892 w 10450132"/>
              <a:gd name="connsiteY4482" fmla="*/ 3707075 h 5450835"/>
              <a:gd name="connsiteX4483" fmla="*/ 8654104 w 10450132"/>
              <a:gd name="connsiteY4483" fmla="*/ 3706616 h 5450835"/>
              <a:gd name="connsiteX4484" fmla="*/ 8649572 w 10450132"/>
              <a:gd name="connsiteY4484" fmla="*/ 3698734 h 5450835"/>
              <a:gd name="connsiteX4485" fmla="*/ 8649572 w 10450132"/>
              <a:gd name="connsiteY4485" fmla="*/ 3697880 h 5450835"/>
              <a:gd name="connsiteX4486" fmla="*/ 8654104 w 10450132"/>
              <a:gd name="connsiteY4486" fmla="*/ 3689998 h 5450835"/>
              <a:gd name="connsiteX4487" fmla="*/ 8654892 w 10450132"/>
              <a:gd name="connsiteY4487" fmla="*/ 3689539 h 5450835"/>
              <a:gd name="connsiteX4488" fmla="*/ 8400511 w 10450132"/>
              <a:gd name="connsiteY4488" fmla="*/ 3689539 h 5450835"/>
              <a:gd name="connsiteX4489" fmla="*/ 8409575 w 10450132"/>
              <a:gd name="connsiteY4489" fmla="*/ 3689539 h 5450835"/>
              <a:gd name="connsiteX4490" fmla="*/ 8410363 w 10450132"/>
              <a:gd name="connsiteY4490" fmla="*/ 3689998 h 5450835"/>
              <a:gd name="connsiteX4491" fmla="*/ 8414896 w 10450132"/>
              <a:gd name="connsiteY4491" fmla="*/ 3697880 h 5450835"/>
              <a:gd name="connsiteX4492" fmla="*/ 8414896 w 10450132"/>
              <a:gd name="connsiteY4492" fmla="*/ 3698734 h 5450835"/>
              <a:gd name="connsiteX4493" fmla="*/ 8410363 w 10450132"/>
              <a:gd name="connsiteY4493" fmla="*/ 3706616 h 5450835"/>
              <a:gd name="connsiteX4494" fmla="*/ 8409575 w 10450132"/>
              <a:gd name="connsiteY4494" fmla="*/ 3707075 h 5450835"/>
              <a:gd name="connsiteX4495" fmla="*/ 8400511 w 10450132"/>
              <a:gd name="connsiteY4495" fmla="*/ 3707075 h 5450835"/>
              <a:gd name="connsiteX4496" fmla="*/ 8399723 w 10450132"/>
              <a:gd name="connsiteY4496" fmla="*/ 3706616 h 5450835"/>
              <a:gd name="connsiteX4497" fmla="*/ 8395191 w 10450132"/>
              <a:gd name="connsiteY4497" fmla="*/ 3698734 h 5450835"/>
              <a:gd name="connsiteX4498" fmla="*/ 8395191 w 10450132"/>
              <a:gd name="connsiteY4498" fmla="*/ 3697880 h 5450835"/>
              <a:gd name="connsiteX4499" fmla="*/ 8399723 w 10450132"/>
              <a:gd name="connsiteY4499" fmla="*/ 3689998 h 5450835"/>
              <a:gd name="connsiteX4500" fmla="*/ 8400511 w 10450132"/>
              <a:gd name="connsiteY4500" fmla="*/ 3689539 h 5450835"/>
              <a:gd name="connsiteX4501" fmla="*/ 8146065 w 10450132"/>
              <a:gd name="connsiteY4501" fmla="*/ 3689539 h 5450835"/>
              <a:gd name="connsiteX4502" fmla="*/ 8155129 w 10450132"/>
              <a:gd name="connsiteY4502" fmla="*/ 3689539 h 5450835"/>
              <a:gd name="connsiteX4503" fmla="*/ 8155917 w 10450132"/>
              <a:gd name="connsiteY4503" fmla="*/ 3689998 h 5450835"/>
              <a:gd name="connsiteX4504" fmla="*/ 8160449 w 10450132"/>
              <a:gd name="connsiteY4504" fmla="*/ 3697880 h 5450835"/>
              <a:gd name="connsiteX4505" fmla="*/ 8160449 w 10450132"/>
              <a:gd name="connsiteY4505" fmla="*/ 3698734 h 5450835"/>
              <a:gd name="connsiteX4506" fmla="*/ 8155917 w 10450132"/>
              <a:gd name="connsiteY4506" fmla="*/ 3706616 h 5450835"/>
              <a:gd name="connsiteX4507" fmla="*/ 8155129 w 10450132"/>
              <a:gd name="connsiteY4507" fmla="*/ 3707075 h 5450835"/>
              <a:gd name="connsiteX4508" fmla="*/ 8146065 w 10450132"/>
              <a:gd name="connsiteY4508" fmla="*/ 3707075 h 5450835"/>
              <a:gd name="connsiteX4509" fmla="*/ 8145277 w 10450132"/>
              <a:gd name="connsiteY4509" fmla="*/ 3706616 h 5450835"/>
              <a:gd name="connsiteX4510" fmla="*/ 8140745 w 10450132"/>
              <a:gd name="connsiteY4510" fmla="*/ 3698734 h 5450835"/>
              <a:gd name="connsiteX4511" fmla="*/ 8140745 w 10450132"/>
              <a:gd name="connsiteY4511" fmla="*/ 3697880 h 5450835"/>
              <a:gd name="connsiteX4512" fmla="*/ 8145277 w 10450132"/>
              <a:gd name="connsiteY4512" fmla="*/ 3689998 h 5450835"/>
              <a:gd name="connsiteX4513" fmla="*/ 8146065 w 10450132"/>
              <a:gd name="connsiteY4513" fmla="*/ 3689539 h 5450835"/>
              <a:gd name="connsiteX4514" fmla="*/ 7891684 w 10450132"/>
              <a:gd name="connsiteY4514" fmla="*/ 3689539 h 5450835"/>
              <a:gd name="connsiteX4515" fmla="*/ 7900748 w 10450132"/>
              <a:gd name="connsiteY4515" fmla="*/ 3689539 h 5450835"/>
              <a:gd name="connsiteX4516" fmla="*/ 7901536 w 10450132"/>
              <a:gd name="connsiteY4516" fmla="*/ 3689998 h 5450835"/>
              <a:gd name="connsiteX4517" fmla="*/ 7906067 w 10450132"/>
              <a:gd name="connsiteY4517" fmla="*/ 3697880 h 5450835"/>
              <a:gd name="connsiteX4518" fmla="*/ 7906067 w 10450132"/>
              <a:gd name="connsiteY4518" fmla="*/ 3698734 h 5450835"/>
              <a:gd name="connsiteX4519" fmla="*/ 7901536 w 10450132"/>
              <a:gd name="connsiteY4519" fmla="*/ 3706616 h 5450835"/>
              <a:gd name="connsiteX4520" fmla="*/ 7900748 w 10450132"/>
              <a:gd name="connsiteY4520" fmla="*/ 3707075 h 5450835"/>
              <a:gd name="connsiteX4521" fmla="*/ 7891684 w 10450132"/>
              <a:gd name="connsiteY4521" fmla="*/ 3707075 h 5450835"/>
              <a:gd name="connsiteX4522" fmla="*/ 7890896 w 10450132"/>
              <a:gd name="connsiteY4522" fmla="*/ 3706616 h 5450835"/>
              <a:gd name="connsiteX4523" fmla="*/ 7886363 w 10450132"/>
              <a:gd name="connsiteY4523" fmla="*/ 3698734 h 5450835"/>
              <a:gd name="connsiteX4524" fmla="*/ 7886363 w 10450132"/>
              <a:gd name="connsiteY4524" fmla="*/ 3697880 h 5450835"/>
              <a:gd name="connsiteX4525" fmla="*/ 7890896 w 10450132"/>
              <a:gd name="connsiteY4525" fmla="*/ 3689998 h 5450835"/>
              <a:gd name="connsiteX4526" fmla="*/ 7891684 w 10450132"/>
              <a:gd name="connsiteY4526" fmla="*/ 3689539 h 5450835"/>
              <a:gd name="connsiteX4527" fmla="*/ 7637304 w 10450132"/>
              <a:gd name="connsiteY4527" fmla="*/ 3689539 h 5450835"/>
              <a:gd name="connsiteX4528" fmla="*/ 7646367 w 10450132"/>
              <a:gd name="connsiteY4528" fmla="*/ 3689539 h 5450835"/>
              <a:gd name="connsiteX4529" fmla="*/ 7647156 w 10450132"/>
              <a:gd name="connsiteY4529" fmla="*/ 3689998 h 5450835"/>
              <a:gd name="connsiteX4530" fmla="*/ 7651687 w 10450132"/>
              <a:gd name="connsiteY4530" fmla="*/ 3697880 h 5450835"/>
              <a:gd name="connsiteX4531" fmla="*/ 7651687 w 10450132"/>
              <a:gd name="connsiteY4531" fmla="*/ 3698734 h 5450835"/>
              <a:gd name="connsiteX4532" fmla="*/ 7647156 w 10450132"/>
              <a:gd name="connsiteY4532" fmla="*/ 3706616 h 5450835"/>
              <a:gd name="connsiteX4533" fmla="*/ 7646367 w 10450132"/>
              <a:gd name="connsiteY4533" fmla="*/ 3707075 h 5450835"/>
              <a:gd name="connsiteX4534" fmla="*/ 7637304 w 10450132"/>
              <a:gd name="connsiteY4534" fmla="*/ 3707075 h 5450835"/>
              <a:gd name="connsiteX4535" fmla="*/ 7636516 w 10450132"/>
              <a:gd name="connsiteY4535" fmla="*/ 3706616 h 5450835"/>
              <a:gd name="connsiteX4536" fmla="*/ 7631983 w 10450132"/>
              <a:gd name="connsiteY4536" fmla="*/ 3698734 h 5450835"/>
              <a:gd name="connsiteX4537" fmla="*/ 7631983 w 10450132"/>
              <a:gd name="connsiteY4537" fmla="*/ 3697880 h 5450835"/>
              <a:gd name="connsiteX4538" fmla="*/ 7636516 w 10450132"/>
              <a:gd name="connsiteY4538" fmla="*/ 3689998 h 5450835"/>
              <a:gd name="connsiteX4539" fmla="*/ 7637304 w 10450132"/>
              <a:gd name="connsiteY4539" fmla="*/ 3689539 h 5450835"/>
              <a:gd name="connsiteX4540" fmla="*/ 7382923 w 10450132"/>
              <a:gd name="connsiteY4540" fmla="*/ 3689539 h 5450835"/>
              <a:gd name="connsiteX4541" fmla="*/ 7391987 w 10450132"/>
              <a:gd name="connsiteY4541" fmla="*/ 3689539 h 5450835"/>
              <a:gd name="connsiteX4542" fmla="*/ 7392775 w 10450132"/>
              <a:gd name="connsiteY4542" fmla="*/ 3689998 h 5450835"/>
              <a:gd name="connsiteX4543" fmla="*/ 7397307 w 10450132"/>
              <a:gd name="connsiteY4543" fmla="*/ 3697880 h 5450835"/>
              <a:gd name="connsiteX4544" fmla="*/ 7397307 w 10450132"/>
              <a:gd name="connsiteY4544" fmla="*/ 3698734 h 5450835"/>
              <a:gd name="connsiteX4545" fmla="*/ 7392775 w 10450132"/>
              <a:gd name="connsiteY4545" fmla="*/ 3706616 h 5450835"/>
              <a:gd name="connsiteX4546" fmla="*/ 7391987 w 10450132"/>
              <a:gd name="connsiteY4546" fmla="*/ 3707075 h 5450835"/>
              <a:gd name="connsiteX4547" fmla="*/ 7382923 w 10450132"/>
              <a:gd name="connsiteY4547" fmla="*/ 3707075 h 5450835"/>
              <a:gd name="connsiteX4548" fmla="*/ 7382135 w 10450132"/>
              <a:gd name="connsiteY4548" fmla="*/ 3706616 h 5450835"/>
              <a:gd name="connsiteX4549" fmla="*/ 7377602 w 10450132"/>
              <a:gd name="connsiteY4549" fmla="*/ 3698734 h 5450835"/>
              <a:gd name="connsiteX4550" fmla="*/ 7377602 w 10450132"/>
              <a:gd name="connsiteY4550" fmla="*/ 3697880 h 5450835"/>
              <a:gd name="connsiteX4551" fmla="*/ 7382135 w 10450132"/>
              <a:gd name="connsiteY4551" fmla="*/ 3689998 h 5450835"/>
              <a:gd name="connsiteX4552" fmla="*/ 7382923 w 10450132"/>
              <a:gd name="connsiteY4552" fmla="*/ 3689539 h 5450835"/>
              <a:gd name="connsiteX4553" fmla="*/ 7128477 w 10450132"/>
              <a:gd name="connsiteY4553" fmla="*/ 3689539 h 5450835"/>
              <a:gd name="connsiteX4554" fmla="*/ 7137540 w 10450132"/>
              <a:gd name="connsiteY4554" fmla="*/ 3689539 h 5450835"/>
              <a:gd name="connsiteX4555" fmla="*/ 7138328 w 10450132"/>
              <a:gd name="connsiteY4555" fmla="*/ 3689998 h 5450835"/>
              <a:gd name="connsiteX4556" fmla="*/ 7142860 w 10450132"/>
              <a:gd name="connsiteY4556" fmla="*/ 3697880 h 5450835"/>
              <a:gd name="connsiteX4557" fmla="*/ 7142860 w 10450132"/>
              <a:gd name="connsiteY4557" fmla="*/ 3698734 h 5450835"/>
              <a:gd name="connsiteX4558" fmla="*/ 7138328 w 10450132"/>
              <a:gd name="connsiteY4558" fmla="*/ 3706616 h 5450835"/>
              <a:gd name="connsiteX4559" fmla="*/ 7137540 w 10450132"/>
              <a:gd name="connsiteY4559" fmla="*/ 3707075 h 5450835"/>
              <a:gd name="connsiteX4560" fmla="*/ 7128477 w 10450132"/>
              <a:gd name="connsiteY4560" fmla="*/ 3707075 h 5450835"/>
              <a:gd name="connsiteX4561" fmla="*/ 7127689 w 10450132"/>
              <a:gd name="connsiteY4561" fmla="*/ 3706616 h 5450835"/>
              <a:gd name="connsiteX4562" fmla="*/ 7123156 w 10450132"/>
              <a:gd name="connsiteY4562" fmla="*/ 3698734 h 5450835"/>
              <a:gd name="connsiteX4563" fmla="*/ 7123156 w 10450132"/>
              <a:gd name="connsiteY4563" fmla="*/ 3697880 h 5450835"/>
              <a:gd name="connsiteX4564" fmla="*/ 7127689 w 10450132"/>
              <a:gd name="connsiteY4564" fmla="*/ 3689998 h 5450835"/>
              <a:gd name="connsiteX4565" fmla="*/ 7128477 w 10450132"/>
              <a:gd name="connsiteY4565" fmla="*/ 3689539 h 5450835"/>
              <a:gd name="connsiteX4566" fmla="*/ 6874095 w 10450132"/>
              <a:gd name="connsiteY4566" fmla="*/ 3689539 h 5450835"/>
              <a:gd name="connsiteX4567" fmla="*/ 6883159 w 10450132"/>
              <a:gd name="connsiteY4567" fmla="*/ 3689539 h 5450835"/>
              <a:gd name="connsiteX4568" fmla="*/ 6883947 w 10450132"/>
              <a:gd name="connsiteY4568" fmla="*/ 3689998 h 5450835"/>
              <a:gd name="connsiteX4569" fmla="*/ 6888480 w 10450132"/>
              <a:gd name="connsiteY4569" fmla="*/ 3697880 h 5450835"/>
              <a:gd name="connsiteX4570" fmla="*/ 6888480 w 10450132"/>
              <a:gd name="connsiteY4570" fmla="*/ 3698734 h 5450835"/>
              <a:gd name="connsiteX4571" fmla="*/ 6883947 w 10450132"/>
              <a:gd name="connsiteY4571" fmla="*/ 3706616 h 5450835"/>
              <a:gd name="connsiteX4572" fmla="*/ 6883159 w 10450132"/>
              <a:gd name="connsiteY4572" fmla="*/ 3707075 h 5450835"/>
              <a:gd name="connsiteX4573" fmla="*/ 6874095 w 10450132"/>
              <a:gd name="connsiteY4573" fmla="*/ 3707075 h 5450835"/>
              <a:gd name="connsiteX4574" fmla="*/ 6873307 w 10450132"/>
              <a:gd name="connsiteY4574" fmla="*/ 3706616 h 5450835"/>
              <a:gd name="connsiteX4575" fmla="*/ 6868775 w 10450132"/>
              <a:gd name="connsiteY4575" fmla="*/ 3698734 h 5450835"/>
              <a:gd name="connsiteX4576" fmla="*/ 6868775 w 10450132"/>
              <a:gd name="connsiteY4576" fmla="*/ 3697880 h 5450835"/>
              <a:gd name="connsiteX4577" fmla="*/ 6873307 w 10450132"/>
              <a:gd name="connsiteY4577" fmla="*/ 3689998 h 5450835"/>
              <a:gd name="connsiteX4578" fmla="*/ 6874095 w 10450132"/>
              <a:gd name="connsiteY4578" fmla="*/ 3689539 h 5450835"/>
              <a:gd name="connsiteX4579" fmla="*/ 6619714 w 10450132"/>
              <a:gd name="connsiteY4579" fmla="*/ 3689539 h 5450835"/>
              <a:gd name="connsiteX4580" fmla="*/ 6628778 w 10450132"/>
              <a:gd name="connsiteY4580" fmla="*/ 3689539 h 5450835"/>
              <a:gd name="connsiteX4581" fmla="*/ 6629566 w 10450132"/>
              <a:gd name="connsiteY4581" fmla="*/ 3689998 h 5450835"/>
              <a:gd name="connsiteX4582" fmla="*/ 6634099 w 10450132"/>
              <a:gd name="connsiteY4582" fmla="*/ 3697880 h 5450835"/>
              <a:gd name="connsiteX4583" fmla="*/ 6634099 w 10450132"/>
              <a:gd name="connsiteY4583" fmla="*/ 3698734 h 5450835"/>
              <a:gd name="connsiteX4584" fmla="*/ 6629566 w 10450132"/>
              <a:gd name="connsiteY4584" fmla="*/ 3706616 h 5450835"/>
              <a:gd name="connsiteX4585" fmla="*/ 6628778 w 10450132"/>
              <a:gd name="connsiteY4585" fmla="*/ 3707075 h 5450835"/>
              <a:gd name="connsiteX4586" fmla="*/ 6619714 w 10450132"/>
              <a:gd name="connsiteY4586" fmla="*/ 3707075 h 5450835"/>
              <a:gd name="connsiteX4587" fmla="*/ 6618926 w 10450132"/>
              <a:gd name="connsiteY4587" fmla="*/ 3706616 h 5450835"/>
              <a:gd name="connsiteX4588" fmla="*/ 6614394 w 10450132"/>
              <a:gd name="connsiteY4588" fmla="*/ 3698734 h 5450835"/>
              <a:gd name="connsiteX4589" fmla="*/ 6614394 w 10450132"/>
              <a:gd name="connsiteY4589" fmla="*/ 3697880 h 5450835"/>
              <a:gd name="connsiteX4590" fmla="*/ 6618926 w 10450132"/>
              <a:gd name="connsiteY4590" fmla="*/ 3689998 h 5450835"/>
              <a:gd name="connsiteX4591" fmla="*/ 6619714 w 10450132"/>
              <a:gd name="connsiteY4591" fmla="*/ 3689539 h 5450835"/>
              <a:gd name="connsiteX4592" fmla="*/ 6365334 w 10450132"/>
              <a:gd name="connsiteY4592" fmla="*/ 3689539 h 5450835"/>
              <a:gd name="connsiteX4593" fmla="*/ 6374397 w 10450132"/>
              <a:gd name="connsiteY4593" fmla="*/ 3689539 h 5450835"/>
              <a:gd name="connsiteX4594" fmla="*/ 6375186 w 10450132"/>
              <a:gd name="connsiteY4594" fmla="*/ 3689998 h 5450835"/>
              <a:gd name="connsiteX4595" fmla="*/ 6379718 w 10450132"/>
              <a:gd name="connsiteY4595" fmla="*/ 3697880 h 5450835"/>
              <a:gd name="connsiteX4596" fmla="*/ 6379718 w 10450132"/>
              <a:gd name="connsiteY4596" fmla="*/ 3698734 h 5450835"/>
              <a:gd name="connsiteX4597" fmla="*/ 6375186 w 10450132"/>
              <a:gd name="connsiteY4597" fmla="*/ 3706616 h 5450835"/>
              <a:gd name="connsiteX4598" fmla="*/ 6374397 w 10450132"/>
              <a:gd name="connsiteY4598" fmla="*/ 3707075 h 5450835"/>
              <a:gd name="connsiteX4599" fmla="*/ 6365334 w 10450132"/>
              <a:gd name="connsiteY4599" fmla="*/ 3707075 h 5450835"/>
              <a:gd name="connsiteX4600" fmla="*/ 6364546 w 10450132"/>
              <a:gd name="connsiteY4600" fmla="*/ 3706616 h 5450835"/>
              <a:gd name="connsiteX4601" fmla="*/ 6360014 w 10450132"/>
              <a:gd name="connsiteY4601" fmla="*/ 3698734 h 5450835"/>
              <a:gd name="connsiteX4602" fmla="*/ 6360014 w 10450132"/>
              <a:gd name="connsiteY4602" fmla="*/ 3697880 h 5450835"/>
              <a:gd name="connsiteX4603" fmla="*/ 6364546 w 10450132"/>
              <a:gd name="connsiteY4603" fmla="*/ 3689998 h 5450835"/>
              <a:gd name="connsiteX4604" fmla="*/ 6365334 w 10450132"/>
              <a:gd name="connsiteY4604" fmla="*/ 3689539 h 5450835"/>
              <a:gd name="connsiteX4605" fmla="*/ 6110888 w 10450132"/>
              <a:gd name="connsiteY4605" fmla="*/ 3689539 h 5450835"/>
              <a:gd name="connsiteX4606" fmla="*/ 6119953 w 10450132"/>
              <a:gd name="connsiteY4606" fmla="*/ 3689539 h 5450835"/>
              <a:gd name="connsiteX4607" fmla="*/ 6120740 w 10450132"/>
              <a:gd name="connsiteY4607" fmla="*/ 3689998 h 5450835"/>
              <a:gd name="connsiteX4608" fmla="*/ 6125272 w 10450132"/>
              <a:gd name="connsiteY4608" fmla="*/ 3697880 h 5450835"/>
              <a:gd name="connsiteX4609" fmla="*/ 6125272 w 10450132"/>
              <a:gd name="connsiteY4609" fmla="*/ 3698734 h 5450835"/>
              <a:gd name="connsiteX4610" fmla="*/ 6120740 w 10450132"/>
              <a:gd name="connsiteY4610" fmla="*/ 3706616 h 5450835"/>
              <a:gd name="connsiteX4611" fmla="*/ 6119953 w 10450132"/>
              <a:gd name="connsiteY4611" fmla="*/ 3707075 h 5450835"/>
              <a:gd name="connsiteX4612" fmla="*/ 6110888 w 10450132"/>
              <a:gd name="connsiteY4612" fmla="*/ 3707075 h 5450835"/>
              <a:gd name="connsiteX4613" fmla="*/ 6110101 w 10450132"/>
              <a:gd name="connsiteY4613" fmla="*/ 3706616 h 5450835"/>
              <a:gd name="connsiteX4614" fmla="*/ 6105567 w 10450132"/>
              <a:gd name="connsiteY4614" fmla="*/ 3698734 h 5450835"/>
              <a:gd name="connsiteX4615" fmla="*/ 6105567 w 10450132"/>
              <a:gd name="connsiteY4615" fmla="*/ 3697880 h 5450835"/>
              <a:gd name="connsiteX4616" fmla="*/ 6110101 w 10450132"/>
              <a:gd name="connsiteY4616" fmla="*/ 3689998 h 5450835"/>
              <a:gd name="connsiteX4617" fmla="*/ 6110888 w 10450132"/>
              <a:gd name="connsiteY4617" fmla="*/ 3689539 h 5450835"/>
              <a:gd name="connsiteX4618" fmla="*/ 5856508 w 10450132"/>
              <a:gd name="connsiteY4618" fmla="*/ 3689539 h 5450835"/>
              <a:gd name="connsiteX4619" fmla="*/ 5865571 w 10450132"/>
              <a:gd name="connsiteY4619" fmla="*/ 3689539 h 5450835"/>
              <a:gd name="connsiteX4620" fmla="*/ 5866359 w 10450132"/>
              <a:gd name="connsiteY4620" fmla="*/ 3689998 h 5450835"/>
              <a:gd name="connsiteX4621" fmla="*/ 5870891 w 10450132"/>
              <a:gd name="connsiteY4621" fmla="*/ 3697880 h 5450835"/>
              <a:gd name="connsiteX4622" fmla="*/ 5870891 w 10450132"/>
              <a:gd name="connsiteY4622" fmla="*/ 3698734 h 5450835"/>
              <a:gd name="connsiteX4623" fmla="*/ 5866359 w 10450132"/>
              <a:gd name="connsiteY4623" fmla="*/ 3706616 h 5450835"/>
              <a:gd name="connsiteX4624" fmla="*/ 5865571 w 10450132"/>
              <a:gd name="connsiteY4624" fmla="*/ 3707075 h 5450835"/>
              <a:gd name="connsiteX4625" fmla="*/ 5856508 w 10450132"/>
              <a:gd name="connsiteY4625" fmla="*/ 3707075 h 5450835"/>
              <a:gd name="connsiteX4626" fmla="*/ 5855720 w 10450132"/>
              <a:gd name="connsiteY4626" fmla="*/ 3706616 h 5450835"/>
              <a:gd name="connsiteX4627" fmla="*/ 5851187 w 10450132"/>
              <a:gd name="connsiteY4627" fmla="*/ 3698734 h 5450835"/>
              <a:gd name="connsiteX4628" fmla="*/ 5851187 w 10450132"/>
              <a:gd name="connsiteY4628" fmla="*/ 3697880 h 5450835"/>
              <a:gd name="connsiteX4629" fmla="*/ 5855720 w 10450132"/>
              <a:gd name="connsiteY4629" fmla="*/ 3689998 h 5450835"/>
              <a:gd name="connsiteX4630" fmla="*/ 5856508 w 10450132"/>
              <a:gd name="connsiteY4630" fmla="*/ 3689539 h 5450835"/>
              <a:gd name="connsiteX4631" fmla="*/ 5602126 w 10450132"/>
              <a:gd name="connsiteY4631" fmla="*/ 3689539 h 5450835"/>
              <a:gd name="connsiteX4632" fmla="*/ 5611191 w 10450132"/>
              <a:gd name="connsiteY4632" fmla="*/ 3689539 h 5450835"/>
              <a:gd name="connsiteX4633" fmla="*/ 5611979 w 10450132"/>
              <a:gd name="connsiteY4633" fmla="*/ 3689998 h 5450835"/>
              <a:gd name="connsiteX4634" fmla="*/ 5616511 w 10450132"/>
              <a:gd name="connsiteY4634" fmla="*/ 3697880 h 5450835"/>
              <a:gd name="connsiteX4635" fmla="*/ 5616511 w 10450132"/>
              <a:gd name="connsiteY4635" fmla="*/ 3698734 h 5450835"/>
              <a:gd name="connsiteX4636" fmla="*/ 5611979 w 10450132"/>
              <a:gd name="connsiteY4636" fmla="*/ 3706616 h 5450835"/>
              <a:gd name="connsiteX4637" fmla="*/ 5611191 w 10450132"/>
              <a:gd name="connsiteY4637" fmla="*/ 3707075 h 5450835"/>
              <a:gd name="connsiteX4638" fmla="*/ 5602126 w 10450132"/>
              <a:gd name="connsiteY4638" fmla="*/ 3707075 h 5450835"/>
              <a:gd name="connsiteX4639" fmla="*/ 5601338 w 10450132"/>
              <a:gd name="connsiteY4639" fmla="*/ 3706616 h 5450835"/>
              <a:gd name="connsiteX4640" fmla="*/ 5596807 w 10450132"/>
              <a:gd name="connsiteY4640" fmla="*/ 3698734 h 5450835"/>
              <a:gd name="connsiteX4641" fmla="*/ 5596807 w 10450132"/>
              <a:gd name="connsiteY4641" fmla="*/ 3697880 h 5450835"/>
              <a:gd name="connsiteX4642" fmla="*/ 5601338 w 10450132"/>
              <a:gd name="connsiteY4642" fmla="*/ 3689998 h 5450835"/>
              <a:gd name="connsiteX4643" fmla="*/ 5602126 w 10450132"/>
              <a:gd name="connsiteY4643" fmla="*/ 3689539 h 5450835"/>
              <a:gd name="connsiteX4644" fmla="*/ 5347746 w 10450132"/>
              <a:gd name="connsiteY4644" fmla="*/ 3689539 h 5450835"/>
              <a:gd name="connsiteX4645" fmla="*/ 5356810 w 10450132"/>
              <a:gd name="connsiteY4645" fmla="*/ 3689539 h 5450835"/>
              <a:gd name="connsiteX4646" fmla="*/ 5357598 w 10450132"/>
              <a:gd name="connsiteY4646" fmla="*/ 3689998 h 5450835"/>
              <a:gd name="connsiteX4647" fmla="*/ 5362130 w 10450132"/>
              <a:gd name="connsiteY4647" fmla="*/ 3697880 h 5450835"/>
              <a:gd name="connsiteX4648" fmla="*/ 5362130 w 10450132"/>
              <a:gd name="connsiteY4648" fmla="*/ 3698734 h 5450835"/>
              <a:gd name="connsiteX4649" fmla="*/ 5357598 w 10450132"/>
              <a:gd name="connsiteY4649" fmla="*/ 3706616 h 5450835"/>
              <a:gd name="connsiteX4650" fmla="*/ 5356810 w 10450132"/>
              <a:gd name="connsiteY4650" fmla="*/ 3707075 h 5450835"/>
              <a:gd name="connsiteX4651" fmla="*/ 5347746 w 10450132"/>
              <a:gd name="connsiteY4651" fmla="*/ 3707075 h 5450835"/>
              <a:gd name="connsiteX4652" fmla="*/ 5346958 w 10450132"/>
              <a:gd name="connsiteY4652" fmla="*/ 3706616 h 5450835"/>
              <a:gd name="connsiteX4653" fmla="*/ 5342425 w 10450132"/>
              <a:gd name="connsiteY4653" fmla="*/ 3698734 h 5450835"/>
              <a:gd name="connsiteX4654" fmla="*/ 5342425 w 10450132"/>
              <a:gd name="connsiteY4654" fmla="*/ 3697880 h 5450835"/>
              <a:gd name="connsiteX4655" fmla="*/ 5346958 w 10450132"/>
              <a:gd name="connsiteY4655" fmla="*/ 3689998 h 5450835"/>
              <a:gd name="connsiteX4656" fmla="*/ 5347746 w 10450132"/>
              <a:gd name="connsiteY4656" fmla="*/ 3689539 h 5450835"/>
              <a:gd name="connsiteX4657" fmla="*/ 5093300 w 10450132"/>
              <a:gd name="connsiteY4657" fmla="*/ 3689539 h 5450835"/>
              <a:gd name="connsiteX4658" fmla="*/ 5102364 w 10450132"/>
              <a:gd name="connsiteY4658" fmla="*/ 3689539 h 5450835"/>
              <a:gd name="connsiteX4659" fmla="*/ 5103153 w 10450132"/>
              <a:gd name="connsiteY4659" fmla="*/ 3689998 h 5450835"/>
              <a:gd name="connsiteX4660" fmla="*/ 5107684 w 10450132"/>
              <a:gd name="connsiteY4660" fmla="*/ 3697880 h 5450835"/>
              <a:gd name="connsiteX4661" fmla="*/ 5107684 w 10450132"/>
              <a:gd name="connsiteY4661" fmla="*/ 3698734 h 5450835"/>
              <a:gd name="connsiteX4662" fmla="*/ 5103153 w 10450132"/>
              <a:gd name="connsiteY4662" fmla="*/ 3706616 h 5450835"/>
              <a:gd name="connsiteX4663" fmla="*/ 5102364 w 10450132"/>
              <a:gd name="connsiteY4663" fmla="*/ 3707075 h 5450835"/>
              <a:gd name="connsiteX4664" fmla="*/ 5093300 w 10450132"/>
              <a:gd name="connsiteY4664" fmla="*/ 3707075 h 5450835"/>
              <a:gd name="connsiteX4665" fmla="*/ 5092512 w 10450132"/>
              <a:gd name="connsiteY4665" fmla="*/ 3706616 h 5450835"/>
              <a:gd name="connsiteX4666" fmla="*/ 5087979 w 10450132"/>
              <a:gd name="connsiteY4666" fmla="*/ 3698734 h 5450835"/>
              <a:gd name="connsiteX4667" fmla="*/ 5087979 w 10450132"/>
              <a:gd name="connsiteY4667" fmla="*/ 3697880 h 5450835"/>
              <a:gd name="connsiteX4668" fmla="*/ 5092512 w 10450132"/>
              <a:gd name="connsiteY4668" fmla="*/ 3689998 h 5450835"/>
              <a:gd name="connsiteX4669" fmla="*/ 5093300 w 10450132"/>
              <a:gd name="connsiteY4669" fmla="*/ 3689539 h 5450835"/>
              <a:gd name="connsiteX4670" fmla="*/ 4838919 w 10450132"/>
              <a:gd name="connsiteY4670" fmla="*/ 3689539 h 5450835"/>
              <a:gd name="connsiteX4671" fmla="*/ 4847982 w 10450132"/>
              <a:gd name="connsiteY4671" fmla="*/ 3689539 h 5450835"/>
              <a:gd name="connsiteX4672" fmla="*/ 4848772 w 10450132"/>
              <a:gd name="connsiteY4672" fmla="*/ 3689998 h 5450835"/>
              <a:gd name="connsiteX4673" fmla="*/ 4853303 w 10450132"/>
              <a:gd name="connsiteY4673" fmla="*/ 3697880 h 5450835"/>
              <a:gd name="connsiteX4674" fmla="*/ 4853303 w 10450132"/>
              <a:gd name="connsiteY4674" fmla="*/ 3698734 h 5450835"/>
              <a:gd name="connsiteX4675" fmla="*/ 4848772 w 10450132"/>
              <a:gd name="connsiteY4675" fmla="*/ 3706616 h 5450835"/>
              <a:gd name="connsiteX4676" fmla="*/ 4847982 w 10450132"/>
              <a:gd name="connsiteY4676" fmla="*/ 3707075 h 5450835"/>
              <a:gd name="connsiteX4677" fmla="*/ 4838919 w 10450132"/>
              <a:gd name="connsiteY4677" fmla="*/ 3707075 h 5450835"/>
              <a:gd name="connsiteX4678" fmla="*/ 4838132 w 10450132"/>
              <a:gd name="connsiteY4678" fmla="*/ 3706616 h 5450835"/>
              <a:gd name="connsiteX4679" fmla="*/ 4833598 w 10450132"/>
              <a:gd name="connsiteY4679" fmla="*/ 3698734 h 5450835"/>
              <a:gd name="connsiteX4680" fmla="*/ 4833598 w 10450132"/>
              <a:gd name="connsiteY4680" fmla="*/ 3697880 h 5450835"/>
              <a:gd name="connsiteX4681" fmla="*/ 4838132 w 10450132"/>
              <a:gd name="connsiteY4681" fmla="*/ 3689998 h 5450835"/>
              <a:gd name="connsiteX4682" fmla="*/ 4838919 w 10450132"/>
              <a:gd name="connsiteY4682" fmla="*/ 3689539 h 5450835"/>
              <a:gd name="connsiteX4683" fmla="*/ 4584538 w 10450132"/>
              <a:gd name="connsiteY4683" fmla="*/ 3689539 h 5450835"/>
              <a:gd name="connsiteX4684" fmla="*/ 4593603 w 10450132"/>
              <a:gd name="connsiteY4684" fmla="*/ 3689539 h 5450835"/>
              <a:gd name="connsiteX4685" fmla="*/ 4594390 w 10450132"/>
              <a:gd name="connsiteY4685" fmla="*/ 3689998 h 5450835"/>
              <a:gd name="connsiteX4686" fmla="*/ 4598922 w 10450132"/>
              <a:gd name="connsiteY4686" fmla="*/ 3697880 h 5450835"/>
              <a:gd name="connsiteX4687" fmla="*/ 4598922 w 10450132"/>
              <a:gd name="connsiteY4687" fmla="*/ 3698734 h 5450835"/>
              <a:gd name="connsiteX4688" fmla="*/ 4594390 w 10450132"/>
              <a:gd name="connsiteY4688" fmla="*/ 3706616 h 5450835"/>
              <a:gd name="connsiteX4689" fmla="*/ 4593603 w 10450132"/>
              <a:gd name="connsiteY4689" fmla="*/ 3707075 h 5450835"/>
              <a:gd name="connsiteX4690" fmla="*/ 4584538 w 10450132"/>
              <a:gd name="connsiteY4690" fmla="*/ 3707075 h 5450835"/>
              <a:gd name="connsiteX4691" fmla="*/ 4583749 w 10450132"/>
              <a:gd name="connsiteY4691" fmla="*/ 3706616 h 5450835"/>
              <a:gd name="connsiteX4692" fmla="*/ 4579218 w 10450132"/>
              <a:gd name="connsiteY4692" fmla="*/ 3698734 h 5450835"/>
              <a:gd name="connsiteX4693" fmla="*/ 4579218 w 10450132"/>
              <a:gd name="connsiteY4693" fmla="*/ 3697880 h 5450835"/>
              <a:gd name="connsiteX4694" fmla="*/ 4583749 w 10450132"/>
              <a:gd name="connsiteY4694" fmla="*/ 3689998 h 5450835"/>
              <a:gd name="connsiteX4695" fmla="*/ 4584538 w 10450132"/>
              <a:gd name="connsiteY4695" fmla="*/ 3689539 h 5450835"/>
              <a:gd name="connsiteX4696" fmla="*/ 4330157 w 10450132"/>
              <a:gd name="connsiteY4696" fmla="*/ 3689539 h 5450835"/>
              <a:gd name="connsiteX4697" fmla="*/ 4339222 w 10450132"/>
              <a:gd name="connsiteY4697" fmla="*/ 3689539 h 5450835"/>
              <a:gd name="connsiteX4698" fmla="*/ 4340010 w 10450132"/>
              <a:gd name="connsiteY4698" fmla="*/ 3689998 h 5450835"/>
              <a:gd name="connsiteX4699" fmla="*/ 4344540 w 10450132"/>
              <a:gd name="connsiteY4699" fmla="*/ 3697880 h 5450835"/>
              <a:gd name="connsiteX4700" fmla="*/ 4344540 w 10450132"/>
              <a:gd name="connsiteY4700" fmla="*/ 3698734 h 5450835"/>
              <a:gd name="connsiteX4701" fmla="*/ 4340010 w 10450132"/>
              <a:gd name="connsiteY4701" fmla="*/ 3706616 h 5450835"/>
              <a:gd name="connsiteX4702" fmla="*/ 4339222 w 10450132"/>
              <a:gd name="connsiteY4702" fmla="*/ 3707075 h 5450835"/>
              <a:gd name="connsiteX4703" fmla="*/ 4330157 w 10450132"/>
              <a:gd name="connsiteY4703" fmla="*/ 3707075 h 5450835"/>
              <a:gd name="connsiteX4704" fmla="*/ 4329369 w 10450132"/>
              <a:gd name="connsiteY4704" fmla="*/ 3706616 h 5450835"/>
              <a:gd name="connsiteX4705" fmla="*/ 4324836 w 10450132"/>
              <a:gd name="connsiteY4705" fmla="*/ 3698734 h 5450835"/>
              <a:gd name="connsiteX4706" fmla="*/ 4324836 w 10450132"/>
              <a:gd name="connsiteY4706" fmla="*/ 3697880 h 5450835"/>
              <a:gd name="connsiteX4707" fmla="*/ 4329369 w 10450132"/>
              <a:gd name="connsiteY4707" fmla="*/ 3689998 h 5450835"/>
              <a:gd name="connsiteX4708" fmla="*/ 4330157 w 10450132"/>
              <a:gd name="connsiteY4708" fmla="*/ 3689539 h 5450835"/>
              <a:gd name="connsiteX4709" fmla="*/ 4075763 w 10450132"/>
              <a:gd name="connsiteY4709" fmla="*/ 3689539 h 5450835"/>
              <a:gd name="connsiteX4710" fmla="*/ 4084828 w 10450132"/>
              <a:gd name="connsiteY4710" fmla="*/ 3689539 h 5450835"/>
              <a:gd name="connsiteX4711" fmla="*/ 4085617 w 10450132"/>
              <a:gd name="connsiteY4711" fmla="*/ 3689998 h 5450835"/>
              <a:gd name="connsiteX4712" fmla="*/ 4090147 w 10450132"/>
              <a:gd name="connsiteY4712" fmla="*/ 3697880 h 5450835"/>
              <a:gd name="connsiteX4713" fmla="*/ 4090147 w 10450132"/>
              <a:gd name="connsiteY4713" fmla="*/ 3698734 h 5450835"/>
              <a:gd name="connsiteX4714" fmla="*/ 4085617 w 10450132"/>
              <a:gd name="connsiteY4714" fmla="*/ 3706616 h 5450835"/>
              <a:gd name="connsiteX4715" fmla="*/ 4084828 w 10450132"/>
              <a:gd name="connsiteY4715" fmla="*/ 3707075 h 5450835"/>
              <a:gd name="connsiteX4716" fmla="*/ 4075763 w 10450132"/>
              <a:gd name="connsiteY4716" fmla="*/ 3707075 h 5450835"/>
              <a:gd name="connsiteX4717" fmla="*/ 4074975 w 10450132"/>
              <a:gd name="connsiteY4717" fmla="*/ 3706616 h 5450835"/>
              <a:gd name="connsiteX4718" fmla="*/ 4070442 w 10450132"/>
              <a:gd name="connsiteY4718" fmla="*/ 3698734 h 5450835"/>
              <a:gd name="connsiteX4719" fmla="*/ 4070442 w 10450132"/>
              <a:gd name="connsiteY4719" fmla="*/ 3697880 h 5450835"/>
              <a:gd name="connsiteX4720" fmla="*/ 4074975 w 10450132"/>
              <a:gd name="connsiteY4720" fmla="*/ 3689998 h 5450835"/>
              <a:gd name="connsiteX4721" fmla="*/ 4075763 w 10450132"/>
              <a:gd name="connsiteY4721" fmla="*/ 3689539 h 5450835"/>
              <a:gd name="connsiteX4722" fmla="*/ 3821532 w 10450132"/>
              <a:gd name="connsiteY4722" fmla="*/ 3689539 h 5450835"/>
              <a:gd name="connsiteX4723" fmla="*/ 3830597 w 10450132"/>
              <a:gd name="connsiteY4723" fmla="*/ 3689539 h 5450835"/>
              <a:gd name="connsiteX4724" fmla="*/ 3831386 w 10450132"/>
              <a:gd name="connsiteY4724" fmla="*/ 3689998 h 5450835"/>
              <a:gd name="connsiteX4725" fmla="*/ 3835918 w 10450132"/>
              <a:gd name="connsiteY4725" fmla="*/ 3697880 h 5450835"/>
              <a:gd name="connsiteX4726" fmla="*/ 3835918 w 10450132"/>
              <a:gd name="connsiteY4726" fmla="*/ 3698734 h 5450835"/>
              <a:gd name="connsiteX4727" fmla="*/ 3831386 w 10450132"/>
              <a:gd name="connsiteY4727" fmla="*/ 3706616 h 5450835"/>
              <a:gd name="connsiteX4728" fmla="*/ 3830597 w 10450132"/>
              <a:gd name="connsiteY4728" fmla="*/ 3707075 h 5450835"/>
              <a:gd name="connsiteX4729" fmla="*/ 3821532 w 10450132"/>
              <a:gd name="connsiteY4729" fmla="*/ 3707075 h 5450835"/>
              <a:gd name="connsiteX4730" fmla="*/ 3820745 w 10450132"/>
              <a:gd name="connsiteY4730" fmla="*/ 3706616 h 5450835"/>
              <a:gd name="connsiteX4731" fmla="*/ 3816213 w 10450132"/>
              <a:gd name="connsiteY4731" fmla="*/ 3698734 h 5450835"/>
              <a:gd name="connsiteX4732" fmla="*/ 3816213 w 10450132"/>
              <a:gd name="connsiteY4732" fmla="*/ 3697880 h 5450835"/>
              <a:gd name="connsiteX4733" fmla="*/ 3820745 w 10450132"/>
              <a:gd name="connsiteY4733" fmla="*/ 3689998 h 5450835"/>
              <a:gd name="connsiteX4734" fmla="*/ 3821532 w 10450132"/>
              <a:gd name="connsiteY4734" fmla="*/ 3689539 h 5450835"/>
              <a:gd name="connsiteX4735" fmla="*/ 3567119 w 10450132"/>
              <a:gd name="connsiteY4735" fmla="*/ 3689539 h 5450835"/>
              <a:gd name="connsiteX4736" fmla="*/ 3576184 w 10450132"/>
              <a:gd name="connsiteY4736" fmla="*/ 3689539 h 5450835"/>
              <a:gd name="connsiteX4737" fmla="*/ 3576971 w 10450132"/>
              <a:gd name="connsiteY4737" fmla="*/ 3689998 h 5450835"/>
              <a:gd name="connsiteX4738" fmla="*/ 3581503 w 10450132"/>
              <a:gd name="connsiteY4738" fmla="*/ 3697880 h 5450835"/>
              <a:gd name="connsiteX4739" fmla="*/ 3581503 w 10450132"/>
              <a:gd name="connsiteY4739" fmla="*/ 3698734 h 5450835"/>
              <a:gd name="connsiteX4740" fmla="*/ 3576971 w 10450132"/>
              <a:gd name="connsiteY4740" fmla="*/ 3706616 h 5450835"/>
              <a:gd name="connsiteX4741" fmla="*/ 3576184 w 10450132"/>
              <a:gd name="connsiteY4741" fmla="*/ 3707075 h 5450835"/>
              <a:gd name="connsiteX4742" fmla="*/ 3567119 w 10450132"/>
              <a:gd name="connsiteY4742" fmla="*/ 3707075 h 5450835"/>
              <a:gd name="connsiteX4743" fmla="*/ 3566331 w 10450132"/>
              <a:gd name="connsiteY4743" fmla="*/ 3706616 h 5450835"/>
              <a:gd name="connsiteX4744" fmla="*/ 3561797 w 10450132"/>
              <a:gd name="connsiteY4744" fmla="*/ 3698734 h 5450835"/>
              <a:gd name="connsiteX4745" fmla="*/ 3561797 w 10450132"/>
              <a:gd name="connsiteY4745" fmla="*/ 3697880 h 5450835"/>
              <a:gd name="connsiteX4746" fmla="*/ 3566331 w 10450132"/>
              <a:gd name="connsiteY4746" fmla="*/ 3689998 h 5450835"/>
              <a:gd name="connsiteX4747" fmla="*/ 3567119 w 10450132"/>
              <a:gd name="connsiteY4747" fmla="*/ 3689539 h 5450835"/>
              <a:gd name="connsiteX4748" fmla="*/ 3312716 w 10450132"/>
              <a:gd name="connsiteY4748" fmla="*/ 3689539 h 5450835"/>
              <a:gd name="connsiteX4749" fmla="*/ 3321780 w 10450132"/>
              <a:gd name="connsiteY4749" fmla="*/ 3689539 h 5450835"/>
              <a:gd name="connsiteX4750" fmla="*/ 3322567 w 10450132"/>
              <a:gd name="connsiteY4750" fmla="*/ 3689998 h 5450835"/>
              <a:gd name="connsiteX4751" fmla="*/ 3327100 w 10450132"/>
              <a:gd name="connsiteY4751" fmla="*/ 3697880 h 5450835"/>
              <a:gd name="connsiteX4752" fmla="*/ 3327100 w 10450132"/>
              <a:gd name="connsiteY4752" fmla="*/ 3698734 h 5450835"/>
              <a:gd name="connsiteX4753" fmla="*/ 3322567 w 10450132"/>
              <a:gd name="connsiteY4753" fmla="*/ 3706616 h 5450835"/>
              <a:gd name="connsiteX4754" fmla="*/ 3321780 w 10450132"/>
              <a:gd name="connsiteY4754" fmla="*/ 3707075 h 5450835"/>
              <a:gd name="connsiteX4755" fmla="*/ 3312716 w 10450132"/>
              <a:gd name="connsiteY4755" fmla="*/ 3707075 h 5450835"/>
              <a:gd name="connsiteX4756" fmla="*/ 3311927 w 10450132"/>
              <a:gd name="connsiteY4756" fmla="*/ 3706616 h 5450835"/>
              <a:gd name="connsiteX4757" fmla="*/ 3307394 w 10450132"/>
              <a:gd name="connsiteY4757" fmla="*/ 3698734 h 5450835"/>
              <a:gd name="connsiteX4758" fmla="*/ 3307394 w 10450132"/>
              <a:gd name="connsiteY4758" fmla="*/ 3697880 h 5450835"/>
              <a:gd name="connsiteX4759" fmla="*/ 3311927 w 10450132"/>
              <a:gd name="connsiteY4759" fmla="*/ 3689998 h 5450835"/>
              <a:gd name="connsiteX4760" fmla="*/ 3312716 w 10450132"/>
              <a:gd name="connsiteY4760" fmla="*/ 3689539 h 5450835"/>
              <a:gd name="connsiteX4761" fmla="*/ 3058437 w 10450132"/>
              <a:gd name="connsiteY4761" fmla="*/ 3689539 h 5450835"/>
              <a:gd name="connsiteX4762" fmla="*/ 3067508 w 10450132"/>
              <a:gd name="connsiteY4762" fmla="*/ 3689539 h 5450835"/>
              <a:gd name="connsiteX4763" fmla="*/ 3068295 w 10450132"/>
              <a:gd name="connsiteY4763" fmla="*/ 3689998 h 5450835"/>
              <a:gd name="connsiteX4764" fmla="*/ 3072826 w 10450132"/>
              <a:gd name="connsiteY4764" fmla="*/ 3697880 h 5450835"/>
              <a:gd name="connsiteX4765" fmla="*/ 3072826 w 10450132"/>
              <a:gd name="connsiteY4765" fmla="*/ 3698734 h 5450835"/>
              <a:gd name="connsiteX4766" fmla="*/ 3068295 w 10450132"/>
              <a:gd name="connsiteY4766" fmla="*/ 3706616 h 5450835"/>
              <a:gd name="connsiteX4767" fmla="*/ 3067508 w 10450132"/>
              <a:gd name="connsiteY4767" fmla="*/ 3707075 h 5450835"/>
              <a:gd name="connsiteX4768" fmla="*/ 3058437 w 10450132"/>
              <a:gd name="connsiteY4768" fmla="*/ 3707075 h 5450835"/>
              <a:gd name="connsiteX4769" fmla="*/ 3057652 w 10450132"/>
              <a:gd name="connsiteY4769" fmla="*/ 3706616 h 5450835"/>
              <a:gd name="connsiteX4770" fmla="*/ 3053119 w 10450132"/>
              <a:gd name="connsiteY4770" fmla="*/ 3698734 h 5450835"/>
              <a:gd name="connsiteX4771" fmla="*/ 3053119 w 10450132"/>
              <a:gd name="connsiteY4771" fmla="*/ 3697880 h 5450835"/>
              <a:gd name="connsiteX4772" fmla="*/ 3057652 w 10450132"/>
              <a:gd name="connsiteY4772" fmla="*/ 3689998 h 5450835"/>
              <a:gd name="connsiteX4773" fmla="*/ 3058437 w 10450132"/>
              <a:gd name="connsiteY4773" fmla="*/ 3689539 h 5450835"/>
              <a:gd name="connsiteX4774" fmla="*/ 2803837 w 10450132"/>
              <a:gd name="connsiteY4774" fmla="*/ 3689539 h 5450835"/>
              <a:gd name="connsiteX4775" fmla="*/ 2812900 w 10450132"/>
              <a:gd name="connsiteY4775" fmla="*/ 3689539 h 5450835"/>
              <a:gd name="connsiteX4776" fmla="*/ 2813689 w 10450132"/>
              <a:gd name="connsiteY4776" fmla="*/ 3689998 h 5450835"/>
              <a:gd name="connsiteX4777" fmla="*/ 2818220 w 10450132"/>
              <a:gd name="connsiteY4777" fmla="*/ 3697880 h 5450835"/>
              <a:gd name="connsiteX4778" fmla="*/ 2818220 w 10450132"/>
              <a:gd name="connsiteY4778" fmla="*/ 3698734 h 5450835"/>
              <a:gd name="connsiteX4779" fmla="*/ 2813689 w 10450132"/>
              <a:gd name="connsiteY4779" fmla="*/ 3706616 h 5450835"/>
              <a:gd name="connsiteX4780" fmla="*/ 2812900 w 10450132"/>
              <a:gd name="connsiteY4780" fmla="*/ 3707075 h 5450835"/>
              <a:gd name="connsiteX4781" fmla="*/ 2803837 w 10450132"/>
              <a:gd name="connsiteY4781" fmla="*/ 3707075 h 5450835"/>
              <a:gd name="connsiteX4782" fmla="*/ 2803048 w 10450132"/>
              <a:gd name="connsiteY4782" fmla="*/ 3706616 h 5450835"/>
              <a:gd name="connsiteX4783" fmla="*/ 2798515 w 10450132"/>
              <a:gd name="connsiteY4783" fmla="*/ 3698734 h 5450835"/>
              <a:gd name="connsiteX4784" fmla="*/ 2798515 w 10450132"/>
              <a:gd name="connsiteY4784" fmla="*/ 3697880 h 5450835"/>
              <a:gd name="connsiteX4785" fmla="*/ 2803048 w 10450132"/>
              <a:gd name="connsiteY4785" fmla="*/ 3689998 h 5450835"/>
              <a:gd name="connsiteX4786" fmla="*/ 2803837 w 10450132"/>
              <a:gd name="connsiteY4786" fmla="*/ 3689539 h 5450835"/>
              <a:gd name="connsiteX4787" fmla="*/ 2549554 w 10450132"/>
              <a:gd name="connsiteY4787" fmla="*/ 3689539 h 5450835"/>
              <a:gd name="connsiteX4788" fmla="*/ 2558619 w 10450132"/>
              <a:gd name="connsiteY4788" fmla="*/ 3689539 h 5450835"/>
              <a:gd name="connsiteX4789" fmla="*/ 2559407 w 10450132"/>
              <a:gd name="connsiteY4789" fmla="*/ 3689998 h 5450835"/>
              <a:gd name="connsiteX4790" fmla="*/ 2563941 w 10450132"/>
              <a:gd name="connsiteY4790" fmla="*/ 3697880 h 5450835"/>
              <a:gd name="connsiteX4791" fmla="*/ 2563941 w 10450132"/>
              <a:gd name="connsiteY4791" fmla="*/ 3698734 h 5450835"/>
              <a:gd name="connsiteX4792" fmla="*/ 2559407 w 10450132"/>
              <a:gd name="connsiteY4792" fmla="*/ 3706616 h 5450835"/>
              <a:gd name="connsiteX4793" fmla="*/ 2558619 w 10450132"/>
              <a:gd name="connsiteY4793" fmla="*/ 3707075 h 5450835"/>
              <a:gd name="connsiteX4794" fmla="*/ 2549554 w 10450132"/>
              <a:gd name="connsiteY4794" fmla="*/ 3707075 h 5450835"/>
              <a:gd name="connsiteX4795" fmla="*/ 2548767 w 10450132"/>
              <a:gd name="connsiteY4795" fmla="*/ 3706616 h 5450835"/>
              <a:gd name="connsiteX4796" fmla="*/ 2544235 w 10450132"/>
              <a:gd name="connsiteY4796" fmla="*/ 3698734 h 5450835"/>
              <a:gd name="connsiteX4797" fmla="*/ 2544235 w 10450132"/>
              <a:gd name="connsiteY4797" fmla="*/ 3697880 h 5450835"/>
              <a:gd name="connsiteX4798" fmla="*/ 2548767 w 10450132"/>
              <a:gd name="connsiteY4798" fmla="*/ 3689998 h 5450835"/>
              <a:gd name="connsiteX4799" fmla="*/ 2549554 w 10450132"/>
              <a:gd name="connsiteY4799" fmla="*/ 3689539 h 5450835"/>
              <a:gd name="connsiteX4800" fmla="*/ 2295138 w 10450132"/>
              <a:gd name="connsiteY4800" fmla="*/ 3689539 h 5450835"/>
              <a:gd name="connsiteX4801" fmla="*/ 2304204 w 10450132"/>
              <a:gd name="connsiteY4801" fmla="*/ 3689539 h 5450835"/>
              <a:gd name="connsiteX4802" fmla="*/ 2304992 w 10450132"/>
              <a:gd name="connsiteY4802" fmla="*/ 3689998 h 5450835"/>
              <a:gd name="connsiteX4803" fmla="*/ 2309523 w 10450132"/>
              <a:gd name="connsiteY4803" fmla="*/ 3697880 h 5450835"/>
              <a:gd name="connsiteX4804" fmla="*/ 2309523 w 10450132"/>
              <a:gd name="connsiteY4804" fmla="*/ 3698734 h 5450835"/>
              <a:gd name="connsiteX4805" fmla="*/ 2304992 w 10450132"/>
              <a:gd name="connsiteY4805" fmla="*/ 3706616 h 5450835"/>
              <a:gd name="connsiteX4806" fmla="*/ 2304204 w 10450132"/>
              <a:gd name="connsiteY4806" fmla="*/ 3707075 h 5450835"/>
              <a:gd name="connsiteX4807" fmla="*/ 2295138 w 10450132"/>
              <a:gd name="connsiteY4807" fmla="*/ 3707075 h 5450835"/>
              <a:gd name="connsiteX4808" fmla="*/ 2294350 w 10450132"/>
              <a:gd name="connsiteY4808" fmla="*/ 3706616 h 5450835"/>
              <a:gd name="connsiteX4809" fmla="*/ 2289819 w 10450132"/>
              <a:gd name="connsiteY4809" fmla="*/ 3698734 h 5450835"/>
              <a:gd name="connsiteX4810" fmla="*/ 2289819 w 10450132"/>
              <a:gd name="connsiteY4810" fmla="*/ 3697880 h 5450835"/>
              <a:gd name="connsiteX4811" fmla="*/ 2294350 w 10450132"/>
              <a:gd name="connsiteY4811" fmla="*/ 3689998 h 5450835"/>
              <a:gd name="connsiteX4812" fmla="*/ 2295138 w 10450132"/>
              <a:gd name="connsiteY4812" fmla="*/ 3689539 h 5450835"/>
              <a:gd name="connsiteX4813" fmla="*/ 2040623 w 10450132"/>
              <a:gd name="connsiteY4813" fmla="*/ 3689539 h 5450835"/>
              <a:gd name="connsiteX4814" fmla="*/ 2049686 w 10450132"/>
              <a:gd name="connsiteY4814" fmla="*/ 3689539 h 5450835"/>
              <a:gd name="connsiteX4815" fmla="*/ 2050474 w 10450132"/>
              <a:gd name="connsiteY4815" fmla="*/ 3689998 h 5450835"/>
              <a:gd name="connsiteX4816" fmla="*/ 2055006 w 10450132"/>
              <a:gd name="connsiteY4816" fmla="*/ 3697880 h 5450835"/>
              <a:gd name="connsiteX4817" fmla="*/ 2055006 w 10450132"/>
              <a:gd name="connsiteY4817" fmla="*/ 3698734 h 5450835"/>
              <a:gd name="connsiteX4818" fmla="*/ 2050474 w 10450132"/>
              <a:gd name="connsiteY4818" fmla="*/ 3706616 h 5450835"/>
              <a:gd name="connsiteX4819" fmla="*/ 2049686 w 10450132"/>
              <a:gd name="connsiteY4819" fmla="*/ 3707075 h 5450835"/>
              <a:gd name="connsiteX4820" fmla="*/ 2040623 w 10450132"/>
              <a:gd name="connsiteY4820" fmla="*/ 3707075 h 5450835"/>
              <a:gd name="connsiteX4821" fmla="*/ 2039833 w 10450132"/>
              <a:gd name="connsiteY4821" fmla="*/ 3706616 h 5450835"/>
              <a:gd name="connsiteX4822" fmla="*/ 2035302 w 10450132"/>
              <a:gd name="connsiteY4822" fmla="*/ 3698734 h 5450835"/>
              <a:gd name="connsiteX4823" fmla="*/ 2035302 w 10450132"/>
              <a:gd name="connsiteY4823" fmla="*/ 3697880 h 5450835"/>
              <a:gd name="connsiteX4824" fmla="*/ 2039833 w 10450132"/>
              <a:gd name="connsiteY4824" fmla="*/ 3689998 h 5450835"/>
              <a:gd name="connsiteX4825" fmla="*/ 2040623 w 10450132"/>
              <a:gd name="connsiteY4825" fmla="*/ 3689539 h 5450835"/>
              <a:gd name="connsiteX4826" fmla="*/ 1786229 w 10450132"/>
              <a:gd name="connsiteY4826" fmla="*/ 3689539 h 5450835"/>
              <a:gd name="connsiteX4827" fmla="*/ 1795292 w 10450132"/>
              <a:gd name="connsiteY4827" fmla="*/ 3689539 h 5450835"/>
              <a:gd name="connsiteX4828" fmla="*/ 1796082 w 10450132"/>
              <a:gd name="connsiteY4828" fmla="*/ 3689998 h 5450835"/>
              <a:gd name="connsiteX4829" fmla="*/ 1800613 w 10450132"/>
              <a:gd name="connsiteY4829" fmla="*/ 3697880 h 5450835"/>
              <a:gd name="connsiteX4830" fmla="*/ 1800613 w 10450132"/>
              <a:gd name="connsiteY4830" fmla="*/ 3698734 h 5450835"/>
              <a:gd name="connsiteX4831" fmla="*/ 1796082 w 10450132"/>
              <a:gd name="connsiteY4831" fmla="*/ 3706616 h 5450835"/>
              <a:gd name="connsiteX4832" fmla="*/ 1795292 w 10450132"/>
              <a:gd name="connsiteY4832" fmla="*/ 3707075 h 5450835"/>
              <a:gd name="connsiteX4833" fmla="*/ 1786229 w 10450132"/>
              <a:gd name="connsiteY4833" fmla="*/ 3707075 h 5450835"/>
              <a:gd name="connsiteX4834" fmla="*/ 1785441 w 10450132"/>
              <a:gd name="connsiteY4834" fmla="*/ 3706616 h 5450835"/>
              <a:gd name="connsiteX4835" fmla="*/ 1780909 w 10450132"/>
              <a:gd name="connsiteY4835" fmla="*/ 3698734 h 5450835"/>
              <a:gd name="connsiteX4836" fmla="*/ 1780909 w 10450132"/>
              <a:gd name="connsiteY4836" fmla="*/ 3697880 h 5450835"/>
              <a:gd name="connsiteX4837" fmla="*/ 1785441 w 10450132"/>
              <a:gd name="connsiteY4837" fmla="*/ 3689998 h 5450835"/>
              <a:gd name="connsiteX4838" fmla="*/ 1786229 w 10450132"/>
              <a:gd name="connsiteY4838" fmla="*/ 3689539 h 5450835"/>
              <a:gd name="connsiteX4839" fmla="*/ 1531943 w 10450132"/>
              <a:gd name="connsiteY4839" fmla="*/ 3689539 h 5450835"/>
              <a:gd name="connsiteX4840" fmla="*/ 1541008 w 10450132"/>
              <a:gd name="connsiteY4840" fmla="*/ 3689539 h 5450835"/>
              <a:gd name="connsiteX4841" fmla="*/ 1541795 w 10450132"/>
              <a:gd name="connsiteY4841" fmla="*/ 3689998 h 5450835"/>
              <a:gd name="connsiteX4842" fmla="*/ 1546328 w 10450132"/>
              <a:gd name="connsiteY4842" fmla="*/ 3697880 h 5450835"/>
              <a:gd name="connsiteX4843" fmla="*/ 1546328 w 10450132"/>
              <a:gd name="connsiteY4843" fmla="*/ 3698734 h 5450835"/>
              <a:gd name="connsiteX4844" fmla="*/ 1541795 w 10450132"/>
              <a:gd name="connsiteY4844" fmla="*/ 3706616 h 5450835"/>
              <a:gd name="connsiteX4845" fmla="*/ 1541008 w 10450132"/>
              <a:gd name="connsiteY4845" fmla="*/ 3707075 h 5450835"/>
              <a:gd name="connsiteX4846" fmla="*/ 1531943 w 10450132"/>
              <a:gd name="connsiteY4846" fmla="*/ 3707075 h 5450835"/>
              <a:gd name="connsiteX4847" fmla="*/ 1531156 w 10450132"/>
              <a:gd name="connsiteY4847" fmla="*/ 3706616 h 5450835"/>
              <a:gd name="connsiteX4848" fmla="*/ 1526622 w 10450132"/>
              <a:gd name="connsiteY4848" fmla="*/ 3698734 h 5450835"/>
              <a:gd name="connsiteX4849" fmla="*/ 1526622 w 10450132"/>
              <a:gd name="connsiteY4849" fmla="*/ 3697880 h 5450835"/>
              <a:gd name="connsiteX4850" fmla="*/ 1531156 w 10450132"/>
              <a:gd name="connsiteY4850" fmla="*/ 3689998 h 5450835"/>
              <a:gd name="connsiteX4851" fmla="*/ 1531943 w 10450132"/>
              <a:gd name="connsiteY4851" fmla="*/ 3689539 h 5450835"/>
              <a:gd name="connsiteX4852" fmla="*/ 1277466 w 10450132"/>
              <a:gd name="connsiteY4852" fmla="*/ 3689539 h 5450835"/>
              <a:gd name="connsiteX4853" fmla="*/ 1286530 w 10450132"/>
              <a:gd name="connsiteY4853" fmla="*/ 3689539 h 5450835"/>
              <a:gd name="connsiteX4854" fmla="*/ 1287319 w 10450132"/>
              <a:gd name="connsiteY4854" fmla="*/ 3689998 h 5450835"/>
              <a:gd name="connsiteX4855" fmla="*/ 1291852 w 10450132"/>
              <a:gd name="connsiteY4855" fmla="*/ 3697880 h 5450835"/>
              <a:gd name="connsiteX4856" fmla="*/ 1291852 w 10450132"/>
              <a:gd name="connsiteY4856" fmla="*/ 3698734 h 5450835"/>
              <a:gd name="connsiteX4857" fmla="*/ 1287319 w 10450132"/>
              <a:gd name="connsiteY4857" fmla="*/ 3706616 h 5450835"/>
              <a:gd name="connsiteX4858" fmla="*/ 1286530 w 10450132"/>
              <a:gd name="connsiteY4858" fmla="*/ 3707075 h 5450835"/>
              <a:gd name="connsiteX4859" fmla="*/ 1277466 w 10450132"/>
              <a:gd name="connsiteY4859" fmla="*/ 3707075 h 5450835"/>
              <a:gd name="connsiteX4860" fmla="*/ 1276678 w 10450132"/>
              <a:gd name="connsiteY4860" fmla="*/ 3706616 h 5450835"/>
              <a:gd name="connsiteX4861" fmla="*/ 1272145 w 10450132"/>
              <a:gd name="connsiteY4861" fmla="*/ 3698734 h 5450835"/>
              <a:gd name="connsiteX4862" fmla="*/ 1272145 w 10450132"/>
              <a:gd name="connsiteY4862" fmla="*/ 3697880 h 5450835"/>
              <a:gd name="connsiteX4863" fmla="*/ 1276678 w 10450132"/>
              <a:gd name="connsiteY4863" fmla="*/ 3689998 h 5450835"/>
              <a:gd name="connsiteX4864" fmla="*/ 1277466 w 10450132"/>
              <a:gd name="connsiteY4864" fmla="*/ 3689539 h 5450835"/>
              <a:gd name="connsiteX4865" fmla="*/ 1023078 w 10450132"/>
              <a:gd name="connsiteY4865" fmla="*/ 3689539 h 5450835"/>
              <a:gd name="connsiteX4866" fmla="*/ 1032143 w 10450132"/>
              <a:gd name="connsiteY4866" fmla="*/ 3689539 h 5450835"/>
              <a:gd name="connsiteX4867" fmla="*/ 1032930 w 10450132"/>
              <a:gd name="connsiteY4867" fmla="*/ 3689998 h 5450835"/>
              <a:gd name="connsiteX4868" fmla="*/ 1037463 w 10450132"/>
              <a:gd name="connsiteY4868" fmla="*/ 3697880 h 5450835"/>
              <a:gd name="connsiteX4869" fmla="*/ 1037463 w 10450132"/>
              <a:gd name="connsiteY4869" fmla="*/ 3698734 h 5450835"/>
              <a:gd name="connsiteX4870" fmla="*/ 1032930 w 10450132"/>
              <a:gd name="connsiteY4870" fmla="*/ 3706616 h 5450835"/>
              <a:gd name="connsiteX4871" fmla="*/ 1032143 w 10450132"/>
              <a:gd name="connsiteY4871" fmla="*/ 3707075 h 5450835"/>
              <a:gd name="connsiteX4872" fmla="*/ 1023078 w 10450132"/>
              <a:gd name="connsiteY4872" fmla="*/ 3707075 h 5450835"/>
              <a:gd name="connsiteX4873" fmla="*/ 1022291 w 10450132"/>
              <a:gd name="connsiteY4873" fmla="*/ 3706616 h 5450835"/>
              <a:gd name="connsiteX4874" fmla="*/ 1017757 w 10450132"/>
              <a:gd name="connsiteY4874" fmla="*/ 3698734 h 5450835"/>
              <a:gd name="connsiteX4875" fmla="*/ 1017757 w 10450132"/>
              <a:gd name="connsiteY4875" fmla="*/ 3697880 h 5450835"/>
              <a:gd name="connsiteX4876" fmla="*/ 1022291 w 10450132"/>
              <a:gd name="connsiteY4876" fmla="*/ 3689998 h 5450835"/>
              <a:gd name="connsiteX4877" fmla="*/ 1023078 w 10450132"/>
              <a:gd name="connsiteY4877" fmla="*/ 3689539 h 5450835"/>
              <a:gd name="connsiteX4878" fmla="*/ 768714 w 10450132"/>
              <a:gd name="connsiteY4878" fmla="*/ 3689539 h 5450835"/>
              <a:gd name="connsiteX4879" fmla="*/ 777777 w 10450132"/>
              <a:gd name="connsiteY4879" fmla="*/ 3689539 h 5450835"/>
              <a:gd name="connsiteX4880" fmla="*/ 778566 w 10450132"/>
              <a:gd name="connsiteY4880" fmla="*/ 3689998 h 5450835"/>
              <a:gd name="connsiteX4881" fmla="*/ 783097 w 10450132"/>
              <a:gd name="connsiteY4881" fmla="*/ 3697880 h 5450835"/>
              <a:gd name="connsiteX4882" fmla="*/ 783097 w 10450132"/>
              <a:gd name="connsiteY4882" fmla="*/ 3698734 h 5450835"/>
              <a:gd name="connsiteX4883" fmla="*/ 778566 w 10450132"/>
              <a:gd name="connsiteY4883" fmla="*/ 3706616 h 5450835"/>
              <a:gd name="connsiteX4884" fmla="*/ 777777 w 10450132"/>
              <a:gd name="connsiteY4884" fmla="*/ 3707075 h 5450835"/>
              <a:gd name="connsiteX4885" fmla="*/ 768714 w 10450132"/>
              <a:gd name="connsiteY4885" fmla="*/ 3707075 h 5450835"/>
              <a:gd name="connsiteX4886" fmla="*/ 767926 w 10450132"/>
              <a:gd name="connsiteY4886" fmla="*/ 3706616 h 5450835"/>
              <a:gd name="connsiteX4887" fmla="*/ 763394 w 10450132"/>
              <a:gd name="connsiteY4887" fmla="*/ 3698734 h 5450835"/>
              <a:gd name="connsiteX4888" fmla="*/ 763394 w 10450132"/>
              <a:gd name="connsiteY4888" fmla="*/ 3697880 h 5450835"/>
              <a:gd name="connsiteX4889" fmla="*/ 767926 w 10450132"/>
              <a:gd name="connsiteY4889" fmla="*/ 3689998 h 5450835"/>
              <a:gd name="connsiteX4890" fmla="*/ 768714 w 10450132"/>
              <a:gd name="connsiteY4890" fmla="*/ 3689539 h 5450835"/>
              <a:gd name="connsiteX4891" fmla="*/ 514239 w 10450132"/>
              <a:gd name="connsiteY4891" fmla="*/ 3689539 h 5450835"/>
              <a:gd name="connsiteX4892" fmla="*/ 523301 w 10450132"/>
              <a:gd name="connsiteY4892" fmla="*/ 3689539 h 5450835"/>
              <a:gd name="connsiteX4893" fmla="*/ 524091 w 10450132"/>
              <a:gd name="connsiteY4893" fmla="*/ 3689998 h 5450835"/>
              <a:gd name="connsiteX4894" fmla="*/ 528621 w 10450132"/>
              <a:gd name="connsiteY4894" fmla="*/ 3697880 h 5450835"/>
              <a:gd name="connsiteX4895" fmla="*/ 528621 w 10450132"/>
              <a:gd name="connsiteY4895" fmla="*/ 3698734 h 5450835"/>
              <a:gd name="connsiteX4896" fmla="*/ 524091 w 10450132"/>
              <a:gd name="connsiteY4896" fmla="*/ 3706616 h 5450835"/>
              <a:gd name="connsiteX4897" fmla="*/ 523301 w 10450132"/>
              <a:gd name="connsiteY4897" fmla="*/ 3707075 h 5450835"/>
              <a:gd name="connsiteX4898" fmla="*/ 514239 w 10450132"/>
              <a:gd name="connsiteY4898" fmla="*/ 3707075 h 5450835"/>
              <a:gd name="connsiteX4899" fmla="*/ 513451 w 10450132"/>
              <a:gd name="connsiteY4899" fmla="*/ 3706616 h 5450835"/>
              <a:gd name="connsiteX4900" fmla="*/ 508918 w 10450132"/>
              <a:gd name="connsiteY4900" fmla="*/ 3698734 h 5450835"/>
              <a:gd name="connsiteX4901" fmla="*/ 508918 w 10450132"/>
              <a:gd name="connsiteY4901" fmla="*/ 3697880 h 5450835"/>
              <a:gd name="connsiteX4902" fmla="*/ 513451 w 10450132"/>
              <a:gd name="connsiteY4902" fmla="*/ 3689998 h 5450835"/>
              <a:gd name="connsiteX4903" fmla="*/ 514239 w 10450132"/>
              <a:gd name="connsiteY4903" fmla="*/ 3689539 h 5450835"/>
              <a:gd name="connsiteX4904" fmla="*/ 259924 w 10450132"/>
              <a:gd name="connsiteY4904" fmla="*/ 3689539 h 5450835"/>
              <a:gd name="connsiteX4905" fmla="*/ 268988 w 10450132"/>
              <a:gd name="connsiteY4905" fmla="*/ 3689539 h 5450835"/>
              <a:gd name="connsiteX4906" fmla="*/ 269776 w 10450132"/>
              <a:gd name="connsiteY4906" fmla="*/ 3689998 h 5450835"/>
              <a:gd name="connsiteX4907" fmla="*/ 274306 w 10450132"/>
              <a:gd name="connsiteY4907" fmla="*/ 3697880 h 5450835"/>
              <a:gd name="connsiteX4908" fmla="*/ 274306 w 10450132"/>
              <a:gd name="connsiteY4908" fmla="*/ 3698734 h 5450835"/>
              <a:gd name="connsiteX4909" fmla="*/ 269776 w 10450132"/>
              <a:gd name="connsiteY4909" fmla="*/ 3706616 h 5450835"/>
              <a:gd name="connsiteX4910" fmla="*/ 268988 w 10450132"/>
              <a:gd name="connsiteY4910" fmla="*/ 3707075 h 5450835"/>
              <a:gd name="connsiteX4911" fmla="*/ 259924 w 10450132"/>
              <a:gd name="connsiteY4911" fmla="*/ 3707075 h 5450835"/>
              <a:gd name="connsiteX4912" fmla="*/ 259135 w 10450132"/>
              <a:gd name="connsiteY4912" fmla="*/ 3706616 h 5450835"/>
              <a:gd name="connsiteX4913" fmla="*/ 254603 w 10450132"/>
              <a:gd name="connsiteY4913" fmla="*/ 3698734 h 5450835"/>
              <a:gd name="connsiteX4914" fmla="*/ 254603 w 10450132"/>
              <a:gd name="connsiteY4914" fmla="*/ 3697880 h 5450835"/>
              <a:gd name="connsiteX4915" fmla="*/ 259135 w 10450132"/>
              <a:gd name="connsiteY4915" fmla="*/ 3689998 h 5450835"/>
              <a:gd name="connsiteX4916" fmla="*/ 259924 w 10450132"/>
              <a:gd name="connsiteY4916" fmla="*/ 3689539 h 5450835"/>
              <a:gd name="connsiteX4917" fmla="*/ 5476 w 10450132"/>
              <a:gd name="connsiteY4917" fmla="*/ 3689539 h 5450835"/>
              <a:gd name="connsiteX4918" fmla="*/ 14540 w 10450132"/>
              <a:gd name="connsiteY4918" fmla="*/ 3689539 h 5450835"/>
              <a:gd name="connsiteX4919" fmla="*/ 15328 w 10450132"/>
              <a:gd name="connsiteY4919" fmla="*/ 3689998 h 5450835"/>
              <a:gd name="connsiteX4920" fmla="*/ 19861 w 10450132"/>
              <a:gd name="connsiteY4920" fmla="*/ 3697880 h 5450835"/>
              <a:gd name="connsiteX4921" fmla="*/ 19861 w 10450132"/>
              <a:gd name="connsiteY4921" fmla="*/ 3698734 h 5450835"/>
              <a:gd name="connsiteX4922" fmla="*/ 15328 w 10450132"/>
              <a:gd name="connsiteY4922" fmla="*/ 3706616 h 5450835"/>
              <a:gd name="connsiteX4923" fmla="*/ 14540 w 10450132"/>
              <a:gd name="connsiteY4923" fmla="*/ 3707075 h 5450835"/>
              <a:gd name="connsiteX4924" fmla="*/ 5476 w 10450132"/>
              <a:gd name="connsiteY4924" fmla="*/ 3707075 h 5450835"/>
              <a:gd name="connsiteX4925" fmla="*/ 4688 w 10450132"/>
              <a:gd name="connsiteY4925" fmla="*/ 3706616 h 5450835"/>
              <a:gd name="connsiteX4926" fmla="*/ 155 w 10450132"/>
              <a:gd name="connsiteY4926" fmla="*/ 3698734 h 5450835"/>
              <a:gd name="connsiteX4927" fmla="*/ 155 w 10450132"/>
              <a:gd name="connsiteY4927" fmla="*/ 3697880 h 5450835"/>
              <a:gd name="connsiteX4928" fmla="*/ 4688 w 10450132"/>
              <a:gd name="connsiteY4928" fmla="*/ 3689998 h 5450835"/>
              <a:gd name="connsiteX4929" fmla="*/ 5476 w 10450132"/>
              <a:gd name="connsiteY4929" fmla="*/ 3689539 h 5450835"/>
              <a:gd name="connsiteX4930" fmla="*/ 10435622 w 10450132"/>
              <a:gd name="connsiteY4930" fmla="*/ 3472530 h 5450835"/>
              <a:gd name="connsiteX4931" fmla="*/ 10444686 w 10450132"/>
              <a:gd name="connsiteY4931" fmla="*/ 3472530 h 5450835"/>
              <a:gd name="connsiteX4932" fmla="*/ 10445474 w 10450132"/>
              <a:gd name="connsiteY4932" fmla="*/ 3472990 h 5450835"/>
              <a:gd name="connsiteX4933" fmla="*/ 10450007 w 10450132"/>
              <a:gd name="connsiteY4933" fmla="*/ 3480871 h 5450835"/>
              <a:gd name="connsiteX4934" fmla="*/ 10450007 w 10450132"/>
              <a:gd name="connsiteY4934" fmla="*/ 3481725 h 5450835"/>
              <a:gd name="connsiteX4935" fmla="*/ 10445474 w 10450132"/>
              <a:gd name="connsiteY4935" fmla="*/ 3489606 h 5450835"/>
              <a:gd name="connsiteX4936" fmla="*/ 10444686 w 10450132"/>
              <a:gd name="connsiteY4936" fmla="*/ 3490066 h 5450835"/>
              <a:gd name="connsiteX4937" fmla="*/ 10435622 w 10450132"/>
              <a:gd name="connsiteY4937" fmla="*/ 3490066 h 5450835"/>
              <a:gd name="connsiteX4938" fmla="*/ 10434834 w 10450132"/>
              <a:gd name="connsiteY4938" fmla="*/ 3489606 h 5450835"/>
              <a:gd name="connsiteX4939" fmla="*/ 10430302 w 10450132"/>
              <a:gd name="connsiteY4939" fmla="*/ 3481725 h 5450835"/>
              <a:gd name="connsiteX4940" fmla="*/ 10430302 w 10450132"/>
              <a:gd name="connsiteY4940" fmla="*/ 3480871 h 5450835"/>
              <a:gd name="connsiteX4941" fmla="*/ 10434834 w 10450132"/>
              <a:gd name="connsiteY4941" fmla="*/ 3472990 h 5450835"/>
              <a:gd name="connsiteX4942" fmla="*/ 10435622 w 10450132"/>
              <a:gd name="connsiteY4942" fmla="*/ 3472530 h 5450835"/>
              <a:gd name="connsiteX4943" fmla="*/ 10181242 w 10450132"/>
              <a:gd name="connsiteY4943" fmla="*/ 3472530 h 5450835"/>
              <a:gd name="connsiteX4944" fmla="*/ 10190305 w 10450132"/>
              <a:gd name="connsiteY4944" fmla="*/ 3472530 h 5450835"/>
              <a:gd name="connsiteX4945" fmla="*/ 10191093 w 10450132"/>
              <a:gd name="connsiteY4945" fmla="*/ 3472990 h 5450835"/>
              <a:gd name="connsiteX4946" fmla="*/ 10195626 w 10450132"/>
              <a:gd name="connsiteY4946" fmla="*/ 3480871 h 5450835"/>
              <a:gd name="connsiteX4947" fmla="*/ 10195626 w 10450132"/>
              <a:gd name="connsiteY4947" fmla="*/ 3481725 h 5450835"/>
              <a:gd name="connsiteX4948" fmla="*/ 10191093 w 10450132"/>
              <a:gd name="connsiteY4948" fmla="*/ 3489606 h 5450835"/>
              <a:gd name="connsiteX4949" fmla="*/ 10190305 w 10450132"/>
              <a:gd name="connsiteY4949" fmla="*/ 3490066 h 5450835"/>
              <a:gd name="connsiteX4950" fmla="*/ 10181242 w 10450132"/>
              <a:gd name="connsiteY4950" fmla="*/ 3490066 h 5450835"/>
              <a:gd name="connsiteX4951" fmla="*/ 10180453 w 10450132"/>
              <a:gd name="connsiteY4951" fmla="*/ 3489606 h 5450835"/>
              <a:gd name="connsiteX4952" fmla="*/ 10175922 w 10450132"/>
              <a:gd name="connsiteY4952" fmla="*/ 3481725 h 5450835"/>
              <a:gd name="connsiteX4953" fmla="*/ 10175922 w 10450132"/>
              <a:gd name="connsiteY4953" fmla="*/ 3480871 h 5450835"/>
              <a:gd name="connsiteX4954" fmla="*/ 10180453 w 10450132"/>
              <a:gd name="connsiteY4954" fmla="*/ 3472990 h 5450835"/>
              <a:gd name="connsiteX4955" fmla="*/ 10181242 w 10450132"/>
              <a:gd name="connsiteY4955" fmla="*/ 3472530 h 5450835"/>
              <a:gd name="connsiteX4956" fmla="*/ 9926861 w 10450132"/>
              <a:gd name="connsiteY4956" fmla="*/ 3472530 h 5450835"/>
              <a:gd name="connsiteX4957" fmla="*/ 9935924 w 10450132"/>
              <a:gd name="connsiteY4957" fmla="*/ 3472530 h 5450835"/>
              <a:gd name="connsiteX4958" fmla="*/ 9936713 w 10450132"/>
              <a:gd name="connsiteY4958" fmla="*/ 3472990 h 5450835"/>
              <a:gd name="connsiteX4959" fmla="*/ 9941246 w 10450132"/>
              <a:gd name="connsiteY4959" fmla="*/ 3480871 h 5450835"/>
              <a:gd name="connsiteX4960" fmla="*/ 9941246 w 10450132"/>
              <a:gd name="connsiteY4960" fmla="*/ 3481725 h 5450835"/>
              <a:gd name="connsiteX4961" fmla="*/ 9936713 w 10450132"/>
              <a:gd name="connsiteY4961" fmla="*/ 3489606 h 5450835"/>
              <a:gd name="connsiteX4962" fmla="*/ 9935924 w 10450132"/>
              <a:gd name="connsiteY4962" fmla="*/ 3490066 h 5450835"/>
              <a:gd name="connsiteX4963" fmla="*/ 9926861 w 10450132"/>
              <a:gd name="connsiteY4963" fmla="*/ 3490066 h 5450835"/>
              <a:gd name="connsiteX4964" fmla="*/ 9926073 w 10450132"/>
              <a:gd name="connsiteY4964" fmla="*/ 3489606 h 5450835"/>
              <a:gd name="connsiteX4965" fmla="*/ 9921541 w 10450132"/>
              <a:gd name="connsiteY4965" fmla="*/ 3481725 h 5450835"/>
              <a:gd name="connsiteX4966" fmla="*/ 9921541 w 10450132"/>
              <a:gd name="connsiteY4966" fmla="*/ 3480871 h 5450835"/>
              <a:gd name="connsiteX4967" fmla="*/ 9926073 w 10450132"/>
              <a:gd name="connsiteY4967" fmla="*/ 3472990 h 5450835"/>
              <a:gd name="connsiteX4968" fmla="*/ 9926861 w 10450132"/>
              <a:gd name="connsiteY4968" fmla="*/ 3472530 h 5450835"/>
              <a:gd name="connsiteX4969" fmla="*/ 9672481 w 10450132"/>
              <a:gd name="connsiteY4969" fmla="*/ 3472530 h 5450835"/>
              <a:gd name="connsiteX4970" fmla="*/ 9681545 w 10450132"/>
              <a:gd name="connsiteY4970" fmla="*/ 3472530 h 5450835"/>
              <a:gd name="connsiteX4971" fmla="*/ 9682333 w 10450132"/>
              <a:gd name="connsiteY4971" fmla="*/ 3472990 h 5450835"/>
              <a:gd name="connsiteX4972" fmla="*/ 9686865 w 10450132"/>
              <a:gd name="connsiteY4972" fmla="*/ 3480871 h 5450835"/>
              <a:gd name="connsiteX4973" fmla="*/ 9686865 w 10450132"/>
              <a:gd name="connsiteY4973" fmla="*/ 3481725 h 5450835"/>
              <a:gd name="connsiteX4974" fmla="*/ 9682333 w 10450132"/>
              <a:gd name="connsiteY4974" fmla="*/ 3489606 h 5450835"/>
              <a:gd name="connsiteX4975" fmla="*/ 9681545 w 10450132"/>
              <a:gd name="connsiteY4975" fmla="*/ 3490066 h 5450835"/>
              <a:gd name="connsiteX4976" fmla="*/ 9672481 w 10450132"/>
              <a:gd name="connsiteY4976" fmla="*/ 3490066 h 5450835"/>
              <a:gd name="connsiteX4977" fmla="*/ 9671693 w 10450132"/>
              <a:gd name="connsiteY4977" fmla="*/ 3489606 h 5450835"/>
              <a:gd name="connsiteX4978" fmla="*/ 9667160 w 10450132"/>
              <a:gd name="connsiteY4978" fmla="*/ 3481725 h 5450835"/>
              <a:gd name="connsiteX4979" fmla="*/ 9667160 w 10450132"/>
              <a:gd name="connsiteY4979" fmla="*/ 3480871 h 5450835"/>
              <a:gd name="connsiteX4980" fmla="*/ 9671693 w 10450132"/>
              <a:gd name="connsiteY4980" fmla="*/ 3472990 h 5450835"/>
              <a:gd name="connsiteX4981" fmla="*/ 9672481 w 10450132"/>
              <a:gd name="connsiteY4981" fmla="*/ 3472530 h 5450835"/>
              <a:gd name="connsiteX4982" fmla="*/ 9418035 w 10450132"/>
              <a:gd name="connsiteY4982" fmla="*/ 3472530 h 5450835"/>
              <a:gd name="connsiteX4983" fmla="*/ 9427099 w 10450132"/>
              <a:gd name="connsiteY4983" fmla="*/ 3472530 h 5450835"/>
              <a:gd name="connsiteX4984" fmla="*/ 9427887 w 10450132"/>
              <a:gd name="connsiteY4984" fmla="*/ 3472990 h 5450835"/>
              <a:gd name="connsiteX4985" fmla="*/ 9432419 w 10450132"/>
              <a:gd name="connsiteY4985" fmla="*/ 3480871 h 5450835"/>
              <a:gd name="connsiteX4986" fmla="*/ 9432419 w 10450132"/>
              <a:gd name="connsiteY4986" fmla="*/ 3481725 h 5450835"/>
              <a:gd name="connsiteX4987" fmla="*/ 9427887 w 10450132"/>
              <a:gd name="connsiteY4987" fmla="*/ 3489606 h 5450835"/>
              <a:gd name="connsiteX4988" fmla="*/ 9427099 w 10450132"/>
              <a:gd name="connsiteY4988" fmla="*/ 3490066 h 5450835"/>
              <a:gd name="connsiteX4989" fmla="*/ 9418035 w 10450132"/>
              <a:gd name="connsiteY4989" fmla="*/ 3490066 h 5450835"/>
              <a:gd name="connsiteX4990" fmla="*/ 9417247 w 10450132"/>
              <a:gd name="connsiteY4990" fmla="*/ 3489606 h 5450835"/>
              <a:gd name="connsiteX4991" fmla="*/ 9412714 w 10450132"/>
              <a:gd name="connsiteY4991" fmla="*/ 3481725 h 5450835"/>
              <a:gd name="connsiteX4992" fmla="*/ 9412714 w 10450132"/>
              <a:gd name="connsiteY4992" fmla="*/ 3480871 h 5450835"/>
              <a:gd name="connsiteX4993" fmla="*/ 9417247 w 10450132"/>
              <a:gd name="connsiteY4993" fmla="*/ 3472990 h 5450835"/>
              <a:gd name="connsiteX4994" fmla="*/ 9418035 w 10450132"/>
              <a:gd name="connsiteY4994" fmla="*/ 3472530 h 5450835"/>
              <a:gd name="connsiteX4995" fmla="*/ 9163654 w 10450132"/>
              <a:gd name="connsiteY4995" fmla="*/ 3472530 h 5450835"/>
              <a:gd name="connsiteX4996" fmla="*/ 9172718 w 10450132"/>
              <a:gd name="connsiteY4996" fmla="*/ 3472530 h 5450835"/>
              <a:gd name="connsiteX4997" fmla="*/ 9173506 w 10450132"/>
              <a:gd name="connsiteY4997" fmla="*/ 3472990 h 5450835"/>
              <a:gd name="connsiteX4998" fmla="*/ 9178038 w 10450132"/>
              <a:gd name="connsiteY4998" fmla="*/ 3480871 h 5450835"/>
              <a:gd name="connsiteX4999" fmla="*/ 9178038 w 10450132"/>
              <a:gd name="connsiteY4999" fmla="*/ 3481725 h 5450835"/>
              <a:gd name="connsiteX5000" fmla="*/ 9173506 w 10450132"/>
              <a:gd name="connsiteY5000" fmla="*/ 3489606 h 5450835"/>
              <a:gd name="connsiteX5001" fmla="*/ 9172718 w 10450132"/>
              <a:gd name="connsiteY5001" fmla="*/ 3490066 h 5450835"/>
              <a:gd name="connsiteX5002" fmla="*/ 9163654 w 10450132"/>
              <a:gd name="connsiteY5002" fmla="*/ 3490066 h 5450835"/>
              <a:gd name="connsiteX5003" fmla="*/ 9162866 w 10450132"/>
              <a:gd name="connsiteY5003" fmla="*/ 3489606 h 5450835"/>
              <a:gd name="connsiteX5004" fmla="*/ 9158333 w 10450132"/>
              <a:gd name="connsiteY5004" fmla="*/ 3481725 h 5450835"/>
              <a:gd name="connsiteX5005" fmla="*/ 9158333 w 10450132"/>
              <a:gd name="connsiteY5005" fmla="*/ 3480871 h 5450835"/>
              <a:gd name="connsiteX5006" fmla="*/ 9162866 w 10450132"/>
              <a:gd name="connsiteY5006" fmla="*/ 3472990 h 5450835"/>
              <a:gd name="connsiteX5007" fmla="*/ 9163654 w 10450132"/>
              <a:gd name="connsiteY5007" fmla="*/ 3472530 h 5450835"/>
              <a:gd name="connsiteX5008" fmla="*/ 8909274 w 10450132"/>
              <a:gd name="connsiteY5008" fmla="*/ 3472530 h 5450835"/>
              <a:gd name="connsiteX5009" fmla="*/ 8918336 w 10450132"/>
              <a:gd name="connsiteY5009" fmla="*/ 3472530 h 5450835"/>
              <a:gd name="connsiteX5010" fmla="*/ 8919125 w 10450132"/>
              <a:gd name="connsiteY5010" fmla="*/ 3472990 h 5450835"/>
              <a:gd name="connsiteX5011" fmla="*/ 8923657 w 10450132"/>
              <a:gd name="connsiteY5011" fmla="*/ 3480871 h 5450835"/>
              <a:gd name="connsiteX5012" fmla="*/ 8923657 w 10450132"/>
              <a:gd name="connsiteY5012" fmla="*/ 3481725 h 5450835"/>
              <a:gd name="connsiteX5013" fmla="*/ 8919125 w 10450132"/>
              <a:gd name="connsiteY5013" fmla="*/ 3489606 h 5450835"/>
              <a:gd name="connsiteX5014" fmla="*/ 8918336 w 10450132"/>
              <a:gd name="connsiteY5014" fmla="*/ 3490066 h 5450835"/>
              <a:gd name="connsiteX5015" fmla="*/ 8909274 w 10450132"/>
              <a:gd name="connsiteY5015" fmla="*/ 3490066 h 5450835"/>
              <a:gd name="connsiteX5016" fmla="*/ 8908484 w 10450132"/>
              <a:gd name="connsiteY5016" fmla="*/ 3489606 h 5450835"/>
              <a:gd name="connsiteX5017" fmla="*/ 8903953 w 10450132"/>
              <a:gd name="connsiteY5017" fmla="*/ 3481725 h 5450835"/>
              <a:gd name="connsiteX5018" fmla="*/ 8903953 w 10450132"/>
              <a:gd name="connsiteY5018" fmla="*/ 3480871 h 5450835"/>
              <a:gd name="connsiteX5019" fmla="*/ 8908484 w 10450132"/>
              <a:gd name="connsiteY5019" fmla="*/ 3472990 h 5450835"/>
              <a:gd name="connsiteX5020" fmla="*/ 8909274 w 10450132"/>
              <a:gd name="connsiteY5020" fmla="*/ 3472530 h 5450835"/>
              <a:gd name="connsiteX5021" fmla="*/ 8654892 w 10450132"/>
              <a:gd name="connsiteY5021" fmla="*/ 3472530 h 5450835"/>
              <a:gd name="connsiteX5022" fmla="*/ 8663955 w 10450132"/>
              <a:gd name="connsiteY5022" fmla="*/ 3472530 h 5450835"/>
              <a:gd name="connsiteX5023" fmla="*/ 8664744 w 10450132"/>
              <a:gd name="connsiteY5023" fmla="*/ 3472990 h 5450835"/>
              <a:gd name="connsiteX5024" fmla="*/ 8669277 w 10450132"/>
              <a:gd name="connsiteY5024" fmla="*/ 3480871 h 5450835"/>
              <a:gd name="connsiteX5025" fmla="*/ 8669277 w 10450132"/>
              <a:gd name="connsiteY5025" fmla="*/ 3481725 h 5450835"/>
              <a:gd name="connsiteX5026" fmla="*/ 8664744 w 10450132"/>
              <a:gd name="connsiteY5026" fmla="*/ 3489606 h 5450835"/>
              <a:gd name="connsiteX5027" fmla="*/ 8663955 w 10450132"/>
              <a:gd name="connsiteY5027" fmla="*/ 3490066 h 5450835"/>
              <a:gd name="connsiteX5028" fmla="*/ 8654892 w 10450132"/>
              <a:gd name="connsiteY5028" fmla="*/ 3490066 h 5450835"/>
              <a:gd name="connsiteX5029" fmla="*/ 8654104 w 10450132"/>
              <a:gd name="connsiteY5029" fmla="*/ 3489606 h 5450835"/>
              <a:gd name="connsiteX5030" fmla="*/ 8649572 w 10450132"/>
              <a:gd name="connsiteY5030" fmla="*/ 3481725 h 5450835"/>
              <a:gd name="connsiteX5031" fmla="*/ 8649572 w 10450132"/>
              <a:gd name="connsiteY5031" fmla="*/ 3480871 h 5450835"/>
              <a:gd name="connsiteX5032" fmla="*/ 8654104 w 10450132"/>
              <a:gd name="connsiteY5032" fmla="*/ 3472990 h 5450835"/>
              <a:gd name="connsiteX5033" fmla="*/ 8654892 w 10450132"/>
              <a:gd name="connsiteY5033" fmla="*/ 3472530 h 5450835"/>
              <a:gd name="connsiteX5034" fmla="*/ 8400511 w 10450132"/>
              <a:gd name="connsiteY5034" fmla="*/ 3472530 h 5450835"/>
              <a:gd name="connsiteX5035" fmla="*/ 8409575 w 10450132"/>
              <a:gd name="connsiteY5035" fmla="*/ 3472530 h 5450835"/>
              <a:gd name="connsiteX5036" fmla="*/ 8410363 w 10450132"/>
              <a:gd name="connsiteY5036" fmla="*/ 3472990 h 5450835"/>
              <a:gd name="connsiteX5037" fmla="*/ 8414896 w 10450132"/>
              <a:gd name="connsiteY5037" fmla="*/ 3480871 h 5450835"/>
              <a:gd name="connsiteX5038" fmla="*/ 8414896 w 10450132"/>
              <a:gd name="connsiteY5038" fmla="*/ 3481725 h 5450835"/>
              <a:gd name="connsiteX5039" fmla="*/ 8410363 w 10450132"/>
              <a:gd name="connsiteY5039" fmla="*/ 3489606 h 5450835"/>
              <a:gd name="connsiteX5040" fmla="*/ 8409575 w 10450132"/>
              <a:gd name="connsiteY5040" fmla="*/ 3490066 h 5450835"/>
              <a:gd name="connsiteX5041" fmla="*/ 8400511 w 10450132"/>
              <a:gd name="connsiteY5041" fmla="*/ 3490066 h 5450835"/>
              <a:gd name="connsiteX5042" fmla="*/ 8399723 w 10450132"/>
              <a:gd name="connsiteY5042" fmla="*/ 3489606 h 5450835"/>
              <a:gd name="connsiteX5043" fmla="*/ 8395191 w 10450132"/>
              <a:gd name="connsiteY5043" fmla="*/ 3481725 h 5450835"/>
              <a:gd name="connsiteX5044" fmla="*/ 8395191 w 10450132"/>
              <a:gd name="connsiteY5044" fmla="*/ 3480871 h 5450835"/>
              <a:gd name="connsiteX5045" fmla="*/ 8399723 w 10450132"/>
              <a:gd name="connsiteY5045" fmla="*/ 3472990 h 5450835"/>
              <a:gd name="connsiteX5046" fmla="*/ 8400511 w 10450132"/>
              <a:gd name="connsiteY5046" fmla="*/ 3472530 h 5450835"/>
              <a:gd name="connsiteX5047" fmla="*/ 8146065 w 10450132"/>
              <a:gd name="connsiteY5047" fmla="*/ 3472530 h 5450835"/>
              <a:gd name="connsiteX5048" fmla="*/ 8155129 w 10450132"/>
              <a:gd name="connsiteY5048" fmla="*/ 3472530 h 5450835"/>
              <a:gd name="connsiteX5049" fmla="*/ 8155917 w 10450132"/>
              <a:gd name="connsiteY5049" fmla="*/ 3472990 h 5450835"/>
              <a:gd name="connsiteX5050" fmla="*/ 8160449 w 10450132"/>
              <a:gd name="connsiteY5050" fmla="*/ 3480871 h 5450835"/>
              <a:gd name="connsiteX5051" fmla="*/ 8160449 w 10450132"/>
              <a:gd name="connsiteY5051" fmla="*/ 3481725 h 5450835"/>
              <a:gd name="connsiteX5052" fmla="*/ 8155917 w 10450132"/>
              <a:gd name="connsiteY5052" fmla="*/ 3489606 h 5450835"/>
              <a:gd name="connsiteX5053" fmla="*/ 8155129 w 10450132"/>
              <a:gd name="connsiteY5053" fmla="*/ 3490066 h 5450835"/>
              <a:gd name="connsiteX5054" fmla="*/ 8146065 w 10450132"/>
              <a:gd name="connsiteY5054" fmla="*/ 3490066 h 5450835"/>
              <a:gd name="connsiteX5055" fmla="*/ 8145277 w 10450132"/>
              <a:gd name="connsiteY5055" fmla="*/ 3489606 h 5450835"/>
              <a:gd name="connsiteX5056" fmla="*/ 8140745 w 10450132"/>
              <a:gd name="connsiteY5056" fmla="*/ 3481725 h 5450835"/>
              <a:gd name="connsiteX5057" fmla="*/ 8140745 w 10450132"/>
              <a:gd name="connsiteY5057" fmla="*/ 3480871 h 5450835"/>
              <a:gd name="connsiteX5058" fmla="*/ 8145277 w 10450132"/>
              <a:gd name="connsiteY5058" fmla="*/ 3472990 h 5450835"/>
              <a:gd name="connsiteX5059" fmla="*/ 8146065 w 10450132"/>
              <a:gd name="connsiteY5059" fmla="*/ 3472530 h 5450835"/>
              <a:gd name="connsiteX5060" fmla="*/ 7891684 w 10450132"/>
              <a:gd name="connsiteY5060" fmla="*/ 3472530 h 5450835"/>
              <a:gd name="connsiteX5061" fmla="*/ 7900748 w 10450132"/>
              <a:gd name="connsiteY5061" fmla="*/ 3472530 h 5450835"/>
              <a:gd name="connsiteX5062" fmla="*/ 7901536 w 10450132"/>
              <a:gd name="connsiteY5062" fmla="*/ 3472990 h 5450835"/>
              <a:gd name="connsiteX5063" fmla="*/ 7906067 w 10450132"/>
              <a:gd name="connsiteY5063" fmla="*/ 3480871 h 5450835"/>
              <a:gd name="connsiteX5064" fmla="*/ 7906067 w 10450132"/>
              <a:gd name="connsiteY5064" fmla="*/ 3481725 h 5450835"/>
              <a:gd name="connsiteX5065" fmla="*/ 7901536 w 10450132"/>
              <a:gd name="connsiteY5065" fmla="*/ 3489606 h 5450835"/>
              <a:gd name="connsiteX5066" fmla="*/ 7900748 w 10450132"/>
              <a:gd name="connsiteY5066" fmla="*/ 3490066 h 5450835"/>
              <a:gd name="connsiteX5067" fmla="*/ 7891684 w 10450132"/>
              <a:gd name="connsiteY5067" fmla="*/ 3490066 h 5450835"/>
              <a:gd name="connsiteX5068" fmla="*/ 7890896 w 10450132"/>
              <a:gd name="connsiteY5068" fmla="*/ 3489606 h 5450835"/>
              <a:gd name="connsiteX5069" fmla="*/ 7886363 w 10450132"/>
              <a:gd name="connsiteY5069" fmla="*/ 3481725 h 5450835"/>
              <a:gd name="connsiteX5070" fmla="*/ 7886363 w 10450132"/>
              <a:gd name="connsiteY5070" fmla="*/ 3480871 h 5450835"/>
              <a:gd name="connsiteX5071" fmla="*/ 7890896 w 10450132"/>
              <a:gd name="connsiteY5071" fmla="*/ 3472990 h 5450835"/>
              <a:gd name="connsiteX5072" fmla="*/ 7891684 w 10450132"/>
              <a:gd name="connsiteY5072" fmla="*/ 3472530 h 5450835"/>
              <a:gd name="connsiteX5073" fmla="*/ 7637304 w 10450132"/>
              <a:gd name="connsiteY5073" fmla="*/ 3472530 h 5450835"/>
              <a:gd name="connsiteX5074" fmla="*/ 7646367 w 10450132"/>
              <a:gd name="connsiteY5074" fmla="*/ 3472530 h 5450835"/>
              <a:gd name="connsiteX5075" fmla="*/ 7647156 w 10450132"/>
              <a:gd name="connsiteY5075" fmla="*/ 3472990 h 5450835"/>
              <a:gd name="connsiteX5076" fmla="*/ 7651687 w 10450132"/>
              <a:gd name="connsiteY5076" fmla="*/ 3480871 h 5450835"/>
              <a:gd name="connsiteX5077" fmla="*/ 7651687 w 10450132"/>
              <a:gd name="connsiteY5077" fmla="*/ 3481725 h 5450835"/>
              <a:gd name="connsiteX5078" fmla="*/ 7647156 w 10450132"/>
              <a:gd name="connsiteY5078" fmla="*/ 3489606 h 5450835"/>
              <a:gd name="connsiteX5079" fmla="*/ 7646367 w 10450132"/>
              <a:gd name="connsiteY5079" fmla="*/ 3490066 h 5450835"/>
              <a:gd name="connsiteX5080" fmla="*/ 7637304 w 10450132"/>
              <a:gd name="connsiteY5080" fmla="*/ 3490066 h 5450835"/>
              <a:gd name="connsiteX5081" fmla="*/ 7636516 w 10450132"/>
              <a:gd name="connsiteY5081" fmla="*/ 3489606 h 5450835"/>
              <a:gd name="connsiteX5082" fmla="*/ 7631983 w 10450132"/>
              <a:gd name="connsiteY5082" fmla="*/ 3481725 h 5450835"/>
              <a:gd name="connsiteX5083" fmla="*/ 7631983 w 10450132"/>
              <a:gd name="connsiteY5083" fmla="*/ 3480871 h 5450835"/>
              <a:gd name="connsiteX5084" fmla="*/ 7636516 w 10450132"/>
              <a:gd name="connsiteY5084" fmla="*/ 3472990 h 5450835"/>
              <a:gd name="connsiteX5085" fmla="*/ 7637304 w 10450132"/>
              <a:gd name="connsiteY5085" fmla="*/ 3472530 h 5450835"/>
              <a:gd name="connsiteX5086" fmla="*/ 7382923 w 10450132"/>
              <a:gd name="connsiteY5086" fmla="*/ 3472530 h 5450835"/>
              <a:gd name="connsiteX5087" fmla="*/ 7391987 w 10450132"/>
              <a:gd name="connsiteY5087" fmla="*/ 3472530 h 5450835"/>
              <a:gd name="connsiteX5088" fmla="*/ 7392775 w 10450132"/>
              <a:gd name="connsiteY5088" fmla="*/ 3472990 h 5450835"/>
              <a:gd name="connsiteX5089" fmla="*/ 7397307 w 10450132"/>
              <a:gd name="connsiteY5089" fmla="*/ 3480871 h 5450835"/>
              <a:gd name="connsiteX5090" fmla="*/ 7397307 w 10450132"/>
              <a:gd name="connsiteY5090" fmla="*/ 3481725 h 5450835"/>
              <a:gd name="connsiteX5091" fmla="*/ 7392775 w 10450132"/>
              <a:gd name="connsiteY5091" fmla="*/ 3489606 h 5450835"/>
              <a:gd name="connsiteX5092" fmla="*/ 7391987 w 10450132"/>
              <a:gd name="connsiteY5092" fmla="*/ 3490066 h 5450835"/>
              <a:gd name="connsiteX5093" fmla="*/ 7382923 w 10450132"/>
              <a:gd name="connsiteY5093" fmla="*/ 3490066 h 5450835"/>
              <a:gd name="connsiteX5094" fmla="*/ 7382135 w 10450132"/>
              <a:gd name="connsiteY5094" fmla="*/ 3489606 h 5450835"/>
              <a:gd name="connsiteX5095" fmla="*/ 7377602 w 10450132"/>
              <a:gd name="connsiteY5095" fmla="*/ 3481725 h 5450835"/>
              <a:gd name="connsiteX5096" fmla="*/ 7377602 w 10450132"/>
              <a:gd name="connsiteY5096" fmla="*/ 3480871 h 5450835"/>
              <a:gd name="connsiteX5097" fmla="*/ 7382135 w 10450132"/>
              <a:gd name="connsiteY5097" fmla="*/ 3472990 h 5450835"/>
              <a:gd name="connsiteX5098" fmla="*/ 7382923 w 10450132"/>
              <a:gd name="connsiteY5098" fmla="*/ 3472530 h 5450835"/>
              <a:gd name="connsiteX5099" fmla="*/ 7128477 w 10450132"/>
              <a:gd name="connsiteY5099" fmla="*/ 3472530 h 5450835"/>
              <a:gd name="connsiteX5100" fmla="*/ 7137540 w 10450132"/>
              <a:gd name="connsiteY5100" fmla="*/ 3472530 h 5450835"/>
              <a:gd name="connsiteX5101" fmla="*/ 7138328 w 10450132"/>
              <a:gd name="connsiteY5101" fmla="*/ 3472990 h 5450835"/>
              <a:gd name="connsiteX5102" fmla="*/ 7142860 w 10450132"/>
              <a:gd name="connsiteY5102" fmla="*/ 3480871 h 5450835"/>
              <a:gd name="connsiteX5103" fmla="*/ 7142860 w 10450132"/>
              <a:gd name="connsiteY5103" fmla="*/ 3481725 h 5450835"/>
              <a:gd name="connsiteX5104" fmla="*/ 7138328 w 10450132"/>
              <a:gd name="connsiteY5104" fmla="*/ 3489606 h 5450835"/>
              <a:gd name="connsiteX5105" fmla="*/ 7137540 w 10450132"/>
              <a:gd name="connsiteY5105" fmla="*/ 3490066 h 5450835"/>
              <a:gd name="connsiteX5106" fmla="*/ 7128477 w 10450132"/>
              <a:gd name="connsiteY5106" fmla="*/ 3490066 h 5450835"/>
              <a:gd name="connsiteX5107" fmla="*/ 7127689 w 10450132"/>
              <a:gd name="connsiteY5107" fmla="*/ 3489606 h 5450835"/>
              <a:gd name="connsiteX5108" fmla="*/ 7123156 w 10450132"/>
              <a:gd name="connsiteY5108" fmla="*/ 3481725 h 5450835"/>
              <a:gd name="connsiteX5109" fmla="*/ 7123156 w 10450132"/>
              <a:gd name="connsiteY5109" fmla="*/ 3480871 h 5450835"/>
              <a:gd name="connsiteX5110" fmla="*/ 7127689 w 10450132"/>
              <a:gd name="connsiteY5110" fmla="*/ 3472990 h 5450835"/>
              <a:gd name="connsiteX5111" fmla="*/ 7128477 w 10450132"/>
              <a:gd name="connsiteY5111" fmla="*/ 3472530 h 5450835"/>
              <a:gd name="connsiteX5112" fmla="*/ 6874095 w 10450132"/>
              <a:gd name="connsiteY5112" fmla="*/ 3472530 h 5450835"/>
              <a:gd name="connsiteX5113" fmla="*/ 6883159 w 10450132"/>
              <a:gd name="connsiteY5113" fmla="*/ 3472530 h 5450835"/>
              <a:gd name="connsiteX5114" fmla="*/ 6883947 w 10450132"/>
              <a:gd name="connsiteY5114" fmla="*/ 3472990 h 5450835"/>
              <a:gd name="connsiteX5115" fmla="*/ 6888480 w 10450132"/>
              <a:gd name="connsiteY5115" fmla="*/ 3480871 h 5450835"/>
              <a:gd name="connsiteX5116" fmla="*/ 6888480 w 10450132"/>
              <a:gd name="connsiteY5116" fmla="*/ 3481725 h 5450835"/>
              <a:gd name="connsiteX5117" fmla="*/ 6883947 w 10450132"/>
              <a:gd name="connsiteY5117" fmla="*/ 3489606 h 5450835"/>
              <a:gd name="connsiteX5118" fmla="*/ 6883159 w 10450132"/>
              <a:gd name="connsiteY5118" fmla="*/ 3490066 h 5450835"/>
              <a:gd name="connsiteX5119" fmla="*/ 6874095 w 10450132"/>
              <a:gd name="connsiteY5119" fmla="*/ 3490066 h 5450835"/>
              <a:gd name="connsiteX5120" fmla="*/ 6873307 w 10450132"/>
              <a:gd name="connsiteY5120" fmla="*/ 3489606 h 5450835"/>
              <a:gd name="connsiteX5121" fmla="*/ 6868775 w 10450132"/>
              <a:gd name="connsiteY5121" fmla="*/ 3481725 h 5450835"/>
              <a:gd name="connsiteX5122" fmla="*/ 6868775 w 10450132"/>
              <a:gd name="connsiteY5122" fmla="*/ 3480871 h 5450835"/>
              <a:gd name="connsiteX5123" fmla="*/ 6873307 w 10450132"/>
              <a:gd name="connsiteY5123" fmla="*/ 3472990 h 5450835"/>
              <a:gd name="connsiteX5124" fmla="*/ 6874095 w 10450132"/>
              <a:gd name="connsiteY5124" fmla="*/ 3472530 h 5450835"/>
              <a:gd name="connsiteX5125" fmla="*/ 6619714 w 10450132"/>
              <a:gd name="connsiteY5125" fmla="*/ 3472530 h 5450835"/>
              <a:gd name="connsiteX5126" fmla="*/ 6628778 w 10450132"/>
              <a:gd name="connsiteY5126" fmla="*/ 3472530 h 5450835"/>
              <a:gd name="connsiteX5127" fmla="*/ 6629566 w 10450132"/>
              <a:gd name="connsiteY5127" fmla="*/ 3472990 h 5450835"/>
              <a:gd name="connsiteX5128" fmla="*/ 6634099 w 10450132"/>
              <a:gd name="connsiteY5128" fmla="*/ 3480871 h 5450835"/>
              <a:gd name="connsiteX5129" fmla="*/ 6634099 w 10450132"/>
              <a:gd name="connsiteY5129" fmla="*/ 3481725 h 5450835"/>
              <a:gd name="connsiteX5130" fmla="*/ 6629566 w 10450132"/>
              <a:gd name="connsiteY5130" fmla="*/ 3489606 h 5450835"/>
              <a:gd name="connsiteX5131" fmla="*/ 6628778 w 10450132"/>
              <a:gd name="connsiteY5131" fmla="*/ 3490066 h 5450835"/>
              <a:gd name="connsiteX5132" fmla="*/ 6619714 w 10450132"/>
              <a:gd name="connsiteY5132" fmla="*/ 3490066 h 5450835"/>
              <a:gd name="connsiteX5133" fmla="*/ 6618926 w 10450132"/>
              <a:gd name="connsiteY5133" fmla="*/ 3489606 h 5450835"/>
              <a:gd name="connsiteX5134" fmla="*/ 6614394 w 10450132"/>
              <a:gd name="connsiteY5134" fmla="*/ 3481725 h 5450835"/>
              <a:gd name="connsiteX5135" fmla="*/ 6614394 w 10450132"/>
              <a:gd name="connsiteY5135" fmla="*/ 3480871 h 5450835"/>
              <a:gd name="connsiteX5136" fmla="*/ 6618926 w 10450132"/>
              <a:gd name="connsiteY5136" fmla="*/ 3472990 h 5450835"/>
              <a:gd name="connsiteX5137" fmla="*/ 6619714 w 10450132"/>
              <a:gd name="connsiteY5137" fmla="*/ 3472530 h 5450835"/>
              <a:gd name="connsiteX5138" fmla="*/ 6365334 w 10450132"/>
              <a:gd name="connsiteY5138" fmla="*/ 3472530 h 5450835"/>
              <a:gd name="connsiteX5139" fmla="*/ 6374397 w 10450132"/>
              <a:gd name="connsiteY5139" fmla="*/ 3472530 h 5450835"/>
              <a:gd name="connsiteX5140" fmla="*/ 6375186 w 10450132"/>
              <a:gd name="connsiteY5140" fmla="*/ 3472990 h 5450835"/>
              <a:gd name="connsiteX5141" fmla="*/ 6379718 w 10450132"/>
              <a:gd name="connsiteY5141" fmla="*/ 3480871 h 5450835"/>
              <a:gd name="connsiteX5142" fmla="*/ 6379718 w 10450132"/>
              <a:gd name="connsiteY5142" fmla="*/ 3481725 h 5450835"/>
              <a:gd name="connsiteX5143" fmla="*/ 6375186 w 10450132"/>
              <a:gd name="connsiteY5143" fmla="*/ 3489606 h 5450835"/>
              <a:gd name="connsiteX5144" fmla="*/ 6374397 w 10450132"/>
              <a:gd name="connsiteY5144" fmla="*/ 3490066 h 5450835"/>
              <a:gd name="connsiteX5145" fmla="*/ 6365334 w 10450132"/>
              <a:gd name="connsiteY5145" fmla="*/ 3490066 h 5450835"/>
              <a:gd name="connsiteX5146" fmla="*/ 6364546 w 10450132"/>
              <a:gd name="connsiteY5146" fmla="*/ 3489606 h 5450835"/>
              <a:gd name="connsiteX5147" fmla="*/ 6360014 w 10450132"/>
              <a:gd name="connsiteY5147" fmla="*/ 3481725 h 5450835"/>
              <a:gd name="connsiteX5148" fmla="*/ 6360014 w 10450132"/>
              <a:gd name="connsiteY5148" fmla="*/ 3480871 h 5450835"/>
              <a:gd name="connsiteX5149" fmla="*/ 6364546 w 10450132"/>
              <a:gd name="connsiteY5149" fmla="*/ 3472990 h 5450835"/>
              <a:gd name="connsiteX5150" fmla="*/ 6365334 w 10450132"/>
              <a:gd name="connsiteY5150" fmla="*/ 3472530 h 5450835"/>
              <a:gd name="connsiteX5151" fmla="*/ 6110888 w 10450132"/>
              <a:gd name="connsiteY5151" fmla="*/ 3472530 h 5450835"/>
              <a:gd name="connsiteX5152" fmla="*/ 6119953 w 10450132"/>
              <a:gd name="connsiteY5152" fmla="*/ 3472530 h 5450835"/>
              <a:gd name="connsiteX5153" fmla="*/ 6120740 w 10450132"/>
              <a:gd name="connsiteY5153" fmla="*/ 3472990 h 5450835"/>
              <a:gd name="connsiteX5154" fmla="*/ 6125272 w 10450132"/>
              <a:gd name="connsiteY5154" fmla="*/ 3480871 h 5450835"/>
              <a:gd name="connsiteX5155" fmla="*/ 6125272 w 10450132"/>
              <a:gd name="connsiteY5155" fmla="*/ 3481725 h 5450835"/>
              <a:gd name="connsiteX5156" fmla="*/ 6120740 w 10450132"/>
              <a:gd name="connsiteY5156" fmla="*/ 3489606 h 5450835"/>
              <a:gd name="connsiteX5157" fmla="*/ 6119953 w 10450132"/>
              <a:gd name="connsiteY5157" fmla="*/ 3490066 h 5450835"/>
              <a:gd name="connsiteX5158" fmla="*/ 6110888 w 10450132"/>
              <a:gd name="connsiteY5158" fmla="*/ 3490066 h 5450835"/>
              <a:gd name="connsiteX5159" fmla="*/ 6110101 w 10450132"/>
              <a:gd name="connsiteY5159" fmla="*/ 3489606 h 5450835"/>
              <a:gd name="connsiteX5160" fmla="*/ 6105567 w 10450132"/>
              <a:gd name="connsiteY5160" fmla="*/ 3481725 h 5450835"/>
              <a:gd name="connsiteX5161" fmla="*/ 6105567 w 10450132"/>
              <a:gd name="connsiteY5161" fmla="*/ 3480871 h 5450835"/>
              <a:gd name="connsiteX5162" fmla="*/ 6110101 w 10450132"/>
              <a:gd name="connsiteY5162" fmla="*/ 3472990 h 5450835"/>
              <a:gd name="connsiteX5163" fmla="*/ 6110888 w 10450132"/>
              <a:gd name="connsiteY5163" fmla="*/ 3472530 h 5450835"/>
              <a:gd name="connsiteX5164" fmla="*/ 5856508 w 10450132"/>
              <a:gd name="connsiteY5164" fmla="*/ 3472530 h 5450835"/>
              <a:gd name="connsiteX5165" fmla="*/ 5865571 w 10450132"/>
              <a:gd name="connsiteY5165" fmla="*/ 3472530 h 5450835"/>
              <a:gd name="connsiteX5166" fmla="*/ 5866359 w 10450132"/>
              <a:gd name="connsiteY5166" fmla="*/ 3472990 h 5450835"/>
              <a:gd name="connsiteX5167" fmla="*/ 5870891 w 10450132"/>
              <a:gd name="connsiteY5167" fmla="*/ 3480871 h 5450835"/>
              <a:gd name="connsiteX5168" fmla="*/ 5870891 w 10450132"/>
              <a:gd name="connsiteY5168" fmla="*/ 3481725 h 5450835"/>
              <a:gd name="connsiteX5169" fmla="*/ 5866359 w 10450132"/>
              <a:gd name="connsiteY5169" fmla="*/ 3489606 h 5450835"/>
              <a:gd name="connsiteX5170" fmla="*/ 5865571 w 10450132"/>
              <a:gd name="connsiteY5170" fmla="*/ 3490066 h 5450835"/>
              <a:gd name="connsiteX5171" fmla="*/ 5856508 w 10450132"/>
              <a:gd name="connsiteY5171" fmla="*/ 3490066 h 5450835"/>
              <a:gd name="connsiteX5172" fmla="*/ 5855720 w 10450132"/>
              <a:gd name="connsiteY5172" fmla="*/ 3489606 h 5450835"/>
              <a:gd name="connsiteX5173" fmla="*/ 5851187 w 10450132"/>
              <a:gd name="connsiteY5173" fmla="*/ 3481725 h 5450835"/>
              <a:gd name="connsiteX5174" fmla="*/ 5851187 w 10450132"/>
              <a:gd name="connsiteY5174" fmla="*/ 3480871 h 5450835"/>
              <a:gd name="connsiteX5175" fmla="*/ 5855720 w 10450132"/>
              <a:gd name="connsiteY5175" fmla="*/ 3472990 h 5450835"/>
              <a:gd name="connsiteX5176" fmla="*/ 5856508 w 10450132"/>
              <a:gd name="connsiteY5176" fmla="*/ 3472530 h 5450835"/>
              <a:gd name="connsiteX5177" fmla="*/ 5602126 w 10450132"/>
              <a:gd name="connsiteY5177" fmla="*/ 3472530 h 5450835"/>
              <a:gd name="connsiteX5178" fmla="*/ 5611191 w 10450132"/>
              <a:gd name="connsiteY5178" fmla="*/ 3472530 h 5450835"/>
              <a:gd name="connsiteX5179" fmla="*/ 5611979 w 10450132"/>
              <a:gd name="connsiteY5179" fmla="*/ 3472990 h 5450835"/>
              <a:gd name="connsiteX5180" fmla="*/ 5616511 w 10450132"/>
              <a:gd name="connsiteY5180" fmla="*/ 3480871 h 5450835"/>
              <a:gd name="connsiteX5181" fmla="*/ 5616511 w 10450132"/>
              <a:gd name="connsiteY5181" fmla="*/ 3481725 h 5450835"/>
              <a:gd name="connsiteX5182" fmla="*/ 5611979 w 10450132"/>
              <a:gd name="connsiteY5182" fmla="*/ 3489606 h 5450835"/>
              <a:gd name="connsiteX5183" fmla="*/ 5611191 w 10450132"/>
              <a:gd name="connsiteY5183" fmla="*/ 3490066 h 5450835"/>
              <a:gd name="connsiteX5184" fmla="*/ 5602126 w 10450132"/>
              <a:gd name="connsiteY5184" fmla="*/ 3490066 h 5450835"/>
              <a:gd name="connsiteX5185" fmla="*/ 5601338 w 10450132"/>
              <a:gd name="connsiteY5185" fmla="*/ 3489606 h 5450835"/>
              <a:gd name="connsiteX5186" fmla="*/ 5596807 w 10450132"/>
              <a:gd name="connsiteY5186" fmla="*/ 3481725 h 5450835"/>
              <a:gd name="connsiteX5187" fmla="*/ 5596807 w 10450132"/>
              <a:gd name="connsiteY5187" fmla="*/ 3480871 h 5450835"/>
              <a:gd name="connsiteX5188" fmla="*/ 5601338 w 10450132"/>
              <a:gd name="connsiteY5188" fmla="*/ 3472990 h 5450835"/>
              <a:gd name="connsiteX5189" fmla="*/ 5602126 w 10450132"/>
              <a:gd name="connsiteY5189" fmla="*/ 3472530 h 5450835"/>
              <a:gd name="connsiteX5190" fmla="*/ 5347746 w 10450132"/>
              <a:gd name="connsiteY5190" fmla="*/ 3472530 h 5450835"/>
              <a:gd name="connsiteX5191" fmla="*/ 5356810 w 10450132"/>
              <a:gd name="connsiteY5191" fmla="*/ 3472530 h 5450835"/>
              <a:gd name="connsiteX5192" fmla="*/ 5357598 w 10450132"/>
              <a:gd name="connsiteY5192" fmla="*/ 3472990 h 5450835"/>
              <a:gd name="connsiteX5193" fmla="*/ 5362130 w 10450132"/>
              <a:gd name="connsiteY5193" fmla="*/ 3480871 h 5450835"/>
              <a:gd name="connsiteX5194" fmla="*/ 5362130 w 10450132"/>
              <a:gd name="connsiteY5194" fmla="*/ 3481725 h 5450835"/>
              <a:gd name="connsiteX5195" fmla="*/ 5357598 w 10450132"/>
              <a:gd name="connsiteY5195" fmla="*/ 3489606 h 5450835"/>
              <a:gd name="connsiteX5196" fmla="*/ 5356810 w 10450132"/>
              <a:gd name="connsiteY5196" fmla="*/ 3490066 h 5450835"/>
              <a:gd name="connsiteX5197" fmla="*/ 5347746 w 10450132"/>
              <a:gd name="connsiteY5197" fmla="*/ 3490066 h 5450835"/>
              <a:gd name="connsiteX5198" fmla="*/ 5346958 w 10450132"/>
              <a:gd name="connsiteY5198" fmla="*/ 3489606 h 5450835"/>
              <a:gd name="connsiteX5199" fmla="*/ 5342425 w 10450132"/>
              <a:gd name="connsiteY5199" fmla="*/ 3481725 h 5450835"/>
              <a:gd name="connsiteX5200" fmla="*/ 5342425 w 10450132"/>
              <a:gd name="connsiteY5200" fmla="*/ 3480871 h 5450835"/>
              <a:gd name="connsiteX5201" fmla="*/ 5346958 w 10450132"/>
              <a:gd name="connsiteY5201" fmla="*/ 3472990 h 5450835"/>
              <a:gd name="connsiteX5202" fmla="*/ 5347746 w 10450132"/>
              <a:gd name="connsiteY5202" fmla="*/ 3472530 h 5450835"/>
              <a:gd name="connsiteX5203" fmla="*/ 5093300 w 10450132"/>
              <a:gd name="connsiteY5203" fmla="*/ 3472530 h 5450835"/>
              <a:gd name="connsiteX5204" fmla="*/ 5102364 w 10450132"/>
              <a:gd name="connsiteY5204" fmla="*/ 3472530 h 5450835"/>
              <a:gd name="connsiteX5205" fmla="*/ 5103153 w 10450132"/>
              <a:gd name="connsiteY5205" fmla="*/ 3472990 h 5450835"/>
              <a:gd name="connsiteX5206" fmla="*/ 5107684 w 10450132"/>
              <a:gd name="connsiteY5206" fmla="*/ 3480871 h 5450835"/>
              <a:gd name="connsiteX5207" fmla="*/ 5107684 w 10450132"/>
              <a:gd name="connsiteY5207" fmla="*/ 3481725 h 5450835"/>
              <a:gd name="connsiteX5208" fmla="*/ 5103153 w 10450132"/>
              <a:gd name="connsiteY5208" fmla="*/ 3489606 h 5450835"/>
              <a:gd name="connsiteX5209" fmla="*/ 5102364 w 10450132"/>
              <a:gd name="connsiteY5209" fmla="*/ 3490066 h 5450835"/>
              <a:gd name="connsiteX5210" fmla="*/ 5093300 w 10450132"/>
              <a:gd name="connsiteY5210" fmla="*/ 3490066 h 5450835"/>
              <a:gd name="connsiteX5211" fmla="*/ 5092512 w 10450132"/>
              <a:gd name="connsiteY5211" fmla="*/ 3489606 h 5450835"/>
              <a:gd name="connsiteX5212" fmla="*/ 5087979 w 10450132"/>
              <a:gd name="connsiteY5212" fmla="*/ 3481725 h 5450835"/>
              <a:gd name="connsiteX5213" fmla="*/ 5087979 w 10450132"/>
              <a:gd name="connsiteY5213" fmla="*/ 3480871 h 5450835"/>
              <a:gd name="connsiteX5214" fmla="*/ 5092512 w 10450132"/>
              <a:gd name="connsiteY5214" fmla="*/ 3472990 h 5450835"/>
              <a:gd name="connsiteX5215" fmla="*/ 5093300 w 10450132"/>
              <a:gd name="connsiteY5215" fmla="*/ 3472530 h 5450835"/>
              <a:gd name="connsiteX5216" fmla="*/ 4838919 w 10450132"/>
              <a:gd name="connsiteY5216" fmla="*/ 3472530 h 5450835"/>
              <a:gd name="connsiteX5217" fmla="*/ 4847982 w 10450132"/>
              <a:gd name="connsiteY5217" fmla="*/ 3472530 h 5450835"/>
              <a:gd name="connsiteX5218" fmla="*/ 4848772 w 10450132"/>
              <a:gd name="connsiteY5218" fmla="*/ 3472990 h 5450835"/>
              <a:gd name="connsiteX5219" fmla="*/ 4853303 w 10450132"/>
              <a:gd name="connsiteY5219" fmla="*/ 3480871 h 5450835"/>
              <a:gd name="connsiteX5220" fmla="*/ 4853303 w 10450132"/>
              <a:gd name="connsiteY5220" fmla="*/ 3481725 h 5450835"/>
              <a:gd name="connsiteX5221" fmla="*/ 4848772 w 10450132"/>
              <a:gd name="connsiteY5221" fmla="*/ 3489606 h 5450835"/>
              <a:gd name="connsiteX5222" fmla="*/ 4847982 w 10450132"/>
              <a:gd name="connsiteY5222" fmla="*/ 3490066 h 5450835"/>
              <a:gd name="connsiteX5223" fmla="*/ 4838919 w 10450132"/>
              <a:gd name="connsiteY5223" fmla="*/ 3490066 h 5450835"/>
              <a:gd name="connsiteX5224" fmla="*/ 4838132 w 10450132"/>
              <a:gd name="connsiteY5224" fmla="*/ 3489606 h 5450835"/>
              <a:gd name="connsiteX5225" fmla="*/ 4833598 w 10450132"/>
              <a:gd name="connsiteY5225" fmla="*/ 3481725 h 5450835"/>
              <a:gd name="connsiteX5226" fmla="*/ 4833598 w 10450132"/>
              <a:gd name="connsiteY5226" fmla="*/ 3480871 h 5450835"/>
              <a:gd name="connsiteX5227" fmla="*/ 4838132 w 10450132"/>
              <a:gd name="connsiteY5227" fmla="*/ 3472990 h 5450835"/>
              <a:gd name="connsiteX5228" fmla="*/ 4838919 w 10450132"/>
              <a:gd name="connsiteY5228" fmla="*/ 3472530 h 5450835"/>
              <a:gd name="connsiteX5229" fmla="*/ 4584538 w 10450132"/>
              <a:gd name="connsiteY5229" fmla="*/ 3472530 h 5450835"/>
              <a:gd name="connsiteX5230" fmla="*/ 4593603 w 10450132"/>
              <a:gd name="connsiteY5230" fmla="*/ 3472530 h 5450835"/>
              <a:gd name="connsiteX5231" fmla="*/ 4594390 w 10450132"/>
              <a:gd name="connsiteY5231" fmla="*/ 3472990 h 5450835"/>
              <a:gd name="connsiteX5232" fmla="*/ 4598922 w 10450132"/>
              <a:gd name="connsiteY5232" fmla="*/ 3480871 h 5450835"/>
              <a:gd name="connsiteX5233" fmla="*/ 4598922 w 10450132"/>
              <a:gd name="connsiteY5233" fmla="*/ 3481725 h 5450835"/>
              <a:gd name="connsiteX5234" fmla="*/ 4594390 w 10450132"/>
              <a:gd name="connsiteY5234" fmla="*/ 3489606 h 5450835"/>
              <a:gd name="connsiteX5235" fmla="*/ 4593603 w 10450132"/>
              <a:gd name="connsiteY5235" fmla="*/ 3490066 h 5450835"/>
              <a:gd name="connsiteX5236" fmla="*/ 4584538 w 10450132"/>
              <a:gd name="connsiteY5236" fmla="*/ 3490066 h 5450835"/>
              <a:gd name="connsiteX5237" fmla="*/ 4583749 w 10450132"/>
              <a:gd name="connsiteY5237" fmla="*/ 3489606 h 5450835"/>
              <a:gd name="connsiteX5238" fmla="*/ 4579218 w 10450132"/>
              <a:gd name="connsiteY5238" fmla="*/ 3481725 h 5450835"/>
              <a:gd name="connsiteX5239" fmla="*/ 4579218 w 10450132"/>
              <a:gd name="connsiteY5239" fmla="*/ 3480871 h 5450835"/>
              <a:gd name="connsiteX5240" fmla="*/ 4583749 w 10450132"/>
              <a:gd name="connsiteY5240" fmla="*/ 3472990 h 5450835"/>
              <a:gd name="connsiteX5241" fmla="*/ 4584538 w 10450132"/>
              <a:gd name="connsiteY5241" fmla="*/ 3472530 h 5450835"/>
              <a:gd name="connsiteX5242" fmla="*/ 4330157 w 10450132"/>
              <a:gd name="connsiteY5242" fmla="*/ 3472530 h 5450835"/>
              <a:gd name="connsiteX5243" fmla="*/ 4339222 w 10450132"/>
              <a:gd name="connsiteY5243" fmla="*/ 3472530 h 5450835"/>
              <a:gd name="connsiteX5244" fmla="*/ 4340010 w 10450132"/>
              <a:gd name="connsiteY5244" fmla="*/ 3472990 h 5450835"/>
              <a:gd name="connsiteX5245" fmla="*/ 4344540 w 10450132"/>
              <a:gd name="connsiteY5245" fmla="*/ 3480871 h 5450835"/>
              <a:gd name="connsiteX5246" fmla="*/ 4344540 w 10450132"/>
              <a:gd name="connsiteY5246" fmla="*/ 3481725 h 5450835"/>
              <a:gd name="connsiteX5247" fmla="*/ 4340010 w 10450132"/>
              <a:gd name="connsiteY5247" fmla="*/ 3489606 h 5450835"/>
              <a:gd name="connsiteX5248" fmla="*/ 4339222 w 10450132"/>
              <a:gd name="connsiteY5248" fmla="*/ 3490066 h 5450835"/>
              <a:gd name="connsiteX5249" fmla="*/ 4330157 w 10450132"/>
              <a:gd name="connsiteY5249" fmla="*/ 3490066 h 5450835"/>
              <a:gd name="connsiteX5250" fmla="*/ 4329369 w 10450132"/>
              <a:gd name="connsiteY5250" fmla="*/ 3489606 h 5450835"/>
              <a:gd name="connsiteX5251" fmla="*/ 4324836 w 10450132"/>
              <a:gd name="connsiteY5251" fmla="*/ 3481725 h 5450835"/>
              <a:gd name="connsiteX5252" fmla="*/ 4324836 w 10450132"/>
              <a:gd name="connsiteY5252" fmla="*/ 3480871 h 5450835"/>
              <a:gd name="connsiteX5253" fmla="*/ 4329369 w 10450132"/>
              <a:gd name="connsiteY5253" fmla="*/ 3472990 h 5450835"/>
              <a:gd name="connsiteX5254" fmla="*/ 4330157 w 10450132"/>
              <a:gd name="connsiteY5254" fmla="*/ 3472530 h 5450835"/>
              <a:gd name="connsiteX5255" fmla="*/ 4075772 w 10450132"/>
              <a:gd name="connsiteY5255" fmla="*/ 3472530 h 5450835"/>
              <a:gd name="connsiteX5256" fmla="*/ 4084835 w 10450132"/>
              <a:gd name="connsiteY5256" fmla="*/ 3472530 h 5450835"/>
              <a:gd name="connsiteX5257" fmla="*/ 4085622 w 10450132"/>
              <a:gd name="connsiteY5257" fmla="*/ 3472990 h 5450835"/>
              <a:gd name="connsiteX5258" fmla="*/ 4090154 w 10450132"/>
              <a:gd name="connsiteY5258" fmla="*/ 3480871 h 5450835"/>
              <a:gd name="connsiteX5259" fmla="*/ 4090154 w 10450132"/>
              <a:gd name="connsiteY5259" fmla="*/ 3481725 h 5450835"/>
              <a:gd name="connsiteX5260" fmla="*/ 4085622 w 10450132"/>
              <a:gd name="connsiteY5260" fmla="*/ 3489606 h 5450835"/>
              <a:gd name="connsiteX5261" fmla="*/ 4084835 w 10450132"/>
              <a:gd name="connsiteY5261" fmla="*/ 3490066 h 5450835"/>
              <a:gd name="connsiteX5262" fmla="*/ 4075772 w 10450132"/>
              <a:gd name="connsiteY5262" fmla="*/ 3490066 h 5450835"/>
              <a:gd name="connsiteX5263" fmla="*/ 4074983 w 10450132"/>
              <a:gd name="connsiteY5263" fmla="*/ 3489606 h 5450835"/>
              <a:gd name="connsiteX5264" fmla="*/ 4070451 w 10450132"/>
              <a:gd name="connsiteY5264" fmla="*/ 3481725 h 5450835"/>
              <a:gd name="connsiteX5265" fmla="*/ 4070451 w 10450132"/>
              <a:gd name="connsiteY5265" fmla="*/ 3480871 h 5450835"/>
              <a:gd name="connsiteX5266" fmla="*/ 4074983 w 10450132"/>
              <a:gd name="connsiteY5266" fmla="*/ 3472990 h 5450835"/>
              <a:gd name="connsiteX5267" fmla="*/ 4075772 w 10450132"/>
              <a:gd name="connsiteY5267" fmla="*/ 3472530 h 5450835"/>
              <a:gd name="connsiteX5268" fmla="*/ 3821358 w 10450132"/>
              <a:gd name="connsiteY5268" fmla="*/ 3472530 h 5450835"/>
              <a:gd name="connsiteX5269" fmla="*/ 3830423 w 10450132"/>
              <a:gd name="connsiteY5269" fmla="*/ 3472530 h 5450835"/>
              <a:gd name="connsiteX5270" fmla="*/ 3831212 w 10450132"/>
              <a:gd name="connsiteY5270" fmla="*/ 3472990 h 5450835"/>
              <a:gd name="connsiteX5271" fmla="*/ 3835745 w 10450132"/>
              <a:gd name="connsiteY5271" fmla="*/ 3480871 h 5450835"/>
              <a:gd name="connsiteX5272" fmla="*/ 3835745 w 10450132"/>
              <a:gd name="connsiteY5272" fmla="*/ 3481725 h 5450835"/>
              <a:gd name="connsiteX5273" fmla="*/ 3831212 w 10450132"/>
              <a:gd name="connsiteY5273" fmla="*/ 3489606 h 5450835"/>
              <a:gd name="connsiteX5274" fmla="*/ 3830423 w 10450132"/>
              <a:gd name="connsiteY5274" fmla="*/ 3490066 h 5450835"/>
              <a:gd name="connsiteX5275" fmla="*/ 3821358 w 10450132"/>
              <a:gd name="connsiteY5275" fmla="*/ 3490066 h 5450835"/>
              <a:gd name="connsiteX5276" fmla="*/ 3820571 w 10450132"/>
              <a:gd name="connsiteY5276" fmla="*/ 3489606 h 5450835"/>
              <a:gd name="connsiteX5277" fmla="*/ 3816038 w 10450132"/>
              <a:gd name="connsiteY5277" fmla="*/ 3481725 h 5450835"/>
              <a:gd name="connsiteX5278" fmla="*/ 3816038 w 10450132"/>
              <a:gd name="connsiteY5278" fmla="*/ 3480871 h 5450835"/>
              <a:gd name="connsiteX5279" fmla="*/ 3820571 w 10450132"/>
              <a:gd name="connsiteY5279" fmla="*/ 3472990 h 5450835"/>
              <a:gd name="connsiteX5280" fmla="*/ 3821358 w 10450132"/>
              <a:gd name="connsiteY5280" fmla="*/ 3472530 h 5450835"/>
              <a:gd name="connsiteX5281" fmla="*/ 3567111 w 10450132"/>
              <a:gd name="connsiteY5281" fmla="*/ 3472530 h 5450835"/>
              <a:gd name="connsiteX5282" fmla="*/ 3576176 w 10450132"/>
              <a:gd name="connsiteY5282" fmla="*/ 3472530 h 5450835"/>
              <a:gd name="connsiteX5283" fmla="*/ 3576964 w 10450132"/>
              <a:gd name="connsiteY5283" fmla="*/ 3472990 h 5450835"/>
              <a:gd name="connsiteX5284" fmla="*/ 3581496 w 10450132"/>
              <a:gd name="connsiteY5284" fmla="*/ 3480871 h 5450835"/>
              <a:gd name="connsiteX5285" fmla="*/ 3581496 w 10450132"/>
              <a:gd name="connsiteY5285" fmla="*/ 3481725 h 5450835"/>
              <a:gd name="connsiteX5286" fmla="*/ 3576964 w 10450132"/>
              <a:gd name="connsiteY5286" fmla="*/ 3489606 h 5450835"/>
              <a:gd name="connsiteX5287" fmla="*/ 3576176 w 10450132"/>
              <a:gd name="connsiteY5287" fmla="*/ 3490066 h 5450835"/>
              <a:gd name="connsiteX5288" fmla="*/ 3567111 w 10450132"/>
              <a:gd name="connsiteY5288" fmla="*/ 3490066 h 5450835"/>
              <a:gd name="connsiteX5289" fmla="*/ 3566322 w 10450132"/>
              <a:gd name="connsiteY5289" fmla="*/ 3489606 h 5450835"/>
              <a:gd name="connsiteX5290" fmla="*/ 3561790 w 10450132"/>
              <a:gd name="connsiteY5290" fmla="*/ 3481725 h 5450835"/>
              <a:gd name="connsiteX5291" fmla="*/ 3561790 w 10450132"/>
              <a:gd name="connsiteY5291" fmla="*/ 3480871 h 5450835"/>
              <a:gd name="connsiteX5292" fmla="*/ 3566322 w 10450132"/>
              <a:gd name="connsiteY5292" fmla="*/ 3472990 h 5450835"/>
              <a:gd name="connsiteX5293" fmla="*/ 3567111 w 10450132"/>
              <a:gd name="connsiteY5293" fmla="*/ 3472530 h 5450835"/>
              <a:gd name="connsiteX5294" fmla="*/ 3312632 w 10450132"/>
              <a:gd name="connsiteY5294" fmla="*/ 3472530 h 5450835"/>
              <a:gd name="connsiteX5295" fmla="*/ 3321696 w 10450132"/>
              <a:gd name="connsiteY5295" fmla="*/ 3472530 h 5450835"/>
              <a:gd name="connsiteX5296" fmla="*/ 3322484 w 10450132"/>
              <a:gd name="connsiteY5296" fmla="*/ 3472990 h 5450835"/>
              <a:gd name="connsiteX5297" fmla="*/ 3327016 w 10450132"/>
              <a:gd name="connsiteY5297" fmla="*/ 3480871 h 5450835"/>
              <a:gd name="connsiteX5298" fmla="*/ 3327016 w 10450132"/>
              <a:gd name="connsiteY5298" fmla="*/ 3481725 h 5450835"/>
              <a:gd name="connsiteX5299" fmla="*/ 3322484 w 10450132"/>
              <a:gd name="connsiteY5299" fmla="*/ 3489606 h 5450835"/>
              <a:gd name="connsiteX5300" fmla="*/ 3321696 w 10450132"/>
              <a:gd name="connsiteY5300" fmla="*/ 3490066 h 5450835"/>
              <a:gd name="connsiteX5301" fmla="*/ 3312632 w 10450132"/>
              <a:gd name="connsiteY5301" fmla="*/ 3490066 h 5450835"/>
              <a:gd name="connsiteX5302" fmla="*/ 3311844 w 10450132"/>
              <a:gd name="connsiteY5302" fmla="*/ 3489606 h 5450835"/>
              <a:gd name="connsiteX5303" fmla="*/ 3307311 w 10450132"/>
              <a:gd name="connsiteY5303" fmla="*/ 3481725 h 5450835"/>
              <a:gd name="connsiteX5304" fmla="*/ 3307311 w 10450132"/>
              <a:gd name="connsiteY5304" fmla="*/ 3480871 h 5450835"/>
              <a:gd name="connsiteX5305" fmla="*/ 3311844 w 10450132"/>
              <a:gd name="connsiteY5305" fmla="*/ 3472990 h 5450835"/>
              <a:gd name="connsiteX5306" fmla="*/ 3312632 w 10450132"/>
              <a:gd name="connsiteY5306" fmla="*/ 3472530 h 5450835"/>
              <a:gd name="connsiteX5307" fmla="*/ 3058270 w 10450132"/>
              <a:gd name="connsiteY5307" fmla="*/ 3472530 h 5450835"/>
              <a:gd name="connsiteX5308" fmla="*/ 3067335 w 10450132"/>
              <a:gd name="connsiteY5308" fmla="*/ 3472530 h 5450835"/>
              <a:gd name="connsiteX5309" fmla="*/ 3068123 w 10450132"/>
              <a:gd name="connsiteY5309" fmla="*/ 3472990 h 5450835"/>
              <a:gd name="connsiteX5310" fmla="*/ 3072655 w 10450132"/>
              <a:gd name="connsiteY5310" fmla="*/ 3480871 h 5450835"/>
              <a:gd name="connsiteX5311" fmla="*/ 3072655 w 10450132"/>
              <a:gd name="connsiteY5311" fmla="*/ 3481725 h 5450835"/>
              <a:gd name="connsiteX5312" fmla="*/ 3068123 w 10450132"/>
              <a:gd name="connsiteY5312" fmla="*/ 3489606 h 5450835"/>
              <a:gd name="connsiteX5313" fmla="*/ 3067335 w 10450132"/>
              <a:gd name="connsiteY5313" fmla="*/ 3490066 h 5450835"/>
              <a:gd name="connsiteX5314" fmla="*/ 3058270 w 10450132"/>
              <a:gd name="connsiteY5314" fmla="*/ 3490066 h 5450835"/>
              <a:gd name="connsiteX5315" fmla="*/ 3057482 w 10450132"/>
              <a:gd name="connsiteY5315" fmla="*/ 3489606 h 5450835"/>
              <a:gd name="connsiteX5316" fmla="*/ 3052949 w 10450132"/>
              <a:gd name="connsiteY5316" fmla="*/ 3481725 h 5450835"/>
              <a:gd name="connsiteX5317" fmla="*/ 3052949 w 10450132"/>
              <a:gd name="connsiteY5317" fmla="*/ 3480871 h 5450835"/>
              <a:gd name="connsiteX5318" fmla="*/ 3057482 w 10450132"/>
              <a:gd name="connsiteY5318" fmla="*/ 3472990 h 5450835"/>
              <a:gd name="connsiteX5319" fmla="*/ 3058270 w 10450132"/>
              <a:gd name="connsiteY5319" fmla="*/ 3472530 h 5450835"/>
              <a:gd name="connsiteX5320" fmla="*/ 2803819 w 10450132"/>
              <a:gd name="connsiteY5320" fmla="*/ 3472530 h 5450835"/>
              <a:gd name="connsiteX5321" fmla="*/ 2812884 w 10450132"/>
              <a:gd name="connsiteY5321" fmla="*/ 3472530 h 5450835"/>
              <a:gd name="connsiteX5322" fmla="*/ 2813670 w 10450132"/>
              <a:gd name="connsiteY5322" fmla="*/ 3472990 h 5450835"/>
              <a:gd name="connsiteX5323" fmla="*/ 2818203 w 10450132"/>
              <a:gd name="connsiteY5323" fmla="*/ 3480871 h 5450835"/>
              <a:gd name="connsiteX5324" fmla="*/ 2818203 w 10450132"/>
              <a:gd name="connsiteY5324" fmla="*/ 3481725 h 5450835"/>
              <a:gd name="connsiteX5325" fmla="*/ 2813670 w 10450132"/>
              <a:gd name="connsiteY5325" fmla="*/ 3489606 h 5450835"/>
              <a:gd name="connsiteX5326" fmla="*/ 2812884 w 10450132"/>
              <a:gd name="connsiteY5326" fmla="*/ 3490066 h 5450835"/>
              <a:gd name="connsiteX5327" fmla="*/ 2803819 w 10450132"/>
              <a:gd name="connsiteY5327" fmla="*/ 3490066 h 5450835"/>
              <a:gd name="connsiteX5328" fmla="*/ 2803029 w 10450132"/>
              <a:gd name="connsiteY5328" fmla="*/ 3489606 h 5450835"/>
              <a:gd name="connsiteX5329" fmla="*/ 2798497 w 10450132"/>
              <a:gd name="connsiteY5329" fmla="*/ 3481725 h 5450835"/>
              <a:gd name="connsiteX5330" fmla="*/ 2798497 w 10450132"/>
              <a:gd name="connsiteY5330" fmla="*/ 3480871 h 5450835"/>
              <a:gd name="connsiteX5331" fmla="*/ 2803029 w 10450132"/>
              <a:gd name="connsiteY5331" fmla="*/ 3472990 h 5450835"/>
              <a:gd name="connsiteX5332" fmla="*/ 2803819 w 10450132"/>
              <a:gd name="connsiteY5332" fmla="*/ 3472530 h 5450835"/>
              <a:gd name="connsiteX5333" fmla="*/ 2549484 w 10450132"/>
              <a:gd name="connsiteY5333" fmla="*/ 3472530 h 5450835"/>
              <a:gd name="connsiteX5334" fmla="*/ 2558549 w 10450132"/>
              <a:gd name="connsiteY5334" fmla="*/ 3472530 h 5450835"/>
              <a:gd name="connsiteX5335" fmla="*/ 2559338 w 10450132"/>
              <a:gd name="connsiteY5335" fmla="*/ 3472990 h 5450835"/>
              <a:gd name="connsiteX5336" fmla="*/ 2563870 w 10450132"/>
              <a:gd name="connsiteY5336" fmla="*/ 3480871 h 5450835"/>
              <a:gd name="connsiteX5337" fmla="*/ 2563870 w 10450132"/>
              <a:gd name="connsiteY5337" fmla="*/ 3481725 h 5450835"/>
              <a:gd name="connsiteX5338" fmla="*/ 2559338 w 10450132"/>
              <a:gd name="connsiteY5338" fmla="*/ 3489606 h 5450835"/>
              <a:gd name="connsiteX5339" fmla="*/ 2558549 w 10450132"/>
              <a:gd name="connsiteY5339" fmla="*/ 3490066 h 5450835"/>
              <a:gd name="connsiteX5340" fmla="*/ 2549484 w 10450132"/>
              <a:gd name="connsiteY5340" fmla="*/ 3490066 h 5450835"/>
              <a:gd name="connsiteX5341" fmla="*/ 2548695 w 10450132"/>
              <a:gd name="connsiteY5341" fmla="*/ 3489606 h 5450835"/>
              <a:gd name="connsiteX5342" fmla="*/ 2544165 w 10450132"/>
              <a:gd name="connsiteY5342" fmla="*/ 3481725 h 5450835"/>
              <a:gd name="connsiteX5343" fmla="*/ 2544165 w 10450132"/>
              <a:gd name="connsiteY5343" fmla="*/ 3480871 h 5450835"/>
              <a:gd name="connsiteX5344" fmla="*/ 2548695 w 10450132"/>
              <a:gd name="connsiteY5344" fmla="*/ 3472990 h 5450835"/>
              <a:gd name="connsiteX5345" fmla="*/ 2549484 w 10450132"/>
              <a:gd name="connsiteY5345" fmla="*/ 3472530 h 5450835"/>
              <a:gd name="connsiteX5346" fmla="*/ 2295159 w 10450132"/>
              <a:gd name="connsiteY5346" fmla="*/ 3472530 h 5450835"/>
              <a:gd name="connsiteX5347" fmla="*/ 2304223 w 10450132"/>
              <a:gd name="connsiteY5347" fmla="*/ 3472530 h 5450835"/>
              <a:gd name="connsiteX5348" fmla="*/ 2305011 w 10450132"/>
              <a:gd name="connsiteY5348" fmla="*/ 3472990 h 5450835"/>
              <a:gd name="connsiteX5349" fmla="*/ 2309543 w 10450132"/>
              <a:gd name="connsiteY5349" fmla="*/ 3480871 h 5450835"/>
              <a:gd name="connsiteX5350" fmla="*/ 2309543 w 10450132"/>
              <a:gd name="connsiteY5350" fmla="*/ 3481725 h 5450835"/>
              <a:gd name="connsiteX5351" fmla="*/ 2305011 w 10450132"/>
              <a:gd name="connsiteY5351" fmla="*/ 3489606 h 5450835"/>
              <a:gd name="connsiteX5352" fmla="*/ 2304223 w 10450132"/>
              <a:gd name="connsiteY5352" fmla="*/ 3490066 h 5450835"/>
              <a:gd name="connsiteX5353" fmla="*/ 2295159 w 10450132"/>
              <a:gd name="connsiteY5353" fmla="*/ 3490066 h 5450835"/>
              <a:gd name="connsiteX5354" fmla="*/ 2294370 w 10450132"/>
              <a:gd name="connsiteY5354" fmla="*/ 3489606 h 5450835"/>
              <a:gd name="connsiteX5355" fmla="*/ 2289838 w 10450132"/>
              <a:gd name="connsiteY5355" fmla="*/ 3481725 h 5450835"/>
              <a:gd name="connsiteX5356" fmla="*/ 2289838 w 10450132"/>
              <a:gd name="connsiteY5356" fmla="*/ 3480871 h 5450835"/>
              <a:gd name="connsiteX5357" fmla="*/ 2294370 w 10450132"/>
              <a:gd name="connsiteY5357" fmla="*/ 3472990 h 5450835"/>
              <a:gd name="connsiteX5358" fmla="*/ 2295159 w 10450132"/>
              <a:gd name="connsiteY5358" fmla="*/ 3472530 h 5450835"/>
              <a:gd name="connsiteX5359" fmla="*/ 2040723 w 10450132"/>
              <a:gd name="connsiteY5359" fmla="*/ 3472530 h 5450835"/>
              <a:gd name="connsiteX5360" fmla="*/ 2049788 w 10450132"/>
              <a:gd name="connsiteY5360" fmla="*/ 3472530 h 5450835"/>
              <a:gd name="connsiteX5361" fmla="*/ 2050576 w 10450132"/>
              <a:gd name="connsiteY5361" fmla="*/ 3472990 h 5450835"/>
              <a:gd name="connsiteX5362" fmla="*/ 2055108 w 10450132"/>
              <a:gd name="connsiteY5362" fmla="*/ 3480871 h 5450835"/>
              <a:gd name="connsiteX5363" fmla="*/ 2055108 w 10450132"/>
              <a:gd name="connsiteY5363" fmla="*/ 3481725 h 5450835"/>
              <a:gd name="connsiteX5364" fmla="*/ 2050576 w 10450132"/>
              <a:gd name="connsiteY5364" fmla="*/ 3489606 h 5450835"/>
              <a:gd name="connsiteX5365" fmla="*/ 2049788 w 10450132"/>
              <a:gd name="connsiteY5365" fmla="*/ 3490066 h 5450835"/>
              <a:gd name="connsiteX5366" fmla="*/ 2040723 w 10450132"/>
              <a:gd name="connsiteY5366" fmla="*/ 3490066 h 5450835"/>
              <a:gd name="connsiteX5367" fmla="*/ 2039937 w 10450132"/>
              <a:gd name="connsiteY5367" fmla="*/ 3489606 h 5450835"/>
              <a:gd name="connsiteX5368" fmla="*/ 2035402 w 10450132"/>
              <a:gd name="connsiteY5368" fmla="*/ 3481725 h 5450835"/>
              <a:gd name="connsiteX5369" fmla="*/ 2035402 w 10450132"/>
              <a:gd name="connsiteY5369" fmla="*/ 3480871 h 5450835"/>
              <a:gd name="connsiteX5370" fmla="*/ 2039937 w 10450132"/>
              <a:gd name="connsiteY5370" fmla="*/ 3472990 h 5450835"/>
              <a:gd name="connsiteX5371" fmla="*/ 2040723 w 10450132"/>
              <a:gd name="connsiteY5371" fmla="*/ 3472530 h 5450835"/>
              <a:gd name="connsiteX5372" fmla="*/ 1786223 w 10450132"/>
              <a:gd name="connsiteY5372" fmla="*/ 3472530 h 5450835"/>
              <a:gd name="connsiteX5373" fmla="*/ 1795287 w 10450132"/>
              <a:gd name="connsiteY5373" fmla="*/ 3472530 h 5450835"/>
              <a:gd name="connsiteX5374" fmla="*/ 1796075 w 10450132"/>
              <a:gd name="connsiteY5374" fmla="*/ 3472990 h 5450835"/>
              <a:gd name="connsiteX5375" fmla="*/ 1800607 w 10450132"/>
              <a:gd name="connsiteY5375" fmla="*/ 3480871 h 5450835"/>
              <a:gd name="connsiteX5376" fmla="*/ 1800607 w 10450132"/>
              <a:gd name="connsiteY5376" fmla="*/ 3481725 h 5450835"/>
              <a:gd name="connsiteX5377" fmla="*/ 1796075 w 10450132"/>
              <a:gd name="connsiteY5377" fmla="*/ 3489606 h 5450835"/>
              <a:gd name="connsiteX5378" fmla="*/ 1795287 w 10450132"/>
              <a:gd name="connsiteY5378" fmla="*/ 3490066 h 5450835"/>
              <a:gd name="connsiteX5379" fmla="*/ 1786223 w 10450132"/>
              <a:gd name="connsiteY5379" fmla="*/ 3490066 h 5450835"/>
              <a:gd name="connsiteX5380" fmla="*/ 1785434 w 10450132"/>
              <a:gd name="connsiteY5380" fmla="*/ 3489606 h 5450835"/>
              <a:gd name="connsiteX5381" fmla="*/ 1780902 w 10450132"/>
              <a:gd name="connsiteY5381" fmla="*/ 3481725 h 5450835"/>
              <a:gd name="connsiteX5382" fmla="*/ 1780902 w 10450132"/>
              <a:gd name="connsiteY5382" fmla="*/ 3480871 h 5450835"/>
              <a:gd name="connsiteX5383" fmla="*/ 1785434 w 10450132"/>
              <a:gd name="connsiteY5383" fmla="*/ 3472990 h 5450835"/>
              <a:gd name="connsiteX5384" fmla="*/ 1786223 w 10450132"/>
              <a:gd name="connsiteY5384" fmla="*/ 3472530 h 5450835"/>
              <a:gd name="connsiteX5385" fmla="*/ 1531893 w 10450132"/>
              <a:gd name="connsiteY5385" fmla="*/ 3472530 h 5450835"/>
              <a:gd name="connsiteX5386" fmla="*/ 1540956 w 10450132"/>
              <a:gd name="connsiteY5386" fmla="*/ 3472530 h 5450835"/>
              <a:gd name="connsiteX5387" fmla="*/ 1541744 w 10450132"/>
              <a:gd name="connsiteY5387" fmla="*/ 3472990 h 5450835"/>
              <a:gd name="connsiteX5388" fmla="*/ 1546275 w 10450132"/>
              <a:gd name="connsiteY5388" fmla="*/ 3480871 h 5450835"/>
              <a:gd name="connsiteX5389" fmla="*/ 1546275 w 10450132"/>
              <a:gd name="connsiteY5389" fmla="*/ 3481725 h 5450835"/>
              <a:gd name="connsiteX5390" fmla="*/ 1541744 w 10450132"/>
              <a:gd name="connsiteY5390" fmla="*/ 3489606 h 5450835"/>
              <a:gd name="connsiteX5391" fmla="*/ 1540956 w 10450132"/>
              <a:gd name="connsiteY5391" fmla="*/ 3490066 h 5450835"/>
              <a:gd name="connsiteX5392" fmla="*/ 1531893 w 10450132"/>
              <a:gd name="connsiteY5392" fmla="*/ 3490066 h 5450835"/>
              <a:gd name="connsiteX5393" fmla="*/ 1531104 w 10450132"/>
              <a:gd name="connsiteY5393" fmla="*/ 3489606 h 5450835"/>
              <a:gd name="connsiteX5394" fmla="*/ 1526571 w 10450132"/>
              <a:gd name="connsiteY5394" fmla="*/ 3481725 h 5450835"/>
              <a:gd name="connsiteX5395" fmla="*/ 1526571 w 10450132"/>
              <a:gd name="connsiteY5395" fmla="*/ 3480871 h 5450835"/>
              <a:gd name="connsiteX5396" fmla="*/ 1531104 w 10450132"/>
              <a:gd name="connsiteY5396" fmla="*/ 3472990 h 5450835"/>
              <a:gd name="connsiteX5397" fmla="*/ 1531893 w 10450132"/>
              <a:gd name="connsiteY5397" fmla="*/ 3472530 h 5450835"/>
              <a:gd name="connsiteX5398" fmla="*/ 1277531 w 10450132"/>
              <a:gd name="connsiteY5398" fmla="*/ 3472530 h 5450835"/>
              <a:gd name="connsiteX5399" fmla="*/ 1286596 w 10450132"/>
              <a:gd name="connsiteY5399" fmla="*/ 3472530 h 5450835"/>
              <a:gd name="connsiteX5400" fmla="*/ 1287385 w 10450132"/>
              <a:gd name="connsiteY5400" fmla="*/ 3472990 h 5450835"/>
              <a:gd name="connsiteX5401" fmla="*/ 1291918 w 10450132"/>
              <a:gd name="connsiteY5401" fmla="*/ 3480871 h 5450835"/>
              <a:gd name="connsiteX5402" fmla="*/ 1291918 w 10450132"/>
              <a:gd name="connsiteY5402" fmla="*/ 3481725 h 5450835"/>
              <a:gd name="connsiteX5403" fmla="*/ 1287385 w 10450132"/>
              <a:gd name="connsiteY5403" fmla="*/ 3489606 h 5450835"/>
              <a:gd name="connsiteX5404" fmla="*/ 1286596 w 10450132"/>
              <a:gd name="connsiteY5404" fmla="*/ 3490066 h 5450835"/>
              <a:gd name="connsiteX5405" fmla="*/ 1277531 w 10450132"/>
              <a:gd name="connsiteY5405" fmla="*/ 3490066 h 5450835"/>
              <a:gd name="connsiteX5406" fmla="*/ 1276743 w 10450132"/>
              <a:gd name="connsiteY5406" fmla="*/ 3489606 h 5450835"/>
              <a:gd name="connsiteX5407" fmla="*/ 1272212 w 10450132"/>
              <a:gd name="connsiteY5407" fmla="*/ 3481725 h 5450835"/>
              <a:gd name="connsiteX5408" fmla="*/ 1272212 w 10450132"/>
              <a:gd name="connsiteY5408" fmla="*/ 3480871 h 5450835"/>
              <a:gd name="connsiteX5409" fmla="*/ 1276743 w 10450132"/>
              <a:gd name="connsiteY5409" fmla="*/ 3472990 h 5450835"/>
              <a:gd name="connsiteX5410" fmla="*/ 1277531 w 10450132"/>
              <a:gd name="connsiteY5410" fmla="*/ 3472530 h 5450835"/>
              <a:gd name="connsiteX5411" fmla="*/ 1023117 w 10450132"/>
              <a:gd name="connsiteY5411" fmla="*/ 3472530 h 5450835"/>
              <a:gd name="connsiteX5412" fmla="*/ 1032183 w 10450132"/>
              <a:gd name="connsiteY5412" fmla="*/ 3472530 h 5450835"/>
              <a:gd name="connsiteX5413" fmla="*/ 1032970 w 10450132"/>
              <a:gd name="connsiteY5413" fmla="*/ 3472990 h 5450835"/>
              <a:gd name="connsiteX5414" fmla="*/ 1037502 w 10450132"/>
              <a:gd name="connsiteY5414" fmla="*/ 3480871 h 5450835"/>
              <a:gd name="connsiteX5415" fmla="*/ 1037502 w 10450132"/>
              <a:gd name="connsiteY5415" fmla="*/ 3481725 h 5450835"/>
              <a:gd name="connsiteX5416" fmla="*/ 1032970 w 10450132"/>
              <a:gd name="connsiteY5416" fmla="*/ 3489606 h 5450835"/>
              <a:gd name="connsiteX5417" fmla="*/ 1032183 w 10450132"/>
              <a:gd name="connsiteY5417" fmla="*/ 3490066 h 5450835"/>
              <a:gd name="connsiteX5418" fmla="*/ 1023117 w 10450132"/>
              <a:gd name="connsiteY5418" fmla="*/ 3490066 h 5450835"/>
              <a:gd name="connsiteX5419" fmla="*/ 1022330 w 10450132"/>
              <a:gd name="connsiteY5419" fmla="*/ 3489606 h 5450835"/>
              <a:gd name="connsiteX5420" fmla="*/ 1017796 w 10450132"/>
              <a:gd name="connsiteY5420" fmla="*/ 3481725 h 5450835"/>
              <a:gd name="connsiteX5421" fmla="*/ 1017796 w 10450132"/>
              <a:gd name="connsiteY5421" fmla="*/ 3480871 h 5450835"/>
              <a:gd name="connsiteX5422" fmla="*/ 1022330 w 10450132"/>
              <a:gd name="connsiteY5422" fmla="*/ 3472990 h 5450835"/>
              <a:gd name="connsiteX5423" fmla="*/ 1023117 w 10450132"/>
              <a:gd name="connsiteY5423" fmla="*/ 3472530 h 5450835"/>
              <a:gd name="connsiteX5424" fmla="*/ 768588 w 10450132"/>
              <a:gd name="connsiteY5424" fmla="*/ 3472530 h 5450835"/>
              <a:gd name="connsiteX5425" fmla="*/ 777651 w 10450132"/>
              <a:gd name="connsiteY5425" fmla="*/ 3472530 h 5450835"/>
              <a:gd name="connsiteX5426" fmla="*/ 778439 w 10450132"/>
              <a:gd name="connsiteY5426" fmla="*/ 3472990 h 5450835"/>
              <a:gd name="connsiteX5427" fmla="*/ 782971 w 10450132"/>
              <a:gd name="connsiteY5427" fmla="*/ 3480871 h 5450835"/>
              <a:gd name="connsiteX5428" fmla="*/ 782971 w 10450132"/>
              <a:gd name="connsiteY5428" fmla="*/ 3481725 h 5450835"/>
              <a:gd name="connsiteX5429" fmla="*/ 778439 w 10450132"/>
              <a:gd name="connsiteY5429" fmla="*/ 3489606 h 5450835"/>
              <a:gd name="connsiteX5430" fmla="*/ 777651 w 10450132"/>
              <a:gd name="connsiteY5430" fmla="*/ 3490066 h 5450835"/>
              <a:gd name="connsiteX5431" fmla="*/ 768588 w 10450132"/>
              <a:gd name="connsiteY5431" fmla="*/ 3490066 h 5450835"/>
              <a:gd name="connsiteX5432" fmla="*/ 767800 w 10450132"/>
              <a:gd name="connsiteY5432" fmla="*/ 3489606 h 5450835"/>
              <a:gd name="connsiteX5433" fmla="*/ 763266 w 10450132"/>
              <a:gd name="connsiteY5433" fmla="*/ 3481725 h 5450835"/>
              <a:gd name="connsiteX5434" fmla="*/ 763266 w 10450132"/>
              <a:gd name="connsiteY5434" fmla="*/ 3480871 h 5450835"/>
              <a:gd name="connsiteX5435" fmla="*/ 767800 w 10450132"/>
              <a:gd name="connsiteY5435" fmla="*/ 3472990 h 5450835"/>
              <a:gd name="connsiteX5436" fmla="*/ 768588 w 10450132"/>
              <a:gd name="connsiteY5436" fmla="*/ 3472530 h 5450835"/>
              <a:gd name="connsiteX5437" fmla="*/ 514286 w 10450132"/>
              <a:gd name="connsiteY5437" fmla="*/ 3472530 h 5450835"/>
              <a:gd name="connsiteX5438" fmla="*/ 523350 w 10450132"/>
              <a:gd name="connsiteY5438" fmla="*/ 3472530 h 5450835"/>
              <a:gd name="connsiteX5439" fmla="*/ 524138 w 10450132"/>
              <a:gd name="connsiteY5439" fmla="*/ 3472990 h 5450835"/>
              <a:gd name="connsiteX5440" fmla="*/ 528669 w 10450132"/>
              <a:gd name="connsiteY5440" fmla="*/ 3480871 h 5450835"/>
              <a:gd name="connsiteX5441" fmla="*/ 528669 w 10450132"/>
              <a:gd name="connsiteY5441" fmla="*/ 3481725 h 5450835"/>
              <a:gd name="connsiteX5442" fmla="*/ 524138 w 10450132"/>
              <a:gd name="connsiteY5442" fmla="*/ 3489606 h 5450835"/>
              <a:gd name="connsiteX5443" fmla="*/ 523350 w 10450132"/>
              <a:gd name="connsiteY5443" fmla="*/ 3490066 h 5450835"/>
              <a:gd name="connsiteX5444" fmla="*/ 514286 w 10450132"/>
              <a:gd name="connsiteY5444" fmla="*/ 3490066 h 5450835"/>
              <a:gd name="connsiteX5445" fmla="*/ 513498 w 10450132"/>
              <a:gd name="connsiteY5445" fmla="*/ 3489606 h 5450835"/>
              <a:gd name="connsiteX5446" fmla="*/ 508965 w 10450132"/>
              <a:gd name="connsiteY5446" fmla="*/ 3481725 h 5450835"/>
              <a:gd name="connsiteX5447" fmla="*/ 508965 w 10450132"/>
              <a:gd name="connsiteY5447" fmla="*/ 3480871 h 5450835"/>
              <a:gd name="connsiteX5448" fmla="*/ 513498 w 10450132"/>
              <a:gd name="connsiteY5448" fmla="*/ 3472990 h 5450835"/>
              <a:gd name="connsiteX5449" fmla="*/ 514286 w 10450132"/>
              <a:gd name="connsiteY5449" fmla="*/ 3472530 h 5450835"/>
              <a:gd name="connsiteX5450" fmla="*/ 259959 w 10450132"/>
              <a:gd name="connsiteY5450" fmla="*/ 3472530 h 5450835"/>
              <a:gd name="connsiteX5451" fmla="*/ 269023 w 10450132"/>
              <a:gd name="connsiteY5451" fmla="*/ 3472530 h 5450835"/>
              <a:gd name="connsiteX5452" fmla="*/ 269811 w 10450132"/>
              <a:gd name="connsiteY5452" fmla="*/ 3472990 h 5450835"/>
              <a:gd name="connsiteX5453" fmla="*/ 274343 w 10450132"/>
              <a:gd name="connsiteY5453" fmla="*/ 3480871 h 5450835"/>
              <a:gd name="connsiteX5454" fmla="*/ 274343 w 10450132"/>
              <a:gd name="connsiteY5454" fmla="*/ 3481725 h 5450835"/>
              <a:gd name="connsiteX5455" fmla="*/ 269811 w 10450132"/>
              <a:gd name="connsiteY5455" fmla="*/ 3489606 h 5450835"/>
              <a:gd name="connsiteX5456" fmla="*/ 269023 w 10450132"/>
              <a:gd name="connsiteY5456" fmla="*/ 3490066 h 5450835"/>
              <a:gd name="connsiteX5457" fmla="*/ 259959 w 10450132"/>
              <a:gd name="connsiteY5457" fmla="*/ 3490066 h 5450835"/>
              <a:gd name="connsiteX5458" fmla="*/ 259170 w 10450132"/>
              <a:gd name="connsiteY5458" fmla="*/ 3489606 h 5450835"/>
              <a:gd name="connsiteX5459" fmla="*/ 254638 w 10450132"/>
              <a:gd name="connsiteY5459" fmla="*/ 3481725 h 5450835"/>
              <a:gd name="connsiteX5460" fmla="*/ 254638 w 10450132"/>
              <a:gd name="connsiteY5460" fmla="*/ 3480871 h 5450835"/>
              <a:gd name="connsiteX5461" fmla="*/ 259170 w 10450132"/>
              <a:gd name="connsiteY5461" fmla="*/ 3472990 h 5450835"/>
              <a:gd name="connsiteX5462" fmla="*/ 259959 w 10450132"/>
              <a:gd name="connsiteY5462" fmla="*/ 3472530 h 5450835"/>
              <a:gd name="connsiteX5463" fmla="*/ 5523 w 10450132"/>
              <a:gd name="connsiteY5463" fmla="*/ 3472530 h 5450835"/>
              <a:gd name="connsiteX5464" fmla="*/ 14587 w 10450132"/>
              <a:gd name="connsiteY5464" fmla="*/ 3472530 h 5450835"/>
              <a:gd name="connsiteX5465" fmla="*/ 15375 w 10450132"/>
              <a:gd name="connsiteY5465" fmla="*/ 3472990 h 5450835"/>
              <a:gd name="connsiteX5466" fmla="*/ 19907 w 10450132"/>
              <a:gd name="connsiteY5466" fmla="*/ 3480871 h 5450835"/>
              <a:gd name="connsiteX5467" fmla="*/ 19907 w 10450132"/>
              <a:gd name="connsiteY5467" fmla="*/ 3481725 h 5450835"/>
              <a:gd name="connsiteX5468" fmla="*/ 15375 w 10450132"/>
              <a:gd name="connsiteY5468" fmla="*/ 3489606 h 5450835"/>
              <a:gd name="connsiteX5469" fmla="*/ 14587 w 10450132"/>
              <a:gd name="connsiteY5469" fmla="*/ 3490066 h 5450835"/>
              <a:gd name="connsiteX5470" fmla="*/ 5523 w 10450132"/>
              <a:gd name="connsiteY5470" fmla="*/ 3490066 h 5450835"/>
              <a:gd name="connsiteX5471" fmla="*/ 4734 w 10450132"/>
              <a:gd name="connsiteY5471" fmla="*/ 3489606 h 5450835"/>
              <a:gd name="connsiteX5472" fmla="*/ 202 w 10450132"/>
              <a:gd name="connsiteY5472" fmla="*/ 3481725 h 5450835"/>
              <a:gd name="connsiteX5473" fmla="*/ 202 w 10450132"/>
              <a:gd name="connsiteY5473" fmla="*/ 3480871 h 5450835"/>
              <a:gd name="connsiteX5474" fmla="*/ 4734 w 10450132"/>
              <a:gd name="connsiteY5474" fmla="*/ 3472990 h 5450835"/>
              <a:gd name="connsiteX5475" fmla="*/ 5523 w 10450132"/>
              <a:gd name="connsiteY5475" fmla="*/ 3472530 h 5450835"/>
              <a:gd name="connsiteX5476" fmla="*/ 10435622 w 10450132"/>
              <a:gd name="connsiteY5476" fmla="*/ 3255521 h 5450835"/>
              <a:gd name="connsiteX5477" fmla="*/ 10444686 w 10450132"/>
              <a:gd name="connsiteY5477" fmla="*/ 3255521 h 5450835"/>
              <a:gd name="connsiteX5478" fmla="*/ 10445474 w 10450132"/>
              <a:gd name="connsiteY5478" fmla="*/ 3255981 h 5450835"/>
              <a:gd name="connsiteX5479" fmla="*/ 10450007 w 10450132"/>
              <a:gd name="connsiteY5479" fmla="*/ 3263863 h 5450835"/>
              <a:gd name="connsiteX5480" fmla="*/ 10450007 w 10450132"/>
              <a:gd name="connsiteY5480" fmla="*/ 3264716 h 5450835"/>
              <a:gd name="connsiteX5481" fmla="*/ 10445474 w 10450132"/>
              <a:gd name="connsiteY5481" fmla="*/ 3272599 h 5450835"/>
              <a:gd name="connsiteX5482" fmla="*/ 10444686 w 10450132"/>
              <a:gd name="connsiteY5482" fmla="*/ 3273059 h 5450835"/>
              <a:gd name="connsiteX5483" fmla="*/ 10435622 w 10450132"/>
              <a:gd name="connsiteY5483" fmla="*/ 3273059 h 5450835"/>
              <a:gd name="connsiteX5484" fmla="*/ 10434834 w 10450132"/>
              <a:gd name="connsiteY5484" fmla="*/ 3272599 h 5450835"/>
              <a:gd name="connsiteX5485" fmla="*/ 10430302 w 10450132"/>
              <a:gd name="connsiteY5485" fmla="*/ 3264716 h 5450835"/>
              <a:gd name="connsiteX5486" fmla="*/ 10430302 w 10450132"/>
              <a:gd name="connsiteY5486" fmla="*/ 3263863 h 5450835"/>
              <a:gd name="connsiteX5487" fmla="*/ 10434834 w 10450132"/>
              <a:gd name="connsiteY5487" fmla="*/ 3255981 h 5450835"/>
              <a:gd name="connsiteX5488" fmla="*/ 10435622 w 10450132"/>
              <a:gd name="connsiteY5488" fmla="*/ 3255521 h 5450835"/>
              <a:gd name="connsiteX5489" fmla="*/ 10181242 w 10450132"/>
              <a:gd name="connsiteY5489" fmla="*/ 3255521 h 5450835"/>
              <a:gd name="connsiteX5490" fmla="*/ 10190305 w 10450132"/>
              <a:gd name="connsiteY5490" fmla="*/ 3255521 h 5450835"/>
              <a:gd name="connsiteX5491" fmla="*/ 10191093 w 10450132"/>
              <a:gd name="connsiteY5491" fmla="*/ 3255981 h 5450835"/>
              <a:gd name="connsiteX5492" fmla="*/ 10195626 w 10450132"/>
              <a:gd name="connsiteY5492" fmla="*/ 3263863 h 5450835"/>
              <a:gd name="connsiteX5493" fmla="*/ 10195626 w 10450132"/>
              <a:gd name="connsiteY5493" fmla="*/ 3264716 h 5450835"/>
              <a:gd name="connsiteX5494" fmla="*/ 10191093 w 10450132"/>
              <a:gd name="connsiteY5494" fmla="*/ 3272599 h 5450835"/>
              <a:gd name="connsiteX5495" fmla="*/ 10190305 w 10450132"/>
              <a:gd name="connsiteY5495" fmla="*/ 3273059 h 5450835"/>
              <a:gd name="connsiteX5496" fmla="*/ 10181242 w 10450132"/>
              <a:gd name="connsiteY5496" fmla="*/ 3273059 h 5450835"/>
              <a:gd name="connsiteX5497" fmla="*/ 10180453 w 10450132"/>
              <a:gd name="connsiteY5497" fmla="*/ 3272599 h 5450835"/>
              <a:gd name="connsiteX5498" fmla="*/ 10175922 w 10450132"/>
              <a:gd name="connsiteY5498" fmla="*/ 3264716 h 5450835"/>
              <a:gd name="connsiteX5499" fmla="*/ 10175922 w 10450132"/>
              <a:gd name="connsiteY5499" fmla="*/ 3263863 h 5450835"/>
              <a:gd name="connsiteX5500" fmla="*/ 10180453 w 10450132"/>
              <a:gd name="connsiteY5500" fmla="*/ 3255981 h 5450835"/>
              <a:gd name="connsiteX5501" fmla="*/ 10181242 w 10450132"/>
              <a:gd name="connsiteY5501" fmla="*/ 3255521 h 5450835"/>
              <a:gd name="connsiteX5502" fmla="*/ 9926861 w 10450132"/>
              <a:gd name="connsiteY5502" fmla="*/ 3255521 h 5450835"/>
              <a:gd name="connsiteX5503" fmla="*/ 9935924 w 10450132"/>
              <a:gd name="connsiteY5503" fmla="*/ 3255521 h 5450835"/>
              <a:gd name="connsiteX5504" fmla="*/ 9936713 w 10450132"/>
              <a:gd name="connsiteY5504" fmla="*/ 3255981 h 5450835"/>
              <a:gd name="connsiteX5505" fmla="*/ 9941246 w 10450132"/>
              <a:gd name="connsiteY5505" fmla="*/ 3263863 h 5450835"/>
              <a:gd name="connsiteX5506" fmla="*/ 9941246 w 10450132"/>
              <a:gd name="connsiteY5506" fmla="*/ 3264716 h 5450835"/>
              <a:gd name="connsiteX5507" fmla="*/ 9936713 w 10450132"/>
              <a:gd name="connsiteY5507" fmla="*/ 3272599 h 5450835"/>
              <a:gd name="connsiteX5508" fmla="*/ 9935924 w 10450132"/>
              <a:gd name="connsiteY5508" fmla="*/ 3273059 h 5450835"/>
              <a:gd name="connsiteX5509" fmla="*/ 9926861 w 10450132"/>
              <a:gd name="connsiteY5509" fmla="*/ 3273059 h 5450835"/>
              <a:gd name="connsiteX5510" fmla="*/ 9926073 w 10450132"/>
              <a:gd name="connsiteY5510" fmla="*/ 3272599 h 5450835"/>
              <a:gd name="connsiteX5511" fmla="*/ 9921541 w 10450132"/>
              <a:gd name="connsiteY5511" fmla="*/ 3264716 h 5450835"/>
              <a:gd name="connsiteX5512" fmla="*/ 9921541 w 10450132"/>
              <a:gd name="connsiteY5512" fmla="*/ 3263863 h 5450835"/>
              <a:gd name="connsiteX5513" fmla="*/ 9926073 w 10450132"/>
              <a:gd name="connsiteY5513" fmla="*/ 3255981 h 5450835"/>
              <a:gd name="connsiteX5514" fmla="*/ 9926861 w 10450132"/>
              <a:gd name="connsiteY5514" fmla="*/ 3255521 h 5450835"/>
              <a:gd name="connsiteX5515" fmla="*/ 9672481 w 10450132"/>
              <a:gd name="connsiteY5515" fmla="*/ 3255521 h 5450835"/>
              <a:gd name="connsiteX5516" fmla="*/ 9681545 w 10450132"/>
              <a:gd name="connsiteY5516" fmla="*/ 3255521 h 5450835"/>
              <a:gd name="connsiteX5517" fmla="*/ 9682333 w 10450132"/>
              <a:gd name="connsiteY5517" fmla="*/ 3255981 h 5450835"/>
              <a:gd name="connsiteX5518" fmla="*/ 9686865 w 10450132"/>
              <a:gd name="connsiteY5518" fmla="*/ 3263863 h 5450835"/>
              <a:gd name="connsiteX5519" fmla="*/ 9686865 w 10450132"/>
              <a:gd name="connsiteY5519" fmla="*/ 3264716 h 5450835"/>
              <a:gd name="connsiteX5520" fmla="*/ 9682333 w 10450132"/>
              <a:gd name="connsiteY5520" fmla="*/ 3272599 h 5450835"/>
              <a:gd name="connsiteX5521" fmla="*/ 9681545 w 10450132"/>
              <a:gd name="connsiteY5521" fmla="*/ 3273059 h 5450835"/>
              <a:gd name="connsiteX5522" fmla="*/ 9672481 w 10450132"/>
              <a:gd name="connsiteY5522" fmla="*/ 3273059 h 5450835"/>
              <a:gd name="connsiteX5523" fmla="*/ 9671693 w 10450132"/>
              <a:gd name="connsiteY5523" fmla="*/ 3272599 h 5450835"/>
              <a:gd name="connsiteX5524" fmla="*/ 9667160 w 10450132"/>
              <a:gd name="connsiteY5524" fmla="*/ 3264716 h 5450835"/>
              <a:gd name="connsiteX5525" fmla="*/ 9667160 w 10450132"/>
              <a:gd name="connsiteY5525" fmla="*/ 3263863 h 5450835"/>
              <a:gd name="connsiteX5526" fmla="*/ 9671693 w 10450132"/>
              <a:gd name="connsiteY5526" fmla="*/ 3255981 h 5450835"/>
              <a:gd name="connsiteX5527" fmla="*/ 9672481 w 10450132"/>
              <a:gd name="connsiteY5527" fmla="*/ 3255521 h 5450835"/>
              <a:gd name="connsiteX5528" fmla="*/ 9418035 w 10450132"/>
              <a:gd name="connsiteY5528" fmla="*/ 3255521 h 5450835"/>
              <a:gd name="connsiteX5529" fmla="*/ 9427099 w 10450132"/>
              <a:gd name="connsiteY5529" fmla="*/ 3255521 h 5450835"/>
              <a:gd name="connsiteX5530" fmla="*/ 9427887 w 10450132"/>
              <a:gd name="connsiteY5530" fmla="*/ 3255981 h 5450835"/>
              <a:gd name="connsiteX5531" fmla="*/ 9432419 w 10450132"/>
              <a:gd name="connsiteY5531" fmla="*/ 3263863 h 5450835"/>
              <a:gd name="connsiteX5532" fmla="*/ 9432419 w 10450132"/>
              <a:gd name="connsiteY5532" fmla="*/ 3264716 h 5450835"/>
              <a:gd name="connsiteX5533" fmla="*/ 9427887 w 10450132"/>
              <a:gd name="connsiteY5533" fmla="*/ 3272599 h 5450835"/>
              <a:gd name="connsiteX5534" fmla="*/ 9427099 w 10450132"/>
              <a:gd name="connsiteY5534" fmla="*/ 3273059 h 5450835"/>
              <a:gd name="connsiteX5535" fmla="*/ 9418035 w 10450132"/>
              <a:gd name="connsiteY5535" fmla="*/ 3273059 h 5450835"/>
              <a:gd name="connsiteX5536" fmla="*/ 9417247 w 10450132"/>
              <a:gd name="connsiteY5536" fmla="*/ 3272599 h 5450835"/>
              <a:gd name="connsiteX5537" fmla="*/ 9412714 w 10450132"/>
              <a:gd name="connsiteY5537" fmla="*/ 3264716 h 5450835"/>
              <a:gd name="connsiteX5538" fmla="*/ 9412714 w 10450132"/>
              <a:gd name="connsiteY5538" fmla="*/ 3263863 h 5450835"/>
              <a:gd name="connsiteX5539" fmla="*/ 9417247 w 10450132"/>
              <a:gd name="connsiteY5539" fmla="*/ 3255981 h 5450835"/>
              <a:gd name="connsiteX5540" fmla="*/ 9418035 w 10450132"/>
              <a:gd name="connsiteY5540" fmla="*/ 3255521 h 5450835"/>
              <a:gd name="connsiteX5541" fmla="*/ 9163654 w 10450132"/>
              <a:gd name="connsiteY5541" fmla="*/ 3255521 h 5450835"/>
              <a:gd name="connsiteX5542" fmla="*/ 9172718 w 10450132"/>
              <a:gd name="connsiteY5542" fmla="*/ 3255521 h 5450835"/>
              <a:gd name="connsiteX5543" fmla="*/ 9173506 w 10450132"/>
              <a:gd name="connsiteY5543" fmla="*/ 3255981 h 5450835"/>
              <a:gd name="connsiteX5544" fmla="*/ 9178038 w 10450132"/>
              <a:gd name="connsiteY5544" fmla="*/ 3263863 h 5450835"/>
              <a:gd name="connsiteX5545" fmla="*/ 9178038 w 10450132"/>
              <a:gd name="connsiteY5545" fmla="*/ 3264716 h 5450835"/>
              <a:gd name="connsiteX5546" fmla="*/ 9173506 w 10450132"/>
              <a:gd name="connsiteY5546" fmla="*/ 3272599 h 5450835"/>
              <a:gd name="connsiteX5547" fmla="*/ 9172718 w 10450132"/>
              <a:gd name="connsiteY5547" fmla="*/ 3273059 h 5450835"/>
              <a:gd name="connsiteX5548" fmla="*/ 9163654 w 10450132"/>
              <a:gd name="connsiteY5548" fmla="*/ 3273059 h 5450835"/>
              <a:gd name="connsiteX5549" fmla="*/ 9162866 w 10450132"/>
              <a:gd name="connsiteY5549" fmla="*/ 3272599 h 5450835"/>
              <a:gd name="connsiteX5550" fmla="*/ 9158333 w 10450132"/>
              <a:gd name="connsiteY5550" fmla="*/ 3264716 h 5450835"/>
              <a:gd name="connsiteX5551" fmla="*/ 9158333 w 10450132"/>
              <a:gd name="connsiteY5551" fmla="*/ 3263863 h 5450835"/>
              <a:gd name="connsiteX5552" fmla="*/ 9162866 w 10450132"/>
              <a:gd name="connsiteY5552" fmla="*/ 3255981 h 5450835"/>
              <a:gd name="connsiteX5553" fmla="*/ 9163654 w 10450132"/>
              <a:gd name="connsiteY5553" fmla="*/ 3255521 h 5450835"/>
              <a:gd name="connsiteX5554" fmla="*/ 8909274 w 10450132"/>
              <a:gd name="connsiteY5554" fmla="*/ 3255521 h 5450835"/>
              <a:gd name="connsiteX5555" fmla="*/ 8918336 w 10450132"/>
              <a:gd name="connsiteY5555" fmla="*/ 3255521 h 5450835"/>
              <a:gd name="connsiteX5556" fmla="*/ 8919125 w 10450132"/>
              <a:gd name="connsiteY5556" fmla="*/ 3255981 h 5450835"/>
              <a:gd name="connsiteX5557" fmla="*/ 8923657 w 10450132"/>
              <a:gd name="connsiteY5557" fmla="*/ 3263863 h 5450835"/>
              <a:gd name="connsiteX5558" fmla="*/ 8923657 w 10450132"/>
              <a:gd name="connsiteY5558" fmla="*/ 3264716 h 5450835"/>
              <a:gd name="connsiteX5559" fmla="*/ 8919125 w 10450132"/>
              <a:gd name="connsiteY5559" fmla="*/ 3272599 h 5450835"/>
              <a:gd name="connsiteX5560" fmla="*/ 8918336 w 10450132"/>
              <a:gd name="connsiteY5560" fmla="*/ 3273059 h 5450835"/>
              <a:gd name="connsiteX5561" fmla="*/ 8909274 w 10450132"/>
              <a:gd name="connsiteY5561" fmla="*/ 3273059 h 5450835"/>
              <a:gd name="connsiteX5562" fmla="*/ 8908484 w 10450132"/>
              <a:gd name="connsiteY5562" fmla="*/ 3272599 h 5450835"/>
              <a:gd name="connsiteX5563" fmla="*/ 8903953 w 10450132"/>
              <a:gd name="connsiteY5563" fmla="*/ 3264716 h 5450835"/>
              <a:gd name="connsiteX5564" fmla="*/ 8903953 w 10450132"/>
              <a:gd name="connsiteY5564" fmla="*/ 3263863 h 5450835"/>
              <a:gd name="connsiteX5565" fmla="*/ 8908484 w 10450132"/>
              <a:gd name="connsiteY5565" fmla="*/ 3255981 h 5450835"/>
              <a:gd name="connsiteX5566" fmla="*/ 8909274 w 10450132"/>
              <a:gd name="connsiteY5566" fmla="*/ 3255521 h 5450835"/>
              <a:gd name="connsiteX5567" fmla="*/ 8654892 w 10450132"/>
              <a:gd name="connsiteY5567" fmla="*/ 3255521 h 5450835"/>
              <a:gd name="connsiteX5568" fmla="*/ 8663955 w 10450132"/>
              <a:gd name="connsiteY5568" fmla="*/ 3255521 h 5450835"/>
              <a:gd name="connsiteX5569" fmla="*/ 8664744 w 10450132"/>
              <a:gd name="connsiteY5569" fmla="*/ 3255981 h 5450835"/>
              <a:gd name="connsiteX5570" fmla="*/ 8669277 w 10450132"/>
              <a:gd name="connsiteY5570" fmla="*/ 3263863 h 5450835"/>
              <a:gd name="connsiteX5571" fmla="*/ 8669277 w 10450132"/>
              <a:gd name="connsiteY5571" fmla="*/ 3264716 h 5450835"/>
              <a:gd name="connsiteX5572" fmla="*/ 8664744 w 10450132"/>
              <a:gd name="connsiteY5572" fmla="*/ 3272599 h 5450835"/>
              <a:gd name="connsiteX5573" fmla="*/ 8663955 w 10450132"/>
              <a:gd name="connsiteY5573" fmla="*/ 3273059 h 5450835"/>
              <a:gd name="connsiteX5574" fmla="*/ 8654892 w 10450132"/>
              <a:gd name="connsiteY5574" fmla="*/ 3273059 h 5450835"/>
              <a:gd name="connsiteX5575" fmla="*/ 8654104 w 10450132"/>
              <a:gd name="connsiteY5575" fmla="*/ 3272599 h 5450835"/>
              <a:gd name="connsiteX5576" fmla="*/ 8649572 w 10450132"/>
              <a:gd name="connsiteY5576" fmla="*/ 3264716 h 5450835"/>
              <a:gd name="connsiteX5577" fmla="*/ 8649572 w 10450132"/>
              <a:gd name="connsiteY5577" fmla="*/ 3263863 h 5450835"/>
              <a:gd name="connsiteX5578" fmla="*/ 8654104 w 10450132"/>
              <a:gd name="connsiteY5578" fmla="*/ 3255981 h 5450835"/>
              <a:gd name="connsiteX5579" fmla="*/ 8654892 w 10450132"/>
              <a:gd name="connsiteY5579" fmla="*/ 3255521 h 5450835"/>
              <a:gd name="connsiteX5580" fmla="*/ 8400511 w 10450132"/>
              <a:gd name="connsiteY5580" fmla="*/ 3255521 h 5450835"/>
              <a:gd name="connsiteX5581" fmla="*/ 8409575 w 10450132"/>
              <a:gd name="connsiteY5581" fmla="*/ 3255521 h 5450835"/>
              <a:gd name="connsiteX5582" fmla="*/ 8410363 w 10450132"/>
              <a:gd name="connsiteY5582" fmla="*/ 3255981 h 5450835"/>
              <a:gd name="connsiteX5583" fmla="*/ 8414896 w 10450132"/>
              <a:gd name="connsiteY5583" fmla="*/ 3263863 h 5450835"/>
              <a:gd name="connsiteX5584" fmla="*/ 8414896 w 10450132"/>
              <a:gd name="connsiteY5584" fmla="*/ 3264716 h 5450835"/>
              <a:gd name="connsiteX5585" fmla="*/ 8410363 w 10450132"/>
              <a:gd name="connsiteY5585" fmla="*/ 3272599 h 5450835"/>
              <a:gd name="connsiteX5586" fmla="*/ 8409575 w 10450132"/>
              <a:gd name="connsiteY5586" fmla="*/ 3273059 h 5450835"/>
              <a:gd name="connsiteX5587" fmla="*/ 8400511 w 10450132"/>
              <a:gd name="connsiteY5587" fmla="*/ 3273059 h 5450835"/>
              <a:gd name="connsiteX5588" fmla="*/ 8399723 w 10450132"/>
              <a:gd name="connsiteY5588" fmla="*/ 3272599 h 5450835"/>
              <a:gd name="connsiteX5589" fmla="*/ 8395191 w 10450132"/>
              <a:gd name="connsiteY5589" fmla="*/ 3264716 h 5450835"/>
              <a:gd name="connsiteX5590" fmla="*/ 8395191 w 10450132"/>
              <a:gd name="connsiteY5590" fmla="*/ 3263863 h 5450835"/>
              <a:gd name="connsiteX5591" fmla="*/ 8399723 w 10450132"/>
              <a:gd name="connsiteY5591" fmla="*/ 3255981 h 5450835"/>
              <a:gd name="connsiteX5592" fmla="*/ 8400511 w 10450132"/>
              <a:gd name="connsiteY5592" fmla="*/ 3255521 h 5450835"/>
              <a:gd name="connsiteX5593" fmla="*/ 8146065 w 10450132"/>
              <a:gd name="connsiteY5593" fmla="*/ 3255521 h 5450835"/>
              <a:gd name="connsiteX5594" fmla="*/ 8155129 w 10450132"/>
              <a:gd name="connsiteY5594" fmla="*/ 3255521 h 5450835"/>
              <a:gd name="connsiteX5595" fmla="*/ 8155917 w 10450132"/>
              <a:gd name="connsiteY5595" fmla="*/ 3255981 h 5450835"/>
              <a:gd name="connsiteX5596" fmla="*/ 8160449 w 10450132"/>
              <a:gd name="connsiteY5596" fmla="*/ 3263863 h 5450835"/>
              <a:gd name="connsiteX5597" fmla="*/ 8160449 w 10450132"/>
              <a:gd name="connsiteY5597" fmla="*/ 3264716 h 5450835"/>
              <a:gd name="connsiteX5598" fmla="*/ 8155917 w 10450132"/>
              <a:gd name="connsiteY5598" fmla="*/ 3272599 h 5450835"/>
              <a:gd name="connsiteX5599" fmla="*/ 8155129 w 10450132"/>
              <a:gd name="connsiteY5599" fmla="*/ 3273059 h 5450835"/>
              <a:gd name="connsiteX5600" fmla="*/ 8146065 w 10450132"/>
              <a:gd name="connsiteY5600" fmla="*/ 3273059 h 5450835"/>
              <a:gd name="connsiteX5601" fmla="*/ 8145277 w 10450132"/>
              <a:gd name="connsiteY5601" fmla="*/ 3272599 h 5450835"/>
              <a:gd name="connsiteX5602" fmla="*/ 8140745 w 10450132"/>
              <a:gd name="connsiteY5602" fmla="*/ 3264716 h 5450835"/>
              <a:gd name="connsiteX5603" fmla="*/ 8140745 w 10450132"/>
              <a:gd name="connsiteY5603" fmla="*/ 3263863 h 5450835"/>
              <a:gd name="connsiteX5604" fmla="*/ 8145277 w 10450132"/>
              <a:gd name="connsiteY5604" fmla="*/ 3255981 h 5450835"/>
              <a:gd name="connsiteX5605" fmla="*/ 8146065 w 10450132"/>
              <a:gd name="connsiteY5605" fmla="*/ 3255521 h 5450835"/>
              <a:gd name="connsiteX5606" fmla="*/ 7891684 w 10450132"/>
              <a:gd name="connsiteY5606" fmla="*/ 3255521 h 5450835"/>
              <a:gd name="connsiteX5607" fmla="*/ 7900748 w 10450132"/>
              <a:gd name="connsiteY5607" fmla="*/ 3255521 h 5450835"/>
              <a:gd name="connsiteX5608" fmla="*/ 7901536 w 10450132"/>
              <a:gd name="connsiteY5608" fmla="*/ 3255981 h 5450835"/>
              <a:gd name="connsiteX5609" fmla="*/ 7906067 w 10450132"/>
              <a:gd name="connsiteY5609" fmla="*/ 3263863 h 5450835"/>
              <a:gd name="connsiteX5610" fmla="*/ 7906067 w 10450132"/>
              <a:gd name="connsiteY5610" fmla="*/ 3264716 h 5450835"/>
              <a:gd name="connsiteX5611" fmla="*/ 7901536 w 10450132"/>
              <a:gd name="connsiteY5611" fmla="*/ 3272599 h 5450835"/>
              <a:gd name="connsiteX5612" fmla="*/ 7900748 w 10450132"/>
              <a:gd name="connsiteY5612" fmla="*/ 3273059 h 5450835"/>
              <a:gd name="connsiteX5613" fmla="*/ 7891684 w 10450132"/>
              <a:gd name="connsiteY5613" fmla="*/ 3273059 h 5450835"/>
              <a:gd name="connsiteX5614" fmla="*/ 7890896 w 10450132"/>
              <a:gd name="connsiteY5614" fmla="*/ 3272599 h 5450835"/>
              <a:gd name="connsiteX5615" fmla="*/ 7886363 w 10450132"/>
              <a:gd name="connsiteY5615" fmla="*/ 3264716 h 5450835"/>
              <a:gd name="connsiteX5616" fmla="*/ 7886363 w 10450132"/>
              <a:gd name="connsiteY5616" fmla="*/ 3263863 h 5450835"/>
              <a:gd name="connsiteX5617" fmla="*/ 7890896 w 10450132"/>
              <a:gd name="connsiteY5617" fmla="*/ 3255981 h 5450835"/>
              <a:gd name="connsiteX5618" fmla="*/ 7891684 w 10450132"/>
              <a:gd name="connsiteY5618" fmla="*/ 3255521 h 5450835"/>
              <a:gd name="connsiteX5619" fmla="*/ 7637304 w 10450132"/>
              <a:gd name="connsiteY5619" fmla="*/ 3255521 h 5450835"/>
              <a:gd name="connsiteX5620" fmla="*/ 7646367 w 10450132"/>
              <a:gd name="connsiteY5620" fmla="*/ 3255521 h 5450835"/>
              <a:gd name="connsiteX5621" fmla="*/ 7647156 w 10450132"/>
              <a:gd name="connsiteY5621" fmla="*/ 3255981 h 5450835"/>
              <a:gd name="connsiteX5622" fmla="*/ 7651687 w 10450132"/>
              <a:gd name="connsiteY5622" fmla="*/ 3263863 h 5450835"/>
              <a:gd name="connsiteX5623" fmla="*/ 7651687 w 10450132"/>
              <a:gd name="connsiteY5623" fmla="*/ 3264716 h 5450835"/>
              <a:gd name="connsiteX5624" fmla="*/ 7647156 w 10450132"/>
              <a:gd name="connsiteY5624" fmla="*/ 3272599 h 5450835"/>
              <a:gd name="connsiteX5625" fmla="*/ 7646367 w 10450132"/>
              <a:gd name="connsiteY5625" fmla="*/ 3273059 h 5450835"/>
              <a:gd name="connsiteX5626" fmla="*/ 7637304 w 10450132"/>
              <a:gd name="connsiteY5626" fmla="*/ 3273059 h 5450835"/>
              <a:gd name="connsiteX5627" fmla="*/ 7636516 w 10450132"/>
              <a:gd name="connsiteY5627" fmla="*/ 3272599 h 5450835"/>
              <a:gd name="connsiteX5628" fmla="*/ 7631983 w 10450132"/>
              <a:gd name="connsiteY5628" fmla="*/ 3264716 h 5450835"/>
              <a:gd name="connsiteX5629" fmla="*/ 7631983 w 10450132"/>
              <a:gd name="connsiteY5629" fmla="*/ 3263863 h 5450835"/>
              <a:gd name="connsiteX5630" fmla="*/ 7636516 w 10450132"/>
              <a:gd name="connsiteY5630" fmla="*/ 3255981 h 5450835"/>
              <a:gd name="connsiteX5631" fmla="*/ 7637304 w 10450132"/>
              <a:gd name="connsiteY5631" fmla="*/ 3255521 h 5450835"/>
              <a:gd name="connsiteX5632" fmla="*/ 7382923 w 10450132"/>
              <a:gd name="connsiteY5632" fmla="*/ 3255521 h 5450835"/>
              <a:gd name="connsiteX5633" fmla="*/ 7391987 w 10450132"/>
              <a:gd name="connsiteY5633" fmla="*/ 3255521 h 5450835"/>
              <a:gd name="connsiteX5634" fmla="*/ 7392775 w 10450132"/>
              <a:gd name="connsiteY5634" fmla="*/ 3255981 h 5450835"/>
              <a:gd name="connsiteX5635" fmla="*/ 7397307 w 10450132"/>
              <a:gd name="connsiteY5635" fmla="*/ 3263863 h 5450835"/>
              <a:gd name="connsiteX5636" fmla="*/ 7397307 w 10450132"/>
              <a:gd name="connsiteY5636" fmla="*/ 3264716 h 5450835"/>
              <a:gd name="connsiteX5637" fmla="*/ 7392775 w 10450132"/>
              <a:gd name="connsiteY5637" fmla="*/ 3272599 h 5450835"/>
              <a:gd name="connsiteX5638" fmla="*/ 7391987 w 10450132"/>
              <a:gd name="connsiteY5638" fmla="*/ 3273059 h 5450835"/>
              <a:gd name="connsiteX5639" fmla="*/ 7382923 w 10450132"/>
              <a:gd name="connsiteY5639" fmla="*/ 3273059 h 5450835"/>
              <a:gd name="connsiteX5640" fmla="*/ 7382135 w 10450132"/>
              <a:gd name="connsiteY5640" fmla="*/ 3272599 h 5450835"/>
              <a:gd name="connsiteX5641" fmla="*/ 7377602 w 10450132"/>
              <a:gd name="connsiteY5641" fmla="*/ 3264716 h 5450835"/>
              <a:gd name="connsiteX5642" fmla="*/ 7377602 w 10450132"/>
              <a:gd name="connsiteY5642" fmla="*/ 3263863 h 5450835"/>
              <a:gd name="connsiteX5643" fmla="*/ 7382135 w 10450132"/>
              <a:gd name="connsiteY5643" fmla="*/ 3255981 h 5450835"/>
              <a:gd name="connsiteX5644" fmla="*/ 7382923 w 10450132"/>
              <a:gd name="connsiteY5644" fmla="*/ 3255521 h 5450835"/>
              <a:gd name="connsiteX5645" fmla="*/ 7128477 w 10450132"/>
              <a:gd name="connsiteY5645" fmla="*/ 3255521 h 5450835"/>
              <a:gd name="connsiteX5646" fmla="*/ 7137540 w 10450132"/>
              <a:gd name="connsiteY5646" fmla="*/ 3255521 h 5450835"/>
              <a:gd name="connsiteX5647" fmla="*/ 7138328 w 10450132"/>
              <a:gd name="connsiteY5647" fmla="*/ 3255981 h 5450835"/>
              <a:gd name="connsiteX5648" fmla="*/ 7142860 w 10450132"/>
              <a:gd name="connsiteY5648" fmla="*/ 3263863 h 5450835"/>
              <a:gd name="connsiteX5649" fmla="*/ 7142860 w 10450132"/>
              <a:gd name="connsiteY5649" fmla="*/ 3264716 h 5450835"/>
              <a:gd name="connsiteX5650" fmla="*/ 7138328 w 10450132"/>
              <a:gd name="connsiteY5650" fmla="*/ 3272599 h 5450835"/>
              <a:gd name="connsiteX5651" fmla="*/ 7137540 w 10450132"/>
              <a:gd name="connsiteY5651" fmla="*/ 3273059 h 5450835"/>
              <a:gd name="connsiteX5652" fmla="*/ 7128477 w 10450132"/>
              <a:gd name="connsiteY5652" fmla="*/ 3273059 h 5450835"/>
              <a:gd name="connsiteX5653" fmla="*/ 7127689 w 10450132"/>
              <a:gd name="connsiteY5653" fmla="*/ 3272599 h 5450835"/>
              <a:gd name="connsiteX5654" fmla="*/ 7123156 w 10450132"/>
              <a:gd name="connsiteY5654" fmla="*/ 3264716 h 5450835"/>
              <a:gd name="connsiteX5655" fmla="*/ 7123156 w 10450132"/>
              <a:gd name="connsiteY5655" fmla="*/ 3263863 h 5450835"/>
              <a:gd name="connsiteX5656" fmla="*/ 7127689 w 10450132"/>
              <a:gd name="connsiteY5656" fmla="*/ 3255981 h 5450835"/>
              <a:gd name="connsiteX5657" fmla="*/ 7128477 w 10450132"/>
              <a:gd name="connsiteY5657" fmla="*/ 3255521 h 5450835"/>
              <a:gd name="connsiteX5658" fmla="*/ 6874095 w 10450132"/>
              <a:gd name="connsiteY5658" fmla="*/ 3255521 h 5450835"/>
              <a:gd name="connsiteX5659" fmla="*/ 6883159 w 10450132"/>
              <a:gd name="connsiteY5659" fmla="*/ 3255521 h 5450835"/>
              <a:gd name="connsiteX5660" fmla="*/ 6883947 w 10450132"/>
              <a:gd name="connsiteY5660" fmla="*/ 3255981 h 5450835"/>
              <a:gd name="connsiteX5661" fmla="*/ 6888480 w 10450132"/>
              <a:gd name="connsiteY5661" fmla="*/ 3263863 h 5450835"/>
              <a:gd name="connsiteX5662" fmla="*/ 6888480 w 10450132"/>
              <a:gd name="connsiteY5662" fmla="*/ 3264716 h 5450835"/>
              <a:gd name="connsiteX5663" fmla="*/ 6883947 w 10450132"/>
              <a:gd name="connsiteY5663" fmla="*/ 3272599 h 5450835"/>
              <a:gd name="connsiteX5664" fmla="*/ 6883159 w 10450132"/>
              <a:gd name="connsiteY5664" fmla="*/ 3273059 h 5450835"/>
              <a:gd name="connsiteX5665" fmla="*/ 6874095 w 10450132"/>
              <a:gd name="connsiteY5665" fmla="*/ 3273059 h 5450835"/>
              <a:gd name="connsiteX5666" fmla="*/ 6873307 w 10450132"/>
              <a:gd name="connsiteY5666" fmla="*/ 3272599 h 5450835"/>
              <a:gd name="connsiteX5667" fmla="*/ 6868775 w 10450132"/>
              <a:gd name="connsiteY5667" fmla="*/ 3264716 h 5450835"/>
              <a:gd name="connsiteX5668" fmla="*/ 6868775 w 10450132"/>
              <a:gd name="connsiteY5668" fmla="*/ 3263863 h 5450835"/>
              <a:gd name="connsiteX5669" fmla="*/ 6873307 w 10450132"/>
              <a:gd name="connsiteY5669" fmla="*/ 3255981 h 5450835"/>
              <a:gd name="connsiteX5670" fmla="*/ 6874095 w 10450132"/>
              <a:gd name="connsiteY5670" fmla="*/ 3255521 h 5450835"/>
              <a:gd name="connsiteX5671" fmla="*/ 6619714 w 10450132"/>
              <a:gd name="connsiteY5671" fmla="*/ 3255521 h 5450835"/>
              <a:gd name="connsiteX5672" fmla="*/ 6628778 w 10450132"/>
              <a:gd name="connsiteY5672" fmla="*/ 3255521 h 5450835"/>
              <a:gd name="connsiteX5673" fmla="*/ 6629566 w 10450132"/>
              <a:gd name="connsiteY5673" fmla="*/ 3255981 h 5450835"/>
              <a:gd name="connsiteX5674" fmla="*/ 6634099 w 10450132"/>
              <a:gd name="connsiteY5674" fmla="*/ 3263863 h 5450835"/>
              <a:gd name="connsiteX5675" fmla="*/ 6634099 w 10450132"/>
              <a:gd name="connsiteY5675" fmla="*/ 3264716 h 5450835"/>
              <a:gd name="connsiteX5676" fmla="*/ 6629566 w 10450132"/>
              <a:gd name="connsiteY5676" fmla="*/ 3272599 h 5450835"/>
              <a:gd name="connsiteX5677" fmla="*/ 6628778 w 10450132"/>
              <a:gd name="connsiteY5677" fmla="*/ 3273059 h 5450835"/>
              <a:gd name="connsiteX5678" fmla="*/ 6619714 w 10450132"/>
              <a:gd name="connsiteY5678" fmla="*/ 3273059 h 5450835"/>
              <a:gd name="connsiteX5679" fmla="*/ 6618926 w 10450132"/>
              <a:gd name="connsiteY5679" fmla="*/ 3272599 h 5450835"/>
              <a:gd name="connsiteX5680" fmla="*/ 6614394 w 10450132"/>
              <a:gd name="connsiteY5680" fmla="*/ 3264716 h 5450835"/>
              <a:gd name="connsiteX5681" fmla="*/ 6614394 w 10450132"/>
              <a:gd name="connsiteY5681" fmla="*/ 3263863 h 5450835"/>
              <a:gd name="connsiteX5682" fmla="*/ 6618926 w 10450132"/>
              <a:gd name="connsiteY5682" fmla="*/ 3255981 h 5450835"/>
              <a:gd name="connsiteX5683" fmla="*/ 6619714 w 10450132"/>
              <a:gd name="connsiteY5683" fmla="*/ 3255521 h 5450835"/>
              <a:gd name="connsiteX5684" fmla="*/ 6365334 w 10450132"/>
              <a:gd name="connsiteY5684" fmla="*/ 3255521 h 5450835"/>
              <a:gd name="connsiteX5685" fmla="*/ 6374397 w 10450132"/>
              <a:gd name="connsiteY5685" fmla="*/ 3255521 h 5450835"/>
              <a:gd name="connsiteX5686" fmla="*/ 6375186 w 10450132"/>
              <a:gd name="connsiteY5686" fmla="*/ 3255981 h 5450835"/>
              <a:gd name="connsiteX5687" fmla="*/ 6379718 w 10450132"/>
              <a:gd name="connsiteY5687" fmla="*/ 3263863 h 5450835"/>
              <a:gd name="connsiteX5688" fmla="*/ 6379718 w 10450132"/>
              <a:gd name="connsiteY5688" fmla="*/ 3264716 h 5450835"/>
              <a:gd name="connsiteX5689" fmla="*/ 6375186 w 10450132"/>
              <a:gd name="connsiteY5689" fmla="*/ 3272599 h 5450835"/>
              <a:gd name="connsiteX5690" fmla="*/ 6374397 w 10450132"/>
              <a:gd name="connsiteY5690" fmla="*/ 3273059 h 5450835"/>
              <a:gd name="connsiteX5691" fmla="*/ 6365334 w 10450132"/>
              <a:gd name="connsiteY5691" fmla="*/ 3273059 h 5450835"/>
              <a:gd name="connsiteX5692" fmla="*/ 6364546 w 10450132"/>
              <a:gd name="connsiteY5692" fmla="*/ 3272599 h 5450835"/>
              <a:gd name="connsiteX5693" fmla="*/ 6360014 w 10450132"/>
              <a:gd name="connsiteY5693" fmla="*/ 3264716 h 5450835"/>
              <a:gd name="connsiteX5694" fmla="*/ 6360014 w 10450132"/>
              <a:gd name="connsiteY5694" fmla="*/ 3263863 h 5450835"/>
              <a:gd name="connsiteX5695" fmla="*/ 6364546 w 10450132"/>
              <a:gd name="connsiteY5695" fmla="*/ 3255981 h 5450835"/>
              <a:gd name="connsiteX5696" fmla="*/ 6365334 w 10450132"/>
              <a:gd name="connsiteY5696" fmla="*/ 3255521 h 5450835"/>
              <a:gd name="connsiteX5697" fmla="*/ 6110888 w 10450132"/>
              <a:gd name="connsiteY5697" fmla="*/ 3255521 h 5450835"/>
              <a:gd name="connsiteX5698" fmla="*/ 6119953 w 10450132"/>
              <a:gd name="connsiteY5698" fmla="*/ 3255521 h 5450835"/>
              <a:gd name="connsiteX5699" fmla="*/ 6120740 w 10450132"/>
              <a:gd name="connsiteY5699" fmla="*/ 3255981 h 5450835"/>
              <a:gd name="connsiteX5700" fmla="*/ 6125272 w 10450132"/>
              <a:gd name="connsiteY5700" fmla="*/ 3263863 h 5450835"/>
              <a:gd name="connsiteX5701" fmla="*/ 6125272 w 10450132"/>
              <a:gd name="connsiteY5701" fmla="*/ 3264716 h 5450835"/>
              <a:gd name="connsiteX5702" fmla="*/ 6120740 w 10450132"/>
              <a:gd name="connsiteY5702" fmla="*/ 3272599 h 5450835"/>
              <a:gd name="connsiteX5703" fmla="*/ 6119953 w 10450132"/>
              <a:gd name="connsiteY5703" fmla="*/ 3273059 h 5450835"/>
              <a:gd name="connsiteX5704" fmla="*/ 6110888 w 10450132"/>
              <a:gd name="connsiteY5704" fmla="*/ 3273059 h 5450835"/>
              <a:gd name="connsiteX5705" fmla="*/ 6110101 w 10450132"/>
              <a:gd name="connsiteY5705" fmla="*/ 3272599 h 5450835"/>
              <a:gd name="connsiteX5706" fmla="*/ 6105567 w 10450132"/>
              <a:gd name="connsiteY5706" fmla="*/ 3264716 h 5450835"/>
              <a:gd name="connsiteX5707" fmla="*/ 6105567 w 10450132"/>
              <a:gd name="connsiteY5707" fmla="*/ 3263863 h 5450835"/>
              <a:gd name="connsiteX5708" fmla="*/ 6110101 w 10450132"/>
              <a:gd name="connsiteY5708" fmla="*/ 3255981 h 5450835"/>
              <a:gd name="connsiteX5709" fmla="*/ 6110888 w 10450132"/>
              <a:gd name="connsiteY5709" fmla="*/ 3255521 h 5450835"/>
              <a:gd name="connsiteX5710" fmla="*/ 5856508 w 10450132"/>
              <a:gd name="connsiteY5710" fmla="*/ 3255521 h 5450835"/>
              <a:gd name="connsiteX5711" fmla="*/ 5865571 w 10450132"/>
              <a:gd name="connsiteY5711" fmla="*/ 3255521 h 5450835"/>
              <a:gd name="connsiteX5712" fmla="*/ 5866359 w 10450132"/>
              <a:gd name="connsiteY5712" fmla="*/ 3255981 h 5450835"/>
              <a:gd name="connsiteX5713" fmla="*/ 5870891 w 10450132"/>
              <a:gd name="connsiteY5713" fmla="*/ 3263863 h 5450835"/>
              <a:gd name="connsiteX5714" fmla="*/ 5870891 w 10450132"/>
              <a:gd name="connsiteY5714" fmla="*/ 3264716 h 5450835"/>
              <a:gd name="connsiteX5715" fmla="*/ 5866359 w 10450132"/>
              <a:gd name="connsiteY5715" fmla="*/ 3272599 h 5450835"/>
              <a:gd name="connsiteX5716" fmla="*/ 5865571 w 10450132"/>
              <a:gd name="connsiteY5716" fmla="*/ 3273059 h 5450835"/>
              <a:gd name="connsiteX5717" fmla="*/ 5856508 w 10450132"/>
              <a:gd name="connsiteY5717" fmla="*/ 3273059 h 5450835"/>
              <a:gd name="connsiteX5718" fmla="*/ 5855720 w 10450132"/>
              <a:gd name="connsiteY5718" fmla="*/ 3272599 h 5450835"/>
              <a:gd name="connsiteX5719" fmla="*/ 5851187 w 10450132"/>
              <a:gd name="connsiteY5719" fmla="*/ 3264716 h 5450835"/>
              <a:gd name="connsiteX5720" fmla="*/ 5851187 w 10450132"/>
              <a:gd name="connsiteY5720" fmla="*/ 3263863 h 5450835"/>
              <a:gd name="connsiteX5721" fmla="*/ 5855720 w 10450132"/>
              <a:gd name="connsiteY5721" fmla="*/ 3255981 h 5450835"/>
              <a:gd name="connsiteX5722" fmla="*/ 5856508 w 10450132"/>
              <a:gd name="connsiteY5722" fmla="*/ 3255521 h 5450835"/>
              <a:gd name="connsiteX5723" fmla="*/ 5602126 w 10450132"/>
              <a:gd name="connsiteY5723" fmla="*/ 3255521 h 5450835"/>
              <a:gd name="connsiteX5724" fmla="*/ 5611191 w 10450132"/>
              <a:gd name="connsiteY5724" fmla="*/ 3255521 h 5450835"/>
              <a:gd name="connsiteX5725" fmla="*/ 5611979 w 10450132"/>
              <a:gd name="connsiteY5725" fmla="*/ 3255981 h 5450835"/>
              <a:gd name="connsiteX5726" fmla="*/ 5616511 w 10450132"/>
              <a:gd name="connsiteY5726" fmla="*/ 3263863 h 5450835"/>
              <a:gd name="connsiteX5727" fmla="*/ 5616511 w 10450132"/>
              <a:gd name="connsiteY5727" fmla="*/ 3264716 h 5450835"/>
              <a:gd name="connsiteX5728" fmla="*/ 5611979 w 10450132"/>
              <a:gd name="connsiteY5728" fmla="*/ 3272599 h 5450835"/>
              <a:gd name="connsiteX5729" fmla="*/ 5611191 w 10450132"/>
              <a:gd name="connsiteY5729" fmla="*/ 3273059 h 5450835"/>
              <a:gd name="connsiteX5730" fmla="*/ 5602126 w 10450132"/>
              <a:gd name="connsiteY5730" fmla="*/ 3273059 h 5450835"/>
              <a:gd name="connsiteX5731" fmla="*/ 5601338 w 10450132"/>
              <a:gd name="connsiteY5731" fmla="*/ 3272599 h 5450835"/>
              <a:gd name="connsiteX5732" fmla="*/ 5596807 w 10450132"/>
              <a:gd name="connsiteY5732" fmla="*/ 3264716 h 5450835"/>
              <a:gd name="connsiteX5733" fmla="*/ 5596807 w 10450132"/>
              <a:gd name="connsiteY5733" fmla="*/ 3263863 h 5450835"/>
              <a:gd name="connsiteX5734" fmla="*/ 5601338 w 10450132"/>
              <a:gd name="connsiteY5734" fmla="*/ 3255981 h 5450835"/>
              <a:gd name="connsiteX5735" fmla="*/ 5602126 w 10450132"/>
              <a:gd name="connsiteY5735" fmla="*/ 3255521 h 5450835"/>
              <a:gd name="connsiteX5736" fmla="*/ 5347746 w 10450132"/>
              <a:gd name="connsiteY5736" fmla="*/ 3255521 h 5450835"/>
              <a:gd name="connsiteX5737" fmla="*/ 5356810 w 10450132"/>
              <a:gd name="connsiteY5737" fmla="*/ 3255521 h 5450835"/>
              <a:gd name="connsiteX5738" fmla="*/ 5357598 w 10450132"/>
              <a:gd name="connsiteY5738" fmla="*/ 3255981 h 5450835"/>
              <a:gd name="connsiteX5739" fmla="*/ 5362130 w 10450132"/>
              <a:gd name="connsiteY5739" fmla="*/ 3263863 h 5450835"/>
              <a:gd name="connsiteX5740" fmla="*/ 5362130 w 10450132"/>
              <a:gd name="connsiteY5740" fmla="*/ 3264716 h 5450835"/>
              <a:gd name="connsiteX5741" fmla="*/ 5357598 w 10450132"/>
              <a:gd name="connsiteY5741" fmla="*/ 3272599 h 5450835"/>
              <a:gd name="connsiteX5742" fmla="*/ 5356810 w 10450132"/>
              <a:gd name="connsiteY5742" fmla="*/ 3273059 h 5450835"/>
              <a:gd name="connsiteX5743" fmla="*/ 5347746 w 10450132"/>
              <a:gd name="connsiteY5743" fmla="*/ 3273059 h 5450835"/>
              <a:gd name="connsiteX5744" fmla="*/ 5346958 w 10450132"/>
              <a:gd name="connsiteY5744" fmla="*/ 3272599 h 5450835"/>
              <a:gd name="connsiteX5745" fmla="*/ 5342425 w 10450132"/>
              <a:gd name="connsiteY5745" fmla="*/ 3264716 h 5450835"/>
              <a:gd name="connsiteX5746" fmla="*/ 5342425 w 10450132"/>
              <a:gd name="connsiteY5746" fmla="*/ 3263863 h 5450835"/>
              <a:gd name="connsiteX5747" fmla="*/ 5346958 w 10450132"/>
              <a:gd name="connsiteY5747" fmla="*/ 3255981 h 5450835"/>
              <a:gd name="connsiteX5748" fmla="*/ 5347746 w 10450132"/>
              <a:gd name="connsiteY5748" fmla="*/ 3255521 h 5450835"/>
              <a:gd name="connsiteX5749" fmla="*/ 5093300 w 10450132"/>
              <a:gd name="connsiteY5749" fmla="*/ 3255521 h 5450835"/>
              <a:gd name="connsiteX5750" fmla="*/ 5102364 w 10450132"/>
              <a:gd name="connsiteY5750" fmla="*/ 3255521 h 5450835"/>
              <a:gd name="connsiteX5751" fmla="*/ 5103153 w 10450132"/>
              <a:gd name="connsiteY5751" fmla="*/ 3255981 h 5450835"/>
              <a:gd name="connsiteX5752" fmla="*/ 5107684 w 10450132"/>
              <a:gd name="connsiteY5752" fmla="*/ 3263863 h 5450835"/>
              <a:gd name="connsiteX5753" fmla="*/ 5107684 w 10450132"/>
              <a:gd name="connsiteY5753" fmla="*/ 3264716 h 5450835"/>
              <a:gd name="connsiteX5754" fmla="*/ 5103153 w 10450132"/>
              <a:gd name="connsiteY5754" fmla="*/ 3272599 h 5450835"/>
              <a:gd name="connsiteX5755" fmla="*/ 5102364 w 10450132"/>
              <a:gd name="connsiteY5755" fmla="*/ 3273059 h 5450835"/>
              <a:gd name="connsiteX5756" fmla="*/ 5093300 w 10450132"/>
              <a:gd name="connsiteY5756" fmla="*/ 3273059 h 5450835"/>
              <a:gd name="connsiteX5757" fmla="*/ 5092512 w 10450132"/>
              <a:gd name="connsiteY5757" fmla="*/ 3272599 h 5450835"/>
              <a:gd name="connsiteX5758" fmla="*/ 5087979 w 10450132"/>
              <a:gd name="connsiteY5758" fmla="*/ 3264716 h 5450835"/>
              <a:gd name="connsiteX5759" fmla="*/ 5087979 w 10450132"/>
              <a:gd name="connsiteY5759" fmla="*/ 3263863 h 5450835"/>
              <a:gd name="connsiteX5760" fmla="*/ 5092512 w 10450132"/>
              <a:gd name="connsiteY5760" fmla="*/ 3255981 h 5450835"/>
              <a:gd name="connsiteX5761" fmla="*/ 5093300 w 10450132"/>
              <a:gd name="connsiteY5761" fmla="*/ 3255521 h 5450835"/>
              <a:gd name="connsiteX5762" fmla="*/ 4838919 w 10450132"/>
              <a:gd name="connsiteY5762" fmla="*/ 3255521 h 5450835"/>
              <a:gd name="connsiteX5763" fmla="*/ 4847982 w 10450132"/>
              <a:gd name="connsiteY5763" fmla="*/ 3255521 h 5450835"/>
              <a:gd name="connsiteX5764" fmla="*/ 4848772 w 10450132"/>
              <a:gd name="connsiteY5764" fmla="*/ 3255981 h 5450835"/>
              <a:gd name="connsiteX5765" fmla="*/ 4853303 w 10450132"/>
              <a:gd name="connsiteY5765" fmla="*/ 3263863 h 5450835"/>
              <a:gd name="connsiteX5766" fmla="*/ 4853303 w 10450132"/>
              <a:gd name="connsiteY5766" fmla="*/ 3264716 h 5450835"/>
              <a:gd name="connsiteX5767" fmla="*/ 4848772 w 10450132"/>
              <a:gd name="connsiteY5767" fmla="*/ 3272599 h 5450835"/>
              <a:gd name="connsiteX5768" fmla="*/ 4847982 w 10450132"/>
              <a:gd name="connsiteY5768" fmla="*/ 3273059 h 5450835"/>
              <a:gd name="connsiteX5769" fmla="*/ 4838919 w 10450132"/>
              <a:gd name="connsiteY5769" fmla="*/ 3273059 h 5450835"/>
              <a:gd name="connsiteX5770" fmla="*/ 4838132 w 10450132"/>
              <a:gd name="connsiteY5770" fmla="*/ 3272599 h 5450835"/>
              <a:gd name="connsiteX5771" fmla="*/ 4833598 w 10450132"/>
              <a:gd name="connsiteY5771" fmla="*/ 3264716 h 5450835"/>
              <a:gd name="connsiteX5772" fmla="*/ 4833598 w 10450132"/>
              <a:gd name="connsiteY5772" fmla="*/ 3263863 h 5450835"/>
              <a:gd name="connsiteX5773" fmla="*/ 4838132 w 10450132"/>
              <a:gd name="connsiteY5773" fmla="*/ 3255981 h 5450835"/>
              <a:gd name="connsiteX5774" fmla="*/ 4838919 w 10450132"/>
              <a:gd name="connsiteY5774" fmla="*/ 3255521 h 5450835"/>
              <a:gd name="connsiteX5775" fmla="*/ 4584538 w 10450132"/>
              <a:gd name="connsiteY5775" fmla="*/ 3255521 h 5450835"/>
              <a:gd name="connsiteX5776" fmla="*/ 4593603 w 10450132"/>
              <a:gd name="connsiteY5776" fmla="*/ 3255521 h 5450835"/>
              <a:gd name="connsiteX5777" fmla="*/ 4594390 w 10450132"/>
              <a:gd name="connsiteY5777" fmla="*/ 3255981 h 5450835"/>
              <a:gd name="connsiteX5778" fmla="*/ 4598922 w 10450132"/>
              <a:gd name="connsiteY5778" fmla="*/ 3263863 h 5450835"/>
              <a:gd name="connsiteX5779" fmla="*/ 4598922 w 10450132"/>
              <a:gd name="connsiteY5779" fmla="*/ 3264716 h 5450835"/>
              <a:gd name="connsiteX5780" fmla="*/ 4594390 w 10450132"/>
              <a:gd name="connsiteY5780" fmla="*/ 3272599 h 5450835"/>
              <a:gd name="connsiteX5781" fmla="*/ 4593603 w 10450132"/>
              <a:gd name="connsiteY5781" fmla="*/ 3273059 h 5450835"/>
              <a:gd name="connsiteX5782" fmla="*/ 4584538 w 10450132"/>
              <a:gd name="connsiteY5782" fmla="*/ 3273059 h 5450835"/>
              <a:gd name="connsiteX5783" fmla="*/ 4583749 w 10450132"/>
              <a:gd name="connsiteY5783" fmla="*/ 3272599 h 5450835"/>
              <a:gd name="connsiteX5784" fmla="*/ 4579218 w 10450132"/>
              <a:gd name="connsiteY5784" fmla="*/ 3264716 h 5450835"/>
              <a:gd name="connsiteX5785" fmla="*/ 4579218 w 10450132"/>
              <a:gd name="connsiteY5785" fmla="*/ 3263863 h 5450835"/>
              <a:gd name="connsiteX5786" fmla="*/ 4583749 w 10450132"/>
              <a:gd name="connsiteY5786" fmla="*/ 3255981 h 5450835"/>
              <a:gd name="connsiteX5787" fmla="*/ 4584538 w 10450132"/>
              <a:gd name="connsiteY5787" fmla="*/ 3255521 h 5450835"/>
              <a:gd name="connsiteX5788" fmla="*/ 4330157 w 10450132"/>
              <a:gd name="connsiteY5788" fmla="*/ 3255521 h 5450835"/>
              <a:gd name="connsiteX5789" fmla="*/ 4339222 w 10450132"/>
              <a:gd name="connsiteY5789" fmla="*/ 3255521 h 5450835"/>
              <a:gd name="connsiteX5790" fmla="*/ 4340010 w 10450132"/>
              <a:gd name="connsiteY5790" fmla="*/ 3255981 h 5450835"/>
              <a:gd name="connsiteX5791" fmla="*/ 4344540 w 10450132"/>
              <a:gd name="connsiteY5791" fmla="*/ 3263863 h 5450835"/>
              <a:gd name="connsiteX5792" fmla="*/ 4344540 w 10450132"/>
              <a:gd name="connsiteY5792" fmla="*/ 3264716 h 5450835"/>
              <a:gd name="connsiteX5793" fmla="*/ 4340010 w 10450132"/>
              <a:gd name="connsiteY5793" fmla="*/ 3272599 h 5450835"/>
              <a:gd name="connsiteX5794" fmla="*/ 4339222 w 10450132"/>
              <a:gd name="connsiteY5794" fmla="*/ 3273059 h 5450835"/>
              <a:gd name="connsiteX5795" fmla="*/ 4330157 w 10450132"/>
              <a:gd name="connsiteY5795" fmla="*/ 3273059 h 5450835"/>
              <a:gd name="connsiteX5796" fmla="*/ 4329369 w 10450132"/>
              <a:gd name="connsiteY5796" fmla="*/ 3272599 h 5450835"/>
              <a:gd name="connsiteX5797" fmla="*/ 4324836 w 10450132"/>
              <a:gd name="connsiteY5797" fmla="*/ 3264716 h 5450835"/>
              <a:gd name="connsiteX5798" fmla="*/ 4324836 w 10450132"/>
              <a:gd name="connsiteY5798" fmla="*/ 3263863 h 5450835"/>
              <a:gd name="connsiteX5799" fmla="*/ 4329369 w 10450132"/>
              <a:gd name="connsiteY5799" fmla="*/ 3255981 h 5450835"/>
              <a:gd name="connsiteX5800" fmla="*/ 4330157 w 10450132"/>
              <a:gd name="connsiteY5800" fmla="*/ 3255521 h 5450835"/>
              <a:gd name="connsiteX5801" fmla="*/ 4075825 w 10450132"/>
              <a:gd name="connsiteY5801" fmla="*/ 3255521 h 5450835"/>
              <a:gd name="connsiteX5802" fmla="*/ 4084889 w 10450132"/>
              <a:gd name="connsiteY5802" fmla="*/ 3255521 h 5450835"/>
              <a:gd name="connsiteX5803" fmla="*/ 4085677 w 10450132"/>
              <a:gd name="connsiteY5803" fmla="*/ 3255981 h 5450835"/>
              <a:gd name="connsiteX5804" fmla="*/ 4090210 w 10450132"/>
              <a:gd name="connsiteY5804" fmla="*/ 3263863 h 5450835"/>
              <a:gd name="connsiteX5805" fmla="*/ 4090210 w 10450132"/>
              <a:gd name="connsiteY5805" fmla="*/ 3264716 h 5450835"/>
              <a:gd name="connsiteX5806" fmla="*/ 4085677 w 10450132"/>
              <a:gd name="connsiteY5806" fmla="*/ 3272599 h 5450835"/>
              <a:gd name="connsiteX5807" fmla="*/ 4084889 w 10450132"/>
              <a:gd name="connsiteY5807" fmla="*/ 3273059 h 5450835"/>
              <a:gd name="connsiteX5808" fmla="*/ 4075825 w 10450132"/>
              <a:gd name="connsiteY5808" fmla="*/ 3273059 h 5450835"/>
              <a:gd name="connsiteX5809" fmla="*/ 4075038 w 10450132"/>
              <a:gd name="connsiteY5809" fmla="*/ 3272599 h 5450835"/>
              <a:gd name="connsiteX5810" fmla="*/ 4070503 w 10450132"/>
              <a:gd name="connsiteY5810" fmla="*/ 3264716 h 5450835"/>
              <a:gd name="connsiteX5811" fmla="*/ 4070503 w 10450132"/>
              <a:gd name="connsiteY5811" fmla="*/ 3263863 h 5450835"/>
              <a:gd name="connsiteX5812" fmla="*/ 4075038 w 10450132"/>
              <a:gd name="connsiteY5812" fmla="*/ 3255981 h 5450835"/>
              <a:gd name="connsiteX5813" fmla="*/ 4075825 w 10450132"/>
              <a:gd name="connsiteY5813" fmla="*/ 3255521 h 5450835"/>
              <a:gd name="connsiteX5814" fmla="*/ 3821617 w 10450132"/>
              <a:gd name="connsiteY5814" fmla="*/ 3255521 h 5450835"/>
              <a:gd name="connsiteX5815" fmla="*/ 3830678 w 10450132"/>
              <a:gd name="connsiteY5815" fmla="*/ 3255521 h 5450835"/>
              <a:gd name="connsiteX5816" fmla="*/ 3831467 w 10450132"/>
              <a:gd name="connsiteY5816" fmla="*/ 3255981 h 5450835"/>
              <a:gd name="connsiteX5817" fmla="*/ 3836001 w 10450132"/>
              <a:gd name="connsiteY5817" fmla="*/ 3263863 h 5450835"/>
              <a:gd name="connsiteX5818" fmla="*/ 3836001 w 10450132"/>
              <a:gd name="connsiteY5818" fmla="*/ 3264716 h 5450835"/>
              <a:gd name="connsiteX5819" fmla="*/ 3831467 w 10450132"/>
              <a:gd name="connsiteY5819" fmla="*/ 3272599 h 5450835"/>
              <a:gd name="connsiteX5820" fmla="*/ 3830678 w 10450132"/>
              <a:gd name="connsiteY5820" fmla="*/ 3273059 h 5450835"/>
              <a:gd name="connsiteX5821" fmla="*/ 3821617 w 10450132"/>
              <a:gd name="connsiteY5821" fmla="*/ 3273059 h 5450835"/>
              <a:gd name="connsiteX5822" fmla="*/ 3820826 w 10450132"/>
              <a:gd name="connsiteY5822" fmla="*/ 3272599 h 5450835"/>
              <a:gd name="connsiteX5823" fmla="*/ 3816294 w 10450132"/>
              <a:gd name="connsiteY5823" fmla="*/ 3264716 h 5450835"/>
              <a:gd name="connsiteX5824" fmla="*/ 3816294 w 10450132"/>
              <a:gd name="connsiteY5824" fmla="*/ 3263863 h 5450835"/>
              <a:gd name="connsiteX5825" fmla="*/ 3820826 w 10450132"/>
              <a:gd name="connsiteY5825" fmla="*/ 3255981 h 5450835"/>
              <a:gd name="connsiteX5826" fmla="*/ 3821617 w 10450132"/>
              <a:gd name="connsiteY5826" fmla="*/ 3255521 h 5450835"/>
              <a:gd name="connsiteX5827" fmla="*/ 3566958 w 10450132"/>
              <a:gd name="connsiteY5827" fmla="*/ 3255521 h 5450835"/>
              <a:gd name="connsiteX5828" fmla="*/ 3576023 w 10450132"/>
              <a:gd name="connsiteY5828" fmla="*/ 3255521 h 5450835"/>
              <a:gd name="connsiteX5829" fmla="*/ 3576811 w 10450132"/>
              <a:gd name="connsiteY5829" fmla="*/ 3255981 h 5450835"/>
              <a:gd name="connsiteX5830" fmla="*/ 3581342 w 10450132"/>
              <a:gd name="connsiteY5830" fmla="*/ 3263863 h 5450835"/>
              <a:gd name="connsiteX5831" fmla="*/ 3581342 w 10450132"/>
              <a:gd name="connsiteY5831" fmla="*/ 3264716 h 5450835"/>
              <a:gd name="connsiteX5832" fmla="*/ 3576811 w 10450132"/>
              <a:gd name="connsiteY5832" fmla="*/ 3272599 h 5450835"/>
              <a:gd name="connsiteX5833" fmla="*/ 3576023 w 10450132"/>
              <a:gd name="connsiteY5833" fmla="*/ 3273059 h 5450835"/>
              <a:gd name="connsiteX5834" fmla="*/ 3566958 w 10450132"/>
              <a:gd name="connsiteY5834" fmla="*/ 3273059 h 5450835"/>
              <a:gd name="connsiteX5835" fmla="*/ 3566170 w 10450132"/>
              <a:gd name="connsiteY5835" fmla="*/ 3272599 h 5450835"/>
              <a:gd name="connsiteX5836" fmla="*/ 3561638 w 10450132"/>
              <a:gd name="connsiteY5836" fmla="*/ 3264716 h 5450835"/>
              <a:gd name="connsiteX5837" fmla="*/ 3561638 w 10450132"/>
              <a:gd name="connsiteY5837" fmla="*/ 3263863 h 5450835"/>
              <a:gd name="connsiteX5838" fmla="*/ 3566170 w 10450132"/>
              <a:gd name="connsiteY5838" fmla="*/ 3255981 h 5450835"/>
              <a:gd name="connsiteX5839" fmla="*/ 3566958 w 10450132"/>
              <a:gd name="connsiteY5839" fmla="*/ 3255521 h 5450835"/>
              <a:gd name="connsiteX5840" fmla="*/ 3312606 w 10450132"/>
              <a:gd name="connsiteY5840" fmla="*/ 3255521 h 5450835"/>
              <a:gd name="connsiteX5841" fmla="*/ 3321670 w 10450132"/>
              <a:gd name="connsiteY5841" fmla="*/ 3255521 h 5450835"/>
              <a:gd name="connsiteX5842" fmla="*/ 3322458 w 10450132"/>
              <a:gd name="connsiteY5842" fmla="*/ 3255981 h 5450835"/>
              <a:gd name="connsiteX5843" fmla="*/ 3326989 w 10450132"/>
              <a:gd name="connsiteY5843" fmla="*/ 3263863 h 5450835"/>
              <a:gd name="connsiteX5844" fmla="*/ 3326989 w 10450132"/>
              <a:gd name="connsiteY5844" fmla="*/ 3264716 h 5450835"/>
              <a:gd name="connsiteX5845" fmla="*/ 3322458 w 10450132"/>
              <a:gd name="connsiteY5845" fmla="*/ 3272599 h 5450835"/>
              <a:gd name="connsiteX5846" fmla="*/ 3321670 w 10450132"/>
              <a:gd name="connsiteY5846" fmla="*/ 3273059 h 5450835"/>
              <a:gd name="connsiteX5847" fmla="*/ 3312606 w 10450132"/>
              <a:gd name="connsiteY5847" fmla="*/ 3273059 h 5450835"/>
              <a:gd name="connsiteX5848" fmla="*/ 3311818 w 10450132"/>
              <a:gd name="connsiteY5848" fmla="*/ 3272599 h 5450835"/>
              <a:gd name="connsiteX5849" fmla="*/ 3307285 w 10450132"/>
              <a:gd name="connsiteY5849" fmla="*/ 3264716 h 5450835"/>
              <a:gd name="connsiteX5850" fmla="*/ 3307285 w 10450132"/>
              <a:gd name="connsiteY5850" fmla="*/ 3263863 h 5450835"/>
              <a:gd name="connsiteX5851" fmla="*/ 3311818 w 10450132"/>
              <a:gd name="connsiteY5851" fmla="*/ 3255981 h 5450835"/>
              <a:gd name="connsiteX5852" fmla="*/ 3312606 w 10450132"/>
              <a:gd name="connsiteY5852" fmla="*/ 3255521 h 5450835"/>
              <a:gd name="connsiteX5853" fmla="*/ 3058220 w 10450132"/>
              <a:gd name="connsiteY5853" fmla="*/ 3255521 h 5450835"/>
              <a:gd name="connsiteX5854" fmla="*/ 3067285 w 10450132"/>
              <a:gd name="connsiteY5854" fmla="*/ 3255521 h 5450835"/>
              <a:gd name="connsiteX5855" fmla="*/ 3068072 w 10450132"/>
              <a:gd name="connsiteY5855" fmla="*/ 3255981 h 5450835"/>
              <a:gd name="connsiteX5856" fmla="*/ 3072604 w 10450132"/>
              <a:gd name="connsiteY5856" fmla="*/ 3263863 h 5450835"/>
              <a:gd name="connsiteX5857" fmla="*/ 3072604 w 10450132"/>
              <a:gd name="connsiteY5857" fmla="*/ 3264716 h 5450835"/>
              <a:gd name="connsiteX5858" fmla="*/ 3068072 w 10450132"/>
              <a:gd name="connsiteY5858" fmla="*/ 3272599 h 5450835"/>
              <a:gd name="connsiteX5859" fmla="*/ 3067285 w 10450132"/>
              <a:gd name="connsiteY5859" fmla="*/ 3273059 h 5450835"/>
              <a:gd name="connsiteX5860" fmla="*/ 3058220 w 10450132"/>
              <a:gd name="connsiteY5860" fmla="*/ 3273059 h 5450835"/>
              <a:gd name="connsiteX5861" fmla="*/ 3057432 w 10450132"/>
              <a:gd name="connsiteY5861" fmla="*/ 3272599 h 5450835"/>
              <a:gd name="connsiteX5862" fmla="*/ 3052900 w 10450132"/>
              <a:gd name="connsiteY5862" fmla="*/ 3264716 h 5450835"/>
              <a:gd name="connsiteX5863" fmla="*/ 3052900 w 10450132"/>
              <a:gd name="connsiteY5863" fmla="*/ 3263863 h 5450835"/>
              <a:gd name="connsiteX5864" fmla="*/ 3057432 w 10450132"/>
              <a:gd name="connsiteY5864" fmla="*/ 3255981 h 5450835"/>
              <a:gd name="connsiteX5865" fmla="*/ 3058220 w 10450132"/>
              <a:gd name="connsiteY5865" fmla="*/ 3255521 h 5450835"/>
              <a:gd name="connsiteX5866" fmla="*/ 2803911 w 10450132"/>
              <a:gd name="connsiteY5866" fmla="*/ 3255521 h 5450835"/>
              <a:gd name="connsiteX5867" fmla="*/ 2812976 w 10450132"/>
              <a:gd name="connsiteY5867" fmla="*/ 3255521 h 5450835"/>
              <a:gd name="connsiteX5868" fmla="*/ 2813764 w 10450132"/>
              <a:gd name="connsiteY5868" fmla="*/ 3255981 h 5450835"/>
              <a:gd name="connsiteX5869" fmla="*/ 2818296 w 10450132"/>
              <a:gd name="connsiteY5869" fmla="*/ 3263863 h 5450835"/>
              <a:gd name="connsiteX5870" fmla="*/ 2818296 w 10450132"/>
              <a:gd name="connsiteY5870" fmla="*/ 3264716 h 5450835"/>
              <a:gd name="connsiteX5871" fmla="*/ 2813764 w 10450132"/>
              <a:gd name="connsiteY5871" fmla="*/ 3272599 h 5450835"/>
              <a:gd name="connsiteX5872" fmla="*/ 2812976 w 10450132"/>
              <a:gd name="connsiteY5872" fmla="*/ 3273059 h 5450835"/>
              <a:gd name="connsiteX5873" fmla="*/ 2803911 w 10450132"/>
              <a:gd name="connsiteY5873" fmla="*/ 3273059 h 5450835"/>
              <a:gd name="connsiteX5874" fmla="*/ 2803123 w 10450132"/>
              <a:gd name="connsiteY5874" fmla="*/ 3272599 h 5450835"/>
              <a:gd name="connsiteX5875" fmla="*/ 2798591 w 10450132"/>
              <a:gd name="connsiteY5875" fmla="*/ 3264716 h 5450835"/>
              <a:gd name="connsiteX5876" fmla="*/ 2798591 w 10450132"/>
              <a:gd name="connsiteY5876" fmla="*/ 3263863 h 5450835"/>
              <a:gd name="connsiteX5877" fmla="*/ 2803123 w 10450132"/>
              <a:gd name="connsiteY5877" fmla="*/ 3255981 h 5450835"/>
              <a:gd name="connsiteX5878" fmla="*/ 2803911 w 10450132"/>
              <a:gd name="connsiteY5878" fmla="*/ 3255521 h 5450835"/>
              <a:gd name="connsiteX5879" fmla="*/ 2549529 w 10450132"/>
              <a:gd name="connsiteY5879" fmla="*/ 3255521 h 5450835"/>
              <a:gd name="connsiteX5880" fmla="*/ 2558594 w 10450132"/>
              <a:gd name="connsiteY5880" fmla="*/ 3255521 h 5450835"/>
              <a:gd name="connsiteX5881" fmla="*/ 2559382 w 10450132"/>
              <a:gd name="connsiteY5881" fmla="*/ 3255981 h 5450835"/>
              <a:gd name="connsiteX5882" fmla="*/ 2563914 w 10450132"/>
              <a:gd name="connsiteY5882" fmla="*/ 3263863 h 5450835"/>
              <a:gd name="connsiteX5883" fmla="*/ 2563914 w 10450132"/>
              <a:gd name="connsiteY5883" fmla="*/ 3264716 h 5450835"/>
              <a:gd name="connsiteX5884" fmla="*/ 2559382 w 10450132"/>
              <a:gd name="connsiteY5884" fmla="*/ 3272599 h 5450835"/>
              <a:gd name="connsiteX5885" fmla="*/ 2558594 w 10450132"/>
              <a:gd name="connsiteY5885" fmla="*/ 3273059 h 5450835"/>
              <a:gd name="connsiteX5886" fmla="*/ 2549529 w 10450132"/>
              <a:gd name="connsiteY5886" fmla="*/ 3273059 h 5450835"/>
              <a:gd name="connsiteX5887" fmla="*/ 2548740 w 10450132"/>
              <a:gd name="connsiteY5887" fmla="*/ 3272599 h 5450835"/>
              <a:gd name="connsiteX5888" fmla="*/ 2544210 w 10450132"/>
              <a:gd name="connsiteY5888" fmla="*/ 3264716 h 5450835"/>
              <a:gd name="connsiteX5889" fmla="*/ 2544210 w 10450132"/>
              <a:gd name="connsiteY5889" fmla="*/ 3263863 h 5450835"/>
              <a:gd name="connsiteX5890" fmla="*/ 2548740 w 10450132"/>
              <a:gd name="connsiteY5890" fmla="*/ 3255981 h 5450835"/>
              <a:gd name="connsiteX5891" fmla="*/ 2549529 w 10450132"/>
              <a:gd name="connsiteY5891" fmla="*/ 3255521 h 5450835"/>
              <a:gd name="connsiteX5892" fmla="*/ 2295036 w 10450132"/>
              <a:gd name="connsiteY5892" fmla="*/ 3255521 h 5450835"/>
              <a:gd name="connsiteX5893" fmla="*/ 2304101 w 10450132"/>
              <a:gd name="connsiteY5893" fmla="*/ 3255521 h 5450835"/>
              <a:gd name="connsiteX5894" fmla="*/ 2304889 w 10450132"/>
              <a:gd name="connsiteY5894" fmla="*/ 3255981 h 5450835"/>
              <a:gd name="connsiteX5895" fmla="*/ 2309419 w 10450132"/>
              <a:gd name="connsiteY5895" fmla="*/ 3263863 h 5450835"/>
              <a:gd name="connsiteX5896" fmla="*/ 2309419 w 10450132"/>
              <a:gd name="connsiteY5896" fmla="*/ 3264716 h 5450835"/>
              <a:gd name="connsiteX5897" fmla="*/ 2304889 w 10450132"/>
              <a:gd name="connsiteY5897" fmla="*/ 3272599 h 5450835"/>
              <a:gd name="connsiteX5898" fmla="*/ 2304101 w 10450132"/>
              <a:gd name="connsiteY5898" fmla="*/ 3273059 h 5450835"/>
              <a:gd name="connsiteX5899" fmla="*/ 2295036 w 10450132"/>
              <a:gd name="connsiteY5899" fmla="*/ 3273059 h 5450835"/>
              <a:gd name="connsiteX5900" fmla="*/ 2294247 w 10450132"/>
              <a:gd name="connsiteY5900" fmla="*/ 3272599 h 5450835"/>
              <a:gd name="connsiteX5901" fmla="*/ 2289716 w 10450132"/>
              <a:gd name="connsiteY5901" fmla="*/ 3264716 h 5450835"/>
              <a:gd name="connsiteX5902" fmla="*/ 2289716 w 10450132"/>
              <a:gd name="connsiteY5902" fmla="*/ 3263863 h 5450835"/>
              <a:gd name="connsiteX5903" fmla="*/ 2294247 w 10450132"/>
              <a:gd name="connsiteY5903" fmla="*/ 3255981 h 5450835"/>
              <a:gd name="connsiteX5904" fmla="*/ 2295036 w 10450132"/>
              <a:gd name="connsiteY5904" fmla="*/ 3255521 h 5450835"/>
              <a:gd name="connsiteX5905" fmla="*/ 2040652 w 10450132"/>
              <a:gd name="connsiteY5905" fmla="*/ 3255521 h 5450835"/>
              <a:gd name="connsiteX5906" fmla="*/ 2049716 w 10450132"/>
              <a:gd name="connsiteY5906" fmla="*/ 3255521 h 5450835"/>
              <a:gd name="connsiteX5907" fmla="*/ 2050504 w 10450132"/>
              <a:gd name="connsiteY5907" fmla="*/ 3255981 h 5450835"/>
              <a:gd name="connsiteX5908" fmla="*/ 2055037 w 10450132"/>
              <a:gd name="connsiteY5908" fmla="*/ 3263863 h 5450835"/>
              <a:gd name="connsiteX5909" fmla="*/ 2055037 w 10450132"/>
              <a:gd name="connsiteY5909" fmla="*/ 3264716 h 5450835"/>
              <a:gd name="connsiteX5910" fmla="*/ 2050504 w 10450132"/>
              <a:gd name="connsiteY5910" fmla="*/ 3272599 h 5450835"/>
              <a:gd name="connsiteX5911" fmla="*/ 2049716 w 10450132"/>
              <a:gd name="connsiteY5911" fmla="*/ 3273059 h 5450835"/>
              <a:gd name="connsiteX5912" fmla="*/ 2040652 w 10450132"/>
              <a:gd name="connsiteY5912" fmla="*/ 3273059 h 5450835"/>
              <a:gd name="connsiteX5913" fmla="*/ 2039864 w 10450132"/>
              <a:gd name="connsiteY5913" fmla="*/ 3272599 h 5450835"/>
              <a:gd name="connsiteX5914" fmla="*/ 2035330 w 10450132"/>
              <a:gd name="connsiteY5914" fmla="*/ 3264716 h 5450835"/>
              <a:gd name="connsiteX5915" fmla="*/ 2035330 w 10450132"/>
              <a:gd name="connsiteY5915" fmla="*/ 3263863 h 5450835"/>
              <a:gd name="connsiteX5916" fmla="*/ 2039864 w 10450132"/>
              <a:gd name="connsiteY5916" fmla="*/ 3255981 h 5450835"/>
              <a:gd name="connsiteX5917" fmla="*/ 2040652 w 10450132"/>
              <a:gd name="connsiteY5917" fmla="*/ 3255521 h 5450835"/>
              <a:gd name="connsiteX5918" fmla="*/ 1786338 w 10450132"/>
              <a:gd name="connsiteY5918" fmla="*/ 3255521 h 5450835"/>
              <a:gd name="connsiteX5919" fmla="*/ 1795401 w 10450132"/>
              <a:gd name="connsiteY5919" fmla="*/ 3255521 h 5450835"/>
              <a:gd name="connsiteX5920" fmla="*/ 1796189 w 10450132"/>
              <a:gd name="connsiteY5920" fmla="*/ 3255981 h 5450835"/>
              <a:gd name="connsiteX5921" fmla="*/ 1800721 w 10450132"/>
              <a:gd name="connsiteY5921" fmla="*/ 3263863 h 5450835"/>
              <a:gd name="connsiteX5922" fmla="*/ 1800721 w 10450132"/>
              <a:gd name="connsiteY5922" fmla="*/ 3264716 h 5450835"/>
              <a:gd name="connsiteX5923" fmla="*/ 1796189 w 10450132"/>
              <a:gd name="connsiteY5923" fmla="*/ 3272599 h 5450835"/>
              <a:gd name="connsiteX5924" fmla="*/ 1795401 w 10450132"/>
              <a:gd name="connsiteY5924" fmla="*/ 3273059 h 5450835"/>
              <a:gd name="connsiteX5925" fmla="*/ 1786338 w 10450132"/>
              <a:gd name="connsiteY5925" fmla="*/ 3273059 h 5450835"/>
              <a:gd name="connsiteX5926" fmla="*/ 1785549 w 10450132"/>
              <a:gd name="connsiteY5926" fmla="*/ 3272599 h 5450835"/>
              <a:gd name="connsiteX5927" fmla="*/ 1781017 w 10450132"/>
              <a:gd name="connsiteY5927" fmla="*/ 3264716 h 5450835"/>
              <a:gd name="connsiteX5928" fmla="*/ 1781017 w 10450132"/>
              <a:gd name="connsiteY5928" fmla="*/ 3263863 h 5450835"/>
              <a:gd name="connsiteX5929" fmla="*/ 1785549 w 10450132"/>
              <a:gd name="connsiteY5929" fmla="*/ 3255981 h 5450835"/>
              <a:gd name="connsiteX5930" fmla="*/ 1786338 w 10450132"/>
              <a:gd name="connsiteY5930" fmla="*/ 3255521 h 5450835"/>
              <a:gd name="connsiteX5931" fmla="*/ 1531859 w 10450132"/>
              <a:gd name="connsiteY5931" fmla="*/ 3255521 h 5450835"/>
              <a:gd name="connsiteX5932" fmla="*/ 1540925 w 10450132"/>
              <a:gd name="connsiteY5932" fmla="*/ 3255521 h 5450835"/>
              <a:gd name="connsiteX5933" fmla="*/ 1541711 w 10450132"/>
              <a:gd name="connsiteY5933" fmla="*/ 3255981 h 5450835"/>
              <a:gd name="connsiteX5934" fmla="*/ 1546244 w 10450132"/>
              <a:gd name="connsiteY5934" fmla="*/ 3263863 h 5450835"/>
              <a:gd name="connsiteX5935" fmla="*/ 1546244 w 10450132"/>
              <a:gd name="connsiteY5935" fmla="*/ 3264716 h 5450835"/>
              <a:gd name="connsiteX5936" fmla="*/ 1541711 w 10450132"/>
              <a:gd name="connsiteY5936" fmla="*/ 3272599 h 5450835"/>
              <a:gd name="connsiteX5937" fmla="*/ 1540925 w 10450132"/>
              <a:gd name="connsiteY5937" fmla="*/ 3273059 h 5450835"/>
              <a:gd name="connsiteX5938" fmla="*/ 1531859 w 10450132"/>
              <a:gd name="connsiteY5938" fmla="*/ 3273059 h 5450835"/>
              <a:gd name="connsiteX5939" fmla="*/ 1531072 w 10450132"/>
              <a:gd name="connsiteY5939" fmla="*/ 3272599 h 5450835"/>
              <a:gd name="connsiteX5940" fmla="*/ 1526539 w 10450132"/>
              <a:gd name="connsiteY5940" fmla="*/ 3264716 h 5450835"/>
              <a:gd name="connsiteX5941" fmla="*/ 1526539 w 10450132"/>
              <a:gd name="connsiteY5941" fmla="*/ 3263863 h 5450835"/>
              <a:gd name="connsiteX5942" fmla="*/ 1531072 w 10450132"/>
              <a:gd name="connsiteY5942" fmla="*/ 3255981 h 5450835"/>
              <a:gd name="connsiteX5943" fmla="*/ 1531859 w 10450132"/>
              <a:gd name="connsiteY5943" fmla="*/ 3255521 h 5450835"/>
              <a:gd name="connsiteX5944" fmla="*/ 1277597 w 10450132"/>
              <a:gd name="connsiteY5944" fmla="*/ 3255521 h 5450835"/>
              <a:gd name="connsiteX5945" fmla="*/ 1286661 w 10450132"/>
              <a:gd name="connsiteY5945" fmla="*/ 3255521 h 5450835"/>
              <a:gd name="connsiteX5946" fmla="*/ 1287450 w 10450132"/>
              <a:gd name="connsiteY5946" fmla="*/ 3255981 h 5450835"/>
              <a:gd name="connsiteX5947" fmla="*/ 1291983 w 10450132"/>
              <a:gd name="connsiteY5947" fmla="*/ 3263863 h 5450835"/>
              <a:gd name="connsiteX5948" fmla="*/ 1291983 w 10450132"/>
              <a:gd name="connsiteY5948" fmla="*/ 3264716 h 5450835"/>
              <a:gd name="connsiteX5949" fmla="*/ 1287450 w 10450132"/>
              <a:gd name="connsiteY5949" fmla="*/ 3272599 h 5450835"/>
              <a:gd name="connsiteX5950" fmla="*/ 1286661 w 10450132"/>
              <a:gd name="connsiteY5950" fmla="*/ 3273059 h 5450835"/>
              <a:gd name="connsiteX5951" fmla="*/ 1277597 w 10450132"/>
              <a:gd name="connsiteY5951" fmla="*/ 3273059 h 5450835"/>
              <a:gd name="connsiteX5952" fmla="*/ 1276808 w 10450132"/>
              <a:gd name="connsiteY5952" fmla="*/ 3272599 h 5450835"/>
              <a:gd name="connsiteX5953" fmla="*/ 1272280 w 10450132"/>
              <a:gd name="connsiteY5953" fmla="*/ 3264716 h 5450835"/>
              <a:gd name="connsiteX5954" fmla="*/ 1272280 w 10450132"/>
              <a:gd name="connsiteY5954" fmla="*/ 3263863 h 5450835"/>
              <a:gd name="connsiteX5955" fmla="*/ 1276808 w 10450132"/>
              <a:gd name="connsiteY5955" fmla="*/ 3255981 h 5450835"/>
              <a:gd name="connsiteX5956" fmla="*/ 1277597 w 10450132"/>
              <a:gd name="connsiteY5956" fmla="*/ 3255521 h 5450835"/>
              <a:gd name="connsiteX5957" fmla="*/ 1023111 w 10450132"/>
              <a:gd name="connsiteY5957" fmla="*/ 3255521 h 5450835"/>
              <a:gd name="connsiteX5958" fmla="*/ 1032175 w 10450132"/>
              <a:gd name="connsiteY5958" fmla="*/ 3255521 h 5450835"/>
              <a:gd name="connsiteX5959" fmla="*/ 1032964 w 10450132"/>
              <a:gd name="connsiteY5959" fmla="*/ 3255981 h 5450835"/>
              <a:gd name="connsiteX5960" fmla="*/ 1037495 w 10450132"/>
              <a:gd name="connsiteY5960" fmla="*/ 3263863 h 5450835"/>
              <a:gd name="connsiteX5961" fmla="*/ 1037495 w 10450132"/>
              <a:gd name="connsiteY5961" fmla="*/ 3264716 h 5450835"/>
              <a:gd name="connsiteX5962" fmla="*/ 1032964 w 10450132"/>
              <a:gd name="connsiteY5962" fmla="*/ 3272599 h 5450835"/>
              <a:gd name="connsiteX5963" fmla="*/ 1032175 w 10450132"/>
              <a:gd name="connsiteY5963" fmla="*/ 3273059 h 5450835"/>
              <a:gd name="connsiteX5964" fmla="*/ 1023111 w 10450132"/>
              <a:gd name="connsiteY5964" fmla="*/ 3273059 h 5450835"/>
              <a:gd name="connsiteX5965" fmla="*/ 1022323 w 10450132"/>
              <a:gd name="connsiteY5965" fmla="*/ 3272599 h 5450835"/>
              <a:gd name="connsiteX5966" fmla="*/ 1017790 w 10450132"/>
              <a:gd name="connsiteY5966" fmla="*/ 3264716 h 5450835"/>
              <a:gd name="connsiteX5967" fmla="*/ 1017790 w 10450132"/>
              <a:gd name="connsiteY5967" fmla="*/ 3263863 h 5450835"/>
              <a:gd name="connsiteX5968" fmla="*/ 1022323 w 10450132"/>
              <a:gd name="connsiteY5968" fmla="*/ 3255981 h 5450835"/>
              <a:gd name="connsiteX5969" fmla="*/ 1023111 w 10450132"/>
              <a:gd name="connsiteY5969" fmla="*/ 3255521 h 5450835"/>
              <a:gd name="connsiteX5970" fmla="*/ 768688 w 10450132"/>
              <a:gd name="connsiteY5970" fmla="*/ 3255521 h 5450835"/>
              <a:gd name="connsiteX5971" fmla="*/ 777751 w 10450132"/>
              <a:gd name="connsiteY5971" fmla="*/ 3255521 h 5450835"/>
              <a:gd name="connsiteX5972" fmla="*/ 778539 w 10450132"/>
              <a:gd name="connsiteY5972" fmla="*/ 3255981 h 5450835"/>
              <a:gd name="connsiteX5973" fmla="*/ 783071 w 10450132"/>
              <a:gd name="connsiteY5973" fmla="*/ 3263863 h 5450835"/>
              <a:gd name="connsiteX5974" fmla="*/ 783071 w 10450132"/>
              <a:gd name="connsiteY5974" fmla="*/ 3264716 h 5450835"/>
              <a:gd name="connsiteX5975" fmla="*/ 778539 w 10450132"/>
              <a:gd name="connsiteY5975" fmla="*/ 3272599 h 5450835"/>
              <a:gd name="connsiteX5976" fmla="*/ 777751 w 10450132"/>
              <a:gd name="connsiteY5976" fmla="*/ 3273059 h 5450835"/>
              <a:gd name="connsiteX5977" fmla="*/ 768688 w 10450132"/>
              <a:gd name="connsiteY5977" fmla="*/ 3273059 h 5450835"/>
              <a:gd name="connsiteX5978" fmla="*/ 767899 w 10450132"/>
              <a:gd name="connsiteY5978" fmla="*/ 3272599 h 5450835"/>
              <a:gd name="connsiteX5979" fmla="*/ 763367 w 10450132"/>
              <a:gd name="connsiteY5979" fmla="*/ 3264716 h 5450835"/>
              <a:gd name="connsiteX5980" fmla="*/ 763367 w 10450132"/>
              <a:gd name="connsiteY5980" fmla="*/ 3263863 h 5450835"/>
              <a:gd name="connsiteX5981" fmla="*/ 767899 w 10450132"/>
              <a:gd name="connsiteY5981" fmla="*/ 3255981 h 5450835"/>
              <a:gd name="connsiteX5982" fmla="*/ 768688 w 10450132"/>
              <a:gd name="connsiteY5982" fmla="*/ 3255521 h 5450835"/>
              <a:gd name="connsiteX5983" fmla="*/ 514328 w 10450132"/>
              <a:gd name="connsiteY5983" fmla="*/ 3255521 h 5450835"/>
              <a:gd name="connsiteX5984" fmla="*/ 523391 w 10450132"/>
              <a:gd name="connsiteY5984" fmla="*/ 3255521 h 5450835"/>
              <a:gd name="connsiteX5985" fmla="*/ 524179 w 10450132"/>
              <a:gd name="connsiteY5985" fmla="*/ 3255981 h 5450835"/>
              <a:gd name="connsiteX5986" fmla="*/ 528711 w 10450132"/>
              <a:gd name="connsiteY5986" fmla="*/ 3263863 h 5450835"/>
              <a:gd name="connsiteX5987" fmla="*/ 528711 w 10450132"/>
              <a:gd name="connsiteY5987" fmla="*/ 3264716 h 5450835"/>
              <a:gd name="connsiteX5988" fmla="*/ 524179 w 10450132"/>
              <a:gd name="connsiteY5988" fmla="*/ 3272599 h 5450835"/>
              <a:gd name="connsiteX5989" fmla="*/ 523391 w 10450132"/>
              <a:gd name="connsiteY5989" fmla="*/ 3273059 h 5450835"/>
              <a:gd name="connsiteX5990" fmla="*/ 514328 w 10450132"/>
              <a:gd name="connsiteY5990" fmla="*/ 3273059 h 5450835"/>
              <a:gd name="connsiteX5991" fmla="*/ 513539 w 10450132"/>
              <a:gd name="connsiteY5991" fmla="*/ 3272599 h 5450835"/>
              <a:gd name="connsiteX5992" fmla="*/ 509007 w 10450132"/>
              <a:gd name="connsiteY5992" fmla="*/ 3264716 h 5450835"/>
              <a:gd name="connsiteX5993" fmla="*/ 509007 w 10450132"/>
              <a:gd name="connsiteY5993" fmla="*/ 3263863 h 5450835"/>
              <a:gd name="connsiteX5994" fmla="*/ 513539 w 10450132"/>
              <a:gd name="connsiteY5994" fmla="*/ 3255981 h 5450835"/>
              <a:gd name="connsiteX5995" fmla="*/ 514328 w 10450132"/>
              <a:gd name="connsiteY5995" fmla="*/ 3255521 h 5450835"/>
              <a:gd name="connsiteX5996" fmla="*/ 259813 w 10450132"/>
              <a:gd name="connsiteY5996" fmla="*/ 3255521 h 5450835"/>
              <a:gd name="connsiteX5997" fmla="*/ 268878 w 10450132"/>
              <a:gd name="connsiteY5997" fmla="*/ 3255521 h 5450835"/>
              <a:gd name="connsiteX5998" fmla="*/ 269666 w 10450132"/>
              <a:gd name="connsiteY5998" fmla="*/ 3255981 h 5450835"/>
              <a:gd name="connsiteX5999" fmla="*/ 274197 w 10450132"/>
              <a:gd name="connsiteY5999" fmla="*/ 3263863 h 5450835"/>
              <a:gd name="connsiteX6000" fmla="*/ 274197 w 10450132"/>
              <a:gd name="connsiteY6000" fmla="*/ 3264716 h 5450835"/>
              <a:gd name="connsiteX6001" fmla="*/ 269666 w 10450132"/>
              <a:gd name="connsiteY6001" fmla="*/ 3272599 h 5450835"/>
              <a:gd name="connsiteX6002" fmla="*/ 268878 w 10450132"/>
              <a:gd name="connsiteY6002" fmla="*/ 3273059 h 5450835"/>
              <a:gd name="connsiteX6003" fmla="*/ 259813 w 10450132"/>
              <a:gd name="connsiteY6003" fmla="*/ 3273059 h 5450835"/>
              <a:gd name="connsiteX6004" fmla="*/ 259025 w 10450132"/>
              <a:gd name="connsiteY6004" fmla="*/ 3272599 h 5450835"/>
              <a:gd name="connsiteX6005" fmla="*/ 254494 w 10450132"/>
              <a:gd name="connsiteY6005" fmla="*/ 3264716 h 5450835"/>
              <a:gd name="connsiteX6006" fmla="*/ 254494 w 10450132"/>
              <a:gd name="connsiteY6006" fmla="*/ 3263863 h 5450835"/>
              <a:gd name="connsiteX6007" fmla="*/ 259025 w 10450132"/>
              <a:gd name="connsiteY6007" fmla="*/ 3255981 h 5450835"/>
              <a:gd name="connsiteX6008" fmla="*/ 259813 w 10450132"/>
              <a:gd name="connsiteY6008" fmla="*/ 3255521 h 5450835"/>
              <a:gd name="connsiteX6009" fmla="*/ 5481 w 10450132"/>
              <a:gd name="connsiteY6009" fmla="*/ 3255521 h 5450835"/>
              <a:gd name="connsiteX6010" fmla="*/ 14545 w 10450132"/>
              <a:gd name="connsiteY6010" fmla="*/ 3255521 h 5450835"/>
              <a:gd name="connsiteX6011" fmla="*/ 15333 w 10450132"/>
              <a:gd name="connsiteY6011" fmla="*/ 3255981 h 5450835"/>
              <a:gd name="connsiteX6012" fmla="*/ 19864 w 10450132"/>
              <a:gd name="connsiteY6012" fmla="*/ 3263863 h 5450835"/>
              <a:gd name="connsiteX6013" fmla="*/ 19864 w 10450132"/>
              <a:gd name="connsiteY6013" fmla="*/ 3264716 h 5450835"/>
              <a:gd name="connsiteX6014" fmla="*/ 15333 w 10450132"/>
              <a:gd name="connsiteY6014" fmla="*/ 3272599 h 5450835"/>
              <a:gd name="connsiteX6015" fmla="*/ 14545 w 10450132"/>
              <a:gd name="connsiteY6015" fmla="*/ 3273059 h 5450835"/>
              <a:gd name="connsiteX6016" fmla="*/ 5481 w 10450132"/>
              <a:gd name="connsiteY6016" fmla="*/ 3273059 h 5450835"/>
              <a:gd name="connsiteX6017" fmla="*/ 4692 w 10450132"/>
              <a:gd name="connsiteY6017" fmla="*/ 3272599 h 5450835"/>
              <a:gd name="connsiteX6018" fmla="*/ 160 w 10450132"/>
              <a:gd name="connsiteY6018" fmla="*/ 3264716 h 5450835"/>
              <a:gd name="connsiteX6019" fmla="*/ 160 w 10450132"/>
              <a:gd name="connsiteY6019" fmla="*/ 3263863 h 5450835"/>
              <a:gd name="connsiteX6020" fmla="*/ 4692 w 10450132"/>
              <a:gd name="connsiteY6020" fmla="*/ 3255981 h 5450835"/>
              <a:gd name="connsiteX6021" fmla="*/ 5481 w 10450132"/>
              <a:gd name="connsiteY6021" fmla="*/ 3255521 h 5450835"/>
              <a:gd name="connsiteX6022" fmla="*/ 10435622 w 10450132"/>
              <a:gd name="connsiteY6022" fmla="*/ 3038447 h 5450835"/>
              <a:gd name="connsiteX6023" fmla="*/ 10444686 w 10450132"/>
              <a:gd name="connsiteY6023" fmla="*/ 3038447 h 5450835"/>
              <a:gd name="connsiteX6024" fmla="*/ 10445474 w 10450132"/>
              <a:gd name="connsiteY6024" fmla="*/ 3038907 h 5450835"/>
              <a:gd name="connsiteX6025" fmla="*/ 10450007 w 10450132"/>
              <a:gd name="connsiteY6025" fmla="*/ 3046788 h 5450835"/>
              <a:gd name="connsiteX6026" fmla="*/ 10450007 w 10450132"/>
              <a:gd name="connsiteY6026" fmla="*/ 3047642 h 5450835"/>
              <a:gd name="connsiteX6027" fmla="*/ 10445474 w 10450132"/>
              <a:gd name="connsiteY6027" fmla="*/ 3055525 h 5450835"/>
              <a:gd name="connsiteX6028" fmla="*/ 10444686 w 10450132"/>
              <a:gd name="connsiteY6028" fmla="*/ 3055984 h 5450835"/>
              <a:gd name="connsiteX6029" fmla="*/ 10435622 w 10450132"/>
              <a:gd name="connsiteY6029" fmla="*/ 3055984 h 5450835"/>
              <a:gd name="connsiteX6030" fmla="*/ 10434834 w 10450132"/>
              <a:gd name="connsiteY6030" fmla="*/ 3055525 h 5450835"/>
              <a:gd name="connsiteX6031" fmla="*/ 10430302 w 10450132"/>
              <a:gd name="connsiteY6031" fmla="*/ 3047642 h 5450835"/>
              <a:gd name="connsiteX6032" fmla="*/ 10430302 w 10450132"/>
              <a:gd name="connsiteY6032" fmla="*/ 3046788 h 5450835"/>
              <a:gd name="connsiteX6033" fmla="*/ 10434834 w 10450132"/>
              <a:gd name="connsiteY6033" fmla="*/ 3038907 h 5450835"/>
              <a:gd name="connsiteX6034" fmla="*/ 10435622 w 10450132"/>
              <a:gd name="connsiteY6034" fmla="*/ 3038447 h 5450835"/>
              <a:gd name="connsiteX6035" fmla="*/ 10181242 w 10450132"/>
              <a:gd name="connsiteY6035" fmla="*/ 3038447 h 5450835"/>
              <a:gd name="connsiteX6036" fmla="*/ 10190305 w 10450132"/>
              <a:gd name="connsiteY6036" fmla="*/ 3038447 h 5450835"/>
              <a:gd name="connsiteX6037" fmla="*/ 10191093 w 10450132"/>
              <a:gd name="connsiteY6037" fmla="*/ 3038907 h 5450835"/>
              <a:gd name="connsiteX6038" fmla="*/ 10195626 w 10450132"/>
              <a:gd name="connsiteY6038" fmla="*/ 3046788 h 5450835"/>
              <a:gd name="connsiteX6039" fmla="*/ 10195626 w 10450132"/>
              <a:gd name="connsiteY6039" fmla="*/ 3047642 h 5450835"/>
              <a:gd name="connsiteX6040" fmla="*/ 10191093 w 10450132"/>
              <a:gd name="connsiteY6040" fmla="*/ 3055525 h 5450835"/>
              <a:gd name="connsiteX6041" fmla="*/ 10190305 w 10450132"/>
              <a:gd name="connsiteY6041" fmla="*/ 3055984 h 5450835"/>
              <a:gd name="connsiteX6042" fmla="*/ 10181242 w 10450132"/>
              <a:gd name="connsiteY6042" fmla="*/ 3055984 h 5450835"/>
              <a:gd name="connsiteX6043" fmla="*/ 10180453 w 10450132"/>
              <a:gd name="connsiteY6043" fmla="*/ 3055525 h 5450835"/>
              <a:gd name="connsiteX6044" fmla="*/ 10175922 w 10450132"/>
              <a:gd name="connsiteY6044" fmla="*/ 3047642 h 5450835"/>
              <a:gd name="connsiteX6045" fmla="*/ 10175922 w 10450132"/>
              <a:gd name="connsiteY6045" fmla="*/ 3046788 h 5450835"/>
              <a:gd name="connsiteX6046" fmla="*/ 10180453 w 10450132"/>
              <a:gd name="connsiteY6046" fmla="*/ 3038907 h 5450835"/>
              <a:gd name="connsiteX6047" fmla="*/ 10181242 w 10450132"/>
              <a:gd name="connsiteY6047" fmla="*/ 3038447 h 5450835"/>
              <a:gd name="connsiteX6048" fmla="*/ 9926861 w 10450132"/>
              <a:gd name="connsiteY6048" fmla="*/ 3038447 h 5450835"/>
              <a:gd name="connsiteX6049" fmla="*/ 9935924 w 10450132"/>
              <a:gd name="connsiteY6049" fmla="*/ 3038447 h 5450835"/>
              <a:gd name="connsiteX6050" fmla="*/ 9936713 w 10450132"/>
              <a:gd name="connsiteY6050" fmla="*/ 3038907 h 5450835"/>
              <a:gd name="connsiteX6051" fmla="*/ 9941246 w 10450132"/>
              <a:gd name="connsiteY6051" fmla="*/ 3046788 h 5450835"/>
              <a:gd name="connsiteX6052" fmla="*/ 9941246 w 10450132"/>
              <a:gd name="connsiteY6052" fmla="*/ 3047642 h 5450835"/>
              <a:gd name="connsiteX6053" fmla="*/ 9936713 w 10450132"/>
              <a:gd name="connsiteY6053" fmla="*/ 3055525 h 5450835"/>
              <a:gd name="connsiteX6054" fmla="*/ 9935924 w 10450132"/>
              <a:gd name="connsiteY6054" fmla="*/ 3055984 h 5450835"/>
              <a:gd name="connsiteX6055" fmla="*/ 9926861 w 10450132"/>
              <a:gd name="connsiteY6055" fmla="*/ 3055984 h 5450835"/>
              <a:gd name="connsiteX6056" fmla="*/ 9926073 w 10450132"/>
              <a:gd name="connsiteY6056" fmla="*/ 3055525 h 5450835"/>
              <a:gd name="connsiteX6057" fmla="*/ 9921541 w 10450132"/>
              <a:gd name="connsiteY6057" fmla="*/ 3047642 h 5450835"/>
              <a:gd name="connsiteX6058" fmla="*/ 9921541 w 10450132"/>
              <a:gd name="connsiteY6058" fmla="*/ 3046788 h 5450835"/>
              <a:gd name="connsiteX6059" fmla="*/ 9926073 w 10450132"/>
              <a:gd name="connsiteY6059" fmla="*/ 3038907 h 5450835"/>
              <a:gd name="connsiteX6060" fmla="*/ 9926861 w 10450132"/>
              <a:gd name="connsiteY6060" fmla="*/ 3038447 h 5450835"/>
              <a:gd name="connsiteX6061" fmla="*/ 9672481 w 10450132"/>
              <a:gd name="connsiteY6061" fmla="*/ 3038447 h 5450835"/>
              <a:gd name="connsiteX6062" fmla="*/ 9681545 w 10450132"/>
              <a:gd name="connsiteY6062" fmla="*/ 3038447 h 5450835"/>
              <a:gd name="connsiteX6063" fmla="*/ 9682333 w 10450132"/>
              <a:gd name="connsiteY6063" fmla="*/ 3038907 h 5450835"/>
              <a:gd name="connsiteX6064" fmla="*/ 9686865 w 10450132"/>
              <a:gd name="connsiteY6064" fmla="*/ 3046788 h 5450835"/>
              <a:gd name="connsiteX6065" fmla="*/ 9686865 w 10450132"/>
              <a:gd name="connsiteY6065" fmla="*/ 3047642 h 5450835"/>
              <a:gd name="connsiteX6066" fmla="*/ 9682333 w 10450132"/>
              <a:gd name="connsiteY6066" fmla="*/ 3055525 h 5450835"/>
              <a:gd name="connsiteX6067" fmla="*/ 9681545 w 10450132"/>
              <a:gd name="connsiteY6067" fmla="*/ 3055984 h 5450835"/>
              <a:gd name="connsiteX6068" fmla="*/ 9672481 w 10450132"/>
              <a:gd name="connsiteY6068" fmla="*/ 3055984 h 5450835"/>
              <a:gd name="connsiteX6069" fmla="*/ 9671693 w 10450132"/>
              <a:gd name="connsiteY6069" fmla="*/ 3055525 h 5450835"/>
              <a:gd name="connsiteX6070" fmla="*/ 9667160 w 10450132"/>
              <a:gd name="connsiteY6070" fmla="*/ 3047642 h 5450835"/>
              <a:gd name="connsiteX6071" fmla="*/ 9667160 w 10450132"/>
              <a:gd name="connsiteY6071" fmla="*/ 3046788 h 5450835"/>
              <a:gd name="connsiteX6072" fmla="*/ 9671693 w 10450132"/>
              <a:gd name="connsiteY6072" fmla="*/ 3038907 h 5450835"/>
              <a:gd name="connsiteX6073" fmla="*/ 9672481 w 10450132"/>
              <a:gd name="connsiteY6073" fmla="*/ 3038447 h 5450835"/>
              <a:gd name="connsiteX6074" fmla="*/ 9418035 w 10450132"/>
              <a:gd name="connsiteY6074" fmla="*/ 3038447 h 5450835"/>
              <a:gd name="connsiteX6075" fmla="*/ 9427099 w 10450132"/>
              <a:gd name="connsiteY6075" fmla="*/ 3038447 h 5450835"/>
              <a:gd name="connsiteX6076" fmla="*/ 9427887 w 10450132"/>
              <a:gd name="connsiteY6076" fmla="*/ 3038907 h 5450835"/>
              <a:gd name="connsiteX6077" fmla="*/ 9432419 w 10450132"/>
              <a:gd name="connsiteY6077" fmla="*/ 3046788 h 5450835"/>
              <a:gd name="connsiteX6078" fmla="*/ 9432419 w 10450132"/>
              <a:gd name="connsiteY6078" fmla="*/ 3047642 h 5450835"/>
              <a:gd name="connsiteX6079" fmla="*/ 9427887 w 10450132"/>
              <a:gd name="connsiteY6079" fmla="*/ 3055525 h 5450835"/>
              <a:gd name="connsiteX6080" fmla="*/ 9427099 w 10450132"/>
              <a:gd name="connsiteY6080" fmla="*/ 3055984 h 5450835"/>
              <a:gd name="connsiteX6081" fmla="*/ 9418035 w 10450132"/>
              <a:gd name="connsiteY6081" fmla="*/ 3055984 h 5450835"/>
              <a:gd name="connsiteX6082" fmla="*/ 9417247 w 10450132"/>
              <a:gd name="connsiteY6082" fmla="*/ 3055525 h 5450835"/>
              <a:gd name="connsiteX6083" fmla="*/ 9412714 w 10450132"/>
              <a:gd name="connsiteY6083" fmla="*/ 3047642 h 5450835"/>
              <a:gd name="connsiteX6084" fmla="*/ 9412714 w 10450132"/>
              <a:gd name="connsiteY6084" fmla="*/ 3046788 h 5450835"/>
              <a:gd name="connsiteX6085" fmla="*/ 9417247 w 10450132"/>
              <a:gd name="connsiteY6085" fmla="*/ 3038907 h 5450835"/>
              <a:gd name="connsiteX6086" fmla="*/ 9418035 w 10450132"/>
              <a:gd name="connsiteY6086" fmla="*/ 3038447 h 5450835"/>
              <a:gd name="connsiteX6087" fmla="*/ 9163654 w 10450132"/>
              <a:gd name="connsiteY6087" fmla="*/ 3038447 h 5450835"/>
              <a:gd name="connsiteX6088" fmla="*/ 9172718 w 10450132"/>
              <a:gd name="connsiteY6088" fmla="*/ 3038447 h 5450835"/>
              <a:gd name="connsiteX6089" fmla="*/ 9173506 w 10450132"/>
              <a:gd name="connsiteY6089" fmla="*/ 3038907 h 5450835"/>
              <a:gd name="connsiteX6090" fmla="*/ 9178038 w 10450132"/>
              <a:gd name="connsiteY6090" fmla="*/ 3046788 h 5450835"/>
              <a:gd name="connsiteX6091" fmla="*/ 9178038 w 10450132"/>
              <a:gd name="connsiteY6091" fmla="*/ 3047642 h 5450835"/>
              <a:gd name="connsiteX6092" fmla="*/ 9173506 w 10450132"/>
              <a:gd name="connsiteY6092" fmla="*/ 3055525 h 5450835"/>
              <a:gd name="connsiteX6093" fmla="*/ 9172718 w 10450132"/>
              <a:gd name="connsiteY6093" fmla="*/ 3055984 h 5450835"/>
              <a:gd name="connsiteX6094" fmla="*/ 9163654 w 10450132"/>
              <a:gd name="connsiteY6094" fmla="*/ 3055984 h 5450835"/>
              <a:gd name="connsiteX6095" fmla="*/ 9162866 w 10450132"/>
              <a:gd name="connsiteY6095" fmla="*/ 3055525 h 5450835"/>
              <a:gd name="connsiteX6096" fmla="*/ 9158333 w 10450132"/>
              <a:gd name="connsiteY6096" fmla="*/ 3047642 h 5450835"/>
              <a:gd name="connsiteX6097" fmla="*/ 9158333 w 10450132"/>
              <a:gd name="connsiteY6097" fmla="*/ 3046788 h 5450835"/>
              <a:gd name="connsiteX6098" fmla="*/ 9162866 w 10450132"/>
              <a:gd name="connsiteY6098" fmla="*/ 3038907 h 5450835"/>
              <a:gd name="connsiteX6099" fmla="*/ 9163654 w 10450132"/>
              <a:gd name="connsiteY6099" fmla="*/ 3038447 h 5450835"/>
              <a:gd name="connsiteX6100" fmla="*/ 8909274 w 10450132"/>
              <a:gd name="connsiteY6100" fmla="*/ 3038447 h 5450835"/>
              <a:gd name="connsiteX6101" fmla="*/ 8918336 w 10450132"/>
              <a:gd name="connsiteY6101" fmla="*/ 3038447 h 5450835"/>
              <a:gd name="connsiteX6102" fmla="*/ 8919125 w 10450132"/>
              <a:gd name="connsiteY6102" fmla="*/ 3038907 h 5450835"/>
              <a:gd name="connsiteX6103" fmla="*/ 8923657 w 10450132"/>
              <a:gd name="connsiteY6103" fmla="*/ 3046788 h 5450835"/>
              <a:gd name="connsiteX6104" fmla="*/ 8923657 w 10450132"/>
              <a:gd name="connsiteY6104" fmla="*/ 3047642 h 5450835"/>
              <a:gd name="connsiteX6105" fmla="*/ 8919125 w 10450132"/>
              <a:gd name="connsiteY6105" fmla="*/ 3055525 h 5450835"/>
              <a:gd name="connsiteX6106" fmla="*/ 8918336 w 10450132"/>
              <a:gd name="connsiteY6106" fmla="*/ 3055984 h 5450835"/>
              <a:gd name="connsiteX6107" fmla="*/ 8909274 w 10450132"/>
              <a:gd name="connsiteY6107" fmla="*/ 3055984 h 5450835"/>
              <a:gd name="connsiteX6108" fmla="*/ 8908484 w 10450132"/>
              <a:gd name="connsiteY6108" fmla="*/ 3055525 h 5450835"/>
              <a:gd name="connsiteX6109" fmla="*/ 8903953 w 10450132"/>
              <a:gd name="connsiteY6109" fmla="*/ 3047642 h 5450835"/>
              <a:gd name="connsiteX6110" fmla="*/ 8903953 w 10450132"/>
              <a:gd name="connsiteY6110" fmla="*/ 3046788 h 5450835"/>
              <a:gd name="connsiteX6111" fmla="*/ 8908484 w 10450132"/>
              <a:gd name="connsiteY6111" fmla="*/ 3038907 h 5450835"/>
              <a:gd name="connsiteX6112" fmla="*/ 8909274 w 10450132"/>
              <a:gd name="connsiteY6112" fmla="*/ 3038447 h 5450835"/>
              <a:gd name="connsiteX6113" fmla="*/ 8654892 w 10450132"/>
              <a:gd name="connsiteY6113" fmla="*/ 3038447 h 5450835"/>
              <a:gd name="connsiteX6114" fmla="*/ 8663955 w 10450132"/>
              <a:gd name="connsiteY6114" fmla="*/ 3038447 h 5450835"/>
              <a:gd name="connsiteX6115" fmla="*/ 8664744 w 10450132"/>
              <a:gd name="connsiteY6115" fmla="*/ 3038907 h 5450835"/>
              <a:gd name="connsiteX6116" fmla="*/ 8669277 w 10450132"/>
              <a:gd name="connsiteY6116" fmla="*/ 3046788 h 5450835"/>
              <a:gd name="connsiteX6117" fmla="*/ 8669277 w 10450132"/>
              <a:gd name="connsiteY6117" fmla="*/ 3047642 h 5450835"/>
              <a:gd name="connsiteX6118" fmla="*/ 8664744 w 10450132"/>
              <a:gd name="connsiteY6118" fmla="*/ 3055525 h 5450835"/>
              <a:gd name="connsiteX6119" fmla="*/ 8663955 w 10450132"/>
              <a:gd name="connsiteY6119" fmla="*/ 3055984 h 5450835"/>
              <a:gd name="connsiteX6120" fmla="*/ 8654892 w 10450132"/>
              <a:gd name="connsiteY6120" fmla="*/ 3055984 h 5450835"/>
              <a:gd name="connsiteX6121" fmla="*/ 8654104 w 10450132"/>
              <a:gd name="connsiteY6121" fmla="*/ 3055525 h 5450835"/>
              <a:gd name="connsiteX6122" fmla="*/ 8649572 w 10450132"/>
              <a:gd name="connsiteY6122" fmla="*/ 3047642 h 5450835"/>
              <a:gd name="connsiteX6123" fmla="*/ 8649572 w 10450132"/>
              <a:gd name="connsiteY6123" fmla="*/ 3046788 h 5450835"/>
              <a:gd name="connsiteX6124" fmla="*/ 8654104 w 10450132"/>
              <a:gd name="connsiteY6124" fmla="*/ 3038907 h 5450835"/>
              <a:gd name="connsiteX6125" fmla="*/ 8654892 w 10450132"/>
              <a:gd name="connsiteY6125" fmla="*/ 3038447 h 5450835"/>
              <a:gd name="connsiteX6126" fmla="*/ 8400511 w 10450132"/>
              <a:gd name="connsiteY6126" fmla="*/ 3038447 h 5450835"/>
              <a:gd name="connsiteX6127" fmla="*/ 8409575 w 10450132"/>
              <a:gd name="connsiteY6127" fmla="*/ 3038447 h 5450835"/>
              <a:gd name="connsiteX6128" fmla="*/ 8410363 w 10450132"/>
              <a:gd name="connsiteY6128" fmla="*/ 3038907 h 5450835"/>
              <a:gd name="connsiteX6129" fmla="*/ 8414896 w 10450132"/>
              <a:gd name="connsiteY6129" fmla="*/ 3046788 h 5450835"/>
              <a:gd name="connsiteX6130" fmla="*/ 8414896 w 10450132"/>
              <a:gd name="connsiteY6130" fmla="*/ 3047642 h 5450835"/>
              <a:gd name="connsiteX6131" fmla="*/ 8410363 w 10450132"/>
              <a:gd name="connsiteY6131" fmla="*/ 3055525 h 5450835"/>
              <a:gd name="connsiteX6132" fmla="*/ 8409575 w 10450132"/>
              <a:gd name="connsiteY6132" fmla="*/ 3055984 h 5450835"/>
              <a:gd name="connsiteX6133" fmla="*/ 8400511 w 10450132"/>
              <a:gd name="connsiteY6133" fmla="*/ 3055984 h 5450835"/>
              <a:gd name="connsiteX6134" fmla="*/ 8399723 w 10450132"/>
              <a:gd name="connsiteY6134" fmla="*/ 3055525 h 5450835"/>
              <a:gd name="connsiteX6135" fmla="*/ 8395191 w 10450132"/>
              <a:gd name="connsiteY6135" fmla="*/ 3047642 h 5450835"/>
              <a:gd name="connsiteX6136" fmla="*/ 8395191 w 10450132"/>
              <a:gd name="connsiteY6136" fmla="*/ 3046788 h 5450835"/>
              <a:gd name="connsiteX6137" fmla="*/ 8399723 w 10450132"/>
              <a:gd name="connsiteY6137" fmla="*/ 3038907 h 5450835"/>
              <a:gd name="connsiteX6138" fmla="*/ 8400511 w 10450132"/>
              <a:gd name="connsiteY6138" fmla="*/ 3038447 h 5450835"/>
              <a:gd name="connsiteX6139" fmla="*/ 8146065 w 10450132"/>
              <a:gd name="connsiteY6139" fmla="*/ 3038447 h 5450835"/>
              <a:gd name="connsiteX6140" fmla="*/ 8155129 w 10450132"/>
              <a:gd name="connsiteY6140" fmla="*/ 3038447 h 5450835"/>
              <a:gd name="connsiteX6141" fmla="*/ 8155917 w 10450132"/>
              <a:gd name="connsiteY6141" fmla="*/ 3038907 h 5450835"/>
              <a:gd name="connsiteX6142" fmla="*/ 8160449 w 10450132"/>
              <a:gd name="connsiteY6142" fmla="*/ 3046788 h 5450835"/>
              <a:gd name="connsiteX6143" fmla="*/ 8160449 w 10450132"/>
              <a:gd name="connsiteY6143" fmla="*/ 3047642 h 5450835"/>
              <a:gd name="connsiteX6144" fmla="*/ 8155917 w 10450132"/>
              <a:gd name="connsiteY6144" fmla="*/ 3055525 h 5450835"/>
              <a:gd name="connsiteX6145" fmla="*/ 8155129 w 10450132"/>
              <a:gd name="connsiteY6145" fmla="*/ 3055984 h 5450835"/>
              <a:gd name="connsiteX6146" fmla="*/ 8146065 w 10450132"/>
              <a:gd name="connsiteY6146" fmla="*/ 3055984 h 5450835"/>
              <a:gd name="connsiteX6147" fmla="*/ 8145277 w 10450132"/>
              <a:gd name="connsiteY6147" fmla="*/ 3055525 h 5450835"/>
              <a:gd name="connsiteX6148" fmla="*/ 8140745 w 10450132"/>
              <a:gd name="connsiteY6148" fmla="*/ 3047642 h 5450835"/>
              <a:gd name="connsiteX6149" fmla="*/ 8140745 w 10450132"/>
              <a:gd name="connsiteY6149" fmla="*/ 3046788 h 5450835"/>
              <a:gd name="connsiteX6150" fmla="*/ 8145277 w 10450132"/>
              <a:gd name="connsiteY6150" fmla="*/ 3038907 h 5450835"/>
              <a:gd name="connsiteX6151" fmla="*/ 8146065 w 10450132"/>
              <a:gd name="connsiteY6151" fmla="*/ 3038447 h 5450835"/>
              <a:gd name="connsiteX6152" fmla="*/ 7891684 w 10450132"/>
              <a:gd name="connsiteY6152" fmla="*/ 3038447 h 5450835"/>
              <a:gd name="connsiteX6153" fmla="*/ 7900748 w 10450132"/>
              <a:gd name="connsiteY6153" fmla="*/ 3038447 h 5450835"/>
              <a:gd name="connsiteX6154" fmla="*/ 7901536 w 10450132"/>
              <a:gd name="connsiteY6154" fmla="*/ 3038907 h 5450835"/>
              <a:gd name="connsiteX6155" fmla="*/ 7906067 w 10450132"/>
              <a:gd name="connsiteY6155" fmla="*/ 3046788 h 5450835"/>
              <a:gd name="connsiteX6156" fmla="*/ 7906067 w 10450132"/>
              <a:gd name="connsiteY6156" fmla="*/ 3047642 h 5450835"/>
              <a:gd name="connsiteX6157" fmla="*/ 7901536 w 10450132"/>
              <a:gd name="connsiteY6157" fmla="*/ 3055525 h 5450835"/>
              <a:gd name="connsiteX6158" fmla="*/ 7900748 w 10450132"/>
              <a:gd name="connsiteY6158" fmla="*/ 3055984 h 5450835"/>
              <a:gd name="connsiteX6159" fmla="*/ 7891684 w 10450132"/>
              <a:gd name="connsiteY6159" fmla="*/ 3055984 h 5450835"/>
              <a:gd name="connsiteX6160" fmla="*/ 7890896 w 10450132"/>
              <a:gd name="connsiteY6160" fmla="*/ 3055525 h 5450835"/>
              <a:gd name="connsiteX6161" fmla="*/ 7886363 w 10450132"/>
              <a:gd name="connsiteY6161" fmla="*/ 3047642 h 5450835"/>
              <a:gd name="connsiteX6162" fmla="*/ 7886363 w 10450132"/>
              <a:gd name="connsiteY6162" fmla="*/ 3046788 h 5450835"/>
              <a:gd name="connsiteX6163" fmla="*/ 7890896 w 10450132"/>
              <a:gd name="connsiteY6163" fmla="*/ 3038907 h 5450835"/>
              <a:gd name="connsiteX6164" fmla="*/ 7891684 w 10450132"/>
              <a:gd name="connsiteY6164" fmla="*/ 3038447 h 5450835"/>
              <a:gd name="connsiteX6165" fmla="*/ 7637304 w 10450132"/>
              <a:gd name="connsiteY6165" fmla="*/ 3038447 h 5450835"/>
              <a:gd name="connsiteX6166" fmla="*/ 7646367 w 10450132"/>
              <a:gd name="connsiteY6166" fmla="*/ 3038447 h 5450835"/>
              <a:gd name="connsiteX6167" fmla="*/ 7647156 w 10450132"/>
              <a:gd name="connsiteY6167" fmla="*/ 3038907 h 5450835"/>
              <a:gd name="connsiteX6168" fmla="*/ 7651687 w 10450132"/>
              <a:gd name="connsiteY6168" fmla="*/ 3046788 h 5450835"/>
              <a:gd name="connsiteX6169" fmla="*/ 7651687 w 10450132"/>
              <a:gd name="connsiteY6169" fmla="*/ 3047642 h 5450835"/>
              <a:gd name="connsiteX6170" fmla="*/ 7647156 w 10450132"/>
              <a:gd name="connsiteY6170" fmla="*/ 3055525 h 5450835"/>
              <a:gd name="connsiteX6171" fmla="*/ 7646367 w 10450132"/>
              <a:gd name="connsiteY6171" fmla="*/ 3055984 h 5450835"/>
              <a:gd name="connsiteX6172" fmla="*/ 7637304 w 10450132"/>
              <a:gd name="connsiteY6172" fmla="*/ 3055984 h 5450835"/>
              <a:gd name="connsiteX6173" fmla="*/ 7636516 w 10450132"/>
              <a:gd name="connsiteY6173" fmla="*/ 3055525 h 5450835"/>
              <a:gd name="connsiteX6174" fmla="*/ 7631983 w 10450132"/>
              <a:gd name="connsiteY6174" fmla="*/ 3047642 h 5450835"/>
              <a:gd name="connsiteX6175" fmla="*/ 7631983 w 10450132"/>
              <a:gd name="connsiteY6175" fmla="*/ 3046788 h 5450835"/>
              <a:gd name="connsiteX6176" fmla="*/ 7636516 w 10450132"/>
              <a:gd name="connsiteY6176" fmla="*/ 3038907 h 5450835"/>
              <a:gd name="connsiteX6177" fmla="*/ 7637304 w 10450132"/>
              <a:gd name="connsiteY6177" fmla="*/ 3038447 h 5450835"/>
              <a:gd name="connsiteX6178" fmla="*/ 7382923 w 10450132"/>
              <a:gd name="connsiteY6178" fmla="*/ 3038447 h 5450835"/>
              <a:gd name="connsiteX6179" fmla="*/ 7391987 w 10450132"/>
              <a:gd name="connsiteY6179" fmla="*/ 3038447 h 5450835"/>
              <a:gd name="connsiteX6180" fmla="*/ 7392775 w 10450132"/>
              <a:gd name="connsiteY6180" fmla="*/ 3038907 h 5450835"/>
              <a:gd name="connsiteX6181" fmla="*/ 7397307 w 10450132"/>
              <a:gd name="connsiteY6181" fmla="*/ 3046788 h 5450835"/>
              <a:gd name="connsiteX6182" fmla="*/ 7397307 w 10450132"/>
              <a:gd name="connsiteY6182" fmla="*/ 3047642 h 5450835"/>
              <a:gd name="connsiteX6183" fmla="*/ 7392775 w 10450132"/>
              <a:gd name="connsiteY6183" fmla="*/ 3055525 h 5450835"/>
              <a:gd name="connsiteX6184" fmla="*/ 7391987 w 10450132"/>
              <a:gd name="connsiteY6184" fmla="*/ 3055984 h 5450835"/>
              <a:gd name="connsiteX6185" fmla="*/ 7382923 w 10450132"/>
              <a:gd name="connsiteY6185" fmla="*/ 3055984 h 5450835"/>
              <a:gd name="connsiteX6186" fmla="*/ 7382135 w 10450132"/>
              <a:gd name="connsiteY6186" fmla="*/ 3055525 h 5450835"/>
              <a:gd name="connsiteX6187" fmla="*/ 7377602 w 10450132"/>
              <a:gd name="connsiteY6187" fmla="*/ 3047642 h 5450835"/>
              <a:gd name="connsiteX6188" fmla="*/ 7377602 w 10450132"/>
              <a:gd name="connsiteY6188" fmla="*/ 3046788 h 5450835"/>
              <a:gd name="connsiteX6189" fmla="*/ 7382135 w 10450132"/>
              <a:gd name="connsiteY6189" fmla="*/ 3038907 h 5450835"/>
              <a:gd name="connsiteX6190" fmla="*/ 7382923 w 10450132"/>
              <a:gd name="connsiteY6190" fmla="*/ 3038447 h 5450835"/>
              <a:gd name="connsiteX6191" fmla="*/ 7128477 w 10450132"/>
              <a:gd name="connsiteY6191" fmla="*/ 3038447 h 5450835"/>
              <a:gd name="connsiteX6192" fmla="*/ 7137540 w 10450132"/>
              <a:gd name="connsiteY6192" fmla="*/ 3038447 h 5450835"/>
              <a:gd name="connsiteX6193" fmla="*/ 7138328 w 10450132"/>
              <a:gd name="connsiteY6193" fmla="*/ 3038907 h 5450835"/>
              <a:gd name="connsiteX6194" fmla="*/ 7142860 w 10450132"/>
              <a:gd name="connsiteY6194" fmla="*/ 3046788 h 5450835"/>
              <a:gd name="connsiteX6195" fmla="*/ 7142860 w 10450132"/>
              <a:gd name="connsiteY6195" fmla="*/ 3047642 h 5450835"/>
              <a:gd name="connsiteX6196" fmla="*/ 7138328 w 10450132"/>
              <a:gd name="connsiteY6196" fmla="*/ 3055525 h 5450835"/>
              <a:gd name="connsiteX6197" fmla="*/ 7137540 w 10450132"/>
              <a:gd name="connsiteY6197" fmla="*/ 3055984 h 5450835"/>
              <a:gd name="connsiteX6198" fmla="*/ 7128477 w 10450132"/>
              <a:gd name="connsiteY6198" fmla="*/ 3055984 h 5450835"/>
              <a:gd name="connsiteX6199" fmla="*/ 7127689 w 10450132"/>
              <a:gd name="connsiteY6199" fmla="*/ 3055525 h 5450835"/>
              <a:gd name="connsiteX6200" fmla="*/ 7123156 w 10450132"/>
              <a:gd name="connsiteY6200" fmla="*/ 3047642 h 5450835"/>
              <a:gd name="connsiteX6201" fmla="*/ 7123156 w 10450132"/>
              <a:gd name="connsiteY6201" fmla="*/ 3046788 h 5450835"/>
              <a:gd name="connsiteX6202" fmla="*/ 7127689 w 10450132"/>
              <a:gd name="connsiteY6202" fmla="*/ 3038907 h 5450835"/>
              <a:gd name="connsiteX6203" fmla="*/ 7128477 w 10450132"/>
              <a:gd name="connsiteY6203" fmla="*/ 3038447 h 5450835"/>
              <a:gd name="connsiteX6204" fmla="*/ 6874095 w 10450132"/>
              <a:gd name="connsiteY6204" fmla="*/ 3038447 h 5450835"/>
              <a:gd name="connsiteX6205" fmla="*/ 6883159 w 10450132"/>
              <a:gd name="connsiteY6205" fmla="*/ 3038447 h 5450835"/>
              <a:gd name="connsiteX6206" fmla="*/ 6883947 w 10450132"/>
              <a:gd name="connsiteY6206" fmla="*/ 3038907 h 5450835"/>
              <a:gd name="connsiteX6207" fmla="*/ 6888480 w 10450132"/>
              <a:gd name="connsiteY6207" fmla="*/ 3046788 h 5450835"/>
              <a:gd name="connsiteX6208" fmla="*/ 6888480 w 10450132"/>
              <a:gd name="connsiteY6208" fmla="*/ 3047642 h 5450835"/>
              <a:gd name="connsiteX6209" fmla="*/ 6883947 w 10450132"/>
              <a:gd name="connsiteY6209" fmla="*/ 3055525 h 5450835"/>
              <a:gd name="connsiteX6210" fmla="*/ 6883159 w 10450132"/>
              <a:gd name="connsiteY6210" fmla="*/ 3055984 h 5450835"/>
              <a:gd name="connsiteX6211" fmla="*/ 6874095 w 10450132"/>
              <a:gd name="connsiteY6211" fmla="*/ 3055984 h 5450835"/>
              <a:gd name="connsiteX6212" fmla="*/ 6873307 w 10450132"/>
              <a:gd name="connsiteY6212" fmla="*/ 3055525 h 5450835"/>
              <a:gd name="connsiteX6213" fmla="*/ 6868775 w 10450132"/>
              <a:gd name="connsiteY6213" fmla="*/ 3047642 h 5450835"/>
              <a:gd name="connsiteX6214" fmla="*/ 6868775 w 10450132"/>
              <a:gd name="connsiteY6214" fmla="*/ 3046788 h 5450835"/>
              <a:gd name="connsiteX6215" fmla="*/ 6873307 w 10450132"/>
              <a:gd name="connsiteY6215" fmla="*/ 3038907 h 5450835"/>
              <a:gd name="connsiteX6216" fmla="*/ 6874095 w 10450132"/>
              <a:gd name="connsiteY6216" fmla="*/ 3038447 h 5450835"/>
              <a:gd name="connsiteX6217" fmla="*/ 6619714 w 10450132"/>
              <a:gd name="connsiteY6217" fmla="*/ 3038447 h 5450835"/>
              <a:gd name="connsiteX6218" fmla="*/ 6628778 w 10450132"/>
              <a:gd name="connsiteY6218" fmla="*/ 3038447 h 5450835"/>
              <a:gd name="connsiteX6219" fmla="*/ 6629566 w 10450132"/>
              <a:gd name="connsiteY6219" fmla="*/ 3038907 h 5450835"/>
              <a:gd name="connsiteX6220" fmla="*/ 6634099 w 10450132"/>
              <a:gd name="connsiteY6220" fmla="*/ 3046788 h 5450835"/>
              <a:gd name="connsiteX6221" fmla="*/ 6634099 w 10450132"/>
              <a:gd name="connsiteY6221" fmla="*/ 3047642 h 5450835"/>
              <a:gd name="connsiteX6222" fmla="*/ 6629566 w 10450132"/>
              <a:gd name="connsiteY6222" fmla="*/ 3055525 h 5450835"/>
              <a:gd name="connsiteX6223" fmla="*/ 6628778 w 10450132"/>
              <a:gd name="connsiteY6223" fmla="*/ 3055984 h 5450835"/>
              <a:gd name="connsiteX6224" fmla="*/ 6619714 w 10450132"/>
              <a:gd name="connsiteY6224" fmla="*/ 3055984 h 5450835"/>
              <a:gd name="connsiteX6225" fmla="*/ 6618926 w 10450132"/>
              <a:gd name="connsiteY6225" fmla="*/ 3055525 h 5450835"/>
              <a:gd name="connsiteX6226" fmla="*/ 6614394 w 10450132"/>
              <a:gd name="connsiteY6226" fmla="*/ 3047642 h 5450835"/>
              <a:gd name="connsiteX6227" fmla="*/ 6614394 w 10450132"/>
              <a:gd name="connsiteY6227" fmla="*/ 3046788 h 5450835"/>
              <a:gd name="connsiteX6228" fmla="*/ 6618926 w 10450132"/>
              <a:gd name="connsiteY6228" fmla="*/ 3038907 h 5450835"/>
              <a:gd name="connsiteX6229" fmla="*/ 6619714 w 10450132"/>
              <a:gd name="connsiteY6229" fmla="*/ 3038447 h 5450835"/>
              <a:gd name="connsiteX6230" fmla="*/ 6365334 w 10450132"/>
              <a:gd name="connsiteY6230" fmla="*/ 3038447 h 5450835"/>
              <a:gd name="connsiteX6231" fmla="*/ 6374397 w 10450132"/>
              <a:gd name="connsiteY6231" fmla="*/ 3038447 h 5450835"/>
              <a:gd name="connsiteX6232" fmla="*/ 6375186 w 10450132"/>
              <a:gd name="connsiteY6232" fmla="*/ 3038907 h 5450835"/>
              <a:gd name="connsiteX6233" fmla="*/ 6379718 w 10450132"/>
              <a:gd name="connsiteY6233" fmla="*/ 3046788 h 5450835"/>
              <a:gd name="connsiteX6234" fmla="*/ 6379718 w 10450132"/>
              <a:gd name="connsiteY6234" fmla="*/ 3047642 h 5450835"/>
              <a:gd name="connsiteX6235" fmla="*/ 6375186 w 10450132"/>
              <a:gd name="connsiteY6235" fmla="*/ 3055525 h 5450835"/>
              <a:gd name="connsiteX6236" fmla="*/ 6374397 w 10450132"/>
              <a:gd name="connsiteY6236" fmla="*/ 3055984 h 5450835"/>
              <a:gd name="connsiteX6237" fmla="*/ 6365334 w 10450132"/>
              <a:gd name="connsiteY6237" fmla="*/ 3055984 h 5450835"/>
              <a:gd name="connsiteX6238" fmla="*/ 6364546 w 10450132"/>
              <a:gd name="connsiteY6238" fmla="*/ 3055525 h 5450835"/>
              <a:gd name="connsiteX6239" fmla="*/ 6360014 w 10450132"/>
              <a:gd name="connsiteY6239" fmla="*/ 3047642 h 5450835"/>
              <a:gd name="connsiteX6240" fmla="*/ 6360014 w 10450132"/>
              <a:gd name="connsiteY6240" fmla="*/ 3046788 h 5450835"/>
              <a:gd name="connsiteX6241" fmla="*/ 6364546 w 10450132"/>
              <a:gd name="connsiteY6241" fmla="*/ 3038907 h 5450835"/>
              <a:gd name="connsiteX6242" fmla="*/ 6365334 w 10450132"/>
              <a:gd name="connsiteY6242" fmla="*/ 3038447 h 5450835"/>
              <a:gd name="connsiteX6243" fmla="*/ 6110888 w 10450132"/>
              <a:gd name="connsiteY6243" fmla="*/ 3038447 h 5450835"/>
              <a:gd name="connsiteX6244" fmla="*/ 6119953 w 10450132"/>
              <a:gd name="connsiteY6244" fmla="*/ 3038447 h 5450835"/>
              <a:gd name="connsiteX6245" fmla="*/ 6120740 w 10450132"/>
              <a:gd name="connsiteY6245" fmla="*/ 3038907 h 5450835"/>
              <a:gd name="connsiteX6246" fmla="*/ 6125272 w 10450132"/>
              <a:gd name="connsiteY6246" fmla="*/ 3046788 h 5450835"/>
              <a:gd name="connsiteX6247" fmla="*/ 6125272 w 10450132"/>
              <a:gd name="connsiteY6247" fmla="*/ 3047642 h 5450835"/>
              <a:gd name="connsiteX6248" fmla="*/ 6120740 w 10450132"/>
              <a:gd name="connsiteY6248" fmla="*/ 3055525 h 5450835"/>
              <a:gd name="connsiteX6249" fmla="*/ 6119953 w 10450132"/>
              <a:gd name="connsiteY6249" fmla="*/ 3055984 h 5450835"/>
              <a:gd name="connsiteX6250" fmla="*/ 6110888 w 10450132"/>
              <a:gd name="connsiteY6250" fmla="*/ 3055984 h 5450835"/>
              <a:gd name="connsiteX6251" fmla="*/ 6110101 w 10450132"/>
              <a:gd name="connsiteY6251" fmla="*/ 3055525 h 5450835"/>
              <a:gd name="connsiteX6252" fmla="*/ 6105567 w 10450132"/>
              <a:gd name="connsiteY6252" fmla="*/ 3047642 h 5450835"/>
              <a:gd name="connsiteX6253" fmla="*/ 6105567 w 10450132"/>
              <a:gd name="connsiteY6253" fmla="*/ 3046788 h 5450835"/>
              <a:gd name="connsiteX6254" fmla="*/ 6110101 w 10450132"/>
              <a:gd name="connsiteY6254" fmla="*/ 3038907 h 5450835"/>
              <a:gd name="connsiteX6255" fmla="*/ 6110888 w 10450132"/>
              <a:gd name="connsiteY6255" fmla="*/ 3038447 h 5450835"/>
              <a:gd name="connsiteX6256" fmla="*/ 5856508 w 10450132"/>
              <a:gd name="connsiteY6256" fmla="*/ 3038447 h 5450835"/>
              <a:gd name="connsiteX6257" fmla="*/ 5865571 w 10450132"/>
              <a:gd name="connsiteY6257" fmla="*/ 3038447 h 5450835"/>
              <a:gd name="connsiteX6258" fmla="*/ 5866359 w 10450132"/>
              <a:gd name="connsiteY6258" fmla="*/ 3038907 h 5450835"/>
              <a:gd name="connsiteX6259" fmla="*/ 5870891 w 10450132"/>
              <a:gd name="connsiteY6259" fmla="*/ 3046788 h 5450835"/>
              <a:gd name="connsiteX6260" fmla="*/ 5870891 w 10450132"/>
              <a:gd name="connsiteY6260" fmla="*/ 3047642 h 5450835"/>
              <a:gd name="connsiteX6261" fmla="*/ 5866359 w 10450132"/>
              <a:gd name="connsiteY6261" fmla="*/ 3055525 h 5450835"/>
              <a:gd name="connsiteX6262" fmla="*/ 5865571 w 10450132"/>
              <a:gd name="connsiteY6262" fmla="*/ 3055984 h 5450835"/>
              <a:gd name="connsiteX6263" fmla="*/ 5856508 w 10450132"/>
              <a:gd name="connsiteY6263" fmla="*/ 3055984 h 5450835"/>
              <a:gd name="connsiteX6264" fmla="*/ 5855720 w 10450132"/>
              <a:gd name="connsiteY6264" fmla="*/ 3055525 h 5450835"/>
              <a:gd name="connsiteX6265" fmla="*/ 5851187 w 10450132"/>
              <a:gd name="connsiteY6265" fmla="*/ 3047642 h 5450835"/>
              <a:gd name="connsiteX6266" fmla="*/ 5851187 w 10450132"/>
              <a:gd name="connsiteY6266" fmla="*/ 3046788 h 5450835"/>
              <a:gd name="connsiteX6267" fmla="*/ 5855720 w 10450132"/>
              <a:gd name="connsiteY6267" fmla="*/ 3038907 h 5450835"/>
              <a:gd name="connsiteX6268" fmla="*/ 5856508 w 10450132"/>
              <a:gd name="connsiteY6268" fmla="*/ 3038447 h 5450835"/>
              <a:gd name="connsiteX6269" fmla="*/ 5602126 w 10450132"/>
              <a:gd name="connsiteY6269" fmla="*/ 3038447 h 5450835"/>
              <a:gd name="connsiteX6270" fmla="*/ 5611191 w 10450132"/>
              <a:gd name="connsiteY6270" fmla="*/ 3038447 h 5450835"/>
              <a:gd name="connsiteX6271" fmla="*/ 5611979 w 10450132"/>
              <a:gd name="connsiteY6271" fmla="*/ 3038907 h 5450835"/>
              <a:gd name="connsiteX6272" fmla="*/ 5616511 w 10450132"/>
              <a:gd name="connsiteY6272" fmla="*/ 3046788 h 5450835"/>
              <a:gd name="connsiteX6273" fmla="*/ 5616511 w 10450132"/>
              <a:gd name="connsiteY6273" fmla="*/ 3047642 h 5450835"/>
              <a:gd name="connsiteX6274" fmla="*/ 5611979 w 10450132"/>
              <a:gd name="connsiteY6274" fmla="*/ 3055525 h 5450835"/>
              <a:gd name="connsiteX6275" fmla="*/ 5611191 w 10450132"/>
              <a:gd name="connsiteY6275" fmla="*/ 3055984 h 5450835"/>
              <a:gd name="connsiteX6276" fmla="*/ 5602126 w 10450132"/>
              <a:gd name="connsiteY6276" fmla="*/ 3055984 h 5450835"/>
              <a:gd name="connsiteX6277" fmla="*/ 5601338 w 10450132"/>
              <a:gd name="connsiteY6277" fmla="*/ 3055525 h 5450835"/>
              <a:gd name="connsiteX6278" fmla="*/ 5596807 w 10450132"/>
              <a:gd name="connsiteY6278" fmla="*/ 3047642 h 5450835"/>
              <a:gd name="connsiteX6279" fmla="*/ 5596807 w 10450132"/>
              <a:gd name="connsiteY6279" fmla="*/ 3046788 h 5450835"/>
              <a:gd name="connsiteX6280" fmla="*/ 5601338 w 10450132"/>
              <a:gd name="connsiteY6280" fmla="*/ 3038907 h 5450835"/>
              <a:gd name="connsiteX6281" fmla="*/ 5602126 w 10450132"/>
              <a:gd name="connsiteY6281" fmla="*/ 3038447 h 5450835"/>
              <a:gd name="connsiteX6282" fmla="*/ 5347746 w 10450132"/>
              <a:gd name="connsiteY6282" fmla="*/ 3038447 h 5450835"/>
              <a:gd name="connsiteX6283" fmla="*/ 5356810 w 10450132"/>
              <a:gd name="connsiteY6283" fmla="*/ 3038447 h 5450835"/>
              <a:gd name="connsiteX6284" fmla="*/ 5357598 w 10450132"/>
              <a:gd name="connsiteY6284" fmla="*/ 3038907 h 5450835"/>
              <a:gd name="connsiteX6285" fmla="*/ 5362130 w 10450132"/>
              <a:gd name="connsiteY6285" fmla="*/ 3046788 h 5450835"/>
              <a:gd name="connsiteX6286" fmla="*/ 5362130 w 10450132"/>
              <a:gd name="connsiteY6286" fmla="*/ 3047642 h 5450835"/>
              <a:gd name="connsiteX6287" fmla="*/ 5357598 w 10450132"/>
              <a:gd name="connsiteY6287" fmla="*/ 3055525 h 5450835"/>
              <a:gd name="connsiteX6288" fmla="*/ 5356810 w 10450132"/>
              <a:gd name="connsiteY6288" fmla="*/ 3055984 h 5450835"/>
              <a:gd name="connsiteX6289" fmla="*/ 5347746 w 10450132"/>
              <a:gd name="connsiteY6289" fmla="*/ 3055984 h 5450835"/>
              <a:gd name="connsiteX6290" fmla="*/ 5346958 w 10450132"/>
              <a:gd name="connsiteY6290" fmla="*/ 3055525 h 5450835"/>
              <a:gd name="connsiteX6291" fmla="*/ 5342425 w 10450132"/>
              <a:gd name="connsiteY6291" fmla="*/ 3047642 h 5450835"/>
              <a:gd name="connsiteX6292" fmla="*/ 5342425 w 10450132"/>
              <a:gd name="connsiteY6292" fmla="*/ 3046788 h 5450835"/>
              <a:gd name="connsiteX6293" fmla="*/ 5346958 w 10450132"/>
              <a:gd name="connsiteY6293" fmla="*/ 3038907 h 5450835"/>
              <a:gd name="connsiteX6294" fmla="*/ 5347746 w 10450132"/>
              <a:gd name="connsiteY6294" fmla="*/ 3038447 h 5450835"/>
              <a:gd name="connsiteX6295" fmla="*/ 5093300 w 10450132"/>
              <a:gd name="connsiteY6295" fmla="*/ 3038447 h 5450835"/>
              <a:gd name="connsiteX6296" fmla="*/ 5102364 w 10450132"/>
              <a:gd name="connsiteY6296" fmla="*/ 3038447 h 5450835"/>
              <a:gd name="connsiteX6297" fmla="*/ 5103153 w 10450132"/>
              <a:gd name="connsiteY6297" fmla="*/ 3038907 h 5450835"/>
              <a:gd name="connsiteX6298" fmla="*/ 5107684 w 10450132"/>
              <a:gd name="connsiteY6298" fmla="*/ 3046788 h 5450835"/>
              <a:gd name="connsiteX6299" fmla="*/ 5107684 w 10450132"/>
              <a:gd name="connsiteY6299" fmla="*/ 3047642 h 5450835"/>
              <a:gd name="connsiteX6300" fmla="*/ 5103153 w 10450132"/>
              <a:gd name="connsiteY6300" fmla="*/ 3055525 h 5450835"/>
              <a:gd name="connsiteX6301" fmla="*/ 5102364 w 10450132"/>
              <a:gd name="connsiteY6301" fmla="*/ 3055984 h 5450835"/>
              <a:gd name="connsiteX6302" fmla="*/ 5093300 w 10450132"/>
              <a:gd name="connsiteY6302" fmla="*/ 3055984 h 5450835"/>
              <a:gd name="connsiteX6303" fmla="*/ 5092512 w 10450132"/>
              <a:gd name="connsiteY6303" fmla="*/ 3055525 h 5450835"/>
              <a:gd name="connsiteX6304" fmla="*/ 5087979 w 10450132"/>
              <a:gd name="connsiteY6304" fmla="*/ 3047642 h 5450835"/>
              <a:gd name="connsiteX6305" fmla="*/ 5087979 w 10450132"/>
              <a:gd name="connsiteY6305" fmla="*/ 3046788 h 5450835"/>
              <a:gd name="connsiteX6306" fmla="*/ 5092512 w 10450132"/>
              <a:gd name="connsiteY6306" fmla="*/ 3038907 h 5450835"/>
              <a:gd name="connsiteX6307" fmla="*/ 5093300 w 10450132"/>
              <a:gd name="connsiteY6307" fmla="*/ 3038447 h 5450835"/>
              <a:gd name="connsiteX6308" fmla="*/ 4838919 w 10450132"/>
              <a:gd name="connsiteY6308" fmla="*/ 3038447 h 5450835"/>
              <a:gd name="connsiteX6309" fmla="*/ 4847982 w 10450132"/>
              <a:gd name="connsiteY6309" fmla="*/ 3038447 h 5450835"/>
              <a:gd name="connsiteX6310" fmla="*/ 4848772 w 10450132"/>
              <a:gd name="connsiteY6310" fmla="*/ 3038907 h 5450835"/>
              <a:gd name="connsiteX6311" fmla="*/ 4853303 w 10450132"/>
              <a:gd name="connsiteY6311" fmla="*/ 3046788 h 5450835"/>
              <a:gd name="connsiteX6312" fmla="*/ 4853303 w 10450132"/>
              <a:gd name="connsiteY6312" fmla="*/ 3047642 h 5450835"/>
              <a:gd name="connsiteX6313" fmla="*/ 4848772 w 10450132"/>
              <a:gd name="connsiteY6313" fmla="*/ 3055525 h 5450835"/>
              <a:gd name="connsiteX6314" fmla="*/ 4847982 w 10450132"/>
              <a:gd name="connsiteY6314" fmla="*/ 3055984 h 5450835"/>
              <a:gd name="connsiteX6315" fmla="*/ 4838919 w 10450132"/>
              <a:gd name="connsiteY6315" fmla="*/ 3055984 h 5450835"/>
              <a:gd name="connsiteX6316" fmla="*/ 4838132 w 10450132"/>
              <a:gd name="connsiteY6316" fmla="*/ 3055525 h 5450835"/>
              <a:gd name="connsiteX6317" fmla="*/ 4833598 w 10450132"/>
              <a:gd name="connsiteY6317" fmla="*/ 3047642 h 5450835"/>
              <a:gd name="connsiteX6318" fmla="*/ 4833598 w 10450132"/>
              <a:gd name="connsiteY6318" fmla="*/ 3046788 h 5450835"/>
              <a:gd name="connsiteX6319" fmla="*/ 4838132 w 10450132"/>
              <a:gd name="connsiteY6319" fmla="*/ 3038907 h 5450835"/>
              <a:gd name="connsiteX6320" fmla="*/ 4838919 w 10450132"/>
              <a:gd name="connsiteY6320" fmla="*/ 3038447 h 5450835"/>
              <a:gd name="connsiteX6321" fmla="*/ 4584538 w 10450132"/>
              <a:gd name="connsiteY6321" fmla="*/ 3038447 h 5450835"/>
              <a:gd name="connsiteX6322" fmla="*/ 4593603 w 10450132"/>
              <a:gd name="connsiteY6322" fmla="*/ 3038447 h 5450835"/>
              <a:gd name="connsiteX6323" fmla="*/ 4594390 w 10450132"/>
              <a:gd name="connsiteY6323" fmla="*/ 3038907 h 5450835"/>
              <a:gd name="connsiteX6324" fmla="*/ 4598922 w 10450132"/>
              <a:gd name="connsiteY6324" fmla="*/ 3046788 h 5450835"/>
              <a:gd name="connsiteX6325" fmla="*/ 4598922 w 10450132"/>
              <a:gd name="connsiteY6325" fmla="*/ 3047642 h 5450835"/>
              <a:gd name="connsiteX6326" fmla="*/ 4594390 w 10450132"/>
              <a:gd name="connsiteY6326" fmla="*/ 3055525 h 5450835"/>
              <a:gd name="connsiteX6327" fmla="*/ 4593603 w 10450132"/>
              <a:gd name="connsiteY6327" fmla="*/ 3055984 h 5450835"/>
              <a:gd name="connsiteX6328" fmla="*/ 4584538 w 10450132"/>
              <a:gd name="connsiteY6328" fmla="*/ 3055984 h 5450835"/>
              <a:gd name="connsiteX6329" fmla="*/ 4583749 w 10450132"/>
              <a:gd name="connsiteY6329" fmla="*/ 3055525 h 5450835"/>
              <a:gd name="connsiteX6330" fmla="*/ 4579218 w 10450132"/>
              <a:gd name="connsiteY6330" fmla="*/ 3047642 h 5450835"/>
              <a:gd name="connsiteX6331" fmla="*/ 4579218 w 10450132"/>
              <a:gd name="connsiteY6331" fmla="*/ 3046788 h 5450835"/>
              <a:gd name="connsiteX6332" fmla="*/ 4583749 w 10450132"/>
              <a:gd name="connsiteY6332" fmla="*/ 3038907 h 5450835"/>
              <a:gd name="connsiteX6333" fmla="*/ 4584538 w 10450132"/>
              <a:gd name="connsiteY6333" fmla="*/ 3038447 h 5450835"/>
              <a:gd name="connsiteX6334" fmla="*/ 4330157 w 10450132"/>
              <a:gd name="connsiteY6334" fmla="*/ 3038447 h 5450835"/>
              <a:gd name="connsiteX6335" fmla="*/ 4339222 w 10450132"/>
              <a:gd name="connsiteY6335" fmla="*/ 3038447 h 5450835"/>
              <a:gd name="connsiteX6336" fmla="*/ 4340010 w 10450132"/>
              <a:gd name="connsiteY6336" fmla="*/ 3038907 h 5450835"/>
              <a:gd name="connsiteX6337" fmla="*/ 4344540 w 10450132"/>
              <a:gd name="connsiteY6337" fmla="*/ 3046788 h 5450835"/>
              <a:gd name="connsiteX6338" fmla="*/ 4344540 w 10450132"/>
              <a:gd name="connsiteY6338" fmla="*/ 3047642 h 5450835"/>
              <a:gd name="connsiteX6339" fmla="*/ 4340010 w 10450132"/>
              <a:gd name="connsiteY6339" fmla="*/ 3055525 h 5450835"/>
              <a:gd name="connsiteX6340" fmla="*/ 4339222 w 10450132"/>
              <a:gd name="connsiteY6340" fmla="*/ 3055984 h 5450835"/>
              <a:gd name="connsiteX6341" fmla="*/ 4330157 w 10450132"/>
              <a:gd name="connsiteY6341" fmla="*/ 3055984 h 5450835"/>
              <a:gd name="connsiteX6342" fmla="*/ 4329369 w 10450132"/>
              <a:gd name="connsiteY6342" fmla="*/ 3055525 h 5450835"/>
              <a:gd name="connsiteX6343" fmla="*/ 4324836 w 10450132"/>
              <a:gd name="connsiteY6343" fmla="*/ 3047642 h 5450835"/>
              <a:gd name="connsiteX6344" fmla="*/ 4324836 w 10450132"/>
              <a:gd name="connsiteY6344" fmla="*/ 3046788 h 5450835"/>
              <a:gd name="connsiteX6345" fmla="*/ 4329369 w 10450132"/>
              <a:gd name="connsiteY6345" fmla="*/ 3038907 h 5450835"/>
              <a:gd name="connsiteX6346" fmla="*/ 4330157 w 10450132"/>
              <a:gd name="connsiteY6346" fmla="*/ 3038447 h 5450835"/>
              <a:gd name="connsiteX6347" fmla="*/ 4075895 w 10450132"/>
              <a:gd name="connsiteY6347" fmla="*/ 3038447 h 5450835"/>
              <a:gd name="connsiteX6348" fmla="*/ 4084959 w 10450132"/>
              <a:gd name="connsiteY6348" fmla="*/ 3038447 h 5450835"/>
              <a:gd name="connsiteX6349" fmla="*/ 4085745 w 10450132"/>
              <a:gd name="connsiteY6349" fmla="*/ 3038907 h 5450835"/>
              <a:gd name="connsiteX6350" fmla="*/ 4090279 w 10450132"/>
              <a:gd name="connsiteY6350" fmla="*/ 3046788 h 5450835"/>
              <a:gd name="connsiteX6351" fmla="*/ 4090279 w 10450132"/>
              <a:gd name="connsiteY6351" fmla="*/ 3047642 h 5450835"/>
              <a:gd name="connsiteX6352" fmla="*/ 4085745 w 10450132"/>
              <a:gd name="connsiteY6352" fmla="*/ 3055525 h 5450835"/>
              <a:gd name="connsiteX6353" fmla="*/ 4084959 w 10450132"/>
              <a:gd name="connsiteY6353" fmla="*/ 3055984 h 5450835"/>
              <a:gd name="connsiteX6354" fmla="*/ 4075895 w 10450132"/>
              <a:gd name="connsiteY6354" fmla="*/ 3055984 h 5450835"/>
              <a:gd name="connsiteX6355" fmla="*/ 4075105 w 10450132"/>
              <a:gd name="connsiteY6355" fmla="*/ 3055525 h 5450835"/>
              <a:gd name="connsiteX6356" fmla="*/ 4070574 w 10450132"/>
              <a:gd name="connsiteY6356" fmla="*/ 3047642 h 5450835"/>
              <a:gd name="connsiteX6357" fmla="*/ 4070574 w 10450132"/>
              <a:gd name="connsiteY6357" fmla="*/ 3046788 h 5450835"/>
              <a:gd name="connsiteX6358" fmla="*/ 4075105 w 10450132"/>
              <a:gd name="connsiteY6358" fmla="*/ 3038907 h 5450835"/>
              <a:gd name="connsiteX6359" fmla="*/ 4075895 w 10450132"/>
              <a:gd name="connsiteY6359" fmla="*/ 3038447 h 5450835"/>
              <a:gd name="connsiteX6360" fmla="*/ 3821481 w 10450132"/>
              <a:gd name="connsiteY6360" fmla="*/ 3038447 h 5450835"/>
              <a:gd name="connsiteX6361" fmla="*/ 3830546 w 10450132"/>
              <a:gd name="connsiteY6361" fmla="*/ 3038447 h 5450835"/>
              <a:gd name="connsiteX6362" fmla="*/ 3831334 w 10450132"/>
              <a:gd name="connsiteY6362" fmla="*/ 3038907 h 5450835"/>
              <a:gd name="connsiteX6363" fmla="*/ 3835867 w 10450132"/>
              <a:gd name="connsiteY6363" fmla="*/ 3046788 h 5450835"/>
              <a:gd name="connsiteX6364" fmla="*/ 3835867 w 10450132"/>
              <a:gd name="connsiteY6364" fmla="*/ 3047642 h 5450835"/>
              <a:gd name="connsiteX6365" fmla="*/ 3831334 w 10450132"/>
              <a:gd name="connsiteY6365" fmla="*/ 3055525 h 5450835"/>
              <a:gd name="connsiteX6366" fmla="*/ 3830546 w 10450132"/>
              <a:gd name="connsiteY6366" fmla="*/ 3055984 h 5450835"/>
              <a:gd name="connsiteX6367" fmla="*/ 3821481 w 10450132"/>
              <a:gd name="connsiteY6367" fmla="*/ 3055984 h 5450835"/>
              <a:gd name="connsiteX6368" fmla="*/ 3820693 w 10450132"/>
              <a:gd name="connsiteY6368" fmla="*/ 3055525 h 5450835"/>
              <a:gd name="connsiteX6369" fmla="*/ 3816160 w 10450132"/>
              <a:gd name="connsiteY6369" fmla="*/ 3047642 h 5450835"/>
              <a:gd name="connsiteX6370" fmla="*/ 3816160 w 10450132"/>
              <a:gd name="connsiteY6370" fmla="*/ 3046788 h 5450835"/>
              <a:gd name="connsiteX6371" fmla="*/ 3820693 w 10450132"/>
              <a:gd name="connsiteY6371" fmla="*/ 3038907 h 5450835"/>
              <a:gd name="connsiteX6372" fmla="*/ 3821481 w 10450132"/>
              <a:gd name="connsiteY6372" fmla="*/ 3038447 h 5450835"/>
              <a:gd name="connsiteX6373" fmla="*/ 3567018 w 10450132"/>
              <a:gd name="connsiteY6373" fmla="*/ 3038447 h 5450835"/>
              <a:gd name="connsiteX6374" fmla="*/ 3576083 w 10450132"/>
              <a:gd name="connsiteY6374" fmla="*/ 3038447 h 5450835"/>
              <a:gd name="connsiteX6375" fmla="*/ 3576871 w 10450132"/>
              <a:gd name="connsiteY6375" fmla="*/ 3038907 h 5450835"/>
              <a:gd name="connsiteX6376" fmla="*/ 3581403 w 10450132"/>
              <a:gd name="connsiteY6376" fmla="*/ 3046788 h 5450835"/>
              <a:gd name="connsiteX6377" fmla="*/ 3581403 w 10450132"/>
              <a:gd name="connsiteY6377" fmla="*/ 3047642 h 5450835"/>
              <a:gd name="connsiteX6378" fmla="*/ 3576871 w 10450132"/>
              <a:gd name="connsiteY6378" fmla="*/ 3055525 h 5450835"/>
              <a:gd name="connsiteX6379" fmla="*/ 3576083 w 10450132"/>
              <a:gd name="connsiteY6379" fmla="*/ 3055984 h 5450835"/>
              <a:gd name="connsiteX6380" fmla="*/ 3567018 w 10450132"/>
              <a:gd name="connsiteY6380" fmla="*/ 3055984 h 5450835"/>
              <a:gd name="connsiteX6381" fmla="*/ 3566231 w 10450132"/>
              <a:gd name="connsiteY6381" fmla="*/ 3055525 h 5450835"/>
              <a:gd name="connsiteX6382" fmla="*/ 3561697 w 10450132"/>
              <a:gd name="connsiteY6382" fmla="*/ 3047642 h 5450835"/>
              <a:gd name="connsiteX6383" fmla="*/ 3561697 w 10450132"/>
              <a:gd name="connsiteY6383" fmla="*/ 3046788 h 5450835"/>
              <a:gd name="connsiteX6384" fmla="*/ 3566231 w 10450132"/>
              <a:gd name="connsiteY6384" fmla="*/ 3038907 h 5450835"/>
              <a:gd name="connsiteX6385" fmla="*/ 3567018 w 10450132"/>
              <a:gd name="connsiteY6385" fmla="*/ 3038447 h 5450835"/>
              <a:gd name="connsiteX6386" fmla="*/ 3312589 w 10450132"/>
              <a:gd name="connsiteY6386" fmla="*/ 3038447 h 5450835"/>
              <a:gd name="connsiteX6387" fmla="*/ 3321653 w 10450132"/>
              <a:gd name="connsiteY6387" fmla="*/ 3038447 h 5450835"/>
              <a:gd name="connsiteX6388" fmla="*/ 3322441 w 10450132"/>
              <a:gd name="connsiteY6388" fmla="*/ 3038907 h 5450835"/>
              <a:gd name="connsiteX6389" fmla="*/ 3326973 w 10450132"/>
              <a:gd name="connsiteY6389" fmla="*/ 3046788 h 5450835"/>
              <a:gd name="connsiteX6390" fmla="*/ 3326973 w 10450132"/>
              <a:gd name="connsiteY6390" fmla="*/ 3047642 h 5450835"/>
              <a:gd name="connsiteX6391" fmla="*/ 3322441 w 10450132"/>
              <a:gd name="connsiteY6391" fmla="*/ 3055525 h 5450835"/>
              <a:gd name="connsiteX6392" fmla="*/ 3321653 w 10450132"/>
              <a:gd name="connsiteY6392" fmla="*/ 3055984 h 5450835"/>
              <a:gd name="connsiteX6393" fmla="*/ 3312589 w 10450132"/>
              <a:gd name="connsiteY6393" fmla="*/ 3055984 h 5450835"/>
              <a:gd name="connsiteX6394" fmla="*/ 3311801 w 10450132"/>
              <a:gd name="connsiteY6394" fmla="*/ 3055525 h 5450835"/>
              <a:gd name="connsiteX6395" fmla="*/ 3307268 w 10450132"/>
              <a:gd name="connsiteY6395" fmla="*/ 3047642 h 5450835"/>
              <a:gd name="connsiteX6396" fmla="*/ 3307268 w 10450132"/>
              <a:gd name="connsiteY6396" fmla="*/ 3046788 h 5450835"/>
              <a:gd name="connsiteX6397" fmla="*/ 3311801 w 10450132"/>
              <a:gd name="connsiteY6397" fmla="*/ 3038907 h 5450835"/>
              <a:gd name="connsiteX6398" fmla="*/ 3312589 w 10450132"/>
              <a:gd name="connsiteY6398" fmla="*/ 3038447 h 5450835"/>
              <a:gd name="connsiteX6399" fmla="*/ 3058329 w 10450132"/>
              <a:gd name="connsiteY6399" fmla="*/ 3038447 h 5450835"/>
              <a:gd name="connsiteX6400" fmla="*/ 3067394 w 10450132"/>
              <a:gd name="connsiteY6400" fmla="*/ 3038447 h 5450835"/>
              <a:gd name="connsiteX6401" fmla="*/ 3068182 w 10450132"/>
              <a:gd name="connsiteY6401" fmla="*/ 3038907 h 5450835"/>
              <a:gd name="connsiteX6402" fmla="*/ 3072714 w 10450132"/>
              <a:gd name="connsiteY6402" fmla="*/ 3046788 h 5450835"/>
              <a:gd name="connsiteX6403" fmla="*/ 3072714 w 10450132"/>
              <a:gd name="connsiteY6403" fmla="*/ 3047642 h 5450835"/>
              <a:gd name="connsiteX6404" fmla="*/ 3068182 w 10450132"/>
              <a:gd name="connsiteY6404" fmla="*/ 3055525 h 5450835"/>
              <a:gd name="connsiteX6405" fmla="*/ 3067394 w 10450132"/>
              <a:gd name="connsiteY6405" fmla="*/ 3055984 h 5450835"/>
              <a:gd name="connsiteX6406" fmla="*/ 3058329 w 10450132"/>
              <a:gd name="connsiteY6406" fmla="*/ 3055984 h 5450835"/>
              <a:gd name="connsiteX6407" fmla="*/ 3057541 w 10450132"/>
              <a:gd name="connsiteY6407" fmla="*/ 3055525 h 5450835"/>
              <a:gd name="connsiteX6408" fmla="*/ 3053008 w 10450132"/>
              <a:gd name="connsiteY6408" fmla="*/ 3047642 h 5450835"/>
              <a:gd name="connsiteX6409" fmla="*/ 3053008 w 10450132"/>
              <a:gd name="connsiteY6409" fmla="*/ 3046788 h 5450835"/>
              <a:gd name="connsiteX6410" fmla="*/ 3057541 w 10450132"/>
              <a:gd name="connsiteY6410" fmla="*/ 3038907 h 5450835"/>
              <a:gd name="connsiteX6411" fmla="*/ 3058329 w 10450132"/>
              <a:gd name="connsiteY6411" fmla="*/ 3038447 h 5450835"/>
              <a:gd name="connsiteX6412" fmla="*/ 2803914 w 10450132"/>
              <a:gd name="connsiteY6412" fmla="*/ 3038447 h 5450835"/>
              <a:gd name="connsiteX6413" fmla="*/ 2812976 w 10450132"/>
              <a:gd name="connsiteY6413" fmla="*/ 3038447 h 5450835"/>
              <a:gd name="connsiteX6414" fmla="*/ 2813765 w 10450132"/>
              <a:gd name="connsiteY6414" fmla="*/ 3038907 h 5450835"/>
              <a:gd name="connsiteX6415" fmla="*/ 2818297 w 10450132"/>
              <a:gd name="connsiteY6415" fmla="*/ 3046788 h 5450835"/>
              <a:gd name="connsiteX6416" fmla="*/ 2818297 w 10450132"/>
              <a:gd name="connsiteY6416" fmla="*/ 3047642 h 5450835"/>
              <a:gd name="connsiteX6417" fmla="*/ 2813765 w 10450132"/>
              <a:gd name="connsiteY6417" fmla="*/ 3055525 h 5450835"/>
              <a:gd name="connsiteX6418" fmla="*/ 2812976 w 10450132"/>
              <a:gd name="connsiteY6418" fmla="*/ 3055984 h 5450835"/>
              <a:gd name="connsiteX6419" fmla="*/ 2803914 w 10450132"/>
              <a:gd name="connsiteY6419" fmla="*/ 3055984 h 5450835"/>
              <a:gd name="connsiteX6420" fmla="*/ 2803123 w 10450132"/>
              <a:gd name="connsiteY6420" fmla="*/ 3055525 h 5450835"/>
              <a:gd name="connsiteX6421" fmla="*/ 2798591 w 10450132"/>
              <a:gd name="connsiteY6421" fmla="*/ 3047642 h 5450835"/>
              <a:gd name="connsiteX6422" fmla="*/ 2798591 w 10450132"/>
              <a:gd name="connsiteY6422" fmla="*/ 3046788 h 5450835"/>
              <a:gd name="connsiteX6423" fmla="*/ 2803123 w 10450132"/>
              <a:gd name="connsiteY6423" fmla="*/ 3038907 h 5450835"/>
              <a:gd name="connsiteX6424" fmla="*/ 2803914 w 10450132"/>
              <a:gd name="connsiteY6424" fmla="*/ 3038447 h 5450835"/>
              <a:gd name="connsiteX6425" fmla="*/ 2549393 w 10450132"/>
              <a:gd name="connsiteY6425" fmla="*/ 3038447 h 5450835"/>
              <a:gd name="connsiteX6426" fmla="*/ 2558457 w 10450132"/>
              <a:gd name="connsiteY6426" fmla="*/ 3038447 h 5450835"/>
              <a:gd name="connsiteX6427" fmla="*/ 2559246 w 10450132"/>
              <a:gd name="connsiteY6427" fmla="*/ 3038907 h 5450835"/>
              <a:gd name="connsiteX6428" fmla="*/ 2563777 w 10450132"/>
              <a:gd name="connsiteY6428" fmla="*/ 3046788 h 5450835"/>
              <a:gd name="connsiteX6429" fmla="*/ 2563777 w 10450132"/>
              <a:gd name="connsiteY6429" fmla="*/ 3047642 h 5450835"/>
              <a:gd name="connsiteX6430" fmla="*/ 2559246 w 10450132"/>
              <a:gd name="connsiteY6430" fmla="*/ 3055525 h 5450835"/>
              <a:gd name="connsiteX6431" fmla="*/ 2558457 w 10450132"/>
              <a:gd name="connsiteY6431" fmla="*/ 3055984 h 5450835"/>
              <a:gd name="connsiteX6432" fmla="*/ 2549393 w 10450132"/>
              <a:gd name="connsiteY6432" fmla="*/ 3055984 h 5450835"/>
              <a:gd name="connsiteX6433" fmla="*/ 2548605 w 10450132"/>
              <a:gd name="connsiteY6433" fmla="*/ 3055525 h 5450835"/>
              <a:gd name="connsiteX6434" fmla="*/ 2544073 w 10450132"/>
              <a:gd name="connsiteY6434" fmla="*/ 3047642 h 5450835"/>
              <a:gd name="connsiteX6435" fmla="*/ 2544073 w 10450132"/>
              <a:gd name="connsiteY6435" fmla="*/ 3046788 h 5450835"/>
              <a:gd name="connsiteX6436" fmla="*/ 2548605 w 10450132"/>
              <a:gd name="connsiteY6436" fmla="*/ 3038907 h 5450835"/>
              <a:gd name="connsiteX6437" fmla="*/ 2549393 w 10450132"/>
              <a:gd name="connsiteY6437" fmla="*/ 3038447 h 5450835"/>
              <a:gd name="connsiteX6438" fmla="*/ 2295179 w 10450132"/>
              <a:gd name="connsiteY6438" fmla="*/ 3038447 h 5450835"/>
              <a:gd name="connsiteX6439" fmla="*/ 2304243 w 10450132"/>
              <a:gd name="connsiteY6439" fmla="*/ 3038447 h 5450835"/>
              <a:gd name="connsiteX6440" fmla="*/ 2305030 w 10450132"/>
              <a:gd name="connsiteY6440" fmla="*/ 3038907 h 5450835"/>
              <a:gd name="connsiteX6441" fmla="*/ 2309563 w 10450132"/>
              <a:gd name="connsiteY6441" fmla="*/ 3046788 h 5450835"/>
              <a:gd name="connsiteX6442" fmla="*/ 2309563 w 10450132"/>
              <a:gd name="connsiteY6442" fmla="*/ 3047642 h 5450835"/>
              <a:gd name="connsiteX6443" fmla="*/ 2305030 w 10450132"/>
              <a:gd name="connsiteY6443" fmla="*/ 3055525 h 5450835"/>
              <a:gd name="connsiteX6444" fmla="*/ 2304243 w 10450132"/>
              <a:gd name="connsiteY6444" fmla="*/ 3055984 h 5450835"/>
              <a:gd name="connsiteX6445" fmla="*/ 2295179 w 10450132"/>
              <a:gd name="connsiteY6445" fmla="*/ 3055984 h 5450835"/>
              <a:gd name="connsiteX6446" fmla="*/ 2294390 w 10450132"/>
              <a:gd name="connsiteY6446" fmla="*/ 3055525 h 5450835"/>
              <a:gd name="connsiteX6447" fmla="*/ 2289857 w 10450132"/>
              <a:gd name="connsiteY6447" fmla="*/ 3047642 h 5450835"/>
              <a:gd name="connsiteX6448" fmla="*/ 2289857 w 10450132"/>
              <a:gd name="connsiteY6448" fmla="*/ 3046788 h 5450835"/>
              <a:gd name="connsiteX6449" fmla="*/ 2294390 w 10450132"/>
              <a:gd name="connsiteY6449" fmla="*/ 3038907 h 5450835"/>
              <a:gd name="connsiteX6450" fmla="*/ 2295179 w 10450132"/>
              <a:gd name="connsiteY6450" fmla="*/ 3038447 h 5450835"/>
              <a:gd name="connsiteX6451" fmla="*/ 2040696 w 10450132"/>
              <a:gd name="connsiteY6451" fmla="*/ 3038447 h 5450835"/>
              <a:gd name="connsiteX6452" fmla="*/ 2049761 w 10450132"/>
              <a:gd name="connsiteY6452" fmla="*/ 3038447 h 5450835"/>
              <a:gd name="connsiteX6453" fmla="*/ 2050550 w 10450132"/>
              <a:gd name="connsiteY6453" fmla="*/ 3038907 h 5450835"/>
              <a:gd name="connsiteX6454" fmla="*/ 2055082 w 10450132"/>
              <a:gd name="connsiteY6454" fmla="*/ 3046788 h 5450835"/>
              <a:gd name="connsiteX6455" fmla="*/ 2055082 w 10450132"/>
              <a:gd name="connsiteY6455" fmla="*/ 3047642 h 5450835"/>
              <a:gd name="connsiteX6456" fmla="*/ 2050550 w 10450132"/>
              <a:gd name="connsiteY6456" fmla="*/ 3055525 h 5450835"/>
              <a:gd name="connsiteX6457" fmla="*/ 2049761 w 10450132"/>
              <a:gd name="connsiteY6457" fmla="*/ 3055984 h 5450835"/>
              <a:gd name="connsiteX6458" fmla="*/ 2040696 w 10450132"/>
              <a:gd name="connsiteY6458" fmla="*/ 3055984 h 5450835"/>
              <a:gd name="connsiteX6459" fmla="*/ 2039908 w 10450132"/>
              <a:gd name="connsiteY6459" fmla="*/ 3055525 h 5450835"/>
              <a:gd name="connsiteX6460" fmla="*/ 2035375 w 10450132"/>
              <a:gd name="connsiteY6460" fmla="*/ 3047642 h 5450835"/>
              <a:gd name="connsiteX6461" fmla="*/ 2035375 w 10450132"/>
              <a:gd name="connsiteY6461" fmla="*/ 3046788 h 5450835"/>
              <a:gd name="connsiteX6462" fmla="*/ 2039908 w 10450132"/>
              <a:gd name="connsiteY6462" fmla="*/ 3038907 h 5450835"/>
              <a:gd name="connsiteX6463" fmla="*/ 2040696 w 10450132"/>
              <a:gd name="connsiteY6463" fmla="*/ 3038447 h 5450835"/>
              <a:gd name="connsiteX6464" fmla="*/ 1786170 w 10450132"/>
              <a:gd name="connsiteY6464" fmla="*/ 3038447 h 5450835"/>
              <a:gd name="connsiteX6465" fmla="*/ 1795234 w 10450132"/>
              <a:gd name="connsiteY6465" fmla="*/ 3038447 h 5450835"/>
              <a:gd name="connsiteX6466" fmla="*/ 1796023 w 10450132"/>
              <a:gd name="connsiteY6466" fmla="*/ 3038907 h 5450835"/>
              <a:gd name="connsiteX6467" fmla="*/ 1800554 w 10450132"/>
              <a:gd name="connsiteY6467" fmla="*/ 3046788 h 5450835"/>
              <a:gd name="connsiteX6468" fmla="*/ 1800554 w 10450132"/>
              <a:gd name="connsiteY6468" fmla="*/ 3047642 h 5450835"/>
              <a:gd name="connsiteX6469" fmla="*/ 1796023 w 10450132"/>
              <a:gd name="connsiteY6469" fmla="*/ 3055525 h 5450835"/>
              <a:gd name="connsiteX6470" fmla="*/ 1795234 w 10450132"/>
              <a:gd name="connsiteY6470" fmla="*/ 3055984 h 5450835"/>
              <a:gd name="connsiteX6471" fmla="*/ 1786170 w 10450132"/>
              <a:gd name="connsiteY6471" fmla="*/ 3055984 h 5450835"/>
              <a:gd name="connsiteX6472" fmla="*/ 1785382 w 10450132"/>
              <a:gd name="connsiteY6472" fmla="*/ 3055525 h 5450835"/>
              <a:gd name="connsiteX6473" fmla="*/ 1780850 w 10450132"/>
              <a:gd name="connsiteY6473" fmla="*/ 3047642 h 5450835"/>
              <a:gd name="connsiteX6474" fmla="*/ 1780850 w 10450132"/>
              <a:gd name="connsiteY6474" fmla="*/ 3046788 h 5450835"/>
              <a:gd name="connsiteX6475" fmla="*/ 1785382 w 10450132"/>
              <a:gd name="connsiteY6475" fmla="*/ 3038907 h 5450835"/>
              <a:gd name="connsiteX6476" fmla="*/ 1786170 w 10450132"/>
              <a:gd name="connsiteY6476" fmla="*/ 3038447 h 5450835"/>
              <a:gd name="connsiteX6477" fmla="*/ 1531969 w 10450132"/>
              <a:gd name="connsiteY6477" fmla="*/ 3038447 h 5450835"/>
              <a:gd name="connsiteX6478" fmla="*/ 1541032 w 10450132"/>
              <a:gd name="connsiteY6478" fmla="*/ 3038447 h 5450835"/>
              <a:gd name="connsiteX6479" fmla="*/ 1541820 w 10450132"/>
              <a:gd name="connsiteY6479" fmla="*/ 3038907 h 5450835"/>
              <a:gd name="connsiteX6480" fmla="*/ 1546354 w 10450132"/>
              <a:gd name="connsiteY6480" fmla="*/ 3046788 h 5450835"/>
              <a:gd name="connsiteX6481" fmla="*/ 1546354 w 10450132"/>
              <a:gd name="connsiteY6481" fmla="*/ 3047642 h 5450835"/>
              <a:gd name="connsiteX6482" fmla="*/ 1541820 w 10450132"/>
              <a:gd name="connsiteY6482" fmla="*/ 3055525 h 5450835"/>
              <a:gd name="connsiteX6483" fmla="*/ 1541032 w 10450132"/>
              <a:gd name="connsiteY6483" fmla="*/ 3055984 h 5450835"/>
              <a:gd name="connsiteX6484" fmla="*/ 1531969 w 10450132"/>
              <a:gd name="connsiteY6484" fmla="*/ 3055984 h 5450835"/>
              <a:gd name="connsiteX6485" fmla="*/ 1531181 w 10450132"/>
              <a:gd name="connsiteY6485" fmla="*/ 3055525 h 5450835"/>
              <a:gd name="connsiteX6486" fmla="*/ 1526649 w 10450132"/>
              <a:gd name="connsiteY6486" fmla="*/ 3047642 h 5450835"/>
              <a:gd name="connsiteX6487" fmla="*/ 1526649 w 10450132"/>
              <a:gd name="connsiteY6487" fmla="*/ 3046788 h 5450835"/>
              <a:gd name="connsiteX6488" fmla="*/ 1531181 w 10450132"/>
              <a:gd name="connsiteY6488" fmla="*/ 3038907 h 5450835"/>
              <a:gd name="connsiteX6489" fmla="*/ 1531969 w 10450132"/>
              <a:gd name="connsiteY6489" fmla="*/ 3038447 h 5450835"/>
              <a:gd name="connsiteX6490" fmla="*/ 1277464 w 10450132"/>
              <a:gd name="connsiteY6490" fmla="*/ 3038447 h 5450835"/>
              <a:gd name="connsiteX6491" fmla="*/ 1286529 w 10450132"/>
              <a:gd name="connsiteY6491" fmla="*/ 3038447 h 5450835"/>
              <a:gd name="connsiteX6492" fmla="*/ 1287316 w 10450132"/>
              <a:gd name="connsiteY6492" fmla="*/ 3038907 h 5450835"/>
              <a:gd name="connsiteX6493" fmla="*/ 1291849 w 10450132"/>
              <a:gd name="connsiteY6493" fmla="*/ 3046788 h 5450835"/>
              <a:gd name="connsiteX6494" fmla="*/ 1291849 w 10450132"/>
              <a:gd name="connsiteY6494" fmla="*/ 3047642 h 5450835"/>
              <a:gd name="connsiteX6495" fmla="*/ 1287316 w 10450132"/>
              <a:gd name="connsiteY6495" fmla="*/ 3055525 h 5450835"/>
              <a:gd name="connsiteX6496" fmla="*/ 1286529 w 10450132"/>
              <a:gd name="connsiteY6496" fmla="*/ 3055984 h 5450835"/>
              <a:gd name="connsiteX6497" fmla="*/ 1277464 w 10450132"/>
              <a:gd name="connsiteY6497" fmla="*/ 3055984 h 5450835"/>
              <a:gd name="connsiteX6498" fmla="*/ 1276675 w 10450132"/>
              <a:gd name="connsiteY6498" fmla="*/ 3055525 h 5450835"/>
              <a:gd name="connsiteX6499" fmla="*/ 1272145 w 10450132"/>
              <a:gd name="connsiteY6499" fmla="*/ 3047642 h 5450835"/>
              <a:gd name="connsiteX6500" fmla="*/ 1272145 w 10450132"/>
              <a:gd name="connsiteY6500" fmla="*/ 3046788 h 5450835"/>
              <a:gd name="connsiteX6501" fmla="*/ 1276675 w 10450132"/>
              <a:gd name="connsiteY6501" fmla="*/ 3038907 h 5450835"/>
              <a:gd name="connsiteX6502" fmla="*/ 1277464 w 10450132"/>
              <a:gd name="connsiteY6502" fmla="*/ 3038447 h 5450835"/>
              <a:gd name="connsiteX6503" fmla="*/ 1023195 w 10450132"/>
              <a:gd name="connsiteY6503" fmla="*/ 3038447 h 5450835"/>
              <a:gd name="connsiteX6504" fmla="*/ 1032260 w 10450132"/>
              <a:gd name="connsiteY6504" fmla="*/ 3038447 h 5450835"/>
              <a:gd name="connsiteX6505" fmla="*/ 1033047 w 10450132"/>
              <a:gd name="connsiteY6505" fmla="*/ 3038907 h 5450835"/>
              <a:gd name="connsiteX6506" fmla="*/ 1037579 w 10450132"/>
              <a:gd name="connsiteY6506" fmla="*/ 3046788 h 5450835"/>
              <a:gd name="connsiteX6507" fmla="*/ 1037579 w 10450132"/>
              <a:gd name="connsiteY6507" fmla="*/ 3047642 h 5450835"/>
              <a:gd name="connsiteX6508" fmla="*/ 1033047 w 10450132"/>
              <a:gd name="connsiteY6508" fmla="*/ 3055525 h 5450835"/>
              <a:gd name="connsiteX6509" fmla="*/ 1032260 w 10450132"/>
              <a:gd name="connsiteY6509" fmla="*/ 3055984 h 5450835"/>
              <a:gd name="connsiteX6510" fmla="*/ 1023195 w 10450132"/>
              <a:gd name="connsiteY6510" fmla="*/ 3055984 h 5450835"/>
              <a:gd name="connsiteX6511" fmla="*/ 1022407 w 10450132"/>
              <a:gd name="connsiteY6511" fmla="*/ 3055525 h 5450835"/>
              <a:gd name="connsiteX6512" fmla="*/ 1017873 w 10450132"/>
              <a:gd name="connsiteY6512" fmla="*/ 3047642 h 5450835"/>
              <a:gd name="connsiteX6513" fmla="*/ 1017873 w 10450132"/>
              <a:gd name="connsiteY6513" fmla="*/ 3046788 h 5450835"/>
              <a:gd name="connsiteX6514" fmla="*/ 1022407 w 10450132"/>
              <a:gd name="connsiteY6514" fmla="*/ 3038907 h 5450835"/>
              <a:gd name="connsiteX6515" fmla="*/ 1023195 w 10450132"/>
              <a:gd name="connsiteY6515" fmla="*/ 3038447 h 5450835"/>
              <a:gd name="connsiteX6516" fmla="*/ 768632 w 10450132"/>
              <a:gd name="connsiteY6516" fmla="*/ 3038447 h 5450835"/>
              <a:gd name="connsiteX6517" fmla="*/ 777695 w 10450132"/>
              <a:gd name="connsiteY6517" fmla="*/ 3038447 h 5450835"/>
              <a:gd name="connsiteX6518" fmla="*/ 778483 w 10450132"/>
              <a:gd name="connsiteY6518" fmla="*/ 3038907 h 5450835"/>
              <a:gd name="connsiteX6519" fmla="*/ 783015 w 10450132"/>
              <a:gd name="connsiteY6519" fmla="*/ 3046788 h 5450835"/>
              <a:gd name="connsiteX6520" fmla="*/ 783015 w 10450132"/>
              <a:gd name="connsiteY6520" fmla="*/ 3047642 h 5450835"/>
              <a:gd name="connsiteX6521" fmla="*/ 778483 w 10450132"/>
              <a:gd name="connsiteY6521" fmla="*/ 3055525 h 5450835"/>
              <a:gd name="connsiteX6522" fmla="*/ 777695 w 10450132"/>
              <a:gd name="connsiteY6522" fmla="*/ 3055984 h 5450835"/>
              <a:gd name="connsiteX6523" fmla="*/ 768632 w 10450132"/>
              <a:gd name="connsiteY6523" fmla="*/ 3055984 h 5450835"/>
              <a:gd name="connsiteX6524" fmla="*/ 767843 w 10450132"/>
              <a:gd name="connsiteY6524" fmla="*/ 3055525 h 5450835"/>
              <a:gd name="connsiteX6525" fmla="*/ 763311 w 10450132"/>
              <a:gd name="connsiteY6525" fmla="*/ 3047642 h 5450835"/>
              <a:gd name="connsiteX6526" fmla="*/ 763311 w 10450132"/>
              <a:gd name="connsiteY6526" fmla="*/ 3046788 h 5450835"/>
              <a:gd name="connsiteX6527" fmla="*/ 767843 w 10450132"/>
              <a:gd name="connsiteY6527" fmla="*/ 3038907 h 5450835"/>
              <a:gd name="connsiteX6528" fmla="*/ 768632 w 10450132"/>
              <a:gd name="connsiteY6528" fmla="*/ 3038447 h 5450835"/>
              <a:gd name="connsiteX6529" fmla="*/ 514208 w 10450132"/>
              <a:gd name="connsiteY6529" fmla="*/ 3038447 h 5450835"/>
              <a:gd name="connsiteX6530" fmla="*/ 523272 w 10450132"/>
              <a:gd name="connsiteY6530" fmla="*/ 3038447 h 5450835"/>
              <a:gd name="connsiteX6531" fmla="*/ 524060 w 10450132"/>
              <a:gd name="connsiteY6531" fmla="*/ 3038907 h 5450835"/>
              <a:gd name="connsiteX6532" fmla="*/ 528592 w 10450132"/>
              <a:gd name="connsiteY6532" fmla="*/ 3046788 h 5450835"/>
              <a:gd name="connsiteX6533" fmla="*/ 528592 w 10450132"/>
              <a:gd name="connsiteY6533" fmla="*/ 3047642 h 5450835"/>
              <a:gd name="connsiteX6534" fmla="*/ 524060 w 10450132"/>
              <a:gd name="connsiteY6534" fmla="*/ 3055525 h 5450835"/>
              <a:gd name="connsiteX6535" fmla="*/ 523272 w 10450132"/>
              <a:gd name="connsiteY6535" fmla="*/ 3055984 h 5450835"/>
              <a:gd name="connsiteX6536" fmla="*/ 514208 w 10450132"/>
              <a:gd name="connsiteY6536" fmla="*/ 3055984 h 5450835"/>
              <a:gd name="connsiteX6537" fmla="*/ 513420 w 10450132"/>
              <a:gd name="connsiteY6537" fmla="*/ 3055525 h 5450835"/>
              <a:gd name="connsiteX6538" fmla="*/ 508887 w 10450132"/>
              <a:gd name="connsiteY6538" fmla="*/ 3047642 h 5450835"/>
              <a:gd name="connsiteX6539" fmla="*/ 508887 w 10450132"/>
              <a:gd name="connsiteY6539" fmla="*/ 3046788 h 5450835"/>
              <a:gd name="connsiteX6540" fmla="*/ 513420 w 10450132"/>
              <a:gd name="connsiteY6540" fmla="*/ 3038907 h 5450835"/>
              <a:gd name="connsiteX6541" fmla="*/ 514208 w 10450132"/>
              <a:gd name="connsiteY6541" fmla="*/ 3038447 h 5450835"/>
              <a:gd name="connsiteX6542" fmla="*/ 259915 w 10450132"/>
              <a:gd name="connsiteY6542" fmla="*/ 3038447 h 5450835"/>
              <a:gd name="connsiteX6543" fmla="*/ 268979 w 10450132"/>
              <a:gd name="connsiteY6543" fmla="*/ 3038447 h 5450835"/>
              <a:gd name="connsiteX6544" fmla="*/ 269767 w 10450132"/>
              <a:gd name="connsiteY6544" fmla="*/ 3038907 h 5450835"/>
              <a:gd name="connsiteX6545" fmla="*/ 274299 w 10450132"/>
              <a:gd name="connsiteY6545" fmla="*/ 3046788 h 5450835"/>
              <a:gd name="connsiteX6546" fmla="*/ 274299 w 10450132"/>
              <a:gd name="connsiteY6546" fmla="*/ 3047642 h 5450835"/>
              <a:gd name="connsiteX6547" fmla="*/ 269767 w 10450132"/>
              <a:gd name="connsiteY6547" fmla="*/ 3055525 h 5450835"/>
              <a:gd name="connsiteX6548" fmla="*/ 268979 w 10450132"/>
              <a:gd name="connsiteY6548" fmla="*/ 3055984 h 5450835"/>
              <a:gd name="connsiteX6549" fmla="*/ 259915 w 10450132"/>
              <a:gd name="connsiteY6549" fmla="*/ 3055984 h 5450835"/>
              <a:gd name="connsiteX6550" fmla="*/ 259126 w 10450132"/>
              <a:gd name="connsiteY6550" fmla="*/ 3055525 h 5450835"/>
              <a:gd name="connsiteX6551" fmla="*/ 254594 w 10450132"/>
              <a:gd name="connsiteY6551" fmla="*/ 3047642 h 5450835"/>
              <a:gd name="connsiteX6552" fmla="*/ 254594 w 10450132"/>
              <a:gd name="connsiteY6552" fmla="*/ 3046788 h 5450835"/>
              <a:gd name="connsiteX6553" fmla="*/ 259126 w 10450132"/>
              <a:gd name="connsiteY6553" fmla="*/ 3038907 h 5450835"/>
              <a:gd name="connsiteX6554" fmla="*/ 259915 w 10450132"/>
              <a:gd name="connsiteY6554" fmla="*/ 3038447 h 5450835"/>
              <a:gd name="connsiteX6555" fmla="*/ 5499 w 10450132"/>
              <a:gd name="connsiteY6555" fmla="*/ 3038447 h 5450835"/>
              <a:gd name="connsiteX6556" fmla="*/ 14563 w 10450132"/>
              <a:gd name="connsiteY6556" fmla="*/ 3038447 h 5450835"/>
              <a:gd name="connsiteX6557" fmla="*/ 15351 w 10450132"/>
              <a:gd name="connsiteY6557" fmla="*/ 3038907 h 5450835"/>
              <a:gd name="connsiteX6558" fmla="*/ 19883 w 10450132"/>
              <a:gd name="connsiteY6558" fmla="*/ 3046788 h 5450835"/>
              <a:gd name="connsiteX6559" fmla="*/ 19883 w 10450132"/>
              <a:gd name="connsiteY6559" fmla="*/ 3047642 h 5450835"/>
              <a:gd name="connsiteX6560" fmla="*/ 15351 w 10450132"/>
              <a:gd name="connsiteY6560" fmla="*/ 3055525 h 5450835"/>
              <a:gd name="connsiteX6561" fmla="*/ 14563 w 10450132"/>
              <a:gd name="connsiteY6561" fmla="*/ 3055984 h 5450835"/>
              <a:gd name="connsiteX6562" fmla="*/ 5499 w 10450132"/>
              <a:gd name="connsiteY6562" fmla="*/ 3055984 h 5450835"/>
              <a:gd name="connsiteX6563" fmla="*/ 4710 w 10450132"/>
              <a:gd name="connsiteY6563" fmla="*/ 3055525 h 5450835"/>
              <a:gd name="connsiteX6564" fmla="*/ 179 w 10450132"/>
              <a:gd name="connsiteY6564" fmla="*/ 3047642 h 5450835"/>
              <a:gd name="connsiteX6565" fmla="*/ 179 w 10450132"/>
              <a:gd name="connsiteY6565" fmla="*/ 3046788 h 5450835"/>
              <a:gd name="connsiteX6566" fmla="*/ 4710 w 10450132"/>
              <a:gd name="connsiteY6566" fmla="*/ 3038907 h 5450835"/>
              <a:gd name="connsiteX6567" fmla="*/ 5499 w 10450132"/>
              <a:gd name="connsiteY6567" fmla="*/ 3038447 h 5450835"/>
              <a:gd name="connsiteX6568" fmla="*/ 10435622 w 10450132"/>
              <a:gd name="connsiteY6568" fmla="*/ 2821440 h 5450835"/>
              <a:gd name="connsiteX6569" fmla="*/ 10444686 w 10450132"/>
              <a:gd name="connsiteY6569" fmla="*/ 2821440 h 5450835"/>
              <a:gd name="connsiteX6570" fmla="*/ 10445474 w 10450132"/>
              <a:gd name="connsiteY6570" fmla="*/ 2821899 h 5450835"/>
              <a:gd name="connsiteX6571" fmla="*/ 10450007 w 10450132"/>
              <a:gd name="connsiteY6571" fmla="*/ 2829781 h 5450835"/>
              <a:gd name="connsiteX6572" fmla="*/ 10450007 w 10450132"/>
              <a:gd name="connsiteY6572" fmla="*/ 2830635 h 5450835"/>
              <a:gd name="connsiteX6573" fmla="*/ 10445474 w 10450132"/>
              <a:gd name="connsiteY6573" fmla="*/ 2838517 h 5450835"/>
              <a:gd name="connsiteX6574" fmla="*/ 10444686 w 10450132"/>
              <a:gd name="connsiteY6574" fmla="*/ 2838976 h 5450835"/>
              <a:gd name="connsiteX6575" fmla="*/ 10435622 w 10450132"/>
              <a:gd name="connsiteY6575" fmla="*/ 2838976 h 5450835"/>
              <a:gd name="connsiteX6576" fmla="*/ 10434834 w 10450132"/>
              <a:gd name="connsiteY6576" fmla="*/ 2838517 h 5450835"/>
              <a:gd name="connsiteX6577" fmla="*/ 10430302 w 10450132"/>
              <a:gd name="connsiteY6577" fmla="*/ 2830635 h 5450835"/>
              <a:gd name="connsiteX6578" fmla="*/ 10430302 w 10450132"/>
              <a:gd name="connsiteY6578" fmla="*/ 2829781 h 5450835"/>
              <a:gd name="connsiteX6579" fmla="*/ 10434834 w 10450132"/>
              <a:gd name="connsiteY6579" fmla="*/ 2821899 h 5450835"/>
              <a:gd name="connsiteX6580" fmla="*/ 10435622 w 10450132"/>
              <a:gd name="connsiteY6580" fmla="*/ 2821440 h 5450835"/>
              <a:gd name="connsiteX6581" fmla="*/ 10181242 w 10450132"/>
              <a:gd name="connsiteY6581" fmla="*/ 2821440 h 5450835"/>
              <a:gd name="connsiteX6582" fmla="*/ 10190305 w 10450132"/>
              <a:gd name="connsiteY6582" fmla="*/ 2821440 h 5450835"/>
              <a:gd name="connsiteX6583" fmla="*/ 10191093 w 10450132"/>
              <a:gd name="connsiteY6583" fmla="*/ 2821899 h 5450835"/>
              <a:gd name="connsiteX6584" fmla="*/ 10195626 w 10450132"/>
              <a:gd name="connsiteY6584" fmla="*/ 2829781 h 5450835"/>
              <a:gd name="connsiteX6585" fmla="*/ 10195626 w 10450132"/>
              <a:gd name="connsiteY6585" fmla="*/ 2830635 h 5450835"/>
              <a:gd name="connsiteX6586" fmla="*/ 10191093 w 10450132"/>
              <a:gd name="connsiteY6586" fmla="*/ 2838517 h 5450835"/>
              <a:gd name="connsiteX6587" fmla="*/ 10190305 w 10450132"/>
              <a:gd name="connsiteY6587" fmla="*/ 2838976 h 5450835"/>
              <a:gd name="connsiteX6588" fmla="*/ 10181242 w 10450132"/>
              <a:gd name="connsiteY6588" fmla="*/ 2838976 h 5450835"/>
              <a:gd name="connsiteX6589" fmla="*/ 10180453 w 10450132"/>
              <a:gd name="connsiteY6589" fmla="*/ 2838517 h 5450835"/>
              <a:gd name="connsiteX6590" fmla="*/ 10175922 w 10450132"/>
              <a:gd name="connsiteY6590" fmla="*/ 2830635 h 5450835"/>
              <a:gd name="connsiteX6591" fmla="*/ 10175922 w 10450132"/>
              <a:gd name="connsiteY6591" fmla="*/ 2829781 h 5450835"/>
              <a:gd name="connsiteX6592" fmla="*/ 10180453 w 10450132"/>
              <a:gd name="connsiteY6592" fmla="*/ 2821899 h 5450835"/>
              <a:gd name="connsiteX6593" fmla="*/ 10181242 w 10450132"/>
              <a:gd name="connsiteY6593" fmla="*/ 2821440 h 5450835"/>
              <a:gd name="connsiteX6594" fmla="*/ 9926861 w 10450132"/>
              <a:gd name="connsiteY6594" fmla="*/ 2821440 h 5450835"/>
              <a:gd name="connsiteX6595" fmla="*/ 9935924 w 10450132"/>
              <a:gd name="connsiteY6595" fmla="*/ 2821440 h 5450835"/>
              <a:gd name="connsiteX6596" fmla="*/ 9936713 w 10450132"/>
              <a:gd name="connsiteY6596" fmla="*/ 2821899 h 5450835"/>
              <a:gd name="connsiteX6597" fmla="*/ 9941246 w 10450132"/>
              <a:gd name="connsiteY6597" fmla="*/ 2829781 h 5450835"/>
              <a:gd name="connsiteX6598" fmla="*/ 9941246 w 10450132"/>
              <a:gd name="connsiteY6598" fmla="*/ 2830635 h 5450835"/>
              <a:gd name="connsiteX6599" fmla="*/ 9936713 w 10450132"/>
              <a:gd name="connsiteY6599" fmla="*/ 2838517 h 5450835"/>
              <a:gd name="connsiteX6600" fmla="*/ 9935924 w 10450132"/>
              <a:gd name="connsiteY6600" fmla="*/ 2838976 h 5450835"/>
              <a:gd name="connsiteX6601" fmla="*/ 9926861 w 10450132"/>
              <a:gd name="connsiteY6601" fmla="*/ 2838976 h 5450835"/>
              <a:gd name="connsiteX6602" fmla="*/ 9926073 w 10450132"/>
              <a:gd name="connsiteY6602" fmla="*/ 2838517 h 5450835"/>
              <a:gd name="connsiteX6603" fmla="*/ 9921541 w 10450132"/>
              <a:gd name="connsiteY6603" fmla="*/ 2830635 h 5450835"/>
              <a:gd name="connsiteX6604" fmla="*/ 9921541 w 10450132"/>
              <a:gd name="connsiteY6604" fmla="*/ 2829781 h 5450835"/>
              <a:gd name="connsiteX6605" fmla="*/ 9926073 w 10450132"/>
              <a:gd name="connsiteY6605" fmla="*/ 2821899 h 5450835"/>
              <a:gd name="connsiteX6606" fmla="*/ 9926861 w 10450132"/>
              <a:gd name="connsiteY6606" fmla="*/ 2821440 h 5450835"/>
              <a:gd name="connsiteX6607" fmla="*/ 9672481 w 10450132"/>
              <a:gd name="connsiteY6607" fmla="*/ 2821440 h 5450835"/>
              <a:gd name="connsiteX6608" fmla="*/ 9681545 w 10450132"/>
              <a:gd name="connsiteY6608" fmla="*/ 2821440 h 5450835"/>
              <a:gd name="connsiteX6609" fmla="*/ 9682333 w 10450132"/>
              <a:gd name="connsiteY6609" fmla="*/ 2821899 h 5450835"/>
              <a:gd name="connsiteX6610" fmla="*/ 9686865 w 10450132"/>
              <a:gd name="connsiteY6610" fmla="*/ 2829781 h 5450835"/>
              <a:gd name="connsiteX6611" fmla="*/ 9686865 w 10450132"/>
              <a:gd name="connsiteY6611" fmla="*/ 2830635 h 5450835"/>
              <a:gd name="connsiteX6612" fmla="*/ 9682333 w 10450132"/>
              <a:gd name="connsiteY6612" fmla="*/ 2838517 h 5450835"/>
              <a:gd name="connsiteX6613" fmla="*/ 9681545 w 10450132"/>
              <a:gd name="connsiteY6613" fmla="*/ 2838976 h 5450835"/>
              <a:gd name="connsiteX6614" fmla="*/ 9672481 w 10450132"/>
              <a:gd name="connsiteY6614" fmla="*/ 2838976 h 5450835"/>
              <a:gd name="connsiteX6615" fmla="*/ 9671693 w 10450132"/>
              <a:gd name="connsiteY6615" fmla="*/ 2838517 h 5450835"/>
              <a:gd name="connsiteX6616" fmla="*/ 9667160 w 10450132"/>
              <a:gd name="connsiteY6616" fmla="*/ 2830635 h 5450835"/>
              <a:gd name="connsiteX6617" fmla="*/ 9667160 w 10450132"/>
              <a:gd name="connsiteY6617" fmla="*/ 2829781 h 5450835"/>
              <a:gd name="connsiteX6618" fmla="*/ 9671693 w 10450132"/>
              <a:gd name="connsiteY6618" fmla="*/ 2821899 h 5450835"/>
              <a:gd name="connsiteX6619" fmla="*/ 9672481 w 10450132"/>
              <a:gd name="connsiteY6619" fmla="*/ 2821440 h 5450835"/>
              <a:gd name="connsiteX6620" fmla="*/ 9418035 w 10450132"/>
              <a:gd name="connsiteY6620" fmla="*/ 2821440 h 5450835"/>
              <a:gd name="connsiteX6621" fmla="*/ 9427099 w 10450132"/>
              <a:gd name="connsiteY6621" fmla="*/ 2821440 h 5450835"/>
              <a:gd name="connsiteX6622" fmla="*/ 9427887 w 10450132"/>
              <a:gd name="connsiteY6622" fmla="*/ 2821899 h 5450835"/>
              <a:gd name="connsiteX6623" fmla="*/ 9432419 w 10450132"/>
              <a:gd name="connsiteY6623" fmla="*/ 2829781 h 5450835"/>
              <a:gd name="connsiteX6624" fmla="*/ 9432419 w 10450132"/>
              <a:gd name="connsiteY6624" fmla="*/ 2830635 h 5450835"/>
              <a:gd name="connsiteX6625" fmla="*/ 9427887 w 10450132"/>
              <a:gd name="connsiteY6625" fmla="*/ 2838517 h 5450835"/>
              <a:gd name="connsiteX6626" fmla="*/ 9427099 w 10450132"/>
              <a:gd name="connsiteY6626" fmla="*/ 2838976 h 5450835"/>
              <a:gd name="connsiteX6627" fmla="*/ 9418035 w 10450132"/>
              <a:gd name="connsiteY6627" fmla="*/ 2838976 h 5450835"/>
              <a:gd name="connsiteX6628" fmla="*/ 9417247 w 10450132"/>
              <a:gd name="connsiteY6628" fmla="*/ 2838517 h 5450835"/>
              <a:gd name="connsiteX6629" fmla="*/ 9412714 w 10450132"/>
              <a:gd name="connsiteY6629" fmla="*/ 2830635 h 5450835"/>
              <a:gd name="connsiteX6630" fmla="*/ 9412714 w 10450132"/>
              <a:gd name="connsiteY6630" fmla="*/ 2829781 h 5450835"/>
              <a:gd name="connsiteX6631" fmla="*/ 9417247 w 10450132"/>
              <a:gd name="connsiteY6631" fmla="*/ 2821899 h 5450835"/>
              <a:gd name="connsiteX6632" fmla="*/ 9418035 w 10450132"/>
              <a:gd name="connsiteY6632" fmla="*/ 2821440 h 5450835"/>
              <a:gd name="connsiteX6633" fmla="*/ 9163654 w 10450132"/>
              <a:gd name="connsiteY6633" fmla="*/ 2821440 h 5450835"/>
              <a:gd name="connsiteX6634" fmla="*/ 9172718 w 10450132"/>
              <a:gd name="connsiteY6634" fmla="*/ 2821440 h 5450835"/>
              <a:gd name="connsiteX6635" fmla="*/ 9173506 w 10450132"/>
              <a:gd name="connsiteY6635" fmla="*/ 2821899 h 5450835"/>
              <a:gd name="connsiteX6636" fmla="*/ 9178038 w 10450132"/>
              <a:gd name="connsiteY6636" fmla="*/ 2829781 h 5450835"/>
              <a:gd name="connsiteX6637" fmla="*/ 9178038 w 10450132"/>
              <a:gd name="connsiteY6637" fmla="*/ 2830635 h 5450835"/>
              <a:gd name="connsiteX6638" fmla="*/ 9173506 w 10450132"/>
              <a:gd name="connsiteY6638" fmla="*/ 2838517 h 5450835"/>
              <a:gd name="connsiteX6639" fmla="*/ 9172718 w 10450132"/>
              <a:gd name="connsiteY6639" fmla="*/ 2838976 h 5450835"/>
              <a:gd name="connsiteX6640" fmla="*/ 9163654 w 10450132"/>
              <a:gd name="connsiteY6640" fmla="*/ 2838976 h 5450835"/>
              <a:gd name="connsiteX6641" fmla="*/ 9162866 w 10450132"/>
              <a:gd name="connsiteY6641" fmla="*/ 2838517 h 5450835"/>
              <a:gd name="connsiteX6642" fmla="*/ 9158333 w 10450132"/>
              <a:gd name="connsiteY6642" fmla="*/ 2830635 h 5450835"/>
              <a:gd name="connsiteX6643" fmla="*/ 9158333 w 10450132"/>
              <a:gd name="connsiteY6643" fmla="*/ 2829781 h 5450835"/>
              <a:gd name="connsiteX6644" fmla="*/ 9162866 w 10450132"/>
              <a:gd name="connsiteY6644" fmla="*/ 2821899 h 5450835"/>
              <a:gd name="connsiteX6645" fmla="*/ 9163654 w 10450132"/>
              <a:gd name="connsiteY6645" fmla="*/ 2821440 h 5450835"/>
              <a:gd name="connsiteX6646" fmla="*/ 8909274 w 10450132"/>
              <a:gd name="connsiteY6646" fmla="*/ 2821440 h 5450835"/>
              <a:gd name="connsiteX6647" fmla="*/ 8918336 w 10450132"/>
              <a:gd name="connsiteY6647" fmla="*/ 2821440 h 5450835"/>
              <a:gd name="connsiteX6648" fmla="*/ 8919125 w 10450132"/>
              <a:gd name="connsiteY6648" fmla="*/ 2821899 h 5450835"/>
              <a:gd name="connsiteX6649" fmla="*/ 8923657 w 10450132"/>
              <a:gd name="connsiteY6649" fmla="*/ 2829781 h 5450835"/>
              <a:gd name="connsiteX6650" fmla="*/ 8923657 w 10450132"/>
              <a:gd name="connsiteY6650" fmla="*/ 2830635 h 5450835"/>
              <a:gd name="connsiteX6651" fmla="*/ 8919125 w 10450132"/>
              <a:gd name="connsiteY6651" fmla="*/ 2838517 h 5450835"/>
              <a:gd name="connsiteX6652" fmla="*/ 8918336 w 10450132"/>
              <a:gd name="connsiteY6652" fmla="*/ 2838976 h 5450835"/>
              <a:gd name="connsiteX6653" fmla="*/ 8909274 w 10450132"/>
              <a:gd name="connsiteY6653" fmla="*/ 2838976 h 5450835"/>
              <a:gd name="connsiteX6654" fmla="*/ 8908484 w 10450132"/>
              <a:gd name="connsiteY6654" fmla="*/ 2838517 h 5450835"/>
              <a:gd name="connsiteX6655" fmla="*/ 8903953 w 10450132"/>
              <a:gd name="connsiteY6655" fmla="*/ 2830635 h 5450835"/>
              <a:gd name="connsiteX6656" fmla="*/ 8903953 w 10450132"/>
              <a:gd name="connsiteY6656" fmla="*/ 2829781 h 5450835"/>
              <a:gd name="connsiteX6657" fmla="*/ 8908484 w 10450132"/>
              <a:gd name="connsiteY6657" fmla="*/ 2821899 h 5450835"/>
              <a:gd name="connsiteX6658" fmla="*/ 8909274 w 10450132"/>
              <a:gd name="connsiteY6658" fmla="*/ 2821440 h 5450835"/>
              <a:gd name="connsiteX6659" fmla="*/ 8654892 w 10450132"/>
              <a:gd name="connsiteY6659" fmla="*/ 2821440 h 5450835"/>
              <a:gd name="connsiteX6660" fmla="*/ 8663955 w 10450132"/>
              <a:gd name="connsiteY6660" fmla="*/ 2821440 h 5450835"/>
              <a:gd name="connsiteX6661" fmla="*/ 8664744 w 10450132"/>
              <a:gd name="connsiteY6661" fmla="*/ 2821899 h 5450835"/>
              <a:gd name="connsiteX6662" fmla="*/ 8669277 w 10450132"/>
              <a:gd name="connsiteY6662" fmla="*/ 2829781 h 5450835"/>
              <a:gd name="connsiteX6663" fmla="*/ 8669277 w 10450132"/>
              <a:gd name="connsiteY6663" fmla="*/ 2830635 h 5450835"/>
              <a:gd name="connsiteX6664" fmla="*/ 8664744 w 10450132"/>
              <a:gd name="connsiteY6664" fmla="*/ 2838517 h 5450835"/>
              <a:gd name="connsiteX6665" fmla="*/ 8663955 w 10450132"/>
              <a:gd name="connsiteY6665" fmla="*/ 2838976 h 5450835"/>
              <a:gd name="connsiteX6666" fmla="*/ 8654892 w 10450132"/>
              <a:gd name="connsiteY6666" fmla="*/ 2838976 h 5450835"/>
              <a:gd name="connsiteX6667" fmla="*/ 8654104 w 10450132"/>
              <a:gd name="connsiteY6667" fmla="*/ 2838517 h 5450835"/>
              <a:gd name="connsiteX6668" fmla="*/ 8649572 w 10450132"/>
              <a:gd name="connsiteY6668" fmla="*/ 2830635 h 5450835"/>
              <a:gd name="connsiteX6669" fmla="*/ 8649572 w 10450132"/>
              <a:gd name="connsiteY6669" fmla="*/ 2829781 h 5450835"/>
              <a:gd name="connsiteX6670" fmla="*/ 8654104 w 10450132"/>
              <a:gd name="connsiteY6670" fmla="*/ 2821899 h 5450835"/>
              <a:gd name="connsiteX6671" fmla="*/ 8654892 w 10450132"/>
              <a:gd name="connsiteY6671" fmla="*/ 2821440 h 5450835"/>
              <a:gd name="connsiteX6672" fmla="*/ 8400511 w 10450132"/>
              <a:gd name="connsiteY6672" fmla="*/ 2821440 h 5450835"/>
              <a:gd name="connsiteX6673" fmla="*/ 8409575 w 10450132"/>
              <a:gd name="connsiteY6673" fmla="*/ 2821440 h 5450835"/>
              <a:gd name="connsiteX6674" fmla="*/ 8410363 w 10450132"/>
              <a:gd name="connsiteY6674" fmla="*/ 2821899 h 5450835"/>
              <a:gd name="connsiteX6675" fmla="*/ 8414896 w 10450132"/>
              <a:gd name="connsiteY6675" fmla="*/ 2829781 h 5450835"/>
              <a:gd name="connsiteX6676" fmla="*/ 8414896 w 10450132"/>
              <a:gd name="connsiteY6676" fmla="*/ 2830635 h 5450835"/>
              <a:gd name="connsiteX6677" fmla="*/ 8410363 w 10450132"/>
              <a:gd name="connsiteY6677" fmla="*/ 2838517 h 5450835"/>
              <a:gd name="connsiteX6678" fmla="*/ 8409575 w 10450132"/>
              <a:gd name="connsiteY6678" fmla="*/ 2838976 h 5450835"/>
              <a:gd name="connsiteX6679" fmla="*/ 8400511 w 10450132"/>
              <a:gd name="connsiteY6679" fmla="*/ 2838976 h 5450835"/>
              <a:gd name="connsiteX6680" fmla="*/ 8399723 w 10450132"/>
              <a:gd name="connsiteY6680" fmla="*/ 2838517 h 5450835"/>
              <a:gd name="connsiteX6681" fmla="*/ 8395191 w 10450132"/>
              <a:gd name="connsiteY6681" fmla="*/ 2830635 h 5450835"/>
              <a:gd name="connsiteX6682" fmla="*/ 8395191 w 10450132"/>
              <a:gd name="connsiteY6682" fmla="*/ 2829781 h 5450835"/>
              <a:gd name="connsiteX6683" fmla="*/ 8399723 w 10450132"/>
              <a:gd name="connsiteY6683" fmla="*/ 2821899 h 5450835"/>
              <a:gd name="connsiteX6684" fmla="*/ 8400511 w 10450132"/>
              <a:gd name="connsiteY6684" fmla="*/ 2821440 h 5450835"/>
              <a:gd name="connsiteX6685" fmla="*/ 8146065 w 10450132"/>
              <a:gd name="connsiteY6685" fmla="*/ 2821440 h 5450835"/>
              <a:gd name="connsiteX6686" fmla="*/ 8155129 w 10450132"/>
              <a:gd name="connsiteY6686" fmla="*/ 2821440 h 5450835"/>
              <a:gd name="connsiteX6687" fmla="*/ 8155917 w 10450132"/>
              <a:gd name="connsiteY6687" fmla="*/ 2821899 h 5450835"/>
              <a:gd name="connsiteX6688" fmla="*/ 8160449 w 10450132"/>
              <a:gd name="connsiteY6688" fmla="*/ 2829781 h 5450835"/>
              <a:gd name="connsiteX6689" fmla="*/ 8160449 w 10450132"/>
              <a:gd name="connsiteY6689" fmla="*/ 2830635 h 5450835"/>
              <a:gd name="connsiteX6690" fmla="*/ 8155917 w 10450132"/>
              <a:gd name="connsiteY6690" fmla="*/ 2838517 h 5450835"/>
              <a:gd name="connsiteX6691" fmla="*/ 8155129 w 10450132"/>
              <a:gd name="connsiteY6691" fmla="*/ 2838976 h 5450835"/>
              <a:gd name="connsiteX6692" fmla="*/ 8146065 w 10450132"/>
              <a:gd name="connsiteY6692" fmla="*/ 2838976 h 5450835"/>
              <a:gd name="connsiteX6693" fmla="*/ 8145277 w 10450132"/>
              <a:gd name="connsiteY6693" fmla="*/ 2838517 h 5450835"/>
              <a:gd name="connsiteX6694" fmla="*/ 8140745 w 10450132"/>
              <a:gd name="connsiteY6694" fmla="*/ 2830635 h 5450835"/>
              <a:gd name="connsiteX6695" fmla="*/ 8140745 w 10450132"/>
              <a:gd name="connsiteY6695" fmla="*/ 2829781 h 5450835"/>
              <a:gd name="connsiteX6696" fmla="*/ 8145277 w 10450132"/>
              <a:gd name="connsiteY6696" fmla="*/ 2821899 h 5450835"/>
              <a:gd name="connsiteX6697" fmla="*/ 8146065 w 10450132"/>
              <a:gd name="connsiteY6697" fmla="*/ 2821440 h 5450835"/>
              <a:gd name="connsiteX6698" fmla="*/ 7891684 w 10450132"/>
              <a:gd name="connsiteY6698" fmla="*/ 2821440 h 5450835"/>
              <a:gd name="connsiteX6699" fmla="*/ 7900748 w 10450132"/>
              <a:gd name="connsiteY6699" fmla="*/ 2821440 h 5450835"/>
              <a:gd name="connsiteX6700" fmla="*/ 7901536 w 10450132"/>
              <a:gd name="connsiteY6700" fmla="*/ 2821899 h 5450835"/>
              <a:gd name="connsiteX6701" fmla="*/ 7906067 w 10450132"/>
              <a:gd name="connsiteY6701" fmla="*/ 2829781 h 5450835"/>
              <a:gd name="connsiteX6702" fmla="*/ 7906067 w 10450132"/>
              <a:gd name="connsiteY6702" fmla="*/ 2830635 h 5450835"/>
              <a:gd name="connsiteX6703" fmla="*/ 7901536 w 10450132"/>
              <a:gd name="connsiteY6703" fmla="*/ 2838517 h 5450835"/>
              <a:gd name="connsiteX6704" fmla="*/ 7900748 w 10450132"/>
              <a:gd name="connsiteY6704" fmla="*/ 2838976 h 5450835"/>
              <a:gd name="connsiteX6705" fmla="*/ 7891684 w 10450132"/>
              <a:gd name="connsiteY6705" fmla="*/ 2838976 h 5450835"/>
              <a:gd name="connsiteX6706" fmla="*/ 7890896 w 10450132"/>
              <a:gd name="connsiteY6706" fmla="*/ 2838517 h 5450835"/>
              <a:gd name="connsiteX6707" fmla="*/ 7886363 w 10450132"/>
              <a:gd name="connsiteY6707" fmla="*/ 2830635 h 5450835"/>
              <a:gd name="connsiteX6708" fmla="*/ 7886363 w 10450132"/>
              <a:gd name="connsiteY6708" fmla="*/ 2829781 h 5450835"/>
              <a:gd name="connsiteX6709" fmla="*/ 7890896 w 10450132"/>
              <a:gd name="connsiteY6709" fmla="*/ 2821899 h 5450835"/>
              <a:gd name="connsiteX6710" fmla="*/ 7891684 w 10450132"/>
              <a:gd name="connsiteY6710" fmla="*/ 2821440 h 5450835"/>
              <a:gd name="connsiteX6711" fmla="*/ 7637304 w 10450132"/>
              <a:gd name="connsiteY6711" fmla="*/ 2821440 h 5450835"/>
              <a:gd name="connsiteX6712" fmla="*/ 7646367 w 10450132"/>
              <a:gd name="connsiteY6712" fmla="*/ 2821440 h 5450835"/>
              <a:gd name="connsiteX6713" fmla="*/ 7647156 w 10450132"/>
              <a:gd name="connsiteY6713" fmla="*/ 2821899 h 5450835"/>
              <a:gd name="connsiteX6714" fmla="*/ 7651687 w 10450132"/>
              <a:gd name="connsiteY6714" fmla="*/ 2829781 h 5450835"/>
              <a:gd name="connsiteX6715" fmla="*/ 7651687 w 10450132"/>
              <a:gd name="connsiteY6715" fmla="*/ 2830635 h 5450835"/>
              <a:gd name="connsiteX6716" fmla="*/ 7647156 w 10450132"/>
              <a:gd name="connsiteY6716" fmla="*/ 2838517 h 5450835"/>
              <a:gd name="connsiteX6717" fmla="*/ 7646367 w 10450132"/>
              <a:gd name="connsiteY6717" fmla="*/ 2838976 h 5450835"/>
              <a:gd name="connsiteX6718" fmla="*/ 7637304 w 10450132"/>
              <a:gd name="connsiteY6718" fmla="*/ 2838976 h 5450835"/>
              <a:gd name="connsiteX6719" fmla="*/ 7636516 w 10450132"/>
              <a:gd name="connsiteY6719" fmla="*/ 2838517 h 5450835"/>
              <a:gd name="connsiteX6720" fmla="*/ 7631983 w 10450132"/>
              <a:gd name="connsiteY6720" fmla="*/ 2830635 h 5450835"/>
              <a:gd name="connsiteX6721" fmla="*/ 7631983 w 10450132"/>
              <a:gd name="connsiteY6721" fmla="*/ 2829781 h 5450835"/>
              <a:gd name="connsiteX6722" fmla="*/ 7636516 w 10450132"/>
              <a:gd name="connsiteY6722" fmla="*/ 2821899 h 5450835"/>
              <a:gd name="connsiteX6723" fmla="*/ 7637304 w 10450132"/>
              <a:gd name="connsiteY6723" fmla="*/ 2821440 h 5450835"/>
              <a:gd name="connsiteX6724" fmla="*/ 7382923 w 10450132"/>
              <a:gd name="connsiteY6724" fmla="*/ 2821440 h 5450835"/>
              <a:gd name="connsiteX6725" fmla="*/ 7391987 w 10450132"/>
              <a:gd name="connsiteY6725" fmla="*/ 2821440 h 5450835"/>
              <a:gd name="connsiteX6726" fmla="*/ 7392775 w 10450132"/>
              <a:gd name="connsiteY6726" fmla="*/ 2821899 h 5450835"/>
              <a:gd name="connsiteX6727" fmla="*/ 7397307 w 10450132"/>
              <a:gd name="connsiteY6727" fmla="*/ 2829781 h 5450835"/>
              <a:gd name="connsiteX6728" fmla="*/ 7397307 w 10450132"/>
              <a:gd name="connsiteY6728" fmla="*/ 2830635 h 5450835"/>
              <a:gd name="connsiteX6729" fmla="*/ 7392775 w 10450132"/>
              <a:gd name="connsiteY6729" fmla="*/ 2838517 h 5450835"/>
              <a:gd name="connsiteX6730" fmla="*/ 7391987 w 10450132"/>
              <a:gd name="connsiteY6730" fmla="*/ 2838976 h 5450835"/>
              <a:gd name="connsiteX6731" fmla="*/ 7382923 w 10450132"/>
              <a:gd name="connsiteY6731" fmla="*/ 2838976 h 5450835"/>
              <a:gd name="connsiteX6732" fmla="*/ 7382135 w 10450132"/>
              <a:gd name="connsiteY6732" fmla="*/ 2838517 h 5450835"/>
              <a:gd name="connsiteX6733" fmla="*/ 7377602 w 10450132"/>
              <a:gd name="connsiteY6733" fmla="*/ 2830635 h 5450835"/>
              <a:gd name="connsiteX6734" fmla="*/ 7377602 w 10450132"/>
              <a:gd name="connsiteY6734" fmla="*/ 2829781 h 5450835"/>
              <a:gd name="connsiteX6735" fmla="*/ 7382135 w 10450132"/>
              <a:gd name="connsiteY6735" fmla="*/ 2821899 h 5450835"/>
              <a:gd name="connsiteX6736" fmla="*/ 7382923 w 10450132"/>
              <a:gd name="connsiteY6736" fmla="*/ 2821440 h 5450835"/>
              <a:gd name="connsiteX6737" fmla="*/ 7128477 w 10450132"/>
              <a:gd name="connsiteY6737" fmla="*/ 2821440 h 5450835"/>
              <a:gd name="connsiteX6738" fmla="*/ 7137540 w 10450132"/>
              <a:gd name="connsiteY6738" fmla="*/ 2821440 h 5450835"/>
              <a:gd name="connsiteX6739" fmla="*/ 7138328 w 10450132"/>
              <a:gd name="connsiteY6739" fmla="*/ 2821899 h 5450835"/>
              <a:gd name="connsiteX6740" fmla="*/ 7142860 w 10450132"/>
              <a:gd name="connsiteY6740" fmla="*/ 2829781 h 5450835"/>
              <a:gd name="connsiteX6741" fmla="*/ 7142860 w 10450132"/>
              <a:gd name="connsiteY6741" fmla="*/ 2830635 h 5450835"/>
              <a:gd name="connsiteX6742" fmla="*/ 7138328 w 10450132"/>
              <a:gd name="connsiteY6742" fmla="*/ 2838517 h 5450835"/>
              <a:gd name="connsiteX6743" fmla="*/ 7137540 w 10450132"/>
              <a:gd name="connsiteY6743" fmla="*/ 2838976 h 5450835"/>
              <a:gd name="connsiteX6744" fmla="*/ 7128477 w 10450132"/>
              <a:gd name="connsiteY6744" fmla="*/ 2838976 h 5450835"/>
              <a:gd name="connsiteX6745" fmla="*/ 7127689 w 10450132"/>
              <a:gd name="connsiteY6745" fmla="*/ 2838517 h 5450835"/>
              <a:gd name="connsiteX6746" fmla="*/ 7123156 w 10450132"/>
              <a:gd name="connsiteY6746" fmla="*/ 2830635 h 5450835"/>
              <a:gd name="connsiteX6747" fmla="*/ 7123156 w 10450132"/>
              <a:gd name="connsiteY6747" fmla="*/ 2829781 h 5450835"/>
              <a:gd name="connsiteX6748" fmla="*/ 7127689 w 10450132"/>
              <a:gd name="connsiteY6748" fmla="*/ 2821899 h 5450835"/>
              <a:gd name="connsiteX6749" fmla="*/ 7128477 w 10450132"/>
              <a:gd name="connsiteY6749" fmla="*/ 2821440 h 5450835"/>
              <a:gd name="connsiteX6750" fmla="*/ 6874095 w 10450132"/>
              <a:gd name="connsiteY6750" fmla="*/ 2821440 h 5450835"/>
              <a:gd name="connsiteX6751" fmla="*/ 6883159 w 10450132"/>
              <a:gd name="connsiteY6751" fmla="*/ 2821440 h 5450835"/>
              <a:gd name="connsiteX6752" fmla="*/ 6883947 w 10450132"/>
              <a:gd name="connsiteY6752" fmla="*/ 2821899 h 5450835"/>
              <a:gd name="connsiteX6753" fmla="*/ 6888480 w 10450132"/>
              <a:gd name="connsiteY6753" fmla="*/ 2829781 h 5450835"/>
              <a:gd name="connsiteX6754" fmla="*/ 6888480 w 10450132"/>
              <a:gd name="connsiteY6754" fmla="*/ 2830635 h 5450835"/>
              <a:gd name="connsiteX6755" fmla="*/ 6883947 w 10450132"/>
              <a:gd name="connsiteY6755" fmla="*/ 2838517 h 5450835"/>
              <a:gd name="connsiteX6756" fmla="*/ 6883159 w 10450132"/>
              <a:gd name="connsiteY6756" fmla="*/ 2838976 h 5450835"/>
              <a:gd name="connsiteX6757" fmla="*/ 6874095 w 10450132"/>
              <a:gd name="connsiteY6757" fmla="*/ 2838976 h 5450835"/>
              <a:gd name="connsiteX6758" fmla="*/ 6873307 w 10450132"/>
              <a:gd name="connsiteY6758" fmla="*/ 2838517 h 5450835"/>
              <a:gd name="connsiteX6759" fmla="*/ 6868775 w 10450132"/>
              <a:gd name="connsiteY6759" fmla="*/ 2830635 h 5450835"/>
              <a:gd name="connsiteX6760" fmla="*/ 6868775 w 10450132"/>
              <a:gd name="connsiteY6760" fmla="*/ 2829781 h 5450835"/>
              <a:gd name="connsiteX6761" fmla="*/ 6873307 w 10450132"/>
              <a:gd name="connsiteY6761" fmla="*/ 2821899 h 5450835"/>
              <a:gd name="connsiteX6762" fmla="*/ 6874095 w 10450132"/>
              <a:gd name="connsiteY6762" fmla="*/ 2821440 h 5450835"/>
              <a:gd name="connsiteX6763" fmla="*/ 6619714 w 10450132"/>
              <a:gd name="connsiteY6763" fmla="*/ 2821440 h 5450835"/>
              <a:gd name="connsiteX6764" fmla="*/ 6628778 w 10450132"/>
              <a:gd name="connsiteY6764" fmla="*/ 2821440 h 5450835"/>
              <a:gd name="connsiteX6765" fmla="*/ 6629566 w 10450132"/>
              <a:gd name="connsiteY6765" fmla="*/ 2821899 h 5450835"/>
              <a:gd name="connsiteX6766" fmla="*/ 6634099 w 10450132"/>
              <a:gd name="connsiteY6766" fmla="*/ 2829781 h 5450835"/>
              <a:gd name="connsiteX6767" fmla="*/ 6634099 w 10450132"/>
              <a:gd name="connsiteY6767" fmla="*/ 2830635 h 5450835"/>
              <a:gd name="connsiteX6768" fmla="*/ 6629566 w 10450132"/>
              <a:gd name="connsiteY6768" fmla="*/ 2838517 h 5450835"/>
              <a:gd name="connsiteX6769" fmla="*/ 6628778 w 10450132"/>
              <a:gd name="connsiteY6769" fmla="*/ 2838976 h 5450835"/>
              <a:gd name="connsiteX6770" fmla="*/ 6619714 w 10450132"/>
              <a:gd name="connsiteY6770" fmla="*/ 2838976 h 5450835"/>
              <a:gd name="connsiteX6771" fmla="*/ 6618926 w 10450132"/>
              <a:gd name="connsiteY6771" fmla="*/ 2838517 h 5450835"/>
              <a:gd name="connsiteX6772" fmla="*/ 6614394 w 10450132"/>
              <a:gd name="connsiteY6772" fmla="*/ 2830635 h 5450835"/>
              <a:gd name="connsiteX6773" fmla="*/ 6614394 w 10450132"/>
              <a:gd name="connsiteY6773" fmla="*/ 2829781 h 5450835"/>
              <a:gd name="connsiteX6774" fmla="*/ 6618926 w 10450132"/>
              <a:gd name="connsiteY6774" fmla="*/ 2821899 h 5450835"/>
              <a:gd name="connsiteX6775" fmla="*/ 6619714 w 10450132"/>
              <a:gd name="connsiteY6775" fmla="*/ 2821440 h 5450835"/>
              <a:gd name="connsiteX6776" fmla="*/ 6365334 w 10450132"/>
              <a:gd name="connsiteY6776" fmla="*/ 2821440 h 5450835"/>
              <a:gd name="connsiteX6777" fmla="*/ 6374397 w 10450132"/>
              <a:gd name="connsiteY6777" fmla="*/ 2821440 h 5450835"/>
              <a:gd name="connsiteX6778" fmla="*/ 6375186 w 10450132"/>
              <a:gd name="connsiteY6778" fmla="*/ 2821899 h 5450835"/>
              <a:gd name="connsiteX6779" fmla="*/ 6379718 w 10450132"/>
              <a:gd name="connsiteY6779" fmla="*/ 2829781 h 5450835"/>
              <a:gd name="connsiteX6780" fmla="*/ 6379718 w 10450132"/>
              <a:gd name="connsiteY6780" fmla="*/ 2830635 h 5450835"/>
              <a:gd name="connsiteX6781" fmla="*/ 6375186 w 10450132"/>
              <a:gd name="connsiteY6781" fmla="*/ 2838517 h 5450835"/>
              <a:gd name="connsiteX6782" fmla="*/ 6374397 w 10450132"/>
              <a:gd name="connsiteY6782" fmla="*/ 2838976 h 5450835"/>
              <a:gd name="connsiteX6783" fmla="*/ 6365334 w 10450132"/>
              <a:gd name="connsiteY6783" fmla="*/ 2838976 h 5450835"/>
              <a:gd name="connsiteX6784" fmla="*/ 6364546 w 10450132"/>
              <a:gd name="connsiteY6784" fmla="*/ 2838517 h 5450835"/>
              <a:gd name="connsiteX6785" fmla="*/ 6360014 w 10450132"/>
              <a:gd name="connsiteY6785" fmla="*/ 2830635 h 5450835"/>
              <a:gd name="connsiteX6786" fmla="*/ 6360014 w 10450132"/>
              <a:gd name="connsiteY6786" fmla="*/ 2829781 h 5450835"/>
              <a:gd name="connsiteX6787" fmla="*/ 6364546 w 10450132"/>
              <a:gd name="connsiteY6787" fmla="*/ 2821899 h 5450835"/>
              <a:gd name="connsiteX6788" fmla="*/ 6365334 w 10450132"/>
              <a:gd name="connsiteY6788" fmla="*/ 2821440 h 5450835"/>
              <a:gd name="connsiteX6789" fmla="*/ 6110888 w 10450132"/>
              <a:gd name="connsiteY6789" fmla="*/ 2821440 h 5450835"/>
              <a:gd name="connsiteX6790" fmla="*/ 6119953 w 10450132"/>
              <a:gd name="connsiteY6790" fmla="*/ 2821440 h 5450835"/>
              <a:gd name="connsiteX6791" fmla="*/ 6120740 w 10450132"/>
              <a:gd name="connsiteY6791" fmla="*/ 2821899 h 5450835"/>
              <a:gd name="connsiteX6792" fmla="*/ 6125272 w 10450132"/>
              <a:gd name="connsiteY6792" fmla="*/ 2829781 h 5450835"/>
              <a:gd name="connsiteX6793" fmla="*/ 6125272 w 10450132"/>
              <a:gd name="connsiteY6793" fmla="*/ 2830635 h 5450835"/>
              <a:gd name="connsiteX6794" fmla="*/ 6120740 w 10450132"/>
              <a:gd name="connsiteY6794" fmla="*/ 2838517 h 5450835"/>
              <a:gd name="connsiteX6795" fmla="*/ 6119953 w 10450132"/>
              <a:gd name="connsiteY6795" fmla="*/ 2838976 h 5450835"/>
              <a:gd name="connsiteX6796" fmla="*/ 6110888 w 10450132"/>
              <a:gd name="connsiteY6796" fmla="*/ 2838976 h 5450835"/>
              <a:gd name="connsiteX6797" fmla="*/ 6110101 w 10450132"/>
              <a:gd name="connsiteY6797" fmla="*/ 2838517 h 5450835"/>
              <a:gd name="connsiteX6798" fmla="*/ 6105567 w 10450132"/>
              <a:gd name="connsiteY6798" fmla="*/ 2830635 h 5450835"/>
              <a:gd name="connsiteX6799" fmla="*/ 6105567 w 10450132"/>
              <a:gd name="connsiteY6799" fmla="*/ 2829781 h 5450835"/>
              <a:gd name="connsiteX6800" fmla="*/ 6110101 w 10450132"/>
              <a:gd name="connsiteY6800" fmla="*/ 2821899 h 5450835"/>
              <a:gd name="connsiteX6801" fmla="*/ 6110888 w 10450132"/>
              <a:gd name="connsiteY6801" fmla="*/ 2821440 h 5450835"/>
              <a:gd name="connsiteX6802" fmla="*/ 5856508 w 10450132"/>
              <a:gd name="connsiteY6802" fmla="*/ 2821440 h 5450835"/>
              <a:gd name="connsiteX6803" fmla="*/ 5865571 w 10450132"/>
              <a:gd name="connsiteY6803" fmla="*/ 2821440 h 5450835"/>
              <a:gd name="connsiteX6804" fmla="*/ 5866359 w 10450132"/>
              <a:gd name="connsiteY6804" fmla="*/ 2821899 h 5450835"/>
              <a:gd name="connsiteX6805" fmla="*/ 5870891 w 10450132"/>
              <a:gd name="connsiteY6805" fmla="*/ 2829781 h 5450835"/>
              <a:gd name="connsiteX6806" fmla="*/ 5870891 w 10450132"/>
              <a:gd name="connsiteY6806" fmla="*/ 2830635 h 5450835"/>
              <a:gd name="connsiteX6807" fmla="*/ 5866359 w 10450132"/>
              <a:gd name="connsiteY6807" fmla="*/ 2838517 h 5450835"/>
              <a:gd name="connsiteX6808" fmla="*/ 5865571 w 10450132"/>
              <a:gd name="connsiteY6808" fmla="*/ 2838976 h 5450835"/>
              <a:gd name="connsiteX6809" fmla="*/ 5856508 w 10450132"/>
              <a:gd name="connsiteY6809" fmla="*/ 2838976 h 5450835"/>
              <a:gd name="connsiteX6810" fmla="*/ 5855720 w 10450132"/>
              <a:gd name="connsiteY6810" fmla="*/ 2838517 h 5450835"/>
              <a:gd name="connsiteX6811" fmla="*/ 5851187 w 10450132"/>
              <a:gd name="connsiteY6811" fmla="*/ 2830635 h 5450835"/>
              <a:gd name="connsiteX6812" fmla="*/ 5851187 w 10450132"/>
              <a:gd name="connsiteY6812" fmla="*/ 2829781 h 5450835"/>
              <a:gd name="connsiteX6813" fmla="*/ 5855720 w 10450132"/>
              <a:gd name="connsiteY6813" fmla="*/ 2821899 h 5450835"/>
              <a:gd name="connsiteX6814" fmla="*/ 5856508 w 10450132"/>
              <a:gd name="connsiteY6814" fmla="*/ 2821440 h 5450835"/>
              <a:gd name="connsiteX6815" fmla="*/ 5602126 w 10450132"/>
              <a:gd name="connsiteY6815" fmla="*/ 2821440 h 5450835"/>
              <a:gd name="connsiteX6816" fmla="*/ 5611191 w 10450132"/>
              <a:gd name="connsiteY6816" fmla="*/ 2821440 h 5450835"/>
              <a:gd name="connsiteX6817" fmla="*/ 5611979 w 10450132"/>
              <a:gd name="connsiteY6817" fmla="*/ 2821899 h 5450835"/>
              <a:gd name="connsiteX6818" fmla="*/ 5616511 w 10450132"/>
              <a:gd name="connsiteY6818" fmla="*/ 2829781 h 5450835"/>
              <a:gd name="connsiteX6819" fmla="*/ 5616511 w 10450132"/>
              <a:gd name="connsiteY6819" fmla="*/ 2830635 h 5450835"/>
              <a:gd name="connsiteX6820" fmla="*/ 5611979 w 10450132"/>
              <a:gd name="connsiteY6820" fmla="*/ 2838517 h 5450835"/>
              <a:gd name="connsiteX6821" fmla="*/ 5611191 w 10450132"/>
              <a:gd name="connsiteY6821" fmla="*/ 2838976 h 5450835"/>
              <a:gd name="connsiteX6822" fmla="*/ 5602126 w 10450132"/>
              <a:gd name="connsiteY6822" fmla="*/ 2838976 h 5450835"/>
              <a:gd name="connsiteX6823" fmla="*/ 5601338 w 10450132"/>
              <a:gd name="connsiteY6823" fmla="*/ 2838517 h 5450835"/>
              <a:gd name="connsiteX6824" fmla="*/ 5596807 w 10450132"/>
              <a:gd name="connsiteY6824" fmla="*/ 2830635 h 5450835"/>
              <a:gd name="connsiteX6825" fmla="*/ 5596807 w 10450132"/>
              <a:gd name="connsiteY6825" fmla="*/ 2829781 h 5450835"/>
              <a:gd name="connsiteX6826" fmla="*/ 5601338 w 10450132"/>
              <a:gd name="connsiteY6826" fmla="*/ 2821899 h 5450835"/>
              <a:gd name="connsiteX6827" fmla="*/ 5602126 w 10450132"/>
              <a:gd name="connsiteY6827" fmla="*/ 2821440 h 5450835"/>
              <a:gd name="connsiteX6828" fmla="*/ 5347746 w 10450132"/>
              <a:gd name="connsiteY6828" fmla="*/ 2821440 h 5450835"/>
              <a:gd name="connsiteX6829" fmla="*/ 5356810 w 10450132"/>
              <a:gd name="connsiteY6829" fmla="*/ 2821440 h 5450835"/>
              <a:gd name="connsiteX6830" fmla="*/ 5357598 w 10450132"/>
              <a:gd name="connsiteY6830" fmla="*/ 2821899 h 5450835"/>
              <a:gd name="connsiteX6831" fmla="*/ 5362130 w 10450132"/>
              <a:gd name="connsiteY6831" fmla="*/ 2829781 h 5450835"/>
              <a:gd name="connsiteX6832" fmla="*/ 5362130 w 10450132"/>
              <a:gd name="connsiteY6832" fmla="*/ 2830635 h 5450835"/>
              <a:gd name="connsiteX6833" fmla="*/ 5357598 w 10450132"/>
              <a:gd name="connsiteY6833" fmla="*/ 2838517 h 5450835"/>
              <a:gd name="connsiteX6834" fmla="*/ 5356810 w 10450132"/>
              <a:gd name="connsiteY6834" fmla="*/ 2838976 h 5450835"/>
              <a:gd name="connsiteX6835" fmla="*/ 5347746 w 10450132"/>
              <a:gd name="connsiteY6835" fmla="*/ 2838976 h 5450835"/>
              <a:gd name="connsiteX6836" fmla="*/ 5346958 w 10450132"/>
              <a:gd name="connsiteY6836" fmla="*/ 2838517 h 5450835"/>
              <a:gd name="connsiteX6837" fmla="*/ 5342425 w 10450132"/>
              <a:gd name="connsiteY6837" fmla="*/ 2830635 h 5450835"/>
              <a:gd name="connsiteX6838" fmla="*/ 5342425 w 10450132"/>
              <a:gd name="connsiteY6838" fmla="*/ 2829781 h 5450835"/>
              <a:gd name="connsiteX6839" fmla="*/ 5346958 w 10450132"/>
              <a:gd name="connsiteY6839" fmla="*/ 2821899 h 5450835"/>
              <a:gd name="connsiteX6840" fmla="*/ 5347746 w 10450132"/>
              <a:gd name="connsiteY6840" fmla="*/ 2821440 h 5450835"/>
              <a:gd name="connsiteX6841" fmla="*/ 5093300 w 10450132"/>
              <a:gd name="connsiteY6841" fmla="*/ 2821440 h 5450835"/>
              <a:gd name="connsiteX6842" fmla="*/ 5102364 w 10450132"/>
              <a:gd name="connsiteY6842" fmla="*/ 2821440 h 5450835"/>
              <a:gd name="connsiteX6843" fmla="*/ 5103153 w 10450132"/>
              <a:gd name="connsiteY6843" fmla="*/ 2821899 h 5450835"/>
              <a:gd name="connsiteX6844" fmla="*/ 5107684 w 10450132"/>
              <a:gd name="connsiteY6844" fmla="*/ 2829781 h 5450835"/>
              <a:gd name="connsiteX6845" fmla="*/ 5107684 w 10450132"/>
              <a:gd name="connsiteY6845" fmla="*/ 2830635 h 5450835"/>
              <a:gd name="connsiteX6846" fmla="*/ 5103153 w 10450132"/>
              <a:gd name="connsiteY6846" fmla="*/ 2838517 h 5450835"/>
              <a:gd name="connsiteX6847" fmla="*/ 5102364 w 10450132"/>
              <a:gd name="connsiteY6847" fmla="*/ 2838976 h 5450835"/>
              <a:gd name="connsiteX6848" fmla="*/ 5093300 w 10450132"/>
              <a:gd name="connsiteY6848" fmla="*/ 2838976 h 5450835"/>
              <a:gd name="connsiteX6849" fmla="*/ 5092512 w 10450132"/>
              <a:gd name="connsiteY6849" fmla="*/ 2838517 h 5450835"/>
              <a:gd name="connsiteX6850" fmla="*/ 5087979 w 10450132"/>
              <a:gd name="connsiteY6850" fmla="*/ 2830635 h 5450835"/>
              <a:gd name="connsiteX6851" fmla="*/ 5087979 w 10450132"/>
              <a:gd name="connsiteY6851" fmla="*/ 2829781 h 5450835"/>
              <a:gd name="connsiteX6852" fmla="*/ 5092512 w 10450132"/>
              <a:gd name="connsiteY6852" fmla="*/ 2821899 h 5450835"/>
              <a:gd name="connsiteX6853" fmla="*/ 5093300 w 10450132"/>
              <a:gd name="connsiteY6853" fmla="*/ 2821440 h 5450835"/>
              <a:gd name="connsiteX6854" fmla="*/ 4838919 w 10450132"/>
              <a:gd name="connsiteY6854" fmla="*/ 2821440 h 5450835"/>
              <a:gd name="connsiteX6855" fmla="*/ 4847982 w 10450132"/>
              <a:gd name="connsiteY6855" fmla="*/ 2821440 h 5450835"/>
              <a:gd name="connsiteX6856" fmla="*/ 4848772 w 10450132"/>
              <a:gd name="connsiteY6856" fmla="*/ 2821899 h 5450835"/>
              <a:gd name="connsiteX6857" fmla="*/ 4853303 w 10450132"/>
              <a:gd name="connsiteY6857" fmla="*/ 2829781 h 5450835"/>
              <a:gd name="connsiteX6858" fmla="*/ 4853303 w 10450132"/>
              <a:gd name="connsiteY6858" fmla="*/ 2830635 h 5450835"/>
              <a:gd name="connsiteX6859" fmla="*/ 4848772 w 10450132"/>
              <a:gd name="connsiteY6859" fmla="*/ 2838517 h 5450835"/>
              <a:gd name="connsiteX6860" fmla="*/ 4847982 w 10450132"/>
              <a:gd name="connsiteY6860" fmla="*/ 2838976 h 5450835"/>
              <a:gd name="connsiteX6861" fmla="*/ 4838919 w 10450132"/>
              <a:gd name="connsiteY6861" fmla="*/ 2838976 h 5450835"/>
              <a:gd name="connsiteX6862" fmla="*/ 4838132 w 10450132"/>
              <a:gd name="connsiteY6862" fmla="*/ 2838517 h 5450835"/>
              <a:gd name="connsiteX6863" fmla="*/ 4833598 w 10450132"/>
              <a:gd name="connsiteY6863" fmla="*/ 2830635 h 5450835"/>
              <a:gd name="connsiteX6864" fmla="*/ 4833598 w 10450132"/>
              <a:gd name="connsiteY6864" fmla="*/ 2829781 h 5450835"/>
              <a:gd name="connsiteX6865" fmla="*/ 4838132 w 10450132"/>
              <a:gd name="connsiteY6865" fmla="*/ 2821899 h 5450835"/>
              <a:gd name="connsiteX6866" fmla="*/ 4838919 w 10450132"/>
              <a:gd name="connsiteY6866" fmla="*/ 2821440 h 5450835"/>
              <a:gd name="connsiteX6867" fmla="*/ 4584538 w 10450132"/>
              <a:gd name="connsiteY6867" fmla="*/ 2821440 h 5450835"/>
              <a:gd name="connsiteX6868" fmla="*/ 4593603 w 10450132"/>
              <a:gd name="connsiteY6868" fmla="*/ 2821440 h 5450835"/>
              <a:gd name="connsiteX6869" fmla="*/ 4594390 w 10450132"/>
              <a:gd name="connsiteY6869" fmla="*/ 2821899 h 5450835"/>
              <a:gd name="connsiteX6870" fmla="*/ 4598922 w 10450132"/>
              <a:gd name="connsiteY6870" fmla="*/ 2829781 h 5450835"/>
              <a:gd name="connsiteX6871" fmla="*/ 4598922 w 10450132"/>
              <a:gd name="connsiteY6871" fmla="*/ 2830635 h 5450835"/>
              <a:gd name="connsiteX6872" fmla="*/ 4594390 w 10450132"/>
              <a:gd name="connsiteY6872" fmla="*/ 2838517 h 5450835"/>
              <a:gd name="connsiteX6873" fmla="*/ 4593603 w 10450132"/>
              <a:gd name="connsiteY6873" fmla="*/ 2838976 h 5450835"/>
              <a:gd name="connsiteX6874" fmla="*/ 4584538 w 10450132"/>
              <a:gd name="connsiteY6874" fmla="*/ 2838976 h 5450835"/>
              <a:gd name="connsiteX6875" fmla="*/ 4583749 w 10450132"/>
              <a:gd name="connsiteY6875" fmla="*/ 2838517 h 5450835"/>
              <a:gd name="connsiteX6876" fmla="*/ 4579218 w 10450132"/>
              <a:gd name="connsiteY6876" fmla="*/ 2830635 h 5450835"/>
              <a:gd name="connsiteX6877" fmla="*/ 4579218 w 10450132"/>
              <a:gd name="connsiteY6877" fmla="*/ 2829781 h 5450835"/>
              <a:gd name="connsiteX6878" fmla="*/ 4583749 w 10450132"/>
              <a:gd name="connsiteY6878" fmla="*/ 2821899 h 5450835"/>
              <a:gd name="connsiteX6879" fmla="*/ 4584538 w 10450132"/>
              <a:gd name="connsiteY6879" fmla="*/ 2821440 h 5450835"/>
              <a:gd name="connsiteX6880" fmla="*/ 4330157 w 10450132"/>
              <a:gd name="connsiteY6880" fmla="*/ 2821440 h 5450835"/>
              <a:gd name="connsiteX6881" fmla="*/ 4339222 w 10450132"/>
              <a:gd name="connsiteY6881" fmla="*/ 2821440 h 5450835"/>
              <a:gd name="connsiteX6882" fmla="*/ 4340010 w 10450132"/>
              <a:gd name="connsiteY6882" fmla="*/ 2821899 h 5450835"/>
              <a:gd name="connsiteX6883" fmla="*/ 4344540 w 10450132"/>
              <a:gd name="connsiteY6883" fmla="*/ 2829781 h 5450835"/>
              <a:gd name="connsiteX6884" fmla="*/ 4344540 w 10450132"/>
              <a:gd name="connsiteY6884" fmla="*/ 2830635 h 5450835"/>
              <a:gd name="connsiteX6885" fmla="*/ 4340010 w 10450132"/>
              <a:gd name="connsiteY6885" fmla="*/ 2838517 h 5450835"/>
              <a:gd name="connsiteX6886" fmla="*/ 4339222 w 10450132"/>
              <a:gd name="connsiteY6886" fmla="*/ 2838976 h 5450835"/>
              <a:gd name="connsiteX6887" fmla="*/ 4330157 w 10450132"/>
              <a:gd name="connsiteY6887" fmla="*/ 2838976 h 5450835"/>
              <a:gd name="connsiteX6888" fmla="*/ 4329369 w 10450132"/>
              <a:gd name="connsiteY6888" fmla="*/ 2838517 h 5450835"/>
              <a:gd name="connsiteX6889" fmla="*/ 4324836 w 10450132"/>
              <a:gd name="connsiteY6889" fmla="*/ 2830635 h 5450835"/>
              <a:gd name="connsiteX6890" fmla="*/ 4324836 w 10450132"/>
              <a:gd name="connsiteY6890" fmla="*/ 2829781 h 5450835"/>
              <a:gd name="connsiteX6891" fmla="*/ 4329369 w 10450132"/>
              <a:gd name="connsiteY6891" fmla="*/ 2821899 h 5450835"/>
              <a:gd name="connsiteX6892" fmla="*/ 4330157 w 10450132"/>
              <a:gd name="connsiteY6892" fmla="*/ 2821440 h 5450835"/>
              <a:gd name="connsiteX6893" fmla="*/ 4075935 w 10450132"/>
              <a:gd name="connsiteY6893" fmla="*/ 2821440 h 5450835"/>
              <a:gd name="connsiteX6894" fmla="*/ 4084998 w 10450132"/>
              <a:gd name="connsiteY6894" fmla="*/ 2821440 h 5450835"/>
              <a:gd name="connsiteX6895" fmla="*/ 4085787 w 10450132"/>
              <a:gd name="connsiteY6895" fmla="*/ 2821899 h 5450835"/>
              <a:gd name="connsiteX6896" fmla="*/ 4090317 w 10450132"/>
              <a:gd name="connsiteY6896" fmla="*/ 2829781 h 5450835"/>
              <a:gd name="connsiteX6897" fmla="*/ 4090317 w 10450132"/>
              <a:gd name="connsiteY6897" fmla="*/ 2830635 h 5450835"/>
              <a:gd name="connsiteX6898" fmla="*/ 4085787 w 10450132"/>
              <a:gd name="connsiteY6898" fmla="*/ 2838517 h 5450835"/>
              <a:gd name="connsiteX6899" fmla="*/ 4084998 w 10450132"/>
              <a:gd name="connsiteY6899" fmla="*/ 2838976 h 5450835"/>
              <a:gd name="connsiteX6900" fmla="*/ 4075935 w 10450132"/>
              <a:gd name="connsiteY6900" fmla="*/ 2838976 h 5450835"/>
              <a:gd name="connsiteX6901" fmla="*/ 4075147 w 10450132"/>
              <a:gd name="connsiteY6901" fmla="*/ 2838517 h 5450835"/>
              <a:gd name="connsiteX6902" fmla="*/ 4070614 w 10450132"/>
              <a:gd name="connsiteY6902" fmla="*/ 2830635 h 5450835"/>
              <a:gd name="connsiteX6903" fmla="*/ 4070614 w 10450132"/>
              <a:gd name="connsiteY6903" fmla="*/ 2829781 h 5450835"/>
              <a:gd name="connsiteX6904" fmla="*/ 4075147 w 10450132"/>
              <a:gd name="connsiteY6904" fmla="*/ 2821899 h 5450835"/>
              <a:gd name="connsiteX6905" fmla="*/ 4075935 w 10450132"/>
              <a:gd name="connsiteY6905" fmla="*/ 2821440 h 5450835"/>
              <a:gd name="connsiteX6906" fmla="*/ 3821423 w 10450132"/>
              <a:gd name="connsiteY6906" fmla="*/ 2821440 h 5450835"/>
              <a:gd name="connsiteX6907" fmla="*/ 3830488 w 10450132"/>
              <a:gd name="connsiteY6907" fmla="*/ 2821440 h 5450835"/>
              <a:gd name="connsiteX6908" fmla="*/ 3831274 w 10450132"/>
              <a:gd name="connsiteY6908" fmla="*/ 2821899 h 5450835"/>
              <a:gd name="connsiteX6909" fmla="*/ 3835806 w 10450132"/>
              <a:gd name="connsiteY6909" fmla="*/ 2829781 h 5450835"/>
              <a:gd name="connsiteX6910" fmla="*/ 3835806 w 10450132"/>
              <a:gd name="connsiteY6910" fmla="*/ 2830635 h 5450835"/>
              <a:gd name="connsiteX6911" fmla="*/ 3831274 w 10450132"/>
              <a:gd name="connsiteY6911" fmla="*/ 2838517 h 5450835"/>
              <a:gd name="connsiteX6912" fmla="*/ 3830488 w 10450132"/>
              <a:gd name="connsiteY6912" fmla="*/ 2838976 h 5450835"/>
              <a:gd name="connsiteX6913" fmla="*/ 3821423 w 10450132"/>
              <a:gd name="connsiteY6913" fmla="*/ 2838976 h 5450835"/>
              <a:gd name="connsiteX6914" fmla="*/ 3820635 w 10450132"/>
              <a:gd name="connsiteY6914" fmla="*/ 2838517 h 5450835"/>
              <a:gd name="connsiteX6915" fmla="*/ 3816104 w 10450132"/>
              <a:gd name="connsiteY6915" fmla="*/ 2830635 h 5450835"/>
              <a:gd name="connsiteX6916" fmla="*/ 3816104 w 10450132"/>
              <a:gd name="connsiteY6916" fmla="*/ 2829781 h 5450835"/>
              <a:gd name="connsiteX6917" fmla="*/ 3820635 w 10450132"/>
              <a:gd name="connsiteY6917" fmla="*/ 2821899 h 5450835"/>
              <a:gd name="connsiteX6918" fmla="*/ 3821423 w 10450132"/>
              <a:gd name="connsiteY6918" fmla="*/ 2821440 h 5450835"/>
              <a:gd name="connsiteX6919" fmla="*/ 3567049 w 10450132"/>
              <a:gd name="connsiteY6919" fmla="*/ 2821440 h 5450835"/>
              <a:gd name="connsiteX6920" fmla="*/ 3576114 w 10450132"/>
              <a:gd name="connsiteY6920" fmla="*/ 2821440 h 5450835"/>
              <a:gd name="connsiteX6921" fmla="*/ 3576902 w 10450132"/>
              <a:gd name="connsiteY6921" fmla="*/ 2821899 h 5450835"/>
              <a:gd name="connsiteX6922" fmla="*/ 3581432 w 10450132"/>
              <a:gd name="connsiteY6922" fmla="*/ 2829781 h 5450835"/>
              <a:gd name="connsiteX6923" fmla="*/ 3581432 w 10450132"/>
              <a:gd name="connsiteY6923" fmla="*/ 2830635 h 5450835"/>
              <a:gd name="connsiteX6924" fmla="*/ 3576902 w 10450132"/>
              <a:gd name="connsiteY6924" fmla="*/ 2838517 h 5450835"/>
              <a:gd name="connsiteX6925" fmla="*/ 3576114 w 10450132"/>
              <a:gd name="connsiteY6925" fmla="*/ 2838976 h 5450835"/>
              <a:gd name="connsiteX6926" fmla="*/ 3567049 w 10450132"/>
              <a:gd name="connsiteY6926" fmla="*/ 2838976 h 5450835"/>
              <a:gd name="connsiteX6927" fmla="*/ 3566261 w 10450132"/>
              <a:gd name="connsiteY6927" fmla="*/ 2838517 h 5450835"/>
              <a:gd name="connsiteX6928" fmla="*/ 3561728 w 10450132"/>
              <a:gd name="connsiteY6928" fmla="*/ 2830635 h 5450835"/>
              <a:gd name="connsiteX6929" fmla="*/ 3561728 w 10450132"/>
              <a:gd name="connsiteY6929" fmla="*/ 2829781 h 5450835"/>
              <a:gd name="connsiteX6930" fmla="*/ 3566261 w 10450132"/>
              <a:gd name="connsiteY6930" fmla="*/ 2821899 h 5450835"/>
              <a:gd name="connsiteX6931" fmla="*/ 3567049 w 10450132"/>
              <a:gd name="connsiteY6931" fmla="*/ 2821440 h 5450835"/>
              <a:gd name="connsiteX6932" fmla="*/ 3312652 w 10450132"/>
              <a:gd name="connsiteY6932" fmla="*/ 2821440 h 5450835"/>
              <a:gd name="connsiteX6933" fmla="*/ 3321716 w 10450132"/>
              <a:gd name="connsiteY6933" fmla="*/ 2821440 h 5450835"/>
              <a:gd name="connsiteX6934" fmla="*/ 3322504 w 10450132"/>
              <a:gd name="connsiteY6934" fmla="*/ 2821899 h 5450835"/>
              <a:gd name="connsiteX6935" fmla="*/ 3327035 w 10450132"/>
              <a:gd name="connsiteY6935" fmla="*/ 2829781 h 5450835"/>
              <a:gd name="connsiteX6936" fmla="*/ 3327035 w 10450132"/>
              <a:gd name="connsiteY6936" fmla="*/ 2830635 h 5450835"/>
              <a:gd name="connsiteX6937" fmla="*/ 3322504 w 10450132"/>
              <a:gd name="connsiteY6937" fmla="*/ 2838517 h 5450835"/>
              <a:gd name="connsiteX6938" fmla="*/ 3321716 w 10450132"/>
              <a:gd name="connsiteY6938" fmla="*/ 2838976 h 5450835"/>
              <a:gd name="connsiteX6939" fmla="*/ 3312652 w 10450132"/>
              <a:gd name="connsiteY6939" fmla="*/ 2838976 h 5450835"/>
              <a:gd name="connsiteX6940" fmla="*/ 3311864 w 10450132"/>
              <a:gd name="connsiteY6940" fmla="*/ 2838517 h 5450835"/>
              <a:gd name="connsiteX6941" fmla="*/ 3307331 w 10450132"/>
              <a:gd name="connsiteY6941" fmla="*/ 2830635 h 5450835"/>
              <a:gd name="connsiteX6942" fmla="*/ 3307331 w 10450132"/>
              <a:gd name="connsiteY6942" fmla="*/ 2829781 h 5450835"/>
              <a:gd name="connsiteX6943" fmla="*/ 3311864 w 10450132"/>
              <a:gd name="connsiteY6943" fmla="*/ 2821899 h 5450835"/>
              <a:gd name="connsiteX6944" fmla="*/ 3312652 w 10450132"/>
              <a:gd name="connsiteY6944" fmla="*/ 2821440 h 5450835"/>
              <a:gd name="connsiteX6945" fmla="*/ 3058343 w 10450132"/>
              <a:gd name="connsiteY6945" fmla="*/ 2821440 h 5450835"/>
              <a:gd name="connsiteX6946" fmla="*/ 3067409 w 10450132"/>
              <a:gd name="connsiteY6946" fmla="*/ 2821440 h 5450835"/>
              <a:gd name="connsiteX6947" fmla="*/ 3068197 w 10450132"/>
              <a:gd name="connsiteY6947" fmla="*/ 2821899 h 5450835"/>
              <a:gd name="connsiteX6948" fmla="*/ 3072729 w 10450132"/>
              <a:gd name="connsiteY6948" fmla="*/ 2829781 h 5450835"/>
              <a:gd name="connsiteX6949" fmla="*/ 3072729 w 10450132"/>
              <a:gd name="connsiteY6949" fmla="*/ 2830635 h 5450835"/>
              <a:gd name="connsiteX6950" fmla="*/ 3068197 w 10450132"/>
              <a:gd name="connsiteY6950" fmla="*/ 2838517 h 5450835"/>
              <a:gd name="connsiteX6951" fmla="*/ 3067409 w 10450132"/>
              <a:gd name="connsiteY6951" fmla="*/ 2838976 h 5450835"/>
              <a:gd name="connsiteX6952" fmla="*/ 3058343 w 10450132"/>
              <a:gd name="connsiteY6952" fmla="*/ 2838976 h 5450835"/>
              <a:gd name="connsiteX6953" fmla="*/ 3057556 w 10450132"/>
              <a:gd name="connsiteY6953" fmla="*/ 2838517 h 5450835"/>
              <a:gd name="connsiteX6954" fmla="*/ 3053025 w 10450132"/>
              <a:gd name="connsiteY6954" fmla="*/ 2830635 h 5450835"/>
              <a:gd name="connsiteX6955" fmla="*/ 3053025 w 10450132"/>
              <a:gd name="connsiteY6955" fmla="*/ 2829781 h 5450835"/>
              <a:gd name="connsiteX6956" fmla="*/ 3057556 w 10450132"/>
              <a:gd name="connsiteY6956" fmla="*/ 2821899 h 5450835"/>
              <a:gd name="connsiteX6957" fmla="*/ 3058343 w 10450132"/>
              <a:gd name="connsiteY6957" fmla="*/ 2821440 h 5450835"/>
              <a:gd name="connsiteX6958" fmla="*/ 2803756 w 10450132"/>
              <a:gd name="connsiteY6958" fmla="*/ 2821440 h 5450835"/>
              <a:gd name="connsiteX6959" fmla="*/ 2812820 w 10450132"/>
              <a:gd name="connsiteY6959" fmla="*/ 2821440 h 5450835"/>
              <a:gd name="connsiteX6960" fmla="*/ 2813608 w 10450132"/>
              <a:gd name="connsiteY6960" fmla="*/ 2821899 h 5450835"/>
              <a:gd name="connsiteX6961" fmla="*/ 2818139 w 10450132"/>
              <a:gd name="connsiteY6961" fmla="*/ 2829781 h 5450835"/>
              <a:gd name="connsiteX6962" fmla="*/ 2818139 w 10450132"/>
              <a:gd name="connsiteY6962" fmla="*/ 2830635 h 5450835"/>
              <a:gd name="connsiteX6963" fmla="*/ 2813608 w 10450132"/>
              <a:gd name="connsiteY6963" fmla="*/ 2838517 h 5450835"/>
              <a:gd name="connsiteX6964" fmla="*/ 2812820 w 10450132"/>
              <a:gd name="connsiteY6964" fmla="*/ 2838976 h 5450835"/>
              <a:gd name="connsiteX6965" fmla="*/ 2803756 w 10450132"/>
              <a:gd name="connsiteY6965" fmla="*/ 2838976 h 5450835"/>
              <a:gd name="connsiteX6966" fmla="*/ 2802967 w 10450132"/>
              <a:gd name="connsiteY6966" fmla="*/ 2838517 h 5450835"/>
              <a:gd name="connsiteX6967" fmla="*/ 2798435 w 10450132"/>
              <a:gd name="connsiteY6967" fmla="*/ 2830635 h 5450835"/>
              <a:gd name="connsiteX6968" fmla="*/ 2798435 w 10450132"/>
              <a:gd name="connsiteY6968" fmla="*/ 2829781 h 5450835"/>
              <a:gd name="connsiteX6969" fmla="*/ 2802967 w 10450132"/>
              <a:gd name="connsiteY6969" fmla="*/ 2821899 h 5450835"/>
              <a:gd name="connsiteX6970" fmla="*/ 2803756 w 10450132"/>
              <a:gd name="connsiteY6970" fmla="*/ 2821440 h 5450835"/>
              <a:gd name="connsiteX6971" fmla="*/ 2549476 w 10450132"/>
              <a:gd name="connsiteY6971" fmla="*/ 2821440 h 5450835"/>
              <a:gd name="connsiteX6972" fmla="*/ 2558541 w 10450132"/>
              <a:gd name="connsiteY6972" fmla="*/ 2821440 h 5450835"/>
              <a:gd name="connsiteX6973" fmla="*/ 2559330 w 10450132"/>
              <a:gd name="connsiteY6973" fmla="*/ 2821899 h 5450835"/>
              <a:gd name="connsiteX6974" fmla="*/ 2563862 w 10450132"/>
              <a:gd name="connsiteY6974" fmla="*/ 2829781 h 5450835"/>
              <a:gd name="connsiteX6975" fmla="*/ 2563862 w 10450132"/>
              <a:gd name="connsiteY6975" fmla="*/ 2830635 h 5450835"/>
              <a:gd name="connsiteX6976" fmla="*/ 2559330 w 10450132"/>
              <a:gd name="connsiteY6976" fmla="*/ 2838517 h 5450835"/>
              <a:gd name="connsiteX6977" fmla="*/ 2558541 w 10450132"/>
              <a:gd name="connsiteY6977" fmla="*/ 2838976 h 5450835"/>
              <a:gd name="connsiteX6978" fmla="*/ 2549476 w 10450132"/>
              <a:gd name="connsiteY6978" fmla="*/ 2838976 h 5450835"/>
              <a:gd name="connsiteX6979" fmla="*/ 2548688 w 10450132"/>
              <a:gd name="connsiteY6979" fmla="*/ 2838517 h 5450835"/>
              <a:gd name="connsiteX6980" fmla="*/ 2544156 w 10450132"/>
              <a:gd name="connsiteY6980" fmla="*/ 2830635 h 5450835"/>
              <a:gd name="connsiteX6981" fmla="*/ 2544156 w 10450132"/>
              <a:gd name="connsiteY6981" fmla="*/ 2829781 h 5450835"/>
              <a:gd name="connsiteX6982" fmla="*/ 2548688 w 10450132"/>
              <a:gd name="connsiteY6982" fmla="*/ 2821899 h 5450835"/>
              <a:gd name="connsiteX6983" fmla="*/ 2549476 w 10450132"/>
              <a:gd name="connsiteY6983" fmla="*/ 2821440 h 5450835"/>
              <a:gd name="connsiteX6984" fmla="*/ 2295027 w 10450132"/>
              <a:gd name="connsiteY6984" fmla="*/ 2821440 h 5450835"/>
              <a:gd name="connsiteX6985" fmla="*/ 2304092 w 10450132"/>
              <a:gd name="connsiteY6985" fmla="*/ 2821440 h 5450835"/>
              <a:gd name="connsiteX6986" fmla="*/ 2304881 w 10450132"/>
              <a:gd name="connsiteY6986" fmla="*/ 2821899 h 5450835"/>
              <a:gd name="connsiteX6987" fmla="*/ 2309412 w 10450132"/>
              <a:gd name="connsiteY6987" fmla="*/ 2829781 h 5450835"/>
              <a:gd name="connsiteX6988" fmla="*/ 2309412 w 10450132"/>
              <a:gd name="connsiteY6988" fmla="*/ 2830635 h 5450835"/>
              <a:gd name="connsiteX6989" fmla="*/ 2304881 w 10450132"/>
              <a:gd name="connsiteY6989" fmla="*/ 2838517 h 5450835"/>
              <a:gd name="connsiteX6990" fmla="*/ 2304092 w 10450132"/>
              <a:gd name="connsiteY6990" fmla="*/ 2838976 h 5450835"/>
              <a:gd name="connsiteX6991" fmla="*/ 2295027 w 10450132"/>
              <a:gd name="connsiteY6991" fmla="*/ 2838976 h 5450835"/>
              <a:gd name="connsiteX6992" fmla="*/ 2294239 w 10450132"/>
              <a:gd name="connsiteY6992" fmla="*/ 2838517 h 5450835"/>
              <a:gd name="connsiteX6993" fmla="*/ 2289707 w 10450132"/>
              <a:gd name="connsiteY6993" fmla="*/ 2830635 h 5450835"/>
              <a:gd name="connsiteX6994" fmla="*/ 2289707 w 10450132"/>
              <a:gd name="connsiteY6994" fmla="*/ 2829781 h 5450835"/>
              <a:gd name="connsiteX6995" fmla="*/ 2294239 w 10450132"/>
              <a:gd name="connsiteY6995" fmla="*/ 2821899 h 5450835"/>
              <a:gd name="connsiteX6996" fmla="*/ 2295027 w 10450132"/>
              <a:gd name="connsiteY6996" fmla="*/ 2821440 h 5450835"/>
              <a:gd name="connsiteX6997" fmla="*/ 2040609 w 10450132"/>
              <a:gd name="connsiteY6997" fmla="*/ 2821440 h 5450835"/>
              <a:gd name="connsiteX6998" fmla="*/ 2049673 w 10450132"/>
              <a:gd name="connsiteY6998" fmla="*/ 2821440 h 5450835"/>
              <a:gd name="connsiteX6999" fmla="*/ 2050461 w 10450132"/>
              <a:gd name="connsiteY6999" fmla="*/ 2821899 h 5450835"/>
              <a:gd name="connsiteX7000" fmla="*/ 2054993 w 10450132"/>
              <a:gd name="connsiteY7000" fmla="*/ 2829781 h 5450835"/>
              <a:gd name="connsiteX7001" fmla="*/ 2054993 w 10450132"/>
              <a:gd name="connsiteY7001" fmla="*/ 2830635 h 5450835"/>
              <a:gd name="connsiteX7002" fmla="*/ 2050461 w 10450132"/>
              <a:gd name="connsiteY7002" fmla="*/ 2838517 h 5450835"/>
              <a:gd name="connsiteX7003" fmla="*/ 2049673 w 10450132"/>
              <a:gd name="connsiteY7003" fmla="*/ 2838976 h 5450835"/>
              <a:gd name="connsiteX7004" fmla="*/ 2040609 w 10450132"/>
              <a:gd name="connsiteY7004" fmla="*/ 2838976 h 5450835"/>
              <a:gd name="connsiteX7005" fmla="*/ 2039821 w 10450132"/>
              <a:gd name="connsiteY7005" fmla="*/ 2838517 h 5450835"/>
              <a:gd name="connsiteX7006" fmla="*/ 2035288 w 10450132"/>
              <a:gd name="connsiteY7006" fmla="*/ 2830635 h 5450835"/>
              <a:gd name="connsiteX7007" fmla="*/ 2035288 w 10450132"/>
              <a:gd name="connsiteY7007" fmla="*/ 2829781 h 5450835"/>
              <a:gd name="connsiteX7008" fmla="*/ 2039821 w 10450132"/>
              <a:gd name="connsiteY7008" fmla="*/ 2821899 h 5450835"/>
              <a:gd name="connsiteX7009" fmla="*/ 2040609 w 10450132"/>
              <a:gd name="connsiteY7009" fmla="*/ 2821440 h 5450835"/>
              <a:gd name="connsiteX7010" fmla="*/ 1786361 w 10450132"/>
              <a:gd name="connsiteY7010" fmla="*/ 2821440 h 5450835"/>
              <a:gd name="connsiteX7011" fmla="*/ 1795426 w 10450132"/>
              <a:gd name="connsiteY7011" fmla="*/ 2821440 h 5450835"/>
              <a:gd name="connsiteX7012" fmla="*/ 1796214 w 10450132"/>
              <a:gd name="connsiteY7012" fmla="*/ 2821899 h 5450835"/>
              <a:gd name="connsiteX7013" fmla="*/ 1800745 w 10450132"/>
              <a:gd name="connsiteY7013" fmla="*/ 2829781 h 5450835"/>
              <a:gd name="connsiteX7014" fmla="*/ 1800745 w 10450132"/>
              <a:gd name="connsiteY7014" fmla="*/ 2830635 h 5450835"/>
              <a:gd name="connsiteX7015" fmla="*/ 1796214 w 10450132"/>
              <a:gd name="connsiteY7015" fmla="*/ 2838517 h 5450835"/>
              <a:gd name="connsiteX7016" fmla="*/ 1795426 w 10450132"/>
              <a:gd name="connsiteY7016" fmla="*/ 2838976 h 5450835"/>
              <a:gd name="connsiteX7017" fmla="*/ 1786361 w 10450132"/>
              <a:gd name="connsiteY7017" fmla="*/ 2838976 h 5450835"/>
              <a:gd name="connsiteX7018" fmla="*/ 1785574 w 10450132"/>
              <a:gd name="connsiteY7018" fmla="*/ 2838517 h 5450835"/>
              <a:gd name="connsiteX7019" fmla="*/ 1781042 w 10450132"/>
              <a:gd name="connsiteY7019" fmla="*/ 2830635 h 5450835"/>
              <a:gd name="connsiteX7020" fmla="*/ 1781042 w 10450132"/>
              <a:gd name="connsiteY7020" fmla="*/ 2829781 h 5450835"/>
              <a:gd name="connsiteX7021" fmla="*/ 1785574 w 10450132"/>
              <a:gd name="connsiteY7021" fmla="*/ 2821899 h 5450835"/>
              <a:gd name="connsiteX7022" fmla="*/ 1786361 w 10450132"/>
              <a:gd name="connsiteY7022" fmla="*/ 2821440 h 5450835"/>
              <a:gd name="connsiteX7023" fmla="*/ 1531882 w 10450132"/>
              <a:gd name="connsiteY7023" fmla="*/ 2821440 h 5450835"/>
              <a:gd name="connsiteX7024" fmla="*/ 1540946 w 10450132"/>
              <a:gd name="connsiteY7024" fmla="*/ 2821440 h 5450835"/>
              <a:gd name="connsiteX7025" fmla="*/ 1541735 w 10450132"/>
              <a:gd name="connsiteY7025" fmla="*/ 2821899 h 5450835"/>
              <a:gd name="connsiteX7026" fmla="*/ 1546267 w 10450132"/>
              <a:gd name="connsiteY7026" fmla="*/ 2829781 h 5450835"/>
              <a:gd name="connsiteX7027" fmla="*/ 1546267 w 10450132"/>
              <a:gd name="connsiteY7027" fmla="*/ 2830635 h 5450835"/>
              <a:gd name="connsiteX7028" fmla="*/ 1541735 w 10450132"/>
              <a:gd name="connsiteY7028" fmla="*/ 2838517 h 5450835"/>
              <a:gd name="connsiteX7029" fmla="*/ 1540946 w 10450132"/>
              <a:gd name="connsiteY7029" fmla="*/ 2838976 h 5450835"/>
              <a:gd name="connsiteX7030" fmla="*/ 1531882 w 10450132"/>
              <a:gd name="connsiteY7030" fmla="*/ 2838976 h 5450835"/>
              <a:gd name="connsiteX7031" fmla="*/ 1531093 w 10450132"/>
              <a:gd name="connsiteY7031" fmla="*/ 2838517 h 5450835"/>
              <a:gd name="connsiteX7032" fmla="*/ 1526561 w 10450132"/>
              <a:gd name="connsiteY7032" fmla="*/ 2830635 h 5450835"/>
              <a:gd name="connsiteX7033" fmla="*/ 1526561 w 10450132"/>
              <a:gd name="connsiteY7033" fmla="*/ 2829781 h 5450835"/>
              <a:gd name="connsiteX7034" fmla="*/ 1531093 w 10450132"/>
              <a:gd name="connsiteY7034" fmla="*/ 2821899 h 5450835"/>
              <a:gd name="connsiteX7035" fmla="*/ 1531882 w 10450132"/>
              <a:gd name="connsiteY7035" fmla="*/ 2821440 h 5450835"/>
              <a:gd name="connsiteX7036" fmla="*/ 1277510 w 10450132"/>
              <a:gd name="connsiteY7036" fmla="*/ 2821440 h 5450835"/>
              <a:gd name="connsiteX7037" fmla="*/ 1286575 w 10450132"/>
              <a:gd name="connsiteY7037" fmla="*/ 2821440 h 5450835"/>
              <a:gd name="connsiteX7038" fmla="*/ 1287363 w 10450132"/>
              <a:gd name="connsiteY7038" fmla="*/ 2821899 h 5450835"/>
              <a:gd name="connsiteX7039" fmla="*/ 1291896 w 10450132"/>
              <a:gd name="connsiteY7039" fmla="*/ 2829781 h 5450835"/>
              <a:gd name="connsiteX7040" fmla="*/ 1291896 w 10450132"/>
              <a:gd name="connsiteY7040" fmla="*/ 2830635 h 5450835"/>
              <a:gd name="connsiteX7041" fmla="*/ 1287363 w 10450132"/>
              <a:gd name="connsiteY7041" fmla="*/ 2838517 h 5450835"/>
              <a:gd name="connsiteX7042" fmla="*/ 1286575 w 10450132"/>
              <a:gd name="connsiteY7042" fmla="*/ 2838976 h 5450835"/>
              <a:gd name="connsiteX7043" fmla="*/ 1277510 w 10450132"/>
              <a:gd name="connsiteY7043" fmla="*/ 2838976 h 5450835"/>
              <a:gd name="connsiteX7044" fmla="*/ 1276722 w 10450132"/>
              <a:gd name="connsiteY7044" fmla="*/ 2838517 h 5450835"/>
              <a:gd name="connsiteX7045" fmla="*/ 1272191 w 10450132"/>
              <a:gd name="connsiteY7045" fmla="*/ 2830635 h 5450835"/>
              <a:gd name="connsiteX7046" fmla="*/ 1272191 w 10450132"/>
              <a:gd name="connsiteY7046" fmla="*/ 2829781 h 5450835"/>
              <a:gd name="connsiteX7047" fmla="*/ 1276722 w 10450132"/>
              <a:gd name="connsiteY7047" fmla="*/ 2821899 h 5450835"/>
              <a:gd name="connsiteX7048" fmla="*/ 1277510 w 10450132"/>
              <a:gd name="connsiteY7048" fmla="*/ 2821440 h 5450835"/>
              <a:gd name="connsiteX7049" fmla="*/ 1023071 w 10450132"/>
              <a:gd name="connsiteY7049" fmla="*/ 2821440 h 5450835"/>
              <a:gd name="connsiteX7050" fmla="*/ 1032136 w 10450132"/>
              <a:gd name="connsiteY7050" fmla="*/ 2821440 h 5450835"/>
              <a:gd name="connsiteX7051" fmla="*/ 1032923 w 10450132"/>
              <a:gd name="connsiteY7051" fmla="*/ 2821899 h 5450835"/>
              <a:gd name="connsiteX7052" fmla="*/ 1037456 w 10450132"/>
              <a:gd name="connsiteY7052" fmla="*/ 2829781 h 5450835"/>
              <a:gd name="connsiteX7053" fmla="*/ 1037456 w 10450132"/>
              <a:gd name="connsiteY7053" fmla="*/ 2830635 h 5450835"/>
              <a:gd name="connsiteX7054" fmla="*/ 1032923 w 10450132"/>
              <a:gd name="connsiteY7054" fmla="*/ 2838517 h 5450835"/>
              <a:gd name="connsiteX7055" fmla="*/ 1032136 w 10450132"/>
              <a:gd name="connsiteY7055" fmla="*/ 2838976 h 5450835"/>
              <a:gd name="connsiteX7056" fmla="*/ 1023071 w 10450132"/>
              <a:gd name="connsiteY7056" fmla="*/ 2838976 h 5450835"/>
              <a:gd name="connsiteX7057" fmla="*/ 1022283 w 10450132"/>
              <a:gd name="connsiteY7057" fmla="*/ 2838517 h 5450835"/>
              <a:gd name="connsiteX7058" fmla="*/ 1017750 w 10450132"/>
              <a:gd name="connsiteY7058" fmla="*/ 2830635 h 5450835"/>
              <a:gd name="connsiteX7059" fmla="*/ 1017750 w 10450132"/>
              <a:gd name="connsiteY7059" fmla="*/ 2829781 h 5450835"/>
              <a:gd name="connsiteX7060" fmla="*/ 1022283 w 10450132"/>
              <a:gd name="connsiteY7060" fmla="*/ 2821899 h 5450835"/>
              <a:gd name="connsiteX7061" fmla="*/ 1023071 w 10450132"/>
              <a:gd name="connsiteY7061" fmla="*/ 2821440 h 5450835"/>
              <a:gd name="connsiteX7062" fmla="*/ 768576 w 10450132"/>
              <a:gd name="connsiteY7062" fmla="*/ 2821440 h 5450835"/>
              <a:gd name="connsiteX7063" fmla="*/ 777640 w 10450132"/>
              <a:gd name="connsiteY7063" fmla="*/ 2821440 h 5450835"/>
              <a:gd name="connsiteX7064" fmla="*/ 778427 w 10450132"/>
              <a:gd name="connsiteY7064" fmla="*/ 2821899 h 5450835"/>
              <a:gd name="connsiteX7065" fmla="*/ 782959 w 10450132"/>
              <a:gd name="connsiteY7065" fmla="*/ 2829781 h 5450835"/>
              <a:gd name="connsiteX7066" fmla="*/ 782959 w 10450132"/>
              <a:gd name="connsiteY7066" fmla="*/ 2830635 h 5450835"/>
              <a:gd name="connsiteX7067" fmla="*/ 778427 w 10450132"/>
              <a:gd name="connsiteY7067" fmla="*/ 2838517 h 5450835"/>
              <a:gd name="connsiteX7068" fmla="*/ 777640 w 10450132"/>
              <a:gd name="connsiteY7068" fmla="*/ 2838976 h 5450835"/>
              <a:gd name="connsiteX7069" fmla="*/ 768576 w 10450132"/>
              <a:gd name="connsiteY7069" fmla="*/ 2838976 h 5450835"/>
              <a:gd name="connsiteX7070" fmla="*/ 767788 w 10450132"/>
              <a:gd name="connsiteY7070" fmla="*/ 2838517 h 5450835"/>
              <a:gd name="connsiteX7071" fmla="*/ 763255 w 10450132"/>
              <a:gd name="connsiteY7071" fmla="*/ 2830635 h 5450835"/>
              <a:gd name="connsiteX7072" fmla="*/ 763255 w 10450132"/>
              <a:gd name="connsiteY7072" fmla="*/ 2829781 h 5450835"/>
              <a:gd name="connsiteX7073" fmla="*/ 767788 w 10450132"/>
              <a:gd name="connsiteY7073" fmla="*/ 2821899 h 5450835"/>
              <a:gd name="connsiteX7074" fmla="*/ 768576 w 10450132"/>
              <a:gd name="connsiteY7074" fmla="*/ 2821440 h 5450835"/>
              <a:gd name="connsiteX7075" fmla="*/ 514312 w 10450132"/>
              <a:gd name="connsiteY7075" fmla="*/ 2821440 h 5450835"/>
              <a:gd name="connsiteX7076" fmla="*/ 523376 w 10450132"/>
              <a:gd name="connsiteY7076" fmla="*/ 2821440 h 5450835"/>
              <a:gd name="connsiteX7077" fmla="*/ 524164 w 10450132"/>
              <a:gd name="connsiteY7077" fmla="*/ 2821899 h 5450835"/>
              <a:gd name="connsiteX7078" fmla="*/ 528696 w 10450132"/>
              <a:gd name="connsiteY7078" fmla="*/ 2829781 h 5450835"/>
              <a:gd name="connsiteX7079" fmla="*/ 528696 w 10450132"/>
              <a:gd name="connsiteY7079" fmla="*/ 2830635 h 5450835"/>
              <a:gd name="connsiteX7080" fmla="*/ 524164 w 10450132"/>
              <a:gd name="connsiteY7080" fmla="*/ 2838517 h 5450835"/>
              <a:gd name="connsiteX7081" fmla="*/ 523376 w 10450132"/>
              <a:gd name="connsiteY7081" fmla="*/ 2838976 h 5450835"/>
              <a:gd name="connsiteX7082" fmla="*/ 514312 w 10450132"/>
              <a:gd name="connsiteY7082" fmla="*/ 2838976 h 5450835"/>
              <a:gd name="connsiteX7083" fmla="*/ 513524 w 10450132"/>
              <a:gd name="connsiteY7083" fmla="*/ 2838517 h 5450835"/>
              <a:gd name="connsiteX7084" fmla="*/ 508991 w 10450132"/>
              <a:gd name="connsiteY7084" fmla="*/ 2830635 h 5450835"/>
              <a:gd name="connsiteX7085" fmla="*/ 508991 w 10450132"/>
              <a:gd name="connsiteY7085" fmla="*/ 2829781 h 5450835"/>
              <a:gd name="connsiteX7086" fmla="*/ 513524 w 10450132"/>
              <a:gd name="connsiteY7086" fmla="*/ 2821899 h 5450835"/>
              <a:gd name="connsiteX7087" fmla="*/ 514312 w 10450132"/>
              <a:gd name="connsiteY7087" fmla="*/ 2821440 h 5450835"/>
              <a:gd name="connsiteX7088" fmla="*/ 259839 w 10450132"/>
              <a:gd name="connsiteY7088" fmla="*/ 2821440 h 5450835"/>
              <a:gd name="connsiteX7089" fmla="*/ 268902 w 10450132"/>
              <a:gd name="connsiteY7089" fmla="*/ 2821440 h 5450835"/>
              <a:gd name="connsiteX7090" fmla="*/ 269690 w 10450132"/>
              <a:gd name="connsiteY7090" fmla="*/ 2821899 h 5450835"/>
              <a:gd name="connsiteX7091" fmla="*/ 274222 w 10450132"/>
              <a:gd name="connsiteY7091" fmla="*/ 2829781 h 5450835"/>
              <a:gd name="connsiteX7092" fmla="*/ 274222 w 10450132"/>
              <a:gd name="connsiteY7092" fmla="*/ 2830635 h 5450835"/>
              <a:gd name="connsiteX7093" fmla="*/ 269690 w 10450132"/>
              <a:gd name="connsiteY7093" fmla="*/ 2838517 h 5450835"/>
              <a:gd name="connsiteX7094" fmla="*/ 268902 w 10450132"/>
              <a:gd name="connsiteY7094" fmla="*/ 2838976 h 5450835"/>
              <a:gd name="connsiteX7095" fmla="*/ 259839 w 10450132"/>
              <a:gd name="connsiteY7095" fmla="*/ 2838976 h 5450835"/>
              <a:gd name="connsiteX7096" fmla="*/ 259049 w 10450132"/>
              <a:gd name="connsiteY7096" fmla="*/ 2838517 h 5450835"/>
              <a:gd name="connsiteX7097" fmla="*/ 254518 w 10450132"/>
              <a:gd name="connsiteY7097" fmla="*/ 2830635 h 5450835"/>
              <a:gd name="connsiteX7098" fmla="*/ 254518 w 10450132"/>
              <a:gd name="connsiteY7098" fmla="*/ 2829781 h 5450835"/>
              <a:gd name="connsiteX7099" fmla="*/ 259049 w 10450132"/>
              <a:gd name="connsiteY7099" fmla="*/ 2821899 h 5450835"/>
              <a:gd name="connsiteX7100" fmla="*/ 259839 w 10450132"/>
              <a:gd name="connsiteY7100" fmla="*/ 2821440 h 5450835"/>
              <a:gd name="connsiteX7101" fmla="*/ 5575 w 10450132"/>
              <a:gd name="connsiteY7101" fmla="*/ 2821440 h 5450835"/>
              <a:gd name="connsiteX7102" fmla="*/ 14639 w 10450132"/>
              <a:gd name="connsiteY7102" fmla="*/ 2821440 h 5450835"/>
              <a:gd name="connsiteX7103" fmla="*/ 15427 w 10450132"/>
              <a:gd name="connsiteY7103" fmla="*/ 2821899 h 5450835"/>
              <a:gd name="connsiteX7104" fmla="*/ 19959 w 10450132"/>
              <a:gd name="connsiteY7104" fmla="*/ 2829781 h 5450835"/>
              <a:gd name="connsiteX7105" fmla="*/ 19959 w 10450132"/>
              <a:gd name="connsiteY7105" fmla="*/ 2830635 h 5450835"/>
              <a:gd name="connsiteX7106" fmla="*/ 15427 w 10450132"/>
              <a:gd name="connsiteY7106" fmla="*/ 2838517 h 5450835"/>
              <a:gd name="connsiteX7107" fmla="*/ 14639 w 10450132"/>
              <a:gd name="connsiteY7107" fmla="*/ 2838976 h 5450835"/>
              <a:gd name="connsiteX7108" fmla="*/ 5575 w 10450132"/>
              <a:gd name="connsiteY7108" fmla="*/ 2838976 h 5450835"/>
              <a:gd name="connsiteX7109" fmla="*/ 4786 w 10450132"/>
              <a:gd name="connsiteY7109" fmla="*/ 2838517 h 5450835"/>
              <a:gd name="connsiteX7110" fmla="*/ 254 w 10450132"/>
              <a:gd name="connsiteY7110" fmla="*/ 2830635 h 5450835"/>
              <a:gd name="connsiteX7111" fmla="*/ 254 w 10450132"/>
              <a:gd name="connsiteY7111" fmla="*/ 2829781 h 5450835"/>
              <a:gd name="connsiteX7112" fmla="*/ 4786 w 10450132"/>
              <a:gd name="connsiteY7112" fmla="*/ 2821899 h 5450835"/>
              <a:gd name="connsiteX7113" fmla="*/ 5575 w 10450132"/>
              <a:gd name="connsiteY7113" fmla="*/ 2821440 h 5450835"/>
              <a:gd name="connsiteX7114" fmla="*/ 10435622 w 10450132"/>
              <a:gd name="connsiteY7114" fmla="*/ 2604431 h 5450835"/>
              <a:gd name="connsiteX7115" fmla="*/ 10444686 w 10450132"/>
              <a:gd name="connsiteY7115" fmla="*/ 2604431 h 5450835"/>
              <a:gd name="connsiteX7116" fmla="*/ 10445474 w 10450132"/>
              <a:gd name="connsiteY7116" fmla="*/ 2604891 h 5450835"/>
              <a:gd name="connsiteX7117" fmla="*/ 10450007 w 10450132"/>
              <a:gd name="connsiteY7117" fmla="*/ 2612772 h 5450835"/>
              <a:gd name="connsiteX7118" fmla="*/ 10450007 w 10450132"/>
              <a:gd name="connsiteY7118" fmla="*/ 2613626 h 5450835"/>
              <a:gd name="connsiteX7119" fmla="*/ 10445474 w 10450132"/>
              <a:gd name="connsiteY7119" fmla="*/ 2621508 h 5450835"/>
              <a:gd name="connsiteX7120" fmla="*/ 10444686 w 10450132"/>
              <a:gd name="connsiteY7120" fmla="*/ 2621968 h 5450835"/>
              <a:gd name="connsiteX7121" fmla="*/ 10435622 w 10450132"/>
              <a:gd name="connsiteY7121" fmla="*/ 2621968 h 5450835"/>
              <a:gd name="connsiteX7122" fmla="*/ 10434834 w 10450132"/>
              <a:gd name="connsiteY7122" fmla="*/ 2621508 h 5450835"/>
              <a:gd name="connsiteX7123" fmla="*/ 10430302 w 10450132"/>
              <a:gd name="connsiteY7123" fmla="*/ 2613626 h 5450835"/>
              <a:gd name="connsiteX7124" fmla="*/ 10430302 w 10450132"/>
              <a:gd name="connsiteY7124" fmla="*/ 2612772 h 5450835"/>
              <a:gd name="connsiteX7125" fmla="*/ 10434834 w 10450132"/>
              <a:gd name="connsiteY7125" fmla="*/ 2604891 h 5450835"/>
              <a:gd name="connsiteX7126" fmla="*/ 10435622 w 10450132"/>
              <a:gd name="connsiteY7126" fmla="*/ 2604431 h 5450835"/>
              <a:gd name="connsiteX7127" fmla="*/ 10181242 w 10450132"/>
              <a:gd name="connsiteY7127" fmla="*/ 2604431 h 5450835"/>
              <a:gd name="connsiteX7128" fmla="*/ 10190305 w 10450132"/>
              <a:gd name="connsiteY7128" fmla="*/ 2604431 h 5450835"/>
              <a:gd name="connsiteX7129" fmla="*/ 10191093 w 10450132"/>
              <a:gd name="connsiteY7129" fmla="*/ 2604891 h 5450835"/>
              <a:gd name="connsiteX7130" fmla="*/ 10195626 w 10450132"/>
              <a:gd name="connsiteY7130" fmla="*/ 2612772 h 5450835"/>
              <a:gd name="connsiteX7131" fmla="*/ 10195626 w 10450132"/>
              <a:gd name="connsiteY7131" fmla="*/ 2613626 h 5450835"/>
              <a:gd name="connsiteX7132" fmla="*/ 10191093 w 10450132"/>
              <a:gd name="connsiteY7132" fmla="*/ 2621508 h 5450835"/>
              <a:gd name="connsiteX7133" fmla="*/ 10190305 w 10450132"/>
              <a:gd name="connsiteY7133" fmla="*/ 2621968 h 5450835"/>
              <a:gd name="connsiteX7134" fmla="*/ 10181242 w 10450132"/>
              <a:gd name="connsiteY7134" fmla="*/ 2621968 h 5450835"/>
              <a:gd name="connsiteX7135" fmla="*/ 10180453 w 10450132"/>
              <a:gd name="connsiteY7135" fmla="*/ 2621508 h 5450835"/>
              <a:gd name="connsiteX7136" fmla="*/ 10175922 w 10450132"/>
              <a:gd name="connsiteY7136" fmla="*/ 2613626 h 5450835"/>
              <a:gd name="connsiteX7137" fmla="*/ 10175922 w 10450132"/>
              <a:gd name="connsiteY7137" fmla="*/ 2612772 h 5450835"/>
              <a:gd name="connsiteX7138" fmla="*/ 10180453 w 10450132"/>
              <a:gd name="connsiteY7138" fmla="*/ 2604891 h 5450835"/>
              <a:gd name="connsiteX7139" fmla="*/ 10181242 w 10450132"/>
              <a:gd name="connsiteY7139" fmla="*/ 2604431 h 5450835"/>
              <a:gd name="connsiteX7140" fmla="*/ 9926861 w 10450132"/>
              <a:gd name="connsiteY7140" fmla="*/ 2604431 h 5450835"/>
              <a:gd name="connsiteX7141" fmla="*/ 9935924 w 10450132"/>
              <a:gd name="connsiteY7141" fmla="*/ 2604431 h 5450835"/>
              <a:gd name="connsiteX7142" fmla="*/ 9936713 w 10450132"/>
              <a:gd name="connsiteY7142" fmla="*/ 2604891 h 5450835"/>
              <a:gd name="connsiteX7143" fmla="*/ 9941246 w 10450132"/>
              <a:gd name="connsiteY7143" fmla="*/ 2612772 h 5450835"/>
              <a:gd name="connsiteX7144" fmla="*/ 9941246 w 10450132"/>
              <a:gd name="connsiteY7144" fmla="*/ 2613626 h 5450835"/>
              <a:gd name="connsiteX7145" fmla="*/ 9936713 w 10450132"/>
              <a:gd name="connsiteY7145" fmla="*/ 2621508 h 5450835"/>
              <a:gd name="connsiteX7146" fmla="*/ 9935924 w 10450132"/>
              <a:gd name="connsiteY7146" fmla="*/ 2621968 h 5450835"/>
              <a:gd name="connsiteX7147" fmla="*/ 9926861 w 10450132"/>
              <a:gd name="connsiteY7147" fmla="*/ 2621968 h 5450835"/>
              <a:gd name="connsiteX7148" fmla="*/ 9926073 w 10450132"/>
              <a:gd name="connsiteY7148" fmla="*/ 2621508 h 5450835"/>
              <a:gd name="connsiteX7149" fmla="*/ 9921541 w 10450132"/>
              <a:gd name="connsiteY7149" fmla="*/ 2613626 h 5450835"/>
              <a:gd name="connsiteX7150" fmla="*/ 9921541 w 10450132"/>
              <a:gd name="connsiteY7150" fmla="*/ 2612772 h 5450835"/>
              <a:gd name="connsiteX7151" fmla="*/ 9926073 w 10450132"/>
              <a:gd name="connsiteY7151" fmla="*/ 2604891 h 5450835"/>
              <a:gd name="connsiteX7152" fmla="*/ 9926861 w 10450132"/>
              <a:gd name="connsiteY7152" fmla="*/ 2604431 h 5450835"/>
              <a:gd name="connsiteX7153" fmla="*/ 9672481 w 10450132"/>
              <a:gd name="connsiteY7153" fmla="*/ 2604431 h 5450835"/>
              <a:gd name="connsiteX7154" fmla="*/ 9681545 w 10450132"/>
              <a:gd name="connsiteY7154" fmla="*/ 2604431 h 5450835"/>
              <a:gd name="connsiteX7155" fmla="*/ 9682333 w 10450132"/>
              <a:gd name="connsiteY7155" fmla="*/ 2604891 h 5450835"/>
              <a:gd name="connsiteX7156" fmla="*/ 9686865 w 10450132"/>
              <a:gd name="connsiteY7156" fmla="*/ 2612772 h 5450835"/>
              <a:gd name="connsiteX7157" fmla="*/ 9686865 w 10450132"/>
              <a:gd name="connsiteY7157" fmla="*/ 2613626 h 5450835"/>
              <a:gd name="connsiteX7158" fmla="*/ 9682333 w 10450132"/>
              <a:gd name="connsiteY7158" fmla="*/ 2621508 h 5450835"/>
              <a:gd name="connsiteX7159" fmla="*/ 9681545 w 10450132"/>
              <a:gd name="connsiteY7159" fmla="*/ 2621968 h 5450835"/>
              <a:gd name="connsiteX7160" fmla="*/ 9672481 w 10450132"/>
              <a:gd name="connsiteY7160" fmla="*/ 2621968 h 5450835"/>
              <a:gd name="connsiteX7161" fmla="*/ 9671693 w 10450132"/>
              <a:gd name="connsiteY7161" fmla="*/ 2621508 h 5450835"/>
              <a:gd name="connsiteX7162" fmla="*/ 9667160 w 10450132"/>
              <a:gd name="connsiteY7162" fmla="*/ 2613626 h 5450835"/>
              <a:gd name="connsiteX7163" fmla="*/ 9667160 w 10450132"/>
              <a:gd name="connsiteY7163" fmla="*/ 2612772 h 5450835"/>
              <a:gd name="connsiteX7164" fmla="*/ 9671693 w 10450132"/>
              <a:gd name="connsiteY7164" fmla="*/ 2604891 h 5450835"/>
              <a:gd name="connsiteX7165" fmla="*/ 9672481 w 10450132"/>
              <a:gd name="connsiteY7165" fmla="*/ 2604431 h 5450835"/>
              <a:gd name="connsiteX7166" fmla="*/ 9418035 w 10450132"/>
              <a:gd name="connsiteY7166" fmla="*/ 2604431 h 5450835"/>
              <a:gd name="connsiteX7167" fmla="*/ 9427099 w 10450132"/>
              <a:gd name="connsiteY7167" fmla="*/ 2604431 h 5450835"/>
              <a:gd name="connsiteX7168" fmla="*/ 9427887 w 10450132"/>
              <a:gd name="connsiteY7168" fmla="*/ 2604891 h 5450835"/>
              <a:gd name="connsiteX7169" fmla="*/ 9432419 w 10450132"/>
              <a:gd name="connsiteY7169" fmla="*/ 2612772 h 5450835"/>
              <a:gd name="connsiteX7170" fmla="*/ 9432419 w 10450132"/>
              <a:gd name="connsiteY7170" fmla="*/ 2613626 h 5450835"/>
              <a:gd name="connsiteX7171" fmla="*/ 9427887 w 10450132"/>
              <a:gd name="connsiteY7171" fmla="*/ 2621508 h 5450835"/>
              <a:gd name="connsiteX7172" fmla="*/ 9427099 w 10450132"/>
              <a:gd name="connsiteY7172" fmla="*/ 2621968 h 5450835"/>
              <a:gd name="connsiteX7173" fmla="*/ 9418035 w 10450132"/>
              <a:gd name="connsiteY7173" fmla="*/ 2621968 h 5450835"/>
              <a:gd name="connsiteX7174" fmla="*/ 9417247 w 10450132"/>
              <a:gd name="connsiteY7174" fmla="*/ 2621508 h 5450835"/>
              <a:gd name="connsiteX7175" fmla="*/ 9412714 w 10450132"/>
              <a:gd name="connsiteY7175" fmla="*/ 2613626 h 5450835"/>
              <a:gd name="connsiteX7176" fmla="*/ 9412714 w 10450132"/>
              <a:gd name="connsiteY7176" fmla="*/ 2612772 h 5450835"/>
              <a:gd name="connsiteX7177" fmla="*/ 9417247 w 10450132"/>
              <a:gd name="connsiteY7177" fmla="*/ 2604891 h 5450835"/>
              <a:gd name="connsiteX7178" fmla="*/ 9418035 w 10450132"/>
              <a:gd name="connsiteY7178" fmla="*/ 2604431 h 5450835"/>
              <a:gd name="connsiteX7179" fmla="*/ 9163654 w 10450132"/>
              <a:gd name="connsiteY7179" fmla="*/ 2604431 h 5450835"/>
              <a:gd name="connsiteX7180" fmla="*/ 9172718 w 10450132"/>
              <a:gd name="connsiteY7180" fmla="*/ 2604431 h 5450835"/>
              <a:gd name="connsiteX7181" fmla="*/ 9173506 w 10450132"/>
              <a:gd name="connsiteY7181" fmla="*/ 2604891 h 5450835"/>
              <a:gd name="connsiteX7182" fmla="*/ 9178038 w 10450132"/>
              <a:gd name="connsiteY7182" fmla="*/ 2612772 h 5450835"/>
              <a:gd name="connsiteX7183" fmla="*/ 9178038 w 10450132"/>
              <a:gd name="connsiteY7183" fmla="*/ 2613626 h 5450835"/>
              <a:gd name="connsiteX7184" fmla="*/ 9173506 w 10450132"/>
              <a:gd name="connsiteY7184" fmla="*/ 2621508 h 5450835"/>
              <a:gd name="connsiteX7185" fmla="*/ 9172718 w 10450132"/>
              <a:gd name="connsiteY7185" fmla="*/ 2621968 h 5450835"/>
              <a:gd name="connsiteX7186" fmla="*/ 9163654 w 10450132"/>
              <a:gd name="connsiteY7186" fmla="*/ 2621968 h 5450835"/>
              <a:gd name="connsiteX7187" fmla="*/ 9162866 w 10450132"/>
              <a:gd name="connsiteY7187" fmla="*/ 2621508 h 5450835"/>
              <a:gd name="connsiteX7188" fmla="*/ 9158333 w 10450132"/>
              <a:gd name="connsiteY7188" fmla="*/ 2613626 h 5450835"/>
              <a:gd name="connsiteX7189" fmla="*/ 9158333 w 10450132"/>
              <a:gd name="connsiteY7189" fmla="*/ 2612772 h 5450835"/>
              <a:gd name="connsiteX7190" fmla="*/ 9162866 w 10450132"/>
              <a:gd name="connsiteY7190" fmla="*/ 2604891 h 5450835"/>
              <a:gd name="connsiteX7191" fmla="*/ 9163654 w 10450132"/>
              <a:gd name="connsiteY7191" fmla="*/ 2604431 h 5450835"/>
              <a:gd name="connsiteX7192" fmla="*/ 8909274 w 10450132"/>
              <a:gd name="connsiteY7192" fmla="*/ 2604431 h 5450835"/>
              <a:gd name="connsiteX7193" fmla="*/ 8918336 w 10450132"/>
              <a:gd name="connsiteY7193" fmla="*/ 2604431 h 5450835"/>
              <a:gd name="connsiteX7194" fmla="*/ 8919125 w 10450132"/>
              <a:gd name="connsiteY7194" fmla="*/ 2604891 h 5450835"/>
              <a:gd name="connsiteX7195" fmla="*/ 8923657 w 10450132"/>
              <a:gd name="connsiteY7195" fmla="*/ 2612772 h 5450835"/>
              <a:gd name="connsiteX7196" fmla="*/ 8923657 w 10450132"/>
              <a:gd name="connsiteY7196" fmla="*/ 2613626 h 5450835"/>
              <a:gd name="connsiteX7197" fmla="*/ 8919125 w 10450132"/>
              <a:gd name="connsiteY7197" fmla="*/ 2621508 h 5450835"/>
              <a:gd name="connsiteX7198" fmla="*/ 8918336 w 10450132"/>
              <a:gd name="connsiteY7198" fmla="*/ 2621968 h 5450835"/>
              <a:gd name="connsiteX7199" fmla="*/ 8909274 w 10450132"/>
              <a:gd name="connsiteY7199" fmla="*/ 2621968 h 5450835"/>
              <a:gd name="connsiteX7200" fmla="*/ 8908484 w 10450132"/>
              <a:gd name="connsiteY7200" fmla="*/ 2621508 h 5450835"/>
              <a:gd name="connsiteX7201" fmla="*/ 8903953 w 10450132"/>
              <a:gd name="connsiteY7201" fmla="*/ 2613626 h 5450835"/>
              <a:gd name="connsiteX7202" fmla="*/ 8903953 w 10450132"/>
              <a:gd name="connsiteY7202" fmla="*/ 2612772 h 5450835"/>
              <a:gd name="connsiteX7203" fmla="*/ 8908484 w 10450132"/>
              <a:gd name="connsiteY7203" fmla="*/ 2604891 h 5450835"/>
              <a:gd name="connsiteX7204" fmla="*/ 8909274 w 10450132"/>
              <a:gd name="connsiteY7204" fmla="*/ 2604431 h 5450835"/>
              <a:gd name="connsiteX7205" fmla="*/ 8654892 w 10450132"/>
              <a:gd name="connsiteY7205" fmla="*/ 2604431 h 5450835"/>
              <a:gd name="connsiteX7206" fmla="*/ 8663955 w 10450132"/>
              <a:gd name="connsiteY7206" fmla="*/ 2604431 h 5450835"/>
              <a:gd name="connsiteX7207" fmla="*/ 8664744 w 10450132"/>
              <a:gd name="connsiteY7207" fmla="*/ 2604891 h 5450835"/>
              <a:gd name="connsiteX7208" fmla="*/ 8669277 w 10450132"/>
              <a:gd name="connsiteY7208" fmla="*/ 2612772 h 5450835"/>
              <a:gd name="connsiteX7209" fmla="*/ 8669277 w 10450132"/>
              <a:gd name="connsiteY7209" fmla="*/ 2613626 h 5450835"/>
              <a:gd name="connsiteX7210" fmla="*/ 8664744 w 10450132"/>
              <a:gd name="connsiteY7210" fmla="*/ 2621508 h 5450835"/>
              <a:gd name="connsiteX7211" fmla="*/ 8663955 w 10450132"/>
              <a:gd name="connsiteY7211" fmla="*/ 2621968 h 5450835"/>
              <a:gd name="connsiteX7212" fmla="*/ 8654892 w 10450132"/>
              <a:gd name="connsiteY7212" fmla="*/ 2621968 h 5450835"/>
              <a:gd name="connsiteX7213" fmla="*/ 8654104 w 10450132"/>
              <a:gd name="connsiteY7213" fmla="*/ 2621508 h 5450835"/>
              <a:gd name="connsiteX7214" fmla="*/ 8649572 w 10450132"/>
              <a:gd name="connsiteY7214" fmla="*/ 2613626 h 5450835"/>
              <a:gd name="connsiteX7215" fmla="*/ 8649572 w 10450132"/>
              <a:gd name="connsiteY7215" fmla="*/ 2612772 h 5450835"/>
              <a:gd name="connsiteX7216" fmla="*/ 8654104 w 10450132"/>
              <a:gd name="connsiteY7216" fmla="*/ 2604891 h 5450835"/>
              <a:gd name="connsiteX7217" fmla="*/ 8654892 w 10450132"/>
              <a:gd name="connsiteY7217" fmla="*/ 2604431 h 5450835"/>
              <a:gd name="connsiteX7218" fmla="*/ 8400511 w 10450132"/>
              <a:gd name="connsiteY7218" fmla="*/ 2604431 h 5450835"/>
              <a:gd name="connsiteX7219" fmla="*/ 8409575 w 10450132"/>
              <a:gd name="connsiteY7219" fmla="*/ 2604431 h 5450835"/>
              <a:gd name="connsiteX7220" fmla="*/ 8410363 w 10450132"/>
              <a:gd name="connsiteY7220" fmla="*/ 2604891 h 5450835"/>
              <a:gd name="connsiteX7221" fmla="*/ 8414896 w 10450132"/>
              <a:gd name="connsiteY7221" fmla="*/ 2612772 h 5450835"/>
              <a:gd name="connsiteX7222" fmla="*/ 8414896 w 10450132"/>
              <a:gd name="connsiteY7222" fmla="*/ 2613626 h 5450835"/>
              <a:gd name="connsiteX7223" fmla="*/ 8410363 w 10450132"/>
              <a:gd name="connsiteY7223" fmla="*/ 2621508 h 5450835"/>
              <a:gd name="connsiteX7224" fmla="*/ 8409575 w 10450132"/>
              <a:gd name="connsiteY7224" fmla="*/ 2621968 h 5450835"/>
              <a:gd name="connsiteX7225" fmla="*/ 8400511 w 10450132"/>
              <a:gd name="connsiteY7225" fmla="*/ 2621968 h 5450835"/>
              <a:gd name="connsiteX7226" fmla="*/ 8399723 w 10450132"/>
              <a:gd name="connsiteY7226" fmla="*/ 2621508 h 5450835"/>
              <a:gd name="connsiteX7227" fmla="*/ 8395191 w 10450132"/>
              <a:gd name="connsiteY7227" fmla="*/ 2613626 h 5450835"/>
              <a:gd name="connsiteX7228" fmla="*/ 8395191 w 10450132"/>
              <a:gd name="connsiteY7228" fmla="*/ 2612772 h 5450835"/>
              <a:gd name="connsiteX7229" fmla="*/ 8399723 w 10450132"/>
              <a:gd name="connsiteY7229" fmla="*/ 2604891 h 5450835"/>
              <a:gd name="connsiteX7230" fmla="*/ 8400511 w 10450132"/>
              <a:gd name="connsiteY7230" fmla="*/ 2604431 h 5450835"/>
              <a:gd name="connsiteX7231" fmla="*/ 8146065 w 10450132"/>
              <a:gd name="connsiteY7231" fmla="*/ 2604431 h 5450835"/>
              <a:gd name="connsiteX7232" fmla="*/ 8155129 w 10450132"/>
              <a:gd name="connsiteY7232" fmla="*/ 2604431 h 5450835"/>
              <a:gd name="connsiteX7233" fmla="*/ 8155917 w 10450132"/>
              <a:gd name="connsiteY7233" fmla="*/ 2604891 h 5450835"/>
              <a:gd name="connsiteX7234" fmla="*/ 8160449 w 10450132"/>
              <a:gd name="connsiteY7234" fmla="*/ 2612772 h 5450835"/>
              <a:gd name="connsiteX7235" fmla="*/ 8160449 w 10450132"/>
              <a:gd name="connsiteY7235" fmla="*/ 2613626 h 5450835"/>
              <a:gd name="connsiteX7236" fmla="*/ 8155917 w 10450132"/>
              <a:gd name="connsiteY7236" fmla="*/ 2621508 h 5450835"/>
              <a:gd name="connsiteX7237" fmla="*/ 8155129 w 10450132"/>
              <a:gd name="connsiteY7237" fmla="*/ 2621968 h 5450835"/>
              <a:gd name="connsiteX7238" fmla="*/ 8146065 w 10450132"/>
              <a:gd name="connsiteY7238" fmla="*/ 2621968 h 5450835"/>
              <a:gd name="connsiteX7239" fmla="*/ 8145277 w 10450132"/>
              <a:gd name="connsiteY7239" fmla="*/ 2621508 h 5450835"/>
              <a:gd name="connsiteX7240" fmla="*/ 8140745 w 10450132"/>
              <a:gd name="connsiteY7240" fmla="*/ 2613626 h 5450835"/>
              <a:gd name="connsiteX7241" fmla="*/ 8140745 w 10450132"/>
              <a:gd name="connsiteY7241" fmla="*/ 2612772 h 5450835"/>
              <a:gd name="connsiteX7242" fmla="*/ 8145277 w 10450132"/>
              <a:gd name="connsiteY7242" fmla="*/ 2604891 h 5450835"/>
              <a:gd name="connsiteX7243" fmla="*/ 8146065 w 10450132"/>
              <a:gd name="connsiteY7243" fmla="*/ 2604431 h 5450835"/>
              <a:gd name="connsiteX7244" fmla="*/ 7891684 w 10450132"/>
              <a:gd name="connsiteY7244" fmla="*/ 2604431 h 5450835"/>
              <a:gd name="connsiteX7245" fmla="*/ 7900748 w 10450132"/>
              <a:gd name="connsiteY7245" fmla="*/ 2604431 h 5450835"/>
              <a:gd name="connsiteX7246" fmla="*/ 7901536 w 10450132"/>
              <a:gd name="connsiteY7246" fmla="*/ 2604891 h 5450835"/>
              <a:gd name="connsiteX7247" fmla="*/ 7906067 w 10450132"/>
              <a:gd name="connsiteY7247" fmla="*/ 2612772 h 5450835"/>
              <a:gd name="connsiteX7248" fmla="*/ 7906067 w 10450132"/>
              <a:gd name="connsiteY7248" fmla="*/ 2613626 h 5450835"/>
              <a:gd name="connsiteX7249" fmla="*/ 7901536 w 10450132"/>
              <a:gd name="connsiteY7249" fmla="*/ 2621508 h 5450835"/>
              <a:gd name="connsiteX7250" fmla="*/ 7900748 w 10450132"/>
              <a:gd name="connsiteY7250" fmla="*/ 2621968 h 5450835"/>
              <a:gd name="connsiteX7251" fmla="*/ 7891684 w 10450132"/>
              <a:gd name="connsiteY7251" fmla="*/ 2621968 h 5450835"/>
              <a:gd name="connsiteX7252" fmla="*/ 7890896 w 10450132"/>
              <a:gd name="connsiteY7252" fmla="*/ 2621508 h 5450835"/>
              <a:gd name="connsiteX7253" fmla="*/ 7886363 w 10450132"/>
              <a:gd name="connsiteY7253" fmla="*/ 2613626 h 5450835"/>
              <a:gd name="connsiteX7254" fmla="*/ 7886363 w 10450132"/>
              <a:gd name="connsiteY7254" fmla="*/ 2612772 h 5450835"/>
              <a:gd name="connsiteX7255" fmla="*/ 7890896 w 10450132"/>
              <a:gd name="connsiteY7255" fmla="*/ 2604891 h 5450835"/>
              <a:gd name="connsiteX7256" fmla="*/ 7891684 w 10450132"/>
              <a:gd name="connsiteY7256" fmla="*/ 2604431 h 5450835"/>
              <a:gd name="connsiteX7257" fmla="*/ 7637304 w 10450132"/>
              <a:gd name="connsiteY7257" fmla="*/ 2604431 h 5450835"/>
              <a:gd name="connsiteX7258" fmla="*/ 7646367 w 10450132"/>
              <a:gd name="connsiteY7258" fmla="*/ 2604431 h 5450835"/>
              <a:gd name="connsiteX7259" fmla="*/ 7647156 w 10450132"/>
              <a:gd name="connsiteY7259" fmla="*/ 2604891 h 5450835"/>
              <a:gd name="connsiteX7260" fmla="*/ 7651687 w 10450132"/>
              <a:gd name="connsiteY7260" fmla="*/ 2612772 h 5450835"/>
              <a:gd name="connsiteX7261" fmla="*/ 7651687 w 10450132"/>
              <a:gd name="connsiteY7261" fmla="*/ 2613626 h 5450835"/>
              <a:gd name="connsiteX7262" fmla="*/ 7647156 w 10450132"/>
              <a:gd name="connsiteY7262" fmla="*/ 2621508 h 5450835"/>
              <a:gd name="connsiteX7263" fmla="*/ 7646367 w 10450132"/>
              <a:gd name="connsiteY7263" fmla="*/ 2621968 h 5450835"/>
              <a:gd name="connsiteX7264" fmla="*/ 7637304 w 10450132"/>
              <a:gd name="connsiteY7264" fmla="*/ 2621968 h 5450835"/>
              <a:gd name="connsiteX7265" fmla="*/ 7636516 w 10450132"/>
              <a:gd name="connsiteY7265" fmla="*/ 2621508 h 5450835"/>
              <a:gd name="connsiteX7266" fmla="*/ 7631983 w 10450132"/>
              <a:gd name="connsiteY7266" fmla="*/ 2613626 h 5450835"/>
              <a:gd name="connsiteX7267" fmla="*/ 7631983 w 10450132"/>
              <a:gd name="connsiteY7267" fmla="*/ 2612772 h 5450835"/>
              <a:gd name="connsiteX7268" fmla="*/ 7636516 w 10450132"/>
              <a:gd name="connsiteY7268" fmla="*/ 2604891 h 5450835"/>
              <a:gd name="connsiteX7269" fmla="*/ 7637304 w 10450132"/>
              <a:gd name="connsiteY7269" fmla="*/ 2604431 h 5450835"/>
              <a:gd name="connsiteX7270" fmla="*/ 7382923 w 10450132"/>
              <a:gd name="connsiteY7270" fmla="*/ 2604431 h 5450835"/>
              <a:gd name="connsiteX7271" fmla="*/ 7391987 w 10450132"/>
              <a:gd name="connsiteY7271" fmla="*/ 2604431 h 5450835"/>
              <a:gd name="connsiteX7272" fmla="*/ 7392775 w 10450132"/>
              <a:gd name="connsiteY7272" fmla="*/ 2604891 h 5450835"/>
              <a:gd name="connsiteX7273" fmla="*/ 7397307 w 10450132"/>
              <a:gd name="connsiteY7273" fmla="*/ 2612772 h 5450835"/>
              <a:gd name="connsiteX7274" fmla="*/ 7397307 w 10450132"/>
              <a:gd name="connsiteY7274" fmla="*/ 2613626 h 5450835"/>
              <a:gd name="connsiteX7275" fmla="*/ 7392775 w 10450132"/>
              <a:gd name="connsiteY7275" fmla="*/ 2621508 h 5450835"/>
              <a:gd name="connsiteX7276" fmla="*/ 7391987 w 10450132"/>
              <a:gd name="connsiteY7276" fmla="*/ 2621968 h 5450835"/>
              <a:gd name="connsiteX7277" fmla="*/ 7382923 w 10450132"/>
              <a:gd name="connsiteY7277" fmla="*/ 2621968 h 5450835"/>
              <a:gd name="connsiteX7278" fmla="*/ 7382135 w 10450132"/>
              <a:gd name="connsiteY7278" fmla="*/ 2621508 h 5450835"/>
              <a:gd name="connsiteX7279" fmla="*/ 7377602 w 10450132"/>
              <a:gd name="connsiteY7279" fmla="*/ 2613626 h 5450835"/>
              <a:gd name="connsiteX7280" fmla="*/ 7377602 w 10450132"/>
              <a:gd name="connsiteY7280" fmla="*/ 2612772 h 5450835"/>
              <a:gd name="connsiteX7281" fmla="*/ 7382135 w 10450132"/>
              <a:gd name="connsiteY7281" fmla="*/ 2604891 h 5450835"/>
              <a:gd name="connsiteX7282" fmla="*/ 7382923 w 10450132"/>
              <a:gd name="connsiteY7282" fmla="*/ 2604431 h 5450835"/>
              <a:gd name="connsiteX7283" fmla="*/ 7128477 w 10450132"/>
              <a:gd name="connsiteY7283" fmla="*/ 2604431 h 5450835"/>
              <a:gd name="connsiteX7284" fmla="*/ 7137540 w 10450132"/>
              <a:gd name="connsiteY7284" fmla="*/ 2604431 h 5450835"/>
              <a:gd name="connsiteX7285" fmla="*/ 7138328 w 10450132"/>
              <a:gd name="connsiteY7285" fmla="*/ 2604891 h 5450835"/>
              <a:gd name="connsiteX7286" fmla="*/ 7142860 w 10450132"/>
              <a:gd name="connsiteY7286" fmla="*/ 2612772 h 5450835"/>
              <a:gd name="connsiteX7287" fmla="*/ 7142860 w 10450132"/>
              <a:gd name="connsiteY7287" fmla="*/ 2613626 h 5450835"/>
              <a:gd name="connsiteX7288" fmla="*/ 7138328 w 10450132"/>
              <a:gd name="connsiteY7288" fmla="*/ 2621508 h 5450835"/>
              <a:gd name="connsiteX7289" fmla="*/ 7137540 w 10450132"/>
              <a:gd name="connsiteY7289" fmla="*/ 2621968 h 5450835"/>
              <a:gd name="connsiteX7290" fmla="*/ 7128477 w 10450132"/>
              <a:gd name="connsiteY7290" fmla="*/ 2621968 h 5450835"/>
              <a:gd name="connsiteX7291" fmla="*/ 7127689 w 10450132"/>
              <a:gd name="connsiteY7291" fmla="*/ 2621508 h 5450835"/>
              <a:gd name="connsiteX7292" fmla="*/ 7123156 w 10450132"/>
              <a:gd name="connsiteY7292" fmla="*/ 2613626 h 5450835"/>
              <a:gd name="connsiteX7293" fmla="*/ 7123156 w 10450132"/>
              <a:gd name="connsiteY7293" fmla="*/ 2612772 h 5450835"/>
              <a:gd name="connsiteX7294" fmla="*/ 7127689 w 10450132"/>
              <a:gd name="connsiteY7294" fmla="*/ 2604891 h 5450835"/>
              <a:gd name="connsiteX7295" fmla="*/ 7128477 w 10450132"/>
              <a:gd name="connsiteY7295" fmla="*/ 2604431 h 5450835"/>
              <a:gd name="connsiteX7296" fmla="*/ 6874095 w 10450132"/>
              <a:gd name="connsiteY7296" fmla="*/ 2604431 h 5450835"/>
              <a:gd name="connsiteX7297" fmla="*/ 6883159 w 10450132"/>
              <a:gd name="connsiteY7297" fmla="*/ 2604431 h 5450835"/>
              <a:gd name="connsiteX7298" fmla="*/ 6883947 w 10450132"/>
              <a:gd name="connsiteY7298" fmla="*/ 2604891 h 5450835"/>
              <a:gd name="connsiteX7299" fmla="*/ 6888480 w 10450132"/>
              <a:gd name="connsiteY7299" fmla="*/ 2612772 h 5450835"/>
              <a:gd name="connsiteX7300" fmla="*/ 6888480 w 10450132"/>
              <a:gd name="connsiteY7300" fmla="*/ 2613626 h 5450835"/>
              <a:gd name="connsiteX7301" fmla="*/ 6883947 w 10450132"/>
              <a:gd name="connsiteY7301" fmla="*/ 2621508 h 5450835"/>
              <a:gd name="connsiteX7302" fmla="*/ 6883159 w 10450132"/>
              <a:gd name="connsiteY7302" fmla="*/ 2621968 h 5450835"/>
              <a:gd name="connsiteX7303" fmla="*/ 6874095 w 10450132"/>
              <a:gd name="connsiteY7303" fmla="*/ 2621968 h 5450835"/>
              <a:gd name="connsiteX7304" fmla="*/ 6873307 w 10450132"/>
              <a:gd name="connsiteY7304" fmla="*/ 2621508 h 5450835"/>
              <a:gd name="connsiteX7305" fmla="*/ 6868775 w 10450132"/>
              <a:gd name="connsiteY7305" fmla="*/ 2613626 h 5450835"/>
              <a:gd name="connsiteX7306" fmla="*/ 6868775 w 10450132"/>
              <a:gd name="connsiteY7306" fmla="*/ 2612772 h 5450835"/>
              <a:gd name="connsiteX7307" fmla="*/ 6873307 w 10450132"/>
              <a:gd name="connsiteY7307" fmla="*/ 2604891 h 5450835"/>
              <a:gd name="connsiteX7308" fmla="*/ 6874095 w 10450132"/>
              <a:gd name="connsiteY7308" fmla="*/ 2604431 h 5450835"/>
              <a:gd name="connsiteX7309" fmla="*/ 6619714 w 10450132"/>
              <a:gd name="connsiteY7309" fmla="*/ 2604431 h 5450835"/>
              <a:gd name="connsiteX7310" fmla="*/ 6628778 w 10450132"/>
              <a:gd name="connsiteY7310" fmla="*/ 2604431 h 5450835"/>
              <a:gd name="connsiteX7311" fmla="*/ 6629566 w 10450132"/>
              <a:gd name="connsiteY7311" fmla="*/ 2604891 h 5450835"/>
              <a:gd name="connsiteX7312" fmla="*/ 6634099 w 10450132"/>
              <a:gd name="connsiteY7312" fmla="*/ 2612772 h 5450835"/>
              <a:gd name="connsiteX7313" fmla="*/ 6634099 w 10450132"/>
              <a:gd name="connsiteY7313" fmla="*/ 2613626 h 5450835"/>
              <a:gd name="connsiteX7314" fmla="*/ 6629566 w 10450132"/>
              <a:gd name="connsiteY7314" fmla="*/ 2621508 h 5450835"/>
              <a:gd name="connsiteX7315" fmla="*/ 6628778 w 10450132"/>
              <a:gd name="connsiteY7315" fmla="*/ 2621968 h 5450835"/>
              <a:gd name="connsiteX7316" fmla="*/ 6619714 w 10450132"/>
              <a:gd name="connsiteY7316" fmla="*/ 2621968 h 5450835"/>
              <a:gd name="connsiteX7317" fmla="*/ 6618926 w 10450132"/>
              <a:gd name="connsiteY7317" fmla="*/ 2621508 h 5450835"/>
              <a:gd name="connsiteX7318" fmla="*/ 6614394 w 10450132"/>
              <a:gd name="connsiteY7318" fmla="*/ 2613626 h 5450835"/>
              <a:gd name="connsiteX7319" fmla="*/ 6614394 w 10450132"/>
              <a:gd name="connsiteY7319" fmla="*/ 2612772 h 5450835"/>
              <a:gd name="connsiteX7320" fmla="*/ 6618926 w 10450132"/>
              <a:gd name="connsiteY7320" fmla="*/ 2604891 h 5450835"/>
              <a:gd name="connsiteX7321" fmla="*/ 6619714 w 10450132"/>
              <a:gd name="connsiteY7321" fmla="*/ 2604431 h 5450835"/>
              <a:gd name="connsiteX7322" fmla="*/ 6365334 w 10450132"/>
              <a:gd name="connsiteY7322" fmla="*/ 2604431 h 5450835"/>
              <a:gd name="connsiteX7323" fmla="*/ 6374397 w 10450132"/>
              <a:gd name="connsiteY7323" fmla="*/ 2604431 h 5450835"/>
              <a:gd name="connsiteX7324" fmla="*/ 6375186 w 10450132"/>
              <a:gd name="connsiteY7324" fmla="*/ 2604891 h 5450835"/>
              <a:gd name="connsiteX7325" fmla="*/ 6379718 w 10450132"/>
              <a:gd name="connsiteY7325" fmla="*/ 2612772 h 5450835"/>
              <a:gd name="connsiteX7326" fmla="*/ 6379718 w 10450132"/>
              <a:gd name="connsiteY7326" fmla="*/ 2613626 h 5450835"/>
              <a:gd name="connsiteX7327" fmla="*/ 6375186 w 10450132"/>
              <a:gd name="connsiteY7327" fmla="*/ 2621508 h 5450835"/>
              <a:gd name="connsiteX7328" fmla="*/ 6374397 w 10450132"/>
              <a:gd name="connsiteY7328" fmla="*/ 2621968 h 5450835"/>
              <a:gd name="connsiteX7329" fmla="*/ 6365334 w 10450132"/>
              <a:gd name="connsiteY7329" fmla="*/ 2621968 h 5450835"/>
              <a:gd name="connsiteX7330" fmla="*/ 6364546 w 10450132"/>
              <a:gd name="connsiteY7330" fmla="*/ 2621508 h 5450835"/>
              <a:gd name="connsiteX7331" fmla="*/ 6360014 w 10450132"/>
              <a:gd name="connsiteY7331" fmla="*/ 2613626 h 5450835"/>
              <a:gd name="connsiteX7332" fmla="*/ 6360014 w 10450132"/>
              <a:gd name="connsiteY7332" fmla="*/ 2612772 h 5450835"/>
              <a:gd name="connsiteX7333" fmla="*/ 6364546 w 10450132"/>
              <a:gd name="connsiteY7333" fmla="*/ 2604891 h 5450835"/>
              <a:gd name="connsiteX7334" fmla="*/ 6365334 w 10450132"/>
              <a:gd name="connsiteY7334" fmla="*/ 2604431 h 5450835"/>
              <a:gd name="connsiteX7335" fmla="*/ 6110888 w 10450132"/>
              <a:gd name="connsiteY7335" fmla="*/ 2604431 h 5450835"/>
              <a:gd name="connsiteX7336" fmla="*/ 6119953 w 10450132"/>
              <a:gd name="connsiteY7336" fmla="*/ 2604431 h 5450835"/>
              <a:gd name="connsiteX7337" fmla="*/ 6120740 w 10450132"/>
              <a:gd name="connsiteY7337" fmla="*/ 2604891 h 5450835"/>
              <a:gd name="connsiteX7338" fmla="*/ 6125272 w 10450132"/>
              <a:gd name="connsiteY7338" fmla="*/ 2612772 h 5450835"/>
              <a:gd name="connsiteX7339" fmla="*/ 6125272 w 10450132"/>
              <a:gd name="connsiteY7339" fmla="*/ 2613626 h 5450835"/>
              <a:gd name="connsiteX7340" fmla="*/ 6120740 w 10450132"/>
              <a:gd name="connsiteY7340" fmla="*/ 2621508 h 5450835"/>
              <a:gd name="connsiteX7341" fmla="*/ 6119953 w 10450132"/>
              <a:gd name="connsiteY7341" fmla="*/ 2621968 h 5450835"/>
              <a:gd name="connsiteX7342" fmla="*/ 6110888 w 10450132"/>
              <a:gd name="connsiteY7342" fmla="*/ 2621968 h 5450835"/>
              <a:gd name="connsiteX7343" fmla="*/ 6110101 w 10450132"/>
              <a:gd name="connsiteY7343" fmla="*/ 2621508 h 5450835"/>
              <a:gd name="connsiteX7344" fmla="*/ 6105567 w 10450132"/>
              <a:gd name="connsiteY7344" fmla="*/ 2613626 h 5450835"/>
              <a:gd name="connsiteX7345" fmla="*/ 6105567 w 10450132"/>
              <a:gd name="connsiteY7345" fmla="*/ 2612772 h 5450835"/>
              <a:gd name="connsiteX7346" fmla="*/ 6110101 w 10450132"/>
              <a:gd name="connsiteY7346" fmla="*/ 2604891 h 5450835"/>
              <a:gd name="connsiteX7347" fmla="*/ 6110888 w 10450132"/>
              <a:gd name="connsiteY7347" fmla="*/ 2604431 h 5450835"/>
              <a:gd name="connsiteX7348" fmla="*/ 5856508 w 10450132"/>
              <a:gd name="connsiteY7348" fmla="*/ 2604431 h 5450835"/>
              <a:gd name="connsiteX7349" fmla="*/ 5865571 w 10450132"/>
              <a:gd name="connsiteY7349" fmla="*/ 2604431 h 5450835"/>
              <a:gd name="connsiteX7350" fmla="*/ 5866359 w 10450132"/>
              <a:gd name="connsiteY7350" fmla="*/ 2604891 h 5450835"/>
              <a:gd name="connsiteX7351" fmla="*/ 5870891 w 10450132"/>
              <a:gd name="connsiteY7351" fmla="*/ 2612772 h 5450835"/>
              <a:gd name="connsiteX7352" fmla="*/ 5870891 w 10450132"/>
              <a:gd name="connsiteY7352" fmla="*/ 2613626 h 5450835"/>
              <a:gd name="connsiteX7353" fmla="*/ 5866359 w 10450132"/>
              <a:gd name="connsiteY7353" fmla="*/ 2621508 h 5450835"/>
              <a:gd name="connsiteX7354" fmla="*/ 5865571 w 10450132"/>
              <a:gd name="connsiteY7354" fmla="*/ 2621968 h 5450835"/>
              <a:gd name="connsiteX7355" fmla="*/ 5856508 w 10450132"/>
              <a:gd name="connsiteY7355" fmla="*/ 2621968 h 5450835"/>
              <a:gd name="connsiteX7356" fmla="*/ 5855720 w 10450132"/>
              <a:gd name="connsiteY7356" fmla="*/ 2621508 h 5450835"/>
              <a:gd name="connsiteX7357" fmla="*/ 5851187 w 10450132"/>
              <a:gd name="connsiteY7357" fmla="*/ 2613626 h 5450835"/>
              <a:gd name="connsiteX7358" fmla="*/ 5851187 w 10450132"/>
              <a:gd name="connsiteY7358" fmla="*/ 2612772 h 5450835"/>
              <a:gd name="connsiteX7359" fmla="*/ 5855720 w 10450132"/>
              <a:gd name="connsiteY7359" fmla="*/ 2604891 h 5450835"/>
              <a:gd name="connsiteX7360" fmla="*/ 5856508 w 10450132"/>
              <a:gd name="connsiteY7360" fmla="*/ 2604431 h 5450835"/>
              <a:gd name="connsiteX7361" fmla="*/ 5602126 w 10450132"/>
              <a:gd name="connsiteY7361" fmla="*/ 2604431 h 5450835"/>
              <a:gd name="connsiteX7362" fmla="*/ 5611191 w 10450132"/>
              <a:gd name="connsiteY7362" fmla="*/ 2604431 h 5450835"/>
              <a:gd name="connsiteX7363" fmla="*/ 5611979 w 10450132"/>
              <a:gd name="connsiteY7363" fmla="*/ 2604891 h 5450835"/>
              <a:gd name="connsiteX7364" fmla="*/ 5616511 w 10450132"/>
              <a:gd name="connsiteY7364" fmla="*/ 2612772 h 5450835"/>
              <a:gd name="connsiteX7365" fmla="*/ 5616511 w 10450132"/>
              <a:gd name="connsiteY7365" fmla="*/ 2613626 h 5450835"/>
              <a:gd name="connsiteX7366" fmla="*/ 5611979 w 10450132"/>
              <a:gd name="connsiteY7366" fmla="*/ 2621508 h 5450835"/>
              <a:gd name="connsiteX7367" fmla="*/ 5611191 w 10450132"/>
              <a:gd name="connsiteY7367" fmla="*/ 2621968 h 5450835"/>
              <a:gd name="connsiteX7368" fmla="*/ 5602126 w 10450132"/>
              <a:gd name="connsiteY7368" fmla="*/ 2621968 h 5450835"/>
              <a:gd name="connsiteX7369" fmla="*/ 5601338 w 10450132"/>
              <a:gd name="connsiteY7369" fmla="*/ 2621508 h 5450835"/>
              <a:gd name="connsiteX7370" fmla="*/ 5596807 w 10450132"/>
              <a:gd name="connsiteY7370" fmla="*/ 2613626 h 5450835"/>
              <a:gd name="connsiteX7371" fmla="*/ 5596807 w 10450132"/>
              <a:gd name="connsiteY7371" fmla="*/ 2612772 h 5450835"/>
              <a:gd name="connsiteX7372" fmla="*/ 5601338 w 10450132"/>
              <a:gd name="connsiteY7372" fmla="*/ 2604891 h 5450835"/>
              <a:gd name="connsiteX7373" fmla="*/ 5602126 w 10450132"/>
              <a:gd name="connsiteY7373" fmla="*/ 2604431 h 5450835"/>
              <a:gd name="connsiteX7374" fmla="*/ 5347746 w 10450132"/>
              <a:gd name="connsiteY7374" fmla="*/ 2604431 h 5450835"/>
              <a:gd name="connsiteX7375" fmla="*/ 5356810 w 10450132"/>
              <a:gd name="connsiteY7375" fmla="*/ 2604431 h 5450835"/>
              <a:gd name="connsiteX7376" fmla="*/ 5357598 w 10450132"/>
              <a:gd name="connsiteY7376" fmla="*/ 2604891 h 5450835"/>
              <a:gd name="connsiteX7377" fmla="*/ 5362130 w 10450132"/>
              <a:gd name="connsiteY7377" fmla="*/ 2612772 h 5450835"/>
              <a:gd name="connsiteX7378" fmla="*/ 5362130 w 10450132"/>
              <a:gd name="connsiteY7378" fmla="*/ 2613626 h 5450835"/>
              <a:gd name="connsiteX7379" fmla="*/ 5357598 w 10450132"/>
              <a:gd name="connsiteY7379" fmla="*/ 2621508 h 5450835"/>
              <a:gd name="connsiteX7380" fmla="*/ 5356810 w 10450132"/>
              <a:gd name="connsiteY7380" fmla="*/ 2621968 h 5450835"/>
              <a:gd name="connsiteX7381" fmla="*/ 5347746 w 10450132"/>
              <a:gd name="connsiteY7381" fmla="*/ 2621968 h 5450835"/>
              <a:gd name="connsiteX7382" fmla="*/ 5346958 w 10450132"/>
              <a:gd name="connsiteY7382" fmla="*/ 2621508 h 5450835"/>
              <a:gd name="connsiteX7383" fmla="*/ 5342425 w 10450132"/>
              <a:gd name="connsiteY7383" fmla="*/ 2613626 h 5450835"/>
              <a:gd name="connsiteX7384" fmla="*/ 5342425 w 10450132"/>
              <a:gd name="connsiteY7384" fmla="*/ 2612772 h 5450835"/>
              <a:gd name="connsiteX7385" fmla="*/ 5346958 w 10450132"/>
              <a:gd name="connsiteY7385" fmla="*/ 2604891 h 5450835"/>
              <a:gd name="connsiteX7386" fmla="*/ 5347746 w 10450132"/>
              <a:gd name="connsiteY7386" fmla="*/ 2604431 h 5450835"/>
              <a:gd name="connsiteX7387" fmla="*/ 5093300 w 10450132"/>
              <a:gd name="connsiteY7387" fmla="*/ 2604431 h 5450835"/>
              <a:gd name="connsiteX7388" fmla="*/ 5102364 w 10450132"/>
              <a:gd name="connsiteY7388" fmla="*/ 2604431 h 5450835"/>
              <a:gd name="connsiteX7389" fmla="*/ 5103153 w 10450132"/>
              <a:gd name="connsiteY7389" fmla="*/ 2604891 h 5450835"/>
              <a:gd name="connsiteX7390" fmla="*/ 5107684 w 10450132"/>
              <a:gd name="connsiteY7390" fmla="*/ 2612772 h 5450835"/>
              <a:gd name="connsiteX7391" fmla="*/ 5107684 w 10450132"/>
              <a:gd name="connsiteY7391" fmla="*/ 2613626 h 5450835"/>
              <a:gd name="connsiteX7392" fmla="*/ 5103153 w 10450132"/>
              <a:gd name="connsiteY7392" fmla="*/ 2621508 h 5450835"/>
              <a:gd name="connsiteX7393" fmla="*/ 5102364 w 10450132"/>
              <a:gd name="connsiteY7393" fmla="*/ 2621968 h 5450835"/>
              <a:gd name="connsiteX7394" fmla="*/ 5093300 w 10450132"/>
              <a:gd name="connsiteY7394" fmla="*/ 2621968 h 5450835"/>
              <a:gd name="connsiteX7395" fmla="*/ 5092512 w 10450132"/>
              <a:gd name="connsiteY7395" fmla="*/ 2621508 h 5450835"/>
              <a:gd name="connsiteX7396" fmla="*/ 5087979 w 10450132"/>
              <a:gd name="connsiteY7396" fmla="*/ 2613626 h 5450835"/>
              <a:gd name="connsiteX7397" fmla="*/ 5087979 w 10450132"/>
              <a:gd name="connsiteY7397" fmla="*/ 2612772 h 5450835"/>
              <a:gd name="connsiteX7398" fmla="*/ 5092512 w 10450132"/>
              <a:gd name="connsiteY7398" fmla="*/ 2604891 h 5450835"/>
              <a:gd name="connsiteX7399" fmla="*/ 5093300 w 10450132"/>
              <a:gd name="connsiteY7399" fmla="*/ 2604431 h 5450835"/>
              <a:gd name="connsiteX7400" fmla="*/ 4838919 w 10450132"/>
              <a:gd name="connsiteY7400" fmla="*/ 2604431 h 5450835"/>
              <a:gd name="connsiteX7401" fmla="*/ 4847982 w 10450132"/>
              <a:gd name="connsiteY7401" fmla="*/ 2604431 h 5450835"/>
              <a:gd name="connsiteX7402" fmla="*/ 4848772 w 10450132"/>
              <a:gd name="connsiteY7402" fmla="*/ 2604891 h 5450835"/>
              <a:gd name="connsiteX7403" fmla="*/ 4853303 w 10450132"/>
              <a:gd name="connsiteY7403" fmla="*/ 2612772 h 5450835"/>
              <a:gd name="connsiteX7404" fmla="*/ 4853303 w 10450132"/>
              <a:gd name="connsiteY7404" fmla="*/ 2613626 h 5450835"/>
              <a:gd name="connsiteX7405" fmla="*/ 4848772 w 10450132"/>
              <a:gd name="connsiteY7405" fmla="*/ 2621508 h 5450835"/>
              <a:gd name="connsiteX7406" fmla="*/ 4847982 w 10450132"/>
              <a:gd name="connsiteY7406" fmla="*/ 2621968 h 5450835"/>
              <a:gd name="connsiteX7407" fmla="*/ 4838919 w 10450132"/>
              <a:gd name="connsiteY7407" fmla="*/ 2621968 h 5450835"/>
              <a:gd name="connsiteX7408" fmla="*/ 4838132 w 10450132"/>
              <a:gd name="connsiteY7408" fmla="*/ 2621508 h 5450835"/>
              <a:gd name="connsiteX7409" fmla="*/ 4833598 w 10450132"/>
              <a:gd name="connsiteY7409" fmla="*/ 2613626 h 5450835"/>
              <a:gd name="connsiteX7410" fmla="*/ 4833598 w 10450132"/>
              <a:gd name="connsiteY7410" fmla="*/ 2612772 h 5450835"/>
              <a:gd name="connsiteX7411" fmla="*/ 4838132 w 10450132"/>
              <a:gd name="connsiteY7411" fmla="*/ 2604891 h 5450835"/>
              <a:gd name="connsiteX7412" fmla="*/ 4838919 w 10450132"/>
              <a:gd name="connsiteY7412" fmla="*/ 2604431 h 5450835"/>
              <a:gd name="connsiteX7413" fmla="*/ 4584538 w 10450132"/>
              <a:gd name="connsiteY7413" fmla="*/ 2604431 h 5450835"/>
              <a:gd name="connsiteX7414" fmla="*/ 4593603 w 10450132"/>
              <a:gd name="connsiteY7414" fmla="*/ 2604431 h 5450835"/>
              <a:gd name="connsiteX7415" fmla="*/ 4594390 w 10450132"/>
              <a:gd name="connsiteY7415" fmla="*/ 2604891 h 5450835"/>
              <a:gd name="connsiteX7416" fmla="*/ 4598922 w 10450132"/>
              <a:gd name="connsiteY7416" fmla="*/ 2612772 h 5450835"/>
              <a:gd name="connsiteX7417" fmla="*/ 4598922 w 10450132"/>
              <a:gd name="connsiteY7417" fmla="*/ 2613626 h 5450835"/>
              <a:gd name="connsiteX7418" fmla="*/ 4594390 w 10450132"/>
              <a:gd name="connsiteY7418" fmla="*/ 2621508 h 5450835"/>
              <a:gd name="connsiteX7419" fmla="*/ 4593603 w 10450132"/>
              <a:gd name="connsiteY7419" fmla="*/ 2621968 h 5450835"/>
              <a:gd name="connsiteX7420" fmla="*/ 4584538 w 10450132"/>
              <a:gd name="connsiteY7420" fmla="*/ 2621968 h 5450835"/>
              <a:gd name="connsiteX7421" fmla="*/ 4583749 w 10450132"/>
              <a:gd name="connsiteY7421" fmla="*/ 2621508 h 5450835"/>
              <a:gd name="connsiteX7422" fmla="*/ 4579218 w 10450132"/>
              <a:gd name="connsiteY7422" fmla="*/ 2613626 h 5450835"/>
              <a:gd name="connsiteX7423" fmla="*/ 4579218 w 10450132"/>
              <a:gd name="connsiteY7423" fmla="*/ 2612772 h 5450835"/>
              <a:gd name="connsiteX7424" fmla="*/ 4583749 w 10450132"/>
              <a:gd name="connsiteY7424" fmla="*/ 2604891 h 5450835"/>
              <a:gd name="connsiteX7425" fmla="*/ 4584538 w 10450132"/>
              <a:gd name="connsiteY7425" fmla="*/ 2604431 h 5450835"/>
              <a:gd name="connsiteX7426" fmla="*/ 4330157 w 10450132"/>
              <a:gd name="connsiteY7426" fmla="*/ 2604431 h 5450835"/>
              <a:gd name="connsiteX7427" fmla="*/ 4339222 w 10450132"/>
              <a:gd name="connsiteY7427" fmla="*/ 2604431 h 5450835"/>
              <a:gd name="connsiteX7428" fmla="*/ 4340010 w 10450132"/>
              <a:gd name="connsiteY7428" fmla="*/ 2604891 h 5450835"/>
              <a:gd name="connsiteX7429" fmla="*/ 4344540 w 10450132"/>
              <a:gd name="connsiteY7429" fmla="*/ 2612772 h 5450835"/>
              <a:gd name="connsiteX7430" fmla="*/ 4344540 w 10450132"/>
              <a:gd name="connsiteY7430" fmla="*/ 2613626 h 5450835"/>
              <a:gd name="connsiteX7431" fmla="*/ 4340010 w 10450132"/>
              <a:gd name="connsiteY7431" fmla="*/ 2621508 h 5450835"/>
              <a:gd name="connsiteX7432" fmla="*/ 4339222 w 10450132"/>
              <a:gd name="connsiteY7432" fmla="*/ 2621968 h 5450835"/>
              <a:gd name="connsiteX7433" fmla="*/ 4330157 w 10450132"/>
              <a:gd name="connsiteY7433" fmla="*/ 2621968 h 5450835"/>
              <a:gd name="connsiteX7434" fmla="*/ 4329369 w 10450132"/>
              <a:gd name="connsiteY7434" fmla="*/ 2621508 h 5450835"/>
              <a:gd name="connsiteX7435" fmla="*/ 4324836 w 10450132"/>
              <a:gd name="connsiteY7435" fmla="*/ 2613626 h 5450835"/>
              <a:gd name="connsiteX7436" fmla="*/ 4324836 w 10450132"/>
              <a:gd name="connsiteY7436" fmla="*/ 2612772 h 5450835"/>
              <a:gd name="connsiteX7437" fmla="*/ 4329369 w 10450132"/>
              <a:gd name="connsiteY7437" fmla="*/ 2604891 h 5450835"/>
              <a:gd name="connsiteX7438" fmla="*/ 4330157 w 10450132"/>
              <a:gd name="connsiteY7438" fmla="*/ 2604431 h 5450835"/>
              <a:gd name="connsiteX7439" fmla="*/ 4075728 w 10450132"/>
              <a:gd name="connsiteY7439" fmla="*/ 2604431 h 5450835"/>
              <a:gd name="connsiteX7440" fmla="*/ 4084791 w 10450132"/>
              <a:gd name="connsiteY7440" fmla="*/ 2604431 h 5450835"/>
              <a:gd name="connsiteX7441" fmla="*/ 4085580 w 10450132"/>
              <a:gd name="connsiteY7441" fmla="*/ 2604891 h 5450835"/>
              <a:gd name="connsiteX7442" fmla="*/ 4090110 w 10450132"/>
              <a:gd name="connsiteY7442" fmla="*/ 2612772 h 5450835"/>
              <a:gd name="connsiteX7443" fmla="*/ 4090110 w 10450132"/>
              <a:gd name="connsiteY7443" fmla="*/ 2613626 h 5450835"/>
              <a:gd name="connsiteX7444" fmla="*/ 4085580 w 10450132"/>
              <a:gd name="connsiteY7444" fmla="*/ 2621508 h 5450835"/>
              <a:gd name="connsiteX7445" fmla="*/ 4084791 w 10450132"/>
              <a:gd name="connsiteY7445" fmla="*/ 2621968 h 5450835"/>
              <a:gd name="connsiteX7446" fmla="*/ 4075728 w 10450132"/>
              <a:gd name="connsiteY7446" fmla="*/ 2621968 h 5450835"/>
              <a:gd name="connsiteX7447" fmla="*/ 4074939 w 10450132"/>
              <a:gd name="connsiteY7447" fmla="*/ 2621508 h 5450835"/>
              <a:gd name="connsiteX7448" fmla="*/ 4070407 w 10450132"/>
              <a:gd name="connsiteY7448" fmla="*/ 2613626 h 5450835"/>
              <a:gd name="connsiteX7449" fmla="*/ 4070407 w 10450132"/>
              <a:gd name="connsiteY7449" fmla="*/ 2612772 h 5450835"/>
              <a:gd name="connsiteX7450" fmla="*/ 4074939 w 10450132"/>
              <a:gd name="connsiteY7450" fmla="*/ 2604891 h 5450835"/>
              <a:gd name="connsiteX7451" fmla="*/ 4075728 w 10450132"/>
              <a:gd name="connsiteY7451" fmla="*/ 2604431 h 5450835"/>
              <a:gd name="connsiteX7452" fmla="*/ 3821398 w 10450132"/>
              <a:gd name="connsiteY7452" fmla="*/ 2604431 h 5450835"/>
              <a:gd name="connsiteX7453" fmla="*/ 3830462 w 10450132"/>
              <a:gd name="connsiteY7453" fmla="*/ 2604431 h 5450835"/>
              <a:gd name="connsiteX7454" fmla="*/ 3831251 w 10450132"/>
              <a:gd name="connsiteY7454" fmla="*/ 2604891 h 5450835"/>
              <a:gd name="connsiteX7455" fmla="*/ 3835782 w 10450132"/>
              <a:gd name="connsiteY7455" fmla="*/ 2612772 h 5450835"/>
              <a:gd name="connsiteX7456" fmla="*/ 3835782 w 10450132"/>
              <a:gd name="connsiteY7456" fmla="*/ 2613626 h 5450835"/>
              <a:gd name="connsiteX7457" fmla="*/ 3831251 w 10450132"/>
              <a:gd name="connsiteY7457" fmla="*/ 2621508 h 5450835"/>
              <a:gd name="connsiteX7458" fmla="*/ 3830462 w 10450132"/>
              <a:gd name="connsiteY7458" fmla="*/ 2621968 h 5450835"/>
              <a:gd name="connsiteX7459" fmla="*/ 3821398 w 10450132"/>
              <a:gd name="connsiteY7459" fmla="*/ 2621968 h 5450835"/>
              <a:gd name="connsiteX7460" fmla="*/ 3820611 w 10450132"/>
              <a:gd name="connsiteY7460" fmla="*/ 2621508 h 5450835"/>
              <a:gd name="connsiteX7461" fmla="*/ 3816079 w 10450132"/>
              <a:gd name="connsiteY7461" fmla="*/ 2613626 h 5450835"/>
              <a:gd name="connsiteX7462" fmla="*/ 3816079 w 10450132"/>
              <a:gd name="connsiteY7462" fmla="*/ 2612772 h 5450835"/>
              <a:gd name="connsiteX7463" fmla="*/ 3820611 w 10450132"/>
              <a:gd name="connsiteY7463" fmla="*/ 2604891 h 5450835"/>
              <a:gd name="connsiteX7464" fmla="*/ 3821398 w 10450132"/>
              <a:gd name="connsiteY7464" fmla="*/ 2604431 h 5450835"/>
              <a:gd name="connsiteX7465" fmla="*/ 3567032 w 10450132"/>
              <a:gd name="connsiteY7465" fmla="*/ 2604431 h 5450835"/>
              <a:gd name="connsiteX7466" fmla="*/ 3576097 w 10450132"/>
              <a:gd name="connsiteY7466" fmla="*/ 2604431 h 5450835"/>
              <a:gd name="connsiteX7467" fmla="*/ 3576887 w 10450132"/>
              <a:gd name="connsiteY7467" fmla="*/ 2604891 h 5450835"/>
              <a:gd name="connsiteX7468" fmla="*/ 3581417 w 10450132"/>
              <a:gd name="connsiteY7468" fmla="*/ 2612772 h 5450835"/>
              <a:gd name="connsiteX7469" fmla="*/ 3581417 w 10450132"/>
              <a:gd name="connsiteY7469" fmla="*/ 2613626 h 5450835"/>
              <a:gd name="connsiteX7470" fmla="*/ 3576887 w 10450132"/>
              <a:gd name="connsiteY7470" fmla="*/ 2621508 h 5450835"/>
              <a:gd name="connsiteX7471" fmla="*/ 3576097 w 10450132"/>
              <a:gd name="connsiteY7471" fmla="*/ 2621968 h 5450835"/>
              <a:gd name="connsiteX7472" fmla="*/ 3567032 w 10450132"/>
              <a:gd name="connsiteY7472" fmla="*/ 2621968 h 5450835"/>
              <a:gd name="connsiteX7473" fmla="*/ 3566246 w 10450132"/>
              <a:gd name="connsiteY7473" fmla="*/ 2621508 h 5450835"/>
              <a:gd name="connsiteX7474" fmla="*/ 3561713 w 10450132"/>
              <a:gd name="connsiteY7474" fmla="*/ 2613626 h 5450835"/>
              <a:gd name="connsiteX7475" fmla="*/ 3561713 w 10450132"/>
              <a:gd name="connsiteY7475" fmla="*/ 2612772 h 5450835"/>
              <a:gd name="connsiteX7476" fmla="*/ 3566246 w 10450132"/>
              <a:gd name="connsiteY7476" fmla="*/ 2604891 h 5450835"/>
              <a:gd name="connsiteX7477" fmla="*/ 3567032 w 10450132"/>
              <a:gd name="connsiteY7477" fmla="*/ 2604431 h 5450835"/>
              <a:gd name="connsiteX7478" fmla="*/ 3312819 w 10450132"/>
              <a:gd name="connsiteY7478" fmla="*/ 2604431 h 5450835"/>
              <a:gd name="connsiteX7479" fmla="*/ 3321883 w 10450132"/>
              <a:gd name="connsiteY7479" fmla="*/ 2604431 h 5450835"/>
              <a:gd name="connsiteX7480" fmla="*/ 3322672 w 10450132"/>
              <a:gd name="connsiteY7480" fmla="*/ 2604891 h 5450835"/>
              <a:gd name="connsiteX7481" fmla="*/ 3327204 w 10450132"/>
              <a:gd name="connsiteY7481" fmla="*/ 2612772 h 5450835"/>
              <a:gd name="connsiteX7482" fmla="*/ 3327204 w 10450132"/>
              <a:gd name="connsiteY7482" fmla="*/ 2613626 h 5450835"/>
              <a:gd name="connsiteX7483" fmla="*/ 3322672 w 10450132"/>
              <a:gd name="connsiteY7483" fmla="*/ 2621508 h 5450835"/>
              <a:gd name="connsiteX7484" fmla="*/ 3321883 w 10450132"/>
              <a:gd name="connsiteY7484" fmla="*/ 2621968 h 5450835"/>
              <a:gd name="connsiteX7485" fmla="*/ 3312819 w 10450132"/>
              <a:gd name="connsiteY7485" fmla="*/ 2621968 h 5450835"/>
              <a:gd name="connsiteX7486" fmla="*/ 3312031 w 10450132"/>
              <a:gd name="connsiteY7486" fmla="*/ 2621508 h 5450835"/>
              <a:gd name="connsiteX7487" fmla="*/ 3307496 w 10450132"/>
              <a:gd name="connsiteY7487" fmla="*/ 2613626 h 5450835"/>
              <a:gd name="connsiteX7488" fmla="*/ 3307496 w 10450132"/>
              <a:gd name="connsiteY7488" fmla="*/ 2612772 h 5450835"/>
              <a:gd name="connsiteX7489" fmla="*/ 3312031 w 10450132"/>
              <a:gd name="connsiteY7489" fmla="*/ 2604891 h 5450835"/>
              <a:gd name="connsiteX7490" fmla="*/ 3312819 w 10450132"/>
              <a:gd name="connsiteY7490" fmla="*/ 2604431 h 5450835"/>
              <a:gd name="connsiteX7491" fmla="*/ 3058421 w 10450132"/>
              <a:gd name="connsiteY7491" fmla="*/ 2604431 h 5450835"/>
              <a:gd name="connsiteX7492" fmla="*/ 3067487 w 10450132"/>
              <a:gd name="connsiteY7492" fmla="*/ 2604431 h 5450835"/>
              <a:gd name="connsiteX7493" fmla="*/ 3068275 w 10450132"/>
              <a:gd name="connsiteY7493" fmla="*/ 2604891 h 5450835"/>
              <a:gd name="connsiteX7494" fmla="*/ 3072807 w 10450132"/>
              <a:gd name="connsiteY7494" fmla="*/ 2612772 h 5450835"/>
              <a:gd name="connsiteX7495" fmla="*/ 3072807 w 10450132"/>
              <a:gd name="connsiteY7495" fmla="*/ 2613626 h 5450835"/>
              <a:gd name="connsiteX7496" fmla="*/ 3068275 w 10450132"/>
              <a:gd name="connsiteY7496" fmla="*/ 2621508 h 5450835"/>
              <a:gd name="connsiteX7497" fmla="*/ 3067487 w 10450132"/>
              <a:gd name="connsiteY7497" fmla="*/ 2621968 h 5450835"/>
              <a:gd name="connsiteX7498" fmla="*/ 3058421 w 10450132"/>
              <a:gd name="connsiteY7498" fmla="*/ 2621968 h 5450835"/>
              <a:gd name="connsiteX7499" fmla="*/ 3057633 w 10450132"/>
              <a:gd name="connsiteY7499" fmla="*/ 2621508 h 5450835"/>
              <a:gd name="connsiteX7500" fmla="*/ 3053100 w 10450132"/>
              <a:gd name="connsiteY7500" fmla="*/ 2613626 h 5450835"/>
              <a:gd name="connsiteX7501" fmla="*/ 3053100 w 10450132"/>
              <a:gd name="connsiteY7501" fmla="*/ 2612772 h 5450835"/>
              <a:gd name="connsiteX7502" fmla="*/ 3057633 w 10450132"/>
              <a:gd name="connsiteY7502" fmla="*/ 2604891 h 5450835"/>
              <a:gd name="connsiteX7503" fmla="*/ 3058421 w 10450132"/>
              <a:gd name="connsiteY7503" fmla="*/ 2604431 h 5450835"/>
              <a:gd name="connsiteX7504" fmla="*/ 2803841 w 10450132"/>
              <a:gd name="connsiteY7504" fmla="*/ 2604431 h 5450835"/>
              <a:gd name="connsiteX7505" fmla="*/ 2812906 w 10450132"/>
              <a:gd name="connsiteY7505" fmla="*/ 2604431 h 5450835"/>
              <a:gd name="connsiteX7506" fmla="*/ 2813693 w 10450132"/>
              <a:gd name="connsiteY7506" fmla="*/ 2604891 h 5450835"/>
              <a:gd name="connsiteX7507" fmla="*/ 2818225 w 10450132"/>
              <a:gd name="connsiteY7507" fmla="*/ 2612772 h 5450835"/>
              <a:gd name="connsiteX7508" fmla="*/ 2818225 w 10450132"/>
              <a:gd name="connsiteY7508" fmla="*/ 2613626 h 5450835"/>
              <a:gd name="connsiteX7509" fmla="*/ 2813693 w 10450132"/>
              <a:gd name="connsiteY7509" fmla="*/ 2621508 h 5450835"/>
              <a:gd name="connsiteX7510" fmla="*/ 2812906 w 10450132"/>
              <a:gd name="connsiteY7510" fmla="*/ 2621968 h 5450835"/>
              <a:gd name="connsiteX7511" fmla="*/ 2803841 w 10450132"/>
              <a:gd name="connsiteY7511" fmla="*/ 2621968 h 5450835"/>
              <a:gd name="connsiteX7512" fmla="*/ 2803053 w 10450132"/>
              <a:gd name="connsiteY7512" fmla="*/ 2621508 h 5450835"/>
              <a:gd name="connsiteX7513" fmla="*/ 2798521 w 10450132"/>
              <a:gd name="connsiteY7513" fmla="*/ 2613626 h 5450835"/>
              <a:gd name="connsiteX7514" fmla="*/ 2798521 w 10450132"/>
              <a:gd name="connsiteY7514" fmla="*/ 2612772 h 5450835"/>
              <a:gd name="connsiteX7515" fmla="*/ 2803053 w 10450132"/>
              <a:gd name="connsiteY7515" fmla="*/ 2604891 h 5450835"/>
              <a:gd name="connsiteX7516" fmla="*/ 2803841 w 10450132"/>
              <a:gd name="connsiteY7516" fmla="*/ 2604431 h 5450835"/>
              <a:gd name="connsiteX7517" fmla="*/ 2549516 w 10450132"/>
              <a:gd name="connsiteY7517" fmla="*/ 2604431 h 5450835"/>
              <a:gd name="connsiteX7518" fmla="*/ 2558580 w 10450132"/>
              <a:gd name="connsiteY7518" fmla="*/ 2604431 h 5450835"/>
              <a:gd name="connsiteX7519" fmla="*/ 2559369 w 10450132"/>
              <a:gd name="connsiteY7519" fmla="*/ 2604891 h 5450835"/>
              <a:gd name="connsiteX7520" fmla="*/ 2563902 w 10450132"/>
              <a:gd name="connsiteY7520" fmla="*/ 2612772 h 5450835"/>
              <a:gd name="connsiteX7521" fmla="*/ 2563902 w 10450132"/>
              <a:gd name="connsiteY7521" fmla="*/ 2613626 h 5450835"/>
              <a:gd name="connsiteX7522" fmla="*/ 2559369 w 10450132"/>
              <a:gd name="connsiteY7522" fmla="*/ 2621508 h 5450835"/>
              <a:gd name="connsiteX7523" fmla="*/ 2558580 w 10450132"/>
              <a:gd name="connsiteY7523" fmla="*/ 2621968 h 5450835"/>
              <a:gd name="connsiteX7524" fmla="*/ 2549516 w 10450132"/>
              <a:gd name="connsiteY7524" fmla="*/ 2621968 h 5450835"/>
              <a:gd name="connsiteX7525" fmla="*/ 2548727 w 10450132"/>
              <a:gd name="connsiteY7525" fmla="*/ 2621508 h 5450835"/>
              <a:gd name="connsiteX7526" fmla="*/ 2544195 w 10450132"/>
              <a:gd name="connsiteY7526" fmla="*/ 2613626 h 5450835"/>
              <a:gd name="connsiteX7527" fmla="*/ 2544195 w 10450132"/>
              <a:gd name="connsiteY7527" fmla="*/ 2612772 h 5450835"/>
              <a:gd name="connsiteX7528" fmla="*/ 2548727 w 10450132"/>
              <a:gd name="connsiteY7528" fmla="*/ 2604891 h 5450835"/>
              <a:gd name="connsiteX7529" fmla="*/ 2549516 w 10450132"/>
              <a:gd name="connsiteY7529" fmla="*/ 2604431 h 5450835"/>
              <a:gd name="connsiteX7530" fmla="*/ 2295000 w 10450132"/>
              <a:gd name="connsiteY7530" fmla="*/ 2604431 h 5450835"/>
              <a:gd name="connsiteX7531" fmla="*/ 2304065 w 10450132"/>
              <a:gd name="connsiteY7531" fmla="*/ 2604431 h 5450835"/>
              <a:gd name="connsiteX7532" fmla="*/ 2304853 w 10450132"/>
              <a:gd name="connsiteY7532" fmla="*/ 2604891 h 5450835"/>
              <a:gd name="connsiteX7533" fmla="*/ 2309386 w 10450132"/>
              <a:gd name="connsiteY7533" fmla="*/ 2612772 h 5450835"/>
              <a:gd name="connsiteX7534" fmla="*/ 2309386 w 10450132"/>
              <a:gd name="connsiteY7534" fmla="*/ 2613626 h 5450835"/>
              <a:gd name="connsiteX7535" fmla="*/ 2304853 w 10450132"/>
              <a:gd name="connsiteY7535" fmla="*/ 2621508 h 5450835"/>
              <a:gd name="connsiteX7536" fmla="*/ 2304065 w 10450132"/>
              <a:gd name="connsiteY7536" fmla="*/ 2621968 h 5450835"/>
              <a:gd name="connsiteX7537" fmla="*/ 2295000 w 10450132"/>
              <a:gd name="connsiteY7537" fmla="*/ 2621968 h 5450835"/>
              <a:gd name="connsiteX7538" fmla="*/ 2294212 w 10450132"/>
              <a:gd name="connsiteY7538" fmla="*/ 2621508 h 5450835"/>
              <a:gd name="connsiteX7539" fmla="*/ 2289680 w 10450132"/>
              <a:gd name="connsiteY7539" fmla="*/ 2613626 h 5450835"/>
              <a:gd name="connsiteX7540" fmla="*/ 2289680 w 10450132"/>
              <a:gd name="connsiteY7540" fmla="*/ 2612772 h 5450835"/>
              <a:gd name="connsiteX7541" fmla="*/ 2294212 w 10450132"/>
              <a:gd name="connsiteY7541" fmla="*/ 2604891 h 5450835"/>
              <a:gd name="connsiteX7542" fmla="*/ 2295000 w 10450132"/>
              <a:gd name="connsiteY7542" fmla="*/ 2604431 h 5450835"/>
              <a:gd name="connsiteX7543" fmla="*/ 2040756 w 10450132"/>
              <a:gd name="connsiteY7543" fmla="*/ 2604431 h 5450835"/>
              <a:gd name="connsiteX7544" fmla="*/ 2049821 w 10450132"/>
              <a:gd name="connsiteY7544" fmla="*/ 2604431 h 5450835"/>
              <a:gd name="connsiteX7545" fmla="*/ 2050609 w 10450132"/>
              <a:gd name="connsiteY7545" fmla="*/ 2604891 h 5450835"/>
              <a:gd name="connsiteX7546" fmla="*/ 2055141 w 10450132"/>
              <a:gd name="connsiteY7546" fmla="*/ 2612772 h 5450835"/>
              <a:gd name="connsiteX7547" fmla="*/ 2055141 w 10450132"/>
              <a:gd name="connsiteY7547" fmla="*/ 2613626 h 5450835"/>
              <a:gd name="connsiteX7548" fmla="*/ 2050609 w 10450132"/>
              <a:gd name="connsiteY7548" fmla="*/ 2621508 h 5450835"/>
              <a:gd name="connsiteX7549" fmla="*/ 2049821 w 10450132"/>
              <a:gd name="connsiteY7549" fmla="*/ 2621968 h 5450835"/>
              <a:gd name="connsiteX7550" fmla="*/ 2040756 w 10450132"/>
              <a:gd name="connsiteY7550" fmla="*/ 2621968 h 5450835"/>
              <a:gd name="connsiteX7551" fmla="*/ 2039968 w 10450132"/>
              <a:gd name="connsiteY7551" fmla="*/ 2621508 h 5450835"/>
              <a:gd name="connsiteX7552" fmla="*/ 2035435 w 10450132"/>
              <a:gd name="connsiteY7552" fmla="*/ 2613626 h 5450835"/>
              <a:gd name="connsiteX7553" fmla="*/ 2035435 w 10450132"/>
              <a:gd name="connsiteY7553" fmla="*/ 2612772 h 5450835"/>
              <a:gd name="connsiteX7554" fmla="*/ 2039968 w 10450132"/>
              <a:gd name="connsiteY7554" fmla="*/ 2604891 h 5450835"/>
              <a:gd name="connsiteX7555" fmla="*/ 2040756 w 10450132"/>
              <a:gd name="connsiteY7555" fmla="*/ 2604431 h 5450835"/>
              <a:gd name="connsiteX7556" fmla="*/ 1786201 w 10450132"/>
              <a:gd name="connsiteY7556" fmla="*/ 2604431 h 5450835"/>
              <a:gd name="connsiteX7557" fmla="*/ 1795266 w 10450132"/>
              <a:gd name="connsiteY7557" fmla="*/ 2604431 h 5450835"/>
              <a:gd name="connsiteX7558" fmla="*/ 1796055 w 10450132"/>
              <a:gd name="connsiteY7558" fmla="*/ 2604891 h 5450835"/>
              <a:gd name="connsiteX7559" fmla="*/ 1800586 w 10450132"/>
              <a:gd name="connsiteY7559" fmla="*/ 2612772 h 5450835"/>
              <a:gd name="connsiteX7560" fmla="*/ 1800586 w 10450132"/>
              <a:gd name="connsiteY7560" fmla="*/ 2613626 h 5450835"/>
              <a:gd name="connsiteX7561" fmla="*/ 1796055 w 10450132"/>
              <a:gd name="connsiteY7561" fmla="*/ 2621508 h 5450835"/>
              <a:gd name="connsiteX7562" fmla="*/ 1795266 w 10450132"/>
              <a:gd name="connsiteY7562" fmla="*/ 2621968 h 5450835"/>
              <a:gd name="connsiteX7563" fmla="*/ 1786201 w 10450132"/>
              <a:gd name="connsiteY7563" fmla="*/ 2621968 h 5450835"/>
              <a:gd name="connsiteX7564" fmla="*/ 1785414 w 10450132"/>
              <a:gd name="connsiteY7564" fmla="*/ 2621508 h 5450835"/>
              <a:gd name="connsiteX7565" fmla="*/ 1780882 w 10450132"/>
              <a:gd name="connsiteY7565" fmla="*/ 2613626 h 5450835"/>
              <a:gd name="connsiteX7566" fmla="*/ 1780882 w 10450132"/>
              <a:gd name="connsiteY7566" fmla="*/ 2612772 h 5450835"/>
              <a:gd name="connsiteX7567" fmla="*/ 1785414 w 10450132"/>
              <a:gd name="connsiteY7567" fmla="*/ 2604891 h 5450835"/>
              <a:gd name="connsiteX7568" fmla="*/ 1786201 w 10450132"/>
              <a:gd name="connsiteY7568" fmla="*/ 2604431 h 5450835"/>
              <a:gd name="connsiteX7569" fmla="*/ 1531885 w 10450132"/>
              <a:gd name="connsiteY7569" fmla="*/ 2604431 h 5450835"/>
              <a:gd name="connsiteX7570" fmla="*/ 1540949 w 10450132"/>
              <a:gd name="connsiteY7570" fmla="*/ 2604431 h 5450835"/>
              <a:gd name="connsiteX7571" fmla="*/ 1541737 w 10450132"/>
              <a:gd name="connsiteY7571" fmla="*/ 2604891 h 5450835"/>
              <a:gd name="connsiteX7572" fmla="*/ 1546269 w 10450132"/>
              <a:gd name="connsiteY7572" fmla="*/ 2612772 h 5450835"/>
              <a:gd name="connsiteX7573" fmla="*/ 1546269 w 10450132"/>
              <a:gd name="connsiteY7573" fmla="*/ 2613626 h 5450835"/>
              <a:gd name="connsiteX7574" fmla="*/ 1541737 w 10450132"/>
              <a:gd name="connsiteY7574" fmla="*/ 2621508 h 5450835"/>
              <a:gd name="connsiteX7575" fmla="*/ 1540949 w 10450132"/>
              <a:gd name="connsiteY7575" fmla="*/ 2621968 h 5450835"/>
              <a:gd name="connsiteX7576" fmla="*/ 1531885 w 10450132"/>
              <a:gd name="connsiteY7576" fmla="*/ 2621968 h 5450835"/>
              <a:gd name="connsiteX7577" fmla="*/ 1531098 w 10450132"/>
              <a:gd name="connsiteY7577" fmla="*/ 2621508 h 5450835"/>
              <a:gd name="connsiteX7578" fmla="*/ 1526565 w 10450132"/>
              <a:gd name="connsiteY7578" fmla="*/ 2613626 h 5450835"/>
              <a:gd name="connsiteX7579" fmla="*/ 1526565 w 10450132"/>
              <a:gd name="connsiteY7579" fmla="*/ 2612772 h 5450835"/>
              <a:gd name="connsiteX7580" fmla="*/ 1531098 w 10450132"/>
              <a:gd name="connsiteY7580" fmla="*/ 2604891 h 5450835"/>
              <a:gd name="connsiteX7581" fmla="*/ 1531885 w 10450132"/>
              <a:gd name="connsiteY7581" fmla="*/ 2604431 h 5450835"/>
              <a:gd name="connsiteX7582" fmla="*/ 1277494 w 10450132"/>
              <a:gd name="connsiteY7582" fmla="*/ 2604431 h 5450835"/>
              <a:gd name="connsiteX7583" fmla="*/ 1286560 w 10450132"/>
              <a:gd name="connsiteY7583" fmla="*/ 2604431 h 5450835"/>
              <a:gd name="connsiteX7584" fmla="*/ 1287348 w 10450132"/>
              <a:gd name="connsiteY7584" fmla="*/ 2604891 h 5450835"/>
              <a:gd name="connsiteX7585" fmla="*/ 1291879 w 10450132"/>
              <a:gd name="connsiteY7585" fmla="*/ 2612772 h 5450835"/>
              <a:gd name="connsiteX7586" fmla="*/ 1291879 w 10450132"/>
              <a:gd name="connsiteY7586" fmla="*/ 2613626 h 5450835"/>
              <a:gd name="connsiteX7587" fmla="*/ 1287348 w 10450132"/>
              <a:gd name="connsiteY7587" fmla="*/ 2621508 h 5450835"/>
              <a:gd name="connsiteX7588" fmla="*/ 1286560 w 10450132"/>
              <a:gd name="connsiteY7588" fmla="*/ 2621968 h 5450835"/>
              <a:gd name="connsiteX7589" fmla="*/ 1277494 w 10450132"/>
              <a:gd name="connsiteY7589" fmla="*/ 2621968 h 5450835"/>
              <a:gd name="connsiteX7590" fmla="*/ 1276707 w 10450132"/>
              <a:gd name="connsiteY7590" fmla="*/ 2621508 h 5450835"/>
              <a:gd name="connsiteX7591" fmla="*/ 1272176 w 10450132"/>
              <a:gd name="connsiteY7591" fmla="*/ 2613626 h 5450835"/>
              <a:gd name="connsiteX7592" fmla="*/ 1272176 w 10450132"/>
              <a:gd name="connsiteY7592" fmla="*/ 2612772 h 5450835"/>
              <a:gd name="connsiteX7593" fmla="*/ 1276707 w 10450132"/>
              <a:gd name="connsiteY7593" fmla="*/ 2604891 h 5450835"/>
              <a:gd name="connsiteX7594" fmla="*/ 1277494 w 10450132"/>
              <a:gd name="connsiteY7594" fmla="*/ 2604431 h 5450835"/>
              <a:gd name="connsiteX7595" fmla="*/ 1023121 w 10450132"/>
              <a:gd name="connsiteY7595" fmla="*/ 2604431 h 5450835"/>
              <a:gd name="connsiteX7596" fmla="*/ 1032185 w 10450132"/>
              <a:gd name="connsiteY7596" fmla="*/ 2604431 h 5450835"/>
              <a:gd name="connsiteX7597" fmla="*/ 1032973 w 10450132"/>
              <a:gd name="connsiteY7597" fmla="*/ 2604891 h 5450835"/>
              <a:gd name="connsiteX7598" fmla="*/ 1037505 w 10450132"/>
              <a:gd name="connsiteY7598" fmla="*/ 2612772 h 5450835"/>
              <a:gd name="connsiteX7599" fmla="*/ 1037505 w 10450132"/>
              <a:gd name="connsiteY7599" fmla="*/ 2613626 h 5450835"/>
              <a:gd name="connsiteX7600" fmla="*/ 1032973 w 10450132"/>
              <a:gd name="connsiteY7600" fmla="*/ 2621508 h 5450835"/>
              <a:gd name="connsiteX7601" fmla="*/ 1032185 w 10450132"/>
              <a:gd name="connsiteY7601" fmla="*/ 2621968 h 5450835"/>
              <a:gd name="connsiteX7602" fmla="*/ 1023121 w 10450132"/>
              <a:gd name="connsiteY7602" fmla="*/ 2621968 h 5450835"/>
              <a:gd name="connsiteX7603" fmla="*/ 1022334 w 10450132"/>
              <a:gd name="connsiteY7603" fmla="*/ 2621508 h 5450835"/>
              <a:gd name="connsiteX7604" fmla="*/ 1017801 w 10450132"/>
              <a:gd name="connsiteY7604" fmla="*/ 2613626 h 5450835"/>
              <a:gd name="connsiteX7605" fmla="*/ 1017801 w 10450132"/>
              <a:gd name="connsiteY7605" fmla="*/ 2612772 h 5450835"/>
              <a:gd name="connsiteX7606" fmla="*/ 1022334 w 10450132"/>
              <a:gd name="connsiteY7606" fmla="*/ 2604891 h 5450835"/>
              <a:gd name="connsiteX7607" fmla="*/ 1023121 w 10450132"/>
              <a:gd name="connsiteY7607" fmla="*/ 2604431 h 5450835"/>
              <a:gd name="connsiteX7608" fmla="*/ 768691 w 10450132"/>
              <a:gd name="connsiteY7608" fmla="*/ 2604431 h 5450835"/>
              <a:gd name="connsiteX7609" fmla="*/ 777753 w 10450132"/>
              <a:gd name="connsiteY7609" fmla="*/ 2604431 h 5450835"/>
              <a:gd name="connsiteX7610" fmla="*/ 778541 w 10450132"/>
              <a:gd name="connsiteY7610" fmla="*/ 2604891 h 5450835"/>
              <a:gd name="connsiteX7611" fmla="*/ 783074 w 10450132"/>
              <a:gd name="connsiteY7611" fmla="*/ 2612772 h 5450835"/>
              <a:gd name="connsiteX7612" fmla="*/ 783074 w 10450132"/>
              <a:gd name="connsiteY7612" fmla="*/ 2613626 h 5450835"/>
              <a:gd name="connsiteX7613" fmla="*/ 778541 w 10450132"/>
              <a:gd name="connsiteY7613" fmla="*/ 2621508 h 5450835"/>
              <a:gd name="connsiteX7614" fmla="*/ 777753 w 10450132"/>
              <a:gd name="connsiteY7614" fmla="*/ 2621968 h 5450835"/>
              <a:gd name="connsiteX7615" fmla="*/ 768691 w 10450132"/>
              <a:gd name="connsiteY7615" fmla="*/ 2621968 h 5450835"/>
              <a:gd name="connsiteX7616" fmla="*/ 767903 w 10450132"/>
              <a:gd name="connsiteY7616" fmla="*/ 2621508 h 5450835"/>
              <a:gd name="connsiteX7617" fmla="*/ 763369 w 10450132"/>
              <a:gd name="connsiteY7617" fmla="*/ 2613626 h 5450835"/>
              <a:gd name="connsiteX7618" fmla="*/ 763369 w 10450132"/>
              <a:gd name="connsiteY7618" fmla="*/ 2612772 h 5450835"/>
              <a:gd name="connsiteX7619" fmla="*/ 767903 w 10450132"/>
              <a:gd name="connsiteY7619" fmla="*/ 2604891 h 5450835"/>
              <a:gd name="connsiteX7620" fmla="*/ 768691 w 10450132"/>
              <a:gd name="connsiteY7620" fmla="*/ 2604431 h 5450835"/>
              <a:gd name="connsiteX7621" fmla="*/ 514184 w 10450132"/>
              <a:gd name="connsiteY7621" fmla="*/ 2604431 h 5450835"/>
              <a:gd name="connsiteX7622" fmla="*/ 523248 w 10450132"/>
              <a:gd name="connsiteY7622" fmla="*/ 2604431 h 5450835"/>
              <a:gd name="connsiteX7623" fmla="*/ 524037 w 10450132"/>
              <a:gd name="connsiteY7623" fmla="*/ 2604891 h 5450835"/>
              <a:gd name="connsiteX7624" fmla="*/ 528568 w 10450132"/>
              <a:gd name="connsiteY7624" fmla="*/ 2612772 h 5450835"/>
              <a:gd name="connsiteX7625" fmla="*/ 528568 w 10450132"/>
              <a:gd name="connsiteY7625" fmla="*/ 2613626 h 5450835"/>
              <a:gd name="connsiteX7626" fmla="*/ 524037 w 10450132"/>
              <a:gd name="connsiteY7626" fmla="*/ 2621508 h 5450835"/>
              <a:gd name="connsiteX7627" fmla="*/ 523248 w 10450132"/>
              <a:gd name="connsiteY7627" fmla="*/ 2621968 h 5450835"/>
              <a:gd name="connsiteX7628" fmla="*/ 514184 w 10450132"/>
              <a:gd name="connsiteY7628" fmla="*/ 2621968 h 5450835"/>
              <a:gd name="connsiteX7629" fmla="*/ 513396 w 10450132"/>
              <a:gd name="connsiteY7629" fmla="*/ 2621508 h 5450835"/>
              <a:gd name="connsiteX7630" fmla="*/ 508864 w 10450132"/>
              <a:gd name="connsiteY7630" fmla="*/ 2613626 h 5450835"/>
              <a:gd name="connsiteX7631" fmla="*/ 508864 w 10450132"/>
              <a:gd name="connsiteY7631" fmla="*/ 2612772 h 5450835"/>
              <a:gd name="connsiteX7632" fmla="*/ 513396 w 10450132"/>
              <a:gd name="connsiteY7632" fmla="*/ 2604891 h 5450835"/>
              <a:gd name="connsiteX7633" fmla="*/ 514184 w 10450132"/>
              <a:gd name="connsiteY7633" fmla="*/ 2604431 h 5450835"/>
              <a:gd name="connsiteX7634" fmla="*/ 259911 w 10450132"/>
              <a:gd name="connsiteY7634" fmla="*/ 2604431 h 5450835"/>
              <a:gd name="connsiteX7635" fmla="*/ 268974 w 10450132"/>
              <a:gd name="connsiteY7635" fmla="*/ 2604431 h 5450835"/>
              <a:gd name="connsiteX7636" fmla="*/ 269763 w 10450132"/>
              <a:gd name="connsiteY7636" fmla="*/ 2604891 h 5450835"/>
              <a:gd name="connsiteX7637" fmla="*/ 274294 w 10450132"/>
              <a:gd name="connsiteY7637" fmla="*/ 2612772 h 5450835"/>
              <a:gd name="connsiteX7638" fmla="*/ 274294 w 10450132"/>
              <a:gd name="connsiteY7638" fmla="*/ 2613626 h 5450835"/>
              <a:gd name="connsiteX7639" fmla="*/ 269763 w 10450132"/>
              <a:gd name="connsiteY7639" fmla="*/ 2621508 h 5450835"/>
              <a:gd name="connsiteX7640" fmla="*/ 268974 w 10450132"/>
              <a:gd name="connsiteY7640" fmla="*/ 2621968 h 5450835"/>
              <a:gd name="connsiteX7641" fmla="*/ 259911 w 10450132"/>
              <a:gd name="connsiteY7641" fmla="*/ 2621968 h 5450835"/>
              <a:gd name="connsiteX7642" fmla="*/ 259122 w 10450132"/>
              <a:gd name="connsiteY7642" fmla="*/ 2621508 h 5450835"/>
              <a:gd name="connsiteX7643" fmla="*/ 254590 w 10450132"/>
              <a:gd name="connsiteY7643" fmla="*/ 2613626 h 5450835"/>
              <a:gd name="connsiteX7644" fmla="*/ 254590 w 10450132"/>
              <a:gd name="connsiteY7644" fmla="*/ 2612772 h 5450835"/>
              <a:gd name="connsiteX7645" fmla="*/ 259122 w 10450132"/>
              <a:gd name="connsiteY7645" fmla="*/ 2604891 h 5450835"/>
              <a:gd name="connsiteX7646" fmla="*/ 259911 w 10450132"/>
              <a:gd name="connsiteY7646" fmla="*/ 2604431 h 5450835"/>
              <a:gd name="connsiteX7647" fmla="*/ 5483 w 10450132"/>
              <a:gd name="connsiteY7647" fmla="*/ 2604431 h 5450835"/>
              <a:gd name="connsiteX7648" fmla="*/ 14547 w 10450132"/>
              <a:gd name="connsiteY7648" fmla="*/ 2604431 h 5450835"/>
              <a:gd name="connsiteX7649" fmla="*/ 15335 w 10450132"/>
              <a:gd name="connsiteY7649" fmla="*/ 2604891 h 5450835"/>
              <a:gd name="connsiteX7650" fmla="*/ 19867 w 10450132"/>
              <a:gd name="connsiteY7650" fmla="*/ 2612772 h 5450835"/>
              <a:gd name="connsiteX7651" fmla="*/ 19867 w 10450132"/>
              <a:gd name="connsiteY7651" fmla="*/ 2613626 h 5450835"/>
              <a:gd name="connsiteX7652" fmla="*/ 15335 w 10450132"/>
              <a:gd name="connsiteY7652" fmla="*/ 2621508 h 5450835"/>
              <a:gd name="connsiteX7653" fmla="*/ 14547 w 10450132"/>
              <a:gd name="connsiteY7653" fmla="*/ 2621968 h 5450835"/>
              <a:gd name="connsiteX7654" fmla="*/ 5483 w 10450132"/>
              <a:gd name="connsiteY7654" fmla="*/ 2621968 h 5450835"/>
              <a:gd name="connsiteX7655" fmla="*/ 4694 w 10450132"/>
              <a:gd name="connsiteY7655" fmla="*/ 2621508 h 5450835"/>
              <a:gd name="connsiteX7656" fmla="*/ 162 w 10450132"/>
              <a:gd name="connsiteY7656" fmla="*/ 2613626 h 5450835"/>
              <a:gd name="connsiteX7657" fmla="*/ 162 w 10450132"/>
              <a:gd name="connsiteY7657" fmla="*/ 2612772 h 5450835"/>
              <a:gd name="connsiteX7658" fmla="*/ 4694 w 10450132"/>
              <a:gd name="connsiteY7658" fmla="*/ 2604891 h 5450835"/>
              <a:gd name="connsiteX7659" fmla="*/ 5483 w 10450132"/>
              <a:gd name="connsiteY7659" fmla="*/ 2604431 h 5450835"/>
              <a:gd name="connsiteX7660" fmla="*/ 10435622 w 10450132"/>
              <a:gd name="connsiteY7660" fmla="*/ 2387357 h 5450835"/>
              <a:gd name="connsiteX7661" fmla="*/ 10444686 w 10450132"/>
              <a:gd name="connsiteY7661" fmla="*/ 2387357 h 5450835"/>
              <a:gd name="connsiteX7662" fmla="*/ 10445474 w 10450132"/>
              <a:gd name="connsiteY7662" fmla="*/ 2387816 h 5450835"/>
              <a:gd name="connsiteX7663" fmla="*/ 10450007 w 10450132"/>
              <a:gd name="connsiteY7663" fmla="*/ 2395698 h 5450835"/>
              <a:gd name="connsiteX7664" fmla="*/ 10450007 w 10450132"/>
              <a:gd name="connsiteY7664" fmla="*/ 2396552 h 5450835"/>
              <a:gd name="connsiteX7665" fmla="*/ 10445474 w 10450132"/>
              <a:gd name="connsiteY7665" fmla="*/ 2404434 h 5450835"/>
              <a:gd name="connsiteX7666" fmla="*/ 10444686 w 10450132"/>
              <a:gd name="connsiteY7666" fmla="*/ 2404893 h 5450835"/>
              <a:gd name="connsiteX7667" fmla="*/ 10435622 w 10450132"/>
              <a:gd name="connsiteY7667" fmla="*/ 2404893 h 5450835"/>
              <a:gd name="connsiteX7668" fmla="*/ 10434834 w 10450132"/>
              <a:gd name="connsiteY7668" fmla="*/ 2404434 h 5450835"/>
              <a:gd name="connsiteX7669" fmla="*/ 10430302 w 10450132"/>
              <a:gd name="connsiteY7669" fmla="*/ 2396552 h 5450835"/>
              <a:gd name="connsiteX7670" fmla="*/ 10430302 w 10450132"/>
              <a:gd name="connsiteY7670" fmla="*/ 2395698 h 5450835"/>
              <a:gd name="connsiteX7671" fmla="*/ 10434834 w 10450132"/>
              <a:gd name="connsiteY7671" fmla="*/ 2387816 h 5450835"/>
              <a:gd name="connsiteX7672" fmla="*/ 10435622 w 10450132"/>
              <a:gd name="connsiteY7672" fmla="*/ 2387357 h 5450835"/>
              <a:gd name="connsiteX7673" fmla="*/ 10181242 w 10450132"/>
              <a:gd name="connsiteY7673" fmla="*/ 2387357 h 5450835"/>
              <a:gd name="connsiteX7674" fmla="*/ 10190305 w 10450132"/>
              <a:gd name="connsiteY7674" fmla="*/ 2387357 h 5450835"/>
              <a:gd name="connsiteX7675" fmla="*/ 10191093 w 10450132"/>
              <a:gd name="connsiteY7675" fmla="*/ 2387816 h 5450835"/>
              <a:gd name="connsiteX7676" fmla="*/ 10195626 w 10450132"/>
              <a:gd name="connsiteY7676" fmla="*/ 2395698 h 5450835"/>
              <a:gd name="connsiteX7677" fmla="*/ 10195626 w 10450132"/>
              <a:gd name="connsiteY7677" fmla="*/ 2396552 h 5450835"/>
              <a:gd name="connsiteX7678" fmla="*/ 10191093 w 10450132"/>
              <a:gd name="connsiteY7678" fmla="*/ 2404434 h 5450835"/>
              <a:gd name="connsiteX7679" fmla="*/ 10190305 w 10450132"/>
              <a:gd name="connsiteY7679" fmla="*/ 2404893 h 5450835"/>
              <a:gd name="connsiteX7680" fmla="*/ 10181242 w 10450132"/>
              <a:gd name="connsiteY7680" fmla="*/ 2404893 h 5450835"/>
              <a:gd name="connsiteX7681" fmla="*/ 10180453 w 10450132"/>
              <a:gd name="connsiteY7681" fmla="*/ 2404434 h 5450835"/>
              <a:gd name="connsiteX7682" fmla="*/ 10175922 w 10450132"/>
              <a:gd name="connsiteY7682" fmla="*/ 2396552 h 5450835"/>
              <a:gd name="connsiteX7683" fmla="*/ 10175922 w 10450132"/>
              <a:gd name="connsiteY7683" fmla="*/ 2395698 h 5450835"/>
              <a:gd name="connsiteX7684" fmla="*/ 10180453 w 10450132"/>
              <a:gd name="connsiteY7684" fmla="*/ 2387816 h 5450835"/>
              <a:gd name="connsiteX7685" fmla="*/ 10181242 w 10450132"/>
              <a:gd name="connsiteY7685" fmla="*/ 2387357 h 5450835"/>
              <a:gd name="connsiteX7686" fmla="*/ 9926861 w 10450132"/>
              <a:gd name="connsiteY7686" fmla="*/ 2387357 h 5450835"/>
              <a:gd name="connsiteX7687" fmla="*/ 9935924 w 10450132"/>
              <a:gd name="connsiteY7687" fmla="*/ 2387357 h 5450835"/>
              <a:gd name="connsiteX7688" fmla="*/ 9936713 w 10450132"/>
              <a:gd name="connsiteY7688" fmla="*/ 2387816 h 5450835"/>
              <a:gd name="connsiteX7689" fmla="*/ 9941246 w 10450132"/>
              <a:gd name="connsiteY7689" fmla="*/ 2395698 h 5450835"/>
              <a:gd name="connsiteX7690" fmla="*/ 9941246 w 10450132"/>
              <a:gd name="connsiteY7690" fmla="*/ 2396552 h 5450835"/>
              <a:gd name="connsiteX7691" fmla="*/ 9936713 w 10450132"/>
              <a:gd name="connsiteY7691" fmla="*/ 2404434 h 5450835"/>
              <a:gd name="connsiteX7692" fmla="*/ 9935924 w 10450132"/>
              <a:gd name="connsiteY7692" fmla="*/ 2404893 h 5450835"/>
              <a:gd name="connsiteX7693" fmla="*/ 9926861 w 10450132"/>
              <a:gd name="connsiteY7693" fmla="*/ 2404893 h 5450835"/>
              <a:gd name="connsiteX7694" fmla="*/ 9926073 w 10450132"/>
              <a:gd name="connsiteY7694" fmla="*/ 2404434 h 5450835"/>
              <a:gd name="connsiteX7695" fmla="*/ 9921541 w 10450132"/>
              <a:gd name="connsiteY7695" fmla="*/ 2396552 h 5450835"/>
              <a:gd name="connsiteX7696" fmla="*/ 9921541 w 10450132"/>
              <a:gd name="connsiteY7696" fmla="*/ 2395698 h 5450835"/>
              <a:gd name="connsiteX7697" fmla="*/ 9926073 w 10450132"/>
              <a:gd name="connsiteY7697" fmla="*/ 2387816 h 5450835"/>
              <a:gd name="connsiteX7698" fmla="*/ 9926861 w 10450132"/>
              <a:gd name="connsiteY7698" fmla="*/ 2387357 h 5450835"/>
              <a:gd name="connsiteX7699" fmla="*/ 9672481 w 10450132"/>
              <a:gd name="connsiteY7699" fmla="*/ 2387357 h 5450835"/>
              <a:gd name="connsiteX7700" fmla="*/ 9681545 w 10450132"/>
              <a:gd name="connsiteY7700" fmla="*/ 2387357 h 5450835"/>
              <a:gd name="connsiteX7701" fmla="*/ 9682333 w 10450132"/>
              <a:gd name="connsiteY7701" fmla="*/ 2387816 h 5450835"/>
              <a:gd name="connsiteX7702" fmla="*/ 9686865 w 10450132"/>
              <a:gd name="connsiteY7702" fmla="*/ 2395698 h 5450835"/>
              <a:gd name="connsiteX7703" fmla="*/ 9686865 w 10450132"/>
              <a:gd name="connsiteY7703" fmla="*/ 2396552 h 5450835"/>
              <a:gd name="connsiteX7704" fmla="*/ 9682333 w 10450132"/>
              <a:gd name="connsiteY7704" fmla="*/ 2404434 h 5450835"/>
              <a:gd name="connsiteX7705" fmla="*/ 9681545 w 10450132"/>
              <a:gd name="connsiteY7705" fmla="*/ 2404893 h 5450835"/>
              <a:gd name="connsiteX7706" fmla="*/ 9672481 w 10450132"/>
              <a:gd name="connsiteY7706" fmla="*/ 2404893 h 5450835"/>
              <a:gd name="connsiteX7707" fmla="*/ 9671693 w 10450132"/>
              <a:gd name="connsiteY7707" fmla="*/ 2404434 h 5450835"/>
              <a:gd name="connsiteX7708" fmla="*/ 9667160 w 10450132"/>
              <a:gd name="connsiteY7708" fmla="*/ 2396552 h 5450835"/>
              <a:gd name="connsiteX7709" fmla="*/ 9667160 w 10450132"/>
              <a:gd name="connsiteY7709" fmla="*/ 2395698 h 5450835"/>
              <a:gd name="connsiteX7710" fmla="*/ 9671693 w 10450132"/>
              <a:gd name="connsiteY7710" fmla="*/ 2387816 h 5450835"/>
              <a:gd name="connsiteX7711" fmla="*/ 9672481 w 10450132"/>
              <a:gd name="connsiteY7711" fmla="*/ 2387357 h 5450835"/>
              <a:gd name="connsiteX7712" fmla="*/ 9418035 w 10450132"/>
              <a:gd name="connsiteY7712" fmla="*/ 2387357 h 5450835"/>
              <a:gd name="connsiteX7713" fmla="*/ 9427099 w 10450132"/>
              <a:gd name="connsiteY7713" fmla="*/ 2387357 h 5450835"/>
              <a:gd name="connsiteX7714" fmla="*/ 9427887 w 10450132"/>
              <a:gd name="connsiteY7714" fmla="*/ 2387816 h 5450835"/>
              <a:gd name="connsiteX7715" fmla="*/ 9432419 w 10450132"/>
              <a:gd name="connsiteY7715" fmla="*/ 2395698 h 5450835"/>
              <a:gd name="connsiteX7716" fmla="*/ 9432419 w 10450132"/>
              <a:gd name="connsiteY7716" fmla="*/ 2396552 h 5450835"/>
              <a:gd name="connsiteX7717" fmla="*/ 9427887 w 10450132"/>
              <a:gd name="connsiteY7717" fmla="*/ 2404434 h 5450835"/>
              <a:gd name="connsiteX7718" fmla="*/ 9427099 w 10450132"/>
              <a:gd name="connsiteY7718" fmla="*/ 2404893 h 5450835"/>
              <a:gd name="connsiteX7719" fmla="*/ 9418035 w 10450132"/>
              <a:gd name="connsiteY7719" fmla="*/ 2404893 h 5450835"/>
              <a:gd name="connsiteX7720" fmla="*/ 9417247 w 10450132"/>
              <a:gd name="connsiteY7720" fmla="*/ 2404434 h 5450835"/>
              <a:gd name="connsiteX7721" fmla="*/ 9412714 w 10450132"/>
              <a:gd name="connsiteY7721" fmla="*/ 2396552 h 5450835"/>
              <a:gd name="connsiteX7722" fmla="*/ 9412714 w 10450132"/>
              <a:gd name="connsiteY7722" fmla="*/ 2395698 h 5450835"/>
              <a:gd name="connsiteX7723" fmla="*/ 9417247 w 10450132"/>
              <a:gd name="connsiteY7723" fmla="*/ 2387816 h 5450835"/>
              <a:gd name="connsiteX7724" fmla="*/ 9418035 w 10450132"/>
              <a:gd name="connsiteY7724" fmla="*/ 2387357 h 5450835"/>
              <a:gd name="connsiteX7725" fmla="*/ 9163654 w 10450132"/>
              <a:gd name="connsiteY7725" fmla="*/ 2387357 h 5450835"/>
              <a:gd name="connsiteX7726" fmla="*/ 9172718 w 10450132"/>
              <a:gd name="connsiteY7726" fmla="*/ 2387357 h 5450835"/>
              <a:gd name="connsiteX7727" fmla="*/ 9173506 w 10450132"/>
              <a:gd name="connsiteY7727" fmla="*/ 2387816 h 5450835"/>
              <a:gd name="connsiteX7728" fmla="*/ 9178038 w 10450132"/>
              <a:gd name="connsiteY7728" fmla="*/ 2395698 h 5450835"/>
              <a:gd name="connsiteX7729" fmla="*/ 9178038 w 10450132"/>
              <a:gd name="connsiteY7729" fmla="*/ 2396552 h 5450835"/>
              <a:gd name="connsiteX7730" fmla="*/ 9173506 w 10450132"/>
              <a:gd name="connsiteY7730" fmla="*/ 2404434 h 5450835"/>
              <a:gd name="connsiteX7731" fmla="*/ 9172718 w 10450132"/>
              <a:gd name="connsiteY7731" fmla="*/ 2404893 h 5450835"/>
              <a:gd name="connsiteX7732" fmla="*/ 9163654 w 10450132"/>
              <a:gd name="connsiteY7732" fmla="*/ 2404893 h 5450835"/>
              <a:gd name="connsiteX7733" fmla="*/ 9162866 w 10450132"/>
              <a:gd name="connsiteY7733" fmla="*/ 2404434 h 5450835"/>
              <a:gd name="connsiteX7734" fmla="*/ 9158333 w 10450132"/>
              <a:gd name="connsiteY7734" fmla="*/ 2396552 h 5450835"/>
              <a:gd name="connsiteX7735" fmla="*/ 9158333 w 10450132"/>
              <a:gd name="connsiteY7735" fmla="*/ 2395698 h 5450835"/>
              <a:gd name="connsiteX7736" fmla="*/ 9162866 w 10450132"/>
              <a:gd name="connsiteY7736" fmla="*/ 2387816 h 5450835"/>
              <a:gd name="connsiteX7737" fmla="*/ 9163654 w 10450132"/>
              <a:gd name="connsiteY7737" fmla="*/ 2387357 h 5450835"/>
              <a:gd name="connsiteX7738" fmla="*/ 8909274 w 10450132"/>
              <a:gd name="connsiteY7738" fmla="*/ 2387357 h 5450835"/>
              <a:gd name="connsiteX7739" fmla="*/ 8918336 w 10450132"/>
              <a:gd name="connsiteY7739" fmla="*/ 2387357 h 5450835"/>
              <a:gd name="connsiteX7740" fmla="*/ 8919125 w 10450132"/>
              <a:gd name="connsiteY7740" fmla="*/ 2387816 h 5450835"/>
              <a:gd name="connsiteX7741" fmla="*/ 8923657 w 10450132"/>
              <a:gd name="connsiteY7741" fmla="*/ 2395698 h 5450835"/>
              <a:gd name="connsiteX7742" fmla="*/ 8923657 w 10450132"/>
              <a:gd name="connsiteY7742" fmla="*/ 2396552 h 5450835"/>
              <a:gd name="connsiteX7743" fmla="*/ 8919125 w 10450132"/>
              <a:gd name="connsiteY7743" fmla="*/ 2404434 h 5450835"/>
              <a:gd name="connsiteX7744" fmla="*/ 8918336 w 10450132"/>
              <a:gd name="connsiteY7744" fmla="*/ 2404893 h 5450835"/>
              <a:gd name="connsiteX7745" fmla="*/ 8909274 w 10450132"/>
              <a:gd name="connsiteY7745" fmla="*/ 2404893 h 5450835"/>
              <a:gd name="connsiteX7746" fmla="*/ 8908484 w 10450132"/>
              <a:gd name="connsiteY7746" fmla="*/ 2404434 h 5450835"/>
              <a:gd name="connsiteX7747" fmla="*/ 8903953 w 10450132"/>
              <a:gd name="connsiteY7747" fmla="*/ 2396552 h 5450835"/>
              <a:gd name="connsiteX7748" fmla="*/ 8903953 w 10450132"/>
              <a:gd name="connsiteY7748" fmla="*/ 2395698 h 5450835"/>
              <a:gd name="connsiteX7749" fmla="*/ 8908484 w 10450132"/>
              <a:gd name="connsiteY7749" fmla="*/ 2387816 h 5450835"/>
              <a:gd name="connsiteX7750" fmla="*/ 8909274 w 10450132"/>
              <a:gd name="connsiteY7750" fmla="*/ 2387357 h 5450835"/>
              <a:gd name="connsiteX7751" fmla="*/ 8654892 w 10450132"/>
              <a:gd name="connsiteY7751" fmla="*/ 2387357 h 5450835"/>
              <a:gd name="connsiteX7752" fmla="*/ 8663955 w 10450132"/>
              <a:gd name="connsiteY7752" fmla="*/ 2387357 h 5450835"/>
              <a:gd name="connsiteX7753" fmla="*/ 8664744 w 10450132"/>
              <a:gd name="connsiteY7753" fmla="*/ 2387816 h 5450835"/>
              <a:gd name="connsiteX7754" fmla="*/ 8669277 w 10450132"/>
              <a:gd name="connsiteY7754" fmla="*/ 2395698 h 5450835"/>
              <a:gd name="connsiteX7755" fmla="*/ 8669277 w 10450132"/>
              <a:gd name="connsiteY7755" fmla="*/ 2396552 h 5450835"/>
              <a:gd name="connsiteX7756" fmla="*/ 8664744 w 10450132"/>
              <a:gd name="connsiteY7756" fmla="*/ 2404434 h 5450835"/>
              <a:gd name="connsiteX7757" fmla="*/ 8663955 w 10450132"/>
              <a:gd name="connsiteY7757" fmla="*/ 2404893 h 5450835"/>
              <a:gd name="connsiteX7758" fmla="*/ 8654892 w 10450132"/>
              <a:gd name="connsiteY7758" fmla="*/ 2404893 h 5450835"/>
              <a:gd name="connsiteX7759" fmla="*/ 8654104 w 10450132"/>
              <a:gd name="connsiteY7759" fmla="*/ 2404434 h 5450835"/>
              <a:gd name="connsiteX7760" fmla="*/ 8649572 w 10450132"/>
              <a:gd name="connsiteY7760" fmla="*/ 2396552 h 5450835"/>
              <a:gd name="connsiteX7761" fmla="*/ 8649572 w 10450132"/>
              <a:gd name="connsiteY7761" fmla="*/ 2395698 h 5450835"/>
              <a:gd name="connsiteX7762" fmla="*/ 8654104 w 10450132"/>
              <a:gd name="connsiteY7762" fmla="*/ 2387816 h 5450835"/>
              <a:gd name="connsiteX7763" fmla="*/ 8654892 w 10450132"/>
              <a:gd name="connsiteY7763" fmla="*/ 2387357 h 5450835"/>
              <a:gd name="connsiteX7764" fmla="*/ 8400511 w 10450132"/>
              <a:gd name="connsiteY7764" fmla="*/ 2387357 h 5450835"/>
              <a:gd name="connsiteX7765" fmla="*/ 8409575 w 10450132"/>
              <a:gd name="connsiteY7765" fmla="*/ 2387357 h 5450835"/>
              <a:gd name="connsiteX7766" fmla="*/ 8410363 w 10450132"/>
              <a:gd name="connsiteY7766" fmla="*/ 2387816 h 5450835"/>
              <a:gd name="connsiteX7767" fmla="*/ 8414896 w 10450132"/>
              <a:gd name="connsiteY7767" fmla="*/ 2395698 h 5450835"/>
              <a:gd name="connsiteX7768" fmla="*/ 8414896 w 10450132"/>
              <a:gd name="connsiteY7768" fmla="*/ 2396552 h 5450835"/>
              <a:gd name="connsiteX7769" fmla="*/ 8410363 w 10450132"/>
              <a:gd name="connsiteY7769" fmla="*/ 2404434 h 5450835"/>
              <a:gd name="connsiteX7770" fmla="*/ 8409575 w 10450132"/>
              <a:gd name="connsiteY7770" fmla="*/ 2404893 h 5450835"/>
              <a:gd name="connsiteX7771" fmla="*/ 8400511 w 10450132"/>
              <a:gd name="connsiteY7771" fmla="*/ 2404893 h 5450835"/>
              <a:gd name="connsiteX7772" fmla="*/ 8399723 w 10450132"/>
              <a:gd name="connsiteY7772" fmla="*/ 2404434 h 5450835"/>
              <a:gd name="connsiteX7773" fmla="*/ 8395191 w 10450132"/>
              <a:gd name="connsiteY7773" fmla="*/ 2396552 h 5450835"/>
              <a:gd name="connsiteX7774" fmla="*/ 8395191 w 10450132"/>
              <a:gd name="connsiteY7774" fmla="*/ 2395698 h 5450835"/>
              <a:gd name="connsiteX7775" fmla="*/ 8399723 w 10450132"/>
              <a:gd name="connsiteY7775" fmla="*/ 2387816 h 5450835"/>
              <a:gd name="connsiteX7776" fmla="*/ 8400511 w 10450132"/>
              <a:gd name="connsiteY7776" fmla="*/ 2387357 h 5450835"/>
              <a:gd name="connsiteX7777" fmla="*/ 8146065 w 10450132"/>
              <a:gd name="connsiteY7777" fmla="*/ 2387357 h 5450835"/>
              <a:gd name="connsiteX7778" fmla="*/ 8155129 w 10450132"/>
              <a:gd name="connsiteY7778" fmla="*/ 2387357 h 5450835"/>
              <a:gd name="connsiteX7779" fmla="*/ 8155917 w 10450132"/>
              <a:gd name="connsiteY7779" fmla="*/ 2387816 h 5450835"/>
              <a:gd name="connsiteX7780" fmla="*/ 8160449 w 10450132"/>
              <a:gd name="connsiteY7780" fmla="*/ 2395698 h 5450835"/>
              <a:gd name="connsiteX7781" fmla="*/ 8160449 w 10450132"/>
              <a:gd name="connsiteY7781" fmla="*/ 2396552 h 5450835"/>
              <a:gd name="connsiteX7782" fmla="*/ 8155917 w 10450132"/>
              <a:gd name="connsiteY7782" fmla="*/ 2404434 h 5450835"/>
              <a:gd name="connsiteX7783" fmla="*/ 8155129 w 10450132"/>
              <a:gd name="connsiteY7783" fmla="*/ 2404893 h 5450835"/>
              <a:gd name="connsiteX7784" fmla="*/ 8146065 w 10450132"/>
              <a:gd name="connsiteY7784" fmla="*/ 2404893 h 5450835"/>
              <a:gd name="connsiteX7785" fmla="*/ 8145277 w 10450132"/>
              <a:gd name="connsiteY7785" fmla="*/ 2404434 h 5450835"/>
              <a:gd name="connsiteX7786" fmla="*/ 8140745 w 10450132"/>
              <a:gd name="connsiteY7786" fmla="*/ 2396552 h 5450835"/>
              <a:gd name="connsiteX7787" fmla="*/ 8140745 w 10450132"/>
              <a:gd name="connsiteY7787" fmla="*/ 2395698 h 5450835"/>
              <a:gd name="connsiteX7788" fmla="*/ 8145277 w 10450132"/>
              <a:gd name="connsiteY7788" fmla="*/ 2387816 h 5450835"/>
              <a:gd name="connsiteX7789" fmla="*/ 8146065 w 10450132"/>
              <a:gd name="connsiteY7789" fmla="*/ 2387357 h 5450835"/>
              <a:gd name="connsiteX7790" fmla="*/ 7891684 w 10450132"/>
              <a:gd name="connsiteY7790" fmla="*/ 2387357 h 5450835"/>
              <a:gd name="connsiteX7791" fmla="*/ 7900748 w 10450132"/>
              <a:gd name="connsiteY7791" fmla="*/ 2387357 h 5450835"/>
              <a:gd name="connsiteX7792" fmla="*/ 7901536 w 10450132"/>
              <a:gd name="connsiteY7792" fmla="*/ 2387816 h 5450835"/>
              <a:gd name="connsiteX7793" fmla="*/ 7906067 w 10450132"/>
              <a:gd name="connsiteY7793" fmla="*/ 2395698 h 5450835"/>
              <a:gd name="connsiteX7794" fmla="*/ 7906067 w 10450132"/>
              <a:gd name="connsiteY7794" fmla="*/ 2396552 h 5450835"/>
              <a:gd name="connsiteX7795" fmla="*/ 7901536 w 10450132"/>
              <a:gd name="connsiteY7795" fmla="*/ 2404434 h 5450835"/>
              <a:gd name="connsiteX7796" fmla="*/ 7900748 w 10450132"/>
              <a:gd name="connsiteY7796" fmla="*/ 2404893 h 5450835"/>
              <a:gd name="connsiteX7797" fmla="*/ 7891684 w 10450132"/>
              <a:gd name="connsiteY7797" fmla="*/ 2404893 h 5450835"/>
              <a:gd name="connsiteX7798" fmla="*/ 7890896 w 10450132"/>
              <a:gd name="connsiteY7798" fmla="*/ 2404434 h 5450835"/>
              <a:gd name="connsiteX7799" fmla="*/ 7886363 w 10450132"/>
              <a:gd name="connsiteY7799" fmla="*/ 2396552 h 5450835"/>
              <a:gd name="connsiteX7800" fmla="*/ 7886363 w 10450132"/>
              <a:gd name="connsiteY7800" fmla="*/ 2395698 h 5450835"/>
              <a:gd name="connsiteX7801" fmla="*/ 7890896 w 10450132"/>
              <a:gd name="connsiteY7801" fmla="*/ 2387816 h 5450835"/>
              <a:gd name="connsiteX7802" fmla="*/ 7891684 w 10450132"/>
              <a:gd name="connsiteY7802" fmla="*/ 2387357 h 5450835"/>
              <a:gd name="connsiteX7803" fmla="*/ 7637304 w 10450132"/>
              <a:gd name="connsiteY7803" fmla="*/ 2387357 h 5450835"/>
              <a:gd name="connsiteX7804" fmla="*/ 7646367 w 10450132"/>
              <a:gd name="connsiteY7804" fmla="*/ 2387357 h 5450835"/>
              <a:gd name="connsiteX7805" fmla="*/ 7647156 w 10450132"/>
              <a:gd name="connsiteY7805" fmla="*/ 2387816 h 5450835"/>
              <a:gd name="connsiteX7806" fmla="*/ 7651687 w 10450132"/>
              <a:gd name="connsiteY7806" fmla="*/ 2395698 h 5450835"/>
              <a:gd name="connsiteX7807" fmla="*/ 7651687 w 10450132"/>
              <a:gd name="connsiteY7807" fmla="*/ 2396552 h 5450835"/>
              <a:gd name="connsiteX7808" fmla="*/ 7647156 w 10450132"/>
              <a:gd name="connsiteY7808" fmla="*/ 2404434 h 5450835"/>
              <a:gd name="connsiteX7809" fmla="*/ 7646367 w 10450132"/>
              <a:gd name="connsiteY7809" fmla="*/ 2404893 h 5450835"/>
              <a:gd name="connsiteX7810" fmla="*/ 7637304 w 10450132"/>
              <a:gd name="connsiteY7810" fmla="*/ 2404893 h 5450835"/>
              <a:gd name="connsiteX7811" fmla="*/ 7636516 w 10450132"/>
              <a:gd name="connsiteY7811" fmla="*/ 2404434 h 5450835"/>
              <a:gd name="connsiteX7812" fmla="*/ 7631983 w 10450132"/>
              <a:gd name="connsiteY7812" fmla="*/ 2396552 h 5450835"/>
              <a:gd name="connsiteX7813" fmla="*/ 7631983 w 10450132"/>
              <a:gd name="connsiteY7813" fmla="*/ 2395698 h 5450835"/>
              <a:gd name="connsiteX7814" fmla="*/ 7636516 w 10450132"/>
              <a:gd name="connsiteY7814" fmla="*/ 2387816 h 5450835"/>
              <a:gd name="connsiteX7815" fmla="*/ 7637304 w 10450132"/>
              <a:gd name="connsiteY7815" fmla="*/ 2387357 h 5450835"/>
              <a:gd name="connsiteX7816" fmla="*/ 7382923 w 10450132"/>
              <a:gd name="connsiteY7816" fmla="*/ 2387357 h 5450835"/>
              <a:gd name="connsiteX7817" fmla="*/ 7391987 w 10450132"/>
              <a:gd name="connsiteY7817" fmla="*/ 2387357 h 5450835"/>
              <a:gd name="connsiteX7818" fmla="*/ 7392775 w 10450132"/>
              <a:gd name="connsiteY7818" fmla="*/ 2387816 h 5450835"/>
              <a:gd name="connsiteX7819" fmla="*/ 7397307 w 10450132"/>
              <a:gd name="connsiteY7819" fmla="*/ 2395698 h 5450835"/>
              <a:gd name="connsiteX7820" fmla="*/ 7397307 w 10450132"/>
              <a:gd name="connsiteY7820" fmla="*/ 2396552 h 5450835"/>
              <a:gd name="connsiteX7821" fmla="*/ 7392775 w 10450132"/>
              <a:gd name="connsiteY7821" fmla="*/ 2404434 h 5450835"/>
              <a:gd name="connsiteX7822" fmla="*/ 7391987 w 10450132"/>
              <a:gd name="connsiteY7822" fmla="*/ 2404893 h 5450835"/>
              <a:gd name="connsiteX7823" fmla="*/ 7382923 w 10450132"/>
              <a:gd name="connsiteY7823" fmla="*/ 2404893 h 5450835"/>
              <a:gd name="connsiteX7824" fmla="*/ 7382135 w 10450132"/>
              <a:gd name="connsiteY7824" fmla="*/ 2404434 h 5450835"/>
              <a:gd name="connsiteX7825" fmla="*/ 7377602 w 10450132"/>
              <a:gd name="connsiteY7825" fmla="*/ 2396552 h 5450835"/>
              <a:gd name="connsiteX7826" fmla="*/ 7377602 w 10450132"/>
              <a:gd name="connsiteY7826" fmla="*/ 2395698 h 5450835"/>
              <a:gd name="connsiteX7827" fmla="*/ 7382135 w 10450132"/>
              <a:gd name="connsiteY7827" fmla="*/ 2387816 h 5450835"/>
              <a:gd name="connsiteX7828" fmla="*/ 7382923 w 10450132"/>
              <a:gd name="connsiteY7828" fmla="*/ 2387357 h 5450835"/>
              <a:gd name="connsiteX7829" fmla="*/ 7128477 w 10450132"/>
              <a:gd name="connsiteY7829" fmla="*/ 2387357 h 5450835"/>
              <a:gd name="connsiteX7830" fmla="*/ 7137540 w 10450132"/>
              <a:gd name="connsiteY7830" fmla="*/ 2387357 h 5450835"/>
              <a:gd name="connsiteX7831" fmla="*/ 7138328 w 10450132"/>
              <a:gd name="connsiteY7831" fmla="*/ 2387816 h 5450835"/>
              <a:gd name="connsiteX7832" fmla="*/ 7142860 w 10450132"/>
              <a:gd name="connsiteY7832" fmla="*/ 2395698 h 5450835"/>
              <a:gd name="connsiteX7833" fmla="*/ 7142860 w 10450132"/>
              <a:gd name="connsiteY7833" fmla="*/ 2396552 h 5450835"/>
              <a:gd name="connsiteX7834" fmla="*/ 7138328 w 10450132"/>
              <a:gd name="connsiteY7834" fmla="*/ 2404434 h 5450835"/>
              <a:gd name="connsiteX7835" fmla="*/ 7137540 w 10450132"/>
              <a:gd name="connsiteY7835" fmla="*/ 2404893 h 5450835"/>
              <a:gd name="connsiteX7836" fmla="*/ 7128477 w 10450132"/>
              <a:gd name="connsiteY7836" fmla="*/ 2404893 h 5450835"/>
              <a:gd name="connsiteX7837" fmla="*/ 7127689 w 10450132"/>
              <a:gd name="connsiteY7837" fmla="*/ 2404434 h 5450835"/>
              <a:gd name="connsiteX7838" fmla="*/ 7123156 w 10450132"/>
              <a:gd name="connsiteY7838" fmla="*/ 2396552 h 5450835"/>
              <a:gd name="connsiteX7839" fmla="*/ 7123156 w 10450132"/>
              <a:gd name="connsiteY7839" fmla="*/ 2395698 h 5450835"/>
              <a:gd name="connsiteX7840" fmla="*/ 7127689 w 10450132"/>
              <a:gd name="connsiteY7840" fmla="*/ 2387816 h 5450835"/>
              <a:gd name="connsiteX7841" fmla="*/ 7128477 w 10450132"/>
              <a:gd name="connsiteY7841" fmla="*/ 2387357 h 5450835"/>
              <a:gd name="connsiteX7842" fmla="*/ 6874095 w 10450132"/>
              <a:gd name="connsiteY7842" fmla="*/ 2387357 h 5450835"/>
              <a:gd name="connsiteX7843" fmla="*/ 6883159 w 10450132"/>
              <a:gd name="connsiteY7843" fmla="*/ 2387357 h 5450835"/>
              <a:gd name="connsiteX7844" fmla="*/ 6883947 w 10450132"/>
              <a:gd name="connsiteY7844" fmla="*/ 2387816 h 5450835"/>
              <a:gd name="connsiteX7845" fmla="*/ 6888480 w 10450132"/>
              <a:gd name="connsiteY7845" fmla="*/ 2395698 h 5450835"/>
              <a:gd name="connsiteX7846" fmla="*/ 6888480 w 10450132"/>
              <a:gd name="connsiteY7846" fmla="*/ 2396552 h 5450835"/>
              <a:gd name="connsiteX7847" fmla="*/ 6883947 w 10450132"/>
              <a:gd name="connsiteY7847" fmla="*/ 2404434 h 5450835"/>
              <a:gd name="connsiteX7848" fmla="*/ 6883159 w 10450132"/>
              <a:gd name="connsiteY7848" fmla="*/ 2404893 h 5450835"/>
              <a:gd name="connsiteX7849" fmla="*/ 6874095 w 10450132"/>
              <a:gd name="connsiteY7849" fmla="*/ 2404893 h 5450835"/>
              <a:gd name="connsiteX7850" fmla="*/ 6873307 w 10450132"/>
              <a:gd name="connsiteY7850" fmla="*/ 2404434 h 5450835"/>
              <a:gd name="connsiteX7851" fmla="*/ 6868775 w 10450132"/>
              <a:gd name="connsiteY7851" fmla="*/ 2396552 h 5450835"/>
              <a:gd name="connsiteX7852" fmla="*/ 6868775 w 10450132"/>
              <a:gd name="connsiteY7852" fmla="*/ 2395698 h 5450835"/>
              <a:gd name="connsiteX7853" fmla="*/ 6873307 w 10450132"/>
              <a:gd name="connsiteY7853" fmla="*/ 2387816 h 5450835"/>
              <a:gd name="connsiteX7854" fmla="*/ 6874095 w 10450132"/>
              <a:gd name="connsiteY7854" fmla="*/ 2387357 h 5450835"/>
              <a:gd name="connsiteX7855" fmla="*/ 6619714 w 10450132"/>
              <a:gd name="connsiteY7855" fmla="*/ 2387357 h 5450835"/>
              <a:gd name="connsiteX7856" fmla="*/ 6628778 w 10450132"/>
              <a:gd name="connsiteY7856" fmla="*/ 2387357 h 5450835"/>
              <a:gd name="connsiteX7857" fmla="*/ 6629566 w 10450132"/>
              <a:gd name="connsiteY7857" fmla="*/ 2387816 h 5450835"/>
              <a:gd name="connsiteX7858" fmla="*/ 6634099 w 10450132"/>
              <a:gd name="connsiteY7858" fmla="*/ 2395698 h 5450835"/>
              <a:gd name="connsiteX7859" fmla="*/ 6634099 w 10450132"/>
              <a:gd name="connsiteY7859" fmla="*/ 2396552 h 5450835"/>
              <a:gd name="connsiteX7860" fmla="*/ 6629566 w 10450132"/>
              <a:gd name="connsiteY7860" fmla="*/ 2404434 h 5450835"/>
              <a:gd name="connsiteX7861" fmla="*/ 6628778 w 10450132"/>
              <a:gd name="connsiteY7861" fmla="*/ 2404893 h 5450835"/>
              <a:gd name="connsiteX7862" fmla="*/ 6619714 w 10450132"/>
              <a:gd name="connsiteY7862" fmla="*/ 2404893 h 5450835"/>
              <a:gd name="connsiteX7863" fmla="*/ 6618926 w 10450132"/>
              <a:gd name="connsiteY7863" fmla="*/ 2404434 h 5450835"/>
              <a:gd name="connsiteX7864" fmla="*/ 6614394 w 10450132"/>
              <a:gd name="connsiteY7864" fmla="*/ 2396552 h 5450835"/>
              <a:gd name="connsiteX7865" fmla="*/ 6614394 w 10450132"/>
              <a:gd name="connsiteY7865" fmla="*/ 2395698 h 5450835"/>
              <a:gd name="connsiteX7866" fmla="*/ 6618926 w 10450132"/>
              <a:gd name="connsiteY7866" fmla="*/ 2387816 h 5450835"/>
              <a:gd name="connsiteX7867" fmla="*/ 6619714 w 10450132"/>
              <a:gd name="connsiteY7867" fmla="*/ 2387357 h 5450835"/>
              <a:gd name="connsiteX7868" fmla="*/ 6365334 w 10450132"/>
              <a:gd name="connsiteY7868" fmla="*/ 2387357 h 5450835"/>
              <a:gd name="connsiteX7869" fmla="*/ 6374397 w 10450132"/>
              <a:gd name="connsiteY7869" fmla="*/ 2387357 h 5450835"/>
              <a:gd name="connsiteX7870" fmla="*/ 6375186 w 10450132"/>
              <a:gd name="connsiteY7870" fmla="*/ 2387816 h 5450835"/>
              <a:gd name="connsiteX7871" fmla="*/ 6379718 w 10450132"/>
              <a:gd name="connsiteY7871" fmla="*/ 2395698 h 5450835"/>
              <a:gd name="connsiteX7872" fmla="*/ 6379718 w 10450132"/>
              <a:gd name="connsiteY7872" fmla="*/ 2396552 h 5450835"/>
              <a:gd name="connsiteX7873" fmla="*/ 6375186 w 10450132"/>
              <a:gd name="connsiteY7873" fmla="*/ 2404434 h 5450835"/>
              <a:gd name="connsiteX7874" fmla="*/ 6374397 w 10450132"/>
              <a:gd name="connsiteY7874" fmla="*/ 2404893 h 5450835"/>
              <a:gd name="connsiteX7875" fmla="*/ 6365334 w 10450132"/>
              <a:gd name="connsiteY7875" fmla="*/ 2404893 h 5450835"/>
              <a:gd name="connsiteX7876" fmla="*/ 6364546 w 10450132"/>
              <a:gd name="connsiteY7876" fmla="*/ 2404434 h 5450835"/>
              <a:gd name="connsiteX7877" fmla="*/ 6360014 w 10450132"/>
              <a:gd name="connsiteY7877" fmla="*/ 2396552 h 5450835"/>
              <a:gd name="connsiteX7878" fmla="*/ 6360014 w 10450132"/>
              <a:gd name="connsiteY7878" fmla="*/ 2395698 h 5450835"/>
              <a:gd name="connsiteX7879" fmla="*/ 6364546 w 10450132"/>
              <a:gd name="connsiteY7879" fmla="*/ 2387816 h 5450835"/>
              <a:gd name="connsiteX7880" fmla="*/ 6365334 w 10450132"/>
              <a:gd name="connsiteY7880" fmla="*/ 2387357 h 5450835"/>
              <a:gd name="connsiteX7881" fmla="*/ 6110888 w 10450132"/>
              <a:gd name="connsiteY7881" fmla="*/ 2387357 h 5450835"/>
              <a:gd name="connsiteX7882" fmla="*/ 6119953 w 10450132"/>
              <a:gd name="connsiteY7882" fmla="*/ 2387357 h 5450835"/>
              <a:gd name="connsiteX7883" fmla="*/ 6120740 w 10450132"/>
              <a:gd name="connsiteY7883" fmla="*/ 2387816 h 5450835"/>
              <a:gd name="connsiteX7884" fmla="*/ 6125272 w 10450132"/>
              <a:gd name="connsiteY7884" fmla="*/ 2395698 h 5450835"/>
              <a:gd name="connsiteX7885" fmla="*/ 6125272 w 10450132"/>
              <a:gd name="connsiteY7885" fmla="*/ 2396552 h 5450835"/>
              <a:gd name="connsiteX7886" fmla="*/ 6120740 w 10450132"/>
              <a:gd name="connsiteY7886" fmla="*/ 2404434 h 5450835"/>
              <a:gd name="connsiteX7887" fmla="*/ 6119953 w 10450132"/>
              <a:gd name="connsiteY7887" fmla="*/ 2404893 h 5450835"/>
              <a:gd name="connsiteX7888" fmla="*/ 6110888 w 10450132"/>
              <a:gd name="connsiteY7888" fmla="*/ 2404893 h 5450835"/>
              <a:gd name="connsiteX7889" fmla="*/ 6110101 w 10450132"/>
              <a:gd name="connsiteY7889" fmla="*/ 2404434 h 5450835"/>
              <a:gd name="connsiteX7890" fmla="*/ 6105567 w 10450132"/>
              <a:gd name="connsiteY7890" fmla="*/ 2396552 h 5450835"/>
              <a:gd name="connsiteX7891" fmla="*/ 6105567 w 10450132"/>
              <a:gd name="connsiteY7891" fmla="*/ 2395698 h 5450835"/>
              <a:gd name="connsiteX7892" fmla="*/ 6110101 w 10450132"/>
              <a:gd name="connsiteY7892" fmla="*/ 2387816 h 5450835"/>
              <a:gd name="connsiteX7893" fmla="*/ 6110888 w 10450132"/>
              <a:gd name="connsiteY7893" fmla="*/ 2387357 h 5450835"/>
              <a:gd name="connsiteX7894" fmla="*/ 5856508 w 10450132"/>
              <a:gd name="connsiteY7894" fmla="*/ 2387357 h 5450835"/>
              <a:gd name="connsiteX7895" fmla="*/ 5865571 w 10450132"/>
              <a:gd name="connsiteY7895" fmla="*/ 2387357 h 5450835"/>
              <a:gd name="connsiteX7896" fmla="*/ 5866359 w 10450132"/>
              <a:gd name="connsiteY7896" fmla="*/ 2387816 h 5450835"/>
              <a:gd name="connsiteX7897" fmla="*/ 5870891 w 10450132"/>
              <a:gd name="connsiteY7897" fmla="*/ 2395698 h 5450835"/>
              <a:gd name="connsiteX7898" fmla="*/ 5870891 w 10450132"/>
              <a:gd name="connsiteY7898" fmla="*/ 2396552 h 5450835"/>
              <a:gd name="connsiteX7899" fmla="*/ 5866359 w 10450132"/>
              <a:gd name="connsiteY7899" fmla="*/ 2404434 h 5450835"/>
              <a:gd name="connsiteX7900" fmla="*/ 5865571 w 10450132"/>
              <a:gd name="connsiteY7900" fmla="*/ 2404893 h 5450835"/>
              <a:gd name="connsiteX7901" fmla="*/ 5856508 w 10450132"/>
              <a:gd name="connsiteY7901" fmla="*/ 2404893 h 5450835"/>
              <a:gd name="connsiteX7902" fmla="*/ 5855720 w 10450132"/>
              <a:gd name="connsiteY7902" fmla="*/ 2404434 h 5450835"/>
              <a:gd name="connsiteX7903" fmla="*/ 5851187 w 10450132"/>
              <a:gd name="connsiteY7903" fmla="*/ 2396552 h 5450835"/>
              <a:gd name="connsiteX7904" fmla="*/ 5851187 w 10450132"/>
              <a:gd name="connsiteY7904" fmla="*/ 2395698 h 5450835"/>
              <a:gd name="connsiteX7905" fmla="*/ 5855720 w 10450132"/>
              <a:gd name="connsiteY7905" fmla="*/ 2387816 h 5450835"/>
              <a:gd name="connsiteX7906" fmla="*/ 5856508 w 10450132"/>
              <a:gd name="connsiteY7906" fmla="*/ 2387357 h 5450835"/>
              <a:gd name="connsiteX7907" fmla="*/ 5602126 w 10450132"/>
              <a:gd name="connsiteY7907" fmla="*/ 2387357 h 5450835"/>
              <a:gd name="connsiteX7908" fmla="*/ 5611191 w 10450132"/>
              <a:gd name="connsiteY7908" fmla="*/ 2387357 h 5450835"/>
              <a:gd name="connsiteX7909" fmla="*/ 5611979 w 10450132"/>
              <a:gd name="connsiteY7909" fmla="*/ 2387816 h 5450835"/>
              <a:gd name="connsiteX7910" fmla="*/ 5616511 w 10450132"/>
              <a:gd name="connsiteY7910" fmla="*/ 2395698 h 5450835"/>
              <a:gd name="connsiteX7911" fmla="*/ 5616511 w 10450132"/>
              <a:gd name="connsiteY7911" fmla="*/ 2396552 h 5450835"/>
              <a:gd name="connsiteX7912" fmla="*/ 5611979 w 10450132"/>
              <a:gd name="connsiteY7912" fmla="*/ 2404434 h 5450835"/>
              <a:gd name="connsiteX7913" fmla="*/ 5611191 w 10450132"/>
              <a:gd name="connsiteY7913" fmla="*/ 2404893 h 5450835"/>
              <a:gd name="connsiteX7914" fmla="*/ 5602126 w 10450132"/>
              <a:gd name="connsiteY7914" fmla="*/ 2404893 h 5450835"/>
              <a:gd name="connsiteX7915" fmla="*/ 5601338 w 10450132"/>
              <a:gd name="connsiteY7915" fmla="*/ 2404434 h 5450835"/>
              <a:gd name="connsiteX7916" fmla="*/ 5596807 w 10450132"/>
              <a:gd name="connsiteY7916" fmla="*/ 2396552 h 5450835"/>
              <a:gd name="connsiteX7917" fmla="*/ 5596807 w 10450132"/>
              <a:gd name="connsiteY7917" fmla="*/ 2395698 h 5450835"/>
              <a:gd name="connsiteX7918" fmla="*/ 5601338 w 10450132"/>
              <a:gd name="connsiteY7918" fmla="*/ 2387816 h 5450835"/>
              <a:gd name="connsiteX7919" fmla="*/ 5602126 w 10450132"/>
              <a:gd name="connsiteY7919" fmla="*/ 2387357 h 5450835"/>
              <a:gd name="connsiteX7920" fmla="*/ 5347746 w 10450132"/>
              <a:gd name="connsiteY7920" fmla="*/ 2387357 h 5450835"/>
              <a:gd name="connsiteX7921" fmla="*/ 5356810 w 10450132"/>
              <a:gd name="connsiteY7921" fmla="*/ 2387357 h 5450835"/>
              <a:gd name="connsiteX7922" fmla="*/ 5357598 w 10450132"/>
              <a:gd name="connsiteY7922" fmla="*/ 2387816 h 5450835"/>
              <a:gd name="connsiteX7923" fmla="*/ 5362130 w 10450132"/>
              <a:gd name="connsiteY7923" fmla="*/ 2395698 h 5450835"/>
              <a:gd name="connsiteX7924" fmla="*/ 5362130 w 10450132"/>
              <a:gd name="connsiteY7924" fmla="*/ 2396552 h 5450835"/>
              <a:gd name="connsiteX7925" fmla="*/ 5357598 w 10450132"/>
              <a:gd name="connsiteY7925" fmla="*/ 2404434 h 5450835"/>
              <a:gd name="connsiteX7926" fmla="*/ 5356810 w 10450132"/>
              <a:gd name="connsiteY7926" fmla="*/ 2404893 h 5450835"/>
              <a:gd name="connsiteX7927" fmla="*/ 5347746 w 10450132"/>
              <a:gd name="connsiteY7927" fmla="*/ 2404893 h 5450835"/>
              <a:gd name="connsiteX7928" fmla="*/ 5346958 w 10450132"/>
              <a:gd name="connsiteY7928" fmla="*/ 2404434 h 5450835"/>
              <a:gd name="connsiteX7929" fmla="*/ 5342425 w 10450132"/>
              <a:gd name="connsiteY7929" fmla="*/ 2396552 h 5450835"/>
              <a:gd name="connsiteX7930" fmla="*/ 5342425 w 10450132"/>
              <a:gd name="connsiteY7930" fmla="*/ 2395698 h 5450835"/>
              <a:gd name="connsiteX7931" fmla="*/ 5346958 w 10450132"/>
              <a:gd name="connsiteY7931" fmla="*/ 2387816 h 5450835"/>
              <a:gd name="connsiteX7932" fmla="*/ 5347746 w 10450132"/>
              <a:gd name="connsiteY7932" fmla="*/ 2387357 h 5450835"/>
              <a:gd name="connsiteX7933" fmla="*/ 5093300 w 10450132"/>
              <a:gd name="connsiteY7933" fmla="*/ 2387357 h 5450835"/>
              <a:gd name="connsiteX7934" fmla="*/ 5102364 w 10450132"/>
              <a:gd name="connsiteY7934" fmla="*/ 2387357 h 5450835"/>
              <a:gd name="connsiteX7935" fmla="*/ 5103153 w 10450132"/>
              <a:gd name="connsiteY7935" fmla="*/ 2387816 h 5450835"/>
              <a:gd name="connsiteX7936" fmla="*/ 5107684 w 10450132"/>
              <a:gd name="connsiteY7936" fmla="*/ 2395698 h 5450835"/>
              <a:gd name="connsiteX7937" fmla="*/ 5107684 w 10450132"/>
              <a:gd name="connsiteY7937" fmla="*/ 2396552 h 5450835"/>
              <a:gd name="connsiteX7938" fmla="*/ 5103153 w 10450132"/>
              <a:gd name="connsiteY7938" fmla="*/ 2404434 h 5450835"/>
              <a:gd name="connsiteX7939" fmla="*/ 5102364 w 10450132"/>
              <a:gd name="connsiteY7939" fmla="*/ 2404893 h 5450835"/>
              <a:gd name="connsiteX7940" fmla="*/ 5093300 w 10450132"/>
              <a:gd name="connsiteY7940" fmla="*/ 2404893 h 5450835"/>
              <a:gd name="connsiteX7941" fmla="*/ 5092512 w 10450132"/>
              <a:gd name="connsiteY7941" fmla="*/ 2404434 h 5450835"/>
              <a:gd name="connsiteX7942" fmla="*/ 5087979 w 10450132"/>
              <a:gd name="connsiteY7942" fmla="*/ 2396552 h 5450835"/>
              <a:gd name="connsiteX7943" fmla="*/ 5087979 w 10450132"/>
              <a:gd name="connsiteY7943" fmla="*/ 2395698 h 5450835"/>
              <a:gd name="connsiteX7944" fmla="*/ 5092512 w 10450132"/>
              <a:gd name="connsiteY7944" fmla="*/ 2387816 h 5450835"/>
              <a:gd name="connsiteX7945" fmla="*/ 5093300 w 10450132"/>
              <a:gd name="connsiteY7945" fmla="*/ 2387357 h 5450835"/>
              <a:gd name="connsiteX7946" fmla="*/ 4838919 w 10450132"/>
              <a:gd name="connsiteY7946" fmla="*/ 2387357 h 5450835"/>
              <a:gd name="connsiteX7947" fmla="*/ 4847982 w 10450132"/>
              <a:gd name="connsiteY7947" fmla="*/ 2387357 h 5450835"/>
              <a:gd name="connsiteX7948" fmla="*/ 4848772 w 10450132"/>
              <a:gd name="connsiteY7948" fmla="*/ 2387816 h 5450835"/>
              <a:gd name="connsiteX7949" fmla="*/ 4853303 w 10450132"/>
              <a:gd name="connsiteY7949" fmla="*/ 2395698 h 5450835"/>
              <a:gd name="connsiteX7950" fmla="*/ 4853303 w 10450132"/>
              <a:gd name="connsiteY7950" fmla="*/ 2396552 h 5450835"/>
              <a:gd name="connsiteX7951" fmla="*/ 4848772 w 10450132"/>
              <a:gd name="connsiteY7951" fmla="*/ 2404434 h 5450835"/>
              <a:gd name="connsiteX7952" fmla="*/ 4847982 w 10450132"/>
              <a:gd name="connsiteY7952" fmla="*/ 2404893 h 5450835"/>
              <a:gd name="connsiteX7953" fmla="*/ 4838919 w 10450132"/>
              <a:gd name="connsiteY7953" fmla="*/ 2404893 h 5450835"/>
              <a:gd name="connsiteX7954" fmla="*/ 4838132 w 10450132"/>
              <a:gd name="connsiteY7954" fmla="*/ 2404434 h 5450835"/>
              <a:gd name="connsiteX7955" fmla="*/ 4833598 w 10450132"/>
              <a:gd name="connsiteY7955" fmla="*/ 2396552 h 5450835"/>
              <a:gd name="connsiteX7956" fmla="*/ 4833598 w 10450132"/>
              <a:gd name="connsiteY7956" fmla="*/ 2395698 h 5450835"/>
              <a:gd name="connsiteX7957" fmla="*/ 4838132 w 10450132"/>
              <a:gd name="connsiteY7957" fmla="*/ 2387816 h 5450835"/>
              <a:gd name="connsiteX7958" fmla="*/ 4838919 w 10450132"/>
              <a:gd name="connsiteY7958" fmla="*/ 2387357 h 5450835"/>
              <a:gd name="connsiteX7959" fmla="*/ 4584538 w 10450132"/>
              <a:gd name="connsiteY7959" fmla="*/ 2387357 h 5450835"/>
              <a:gd name="connsiteX7960" fmla="*/ 4593603 w 10450132"/>
              <a:gd name="connsiteY7960" fmla="*/ 2387357 h 5450835"/>
              <a:gd name="connsiteX7961" fmla="*/ 4594390 w 10450132"/>
              <a:gd name="connsiteY7961" fmla="*/ 2387816 h 5450835"/>
              <a:gd name="connsiteX7962" fmla="*/ 4598922 w 10450132"/>
              <a:gd name="connsiteY7962" fmla="*/ 2395698 h 5450835"/>
              <a:gd name="connsiteX7963" fmla="*/ 4598922 w 10450132"/>
              <a:gd name="connsiteY7963" fmla="*/ 2396552 h 5450835"/>
              <a:gd name="connsiteX7964" fmla="*/ 4594390 w 10450132"/>
              <a:gd name="connsiteY7964" fmla="*/ 2404434 h 5450835"/>
              <a:gd name="connsiteX7965" fmla="*/ 4593603 w 10450132"/>
              <a:gd name="connsiteY7965" fmla="*/ 2404893 h 5450835"/>
              <a:gd name="connsiteX7966" fmla="*/ 4584538 w 10450132"/>
              <a:gd name="connsiteY7966" fmla="*/ 2404893 h 5450835"/>
              <a:gd name="connsiteX7967" fmla="*/ 4583749 w 10450132"/>
              <a:gd name="connsiteY7967" fmla="*/ 2404434 h 5450835"/>
              <a:gd name="connsiteX7968" fmla="*/ 4579218 w 10450132"/>
              <a:gd name="connsiteY7968" fmla="*/ 2396552 h 5450835"/>
              <a:gd name="connsiteX7969" fmla="*/ 4579218 w 10450132"/>
              <a:gd name="connsiteY7969" fmla="*/ 2395698 h 5450835"/>
              <a:gd name="connsiteX7970" fmla="*/ 4583749 w 10450132"/>
              <a:gd name="connsiteY7970" fmla="*/ 2387816 h 5450835"/>
              <a:gd name="connsiteX7971" fmla="*/ 4584538 w 10450132"/>
              <a:gd name="connsiteY7971" fmla="*/ 2387357 h 5450835"/>
              <a:gd name="connsiteX7972" fmla="*/ 4330157 w 10450132"/>
              <a:gd name="connsiteY7972" fmla="*/ 2387357 h 5450835"/>
              <a:gd name="connsiteX7973" fmla="*/ 4339222 w 10450132"/>
              <a:gd name="connsiteY7973" fmla="*/ 2387357 h 5450835"/>
              <a:gd name="connsiteX7974" fmla="*/ 4340010 w 10450132"/>
              <a:gd name="connsiteY7974" fmla="*/ 2387816 h 5450835"/>
              <a:gd name="connsiteX7975" fmla="*/ 4344540 w 10450132"/>
              <a:gd name="connsiteY7975" fmla="*/ 2395698 h 5450835"/>
              <a:gd name="connsiteX7976" fmla="*/ 4344540 w 10450132"/>
              <a:gd name="connsiteY7976" fmla="*/ 2396552 h 5450835"/>
              <a:gd name="connsiteX7977" fmla="*/ 4340010 w 10450132"/>
              <a:gd name="connsiteY7977" fmla="*/ 2404434 h 5450835"/>
              <a:gd name="connsiteX7978" fmla="*/ 4339222 w 10450132"/>
              <a:gd name="connsiteY7978" fmla="*/ 2404893 h 5450835"/>
              <a:gd name="connsiteX7979" fmla="*/ 4330157 w 10450132"/>
              <a:gd name="connsiteY7979" fmla="*/ 2404893 h 5450835"/>
              <a:gd name="connsiteX7980" fmla="*/ 4329369 w 10450132"/>
              <a:gd name="connsiteY7980" fmla="*/ 2404434 h 5450835"/>
              <a:gd name="connsiteX7981" fmla="*/ 4324836 w 10450132"/>
              <a:gd name="connsiteY7981" fmla="*/ 2396552 h 5450835"/>
              <a:gd name="connsiteX7982" fmla="*/ 4324836 w 10450132"/>
              <a:gd name="connsiteY7982" fmla="*/ 2395698 h 5450835"/>
              <a:gd name="connsiteX7983" fmla="*/ 4329369 w 10450132"/>
              <a:gd name="connsiteY7983" fmla="*/ 2387816 h 5450835"/>
              <a:gd name="connsiteX7984" fmla="*/ 4330157 w 10450132"/>
              <a:gd name="connsiteY7984" fmla="*/ 2387357 h 5450835"/>
              <a:gd name="connsiteX7985" fmla="*/ 4075960 w 10450132"/>
              <a:gd name="connsiteY7985" fmla="*/ 2387357 h 5450835"/>
              <a:gd name="connsiteX7986" fmla="*/ 4085024 w 10450132"/>
              <a:gd name="connsiteY7986" fmla="*/ 2387357 h 5450835"/>
              <a:gd name="connsiteX7987" fmla="*/ 4085812 w 10450132"/>
              <a:gd name="connsiteY7987" fmla="*/ 2387816 h 5450835"/>
              <a:gd name="connsiteX7988" fmla="*/ 4090345 w 10450132"/>
              <a:gd name="connsiteY7988" fmla="*/ 2395698 h 5450835"/>
              <a:gd name="connsiteX7989" fmla="*/ 4090345 w 10450132"/>
              <a:gd name="connsiteY7989" fmla="*/ 2396552 h 5450835"/>
              <a:gd name="connsiteX7990" fmla="*/ 4085812 w 10450132"/>
              <a:gd name="connsiteY7990" fmla="*/ 2404434 h 5450835"/>
              <a:gd name="connsiteX7991" fmla="*/ 4085024 w 10450132"/>
              <a:gd name="connsiteY7991" fmla="*/ 2404893 h 5450835"/>
              <a:gd name="connsiteX7992" fmla="*/ 4075960 w 10450132"/>
              <a:gd name="connsiteY7992" fmla="*/ 2404893 h 5450835"/>
              <a:gd name="connsiteX7993" fmla="*/ 4075171 w 10450132"/>
              <a:gd name="connsiteY7993" fmla="*/ 2404434 h 5450835"/>
              <a:gd name="connsiteX7994" fmla="*/ 4070639 w 10450132"/>
              <a:gd name="connsiteY7994" fmla="*/ 2396552 h 5450835"/>
              <a:gd name="connsiteX7995" fmla="*/ 4070639 w 10450132"/>
              <a:gd name="connsiteY7995" fmla="*/ 2395698 h 5450835"/>
              <a:gd name="connsiteX7996" fmla="*/ 4075171 w 10450132"/>
              <a:gd name="connsiteY7996" fmla="*/ 2387816 h 5450835"/>
              <a:gd name="connsiteX7997" fmla="*/ 4075960 w 10450132"/>
              <a:gd name="connsiteY7997" fmla="*/ 2387357 h 5450835"/>
              <a:gd name="connsiteX7998" fmla="*/ 3821617 w 10450132"/>
              <a:gd name="connsiteY7998" fmla="*/ 2387357 h 5450835"/>
              <a:gd name="connsiteX7999" fmla="*/ 3830683 w 10450132"/>
              <a:gd name="connsiteY7999" fmla="*/ 2387357 h 5450835"/>
              <a:gd name="connsiteX8000" fmla="*/ 3831470 w 10450132"/>
              <a:gd name="connsiteY8000" fmla="*/ 2387816 h 5450835"/>
              <a:gd name="connsiteX8001" fmla="*/ 3836003 w 10450132"/>
              <a:gd name="connsiteY8001" fmla="*/ 2395698 h 5450835"/>
              <a:gd name="connsiteX8002" fmla="*/ 3836003 w 10450132"/>
              <a:gd name="connsiteY8002" fmla="*/ 2396552 h 5450835"/>
              <a:gd name="connsiteX8003" fmla="*/ 3831470 w 10450132"/>
              <a:gd name="connsiteY8003" fmla="*/ 2404434 h 5450835"/>
              <a:gd name="connsiteX8004" fmla="*/ 3830683 w 10450132"/>
              <a:gd name="connsiteY8004" fmla="*/ 2404893 h 5450835"/>
              <a:gd name="connsiteX8005" fmla="*/ 3821617 w 10450132"/>
              <a:gd name="connsiteY8005" fmla="*/ 2404893 h 5450835"/>
              <a:gd name="connsiteX8006" fmla="*/ 3820828 w 10450132"/>
              <a:gd name="connsiteY8006" fmla="*/ 2404434 h 5450835"/>
              <a:gd name="connsiteX8007" fmla="*/ 3816298 w 10450132"/>
              <a:gd name="connsiteY8007" fmla="*/ 2396552 h 5450835"/>
              <a:gd name="connsiteX8008" fmla="*/ 3816298 w 10450132"/>
              <a:gd name="connsiteY8008" fmla="*/ 2395698 h 5450835"/>
              <a:gd name="connsiteX8009" fmla="*/ 3820828 w 10450132"/>
              <a:gd name="connsiteY8009" fmla="*/ 2387816 h 5450835"/>
              <a:gd name="connsiteX8010" fmla="*/ 3821617 w 10450132"/>
              <a:gd name="connsiteY8010" fmla="*/ 2387357 h 5450835"/>
              <a:gd name="connsiteX8011" fmla="*/ 3567079 w 10450132"/>
              <a:gd name="connsiteY8011" fmla="*/ 2387357 h 5450835"/>
              <a:gd name="connsiteX8012" fmla="*/ 3576143 w 10450132"/>
              <a:gd name="connsiteY8012" fmla="*/ 2387357 h 5450835"/>
              <a:gd name="connsiteX8013" fmla="*/ 3576931 w 10450132"/>
              <a:gd name="connsiteY8013" fmla="*/ 2387816 h 5450835"/>
              <a:gd name="connsiteX8014" fmla="*/ 3581463 w 10450132"/>
              <a:gd name="connsiteY8014" fmla="*/ 2395698 h 5450835"/>
              <a:gd name="connsiteX8015" fmla="*/ 3581463 w 10450132"/>
              <a:gd name="connsiteY8015" fmla="*/ 2396552 h 5450835"/>
              <a:gd name="connsiteX8016" fmla="*/ 3576931 w 10450132"/>
              <a:gd name="connsiteY8016" fmla="*/ 2404434 h 5450835"/>
              <a:gd name="connsiteX8017" fmla="*/ 3576143 w 10450132"/>
              <a:gd name="connsiteY8017" fmla="*/ 2404893 h 5450835"/>
              <a:gd name="connsiteX8018" fmla="*/ 3567079 w 10450132"/>
              <a:gd name="connsiteY8018" fmla="*/ 2404893 h 5450835"/>
              <a:gd name="connsiteX8019" fmla="*/ 3566290 w 10450132"/>
              <a:gd name="connsiteY8019" fmla="*/ 2404434 h 5450835"/>
              <a:gd name="connsiteX8020" fmla="*/ 3561758 w 10450132"/>
              <a:gd name="connsiteY8020" fmla="*/ 2396552 h 5450835"/>
              <a:gd name="connsiteX8021" fmla="*/ 3561758 w 10450132"/>
              <a:gd name="connsiteY8021" fmla="*/ 2395698 h 5450835"/>
              <a:gd name="connsiteX8022" fmla="*/ 3566290 w 10450132"/>
              <a:gd name="connsiteY8022" fmla="*/ 2387816 h 5450835"/>
              <a:gd name="connsiteX8023" fmla="*/ 3567079 w 10450132"/>
              <a:gd name="connsiteY8023" fmla="*/ 2387357 h 5450835"/>
              <a:gd name="connsiteX8024" fmla="*/ 3312804 w 10450132"/>
              <a:gd name="connsiteY8024" fmla="*/ 2387357 h 5450835"/>
              <a:gd name="connsiteX8025" fmla="*/ 3321868 w 10450132"/>
              <a:gd name="connsiteY8025" fmla="*/ 2387357 h 5450835"/>
              <a:gd name="connsiteX8026" fmla="*/ 3322657 w 10450132"/>
              <a:gd name="connsiteY8026" fmla="*/ 2387816 h 5450835"/>
              <a:gd name="connsiteX8027" fmla="*/ 3327189 w 10450132"/>
              <a:gd name="connsiteY8027" fmla="*/ 2395698 h 5450835"/>
              <a:gd name="connsiteX8028" fmla="*/ 3327189 w 10450132"/>
              <a:gd name="connsiteY8028" fmla="*/ 2396552 h 5450835"/>
              <a:gd name="connsiteX8029" fmla="*/ 3322657 w 10450132"/>
              <a:gd name="connsiteY8029" fmla="*/ 2404434 h 5450835"/>
              <a:gd name="connsiteX8030" fmla="*/ 3321868 w 10450132"/>
              <a:gd name="connsiteY8030" fmla="*/ 2404893 h 5450835"/>
              <a:gd name="connsiteX8031" fmla="*/ 3312804 w 10450132"/>
              <a:gd name="connsiteY8031" fmla="*/ 2404893 h 5450835"/>
              <a:gd name="connsiteX8032" fmla="*/ 3312016 w 10450132"/>
              <a:gd name="connsiteY8032" fmla="*/ 2404434 h 5450835"/>
              <a:gd name="connsiteX8033" fmla="*/ 3307483 w 10450132"/>
              <a:gd name="connsiteY8033" fmla="*/ 2396552 h 5450835"/>
              <a:gd name="connsiteX8034" fmla="*/ 3307483 w 10450132"/>
              <a:gd name="connsiteY8034" fmla="*/ 2395698 h 5450835"/>
              <a:gd name="connsiteX8035" fmla="*/ 3312016 w 10450132"/>
              <a:gd name="connsiteY8035" fmla="*/ 2387816 h 5450835"/>
              <a:gd name="connsiteX8036" fmla="*/ 3312804 w 10450132"/>
              <a:gd name="connsiteY8036" fmla="*/ 2387357 h 5450835"/>
              <a:gd name="connsiteX8037" fmla="*/ 3058437 w 10450132"/>
              <a:gd name="connsiteY8037" fmla="*/ 2387357 h 5450835"/>
              <a:gd name="connsiteX8038" fmla="*/ 3067503 w 10450132"/>
              <a:gd name="connsiteY8038" fmla="*/ 2387357 h 5450835"/>
              <a:gd name="connsiteX8039" fmla="*/ 3068292 w 10450132"/>
              <a:gd name="connsiteY8039" fmla="*/ 2387816 h 5450835"/>
              <a:gd name="connsiteX8040" fmla="*/ 3072824 w 10450132"/>
              <a:gd name="connsiteY8040" fmla="*/ 2395698 h 5450835"/>
              <a:gd name="connsiteX8041" fmla="*/ 3072824 w 10450132"/>
              <a:gd name="connsiteY8041" fmla="*/ 2396552 h 5450835"/>
              <a:gd name="connsiteX8042" fmla="*/ 3068292 w 10450132"/>
              <a:gd name="connsiteY8042" fmla="*/ 2404434 h 5450835"/>
              <a:gd name="connsiteX8043" fmla="*/ 3067503 w 10450132"/>
              <a:gd name="connsiteY8043" fmla="*/ 2404893 h 5450835"/>
              <a:gd name="connsiteX8044" fmla="*/ 3058437 w 10450132"/>
              <a:gd name="connsiteY8044" fmla="*/ 2404893 h 5450835"/>
              <a:gd name="connsiteX8045" fmla="*/ 3057649 w 10450132"/>
              <a:gd name="connsiteY8045" fmla="*/ 2404434 h 5450835"/>
              <a:gd name="connsiteX8046" fmla="*/ 3053119 w 10450132"/>
              <a:gd name="connsiteY8046" fmla="*/ 2396552 h 5450835"/>
              <a:gd name="connsiteX8047" fmla="*/ 3053119 w 10450132"/>
              <a:gd name="connsiteY8047" fmla="*/ 2395698 h 5450835"/>
              <a:gd name="connsiteX8048" fmla="*/ 3057649 w 10450132"/>
              <a:gd name="connsiteY8048" fmla="*/ 2387816 h 5450835"/>
              <a:gd name="connsiteX8049" fmla="*/ 3058437 w 10450132"/>
              <a:gd name="connsiteY8049" fmla="*/ 2387357 h 5450835"/>
              <a:gd name="connsiteX8050" fmla="*/ 2803838 w 10450132"/>
              <a:gd name="connsiteY8050" fmla="*/ 2387357 h 5450835"/>
              <a:gd name="connsiteX8051" fmla="*/ 2812903 w 10450132"/>
              <a:gd name="connsiteY8051" fmla="*/ 2387357 h 5450835"/>
              <a:gd name="connsiteX8052" fmla="*/ 2813691 w 10450132"/>
              <a:gd name="connsiteY8052" fmla="*/ 2387816 h 5450835"/>
              <a:gd name="connsiteX8053" fmla="*/ 2818223 w 10450132"/>
              <a:gd name="connsiteY8053" fmla="*/ 2395698 h 5450835"/>
              <a:gd name="connsiteX8054" fmla="*/ 2818223 w 10450132"/>
              <a:gd name="connsiteY8054" fmla="*/ 2396552 h 5450835"/>
              <a:gd name="connsiteX8055" fmla="*/ 2813691 w 10450132"/>
              <a:gd name="connsiteY8055" fmla="*/ 2404434 h 5450835"/>
              <a:gd name="connsiteX8056" fmla="*/ 2812903 w 10450132"/>
              <a:gd name="connsiteY8056" fmla="*/ 2404893 h 5450835"/>
              <a:gd name="connsiteX8057" fmla="*/ 2803838 w 10450132"/>
              <a:gd name="connsiteY8057" fmla="*/ 2404893 h 5450835"/>
              <a:gd name="connsiteX8058" fmla="*/ 2803049 w 10450132"/>
              <a:gd name="connsiteY8058" fmla="*/ 2404434 h 5450835"/>
              <a:gd name="connsiteX8059" fmla="*/ 2798517 w 10450132"/>
              <a:gd name="connsiteY8059" fmla="*/ 2396552 h 5450835"/>
              <a:gd name="connsiteX8060" fmla="*/ 2798517 w 10450132"/>
              <a:gd name="connsiteY8060" fmla="*/ 2395698 h 5450835"/>
              <a:gd name="connsiteX8061" fmla="*/ 2803049 w 10450132"/>
              <a:gd name="connsiteY8061" fmla="*/ 2387816 h 5450835"/>
              <a:gd name="connsiteX8062" fmla="*/ 2803838 w 10450132"/>
              <a:gd name="connsiteY8062" fmla="*/ 2387357 h 5450835"/>
              <a:gd name="connsiteX8063" fmla="*/ 2549521 w 10450132"/>
              <a:gd name="connsiteY8063" fmla="*/ 2387357 h 5450835"/>
              <a:gd name="connsiteX8064" fmla="*/ 2558587 w 10450132"/>
              <a:gd name="connsiteY8064" fmla="*/ 2387357 h 5450835"/>
              <a:gd name="connsiteX8065" fmla="*/ 2559375 w 10450132"/>
              <a:gd name="connsiteY8065" fmla="*/ 2387816 h 5450835"/>
              <a:gd name="connsiteX8066" fmla="*/ 2563905 w 10450132"/>
              <a:gd name="connsiteY8066" fmla="*/ 2395698 h 5450835"/>
              <a:gd name="connsiteX8067" fmla="*/ 2563905 w 10450132"/>
              <a:gd name="connsiteY8067" fmla="*/ 2396552 h 5450835"/>
              <a:gd name="connsiteX8068" fmla="*/ 2559375 w 10450132"/>
              <a:gd name="connsiteY8068" fmla="*/ 2404434 h 5450835"/>
              <a:gd name="connsiteX8069" fmla="*/ 2558587 w 10450132"/>
              <a:gd name="connsiteY8069" fmla="*/ 2404893 h 5450835"/>
              <a:gd name="connsiteX8070" fmla="*/ 2549521 w 10450132"/>
              <a:gd name="connsiteY8070" fmla="*/ 2404893 h 5450835"/>
              <a:gd name="connsiteX8071" fmla="*/ 2548733 w 10450132"/>
              <a:gd name="connsiteY8071" fmla="*/ 2404434 h 5450835"/>
              <a:gd name="connsiteX8072" fmla="*/ 2544202 w 10450132"/>
              <a:gd name="connsiteY8072" fmla="*/ 2396552 h 5450835"/>
              <a:gd name="connsiteX8073" fmla="*/ 2544202 w 10450132"/>
              <a:gd name="connsiteY8073" fmla="*/ 2395698 h 5450835"/>
              <a:gd name="connsiteX8074" fmla="*/ 2548733 w 10450132"/>
              <a:gd name="connsiteY8074" fmla="*/ 2387816 h 5450835"/>
              <a:gd name="connsiteX8075" fmla="*/ 2549521 w 10450132"/>
              <a:gd name="connsiteY8075" fmla="*/ 2387357 h 5450835"/>
              <a:gd name="connsiteX8076" fmla="*/ 2295138 w 10450132"/>
              <a:gd name="connsiteY8076" fmla="*/ 2387357 h 5450835"/>
              <a:gd name="connsiteX8077" fmla="*/ 2304204 w 10450132"/>
              <a:gd name="connsiteY8077" fmla="*/ 2387357 h 5450835"/>
              <a:gd name="connsiteX8078" fmla="*/ 2304992 w 10450132"/>
              <a:gd name="connsiteY8078" fmla="*/ 2387816 h 5450835"/>
              <a:gd name="connsiteX8079" fmla="*/ 2309523 w 10450132"/>
              <a:gd name="connsiteY8079" fmla="*/ 2395698 h 5450835"/>
              <a:gd name="connsiteX8080" fmla="*/ 2309523 w 10450132"/>
              <a:gd name="connsiteY8080" fmla="*/ 2396552 h 5450835"/>
              <a:gd name="connsiteX8081" fmla="*/ 2304992 w 10450132"/>
              <a:gd name="connsiteY8081" fmla="*/ 2404434 h 5450835"/>
              <a:gd name="connsiteX8082" fmla="*/ 2304204 w 10450132"/>
              <a:gd name="connsiteY8082" fmla="*/ 2404893 h 5450835"/>
              <a:gd name="connsiteX8083" fmla="*/ 2295138 w 10450132"/>
              <a:gd name="connsiteY8083" fmla="*/ 2404893 h 5450835"/>
              <a:gd name="connsiteX8084" fmla="*/ 2294350 w 10450132"/>
              <a:gd name="connsiteY8084" fmla="*/ 2404434 h 5450835"/>
              <a:gd name="connsiteX8085" fmla="*/ 2289819 w 10450132"/>
              <a:gd name="connsiteY8085" fmla="*/ 2396552 h 5450835"/>
              <a:gd name="connsiteX8086" fmla="*/ 2289819 w 10450132"/>
              <a:gd name="connsiteY8086" fmla="*/ 2395698 h 5450835"/>
              <a:gd name="connsiteX8087" fmla="*/ 2294350 w 10450132"/>
              <a:gd name="connsiteY8087" fmla="*/ 2387816 h 5450835"/>
              <a:gd name="connsiteX8088" fmla="*/ 2295138 w 10450132"/>
              <a:gd name="connsiteY8088" fmla="*/ 2387357 h 5450835"/>
              <a:gd name="connsiteX8089" fmla="*/ 2040693 w 10450132"/>
              <a:gd name="connsiteY8089" fmla="*/ 2387357 h 5450835"/>
              <a:gd name="connsiteX8090" fmla="*/ 2049755 w 10450132"/>
              <a:gd name="connsiteY8090" fmla="*/ 2387357 h 5450835"/>
              <a:gd name="connsiteX8091" fmla="*/ 2050543 w 10450132"/>
              <a:gd name="connsiteY8091" fmla="*/ 2387816 h 5450835"/>
              <a:gd name="connsiteX8092" fmla="*/ 2055075 w 10450132"/>
              <a:gd name="connsiteY8092" fmla="*/ 2395698 h 5450835"/>
              <a:gd name="connsiteX8093" fmla="*/ 2055075 w 10450132"/>
              <a:gd name="connsiteY8093" fmla="*/ 2396552 h 5450835"/>
              <a:gd name="connsiteX8094" fmla="*/ 2050543 w 10450132"/>
              <a:gd name="connsiteY8094" fmla="*/ 2404434 h 5450835"/>
              <a:gd name="connsiteX8095" fmla="*/ 2049755 w 10450132"/>
              <a:gd name="connsiteY8095" fmla="*/ 2404893 h 5450835"/>
              <a:gd name="connsiteX8096" fmla="*/ 2040693 w 10450132"/>
              <a:gd name="connsiteY8096" fmla="*/ 2404893 h 5450835"/>
              <a:gd name="connsiteX8097" fmla="*/ 2039905 w 10450132"/>
              <a:gd name="connsiteY8097" fmla="*/ 2404434 h 5450835"/>
              <a:gd name="connsiteX8098" fmla="*/ 2035368 w 10450132"/>
              <a:gd name="connsiteY8098" fmla="*/ 2396552 h 5450835"/>
              <a:gd name="connsiteX8099" fmla="*/ 2035368 w 10450132"/>
              <a:gd name="connsiteY8099" fmla="*/ 2395698 h 5450835"/>
              <a:gd name="connsiteX8100" fmla="*/ 2039905 w 10450132"/>
              <a:gd name="connsiteY8100" fmla="*/ 2387816 h 5450835"/>
              <a:gd name="connsiteX8101" fmla="*/ 2040693 w 10450132"/>
              <a:gd name="connsiteY8101" fmla="*/ 2387357 h 5450835"/>
              <a:gd name="connsiteX8102" fmla="*/ 1786336 w 10450132"/>
              <a:gd name="connsiteY8102" fmla="*/ 2387357 h 5450835"/>
              <a:gd name="connsiteX8103" fmla="*/ 1795401 w 10450132"/>
              <a:gd name="connsiteY8103" fmla="*/ 2387357 h 5450835"/>
              <a:gd name="connsiteX8104" fmla="*/ 1796188 w 10450132"/>
              <a:gd name="connsiteY8104" fmla="*/ 2387816 h 5450835"/>
              <a:gd name="connsiteX8105" fmla="*/ 1800721 w 10450132"/>
              <a:gd name="connsiteY8105" fmla="*/ 2395698 h 5450835"/>
              <a:gd name="connsiteX8106" fmla="*/ 1800721 w 10450132"/>
              <a:gd name="connsiteY8106" fmla="*/ 2396552 h 5450835"/>
              <a:gd name="connsiteX8107" fmla="*/ 1796188 w 10450132"/>
              <a:gd name="connsiteY8107" fmla="*/ 2404434 h 5450835"/>
              <a:gd name="connsiteX8108" fmla="*/ 1795401 w 10450132"/>
              <a:gd name="connsiteY8108" fmla="*/ 2404893 h 5450835"/>
              <a:gd name="connsiteX8109" fmla="*/ 1786336 w 10450132"/>
              <a:gd name="connsiteY8109" fmla="*/ 2404893 h 5450835"/>
              <a:gd name="connsiteX8110" fmla="*/ 1785548 w 10450132"/>
              <a:gd name="connsiteY8110" fmla="*/ 2404434 h 5450835"/>
              <a:gd name="connsiteX8111" fmla="*/ 1781016 w 10450132"/>
              <a:gd name="connsiteY8111" fmla="*/ 2396552 h 5450835"/>
              <a:gd name="connsiteX8112" fmla="*/ 1781016 w 10450132"/>
              <a:gd name="connsiteY8112" fmla="*/ 2395698 h 5450835"/>
              <a:gd name="connsiteX8113" fmla="*/ 1785548 w 10450132"/>
              <a:gd name="connsiteY8113" fmla="*/ 2387816 h 5450835"/>
              <a:gd name="connsiteX8114" fmla="*/ 1786336 w 10450132"/>
              <a:gd name="connsiteY8114" fmla="*/ 2387357 h 5450835"/>
              <a:gd name="connsiteX8115" fmla="*/ 1531890 w 10450132"/>
              <a:gd name="connsiteY8115" fmla="*/ 2387357 h 5450835"/>
              <a:gd name="connsiteX8116" fmla="*/ 1540953 w 10450132"/>
              <a:gd name="connsiteY8116" fmla="*/ 2387357 h 5450835"/>
              <a:gd name="connsiteX8117" fmla="*/ 1541741 w 10450132"/>
              <a:gd name="connsiteY8117" fmla="*/ 2387816 h 5450835"/>
              <a:gd name="connsiteX8118" fmla="*/ 1546273 w 10450132"/>
              <a:gd name="connsiteY8118" fmla="*/ 2395698 h 5450835"/>
              <a:gd name="connsiteX8119" fmla="*/ 1546273 w 10450132"/>
              <a:gd name="connsiteY8119" fmla="*/ 2396552 h 5450835"/>
              <a:gd name="connsiteX8120" fmla="*/ 1541741 w 10450132"/>
              <a:gd name="connsiteY8120" fmla="*/ 2404434 h 5450835"/>
              <a:gd name="connsiteX8121" fmla="*/ 1540953 w 10450132"/>
              <a:gd name="connsiteY8121" fmla="*/ 2404893 h 5450835"/>
              <a:gd name="connsiteX8122" fmla="*/ 1531890 w 10450132"/>
              <a:gd name="connsiteY8122" fmla="*/ 2404893 h 5450835"/>
              <a:gd name="connsiteX8123" fmla="*/ 1531103 w 10450132"/>
              <a:gd name="connsiteY8123" fmla="*/ 2404434 h 5450835"/>
              <a:gd name="connsiteX8124" fmla="*/ 1526569 w 10450132"/>
              <a:gd name="connsiteY8124" fmla="*/ 2396552 h 5450835"/>
              <a:gd name="connsiteX8125" fmla="*/ 1526569 w 10450132"/>
              <a:gd name="connsiteY8125" fmla="*/ 2395698 h 5450835"/>
              <a:gd name="connsiteX8126" fmla="*/ 1531103 w 10450132"/>
              <a:gd name="connsiteY8126" fmla="*/ 2387816 h 5450835"/>
              <a:gd name="connsiteX8127" fmla="*/ 1531890 w 10450132"/>
              <a:gd name="connsiteY8127" fmla="*/ 2387357 h 5450835"/>
              <a:gd name="connsiteX8128" fmla="*/ 1277563 w 10450132"/>
              <a:gd name="connsiteY8128" fmla="*/ 2387357 h 5450835"/>
              <a:gd name="connsiteX8129" fmla="*/ 1286627 w 10450132"/>
              <a:gd name="connsiteY8129" fmla="*/ 2387357 h 5450835"/>
              <a:gd name="connsiteX8130" fmla="*/ 1287417 w 10450132"/>
              <a:gd name="connsiteY8130" fmla="*/ 2387816 h 5450835"/>
              <a:gd name="connsiteX8131" fmla="*/ 1291948 w 10450132"/>
              <a:gd name="connsiteY8131" fmla="*/ 2395698 h 5450835"/>
              <a:gd name="connsiteX8132" fmla="*/ 1291948 w 10450132"/>
              <a:gd name="connsiteY8132" fmla="*/ 2396552 h 5450835"/>
              <a:gd name="connsiteX8133" fmla="*/ 1287417 w 10450132"/>
              <a:gd name="connsiteY8133" fmla="*/ 2404434 h 5450835"/>
              <a:gd name="connsiteX8134" fmla="*/ 1286627 w 10450132"/>
              <a:gd name="connsiteY8134" fmla="*/ 2404893 h 5450835"/>
              <a:gd name="connsiteX8135" fmla="*/ 1277563 w 10450132"/>
              <a:gd name="connsiteY8135" fmla="*/ 2404893 h 5450835"/>
              <a:gd name="connsiteX8136" fmla="*/ 1276775 w 10450132"/>
              <a:gd name="connsiteY8136" fmla="*/ 2404434 h 5450835"/>
              <a:gd name="connsiteX8137" fmla="*/ 1272243 w 10450132"/>
              <a:gd name="connsiteY8137" fmla="*/ 2396552 h 5450835"/>
              <a:gd name="connsiteX8138" fmla="*/ 1272243 w 10450132"/>
              <a:gd name="connsiteY8138" fmla="*/ 2395698 h 5450835"/>
              <a:gd name="connsiteX8139" fmla="*/ 1276775 w 10450132"/>
              <a:gd name="connsiteY8139" fmla="*/ 2387816 h 5450835"/>
              <a:gd name="connsiteX8140" fmla="*/ 1277563 w 10450132"/>
              <a:gd name="connsiteY8140" fmla="*/ 2387357 h 5450835"/>
              <a:gd name="connsiteX8141" fmla="*/ 1023071 w 10450132"/>
              <a:gd name="connsiteY8141" fmla="*/ 2387357 h 5450835"/>
              <a:gd name="connsiteX8142" fmla="*/ 1032135 w 10450132"/>
              <a:gd name="connsiteY8142" fmla="*/ 2387357 h 5450835"/>
              <a:gd name="connsiteX8143" fmla="*/ 1032923 w 10450132"/>
              <a:gd name="connsiteY8143" fmla="*/ 2387816 h 5450835"/>
              <a:gd name="connsiteX8144" fmla="*/ 1037455 w 10450132"/>
              <a:gd name="connsiteY8144" fmla="*/ 2395698 h 5450835"/>
              <a:gd name="connsiteX8145" fmla="*/ 1037455 w 10450132"/>
              <a:gd name="connsiteY8145" fmla="*/ 2396552 h 5450835"/>
              <a:gd name="connsiteX8146" fmla="*/ 1032923 w 10450132"/>
              <a:gd name="connsiteY8146" fmla="*/ 2404434 h 5450835"/>
              <a:gd name="connsiteX8147" fmla="*/ 1032135 w 10450132"/>
              <a:gd name="connsiteY8147" fmla="*/ 2404893 h 5450835"/>
              <a:gd name="connsiteX8148" fmla="*/ 1023071 w 10450132"/>
              <a:gd name="connsiteY8148" fmla="*/ 2404893 h 5450835"/>
              <a:gd name="connsiteX8149" fmla="*/ 1022283 w 10450132"/>
              <a:gd name="connsiteY8149" fmla="*/ 2404434 h 5450835"/>
              <a:gd name="connsiteX8150" fmla="*/ 1017750 w 10450132"/>
              <a:gd name="connsiteY8150" fmla="*/ 2396552 h 5450835"/>
              <a:gd name="connsiteX8151" fmla="*/ 1017750 w 10450132"/>
              <a:gd name="connsiteY8151" fmla="*/ 2395698 h 5450835"/>
              <a:gd name="connsiteX8152" fmla="*/ 1022283 w 10450132"/>
              <a:gd name="connsiteY8152" fmla="*/ 2387816 h 5450835"/>
              <a:gd name="connsiteX8153" fmla="*/ 1023071 w 10450132"/>
              <a:gd name="connsiteY8153" fmla="*/ 2387357 h 5450835"/>
              <a:gd name="connsiteX8154" fmla="*/ 768604 w 10450132"/>
              <a:gd name="connsiteY8154" fmla="*/ 2387357 h 5450835"/>
              <a:gd name="connsiteX8155" fmla="*/ 777668 w 10450132"/>
              <a:gd name="connsiteY8155" fmla="*/ 2387357 h 5450835"/>
              <a:gd name="connsiteX8156" fmla="*/ 778456 w 10450132"/>
              <a:gd name="connsiteY8156" fmla="*/ 2387816 h 5450835"/>
              <a:gd name="connsiteX8157" fmla="*/ 782988 w 10450132"/>
              <a:gd name="connsiteY8157" fmla="*/ 2395698 h 5450835"/>
              <a:gd name="connsiteX8158" fmla="*/ 782988 w 10450132"/>
              <a:gd name="connsiteY8158" fmla="*/ 2396552 h 5450835"/>
              <a:gd name="connsiteX8159" fmla="*/ 778456 w 10450132"/>
              <a:gd name="connsiteY8159" fmla="*/ 2404434 h 5450835"/>
              <a:gd name="connsiteX8160" fmla="*/ 777668 w 10450132"/>
              <a:gd name="connsiteY8160" fmla="*/ 2404893 h 5450835"/>
              <a:gd name="connsiteX8161" fmla="*/ 768604 w 10450132"/>
              <a:gd name="connsiteY8161" fmla="*/ 2404893 h 5450835"/>
              <a:gd name="connsiteX8162" fmla="*/ 767816 w 10450132"/>
              <a:gd name="connsiteY8162" fmla="*/ 2404434 h 5450835"/>
              <a:gd name="connsiteX8163" fmla="*/ 763283 w 10450132"/>
              <a:gd name="connsiteY8163" fmla="*/ 2396552 h 5450835"/>
              <a:gd name="connsiteX8164" fmla="*/ 763283 w 10450132"/>
              <a:gd name="connsiteY8164" fmla="*/ 2395698 h 5450835"/>
              <a:gd name="connsiteX8165" fmla="*/ 767816 w 10450132"/>
              <a:gd name="connsiteY8165" fmla="*/ 2387816 h 5450835"/>
              <a:gd name="connsiteX8166" fmla="*/ 768604 w 10450132"/>
              <a:gd name="connsiteY8166" fmla="*/ 2387357 h 5450835"/>
              <a:gd name="connsiteX8167" fmla="*/ 514313 w 10450132"/>
              <a:gd name="connsiteY8167" fmla="*/ 2387357 h 5450835"/>
              <a:gd name="connsiteX8168" fmla="*/ 523377 w 10450132"/>
              <a:gd name="connsiteY8168" fmla="*/ 2387357 h 5450835"/>
              <a:gd name="connsiteX8169" fmla="*/ 524165 w 10450132"/>
              <a:gd name="connsiteY8169" fmla="*/ 2387816 h 5450835"/>
              <a:gd name="connsiteX8170" fmla="*/ 528697 w 10450132"/>
              <a:gd name="connsiteY8170" fmla="*/ 2395698 h 5450835"/>
              <a:gd name="connsiteX8171" fmla="*/ 528697 w 10450132"/>
              <a:gd name="connsiteY8171" fmla="*/ 2396552 h 5450835"/>
              <a:gd name="connsiteX8172" fmla="*/ 524165 w 10450132"/>
              <a:gd name="connsiteY8172" fmla="*/ 2404434 h 5450835"/>
              <a:gd name="connsiteX8173" fmla="*/ 523377 w 10450132"/>
              <a:gd name="connsiteY8173" fmla="*/ 2404893 h 5450835"/>
              <a:gd name="connsiteX8174" fmla="*/ 514313 w 10450132"/>
              <a:gd name="connsiteY8174" fmla="*/ 2404893 h 5450835"/>
              <a:gd name="connsiteX8175" fmla="*/ 513526 w 10450132"/>
              <a:gd name="connsiteY8175" fmla="*/ 2404434 h 5450835"/>
              <a:gd name="connsiteX8176" fmla="*/ 508992 w 10450132"/>
              <a:gd name="connsiteY8176" fmla="*/ 2396552 h 5450835"/>
              <a:gd name="connsiteX8177" fmla="*/ 508992 w 10450132"/>
              <a:gd name="connsiteY8177" fmla="*/ 2395698 h 5450835"/>
              <a:gd name="connsiteX8178" fmla="*/ 513526 w 10450132"/>
              <a:gd name="connsiteY8178" fmla="*/ 2387816 h 5450835"/>
              <a:gd name="connsiteX8179" fmla="*/ 514313 w 10450132"/>
              <a:gd name="connsiteY8179" fmla="*/ 2387357 h 5450835"/>
              <a:gd name="connsiteX8180" fmla="*/ 259899 w 10450132"/>
              <a:gd name="connsiteY8180" fmla="*/ 2387357 h 5450835"/>
              <a:gd name="connsiteX8181" fmla="*/ 268962 w 10450132"/>
              <a:gd name="connsiteY8181" fmla="*/ 2387357 h 5450835"/>
              <a:gd name="connsiteX8182" fmla="*/ 269751 w 10450132"/>
              <a:gd name="connsiteY8182" fmla="*/ 2387816 h 5450835"/>
              <a:gd name="connsiteX8183" fmla="*/ 274282 w 10450132"/>
              <a:gd name="connsiteY8183" fmla="*/ 2395698 h 5450835"/>
              <a:gd name="connsiteX8184" fmla="*/ 274282 w 10450132"/>
              <a:gd name="connsiteY8184" fmla="*/ 2396552 h 5450835"/>
              <a:gd name="connsiteX8185" fmla="*/ 269751 w 10450132"/>
              <a:gd name="connsiteY8185" fmla="*/ 2404434 h 5450835"/>
              <a:gd name="connsiteX8186" fmla="*/ 268962 w 10450132"/>
              <a:gd name="connsiteY8186" fmla="*/ 2404893 h 5450835"/>
              <a:gd name="connsiteX8187" fmla="*/ 259899 w 10450132"/>
              <a:gd name="connsiteY8187" fmla="*/ 2404893 h 5450835"/>
              <a:gd name="connsiteX8188" fmla="*/ 259110 w 10450132"/>
              <a:gd name="connsiteY8188" fmla="*/ 2404434 h 5450835"/>
              <a:gd name="connsiteX8189" fmla="*/ 254578 w 10450132"/>
              <a:gd name="connsiteY8189" fmla="*/ 2396552 h 5450835"/>
              <a:gd name="connsiteX8190" fmla="*/ 254578 w 10450132"/>
              <a:gd name="connsiteY8190" fmla="*/ 2395698 h 5450835"/>
              <a:gd name="connsiteX8191" fmla="*/ 259110 w 10450132"/>
              <a:gd name="connsiteY8191" fmla="*/ 2387816 h 5450835"/>
              <a:gd name="connsiteX8192" fmla="*/ 259899 w 10450132"/>
              <a:gd name="connsiteY8192" fmla="*/ 2387357 h 5450835"/>
              <a:gd name="connsiteX8193" fmla="*/ 5451 w 10450132"/>
              <a:gd name="connsiteY8193" fmla="*/ 2387357 h 5450835"/>
              <a:gd name="connsiteX8194" fmla="*/ 14515 w 10450132"/>
              <a:gd name="connsiteY8194" fmla="*/ 2387357 h 5450835"/>
              <a:gd name="connsiteX8195" fmla="*/ 15302 w 10450132"/>
              <a:gd name="connsiteY8195" fmla="*/ 2387816 h 5450835"/>
              <a:gd name="connsiteX8196" fmla="*/ 19835 w 10450132"/>
              <a:gd name="connsiteY8196" fmla="*/ 2395698 h 5450835"/>
              <a:gd name="connsiteX8197" fmla="*/ 19835 w 10450132"/>
              <a:gd name="connsiteY8197" fmla="*/ 2396552 h 5450835"/>
              <a:gd name="connsiteX8198" fmla="*/ 15302 w 10450132"/>
              <a:gd name="connsiteY8198" fmla="*/ 2404434 h 5450835"/>
              <a:gd name="connsiteX8199" fmla="*/ 14515 w 10450132"/>
              <a:gd name="connsiteY8199" fmla="*/ 2404893 h 5450835"/>
              <a:gd name="connsiteX8200" fmla="*/ 5451 w 10450132"/>
              <a:gd name="connsiteY8200" fmla="*/ 2404893 h 5450835"/>
              <a:gd name="connsiteX8201" fmla="*/ 4662 w 10450132"/>
              <a:gd name="connsiteY8201" fmla="*/ 2404434 h 5450835"/>
              <a:gd name="connsiteX8202" fmla="*/ 129 w 10450132"/>
              <a:gd name="connsiteY8202" fmla="*/ 2396552 h 5450835"/>
              <a:gd name="connsiteX8203" fmla="*/ 129 w 10450132"/>
              <a:gd name="connsiteY8203" fmla="*/ 2395698 h 5450835"/>
              <a:gd name="connsiteX8204" fmla="*/ 4662 w 10450132"/>
              <a:gd name="connsiteY8204" fmla="*/ 2387816 h 5450835"/>
              <a:gd name="connsiteX8205" fmla="*/ 5451 w 10450132"/>
              <a:gd name="connsiteY8205" fmla="*/ 2387357 h 5450835"/>
              <a:gd name="connsiteX8206" fmla="*/ 10435622 w 10450132"/>
              <a:gd name="connsiteY8206" fmla="*/ 2170348 h 5450835"/>
              <a:gd name="connsiteX8207" fmla="*/ 10444686 w 10450132"/>
              <a:gd name="connsiteY8207" fmla="*/ 2170348 h 5450835"/>
              <a:gd name="connsiteX8208" fmla="*/ 10445474 w 10450132"/>
              <a:gd name="connsiteY8208" fmla="*/ 2170808 h 5450835"/>
              <a:gd name="connsiteX8209" fmla="*/ 10450007 w 10450132"/>
              <a:gd name="connsiteY8209" fmla="*/ 2178689 h 5450835"/>
              <a:gd name="connsiteX8210" fmla="*/ 10450007 w 10450132"/>
              <a:gd name="connsiteY8210" fmla="*/ 2179543 h 5450835"/>
              <a:gd name="connsiteX8211" fmla="*/ 10445474 w 10450132"/>
              <a:gd name="connsiteY8211" fmla="*/ 2187426 h 5450835"/>
              <a:gd name="connsiteX8212" fmla="*/ 10444686 w 10450132"/>
              <a:gd name="connsiteY8212" fmla="*/ 2187886 h 5450835"/>
              <a:gd name="connsiteX8213" fmla="*/ 10435622 w 10450132"/>
              <a:gd name="connsiteY8213" fmla="*/ 2187886 h 5450835"/>
              <a:gd name="connsiteX8214" fmla="*/ 10434834 w 10450132"/>
              <a:gd name="connsiteY8214" fmla="*/ 2187426 h 5450835"/>
              <a:gd name="connsiteX8215" fmla="*/ 10430302 w 10450132"/>
              <a:gd name="connsiteY8215" fmla="*/ 2179543 h 5450835"/>
              <a:gd name="connsiteX8216" fmla="*/ 10430302 w 10450132"/>
              <a:gd name="connsiteY8216" fmla="*/ 2178689 h 5450835"/>
              <a:gd name="connsiteX8217" fmla="*/ 10434834 w 10450132"/>
              <a:gd name="connsiteY8217" fmla="*/ 2170808 h 5450835"/>
              <a:gd name="connsiteX8218" fmla="*/ 10435622 w 10450132"/>
              <a:gd name="connsiteY8218" fmla="*/ 2170348 h 5450835"/>
              <a:gd name="connsiteX8219" fmla="*/ 10181242 w 10450132"/>
              <a:gd name="connsiteY8219" fmla="*/ 2170348 h 5450835"/>
              <a:gd name="connsiteX8220" fmla="*/ 10190305 w 10450132"/>
              <a:gd name="connsiteY8220" fmla="*/ 2170348 h 5450835"/>
              <a:gd name="connsiteX8221" fmla="*/ 10191093 w 10450132"/>
              <a:gd name="connsiteY8221" fmla="*/ 2170808 h 5450835"/>
              <a:gd name="connsiteX8222" fmla="*/ 10195626 w 10450132"/>
              <a:gd name="connsiteY8222" fmla="*/ 2178689 h 5450835"/>
              <a:gd name="connsiteX8223" fmla="*/ 10195626 w 10450132"/>
              <a:gd name="connsiteY8223" fmla="*/ 2179543 h 5450835"/>
              <a:gd name="connsiteX8224" fmla="*/ 10191093 w 10450132"/>
              <a:gd name="connsiteY8224" fmla="*/ 2187426 h 5450835"/>
              <a:gd name="connsiteX8225" fmla="*/ 10190305 w 10450132"/>
              <a:gd name="connsiteY8225" fmla="*/ 2187886 h 5450835"/>
              <a:gd name="connsiteX8226" fmla="*/ 10181242 w 10450132"/>
              <a:gd name="connsiteY8226" fmla="*/ 2187886 h 5450835"/>
              <a:gd name="connsiteX8227" fmla="*/ 10180453 w 10450132"/>
              <a:gd name="connsiteY8227" fmla="*/ 2187426 h 5450835"/>
              <a:gd name="connsiteX8228" fmla="*/ 10175922 w 10450132"/>
              <a:gd name="connsiteY8228" fmla="*/ 2179543 h 5450835"/>
              <a:gd name="connsiteX8229" fmla="*/ 10175922 w 10450132"/>
              <a:gd name="connsiteY8229" fmla="*/ 2178689 h 5450835"/>
              <a:gd name="connsiteX8230" fmla="*/ 10180453 w 10450132"/>
              <a:gd name="connsiteY8230" fmla="*/ 2170808 h 5450835"/>
              <a:gd name="connsiteX8231" fmla="*/ 10181242 w 10450132"/>
              <a:gd name="connsiteY8231" fmla="*/ 2170348 h 5450835"/>
              <a:gd name="connsiteX8232" fmla="*/ 9926861 w 10450132"/>
              <a:gd name="connsiteY8232" fmla="*/ 2170348 h 5450835"/>
              <a:gd name="connsiteX8233" fmla="*/ 9935924 w 10450132"/>
              <a:gd name="connsiteY8233" fmla="*/ 2170348 h 5450835"/>
              <a:gd name="connsiteX8234" fmla="*/ 9936713 w 10450132"/>
              <a:gd name="connsiteY8234" fmla="*/ 2170808 h 5450835"/>
              <a:gd name="connsiteX8235" fmla="*/ 9941246 w 10450132"/>
              <a:gd name="connsiteY8235" fmla="*/ 2178689 h 5450835"/>
              <a:gd name="connsiteX8236" fmla="*/ 9941246 w 10450132"/>
              <a:gd name="connsiteY8236" fmla="*/ 2179543 h 5450835"/>
              <a:gd name="connsiteX8237" fmla="*/ 9936713 w 10450132"/>
              <a:gd name="connsiteY8237" fmla="*/ 2187426 h 5450835"/>
              <a:gd name="connsiteX8238" fmla="*/ 9935924 w 10450132"/>
              <a:gd name="connsiteY8238" fmla="*/ 2187886 h 5450835"/>
              <a:gd name="connsiteX8239" fmla="*/ 9926861 w 10450132"/>
              <a:gd name="connsiteY8239" fmla="*/ 2187886 h 5450835"/>
              <a:gd name="connsiteX8240" fmla="*/ 9926073 w 10450132"/>
              <a:gd name="connsiteY8240" fmla="*/ 2187426 h 5450835"/>
              <a:gd name="connsiteX8241" fmla="*/ 9921541 w 10450132"/>
              <a:gd name="connsiteY8241" fmla="*/ 2179543 h 5450835"/>
              <a:gd name="connsiteX8242" fmla="*/ 9921541 w 10450132"/>
              <a:gd name="connsiteY8242" fmla="*/ 2178689 h 5450835"/>
              <a:gd name="connsiteX8243" fmla="*/ 9926073 w 10450132"/>
              <a:gd name="connsiteY8243" fmla="*/ 2170808 h 5450835"/>
              <a:gd name="connsiteX8244" fmla="*/ 9926861 w 10450132"/>
              <a:gd name="connsiteY8244" fmla="*/ 2170348 h 5450835"/>
              <a:gd name="connsiteX8245" fmla="*/ 9672481 w 10450132"/>
              <a:gd name="connsiteY8245" fmla="*/ 2170348 h 5450835"/>
              <a:gd name="connsiteX8246" fmla="*/ 9681545 w 10450132"/>
              <a:gd name="connsiteY8246" fmla="*/ 2170348 h 5450835"/>
              <a:gd name="connsiteX8247" fmla="*/ 9682333 w 10450132"/>
              <a:gd name="connsiteY8247" fmla="*/ 2170808 h 5450835"/>
              <a:gd name="connsiteX8248" fmla="*/ 9686865 w 10450132"/>
              <a:gd name="connsiteY8248" fmla="*/ 2178689 h 5450835"/>
              <a:gd name="connsiteX8249" fmla="*/ 9686865 w 10450132"/>
              <a:gd name="connsiteY8249" fmla="*/ 2179543 h 5450835"/>
              <a:gd name="connsiteX8250" fmla="*/ 9682333 w 10450132"/>
              <a:gd name="connsiteY8250" fmla="*/ 2187426 h 5450835"/>
              <a:gd name="connsiteX8251" fmla="*/ 9681545 w 10450132"/>
              <a:gd name="connsiteY8251" fmla="*/ 2187886 h 5450835"/>
              <a:gd name="connsiteX8252" fmla="*/ 9672481 w 10450132"/>
              <a:gd name="connsiteY8252" fmla="*/ 2187886 h 5450835"/>
              <a:gd name="connsiteX8253" fmla="*/ 9671693 w 10450132"/>
              <a:gd name="connsiteY8253" fmla="*/ 2187426 h 5450835"/>
              <a:gd name="connsiteX8254" fmla="*/ 9667160 w 10450132"/>
              <a:gd name="connsiteY8254" fmla="*/ 2179543 h 5450835"/>
              <a:gd name="connsiteX8255" fmla="*/ 9667160 w 10450132"/>
              <a:gd name="connsiteY8255" fmla="*/ 2178689 h 5450835"/>
              <a:gd name="connsiteX8256" fmla="*/ 9671693 w 10450132"/>
              <a:gd name="connsiteY8256" fmla="*/ 2170808 h 5450835"/>
              <a:gd name="connsiteX8257" fmla="*/ 9672481 w 10450132"/>
              <a:gd name="connsiteY8257" fmla="*/ 2170348 h 5450835"/>
              <a:gd name="connsiteX8258" fmla="*/ 9418035 w 10450132"/>
              <a:gd name="connsiteY8258" fmla="*/ 2170348 h 5450835"/>
              <a:gd name="connsiteX8259" fmla="*/ 9427099 w 10450132"/>
              <a:gd name="connsiteY8259" fmla="*/ 2170348 h 5450835"/>
              <a:gd name="connsiteX8260" fmla="*/ 9427887 w 10450132"/>
              <a:gd name="connsiteY8260" fmla="*/ 2170808 h 5450835"/>
              <a:gd name="connsiteX8261" fmla="*/ 9432419 w 10450132"/>
              <a:gd name="connsiteY8261" fmla="*/ 2178689 h 5450835"/>
              <a:gd name="connsiteX8262" fmla="*/ 9432419 w 10450132"/>
              <a:gd name="connsiteY8262" fmla="*/ 2179543 h 5450835"/>
              <a:gd name="connsiteX8263" fmla="*/ 9427887 w 10450132"/>
              <a:gd name="connsiteY8263" fmla="*/ 2187426 h 5450835"/>
              <a:gd name="connsiteX8264" fmla="*/ 9427099 w 10450132"/>
              <a:gd name="connsiteY8264" fmla="*/ 2187886 h 5450835"/>
              <a:gd name="connsiteX8265" fmla="*/ 9418035 w 10450132"/>
              <a:gd name="connsiteY8265" fmla="*/ 2187886 h 5450835"/>
              <a:gd name="connsiteX8266" fmla="*/ 9417247 w 10450132"/>
              <a:gd name="connsiteY8266" fmla="*/ 2187426 h 5450835"/>
              <a:gd name="connsiteX8267" fmla="*/ 9412714 w 10450132"/>
              <a:gd name="connsiteY8267" fmla="*/ 2179543 h 5450835"/>
              <a:gd name="connsiteX8268" fmla="*/ 9412714 w 10450132"/>
              <a:gd name="connsiteY8268" fmla="*/ 2178689 h 5450835"/>
              <a:gd name="connsiteX8269" fmla="*/ 9417247 w 10450132"/>
              <a:gd name="connsiteY8269" fmla="*/ 2170808 h 5450835"/>
              <a:gd name="connsiteX8270" fmla="*/ 9418035 w 10450132"/>
              <a:gd name="connsiteY8270" fmla="*/ 2170348 h 5450835"/>
              <a:gd name="connsiteX8271" fmla="*/ 9163654 w 10450132"/>
              <a:gd name="connsiteY8271" fmla="*/ 2170348 h 5450835"/>
              <a:gd name="connsiteX8272" fmla="*/ 9172718 w 10450132"/>
              <a:gd name="connsiteY8272" fmla="*/ 2170348 h 5450835"/>
              <a:gd name="connsiteX8273" fmla="*/ 9173506 w 10450132"/>
              <a:gd name="connsiteY8273" fmla="*/ 2170808 h 5450835"/>
              <a:gd name="connsiteX8274" fmla="*/ 9178038 w 10450132"/>
              <a:gd name="connsiteY8274" fmla="*/ 2178689 h 5450835"/>
              <a:gd name="connsiteX8275" fmla="*/ 9178038 w 10450132"/>
              <a:gd name="connsiteY8275" fmla="*/ 2179543 h 5450835"/>
              <a:gd name="connsiteX8276" fmla="*/ 9173506 w 10450132"/>
              <a:gd name="connsiteY8276" fmla="*/ 2187426 h 5450835"/>
              <a:gd name="connsiteX8277" fmla="*/ 9172718 w 10450132"/>
              <a:gd name="connsiteY8277" fmla="*/ 2187886 h 5450835"/>
              <a:gd name="connsiteX8278" fmla="*/ 9163654 w 10450132"/>
              <a:gd name="connsiteY8278" fmla="*/ 2187886 h 5450835"/>
              <a:gd name="connsiteX8279" fmla="*/ 9162866 w 10450132"/>
              <a:gd name="connsiteY8279" fmla="*/ 2187426 h 5450835"/>
              <a:gd name="connsiteX8280" fmla="*/ 9158333 w 10450132"/>
              <a:gd name="connsiteY8280" fmla="*/ 2179543 h 5450835"/>
              <a:gd name="connsiteX8281" fmla="*/ 9158333 w 10450132"/>
              <a:gd name="connsiteY8281" fmla="*/ 2178689 h 5450835"/>
              <a:gd name="connsiteX8282" fmla="*/ 9162866 w 10450132"/>
              <a:gd name="connsiteY8282" fmla="*/ 2170808 h 5450835"/>
              <a:gd name="connsiteX8283" fmla="*/ 9163654 w 10450132"/>
              <a:gd name="connsiteY8283" fmla="*/ 2170348 h 5450835"/>
              <a:gd name="connsiteX8284" fmla="*/ 8909274 w 10450132"/>
              <a:gd name="connsiteY8284" fmla="*/ 2170348 h 5450835"/>
              <a:gd name="connsiteX8285" fmla="*/ 8918336 w 10450132"/>
              <a:gd name="connsiteY8285" fmla="*/ 2170348 h 5450835"/>
              <a:gd name="connsiteX8286" fmla="*/ 8919125 w 10450132"/>
              <a:gd name="connsiteY8286" fmla="*/ 2170808 h 5450835"/>
              <a:gd name="connsiteX8287" fmla="*/ 8923657 w 10450132"/>
              <a:gd name="connsiteY8287" fmla="*/ 2178689 h 5450835"/>
              <a:gd name="connsiteX8288" fmla="*/ 8923657 w 10450132"/>
              <a:gd name="connsiteY8288" fmla="*/ 2179543 h 5450835"/>
              <a:gd name="connsiteX8289" fmla="*/ 8919125 w 10450132"/>
              <a:gd name="connsiteY8289" fmla="*/ 2187426 h 5450835"/>
              <a:gd name="connsiteX8290" fmla="*/ 8918336 w 10450132"/>
              <a:gd name="connsiteY8290" fmla="*/ 2187886 h 5450835"/>
              <a:gd name="connsiteX8291" fmla="*/ 8909274 w 10450132"/>
              <a:gd name="connsiteY8291" fmla="*/ 2187886 h 5450835"/>
              <a:gd name="connsiteX8292" fmla="*/ 8908484 w 10450132"/>
              <a:gd name="connsiteY8292" fmla="*/ 2187426 h 5450835"/>
              <a:gd name="connsiteX8293" fmla="*/ 8903953 w 10450132"/>
              <a:gd name="connsiteY8293" fmla="*/ 2179543 h 5450835"/>
              <a:gd name="connsiteX8294" fmla="*/ 8903953 w 10450132"/>
              <a:gd name="connsiteY8294" fmla="*/ 2178689 h 5450835"/>
              <a:gd name="connsiteX8295" fmla="*/ 8908484 w 10450132"/>
              <a:gd name="connsiteY8295" fmla="*/ 2170808 h 5450835"/>
              <a:gd name="connsiteX8296" fmla="*/ 8909274 w 10450132"/>
              <a:gd name="connsiteY8296" fmla="*/ 2170348 h 5450835"/>
              <a:gd name="connsiteX8297" fmla="*/ 8654892 w 10450132"/>
              <a:gd name="connsiteY8297" fmla="*/ 2170348 h 5450835"/>
              <a:gd name="connsiteX8298" fmla="*/ 8663955 w 10450132"/>
              <a:gd name="connsiteY8298" fmla="*/ 2170348 h 5450835"/>
              <a:gd name="connsiteX8299" fmla="*/ 8664744 w 10450132"/>
              <a:gd name="connsiteY8299" fmla="*/ 2170808 h 5450835"/>
              <a:gd name="connsiteX8300" fmla="*/ 8669277 w 10450132"/>
              <a:gd name="connsiteY8300" fmla="*/ 2178689 h 5450835"/>
              <a:gd name="connsiteX8301" fmla="*/ 8669277 w 10450132"/>
              <a:gd name="connsiteY8301" fmla="*/ 2179543 h 5450835"/>
              <a:gd name="connsiteX8302" fmla="*/ 8664744 w 10450132"/>
              <a:gd name="connsiteY8302" fmla="*/ 2187426 h 5450835"/>
              <a:gd name="connsiteX8303" fmla="*/ 8663955 w 10450132"/>
              <a:gd name="connsiteY8303" fmla="*/ 2187886 h 5450835"/>
              <a:gd name="connsiteX8304" fmla="*/ 8654892 w 10450132"/>
              <a:gd name="connsiteY8304" fmla="*/ 2187886 h 5450835"/>
              <a:gd name="connsiteX8305" fmla="*/ 8654104 w 10450132"/>
              <a:gd name="connsiteY8305" fmla="*/ 2187426 h 5450835"/>
              <a:gd name="connsiteX8306" fmla="*/ 8649572 w 10450132"/>
              <a:gd name="connsiteY8306" fmla="*/ 2179543 h 5450835"/>
              <a:gd name="connsiteX8307" fmla="*/ 8649572 w 10450132"/>
              <a:gd name="connsiteY8307" fmla="*/ 2178689 h 5450835"/>
              <a:gd name="connsiteX8308" fmla="*/ 8654104 w 10450132"/>
              <a:gd name="connsiteY8308" fmla="*/ 2170808 h 5450835"/>
              <a:gd name="connsiteX8309" fmla="*/ 8654892 w 10450132"/>
              <a:gd name="connsiteY8309" fmla="*/ 2170348 h 5450835"/>
              <a:gd name="connsiteX8310" fmla="*/ 8400511 w 10450132"/>
              <a:gd name="connsiteY8310" fmla="*/ 2170348 h 5450835"/>
              <a:gd name="connsiteX8311" fmla="*/ 8409575 w 10450132"/>
              <a:gd name="connsiteY8311" fmla="*/ 2170348 h 5450835"/>
              <a:gd name="connsiteX8312" fmla="*/ 8410363 w 10450132"/>
              <a:gd name="connsiteY8312" fmla="*/ 2170808 h 5450835"/>
              <a:gd name="connsiteX8313" fmla="*/ 8414896 w 10450132"/>
              <a:gd name="connsiteY8313" fmla="*/ 2178689 h 5450835"/>
              <a:gd name="connsiteX8314" fmla="*/ 8414896 w 10450132"/>
              <a:gd name="connsiteY8314" fmla="*/ 2179543 h 5450835"/>
              <a:gd name="connsiteX8315" fmla="*/ 8410363 w 10450132"/>
              <a:gd name="connsiteY8315" fmla="*/ 2187426 h 5450835"/>
              <a:gd name="connsiteX8316" fmla="*/ 8409575 w 10450132"/>
              <a:gd name="connsiteY8316" fmla="*/ 2187886 h 5450835"/>
              <a:gd name="connsiteX8317" fmla="*/ 8400511 w 10450132"/>
              <a:gd name="connsiteY8317" fmla="*/ 2187886 h 5450835"/>
              <a:gd name="connsiteX8318" fmla="*/ 8399723 w 10450132"/>
              <a:gd name="connsiteY8318" fmla="*/ 2187426 h 5450835"/>
              <a:gd name="connsiteX8319" fmla="*/ 8395191 w 10450132"/>
              <a:gd name="connsiteY8319" fmla="*/ 2179543 h 5450835"/>
              <a:gd name="connsiteX8320" fmla="*/ 8395191 w 10450132"/>
              <a:gd name="connsiteY8320" fmla="*/ 2178689 h 5450835"/>
              <a:gd name="connsiteX8321" fmla="*/ 8399723 w 10450132"/>
              <a:gd name="connsiteY8321" fmla="*/ 2170808 h 5450835"/>
              <a:gd name="connsiteX8322" fmla="*/ 8400511 w 10450132"/>
              <a:gd name="connsiteY8322" fmla="*/ 2170348 h 5450835"/>
              <a:gd name="connsiteX8323" fmla="*/ 8146065 w 10450132"/>
              <a:gd name="connsiteY8323" fmla="*/ 2170348 h 5450835"/>
              <a:gd name="connsiteX8324" fmla="*/ 8155129 w 10450132"/>
              <a:gd name="connsiteY8324" fmla="*/ 2170348 h 5450835"/>
              <a:gd name="connsiteX8325" fmla="*/ 8155917 w 10450132"/>
              <a:gd name="connsiteY8325" fmla="*/ 2170808 h 5450835"/>
              <a:gd name="connsiteX8326" fmla="*/ 8160449 w 10450132"/>
              <a:gd name="connsiteY8326" fmla="*/ 2178689 h 5450835"/>
              <a:gd name="connsiteX8327" fmla="*/ 8160449 w 10450132"/>
              <a:gd name="connsiteY8327" fmla="*/ 2179543 h 5450835"/>
              <a:gd name="connsiteX8328" fmla="*/ 8155917 w 10450132"/>
              <a:gd name="connsiteY8328" fmla="*/ 2187426 h 5450835"/>
              <a:gd name="connsiteX8329" fmla="*/ 8155129 w 10450132"/>
              <a:gd name="connsiteY8329" fmla="*/ 2187886 h 5450835"/>
              <a:gd name="connsiteX8330" fmla="*/ 8146065 w 10450132"/>
              <a:gd name="connsiteY8330" fmla="*/ 2187886 h 5450835"/>
              <a:gd name="connsiteX8331" fmla="*/ 8145277 w 10450132"/>
              <a:gd name="connsiteY8331" fmla="*/ 2187426 h 5450835"/>
              <a:gd name="connsiteX8332" fmla="*/ 8140745 w 10450132"/>
              <a:gd name="connsiteY8332" fmla="*/ 2179543 h 5450835"/>
              <a:gd name="connsiteX8333" fmla="*/ 8140745 w 10450132"/>
              <a:gd name="connsiteY8333" fmla="*/ 2178689 h 5450835"/>
              <a:gd name="connsiteX8334" fmla="*/ 8145277 w 10450132"/>
              <a:gd name="connsiteY8334" fmla="*/ 2170808 h 5450835"/>
              <a:gd name="connsiteX8335" fmla="*/ 8146065 w 10450132"/>
              <a:gd name="connsiteY8335" fmla="*/ 2170348 h 5450835"/>
              <a:gd name="connsiteX8336" fmla="*/ 7891684 w 10450132"/>
              <a:gd name="connsiteY8336" fmla="*/ 2170348 h 5450835"/>
              <a:gd name="connsiteX8337" fmla="*/ 7900748 w 10450132"/>
              <a:gd name="connsiteY8337" fmla="*/ 2170348 h 5450835"/>
              <a:gd name="connsiteX8338" fmla="*/ 7901536 w 10450132"/>
              <a:gd name="connsiteY8338" fmla="*/ 2170808 h 5450835"/>
              <a:gd name="connsiteX8339" fmla="*/ 7906067 w 10450132"/>
              <a:gd name="connsiteY8339" fmla="*/ 2178689 h 5450835"/>
              <a:gd name="connsiteX8340" fmla="*/ 7906067 w 10450132"/>
              <a:gd name="connsiteY8340" fmla="*/ 2179543 h 5450835"/>
              <a:gd name="connsiteX8341" fmla="*/ 7901536 w 10450132"/>
              <a:gd name="connsiteY8341" fmla="*/ 2187426 h 5450835"/>
              <a:gd name="connsiteX8342" fmla="*/ 7900748 w 10450132"/>
              <a:gd name="connsiteY8342" fmla="*/ 2187886 h 5450835"/>
              <a:gd name="connsiteX8343" fmla="*/ 7891684 w 10450132"/>
              <a:gd name="connsiteY8343" fmla="*/ 2187886 h 5450835"/>
              <a:gd name="connsiteX8344" fmla="*/ 7890896 w 10450132"/>
              <a:gd name="connsiteY8344" fmla="*/ 2187426 h 5450835"/>
              <a:gd name="connsiteX8345" fmla="*/ 7886363 w 10450132"/>
              <a:gd name="connsiteY8345" fmla="*/ 2179543 h 5450835"/>
              <a:gd name="connsiteX8346" fmla="*/ 7886363 w 10450132"/>
              <a:gd name="connsiteY8346" fmla="*/ 2178689 h 5450835"/>
              <a:gd name="connsiteX8347" fmla="*/ 7890896 w 10450132"/>
              <a:gd name="connsiteY8347" fmla="*/ 2170808 h 5450835"/>
              <a:gd name="connsiteX8348" fmla="*/ 7891684 w 10450132"/>
              <a:gd name="connsiteY8348" fmla="*/ 2170348 h 5450835"/>
              <a:gd name="connsiteX8349" fmla="*/ 7637304 w 10450132"/>
              <a:gd name="connsiteY8349" fmla="*/ 2170348 h 5450835"/>
              <a:gd name="connsiteX8350" fmla="*/ 7646367 w 10450132"/>
              <a:gd name="connsiteY8350" fmla="*/ 2170348 h 5450835"/>
              <a:gd name="connsiteX8351" fmla="*/ 7647156 w 10450132"/>
              <a:gd name="connsiteY8351" fmla="*/ 2170808 h 5450835"/>
              <a:gd name="connsiteX8352" fmla="*/ 7651687 w 10450132"/>
              <a:gd name="connsiteY8352" fmla="*/ 2178689 h 5450835"/>
              <a:gd name="connsiteX8353" fmla="*/ 7651687 w 10450132"/>
              <a:gd name="connsiteY8353" fmla="*/ 2179543 h 5450835"/>
              <a:gd name="connsiteX8354" fmla="*/ 7647156 w 10450132"/>
              <a:gd name="connsiteY8354" fmla="*/ 2187426 h 5450835"/>
              <a:gd name="connsiteX8355" fmla="*/ 7646367 w 10450132"/>
              <a:gd name="connsiteY8355" fmla="*/ 2187886 h 5450835"/>
              <a:gd name="connsiteX8356" fmla="*/ 7637304 w 10450132"/>
              <a:gd name="connsiteY8356" fmla="*/ 2187886 h 5450835"/>
              <a:gd name="connsiteX8357" fmla="*/ 7636516 w 10450132"/>
              <a:gd name="connsiteY8357" fmla="*/ 2187426 h 5450835"/>
              <a:gd name="connsiteX8358" fmla="*/ 7631983 w 10450132"/>
              <a:gd name="connsiteY8358" fmla="*/ 2179543 h 5450835"/>
              <a:gd name="connsiteX8359" fmla="*/ 7631983 w 10450132"/>
              <a:gd name="connsiteY8359" fmla="*/ 2178689 h 5450835"/>
              <a:gd name="connsiteX8360" fmla="*/ 7636516 w 10450132"/>
              <a:gd name="connsiteY8360" fmla="*/ 2170808 h 5450835"/>
              <a:gd name="connsiteX8361" fmla="*/ 7637304 w 10450132"/>
              <a:gd name="connsiteY8361" fmla="*/ 2170348 h 5450835"/>
              <a:gd name="connsiteX8362" fmla="*/ 7382923 w 10450132"/>
              <a:gd name="connsiteY8362" fmla="*/ 2170348 h 5450835"/>
              <a:gd name="connsiteX8363" fmla="*/ 7391987 w 10450132"/>
              <a:gd name="connsiteY8363" fmla="*/ 2170348 h 5450835"/>
              <a:gd name="connsiteX8364" fmla="*/ 7392775 w 10450132"/>
              <a:gd name="connsiteY8364" fmla="*/ 2170808 h 5450835"/>
              <a:gd name="connsiteX8365" fmla="*/ 7397307 w 10450132"/>
              <a:gd name="connsiteY8365" fmla="*/ 2178689 h 5450835"/>
              <a:gd name="connsiteX8366" fmla="*/ 7397307 w 10450132"/>
              <a:gd name="connsiteY8366" fmla="*/ 2179543 h 5450835"/>
              <a:gd name="connsiteX8367" fmla="*/ 7392775 w 10450132"/>
              <a:gd name="connsiteY8367" fmla="*/ 2187426 h 5450835"/>
              <a:gd name="connsiteX8368" fmla="*/ 7391987 w 10450132"/>
              <a:gd name="connsiteY8368" fmla="*/ 2187886 h 5450835"/>
              <a:gd name="connsiteX8369" fmla="*/ 7382923 w 10450132"/>
              <a:gd name="connsiteY8369" fmla="*/ 2187886 h 5450835"/>
              <a:gd name="connsiteX8370" fmla="*/ 7382135 w 10450132"/>
              <a:gd name="connsiteY8370" fmla="*/ 2187426 h 5450835"/>
              <a:gd name="connsiteX8371" fmla="*/ 7377602 w 10450132"/>
              <a:gd name="connsiteY8371" fmla="*/ 2179543 h 5450835"/>
              <a:gd name="connsiteX8372" fmla="*/ 7377602 w 10450132"/>
              <a:gd name="connsiteY8372" fmla="*/ 2178689 h 5450835"/>
              <a:gd name="connsiteX8373" fmla="*/ 7382135 w 10450132"/>
              <a:gd name="connsiteY8373" fmla="*/ 2170808 h 5450835"/>
              <a:gd name="connsiteX8374" fmla="*/ 7382923 w 10450132"/>
              <a:gd name="connsiteY8374" fmla="*/ 2170348 h 5450835"/>
              <a:gd name="connsiteX8375" fmla="*/ 7128477 w 10450132"/>
              <a:gd name="connsiteY8375" fmla="*/ 2170348 h 5450835"/>
              <a:gd name="connsiteX8376" fmla="*/ 7137540 w 10450132"/>
              <a:gd name="connsiteY8376" fmla="*/ 2170348 h 5450835"/>
              <a:gd name="connsiteX8377" fmla="*/ 7138328 w 10450132"/>
              <a:gd name="connsiteY8377" fmla="*/ 2170808 h 5450835"/>
              <a:gd name="connsiteX8378" fmla="*/ 7142860 w 10450132"/>
              <a:gd name="connsiteY8378" fmla="*/ 2178689 h 5450835"/>
              <a:gd name="connsiteX8379" fmla="*/ 7142860 w 10450132"/>
              <a:gd name="connsiteY8379" fmla="*/ 2179543 h 5450835"/>
              <a:gd name="connsiteX8380" fmla="*/ 7138328 w 10450132"/>
              <a:gd name="connsiteY8380" fmla="*/ 2187426 h 5450835"/>
              <a:gd name="connsiteX8381" fmla="*/ 7137540 w 10450132"/>
              <a:gd name="connsiteY8381" fmla="*/ 2187886 h 5450835"/>
              <a:gd name="connsiteX8382" fmla="*/ 7128477 w 10450132"/>
              <a:gd name="connsiteY8382" fmla="*/ 2187886 h 5450835"/>
              <a:gd name="connsiteX8383" fmla="*/ 7127689 w 10450132"/>
              <a:gd name="connsiteY8383" fmla="*/ 2187426 h 5450835"/>
              <a:gd name="connsiteX8384" fmla="*/ 7123156 w 10450132"/>
              <a:gd name="connsiteY8384" fmla="*/ 2179543 h 5450835"/>
              <a:gd name="connsiteX8385" fmla="*/ 7123156 w 10450132"/>
              <a:gd name="connsiteY8385" fmla="*/ 2178689 h 5450835"/>
              <a:gd name="connsiteX8386" fmla="*/ 7127689 w 10450132"/>
              <a:gd name="connsiteY8386" fmla="*/ 2170808 h 5450835"/>
              <a:gd name="connsiteX8387" fmla="*/ 7128477 w 10450132"/>
              <a:gd name="connsiteY8387" fmla="*/ 2170348 h 5450835"/>
              <a:gd name="connsiteX8388" fmla="*/ 6874095 w 10450132"/>
              <a:gd name="connsiteY8388" fmla="*/ 2170348 h 5450835"/>
              <a:gd name="connsiteX8389" fmla="*/ 6883159 w 10450132"/>
              <a:gd name="connsiteY8389" fmla="*/ 2170348 h 5450835"/>
              <a:gd name="connsiteX8390" fmla="*/ 6883947 w 10450132"/>
              <a:gd name="connsiteY8390" fmla="*/ 2170808 h 5450835"/>
              <a:gd name="connsiteX8391" fmla="*/ 6888480 w 10450132"/>
              <a:gd name="connsiteY8391" fmla="*/ 2178689 h 5450835"/>
              <a:gd name="connsiteX8392" fmla="*/ 6888480 w 10450132"/>
              <a:gd name="connsiteY8392" fmla="*/ 2179543 h 5450835"/>
              <a:gd name="connsiteX8393" fmla="*/ 6883947 w 10450132"/>
              <a:gd name="connsiteY8393" fmla="*/ 2187426 h 5450835"/>
              <a:gd name="connsiteX8394" fmla="*/ 6883159 w 10450132"/>
              <a:gd name="connsiteY8394" fmla="*/ 2187886 h 5450835"/>
              <a:gd name="connsiteX8395" fmla="*/ 6874095 w 10450132"/>
              <a:gd name="connsiteY8395" fmla="*/ 2187886 h 5450835"/>
              <a:gd name="connsiteX8396" fmla="*/ 6873307 w 10450132"/>
              <a:gd name="connsiteY8396" fmla="*/ 2187426 h 5450835"/>
              <a:gd name="connsiteX8397" fmla="*/ 6868775 w 10450132"/>
              <a:gd name="connsiteY8397" fmla="*/ 2179543 h 5450835"/>
              <a:gd name="connsiteX8398" fmla="*/ 6868775 w 10450132"/>
              <a:gd name="connsiteY8398" fmla="*/ 2178689 h 5450835"/>
              <a:gd name="connsiteX8399" fmla="*/ 6873307 w 10450132"/>
              <a:gd name="connsiteY8399" fmla="*/ 2170808 h 5450835"/>
              <a:gd name="connsiteX8400" fmla="*/ 6874095 w 10450132"/>
              <a:gd name="connsiteY8400" fmla="*/ 2170348 h 5450835"/>
              <a:gd name="connsiteX8401" fmla="*/ 6619714 w 10450132"/>
              <a:gd name="connsiteY8401" fmla="*/ 2170348 h 5450835"/>
              <a:gd name="connsiteX8402" fmla="*/ 6628778 w 10450132"/>
              <a:gd name="connsiteY8402" fmla="*/ 2170348 h 5450835"/>
              <a:gd name="connsiteX8403" fmla="*/ 6629566 w 10450132"/>
              <a:gd name="connsiteY8403" fmla="*/ 2170808 h 5450835"/>
              <a:gd name="connsiteX8404" fmla="*/ 6634099 w 10450132"/>
              <a:gd name="connsiteY8404" fmla="*/ 2178689 h 5450835"/>
              <a:gd name="connsiteX8405" fmla="*/ 6634099 w 10450132"/>
              <a:gd name="connsiteY8405" fmla="*/ 2179543 h 5450835"/>
              <a:gd name="connsiteX8406" fmla="*/ 6629566 w 10450132"/>
              <a:gd name="connsiteY8406" fmla="*/ 2187426 h 5450835"/>
              <a:gd name="connsiteX8407" fmla="*/ 6628778 w 10450132"/>
              <a:gd name="connsiteY8407" fmla="*/ 2187886 h 5450835"/>
              <a:gd name="connsiteX8408" fmla="*/ 6619714 w 10450132"/>
              <a:gd name="connsiteY8408" fmla="*/ 2187886 h 5450835"/>
              <a:gd name="connsiteX8409" fmla="*/ 6618926 w 10450132"/>
              <a:gd name="connsiteY8409" fmla="*/ 2187426 h 5450835"/>
              <a:gd name="connsiteX8410" fmla="*/ 6614394 w 10450132"/>
              <a:gd name="connsiteY8410" fmla="*/ 2179543 h 5450835"/>
              <a:gd name="connsiteX8411" fmla="*/ 6614394 w 10450132"/>
              <a:gd name="connsiteY8411" fmla="*/ 2178689 h 5450835"/>
              <a:gd name="connsiteX8412" fmla="*/ 6618926 w 10450132"/>
              <a:gd name="connsiteY8412" fmla="*/ 2170808 h 5450835"/>
              <a:gd name="connsiteX8413" fmla="*/ 6619714 w 10450132"/>
              <a:gd name="connsiteY8413" fmla="*/ 2170348 h 5450835"/>
              <a:gd name="connsiteX8414" fmla="*/ 6365334 w 10450132"/>
              <a:gd name="connsiteY8414" fmla="*/ 2170348 h 5450835"/>
              <a:gd name="connsiteX8415" fmla="*/ 6374397 w 10450132"/>
              <a:gd name="connsiteY8415" fmla="*/ 2170348 h 5450835"/>
              <a:gd name="connsiteX8416" fmla="*/ 6375186 w 10450132"/>
              <a:gd name="connsiteY8416" fmla="*/ 2170808 h 5450835"/>
              <a:gd name="connsiteX8417" fmla="*/ 6379718 w 10450132"/>
              <a:gd name="connsiteY8417" fmla="*/ 2178689 h 5450835"/>
              <a:gd name="connsiteX8418" fmla="*/ 6379718 w 10450132"/>
              <a:gd name="connsiteY8418" fmla="*/ 2179543 h 5450835"/>
              <a:gd name="connsiteX8419" fmla="*/ 6375186 w 10450132"/>
              <a:gd name="connsiteY8419" fmla="*/ 2187426 h 5450835"/>
              <a:gd name="connsiteX8420" fmla="*/ 6374397 w 10450132"/>
              <a:gd name="connsiteY8420" fmla="*/ 2187886 h 5450835"/>
              <a:gd name="connsiteX8421" fmla="*/ 6365334 w 10450132"/>
              <a:gd name="connsiteY8421" fmla="*/ 2187886 h 5450835"/>
              <a:gd name="connsiteX8422" fmla="*/ 6364546 w 10450132"/>
              <a:gd name="connsiteY8422" fmla="*/ 2187426 h 5450835"/>
              <a:gd name="connsiteX8423" fmla="*/ 6360014 w 10450132"/>
              <a:gd name="connsiteY8423" fmla="*/ 2179543 h 5450835"/>
              <a:gd name="connsiteX8424" fmla="*/ 6360014 w 10450132"/>
              <a:gd name="connsiteY8424" fmla="*/ 2178689 h 5450835"/>
              <a:gd name="connsiteX8425" fmla="*/ 6364546 w 10450132"/>
              <a:gd name="connsiteY8425" fmla="*/ 2170808 h 5450835"/>
              <a:gd name="connsiteX8426" fmla="*/ 6365334 w 10450132"/>
              <a:gd name="connsiteY8426" fmla="*/ 2170348 h 5450835"/>
              <a:gd name="connsiteX8427" fmla="*/ 6110888 w 10450132"/>
              <a:gd name="connsiteY8427" fmla="*/ 2170348 h 5450835"/>
              <a:gd name="connsiteX8428" fmla="*/ 6119953 w 10450132"/>
              <a:gd name="connsiteY8428" fmla="*/ 2170348 h 5450835"/>
              <a:gd name="connsiteX8429" fmla="*/ 6120740 w 10450132"/>
              <a:gd name="connsiteY8429" fmla="*/ 2170808 h 5450835"/>
              <a:gd name="connsiteX8430" fmla="*/ 6125272 w 10450132"/>
              <a:gd name="connsiteY8430" fmla="*/ 2178689 h 5450835"/>
              <a:gd name="connsiteX8431" fmla="*/ 6125272 w 10450132"/>
              <a:gd name="connsiteY8431" fmla="*/ 2179543 h 5450835"/>
              <a:gd name="connsiteX8432" fmla="*/ 6120740 w 10450132"/>
              <a:gd name="connsiteY8432" fmla="*/ 2187426 h 5450835"/>
              <a:gd name="connsiteX8433" fmla="*/ 6119953 w 10450132"/>
              <a:gd name="connsiteY8433" fmla="*/ 2187886 h 5450835"/>
              <a:gd name="connsiteX8434" fmla="*/ 6110888 w 10450132"/>
              <a:gd name="connsiteY8434" fmla="*/ 2187886 h 5450835"/>
              <a:gd name="connsiteX8435" fmla="*/ 6110101 w 10450132"/>
              <a:gd name="connsiteY8435" fmla="*/ 2187426 h 5450835"/>
              <a:gd name="connsiteX8436" fmla="*/ 6105567 w 10450132"/>
              <a:gd name="connsiteY8436" fmla="*/ 2179543 h 5450835"/>
              <a:gd name="connsiteX8437" fmla="*/ 6105567 w 10450132"/>
              <a:gd name="connsiteY8437" fmla="*/ 2178689 h 5450835"/>
              <a:gd name="connsiteX8438" fmla="*/ 6110101 w 10450132"/>
              <a:gd name="connsiteY8438" fmla="*/ 2170808 h 5450835"/>
              <a:gd name="connsiteX8439" fmla="*/ 6110888 w 10450132"/>
              <a:gd name="connsiteY8439" fmla="*/ 2170348 h 5450835"/>
              <a:gd name="connsiteX8440" fmla="*/ 5856508 w 10450132"/>
              <a:gd name="connsiteY8440" fmla="*/ 2170348 h 5450835"/>
              <a:gd name="connsiteX8441" fmla="*/ 5865571 w 10450132"/>
              <a:gd name="connsiteY8441" fmla="*/ 2170348 h 5450835"/>
              <a:gd name="connsiteX8442" fmla="*/ 5866359 w 10450132"/>
              <a:gd name="connsiteY8442" fmla="*/ 2170808 h 5450835"/>
              <a:gd name="connsiteX8443" fmla="*/ 5870891 w 10450132"/>
              <a:gd name="connsiteY8443" fmla="*/ 2178689 h 5450835"/>
              <a:gd name="connsiteX8444" fmla="*/ 5870891 w 10450132"/>
              <a:gd name="connsiteY8444" fmla="*/ 2179543 h 5450835"/>
              <a:gd name="connsiteX8445" fmla="*/ 5866359 w 10450132"/>
              <a:gd name="connsiteY8445" fmla="*/ 2187426 h 5450835"/>
              <a:gd name="connsiteX8446" fmla="*/ 5865571 w 10450132"/>
              <a:gd name="connsiteY8446" fmla="*/ 2187886 h 5450835"/>
              <a:gd name="connsiteX8447" fmla="*/ 5856508 w 10450132"/>
              <a:gd name="connsiteY8447" fmla="*/ 2187886 h 5450835"/>
              <a:gd name="connsiteX8448" fmla="*/ 5855720 w 10450132"/>
              <a:gd name="connsiteY8448" fmla="*/ 2187426 h 5450835"/>
              <a:gd name="connsiteX8449" fmla="*/ 5851187 w 10450132"/>
              <a:gd name="connsiteY8449" fmla="*/ 2179543 h 5450835"/>
              <a:gd name="connsiteX8450" fmla="*/ 5851187 w 10450132"/>
              <a:gd name="connsiteY8450" fmla="*/ 2178689 h 5450835"/>
              <a:gd name="connsiteX8451" fmla="*/ 5855720 w 10450132"/>
              <a:gd name="connsiteY8451" fmla="*/ 2170808 h 5450835"/>
              <a:gd name="connsiteX8452" fmla="*/ 5856508 w 10450132"/>
              <a:gd name="connsiteY8452" fmla="*/ 2170348 h 5450835"/>
              <a:gd name="connsiteX8453" fmla="*/ 5602126 w 10450132"/>
              <a:gd name="connsiteY8453" fmla="*/ 2170348 h 5450835"/>
              <a:gd name="connsiteX8454" fmla="*/ 5611191 w 10450132"/>
              <a:gd name="connsiteY8454" fmla="*/ 2170348 h 5450835"/>
              <a:gd name="connsiteX8455" fmla="*/ 5611979 w 10450132"/>
              <a:gd name="connsiteY8455" fmla="*/ 2170808 h 5450835"/>
              <a:gd name="connsiteX8456" fmla="*/ 5616511 w 10450132"/>
              <a:gd name="connsiteY8456" fmla="*/ 2178689 h 5450835"/>
              <a:gd name="connsiteX8457" fmla="*/ 5616511 w 10450132"/>
              <a:gd name="connsiteY8457" fmla="*/ 2179543 h 5450835"/>
              <a:gd name="connsiteX8458" fmla="*/ 5611979 w 10450132"/>
              <a:gd name="connsiteY8458" fmla="*/ 2187426 h 5450835"/>
              <a:gd name="connsiteX8459" fmla="*/ 5611191 w 10450132"/>
              <a:gd name="connsiteY8459" fmla="*/ 2187886 h 5450835"/>
              <a:gd name="connsiteX8460" fmla="*/ 5602126 w 10450132"/>
              <a:gd name="connsiteY8460" fmla="*/ 2187886 h 5450835"/>
              <a:gd name="connsiteX8461" fmla="*/ 5601338 w 10450132"/>
              <a:gd name="connsiteY8461" fmla="*/ 2187426 h 5450835"/>
              <a:gd name="connsiteX8462" fmla="*/ 5596807 w 10450132"/>
              <a:gd name="connsiteY8462" fmla="*/ 2179543 h 5450835"/>
              <a:gd name="connsiteX8463" fmla="*/ 5596807 w 10450132"/>
              <a:gd name="connsiteY8463" fmla="*/ 2178689 h 5450835"/>
              <a:gd name="connsiteX8464" fmla="*/ 5601338 w 10450132"/>
              <a:gd name="connsiteY8464" fmla="*/ 2170808 h 5450835"/>
              <a:gd name="connsiteX8465" fmla="*/ 5602126 w 10450132"/>
              <a:gd name="connsiteY8465" fmla="*/ 2170348 h 5450835"/>
              <a:gd name="connsiteX8466" fmla="*/ 5347746 w 10450132"/>
              <a:gd name="connsiteY8466" fmla="*/ 2170348 h 5450835"/>
              <a:gd name="connsiteX8467" fmla="*/ 5356810 w 10450132"/>
              <a:gd name="connsiteY8467" fmla="*/ 2170348 h 5450835"/>
              <a:gd name="connsiteX8468" fmla="*/ 5357598 w 10450132"/>
              <a:gd name="connsiteY8468" fmla="*/ 2170808 h 5450835"/>
              <a:gd name="connsiteX8469" fmla="*/ 5362130 w 10450132"/>
              <a:gd name="connsiteY8469" fmla="*/ 2178689 h 5450835"/>
              <a:gd name="connsiteX8470" fmla="*/ 5362130 w 10450132"/>
              <a:gd name="connsiteY8470" fmla="*/ 2179543 h 5450835"/>
              <a:gd name="connsiteX8471" fmla="*/ 5357598 w 10450132"/>
              <a:gd name="connsiteY8471" fmla="*/ 2187426 h 5450835"/>
              <a:gd name="connsiteX8472" fmla="*/ 5356810 w 10450132"/>
              <a:gd name="connsiteY8472" fmla="*/ 2187886 h 5450835"/>
              <a:gd name="connsiteX8473" fmla="*/ 5347746 w 10450132"/>
              <a:gd name="connsiteY8473" fmla="*/ 2187886 h 5450835"/>
              <a:gd name="connsiteX8474" fmla="*/ 5346958 w 10450132"/>
              <a:gd name="connsiteY8474" fmla="*/ 2187426 h 5450835"/>
              <a:gd name="connsiteX8475" fmla="*/ 5342425 w 10450132"/>
              <a:gd name="connsiteY8475" fmla="*/ 2179543 h 5450835"/>
              <a:gd name="connsiteX8476" fmla="*/ 5342425 w 10450132"/>
              <a:gd name="connsiteY8476" fmla="*/ 2178689 h 5450835"/>
              <a:gd name="connsiteX8477" fmla="*/ 5346958 w 10450132"/>
              <a:gd name="connsiteY8477" fmla="*/ 2170808 h 5450835"/>
              <a:gd name="connsiteX8478" fmla="*/ 5347746 w 10450132"/>
              <a:gd name="connsiteY8478" fmla="*/ 2170348 h 5450835"/>
              <a:gd name="connsiteX8479" fmla="*/ 5093300 w 10450132"/>
              <a:gd name="connsiteY8479" fmla="*/ 2170348 h 5450835"/>
              <a:gd name="connsiteX8480" fmla="*/ 5102364 w 10450132"/>
              <a:gd name="connsiteY8480" fmla="*/ 2170348 h 5450835"/>
              <a:gd name="connsiteX8481" fmla="*/ 5103153 w 10450132"/>
              <a:gd name="connsiteY8481" fmla="*/ 2170808 h 5450835"/>
              <a:gd name="connsiteX8482" fmla="*/ 5107684 w 10450132"/>
              <a:gd name="connsiteY8482" fmla="*/ 2178689 h 5450835"/>
              <a:gd name="connsiteX8483" fmla="*/ 5107684 w 10450132"/>
              <a:gd name="connsiteY8483" fmla="*/ 2179543 h 5450835"/>
              <a:gd name="connsiteX8484" fmla="*/ 5103153 w 10450132"/>
              <a:gd name="connsiteY8484" fmla="*/ 2187426 h 5450835"/>
              <a:gd name="connsiteX8485" fmla="*/ 5102364 w 10450132"/>
              <a:gd name="connsiteY8485" fmla="*/ 2187886 h 5450835"/>
              <a:gd name="connsiteX8486" fmla="*/ 5093300 w 10450132"/>
              <a:gd name="connsiteY8486" fmla="*/ 2187886 h 5450835"/>
              <a:gd name="connsiteX8487" fmla="*/ 5092512 w 10450132"/>
              <a:gd name="connsiteY8487" fmla="*/ 2187426 h 5450835"/>
              <a:gd name="connsiteX8488" fmla="*/ 5087979 w 10450132"/>
              <a:gd name="connsiteY8488" fmla="*/ 2179543 h 5450835"/>
              <a:gd name="connsiteX8489" fmla="*/ 5087979 w 10450132"/>
              <a:gd name="connsiteY8489" fmla="*/ 2178689 h 5450835"/>
              <a:gd name="connsiteX8490" fmla="*/ 5092512 w 10450132"/>
              <a:gd name="connsiteY8490" fmla="*/ 2170808 h 5450835"/>
              <a:gd name="connsiteX8491" fmla="*/ 5093300 w 10450132"/>
              <a:gd name="connsiteY8491" fmla="*/ 2170348 h 5450835"/>
              <a:gd name="connsiteX8492" fmla="*/ 4838919 w 10450132"/>
              <a:gd name="connsiteY8492" fmla="*/ 2170348 h 5450835"/>
              <a:gd name="connsiteX8493" fmla="*/ 4847982 w 10450132"/>
              <a:gd name="connsiteY8493" fmla="*/ 2170348 h 5450835"/>
              <a:gd name="connsiteX8494" fmla="*/ 4848772 w 10450132"/>
              <a:gd name="connsiteY8494" fmla="*/ 2170808 h 5450835"/>
              <a:gd name="connsiteX8495" fmla="*/ 4853303 w 10450132"/>
              <a:gd name="connsiteY8495" fmla="*/ 2178689 h 5450835"/>
              <a:gd name="connsiteX8496" fmla="*/ 4853303 w 10450132"/>
              <a:gd name="connsiteY8496" fmla="*/ 2179543 h 5450835"/>
              <a:gd name="connsiteX8497" fmla="*/ 4848772 w 10450132"/>
              <a:gd name="connsiteY8497" fmla="*/ 2187426 h 5450835"/>
              <a:gd name="connsiteX8498" fmla="*/ 4847982 w 10450132"/>
              <a:gd name="connsiteY8498" fmla="*/ 2187886 h 5450835"/>
              <a:gd name="connsiteX8499" fmla="*/ 4838919 w 10450132"/>
              <a:gd name="connsiteY8499" fmla="*/ 2187886 h 5450835"/>
              <a:gd name="connsiteX8500" fmla="*/ 4838132 w 10450132"/>
              <a:gd name="connsiteY8500" fmla="*/ 2187426 h 5450835"/>
              <a:gd name="connsiteX8501" fmla="*/ 4833598 w 10450132"/>
              <a:gd name="connsiteY8501" fmla="*/ 2179543 h 5450835"/>
              <a:gd name="connsiteX8502" fmla="*/ 4833598 w 10450132"/>
              <a:gd name="connsiteY8502" fmla="*/ 2178689 h 5450835"/>
              <a:gd name="connsiteX8503" fmla="*/ 4838132 w 10450132"/>
              <a:gd name="connsiteY8503" fmla="*/ 2170808 h 5450835"/>
              <a:gd name="connsiteX8504" fmla="*/ 4838919 w 10450132"/>
              <a:gd name="connsiteY8504" fmla="*/ 2170348 h 5450835"/>
              <a:gd name="connsiteX8505" fmla="*/ 4584538 w 10450132"/>
              <a:gd name="connsiteY8505" fmla="*/ 2170348 h 5450835"/>
              <a:gd name="connsiteX8506" fmla="*/ 4593603 w 10450132"/>
              <a:gd name="connsiteY8506" fmla="*/ 2170348 h 5450835"/>
              <a:gd name="connsiteX8507" fmla="*/ 4594390 w 10450132"/>
              <a:gd name="connsiteY8507" fmla="*/ 2170808 h 5450835"/>
              <a:gd name="connsiteX8508" fmla="*/ 4598922 w 10450132"/>
              <a:gd name="connsiteY8508" fmla="*/ 2178689 h 5450835"/>
              <a:gd name="connsiteX8509" fmla="*/ 4598922 w 10450132"/>
              <a:gd name="connsiteY8509" fmla="*/ 2179543 h 5450835"/>
              <a:gd name="connsiteX8510" fmla="*/ 4594390 w 10450132"/>
              <a:gd name="connsiteY8510" fmla="*/ 2187426 h 5450835"/>
              <a:gd name="connsiteX8511" fmla="*/ 4593603 w 10450132"/>
              <a:gd name="connsiteY8511" fmla="*/ 2187886 h 5450835"/>
              <a:gd name="connsiteX8512" fmla="*/ 4584538 w 10450132"/>
              <a:gd name="connsiteY8512" fmla="*/ 2187886 h 5450835"/>
              <a:gd name="connsiteX8513" fmla="*/ 4583749 w 10450132"/>
              <a:gd name="connsiteY8513" fmla="*/ 2187426 h 5450835"/>
              <a:gd name="connsiteX8514" fmla="*/ 4579218 w 10450132"/>
              <a:gd name="connsiteY8514" fmla="*/ 2179543 h 5450835"/>
              <a:gd name="connsiteX8515" fmla="*/ 4579218 w 10450132"/>
              <a:gd name="connsiteY8515" fmla="*/ 2178689 h 5450835"/>
              <a:gd name="connsiteX8516" fmla="*/ 4583749 w 10450132"/>
              <a:gd name="connsiteY8516" fmla="*/ 2170808 h 5450835"/>
              <a:gd name="connsiteX8517" fmla="*/ 4584538 w 10450132"/>
              <a:gd name="connsiteY8517" fmla="*/ 2170348 h 5450835"/>
              <a:gd name="connsiteX8518" fmla="*/ 4330157 w 10450132"/>
              <a:gd name="connsiteY8518" fmla="*/ 2170348 h 5450835"/>
              <a:gd name="connsiteX8519" fmla="*/ 4339222 w 10450132"/>
              <a:gd name="connsiteY8519" fmla="*/ 2170348 h 5450835"/>
              <a:gd name="connsiteX8520" fmla="*/ 4340010 w 10450132"/>
              <a:gd name="connsiteY8520" fmla="*/ 2170808 h 5450835"/>
              <a:gd name="connsiteX8521" fmla="*/ 4344540 w 10450132"/>
              <a:gd name="connsiteY8521" fmla="*/ 2178689 h 5450835"/>
              <a:gd name="connsiteX8522" fmla="*/ 4344540 w 10450132"/>
              <a:gd name="connsiteY8522" fmla="*/ 2179543 h 5450835"/>
              <a:gd name="connsiteX8523" fmla="*/ 4340010 w 10450132"/>
              <a:gd name="connsiteY8523" fmla="*/ 2187426 h 5450835"/>
              <a:gd name="connsiteX8524" fmla="*/ 4339222 w 10450132"/>
              <a:gd name="connsiteY8524" fmla="*/ 2187886 h 5450835"/>
              <a:gd name="connsiteX8525" fmla="*/ 4330157 w 10450132"/>
              <a:gd name="connsiteY8525" fmla="*/ 2187886 h 5450835"/>
              <a:gd name="connsiteX8526" fmla="*/ 4329369 w 10450132"/>
              <a:gd name="connsiteY8526" fmla="*/ 2187426 h 5450835"/>
              <a:gd name="connsiteX8527" fmla="*/ 4324836 w 10450132"/>
              <a:gd name="connsiteY8527" fmla="*/ 2179543 h 5450835"/>
              <a:gd name="connsiteX8528" fmla="*/ 4324836 w 10450132"/>
              <a:gd name="connsiteY8528" fmla="*/ 2178689 h 5450835"/>
              <a:gd name="connsiteX8529" fmla="*/ 4329369 w 10450132"/>
              <a:gd name="connsiteY8529" fmla="*/ 2170808 h 5450835"/>
              <a:gd name="connsiteX8530" fmla="*/ 4330157 w 10450132"/>
              <a:gd name="connsiteY8530" fmla="*/ 2170348 h 5450835"/>
              <a:gd name="connsiteX8531" fmla="*/ 4075987 w 10450132"/>
              <a:gd name="connsiteY8531" fmla="*/ 2170348 h 5450835"/>
              <a:gd name="connsiteX8532" fmla="*/ 4085051 w 10450132"/>
              <a:gd name="connsiteY8532" fmla="*/ 2170348 h 5450835"/>
              <a:gd name="connsiteX8533" fmla="*/ 4085839 w 10450132"/>
              <a:gd name="connsiteY8533" fmla="*/ 2170808 h 5450835"/>
              <a:gd name="connsiteX8534" fmla="*/ 4090371 w 10450132"/>
              <a:gd name="connsiteY8534" fmla="*/ 2178689 h 5450835"/>
              <a:gd name="connsiteX8535" fmla="*/ 4090371 w 10450132"/>
              <a:gd name="connsiteY8535" fmla="*/ 2179543 h 5450835"/>
              <a:gd name="connsiteX8536" fmla="*/ 4085839 w 10450132"/>
              <a:gd name="connsiteY8536" fmla="*/ 2187426 h 5450835"/>
              <a:gd name="connsiteX8537" fmla="*/ 4085051 w 10450132"/>
              <a:gd name="connsiteY8537" fmla="*/ 2187886 h 5450835"/>
              <a:gd name="connsiteX8538" fmla="*/ 4075987 w 10450132"/>
              <a:gd name="connsiteY8538" fmla="*/ 2187886 h 5450835"/>
              <a:gd name="connsiteX8539" fmla="*/ 4075198 w 10450132"/>
              <a:gd name="connsiteY8539" fmla="*/ 2187426 h 5450835"/>
              <a:gd name="connsiteX8540" fmla="*/ 4070667 w 10450132"/>
              <a:gd name="connsiteY8540" fmla="*/ 2179543 h 5450835"/>
              <a:gd name="connsiteX8541" fmla="*/ 4070667 w 10450132"/>
              <a:gd name="connsiteY8541" fmla="*/ 2178689 h 5450835"/>
              <a:gd name="connsiteX8542" fmla="*/ 4075198 w 10450132"/>
              <a:gd name="connsiteY8542" fmla="*/ 2170808 h 5450835"/>
              <a:gd name="connsiteX8543" fmla="*/ 4075987 w 10450132"/>
              <a:gd name="connsiteY8543" fmla="*/ 2170348 h 5450835"/>
              <a:gd name="connsiteX8544" fmla="*/ 3821399 w 10450132"/>
              <a:gd name="connsiteY8544" fmla="*/ 2170348 h 5450835"/>
              <a:gd name="connsiteX8545" fmla="*/ 3830464 w 10450132"/>
              <a:gd name="connsiteY8545" fmla="*/ 2170348 h 5450835"/>
              <a:gd name="connsiteX8546" fmla="*/ 3831253 w 10450132"/>
              <a:gd name="connsiteY8546" fmla="*/ 2170808 h 5450835"/>
              <a:gd name="connsiteX8547" fmla="*/ 3835785 w 10450132"/>
              <a:gd name="connsiteY8547" fmla="*/ 2178689 h 5450835"/>
              <a:gd name="connsiteX8548" fmla="*/ 3835785 w 10450132"/>
              <a:gd name="connsiteY8548" fmla="*/ 2179543 h 5450835"/>
              <a:gd name="connsiteX8549" fmla="*/ 3831253 w 10450132"/>
              <a:gd name="connsiteY8549" fmla="*/ 2187426 h 5450835"/>
              <a:gd name="connsiteX8550" fmla="*/ 3830464 w 10450132"/>
              <a:gd name="connsiteY8550" fmla="*/ 2187886 h 5450835"/>
              <a:gd name="connsiteX8551" fmla="*/ 3821399 w 10450132"/>
              <a:gd name="connsiteY8551" fmla="*/ 2187886 h 5450835"/>
              <a:gd name="connsiteX8552" fmla="*/ 3820612 w 10450132"/>
              <a:gd name="connsiteY8552" fmla="*/ 2187426 h 5450835"/>
              <a:gd name="connsiteX8553" fmla="*/ 3816080 w 10450132"/>
              <a:gd name="connsiteY8553" fmla="*/ 2179543 h 5450835"/>
              <a:gd name="connsiteX8554" fmla="*/ 3816080 w 10450132"/>
              <a:gd name="connsiteY8554" fmla="*/ 2178689 h 5450835"/>
              <a:gd name="connsiteX8555" fmla="*/ 3820612 w 10450132"/>
              <a:gd name="connsiteY8555" fmla="*/ 2170808 h 5450835"/>
              <a:gd name="connsiteX8556" fmla="*/ 3821399 w 10450132"/>
              <a:gd name="connsiteY8556" fmla="*/ 2170348 h 5450835"/>
              <a:gd name="connsiteX8557" fmla="*/ 3567155 w 10450132"/>
              <a:gd name="connsiteY8557" fmla="*/ 2170348 h 5450835"/>
              <a:gd name="connsiteX8558" fmla="*/ 3576220 w 10450132"/>
              <a:gd name="connsiteY8558" fmla="*/ 2170348 h 5450835"/>
              <a:gd name="connsiteX8559" fmla="*/ 3577008 w 10450132"/>
              <a:gd name="connsiteY8559" fmla="*/ 2170808 h 5450835"/>
              <a:gd name="connsiteX8560" fmla="*/ 3581540 w 10450132"/>
              <a:gd name="connsiteY8560" fmla="*/ 2178689 h 5450835"/>
              <a:gd name="connsiteX8561" fmla="*/ 3581540 w 10450132"/>
              <a:gd name="connsiteY8561" fmla="*/ 2179543 h 5450835"/>
              <a:gd name="connsiteX8562" fmla="*/ 3577008 w 10450132"/>
              <a:gd name="connsiteY8562" fmla="*/ 2187426 h 5450835"/>
              <a:gd name="connsiteX8563" fmla="*/ 3576220 w 10450132"/>
              <a:gd name="connsiteY8563" fmla="*/ 2187886 h 5450835"/>
              <a:gd name="connsiteX8564" fmla="*/ 3567155 w 10450132"/>
              <a:gd name="connsiteY8564" fmla="*/ 2187886 h 5450835"/>
              <a:gd name="connsiteX8565" fmla="*/ 3566367 w 10450132"/>
              <a:gd name="connsiteY8565" fmla="*/ 2187426 h 5450835"/>
              <a:gd name="connsiteX8566" fmla="*/ 3561834 w 10450132"/>
              <a:gd name="connsiteY8566" fmla="*/ 2179543 h 5450835"/>
              <a:gd name="connsiteX8567" fmla="*/ 3561834 w 10450132"/>
              <a:gd name="connsiteY8567" fmla="*/ 2178689 h 5450835"/>
              <a:gd name="connsiteX8568" fmla="*/ 3566367 w 10450132"/>
              <a:gd name="connsiteY8568" fmla="*/ 2170808 h 5450835"/>
              <a:gd name="connsiteX8569" fmla="*/ 3567155 w 10450132"/>
              <a:gd name="connsiteY8569" fmla="*/ 2170348 h 5450835"/>
              <a:gd name="connsiteX8570" fmla="*/ 3312696 w 10450132"/>
              <a:gd name="connsiteY8570" fmla="*/ 2170348 h 5450835"/>
              <a:gd name="connsiteX8571" fmla="*/ 3321758 w 10450132"/>
              <a:gd name="connsiteY8571" fmla="*/ 2170348 h 5450835"/>
              <a:gd name="connsiteX8572" fmla="*/ 3322546 w 10450132"/>
              <a:gd name="connsiteY8572" fmla="*/ 2170808 h 5450835"/>
              <a:gd name="connsiteX8573" fmla="*/ 3327079 w 10450132"/>
              <a:gd name="connsiteY8573" fmla="*/ 2178689 h 5450835"/>
              <a:gd name="connsiteX8574" fmla="*/ 3327079 w 10450132"/>
              <a:gd name="connsiteY8574" fmla="*/ 2179543 h 5450835"/>
              <a:gd name="connsiteX8575" fmla="*/ 3322546 w 10450132"/>
              <a:gd name="connsiteY8575" fmla="*/ 2187426 h 5450835"/>
              <a:gd name="connsiteX8576" fmla="*/ 3321758 w 10450132"/>
              <a:gd name="connsiteY8576" fmla="*/ 2187886 h 5450835"/>
              <a:gd name="connsiteX8577" fmla="*/ 3312696 w 10450132"/>
              <a:gd name="connsiteY8577" fmla="*/ 2187886 h 5450835"/>
              <a:gd name="connsiteX8578" fmla="*/ 3311906 w 10450132"/>
              <a:gd name="connsiteY8578" fmla="*/ 2187426 h 5450835"/>
              <a:gd name="connsiteX8579" fmla="*/ 3307374 w 10450132"/>
              <a:gd name="connsiteY8579" fmla="*/ 2179543 h 5450835"/>
              <a:gd name="connsiteX8580" fmla="*/ 3307374 w 10450132"/>
              <a:gd name="connsiteY8580" fmla="*/ 2178689 h 5450835"/>
              <a:gd name="connsiteX8581" fmla="*/ 3311906 w 10450132"/>
              <a:gd name="connsiteY8581" fmla="*/ 2170808 h 5450835"/>
              <a:gd name="connsiteX8582" fmla="*/ 3312696 w 10450132"/>
              <a:gd name="connsiteY8582" fmla="*/ 2170348 h 5450835"/>
              <a:gd name="connsiteX8583" fmla="*/ 3058419 w 10450132"/>
              <a:gd name="connsiteY8583" fmla="*/ 2170348 h 5450835"/>
              <a:gd name="connsiteX8584" fmla="*/ 3067485 w 10450132"/>
              <a:gd name="connsiteY8584" fmla="*/ 2170348 h 5450835"/>
              <a:gd name="connsiteX8585" fmla="*/ 3068274 w 10450132"/>
              <a:gd name="connsiteY8585" fmla="*/ 2170808 h 5450835"/>
              <a:gd name="connsiteX8586" fmla="*/ 3072805 w 10450132"/>
              <a:gd name="connsiteY8586" fmla="*/ 2178689 h 5450835"/>
              <a:gd name="connsiteX8587" fmla="*/ 3072805 w 10450132"/>
              <a:gd name="connsiteY8587" fmla="*/ 2179543 h 5450835"/>
              <a:gd name="connsiteX8588" fmla="*/ 3068274 w 10450132"/>
              <a:gd name="connsiteY8588" fmla="*/ 2187426 h 5450835"/>
              <a:gd name="connsiteX8589" fmla="*/ 3067485 w 10450132"/>
              <a:gd name="connsiteY8589" fmla="*/ 2187886 h 5450835"/>
              <a:gd name="connsiteX8590" fmla="*/ 3058419 w 10450132"/>
              <a:gd name="connsiteY8590" fmla="*/ 2187886 h 5450835"/>
              <a:gd name="connsiteX8591" fmla="*/ 3057632 w 10450132"/>
              <a:gd name="connsiteY8591" fmla="*/ 2187426 h 5450835"/>
              <a:gd name="connsiteX8592" fmla="*/ 3053099 w 10450132"/>
              <a:gd name="connsiteY8592" fmla="*/ 2179543 h 5450835"/>
              <a:gd name="connsiteX8593" fmla="*/ 3053099 w 10450132"/>
              <a:gd name="connsiteY8593" fmla="*/ 2178689 h 5450835"/>
              <a:gd name="connsiteX8594" fmla="*/ 3057632 w 10450132"/>
              <a:gd name="connsiteY8594" fmla="*/ 2170808 h 5450835"/>
              <a:gd name="connsiteX8595" fmla="*/ 3058419 w 10450132"/>
              <a:gd name="connsiteY8595" fmla="*/ 2170348 h 5450835"/>
              <a:gd name="connsiteX8596" fmla="*/ 2803955 w 10450132"/>
              <a:gd name="connsiteY8596" fmla="*/ 2170348 h 5450835"/>
              <a:gd name="connsiteX8597" fmla="*/ 2813020 w 10450132"/>
              <a:gd name="connsiteY8597" fmla="*/ 2170348 h 5450835"/>
              <a:gd name="connsiteX8598" fmla="*/ 2813807 w 10450132"/>
              <a:gd name="connsiteY8598" fmla="*/ 2170808 h 5450835"/>
              <a:gd name="connsiteX8599" fmla="*/ 2818340 w 10450132"/>
              <a:gd name="connsiteY8599" fmla="*/ 2178689 h 5450835"/>
              <a:gd name="connsiteX8600" fmla="*/ 2818340 w 10450132"/>
              <a:gd name="connsiteY8600" fmla="*/ 2179543 h 5450835"/>
              <a:gd name="connsiteX8601" fmla="*/ 2813807 w 10450132"/>
              <a:gd name="connsiteY8601" fmla="*/ 2187426 h 5450835"/>
              <a:gd name="connsiteX8602" fmla="*/ 2813020 w 10450132"/>
              <a:gd name="connsiteY8602" fmla="*/ 2187886 h 5450835"/>
              <a:gd name="connsiteX8603" fmla="*/ 2803955 w 10450132"/>
              <a:gd name="connsiteY8603" fmla="*/ 2187886 h 5450835"/>
              <a:gd name="connsiteX8604" fmla="*/ 2803164 w 10450132"/>
              <a:gd name="connsiteY8604" fmla="*/ 2187426 h 5450835"/>
              <a:gd name="connsiteX8605" fmla="*/ 2798634 w 10450132"/>
              <a:gd name="connsiteY8605" fmla="*/ 2179543 h 5450835"/>
              <a:gd name="connsiteX8606" fmla="*/ 2798634 w 10450132"/>
              <a:gd name="connsiteY8606" fmla="*/ 2178689 h 5450835"/>
              <a:gd name="connsiteX8607" fmla="*/ 2803164 w 10450132"/>
              <a:gd name="connsiteY8607" fmla="*/ 2170808 h 5450835"/>
              <a:gd name="connsiteX8608" fmla="*/ 2803955 w 10450132"/>
              <a:gd name="connsiteY8608" fmla="*/ 2170348 h 5450835"/>
              <a:gd name="connsiteX8609" fmla="*/ 2549558 w 10450132"/>
              <a:gd name="connsiteY8609" fmla="*/ 2170348 h 5450835"/>
              <a:gd name="connsiteX8610" fmla="*/ 2558623 w 10450132"/>
              <a:gd name="connsiteY8610" fmla="*/ 2170348 h 5450835"/>
              <a:gd name="connsiteX8611" fmla="*/ 2559412 w 10450132"/>
              <a:gd name="connsiteY8611" fmla="*/ 2170808 h 5450835"/>
              <a:gd name="connsiteX8612" fmla="*/ 2563944 w 10450132"/>
              <a:gd name="connsiteY8612" fmla="*/ 2178689 h 5450835"/>
              <a:gd name="connsiteX8613" fmla="*/ 2563944 w 10450132"/>
              <a:gd name="connsiteY8613" fmla="*/ 2179543 h 5450835"/>
              <a:gd name="connsiteX8614" fmla="*/ 2559412 w 10450132"/>
              <a:gd name="connsiteY8614" fmla="*/ 2187426 h 5450835"/>
              <a:gd name="connsiteX8615" fmla="*/ 2558623 w 10450132"/>
              <a:gd name="connsiteY8615" fmla="*/ 2187886 h 5450835"/>
              <a:gd name="connsiteX8616" fmla="*/ 2549558 w 10450132"/>
              <a:gd name="connsiteY8616" fmla="*/ 2187886 h 5450835"/>
              <a:gd name="connsiteX8617" fmla="*/ 2548770 w 10450132"/>
              <a:gd name="connsiteY8617" fmla="*/ 2187426 h 5450835"/>
              <a:gd name="connsiteX8618" fmla="*/ 2544238 w 10450132"/>
              <a:gd name="connsiteY8618" fmla="*/ 2179543 h 5450835"/>
              <a:gd name="connsiteX8619" fmla="*/ 2544238 w 10450132"/>
              <a:gd name="connsiteY8619" fmla="*/ 2178689 h 5450835"/>
              <a:gd name="connsiteX8620" fmla="*/ 2548770 w 10450132"/>
              <a:gd name="connsiteY8620" fmla="*/ 2170808 h 5450835"/>
              <a:gd name="connsiteX8621" fmla="*/ 2549558 w 10450132"/>
              <a:gd name="connsiteY8621" fmla="*/ 2170348 h 5450835"/>
              <a:gd name="connsiteX8622" fmla="*/ 2295176 w 10450132"/>
              <a:gd name="connsiteY8622" fmla="*/ 2170348 h 5450835"/>
              <a:gd name="connsiteX8623" fmla="*/ 2304242 w 10450132"/>
              <a:gd name="connsiteY8623" fmla="*/ 2170348 h 5450835"/>
              <a:gd name="connsiteX8624" fmla="*/ 2305030 w 10450132"/>
              <a:gd name="connsiteY8624" fmla="*/ 2170808 h 5450835"/>
              <a:gd name="connsiteX8625" fmla="*/ 2309562 w 10450132"/>
              <a:gd name="connsiteY8625" fmla="*/ 2178689 h 5450835"/>
              <a:gd name="connsiteX8626" fmla="*/ 2309562 w 10450132"/>
              <a:gd name="connsiteY8626" fmla="*/ 2179543 h 5450835"/>
              <a:gd name="connsiteX8627" fmla="*/ 2305030 w 10450132"/>
              <a:gd name="connsiteY8627" fmla="*/ 2187426 h 5450835"/>
              <a:gd name="connsiteX8628" fmla="*/ 2304242 w 10450132"/>
              <a:gd name="connsiteY8628" fmla="*/ 2187886 h 5450835"/>
              <a:gd name="connsiteX8629" fmla="*/ 2295176 w 10450132"/>
              <a:gd name="connsiteY8629" fmla="*/ 2187886 h 5450835"/>
              <a:gd name="connsiteX8630" fmla="*/ 2294388 w 10450132"/>
              <a:gd name="connsiteY8630" fmla="*/ 2187426 h 5450835"/>
              <a:gd name="connsiteX8631" fmla="*/ 2289857 w 10450132"/>
              <a:gd name="connsiteY8631" fmla="*/ 2179543 h 5450835"/>
              <a:gd name="connsiteX8632" fmla="*/ 2289857 w 10450132"/>
              <a:gd name="connsiteY8632" fmla="*/ 2178689 h 5450835"/>
              <a:gd name="connsiteX8633" fmla="*/ 2294388 w 10450132"/>
              <a:gd name="connsiteY8633" fmla="*/ 2170808 h 5450835"/>
              <a:gd name="connsiteX8634" fmla="*/ 2295176 w 10450132"/>
              <a:gd name="connsiteY8634" fmla="*/ 2170348 h 5450835"/>
              <a:gd name="connsiteX8635" fmla="*/ 2040660 w 10450132"/>
              <a:gd name="connsiteY8635" fmla="*/ 2170348 h 5450835"/>
              <a:gd name="connsiteX8636" fmla="*/ 2049725 w 10450132"/>
              <a:gd name="connsiteY8636" fmla="*/ 2170348 h 5450835"/>
              <a:gd name="connsiteX8637" fmla="*/ 2050513 w 10450132"/>
              <a:gd name="connsiteY8637" fmla="*/ 2170808 h 5450835"/>
              <a:gd name="connsiteX8638" fmla="*/ 2055044 w 10450132"/>
              <a:gd name="connsiteY8638" fmla="*/ 2178689 h 5450835"/>
              <a:gd name="connsiteX8639" fmla="*/ 2055044 w 10450132"/>
              <a:gd name="connsiteY8639" fmla="*/ 2179543 h 5450835"/>
              <a:gd name="connsiteX8640" fmla="*/ 2050513 w 10450132"/>
              <a:gd name="connsiteY8640" fmla="*/ 2187426 h 5450835"/>
              <a:gd name="connsiteX8641" fmla="*/ 2049725 w 10450132"/>
              <a:gd name="connsiteY8641" fmla="*/ 2187886 h 5450835"/>
              <a:gd name="connsiteX8642" fmla="*/ 2040660 w 10450132"/>
              <a:gd name="connsiteY8642" fmla="*/ 2187886 h 5450835"/>
              <a:gd name="connsiteX8643" fmla="*/ 2039873 w 10450132"/>
              <a:gd name="connsiteY8643" fmla="*/ 2187426 h 5450835"/>
              <a:gd name="connsiteX8644" fmla="*/ 2035339 w 10450132"/>
              <a:gd name="connsiteY8644" fmla="*/ 2179543 h 5450835"/>
              <a:gd name="connsiteX8645" fmla="*/ 2035339 w 10450132"/>
              <a:gd name="connsiteY8645" fmla="*/ 2178689 h 5450835"/>
              <a:gd name="connsiteX8646" fmla="*/ 2039873 w 10450132"/>
              <a:gd name="connsiteY8646" fmla="*/ 2170808 h 5450835"/>
              <a:gd name="connsiteX8647" fmla="*/ 2040660 w 10450132"/>
              <a:gd name="connsiteY8647" fmla="*/ 2170348 h 5450835"/>
              <a:gd name="connsiteX8648" fmla="*/ 1786362 w 10450132"/>
              <a:gd name="connsiteY8648" fmla="*/ 2170348 h 5450835"/>
              <a:gd name="connsiteX8649" fmla="*/ 1795426 w 10450132"/>
              <a:gd name="connsiteY8649" fmla="*/ 2170348 h 5450835"/>
              <a:gd name="connsiteX8650" fmla="*/ 1796214 w 10450132"/>
              <a:gd name="connsiteY8650" fmla="*/ 2170808 h 5450835"/>
              <a:gd name="connsiteX8651" fmla="*/ 1800746 w 10450132"/>
              <a:gd name="connsiteY8651" fmla="*/ 2178689 h 5450835"/>
              <a:gd name="connsiteX8652" fmla="*/ 1800746 w 10450132"/>
              <a:gd name="connsiteY8652" fmla="*/ 2179543 h 5450835"/>
              <a:gd name="connsiteX8653" fmla="*/ 1796214 w 10450132"/>
              <a:gd name="connsiteY8653" fmla="*/ 2187426 h 5450835"/>
              <a:gd name="connsiteX8654" fmla="*/ 1795426 w 10450132"/>
              <a:gd name="connsiteY8654" fmla="*/ 2187886 h 5450835"/>
              <a:gd name="connsiteX8655" fmla="*/ 1786362 w 10450132"/>
              <a:gd name="connsiteY8655" fmla="*/ 2187886 h 5450835"/>
              <a:gd name="connsiteX8656" fmla="*/ 1785574 w 10450132"/>
              <a:gd name="connsiteY8656" fmla="*/ 2187426 h 5450835"/>
              <a:gd name="connsiteX8657" fmla="*/ 1781042 w 10450132"/>
              <a:gd name="connsiteY8657" fmla="*/ 2179543 h 5450835"/>
              <a:gd name="connsiteX8658" fmla="*/ 1781042 w 10450132"/>
              <a:gd name="connsiteY8658" fmla="*/ 2178689 h 5450835"/>
              <a:gd name="connsiteX8659" fmla="*/ 1785574 w 10450132"/>
              <a:gd name="connsiteY8659" fmla="*/ 2170808 h 5450835"/>
              <a:gd name="connsiteX8660" fmla="*/ 1786362 w 10450132"/>
              <a:gd name="connsiteY8660" fmla="*/ 2170348 h 5450835"/>
              <a:gd name="connsiteX8661" fmla="*/ 1531980 w 10450132"/>
              <a:gd name="connsiteY8661" fmla="*/ 2170348 h 5450835"/>
              <a:gd name="connsiteX8662" fmla="*/ 1541043 w 10450132"/>
              <a:gd name="connsiteY8662" fmla="*/ 2170348 h 5450835"/>
              <a:gd name="connsiteX8663" fmla="*/ 1541831 w 10450132"/>
              <a:gd name="connsiteY8663" fmla="*/ 2170808 h 5450835"/>
              <a:gd name="connsiteX8664" fmla="*/ 1546364 w 10450132"/>
              <a:gd name="connsiteY8664" fmla="*/ 2178689 h 5450835"/>
              <a:gd name="connsiteX8665" fmla="*/ 1546364 w 10450132"/>
              <a:gd name="connsiteY8665" fmla="*/ 2179543 h 5450835"/>
              <a:gd name="connsiteX8666" fmla="*/ 1541831 w 10450132"/>
              <a:gd name="connsiteY8666" fmla="*/ 2187426 h 5450835"/>
              <a:gd name="connsiteX8667" fmla="*/ 1541043 w 10450132"/>
              <a:gd name="connsiteY8667" fmla="*/ 2187886 h 5450835"/>
              <a:gd name="connsiteX8668" fmla="*/ 1531980 w 10450132"/>
              <a:gd name="connsiteY8668" fmla="*/ 2187886 h 5450835"/>
              <a:gd name="connsiteX8669" fmla="*/ 1531194 w 10450132"/>
              <a:gd name="connsiteY8669" fmla="*/ 2187426 h 5450835"/>
              <a:gd name="connsiteX8670" fmla="*/ 1526658 w 10450132"/>
              <a:gd name="connsiteY8670" fmla="*/ 2179543 h 5450835"/>
              <a:gd name="connsiteX8671" fmla="*/ 1526658 w 10450132"/>
              <a:gd name="connsiteY8671" fmla="*/ 2178689 h 5450835"/>
              <a:gd name="connsiteX8672" fmla="*/ 1531194 w 10450132"/>
              <a:gd name="connsiteY8672" fmla="*/ 2170808 h 5450835"/>
              <a:gd name="connsiteX8673" fmla="*/ 1531980 w 10450132"/>
              <a:gd name="connsiteY8673" fmla="*/ 2170348 h 5450835"/>
              <a:gd name="connsiteX8674" fmla="*/ 1277607 w 10450132"/>
              <a:gd name="connsiteY8674" fmla="*/ 2170348 h 5450835"/>
              <a:gd name="connsiteX8675" fmla="*/ 1286671 w 10450132"/>
              <a:gd name="connsiteY8675" fmla="*/ 2170348 h 5450835"/>
              <a:gd name="connsiteX8676" fmla="*/ 1287460 w 10450132"/>
              <a:gd name="connsiteY8676" fmla="*/ 2170808 h 5450835"/>
              <a:gd name="connsiteX8677" fmla="*/ 1291992 w 10450132"/>
              <a:gd name="connsiteY8677" fmla="*/ 2178689 h 5450835"/>
              <a:gd name="connsiteX8678" fmla="*/ 1291992 w 10450132"/>
              <a:gd name="connsiteY8678" fmla="*/ 2179543 h 5450835"/>
              <a:gd name="connsiteX8679" fmla="*/ 1287460 w 10450132"/>
              <a:gd name="connsiteY8679" fmla="*/ 2187426 h 5450835"/>
              <a:gd name="connsiteX8680" fmla="*/ 1286671 w 10450132"/>
              <a:gd name="connsiteY8680" fmla="*/ 2187886 h 5450835"/>
              <a:gd name="connsiteX8681" fmla="*/ 1277607 w 10450132"/>
              <a:gd name="connsiteY8681" fmla="*/ 2187886 h 5450835"/>
              <a:gd name="connsiteX8682" fmla="*/ 1276817 w 10450132"/>
              <a:gd name="connsiteY8682" fmla="*/ 2187426 h 5450835"/>
              <a:gd name="connsiteX8683" fmla="*/ 1272288 w 10450132"/>
              <a:gd name="connsiteY8683" fmla="*/ 2179543 h 5450835"/>
              <a:gd name="connsiteX8684" fmla="*/ 1272288 w 10450132"/>
              <a:gd name="connsiteY8684" fmla="*/ 2178689 h 5450835"/>
              <a:gd name="connsiteX8685" fmla="*/ 1276817 w 10450132"/>
              <a:gd name="connsiteY8685" fmla="*/ 2170808 h 5450835"/>
              <a:gd name="connsiteX8686" fmla="*/ 1277607 w 10450132"/>
              <a:gd name="connsiteY8686" fmla="*/ 2170348 h 5450835"/>
              <a:gd name="connsiteX8687" fmla="*/ 1023155 w 10450132"/>
              <a:gd name="connsiteY8687" fmla="*/ 2170348 h 5450835"/>
              <a:gd name="connsiteX8688" fmla="*/ 1032219 w 10450132"/>
              <a:gd name="connsiteY8688" fmla="*/ 2170348 h 5450835"/>
              <a:gd name="connsiteX8689" fmla="*/ 1033005 w 10450132"/>
              <a:gd name="connsiteY8689" fmla="*/ 2170808 h 5450835"/>
              <a:gd name="connsiteX8690" fmla="*/ 1037539 w 10450132"/>
              <a:gd name="connsiteY8690" fmla="*/ 2178689 h 5450835"/>
              <a:gd name="connsiteX8691" fmla="*/ 1037539 w 10450132"/>
              <a:gd name="connsiteY8691" fmla="*/ 2179543 h 5450835"/>
              <a:gd name="connsiteX8692" fmla="*/ 1033005 w 10450132"/>
              <a:gd name="connsiteY8692" fmla="*/ 2187426 h 5450835"/>
              <a:gd name="connsiteX8693" fmla="*/ 1032219 w 10450132"/>
              <a:gd name="connsiteY8693" fmla="*/ 2187886 h 5450835"/>
              <a:gd name="connsiteX8694" fmla="*/ 1023155 w 10450132"/>
              <a:gd name="connsiteY8694" fmla="*/ 2187886 h 5450835"/>
              <a:gd name="connsiteX8695" fmla="*/ 1022366 w 10450132"/>
              <a:gd name="connsiteY8695" fmla="*/ 2187426 h 5450835"/>
              <a:gd name="connsiteX8696" fmla="*/ 1017831 w 10450132"/>
              <a:gd name="connsiteY8696" fmla="*/ 2179543 h 5450835"/>
              <a:gd name="connsiteX8697" fmla="*/ 1017831 w 10450132"/>
              <a:gd name="connsiteY8697" fmla="*/ 2178689 h 5450835"/>
              <a:gd name="connsiteX8698" fmla="*/ 1022366 w 10450132"/>
              <a:gd name="connsiteY8698" fmla="*/ 2170808 h 5450835"/>
              <a:gd name="connsiteX8699" fmla="*/ 1023155 w 10450132"/>
              <a:gd name="connsiteY8699" fmla="*/ 2170348 h 5450835"/>
              <a:gd name="connsiteX8700" fmla="*/ 768589 w 10450132"/>
              <a:gd name="connsiteY8700" fmla="*/ 2170348 h 5450835"/>
              <a:gd name="connsiteX8701" fmla="*/ 777652 w 10450132"/>
              <a:gd name="connsiteY8701" fmla="*/ 2170348 h 5450835"/>
              <a:gd name="connsiteX8702" fmla="*/ 778441 w 10450132"/>
              <a:gd name="connsiteY8702" fmla="*/ 2170808 h 5450835"/>
              <a:gd name="connsiteX8703" fmla="*/ 782972 w 10450132"/>
              <a:gd name="connsiteY8703" fmla="*/ 2178689 h 5450835"/>
              <a:gd name="connsiteX8704" fmla="*/ 782972 w 10450132"/>
              <a:gd name="connsiteY8704" fmla="*/ 2179543 h 5450835"/>
              <a:gd name="connsiteX8705" fmla="*/ 778441 w 10450132"/>
              <a:gd name="connsiteY8705" fmla="*/ 2187426 h 5450835"/>
              <a:gd name="connsiteX8706" fmla="*/ 777652 w 10450132"/>
              <a:gd name="connsiteY8706" fmla="*/ 2187886 h 5450835"/>
              <a:gd name="connsiteX8707" fmla="*/ 768589 w 10450132"/>
              <a:gd name="connsiteY8707" fmla="*/ 2187886 h 5450835"/>
              <a:gd name="connsiteX8708" fmla="*/ 767801 w 10450132"/>
              <a:gd name="connsiteY8708" fmla="*/ 2187426 h 5450835"/>
              <a:gd name="connsiteX8709" fmla="*/ 763268 w 10450132"/>
              <a:gd name="connsiteY8709" fmla="*/ 2179543 h 5450835"/>
              <a:gd name="connsiteX8710" fmla="*/ 763268 w 10450132"/>
              <a:gd name="connsiteY8710" fmla="*/ 2178689 h 5450835"/>
              <a:gd name="connsiteX8711" fmla="*/ 767801 w 10450132"/>
              <a:gd name="connsiteY8711" fmla="*/ 2170808 h 5450835"/>
              <a:gd name="connsiteX8712" fmla="*/ 768589 w 10450132"/>
              <a:gd name="connsiteY8712" fmla="*/ 2170348 h 5450835"/>
              <a:gd name="connsiteX8713" fmla="*/ 514283 w 10450132"/>
              <a:gd name="connsiteY8713" fmla="*/ 2170348 h 5450835"/>
              <a:gd name="connsiteX8714" fmla="*/ 523346 w 10450132"/>
              <a:gd name="connsiteY8714" fmla="*/ 2170348 h 5450835"/>
              <a:gd name="connsiteX8715" fmla="*/ 524134 w 10450132"/>
              <a:gd name="connsiteY8715" fmla="*/ 2170808 h 5450835"/>
              <a:gd name="connsiteX8716" fmla="*/ 528666 w 10450132"/>
              <a:gd name="connsiteY8716" fmla="*/ 2178689 h 5450835"/>
              <a:gd name="connsiteX8717" fmla="*/ 528666 w 10450132"/>
              <a:gd name="connsiteY8717" fmla="*/ 2179543 h 5450835"/>
              <a:gd name="connsiteX8718" fmla="*/ 524134 w 10450132"/>
              <a:gd name="connsiteY8718" fmla="*/ 2187426 h 5450835"/>
              <a:gd name="connsiteX8719" fmla="*/ 523346 w 10450132"/>
              <a:gd name="connsiteY8719" fmla="*/ 2187886 h 5450835"/>
              <a:gd name="connsiteX8720" fmla="*/ 514283 w 10450132"/>
              <a:gd name="connsiteY8720" fmla="*/ 2187886 h 5450835"/>
              <a:gd name="connsiteX8721" fmla="*/ 513495 w 10450132"/>
              <a:gd name="connsiteY8721" fmla="*/ 2187426 h 5450835"/>
              <a:gd name="connsiteX8722" fmla="*/ 508963 w 10450132"/>
              <a:gd name="connsiteY8722" fmla="*/ 2179543 h 5450835"/>
              <a:gd name="connsiteX8723" fmla="*/ 508963 w 10450132"/>
              <a:gd name="connsiteY8723" fmla="*/ 2178689 h 5450835"/>
              <a:gd name="connsiteX8724" fmla="*/ 513495 w 10450132"/>
              <a:gd name="connsiteY8724" fmla="*/ 2170808 h 5450835"/>
              <a:gd name="connsiteX8725" fmla="*/ 514283 w 10450132"/>
              <a:gd name="connsiteY8725" fmla="*/ 2170348 h 5450835"/>
              <a:gd name="connsiteX8726" fmla="*/ 259976 w 10450132"/>
              <a:gd name="connsiteY8726" fmla="*/ 2170348 h 5450835"/>
              <a:gd name="connsiteX8727" fmla="*/ 269039 w 10450132"/>
              <a:gd name="connsiteY8727" fmla="*/ 2170348 h 5450835"/>
              <a:gd name="connsiteX8728" fmla="*/ 269827 w 10450132"/>
              <a:gd name="connsiteY8728" fmla="*/ 2170808 h 5450835"/>
              <a:gd name="connsiteX8729" fmla="*/ 274359 w 10450132"/>
              <a:gd name="connsiteY8729" fmla="*/ 2178689 h 5450835"/>
              <a:gd name="connsiteX8730" fmla="*/ 274359 w 10450132"/>
              <a:gd name="connsiteY8730" fmla="*/ 2179543 h 5450835"/>
              <a:gd name="connsiteX8731" fmla="*/ 269827 w 10450132"/>
              <a:gd name="connsiteY8731" fmla="*/ 2187426 h 5450835"/>
              <a:gd name="connsiteX8732" fmla="*/ 269039 w 10450132"/>
              <a:gd name="connsiteY8732" fmla="*/ 2187886 h 5450835"/>
              <a:gd name="connsiteX8733" fmla="*/ 259976 w 10450132"/>
              <a:gd name="connsiteY8733" fmla="*/ 2187886 h 5450835"/>
              <a:gd name="connsiteX8734" fmla="*/ 259187 w 10450132"/>
              <a:gd name="connsiteY8734" fmla="*/ 2187426 h 5450835"/>
              <a:gd name="connsiteX8735" fmla="*/ 254655 w 10450132"/>
              <a:gd name="connsiteY8735" fmla="*/ 2179543 h 5450835"/>
              <a:gd name="connsiteX8736" fmla="*/ 254655 w 10450132"/>
              <a:gd name="connsiteY8736" fmla="*/ 2178689 h 5450835"/>
              <a:gd name="connsiteX8737" fmla="*/ 259187 w 10450132"/>
              <a:gd name="connsiteY8737" fmla="*/ 2170808 h 5450835"/>
              <a:gd name="connsiteX8738" fmla="*/ 259976 w 10450132"/>
              <a:gd name="connsiteY8738" fmla="*/ 2170348 h 5450835"/>
              <a:gd name="connsiteX8739" fmla="*/ 5449 w 10450132"/>
              <a:gd name="connsiteY8739" fmla="*/ 2170348 h 5450835"/>
              <a:gd name="connsiteX8740" fmla="*/ 14513 w 10450132"/>
              <a:gd name="connsiteY8740" fmla="*/ 2170348 h 5450835"/>
              <a:gd name="connsiteX8741" fmla="*/ 15301 w 10450132"/>
              <a:gd name="connsiteY8741" fmla="*/ 2170808 h 5450835"/>
              <a:gd name="connsiteX8742" fmla="*/ 19833 w 10450132"/>
              <a:gd name="connsiteY8742" fmla="*/ 2178689 h 5450835"/>
              <a:gd name="connsiteX8743" fmla="*/ 19833 w 10450132"/>
              <a:gd name="connsiteY8743" fmla="*/ 2179543 h 5450835"/>
              <a:gd name="connsiteX8744" fmla="*/ 15301 w 10450132"/>
              <a:gd name="connsiteY8744" fmla="*/ 2187426 h 5450835"/>
              <a:gd name="connsiteX8745" fmla="*/ 14513 w 10450132"/>
              <a:gd name="connsiteY8745" fmla="*/ 2187886 h 5450835"/>
              <a:gd name="connsiteX8746" fmla="*/ 5449 w 10450132"/>
              <a:gd name="connsiteY8746" fmla="*/ 2187886 h 5450835"/>
              <a:gd name="connsiteX8747" fmla="*/ 4660 w 10450132"/>
              <a:gd name="connsiteY8747" fmla="*/ 2187426 h 5450835"/>
              <a:gd name="connsiteX8748" fmla="*/ 128 w 10450132"/>
              <a:gd name="connsiteY8748" fmla="*/ 2179543 h 5450835"/>
              <a:gd name="connsiteX8749" fmla="*/ 128 w 10450132"/>
              <a:gd name="connsiteY8749" fmla="*/ 2178689 h 5450835"/>
              <a:gd name="connsiteX8750" fmla="*/ 4660 w 10450132"/>
              <a:gd name="connsiteY8750" fmla="*/ 2170808 h 5450835"/>
              <a:gd name="connsiteX8751" fmla="*/ 5449 w 10450132"/>
              <a:gd name="connsiteY8751" fmla="*/ 2170348 h 5450835"/>
              <a:gd name="connsiteX8752" fmla="*/ 10435622 w 10450132"/>
              <a:gd name="connsiteY8752" fmla="*/ 1953340 h 5450835"/>
              <a:gd name="connsiteX8753" fmla="*/ 10444686 w 10450132"/>
              <a:gd name="connsiteY8753" fmla="*/ 1953340 h 5450835"/>
              <a:gd name="connsiteX8754" fmla="*/ 10445474 w 10450132"/>
              <a:gd name="connsiteY8754" fmla="*/ 1953799 h 5450835"/>
              <a:gd name="connsiteX8755" fmla="*/ 10450007 w 10450132"/>
              <a:gd name="connsiteY8755" fmla="*/ 1961681 h 5450835"/>
              <a:gd name="connsiteX8756" fmla="*/ 10450007 w 10450132"/>
              <a:gd name="connsiteY8756" fmla="*/ 1962535 h 5450835"/>
              <a:gd name="connsiteX8757" fmla="*/ 10445474 w 10450132"/>
              <a:gd name="connsiteY8757" fmla="*/ 1970417 h 5450835"/>
              <a:gd name="connsiteX8758" fmla="*/ 10444686 w 10450132"/>
              <a:gd name="connsiteY8758" fmla="*/ 1970877 h 5450835"/>
              <a:gd name="connsiteX8759" fmla="*/ 10435622 w 10450132"/>
              <a:gd name="connsiteY8759" fmla="*/ 1970877 h 5450835"/>
              <a:gd name="connsiteX8760" fmla="*/ 10434834 w 10450132"/>
              <a:gd name="connsiteY8760" fmla="*/ 1970417 h 5450835"/>
              <a:gd name="connsiteX8761" fmla="*/ 10430302 w 10450132"/>
              <a:gd name="connsiteY8761" fmla="*/ 1962535 h 5450835"/>
              <a:gd name="connsiteX8762" fmla="*/ 10430302 w 10450132"/>
              <a:gd name="connsiteY8762" fmla="*/ 1961681 h 5450835"/>
              <a:gd name="connsiteX8763" fmla="*/ 10434834 w 10450132"/>
              <a:gd name="connsiteY8763" fmla="*/ 1953799 h 5450835"/>
              <a:gd name="connsiteX8764" fmla="*/ 10435622 w 10450132"/>
              <a:gd name="connsiteY8764" fmla="*/ 1953340 h 5450835"/>
              <a:gd name="connsiteX8765" fmla="*/ 10181242 w 10450132"/>
              <a:gd name="connsiteY8765" fmla="*/ 1953340 h 5450835"/>
              <a:gd name="connsiteX8766" fmla="*/ 10190305 w 10450132"/>
              <a:gd name="connsiteY8766" fmla="*/ 1953340 h 5450835"/>
              <a:gd name="connsiteX8767" fmla="*/ 10191093 w 10450132"/>
              <a:gd name="connsiteY8767" fmla="*/ 1953799 h 5450835"/>
              <a:gd name="connsiteX8768" fmla="*/ 10195626 w 10450132"/>
              <a:gd name="connsiteY8768" fmla="*/ 1961681 h 5450835"/>
              <a:gd name="connsiteX8769" fmla="*/ 10195626 w 10450132"/>
              <a:gd name="connsiteY8769" fmla="*/ 1962535 h 5450835"/>
              <a:gd name="connsiteX8770" fmla="*/ 10191093 w 10450132"/>
              <a:gd name="connsiteY8770" fmla="*/ 1970417 h 5450835"/>
              <a:gd name="connsiteX8771" fmla="*/ 10190305 w 10450132"/>
              <a:gd name="connsiteY8771" fmla="*/ 1970877 h 5450835"/>
              <a:gd name="connsiteX8772" fmla="*/ 10181242 w 10450132"/>
              <a:gd name="connsiteY8772" fmla="*/ 1970877 h 5450835"/>
              <a:gd name="connsiteX8773" fmla="*/ 10180453 w 10450132"/>
              <a:gd name="connsiteY8773" fmla="*/ 1970417 h 5450835"/>
              <a:gd name="connsiteX8774" fmla="*/ 10175922 w 10450132"/>
              <a:gd name="connsiteY8774" fmla="*/ 1962535 h 5450835"/>
              <a:gd name="connsiteX8775" fmla="*/ 10175922 w 10450132"/>
              <a:gd name="connsiteY8775" fmla="*/ 1961681 h 5450835"/>
              <a:gd name="connsiteX8776" fmla="*/ 10180453 w 10450132"/>
              <a:gd name="connsiteY8776" fmla="*/ 1953799 h 5450835"/>
              <a:gd name="connsiteX8777" fmla="*/ 10181242 w 10450132"/>
              <a:gd name="connsiteY8777" fmla="*/ 1953340 h 5450835"/>
              <a:gd name="connsiteX8778" fmla="*/ 9926861 w 10450132"/>
              <a:gd name="connsiteY8778" fmla="*/ 1953340 h 5450835"/>
              <a:gd name="connsiteX8779" fmla="*/ 9935924 w 10450132"/>
              <a:gd name="connsiteY8779" fmla="*/ 1953340 h 5450835"/>
              <a:gd name="connsiteX8780" fmla="*/ 9936713 w 10450132"/>
              <a:gd name="connsiteY8780" fmla="*/ 1953799 h 5450835"/>
              <a:gd name="connsiteX8781" fmla="*/ 9941246 w 10450132"/>
              <a:gd name="connsiteY8781" fmla="*/ 1961681 h 5450835"/>
              <a:gd name="connsiteX8782" fmla="*/ 9941246 w 10450132"/>
              <a:gd name="connsiteY8782" fmla="*/ 1962535 h 5450835"/>
              <a:gd name="connsiteX8783" fmla="*/ 9936713 w 10450132"/>
              <a:gd name="connsiteY8783" fmla="*/ 1970417 h 5450835"/>
              <a:gd name="connsiteX8784" fmla="*/ 9935924 w 10450132"/>
              <a:gd name="connsiteY8784" fmla="*/ 1970877 h 5450835"/>
              <a:gd name="connsiteX8785" fmla="*/ 9926861 w 10450132"/>
              <a:gd name="connsiteY8785" fmla="*/ 1970877 h 5450835"/>
              <a:gd name="connsiteX8786" fmla="*/ 9926073 w 10450132"/>
              <a:gd name="connsiteY8786" fmla="*/ 1970417 h 5450835"/>
              <a:gd name="connsiteX8787" fmla="*/ 9921541 w 10450132"/>
              <a:gd name="connsiteY8787" fmla="*/ 1962535 h 5450835"/>
              <a:gd name="connsiteX8788" fmla="*/ 9921541 w 10450132"/>
              <a:gd name="connsiteY8788" fmla="*/ 1961681 h 5450835"/>
              <a:gd name="connsiteX8789" fmla="*/ 9926073 w 10450132"/>
              <a:gd name="connsiteY8789" fmla="*/ 1953799 h 5450835"/>
              <a:gd name="connsiteX8790" fmla="*/ 9926861 w 10450132"/>
              <a:gd name="connsiteY8790" fmla="*/ 1953340 h 5450835"/>
              <a:gd name="connsiteX8791" fmla="*/ 9672481 w 10450132"/>
              <a:gd name="connsiteY8791" fmla="*/ 1953340 h 5450835"/>
              <a:gd name="connsiteX8792" fmla="*/ 9681545 w 10450132"/>
              <a:gd name="connsiteY8792" fmla="*/ 1953340 h 5450835"/>
              <a:gd name="connsiteX8793" fmla="*/ 9682333 w 10450132"/>
              <a:gd name="connsiteY8793" fmla="*/ 1953799 h 5450835"/>
              <a:gd name="connsiteX8794" fmla="*/ 9686865 w 10450132"/>
              <a:gd name="connsiteY8794" fmla="*/ 1961681 h 5450835"/>
              <a:gd name="connsiteX8795" fmla="*/ 9686865 w 10450132"/>
              <a:gd name="connsiteY8795" fmla="*/ 1962535 h 5450835"/>
              <a:gd name="connsiteX8796" fmla="*/ 9682333 w 10450132"/>
              <a:gd name="connsiteY8796" fmla="*/ 1970417 h 5450835"/>
              <a:gd name="connsiteX8797" fmla="*/ 9681545 w 10450132"/>
              <a:gd name="connsiteY8797" fmla="*/ 1970877 h 5450835"/>
              <a:gd name="connsiteX8798" fmla="*/ 9672481 w 10450132"/>
              <a:gd name="connsiteY8798" fmla="*/ 1970877 h 5450835"/>
              <a:gd name="connsiteX8799" fmla="*/ 9671693 w 10450132"/>
              <a:gd name="connsiteY8799" fmla="*/ 1970417 h 5450835"/>
              <a:gd name="connsiteX8800" fmla="*/ 9667160 w 10450132"/>
              <a:gd name="connsiteY8800" fmla="*/ 1962535 h 5450835"/>
              <a:gd name="connsiteX8801" fmla="*/ 9667160 w 10450132"/>
              <a:gd name="connsiteY8801" fmla="*/ 1961681 h 5450835"/>
              <a:gd name="connsiteX8802" fmla="*/ 9671693 w 10450132"/>
              <a:gd name="connsiteY8802" fmla="*/ 1953799 h 5450835"/>
              <a:gd name="connsiteX8803" fmla="*/ 9672481 w 10450132"/>
              <a:gd name="connsiteY8803" fmla="*/ 1953340 h 5450835"/>
              <a:gd name="connsiteX8804" fmla="*/ 9418035 w 10450132"/>
              <a:gd name="connsiteY8804" fmla="*/ 1953340 h 5450835"/>
              <a:gd name="connsiteX8805" fmla="*/ 9427099 w 10450132"/>
              <a:gd name="connsiteY8805" fmla="*/ 1953340 h 5450835"/>
              <a:gd name="connsiteX8806" fmla="*/ 9427887 w 10450132"/>
              <a:gd name="connsiteY8806" fmla="*/ 1953799 h 5450835"/>
              <a:gd name="connsiteX8807" fmla="*/ 9432419 w 10450132"/>
              <a:gd name="connsiteY8807" fmla="*/ 1961681 h 5450835"/>
              <a:gd name="connsiteX8808" fmla="*/ 9432419 w 10450132"/>
              <a:gd name="connsiteY8808" fmla="*/ 1962535 h 5450835"/>
              <a:gd name="connsiteX8809" fmla="*/ 9427887 w 10450132"/>
              <a:gd name="connsiteY8809" fmla="*/ 1970417 h 5450835"/>
              <a:gd name="connsiteX8810" fmla="*/ 9427099 w 10450132"/>
              <a:gd name="connsiteY8810" fmla="*/ 1970877 h 5450835"/>
              <a:gd name="connsiteX8811" fmla="*/ 9418035 w 10450132"/>
              <a:gd name="connsiteY8811" fmla="*/ 1970877 h 5450835"/>
              <a:gd name="connsiteX8812" fmla="*/ 9417247 w 10450132"/>
              <a:gd name="connsiteY8812" fmla="*/ 1970417 h 5450835"/>
              <a:gd name="connsiteX8813" fmla="*/ 9412714 w 10450132"/>
              <a:gd name="connsiteY8813" fmla="*/ 1962535 h 5450835"/>
              <a:gd name="connsiteX8814" fmla="*/ 9412714 w 10450132"/>
              <a:gd name="connsiteY8814" fmla="*/ 1961681 h 5450835"/>
              <a:gd name="connsiteX8815" fmla="*/ 9417247 w 10450132"/>
              <a:gd name="connsiteY8815" fmla="*/ 1953799 h 5450835"/>
              <a:gd name="connsiteX8816" fmla="*/ 9418035 w 10450132"/>
              <a:gd name="connsiteY8816" fmla="*/ 1953340 h 5450835"/>
              <a:gd name="connsiteX8817" fmla="*/ 9163654 w 10450132"/>
              <a:gd name="connsiteY8817" fmla="*/ 1953340 h 5450835"/>
              <a:gd name="connsiteX8818" fmla="*/ 9172718 w 10450132"/>
              <a:gd name="connsiteY8818" fmla="*/ 1953340 h 5450835"/>
              <a:gd name="connsiteX8819" fmla="*/ 9173506 w 10450132"/>
              <a:gd name="connsiteY8819" fmla="*/ 1953799 h 5450835"/>
              <a:gd name="connsiteX8820" fmla="*/ 9178038 w 10450132"/>
              <a:gd name="connsiteY8820" fmla="*/ 1961681 h 5450835"/>
              <a:gd name="connsiteX8821" fmla="*/ 9178038 w 10450132"/>
              <a:gd name="connsiteY8821" fmla="*/ 1962535 h 5450835"/>
              <a:gd name="connsiteX8822" fmla="*/ 9173506 w 10450132"/>
              <a:gd name="connsiteY8822" fmla="*/ 1970417 h 5450835"/>
              <a:gd name="connsiteX8823" fmla="*/ 9172718 w 10450132"/>
              <a:gd name="connsiteY8823" fmla="*/ 1970877 h 5450835"/>
              <a:gd name="connsiteX8824" fmla="*/ 9163654 w 10450132"/>
              <a:gd name="connsiteY8824" fmla="*/ 1970877 h 5450835"/>
              <a:gd name="connsiteX8825" fmla="*/ 9162866 w 10450132"/>
              <a:gd name="connsiteY8825" fmla="*/ 1970417 h 5450835"/>
              <a:gd name="connsiteX8826" fmla="*/ 9158333 w 10450132"/>
              <a:gd name="connsiteY8826" fmla="*/ 1962535 h 5450835"/>
              <a:gd name="connsiteX8827" fmla="*/ 9158333 w 10450132"/>
              <a:gd name="connsiteY8827" fmla="*/ 1961681 h 5450835"/>
              <a:gd name="connsiteX8828" fmla="*/ 9162866 w 10450132"/>
              <a:gd name="connsiteY8828" fmla="*/ 1953799 h 5450835"/>
              <a:gd name="connsiteX8829" fmla="*/ 9163654 w 10450132"/>
              <a:gd name="connsiteY8829" fmla="*/ 1953340 h 5450835"/>
              <a:gd name="connsiteX8830" fmla="*/ 8909274 w 10450132"/>
              <a:gd name="connsiteY8830" fmla="*/ 1953340 h 5450835"/>
              <a:gd name="connsiteX8831" fmla="*/ 8918336 w 10450132"/>
              <a:gd name="connsiteY8831" fmla="*/ 1953340 h 5450835"/>
              <a:gd name="connsiteX8832" fmla="*/ 8919125 w 10450132"/>
              <a:gd name="connsiteY8832" fmla="*/ 1953799 h 5450835"/>
              <a:gd name="connsiteX8833" fmla="*/ 8923657 w 10450132"/>
              <a:gd name="connsiteY8833" fmla="*/ 1961681 h 5450835"/>
              <a:gd name="connsiteX8834" fmla="*/ 8923657 w 10450132"/>
              <a:gd name="connsiteY8834" fmla="*/ 1962535 h 5450835"/>
              <a:gd name="connsiteX8835" fmla="*/ 8919125 w 10450132"/>
              <a:gd name="connsiteY8835" fmla="*/ 1970417 h 5450835"/>
              <a:gd name="connsiteX8836" fmla="*/ 8918336 w 10450132"/>
              <a:gd name="connsiteY8836" fmla="*/ 1970877 h 5450835"/>
              <a:gd name="connsiteX8837" fmla="*/ 8909274 w 10450132"/>
              <a:gd name="connsiteY8837" fmla="*/ 1970877 h 5450835"/>
              <a:gd name="connsiteX8838" fmla="*/ 8908484 w 10450132"/>
              <a:gd name="connsiteY8838" fmla="*/ 1970417 h 5450835"/>
              <a:gd name="connsiteX8839" fmla="*/ 8903953 w 10450132"/>
              <a:gd name="connsiteY8839" fmla="*/ 1962535 h 5450835"/>
              <a:gd name="connsiteX8840" fmla="*/ 8903953 w 10450132"/>
              <a:gd name="connsiteY8840" fmla="*/ 1961681 h 5450835"/>
              <a:gd name="connsiteX8841" fmla="*/ 8908484 w 10450132"/>
              <a:gd name="connsiteY8841" fmla="*/ 1953799 h 5450835"/>
              <a:gd name="connsiteX8842" fmla="*/ 8909274 w 10450132"/>
              <a:gd name="connsiteY8842" fmla="*/ 1953340 h 5450835"/>
              <a:gd name="connsiteX8843" fmla="*/ 8654892 w 10450132"/>
              <a:gd name="connsiteY8843" fmla="*/ 1953340 h 5450835"/>
              <a:gd name="connsiteX8844" fmla="*/ 8663955 w 10450132"/>
              <a:gd name="connsiteY8844" fmla="*/ 1953340 h 5450835"/>
              <a:gd name="connsiteX8845" fmla="*/ 8664744 w 10450132"/>
              <a:gd name="connsiteY8845" fmla="*/ 1953799 h 5450835"/>
              <a:gd name="connsiteX8846" fmla="*/ 8669277 w 10450132"/>
              <a:gd name="connsiteY8846" fmla="*/ 1961681 h 5450835"/>
              <a:gd name="connsiteX8847" fmla="*/ 8669277 w 10450132"/>
              <a:gd name="connsiteY8847" fmla="*/ 1962535 h 5450835"/>
              <a:gd name="connsiteX8848" fmla="*/ 8664744 w 10450132"/>
              <a:gd name="connsiteY8848" fmla="*/ 1970417 h 5450835"/>
              <a:gd name="connsiteX8849" fmla="*/ 8663955 w 10450132"/>
              <a:gd name="connsiteY8849" fmla="*/ 1970877 h 5450835"/>
              <a:gd name="connsiteX8850" fmla="*/ 8654892 w 10450132"/>
              <a:gd name="connsiteY8850" fmla="*/ 1970877 h 5450835"/>
              <a:gd name="connsiteX8851" fmla="*/ 8654104 w 10450132"/>
              <a:gd name="connsiteY8851" fmla="*/ 1970417 h 5450835"/>
              <a:gd name="connsiteX8852" fmla="*/ 8649572 w 10450132"/>
              <a:gd name="connsiteY8852" fmla="*/ 1962535 h 5450835"/>
              <a:gd name="connsiteX8853" fmla="*/ 8649572 w 10450132"/>
              <a:gd name="connsiteY8853" fmla="*/ 1961681 h 5450835"/>
              <a:gd name="connsiteX8854" fmla="*/ 8654104 w 10450132"/>
              <a:gd name="connsiteY8854" fmla="*/ 1953799 h 5450835"/>
              <a:gd name="connsiteX8855" fmla="*/ 8654892 w 10450132"/>
              <a:gd name="connsiteY8855" fmla="*/ 1953340 h 5450835"/>
              <a:gd name="connsiteX8856" fmla="*/ 8400511 w 10450132"/>
              <a:gd name="connsiteY8856" fmla="*/ 1953340 h 5450835"/>
              <a:gd name="connsiteX8857" fmla="*/ 8409575 w 10450132"/>
              <a:gd name="connsiteY8857" fmla="*/ 1953340 h 5450835"/>
              <a:gd name="connsiteX8858" fmla="*/ 8410363 w 10450132"/>
              <a:gd name="connsiteY8858" fmla="*/ 1953799 h 5450835"/>
              <a:gd name="connsiteX8859" fmla="*/ 8414896 w 10450132"/>
              <a:gd name="connsiteY8859" fmla="*/ 1961681 h 5450835"/>
              <a:gd name="connsiteX8860" fmla="*/ 8414896 w 10450132"/>
              <a:gd name="connsiteY8860" fmla="*/ 1962535 h 5450835"/>
              <a:gd name="connsiteX8861" fmla="*/ 8410363 w 10450132"/>
              <a:gd name="connsiteY8861" fmla="*/ 1970417 h 5450835"/>
              <a:gd name="connsiteX8862" fmla="*/ 8409575 w 10450132"/>
              <a:gd name="connsiteY8862" fmla="*/ 1970877 h 5450835"/>
              <a:gd name="connsiteX8863" fmla="*/ 8400511 w 10450132"/>
              <a:gd name="connsiteY8863" fmla="*/ 1970877 h 5450835"/>
              <a:gd name="connsiteX8864" fmla="*/ 8399723 w 10450132"/>
              <a:gd name="connsiteY8864" fmla="*/ 1970417 h 5450835"/>
              <a:gd name="connsiteX8865" fmla="*/ 8395191 w 10450132"/>
              <a:gd name="connsiteY8865" fmla="*/ 1962535 h 5450835"/>
              <a:gd name="connsiteX8866" fmla="*/ 8395191 w 10450132"/>
              <a:gd name="connsiteY8866" fmla="*/ 1961681 h 5450835"/>
              <a:gd name="connsiteX8867" fmla="*/ 8399723 w 10450132"/>
              <a:gd name="connsiteY8867" fmla="*/ 1953799 h 5450835"/>
              <a:gd name="connsiteX8868" fmla="*/ 8400511 w 10450132"/>
              <a:gd name="connsiteY8868" fmla="*/ 1953340 h 5450835"/>
              <a:gd name="connsiteX8869" fmla="*/ 8146065 w 10450132"/>
              <a:gd name="connsiteY8869" fmla="*/ 1953340 h 5450835"/>
              <a:gd name="connsiteX8870" fmla="*/ 8155129 w 10450132"/>
              <a:gd name="connsiteY8870" fmla="*/ 1953340 h 5450835"/>
              <a:gd name="connsiteX8871" fmla="*/ 8155917 w 10450132"/>
              <a:gd name="connsiteY8871" fmla="*/ 1953799 h 5450835"/>
              <a:gd name="connsiteX8872" fmla="*/ 8160449 w 10450132"/>
              <a:gd name="connsiteY8872" fmla="*/ 1961681 h 5450835"/>
              <a:gd name="connsiteX8873" fmla="*/ 8160449 w 10450132"/>
              <a:gd name="connsiteY8873" fmla="*/ 1962535 h 5450835"/>
              <a:gd name="connsiteX8874" fmla="*/ 8155917 w 10450132"/>
              <a:gd name="connsiteY8874" fmla="*/ 1970417 h 5450835"/>
              <a:gd name="connsiteX8875" fmla="*/ 8155129 w 10450132"/>
              <a:gd name="connsiteY8875" fmla="*/ 1970877 h 5450835"/>
              <a:gd name="connsiteX8876" fmla="*/ 8146065 w 10450132"/>
              <a:gd name="connsiteY8876" fmla="*/ 1970877 h 5450835"/>
              <a:gd name="connsiteX8877" fmla="*/ 8145277 w 10450132"/>
              <a:gd name="connsiteY8877" fmla="*/ 1970417 h 5450835"/>
              <a:gd name="connsiteX8878" fmla="*/ 8140745 w 10450132"/>
              <a:gd name="connsiteY8878" fmla="*/ 1962535 h 5450835"/>
              <a:gd name="connsiteX8879" fmla="*/ 8140745 w 10450132"/>
              <a:gd name="connsiteY8879" fmla="*/ 1961681 h 5450835"/>
              <a:gd name="connsiteX8880" fmla="*/ 8145277 w 10450132"/>
              <a:gd name="connsiteY8880" fmla="*/ 1953799 h 5450835"/>
              <a:gd name="connsiteX8881" fmla="*/ 8146065 w 10450132"/>
              <a:gd name="connsiteY8881" fmla="*/ 1953340 h 5450835"/>
              <a:gd name="connsiteX8882" fmla="*/ 7891684 w 10450132"/>
              <a:gd name="connsiteY8882" fmla="*/ 1953340 h 5450835"/>
              <a:gd name="connsiteX8883" fmla="*/ 7900748 w 10450132"/>
              <a:gd name="connsiteY8883" fmla="*/ 1953340 h 5450835"/>
              <a:gd name="connsiteX8884" fmla="*/ 7901536 w 10450132"/>
              <a:gd name="connsiteY8884" fmla="*/ 1953799 h 5450835"/>
              <a:gd name="connsiteX8885" fmla="*/ 7906067 w 10450132"/>
              <a:gd name="connsiteY8885" fmla="*/ 1961681 h 5450835"/>
              <a:gd name="connsiteX8886" fmla="*/ 7906067 w 10450132"/>
              <a:gd name="connsiteY8886" fmla="*/ 1962535 h 5450835"/>
              <a:gd name="connsiteX8887" fmla="*/ 7901536 w 10450132"/>
              <a:gd name="connsiteY8887" fmla="*/ 1970417 h 5450835"/>
              <a:gd name="connsiteX8888" fmla="*/ 7900748 w 10450132"/>
              <a:gd name="connsiteY8888" fmla="*/ 1970877 h 5450835"/>
              <a:gd name="connsiteX8889" fmla="*/ 7891684 w 10450132"/>
              <a:gd name="connsiteY8889" fmla="*/ 1970877 h 5450835"/>
              <a:gd name="connsiteX8890" fmla="*/ 7890896 w 10450132"/>
              <a:gd name="connsiteY8890" fmla="*/ 1970417 h 5450835"/>
              <a:gd name="connsiteX8891" fmla="*/ 7886363 w 10450132"/>
              <a:gd name="connsiteY8891" fmla="*/ 1962535 h 5450835"/>
              <a:gd name="connsiteX8892" fmla="*/ 7886363 w 10450132"/>
              <a:gd name="connsiteY8892" fmla="*/ 1961681 h 5450835"/>
              <a:gd name="connsiteX8893" fmla="*/ 7890896 w 10450132"/>
              <a:gd name="connsiteY8893" fmla="*/ 1953799 h 5450835"/>
              <a:gd name="connsiteX8894" fmla="*/ 7891684 w 10450132"/>
              <a:gd name="connsiteY8894" fmla="*/ 1953340 h 5450835"/>
              <a:gd name="connsiteX8895" fmla="*/ 7637304 w 10450132"/>
              <a:gd name="connsiteY8895" fmla="*/ 1953340 h 5450835"/>
              <a:gd name="connsiteX8896" fmla="*/ 7646367 w 10450132"/>
              <a:gd name="connsiteY8896" fmla="*/ 1953340 h 5450835"/>
              <a:gd name="connsiteX8897" fmla="*/ 7647156 w 10450132"/>
              <a:gd name="connsiteY8897" fmla="*/ 1953799 h 5450835"/>
              <a:gd name="connsiteX8898" fmla="*/ 7651687 w 10450132"/>
              <a:gd name="connsiteY8898" fmla="*/ 1961681 h 5450835"/>
              <a:gd name="connsiteX8899" fmla="*/ 7651687 w 10450132"/>
              <a:gd name="connsiteY8899" fmla="*/ 1962535 h 5450835"/>
              <a:gd name="connsiteX8900" fmla="*/ 7647156 w 10450132"/>
              <a:gd name="connsiteY8900" fmla="*/ 1970417 h 5450835"/>
              <a:gd name="connsiteX8901" fmla="*/ 7646367 w 10450132"/>
              <a:gd name="connsiteY8901" fmla="*/ 1970877 h 5450835"/>
              <a:gd name="connsiteX8902" fmla="*/ 7637304 w 10450132"/>
              <a:gd name="connsiteY8902" fmla="*/ 1970877 h 5450835"/>
              <a:gd name="connsiteX8903" fmla="*/ 7636516 w 10450132"/>
              <a:gd name="connsiteY8903" fmla="*/ 1970417 h 5450835"/>
              <a:gd name="connsiteX8904" fmla="*/ 7631983 w 10450132"/>
              <a:gd name="connsiteY8904" fmla="*/ 1962535 h 5450835"/>
              <a:gd name="connsiteX8905" fmla="*/ 7631983 w 10450132"/>
              <a:gd name="connsiteY8905" fmla="*/ 1961681 h 5450835"/>
              <a:gd name="connsiteX8906" fmla="*/ 7636516 w 10450132"/>
              <a:gd name="connsiteY8906" fmla="*/ 1953799 h 5450835"/>
              <a:gd name="connsiteX8907" fmla="*/ 7637304 w 10450132"/>
              <a:gd name="connsiteY8907" fmla="*/ 1953340 h 5450835"/>
              <a:gd name="connsiteX8908" fmla="*/ 7382923 w 10450132"/>
              <a:gd name="connsiteY8908" fmla="*/ 1953340 h 5450835"/>
              <a:gd name="connsiteX8909" fmla="*/ 7391987 w 10450132"/>
              <a:gd name="connsiteY8909" fmla="*/ 1953340 h 5450835"/>
              <a:gd name="connsiteX8910" fmla="*/ 7392775 w 10450132"/>
              <a:gd name="connsiteY8910" fmla="*/ 1953799 h 5450835"/>
              <a:gd name="connsiteX8911" fmla="*/ 7397307 w 10450132"/>
              <a:gd name="connsiteY8911" fmla="*/ 1961681 h 5450835"/>
              <a:gd name="connsiteX8912" fmla="*/ 7397307 w 10450132"/>
              <a:gd name="connsiteY8912" fmla="*/ 1962535 h 5450835"/>
              <a:gd name="connsiteX8913" fmla="*/ 7392775 w 10450132"/>
              <a:gd name="connsiteY8913" fmla="*/ 1970417 h 5450835"/>
              <a:gd name="connsiteX8914" fmla="*/ 7391987 w 10450132"/>
              <a:gd name="connsiteY8914" fmla="*/ 1970877 h 5450835"/>
              <a:gd name="connsiteX8915" fmla="*/ 7382923 w 10450132"/>
              <a:gd name="connsiteY8915" fmla="*/ 1970877 h 5450835"/>
              <a:gd name="connsiteX8916" fmla="*/ 7382135 w 10450132"/>
              <a:gd name="connsiteY8916" fmla="*/ 1970417 h 5450835"/>
              <a:gd name="connsiteX8917" fmla="*/ 7377602 w 10450132"/>
              <a:gd name="connsiteY8917" fmla="*/ 1962535 h 5450835"/>
              <a:gd name="connsiteX8918" fmla="*/ 7377602 w 10450132"/>
              <a:gd name="connsiteY8918" fmla="*/ 1961681 h 5450835"/>
              <a:gd name="connsiteX8919" fmla="*/ 7382135 w 10450132"/>
              <a:gd name="connsiteY8919" fmla="*/ 1953799 h 5450835"/>
              <a:gd name="connsiteX8920" fmla="*/ 7382923 w 10450132"/>
              <a:gd name="connsiteY8920" fmla="*/ 1953340 h 5450835"/>
              <a:gd name="connsiteX8921" fmla="*/ 7128477 w 10450132"/>
              <a:gd name="connsiteY8921" fmla="*/ 1953340 h 5450835"/>
              <a:gd name="connsiteX8922" fmla="*/ 7137540 w 10450132"/>
              <a:gd name="connsiteY8922" fmla="*/ 1953340 h 5450835"/>
              <a:gd name="connsiteX8923" fmla="*/ 7138328 w 10450132"/>
              <a:gd name="connsiteY8923" fmla="*/ 1953799 h 5450835"/>
              <a:gd name="connsiteX8924" fmla="*/ 7142860 w 10450132"/>
              <a:gd name="connsiteY8924" fmla="*/ 1961681 h 5450835"/>
              <a:gd name="connsiteX8925" fmla="*/ 7142860 w 10450132"/>
              <a:gd name="connsiteY8925" fmla="*/ 1962535 h 5450835"/>
              <a:gd name="connsiteX8926" fmla="*/ 7138328 w 10450132"/>
              <a:gd name="connsiteY8926" fmla="*/ 1970417 h 5450835"/>
              <a:gd name="connsiteX8927" fmla="*/ 7137540 w 10450132"/>
              <a:gd name="connsiteY8927" fmla="*/ 1970877 h 5450835"/>
              <a:gd name="connsiteX8928" fmla="*/ 7128477 w 10450132"/>
              <a:gd name="connsiteY8928" fmla="*/ 1970877 h 5450835"/>
              <a:gd name="connsiteX8929" fmla="*/ 7127689 w 10450132"/>
              <a:gd name="connsiteY8929" fmla="*/ 1970417 h 5450835"/>
              <a:gd name="connsiteX8930" fmla="*/ 7123156 w 10450132"/>
              <a:gd name="connsiteY8930" fmla="*/ 1962535 h 5450835"/>
              <a:gd name="connsiteX8931" fmla="*/ 7123156 w 10450132"/>
              <a:gd name="connsiteY8931" fmla="*/ 1961681 h 5450835"/>
              <a:gd name="connsiteX8932" fmla="*/ 7127689 w 10450132"/>
              <a:gd name="connsiteY8932" fmla="*/ 1953799 h 5450835"/>
              <a:gd name="connsiteX8933" fmla="*/ 7128477 w 10450132"/>
              <a:gd name="connsiteY8933" fmla="*/ 1953340 h 5450835"/>
              <a:gd name="connsiteX8934" fmla="*/ 6874095 w 10450132"/>
              <a:gd name="connsiteY8934" fmla="*/ 1953340 h 5450835"/>
              <a:gd name="connsiteX8935" fmla="*/ 6883159 w 10450132"/>
              <a:gd name="connsiteY8935" fmla="*/ 1953340 h 5450835"/>
              <a:gd name="connsiteX8936" fmla="*/ 6883947 w 10450132"/>
              <a:gd name="connsiteY8936" fmla="*/ 1953799 h 5450835"/>
              <a:gd name="connsiteX8937" fmla="*/ 6888480 w 10450132"/>
              <a:gd name="connsiteY8937" fmla="*/ 1961681 h 5450835"/>
              <a:gd name="connsiteX8938" fmla="*/ 6888480 w 10450132"/>
              <a:gd name="connsiteY8938" fmla="*/ 1962535 h 5450835"/>
              <a:gd name="connsiteX8939" fmla="*/ 6883947 w 10450132"/>
              <a:gd name="connsiteY8939" fmla="*/ 1970417 h 5450835"/>
              <a:gd name="connsiteX8940" fmla="*/ 6883159 w 10450132"/>
              <a:gd name="connsiteY8940" fmla="*/ 1970877 h 5450835"/>
              <a:gd name="connsiteX8941" fmla="*/ 6874095 w 10450132"/>
              <a:gd name="connsiteY8941" fmla="*/ 1970877 h 5450835"/>
              <a:gd name="connsiteX8942" fmla="*/ 6873307 w 10450132"/>
              <a:gd name="connsiteY8942" fmla="*/ 1970417 h 5450835"/>
              <a:gd name="connsiteX8943" fmla="*/ 6868775 w 10450132"/>
              <a:gd name="connsiteY8943" fmla="*/ 1962535 h 5450835"/>
              <a:gd name="connsiteX8944" fmla="*/ 6868775 w 10450132"/>
              <a:gd name="connsiteY8944" fmla="*/ 1961681 h 5450835"/>
              <a:gd name="connsiteX8945" fmla="*/ 6873307 w 10450132"/>
              <a:gd name="connsiteY8945" fmla="*/ 1953799 h 5450835"/>
              <a:gd name="connsiteX8946" fmla="*/ 6874095 w 10450132"/>
              <a:gd name="connsiteY8946" fmla="*/ 1953340 h 5450835"/>
              <a:gd name="connsiteX8947" fmla="*/ 6619714 w 10450132"/>
              <a:gd name="connsiteY8947" fmla="*/ 1953340 h 5450835"/>
              <a:gd name="connsiteX8948" fmla="*/ 6628778 w 10450132"/>
              <a:gd name="connsiteY8948" fmla="*/ 1953340 h 5450835"/>
              <a:gd name="connsiteX8949" fmla="*/ 6629566 w 10450132"/>
              <a:gd name="connsiteY8949" fmla="*/ 1953799 h 5450835"/>
              <a:gd name="connsiteX8950" fmla="*/ 6634099 w 10450132"/>
              <a:gd name="connsiteY8950" fmla="*/ 1961681 h 5450835"/>
              <a:gd name="connsiteX8951" fmla="*/ 6634099 w 10450132"/>
              <a:gd name="connsiteY8951" fmla="*/ 1962535 h 5450835"/>
              <a:gd name="connsiteX8952" fmla="*/ 6629566 w 10450132"/>
              <a:gd name="connsiteY8952" fmla="*/ 1970417 h 5450835"/>
              <a:gd name="connsiteX8953" fmla="*/ 6628778 w 10450132"/>
              <a:gd name="connsiteY8953" fmla="*/ 1970877 h 5450835"/>
              <a:gd name="connsiteX8954" fmla="*/ 6619714 w 10450132"/>
              <a:gd name="connsiteY8954" fmla="*/ 1970877 h 5450835"/>
              <a:gd name="connsiteX8955" fmla="*/ 6618926 w 10450132"/>
              <a:gd name="connsiteY8955" fmla="*/ 1970417 h 5450835"/>
              <a:gd name="connsiteX8956" fmla="*/ 6614394 w 10450132"/>
              <a:gd name="connsiteY8956" fmla="*/ 1962535 h 5450835"/>
              <a:gd name="connsiteX8957" fmla="*/ 6614394 w 10450132"/>
              <a:gd name="connsiteY8957" fmla="*/ 1961681 h 5450835"/>
              <a:gd name="connsiteX8958" fmla="*/ 6618926 w 10450132"/>
              <a:gd name="connsiteY8958" fmla="*/ 1953799 h 5450835"/>
              <a:gd name="connsiteX8959" fmla="*/ 6619714 w 10450132"/>
              <a:gd name="connsiteY8959" fmla="*/ 1953340 h 5450835"/>
              <a:gd name="connsiteX8960" fmla="*/ 6365334 w 10450132"/>
              <a:gd name="connsiteY8960" fmla="*/ 1953340 h 5450835"/>
              <a:gd name="connsiteX8961" fmla="*/ 6374397 w 10450132"/>
              <a:gd name="connsiteY8961" fmla="*/ 1953340 h 5450835"/>
              <a:gd name="connsiteX8962" fmla="*/ 6375186 w 10450132"/>
              <a:gd name="connsiteY8962" fmla="*/ 1953799 h 5450835"/>
              <a:gd name="connsiteX8963" fmla="*/ 6379718 w 10450132"/>
              <a:gd name="connsiteY8963" fmla="*/ 1961681 h 5450835"/>
              <a:gd name="connsiteX8964" fmla="*/ 6379718 w 10450132"/>
              <a:gd name="connsiteY8964" fmla="*/ 1962535 h 5450835"/>
              <a:gd name="connsiteX8965" fmla="*/ 6375186 w 10450132"/>
              <a:gd name="connsiteY8965" fmla="*/ 1970417 h 5450835"/>
              <a:gd name="connsiteX8966" fmla="*/ 6374397 w 10450132"/>
              <a:gd name="connsiteY8966" fmla="*/ 1970877 h 5450835"/>
              <a:gd name="connsiteX8967" fmla="*/ 6365334 w 10450132"/>
              <a:gd name="connsiteY8967" fmla="*/ 1970877 h 5450835"/>
              <a:gd name="connsiteX8968" fmla="*/ 6364546 w 10450132"/>
              <a:gd name="connsiteY8968" fmla="*/ 1970417 h 5450835"/>
              <a:gd name="connsiteX8969" fmla="*/ 6360014 w 10450132"/>
              <a:gd name="connsiteY8969" fmla="*/ 1962535 h 5450835"/>
              <a:gd name="connsiteX8970" fmla="*/ 6360014 w 10450132"/>
              <a:gd name="connsiteY8970" fmla="*/ 1961681 h 5450835"/>
              <a:gd name="connsiteX8971" fmla="*/ 6364546 w 10450132"/>
              <a:gd name="connsiteY8971" fmla="*/ 1953799 h 5450835"/>
              <a:gd name="connsiteX8972" fmla="*/ 6365334 w 10450132"/>
              <a:gd name="connsiteY8972" fmla="*/ 1953340 h 5450835"/>
              <a:gd name="connsiteX8973" fmla="*/ 6110888 w 10450132"/>
              <a:gd name="connsiteY8973" fmla="*/ 1953340 h 5450835"/>
              <a:gd name="connsiteX8974" fmla="*/ 6119953 w 10450132"/>
              <a:gd name="connsiteY8974" fmla="*/ 1953340 h 5450835"/>
              <a:gd name="connsiteX8975" fmla="*/ 6120740 w 10450132"/>
              <a:gd name="connsiteY8975" fmla="*/ 1953799 h 5450835"/>
              <a:gd name="connsiteX8976" fmla="*/ 6125272 w 10450132"/>
              <a:gd name="connsiteY8976" fmla="*/ 1961681 h 5450835"/>
              <a:gd name="connsiteX8977" fmla="*/ 6125272 w 10450132"/>
              <a:gd name="connsiteY8977" fmla="*/ 1962535 h 5450835"/>
              <a:gd name="connsiteX8978" fmla="*/ 6120740 w 10450132"/>
              <a:gd name="connsiteY8978" fmla="*/ 1970417 h 5450835"/>
              <a:gd name="connsiteX8979" fmla="*/ 6119953 w 10450132"/>
              <a:gd name="connsiteY8979" fmla="*/ 1970877 h 5450835"/>
              <a:gd name="connsiteX8980" fmla="*/ 6110888 w 10450132"/>
              <a:gd name="connsiteY8980" fmla="*/ 1970877 h 5450835"/>
              <a:gd name="connsiteX8981" fmla="*/ 6110101 w 10450132"/>
              <a:gd name="connsiteY8981" fmla="*/ 1970417 h 5450835"/>
              <a:gd name="connsiteX8982" fmla="*/ 6105567 w 10450132"/>
              <a:gd name="connsiteY8982" fmla="*/ 1962535 h 5450835"/>
              <a:gd name="connsiteX8983" fmla="*/ 6105567 w 10450132"/>
              <a:gd name="connsiteY8983" fmla="*/ 1961681 h 5450835"/>
              <a:gd name="connsiteX8984" fmla="*/ 6110101 w 10450132"/>
              <a:gd name="connsiteY8984" fmla="*/ 1953799 h 5450835"/>
              <a:gd name="connsiteX8985" fmla="*/ 6110888 w 10450132"/>
              <a:gd name="connsiteY8985" fmla="*/ 1953340 h 5450835"/>
              <a:gd name="connsiteX8986" fmla="*/ 5856508 w 10450132"/>
              <a:gd name="connsiteY8986" fmla="*/ 1953340 h 5450835"/>
              <a:gd name="connsiteX8987" fmla="*/ 5865571 w 10450132"/>
              <a:gd name="connsiteY8987" fmla="*/ 1953340 h 5450835"/>
              <a:gd name="connsiteX8988" fmla="*/ 5866359 w 10450132"/>
              <a:gd name="connsiteY8988" fmla="*/ 1953799 h 5450835"/>
              <a:gd name="connsiteX8989" fmla="*/ 5870891 w 10450132"/>
              <a:gd name="connsiteY8989" fmla="*/ 1961681 h 5450835"/>
              <a:gd name="connsiteX8990" fmla="*/ 5870891 w 10450132"/>
              <a:gd name="connsiteY8990" fmla="*/ 1962535 h 5450835"/>
              <a:gd name="connsiteX8991" fmla="*/ 5866359 w 10450132"/>
              <a:gd name="connsiteY8991" fmla="*/ 1970417 h 5450835"/>
              <a:gd name="connsiteX8992" fmla="*/ 5865571 w 10450132"/>
              <a:gd name="connsiteY8992" fmla="*/ 1970877 h 5450835"/>
              <a:gd name="connsiteX8993" fmla="*/ 5856508 w 10450132"/>
              <a:gd name="connsiteY8993" fmla="*/ 1970877 h 5450835"/>
              <a:gd name="connsiteX8994" fmla="*/ 5855720 w 10450132"/>
              <a:gd name="connsiteY8994" fmla="*/ 1970417 h 5450835"/>
              <a:gd name="connsiteX8995" fmla="*/ 5851187 w 10450132"/>
              <a:gd name="connsiteY8995" fmla="*/ 1962535 h 5450835"/>
              <a:gd name="connsiteX8996" fmla="*/ 5851187 w 10450132"/>
              <a:gd name="connsiteY8996" fmla="*/ 1961681 h 5450835"/>
              <a:gd name="connsiteX8997" fmla="*/ 5855720 w 10450132"/>
              <a:gd name="connsiteY8997" fmla="*/ 1953799 h 5450835"/>
              <a:gd name="connsiteX8998" fmla="*/ 5856508 w 10450132"/>
              <a:gd name="connsiteY8998" fmla="*/ 1953340 h 5450835"/>
              <a:gd name="connsiteX8999" fmla="*/ 5602126 w 10450132"/>
              <a:gd name="connsiteY8999" fmla="*/ 1953340 h 5450835"/>
              <a:gd name="connsiteX9000" fmla="*/ 5611191 w 10450132"/>
              <a:gd name="connsiteY9000" fmla="*/ 1953340 h 5450835"/>
              <a:gd name="connsiteX9001" fmla="*/ 5611979 w 10450132"/>
              <a:gd name="connsiteY9001" fmla="*/ 1953799 h 5450835"/>
              <a:gd name="connsiteX9002" fmla="*/ 5616511 w 10450132"/>
              <a:gd name="connsiteY9002" fmla="*/ 1961681 h 5450835"/>
              <a:gd name="connsiteX9003" fmla="*/ 5616511 w 10450132"/>
              <a:gd name="connsiteY9003" fmla="*/ 1962535 h 5450835"/>
              <a:gd name="connsiteX9004" fmla="*/ 5611979 w 10450132"/>
              <a:gd name="connsiteY9004" fmla="*/ 1970417 h 5450835"/>
              <a:gd name="connsiteX9005" fmla="*/ 5611191 w 10450132"/>
              <a:gd name="connsiteY9005" fmla="*/ 1970877 h 5450835"/>
              <a:gd name="connsiteX9006" fmla="*/ 5602126 w 10450132"/>
              <a:gd name="connsiteY9006" fmla="*/ 1970877 h 5450835"/>
              <a:gd name="connsiteX9007" fmla="*/ 5601338 w 10450132"/>
              <a:gd name="connsiteY9007" fmla="*/ 1970417 h 5450835"/>
              <a:gd name="connsiteX9008" fmla="*/ 5596807 w 10450132"/>
              <a:gd name="connsiteY9008" fmla="*/ 1962535 h 5450835"/>
              <a:gd name="connsiteX9009" fmla="*/ 5596807 w 10450132"/>
              <a:gd name="connsiteY9009" fmla="*/ 1961681 h 5450835"/>
              <a:gd name="connsiteX9010" fmla="*/ 5601338 w 10450132"/>
              <a:gd name="connsiteY9010" fmla="*/ 1953799 h 5450835"/>
              <a:gd name="connsiteX9011" fmla="*/ 5602126 w 10450132"/>
              <a:gd name="connsiteY9011" fmla="*/ 1953340 h 5450835"/>
              <a:gd name="connsiteX9012" fmla="*/ 5347746 w 10450132"/>
              <a:gd name="connsiteY9012" fmla="*/ 1953340 h 5450835"/>
              <a:gd name="connsiteX9013" fmla="*/ 5356810 w 10450132"/>
              <a:gd name="connsiteY9013" fmla="*/ 1953340 h 5450835"/>
              <a:gd name="connsiteX9014" fmla="*/ 5357598 w 10450132"/>
              <a:gd name="connsiteY9014" fmla="*/ 1953799 h 5450835"/>
              <a:gd name="connsiteX9015" fmla="*/ 5362130 w 10450132"/>
              <a:gd name="connsiteY9015" fmla="*/ 1961681 h 5450835"/>
              <a:gd name="connsiteX9016" fmla="*/ 5362130 w 10450132"/>
              <a:gd name="connsiteY9016" fmla="*/ 1962535 h 5450835"/>
              <a:gd name="connsiteX9017" fmla="*/ 5357598 w 10450132"/>
              <a:gd name="connsiteY9017" fmla="*/ 1970417 h 5450835"/>
              <a:gd name="connsiteX9018" fmla="*/ 5356810 w 10450132"/>
              <a:gd name="connsiteY9018" fmla="*/ 1970877 h 5450835"/>
              <a:gd name="connsiteX9019" fmla="*/ 5347746 w 10450132"/>
              <a:gd name="connsiteY9019" fmla="*/ 1970877 h 5450835"/>
              <a:gd name="connsiteX9020" fmla="*/ 5346958 w 10450132"/>
              <a:gd name="connsiteY9020" fmla="*/ 1970417 h 5450835"/>
              <a:gd name="connsiteX9021" fmla="*/ 5342425 w 10450132"/>
              <a:gd name="connsiteY9021" fmla="*/ 1962535 h 5450835"/>
              <a:gd name="connsiteX9022" fmla="*/ 5342425 w 10450132"/>
              <a:gd name="connsiteY9022" fmla="*/ 1961681 h 5450835"/>
              <a:gd name="connsiteX9023" fmla="*/ 5346958 w 10450132"/>
              <a:gd name="connsiteY9023" fmla="*/ 1953799 h 5450835"/>
              <a:gd name="connsiteX9024" fmla="*/ 5347746 w 10450132"/>
              <a:gd name="connsiteY9024" fmla="*/ 1953340 h 5450835"/>
              <a:gd name="connsiteX9025" fmla="*/ 5093300 w 10450132"/>
              <a:gd name="connsiteY9025" fmla="*/ 1953340 h 5450835"/>
              <a:gd name="connsiteX9026" fmla="*/ 5102364 w 10450132"/>
              <a:gd name="connsiteY9026" fmla="*/ 1953340 h 5450835"/>
              <a:gd name="connsiteX9027" fmla="*/ 5103153 w 10450132"/>
              <a:gd name="connsiteY9027" fmla="*/ 1953799 h 5450835"/>
              <a:gd name="connsiteX9028" fmla="*/ 5107684 w 10450132"/>
              <a:gd name="connsiteY9028" fmla="*/ 1961681 h 5450835"/>
              <a:gd name="connsiteX9029" fmla="*/ 5107684 w 10450132"/>
              <a:gd name="connsiteY9029" fmla="*/ 1962535 h 5450835"/>
              <a:gd name="connsiteX9030" fmla="*/ 5103153 w 10450132"/>
              <a:gd name="connsiteY9030" fmla="*/ 1970417 h 5450835"/>
              <a:gd name="connsiteX9031" fmla="*/ 5102364 w 10450132"/>
              <a:gd name="connsiteY9031" fmla="*/ 1970877 h 5450835"/>
              <a:gd name="connsiteX9032" fmla="*/ 5093300 w 10450132"/>
              <a:gd name="connsiteY9032" fmla="*/ 1970877 h 5450835"/>
              <a:gd name="connsiteX9033" fmla="*/ 5092512 w 10450132"/>
              <a:gd name="connsiteY9033" fmla="*/ 1970417 h 5450835"/>
              <a:gd name="connsiteX9034" fmla="*/ 5087979 w 10450132"/>
              <a:gd name="connsiteY9034" fmla="*/ 1962535 h 5450835"/>
              <a:gd name="connsiteX9035" fmla="*/ 5087979 w 10450132"/>
              <a:gd name="connsiteY9035" fmla="*/ 1961681 h 5450835"/>
              <a:gd name="connsiteX9036" fmla="*/ 5092512 w 10450132"/>
              <a:gd name="connsiteY9036" fmla="*/ 1953799 h 5450835"/>
              <a:gd name="connsiteX9037" fmla="*/ 5093300 w 10450132"/>
              <a:gd name="connsiteY9037" fmla="*/ 1953340 h 5450835"/>
              <a:gd name="connsiteX9038" fmla="*/ 4838919 w 10450132"/>
              <a:gd name="connsiteY9038" fmla="*/ 1953340 h 5450835"/>
              <a:gd name="connsiteX9039" fmla="*/ 4847982 w 10450132"/>
              <a:gd name="connsiteY9039" fmla="*/ 1953340 h 5450835"/>
              <a:gd name="connsiteX9040" fmla="*/ 4848772 w 10450132"/>
              <a:gd name="connsiteY9040" fmla="*/ 1953799 h 5450835"/>
              <a:gd name="connsiteX9041" fmla="*/ 4853303 w 10450132"/>
              <a:gd name="connsiteY9041" fmla="*/ 1961681 h 5450835"/>
              <a:gd name="connsiteX9042" fmla="*/ 4853303 w 10450132"/>
              <a:gd name="connsiteY9042" fmla="*/ 1962535 h 5450835"/>
              <a:gd name="connsiteX9043" fmla="*/ 4848772 w 10450132"/>
              <a:gd name="connsiteY9043" fmla="*/ 1970417 h 5450835"/>
              <a:gd name="connsiteX9044" fmla="*/ 4847982 w 10450132"/>
              <a:gd name="connsiteY9044" fmla="*/ 1970877 h 5450835"/>
              <a:gd name="connsiteX9045" fmla="*/ 4838919 w 10450132"/>
              <a:gd name="connsiteY9045" fmla="*/ 1970877 h 5450835"/>
              <a:gd name="connsiteX9046" fmla="*/ 4838132 w 10450132"/>
              <a:gd name="connsiteY9046" fmla="*/ 1970417 h 5450835"/>
              <a:gd name="connsiteX9047" fmla="*/ 4833598 w 10450132"/>
              <a:gd name="connsiteY9047" fmla="*/ 1962535 h 5450835"/>
              <a:gd name="connsiteX9048" fmla="*/ 4833598 w 10450132"/>
              <a:gd name="connsiteY9048" fmla="*/ 1961681 h 5450835"/>
              <a:gd name="connsiteX9049" fmla="*/ 4838132 w 10450132"/>
              <a:gd name="connsiteY9049" fmla="*/ 1953799 h 5450835"/>
              <a:gd name="connsiteX9050" fmla="*/ 4838919 w 10450132"/>
              <a:gd name="connsiteY9050" fmla="*/ 1953340 h 5450835"/>
              <a:gd name="connsiteX9051" fmla="*/ 4584538 w 10450132"/>
              <a:gd name="connsiteY9051" fmla="*/ 1953340 h 5450835"/>
              <a:gd name="connsiteX9052" fmla="*/ 4593603 w 10450132"/>
              <a:gd name="connsiteY9052" fmla="*/ 1953340 h 5450835"/>
              <a:gd name="connsiteX9053" fmla="*/ 4594390 w 10450132"/>
              <a:gd name="connsiteY9053" fmla="*/ 1953799 h 5450835"/>
              <a:gd name="connsiteX9054" fmla="*/ 4598922 w 10450132"/>
              <a:gd name="connsiteY9054" fmla="*/ 1961681 h 5450835"/>
              <a:gd name="connsiteX9055" fmla="*/ 4598922 w 10450132"/>
              <a:gd name="connsiteY9055" fmla="*/ 1962535 h 5450835"/>
              <a:gd name="connsiteX9056" fmla="*/ 4594390 w 10450132"/>
              <a:gd name="connsiteY9056" fmla="*/ 1970417 h 5450835"/>
              <a:gd name="connsiteX9057" fmla="*/ 4593603 w 10450132"/>
              <a:gd name="connsiteY9057" fmla="*/ 1970877 h 5450835"/>
              <a:gd name="connsiteX9058" fmla="*/ 4584538 w 10450132"/>
              <a:gd name="connsiteY9058" fmla="*/ 1970877 h 5450835"/>
              <a:gd name="connsiteX9059" fmla="*/ 4583749 w 10450132"/>
              <a:gd name="connsiteY9059" fmla="*/ 1970417 h 5450835"/>
              <a:gd name="connsiteX9060" fmla="*/ 4579218 w 10450132"/>
              <a:gd name="connsiteY9060" fmla="*/ 1962535 h 5450835"/>
              <a:gd name="connsiteX9061" fmla="*/ 4579218 w 10450132"/>
              <a:gd name="connsiteY9061" fmla="*/ 1961681 h 5450835"/>
              <a:gd name="connsiteX9062" fmla="*/ 4583749 w 10450132"/>
              <a:gd name="connsiteY9062" fmla="*/ 1953799 h 5450835"/>
              <a:gd name="connsiteX9063" fmla="*/ 4584538 w 10450132"/>
              <a:gd name="connsiteY9063" fmla="*/ 1953340 h 5450835"/>
              <a:gd name="connsiteX9064" fmla="*/ 4330157 w 10450132"/>
              <a:gd name="connsiteY9064" fmla="*/ 1953340 h 5450835"/>
              <a:gd name="connsiteX9065" fmla="*/ 4339222 w 10450132"/>
              <a:gd name="connsiteY9065" fmla="*/ 1953340 h 5450835"/>
              <a:gd name="connsiteX9066" fmla="*/ 4340010 w 10450132"/>
              <a:gd name="connsiteY9066" fmla="*/ 1953799 h 5450835"/>
              <a:gd name="connsiteX9067" fmla="*/ 4344540 w 10450132"/>
              <a:gd name="connsiteY9067" fmla="*/ 1961681 h 5450835"/>
              <a:gd name="connsiteX9068" fmla="*/ 4344540 w 10450132"/>
              <a:gd name="connsiteY9068" fmla="*/ 1962535 h 5450835"/>
              <a:gd name="connsiteX9069" fmla="*/ 4340010 w 10450132"/>
              <a:gd name="connsiteY9069" fmla="*/ 1970417 h 5450835"/>
              <a:gd name="connsiteX9070" fmla="*/ 4339222 w 10450132"/>
              <a:gd name="connsiteY9070" fmla="*/ 1970877 h 5450835"/>
              <a:gd name="connsiteX9071" fmla="*/ 4330157 w 10450132"/>
              <a:gd name="connsiteY9071" fmla="*/ 1970877 h 5450835"/>
              <a:gd name="connsiteX9072" fmla="*/ 4329369 w 10450132"/>
              <a:gd name="connsiteY9072" fmla="*/ 1970417 h 5450835"/>
              <a:gd name="connsiteX9073" fmla="*/ 4324836 w 10450132"/>
              <a:gd name="connsiteY9073" fmla="*/ 1962535 h 5450835"/>
              <a:gd name="connsiteX9074" fmla="*/ 4324836 w 10450132"/>
              <a:gd name="connsiteY9074" fmla="*/ 1961681 h 5450835"/>
              <a:gd name="connsiteX9075" fmla="*/ 4329369 w 10450132"/>
              <a:gd name="connsiteY9075" fmla="*/ 1953799 h 5450835"/>
              <a:gd name="connsiteX9076" fmla="*/ 4330157 w 10450132"/>
              <a:gd name="connsiteY9076" fmla="*/ 1953340 h 5450835"/>
              <a:gd name="connsiteX9077" fmla="*/ 4075985 w 10450132"/>
              <a:gd name="connsiteY9077" fmla="*/ 1953340 h 5450835"/>
              <a:gd name="connsiteX9078" fmla="*/ 4085050 w 10450132"/>
              <a:gd name="connsiteY9078" fmla="*/ 1953340 h 5450835"/>
              <a:gd name="connsiteX9079" fmla="*/ 4085839 w 10450132"/>
              <a:gd name="connsiteY9079" fmla="*/ 1953799 h 5450835"/>
              <a:gd name="connsiteX9080" fmla="*/ 4090370 w 10450132"/>
              <a:gd name="connsiteY9080" fmla="*/ 1961681 h 5450835"/>
              <a:gd name="connsiteX9081" fmla="*/ 4090370 w 10450132"/>
              <a:gd name="connsiteY9081" fmla="*/ 1962535 h 5450835"/>
              <a:gd name="connsiteX9082" fmla="*/ 4085839 w 10450132"/>
              <a:gd name="connsiteY9082" fmla="*/ 1970417 h 5450835"/>
              <a:gd name="connsiteX9083" fmla="*/ 4085050 w 10450132"/>
              <a:gd name="connsiteY9083" fmla="*/ 1970877 h 5450835"/>
              <a:gd name="connsiteX9084" fmla="*/ 4075985 w 10450132"/>
              <a:gd name="connsiteY9084" fmla="*/ 1970877 h 5450835"/>
              <a:gd name="connsiteX9085" fmla="*/ 4075197 w 10450132"/>
              <a:gd name="connsiteY9085" fmla="*/ 1970417 h 5450835"/>
              <a:gd name="connsiteX9086" fmla="*/ 4070667 w 10450132"/>
              <a:gd name="connsiteY9086" fmla="*/ 1962535 h 5450835"/>
              <a:gd name="connsiteX9087" fmla="*/ 4070667 w 10450132"/>
              <a:gd name="connsiteY9087" fmla="*/ 1961681 h 5450835"/>
              <a:gd name="connsiteX9088" fmla="*/ 4075197 w 10450132"/>
              <a:gd name="connsiteY9088" fmla="*/ 1953799 h 5450835"/>
              <a:gd name="connsiteX9089" fmla="*/ 4075985 w 10450132"/>
              <a:gd name="connsiteY9089" fmla="*/ 1953340 h 5450835"/>
              <a:gd name="connsiteX9090" fmla="*/ 3821334 w 10450132"/>
              <a:gd name="connsiteY9090" fmla="*/ 1953340 h 5450835"/>
              <a:gd name="connsiteX9091" fmla="*/ 3830399 w 10450132"/>
              <a:gd name="connsiteY9091" fmla="*/ 1953340 h 5450835"/>
              <a:gd name="connsiteX9092" fmla="*/ 3831189 w 10450132"/>
              <a:gd name="connsiteY9092" fmla="*/ 1953799 h 5450835"/>
              <a:gd name="connsiteX9093" fmla="*/ 3835720 w 10450132"/>
              <a:gd name="connsiteY9093" fmla="*/ 1961681 h 5450835"/>
              <a:gd name="connsiteX9094" fmla="*/ 3835720 w 10450132"/>
              <a:gd name="connsiteY9094" fmla="*/ 1962535 h 5450835"/>
              <a:gd name="connsiteX9095" fmla="*/ 3831189 w 10450132"/>
              <a:gd name="connsiteY9095" fmla="*/ 1970417 h 5450835"/>
              <a:gd name="connsiteX9096" fmla="*/ 3830399 w 10450132"/>
              <a:gd name="connsiteY9096" fmla="*/ 1970877 h 5450835"/>
              <a:gd name="connsiteX9097" fmla="*/ 3821334 w 10450132"/>
              <a:gd name="connsiteY9097" fmla="*/ 1970877 h 5450835"/>
              <a:gd name="connsiteX9098" fmla="*/ 3820547 w 10450132"/>
              <a:gd name="connsiteY9098" fmla="*/ 1970417 h 5450835"/>
              <a:gd name="connsiteX9099" fmla="*/ 3816014 w 10450132"/>
              <a:gd name="connsiteY9099" fmla="*/ 1962535 h 5450835"/>
              <a:gd name="connsiteX9100" fmla="*/ 3816014 w 10450132"/>
              <a:gd name="connsiteY9100" fmla="*/ 1961681 h 5450835"/>
              <a:gd name="connsiteX9101" fmla="*/ 3820547 w 10450132"/>
              <a:gd name="connsiteY9101" fmla="*/ 1953799 h 5450835"/>
              <a:gd name="connsiteX9102" fmla="*/ 3821334 w 10450132"/>
              <a:gd name="connsiteY9102" fmla="*/ 1953340 h 5450835"/>
              <a:gd name="connsiteX9103" fmla="*/ 3567051 w 10450132"/>
              <a:gd name="connsiteY9103" fmla="*/ 1953340 h 5450835"/>
              <a:gd name="connsiteX9104" fmla="*/ 3576117 w 10450132"/>
              <a:gd name="connsiteY9104" fmla="*/ 1953340 h 5450835"/>
              <a:gd name="connsiteX9105" fmla="*/ 3576905 w 10450132"/>
              <a:gd name="connsiteY9105" fmla="*/ 1953799 h 5450835"/>
              <a:gd name="connsiteX9106" fmla="*/ 3581437 w 10450132"/>
              <a:gd name="connsiteY9106" fmla="*/ 1961681 h 5450835"/>
              <a:gd name="connsiteX9107" fmla="*/ 3581437 w 10450132"/>
              <a:gd name="connsiteY9107" fmla="*/ 1962535 h 5450835"/>
              <a:gd name="connsiteX9108" fmla="*/ 3576905 w 10450132"/>
              <a:gd name="connsiteY9108" fmla="*/ 1970417 h 5450835"/>
              <a:gd name="connsiteX9109" fmla="*/ 3576117 w 10450132"/>
              <a:gd name="connsiteY9109" fmla="*/ 1970877 h 5450835"/>
              <a:gd name="connsiteX9110" fmla="*/ 3567051 w 10450132"/>
              <a:gd name="connsiteY9110" fmla="*/ 1970877 h 5450835"/>
              <a:gd name="connsiteX9111" fmla="*/ 3566264 w 10450132"/>
              <a:gd name="connsiteY9111" fmla="*/ 1970417 h 5450835"/>
              <a:gd name="connsiteX9112" fmla="*/ 3561730 w 10450132"/>
              <a:gd name="connsiteY9112" fmla="*/ 1962535 h 5450835"/>
              <a:gd name="connsiteX9113" fmla="*/ 3561730 w 10450132"/>
              <a:gd name="connsiteY9113" fmla="*/ 1961681 h 5450835"/>
              <a:gd name="connsiteX9114" fmla="*/ 3566264 w 10450132"/>
              <a:gd name="connsiteY9114" fmla="*/ 1953799 h 5450835"/>
              <a:gd name="connsiteX9115" fmla="*/ 3567051 w 10450132"/>
              <a:gd name="connsiteY9115" fmla="*/ 1953340 h 5450835"/>
              <a:gd name="connsiteX9116" fmla="*/ 3312675 w 10450132"/>
              <a:gd name="connsiteY9116" fmla="*/ 1953340 h 5450835"/>
              <a:gd name="connsiteX9117" fmla="*/ 3321739 w 10450132"/>
              <a:gd name="connsiteY9117" fmla="*/ 1953340 h 5450835"/>
              <a:gd name="connsiteX9118" fmla="*/ 3322527 w 10450132"/>
              <a:gd name="connsiteY9118" fmla="*/ 1953799 h 5450835"/>
              <a:gd name="connsiteX9119" fmla="*/ 3327058 w 10450132"/>
              <a:gd name="connsiteY9119" fmla="*/ 1961681 h 5450835"/>
              <a:gd name="connsiteX9120" fmla="*/ 3327058 w 10450132"/>
              <a:gd name="connsiteY9120" fmla="*/ 1962535 h 5450835"/>
              <a:gd name="connsiteX9121" fmla="*/ 3322527 w 10450132"/>
              <a:gd name="connsiteY9121" fmla="*/ 1970417 h 5450835"/>
              <a:gd name="connsiteX9122" fmla="*/ 3321739 w 10450132"/>
              <a:gd name="connsiteY9122" fmla="*/ 1970877 h 5450835"/>
              <a:gd name="connsiteX9123" fmla="*/ 3312675 w 10450132"/>
              <a:gd name="connsiteY9123" fmla="*/ 1970877 h 5450835"/>
              <a:gd name="connsiteX9124" fmla="*/ 3311887 w 10450132"/>
              <a:gd name="connsiteY9124" fmla="*/ 1970417 h 5450835"/>
              <a:gd name="connsiteX9125" fmla="*/ 3307354 w 10450132"/>
              <a:gd name="connsiteY9125" fmla="*/ 1962535 h 5450835"/>
              <a:gd name="connsiteX9126" fmla="*/ 3307354 w 10450132"/>
              <a:gd name="connsiteY9126" fmla="*/ 1961681 h 5450835"/>
              <a:gd name="connsiteX9127" fmla="*/ 3311887 w 10450132"/>
              <a:gd name="connsiteY9127" fmla="*/ 1953799 h 5450835"/>
              <a:gd name="connsiteX9128" fmla="*/ 3312675 w 10450132"/>
              <a:gd name="connsiteY9128" fmla="*/ 1953340 h 5450835"/>
              <a:gd name="connsiteX9129" fmla="*/ 3058409 w 10450132"/>
              <a:gd name="connsiteY9129" fmla="*/ 1953340 h 5450835"/>
              <a:gd name="connsiteX9130" fmla="*/ 3067475 w 10450132"/>
              <a:gd name="connsiteY9130" fmla="*/ 1953340 h 5450835"/>
              <a:gd name="connsiteX9131" fmla="*/ 3068263 w 10450132"/>
              <a:gd name="connsiteY9131" fmla="*/ 1953799 h 5450835"/>
              <a:gd name="connsiteX9132" fmla="*/ 3072795 w 10450132"/>
              <a:gd name="connsiteY9132" fmla="*/ 1961681 h 5450835"/>
              <a:gd name="connsiteX9133" fmla="*/ 3072795 w 10450132"/>
              <a:gd name="connsiteY9133" fmla="*/ 1962535 h 5450835"/>
              <a:gd name="connsiteX9134" fmla="*/ 3068263 w 10450132"/>
              <a:gd name="connsiteY9134" fmla="*/ 1970417 h 5450835"/>
              <a:gd name="connsiteX9135" fmla="*/ 3067475 w 10450132"/>
              <a:gd name="connsiteY9135" fmla="*/ 1970877 h 5450835"/>
              <a:gd name="connsiteX9136" fmla="*/ 3058409 w 10450132"/>
              <a:gd name="connsiteY9136" fmla="*/ 1970877 h 5450835"/>
              <a:gd name="connsiteX9137" fmla="*/ 3057623 w 10450132"/>
              <a:gd name="connsiteY9137" fmla="*/ 1970417 h 5450835"/>
              <a:gd name="connsiteX9138" fmla="*/ 3053089 w 10450132"/>
              <a:gd name="connsiteY9138" fmla="*/ 1962535 h 5450835"/>
              <a:gd name="connsiteX9139" fmla="*/ 3053089 w 10450132"/>
              <a:gd name="connsiteY9139" fmla="*/ 1961681 h 5450835"/>
              <a:gd name="connsiteX9140" fmla="*/ 3057623 w 10450132"/>
              <a:gd name="connsiteY9140" fmla="*/ 1953799 h 5450835"/>
              <a:gd name="connsiteX9141" fmla="*/ 3058409 w 10450132"/>
              <a:gd name="connsiteY9141" fmla="*/ 1953340 h 5450835"/>
              <a:gd name="connsiteX9142" fmla="*/ 2803911 w 10450132"/>
              <a:gd name="connsiteY9142" fmla="*/ 1953340 h 5450835"/>
              <a:gd name="connsiteX9143" fmla="*/ 2812976 w 10450132"/>
              <a:gd name="connsiteY9143" fmla="*/ 1953340 h 5450835"/>
              <a:gd name="connsiteX9144" fmla="*/ 2813764 w 10450132"/>
              <a:gd name="connsiteY9144" fmla="*/ 1953799 h 5450835"/>
              <a:gd name="connsiteX9145" fmla="*/ 2818296 w 10450132"/>
              <a:gd name="connsiteY9145" fmla="*/ 1961681 h 5450835"/>
              <a:gd name="connsiteX9146" fmla="*/ 2818296 w 10450132"/>
              <a:gd name="connsiteY9146" fmla="*/ 1962535 h 5450835"/>
              <a:gd name="connsiteX9147" fmla="*/ 2813764 w 10450132"/>
              <a:gd name="connsiteY9147" fmla="*/ 1970417 h 5450835"/>
              <a:gd name="connsiteX9148" fmla="*/ 2812976 w 10450132"/>
              <a:gd name="connsiteY9148" fmla="*/ 1970877 h 5450835"/>
              <a:gd name="connsiteX9149" fmla="*/ 2803911 w 10450132"/>
              <a:gd name="connsiteY9149" fmla="*/ 1970877 h 5450835"/>
              <a:gd name="connsiteX9150" fmla="*/ 2803123 w 10450132"/>
              <a:gd name="connsiteY9150" fmla="*/ 1970417 h 5450835"/>
              <a:gd name="connsiteX9151" fmla="*/ 2798591 w 10450132"/>
              <a:gd name="connsiteY9151" fmla="*/ 1962535 h 5450835"/>
              <a:gd name="connsiteX9152" fmla="*/ 2798591 w 10450132"/>
              <a:gd name="connsiteY9152" fmla="*/ 1961681 h 5450835"/>
              <a:gd name="connsiteX9153" fmla="*/ 2803123 w 10450132"/>
              <a:gd name="connsiteY9153" fmla="*/ 1953799 h 5450835"/>
              <a:gd name="connsiteX9154" fmla="*/ 2803911 w 10450132"/>
              <a:gd name="connsiteY9154" fmla="*/ 1953340 h 5450835"/>
              <a:gd name="connsiteX9155" fmla="*/ 2549390 w 10450132"/>
              <a:gd name="connsiteY9155" fmla="*/ 1953340 h 5450835"/>
              <a:gd name="connsiteX9156" fmla="*/ 2558454 w 10450132"/>
              <a:gd name="connsiteY9156" fmla="*/ 1953340 h 5450835"/>
              <a:gd name="connsiteX9157" fmla="*/ 2559242 w 10450132"/>
              <a:gd name="connsiteY9157" fmla="*/ 1953799 h 5450835"/>
              <a:gd name="connsiteX9158" fmla="*/ 2563775 w 10450132"/>
              <a:gd name="connsiteY9158" fmla="*/ 1961681 h 5450835"/>
              <a:gd name="connsiteX9159" fmla="*/ 2563775 w 10450132"/>
              <a:gd name="connsiteY9159" fmla="*/ 1962535 h 5450835"/>
              <a:gd name="connsiteX9160" fmla="*/ 2559242 w 10450132"/>
              <a:gd name="connsiteY9160" fmla="*/ 1970417 h 5450835"/>
              <a:gd name="connsiteX9161" fmla="*/ 2558454 w 10450132"/>
              <a:gd name="connsiteY9161" fmla="*/ 1970877 h 5450835"/>
              <a:gd name="connsiteX9162" fmla="*/ 2549390 w 10450132"/>
              <a:gd name="connsiteY9162" fmla="*/ 1970877 h 5450835"/>
              <a:gd name="connsiteX9163" fmla="*/ 2548601 w 10450132"/>
              <a:gd name="connsiteY9163" fmla="*/ 1970417 h 5450835"/>
              <a:gd name="connsiteX9164" fmla="*/ 2544070 w 10450132"/>
              <a:gd name="connsiteY9164" fmla="*/ 1962535 h 5450835"/>
              <a:gd name="connsiteX9165" fmla="*/ 2544070 w 10450132"/>
              <a:gd name="connsiteY9165" fmla="*/ 1961681 h 5450835"/>
              <a:gd name="connsiteX9166" fmla="*/ 2548601 w 10450132"/>
              <a:gd name="connsiteY9166" fmla="*/ 1953799 h 5450835"/>
              <a:gd name="connsiteX9167" fmla="*/ 2549390 w 10450132"/>
              <a:gd name="connsiteY9167" fmla="*/ 1953340 h 5450835"/>
              <a:gd name="connsiteX9168" fmla="*/ 2295060 w 10450132"/>
              <a:gd name="connsiteY9168" fmla="*/ 1953340 h 5450835"/>
              <a:gd name="connsiteX9169" fmla="*/ 2304125 w 10450132"/>
              <a:gd name="connsiteY9169" fmla="*/ 1953340 h 5450835"/>
              <a:gd name="connsiteX9170" fmla="*/ 2304914 w 10450132"/>
              <a:gd name="connsiteY9170" fmla="*/ 1953799 h 5450835"/>
              <a:gd name="connsiteX9171" fmla="*/ 2309446 w 10450132"/>
              <a:gd name="connsiteY9171" fmla="*/ 1961681 h 5450835"/>
              <a:gd name="connsiteX9172" fmla="*/ 2309446 w 10450132"/>
              <a:gd name="connsiteY9172" fmla="*/ 1962535 h 5450835"/>
              <a:gd name="connsiteX9173" fmla="*/ 2304914 w 10450132"/>
              <a:gd name="connsiteY9173" fmla="*/ 1970417 h 5450835"/>
              <a:gd name="connsiteX9174" fmla="*/ 2304125 w 10450132"/>
              <a:gd name="connsiteY9174" fmla="*/ 1970877 h 5450835"/>
              <a:gd name="connsiteX9175" fmla="*/ 2295060 w 10450132"/>
              <a:gd name="connsiteY9175" fmla="*/ 1970877 h 5450835"/>
              <a:gd name="connsiteX9176" fmla="*/ 2294273 w 10450132"/>
              <a:gd name="connsiteY9176" fmla="*/ 1970417 h 5450835"/>
              <a:gd name="connsiteX9177" fmla="*/ 2289740 w 10450132"/>
              <a:gd name="connsiteY9177" fmla="*/ 1962535 h 5450835"/>
              <a:gd name="connsiteX9178" fmla="*/ 2289740 w 10450132"/>
              <a:gd name="connsiteY9178" fmla="*/ 1961681 h 5450835"/>
              <a:gd name="connsiteX9179" fmla="*/ 2294273 w 10450132"/>
              <a:gd name="connsiteY9179" fmla="*/ 1953799 h 5450835"/>
              <a:gd name="connsiteX9180" fmla="*/ 2295060 w 10450132"/>
              <a:gd name="connsiteY9180" fmla="*/ 1953340 h 5450835"/>
              <a:gd name="connsiteX9181" fmla="*/ 2040665 w 10450132"/>
              <a:gd name="connsiteY9181" fmla="*/ 1953340 h 5450835"/>
              <a:gd name="connsiteX9182" fmla="*/ 2049730 w 10450132"/>
              <a:gd name="connsiteY9182" fmla="*/ 1953340 h 5450835"/>
              <a:gd name="connsiteX9183" fmla="*/ 2050518 w 10450132"/>
              <a:gd name="connsiteY9183" fmla="*/ 1953799 h 5450835"/>
              <a:gd name="connsiteX9184" fmla="*/ 2055050 w 10450132"/>
              <a:gd name="connsiteY9184" fmla="*/ 1961681 h 5450835"/>
              <a:gd name="connsiteX9185" fmla="*/ 2055050 w 10450132"/>
              <a:gd name="connsiteY9185" fmla="*/ 1962535 h 5450835"/>
              <a:gd name="connsiteX9186" fmla="*/ 2050518 w 10450132"/>
              <a:gd name="connsiteY9186" fmla="*/ 1970417 h 5450835"/>
              <a:gd name="connsiteX9187" fmla="*/ 2049730 w 10450132"/>
              <a:gd name="connsiteY9187" fmla="*/ 1970877 h 5450835"/>
              <a:gd name="connsiteX9188" fmla="*/ 2040665 w 10450132"/>
              <a:gd name="connsiteY9188" fmla="*/ 1970877 h 5450835"/>
              <a:gd name="connsiteX9189" fmla="*/ 2039877 w 10450132"/>
              <a:gd name="connsiteY9189" fmla="*/ 1970417 h 5450835"/>
              <a:gd name="connsiteX9190" fmla="*/ 2035344 w 10450132"/>
              <a:gd name="connsiteY9190" fmla="*/ 1962535 h 5450835"/>
              <a:gd name="connsiteX9191" fmla="*/ 2035344 w 10450132"/>
              <a:gd name="connsiteY9191" fmla="*/ 1961681 h 5450835"/>
              <a:gd name="connsiteX9192" fmla="*/ 2039877 w 10450132"/>
              <a:gd name="connsiteY9192" fmla="*/ 1953799 h 5450835"/>
              <a:gd name="connsiteX9193" fmla="*/ 2040665 w 10450132"/>
              <a:gd name="connsiteY9193" fmla="*/ 1953340 h 5450835"/>
              <a:gd name="connsiteX9194" fmla="*/ 1786216 w 10450132"/>
              <a:gd name="connsiteY9194" fmla="*/ 1953340 h 5450835"/>
              <a:gd name="connsiteX9195" fmla="*/ 1795280 w 10450132"/>
              <a:gd name="connsiteY9195" fmla="*/ 1953340 h 5450835"/>
              <a:gd name="connsiteX9196" fmla="*/ 1796067 w 10450132"/>
              <a:gd name="connsiteY9196" fmla="*/ 1953799 h 5450835"/>
              <a:gd name="connsiteX9197" fmla="*/ 1800599 w 10450132"/>
              <a:gd name="connsiteY9197" fmla="*/ 1961681 h 5450835"/>
              <a:gd name="connsiteX9198" fmla="*/ 1800599 w 10450132"/>
              <a:gd name="connsiteY9198" fmla="*/ 1962535 h 5450835"/>
              <a:gd name="connsiteX9199" fmla="*/ 1796067 w 10450132"/>
              <a:gd name="connsiteY9199" fmla="*/ 1970417 h 5450835"/>
              <a:gd name="connsiteX9200" fmla="*/ 1795280 w 10450132"/>
              <a:gd name="connsiteY9200" fmla="*/ 1970877 h 5450835"/>
              <a:gd name="connsiteX9201" fmla="*/ 1786216 w 10450132"/>
              <a:gd name="connsiteY9201" fmla="*/ 1970877 h 5450835"/>
              <a:gd name="connsiteX9202" fmla="*/ 1785426 w 10450132"/>
              <a:gd name="connsiteY9202" fmla="*/ 1970417 h 5450835"/>
              <a:gd name="connsiteX9203" fmla="*/ 1780895 w 10450132"/>
              <a:gd name="connsiteY9203" fmla="*/ 1962535 h 5450835"/>
              <a:gd name="connsiteX9204" fmla="*/ 1780895 w 10450132"/>
              <a:gd name="connsiteY9204" fmla="*/ 1961681 h 5450835"/>
              <a:gd name="connsiteX9205" fmla="*/ 1785426 w 10450132"/>
              <a:gd name="connsiteY9205" fmla="*/ 1953799 h 5450835"/>
              <a:gd name="connsiteX9206" fmla="*/ 1786216 w 10450132"/>
              <a:gd name="connsiteY9206" fmla="*/ 1953340 h 5450835"/>
              <a:gd name="connsiteX9207" fmla="*/ 1531980 w 10450132"/>
              <a:gd name="connsiteY9207" fmla="*/ 1953340 h 5450835"/>
              <a:gd name="connsiteX9208" fmla="*/ 1541042 w 10450132"/>
              <a:gd name="connsiteY9208" fmla="*/ 1953340 h 5450835"/>
              <a:gd name="connsiteX9209" fmla="*/ 1541831 w 10450132"/>
              <a:gd name="connsiteY9209" fmla="*/ 1953799 h 5450835"/>
              <a:gd name="connsiteX9210" fmla="*/ 1546363 w 10450132"/>
              <a:gd name="connsiteY9210" fmla="*/ 1961681 h 5450835"/>
              <a:gd name="connsiteX9211" fmla="*/ 1546363 w 10450132"/>
              <a:gd name="connsiteY9211" fmla="*/ 1962535 h 5450835"/>
              <a:gd name="connsiteX9212" fmla="*/ 1541831 w 10450132"/>
              <a:gd name="connsiteY9212" fmla="*/ 1970417 h 5450835"/>
              <a:gd name="connsiteX9213" fmla="*/ 1541042 w 10450132"/>
              <a:gd name="connsiteY9213" fmla="*/ 1970877 h 5450835"/>
              <a:gd name="connsiteX9214" fmla="*/ 1531980 w 10450132"/>
              <a:gd name="connsiteY9214" fmla="*/ 1970877 h 5450835"/>
              <a:gd name="connsiteX9215" fmla="*/ 1531191 w 10450132"/>
              <a:gd name="connsiteY9215" fmla="*/ 1970417 h 5450835"/>
              <a:gd name="connsiteX9216" fmla="*/ 1526658 w 10450132"/>
              <a:gd name="connsiteY9216" fmla="*/ 1962535 h 5450835"/>
              <a:gd name="connsiteX9217" fmla="*/ 1526658 w 10450132"/>
              <a:gd name="connsiteY9217" fmla="*/ 1961681 h 5450835"/>
              <a:gd name="connsiteX9218" fmla="*/ 1531191 w 10450132"/>
              <a:gd name="connsiteY9218" fmla="*/ 1953799 h 5450835"/>
              <a:gd name="connsiteX9219" fmla="*/ 1531980 w 10450132"/>
              <a:gd name="connsiteY9219" fmla="*/ 1953340 h 5450835"/>
              <a:gd name="connsiteX9220" fmla="*/ 1277458 w 10450132"/>
              <a:gd name="connsiteY9220" fmla="*/ 1953340 h 5450835"/>
              <a:gd name="connsiteX9221" fmla="*/ 1286522 w 10450132"/>
              <a:gd name="connsiteY9221" fmla="*/ 1953340 h 5450835"/>
              <a:gd name="connsiteX9222" fmla="*/ 1287310 w 10450132"/>
              <a:gd name="connsiteY9222" fmla="*/ 1953799 h 5450835"/>
              <a:gd name="connsiteX9223" fmla="*/ 1291842 w 10450132"/>
              <a:gd name="connsiteY9223" fmla="*/ 1961681 h 5450835"/>
              <a:gd name="connsiteX9224" fmla="*/ 1291842 w 10450132"/>
              <a:gd name="connsiteY9224" fmla="*/ 1962535 h 5450835"/>
              <a:gd name="connsiteX9225" fmla="*/ 1287310 w 10450132"/>
              <a:gd name="connsiteY9225" fmla="*/ 1970417 h 5450835"/>
              <a:gd name="connsiteX9226" fmla="*/ 1286522 w 10450132"/>
              <a:gd name="connsiteY9226" fmla="*/ 1970877 h 5450835"/>
              <a:gd name="connsiteX9227" fmla="*/ 1277458 w 10450132"/>
              <a:gd name="connsiteY9227" fmla="*/ 1970877 h 5450835"/>
              <a:gd name="connsiteX9228" fmla="*/ 1276668 w 10450132"/>
              <a:gd name="connsiteY9228" fmla="*/ 1970417 h 5450835"/>
              <a:gd name="connsiteX9229" fmla="*/ 1272138 w 10450132"/>
              <a:gd name="connsiteY9229" fmla="*/ 1962535 h 5450835"/>
              <a:gd name="connsiteX9230" fmla="*/ 1272138 w 10450132"/>
              <a:gd name="connsiteY9230" fmla="*/ 1961681 h 5450835"/>
              <a:gd name="connsiteX9231" fmla="*/ 1276668 w 10450132"/>
              <a:gd name="connsiteY9231" fmla="*/ 1953799 h 5450835"/>
              <a:gd name="connsiteX9232" fmla="*/ 1277458 w 10450132"/>
              <a:gd name="connsiteY9232" fmla="*/ 1953340 h 5450835"/>
              <a:gd name="connsiteX9233" fmla="*/ 1023028 w 10450132"/>
              <a:gd name="connsiteY9233" fmla="*/ 1953340 h 5450835"/>
              <a:gd name="connsiteX9234" fmla="*/ 1032091 w 10450132"/>
              <a:gd name="connsiteY9234" fmla="*/ 1953340 h 5450835"/>
              <a:gd name="connsiteX9235" fmla="*/ 1032879 w 10450132"/>
              <a:gd name="connsiteY9235" fmla="*/ 1953799 h 5450835"/>
              <a:gd name="connsiteX9236" fmla="*/ 1037411 w 10450132"/>
              <a:gd name="connsiteY9236" fmla="*/ 1961681 h 5450835"/>
              <a:gd name="connsiteX9237" fmla="*/ 1037411 w 10450132"/>
              <a:gd name="connsiteY9237" fmla="*/ 1962535 h 5450835"/>
              <a:gd name="connsiteX9238" fmla="*/ 1032879 w 10450132"/>
              <a:gd name="connsiteY9238" fmla="*/ 1970417 h 5450835"/>
              <a:gd name="connsiteX9239" fmla="*/ 1032091 w 10450132"/>
              <a:gd name="connsiteY9239" fmla="*/ 1970877 h 5450835"/>
              <a:gd name="connsiteX9240" fmla="*/ 1023028 w 10450132"/>
              <a:gd name="connsiteY9240" fmla="*/ 1970877 h 5450835"/>
              <a:gd name="connsiteX9241" fmla="*/ 1022239 w 10450132"/>
              <a:gd name="connsiteY9241" fmla="*/ 1970417 h 5450835"/>
              <a:gd name="connsiteX9242" fmla="*/ 1017707 w 10450132"/>
              <a:gd name="connsiteY9242" fmla="*/ 1962535 h 5450835"/>
              <a:gd name="connsiteX9243" fmla="*/ 1017707 w 10450132"/>
              <a:gd name="connsiteY9243" fmla="*/ 1961681 h 5450835"/>
              <a:gd name="connsiteX9244" fmla="*/ 1022239 w 10450132"/>
              <a:gd name="connsiteY9244" fmla="*/ 1953799 h 5450835"/>
              <a:gd name="connsiteX9245" fmla="*/ 1023028 w 10450132"/>
              <a:gd name="connsiteY9245" fmla="*/ 1953340 h 5450835"/>
              <a:gd name="connsiteX9246" fmla="*/ 768711 w 10450132"/>
              <a:gd name="connsiteY9246" fmla="*/ 1953340 h 5450835"/>
              <a:gd name="connsiteX9247" fmla="*/ 777774 w 10450132"/>
              <a:gd name="connsiteY9247" fmla="*/ 1953340 h 5450835"/>
              <a:gd name="connsiteX9248" fmla="*/ 778562 w 10450132"/>
              <a:gd name="connsiteY9248" fmla="*/ 1953799 h 5450835"/>
              <a:gd name="connsiteX9249" fmla="*/ 783093 w 10450132"/>
              <a:gd name="connsiteY9249" fmla="*/ 1961681 h 5450835"/>
              <a:gd name="connsiteX9250" fmla="*/ 783093 w 10450132"/>
              <a:gd name="connsiteY9250" fmla="*/ 1962535 h 5450835"/>
              <a:gd name="connsiteX9251" fmla="*/ 778562 w 10450132"/>
              <a:gd name="connsiteY9251" fmla="*/ 1970417 h 5450835"/>
              <a:gd name="connsiteX9252" fmla="*/ 777774 w 10450132"/>
              <a:gd name="connsiteY9252" fmla="*/ 1970877 h 5450835"/>
              <a:gd name="connsiteX9253" fmla="*/ 768711 w 10450132"/>
              <a:gd name="connsiteY9253" fmla="*/ 1970877 h 5450835"/>
              <a:gd name="connsiteX9254" fmla="*/ 767922 w 10450132"/>
              <a:gd name="connsiteY9254" fmla="*/ 1970417 h 5450835"/>
              <a:gd name="connsiteX9255" fmla="*/ 763390 w 10450132"/>
              <a:gd name="connsiteY9255" fmla="*/ 1962535 h 5450835"/>
              <a:gd name="connsiteX9256" fmla="*/ 763390 w 10450132"/>
              <a:gd name="connsiteY9256" fmla="*/ 1961681 h 5450835"/>
              <a:gd name="connsiteX9257" fmla="*/ 767922 w 10450132"/>
              <a:gd name="connsiteY9257" fmla="*/ 1953799 h 5450835"/>
              <a:gd name="connsiteX9258" fmla="*/ 768711 w 10450132"/>
              <a:gd name="connsiteY9258" fmla="*/ 1953340 h 5450835"/>
              <a:gd name="connsiteX9259" fmla="*/ 514236 w 10450132"/>
              <a:gd name="connsiteY9259" fmla="*/ 1953340 h 5450835"/>
              <a:gd name="connsiteX9260" fmla="*/ 523298 w 10450132"/>
              <a:gd name="connsiteY9260" fmla="*/ 1953340 h 5450835"/>
              <a:gd name="connsiteX9261" fmla="*/ 524086 w 10450132"/>
              <a:gd name="connsiteY9261" fmla="*/ 1953799 h 5450835"/>
              <a:gd name="connsiteX9262" fmla="*/ 528619 w 10450132"/>
              <a:gd name="connsiteY9262" fmla="*/ 1961681 h 5450835"/>
              <a:gd name="connsiteX9263" fmla="*/ 528619 w 10450132"/>
              <a:gd name="connsiteY9263" fmla="*/ 1962535 h 5450835"/>
              <a:gd name="connsiteX9264" fmla="*/ 524086 w 10450132"/>
              <a:gd name="connsiteY9264" fmla="*/ 1970417 h 5450835"/>
              <a:gd name="connsiteX9265" fmla="*/ 523298 w 10450132"/>
              <a:gd name="connsiteY9265" fmla="*/ 1970877 h 5450835"/>
              <a:gd name="connsiteX9266" fmla="*/ 514236 w 10450132"/>
              <a:gd name="connsiteY9266" fmla="*/ 1970877 h 5450835"/>
              <a:gd name="connsiteX9267" fmla="*/ 513447 w 10450132"/>
              <a:gd name="connsiteY9267" fmla="*/ 1970417 h 5450835"/>
              <a:gd name="connsiteX9268" fmla="*/ 508915 w 10450132"/>
              <a:gd name="connsiteY9268" fmla="*/ 1962535 h 5450835"/>
              <a:gd name="connsiteX9269" fmla="*/ 508915 w 10450132"/>
              <a:gd name="connsiteY9269" fmla="*/ 1961681 h 5450835"/>
              <a:gd name="connsiteX9270" fmla="*/ 513447 w 10450132"/>
              <a:gd name="connsiteY9270" fmla="*/ 1953799 h 5450835"/>
              <a:gd name="connsiteX9271" fmla="*/ 514236 w 10450132"/>
              <a:gd name="connsiteY9271" fmla="*/ 1953340 h 5450835"/>
              <a:gd name="connsiteX9272" fmla="*/ 259956 w 10450132"/>
              <a:gd name="connsiteY9272" fmla="*/ 1953340 h 5450835"/>
              <a:gd name="connsiteX9273" fmla="*/ 269018 w 10450132"/>
              <a:gd name="connsiteY9273" fmla="*/ 1953340 h 5450835"/>
              <a:gd name="connsiteX9274" fmla="*/ 269806 w 10450132"/>
              <a:gd name="connsiteY9274" fmla="*/ 1953799 h 5450835"/>
              <a:gd name="connsiteX9275" fmla="*/ 274338 w 10450132"/>
              <a:gd name="connsiteY9275" fmla="*/ 1961681 h 5450835"/>
              <a:gd name="connsiteX9276" fmla="*/ 274338 w 10450132"/>
              <a:gd name="connsiteY9276" fmla="*/ 1962535 h 5450835"/>
              <a:gd name="connsiteX9277" fmla="*/ 269806 w 10450132"/>
              <a:gd name="connsiteY9277" fmla="*/ 1970417 h 5450835"/>
              <a:gd name="connsiteX9278" fmla="*/ 269018 w 10450132"/>
              <a:gd name="connsiteY9278" fmla="*/ 1970877 h 5450835"/>
              <a:gd name="connsiteX9279" fmla="*/ 259956 w 10450132"/>
              <a:gd name="connsiteY9279" fmla="*/ 1970877 h 5450835"/>
              <a:gd name="connsiteX9280" fmla="*/ 259166 w 10450132"/>
              <a:gd name="connsiteY9280" fmla="*/ 1970417 h 5450835"/>
              <a:gd name="connsiteX9281" fmla="*/ 254635 w 10450132"/>
              <a:gd name="connsiteY9281" fmla="*/ 1962535 h 5450835"/>
              <a:gd name="connsiteX9282" fmla="*/ 254635 w 10450132"/>
              <a:gd name="connsiteY9282" fmla="*/ 1961681 h 5450835"/>
              <a:gd name="connsiteX9283" fmla="*/ 259166 w 10450132"/>
              <a:gd name="connsiteY9283" fmla="*/ 1953799 h 5450835"/>
              <a:gd name="connsiteX9284" fmla="*/ 259956 w 10450132"/>
              <a:gd name="connsiteY9284" fmla="*/ 1953340 h 5450835"/>
              <a:gd name="connsiteX9285" fmla="*/ 5542 w 10450132"/>
              <a:gd name="connsiteY9285" fmla="*/ 1953340 h 5450835"/>
              <a:gd name="connsiteX9286" fmla="*/ 14606 w 10450132"/>
              <a:gd name="connsiteY9286" fmla="*/ 1953340 h 5450835"/>
              <a:gd name="connsiteX9287" fmla="*/ 15394 w 10450132"/>
              <a:gd name="connsiteY9287" fmla="*/ 1953799 h 5450835"/>
              <a:gd name="connsiteX9288" fmla="*/ 19926 w 10450132"/>
              <a:gd name="connsiteY9288" fmla="*/ 1961681 h 5450835"/>
              <a:gd name="connsiteX9289" fmla="*/ 19926 w 10450132"/>
              <a:gd name="connsiteY9289" fmla="*/ 1962535 h 5450835"/>
              <a:gd name="connsiteX9290" fmla="*/ 15394 w 10450132"/>
              <a:gd name="connsiteY9290" fmla="*/ 1970417 h 5450835"/>
              <a:gd name="connsiteX9291" fmla="*/ 14606 w 10450132"/>
              <a:gd name="connsiteY9291" fmla="*/ 1970877 h 5450835"/>
              <a:gd name="connsiteX9292" fmla="*/ 5542 w 10450132"/>
              <a:gd name="connsiteY9292" fmla="*/ 1970877 h 5450835"/>
              <a:gd name="connsiteX9293" fmla="*/ 4753 w 10450132"/>
              <a:gd name="connsiteY9293" fmla="*/ 1970417 h 5450835"/>
              <a:gd name="connsiteX9294" fmla="*/ 221 w 10450132"/>
              <a:gd name="connsiteY9294" fmla="*/ 1962535 h 5450835"/>
              <a:gd name="connsiteX9295" fmla="*/ 221 w 10450132"/>
              <a:gd name="connsiteY9295" fmla="*/ 1961681 h 5450835"/>
              <a:gd name="connsiteX9296" fmla="*/ 4753 w 10450132"/>
              <a:gd name="connsiteY9296" fmla="*/ 1953799 h 5450835"/>
              <a:gd name="connsiteX9297" fmla="*/ 5542 w 10450132"/>
              <a:gd name="connsiteY9297" fmla="*/ 1953340 h 5450835"/>
              <a:gd name="connsiteX9298" fmla="*/ 10181242 w 10450132"/>
              <a:gd name="connsiteY9298" fmla="*/ 1736398 h 5450835"/>
              <a:gd name="connsiteX9299" fmla="*/ 10190305 w 10450132"/>
              <a:gd name="connsiteY9299" fmla="*/ 1736398 h 5450835"/>
              <a:gd name="connsiteX9300" fmla="*/ 10191093 w 10450132"/>
              <a:gd name="connsiteY9300" fmla="*/ 1736856 h 5450835"/>
              <a:gd name="connsiteX9301" fmla="*/ 10195626 w 10450132"/>
              <a:gd name="connsiteY9301" fmla="*/ 1744739 h 5450835"/>
              <a:gd name="connsiteX9302" fmla="*/ 10195626 w 10450132"/>
              <a:gd name="connsiteY9302" fmla="*/ 1745593 h 5450835"/>
              <a:gd name="connsiteX9303" fmla="*/ 10191093 w 10450132"/>
              <a:gd name="connsiteY9303" fmla="*/ 1753475 h 5450835"/>
              <a:gd name="connsiteX9304" fmla="*/ 10190305 w 10450132"/>
              <a:gd name="connsiteY9304" fmla="*/ 1753934 h 5450835"/>
              <a:gd name="connsiteX9305" fmla="*/ 10181242 w 10450132"/>
              <a:gd name="connsiteY9305" fmla="*/ 1753934 h 5450835"/>
              <a:gd name="connsiteX9306" fmla="*/ 10180453 w 10450132"/>
              <a:gd name="connsiteY9306" fmla="*/ 1753475 h 5450835"/>
              <a:gd name="connsiteX9307" fmla="*/ 10175922 w 10450132"/>
              <a:gd name="connsiteY9307" fmla="*/ 1745593 h 5450835"/>
              <a:gd name="connsiteX9308" fmla="*/ 10175922 w 10450132"/>
              <a:gd name="connsiteY9308" fmla="*/ 1744739 h 5450835"/>
              <a:gd name="connsiteX9309" fmla="*/ 10180453 w 10450132"/>
              <a:gd name="connsiteY9309" fmla="*/ 1736856 h 5450835"/>
              <a:gd name="connsiteX9310" fmla="*/ 10181242 w 10450132"/>
              <a:gd name="connsiteY9310" fmla="*/ 1736398 h 5450835"/>
              <a:gd name="connsiteX9311" fmla="*/ 2040784 w 10450132"/>
              <a:gd name="connsiteY9311" fmla="*/ 1736397 h 5450835"/>
              <a:gd name="connsiteX9312" fmla="*/ 2049847 w 10450132"/>
              <a:gd name="connsiteY9312" fmla="*/ 1736397 h 5450835"/>
              <a:gd name="connsiteX9313" fmla="*/ 2050636 w 10450132"/>
              <a:gd name="connsiteY9313" fmla="*/ 1736856 h 5450835"/>
              <a:gd name="connsiteX9314" fmla="*/ 2055168 w 10450132"/>
              <a:gd name="connsiteY9314" fmla="*/ 1744738 h 5450835"/>
              <a:gd name="connsiteX9315" fmla="*/ 2055168 w 10450132"/>
              <a:gd name="connsiteY9315" fmla="*/ 1745591 h 5450835"/>
              <a:gd name="connsiteX9316" fmla="*/ 2050636 w 10450132"/>
              <a:gd name="connsiteY9316" fmla="*/ 1753474 h 5450835"/>
              <a:gd name="connsiteX9317" fmla="*/ 2049847 w 10450132"/>
              <a:gd name="connsiteY9317" fmla="*/ 1753934 h 5450835"/>
              <a:gd name="connsiteX9318" fmla="*/ 2040784 w 10450132"/>
              <a:gd name="connsiteY9318" fmla="*/ 1753934 h 5450835"/>
              <a:gd name="connsiteX9319" fmla="*/ 2039994 w 10450132"/>
              <a:gd name="connsiteY9319" fmla="*/ 1753474 h 5450835"/>
              <a:gd name="connsiteX9320" fmla="*/ 2035461 w 10450132"/>
              <a:gd name="connsiteY9320" fmla="*/ 1745591 h 5450835"/>
              <a:gd name="connsiteX9321" fmla="*/ 2035461 w 10450132"/>
              <a:gd name="connsiteY9321" fmla="*/ 1744738 h 5450835"/>
              <a:gd name="connsiteX9322" fmla="*/ 2039994 w 10450132"/>
              <a:gd name="connsiteY9322" fmla="*/ 1736856 h 5450835"/>
              <a:gd name="connsiteX9323" fmla="*/ 2040784 w 10450132"/>
              <a:gd name="connsiteY9323" fmla="*/ 1736397 h 5450835"/>
              <a:gd name="connsiteX9324" fmla="*/ 4584538 w 10450132"/>
              <a:gd name="connsiteY9324" fmla="*/ 1736392 h 5450835"/>
              <a:gd name="connsiteX9325" fmla="*/ 4593603 w 10450132"/>
              <a:gd name="connsiteY9325" fmla="*/ 1736392 h 5450835"/>
              <a:gd name="connsiteX9326" fmla="*/ 4594390 w 10450132"/>
              <a:gd name="connsiteY9326" fmla="*/ 1736852 h 5450835"/>
              <a:gd name="connsiteX9327" fmla="*/ 4598922 w 10450132"/>
              <a:gd name="connsiteY9327" fmla="*/ 1744733 h 5450835"/>
              <a:gd name="connsiteX9328" fmla="*/ 4598922 w 10450132"/>
              <a:gd name="connsiteY9328" fmla="*/ 1745588 h 5450835"/>
              <a:gd name="connsiteX9329" fmla="*/ 4594390 w 10450132"/>
              <a:gd name="connsiteY9329" fmla="*/ 1753471 h 5450835"/>
              <a:gd name="connsiteX9330" fmla="*/ 4593603 w 10450132"/>
              <a:gd name="connsiteY9330" fmla="*/ 1753928 h 5450835"/>
              <a:gd name="connsiteX9331" fmla="*/ 4584538 w 10450132"/>
              <a:gd name="connsiteY9331" fmla="*/ 1753928 h 5450835"/>
              <a:gd name="connsiteX9332" fmla="*/ 4583749 w 10450132"/>
              <a:gd name="connsiteY9332" fmla="*/ 1753471 h 5450835"/>
              <a:gd name="connsiteX9333" fmla="*/ 4579218 w 10450132"/>
              <a:gd name="connsiteY9333" fmla="*/ 1745588 h 5450835"/>
              <a:gd name="connsiteX9334" fmla="*/ 4579218 w 10450132"/>
              <a:gd name="connsiteY9334" fmla="*/ 1744733 h 5450835"/>
              <a:gd name="connsiteX9335" fmla="*/ 4583749 w 10450132"/>
              <a:gd name="connsiteY9335" fmla="*/ 1736852 h 5450835"/>
              <a:gd name="connsiteX9336" fmla="*/ 4584538 w 10450132"/>
              <a:gd name="connsiteY9336" fmla="*/ 1736392 h 5450835"/>
              <a:gd name="connsiteX9337" fmla="*/ 3821624 w 10450132"/>
              <a:gd name="connsiteY9337" fmla="*/ 1736390 h 5450835"/>
              <a:gd name="connsiteX9338" fmla="*/ 3830689 w 10450132"/>
              <a:gd name="connsiteY9338" fmla="*/ 1736390 h 5450835"/>
              <a:gd name="connsiteX9339" fmla="*/ 3831475 w 10450132"/>
              <a:gd name="connsiteY9339" fmla="*/ 1736851 h 5450835"/>
              <a:gd name="connsiteX9340" fmla="*/ 3836011 w 10450132"/>
              <a:gd name="connsiteY9340" fmla="*/ 1744732 h 5450835"/>
              <a:gd name="connsiteX9341" fmla="*/ 3836011 w 10450132"/>
              <a:gd name="connsiteY9341" fmla="*/ 1745586 h 5450835"/>
              <a:gd name="connsiteX9342" fmla="*/ 3831475 w 10450132"/>
              <a:gd name="connsiteY9342" fmla="*/ 1753470 h 5450835"/>
              <a:gd name="connsiteX9343" fmla="*/ 3830689 w 10450132"/>
              <a:gd name="connsiteY9343" fmla="*/ 1753928 h 5450835"/>
              <a:gd name="connsiteX9344" fmla="*/ 3821624 w 10450132"/>
              <a:gd name="connsiteY9344" fmla="*/ 1753928 h 5450835"/>
              <a:gd name="connsiteX9345" fmla="*/ 3820835 w 10450132"/>
              <a:gd name="connsiteY9345" fmla="*/ 1753470 h 5450835"/>
              <a:gd name="connsiteX9346" fmla="*/ 3816303 w 10450132"/>
              <a:gd name="connsiteY9346" fmla="*/ 1745586 h 5450835"/>
              <a:gd name="connsiteX9347" fmla="*/ 3816303 w 10450132"/>
              <a:gd name="connsiteY9347" fmla="*/ 1744732 h 5450835"/>
              <a:gd name="connsiteX9348" fmla="*/ 3820835 w 10450132"/>
              <a:gd name="connsiteY9348" fmla="*/ 1736851 h 5450835"/>
              <a:gd name="connsiteX9349" fmla="*/ 3821624 w 10450132"/>
              <a:gd name="connsiteY9349" fmla="*/ 1736390 h 5450835"/>
              <a:gd name="connsiteX9350" fmla="*/ 8909274 w 10450132"/>
              <a:gd name="connsiteY9350" fmla="*/ 1736382 h 5450835"/>
              <a:gd name="connsiteX9351" fmla="*/ 8918336 w 10450132"/>
              <a:gd name="connsiteY9351" fmla="*/ 1736382 h 5450835"/>
              <a:gd name="connsiteX9352" fmla="*/ 8919125 w 10450132"/>
              <a:gd name="connsiteY9352" fmla="*/ 1736842 h 5450835"/>
              <a:gd name="connsiteX9353" fmla="*/ 8923657 w 10450132"/>
              <a:gd name="connsiteY9353" fmla="*/ 1744722 h 5450835"/>
              <a:gd name="connsiteX9354" fmla="*/ 8923657 w 10450132"/>
              <a:gd name="connsiteY9354" fmla="*/ 1745577 h 5450835"/>
              <a:gd name="connsiteX9355" fmla="*/ 8919125 w 10450132"/>
              <a:gd name="connsiteY9355" fmla="*/ 1753460 h 5450835"/>
              <a:gd name="connsiteX9356" fmla="*/ 8918336 w 10450132"/>
              <a:gd name="connsiteY9356" fmla="*/ 1753918 h 5450835"/>
              <a:gd name="connsiteX9357" fmla="*/ 8909274 w 10450132"/>
              <a:gd name="connsiteY9357" fmla="*/ 1753918 h 5450835"/>
              <a:gd name="connsiteX9358" fmla="*/ 8908484 w 10450132"/>
              <a:gd name="connsiteY9358" fmla="*/ 1753460 h 5450835"/>
              <a:gd name="connsiteX9359" fmla="*/ 8903953 w 10450132"/>
              <a:gd name="connsiteY9359" fmla="*/ 1745577 h 5450835"/>
              <a:gd name="connsiteX9360" fmla="*/ 8903953 w 10450132"/>
              <a:gd name="connsiteY9360" fmla="*/ 1744722 h 5450835"/>
              <a:gd name="connsiteX9361" fmla="*/ 8908484 w 10450132"/>
              <a:gd name="connsiteY9361" fmla="*/ 1736842 h 5450835"/>
              <a:gd name="connsiteX9362" fmla="*/ 8909274 w 10450132"/>
              <a:gd name="connsiteY9362" fmla="*/ 1736382 h 5450835"/>
              <a:gd name="connsiteX9363" fmla="*/ 6619714 w 10450132"/>
              <a:gd name="connsiteY9363" fmla="*/ 1736382 h 5450835"/>
              <a:gd name="connsiteX9364" fmla="*/ 6628778 w 10450132"/>
              <a:gd name="connsiteY9364" fmla="*/ 1736382 h 5450835"/>
              <a:gd name="connsiteX9365" fmla="*/ 6629566 w 10450132"/>
              <a:gd name="connsiteY9365" fmla="*/ 1736843 h 5450835"/>
              <a:gd name="connsiteX9366" fmla="*/ 6634099 w 10450132"/>
              <a:gd name="connsiteY9366" fmla="*/ 1744725 h 5450835"/>
              <a:gd name="connsiteX9367" fmla="*/ 6634099 w 10450132"/>
              <a:gd name="connsiteY9367" fmla="*/ 1745578 h 5450835"/>
              <a:gd name="connsiteX9368" fmla="*/ 6629566 w 10450132"/>
              <a:gd name="connsiteY9368" fmla="*/ 1753461 h 5450835"/>
              <a:gd name="connsiteX9369" fmla="*/ 6628778 w 10450132"/>
              <a:gd name="connsiteY9369" fmla="*/ 1753919 h 5450835"/>
              <a:gd name="connsiteX9370" fmla="*/ 6619714 w 10450132"/>
              <a:gd name="connsiteY9370" fmla="*/ 1753919 h 5450835"/>
              <a:gd name="connsiteX9371" fmla="*/ 6618926 w 10450132"/>
              <a:gd name="connsiteY9371" fmla="*/ 1753461 h 5450835"/>
              <a:gd name="connsiteX9372" fmla="*/ 6614394 w 10450132"/>
              <a:gd name="connsiteY9372" fmla="*/ 1745578 h 5450835"/>
              <a:gd name="connsiteX9373" fmla="*/ 6614394 w 10450132"/>
              <a:gd name="connsiteY9373" fmla="*/ 1744725 h 5450835"/>
              <a:gd name="connsiteX9374" fmla="*/ 6618926 w 10450132"/>
              <a:gd name="connsiteY9374" fmla="*/ 1736843 h 5450835"/>
              <a:gd name="connsiteX9375" fmla="*/ 6619714 w 10450132"/>
              <a:gd name="connsiteY9375" fmla="*/ 1736382 h 5450835"/>
              <a:gd name="connsiteX9376" fmla="*/ 2295149 w 10450132"/>
              <a:gd name="connsiteY9376" fmla="*/ 1736377 h 5450835"/>
              <a:gd name="connsiteX9377" fmla="*/ 2304214 w 10450132"/>
              <a:gd name="connsiteY9377" fmla="*/ 1736377 h 5450835"/>
              <a:gd name="connsiteX9378" fmla="*/ 2305003 w 10450132"/>
              <a:gd name="connsiteY9378" fmla="*/ 1736837 h 5450835"/>
              <a:gd name="connsiteX9379" fmla="*/ 2309535 w 10450132"/>
              <a:gd name="connsiteY9379" fmla="*/ 1744719 h 5450835"/>
              <a:gd name="connsiteX9380" fmla="*/ 2309535 w 10450132"/>
              <a:gd name="connsiteY9380" fmla="*/ 1745573 h 5450835"/>
              <a:gd name="connsiteX9381" fmla="*/ 2305003 w 10450132"/>
              <a:gd name="connsiteY9381" fmla="*/ 1753455 h 5450835"/>
              <a:gd name="connsiteX9382" fmla="*/ 2304214 w 10450132"/>
              <a:gd name="connsiteY9382" fmla="*/ 1753914 h 5450835"/>
              <a:gd name="connsiteX9383" fmla="*/ 2295149 w 10450132"/>
              <a:gd name="connsiteY9383" fmla="*/ 1753914 h 5450835"/>
              <a:gd name="connsiteX9384" fmla="*/ 2294362 w 10450132"/>
              <a:gd name="connsiteY9384" fmla="*/ 1753455 h 5450835"/>
              <a:gd name="connsiteX9385" fmla="*/ 2289829 w 10450132"/>
              <a:gd name="connsiteY9385" fmla="*/ 1745573 h 5450835"/>
              <a:gd name="connsiteX9386" fmla="*/ 2289829 w 10450132"/>
              <a:gd name="connsiteY9386" fmla="*/ 1744719 h 5450835"/>
              <a:gd name="connsiteX9387" fmla="*/ 2294362 w 10450132"/>
              <a:gd name="connsiteY9387" fmla="*/ 1736837 h 5450835"/>
              <a:gd name="connsiteX9388" fmla="*/ 2295149 w 10450132"/>
              <a:gd name="connsiteY9388" fmla="*/ 1736377 h 5450835"/>
              <a:gd name="connsiteX9389" fmla="*/ 259995 w 10450132"/>
              <a:gd name="connsiteY9389" fmla="*/ 1736377 h 5450835"/>
              <a:gd name="connsiteX9390" fmla="*/ 269059 w 10450132"/>
              <a:gd name="connsiteY9390" fmla="*/ 1736377 h 5450835"/>
              <a:gd name="connsiteX9391" fmla="*/ 269847 w 10450132"/>
              <a:gd name="connsiteY9391" fmla="*/ 1736837 h 5450835"/>
              <a:gd name="connsiteX9392" fmla="*/ 274379 w 10450132"/>
              <a:gd name="connsiteY9392" fmla="*/ 1744717 h 5450835"/>
              <a:gd name="connsiteX9393" fmla="*/ 274379 w 10450132"/>
              <a:gd name="connsiteY9393" fmla="*/ 1745572 h 5450835"/>
              <a:gd name="connsiteX9394" fmla="*/ 269847 w 10450132"/>
              <a:gd name="connsiteY9394" fmla="*/ 1753454 h 5450835"/>
              <a:gd name="connsiteX9395" fmla="*/ 269059 w 10450132"/>
              <a:gd name="connsiteY9395" fmla="*/ 1753914 h 5450835"/>
              <a:gd name="connsiteX9396" fmla="*/ 259995 w 10450132"/>
              <a:gd name="connsiteY9396" fmla="*/ 1753914 h 5450835"/>
              <a:gd name="connsiteX9397" fmla="*/ 259206 w 10450132"/>
              <a:gd name="connsiteY9397" fmla="*/ 1753454 h 5450835"/>
              <a:gd name="connsiteX9398" fmla="*/ 254675 w 10450132"/>
              <a:gd name="connsiteY9398" fmla="*/ 1745572 h 5450835"/>
              <a:gd name="connsiteX9399" fmla="*/ 254675 w 10450132"/>
              <a:gd name="connsiteY9399" fmla="*/ 1744717 h 5450835"/>
              <a:gd name="connsiteX9400" fmla="*/ 259206 w 10450132"/>
              <a:gd name="connsiteY9400" fmla="*/ 1736837 h 5450835"/>
              <a:gd name="connsiteX9401" fmla="*/ 259995 w 10450132"/>
              <a:gd name="connsiteY9401" fmla="*/ 1736377 h 5450835"/>
              <a:gd name="connsiteX9402" fmla="*/ 5856508 w 10450132"/>
              <a:gd name="connsiteY9402" fmla="*/ 1736371 h 5450835"/>
              <a:gd name="connsiteX9403" fmla="*/ 5865571 w 10450132"/>
              <a:gd name="connsiteY9403" fmla="*/ 1736371 h 5450835"/>
              <a:gd name="connsiteX9404" fmla="*/ 5866359 w 10450132"/>
              <a:gd name="connsiteY9404" fmla="*/ 1736830 h 5450835"/>
              <a:gd name="connsiteX9405" fmla="*/ 5870891 w 10450132"/>
              <a:gd name="connsiteY9405" fmla="*/ 1744713 h 5450835"/>
              <a:gd name="connsiteX9406" fmla="*/ 5870891 w 10450132"/>
              <a:gd name="connsiteY9406" fmla="*/ 1745566 h 5450835"/>
              <a:gd name="connsiteX9407" fmla="*/ 5866359 w 10450132"/>
              <a:gd name="connsiteY9407" fmla="*/ 1753450 h 5450835"/>
              <a:gd name="connsiteX9408" fmla="*/ 5865571 w 10450132"/>
              <a:gd name="connsiteY9408" fmla="*/ 1753908 h 5450835"/>
              <a:gd name="connsiteX9409" fmla="*/ 5856508 w 10450132"/>
              <a:gd name="connsiteY9409" fmla="*/ 1753908 h 5450835"/>
              <a:gd name="connsiteX9410" fmla="*/ 5855720 w 10450132"/>
              <a:gd name="connsiteY9410" fmla="*/ 1753450 h 5450835"/>
              <a:gd name="connsiteX9411" fmla="*/ 5851187 w 10450132"/>
              <a:gd name="connsiteY9411" fmla="*/ 1745566 h 5450835"/>
              <a:gd name="connsiteX9412" fmla="*/ 5851187 w 10450132"/>
              <a:gd name="connsiteY9412" fmla="*/ 1744713 h 5450835"/>
              <a:gd name="connsiteX9413" fmla="*/ 5855720 w 10450132"/>
              <a:gd name="connsiteY9413" fmla="*/ 1736830 h 5450835"/>
              <a:gd name="connsiteX9414" fmla="*/ 5856508 w 10450132"/>
              <a:gd name="connsiteY9414" fmla="*/ 1736371 h 5450835"/>
              <a:gd name="connsiteX9415" fmla="*/ 5596 w 10450132"/>
              <a:gd name="connsiteY9415" fmla="*/ 1736364 h 5450835"/>
              <a:gd name="connsiteX9416" fmla="*/ 14659 w 10450132"/>
              <a:gd name="connsiteY9416" fmla="*/ 1736364 h 5450835"/>
              <a:gd name="connsiteX9417" fmla="*/ 15448 w 10450132"/>
              <a:gd name="connsiteY9417" fmla="*/ 1736823 h 5450835"/>
              <a:gd name="connsiteX9418" fmla="*/ 19979 w 10450132"/>
              <a:gd name="connsiteY9418" fmla="*/ 1744706 h 5450835"/>
              <a:gd name="connsiteX9419" fmla="*/ 19979 w 10450132"/>
              <a:gd name="connsiteY9419" fmla="*/ 1745559 h 5450835"/>
              <a:gd name="connsiteX9420" fmla="*/ 15448 w 10450132"/>
              <a:gd name="connsiteY9420" fmla="*/ 1753441 h 5450835"/>
              <a:gd name="connsiteX9421" fmla="*/ 14659 w 10450132"/>
              <a:gd name="connsiteY9421" fmla="*/ 1753901 h 5450835"/>
              <a:gd name="connsiteX9422" fmla="*/ 5596 w 10450132"/>
              <a:gd name="connsiteY9422" fmla="*/ 1753901 h 5450835"/>
              <a:gd name="connsiteX9423" fmla="*/ 4807 w 10450132"/>
              <a:gd name="connsiteY9423" fmla="*/ 1753441 h 5450835"/>
              <a:gd name="connsiteX9424" fmla="*/ 275 w 10450132"/>
              <a:gd name="connsiteY9424" fmla="*/ 1745559 h 5450835"/>
              <a:gd name="connsiteX9425" fmla="*/ 275 w 10450132"/>
              <a:gd name="connsiteY9425" fmla="*/ 1744706 h 5450835"/>
              <a:gd name="connsiteX9426" fmla="*/ 4807 w 10450132"/>
              <a:gd name="connsiteY9426" fmla="*/ 1736823 h 5450835"/>
              <a:gd name="connsiteX9427" fmla="*/ 5596 w 10450132"/>
              <a:gd name="connsiteY9427" fmla="*/ 1736364 h 5450835"/>
              <a:gd name="connsiteX9428" fmla="*/ 6110888 w 10450132"/>
              <a:gd name="connsiteY9428" fmla="*/ 1736362 h 5450835"/>
              <a:gd name="connsiteX9429" fmla="*/ 6119953 w 10450132"/>
              <a:gd name="connsiteY9429" fmla="*/ 1736362 h 5450835"/>
              <a:gd name="connsiteX9430" fmla="*/ 6120740 w 10450132"/>
              <a:gd name="connsiteY9430" fmla="*/ 1736822 h 5450835"/>
              <a:gd name="connsiteX9431" fmla="*/ 6125272 w 10450132"/>
              <a:gd name="connsiteY9431" fmla="*/ 1744703 h 5450835"/>
              <a:gd name="connsiteX9432" fmla="*/ 6125272 w 10450132"/>
              <a:gd name="connsiteY9432" fmla="*/ 1745558 h 5450835"/>
              <a:gd name="connsiteX9433" fmla="*/ 6120740 w 10450132"/>
              <a:gd name="connsiteY9433" fmla="*/ 1753440 h 5450835"/>
              <a:gd name="connsiteX9434" fmla="*/ 6119953 w 10450132"/>
              <a:gd name="connsiteY9434" fmla="*/ 1753898 h 5450835"/>
              <a:gd name="connsiteX9435" fmla="*/ 6110888 w 10450132"/>
              <a:gd name="connsiteY9435" fmla="*/ 1753898 h 5450835"/>
              <a:gd name="connsiteX9436" fmla="*/ 6110101 w 10450132"/>
              <a:gd name="connsiteY9436" fmla="*/ 1753440 h 5450835"/>
              <a:gd name="connsiteX9437" fmla="*/ 6105567 w 10450132"/>
              <a:gd name="connsiteY9437" fmla="*/ 1745558 h 5450835"/>
              <a:gd name="connsiteX9438" fmla="*/ 6105567 w 10450132"/>
              <a:gd name="connsiteY9438" fmla="*/ 1744703 h 5450835"/>
              <a:gd name="connsiteX9439" fmla="*/ 6110101 w 10450132"/>
              <a:gd name="connsiteY9439" fmla="*/ 1736822 h 5450835"/>
              <a:gd name="connsiteX9440" fmla="*/ 6110888 w 10450132"/>
              <a:gd name="connsiteY9440" fmla="*/ 1736362 h 5450835"/>
              <a:gd name="connsiteX9441" fmla="*/ 4075937 w 10450132"/>
              <a:gd name="connsiteY9441" fmla="*/ 1736357 h 5450835"/>
              <a:gd name="connsiteX9442" fmla="*/ 4085001 w 10450132"/>
              <a:gd name="connsiteY9442" fmla="*/ 1736357 h 5450835"/>
              <a:gd name="connsiteX9443" fmla="*/ 4085791 w 10450132"/>
              <a:gd name="connsiteY9443" fmla="*/ 1736816 h 5450835"/>
              <a:gd name="connsiteX9444" fmla="*/ 4090321 w 10450132"/>
              <a:gd name="connsiteY9444" fmla="*/ 1744698 h 5450835"/>
              <a:gd name="connsiteX9445" fmla="*/ 4090321 w 10450132"/>
              <a:gd name="connsiteY9445" fmla="*/ 1745553 h 5450835"/>
              <a:gd name="connsiteX9446" fmla="*/ 4085791 w 10450132"/>
              <a:gd name="connsiteY9446" fmla="*/ 1753435 h 5450835"/>
              <a:gd name="connsiteX9447" fmla="*/ 4085001 w 10450132"/>
              <a:gd name="connsiteY9447" fmla="*/ 1753893 h 5450835"/>
              <a:gd name="connsiteX9448" fmla="*/ 4075937 w 10450132"/>
              <a:gd name="connsiteY9448" fmla="*/ 1753893 h 5450835"/>
              <a:gd name="connsiteX9449" fmla="*/ 4075151 w 10450132"/>
              <a:gd name="connsiteY9449" fmla="*/ 1753435 h 5450835"/>
              <a:gd name="connsiteX9450" fmla="*/ 4070616 w 10450132"/>
              <a:gd name="connsiteY9450" fmla="*/ 1745553 h 5450835"/>
              <a:gd name="connsiteX9451" fmla="*/ 4070616 w 10450132"/>
              <a:gd name="connsiteY9451" fmla="*/ 1744698 h 5450835"/>
              <a:gd name="connsiteX9452" fmla="*/ 4075151 w 10450132"/>
              <a:gd name="connsiteY9452" fmla="*/ 1736816 h 5450835"/>
              <a:gd name="connsiteX9453" fmla="*/ 4075937 w 10450132"/>
              <a:gd name="connsiteY9453" fmla="*/ 1736357 h 5450835"/>
              <a:gd name="connsiteX9454" fmla="*/ 8654892 w 10450132"/>
              <a:gd name="connsiteY9454" fmla="*/ 1736352 h 5450835"/>
              <a:gd name="connsiteX9455" fmla="*/ 8663955 w 10450132"/>
              <a:gd name="connsiteY9455" fmla="*/ 1736352 h 5450835"/>
              <a:gd name="connsiteX9456" fmla="*/ 8664744 w 10450132"/>
              <a:gd name="connsiteY9456" fmla="*/ 1736813 h 5450835"/>
              <a:gd name="connsiteX9457" fmla="*/ 8669277 w 10450132"/>
              <a:gd name="connsiteY9457" fmla="*/ 1744693 h 5450835"/>
              <a:gd name="connsiteX9458" fmla="*/ 8669277 w 10450132"/>
              <a:gd name="connsiteY9458" fmla="*/ 1745547 h 5450835"/>
              <a:gd name="connsiteX9459" fmla="*/ 8664744 w 10450132"/>
              <a:gd name="connsiteY9459" fmla="*/ 1753430 h 5450835"/>
              <a:gd name="connsiteX9460" fmla="*/ 8663955 w 10450132"/>
              <a:gd name="connsiteY9460" fmla="*/ 1753888 h 5450835"/>
              <a:gd name="connsiteX9461" fmla="*/ 8654892 w 10450132"/>
              <a:gd name="connsiteY9461" fmla="*/ 1753888 h 5450835"/>
              <a:gd name="connsiteX9462" fmla="*/ 8654104 w 10450132"/>
              <a:gd name="connsiteY9462" fmla="*/ 1753430 h 5450835"/>
              <a:gd name="connsiteX9463" fmla="*/ 8649572 w 10450132"/>
              <a:gd name="connsiteY9463" fmla="*/ 1745547 h 5450835"/>
              <a:gd name="connsiteX9464" fmla="*/ 8649572 w 10450132"/>
              <a:gd name="connsiteY9464" fmla="*/ 1744693 h 5450835"/>
              <a:gd name="connsiteX9465" fmla="*/ 8654104 w 10450132"/>
              <a:gd name="connsiteY9465" fmla="*/ 1736813 h 5450835"/>
              <a:gd name="connsiteX9466" fmla="*/ 8654892 w 10450132"/>
              <a:gd name="connsiteY9466" fmla="*/ 1736352 h 5450835"/>
              <a:gd name="connsiteX9467" fmla="*/ 768704 w 10450132"/>
              <a:gd name="connsiteY9467" fmla="*/ 1736351 h 5450835"/>
              <a:gd name="connsiteX9468" fmla="*/ 777768 w 10450132"/>
              <a:gd name="connsiteY9468" fmla="*/ 1736351 h 5450835"/>
              <a:gd name="connsiteX9469" fmla="*/ 778557 w 10450132"/>
              <a:gd name="connsiteY9469" fmla="*/ 1736809 h 5450835"/>
              <a:gd name="connsiteX9470" fmla="*/ 783088 w 10450132"/>
              <a:gd name="connsiteY9470" fmla="*/ 1744692 h 5450835"/>
              <a:gd name="connsiteX9471" fmla="*/ 783088 w 10450132"/>
              <a:gd name="connsiteY9471" fmla="*/ 1745546 h 5450835"/>
              <a:gd name="connsiteX9472" fmla="*/ 778557 w 10450132"/>
              <a:gd name="connsiteY9472" fmla="*/ 1753429 h 5450835"/>
              <a:gd name="connsiteX9473" fmla="*/ 777768 w 10450132"/>
              <a:gd name="connsiteY9473" fmla="*/ 1753887 h 5450835"/>
              <a:gd name="connsiteX9474" fmla="*/ 768704 w 10450132"/>
              <a:gd name="connsiteY9474" fmla="*/ 1753887 h 5450835"/>
              <a:gd name="connsiteX9475" fmla="*/ 767916 w 10450132"/>
              <a:gd name="connsiteY9475" fmla="*/ 1753429 h 5450835"/>
              <a:gd name="connsiteX9476" fmla="*/ 763383 w 10450132"/>
              <a:gd name="connsiteY9476" fmla="*/ 1745546 h 5450835"/>
              <a:gd name="connsiteX9477" fmla="*/ 763383 w 10450132"/>
              <a:gd name="connsiteY9477" fmla="*/ 1744692 h 5450835"/>
              <a:gd name="connsiteX9478" fmla="*/ 767916 w 10450132"/>
              <a:gd name="connsiteY9478" fmla="*/ 1736809 h 5450835"/>
              <a:gd name="connsiteX9479" fmla="*/ 768704 w 10450132"/>
              <a:gd name="connsiteY9479" fmla="*/ 1736351 h 5450835"/>
              <a:gd name="connsiteX9480" fmla="*/ 1023151 w 10450132"/>
              <a:gd name="connsiteY9480" fmla="*/ 1736350 h 5450835"/>
              <a:gd name="connsiteX9481" fmla="*/ 1032214 w 10450132"/>
              <a:gd name="connsiteY9481" fmla="*/ 1736350 h 5450835"/>
              <a:gd name="connsiteX9482" fmla="*/ 1033003 w 10450132"/>
              <a:gd name="connsiteY9482" fmla="*/ 1736809 h 5450835"/>
              <a:gd name="connsiteX9483" fmla="*/ 1037535 w 10450132"/>
              <a:gd name="connsiteY9483" fmla="*/ 1744692 h 5450835"/>
              <a:gd name="connsiteX9484" fmla="*/ 1037535 w 10450132"/>
              <a:gd name="connsiteY9484" fmla="*/ 1745544 h 5450835"/>
              <a:gd name="connsiteX9485" fmla="*/ 1033003 w 10450132"/>
              <a:gd name="connsiteY9485" fmla="*/ 1753428 h 5450835"/>
              <a:gd name="connsiteX9486" fmla="*/ 1032214 w 10450132"/>
              <a:gd name="connsiteY9486" fmla="*/ 1753887 h 5450835"/>
              <a:gd name="connsiteX9487" fmla="*/ 1023151 w 10450132"/>
              <a:gd name="connsiteY9487" fmla="*/ 1753887 h 5450835"/>
              <a:gd name="connsiteX9488" fmla="*/ 1022362 w 10450132"/>
              <a:gd name="connsiteY9488" fmla="*/ 1753428 h 5450835"/>
              <a:gd name="connsiteX9489" fmla="*/ 1017829 w 10450132"/>
              <a:gd name="connsiteY9489" fmla="*/ 1745544 h 5450835"/>
              <a:gd name="connsiteX9490" fmla="*/ 1017829 w 10450132"/>
              <a:gd name="connsiteY9490" fmla="*/ 1744692 h 5450835"/>
              <a:gd name="connsiteX9491" fmla="*/ 1022362 w 10450132"/>
              <a:gd name="connsiteY9491" fmla="*/ 1736809 h 5450835"/>
              <a:gd name="connsiteX9492" fmla="*/ 1023151 w 10450132"/>
              <a:gd name="connsiteY9492" fmla="*/ 1736350 h 5450835"/>
              <a:gd name="connsiteX9493" fmla="*/ 10435622 w 10450132"/>
              <a:gd name="connsiteY9493" fmla="*/ 1736349 h 5450835"/>
              <a:gd name="connsiteX9494" fmla="*/ 10444686 w 10450132"/>
              <a:gd name="connsiteY9494" fmla="*/ 1736349 h 5450835"/>
              <a:gd name="connsiteX9495" fmla="*/ 10445474 w 10450132"/>
              <a:gd name="connsiteY9495" fmla="*/ 1736808 h 5450835"/>
              <a:gd name="connsiteX9496" fmla="*/ 10450007 w 10450132"/>
              <a:gd name="connsiteY9496" fmla="*/ 1744690 h 5450835"/>
              <a:gd name="connsiteX9497" fmla="*/ 10450007 w 10450132"/>
              <a:gd name="connsiteY9497" fmla="*/ 1745543 h 5450835"/>
              <a:gd name="connsiteX9498" fmla="*/ 10445474 w 10450132"/>
              <a:gd name="connsiteY9498" fmla="*/ 1753426 h 5450835"/>
              <a:gd name="connsiteX9499" fmla="*/ 10444686 w 10450132"/>
              <a:gd name="connsiteY9499" fmla="*/ 1753884 h 5450835"/>
              <a:gd name="connsiteX9500" fmla="*/ 10435622 w 10450132"/>
              <a:gd name="connsiteY9500" fmla="*/ 1753884 h 5450835"/>
              <a:gd name="connsiteX9501" fmla="*/ 10434834 w 10450132"/>
              <a:gd name="connsiteY9501" fmla="*/ 1753426 h 5450835"/>
              <a:gd name="connsiteX9502" fmla="*/ 10430302 w 10450132"/>
              <a:gd name="connsiteY9502" fmla="*/ 1745543 h 5450835"/>
              <a:gd name="connsiteX9503" fmla="*/ 10430302 w 10450132"/>
              <a:gd name="connsiteY9503" fmla="*/ 1744690 h 5450835"/>
              <a:gd name="connsiteX9504" fmla="*/ 10434834 w 10450132"/>
              <a:gd name="connsiteY9504" fmla="*/ 1736808 h 5450835"/>
              <a:gd name="connsiteX9505" fmla="*/ 10435622 w 10450132"/>
              <a:gd name="connsiteY9505" fmla="*/ 1736349 h 5450835"/>
              <a:gd name="connsiteX9506" fmla="*/ 9418035 w 10450132"/>
              <a:gd name="connsiteY9506" fmla="*/ 1736349 h 5450835"/>
              <a:gd name="connsiteX9507" fmla="*/ 9427099 w 10450132"/>
              <a:gd name="connsiteY9507" fmla="*/ 1736349 h 5450835"/>
              <a:gd name="connsiteX9508" fmla="*/ 9427887 w 10450132"/>
              <a:gd name="connsiteY9508" fmla="*/ 1736808 h 5450835"/>
              <a:gd name="connsiteX9509" fmla="*/ 9432419 w 10450132"/>
              <a:gd name="connsiteY9509" fmla="*/ 1744691 h 5450835"/>
              <a:gd name="connsiteX9510" fmla="*/ 9432419 w 10450132"/>
              <a:gd name="connsiteY9510" fmla="*/ 1745543 h 5450835"/>
              <a:gd name="connsiteX9511" fmla="*/ 9427887 w 10450132"/>
              <a:gd name="connsiteY9511" fmla="*/ 1753427 h 5450835"/>
              <a:gd name="connsiteX9512" fmla="*/ 9427099 w 10450132"/>
              <a:gd name="connsiteY9512" fmla="*/ 1753886 h 5450835"/>
              <a:gd name="connsiteX9513" fmla="*/ 9418035 w 10450132"/>
              <a:gd name="connsiteY9513" fmla="*/ 1753886 h 5450835"/>
              <a:gd name="connsiteX9514" fmla="*/ 9417247 w 10450132"/>
              <a:gd name="connsiteY9514" fmla="*/ 1753427 h 5450835"/>
              <a:gd name="connsiteX9515" fmla="*/ 9412714 w 10450132"/>
              <a:gd name="connsiteY9515" fmla="*/ 1745543 h 5450835"/>
              <a:gd name="connsiteX9516" fmla="*/ 9412714 w 10450132"/>
              <a:gd name="connsiteY9516" fmla="*/ 1744691 h 5450835"/>
              <a:gd name="connsiteX9517" fmla="*/ 9417247 w 10450132"/>
              <a:gd name="connsiteY9517" fmla="*/ 1736808 h 5450835"/>
              <a:gd name="connsiteX9518" fmla="*/ 9418035 w 10450132"/>
              <a:gd name="connsiteY9518" fmla="*/ 1736349 h 5450835"/>
              <a:gd name="connsiteX9519" fmla="*/ 4330157 w 10450132"/>
              <a:gd name="connsiteY9519" fmla="*/ 1736346 h 5450835"/>
              <a:gd name="connsiteX9520" fmla="*/ 4339222 w 10450132"/>
              <a:gd name="connsiteY9520" fmla="*/ 1736346 h 5450835"/>
              <a:gd name="connsiteX9521" fmla="*/ 4340010 w 10450132"/>
              <a:gd name="connsiteY9521" fmla="*/ 1736805 h 5450835"/>
              <a:gd name="connsiteX9522" fmla="*/ 4344540 w 10450132"/>
              <a:gd name="connsiteY9522" fmla="*/ 1744688 h 5450835"/>
              <a:gd name="connsiteX9523" fmla="*/ 4344540 w 10450132"/>
              <a:gd name="connsiteY9523" fmla="*/ 1745541 h 5450835"/>
              <a:gd name="connsiteX9524" fmla="*/ 4340010 w 10450132"/>
              <a:gd name="connsiteY9524" fmla="*/ 1753424 h 5450835"/>
              <a:gd name="connsiteX9525" fmla="*/ 4339222 w 10450132"/>
              <a:gd name="connsiteY9525" fmla="*/ 1753882 h 5450835"/>
              <a:gd name="connsiteX9526" fmla="*/ 4330157 w 10450132"/>
              <a:gd name="connsiteY9526" fmla="*/ 1753882 h 5450835"/>
              <a:gd name="connsiteX9527" fmla="*/ 4329369 w 10450132"/>
              <a:gd name="connsiteY9527" fmla="*/ 1753424 h 5450835"/>
              <a:gd name="connsiteX9528" fmla="*/ 4324836 w 10450132"/>
              <a:gd name="connsiteY9528" fmla="*/ 1745541 h 5450835"/>
              <a:gd name="connsiteX9529" fmla="*/ 4324836 w 10450132"/>
              <a:gd name="connsiteY9529" fmla="*/ 1744688 h 5450835"/>
              <a:gd name="connsiteX9530" fmla="*/ 4329369 w 10450132"/>
              <a:gd name="connsiteY9530" fmla="*/ 1736805 h 5450835"/>
              <a:gd name="connsiteX9531" fmla="*/ 4330157 w 10450132"/>
              <a:gd name="connsiteY9531" fmla="*/ 1736346 h 5450835"/>
              <a:gd name="connsiteX9532" fmla="*/ 9672481 w 10450132"/>
              <a:gd name="connsiteY9532" fmla="*/ 1736342 h 5450835"/>
              <a:gd name="connsiteX9533" fmla="*/ 9681545 w 10450132"/>
              <a:gd name="connsiteY9533" fmla="*/ 1736342 h 5450835"/>
              <a:gd name="connsiteX9534" fmla="*/ 9682333 w 10450132"/>
              <a:gd name="connsiteY9534" fmla="*/ 1736801 h 5450835"/>
              <a:gd name="connsiteX9535" fmla="*/ 9686865 w 10450132"/>
              <a:gd name="connsiteY9535" fmla="*/ 1744682 h 5450835"/>
              <a:gd name="connsiteX9536" fmla="*/ 9686865 w 10450132"/>
              <a:gd name="connsiteY9536" fmla="*/ 1745537 h 5450835"/>
              <a:gd name="connsiteX9537" fmla="*/ 9682333 w 10450132"/>
              <a:gd name="connsiteY9537" fmla="*/ 1753419 h 5450835"/>
              <a:gd name="connsiteX9538" fmla="*/ 9681545 w 10450132"/>
              <a:gd name="connsiteY9538" fmla="*/ 1753878 h 5450835"/>
              <a:gd name="connsiteX9539" fmla="*/ 9672481 w 10450132"/>
              <a:gd name="connsiteY9539" fmla="*/ 1753878 h 5450835"/>
              <a:gd name="connsiteX9540" fmla="*/ 9671693 w 10450132"/>
              <a:gd name="connsiteY9540" fmla="*/ 1753419 h 5450835"/>
              <a:gd name="connsiteX9541" fmla="*/ 9667160 w 10450132"/>
              <a:gd name="connsiteY9541" fmla="*/ 1745537 h 5450835"/>
              <a:gd name="connsiteX9542" fmla="*/ 9667160 w 10450132"/>
              <a:gd name="connsiteY9542" fmla="*/ 1744682 h 5450835"/>
              <a:gd name="connsiteX9543" fmla="*/ 9671693 w 10450132"/>
              <a:gd name="connsiteY9543" fmla="*/ 1736801 h 5450835"/>
              <a:gd name="connsiteX9544" fmla="*/ 9672481 w 10450132"/>
              <a:gd name="connsiteY9544" fmla="*/ 1736342 h 5450835"/>
              <a:gd name="connsiteX9545" fmla="*/ 5347746 w 10450132"/>
              <a:gd name="connsiteY9545" fmla="*/ 1736339 h 5450835"/>
              <a:gd name="connsiteX9546" fmla="*/ 5356810 w 10450132"/>
              <a:gd name="connsiteY9546" fmla="*/ 1736339 h 5450835"/>
              <a:gd name="connsiteX9547" fmla="*/ 5357598 w 10450132"/>
              <a:gd name="connsiteY9547" fmla="*/ 1736798 h 5450835"/>
              <a:gd name="connsiteX9548" fmla="*/ 5362130 w 10450132"/>
              <a:gd name="connsiteY9548" fmla="*/ 1744680 h 5450835"/>
              <a:gd name="connsiteX9549" fmla="*/ 5362130 w 10450132"/>
              <a:gd name="connsiteY9549" fmla="*/ 1745533 h 5450835"/>
              <a:gd name="connsiteX9550" fmla="*/ 5357598 w 10450132"/>
              <a:gd name="connsiteY9550" fmla="*/ 1753416 h 5450835"/>
              <a:gd name="connsiteX9551" fmla="*/ 5356810 w 10450132"/>
              <a:gd name="connsiteY9551" fmla="*/ 1753875 h 5450835"/>
              <a:gd name="connsiteX9552" fmla="*/ 5347746 w 10450132"/>
              <a:gd name="connsiteY9552" fmla="*/ 1753875 h 5450835"/>
              <a:gd name="connsiteX9553" fmla="*/ 5346958 w 10450132"/>
              <a:gd name="connsiteY9553" fmla="*/ 1753416 h 5450835"/>
              <a:gd name="connsiteX9554" fmla="*/ 5342425 w 10450132"/>
              <a:gd name="connsiteY9554" fmla="*/ 1745533 h 5450835"/>
              <a:gd name="connsiteX9555" fmla="*/ 5342425 w 10450132"/>
              <a:gd name="connsiteY9555" fmla="*/ 1744680 h 5450835"/>
              <a:gd name="connsiteX9556" fmla="*/ 5346958 w 10450132"/>
              <a:gd name="connsiteY9556" fmla="*/ 1736798 h 5450835"/>
              <a:gd name="connsiteX9557" fmla="*/ 5347746 w 10450132"/>
              <a:gd name="connsiteY9557" fmla="*/ 1736339 h 5450835"/>
              <a:gd name="connsiteX9558" fmla="*/ 1531895 w 10450132"/>
              <a:gd name="connsiteY9558" fmla="*/ 1736339 h 5450835"/>
              <a:gd name="connsiteX9559" fmla="*/ 1540959 w 10450132"/>
              <a:gd name="connsiteY9559" fmla="*/ 1736339 h 5450835"/>
              <a:gd name="connsiteX9560" fmla="*/ 1541748 w 10450132"/>
              <a:gd name="connsiteY9560" fmla="*/ 1736798 h 5450835"/>
              <a:gd name="connsiteX9561" fmla="*/ 1546279 w 10450132"/>
              <a:gd name="connsiteY9561" fmla="*/ 1744680 h 5450835"/>
              <a:gd name="connsiteX9562" fmla="*/ 1546279 w 10450132"/>
              <a:gd name="connsiteY9562" fmla="*/ 1745533 h 5450835"/>
              <a:gd name="connsiteX9563" fmla="*/ 1541748 w 10450132"/>
              <a:gd name="connsiteY9563" fmla="*/ 1753416 h 5450835"/>
              <a:gd name="connsiteX9564" fmla="*/ 1540959 w 10450132"/>
              <a:gd name="connsiteY9564" fmla="*/ 1753875 h 5450835"/>
              <a:gd name="connsiteX9565" fmla="*/ 1531895 w 10450132"/>
              <a:gd name="connsiteY9565" fmla="*/ 1753875 h 5450835"/>
              <a:gd name="connsiteX9566" fmla="*/ 1531107 w 10450132"/>
              <a:gd name="connsiteY9566" fmla="*/ 1753416 h 5450835"/>
              <a:gd name="connsiteX9567" fmla="*/ 1526574 w 10450132"/>
              <a:gd name="connsiteY9567" fmla="*/ 1745533 h 5450835"/>
              <a:gd name="connsiteX9568" fmla="*/ 1526574 w 10450132"/>
              <a:gd name="connsiteY9568" fmla="*/ 1744680 h 5450835"/>
              <a:gd name="connsiteX9569" fmla="*/ 1531107 w 10450132"/>
              <a:gd name="connsiteY9569" fmla="*/ 1736798 h 5450835"/>
              <a:gd name="connsiteX9570" fmla="*/ 1531895 w 10450132"/>
              <a:gd name="connsiteY9570" fmla="*/ 1736339 h 5450835"/>
              <a:gd name="connsiteX9571" fmla="*/ 3058323 w 10450132"/>
              <a:gd name="connsiteY9571" fmla="*/ 1736335 h 5450835"/>
              <a:gd name="connsiteX9572" fmla="*/ 3067388 w 10450132"/>
              <a:gd name="connsiteY9572" fmla="*/ 1736335 h 5450835"/>
              <a:gd name="connsiteX9573" fmla="*/ 3068176 w 10450132"/>
              <a:gd name="connsiteY9573" fmla="*/ 1736795 h 5450835"/>
              <a:gd name="connsiteX9574" fmla="*/ 3072708 w 10450132"/>
              <a:gd name="connsiteY9574" fmla="*/ 1744678 h 5450835"/>
              <a:gd name="connsiteX9575" fmla="*/ 3072708 w 10450132"/>
              <a:gd name="connsiteY9575" fmla="*/ 1745530 h 5450835"/>
              <a:gd name="connsiteX9576" fmla="*/ 3068176 w 10450132"/>
              <a:gd name="connsiteY9576" fmla="*/ 1753414 h 5450835"/>
              <a:gd name="connsiteX9577" fmla="*/ 3067388 w 10450132"/>
              <a:gd name="connsiteY9577" fmla="*/ 1753873 h 5450835"/>
              <a:gd name="connsiteX9578" fmla="*/ 3058323 w 10450132"/>
              <a:gd name="connsiteY9578" fmla="*/ 1753873 h 5450835"/>
              <a:gd name="connsiteX9579" fmla="*/ 3057534 w 10450132"/>
              <a:gd name="connsiteY9579" fmla="*/ 1753414 h 5450835"/>
              <a:gd name="connsiteX9580" fmla="*/ 3053003 w 10450132"/>
              <a:gd name="connsiteY9580" fmla="*/ 1745530 h 5450835"/>
              <a:gd name="connsiteX9581" fmla="*/ 3053003 w 10450132"/>
              <a:gd name="connsiteY9581" fmla="*/ 1744678 h 5450835"/>
              <a:gd name="connsiteX9582" fmla="*/ 3057534 w 10450132"/>
              <a:gd name="connsiteY9582" fmla="*/ 1736795 h 5450835"/>
              <a:gd name="connsiteX9583" fmla="*/ 3058323 w 10450132"/>
              <a:gd name="connsiteY9583" fmla="*/ 1736335 h 5450835"/>
              <a:gd name="connsiteX9584" fmla="*/ 7382923 w 10450132"/>
              <a:gd name="connsiteY9584" fmla="*/ 1736331 h 5450835"/>
              <a:gd name="connsiteX9585" fmla="*/ 7391987 w 10450132"/>
              <a:gd name="connsiteY9585" fmla="*/ 1736331 h 5450835"/>
              <a:gd name="connsiteX9586" fmla="*/ 7392775 w 10450132"/>
              <a:gd name="connsiteY9586" fmla="*/ 1736791 h 5450835"/>
              <a:gd name="connsiteX9587" fmla="*/ 7397307 w 10450132"/>
              <a:gd name="connsiteY9587" fmla="*/ 1744672 h 5450835"/>
              <a:gd name="connsiteX9588" fmla="*/ 7397307 w 10450132"/>
              <a:gd name="connsiteY9588" fmla="*/ 1745526 h 5450835"/>
              <a:gd name="connsiteX9589" fmla="*/ 7392775 w 10450132"/>
              <a:gd name="connsiteY9589" fmla="*/ 1753408 h 5450835"/>
              <a:gd name="connsiteX9590" fmla="*/ 7391987 w 10450132"/>
              <a:gd name="connsiteY9590" fmla="*/ 1753867 h 5450835"/>
              <a:gd name="connsiteX9591" fmla="*/ 7382923 w 10450132"/>
              <a:gd name="connsiteY9591" fmla="*/ 1753867 h 5450835"/>
              <a:gd name="connsiteX9592" fmla="*/ 7382135 w 10450132"/>
              <a:gd name="connsiteY9592" fmla="*/ 1753408 h 5450835"/>
              <a:gd name="connsiteX9593" fmla="*/ 7377602 w 10450132"/>
              <a:gd name="connsiteY9593" fmla="*/ 1745526 h 5450835"/>
              <a:gd name="connsiteX9594" fmla="*/ 7377602 w 10450132"/>
              <a:gd name="connsiteY9594" fmla="*/ 1744672 h 5450835"/>
              <a:gd name="connsiteX9595" fmla="*/ 7382135 w 10450132"/>
              <a:gd name="connsiteY9595" fmla="*/ 1736791 h 5450835"/>
              <a:gd name="connsiteX9596" fmla="*/ 7382923 w 10450132"/>
              <a:gd name="connsiteY9596" fmla="*/ 1736331 h 5450835"/>
              <a:gd name="connsiteX9597" fmla="*/ 5093300 w 10450132"/>
              <a:gd name="connsiteY9597" fmla="*/ 1736331 h 5450835"/>
              <a:gd name="connsiteX9598" fmla="*/ 5102364 w 10450132"/>
              <a:gd name="connsiteY9598" fmla="*/ 1736331 h 5450835"/>
              <a:gd name="connsiteX9599" fmla="*/ 5103153 w 10450132"/>
              <a:gd name="connsiteY9599" fmla="*/ 1736791 h 5450835"/>
              <a:gd name="connsiteX9600" fmla="*/ 5107684 w 10450132"/>
              <a:gd name="connsiteY9600" fmla="*/ 1744672 h 5450835"/>
              <a:gd name="connsiteX9601" fmla="*/ 5107684 w 10450132"/>
              <a:gd name="connsiteY9601" fmla="*/ 1745527 h 5450835"/>
              <a:gd name="connsiteX9602" fmla="*/ 5103153 w 10450132"/>
              <a:gd name="connsiteY9602" fmla="*/ 1753408 h 5450835"/>
              <a:gd name="connsiteX9603" fmla="*/ 5102364 w 10450132"/>
              <a:gd name="connsiteY9603" fmla="*/ 1753867 h 5450835"/>
              <a:gd name="connsiteX9604" fmla="*/ 5093300 w 10450132"/>
              <a:gd name="connsiteY9604" fmla="*/ 1753867 h 5450835"/>
              <a:gd name="connsiteX9605" fmla="*/ 5092512 w 10450132"/>
              <a:gd name="connsiteY9605" fmla="*/ 1753408 h 5450835"/>
              <a:gd name="connsiteX9606" fmla="*/ 5087979 w 10450132"/>
              <a:gd name="connsiteY9606" fmla="*/ 1745527 h 5450835"/>
              <a:gd name="connsiteX9607" fmla="*/ 5087979 w 10450132"/>
              <a:gd name="connsiteY9607" fmla="*/ 1744672 h 5450835"/>
              <a:gd name="connsiteX9608" fmla="*/ 5092512 w 10450132"/>
              <a:gd name="connsiteY9608" fmla="*/ 1736791 h 5450835"/>
              <a:gd name="connsiteX9609" fmla="*/ 5093300 w 10450132"/>
              <a:gd name="connsiteY9609" fmla="*/ 1736331 h 5450835"/>
              <a:gd name="connsiteX9610" fmla="*/ 514293 w 10450132"/>
              <a:gd name="connsiteY9610" fmla="*/ 1736331 h 5450835"/>
              <a:gd name="connsiteX9611" fmla="*/ 523356 w 10450132"/>
              <a:gd name="connsiteY9611" fmla="*/ 1736331 h 5450835"/>
              <a:gd name="connsiteX9612" fmla="*/ 524144 w 10450132"/>
              <a:gd name="connsiteY9612" fmla="*/ 1736790 h 5450835"/>
              <a:gd name="connsiteX9613" fmla="*/ 528676 w 10450132"/>
              <a:gd name="connsiteY9613" fmla="*/ 1744671 h 5450835"/>
              <a:gd name="connsiteX9614" fmla="*/ 528676 w 10450132"/>
              <a:gd name="connsiteY9614" fmla="*/ 1745525 h 5450835"/>
              <a:gd name="connsiteX9615" fmla="*/ 524144 w 10450132"/>
              <a:gd name="connsiteY9615" fmla="*/ 1753408 h 5450835"/>
              <a:gd name="connsiteX9616" fmla="*/ 523356 w 10450132"/>
              <a:gd name="connsiteY9616" fmla="*/ 1753867 h 5450835"/>
              <a:gd name="connsiteX9617" fmla="*/ 514293 w 10450132"/>
              <a:gd name="connsiteY9617" fmla="*/ 1753867 h 5450835"/>
              <a:gd name="connsiteX9618" fmla="*/ 513505 w 10450132"/>
              <a:gd name="connsiteY9618" fmla="*/ 1753408 h 5450835"/>
              <a:gd name="connsiteX9619" fmla="*/ 508971 w 10450132"/>
              <a:gd name="connsiteY9619" fmla="*/ 1745525 h 5450835"/>
              <a:gd name="connsiteX9620" fmla="*/ 508971 w 10450132"/>
              <a:gd name="connsiteY9620" fmla="*/ 1744671 h 5450835"/>
              <a:gd name="connsiteX9621" fmla="*/ 513505 w 10450132"/>
              <a:gd name="connsiteY9621" fmla="*/ 1736790 h 5450835"/>
              <a:gd name="connsiteX9622" fmla="*/ 514293 w 10450132"/>
              <a:gd name="connsiteY9622" fmla="*/ 1736331 h 5450835"/>
              <a:gd name="connsiteX9623" fmla="*/ 4838919 w 10450132"/>
              <a:gd name="connsiteY9623" fmla="*/ 1736330 h 5450835"/>
              <a:gd name="connsiteX9624" fmla="*/ 4847982 w 10450132"/>
              <a:gd name="connsiteY9624" fmla="*/ 1736330 h 5450835"/>
              <a:gd name="connsiteX9625" fmla="*/ 4848772 w 10450132"/>
              <a:gd name="connsiteY9625" fmla="*/ 1736788 h 5450835"/>
              <a:gd name="connsiteX9626" fmla="*/ 4853303 w 10450132"/>
              <a:gd name="connsiteY9626" fmla="*/ 1744671 h 5450835"/>
              <a:gd name="connsiteX9627" fmla="*/ 4853303 w 10450132"/>
              <a:gd name="connsiteY9627" fmla="*/ 1745525 h 5450835"/>
              <a:gd name="connsiteX9628" fmla="*/ 4848772 w 10450132"/>
              <a:gd name="connsiteY9628" fmla="*/ 1753407 h 5450835"/>
              <a:gd name="connsiteX9629" fmla="*/ 4847982 w 10450132"/>
              <a:gd name="connsiteY9629" fmla="*/ 1753866 h 5450835"/>
              <a:gd name="connsiteX9630" fmla="*/ 4838919 w 10450132"/>
              <a:gd name="connsiteY9630" fmla="*/ 1753866 h 5450835"/>
              <a:gd name="connsiteX9631" fmla="*/ 4838132 w 10450132"/>
              <a:gd name="connsiteY9631" fmla="*/ 1753407 h 5450835"/>
              <a:gd name="connsiteX9632" fmla="*/ 4833598 w 10450132"/>
              <a:gd name="connsiteY9632" fmla="*/ 1745525 h 5450835"/>
              <a:gd name="connsiteX9633" fmla="*/ 4833598 w 10450132"/>
              <a:gd name="connsiteY9633" fmla="*/ 1744671 h 5450835"/>
              <a:gd name="connsiteX9634" fmla="*/ 4838132 w 10450132"/>
              <a:gd name="connsiteY9634" fmla="*/ 1736788 h 5450835"/>
              <a:gd name="connsiteX9635" fmla="*/ 4838919 w 10450132"/>
              <a:gd name="connsiteY9635" fmla="*/ 1736330 h 5450835"/>
              <a:gd name="connsiteX9636" fmla="*/ 2803852 w 10450132"/>
              <a:gd name="connsiteY9636" fmla="*/ 1736326 h 5450835"/>
              <a:gd name="connsiteX9637" fmla="*/ 2812917 w 10450132"/>
              <a:gd name="connsiteY9637" fmla="*/ 1736326 h 5450835"/>
              <a:gd name="connsiteX9638" fmla="*/ 2813705 w 10450132"/>
              <a:gd name="connsiteY9638" fmla="*/ 1736787 h 5450835"/>
              <a:gd name="connsiteX9639" fmla="*/ 2818237 w 10450132"/>
              <a:gd name="connsiteY9639" fmla="*/ 1744669 h 5450835"/>
              <a:gd name="connsiteX9640" fmla="*/ 2818237 w 10450132"/>
              <a:gd name="connsiteY9640" fmla="*/ 1745523 h 5450835"/>
              <a:gd name="connsiteX9641" fmla="*/ 2813705 w 10450132"/>
              <a:gd name="connsiteY9641" fmla="*/ 1753405 h 5450835"/>
              <a:gd name="connsiteX9642" fmla="*/ 2812917 w 10450132"/>
              <a:gd name="connsiteY9642" fmla="*/ 1753864 h 5450835"/>
              <a:gd name="connsiteX9643" fmla="*/ 2803852 w 10450132"/>
              <a:gd name="connsiteY9643" fmla="*/ 1753864 h 5450835"/>
              <a:gd name="connsiteX9644" fmla="*/ 2803063 w 10450132"/>
              <a:gd name="connsiteY9644" fmla="*/ 1753405 h 5450835"/>
              <a:gd name="connsiteX9645" fmla="*/ 2798531 w 10450132"/>
              <a:gd name="connsiteY9645" fmla="*/ 1745523 h 5450835"/>
              <a:gd name="connsiteX9646" fmla="*/ 2798531 w 10450132"/>
              <a:gd name="connsiteY9646" fmla="*/ 1744669 h 5450835"/>
              <a:gd name="connsiteX9647" fmla="*/ 2803063 w 10450132"/>
              <a:gd name="connsiteY9647" fmla="*/ 1736787 h 5450835"/>
              <a:gd name="connsiteX9648" fmla="*/ 2803852 w 10450132"/>
              <a:gd name="connsiteY9648" fmla="*/ 1736326 h 5450835"/>
              <a:gd name="connsiteX9649" fmla="*/ 1277494 w 10450132"/>
              <a:gd name="connsiteY9649" fmla="*/ 1736326 h 5450835"/>
              <a:gd name="connsiteX9650" fmla="*/ 1286560 w 10450132"/>
              <a:gd name="connsiteY9650" fmla="*/ 1736326 h 5450835"/>
              <a:gd name="connsiteX9651" fmla="*/ 1287346 w 10450132"/>
              <a:gd name="connsiteY9651" fmla="*/ 1736786 h 5450835"/>
              <a:gd name="connsiteX9652" fmla="*/ 1291879 w 10450132"/>
              <a:gd name="connsiteY9652" fmla="*/ 1744668 h 5450835"/>
              <a:gd name="connsiteX9653" fmla="*/ 1291879 w 10450132"/>
              <a:gd name="connsiteY9653" fmla="*/ 1745523 h 5450835"/>
              <a:gd name="connsiteX9654" fmla="*/ 1287346 w 10450132"/>
              <a:gd name="connsiteY9654" fmla="*/ 1753404 h 5450835"/>
              <a:gd name="connsiteX9655" fmla="*/ 1286560 w 10450132"/>
              <a:gd name="connsiteY9655" fmla="*/ 1753864 h 5450835"/>
              <a:gd name="connsiteX9656" fmla="*/ 1277494 w 10450132"/>
              <a:gd name="connsiteY9656" fmla="*/ 1753864 h 5450835"/>
              <a:gd name="connsiteX9657" fmla="*/ 1276706 w 10450132"/>
              <a:gd name="connsiteY9657" fmla="*/ 1753404 h 5450835"/>
              <a:gd name="connsiteX9658" fmla="*/ 1272175 w 10450132"/>
              <a:gd name="connsiteY9658" fmla="*/ 1745523 h 5450835"/>
              <a:gd name="connsiteX9659" fmla="*/ 1272175 w 10450132"/>
              <a:gd name="connsiteY9659" fmla="*/ 1744668 h 5450835"/>
              <a:gd name="connsiteX9660" fmla="*/ 1276706 w 10450132"/>
              <a:gd name="connsiteY9660" fmla="*/ 1736786 h 5450835"/>
              <a:gd name="connsiteX9661" fmla="*/ 1277494 w 10450132"/>
              <a:gd name="connsiteY9661" fmla="*/ 1736326 h 5450835"/>
              <a:gd name="connsiteX9662" fmla="*/ 8400511 w 10450132"/>
              <a:gd name="connsiteY9662" fmla="*/ 1736321 h 5450835"/>
              <a:gd name="connsiteX9663" fmla="*/ 8409575 w 10450132"/>
              <a:gd name="connsiteY9663" fmla="*/ 1736321 h 5450835"/>
              <a:gd name="connsiteX9664" fmla="*/ 8410363 w 10450132"/>
              <a:gd name="connsiteY9664" fmla="*/ 1736781 h 5450835"/>
              <a:gd name="connsiteX9665" fmla="*/ 8414896 w 10450132"/>
              <a:gd name="connsiteY9665" fmla="*/ 1744662 h 5450835"/>
              <a:gd name="connsiteX9666" fmla="*/ 8414896 w 10450132"/>
              <a:gd name="connsiteY9666" fmla="*/ 1745517 h 5450835"/>
              <a:gd name="connsiteX9667" fmla="*/ 8410363 w 10450132"/>
              <a:gd name="connsiteY9667" fmla="*/ 1753400 h 5450835"/>
              <a:gd name="connsiteX9668" fmla="*/ 8409575 w 10450132"/>
              <a:gd name="connsiteY9668" fmla="*/ 1753857 h 5450835"/>
              <a:gd name="connsiteX9669" fmla="*/ 8400511 w 10450132"/>
              <a:gd name="connsiteY9669" fmla="*/ 1753857 h 5450835"/>
              <a:gd name="connsiteX9670" fmla="*/ 8399723 w 10450132"/>
              <a:gd name="connsiteY9670" fmla="*/ 1753400 h 5450835"/>
              <a:gd name="connsiteX9671" fmla="*/ 8395191 w 10450132"/>
              <a:gd name="connsiteY9671" fmla="*/ 1745517 h 5450835"/>
              <a:gd name="connsiteX9672" fmla="*/ 8395191 w 10450132"/>
              <a:gd name="connsiteY9672" fmla="*/ 1744662 h 5450835"/>
              <a:gd name="connsiteX9673" fmla="*/ 8399723 w 10450132"/>
              <a:gd name="connsiteY9673" fmla="*/ 1736781 h 5450835"/>
              <a:gd name="connsiteX9674" fmla="*/ 8400511 w 10450132"/>
              <a:gd name="connsiteY9674" fmla="*/ 1736321 h 5450835"/>
              <a:gd name="connsiteX9675" fmla="*/ 2549446 w 10450132"/>
              <a:gd name="connsiteY9675" fmla="*/ 1736319 h 5450835"/>
              <a:gd name="connsiteX9676" fmla="*/ 2558512 w 10450132"/>
              <a:gd name="connsiteY9676" fmla="*/ 1736319 h 5450835"/>
              <a:gd name="connsiteX9677" fmla="*/ 2559300 w 10450132"/>
              <a:gd name="connsiteY9677" fmla="*/ 1736778 h 5450835"/>
              <a:gd name="connsiteX9678" fmla="*/ 2563831 w 10450132"/>
              <a:gd name="connsiteY9678" fmla="*/ 1744660 h 5450835"/>
              <a:gd name="connsiteX9679" fmla="*/ 2563831 w 10450132"/>
              <a:gd name="connsiteY9679" fmla="*/ 1745514 h 5450835"/>
              <a:gd name="connsiteX9680" fmla="*/ 2559300 w 10450132"/>
              <a:gd name="connsiteY9680" fmla="*/ 1753395 h 5450835"/>
              <a:gd name="connsiteX9681" fmla="*/ 2558512 w 10450132"/>
              <a:gd name="connsiteY9681" fmla="*/ 1753855 h 5450835"/>
              <a:gd name="connsiteX9682" fmla="*/ 2549446 w 10450132"/>
              <a:gd name="connsiteY9682" fmla="*/ 1753855 h 5450835"/>
              <a:gd name="connsiteX9683" fmla="*/ 2548658 w 10450132"/>
              <a:gd name="connsiteY9683" fmla="*/ 1753395 h 5450835"/>
              <a:gd name="connsiteX9684" fmla="*/ 2544126 w 10450132"/>
              <a:gd name="connsiteY9684" fmla="*/ 1745514 h 5450835"/>
              <a:gd name="connsiteX9685" fmla="*/ 2544126 w 10450132"/>
              <a:gd name="connsiteY9685" fmla="*/ 1744660 h 5450835"/>
              <a:gd name="connsiteX9686" fmla="*/ 2548658 w 10450132"/>
              <a:gd name="connsiteY9686" fmla="*/ 1736778 h 5450835"/>
              <a:gd name="connsiteX9687" fmla="*/ 2549446 w 10450132"/>
              <a:gd name="connsiteY9687" fmla="*/ 1736319 h 5450835"/>
              <a:gd name="connsiteX9688" fmla="*/ 3567061 w 10450132"/>
              <a:gd name="connsiteY9688" fmla="*/ 1736317 h 5450835"/>
              <a:gd name="connsiteX9689" fmla="*/ 3576125 w 10450132"/>
              <a:gd name="connsiteY9689" fmla="*/ 1736317 h 5450835"/>
              <a:gd name="connsiteX9690" fmla="*/ 3576914 w 10450132"/>
              <a:gd name="connsiteY9690" fmla="*/ 1736775 h 5450835"/>
              <a:gd name="connsiteX9691" fmla="*/ 3581446 w 10450132"/>
              <a:gd name="connsiteY9691" fmla="*/ 1744658 h 5450835"/>
              <a:gd name="connsiteX9692" fmla="*/ 3581446 w 10450132"/>
              <a:gd name="connsiteY9692" fmla="*/ 1745510 h 5450835"/>
              <a:gd name="connsiteX9693" fmla="*/ 3576914 w 10450132"/>
              <a:gd name="connsiteY9693" fmla="*/ 1753393 h 5450835"/>
              <a:gd name="connsiteX9694" fmla="*/ 3576125 w 10450132"/>
              <a:gd name="connsiteY9694" fmla="*/ 1753853 h 5450835"/>
              <a:gd name="connsiteX9695" fmla="*/ 3567061 w 10450132"/>
              <a:gd name="connsiteY9695" fmla="*/ 1753853 h 5450835"/>
              <a:gd name="connsiteX9696" fmla="*/ 3566273 w 10450132"/>
              <a:gd name="connsiteY9696" fmla="*/ 1753393 h 5450835"/>
              <a:gd name="connsiteX9697" fmla="*/ 3561739 w 10450132"/>
              <a:gd name="connsiteY9697" fmla="*/ 1745510 h 5450835"/>
              <a:gd name="connsiteX9698" fmla="*/ 3561739 w 10450132"/>
              <a:gd name="connsiteY9698" fmla="*/ 1744658 h 5450835"/>
              <a:gd name="connsiteX9699" fmla="*/ 3566273 w 10450132"/>
              <a:gd name="connsiteY9699" fmla="*/ 1736775 h 5450835"/>
              <a:gd name="connsiteX9700" fmla="*/ 3567061 w 10450132"/>
              <a:gd name="connsiteY9700" fmla="*/ 1736317 h 5450835"/>
              <a:gd name="connsiteX9701" fmla="*/ 3312668 w 10450132"/>
              <a:gd name="connsiteY9701" fmla="*/ 1736314 h 5450835"/>
              <a:gd name="connsiteX9702" fmla="*/ 3321733 w 10450132"/>
              <a:gd name="connsiteY9702" fmla="*/ 1736314 h 5450835"/>
              <a:gd name="connsiteX9703" fmla="*/ 3322522 w 10450132"/>
              <a:gd name="connsiteY9703" fmla="*/ 1736774 h 5450835"/>
              <a:gd name="connsiteX9704" fmla="*/ 3327053 w 10450132"/>
              <a:gd name="connsiteY9704" fmla="*/ 1744654 h 5450835"/>
              <a:gd name="connsiteX9705" fmla="*/ 3327053 w 10450132"/>
              <a:gd name="connsiteY9705" fmla="*/ 1745509 h 5450835"/>
              <a:gd name="connsiteX9706" fmla="*/ 3322522 w 10450132"/>
              <a:gd name="connsiteY9706" fmla="*/ 1753392 h 5450835"/>
              <a:gd name="connsiteX9707" fmla="*/ 3321733 w 10450132"/>
              <a:gd name="connsiteY9707" fmla="*/ 1753851 h 5450835"/>
              <a:gd name="connsiteX9708" fmla="*/ 3312668 w 10450132"/>
              <a:gd name="connsiteY9708" fmla="*/ 1753851 h 5450835"/>
              <a:gd name="connsiteX9709" fmla="*/ 3311880 w 10450132"/>
              <a:gd name="connsiteY9709" fmla="*/ 1753392 h 5450835"/>
              <a:gd name="connsiteX9710" fmla="*/ 3307348 w 10450132"/>
              <a:gd name="connsiteY9710" fmla="*/ 1745509 h 5450835"/>
              <a:gd name="connsiteX9711" fmla="*/ 3307348 w 10450132"/>
              <a:gd name="connsiteY9711" fmla="*/ 1744654 h 5450835"/>
              <a:gd name="connsiteX9712" fmla="*/ 3311880 w 10450132"/>
              <a:gd name="connsiteY9712" fmla="*/ 1736774 h 5450835"/>
              <a:gd name="connsiteX9713" fmla="*/ 3312668 w 10450132"/>
              <a:gd name="connsiteY9713" fmla="*/ 1736314 h 5450835"/>
              <a:gd name="connsiteX9714" fmla="*/ 7128477 w 10450132"/>
              <a:gd name="connsiteY9714" fmla="*/ 1736310 h 5450835"/>
              <a:gd name="connsiteX9715" fmla="*/ 7137540 w 10450132"/>
              <a:gd name="connsiteY9715" fmla="*/ 1736310 h 5450835"/>
              <a:gd name="connsiteX9716" fmla="*/ 7138328 w 10450132"/>
              <a:gd name="connsiteY9716" fmla="*/ 1736770 h 5450835"/>
              <a:gd name="connsiteX9717" fmla="*/ 7142860 w 10450132"/>
              <a:gd name="connsiteY9717" fmla="*/ 1744651 h 5450835"/>
              <a:gd name="connsiteX9718" fmla="*/ 7142860 w 10450132"/>
              <a:gd name="connsiteY9718" fmla="*/ 1745505 h 5450835"/>
              <a:gd name="connsiteX9719" fmla="*/ 7138328 w 10450132"/>
              <a:gd name="connsiteY9719" fmla="*/ 1753389 h 5450835"/>
              <a:gd name="connsiteX9720" fmla="*/ 7137540 w 10450132"/>
              <a:gd name="connsiteY9720" fmla="*/ 1753846 h 5450835"/>
              <a:gd name="connsiteX9721" fmla="*/ 7128477 w 10450132"/>
              <a:gd name="connsiteY9721" fmla="*/ 1753846 h 5450835"/>
              <a:gd name="connsiteX9722" fmla="*/ 7127689 w 10450132"/>
              <a:gd name="connsiteY9722" fmla="*/ 1753389 h 5450835"/>
              <a:gd name="connsiteX9723" fmla="*/ 7123156 w 10450132"/>
              <a:gd name="connsiteY9723" fmla="*/ 1745505 h 5450835"/>
              <a:gd name="connsiteX9724" fmla="*/ 7123156 w 10450132"/>
              <a:gd name="connsiteY9724" fmla="*/ 1744651 h 5450835"/>
              <a:gd name="connsiteX9725" fmla="*/ 7127689 w 10450132"/>
              <a:gd name="connsiteY9725" fmla="*/ 1736770 h 5450835"/>
              <a:gd name="connsiteX9726" fmla="*/ 7128477 w 10450132"/>
              <a:gd name="connsiteY9726" fmla="*/ 1736310 h 5450835"/>
              <a:gd name="connsiteX9727" fmla="*/ 6874095 w 10450132"/>
              <a:gd name="connsiteY9727" fmla="*/ 1736310 h 5450835"/>
              <a:gd name="connsiteX9728" fmla="*/ 6883159 w 10450132"/>
              <a:gd name="connsiteY9728" fmla="*/ 1736310 h 5450835"/>
              <a:gd name="connsiteX9729" fmla="*/ 6883947 w 10450132"/>
              <a:gd name="connsiteY9729" fmla="*/ 1736770 h 5450835"/>
              <a:gd name="connsiteX9730" fmla="*/ 6888480 w 10450132"/>
              <a:gd name="connsiteY9730" fmla="*/ 1744651 h 5450835"/>
              <a:gd name="connsiteX9731" fmla="*/ 6888480 w 10450132"/>
              <a:gd name="connsiteY9731" fmla="*/ 1745505 h 5450835"/>
              <a:gd name="connsiteX9732" fmla="*/ 6883947 w 10450132"/>
              <a:gd name="connsiteY9732" fmla="*/ 1753389 h 5450835"/>
              <a:gd name="connsiteX9733" fmla="*/ 6883159 w 10450132"/>
              <a:gd name="connsiteY9733" fmla="*/ 1753846 h 5450835"/>
              <a:gd name="connsiteX9734" fmla="*/ 6874095 w 10450132"/>
              <a:gd name="connsiteY9734" fmla="*/ 1753846 h 5450835"/>
              <a:gd name="connsiteX9735" fmla="*/ 6873307 w 10450132"/>
              <a:gd name="connsiteY9735" fmla="*/ 1753389 h 5450835"/>
              <a:gd name="connsiteX9736" fmla="*/ 6868775 w 10450132"/>
              <a:gd name="connsiteY9736" fmla="*/ 1745505 h 5450835"/>
              <a:gd name="connsiteX9737" fmla="*/ 6868775 w 10450132"/>
              <a:gd name="connsiteY9737" fmla="*/ 1744651 h 5450835"/>
              <a:gd name="connsiteX9738" fmla="*/ 6873307 w 10450132"/>
              <a:gd name="connsiteY9738" fmla="*/ 1736770 h 5450835"/>
              <a:gd name="connsiteX9739" fmla="*/ 6874095 w 10450132"/>
              <a:gd name="connsiteY9739" fmla="*/ 1736310 h 5450835"/>
              <a:gd name="connsiteX9740" fmla="*/ 9926861 w 10450132"/>
              <a:gd name="connsiteY9740" fmla="*/ 1736307 h 5450835"/>
              <a:gd name="connsiteX9741" fmla="*/ 9935924 w 10450132"/>
              <a:gd name="connsiteY9741" fmla="*/ 1736307 h 5450835"/>
              <a:gd name="connsiteX9742" fmla="*/ 9936713 w 10450132"/>
              <a:gd name="connsiteY9742" fmla="*/ 1736767 h 5450835"/>
              <a:gd name="connsiteX9743" fmla="*/ 9941246 w 10450132"/>
              <a:gd name="connsiteY9743" fmla="*/ 1744649 h 5450835"/>
              <a:gd name="connsiteX9744" fmla="*/ 9941246 w 10450132"/>
              <a:gd name="connsiteY9744" fmla="*/ 1745503 h 5450835"/>
              <a:gd name="connsiteX9745" fmla="*/ 9936713 w 10450132"/>
              <a:gd name="connsiteY9745" fmla="*/ 1753385 h 5450835"/>
              <a:gd name="connsiteX9746" fmla="*/ 9935924 w 10450132"/>
              <a:gd name="connsiteY9746" fmla="*/ 1753844 h 5450835"/>
              <a:gd name="connsiteX9747" fmla="*/ 9926861 w 10450132"/>
              <a:gd name="connsiteY9747" fmla="*/ 1753844 h 5450835"/>
              <a:gd name="connsiteX9748" fmla="*/ 9926073 w 10450132"/>
              <a:gd name="connsiteY9748" fmla="*/ 1753385 h 5450835"/>
              <a:gd name="connsiteX9749" fmla="*/ 9921541 w 10450132"/>
              <a:gd name="connsiteY9749" fmla="*/ 1745503 h 5450835"/>
              <a:gd name="connsiteX9750" fmla="*/ 9921541 w 10450132"/>
              <a:gd name="connsiteY9750" fmla="*/ 1744649 h 5450835"/>
              <a:gd name="connsiteX9751" fmla="*/ 9926073 w 10450132"/>
              <a:gd name="connsiteY9751" fmla="*/ 1736767 h 5450835"/>
              <a:gd name="connsiteX9752" fmla="*/ 9926861 w 10450132"/>
              <a:gd name="connsiteY9752" fmla="*/ 1736307 h 5450835"/>
              <a:gd name="connsiteX9753" fmla="*/ 6365334 w 10450132"/>
              <a:gd name="connsiteY9753" fmla="*/ 1736292 h 5450835"/>
              <a:gd name="connsiteX9754" fmla="*/ 6374397 w 10450132"/>
              <a:gd name="connsiteY9754" fmla="*/ 1736292 h 5450835"/>
              <a:gd name="connsiteX9755" fmla="*/ 6375186 w 10450132"/>
              <a:gd name="connsiteY9755" fmla="*/ 1736751 h 5450835"/>
              <a:gd name="connsiteX9756" fmla="*/ 6379718 w 10450132"/>
              <a:gd name="connsiteY9756" fmla="*/ 1744633 h 5450835"/>
              <a:gd name="connsiteX9757" fmla="*/ 6379718 w 10450132"/>
              <a:gd name="connsiteY9757" fmla="*/ 1745487 h 5450835"/>
              <a:gd name="connsiteX9758" fmla="*/ 6375186 w 10450132"/>
              <a:gd name="connsiteY9758" fmla="*/ 1753369 h 5450835"/>
              <a:gd name="connsiteX9759" fmla="*/ 6374397 w 10450132"/>
              <a:gd name="connsiteY9759" fmla="*/ 1753828 h 5450835"/>
              <a:gd name="connsiteX9760" fmla="*/ 6365334 w 10450132"/>
              <a:gd name="connsiteY9760" fmla="*/ 1753828 h 5450835"/>
              <a:gd name="connsiteX9761" fmla="*/ 6364546 w 10450132"/>
              <a:gd name="connsiteY9761" fmla="*/ 1753369 h 5450835"/>
              <a:gd name="connsiteX9762" fmla="*/ 6360014 w 10450132"/>
              <a:gd name="connsiteY9762" fmla="*/ 1745487 h 5450835"/>
              <a:gd name="connsiteX9763" fmla="*/ 6360014 w 10450132"/>
              <a:gd name="connsiteY9763" fmla="*/ 1744633 h 5450835"/>
              <a:gd name="connsiteX9764" fmla="*/ 6364546 w 10450132"/>
              <a:gd name="connsiteY9764" fmla="*/ 1736751 h 5450835"/>
              <a:gd name="connsiteX9765" fmla="*/ 6365334 w 10450132"/>
              <a:gd name="connsiteY9765" fmla="*/ 1736292 h 5450835"/>
              <a:gd name="connsiteX9766" fmla="*/ 7891684 w 10450132"/>
              <a:gd name="connsiteY9766" fmla="*/ 1736287 h 5450835"/>
              <a:gd name="connsiteX9767" fmla="*/ 7900748 w 10450132"/>
              <a:gd name="connsiteY9767" fmla="*/ 1736287 h 5450835"/>
              <a:gd name="connsiteX9768" fmla="*/ 7901536 w 10450132"/>
              <a:gd name="connsiteY9768" fmla="*/ 1736747 h 5450835"/>
              <a:gd name="connsiteX9769" fmla="*/ 7906067 w 10450132"/>
              <a:gd name="connsiteY9769" fmla="*/ 1744628 h 5450835"/>
              <a:gd name="connsiteX9770" fmla="*/ 7906067 w 10450132"/>
              <a:gd name="connsiteY9770" fmla="*/ 1745482 h 5450835"/>
              <a:gd name="connsiteX9771" fmla="*/ 7901536 w 10450132"/>
              <a:gd name="connsiteY9771" fmla="*/ 1753365 h 5450835"/>
              <a:gd name="connsiteX9772" fmla="*/ 7900748 w 10450132"/>
              <a:gd name="connsiteY9772" fmla="*/ 1753823 h 5450835"/>
              <a:gd name="connsiteX9773" fmla="*/ 7891684 w 10450132"/>
              <a:gd name="connsiteY9773" fmla="*/ 1753823 h 5450835"/>
              <a:gd name="connsiteX9774" fmla="*/ 7890896 w 10450132"/>
              <a:gd name="connsiteY9774" fmla="*/ 1753365 h 5450835"/>
              <a:gd name="connsiteX9775" fmla="*/ 7886363 w 10450132"/>
              <a:gd name="connsiteY9775" fmla="*/ 1745482 h 5450835"/>
              <a:gd name="connsiteX9776" fmla="*/ 7886363 w 10450132"/>
              <a:gd name="connsiteY9776" fmla="*/ 1744628 h 5450835"/>
              <a:gd name="connsiteX9777" fmla="*/ 7890896 w 10450132"/>
              <a:gd name="connsiteY9777" fmla="*/ 1736747 h 5450835"/>
              <a:gd name="connsiteX9778" fmla="*/ 7891684 w 10450132"/>
              <a:gd name="connsiteY9778" fmla="*/ 1736287 h 5450835"/>
              <a:gd name="connsiteX9779" fmla="*/ 8146065 w 10450132"/>
              <a:gd name="connsiteY9779" fmla="*/ 1736284 h 5450835"/>
              <a:gd name="connsiteX9780" fmla="*/ 8155129 w 10450132"/>
              <a:gd name="connsiteY9780" fmla="*/ 1736284 h 5450835"/>
              <a:gd name="connsiteX9781" fmla="*/ 8155917 w 10450132"/>
              <a:gd name="connsiteY9781" fmla="*/ 1736744 h 5450835"/>
              <a:gd name="connsiteX9782" fmla="*/ 8160449 w 10450132"/>
              <a:gd name="connsiteY9782" fmla="*/ 1744626 h 5450835"/>
              <a:gd name="connsiteX9783" fmla="*/ 8160449 w 10450132"/>
              <a:gd name="connsiteY9783" fmla="*/ 1745479 h 5450835"/>
              <a:gd name="connsiteX9784" fmla="*/ 8155917 w 10450132"/>
              <a:gd name="connsiteY9784" fmla="*/ 1753362 h 5450835"/>
              <a:gd name="connsiteX9785" fmla="*/ 8155129 w 10450132"/>
              <a:gd name="connsiteY9785" fmla="*/ 1753821 h 5450835"/>
              <a:gd name="connsiteX9786" fmla="*/ 8146065 w 10450132"/>
              <a:gd name="connsiteY9786" fmla="*/ 1753821 h 5450835"/>
              <a:gd name="connsiteX9787" fmla="*/ 8145277 w 10450132"/>
              <a:gd name="connsiteY9787" fmla="*/ 1753362 h 5450835"/>
              <a:gd name="connsiteX9788" fmla="*/ 8140745 w 10450132"/>
              <a:gd name="connsiteY9788" fmla="*/ 1745479 h 5450835"/>
              <a:gd name="connsiteX9789" fmla="*/ 8140745 w 10450132"/>
              <a:gd name="connsiteY9789" fmla="*/ 1744626 h 5450835"/>
              <a:gd name="connsiteX9790" fmla="*/ 8145277 w 10450132"/>
              <a:gd name="connsiteY9790" fmla="*/ 1736744 h 5450835"/>
              <a:gd name="connsiteX9791" fmla="*/ 8146065 w 10450132"/>
              <a:gd name="connsiteY9791" fmla="*/ 1736284 h 5450835"/>
              <a:gd name="connsiteX9792" fmla="*/ 5602126 w 10450132"/>
              <a:gd name="connsiteY9792" fmla="*/ 1736284 h 5450835"/>
              <a:gd name="connsiteX9793" fmla="*/ 5611191 w 10450132"/>
              <a:gd name="connsiteY9793" fmla="*/ 1736284 h 5450835"/>
              <a:gd name="connsiteX9794" fmla="*/ 5611979 w 10450132"/>
              <a:gd name="connsiteY9794" fmla="*/ 1736744 h 5450835"/>
              <a:gd name="connsiteX9795" fmla="*/ 5616511 w 10450132"/>
              <a:gd name="connsiteY9795" fmla="*/ 1744626 h 5450835"/>
              <a:gd name="connsiteX9796" fmla="*/ 5616511 w 10450132"/>
              <a:gd name="connsiteY9796" fmla="*/ 1745479 h 5450835"/>
              <a:gd name="connsiteX9797" fmla="*/ 5611979 w 10450132"/>
              <a:gd name="connsiteY9797" fmla="*/ 1753362 h 5450835"/>
              <a:gd name="connsiteX9798" fmla="*/ 5611191 w 10450132"/>
              <a:gd name="connsiteY9798" fmla="*/ 1753821 h 5450835"/>
              <a:gd name="connsiteX9799" fmla="*/ 5602126 w 10450132"/>
              <a:gd name="connsiteY9799" fmla="*/ 1753821 h 5450835"/>
              <a:gd name="connsiteX9800" fmla="*/ 5601338 w 10450132"/>
              <a:gd name="connsiteY9800" fmla="*/ 1753362 h 5450835"/>
              <a:gd name="connsiteX9801" fmla="*/ 5596807 w 10450132"/>
              <a:gd name="connsiteY9801" fmla="*/ 1745479 h 5450835"/>
              <a:gd name="connsiteX9802" fmla="*/ 5596807 w 10450132"/>
              <a:gd name="connsiteY9802" fmla="*/ 1744626 h 5450835"/>
              <a:gd name="connsiteX9803" fmla="*/ 5601338 w 10450132"/>
              <a:gd name="connsiteY9803" fmla="*/ 1736744 h 5450835"/>
              <a:gd name="connsiteX9804" fmla="*/ 5602126 w 10450132"/>
              <a:gd name="connsiteY9804" fmla="*/ 1736284 h 5450835"/>
              <a:gd name="connsiteX9805" fmla="*/ 9163654 w 10450132"/>
              <a:gd name="connsiteY9805" fmla="*/ 1736273 h 5450835"/>
              <a:gd name="connsiteX9806" fmla="*/ 9172718 w 10450132"/>
              <a:gd name="connsiteY9806" fmla="*/ 1736273 h 5450835"/>
              <a:gd name="connsiteX9807" fmla="*/ 9173506 w 10450132"/>
              <a:gd name="connsiteY9807" fmla="*/ 1736733 h 5450835"/>
              <a:gd name="connsiteX9808" fmla="*/ 9178038 w 10450132"/>
              <a:gd name="connsiteY9808" fmla="*/ 1744614 h 5450835"/>
              <a:gd name="connsiteX9809" fmla="*/ 9178038 w 10450132"/>
              <a:gd name="connsiteY9809" fmla="*/ 1745468 h 5450835"/>
              <a:gd name="connsiteX9810" fmla="*/ 9173506 w 10450132"/>
              <a:gd name="connsiteY9810" fmla="*/ 1753350 h 5450835"/>
              <a:gd name="connsiteX9811" fmla="*/ 9172718 w 10450132"/>
              <a:gd name="connsiteY9811" fmla="*/ 1753809 h 5450835"/>
              <a:gd name="connsiteX9812" fmla="*/ 9163654 w 10450132"/>
              <a:gd name="connsiteY9812" fmla="*/ 1753809 h 5450835"/>
              <a:gd name="connsiteX9813" fmla="*/ 9162866 w 10450132"/>
              <a:gd name="connsiteY9813" fmla="*/ 1753350 h 5450835"/>
              <a:gd name="connsiteX9814" fmla="*/ 9158333 w 10450132"/>
              <a:gd name="connsiteY9814" fmla="*/ 1745468 h 5450835"/>
              <a:gd name="connsiteX9815" fmla="*/ 9158333 w 10450132"/>
              <a:gd name="connsiteY9815" fmla="*/ 1744614 h 5450835"/>
              <a:gd name="connsiteX9816" fmla="*/ 9162866 w 10450132"/>
              <a:gd name="connsiteY9816" fmla="*/ 1736733 h 5450835"/>
              <a:gd name="connsiteX9817" fmla="*/ 9163654 w 10450132"/>
              <a:gd name="connsiteY9817" fmla="*/ 1736273 h 5450835"/>
              <a:gd name="connsiteX9818" fmla="*/ 1786162 w 10450132"/>
              <a:gd name="connsiteY9818" fmla="*/ 1736271 h 5450835"/>
              <a:gd name="connsiteX9819" fmla="*/ 1795227 w 10450132"/>
              <a:gd name="connsiteY9819" fmla="*/ 1736271 h 5450835"/>
              <a:gd name="connsiteX9820" fmla="*/ 1796015 w 10450132"/>
              <a:gd name="connsiteY9820" fmla="*/ 1736731 h 5450835"/>
              <a:gd name="connsiteX9821" fmla="*/ 1800547 w 10450132"/>
              <a:gd name="connsiteY9821" fmla="*/ 1744612 h 5450835"/>
              <a:gd name="connsiteX9822" fmla="*/ 1800547 w 10450132"/>
              <a:gd name="connsiteY9822" fmla="*/ 1745466 h 5450835"/>
              <a:gd name="connsiteX9823" fmla="*/ 1796015 w 10450132"/>
              <a:gd name="connsiteY9823" fmla="*/ 1753349 h 5450835"/>
              <a:gd name="connsiteX9824" fmla="*/ 1795227 w 10450132"/>
              <a:gd name="connsiteY9824" fmla="*/ 1753807 h 5450835"/>
              <a:gd name="connsiteX9825" fmla="*/ 1786162 w 10450132"/>
              <a:gd name="connsiteY9825" fmla="*/ 1753807 h 5450835"/>
              <a:gd name="connsiteX9826" fmla="*/ 1785374 w 10450132"/>
              <a:gd name="connsiteY9826" fmla="*/ 1753349 h 5450835"/>
              <a:gd name="connsiteX9827" fmla="*/ 1780842 w 10450132"/>
              <a:gd name="connsiteY9827" fmla="*/ 1745466 h 5450835"/>
              <a:gd name="connsiteX9828" fmla="*/ 1780842 w 10450132"/>
              <a:gd name="connsiteY9828" fmla="*/ 1744612 h 5450835"/>
              <a:gd name="connsiteX9829" fmla="*/ 1785374 w 10450132"/>
              <a:gd name="connsiteY9829" fmla="*/ 1736731 h 5450835"/>
              <a:gd name="connsiteX9830" fmla="*/ 1786162 w 10450132"/>
              <a:gd name="connsiteY9830" fmla="*/ 1736271 h 5450835"/>
              <a:gd name="connsiteX9831" fmla="*/ 7637304 w 10450132"/>
              <a:gd name="connsiteY9831" fmla="*/ 1736266 h 5450835"/>
              <a:gd name="connsiteX9832" fmla="*/ 7646367 w 10450132"/>
              <a:gd name="connsiteY9832" fmla="*/ 1736266 h 5450835"/>
              <a:gd name="connsiteX9833" fmla="*/ 7647156 w 10450132"/>
              <a:gd name="connsiteY9833" fmla="*/ 1736726 h 5450835"/>
              <a:gd name="connsiteX9834" fmla="*/ 7651687 w 10450132"/>
              <a:gd name="connsiteY9834" fmla="*/ 1744607 h 5450835"/>
              <a:gd name="connsiteX9835" fmla="*/ 7651687 w 10450132"/>
              <a:gd name="connsiteY9835" fmla="*/ 1745461 h 5450835"/>
              <a:gd name="connsiteX9836" fmla="*/ 7647156 w 10450132"/>
              <a:gd name="connsiteY9836" fmla="*/ 1753344 h 5450835"/>
              <a:gd name="connsiteX9837" fmla="*/ 7646367 w 10450132"/>
              <a:gd name="connsiteY9837" fmla="*/ 1753802 h 5450835"/>
              <a:gd name="connsiteX9838" fmla="*/ 7637304 w 10450132"/>
              <a:gd name="connsiteY9838" fmla="*/ 1753802 h 5450835"/>
              <a:gd name="connsiteX9839" fmla="*/ 7636516 w 10450132"/>
              <a:gd name="connsiteY9839" fmla="*/ 1753344 h 5450835"/>
              <a:gd name="connsiteX9840" fmla="*/ 7631983 w 10450132"/>
              <a:gd name="connsiteY9840" fmla="*/ 1745461 h 5450835"/>
              <a:gd name="connsiteX9841" fmla="*/ 7631983 w 10450132"/>
              <a:gd name="connsiteY9841" fmla="*/ 1744607 h 5450835"/>
              <a:gd name="connsiteX9842" fmla="*/ 7636516 w 10450132"/>
              <a:gd name="connsiteY9842" fmla="*/ 1736726 h 5450835"/>
              <a:gd name="connsiteX9843" fmla="*/ 7637304 w 10450132"/>
              <a:gd name="connsiteY9843" fmla="*/ 1736266 h 5450835"/>
              <a:gd name="connsiteX9844" fmla="*/ 3312837 w 10450132"/>
              <a:gd name="connsiteY9844" fmla="*/ 1519373 h 5450835"/>
              <a:gd name="connsiteX9845" fmla="*/ 3321901 w 10450132"/>
              <a:gd name="connsiteY9845" fmla="*/ 1519373 h 5450835"/>
              <a:gd name="connsiteX9846" fmla="*/ 3322689 w 10450132"/>
              <a:gd name="connsiteY9846" fmla="*/ 1519835 h 5450835"/>
              <a:gd name="connsiteX9847" fmla="*/ 3327222 w 10450132"/>
              <a:gd name="connsiteY9847" fmla="*/ 1527714 h 5450835"/>
              <a:gd name="connsiteX9848" fmla="*/ 3327222 w 10450132"/>
              <a:gd name="connsiteY9848" fmla="*/ 1528568 h 5450835"/>
              <a:gd name="connsiteX9849" fmla="*/ 3322689 w 10450132"/>
              <a:gd name="connsiteY9849" fmla="*/ 1536452 h 5450835"/>
              <a:gd name="connsiteX9850" fmla="*/ 3321901 w 10450132"/>
              <a:gd name="connsiteY9850" fmla="*/ 1536911 h 5450835"/>
              <a:gd name="connsiteX9851" fmla="*/ 3312837 w 10450132"/>
              <a:gd name="connsiteY9851" fmla="*/ 1536911 h 5450835"/>
              <a:gd name="connsiteX9852" fmla="*/ 3312048 w 10450132"/>
              <a:gd name="connsiteY9852" fmla="*/ 1536452 h 5450835"/>
              <a:gd name="connsiteX9853" fmla="*/ 3307516 w 10450132"/>
              <a:gd name="connsiteY9853" fmla="*/ 1528568 h 5450835"/>
              <a:gd name="connsiteX9854" fmla="*/ 3307516 w 10450132"/>
              <a:gd name="connsiteY9854" fmla="*/ 1527714 h 5450835"/>
              <a:gd name="connsiteX9855" fmla="*/ 3312048 w 10450132"/>
              <a:gd name="connsiteY9855" fmla="*/ 1519835 h 5450835"/>
              <a:gd name="connsiteX9856" fmla="*/ 3312837 w 10450132"/>
              <a:gd name="connsiteY9856" fmla="*/ 1519373 h 5450835"/>
              <a:gd name="connsiteX9857" fmla="*/ 9672481 w 10450132"/>
              <a:gd name="connsiteY9857" fmla="*/ 1519370 h 5450835"/>
              <a:gd name="connsiteX9858" fmla="*/ 9681545 w 10450132"/>
              <a:gd name="connsiteY9858" fmla="*/ 1519370 h 5450835"/>
              <a:gd name="connsiteX9859" fmla="*/ 9682333 w 10450132"/>
              <a:gd name="connsiteY9859" fmla="*/ 1519830 h 5450835"/>
              <a:gd name="connsiteX9860" fmla="*/ 9686865 w 10450132"/>
              <a:gd name="connsiteY9860" fmla="*/ 1527710 h 5450835"/>
              <a:gd name="connsiteX9861" fmla="*/ 9686865 w 10450132"/>
              <a:gd name="connsiteY9861" fmla="*/ 1528565 h 5450835"/>
              <a:gd name="connsiteX9862" fmla="*/ 9682333 w 10450132"/>
              <a:gd name="connsiteY9862" fmla="*/ 1536448 h 5450835"/>
              <a:gd name="connsiteX9863" fmla="*/ 9681545 w 10450132"/>
              <a:gd name="connsiteY9863" fmla="*/ 1536906 h 5450835"/>
              <a:gd name="connsiteX9864" fmla="*/ 9672481 w 10450132"/>
              <a:gd name="connsiteY9864" fmla="*/ 1536906 h 5450835"/>
              <a:gd name="connsiteX9865" fmla="*/ 9671693 w 10450132"/>
              <a:gd name="connsiteY9865" fmla="*/ 1536448 h 5450835"/>
              <a:gd name="connsiteX9866" fmla="*/ 9667160 w 10450132"/>
              <a:gd name="connsiteY9866" fmla="*/ 1528565 h 5450835"/>
              <a:gd name="connsiteX9867" fmla="*/ 9667160 w 10450132"/>
              <a:gd name="connsiteY9867" fmla="*/ 1527710 h 5450835"/>
              <a:gd name="connsiteX9868" fmla="*/ 9671693 w 10450132"/>
              <a:gd name="connsiteY9868" fmla="*/ 1519830 h 5450835"/>
              <a:gd name="connsiteX9869" fmla="*/ 9672481 w 10450132"/>
              <a:gd name="connsiteY9869" fmla="*/ 1519370 h 5450835"/>
              <a:gd name="connsiteX9870" fmla="*/ 1531980 w 10450132"/>
              <a:gd name="connsiteY9870" fmla="*/ 1519369 h 5450835"/>
              <a:gd name="connsiteX9871" fmla="*/ 1541043 w 10450132"/>
              <a:gd name="connsiteY9871" fmla="*/ 1519369 h 5450835"/>
              <a:gd name="connsiteX9872" fmla="*/ 1541831 w 10450132"/>
              <a:gd name="connsiteY9872" fmla="*/ 1519827 h 5450835"/>
              <a:gd name="connsiteX9873" fmla="*/ 1546364 w 10450132"/>
              <a:gd name="connsiteY9873" fmla="*/ 1527710 h 5450835"/>
              <a:gd name="connsiteX9874" fmla="*/ 1546364 w 10450132"/>
              <a:gd name="connsiteY9874" fmla="*/ 1528564 h 5450835"/>
              <a:gd name="connsiteX9875" fmla="*/ 1541831 w 10450132"/>
              <a:gd name="connsiteY9875" fmla="*/ 1536447 h 5450835"/>
              <a:gd name="connsiteX9876" fmla="*/ 1541043 w 10450132"/>
              <a:gd name="connsiteY9876" fmla="*/ 1536906 h 5450835"/>
              <a:gd name="connsiteX9877" fmla="*/ 1531980 w 10450132"/>
              <a:gd name="connsiteY9877" fmla="*/ 1536906 h 5450835"/>
              <a:gd name="connsiteX9878" fmla="*/ 1531194 w 10450132"/>
              <a:gd name="connsiteY9878" fmla="*/ 1536447 h 5450835"/>
              <a:gd name="connsiteX9879" fmla="*/ 1526658 w 10450132"/>
              <a:gd name="connsiteY9879" fmla="*/ 1528564 h 5450835"/>
              <a:gd name="connsiteX9880" fmla="*/ 1526658 w 10450132"/>
              <a:gd name="connsiteY9880" fmla="*/ 1527710 h 5450835"/>
              <a:gd name="connsiteX9881" fmla="*/ 1531194 w 10450132"/>
              <a:gd name="connsiteY9881" fmla="*/ 1519827 h 5450835"/>
              <a:gd name="connsiteX9882" fmla="*/ 1531980 w 10450132"/>
              <a:gd name="connsiteY9882" fmla="*/ 1519369 h 5450835"/>
              <a:gd name="connsiteX9883" fmla="*/ 7891684 w 10450132"/>
              <a:gd name="connsiteY9883" fmla="*/ 1519367 h 5450835"/>
              <a:gd name="connsiteX9884" fmla="*/ 7900748 w 10450132"/>
              <a:gd name="connsiteY9884" fmla="*/ 1519367 h 5450835"/>
              <a:gd name="connsiteX9885" fmla="*/ 7901536 w 10450132"/>
              <a:gd name="connsiteY9885" fmla="*/ 1519826 h 5450835"/>
              <a:gd name="connsiteX9886" fmla="*/ 7906067 w 10450132"/>
              <a:gd name="connsiteY9886" fmla="*/ 1527709 h 5450835"/>
              <a:gd name="connsiteX9887" fmla="*/ 7906067 w 10450132"/>
              <a:gd name="connsiteY9887" fmla="*/ 1528562 h 5450835"/>
              <a:gd name="connsiteX9888" fmla="*/ 7901536 w 10450132"/>
              <a:gd name="connsiteY9888" fmla="*/ 1536445 h 5450835"/>
              <a:gd name="connsiteX9889" fmla="*/ 7900748 w 10450132"/>
              <a:gd name="connsiteY9889" fmla="*/ 1536905 h 5450835"/>
              <a:gd name="connsiteX9890" fmla="*/ 7891684 w 10450132"/>
              <a:gd name="connsiteY9890" fmla="*/ 1536905 h 5450835"/>
              <a:gd name="connsiteX9891" fmla="*/ 7890896 w 10450132"/>
              <a:gd name="connsiteY9891" fmla="*/ 1536445 h 5450835"/>
              <a:gd name="connsiteX9892" fmla="*/ 7886363 w 10450132"/>
              <a:gd name="connsiteY9892" fmla="*/ 1528562 h 5450835"/>
              <a:gd name="connsiteX9893" fmla="*/ 7886363 w 10450132"/>
              <a:gd name="connsiteY9893" fmla="*/ 1527709 h 5450835"/>
              <a:gd name="connsiteX9894" fmla="*/ 7890896 w 10450132"/>
              <a:gd name="connsiteY9894" fmla="*/ 1519826 h 5450835"/>
              <a:gd name="connsiteX9895" fmla="*/ 7891684 w 10450132"/>
              <a:gd name="connsiteY9895" fmla="*/ 1519367 h 5450835"/>
              <a:gd name="connsiteX9896" fmla="*/ 8400511 w 10450132"/>
              <a:gd name="connsiteY9896" fmla="*/ 1519365 h 5450835"/>
              <a:gd name="connsiteX9897" fmla="*/ 8409575 w 10450132"/>
              <a:gd name="connsiteY9897" fmla="*/ 1519365 h 5450835"/>
              <a:gd name="connsiteX9898" fmla="*/ 8410363 w 10450132"/>
              <a:gd name="connsiteY9898" fmla="*/ 1519824 h 5450835"/>
              <a:gd name="connsiteX9899" fmla="*/ 8414896 w 10450132"/>
              <a:gd name="connsiteY9899" fmla="*/ 1527707 h 5450835"/>
              <a:gd name="connsiteX9900" fmla="*/ 8414896 w 10450132"/>
              <a:gd name="connsiteY9900" fmla="*/ 1528560 h 5450835"/>
              <a:gd name="connsiteX9901" fmla="*/ 8410363 w 10450132"/>
              <a:gd name="connsiteY9901" fmla="*/ 1536443 h 5450835"/>
              <a:gd name="connsiteX9902" fmla="*/ 8409575 w 10450132"/>
              <a:gd name="connsiteY9902" fmla="*/ 1536904 h 5450835"/>
              <a:gd name="connsiteX9903" fmla="*/ 8400511 w 10450132"/>
              <a:gd name="connsiteY9903" fmla="*/ 1536904 h 5450835"/>
              <a:gd name="connsiteX9904" fmla="*/ 8399723 w 10450132"/>
              <a:gd name="connsiteY9904" fmla="*/ 1536443 h 5450835"/>
              <a:gd name="connsiteX9905" fmla="*/ 8395191 w 10450132"/>
              <a:gd name="connsiteY9905" fmla="*/ 1528560 h 5450835"/>
              <a:gd name="connsiteX9906" fmla="*/ 8395191 w 10450132"/>
              <a:gd name="connsiteY9906" fmla="*/ 1527707 h 5450835"/>
              <a:gd name="connsiteX9907" fmla="*/ 8399723 w 10450132"/>
              <a:gd name="connsiteY9907" fmla="*/ 1519824 h 5450835"/>
              <a:gd name="connsiteX9908" fmla="*/ 8400511 w 10450132"/>
              <a:gd name="connsiteY9908" fmla="*/ 1519365 h 5450835"/>
              <a:gd name="connsiteX9909" fmla="*/ 9163654 w 10450132"/>
              <a:gd name="connsiteY9909" fmla="*/ 1519363 h 5450835"/>
              <a:gd name="connsiteX9910" fmla="*/ 9172718 w 10450132"/>
              <a:gd name="connsiteY9910" fmla="*/ 1519363 h 5450835"/>
              <a:gd name="connsiteX9911" fmla="*/ 9173506 w 10450132"/>
              <a:gd name="connsiteY9911" fmla="*/ 1519824 h 5450835"/>
              <a:gd name="connsiteX9912" fmla="*/ 9178038 w 10450132"/>
              <a:gd name="connsiteY9912" fmla="*/ 1527705 h 5450835"/>
              <a:gd name="connsiteX9913" fmla="*/ 9178038 w 10450132"/>
              <a:gd name="connsiteY9913" fmla="*/ 1528559 h 5450835"/>
              <a:gd name="connsiteX9914" fmla="*/ 9173506 w 10450132"/>
              <a:gd name="connsiteY9914" fmla="*/ 1536441 h 5450835"/>
              <a:gd name="connsiteX9915" fmla="*/ 9172718 w 10450132"/>
              <a:gd name="connsiteY9915" fmla="*/ 1536901 h 5450835"/>
              <a:gd name="connsiteX9916" fmla="*/ 9163654 w 10450132"/>
              <a:gd name="connsiteY9916" fmla="*/ 1536901 h 5450835"/>
              <a:gd name="connsiteX9917" fmla="*/ 9162866 w 10450132"/>
              <a:gd name="connsiteY9917" fmla="*/ 1536441 h 5450835"/>
              <a:gd name="connsiteX9918" fmla="*/ 9158333 w 10450132"/>
              <a:gd name="connsiteY9918" fmla="*/ 1528559 h 5450835"/>
              <a:gd name="connsiteX9919" fmla="*/ 9158333 w 10450132"/>
              <a:gd name="connsiteY9919" fmla="*/ 1527705 h 5450835"/>
              <a:gd name="connsiteX9920" fmla="*/ 9162866 w 10450132"/>
              <a:gd name="connsiteY9920" fmla="*/ 1519824 h 5450835"/>
              <a:gd name="connsiteX9921" fmla="*/ 9163654 w 10450132"/>
              <a:gd name="connsiteY9921" fmla="*/ 1519363 h 5450835"/>
              <a:gd name="connsiteX9922" fmla="*/ 9418035 w 10450132"/>
              <a:gd name="connsiteY9922" fmla="*/ 1519362 h 5450835"/>
              <a:gd name="connsiteX9923" fmla="*/ 9427099 w 10450132"/>
              <a:gd name="connsiteY9923" fmla="*/ 1519362 h 5450835"/>
              <a:gd name="connsiteX9924" fmla="*/ 9427887 w 10450132"/>
              <a:gd name="connsiteY9924" fmla="*/ 1519824 h 5450835"/>
              <a:gd name="connsiteX9925" fmla="*/ 9432419 w 10450132"/>
              <a:gd name="connsiteY9925" fmla="*/ 1527704 h 5450835"/>
              <a:gd name="connsiteX9926" fmla="*/ 9432419 w 10450132"/>
              <a:gd name="connsiteY9926" fmla="*/ 1528558 h 5450835"/>
              <a:gd name="connsiteX9927" fmla="*/ 9427887 w 10450132"/>
              <a:gd name="connsiteY9927" fmla="*/ 1536441 h 5450835"/>
              <a:gd name="connsiteX9928" fmla="*/ 9427099 w 10450132"/>
              <a:gd name="connsiteY9928" fmla="*/ 1536900 h 5450835"/>
              <a:gd name="connsiteX9929" fmla="*/ 9418035 w 10450132"/>
              <a:gd name="connsiteY9929" fmla="*/ 1536900 h 5450835"/>
              <a:gd name="connsiteX9930" fmla="*/ 9417247 w 10450132"/>
              <a:gd name="connsiteY9930" fmla="*/ 1536441 h 5450835"/>
              <a:gd name="connsiteX9931" fmla="*/ 9412714 w 10450132"/>
              <a:gd name="connsiteY9931" fmla="*/ 1528558 h 5450835"/>
              <a:gd name="connsiteX9932" fmla="*/ 9412714 w 10450132"/>
              <a:gd name="connsiteY9932" fmla="*/ 1527704 h 5450835"/>
              <a:gd name="connsiteX9933" fmla="*/ 9417247 w 10450132"/>
              <a:gd name="connsiteY9933" fmla="*/ 1519824 h 5450835"/>
              <a:gd name="connsiteX9934" fmla="*/ 9418035 w 10450132"/>
              <a:gd name="connsiteY9934" fmla="*/ 1519362 h 5450835"/>
              <a:gd name="connsiteX9935" fmla="*/ 5602126 w 10450132"/>
              <a:gd name="connsiteY9935" fmla="*/ 1519362 h 5450835"/>
              <a:gd name="connsiteX9936" fmla="*/ 5611191 w 10450132"/>
              <a:gd name="connsiteY9936" fmla="*/ 1519362 h 5450835"/>
              <a:gd name="connsiteX9937" fmla="*/ 5611979 w 10450132"/>
              <a:gd name="connsiteY9937" fmla="*/ 1519822 h 5450835"/>
              <a:gd name="connsiteX9938" fmla="*/ 5616511 w 10450132"/>
              <a:gd name="connsiteY9938" fmla="*/ 1527703 h 5450835"/>
              <a:gd name="connsiteX9939" fmla="*/ 5616511 w 10450132"/>
              <a:gd name="connsiteY9939" fmla="*/ 1528557 h 5450835"/>
              <a:gd name="connsiteX9940" fmla="*/ 5611979 w 10450132"/>
              <a:gd name="connsiteY9940" fmla="*/ 1536440 h 5450835"/>
              <a:gd name="connsiteX9941" fmla="*/ 5611191 w 10450132"/>
              <a:gd name="connsiteY9941" fmla="*/ 1536900 h 5450835"/>
              <a:gd name="connsiteX9942" fmla="*/ 5602126 w 10450132"/>
              <a:gd name="connsiteY9942" fmla="*/ 1536900 h 5450835"/>
              <a:gd name="connsiteX9943" fmla="*/ 5601338 w 10450132"/>
              <a:gd name="connsiteY9943" fmla="*/ 1536440 h 5450835"/>
              <a:gd name="connsiteX9944" fmla="*/ 5596807 w 10450132"/>
              <a:gd name="connsiteY9944" fmla="*/ 1528557 h 5450835"/>
              <a:gd name="connsiteX9945" fmla="*/ 5596807 w 10450132"/>
              <a:gd name="connsiteY9945" fmla="*/ 1527703 h 5450835"/>
              <a:gd name="connsiteX9946" fmla="*/ 5601338 w 10450132"/>
              <a:gd name="connsiteY9946" fmla="*/ 1519822 h 5450835"/>
              <a:gd name="connsiteX9947" fmla="*/ 5602126 w 10450132"/>
              <a:gd name="connsiteY9947" fmla="*/ 1519362 h 5450835"/>
              <a:gd name="connsiteX9948" fmla="*/ 1023202 w 10450132"/>
              <a:gd name="connsiteY9948" fmla="*/ 1519361 h 5450835"/>
              <a:gd name="connsiteX9949" fmla="*/ 1032268 w 10450132"/>
              <a:gd name="connsiteY9949" fmla="*/ 1519361 h 5450835"/>
              <a:gd name="connsiteX9950" fmla="*/ 1033053 w 10450132"/>
              <a:gd name="connsiteY9950" fmla="*/ 1519821 h 5450835"/>
              <a:gd name="connsiteX9951" fmla="*/ 1037585 w 10450132"/>
              <a:gd name="connsiteY9951" fmla="*/ 1527702 h 5450835"/>
              <a:gd name="connsiteX9952" fmla="*/ 1037585 w 10450132"/>
              <a:gd name="connsiteY9952" fmla="*/ 1528557 h 5450835"/>
              <a:gd name="connsiteX9953" fmla="*/ 1033053 w 10450132"/>
              <a:gd name="connsiteY9953" fmla="*/ 1536440 h 5450835"/>
              <a:gd name="connsiteX9954" fmla="*/ 1032268 w 10450132"/>
              <a:gd name="connsiteY9954" fmla="*/ 1536899 h 5450835"/>
              <a:gd name="connsiteX9955" fmla="*/ 1023202 w 10450132"/>
              <a:gd name="connsiteY9955" fmla="*/ 1536899 h 5450835"/>
              <a:gd name="connsiteX9956" fmla="*/ 1022413 w 10450132"/>
              <a:gd name="connsiteY9956" fmla="*/ 1536440 h 5450835"/>
              <a:gd name="connsiteX9957" fmla="*/ 1017882 w 10450132"/>
              <a:gd name="connsiteY9957" fmla="*/ 1528557 h 5450835"/>
              <a:gd name="connsiteX9958" fmla="*/ 1017882 w 10450132"/>
              <a:gd name="connsiteY9958" fmla="*/ 1527702 h 5450835"/>
              <a:gd name="connsiteX9959" fmla="*/ 1022413 w 10450132"/>
              <a:gd name="connsiteY9959" fmla="*/ 1519821 h 5450835"/>
              <a:gd name="connsiteX9960" fmla="*/ 1023202 w 10450132"/>
              <a:gd name="connsiteY9960" fmla="*/ 1519361 h 5450835"/>
              <a:gd name="connsiteX9961" fmla="*/ 514370 w 10450132"/>
              <a:gd name="connsiteY9961" fmla="*/ 1519357 h 5450835"/>
              <a:gd name="connsiteX9962" fmla="*/ 523433 w 10450132"/>
              <a:gd name="connsiteY9962" fmla="*/ 1519357 h 5450835"/>
              <a:gd name="connsiteX9963" fmla="*/ 524222 w 10450132"/>
              <a:gd name="connsiteY9963" fmla="*/ 1519816 h 5450835"/>
              <a:gd name="connsiteX9964" fmla="*/ 528753 w 10450132"/>
              <a:gd name="connsiteY9964" fmla="*/ 1527698 h 5450835"/>
              <a:gd name="connsiteX9965" fmla="*/ 528753 w 10450132"/>
              <a:gd name="connsiteY9965" fmla="*/ 1528552 h 5450835"/>
              <a:gd name="connsiteX9966" fmla="*/ 524222 w 10450132"/>
              <a:gd name="connsiteY9966" fmla="*/ 1536434 h 5450835"/>
              <a:gd name="connsiteX9967" fmla="*/ 523433 w 10450132"/>
              <a:gd name="connsiteY9967" fmla="*/ 1536894 h 5450835"/>
              <a:gd name="connsiteX9968" fmla="*/ 514370 w 10450132"/>
              <a:gd name="connsiteY9968" fmla="*/ 1536894 h 5450835"/>
              <a:gd name="connsiteX9969" fmla="*/ 513582 w 10450132"/>
              <a:gd name="connsiteY9969" fmla="*/ 1536434 h 5450835"/>
              <a:gd name="connsiteX9970" fmla="*/ 509049 w 10450132"/>
              <a:gd name="connsiteY9970" fmla="*/ 1528552 h 5450835"/>
              <a:gd name="connsiteX9971" fmla="*/ 509049 w 10450132"/>
              <a:gd name="connsiteY9971" fmla="*/ 1527698 h 5450835"/>
              <a:gd name="connsiteX9972" fmla="*/ 513582 w 10450132"/>
              <a:gd name="connsiteY9972" fmla="*/ 1519816 h 5450835"/>
              <a:gd name="connsiteX9973" fmla="*/ 514370 w 10450132"/>
              <a:gd name="connsiteY9973" fmla="*/ 1519357 h 5450835"/>
              <a:gd name="connsiteX9974" fmla="*/ 4584538 w 10450132"/>
              <a:gd name="connsiteY9974" fmla="*/ 1519344 h 5450835"/>
              <a:gd name="connsiteX9975" fmla="*/ 4593603 w 10450132"/>
              <a:gd name="connsiteY9975" fmla="*/ 1519344 h 5450835"/>
              <a:gd name="connsiteX9976" fmla="*/ 4594390 w 10450132"/>
              <a:gd name="connsiteY9976" fmla="*/ 1519804 h 5450835"/>
              <a:gd name="connsiteX9977" fmla="*/ 4598922 w 10450132"/>
              <a:gd name="connsiteY9977" fmla="*/ 1527687 h 5450835"/>
              <a:gd name="connsiteX9978" fmla="*/ 4598922 w 10450132"/>
              <a:gd name="connsiteY9978" fmla="*/ 1528540 h 5450835"/>
              <a:gd name="connsiteX9979" fmla="*/ 4594390 w 10450132"/>
              <a:gd name="connsiteY9979" fmla="*/ 1536423 h 5450835"/>
              <a:gd name="connsiteX9980" fmla="*/ 4593603 w 10450132"/>
              <a:gd name="connsiteY9980" fmla="*/ 1536884 h 5450835"/>
              <a:gd name="connsiteX9981" fmla="*/ 4584538 w 10450132"/>
              <a:gd name="connsiteY9981" fmla="*/ 1536884 h 5450835"/>
              <a:gd name="connsiteX9982" fmla="*/ 4583749 w 10450132"/>
              <a:gd name="connsiteY9982" fmla="*/ 1536423 h 5450835"/>
              <a:gd name="connsiteX9983" fmla="*/ 4579218 w 10450132"/>
              <a:gd name="connsiteY9983" fmla="*/ 1528540 h 5450835"/>
              <a:gd name="connsiteX9984" fmla="*/ 4579218 w 10450132"/>
              <a:gd name="connsiteY9984" fmla="*/ 1527687 h 5450835"/>
              <a:gd name="connsiteX9985" fmla="*/ 4583749 w 10450132"/>
              <a:gd name="connsiteY9985" fmla="*/ 1519804 h 5450835"/>
              <a:gd name="connsiteX9986" fmla="*/ 4584538 w 10450132"/>
              <a:gd name="connsiteY9986" fmla="*/ 1519344 h 5450835"/>
              <a:gd name="connsiteX9987" fmla="*/ 6110888 w 10450132"/>
              <a:gd name="connsiteY9987" fmla="*/ 1519343 h 5450835"/>
              <a:gd name="connsiteX9988" fmla="*/ 6119953 w 10450132"/>
              <a:gd name="connsiteY9988" fmla="*/ 1519343 h 5450835"/>
              <a:gd name="connsiteX9989" fmla="*/ 6120740 w 10450132"/>
              <a:gd name="connsiteY9989" fmla="*/ 1519803 h 5450835"/>
              <a:gd name="connsiteX9990" fmla="*/ 6125272 w 10450132"/>
              <a:gd name="connsiteY9990" fmla="*/ 1527684 h 5450835"/>
              <a:gd name="connsiteX9991" fmla="*/ 6125272 w 10450132"/>
              <a:gd name="connsiteY9991" fmla="*/ 1528537 h 5450835"/>
              <a:gd name="connsiteX9992" fmla="*/ 6120740 w 10450132"/>
              <a:gd name="connsiteY9992" fmla="*/ 1536420 h 5450835"/>
              <a:gd name="connsiteX9993" fmla="*/ 6119953 w 10450132"/>
              <a:gd name="connsiteY9993" fmla="*/ 1536880 h 5450835"/>
              <a:gd name="connsiteX9994" fmla="*/ 6110888 w 10450132"/>
              <a:gd name="connsiteY9994" fmla="*/ 1536880 h 5450835"/>
              <a:gd name="connsiteX9995" fmla="*/ 6110101 w 10450132"/>
              <a:gd name="connsiteY9995" fmla="*/ 1536420 h 5450835"/>
              <a:gd name="connsiteX9996" fmla="*/ 6105567 w 10450132"/>
              <a:gd name="connsiteY9996" fmla="*/ 1528537 h 5450835"/>
              <a:gd name="connsiteX9997" fmla="*/ 6105567 w 10450132"/>
              <a:gd name="connsiteY9997" fmla="*/ 1527684 h 5450835"/>
              <a:gd name="connsiteX9998" fmla="*/ 6110101 w 10450132"/>
              <a:gd name="connsiteY9998" fmla="*/ 1519803 h 5450835"/>
              <a:gd name="connsiteX9999" fmla="*/ 6110888 w 10450132"/>
              <a:gd name="connsiteY9999" fmla="*/ 1519343 h 5450835"/>
              <a:gd name="connsiteX10000" fmla="*/ 2803911 w 10450132"/>
              <a:gd name="connsiteY10000" fmla="*/ 1519343 h 5450835"/>
              <a:gd name="connsiteX10001" fmla="*/ 2812976 w 10450132"/>
              <a:gd name="connsiteY10001" fmla="*/ 1519343 h 5450835"/>
              <a:gd name="connsiteX10002" fmla="*/ 2813764 w 10450132"/>
              <a:gd name="connsiteY10002" fmla="*/ 1519804 h 5450835"/>
              <a:gd name="connsiteX10003" fmla="*/ 2818296 w 10450132"/>
              <a:gd name="connsiteY10003" fmla="*/ 1527685 h 5450835"/>
              <a:gd name="connsiteX10004" fmla="*/ 2818296 w 10450132"/>
              <a:gd name="connsiteY10004" fmla="*/ 1528539 h 5450835"/>
              <a:gd name="connsiteX10005" fmla="*/ 2813764 w 10450132"/>
              <a:gd name="connsiteY10005" fmla="*/ 1536421 h 5450835"/>
              <a:gd name="connsiteX10006" fmla="*/ 2812976 w 10450132"/>
              <a:gd name="connsiteY10006" fmla="*/ 1536881 h 5450835"/>
              <a:gd name="connsiteX10007" fmla="*/ 2803911 w 10450132"/>
              <a:gd name="connsiteY10007" fmla="*/ 1536881 h 5450835"/>
              <a:gd name="connsiteX10008" fmla="*/ 2803123 w 10450132"/>
              <a:gd name="connsiteY10008" fmla="*/ 1536421 h 5450835"/>
              <a:gd name="connsiteX10009" fmla="*/ 2798591 w 10450132"/>
              <a:gd name="connsiteY10009" fmla="*/ 1528539 h 5450835"/>
              <a:gd name="connsiteX10010" fmla="*/ 2798591 w 10450132"/>
              <a:gd name="connsiteY10010" fmla="*/ 1527685 h 5450835"/>
              <a:gd name="connsiteX10011" fmla="*/ 2803123 w 10450132"/>
              <a:gd name="connsiteY10011" fmla="*/ 1519804 h 5450835"/>
              <a:gd name="connsiteX10012" fmla="*/ 2803911 w 10450132"/>
              <a:gd name="connsiteY10012" fmla="*/ 1519343 h 5450835"/>
              <a:gd name="connsiteX10013" fmla="*/ 4838919 w 10450132"/>
              <a:gd name="connsiteY10013" fmla="*/ 1519342 h 5450835"/>
              <a:gd name="connsiteX10014" fmla="*/ 4847982 w 10450132"/>
              <a:gd name="connsiteY10014" fmla="*/ 1519342 h 5450835"/>
              <a:gd name="connsiteX10015" fmla="*/ 4848772 w 10450132"/>
              <a:gd name="connsiteY10015" fmla="*/ 1519803 h 5450835"/>
              <a:gd name="connsiteX10016" fmla="*/ 4853303 w 10450132"/>
              <a:gd name="connsiteY10016" fmla="*/ 1527683 h 5450835"/>
              <a:gd name="connsiteX10017" fmla="*/ 4853303 w 10450132"/>
              <a:gd name="connsiteY10017" fmla="*/ 1528537 h 5450835"/>
              <a:gd name="connsiteX10018" fmla="*/ 4848772 w 10450132"/>
              <a:gd name="connsiteY10018" fmla="*/ 1536420 h 5450835"/>
              <a:gd name="connsiteX10019" fmla="*/ 4847982 w 10450132"/>
              <a:gd name="connsiteY10019" fmla="*/ 1536879 h 5450835"/>
              <a:gd name="connsiteX10020" fmla="*/ 4838919 w 10450132"/>
              <a:gd name="connsiteY10020" fmla="*/ 1536879 h 5450835"/>
              <a:gd name="connsiteX10021" fmla="*/ 4838132 w 10450132"/>
              <a:gd name="connsiteY10021" fmla="*/ 1536420 h 5450835"/>
              <a:gd name="connsiteX10022" fmla="*/ 4833598 w 10450132"/>
              <a:gd name="connsiteY10022" fmla="*/ 1528537 h 5450835"/>
              <a:gd name="connsiteX10023" fmla="*/ 4833598 w 10450132"/>
              <a:gd name="connsiteY10023" fmla="*/ 1527683 h 5450835"/>
              <a:gd name="connsiteX10024" fmla="*/ 4838132 w 10450132"/>
              <a:gd name="connsiteY10024" fmla="*/ 1519803 h 5450835"/>
              <a:gd name="connsiteX10025" fmla="*/ 4838919 w 10450132"/>
              <a:gd name="connsiteY10025" fmla="*/ 1519342 h 5450835"/>
              <a:gd name="connsiteX10026" fmla="*/ 5583 w 10450132"/>
              <a:gd name="connsiteY10026" fmla="*/ 1519340 h 5450835"/>
              <a:gd name="connsiteX10027" fmla="*/ 14645 w 10450132"/>
              <a:gd name="connsiteY10027" fmla="*/ 1519340 h 5450835"/>
              <a:gd name="connsiteX10028" fmla="*/ 15433 w 10450132"/>
              <a:gd name="connsiteY10028" fmla="*/ 1519798 h 5450835"/>
              <a:gd name="connsiteX10029" fmla="*/ 19965 w 10450132"/>
              <a:gd name="connsiteY10029" fmla="*/ 1527680 h 5450835"/>
              <a:gd name="connsiteX10030" fmla="*/ 19965 w 10450132"/>
              <a:gd name="connsiteY10030" fmla="*/ 1528535 h 5450835"/>
              <a:gd name="connsiteX10031" fmla="*/ 15433 w 10450132"/>
              <a:gd name="connsiteY10031" fmla="*/ 1536416 h 5450835"/>
              <a:gd name="connsiteX10032" fmla="*/ 14645 w 10450132"/>
              <a:gd name="connsiteY10032" fmla="*/ 1536877 h 5450835"/>
              <a:gd name="connsiteX10033" fmla="*/ 5583 w 10450132"/>
              <a:gd name="connsiteY10033" fmla="*/ 1536877 h 5450835"/>
              <a:gd name="connsiteX10034" fmla="*/ 4793 w 10450132"/>
              <a:gd name="connsiteY10034" fmla="*/ 1536416 h 5450835"/>
              <a:gd name="connsiteX10035" fmla="*/ 262 w 10450132"/>
              <a:gd name="connsiteY10035" fmla="*/ 1528535 h 5450835"/>
              <a:gd name="connsiteX10036" fmla="*/ 262 w 10450132"/>
              <a:gd name="connsiteY10036" fmla="*/ 1527680 h 5450835"/>
              <a:gd name="connsiteX10037" fmla="*/ 4793 w 10450132"/>
              <a:gd name="connsiteY10037" fmla="*/ 1519798 h 5450835"/>
              <a:gd name="connsiteX10038" fmla="*/ 5583 w 10450132"/>
              <a:gd name="connsiteY10038" fmla="*/ 1519340 h 5450835"/>
              <a:gd name="connsiteX10039" fmla="*/ 7128477 w 10450132"/>
              <a:gd name="connsiteY10039" fmla="*/ 1519338 h 5450835"/>
              <a:gd name="connsiteX10040" fmla="*/ 7137540 w 10450132"/>
              <a:gd name="connsiteY10040" fmla="*/ 1519338 h 5450835"/>
              <a:gd name="connsiteX10041" fmla="*/ 7138328 w 10450132"/>
              <a:gd name="connsiteY10041" fmla="*/ 1519797 h 5450835"/>
              <a:gd name="connsiteX10042" fmla="*/ 7142860 w 10450132"/>
              <a:gd name="connsiteY10042" fmla="*/ 1527679 h 5450835"/>
              <a:gd name="connsiteX10043" fmla="*/ 7142860 w 10450132"/>
              <a:gd name="connsiteY10043" fmla="*/ 1528534 h 5450835"/>
              <a:gd name="connsiteX10044" fmla="*/ 7138328 w 10450132"/>
              <a:gd name="connsiteY10044" fmla="*/ 1536416 h 5450835"/>
              <a:gd name="connsiteX10045" fmla="*/ 7137540 w 10450132"/>
              <a:gd name="connsiteY10045" fmla="*/ 1536875 h 5450835"/>
              <a:gd name="connsiteX10046" fmla="*/ 7128477 w 10450132"/>
              <a:gd name="connsiteY10046" fmla="*/ 1536875 h 5450835"/>
              <a:gd name="connsiteX10047" fmla="*/ 7127689 w 10450132"/>
              <a:gd name="connsiteY10047" fmla="*/ 1536416 h 5450835"/>
              <a:gd name="connsiteX10048" fmla="*/ 7123156 w 10450132"/>
              <a:gd name="connsiteY10048" fmla="*/ 1528534 h 5450835"/>
              <a:gd name="connsiteX10049" fmla="*/ 7123156 w 10450132"/>
              <a:gd name="connsiteY10049" fmla="*/ 1527679 h 5450835"/>
              <a:gd name="connsiteX10050" fmla="*/ 7127689 w 10450132"/>
              <a:gd name="connsiteY10050" fmla="*/ 1519797 h 5450835"/>
              <a:gd name="connsiteX10051" fmla="*/ 7128477 w 10450132"/>
              <a:gd name="connsiteY10051" fmla="*/ 1519338 h 5450835"/>
              <a:gd name="connsiteX10052" fmla="*/ 4330157 w 10450132"/>
              <a:gd name="connsiteY10052" fmla="*/ 1519333 h 5450835"/>
              <a:gd name="connsiteX10053" fmla="*/ 4339222 w 10450132"/>
              <a:gd name="connsiteY10053" fmla="*/ 1519333 h 5450835"/>
              <a:gd name="connsiteX10054" fmla="*/ 4340010 w 10450132"/>
              <a:gd name="connsiteY10054" fmla="*/ 1519793 h 5450835"/>
              <a:gd name="connsiteX10055" fmla="*/ 4344540 w 10450132"/>
              <a:gd name="connsiteY10055" fmla="*/ 1527674 h 5450835"/>
              <a:gd name="connsiteX10056" fmla="*/ 4344540 w 10450132"/>
              <a:gd name="connsiteY10056" fmla="*/ 1528528 h 5450835"/>
              <a:gd name="connsiteX10057" fmla="*/ 4340010 w 10450132"/>
              <a:gd name="connsiteY10057" fmla="*/ 1536411 h 5450835"/>
              <a:gd name="connsiteX10058" fmla="*/ 4339222 w 10450132"/>
              <a:gd name="connsiteY10058" fmla="*/ 1536870 h 5450835"/>
              <a:gd name="connsiteX10059" fmla="*/ 4330157 w 10450132"/>
              <a:gd name="connsiteY10059" fmla="*/ 1536870 h 5450835"/>
              <a:gd name="connsiteX10060" fmla="*/ 4329369 w 10450132"/>
              <a:gd name="connsiteY10060" fmla="*/ 1536411 h 5450835"/>
              <a:gd name="connsiteX10061" fmla="*/ 4324836 w 10450132"/>
              <a:gd name="connsiteY10061" fmla="*/ 1528528 h 5450835"/>
              <a:gd name="connsiteX10062" fmla="*/ 4324836 w 10450132"/>
              <a:gd name="connsiteY10062" fmla="*/ 1527674 h 5450835"/>
              <a:gd name="connsiteX10063" fmla="*/ 4329369 w 10450132"/>
              <a:gd name="connsiteY10063" fmla="*/ 1519793 h 5450835"/>
              <a:gd name="connsiteX10064" fmla="*/ 4330157 w 10450132"/>
              <a:gd name="connsiteY10064" fmla="*/ 1519333 h 5450835"/>
              <a:gd name="connsiteX10065" fmla="*/ 7382923 w 10450132"/>
              <a:gd name="connsiteY10065" fmla="*/ 1519329 h 5450835"/>
              <a:gd name="connsiteX10066" fmla="*/ 7391987 w 10450132"/>
              <a:gd name="connsiteY10066" fmla="*/ 1519329 h 5450835"/>
              <a:gd name="connsiteX10067" fmla="*/ 7392775 w 10450132"/>
              <a:gd name="connsiteY10067" fmla="*/ 1519790 h 5450835"/>
              <a:gd name="connsiteX10068" fmla="*/ 7397307 w 10450132"/>
              <a:gd name="connsiteY10068" fmla="*/ 1527671 h 5450835"/>
              <a:gd name="connsiteX10069" fmla="*/ 7397307 w 10450132"/>
              <a:gd name="connsiteY10069" fmla="*/ 1528525 h 5450835"/>
              <a:gd name="connsiteX10070" fmla="*/ 7392775 w 10450132"/>
              <a:gd name="connsiteY10070" fmla="*/ 1536407 h 5450835"/>
              <a:gd name="connsiteX10071" fmla="*/ 7391987 w 10450132"/>
              <a:gd name="connsiteY10071" fmla="*/ 1536866 h 5450835"/>
              <a:gd name="connsiteX10072" fmla="*/ 7382923 w 10450132"/>
              <a:gd name="connsiteY10072" fmla="*/ 1536866 h 5450835"/>
              <a:gd name="connsiteX10073" fmla="*/ 7382135 w 10450132"/>
              <a:gd name="connsiteY10073" fmla="*/ 1536407 h 5450835"/>
              <a:gd name="connsiteX10074" fmla="*/ 7377602 w 10450132"/>
              <a:gd name="connsiteY10074" fmla="*/ 1528525 h 5450835"/>
              <a:gd name="connsiteX10075" fmla="*/ 7377602 w 10450132"/>
              <a:gd name="connsiteY10075" fmla="*/ 1527671 h 5450835"/>
              <a:gd name="connsiteX10076" fmla="*/ 7382135 w 10450132"/>
              <a:gd name="connsiteY10076" fmla="*/ 1519790 h 5450835"/>
              <a:gd name="connsiteX10077" fmla="*/ 7382923 w 10450132"/>
              <a:gd name="connsiteY10077" fmla="*/ 1519329 h 5450835"/>
              <a:gd name="connsiteX10078" fmla="*/ 5347746 w 10450132"/>
              <a:gd name="connsiteY10078" fmla="*/ 1519329 h 5450835"/>
              <a:gd name="connsiteX10079" fmla="*/ 5356810 w 10450132"/>
              <a:gd name="connsiteY10079" fmla="*/ 1519329 h 5450835"/>
              <a:gd name="connsiteX10080" fmla="*/ 5357598 w 10450132"/>
              <a:gd name="connsiteY10080" fmla="*/ 1519790 h 5450835"/>
              <a:gd name="connsiteX10081" fmla="*/ 5362130 w 10450132"/>
              <a:gd name="connsiteY10081" fmla="*/ 1527670 h 5450835"/>
              <a:gd name="connsiteX10082" fmla="*/ 5362130 w 10450132"/>
              <a:gd name="connsiteY10082" fmla="*/ 1528524 h 5450835"/>
              <a:gd name="connsiteX10083" fmla="*/ 5357598 w 10450132"/>
              <a:gd name="connsiteY10083" fmla="*/ 1536407 h 5450835"/>
              <a:gd name="connsiteX10084" fmla="*/ 5356810 w 10450132"/>
              <a:gd name="connsiteY10084" fmla="*/ 1536866 h 5450835"/>
              <a:gd name="connsiteX10085" fmla="*/ 5347746 w 10450132"/>
              <a:gd name="connsiteY10085" fmla="*/ 1536866 h 5450835"/>
              <a:gd name="connsiteX10086" fmla="*/ 5346958 w 10450132"/>
              <a:gd name="connsiteY10086" fmla="*/ 1536407 h 5450835"/>
              <a:gd name="connsiteX10087" fmla="*/ 5342425 w 10450132"/>
              <a:gd name="connsiteY10087" fmla="*/ 1528524 h 5450835"/>
              <a:gd name="connsiteX10088" fmla="*/ 5342425 w 10450132"/>
              <a:gd name="connsiteY10088" fmla="*/ 1527670 h 5450835"/>
              <a:gd name="connsiteX10089" fmla="*/ 5346958 w 10450132"/>
              <a:gd name="connsiteY10089" fmla="*/ 1519790 h 5450835"/>
              <a:gd name="connsiteX10090" fmla="*/ 5347746 w 10450132"/>
              <a:gd name="connsiteY10090" fmla="*/ 1519329 h 5450835"/>
              <a:gd name="connsiteX10091" fmla="*/ 3058339 w 10450132"/>
              <a:gd name="connsiteY10091" fmla="*/ 1519329 h 5450835"/>
              <a:gd name="connsiteX10092" fmla="*/ 3067405 w 10450132"/>
              <a:gd name="connsiteY10092" fmla="*/ 1519329 h 5450835"/>
              <a:gd name="connsiteX10093" fmla="*/ 3068192 w 10450132"/>
              <a:gd name="connsiteY10093" fmla="*/ 1519789 h 5450835"/>
              <a:gd name="connsiteX10094" fmla="*/ 3072725 w 10450132"/>
              <a:gd name="connsiteY10094" fmla="*/ 1527670 h 5450835"/>
              <a:gd name="connsiteX10095" fmla="*/ 3072725 w 10450132"/>
              <a:gd name="connsiteY10095" fmla="*/ 1528524 h 5450835"/>
              <a:gd name="connsiteX10096" fmla="*/ 3068192 w 10450132"/>
              <a:gd name="connsiteY10096" fmla="*/ 1536406 h 5450835"/>
              <a:gd name="connsiteX10097" fmla="*/ 3067405 w 10450132"/>
              <a:gd name="connsiteY10097" fmla="*/ 1536866 h 5450835"/>
              <a:gd name="connsiteX10098" fmla="*/ 3058339 w 10450132"/>
              <a:gd name="connsiteY10098" fmla="*/ 1536866 h 5450835"/>
              <a:gd name="connsiteX10099" fmla="*/ 3057551 w 10450132"/>
              <a:gd name="connsiteY10099" fmla="*/ 1536406 h 5450835"/>
              <a:gd name="connsiteX10100" fmla="*/ 3053019 w 10450132"/>
              <a:gd name="connsiteY10100" fmla="*/ 1528524 h 5450835"/>
              <a:gd name="connsiteX10101" fmla="*/ 3053019 w 10450132"/>
              <a:gd name="connsiteY10101" fmla="*/ 1527670 h 5450835"/>
              <a:gd name="connsiteX10102" fmla="*/ 3057551 w 10450132"/>
              <a:gd name="connsiteY10102" fmla="*/ 1519789 h 5450835"/>
              <a:gd name="connsiteX10103" fmla="*/ 3058339 w 10450132"/>
              <a:gd name="connsiteY10103" fmla="*/ 1519329 h 5450835"/>
              <a:gd name="connsiteX10104" fmla="*/ 768694 w 10450132"/>
              <a:gd name="connsiteY10104" fmla="*/ 1519328 h 5450835"/>
              <a:gd name="connsiteX10105" fmla="*/ 777758 w 10450132"/>
              <a:gd name="connsiteY10105" fmla="*/ 1519328 h 5450835"/>
              <a:gd name="connsiteX10106" fmla="*/ 778546 w 10450132"/>
              <a:gd name="connsiteY10106" fmla="*/ 1519787 h 5450835"/>
              <a:gd name="connsiteX10107" fmla="*/ 783078 w 10450132"/>
              <a:gd name="connsiteY10107" fmla="*/ 1527669 h 5450835"/>
              <a:gd name="connsiteX10108" fmla="*/ 783078 w 10450132"/>
              <a:gd name="connsiteY10108" fmla="*/ 1528524 h 5450835"/>
              <a:gd name="connsiteX10109" fmla="*/ 778546 w 10450132"/>
              <a:gd name="connsiteY10109" fmla="*/ 1536406 h 5450835"/>
              <a:gd name="connsiteX10110" fmla="*/ 777758 w 10450132"/>
              <a:gd name="connsiteY10110" fmla="*/ 1536865 h 5450835"/>
              <a:gd name="connsiteX10111" fmla="*/ 768694 w 10450132"/>
              <a:gd name="connsiteY10111" fmla="*/ 1536865 h 5450835"/>
              <a:gd name="connsiteX10112" fmla="*/ 767906 w 10450132"/>
              <a:gd name="connsiteY10112" fmla="*/ 1536406 h 5450835"/>
              <a:gd name="connsiteX10113" fmla="*/ 763373 w 10450132"/>
              <a:gd name="connsiteY10113" fmla="*/ 1528524 h 5450835"/>
              <a:gd name="connsiteX10114" fmla="*/ 763373 w 10450132"/>
              <a:gd name="connsiteY10114" fmla="*/ 1527669 h 5450835"/>
              <a:gd name="connsiteX10115" fmla="*/ 767906 w 10450132"/>
              <a:gd name="connsiteY10115" fmla="*/ 1519787 h 5450835"/>
              <a:gd name="connsiteX10116" fmla="*/ 768694 w 10450132"/>
              <a:gd name="connsiteY10116" fmla="*/ 1519328 h 5450835"/>
              <a:gd name="connsiteX10117" fmla="*/ 10435622 w 10450132"/>
              <a:gd name="connsiteY10117" fmla="*/ 1519319 h 5450835"/>
              <a:gd name="connsiteX10118" fmla="*/ 10444686 w 10450132"/>
              <a:gd name="connsiteY10118" fmla="*/ 1519319 h 5450835"/>
              <a:gd name="connsiteX10119" fmla="*/ 10445474 w 10450132"/>
              <a:gd name="connsiteY10119" fmla="*/ 1519779 h 5450835"/>
              <a:gd name="connsiteX10120" fmla="*/ 10450007 w 10450132"/>
              <a:gd name="connsiteY10120" fmla="*/ 1527660 h 5450835"/>
              <a:gd name="connsiteX10121" fmla="*/ 10450007 w 10450132"/>
              <a:gd name="connsiteY10121" fmla="*/ 1528514 h 5450835"/>
              <a:gd name="connsiteX10122" fmla="*/ 10445474 w 10450132"/>
              <a:gd name="connsiteY10122" fmla="*/ 1536397 h 5450835"/>
              <a:gd name="connsiteX10123" fmla="*/ 10444686 w 10450132"/>
              <a:gd name="connsiteY10123" fmla="*/ 1536856 h 5450835"/>
              <a:gd name="connsiteX10124" fmla="*/ 10435622 w 10450132"/>
              <a:gd name="connsiteY10124" fmla="*/ 1536856 h 5450835"/>
              <a:gd name="connsiteX10125" fmla="*/ 10434834 w 10450132"/>
              <a:gd name="connsiteY10125" fmla="*/ 1536397 h 5450835"/>
              <a:gd name="connsiteX10126" fmla="*/ 10430302 w 10450132"/>
              <a:gd name="connsiteY10126" fmla="*/ 1528514 h 5450835"/>
              <a:gd name="connsiteX10127" fmla="*/ 10430302 w 10450132"/>
              <a:gd name="connsiteY10127" fmla="*/ 1527660 h 5450835"/>
              <a:gd name="connsiteX10128" fmla="*/ 10434834 w 10450132"/>
              <a:gd name="connsiteY10128" fmla="*/ 1519779 h 5450835"/>
              <a:gd name="connsiteX10129" fmla="*/ 10435622 w 10450132"/>
              <a:gd name="connsiteY10129" fmla="*/ 1519319 h 5450835"/>
              <a:gd name="connsiteX10130" fmla="*/ 3567100 w 10450132"/>
              <a:gd name="connsiteY10130" fmla="*/ 1519319 h 5450835"/>
              <a:gd name="connsiteX10131" fmla="*/ 3576165 w 10450132"/>
              <a:gd name="connsiteY10131" fmla="*/ 1519319 h 5450835"/>
              <a:gd name="connsiteX10132" fmla="*/ 3576953 w 10450132"/>
              <a:gd name="connsiteY10132" fmla="*/ 1519779 h 5450835"/>
              <a:gd name="connsiteX10133" fmla="*/ 3581486 w 10450132"/>
              <a:gd name="connsiteY10133" fmla="*/ 1527660 h 5450835"/>
              <a:gd name="connsiteX10134" fmla="*/ 3581486 w 10450132"/>
              <a:gd name="connsiteY10134" fmla="*/ 1528514 h 5450835"/>
              <a:gd name="connsiteX10135" fmla="*/ 3576953 w 10450132"/>
              <a:gd name="connsiteY10135" fmla="*/ 1536396 h 5450835"/>
              <a:gd name="connsiteX10136" fmla="*/ 3576165 w 10450132"/>
              <a:gd name="connsiteY10136" fmla="*/ 1536856 h 5450835"/>
              <a:gd name="connsiteX10137" fmla="*/ 3567100 w 10450132"/>
              <a:gd name="connsiteY10137" fmla="*/ 1536856 h 5450835"/>
              <a:gd name="connsiteX10138" fmla="*/ 3566312 w 10450132"/>
              <a:gd name="connsiteY10138" fmla="*/ 1536396 h 5450835"/>
              <a:gd name="connsiteX10139" fmla="*/ 3561779 w 10450132"/>
              <a:gd name="connsiteY10139" fmla="*/ 1528514 h 5450835"/>
              <a:gd name="connsiteX10140" fmla="*/ 3561779 w 10450132"/>
              <a:gd name="connsiteY10140" fmla="*/ 1527660 h 5450835"/>
              <a:gd name="connsiteX10141" fmla="*/ 3566312 w 10450132"/>
              <a:gd name="connsiteY10141" fmla="*/ 1519779 h 5450835"/>
              <a:gd name="connsiteX10142" fmla="*/ 3567100 w 10450132"/>
              <a:gd name="connsiteY10142" fmla="*/ 1519319 h 5450835"/>
              <a:gd name="connsiteX10143" fmla="*/ 1277506 w 10450132"/>
              <a:gd name="connsiteY10143" fmla="*/ 1519319 h 5450835"/>
              <a:gd name="connsiteX10144" fmla="*/ 1286569 w 10450132"/>
              <a:gd name="connsiteY10144" fmla="*/ 1519319 h 5450835"/>
              <a:gd name="connsiteX10145" fmla="*/ 1287359 w 10450132"/>
              <a:gd name="connsiteY10145" fmla="*/ 1519779 h 5450835"/>
              <a:gd name="connsiteX10146" fmla="*/ 1291890 w 10450132"/>
              <a:gd name="connsiteY10146" fmla="*/ 1527660 h 5450835"/>
              <a:gd name="connsiteX10147" fmla="*/ 1291890 w 10450132"/>
              <a:gd name="connsiteY10147" fmla="*/ 1528514 h 5450835"/>
              <a:gd name="connsiteX10148" fmla="*/ 1287359 w 10450132"/>
              <a:gd name="connsiteY10148" fmla="*/ 1536396 h 5450835"/>
              <a:gd name="connsiteX10149" fmla="*/ 1286569 w 10450132"/>
              <a:gd name="connsiteY10149" fmla="*/ 1536856 h 5450835"/>
              <a:gd name="connsiteX10150" fmla="*/ 1277506 w 10450132"/>
              <a:gd name="connsiteY10150" fmla="*/ 1536856 h 5450835"/>
              <a:gd name="connsiteX10151" fmla="*/ 1276717 w 10450132"/>
              <a:gd name="connsiteY10151" fmla="*/ 1536396 h 5450835"/>
              <a:gd name="connsiteX10152" fmla="*/ 1272186 w 10450132"/>
              <a:gd name="connsiteY10152" fmla="*/ 1528514 h 5450835"/>
              <a:gd name="connsiteX10153" fmla="*/ 1272186 w 10450132"/>
              <a:gd name="connsiteY10153" fmla="*/ 1527660 h 5450835"/>
              <a:gd name="connsiteX10154" fmla="*/ 1276717 w 10450132"/>
              <a:gd name="connsiteY10154" fmla="*/ 1519779 h 5450835"/>
              <a:gd name="connsiteX10155" fmla="*/ 1277506 w 10450132"/>
              <a:gd name="connsiteY10155" fmla="*/ 1519319 h 5450835"/>
              <a:gd name="connsiteX10156" fmla="*/ 8909274 w 10450132"/>
              <a:gd name="connsiteY10156" fmla="*/ 1519308 h 5450835"/>
              <a:gd name="connsiteX10157" fmla="*/ 8918336 w 10450132"/>
              <a:gd name="connsiteY10157" fmla="*/ 1519308 h 5450835"/>
              <a:gd name="connsiteX10158" fmla="*/ 8919125 w 10450132"/>
              <a:gd name="connsiteY10158" fmla="*/ 1519769 h 5450835"/>
              <a:gd name="connsiteX10159" fmla="*/ 8923657 w 10450132"/>
              <a:gd name="connsiteY10159" fmla="*/ 1527649 h 5450835"/>
              <a:gd name="connsiteX10160" fmla="*/ 8923657 w 10450132"/>
              <a:gd name="connsiteY10160" fmla="*/ 1528503 h 5450835"/>
              <a:gd name="connsiteX10161" fmla="*/ 8919125 w 10450132"/>
              <a:gd name="connsiteY10161" fmla="*/ 1536387 h 5450835"/>
              <a:gd name="connsiteX10162" fmla="*/ 8918336 w 10450132"/>
              <a:gd name="connsiteY10162" fmla="*/ 1536845 h 5450835"/>
              <a:gd name="connsiteX10163" fmla="*/ 8909274 w 10450132"/>
              <a:gd name="connsiteY10163" fmla="*/ 1536845 h 5450835"/>
              <a:gd name="connsiteX10164" fmla="*/ 8908484 w 10450132"/>
              <a:gd name="connsiteY10164" fmla="*/ 1536387 h 5450835"/>
              <a:gd name="connsiteX10165" fmla="*/ 8903953 w 10450132"/>
              <a:gd name="connsiteY10165" fmla="*/ 1528503 h 5450835"/>
              <a:gd name="connsiteX10166" fmla="*/ 8903953 w 10450132"/>
              <a:gd name="connsiteY10166" fmla="*/ 1527649 h 5450835"/>
              <a:gd name="connsiteX10167" fmla="*/ 8908484 w 10450132"/>
              <a:gd name="connsiteY10167" fmla="*/ 1519769 h 5450835"/>
              <a:gd name="connsiteX10168" fmla="*/ 8909274 w 10450132"/>
              <a:gd name="connsiteY10168" fmla="*/ 1519308 h 5450835"/>
              <a:gd name="connsiteX10169" fmla="*/ 9926861 w 10450132"/>
              <a:gd name="connsiteY10169" fmla="*/ 1519304 h 5450835"/>
              <a:gd name="connsiteX10170" fmla="*/ 9935924 w 10450132"/>
              <a:gd name="connsiteY10170" fmla="*/ 1519304 h 5450835"/>
              <a:gd name="connsiteX10171" fmla="*/ 9936713 w 10450132"/>
              <a:gd name="connsiteY10171" fmla="*/ 1519763 h 5450835"/>
              <a:gd name="connsiteX10172" fmla="*/ 9941246 w 10450132"/>
              <a:gd name="connsiteY10172" fmla="*/ 1527645 h 5450835"/>
              <a:gd name="connsiteX10173" fmla="*/ 9941246 w 10450132"/>
              <a:gd name="connsiteY10173" fmla="*/ 1528499 h 5450835"/>
              <a:gd name="connsiteX10174" fmla="*/ 9936713 w 10450132"/>
              <a:gd name="connsiteY10174" fmla="*/ 1536382 h 5450835"/>
              <a:gd name="connsiteX10175" fmla="*/ 9935924 w 10450132"/>
              <a:gd name="connsiteY10175" fmla="*/ 1536842 h 5450835"/>
              <a:gd name="connsiteX10176" fmla="*/ 9926861 w 10450132"/>
              <a:gd name="connsiteY10176" fmla="*/ 1536842 h 5450835"/>
              <a:gd name="connsiteX10177" fmla="*/ 9926073 w 10450132"/>
              <a:gd name="connsiteY10177" fmla="*/ 1536382 h 5450835"/>
              <a:gd name="connsiteX10178" fmla="*/ 9921541 w 10450132"/>
              <a:gd name="connsiteY10178" fmla="*/ 1528499 h 5450835"/>
              <a:gd name="connsiteX10179" fmla="*/ 9921541 w 10450132"/>
              <a:gd name="connsiteY10179" fmla="*/ 1527645 h 5450835"/>
              <a:gd name="connsiteX10180" fmla="*/ 9926073 w 10450132"/>
              <a:gd name="connsiteY10180" fmla="*/ 1519763 h 5450835"/>
              <a:gd name="connsiteX10181" fmla="*/ 9926861 w 10450132"/>
              <a:gd name="connsiteY10181" fmla="*/ 1519304 h 5450835"/>
              <a:gd name="connsiteX10182" fmla="*/ 2295056 w 10450132"/>
              <a:gd name="connsiteY10182" fmla="*/ 1519303 h 5450835"/>
              <a:gd name="connsiteX10183" fmla="*/ 2304122 w 10450132"/>
              <a:gd name="connsiteY10183" fmla="*/ 1519303 h 5450835"/>
              <a:gd name="connsiteX10184" fmla="*/ 2304910 w 10450132"/>
              <a:gd name="connsiteY10184" fmla="*/ 1519762 h 5450835"/>
              <a:gd name="connsiteX10185" fmla="*/ 2309441 w 10450132"/>
              <a:gd name="connsiteY10185" fmla="*/ 1527644 h 5450835"/>
              <a:gd name="connsiteX10186" fmla="*/ 2309441 w 10450132"/>
              <a:gd name="connsiteY10186" fmla="*/ 1528499 h 5450835"/>
              <a:gd name="connsiteX10187" fmla="*/ 2304910 w 10450132"/>
              <a:gd name="connsiteY10187" fmla="*/ 1536380 h 5450835"/>
              <a:gd name="connsiteX10188" fmla="*/ 2304122 w 10450132"/>
              <a:gd name="connsiteY10188" fmla="*/ 1536840 h 5450835"/>
              <a:gd name="connsiteX10189" fmla="*/ 2295056 w 10450132"/>
              <a:gd name="connsiteY10189" fmla="*/ 1536840 h 5450835"/>
              <a:gd name="connsiteX10190" fmla="*/ 2294268 w 10450132"/>
              <a:gd name="connsiteY10190" fmla="*/ 1536380 h 5450835"/>
              <a:gd name="connsiteX10191" fmla="*/ 2289737 w 10450132"/>
              <a:gd name="connsiteY10191" fmla="*/ 1528499 h 5450835"/>
              <a:gd name="connsiteX10192" fmla="*/ 2289737 w 10450132"/>
              <a:gd name="connsiteY10192" fmla="*/ 1527644 h 5450835"/>
              <a:gd name="connsiteX10193" fmla="*/ 2294268 w 10450132"/>
              <a:gd name="connsiteY10193" fmla="*/ 1519762 h 5450835"/>
              <a:gd name="connsiteX10194" fmla="*/ 2295056 w 10450132"/>
              <a:gd name="connsiteY10194" fmla="*/ 1519303 h 5450835"/>
              <a:gd name="connsiteX10195" fmla="*/ 6874095 w 10450132"/>
              <a:gd name="connsiteY10195" fmla="*/ 1519296 h 5450835"/>
              <a:gd name="connsiteX10196" fmla="*/ 6883159 w 10450132"/>
              <a:gd name="connsiteY10196" fmla="*/ 1519296 h 5450835"/>
              <a:gd name="connsiteX10197" fmla="*/ 6883947 w 10450132"/>
              <a:gd name="connsiteY10197" fmla="*/ 1519756 h 5450835"/>
              <a:gd name="connsiteX10198" fmla="*/ 6888480 w 10450132"/>
              <a:gd name="connsiteY10198" fmla="*/ 1527637 h 5450835"/>
              <a:gd name="connsiteX10199" fmla="*/ 6888480 w 10450132"/>
              <a:gd name="connsiteY10199" fmla="*/ 1528491 h 5450835"/>
              <a:gd name="connsiteX10200" fmla="*/ 6883947 w 10450132"/>
              <a:gd name="connsiteY10200" fmla="*/ 1536373 h 5450835"/>
              <a:gd name="connsiteX10201" fmla="*/ 6883159 w 10450132"/>
              <a:gd name="connsiteY10201" fmla="*/ 1536833 h 5450835"/>
              <a:gd name="connsiteX10202" fmla="*/ 6874095 w 10450132"/>
              <a:gd name="connsiteY10202" fmla="*/ 1536833 h 5450835"/>
              <a:gd name="connsiteX10203" fmla="*/ 6873307 w 10450132"/>
              <a:gd name="connsiteY10203" fmla="*/ 1536373 h 5450835"/>
              <a:gd name="connsiteX10204" fmla="*/ 6868775 w 10450132"/>
              <a:gd name="connsiteY10204" fmla="*/ 1528491 h 5450835"/>
              <a:gd name="connsiteX10205" fmla="*/ 6868775 w 10450132"/>
              <a:gd name="connsiteY10205" fmla="*/ 1527637 h 5450835"/>
              <a:gd name="connsiteX10206" fmla="*/ 6873307 w 10450132"/>
              <a:gd name="connsiteY10206" fmla="*/ 1519756 h 5450835"/>
              <a:gd name="connsiteX10207" fmla="*/ 6874095 w 10450132"/>
              <a:gd name="connsiteY10207" fmla="*/ 1519296 h 5450835"/>
              <a:gd name="connsiteX10208" fmla="*/ 259879 w 10450132"/>
              <a:gd name="connsiteY10208" fmla="*/ 1519296 h 5450835"/>
              <a:gd name="connsiteX10209" fmla="*/ 268942 w 10450132"/>
              <a:gd name="connsiteY10209" fmla="*/ 1519296 h 5450835"/>
              <a:gd name="connsiteX10210" fmla="*/ 269730 w 10450132"/>
              <a:gd name="connsiteY10210" fmla="*/ 1519756 h 5450835"/>
              <a:gd name="connsiteX10211" fmla="*/ 274262 w 10450132"/>
              <a:gd name="connsiteY10211" fmla="*/ 1527637 h 5450835"/>
              <a:gd name="connsiteX10212" fmla="*/ 274262 w 10450132"/>
              <a:gd name="connsiteY10212" fmla="*/ 1528492 h 5450835"/>
              <a:gd name="connsiteX10213" fmla="*/ 269730 w 10450132"/>
              <a:gd name="connsiteY10213" fmla="*/ 1536374 h 5450835"/>
              <a:gd name="connsiteX10214" fmla="*/ 268942 w 10450132"/>
              <a:gd name="connsiteY10214" fmla="*/ 1536833 h 5450835"/>
              <a:gd name="connsiteX10215" fmla="*/ 259879 w 10450132"/>
              <a:gd name="connsiteY10215" fmla="*/ 1536833 h 5450835"/>
              <a:gd name="connsiteX10216" fmla="*/ 259089 w 10450132"/>
              <a:gd name="connsiteY10216" fmla="*/ 1536374 h 5450835"/>
              <a:gd name="connsiteX10217" fmla="*/ 254558 w 10450132"/>
              <a:gd name="connsiteY10217" fmla="*/ 1528492 h 5450835"/>
              <a:gd name="connsiteX10218" fmla="*/ 254558 w 10450132"/>
              <a:gd name="connsiteY10218" fmla="*/ 1527637 h 5450835"/>
              <a:gd name="connsiteX10219" fmla="*/ 259089 w 10450132"/>
              <a:gd name="connsiteY10219" fmla="*/ 1519756 h 5450835"/>
              <a:gd name="connsiteX10220" fmla="*/ 259879 w 10450132"/>
              <a:gd name="connsiteY10220" fmla="*/ 1519296 h 5450835"/>
              <a:gd name="connsiteX10221" fmla="*/ 1786214 w 10450132"/>
              <a:gd name="connsiteY10221" fmla="*/ 1519292 h 5450835"/>
              <a:gd name="connsiteX10222" fmla="*/ 1795278 w 10450132"/>
              <a:gd name="connsiteY10222" fmla="*/ 1519292 h 5450835"/>
              <a:gd name="connsiteX10223" fmla="*/ 1796066 w 10450132"/>
              <a:gd name="connsiteY10223" fmla="*/ 1519751 h 5450835"/>
              <a:gd name="connsiteX10224" fmla="*/ 1800597 w 10450132"/>
              <a:gd name="connsiteY10224" fmla="*/ 1527632 h 5450835"/>
              <a:gd name="connsiteX10225" fmla="*/ 1800597 w 10450132"/>
              <a:gd name="connsiteY10225" fmla="*/ 1528487 h 5450835"/>
              <a:gd name="connsiteX10226" fmla="*/ 1796066 w 10450132"/>
              <a:gd name="connsiteY10226" fmla="*/ 1536369 h 5450835"/>
              <a:gd name="connsiteX10227" fmla="*/ 1795278 w 10450132"/>
              <a:gd name="connsiteY10227" fmla="*/ 1536829 h 5450835"/>
              <a:gd name="connsiteX10228" fmla="*/ 1786214 w 10450132"/>
              <a:gd name="connsiteY10228" fmla="*/ 1536829 h 5450835"/>
              <a:gd name="connsiteX10229" fmla="*/ 1785424 w 10450132"/>
              <a:gd name="connsiteY10229" fmla="*/ 1536369 h 5450835"/>
              <a:gd name="connsiteX10230" fmla="*/ 1780894 w 10450132"/>
              <a:gd name="connsiteY10230" fmla="*/ 1528487 h 5450835"/>
              <a:gd name="connsiteX10231" fmla="*/ 1780894 w 10450132"/>
              <a:gd name="connsiteY10231" fmla="*/ 1527632 h 5450835"/>
              <a:gd name="connsiteX10232" fmla="*/ 1785424 w 10450132"/>
              <a:gd name="connsiteY10232" fmla="*/ 1519751 h 5450835"/>
              <a:gd name="connsiteX10233" fmla="*/ 1786214 w 10450132"/>
              <a:gd name="connsiteY10233" fmla="*/ 1519292 h 5450835"/>
              <a:gd name="connsiteX10234" fmla="*/ 8654892 w 10450132"/>
              <a:gd name="connsiteY10234" fmla="*/ 1519288 h 5450835"/>
              <a:gd name="connsiteX10235" fmla="*/ 8663955 w 10450132"/>
              <a:gd name="connsiteY10235" fmla="*/ 1519288 h 5450835"/>
              <a:gd name="connsiteX10236" fmla="*/ 8664744 w 10450132"/>
              <a:gd name="connsiteY10236" fmla="*/ 1519749 h 5450835"/>
              <a:gd name="connsiteX10237" fmla="*/ 8669277 w 10450132"/>
              <a:gd name="connsiteY10237" fmla="*/ 1527629 h 5450835"/>
              <a:gd name="connsiteX10238" fmla="*/ 8669277 w 10450132"/>
              <a:gd name="connsiteY10238" fmla="*/ 1528484 h 5450835"/>
              <a:gd name="connsiteX10239" fmla="*/ 8664744 w 10450132"/>
              <a:gd name="connsiteY10239" fmla="*/ 1536367 h 5450835"/>
              <a:gd name="connsiteX10240" fmla="*/ 8663955 w 10450132"/>
              <a:gd name="connsiteY10240" fmla="*/ 1536827 h 5450835"/>
              <a:gd name="connsiteX10241" fmla="*/ 8654892 w 10450132"/>
              <a:gd name="connsiteY10241" fmla="*/ 1536827 h 5450835"/>
              <a:gd name="connsiteX10242" fmla="*/ 8654104 w 10450132"/>
              <a:gd name="connsiteY10242" fmla="*/ 1536367 h 5450835"/>
              <a:gd name="connsiteX10243" fmla="*/ 8649572 w 10450132"/>
              <a:gd name="connsiteY10243" fmla="*/ 1528484 h 5450835"/>
              <a:gd name="connsiteX10244" fmla="*/ 8649572 w 10450132"/>
              <a:gd name="connsiteY10244" fmla="*/ 1527629 h 5450835"/>
              <a:gd name="connsiteX10245" fmla="*/ 8654104 w 10450132"/>
              <a:gd name="connsiteY10245" fmla="*/ 1519749 h 5450835"/>
              <a:gd name="connsiteX10246" fmla="*/ 8654892 w 10450132"/>
              <a:gd name="connsiteY10246" fmla="*/ 1519288 h 5450835"/>
              <a:gd name="connsiteX10247" fmla="*/ 6365334 w 10450132"/>
              <a:gd name="connsiteY10247" fmla="*/ 1519282 h 5450835"/>
              <a:gd name="connsiteX10248" fmla="*/ 6374397 w 10450132"/>
              <a:gd name="connsiteY10248" fmla="*/ 1519282 h 5450835"/>
              <a:gd name="connsiteX10249" fmla="*/ 6375186 w 10450132"/>
              <a:gd name="connsiteY10249" fmla="*/ 1519741 h 5450835"/>
              <a:gd name="connsiteX10250" fmla="*/ 6379718 w 10450132"/>
              <a:gd name="connsiteY10250" fmla="*/ 1527623 h 5450835"/>
              <a:gd name="connsiteX10251" fmla="*/ 6379718 w 10450132"/>
              <a:gd name="connsiteY10251" fmla="*/ 1528477 h 5450835"/>
              <a:gd name="connsiteX10252" fmla="*/ 6375186 w 10450132"/>
              <a:gd name="connsiteY10252" fmla="*/ 1536359 h 5450835"/>
              <a:gd name="connsiteX10253" fmla="*/ 6374397 w 10450132"/>
              <a:gd name="connsiteY10253" fmla="*/ 1536819 h 5450835"/>
              <a:gd name="connsiteX10254" fmla="*/ 6365334 w 10450132"/>
              <a:gd name="connsiteY10254" fmla="*/ 1536819 h 5450835"/>
              <a:gd name="connsiteX10255" fmla="*/ 6364546 w 10450132"/>
              <a:gd name="connsiteY10255" fmla="*/ 1536359 h 5450835"/>
              <a:gd name="connsiteX10256" fmla="*/ 6360014 w 10450132"/>
              <a:gd name="connsiteY10256" fmla="*/ 1528477 h 5450835"/>
              <a:gd name="connsiteX10257" fmla="*/ 6360014 w 10450132"/>
              <a:gd name="connsiteY10257" fmla="*/ 1527623 h 5450835"/>
              <a:gd name="connsiteX10258" fmla="*/ 6364546 w 10450132"/>
              <a:gd name="connsiteY10258" fmla="*/ 1519741 h 5450835"/>
              <a:gd name="connsiteX10259" fmla="*/ 6365334 w 10450132"/>
              <a:gd name="connsiteY10259" fmla="*/ 1519282 h 5450835"/>
              <a:gd name="connsiteX10260" fmla="*/ 7637304 w 10450132"/>
              <a:gd name="connsiteY10260" fmla="*/ 1519281 h 5450835"/>
              <a:gd name="connsiteX10261" fmla="*/ 7646367 w 10450132"/>
              <a:gd name="connsiteY10261" fmla="*/ 1519281 h 5450835"/>
              <a:gd name="connsiteX10262" fmla="*/ 7647156 w 10450132"/>
              <a:gd name="connsiteY10262" fmla="*/ 1519740 h 5450835"/>
              <a:gd name="connsiteX10263" fmla="*/ 7651687 w 10450132"/>
              <a:gd name="connsiteY10263" fmla="*/ 1527622 h 5450835"/>
              <a:gd name="connsiteX10264" fmla="*/ 7651687 w 10450132"/>
              <a:gd name="connsiteY10264" fmla="*/ 1528476 h 5450835"/>
              <a:gd name="connsiteX10265" fmla="*/ 7647156 w 10450132"/>
              <a:gd name="connsiteY10265" fmla="*/ 1536358 h 5450835"/>
              <a:gd name="connsiteX10266" fmla="*/ 7646367 w 10450132"/>
              <a:gd name="connsiteY10266" fmla="*/ 1536819 h 5450835"/>
              <a:gd name="connsiteX10267" fmla="*/ 7637304 w 10450132"/>
              <a:gd name="connsiteY10267" fmla="*/ 1536819 h 5450835"/>
              <a:gd name="connsiteX10268" fmla="*/ 7636516 w 10450132"/>
              <a:gd name="connsiteY10268" fmla="*/ 1536358 h 5450835"/>
              <a:gd name="connsiteX10269" fmla="*/ 7631983 w 10450132"/>
              <a:gd name="connsiteY10269" fmla="*/ 1528476 h 5450835"/>
              <a:gd name="connsiteX10270" fmla="*/ 7631983 w 10450132"/>
              <a:gd name="connsiteY10270" fmla="*/ 1527622 h 5450835"/>
              <a:gd name="connsiteX10271" fmla="*/ 7636516 w 10450132"/>
              <a:gd name="connsiteY10271" fmla="*/ 1519740 h 5450835"/>
              <a:gd name="connsiteX10272" fmla="*/ 7637304 w 10450132"/>
              <a:gd name="connsiteY10272" fmla="*/ 1519281 h 5450835"/>
              <a:gd name="connsiteX10273" fmla="*/ 3821390 w 10450132"/>
              <a:gd name="connsiteY10273" fmla="*/ 1519280 h 5450835"/>
              <a:gd name="connsiteX10274" fmla="*/ 3830453 w 10450132"/>
              <a:gd name="connsiteY10274" fmla="*/ 1519280 h 5450835"/>
              <a:gd name="connsiteX10275" fmla="*/ 3831241 w 10450132"/>
              <a:gd name="connsiteY10275" fmla="*/ 1519739 h 5450835"/>
              <a:gd name="connsiteX10276" fmla="*/ 3835772 w 10450132"/>
              <a:gd name="connsiteY10276" fmla="*/ 1527621 h 5450835"/>
              <a:gd name="connsiteX10277" fmla="*/ 3835772 w 10450132"/>
              <a:gd name="connsiteY10277" fmla="*/ 1528474 h 5450835"/>
              <a:gd name="connsiteX10278" fmla="*/ 3831241 w 10450132"/>
              <a:gd name="connsiteY10278" fmla="*/ 1536357 h 5450835"/>
              <a:gd name="connsiteX10279" fmla="*/ 3830453 w 10450132"/>
              <a:gd name="connsiteY10279" fmla="*/ 1536818 h 5450835"/>
              <a:gd name="connsiteX10280" fmla="*/ 3821390 w 10450132"/>
              <a:gd name="connsiteY10280" fmla="*/ 1536818 h 5450835"/>
              <a:gd name="connsiteX10281" fmla="*/ 3820601 w 10450132"/>
              <a:gd name="connsiteY10281" fmla="*/ 1536357 h 5450835"/>
              <a:gd name="connsiteX10282" fmla="*/ 3816068 w 10450132"/>
              <a:gd name="connsiteY10282" fmla="*/ 1528474 h 5450835"/>
              <a:gd name="connsiteX10283" fmla="*/ 3816068 w 10450132"/>
              <a:gd name="connsiteY10283" fmla="*/ 1527621 h 5450835"/>
              <a:gd name="connsiteX10284" fmla="*/ 3820601 w 10450132"/>
              <a:gd name="connsiteY10284" fmla="*/ 1519739 h 5450835"/>
              <a:gd name="connsiteX10285" fmla="*/ 3821390 w 10450132"/>
              <a:gd name="connsiteY10285" fmla="*/ 1519280 h 5450835"/>
              <a:gd name="connsiteX10286" fmla="*/ 10181242 w 10450132"/>
              <a:gd name="connsiteY10286" fmla="*/ 1519277 h 5450835"/>
              <a:gd name="connsiteX10287" fmla="*/ 10190305 w 10450132"/>
              <a:gd name="connsiteY10287" fmla="*/ 1519277 h 5450835"/>
              <a:gd name="connsiteX10288" fmla="*/ 10191093 w 10450132"/>
              <a:gd name="connsiteY10288" fmla="*/ 1519738 h 5450835"/>
              <a:gd name="connsiteX10289" fmla="*/ 10195626 w 10450132"/>
              <a:gd name="connsiteY10289" fmla="*/ 1527618 h 5450835"/>
              <a:gd name="connsiteX10290" fmla="*/ 10195626 w 10450132"/>
              <a:gd name="connsiteY10290" fmla="*/ 1528472 h 5450835"/>
              <a:gd name="connsiteX10291" fmla="*/ 10191093 w 10450132"/>
              <a:gd name="connsiteY10291" fmla="*/ 1536356 h 5450835"/>
              <a:gd name="connsiteX10292" fmla="*/ 10190305 w 10450132"/>
              <a:gd name="connsiteY10292" fmla="*/ 1536814 h 5450835"/>
              <a:gd name="connsiteX10293" fmla="*/ 10181242 w 10450132"/>
              <a:gd name="connsiteY10293" fmla="*/ 1536814 h 5450835"/>
              <a:gd name="connsiteX10294" fmla="*/ 10180453 w 10450132"/>
              <a:gd name="connsiteY10294" fmla="*/ 1536356 h 5450835"/>
              <a:gd name="connsiteX10295" fmla="*/ 10175922 w 10450132"/>
              <a:gd name="connsiteY10295" fmla="*/ 1528472 h 5450835"/>
              <a:gd name="connsiteX10296" fmla="*/ 10175922 w 10450132"/>
              <a:gd name="connsiteY10296" fmla="*/ 1527618 h 5450835"/>
              <a:gd name="connsiteX10297" fmla="*/ 10180453 w 10450132"/>
              <a:gd name="connsiteY10297" fmla="*/ 1519738 h 5450835"/>
              <a:gd name="connsiteX10298" fmla="*/ 10181242 w 10450132"/>
              <a:gd name="connsiteY10298" fmla="*/ 1519277 h 5450835"/>
              <a:gd name="connsiteX10299" fmla="*/ 5093300 w 10450132"/>
              <a:gd name="connsiteY10299" fmla="*/ 1519277 h 5450835"/>
              <a:gd name="connsiteX10300" fmla="*/ 5102364 w 10450132"/>
              <a:gd name="connsiteY10300" fmla="*/ 1519277 h 5450835"/>
              <a:gd name="connsiteX10301" fmla="*/ 5103153 w 10450132"/>
              <a:gd name="connsiteY10301" fmla="*/ 1519737 h 5450835"/>
              <a:gd name="connsiteX10302" fmla="*/ 5107684 w 10450132"/>
              <a:gd name="connsiteY10302" fmla="*/ 1527618 h 5450835"/>
              <a:gd name="connsiteX10303" fmla="*/ 5107684 w 10450132"/>
              <a:gd name="connsiteY10303" fmla="*/ 1528472 h 5450835"/>
              <a:gd name="connsiteX10304" fmla="*/ 5103153 w 10450132"/>
              <a:gd name="connsiteY10304" fmla="*/ 1536355 h 5450835"/>
              <a:gd name="connsiteX10305" fmla="*/ 5102364 w 10450132"/>
              <a:gd name="connsiteY10305" fmla="*/ 1536814 h 5450835"/>
              <a:gd name="connsiteX10306" fmla="*/ 5093300 w 10450132"/>
              <a:gd name="connsiteY10306" fmla="*/ 1536814 h 5450835"/>
              <a:gd name="connsiteX10307" fmla="*/ 5092512 w 10450132"/>
              <a:gd name="connsiteY10307" fmla="*/ 1536355 h 5450835"/>
              <a:gd name="connsiteX10308" fmla="*/ 5087979 w 10450132"/>
              <a:gd name="connsiteY10308" fmla="*/ 1528472 h 5450835"/>
              <a:gd name="connsiteX10309" fmla="*/ 5087979 w 10450132"/>
              <a:gd name="connsiteY10309" fmla="*/ 1527618 h 5450835"/>
              <a:gd name="connsiteX10310" fmla="*/ 5092512 w 10450132"/>
              <a:gd name="connsiteY10310" fmla="*/ 1519737 h 5450835"/>
              <a:gd name="connsiteX10311" fmla="*/ 5093300 w 10450132"/>
              <a:gd name="connsiteY10311" fmla="*/ 1519277 h 5450835"/>
              <a:gd name="connsiteX10312" fmla="*/ 4075766 w 10450132"/>
              <a:gd name="connsiteY10312" fmla="*/ 1519277 h 5450835"/>
              <a:gd name="connsiteX10313" fmla="*/ 4084832 w 10450132"/>
              <a:gd name="connsiteY10313" fmla="*/ 1519277 h 5450835"/>
              <a:gd name="connsiteX10314" fmla="*/ 4085618 w 10450132"/>
              <a:gd name="connsiteY10314" fmla="*/ 1519736 h 5450835"/>
              <a:gd name="connsiteX10315" fmla="*/ 4090151 w 10450132"/>
              <a:gd name="connsiteY10315" fmla="*/ 1527618 h 5450835"/>
              <a:gd name="connsiteX10316" fmla="*/ 4090151 w 10450132"/>
              <a:gd name="connsiteY10316" fmla="*/ 1528472 h 5450835"/>
              <a:gd name="connsiteX10317" fmla="*/ 4085618 w 10450132"/>
              <a:gd name="connsiteY10317" fmla="*/ 1536355 h 5450835"/>
              <a:gd name="connsiteX10318" fmla="*/ 4084832 w 10450132"/>
              <a:gd name="connsiteY10318" fmla="*/ 1536814 h 5450835"/>
              <a:gd name="connsiteX10319" fmla="*/ 4075766 w 10450132"/>
              <a:gd name="connsiteY10319" fmla="*/ 1536814 h 5450835"/>
              <a:gd name="connsiteX10320" fmla="*/ 4074978 w 10450132"/>
              <a:gd name="connsiteY10320" fmla="*/ 1536355 h 5450835"/>
              <a:gd name="connsiteX10321" fmla="*/ 4070445 w 10450132"/>
              <a:gd name="connsiteY10321" fmla="*/ 1528472 h 5450835"/>
              <a:gd name="connsiteX10322" fmla="*/ 4070445 w 10450132"/>
              <a:gd name="connsiteY10322" fmla="*/ 1527618 h 5450835"/>
              <a:gd name="connsiteX10323" fmla="*/ 4074978 w 10450132"/>
              <a:gd name="connsiteY10323" fmla="*/ 1519736 h 5450835"/>
              <a:gd name="connsiteX10324" fmla="*/ 4075766 w 10450132"/>
              <a:gd name="connsiteY10324" fmla="*/ 1519277 h 5450835"/>
              <a:gd name="connsiteX10325" fmla="*/ 8146065 w 10450132"/>
              <a:gd name="connsiteY10325" fmla="*/ 1519275 h 5450835"/>
              <a:gd name="connsiteX10326" fmla="*/ 8155129 w 10450132"/>
              <a:gd name="connsiteY10326" fmla="*/ 1519275 h 5450835"/>
              <a:gd name="connsiteX10327" fmla="*/ 8155917 w 10450132"/>
              <a:gd name="connsiteY10327" fmla="*/ 1519735 h 5450835"/>
              <a:gd name="connsiteX10328" fmla="*/ 8160449 w 10450132"/>
              <a:gd name="connsiteY10328" fmla="*/ 1527616 h 5450835"/>
              <a:gd name="connsiteX10329" fmla="*/ 8160449 w 10450132"/>
              <a:gd name="connsiteY10329" fmla="*/ 1528470 h 5450835"/>
              <a:gd name="connsiteX10330" fmla="*/ 8155917 w 10450132"/>
              <a:gd name="connsiteY10330" fmla="*/ 1536353 h 5450835"/>
              <a:gd name="connsiteX10331" fmla="*/ 8155129 w 10450132"/>
              <a:gd name="connsiteY10331" fmla="*/ 1536812 h 5450835"/>
              <a:gd name="connsiteX10332" fmla="*/ 8146065 w 10450132"/>
              <a:gd name="connsiteY10332" fmla="*/ 1536812 h 5450835"/>
              <a:gd name="connsiteX10333" fmla="*/ 8145277 w 10450132"/>
              <a:gd name="connsiteY10333" fmla="*/ 1536353 h 5450835"/>
              <a:gd name="connsiteX10334" fmla="*/ 8140745 w 10450132"/>
              <a:gd name="connsiteY10334" fmla="*/ 1528470 h 5450835"/>
              <a:gd name="connsiteX10335" fmla="*/ 8140745 w 10450132"/>
              <a:gd name="connsiteY10335" fmla="*/ 1527616 h 5450835"/>
              <a:gd name="connsiteX10336" fmla="*/ 8145277 w 10450132"/>
              <a:gd name="connsiteY10336" fmla="*/ 1519735 h 5450835"/>
              <a:gd name="connsiteX10337" fmla="*/ 8146065 w 10450132"/>
              <a:gd name="connsiteY10337" fmla="*/ 1519275 h 5450835"/>
              <a:gd name="connsiteX10338" fmla="*/ 5856508 w 10450132"/>
              <a:gd name="connsiteY10338" fmla="*/ 1519265 h 5450835"/>
              <a:gd name="connsiteX10339" fmla="*/ 5865571 w 10450132"/>
              <a:gd name="connsiteY10339" fmla="*/ 1519265 h 5450835"/>
              <a:gd name="connsiteX10340" fmla="*/ 5866359 w 10450132"/>
              <a:gd name="connsiteY10340" fmla="*/ 1519725 h 5450835"/>
              <a:gd name="connsiteX10341" fmla="*/ 5870891 w 10450132"/>
              <a:gd name="connsiteY10341" fmla="*/ 1527606 h 5450835"/>
              <a:gd name="connsiteX10342" fmla="*/ 5870891 w 10450132"/>
              <a:gd name="connsiteY10342" fmla="*/ 1528460 h 5450835"/>
              <a:gd name="connsiteX10343" fmla="*/ 5866359 w 10450132"/>
              <a:gd name="connsiteY10343" fmla="*/ 1536343 h 5450835"/>
              <a:gd name="connsiteX10344" fmla="*/ 5865571 w 10450132"/>
              <a:gd name="connsiteY10344" fmla="*/ 1536802 h 5450835"/>
              <a:gd name="connsiteX10345" fmla="*/ 5856508 w 10450132"/>
              <a:gd name="connsiteY10345" fmla="*/ 1536802 h 5450835"/>
              <a:gd name="connsiteX10346" fmla="*/ 5855720 w 10450132"/>
              <a:gd name="connsiteY10346" fmla="*/ 1536343 h 5450835"/>
              <a:gd name="connsiteX10347" fmla="*/ 5851187 w 10450132"/>
              <a:gd name="connsiteY10347" fmla="*/ 1528460 h 5450835"/>
              <a:gd name="connsiteX10348" fmla="*/ 5851187 w 10450132"/>
              <a:gd name="connsiteY10348" fmla="*/ 1527606 h 5450835"/>
              <a:gd name="connsiteX10349" fmla="*/ 5855720 w 10450132"/>
              <a:gd name="connsiteY10349" fmla="*/ 1519725 h 5450835"/>
              <a:gd name="connsiteX10350" fmla="*/ 5856508 w 10450132"/>
              <a:gd name="connsiteY10350" fmla="*/ 1519265 h 5450835"/>
              <a:gd name="connsiteX10351" fmla="*/ 6619714 w 10450132"/>
              <a:gd name="connsiteY10351" fmla="*/ 1519261 h 5450835"/>
              <a:gd name="connsiteX10352" fmla="*/ 6628778 w 10450132"/>
              <a:gd name="connsiteY10352" fmla="*/ 1519261 h 5450835"/>
              <a:gd name="connsiteX10353" fmla="*/ 6629566 w 10450132"/>
              <a:gd name="connsiteY10353" fmla="*/ 1519721 h 5450835"/>
              <a:gd name="connsiteX10354" fmla="*/ 6634099 w 10450132"/>
              <a:gd name="connsiteY10354" fmla="*/ 1527602 h 5450835"/>
              <a:gd name="connsiteX10355" fmla="*/ 6634099 w 10450132"/>
              <a:gd name="connsiteY10355" fmla="*/ 1528456 h 5450835"/>
              <a:gd name="connsiteX10356" fmla="*/ 6629566 w 10450132"/>
              <a:gd name="connsiteY10356" fmla="*/ 1536338 h 5450835"/>
              <a:gd name="connsiteX10357" fmla="*/ 6628778 w 10450132"/>
              <a:gd name="connsiteY10357" fmla="*/ 1536798 h 5450835"/>
              <a:gd name="connsiteX10358" fmla="*/ 6619714 w 10450132"/>
              <a:gd name="connsiteY10358" fmla="*/ 1536798 h 5450835"/>
              <a:gd name="connsiteX10359" fmla="*/ 6618926 w 10450132"/>
              <a:gd name="connsiteY10359" fmla="*/ 1536338 h 5450835"/>
              <a:gd name="connsiteX10360" fmla="*/ 6614394 w 10450132"/>
              <a:gd name="connsiteY10360" fmla="*/ 1528456 h 5450835"/>
              <a:gd name="connsiteX10361" fmla="*/ 6614394 w 10450132"/>
              <a:gd name="connsiteY10361" fmla="*/ 1527602 h 5450835"/>
              <a:gd name="connsiteX10362" fmla="*/ 6618926 w 10450132"/>
              <a:gd name="connsiteY10362" fmla="*/ 1519721 h 5450835"/>
              <a:gd name="connsiteX10363" fmla="*/ 6619714 w 10450132"/>
              <a:gd name="connsiteY10363" fmla="*/ 1519261 h 5450835"/>
              <a:gd name="connsiteX10364" fmla="*/ 2040604 w 10450132"/>
              <a:gd name="connsiteY10364" fmla="*/ 1519260 h 5450835"/>
              <a:gd name="connsiteX10365" fmla="*/ 2049668 w 10450132"/>
              <a:gd name="connsiteY10365" fmla="*/ 1519260 h 5450835"/>
              <a:gd name="connsiteX10366" fmla="*/ 2050456 w 10450132"/>
              <a:gd name="connsiteY10366" fmla="*/ 1519720 h 5450835"/>
              <a:gd name="connsiteX10367" fmla="*/ 2054988 w 10450132"/>
              <a:gd name="connsiteY10367" fmla="*/ 1527601 h 5450835"/>
              <a:gd name="connsiteX10368" fmla="*/ 2054988 w 10450132"/>
              <a:gd name="connsiteY10368" fmla="*/ 1528455 h 5450835"/>
              <a:gd name="connsiteX10369" fmla="*/ 2050456 w 10450132"/>
              <a:gd name="connsiteY10369" fmla="*/ 1536337 h 5450835"/>
              <a:gd name="connsiteX10370" fmla="*/ 2049668 w 10450132"/>
              <a:gd name="connsiteY10370" fmla="*/ 1536797 h 5450835"/>
              <a:gd name="connsiteX10371" fmla="*/ 2040604 w 10450132"/>
              <a:gd name="connsiteY10371" fmla="*/ 1536797 h 5450835"/>
              <a:gd name="connsiteX10372" fmla="*/ 2039816 w 10450132"/>
              <a:gd name="connsiteY10372" fmla="*/ 1536337 h 5450835"/>
              <a:gd name="connsiteX10373" fmla="*/ 2035283 w 10450132"/>
              <a:gd name="connsiteY10373" fmla="*/ 1528455 h 5450835"/>
              <a:gd name="connsiteX10374" fmla="*/ 2035283 w 10450132"/>
              <a:gd name="connsiteY10374" fmla="*/ 1527601 h 5450835"/>
              <a:gd name="connsiteX10375" fmla="*/ 2039816 w 10450132"/>
              <a:gd name="connsiteY10375" fmla="*/ 1519720 h 5450835"/>
              <a:gd name="connsiteX10376" fmla="*/ 2040604 w 10450132"/>
              <a:gd name="connsiteY10376" fmla="*/ 1519260 h 5450835"/>
              <a:gd name="connsiteX10377" fmla="*/ 2549364 w 10450132"/>
              <a:gd name="connsiteY10377" fmla="*/ 1519259 h 5450835"/>
              <a:gd name="connsiteX10378" fmla="*/ 2558429 w 10450132"/>
              <a:gd name="connsiteY10378" fmla="*/ 1519259 h 5450835"/>
              <a:gd name="connsiteX10379" fmla="*/ 2559217 w 10450132"/>
              <a:gd name="connsiteY10379" fmla="*/ 1519718 h 5450835"/>
              <a:gd name="connsiteX10380" fmla="*/ 2563749 w 10450132"/>
              <a:gd name="connsiteY10380" fmla="*/ 1527601 h 5450835"/>
              <a:gd name="connsiteX10381" fmla="*/ 2563749 w 10450132"/>
              <a:gd name="connsiteY10381" fmla="*/ 1528454 h 5450835"/>
              <a:gd name="connsiteX10382" fmla="*/ 2559217 w 10450132"/>
              <a:gd name="connsiteY10382" fmla="*/ 1536336 h 5450835"/>
              <a:gd name="connsiteX10383" fmla="*/ 2558429 w 10450132"/>
              <a:gd name="connsiteY10383" fmla="*/ 1536797 h 5450835"/>
              <a:gd name="connsiteX10384" fmla="*/ 2549364 w 10450132"/>
              <a:gd name="connsiteY10384" fmla="*/ 1536797 h 5450835"/>
              <a:gd name="connsiteX10385" fmla="*/ 2548576 w 10450132"/>
              <a:gd name="connsiteY10385" fmla="*/ 1536336 h 5450835"/>
              <a:gd name="connsiteX10386" fmla="*/ 2544044 w 10450132"/>
              <a:gd name="connsiteY10386" fmla="*/ 1528454 h 5450835"/>
              <a:gd name="connsiteX10387" fmla="*/ 2544044 w 10450132"/>
              <a:gd name="connsiteY10387" fmla="*/ 1527601 h 5450835"/>
              <a:gd name="connsiteX10388" fmla="*/ 2548576 w 10450132"/>
              <a:gd name="connsiteY10388" fmla="*/ 1519718 h 5450835"/>
              <a:gd name="connsiteX10389" fmla="*/ 2549364 w 10450132"/>
              <a:gd name="connsiteY10389" fmla="*/ 1519259 h 5450835"/>
              <a:gd name="connsiteX10390" fmla="*/ 8654892 w 10450132"/>
              <a:gd name="connsiteY10390" fmla="*/ 1302363 h 5450835"/>
              <a:gd name="connsiteX10391" fmla="*/ 8663955 w 10450132"/>
              <a:gd name="connsiteY10391" fmla="*/ 1302363 h 5450835"/>
              <a:gd name="connsiteX10392" fmla="*/ 8664744 w 10450132"/>
              <a:gd name="connsiteY10392" fmla="*/ 1302819 h 5450835"/>
              <a:gd name="connsiteX10393" fmla="*/ 8669277 w 10450132"/>
              <a:gd name="connsiteY10393" fmla="*/ 1310701 h 5450835"/>
              <a:gd name="connsiteX10394" fmla="*/ 8669277 w 10450132"/>
              <a:gd name="connsiteY10394" fmla="*/ 1311555 h 5450835"/>
              <a:gd name="connsiteX10395" fmla="*/ 8664744 w 10450132"/>
              <a:gd name="connsiteY10395" fmla="*/ 1319435 h 5450835"/>
              <a:gd name="connsiteX10396" fmla="*/ 8663955 w 10450132"/>
              <a:gd name="connsiteY10396" fmla="*/ 1319895 h 5450835"/>
              <a:gd name="connsiteX10397" fmla="*/ 8654892 w 10450132"/>
              <a:gd name="connsiteY10397" fmla="*/ 1319895 h 5450835"/>
              <a:gd name="connsiteX10398" fmla="*/ 8654104 w 10450132"/>
              <a:gd name="connsiteY10398" fmla="*/ 1319435 h 5450835"/>
              <a:gd name="connsiteX10399" fmla="*/ 8649572 w 10450132"/>
              <a:gd name="connsiteY10399" fmla="*/ 1311555 h 5450835"/>
              <a:gd name="connsiteX10400" fmla="*/ 8649572 w 10450132"/>
              <a:gd name="connsiteY10400" fmla="*/ 1310701 h 5450835"/>
              <a:gd name="connsiteX10401" fmla="*/ 8654104 w 10450132"/>
              <a:gd name="connsiteY10401" fmla="*/ 1302819 h 5450835"/>
              <a:gd name="connsiteX10402" fmla="*/ 8654892 w 10450132"/>
              <a:gd name="connsiteY10402" fmla="*/ 1302363 h 5450835"/>
              <a:gd name="connsiteX10403" fmla="*/ 2803967 w 10450132"/>
              <a:gd name="connsiteY10403" fmla="*/ 1302363 h 5450835"/>
              <a:gd name="connsiteX10404" fmla="*/ 2813034 w 10450132"/>
              <a:gd name="connsiteY10404" fmla="*/ 1302363 h 5450835"/>
              <a:gd name="connsiteX10405" fmla="*/ 2813820 w 10450132"/>
              <a:gd name="connsiteY10405" fmla="*/ 1302818 h 5450835"/>
              <a:gd name="connsiteX10406" fmla="*/ 2818352 w 10450132"/>
              <a:gd name="connsiteY10406" fmla="*/ 1310700 h 5450835"/>
              <a:gd name="connsiteX10407" fmla="*/ 2818352 w 10450132"/>
              <a:gd name="connsiteY10407" fmla="*/ 1311553 h 5450835"/>
              <a:gd name="connsiteX10408" fmla="*/ 2813820 w 10450132"/>
              <a:gd name="connsiteY10408" fmla="*/ 1319435 h 5450835"/>
              <a:gd name="connsiteX10409" fmla="*/ 2813034 w 10450132"/>
              <a:gd name="connsiteY10409" fmla="*/ 1319895 h 5450835"/>
              <a:gd name="connsiteX10410" fmla="*/ 2803967 w 10450132"/>
              <a:gd name="connsiteY10410" fmla="*/ 1319895 h 5450835"/>
              <a:gd name="connsiteX10411" fmla="*/ 2803179 w 10450132"/>
              <a:gd name="connsiteY10411" fmla="*/ 1319435 h 5450835"/>
              <a:gd name="connsiteX10412" fmla="*/ 2798648 w 10450132"/>
              <a:gd name="connsiteY10412" fmla="*/ 1311553 h 5450835"/>
              <a:gd name="connsiteX10413" fmla="*/ 2798648 w 10450132"/>
              <a:gd name="connsiteY10413" fmla="*/ 1310700 h 5450835"/>
              <a:gd name="connsiteX10414" fmla="*/ 2803179 w 10450132"/>
              <a:gd name="connsiteY10414" fmla="*/ 1302818 h 5450835"/>
              <a:gd name="connsiteX10415" fmla="*/ 2803967 w 10450132"/>
              <a:gd name="connsiteY10415" fmla="*/ 1302363 h 5450835"/>
              <a:gd name="connsiteX10416" fmla="*/ 5602126 w 10450132"/>
              <a:gd name="connsiteY10416" fmla="*/ 1302362 h 5450835"/>
              <a:gd name="connsiteX10417" fmla="*/ 5611191 w 10450132"/>
              <a:gd name="connsiteY10417" fmla="*/ 1302362 h 5450835"/>
              <a:gd name="connsiteX10418" fmla="*/ 5611979 w 10450132"/>
              <a:gd name="connsiteY10418" fmla="*/ 1302818 h 5450835"/>
              <a:gd name="connsiteX10419" fmla="*/ 5616511 w 10450132"/>
              <a:gd name="connsiteY10419" fmla="*/ 1310700 h 5450835"/>
              <a:gd name="connsiteX10420" fmla="*/ 5616511 w 10450132"/>
              <a:gd name="connsiteY10420" fmla="*/ 1311550 h 5450835"/>
              <a:gd name="connsiteX10421" fmla="*/ 5611979 w 10450132"/>
              <a:gd name="connsiteY10421" fmla="*/ 1319435 h 5450835"/>
              <a:gd name="connsiteX10422" fmla="*/ 5611191 w 10450132"/>
              <a:gd name="connsiteY10422" fmla="*/ 1319895 h 5450835"/>
              <a:gd name="connsiteX10423" fmla="*/ 5602126 w 10450132"/>
              <a:gd name="connsiteY10423" fmla="*/ 1319895 h 5450835"/>
              <a:gd name="connsiteX10424" fmla="*/ 5601338 w 10450132"/>
              <a:gd name="connsiteY10424" fmla="*/ 1319435 h 5450835"/>
              <a:gd name="connsiteX10425" fmla="*/ 5596807 w 10450132"/>
              <a:gd name="connsiteY10425" fmla="*/ 1311550 h 5450835"/>
              <a:gd name="connsiteX10426" fmla="*/ 5596807 w 10450132"/>
              <a:gd name="connsiteY10426" fmla="*/ 1310700 h 5450835"/>
              <a:gd name="connsiteX10427" fmla="*/ 5601338 w 10450132"/>
              <a:gd name="connsiteY10427" fmla="*/ 1302818 h 5450835"/>
              <a:gd name="connsiteX10428" fmla="*/ 5602126 w 10450132"/>
              <a:gd name="connsiteY10428" fmla="*/ 1302362 h 5450835"/>
              <a:gd name="connsiteX10429" fmla="*/ 3821617 w 10450132"/>
              <a:gd name="connsiteY10429" fmla="*/ 1302358 h 5450835"/>
              <a:gd name="connsiteX10430" fmla="*/ 3830685 w 10450132"/>
              <a:gd name="connsiteY10430" fmla="*/ 1302358 h 5450835"/>
              <a:gd name="connsiteX10431" fmla="*/ 3831471 w 10450132"/>
              <a:gd name="connsiteY10431" fmla="*/ 1302818 h 5450835"/>
              <a:gd name="connsiteX10432" fmla="*/ 3836006 w 10450132"/>
              <a:gd name="connsiteY10432" fmla="*/ 1310694 h 5450835"/>
              <a:gd name="connsiteX10433" fmla="*/ 3836006 w 10450132"/>
              <a:gd name="connsiteY10433" fmla="*/ 1311549 h 5450835"/>
              <a:gd name="connsiteX10434" fmla="*/ 3831471 w 10450132"/>
              <a:gd name="connsiteY10434" fmla="*/ 1319430 h 5450835"/>
              <a:gd name="connsiteX10435" fmla="*/ 3830685 w 10450132"/>
              <a:gd name="connsiteY10435" fmla="*/ 1319890 h 5450835"/>
              <a:gd name="connsiteX10436" fmla="*/ 3821617 w 10450132"/>
              <a:gd name="connsiteY10436" fmla="*/ 1319890 h 5450835"/>
              <a:gd name="connsiteX10437" fmla="*/ 3820830 w 10450132"/>
              <a:gd name="connsiteY10437" fmla="*/ 1319430 h 5450835"/>
              <a:gd name="connsiteX10438" fmla="*/ 3816298 w 10450132"/>
              <a:gd name="connsiteY10438" fmla="*/ 1311549 h 5450835"/>
              <a:gd name="connsiteX10439" fmla="*/ 3816298 w 10450132"/>
              <a:gd name="connsiteY10439" fmla="*/ 1310694 h 5450835"/>
              <a:gd name="connsiteX10440" fmla="*/ 3820830 w 10450132"/>
              <a:gd name="connsiteY10440" fmla="*/ 1302818 h 5450835"/>
              <a:gd name="connsiteX10441" fmla="*/ 3821617 w 10450132"/>
              <a:gd name="connsiteY10441" fmla="*/ 1302358 h 5450835"/>
              <a:gd name="connsiteX10442" fmla="*/ 8909274 w 10450132"/>
              <a:gd name="connsiteY10442" fmla="*/ 1302346 h 5450835"/>
              <a:gd name="connsiteX10443" fmla="*/ 8918336 w 10450132"/>
              <a:gd name="connsiteY10443" fmla="*/ 1302346 h 5450835"/>
              <a:gd name="connsiteX10444" fmla="*/ 8919125 w 10450132"/>
              <a:gd name="connsiteY10444" fmla="*/ 1302806 h 5450835"/>
              <a:gd name="connsiteX10445" fmla="*/ 8923657 w 10450132"/>
              <a:gd name="connsiteY10445" fmla="*/ 1310684 h 5450835"/>
              <a:gd name="connsiteX10446" fmla="*/ 8923657 w 10450132"/>
              <a:gd name="connsiteY10446" fmla="*/ 1311538 h 5450835"/>
              <a:gd name="connsiteX10447" fmla="*/ 8919125 w 10450132"/>
              <a:gd name="connsiteY10447" fmla="*/ 1319421 h 5450835"/>
              <a:gd name="connsiteX10448" fmla="*/ 8918336 w 10450132"/>
              <a:gd name="connsiteY10448" fmla="*/ 1319879 h 5450835"/>
              <a:gd name="connsiteX10449" fmla="*/ 8909274 w 10450132"/>
              <a:gd name="connsiteY10449" fmla="*/ 1319879 h 5450835"/>
              <a:gd name="connsiteX10450" fmla="*/ 8908484 w 10450132"/>
              <a:gd name="connsiteY10450" fmla="*/ 1319421 h 5450835"/>
              <a:gd name="connsiteX10451" fmla="*/ 8903953 w 10450132"/>
              <a:gd name="connsiteY10451" fmla="*/ 1311538 h 5450835"/>
              <a:gd name="connsiteX10452" fmla="*/ 8903953 w 10450132"/>
              <a:gd name="connsiteY10452" fmla="*/ 1310684 h 5450835"/>
              <a:gd name="connsiteX10453" fmla="*/ 8908484 w 10450132"/>
              <a:gd name="connsiteY10453" fmla="*/ 1302806 h 5450835"/>
              <a:gd name="connsiteX10454" fmla="*/ 8909274 w 10450132"/>
              <a:gd name="connsiteY10454" fmla="*/ 1302346 h 5450835"/>
              <a:gd name="connsiteX10455" fmla="*/ 6619714 w 10450132"/>
              <a:gd name="connsiteY10455" fmla="*/ 1302346 h 5450835"/>
              <a:gd name="connsiteX10456" fmla="*/ 6628778 w 10450132"/>
              <a:gd name="connsiteY10456" fmla="*/ 1302346 h 5450835"/>
              <a:gd name="connsiteX10457" fmla="*/ 6629566 w 10450132"/>
              <a:gd name="connsiteY10457" fmla="*/ 1302809 h 5450835"/>
              <a:gd name="connsiteX10458" fmla="*/ 6634099 w 10450132"/>
              <a:gd name="connsiteY10458" fmla="*/ 1310689 h 5450835"/>
              <a:gd name="connsiteX10459" fmla="*/ 6634099 w 10450132"/>
              <a:gd name="connsiteY10459" fmla="*/ 1311538 h 5450835"/>
              <a:gd name="connsiteX10460" fmla="*/ 6629566 w 10450132"/>
              <a:gd name="connsiteY10460" fmla="*/ 1319422 h 5450835"/>
              <a:gd name="connsiteX10461" fmla="*/ 6628778 w 10450132"/>
              <a:gd name="connsiteY10461" fmla="*/ 1319881 h 5450835"/>
              <a:gd name="connsiteX10462" fmla="*/ 6619714 w 10450132"/>
              <a:gd name="connsiteY10462" fmla="*/ 1319881 h 5450835"/>
              <a:gd name="connsiteX10463" fmla="*/ 6618926 w 10450132"/>
              <a:gd name="connsiteY10463" fmla="*/ 1319422 h 5450835"/>
              <a:gd name="connsiteX10464" fmla="*/ 6614394 w 10450132"/>
              <a:gd name="connsiteY10464" fmla="*/ 1311538 h 5450835"/>
              <a:gd name="connsiteX10465" fmla="*/ 6614394 w 10450132"/>
              <a:gd name="connsiteY10465" fmla="*/ 1310689 h 5450835"/>
              <a:gd name="connsiteX10466" fmla="*/ 6618926 w 10450132"/>
              <a:gd name="connsiteY10466" fmla="*/ 1302809 h 5450835"/>
              <a:gd name="connsiteX10467" fmla="*/ 6619714 w 10450132"/>
              <a:gd name="connsiteY10467" fmla="*/ 1302346 h 5450835"/>
              <a:gd name="connsiteX10468" fmla="*/ 1786331 w 10450132"/>
              <a:gd name="connsiteY10468" fmla="*/ 1302346 h 5450835"/>
              <a:gd name="connsiteX10469" fmla="*/ 1795394 w 10450132"/>
              <a:gd name="connsiteY10469" fmla="*/ 1302346 h 5450835"/>
              <a:gd name="connsiteX10470" fmla="*/ 1796183 w 10450132"/>
              <a:gd name="connsiteY10470" fmla="*/ 1302807 h 5450835"/>
              <a:gd name="connsiteX10471" fmla="*/ 1800715 w 10450132"/>
              <a:gd name="connsiteY10471" fmla="*/ 1310684 h 5450835"/>
              <a:gd name="connsiteX10472" fmla="*/ 1800715 w 10450132"/>
              <a:gd name="connsiteY10472" fmla="*/ 1311538 h 5450835"/>
              <a:gd name="connsiteX10473" fmla="*/ 1796183 w 10450132"/>
              <a:gd name="connsiteY10473" fmla="*/ 1319421 h 5450835"/>
              <a:gd name="connsiteX10474" fmla="*/ 1795394 w 10450132"/>
              <a:gd name="connsiteY10474" fmla="*/ 1319880 h 5450835"/>
              <a:gd name="connsiteX10475" fmla="*/ 1786331 w 10450132"/>
              <a:gd name="connsiteY10475" fmla="*/ 1319880 h 5450835"/>
              <a:gd name="connsiteX10476" fmla="*/ 1785542 w 10450132"/>
              <a:gd name="connsiteY10476" fmla="*/ 1319421 h 5450835"/>
              <a:gd name="connsiteX10477" fmla="*/ 1781012 w 10450132"/>
              <a:gd name="connsiteY10477" fmla="*/ 1311538 h 5450835"/>
              <a:gd name="connsiteX10478" fmla="*/ 1781012 w 10450132"/>
              <a:gd name="connsiteY10478" fmla="*/ 1310684 h 5450835"/>
              <a:gd name="connsiteX10479" fmla="*/ 1785542 w 10450132"/>
              <a:gd name="connsiteY10479" fmla="*/ 1302807 h 5450835"/>
              <a:gd name="connsiteX10480" fmla="*/ 1786331 w 10450132"/>
              <a:gd name="connsiteY10480" fmla="*/ 1302346 h 5450835"/>
              <a:gd name="connsiteX10481" fmla="*/ 7128477 w 10450132"/>
              <a:gd name="connsiteY10481" fmla="*/ 1302344 h 5450835"/>
              <a:gd name="connsiteX10482" fmla="*/ 7137540 w 10450132"/>
              <a:gd name="connsiteY10482" fmla="*/ 1302344 h 5450835"/>
              <a:gd name="connsiteX10483" fmla="*/ 7138328 w 10450132"/>
              <a:gd name="connsiteY10483" fmla="*/ 1302803 h 5450835"/>
              <a:gd name="connsiteX10484" fmla="*/ 7142860 w 10450132"/>
              <a:gd name="connsiteY10484" fmla="*/ 1310681 h 5450835"/>
              <a:gd name="connsiteX10485" fmla="*/ 7142860 w 10450132"/>
              <a:gd name="connsiteY10485" fmla="*/ 1311534 h 5450835"/>
              <a:gd name="connsiteX10486" fmla="*/ 7138328 w 10450132"/>
              <a:gd name="connsiteY10486" fmla="*/ 1319415 h 5450835"/>
              <a:gd name="connsiteX10487" fmla="*/ 7137540 w 10450132"/>
              <a:gd name="connsiteY10487" fmla="*/ 1319878 h 5450835"/>
              <a:gd name="connsiteX10488" fmla="*/ 7128477 w 10450132"/>
              <a:gd name="connsiteY10488" fmla="*/ 1319878 h 5450835"/>
              <a:gd name="connsiteX10489" fmla="*/ 7127689 w 10450132"/>
              <a:gd name="connsiteY10489" fmla="*/ 1319415 h 5450835"/>
              <a:gd name="connsiteX10490" fmla="*/ 7123156 w 10450132"/>
              <a:gd name="connsiteY10490" fmla="*/ 1311534 h 5450835"/>
              <a:gd name="connsiteX10491" fmla="*/ 7123156 w 10450132"/>
              <a:gd name="connsiteY10491" fmla="*/ 1310681 h 5450835"/>
              <a:gd name="connsiteX10492" fmla="*/ 7127689 w 10450132"/>
              <a:gd name="connsiteY10492" fmla="*/ 1302803 h 5450835"/>
              <a:gd name="connsiteX10493" fmla="*/ 7128477 w 10450132"/>
              <a:gd name="connsiteY10493" fmla="*/ 1302344 h 5450835"/>
              <a:gd name="connsiteX10494" fmla="*/ 514366 w 10450132"/>
              <a:gd name="connsiteY10494" fmla="*/ 1302344 h 5450835"/>
              <a:gd name="connsiteX10495" fmla="*/ 523429 w 10450132"/>
              <a:gd name="connsiteY10495" fmla="*/ 1302344 h 5450835"/>
              <a:gd name="connsiteX10496" fmla="*/ 524218 w 10450132"/>
              <a:gd name="connsiteY10496" fmla="*/ 1302803 h 5450835"/>
              <a:gd name="connsiteX10497" fmla="*/ 528749 w 10450132"/>
              <a:gd name="connsiteY10497" fmla="*/ 1310683 h 5450835"/>
              <a:gd name="connsiteX10498" fmla="*/ 528749 w 10450132"/>
              <a:gd name="connsiteY10498" fmla="*/ 1311538 h 5450835"/>
              <a:gd name="connsiteX10499" fmla="*/ 524218 w 10450132"/>
              <a:gd name="connsiteY10499" fmla="*/ 1319418 h 5450835"/>
              <a:gd name="connsiteX10500" fmla="*/ 523429 w 10450132"/>
              <a:gd name="connsiteY10500" fmla="*/ 1319878 h 5450835"/>
              <a:gd name="connsiteX10501" fmla="*/ 514366 w 10450132"/>
              <a:gd name="connsiteY10501" fmla="*/ 1319878 h 5450835"/>
              <a:gd name="connsiteX10502" fmla="*/ 513578 w 10450132"/>
              <a:gd name="connsiteY10502" fmla="*/ 1319418 h 5450835"/>
              <a:gd name="connsiteX10503" fmla="*/ 509045 w 10450132"/>
              <a:gd name="connsiteY10503" fmla="*/ 1311538 h 5450835"/>
              <a:gd name="connsiteX10504" fmla="*/ 509045 w 10450132"/>
              <a:gd name="connsiteY10504" fmla="*/ 1310683 h 5450835"/>
              <a:gd name="connsiteX10505" fmla="*/ 513578 w 10450132"/>
              <a:gd name="connsiteY10505" fmla="*/ 1302803 h 5450835"/>
              <a:gd name="connsiteX10506" fmla="*/ 514366 w 10450132"/>
              <a:gd name="connsiteY10506" fmla="*/ 1302344 h 5450835"/>
              <a:gd name="connsiteX10507" fmla="*/ 5610 w 10450132"/>
              <a:gd name="connsiteY10507" fmla="*/ 1302344 h 5450835"/>
              <a:gd name="connsiteX10508" fmla="*/ 14674 w 10450132"/>
              <a:gd name="connsiteY10508" fmla="*/ 1302344 h 5450835"/>
              <a:gd name="connsiteX10509" fmla="*/ 15462 w 10450132"/>
              <a:gd name="connsiteY10509" fmla="*/ 1302803 h 5450835"/>
              <a:gd name="connsiteX10510" fmla="*/ 19994 w 10450132"/>
              <a:gd name="connsiteY10510" fmla="*/ 1310681 h 5450835"/>
              <a:gd name="connsiteX10511" fmla="*/ 19994 w 10450132"/>
              <a:gd name="connsiteY10511" fmla="*/ 1311534 h 5450835"/>
              <a:gd name="connsiteX10512" fmla="*/ 15462 w 10450132"/>
              <a:gd name="connsiteY10512" fmla="*/ 1319415 h 5450835"/>
              <a:gd name="connsiteX10513" fmla="*/ 14674 w 10450132"/>
              <a:gd name="connsiteY10513" fmla="*/ 1319877 h 5450835"/>
              <a:gd name="connsiteX10514" fmla="*/ 5610 w 10450132"/>
              <a:gd name="connsiteY10514" fmla="*/ 1319877 h 5450835"/>
              <a:gd name="connsiteX10515" fmla="*/ 4821 w 10450132"/>
              <a:gd name="connsiteY10515" fmla="*/ 1319415 h 5450835"/>
              <a:gd name="connsiteX10516" fmla="*/ 289 w 10450132"/>
              <a:gd name="connsiteY10516" fmla="*/ 1311534 h 5450835"/>
              <a:gd name="connsiteX10517" fmla="*/ 289 w 10450132"/>
              <a:gd name="connsiteY10517" fmla="*/ 1310681 h 5450835"/>
              <a:gd name="connsiteX10518" fmla="*/ 4821 w 10450132"/>
              <a:gd name="connsiteY10518" fmla="*/ 1302803 h 5450835"/>
              <a:gd name="connsiteX10519" fmla="*/ 5610 w 10450132"/>
              <a:gd name="connsiteY10519" fmla="*/ 1302344 h 5450835"/>
              <a:gd name="connsiteX10520" fmla="*/ 9418035 w 10450132"/>
              <a:gd name="connsiteY10520" fmla="*/ 1302339 h 5450835"/>
              <a:gd name="connsiteX10521" fmla="*/ 9427099 w 10450132"/>
              <a:gd name="connsiteY10521" fmla="*/ 1302339 h 5450835"/>
              <a:gd name="connsiteX10522" fmla="*/ 9427887 w 10450132"/>
              <a:gd name="connsiteY10522" fmla="*/ 1302800 h 5450835"/>
              <a:gd name="connsiteX10523" fmla="*/ 9432419 w 10450132"/>
              <a:gd name="connsiteY10523" fmla="*/ 1310679 h 5450835"/>
              <a:gd name="connsiteX10524" fmla="*/ 9432419 w 10450132"/>
              <a:gd name="connsiteY10524" fmla="*/ 1311534 h 5450835"/>
              <a:gd name="connsiteX10525" fmla="*/ 9427887 w 10450132"/>
              <a:gd name="connsiteY10525" fmla="*/ 1319413 h 5450835"/>
              <a:gd name="connsiteX10526" fmla="*/ 9427099 w 10450132"/>
              <a:gd name="connsiteY10526" fmla="*/ 1319872 h 5450835"/>
              <a:gd name="connsiteX10527" fmla="*/ 9418035 w 10450132"/>
              <a:gd name="connsiteY10527" fmla="*/ 1319872 h 5450835"/>
              <a:gd name="connsiteX10528" fmla="*/ 9417247 w 10450132"/>
              <a:gd name="connsiteY10528" fmla="*/ 1319413 h 5450835"/>
              <a:gd name="connsiteX10529" fmla="*/ 9412714 w 10450132"/>
              <a:gd name="connsiteY10529" fmla="*/ 1311534 h 5450835"/>
              <a:gd name="connsiteX10530" fmla="*/ 9412714 w 10450132"/>
              <a:gd name="connsiteY10530" fmla="*/ 1310679 h 5450835"/>
              <a:gd name="connsiteX10531" fmla="*/ 9417247 w 10450132"/>
              <a:gd name="connsiteY10531" fmla="*/ 1302800 h 5450835"/>
              <a:gd name="connsiteX10532" fmla="*/ 9418035 w 10450132"/>
              <a:gd name="connsiteY10532" fmla="*/ 1302339 h 5450835"/>
              <a:gd name="connsiteX10533" fmla="*/ 1277559 w 10450132"/>
              <a:gd name="connsiteY10533" fmla="*/ 1302339 h 5450835"/>
              <a:gd name="connsiteX10534" fmla="*/ 1286623 w 10450132"/>
              <a:gd name="connsiteY10534" fmla="*/ 1302339 h 5450835"/>
              <a:gd name="connsiteX10535" fmla="*/ 1287414 w 10450132"/>
              <a:gd name="connsiteY10535" fmla="*/ 1302800 h 5450835"/>
              <a:gd name="connsiteX10536" fmla="*/ 1291946 w 10450132"/>
              <a:gd name="connsiteY10536" fmla="*/ 1310679 h 5450835"/>
              <a:gd name="connsiteX10537" fmla="*/ 1291946 w 10450132"/>
              <a:gd name="connsiteY10537" fmla="*/ 1311529 h 5450835"/>
              <a:gd name="connsiteX10538" fmla="*/ 1287414 w 10450132"/>
              <a:gd name="connsiteY10538" fmla="*/ 1319412 h 5450835"/>
              <a:gd name="connsiteX10539" fmla="*/ 1286623 w 10450132"/>
              <a:gd name="connsiteY10539" fmla="*/ 1319872 h 5450835"/>
              <a:gd name="connsiteX10540" fmla="*/ 1277559 w 10450132"/>
              <a:gd name="connsiteY10540" fmla="*/ 1319872 h 5450835"/>
              <a:gd name="connsiteX10541" fmla="*/ 1276772 w 10450132"/>
              <a:gd name="connsiteY10541" fmla="*/ 1319412 h 5450835"/>
              <a:gd name="connsiteX10542" fmla="*/ 1272242 w 10450132"/>
              <a:gd name="connsiteY10542" fmla="*/ 1311529 h 5450835"/>
              <a:gd name="connsiteX10543" fmla="*/ 1272242 w 10450132"/>
              <a:gd name="connsiteY10543" fmla="*/ 1310679 h 5450835"/>
              <a:gd name="connsiteX10544" fmla="*/ 1276772 w 10450132"/>
              <a:gd name="connsiteY10544" fmla="*/ 1302800 h 5450835"/>
              <a:gd name="connsiteX10545" fmla="*/ 1277559 w 10450132"/>
              <a:gd name="connsiteY10545" fmla="*/ 1302339 h 5450835"/>
              <a:gd name="connsiteX10546" fmla="*/ 3567171 w 10450132"/>
              <a:gd name="connsiteY10546" fmla="*/ 1302337 h 5450835"/>
              <a:gd name="connsiteX10547" fmla="*/ 3576235 w 10450132"/>
              <a:gd name="connsiteY10547" fmla="*/ 1302337 h 5450835"/>
              <a:gd name="connsiteX10548" fmla="*/ 3577024 w 10450132"/>
              <a:gd name="connsiteY10548" fmla="*/ 1302800 h 5450835"/>
              <a:gd name="connsiteX10549" fmla="*/ 3581555 w 10450132"/>
              <a:gd name="connsiteY10549" fmla="*/ 1310679 h 5450835"/>
              <a:gd name="connsiteX10550" fmla="*/ 3581555 w 10450132"/>
              <a:gd name="connsiteY10550" fmla="*/ 1311529 h 5450835"/>
              <a:gd name="connsiteX10551" fmla="*/ 3577024 w 10450132"/>
              <a:gd name="connsiteY10551" fmla="*/ 1319412 h 5450835"/>
              <a:gd name="connsiteX10552" fmla="*/ 3576235 w 10450132"/>
              <a:gd name="connsiteY10552" fmla="*/ 1319872 h 5450835"/>
              <a:gd name="connsiteX10553" fmla="*/ 3567171 w 10450132"/>
              <a:gd name="connsiteY10553" fmla="*/ 1319872 h 5450835"/>
              <a:gd name="connsiteX10554" fmla="*/ 3566382 w 10450132"/>
              <a:gd name="connsiteY10554" fmla="*/ 1319412 h 5450835"/>
              <a:gd name="connsiteX10555" fmla="*/ 3561851 w 10450132"/>
              <a:gd name="connsiteY10555" fmla="*/ 1311529 h 5450835"/>
              <a:gd name="connsiteX10556" fmla="*/ 3561851 w 10450132"/>
              <a:gd name="connsiteY10556" fmla="*/ 1310679 h 5450835"/>
              <a:gd name="connsiteX10557" fmla="*/ 3566382 w 10450132"/>
              <a:gd name="connsiteY10557" fmla="*/ 1302800 h 5450835"/>
              <a:gd name="connsiteX10558" fmla="*/ 3567171 w 10450132"/>
              <a:gd name="connsiteY10558" fmla="*/ 1302337 h 5450835"/>
              <a:gd name="connsiteX10559" fmla="*/ 2549516 w 10450132"/>
              <a:gd name="connsiteY10559" fmla="*/ 1302334 h 5450835"/>
              <a:gd name="connsiteX10560" fmla="*/ 2558582 w 10450132"/>
              <a:gd name="connsiteY10560" fmla="*/ 1302334 h 5450835"/>
              <a:gd name="connsiteX10561" fmla="*/ 2559370 w 10450132"/>
              <a:gd name="connsiteY10561" fmla="*/ 1302793 h 5450835"/>
              <a:gd name="connsiteX10562" fmla="*/ 2563903 w 10450132"/>
              <a:gd name="connsiteY10562" fmla="*/ 1310672 h 5450835"/>
              <a:gd name="connsiteX10563" fmla="*/ 2563903 w 10450132"/>
              <a:gd name="connsiteY10563" fmla="*/ 1311527 h 5450835"/>
              <a:gd name="connsiteX10564" fmla="*/ 2559370 w 10450132"/>
              <a:gd name="connsiteY10564" fmla="*/ 1319409 h 5450835"/>
              <a:gd name="connsiteX10565" fmla="*/ 2558582 w 10450132"/>
              <a:gd name="connsiteY10565" fmla="*/ 1319867 h 5450835"/>
              <a:gd name="connsiteX10566" fmla="*/ 2549516 w 10450132"/>
              <a:gd name="connsiteY10566" fmla="*/ 1319867 h 5450835"/>
              <a:gd name="connsiteX10567" fmla="*/ 2548728 w 10450132"/>
              <a:gd name="connsiteY10567" fmla="*/ 1319409 h 5450835"/>
              <a:gd name="connsiteX10568" fmla="*/ 2544197 w 10450132"/>
              <a:gd name="connsiteY10568" fmla="*/ 1311527 h 5450835"/>
              <a:gd name="connsiteX10569" fmla="*/ 2544197 w 10450132"/>
              <a:gd name="connsiteY10569" fmla="*/ 1310672 h 5450835"/>
              <a:gd name="connsiteX10570" fmla="*/ 2548728 w 10450132"/>
              <a:gd name="connsiteY10570" fmla="*/ 1302793 h 5450835"/>
              <a:gd name="connsiteX10571" fmla="*/ 2549516 w 10450132"/>
              <a:gd name="connsiteY10571" fmla="*/ 1302334 h 5450835"/>
              <a:gd name="connsiteX10572" fmla="*/ 5093300 w 10450132"/>
              <a:gd name="connsiteY10572" fmla="*/ 1302325 h 5450835"/>
              <a:gd name="connsiteX10573" fmla="*/ 5102364 w 10450132"/>
              <a:gd name="connsiteY10573" fmla="*/ 1302325 h 5450835"/>
              <a:gd name="connsiteX10574" fmla="*/ 5103153 w 10450132"/>
              <a:gd name="connsiteY10574" fmla="*/ 1302786 h 5450835"/>
              <a:gd name="connsiteX10575" fmla="*/ 5107684 w 10450132"/>
              <a:gd name="connsiteY10575" fmla="*/ 1310663 h 5450835"/>
              <a:gd name="connsiteX10576" fmla="*/ 5107684 w 10450132"/>
              <a:gd name="connsiteY10576" fmla="*/ 1311517 h 5450835"/>
              <a:gd name="connsiteX10577" fmla="*/ 5103153 w 10450132"/>
              <a:gd name="connsiteY10577" fmla="*/ 1319400 h 5450835"/>
              <a:gd name="connsiteX10578" fmla="*/ 5102364 w 10450132"/>
              <a:gd name="connsiteY10578" fmla="*/ 1319860 h 5450835"/>
              <a:gd name="connsiteX10579" fmla="*/ 5093300 w 10450132"/>
              <a:gd name="connsiteY10579" fmla="*/ 1319860 h 5450835"/>
              <a:gd name="connsiteX10580" fmla="*/ 5092512 w 10450132"/>
              <a:gd name="connsiteY10580" fmla="*/ 1319400 h 5450835"/>
              <a:gd name="connsiteX10581" fmla="*/ 5087979 w 10450132"/>
              <a:gd name="connsiteY10581" fmla="*/ 1311517 h 5450835"/>
              <a:gd name="connsiteX10582" fmla="*/ 5087979 w 10450132"/>
              <a:gd name="connsiteY10582" fmla="*/ 1310663 h 5450835"/>
              <a:gd name="connsiteX10583" fmla="*/ 5092512 w 10450132"/>
              <a:gd name="connsiteY10583" fmla="*/ 1302786 h 5450835"/>
              <a:gd name="connsiteX10584" fmla="*/ 5093300 w 10450132"/>
              <a:gd name="connsiteY10584" fmla="*/ 1302325 h 5450835"/>
              <a:gd name="connsiteX10585" fmla="*/ 9672481 w 10450132"/>
              <a:gd name="connsiteY10585" fmla="*/ 1302321 h 5450835"/>
              <a:gd name="connsiteX10586" fmla="*/ 9681545 w 10450132"/>
              <a:gd name="connsiteY10586" fmla="*/ 1302321 h 5450835"/>
              <a:gd name="connsiteX10587" fmla="*/ 9682333 w 10450132"/>
              <a:gd name="connsiteY10587" fmla="*/ 1302781 h 5450835"/>
              <a:gd name="connsiteX10588" fmla="*/ 9686865 w 10450132"/>
              <a:gd name="connsiteY10588" fmla="*/ 1310661 h 5450835"/>
              <a:gd name="connsiteX10589" fmla="*/ 9686865 w 10450132"/>
              <a:gd name="connsiteY10589" fmla="*/ 1311514 h 5450835"/>
              <a:gd name="connsiteX10590" fmla="*/ 9682333 w 10450132"/>
              <a:gd name="connsiteY10590" fmla="*/ 1319395 h 5450835"/>
              <a:gd name="connsiteX10591" fmla="*/ 9681545 w 10450132"/>
              <a:gd name="connsiteY10591" fmla="*/ 1319854 h 5450835"/>
              <a:gd name="connsiteX10592" fmla="*/ 9672481 w 10450132"/>
              <a:gd name="connsiteY10592" fmla="*/ 1319854 h 5450835"/>
              <a:gd name="connsiteX10593" fmla="*/ 9671693 w 10450132"/>
              <a:gd name="connsiteY10593" fmla="*/ 1319395 h 5450835"/>
              <a:gd name="connsiteX10594" fmla="*/ 9667160 w 10450132"/>
              <a:gd name="connsiteY10594" fmla="*/ 1311514 h 5450835"/>
              <a:gd name="connsiteX10595" fmla="*/ 9667160 w 10450132"/>
              <a:gd name="connsiteY10595" fmla="*/ 1310661 h 5450835"/>
              <a:gd name="connsiteX10596" fmla="*/ 9671693 w 10450132"/>
              <a:gd name="connsiteY10596" fmla="*/ 1302781 h 5450835"/>
              <a:gd name="connsiteX10597" fmla="*/ 9672481 w 10450132"/>
              <a:gd name="connsiteY10597" fmla="*/ 1302321 h 5450835"/>
              <a:gd name="connsiteX10598" fmla="*/ 7637304 w 10450132"/>
              <a:gd name="connsiteY10598" fmla="*/ 1302317 h 5450835"/>
              <a:gd name="connsiteX10599" fmla="*/ 7646367 w 10450132"/>
              <a:gd name="connsiteY10599" fmla="*/ 1302317 h 5450835"/>
              <a:gd name="connsiteX10600" fmla="*/ 7647156 w 10450132"/>
              <a:gd name="connsiteY10600" fmla="*/ 1302777 h 5450835"/>
              <a:gd name="connsiteX10601" fmla="*/ 7651687 w 10450132"/>
              <a:gd name="connsiteY10601" fmla="*/ 1310656 h 5450835"/>
              <a:gd name="connsiteX10602" fmla="*/ 7651687 w 10450132"/>
              <a:gd name="connsiteY10602" fmla="*/ 1311509 h 5450835"/>
              <a:gd name="connsiteX10603" fmla="*/ 7647156 w 10450132"/>
              <a:gd name="connsiteY10603" fmla="*/ 1319393 h 5450835"/>
              <a:gd name="connsiteX10604" fmla="*/ 7646367 w 10450132"/>
              <a:gd name="connsiteY10604" fmla="*/ 1319852 h 5450835"/>
              <a:gd name="connsiteX10605" fmla="*/ 7637304 w 10450132"/>
              <a:gd name="connsiteY10605" fmla="*/ 1319852 h 5450835"/>
              <a:gd name="connsiteX10606" fmla="*/ 7636516 w 10450132"/>
              <a:gd name="connsiteY10606" fmla="*/ 1319393 h 5450835"/>
              <a:gd name="connsiteX10607" fmla="*/ 7631983 w 10450132"/>
              <a:gd name="connsiteY10607" fmla="*/ 1311509 h 5450835"/>
              <a:gd name="connsiteX10608" fmla="*/ 7631983 w 10450132"/>
              <a:gd name="connsiteY10608" fmla="*/ 1310656 h 5450835"/>
              <a:gd name="connsiteX10609" fmla="*/ 7636516 w 10450132"/>
              <a:gd name="connsiteY10609" fmla="*/ 1302777 h 5450835"/>
              <a:gd name="connsiteX10610" fmla="*/ 7637304 w 10450132"/>
              <a:gd name="connsiteY10610" fmla="*/ 1302317 h 5450835"/>
              <a:gd name="connsiteX10611" fmla="*/ 10181242 w 10450132"/>
              <a:gd name="connsiteY10611" fmla="*/ 1302308 h 5450835"/>
              <a:gd name="connsiteX10612" fmla="*/ 10190305 w 10450132"/>
              <a:gd name="connsiteY10612" fmla="*/ 1302308 h 5450835"/>
              <a:gd name="connsiteX10613" fmla="*/ 10191093 w 10450132"/>
              <a:gd name="connsiteY10613" fmla="*/ 1302769 h 5450835"/>
              <a:gd name="connsiteX10614" fmla="*/ 10195626 w 10450132"/>
              <a:gd name="connsiteY10614" fmla="*/ 1310648 h 5450835"/>
              <a:gd name="connsiteX10615" fmla="*/ 10195626 w 10450132"/>
              <a:gd name="connsiteY10615" fmla="*/ 1311502 h 5450835"/>
              <a:gd name="connsiteX10616" fmla="*/ 10191093 w 10450132"/>
              <a:gd name="connsiteY10616" fmla="*/ 1319383 h 5450835"/>
              <a:gd name="connsiteX10617" fmla="*/ 10190305 w 10450132"/>
              <a:gd name="connsiteY10617" fmla="*/ 1319843 h 5450835"/>
              <a:gd name="connsiteX10618" fmla="*/ 10181242 w 10450132"/>
              <a:gd name="connsiteY10618" fmla="*/ 1319843 h 5450835"/>
              <a:gd name="connsiteX10619" fmla="*/ 10180453 w 10450132"/>
              <a:gd name="connsiteY10619" fmla="*/ 1319383 h 5450835"/>
              <a:gd name="connsiteX10620" fmla="*/ 10175922 w 10450132"/>
              <a:gd name="connsiteY10620" fmla="*/ 1311502 h 5450835"/>
              <a:gd name="connsiteX10621" fmla="*/ 10175922 w 10450132"/>
              <a:gd name="connsiteY10621" fmla="*/ 1310648 h 5450835"/>
              <a:gd name="connsiteX10622" fmla="*/ 10180453 w 10450132"/>
              <a:gd name="connsiteY10622" fmla="*/ 1302769 h 5450835"/>
              <a:gd name="connsiteX10623" fmla="*/ 10181242 w 10450132"/>
              <a:gd name="connsiteY10623" fmla="*/ 1302308 h 5450835"/>
              <a:gd name="connsiteX10624" fmla="*/ 4584538 w 10450132"/>
              <a:gd name="connsiteY10624" fmla="*/ 1302308 h 5450835"/>
              <a:gd name="connsiteX10625" fmla="*/ 4593603 w 10450132"/>
              <a:gd name="connsiteY10625" fmla="*/ 1302308 h 5450835"/>
              <a:gd name="connsiteX10626" fmla="*/ 4594390 w 10450132"/>
              <a:gd name="connsiteY10626" fmla="*/ 1302769 h 5450835"/>
              <a:gd name="connsiteX10627" fmla="*/ 4598922 w 10450132"/>
              <a:gd name="connsiteY10627" fmla="*/ 1310648 h 5450835"/>
              <a:gd name="connsiteX10628" fmla="*/ 4598922 w 10450132"/>
              <a:gd name="connsiteY10628" fmla="*/ 1311502 h 5450835"/>
              <a:gd name="connsiteX10629" fmla="*/ 4594390 w 10450132"/>
              <a:gd name="connsiteY10629" fmla="*/ 1319383 h 5450835"/>
              <a:gd name="connsiteX10630" fmla="*/ 4593603 w 10450132"/>
              <a:gd name="connsiteY10630" fmla="*/ 1319843 h 5450835"/>
              <a:gd name="connsiteX10631" fmla="*/ 4584538 w 10450132"/>
              <a:gd name="connsiteY10631" fmla="*/ 1319843 h 5450835"/>
              <a:gd name="connsiteX10632" fmla="*/ 4583749 w 10450132"/>
              <a:gd name="connsiteY10632" fmla="*/ 1319383 h 5450835"/>
              <a:gd name="connsiteX10633" fmla="*/ 4579218 w 10450132"/>
              <a:gd name="connsiteY10633" fmla="*/ 1311502 h 5450835"/>
              <a:gd name="connsiteX10634" fmla="*/ 4579218 w 10450132"/>
              <a:gd name="connsiteY10634" fmla="*/ 1310648 h 5450835"/>
              <a:gd name="connsiteX10635" fmla="*/ 4583749 w 10450132"/>
              <a:gd name="connsiteY10635" fmla="*/ 1302769 h 5450835"/>
              <a:gd name="connsiteX10636" fmla="*/ 4584538 w 10450132"/>
              <a:gd name="connsiteY10636" fmla="*/ 1302308 h 5450835"/>
              <a:gd name="connsiteX10637" fmla="*/ 3058319 w 10450132"/>
              <a:gd name="connsiteY10637" fmla="*/ 1302308 h 5450835"/>
              <a:gd name="connsiteX10638" fmla="*/ 3067384 w 10450132"/>
              <a:gd name="connsiteY10638" fmla="*/ 1302308 h 5450835"/>
              <a:gd name="connsiteX10639" fmla="*/ 3068172 w 10450132"/>
              <a:gd name="connsiteY10639" fmla="*/ 1302769 h 5450835"/>
              <a:gd name="connsiteX10640" fmla="*/ 3072704 w 10450132"/>
              <a:gd name="connsiteY10640" fmla="*/ 1310648 h 5450835"/>
              <a:gd name="connsiteX10641" fmla="*/ 3072704 w 10450132"/>
              <a:gd name="connsiteY10641" fmla="*/ 1311503 h 5450835"/>
              <a:gd name="connsiteX10642" fmla="*/ 3068172 w 10450132"/>
              <a:gd name="connsiteY10642" fmla="*/ 1319384 h 5450835"/>
              <a:gd name="connsiteX10643" fmla="*/ 3067384 w 10450132"/>
              <a:gd name="connsiteY10643" fmla="*/ 1319843 h 5450835"/>
              <a:gd name="connsiteX10644" fmla="*/ 3058319 w 10450132"/>
              <a:gd name="connsiteY10644" fmla="*/ 1319843 h 5450835"/>
              <a:gd name="connsiteX10645" fmla="*/ 3057531 w 10450132"/>
              <a:gd name="connsiteY10645" fmla="*/ 1319384 h 5450835"/>
              <a:gd name="connsiteX10646" fmla="*/ 3052999 w 10450132"/>
              <a:gd name="connsiteY10646" fmla="*/ 1311503 h 5450835"/>
              <a:gd name="connsiteX10647" fmla="*/ 3052999 w 10450132"/>
              <a:gd name="connsiteY10647" fmla="*/ 1310648 h 5450835"/>
              <a:gd name="connsiteX10648" fmla="*/ 3057531 w 10450132"/>
              <a:gd name="connsiteY10648" fmla="*/ 1302769 h 5450835"/>
              <a:gd name="connsiteX10649" fmla="*/ 3058319 w 10450132"/>
              <a:gd name="connsiteY10649" fmla="*/ 1302308 h 5450835"/>
              <a:gd name="connsiteX10650" fmla="*/ 7891684 w 10450132"/>
              <a:gd name="connsiteY10650" fmla="*/ 1302305 h 5450835"/>
              <a:gd name="connsiteX10651" fmla="*/ 7900748 w 10450132"/>
              <a:gd name="connsiteY10651" fmla="*/ 1302305 h 5450835"/>
              <a:gd name="connsiteX10652" fmla="*/ 7901536 w 10450132"/>
              <a:gd name="connsiteY10652" fmla="*/ 1302767 h 5450835"/>
              <a:gd name="connsiteX10653" fmla="*/ 7906067 w 10450132"/>
              <a:gd name="connsiteY10653" fmla="*/ 1310644 h 5450835"/>
              <a:gd name="connsiteX10654" fmla="*/ 7906067 w 10450132"/>
              <a:gd name="connsiteY10654" fmla="*/ 1311499 h 5450835"/>
              <a:gd name="connsiteX10655" fmla="*/ 7901536 w 10450132"/>
              <a:gd name="connsiteY10655" fmla="*/ 1319380 h 5450835"/>
              <a:gd name="connsiteX10656" fmla="*/ 7900748 w 10450132"/>
              <a:gd name="connsiteY10656" fmla="*/ 1319839 h 5450835"/>
              <a:gd name="connsiteX10657" fmla="*/ 7891684 w 10450132"/>
              <a:gd name="connsiteY10657" fmla="*/ 1319839 h 5450835"/>
              <a:gd name="connsiteX10658" fmla="*/ 7890896 w 10450132"/>
              <a:gd name="connsiteY10658" fmla="*/ 1319380 h 5450835"/>
              <a:gd name="connsiteX10659" fmla="*/ 7886363 w 10450132"/>
              <a:gd name="connsiteY10659" fmla="*/ 1311499 h 5450835"/>
              <a:gd name="connsiteX10660" fmla="*/ 7886363 w 10450132"/>
              <a:gd name="connsiteY10660" fmla="*/ 1310644 h 5450835"/>
              <a:gd name="connsiteX10661" fmla="*/ 7890896 w 10450132"/>
              <a:gd name="connsiteY10661" fmla="*/ 1302767 h 5450835"/>
              <a:gd name="connsiteX10662" fmla="*/ 7891684 w 10450132"/>
              <a:gd name="connsiteY10662" fmla="*/ 1302305 h 5450835"/>
              <a:gd name="connsiteX10663" fmla="*/ 3312699 w 10450132"/>
              <a:gd name="connsiteY10663" fmla="*/ 1302305 h 5450835"/>
              <a:gd name="connsiteX10664" fmla="*/ 3321764 w 10450132"/>
              <a:gd name="connsiteY10664" fmla="*/ 1302305 h 5450835"/>
              <a:gd name="connsiteX10665" fmla="*/ 3322551 w 10450132"/>
              <a:gd name="connsiteY10665" fmla="*/ 1302765 h 5450835"/>
              <a:gd name="connsiteX10666" fmla="*/ 3327083 w 10450132"/>
              <a:gd name="connsiteY10666" fmla="*/ 1310643 h 5450835"/>
              <a:gd name="connsiteX10667" fmla="*/ 3327083 w 10450132"/>
              <a:gd name="connsiteY10667" fmla="*/ 1311497 h 5450835"/>
              <a:gd name="connsiteX10668" fmla="*/ 3322551 w 10450132"/>
              <a:gd name="connsiteY10668" fmla="*/ 1319380 h 5450835"/>
              <a:gd name="connsiteX10669" fmla="*/ 3321764 w 10450132"/>
              <a:gd name="connsiteY10669" fmla="*/ 1319839 h 5450835"/>
              <a:gd name="connsiteX10670" fmla="*/ 3312699 w 10450132"/>
              <a:gd name="connsiteY10670" fmla="*/ 1319839 h 5450835"/>
              <a:gd name="connsiteX10671" fmla="*/ 3311911 w 10450132"/>
              <a:gd name="connsiteY10671" fmla="*/ 1319380 h 5450835"/>
              <a:gd name="connsiteX10672" fmla="*/ 3307378 w 10450132"/>
              <a:gd name="connsiteY10672" fmla="*/ 1311497 h 5450835"/>
              <a:gd name="connsiteX10673" fmla="*/ 3307378 w 10450132"/>
              <a:gd name="connsiteY10673" fmla="*/ 1310643 h 5450835"/>
              <a:gd name="connsiteX10674" fmla="*/ 3311911 w 10450132"/>
              <a:gd name="connsiteY10674" fmla="*/ 1302765 h 5450835"/>
              <a:gd name="connsiteX10675" fmla="*/ 3312699 w 10450132"/>
              <a:gd name="connsiteY10675" fmla="*/ 1302305 h 5450835"/>
              <a:gd name="connsiteX10676" fmla="*/ 5856508 w 10450132"/>
              <a:gd name="connsiteY10676" fmla="*/ 1302303 h 5450835"/>
              <a:gd name="connsiteX10677" fmla="*/ 5865571 w 10450132"/>
              <a:gd name="connsiteY10677" fmla="*/ 1302303 h 5450835"/>
              <a:gd name="connsiteX10678" fmla="*/ 5866359 w 10450132"/>
              <a:gd name="connsiteY10678" fmla="*/ 1302761 h 5450835"/>
              <a:gd name="connsiteX10679" fmla="*/ 5870891 w 10450132"/>
              <a:gd name="connsiteY10679" fmla="*/ 1310643 h 5450835"/>
              <a:gd name="connsiteX10680" fmla="*/ 5870891 w 10450132"/>
              <a:gd name="connsiteY10680" fmla="*/ 1311497 h 5450835"/>
              <a:gd name="connsiteX10681" fmla="*/ 5866359 w 10450132"/>
              <a:gd name="connsiteY10681" fmla="*/ 1319377 h 5450835"/>
              <a:gd name="connsiteX10682" fmla="*/ 5865571 w 10450132"/>
              <a:gd name="connsiteY10682" fmla="*/ 1319838 h 5450835"/>
              <a:gd name="connsiteX10683" fmla="*/ 5856508 w 10450132"/>
              <a:gd name="connsiteY10683" fmla="*/ 1319838 h 5450835"/>
              <a:gd name="connsiteX10684" fmla="*/ 5855720 w 10450132"/>
              <a:gd name="connsiteY10684" fmla="*/ 1319377 h 5450835"/>
              <a:gd name="connsiteX10685" fmla="*/ 5851187 w 10450132"/>
              <a:gd name="connsiteY10685" fmla="*/ 1311497 h 5450835"/>
              <a:gd name="connsiteX10686" fmla="*/ 5851187 w 10450132"/>
              <a:gd name="connsiteY10686" fmla="*/ 1310643 h 5450835"/>
              <a:gd name="connsiteX10687" fmla="*/ 5855720 w 10450132"/>
              <a:gd name="connsiteY10687" fmla="*/ 1302761 h 5450835"/>
              <a:gd name="connsiteX10688" fmla="*/ 5856508 w 10450132"/>
              <a:gd name="connsiteY10688" fmla="*/ 1302303 h 5450835"/>
              <a:gd name="connsiteX10689" fmla="*/ 8400511 w 10450132"/>
              <a:gd name="connsiteY10689" fmla="*/ 1302301 h 5450835"/>
              <a:gd name="connsiteX10690" fmla="*/ 8409575 w 10450132"/>
              <a:gd name="connsiteY10690" fmla="*/ 1302301 h 5450835"/>
              <a:gd name="connsiteX10691" fmla="*/ 8410363 w 10450132"/>
              <a:gd name="connsiteY10691" fmla="*/ 1302758 h 5450835"/>
              <a:gd name="connsiteX10692" fmla="*/ 8414896 w 10450132"/>
              <a:gd name="connsiteY10692" fmla="*/ 1310642 h 5450835"/>
              <a:gd name="connsiteX10693" fmla="*/ 8414896 w 10450132"/>
              <a:gd name="connsiteY10693" fmla="*/ 1311494 h 5450835"/>
              <a:gd name="connsiteX10694" fmla="*/ 8410363 w 10450132"/>
              <a:gd name="connsiteY10694" fmla="*/ 1319377 h 5450835"/>
              <a:gd name="connsiteX10695" fmla="*/ 8409575 w 10450132"/>
              <a:gd name="connsiteY10695" fmla="*/ 1319835 h 5450835"/>
              <a:gd name="connsiteX10696" fmla="*/ 8400511 w 10450132"/>
              <a:gd name="connsiteY10696" fmla="*/ 1319835 h 5450835"/>
              <a:gd name="connsiteX10697" fmla="*/ 8399723 w 10450132"/>
              <a:gd name="connsiteY10697" fmla="*/ 1319377 h 5450835"/>
              <a:gd name="connsiteX10698" fmla="*/ 8395191 w 10450132"/>
              <a:gd name="connsiteY10698" fmla="*/ 1311494 h 5450835"/>
              <a:gd name="connsiteX10699" fmla="*/ 8395191 w 10450132"/>
              <a:gd name="connsiteY10699" fmla="*/ 1310642 h 5450835"/>
              <a:gd name="connsiteX10700" fmla="*/ 8399723 w 10450132"/>
              <a:gd name="connsiteY10700" fmla="*/ 1302758 h 5450835"/>
              <a:gd name="connsiteX10701" fmla="*/ 8400511 w 10450132"/>
              <a:gd name="connsiteY10701" fmla="*/ 1302301 h 5450835"/>
              <a:gd name="connsiteX10702" fmla="*/ 10435622 w 10450132"/>
              <a:gd name="connsiteY10702" fmla="*/ 1302299 h 5450835"/>
              <a:gd name="connsiteX10703" fmla="*/ 10444686 w 10450132"/>
              <a:gd name="connsiteY10703" fmla="*/ 1302299 h 5450835"/>
              <a:gd name="connsiteX10704" fmla="*/ 10445474 w 10450132"/>
              <a:gd name="connsiteY10704" fmla="*/ 1302757 h 5450835"/>
              <a:gd name="connsiteX10705" fmla="*/ 10450007 w 10450132"/>
              <a:gd name="connsiteY10705" fmla="*/ 1310638 h 5450835"/>
              <a:gd name="connsiteX10706" fmla="*/ 10450007 w 10450132"/>
              <a:gd name="connsiteY10706" fmla="*/ 1311492 h 5450835"/>
              <a:gd name="connsiteX10707" fmla="*/ 10445474 w 10450132"/>
              <a:gd name="connsiteY10707" fmla="*/ 1319375 h 5450835"/>
              <a:gd name="connsiteX10708" fmla="*/ 10444686 w 10450132"/>
              <a:gd name="connsiteY10708" fmla="*/ 1319833 h 5450835"/>
              <a:gd name="connsiteX10709" fmla="*/ 10435622 w 10450132"/>
              <a:gd name="connsiteY10709" fmla="*/ 1319833 h 5450835"/>
              <a:gd name="connsiteX10710" fmla="*/ 10434834 w 10450132"/>
              <a:gd name="connsiteY10710" fmla="*/ 1319375 h 5450835"/>
              <a:gd name="connsiteX10711" fmla="*/ 10430302 w 10450132"/>
              <a:gd name="connsiteY10711" fmla="*/ 1311492 h 5450835"/>
              <a:gd name="connsiteX10712" fmla="*/ 10430302 w 10450132"/>
              <a:gd name="connsiteY10712" fmla="*/ 1310638 h 5450835"/>
              <a:gd name="connsiteX10713" fmla="*/ 10434834 w 10450132"/>
              <a:gd name="connsiteY10713" fmla="*/ 1302757 h 5450835"/>
              <a:gd name="connsiteX10714" fmla="*/ 10435622 w 10450132"/>
              <a:gd name="connsiteY10714" fmla="*/ 1302299 h 5450835"/>
              <a:gd name="connsiteX10715" fmla="*/ 2040678 w 10450132"/>
              <a:gd name="connsiteY10715" fmla="*/ 1302299 h 5450835"/>
              <a:gd name="connsiteX10716" fmla="*/ 2049743 w 10450132"/>
              <a:gd name="connsiteY10716" fmla="*/ 1302299 h 5450835"/>
              <a:gd name="connsiteX10717" fmla="*/ 2050531 w 10450132"/>
              <a:gd name="connsiteY10717" fmla="*/ 1302757 h 5450835"/>
              <a:gd name="connsiteX10718" fmla="*/ 2055063 w 10450132"/>
              <a:gd name="connsiteY10718" fmla="*/ 1310638 h 5450835"/>
              <a:gd name="connsiteX10719" fmla="*/ 2055063 w 10450132"/>
              <a:gd name="connsiteY10719" fmla="*/ 1311492 h 5450835"/>
              <a:gd name="connsiteX10720" fmla="*/ 2050531 w 10450132"/>
              <a:gd name="connsiteY10720" fmla="*/ 1319375 h 5450835"/>
              <a:gd name="connsiteX10721" fmla="*/ 2049743 w 10450132"/>
              <a:gd name="connsiteY10721" fmla="*/ 1319834 h 5450835"/>
              <a:gd name="connsiteX10722" fmla="*/ 2040678 w 10450132"/>
              <a:gd name="connsiteY10722" fmla="*/ 1319834 h 5450835"/>
              <a:gd name="connsiteX10723" fmla="*/ 2039890 w 10450132"/>
              <a:gd name="connsiteY10723" fmla="*/ 1319375 h 5450835"/>
              <a:gd name="connsiteX10724" fmla="*/ 2035356 w 10450132"/>
              <a:gd name="connsiteY10724" fmla="*/ 1311492 h 5450835"/>
              <a:gd name="connsiteX10725" fmla="*/ 2035356 w 10450132"/>
              <a:gd name="connsiteY10725" fmla="*/ 1310638 h 5450835"/>
              <a:gd name="connsiteX10726" fmla="*/ 2039890 w 10450132"/>
              <a:gd name="connsiteY10726" fmla="*/ 1302757 h 5450835"/>
              <a:gd name="connsiteX10727" fmla="*/ 2040678 w 10450132"/>
              <a:gd name="connsiteY10727" fmla="*/ 1302299 h 5450835"/>
              <a:gd name="connsiteX10728" fmla="*/ 6874095 w 10450132"/>
              <a:gd name="connsiteY10728" fmla="*/ 1302296 h 5450835"/>
              <a:gd name="connsiteX10729" fmla="*/ 6883159 w 10450132"/>
              <a:gd name="connsiteY10729" fmla="*/ 1302296 h 5450835"/>
              <a:gd name="connsiteX10730" fmla="*/ 6883947 w 10450132"/>
              <a:gd name="connsiteY10730" fmla="*/ 1302757 h 5450835"/>
              <a:gd name="connsiteX10731" fmla="*/ 6888480 w 10450132"/>
              <a:gd name="connsiteY10731" fmla="*/ 1310638 h 5450835"/>
              <a:gd name="connsiteX10732" fmla="*/ 6888480 w 10450132"/>
              <a:gd name="connsiteY10732" fmla="*/ 1311488 h 5450835"/>
              <a:gd name="connsiteX10733" fmla="*/ 6883947 w 10450132"/>
              <a:gd name="connsiteY10733" fmla="*/ 1319372 h 5450835"/>
              <a:gd name="connsiteX10734" fmla="*/ 6883159 w 10450132"/>
              <a:gd name="connsiteY10734" fmla="*/ 1319833 h 5450835"/>
              <a:gd name="connsiteX10735" fmla="*/ 6874095 w 10450132"/>
              <a:gd name="connsiteY10735" fmla="*/ 1319833 h 5450835"/>
              <a:gd name="connsiteX10736" fmla="*/ 6873307 w 10450132"/>
              <a:gd name="connsiteY10736" fmla="*/ 1319372 h 5450835"/>
              <a:gd name="connsiteX10737" fmla="*/ 6868775 w 10450132"/>
              <a:gd name="connsiteY10737" fmla="*/ 1311488 h 5450835"/>
              <a:gd name="connsiteX10738" fmla="*/ 6868775 w 10450132"/>
              <a:gd name="connsiteY10738" fmla="*/ 1310638 h 5450835"/>
              <a:gd name="connsiteX10739" fmla="*/ 6873307 w 10450132"/>
              <a:gd name="connsiteY10739" fmla="*/ 1302757 h 5450835"/>
              <a:gd name="connsiteX10740" fmla="*/ 6874095 w 10450132"/>
              <a:gd name="connsiteY10740" fmla="*/ 1302296 h 5450835"/>
              <a:gd name="connsiteX10741" fmla="*/ 6110888 w 10450132"/>
              <a:gd name="connsiteY10741" fmla="*/ 1302295 h 5450835"/>
              <a:gd name="connsiteX10742" fmla="*/ 6119953 w 10450132"/>
              <a:gd name="connsiteY10742" fmla="*/ 1302295 h 5450835"/>
              <a:gd name="connsiteX10743" fmla="*/ 6120740 w 10450132"/>
              <a:gd name="connsiteY10743" fmla="*/ 1302755 h 5450835"/>
              <a:gd name="connsiteX10744" fmla="*/ 6125272 w 10450132"/>
              <a:gd name="connsiteY10744" fmla="*/ 1310633 h 5450835"/>
              <a:gd name="connsiteX10745" fmla="*/ 6125272 w 10450132"/>
              <a:gd name="connsiteY10745" fmla="*/ 1311488 h 5450835"/>
              <a:gd name="connsiteX10746" fmla="*/ 6120740 w 10450132"/>
              <a:gd name="connsiteY10746" fmla="*/ 1319370 h 5450835"/>
              <a:gd name="connsiteX10747" fmla="*/ 6119953 w 10450132"/>
              <a:gd name="connsiteY10747" fmla="*/ 1319830 h 5450835"/>
              <a:gd name="connsiteX10748" fmla="*/ 6110888 w 10450132"/>
              <a:gd name="connsiteY10748" fmla="*/ 1319830 h 5450835"/>
              <a:gd name="connsiteX10749" fmla="*/ 6110101 w 10450132"/>
              <a:gd name="connsiteY10749" fmla="*/ 1319370 h 5450835"/>
              <a:gd name="connsiteX10750" fmla="*/ 6105567 w 10450132"/>
              <a:gd name="connsiteY10750" fmla="*/ 1311488 h 5450835"/>
              <a:gd name="connsiteX10751" fmla="*/ 6105567 w 10450132"/>
              <a:gd name="connsiteY10751" fmla="*/ 1310633 h 5450835"/>
              <a:gd name="connsiteX10752" fmla="*/ 6110101 w 10450132"/>
              <a:gd name="connsiteY10752" fmla="*/ 1302755 h 5450835"/>
              <a:gd name="connsiteX10753" fmla="*/ 6110888 w 10450132"/>
              <a:gd name="connsiteY10753" fmla="*/ 1302295 h 5450835"/>
              <a:gd name="connsiteX10754" fmla="*/ 1531853 w 10450132"/>
              <a:gd name="connsiteY10754" fmla="*/ 1302291 h 5450835"/>
              <a:gd name="connsiteX10755" fmla="*/ 1540916 w 10450132"/>
              <a:gd name="connsiteY10755" fmla="*/ 1302291 h 5450835"/>
              <a:gd name="connsiteX10756" fmla="*/ 1541704 w 10450132"/>
              <a:gd name="connsiteY10756" fmla="*/ 1302749 h 5450835"/>
              <a:gd name="connsiteX10757" fmla="*/ 1546236 w 10450132"/>
              <a:gd name="connsiteY10757" fmla="*/ 1310631 h 5450835"/>
              <a:gd name="connsiteX10758" fmla="*/ 1546236 w 10450132"/>
              <a:gd name="connsiteY10758" fmla="*/ 1311484 h 5450835"/>
              <a:gd name="connsiteX10759" fmla="*/ 1541704 w 10450132"/>
              <a:gd name="connsiteY10759" fmla="*/ 1319366 h 5450835"/>
              <a:gd name="connsiteX10760" fmla="*/ 1540916 w 10450132"/>
              <a:gd name="connsiteY10760" fmla="*/ 1319825 h 5450835"/>
              <a:gd name="connsiteX10761" fmla="*/ 1531853 w 10450132"/>
              <a:gd name="connsiteY10761" fmla="*/ 1319825 h 5450835"/>
              <a:gd name="connsiteX10762" fmla="*/ 1531064 w 10450132"/>
              <a:gd name="connsiteY10762" fmla="*/ 1319366 h 5450835"/>
              <a:gd name="connsiteX10763" fmla="*/ 1526532 w 10450132"/>
              <a:gd name="connsiteY10763" fmla="*/ 1311484 h 5450835"/>
              <a:gd name="connsiteX10764" fmla="*/ 1526532 w 10450132"/>
              <a:gd name="connsiteY10764" fmla="*/ 1310631 h 5450835"/>
              <a:gd name="connsiteX10765" fmla="*/ 1531064 w 10450132"/>
              <a:gd name="connsiteY10765" fmla="*/ 1302749 h 5450835"/>
              <a:gd name="connsiteX10766" fmla="*/ 1531853 w 10450132"/>
              <a:gd name="connsiteY10766" fmla="*/ 1302291 h 5450835"/>
              <a:gd name="connsiteX10767" fmla="*/ 7382923 w 10450132"/>
              <a:gd name="connsiteY10767" fmla="*/ 1302290 h 5450835"/>
              <a:gd name="connsiteX10768" fmla="*/ 7391987 w 10450132"/>
              <a:gd name="connsiteY10768" fmla="*/ 1302290 h 5450835"/>
              <a:gd name="connsiteX10769" fmla="*/ 7392775 w 10450132"/>
              <a:gd name="connsiteY10769" fmla="*/ 1302749 h 5450835"/>
              <a:gd name="connsiteX10770" fmla="*/ 7397307 w 10450132"/>
              <a:gd name="connsiteY10770" fmla="*/ 1310631 h 5450835"/>
              <a:gd name="connsiteX10771" fmla="*/ 7397307 w 10450132"/>
              <a:gd name="connsiteY10771" fmla="*/ 1311482 h 5450835"/>
              <a:gd name="connsiteX10772" fmla="*/ 7392775 w 10450132"/>
              <a:gd name="connsiteY10772" fmla="*/ 1319365 h 5450835"/>
              <a:gd name="connsiteX10773" fmla="*/ 7391987 w 10450132"/>
              <a:gd name="connsiteY10773" fmla="*/ 1319825 h 5450835"/>
              <a:gd name="connsiteX10774" fmla="*/ 7382923 w 10450132"/>
              <a:gd name="connsiteY10774" fmla="*/ 1319825 h 5450835"/>
              <a:gd name="connsiteX10775" fmla="*/ 7382135 w 10450132"/>
              <a:gd name="connsiteY10775" fmla="*/ 1319365 h 5450835"/>
              <a:gd name="connsiteX10776" fmla="*/ 7377602 w 10450132"/>
              <a:gd name="connsiteY10776" fmla="*/ 1311482 h 5450835"/>
              <a:gd name="connsiteX10777" fmla="*/ 7377602 w 10450132"/>
              <a:gd name="connsiteY10777" fmla="*/ 1310631 h 5450835"/>
              <a:gd name="connsiteX10778" fmla="*/ 7382135 w 10450132"/>
              <a:gd name="connsiteY10778" fmla="*/ 1302749 h 5450835"/>
              <a:gd name="connsiteX10779" fmla="*/ 7382923 w 10450132"/>
              <a:gd name="connsiteY10779" fmla="*/ 1302290 h 5450835"/>
              <a:gd name="connsiteX10780" fmla="*/ 1023087 w 10450132"/>
              <a:gd name="connsiteY10780" fmla="*/ 1302287 h 5450835"/>
              <a:gd name="connsiteX10781" fmla="*/ 1032150 w 10450132"/>
              <a:gd name="connsiteY10781" fmla="*/ 1302287 h 5450835"/>
              <a:gd name="connsiteX10782" fmla="*/ 1032940 w 10450132"/>
              <a:gd name="connsiteY10782" fmla="*/ 1302748 h 5450835"/>
              <a:gd name="connsiteX10783" fmla="*/ 1037470 w 10450132"/>
              <a:gd name="connsiteY10783" fmla="*/ 1310628 h 5450835"/>
              <a:gd name="connsiteX10784" fmla="*/ 1037470 w 10450132"/>
              <a:gd name="connsiteY10784" fmla="*/ 1311482 h 5450835"/>
              <a:gd name="connsiteX10785" fmla="*/ 1032940 w 10450132"/>
              <a:gd name="connsiteY10785" fmla="*/ 1319365 h 5450835"/>
              <a:gd name="connsiteX10786" fmla="*/ 1032150 w 10450132"/>
              <a:gd name="connsiteY10786" fmla="*/ 1319823 h 5450835"/>
              <a:gd name="connsiteX10787" fmla="*/ 1023087 w 10450132"/>
              <a:gd name="connsiteY10787" fmla="*/ 1319823 h 5450835"/>
              <a:gd name="connsiteX10788" fmla="*/ 1022299 w 10450132"/>
              <a:gd name="connsiteY10788" fmla="*/ 1319365 h 5450835"/>
              <a:gd name="connsiteX10789" fmla="*/ 1017766 w 10450132"/>
              <a:gd name="connsiteY10789" fmla="*/ 1311482 h 5450835"/>
              <a:gd name="connsiteX10790" fmla="*/ 1017766 w 10450132"/>
              <a:gd name="connsiteY10790" fmla="*/ 1310628 h 5450835"/>
              <a:gd name="connsiteX10791" fmla="*/ 1022299 w 10450132"/>
              <a:gd name="connsiteY10791" fmla="*/ 1302748 h 5450835"/>
              <a:gd name="connsiteX10792" fmla="*/ 1023087 w 10450132"/>
              <a:gd name="connsiteY10792" fmla="*/ 1302287 h 5450835"/>
              <a:gd name="connsiteX10793" fmla="*/ 9163654 w 10450132"/>
              <a:gd name="connsiteY10793" fmla="*/ 1302280 h 5450835"/>
              <a:gd name="connsiteX10794" fmla="*/ 9172718 w 10450132"/>
              <a:gd name="connsiteY10794" fmla="*/ 1302280 h 5450835"/>
              <a:gd name="connsiteX10795" fmla="*/ 9173506 w 10450132"/>
              <a:gd name="connsiteY10795" fmla="*/ 1302742 h 5450835"/>
              <a:gd name="connsiteX10796" fmla="*/ 9178038 w 10450132"/>
              <a:gd name="connsiteY10796" fmla="*/ 1310621 h 5450835"/>
              <a:gd name="connsiteX10797" fmla="*/ 9178038 w 10450132"/>
              <a:gd name="connsiteY10797" fmla="*/ 1311474 h 5450835"/>
              <a:gd name="connsiteX10798" fmla="*/ 9173506 w 10450132"/>
              <a:gd name="connsiteY10798" fmla="*/ 1319357 h 5450835"/>
              <a:gd name="connsiteX10799" fmla="*/ 9172718 w 10450132"/>
              <a:gd name="connsiteY10799" fmla="*/ 1319816 h 5450835"/>
              <a:gd name="connsiteX10800" fmla="*/ 9163654 w 10450132"/>
              <a:gd name="connsiteY10800" fmla="*/ 1319816 h 5450835"/>
              <a:gd name="connsiteX10801" fmla="*/ 9162866 w 10450132"/>
              <a:gd name="connsiteY10801" fmla="*/ 1319357 h 5450835"/>
              <a:gd name="connsiteX10802" fmla="*/ 9158333 w 10450132"/>
              <a:gd name="connsiteY10802" fmla="*/ 1311474 h 5450835"/>
              <a:gd name="connsiteX10803" fmla="*/ 9158333 w 10450132"/>
              <a:gd name="connsiteY10803" fmla="*/ 1310621 h 5450835"/>
              <a:gd name="connsiteX10804" fmla="*/ 9162866 w 10450132"/>
              <a:gd name="connsiteY10804" fmla="*/ 1302742 h 5450835"/>
              <a:gd name="connsiteX10805" fmla="*/ 9163654 w 10450132"/>
              <a:gd name="connsiteY10805" fmla="*/ 1302280 h 5450835"/>
              <a:gd name="connsiteX10806" fmla="*/ 5347746 w 10450132"/>
              <a:gd name="connsiteY10806" fmla="*/ 1302274 h 5450835"/>
              <a:gd name="connsiteX10807" fmla="*/ 5356810 w 10450132"/>
              <a:gd name="connsiteY10807" fmla="*/ 1302274 h 5450835"/>
              <a:gd name="connsiteX10808" fmla="*/ 5357598 w 10450132"/>
              <a:gd name="connsiteY10808" fmla="*/ 1302735 h 5450835"/>
              <a:gd name="connsiteX10809" fmla="*/ 5362130 w 10450132"/>
              <a:gd name="connsiteY10809" fmla="*/ 1310615 h 5450835"/>
              <a:gd name="connsiteX10810" fmla="*/ 5362130 w 10450132"/>
              <a:gd name="connsiteY10810" fmla="*/ 1311469 h 5450835"/>
              <a:gd name="connsiteX10811" fmla="*/ 5357598 w 10450132"/>
              <a:gd name="connsiteY10811" fmla="*/ 1319349 h 5450835"/>
              <a:gd name="connsiteX10812" fmla="*/ 5356810 w 10450132"/>
              <a:gd name="connsiteY10812" fmla="*/ 1319810 h 5450835"/>
              <a:gd name="connsiteX10813" fmla="*/ 5347746 w 10450132"/>
              <a:gd name="connsiteY10813" fmla="*/ 1319810 h 5450835"/>
              <a:gd name="connsiteX10814" fmla="*/ 5346958 w 10450132"/>
              <a:gd name="connsiteY10814" fmla="*/ 1319349 h 5450835"/>
              <a:gd name="connsiteX10815" fmla="*/ 5342425 w 10450132"/>
              <a:gd name="connsiteY10815" fmla="*/ 1311469 h 5450835"/>
              <a:gd name="connsiteX10816" fmla="*/ 5342425 w 10450132"/>
              <a:gd name="connsiteY10816" fmla="*/ 1310615 h 5450835"/>
              <a:gd name="connsiteX10817" fmla="*/ 5346958 w 10450132"/>
              <a:gd name="connsiteY10817" fmla="*/ 1302735 h 5450835"/>
              <a:gd name="connsiteX10818" fmla="*/ 5347746 w 10450132"/>
              <a:gd name="connsiteY10818" fmla="*/ 1302274 h 5450835"/>
              <a:gd name="connsiteX10819" fmla="*/ 8146065 w 10450132"/>
              <a:gd name="connsiteY10819" fmla="*/ 1302270 h 5450835"/>
              <a:gd name="connsiteX10820" fmla="*/ 8155129 w 10450132"/>
              <a:gd name="connsiteY10820" fmla="*/ 1302270 h 5450835"/>
              <a:gd name="connsiteX10821" fmla="*/ 8155917 w 10450132"/>
              <a:gd name="connsiteY10821" fmla="*/ 1302730 h 5450835"/>
              <a:gd name="connsiteX10822" fmla="*/ 8160449 w 10450132"/>
              <a:gd name="connsiteY10822" fmla="*/ 1310610 h 5450835"/>
              <a:gd name="connsiteX10823" fmla="*/ 8160449 w 10450132"/>
              <a:gd name="connsiteY10823" fmla="*/ 1311464 h 5450835"/>
              <a:gd name="connsiteX10824" fmla="*/ 8155917 w 10450132"/>
              <a:gd name="connsiteY10824" fmla="*/ 1319346 h 5450835"/>
              <a:gd name="connsiteX10825" fmla="*/ 8155129 w 10450132"/>
              <a:gd name="connsiteY10825" fmla="*/ 1319806 h 5450835"/>
              <a:gd name="connsiteX10826" fmla="*/ 8146065 w 10450132"/>
              <a:gd name="connsiteY10826" fmla="*/ 1319806 h 5450835"/>
              <a:gd name="connsiteX10827" fmla="*/ 8145277 w 10450132"/>
              <a:gd name="connsiteY10827" fmla="*/ 1319346 h 5450835"/>
              <a:gd name="connsiteX10828" fmla="*/ 8140745 w 10450132"/>
              <a:gd name="connsiteY10828" fmla="*/ 1311464 h 5450835"/>
              <a:gd name="connsiteX10829" fmla="*/ 8140745 w 10450132"/>
              <a:gd name="connsiteY10829" fmla="*/ 1310610 h 5450835"/>
              <a:gd name="connsiteX10830" fmla="*/ 8145277 w 10450132"/>
              <a:gd name="connsiteY10830" fmla="*/ 1302730 h 5450835"/>
              <a:gd name="connsiteX10831" fmla="*/ 8146065 w 10450132"/>
              <a:gd name="connsiteY10831" fmla="*/ 1302270 h 5450835"/>
              <a:gd name="connsiteX10832" fmla="*/ 2295015 w 10450132"/>
              <a:gd name="connsiteY10832" fmla="*/ 1302270 h 5450835"/>
              <a:gd name="connsiteX10833" fmla="*/ 2304080 w 10450132"/>
              <a:gd name="connsiteY10833" fmla="*/ 1302270 h 5450835"/>
              <a:gd name="connsiteX10834" fmla="*/ 2304868 w 10450132"/>
              <a:gd name="connsiteY10834" fmla="*/ 1302730 h 5450835"/>
              <a:gd name="connsiteX10835" fmla="*/ 2309400 w 10450132"/>
              <a:gd name="connsiteY10835" fmla="*/ 1310610 h 5450835"/>
              <a:gd name="connsiteX10836" fmla="*/ 2309400 w 10450132"/>
              <a:gd name="connsiteY10836" fmla="*/ 1311464 h 5450835"/>
              <a:gd name="connsiteX10837" fmla="*/ 2304868 w 10450132"/>
              <a:gd name="connsiteY10837" fmla="*/ 1319346 h 5450835"/>
              <a:gd name="connsiteX10838" fmla="*/ 2304080 w 10450132"/>
              <a:gd name="connsiteY10838" fmla="*/ 1319806 h 5450835"/>
              <a:gd name="connsiteX10839" fmla="*/ 2295015 w 10450132"/>
              <a:gd name="connsiteY10839" fmla="*/ 1319806 h 5450835"/>
              <a:gd name="connsiteX10840" fmla="*/ 2294227 w 10450132"/>
              <a:gd name="connsiteY10840" fmla="*/ 1319346 h 5450835"/>
              <a:gd name="connsiteX10841" fmla="*/ 2289695 w 10450132"/>
              <a:gd name="connsiteY10841" fmla="*/ 1311464 h 5450835"/>
              <a:gd name="connsiteX10842" fmla="*/ 2289695 w 10450132"/>
              <a:gd name="connsiteY10842" fmla="*/ 1310610 h 5450835"/>
              <a:gd name="connsiteX10843" fmla="*/ 2294227 w 10450132"/>
              <a:gd name="connsiteY10843" fmla="*/ 1302730 h 5450835"/>
              <a:gd name="connsiteX10844" fmla="*/ 2295015 w 10450132"/>
              <a:gd name="connsiteY10844" fmla="*/ 1302270 h 5450835"/>
              <a:gd name="connsiteX10845" fmla="*/ 4330157 w 10450132"/>
              <a:gd name="connsiteY10845" fmla="*/ 1302267 h 5450835"/>
              <a:gd name="connsiteX10846" fmla="*/ 4339222 w 10450132"/>
              <a:gd name="connsiteY10846" fmla="*/ 1302267 h 5450835"/>
              <a:gd name="connsiteX10847" fmla="*/ 4340010 w 10450132"/>
              <a:gd name="connsiteY10847" fmla="*/ 1302726 h 5450835"/>
              <a:gd name="connsiteX10848" fmla="*/ 4344540 w 10450132"/>
              <a:gd name="connsiteY10848" fmla="*/ 1310607 h 5450835"/>
              <a:gd name="connsiteX10849" fmla="*/ 4344540 w 10450132"/>
              <a:gd name="connsiteY10849" fmla="*/ 1311461 h 5450835"/>
              <a:gd name="connsiteX10850" fmla="*/ 4340010 w 10450132"/>
              <a:gd name="connsiteY10850" fmla="*/ 1319343 h 5450835"/>
              <a:gd name="connsiteX10851" fmla="*/ 4339222 w 10450132"/>
              <a:gd name="connsiteY10851" fmla="*/ 1319803 h 5450835"/>
              <a:gd name="connsiteX10852" fmla="*/ 4330157 w 10450132"/>
              <a:gd name="connsiteY10852" fmla="*/ 1319803 h 5450835"/>
              <a:gd name="connsiteX10853" fmla="*/ 4329369 w 10450132"/>
              <a:gd name="connsiteY10853" fmla="*/ 1319343 h 5450835"/>
              <a:gd name="connsiteX10854" fmla="*/ 4324836 w 10450132"/>
              <a:gd name="connsiteY10854" fmla="*/ 1311461 h 5450835"/>
              <a:gd name="connsiteX10855" fmla="*/ 4324836 w 10450132"/>
              <a:gd name="connsiteY10855" fmla="*/ 1310607 h 5450835"/>
              <a:gd name="connsiteX10856" fmla="*/ 4329369 w 10450132"/>
              <a:gd name="connsiteY10856" fmla="*/ 1302726 h 5450835"/>
              <a:gd name="connsiteX10857" fmla="*/ 4330157 w 10450132"/>
              <a:gd name="connsiteY10857" fmla="*/ 1302267 h 5450835"/>
              <a:gd name="connsiteX10858" fmla="*/ 4838919 w 10450132"/>
              <a:gd name="connsiteY10858" fmla="*/ 1302263 h 5450835"/>
              <a:gd name="connsiteX10859" fmla="*/ 4847982 w 10450132"/>
              <a:gd name="connsiteY10859" fmla="*/ 1302263 h 5450835"/>
              <a:gd name="connsiteX10860" fmla="*/ 4848772 w 10450132"/>
              <a:gd name="connsiteY10860" fmla="*/ 1302723 h 5450835"/>
              <a:gd name="connsiteX10861" fmla="*/ 4853303 w 10450132"/>
              <a:gd name="connsiteY10861" fmla="*/ 1310604 h 5450835"/>
              <a:gd name="connsiteX10862" fmla="*/ 4853303 w 10450132"/>
              <a:gd name="connsiteY10862" fmla="*/ 1311457 h 5450835"/>
              <a:gd name="connsiteX10863" fmla="*/ 4848772 w 10450132"/>
              <a:gd name="connsiteY10863" fmla="*/ 1319341 h 5450835"/>
              <a:gd name="connsiteX10864" fmla="*/ 4847982 w 10450132"/>
              <a:gd name="connsiteY10864" fmla="*/ 1319800 h 5450835"/>
              <a:gd name="connsiteX10865" fmla="*/ 4838919 w 10450132"/>
              <a:gd name="connsiteY10865" fmla="*/ 1319800 h 5450835"/>
              <a:gd name="connsiteX10866" fmla="*/ 4838132 w 10450132"/>
              <a:gd name="connsiteY10866" fmla="*/ 1319341 h 5450835"/>
              <a:gd name="connsiteX10867" fmla="*/ 4833598 w 10450132"/>
              <a:gd name="connsiteY10867" fmla="*/ 1311457 h 5450835"/>
              <a:gd name="connsiteX10868" fmla="*/ 4833598 w 10450132"/>
              <a:gd name="connsiteY10868" fmla="*/ 1310604 h 5450835"/>
              <a:gd name="connsiteX10869" fmla="*/ 4838132 w 10450132"/>
              <a:gd name="connsiteY10869" fmla="*/ 1302723 h 5450835"/>
              <a:gd name="connsiteX10870" fmla="*/ 4838919 w 10450132"/>
              <a:gd name="connsiteY10870" fmla="*/ 1302263 h 5450835"/>
              <a:gd name="connsiteX10871" fmla="*/ 9926861 w 10450132"/>
              <a:gd name="connsiteY10871" fmla="*/ 1302261 h 5450835"/>
              <a:gd name="connsiteX10872" fmla="*/ 9935924 w 10450132"/>
              <a:gd name="connsiteY10872" fmla="*/ 1302261 h 5450835"/>
              <a:gd name="connsiteX10873" fmla="*/ 9936713 w 10450132"/>
              <a:gd name="connsiteY10873" fmla="*/ 1302721 h 5450835"/>
              <a:gd name="connsiteX10874" fmla="*/ 9941246 w 10450132"/>
              <a:gd name="connsiteY10874" fmla="*/ 1310601 h 5450835"/>
              <a:gd name="connsiteX10875" fmla="*/ 9941246 w 10450132"/>
              <a:gd name="connsiteY10875" fmla="*/ 1311455 h 5450835"/>
              <a:gd name="connsiteX10876" fmla="*/ 9936713 w 10450132"/>
              <a:gd name="connsiteY10876" fmla="*/ 1319337 h 5450835"/>
              <a:gd name="connsiteX10877" fmla="*/ 9935924 w 10450132"/>
              <a:gd name="connsiteY10877" fmla="*/ 1319797 h 5450835"/>
              <a:gd name="connsiteX10878" fmla="*/ 9926861 w 10450132"/>
              <a:gd name="connsiteY10878" fmla="*/ 1319797 h 5450835"/>
              <a:gd name="connsiteX10879" fmla="*/ 9926073 w 10450132"/>
              <a:gd name="connsiteY10879" fmla="*/ 1319337 h 5450835"/>
              <a:gd name="connsiteX10880" fmla="*/ 9921541 w 10450132"/>
              <a:gd name="connsiteY10880" fmla="*/ 1311455 h 5450835"/>
              <a:gd name="connsiteX10881" fmla="*/ 9921541 w 10450132"/>
              <a:gd name="connsiteY10881" fmla="*/ 1310601 h 5450835"/>
              <a:gd name="connsiteX10882" fmla="*/ 9926073 w 10450132"/>
              <a:gd name="connsiteY10882" fmla="*/ 1302721 h 5450835"/>
              <a:gd name="connsiteX10883" fmla="*/ 9926861 w 10450132"/>
              <a:gd name="connsiteY10883" fmla="*/ 1302261 h 5450835"/>
              <a:gd name="connsiteX10884" fmla="*/ 6365334 w 10450132"/>
              <a:gd name="connsiteY10884" fmla="*/ 1302260 h 5450835"/>
              <a:gd name="connsiteX10885" fmla="*/ 6374397 w 10450132"/>
              <a:gd name="connsiteY10885" fmla="*/ 1302260 h 5450835"/>
              <a:gd name="connsiteX10886" fmla="*/ 6375186 w 10450132"/>
              <a:gd name="connsiteY10886" fmla="*/ 1302720 h 5450835"/>
              <a:gd name="connsiteX10887" fmla="*/ 6379718 w 10450132"/>
              <a:gd name="connsiteY10887" fmla="*/ 1310601 h 5450835"/>
              <a:gd name="connsiteX10888" fmla="*/ 6379718 w 10450132"/>
              <a:gd name="connsiteY10888" fmla="*/ 1311455 h 5450835"/>
              <a:gd name="connsiteX10889" fmla="*/ 6375186 w 10450132"/>
              <a:gd name="connsiteY10889" fmla="*/ 1319337 h 5450835"/>
              <a:gd name="connsiteX10890" fmla="*/ 6374397 w 10450132"/>
              <a:gd name="connsiteY10890" fmla="*/ 1319797 h 5450835"/>
              <a:gd name="connsiteX10891" fmla="*/ 6365334 w 10450132"/>
              <a:gd name="connsiteY10891" fmla="*/ 1319797 h 5450835"/>
              <a:gd name="connsiteX10892" fmla="*/ 6364546 w 10450132"/>
              <a:gd name="connsiteY10892" fmla="*/ 1319337 h 5450835"/>
              <a:gd name="connsiteX10893" fmla="*/ 6360014 w 10450132"/>
              <a:gd name="connsiteY10893" fmla="*/ 1311455 h 5450835"/>
              <a:gd name="connsiteX10894" fmla="*/ 6360014 w 10450132"/>
              <a:gd name="connsiteY10894" fmla="*/ 1310601 h 5450835"/>
              <a:gd name="connsiteX10895" fmla="*/ 6364546 w 10450132"/>
              <a:gd name="connsiteY10895" fmla="*/ 1302720 h 5450835"/>
              <a:gd name="connsiteX10896" fmla="*/ 6365334 w 10450132"/>
              <a:gd name="connsiteY10896" fmla="*/ 1302260 h 5450835"/>
              <a:gd name="connsiteX10897" fmla="*/ 768582 w 10450132"/>
              <a:gd name="connsiteY10897" fmla="*/ 1302259 h 5450835"/>
              <a:gd name="connsiteX10898" fmla="*/ 777646 w 10450132"/>
              <a:gd name="connsiteY10898" fmla="*/ 1302259 h 5450835"/>
              <a:gd name="connsiteX10899" fmla="*/ 778434 w 10450132"/>
              <a:gd name="connsiteY10899" fmla="*/ 1302720 h 5450835"/>
              <a:gd name="connsiteX10900" fmla="*/ 782966 w 10450132"/>
              <a:gd name="connsiteY10900" fmla="*/ 1310600 h 5450835"/>
              <a:gd name="connsiteX10901" fmla="*/ 782966 w 10450132"/>
              <a:gd name="connsiteY10901" fmla="*/ 1311453 h 5450835"/>
              <a:gd name="connsiteX10902" fmla="*/ 778434 w 10450132"/>
              <a:gd name="connsiteY10902" fmla="*/ 1319335 h 5450835"/>
              <a:gd name="connsiteX10903" fmla="*/ 777646 w 10450132"/>
              <a:gd name="connsiteY10903" fmla="*/ 1319795 h 5450835"/>
              <a:gd name="connsiteX10904" fmla="*/ 768582 w 10450132"/>
              <a:gd name="connsiteY10904" fmla="*/ 1319795 h 5450835"/>
              <a:gd name="connsiteX10905" fmla="*/ 767794 w 10450132"/>
              <a:gd name="connsiteY10905" fmla="*/ 1319335 h 5450835"/>
              <a:gd name="connsiteX10906" fmla="*/ 763263 w 10450132"/>
              <a:gd name="connsiteY10906" fmla="*/ 1311453 h 5450835"/>
              <a:gd name="connsiteX10907" fmla="*/ 763263 w 10450132"/>
              <a:gd name="connsiteY10907" fmla="*/ 1310600 h 5450835"/>
              <a:gd name="connsiteX10908" fmla="*/ 767794 w 10450132"/>
              <a:gd name="connsiteY10908" fmla="*/ 1302720 h 5450835"/>
              <a:gd name="connsiteX10909" fmla="*/ 768582 w 10450132"/>
              <a:gd name="connsiteY10909" fmla="*/ 1302259 h 5450835"/>
              <a:gd name="connsiteX10910" fmla="*/ 259824 w 10450132"/>
              <a:gd name="connsiteY10910" fmla="*/ 1302259 h 5450835"/>
              <a:gd name="connsiteX10911" fmla="*/ 268888 w 10450132"/>
              <a:gd name="connsiteY10911" fmla="*/ 1302259 h 5450835"/>
              <a:gd name="connsiteX10912" fmla="*/ 269676 w 10450132"/>
              <a:gd name="connsiteY10912" fmla="*/ 1302720 h 5450835"/>
              <a:gd name="connsiteX10913" fmla="*/ 274208 w 10450132"/>
              <a:gd name="connsiteY10913" fmla="*/ 1310600 h 5450835"/>
              <a:gd name="connsiteX10914" fmla="*/ 274208 w 10450132"/>
              <a:gd name="connsiteY10914" fmla="*/ 1311454 h 5450835"/>
              <a:gd name="connsiteX10915" fmla="*/ 269676 w 10450132"/>
              <a:gd name="connsiteY10915" fmla="*/ 1319336 h 5450835"/>
              <a:gd name="connsiteX10916" fmla="*/ 268888 w 10450132"/>
              <a:gd name="connsiteY10916" fmla="*/ 1319796 h 5450835"/>
              <a:gd name="connsiteX10917" fmla="*/ 259824 w 10450132"/>
              <a:gd name="connsiteY10917" fmla="*/ 1319796 h 5450835"/>
              <a:gd name="connsiteX10918" fmla="*/ 259035 w 10450132"/>
              <a:gd name="connsiteY10918" fmla="*/ 1319336 h 5450835"/>
              <a:gd name="connsiteX10919" fmla="*/ 254503 w 10450132"/>
              <a:gd name="connsiteY10919" fmla="*/ 1311454 h 5450835"/>
              <a:gd name="connsiteX10920" fmla="*/ 254503 w 10450132"/>
              <a:gd name="connsiteY10920" fmla="*/ 1310600 h 5450835"/>
              <a:gd name="connsiteX10921" fmla="*/ 259035 w 10450132"/>
              <a:gd name="connsiteY10921" fmla="*/ 1302720 h 5450835"/>
              <a:gd name="connsiteX10922" fmla="*/ 259824 w 10450132"/>
              <a:gd name="connsiteY10922" fmla="*/ 1302259 h 5450835"/>
              <a:gd name="connsiteX10923" fmla="*/ 4075714 w 10450132"/>
              <a:gd name="connsiteY10923" fmla="*/ 1302249 h 5450835"/>
              <a:gd name="connsiteX10924" fmla="*/ 4084777 w 10450132"/>
              <a:gd name="connsiteY10924" fmla="*/ 1302249 h 5450835"/>
              <a:gd name="connsiteX10925" fmla="*/ 4085565 w 10450132"/>
              <a:gd name="connsiteY10925" fmla="*/ 1302709 h 5450835"/>
              <a:gd name="connsiteX10926" fmla="*/ 4090098 w 10450132"/>
              <a:gd name="connsiteY10926" fmla="*/ 1310590 h 5450835"/>
              <a:gd name="connsiteX10927" fmla="*/ 4090098 w 10450132"/>
              <a:gd name="connsiteY10927" fmla="*/ 1311444 h 5450835"/>
              <a:gd name="connsiteX10928" fmla="*/ 4085565 w 10450132"/>
              <a:gd name="connsiteY10928" fmla="*/ 1319326 h 5450835"/>
              <a:gd name="connsiteX10929" fmla="*/ 4084777 w 10450132"/>
              <a:gd name="connsiteY10929" fmla="*/ 1319786 h 5450835"/>
              <a:gd name="connsiteX10930" fmla="*/ 4075714 w 10450132"/>
              <a:gd name="connsiteY10930" fmla="*/ 1319786 h 5450835"/>
              <a:gd name="connsiteX10931" fmla="*/ 4074925 w 10450132"/>
              <a:gd name="connsiteY10931" fmla="*/ 1319326 h 5450835"/>
              <a:gd name="connsiteX10932" fmla="*/ 4070392 w 10450132"/>
              <a:gd name="connsiteY10932" fmla="*/ 1311444 h 5450835"/>
              <a:gd name="connsiteX10933" fmla="*/ 4070392 w 10450132"/>
              <a:gd name="connsiteY10933" fmla="*/ 1310590 h 5450835"/>
              <a:gd name="connsiteX10934" fmla="*/ 4074925 w 10450132"/>
              <a:gd name="connsiteY10934" fmla="*/ 1302709 h 5450835"/>
              <a:gd name="connsiteX10935" fmla="*/ 4075714 w 10450132"/>
              <a:gd name="connsiteY10935" fmla="*/ 1302249 h 5450835"/>
              <a:gd name="connsiteX10936" fmla="*/ 2549570 w 10450132"/>
              <a:gd name="connsiteY10936" fmla="*/ 1085278 h 5450835"/>
              <a:gd name="connsiteX10937" fmla="*/ 2558636 w 10450132"/>
              <a:gd name="connsiteY10937" fmla="*/ 1085278 h 5450835"/>
              <a:gd name="connsiteX10938" fmla="*/ 2559425 w 10450132"/>
              <a:gd name="connsiteY10938" fmla="*/ 1085734 h 5450835"/>
              <a:gd name="connsiteX10939" fmla="*/ 2563957 w 10450132"/>
              <a:gd name="connsiteY10939" fmla="*/ 1093615 h 5450835"/>
              <a:gd name="connsiteX10940" fmla="*/ 2563957 w 10450132"/>
              <a:gd name="connsiteY10940" fmla="*/ 1094469 h 5450835"/>
              <a:gd name="connsiteX10941" fmla="*/ 2559425 w 10450132"/>
              <a:gd name="connsiteY10941" fmla="*/ 1102352 h 5450835"/>
              <a:gd name="connsiteX10942" fmla="*/ 2558636 w 10450132"/>
              <a:gd name="connsiteY10942" fmla="*/ 1102808 h 5450835"/>
              <a:gd name="connsiteX10943" fmla="*/ 2549570 w 10450132"/>
              <a:gd name="connsiteY10943" fmla="*/ 1102808 h 5450835"/>
              <a:gd name="connsiteX10944" fmla="*/ 2548783 w 10450132"/>
              <a:gd name="connsiteY10944" fmla="*/ 1102352 h 5450835"/>
              <a:gd name="connsiteX10945" fmla="*/ 2544251 w 10450132"/>
              <a:gd name="connsiteY10945" fmla="*/ 1094469 h 5450835"/>
              <a:gd name="connsiteX10946" fmla="*/ 2544251 w 10450132"/>
              <a:gd name="connsiteY10946" fmla="*/ 1093615 h 5450835"/>
              <a:gd name="connsiteX10947" fmla="*/ 2548783 w 10450132"/>
              <a:gd name="connsiteY10947" fmla="*/ 1085734 h 5450835"/>
              <a:gd name="connsiteX10948" fmla="*/ 2549570 w 10450132"/>
              <a:gd name="connsiteY10948" fmla="*/ 1085278 h 5450835"/>
              <a:gd name="connsiteX10949" fmla="*/ 8654892 w 10450132"/>
              <a:gd name="connsiteY10949" fmla="*/ 1085274 h 5450835"/>
              <a:gd name="connsiteX10950" fmla="*/ 8663955 w 10450132"/>
              <a:gd name="connsiteY10950" fmla="*/ 1085274 h 5450835"/>
              <a:gd name="connsiteX10951" fmla="*/ 8664744 w 10450132"/>
              <a:gd name="connsiteY10951" fmla="*/ 1085734 h 5450835"/>
              <a:gd name="connsiteX10952" fmla="*/ 8669277 w 10450132"/>
              <a:gd name="connsiteY10952" fmla="*/ 1093612 h 5450835"/>
              <a:gd name="connsiteX10953" fmla="*/ 8669277 w 10450132"/>
              <a:gd name="connsiteY10953" fmla="*/ 1094466 h 5450835"/>
              <a:gd name="connsiteX10954" fmla="*/ 8664744 w 10450132"/>
              <a:gd name="connsiteY10954" fmla="*/ 1102352 h 5450835"/>
              <a:gd name="connsiteX10955" fmla="*/ 8663955 w 10450132"/>
              <a:gd name="connsiteY10955" fmla="*/ 1102808 h 5450835"/>
              <a:gd name="connsiteX10956" fmla="*/ 8654892 w 10450132"/>
              <a:gd name="connsiteY10956" fmla="*/ 1102808 h 5450835"/>
              <a:gd name="connsiteX10957" fmla="*/ 8654104 w 10450132"/>
              <a:gd name="connsiteY10957" fmla="*/ 1102352 h 5450835"/>
              <a:gd name="connsiteX10958" fmla="*/ 8649572 w 10450132"/>
              <a:gd name="connsiteY10958" fmla="*/ 1094466 h 5450835"/>
              <a:gd name="connsiteX10959" fmla="*/ 8649572 w 10450132"/>
              <a:gd name="connsiteY10959" fmla="*/ 1093612 h 5450835"/>
              <a:gd name="connsiteX10960" fmla="*/ 8654104 w 10450132"/>
              <a:gd name="connsiteY10960" fmla="*/ 1085734 h 5450835"/>
              <a:gd name="connsiteX10961" fmla="*/ 8654892 w 10450132"/>
              <a:gd name="connsiteY10961" fmla="*/ 1085274 h 5450835"/>
              <a:gd name="connsiteX10962" fmla="*/ 9163654 w 10450132"/>
              <a:gd name="connsiteY10962" fmla="*/ 1085272 h 5450835"/>
              <a:gd name="connsiteX10963" fmla="*/ 9172718 w 10450132"/>
              <a:gd name="connsiteY10963" fmla="*/ 1085272 h 5450835"/>
              <a:gd name="connsiteX10964" fmla="*/ 9173506 w 10450132"/>
              <a:gd name="connsiteY10964" fmla="*/ 1085732 h 5450835"/>
              <a:gd name="connsiteX10965" fmla="*/ 9178038 w 10450132"/>
              <a:gd name="connsiteY10965" fmla="*/ 1093612 h 5450835"/>
              <a:gd name="connsiteX10966" fmla="*/ 9178038 w 10450132"/>
              <a:gd name="connsiteY10966" fmla="*/ 1094466 h 5450835"/>
              <a:gd name="connsiteX10967" fmla="*/ 9173506 w 10450132"/>
              <a:gd name="connsiteY10967" fmla="*/ 1102352 h 5450835"/>
              <a:gd name="connsiteX10968" fmla="*/ 9172718 w 10450132"/>
              <a:gd name="connsiteY10968" fmla="*/ 1102808 h 5450835"/>
              <a:gd name="connsiteX10969" fmla="*/ 9163654 w 10450132"/>
              <a:gd name="connsiteY10969" fmla="*/ 1102808 h 5450835"/>
              <a:gd name="connsiteX10970" fmla="*/ 9162866 w 10450132"/>
              <a:gd name="connsiteY10970" fmla="*/ 1102352 h 5450835"/>
              <a:gd name="connsiteX10971" fmla="*/ 9158333 w 10450132"/>
              <a:gd name="connsiteY10971" fmla="*/ 1094466 h 5450835"/>
              <a:gd name="connsiteX10972" fmla="*/ 9158333 w 10450132"/>
              <a:gd name="connsiteY10972" fmla="*/ 1093612 h 5450835"/>
              <a:gd name="connsiteX10973" fmla="*/ 9162866 w 10450132"/>
              <a:gd name="connsiteY10973" fmla="*/ 1085732 h 5450835"/>
              <a:gd name="connsiteX10974" fmla="*/ 9163654 w 10450132"/>
              <a:gd name="connsiteY10974" fmla="*/ 1085272 h 5450835"/>
              <a:gd name="connsiteX10975" fmla="*/ 8400511 w 10450132"/>
              <a:gd name="connsiteY10975" fmla="*/ 1085269 h 5450835"/>
              <a:gd name="connsiteX10976" fmla="*/ 8409575 w 10450132"/>
              <a:gd name="connsiteY10976" fmla="*/ 1085269 h 5450835"/>
              <a:gd name="connsiteX10977" fmla="*/ 8410363 w 10450132"/>
              <a:gd name="connsiteY10977" fmla="*/ 1085729 h 5450835"/>
              <a:gd name="connsiteX10978" fmla="*/ 8414896 w 10450132"/>
              <a:gd name="connsiteY10978" fmla="*/ 1093607 h 5450835"/>
              <a:gd name="connsiteX10979" fmla="*/ 8414896 w 10450132"/>
              <a:gd name="connsiteY10979" fmla="*/ 1094461 h 5450835"/>
              <a:gd name="connsiteX10980" fmla="*/ 8410363 w 10450132"/>
              <a:gd name="connsiteY10980" fmla="*/ 1102344 h 5450835"/>
              <a:gd name="connsiteX10981" fmla="*/ 8409575 w 10450132"/>
              <a:gd name="connsiteY10981" fmla="*/ 1102805 h 5450835"/>
              <a:gd name="connsiteX10982" fmla="*/ 8400511 w 10450132"/>
              <a:gd name="connsiteY10982" fmla="*/ 1102805 h 5450835"/>
              <a:gd name="connsiteX10983" fmla="*/ 8399723 w 10450132"/>
              <a:gd name="connsiteY10983" fmla="*/ 1102344 h 5450835"/>
              <a:gd name="connsiteX10984" fmla="*/ 8395191 w 10450132"/>
              <a:gd name="connsiteY10984" fmla="*/ 1094461 h 5450835"/>
              <a:gd name="connsiteX10985" fmla="*/ 8395191 w 10450132"/>
              <a:gd name="connsiteY10985" fmla="*/ 1093607 h 5450835"/>
              <a:gd name="connsiteX10986" fmla="*/ 8399723 w 10450132"/>
              <a:gd name="connsiteY10986" fmla="*/ 1085729 h 5450835"/>
              <a:gd name="connsiteX10987" fmla="*/ 8400511 w 10450132"/>
              <a:gd name="connsiteY10987" fmla="*/ 1085269 h 5450835"/>
              <a:gd name="connsiteX10988" fmla="*/ 8909274 w 10450132"/>
              <a:gd name="connsiteY10988" fmla="*/ 1085268 h 5450835"/>
              <a:gd name="connsiteX10989" fmla="*/ 8918336 w 10450132"/>
              <a:gd name="connsiteY10989" fmla="*/ 1085268 h 5450835"/>
              <a:gd name="connsiteX10990" fmla="*/ 8919125 w 10450132"/>
              <a:gd name="connsiteY10990" fmla="*/ 1085725 h 5450835"/>
              <a:gd name="connsiteX10991" fmla="*/ 8923657 w 10450132"/>
              <a:gd name="connsiteY10991" fmla="*/ 1093605 h 5450835"/>
              <a:gd name="connsiteX10992" fmla="*/ 8923657 w 10450132"/>
              <a:gd name="connsiteY10992" fmla="*/ 1094457 h 5450835"/>
              <a:gd name="connsiteX10993" fmla="*/ 8919125 w 10450132"/>
              <a:gd name="connsiteY10993" fmla="*/ 1102342 h 5450835"/>
              <a:gd name="connsiteX10994" fmla="*/ 8918336 w 10450132"/>
              <a:gd name="connsiteY10994" fmla="*/ 1102798 h 5450835"/>
              <a:gd name="connsiteX10995" fmla="*/ 8909274 w 10450132"/>
              <a:gd name="connsiteY10995" fmla="*/ 1102798 h 5450835"/>
              <a:gd name="connsiteX10996" fmla="*/ 8908484 w 10450132"/>
              <a:gd name="connsiteY10996" fmla="*/ 1102342 h 5450835"/>
              <a:gd name="connsiteX10997" fmla="*/ 8903953 w 10450132"/>
              <a:gd name="connsiteY10997" fmla="*/ 1094457 h 5450835"/>
              <a:gd name="connsiteX10998" fmla="*/ 8903953 w 10450132"/>
              <a:gd name="connsiteY10998" fmla="*/ 1093605 h 5450835"/>
              <a:gd name="connsiteX10999" fmla="*/ 8908484 w 10450132"/>
              <a:gd name="connsiteY10999" fmla="*/ 1085725 h 5450835"/>
              <a:gd name="connsiteX11000" fmla="*/ 8909274 w 10450132"/>
              <a:gd name="connsiteY11000" fmla="*/ 1085268 h 5450835"/>
              <a:gd name="connsiteX11001" fmla="*/ 8146065 w 10450132"/>
              <a:gd name="connsiteY11001" fmla="*/ 1085268 h 5450835"/>
              <a:gd name="connsiteX11002" fmla="*/ 8155129 w 10450132"/>
              <a:gd name="connsiteY11002" fmla="*/ 1085268 h 5450835"/>
              <a:gd name="connsiteX11003" fmla="*/ 8155917 w 10450132"/>
              <a:gd name="connsiteY11003" fmla="*/ 1085725 h 5450835"/>
              <a:gd name="connsiteX11004" fmla="*/ 8160449 w 10450132"/>
              <a:gd name="connsiteY11004" fmla="*/ 1093605 h 5450835"/>
              <a:gd name="connsiteX11005" fmla="*/ 8160449 w 10450132"/>
              <a:gd name="connsiteY11005" fmla="*/ 1094457 h 5450835"/>
              <a:gd name="connsiteX11006" fmla="*/ 8155917 w 10450132"/>
              <a:gd name="connsiteY11006" fmla="*/ 1102342 h 5450835"/>
              <a:gd name="connsiteX11007" fmla="*/ 8155129 w 10450132"/>
              <a:gd name="connsiteY11007" fmla="*/ 1102798 h 5450835"/>
              <a:gd name="connsiteX11008" fmla="*/ 8146065 w 10450132"/>
              <a:gd name="connsiteY11008" fmla="*/ 1102798 h 5450835"/>
              <a:gd name="connsiteX11009" fmla="*/ 8145277 w 10450132"/>
              <a:gd name="connsiteY11009" fmla="*/ 1102342 h 5450835"/>
              <a:gd name="connsiteX11010" fmla="*/ 8140745 w 10450132"/>
              <a:gd name="connsiteY11010" fmla="*/ 1094457 h 5450835"/>
              <a:gd name="connsiteX11011" fmla="*/ 8140745 w 10450132"/>
              <a:gd name="connsiteY11011" fmla="*/ 1093605 h 5450835"/>
              <a:gd name="connsiteX11012" fmla="*/ 8145277 w 10450132"/>
              <a:gd name="connsiteY11012" fmla="*/ 1085725 h 5450835"/>
              <a:gd name="connsiteX11013" fmla="*/ 8146065 w 10450132"/>
              <a:gd name="connsiteY11013" fmla="*/ 1085268 h 5450835"/>
              <a:gd name="connsiteX11014" fmla="*/ 6110888 w 10450132"/>
              <a:gd name="connsiteY11014" fmla="*/ 1085268 h 5450835"/>
              <a:gd name="connsiteX11015" fmla="*/ 6119953 w 10450132"/>
              <a:gd name="connsiteY11015" fmla="*/ 1085268 h 5450835"/>
              <a:gd name="connsiteX11016" fmla="*/ 6120740 w 10450132"/>
              <a:gd name="connsiteY11016" fmla="*/ 1085726 h 5450835"/>
              <a:gd name="connsiteX11017" fmla="*/ 6125272 w 10450132"/>
              <a:gd name="connsiteY11017" fmla="*/ 1093606 h 5450835"/>
              <a:gd name="connsiteX11018" fmla="*/ 6125272 w 10450132"/>
              <a:gd name="connsiteY11018" fmla="*/ 1094457 h 5450835"/>
              <a:gd name="connsiteX11019" fmla="*/ 6120740 w 10450132"/>
              <a:gd name="connsiteY11019" fmla="*/ 1102344 h 5450835"/>
              <a:gd name="connsiteX11020" fmla="*/ 6119953 w 10450132"/>
              <a:gd name="connsiteY11020" fmla="*/ 1102798 h 5450835"/>
              <a:gd name="connsiteX11021" fmla="*/ 6110888 w 10450132"/>
              <a:gd name="connsiteY11021" fmla="*/ 1102798 h 5450835"/>
              <a:gd name="connsiteX11022" fmla="*/ 6110101 w 10450132"/>
              <a:gd name="connsiteY11022" fmla="*/ 1102344 h 5450835"/>
              <a:gd name="connsiteX11023" fmla="*/ 6105567 w 10450132"/>
              <a:gd name="connsiteY11023" fmla="*/ 1094457 h 5450835"/>
              <a:gd name="connsiteX11024" fmla="*/ 6105567 w 10450132"/>
              <a:gd name="connsiteY11024" fmla="*/ 1093606 h 5450835"/>
              <a:gd name="connsiteX11025" fmla="*/ 6110101 w 10450132"/>
              <a:gd name="connsiteY11025" fmla="*/ 1085726 h 5450835"/>
              <a:gd name="connsiteX11026" fmla="*/ 6110888 w 10450132"/>
              <a:gd name="connsiteY11026" fmla="*/ 1085268 h 5450835"/>
              <a:gd name="connsiteX11027" fmla="*/ 4838919 w 10450132"/>
              <a:gd name="connsiteY11027" fmla="*/ 1085268 h 5450835"/>
              <a:gd name="connsiteX11028" fmla="*/ 4847982 w 10450132"/>
              <a:gd name="connsiteY11028" fmla="*/ 1085268 h 5450835"/>
              <a:gd name="connsiteX11029" fmla="*/ 4848772 w 10450132"/>
              <a:gd name="connsiteY11029" fmla="*/ 1085726 h 5450835"/>
              <a:gd name="connsiteX11030" fmla="*/ 4853303 w 10450132"/>
              <a:gd name="connsiteY11030" fmla="*/ 1093606 h 5450835"/>
              <a:gd name="connsiteX11031" fmla="*/ 4853303 w 10450132"/>
              <a:gd name="connsiteY11031" fmla="*/ 1094457 h 5450835"/>
              <a:gd name="connsiteX11032" fmla="*/ 4848772 w 10450132"/>
              <a:gd name="connsiteY11032" fmla="*/ 1102344 h 5450835"/>
              <a:gd name="connsiteX11033" fmla="*/ 4847982 w 10450132"/>
              <a:gd name="connsiteY11033" fmla="*/ 1102798 h 5450835"/>
              <a:gd name="connsiteX11034" fmla="*/ 4838919 w 10450132"/>
              <a:gd name="connsiteY11034" fmla="*/ 1102798 h 5450835"/>
              <a:gd name="connsiteX11035" fmla="*/ 4838132 w 10450132"/>
              <a:gd name="connsiteY11035" fmla="*/ 1102344 h 5450835"/>
              <a:gd name="connsiteX11036" fmla="*/ 4833598 w 10450132"/>
              <a:gd name="connsiteY11036" fmla="*/ 1094457 h 5450835"/>
              <a:gd name="connsiteX11037" fmla="*/ 4833598 w 10450132"/>
              <a:gd name="connsiteY11037" fmla="*/ 1093606 h 5450835"/>
              <a:gd name="connsiteX11038" fmla="*/ 4838132 w 10450132"/>
              <a:gd name="connsiteY11038" fmla="*/ 1085726 h 5450835"/>
              <a:gd name="connsiteX11039" fmla="*/ 4838919 w 10450132"/>
              <a:gd name="connsiteY11039" fmla="*/ 1085268 h 5450835"/>
              <a:gd name="connsiteX11040" fmla="*/ 6365334 w 10450132"/>
              <a:gd name="connsiteY11040" fmla="*/ 1085264 h 5450835"/>
              <a:gd name="connsiteX11041" fmla="*/ 6374397 w 10450132"/>
              <a:gd name="connsiteY11041" fmla="*/ 1085264 h 5450835"/>
              <a:gd name="connsiteX11042" fmla="*/ 6375186 w 10450132"/>
              <a:gd name="connsiteY11042" fmla="*/ 1085722 h 5450835"/>
              <a:gd name="connsiteX11043" fmla="*/ 6379718 w 10450132"/>
              <a:gd name="connsiteY11043" fmla="*/ 1093602 h 5450835"/>
              <a:gd name="connsiteX11044" fmla="*/ 6379718 w 10450132"/>
              <a:gd name="connsiteY11044" fmla="*/ 1094457 h 5450835"/>
              <a:gd name="connsiteX11045" fmla="*/ 6375186 w 10450132"/>
              <a:gd name="connsiteY11045" fmla="*/ 1102338 h 5450835"/>
              <a:gd name="connsiteX11046" fmla="*/ 6374397 w 10450132"/>
              <a:gd name="connsiteY11046" fmla="*/ 1102798 h 5450835"/>
              <a:gd name="connsiteX11047" fmla="*/ 6365334 w 10450132"/>
              <a:gd name="connsiteY11047" fmla="*/ 1102798 h 5450835"/>
              <a:gd name="connsiteX11048" fmla="*/ 6364546 w 10450132"/>
              <a:gd name="connsiteY11048" fmla="*/ 1102338 h 5450835"/>
              <a:gd name="connsiteX11049" fmla="*/ 6360014 w 10450132"/>
              <a:gd name="connsiteY11049" fmla="*/ 1094457 h 5450835"/>
              <a:gd name="connsiteX11050" fmla="*/ 6360014 w 10450132"/>
              <a:gd name="connsiteY11050" fmla="*/ 1093602 h 5450835"/>
              <a:gd name="connsiteX11051" fmla="*/ 6364546 w 10450132"/>
              <a:gd name="connsiteY11051" fmla="*/ 1085722 h 5450835"/>
              <a:gd name="connsiteX11052" fmla="*/ 6365334 w 10450132"/>
              <a:gd name="connsiteY11052" fmla="*/ 1085264 h 5450835"/>
              <a:gd name="connsiteX11053" fmla="*/ 2040745 w 10450132"/>
              <a:gd name="connsiteY11053" fmla="*/ 1085260 h 5450835"/>
              <a:gd name="connsiteX11054" fmla="*/ 2049810 w 10450132"/>
              <a:gd name="connsiteY11054" fmla="*/ 1085260 h 5450835"/>
              <a:gd name="connsiteX11055" fmla="*/ 2050599 w 10450132"/>
              <a:gd name="connsiteY11055" fmla="*/ 1085721 h 5450835"/>
              <a:gd name="connsiteX11056" fmla="*/ 2055131 w 10450132"/>
              <a:gd name="connsiteY11056" fmla="*/ 1093600 h 5450835"/>
              <a:gd name="connsiteX11057" fmla="*/ 2055131 w 10450132"/>
              <a:gd name="connsiteY11057" fmla="*/ 1094453 h 5450835"/>
              <a:gd name="connsiteX11058" fmla="*/ 2050599 w 10450132"/>
              <a:gd name="connsiteY11058" fmla="*/ 1102336 h 5450835"/>
              <a:gd name="connsiteX11059" fmla="*/ 2049810 w 10450132"/>
              <a:gd name="connsiteY11059" fmla="*/ 1102795 h 5450835"/>
              <a:gd name="connsiteX11060" fmla="*/ 2040745 w 10450132"/>
              <a:gd name="connsiteY11060" fmla="*/ 1102795 h 5450835"/>
              <a:gd name="connsiteX11061" fmla="*/ 2039957 w 10450132"/>
              <a:gd name="connsiteY11061" fmla="*/ 1102336 h 5450835"/>
              <a:gd name="connsiteX11062" fmla="*/ 2035424 w 10450132"/>
              <a:gd name="connsiteY11062" fmla="*/ 1094453 h 5450835"/>
              <a:gd name="connsiteX11063" fmla="*/ 2035424 w 10450132"/>
              <a:gd name="connsiteY11063" fmla="*/ 1093600 h 5450835"/>
              <a:gd name="connsiteX11064" fmla="*/ 2039957 w 10450132"/>
              <a:gd name="connsiteY11064" fmla="*/ 1085721 h 5450835"/>
              <a:gd name="connsiteX11065" fmla="*/ 2040745 w 10450132"/>
              <a:gd name="connsiteY11065" fmla="*/ 1085260 h 5450835"/>
              <a:gd name="connsiteX11066" fmla="*/ 1023188 w 10450132"/>
              <a:gd name="connsiteY11066" fmla="*/ 1085260 h 5450835"/>
              <a:gd name="connsiteX11067" fmla="*/ 1032252 w 10450132"/>
              <a:gd name="connsiteY11067" fmla="*/ 1085260 h 5450835"/>
              <a:gd name="connsiteX11068" fmla="*/ 1033039 w 10450132"/>
              <a:gd name="connsiteY11068" fmla="*/ 1085721 h 5450835"/>
              <a:gd name="connsiteX11069" fmla="*/ 1037572 w 10450132"/>
              <a:gd name="connsiteY11069" fmla="*/ 1093600 h 5450835"/>
              <a:gd name="connsiteX11070" fmla="*/ 1037572 w 10450132"/>
              <a:gd name="connsiteY11070" fmla="*/ 1094453 h 5450835"/>
              <a:gd name="connsiteX11071" fmla="*/ 1033039 w 10450132"/>
              <a:gd name="connsiteY11071" fmla="*/ 1102336 h 5450835"/>
              <a:gd name="connsiteX11072" fmla="*/ 1032252 w 10450132"/>
              <a:gd name="connsiteY11072" fmla="*/ 1102795 h 5450835"/>
              <a:gd name="connsiteX11073" fmla="*/ 1023188 w 10450132"/>
              <a:gd name="connsiteY11073" fmla="*/ 1102795 h 5450835"/>
              <a:gd name="connsiteX11074" fmla="*/ 1022399 w 10450132"/>
              <a:gd name="connsiteY11074" fmla="*/ 1102336 h 5450835"/>
              <a:gd name="connsiteX11075" fmla="*/ 1017865 w 10450132"/>
              <a:gd name="connsiteY11075" fmla="*/ 1094453 h 5450835"/>
              <a:gd name="connsiteX11076" fmla="*/ 1017865 w 10450132"/>
              <a:gd name="connsiteY11076" fmla="*/ 1093600 h 5450835"/>
              <a:gd name="connsiteX11077" fmla="*/ 1022399 w 10450132"/>
              <a:gd name="connsiteY11077" fmla="*/ 1085721 h 5450835"/>
              <a:gd name="connsiteX11078" fmla="*/ 1023188 w 10450132"/>
              <a:gd name="connsiteY11078" fmla="*/ 1085260 h 5450835"/>
              <a:gd name="connsiteX11079" fmla="*/ 5856508 w 10450132"/>
              <a:gd name="connsiteY11079" fmla="*/ 1085257 h 5450835"/>
              <a:gd name="connsiteX11080" fmla="*/ 5865571 w 10450132"/>
              <a:gd name="connsiteY11080" fmla="*/ 1085257 h 5450835"/>
              <a:gd name="connsiteX11081" fmla="*/ 5866359 w 10450132"/>
              <a:gd name="connsiteY11081" fmla="*/ 1085719 h 5450835"/>
              <a:gd name="connsiteX11082" fmla="*/ 5870891 w 10450132"/>
              <a:gd name="connsiteY11082" fmla="*/ 1093595 h 5450835"/>
              <a:gd name="connsiteX11083" fmla="*/ 5870891 w 10450132"/>
              <a:gd name="connsiteY11083" fmla="*/ 1094447 h 5450835"/>
              <a:gd name="connsiteX11084" fmla="*/ 5866359 w 10450132"/>
              <a:gd name="connsiteY11084" fmla="*/ 1102333 h 5450835"/>
              <a:gd name="connsiteX11085" fmla="*/ 5865571 w 10450132"/>
              <a:gd name="connsiteY11085" fmla="*/ 1102792 h 5450835"/>
              <a:gd name="connsiteX11086" fmla="*/ 5856508 w 10450132"/>
              <a:gd name="connsiteY11086" fmla="*/ 1102792 h 5450835"/>
              <a:gd name="connsiteX11087" fmla="*/ 5855720 w 10450132"/>
              <a:gd name="connsiteY11087" fmla="*/ 1102333 h 5450835"/>
              <a:gd name="connsiteX11088" fmla="*/ 5851187 w 10450132"/>
              <a:gd name="connsiteY11088" fmla="*/ 1094447 h 5450835"/>
              <a:gd name="connsiteX11089" fmla="*/ 5851187 w 10450132"/>
              <a:gd name="connsiteY11089" fmla="*/ 1093595 h 5450835"/>
              <a:gd name="connsiteX11090" fmla="*/ 5855720 w 10450132"/>
              <a:gd name="connsiteY11090" fmla="*/ 1085719 h 5450835"/>
              <a:gd name="connsiteX11091" fmla="*/ 5856508 w 10450132"/>
              <a:gd name="connsiteY11091" fmla="*/ 1085257 h 5450835"/>
              <a:gd name="connsiteX11092" fmla="*/ 1531929 w 10450132"/>
              <a:gd name="connsiteY11092" fmla="*/ 1085250 h 5450835"/>
              <a:gd name="connsiteX11093" fmla="*/ 1540993 w 10450132"/>
              <a:gd name="connsiteY11093" fmla="*/ 1085250 h 5450835"/>
              <a:gd name="connsiteX11094" fmla="*/ 1541781 w 10450132"/>
              <a:gd name="connsiteY11094" fmla="*/ 1085710 h 5450835"/>
              <a:gd name="connsiteX11095" fmla="*/ 1546314 w 10450132"/>
              <a:gd name="connsiteY11095" fmla="*/ 1093589 h 5450835"/>
              <a:gd name="connsiteX11096" fmla="*/ 1546314 w 10450132"/>
              <a:gd name="connsiteY11096" fmla="*/ 1094441 h 5450835"/>
              <a:gd name="connsiteX11097" fmla="*/ 1541781 w 10450132"/>
              <a:gd name="connsiteY11097" fmla="*/ 1102324 h 5450835"/>
              <a:gd name="connsiteX11098" fmla="*/ 1540993 w 10450132"/>
              <a:gd name="connsiteY11098" fmla="*/ 1102787 h 5450835"/>
              <a:gd name="connsiteX11099" fmla="*/ 1531929 w 10450132"/>
              <a:gd name="connsiteY11099" fmla="*/ 1102787 h 5450835"/>
              <a:gd name="connsiteX11100" fmla="*/ 1531141 w 10450132"/>
              <a:gd name="connsiteY11100" fmla="*/ 1102324 h 5450835"/>
              <a:gd name="connsiteX11101" fmla="*/ 1526609 w 10450132"/>
              <a:gd name="connsiteY11101" fmla="*/ 1094441 h 5450835"/>
              <a:gd name="connsiteX11102" fmla="*/ 1526609 w 10450132"/>
              <a:gd name="connsiteY11102" fmla="*/ 1093589 h 5450835"/>
              <a:gd name="connsiteX11103" fmla="*/ 1531141 w 10450132"/>
              <a:gd name="connsiteY11103" fmla="*/ 1085710 h 5450835"/>
              <a:gd name="connsiteX11104" fmla="*/ 1531929 w 10450132"/>
              <a:gd name="connsiteY11104" fmla="*/ 1085250 h 5450835"/>
              <a:gd name="connsiteX11105" fmla="*/ 7128477 w 10450132"/>
              <a:gd name="connsiteY11105" fmla="*/ 1085248 h 5450835"/>
              <a:gd name="connsiteX11106" fmla="*/ 7137540 w 10450132"/>
              <a:gd name="connsiteY11106" fmla="*/ 1085248 h 5450835"/>
              <a:gd name="connsiteX11107" fmla="*/ 7138328 w 10450132"/>
              <a:gd name="connsiteY11107" fmla="*/ 1085710 h 5450835"/>
              <a:gd name="connsiteX11108" fmla="*/ 7142860 w 10450132"/>
              <a:gd name="connsiteY11108" fmla="*/ 1093589 h 5450835"/>
              <a:gd name="connsiteX11109" fmla="*/ 7142860 w 10450132"/>
              <a:gd name="connsiteY11109" fmla="*/ 1094441 h 5450835"/>
              <a:gd name="connsiteX11110" fmla="*/ 7138328 w 10450132"/>
              <a:gd name="connsiteY11110" fmla="*/ 1102324 h 5450835"/>
              <a:gd name="connsiteX11111" fmla="*/ 7137540 w 10450132"/>
              <a:gd name="connsiteY11111" fmla="*/ 1102787 h 5450835"/>
              <a:gd name="connsiteX11112" fmla="*/ 7128477 w 10450132"/>
              <a:gd name="connsiteY11112" fmla="*/ 1102787 h 5450835"/>
              <a:gd name="connsiteX11113" fmla="*/ 7127689 w 10450132"/>
              <a:gd name="connsiteY11113" fmla="*/ 1102324 h 5450835"/>
              <a:gd name="connsiteX11114" fmla="*/ 7123156 w 10450132"/>
              <a:gd name="connsiteY11114" fmla="*/ 1094441 h 5450835"/>
              <a:gd name="connsiteX11115" fmla="*/ 7123156 w 10450132"/>
              <a:gd name="connsiteY11115" fmla="*/ 1093589 h 5450835"/>
              <a:gd name="connsiteX11116" fmla="*/ 7127689 w 10450132"/>
              <a:gd name="connsiteY11116" fmla="*/ 1085710 h 5450835"/>
              <a:gd name="connsiteX11117" fmla="*/ 7128477 w 10450132"/>
              <a:gd name="connsiteY11117" fmla="*/ 1085248 h 5450835"/>
              <a:gd name="connsiteX11118" fmla="*/ 5093300 w 10450132"/>
              <a:gd name="connsiteY11118" fmla="*/ 1085248 h 5450835"/>
              <a:gd name="connsiteX11119" fmla="*/ 5102364 w 10450132"/>
              <a:gd name="connsiteY11119" fmla="*/ 1085248 h 5450835"/>
              <a:gd name="connsiteX11120" fmla="*/ 5103153 w 10450132"/>
              <a:gd name="connsiteY11120" fmla="*/ 1085710 h 5450835"/>
              <a:gd name="connsiteX11121" fmla="*/ 5107684 w 10450132"/>
              <a:gd name="connsiteY11121" fmla="*/ 1093589 h 5450835"/>
              <a:gd name="connsiteX11122" fmla="*/ 5107684 w 10450132"/>
              <a:gd name="connsiteY11122" fmla="*/ 1094441 h 5450835"/>
              <a:gd name="connsiteX11123" fmla="*/ 5103153 w 10450132"/>
              <a:gd name="connsiteY11123" fmla="*/ 1102324 h 5450835"/>
              <a:gd name="connsiteX11124" fmla="*/ 5102364 w 10450132"/>
              <a:gd name="connsiteY11124" fmla="*/ 1102787 h 5450835"/>
              <a:gd name="connsiteX11125" fmla="*/ 5093300 w 10450132"/>
              <a:gd name="connsiteY11125" fmla="*/ 1102787 h 5450835"/>
              <a:gd name="connsiteX11126" fmla="*/ 5092512 w 10450132"/>
              <a:gd name="connsiteY11126" fmla="*/ 1102324 h 5450835"/>
              <a:gd name="connsiteX11127" fmla="*/ 5087979 w 10450132"/>
              <a:gd name="connsiteY11127" fmla="*/ 1094441 h 5450835"/>
              <a:gd name="connsiteX11128" fmla="*/ 5087979 w 10450132"/>
              <a:gd name="connsiteY11128" fmla="*/ 1093589 h 5450835"/>
              <a:gd name="connsiteX11129" fmla="*/ 5092512 w 10450132"/>
              <a:gd name="connsiteY11129" fmla="*/ 1085710 h 5450835"/>
              <a:gd name="connsiteX11130" fmla="*/ 5093300 w 10450132"/>
              <a:gd name="connsiteY11130" fmla="*/ 1085248 h 5450835"/>
              <a:gd name="connsiteX11131" fmla="*/ 3312750 w 10450132"/>
              <a:gd name="connsiteY11131" fmla="*/ 1085247 h 5450835"/>
              <a:gd name="connsiteX11132" fmla="*/ 3321814 w 10450132"/>
              <a:gd name="connsiteY11132" fmla="*/ 1085247 h 5450835"/>
              <a:gd name="connsiteX11133" fmla="*/ 3322602 w 10450132"/>
              <a:gd name="connsiteY11133" fmla="*/ 1085705 h 5450835"/>
              <a:gd name="connsiteX11134" fmla="*/ 3327134 w 10450132"/>
              <a:gd name="connsiteY11134" fmla="*/ 1093583 h 5450835"/>
              <a:gd name="connsiteX11135" fmla="*/ 3327134 w 10450132"/>
              <a:gd name="connsiteY11135" fmla="*/ 1094438 h 5450835"/>
              <a:gd name="connsiteX11136" fmla="*/ 3322602 w 10450132"/>
              <a:gd name="connsiteY11136" fmla="*/ 1102321 h 5450835"/>
              <a:gd name="connsiteX11137" fmla="*/ 3321814 w 10450132"/>
              <a:gd name="connsiteY11137" fmla="*/ 1102780 h 5450835"/>
              <a:gd name="connsiteX11138" fmla="*/ 3312750 w 10450132"/>
              <a:gd name="connsiteY11138" fmla="*/ 1102780 h 5450835"/>
              <a:gd name="connsiteX11139" fmla="*/ 3311962 w 10450132"/>
              <a:gd name="connsiteY11139" fmla="*/ 1102321 h 5450835"/>
              <a:gd name="connsiteX11140" fmla="*/ 3307429 w 10450132"/>
              <a:gd name="connsiteY11140" fmla="*/ 1094438 h 5450835"/>
              <a:gd name="connsiteX11141" fmla="*/ 3307429 w 10450132"/>
              <a:gd name="connsiteY11141" fmla="*/ 1093583 h 5450835"/>
              <a:gd name="connsiteX11142" fmla="*/ 3311962 w 10450132"/>
              <a:gd name="connsiteY11142" fmla="*/ 1085705 h 5450835"/>
              <a:gd name="connsiteX11143" fmla="*/ 3312750 w 10450132"/>
              <a:gd name="connsiteY11143" fmla="*/ 1085247 h 5450835"/>
              <a:gd name="connsiteX11144" fmla="*/ 6874095 w 10450132"/>
              <a:gd name="connsiteY11144" fmla="*/ 1085241 h 5450835"/>
              <a:gd name="connsiteX11145" fmla="*/ 6883159 w 10450132"/>
              <a:gd name="connsiteY11145" fmla="*/ 1085241 h 5450835"/>
              <a:gd name="connsiteX11146" fmla="*/ 6883947 w 10450132"/>
              <a:gd name="connsiteY11146" fmla="*/ 1085700 h 5450835"/>
              <a:gd name="connsiteX11147" fmla="*/ 6888480 w 10450132"/>
              <a:gd name="connsiteY11147" fmla="*/ 1093579 h 5450835"/>
              <a:gd name="connsiteX11148" fmla="*/ 6888480 w 10450132"/>
              <a:gd name="connsiteY11148" fmla="*/ 1094434 h 5450835"/>
              <a:gd name="connsiteX11149" fmla="*/ 6883947 w 10450132"/>
              <a:gd name="connsiteY11149" fmla="*/ 1102318 h 5450835"/>
              <a:gd name="connsiteX11150" fmla="*/ 6883159 w 10450132"/>
              <a:gd name="connsiteY11150" fmla="*/ 1102777 h 5450835"/>
              <a:gd name="connsiteX11151" fmla="*/ 6874095 w 10450132"/>
              <a:gd name="connsiteY11151" fmla="*/ 1102777 h 5450835"/>
              <a:gd name="connsiteX11152" fmla="*/ 6873307 w 10450132"/>
              <a:gd name="connsiteY11152" fmla="*/ 1102318 h 5450835"/>
              <a:gd name="connsiteX11153" fmla="*/ 6868775 w 10450132"/>
              <a:gd name="connsiteY11153" fmla="*/ 1094434 h 5450835"/>
              <a:gd name="connsiteX11154" fmla="*/ 6868775 w 10450132"/>
              <a:gd name="connsiteY11154" fmla="*/ 1093579 h 5450835"/>
              <a:gd name="connsiteX11155" fmla="*/ 6873307 w 10450132"/>
              <a:gd name="connsiteY11155" fmla="*/ 1085700 h 5450835"/>
              <a:gd name="connsiteX11156" fmla="*/ 6874095 w 10450132"/>
              <a:gd name="connsiteY11156" fmla="*/ 1085241 h 5450835"/>
              <a:gd name="connsiteX11157" fmla="*/ 4584538 w 10450132"/>
              <a:gd name="connsiteY11157" fmla="*/ 1085241 h 5450835"/>
              <a:gd name="connsiteX11158" fmla="*/ 4593603 w 10450132"/>
              <a:gd name="connsiteY11158" fmla="*/ 1085241 h 5450835"/>
              <a:gd name="connsiteX11159" fmla="*/ 4594390 w 10450132"/>
              <a:gd name="connsiteY11159" fmla="*/ 1085700 h 5450835"/>
              <a:gd name="connsiteX11160" fmla="*/ 4598922 w 10450132"/>
              <a:gd name="connsiteY11160" fmla="*/ 1093582 h 5450835"/>
              <a:gd name="connsiteX11161" fmla="*/ 4598922 w 10450132"/>
              <a:gd name="connsiteY11161" fmla="*/ 1094434 h 5450835"/>
              <a:gd name="connsiteX11162" fmla="*/ 4594390 w 10450132"/>
              <a:gd name="connsiteY11162" fmla="*/ 1102318 h 5450835"/>
              <a:gd name="connsiteX11163" fmla="*/ 4593603 w 10450132"/>
              <a:gd name="connsiteY11163" fmla="*/ 1102777 h 5450835"/>
              <a:gd name="connsiteX11164" fmla="*/ 4584538 w 10450132"/>
              <a:gd name="connsiteY11164" fmla="*/ 1102777 h 5450835"/>
              <a:gd name="connsiteX11165" fmla="*/ 4583749 w 10450132"/>
              <a:gd name="connsiteY11165" fmla="*/ 1102318 h 5450835"/>
              <a:gd name="connsiteX11166" fmla="*/ 4579218 w 10450132"/>
              <a:gd name="connsiteY11166" fmla="*/ 1094434 h 5450835"/>
              <a:gd name="connsiteX11167" fmla="*/ 4579218 w 10450132"/>
              <a:gd name="connsiteY11167" fmla="*/ 1093582 h 5450835"/>
              <a:gd name="connsiteX11168" fmla="*/ 4583749 w 10450132"/>
              <a:gd name="connsiteY11168" fmla="*/ 1085700 h 5450835"/>
              <a:gd name="connsiteX11169" fmla="*/ 4584538 w 10450132"/>
              <a:gd name="connsiteY11169" fmla="*/ 1085241 h 5450835"/>
              <a:gd name="connsiteX11170" fmla="*/ 3058346 w 10450132"/>
              <a:gd name="connsiteY11170" fmla="*/ 1085241 h 5450835"/>
              <a:gd name="connsiteX11171" fmla="*/ 3067410 w 10450132"/>
              <a:gd name="connsiteY11171" fmla="*/ 1085241 h 5450835"/>
              <a:gd name="connsiteX11172" fmla="*/ 3068199 w 10450132"/>
              <a:gd name="connsiteY11172" fmla="*/ 1085700 h 5450835"/>
              <a:gd name="connsiteX11173" fmla="*/ 3072730 w 10450132"/>
              <a:gd name="connsiteY11173" fmla="*/ 1093579 h 5450835"/>
              <a:gd name="connsiteX11174" fmla="*/ 3072730 w 10450132"/>
              <a:gd name="connsiteY11174" fmla="*/ 1094432 h 5450835"/>
              <a:gd name="connsiteX11175" fmla="*/ 3068199 w 10450132"/>
              <a:gd name="connsiteY11175" fmla="*/ 1102313 h 5450835"/>
              <a:gd name="connsiteX11176" fmla="*/ 3067410 w 10450132"/>
              <a:gd name="connsiteY11176" fmla="*/ 1102777 h 5450835"/>
              <a:gd name="connsiteX11177" fmla="*/ 3058346 w 10450132"/>
              <a:gd name="connsiteY11177" fmla="*/ 1102777 h 5450835"/>
              <a:gd name="connsiteX11178" fmla="*/ 3057556 w 10450132"/>
              <a:gd name="connsiteY11178" fmla="*/ 1102313 h 5450835"/>
              <a:gd name="connsiteX11179" fmla="*/ 3053025 w 10450132"/>
              <a:gd name="connsiteY11179" fmla="*/ 1094432 h 5450835"/>
              <a:gd name="connsiteX11180" fmla="*/ 3053025 w 10450132"/>
              <a:gd name="connsiteY11180" fmla="*/ 1093579 h 5450835"/>
              <a:gd name="connsiteX11181" fmla="*/ 3057556 w 10450132"/>
              <a:gd name="connsiteY11181" fmla="*/ 1085700 h 5450835"/>
              <a:gd name="connsiteX11182" fmla="*/ 3058346 w 10450132"/>
              <a:gd name="connsiteY11182" fmla="*/ 1085241 h 5450835"/>
              <a:gd name="connsiteX11183" fmla="*/ 514319 w 10450132"/>
              <a:gd name="connsiteY11183" fmla="*/ 1085237 h 5450835"/>
              <a:gd name="connsiteX11184" fmla="*/ 523382 w 10450132"/>
              <a:gd name="connsiteY11184" fmla="*/ 1085237 h 5450835"/>
              <a:gd name="connsiteX11185" fmla="*/ 524171 w 10450132"/>
              <a:gd name="connsiteY11185" fmla="*/ 1085700 h 5450835"/>
              <a:gd name="connsiteX11186" fmla="*/ 528701 w 10450132"/>
              <a:gd name="connsiteY11186" fmla="*/ 1093575 h 5450835"/>
              <a:gd name="connsiteX11187" fmla="*/ 528701 w 10450132"/>
              <a:gd name="connsiteY11187" fmla="*/ 1094430 h 5450835"/>
              <a:gd name="connsiteX11188" fmla="*/ 524171 w 10450132"/>
              <a:gd name="connsiteY11188" fmla="*/ 1102313 h 5450835"/>
              <a:gd name="connsiteX11189" fmla="*/ 523382 w 10450132"/>
              <a:gd name="connsiteY11189" fmla="*/ 1102775 h 5450835"/>
              <a:gd name="connsiteX11190" fmla="*/ 514319 w 10450132"/>
              <a:gd name="connsiteY11190" fmla="*/ 1102775 h 5450835"/>
              <a:gd name="connsiteX11191" fmla="*/ 513531 w 10450132"/>
              <a:gd name="connsiteY11191" fmla="*/ 1102313 h 5450835"/>
              <a:gd name="connsiteX11192" fmla="*/ 508998 w 10450132"/>
              <a:gd name="connsiteY11192" fmla="*/ 1094430 h 5450835"/>
              <a:gd name="connsiteX11193" fmla="*/ 508998 w 10450132"/>
              <a:gd name="connsiteY11193" fmla="*/ 1093575 h 5450835"/>
              <a:gd name="connsiteX11194" fmla="*/ 513531 w 10450132"/>
              <a:gd name="connsiteY11194" fmla="*/ 1085700 h 5450835"/>
              <a:gd name="connsiteX11195" fmla="*/ 514319 w 10450132"/>
              <a:gd name="connsiteY11195" fmla="*/ 1085237 h 5450835"/>
              <a:gd name="connsiteX11196" fmla="*/ 6619714 w 10450132"/>
              <a:gd name="connsiteY11196" fmla="*/ 1085236 h 5450835"/>
              <a:gd name="connsiteX11197" fmla="*/ 6628778 w 10450132"/>
              <a:gd name="connsiteY11197" fmla="*/ 1085236 h 5450835"/>
              <a:gd name="connsiteX11198" fmla="*/ 6629566 w 10450132"/>
              <a:gd name="connsiteY11198" fmla="*/ 1085695 h 5450835"/>
              <a:gd name="connsiteX11199" fmla="*/ 6634099 w 10450132"/>
              <a:gd name="connsiteY11199" fmla="*/ 1093574 h 5450835"/>
              <a:gd name="connsiteX11200" fmla="*/ 6634099 w 10450132"/>
              <a:gd name="connsiteY11200" fmla="*/ 1094428 h 5450835"/>
              <a:gd name="connsiteX11201" fmla="*/ 6629566 w 10450132"/>
              <a:gd name="connsiteY11201" fmla="*/ 1102313 h 5450835"/>
              <a:gd name="connsiteX11202" fmla="*/ 6628778 w 10450132"/>
              <a:gd name="connsiteY11202" fmla="*/ 1102770 h 5450835"/>
              <a:gd name="connsiteX11203" fmla="*/ 6619714 w 10450132"/>
              <a:gd name="connsiteY11203" fmla="*/ 1102770 h 5450835"/>
              <a:gd name="connsiteX11204" fmla="*/ 6618926 w 10450132"/>
              <a:gd name="connsiteY11204" fmla="*/ 1102313 h 5450835"/>
              <a:gd name="connsiteX11205" fmla="*/ 6614394 w 10450132"/>
              <a:gd name="connsiteY11205" fmla="*/ 1094428 h 5450835"/>
              <a:gd name="connsiteX11206" fmla="*/ 6614394 w 10450132"/>
              <a:gd name="connsiteY11206" fmla="*/ 1093574 h 5450835"/>
              <a:gd name="connsiteX11207" fmla="*/ 6618926 w 10450132"/>
              <a:gd name="connsiteY11207" fmla="*/ 1085695 h 5450835"/>
              <a:gd name="connsiteX11208" fmla="*/ 6619714 w 10450132"/>
              <a:gd name="connsiteY11208" fmla="*/ 1085236 h 5450835"/>
              <a:gd name="connsiteX11209" fmla="*/ 3821513 w 10450132"/>
              <a:gd name="connsiteY11209" fmla="*/ 1085236 h 5450835"/>
              <a:gd name="connsiteX11210" fmla="*/ 3830578 w 10450132"/>
              <a:gd name="connsiteY11210" fmla="*/ 1085236 h 5450835"/>
              <a:gd name="connsiteX11211" fmla="*/ 3831365 w 10450132"/>
              <a:gd name="connsiteY11211" fmla="*/ 1085698 h 5450835"/>
              <a:gd name="connsiteX11212" fmla="*/ 3835899 w 10450132"/>
              <a:gd name="connsiteY11212" fmla="*/ 1093575 h 5450835"/>
              <a:gd name="connsiteX11213" fmla="*/ 3835899 w 10450132"/>
              <a:gd name="connsiteY11213" fmla="*/ 1094430 h 5450835"/>
              <a:gd name="connsiteX11214" fmla="*/ 3831365 w 10450132"/>
              <a:gd name="connsiteY11214" fmla="*/ 1102313 h 5450835"/>
              <a:gd name="connsiteX11215" fmla="*/ 3830578 w 10450132"/>
              <a:gd name="connsiteY11215" fmla="*/ 1102775 h 5450835"/>
              <a:gd name="connsiteX11216" fmla="*/ 3821513 w 10450132"/>
              <a:gd name="connsiteY11216" fmla="*/ 1102775 h 5450835"/>
              <a:gd name="connsiteX11217" fmla="*/ 3820723 w 10450132"/>
              <a:gd name="connsiteY11217" fmla="*/ 1102313 h 5450835"/>
              <a:gd name="connsiteX11218" fmla="*/ 3816193 w 10450132"/>
              <a:gd name="connsiteY11218" fmla="*/ 1094430 h 5450835"/>
              <a:gd name="connsiteX11219" fmla="*/ 3816193 w 10450132"/>
              <a:gd name="connsiteY11219" fmla="*/ 1093575 h 5450835"/>
              <a:gd name="connsiteX11220" fmla="*/ 3820723 w 10450132"/>
              <a:gd name="connsiteY11220" fmla="*/ 1085698 h 5450835"/>
              <a:gd name="connsiteX11221" fmla="*/ 3821513 w 10450132"/>
              <a:gd name="connsiteY11221" fmla="*/ 1085236 h 5450835"/>
              <a:gd name="connsiteX11222" fmla="*/ 5602126 w 10450132"/>
              <a:gd name="connsiteY11222" fmla="*/ 1085234 h 5450835"/>
              <a:gd name="connsiteX11223" fmla="*/ 5611191 w 10450132"/>
              <a:gd name="connsiteY11223" fmla="*/ 1085234 h 5450835"/>
              <a:gd name="connsiteX11224" fmla="*/ 5611979 w 10450132"/>
              <a:gd name="connsiteY11224" fmla="*/ 1085692 h 5450835"/>
              <a:gd name="connsiteX11225" fmla="*/ 5616511 w 10450132"/>
              <a:gd name="connsiteY11225" fmla="*/ 1093574 h 5450835"/>
              <a:gd name="connsiteX11226" fmla="*/ 5616511 w 10450132"/>
              <a:gd name="connsiteY11226" fmla="*/ 1094427 h 5450835"/>
              <a:gd name="connsiteX11227" fmla="*/ 5611979 w 10450132"/>
              <a:gd name="connsiteY11227" fmla="*/ 1102310 h 5450835"/>
              <a:gd name="connsiteX11228" fmla="*/ 5611191 w 10450132"/>
              <a:gd name="connsiteY11228" fmla="*/ 1102769 h 5450835"/>
              <a:gd name="connsiteX11229" fmla="*/ 5602126 w 10450132"/>
              <a:gd name="connsiteY11229" fmla="*/ 1102769 h 5450835"/>
              <a:gd name="connsiteX11230" fmla="*/ 5601338 w 10450132"/>
              <a:gd name="connsiteY11230" fmla="*/ 1102310 h 5450835"/>
              <a:gd name="connsiteX11231" fmla="*/ 5596807 w 10450132"/>
              <a:gd name="connsiteY11231" fmla="*/ 1094427 h 5450835"/>
              <a:gd name="connsiteX11232" fmla="*/ 5596807 w 10450132"/>
              <a:gd name="connsiteY11232" fmla="*/ 1093574 h 5450835"/>
              <a:gd name="connsiteX11233" fmla="*/ 5601338 w 10450132"/>
              <a:gd name="connsiteY11233" fmla="*/ 1085692 h 5450835"/>
              <a:gd name="connsiteX11234" fmla="*/ 5602126 w 10450132"/>
              <a:gd name="connsiteY11234" fmla="*/ 1085234 h 5450835"/>
              <a:gd name="connsiteX11235" fmla="*/ 2295088 w 10450132"/>
              <a:gd name="connsiteY11235" fmla="*/ 1085234 h 5450835"/>
              <a:gd name="connsiteX11236" fmla="*/ 2304152 w 10450132"/>
              <a:gd name="connsiteY11236" fmla="*/ 1085234 h 5450835"/>
              <a:gd name="connsiteX11237" fmla="*/ 2304940 w 10450132"/>
              <a:gd name="connsiteY11237" fmla="*/ 1085692 h 5450835"/>
              <a:gd name="connsiteX11238" fmla="*/ 2309472 w 10450132"/>
              <a:gd name="connsiteY11238" fmla="*/ 1093571 h 5450835"/>
              <a:gd name="connsiteX11239" fmla="*/ 2309472 w 10450132"/>
              <a:gd name="connsiteY11239" fmla="*/ 1094427 h 5450835"/>
              <a:gd name="connsiteX11240" fmla="*/ 2304940 w 10450132"/>
              <a:gd name="connsiteY11240" fmla="*/ 1102307 h 5450835"/>
              <a:gd name="connsiteX11241" fmla="*/ 2304152 w 10450132"/>
              <a:gd name="connsiteY11241" fmla="*/ 1102769 h 5450835"/>
              <a:gd name="connsiteX11242" fmla="*/ 2295088 w 10450132"/>
              <a:gd name="connsiteY11242" fmla="*/ 1102769 h 5450835"/>
              <a:gd name="connsiteX11243" fmla="*/ 2294299 w 10450132"/>
              <a:gd name="connsiteY11243" fmla="*/ 1102307 h 5450835"/>
              <a:gd name="connsiteX11244" fmla="*/ 2289768 w 10450132"/>
              <a:gd name="connsiteY11244" fmla="*/ 1094427 h 5450835"/>
              <a:gd name="connsiteX11245" fmla="*/ 2289768 w 10450132"/>
              <a:gd name="connsiteY11245" fmla="*/ 1093571 h 5450835"/>
              <a:gd name="connsiteX11246" fmla="*/ 2294299 w 10450132"/>
              <a:gd name="connsiteY11246" fmla="*/ 1085692 h 5450835"/>
              <a:gd name="connsiteX11247" fmla="*/ 2295088 w 10450132"/>
              <a:gd name="connsiteY11247" fmla="*/ 1085234 h 5450835"/>
              <a:gd name="connsiteX11248" fmla="*/ 1277516 w 10450132"/>
              <a:gd name="connsiteY11248" fmla="*/ 1085234 h 5450835"/>
              <a:gd name="connsiteX11249" fmla="*/ 1286580 w 10450132"/>
              <a:gd name="connsiteY11249" fmla="*/ 1085234 h 5450835"/>
              <a:gd name="connsiteX11250" fmla="*/ 1287369 w 10450132"/>
              <a:gd name="connsiteY11250" fmla="*/ 1085695 h 5450835"/>
              <a:gd name="connsiteX11251" fmla="*/ 1291901 w 10450132"/>
              <a:gd name="connsiteY11251" fmla="*/ 1093574 h 5450835"/>
              <a:gd name="connsiteX11252" fmla="*/ 1291901 w 10450132"/>
              <a:gd name="connsiteY11252" fmla="*/ 1094427 h 5450835"/>
              <a:gd name="connsiteX11253" fmla="*/ 1287369 w 10450132"/>
              <a:gd name="connsiteY11253" fmla="*/ 1102310 h 5450835"/>
              <a:gd name="connsiteX11254" fmla="*/ 1286580 w 10450132"/>
              <a:gd name="connsiteY11254" fmla="*/ 1102769 h 5450835"/>
              <a:gd name="connsiteX11255" fmla="*/ 1277516 w 10450132"/>
              <a:gd name="connsiteY11255" fmla="*/ 1102769 h 5450835"/>
              <a:gd name="connsiteX11256" fmla="*/ 1276726 w 10450132"/>
              <a:gd name="connsiteY11256" fmla="*/ 1102310 h 5450835"/>
              <a:gd name="connsiteX11257" fmla="*/ 1272195 w 10450132"/>
              <a:gd name="connsiteY11257" fmla="*/ 1094427 h 5450835"/>
              <a:gd name="connsiteX11258" fmla="*/ 1272195 w 10450132"/>
              <a:gd name="connsiteY11258" fmla="*/ 1093574 h 5450835"/>
              <a:gd name="connsiteX11259" fmla="*/ 1276726 w 10450132"/>
              <a:gd name="connsiteY11259" fmla="*/ 1085695 h 5450835"/>
              <a:gd name="connsiteX11260" fmla="*/ 1277516 w 10450132"/>
              <a:gd name="connsiteY11260" fmla="*/ 1085234 h 5450835"/>
              <a:gd name="connsiteX11261" fmla="*/ 5535 w 10450132"/>
              <a:gd name="connsiteY11261" fmla="*/ 1085226 h 5450835"/>
              <a:gd name="connsiteX11262" fmla="*/ 14597 w 10450132"/>
              <a:gd name="connsiteY11262" fmla="*/ 1085226 h 5450835"/>
              <a:gd name="connsiteX11263" fmla="*/ 15385 w 10450132"/>
              <a:gd name="connsiteY11263" fmla="*/ 1085685 h 5450835"/>
              <a:gd name="connsiteX11264" fmla="*/ 19918 w 10450132"/>
              <a:gd name="connsiteY11264" fmla="*/ 1093564 h 5450835"/>
              <a:gd name="connsiteX11265" fmla="*/ 19918 w 10450132"/>
              <a:gd name="connsiteY11265" fmla="*/ 1094419 h 5450835"/>
              <a:gd name="connsiteX11266" fmla="*/ 15385 w 10450132"/>
              <a:gd name="connsiteY11266" fmla="*/ 1102302 h 5450835"/>
              <a:gd name="connsiteX11267" fmla="*/ 14597 w 10450132"/>
              <a:gd name="connsiteY11267" fmla="*/ 1102760 h 5450835"/>
              <a:gd name="connsiteX11268" fmla="*/ 5535 w 10450132"/>
              <a:gd name="connsiteY11268" fmla="*/ 1102760 h 5450835"/>
              <a:gd name="connsiteX11269" fmla="*/ 4745 w 10450132"/>
              <a:gd name="connsiteY11269" fmla="*/ 1102302 h 5450835"/>
              <a:gd name="connsiteX11270" fmla="*/ 213 w 10450132"/>
              <a:gd name="connsiteY11270" fmla="*/ 1094419 h 5450835"/>
              <a:gd name="connsiteX11271" fmla="*/ 213 w 10450132"/>
              <a:gd name="connsiteY11271" fmla="*/ 1093564 h 5450835"/>
              <a:gd name="connsiteX11272" fmla="*/ 4745 w 10450132"/>
              <a:gd name="connsiteY11272" fmla="*/ 1085685 h 5450835"/>
              <a:gd name="connsiteX11273" fmla="*/ 5535 w 10450132"/>
              <a:gd name="connsiteY11273" fmla="*/ 1085226 h 5450835"/>
              <a:gd name="connsiteX11274" fmla="*/ 9418035 w 10450132"/>
              <a:gd name="connsiteY11274" fmla="*/ 1085221 h 5450835"/>
              <a:gd name="connsiteX11275" fmla="*/ 9427099 w 10450132"/>
              <a:gd name="connsiteY11275" fmla="*/ 1085221 h 5450835"/>
              <a:gd name="connsiteX11276" fmla="*/ 9427887 w 10450132"/>
              <a:gd name="connsiteY11276" fmla="*/ 1085680 h 5450835"/>
              <a:gd name="connsiteX11277" fmla="*/ 9432419 w 10450132"/>
              <a:gd name="connsiteY11277" fmla="*/ 1093561 h 5450835"/>
              <a:gd name="connsiteX11278" fmla="*/ 9432419 w 10450132"/>
              <a:gd name="connsiteY11278" fmla="*/ 1094415 h 5450835"/>
              <a:gd name="connsiteX11279" fmla="*/ 9427887 w 10450132"/>
              <a:gd name="connsiteY11279" fmla="*/ 1102297 h 5450835"/>
              <a:gd name="connsiteX11280" fmla="*/ 9427099 w 10450132"/>
              <a:gd name="connsiteY11280" fmla="*/ 1102759 h 5450835"/>
              <a:gd name="connsiteX11281" fmla="*/ 9418035 w 10450132"/>
              <a:gd name="connsiteY11281" fmla="*/ 1102759 h 5450835"/>
              <a:gd name="connsiteX11282" fmla="*/ 9417247 w 10450132"/>
              <a:gd name="connsiteY11282" fmla="*/ 1102297 h 5450835"/>
              <a:gd name="connsiteX11283" fmla="*/ 9412714 w 10450132"/>
              <a:gd name="connsiteY11283" fmla="*/ 1094415 h 5450835"/>
              <a:gd name="connsiteX11284" fmla="*/ 9412714 w 10450132"/>
              <a:gd name="connsiteY11284" fmla="*/ 1093561 h 5450835"/>
              <a:gd name="connsiteX11285" fmla="*/ 9417247 w 10450132"/>
              <a:gd name="connsiteY11285" fmla="*/ 1085680 h 5450835"/>
              <a:gd name="connsiteX11286" fmla="*/ 9418035 w 10450132"/>
              <a:gd name="connsiteY11286" fmla="*/ 1085221 h 5450835"/>
              <a:gd name="connsiteX11287" fmla="*/ 768643 w 10450132"/>
              <a:gd name="connsiteY11287" fmla="*/ 1085212 h 5450835"/>
              <a:gd name="connsiteX11288" fmla="*/ 777705 w 10450132"/>
              <a:gd name="connsiteY11288" fmla="*/ 1085212 h 5450835"/>
              <a:gd name="connsiteX11289" fmla="*/ 778494 w 10450132"/>
              <a:gd name="connsiteY11289" fmla="*/ 1085673 h 5450835"/>
              <a:gd name="connsiteX11290" fmla="*/ 783026 w 10450132"/>
              <a:gd name="connsiteY11290" fmla="*/ 1093553 h 5450835"/>
              <a:gd name="connsiteX11291" fmla="*/ 783026 w 10450132"/>
              <a:gd name="connsiteY11291" fmla="*/ 1094406 h 5450835"/>
              <a:gd name="connsiteX11292" fmla="*/ 778494 w 10450132"/>
              <a:gd name="connsiteY11292" fmla="*/ 1102290 h 5450835"/>
              <a:gd name="connsiteX11293" fmla="*/ 777705 w 10450132"/>
              <a:gd name="connsiteY11293" fmla="*/ 1102750 h 5450835"/>
              <a:gd name="connsiteX11294" fmla="*/ 768643 w 10450132"/>
              <a:gd name="connsiteY11294" fmla="*/ 1102750 h 5450835"/>
              <a:gd name="connsiteX11295" fmla="*/ 767855 w 10450132"/>
              <a:gd name="connsiteY11295" fmla="*/ 1102290 h 5450835"/>
              <a:gd name="connsiteX11296" fmla="*/ 763321 w 10450132"/>
              <a:gd name="connsiteY11296" fmla="*/ 1094406 h 5450835"/>
              <a:gd name="connsiteX11297" fmla="*/ 763321 w 10450132"/>
              <a:gd name="connsiteY11297" fmla="*/ 1093553 h 5450835"/>
              <a:gd name="connsiteX11298" fmla="*/ 767855 w 10450132"/>
              <a:gd name="connsiteY11298" fmla="*/ 1085673 h 5450835"/>
              <a:gd name="connsiteX11299" fmla="*/ 768643 w 10450132"/>
              <a:gd name="connsiteY11299" fmla="*/ 1085212 h 5450835"/>
              <a:gd name="connsiteX11300" fmla="*/ 7382923 w 10450132"/>
              <a:gd name="connsiteY11300" fmla="*/ 1085211 h 5450835"/>
              <a:gd name="connsiteX11301" fmla="*/ 7391987 w 10450132"/>
              <a:gd name="connsiteY11301" fmla="*/ 1085211 h 5450835"/>
              <a:gd name="connsiteX11302" fmla="*/ 7392775 w 10450132"/>
              <a:gd name="connsiteY11302" fmla="*/ 1085671 h 5450835"/>
              <a:gd name="connsiteX11303" fmla="*/ 7397307 w 10450132"/>
              <a:gd name="connsiteY11303" fmla="*/ 1093553 h 5450835"/>
              <a:gd name="connsiteX11304" fmla="*/ 7397307 w 10450132"/>
              <a:gd name="connsiteY11304" fmla="*/ 1094406 h 5450835"/>
              <a:gd name="connsiteX11305" fmla="*/ 7392775 w 10450132"/>
              <a:gd name="connsiteY11305" fmla="*/ 1102286 h 5450835"/>
              <a:gd name="connsiteX11306" fmla="*/ 7391987 w 10450132"/>
              <a:gd name="connsiteY11306" fmla="*/ 1102747 h 5450835"/>
              <a:gd name="connsiteX11307" fmla="*/ 7382923 w 10450132"/>
              <a:gd name="connsiteY11307" fmla="*/ 1102747 h 5450835"/>
              <a:gd name="connsiteX11308" fmla="*/ 7382135 w 10450132"/>
              <a:gd name="connsiteY11308" fmla="*/ 1102286 h 5450835"/>
              <a:gd name="connsiteX11309" fmla="*/ 7377602 w 10450132"/>
              <a:gd name="connsiteY11309" fmla="*/ 1094406 h 5450835"/>
              <a:gd name="connsiteX11310" fmla="*/ 7377602 w 10450132"/>
              <a:gd name="connsiteY11310" fmla="*/ 1093553 h 5450835"/>
              <a:gd name="connsiteX11311" fmla="*/ 7382135 w 10450132"/>
              <a:gd name="connsiteY11311" fmla="*/ 1085671 h 5450835"/>
              <a:gd name="connsiteX11312" fmla="*/ 7382923 w 10450132"/>
              <a:gd name="connsiteY11312" fmla="*/ 1085211 h 5450835"/>
              <a:gd name="connsiteX11313" fmla="*/ 259881 w 10450132"/>
              <a:gd name="connsiteY11313" fmla="*/ 1085211 h 5450835"/>
              <a:gd name="connsiteX11314" fmla="*/ 268946 w 10450132"/>
              <a:gd name="connsiteY11314" fmla="*/ 1085211 h 5450835"/>
              <a:gd name="connsiteX11315" fmla="*/ 269734 w 10450132"/>
              <a:gd name="connsiteY11315" fmla="*/ 1085671 h 5450835"/>
              <a:gd name="connsiteX11316" fmla="*/ 274266 w 10450132"/>
              <a:gd name="connsiteY11316" fmla="*/ 1093553 h 5450835"/>
              <a:gd name="connsiteX11317" fmla="*/ 274266 w 10450132"/>
              <a:gd name="connsiteY11317" fmla="*/ 1094406 h 5450835"/>
              <a:gd name="connsiteX11318" fmla="*/ 269734 w 10450132"/>
              <a:gd name="connsiteY11318" fmla="*/ 1102286 h 5450835"/>
              <a:gd name="connsiteX11319" fmla="*/ 268946 w 10450132"/>
              <a:gd name="connsiteY11319" fmla="*/ 1102747 h 5450835"/>
              <a:gd name="connsiteX11320" fmla="*/ 259881 w 10450132"/>
              <a:gd name="connsiteY11320" fmla="*/ 1102747 h 5450835"/>
              <a:gd name="connsiteX11321" fmla="*/ 259093 w 10450132"/>
              <a:gd name="connsiteY11321" fmla="*/ 1102286 h 5450835"/>
              <a:gd name="connsiteX11322" fmla="*/ 254561 w 10450132"/>
              <a:gd name="connsiteY11322" fmla="*/ 1094406 h 5450835"/>
              <a:gd name="connsiteX11323" fmla="*/ 254561 w 10450132"/>
              <a:gd name="connsiteY11323" fmla="*/ 1093553 h 5450835"/>
              <a:gd name="connsiteX11324" fmla="*/ 259093 w 10450132"/>
              <a:gd name="connsiteY11324" fmla="*/ 1085671 h 5450835"/>
              <a:gd name="connsiteX11325" fmla="*/ 259881 w 10450132"/>
              <a:gd name="connsiteY11325" fmla="*/ 1085211 h 5450835"/>
              <a:gd name="connsiteX11326" fmla="*/ 10435622 w 10450132"/>
              <a:gd name="connsiteY11326" fmla="*/ 1085203 h 5450835"/>
              <a:gd name="connsiteX11327" fmla="*/ 10444686 w 10450132"/>
              <a:gd name="connsiteY11327" fmla="*/ 1085203 h 5450835"/>
              <a:gd name="connsiteX11328" fmla="*/ 10445474 w 10450132"/>
              <a:gd name="connsiteY11328" fmla="*/ 1085663 h 5450835"/>
              <a:gd name="connsiteX11329" fmla="*/ 10450007 w 10450132"/>
              <a:gd name="connsiteY11329" fmla="*/ 1093543 h 5450835"/>
              <a:gd name="connsiteX11330" fmla="*/ 10450007 w 10450132"/>
              <a:gd name="connsiteY11330" fmla="*/ 1094396 h 5450835"/>
              <a:gd name="connsiteX11331" fmla="*/ 10445474 w 10450132"/>
              <a:gd name="connsiteY11331" fmla="*/ 1102281 h 5450835"/>
              <a:gd name="connsiteX11332" fmla="*/ 10444686 w 10450132"/>
              <a:gd name="connsiteY11332" fmla="*/ 1102740 h 5450835"/>
              <a:gd name="connsiteX11333" fmla="*/ 10435622 w 10450132"/>
              <a:gd name="connsiteY11333" fmla="*/ 1102740 h 5450835"/>
              <a:gd name="connsiteX11334" fmla="*/ 10434834 w 10450132"/>
              <a:gd name="connsiteY11334" fmla="*/ 1102281 h 5450835"/>
              <a:gd name="connsiteX11335" fmla="*/ 10430302 w 10450132"/>
              <a:gd name="connsiteY11335" fmla="*/ 1094396 h 5450835"/>
              <a:gd name="connsiteX11336" fmla="*/ 10430302 w 10450132"/>
              <a:gd name="connsiteY11336" fmla="*/ 1093543 h 5450835"/>
              <a:gd name="connsiteX11337" fmla="*/ 10434834 w 10450132"/>
              <a:gd name="connsiteY11337" fmla="*/ 1085663 h 5450835"/>
              <a:gd name="connsiteX11338" fmla="*/ 10435622 w 10450132"/>
              <a:gd name="connsiteY11338" fmla="*/ 1085203 h 5450835"/>
              <a:gd name="connsiteX11339" fmla="*/ 9672481 w 10450132"/>
              <a:gd name="connsiteY11339" fmla="*/ 1085203 h 5450835"/>
              <a:gd name="connsiteX11340" fmla="*/ 9681545 w 10450132"/>
              <a:gd name="connsiteY11340" fmla="*/ 1085203 h 5450835"/>
              <a:gd name="connsiteX11341" fmla="*/ 9682333 w 10450132"/>
              <a:gd name="connsiteY11341" fmla="*/ 1085663 h 5450835"/>
              <a:gd name="connsiteX11342" fmla="*/ 9686865 w 10450132"/>
              <a:gd name="connsiteY11342" fmla="*/ 1093543 h 5450835"/>
              <a:gd name="connsiteX11343" fmla="*/ 9686865 w 10450132"/>
              <a:gd name="connsiteY11343" fmla="*/ 1094396 h 5450835"/>
              <a:gd name="connsiteX11344" fmla="*/ 9682333 w 10450132"/>
              <a:gd name="connsiteY11344" fmla="*/ 1102278 h 5450835"/>
              <a:gd name="connsiteX11345" fmla="*/ 9681545 w 10450132"/>
              <a:gd name="connsiteY11345" fmla="*/ 1102740 h 5450835"/>
              <a:gd name="connsiteX11346" fmla="*/ 9672481 w 10450132"/>
              <a:gd name="connsiteY11346" fmla="*/ 1102740 h 5450835"/>
              <a:gd name="connsiteX11347" fmla="*/ 9671693 w 10450132"/>
              <a:gd name="connsiteY11347" fmla="*/ 1102278 h 5450835"/>
              <a:gd name="connsiteX11348" fmla="*/ 9667160 w 10450132"/>
              <a:gd name="connsiteY11348" fmla="*/ 1094396 h 5450835"/>
              <a:gd name="connsiteX11349" fmla="*/ 9667160 w 10450132"/>
              <a:gd name="connsiteY11349" fmla="*/ 1093543 h 5450835"/>
              <a:gd name="connsiteX11350" fmla="*/ 9671693 w 10450132"/>
              <a:gd name="connsiteY11350" fmla="*/ 1085663 h 5450835"/>
              <a:gd name="connsiteX11351" fmla="*/ 9672481 w 10450132"/>
              <a:gd name="connsiteY11351" fmla="*/ 1085203 h 5450835"/>
              <a:gd name="connsiteX11352" fmla="*/ 4330157 w 10450132"/>
              <a:gd name="connsiteY11352" fmla="*/ 1085198 h 5450835"/>
              <a:gd name="connsiteX11353" fmla="*/ 4339222 w 10450132"/>
              <a:gd name="connsiteY11353" fmla="*/ 1085198 h 5450835"/>
              <a:gd name="connsiteX11354" fmla="*/ 4340010 w 10450132"/>
              <a:gd name="connsiteY11354" fmla="*/ 1085656 h 5450835"/>
              <a:gd name="connsiteX11355" fmla="*/ 4344540 w 10450132"/>
              <a:gd name="connsiteY11355" fmla="*/ 1093538 h 5450835"/>
              <a:gd name="connsiteX11356" fmla="*/ 4344540 w 10450132"/>
              <a:gd name="connsiteY11356" fmla="*/ 1094392 h 5450835"/>
              <a:gd name="connsiteX11357" fmla="*/ 4340010 w 10450132"/>
              <a:gd name="connsiteY11357" fmla="*/ 1102274 h 5450835"/>
              <a:gd name="connsiteX11358" fmla="*/ 4339222 w 10450132"/>
              <a:gd name="connsiteY11358" fmla="*/ 1102734 h 5450835"/>
              <a:gd name="connsiteX11359" fmla="*/ 4330157 w 10450132"/>
              <a:gd name="connsiteY11359" fmla="*/ 1102734 h 5450835"/>
              <a:gd name="connsiteX11360" fmla="*/ 4329369 w 10450132"/>
              <a:gd name="connsiteY11360" fmla="*/ 1102274 h 5450835"/>
              <a:gd name="connsiteX11361" fmla="*/ 4324836 w 10450132"/>
              <a:gd name="connsiteY11361" fmla="*/ 1094392 h 5450835"/>
              <a:gd name="connsiteX11362" fmla="*/ 4324836 w 10450132"/>
              <a:gd name="connsiteY11362" fmla="*/ 1093538 h 5450835"/>
              <a:gd name="connsiteX11363" fmla="*/ 4329369 w 10450132"/>
              <a:gd name="connsiteY11363" fmla="*/ 1085656 h 5450835"/>
              <a:gd name="connsiteX11364" fmla="*/ 4330157 w 10450132"/>
              <a:gd name="connsiteY11364" fmla="*/ 1085198 h 5450835"/>
              <a:gd name="connsiteX11365" fmla="*/ 7637304 w 10450132"/>
              <a:gd name="connsiteY11365" fmla="*/ 1085194 h 5450835"/>
              <a:gd name="connsiteX11366" fmla="*/ 7646367 w 10450132"/>
              <a:gd name="connsiteY11366" fmla="*/ 1085194 h 5450835"/>
              <a:gd name="connsiteX11367" fmla="*/ 7647156 w 10450132"/>
              <a:gd name="connsiteY11367" fmla="*/ 1085653 h 5450835"/>
              <a:gd name="connsiteX11368" fmla="*/ 7651687 w 10450132"/>
              <a:gd name="connsiteY11368" fmla="*/ 1093536 h 5450835"/>
              <a:gd name="connsiteX11369" fmla="*/ 7651687 w 10450132"/>
              <a:gd name="connsiteY11369" fmla="*/ 1094388 h 5450835"/>
              <a:gd name="connsiteX11370" fmla="*/ 7647156 w 10450132"/>
              <a:gd name="connsiteY11370" fmla="*/ 1102272 h 5450835"/>
              <a:gd name="connsiteX11371" fmla="*/ 7646367 w 10450132"/>
              <a:gd name="connsiteY11371" fmla="*/ 1102732 h 5450835"/>
              <a:gd name="connsiteX11372" fmla="*/ 7637304 w 10450132"/>
              <a:gd name="connsiteY11372" fmla="*/ 1102732 h 5450835"/>
              <a:gd name="connsiteX11373" fmla="*/ 7636516 w 10450132"/>
              <a:gd name="connsiteY11373" fmla="*/ 1102272 h 5450835"/>
              <a:gd name="connsiteX11374" fmla="*/ 7631983 w 10450132"/>
              <a:gd name="connsiteY11374" fmla="*/ 1094388 h 5450835"/>
              <a:gd name="connsiteX11375" fmla="*/ 7631983 w 10450132"/>
              <a:gd name="connsiteY11375" fmla="*/ 1093536 h 5450835"/>
              <a:gd name="connsiteX11376" fmla="*/ 7636516 w 10450132"/>
              <a:gd name="connsiteY11376" fmla="*/ 1085653 h 5450835"/>
              <a:gd name="connsiteX11377" fmla="*/ 7637304 w 10450132"/>
              <a:gd name="connsiteY11377" fmla="*/ 1085194 h 5450835"/>
              <a:gd name="connsiteX11378" fmla="*/ 10181242 w 10450132"/>
              <a:gd name="connsiteY11378" fmla="*/ 1085190 h 5450835"/>
              <a:gd name="connsiteX11379" fmla="*/ 10190305 w 10450132"/>
              <a:gd name="connsiteY11379" fmla="*/ 1085190 h 5450835"/>
              <a:gd name="connsiteX11380" fmla="*/ 10191093 w 10450132"/>
              <a:gd name="connsiteY11380" fmla="*/ 1085649 h 5450835"/>
              <a:gd name="connsiteX11381" fmla="*/ 10195626 w 10450132"/>
              <a:gd name="connsiteY11381" fmla="*/ 1093530 h 5450835"/>
              <a:gd name="connsiteX11382" fmla="*/ 10195626 w 10450132"/>
              <a:gd name="connsiteY11382" fmla="*/ 1094383 h 5450835"/>
              <a:gd name="connsiteX11383" fmla="*/ 10191093 w 10450132"/>
              <a:gd name="connsiteY11383" fmla="*/ 1102265 h 5450835"/>
              <a:gd name="connsiteX11384" fmla="*/ 10190305 w 10450132"/>
              <a:gd name="connsiteY11384" fmla="*/ 1102725 h 5450835"/>
              <a:gd name="connsiteX11385" fmla="*/ 10181242 w 10450132"/>
              <a:gd name="connsiteY11385" fmla="*/ 1102725 h 5450835"/>
              <a:gd name="connsiteX11386" fmla="*/ 10180453 w 10450132"/>
              <a:gd name="connsiteY11386" fmla="*/ 1102265 h 5450835"/>
              <a:gd name="connsiteX11387" fmla="*/ 10175922 w 10450132"/>
              <a:gd name="connsiteY11387" fmla="*/ 1094383 h 5450835"/>
              <a:gd name="connsiteX11388" fmla="*/ 10175922 w 10450132"/>
              <a:gd name="connsiteY11388" fmla="*/ 1093530 h 5450835"/>
              <a:gd name="connsiteX11389" fmla="*/ 10180453 w 10450132"/>
              <a:gd name="connsiteY11389" fmla="*/ 1085649 h 5450835"/>
              <a:gd name="connsiteX11390" fmla="*/ 10181242 w 10450132"/>
              <a:gd name="connsiteY11390" fmla="*/ 1085190 h 5450835"/>
              <a:gd name="connsiteX11391" fmla="*/ 2803772 w 10450132"/>
              <a:gd name="connsiteY11391" fmla="*/ 1085190 h 5450835"/>
              <a:gd name="connsiteX11392" fmla="*/ 2812836 w 10450132"/>
              <a:gd name="connsiteY11392" fmla="*/ 1085190 h 5450835"/>
              <a:gd name="connsiteX11393" fmla="*/ 2813624 w 10450132"/>
              <a:gd name="connsiteY11393" fmla="*/ 1085649 h 5450835"/>
              <a:gd name="connsiteX11394" fmla="*/ 2818156 w 10450132"/>
              <a:gd name="connsiteY11394" fmla="*/ 1093530 h 5450835"/>
              <a:gd name="connsiteX11395" fmla="*/ 2818156 w 10450132"/>
              <a:gd name="connsiteY11395" fmla="*/ 1094383 h 5450835"/>
              <a:gd name="connsiteX11396" fmla="*/ 2813624 w 10450132"/>
              <a:gd name="connsiteY11396" fmla="*/ 1102265 h 5450835"/>
              <a:gd name="connsiteX11397" fmla="*/ 2812836 w 10450132"/>
              <a:gd name="connsiteY11397" fmla="*/ 1102725 h 5450835"/>
              <a:gd name="connsiteX11398" fmla="*/ 2803772 w 10450132"/>
              <a:gd name="connsiteY11398" fmla="*/ 1102725 h 5450835"/>
              <a:gd name="connsiteX11399" fmla="*/ 2802983 w 10450132"/>
              <a:gd name="connsiteY11399" fmla="*/ 1102265 h 5450835"/>
              <a:gd name="connsiteX11400" fmla="*/ 2798451 w 10450132"/>
              <a:gd name="connsiteY11400" fmla="*/ 1094383 h 5450835"/>
              <a:gd name="connsiteX11401" fmla="*/ 2798451 w 10450132"/>
              <a:gd name="connsiteY11401" fmla="*/ 1093530 h 5450835"/>
              <a:gd name="connsiteX11402" fmla="*/ 2802983 w 10450132"/>
              <a:gd name="connsiteY11402" fmla="*/ 1085649 h 5450835"/>
              <a:gd name="connsiteX11403" fmla="*/ 2803772 w 10450132"/>
              <a:gd name="connsiteY11403" fmla="*/ 1085190 h 5450835"/>
              <a:gd name="connsiteX11404" fmla="*/ 1786182 w 10450132"/>
              <a:gd name="connsiteY11404" fmla="*/ 1085190 h 5450835"/>
              <a:gd name="connsiteX11405" fmla="*/ 1795245 w 10450132"/>
              <a:gd name="connsiteY11405" fmla="*/ 1085190 h 5450835"/>
              <a:gd name="connsiteX11406" fmla="*/ 1796034 w 10450132"/>
              <a:gd name="connsiteY11406" fmla="*/ 1085650 h 5450835"/>
              <a:gd name="connsiteX11407" fmla="*/ 1800566 w 10450132"/>
              <a:gd name="connsiteY11407" fmla="*/ 1093530 h 5450835"/>
              <a:gd name="connsiteX11408" fmla="*/ 1800566 w 10450132"/>
              <a:gd name="connsiteY11408" fmla="*/ 1094383 h 5450835"/>
              <a:gd name="connsiteX11409" fmla="*/ 1796034 w 10450132"/>
              <a:gd name="connsiteY11409" fmla="*/ 1102265 h 5450835"/>
              <a:gd name="connsiteX11410" fmla="*/ 1795245 w 10450132"/>
              <a:gd name="connsiteY11410" fmla="*/ 1102725 h 5450835"/>
              <a:gd name="connsiteX11411" fmla="*/ 1786182 w 10450132"/>
              <a:gd name="connsiteY11411" fmla="*/ 1102725 h 5450835"/>
              <a:gd name="connsiteX11412" fmla="*/ 1785394 w 10450132"/>
              <a:gd name="connsiteY11412" fmla="*/ 1102265 h 5450835"/>
              <a:gd name="connsiteX11413" fmla="*/ 1780862 w 10450132"/>
              <a:gd name="connsiteY11413" fmla="*/ 1094383 h 5450835"/>
              <a:gd name="connsiteX11414" fmla="*/ 1780862 w 10450132"/>
              <a:gd name="connsiteY11414" fmla="*/ 1093530 h 5450835"/>
              <a:gd name="connsiteX11415" fmla="*/ 1785394 w 10450132"/>
              <a:gd name="connsiteY11415" fmla="*/ 1085650 h 5450835"/>
              <a:gd name="connsiteX11416" fmla="*/ 1786182 w 10450132"/>
              <a:gd name="connsiteY11416" fmla="*/ 1085190 h 5450835"/>
              <a:gd name="connsiteX11417" fmla="*/ 9926861 w 10450132"/>
              <a:gd name="connsiteY11417" fmla="*/ 1085185 h 5450835"/>
              <a:gd name="connsiteX11418" fmla="*/ 9935924 w 10450132"/>
              <a:gd name="connsiteY11418" fmla="*/ 1085185 h 5450835"/>
              <a:gd name="connsiteX11419" fmla="*/ 9936713 w 10450132"/>
              <a:gd name="connsiteY11419" fmla="*/ 1085644 h 5450835"/>
              <a:gd name="connsiteX11420" fmla="*/ 9941246 w 10450132"/>
              <a:gd name="connsiteY11420" fmla="*/ 1093526 h 5450835"/>
              <a:gd name="connsiteX11421" fmla="*/ 9941246 w 10450132"/>
              <a:gd name="connsiteY11421" fmla="*/ 1094381 h 5450835"/>
              <a:gd name="connsiteX11422" fmla="*/ 9936713 w 10450132"/>
              <a:gd name="connsiteY11422" fmla="*/ 1102262 h 5450835"/>
              <a:gd name="connsiteX11423" fmla="*/ 9935924 w 10450132"/>
              <a:gd name="connsiteY11423" fmla="*/ 1102722 h 5450835"/>
              <a:gd name="connsiteX11424" fmla="*/ 9926861 w 10450132"/>
              <a:gd name="connsiteY11424" fmla="*/ 1102722 h 5450835"/>
              <a:gd name="connsiteX11425" fmla="*/ 9926073 w 10450132"/>
              <a:gd name="connsiteY11425" fmla="*/ 1102262 h 5450835"/>
              <a:gd name="connsiteX11426" fmla="*/ 9921541 w 10450132"/>
              <a:gd name="connsiteY11426" fmla="*/ 1094381 h 5450835"/>
              <a:gd name="connsiteX11427" fmla="*/ 9921541 w 10450132"/>
              <a:gd name="connsiteY11427" fmla="*/ 1093526 h 5450835"/>
              <a:gd name="connsiteX11428" fmla="*/ 9926073 w 10450132"/>
              <a:gd name="connsiteY11428" fmla="*/ 1085644 h 5450835"/>
              <a:gd name="connsiteX11429" fmla="*/ 9926861 w 10450132"/>
              <a:gd name="connsiteY11429" fmla="*/ 1085185 h 5450835"/>
              <a:gd name="connsiteX11430" fmla="*/ 5347746 w 10450132"/>
              <a:gd name="connsiteY11430" fmla="*/ 1085182 h 5450835"/>
              <a:gd name="connsiteX11431" fmla="*/ 5356810 w 10450132"/>
              <a:gd name="connsiteY11431" fmla="*/ 1085182 h 5450835"/>
              <a:gd name="connsiteX11432" fmla="*/ 5357598 w 10450132"/>
              <a:gd name="connsiteY11432" fmla="*/ 1085641 h 5450835"/>
              <a:gd name="connsiteX11433" fmla="*/ 5362130 w 10450132"/>
              <a:gd name="connsiteY11433" fmla="*/ 1093524 h 5450835"/>
              <a:gd name="connsiteX11434" fmla="*/ 5362130 w 10450132"/>
              <a:gd name="connsiteY11434" fmla="*/ 1094377 h 5450835"/>
              <a:gd name="connsiteX11435" fmla="*/ 5357598 w 10450132"/>
              <a:gd name="connsiteY11435" fmla="*/ 1102260 h 5450835"/>
              <a:gd name="connsiteX11436" fmla="*/ 5356810 w 10450132"/>
              <a:gd name="connsiteY11436" fmla="*/ 1102720 h 5450835"/>
              <a:gd name="connsiteX11437" fmla="*/ 5347746 w 10450132"/>
              <a:gd name="connsiteY11437" fmla="*/ 1102720 h 5450835"/>
              <a:gd name="connsiteX11438" fmla="*/ 5346958 w 10450132"/>
              <a:gd name="connsiteY11438" fmla="*/ 1102260 h 5450835"/>
              <a:gd name="connsiteX11439" fmla="*/ 5342425 w 10450132"/>
              <a:gd name="connsiteY11439" fmla="*/ 1094377 h 5450835"/>
              <a:gd name="connsiteX11440" fmla="*/ 5342425 w 10450132"/>
              <a:gd name="connsiteY11440" fmla="*/ 1093524 h 5450835"/>
              <a:gd name="connsiteX11441" fmla="*/ 5346958 w 10450132"/>
              <a:gd name="connsiteY11441" fmla="*/ 1085641 h 5450835"/>
              <a:gd name="connsiteX11442" fmla="*/ 5347746 w 10450132"/>
              <a:gd name="connsiteY11442" fmla="*/ 1085182 h 5450835"/>
              <a:gd name="connsiteX11443" fmla="*/ 4075734 w 10450132"/>
              <a:gd name="connsiteY11443" fmla="*/ 1085182 h 5450835"/>
              <a:gd name="connsiteX11444" fmla="*/ 4084796 w 10450132"/>
              <a:gd name="connsiteY11444" fmla="*/ 1085182 h 5450835"/>
              <a:gd name="connsiteX11445" fmla="*/ 4085584 w 10450132"/>
              <a:gd name="connsiteY11445" fmla="*/ 1085641 h 5450835"/>
              <a:gd name="connsiteX11446" fmla="*/ 4090116 w 10450132"/>
              <a:gd name="connsiteY11446" fmla="*/ 1093522 h 5450835"/>
              <a:gd name="connsiteX11447" fmla="*/ 4090116 w 10450132"/>
              <a:gd name="connsiteY11447" fmla="*/ 1094377 h 5450835"/>
              <a:gd name="connsiteX11448" fmla="*/ 4085584 w 10450132"/>
              <a:gd name="connsiteY11448" fmla="*/ 1102259 h 5450835"/>
              <a:gd name="connsiteX11449" fmla="*/ 4084796 w 10450132"/>
              <a:gd name="connsiteY11449" fmla="*/ 1102720 h 5450835"/>
              <a:gd name="connsiteX11450" fmla="*/ 4075734 w 10450132"/>
              <a:gd name="connsiteY11450" fmla="*/ 1102720 h 5450835"/>
              <a:gd name="connsiteX11451" fmla="*/ 4074945 w 10450132"/>
              <a:gd name="connsiteY11451" fmla="*/ 1102259 h 5450835"/>
              <a:gd name="connsiteX11452" fmla="*/ 4070413 w 10450132"/>
              <a:gd name="connsiteY11452" fmla="*/ 1094377 h 5450835"/>
              <a:gd name="connsiteX11453" fmla="*/ 4070413 w 10450132"/>
              <a:gd name="connsiteY11453" fmla="*/ 1093522 h 5450835"/>
              <a:gd name="connsiteX11454" fmla="*/ 4074945 w 10450132"/>
              <a:gd name="connsiteY11454" fmla="*/ 1085641 h 5450835"/>
              <a:gd name="connsiteX11455" fmla="*/ 4075734 w 10450132"/>
              <a:gd name="connsiteY11455" fmla="*/ 1085182 h 5450835"/>
              <a:gd name="connsiteX11456" fmla="*/ 7891684 w 10450132"/>
              <a:gd name="connsiteY11456" fmla="*/ 1085178 h 5450835"/>
              <a:gd name="connsiteX11457" fmla="*/ 7900748 w 10450132"/>
              <a:gd name="connsiteY11457" fmla="*/ 1085178 h 5450835"/>
              <a:gd name="connsiteX11458" fmla="*/ 7901536 w 10450132"/>
              <a:gd name="connsiteY11458" fmla="*/ 1085639 h 5450835"/>
              <a:gd name="connsiteX11459" fmla="*/ 7906067 w 10450132"/>
              <a:gd name="connsiteY11459" fmla="*/ 1093520 h 5450835"/>
              <a:gd name="connsiteX11460" fmla="*/ 7906067 w 10450132"/>
              <a:gd name="connsiteY11460" fmla="*/ 1094373 h 5450835"/>
              <a:gd name="connsiteX11461" fmla="*/ 7901536 w 10450132"/>
              <a:gd name="connsiteY11461" fmla="*/ 1102257 h 5450835"/>
              <a:gd name="connsiteX11462" fmla="*/ 7900748 w 10450132"/>
              <a:gd name="connsiteY11462" fmla="*/ 1102716 h 5450835"/>
              <a:gd name="connsiteX11463" fmla="*/ 7891684 w 10450132"/>
              <a:gd name="connsiteY11463" fmla="*/ 1102716 h 5450835"/>
              <a:gd name="connsiteX11464" fmla="*/ 7890896 w 10450132"/>
              <a:gd name="connsiteY11464" fmla="*/ 1102257 h 5450835"/>
              <a:gd name="connsiteX11465" fmla="*/ 7886363 w 10450132"/>
              <a:gd name="connsiteY11465" fmla="*/ 1094373 h 5450835"/>
              <a:gd name="connsiteX11466" fmla="*/ 7886363 w 10450132"/>
              <a:gd name="connsiteY11466" fmla="*/ 1093520 h 5450835"/>
              <a:gd name="connsiteX11467" fmla="*/ 7890896 w 10450132"/>
              <a:gd name="connsiteY11467" fmla="*/ 1085639 h 5450835"/>
              <a:gd name="connsiteX11468" fmla="*/ 7891684 w 10450132"/>
              <a:gd name="connsiteY11468" fmla="*/ 1085178 h 5450835"/>
              <a:gd name="connsiteX11469" fmla="*/ 3566959 w 10450132"/>
              <a:gd name="connsiteY11469" fmla="*/ 1085178 h 5450835"/>
              <a:gd name="connsiteX11470" fmla="*/ 3576023 w 10450132"/>
              <a:gd name="connsiteY11470" fmla="*/ 1085178 h 5450835"/>
              <a:gd name="connsiteX11471" fmla="*/ 3576811 w 10450132"/>
              <a:gd name="connsiteY11471" fmla="*/ 1085639 h 5450835"/>
              <a:gd name="connsiteX11472" fmla="*/ 3581343 w 10450132"/>
              <a:gd name="connsiteY11472" fmla="*/ 1093519 h 5450835"/>
              <a:gd name="connsiteX11473" fmla="*/ 3581343 w 10450132"/>
              <a:gd name="connsiteY11473" fmla="*/ 1094373 h 5450835"/>
              <a:gd name="connsiteX11474" fmla="*/ 3576811 w 10450132"/>
              <a:gd name="connsiteY11474" fmla="*/ 1102255 h 5450835"/>
              <a:gd name="connsiteX11475" fmla="*/ 3576023 w 10450132"/>
              <a:gd name="connsiteY11475" fmla="*/ 1102715 h 5450835"/>
              <a:gd name="connsiteX11476" fmla="*/ 3566959 w 10450132"/>
              <a:gd name="connsiteY11476" fmla="*/ 1102715 h 5450835"/>
              <a:gd name="connsiteX11477" fmla="*/ 3566171 w 10450132"/>
              <a:gd name="connsiteY11477" fmla="*/ 1102255 h 5450835"/>
              <a:gd name="connsiteX11478" fmla="*/ 3561638 w 10450132"/>
              <a:gd name="connsiteY11478" fmla="*/ 1094373 h 5450835"/>
              <a:gd name="connsiteX11479" fmla="*/ 3561638 w 10450132"/>
              <a:gd name="connsiteY11479" fmla="*/ 1093519 h 5450835"/>
              <a:gd name="connsiteX11480" fmla="*/ 3566171 w 10450132"/>
              <a:gd name="connsiteY11480" fmla="*/ 1085639 h 5450835"/>
              <a:gd name="connsiteX11481" fmla="*/ 3566959 w 10450132"/>
              <a:gd name="connsiteY11481" fmla="*/ 1085178 h 5450835"/>
              <a:gd name="connsiteX11482" fmla="*/ 5602126 w 10450132"/>
              <a:gd name="connsiteY11482" fmla="*/ 868278 h 5450835"/>
              <a:gd name="connsiteX11483" fmla="*/ 5611191 w 10450132"/>
              <a:gd name="connsiteY11483" fmla="*/ 868278 h 5450835"/>
              <a:gd name="connsiteX11484" fmla="*/ 5611979 w 10450132"/>
              <a:gd name="connsiteY11484" fmla="*/ 868735 h 5450835"/>
              <a:gd name="connsiteX11485" fmla="*/ 5616511 w 10450132"/>
              <a:gd name="connsiteY11485" fmla="*/ 876618 h 5450835"/>
              <a:gd name="connsiteX11486" fmla="*/ 5616511 w 10450132"/>
              <a:gd name="connsiteY11486" fmla="*/ 877469 h 5450835"/>
              <a:gd name="connsiteX11487" fmla="*/ 5611979 w 10450132"/>
              <a:gd name="connsiteY11487" fmla="*/ 885352 h 5450835"/>
              <a:gd name="connsiteX11488" fmla="*/ 5611191 w 10450132"/>
              <a:gd name="connsiteY11488" fmla="*/ 885814 h 5450835"/>
              <a:gd name="connsiteX11489" fmla="*/ 5602126 w 10450132"/>
              <a:gd name="connsiteY11489" fmla="*/ 885814 h 5450835"/>
              <a:gd name="connsiteX11490" fmla="*/ 5601338 w 10450132"/>
              <a:gd name="connsiteY11490" fmla="*/ 885352 h 5450835"/>
              <a:gd name="connsiteX11491" fmla="*/ 5596807 w 10450132"/>
              <a:gd name="connsiteY11491" fmla="*/ 877469 h 5450835"/>
              <a:gd name="connsiteX11492" fmla="*/ 5596807 w 10450132"/>
              <a:gd name="connsiteY11492" fmla="*/ 876618 h 5450835"/>
              <a:gd name="connsiteX11493" fmla="*/ 5601338 w 10450132"/>
              <a:gd name="connsiteY11493" fmla="*/ 868735 h 5450835"/>
              <a:gd name="connsiteX11494" fmla="*/ 5602126 w 10450132"/>
              <a:gd name="connsiteY11494" fmla="*/ 868278 h 5450835"/>
              <a:gd name="connsiteX11495" fmla="*/ 9926861 w 10450132"/>
              <a:gd name="connsiteY11495" fmla="*/ 868276 h 5450835"/>
              <a:gd name="connsiteX11496" fmla="*/ 9935924 w 10450132"/>
              <a:gd name="connsiteY11496" fmla="*/ 868276 h 5450835"/>
              <a:gd name="connsiteX11497" fmla="*/ 9936713 w 10450132"/>
              <a:gd name="connsiteY11497" fmla="*/ 868733 h 5450835"/>
              <a:gd name="connsiteX11498" fmla="*/ 9941246 w 10450132"/>
              <a:gd name="connsiteY11498" fmla="*/ 876616 h 5450835"/>
              <a:gd name="connsiteX11499" fmla="*/ 9941246 w 10450132"/>
              <a:gd name="connsiteY11499" fmla="*/ 877469 h 5450835"/>
              <a:gd name="connsiteX11500" fmla="*/ 9936713 w 10450132"/>
              <a:gd name="connsiteY11500" fmla="*/ 885350 h 5450835"/>
              <a:gd name="connsiteX11501" fmla="*/ 9935924 w 10450132"/>
              <a:gd name="connsiteY11501" fmla="*/ 885812 h 5450835"/>
              <a:gd name="connsiteX11502" fmla="*/ 9926861 w 10450132"/>
              <a:gd name="connsiteY11502" fmla="*/ 885812 h 5450835"/>
              <a:gd name="connsiteX11503" fmla="*/ 9926073 w 10450132"/>
              <a:gd name="connsiteY11503" fmla="*/ 885350 h 5450835"/>
              <a:gd name="connsiteX11504" fmla="*/ 9921541 w 10450132"/>
              <a:gd name="connsiteY11504" fmla="*/ 877469 h 5450835"/>
              <a:gd name="connsiteX11505" fmla="*/ 9921541 w 10450132"/>
              <a:gd name="connsiteY11505" fmla="*/ 876616 h 5450835"/>
              <a:gd name="connsiteX11506" fmla="*/ 9926073 w 10450132"/>
              <a:gd name="connsiteY11506" fmla="*/ 868733 h 5450835"/>
              <a:gd name="connsiteX11507" fmla="*/ 9926861 w 10450132"/>
              <a:gd name="connsiteY11507" fmla="*/ 868276 h 5450835"/>
              <a:gd name="connsiteX11508" fmla="*/ 3567229 w 10450132"/>
              <a:gd name="connsiteY11508" fmla="*/ 868276 h 5450835"/>
              <a:gd name="connsiteX11509" fmla="*/ 3576295 w 10450132"/>
              <a:gd name="connsiteY11509" fmla="*/ 868276 h 5450835"/>
              <a:gd name="connsiteX11510" fmla="*/ 3577084 w 10450132"/>
              <a:gd name="connsiteY11510" fmla="*/ 868733 h 5450835"/>
              <a:gd name="connsiteX11511" fmla="*/ 3581615 w 10450132"/>
              <a:gd name="connsiteY11511" fmla="*/ 876613 h 5450835"/>
              <a:gd name="connsiteX11512" fmla="*/ 3581615 w 10450132"/>
              <a:gd name="connsiteY11512" fmla="*/ 877467 h 5450835"/>
              <a:gd name="connsiteX11513" fmla="*/ 3577084 w 10450132"/>
              <a:gd name="connsiteY11513" fmla="*/ 885350 h 5450835"/>
              <a:gd name="connsiteX11514" fmla="*/ 3576295 w 10450132"/>
              <a:gd name="connsiteY11514" fmla="*/ 885809 h 5450835"/>
              <a:gd name="connsiteX11515" fmla="*/ 3567229 w 10450132"/>
              <a:gd name="connsiteY11515" fmla="*/ 885809 h 5450835"/>
              <a:gd name="connsiteX11516" fmla="*/ 3566441 w 10450132"/>
              <a:gd name="connsiteY11516" fmla="*/ 885350 h 5450835"/>
              <a:gd name="connsiteX11517" fmla="*/ 3561907 w 10450132"/>
              <a:gd name="connsiteY11517" fmla="*/ 877467 h 5450835"/>
              <a:gd name="connsiteX11518" fmla="*/ 3561907 w 10450132"/>
              <a:gd name="connsiteY11518" fmla="*/ 876613 h 5450835"/>
              <a:gd name="connsiteX11519" fmla="*/ 3566441 w 10450132"/>
              <a:gd name="connsiteY11519" fmla="*/ 868733 h 5450835"/>
              <a:gd name="connsiteX11520" fmla="*/ 3567229 w 10450132"/>
              <a:gd name="connsiteY11520" fmla="*/ 868276 h 5450835"/>
              <a:gd name="connsiteX11521" fmla="*/ 7891684 w 10450132"/>
              <a:gd name="connsiteY11521" fmla="*/ 868271 h 5450835"/>
              <a:gd name="connsiteX11522" fmla="*/ 7900748 w 10450132"/>
              <a:gd name="connsiteY11522" fmla="*/ 868271 h 5450835"/>
              <a:gd name="connsiteX11523" fmla="*/ 7901536 w 10450132"/>
              <a:gd name="connsiteY11523" fmla="*/ 868733 h 5450835"/>
              <a:gd name="connsiteX11524" fmla="*/ 7906067 w 10450132"/>
              <a:gd name="connsiteY11524" fmla="*/ 876613 h 5450835"/>
              <a:gd name="connsiteX11525" fmla="*/ 7906067 w 10450132"/>
              <a:gd name="connsiteY11525" fmla="*/ 877465 h 5450835"/>
              <a:gd name="connsiteX11526" fmla="*/ 7901536 w 10450132"/>
              <a:gd name="connsiteY11526" fmla="*/ 885349 h 5450835"/>
              <a:gd name="connsiteX11527" fmla="*/ 7900748 w 10450132"/>
              <a:gd name="connsiteY11527" fmla="*/ 885809 h 5450835"/>
              <a:gd name="connsiteX11528" fmla="*/ 7891684 w 10450132"/>
              <a:gd name="connsiteY11528" fmla="*/ 885809 h 5450835"/>
              <a:gd name="connsiteX11529" fmla="*/ 7890896 w 10450132"/>
              <a:gd name="connsiteY11529" fmla="*/ 885349 h 5450835"/>
              <a:gd name="connsiteX11530" fmla="*/ 7886363 w 10450132"/>
              <a:gd name="connsiteY11530" fmla="*/ 877465 h 5450835"/>
              <a:gd name="connsiteX11531" fmla="*/ 7886363 w 10450132"/>
              <a:gd name="connsiteY11531" fmla="*/ 876613 h 5450835"/>
              <a:gd name="connsiteX11532" fmla="*/ 7890896 w 10450132"/>
              <a:gd name="connsiteY11532" fmla="*/ 868733 h 5450835"/>
              <a:gd name="connsiteX11533" fmla="*/ 7891684 w 10450132"/>
              <a:gd name="connsiteY11533" fmla="*/ 868271 h 5450835"/>
              <a:gd name="connsiteX11534" fmla="*/ 7382923 w 10450132"/>
              <a:gd name="connsiteY11534" fmla="*/ 868271 h 5450835"/>
              <a:gd name="connsiteX11535" fmla="*/ 7391987 w 10450132"/>
              <a:gd name="connsiteY11535" fmla="*/ 868271 h 5450835"/>
              <a:gd name="connsiteX11536" fmla="*/ 7392775 w 10450132"/>
              <a:gd name="connsiteY11536" fmla="*/ 868733 h 5450835"/>
              <a:gd name="connsiteX11537" fmla="*/ 7397307 w 10450132"/>
              <a:gd name="connsiteY11537" fmla="*/ 876613 h 5450835"/>
              <a:gd name="connsiteX11538" fmla="*/ 7397307 w 10450132"/>
              <a:gd name="connsiteY11538" fmla="*/ 877466 h 5450835"/>
              <a:gd name="connsiteX11539" fmla="*/ 7392775 w 10450132"/>
              <a:gd name="connsiteY11539" fmla="*/ 885350 h 5450835"/>
              <a:gd name="connsiteX11540" fmla="*/ 7391987 w 10450132"/>
              <a:gd name="connsiteY11540" fmla="*/ 885809 h 5450835"/>
              <a:gd name="connsiteX11541" fmla="*/ 7382923 w 10450132"/>
              <a:gd name="connsiteY11541" fmla="*/ 885809 h 5450835"/>
              <a:gd name="connsiteX11542" fmla="*/ 7382135 w 10450132"/>
              <a:gd name="connsiteY11542" fmla="*/ 885350 h 5450835"/>
              <a:gd name="connsiteX11543" fmla="*/ 7377602 w 10450132"/>
              <a:gd name="connsiteY11543" fmla="*/ 877466 h 5450835"/>
              <a:gd name="connsiteX11544" fmla="*/ 7377602 w 10450132"/>
              <a:gd name="connsiteY11544" fmla="*/ 876613 h 5450835"/>
              <a:gd name="connsiteX11545" fmla="*/ 7382135 w 10450132"/>
              <a:gd name="connsiteY11545" fmla="*/ 868733 h 5450835"/>
              <a:gd name="connsiteX11546" fmla="*/ 7382923 w 10450132"/>
              <a:gd name="connsiteY11546" fmla="*/ 868271 h 5450835"/>
              <a:gd name="connsiteX11547" fmla="*/ 3312831 w 10450132"/>
              <a:gd name="connsiteY11547" fmla="*/ 868271 h 5450835"/>
              <a:gd name="connsiteX11548" fmla="*/ 3321896 w 10450132"/>
              <a:gd name="connsiteY11548" fmla="*/ 868271 h 5450835"/>
              <a:gd name="connsiteX11549" fmla="*/ 3322683 w 10450132"/>
              <a:gd name="connsiteY11549" fmla="*/ 868733 h 5450835"/>
              <a:gd name="connsiteX11550" fmla="*/ 3327215 w 10450132"/>
              <a:gd name="connsiteY11550" fmla="*/ 876613 h 5450835"/>
              <a:gd name="connsiteX11551" fmla="*/ 3327215 w 10450132"/>
              <a:gd name="connsiteY11551" fmla="*/ 877466 h 5450835"/>
              <a:gd name="connsiteX11552" fmla="*/ 3322683 w 10450132"/>
              <a:gd name="connsiteY11552" fmla="*/ 885350 h 5450835"/>
              <a:gd name="connsiteX11553" fmla="*/ 3321896 w 10450132"/>
              <a:gd name="connsiteY11553" fmla="*/ 885809 h 5450835"/>
              <a:gd name="connsiteX11554" fmla="*/ 3312831 w 10450132"/>
              <a:gd name="connsiteY11554" fmla="*/ 885809 h 5450835"/>
              <a:gd name="connsiteX11555" fmla="*/ 3312042 w 10450132"/>
              <a:gd name="connsiteY11555" fmla="*/ 885350 h 5450835"/>
              <a:gd name="connsiteX11556" fmla="*/ 3307509 w 10450132"/>
              <a:gd name="connsiteY11556" fmla="*/ 877466 h 5450835"/>
              <a:gd name="connsiteX11557" fmla="*/ 3307509 w 10450132"/>
              <a:gd name="connsiteY11557" fmla="*/ 876613 h 5450835"/>
              <a:gd name="connsiteX11558" fmla="*/ 3312042 w 10450132"/>
              <a:gd name="connsiteY11558" fmla="*/ 868733 h 5450835"/>
              <a:gd name="connsiteX11559" fmla="*/ 3312831 w 10450132"/>
              <a:gd name="connsiteY11559" fmla="*/ 868271 h 5450835"/>
              <a:gd name="connsiteX11560" fmla="*/ 2295169 w 10450132"/>
              <a:gd name="connsiteY11560" fmla="*/ 868271 h 5450835"/>
              <a:gd name="connsiteX11561" fmla="*/ 2304232 w 10450132"/>
              <a:gd name="connsiteY11561" fmla="*/ 868271 h 5450835"/>
              <a:gd name="connsiteX11562" fmla="*/ 2305020 w 10450132"/>
              <a:gd name="connsiteY11562" fmla="*/ 868733 h 5450835"/>
              <a:gd name="connsiteX11563" fmla="*/ 2309551 w 10450132"/>
              <a:gd name="connsiteY11563" fmla="*/ 876611 h 5450835"/>
              <a:gd name="connsiteX11564" fmla="*/ 2309551 w 10450132"/>
              <a:gd name="connsiteY11564" fmla="*/ 877465 h 5450835"/>
              <a:gd name="connsiteX11565" fmla="*/ 2305020 w 10450132"/>
              <a:gd name="connsiteY11565" fmla="*/ 885349 h 5450835"/>
              <a:gd name="connsiteX11566" fmla="*/ 2304232 w 10450132"/>
              <a:gd name="connsiteY11566" fmla="*/ 885807 h 5450835"/>
              <a:gd name="connsiteX11567" fmla="*/ 2295169 w 10450132"/>
              <a:gd name="connsiteY11567" fmla="*/ 885807 h 5450835"/>
              <a:gd name="connsiteX11568" fmla="*/ 2294379 w 10450132"/>
              <a:gd name="connsiteY11568" fmla="*/ 885349 h 5450835"/>
              <a:gd name="connsiteX11569" fmla="*/ 2289848 w 10450132"/>
              <a:gd name="connsiteY11569" fmla="*/ 877465 h 5450835"/>
              <a:gd name="connsiteX11570" fmla="*/ 2289848 w 10450132"/>
              <a:gd name="connsiteY11570" fmla="*/ 876611 h 5450835"/>
              <a:gd name="connsiteX11571" fmla="*/ 2294379 w 10450132"/>
              <a:gd name="connsiteY11571" fmla="*/ 868733 h 5450835"/>
              <a:gd name="connsiteX11572" fmla="*/ 2295169 w 10450132"/>
              <a:gd name="connsiteY11572" fmla="*/ 868271 h 5450835"/>
              <a:gd name="connsiteX11573" fmla="*/ 10181242 w 10450132"/>
              <a:gd name="connsiteY11573" fmla="*/ 868269 h 5450835"/>
              <a:gd name="connsiteX11574" fmla="*/ 10190305 w 10450132"/>
              <a:gd name="connsiteY11574" fmla="*/ 868269 h 5450835"/>
              <a:gd name="connsiteX11575" fmla="*/ 10191093 w 10450132"/>
              <a:gd name="connsiteY11575" fmla="*/ 868730 h 5450835"/>
              <a:gd name="connsiteX11576" fmla="*/ 10195626 w 10450132"/>
              <a:gd name="connsiteY11576" fmla="*/ 876609 h 5450835"/>
              <a:gd name="connsiteX11577" fmla="*/ 10195626 w 10450132"/>
              <a:gd name="connsiteY11577" fmla="*/ 877463 h 5450835"/>
              <a:gd name="connsiteX11578" fmla="*/ 10191093 w 10450132"/>
              <a:gd name="connsiteY11578" fmla="*/ 885343 h 5450835"/>
              <a:gd name="connsiteX11579" fmla="*/ 10190305 w 10450132"/>
              <a:gd name="connsiteY11579" fmla="*/ 885804 h 5450835"/>
              <a:gd name="connsiteX11580" fmla="*/ 10181242 w 10450132"/>
              <a:gd name="connsiteY11580" fmla="*/ 885804 h 5450835"/>
              <a:gd name="connsiteX11581" fmla="*/ 10180453 w 10450132"/>
              <a:gd name="connsiteY11581" fmla="*/ 885343 h 5450835"/>
              <a:gd name="connsiteX11582" fmla="*/ 10175922 w 10450132"/>
              <a:gd name="connsiteY11582" fmla="*/ 877463 h 5450835"/>
              <a:gd name="connsiteX11583" fmla="*/ 10175922 w 10450132"/>
              <a:gd name="connsiteY11583" fmla="*/ 876609 h 5450835"/>
              <a:gd name="connsiteX11584" fmla="*/ 10180453 w 10450132"/>
              <a:gd name="connsiteY11584" fmla="*/ 868730 h 5450835"/>
              <a:gd name="connsiteX11585" fmla="*/ 10181242 w 10450132"/>
              <a:gd name="connsiteY11585" fmla="*/ 868269 h 5450835"/>
              <a:gd name="connsiteX11586" fmla="*/ 9672481 w 10450132"/>
              <a:gd name="connsiteY11586" fmla="*/ 868265 h 5450835"/>
              <a:gd name="connsiteX11587" fmla="*/ 9681545 w 10450132"/>
              <a:gd name="connsiteY11587" fmla="*/ 868265 h 5450835"/>
              <a:gd name="connsiteX11588" fmla="*/ 9682333 w 10450132"/>
              <a:gd name="connsiteY11588" fmla="*/ 868724 h 5450835"/>
              <a:gd name="connsiteX11589" fmla="*/ 9686865 w 10450132"/>
              <a:gd name="connsiteY11589" fmla="*/ 876605 h 5450835"/>
              <a:gd name="connsiteX11590" fmla="*/ 9686865 w 10450132"/>
              <a:gd name="connsiteY11590" fmla="*/ 877458 h 5450835"/>
              <a:gd name="connsiteX11591" fmla="*/ 9682333 w 10450132"/>
              <a:gd name="connsiteY11591" fmla="*/ 885342 h 5450835"/>
              <a:gd name="connsiteX11592" fmla="*/ 9681545 w 10450132"/>
              <a:gd name="connsiteY11592" fmla="*/ 885801 h 5450835"/>
              <a:gd name="connsiteX11593" fmla="*/ 9672481 w 10450132"/>
              <a:gd name="connsiteY11593" fmla="*/ 885801 h 5450835"/>
              <a:gd name="connsiteX11594" fmla="*/ 9671693 w 10450132"/>
              <a:gd name="connsiteY11594" fmla="*/ 885342 h 5450835"/>
              <a:gd name="connsiteX11595" fmla="*/ 9667160 w 10450132"/>
              <a:gd name="connsiteY11595" fmla="*/ 877458 h 5450835"/>
              <a:gd name="connsiteX11596" fmla="*/ 9667160 w 10450132"/>
              <a:gd name="connsiteY11596" fmla="*/ 876605 h 5450835"/>
              <a:gd name="connsiteX11597" fmla="*/ 9671693 w 10450132"/>
              <a:gd name="connsiteY11597" fmla="*/ 868724 h 5450835"/>
              <a:gd name="connsiteX11598" fmla="*/ 9672481 w 10450132"/>
              <a:gd name="connsiteY11598" fmla="*/ 868265 h 5450835"/>
              <a:gd name="connsiteX11599" fmla="*/ 8654892 w 10450132"/>
              <a:gd name="connsiteY11599" fmla="*/ 868265 h 5450835"/>
              <a:gd name="connsiteX11600" fmla="*/ 8663955 w 10450132"/>
              <a:gd name="connsiteY11600" fmla="*/ 868265 h 5450835"/>
              <a:gd name="connsiteX11601" fmla="*/ 8664744 w 10450132"/>
              <a:gd name="connsiteY11601" fmla="*/ 868724 h 5450835"/>
              <a:gd name="connsiteX11602" fmla="*/ 8669277 w 10450132"/>
              <a:gd name="connsiteY11602" fmla="*/ 876605 h 5450835"/>
              <a:gd name="connsiteX11603" fmla="*/ 8669277 w 10450132"/>
              <a:gd name="connsiteY11603" fmla="*/ 877458 h 5450835"/>
              <a:gd name="connsiteX11604" fmla="*/ 8664744 w 10450132"/>
              <a:gd name="connsiteY11604" fmla="*/ 885342 h 5450835"/>
              <a:gd name="connsiteX11605" fmla="*/ 8663955 w 10450132"/>
              <a:gd name="connsiteY11605" fmla="*/ 885802 h 5450835"/>
              <a:gd name="connsiteX11606" fmla="*/ 8654892 w 10450132"/>
              <a:gd name="connsiteY11606" fmla="*/ 885802 h 5450835"/>
              <a:gd name="connsiteX11607" fmla="*/ 8654104 w 10450132"/>
              <a:gd name="connsiteY11607" fmla="*/ 885342 h 5450835"/>
              <a:gd name="connsiteX11608" fmla="*/ 8649572 w 10450132"/>
              <a:gd name="connsiteY11608" fmla="*/ 877458 h 5450835"/>
              <a:gd name="connsiteX11609" fmla="*/ 8649572 w 10450132"/>
              <a:gd name="connsiteY11609" fmla="*/ 876605 h 5450835"/>
              <a:gd name="connsiteX11610" fmla="*/ 8654104 w 10450132"/>
              <a:gd name="connsiteY11610" fmla="*/ 868724 h 5450835"/>
              <a:gd name="connsiteX11611" fmla="*/ 8654892 w 10450132"/>
              <a:gd name="connsiteY11611" fmla="*/ 868265 h 5450835"/>
              <a:gd name="connsiteX11612" fmla="*/ 6365334 w 10450132"/>
              <a:gd name="connsiteY11612" fmla="*/ 868265 h 5450835"/>
              <a:gd name="connsiteX11613" fmla="*/ 6374397 w 10450132"/>
              <a:gd name="connsiteY11613" fmla="*/ 868265 h 5450835"/>
              <a:gd name="connsiteX11614" fmla="*/ 6375186 w 10450132"/>
              <a:gd name="connsiteY11614" fmla="*/ 868724 h 5450835"/>
              <a:gd name="connsiteX11615" fmla="*/ 6379718 w 10450132"/>
              <a:gd name="connsiteY11615" fmla="*/ 876604 h 5450835"/>
              <a:gd name="connsiteX11616" fmla="*/ 6379718 w 10450132"/>
              <a:gd name="connsiteY11616" fmla="*/ 877458 h 5450835"/>
              <a:gd name="connsiteX11617" fmla="*/ 6375186 w 10450132"/>
              <a:gd name="connsiteY11617" fmla="*/ 885339 h 5450835"/>
              <a:gd name="connsiteX11618" fmla="*/ 6374397 w 10450132"/>
              <a:gd name="connsiteY11618" fmla="*/ 885798 h 5450835"/>
              <a:gd name="connsiteX11619" fmla="*/ 6365334 w 10450132"/>
              <a:gd name="connsiteY11619" fmla="*/ 885798 h 5450835"/>
              <a:gd name="connsiteX11620" fmla="*/ 6364546 w 10450132"/>
              <a:gd name="connsiteY11620" fmla="*/ 885339 h 5450835"/>
              <a:gd name="connsiteX11621" fmla="*/ 6360014 w 10450132"/>
              <a:gd name="connsiteY11621" fmla="*/ 877458 h 5450835"/>
              <a:gd name="connsiteX11622" fmla="*/ 6360014 w 10450132"/>
              <a:gd name="connsiteY11622" fmla="*/ 876604 h 5450835"/>
              <a:gd name="connsiteX11623" fmla="*/ 6364546 w 10450132"/>
              <a:gd name="connsiteY11623" fmla="*/ 868724 h 5450835"/>
              <a:gd name="connsiteX11624" fmla="*/ 6365334 w 10450132"/>
              <a:gd name="connsiteY11624" fmla="*/ 868265 h 5450835"/>
              <a:gd name="connsiteX11625" fmla="*/ 4075999 w 10450132"/>
              <a:gd name="connsiteY11625" fmla="*/ 868265 h 5450835"/>
              <a:gd name="connsiteX11626" fmla="*/ 4085064 w 10450132"/>
              <a:gd name="connsiteY11626" fmla="*/ 868265 h 5450835"/>
              <a:gd name="connsiteX11627" fmla="*/ 4085852 w 10450132"/>
              <a:gd name="connsiteY11627" fmla="*/ 868724 h 5450835"/>
              <a:gd name="connsiteX11628" fmla="*/ 4090383 w 10450132"/>
              <a:gd name="connsiteY11628" fmla="*/ 876605 h 5450835"/>
              <a:gd name="connsiteX11629" fmla="*/ 4090383 w 10450132"/>
              <a:gd name="connsiteY11629" fmla="*/ 877458 h 5450835"/>
              <a:gd name="connsiteX11630" fmla="*/ 4085852 w 10450132"/>
              <a:gd name="connsiteY11630" fmla="*/ 885340 h 5450835"/>
              <a:gd name="connsiteX11631" fmla="*/ 4085064 w 10450132"/>
              <a:gd name="connsiteY11631" fmla="*/ 885801 h 5450835"/>
              <a:gd name="connsiteX11632" fmla="*/ 4075999 w 10450132"/>
              <a:gd name="connsiteY11632" fmla="*/ 885801 h 5450835"/>
              <a:gd name="connsiteX11633" fmla="*/ 4075214 w 10450132"/>
              <a:gd name="connsiteY11633" fmla="*/ 885340 h 5450835"/>
              <a:gd name="connsiteX11634" fmla="*/ 4070679 w 10450132"/>
              <a:gd name="connsiteY11634" fmla="*/ 877458 h 5450835"/>
              <a:gd name="connsiteX11635" fmla="*/ 4070679 w 10450132"/>
              <a:gd name="connsiteY11635" fmla="*/ 876605 h 5450835"/>
              <a:gd name="connsiteX11636" fmla="*/ 4075214 w 10450132"/>
              <a:gd name="connsiteY11636" fmla="*/ 868724 h 5450835"/>
              <a:gd name="connsiteX11637" fmla="*/ 4075999 w 10450132"/>
              <a:gd name="connsiteY11637" fmla="*/ 868265 h 5450835"/>
              <a:gd name="connsiteX11638" fmla="*/ 1531971 w 10450132"/>
              <a:gd name="connsiteY11638" fmla="*/ 868265 h 5450835"/>
              <a:gd name="connsiteX11639" fmla="*/ 1541034 w 10450132"/>
              <a:gd name="connsiteY11639" fmla="*/ 868265 h 5450835"/>
              <a:gd name="connsiteX11640" fmla="*/ 1541822 w 10450132"/>
              <a:gd name="connsiteY11640" fmla="*/ 868724 h 5450835"/>
              <a:gd name="connsiteX11641" fmla="*/ 1546355 w 10450132"/>
              <a:gd name="connsiteY11641" fmla="*/ 876605 h 5450835"/>
              <a:gd name="connsiteX11642" fmla="*/ 1546355 w 10450132"/>
              <a:gd name="connsiteY11642" fmla="*/ 877458 h 5450835"/>
              <a:gd name="connsiteX11643" fmla="*/ 1541822 w 10450132"/>
              <a:gd name="connsiteY11643" fmla="*/ 885342 h 5450835"/>
              <a:gd name="connsiteX11644" fmla="*/ 1541034 w 10450132"/>
              <a:gd name="connsiteY11644" fmla="*/ 885802 h 5450835"/>
              <a:gd name="connsiteX11645" fmla="*/ 1531971 w 10450132"/>
              <a:gd name="connsiteY11645" fmla="*/ 885802 h 5450835"/>
              <a:gd name="connsiteX11646" fmla="*/ 1531181 w 10450132"/>
              <a:gd name="connsiteY11646" fmla="*/ 885342 h 5450835"/>
              <a:gd name="connsiteX11647" fmla="*/ 1526650 w 10450132"/>
              <a:gd name="connsiteY11647" fmla="*/ 877458 h 5450835"/>
              <a:gd name="connsiteX11648" fmla="*/ 1526650 w 10450132"/>
              <a:gd name="connsiteY11648" fmla="*/ 876605 h 5450835"/>
              <a:gd name="connsiteX11649" fmla="*/ 1531181 w 10450132"/>
              <a:gd name="connsiteY11649" fmla="*/ 868724 h 5450835"/>
              <a:gd name="connsiteX11650" fmla="*/ 1531971 w 10450132"/>
              <a:gd name="connsiteY11650" fmla="*/ 868265 h 5450835"/>
              <a:gd name="connsiteX11651" fmla="*/ 1786333 w 10450132"/>
              <a:gd name="connsiteY11651" fmla="*/ 868261 h 5450835"/>
              <a:gd name="connsiteX11652" fmla="*/ 1795396 w 10450132"/>
              <a:gd name="connsiteY11652" fmla="*/ 868261 h 5450835"/>
              <a:gd name="connsiteX11653" fmla="*/ 1796185 w 10450132"/>
              <a:gd name="connsiteY11653" fmla="*/ 868721 h 5450835"/>
              <a:gd name="connsiteX11654" fmla="*/ 1800716 w 10450132"/>
              <a:gd name="connsiteY11654" fmla="*/ 876600 h 5450835"/>
              <a:gd name="connsiteX11655" fmla="*/ 1800716 w 10450132"/>
              <a:gd name="connsiteY11655" fmla="*/ 877456 h 5450835"/>
              <a:gd name="connsiteX11656" fmla="*/ 1796185 w 10450132"/>
              <a:gd name="connsiteY11656" fmla="*/ 885334 h 5450835"/>
              <a:gd name="connsiteX11657" fmla="*/ 1795396 w 10450132"/>
              <a:gd name="connsiteY11657" fmla="*/ 885797 h 5450835"/>
              <a:gd name="connsiteX11658" fmla="*/ 1786333 w 10450132"/>
              <a:gd name="connsiteY11658" fmla="*/ 885797 h 5450835"/>
              <a:gd name="connsiteX11659" fmla="*/ 1785545 w 10450132"/>
              <a:gd name="connsiteY11659" fmla="*/ 885334 h 5450835"/>
              <a:gd name="connsiteX11660" fmla="*/ 1781013 w 10450132"/>
              <a:gd name="connsiteY11660" fmla="*/ 877456 h 5450835"/>
              <a:gd name="connsiteX11661" fmla="*/ 1781013 w 10450132"/>
              <a:gd name="connsiteY11661" fmla="*/ 876600 h 5450835"/>
              <a:gd name="connsiteX11662" fmla="*/ 1785545 w 10450132"/>
              <a:gd name="connsiteY11662" fmla="*/ 868721 h 5450835"/>
              <a:gd name="connsiteX11663" fmla="*/ 1786333 w 10450132"/>
              <a:gd name="connsiteY11663" fmla="*/ 868261 h 5450835"/>
              <a:gd name="connsiteX11664" fmla="*/ 5093300 w 10450132"/>
              <a:gd name="connsiteY11664" fmla="*/ 868259 h 5450835"/>
              <a:gd name="connsiteX11665" fmla="*/ 5102364 w 10450132"/>
              <a:gd name="connsiteY11665" fmla="*/ 868259 h 5450835"/>
              <a:gd name="connsiteX11666" fmla="*/ 5103153 w 10450132"/>
              <a:gd name="connsiteY11666" fmla="*/ 868720 h 5450835"/>
              <a:gd name="connsiteX11667" fmla="*/ 5107684 w 10450132"/>
              <a:gd name="connsiteY11667" fmla="*/ 876600 h 5450835"/>
              <a:gd name="connsiteX11668" fmla="*/ 5107684 w 10450132"/>
              <a:gd name="connsiteY11668" fmla="*/ 877455 h 5450835"/>
              <a:gd name="connsiteX11669" fmla="*/ 5103153 w 10450132"/>
              <a:gd name="connsiteY11669" fmla="*/ 885334 h 5450835"/>
              <a:gd name="connsiteX11670" fmla="*/ 5102364 w 10450132"/>
              <a:gd name="connsiteY11670" fmla="*/ 885796 h 5450835"/>
              <a:gd name="connsiteX11671" fmla="*/ 5093300 w 10450132"/>
              <a:gd name="connsiteY11671" fmla="*/ 885796 h 5450835"/>
              <a:gd name="connsiteX11672" fmla="*/ 5092512 w 10450132"/>
              <a:gd name="connsiteY11672" fmla="*/ 885334 h 5450835"/>
              <a:gd name="connsiteX11673" fmla="*/ 5087979 w 10450132"/>
              <a:gd name="connsiteY11673" fmla="*/ 877455 h 5450835"/>
              <a:gd name="connsiteX11674" fmla="*/ 5087979 w 10450132"/>
              <a:gd name="connsiteY11674" fmla="*/ 876600 h 5450835"/>
              <a:gd name="connsiteX11675" fmla="*/ 5092512 w 10450132"/>
              <a:gd name="connsiteY11675" fmla="*/ 868720 h 5450835"/>
              <a:gd name="connsiteX11676" fmla="*/ 5093300 w 10450132"/>
              <a:gd name="connsiteY11676" fmla="*/ 868259 h 5450835"/>
              <a:gd name="connsiteX11677" fmla="*/ 7128477 w 10450132"/>
              <a:gd name="connsiteY11677" fmla="*/ 868250 h 5450835"/>
              <a:gd name="connsiteX11678" fmla="*/ 7137540 w 10450132"/>
              <a:gd name="connsiteY11678" fmla="*/ 868250 h 5450835"/>
              <a:gd name="connsiteX11679" fmla="*/ 7138328 w 10450132"/>
              <a:gd name="connsiteY11679" fmla="*/ 868712 h 5450835"/>
              <a:gd name="connsiteX11680" fmla="*/ 7142860 w 10450132"/>
              <a:gd name="connsiteY11680" fmla="*/ 876594 h 5450835"/>
              <a:gd name="connsiteX11681" fmla="*/ 7142860 w 10450132"/>
              <a:gd name="connsiteY11681" fmla="*/ 877446 h 5450835"/>
              <a:gd name="connsiteX11682" fmla="*/ 7138328 w 10450132"/>
              <a:gd name="connsiteY11682" fmla="*/ 885328 h 5450835"/>
              <a:gd name="connsiteX11683" fmla="*/ 7137540 w 10450132"/>
              <a:gd name="connsiteY11683" fmla="*/ 885789 h 5450835"/>
              <a:gd name="connsiteX11684" fmla="*/ 7128477 w 10450132"/>
              <a:gd name="connsiteY11684" fmla="*/ 885789 h 5450835"/>
              <a:gd name="connsiteX11685" fmla="*/ 7127689 w 10450132"/>
              <a:gd name="connsiteY11685" fmla="*/ 885328 h 5450835"/>
              <a:gd name="connsiteX11686" fmla="*/ 7123156 w 10450132"/>
              <a:gd name="connsiteY11686" fmla="*/ 877446 h 5450835"/>
              <a:gd name="connsiteX11687" fmla="*/ 7123156 w 10450132"/>
              <a:gd name="connsiteY11687" fmla="*/ 876594 h 5450835"/>
              <a:gd name="connsiteX11688" fmla="*/ 7127689 w 10450132"/>
              <a:gd name="connsiteY11688" fmla="*/ 868712 h 5450835"/>
              <a:gd name="connsiteX11689" fmla="*/ 7128477 w 10450132"/>
              <a:gd name="connsiteY11689" fmla="*/ 868250 h 5450835"/>
              <a:gd name="connsiteX11690" fmla="*/ 4584538 w 10450132"/>
              <a:gd name="connsiteY11690" fmla="*/ 868247 h 5450835"/>
              <a:gd name="connsiteX11691" fmla="*/ 4593603 w 10450132"/>
              <a:gd name="connsiteY11691" fmla="*/ 868247 h 5450835"/>
              <a:gd name="connsiteX11692" fmla="*/ 4594390 w 10450132"/>
              <a:gd name="connsiteY11692" fmla="*/ 868705 h 5450835"/>
              <a:gd name="connsiteX11693" fmla="*/ 4598922 w 10450132"/>
              <a:gd name="connsiteY11693" fmla="*/ 876587 h 5450835"/>
              <a:gd name="connsiteX11694" fmla="*/ 4598922 w 10450132"/>
              <a:gd name="connsiteY11694" fmla="*/ 877440 h 5450835"/>
              <a:gd name="connsiteX11695" fmla="*/ 4594390 w 10450132"/>
              <a:gd name="connsiteY11695" fmla="*/ 885321 h 5450835"/>
              <a:gd name="connsiteX11696" fmla="*/ 4593603 w 10450132"/>
              <a:gd name="connsiteY11696" fmla="*/ 885782 h 5450835"/>
              <a:gd name="connsiteX11697" fmla="*/ 4584538 w 10450132"/>
              <a:gd name="connsiteY11697" fmla="*/ 885782 h 5450835"/>
              <a:gd name="connsiteX11698" fmla="*/ 4583749 w 10450132"/>
              <a:gd name="connsiteY11698" fmla="*/ 885321 h 5450835"/>
              <a:gd name="connsiteX11699" fmla="*/ 4579218 w 10450132"/>
              <a:gd name="connsiteY11699" fmla="*/ 877440 h 5450835"/>
              <a:gd name="connsiteX11700" fmla="*/ 4579218 w 10450132"/>
              <a:gd name="connsiteY11700" fmla="*/ 876587 h 5450835"/>
              <a:gd name="connsiteX11701" fmla="*/ 4583749 w 10450132"/>
              <a:gd name="connsiteY11701" fmla="*/ 868705 h 5450835"/>
              <a:gd name="connsiteX11702" fmla="*/ 4584538 w 10450132"/>
              <a:gd name="connsiteY11702" fmla="*/ 868247 h 5450835"/>
              <a:gd name="connsiteX11703" fmla="*/ 2803909 w 10450132"/>
              <a:gd name="connsiteY11703" fmla="*/ 868245 h 5450835"/>
              <a:gd name="connsiteX11704" fmla="*/ 2812974 w 10450132"/>
              <a:gd name="connsiteY11704" fmla="*/ 868245 h 5450835"/>
              <a:gd name="connsiteX11705" fmla="*/ 2813763 w 10450132"/>
              <a:gd name="connsiteY11705" fmla="*/ 868705 h 5450835"/>
              <a:gd name="connsiteX11706" fmla="*/ 2818293 w 10450132"/>
              <a:gd name="connsiteY11706" fmla="*/ 876587 h 5450835"/>
              <a:gd name="connsiteX11707" fmla="*/ 2818293 w 10450132"/>
              <a:gd name="connsiteY11707" fmla="*/ 877440 h 5450835"/>
              <a:gd name="connsiteX11708" fmla="*/ 2813763 w 10450132"/>
              <a:gd name="connsiteY11708" fmla="*/ 885321 h 5450835"/>
              <a:gd name="connsiteX11709" fmla="*/ 2812974 w 10450132"/>
              <a:gd name="connsiteY11709" fmla="*/ 885782 h 5450835"/>
              <a:gd name="connsiteX11710" fmla="*/ 2803909 w 10450132"/>
              <a:gd name="connsiteY11710" fmla="*/ 885782 h 5450835"/>
              <a:gd name="connsiteX11711" fmla="*/ 2803120 w 10450132"/>
              <a:gd name="connsiteY11711" fmla="*/ 885321 h 5450835"/>
              <a:gd name="connsiteX11712" fmla="*/ 2798588 w 10450132"/>
              <a:gd name="connsiteY11712" fmla="*/ 877440 h 5450835"/>
              <a:gd name="connsiteX11713" fmla="*/ 2798588 w 10450132"/>
              <a:gd name="connsiteY11713" fmla="*/ 876587 h 5450835"/>
              <a:gd name="connsiteX11714" fmla="*/ 2803120 w 10450132"/>
              <a:gd name="connsiteY11714" fmla="*/ 868705 h 5450835"/>
              <a:gd name="connsiteX11715" fmla="*/ 2803909 w 10450132"/>
              <a:gd name="connsiteY11715" fmla="*/ 868245 h 5450835"/>
              <a:gd name="connsiteX11716" fmla="*/ 6110888 w 10450132"/>
              <a:gd name="connsiteY11716" fmla="*/ 868238 h 5450835"/>
              <a:gd name="connsiteX11717" fmla="*/ 6119953 w 10450132"/>
              <a:gd name="connsiteY11717" fmla="*/ 868238 h 5450835"/>
              <a:gd name="connsiteX11718" fmla="*/ 6120740 w 10450132"/>
              <a:gd name="connsiteY11718" fmla="*/ 868698 h 5450835"/>
              <a:gd name="connsiteX11719" fmla="*/ 6125272 w 10450132"/>
              <a:gd name="connsiteY11719" fmla="*/ 876578 h 5450835"/>
              <a:gd name="connsiteX11720" fmla="*/ 6125272 w 10450132"/>
              <a:gd name="connsiteY11720" fmla="*/ 877432 h 5450835"/>
              <a:gd name="connsiteX11721" fmla="*/ 6120740 w 10450132"/>
              <a:gd name="connsiteY11721" fmla="*/ 885315 h 5450835"/>
              <a:gd name="connsiteX11722" fmla="*/ 6119953 w 10450132"/>
              <a:gd name="connsiteY11722" fmla="*/ 885774 h 5450835"/>
              <a:gd name="connsiteX11723" fmla="*/ 6110888 w 10450132"/>
              <a:gd name="connsiteY11723" fmla="*/ 885774 h 5450835"/>
              <a:gd name="connsiteX11724" fmla="*/ 6110101 w 10450132"/>
              <a:gd name="connsiteY11724" fmla="*/ 885315 h 5450835"/>
              <a:gd name="connsiteX11725" fmla="*/ 6105567 w 10450132"/>
              <a:gd name="connsiteY11725" fmla="*/ 877432 h 5450835"/>
              <a:gd name="connsiteX11726" fmla="*/ 6105567 w 10450132"/>
              <a:gd name="connsiteY11726" fmla="*/ 876578 h 5450835"/>
              <a:gd name="connsiteX11727" fmla="*/ 6110101 w 10450132"/>
              <a:gd name="connsiteY11727" fmla="*/ 868698 h 5450835"/>
              <a:gd name="connsiteX11728" fmla="*/ 6110888 w 10450132"/>
              <a:gd name="connsiteY11728" fmla="*/ 868238 h 5450835"/>
              <a:gd name="connsiteX11729" fmla="*/ 3058346 w 10450132"/>
              <a:gd name="connsiteY11729" fmla="*/ 868237 h 5450835"/>
              <a:gd name="connsiteX11730" fmla="*/ 3067410 w 10450132"/>
              <a:gd name="connsiteY11730" fmla="*/ 868237 h 5450835"/>
              <a:gd name="connsiteX11731" fmla="*/ 3068199 w 10450132"/>
              <a:gd name="connsiteY11731" fmla="*/ 868694 h 5450835"/>
              <a:gd name="connsiteX11732" fmla="*/ 3072730 w 10450132"/>
              <a:gd name="connsiteY11732" fmla="*/ 876577 h 5450835"/>
              <a:gd name="connsiteX11733" fmla="*/ 3072730 w 10450132"/>
              <a:gd name="connsiteY11733" fmla="*/ 877430 h 5450835"/>
              <a:gd name="connsiteX11734" fmla="*/ 3068199 w 10450132"/>
              <a:gd name="connsiteY11734" fmla="*/ 885311 h 5450835"/>
              <a:gd name="connsiteX11735" fmla="*/ 3067410 w 10450132"/>
              <a:gd name="connsiteY11735" fmla="*/ 885772 h 5450835"/>
              <a:gd name="connsiteX11736" fmla="*/ 3058346 w 10450132"/>
              <a:gd name="connsiteY11736" fmla="*/ 885772 h 5450835"/>
              <a:gd name="connsiteX11737" fmla="*/ 3057558 w 10450132"/>
              <a:gd name="connsiteY11737" fmla="*/ 885311 h 5450835"/>
              <a:gd name="connsiteX11738" fmla="*/ 3053025 w 10450132"/>
              <a:gd name="connsiteY11738" fmla="*/ 877430 h 5450835"/>
              <a:gd name="connsiteX11739" fmla="*/ 3053025 w 10450132"/>
              <a:gd name="connsiteY11739" fmla="*/ 876577 h 5450835"/>
              <a:gd name="connsiteX11740" fmla="*/ 3057558 w 10450132"/>
              <a:gd name="connsiteY11740" fmla="*/ 868694 h 5450835"/>
              <a:gd name="connsiteX11741" fmla="*/ 3058346 w 10450132"/>
              <a:gd name="connsiteY11741" fmla="*/ 868237 h 5450835"/>
              <a:gd name="connsiteX11742" fmla="*/ 10435622 w 10450132"/>
              <a:gd name="connsiteY11742" fmla="*/ 868231 h 5450835"/>
              <a:gd name="connsiteX11743" fmla="*/ 10444686 w 10450132"/>
              <a:gd name="connsiteY11743" fmla="*/ 868231 h 5450835"/>
              <a:gd name="connsiteX11744" fmla="*/ 10445474 w 10450132"/>
              <a:gd name="connsiteY11744" fmla="*/ 868693 h 5450835"/>
              <a:gd name="connsiteX11745" fmla="*/ 10450007 w 10450132"/>
              <a:gd name="connsiteY11745" fmla="*/ 876574 h 5450835"/>
              <a:gd name="connsiteX11746" fmla="*/ 10450007 w 10450132"/>
              <a:gd name="connsiteY11746" fmla="*/ 877426 h 5450835"/>
              <a:gd name="connsiteX11747" fmla="*/ 10445474 w 10450132"/>
              <a:gd name="connsiteY11747" fmla="*/ 885308 h 5450835"/>
              <a:gd name="connsiteX11748" fmla="*/ 10444686 w 10450132"/>
              <a:gd name="connsiteY11748" fmla="*/ 885771 h 5450835"/>
              <a:gd name="connsiteX11749" fmla="*/ 10435622 w 10450132"/>
              <a:gd name="connsiteY11749" fmla="*/ 885771 h 5450835"/>
              <a:gd name="connsiteX11750" fmla="*/ 10434834 w 10450132"/>
              <a:gd name="connsiteY11750" fmla="*/ 885308 h 5450835"/>
              <a:gd name="connsiteX11751" fmla="*/ 10430302 w 10450132"/>
              <a:gd name="connsiteY11751" fmla="*/ 877426 h 5450835"/>
              <a:gd name="connsiteX11752" fmla="*/ 10430302 w 10450132"/>
              <a:gd name="connsiteY11752" fmla="*/ 876574 h 5450835"/>
              <a:gd name="connsiteX11753" fmla="*/ 10434834 w 10450132"/>
              <a:gd name="connsiteY11753" fmla="*/ 868693 h 5450835"/>
              <a:gd name="connsiteX11754" fmla="*/ 10435622 w 10450132"/>
              <a:gd name="connsiteY11754" fmla="*/ 868231 h 5450835"/>
              <a:gd name="connsiteX11755" fmla="*/ 8400511 w 10450132"/>
              <a:gd name="connsiteY11755" fmla="*/ 868228 h 5450835"/>
              <a:gd name="connsiteX11756" fmla="*/ 8409575 w 10450132"/>
              <a:gd name="connsiteY11756" fmla="*/ 868228 h 5450835"/>
              <a:gd name="connsiteX11757" fmla="*/ 8410363 w 10450132"/>
              <a:gd name="connsiteY11757" fmla="*/ 868691 h 5450835"/>
              <a:gd name="connsiteX11758" fmla="*/ 8414896 w 10450132"/>
              <a:gd name="connsiteY11758" fmla="*/ 876570 h 5450835"/>
              <a:gd name="connsiteX11759" fmla="*/ 8414896 w 10450132"/>
              <a:gd name="connsiteY11759" fmla="*/ 877424 h 5450835"/>
              <a:gd name="connsiteX11760" fmla="*/ 8410363 w 10450132"/>
              <a:gd name="connsiteY11760" fmla="*/ 885307 h 5450835"/>
              <a:gd name="connsiteX11761" fmla="*/ 8409575 w 10450132"/>
              <a:gd name="connsiteY11761" fmla="*/ 885766 h 5450835"/>
              <a:gd name="connsiteX11762" fmla="*/ 8400511 w 10450132"/>
              <a:gd name="connsiteY11762" fmla="*/ 885766 h 5450835"/>
              <a:gd name="connsiteX11763" fmla="*/ 8399723 w 10450132"/>
              <a:gd name="connsiteY11763" fmla="*/ 885307 h 5450835"/>
              <a:gd name="connsiteX11764" fmla="*/ 8395191 w 10450132"/>
              <a:gd name="connsiteY11764" fmla="*/ 877424 h 5450835"/>
              <a:gd name="connsiteX11765" fmla="*/ 8395191 w 10450132"/>
              <a:gd name="connsiteY11765" fmla="*/ 876570 h 5450835"/>
              <a:gd name="connsiteX11766" fmla="*/ 8399723 w 10450132"/>
              <a:gd name="connsiteY11766" fmla="*/ 868691 h 5450835"/>
              <a:gd name="connsiteX11767" fmla="*/ 8400511 w 10450132"/>
              <a:gd name="connsiteY11767" fmla="*/ 868228 h 5450835"/>
              <a:gd name="connsiteX11768" fmla="*/ 4330157 w 10450132"/>
              <a:gd name="connsiteY11768" fmla="*/ 868228 h 5450835"/>
              <a:gd name="connsiteX11769" fmla="*/ 4339222 w 10450132"/>
              <a:gd name="connsiteY11769" fmla="*/ 868228 h 5450835"/>
              <a:gd name="connsiteX11770" fmla="*/ 4340010 w 10450132"/>
              <a:gd name="connsiteY11770" fmla="*/ 868688 h 5450835"/>
              <a:gd name="connsiteX11771" fmla="*/ 4344540 w 10450132"/>
              <a:gd name="connsiteY11771" fmla="*/ 876567 h 5450835"/>
              <a:gd name="connsiteX11772" fmla="*/ 4344540 w 10450132"/>
              <a:gd name="connsiteY11772" fmla="*/ 877422 h 5450835"/>
              <a:gd name="connsiteX11773" fmla="*/ 4340010 w 10450132"/>
              <a:gd name="connsiteY11773" fmla="*/ 885304 h 5450835"/>
              <a:gd name="connsiteX11774" fmla="*/ 4339222 w 10450132"/>
              <a:gd name="connsiteY11774" fmla="*/ 885765 h 5450835"/>
              <a:gd name="connsiteX11775" fmla="*/ 4330157 w 10450132"/>
              <a:gd name="connsiteY11775" fmla="*/ 885765 h 5450835"/>
              <a:gd name="connsiteX11776" fmla="*/ 4329369 w 10450132"/>
              <a:gd name="connsiteY11776" fmla="*/ 885304 h 5450835"/>
              <a:gd name="connsiteX11777" fmla="*/ 4324836 w 10450132"/>
              <a:gd name="connsiteY11777" fmla="*/ 877422 h 5450835"/>
              <a:gd name="connsiteX11778" fmla="*/ 4324836 w 10450132"/>
              <a:gd name="connsiteY11778" fmla="*/ 876567 h 5450835"/>
              <a:gd name="connsiteX11779" fmla="*/ 4329369 w 10450132"/>
              <a:gd name="connsiteY11779" fmla="*/ 868688 h 5450835"/>
              <a:gd name="connsiteX11780" fmla="*/ 4330157 w 10450132"/>
              <a:gd name="connsiteY11780" fmla="*/ 868228 h 5450835"/>
              <a:gd name="connsiteX11781" fmla="*/ 9418035 w 10450132"/>
              <a:gd name="connsiteY11781" fmla="*/ 868224 h 5450835"/>
              <a:gd name="connsiteX11782" fmla="*/ 9427099 w 10450132"/>
              <a:gd name="connsiteY11782" fmla="*/ 868224 h 5450835"/>
              <a:gd name="connsiteX11783" fmla="*/ 9427887 w 10450132"/>
              <a:gd name="connsiteY11783" fmla="*/ 868682 h 5450835"/>
              <a:gd name="connsiteX11784" fmla="*/ 9432419 w 10450132"/>
              <a:gd name="connsiteY11784" fmla="*/ 876564 h 5450835"/>
              <a:gd name="connsiteX11785" fmla="*/ 9432419 w 10450132"/>
              <a:gd name="connsiteY11785" fmla="*/ 877417 h 5450835"/>
              <a:gd name="connsiteX11786" fmla="*/ 9427887 w 10450132"/>
              <a:gd name="connsiteY11786" fmla="*/ 885298 h 5450835"/>
              <a:gd name="connsiteX11787" fmla="*/ 9427099 w 10450132"/>
              <a:gd name="connsiteY11787" fmla="*/ 885761 h 5450835"/>
              <a:gd name="connsiteX11788" fmla="*/ 9418035 w 10450132"/>
              <a:gd name="connsiteY11788" fmla="*/ 885761 h 5450835"/>
              <a:gd name="connsiteX11789" fmla="*/ 9417247 w 10450132"/>
              <a:gd name="connsiteY11789" fmla="*/ 885298 h 5450835"/>
              <a:gd name="connsiteX11790" fmla="*/ 9412714 w 10450132"/>
              <a:gd name="connsiteY11790" fmla="*/ 877417 h 5450835"/>
              <a:gd name="connsiteX11791" fmla="*/ 9412714 w 10450132"/>
              <a:gd name="connsiteY11791" fmla="*/ 876564 h 5450835"/>
              <a:gd name="connsiteX11792" fmla="*/ 9417247 w 10450132"/>
              <a:gd name="connsiteY11792" fmla="*/ 868682 h 5450835"/>
              <a:gd name="connsiteX11793" fmla="*/ 9418035 w 10450132"/>
              <a:gd name="connsiteY11793" fmla="*/ 868224 h 5450835"/>
              <a:gd name="connsiteX11794" fmla="*/ 5347746 w 10450132"/>
              <a:gd name="connsiteY11794" fmla="*/ 868217 h 5450835"/>
              <a:gd name="connsiteX11795" fmla="*/ 5356810 w 10450132"/>
              <a:gd name="connsiteY11795" fmla="*/ 868217 h 5450835"/>
              <a:gd name="connsiteX11796" fmla="*/ 5357598 w 10450132"/>
              <a:gd name="connsiteY11796" fmla="*/ 868675 h 5450835"/>
              <a:gd name="connsiteX11797" fmla="*/ 5362130 w 10450132"/>
              <a:gd name="connsiteY11797" fmla="*/ 876558 h 5450835"/>
              <a:gd name="connsiteX11798" fmla="*/ 5362130 w 10450132"/>
              <a:gd name="connsiteY11798" fmla="*/ 877411 h 5450835"/>
              <a:gd name="connsiteX11799" fmla="*/ 5357598 w 10450132"/>
              <a:gd name="connsiteY11799" fmla="*/ 885291 h 5450835"/>
              <a:gd name="connsiteX11800" fmla="*/ 5356810 w 10450132"/>
              <a:gd name="connsiteY11800" fmla="*/ 885752 h 5450835"/>
              <a:gd name="connsiteX11801" fmla="*/ 5347746 w 10450132"/>
              <a:gd name="connsiteY11801" fmla="*/ 885752 h 5450835"/>
              <a:gd name="connsiteX11802" fmla="*/ 5346958 w 10450132"/>
              <a:gd name="connsiteY11802" fmla="*/ 885291 h 5450835"/>
              <a:gd name="connsiteX11803" fmla="*/ 5342425 w 10450132"/>
              <a:gd name="connsiteY11803" fmla="*/ 877411 h 5450835"/>
              <a:gd name="connsiteX11804" fmla="*/ 5342425 w 10450132"/>
              <a:gd name="connsiteY11804" fmla="*/ 876558 h 5450835"/>
              <a:gd name="connsiteX11805" fmla="*/ 5346958 w 10450132"/>
              <a:gd name="connsiteY11805" fmla="*/ 868675 h 5450835"/>
              <a:gd name="connsiteX11806" fmla="*/ 5347746 w 10450132"/>
              <a:gd name="connsiteY11806" fmla="*/ 868217 h 5450835"/>
              <a:gd name="connsiteX11807" fmla="*/ 1023112 w 10450132"/>
              <a:gd name="connsiteY11807" fmla="*/ 868217 h 5450835"/>
              <a:gd name="connsiteX11808" fmla="*/ 1032177 w 10450132"/>
              <a:gd name="connsiteY11808" fmla="*/ 868217 h 5450835"/>
              <a:gd name="connsiteX11809" fmla="*/ 1032965 w 10450132"/>
              <a:gd name="connsiteY11809" fmla="*/ 868678 h 5450835"/>
              <a:gd name="connsiteX11810" fmla="*/ 1037495 w 10450132"/>
              <a:gd name="connsiteY11810" fmla="*/ 876559 h 5450835"/>
              <a:gd name="connsiteX11811" fmla="*/ 1037495 w 10450132"/>
              <a:gd name="connsiteY11811" fmla="*/ 877412 h 5450835"/>
              <a:gd name="connsiteX11812" fmla="*/ 1032965 w 10450132"/>
              <a:gd name="connsiteY11812" fmla="*/ 885294 h 5450835"/>
              <a:gd name="connsiteX11813" fmla="*/ 1032177 w 10450132"/>
              <a:gd name="connsiteY11813" fmla="*/ 885754 h 5450835"/>
              <a:gd name="connsiteX11814" fmla="*/ 1023112 w 10450132"/>
              <a:gd name="connsiteY11814" fmla="*/ 885754 h 5450835"/>
              <a:gd name="connsiteX11815" fmla="*/ 1022325 w 10450132"/>
              <a:gd name="connsiteY11815" fmla="*/ 885294 h 5450835"/>
              <a:gd name="connsiteX11816" fmla="*/ 1017790 w 10450132"/>
              <a:gd name="connsiteY11816" fmla="*/ 877412 h 5450835"/>
              <a:gd name="connsiteX11817" fmla="*/ 1017790 w 10450132"/>
              <a:gd name="connsiteY11817" fmla="*/ 876559 h 5450835"/>
              <a:gd name="connsiteX11818" fmla="*/ 1022325 w 10450132"/>
              <a:gd name="connsiteY11818" fmla="*/ 868678 h 5450835"/>
              <a:gd name="connsiteX11819" fmla="*/ 1023112 w 10450132"/>
              <a:gd name="connsiteY11819" fmla="*/ 868217 h 5450835"/>
              <a:gd name="connsiteX11820" fmla="*/ 768660 w 10450132"/>
              <a:gd name="connsiteY11820" fmla="*/ 868215 h 5450835"/>
              <a:gd name="connsiteX11821" fmla="*/ 777724 w 10450132"/>
              <a:gd name="connsiteY11821" fmla="*/ 868215 h 5450835"/>
              <a:gd name="connsiteX11822" fmla="*/ 778512 w 10450132"/>
              <a:gd name="connsiteY11822" fmla="*/ 868674 h 5450835"/>
              <a:gd name="connsiteX11823" fmla="*/ 783044 w 10450132"/>
              <a:gd name="connsiteY11823" fmla="*/ 876556 h 5450835"/>
              <a:gd name="connsiteX11824" fmla="*/ 783044 w 10450132"/>
              <a:gd name="connsiteY11824" fmla="*/ 877409 h 5450835"/>
              <a:gd name="connsiteX11825" fmla="*/ 778512 w 10450132"/>
              <a:gd name="connsiteY11825" fmla="*/ 885291 h 5450835"/>
              <a:gd name="connsiteX11826" fmla="*/ 777724 w 10450132"/>
              <a:gd name="connsiteY11826" fmla="*/ 885751 h 5450835"/>
              <a:gd name="connsiteX11827" fmla="*/ 768660 w 10450132"/>
              <a:gd name="connsiteY11827" fmla="*/ 885751 h 5450835"/>
              <a:gd name="connsiteX11828" fmla="*/ 767872 w 10450132"/>
              <a:gd name="connsiteY11828" fmla="*/ 885291 h 5450835"/>
              <a:gd name="connsiteX11829" fmla="*/ 763339 w 10450132"/>
              <a:gd name="connsiteY11829" fmla="*/ 877409 h 5450835"/>
              <a:gd name="connsiteX11830" fmla="*/ 763339 w 10450132"/>
              <a:gd name="connsiteY11830" fmla="*/ 876556 h 5450835"/>
              <a:gd name="connsiteX11831" fmla="*/ 767872 w 10450132"/>
              <a:gd name="connsiteY11831" fmla="*/ 868674 h 5450835"/>
              <a:gd name="connsiteX11832" fmla="*/ 768660 w 10450132"/>
              <a:gd name="connsiteY11832" fmla="*/ 868215 h 5450835"/>
              <a:gd name="connsiteX11833" fmla="*/ 8146065 w 10450132"/>
              <a:gd name="connsiteY11833" fmla="*/ 868208 h 5450835"/>
              <a:gd name="connsiteX11834" fmla="*/ 8155129 w 10450132"/>
              <a:gd name="connsiteY11834" fmla="*/ 868208 h 5450835"/>
              <a:gd name="connsiteX11835" fmla="*/ 8155917 w 10450132"/>
              <a:gd name="connsiteY11835" fmla="*/ 868667 h 5450835"/>
              <a:gd name="connsiteX11836" fmla="*/ 8160449 w 10450132"/>
              <a:gd name="connsiteY11836" fmla="*/ 876547 h 5450835"/>
              <a:gd name="connsiteX11837" fmla="*/ 8160449 w 10450132"/>
              <a:gd name="connsiteY11837" fmla="*/ 877401 h 5450835"/>
              <a:gd name="connsiteX11838" fmla="*/ 8155917 w 10450132"/>
              <a:gd name="connsiteY11838" fmla="*/ 885283 h 5450835"/>
              <a:gd name="connsiteX11839" fmla="*/ 8155129 w 10450132"/>
              <a:gd name="connsiteY11839" fmla="*/ 885744 h 5450835"/>
              <a:gd name="connsiteX11840" fmla="*/ 8146065 w 10450132"/>
              <a:gd name="connsiteY11840" fmla="*/ 885744 h 5450835"/>
              <a:gd name="connsiteX11841" fmla="*/ 8145277 w 10450132"/>
              <a:gd name="connsiteY11841" fmla="*/ 885283 h 5450835"/>
              <a:gd name="connsiteX11842" fmla="*/ 8140745 w 10450132"/>
              <a:gd name="connsiteY11842" fmla="*/ 877401 h 5450835"/>
              <a:gd name="connsiteX11843" fmla="*/ 8140745 w 10450132"/>
              <a:gd name="connsiteY11843" fmla="*/ 876547 h 5450835"/>
              <a:gd name="connsiteX11844" fmla="*/ 8145277 w 10450132"/>
              <a:gd name="connsiteY11844" fmla="*/ 868667 h 5450835"/>
              <a:gd name="connsiteX11845" fmla="*/ 8146065 w 10450132"/>
              <a:gd name="connsiteY11845" fmla="*/ 868208 h 5450835"/>
              <a:gd name="connsiteX11846" fmla="*/ 7637304 w 10450132"/>
              <a:gd name="connsiteY11846" fmla="*/ 868208 h 5450835"/>
              <a:gd name="connsiteX11847" fmla="*/ 7646367 w 10450132"/>
              <a:gd name="connsiteY11847" fmla="*/ 868208 h 5450835"/>
              <a:gd name="connsiteX11848" fmla="*/ 7647156 w 10450132"/>
              <a:gd name="connsiteY11848" fmla="*/ 868667 h 5450835"/>
              <a:gd name="connsiteX11849" fmla="*/ 7651687 w 10450132"/>
              <a:gd name="connsiteY11849" fmla="*/ 876548 h 5450835"/>
              <a:gd name="connsiteX11850" fmla="*/ 7651687 w 10450132"/>
              <a:gd name="connsiteY11850" fmla="*/ 877403 h 5450835"/>
              <a:gd name="connsiteX11851" fmla="*/ 7647156 w 10450132"/>
              <a:gd name="connsiteY11851" fmla="*/ 885284 h 5450835"/>
              <a:gd name="connsiteX11852" fmla="*/ 7646367 w 10450132"/>
              <a:gd name="connsiteY11852" fmla="*/ 885744 h 5450835"/>
              <a:gd name="connsiteX11853" fmla="*/ 7637304 w 10450132"/>
              <a:gd name="connsiteY11853" fmla="*/ 885744 h 5450835"/>
              <a:gd name="connsiteX11854" fmla="*/ 7636516 w 10450132"/>
              <a:gd name="connsiteY11854" fmla="*/ 885284 h 5450835"/>
              <a:gd name="connsiteX11855" fmla="*/ 7631983 w 10450132"/>
              <a:gd name="connsiteY11855" fmla="*/ 877403 h 5450835"/>
              <a:gd name="connsiteX11856" fmla="*/ 7631983 w 10450132"/>
              <a:gd name="connsiteY11856" fmla="*/ 876548 h 5450835"/>
              <a:gd name="connsiteX11857" fmla="*/ 7636516 w 10450132"/>
              <a:gd name="connsiteY11857" fmla="*/ 868667 h 5450835"/>
              <a:gd name="connsiteX11858" fmla="*/ 7637304 w 10450132"/>
              <a:gd name="connsiteY11858" fmla="*/ 868208 h 5450835"/>
              <a:gd name="connsiteX11859" fmla="*/ 1277462 w 10450132"/>
              <a:gd name="connsiteY11859" fmla="*/ 868201 h 5450835"/>
              <a:gd name="connsiteX11860" fmla="*/ 1286526 w 10450132"/>
              <a:gd name="connsiteY11860" fmla="*/ 868201 h 5450835"/>
              <a:gd name="connsiteX11861" fmla="*/ 1287315 w 10450132"/>
              <a:gd name="connsiteY11861" fmla="*/ 868661 h 5450835"/>
              <a:gd name="connsiteX11862" fmla="*/ 1291847 w 10450132"/>
              <a:gd name="connsiteY11862" fmla="*/ 876543 h 5450835"/>
              <a:gd name="connsiteX11863" fmla="*/ 1291847 w 10450132"/>
              <a:gd name="connsiteY11863" fmla="*/ 877397 h 5450835"/>
              <a:gd name="connsiteX11864" fmla="*/ 1287315 w 10450132"/>
              <a:gd name="connsiteY11864" fmla="*/ 885278 h 5450835"/>
              <a:gd name="connsiteX11865" fmla="*/ 1286526 w 10450132"/>
              <a:gd name="connsiteY11865" fmla="*/ 885739 h 5450835"/>
              <a:gd name="connsiteX11866" fmla="*/ 1277462 w 10450132"/>
              <a:gd name="connsiteY11866" fmla="*/ 885739 h 5450835"/>
              <a:gd name="connsiteX11867" fmla="*/ 1276673 w 10450132"/>
              <a:gd name="connsiteY11867" fmla="*/ 885278 h 5450835"/>
              <a:gd name="connsiteX11868" fmla="*/ 1272141 w 10450132"/>
              <a:gd name="connsiteY11868" fmla="*/ 877397 h 5450835"/>
              <a:gd name="connsiteX11869" fmla="*/ 1272141 w 10450132"/>
              <a:gd name="connsiteY11869" fmla="*/ 876543 h 5450835"/>
              <a:gd name="connsiteX11870" fmla="*/ 1276673 w 10450132"/>
              <a:gd name="connsiteY11870" fmla="*/ 868661 h 5450835"/>
              <a:gd name="connsiteX11871" fmla="*/ 1277462 w 10450132"/>
              <a:gd name="connsiteY11871" fmla="*/ 868201 h 5450835"/>
              <a:gd name="connsiteX11872" fmla="*/ 259872 w 10450132"/>
              <a:gd name="connsiteY11872" fmla="*/ 868200 h 5450835"/>
              <a:gd name="connsiteX11873" fmla="*/ 268936 w 10450132"/>
              <a:gd name="connsiteY11873" fmla="*/ 868200 h 5450835"/>
              <a:gd name="connsiteX11874" fmla="*/ 269724 w 10450132"/>
              <a:gd name="connsiteY11874" fmla="*/ 868661 h 5450835"/>
              <a:gd name="connsiteX11875" fmla="*/ 274256 w 10450132"/>
              <a:gd name="connsiteY11875" fmla="*/ 876541 h 5450835"/>
              <a:gd name="connsiteX11876" fmla="*/ 274256 w 10450132"/>
              <a:gd name="connsiteY11876" fmla="*/ 877394 h 5450835"/>
              <a:gd name="connsiteX11877" fmla="*/ 269724 w 10450132"/>
              <a:gd name="connsiteY11877" fmla="*/ 885277 h 5450835"/>
              <a:gd name="connsiteX11878" fmla="*/ 268936 w 10450132"/>
              <a:gd name="connsiteY11878" fmla="*/ 885737 h 5450835"/>
              <a:gd name="connsiteX11879" fmla="*/ 259872 w 10450132"/>
              <a:gd name="connsiteY11879" fmla="*/ 885737 h 5450835"/>
              <a:gd name="connsiteX11880" fmla="*/ 259083 w 10450132"/>
              <a:gd name="connsiteY11880" fmla="*/ 885277 h 5450835"/>
              <a:gd name="connsiteX11881" fmla="*/ 254552 w 10450132"/>
              <a:gd name="connsiteY11881" fmla="*/ 877394 h 5450835"/>
              <a:gd name="connsiteX11882" fmla="*/ 254552 w 10450132"/>
              <a:gd name="connsiteY11882" fmla="*/ 876541 h 5450835"/>
              <a:gd name="connsiteX11883" fmla="*/ 259083 w 10450132"/>
              <a:gd name="connsiteY11883" fmla="*/ 868661 h 5450835"/>
              <a:gd name="connsiteX11884" fmla="*/ 259872 w 10450132"/>
              <a:gd name="connsiteY11884" fmla="*/ 868200 h 5450835"/>
              <a:gd name="connsiteX11885" fmla="*/ 514249 w 10450132"/>
              <a:gd name="connsiteY11885" fmla="*/ 868198 h 5450835"/>
              <a:gd name="connsiteX11886" fmla="*/ 523311 w 10450132"/>
              <a:gd name="connsiteY11886" fmla="*/ 868198 h 5450835"/>
              <a:gd name="connsiteX11887" fmla="*/ 524101 w 10450132"/>
              <a:gd name="connsiteY11887" fmla="*/ 868659 h 5450835"/>
              <a:gd name="connsiteX11888" fmla="*/ 528631 w 10450132"/>
              <a:gd name="connsiteY11888" fmla="*/ 876539 h 5450835"/>
              <a:gd name="connsiteX11889" fmla="*/ 528631 w 10450132"/>
              <a:gd name="connsiteY11889" fmla="*/ 877393 h 5450835"/>
              <a:gd name="connsiteX11890" fmla="*/ 524101 w 10450132"/>
              <a:gd name="connsiteY11890" fmla="*/ 885275 h 5450835"/>
              <a:gd name="connsiteX11891" fmla="*/ 523311 w 10450132"/>
              <a:gd name="connsiteY11891" fmla="*/ 885734 h 5450835"/>
              <a:gd name="connsiteX11892" fmla="*/ 514249 w 10450132"/>
              <a:gd name="connsiteY11892" fmla="*/ 885734 h 5450835"/>
              <a:gd name="connsiteX11893" fmla="*/ 513461 w 10450132"/>
              <a:gd name="connsiteY11893" fmla="*/ 885275 h 5450835"/>
              <a:gd name="connsiteX11894" fmla="*/ 508928 w 10450132"/>
              <a:gd name="connsiteY11894" fmla="*/ 877393 h 5450835"/>
              <a:gd name="connsiteX11895" fmla="*/ 508928 w 10450132"/>
              <a:gd name="connsiteY11895" fmla="*/ 876539 h 5450835"/>
              <a:gd name="connsiteX11896" fmla="*/ 513461 w 10450132"/>
              <a:gd name="connsiteY11896" fmla="*/ 868659 h 5450835"/>
              <a:gd name="connsiteX11897" fmla="*/ 514249 w 10450132"/>
              <a:gd name="connsiteY11897" fmla="*/ 868198 h 5450835"/>
              <a:gd name="connsiteX11898" fmla="*/ 2040651 w 10450132"/>
              <a:gd name="connsiteY11898" fmla="*/ 868197 h 5450835"/>
              <a:gd name="connsiteX11899" fmla="*/ 2049715 w 10450132"/>
              <a:gd name="connsiteY11899" fmla="*/ 868197 h 5450835"/>
              <a:gd name="connsiteX11900" fmla="*/ 2050503 w 10450132"/>
              <a:gd name="connsiteY11900" fmla="*/ 868658 h 5450835"/>
              <a:gd name="connsiteX11901" fmla="*/ 2055035 w 10450132"/>
              <a:gd name="connsiteY11901" fmla="*/ 876538 h 5450835"/>
              <a:gd name="connsiteX11902" fmla="*/ 2055035 w 10450132"/>
              <a:gd name="connsiteY11902" fmla="*/ 877393 h 5450835"/>
              <a:gd name="connsiteX11903" fmla="*/ 2050503 w 10450132"/>
              <a:gd name="connsiteY11903" fmla="*/ 885273 h 5450835"/>
              <a:gd name="connsiteX11904" fmla="*/ 2049715 w 10450132"/>
              <a:gd name="connsiteY11904" fmla="*/ 885734 h 5450835"/>
              <a:gd name="connsiteX11905" fmla="*/ 2040651 w 10450132"/>
              <a:gd name="connsiteY11905" fmla="*/ 885734 h 5450835"/>
              <a:gd name="connsiteX11906" fmla="*/ 2039863 w 10450132"/>
              <a:gd name="connsiteY11906" fmla="*/ 885273 h 5450835"/>
              <a:gd name="connsiteX11907" fmla="*/ 2035328 w 10450132"/>
              <a:gd name="connsiteY11907" fmla="*/ 877393 h 5450835"/>
              <a:gd name="connsiteX11908" fmla="*/ 2035328 w 10450132"/>
              <a:gd name="connsiteY11908" fmla="*/ 876538 h 5450835"/>
              <a:gd name="connsiteX11909" fmla="*/ 2039863 w 10450132"/>
              <a:gd name="connsiteY11909" fmla="*/ 868658 h 5450835"/>
              <a:gd name="connsiteX11910" fmla="*/ 2040651 w 10450132"/>
              <a:gd name="connsiteY11910" fmla="*/ 868197 h 5450835"/>
              <a:gd name="connsiteX11911" fmla="*/ 5856508 w 10450132"/>
              <a:gd name="connsiteY11911" fmla="*/ 868193 h 5450835"/>
              <a:gd name="connsiteX11912" fmla="*/ 5865571 w 10450132"/>
              <a:gd name="connsiteY11912" fmla="*/ 868193 h 5450835"/>
              <a:gd name="connsiteX11913" fmla="*/ 5866359 w 10450132"/>
              <a:gd name="connsiteY11913" fmla="*/ 868653 h 5450835"/>
              <a:gd name="connsiteX11914" fmla="*/ 5870891 w 10450132"/>
              <a:gd name="connsiteY11914" fmla="*/ 876535 h 5450835"/>
              <a:gd name="connsiteX11915" fmla="*/ 5870891 w 10450132"/>
              <a:gd name="connsiteY11915" fmla="*/ 877386 h 5450835"/>
              <a:gd name="connsiteX11916" fmla="*/ 5866359 w 10450132"/>
              <a:gd name="connsiteY11916" fmla="*/ 885269 h 5450835"/>
              <a:gd name="connsiteX11917" fmla="*/ 5865571 w 10450132"/>
              <a:gd name="connsiteY11917" fmla="*/ 885731 h 5450835"/>
              <a:gd name="connsiteX11918" fmla="*/ 5856508 w 10450132"/>
              <a:gd name="connsiteY11918" fmla="*/ 885731 h 5450835"/>
              <a:gd name="connsiteX11919" fmla="*/ 5855720 w 10450132"/>
              <a:gd name="connsiteY11919" fmla="*/ 885269 h 5450835"/>
              <a:gd name="connsiteX11920" fmla="*/ 5851187 w 10450132"/>
              <a:gd name="connsiteY11920" fmla="*/ 877386 h 5450835"/>
              <a:gd name="connsiteX11921" fmla="*/ 5851187 w 10450132"/>
              <a:gd name="connsiteY11921" fmla="*/ 876535 h 5450835"/>
              <a:gd name="connsiteX11922" fmla="*/ 5855720 w 10450132"/>
              <a:gd name="connsiteY11922" fmla="*/ 868653 h 5450835"/>
              <a:gd name="connsiteX11923" fmla="*/ 5856508 w 10450132"/>
              <a:gd name="connsiteY11923" fmla="*/ 868193 h 5450835"/>
              <a:gd name="connsiteX11924" fmla="*/ 4838919 w 10450132"/>
              <a:gd name="connsiteY11924" fmla="*/ 868187 h 5450835"/>
              <a:gd name="connsiteX11925" fmla="*/ 4847982 w 10450132"/>
              <a:gd name="connsiteY11925" fmla="*/ 868187 h 5450835"/>
              <a:gd name="connsiteX11926" fmla="*/ 4848772 w 10450132"/>
              <a:gd name="connsiteY11926" fmla="*/ 868649 h 5450835"/>
              <a:gd name="connsiteX11927" fmla="*/ 4853303 w 10450132"/>
              <a:gd name="connsiteY11927" fmla="*/ 876529 h 5450835"/>
              <a:gd name="connsiteX11928" fmla="*/ 4853303 w 10450132"/>
              <a:gd name="connsiteY11928" fmla="*/ 877383 h 5450835"/>
              <a:gd name="connsiteX11929" fmla="*/ 4848772 w 10450132"/>
              <a:gd name="connsiteY11929" fmla="*/ 885265 h 5450835"/>
              <a:gd name="connsiteX11930" fmla="*/ 4847982 w 10450132"/>
              <a:gd name="connsiteY11930" fmla="*/ 885724 h 5450835"/>
              <a:gd name="connsiteX11931" fmla="*/ 4838919 w 10450132"/>
              <a:gd name="connsiteY11931" fmla="*/ 885724 h 5450835"/>
              <a:gd name="connsiteX11932" fmla="*/ 4838132 w 10450132"/>
              <a:gd name="connsiteY11932" fmla="*/ 885265 h 5450835"/>
              <a:gd name="connsiteX11933" fmla="*/ 4833598 w 10450132"/>
              <a:gd name="connsiteY11933" fmla="*/ 877383 h 5450835"/>
              <a:gd name="connsiteX11934" fmla="*/ 4833598 w 10450132"/>
              <a:gd name="connsiteY11934" fmla="*/ 876529 h 5450835"/>
              <a:gd name="connsiteX11935" fmla="*/ 4838132 w 10450132"/>
              <a:gd name="connsiteY11935" fmla="*/ 868649 h 5450835"/>
              <a:gd name="connsiteX11936" fmla="*/ 4838919 w 10450132"/>
              <a:gd name="connsiteY11936" fmla="*/ 868187 h 5450835"/>
              <a:gd name="connsiteX11937" fmla="*/ 3821382 w 10450132"/>
              <a:gd name="connsiteY11937" fmla="*/ 868186 h 5450835"/>
              <a:gd name="connsiteX11938" fmla="*/ 3830447 w 10450132"/>
              <a:gd name="connsiteY11938" fmla="*/ 868186 h 5450835"/>
              <a:gd name="connsiteX11939" fmla="*/ 3831236 w 10450132"/>
              <a:gd name="connsiteY11939" fmla="*/ 868644 h 5450835"/>
              <a:gd name="connsiteX11940" fmla="*/ 3835768 w 10450132"/>
              <a:gd name="connsiteY11940" fmla="*/ 876527 h 5450835"/>
              <a:gd name="connsiteX11941" fmla="*/ 3835768 w 10450132"/>
              <a:gd name="connsiteY11941" fmla="*/ 877381 h 5450835"/>
              <a:gd name="connsiteX11942" fmla="*/ 3831236 w 10450132"/>
              <a:gd name="connsiteY11942" fmla="*/ 885261 h 5450835"/>
              <a:gd name="connsiteX11943" fmla="*/ 3830447 w 10450132"/>
              <a:gd name="connsiteY11943" fmla="*/ 885722 h 5450835"/>
              <a:gd name="connsiteX11944" fmla="*/ 3821382 w 10450132"/>
              <a:gd name="connsiteY11944" fmla="*/ 885722 h 5450835"/>
              <a:gd name="connsiteX11945" fmla="*/ 3820594 w 10450132"/>
              <a:gd name="connsiteY11945" fmla="*/ 885261 h 5450835"/>
              <a:gd name="connsiteX11946" fmla="*/ 3816063 w 10450132"/>
              <a:gd name="connsiteY11946" fmla="*/ 877381 h 5450835"/>
              <a:gd name="connsiteX11947" fmla="*/ 3816063 w 10450132"/>
              <a:gd name="connsiteY11947" fmla="*/ 876527 h 5450835"/>
              <a:gd name="connsiteX11948" fmla="*/ 3820594 w 10450132"/>
              <a:gd name="connsiteY11948" fmla="*/ 868644 h 5450835"/>
              <a:gd name="connsiteX11949" fmla="*/ 3821382 w 10450132"/>
              <a:gd name="connsiteY11949" fmla="*/ 868186 h 5450835"/>
              <a:gd name="connsiteX11950" fmla="*/ 8909274 w 10450132"/>
              <a:gd name="connsiteY11950" fmla="*/ 868180 h 5450835"/>
              <a:gd name="connsiteX11951" fmla="*/ 8918336 w 10450132"/>
              <a:gd name="connsiteY11951" fmla="*/ 868180 h 5450835"/>
              <a:gd name="connsiteX11952" fmla="*/ 8919125 w 10450132"/>
              <a:gd name="connsiteY11952" fmla="*/ 868641 h 5450835"/>
              <a:gd name="connsiteX11953" fmla="*/ 8923657 w 10450132"/>
              <a:gd name="connsiteY11953" fmla="*/ 876521 h 5450835"/>
              <a:gd name="connsiteX11954" fmla="*/ 8923657 w 10450132"/>
              <a:gd name="connsiteY11954" fmla="*/ 877375 h 5450835"/>
              <a:gd name="connsiteX11955" fmla="*/ 8919125 w 10450132"/>
              <a:gd name="connsiteY11955" fmla="*/ 885258 h 5450835"/>
              <a:gd name="connsiteX11956" fmla="*/ 8918336 w 10450132"/>
              <a:gd name="connsiteY11956" fmla="*/ 885717 h 5450835"/>
              <a:gd name="connsiteX11957" fmla="*/ 8909274 w 10450132"/>
              <a:gd name="connsiteY11957" fmla="*/ 885717 h 5450835"/>
              <a:gd name="connsiteX11958" fmla="*/ 8908484 w 10450132"/>
              <a:gd name="connsiteY11958" fmla="*/ 885258 h 5450835"/>
              <a:gd name="connsiteX11959" fmla="*/ 8903953 w 10450132"/>
              <a:gd name="connsiteY11959" fmla="*/ 877375 h 5450835"/>
              <a:gd name="connsiteX11960" fmla="*/ 8903953 w 10450132"/>
              <a:gd name="connsiteY11960" fmla="*/ 876521 h 5450835"/>
              <a:gd name="connsiteX11961" fmla="*/ 8908484 w 10450132"/>
              <a:gd name="connsiteY11961" fmla="*/ 868641 h 5450835"/>
              <a:gd name="connsiteX11962" fmla="*/ 8909274 w 10450132"/>
              <a:gd name="connsiteY11962" fmla="*/ 868180 h 5450835"/>
              <a:gd name="connsiteX11963" fmla="*/ 6619714 w 10450132"/>
              <a:gd name="connsiteY11963" fmla="*/ 868175 h 5450835"/>
              <a:gd name="connsiteX11964" fmla="*/ 6628778 w 10450132"/>
              <a:gd name="connsiteY11964" fmla="*/ 868175 h 5450835"/>
              <a:gd name="connsiteX11965" fmla="*/ 6629566 w 10450132"/>
              <a:gd name="connsiteY11965" fmla="*/ 868635 h 5450835"/>
              <a:gd name="connsiteX11966" fmla="*/ 6634099 w 10450132"/>
              <a:gd name="connsiteY11966" fmla="*/ 876515 h 5450835"/>
              <a:gd name="connsiteX11967" fmla="*/ 6634099 w 10450132"/>
              <a:gd name="connsiteY11967" fmla="*/ 877370 h 5450835"/>
              <a:gd name="connsiteX11968" fmla="*/ 6629566 w 10450132"/>
              <a:gd name="connsiteY11968" fmla="*/ 885250 h 5450835"/>
              <a:gd name="connsiteX11969" fmla="*/ 6628778 w 10450132"/>
              <a:gd name="connsiteY11969" fmla="*/ 885711 h 5450835"/>
              <a:gd name="connsiteX11970" fmla="*/ 6619714 w 10450132"/>
              <a:gd name="connsiteY11970" fmla="*/ 885711 h 5450835"/>
              <a:gd name="connsiteX11971" fmla="*/ 6618926 w 10450132"/>
              <a:gd name="connsiteY11971" fmla="*/ 885250 h 5450835"/>
              <a:gd name="connsiteX11972" fmla="*/ 6614394 w 10450132"/>
              <a:gd name="connsiteY11972" fmla="*/ 877370 h 5450835"/>
              <a:gd name="connsiteX11973" fmla="*/ 6614394 w 10450132"/>
              <a:gd name="connsiteY11973" fmla="*/ 876515 h 5450835"/>
              <a:gd name="connsiteX11974" fmla="*/ 6618926 w 10450132"/>
              <a:gd name="connsiteY11974" fmla="*/ 868635 h 5450835"/>
              <a:gd name="connsiteX11975" fmla="*/ 6619714 w 10450132"/>
              <a:gd name="connsiteY11975" fmla="*/ 868175 h 5450835"/>
              <a:gd name="connsiteX11976" fmla="*/ 6874095 w 10450132"/>
              <a:gd name="connsiteY11976" fmla="*/ 868173 h 5450835"/>
              <a:gd name="connsiteX11977" fmla="*/ 6883159 w 10450132"/>
              <a:gd name="connsiteY11977" fmla="*/ 868173 h 5450835"/>
              <a:gd name="connsiteX11978" fmla="*/ 6883947 w 10450132"/>
              <a:gd name="connsiteY11978" fmla="*/ 868632 h 5450835"/>
              <a:gd name="connsiteX11979" fmla="*/ 6888480 w 10450132"/>
              <a:gd name="connsiteY11979" fmla="*/ 876514 h 5450835"/>
              <a:gd name="connsiteX11980" fmla="*/ 6888480 w 10450132"/>
              <a:gd name="connsiteY11980" fmla="*/ 877368 h 5450835"/>
              <a:gd name="connsiteX11981" fmla="*/ 6883947 w 10450132"/>
              <a:gd name="connsiteY11981" fmla="*/ 885250 h 5450835"/>
              <a:gd name="connsiteX11982" fmla="*/ 6883159 w 10450132"/>
              <a:gd name="connsiteY11982" fmla="*/ 885710 h 5450835"/>
              <a:gd name="connsiteX11983" fmla="*/ 6874095 w 10450132"/>
              <a:gd name="connsiteY11983" fmla="*/ 885710 h 5450835"/>
              <a:gd name="connsiteX11984" fmla="*/ 6873307 w 10450132"/>
              <a:gd name="connsiteY11984" fmla="*/ 885250 h 5450835"/>
              <a:gd name="connsiteX11985" fmla="*/ 6868775 w 10450132"/>
              <a:gd name="connsiteY11985" fmla="*/ 877368 h 5450835"/>
              <a:gd name="connsiteX11986" fmla="*/ 6868775 w 10450132"/>
              <a:gd name="connsiteY11986" fmla="*/ 876514 h 5450835"/>
              <a:gd name="connsiteX11987" fmla="*/ 6873307 w 10450132"/>
              <a:gd name="connsiteY11987" fmla="*/ 868632 h 5450835"/>
              <a:gd name="connsiteX11988" fmla="*/ 6874095 w 10450132"/>
              <a:gd name="connsiteY11988" fmla="*/ 868173 h 5450835"/>
              <a:gd name="connsiteX11989" fmla="*/ 9163654 w 10450132"/>
              <a:gd name="connsiteY11989" fmla="*/ 868170 h 5450835"/>
              <a:gd name="connsiteX11990" fmla="*/ 9172718 w 10450132"/>
              <a:gd name="connsiteY11990" fmla="*/ 868170 h 5450835"/>
              <a:gd name="connsiteX11991" fmla="*/ 9173506 w 10450132"/>
              <a:gd name="connsiteY11991" fmla="*/ 868631 h 5450835"/>
              <a:gd name="connsiteX11992" fmla="*/ 9178038 w 10450132"/>
              <a:gd name="connsiteY11992" fmla="*/ 876512 h 5450835"/>
              <a:gd name="connsiteX11993" fmla="*/ 9178038 w 10450132"/>
              <a:gd name="connsiteY11993" fmla="*/ 877365 h 5450835"/>
              <a:gd name="connsiteX11994" fmla="*/ 9173506 w 10450132"/>
              <a:gd name="connsiteY11994" fmla="*/ 885247 h 5450835"/>
              <a:gd name="connsiteX11995" fmla="*/ 9172718 w 10450132"/>
              <a:gd name="connsiteY11995" fmla="*/ 885708 h 5450835"/>
              <a:gd name="connsiteX11996" fmla="*/ 9163654 w 10450132"/>
              <a:gd name="connsiteY11996" fmla="*/ 885708 h 5450835"/>
              <a:gd name="connsiteX11997" fmla="*/ 9162866 w 10450132"/>
              <a:gd name="connsiteY11997" fmla="*/ 885247 h 5450835"/>
              <a:gd name="connsiteX11998" fmla="*/ 9158333 w 10450132"/>
              <a:gd name="connsiteY11998" fmla="*/ 877365 h 5450835"/>
              <a:gd name="connsiteX11999" fmla="*/ 9158333 w 10450132"/>
              <a:gd name="connsiteY11999" fmla="*/ 876512 h 5450835"/>
              <a:gd name="connsiteX12000" fmla="*/ 9162866 w 10450132"/>
              <a:gd name="connsiteY12000" fmla="*/ 868631 h 5450835"/>
              <a:gd name="connsiteX12001" fmla="*/ 9163654 w 10450132"/>
              <a:gd name="connsiteY12001" fmla="*/ 868170 h 5450835"/>
              <a:gd name="connsiteX12002" fmla="*/ 5433 w 10450132"/>
              <a:gd name="connsiteY12002" fmla="*/ 868170 h 5450835"/>
              <a:gd name="connsiteX12003" fmla="*/ 14496 w 10450132"/>
              <a:gd name="connsiteY12003" fmla="*/ 868170 h 5450835"/>
              <a:gd name="connsiteX12004" fmla="*/ 15285 w 10450132"/>
              <a:gd name="connsiteY12004" fmla="*/ 868631 h 5450835"/>
              <a:gd name="connsiteX12005" fmla="*/ 19816 w 10450132"/>
              <a:gd name="connsiteY12005" fmla="*/ 876513 h 5450835"/>
              <a:gd name="connsiteX12006" fmla="*/ 19816 w 10450132"/>
              <a:gd name="connsiteY12006" fmla="*/ 877365 h 5450835"/>
              <a:gd name="connsiteX12007" fmla="*/ 15285 w 10450132"/>
              <a:gd name="connsiteY12007" fmla="*/ 885248 h 5450835"/>
              <a:gd name="connsiteX12008" fmla="*/ 14496 w 10450132"/>
              <a:gd name="connsiteY12008" fmla="*/ 885709 h 5450835"/>
              <a:gd name="connsiteX12009" fmla="*/ 5433 w 10450132"/>
              <a:gd name="connsiteY12009" fmla="*/ 885709 h 5450835"/>
              <a:gd name="connsiteX12010" fmla="*/ 4643 w 10450132"/>
              <a:gd name="connsiteY12010" fmla="*/ 885248 h 5450835"/>
              <a:gd name="connsiteX12011" fmla="*/ 112 w 10450132"/>
              <a:gd name="connsiteY12011" fmla="*/ 877365 h 5450835"/>
              <a:gd name="connsiteX12012" fmla="*/ 112 w 10450132"/>
              <a:gd name="connsiteY12012" fmla="*/ 876513 h 5450835"/>
              <a:gd name="connsiteX12013" fmla="*/ 4643 w 10450132"/>
              <a:gd name="connsiteY12013" fmla="*/ 868631 h 5450835"/>
              <a:gd name="connsiteX12014" fmla="*/ 5433 w 10450132"/>
              <a:gd name="connsiteY12014" fmla="*/ 868170 h 5450835"/>
              <a:gd name="connsiteX12015" fmla="*/ 2549368 w 10450132"/>
              <a:gd name="connsiteY12015" fmla="*/ 868169 h 5450835"/>
              <a:gd name="connsiteX12016" fmla="*/ 2558432 w 10450132"/>
              <a:gd name="connsiteY12016" fmla="*/ 868169 h 5450835"/>
              <a:gd name="connsiteX12017" fmla="*/ 2559219 w 10450132"/>
              <a:gd name="connsiteY12017" fmla="*/ 868630 h 5450835"/>
              <a:gd name="connsiteX12018" fmla="*/ 2563752 w 10450132"/>
              <a:gd name="connsiteY12018" fmla="*/ 876510 h 5450835"/>
              <a:gd name="connsiteX12019" fmla="*/ 2563752 w 10450132"/>
              <a:gd name="connsiteY12019" fmla="*/ 877364 h 5450835"/>
              <a:gd name="connsiteX12020" fmla="*/ 2559219 w 10450132"/>
              <a:gd name="connsiteY12020" fmla="*/ 885247 h 5450835"/>
              <a:gd name="connsiteX12021" fmla="*/ 2558432 w 10450132"/>
              <a:gd name="connsiteY12021" fmla="*/ 885707 h 5450835"/>
              <a:gd name="connsiteX12022" fmla="*/ 2549368 w 10450132"/>
              <a:gd name="connsiteY12022" fmla="*/ 885707 h 5450835"/>
              <a:gd name="connsiteX12023" fmla="*/ 2548579 w 10450132"/>
              <a:gd name="connsiteY12023" fmla="*/ 885247 h 5450835"/>
              <a:gd name="connsiteX12024" fmla="*/ 2544047 w 10450132"/>
              <a:gd name="connsiteY12024" fmla="*/ 877364 h 5450835"/>
              <a:gd name="connsiteX12025" fmla="*/ 2544047 w 10450132"/>
              <a:gd name="connsiteY12025" fmla="*/ 876510 h 5450835"/>
              <a:gd name="connsiteX12026" fmla="*/ 2548579 w 10450132"/>
              <a:gd name="connsiteY12026" fmla="*/ 868630 h 5450835"/>
              <a:gd name="connsiteX12027" fmla="*/ 2549368 w 10450132"/>
              <a:gd name="connsiteY12027" fmla="*/ 868169 h 5450835"/>
              <a:gd name="connsiteX12028" fmla="*/ 5602126 w 10450132"/>
              <a:gd name="connsiteY12028" fmla="*/ 651266 h 5450835"/>
              <a:gd name="connsiteX12029" fmla="*/ 5611191 w 10450132"/>
              <a:gd name="connsiteY12029" fmla="*/ 651266 h 5450835"/>
              <a:gd name="connsiteX12030" fmla="*/ 5611979 w 10450132"/>
              <a:gd name="connsiteY12030" fmla="*/ 651729 h 5450835"/>
              <a:gd name="connsiteX12031" fmla="*/ 5616511 w 10450132"/>
              <a:gd name="connsiteY12031" fmla="*/ 659606 h 5450835"/>
              <a:gd name="connsiteX12032" fmla="*/ 5616511 w 10450132"/>
              <a:gd name="connsiteY12032" fmla="*/ 660464 h 5450835"/>
              <a:gd name="connsiteX12033" fmla="*/ 5611979 w 10450132"/>
              <a:gd name="connsiteY12033" fmla="*/ 668349 h 5450835"/>
              <a:gd name="connsiteX12034" fmla="*/ 5611191 w 10450132"/>
              <a:gd name="connsiteY12034" fmla="*/ 668806 h 5450835"/>
              <a:gd name="connsiteX12035" fmla="*/ 5602126 w 10450132"/>
              <a:gd name="connsiteY12035" fmla="*/ 668806 h 5450835"/>
              <a:gd name="connsiteX12036" fmla="*/ 5601338 w 10450132"/>
              <a:gd name="connsiteY12036" fmla="*/ 668349 h 5450835"/>
              <a:gd name="connsiteX12037" fmla="*/ 5596807 w 10450132"/>
              <a:gd name="connsiteY12037" fmla="*/ 660464 h 5450835"/>
              <a:gd name="connsiteX12038" fmla="*/ 5596807 w 10450132"/>
              <a:gd name="connsiteY12038" fmla="*/ 659606 h 5450835"/>
              <a:gd name="connsiteX12039" fmla="*/ 5601338 w 10450132"/>
              <a:gd name="connsiteY12039" fmla="*/ 651729 h 5450835"/>
              <a:gd name="connsiteX12040" fmla="*/ 5602126 w 10450132"/>
              <a:gd name="connsiteY12040" fmla="*/ 651266 h 5450835"/>
              <a:gd name="connsiteX12041" fmla="*/ 4330157 w 10450132"/>
              <a:gd name="connsiteY12041" fmla="*/ 651262 h 5450835"/>
              <a:gd name="connsiteX12042" fmla="*/ 4339222 w 10450132"/>
              <a:gd name="connsiteY12042" fmla="*/ 651262 h 5450835"/>
              <a:gd name="connsiteX12043" fmla="*/ 4340010 w 10450132"/>
              <a:gd name="connsiteY12043" fmla="*/ 651720 h 5450835"/>
              <a:gd name="connsiteX12044" fmla="*/ 4344540 w 10450132"/>
              <a:gd name="connsiteY12044" fmla="*/ 659604 h 5450835"/>
              <a:gd name="connsiteX12045" fmla="*/ 4344540 w 10450132"/>
              <a:gd name="connsiteY12045" fmla="*/ 660459 h 5450835"/>
              <a:gd name="connsiteX12046" fmla="*/ 4340010 w 10450132"/>
              <a:gd name="connsiteY12046" fmla="*/ 668342 h 5450835"/>
              <a:gd name="connsiteX12047" fmla="*/ 4339222 w 10450132"/>
              <a:gd name="connsiteY12047" fmla="*/ 668802 h 5450835"/>
              <a:gd name="connsiteX12048" fmla="*/ 4330157 w 10450132"/>
              <a:gd name="connsiteY12048" fmla="*/ 668802 h 5450835"/>
              <a:gd name="connsiteX12049" fmla="*/ 4329369 w 10450132"/>
              <a:gd name="connsiteY12049" fmla="*/ 668342 h 5450835"/>
              <a:gd name="connsiteX12050" fmla="*/ 4324836 w 10450132"/>
              <a:gd name="connsiteY12050" fmla="*/ 660459 h 5450835"/>
              <a:gd name="connsiteX12051" fmla="*/ 4324836 w 10450132"/>
              <a:gd name="connsiteY12051" fmla="*/ 659604 h 5450835"/>
              <a:gd name="connsiteX12052" fmla="*/ 4329369 w 10450132"/>
              <a:gd name="connsiteY12052" fmla="*/ 651720 h 5450835"/>
              <a:gd name="connsiteX12053" fmla="*/ 4330157 w 10450132"/>
              <a:gd name="connsiteY12053" fmla="*/ 651262 h 5450835"/>
              <a:gd name="connsiteX12054" fmla="*/ 2295163 w 10450132"/>
              <a:gd name="connsiteY12054" fmla="*/ 651262 h 5450835"/>
              <a:gd name="connsiteX12055" fmla="*/ 2304228 w 10450132"/>
              <a:gd name="connsiteY12055" fmla="*/ 651262 h 5450835"/>
              <a:gd name="connsiteX12056" fmla="*/ 2305017 w 10450132"/>
              <a:gd name="connsiteY12056" fmla="*/ 651720 h 5450835"/>
              <a:gd name="connsiteX12057" fmla="*/ 2309548 w 10450132"/>
              <a:gd name="connsiteY12057" fmla="*/ 659604 h 5450835"/>
              <a:gd name="connsiteX12058" fmla="*/ 2309548 w 10450132"/>
              <a:gd name="connsiteY12058" fmla="*/ 660459 h 5450835"/>
              <a:gd name="connsiteX12059" fmla="*/ 2305017 w 10450132"/>
              <a:gd name="connsiteY12059" fmla="*/ 668342 h 5450835"/>
              <a:gd name="connsiteX12060" fmla="*/ 2304228 w 10450132"/>
              <a:gd name="connsiteY12060" fmla="*/ 668802 h 5450835"/>
              <a:gd name="connsiteX12061" fmla="*/ 2295163 w 10450132"/>
              <a:gd name="connsiteY12061" fmla="*/ 668802 h 5450835"/>
              <a:gd name="connsiteX12062" fmla="*/ 2294376 w 10450132"/>
              <a:gd name="connsiteY12062" fmla="*/ 668342 h 5450835"/>
              <a:gd name="connsiteX12063" fmla="*/ 2289843 w 10450132"/>
              <a:gd name="connsiteY12063" fmla="*/ 660459 h 5450835"/>
              <a:gd name="connsiteX12064" fmla="*/ 2289843 w 10450132"/>
              <a:gd name="connsiteY12064" fmla="*/ 659604 h 5450835"/>
              <a:gd name="connsiteX12065" fmla="*/ 2294376 w 10450132"/>
              <a:gd name="connsiteY12065" fmla="*/ 651720 h 5450835"/>
              <a:gd name="connsiteX12066" fmla="*/ 2295163 w 10450132"/>
              <a:gd name="connsiteY12066" fmla="*/ 651262 h 5450835"/>
              <a:gd name="connsiteX12067" fmla="*/ 7382923 w 10450132"/>
              <a:gd name="connsiteY12067" fmla="*/ 651256 h 5450835"/>
              <a:gd name="connsiteX12068" fmla="*/ 7391987 w 10450132"/>
              <a:gd name="connsiteY12068" fmla="*/ 651256 h 5450835"/>
              <a:gd name="connsiteX12069" fmla="*/ 7392775 w 10450132"/>
              <a:gd name="connsiteY12069" fmla="*/ 651718 h 5450835"/>
              <a:gd name="connsiteX12070" fmla="*/ 7397307 w 10450132"/>
              <a:gd name="connsiteY12070" fmla="*/ 659601 h 5450835"/>
              <a:gd name="connsiteX12071" fmla="*/ 7397307 w 10450132"/>
              <a:gd name="connsiteY12071" fmla="*/ 660454 h 5450835"/>
              <a:gd name="connsiteX12072" fmla="*/ 7392775 w 10450132"/>
              <a:gd name="connsiteY12072" fmla="*/ 668340 h 5450835"/>
              <a:gd name="connsiteX12073" fmla="*/ 7391987 w 10450132"/>
              <a:gd name="connsiteY12073" fmla="*/ 668797 h 5450835"/>
              <a:gd name="connsiteX12074" fmla="*/ 7382923 w 10450132"/>
              <a:gd name="connsiteY12074" fmla="*/ 668797 h 5450835"/>
              <a:gd name="connsiteX12075" fmla="*/ 7382135 w 10450132"/>
              <a:gd name="connsiteY12075" fmla="*/ 668340 h 5450835"/>
              <a:gd name="connsiteX12076" fmla="*/ 7377602 w 10450132"/>
              <a:gd name="connsiteY12076" fmla="*/ 660454 h 5450835"/>
              <a:gd name="connsiteX12077" fmla="*/ 7377602 w 10450132"/>
              <a:gd name="connsiteY12077" fmla="*/ 659601 h 5450835"/>
              <a:gd name="connsiteX12078" fmla="*/ 7382135 w 10450132"/>
              <a:gd name="connsiteY12078" fmla="*/ 651718 h 5450835"/>
              <a:gd name="connsiteX12079" fmla="*/ 7382923 w 10450132"/>
              <a:gd name="connsiteY12079" fmla="*/ 651256 h 5450835"/>
              <a:gd name="connsiteX12080" fmla="*/ 5856508 w 10450132"/>
              <a:gd name="connsiteY12080" fmla="*/ 651255 h 5450835"/>
              <a:gd name="connsiteX12081" fmla="*/ 5865571 w 10450132"/>
              <a:gd name="connsiteY12081" fmla="*/ 651255 h 5450835"/>
              <a:gd name="connsiteX12082" fmla="*/ 5866359 w 10450132"/>
              <a:gd name="connsiteY12082" fmla="*/ 651709 h 5450835"/>
              <a:gd name="connsiteX12083" fmla="*/ 5870891 w 10450132"/>
              <a:gd name="connsiteY12083" fmla="*/ 659596 h 5450835"/>
              <a:gd name="connsiteX12084" fmla="*/ 5870891 w 10450132"/>
              <a:gd name="connsiteY12084" fmla="*/ 660451 h 5450835"/>
              <a:gd name="connsiteX12085" fmla="*/ 5866359 w 10450132"/>
              <a:gd name="connsiteY12085" fmla="*/ 668332 h 5450835"/>
              <a:gd name="connsiteX12086" fmla="*/ 5865571 w 10450132"/>
              <a:gd name="connsiteY12086" fmla="*/ 668793 h 5450835"/>
              <a:gd name="connsiteX12087" fmla="*/ 5856508 w 10450132"/>
              <a:gd name="connsiteY12087" fmla="*/ 668793 h 5450835"/>
              <a:gd name="connsiteX12088" fmla="*/ 5855720 w 10450132"/>
              <a:gd name="connsiteY12088" fmla="*/ 668332 h 5450835"/>
              <a:gd name="connsiteX12089" fmla="*/ 5851187 w 10450132"/>
              <a:gd name="connsiteY12089" fmla="*/ 660451 h 5450835"/>
              <a:gd name="connsiteX12090" fmla="*/ 5851187 w 10450132"/>
              <a:gd name="connsiteY12090" fmla="*/ 659596 h 5450835"/>
              <a:gd name="connsiteX12091" fmla="*/ 5855720 w 10450132"/>
              <a:gd name="connsiteY12091" fmla="*/ 651709 h 5450835"/>
              <a:gd name="connsiteX12092" fmla="*/ 5856508 w 10450132"/>
              <a:gd name="connsiteY12092" fmla="*/ 651255 h 5450835"/>
              <a:gd name="connsiteX12093" fmla="*/ 7891684 w 10450132"/>
              <a:gd name="connsiteY12093" fmla="*/ 651245 h 5450835"/>
              <a:gd name="connsiteX12094" fmla="*/ 7900748 w 10450132"/>
              <a:gd name="connsiteY12094" fmla="*/ 651245 h 5450835"/>
              <a:gd name="connsiteX12095" fmla="*/ 7901536 w 10450132"/>
              <a:gd name="connsiteY12095" fmla="*/ 651699 h 5450835"/>
              <a:gd name="connsiteX12096" fmla="*/ 7906067 w 10450132"/>
              <a:gd name="connsiteY12096" fmla="*/ 659583 h 5450835"/>
              <a:gd name="connsiteX12097" fmla="*/ 7906067 w 10450132"/>
              <a:gd name="connsiteY12097" fmla="*/ 660438 h 5450835"/>
              <a:gd name="connsiteX12098" fmla="*/ 7901536 w 10450132"/>
              <a:gd name="connsiteY12098" fmla="*/ 668321 h 5450835"/>
              <a:gd name="connsiteX12099" fmla="*/ 7900748 w 10450132"/>
              <a:gd name="connsiteY12099" fmla="*/ 668781 h 5450835"/>
              <a:gd name="connsiteX12100" fmla="*/ 7891684 w 10450132"/>
              <a:gd name="connsiteY12100" fmla="*/ 668781 h 5450835"/>
              <a:gd name="connsiteX12101" fmla="*/ 7890896 w 10450132"/>
              <a:gd name="connsiteY12101" fmla="*/ 668321 h 5450835"/>
              <a:gd name="connsiteX12102" fmla="*/ 7886363 w 10450132"/>
              <a:gd name="connsiteY12102" fmla="*/ 660438 h 5450835"/>
              <a:gd name="connsiteX12103" fmla="*/ 7886363 w 10450132"/>
              <a:gd name="connsiteY12103" fmla="*/ 659583 h 5450835"/>
              <a:gd name="connsiteX12104" fmla="*/ 7890896 w 10450132"/>
              <a:gd name="connsiteY12104" fmla="*/ 651699 h 5450835"/>
              <a:gd name="connsiteX12105" fmla="*/ 7891684 w 10450132"/>
              <a:gd name="connsiteY12105" fmla="*/ 651245 h 5450835"/>
              <a:gd name="connsiteX12106" fmla="*/ 259979 w 10450132"/>
              <a:gd name="connsiteY12106" fmla="*/ 651245 h 5450835"/>
              <a:gd name="connsiteX12107" fmla="*/ 269042 w 10450132"/>
              <a:gd name="connsiteY12107" fmla="*/ 651245 h 5450835"/>
              <a:gd name="connsiteX12108" fmla="*/ 269047 w 10450132"/>
              <a:gd name="connsiteY12108" fmla="*/ 651246 h 5450835"/>
              <a:gd name="connsiteX12109" fmla="*/ 269048 w 10450132"/>
              <a:gd name="connsiteY12109" fmla="*/ 651246 h 5450835"/>
              <a:gd name="connsiteX12110" fmla="*/ 269836 w 10450132"/>
              <a:gd name="connsiteY12110" fmla="*/ 651707 h 5450835"/>
              <a:gd name="connsiteX12111" fmla="*/ 274368 w 10450132"/>
              <a:gd name="connsiteY12111" fmla="*/ 659586 h 5450835"/>
              <a:gd name="connsiteX12112" fmla="*/ 274368 w 10450132"/>
              <a:gd name="connsiteY12112" fmla="*/ 660441 h 5450835"/>
              <a:gd name="connsiteX12113" fmla="*/ 269836 w 10450132"/>
              <a:gd name="connsiteY12113" fmla="*/ 668328 h 5450835"/>
              <a:gd name="connsiteX12114" fmla="*/ 269048 w 10450132"/>
              <a:gd name="connsiteY12114" fmla="*/ 668785 h 5450835"/>
              <a:gd name="connsiteX12115" fmla="*/ 259984 w 10450132"/>
              <a:gd name="connsiteY12115" fmla="*/ 668785 h 5450835"/>
              <a:gd name="connsiteX12116" fmla="*/ 259979 w 10450132"/>
              <a:gd name="connsiteY12116" fmla="*/ 668781 h 5450835"/>
              <a:gd name="connsiteX12117" fmla="*/ 259189 w 10450132"/>
              <a:gd name="connsiteY12117" fmla="*/ 668324 h 5450835"/>
              <a:gd name="connsiteX12118" fmla="*/ 254658 w 10450132"/>
              <a:gd name="connsiteY12118" fmla="*/ 660438 h 5450835"/>
              <a:gd name="connsiteX12119" fmla="*/ 254658 w 10450132"/>
              <a:gd name="connsiteY12119" fmla="*/ 659586 h 5450835"/>
              <a:gd name="connsiteX12120" fmla="*/ 259189 w 10450132"/>
              <a:gd name="connsiteY12120" fmla="*/ 651706 h 5450835"/>
              <a:gd name="connsiteX12121" fmla="*/ 259979 w 10450132"/>
              <a:gd name="connsiteY12121" fmla="*/ 651245 h 5450835"/>
              <a:gd name="connsiteX12122" fmla="*/ 3821551 w 10450132"/>
              <a:gd name="connsiteY12122" fmla="*/ 651241 h 5450835"/>
              <a:gd name="connsiteX12123" fmla="*/ 3830617 w 10450132"/>
              <a:gd name="connsiteY12123" fmla="*/ 651241 h 5450835"/>
              <a:gd name="connsiteX12124" fmla="*/ 3831407 w 10450132"/>
              <a:gd name="connsiteY12124" fmla="*/ 651699 h 5450835"/>
              <a:gd name="connsiteX12125" fmla="*/ 3835939 w 10450132"/>
              <a:gd name="connsiteY12125" fmla="*/ 659583 h 5450835"/>
              <a:gd name="connsiteX12126" fmla="*/ 3835939 w 10450132"/>
              <a:gd name="connsiteY12126" fmla="*/ 660431 h 5450835"/>
              <a:gd name="connsiteX12127" fmla="*/ 3831407 w 10450132"/>
              <a:gd name="connsiteY12127" fmla="*/ 668318 h 5450835"/>
              <a:gd name="connsiteX12128" fmla="*/ 3830617 w 10450132"/>
              <a:gd name="connsiteY12128" fmla="*/ 668778 h 5450835"/>
              <a:gd name="connsiteX12129" fmla="*/ 3821551 w 10450132"/>
              <a:gd name="connsiteY12129" fmla="*/ 668778 h 5450835"/>
              <a:gd name="connsiteX12130" fmla="*/ 3820764 w 10450132"/>
              <a:gd name="connsiteY12130" fmla="*/ 668318 h 5450835"/>
              <a:gd name="connsiteX12131" fmla="*/ 3816231 w 10450132"/>
              <a:gd name="connsiteY12131" fmla="*/ 660431 h 5450835"/>
              <a:gd name="connsiteX12132" fmla="*/ 3816231 w 10450132"/>
              <a:gd name="connsiteY12132" fmla="*/ 659583 h 5450835"/>
              <a:gd name="connsiteX12133" fmla="*/ 3820764 w 10450132"/>
              <a:gd name="connsiteY12133" fmla="*/ 651699 h 5450835"/>
              <a:gd name="connsiteX12134" fmla="*/ 3821551 w 10450132"/>
              <a:gd name="connsiteY12134" fmla="*/ 651241 h 5450835"/>
              <a:gd name="connsiteX12135" fmla="*/ 8909274 w 10450132"/>
              <a:gd name="connsiteY12135" fmla="*/ 651233 h 5450835"/>
              <a:gd name="connsiteX12136" fmla="*/ 8918336 w 10450132"/>
              <a:gd name="connsiteY12136" fmla="*/ 651233 h 5450835"/>
              <a:gd name="connsiteX12137" fmla="*/ 8919125 w 10450132"/>
              <a:gd name="connsiteY12137" fmla="*/ 651695 h 5450835"/>
              <a:gd name="connsiteX12138" fmla="*/ 8923657 w 10450132"/>
              <a:gd name="connsiteY12138" fmla="*/ 659575 h 5450835"/>
              <a:gd name="connsiteX12139" fmla="*/ 8923657 w 10450132"/>
              <a:gd name="connsiteY12139" fmla="*/ 660428 h 5450835"/>
              <a:gd name="connsiteX12140" fmla="*/ 8919125 w 10450132"/>
              <a:gd name="connsiteY12140" fmla="*/ 668314 h 5450835"/>
              <a:gd name="connsiteX12141" fmla="*/ 8918336 w 10450132"/>
              <a:gd name="connsiteY12141" fmla="*/ 668773 h 5450835"/>
              <a:gd name="connsiteX12142" fmla="*/ 8909274 w 10450132"/>
              <a:gd name="connsiteY12142" fmla="*/ 668773 h 5450835"/>
              <a:gd name="connsiteX12143" fmla="*/ 8908484 w 10450132"/>
              <a:gd name="connsiteY12143" fmla="*/ 668314 h 5450835"/>
              <a:gd name="connsiteX12144" fmla="*/ 8903953 w 10450132"/>
              <a:gd name="connsiteY12144" fmla="*/ 660428 h 5450835"/>
              <a:gd name="connsiteX12145" fmla="*/ 8903953 w 10450132"/>
              <a:gd name="connsiteY12145" fmla="*/ 659575 h 5450835"/>
              <a:gd name="connsiteX12146" fmla="*/ 8908484 w 10450132"/>
              <a:gd name="connsiteY12146" fmla="*/ 651695 h 5450835"/>
              <a:gd name="connsiteX12147" fmla="*/ 8909274 w 10450132"/>
              <a:gd name="connsiteY12147" fmla="*/ 651233 h 5450835"/>
              <a:gd name="connsiteX12148" fmla="*/ 6110888 w 10450132"/>
              <a:gd name="connsiteY12148" fmla="*/ 651233 h 5450835"/>
              <a:gd name="connsiteX12149" fmla="*/ 6119953 w 10450132"/>
              <a:gd name="connsiteY12149" fmla="*/ 651233 h 5450835"/>
              <a:gd name="connsiteX12150" fmla="*/ 6120740 w 10450132"/>
              <a:gd name="connsiteY12150" fmla="*/ 651692 h 5450835"/>
              <a:gd name="connsiteX12151" fmla="*/ 6125272 w 10450132"/>
              <a:gd name="connsiteY12151" fmla="*/ 659575 h 5450835"/>
              <a:gd name="connsiteX12152" fmla="*/ 6125272 w 10450132"/>
              <a:gd name="connsiteY12152" fmla="*/ 660428 h 5450835"/>
              <a:gd name="connsiteX12153" fmla="*/ 6120740 w 10450132"/>
              <a:gd name="connsiteY12153" fmla="*/ 668311 h 5450835"/>
              <a:gd name="connsiteX12154" fmla="*/ 6119953 w 10450132"/>
              <a:gd name="connsiteY12154" fmla="*/ 668773 h 5450835"/>
              <a:gd name="connsiteX12155" fmla="*/ 6110888 w 10450132"/>
              <a:gd name="connsiteY12155" fmla="*/ 668773 h 5450835"/>
              <a:gd name="connsiteX12156" fmla="*/ 6110101 w 10450132"/>
              <a:gd name="connsiteY12156" fmla="*/ 668311 h 5450835"/>
              <a:gd name="connsiteX12157" fmla="*/ 6105567 w 10450132"/>
              <a:gd name="connsiteY12157" fmla="*/ 660428 h 5450835"/>
              <a:gd name="connsiteX12158" fmla="*/ 6105567 w 10450132"/>
              <a:gd name="connsiteY12158" fmla="*/ 659575 h 5450835"/>
              <a:gd name="connsiteX12159" fmla="*/ 6110101 w 10450132"/>
              <a:gd name="connsiteY12159" fmla="*/ 651692 h 5450835"/>
              <a:gd name="connsiteX12160" fmla="*/ 6110888 w 10450132"/>
              <a:gd name="connsiteY12160" fmla="*/ 651233 h 5450835"/>
              <a:gd name="connsiteX12161" fmla="*/ 5347746 w 10450132"/>
              <a:gd name="connsiteY12161" fmla="*/ 651233 h 5450835"/>
              <a:gd name="connsiteX12162" fmla="*/ 5356810 w 10450132"/>
              <a:gd name="connsiteY12162" fmla="*/ 651233 h 5450835"/>
              <a:gd name="connsiteX12163" fmla="*/ 5357598 w 10450132"/>
              <a:gd name="connsiteY12163" fmla="*/ 651695 h 5450835"/>
              <a:gd name="connsiteX12164" fmla="*/ 5362130 w 10450132"/>
              <a:gd name="connsiteY12164" fmla="*/ 659575 h 5450835"/>
              <a:gd name="connsiteX12165" fmla="*/ 5362130 w 10450132"/>
              <a:gd name="connsiteY12165" fmla="*/ 660428 h 5450835"/>
              <a:gd name="connsiteX12166" fmla="*/ 5357598 w 10450132"/>
              <a:gd name="connsiteY12166" fmla="*/ 668314 h 5450835"/>
              <a:gd name="connsiteX12167" fmla="*/ 5356810 w 10450132"/>
              <a:gd name="connsiteY12167" fmla="*/ 668773 h 5450835"/>
              <a:gd name="connsiteX12168" fmla="*/ 5347746 w 10450132"/>
              <a:gd name="connsiteY12168" fmla="*/ 668773 h 5450835"/>
              <a:gd name="connsiteX12169" fmla="*/ 5346958 w 10450132"/>
              <a:gd name="connsiteY12169" fmla="*/ 668314 h 5450835"/>
              <a:gd name="connsiteX12170" fmla="*/ 5342425 w 10450132"/>
              <a:gd name="connsiteY12170" fmla="*/ 660428 h 5450835"/>
              <a:gd name="connsiteX12171" fmla="*/ 5342425 w 10450132"/>
              <a:gd name="connsiteY12171" fmla="*/ 659575 h 5450835"/>
              <a:gd name="connsiteX12172" fmla="*/ 5346958 w 10450132"/>
              <a:gd name="connsiteY12172" fmla="*/ 651695 h 5450835"/>
              <a:gd name="connsiteX12173" fmla="*/ 5347746 w 10450132"/>
              <a:gd name="connsiteY12173" fmla="*/ 651233 h 5450835"/>
              <a:gd name="connsiteX12174" fmla="*/ 8654892 w 10450132"/>
              <a:gd name="connsiteY12174" fmla="*/ 651223 h 5450835"/>
              <a:gd name="connsiteX12175" fmla="*/ 8663955 w 10450132"/>
              <a:gd name="connsiteY12175" fmla="*/ 651223 h 5450835"/>
              <a:gd name="connsiteX12176" fmla="*/ 8664744 w 10450132"/>
              <a:gd name="connsiteY12176" fmla="*/ 651685 h 5450835"/>
              <a:gd name="connsiteX12177" fmla="*/ 8669277 w 10450132"/>
              <a:gd name="connsiteY12177" fmla="*/ 659565 h 5450835"/>
              <a:gd name="connsiteX12178" fmla="*/ 8669277 w 10450132"/>
              <a:gd name="connsiteY12178" fmla="*/ 660421 h 5450835"/>
              <a:gd name="connsiteX12179" fmla="*/ 8664744 w 10450132"/>
              <a:gd name="connsiteY12179" fmla="*/ 668304 h 5450835"/>
              <a:gd name="connsiteX12180" fmla="*/ 8663955 w 10450132"/>
              <a:gd name="connsiteY12180" fmla="*/ 668764 h 5450835"/>
              <a:gd name="connsiteX12181" fmla="*/ 8654892 w 10450132"/>
              <a:gd name="connsiteY12181" fmla="*/ 668764 h 5450835"/>
              <a:gd name="connsiteX12182" fmla="*/ 8654104 w 10450132"/>
              <a:gd name="connsiteY12182" fmla="*/ 668304 h 5450835"/>
              <a:gd name="connsiteX12183" fmla="*/ 8649572 w 10450132"/>
              <a:gd name="connsiteY12183" fmla="*/ 660421 h 5450835"/>
              <a:gd name="connsiteX12184" fmla="*/ 8649572 w 10450132"/>
              <a:gd name="connsiteY12184" fmla="*/ 659565 h 5450835"/>
              <a:gd name="connsiteX12185" fmla="*/ 8654104 w 10450132"/>
              <a:gd name="connsiteY12185" fmla="*/ 651685 h 5450835"/>
              <a:gd name="connsiteX12186" fmla="*/ 8654892 w 10450132"/>
              <a:gd name="connsiteY12186" fmla="*/ 651223 h 5450835"/>
              <a:gd name="connsiteX12187" fmla="*/ 5493 w 10450132"/>
              <a:gd name="connsiteY12187" fmla="*/ 651223 h 5450835"/>
              <a:gd name="connsiteX12188" fmla="*/ 14556 w 10450132"/>
              <a:gd name="connsiteY12188" fmla="*/ 651223 h 5450835"/>
              <a:gd name="connsiteX12189" fmla="*/ 14559 w 10450132"/>
              <a:gd name="connsiteY12189" fmla="*/ 651223 h 5450835"/>
              <a:gd name="connsiteX12190" fmla="*/ 14624 w 10450132"/>
              <a:gd name="connsiteY12190" fmla="*/ 651223 h 5450835"/>
              <a:gd name="connsiteX12191" fmla="*/ 15412 w 10450132"/>
              <a:gd name="connsiteY12191" fmla="*/ 651685 h 5450835"/>
              <a:gd name="connsiteX12192" fmla="*/ 19944 w 10450132"/>
              <a:gd name="connsiteY12192" fmla="*/ 659565 h 5450835"/>
              <a:gd name="connsiteX12193" fmla="*/ 19944 w 10450132"/>
              <a:gd name="connsiteY12193" fmla="*/ 660421 h 5450835"/>
              <a:gd name="connsiteX12194" fmla="*/ 15412 w 10450132"/>
              <a:gd name="connsiteY12194" fmla="*/ 668304 h 5450835"/>
              <a:gd name="connsiteX12195" fmla="*/ 14624 w 10450132"/>
              <a:gd name="connsiteY12195" fmla="*/ 668764 h 5450835"/>
              <a:gd name="connsiteX12196" fmla="*/ 5561 w 10450132"/>
              <a:gd name="connsiteY12196" fmla="*/ 668764 h 5450835"/>
              <a:gd name="connsiteX12197" fmla="*/ 5559 w 10450132"/>
              <a:gd name="connsiteY12197" fmla="*/ 668764 h 5450835"/>
              <a:gd name="connsiteX12198" fmla="*/ 5493 w 10450132"/>
              <a:gd name="connsiteY12198" fmla="*/ 668764 h 5450835"/>
              <a:gd name="connsiteX12199" fmla="*/ 4705 w 10450132"/>
              <a:gd name="connsiteY12199" fmla="*/ 668304 h 5450835"/>
              <a:gd name="connsiteX12200" fmla="*/ 173 w 10450132"/>
              <a:gd name="connsiteY12200" fmla="*/ 660421 h 5450835"/>
              <a:gd name="connsiteX12201" fmla="*/ 173 w 10450132"/>
              <a:gd name="connsiteY12201" fmla="*/ 659565 h 5450835"/>
              <a:gd name="connsiteX12202" fmla="*/ 4705 w 10450132"/>
              <a:gd name="connsiteY12202" fmla="*/ 651685 h 5450835"/>
              <a:gd name="connsiteX12203" fmla="*/ 5493 w 10450132"/>
              <a:gd name="connsiteY12203" fmla="*/ 651223 h 5450835"/>
              <a:gd name="connsiteX12204" fmla="*/ 3567119 w 10450132"/>
              <a:gd name="connsiteY12204" fmla="*/ 651222 h 5450835"/>
              <a:gd name="connsiteX12205" fmla="*/ 3576182 w 10450132"/>
              <a:gd name="connsiteY12205" fmla="*/ 651222 h 5450835"/>
              <a:gd name="connsiteX12206" fmla="*/ 3576971 w 10450132"/>
              <a:gd name="connsiteY12206" fmla="*/ 651682 h 5450835"/>
              <a:gd name="connsiteX12207" fmla="*/ 3581503 w 10450132"/>
              <a:gd name="connsiteY12207" fmla="*/ 659565 h 5450835"/>
              <a:gd name="connsiteX12208" fmla="*/ 3581503 w 10450132"/>
              <a:gd name="connsiteY12208" fmla="*/ 660421 h 5450835"/>
              <a:gd name="connsiteX12209" fmla="*/ 3576971 w 10450132"/>
              <a:gd name="connsiteY12209" fmla="*/ 668302 h 5450835"/>
              <a:gd name="connsiteX12210" fmla="*/ 3576182 w 10450132"/>
              <a:gd name="connsiteY12210" fmla="*/ 668764 h 5450835"/>
              <a:gd name="connsiteX12211" fmla="*/ 3567119 w 10450132"/>
              <a:gd name="connsiteY12211" fmla="*/ 668764 h 5450835"/>
              <a:gd name="connsiteX12212" fmla="*/ 3566331 w 10450132"/>
              <a:gd name="connsiteY12212" fmla="*/ 668302 h 5450835"/>
              <a:gd name="connsiteX12213" fmla="*/ 3561796 w 10450132"/>
              <a:gd name="connsiteY12213" fmla="*/ 660421 h 5450835"/>
              <a:gd name="connsiteX12214" fmla="*/ 3561796 w 10450132"/>
              <a:gd name="connsiteY12214" fmla="*/ 659565 h 5450835"/>
              <a:gd name="connsiteX12215" fmla="*/ 3566331 w 10450132"/>
              <a:gd name="connsiteY12215" fmla="*/ 651682 h 5450835"/>
              <a:gd name="connsiteX12216" fmla="*/ 3567119 w 10450132"/>
              <a:gd name="connsiteY12216" fmla="*/ 651222 h 5450835"/>
              <a:gd name="connsiteX12217" fmla="*/ 7637304 w 10450132"/>
              <a:gd name="connsiteY12217" fmla="*/ 651214 h 5450835"/>
              <a:gd name="connsiteX12218" fmla="*/ 7646367 w 10450132"/>
              <a:gd name="connsiteY12218" fmla="*/ 651214 h 5450835"/>
              <a:gd name="connsiteX12219" fmla="*/ 7647156 w 10450132"/>
              <a:gd name="connsiteY12219" fmla="*/ 651678 h 5450835"/>
              <a:gd name="connsiteX12220" fmla="*/ 7651687 w 10450132"/>
              <a:gd name="connsiteY12220" fmla="*/ 659557 h 5450835"/>
              <a:gd name="connsiteX12221" fmla="*/ 7651687 w 10450132"/>
              <a:gd name="connsiteY12221" fmla="*/ 660410 h 5450835"/>
              <a:gd name="connsiteX12222" fmla="*/ 7647156 w 10450132"/>
              <a:gd name="connsiteY12222" fmla="*/ 668297 h 5450835"/>
              <a:gd name="connsiteX12223" fmla="*/ 7646367 w 10450132"/>
              <a:gd name="connsiteY12223" fmla="*/ 668755 h 5450835"/>
              <a:gd name="connsiteX12224" fmla="*/ 7637304 w 10450132"/>
              <a:gd name="connsiteY12224" fmla="*/ 668755 h 5450835"/>
              <a:gd name="connsiteX12225" fmla="*/ 7636516 w 10450132"/>
              <a:gd name="connsiteY12225" fmla="*/ 668297 h 5450835"/>
              <a:gd name="connsiteX12226" fmla="*/ 7631983 w 10450132"/>
              <a:gd name="connsiteY12226" fmla="*/ 660410 h 5450835"/>
              <a:gd name="connsiteX12227" fmla="*/ 7631983 w 10450132"/>
              <a:gd name="connsiteY12227" fmla="*/ 659557 h 5450835"/>
              <a:gd name="connsiteX12228" fmla="*/ 7636516 w 10450132"/>
              <a:gd name="connsiteY12228" fmla="*/ 651678 h 5450835"/>
              <a:gd name="connsiteX12229" fmla="*/ 7637304 w 10450132"/>
              <a:gd name="connsiteY12229" fmla="*/ 651214 h 5450835"/>
              <a:gd name="connsiteX12230" fmla="*/ 4075880 w 10450132"/>
              <a:gd name="connsiteY12230" fmla="*/ 651214 h 5450835"/>
              <a:gd name="connsiteX12231" fmla="*/ 4084943 w 10450132"/>
              <a:gd name="connsiteY12231" fmla="*/ 651214 h 5450835"/>
              <a:gd name="connsiteX12232" fmla="*/ 4085730 w 10450132"/>
              <a:gd name="connsiteY12232" fmla="*/ 651678 h 5450835"/>
              <a:gd name="connsiteX12233" fmla="*/ 4090262 w 10450132"/>
              <a:gd name="connsiteY12233" fmla="*/ 659555 h 5450835"/>
              <a:gd name="connsiteX12234" fmla="*/ 4090262 w 10450132"/>
              <a:gd name="connsiteY12234" fmla="*/ 660410 h 5450835"/>
              <a:gd name="connsiteX12235" fmla="*/ 4085730 w 10450132"/>
              <a:gd name="connsiteY12235" fmla="*/ 668294 h 5450835"/>
              <a:gd name="connsiteX12236" fmla="*/ 4084943 w 10450132"/>
              <a:gd name="connsiteY12236" fmla="*/ 668755 h 5450835"/>
              <a:gd name="connsiteX12237" fmla="*/ 4075880 w 10450132"/>
              <a:gd name="connsiteY12237" fmla="*/ 668755 h 5450835"/>
              <a:gd name="connsiteX12238" fmla="*/ 4075092 w 10450132"/>
              <a:gd name="connsiteY12238" fmla="*/ 668294 h 5450835"/>
              <a:gd name="connsiteX12239" fmla="*/ 4070560 w 10450132"/>
              <a:gd name="connsiteY12239" fmla="*/ 660410 h 5450835"/>
              <a:gd name="connsiteX12240" fmla="*/ 4070560 w 10450132"/>
              <a:gd name="connsiteY12240" fmla="*/ 659555 h 5450835"/>
              <a:gd name="connsiteX12241" fmla="*/ 4075092 w 10450132"/>
              <a:gd name="connsiteY12241" fmla="*/ 651678 h 5450835"/>
              <a:gd name="connsiteX12242" fmla="*/ 4075880 w 10450132"/>
              <a:gd name="connsiteY12242" fmla="*/ 651214 h 5450835"/>
              <a:gd name="connsiteX12243" fmla="*/ 3058310 w 10450132"/>
              <a:gd name="connsiteY12243" fmla="*/ 651212 h 5450835"/>
              <a:gd name="connsiteX12244" fmla="*/ 3067374 w 10450132"/>
              <a:gd name="connsiteY12244" fmla="*/ 651212 h 5450835"/>
              <a:gd name="connsiteX12245" fmla="*/ 3068163 w 10450132"/>
              <a:gd name="connsiteY12245" fmla="*/ 651670 h 5450835"/>
              <a:gd name="connsiteX12246" fmla="*/ 3072695 w 10450132"/>
              <a:gd name="connsiteY12246" fmla="*/ 659552 h 5450835"/>
              <a:gd name="connsiteX12247" fmla="*/ 3072695 w 10450132"/>
              <a:gd name="connsiteY12247" fmla="*/ 660408 h 5450835"/>
              <a:gd name="connsiteX12248" fmla="*/ 3068163 w 10450132"/>
              <a:gd name="connsiteY12248" fmla="*/ 668291 h 5450835"/>
              <a:gd name="connsiteX12249" fmla="*/ 3067374 w 10450132"/>
              <a:gd name="connsiteY12249" fmla="*/ 668750 h 5450835"/>
              <a:gd name="connsiteX12250" fmla="*/ 3058310 w 10450132"/>
              <a:gd name="connsiteY12250" fmla="*/ 668750 h 5450835"/>
              <a:gd name="connsiteX12251" fmla="*/ 3057521 w 10450132"/>
              <a:gd name="connsiteY12251" fmla="*/ 668291 h 5450835"/>
              <a:gd name="connsiteX12252" fmla="*/ 3052991 w 10450132"/>
              <a:gd name="connsiteY12252" fmla="*/ 660408 h 5450835"/>
              <a:gd name="connsiteX12253" fmla="*/ 3052991 w 10450132"/>
              <a:gd name="connsiteY12253" fmla="*/ 659552 h 5450835"/>
              <a:gd name="connsiteX12254" fmla="*/ 3057521 w 10450132"/>
              <a:gd name="connsiteY12254" fmla="*/ 651670 h 5450835"/>
              <a:gd name="connsiteX12255" fmla="*/ 3058310 w 10450132"/>
              <a:gd name="connsiteY12255" fmla="*/ 651212 h 5450835"/>
              <a:gd name="connsiteX12256" fmla="*/ 4838919 w 10450132"/>
              <a:gd name="connsiteY12256" fmla="*/ 651208 h 5450835"/>
              <a:gd name="connsiteX12257" fmla="*/ 4847982 w 10450132"/>
              <a:gd name="connsiteY12257" fmla="*/ 651208 h 5450835"/>
              <a:gd name="connsiteX12258" fmla="*/ 4848772 w 10450132"/>
              <a:gd name="connsiteY12258" fmla="*/ 651668 h 5450835"/>
              <a:gd name="connsiteX12259" fmla="*/ 4853303 w 10450132"/>
              <a:gd name="connsiteY12259" fmla="*/ 659552 h 5450835"/>
              <a:gd name="connsiteX12260" fmla="*/ 4853303 w 10450132"/>
              <a:gd name="connsiteY12260" fmla="*/ 660405 h 5450835"/>
              <a:gd name="connsiteX12261" fmla="*/ 4848772 w 10450132"/>
              <a:gd name="connsiteY12261" fmla="*/ 668286 h 5450835"/>
              <a:gd name="connsiteX12262" fmla="*/ 4847982 w 10450132"/>
              <a:gd name="connsiteY12262" fmla="*/ 668746 h 5450835"/>
              <a:gd name="connsiteX12263" fmla="*/ 4838919 w 10450132"/>
              <a:gd name="connsiteY12263" fmla="*/ 668746 h 5450835"/>
              <a:gd name="connsiteX12264" fmla="*/ 4838132 w 10450132"/>
              <a:gd name="connsiteY12264" fmla="*/ 668286 h 5450835"/>
              <a:gd name="connsiteX12265" fmla="*/ 4833598 w 10450132"/>
              <a:gd name="connsiteY12265" fmla="*/ 660405 h 5450835"/>
              <a:gd name="connsiteX12266" fmla="*/ 4833598 w 10450132"/>
              <a:gd name="connsiteY12266" fmla="*/ 659552 h 5450835"/>
              <a:gd name="connsiteX12267" fmla="*/ 4838132 w 10450132"/>
              <a:gd name="connsiteY12267" fmla="*/ 651668 h 5450835"/>
              <a:gd name="connsiteX12268" fmla="*/ 4838919 w 10450132"/>
              <a:gd name="connsiteY12268" fmla="*/ 651208 h 5450835"/>
              <a:gd name="connsiteX12269" fmla="*/ 6365334 w 10450132"/>
              <a:gd name="connsiteY12269" fmla="*/ 651204 h 5450835"/>
              <a:gd name="connsiteX12270" fmla="*/ 6374397 w 10450132"/>
              <a:gd name="connsiteY12270" fmla="*/ 651204 h 5450835"/>
              <a:gd name="connsiteX12271" fmla="*/ 6375186 w 10450132"/>
              <a:gd name="connsiteY12271" fmla="*/ 651668 h 5450835"/>
              <a:gd name="connsiteX12272" fmla="*/ 6379718 w 10450132"/>
              <a:gd name="connsiteY12272" fmla="*/ 659548 h 5450835"/>
              <a:gd name="connsiteX12273" fmla="*/ 6379718 w 10450132"/>
              <a:gd name="connsiteY12273" fmla="*/ 660401 h 5450835"/>
              <a:gd name="connsiteX12274" fmla="*/ 6375186 w 10450132"/>
              <a:gd name="connsiteY12274" fmla="*/ 668282 h 5450835"/>
              <a:gd name="connsiteX12275" fmla="*/ 6374397 w 10450132"/>
              <a:gd name="connsiteY12275" fmla="*/ 668745 h 5450835"/>
              <a:gd name="connsiteX12276" fmla="*/ 6365334 w 10450132"/>
              <a:gd name="connsiteY12276" fmla="*/ 668745 h 5450835"/>
              <a:gd name="connsiteX12277" fmla="*/ 6364546 w 10450132"/>
              <a:gd name="connsiteY12277" fmla="*/ 668282 h 5450835"/>
              <a:gd name="connsiteX12278" fmla="*/ 6360014 w 10450132"/>
              <a:gd name="connsiteY12278" fmla="*/ 660401 h 5450835"/>
              <a:gd name="connsiteX12279" fmla="*/ 6360014 w 10450132"/>
              <a:gd name="connsiteY12279" fmla="*/ 659548 h 5450835"/>
              <a:gd name="connsiteX12280" fmla="*/ 6364546 w 10450132"/>
              <a:gd name="connsiteY12280" fmla="*/ 651668 h 5450835"/>
              <a:gd name="connsiteX12281" fmla="*/ 6365334 w 10450132"/>
              <a:gd name="connsiteY12281" fmla="*/ 651204 h 5450835"/>
              <a:gd name="connsiteX12282" fmla="*/ 2803838 w 10450132"/>
              <a:gd name="connsiteY12282" fmla="*/ 651204 h 5450835"/>
              <a:gd name="connsiteX12283" fmla="*/ 2812903 w 10450132"/>
              <a:gd name="connsiteY12283" fmla="*/ 651204 h 5450835"/>
              <a:gd name="connsiteX12284" fmla="*/ 2813691 w 10450132"/>
              <a:gd name="connsiteY12284" fmla="*/ 651663 h 5450835"/>
              <a:gd name="connsiteX12285" fmla="*/ 2818223 w 10450132"/>
              <a:gd name="connsiteY12285" fmla="*/ 659544 h 5450835"/>
              <a:gd name="connsiteX12286" fmla="*/ 2818223 w 10450132"/>
              <a:gd name="connsiteY12286" fmla="*/ 660399 h 5450835"/>
              <a:gd name="connsiteX12287" fmla="*/ 2813691 w 10450132"/>
              <a:gd name="connsiteY12287" fmla="*/ 668282 h 5450835"/>
              <a:gd name="connsiteX12288" fmla="*/ 2812903 w 10450132"/>
              <a:gd name="connsiteY12288" fmla="*/ 668743 h 5450835"/>
              <a:gd name="connsiteX12289" fmla="*/ 2803838 w 10450132"/>
              <a:gd name="connsiteY12289" fmla="*/ 668743 h 5450835"/>
              <a:gd name="connsiteX12290" fmla="*/ 2803049 w 10450132"/>
              <a:gd name="connsiteY12290" fmla="*/ 668282 h 5450835"/>
              <a:gd name="connsiteX12291" fmla="*/ 2798517 w 10450132"/>
              <a:gd name="connsiteY12291" fmla="*/ 660399 h 5450835"/>
              <a:gd name="connsiteX12292" fmla="*/ 2798517 w 10450132"/>
              <a:gd name="connsiteY12292" fmla="*/ 659544 h 5450835"/>
              <a:gd name="connsiteX12293" fmla="*/ 2803049 w 10450132"/>
              <a:gd name="connsiteY12293" fmla="*/ 651663 h 5450835"/>
              <a:gd name="connsiteX12294" fmla="*/ 2803838 w 10450132"/>
              <a:gd name="connsiteY12294" fmla="*/ 651204 h 5450835"/>
              <a:gd name="connsiteX12295" fmla="*/ 5093300 w 10450132"/>
              <a:gd name="connsiteY12295" fmla="*/ 651202 h 5450835"/>
              <a:gd name="connsiteX12296" fmla="*/ 5102364 w 10450132"/>
              <a:gd name="connsiteY12296" fmla="*/ 651202 h 5450835"/>
              <a:gd name="connsiteX12297" fmla="*/ 5103153 w 10450132"/>
              <a:gd name="connsiteY12297" fmla="*/ 651660 h 5450835"/>
              <a:gd name="connsiteX12298" fmla="*/ 5107684 w 10450132"/>
              <a:gd name="connsiteY12298" fmla="*/ 659540 h 5450835"/>
              <a:gd name="connsiteX12299" fmla="*/ 5107684 w 10450132"/>
              <a:gd name="connsiteY12299" fmla="*/ 660397 h 5450835"/>
              <a:gd name="connsiteX12300" fmla="*/ 5103153 w 10450132"/>
              <a:gd name="connsiteY12300" fmla="*/ 668279 h 5450835"/>
              <a:gd name="connsiteX12301" fmla="*/ 5102364 w 10450132"/>
              <a:gd name="connsiteY12301" fmla="*/ 668739 h 5450835"/>
              <a:gd name="connsiteX12302" fmla="*/ 5093300 w 10450132"/>
              <a:gd name="connsiteY12302" fmla="*/ 668739 h 5450835"/>
              <a:gd name="connsiteX12303" fmla="*/ 5092512 w 10450132"/>
              <a:gd name="connsiteY12303" fmla="*/ 668279 h 5450835"/>
              <a:gd name="connsiteX12304" fmla="*/ 5087979 w 10450132"/>
              <a:gd name="connsiteY12304" fmla="*/ 660397 h 5450835"/>
              <a:gd name="connsiteX12305" fmla="*/ 5087979 w 10450132"/>
              <a:gd name="connsiteY12305" fmla="*/ 659540 h 5450835"/>
              <a:gd name="connsiteX12306" fmla="*/ 5092512 w 10450132"/>
              <a:gd name="connsiteY12306" fmla="*/ 651660 h 5450835"/>
              <a:gd name="connsiteX12307" fmla="*/ 5093300 w 10450132"/>
              <a:gd name="connsiteY12307" fmla="*/ 651202 h 5450835"/>
              <a:gd name="connsiteX12308" fmla="*/ 3312672 w 10450132"/>
              <a:gd name="connsiteY12308" fmla="*/ 651200 h 5450835"/>
              <a:gd name="connsiteX12309" fmla="*/ 3321735 w 10450132"/>
              <a:gd name="connsiteY12309" fmla="*/ 651200 h 5450835"/>
              <a:gd name="connsiteX12310" fmla="*/ 3322524 w 10450132"/>
              <a:gd name="connsiteY12310" fmla="*/ 651658 h 5450835"/>
              <a:gd name="connsiteX12311" fmla="*/ 3327056 w 10450132"/>
              <a:gd name="connsiteY12311" fmla="*/ 659540 h 5450835"/>
              <a:gd name="connsiteX12312" fmla="*/ 3327056 w 10450132"/>
              <a:gd name="connsiteY12312" fmla="*/ 660397 h 5450835"/>
              <a:gd name="connsiteX12313" fmla="*/ 3322524 w 10450132"/>
              <a:gd name="connsiteY12313" fmla="*/ 668279 h 5450835"/>
              <a:gd name="connsiteX12314" fmla="*/ 3321735 w 10450132"/>
              <a:gd name="connsiteY12314" fmla="*/ 668736 h 5450835"/>
              <a:gd name="connsiteX12315" fmla="*/ 3312672 w 10450132"/>
              <a:gd name="connsiteY12315" fmla="*/ 668736 h 5450835"/>
              <a:gd name="connsiteX12316" fmla="*/ 3311883 w 10450132"/>
              <a:gd name="connsiteY12316" fmla="*/ 668279 h 5450835"/>
              <a:gd name="connsiteX12317" fmla="*/ 3307351 w 10450132"/>
              <a:gd name="connsiteY12317" fmla="*/ 660397 h 5450835"/>
              <a:gd name="connsiteX12318" fmla="*/ 3307351 w 10450132"/>
              <a:gd name="connsiteY12318" fmla="*/ 659540 h 5450835"/>
              <a:gd name="connsiteX12319" fmla="*/ 3311883 w 10450132"/>
              <a:gd name="connsiteY12319" fmla="*/ 651658 h 5450835"/>
              <a:gd name="connsiteX12320" fmla="*/ 3312672 w 10450132"/>
              <a:gd name="connsiteY12320" fmla="*/ 651200 h 5450835"/>
              <a:gd name="connsiteX12321" fmla="*/ 9163654 w 10450132"/>
              <a:gd name="connsiteY12321" fmla="*/ 651192 h 5450835"/>
              <a:gd name="connsiteX12322" fmla="*/ 9172718 w 10450132"/>
              <a:gd name="connsiteY12322" fmla="*/ 651192 h 5450835"/>
              <a:gd name="connsiteX12323" fmla="*/ 9173506 w 10450132"/>
              <a:gd name="connsiteY12323" fmla="*/ 651651 h 5450835"/>
              <a:gd name="connsiteX12324" fmla="*/ 9178038 w 10450132"/>
              <a:gd name="connsiteY12324" fmla="*/ 659535 h 5450835"/>
              <a:gd name="connsiteX12325" fmla="*/ 9178038 w 10450132"/>
              <a:gd name="connsiteY12325" fmla="*/ 660387 h 5450835"/>
              <a:gd name="connsiteX12326" fmla="*/ 9173506 w 10450132"/>
              <a:gd name="connsiteY12326" fmla="*/ 668270 h 5450835"/>
              <a:gd name="connsiteX12327" fmla="*/ 9172718 w 10450132"/>
              <a:gd name="connsiteY12327" fmla="*/ 668732 h 5450835"/>
              <a:gd name="connsiteX12328" fmla="*/ 9163654 w 10450132"/>
              <a:gd name="connsiteY12328" fmla="*/ 668732 h 5450835"/>
              <a:gd name="connsiteX12329" fmla="*/ 9162866 w 10450132"/>
              <a:gd name="connsiteY12329" fmla="*/ 668270 h 5450835"/>
              <a:gd name="connsiteX12330" fmla="*/ 9158333 w 10450132"/>
              <a:gd name="connsiteY12330" fmla="*/ 660387 h 5450835"/>
              <a:gd name="connsiteX12331" fmla="*/ 9158333 w 10450132"/>
              <a:gd name="connsiteY12331" fmla="*/ 659535 h 5450835"/>
              <a:gd name="connsiteX12332" fmla="*/ 9162866 w 10450132"/>
              <a:gd name="connsiteY12332" fmla="*/ 651651 h 5450835"/>
              <a:gd name="connsiteX12333" fmla="*/ 9163654 w 10450132"/>
              <a:gd name="connsiteY12333" fmla="*/ 651192 h 5450835"/>
              <a:gd name="connsiteX12334" fmla="*/ 8400511 w 10450132"/>
              <a:gd name="connsiteY12334" fmla="*/ 651192 h 5450835"/>
              <a:gd name="connsiteX12335" fmla="*/ 8409575 w 10450132"/>
              <a:gd name="connsiteY12335" fmla="*/ 651192 h 5450835"/>
              <a:gd name="connsiteX12336" fmla="*/ 8410363 w 10450132"/>
              <a:gd name="connsiteY12336" fmla="*/ 651654 h 5450835"/>
              <a:gd name="connsiteX12337" fmla="*/ 8414896 w 10450132"/>
              <a:gd name="connsiteY12337" fmla="*/ 659535 h 5450835"/>
              <a:gd name="connsiteX12338" fmla="*/ 8414896 w 10450132"/>
              <a:gd name="connsiteY12338" fmla="*/ 660390 h 5450835"/>
              <a:gd name="connsiteX12339" fmla="*/ 8410363 w 10450132"/>
              <a:gd name="connsiteY12339" fmla="*/ 668272 h 5450835"/>
              <a:gd name="connsiteX12340" fmla="*/ 8409575 w 10450132"/>
              <a:gd name="connsiteY12340" fmla="*/ 668732 h 5450835"/>
              <a:gd name="connsiteX12341" fmla="*/ 8400511 w 10450132"/>
              <a:gd name="connsiteY12341" fmla="*/ 668732 h 5450835"/>
              <a:gd name="connsiteX12342" fmla="*/ 8399723 w 10450132"/>
              <a:gd name="connsiteY12342" fmla="*/ 668272 h 5450835"/>
              <a:gd name="connsiteX12343" fmla="*/ 8395191 w 10450132"/>
              <a:gd name="connsiteY12343" fmla="*/ 660390 h 5450835"/>
              <a:gd name="connsiteX12344" fmla="*/ 8395191 w 10450132"/>
              <a:gd name="connsiteY12344" fmla="*/ 659535 h 5450835"/>
              <a:gd name="connsiteX12345" fmla="*/ 8399723 w 10450132"/>
              <a:gd name="connsiteY12345" fmla="*/ 651654 h 5450835"/>
              <a:gd name="connsiteX12346" fmla="*/ 8400511 w 10450132"/>
              <a:gd name="connsiteY12346" fmla="*/ 651192 h 5450835"/>
              <a:gd name="connsiteX12347" fmla="*/ 6619714 w 10450132"/>
              <a:gd name="connsiteY12347" fmla="*/ 651181 h 5450835"/>
              <a:gd name="connsiteX12348" fmla="*/ 6628778 w 10450132"/>
              <a:gd name="connsiteY12348" fmla="*/ 651181 h 5450835"/>
              <a:gd name="connsiteX12349" fmla="*/ 6629566 w 10450132"/>
              <a:gd name="connsiteY12349" fmla="*/ 651639 h 5450835"/>
              <a:gd name="connsiteX12350" fmla="*/ 6634099 w 10450132"/>
              <a:gd name="connsiteY12350" fmla="*/ 659524 h 5450835"/>
              <a:gd name="connsiteX12351" fmla="*/ 6634099 w 10450132"/>
              <a:gd name="connsiteY12351" fmla="*/ 660376 h 5450835"/>
              <a:gd name="connsiteX12352" fmla="*/ 6629566 w 10450132"/>
              <a:gd name="connsiteY12352" fmla="*/ 668258 h 5450835"/>
              <a:gd name="connsiteX12353" fmla="*/ 6628778 w 10450132"/>
              <a:gd name="connsiteY12353" fmla="*/ 668720 h 5450835"/>
              <a:gd name="connsiteX12354" fmla="*/ 6619714 w 10450132"/>
              <a:gd name="connsiteY12354" fmla="*/ 668720 h 5450835"/>
              <a:gd name="connsiteX12355" fmla="*/ 6618926 w 10450132"/>
              <a:gd name="connsiteY12355" fmla="*/ 668258 h 5450835"/>
              <a:gd name="connsiteX12356" fmla="*/ 6614394 w 10450132"/>
              <a:gd name="connsiteY12356" fmla="*/ 660376 h 5450835"/>
              <a:gd name="connsiteX12357" fmla="*/ 6614394 w 10450132"/>
              <a:gd name="connsiteY12357" fmla="*/ 659524 h 5450835"/>
              <a:gd name="connsiteX12358" fmla="*/ 6618926 w 10450132"/>
              <a:gd name="connsiteY12358" fmla="*/ 651639 h 5450835"/>
              <a:gd name="connsiteX12359" fmla="*/ 6619714 w 10450132"/>
              <a:gd name="connsiteY12359" fmla="*/ 651181 h 5450835"/>
              <a:gd name="connsiteX12360" fmla="*/ 2549382 w 10450132"/>
              <a:gd name="connsiteY12360" fmla="*/ 651169 h 5450835"/>
              <a:gd name="connsiteX12361" fmla="*/ 2558448 w 10450132"/>
              <a:gd name="connsiteY12361" fmla="*/ 651169 h 5450835"/>
              <a:gd name="connsiteX12362" fmla="*/ 2559236 w 10450132"/>
              <a:gd name="connsiteY12362" fmla="*/ 651629 h 5450835"/>
              <a:gd name="connsiteX12363" fmla="*/ 2563768 w 10450132"/>
              <a:gd name="connsiteY12363" fmla="*/ 659511 h 5450835"/>
              <a:gd name="connsiteX12364" fmla="*/ 2563768 w 10450132"/>
              <a:gd name="connsiteY12364" fmla="*/ 660364 h 5450835"/>
              <a:gd name="connsiteX12365" fmla="*/ 2559236 w 10450132"/>
              <a:gd name="connsiteY12365" fmla="*/ 668247 h 5450835"/>
              <a:gd name="connsiteX12366" fmla="*/ 2558448 w 10450132"/>
              <a:gd name="connsiteY12366" fmla="*/ 668708 h 5450835"/>
              <a:gd name="connsiteX12367" fmla="*/ 2549382 w 10450132"/>
              <a:gd name="connsiteY12367" fmla="*/ 668708 h 5450835"/>
              <a:gd name="connsiteX12368" fmla="*/ 2548594 w 10450132"/>
              <a:gd name="connsiteY12368" fmla="*/ 668247 h 5450835"/>
              <a:gd name="connsiteX12369" fmla="*/ 2544063 w 10450132"/>
              <a:gd name="connsiteY12369" fmla="*/ 660364 h 5450835"/>
              <a:gd name="connsiteX12370" fmla="*/ 2544063 w 10450132"/>
              <a:gd name="connsiteY12370" fmla="*/ 659511 h 5450835"/>
              <a:gd name="connsiteX12371" fmla="*/ 2548594 w 10450132"/>
              <a:gd name="connsiteY12371" fmla="*/ 651629 h 5450835"/>
              <a:gd name="connsiteX12372" fmla="*/ 2549382 w 10450132"/>
              <a:gd name="connsiteY12372" fmla="*/ 651169 h 5450835"/>
              <a:gd name="connsiteX12373" fmla="*/ 7128477 w 10450132"/>
              <a:gd name="connsiteY12373" fmla="*/ 651167 h 5450835"/>
              <a:gd name="connsiteX12374" fmla="*/ 7137540 w 10450132"/>
              <a:gd name="connsiteY12374" fmla="*/ 651167 h 5450835"/>
              <a:gd name="connsiteX12375" fmla="*/ 7138328 w 10450132"/>
              <a:gd name="connsiteY12375" fmla="*/ 651628 h 5450835"/>
              <a:gd name="connsiteX12376" fmla="*/ 7142860 w 10450132"/>
              <a:gd name="connsiteY12376" fmla="*/ 659508 h 5450835"/>
              <a:gd name="connsiteX12377" fmla="*/ 7142860 w 10450132"/>
              <a:gd name="connsiteY12377" fmla="*/ 660362 h 5450835"/>
              <a:gd name="connsiteX12378" fmla="*/ 7138328 w 10450132"/>
              <a:gd name="connsiteY12378" fmla="*/ 668246 h 5450835"/>
              <a:gd name="connsiteX12379" fmla="*/ 7137540 w 10450132"/>
              <a:gd name="connsiteY12379" fmla="*/ 668704 h 5450835"/>
              <a:gd name="connsiteX12380" fmla="*/ 7128477 w 10450132"/>
              <a:gd name="connsiteY12380" fmla="*/ 668704 h 5450835"/>
              <a:gd name="connsiteX12381" fmla="*/ 7127689 w 10450132"/>
              <a:gd name="connsiteY12381" fmla="*/ 668246 h 5450835"/>
              <a:gd name="connsiteX12382" fmla="*/ 7123156 w 10450132"/>
              <a:gd name="connsiteY12382" fmla="*/ 660362 h 5450835"/>
              <a:gd name="connsiteX12383" fmla="*/ 7123156 w 10450132"/>
              <a:gd name="connsiteY12383" fmla="*/ 659508 h 5450835"/>
              <a:gd name="connsiteX12384" fmla="*/ 7127689 w 10450132"/>
              <a:gd name="connsiteY12384" fmla="*/ 651628 h 5450835"/>
              <a:gd name="connsiteX12385" fmla="*/ 7128477 w 10450132"/>
              <a:gd name="connsiteY12385" fmla="*/ 651167 h 5450835"/>
              <a:gd name="connsiteX12386" fmla="*/ 4584538 w 10450132"/>
              <a:gd name="connsiteY12386" fmla="*/ 651167 h 5450835"/>
              <a:gd name="connsiteX12387" fmla="*/ 4593603 w 10450132"/>
              <a:gd name="connsiteY12387" fmla="*/ 651167 h 5450835"/>
              <a:gd name="connsiteX12388" fmla="*/ 4594390 w 10450132"/>
              <a:gd name="connsiteY12388" fmla="*/ 651628 h 5450835"/>
              <a:gd name="connsiteX12389" fmla="*/ 4598922 w 10450132"/>
              <a:gd name="connsiteY12389" fmla="*/ 659508 h 5450835"/>
              <a:gd name="connsiteX12390" fmla="*/ 4598922 w 10450132"/>
              <a:gd name="connsiteY12390" fmla="*/ 660362 h 5450835"/>
              <a:gd name="connsiteX12391" fmla="*/ 4594390 w 10450132"/>
              <a:gd name="connsiteY12391" fmla="*/ 668246 h 5450835"/>
              <a:gd name="connsiteX12392" fmla="*/ 4593603 w 10450132"/>
              <a:gd name="connsiteY12392" fmla="*/ 668704 h 5450835"/>
              <a:gd name="connsiteX12393" fmla="*/ 4584538 w 10450132"/>
              <a:gd name="connsiteY12393" fmla="*/ 668704 h 5450835"/>
              <a:gd name="connsiteX12394" fmla="*/ 4583749 w 10450132"/>
              <a:gd name="connsiteY12394" fmla="*/ 668246 h 5450835"/>
              <a:gd name="connsiteX12395" fmla="*/ 4579218 w 10450132"/>
              <a:gd name="connsiteY12395" fmla="*/ 660362 h 5450835"/>
              <a:gd name="connsiteX12396" fmla="*/ 4579218 w 10450132"/>
              <a:gd name="connsiteY12396" fmla="*/ 659508 h 5450835"/>
              <a:gd name="connsiteX12397" fmla="*/ 4583749 w 10450132"/>
              <a:gd name="connsiteY12397" fmla="*/ 651628 h 5450835"/>
              <a:gd name="connsiteX12398" fmla="*/ 4584538 w 10450132"/>
              <a:gd name="connsiteY12398" fmla="*/ 651167 h 5450835"/>
              <a:gd name="connsiteX12399" fmla="*/ 9418035 w 10450132"/>
              <a:gd name="connsiteY12399" fmla="*/ 651165 h 5450835"/>
              <a:gd name="connsiteX12400" fmla="*/ 9427099 w 10450132"/>
              <a:gd name="connsiteY12400" fmla="*/ 651165 h 5450835"/>
              <a:gd name="connsiteX12401" fmla="*/ 9427887 w 10450132"/>
              <a:gd name="connsiteY12401" fmla="*/ 651626 h 5450835"/>
              <a:gd name="connsiteX12402" fmla="*/ 9432419 w 10450132"/>
              <a:gd name="connsiteY12402" fmla="*/ 659507 h 5450835"/>
              <a:gd name="connsiteX12403" fmla="*/ 9432419 w 10450132"/>
              <a:gd name="connsiteY12403" fmla="*/ 660361 h 5450835"/>
              <a:gd name="connsiteX12404" fmla="*/ 9427887 w 10450132"/>
              <a:gd name="connsiteY12404" fmla="*/ 668244 h 5450835"/>
              <a:gd name="connsiteX12405" fmla="*/ 9427099 w 10450132"/>
              <a:gd name="connsiteY12405" fmla="*/ 668703 h 5450835"/>
              <a:gd name="connsiteX12406" fmla="*/ 9418035 w 10450132"/>
              <a:gd name="connsiteY12406" fmla="*/ 668703 h 5450835"/>
              <a:gd name="connsiteX12407" fmla="*/ 9417247 w 10450132"/>
              <a:gd name="connsiteY12407" fmla="*/ 668244 h 5450835"/>
              <a:gd name="connsiteX12408" fmla="*/ 9412714 w 10450132"/>
              <a:gd name="connsiteY12408" fmla="*/ 660361 h 5450835"/>
              <a:gd name="connsiteX12409" fmla="*/ 9412714 w 10450132"/>
              <a:gd name="connsiteY12409" fmla="*/ 659507 h 5450835"/>
              <a:gd name="connsiteX12410" fmla="*/ 9417247 w 10450132"/>
              <a:gd name="connsiteY12410" fmla="*/ 651626 h 5450835"/>
              <a:gd name="connsiteX12411" fmla="*/ 9418035 w 10450132"/>
              <a:gd name="connsiteY12411" fmla="*/ 651165 h 5450835"/>
              <a:gd name="connsiteX12412" fmla="*/ 6874095 w 10450132"/>
              <a:gd name="connsiteY12412" fmla="*/ 651165 h 5450835"/>
              <a:gd name="connsiteX12413" fmla="*/ 6883159 w 10450132"/>
              <a:gd name="connsiteY12413" fmla="*/ 651165 h 5450835"/>
              <a:gd name="connsiteX12414" fmla="*/ 6883947 w 10450132"/>
              <a:gd name="connsiteY12414" fmla="*/ 651625 h 5450835"/>
              <a:gd name="connsiteX12415" fmla="*/ 6888480 w 10450132"/>
              <a:gd name="connsiteY12415" fmla="*/ 659505 h 5450835"/>
              <a:gd name="connsiteX12416" fmla="*/ 6888480 w 10450132"/>
              <a:gd name="connsiteY12416" fmla="*/ 660360 h 5450835"/>
              <a:gd name="connsiteX12417" fmla="*/ 6883947 w 10450132"/>
              <a:gd name="connsiteY12417" fmla="*/ 668243 h 5450835"/>
              <a:gd name="connsiteX12418" fmla="*/ 6883159 w 10450132"/>
              <a:gd name="connsiteY12418" fmla="*/ 668701 h 5450835"/>
              <a:gd name="connsiteX12419" fmla="*/ 6874095 w 10450132"/>
              <a:gd name="connsiteY12419" fmla="*/ 668701 h 5450835"/>
              <a:gd name="connsiteX12420" fmla="*/ 6873307 w 10450132"/>
              <a:gd name="connsiteY12420" fmla="*/ 668243 h 5450835"/>
              <a:gd name="connsiteX12421" fmla="*/ 6868775 w 10450132"/>
              <a:gd name="connsiteY12421" fmla="*/ 660360 h 5450835"/>
              <a:gd name="connsiteX12422" fmla="*/ 6868775 w 10450132"/>
              <a:gd name="connsiteY12422" fmla="*/ 659505 h 5450835"/>
              <a:gd name="connsiteX12423" fmla="*/ 6873307 w 10450132"/>
              <a:gd name="connsiteY12423" fmla="*/ 651625 h 5450835"/>
              <a:gd name="connsiteX12424" fmla="*/ 6874095 w 10450132"/>
              <a:gd name="connsiteY12424" fmla="*/ 651165 h 5450835"/>
              <a:gd name="connsiteX12425" fmla="*/ 8146065 w 10450132"/>
              <a:gd name="connsiteY12425" fmla="*/ 651158 h 5450835"/>
              <a:gd name="connsiteX12426" fmla="*/ 8155129 w 10450132"/>
              <a:gd name="connsiteY12426" fmla="*/ 651158 h 5450835"/>
              <a:gd name="connsiteX12427" fmla="*/ 8155917 w 10450132"/>
              <a:gd name="connsiteY12427" fmla="*/ 651618 h 5450835"/>
              <a:gd name="connsiteX12428" fmla="*/ 8160449 w 10450132"/>
              <a:gd name="connsiteY12428" fmla="*/ 659500 h 5450835"/>
              <a:gd name="connsiteX12429" fmla="*/ 8160449 w 10450132"/>
              <a:gd name="connsiteY12429" fmla="*/ 660353 h 5450835"/>
              <a:gd name="connsiteX12430" fmla="*/ 8155917 w 10450132"/>
              <a:gd name="connsiteY12430" fmla="*/ 668236 h 5450835"/>
              <a:gd name="connsiteX12431" fmla="*/ 8155129 w 10450132"/>
              <a:gd name="connsiteY12431" fmla="*/ 668696 h 5450835"/>
              <a:gd name="connsiteX12432" fmla="*/ 8146065 w 10450132"/>
              <a:gd name="connsiteY12432" fmla="*/ 668696 h 5450835"/>
              <a:gd name="connsiteX12433" fmla="*/ 8145277 w 10450132"/>
              <a:gd name="connsiteY12433" fmla="*/ 668236 h 5450835"/>
              <a:gd name="connsiteX12434" fmla="*/ 8140745 w 10450132"/>
              <a:gd name="connsiteY12434" fmla="*/ 660353 h 5450835"/>
              <a:gd name="connsiteX12435" fmla="*/ 8140745 w 10450132"/>
              <a:gd name="connsiteY12435" fmla="*/ 659500 h 5450835"/>
              <a:gd name="connsiteX12436" fmla="*/ 8145277 w 10450132"/>
              <a:gd name="connsiteY12436" fmla="*/ 651618 h 5450835"/>
              <a:gd name="connsiteX12437" fmla="*/ 8146065 w 10450132"/>
              <a:gd name="connsiteY12437" fmla="*/ 651158 h 5450835"/>
              <a:gd name="connsiteX12438" fmla="*/ 10435623 w 10450132"/>
              <a:gd name="connsiteY12438" fmla="*/ 651157 h 5450835"/>
              <a:gd name="connsiteX12439" fmla="*/ 10444687 w 10450132"/>
              <a:gd name="connsiteY12439" fmla="*/ 651157 h 5450835"/>
              <a:gd name="connsiteX12440" fmla="*/ 10445475 w 10450132"/>
              <a:gd name="connsiteY12440" fmla="*/ 651617 h 5450835"/>
              <a:gd name="connsiteX12441" fmla="*/ 10450008 w 10450132"/>
              <a:gd name="connsiteY12441" fmla="*/ 659499 h 5450835"/>
              <a:gd name="connsiteX12442" fmla="*/ 10450008 w 10450132"/>
              <a:gd name="connsiteY12442" fmla="*/ 660352 h 5450835"/>
              <a:gd name="connsiteX12443" fmla="*/ 10445475 w 10450132"/>
              <a:gd name="connsiteY12443" fmla="*/ 668235 h 5450835"/>
              <a:gd name="connsiteX12444" fmla="*/ 10444687 w 10450132"/>
              <a:gd name="connsiteY12444" fmla="*/ 668695 h 5450835"/>
              <a:gd name="connsiteX12445" fmla="*/ 10435623 w 10450132"/>
              <a:gd name="connsiteY12445" fmla="*/ 668695 h 5450835"/>
              <a:gd name="connsiteX12446" fmla="*/ 10434835 w 10450132"/>
              <a:gd name="connsiteY12446" fmla="*/ 668235 h 5450835"/>
              <a:gd name="connsiteX12447" fmla="*/ 10430303 w 10450132"/>
              <a:gd name="connsiteY12447" fmla="*/ 660352 h 5450835"/>
              <a:gd name="connsiteX12448" fmla="*/ 10430303 w 10450132"/>
              <a:gd name="connsiteY12448" fmla="*/ 659499 h 5450835"/>
              <a:gd name="connsiteX12449" fmla="*/ 10434835 w 10450132"/>
              <a:gd name="connsiteY12449" fmla="*/ 651617 h 5450835"/>
              <a:gd name="connsiteX12450" fmla="*/ 10435623 w 10450132"/>
              <a:gd name="connsiteY12450" fmla="*/ 651157 h 5450835"/>
              <a:gd name="connsiteX12451" fmla="*/ 10181243 w 10450132"/>
              <a:gd name="connsiteY12451" fmla="*/ 651157 h 5450835"/>
              <a:gd name="connsiteX12452" fmla="*/ 10190306 w 10450132"/>
              <a:gd name="connsiteY12452" fmla="*/ 651157 h 5450835"/>
              <a:gd name="connsiteX12453" fmla="*/ 10191094 w 10450132"/>
              <a:gd name="connsiteY12453" fmla="*/ 651617 h 5450835"/>
              <a:gd name="connsiteX12454" fmla="*/ 10195627 w 10450132"/>
              <a:gd name="connsiteY12454" fmla="*/ 659499 h 5450835"/>
              <a:gd name="connsiteX12455" fmla="*/ 10195627 w 10450132"/>
              <a:gd name="connsiteY12455" fmla="*/ 660352 h 5450835"/>
              <a:gd name="connsiteX12456" fmla="*/ 10191094 w 10450132"/>
              <a:gd name="connsiteY12456" fmla="*/ 668235 h 5450835"/>
              <a:gd name="connsiteX12457" fmla="*/ 10190306 w 10450132"/>
              <a:gd name="connsiteY12457" fmla="*/ 668695 h 5450835"/>
              <a:gd name="connsiteX12458" fmla="*/ 10181243 w 10450132"/>
              <a:gd name="connsiteY12458" fmla="*/ 668695 h 5450835"/>
              <a:gd name="connsiteX12459" fmla="*/ 10180455 w 10450132"/>
              <a:gd name="connsiteY12459" fmla="*/ 668235 h 5450835"/>
              <a:gd name="connsiteX12460" fmla="*/ 10175923 w 10450132"/>
              <a:gd name="connsiteY12460" fmla="*/ 660352 h 5450835"/>
              <a:gd name="connsiteX12461" fmla="*/ 10175923 w 10450132"/>
              <a:gd name="connsiteY12461" fmla="*/ 659499 h 5450835"/>
              <a:gd name="connsiteX12462" fmla="*/ 10180455 w 10450132"/>
              <a:gd name="connsiteY12462" fmla="*/ 651617 h 5450835"/>
              <a:gd name="connsiteX12463" fmla="*/ 10181243 w 10450132"/>
              <a:gd name="connsiteY12463" fmla="*/ 651157 h 5450835"/>
              <a:gd name="connsiteX12464" fmla="*/ 9926862 w 10450132"/>
              <a:gd name="connsiteY12464" fmla="*/ 651157 h 5450835"/>
              <a:gd name="connsiteX12465" fmla="*/ 9935926 w 10450132"/>
              <a:gd name="connsiteY12465" fmla="*/ 651157 h 5450835"/>
              <a:gd name="connsiteX12466" fmla="*/ 9936714 w 10450132"/>
              <a:gd name="connsiteY12466" fmla="*/ 651617 h 5450835"/>
              <a:gd name="connsiteX12467" fmla="*/ 9941247 w 10450132"/>
              <a:gd name="connsiteY12467" fmla="*/ 659499 h 5450835"/>
              <a:gd name="connsiteX12468" fmla="*/ 9941247 w 10450132"/>
              <a:gd name="connsiteY12468" fmla="*/ 660352 h 5450835"/>
              <a:gd name="connsiteX12469" fmla="*/ 9936714 w 10450132"/>
              <a:gd name="connsiteY12469" fmla="*/ 668235 h 5450835"/>
              <a:gd name="connsiteX12470" fmla="*/ 9935926 w 10450132"/>
              <a:gd name="connsiteY12470" fmla="*/ 668695 h 5450835"/>
              <a:gd name="connsiteX12471" fmla="*/ 9926862 w 10450132"/>
              <a:gd name="connsiteY12471" fmla="*/ 668695 h 5450835"/>
              <a:gd name="connsiteX12472" fmla="*/ 9926074 w 10450132"/>
              <a:gd name="connsiteY12472" fmla="*/ 668235 h 5450835"/>
              <a:gd name="connsiteX12473" fmla="*/ 9921542 w 10450132"/>
              <a:gd name="connsiteY12473" fmla="*/ 660352 h 5450835"/>
              <a:gd name="connsiteX12474" fmla="*/ 9921542 w 10450132"/>
              <a:gd name="connsiteY12474" fmla="*/ 659499 h 5450835"/>
              <a:gd name="connsiteX12475" fmla="*/ 9926074 w 10450132"/>
              <a:gd name="connsiteY12475" fmla="*/ 651617 h 5450835"/>
              <a:gd name="connsiteX12476" fmla="*/ 9926862 w 10450132"/>
              <a:gd name="connsiteY12476" fmla="*/ 651157 h 5450835"/>
              <a:gd name="connsiteX12477" fmla="*/ 9672482 w 10450132"/>
              <a:gd name="connsiteY12477" fmla="*/ 651157 h 5450835"/>
              <a:gd name="connsiteX12478" fmla="*/ 9681546 w 10450132"/>
              <a:gd name="connsiteY12478" fmla="*/ 651157 h 5450835"/>
              <a:gd name="connsiteX12479" fmla="*/ 9682334 w 10450132"/>
              <a:gd name="connsiteY12479" fmla="*/ 651617 h 5450835"/>
              <a:gd name="connsiteX12480" fmla="*/ 9686866 w 10450132"/>
              <a:gd name="connsiteY12480" fmla="*/ 659499 h 5450835"/>
              <a:gd name="connsiteX12481" fmla="*/ 9686866 w 10450132"/>
              <a:gd name="connsiteY12481" fmla="*/ 660352 h 5450835"/>
              <a:gd name="connsiteX12482" fmla="*/ 9682334 w 10450132"/>
              <a:gd name="connsiteY12482" fmla="*/ 668235 h 5450835"/>
              <a:gd name="connsiteX12483" fmla="*/ 9681546 w 10450132"/>
              <a:gd name="connsiteY12483" fmla="*/ 668695 h 5450835"/>
              <a:gd name="connsiteX12484" fmla="*/ 9672482 w 10450132"/>
              <a:gd name="connsiteY12484" fmla="*/ 668695 h 5450835"/>
              <a:gd name="connsiteX12485" fmla="*/ 9671694 w 10450132"/>
              <a:gd name="connsiteY12485" fmla="*/ 668235 h 5450835"/>
              <a:gd name="connsiteX12486" fmla="*/ 9667161 w 10450132"/>
              <a:gd name="connsiteY12486" fmla="*/ 660352 h 5450835"/>
              <a:gd name="connsiteX12487" fmla="*/ 9667161 w 10450132"/>
              <a:gd name="connsiteY12487" fmla="*/ 659499 h 5450835"/>
              <a:gd name="connsiteX12488" fmla="*/ 9671694 w 10450132"/>
              <a:gd name="connsiteY12488" fmla="*/ 651617 h 5450835"/>
              <a:gd name="connsiteX12489" fmla="*/ 9672482 w 10450132"/>
              <a:gd name="connsiteY12489" fmla="*/ 651157 h 5450835"/>
              <a:gd name="connsiteX12490" fmla="*/ 3567234 w 10450132"/>
              <a:gd name="connsiteY12490" fmla="*/ 434192 h 5450835"/>
              <a:gd name="connsiteX12491" fmla="*/ 3576300 w 10450132"/>
              <a:gd name="connsiteY12491" fmla="*/ 434192 h 5450835"/>
              <a:gd name="connsiteX12492" fmla="*/ 3577088 w 10450132"/>
              <a:gd name="connsiteY12492" fmla="*/ 434653 h 5450835"/>
              <a:gd name="connsiteX12493" fmla="*/ 3581619 w 10450132"/>
              <a:gd name="connsiteY12493" fmla="*/ 442534 h 5450835"/>
              <a:gd name="connsiteX12494" fmla="*/ 3581619 w 10450132"/>
              <a:gd name="connsiteY12494" fmla="*/ 443388 h 5450835"/>
              <a:gd name="connsiteX12495" fmla="*/ 3577088 w 10450132"/>
              <a:gd name="connsiteY12495" fmla="*/ 451269 h 5450835"/>
              <a:gd name="connsiteX12496" fmla="*/ 3576300 w 10450132"/>
              <a:gd name="connsiteY12496" fmla="*/ 451730 h 5450835"/>
              <a:gd name="connsiteX12497" fmla="*/ 3567234 w 10450132"/>
              <a:gd name="connsiteY12497" fmla="*/ 451730 h 5450835"/>
              <a:gd name="connsiteX12498" fmla="*/ 3566446 w 10450132"/>
              <a:gd name="connsiteY12498" fmla="*/ 451269 h 5450835"/>
              <a:gd name="connsiteX12499" fmla="*/ 3561913 w 10450132"/>
              <a:gd name="connsiteY12499" fmla="*/ 443388 h 5450835"/>
              <a:gd name="connsiteX12500" fmla="*/ 3561913 w 10450132"/>
              <a:gd name="connsiteY12500" fmla="*/ 442534 h 5450835"/>
              <a:gd name="connsiteX12501" fmla="*/ 3566446 w 10450132"/>
              <a:gd name="connsiteY12501" fmla="*/ 434653 h 5450835"/>
              <a:gd name="connsiteX12502" fmla="*/ 3567234 w 10450132"/>
              <a:gd name="connsiteY12502" fmla="*/ 434192 h 5450835"/>
              <a:gd name="connsiteX12503" fmla="*/ 4076004 w 10450132"/>
              <a:gd name="connsiteY12503" fmla="*/ 434184 h 5450835"/>
              <a:gd name="connsiteX12504" fmla="*/ 4085071 w 10450132"/>
              <a:gd name="connsiteY12504" fmla="*/ 434184 h 5450835"/>
              <a:gd name="connsiteX12505" fmla="*/ 4085856 w 10450132"/>
              <a:gd name="connsiteY12505" fmla="*/ 434644 h 5450835"/>
              <a:gd name="connsiteX12506" fmla="*/ 4090390 w 10450132"/>
              <a:gd name="connsiteY12506" fmla="*/ 442524 h 5450835"/>
              <a:gd name="connsiteX12507" fmla="*/ 4090390 w 10450132"/>
              <a:gd name="connsiteY12507" fmla="*/ 443378 h 5450835"/>
              <a:gd name="connsiteX12508" fmla="*/ 4085856 w 10450132"/>
              <a:gd name="connsiteY12508" fmla="*/ 451261 h 5450835"/>
              <a:gd name="connsiteX12509" fmla="*/ 4085071 w 10450132"/>
              <a:gd name="connsiteY12509" fmla="*/ 451720 h 5450835"/>
              <a:gd name="connsiteX12510" fmla="*/ 4076004 w 10450132"/>
              <a:gd name="connsiteY12510" fmla="*/ 451720 h 5450835"/>
              <a:gd name="connsiteX12511" fmla="*/ 4075216 w 10450132"/>
              <a:gd name="connsiteY12511" fmla="*/ 451261 h 5450835"/>
              <a:gd name="connsiteX12512" fmla="*/ 4070683 w 10450132"/>
              <a:gd name="connsiteY12512" fmla="*/ 443378 h 5450835"/>
              <a:gd name="connsiteX12513" fmla="*/ 4070683 w 10450132"/>
              <a:gd name="connsiteY12513" fmla="*/ 442524 h 5450835"/>
              <a:gd name="connsiteX12514" fmla="*/ 4075216 w 10450132"/>
              <a:gd name="connsiteY12514" fmla="*/ 434644 h 5450835"/>
              <a:gd name="connsiteX12515" fmla="*/ 4076004 w 10450132"/>
              <a:gd name="connsiteY12515" fmla="*/ 434184 h 5450835"/>
              <a:gd name="connsiteX12516" fmla="*/ 5602126 w 10450132"/>
              <a:gd name="connsiteY12516" fmla="*/ 434183 h 5450835"/>
              <a:gd name="connsiteX12517" fmla="*/ 5611191 w 10450132"/>
              <a:gd name="connsiteY12517" fmla="*/ 434183 h 5450835"/>
              <a:gd name="connsiteX12518" fmla="*/ 5611979 w 10450132"/>
              <a:gd name="connsiteY12518" fmla="*/ 434642 h 5450835"/>
              <a:gd name="connsiteX12519" fmla="*/ 5616511 w 10450132"/>
              <a:gd name="connsiteY12519" fmla="*/ 442523 h 5450835"/>
              <a:gd name="connsiteX12520" fmla="*/ 5616511 w 10450132"/>
              <a:gd name="connsiteY12520" fmla="*/ 443377 h 5450835"/>
              <a:gd name="connsiteX12521" fmla="*/ 5611979 w 10450132"/>
              <a:gd name="connsiteY12521" fmla="*/ 451259 h 5450835"/>
              <a:gd name="connsiteX12522" fmla="*/ 5611191 w 10450132"/>
              <a:gd name="connsiteY12522" fmla="*/ 451719 h 5450835"/>
              <a:gd name="connsiteX12523" fmla="*/ 5602126 w 10450132"/>
              <a:gd name="connsiteY12523" fmla="*/ 451719 h 5450835"/>
              <a:gd name="connsiteX12524" fmla="*/ 5601338 w 10450132"/>
              <a:gd name="connsiteY12524" fmla="*/ 451259 h 5450835"/>
              <a:gd name="connsiteX12525" fmla="*/ 5596807 w 10450132"/>
              <a:gd name="connsiteY12525" fmla="*/ 443377 h 5450835"/>
              <a:gd name="connsiteX12526" fmla="*/ 5596807 w 10450132"/>
              <a:gd name="connsiteY12526" fmla="*/ 442523 h 5450835"/>
              <a:gd name="connsiteX12527" fmla="*/ 5601338 w 10450132"/>
              <a:gd name="connsiteY12527" fmla="*/ 434642 h 5450835"/>
              <a:gd name="connsiteX12528" fmla="*/ 5602126 w 10450132"/>
              <a:gd name="connsiteY12528" fmla="*/ 434183 h 5450835"/>
              <a:gd name="connsiteX12529" fmla="*/ 9418035 w 10450132"/>
              <a:gd name="connsiteY12529" fmla="*/ 434176 h 5450835"/>
              <a:gd name="connsiteX12530" fmla="*/ 9427099 w 10450132"/>
              <a:gd name="connsiteY12530" fmla="*/ 434176 h 5450835"/>
              <a:gd name="connsiteX12531" fmla="*/ 9427887 w 10450132"/>
              <a:gd name="connsiteY12531" fmla="*/ 434636 h 5450835"/>
              <a:gd name="connsiteX12532" fmla="*/ 9432419 w 10450132"/>
              <a:gd name="connsiteY12532" fmla="*/ 442517 h 5450835"/>
              <a:gd name="connsiteX12533" fmla="*/ 9432419 w 10450132"/>
              <a:gd name="connsiteY12533" fmla="*/ 443371 h 5450835"/>
              <a:gd name="connsiteX12534" fmla="*/ 9427887 w 10450132"/>
              <a:gd name="connsiteY12534" fmla="*/ 451254 h 5450835"/>
              <a:gd name="connsiteX12535" fmla="*/ 9427099 w 10450132"/>
              <a:gd name="connsiteY12535" fmla="*/ 451712 h 5450835"/>
              <a:gd name="connsiteX12536" fmla="*/ 9418035 w 10450132"/>
              <a:gd name="connsiteY12536" fmla="*/ 451712 h 5450835"/>
              <a:gd name="connsiteX12537" fmla="*/ 9417247 w 10450132"/>
              <a:gd name="connsiteY12537" fmla="*/ 451254 h 5450835"/>
              <a:gd name="connsiteX12538" fmla="*/ 9412714 w 10450132"/>
              <a:gd name="connsiteY12538" fmla="*/ 443371 h 5450835"/>
              <a:gd name="connsiteX12539" fmla="*/ 9412714 w 10450132"/>
              <a:gd name="connsiteY12539" fmla="*/ 442517 h 5450835"/>
              <a:gd name="connsiteX12540" fmla="*/ 9417247 w 10450132"/>
              <a:gd name="connsiteY12540" fmla="*/ 434636 h 5450835"/>
              <a:gd name="connsiteX12541" fmla="*/ 9418035 w 10450132"/>
              <a:gd name="connsiteY12541" fmla="*/ 434176 h 5450835"/>
              <a:gd name="connsiteX12542" fmla="*/ 3312784 w 10450132"/>
              <a:gd name="connsiteY12542" fmla="*/ 434172 h 5450835"/>
              <a:gd name="connsiteX12543" fmla="*/ 3321848 w 10450132"/>
              <a:gd name="connsiteY12543" fmla="*/ 434172 h 5450835"/>
              <a:gd name="connsiteX12544" fmla="*/ 3322637 w 10450132"/>
              <a:gd name="connsiteY12544" fmla="*/ 434632 h 5450835"/>
              <a:gd name="connsiteX12545" fmla="*/ 3327168 w 10450132"/>
              <a:gd name="connsiteY12545" fmla="*/ 442512 h 5450835"/>
              <a:gd name="connsiteX12546" fmla="*/ 3327168 w 10450132"/>
              <a:gd name="connsiteY12546" fmla="*/ 443366 h 5450835"/>
              <a:gd name="connsiteX12547" fmla="*/ 3322637 w 10450132"/>
              <a:gd name="connsiteY12547" fmla="*/ 451248 h 5450835"/>
              <a:gd name="connsiteX12548" fmla="*/ 3321848 w 10450132"/>
              <a:gd name="connsiteY12548" fmla="*/ 451709 h 5450835"/>
              <a:gd name="connsiteX12549" fmla="*/ 3312784 w 10450132"/>
              <a:gd name="connsiteY12549" fmla="*/ 451709 h 5450835"/>
              <a:gd name="connsiteX12550" fmla="*/ 3311996 w 10450132"/>
              <a:gd name="connsiteY12550" fmla="*/ 451248 h 5450835"/>
              <a:gd name="connsiteX12551" fmla="*/ 3307463 w 10450132"/>
              <a:gd name="connsiteY12551" fmla="*/ 443366 h 5450835"/>
              <a:gd name="connsiteX12552" fmla="*/ 3307463 w 10450132"/>
              <a:gd name="connsiteY12552" fmla="*/ 442512 h 5450835"/>
              <a:gd name="connsiteX12553" fmla="*/ 3311996 w 10450132"/>
              <a:gd name="connsiteY12553" fmla="*/ 434632 h 5450835"/>
              <a:gd name="connsiteX12554" fmla="*/ 3312784 w 10450132"/>
              <a:gd name="connsiteY12554" fmla="*/ 434172 h 5450835"/>
              <a:gd name="connsiteX12555" fmla="*/ 259982 w 10450132"/>
              <a:gd name="connsiteY12555" fmla="*/ 434171 h 5450835"/>
              <a:gd name="connsiteX12556" fmla="*/ 269046 w 10450132"/>
              <a:gd name="connsiteY12556" fmla="*/ 434171 h 5450835"/>
              <a:gd name="connsiteX12557" fmla="*/ 269047 w 10450132"/>
              <a:gd name="connsiteY12557" fmla="*/ 434171 h 5450835"/>
              <a:gd name="connsiteX12558" fmla="*/ 269835 w 10450132"/>
              <a:gd name="connsiteY12558" fmla="*/ 434632 h 5450835"/>
              <a:gd name="connsiteX12559" fmla="*/ 274367 w 10450132"/>
              <a:gd name="connsiteY12559" fmla="*/ 442512 h 5450835"/>
              <a:gd name="connsiteX12560" fmla="*/ 274367 w 10450132"/>
              <a:gd name="connsiteY12560" fmla="*/ 443366 h 5450835"/>
              <a:gd name="connsiteX12561" fmla="*/ 269835 w 10450132"/>
              <a:gd name="connsiteY12561" fmla="*/ 451248 h 5450835"/>
              <a:gd name="connsiteX12562" fmla="*/ 269047 w 10450132"/>
              <a:gd name="connsiteY12562" fmla="*/ 451709 h 5450835"/>
              <a:gd name="connsiteX12563" fmla="*/ 259983 w 10450132"/>
              <a:gd name="connsiteY12563" fmla="*/ 451709 h 5450835"/>
              <a:gd name="connsiteX12564" fmla="*/ 259982 w 10450132"/>
              <a:gd name="connsiteY12564" fmla="*/ 451707 h 5450835"/>
              <a:gd name="connsiteX12565" fmla="*/ 259193 w 10450132"/>
              <a:gd name="connsiteY12565" fmla="*/ 451248 h 5450835"/>
              <a:gd name="connsiteX12566" fmla="*/ 254662 w 10450132"/>
              <a:gd name="connsiteY12566" fmla="*/ 443366 h 5450835"/>
              <a:gd name="connsiteX12567" fmla="*/ 254662 w 10450132"/>
              <a:gd name="connsiteY12567" fmla="*/ 442512 h 5450835"/>
              <a:gd name="connsiteX12568" fmla="*/ 259193 w 10450132"/>
              <a:gd name="connsiteY12568" fmla="*/ 434630 h 5450835"/>
              <a:gd name="connsiteX12569" fmla="*/ 259982 w 10450132"/>
              <a:gd name="connsiteY12569" fmla="*/ 434171 h 5450835"/>
              <a:gd name="connsiteX12570" fmla="*/ 3821544 w 10450132"/>
              <a:gd name="connsiteY12570" fmla="*/ 434162 h 5450835"/>
              <a:gd name="connsiteX12571" fmla="*/ 3830611 w 10450132"/>
              <a:gd name="connsiteY12571" fmla="*/ 434162 h 5450835"/>
              <a:gd name="connsiteX12572" fmla="*/ 3831397 w 10450132"/>
              <a:gd name="connsiteY12572" fmla="*/ 434622 h 5450835"/>
              <a:gd name="connsiteX12573" fmla="*/ 3835931 w 10450132"/>
              <a:gd name="connsiteY12573" fmla="*/ 442503 h 5450835"/>
              <a:gd name="connsiteX12574" fmla="*/ 3835931 w 10450132"/>
              <a:gd name="connsiteY12574" fmla="*/ 443356 h 5450835"/>
              <a:gd name="connsiteX12575" fmla="*/ 3831397 w 10450132"/>
              <a:gd name="connsiteY12575" fmla="*/ 451238 h 5450835"/>
              <a:gd name="connsiteX12576" fmla="*/ 3830611 w 10450132"/>
              <a:gd name="connsiteY12576" fmla="*/ 451699 h 5450835"/>
              <a:gd name="connsiteX12577" fmla="*/ 3821544 w 10450132"/>
              <a:gd name="connsiteY12577" fmla="*/ 451699 h 5450835"/>
              <a:gd name="connsiteX12578" fmla="*/ 3820758 w 10450132"/>
              <a:gd name="connsiteY12578" fmla="*/ 451238 h 5450835"/>
              <a:gd name="connsiteX12579" fmla="*/ 3816227 w 10450132"/>
              <a:gd name="connsiteY12579" fmla="*/ 443356 h 5450835"/>
              <a:gd name="connsiteX12580" fmla="*/ 3816227 w 10450132"/>
              <a:gd name="connsiteY12580" fmla="*/ 442503 h 5450835"/>
              <a:gd name="connsiteX12581" fmla="*/ 3820758 w 10450132"/>
              <a:gd name="connsiteY12581" fmla="*/ 434622 h 5450835"/>
              <a:gd name="connsiteX12582" fmla="*/ 3821544 w 10450132"/>
              <a:gd name="connsiteY12582" fmla="*/ 434162 h 5450835"/>
              <a:gd name="connsiteX12583" fmla="*/ 2803903 w 10450132"/>
              <a:gd name="connsiteY12583" fmla="*/ 434160 h 5450835"/>
              <a:gd name="connsiteX12584" fmla="*/ 2812966 w 10450132"/>
              <a:gd name="connsiteY12584" fmla="*/ 434160 h 5450835"/>
              <a:gd name="connsiteX12585" fmla="*/ 2813754 w 10450132"/>
              <a:gd name="connsiteY12585" fmla="*/ 434618 h 5450835"/>
              <a:gd name="connsiteX12586" fmla="*/ 2818286 w 10450132"/>
              <a:gd name="connsiteY12586" fmla="*/ 442500 h 5450835"/>
              <a:gd name="connsiteX12587" fmla="*/ 2818286 w 10450132"/>
              <a:gd name="connsiteY12587" fmla="*/ 443355 h 5450835"/>
              <a:gd name="connsiteX12588" fmla="*/ 2813754 w 10450132"/>
              <a:gd name="connsiteY12588" fmla="*/ 451236 h 5450835"/>
              <a:gd name="connsiteX12589" fmla="*/ 2812966 w 10450132"/>
              <a:gd name="connsiteY12589" fmla="*/ 451697 h 5450835"/>
              <a:gd name="connsiteX12590" fmla="*/ 2803903 w 10450132"/>
              <a:gd name="connsiteY12590" fmla="*/ 451697 h 5450835"/>
              <a:gd name="connsiteX12591" fmla="*/ 2803112 w 10450132"/>
              <a:gd name="connsiteY12591" fmla="*/ 451236 h 5450835"/>
              <a:gd name="connsiteX12592" fmla="*/ 2798580 w 10450132"/>
              <a:gd name="connsiteY12592" fmla="*/ 443355 h 5450835"/>
              <a:gd name="connsiteX12593" fmla="*/ 2798580 w 10450132"/>
              <a:gd name="connsiteY12593" fmla="*/ 442500 h 5450835"/>
              <a:gd name="connsiteX12594" fmla="*/ 2803112 w 10450132"/>
              <a:gd name="connsiteY12594" fmla="*/ 434618 h 5450835"/>
              <a:gd name="connsiteX12595" fmla="*/ 2803903 w 10450132"/>
              <a:gd name="connsiteY12595" fmla="*/ 434160 h 5450835"/>
              <a:gd name="connsiteX12596" fmla="*/ 2295114 w 10450132"/>
              <a:gd name="connsiteY12596" fmla="*/ 434159 h 5450835"/>
              <a:gd name="connsiteX12597" fmla="*/ 2304179 w 10450132"/>
              <a:gd name="connsiteY12597" fmla="*/ 434159 h 5450835"/>
              <a:gd name="connsiteX12598" fmla="*/ 2304968 w 10450132"/>
              <a:gd name="connsiteY12598" fmla="*/ 434618 h 5450835"/>
              <a:gd name="connsiteX12599" fmla="*/ 2309499 w 10450132"/>
              <a:gd name="connsiteY12599" fmla="*/ 442500 h 5450835"/>
              <a:gd name="connsiteX12600" fmla="*/ 2309499 w 10450132"/>
              <a:gd name="connsiteY12600" fmla="*/ 443354 h 5450835"/>
              <a:gd name="connsiteX12601" fmla="*/ 2304968 w 10450132"/>
              <a:gd name="connsiteY12601" fmla="*/ 451236 h 5450835"/>
              <a:gd name="connsiteX12602" fmla="*/ 2304179 w 10450132"/>
              <a:gd name="connsiteY12602" fmla="*/ 451695 h 5450835"/>
              <a:gd name="connsiteX12603" fmla="*/ 2295114 w 10450132"/>
              <a:gd name="connsiteY12603" fmla="*/ 451695 h 5450835"/>
              <a:gd name="connsiteX12604" fmla="*/ 2294325 w 10450132"/>
              <a:gd name="connsiteY12604" fmla="*/ 451236 h 5450835"/>
              <a:gd name="connsiteX12605" fmla="*/ 2289794 w 10450132"/>
              <a:gd name="connsiteY12605" fmla="*/ 443354 h 5450835"/>
              <a:gd name="connsiteX12606" fmla="*/ 2289794 w 10450132"/>
              <a:gd name="connsiteY12606" fmla="*/ 442500 h 5450835"/>
              <a:gd name="connsiteX12607" fmla="*/ 2294325 w 10450132"/>
              <a:gd name="connsiteY12607" fmla="*/ 434618 h 5450835"/>
              <a:gd name="connsiteX12608" fmla="*/ 2295114 w 10450132"/>
              <a:gd name="connsiteY12608" fmla="*/ 434159 h 5450835"/>
              <a:gd name="connsiteX12609" fmla="*/ 6619714 w 10450132"/>
              <a:gd name="connsiteY12609" fmla="*/ 434154 h 5450835"/>
              <a:gd name="connsiteX12610" fmla="*/ 6628778 w 10450132"/>
              <a:gd name="connsiteY12610" fmla="*/ 434154 h 5450835"/>
              <a:gd name="connsiteX12611" fmla="*/ 6629566 w 10450132"/>
              <a:gd name="connsiteY12611" fmla="*/ 434614 h 5450835"/>
              <a:gd name="connsiteX12612" fmla="*/ 6634099 w 10450132"/>
              <a:gd name="connsiteY12612" fmla="*/ 442495 h 5450835"/>
              <a:gd name="connsiteX12613" fmla="*/ 6634099 w 10450132"/>
              <a:gd name="connsiteY12613" fmla="*/ 443349 h 5450835"/>
              <a:gd name="connsiteX12614" fmla="*/ 6629566 w 10450132"/>
              <a:gd name="connsiteY12614" fmla="*/ 451231 h 5450835"/>
              <a:gd name="connsiteX12615" fmla="*/ 6628778 w 10450132"/>
              <a:gd name="connsiteY12615" fmla="*/ 451691 h 5450835"/>
              <a:gd name="connsiteX12616" fmla="*/ 6619714 w 10450132"/>
              <a:gd name="connsiteY12616" fmla="*/ 451691 h 5450835"/>
              <a:gd name="connsiteX12617" fmla="*/ 6618926 w 10450132"/>
              <a:gd name="connsiteY12617" fmla="*/ 451231 h 5450835"/>
              <a:gd name="connsiteX12618" fmla="*/ 6614394 w 10450132"/>
              <a:gd name="connsiteY12618" fmla="*/ 443349 h 5450835"/>
              <a:gd name="connsiteX12619" fmla="*/ 6614394 w 10450132"/>
              <a:gd name="connsiteY12619" fmla="*/ 442495 h 5450835"/>
              <a:gd name="connsiteX12620" fmla="*/ 6618926 w 10450132"/>
              <a:gd name="connsiteY12620" fmla="*/ 434614 h 5450835"/>
              <a:gd name="connsiteX12621" fmla="*/ 6619714 w 10450132"/>
              <a:gd name="connsiteY12621" fmla="*/ 434154 h 5450835"/>
              <a:gd name="connsiteX12622" fmla="*/ 7128477 w 10450132"/>
              <a:gd name="connsiteY12622" fmla="*/ 434152 h 5450835"/>
              <a:gd name="connsiteX12623" fmla="*/ 7137540 w 10450132"/>
              <a:gd name="connsiteY12623" fmla="*/ 434152 h 5450835"/>
              <a:gd name="connsiteX12624" fmla="*/ 7138328 w 10450132"/>
              <a:gd name="connsiteY12624" fmla="*/ 434612 h 5450835"/>
              <a:gd name="connsiteX12625" fmla="*/ 7142860 w 10450132"/>
              <a:gd name="connsiteY12625" fmla="*/ 442494 h 5450835"/>
              <a:gd name="connsiteX12626" fmla="*/ 7142860 w 10450132"/>
              <a:gd name="connsiteY12626" fmla="*/ 443347 h 5450835"/>
              <a:gd name="connsiteX12627" fmla="*/ 7138328 w 10450132"/>
              <a:gd name="connsiteY12627" fmla="*/ 451230 h 5450835"/>
              <a:gd name="connsiteX12628" fmla="*/ 7137540 w 10450132"/>
              <a:gd name="connsiteY12628" fmla="*/ 451689 h 5450835"/>
              <a:gd name="connsiteX12629" fmla="*/ 7128477 w 10450132"/>
              <a:gd name="connsiteY12629" fmla="*/ 451689 h 5450835"/>
              <a:gd name="connsiteX12630" fmla="*/ 7127689 w 10450132"/>
              <a:gd name="connsiteY12630" fmla="*/ 451230 h 5450835"/>
              <a:gd name="connsiteX12631" fmla="*/ 7123156 w 10450132"/>
              <a:gd name="connsiteY12631" fmla="*/ 443347 h 5450835"/>
              <a:gd name="connsiteX12632" fmla="*/ 7123156 w 10450132"/>
              <a:gd name="connsiteY12632" fmla="*/ 442494 h 5450835"/>
              <a:gd name="connsiteX12633" fmla="*/ 7127689 w 10450132"/>
              <a:gd name="connsiteY12633" fmla="*/ 434612 h 5450835"/>
              <a:gd name="connsiteX12634" fmla="*/ 7128477 w 10450132"/>
              <a:gd name="connsiteY12634" fmla="*/ 434152 h 5450835"/>
              <a:gd name="connsiteX12635" fmla="*/ 8909274 w 10450132"/>
              <a:gd name="connsiteY12635" fmla="*/ 434148 h 5450835"/>
              <a:gd name="connsiteX12636" fmla="*/ 8918336 w 10450132"/>
              <a:gd name="connsiteY12636" fmla="*/ 434148 h 5450835"/>
              <a:gd name="connsiteX12637" fmla="*/ 8919125 w 10450132"/>
              <a:gd name="connsiteY12637" fmla="*/ 434607 h 5450835"/>
              <a:gd name="connsiteX12638" fmla="*/ 8923657 w 10450132"/>
              <a:gd name="connsiteY12638" fmla="*/ 442489 h 5450835"/>
              <a:gd name="connsiteX12639" fmla="*/ 8923657 w 10450132"/>
              <a:gd name="connsiteY12639" fmla="*/ 443344 h 5450835"/>
              <a:gd name="connsiteX12640" fmla="*/ 8919125 w 10450132"/>
              <a:gd name="connsiteY12640" fmla="*/ 451225 h 5450835"/>
              <a:gd name="connsiteX12641" fmla="*/ 8918336 w 10450132"/>
              <a:gd name="connsiteY12641" fmla="*/ 451685 h 5450835"/>
              <a:gd name="connsiteX12642" fmla="*/ 8909274 w 10450132"/>
              <a:gd name="connsiteY12642" fmla="*/ 451685 h 5450835"/>
              <a:gd name="connsiteX12643" fmla="*/ 8908484 w 10450132"/>
              <a:gd name="connsiteY12643" fmla="*/ 451225 h 5450835"/>
              <a:gd name="connsiteX12644" fmla="*/ 8903953 w 10450132"/>
              <a:gd name="connsiteY12644" fmla="*/ 443344 h 5450835"/>
              <a:gd name="connsiteX12645" fmla="*/ 8903953 w 10450132"/>
              <a:gd name="connsiteY12645" fmla="*/ 442489 h 5450835"/>
              <a:gd name="connsiteX12646" fmla="*/ 8908484 w 10450132"/>
              <a:gd name="connsiteY12646" fmla="*/ 434607 h 5450835"/>
              <a:gd name="connsiteX12647" fmla="*/ 8909274 w 10450132"/>
              <a:gd name="connsiteY12647" fmla="*/ 434148 h 5450835"/>
              <a:gd name="connsiteX12648" fmla="*/ 6110888 w 10450132"/>
              <a:gd name="connsiteY12648" fmla="*/ 434146 h 5450835"/>
              <a:gd name="connsiteX12649" fmla="*/ 6119953 w 10450132"/>
              <a:gd name="connsiteY12649" fmla="*/ 434146 h 5450835"/>
              <a:gd name="connsiteX12650" fmla="*/ 6120740 w 10450132"/>
              <a:gd name="connsiteY12650" fmla="*/ 434605 h 5450835"/>
              <a:gd name="connsiteX12651" fmla="*/ 6125272 w 10450132"/>
              <a:gd name="connsiteY12651" fmla="*/ 442487 h 5450835"/>
              <a:gd name="connsiteX12652" fmla="*/ 6125272 w 10450132"/>
              <a:gd name="connsiteY12652" fmla="*/ 443340 h 5450835"/>
              <a:gd name="connsiteX12653" fmla="*/ 6120740 w 10450132"/>
              <a:gd name="connsiteY12653" fmla="*/ 451223 h 5450835"/>
              <a:gd name="connsiteX12654" fmla="*/ 6119953 w 10450132"/>
              <a:gd name="connsiteY12654" fmla="*/ 451683 h 5450835"/>
              <a:gd name="connsiteX12655" fmla="*/ 6110888 w 10450132"/>
              <a:gd name="connsiteY12655" fmla="*/ 451683 h 5450835"/>
              <a:gd name="connsiteX12656" fmla="*/ 6110101 w 10450132"/>
              <a:gd name="connsiteY12656" fmla="*/ 451223 h 5450835"/>
              <a:gd name="connsiteX12657" fmla="*/ 6105567 w 10450132"/>
              <a:gd name="connsiteY12657" fmla="*/ 443340 h 5450835"/>
              <a:gd name="connsiteX12658" fmla="*/ 6105567 w 10450132"/>
              <a:gd name="connsiteY12658" fmla="*/ 442487 h 5450835"/>
              <a:gd name="connsiteX12659" fmla="*/ 6110101 w 10450132"/>
              <a:gd name="connsiteY12659" fmla="*/ 434605 h 5450835"/>
              <a:gd name="connsiteX12660" fmla="*/ 6110888 w 10450132"/>
              <a:gd name="connsiteY12660" fmla="*/ 434146 h 5450835"/>
              <a:gd name="connsiteX12661" fmla="*/ 6365334 w 10450132"/>
              <a:gd name="connsiteY12661" fmla="*/ 434130 h 5450835"/>
              <a:gd name="connsiteX12662" fmla="*/ 6374397 w 10450132"/>
              <a:gd name="connsiteY12662" fmla="*/ 434130 h 5450835"/>
              <a:gd name="connsiteX12663" fmla="*/ 6375186 w 10450132"/>
              <a:gd name="connsiteY12663" fmla="*/ 434590 h 5450835"/>
              <a:gd name="connsiteX12664" fmla="*/ 6379718 w 10450132"/>
              <a:gd name="connsiteY12664" fmla="*/ 442471 h 5450835"/>
              <a:gd name="connsiteX12665" fmla="*/ 6379718 w 10450132"/>
              <a:gd name="connsiteY12665" fmla="*/ 443324 h 5450835"/>
              <a:gd name="connsiteX12666" fmla="*/ 6375186 w 10450132"/>
              <a:gd name="connsiteY12666" fmla="*/ 451208 h 5450835"/>
              <a:gd name="connsiteX12667" fmla="*/ 6374397 w 10450132"/>
              <a:gd name="connsiteY12667" fmla="*/ 451667 h 5450835"/>
              <a:gd name="connsiteX12668" fmla="*/ 6365334 w 10450132"/>
              <a:gd name="connsiteY12668" fmla="*/ 451667 h 5450835"/>
              <a:gd name="connsiteX12669" fmla="*/ 6364546 w 10450132"/>
              <a:gd name="connsiteY12669" fmla="*/ 451208 h 5450835"/>
              <a:gd name="connsiteX12670" fmla="*/ 6360014 w 10450132"/>
              <a:gd name="connsiteY12670" fmla="*/ 443324 h 5450835"/>
              <a:gd name="connsiteX12671" fmla="*/ 6360014 w 10450132"/>
              <a:gd name="connsiteY12671" fmla="*/ 442471 h 5450835"/>
              <a:gd name="connsiteX12672" fmla="*/ 6364546 w 10450132"/>
              <a:gd name="connsiteY12672" fmla="*/ 434590 h 5450835"/>
              <a:gd name="connsiteX12673" fmla="*/ 6365334 w 10450132"/>
              <a:gd name="connsiteY12673" fmla="*/ 434130 h 5450835"/>
              <a:gd name="connsiteX12674" fmla="*/ 1786371 w 10450132"/>
              <a:gd name="connsiteY12674" fmla="*/ 434129 h 5450835"/>
              <a:gd name="connsiteX12675" fmla="*/ 1795434 w 10450132"/>
              <a:gd name="connsiteY12675" fmla="*/ 434129 h 5450835"/>
              <a:gd name="connsiteX12676" fmla="*/ 1796222 w 10450132"/>
              <a:gd name="connsiteY12676" fmla="*/ 434588 h 5450835"/>
              <a:gd name="connsiteX12677" fmla="*/ 1800754 w 10450132"/>
              <a:gd name="connsiteY12677" fmla="*/ 442469 h 5450835"/>
              <a:gd name="connsiteX12678" fmla="*/ 1800754 w 10450132"/>
              <a:gd name="connsiteY12678" fmla="*/ 443323 h 5450835"/>
              <a:gd name="connsiteX12679" fmla="*/ 1796222 w 10450132"/>
              <a:gd name="connsiteY12679" fmla="*/ 451205 h 5450835"/>
              <a:gd name="connsiteX12680" fmla="*/ 1795434 w 10450132"/>
              <a:gd name="connsiteY12680" fmla="*/ 451665 h 5450835"/>
              <a:gd name="connsiteX12681" fmla="*/ 1795395 w 10450132"/>
              <a:gd name="connsiteY12681" fmla="*/ 451665 h 5450835"/>
              <a:gd name="connsiteX12682" fmla="*/ 1795352 w 10450132"/>
              <a:gd name="connsiteY12682" fmla="*/ 451691 h 5450835"/>
              <a:gd name="connsiteX12683" fmla="*/ 1786287 w 10450132"/>
              <a:gd name="connsiteY12683" fmla="*/ 451691 h 5450835"/>
              <a:gd name="connsiteX12684" fmla="*/ 1785499 w 10450132"/>
              <a:gd name="connsiteY12684" fmla="*/ 451231 h 5450835"/>
              <a:gd name="connsiteX12685" fmla="*/ 1780967 w 10450132"/>
              <a:gd name="connsiteY12685" fmla="*/ 443349 h 5450835"/>
              <a:gd name="connsiteX12686" fmla="*/ 1780967 w 10450132"/>
              <a:gd name="connsiteY12686" fmla="*/ 442495 h 5450835"/>
              <a:gd name="connsiteX12687" fmla="*/ 1785499 w 10450132"/>
              <a:gd name="connsiteY12687" fmla="*/ 434614 h 5450835"/>
              <a:gd name="connsiteX12688" fmla="*/ 1786287 w 10450132"/>
              <a:gd name="connsiteY12688" fmla="*/ 434154 h 5450835"/>
              <a:gd name="connsiteX12689" fmla="*/ 1786326 w 10450132"/>
              <a:gd name="connsiteY12689" fmla="*/ 434154 h 5450835"/>
              <a:gd name="connsiteX12690" fmla="*/ 8654892 w 10450132"/>
              <a:gd name="connsiteY12690" fmla="*/ 434127 h 5450835"/>
              <a:gd name="connsiteX12691" fmla="*/ 8663955 w 10450132"/>
              <a:gd name="connsiteY12691" fmla="*/ 434127 h 5450835"/>
              <a:gd name="connsiteX12692" fmla="*/ 8664744 w 10450132"/>
              <a:gd name="connsiteY12692" fmla="*/ 434585 h 5450835"/>
              <a:gd name="connsiteX12693" fmla="*/ 8669277 w 10450132"/>
              <a:gd name="connsiteY12693" fmla="*/ 442467 h 5450835"/>
              <a:gd name="connsiteX12694" fmla="*/ 8669277 w 10450132"/>
              <a:gd name="connsiteY12694" fmla="*/ 443322 h 5450835"/>
              <a:gd name="connsiteX12695" fmla="*/ 8664744 w 10450132"/>
              <a:gd name="connsiteY12695" fmla="*/ 451203 h 5450835"/>
              <a:gd name="connsiteX12696" fmla="*/ 8663955 w 10450132"/>
              <a:gd name="connsiteY12696" fmla="*/ 451664 h 5450835"/>
              <a:gd name="connsiteX12697" fmla="*/ 8654892 w 10450132"/>
              <a:gd name="connsiteY12697" fmla="*/ 451664 h 5450835"/>
              <a:gd name="connsiteX12698" fmla="*/ 8654104 w 10450132"/>
              <a:gd name="connsiteY12698" fmla="*/ 451203 h 5450835"/>
              <a:gd name="connsiteX12699" fmla="*/ 8649572 w 10450132"/>
              <a:gd name="connsiteY12699" fmla="*/ 443322 h 5450835"/>
              <a:gd name="connsiteX12700" fmla="*/ 8649572 w 10450132"/>
              <a:gd name="connsiteY12700" fmla="*/ 442467 h 5450835"/>
              <a:gd name="connsiteX12701" fmla="*/ 8654104 w 10450132"/>
              <a:gd name="connsiteY12701" fmla="*/ 434585 h 5450835"/>
              <a:gd name="connsiteX12702" fmla="*/ 8654892 w 10450132"/>
              <a:gd name="connsiteY12702" fmla="*/ 434127 h 5450835"/>
              <a:gd name="connsiteX12703" fmla="*/ 5856508 w 10450132"/>
              <a:gd name="connsiteY12703" fmla="*/ 434126 h 5450835"/>
              <a:gd name="connsiteX12704" fmla="*/ 5865571 w 10450132"/>
              <a:gd name="connsiteY12704" fmla="*/ 434126 h 5450835"/>
              <a:gd name="connsiteX12705" fmla="*/ 5866359 w 10450132"/>
              <a:gd name="connsiteY12705" fmla="*/ 434585 h 5450835"/>
              <a:gd name="connsiteX12706" fmla="*/ 5870891 w 10450132"/>
              <a:gd name="connsiteY12706" fmla="*/ 442466 h 5450835"/>
              <a:gd name="connsiteX12707" fmla="*/ 5870891 w 10450132"/>
              <a:gd name="connsiteY12707" fmla="*/ 443320 h 5450835"/>
              <a:gd name="connsiteX12708" fmla="*/ 5866359 w 10450132"/>
              <a:gd name="connsiteY12708" fmla="*/ 451202 h 5450835"/>
              <a:gd name="connsiteX12709" fmla="*/ 5865571 w 10450132"/>
              <a:gd name="connsiteY12709" fmla="*/ 451662 h 5450835"/>
              <a:gd name="connsiteX12710" fmla="*/ 5856508 w 10450132"/>
              <a:gd name="connsiteY12710" fmla="*/ 451662 h 5450835"/>
              <a:gd name="connsiteX12711" fmla="*/ 5855720 w 10450132"/>
              <a:gd name="connsiteY12711" fmla="*/ 451202 h 5450835"/>
              <a:gd name="connsiteX12712" fmla="*/ 5851187 w 10450132"/>
              <a:gd name="connsiteY12712" fmla="*/ 443320 h 5450835"/>
              <a:gd name="connsiteX12713" fmla="*/ 5851187 w 10450132"/>
              <a:gd name="connsiteY12713" fmla="*/ 442466 h 5450835"/>
              <a:gd name="connsiteX12714" fmla="*/ 5855720 w 10450132"/>
              <a:gd name="connsiteY12714" fmla="*/ 434585 h 5450835"/>
              <a:gd name="connsiteX12715" fmla="*/ 5856508 w 10450132"/>
              <a:gd name="connsiteY12715" fmla="*/ 434126 h 5450835"/>
              <a:gd name="connsiteX12716" fmla="*/ 4330157 w 10450132"/>
              <a:gd name="connsiteY12716" fmla="*/ 434117 h 5450835"/>
              <a:gd name="connsiteX12717" fmla="*/ 4339222 w 10450132"/>
              <a:gd name="connsiteY12717" fmla="*/ 434117 h 5450835"/>
              <a:gd name="connsiteX12718" fmla="*/ 4340010 w 10450132"/>
              <a:gd name="connsiteY12718" fmla="*/ 434576 h 5450835"/>
              <a:gd name="connsiteX12719" fmla="*/ 4344540 w 10450132"/>
              <a:gd name="connsiteY12719" fmla="*/ 442458 h 5450835"/>
              <a:gd name="connsiteX12720" fmla="*/ 4344540 w 10450132"/>
              <a:gd name="connsiteY12720" fmla="*/ 443311 h 5450835"/>
              <a:gd name="connsiteX12721" fmla="*/ 4340010 w 10450132"/>
              <a:gd name="connsiteY12721" fmla="*/ 451193 h 5450835"/>
              <a:gd name="connsiteX12722" fmla="*/ 4339222 w 10450132"/>
              <a:gd name="connsiteY12722" fmla="*/ 451653 h 5450835"/>
              <a:gd name="connsiteX12723" fmla="*/ 4330157 w 10450132"/>
              <a:gd name="connsiteY12723" fmla="*/ 451653 h 5450835"/>
              <a:gd name="connsiteX12724" fmla="*/ 4329369 w 10450132"/>
              <a:gd name="connsiteY12724" fmla="*/ 451193 h 5450835"/>
              <a:gd name="connsiteX12725" fmla="*/ 4324836 w 10450132"/>
              <a:gd name="connsiteY12725" fmla="*/ 443311 h 5450835"/>
              <a:gd name="connsiteX12726" fmla="*/ 4324836 w 10450132"/>
              <a:gd name="connsiteY12726" fmla="*/ 442458 h 5450835"/>
              <a:gd name="connsiteX12727" fmla="*/ 4329369 w 10450132"/>
              <a:gd name="connsiteY12727" fmla="*/ 434576 h 5450835"/>
              <a:gd name="connsiteX12728" fmla="*/ 4330157 w 10450132"/>
              <a:gd name="connsiteY12728" fmla="*/ 434117 h 5450835"/>
              <a:gd name="connsiteX12729" fmla="*/ 9163654 w 10450132"/>
              <a:gd name="connsiteY12729" fmla="*/ 434113 h 5450835"/>
              <a:gd name="connsiteX12730" fmla="*/ 9172718 w 10450132"/>
              <a:gd name="connsiteY12730" fmla="*/ 434113 h 5450835"/>
              <a:gd name="connsiteX12731" fmla="*/ 9173506 w 10450132"/>
              <a:gd name="connsiteY12731" fmla="*/ 434572 h 5450835"/>
              <a:gd name="connsiteX12732" fmla="*/ 9178038 w 10450132"/>
              <a:gd name="connsiteY12732" fmla="*/ 442454 h 5450835"/>
              <a:gd name="connsiteX12733" fmla="*/ 9178038 w 10450132"/>
              <a:gd name="connsiteY12733" fmla="*/ 443308 h 5450835"/>
              <a:gd name="connsiteX12734" fmla="*/ 9173506 w 10450132"/>
              <a:gd name="connsiteY12734" fmla="*/ 451190 h 5450835"/>
              <a:gd name="connsiteX12735" fmla="*/ 9172718 w 10450132"/>
              <a:gd name="connsiteY12735" fmla="*/ 451650 h 5450835"/>
              <a:gd name="connsiteX12736" fmla="*/ 9163654 w 10450132"/>
              <a:gd name="connsiteY12736" fmla="*/ 451650 h 5450835"/>
              <a:gd name="connsiteX12737" fmla="*/ 9162866 w 10450132"/>
              <a:gd name="connsiteY12737" fmla="*/ 451190 h 5450835"/>
              <a:gd name="connsiteX12738" fmla="*/ 9158333 w 10450132"/>
              <a:gd name="connsiteY12738" fmla="*/ 443308 h 5450835"/>
              <a:gd name="connsiteX12739" fmla="*/ 9158333 w 10450132"/>
              <a:gd name="connsiteY12739" fmla="*/ 442454 h 5450835"/>
              <a:gd name="connsiteX12740" fmla="*/ 9162866 w 10450132"/>
              <a:gd name="connsiteY12740" fmla="*/ 434572 h 5450835"/>
              <a:gd name="connsiteX12741" fmla="*/ 9163654 w 10450132"/>
              <a:gd name="connsiteY12741" fmla="*/ 434113 h 5450835"/>
              <a:gd name="connsiteX12742" fmla="*/ 5347746 w 10450132"/>
              <a:gd name="connsiteY12742" fmla="*/ 434113 h 5450835"/>
              <a:gd name="connsiteX12743" fmla="*/ 5356810 w 10450132"/>
              <a:gd name="connsiteY12743" fmla="*/ 434113 h 5450835"/>
              <a:gd name="connsiteX12744" fmla="*/ 5357598 w 10450132"/>
              <a:gd name="connsiteY12744" fmla="*/ 434572 h 5450835"/>
              <a:gd name="connsiteX12745" fmla="*/ 5362130 w 10450132"/>
              <a:gd name="connsiteY12745" fmla="*/ 442454 h 5450835"/>
              <a:gd name="connsiteX12746" fmla="*/ 5362130 w 10450132"/>
              <a:gd name="connsiteY12746" fmla="*/ 443308 h 5450835"/>
              <a:gd name="connsiteX12747" fmla="*/ 5357598 w 10450132"/>
              <a:gd name="connsiteY12747" fmla="*/ 451190 h 5450835"/>
              <a:gd name="connsiteX12748" fmla="*/ 5356810 w 10450132"/>
              <a:gd name="connsiteY12748" fmla="*/ 451649 h 5450835"/>
              <a:gd name="connsiteX12749" fmla="*/ 5347746 w 10450132"/>
              <a:gd name="connsiteY12749" fmla="*/ 451649 h 5450835"/>
              <a:gd name="connsiteX12750" fmla="*/ 5346958 w 10450132"/>
              <a:gd name="connsiteY12750" fmla="*/ 451190 h 5450835"/>
              <a:gd name="connsiteX12751" fmla="*/ 5342425 w 10450132"/>
              <a:gd name="connsiteY12751" fmla="*/ 443308 h 5450835"/>
              <a:gd name="connsiteX12752" fmla="*/ 5342425 w 10450132"/>
              <a:gd name="connsiteY12752" fmla="*/ 442454 h 5450835"/>
              <a:gd name="connsiteX12753" fmla="*/ 5346958 w 10450132"/>
              <a:gd name="connsiteY12753" fmla="*/ 434572 h 5450835"/>
              <a:gd name="connsiteX12754" fmla="*/ 5347746 w 10450132"/>
              <a:gd name="connsiteY12754" fmla="*/ 434113 h 5450835"/>
              <a:gd name="connsiteX12755" fmla="*/ 4838919 w 10450132"/>
              <a:gd name="connsiteY12755" fmla="*/ 434113 h 5450835"/>
              <a:gd name="connsiteX12756" fmla="*/ 4847982 w 10450132"/>
              <a:gd name="connsiteY12756" fmla="*/ 434113 h 5450835"/>
              <a:gd name="connsiteX12757" fmla="*/ 4848772 w 10450132"/>
              <a:gd name="connsiteY12757" fmla="*/ 434572 h 5450835"/>
              <a:gd name="connsiteX12758" fmla="*/ 4853303 w 10450132"/>
              <a:gd name="connsiteY12758" fmla="*/ 442454 h 5450835"/>
              <a:gd name="connsiteX12759" fmla="*/ 4853303 w 10450132"/>
              <a:gd name="connsiteY12759" fmla="*/ 443308 h 5450835"/>
              <a:gd name="connsiteX12760" fmla="*/ 4848772 w 10450132"/>
              <a:gd name="connsiteY12760" fmla="*/ 451190 h 5450835"/>
              <a:gd name="connsiteX12761" fmla="*/ 4847982 w 10450132"/>
              <a:gd name="connsiteY12761" fmla="*/ 451649 h 5450835"/>
              <a:gd name="connsiteX12762" fmla="*/ 4838919 w 10450132"/>
              <a:gd name="connsiteY12762" fmla="*/ 451649 h 5450835"/>
              <a:gd name="connsiteX12763" fmla="*/ 4838132 w 10450132"/>
              <a:gd name="connsiteY12763" fmla="*/ 451190 h 5450835"/>
              <a:gd name="connsiteX12764" fmla="*/ 4833598 w 10450132"/>
              <a:gd name="connsiteY12764" fmla="*/ 443308 h 5450835"/>
              <a:gd name="connsiteX12765" fmla="*/ 4833598 w 10450132"/>
              <a:gd name="connsiteY12765" fmla="*/ 442454 h 5450835"/>
              <a:gd name="connsiteX12766" fmla="*/ 4838132 w 10450132"/>
              <a:gd name="connsiteY12766" fmla="*/ 434572 h 5450835"/>
              <a:gd name="connsiteX12767" fmla="*/ 4838919 w 10450132"/>
              <a:gd name="connsiteY12767" fmla="*/ 434113 h 5450835"/>
              <a:gd name="connsiteX12768" fmla="*/ 4584538 w 10450132"/>
              <a:gd name="connsiteY12768" fmla="*/ 434113 h 5450835"/>
              <a:gd name="connsiteX12769" fmla="*/ 4593603 w 10450132"/>
              <a:gd name="connsiteY12769" fmla="*/ 434113 h 5450835"/>
              <a:gd name="connsiteX12770" fmla="*/ 4594390 w 10450132"/>
              <a:gd name="connsiteY12770" fmla="*/ 434571 h 5450835"/>
              <a:gd name="connsiteX12771" fmla="*/ 4598922 w 10450132"/>
              <a:gd name="connsiteY12771" fmla="*/ 442453 h 5450835"/>
              <a:gd name="connsiteX12772" fmla="*/ 4598922 w 10450132"/>
              <a:gd name="connsiteY12772" fmla="*/ 443308 h 5450835"/>
              <a:gd name="connsiteX12773" fmla="*/ 4594390 w 10450132"/>
              <a:gd name="connsiteY12773" fmla="*/ 451189 h 5450835"/>
              <a:gd name="connsiteX12774" fmla="*/ 4593603 w 10450132"/>
              <a:gd name="connsiteY12774" fmla="*/ 451649 h 5450835"/>
              <a:gd name="connsiteX12775" fmla="*/ 4584538 w 10450132"/>
              <a:gd name="connsiteY12775" fmla="*/ 451649 h 5450835"/>
              <a:gd name="connsiteX12776" fmla="*/ 4583749 w 10450132"/>
              <a:gd name="connsiteY12776" fmla="*/ 451189 h 5450835"/>
              <a:gd name="connsiteX12777" fmla="*/ 4579218 w 10450132"/>
              <a:gd name="connsiteY12777" fmla="*/ 443308 h 5450835"/>
              <a:gd name="connsiteX12778" fmla="*/ 4579218 w 10450132"/>
              <a:gd name="connsiteY12778" fmla="*/ 442453 h 5450835"/>
              <a:gd name="connsiteX12779" fmla="*/ 4583749 w 10450132"/>
              <a:gd name="connsiteY12779" fmla="*/ 434571 h 5450835"/>
              <a:gd name="connsiteX12780" fmla="*/ 4584538 w 10450132"/>
              <a:gd name="connsiteY12780" fmla="*/ 434113 h 5450835"/>
              <a:gd name="connsiteX12781" fmla="*/ 7891684 w 10450132"/>
              <a:gd name="connsiteY12781" fmla="*/ 434112 h 5450835"/>
              <a:gd name="connsiteX12782" fmla="*/ 7900748 w 10450132"/>
              <a:gd name="connsiteY12782" fmla="*/ 434112 h 5450835"/>
              <a:gd name="connsiteX12783" fmla="*/ 7901536 w 10450132"/>
              <a:gd name="connsiteY12783" fmla="*/ 434571 h 5450835"/>
              <a:gd name="connsiteX12784" fmla="*/ 7906067 w 10450132"/>
              <a:gd name="connsiteY12784" fmla="*/ 442453 h 5450835"/>
              <a:gd name="connsiteX12785" fmla="*/ 7906067 w 10450132"/>
              <a:gd name="connsiteY12785" fmla="*/ 443305 h 5450835"/>
              <a:gd name="connsiteX12786" fmla="*/ 7901536 w 10450132"/>
              <a:gd name="connsiteY12786" fmla="*/ 451189 h 5450835"/>
              <a:gd name="connsiteX12787" fmla="*/ 7900748 w 10450132"/>
              <a:gd name="connsiteY12787" fmla="*/ 451649 h 5450835"/>
              <a:gd name="connsiteX12788" fmla="*/ 7891684 w 10450132"/>
              <a:gd name="connsiteY12788" fmla="*/ 451649 h 5450835"/>
              <a:gd name="connsiteX12789" fmla="*/ 7890896 w 10450132"/>
              <a:gd name="connsiteY12789" fmla="*/ 451189 h 5450835"/>
              <a:gd name="connsiteX12790" fmla="*/ 7886363 w 10450132"/>
              <a:gd name="connsiteY12790" fmla="*/ 443305 h 5450835"/>
              <a:gd name="connsiteX12791" fmla="*/ 7886363 w 10450132"/>
              <a:gd name="connsiteY12791" fmla="*/ 442453 h 5450835"/>
              <a:gd name="connsiteX12792" fmla="*/ 7890896 w 10450132"/>
              <a:gd name="connsiteY12792" fmla="*/ 434571 h 5450835"/>
              <a:gd name="connsiteX12793" fmla="*/ 7891684 w 10450132"/>
              <a:gd name="connsiteY12793" fmla="*/ 434112 h 5450835"/>
              <a:gd name="connsiteX12794" fmla="*/ 2040647 w 10450132"/>
              <a:gd name="connsiteY12794" fmla="*/ 434112 h 5450835"/>
              <a:gd name="connsiteX12795" fmla="*/ 2049710 w 10450132"/>
              <a:gd name="connsiteY12795" fmla="*/ 434112 h 5450835"/>
              <a:gd name="connsiteX12796" fmla="*/ 2049811 w 10450132"/>
              <a:gd name="connsiteY12796" fmla="*/ 434171 h 5450835"/>
              <a:gd name="connsiteX12797" fmla="*/ 2049872 w 10450132"/>
              <a:gd name="connsiteY12797" fmla="*/ 434171 h 5450835"/>
              <a:gd name="connsiteX12798" fmla="*/ 2050660 w 10450132"/>
              <a:gd name="connsiteY12798" fmla="*/ 434630 h 5450835"/>
              <a:gd name="connsiteX12799" fmla="*/ 2055191 w 10450132"/>
              <a:gd name="connsiteY12799" fmla="*/ 442511 h 5450835"/>
              <a:gd name="connsiteX12800" fmla="*/ 2055191 w 10450132"/>
              <a:gd name="connsiteY12800" fmla="*/ 443366 h 5450835"/>
              <a:gd name="connsiteX12801" fmla="*/ 2050660 w 10450132"/>
              <a:gd name="connsiteY12801" fmla="*/ 451248 h 5450835"/>
              <a:gd name="connsiteX12802" fmla="*/ 2049872 w 10450132"/>
              <a:gd name="connsiteY12802" fmla="*/ 451707 h 5450835"/>
              <a:gd name="connsiteX12803" fmla="*/ 2040805 w 10450132"/>
              <a:gd name="connsiteY12803" fmla="*/ 451707 h 5450835"/>
              <a:gd name="connsiteX12804" fmla="*/ 2040706 w 10450132"/>
              <a:gd name="connsiteY12804" fmla="*/ 451649 h 5450835"/>
              <a:gd name="connsiteX12805" fmla="*/ 2040647 w 10450132"/>
              <a:gd name="connsiteY12805" fmla="*/ 451649 h 5450835"/>
              <a:gd name="connsiteX12806" fmla="*/ 2039859 w 10450132"/>
              <a:gd name="connsiteY12806" fmla="*/ 451189 h 5450835"/>
              <a:gd name="connsiteX12807" fmla="*/ 2035323 w 10450132"/>
              <a:gd name="connsiteY12807" fmla="*/ 443306 h 5450835"/>
              <a:gd name="connsiteX12808" fmla="*/ 2035323 w 10450132"/>
              <a:gd name="connsiteY12808" fmla="*/ 442453 h 5450835"/>
              <a:gd name="connsiteX12809" fmla="*/ 2039859 w 10450132"/>
              <a:gd name="connsiteY12809" fmla="*/ 434571 h 5450835"/>
              <a:gd name="connsiteX12810" fmla="*/ 2040647 w 10450132"/>
              <a:gd name="connsiteY12810" fmla="*/ 434112 h 5450835"/>
              <a:gd name="connsiteX12811" fmla="*/ 8400511 w 10450132"/>
              <a:gd name="connsiteY12811" fmla="*/ 434108 h 5450835"/>
              <a:gd name="connsiteX12812" fmla="*/ 8409575 w 10450132"/>
              <a:gd name="connsiteY12812" fmla="*/ 434108 h 5450835"/>
              <a:gd name="connsiteX12813" fmla="*/ 8410363 w 10450132"/>
              <a:gd name="connsiteY12813" fmla="*/ 434568 h 5450835"/>
              <a:gd name="connsiteX12814" fmla="*/ 8414896 w 10450132"/>
              <a:gd name="connsiteY12814" fmla="*/ 442449 h 5450835"/>
              <a:gd name="connsiteX12815" fmla="*/ 8414896 w 10450132"/>
              <a:gd name="connsiteY12815" fmla="*/ 443302 h 5450835"/>
              <a:gd name="connsiteX12816" fmla="*/ 8410363 w 10450132"/>
              <a:gd name="connsiteY12816" fmla="*/ 451185 h 5450835"/>
              <a:gd name="connsiteX12817" fmla="*/ 8409575 w 10450132"/>
              <a:gd name="connsiteY12817" fmla="*/ 451644 h 5450835"/>
              <a:gd name="connsiteX12818" fmla="*/ 8400511 w 10450132"/>
              <a:gd name="connsiteY12818" fmla="*/ 451644 h 5450835"/>
              <a:gd name="connsiteX12819" fmla="*/ 8399723 w 10450132"/>
              <a:gd name="connsiteY12819" fmla="*/ 451185 h 5450835"/>
              <a:gd name="connsiteX12820" fmla="*/ 8395191 w 10450132"/>
              <a:gd name="connsiteY12820" fmla="*/ 443302 h 5450835"/>
              <a:gd name="connsiteX12821" fmla="*/ 8395191 w 10450132"/>
              <a:gd name="connsiteY12821" fmla="*/ 442449 h 5450835"/>
              <a:gd name="connsiteX12822" fmla="*/ 8399723 w 10450132"/>
              <a:gd name="connsiteY12822" fmla="*/ 434568 h 5450835"/>
              <a:gd name="connsiteX12823" fmla="*/ 8400511 w 10450132"/>
              <a:gd name="connsiteY12823" fmla="*/ 434108 h 5450835"/>
              <a:gd name="connsiteX12824" fmla="*/ 3058243 w 10450132"/>
              <a:gd name="connsiteY12824" fmla="*/ 434108 h 5450835"/>
              <a:gd name="connsiteX12825" fmla="*/ 3067307 w 10450132"/>
              <a:gd name="connsiteY12825" fmla="*/ 434108 h 5450835"/>
              <a:gd name="connsiteX12826" fmla="*/ 3068097 w 10450132"/>
              <a:gd name="connsiteY12826" fmla="*/ 434568 h 5450835"/>
              <a:gd name="connsiteX12827" fmla="*/ 3072627 w 10450132"/>
              <a:gd name="connsiteY12827" fmla="*/ 442449 h 5450835"/>
              <a:gd name="connsiteX12828" fmla="*/ 3072627 w 10450132"/>
              <a:gd name="connsiteY12828" fmla="*/ 443303 h 5450835"/>
              <a:gd name="connsiteX12829" fmla="*/ 3068097 w 10450132"/>
              <a:gd name="connsiteY12829" fmla="*/ 451185 h 5450835"/>
              <a:gd name="connsiteX12830" fmla="*/ 3067307 w 10450132"/>
              <a:gd name="connsiteY12830" fmla="*/ 451645 h 5450835"/>
              <a:gd name="connsiteX12831" fmla="*/ 3058243 w 10450132"/>
              <a:gd name="connsiteY12831" fmla="*/ 451645 h 5450835"/>
              <a:gd name="connsiteX12832" fmla="*/ 3057454 w 10450132"/>
              <a:gd name="connsiteY12832" fmla="*/ 451185 h 5450835"/>
              <a:gd name="connsiteX12833" fmla="*/ 3052923 w 10450132"/>
              <a:gd name="connsiteY12833" fmla="*/ 443303 h 5450835"/>
              <a:gd name="connsiteX12834" fmla="*/ 3052923 w 10450132"/>
              <a:gd name="connsiteY12834" fmla="*/ 442449 h 5450835"/>
              <a:gd name="connsiteX12835" fmla="*/ 3057454 w 10450132"/>
              <a:gd name="connsiteY12835" fmla="*/ 434568 h 5450835"/>
              <a:gd name="connsiteX12836" fmla="*/ 3058243 w 10450132"/>
              <a:gd name="connsiteY12836" fmla="*/ 434108 h 5450835"/>
              <a:gd name="connsiteX12837" fmla="*/ 5093300 w 10450132"/>
              <a:gd name="connsiteY12837" fmla="*/ 434106 h 5450835"/>
              <a:gd name="connsiteX12838" fmla="*/ 5102364 w 10450132"/>
              <a:gd name="connsiteY12838" fmla="*/ 434106 h 5450835"/>
              <a:gd name="connsiteX12839" fmla="*/ 5103153 w 10450132"/>
              <a:gd name="connsiteY12839" fmla="*/ 434566 h 5450835"/>
              <a:gd name="connsiteX12840" fmla="*/ 5107684 w 10450132"/>
              <a:gd name="connsiteY12840" fmla="*/ 442447 h 5450835"/>
              <a:gd name="connsiteX12841" fmla="*/ 5107684 w 10450132"/>
              <a:gd name="connsiteY12841" fmla="*/ 443301 h 5450835"/>
              <a:gd name="connsiteX12842" fmla="*/ 5103153 w 10450132"/>
              <a:gd name="connsiteY12842" fmla="*/ 451183 h 5450835"/>
              <a:gd name="connsiteX12843" fmla="*/ 5102364 w 10450132"/>
              <a:gd name="connsiteY12843" fmla="*/ 451643 h 5450835"/>
              <a:gd name="connsiteX12844" fmla="*/ 5093300 w 10450132"/>
              <a:gd name="connsiteY12844" fmla="*/ 451643 h 5450835"/>
              <a:gd name="connsiteX12845" fmla="*/ 5092512 w 10450132"/>
              <a:gd name="connsiteY12845" fmla="*/ 451183 h 5450835"/>
              <a:gd name="connsiteX12846" fmla="*/ 5087979 w 10450132"/>
              <a:gd name="connsiteY12846" fmla="*/ 443301 h 5450835"/>
              <a:gd name="connsiteX12847" fmla="*/ 5087979 w 10450132"/>
              <a:gd name="connsiteY12847" fmla="*/ 442447 h 5450835"/>
              <a:gd name="connsiteX12848" fmla="*/ 5092512 w 10450132"/>
              <a:gd name="connsiteY12848" fmla="*/ 434566 h 5450835"/>
              <a:gd name="connsiteX12849" fmla="*/ 5093300 w 10450132"/>
              <a:gd name="connsiteY12849" fmla="*/ 434106 h 5450835"/>
              <a:gd name="connsiteX12850" fmla="*/ 2549404 w 10450132"/>
              <a:gd name="connsiteY12850" fmla="*/ 434106 h 5450835"/>
              <a:gd name="connsiteX12851" fmla="*/ 2558470 w 10450132"/>
              <a:gd name="connsiteY12851" fmla="*/ 434106 h 5450835"/>
              <a:gd name="connsiteX12852" fmla="*/ 2559258 w 10450132"/>
              <a:gd name="connsiteY12852" fmla="*/ 434566 h 5450835"/>
              <a:gd name="connsiteX12853" fmla="*/ 2563789 w 10450132"/>
              <a:gd name="connsiteY12853" fmla="*/ 442447 h 5450835"/>
              <a:gd name="connsiteX12854" fmla="*/ 2563789 w 10450132"/>
              <a:gd name="connsiteY12854" fmla="*/ 443301 h 5450835"/>
              <a:gd name="connsiteX12855" fmla="*/ 2559258 w 10450132"/>
              <a:gd name="connsiteY12855" fmla="*/ 451183 h 5450835"/>
              <a:gd name="connsiteX12856" fmla="*/ 2558470 w 10450132"/>
              <a:gd name="connsiteY12856" fmla="*/ 451643 h 5450835"/>
              <a:gd name="connsiteX12857" fmla="*/ 2549404 w 10450132"/>
              <a:gd name="connsiteY12857" fmla="*/ 451643 h 5450835"/>
              <a:gd name="connsiteX12858" fmla="*/ 2548615 w 10450132"/>
              <a:gd name="connsiteY12858" fmla="*/ 451183 h 5450835"/>
              <a:gd name="connsiteX12859" fmla="*/ 2544084 w 10450132"/>
              <a:gd name="connsiteY12859" fmla="*/ 443301 h 5450835"/>
              <a:gd name="connsiteX12860" fmla="*/ 2544084 w 10450132"/>
              <a:gd name="connsiteY12860" fmla="*/ 442447 h 5450835"/>
              <a:gd name="connsiteX12861" fmla="*/ 2548615 w 10450132"/>
              <a:gd name="connsiteY12861" fmla="*/ 434566 h 5450835"/>
              <a:gd name="connsiteX12862" fmla="*/ 2549404 w 10450132"/>
              <a:gd name="connsiteY12862" fmla="*/ 434106 h 5450835"/>
              <a:gd name="connsiteX12863" fmla="*/ 6874095 w 10450132"/>
              <a:gd name="connsiteY12863" fmla="*/ 434105 h 5450835"/>
              <a:gd name="connsiteX12864" fmla="*/ 6883159 w 10450132"/>
              <a:gd name="connsiteY12864" fmla="*/ 434105 h 5450835"/>
              <a:gd name="connsiteX12865" fmla="*/ 6883947 w 10450132"/>
              <a:gd name="connsiteY12865" fmla="*/ 434565 h 5450835"/>
              <a:gd name="connsiteX12866" fmla="*/ 6888480 w 10450132"/>
              <a:gd name="connsiteY12866" fmla="*/ 442446 h 5450835"/>
              <a:gd name="connsiteX12867" fmla="*/ 6888480 w 10450132"/>
              <a:gd name="connsiteY12867" fmla="*/ 443300 h 5450835"/>
              <a:gd name="connsiteX12868" fmla="*/ 6883947 w 10450132"/>
              <a:gd name="connsiteY12868" fmla="*/ 451182 h 5450835"/>
              <a:gd name="connsiteX12869" fmla="*/ 6883159 w 10450132"/>
              <a:gd name="connsiteY12869" fmla="*/ 451642 h 5450835"/>
              <a:gd name="connsiteX12870" fmla="*/ 6874095 w 10450132"/>
              <a:gd name="connsiteY12870" fmla="*/ 451642 h 5450835"/>
              <a:gd name="connsiteX12871" fmla="*/ 6873307 w 10450132"/>
              <a:gd name="connsiteY12871" fmla="*/ 451182 h 5450835"/>
              <a:gd name="connsiteX12872" fmla="*/ 6868775 w 10450132"/>
              <a:gd name="connsiteY12872" fmla="*/ 443300 h 5450835"/>
              <a:gd name="connsiteX12873" fmla="*/ 6868775 w 10450132"/>
              <a:gd name="connsiteY12873" fmla="*/ 442446 h 5450835"/>
              <a:gd name="connsiteX12874" fmla="*/ 6873307 w 10450132"/>
              <a:gd name="connsiteY12874" fmla="*/ 434565 h 5450835"/>
              <a:gd name="connsiteX12875" fmla="*/ 6874095 w 10450132"/>
              <a:gd name="connsiteY12875" fmla="*/ 434105 h 5450835"/>
              <a:gd name="connsiteX12876" fmla="*/ 7382923 w 10450132"/>
              <a:gd name="connsiteY12876" fmla="*/ 434094 h 5450835"/>
              <a:gd name="connsiteX12877" fmla="*/ 7391987 w 10450132"/>
              <a:gd name="connsiteY12877" fmla="*/ 434094 h 5450835"/>
              <a:gd name="connsiteX12878" fmla="*/ 7392775 w 10450132"/>
              <a:gd name="connsiteY12878" fmla="*/ 434554 h 5450835"/>
              <a:gd name="connsiteX12879" fmla="*/ 7397307 w 10450132"/>
              <a:gd name="connsiteY12879" fmla="*/ 442435 h 5450835"/>
              <a:gd name="connsiteX12880" fmla="*/ 7397307 w 10450132"/>
              <a:gd name="connsiteY12880" fmla="*/ 443289 h 5450835"/>
              <a:gd name="connsiteX12881" fmla="*/ 7392775 w 10450132"/>
              <a:gd name="connsiteY12881" fmla="*/ 451172 h 5450835"/>
              <a:gd name="connsiteX12882" fmla="*/ 7391987 w 10450132"/>
              <a:gd name="connsiteY12882" fmla="*/ 451631 h 5450835"/>
              <a:gd name="connsiteX12883" fmla="*/ 7382923 w 10450132"/>
              <a:gd name="connsiteY12883" fmla="*/ 451631 h 5450835"/>
              <a:gd name="connsiteX12884" fmla="*/ 7382135 w 10450132"/>
              <a:gd name="connsiteY12884" fmla="*/ 451172 h 5450835"/>
              <a:gd name="connsiteX12885" fmla="*/ 7377602 w 10450132"/>
              <a:gd name="connsiteY12885" fmla="*/ 443289 h 5450835"/>
              <a:gd name="connsiteX12886" fmla="*/ 7377602 w 10450132"/>
              <a:gd name="connsiteY12886" fmla="*/ 442435 h 5450835"/>
              <a:gd name="connsiteX12887" fmla="*/ 7382135 w 10450132"/>
              <a:gd name="connsiteY12887" fmla="*/ 434554 h 5450835"/>
              <a:gd name="connsiteX12888" fmla="*/ 7382923 w 10450132"/>
              <a:gd name="connsiteY12888" fmla="*/ 434094 h 5450835"/>
              <a:gd name="connsiteX12889" fmla="*/ 5380 w 10450132"/>
              <a:gd name="connsiteY12889" fmla="*/ 434094 h 5450835"/>
              <a:gd name="connsiteX12890" fmla="*/ 14444 w 10450132"/>
              <a:gd name="connsiteY12890" fmla="*/ 434094 h 5450835"/>
              <a:gd name="connsiteX12891" fmla="*/ 14574 w 10450132"/>
              <a:gd name="connsiteY12891" fmla="*/ 434171 h 5450835"/>
              <a:gd name="connsiteX12892" fmla="*/ 14668 w 10450132"/>
              <a:gd name="connsiteY12892" fmla="*/ 434171 h 5450835"/>
              <a:gd name="connsiteX12893" fmla="*/ 15456 w 10450132"/>
              <a:gd name="connsiteY12893" fmla="*/ 434630 h 5450835"/>
              <a:gd name="connsiteX12894" fmla="*/ 19988 w 10450132"/>
              <a:gd name="connsiteY12894" fmla="*/ 442511 h 5450835"/>
              <a:gd name="connsiteX12895" fmla="*/ 19988 w 10450132"/>
              <a:gd name="connsiteY12895" fmla="*/ 443366 h 5450835"/>
              <a:gd name="connsiteX12896" fmla="*/ 15456 w 10450132"/>
              <a:gd name="connsiteY12896" fmla="*/ 451248 h 5450835"/>
              <a:gd name="connsiteX12897" fmla="*/ 14668 w 10450132"/>
              <a:gd name="connsiteY12897" fmla="*/ 451707 h 5450835"/>
              <a:gd name="connsiteX12898" fmla="*/ 5605 w 10450132"/>
              <a:gd name="connsiteY12898" fmla="*/ 451707 h 5450835"/>
              <a:gd name="connsiteX12899" fmla="*/ 5475 w 10450132"/>
              <a:gd name="connsiteY12899" fmla="*/ 451632 h 5450835"/>
              <a:gd name="connsiteX12900" fmla="*/ 5380 w 10450132"/>
              <a:gd name="connsiteY12900" fmla="*/ 451632 h 5450835"/>
              <a:gd name="connsiteX12901" fmla="*/ 4592 w 10450132"/>
              <a:gd name="connsiteY12901" fmla="*/ 451173 h 5450835"/>
              <a:gd name="connsiteX12902" fmla="*/ 59 w 10450132"/>
              <a:gd name="connsiteY12902" fmla="*/ 443289 h 5450835"/>
              <a:gd name="connsiteX12903" fmla="*/ 59 w 10450132"/>
              <a:gd name="connsiteY12903" fmla="*/ 442435 h 5450835"/>
              <a:gd name="connsiteX12904" fmla="*/ 4592 w 10450132"/>
              <a:gd name="connsiteY12904" fmla="*/ 434555 h 5450835"/>
              <a:gd name="connsiteX12905" fmla="*/ 5380 w 10450132"/>
              <a:gd name="connsiteY12905" fmla="*/ 434094 h 5450835"/>
              <a:gd name="connsiteX12906" fmla="*/ 8146065 w 10450132"/>
              <a:gd name="connsiteY12906" fmla="*/ 434093 h 5450835"/>
              <a:gd name="connsiteX12907" fmla="*/ 8155129 w 10450132"/>
              <a:gd name="connsiteY12907" fmla="*/ 434093 h 5450835"/>
              <a:gd name="connsiteX12908" fmla="*/ 8155917 w 10450132"/>
              <a:gd name="connsiteY12908" fmla="*/ 434553 h 5450835"/>
              <a:gd name="connsiteX12909" fmla="*/ 8160449 w 10450132"/>
              <a:gd name="connsiteY12909" fmla="*/ 442434 h 5450835"/>
              <a:gd name="connsiteX12910" fmla="*/ 8160449 w 10450132"/>
              <a:gd name="connsiteY12910" fmla="*/ 443288 h 5450835"/>
              <a:gd name="connsiteX12911" fmla="*/ 8155917 w 10450132"/>
              <a:gd name="connsiteY12911" fmla="*/ 451169 h 5450835"/>
              <a:gd name="connsiteX12912" fmla="*/ 8155129 w 10450132"/>
              <a:gd name="connsiteY12912" fmla="*/ 451630 h 5450835"/>
              <a:gd name="connsiteX12913" fmla="*/ 8146065 w 10450132"/>
              <a:gd name="connsiteY12913" fmla="*/ 451630 h 5450835"/>
              <a:gd name="connsiteX12914" fmla="*/ 8145277 w 10450132"/>
              <a:gd name="connsiteY12914" fmla="*/ 451169 h 5450835"/>
              <a:gd name="connsiteX12915" fmla="*/ 8140745 w 10450132"/>
              <a:gd name="connsiteY12915" fmla="*/ 443288 h 5450835"/>
              <a:gd name="connsiteX12916" fmla="*/ 8140745 w 10450132"/>
              <a:gd name="connsiteY12916" fmla="*/ 442434 h 5450835"/>
              <a:gd name="connsiteX12917" fmla="*/ 8145277 w 10450132"/>
              <a:gd name="connsiteY12917" fmla="*/ 434553 h 5450835"/>
              <a:gd name="connsiteX12918" fmla="*/ 8146065 w 10450132"/>
              <a:gd name="connsiteY12918" fmla="*/ 434093 h 5450835"/>
              <a:gd name="connsiteX12919" fmla="*/ 7637304 w 10450132"/>
              <a:gd name="connsiteY12919" fmla="*/ 434089 h 5450835"/>
              <a:gd name="connsiteX12920" fmla="*/ 7646367 w 10450132"/>
              <a:gd name="connsiteY12920" fmla="*/ 434089 h 5450835"/>
              <a:gd name="connsiteX12921" fmla="*/ 7647156 w 10450132"/>
              <a:gd name="connsiteY12921" fmla="*/ 434548 h 5450835"/>
              <a:gd name="connsiteX12922" fmla="*/ 7651687 w 10450132"/>
              <a:gd name="connsiteY12922" fmla="*/ 442430 h 5450835"/>
              <a:gd name="connsiteX12923" fmla="*/ 7651687 w 10450132"/>
              <a:gd name="connsiteY12923" fmla="*/ 443284 h 5450835"/>
              <a:gd name="connsiteX12924" fmla="*/ 7647156 w 10450132"/>
              <a:gd name="connsiteY12924" fmla="*/ 451166 h 5450835"/>
              <a:gd name="connsiteX12925" fmla="*/ 7646367 w 10450132"/>
              <a:gd name="connsiteY12925" fmla="*/ 451626 h 5450835"/>
              <a:gd name="connsiteX12926" fmla="*/ 7637304 w 10450132"/>
              <a:gd name="connsiteY12926" fmla="*/ 451626 h 5450835"/>
              <a:gd name="connsiteX12927" fmla="*/ 7636516 w 10450132"/>
              <a:gd name="connsiteY12927" fmla="*/ 451166 h 5450835"/>
              <a:gd name="connsiteX12928" fmla="*/ 7631983 w 10450132"/>
              <a:gd name="connsiteY12928" fmla="*/ 443284 h 5450835"/>
              <a:gd name="connsiteX12929" fmla="*/ 7631983 w 10450132"/>
              <a:gd name="connsiteY12929" fmla="*/ 442430 h 5450835"/>
              <a:gd name="connsiteX12930" fmla="*/ 7636516 w 10450132"/>
              <a:gd name="connsiteY12930" fmla="*/ 434548 h 5450835"/>
              <a:gd name="connsiteX12931" fmla="*/ 7637304 w 10450132"/>
              <a:gd name="connsiteY12931" fmla="*/ 434089 h 5450835"/>
              <a:gd name="connsiteX12932" fmla="*/ 10435623 w 10450132"/>
              <a:gd name="connsiteY12932" fmla="*/ 434083 h 5450835"/>
              <a:gd name="connsiteX12933" fmla="*/ 10444687 w 10450132"/>
              <a:gd name="connsiteY12933" fmla="*/ 434083 h 5450835"/>
              <a:gd name="connsiteX12934" fmla="*/ 10445475 w 10450132"/>
              <a:gd name="connsiteY12934" fmla="*/ 434543 h 5450835"/>
              <a:gd name="connsiteX12935" fmla="*/ 10450008 w 10450132"/>
              <a:gd name="connsiteY12935" fmla="*/ 442424 h 5450835"/>
              <a:gd name="connsiteX12936" fmla="*/ 10450008 w 10450132"/>
              <a:gd name="connsiteY12936" fmla="*/ 443278 h 5450835"/>
              <a:gd name="connsiteX12937" fmla="*/ 10445475 w 10450132"/>
              <a:gd name="connsiteY12937" fmla="*/ 451161 h 5450835"/>
              <a:gd name="connsiteX12938" fmla="*/ 10444687 w 10450132"/>
              <a:gd name="connsiteY12938" fmla="*/ 451620 h 5450835"/>
              <a:gd name="connsiteX12939" fmla="*/ 10435623 w 10450132"/>
              <a:gd name="connsiteY12939" fmla="*/ 451620 h 5450835"/>
              <a:gd name="connsiteX12940" fmla="*/ 10434835 w 10450132"/>
              <a:gd name="connsiteY12940" fmla="*/ 451161 h 5450835"/>
              <a:gd name="connsiteX12941" fmla="*/ 10430303 w 10450132"/>
              <a:gd name="connsiteY12941" fmla="*/ 443278 h 5450835"/>
              <a:gd name="connsiteX12942" fmla="*/ 10430303 w 10450132"/>
              <a:gd name="connsiteY12942" fmla="*/ 442424 h 5450835"/>
              <a:gd name="connsiteX12943" fmla="*/ 10434835 w 10450132"/>
              <a:gd name="connsiteY12943" fmla="*/ 434543 h 5450835"/>
              <a:gd name="connsiteX12944" fmla="*/ 10435623 w 10450132"/>
              <a:gd name="connsiteY12944" fmla="*/ 434083 h 5450835"/>
              <a:gd name="connsiteX12945" fmla="*/ 10181243 w 10450132"/>
              <a:gd name="connsiteY12945" fmla="*/ 434083 h 5450835"/>
              <a:gd name="connsiteX12946" fmla="*/ 10190306 w 10450132"/>
              <a:gd name="connsiteY12946" fmla="*/ 434083 h 5450835"/>
              <a:gd name="connsiteX12947" fmla="*/ 10191094 w 10450132"/>
              <a:gd name="connsiteY12947" fmla="*/ 434543 h 5450835"/>
              <a:gd name="connsiteX12948" fmla="*/ 10195627 w 10450132"/>
              <a:gd name="connsiteY12948" fmla="*/ 442424 h 5450835"/>
              <a:gd name="connsiteX12949" fmla="*/ 10195627 w 10450132"/>
              <a:gd name="connsiteY12949" fmla="*/ 443278 h 5450835"/>
              <a:gd name="connsiteX12950" fmla="*/ 10191094 w 10450132"/>
              <a:gd name="connsiteY12950" fmla="*/ 451161 h 5450835"/>
              <a:gd name="connsiteX12951" fmla="*/ 10190306 w 10450132"/>
              <a:gd name="connsiteY12951" fmla="*/ 451620 h 5450835"/>
              <a:gd name="connsiteX12952" fmla="*/ 10181243 w 10450132"/>
              <a:gd name="connsiteY12952" fmla="*/ 451620 h 5450835"/>
              <a:gd name="connsiteX12953" fmla="*/ 10180455 w 10450132"/>
              <a:gd name="connsiteY12953" fmla="*/ 451161 h 5450835"/>
              <a:gd name="connsiteX12954" fmla="*/ 10175923 w 10450132"/>
              <a:gd name="connsiteY12954" fmla="*/ 443278 h 5450835"/>
              <a:gd name="connsiteX12955" fmla="*/ 10175923 w 10450132"/>
              <a:gd name="connsiteY12955" fmla="*/ 442424 h 5450835"/>
              <a:gd name="connsiteX12956" fmla="*/ 10180455 w 10450132"/>
              <a:gd name="connsiteY12956" fmla="*/ 434543 h 5450835"/>
              <a:gd name="connsiteX12957" fmla="*/ 10181243 w 10450132"/>
              <a:gd name="connsiteY12957" fmla="*/ 434083 h 5450835"/>
              <a:gd name="connsiteX12958" fmla="*/ 9926862 w 10450132"/>
              <a:gd name="connsiteY12958" fmla="*/ 434083 h 5450835"/>
              <a:gd name="connsiteX12959" fmla="*/ 9935926 w 10450132"/>
              <a:gd name="connsiteY12959" fmla="*/ 434083 h 5450835"/>
              <a:gd name="connsiteX12960" fmla="*/ 9936714 w 10450132"/>
              <a:gd name="connsiteY12960" fmla="*/ 434543 h 5450835"/>
              <a:gd name="connsiteX12961" fmla="*/ 9941247 w 10450132"/>
              <a:gd name="connsiteY12961" fmla="*/ 442424 h 5450835"/>
              <a:gd name="connsiteX12962" fmla="*/ 9941247 w 10450132"/>
              <a:gd name="connsiteY12962" fmla="*/ 443278 h 5450835"/>
              <a:gd name="connsiteX12963" fmla="*/ 9936714 w 10450132"/>
              <a:gd name="connsiteY12963" fmla="*/ 451161 h 5450835"/>
              <a:gd name="connsiteX12964" fmla="*/ 9935926 w 10450132"/>
              <a:gd name="connsiteY12964" fmla="*/ 451620 h 5450835"/>
              <a:gd name="connsiteX12965" fmla="*/ 9926862 w 10450132"/>
              <a:gd name="connsiteY12965" fmla="*/ 451620 h 5450835"/>
              <a:gd name="connsiteX12966" fmla="*/ 9926074 w 10450132"/>
              <a:gd name="connsiteY12966" fmla="*/ 451161 h 5450835"/>
              <a:gd name="connsiteX12967" fmla="*/ 9921542 w 10450132"/>
              <a:gd name="connsiteY12967" fmla="*/ 443278 h 5450835"/>
              <a:gd name="connsiteX12968" fmla="*/ 9921542 w 10450132"/>
              <a:gd name="connsiteY12968" fmla="*/ 442424 h 5450835"/>
              <a:gd name="connsiteX12969" fmla="*/ 9926074 w 10450132"/>
              <a:gd name="connsiteY12969" fmla="*/ 434543 h 5450835"/>
              <a:gd name="connsiteX12970" fmla="*/ 9926862 w 10450132"/>
              <a:gd name="connsiteY12970" fmla="*/ 434083 h 5450835"/>
              <a:gd name="connsiteX12971" fmla="*/ 9672482 w 10450132"/>
              <a:gd name="connsiteY12971" fmla="*/ 434083 h 5450835"/>
              <a:gd name="connsiteX12972" fmla="*/ 9681546 w 10450132"/>
              <a:gd name="connsiteY12972" fmla="*/ 434083 h 5450835"/>
              <a:gd name="connsiteX12973" fmla="*/ 9682334 w 10450132"/>
              <a:gd name="connsiteY12973" fmla="*/ 434543 h 5450835"/>
              <a:gd name="connsiteX12974" fmla="*/ 9686866 w 10450132"/>
              <a:gd name="connsiteY12974" fmla="*/ 442424 h 5450835"/>
              <a:gd name="connsiteX12975" fmla="*/ 9686866 w 10450132"/>
              <a:gd name="connsiteY12975" fmla="*/ 443278 h 5450835"/>
              <a:gd name="connsiteX12976" fmla="*/ 9682334 w 10450132"/>
              <a:gd name="connsiteY12976" fmla="*/ 451161 h 5450835"/>
              <a:gd name="connsiteX12977" fmla="*/ 9681546 w 10450132"/>
              <a:gd name="connsiteY12977" fmla="*/ 451620 h 5450835"/>
              <a:gd name="connsiteX12978" fmla="*/ 9672482 w 10450132"/>
              <a:gd name="connsiteY12978" fmla="*/ 451620 h 5450835"/>
              <a:gd name="connsiteX12979" fmla="*/ 9671694 w 10450132"/>
              <a:gd name="connsiteY12979" fmla="*/ 451161 h 5450835"/>
              <a:gd name="connsiteX12980" fmla="*/ 9667161 w 10450132"/>
              <a:gd name="connsiteY12980" fmla="*/ 443278 h 5450835"/>
              <a:gd name="connsiteX12981" fmla="*/ 9667161 w 10450132"/>
              <a:gd name="connsiteY12981" fmla="*/ 442424 h 5450835"/>
              <a:gd name="connsiteX12982" fmla="*/ 9671694 w 10450132"/>
              <a:gd name="connsiteY12982" fmla="*/ 434543 h 5450835"/>
              <a:gd name="connsiteX12983" fmla="*/ 9672482 w 10450132"/>
              <a:gd name="connsiteY12983" fmla="*/ 434083 h 5450835"/>
              <a:gd name="connsiteX12984" fmla="*/ 8654892 w 10450132"/>
              <a:gd name="connsiteY12984" fmla="*/ 217187 h 5450835"/>
              <a:gd name="connsiteX12985" fmla="*/ 8663955 w 10450132"/>
              <a:gd name="connsiteY12985" fmla="*/ 217187 h 5450835"/>
              <a:gd name="connsiteX12986" fmla="*/ 8664744 w 10450132"/>
              <a:gd name="connsiteY12986" fmla="*/ 217647 h 5450835"/>
              <a:gd name="connsiteX12987" fmla="*/ 8669277 w 10450132"/>
              <a:gd name="connsiteY12987" fmla="*/ 225528 h 5450835"/>
              <a:gd name="connsiteX12988" fmla="*/ 8669277 w 10450132"/>
              <a:gd name="connsiteY12988" fmla="*/ 226382 h 5450835"/>
              <a:gd name="connsiteX12989" fmla="*/ 8664744 w 10450132"/>
              <a:gd name="connsiteY12989" fmla="*/ 234265 h 5450835"/>
              <a:gd name="connsiteX12990" fmla="*/ 8663955 w 10450132"/>
              <a:gd name="connsiteY12990" fmla="*/ 234724 h 5450835"/>
              <a:gd name="connsiteX12991" fmla="*/ 8654892 w 10450132"/>
              <a:gd name="connsiteY12991" fmla="*/ 234724 h 5450835"/>
              <a:gd name="connsiteX12992" fmla="*/ 8654104 w 10450132"/>
              <a:gd name="connsiteY12992" fmla="*/ 234265 h 5450835"/>
              <a:gd name="connsiteX12993" fmla="*/ 8649572 w 10450132"/>
              <a:gd name="connsiteY12993" fmla="*/ 226382 h 5450835"/>
              <a:gd name="connsiteX12994" fmla="*/ 8649572 w 10450132"/>
              <a:gd name="connsiteY12994" fmla="*/ 225528 h 5450835"/>
              <a:gd name="connsiteX12995" fmla="*/ 8654104 w 10450132"/>
              <a:gd name="connsiteY12995" fmla="*/ 217647 h 5450835"/>
              <a:gd name="connsiteX12996" fmla="*/ 8654892 w 10450132"/>
              <a:gd name="connsiteY12996" fmla="*/ 217187 h 5450835"/>
              <a:gd name="connsiteX12997" fmla="*/ 5093300 w 10450132"/>
              <a:gd name="connsiteY12997" fmla="*/ 217186 h 5450835"/>
              <a:gd name="connsiteX12998" fmla="*/ 5102364 w 10450132"/>
              <a:gd name="connsiteY12998" fmla="*/ 217186 h 5450835"/>
              <a:gd name="connsiteX12999" fmla="*/ 5103153 w 10450132"/>
              <a:gd name="connsiteY12999" fmla="*/ 217645 h 5450835"/>
              <a:gd name="connsiteX13000" fmla="*/ 5107684 w 10450132"/>
              <a:gd name="connsiteY13000" fmla="*/ 225526 h 5450835"/>
              <a:gd name="connsiteX13001" fmla="*/ 5107684 w 10450132"/>
              <a:gd name="connsiteY13001" fmla="*/ 226380 h 5450835"/>
              <a:gd name="connsiteX13002" fmla="*/ 5103153 w 10450132"/>
              <a:gd name="connsiteY13002" fmla="*/ 234262 h 5450835"/>
              <a:gd name="connsiteX13003" fmla="*/ 5102364 w 10450132"/>
              <a:gd name="connsiteY13003" fmla="*/ 234722 h 5450835"/>
              <a:gd name="connsiteX13004" fmla="*/ 5093300 w 10450132"/>
              <a:gd name="connsiteY13004" fmla="*/ 234722 h 5450835"/>
              <a:gd name="connsiteX13005" fmla="*/ 5092512 w 10450132"/>
              <a:gd name="connsiteY13005" fmla="*/ 234262 h 5450835"/>
              <a:gd name="connsiteX13006" fmla="*/ 5087979 w 10450132"/>
              <a:gd name="connsiteY13006" fmla="*/ 226380 h 5450835"/>
              <a:gd name="connsiteX13007" fmla="*/ 5087979 w 10450132"/>
              <a:gd name="connsiteY13007" fmla="*/ 225526 h 5450835"/>
              <a:gd name="connsiteX13008" fmla="*/ 5092512 w 10450132"/>
              <a:gd name="connsiteY13008" fmla="*/ 217645 h 5450835"/>
              <a:gd name="connsiteX13009" fmla="*/ 5093300 w 10450132"/>
              <a:gd name="connsiteY13009" fmla="*/ 217186 h 5450835"/>
              <a:gd name="connsiteX13010" fmla="*/ 8400511 w 10450132"/>
              <a:gd name="connsiteY13010" fmla="*/ 217184 h 5450835"/>
              <a:gd name="connsiteX13011" fmla="*/ 8409575 w 10450132"/>
              <a:gd name="connsiteY13011" fmla="*/ 217184 h 5450835"/>
              <a:gd name="connsiteX13012" fmla="*/ 8410363 w 10450132"/>
              <a:gd name="connsiteY13012" fmla="*/ 217643 h 5450835"/>
              <a:gd name="connsiteX13013" fmla="*/ 8414896 w 10450132"/>
              <a:gd name="connsiteY13013" fmla="*/ 225524 h 5450835"/>
              <a:gd name="connsiteX13014" fmla="*/ 8414896 w 10450132"/>
              <a:gd name="connsiteY13014" fmla="*/ 226378 h 5450835"/>
              <a:gd name="connsiteX13015" fmla="*/ 8410363 w 10450132"/>
              <a:gd name="connsiteY13015" fmla="*/ 234260 h 5450835"/>
              <a:gd name="connsiteX13016" fmla="*/ 8409575 w 10450132"/>
              <a:gd name="connsiteY13016" fmla="*/ 234721 h 5450835"/>
              <a:gd name="connsiteX13017" fmla="*/ 8400511 w 10450132"/>
              <a:gd name="connsiteY13017" fmla="*/ 234721 h 5450835"/>
              <a:gd name="connsiteX13018" fmla="*/ 8399723 w 10450132"/>
              <a:gd name="connsiteY13018" fmla="*/ 234260 h 5450835"/>
              <a:gd name="connsiteX13019" fmla="*/ 8395191 w 10450132"/>
              <a:gd name="connsiteY13019" fmla="*/ 226378 h 5450835"/>
              <a:gd name="connsiteX13020" fmla="*/ 8395191 w 10450132"/>
              <a:gd name="connsiteY13020" fmla="*/ 225524 h 5450835"/>
              <a:gd name="connsiteX13021" fmla="*/ 8399723 w 10450132"/>
              <a:gd name="connsiteY13021" fmla="*/ 217643 h 5450835"/>
              <a:gd name="connsiteX13022" fmla="*/ 8400511 w 10450132"/>
              <a:gd name="connsiteY13022" fmla="*/ 217184 h 5450835"/>
              <a:gd name="connsiteX13023" fmla="*/ 2295170 w 10450132"/>
              <a:gd name="connsiteY13023" fmla="*/ 217183 h 5450835"/>
              <a:gd name="connsiteX13024" fmla="*/ 2304234 w 10450132"/>
              <a:gd name="connsiteY13024" fmla="*/ 217183 h 5450835"/>
              <a:gd name="connsiteX13025" fmla="*/ 2305023 w 10450132"/>
              <a:gd name="connsiteY13025" fmla="*/ 217643 h 5450835"/>
              <a:gd name="connsiteX13026" fmla="*/ 2309554 w 10450132"/>
              <a:gd name="connsiteY13026" fmla="*/ 225524 h 5450835"/>
              <a:gd name="connsiteX13027" fmla="*/ 2309554 w 10450132"/>
              <a:gd name="connsiteY13027" fmla="*/ 226378 h 5450835"/>
              <a:gd name="connsiteX13028" fmla="*/ 2305023 w 10450132"/>
              <a:gd name="connsiteY13028" fmla="*/ 234260 h 5450835"/>
              <a:gd name="connsiteX13029" fmla="*/ 2304234 w 10450132"/>
              <a:gd name="connsiteY13029" fmla="*/ 234720 h 5450835"/>
              <a:gd name="connsiteX13030" fmla="*/ 2295170 w 10450132"/>
              <a:gd name="connsiteY13030" fmla="*/ 234720 h 5450835"/>
              <a:gd name="connsiteX13031" fmla="*/ 2294383 w 10450132"/>
              <a:gd name="connsiteY13031" fmla="*/ 234260 h 5450835"/>
              <a:gd name="connsiteX13032" fmla="*/ 2289850 w 10450132"/>
              <a:gd name="connsiteY13032" fmla="*/ 226378 h 5450835"/>
              <a:gd name="connsiteX13033" fmla="*/ 2289850 w 10450132"/>
              <a:gd name="connsiteY13033" fmla="*/ 225524 h 5450835"/>
              <a:gd name="connsiteX13034" fmla="*/ 2294383 w 10450132"/>
              <a:gd name="connsiteY13034" fmla="*/ 217643 h 5450835"/>
              <a:gd name="connsiteX13035" fmla="*/ 2295170 w 10450132"/>
              <a:gd name="connsiteY13035" fmla="*/ 217183 h 5450835"/>
              <a:gd name="connsiteX13036" fmla="*/ 260009 w 10450132"/>
              <a:gd name="connsiteY13036" fmla="*/ 217177 h 5450835"/>
              <a:gd name="connsiteX13037" fmla="*/ 269073 w 10450132"/>
              <a:gd name="connsiteY13037" fmla="*/ 217177 h 5450835"/>
              <a:gd name="connsiteX13038" fmla="*/ 269087 w 10450132"/>
              <a:gd name="connsiteY13038" fmla="*/ 217186 h 5450835"/>
              <a:gd name="connsiteX13039" fmla="*/ 269089 w 10450132"/>
              <a:gd name="connsiteY13039" fmla="*/ 217186 h 5450835"/>
              <a:gd name="connsiteX13040" fmla="*/ 269878 w 10450132"/>
              <a:gd name="connsiteY13040" fmla="*/ 217646 h 5450835"/>
              <a:gd name="connsiteX13041" fmla="*/ 274409 w 10450132"/>
              <a:gd name="connsiteY13041" fmla="*/ 225527 h 5450835"/>
              <a:gd name="connsiteX13042" fmla="*/ 274409 w 10450132"/>
              <a:gd name="connsiteY13042" fmla="*/ 226381 h 5450835"/>
              <a:gd name="connsiteX13043" fmla="*/ 269878 w 10450132"/>
              <a:gd name="connsiteY13043" fmla="*/ 234264 h 5450835"/>
              <a:gd name="connsiteX13044" fmla="*/ 269089 w 10450132"/>
              <a:gd name="connsiteY13044" fmla="*/ 234723 h 5450835"/>
              <a:gd name="connsiteX13045" fmla="*/ 260026 w 10450132"/>
              <a:gd name="connsiteY13045" fmla="*/ 234723 h 5450835"/>
              <a:gd name="connsiteX13046" fmla="*/ 260010 w 10450132"/>
              <a:gd name="connsiteY13046" fmla="*/ 234715 h 5450835"/>
              <a:gd name="connsiteX13047" fmla="*/ 260009 w 10450132"/>
              <a:gd name="connsiteY13047" fmla="*/ 234715 h 5450835"/>
              <a:gd name="connsiteX13048" fmla="*/ 259220 w 10450132"/>
              <a:gd name="connsiteY13048" fmla="*/ 234255 h 5450835"/>
              <a:gd name="connsiteX13049" fmla="*/ 254688 w 10450132"/>
              <a:gd name="connsiteY13049" fmla="*/ 226372 h 5450835"/>
              <a:gd name="connsiteX13050" fmla="*/ 254688 w 10450132"/>
              <a:gd name="connsiteY13050" fmla="*/ 225517 h 5450835"/>
              <a:gd name="connsiteX13051" fmla="*/ 259220 w 10450132"/>
              <a:gd name="connsiteY13051" fmla="*/ 217637 h 5450835"/>
              <a:gd name="connsiteX13052" fmla="*/ 260009 w 10450132"/>
              <a:gd name="connsiteY13052" fmla="*/ 217177 h 5450835"/>
              <a:gd name="connsiteX13053" fmla="*/ 6110888 w 10450132"/>
              <a:gd name="connsiteY13053" fmla="*/ 217169 h 5450835"/>
              <a:gd name="connsiteX13054" fmla="*/ 6119953 w 10450132"/>
              <a:gd name="connsiteY13054" fmla="*/ 217169 h 5450835"/>
              <a:gd name="connsiteX13055" fmla="*/ 6120740 w 10450132"/>
              <a:gd name="connsiteY13055" fmla="*/ 217628 h 5450835"/>
              <a:gd name="connsiteX13056" fmla="*/ 6125272 w 10450132"/>
              <a:gd name="connsiteY13056" fmla="*/ 225509 h 5450835"/>
              <a:gd name="connsiteX13057" fmla="*/ 6125272 w 10450132"/>
              <a:gd name="connsiteY13057" fmla="*/ 226364 h 5450835"/>
              <a:gd name="connsiteX13058" fmla="*/ 6120740 w 10450132"/>
              <a:gd name="connsiteY13058" fmla="*/ 234246 h 5450835"/>
              <a:gd name="connsiteX13059" fmla="*/ 6119953 w 10450132"/>
              <a:gd name="connsiteY13059" fmla="*/ 234706 h 5450835"/>
              <a:gd name="connsiteX13060" fmla="*/ 6110888 w 10450132"/>
              <a:gd name="connsiteY13060" fmla="*/ 234706 h 5450835"/>
              <a:gd name="connsiteX13061" fmla="*/ 6110101 w 10450132"/>
              <a:gd name="connsiteY13061" fmla="*/ 234246 h 5450835"/>
              <a:gd name="connsiteX13062" fmla="*/ 6105567 w 10450132"/>
              <a:gd name="connsiteY13062" fmla="*/ 226364 h 5450835"/>
              <a:gd name="connsiteX13063" fmla="*/ 6105567 w 10450132"/>
              <a:gd name="connsiteY13063" fmla="*/ 225509 h 5450835"/>
              <a:gd name="connsiteX13064" fmla="*/ 6110101 w 10450132"/>
              <a:gd name="connsiteY13064" fmla="*/ 217628 h 5450835"/>
              <a:gd name="connsiteX13065" fmla="*/ 6110888 w 10450132"/>
              <a:gd name="connsiteY13065" fmla="*/ 217169 h 5450835"/>
              <a:gd name="connsiteX13066" fmla="*/ 7891684 w 10450132"/>
              <a:gd name="connsiteY13066" fmla="*/ 217163 h 5450835"/>
              <a:gd name="connsiteX13067" fmla="*/ 7900748 w 10450132"/>
              <a:gd name="connsiteY13067" fmla="*/ 217163 h 5450835"/>
              <a:gd name="connsiteX13068" fmla="*/ 7901536 w 10450132"/>
              <a:gd name="connsiteY13068" fmla="*/ 217624 h 5450835"/>
              <a:gd name="connsiteX13069" fmla="*/ 7906067 w 10450132"/>
              <a:gd name="connsiteY13069" fmla="*/ 225504 h 5450835"/>
              <a:gd name="connsiteX13070" fmla="*/ 7906067 w 10450132"/>
              <a:gd name="connsiteY13070" fmla="*/ 226358 h 5450835"/>
              <a:gd name="connsiteX13071" fmla="*/ 7901536 w 10450132"/>
              <a:gd name="connsiteY13071" fmla="*/ 234239 h 5450835"/>
              <a:gd name="connsiteX13072" fmla="*/ 7900748 w 10450132"/>
              <a:gd name="connsiteY13072" fmla="*/ 234700 h 5450835"/>
              <a:gd name="connsiteX13073" fmla="*/ 7891684 w 10450132"/>
              <a:gd name="connsiteY13073" fmla="*/ 234700 h 5450835"/>
              <a:gd name="connsiteX13074" fmla="*/ 7890896 w 10450132"/>
              <a:gd name="connsiteY13074" fmla="*/ 234239 h 5450835"/>
              <a:gd name="connsiteX13075" fmla="*/ 7886363 w 10450132"/>
              <a:gd name="connsiteY13075" fmla="*/ 226358 h 5450835"/>
              <a:gd name="connsiteX13076" fmla="*/ 7886363 w 10450132"/>
              <a:gd name="connsiteY13076" fmla="*/ 225504 h 5450835"/>
              <a:gd name="connsiteX13077" fmla="*/ 7890896 w 10450132"/>
              <a:gd name="connsiteY13077" fmla="*/ 217624 h 5450835"/>
              <a:gd name="connsiteX13078" fmla="*/ 7891684 w 10450132"/>
              <a:gd name="connsiteY13078" fmla="*/ 217163 h 5450835"/>
              <a:gd name="connsiteX13079" fmla="*/ 4838919 w 10450132"/>
              <a:gd name="connsiteY13079" fmla="*/ 217163 h 5450835"/>
              <a:gd name="connsiteX13080" fmla="*/ 4847982 w 10450132"/>
              <a:gd name="connsiteY13080" fmla="*/ 217163 h 5450835"/>
              <a:gd name="connsiteX13081" fmla="*/ 4848772 w 10450132"/>
              <a:gd name="connsiteY13081" fmla="*/ 217624 h 5450835"/>
              <a:gd name="connsiteX13082" fmla="*/ 4853303 w 10450132"/>
              <a:gd name="connsiteY13082" fmla="*/ 225504 h 5450835"/>
              <a:gd name="connsiteX13083" fmla="*/ 4853303 w 10450132"/>
              <a:gd name="connsiteY13083" fmla="*/ 226358 h 5450835"/>
              <a:gd name="connsiteX13084" fmla="*/ 4848772 w 10450132"/>
              <a:gd name="connsiteY13084" fmla="*/ 234239 h 5450835"/>
              <a:gd name="connsiteX13085" fmla="*/ 4847982 w 10450132"/>
              <a:gd name="connsiteY13085" fmla="*/ 234701 h 5450835"/>
              <a:gd name="connsiteX13086" fmla="*/ 4838919 w 10450132"/>
              <a:gd name="connsiteY13086" fmla="*/ 234701 h 5450835"/>
              <a:gd name="connsiteX13087" fmla="*/ 4838132 w 10450132"/>
              <a:gd name="connsiteY13087" fmla="*/ 234239 h 5450835"/>
              <a:gd name="connsiteX13088" fmla="*/ 4833598 w 10450132"/>
              <a:gd name="connsiteY13088" fmla="*/ 226358 h 5450835"/>
              <a:gd name="connsiteX13089" fmla="*/ 4833598 w 10450132"/>
              <a:gd name="connsiteY13089" fmla="*/ 225504 h 5450835"/>
              <a:gd name="connsiteX13090" fmla="*/ 4838132 w 10450132"/>
              <a:gd name="connsiteY13090" fmla="*/ 217624 h 5450835"/>
              <a:gd name="connsiteX13091" fmla="*/ 4838919 w 10450132"/>
              <a:gd name="connsiteY13091" fmla="*/ 217163 h 5450835"/>
              <a:gd name="connsiteX13092" fmla="*/ 7637304 w 10450132"/>
              <a:gd name="connsiteY13092" fmla="*/ 217162 h 5450835"/>
              <a:gd name="connsiteX13093" fmla="*/ 7646367 w 10450132"/>
              <a:gd name="connsiteY13093" fmla="*/ 217162 h 5450835"/>
              <a:gd name="connsiteX13094" fmla="*/ 7647156 w 10450132"/>
              <a:gd name="connsiteY13094" fmla="*/ 217622 h 5450835"/>
              <a:gd name="connsiteX13095" fmla="*/ 7651687 w 10450132"/>
              <a:gd name="connsiteY13095" fmla="*/ 225502 h 5450835"/>
              <a:gd name="connsiteX13096" fmla="*/ 7651687 w 10450132"/>
              <a:gd name="connsiteY13096" fmla="*/ 226357 h 5450835"/>
              <a:gd name="connsiteX13097" fmla="*/ 7647156 w 10450132"/>
              <a:gd name="connsiteY13097" fmla="*/ 234239 h 5450835"/>
              <a:gd name="connsiteX13098" fmla="*/ 7646367 w 10450132"/>
              <a:gd name="connsiteY13098" fmla="*/ 234699 h 5450835"/>
              <a:gd name="connsiteX13099" fmla="*/ 7637304 w 10450132"/>
              <a:gd name="connsiteY13099" fmla="*/ 234699 h 5450835"/>
              <a:gd name="connsiteX13100" fmla="*/ 7636516 w 10450132"/>
              <a:gd name="connsiteY13100" fmla="*/ 234239 h 5450835"/>
              <a:gd name="connsiteX13101" fmla="*/ 7631983 w 10450132"/>
              <a:gd name="connsiteY13101" fmla="*/ 226357 h 5450835"/>
              <a:gd name="connsiteX13102" fmla="*/ 7631983 w 10450132"/>
              <a:gd name="connsiteY13102" fmla="*/ 225502 h 5450835"/>
              <a:gd name="connsiteX13103" fmla="*/ 7636516 w 10450132"/>
              <a:gd name="connsiteY13103" fmla="*/ 217622 h 5450835"/>
              <a:gd name="connsiteX13104" fmla="*/ 7637304 w 10450132"/>
              <a:gd name="connsiteY13104" fmla="*/ 217162 h 5450835"/>
              <a:gd name="connsiteX13105" fmla="*/ 2549524 w 10450132"/>
              <a:gd name="connsiteY13105" fmla="*/ 217161 h 5450835"/>
              <a:gd name="connsiteX13106" fmla="*/ 2558590 w 10450132"/>
              <a:gd name="connsiteY13106" fmla="*/ 217161 h 5450835"/>
              <a:gd name="connsiteX13107" fmla="*/ 2559377 w 10450132"/>
              <a:gd name="connsiteY13107" fmla="*/ 217621 h 5450835"/>
              <a:gd name="connsiteX13108" fmla="*/ 2563911 w 10450132"/>
              <a:gd name="connsiteY13108" fmla="*/ 225502 h 5450835"/>
              <a:gd name="connsiteX13109" fmla="*/ 2563911 w 10450132"/>
              <a:gd name="connsiteY13109" fmla="*/ 226356 h 5450835"/>
              <a:gd name="connsiteX13110" fmla="*/ 2559377 w 10450132"/>
              <a:gd name="connsiteY13110" fmla="*/ 234238 h 5450835"/>
              <a:gd name="connsiteX13111" fmla="*/ 2558590 w 10450132"/>
              <a:gd name="connsiteY13111" fmla="*/ 234698 h 5450835"/>
              <a:gd name="connsiteX13112" fmla="*/ 2549524 w 10450132"/>
              <a:gd name="connsiteY13112" fmla="*/ 234698 h 5450835"/>
              <a:gd name="connsiteX13113" fmla="*/ 2548736 w 10450132"/>
              <a:gd name="connsiteY13113" fmla="*/ 234238 h 5450835"/>
              <a:gd name="connsiteX13114" fmla="*/ 2544204 w 10450132"/>
              <a:gd name="connsiteY13114" fmla="*/ 226356 h 5450835"/>
              <a:gd name="connsiteX13115" fmla="*/ 2544204 w 10450132"/>
              <a:gd name="connsiteY13115" fmla="*/ 225502 h 5450835"/>
              <a:gd name="connsiteX13116" fmla="*/ 2548736 w 10450132"/>
              <a:gd name="connsiteY13116" fmla="*/ 217621 h 5450835"/>
              <a:gd name="connsiteX13117" fmla="*/ 2549524 w 10450132"/>
              <a:gd name="connsiteY13117" fmla="*/ 217161 h 5450835"/>
              <a:gd name="connsiteX13118" fmla="*/ 9926861 w 10450132"/>
              <a:gd name="connsiteY13118" fmla="*/ 217155 h 5450835"/>
              <a:gd name="connsiteX13119" fmla="*/ 9935924 w 10450132"/>
              <a:gd name="connsiteY13119" fmla="*/ 217155 h 5450835"/>
              <a:gd name="connsiteX13120" fmla="*/ 9936713 w 10450132"/>
              <a:gd name="connsiteY13120" fmla="*/ 217615 h 5450835"/>
              <a:gd name="connsiteX13121" fmla="*/ 9941246 w 10450132"/>
              <a:gd name="connsiteY13121" fmla="*/ 225497 h 5450835"/>
              <a:gd name="connsiteX13122" fmla="*/ 9941246 w 10450132"/>
              <a:gd name="connsiteY13122" fmla="*/ 225506 h 5450835"/>
              <a:gd name="connsiteX13123" fmla="*/ 9941246 w 10450132"/>
              <a:gd name="connsiteY13123" fmla="*/ 226350 h 5450835"/>
              <a:gd name="connsiteX13124" fmla="*/ 9941246 w 10450132"/>
              <a:gd name="connsiteY13124" fmla="*/ 226360 h 5450835"/>
              <a:gd name="connsiteX13125" fmla="*/ 9936713 w 10450132"/>
              <a:gd name="connsiteY13125" fmla="*/ 234244 h 5450835"/>
              <a:gd name="connsiteX13126" fmla="*/ 9935924 w 10450132"/>
              <a:gd name="connsiteY13126" fmla="*/ 234702 h 5450835"/>
              <a:gd name="connsiteX13127" fmla="*/ 9926861 w 10450132"/>
              <a:gd name="connsiteY13127" fmla="*/ 234702 h 5450835"/>
              <a:gd name="connsiteX13128" fmla="*/ 9926073 w 10450132"/>
              <a:gd name="connsiteY13128" fmla="*/ 234244 h 5450835"/>
              <a:gd name="connsiteX13129" fmla="*/ 9921541 w 10450132"/>
              <a:gd name="connsiteY13129" fmla="*/ 226360 h 5450835"/>
              <a:gd name="connsiteX13130" fmla="*/ 9921541 w 10450132"/>
              <a:gd name="connsiteY13130" fmla="*/ 226350 h 5450835"/>
              <a:gd name="connsiteX13131" fmla="*/ 9921541 w 10450132"/>
              <a:gd name="connsiteY13131" fmla="*/ 225506 h 5450835"/>
              <a:gd name="connsiteX13132" fmla="*/ 9921541 w 10450132"/>
              <a:gd name="connsiteY13132" fmla="*/ 225497 h 5450835"/>
              <a:gd name="connsiteX13133" fmla="*/ 9926073 w 10450132"/>
              <a:gd name="connsiteY13133" fmla="*/ 217615 h 5450835"/>
              <a:gd name="connsiteX13134" fmla="*/ 9926861 w 10450132"/>
              <a:gd name="connsiteY13134" fmla="*/ 217155 h 5450835"/>
              <a:gd name="connsiteX13135" fmla="*/ 3312761 w 10450132"/>
              <a:gd name="connsiteY13135" fmla="*/ 217155 h 5450835"/>
              <a:gd name="connsiteX13136" fmla="*/ 3321826 w 10450132"/>
              <a:gd name="connsiteY13136" fmla="*/ 217155 h 5450835"/>
              <a:gd name="connsiteX13137" fmla="*/ 3322614 w 10450132"/>
              <a:gd name="connsiteY13137" fmla="*/ 217615 h 5450835"/>
              <a:gd name="connsiteX13138" fmla="*/ 3327146 w 10450132"/>
              <a:gd name="connsiteY13138" fmla="*/ 225497 h 5450835"/>
              <a:gd name="connsiteX13139" fmla="*/ 3327146 w 10450132"/>
              <a:gd name="connsiteY13139" fmla="*/ 226350 h 5450835"/>
              <a:gd name="connsiteX13140" fmla="*/ 3322614 w 10450132"/>
              <a:gd name="connsiteY13140" fmla="*/ 234233 h 5450835"/>
              <a:gd name="connsiteX13141" fmla="*/ 3321826 w 10450132"/>
              <a:gd name="connsiteY13141" fmla="*/ 234693 h 5450835"/>
              <a:gd name="connsiteX13142" fmla="*/ 3312761 w 10450132"/>
              <a:gd name="connsiteY13142" fmla="*/ 234693 h 5450835"/>
              <a:gd name="connsiteX13143" fmla="*/ 3311973 w 10450132"/>
              <a:gd name="connsiteY13143" fmla="*/ 234233 h 5450835"/>
              <a:gd name="connsiteX13144" fmla="*/ 3307440 w 10450132"/>
              <a:gd name="connsiteY13144" fmla="*/ 226350 h 5450835"/>
              <a:gd name="connsiteX13145" fmla="*/ 3307440 w 10450132"/>
              <a:gd name="connsiteY13145" fmla="*/ 225497 h 5450835"/>
              <a:gd name="connsiteX13146" fmla="*/ 3311973 w 10450132"/>
              <a:gd name="connsiteY13146" fmla="*/ 217615 h 5450835"/>
              <a:gd name="connsiteX13147" fmla="*/ 3312761 w 10450132"/>
              <a:gd name="connsiteY13147" fmla="*/ 217155 h 5450835"/>
              <a:gd name="connsiteX13148" fmla="*/ 3821543 w 10450132"/>
              <a:gd name="connsiteY13148" fmla="*/ 217153 h 5450835"/>
              <a:gd name="connsiteX13149" fmla="*/ 3830608 w 10450132"/>
              <a:gd name="connsiteY13149" fmla="*/ 217153 h 5450835"/>
              <a:gd name="connsiteX13150" fmla="*/ 3831395 w 10450132"/>
              <a:gd name="connsiteY13150" fmla="*/ 217613 h 5450835"/>
              <a:gd name="connsiteX13151" fmla="*/ 3835928 w 10450132"/>
              <a:gd name="connsiteY13151" fmla="*/ 225494 h 5450835"/>
              <a:gd name="connsiteX13152" fmla="*/ 3835928 w 10450132"/>
              <a:gd name="connsiteY13152" fmla="*/ 226348 h 5450835"/>
              <a:gd name="connsiteX13153" fmla="*/ 3831395 w 10450132"/>
              <a:gd name="connsiteY13153" fmla="*/ 234231 h 5450835"/>
              <a:gd name="connsiteX13154" fmla="*/ 3830608 w 10450132"/>
              <a:gd name="connsiteY13154" fmla="*/ 234690 h 5450835"/>
              <a:gd name="connsiteX13155" fmla="*/ 3821543 w 10450132"/>
              <a:gd name="connsiteY13155" fmla="*/ 234690 h 5450835"/>
              <a:gd name="connsiteX13156" fmla="*/ 3820754 w 10450132"/>
              <a:gd name="connsiteY13156" fmla="*/ 234231 h 5450835"/>
              <a:gd name="connsiteX13157" fmla="*/ 3816221 w 10450132"/>
              <a:gd name="connsiteY13157" fmla="*/ 226348 h 5450835"/>
              <a:gd name="connsiteX13158" fmla="*/ 3816221 w 10450132"/>
              <a:gd name="connsiteY13158" fmla="*/ 225494 h 5450835"/>
              <a:gd name="connsiteX13159" fmla="*/ 3820754 w 10450132"/>
              <a:gd name="connsiteY13159" fmla="*/ 217613 h 5450835"/>
              <a:gd name="connsiteX13160" fmla="*/ 3821543 w 10450132"/>
              <a:gd name="connsiteY13160" fmla="*/ 217153 h 5450835"/>
              <a:gd name="connsiteX13161" fmla="*/ 8909274 w 10450132"/>
              <a:gd name="connsiteY13161" fmla="*/ 217150 h 5450835"/>
              <a:gd name="connsiteX13162" fmla="*/ 8918336 w 10450132"/>
              <a:gd name="connsiteY13162" fmla="*/ 217150 h 5450835"/>
              <a:gd name="connsiteX13163" fmla="*/ 8919125 w 10450132"/>
              <a:gd name="connsiteY13163" fmla="*/ 217610 h 5450835"/>
              <a:gd name="connsiteX13164" fmla="*/ 8923657 w 10450132"/>
              <a:gd name="connsiteY13164" fmla="*/ 225491 h 5450835"/>
              <a:gd name="connsiteX13165" fmla="*/ 8923657 w 10450132"/>
              <a:gd name="connsiteY13165" fmla="*/ 226345 h 5450835"/>
              <a:gd name="connsiteX13166" fmla="*/ 8919125 w 10450132"/>
              <a:gd name="connsiteY13166" fmla="*/ 234227 h 5450835"/>
              <a:gd name="connsiteX13167" fmla="*/ 8918336 w 10450132"/>
              <a:gd name="connsiteY13167" fmla="*/ 234687 h 5450835"/>
              <a:gd name="connsiteX13168" fmla="*/ 8909274 w 10450132"/>
              <a:gd name="connsiteY13168" fmla="*/ 234687 h 5450835"/>
              <a:gd name="connsiteX13169" fmla="*/ 8908484 w 10450132"/>
              <a:gd name="connsiteY13169" fmla="*/ 234227 h 5450835"/>
              <a:gd name="connsiteX13170" fmla="*/ 8903953 w 10450132"/>
              <a:gd name="connsiteY13170" fmla="*/ 226345 h 5450835"/>
              <a:gd name="connsiteX13171" fmla="*/ 8903953 w 10450132"/>
              <a:gd name="connsiteY13171" fmla="*/ 225491 h 5450835"/>
              <a:gd name="connsiteX13172" fmla="*/ 8908484 w 10450132"/>
              <a:gd name="connsiteY13172" fmla="*/ 217610 h 5450835"/>
              <a:gd name="connsiteX13173" fmla="*/ 8909274 w 10450132"/>
              <a:gd name="connsiteY13173" fmla="*/ 217150 h 5450835"/>
              <a:gd name="connsiteX13174" fmla="*/ 9163654 w 10450132"/>
              <a:gd name="connsiteY13174" fmla="*/ 217149 h 5450835"/>
              <a:gd name="connsiteX13175" fmla="*/ 9172718 w 10450132"/>
              <a:gd name="connsiteY13175" fmla="*/ 217149 h 5450835"/>
              <a:gd name="connsiteX13176" fmla="*/ 9173506 w 10450132"/>
              <a:gd name="connsiteY13176" fmla="*/ 217609 h 5450835"/>
              <a:gd name="connsiteX13177" fmla="*/ 9178038 w 10450132"/>
              <a:gd name="connsiteY13177" fmla="*/ 225490 h 5450835"/>
              <a:gd name="connsiteX13178" fmla="*/ 9178038 w 10450132"/>
              <a:gd name="connsiteY13178" fmla="*/ 226344 h 5450835"/>
              <a:gd name="connsiteX13179" fmla="*/ 9173506 w 10450132"/>
              <a:gd name="connsiteY13179" fmla="*/ 234226 h 5450835"/>
              <a:gd name="connsiteX13180" fmla="*/ 9172718 w 10450132"/>
              <a:gd name="connsiteY13180" fmla="*/ 234686 h 5450835"/>
              <a:gd name="connsiteX13181" fmla="*/ 9163654 w 10450132"/>
              <a:gd name="connsiteY13181" fmla="*/ 234686 h 5450835"/>
              <a:gd name="connsiteX13182" fmla="*/ 9162866 w 10450132"/>
              <a:gd name="connsiteY13182" fmla="*/ 234226 h 5450835"/>
              <a:gd name="connsiteX13183" fmla="*/ 9158333 w 10450132"/>
              <a:gd name="connsiteY13183" fmla="*/ 226344 h 5450835"/>
              <a:gd name="connsiteX13184" fmla="*/ 9158333 w 10450132"/>
              <a:gd name="connsiteY13184" fmla="*/ 225490 h 5450835"/>
              <a:gd name="connsiteX13185" fmla="*/ 9162866 w 10450132"/>
              <a:gd name="connsiteY13185" fmla="*/ 217609 h 5450835"/>
              <a:gd name="connsiteX13186" fmla="*/ 9163654 w 10450132"/>
              <a:gd name="connsiteY13186" fmla="*/ 217149 h 5450835"/>
              <a:gd name="connsiteX13187" fmla="*/ 6874095 w 10450132"/>
              <a:gd name="connsiteY13187" fmla="*/ 217148 h 5450835"/>
              <a:gd name="connsiteX13188" fmla="*/ 6883159 w 10450132"/>
              <a:gd name="connsiteY13188" fmla="*/ 217148 h 5450835"/>
              <a:gd name="connsiteX13189" fmla="*/ 6883947 w 10450132"/>
              <a:gd name="connsiteY13189" fmla="*/ 217606 h 5450835"/>
              <a:gd name="connsiteX13190" fmla="*/ 6888480 w 10450132"/>
              <a:gd name="connsiteY13190" fmla="*/ 225488 h 5450835"/>
              <a:gd name="connsiteX13191" fmla="*/ 6888480 w 10450132"/>
              <a:gd name="connsiteY13191" fmla="*/ 226342 h 5450835"/>
              <a:gd name="connsiteX13192" fmla="*/ 6883947 w 10450132"/>
              <a:gd name="connsiteY13192" fmla="*/ 234224 h 5450835"/>
              <a:gd name="connsiteX13193" fmla="*/ 6883159 w 10450132"/>
              <a:gd name="connsiteY13193" fmla="*/ 234685 h 5450835"/>
              <a:gd name="connsiteX13194" fmla="*/ 6874095 w 10450132"/>
              <a:gd name="connsiteY13194" fmla="*/ 234685 h 5450835"/>
              <a:gd name="connsiteX13195" fmla="*/ 6873307 w 10450132"/>
              <a:gd name="connsiteY13195" fmla="*/ 234224 h 5450835"/>
              <a:gd name="connsiteX13196" fmla="*/ 6868775 w 10450132"/>
              <a:gd name="connsiteY13196" fmla="*/ 226342 h 5450835"/>
              <a:gd name="connsiteX13197" fmla="*/ 6868775 w 10450132"/>
              <a:gd name="connsiteY13197" fmla="*/ 225488 h 5450835"/>
              <a:gd name="connsiteX13198" fmla="*/ 6873307 w 10450132"/>
              <a:gd name="connsiteY13198" fmla="*/ 217606 h 5450835"/>
              <a:gd name="connsiteX13199" fmla="*/ 6874095 w 10450132"/>
              <a:gd name="connsiteY13199" fmla="*/ 217148 h 5450835"/>
              <a:gd name="connsiteX13200" fmla="*/ 5347746 w 10450132"/>
              <a:gd name="connsiteY13200" fmla="*/ 217137 h 5450835"/>
              <a:gd name="connsiteX13201" fmla="*/ 5356810 w 10450132"/>
              <a:gd name="connsiteY13201" fmla="*/ 217137 h 5450835"/>
              <a:gd name="connsiteX13202" fmla="*/ 5357598 w 10450132"/>
              <a:gd name="connsiteY13202" fmla="*/ 217597 h 5450835"/>
              <a:gd name="connsiteX13203" fmla="*/ 5362130 w 10450132"/>
              <a:gd name="connsiteY13203" fmla="*/ 225478 h 5450835"/>
              <a:gd name="connsiteX13204" fmla="*/ 5362130 w 10450132"/>
              <a:gd name="connsiteY13204" fmla="*/ 226332 h 5450835"/>
              <a:gd name="connsiteX13205" fmla="*/ 5357598 w 10450132"/>
              <a:gd name="connsiteY13205" fmla="*/ 234214 h 5450835"/>
              <a:gd name="connsiteX13206" fmla="*/ 5356810 w 10450132"/>
              <a:gd name="connsiteY13206" fmla="*/ 234674 h 5450835"/>
              <a:gd name="connsiteX13207" fmla="*/ 5347746 w 10450132"/>
              <a:gd name="connsiteY13207" fmla="*/ 234674 h 5450835"/>
              <a:gd name="connsiteX13208" fmla="*/ 5346958 w 10450132"/>
              <a:gd name="connsiteY13208" fmla="*/ 234214 h 5450835"/>
              <a:gd name="connsiteX13209" fmla="*/ 5342425 w 10450132"/>
              <a:gd name="connsiteY13209" fmla="*/ 226332 h 5450835"/>
              <a:gd name="connsiteX13210" fmla="*/ 5342425 w 10450132"/>
              <a:gd name="connsiteY13210" fmla="*/ 225478 h 5450835"/>
              <a:gd name="connsiteX13211" fmla="*/ 5346958 w 10450132"/>
              <a:gd name="connsiteY13211" fmla="*/ 217597 h 5450835"/>
              <a:gd name="connsiteX13212" fmla="*/ 5347746 w 10450132"/>
              <a:gd name="connsiteY13212" fmla="*/ 217137 h 5450835"/>
              <a:gd name="connsiteX13213" fmla="*/ 768683 w 10450132"/>
              <a:gd name="connsiteY13213" fmla="*/ 217137 h 5450835"/>
              <a:gd name="connsiteX13214" fmla="*/ 777747 w 10450132"/>
              <a:gd name="connsiteY13214" fmla="*/ 217137 h 5450835"/>
              <a:gd name="connsiteX13215" fmla="*/ 777809 w 10450132"/>
              <a:gd name="connsiteY13215" fmla="*/ 217173 h 5450835"/>
              <a:gd name="connsiteX13216" fmla="*/ 777881 w 10450132"/>
              <a:gd name="connsiteY13216" fmla="*/ 217173 h 5450835"/>
              <a:gd name="connsiteX13217" fmla="*/ 778670 w 10450132"/>
              <a:gd name="connsiteY13217" fmla="*/ 217633 h 5450835"/>
              <a:gd name="connsiteX13218" fmla="*/ 783201 w 10450132"/>
              <a:gd name="connsiteY13218" fmla="*/ 225513 h 5450835"/>
              <a:gd name="connsiteX13219" fmla="*/ 783201 w 10450132"/>
              <a:gd name="connsiteY13219" fmla="*/ 226368 h 5450835"/>
              <a:gd name="connsiteX13220" fmla="*/ 778670 w 10450132"/>
              <a:gd name="connsiteY13220" fmla="*/ 234250 h 5450835"/>
              <a:gd name="connsiteX13221" fmla="*/ 777881 w 10450132"/>
              <a:gd name="connsiteY13221" fmla="*/ 234710 h 5450835"/>
              <a:gd name="connsiteX13222" fmla="*/ 768818 w 10450132"/>
              <a:gd name="connsiteY13222" fmla="*/ 234710 h 5450835"/>
              <a:gd name="connsiteX13223" fmla="*/ 768755 w 10450132"/>
              <a:gd name="connsiteY13223" fmla="*/ 234674 h 5450835"/>
              <a:gd name="connsiteX13224" fmla="*/ 768683 w 10450132"/>
              <a:gd name="connsiteY13224" fmla="*/ 234674 h 5450835"/>
              <a:gd name="connsiteX13225" fmla="*/ 767895 w 10450132"/>
              <a:gd name="connsiteY13225" fmla="*/ 234214 h 5450835"/>
              <a:gd name="connsiteX13226" fmla="*/ 763362 w 10450132"/>
              <a:gd name="connsiteY13226" fmla="*/ 226332 h 5450835"/>
              <a:gd name="connsiteX13227" fmla="*/ 763362 w 10450132"/>
              <a:gd name="connsiteY13227" fmla="*/ 225478 h 5450835"/>
              <a:gd name="connsiteX13228" fmla="*/ 767895 w 10450132"/>
              <a:gd name="connsiteY13228" fmla="*/ 217597 h 5450835"/>
              <a:gd name="connsiteX13229" fmla="*/ 768683 w 10450132"/>
              <a:gd name="connsiteY13229" fmla="*/ 217137 h 5450835"/>
              <a:gd name="connsiteX13230" fmla="*/ 4330157 w 10450132"/>
              <a:gd name="connsiteY13230" fmla="*/ 217136 h 5450835"/>
              <a:gd name="connsiteX13231" fmla="*/ 4339222 w 10450132"/>
              <a:gd name="connsiteY13231" fmla="*/ 217136 h 5450835"/>
              <a:gd name="connsiteX13232" fmla="*/ 4340010 w 10450132"/>
              <a:gd name="connsiteY13232" fmla="*/ 217596 h 5450835"/>
              <a:gd name="connsiteX13233" fmla="*/ 4344540 w 10450132"/>
              <a:gd name="connsiteY13233" fmla="*/ 225477 h 5450835"/>
              <a:gd name="connsiteX13234" fmla="*/ 4344540 w 10450132"/>
              <a:gd name="connsiteY13234" fmla="*/ 226331 h 5450835"/>
              <a:gd name="connsiteX13235" fmla="*/ 4340010 w 10450132"/>
              <a:gd name="connsiteY13235" fmla="*/ 234213 h 5450835"/>
              <a:gd name="connsiteX13236" fmla="*/ 4339222 w 10450132"/>
              <a:gd name="connsiteY13236" fmla="*/ 234673 h 5450835"/>
              <a:gd name="connsiteX13237" fmla="*/ 4330157 w 10450132"/>
              <a:gd name="connsiteY13237" fmla="*/ 234673 h 5450835"/>
              <a:gd name="connsiteX13238" fmla="*/ 4329369 w 10450132"/>
              <a:gd name="connsiteY13238" fmla="*/ 234213 h 5450835"/>
              <a:gd name="connsiteX13239" fmla="*/ 4324836 w 10450132"/>
              <a:gd name="connsiteY13239" fmla="*/ 226331 h 5450835"/>
              <a:gd name="connsiteX13240" fmla="*/ 4324836 w 10450132"/>
              <a:gd name="connsiteY13240" fmla="*/ 225477 h 5450835"/>
              <a:gd name="connsiteX13241" fmla="*/ 4329369 w 10450132"/>
              <a:gd name="connsiteY13241" fmla="*/ 217596 h 5450835"/>
              <a:gd name="connsiteX13242" fmla="*/ 4330157 w 10450132"/>
              <a:gd name="connsiteY13242" fmla="*/ 217136 h 5450835"/>
              <a:gd name="connsiteX13243" fmla="*/ 5856508 w 10450132"/>
              <a:gd name="connsiteY13243" fmla="*/ 217135 h 5450835"/>
              <a:gd name="connsiteX13244" fmla="*/ 5865571 w 10450132"/>
              <a:gd name="connsiteY13244" fmla="*/ 217135 h 5450835"/>
              <a:gd name="connsiteX13245" fmla="*/ 5866359 w 10450132"/>
              <a:gd name="connsiteY13245" fmla="*/ 217594 h 5450835"/>
              <a:gd name="connsiteX13246" fmla="*/ 5870891 w 10450132"/>
              <a:gd name="connsiteY13246" fmla="*/ 225476 h 5450835"/>
              <a:gd name="connsiteX13247" fmla="*/ 5870891 w 10450132"/>
              <a:gd name="connsiteY13247" fmla="*/ 226330 h 5450835"/>
              <a:gd name="connsiteX13248" fmla="*/ 5866359 w 10450132"/>
              <a:gd name="connsiteY13248" fmla="*/ 234212 h 5450835"/>
              <a:gd name="connsiteX13249" fmla="*/ 5865571 w 10450132"/>
              <a:gd name="connsiteY13249" fmla="*/ 234672 h 5450835"/>
              <a:gd name="connsiteX13250" fmla="*/ 5856508 w 10450132"/>
              <a:gd name="connsiteY13250" fmla="*/ 234672 h 5450835"/>
              <a:gd name="connsiteX13251" fmla="*/ 5855720 w 10450132"/>
              <a:gd name="connsiteY13251" fmla="*/ 234212 h 5450835"/>
              <a:gd name="connsiteX13252" fmla="*/ 5851187 w 10450132"/>
              <a:gd name="connsiteY13252" fmla="*/ 226330 h 5450835"/>
              <a:gd name="connsiteX13253" fmla="*/ 5851187 w 10450132"/>
              <a:gd name="connsiteY13253" fmla="*/ 225476 h 5450835"/>
              <a:gd name="connsiteX13254" fmla="*/ 5855720 w 10450132"/>
              <a:gd name="connsiteY13254" fmla="*/ 217594 h 5450835"/>
              <a:gd name="connsiteX13255" fmla="*/ 5856508 w 10450132"/>
              <a:gd name="connsiteY13255" fmla="*/ 217135 h 5450835"/>
              <a:gd name="connsiteX13256" fmla="*/ 2040693 w 10450132"/>
              <a:gd name="connsiteY13256" fmla="*/ 217132 h 5450835"/>
              <a:gd name="connsiteX13257" fmla="*/ 2049757 w 10450132"/>
              <a:gd name="connsiteY13257" fmla="*/ 217132 h 5450835"/>
              <a:gd name="connsiteX13258" fmla="*/ 2049833 w 10450132"/>
              <a:gd name="connsiteY13258" fmla="*/ 217177 h 5450835"/>
              <a:gd name="connsiteX13259" fmla="*/ 2049893 w 10450132"/>
              <a:gd name="connsiteY13259" fmla="*/ 217177 h 5450835"/>
              <a:gd name="connsiteX13260" fmla="*/ 2050681 w 10450132"/>
              <a:gd name="connsiteY13260" fmla="*/ 217637 h 5450835"/>
              <a:gd name="connsiteX13261" fmla="*/ 2055213 w 10450132"/>
              <a:gd name="connsiteY13261" fmla="*/ 225517 h 5450835"/>
              <a:gd name="connsiteX13262" fmla="*/ 2055213 w 10450132"/>
              <a:gd name="connsiteY13262" fmla="*/ 226372 h 5450835"/>
              <a:gd name="connsiteX13263" fmla="*/ 2050681 w 10450132"/>
              <a:gd name="connsiteY13263" fmla="*/ 234254 h 5450835"/>
              <a:gd name="connsiteX13264" fmla="*/ 2049893 w 10450132"/>
              <a:gd name="connsiteY13264" fmla="*/ 234715 h 5450835"/>
              <a:gd name="connsiteX13265" fmla="*/ 2040827 w 10450132"/>
              <a:gd name="connsiteY13265" fmla="*/ 234715 h 5450835"/>
              <a:gd name="connsiteX13266" fmla="*/ 2040752 w 10450132"/>
              <a:gd name="connsiteY13266" fmla="*/ 234671 h 5450835"/>
              <a:gd name="connsiteX13267" fmla="*/ 2040693 w 10450132"/>
              <a:gd name="connsiteY13267" fmla="*/ 234671 h 5450835"/>
              <a:gd name="connsiteX13268" fmla="*/ 2039905 w 10450132"/>
              <a:gd name="connsiteY13268" fmla="*/ 234210 h 5450835"/>
              <a:gd name="connsiteX13269" fmla="*/ 2035372 w 10450132"/>
              <a:gd name="connsiteY13269" fmla="*/ 226327 h 5450835"/>
              <a:gd name="connsiteX13270" fmla="*/ 2035372 w 10450132"/>
              <a:gd name="connsiteY13270" fmla="*/ 225474 h 5450835"/>
              <a:gd name="connsiteX13271" fmla="*/ 2039905 w 10450132"/>
              <a:gd name="connsiteY13271" fmla="*/ 217592 h 5450835"/>
              <a:gd name="connsiteX13272" fmla="*/ 2040693 w 10450132"/>
              <a:gd name="connsiteY13272" fmla="*/ 217132 h 5450835"/>
              <a:gd name="connsiteX13273" fmla="*/ 6365334 w 10450132"/>
              <a:gd name="connsiteY13273" fmla="*/ 217130 h 5450835"/>
              <a:gd name="connsiteX13274" fmla="*/ 6374397 w 10450132"/>
              <a:gd name="connsiteY13274" fmla="*/ 217130 h 5450835"/>
              <a:gd name="connsiteX13275" fmla="*/ 6375186 w 10450132"/>
              <a:gd name="connsiteY13275" fmla="*/ 217589 h 5450835"/>
              <a:gd name="connsiteX13276" fmla="*/ 6379718 w 10450132"/>
              <a:gd name="connsiteY13276" fmla="*/ 225470 h 5450835"/>
              <a:gd name="connsiteX13277" fmla="*/ 6379718 w 10450132"/>
              <a:gd name="connsiteY13277" fmla="*/ 226324 h 5450835"/>
              <a:gd name="connsiteX13278" fmla="*/ 6375186 w 10450132"/>
              <a:gd name="connsiteY13278" fmla="*/ 234207 h 5450835"/>
              <a:gd name="connsiteX13279" fmla="*/ 6374397 w 10450132"/>
              <a:gd name="connsiteY13279" fmla="*/ 234666 h 5450835"/>
              <a:gd name="connsiteX13280" fmla="*/ 6365334 w 10450132"/>
              <a:gd name="connsiteY13280" fmla="*/ 234666 h 5450835"/>
              <a:gd name="connsiteX13281" fmla="*/ 6364546 w 10450132"/>
              <a:gd name="connsiteY13281" fmla="*/ 234207 h 5450835"/>
              <a:gd name="connsiteX13282" fmla="*/ 6360014 w 10450132"/>
              <a:gd name="connsiteY13282" fmla="*/ 226324 h 5450835"/>
              <a:gd name="connsiteX13283" fmla="*/ 6360014 w 10450132"/>
              <a:gd name="connsiteY13283" fmla="*/ 225470 h 5450835"/>
              <a:gd name="connsiteX13284" fmla="*/ 6364546 w 10450132"/>
              <a:gd name="connsiteY13284" fmla="*/ 217589 h 5450835"/>
              <a:gd name="connsiteX13285" fmla="*/ 6365334 w 10450132"/>
              <a:gd name="connsiteY13285" fmla="*/ 217130 h 5450835"/>
              <a:gd name="connsiteX13286" fmla="*/ 3567083 w 10450132"/>
              <a:gd name="connsiteY13286" fmla="*/ 217127 h 5450835"/>
              <a:gd name="connsiteX13287" fmla="*/ 3576149 w 10450132"/>
              <a:gd name="connsiteY13287" fmla="*/ 217127 h 5450835"/>
              <a:gd name="connsiteX13288" fmla="*/ 3576937 w 10450132"/>
              <a:gd name="connsiteY13288" fmla="*/ 217587 h 5450835"/>
              <a:gd name="connsiteX13289" fmla="*/ 3581469 w 10450132"/>
              <a:gd name="connsiteY13289" fmla="*/ 225468 h 5450835"/>
              <a:gd name="connsiteX13290" fmla="*/ 3581469 w 10450132"/>
              <a:gd name="connsiteY13290" fmla="*/ 226322 h 5450835"/>
              <a:gd name="connsiteX13291" fmla="*/ 3576937 w 10450132"/>
              <a:gd name="connsiteY13291" fmla="*/ 234204 h 5450835"/>
              <a:gd name="connsiteX13292" fmla="*/ 3576149 w 10450132"/>
              <a:gd name="connsiteY13292" fmla="*/ 234664 h 5450835"/>
              <a:gd name="connsiteX13293" fmla="*/ 3567083 w 10450132"/>
              <a:gd name="connsiteY13293" fmla="*/ 234664 h 5450835"/>
              <a:gd name="connsiteX13294" fmla="*/ 3566297 w 10450132"/>
              <a:gd name="connsiteY13294" fmla="*/ 234204 h 5450835"/>
              <a:gd name="connsiteX13295" fmla="*/ 3561763 w 10450132"/>
              <a:gd name="connsiteY13295" fmla="*/ 226322 h 5450835"/>
              <a:gd name="connsiteX13296" fmla="*/ 3561763 w 10450132"/>
              <a:gd name="connsiteY13296" fmla="*/ 225468 h 5450835"/>
              <a:gd name="connsiteX13297" fmla="*/ 3566297 w 10450132"/>
              <a:gd name="connsiteY13297" fmla="*/ 217587 h 5450835"/>
              <a:gd name="connsiteX13298" fmla="*/ 3567083 w 10450132"/>
              <a:gd name="connsiteY13298" fmla="*/ 217127 h 5450835"/>
              <a:gd name="connsiteX13299" fmla="*/ 514282 w 10450132"/>
              <a:gd name="connsiteY13299" fmla="*/ 217125 h 5450835"/>
              <a:gd name="connsiteX13300" fmla="*/ 523345 w 10450132"/>
              <a:gd name="connsiteY13300" fmla="*/ 217125 h 5450835"/>
              <a:gd name="connsiteX13301" fmla="*/ 523375 w 10450132"/>
              <a:gd name="connsiteY13301" fmla="*/ 217141 h 5450835"/>
              <a:gd name="connsiteX13302" fmla="*/ 523378 w 10450132"/>
              <a:gd name="connsiteY13302" fmla="*/ 217141 h 5450835"/>
              <a:gd name="connsiteX13303" fmla="*/ 524166 w 10450132"/>
              <a:gd name="connsiteY13303" fmla="*/ 217601 h 5450835"/>
              <a:gd name="connsiteX13304" fmla="*/ 528698 w 10450132"/>
              <a:gd name="connsiteY13304" fmla="*/ 225482 h 5450835"/>
              <a:gd name="connsiteX13305" fmla="*/ 528698 w 10450132"/>
              <a:gd name="connsiteY13305" fmla="*/ 226336 h 5450835"/>
              <a:gd name="connsiteX13306" fmla="*/ 524166 w 10450132"/>
              <a:gd name="connsiteY13306" fmla="*/ 234219 h 5450835"/>
              <a:gd name="connsiteX13307" fmla="*/ 523378 w 10450132"/>
              <a:gd name="connsiteY13307" fmla="*/ 234678 h 5450835"/>
              <a:gd name="connsiteX13308" fmla="*/ 514315 w 10450132"/>
              <a:gd name="connsiteY13308" fmla="*/ 234678 h 5450835"/>
              <a:gd name="connsiteX13309" fmla="*/ 514286 w 10450132"/>
              <a:gd name="connsiteY13309" fmla="*/ 234662 h 5450835"/>
              <a:gd name="connsiteX13310" fmla="*/ 514282 w 10450132"/>
              <a:gd name="connsiteY13310" fmla="*/ 234662 h 5450835"/>
              <a:gd name="connsiteX13311" fmla="*/ 513493 w 10450132"/>
              <a:gd name="connsiteY13311" fmla="*/ 234202 h 5450835"/>
              <a:gd name="connsiteX13312" fmla="*/ 508961 w 10450132"/>
              <a:gd name="connsiteY13312" fmla="*/ 226320 h 5450835"/>
              <a:gd name="connsiteX13313" fmla="*/ 508961 w 10450132"/>
              <a:gd name="connsiteY13313" fmla="*/ 225466 h 5450835"/>
              <a:gd name="connsiteX13314" fmla="*/ 513493 w 10450132"/>
              <a:gd name="connsiteY13314" fmla="*/ 217585 h 5450835"/>
              <a:gd name="connsiteX13315" fmla="*/ 514282 w 10450132"/>
              <a:gd name="connsiteY13315" fmla="*/ 217125 h 5450835"/>
              <a:gd name="connsiteX13316" fmla="*/ 7382923 w 10450132"/>
              <a:gd name="connsiteY13316" fmla="*/ 217123 h 5450835"/>
              <a:gd name="connsiteX13317" fmla="*/ 7391987 w 10450132"/>
              <a:gd name="connsiteY13317" fmla="*/ 217123 h 5450835"/>
              <a:gd name="connsiteX13318" fmla="*/ 7392775 w 10450132"/>
              <a:gd name="connsiteY13318" fmla="*/ 217583 h 5450835"/>
              <a:gd name="connsiteX13319" fmla="*/ 7397307 w 10450132"/>
              <a:gd name="connsiteY13319" fmla="*/ 225464 h 5450835"/>
              <a:gd name="connsiteX13320" fmla="*/ 7397307 w 10450132"/>
              <a:gd name="connsiteY13320" fmla="*/ 226318 h 5450835"/>
              <a:gd name="connsiteX13321" fmla="*/ 7392775 w 10450132"/>
              <a:gd name="connsiteY13321" fmla="*/ 234201 h 5450835"/>
              <a:gd name="connsiteX13322" fmla="*/ 7391987 w 10450132"/>
              <a:gd name="connsiteY13322" fmla="*/ 234660 h 5450835"/>
              <a:gd name="connsiteX13323" fmla="*/ 7382923 w 10450132"/>
              <a:gd name="connsiteY13323" fmla="*/ 234660 h 5450835"/>
              <a:gd name="connsiteX13324" fmla="*/ 7382135 w 10450132"/>
              <a:gd name="connsiteY13324" fmla="*/ 234201 h 5450835"/>
              <a:gd name="connsiteX13325" fmla="*/ 7377602 w 10450132"/>
              <a:gd name="connsiteY13325" fmla="*/ 226318 h 5450835"/>
              <a:gd name="connsiteX13326" fmla="*/ 7377602 w 10450132"/>
              <a:gd name="connsiteY13326" fmla="*/ 225464 h 5450835"/>
              <a:gd name="connsiteX13327" fmla="*/ 7382135 w 10450132"/>
              <a:gd name="connsiteY13327" fmla="*/ 217583 h 5450835"/>
              <a:gd name="connsiteX13328" fmla="*/ 7382923 w 10450132"/>
              <a:gd name="connsiteY13328" fmla="*/ 217123 h 5450835"/>
              <a:gd name="connsiteX13329" fmla="*/ 6619714 w 10450132"/>
              <a:gd name="connsiteY13329" fmla="*/ 217123 h 5450835"/>
              <a:gd name="connsiteX13330" fmla="*/ 6628778 w 10450132"/>
              <a:gd name="connsiteY13330" fmla="*/ 217123 h 5450835"/>
              <a:gd name="connsiteX13331" fmla="*/ 6629566 w 10450132"/>
              <a:gd name="connsiteY13331" fmla="*/ 217582 h 5450835"/>
              <a:gd name="connsiteX13332" fmla="*/ 6634099 w 10450132"/>
              <a:gd name="connsiteY13332" fmla="*/ 225464 h 5450835"/>
              <a:gd name="connsiteX13333" fmla="*/ 6634099 w 10450132"/>
              <a:gd name="connsiteY13333" fmla="*/ 226318 h 5450835"/>
              <a:gd name="connsiteX13334" fmla="*/ 6629566 w 10450132"/>
              <a:gd name="connsiteY13334" fmla="*/ 234200 h 5450835"/>
              <a:gd name="connsiteX13335" fmla="*/ 6628778 w 10450132"/>
              <a:gd name="connsiteY13335" fmla="*/ 234660 h 5450835"/>
              <a:gd name="connsiteX13336" fmla="*/ 6619714 w 10450132"/>
              <a:gd name="connsiteY13336" fmla="*/ 234660 h 5450835"/>
              <a:gd name="connsiteX13337" fmla="*/ 6618926 w 10450132"/>
              <a:gd name="connsiteY13337" fmla="*/ 234200 h 5450835"/>
              <a:gd name="connsiteX13338" fmla="*/ 6614394 w 10450132"/>
              <a:gd name="connsiteY13338" fmla="*/ 226318 h 5450835"/>
              <a:gd name="connsiteX13339" fmla="*/ 6614394 w 10450132"/>
              <a:gd name="connsiteY13339" fmla="*/ 225464 h 5450835"/>
              <a:gd name="connsiteX13340" fmla="*/ 6618926 w 10450132"/>
              <a:gd name="connsiteY13340" fmla="*/ 217582 h 5450835"/>
              <a:gd name="connsiteX13341" fmla="*/ 6619714 w 10450132"/>
              <a:gd name="connsiteY13341" fmla="*/ 217123 h 5450835"/>
              <a:gd name="connsiteX13342" fmla="*/ 3058295 w 10450132"/>
              <a:gd name="connsiteY13342" fmla="*/ 217123 h 5450835"/>
              <a:gd name="connsiteX13343" fmla="*/ 3067360 w 10450132"/>
              <a:gd name="connsiteY13343" fmla="*/ 217123 h 5450835"/>
              <a:gd name="connsiteX13344" fmla="*/ 3068148 w 10450132"/>
              <a:gd name="connsiteY13344" fmla="*/ 217582 h 5450835"/>
              <a:gd name="connsiteX13345" fmla="*/ 3072680 w 10450132"/>
              <a:gd name="connsiteY13345" fmla="*/ 225464 h 5450835"/>
              <a:gd name="connsiteX13346" fmla="*/ 3072680 w 10450132"/>
              <a:gd name="connsiteY13346" fmla="*/ 226318 h 5450835"/>
              <a:gd name="connsiteX13347" fmla="*/ 3068148 w 10450132"/>
              <a:gd name="connsiteY13347" fmla="*/ 234200 h 5450835"/>
              <a:gd name="connsiteX13348" fmla="*/ 3067360 w 10450132"/>
              <a:gd name="connsiteY13348" fmla="*/ 234660 h 5450835"/>
              <a:gd name="connsiteX13349" fmla="*/ 3058295 w 10450132"/>
              <a:gd name="connsiteY13349" fmla="*/ 234660 h 5450835"/>
              <a:gd name="connsiteX13350" fmla="*/ 3057507 w 10450132"/>
              <a:gd name="connsiteY13350" fmla="*/ 234200 h 5450835"/>
              <a:gd name="connsiteX13351" fmla="*/ 3052974 w 10450132"/>
              <a:gd name="connsiteY13351" fmla="*/ 226318 h 5450835"/>
              <a:gd name="connsiteX13352" fmla="*/ 3052974 w 10450132"/>
              <a:gd name="connsiteY13352" fmla="*/ 225464 h 5450835"/>
              <a:gd name="connsiteX13353" fmla="*/ 3057507 w 10450132"/>
              <a:gd name="connsiteY13353" fmla="*/ 217582 h 5450835"/>
              <a:gd name="connsiteX13354" fmla="*/ 3058295 w 10450132"/>
              <a:gd name="connsiteY13354" fmla="*/ 217123 h 5450835"/>
              <a:gd name="connsiteX13355" fmla="*/ 9672481 w 10450132"/>
              <a:gd name="connsiteY13355" fmla="*/ 217117 h 5450835"/>
              <a:gd name="connsiteX13356" fmla="*/ 9681545 w 10450132"/>
              <a:gd name="connsiteY13356" fmla="*/ 217117 h 5450835"/>
              <a:gd name="connsiteX13357" fmla="*/ 9682333 w 10450132"/>
              <a:gd name="connsiteY13357" fmla="*/ 217578 h 5450835"/>
              <a:gd name="connsiteX13358" fmla="*/ 9686865 w 10450132"/>
              <a:gd name="connsiteY13358" fmla="*/ 225459 h 5450835"/>
              <a:gd name="connsiteX13359" fmla="*/ 9686865 w 10450132"/>
              <a:gd name="connsiteY13359" fmla="*/ 226312 h 5450835"/>
              <a:gd name="connsiteX13360" fmla="*/ 9682333 w 10450132"/>
              <a:gd name="connsiteY13360" fmla="*/ 234195 h 5450835"/>
              <a:gd name="connsiteX13361" fmla="*/ 9681545 w 10450132"/>
              <a:gd name="connsiteY13361" fmla="*/ 234654 h 5450835"/>
              <a:gd name="connsiteX13362" fmla="*/ 9681518 w 10450132"/>
              <a:gd name="connsiteY13362" fmla="*/ 234654 h 5450835"/>
              <a:gd name="connsiteX13363" fmla="*/ 9681479 w 10450132"/>
              <a:gd name="connsiteY13363" fmla="*/ 234677 h 5450835"/>
              <a:gd name="connsiteX13364" fmla="*/ 9672416 w 10450132"/>
              <a:gd name="connsiteY13364" fmla="*/ 234677 h 5450835"/>
              <a:gd name="connsiteX13365" fmla="*/ 9671627 w 10450132"/>
              <a:gd name="connsiteY13365" fmla="*/ 234218 h 5450835"/>
              <a:gd name="connsiteX13366" fmla="*/ 9667095 w 10450132"/>
              <a:gd name="connsiteY13366" fmla="*/ 226335 h 5450835"/>
              <a:gd name="connsiteX13367" fmla="*/ 9667095 w 10450132"/>
              <a:gd name="connsiteY13367" fmla="*/ 225481 h 5450835"/>
              <a:gd name="connsiteX13368" fmla="*/ 9671627 w 10450132"/>
              <a:gd name="connsiteY13368" fmla="*/ 217601 h 5450835"/>
              <a:gd name="connsiteX13369" fmla="*/ 9672416 w 10450132"/>
              <a:gd name="connsiteY13369" fmla="*/ 217140 h 5450835"/>
              <a:gd name="connsiteX13370" fmla="*/ 9672442 w 10450132"/>
              <a:gd name="connsiteY13370" fmla="*/ 217140 h 5450835"/>
              <a:gd name="connsiteX13371" fmla="*/ 1023079 w 10450132"/>
              <a:gd name="connsiteY13371" fmla="*/ 217111 h 5450835"/>
              <a:gd name="connsiteX13372" fmla="*/ 1032144 w 10450132"/>
              <a:gd name="connsiteY13372" fmla="*/ 217111 h 5450835"/>
              <a:gd name="connsiteX13373" fmla="*/ 1032275 w 10450132"/>
              <a:gd name="connsiteY13373" fmla="*/ 217187 h 5450835"/>
              <a:gd name="connsiteX13374" fmla="*/ 1032291 w 10450132"/>
              <a:gd name="connsiteY13374" fmla="*/ 217187 h 5450835"/>
              <a:gd name="connsiteX13375" fmla="*/ 1033081 w 10450132"/>
              <a:gd name="connsiteY13375" fmla="*/ 217647 h 5450835"/>
              <a:gd name="connsiteX13376" fmla="*/ 1037612 w 10450132"/>
              <a:gd name="connsiteY13376" fmla="*/ 225527 h 5450835"/>
              <a:gd name="connsiteX13377" fmla="*/ 1037612 w 10450132"/>
              <a:gd name="connsiteY13377" fmla="*/ 226381 h 5450835"/>
              <a:gd name="connsiteX13378" fmla="*/ 1033081 w 10450132"/>
              <a:gd name="connsiteY13378" fmla="*/ 234265 h 5450835"/>
              <a:gd name="connsiteX13379" fmla="*/ 1032291 w 10450132"/>
              <a:gd name="connsiteY13379" fmla="*/ 234723 h 5450835"/>
              <a:gd name="connsiteX13380" fmla="*/ 1023227 w 10450132"/>
              <a:gd name="connsiteY13380" fmla="*/ 234723 h 5450835"/>
              <a:gd name="connsiteX13381" fmla="*/ 1023097 w 10450132"/>
              <a:gd name="connsiteY13381" fmla="*/ 234647 h 5450835"/>
              <a:gd name="connsiteX13382" fmla="*/ 1023079 w 10450132"/>
              <a:gd name="connsiteY13382" fmla="*/ 234647 h 5450835"/>
              <a:gd name="connsiteX13383" fmla="*/ 1022292 w 10450132"/>
              <a:gd name="connsiteY13383" fmla="*/ 234187 h 5450835"/>
              <a:gd name="connsiteX13384" fmla="*/ 1017759 w 10450132"/>
              <a:gd name="connsiteY13384" fmla="*/ 226304 h 5450835"/>
              <a:gd name="connsiteX13385" fmla="*/ 1017759 w 10450132"/>
              <a:gd name="connsiteY13385" fmla="*/ 225451 h 5450835"/>
              <a:gd name="connsiteX13386" fmla="*/ 1022292 w 10450132"/>
              <a:gd name="connsiteY13386" fmla="*/ 217570 h 5450835"/>
              <a:gd name="connsiteX13387" fmla="*/ 1023079 w 10450132"/>
              <a:gd name="connsiteY13387" fmla="*/ 217111 h 5450835"/>
              <a:gd name="connsiteX13388" fmla="*/ 5602126 w 10450132"/>
              <a:gd name="connsiteY13388" fmla="*/ 217110 h 5450835"/>
              <a:gd name="connsiteX13389" fmla="*/ 5611191 w 10450132"/>
              <a:gd name="connsiteY13389" fmla="*/ 217110 h 5450835"/>
              <a:gd name="connsiteX13390" fmla="*/ 5611979 w 10450132"/>
              <a:gd name="connsiteY13390" fmla="*/ 217569 h 5450835"/>
              <a:gd name="connsiteX13391" fmla="*/ 5616511 w 10450132"/>
              <a:gd name="connsiteY13391" fmla="*/ 225451 h 5450835"/>
              <a:gd name="connsiteX13392" fmla="*/ 5616511 w 10450132"/>
              <a:gd name="connsiteY13392" fmla="*/ 226304 h 5450835"/>
              <a:gd name="connsiteX13393" fmla="*/ 5611979 w 10450132"/>
              <a:gd name="connsiteY13393" fmla="*/ 234187 h 5450835"/>
              <a:gd name="connsiteX13394" fmla="*/ 5611191 w 10450132"/>
              <a:gd name="connsiteY13394" fmla="*/ 234647 h 5450835"/>
              <a:gd name="connsiteX13395" fmla="*/ 5602126 w 10450132"/>
              <a:gd name="connsiteY13395" fmla="*/ 234647 h 5450835"/>
              <a:gd name="connsiteX13396" fmla="*/ 5601338 w 10450132"/>
              <a:gd name="connsiteY13396" fmla="*/ 234187 h 5450835"/>
              <a:gd name="connsiteX13397" fmla="*/ 5596807 w 10450132"/>
              <a:gd name="connsiteY13397" fmla="*/ 226304 h 5450835"/>
              <a:gd name="connsiteX13398" fmla="*/ 5596807 w 10450132"/>
              <a:gd name="connsiteY13398" fmla="*/ 225451 h 5450835"/>
              <a:gd name="connsiteX13399" fmla="*/ 5601338 w 10450132"/>
              <a:gd name="connsiteY13399" fmla="*/ 217569 h 5450835"/>
              <a:gd name="connsiteX13400" fmla="*/ 5602126 w 10450132"/>
              <a:gd name="connsiteY13400" fmla="*/ 217110 h 5450835"/>
              <a:gd name="connsiteX13401" fmla="*/ 8146065 w 10450132"/>
              <a:gd name="connsiteY13401" fmla="*/ 217102 h 5450835"/>
              <a:gd name="connsiteX13402" fmla="*/ 8155129 w 10450132"/>
              <a:gd name="connsiteY13402" fmla="*/ 217102 h 5450835"/>
              <a:gd name="connsiteX13403" fmla="*/ 8155917 w 10450132"/>
              <a:gd name="connsiteY13403" fmla="*/ 217562 h 5450835"/>
              <a:gd name="connsiteX13404" fmla="*/ 8160449 w 10450132"/>
              <a:gd name="connsiteY13404" fmla="*/ 225443 h 5450835"/>
              <a:gd name="connsiteX13405" fmla="*/ 8160449 w 10450132"/>
              <a:gd name="connsiteY13405" fmla="*/ 226297 h 5450835"/>
              <a:gd name="connsiteX13406" fmla="*/ 8155917 w 10450132"/>
              <a:gd name="connsiteY13406" fmla="*/ 234179 h 5450835"/>
              <a:gd name="connsiteX13407" fmla="*/ 8155129 w 10450132"/>
              <a:gd name="connsiteY13407" fmla="*/ 234639 h 5450835"/>
              <a:gd name="connsiteX13408" fmla="*/ 8146065 w 10450132"/>
              <a:gd name="connsiteY13408" fmla="*/ 234639 h 5450835"/>
              <a:gd name="connsiteX13409" fmla="*/ 8145277 w 10450132"/>
              <a:gd name="connsiteY13409" fmla="*/ 234179 h 5450835"/>
              <a:gd name="connsiteX13410" fmla="*/ 8140745 w 10450132"/>
              <a:gd name="connsiteY13410" fmla="*/ 226297 h 5450835"/>
              <a:gd name="connsiteX13411" fmla="*/ 8140745 w 10450132"/>
              <a:gd name="connsiteY13411" fmla="*/ 225443 h 5450835"/>
              <a:gd name="connsiteX13412" fmla="*/ 8145277 w 10450132"/>
              <a:gd name="connsiteY13412" fmla="*/ 217562 h 5450835"/>
              <a:gd name="connsiteX13413" fmla="*/ 8146065 w 10450132"/>
              <a:gd name="connsiteY13413" fmla="*/ 217102 h 5450835"/>
              <a:gd name="connsiteX13414" fmla="*/ 7128477 w 10450132"/>
              <a:gd name="connsiteY13414" fmla="*/ 217099 h 5450835"/>
              <a:gd name="connsiteX13415" fmla="*/ 7137540 w 10450132"/>
              <a:gd name="connsiteY13415" fmla="*/ 217099 h 5450835"/>
              <a:gd name="connsiteX13416" fmla="*/ 7138328 w 10450132"/>
              <a:gd name="connsiteY13416" fmla="*/ 217558 h 5450835"/>
              <a:gd name="connsiteX13417" fmla="*/ 7142860 w 10450132"/>
              <a:gd name="connsiteY13417" fmla="*/ 225440 h 5450835"/>
              <a:gd name="connsiteX13418" fmla="*/ 7142860 w 10450132"/>
              <a:gd name="connsiteY13418" fmla="*/ 226293 h 5450835"/>
              <a:gd name="connsiteX13419" fmla="*/ 7138328 w 10450132"/>
              <a:gd name="connsiteY13419" fmla="*/ 234176 h 5450835"/>
              <a:gd name="connsiteX13420" fmla="*/ 7137540 w 10450132"/>
              <a:gd name="connsiteY13420" fmla="*/ 234636 h 5450835"/>
              <a:gd name="connsiteX13421" fmla="*/ 7128477 w 10450132"/>
              <a:gd name="connsiteY13421" fmla="*/ 234636 h 5450835"/>
              <a:gd name="connsiteX13422" fmla="*/ 7127689 w 10450132"/>
              <a:gd name="connsiteY13422" fmla="*/ 234176 h 5450835"/>
              <a:gd name="connsiteX13423" fmla="*/ 7123156 w 10450132"/>
              <a:gd name="connsiteY13423" fmla="*/ 226293 h 5450835"/>
              <a:gd name="connsiteX13424" fmla="*/ 7123156 w 10450132"/>
              <a:gd name="connsiteY13424" fmla="*/ 225440 h 5450835"/>
              <a:gd name="connsiteX13425" fmla="*/ 7127689 w 10450132"/>
              <a:gd name="connsiteY13425" fmla="*/ 217558 h 5450835"/>
              <a:gd name="connsiteX13426" fmla="*/ 7128477 w 10450132"/>
              <a:gd name="connsiteY13426" fmla="*/ 217099 h 5450835"/>
              <a:gd name="connsiteX13427" fmla="*/ 9418035 w 10450132"/>
              <a:gd name="connsiteY13427" fmla="*/ 217095 h 5450835"/>
              <a:gd name="connsiteX13428" fmla="*/ 9427099 w 10450132"/>
              <a:gd name="connsiteY13428" fmla="*/ 217095 h 5450835"/>
              <a:gd name="connsiteX13429" fmla="*/ 9427887 w 10450132"/>
              <a:gd name="connsiteY13429" fmla="*/ 217555 h 5450835"/>
              <a:gd name="connsiteX13430" fmla="*/ 9432419 w 10450132"/>
              <a:gd name="connsiteY13430" fmla="*/ 225436 h 5450835"/>
              <a:gd name="connsiteX13431" fmla="*/ 9432419 w 10450132"/>
              <a:gd name="connsiteY13431" fmla="*/ 226290 h 5450835"/>
              <a:gd name="connsiteX13432" fmla="*/ 9427887 w 10450132"/>
              <a:gd name="connsiteY13432" fmla="*/ 234173 h 5450835"/>
              <a:gd name="connsiteX13433" fmla="*/ 9427099 w 10450132"/>
              <a:gd name="connsiteY13433" fmla="*/ 234632 h 5450835"/>
              <a:gd name="connsiteX13434" fmla="*/ 9418035 w 10450132"/>
              <a:gd name="connsiteY13434" fmla="*/ 234632 h 5450835"/>
              <a:gd name="connsiteX13435" fmla="*/ 9417247 w 10450132"/>
              <a:gd name="connsiteY13435" fmla="*/ 234173 h 5450835"/>
              <a:gd name="connsiteX13436" fmla="*/ 9412714 w 10450132"/>
              <a:gd name="connsiteY13436" fmla="*/ 226290 h 5450835"/>
              <a:gd name="connsiteX13437" fmla="*/ 9412714 w 10450132"/>
              <a:gd name="connsiteY13437" fmla="*/ 225436 h 5450835"/>
              <a:gd name="connsiteX13438" fmla="*/ 9417247 w 10450132"/>
              <a:gd name="connsiteY13438" fmla="*/ 217555 h 5450835"/>
              <a:gd name="connsiteX13439" fmla="*/ 9418035 w 10450132"/>
              <a:gd name="connsiteY13439" fmla="*/ 217095 h 5450835"/>
              <a:gd name="connsiteX13440" fmla="*/ 1786188 w 10450132"/>
              <a:gd name="connsiteY13440" fmla="*/ 217094 h 5450835"/>
              <a:gd name="connsiteX13441" fmla="*/ 1795253 w 10450132"/>
              <a:gd name="connsiteY13441" fmla="*/ 217094 h 5450835"/>
              <a:gd name="connsiteX13442" fmla="*/ 1795398 w 10450132"/>
              <a:gd name="connsiteY13442" fmla="*/ 217178 h 5450835"/>
              <a:gd name="connsiteX13443" fmla="*/ 1795540 w 10450132"/>
              <a:gd name="connsiteY13443" fmla="*/ 217178 h 5450835"/>
              <a:gd name="connsiteX13444" fmla="*/ 1796329 w 10450132"/>
              <a:gd name="connsiteY13444" fmla="*/ 217637 h 5450835"/>
              <a:gd name="connsiteX13445" fmla="*/ 1800861 w 10450132"/>
              <a:gd name="connsiteY13445" fmla="*/ 225519 h 5450835"/>
              <a:gd name="connsiteX13446" fmla="*/ 1800861 w 10450132"/>
              <a:gd name="connsiteY13446" fmla="*/ 226372 h 5450835"/>
              <a:gd name="connsiteX13447" fmla="*/ 1796329 w 10450132"/>
              <a:gd name="connsiteY13447" fmla="*/ 234256 h 5450835"/>
              <a:gd name="connsiteX13448" fmla="*/ 1795540 w 10450132"/>
              <a:gd name="connsiteY13448" fmla="*/ 234716 h 5450835"/>
              <a:gd name="connsiteX13449" fmla="*/ 1786477 w 10450132"/>
              <a:gd name="connsiteY13449" fmla="*/ 234716 h 5450835"/>
              <a:gd name="connsiteX13450" fmla="*/ 1786333 w 10450132"/>
              <a:gd name="connsiteY13450" fmla="*/ 234631 h 5450835"/>
              <a:gd name="connsiteX13451" fmla="*/ 1786188 w 10450132"/>
              <a:gd name="connsiteY13451" fmla="*/ 234631 h 5450835"/>
              <a:gd name="connsiteX13452" fmla="*/ 1785400 w 10450132"/>
              <a:gd name="connsiteY13452" fmla="*/ 234171 h 5450835"/>
              <a:gd name="connsiteX13453" fmla="*/ 1780868 w 10450132"/>
              <a:gd name="connsiteY13453" fmla="*/ 226288 h 5450835"/>
              <a:gd name="connsiteX13454" fmla="*/ 1780868 w 10450132"/>
              <a:gd name="connsiteY13454" fmla="*/ 225435 h 5450835"/>
              <a:gd name="connsiteX13455" fmla="*/ 1785400 w 10450132"/>
              <a:gd name="connsiteY13455" fmla="*/ 217553 h 5450835"/>
              <a:gd name="connsiteX13456" fmla="*/ 1786188 w 10450132"/>
              <a:gd name="connsiteY13456" fmla="*/ 217094 h 5450835"/>
              <a:gd name="connsiteX13457" fmla="*/ 4584538 w 10450132"/>
              <a:gd name="connsiteY13457" fmla="*/ 217084 h 5450835"/>
              <a:gd name="connsiteX13458" fmla="*/ 4593603 w 10450132"/>
              <a:gd name="connsiteY13458" fmla="*/ 217084 h 5450835"/>
              <a:gd name="connsiteX13459" fmla="*/ 4594390 w 10450132"/>
              <a:gd name="connsiteY13459" fmla="*/ 217544 h 5450835"/>
              <a:gd name="connsiteX13460" fmla="*/ 4598922 w 10450132"/>
              <a:gd name="connsiteY13460" fmla="*/ 225425 h 5450835"/>
              <a:gd name="connsiteX13461" fmla="*/ 4598922 w 10450132"/>
              <a:gd name="connsiteY13461" fmla="*/ 226279 h 5450835"/>
              <a:gd name="connsiteX13462" fmla="*/ 4594390 w 10450132"/>
              <a:gd name="connsiteY13462" fmla="*/ 234162 h 5450835"/>
              <a:gd name="connsiteX13463" fmla="*/ 4593603 w 10450132"/>
              <a:gd name="connsiteY13463" fmla="*/ 234622 h 5450835"/>
              <a:gd name="connsiteX13464" fmla="*/ 4584538 w 10450132"/>
              <a:gd name="connsiteY13464" fmla="*/ 234622 h 5450835"/>
              <a:gd name="connsiteX13465" fmla="*/ 4583749 w 10450132"/>
              <a:gd name="connsiteY13465" fmla="*/ 234162 h 5450835"/>
              <a:gd name="connsiteX13466" fmla="*/ 4579218 w 10450132"/>
              <a:gd name="connsiteY13466" fmla="*/ 226279 h 5450835"/>
              <a:gd name="connsiteX13467" fmla="*/ 4579218 w 10450132"/>
              <a:gd name="connsiteY13467" fmla="*/ 225425 h 5450835"/>
              <a:gd name="connsiteX13468" fmla="*/ 4583749 w 10450132"/>
              <a:gd name="connsiteY13468" fmla="*/ 217544 h 5450835"/>
              <a:gd name="connsiteX13469" fmla="*/ 4584538 w 10450132"/>
              <a:gd name="connsiteY13469" fmla="*/ 217084 h 5450835"/>
              <a:gd name="connsiteX13470" fmla="*/ 10181242 w 10450132"/>
              <a:gd name="connsiteY13470" fmla="*/ 217081 h 5450835"/>
              <a:gd name="connsiteX13471" fmla="*/ 10190305 w 10450132"/>
              <a:gd name="connsiteY13471" fmla="*/ 217081 h 5450835"/>
              <a:gd name="connsiteX13472" fmla="*/ 10191093 w 10450132"/>
              <a:gd name="connsiteY13472" fmla="*/ 217541 h 5450835"/>
              <a:gd name="connsiteX13473" fmla="*/ 10195626 w 10450132"/>
              <a:gd name="connsiteY13473" fmla="*/ 225422 h 5450835"/>
              <a:gd name="connsiteX13474" fmla="*/ 10195626 w 10450132"/>
              <a:gd name="connsiteY13474" fmla="*/ 225502 h 5450835"/>
              <a:gd name="connsiteX13475" fmla="*/ 10195626 w 10450132"/>
              <a:gd name="connsiteY13475" fmla="*/ 226276 h 5450835"/>
              <a:gd name="connsiteX13476" fmla="*/ 10195626 w 10450132"/>
              <a:gd name="connsiteY13476" fmla="*/ 226356 h 5450835"/>
              <a:gd name="connsiteX13477" fmla="*/ 10191093 w 10450132"/>
              <a:gd name="connsiteY13477" fmla="*/ 234238 h 5450835"/>
              <a:gd name="connsiteX13478" fmla="*/ 10190305 w 10450132"/>
              <a:gd name="connsiteY13478" fmla="*/ 234698 h 5450835"/>
              <a:gd name="connsiteX13479" fmla="*/ 10181242 w 10450132"/>
              <a:gd name="connsiteY13479" fmla="*/ 234698 h 5450835"/>
              <a:gd name="connsiteX13480" fmla="*/ 10180453 w 10450132"/>
              <a:gd name="connsiteY13480" fmla="*/ 234238 h 5450835"/>
              <a:gd name="connsiteX13481" fmla="*/ 10175922 w 10450132"/>
              <a:gd name="connsiteY13481" fmla="*/ 226356 h 5450835"/>
              <a:gd name="connsiteX13482" fmla="*/ 10175922 w 10450132"/>
              <a:gd name="connsiteY13482" fmla="*/ 226276 h 5450835"/>
              <a:gd name="connsiteX13483" fmla="*/ 10175922 w 10450132"/>
              <a:gd name="connsiteY13483" fmla="*/ 225502 h 5450835"/>
              <a:gd name="connsiteX13484" fmla="*/ 10175922 w 10450132"/>
              <a:gd name="connsiteY13484" fmla="*/ 225422 h 5450835"/>
              <a:gd name="connsiteX13485" fmla="*/ 10180453 w 10450132"/>
              <a:gd name="connsiteY13485" fmla="*/ 217541 h 5450835"/>
              <a:gd name="connsiteX13486" fmla="*/ 10181242 w 10450132"/>
              <a:gd name="connsiteY13486" fmla="*/ 217081 h 5450835"/>
              <a:gd name="connsiteX13487" fmla="*/ 1531845 w 10450132"/>
              <a:gd name="connsiteY13487" fmla="*/ 217078 h 5450835"/>
              <a:gd name="connsiteX13488" fmla="*/ 1540908 w 10450132"/>
              <a:gd name="connsiteY13488" fmla="*/ 217078 h 5450835"/>
              <a:gd name="connsiteX13489" fmla="*/ 1541698 w 10450132"/>
              <a:gd name="connsiteY13489" fmla="*/ 217537 h 5450835"/>
              <a:gd name="connsiteX13490" fmla="*/ 1546228 w 10450132"/>
              <a:gd name="connsiteY13490" fmla="*/ 225419 h 5450835"/>
              <a:gd name="connsiteX13491" fmla="*/ 1546228 w 10450132"/>
              <a:gd name="connsiteY13491" fmla="*/ 226273 h 5450835"/>
              <a:gd name="connsiteX13492" fmla="*/ 1541698 w 10450132"/>
              <a:gd name="connsiteY13492" fmla="*/ 234155 h 5450835"/>
              <a:gd name="connsiteX13493" fmla="*/ 1540908 w 10450132"/>
              <a:gd name="connsiteY13493" fmla="*/ 234615 h 5450835"/>
              <a:gd name="connsiteX13494" fmla="*/ 1540866 w 10450132"/>
              <a:gd name="connsiteY13494" fmla="*/ 234615 h 5450835"/>
              <a:gd name="connsiteX13495" fmla="*/ 1540856 w 10450132"/>
              <a:gd name="connsiteY13495" fmla="*/ 234622 h 5450835"/>
              <a:gd name="connsiteX13496" fmla="*/ 1531792 w 10450132"/>
              <a:gd name="connsiteY13496" fmla="*/ 234622 h 5450835"/>
              <a:gd name="connsiteX13497" fmla="*/ 1531003 w 10450132"/>
              <a:gd name="connsiteY13497" fmla="*/ 234162 h 5450835"/>
              <a:gd name="connsiteX13498" fmla="*/ 1526470 w 10450132"/>
              <a:gd name="connsiteY13498" fmla="*/ 226279 h 5450835"/>
              <a:gd name="connsiteX13499" fmla="*/ 1526470 w 10450132"/>
              <a:gd name="connsiteY13499" fmla="*/ 225425 h 5450835"/>
              <a:gd name="connsiteX13500" fmla="*/ 1531003 w 10450132"/>
              <a:gd name="connsiteY13500" fmla="*/ 217544 h 5450835"/>
              <a:gd name="connsiteX13501" fmla="*/ 1531792 w 10450132"/>
              <a:gd name="connsiteY13501" fmla="*/ 217084 h 5450835"/>
              <a:gd name="connsiteX13502" fmla="*/ 1531834 w 10450132"/>
              <a:gd name="connsiteY13502" fmla="*/ 217084 h 5450835"/>
              <a:gd name="connsiteX13503" fmla="*/ 2803744 w 10450132"/>
              <a:gd name="connsiteY13503" fmla="*/ 217076 h 5450835"/>
              <a:gd name="connsiteX13504" fmla="*/ 2812808 w 10450132"/>
              <a:gd name="connsiteY13504" fmla="*/ 217076 h 5450835"/>
              <a:gd name="connsiteX13505" fmla="*/ 2813596 w 10450132"/>
              <a:gd name="connsiteY13505" fmla="*/ 217535 h 5450835"/>
              <a:gd name="connsiteX13506" fmla="*/ 2818127 w 10450132"/>
              <a:gd name="connsiteY13506" fmla="*/ 225417 h 5450835"/>
              <a:gd name="connsiteX13507" fmla="*/ 2818127 w 10450132"/>
              <a:gd name="connsiteY13507" fmla="*/ 226271 h 5450835"/>
              <a:gd name="connsiteX13508" fmla="*/ 2813596 w 10450132"/>
              <a:gd name="connsiteY13508" fmla="*/ 234153 h 5450835"/>
              <a:gd name="connsiteX13509" fmla="*/ 2812808 w 10450132"/>
              <a:gd name="connsiteY13509" fmla="*/ 234613 h 5450835"/>
              <a:gd name="connsiteX13510" fmla="*/ 2803744 w 10450132"/>
              <a:gd name="connsiteY13510" fmla="*/ 234613 h 5450835"/>
              <a:gd name="connsiteX13511" fmla="*/ 2802955 w 10450132"/>
              <a:gd name="connsiteY13511" fmla="*/ 234153 h 5450835"/>
              <a:gd name="connsiteX13512" fmla="*/ 2798423 w 10450132"/>
              <a:gd name="connsiteY13512" fmla="*/ 226271 h 5450835"/>
              <a:gd name="connsiteX13513" fmla="*/ 2798423 w 10450132"/>
              <a:gd name="connsiteY13513" fmla="*/ 225417 h 5450835"/>
              <a:gd name="connsiteX13514" fmla="*/ 2802955 w 10450132"/>
              <a:gd name="connsiteY13514" fmla="*/ 217535 h 5450835"/>
              <a:gd name="connsiteX13515" fmla="*/ 2803744 w 10450132"/>
              <a:gd name="connsiteY13515" fmla="*/ 217076 h 5450835"/>
              <a:gd name="connsiteX13516" fmla="*/ 10435623 w 10450132"/>
              <a:gd name="connsiteY13516" fmla="*/ 217074 h 5450835"/>
              <a:gd name="connsiteX13517" fmla="*/ 10435689 w 10450132"/>
              <a:gd name="connsiteY13517" fmla="*/ 217074 h 5450835"/>
              <a:gd name="connsiteX13518" fmla="*/ 10444687 w 10450132"/>
              <a:gd name="connsiteY13518" fmla="*/ 217074 h 5450835"/>
              <a:gd name="connsiteX13519" fmla="*/ 10444753 w 10450132"/>
              <a:gd name="connsiteY13519" fmla="*/ 217074 h 5450835"/>
              <a:gd name="connsiteX13520" fmla="*/ 10445541 w 10450132"/>
              <a:gd name="connsiteY13520" fmla="*/ 217534 h 5450835"/>
              <a:gd name="connsiteX13521" fmla="*/ 10450074 w 10450132"/>
              <a:gd name="connsiteY13521" fmla="*/ 225416 h 5450835"/>
              <a:gd name="connsiteX13522" fmla="*/ 10450074 w 10450132"/>
              <a:gd name="connsiteY13522" fmla="*/ 226269 h 5450835"/>
              <a:gd name="connsiteX13523" fmla="*/ 10445541 w 10450132"/>
              <a:gd name="connsiteY13523" fmla="*/ 234152 h 5450835"/>
              <a:gd name="connsiteX13524" fmla="*/ 10444753 w 10450132"/>
              <a:gd name="connsiteY13524" fmla="*/ 234612 h 5450835"/>
              <a:gd name="connsiteX13525" fmla="*/ 10444687 w 10450132"/>
              <a:gd name="connsiteY13525" fmla="*/ 234612 h 5450835"/>
              <a:gd name="connsiteX13526" fmla="*/ 10435689 w 10450132"/>
              <a:gd name="connsiteY13526" fmla="*/ 234612 h 5450835"/>
              <a:gd name="connsiteX13527" fmla="*/ 10435623 w 10450132"/>
              <a:gd name="connsiteY13527" fmla="*/ 234612 h 5450835"/>
              <a:gd name="connsiteX13528" fmla="*/ 10434835 w 10450132"/>
              <a:gd name="connsiteY13528" fmla="*/ 234152 h 5450835"/>
              <a:gd name="connsiteX13529" fmla="*/ 10430303 w 10450132"/>
              <a:gd name="connsiteY13529" fmla="*/ 226269 h 5450835"/>
              <a:gd name="connsiteX13530" fmla="*/ 10430303 w 10450132"/>
              <a:gd name="connsiteY13530" fmla="*/ 225416 h 5450835"/>
              <a:gd name="connsiteX13531" fmla="*/ 10434835 w 10450132"/>
              <a:gd name="connsiteY13531" fmla="*/ 217534 h 5450835"/>
              <a:gd name="connsiteX13532" fmla="*/ 10435623 w 10450132"/>
              <a:gd name="connsiteY13532" fmla="*/ 217074 h 5450835"/>
              <a:gd name="connsiteX13533" fmla="*/ 4075712 w 10450132"/>
              <a:gd name="connsiteY13533" fmla="*/ 217074 h 5450835"/>
              <a:gd name="connsiteX13534" fmla="*/ 4084775 w 10450132"/>
              <a:gd name="connsiteY13534" fmla="*/ 217074 h 5450835"/>
              <a:gd name="connsiteX13535" fmla="*/ 4085564 w 10450132"/>
              <a:gd name="connsiteY13535" fmla="*/ 217534 h 5450835"/>
              <a:gd name="connsiteX13536" fmla="*/ 4090096 w 10450132"/>
              <a:gd name="connsiteY13536" fmla="*/ 225416 h 5450835"/>
              <a:gd name="connsiteX13537" fmla="*/ 4090096 w 10450132"/>
              <a:gd name="connsiteY13537" fmla="*/ 226269 h 5450835"/>
              <a:gd name="connsiteX13538" fmla="*/ 4085564 w 10450132"/>
              <a:gd name="connsiteY13538" fmla="*/ 234152 h 5450835"/>
              <a:gd name="connsiteX13539" fmla="*/ 4084775 w 10450132"/>
              <a:gd name="connsiteY13539" fmla="*/ 234612 h 5450835"/>
              <a:gd name="connsiteX13540" fmla="*/ 4075712 w 10450132"/>
              <a:gd name="connsiteY13540" fmla="*/ 234612 h 5450835"/>
              <a:gd name="connsiteX13541" fmla="*/ 4074924 w 10450132"/>
              <a:gd name="connsiteY13541" fmla="*/ 234152 h 5450835"/>
              <a:gd name="connsiteX13542" fmla="*/ 4070391 w 10450132"/>
              <a:gd name="connsiteY13542" fmla="*/ 226269 h 5450835"/>
              <a:gd name="connsiteX13543" fmla="*/ 4070391 w 10450132"/>
              <a:gd name="connsiteY13543" fmla="*/ 225416 h 5450835"/>
              <a:gd name="connsiteX13544" fmla="*/ 4074924 w 10450132"/>
              <a:gd name="connsiteY13544" fmla="*/ 217534 h 5450835"/>
              <a:gd name="connsiteX13545" fmla="*/ 4075712 w 10450132"/>
              <a:gd name="connsiteY13545" fmla="*/ 217074 h 5450835"/>
              <a:gd name="connsiteX13546" fmla="*/ 8909274 w 10450132"/>
              <a:gd name="connsiteY13546" fmla="*/ 116 h 5450835"/>
              <a:gd name="connsiteX13547" fmla="*/ 8918336 w 10450132"/>
              <a:gd name="connsiteY13547" fmla="*/ 116 h 5450835"/>
              <a:gd name="connsiteX13548" fmla="*/ 8919125 w 10450132"/>
              <a:gd name="connsiteY13548" fmla="*/ 575 h 5450835"/>
              <a:gd name="connsiteX13549" fmla="*/ 8923657 w 10450132"/>
              <a:gd name="connsiteY13549" fmla="*/ 8456 h 5450835"/>
              <a:gd name="connsiteX13550" fmla="*/ 8923657 w 10450132"/>
              <a:gd name="connsiteY13550" fmla="*/ 9311 h 5450835"/>
              <a:gd name="connsiteX13551" fmla="*/ 8919125 w 10450132"/>
              <a:gd name="connsiteY13551" fmla="*/ 17194 h 5450835"/>
              <a:gd name="connsiteX13552" fmla="*/ 8918336 w 10450132"/>
              <a:gd name="connsiteY13552" fmla="*/ 17652 h 5450835"/>
              <a:gd name="connsiteX13553" fmla="*/ 8909274 w 10450132"/>
              <a:gd name="connsiteY13553" fmla="*/ 17652 h 5450835"/>
              <a:gd name="connsiteX13554" fmla="*/ 8908484 w 10450132"/>
              <a:gd name="connsiteY13554" fmla="*/ 17194 h 5450835"/>
              <a:gd name="connsiteX13555" fmla="*/ 8903953 w 10450132"/>
              <a:gd name="connsiteY13555" fmla="*/ 9311 h 5450835"/>
              <a:gd name="connsiteX13556" fmla="*/ 8903953 w 10450132"/>
              <a:gd name="connsiteY13556" fmla="*/ 8456 h 5450835"/>
              <a:gd name="connsiteX13557" fmla="*/ 8908484 w 10450132"/>
              <a:gd name="connsiteY13557" fmla="*/ 575 h 5450835"/>
              <a:gd name="connsiteX13558" fmla="*/ 8909274 w 10450132"/>
              <a:gd name="connsiteY13558" fmla="*/ 116 h 5450835"/>
              <a:gd name="connsiteX13559" fmla="*/ 5856508 w 10450132"/>
              <a:gd name="connsiteY13559" fmla="*/ 116 h 5450835"/>
              <a:gd name="connsiteX13560" fmla="*/ 5865571 w 10450132"/>
              <a:gd name="connsiteY13560" fmla="*/ 116 h 5450835"/>
              <a:gd name="connsiteX13561" fmla="*/ 5866359 w 10450132"/>
              <a:gd name="connsiteY13561" fmla="*/ 577 h 5450835"/>
              <a:gd name="connsiteX13562" fmla="*/ 5870891 w 10450132"/>
              <a:gd name="connsiteY13562" fmla="*/ 8457 h 5450835"/>
              <a:gd name="connsiteX13563" fmla="*/ 5870891 w 10450132"/>
              <a:gd name="connsiteY13563" fmla="*/ 9311 h 5450835"/>
              <a:gd name="connsiteX13564" fmla="*/ 5866359 w 10450132"/>
              <a:gd name="connsiteY13564" fmla="*/ 17194 h 5450835"/>
              <a:gd name="connsiteX13565" fmla="*/ 5865571 w 10450132"/>
              <a:gd name="connsiteY13565" fmla="*/ 17653 h 5450835"/>
              <a:gd name="connsiteX13566" fmla="*/ 5856508 w 10450132"/>
              <a:gd name="connsiteY13566" fmla="*/ 17653 h 5450835"/>
              <a:gd name="connsiteX13567" fmla="*/ 5855720 w 10450132"/>
              <a:gd name="connsiteY13567" fmla="*/ 17194 h 5450835"/>
              <a:gd name="connsiteX13568" fmla="*/ 5851187 w 10450132"/>
              <a:gd name="connsiteY13568" fmla="*/ 9311 h 5450835"/>
              <a:gd name="connsiteX13569" fmla="*/ 5851187 w 10450132"/>
              <a:gd name="connsiteY13569" fmla="*/ 8457 h 5450835"/>
              <a:gd name="connsiteX13570" fmla="*/ 5855720 w 10450132"/>
              <a:gd name="connsiteY13570" fmla="*/ 577 h 5450835"/>
              <a:gd name="connsiteX13571" fmla="*/ 5856508 w 10450132"/>
              <a:gd name="connsiteY13571" fmla="*/ 116 h 5450835"/>
              <a:gd name="connsiteX13572" fmla="*/ 7128477 w 10450132"/>
              <a:gd name="connsiteY13572" fmla="*/ 115 h 5450835"/>
              <a:gd name="connsiteX13573" fmla="*/ 7137540 w 10450132"/>
              <a:gd name="connsiteY13573" fmla="*/ 115 h 5450835"/>
              <a:gd name="connsiteX13574" fmla="*/ 7138328 w 10450132"/>
              <a:gd name="connsiteY13574" fmla="*/ 575 h 5450835"/>
              <a:gd name="connsiteX13575" fmla="*/ 7142860 w 10450132"/>
              <a:gd name="connsiteY13575" fmla="*/ 8456 h 5450835"/>
              <a:gd name="connsiteX13576" fmla="*/ 7142860 w 10450132"/>
              <a:gd name="connsiteY13576" fmla="*/ 9310 h 5450835"/>
              <a:gd name="connsiteX13577" fmla="*/ 7138328 w 10450132"/>
              <a:gd name="connsiteY13577" fmla="*/ 17191 h 5450835"/>
              <a:gd name="connsiteX13578" fmla="*/ 7137540 w 10450132"/>
              <a:gd name="connsiteY13578" fmla="*/ 17652 h 5450835"/>
              <a:gd name="connsiteX13579" fmla="*/ 7128477 w 10450132"/>
              <a:gd name="connsiteY13579" fmla="*/ 17652 h 5450835"/>
              <a:gd name="connsiteX13580" fmla="*/ 7127689 w 10450132"/>
              <a:gd name="connsiteY13580" fmla="*/ 17191 h 5450835"/>
              <a:gd name="connsiteX13581" fmla="*/ 7123156 w 10450132"/>
              <a:gd name="connsiteY13581" fmla="*/ 9310 h 5450835"/>
              <a:gd name="connsiteX13582" fmla="*/ 7123156 w 10450132"/>
              <a:gd name="connsiteY13582" fmla="*/ 8456 h 5450835"/>
              <a:gd name="connsiteX13583" fmla="*/ 7127689 w 10450132"/>
              <a:gd name="connsiteY13583" fmla="*/ 575 h 5450835"/>
              <a:gd name="connsiteX13584" fmla="*/ 7128477 w 10450132"/>
              <a:gd name="connsiteY13584" fmla="*/ 115 h 5450835"/>
              <a:gd name="connsiteX13585" fmla="*/ 4584538 w 10450132"/>
              <a:gd name="connsiteY13585" fmla="*/ 109 h 5450835"/>
              <a:gd name="connsiteX13586" fmla="*/ 4593603 w 10450132"/>
              <a:gd name="connsiteY13586" fmla="*/ 109 h 5450835"/>
              <a:gd name="connsiteX13587" fmla="*/ 4594390 w 10450132"/>
              <a:gd name="connsiteY13587" fmla="*/ 569 h 5450835"/>
              <a:gd name="connsiteX13588" fmla="*/ 4598922 w 10450132"/>
              <a:gd name="connsiteY13588" fmla="*/ 8450 h 5450835"/>
              <a:gd name="connsiteX13589" fmla="*/ 4598922 w 10450132"/>
              <a:gd name="connsiteY13589" fmla="*/ 9303 h 5450835"/>
              <a:gd name="connsiteX13590" fmla="*/ 4594390 w 10450132"/>
              <a:gd name="connsiteY13590" fmla="*/ 17186 h 5450835"/>
              <a:gd name="connsiteX13591" fmla="*/ 4593603 w 10450132"/>
              <a:gd name="connsiteY13591" fmla="*/ 17646 h 5450835"/>
              <a:gd name="connsiteX13592" fmla="*/ 4584538 w 10450132"/>
              <a:gd name="connsiteY13592" fmla="*/ 17646 h 5450835"/>
              <a:gd name="connsiteX13593" fmla="*/ 4583749 w 10450132"/>
              <a:gd name="connsiteY13593" fmla="*/ 17186 h 5450835"/>
              <a:gd name="connsiteX13594" fmla="*/ 4579218 w 10450132"/>
              <a:gd name="connsiteY13594" fmla="*/ 9303 h 5450835"/>
              <a:gd name="connsiteX13595" fmla="*/ 4579218 w 10450132"/>
              <a:gd name="connsiteY13595" fmla="*/ 8450 h 5450835"/>
              <a:gd name="connsiteX13596" fmla="*/ 4583749 w 10450132"/>
              <a:gd name="connsiteY13596" fmla="*/ 569 h 5450835"/>
              <a:gd name="connsiteX13597" fmla="*/ 4584538 w 10450132"/>
              <a:gd name="connsiteY13597" fmla="*/ 109 h 5450835"/>
              <a:gd name="connsiteX13598" fmla="*/ 4076010 w 10450132"/>
              <a:gd name="connsiteY13598" fmla="*/ 109 h 5450835"/>
              <a:gd name="connsiteX13599" fmla="*/ 4085076 w 10450132"/>
              <a:gd name="connsiteY13599" fmla="*/ 109 h 5450835"/>
              <a:gd name="connsiteX13600" fmla="*/ 4085863 w 10450132"/>
              <a:gd name="connsiteY13600" fmla="*/ 567 h 5450835"/>
              <a:gd name="connsiteX13601" fmla="*/ 4090397 w 10450132"/>
              <a:gd name="connsiteY13601" fmla="*/ 8449 h 5450835"/>
              <a:gd name="connsiteX13602" fmla="*/ 4090397 w 10450132"/>
              <a:gd name="connsiteY13602" fmla="*/ 9302 h 5450835"/>
              <a:gd name="connsiteX13603" fmla="*/ 4085863 w 10450132"/>
              <a:gd name="connsiteY13603" fmla="*/ 17185 h 5450835"/>
              <a:gd name="connsiteX13604" fmla="*/ 4085076 w 10450132"/>
              <a:gd name="connsiteY13604" fmla="*/ 17645 h 5450835"/>
              <a:gd name="connsiteX13605" fmla="*/ 4076010 w 10450132"/>
              <a:gd name="connsiteY13605" fmla="*/ 17645 h 5450835"/>
              <a:gd name="connsiteX13606" fmla="*/ 4075224 w 10450132"/>
              <a:gd name="connsiteY13606" fmla="*/ 17185 h 5450835"/>
              <a:gd name="connsiteX13607" fmla="*/ 4070691 w 10450132"/>
              <a:gd name="connsiteY13607" fmla="*/ 9302 h 5450835"/>
              <a:gd name="connsiteX13608" fmla="*/ 4070691 w 10450132"/>
              <a:gd name="connsiteY13608" fmla="*/ 8449 h 5450835"/>
              <a:gd name="connsiteX13609" fmla="*/ 4075224 w 10450132"/>
              <a:gd name="connsiteY13609" fmla="*/ 567 h 5450835"/>
              <a:gd name="connsiteX13610" fmla="*/ 4076010 w 10450132"/>
              <a:gd name="connsiteY13610" fmla="*/ 109 h 5450835"/>
              <a:gd name="connsiteX13611" fmla="*/ 7891684 w 10450132"/>
              <a:gd name="connsiteY13611" fmla="*/ 103 h 5450835"/>
              <a:gd name="connsiteX13612" fmla="*/ 7900748 w 10450132"/>
              <a:gd name="connsiteY13612" fmla="*/ 103 h 5450835"/>
              <a:gd name="connsiteX13613" fmla="*/ 7901536 w 10450132"/>
              <a:gd name="connsiteY13613" fmla="*/ 563 h 5450835"/>
              <a:gd name="connsiteX13614" fmla="*/ 7906067 w 10450132"/>
              <a:gd name="connsiteY13614" fmla="*/ 8444 h 5450835"/>
              <a:gd name="connsiteX13615" fmla="*/ 7906067 w 10450132"/>
              <a:gd name="connsiteY13615" fmla="*/ 9298 h 5450835"/>
              <a:gd name="connsiteX13616" fmla="*/ 7901536 w 10450132"/>
              <a:gd name="connsiteY13616" fmla="*/ 17180 h 5450835"/>
              <a:gd name="connsiteX13617" fmla="*/ 7900748 w 10450132"/>
              <a:gd name="connsiteY13617" fmla="*/ 17640 h 5450835"/>
              <a:gd name="connsiteX13618" fmla="*/ 7891684 w 10450132"/>
              <a:gd name="connsiteY13618" fmla="*/ 17640 h 5450835"/>
              <a:gd name="connsiteX13619" fmla="*/ 7890896 w 10450132"/>
              <a:gd name="connsiteY13619" fmla="*/ 17180 h 5450835"/>
              <a:gd name="connsiteX13620" fmla="*/ 7886363 w 10450132"/>
              <a:gd name="connsiteY13620" fmla="*/ 9298 h 5450835"/>
              <a:gd name="connsiteX13621" fmla="*/ 7886363 w 10450132"/>
              <a:gd name="connsiteY13621" fmla="*/ 8444 h 5450835"/>
              <a:gd name="connsiteX13622" fmla="*/ 7890896 w 10450132"/>
              <a:gd name="connsiteY13622" fmla="*/ 563 h 5450835"/>
              <a:gd name="connsiteX13623" fmla="*/ 7891684 w 10450132"/>
              <a:gd name="connsiteY13623" fmla="*/ 103 h 5450835"/>
              <a:gd name="connsiteX13624" fmla="*/ 3058400 w 10450132"/>
              <a:gd name="connsiteY13624" fmla="*/ 99 h 5450835"/>
              <a:gd name="connsiteX13625" fmla="*/ 3067466 w 10450132"/>
              <a:gd name="connsiteY13625" fmla="*/ 99 h 5450835"/>
              <a:gd name="connsiteX13626" fmla="*/ 3068253 w 10450132"/>
              <a:gd name="connsiteY13626" fmla="*/ 558 h 5450835"/>
              <a:gd name="connsiteX13627" fmla="*/ 3072786 w 10450132"/>
              <a:gd name="connsiteY13627" fmla="*/ 8440 h 5450835"/>
              <a:gd name="connsiteX13628" fmla="*/ 3072786 w 10450132"/>
              <a:gd name="connsiteY13628" fmla="*/ 9294 h 5450835"/>
              <a:gd name="connsiteX13629" fmla="*/ 3068253 w 10450132"/>
              <a:gd name="connsiteY13629" fmla="*/ 17176 h 5450835"/>
              <a:gd name="connsiteX13630" fmla="*/ 3067466 w 10450132"/>
              <a:gd name="connsiteY13630" fmla="*/ 17636 h 5450835"/>
              <a:gd name="connsiteX13631" fmla="*/ 3058400 w 10450132"/>
              <a:gd name="connsiteY13631" fmla="*/ 17636 h 5450835"/>
              <a:gd name="connsiteX13632" fmla="*/ 3057611 w 10450132"/>
              <a:gd name="connsiteY13632" fmla="*/ 17176 h 5450835"/>
              <a:gd name="connsiteX13633" fmla="*/ 3053080 w 10450132"/>
              <a:gd name="connsiteY13633" fmla="*/ 9294 h 5450835"/>
              <a:gd name="connsiteX13634" fmla="*/ 3053080 w 10450132"/>
              <a:gd name="connsiteY13634" fmla="*/ 8440 h 5450835"/>
              <a:gd name="connsiteX13635" fmla="*/ 3057611 w 10450132"/>
              <a:gd name="connsiteY13635" fmla="*/ 558 h 5450835"/>
              <a:gd name="connsiteX13636" fmla="*/ 3058400 w 10450132"/>
              <a:gd name="connsiteY13636" fmla="*/ 99 h 5450835"/>
              <a:gd name="connsiteX13637" fmla="*/ 9672481 w 10450132"/>
              <a:gd name="connsiteY13637" fmla="*/ 98 h 5450835"/>
              <a:gd name="connsiteX13638" fmla="*/ 9681545 w 10450132"/>
              <a:gd name="connsiteY13638" fmla="*/ 98 h 5450835"/>
              <a:gd name="connsiteX13639" fmla="*/ 9682333 w 10450132"/>
              <a:gd name="connsiteY13639" fmla="*/ 557 h 5450835"/>
              <a:gd name="connsiteX13640" fmla="*/ 9686865 w 10450132"/>
              <a:gd name="connsiteY13640" fmla="*/ 8439 h 5450835"/>
              <a:gd name="connsiteX13641" fmla="*/ 9686865 w 10450132"/>
              <a:gd name="connsiteY13641" fmla="*/ 9293 h 5450835"/>
              <a:gd name="connsiteX13642" fmla="*/ 9682333 w 10450132"/>
              <a:gd name="connsiteY13642" fmla="*/ 17175 h 5450835"/>
              <a:gd name="connsiteX13643" fmla="*/ 9681545 w 10450132"/>
              <a:gd name="connsiteY13643" fmla="*/ 17635 h 5450835"/>
              <a:gd name="connsiteX13644" fmla="*/ 9681495 w 10450132"/>
              <a:gd name="connsiteY13644" fmla="*/ 17635 h 5450835"/>
              <a:gd name="connsiteX13645" fmla="*/ 9681479 w 10450132"/>
              <a:gd name="connsiteY13645" fmla="*/ 17644 h 5450835"/>
              <a:gd name="connsiteX13646" fmla="*/ 9672416 w 10450132"/>
              <a:gd name="connsiteY13646" fmla="*/ 17644 h 5450835"/>
              <a:gd name="connsiteX13647" fmla="*/ 9671627 w 10450132"/>
              <a:gd name="connsiteY13647" fmla="*/ 17184 h 5450835"/>
              <a:gd name="connsiteX13648" fmla="*/ 9667095 w 10450132"/>
              <a:gd name="connsiteY13648" fmla="*/ 9301 h 5450835"/>
              <a:gd name="connsiteX13649" fmla="*/ 9667095 w 10450132"/>
              <a:gd name="connsiteY13649" fmla="*/ 8447 h 5450835"/>
              <a:gd name="connsiteX13650" fmla="*/ 9671627 w 10450132"/>
              <a:gd name="connsiteY13650" fmla="*/ 566 h 5450835"/>
              <a:gd name="connsiteX13651" fmla="*/ 9672416 w 10450132"/>
              <a:gd name="connsiteY13651" fmla="*/ 106 h 5450835"/>
              <a:gd name="connsiteX13652" fmla="*/ 9672466 w 10450132"/>
              <a:gd name="connsiteY13652" fmla="*/ 106 h 5450835"/>
              <a:gd name="connsiteX13653" fmla="*/ 259982 w 10450132"/>
              <a:gd name="connsiteY13653" fmla="*/ 92 h 5450835"/>
              <a:gd name="connsiteX13654" fmla="*/ 269046 w 10450132"/>
              <a:gd name="connsiteY13654" fmla="*/ 92 h 5450835"/>
              <a:gd name="connsiteX13655" fmla="*/ 269087 w 10450132"/>
              <a:gd name="connsiteY13655" fmla="*/ 116 h 5450835"/>
              <a:gd name="connsiteX13656" fmla="*/ 269092 w 10450132"/>
              <a:gd name="connsiteY13656" fmla="*/ 116 h 5450835"/>
              <a:gd name="connsiteX13657" fmla="*/ 269881 w 10450132"/>
              <a:gd name="connsiteY13657" fmla="*/ 577 h 5450835"/>
              <a:gd name="connsiteX13658" fmla="*/ 274411 w 10450132"/>
              <a:gd name="connsiteY13658" fmla="*/ 8457 h 5450835"/>
              <a:gd name="connsiteX13659" fmla="*/ 274411 w 10450132"/>
              <a:gd name="connsiteY13659" fmla="*/ 9311 h 5450835"/>
              <a:gd name="connsiteX13660" fmla="*/ 269881 w 10450132"/>
              <a:gd name="connsiteY13660" fmla="*/ 17194 h 5450835"/>
              <a:gd name="connsiteX13661" fmla="*/ 269092 w 10450132"/>
              <a:gd name="connsiteY13661" fmla="*/ 17653 h 5450835"/>
              <a:gd name="connsiteX13662" fmla="*/ 260029 w 10450132"/>
              <a:gd name="connsiteY13662" fmla="*/ 17653 h 5450835"/>
              <a:gd name="connsiteX13663" fmla="*/ 259987 w 10450132"/>
              <a:gd name="connsiteY13663" fmla="*/ 17629 h 5450835"/>
              <a:gd name="connsiteX13664" fmla="*/ 259982 w 10450132"/>
              <a:gd name="connsiteY13664" fmla="*/ 17629 h 5450835"/>
              <a:gd name="connsiteX13665" fmla="*/ 259194 w 10450132"/>
              <a:gd name="connsiteY13665" fmla="*/ 17169 h 5450835"/>
              <a:gd name="connsiteX13666" fmla="*/ 254662 w 10450132"/>
              <a:gd name="connsiteY13666" fmla="*/ 9287 h 5450835"/>
              <a:gd name="connsiteX13667" fmla="*/ 254662 w 10450132"/>
              <a:gd name="connsiteY13667" fmla="*/ 8433 h 5450835"/>
              <a:gd name="connsiteX13668" fmla="*/ 259194 w 10450132"/>
              <a:gd name="connsiteY13668" fmla="*/ 552 h 5450835"/>
              <a:gd name="connsiteX13669" fmla="*/ 259982 w 10450132"/>
              <a:gd name="connsiteY13669" fmla="*/ 92 h 5450835"/>
              <a:gd name="connsiteX13670" fmla="*/ 3312762 w 10450132"/>
              <a:gd name="connsiteY13670" fmla="*/ 83 h 5450835"/>
              <a:gd name="connsiteX13671" fmla="*/ 3321826 w 10450132"/>
              <a:gd name="connsiteY13671" fmla="*/ 83 h 5450835"/>
              <a:gd name="connsiteX13672" fmla="*/ 3322616 w 10450132"/>
              <a:gd name="connsiteY13672" fmla="*/ 543 h 5450835"/>
              <a:gd name="connsiteX13673" fmla="*/ 3327147 w 10450132"/>
              <a:gd name="connsiteY13673" fmla="*/ 8424 h 5450835"/>
              <a:gd name="connsiteX13674" fmla="*/ 3327147 w 10450132"/>
              <a:gd name="connsiteY13674" fmla="*/ 9278 h 5450835"/>
              <a:gd name="connsiteX13675" fmla="*/ 3322616 w 10450132"/>
              <a:gd name="connsiteY13675" fmla="*/ 17161 h 5450835"/>
              <a:gd name="connsiteX13676" fmla="*/ 3321826 w 10450132"/>
              <a:gd name="connsiteY13676" fmla="*/ 17620 h 5450835"/>
              <a:gd name="connsiteX13677" fmla="*/ 3312762 w 10450132"/>
              <a:gd name="connsiteY13677" fmla="*/ 17620 h 5450835"/>
              <a:gd name="connsiteX13678" fmla="*/ 3311974 w 10450132"/>
              <a:gd name="connsiteY13678" fmla="*/ 17161 h 5450835"/>
              <a:gd name="connsiteX13679" fmla="*/ 3307441 w 10450132"/>
              <a:gd name="connsiteY13679" fmla="*/ 9278 h 5450835"/>
              <a:gd name="connsiteX13680" fmla="*/ 3307441 w 10450132"/>
              <a:gd name="connsiteY13680" fmla="*/ 8424 h 5450835"/>
              <a:gd name="connsiteX13681" fmla="*/ 3311974 w 10450132"/>
              <a:gd name="connsiteY13681" fmla="*/ 543 h 5450835"/>
              <a:gd name="connsiteX13682" fmla="*/ 3312762 w 10450132"/>
              <a:gd name="connsiteY13682" fmla="*/ 83 h 5450835"/>
              <a:gd name="connsiteX13683" fmla="*/ 3567152 w 10450132"/>
              <a:gd name="connsiteY13683" fmla="*/ 82 h 5450835"/>
              <a:gd name="connsiteX13684" fmla="*/ 3576217 w 10450132"/>
              <a:gd name="connsiteY13684" fmla="*/ 82 h 5450835"/>
              <a:gd name="connsiteX13685" fmla="*/ 3577006 w 10450132"/>
              <a:gd name="connsiteY13685" fmla="*/ 542 h 5450835"/>
              <a:gd name="connsiteX13686" fmla="*/ 3581538 w 10450132"/>
              <a:gd name="connsiteY13686" fmla="*/ 8423 h 5450835"/>
              <a:gd name="connsiteX13687" fmla="*/ 3581538 w 10450132"/>
              <a:gd name="connsiteY13687" fmla="*/ 9277 h 5450835"/>
              <a:gd name="connsiteX13688" fmla="*/ 3577006 w 10450132"/>
              <a:gd name="connsiteY13688" fmla="*/ 17160 h 5450835"/>
              <a:gd name="connsiteX13689" fmla="*/ 3576217 w 10450132"/>
              <a:gd name="connsiteY13689" fmla="*/ 17619 h 5450835"/>
              <a:gd name="connsiteX13690" fmla="*/ 3567152 w 10450132"/>
              <a:gd name="connsiteY13690" fmla="*/ 17619 h 5450835"/>
              <a:gd name="connsiteX13691" fmla="*/ 3566365 w 10450132"/>
              <a:gd name="connsiteY13691" fmla="*/ 17160 h 5450835"/>
              <a:gd name="connsiteX13692" fmla="*/ 3561831 w 10450132"/>
              <a:gd name="connsiteY13692" fmla="*/ 9277 h 5450835"/>
              <a:gd name="connsiteX13693" fmla="*/ 3561831 w 10450132"/>
              <a:gd name="connsiteY13693" fmla="*/ 8423 h 5450835"/>
              <a:gd name="connsiteX13694" fmla="*/ 3566365 w 10450132"/>
              <a:gd name="connsiteY13694" fmla="*/ 542 h 5450835"/>
              <a:gd name="connsiteX13695" fmla="*/ 3567152 w 10450132"/>
              <a:gd name="connsiteY13695" fmla="*/ 82 h 5450835"/>
              <a:gd name="connsiteX13696" fmla="*/ 8654892 w 10450132"/>
              <a:gd name="connsiteY13696" fmla="*/ 80 h 5450835"/>
              <a:gd name="connsiteX13697" fmla="*/ 8663955 w 10450132"/>
              <a:gd name="connsiteY13697" fmla="*/ 80 h 5450835"/>
              <a:gd name="connsiteX13698" fmla="*/ 8664744 w 10450132"/>
              <a:gd name="connsiteY13698" fmla="*/ 540 h 5450835"/>
              <a:gd name="connsiteX13699" fmla="*/ 8669277 w 10450132"/>
              <a:gd name="connsiteY13699" fmla="*/ 8421 h 5450835"/>
              <a:gd name="connsiteX13700" fmla="*/ 8669277 w 10450132"/>
              <a:gd name="connsiteY13700" fmla="*/ 9275 h 5450835"/>
              <a:gd name="connsiteX13701" fmla="*/ 8664744 w 10450132"/>
              <a:gd name="connsiteY13701" fmla="*/ 17158 h 5450835"/>
              <a:gd name="connsiteX13702" fmla="*/ 8663955 w 10450132"/>
              <a:gd name="connsiteY13702" fmla="*/ 17617 h 5450835"/>
              <a:gd name="connsiteX13703" fmla="*/ 8654892 w 10450132"/>
              <a:gd name="connsiteY13703" fmla="*/ 17617 h 5450835"/>
              <a:gd name="connsiteX13704" fmla="*/ 8654104 w 10450132"/>
              <a:gd name="connsiteY13704" fmla="*/ 17158 h 5450835"/>
              <a:gd name="connsiteX13705" fmla="*/ 8649572 w 10450132"/>
              <a:gd name="connsiteY13705" fmla="*/ 9275 h 5450835"/>
              <a:gd name="connsiteX13706" fmla="*/ 8649572 w 10450132"/>
              <a:gd name="connsiteY13706" fmla="*/ 8421 h 5450835"/>
              <a:gd name="connsiteX13707" fmla="*/ 8654104 w 10450132"/>
              <a:gd name="connsiteY13707" fmla="*/ 540 h 5450835"/>
              <a:gd name="connsiteX13708" fmla="*/ 8654892 w 10450132"/>
              <a:gd name="connsiteY13708" fmla="*/ 80 h 5450835"/>
              <a:gd name="connsiteX13709" fmla="*/ 8400511 w 10450132"/>
              <a:gd name="connsiteY13709" fmla="*/ 80 h 5450835"/>
              <a:gd name="connsiteX13710" fmla="*/ 8409575 w 10450132"/>
              <a:gd name="connsiteY13710" fmla="*/ 80 h 5450835"/>
              <a:gd name="connsiteX13711" fmla="*/ 8410363 w 10450132"/>
              <a:gd name="connsiteY13711" fmla="*/ 539 h 5450835"/>
              <a:gd name="connsiteX13712" fmla="*/ 8414896 w 10450132"/>
              <a:gd name="connsiteY13712" fmla="*/ 8420 h 5450835"/>
              <a:gd name="connsiteX13713" fmla="*/ 8414896 w 10450132"/>
              <a:gd name="connsiteY13713" fmla="*/ 9274 h 5450835"/>
              <a:gd name="connsiteX13714" fmla="*/ 8410363 w 10450132"/>
              <a:gd name="connsiteY13714" fmla="*/ 17156 h 5450835"/>
              <a:gd name="connsiteX13715" fmla="*/ 8409575 w 10450132"/>
              <a:gd name="connsiteY13715" fmla="*/ 17616 h 5450835"/>
              <a:gd name="connsiteX13716" fmla="*/ 8400511 w 10450132"/>
              <a:gd name="connsiteY13716" fmla="*/ 17616 h 5450835"/>
              <a:gd name="connsiteX13717" fmla="*/ 8399723 w 10450132"/>
              <a:gd name="connsiteY13717" fmla="*/ 17156 h 5450835"/>
              <a:gd name="connsiteX13718" fmla="*/ 8395191 w 10450132"/>
              <a:gd name="connsiteY13718" fmla="*/ 9274 h 5450835"/>
              <a:gd name="connsiteX13719" fmla="*/ 8395191 w 10450132"/>
              <a:gd name="connsiteY13719" fmla="*/ 8420 h 5450835"/>
              <a:gd name="connsiteX13720" fmla="*/ 8399723 w 10450132"/>
              <a:gd name="connsiteY13720" fmla="*/ 539 h 5450835"/>
              <a:gd name="connsiteX13721" fmla="*/ 8400511 w 10450132"/>
              <a:gd name="connsiteY13721" fmla="*/ 80 h 5450835"/>
              <a:gd name="connsiteX13722" fmla="*/ 4330157 w 10450132"/>
              <a:gd name="connsiteY13722" fmla="*/ 79 h 5450835"/>
              <a:gd name="connsiteX13723" fmla="*/ 4339222 w 10450132"/>
              <a:gd name="connsiteY13723" fmla="*/ 79 h 5450835"/>
              <a:gd name="connsiteX13724" fmla="*/ 4340010 w 10450132"/>
              <a:gd name="connsiteY13724" fmla="*/ 539 h 5450835"/>
              <a:gd name="connsiteX13725" fmla="*/ 4344540 w 10450132"/>
              <a:gd name="connsiteY13725" fmla="*/ 8420 h 5450835"/>
              <a:gd name="connsiteX13726" fmla="*/ 4344540 w 10450132"/>
              <a:gd name="connsiteY13726" fmla="*/ 9273 h 5450835"/>
              <a:gd name="connsiteX13727" fmla="*/ 4340010 w 10450132"/>
              <a:gd name="connsiteY13727" fmla="*/ 17155 h 5450835"/>
              <a:gd name="connsiteX13728" fmla="*/ 4339222 w 10450132"/>
              <a:gd name="connsiteY13728" fmla="*/ 17615 h 5450835"/>
              <a:gd name="connsiteX13729" fmla="*/ 4330157 w 10450132"/>
              <a:gd name="connsiteY13729" fmla="*/ 17615 h 5450835"/>
              <a:gd name="connsiteX13730" fmla="*/ 4329369 w 10450132"/>
              <a:gd name="connsiteY13730" fmla="*/ 17155 h 5450835"/>
              <a:gd name="connsiteX13731" fmla="*/ 4324836 w 10450132"/>
              <a:gd name="connsiteY13731" fmla="*/ 9273 h 5450835"/>
              <a:gd name="connsiteX13732" fmla="*/ 4324836 w 10450132"/>
              <a:gd name="connsiteY13732" fmla="*/ 8420 h 5450835"/>
              <a:gd name="connsiteX13733" fmla="*/ 4329369 w 10450132"/>
              <a:gd name="connsiteY13733" fmla="*/ 539 h 5450835"/>
              <a:gd name="connsiteX13734" fmla="*/ 4330157 w 10450132"/>
              <a:gd name="connsiteY13734" fmla="*/ 79 h 5450835"/>
              <a:gd name="connsiteX13735" fmla="*/ 6874095 w 10450132"/>
              <a:gd name="connsiteY13735" fmla="*/ 77 h 5450835"/>
              <a:gd name="connsiteX13736" fmla="*/ 6883159 w 10450132"/>
              <a:gd name="connsiteY13736" fmla="*/ 77 h 5450835"/>
              <a:gd name="connsiteX13737" fmla="*/ 6883947 w 10450132"/>
              <a:gd name="connsiteY13737" fmla="*/ 537 h 5450835"/>
              <a:gd name="connsiteX13738" fmla="*/ 6888480 w 10450132"/>
              <a:gd name="connsiteY13738" fmla="*/ 8418 h 5450835"/>
              <a:gd name="connsiteX13739" fmla="*/ 6888480 w 10450132"/>
              <a:gd name="connsiteY13739" fmla="*/ 9272 h 5450835"/>
              <a:gd name="connsiteX13740" fmla="*/ 6883947 w 10450132"/>
              <a:gd name="connsiteY13740" fmla="*/ 17154 h 5450835"/>
              <a:gd name="connsiteX13741" fmla="*/ 6883159 w 10450132"/>
              <a:gd name="connsiteY13741" fmla="*/ 17614 h 5450835"/>
              <a:gd name="connsiteX13742" fmla="*/ 6874095 w 10450132"/>
              <a:gd name="connsiteY13742" fmla="*/ 17614 h 5450835"/>
              <a:gd name="connsiteX13743" fmla="*/ 6873307 w 10450132"/>
              <a:gd name="connsiteY13743" fmla="*/ 17154 h 5450835"/>
              <a:gd name="connsiteX13744" fmla="*/ 6868775 w 10450132"/>
              <a:gd name="connsiteY13744" fmla="*/ 9272 h 5450835"/>
              <a:gd name="connsiteX13745" fmla="*/ 6868775 w 10450132"/>
              <a:gd name="connsiteY13745" fmla="*/ 8418 h 5450835"/>
              <a:gd name="connsiteX13746" fmla="*/ 6873307 w 10450132"/>
              <a:gd name="connsiteY13746" fmla="*/ 537 h 5450835"/>
              <a:gd name="connsiteX13747" fmla="*/ 6874095 w 10450132"/>
              <a:gd name="connsiteY13747" fmla="*/ 77 h 5450835"/>
              <a:gd name="connsiteX13748" fmla="*/ 9163654 w 10450132"/>
              <a:gd name="connsiteY13748" fmla="*/ 72 h 5450835"/>
              <a:gd name="connsiteX13749" fmla="*/ 9172718 w 10450132"/>
              <a:gd name="connsiteY13749" fmla="*/ 72 h 5450835"/>
              <a:gd name="connsiteX13750" fmla="*/ 9173506 w 10450132"/>
              <a:gd name="connsiteY13750" fmla="*/ 533 h 5450835"/>
              <a:gd name="connsiteX13751" fmla="*/ 9178038 w 10450132"/>
              <a:gd name="connsiteY13751" fmla="*/ 8414 h 5450835"/>
              <a:gd name="connsiteX13752" fmla="*/ 9178038 w 10450132"/>
              <a:gd name="connsiteY13752" fmla="*/ 9267 h 5450835"/>
              <a:gd name="connsiteX13753" fmla="*/ 9173506 w 10450132"/>
              <a:gd name="connsiteY13753" fmla="*/ 17151 h 5450835"/>
              <a:gd name="connsiteX13754" fmla="*/ 9172718 w 10450132"/>
              <a:gd name="connsiteY13754" fmla="*/ 17610 h 5450835"/>
              <a:gd name="connsiteX13755" fmla="*/ 9163654 w 10450132"/>
              <a:gd name="connsiteY13755" fmla="*/ 17610 h 5450835"/>
              <a:gd name="connsiteX13756" fmla="*/ 9162866 w 10450132"/>
              <a:gd name="connsiteY13756" fmla="*/ 17151 h 5450835"/>
              <a:gd name="connsiteX13757" fmla="*/ 9158333 w 10450132"/>
              <a:gd name="connsiteY13757" fmla="*/ 9267 h 5450835"/>
              <a:gd name="connsiteX13758" fmla="*/ 9158333 w 10450132"/>
              <a:gd name="connsiteY13758" fmla="*/ 8414 h 5450835"/>
              <a:gd name="connsiteX13759" fmla="*/ 9162866 w 10450132"/>
              <a:gd name="connsiteY13759" fmla="*/ 533 h 5450835"/>
              <a:gd name="connsiteX13760" fmla="*/ 9163654 w 10450132"/>
              <a:gd name="connsiteY13760" fmla="*/ 72 h 5450835"/>
              <a:gd name="connsiteX13761" fmla="*/ 8146065 w 10450132"/>
              <a:gd name="connsiteY13761" fmla="*/ 72 h 5450835"/>
              <a:gd name="connsiteX13762" fmla="*/ 8155129 w 10450132"/>
              <a:gd name="connsiteY13762" fmla="*/ 72 h 5450835"/>
              <a:gd name="connsiteX13763" fmla="*/ 8155917 w 10450132"/>
              <a:gd name="connsiteY13763" fmla="*/ 532 h 5450835"/>
              <a:gd name="connsiteX13764" fmla="*/ 8160449 w 10450132"/>
              <a:gd name="connsiteY13764" fmla="*/ 8414 h 5450835"/>
              <a:gd name="connsiteX13765" fmla="*/ 8160449 w 10450132"/>
              <a:gd name="connsiteY13765" fmla="*/ 9267 h 5450835"/>
              <a:gd name="connsiteX13766" fmla="*/ 8155917 w 10450132"/>
              <a:gd name="connsiteY13766" fmla="*/ 17150 h 5450835"/>
              <a:gd name="connsiteX13767" fmla="*/ 8155129 w 10450132"/>
              <a:gd name="connsiteY13767" fmla="*/ 17610 h 5450835"/>
              <a:gd name="connsiteX13768" fmla="*/ 8146065 w 10450132"/>
              <a:gd name="connsiteY13768" fmla="*/ 17610 h 5450835"/>
              <a:gd name="connsiteX13769" fmla="*/ 8145277 w 10450132"/>
              <a:gd name="connsiteY13769" fmla="*/ 17150 h 5450835"/>
              <a:gd name="connsiteX13770" fmla="*/ 8140745 w 10450132"/>
              <a:gd name="connsiteY13770" fmla="*/ 9267 h 5450835"/>
              <a:gd name="connsiteX13771" fmla="*/ 8140745 w 10450132"/>
              <a:gd name="connsiteY13771" fmla="*/ 8414 h 5450835"/>
              <a:gd name="connsiteX13772" fmla="*/ 8145277 w 10450132"/>
              <a:gd name="connsiteY13772" fmla="*/ 532 h 5450835"/>
              <a:gd name="connsiteX13773" fmla="*/ 8146065 w 10450132"/>
              <a:gd name="connsiteY13773" fmla="*/ 72 h 5450835"/>
              <a:gd name="connsiteX13774" fmla="*/ 2295096 w 10450132"/>
              <a:gd name="connsiteY13774" fmla="*/ 69 h 5450835"/>
              <a:gd name="connsiteX13775" fmla="*/ 2304161 w 10450132"/>
              <a:gd name="connsiteY13775" fmla="*/ 69 h 5450835"/>
              <a:gd name="connsiteX13776" fmla="*/ 2304949 w 10450132"/>
              <a:gd name="connsiteY13776" fmla="*/ 529 h 5450835"/>
              <a:gd name="connsiteX13777" fmla="*/ 2309481 w 10450132"/>
              <a:gd name="connsiteY13777" fmla="*/ 8410 h 5450835"/>
              <a:gd name="connsiteX13778" fmla="*/ 2309481 w 10450132"/>
              <a:gd name="connsiteY13778" fmla="*/ 9264 h 5450835"/>
              <a:gd name="connsiteX13779" fmla="*/ 2304949 w 10450132"/>
              <a:gd name="connsiteY13779" fmla="*/ 17146 h 5450835"/>
              <a:gd name="connsiteX13780" fmla="*/ 2304161 w 10450132"/>
              <a:gd name="connsiteY13780" fmla="*/ 17606 h 5450835"/>
              <a:gd name="connsiteX13781" fmla="*/ 2295096 w 10450132"/>
              <a:gd name="connsiteY13781" fmla="*/ 17606 h 5450835"/>
              <a:gd name="connsiteX13782" fmla="*/ 2294308 w 10450132"/>
              <a:gd name="connsiteY13782" fmla="*/ 17146 h 5450835"/>
              <a:gd name="connsiteX13783" fmla="*/ 2289775 w 10450132"/>
              <a:gd name="connsiteY13783" fmla="*/ 9264 h 5450835"/>
              <a:gd name="connsiteX13784" fmla="*/ 2289775 w 10450132"/>
              <a:gd name="connsiteY13784" fmla="*/ 8410 h 5450835"/>
              <a:gd name="connsiteX13785" fmla="*/ 2294308 w 10450132"/>
              <a:gd name="connsiteY13785" fmla="*/ 529 h 5450835"/>
              <a:gd name="connsiteX13786" fmla="*/ 2295096 w 10450132"/>
              <a:gd name="connsiteY13786" fmla="*/ 69 h 5450835"/>
              <a:gd name="connsiteX13787" fmla="*/ 7637304 w 10450132"/>
              <a:gd name="connsiteY13787" fmla="*/ 67 h 5450835"/>
              <a:gd name="connsiteX13788" fmla="*/ 7646367 w 10450132"/>
              <a:gd name="connsiteY13788" fmla="*/ 67 h 5450835"/>
              <a:gd name="connsiteX13789" fmla="*/ 7647156 w 10450132"/>
              <a:gd name="connsiteY13789" fmla="*/ 527 h 5450835"/>
              <a:gd name="connsiteX13790" fmla="*/ 7651687 w 10450132"/>
              <a:gd name="connsiteY13790" fmla="*/ 8408 h 5450835"/>
              <a:gd name="connsiteX13791" fmla="*/ 7651687 w 10450132"/>
              <a:gd name="connsiteY13791" fmla="*/ 9262 h 5450835"/>
              <a:gd name="connsiteX13792" fmla="*/ 7647156 w 10450132"/>
              <a:gd name="connsiteY13792" fmla="*/ 17144 h 5450835"/>
              <a:gd name="connsiteX13793" fmla="*/ 7646367 w 10450132"/>
              <a:gd name="connsiteY13793" fmla="*/ 17604 h 5450835"/>
              <a:gd name="connsiteX13794" fmla="*/ 7637304 w 10450132"/>
              <a:gd name="connsiteY13794" fmla="*/ 17604 h 5450835"/>
              <a:gd name="connsiteX13795" fmla="*/ 7636516 w 10450132"/>
              <a:gd name="connsiteY13795" fmla="*/ 17144 h 5450835"/>
              <a:gd name="connsiteX13796" fmla="*/ 7631983 w 10450132"/>
              <a:gd name="connsiteY13796" fmla="*/ 9262 h 5450835"/>
              <a:gd name="connsiteX13797" fmla="*/ 7631983 w 10450132"/>
              <a:gd name="connsiteY13797" fmla="*/ 8408 h 5450835"/>
              <a:gd name="connsiteX13798" fmla="*/ 7636516 w 10450132"/>
              <a:gd name="connsiteY13798" fmla="*/ 527 h 5450835"/>
              <a:gd name="connsiteX13799" fmla="*/ 7637304 w 10450132"/>
              <a:gd name="connsiteY13799" fmla="*/ 67 h 5450835"/>
              <a:gd name="connsiteX13800" fmla="*/ 514300 w 10450132"/>
              <a:gd name="connsiteY13800" fmla="*/ 61 h 5450835"/>
              <a:gd name="connsiteX13801" fmla="*/ 523364 w 10450132"/>
              <a:gd name="connsiteY13801" fmla="*/ 61 h 5450835"/>
              <a:gd name="connsiteX13802" fmla="*/ 523380 w 10450132"/>
              <a:gd name="connsiteY13802" fmla="*/ 71 h 5450835"/>
              <a:gd name="connsiteX13803" fmla="*/ 523382 w 10450132"/>
              <a:gd name="connsiteY13803" fmla="*/ 71 h 5450835"/>
              <a:gd name="connsiteX13804" fmla="*/ 524171 w 10450132"/>
              <a:gd name="connsiteY13804" fmla="*/ 531 h 5450835"/>
              <a:gd name="connsiteX13805" fmla="*/ 528702 w 10450132"/>
              <a:gd name="connsiteY13805" fmla="*/ 8412 h 5450835"/>
              <a:gd name="connsiteX13806" fmla="*/ 528702 w 10450132"/>
              <a:gd name="connsiteY13806" fmla="*/ 9265 h 5450835"/>
              <a:gd name="connsiteX13807" fmla="*/ 524171 w 10450132"/>
              <a:gd name="connsiteY13807" fmla="*/ 17149 h 5450835"/>
              <a:gd name="connsiteX13808" fmla="*/ 523382 w 10450132"/>
              <a:gd name="connsiteY13808" fmla="*/ 17608 h 5450835"/>
              <a:gd name="connsiteX13809" fmla="*/ 514319 w 10450132"/>
              <a:gd name="connsiteY13809" fmla="*/ 17608 h 5450835"/>
              <a:gd name="connsiteX13810" fmla="*/ 514302 w 10450132"/>
              <a:gd name="connsiteY13810" fmla="*/ 17599 h 5450835"/>
              <a:gd name="connsiteX13811" fmla="*/ 514300 w 10450132"/>
              <a:gd name="connsiteY13811" fmla="*/ 17599 h 5450835"/>
              <a:gd name="connsiteX13812" fmla="*/ 513512 w 10450132"/>
              <a:gd name="connsiteY13812" fmla="*/ 17139 h 5450835"/>
              <a:gd name="connsiteX13813" fmla="*/ 508979 w 10450132"/>
              <a:gd name="connsiteY13813" fmla="*/ 9256 h 5450835"/>
              <a:gd name="connsiteX13814" fmla="*/ 508979 w 10450132"/>
              <a:gd name="connsiteY13814" fmla="*/ 8403 h 5450835"/>
              <a:gd name="connsiteX13815" fmla="*/ 513512 w 10450132"/>
              <a:gd name="connsiteY13815" fmla="*/ 521 h 5450835"/>
              <a:gd name="connsiteX13816" fmla="*/ 514300 w 10450132"/>
              <a:gd name="connsiteY13816" fmla="*/ 61 h 5450835"/>
              <a:gd name="connsiteX13817" fmla="*/ 1786391 w 10450132"/>
              <a:gd name="connsiteY13817" fmla="*/ 59 h 5450835"/>
              <a:gd name="connsiteX13818" fmla="*/ 1795454 w 10450132"/>
              <a:gd name="connsiteY13818" fmla="*/ 59 h 5450835"/>
              <a:gd name="connsiteX13819" fmla="*/ 1796243 w 10450132"/>
              <a:gd name="connsiteY13819" fmla="*/ 519 h 5450835"/>
              <a:gd name="connsiteX13820" fmla="*/ 1800774 w 10450132"/>
              <a:gd name="connsiteY13820" fmla="*/ 8399 h 5450835"/>
              <a:gd name="connsiteX13821" fmla="*/ 1800774 w 10450132"/>
              <a:gd name="connsiteY13821" fmla="*/ 9254 h 5450835"/>
              <a:gd name="connsiteX13822" fmla="*/ 1796243 w 10450132"/>
              <a:gd name="connsiteY13822" fmla="*/ 17137 h 5450835"/>
              <a:gd name="connsiteX13823" fmla="*/ 1795454 w 10450132"/>
              <a:gd name="connsiteY13823" fmla="*/ 17595 h 5450835"/>
              <a:gd name="connsiteX13824" fmla="*/ 1795355 w 10450132"/>
              <a:gd name="connsiteY13824" fmla="*/ 17595 h 5450835"/>
              <a:gd name="connsiteX13825" fmla="*/ 1795339 w 10450132"/>
              <a:gd name="connsiteY13825" fmla="*/ 17605 h 5450835"/>
              <a:gd name="connsiteX13826" fmla="*/ 1786275 w 10450132"/>
              <a:gd name="connsiteY13826" fmla="*/ 17605 h 5450835"/>
              <a:gd name="connsiteX13827" fmla="*/ 1785487 w 10450132"/>
              <a:gd name="connsiteY13827" fmla="*/ 17145 h 5450835"/>
              <a:gd name="connsiteX13828" fmla="*/ 1780955 w 10450132"/>
              <a:gd name="connsiteY13828" fmla="*/ 9263 h 5450835"/>
              <a:gd name="connsiteX13829" fmla="*/ 1780955 w 10450132"/>
              <a:gd name="connsiteY13829" fmla="*/ 8409 h 5450835"/>
              <a:gd name="connsiteX13830" fmla="*/ 1785487 w 10450132"/>
              <a:gd name="connsiteY13830" fmla="*/ 528 h 5450835"/>
              <a:gd name="connsiteX13831" fmla="*/ 1786275 w 10450132"/>
              <a:gd name="connsiteY13831" fmla="*/ 68 h 5450835"/>
              <a:gd name="connsiteX13832" fmla="*/ 1786376 w 10450132"/>
              <a:gd name="connsiteY13832" fmla="*/ 68 h 5450835"/>
              <a:gd name="connsiteX13833" fmla="*/ 6110888 w 10450132"/>
              <a:gd name="connsiteY13833" fmla="*/ 56 h 5450835"/>
              <a:gd name="connsiteX13834" fmla="*/ 6119953 w 10450132"/>
              <a:gd name="connsiteY13834" fmla="*/ 56 h 5450835"/>
              <a:gd name="connsiteX13835" fmla="*/ 6120740 w 10450132"/>
              <a:gd name="connsiteY13835" fmla="*/ 516 h 5450835"/>
              <a:gd name="connsiteX13836" fmla="*/ 6125272 w 10450132"/>
              <a:gd name="connsiteY13836" fmla="*/ 8397 h 5450835"/>
              <a:gd name="connsiteX13837" fmla="*/ 6125272 w 10450132"/>
              <a:gd name="connsiteY13837" fmla="*/ 9251 h 5450835"/>
              <a:gd name="connsiteX13838" fmla="*/ 6120740 w 10450132"/>
              <a:gd name="connsiteY13838" fmla="*/ 17133 h 5450835"/>
              <a:gd name="connsiteX13839" fmla="*/ 6119953 w 10450132"/>
              <a:gd name="connsiteY13839" fmla="*/ 17593 h 5450835"/>
              <a:gd name="connsiteX13840" fmla="*/ 6110888 w 10450132"/>
              <a:gd name="connsiteY13840" fmla="*/ 17593 h 5450835"/>
              <a:gd name="connsiteX13841" fmla="*/ 6110101 w 10450132"/>
              <a:gd name="connsiteY13841" fmla="*/ 17133 h 5450835"/>
              <a:gd name="connsiteX13842" fmla="*/ 6105567 w 10450132"/>
              <a:gd name="connsiteY13842" fmla="*/ 9251 h 5450835"/>
              <a:gd name="connsiteX13843" fmla="*/ 6105567 w 10450132"/>
              <a:gd name="connsiteY13843" fmla="*/ 8397 h 5450835"/>
              <a:gd name="connsiteX13844" fmla="*/ 6110101 w 10450132"/>
              <a:gd name="connsiteY13844" fmla="*/ 516 h 5450835"/>
              <a:gd name="connsiteX13845" fmla="*/ 6110888 w 10450132"/>
              <a:gd name="connsiteY13845" fmla="*/ 56 h 5450835"/>
              <a:gd name="connsiteX13846" fmla="*/ 3821474 w 10450132"/>
              <a:gd name="connsiteY13846" fmla="*/ 55 h 5450835"/>
              <a:gd name="connsiteX13847" fmla="*/ 3830539 w 10450132"/>
              <a:gd name="connsiteY13847" fmla="*/ 55 h 5450835"/>
              <a:gd name="connsiteX13848" fmla="*/ 3831326 w 10450132"/>
              <a:gd name="connsiteY13848" fmla="*/ 515 h 5450835"/>
              <a:gd name="connsiteX13849" fmla="*/ 3835860 w 10450132"/>
              <a:gd name="connsiteY13849" fmla="*/ 8396 h 5450835"/>
              <a:gd name="connsiteX13850" fmla="*/ 3835860 w 10450132"/>
              <a:gd name="connsiteY13850" fmla="*/ 9250 h 5450835"/>
              <a:gd name="connsiteX13851" fmla="*/ 3831326 w 10450132"/>
              <a:gd name="connsiteY13851" fmla="*/ 17132 h 5450835"/>
              <a:gd name="connsiteX13852" fmla="*/ 3830539 w 10450132"/>
              <a:gd name="connsiteY13852" fmla="*/ 17592 h 5450835"/>
              <a:gd name="connsiteX13853" fmla="*/ 3821474 w 10450132"/>
              <a:gd name="connsiteY13853" fmla="*/ 17592 h 5450835"/>
              <a:gd name="connsiteX13854" fmla="*/ 3820685 w 10450132"/>
              <a:gd name="connsiteY13854" fmla="*/ 17132 h 5450835"/>
              <a:gd name="connsiteX13855" fmla="*/ 3816153 w 10450132"/>
              <a:gd name="connsiteY13855" fmla="*/ 9250 h 5450835"/>
              <a:gd name="connsiteX13856" fmla="*/ 3816153 w 10450132"/>
              <a:gd name="connsiteY13856" fmla="*/ 8396 h 5450835"/>
              <a:gd name="connsiteX13857" fmla="*/ 3820685 w 10450132"/>
              <a:gd name="connsiteY13857" fmla="*/ 515 h 5450835"/>
              <a:gd name="connsiteX13858" fmla="*/ 3821474 w 10450132"/>
              <a:gd name="connsiteY13858" fmla="*/ 55 h 5450835"/>
              <a:gd name="connsiteX13859" fmla="*/ 7382923 w 10450132"/>
              <a:gd name="connsiteY13859" fmla="*/ 54 h 5450835"/>
              <a:gd name="connsiteX13860" fmla="*/ 7391987 w 10450132"/>
              <a:gd name="connsiteY13860" fmla="*/ 54 h 5450835"/>
              <a:gd name="connsiteX13861" fmla="*/ 7392775 w 10450132"/>
              <a:gd name="connsiteY13861" fmla="*/ 514 h 5450835"/>
              <a:gd name="connsiteX13862" fmla="*/ 7397307 w 10450132"/>
              <a:gd name="connsiteY13862" fmla="*/ 8395 h 5450835"/>
              <a:gd name="connsiteX13863" fmla="*/ 7397307 w 10450132"/>
              <a:gd name="connsiteY13863" fmla="*/ 9249 h 5450835"/>
              <a:gd name="connsiteX13864" fmla="*/ 7392775 w 10450132"/>
              <a:gd name="connsiteY13864" fmla="*/ 17131 h 5450835"/>
              <a:gd name="connsiteX13865" fmla="*/ 7391987 w 10450132"/>
              <a:gd name="connsiteY13865" fmla="*/ 17591 h 5450835"/>
              <a:gd name="connsiteX13866" fmla="*/ 7382923 w 10450132"/>
              <a:gd name="connsiteY13866" fmla="*/ 17591 h 5450835"/>
              <a:gd name="connsiteX13867" fmla="*/ 7382135 w 10450132"/>
              <a:gd name="connsiteY13867" fmla="*/ 17131 h 5450835"/>
              <a:gd name="connsiteX13868" fmla="*/ 7377602 w 10450132"/>
              <a:gd name="connsiteY13868" fmla="*/ 9249 h 5450835"/>
              <a:gd name="connsiteX13869" fmla="*/ 7377602 w 10450132"/>
              <a:gd name="connsiteY13869" fmla="*/ 8395 h 5450835"/>
              <a:gd name="connsiteX13870" fmla="*/ 7382135 w 10450132"/>
              <a:gd name="connsiteY13870" fmla="*/ 514 h 5450835"/>
              <a:gd name="connsiteX13871" fmla="*/ 7382923 w 10450132"/>
              <a:gd name="connsiteY13871" fmla="*/ 54 h 5450835"/>
              <a:gd name="connsiteX13872" fmla="*/ 10181242 w 10450132"/>
              <a:gd name="connsiteY13872" fmla="*/ 46 h 5450835"/>
              <a:gd name="connsiteX13873" fmla="*/ 10190305 w 10450132"/>
              <a:gd name="connsiteY13873" fmla="*/ 46 h 5450835"/>
              <a:gd name="connsiteX13874" fmla="*/ 10191093 w 10450132"/>
              <a:gd name="connsiteY13874" fmla="*/ 506 h 5450835"/>
              <a:gd name="connsiteX13875" fmla="*/ 10195626 w 10450132"/>
              <a:gd name="connsiteY13875" fmla="*/ 8387 h 5450835"/>
              <a:gd name="connsiteX13876" fmla="*/ 10195626 w 10450132"/>
              <a:gd name="connsiteY13876" fmla="*/ 8398 h 5450835"/>
              <a:gd name="connsiteX13877" fmla="*/ 10195626 w 10450132"/>
              <a:gd name="connsiteY13877" fmla="*/ 9241 h 5450835"/>
              <a:gd name="connsiteX13878" fmla="*/ 10195626 w 10450132"/>
              <a:gd name="connsiteY13878" fmla="*/ 9251 h 5450835"/>
              <a:gd name="connsiteX13879" fmla="*/ 10191093 w 10450132"/>
              <a:gd name="connsiteY13879" fmla="*/ 17135 h 5450835"/>
              <a:gd name="connsiteX13880" fmla="*/ 10190305 w 10450132"/>
              <a:gd name="connsiteY13880" fmla="*/ 17593 h 5450835"/>
              <a:gd name="connsiteX13881" fmla="*/ 10181242 w 10450132"/>
              <a:gd name="connsiteY13881" fmla="*/ 17593 h 5450835"/>
              <a:gd name="connsiteX13882" fmla="*/ 10180453 w 10450132"/>
              <a:gd name="connsiteY13882" fmla="*/ 17135 h 5450835"/>
              <a:gd name="connsiteX13883" fmla="*/ 10175922 w 10450132"/>
              <a:gd name="connsiteY13883" fmla="*/ 9251 h 5450835"/>
              <a:gd name="connsiteX13884" fmla="*/ 10175922 w 10450132"/>
              <a:gd name="connsiteY13884" fmla="*/ 9241 h 5450835"/>
              <a:gd name="connsiteX13885" fmla="*/ 10175922 w 10450132"/>
              <a:gd name="connsiteY13885" fmla="*/ 8398 h 5450835"/>
              <a:gd name="connsiteX13886" fmla="*/ 10175922 w 10450132"/>
              <a:gd name="connsiteY13886" fmla="*/ 8387 h 5450835"/>
              <a:gd name="connsiteX13887" fmla="*/ 10180453 w 10450132"/>
              <a:gd name="connsiteY13887" fmla="*/ 506 h 5450835"/>
              <a:gd name="connsiteX13888" fmla="*/ 10181242 w 10450132"/>
              <a:gd name="connsiteY13888" fmla="*/ 46 h 5450835"/>
              <a:gd name="connsiteX13889" fmla="*/ 4838919 w 10450132"/>
              <a:gd name="connsiteY13889" fmla="*/ 40 h 5450835"/>
              <a:gd name="connsiteX13890" fmla="*/ 4847982 w 10450132"/>
              <a:gd name="connsiteY13890" fmla="*/ 40 h 5450835"/>
              <a:gd name="connsiteX13891" fmla="*/ 4848772 w 10450132"/>
              <a:gd name="connsiteY13891" fmla="*/ 499 h 5450835"/>
              <a:gd name="connsiteX13892" fmla="*/ 4853303 w 10450132"/>
              <a:gd name="connsiteY13892" fmla="*/ 8381 h 5450835"/>
              <a:gd name="connsiteX13893" fmla="*/ 4853303 w 10450132"/>
              <a:gd name="connsiteY13893" fmla="*/ 9235 h 5450835"/>
              <a:gd name="connsiteX13894" fmla="*/ 4848772 w 10450132"/>
              <a:gd name="connsiteY13894" fmla="*/ 17117 h 5450835"/>
              <a:gd name="connsiteX13895" fmla="*/ 4847982 w 10450132"/>
              <a:gd name="connsiteY13895" fmla="*/ 17577 h 5450835"/>
              <a:gd name="connsiteX13896" fmla="*/ 4838919 w 10450132"/>
              <a:gd name="connsiteY13896" fmla="*/ 17577 h 5450835"/>
              <a:gd name="connsiteX13897" fmla="*/ 4838132 w 10450132"/>
              <a:gd name="connsiteY13897" fmla="*/ 17117 h 5450835"/>
              <a:gd name="connsiteX13898" fmla="*/ 4833598 w 10450132"/>
              <a:gd name="connsiteY13898" fmla="*/ 9235 h 5450835"/>
              <a:gd name="connsiteX13899" fmla="*/ 4833598 w 10450132"/>
              <a:gd name="connsiteY13899" fmla="*/ 8381 h 5450835"/>
              <a:gd name="connsiteX13900" fmla="*/ 4838132 w 10450132"/>
              <a:gd name="connsiteY13900" fmla="*/ 499 h 5450835"/>
              <a:gd name="connsiteX13901" fmla="*/ 4838919 w 10450132"/>
              <a:gd name="connsiteY13901" fmla="*/ 40 h 5450835"/>
              <a:gd name="connsiteX13902" fmla="*/ 2549430 w 10450132"/>
              <a:gd name="connsiteY13902" fmla="*/ 37 h 5450835"/>
              <a:gd name="connsiteX13903" fmla="*/ 2558495 w 10450132"/>
              <a:gd name="connsiteY13903" fmla="*/ 37 h 5450835"/>
              <a:gd name="connsiteX13904" fmla="*/ 2559283 w 10450132"/>
              <a:gd name="connsiteY13904" fmla="*/ 497 h 5450835"/>
              <a:gd name="connsiteX13905" fmla="*/ 2563815 w 10450132"/>
              <a:gd name="connsiteY13905" fmla="*/ 8379 h 5450835"/>
              <a:gd name="connsiteX13906" fmla="*/ 2563815 w 10450132"/>
              <a:gd name="connsiteY13906" fmla="*/ 9232 h 5450835"/>
              <a:gd name="connsiteX13907" fmla="*/ 2559283 w 10450132"/>
              <a:gd name="connsiteY13907" fmla="*/ 17115 h 5450835"/>
              <a:gd name="connsiteX13908" fmla="*/ 2558495 w 10450132"/>
              <a:gd name="connsiteY13908" fmla="*/ 17575 h 5450835"/>
              <a:gd name="connsiteX13909" fmla="*/ 2549430 w 10450132"/>
              <a:gd name="connsiteY13909" fmla="*/ 17575 h 5450835"/>
              <a:gd name="connsiteX13910" fmla="*/ 2548642 w 10450132"/>
              <a:gd name="connsiteY13910" fmla="*/ 17115 h 5450835"/>
              <a:gd name="connsiteX13911" fmla="*/ 2544110 w 10450132"/>
              <a:gd name="connsiteY13911" fmla="*/ 9232 h 5450835"/>
              <a:gd name="connsiteX13912" fmla="*/ 2544110 w 10450132"/>
              <a:gd name="connsiteY13912" fmla="*/ 8379 h 5450835"/>
              <a:gd name="connsiteX13913" fmla="*/ 2548642 w 10450132"/>
              <a:gd name="connsiteY13913" fmla="*/ 497 h 5450835"/>
              <a:gd name="connsiteX13914" fmla="*/ 2549430 w 10450132"/>
              <a:gd name="connsiteY13914" fmla="*/ 37 h 5450835"/>
              <a:gd name="connsiteX13915" fmla="*/ 1531844 w 10450132"/>
              <a:gd name="connsiteY13915" fmla="*/ 37 h 5450835"/>
              <a:gd name="connsiteX13916" fmla="*/ 1540907 w 10450132"/>
              <a:gd name="connsiteY13916" fmla="*/ 37 h 5450835"/>
              <a:gd name="connsiteX13917" fmla="*/ 1540917 w 10450132"/>
              <a:gd name="connsiteY13917" fmla="*/ 44 h 5450835"/>
              <a:gd name="connsiteX13918" fmla="*/ 1540985 w 10450132"/>
              <a:gd name="connsiteY13918" fmla="*/ 44 h 5450835"/>
              <a:gd name="connsiteX13919" fmla="*/ 1541772 w 10450132"/>
              <a:gd name="connsiteY13919" fmla="*/ 504 h 5450835"/>
              <a:gd name="connsiteX13920" fmla="*/ 1546305 w 10450132"/>
              <a:gd name="connsiteY13920" fmla="*/ 8385 h 5450835"/>
              <a:gd name="connsiteX13921" fmla="*/ 1546305 w 10450132"/>
              <a:gd name="connsiteY13921" fmla="*/ 9239 h 5450835"/>
              <a:gd name="connsiteX13922" fmla="*/ 1541772 w 10450132"/>
              <a:gd name="connsiteY13922" fmla="*/ 17121 h 5450835"/>
              <a:gd name="connsiteX13923" fmla="*/ 1540985 w 10450132"/>
              <a:gd name="connsiteY13923" fmla="*/ 17581 h 5450835"/>
              <a:gd name="connsiteX13924" fmla="*/ 1531920 w 10450132"/>
              <a:gd name="connsiteY13924" fmla="*/ 17581 h 5450835"/>
              <a:gd name="connsiteX13925" fmla="*/ 1531909 w 10450132"/>
              <a:gd name="connsiteY13925" fmla="*/ 17575 h 5450835"/>
              <a:gd name="connsiteX13926" fmla="*/ 1531844 w 10450132"/>
              <a:gd name="connsiteY13926" fmla="*/ 17575 h 5450835"/>
              <a:gd name="connsiteX13927" fmla="*/ 1531054 w 10450132"/>
              <a:gd name="connsiteY13927" fmla="*/ 17115 h 5450835"/>
              <a:gd name="connsiteX13928" fmla="*/ 1526522 w 10450132"/>
              <a:gd name="connsiteY13928" fmla="*/ 9232 h 5450835"/>
              <a:gd name="connsiteX13929" fmla="*/ 1526522 w 10450132"/>
              <a:gd name="connsiteY13929" fmla="*/ 8379 h 5450835"/>
              <a:gd name="connsiteX13930" fmla="*/ 1531054 w 10450132"/>
              <a:gd name="connsiteY13930" fmla="*/ 497 h 5450835"/>
              <a:gd name="connsiteX13931" fmla="*/ 1531844 w 10450132"/>
              <a:gd name="connsiteY13931" fmla="*/ 37 h 5450835"/>
              <a:gd name="connsiteX13932" fmla="*/ 5602126 w 10450132"/>
              <a:gd name="connsiteY13932" fmla="*/ 35 h 5450835"/>
              <a:gd name="connsiteX13933" fmla="*/ 5611191 w 10450132"/>
              <a:gd name="connsiteY13933" fmla="*/ 35 h 5450835"/>
              <a:gd name="connsiteX13934" fmla="*/ 5611979 w 10450132"/>
              <a:gd name="connsiteY13934" fmla="*/ 495 h 5450835"/>
              <a:gd name="connsiteX13935" fmla="*/ 5616511 w 10450132"/>
              <a:gd name="connsiteY13935" fmla="*/ 8376 h 5450835"/>
              <a:gd name="connsiteX13936" fmla="*/ 5616511 w 10450132"/>
              <a:gd name="connsiteY13936" fmla="*/ 9230 h 5450835"/>
              <a:gd name="connsiteX13937" fmla="*/ 5611979 w 10450132"/>
              <a:gd name="connsiteY13937" fmla="*/ 17113 h 5450835"/>
              <a:gd name="connsiteX13938" fmla="*/ 5611191 w 10450132"/>
              <a:gd name="connsiteY13938" fmla="*/ 17572 h 5450835"/>
              <a:gd name="connsiteX13939" fmla="*/ 5602126 w 10450132"/>
              <a:gd name="connsiteY13939" fmla="*/ 17572 h 5450835"/>
              <a:gd name="connsiteX13940" fmla="*/ 5601338 w 10450132"/>
              <a:gd name="connsiteY13940" fmla="*/ 17113 h 5450835"/>
              <a:gd name="connsiteX13941" fmla="*/ 5596807 w 10450132"/>
              <a:gd name="connsiteY13941" fmla="*/ 9230 h 5450835"/>
              <a:gd name="connsiteX13942" fmla="*/ 5596807 w 10450132"/>
              <a:gd name="connsiteY13942" fmla="*/ 8376 h 5450835"/>
              <a:gd name="connsiteX13943" fmla="*/ 5601338 w 10450132"/>
              <a:gd name="connsiteY13943" fmla="*/ 495 h 5450835"/>
              <a:gd name="connsiteX13944" fmla="*/ 5602126 w 10450132"/>
              <a:gd name="connsiteY13944" fmla="*/ 35 h 5450835"/>
              <a:gd name="connsiteX13945" fmla="*/ 5486 w 10450132"/>
              <a:gd name="connsiteY13945" fmla="*/ 33 h 5450835"/>
              <a:gd name="connsiteX13946" fmla="*/ 14550 w 10450132"/>
              <a:gd name="connsiteY13946" fmla="*/ 33 h 5450835"/>
              <a:gd name="connsiteX13947" fmla="*/ 15338 w 10450132"/>
              <a:gd name="connsiteY13947" fmla="*/ 493 h 5450835"/>
              <a:gd name="connsiteX13948" fmla="*/ 15363 w 10450132"/>
              <a:gd name="connsiteY13948" fmla="*/ 537 h 5450835"/>
              <a:gd name="connsiteX13949" fmla="*/ 15388 w 10450132"/>
              <a:gd name="connsiteY13949" fmla="*/ 551 h 5450835"/>
              <a:gd name="connsiteX13950" fmla="*/ 19920 w 10450132"/>
              <a:gd name="connsiteY13950" fmla="*/ 8432 h 5450835"/>
              <a:gd name="connsiteX13951" fmla="*/ 19920 w 10450132"/>
              <a:gd name="connsiteY13951" fmla="*/ 9286 h 5450835"/>
              <a:gd name="connsiteX13952" fmla="*/ 15388 w 10450132"/>
              <a:gd name="connsiteY13952" fmla="*/ 17169 h 5450835"/>
              <a:gd name="connsiteX13953" fmla="*/ 14600 w 10450132"/>
              <a:gd name="connsiteY13953" fmla="*/ 17627 h 5450835"/>
              <a:gd name="connsiteX13954" fmla="*/ 5537 w 10450132"/>
              <a:gd name="connsiteY13954" fmla="*/ 17627 h 5450835"/>
              <a:gd name="connsiteX13955" fmla="*/ 4749 w 10450132"/>
              <a:gd name="connsiteY13955" fmla="*/ 17169 h 5450835"/>
              <a:gd name="connsiteX13956" fmla="*/ 4723 w 10450132"/>
              <a:gd name="connsiteY13956" fmla="*/ 17126 h 5450835"/>
              <a:gd name="connsiteX13957" fmla="*/ 4697 w 10450132"/>
              <a:gd name="connsiteY13957" fmla="*/ 17110 h 5450835"/>
              <a:gd name="connsiteX13958" fmla="*/ 165 w 10450132"/>
              <a:gd name="connsiteY13958" fmla="*/ 9227 h 5450835"/>
              <a:gd name="connsiteX13959" fmla="*/ 165 w 10450132"/>
              <a:gd name="connsiteY13959" fmla="*/ 8373 h 5450835"/>
              <a:gd name="connsiteX13960" fmla="*/ 4697 w 10450132"/>
              <a:gd name="connsiteY13960" fmla="*/ 493 h 5450835"/>
              <a:gd name="connsiteX13961" fmla="*/ 5486 w 10450132"/>
              <a:gd name="connsiteY13961" fmla="*/ 33 h 5450835"/>
              <a:gd name="connsiteX13962" fmla="*/ 5347746 w 10450132"/>
              <a:gd name="connsiteY13962" fmla="*/ 32 h 5450835"/>
              <a:gd name="connsiteX13963" fmla="*/ 5356810 w 10450132"/>
              <a:gd name="connsiteY13963" fmla="*/ 32 h 5450835"/>
              <a:gd name="connsiteX13964" fmla="*/ 5357598 w 10450132"/>
              <a:gd name="connsiteY13964" fmla="*/ 492 h 5450835"/>
              <a:gd name="connsiteX13965" fmla="*/ 5362130 w 10450132"/>
              <a:gd name="connsiteY13965" fmla="*/ 8373 h 5450835"/>
              <a:gd name="connsiteX13966" fmla="*/ 5362130 w 10450132"/>
              <a:gd name="connsiteY13966" fmla="*/ 9227 h 5450835"/>
              <a:gd name="connsiteX13967" fmla="*/ 5357598 w 10450132"/>
              <a:gd name="connsiteY13967" fmla="*/ 17109 h 5450835"/>
              <a:gd name="connsiteX13968" fmla="*/ 5356810 w 10450132"/>
              <a:gd name="connsiteY13968" fmla="*/ 17569 h 5450835"/>
              <a:gd name="connsiteX13969" fmla="*/ 5347746 w 10450132"/>
              <a:gd name="connsiteY13969" fmla="*/ 17569 h 5450835"/>
              <a:gd name="connsiteX13970" fmla="*/ 5346958 w 10450132"/>
              <a:gd name="connsiteY13970" fmla="*/ 17109 h 5450835"/>
              <a:gd name="connsiteX13971" fmla="*/ 5342425 w 10450132"/>
              <a:gd name="connsiteY13971" fmla="*/ 9227 h 5450835"/>
              <a:gd name="connsiteX13972" fmla="*/ 5342425 w 10450132"/>
              <a:gd name="connsiteY13972" fmla="*/ 8373 h 5450835"/>
              <a:gd name="connsiteX13973" fmla="*/ 5346958 w 10450132"/>
              <a:gd name="connsiteY13973" fmla="*/ 492 h 5450835"/>
              <a:gd name="connsiteX13974" fmla="*/ 5347746 w 10450132"/>
              <a:gd name="connsiteY13974" fmla="*/ 32 h 5450835"/>
              <a:gd name="connsiteX13975" fmla="*/ 2040642 w 10450132"/>
              <a:gd name="connsiteY13975" fmla="*/ 28 h 5450835"/>
              <a:gd name="connsiteX13976" fmla="*/ 2049706 w 10450132"/>
              <a:gd name="connsiteY13976" fmla="*/ 28 h 5450835"/>
              <a:gd name="connsiteX13977" fmla="*/ 2049801 w 10450132"/>
              <a:gd name="connsiteY13977" fmla="*/ 83 h 5450835"/>
              <a:gd name="connsiteX13978" fmla="*/ 2049858 w 10450132"/>
              <a:gd name="connsiteY13978" fmla="*/ 83 h 5450835"/>
              <a:gd name="connsiteX13979" fmla="*/ 2050646 w 10450132"/>
              <a:gd name="connsiteY13979" fmla="*/ 543 h 5450835"/>
              <a:gd name="connsiteX13980" fmla="*/ 2055178 w 10450132"/>
              <a:gd name="connsiteY13980" fmla="*/ 8424 h 5450835"/>
              <a:gd name="connsiteX13981" fmla="*/ 2055178 w 10450132"/>
              <a:gd name="connsiteY13981" fmla="*/ 9278 h 5450835"/>
              <a:gd name="connsiteX13982" fmla="*/ 2050646 w 10450132"/>
              <a:gd name="connsiteY13982" fmla="*/ 17161 h 5450835"/>
              <a:gd name="connsiteX13983" fmla="*/ 2049858 w 10450132"/>
              <a:gd name="connsiteY13983" fmla="*/ 17620 h 5450835"/>
              <a:gd name="connsiteX13984" fmla="*/ 2040793 w 10450132"/>
              <a:gd name="connsiteY13984" fmla="*/ 17620 h 5450835"/>
              <a:gd name="connsiteX13985" fmla="*/ 2040699 w 10450132"/>
              <a:gd name="connsiteY13985" fmla="*/ 17565 h 5450835"/>
              <a:gd name="connsiteX13986" fmla="*/ 2040642 w 10450132"/>
              <a:gd name="connsiteY13986" fmla="*/ 17565 h 5450835"/>
              <a:gd name="connsiteX13987" fmla="*/ 2039855 w 10450132"/>
              <a:gd name="connsiteY13987" fmla="*/ 17105 h 5450835"/>
              <a:gd name="connsiteX13988" fmla="*/ 2035321 w 10450132"/>
              <a:gd name="connsiteY13988" fmla="*/ 9222 h 5450835"/>
              <a:gd name="connsiteX13989" fmla="*/ 2035321 w 10450132"/>
              <a:gd name="connsiteY13989" fmla="*/ 8369 h 5450835"/>
              <a:gd name="connsiteX13990" fmla="*/ 2039855 w 10450132"/>
              <a:gd name="connsiteY13990" fmla="*/ 487 h 5450835"/>
              <a:gd name="connsiteX13991" fmla="*/ 2040642 w 10450132"/>
              <a:gd name="connsiteY13991" fmla="*/ 28 h 5450835"/>
              <a:gd name="connsiteX13992" fmla="*/ 1277496 w 10450132"/>
              <a:gd name="connsiteY13992" fmla="*/ 21 h 5450835"/>
              <a:gd name="connsiteX13993" fmla="*/ 1286560 w 10450132"/>
              <a:gd name="connsiteY13993" fmla="*/ 21 h 5450835"/>
              <a:gd name="connsiteX13994" fmla="*/ 1287349 w 10450132"/>
              <a:gd name="connsiteY13994" fmla="*/ 481 h 5450835"/>
              <a:gd name="connsiteX13995" fmla="*/ 1291879 w 10450132"/>
              <a:gd name="connsiteY13995" fmla="*/ 8362 h 5450835"/>
              <a:gd name="connsiteX13996" fmla="*/ 1291879 w 10450132"/>
              <a:gd name="connsiteY13996" fmla="*/ 9216 h 5450835"/>
              <a:gd name="connsiteX13997" fmla="*/ 1287349 w 10450132"/>
              <a:gd name="connsiteY13997" fmla="*/ 17098 h 5450835"/>
              <a:gd name="connsiteX13998" fmla="*/ 1286560 w 10450132"/>
              <a:gd name="connsiteY13998" fmla="*/ 17558 h 5450835"/>
              <a:gd name="connsiteX13999" fmla="*/ 1286509 w 10450132"/>
              <a:gd name="connsiteY13999" fmla="*/ 17558 h 5450835"/>
              <a:gd name="connsiteX14000" fmla="*/ 1286504 w 10450132"/>
              <a:gd name="connsiteY14000" fmla="*/ 17562 h 5450835"/>
              <a:gd name="connsiteX14001" fmla="*/ 1277438 w 10450132"/>
              <a:gd name="connsiteY14001" fmla="*/ 17562 h 5450835"/>
              <a:gd name="connsiteX14002" fmla="*/ 1276650 w 10450132"/>
              <a:gd name="connsiteY14002" fmla="*/ 17103 h 5450835"/>
              <a:gd name="connsiteX14003" fmla="*/ 1272119 w 10450132"/>
              <a:gd name="connsiteY14003" fmla="*/ 9220 h 5450835"/>
              <a:gd name="connsiteX14004" fmla="*/ 1272119 w 10450132"/>
              <a:gd name="connsiteY14004" fmla="*/ 8366 h 5450835"/>
              <a:gd name="connsiteX14005" fmla="*/ 1276650 w 10450132"/>
              <a:gd name="connsiteY14005" fmla="*/ 485 h 5450835"/>
              <a:gd name="connsiteX14006" fmla="*/ 1277438 w 10450132"/>
              <a:gd name="connsiteY14006" fmla="*/ 25 h 5450835"/>
              <a:gd name="connsiteX14007" fmla="*/ 1277488 w 10450132"/>
              <a:gd name="connsiteY14007" fmla="*/ 25 h 5450835"/>
              <a:gd name="connsiteX14008" fmla="*/ 10435622 w 10450132"/>
              <a:gd name="connsiteY14008" fmla="*/ 20 h 5450835"/>
              <a:gd name="connsiteX14009" fmla="*/ 10444686 w 10450132"/>
              <a:gd name="connsiteY14009" fmla="*/ 20 h 5450835"/>
              <a:gd name="connsiteX14010" fmla="*/ 10445474 w 10450132"/>
              <a:gd name="connsiteY14010" fmla="*/ 480 h 5450835"/>
              <a:gd name="connsiteX14011" fmla="*/ 10445481 w 10450132"/>
              <a:gd name="connsiteY14011" fmla="*/ 492 h 5450835"/>
              <a:gd name="connsiteX14012" fmla="*/ 10445540 w 10450132"/>
              <a:gd name="connsiteY14012" fmla="*/ 527 h 5450835"/>
              <a:gd name="connsiteX14013" fmla="*/ 10450073 w 10450132"/>
              <a:gd name="connsiteY14013" fmla="*/ 8408 h 5450835"/>
              <a:gd name="connsiteX14014" fmla="*/ 10450073 w 10450132"/>
              <a:gd name="connsiteY14014" fmla="*/ 9262 h 5450835"/>
              <a:gd name="connsiteX14015" fmla="*/ 10445540 w 10450132"/>
              <a:gd name="connsiteY14015" fmla="*/ 17144 h 5450835"/>
              <a:gd name="connsiteX14016" fmla="*/ 10444752 w 10450132"/>
              <a:gd name="connsiteY14016" fmla="*/ 17604 h 5450835"/>
              <a:gd name="connsiteX14017" fmla="*/ 10435688 w 10450132"/>
              <a:gd name="connsiteY14017" fmla="*/ 17604 h 5450835"/>
              <a:gd name="connsiteX14018" fmla="*/ 10434900 w 10450132"/>
              <a:gd name="connsiteY14018" fmla="*/ 17144 h 5450835"/>
              <a:gd name="connsiteX14019" fmla="*/ 10434893 w 10450132"/>
              <a:gd name="connsiteY14019" fmla="*/ 17132 h 5450835"/>
              <a:gd name="connsiteX14020" fmla="*/ 10434834 w 10450132"/>
              <a:gd name="connsiteY14020" fmla="*/ 17097 h 5450835"/>
              <a:gd name="connsiteX14021" fmla="*/ 10430302 w 10450132"/>
              <a:gd name="connsiteY14021" fmla="*/ 9215 h 5450835"/>
              <a:gd name="connsiteX14022" fmla="*/ 10430302 w 10450132"/>
              <a:gd name="connsiteY14022" fmla="*/ 8361 h 5450835"/>
              <a:gd name="connsiteX14023" fmla="*/ 10434834 w 10450132"/>
              <a:gd name="connsiteY14023" fmla="*/ 480 h 5450835"/>
              <a:gd name="connsiteX14024" fmla="*/ 10435622 w 10450132"/>
              <a:gd name="connsiteY14024" fmla="*/ 20 h 5450835"/>
              <a:gd name="connsiteX14025" fmla="*/ 9418035 w 10450132"/>
              <a:gd name="connsiteY14025" fmla="*/ 20 h 5450835"/>
              <a:gd name="connsiteX14026" fmla="*/ 9427099 w 10450132"/>
              <a:gd name="connsiteY14026" fmla="*/ 20 h 5450835"/>
              <a:gd name="connsiteX14027" fmla="*/ 9427887 w 10450132"/>
              <a:gd name="connsiteY14027" fmla="*/ 480 h 5450835"/>
              <a:gd name="connsiteX14028" fmla="*/ 9432419 w 10450132"/>
              <a:gd name="connsiteY14028" fmla="*/ 8361 h 5450835"/>
              <a:gd name="connsiteX14029" fmla="*/ 9432419 w 10450132"/>
              <a:gd name="connsiteY14029" fmla="*/ 9215 h 5450835"/>
              <a:gd name="connsiteX14030" fmla="*/ 9427887 w 10450132"/>
              <a:gd name="connsiteY14030" fmla="*/ 17097 h 5450835"/>
              <a:gd name="connsiteX14031" fmla="*/ 9427099 w 10450132"/>
              <a:gd name="connsiteY14031" fmla="*/ 17557 h 5450835"/>
              <a:gd name="connsiteX14032" fmla="*/ 9418035 w 10450132"/>
              <a:gd name="connsiteY14032" fmla="*/ 17557 h 5450835"/>
              <a:gd name="connsiteX14033" fmla="*/ 9417247 w 10450132"/>
              <a:gd name="connsiteY14033" fmla="*/ 17097 h 5450835"/>
              <a:gd name="connsiteX14034" fmla="*/ 9412714 w 10450132"/>
              <a:gd name="connsiteY14034" fmla="*/ 9215 h 5450835"/>
              <a:gd name="connsiteX14035" fmla="*/ 9412714 w 10450132"/>
              <a:gd name="connsiteY14035" fmla="*/ 8361 h 5450835"/>
              <a:gd name="connsiteX14036" fmla="*/ 9417247 w 10450132"/>
              <a:gd name="connsiteY14036" fmla="*/ 480 h 5450835"/>
              <a:gd name="connsiteX14037" fmla="*/ 9418035 w 10450132"/>
              <a:gd name="connsiteY14037" fmla="*/ 20 h 5450835"/>
              <a:gd name="connsiteX14038" fmla="*/ 6365334 w 10450132"/>
              <a:gd name="connsiteY14038" fmla="*/ 14 h 5450835"/>
              <a:gd name="connsiteX14039" fmla="*/ 6374397 w 10450132"/>
              <a:gd name="connsiteY14039" fmla="*/ 14 h 5450835"/>
              <a:gd name="connsiteX14040" fmla="*/ 6375186 w 10450132"/>
              <a:gd name="connsiteY14040" fmla="*/ 474 h 5450835"/>
              <a:gd name="connsiteX14041" fmla="*/ 6379718 w 10450132"/>
              <a:gd name="connsiteY14041" fmla="*/ 8356 h 5450835"/>
              <a:gd name="connsiteX14042" fmla="*/ 6379718 w 10450132"/>
              <a:gd name="connsiteY14042" fmla="*/ 9209 h 5450835"/>
              <a:gd name="connsiteX14043" fmla="*/ 6375186 w 10450132"/>
              <a:gd name="connsiteY14043" fmla="*/ 17092 h 5450835"/>
              <a:gd name="connsiteX14044" fmla="*/ 6374397 w 10450132"/>
              <a:gd name="connsiteY14044" fmla="*/ 17552 h 5450835"/>
              <a:gd name="connsiteX14045" fmla="*/ 6365334 w 10450132"/>
              <a:gd name="connsiteY14045" fmla="*/ 17552 h 5450835"/>
              <a:gd name="connsiteX14046" fmla="*/ 6364546 w 10450132"/>
              <a:gd name="connsiteY14046" fmla="*/ 17092 h 5450835"/>
              <a:gd name="connsiteX14047" fmla="*/ 6360014 w 10450132"/>
              <a:gd name="connsiteY14047" fmla="*/ 9209 h 5450835"/>
              <a:gd name="connsiteX14048" fmla="*/ 6360014 w 10450132"/>
              <a:gd name="connsiteY14048" fmla="*/ 8356 h 5450835"/>
              <a:gd name="connsiteX14049" fmla="*/ 6364546 w 10450132"/>
              <a:gd name="connsiteY14049" fmla="*/ 474 h 5450835"/>
              <a:gd name="connsiteX14050" fmla="*/ 6365334 w 10450132"/>
              <a:gd name="connsiteY14050" fmla="*/ 14 h 5450835"/>
              <a:gd name="connsiteX14051" fmla="*/ 6619714 w 10450132"/>
              <a:gd name="connsiteY14051" fmla="*/ 11 h 5450835"/>
              <a:gd name="connsiteX14052" fmla="*/ 6628778 w 10450132"/>
              <a:gd name="connsiteY14052" fmla="*/ 11 h 5450835"/>
              <a:gd name="connsiteX14053" fmla="*/ 6629566 w 10450132"/>
              <a:gd name="connsiteY14053" fmla="*/ 471 h 5450835"/>
              <a:gd name="connsiteX14054" fmla="*/ 6634099 w 10450132"/>
              <a:gd name="connsiteY14054" fmla="*/ 8352 h 5450835"/>
              <a:gd name="connsiteX14055" fmla="*/ 6634099 w 10450132"/>
              <a:gd name="connsiteY14055" fmla="*/ 9206 h 5450835"/>
              <a:gd name="connsiteX14056" fmla="*/ 6629566 w 10450132"/>
              <a:gd name="connsiteY14056" fmla="*/ 17089 h 5450835"/>
              <a:gd name="connsiteX14057" fmla="*/ 6628778 w 10450132"/>
              <a:gd name="connsiteY14057" fmla="*/ 17548 h 5450835"/>
              <a:gd name="connsiteX14058" fmla="*/ 6619714 w 10450132"/>
              <a:gd name="connsiteY14058" fmla="*/ 17548 h 5450835"/>
              <a:gd name="connsiteX14059" fmla="*/ 6618926 w 10450132"/>
              <a:gd name="connsiteY14059" fmla="*/ 17089 h 5450835"/>
              <a:gd name="connsiteX14060" fmla="*/ 6614394 w 10450132"/>
              <a:gd name="connsiteY14060" fmla="*/ 9206 h 5450835"/>
              <a:gd name="connsiteX14061" fmla="*/ 6614394 w 10450132"/>
              <a:gd name="connsiteY14061" fmla="*/ 8352 h 5450835"/>
              <a:gd name="connsiteX14062" fmla="*/ 6618926 w 10450132"/>
              <a:gd name="connsiteY14062" fmla="*/ 471 h 5450835"/>
              <a:gd name="connsiteX14063" fmla="*/ 6619714 w 10450132"/>
              <a:gd name="connsiteY14063" fmla="*/ 11 h 5450835"/>
              <a:gd name="connsiteX14064" fmla="*/ 5093300 w 10450132"/>
              <a:gd name="connsiteY14064" fmla="*/ 7 h 5450835"/>
              <a:gd name="connsiteX14065" fmla="*/ 5102364 w 10450132"/>
              <a:gd name="connsiteY14065" fmla="*/ 7 h 5450835"/>
              <a:gd name="connsiteX14066" fmla="*/ 5103153 w 10450132"/>
              <a:gd name="connsiteY14066" fmla="*/ 468 h 5450835"/>
              <a:gd name="connsiteX14067" fmla="*/ 5107684 w 10450132"/>
              <a:gd name="connsiteY14067" fmla="*/ 8349 h 5450835"/>
              <a:gd name="connsiteX14068" fmla="*/ 5107684 w 10450132"/>
              <a:gd name="connsiteY14068" fmla="*/ 9202 h 5450835"/>
              <a:gd name="connsiteX14069" fmla="*/ 5103153 w 10450132"/>
              <a:gd name="connsiteY14069" fmla="*/ 17085 h 5450835"/>
              <a:gd name="connsiteX14070" fmla="*/ 5102364 w 10450132"/>
              <a:gd name="connsiteY14070" fmla="*/ 17545 h 5450835"/>
              <a:gd name="connsiteX14071" fmla="*/ 5093300 w 10450132"/>
              <a:gd name="connsiteY14071" fmla="*/ 17545 h 5450835"/>
              <a:gd name="connsiteX14072" fmla="*/ 5092512 w 10450132"/>
              <a:gd name="connsiteY14072" fmla="*/ 17085 h 5450835"/>
              <a:gd name="connsiteX14073" fmla="*/ 5087979 w 10450132"/>
              <a:gd name="connsiteY14073" fmla="*/ 9202 h 5450835"/>
              <a:gd name="connsiteX14074" fmla="*/ 5087979 w 10450132"/>
              <a:gd name="connsiteY14074" fmla="*/ 8349 h 5450835"/>
              <a:gd name="connsiteX14075" fmla="*/ 5092512 w 10450132"/>
              <a:gd name="connsiteY14075" fmla="*/ 468 h 5450835"/>
              <a:gd name="connsiteX14076" fmla="*/ 5093300 w 10450132"/>
              <a:gd name="connsiteY14076" fmla="*/ 7 h 5450835"/>
              <a:gd name="connsiteX14077" fmla="*/ 2803747 w 10450132"/>
              <a:gd name="connsiteY14077" fmla="*/ 3 h 5450835"/>
              <a:gd name="connsiteX14078" fmla="*/ 2812811 w 10450132"/>
              <a:gd name="connsiteY14078" fmla="*/ 3 h 5450835"/>
              <a:gd name="connsiteX14079" fmla="*/ 2813599 w 10450132"/>
              <a:gd name="connsiteY14079" fmla="*/ 463 h 5450835"/>
              <a:gd name="connsiteX14080" fmla="*/ 2818131 w 10450132"/>
              <a:gd name="connsiteY14080" fmla="*/ 8345 h 5450835"/>
              <a:gd name="connsiteX14081" fmla="*/ 2818131 w 10450132"/>
              <a:gd name="connsiteY14081" fmla="*/ 9198 h 5450835"/>
              <a:gd name="connsiteX14082" fmla="*/ 2813599 w 10450132"/>
              <a:gd name="connsiteY14082" fmla="*/ 17081 h 5450835"/>
              <a:gd name="connsiteX14083" fmla="*/ 2812811 w 10450132"/>
              <a:gd name="connsiteY14083" fmla="*/ 17541 h 5450835"/>
              <a:gd name="connsiteX14084" fmla="*/ 2803747 w 10450132"/>
              <a:gd name="connsiteY14084" fmla="*/ 17541 h 5450835"/>
              <a:gd name="connsiteX14085" fmla="*/ 2802958 w 10450132"/>
              <a:gd name="connsiteY14085" fmla="*/ 17081 h 5450835"/>
              <a:gd name="connsiteX14086" fmla="*/ 2798426 w 10450132"/>
              <a:gd name="connsiteY14086" fmla="*/ 9198 h 5450835"/>
              <a:gd name="connsiteX14087" fmla="*/ 2798426 w 10450132"/>
              <a:gd name="connsiteY14087" fmla="*/ 8345 h 5450835"/>
              <a:gd name="connsiteX14088" fmla="*/ 2802958 w 10450132"/>
              <a:gd name="connsiteY14088" fmla="*/ 463 h 5450835"/>
              <a:gd name="connsiteX14089" fmla="*/ 2803747 w 10450132"/>
              <a:gd name="connsiteY14089" fmla="*/ 3 h 5450835"/>
              <a:gd name="connsiteX14090" fmla="*/ 1023014 w 10450132"/>
              <a:gd name="connsiteY14090" fmla="*/ 1 h 5450835"/>
              <a:gd name="connsiteX14091" fmla="*/ 1032077 w 10450132"/>
              <a:gd name="connsiteY14091" fmla="*/ 1 h 5450835"/>
              <a:gd name="connsiteX14092" fmla="*/ 1032140 w 10450132"/>
              <a:gd name="connsiteY14092" fmla="*/ 37 h 5450835"/>
              <a:gd name="connsiteX14093" fmla="*/ 1032145 w 10450132"/>
              <a:gd name="connsiteY14093" fmla="*/ 37 h 5450835"/>
              <a:gd name="connsiteX14094" fmla="*/ 1032934 w 10450132"/>
              <a:gd name="connsiteY14094" fmla="*/ 497 h 5450835"/>
              <a:gd name="connsiteX14095" fmla="*/ 1037465 w 10450132"/>
              <a:gd name="connsiteY14095" fmla="*/ 8379 h 5450835"/>
              <a:gd name="connsiteX14096" fmla="*/ 1037465 w 10450132"/>
              <a:gd name="connsiteY14096" fmla="*/ 9232 h 5450835"/>
              <a:gd name="connsiteX14097" fmla="*/ 1032934 w 10450132"/>
              <a:gd name="connsiteY14097" fmla="*/ 17115 h 5450835"/>
              <a:gd name="connsiteX14098" fmla="*/ 1032145 w 10450132"/>
              <a:gd name="connsiteY14098" fmla="*/ 17575 h 5450835"/>
              <a:gd name="connsiteX14099" fmla="*/ 1023082 w 10450132"/>
              <a:gd name="connsiteY14099" fmla="*/ 17575 h 5450835"/>
              <a:gd name="connsiteX14100" fmla="*/ 1023020 w 10450132"/>
              <a:gd name="connsiteY14100" fmla="*/ 17538 h 5450835"/>
              <a:gd name="connsiteX14101" fmla="*/ 1023014 w 10450132"/>
              <a:gd name="connsiteY14101" fmla="*/ 17538 h 5450835"/>
              <a:gd name="connsiteX14102" fmla="*/ 1022225 w 10450132"/>
              <a:gd name="connsiteY14102" fmla="*/ 17079 h 5450835"/>
              <a:gd name="connsiteX14103" fmla="*/ 1017693 w 10450132"/>
              <a:gd name="connsiteY14103" fmla="*/ 9196 h 5450835"/>
              <a:gd name="connsiteX14104" fmla="*/ 1017693 w 10450132"/>
              <a:gd name="connsiteY14104" fmla="*/ 8342 h 5450835"/>
              <a:gd name="connsiteX14105" fmla="*/ 1022225 w 10450132"/>
              <a:gd name="connsiteY14105" fmla="*/ 461 h 5450835"/>
              <a:gd name="connsiteX14106" fmla="*/ 1023014 w 10450132"/>
              <a:gd name="connsiteY14106" fmla="*/ 1 h 5450835"/>
              <a:gd name="connsiteX14107" fmla="*/ 9926862 w 10450132"/>
              <a:gd name="connsiteY14107" fmla="*/ 0 h 5450835"/>
              <a:gd name="connsiteX14108" fmla="*/ 9935926 w 10450132"/>
              <a:gd name="connsiteY14108" fmla="*/ 0 h 5450835"/>
              <a:gd name="connsiteX14109" fmla="*/ 9936714 w 10450132"/>
              <a:gd name="connsiteY14109" fmla="*/ 460 h 5450835"/>
              <a:gd name="connsiteX14110" fmla="*/ 9941247 w 10450132"/>
              <a:gd name="connsiteY14110" fmla="*/ 8341 h 5450835"/>
              <a:gd name="connsiteX14111" fmla="*/ 9941247 w 10450132"/>
              <a:gd name="connsiteY14111" fmla="*/ 9195 h 5450835"/>
              <a:gd name="connsiteX14112" fmla="*/ 9936714 w 10450132"/>
              <a:gd name="connsiteY14112" fmla="*/ 17078 h 5450835"/>
              <a:gd name="connsiteX14113" fmla="*/ 9935926 w 10450132"/>
              <a:gd name="connsiteY14113" fmla="*/ 17537 h 5450835"/>
              <a:gd name="connsiteX14114" fmla="*/ 9926862 w 10450132"/>
              <a:gd name="connsiteY14114" fmla="*/ 17537 h 5450835"/>
              <a:gd name="connsiteX14115" fmla="*/ 9926074 w 10450132"/>
              <a:gd name="connsiteY14115" fmla="*/ 17078 h 5450835"/>
              <a:gd name="connsiteX14116" fmla="*/ 9921542 w 10450132"/>
              <a:gd name="connsiteY14116" fmla="*/ 9195 h 5450835"/>
              <a:gd name="connsiteX14117" fmla="*/ 9921542 w 10450132"/>
              <a:gd name="connsiteY14117" fmla="*/ 8341 h 5450835"/>
              <a:gd name="connsiteX14118" fmla="*/ 9926074 w 10450132"/>
              <a:gd name="connsiteY14118" fmla="*/ 460 h 5450835"/>
              <a:gd name="connsiteX14119" fmla="*/ 9926862 w 10450132"/>
              <a:gd name="connsiteY14119" fmla="*/ 0 h 545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</a:cxnLst>
            <a:rect l="l" t="t" r="r" b="b"/>
            <a:pathLst>
              <a:path w="10450132" h="5450835">
                <a:moveTo>
                  <a:pt x="2294981" y="5433298"/>
                </a:moveTo>
                <a:lnTo>
                  <a:pt x="2304046" y="5433298"/>
                </a:lnTo>
                <a:cubicBezTo>
                  <a:pt x="2304375" y="5433298"/>
                  <a:pt x="2304834" y="5433758"/>
                  <a:pt x="2304834" y="5433758"/>
                </a:cubicBezTo>
                <a:lnTo>
                  <a:pt x="2309366" y="5441639"/>
                </a:lnTo>
                <a:cubicBezTo>
                  <a:pt x="2309497" y="5441902"/>
                  <a:pt x="2309366" y="5442493"/>
                  <a:pt x="2309366" y="5442493"/>
                </a:cubicBezTo>
                <a:lnTo>
                  <a:pt x="2304834" y="5450375"/>
                </a:lnTo>
                <a:cubicBezTo>
                  <a:pt x="2304637" y="5450638"/>
                  <a:pt x="2304046" y="5450835"/>
                  <a:pt x="2304046" y="5450835"/>
                </a:cubicBezTo>
                <a:lnTo>
                  <a:pt x="2294981" y="5450835"/>
                </a:lnTo>
                <a:cubicBezTo>
                  <a:pt x="2294654" y="5450835"/>
                  <a:pt x="2294193" y="5450375"/>
                  <a:pt x="2294193" y="5450375"/>
                </a:cubicBezTo>
                <a:lnTo>
                  <a:pt x="2289662" y="5442493"/>
                </a:lnTo>
                <a:cubicBezTo>
                  <a:pt x="2289530" y="5442230"/>
                  <a:pt x="2289662" y="5441639"/>
                  <a:pt x="2289662" y="5441639"/>
                </a:cubicBezTo>
                <a:lnTo>
                  <a:pt x="2294193" y="5433758"/>
                </a:lnTo>
                <a:cubicBezTo>
                  <a:pt x="2294390" y="5433495"/>
                  <a:pt x="2294981" y="5433298"/>
                  <a:pt x="2294981" y="5433298"/>
                </a:cubicBezTo>
                <a:close/>
                <a:moveTo>
                  <a:pt x="10435623" y="5425804"/>
                </a:moveTo>
                <a:lnTo>
                  <a:pt x="10444687" y="5425804"/>
                </a:lnTo>
                <a:cubicBezTo>
                  <a:pt x="10445016" y="5425804"/>
                  <a:pt x="10445475" y="5426264"/>
                  <a:pt x="10445475" y="5426264"/>
                </a:cubicBezTo>
                <a:lnTo>
                  <a:pt x="10450008" y="5434145"/>
                </a:lnTo>
                <a:cubicBezTo>
                  <a:pt x="10450139" y="5434408"/>
                  <a:pt x="10450008" y="5434999"/>
                  <a:pt x="10450008" y="5434999"/>
                </a:cubicBezTo>
                <a:lnTo>
                  <a:pt x="10445475" y="5442880"/>
                </a:lnTo>
                <a:cubicBezTo>
                  <a:pt x="10445279" y="5443143"/>
                  <a:pt x="10444687" y="5443340"/>
                  <a:pt x="10444687" y="5443340"/>
                </a:cubicBezTo>
                <a:lnTo>
                  <a:pt x="10435623" y="5443340"/>
                </a:lnTo>
                <a:cubicBezTo>
                  <a:pt x="10435296" y="5443340"/>
                  <a:pt x="10434835" y="5442880"/>
                  <a:pt x="10434835" y="5442880"/>
                </a:cubicBezTo>
                <a:lnTo>
                  <a:pt x="10430303" y="5434999"/>
                </a:lnTo>
                <a:cubicBezTo>
                  <a:pt x="10430172" y="5434736"/>
                  <a:pt x="10430303" y="5434145"/>
                  <a:pt x="10430303" y="5434145"/>
                </a:cubicBezTo>
                <a:lnTo>
                  <a:pt x="10434835" y="5426264"/>
                </a:lnTo>
                <a:cubicBezTo>
                  <a:pt x="10435032" y="5426001"/>
                  <a:pt x="10435623" y="5425804"/>
                  <a:pt x="10435623" y="5425804"/>
                </a:cubicBezTo>
                <a:close/>
                <a:moveTo>
                  <a:pt x="10181243" y="5425804"/>
                </a:moveTo>
                <a:lnTo>
                  <a:pt x="10190306" y="5425804"/>
                </a:lnTo>
                <a:cubicBezTo>
                  <a:pt x="10190636" y="5425804"/>
                  <a:pt x="10191094" y="5426264"/>
                  <a:pt x="10191094" y="5426264"/>
                </a:cubicBezTo>
                <a:lnTo>
                  <a:pt x="10195627" y="5434145"/>
                </a:lnTo>
                <a:cubicBezTo>
                  <a:pt x="10195759" y="5434408"/>
                  <a:pt x="10195627" y="5434999"/>
                  <a:pt x="10195627" y="5434999"/>
                </a:cubicBezTo>
                <a:lnTo>
                  <a:pt x="10191094" y="5442880"/>
                </a:lnTo>
                <a:cubicBezTo>
                  <a:pt x="10190897" y="5443143"/>
                  <a:pt x="10190306" y="5443340"/>
                  <a:pt x="10190306" y="5443340"/>
                </a:cubicBezTo>
                <a:lnTo>
                  <a:pt x="10181243" y="5443340"/>
                </a:lnTo>
                <a:cubicBezTo>
                  <a:pt x="10180915" y="5443340"/>
                  <a:pt x="10180455" y="5442880"/>
                  <a:pt x="10180455" y="5442880"/>
                </a:cubicBezTo>
                <a:lnTo>
                  <a:pt x="10175923" y="5434999"/>
                </a:lnTo>
                <a:cubicBezTo>
                  <a:pt x="10175791" y="5434736"/>
                  <a:pt x="10175923" y="5434145"/>
                  <a:pt x="10175923" y="5434145"/>
                </a:cubicBezTo>
                <a:lnTo>
                  <a:pt x="10180455" y="5426264"/>
                </a:lnTo>
                <a:cubicBezTo>
                  <a:pt x="10180652" y="5426001"/>
                  <a:pt x="10181243" y="5425804"/>
                  <a:pt x="10181243" y="5425804"/>
                </a:cubicBezTo>
                <a:close/>
                <a:moveTo>
                  <a:pt x="9926862" y="5425804"/>
                </a:moveTo>
                <a:lnTo>
                  <a:pt x="9935926" y="5425804"/>
                </a:lnTo>
                <a:cubicBezTo>
                  <a:pt x="9936255" y="5425804"/>
                  <a:pt x="9936714" y="5426264"/>
                  <a:pt x="9936714" y="5426264"/>
                </a:cubicBezTo>
                <a:lnTo>
                  <a:pt x="9941247" y="5434145"/>
                </a:lnTo>
                <a:cubicBezTo>
                  <a:pt x="9941377" y="5434408"/>
                  <a:pt x="9941247" y="5434999"/>
                  <a:pt x="9941247" y="5434999"/>
                </a:cubicBezTo>
                <a:lnTo>
                  <a:pt x="9936714" y="5442880"/>
                </a:lnTo>
                <a:cubicBezTo>
                  <a:pt x="9936517" y="5443143"/>
                  <a:pt x="9935926" y="5443340"/>
                  <a:pt x="9935926" y="5443340"/>
                </a:cubicBezTo>
                <a:lnTo>
                  <a:pt x="9926862" y="5443340"/>
                </a:lnTo>
                <a:cubicBezTo>
                  <a:pt x="9926534" y="5443340"/>
                  <a:pt x="9926074" y="5442880"/>
                  <a:pt x="9926074" y="5442880"/>
                </a:cubicBezTo>
                <a:lnTo>
                  <a:pt x="9921542" y="5434999"/>
                </a:lnTo>
                <a:cubicBezTo>
                  <a:pt x="9921411" y="5434736"/>
                  <a:pt x="9921542" y="5434145"/>
                  <a:pt x="9921542" y="5434145"/>
                </a:cubicBezTo>
                <a:lnTo>
                  <a:pt x="9926074" y="5426264"/>
                </a:lnTo>
                <a:cubicBezTo>
                  <a:pt x="9926271" y="5426001"/>
                  <a:pt x="9926862" y="5425804"/>
                  <a:pt x="9926862" y="5425804"/>
                </a:cubicBezTo>
                <a:close/>
                <a:moveTo>
                  <a:pt x="9672482" y="5425804"/>
                </a:moveTo>
                <a:lnTo>
                  <a:pt x="9681546" y="5425804"/>
                </a:lnTo>
                <a:cubicBezTo>
                  <a:pt x="9681873" y="5425804"/>
                  <a:pt x="9682334" y="5426264"/>
                  <a:pt x="9682334" y="5426264"/>
                </a:cubicBezTo>
                <a:lnTo>
                  <a:pt x="9686866" y="5434145"/>
                </a:lnTo>
                <a:cubicBezTo>
                  <a:pt x="9686997" y="5434408"/>
                  <a:pt x="9686866" y="5434999"/>
                  <a:pt x="9686866" y="5434999"/>
                </a:cubicBezTo>
                <a:lnTo>
                  <a:pt x="9682334" y="5442880"/>
                </a:lnTo>
                <a:cubicBezTo>
                  <a:pt x="9682137" y="5443143"/>
                  <a:pt x="9681546" y="5443340"/>
                  <a:pt x="9681546" y="5443340"/>
                </a:cubicBezTo>
                <a:lnTo>
                  <a:pt x="9672482" y="5443340"/>
                </a:lnTo>
                <a:cubicBezTo>
                  <a:pt x="9672153" y="5443340"/>
                  <a:pt x="9671694" y="5442880"/>
                  <a:pt x="9671694" y="5442880"/>
                </a:cubicBezTo>
                <a:lnTo>
                  <a:pt x="9667161" y="5434999"/>
                </a:lnTo>
                <a:cubicBezTo>
                  <a:pt x="9667031" y="5434736"/>
                  <a:pt x="9667161" y="5434145"/>
                  <a:pt x="9667161" y="5434145"/>
                </a:cubicBezTo>
                <a:lnTo>
                  <a:pt x="9671694" y="5426264"/>
                </a:lnTo>
                <a:cubicBezTo>
                  <a:pt x="9671891" y="5426001"/>
                  <a:pt x="9672482" y="5425804"/>
                  <a:pt x="9672482" y="5425804"/>
                </a:cubicBezTo>
                <a:close/>
                <a:moveTo>
                  <a:pt x="9418035" y="5425804"/>
                </a:moveTo>
                <a:lnTo>
                  <a:pt x="9427099" y="5425804"/>
                </a:lnTo>
                <a:cubicBezTo>
                  <a:pt x="9427427" y="5425804"/>
                  <a:pt x="9427887" y="5426264"/>
                  <a:pt x="9427887" y="5426264"/>
                </a:cubicBezTo>
                <a:lnTo>
                  <a:pt x="9432419" y="5434145"/>
                </a:lnTo>
                <a:cubicBezTo>
                  <a:pt x="9432550" y="5434408"/>
                  <a:pt x="9432419" y="5434999"/>
                  <a:pt x="9432419" y="5434999"/>
                </a:cubicBezTo>
                <a:lnTo>
                  <a:pt x="9427887" y="5442880"/>
                </a:lnTo>
                <a:cubicBezTo>
                  <a:pt x="9427690" y="5443143"/>
                  <a:pt x="9427099" y="5443340"/>
                  <a:pt x="9427099" y="5443340"/>
                </a:cubicBezTo>
                <a:lnTo>
                  <a:pt x="9418035" y="5443340"/>
                </a:lnTo>
                <a:cubicBezTo>
                  <a:pt x="9417707" y="5443340"/>
                  <a:pt x="9417247" y="5442880"/>
                  <a:pt x="9417247" y="5442880"/>
                </a:cubicBezTo>
                <a:lnTo>
                  <a:pt x="9412714" y="5434999"/>
                </a:lnTo>
                <a:cubicBezTo>
                  <a:pt x="9412583" y="5434736"/>
                  <a:pt x="9412714" y="5434145"/>
                  <a:pt x="9412714" y="5434145"/>
                </a:cubicBezTo>
                <a:lnTo>
                  <a:pt x="9417247" y="5426264"/>
                </a:lnTo>
                <a:cubicBezTo>
                  <a:pt x="9417444" y="5426001"/>
                  <a:pt x="9418035" y="5425804"/>
                  <a:pt x="9418035" y="5425804"/>
                </a:cubicBezTo>
                <a:close/>
                <a:moveTo>
                  <a:pt x="9163654" y="5425804"/>
                </a:moveTo>
                <a:lnTo>
                  <a:pt x="9172718" y="5425804"/>
                </a:lnTo>
                <a:cubicBezTo>
                  <a:pt x="9173046" y="5425804"/>
                  <a:pt x="9173506" y="5426264"/>
                  <a:pt x="9173506" y="5426264"/>
                </a:cubicBezTo>
                <a:lnTo>
                  <a:pt x="9178038" y="5434145"/>
                </a:lnTo>
                <a:cubicBezTo>
                  <a:pt x="9178169" y="5434408"/>
                  <a:pt x="9178038" y="5434999"/>
                  <a:pt x="9178038" y="5434999"/>
                </a:cubicBezTo>
                <a:lnTo>
                  <a:pt x="9173506" y="5442880"/>
                </a:lnTo>
                <a:cubicBezTo>
                  <a:pt x="9173309" y="5443143"/>
                  <a:pt x="9172718" y="5443340"/>
                  <a:pt x="9172718" y="5443340"/>
                </a:cubicBezTo>
                <a:lnTo>
                  <a:pt x="9163654" y="5443340"/>
                </a:lnTo>
                <a:cubicBezTo>
                  <a:pt x="9163326" y="5443340"/>
                  <a:pt x="9162866" y="5442880"/>
                  <a:pt x="9162866" y="5442880"/>
                </a:cubicBezTo>
                <a:lnTo>
                  <a:pt x="9158333" y="5434999"/>
                </a:lnTo>
                <a:cubicBezTo>
                  <a:pt x="9158202" y="5434736"/>
                  <a:pt x="9158333" y="5434145"/>
                  <a:pt x="9158333" y="5434145"/>
                </a:cubicBezTo>
                <a:lnTo>
                  <a:pt x="9162866" y="5426264"/>
                </a:lnTo>
                <a:cubicBezTo>
                  <a:pt x="9163062" y="5426001"/>
                  <a:pt x="9163654" y="5425804"/>
                  <a:pt x="9163654" y="5425804"/>
                </a:cubicBezTo>
                <a:close/>
                <a:moveTo>
                  <a:pt x="8909274" y="5425804"/>
                </a:moveTo>
                <a:lnTo>
                  <a:pt x="8918336" y="5425804"/>
                </a:lnTo>
                <a:cubicBezTo>
                  <a:pt x="8918666" y="5425804"/>
                  <a:pt x="8919125" y="5426264"/>
                  <a:pt x="8919125" y="5426264"/>
                </a:cubicBezTo>
                <a:lnTo>
                  <a:pt x="8923657" y="5434145"/>
                </a:lnTo>
                <a:cubicBezTo>
                  <a:pt x="8923789" y="5434408"/>
                  <a:pt x="8923657" y="5434999"/>
                  <a:pt x="8923657" y="5434999"/>
                </a:cubicBezTo>
                <a:lnTo>
                  <a:pt x="8919125" y="5442880"/>
                </a:lnTo>
                <a:cubicBezTo>
                  <a:pt x="8918928" y="5443143"/>
                  <a:pt x="8918336" y="5443340"/>
                  <a:pt x="8918336" y="5443340"/>
                </a:cubicBezTo>
                <a:lnTo>
                  <a:pt x="8909274" y="5443340"/>
                </a:lnTo>
                <a:cubicBezTo>
                  <a:pt x="8908945" y="5443340"/>
                  <a:pt x="8908484" y="5442880"/>
                  <a:pt x="8908484" y="5442880"/>
                </a:cubicBezTo>
                <a:lnTo>
                  <a:pt x="8903953" y="5434999"/>
                </a:lnTo>
                <a:cubicBezTo>
                  <a:pt x="8903821" y="5434736"/>
                  <a:pt x="8903953" y="5434145"/>
                  <a:pt x="8903953" y="5434145"/>
                </a:cubicBezTo>
                <a:lnTo>
                  <a:pt x="8908484" y="5426264"/>
                </a:lnTo>
                <a:cubicBezTo>
                  <a:pt x="8908681" y="5426001"/>
                  <a:pt x="8909274" y="5425804"/>
                  <a:pt x="8909274" y="5425804"/>
                </a:cubicBezTo>
                <a:close/>
                <a:moveTo>
                  <a:pt x="8654892" y="5425804"/>
                </a:moveTo>
                <a:lnTo>
                  <a:pt x="8663955" y="5425804"/>
                </a:lnTo>
                <a:cubicBezTo>
                  <a:pt x="8664285" y="5425804"/>
                  <a:pt x="8664744" y="5426264"/>
                  <a:pt x="8664744" y="5426264"/>
                </a:cubicBezTo>
                <a:lnTo>
                  <a:pt x="8669277" y="5434145"/>
                </a:lnTo>
                <a:cubicBezTo>
                  <a:pt x="8669408" y="5434408"/>
                  <a:pt x="8669277" y="5434999"/>
                  <a:pt x="8669277" y="5434999"/>
                </a:cubicBezTo>
                <a:lnTo>
                  <a:pt x="8664744" y="5442880"/>
                </a:lnTo>
                <a:cubicBezTo>
                  <a:pt x="8664548" y="5443143"/>
                  <a:pt x="8663955" y="5443340"/>
                  <a:pt x="8663955" y="5443340"/>
                </a:cubicBezTo>
                <a:lnTo>
                  <a:pt x="8654892" y="5443340"/>
                </a:lnTo>
                <a:cubicBezTo>
                  <a:pt x="8654565" y="5443340"/>
                  <a:pt x="8654104" y="5442880"/>
                  <a:pt x="8654104" y="5442880"/>
                </a:cubicBezTo>
                <a:lnTo>
                  <a:pt x="8649572" y="5434999"/>
                </a:lnTo>
                <a:cubicBezTo>
                  <a:pt x="8649441" y="5434736"/>
                  <a:pt x="8649572" y="5434145"/>
                  <a:pt x="8649572" y="5434145"/>
                </a:cubicBezTo>
                <a:lnTo>
                  <a:pt x="8654104" y="5426264"/>
                </a:lnTo>
                <a:cubicBezTo>
                  <a:pt x="8654301" y="5426001"/>
                  <a:pt x="8654892" y="5425804"/>
                  <a:pt x="8654892" y="5425804"/>
                </a:cubicBezTo>
                <a:close/>
                <a:moveTo>
                  <a:pt x="8400511" y="5425804"/>
                </a:moveTo>
                <a:lnTo>
                  <a:pt x="8409575" y="5425804"/>
                </a:lnTo>
                <a:cubicBezTo>
                  <a:pt x="8409904" y="5425804"/>
                  <a:pt x="8410363" y="5426264"/>
                  <a:pt x="8410363" y="5426264"/>
                </a:cubicBezTo>
                <a:lnTo>
                  <a:pt x="8414896" y="5434145"/>
                </a:lnTo>
                <a:cubicBezTo>
                  <a:pt x="8415027" y="5434408"/>
                  <a:pt x="8414896" y="5434999"/>
                  <a:pt x="8414896" y="5434999"/>
                </a:cubicBezTo>
                <a:lnTo>
                  <a:pt x="8410363" y="5442880"/>
                </a:lnTo>
                <a:cubicBezTo>
                  <a:pt x="8410166" y="5443143"/>
                  <a:pt x="8409575" y="5443340"/>
                  <a:pt x="8409575" y="5443340"/>
                </a:cubicBezTo>
                <a:lnTo>
                  <a:pt x="8400511" y="5443340"/>
                </a:lnTo>
                <a:cubicBezTo>
                  <a:pt x="8400184" y="5443340"/>
                  <a:pt x="8399723" y="5442880"/>
                  <a:pt x="8399723" y="5442880"/>
                </a:cubicBezTo>
                <a:lnTo>
                  <a:pt x="8395191" y="5434999"/>
                </a:lnTo>
                <a:cubicBezTo>
                  <a:pt x="8395060" y="5434736"/>
                  <a:pt x="8395191" y="5434145"/>
                  <a:pt x="8395191" y="5434145"/>
                </a:cubicBezTo>
                <a:lnTo>
                  <a:pt x="8399723" y="5426264"/>
                </a:lnTo>
                <a:cubicBezTo>
                  <a:pt x="8399920" y="5426001"/>
                  <a:pt x="8400511" y="5425804"/>
                  <a:pt x="8400511" y="5425804"/>
                </a:cubicBezTo>
                <a:close/>
                <a:moveTo>
                  <a:pt x="8146065" y="5425804"/>
                </a:moveTo>
                <a:lnTo>
                  <a:pt x="8155129" y="5425804"/>
                </a:lnTo>
                <a:cubicBezTo>
                  <a:pt x="8155458" y="5425804"/>
                  <a:pt x="8155917" y="5426264"/>
                  <a:pt x="8155917" y="5426264"/>
                </a:cubicBezTo>
                <a:lnTo>
                  <a:pt x="8160449" y="5434145"/>
                </a:lnTo>
                <a:cubicBezTo>
                  <a:pt x="8160580" y="5434408"/>
                  <a:pt x="8160449" y="5434999"/>
                  <a:pt x="8160449" y="5434999"/>
                </a:cubicBezTo>
                <a:lnTo>
                  <a:pt x="8155917" y="5442880"/>
                </a:lnTo>
                <a:cubicBezTo>
                  <a:pt x="8155719" y="5443143"/>
                  <a:pt x="8155129" y="5443340"/>
                  <a:pt x="8155129" y="5443340"/>
                </a:cubicBezTo>
                <a:lnTo>
                  <a:pt x="8146065" y="5443340"/>
                </a:lnTo>
                <a:cubicBezTo>
                  <a:pt x="8145737" y="5443340"/>
                  <a:pt x="8145277" y="5442880"/>
                  <a:pt x="8145277" y="5442880"/>
                </a:cubicBezTo>
                <a:lnTo>
                  <a:pt x="8140745" y="5434999"/>
                </a:lnTo>
                <a:cubicBezTo>
                  <a:pt x="8140613" y="5434736"/>
                  <a:pt x="8140745" y="5434145"/>
                  <a:pt x="8140745" y="5434145"/>
                </a:cubicBezTo>
                <a:lnTo>
                  <a:pt x="8145277" y="5426264"/>
                </a:lnTo>
                <a:cubicBezTo>
                  <a:pt x="8145474" y="5426001"/>
                  <a:pt x="8146065" y="5425804"/>
                  <a:pt x="8146065" y="5425804"/>
                </a:cubicBezTo>
                <a:close/>
                <a:moveTo>
                  <a:pt x="7891684" y="5425804"/>
                </a:moveTo>
                <a:lnTo>
                  <a:pt x="7900748" y="5425804"/>
                </a:lnTo>
                <a:cubicBezTo>
                  <a:pt x="7901076" y="5425804"/>
                  <a:pt x="7901536" y="5426264"/>
                  <a:pt x="7901536" y="5426264"/>
                </a:cubicBezTo>
                <a:lnTo>
                  <a:pt x="7906067" y="5434145"/>
                </a:lnTo>
                <a:cubicBezTo>
                  <a:pt x="7906199" y="5434408"/>
                  <a:pt x="7906067" y="5434999"/>
                  <a:pt x="7906067" y="5434999"/>
                </a:cubicBezTo>
                <a:lnTo>
                  <a:pt x="7901536" y="5442880"/>
                </a:lnTo>
                <a:cubicBezTo>
                  <a:pt x="7901339" y="5443143"/>
                  <a:pt x="7900748" y="5443340"/>
                  <a:pt x="7900748" y="5443340"/>
                </a:cubicBezTo>
                <a:lnTo>
                  <a:pt x="7891684" y="5443340"/>
                </a:lnTo>
                <a:cubicBezTo>
                  <a:pt x="7891355" y="5443340"/>
                  <a:pt x="7890896" y="5442880"/>
                  <a:pt x="7890896" y="5442880"/>
                </a:cubicBezTo>
                <a:lnTo>
                  <a:pt x="7886363" y="5434999"/>
                </a:lnTo>
                <a:cubicBezTo>
                  <a:pt x="7886233" y="5434736"/>
                  <a:pt x="7886363" y="5434145"/>
                  <a:pt x="7886363" y="5434145"/>
                </a:cubicBezTo>
                <a:lnTo>
                  <a:pt x="7890896" y="5426264"/>
                </a:lnTo>
                <a:cubicBezTo>
                  <a:pt x="7891093" y="5426001"/>
                  <a:pt x="7891684" y="5425804"/>
                  <a:pt x="7891684" y="5425804"/>
                </a:cubicBezTo>
                <a:close/>
                <a:moveTo>
                  <a:pt x="7637304" y="5425804"/>
                </a:moveTo>
                <a:lnTo>
                  <a:pt x="7646367" y="5425804"/>
                </a:lnTo>
                <a:cubicBezTo>
                  <a:pt x="7646696" y="5425804"/>
                  <a:pt x="7647156" y="5426264"/>
                  <a:pt x="7647156" y="5426264"/>
                </a:cubicBezTo>
                <a:lnTo>
                  <a:pt x="7651687" y="5434145"/>
                </a:lnTo>
                <a:cubicBezTo>
                  <a:pt x="7651819" y="5434408"/>
                  <a:pt x="7651687" y="5434999"/>
                  <a:pt x="7651687" y="5434999"/>
                </a:cubicBezTo>
                <a:lnTo>
                  <a:pt x="7647156" y="5442880"/>
                </a:lnTo>
                <a:cubicBezTo>
                  <a:pt x="7646958" y="5443143"/>
                  <a:pt x="7646367" y="5443340"/>
                  <a:pt x="7646367" y="5443340"/>
                </a:cubicBezTo>
                <a:lnTo>
                  <a:pt x="7637304" y="5443340"/>
                </a:lnTo>
                <a:cubicBezTo>
                  <a:pt x="7636975" y="5443340"/>
                  <a:pt x="7636516" y="5442880"/>
                  <a:pt x="7636516" y="5442880"/>
                </a:cubicBezTo>
                <a:lnTo>
                  <a:pt x="7631983" y="5434999"/>
                </a:lnTo>
                <a:cubicBezTo>
                  <a:pt x="7631851" y="5434736"/>
                  <a:pt x="7631983" y="5434145"/>
                  <a:pt x="7631983" y="5434145"/>
                </a:cubicBezTo>
                <a:lnTo>
                  <a:pt x="7636516" y="5426264"/>
                </a:lnTo>
                <a:cubicBezTo>
                  <a:pt x="7636713" y="5426001"/>
                  <a:pt x="7637304" y="5425804"/>
                  <a:pt x="7637304" y="5425804"/>
                </a:cubicBezTo>
                <a:close/>
                <a:moveTo>
                  <a:pt x="7382923" y="5425804"/>
                </a:moveTo>
                <a:lnTo>
                  <a:pt x="7391987" y="5425804"/>
                </a:lnTo>
                <a:cubicBezTo>
                  <a:pt x="7392315" y="5425804"/>
                  <a:pt x="7392775" y="5426264"/>
                  <a:pt x="7392775" y="5426264"/>
                </a:cubicBezTo>
                <a:lnTo>
                  <a:pt x="7397307" y="5434145"/>
                </a:lnTo>
                <a:cubicBezTo>
                  <a:pt x="7397438" y="5434408"/>
                  <a:pt x="7397307" y="5434999"/>
                  <a:pt x="7397307" y="5434999"/>
                </a:cubicBezTo>
                <a:lnTo>
                  <a:pt x="7392775" y="5442880"/>
                </a:lnTo>
                <a:cubicBezTo>
                  <a:pt x="7392578" y="5443143"/>
                  <a:pt x="7391987" y="5443340"/>
                  <a:pt x="7391987" y="5443340"/>
                </a:cubicBezTo>
                <a:lnTo>
                  <a:pt x="7382923" y="5443340"/>
                </a:lnTo>
                <a:cubicBezTo>
                  <a:pt x="7382595" y="5443340"/>
                  <a:pt x="7382135" y="5442880"/>
                  <a:pt x="7382135" y="5442880"/>
                </a:cubicBezTo>
                <a:lnTo>
                  <a:pt x="7377602" y="5434999"/>
                </a:lnTo>
                <a:cubicBezTo>
                  <a:pt x="7377471" y="5434736"/>
                  <a:pt x="7377602" y="5434145"/>
                  <a:pt x="7377602" y="5434145"/>
                </a:cubicBezTo>
                <a:lnTo>
                  <a:pt x="7382135" y="5426264"/>
                </a:lnTo>
                <a:cubicBezTo>
                  <a:pt x="7382331" y="5426001"/>
                  <a:pt x="7382923" y="5425804"/>
                  <a:pt x="7382923" y="5425804"/>
                </a:cubicBezTo>
                <a:close/>
                <a:moveTo>
                  <a:pt x="7128477" y="5425804"/>
                </a:moveTo>
                <a:lnTo>
                  <a:pt x="7137540" y="5425804"/>
                </a:lnTo>
                <a:cubicBezTo>
                  <a:pt x="7137869" y="5425804"/>
                  <a:pt x="7138328" y="5426264"/>
                  <a:pt x="7138328" y="5426264"/>
                </a:cubicBezTo>
                <a:lnTo>
                  <a:pt x="7142860" y="5434145"/>
                </a:lnTo>
                <a:cubicBezTo>
                  <a:pt x="7142992" y="5434408"/>
                  <a:pt x="7142860" y="5434999"/>
                  <a:pt x="7142860" y="5434999"/>
                </a:cubicBezTo>
                <a:lnTo>
                  <a:pt x="7138328" y="5442880"/>
                </a:lnTo>
                <a:cubicBezTo>
                  <a:pt x="7138131" y="5443143"/>
                  <a:pt x="7137540" y="5443340"/>
                  <a:pt x="7137540" y="5443340"/>
                </a:cubicBezTo>
                <a:lnTo>
                  <a:pt x="7128477" y="5443340"/>
                </a:lnTo>
                <a:cubicBezTo>
                  <a:pt x="7128148" y="5443340"/>
                  <a:pt x="7127689" y="5442880"/>
                  <a:pt x="7127689" y="5442880"/>
                </a:cubicBezTo>
                <a:lnTo>
                  <a:pt x="7123156" y="5434999"/>
                </a:lnTo>
                <a:cubicBezTo>
                  <a:pt x="7123024" y="5434736"/>
                  <a:pt x="7123156" y="5434145"/>
                  <a:pt x="7123156" y="5434145"/>
                </a:cubicBezTo>
                <a:lnTo>
                  <a:pt x="7127689" y="5426264"/>
                </a:lnTo>
                <a:cubicBezTo>
                  <a:pt x="7127885" y="5426001"/>
                  <a:pt x="7128477" y="5425804"/>
                  <a:pt x="7128477" y="5425804"/>
                </a:cubicBezTo>
                <a:close/>
                <a:moveTo>
                  <a:pt x="6874095" y="5425804"/>
                </a:moveTo>
                <a:lnTo>
                  <a:pt x="6883159" y="5425804"/>
                </a:lnTo>
                <a:cubicBezTo>
                  <a:pt x="6883488" y="5425804"/>
                  <a:pt x="6883947" y="5426264"/>
                  <a:pt x="6883947" y="5426264"/>
                </a:cubicBezTo>
                <a:lnTo>
                  <a:pt x="6888480" y="5434145"/>
                </a:lnTo>
                <a:cubicBezTo>
                  <a:pt x="6888611" y="5434408"/>
                  <a:pt x="6888480" y="5434999"/>
                  <a:pt x="6888480" y="5434999"/>
                </a:cubicBezTo>
                <a:lnTo>
                  <a:pt x="6883947" y="5442880"/>
                </a:lnTo>
                <a:cubicBezTo>
                  <a:pt x="6883751" y="5443143"/>
                  <a:pt x="6883159" y="5443340"/>
                  <a:pt x="6883159" y="5443340"/>
                </a:cubicBezTo>
                <a:lnTo>
                  <a:pt x="6874095" y="5443340"/>
                </a:lnTo>
                <a:cubicBezTo>
                  <a:pt x="6873768" y="5443340"/>
                  <a:pt x="6873307" y="5442880"/>
                  <a:pt x="6873307" y="5442880"/>
                </a:cubicBezTo>
                <a:lnTo>
                  <a:pt x="6868775" y="5434999"/>
                </a:lnTo>
                <a:cubicBezTo>
                  <a:pt x="6868644" y="5434736"/>
                  <a:pt x="6868775" y="5434145"/>
                  <a:pt x="6868775" y="5434145"/>
                </a:cubicBezTo>
                <a:lnTo>
                  <a:pt x="6873307" y="5426264"/>
                </a:lnTo>
                <a:cubicBezTo>
                  <a:pt x="6873504" y="5426001"/>
                  <a:pt x="6874095" y="5425804"/>
                  <a:pt x="6874095" y="5425804"/>
                </a:cubicBezTo>
                <a:close/>
                <a:moveTo>
                  <a:pt x="6619714" y="5425804"/>
                </a:moveTo>
                <a:lnTo>
                  <a:pt x="6628778" y="5425804"/>
                </a:lnTo>
                <a:cubicBezTo>
                  <a:pt x="6629107" y="5425804"/>
                  <a:pt x="6629566" y="5426264"/>
                  <a:pt x="6629566" y="5426264"/>
                </a:cubicBezTo>
                <a:lnTo>
                  <a:pt x="6634099" y="5434145"/>
                </a:lnTo>
                <a:cubicBezTo>
                  <a:pt x="6634230" y="5434408"/>
                  <a:pt x="6634099" y="5434999"/>
                  <a:pt x="6634099" y="5434999"/>
                </a:cubicBezTo>
                <a:lnTo>
                  <a:pt x="6629566" y="5442880"/>
                </a:lnTo>
                <a:cubicBezTo>
                  <a:pt x="6629369" y="5443143"/>
                  <a:pt x="6628778" y="5443340"/>
                  <a:pt x="6628778" y="5443340"/>
                </a:cubicBezTo>
                <a:lnTo>
                  <a:pt x="6619714" y="5443340"/>
                </a:lnTo>
                <a:cubicBezTo>
                  <a:pt x="6619387" y="5443340"/>
                  <a:pt x="6618926" y="5442880"/>
                  <a:pt x="6618926" y="5442880"/>
                </a:cubicBezTo>
                <a:lnTo>
                  <a:pt x="6614394" y="5434999"/>
                </a:lnTo>
                <a:cubicBezTo>
                  <a:pt x="6614263" y="5434736"/>
                  <a:pt x="6614394" y="5434145"/>
                  <a:pt x="6614394" y="5434145"/>
                </a:cubicBezTo>
                <a:lnTo>
                  <a:pt x="6618926" y="5426264"/>
                </a:lnTo>
                <a:cubicBezTo>
                  <a:pt x="6619123" y="5426001"/>
                  <a:pt x="6619714" y="5425804"/>
                  <a:pt x="6619714" y="5425804"/>
                </a:cubicBezTo>
                <a:close/>
                <a:moveTo>
                  <a:pt x="6365334" y="5425804"/>
                </a:moveTo>
                <a:lnTo>
                  <a:pt x="6374397" y="5425804"/>
                </a:lnTo>
                <a:cubicBezTo>
                  <a:pt x="6374727" y="5425804"/>
                  <a:pt x="6375186" y="5426264"/>
                  <a:pt x="6375186" y="5426264"/>
                </a:cubicBezTo>
                <a:lnTo>
                  <a:pt x="6379718" y="5434145"/>
                </a:lnTo>
                <a:cubicBezTo>
                  <a:pt x="6379849" y="5434408"/>
                  <a:pt x="6379718" y="5434999"/>
                  <a:pt x="6379718" y="5434999"/>
                </a:cubicBezTo>
                <a:lnTo>
                  <a:pt x="6375186" y="5442880"/>
                </a:lnTo>
                <a:cubicBezTo>
                  <a:pt x="6374988" y="5443143"/>
                  <a:pt x="6374397" y="5443340"/>
                  <a:pt x="6374397" y="5443340"/>
                </a:cubicBezTo>
                <a:lnTo>
                  <a:pt x="6365334" y="5443340"/>
                </a:lnTo>
                <a:cubicBezTo>
                  <a:pt x="6365005" y="5443340"/>
                  <a:pt x="6364546" y="5442880"/>
                  <a:pt x="6364546" y="5442880"/>
                </a:cubicBezTo>
                <a:lnTo>
                  <a:pt x="6360014" y="5434999"/>
                </a:lnTo>
                <a:cubicBezTo>
                  <a:pt x="6359882" y="5434736"/>
                  <a:pt x="6360014" y="5434145"/>
                  <a:pt x="6360014" y="5434145"/>
                </a:cubicBezTo>
                <a:lnTo>
                  <a:pt x="6364546" y="5426264"/>
                </a:lnTo>
                <a:cubicBezTo>
                  <a:pt x="6364743" y="5426001"/>
                  <a:pt x="6365334" y="5425804"/>
                  <a:pt x="6365334" y="5425804"/>
                </a:cubicBezTo>
                <a:close/>
                <a:moveTo>
                  <a:pt x="6110888" y="5425804"/>
                </a:moveTo>
                <a:lnTo>
                  <a:pt x="6119953" y="5425804"/>
                </a:lnTo>
                <a:cubicBezTo>
                  <a:pt x="6120280" y="5425804"/>
                  <a:pt x="6120740" y="5426264"/>
                  <a:pt x="6120740" y="5426264"/>
                </a:cubicBezTo>
                <a:lnTo>
                  <a:pt x="6125272" y="5434145"/>
                </a:lnTo>
                <a:cubicBezTo>
                  <a:pt x="6125403" y="5434408"/>
                  <a:pt x="6125272" y="5434999"/>
                  <a:pt x="6125272" y="5434999"/>
                </a:cubicBezTo>
                <a:lnTo>
                  <a:pt x="6120740" y="5442880"/>
                </a:lnTo>
                <a:cubicBezTo>
                  <a:pt x="6120543" y="5443143"/>
                  <a:pt x="6119953" y="5443340"/>
                  <a:pt x="6119953" y="5443340"/>
                </a:cubicBezTo>
                <a:lnTo>
                  <a:pt x="6110888" y="5443340"/>
                </a:lnTo>
                <a:cubicBezTo>
                  <a:pt x="6110560" y="5443340"/>
                  <a:pt x="6110101" y="5442880"/>
                  <a:pt x="6110101" y="5442880"/>
                </a:cubicBezTo>
                <a:lnTo>
                  <a:pt x="6105567" y="5434999"/>
                </a:lnTo>
                <a:cubicBezTo>
                  <a:pt x="6105436" y="5434736"/>
                  <a:pt x="6105567" y="5434145"/>
                  <a:pt x="6105567" y="5434145"/>
                </a:cubicBezTo>
                <a:lnTo>
                  <a:pt x="6110101" y="5426264"/>
                </a:lnTo>
                <a:cubicBezTo>
                  <a:pt x="6110296" y="5426001"/>
                  <a:pt x="6110888" y="5425804"/>
                  <a:pt x="6110888" y="5425804"/>
                </a:cubicBezTo>
                <a:close/>
                <a:moveTo>
                  <a:pt x="5856508" y="5425804"/>
                </a:moveTo>
                <a:lnTo>
                  <a:pt x="5865571" y="5425804"/>
                </a:lnTo>
                <a:cubicBezTo>
                  <a:pt x="5865900" y="5425804"/>
                  <a:pt x="5866359" y="5426264"/>
                  <a:pt x="5866359" y="5426264"/>
                </a:cubicBezTo>
                <a:lnTo>
                  <a:pt x="5870891" y="5434145"/>
                </a:lnTo>
                <a:cubicBezTo>
                  <a:pt x="5871023" y="5434408"/>
                  <a:pt x="5870891" y="5434999"/>
                  <a:pt x="5870891" y="5434999"/>
                </a:cubicBezTo>
                <a:lnTo>
                  <a:pt x="5866359" y="5442880"/>
                </a:lnTo>
                <a:cubicBezTo>
                  <a:pt x="5866163" y="5443143"/>
                  <a:pt x="5865571" y="5443340"/>
                  <a:pt x="5865571" y="5443340"/>
                </a:cubicBezTo>
                <a:lnTo>
                  <a:pt x="5856508" y="5443340"/>
                </a:lnTo>
                <a:cubicBezTo>
                  <a:pt x="5856178" y="5443340"/>
                  <a:pt x="5855720" y="5442880"/>
                  <a:pt x="5855720" y="5442880"/>
                </a:cubicBezTo>
                <a:lnTo>
                  <a:pt x="5851187" y="5434999"/>
                </a:lnTo>
                <a:cubicBezTo>
                  <a:pt x="5851055" y="5434736"/>
                  <a:pt x="5851187" y="5434145"/>
                  <a:pt x="5851187" y="5434145"/>
                </a:cubicBezTo>
                <a:lnTo>
                  <a:pt x="5855720" y="5426264"/>
                </a:lnTo>
                <a:cubicBezTo>
                  <a:pt x="5855916" y="5426001"/>
                  <a:pt x="5856508" y="5425804"/>
                  <a:pt x="5856508" y="5425804"/>
                </a:cubicBezTo>
                <a:close/>
                <a:moveTo>
                  <a:pt x="5602126" y="5425804"/>
                </a:moveTo>
                <a:lnTo>
                  <a:pt x="5611191" y="5425804"/>
                </a:lnTo>
                <a:cubicBezTo>
                  <a:pt x="5611519" y="5425804"/>
                  <a:pt x="5611979" y="5426264"/>
                  <a:pt x="5611979" y="5426264"/>
                </a:cubicBezTo>
                <a:lnTo>
                  <a:pt x="5616511" y="5434145"/>
                </a:lnTo>
                <a:cubicBezTo>
                  <a:pt x="5616642" y="5434408"/>
                  <a:pt x="5616511" y="5434999"/>
                  <a:pt x="5616511" y="5434999"/>
                </a:cubicBezTo>
                <a:lnTo>
                  <a:pt x="5611979" y="5442880"/>
                </a:lnTo>
                <a:cubicBezTo>
                  <a:pt x="5611782" y="5443143"/>
                  <a:pt x="5611191" y="5443340"/>
                  <a:pt x="5611191" y="5443340"/>
                </a:cubicBezTo>
                <a:lnTo>
                  <a:pt x="5602126" y="5443340"/>
                </a:lnTo>
                <a:cubicBezTo>
                  <a:pt x="5601798" y="5443340"/>
                  <a:pt x="5601338" y="5442880"/>
                  <a:pt x="5601338" y="5442880"/>
                </a:cubicBezTo>
                <a:lnTo>
                  <a:pt x="5596807" y="5434999"/>
                </a:lnTo>
                <a:cubicBezTo>
                  <a:pt x="5596675" y="5434736"/>
                  <a:pt x="5596807" y="5434145"/>
                  <a:pt x="5596807" y="5434145"/>
                </a:cubicBezTo>
                <a:lnTo>
                  <a:pt x="5601338" y="5426264"/>
                </a:lnTo>
                <a:cubicBezTo>
                  <a:pt x="5601536" y="5426001"/>
                  <a:pt x="5602126" y="5425804"/>
                  <a:pt x="5602126" y="5425804"/>
                </a:cubicBezTo>
                <a:close/>
                <a:moveTo>
                  <a:pt x="5347746" y="5425804"/>
                </a:moveTo>
                <a:lnTo>
                  <a:pt x="5356810" y="5425804"/>
                </a:lnTo>
                <a:cubicBezTo>
                  <a:pt x="5357138" y="5425804"/>
                  <a:pt x="5357598" y="5426264"/>
                  <a:pt x="5357598" y="5426264"/>
                </a:cubicBezTo>
                <a:lnTo>
                  <a:pt x="5362130" y="5434145"/>
                </a:lnTo>
                <a:cubicBezTo>
                  <a:pt x="5362261" y="5434408"/>
                  <a:pt x="5362130" y="5434999"/>
                  <a:pt x="5362130" y="5434999"/>
                </a:cubicBezTo>
                <a:lnTo>
                  <a:pt x="5357598" y="5442880"/>
                </a:lnTo>
                <a:cubicBezTo>
                  <a:pt x="5357401" y="5443143"/>
                  <a:pt x="5356810" y="5443340"/>
                  <a:pt x="5356810" y="5443340"/>
                </a:cubicBezTo>
                <a:lnTo>
                  <a:pt x="5347746" y="5443340"/>
                </a:lnTo>
                <a:cubicBezTo>
                  <a:pt x="5347418" y="5443340"/>
                  <a:pt x="5346958" y="5442880"/>
                  <a:pt x="5346958" y="5442880"/>
                </a:cubicBezTo>
                <a:lnTo>
                  <a:pt x="5342425" y="5434999"/>
                </a:lnTo>
                <a:cubicBezTo>
                  <a:pt x="5342295" y="5434736"/>
                  <a:pt x="5342425" y="5434145"/>
                  <a:pt x="5342425" y="5434145"/>
                </a:cubicBezTo>
                <a:lnTo>
                  <a:pt x="5346958" y="5426264"/>
                </a:lnTo>
                <a:cubicBezTo>
                  <a:pt x="5347154" y="5426001"/>
                  <a:pt x="5347746" y="5425804"/>
                  <a:pt x="5347746" y="5425804"/>
                </a:cubicBezTo>
                <a:close/>
                <a:moveTo>
                  <a:pt x="5093300" y="5425804"/>
                </a:moveTo>
                <a:lnTo>
                  <a:pt x="5102364" y="5425804"/>
                </a:lnTo>
                <a:cubicBezTo>
                  <a:pt x="5102693" y="5425804"/>
                  <a:pt x="5103153" y="5426264"/>
                  <a:pt x="5103153" y="5426264"/>
                </a:cubicBezTo>
                <a:lnTo>
                  <a:pt x="5107684" y="5434145"/>
                </a:lnTo>
                <a:cubicBezTo>
                  <a:pt x="5107815" y="5434408"/>
                  <a:pt x="5107684" y="5434999"/>
                  <a:pt x="5107684" y="5434999"/>
                </a:cubicBezTo>
                <a:lnTo>
                  <a:pt x="5103153" y="5442880"/>
                </a:lnTo>
                <a:cubicBezTo>
                  <a:pt x="5102955" y="5443143"/>
                  <a:pt x="5102364" y="5443340"/>
                  <a:pt x="5102364" y="5443340"/>
                </a:cubicBezTo>
                <a:lnTo>
                  <a:pt x="5093300" y="5443340"/>
                </a:lnTo>
                <a:cubicBezTo>
                  <a:pt x="5092972" y="5443340"/>
                  <a:pt x="5092512" y="5442880"/>
                  <a:pt x="5092512" y="5442880"/>
                </a:cubicBezTo>
                <a:lnTo>
                  <a:pt x="5087979" y="5434999"/>
                </a:lnTo>
                <a:cubicBezTo>
                  <a:pt x="5087848" y="5434736"/>
                  <a:pt x="5087979" y="5434145"/>
                  <a:pt x="5087979" y="5434145"/>
                </a:cubicBezTo>
                <a:lnTo>
                  <a:pt x="5092512" y="5426264"/>
                </a:lnTo>
                <a:cubicBezTo>
                  <a:pt x="5092708" y="5426001"/>
                  <a:pt x="5093300" y="5425804"/>
                  <a:pt x="5093300" y="5425804"/>
                </a:cubicBezTo>
                <a:close/>
                <a:moveTo>
                  <a:pt x="4838919" y="5425804"/>
                </a:moveTo>
                <a:lnTo>
                  <a:pt x="4847982" y="5425804"/>
                </a:lnTo>
                <a:cubicBezTo>
                  <a:pt x="4848311" y="5425804"/>
                  <a:pt x="4848772" y="5426264"/>
                  <a:pt x="4848772" y="5426264"/>
                </a:cubicBezTo>
                <a:lnTo>
                  <a:pt x="4853303" y="5434145"/>
                </a:lnTo>
                <a:cubicBezTo>
                  <a:pt x="4853435" y="5434408"/>
                  <a:pt x="4853303" y="5434999"/>
                  <a:pt x="4853303" y="5434999"/>
                </a:cubicBezTo>
                <a:lnTo>
                  <a:pt x="4848772" y="5442880"/>
                </a:lnTo>
                <a:cubicBezTo>
                  <a:pt x="4848575" y="5443143"/>
                  <a:pt x="4847982" y="5443340"/>
                  <a:pt x="4847982" y="5443340"/>
                </a:cubicBezTo>
                <a:lnTo>
                  <a:pt x="4838919" y="5443340"/>
                </a:lnTo>
                <a:cubicBezTo>
                  <a:pt x="4838590" y="5443340"/>
                  <a:pt x="4838132" y="5442880"/>
                  <a:pt x="4838132" y="5442880"/>
                </a:cubicBezTo>
                <a:lnTo>
                  <a:pt x="4833598" y="5434999"/>
                </a:lnTo>
                <a:cubicBezTo>
                  <a:pt x="4833467" y="5434736"/>
                  <a:pt x="4833598" y="5434145"/>
                  <a:pt x="4833598" y="5434145"/>
                </a:cubicBezTo>
                <a:lnTo>
                  <a:pt x="4838132" y="5426264"/>
                </a:lnTo>
                <a:cubicBezTo>
                  <a:pt x="4838328" y="5426001"/>
                  <a:pt x="4838919" y="5425804"/>
                  <a:pt x="4838919" y="5425804"/>
                </a:cubicBezTo>
                <a:close/>
                <a:moveTo>
                  <a:pt x="4584538" y="5425804"/>
                </a:moveTo>
                <a:lnTo>
                  <a:pt x="4593603" y="5425804"/>
                </a:lnTo>
                <a:cubicBezTo>
                  <a:pt x="4593932" y="5425804"/>
                  <a:pt x="4594390" y="5426264"/>
                  <a:pt x="4594390" y="5426264"/>
                </a:cubicBezTo>
                <a:lnTo>
                  <a:pt x="4598922" y="5434145"/>
                </a:lnTo>
                <a:cubicBezTo>
                  <a:pt x="4599054" y="5434408"/>
                  <a:pt x="4598922" y="5434999"/>
                  <a:pt x="4598922" y="5434999"/>
                </a:cubicBezTo>
                <a:lnTo>
                  <a:pt x="4594390" y="5442880"/>
                </a:lnTo>
                <a:cubicBezTo>
                  <a:pt x="4594193" y="5443143"/>
                  <a:pt x="4593603" y="5443340"/>
                  <a:pt x="4593603" y="5443340"/>
                </a:cubicBezTo>
                <a:lnTo>
                  <a:pt x="4584538" y="5443340"/>
                </a:lnTo>
                <a:cubicBezTo>
                  <a:pt x="4584210" y="5443340"/>
                  <a:pt x="4583749" y="5442880"/>
                  <a:pt x="4583749" y="5442880"/>
                </a:cubicBezTo>
                <a:lnTo>
                  <a:pt x="4579218" y="5434999"/>
                </a:lnTo>
                <a:cubicBezTo>
                  <a:pt x="4579087" y="5434736"/>
                  <a:pt x="4579218" y="5434145"/>
                  <a:pt x="4579218" y="5434145"/>
                </a:cubicBezTo>
                <a:lnTo>
                  <a:pt x="4583749" y="5426264"/>
                </a:lnTo>
                <a:cubicBezTo>
                  <a:pt x="4583948" y="5426001"/>
                  <a:pt x="4584538" y="5425804"/>
                  <a:pt x="4584538" y="5425804"/>
                </a:cubicBezTo>
                <a:close/>
                <a:moveTo>
                  <a:pt x="4330157" y="5425804"/>
                </a:moveTo>
                <a:lnTo>
                  <a:pt x="4339222" y="5425804"/>
                </a:lnTo>
                <a:cubicBezTo>
                  <a:pt x="4339550" y="5425804"/>
                  <a:pt x="4340010" y="5426264"/>
                  <a:pt x="4340010" y="5426264"/>
                </a:cubicBezTo>
                <a:lnTo>
                  <a:pt x="4344540" y="5434145"/>
                </a:lnTo>
                <a:cubicBezTo>
                  <a:pt x="4344672" y="5434408"/>
                  <a:pt x="4344540" y="5434999"/>
                  <a:pt x="4344540" y="5434999"/>
                </a:cubicBezTo>
                <a:lnTo>
                  <a:pt x="4340010" y="5442880"/>
                </a:lnTo>
                <a:cubicBezTo>
                  <a:pt x="4339812" y="5443143"/>
                  <a:pt x="4339222" y="5443340"/>
                  <a:pt x="4339222" y="5443340"/>
                </a:cubicBezTo>
                <a:lnTo>
                  <a:pt x="4330157" y="5443340"/>
                </a:lnTo>
                <a:cubicBezTo>
                  <a:pt x="4329829" y="5443340"/>
                  <a:pt x="4329369" y="5442880"/>
                  <a:pt x="4329369" y="5442880"/>
                </a:cubicBezTo>
                <a:lnTo>
                  <a:pt x="4324836" y="5434999"/>
                </a:lnTo>
                <a:cubicBezTo>
                  <a:pt x="4324706" y="5434736"/>
                  <a:pt x="4324836" y="5434145"/>
                  <a:pt x="4324836" y="5434145"/>
                </a:cubicBezTo>
                <a:lnTo>
                  <a:pt x="4329369" y="5426264"/>
                </a:lnTo>
                <a:cubicBezTo>
                  <a:pt x="4329565" y="5426001"/>
                  <a:pt x="4330157" y="5425804"/>
                  <a:pt x="4330157" y="5425804"/>
                </a:cubicBezTo>
                <a:close/>
                <a:moveTo>
                  <a:pt x="4075973" y="5425804"/>
                </a:moveTo>
                <a:lnTo>
                  <a:pt x="4085038" y="5425804"/>
                </a:lnTo>
                <a:cubicBezTo>
                  <a:pt x="4085365" y="5425804"/>
                  <a:pt x="4085825" y="5426264"/>
                  <a:pt x="4085825" y="5426264"/>
                </a:cubicBezTo>
                <a:lnTo>
                  <a:pt x="4090358" y="5434145"/>
                </a:lnTo>
                <a:cubicBezTo>
                  <a:pt x="4090489" y="5434408"/>
                  <a:pt x="4090358" y="5434999"/>
                  <a:pt x="4090358" y="5434999"/>
                </a:cubicBezTo>
                <a:lnTo>
                  <a:pt x="4085825" y="5442880"/>
                </a:lnTo>
                <a:cubicBezTo>
                  <a:pt x="4085629" y="5443143"/>
                  <a:pt x="4085038" y="5443340"/>
                  <a:pt x="4085038" y="5443340"/>
                </a:cubicBezTo>
                <a:lnTo>
                  <a:pt x="4075973" y="5443340"/>
                </a:lnTo>
                <a:cubicBezTo>
                  <a:pt x="4075647" y="5443340"/>
                  <a:pt x="4075184" y="5442880"/>
                  <a:pt x="4075184" y="5442880"/>
                </a:cubicBezTo>
                <a:lnTo>
                  <a:pt x="4070652" y="5434999"/>
                </a:lnTo>
                <a:cubicBezTo>
                  <a:pt x="4070522" y="5434736"/>
                  <a:pt x="4070652" y="5434145"/>
                  <a:pt x="4070652" y="5434145"/>
                </a:cubicBezTo>
                <a:lnTo>
                  <a:pt x="4075184" y="5426264"/>
                </a:lnTo>
                <a:cubicBezTo>
                  <a:pt x="4075382" y="5426001"/>
                  <a:pt x="4075973" y="5425804"/>
                  <a:pt x="4075973" y="5425804"/>
                </a:cubicBezTo>
                <a:close/>
                <a:moveTo>
                  <a:pt x="3821357" y="5425804"/>
                </a:moveTo>
                <a:lnTo>
                  <a:pt x="3830422" y="5425804"/>
                </a:lnTo>
                <a:cubicBezTo>
                  <a:pt x="3830751" y="5425804"/>
                  <a:pt x="3831211" y="5426264"/>
                  <a:pt x="3831211" y="5426264"/>
                </a:cubicBezTo>
                <a:lnTo>
                  <a:pt x="3835743" y="5434145"/>
                </a:lnTo>
                <a:cubicBezTo>
                  <a:pt x="3835874" y="5434408"/>
                  <a:pt x="3835743" y="5434999"/>
                  <a:pt x="3835743" y="5434999"/>
                </a:cubicBezTo>
                <a:lnTo>
                  <a:pt x="3831211" y="5442880"/>
                </a:lnTo>
                <a:cubicBezTo>
                  <a:pt x="3831016" y="5443143"/>
                  <a:pt x="3830422" y="5443340"/>
                  <a:pt x="3830422" y="5443340"/>
                </a:cubicBezTo>
                <a:lnTo>
                  <a:pt x="3821357" y="5443340"/>
                </a:lnTo>
                <a:cubicBezTo>
                  <a:pt x="3821029" y="5443340"/>
                  <a:pt x="3820571" y="5442880"/>
                  <a:pt x="3820571" y="5442880"/>
                </a:cubicBezTo>
                <a:lnTo>
                  <a:pt x="3816037" y="5434999"/>
                </a:lnTo>
                <a:cubicBezTo>
                  <a:pt x="3815906" y="5434736"/>
                  <a:pt x="3816037" y="5434145"/>
                  <a:pt x="3816037" y="5434145"/>
                </a:cubicBezTo>
                <a:lnTo>
                  <a:pt x="3820571" y="5426264"/>
                </a:lnTo>
                <a:cubicBezTo>
                  <a:pt x="3820769" y="5426001"/>
                  <a:pt x="3821357" y="5425804"/>
                  <a:pt x="3821357" y="5425804"/>
                </a:cubicBezTo>
                <a:close/>
                <a:moveTo>
                  <a:pt x="3566988" y="5425804"/>
                </a:moveTo>
                <a:lnTo>
                  <a:pt x="3576051" y="5425804"/>
                </a:lnTo>
                <a:cubicBezTo>
                  <a:pt x="3576380" y="5425804"/>
                  <a:pt x="3576838" y="5426264"/>
                  <a:pt x="3576838" y="5426264"/>
                </a:cubicBezTo>
                <a:lnTo>
                  <a:pt x="3581371" y="5434145"/>
                </a:lnTo>
                <a:cubicBezTo>
                  <a:pt x="3581503" y="5434408"/>
                  <a:pt x="3581371" y="5434999"/>
                  <a:pt x="3581371" y="5434999"/>
                </a:cubicBezTo>
                <a:lnTo>
                  <a:pt x="3576838" y="5442880"/>
                </a:lnTo>
                <a:cubicBezTo>
                  <a:pt x="3576642" y="5443143"/>
                  <a:pt x="3576051" y="5443340"/>
                  <a:pt x="3576051" y="5443340"/>
                </a:cubicBezTo>
                <a:lnTo>
                  <a:pt x="3566988" y="5443340"/>
                </a:lnTo>
                <a:cubicBezTo>
                  <a:pt x="3566658" y="5443340"/>
                  <a:pt x="3566198" y="5442880"/>
                  <a:pt x="3566198" y="5442880"/>
                </a:cubicBezTo>
                <a:lnTo>
                  <a:pt x="3561666" y="5434999"/>
                </a:lnTo>
                <a:cubicBezTo>
                  <a:pt x="3561534" y="5434736"/>
                  <a:pt x="3561666" y="5434145"/>
                  <a:pt x="3561666" y="5434145"/>
                </a:cubicBezTo>
                <a:lnTo>
                  <a:pt x="3566198" y="5426264"/>
                </a:lnTo>
                <a:cubicBezTo>
                  <a:pt x="3566396" y="5426001"/>
                  <a:pt x="3566988" y="5425804"/>
                  <a:pt x="3566988" y="5425804"/>
                </a:cubicBezTo>
                <a:close/>
                <a:moveTo>
                  <a:pt x="3312699" y="5425804"/>
                </a:moveTo>
                <a:lnTo>
                  <a:pt x="3321763" y="5425804"/>
                </a:lnTo>
                <a:cubicBezTo>
                  <a:pt x="3322091" y="5425804"/>
                  <a:pt x="3322551" y="5426264"/>
                  <a:pt x="3322551" y="5426264"/>
                </a:cubicBezTo>
                <a:lnTo>
                  <a:pt x="3327083" y="5434145"/>
                </a:lnTo>
                <a:cubicBezTo>
                  <a:pt x="3327215" y="5434408"/>
                  <a:pt x="3327083" y="5434999"/>
                  <a:pt x="3327083" y="5434999"/>
                </a:cubicBezTo>
                <a:lnTo>
                  <a:pt x="3322551" y="5442880"/>
                </a:lnTo>
                <a:cubicBezTo>
                  <a:pt x="3322354" y="5443143"/>
                  <a:pt x="3321763" y="5443340"/>
                  <a:pt x="3321763" y="5443340"/>
                </a:cubicBezTo>
                <a:lnTo>
                  <a:pt x="3312699" y="5443340"/>
                </a:lnTo>
                <a:cubicBezTo>
                  <a:pt x="3312371" y="5443340"/>
                  <a:pt x="3311911" y="5442880"/>
                  <a:pt x="3311911" y="5442880"/>
                </a:cubicBezTo>
                <a:lnTo>
                  <a:pt x="3307378" y="5434999"/>
                </a:lnTo>
                <a:cubicBezTo>
                  <a:pt x="3307247" y="5434736"/>
                  <a:pt x="3307378" y="5434145"/>
                  <a:pt x="3307378" y="5434145"/>
                </a:cubicBezTo>
                <a:lnTo>
                  <a:pt x="3311911" y="5426264"/>
                </a:lnTo>
                <a:cubicBezTo>
                  <a:pt x="3312106" y="5426001"/>
                  <a:pt x="3312699" y="5425804"/>
                  <a:pt x="3312699" y="5425804"/>
                </a:cubicBezTo>
                <a:close/>
                <a:moveTo>
                  <a:pt x="3058374" y="5425804"/>
                </a:moveTo>
                <a:lnTo>
                  <a:pt x="3067440" y="5425804"/>
                </a:lnTo>
                <a:cubicBezTo>
                  <a:pt x="3067767" y="5425804"/>
                  <a:pt x="3068227" y="5426264"/>
                  <a:pt x="3068227" y="5426264"/>
                </a:cubicBezTo>
                <a:lnTo>
                  <a:pt x="3072759" y="5434145"/>
                </a:lnTo>
                <a:cubicBezTo>
                  <a:pt x="3072890" y="5434408"/>
                  <a:pt x="3072759" y="5434999"/>
                  <a:pt x="3072759" y="5434999"/>
                </a:cubicBezTo>
                <a:lnTo>
                  <a:pt x="3068227" y="5442880"/>
                </a:lnTo>
                <a:cubicBezTo>
                  <a:pt x="3068030" y="5443143"/>
                  <a:pt x="3067440" y="5443340"/>
                  <a:pt x="3067440" y="5443340"/>
                </a:cubicBezTo>
                <a:lnTo>
                  <a:pt x="3058374" y="5443340"/>
                </a:lnTo>
                <a:cubicBezTo>
                  <a:pt x="3058046" y="5443340"/>
                  <a:pt x="3057586" y="5442880"/>
                  <a:pt x="3057586" y="5442880"/>
                </a:cubicBezTo>
                <a:lnTo>
                  <a:pt x="3053055" y="5434999"/>
                </a:lnTo>
                <a:cubicBezTo>
                  <a:pt x="3052922" y="5434736"/>
                  <a:pt x="3053055" y="5434145"/>
                  <a:pt x="3053055" y="5434145"/>
                </a:cubicBezTo>
                <a:lnTo>
                  <a:pt x="3057586" y="5426264"/>
                </a:lnTo>
                <a:cubicBezTo>
                  <a:pt x="3057784" y="5426001"/>
                  <a:pt x="3058374" y="5425804"/>
                  <a:pt x="3058374" y="5425804"/>
                </a:cubicBezTo>
                <a:close/>
                <a:moveTo>
                  <a:pt x="2803884" y="5425804"/>
                </a:moveTo>
                <a:lnTo>
                  <a:pt x="2812947" y="5425804"/>
                </a:lnTo>
                <a:cubicBezTo>
                  <a:pt x="2813276" y="5425804"/>
                  <a:pt x="2813736" y="5426264"/>
                  <a:pt x="2813736" y="5426264"/>
                </a:cubicBezTo>
                <a:lnTo>
                  <a:pt x="2818268" y="5434145"/>
                </a:lnTo>
                <a:cubicBezTo>
                  <a:pt x="2818399" y="5434408"/>
                  <a:pt x="2818268" y="5434999"/>
                  <a:pt x="2818268" y="5434999"/>
                </a:cubicBezTo>
                <a:lnTo>
                  <a:pt x="2813736" y="5442880"/>
                </a:lnTo>
                <a:cubicBezTo>
                  <a:pt x="2813539" y="5443143"/>
                  <a:pt x="2812947" y="5443340"/>
                  <a:pt x="2812947" y="5443340"/>
                </a:cubicBezTo>
                <a:lnTo>
                  <a:pt x="2803884" y="5443340"/>
                </a:lnTo>
                <a:cubicBezTo>
                  <a:pt x="2803555" y="5443340"/>
                  <a:pt x="2803094" y="5442880"/>
                  <a:pt x="2803094" y="5442880"/>
                </a:cubicBezTo>
                <a:lnTo>
                  <a:pt x="2798562" y="5434999"/>
                </a:lnTo>
                <a:cubicBezTo>
                  <a:pt x="2798431" y="5434736"/>
                  <a:pt x="2798562" y="5434145"/>
                  <a:pt x="2798562" y="5434145"/>
                </a:cubicBezTo>
                <a:lnTo>
                  <a:pt x="2803094" y="5426264"/>
                </a:lnTo>
                <a:cubicBezTo>
                  <a:pt x="2803293" y="5426001"/>
                  <a:pt x="2803884" y="5425804"/>
                  <a:pt x="2803884" y="5425804"/>
                </a:cubicBezTo>
                <a:close/>
                <a:moveTo>
                  <a:pt x="2549364" y="5425804"/>
                </a:moveTo>
                <a:lnTo>
                  <a:pt x="2558429" y="5425804"/>
                </a:lnTo>
                <a:cubicBezTo>
                  <a:pt x="2558757" y="5425804"/>
                  <a:pt x="2559217" y="5426264"/>
                  <a:pt x="2559217" y="5426264"/>
                </a:cubicBezTo>
                <a:lnTo>
                  <a:pt x="2563749" y="5434145"/>
                </a:lnTo>
                <a:cubicBezTo>
                  <a:pt x="2563880" y="5434408"/>
                  <a:pt x="2563749" y="5434999"/>
                  <a:pt x="2563749" y="5434999"/>
                </a:cubicBezTo>
                <a:lnTo>
                  <a:pt x="2559217" y="5442880"/>
                </a:lnTo>
                <a:cubicBezTo>
                  <a:pt x="2559020" y="5443143"/>
                  <a:pt x="2558429" y="5443340"/>
                  <a:pt x="2558429" y="5443340"/>
                </a:cubicBezTo>
                <a:lnTo>
                  <a:pt x="2549364" y="5443340"/>
                </a:lnTo>
                <a:cubicBezTo>
                  <a:pt x="2549037" y="5443340"/>
                  <a:pt x="2548576" y="5442880"/>
                  <a:pt x="2548576" y="5442880"/>
                </a:cubicBezTo>
                <a:lnTo>
                  <a:pt x="2544044" y="5434999"/>
                </a:lnTo>
                <a:cubicBezTo>
                  <a:pt x="2543913" y="5434736"/>
                  <a:pt x="2544044" y="5434145"/>
                  <a:pt x="2544044" y="5434145"/>
                </a:cubicBezTo>
                <a:lnTo>
                  <a:pt x="2548576" y="5426264"/>
                </a:lnTo>
                <a:cubicBezTo>
                  <a:pt x="2548773" y="5426001"/>
                  <a:pt x="2549364" y="5425804"/>
                  <a:pt x="2549364" y="5425804"/>
                </a:cubicBezTo>
                <a:close/>
                <a:moveTo>
                  <a:pt x="2040698" y="5425804"/>
                </a:moveTo>
                <a:lnTo>
                  <a:pt x="2049763" y="5425804"/>
                </a:lnTo>
                <a:cubicBezTo>
                  <a:pt x="2050092" y="5425804"/>
                  <a:pt x="2050552" y="5426264"/>
                  <a:pt x="2050552" y="5426264"/>
                </a:cubicBezTo>
                <a:lnTo>
                  <a:pt x="2055083" y="5434145"/>
                </a:lnTo>
                <a:cubicBezTo>
                  <a:pt x="2055214" y="5434408"/>
                  <a:pt x="2055083" y="5434999"/>
                  <a:pt x="2055083" y="5434999"/>
                </a:cubicBezTo>
                <a:lnTo>
                  <a:pt x="2055001" y="5435140"/>
                </a:lnTo>
                <a:lnTo>
                  <a:pt x="2055001" y="5435196"/>
                </a:lnTo>
                <a:lnTo>
                  <a:pt x="2050470" y="5443078"/>
                </a:lnTo>
                <a:cubicBezTo>
                  <a:pt x="2050273" y="5443341"/>
                  <a:pt x="2049682" y="5443537"/>
                  <a:pt x="2049682" y="5443537"/>
                </a:cubicBezTo>
                <a:lnTo>
                  <a:pt x="2040617" y="5443537"/>
                </a:lnTo>
                <a:cubicBezTo>
                  <a:pt x="2040288" y="5443537"/>
                  <a:pt x="2039829" y="5443078"/>
                  <a:pt x="2039829" y="5443078"/>
                </a:cubicBezTo>
                <a:lnTo>
                  <a:pt x="2035297" y="5435196"/>
                </a:lnTo>
                <a:cubicBezTo>
                  <a:pt x="2035166" y="5434933"/>
                  <a:pt x="2035297" y="5434342"/>
                  <a:pt x="2035297" y="5434342"/>
                </a:cubicBezTo>
                <a:lnTo>
                  <a:pt x="2035377" y="5434202"/>
                </a:lnTo>
                <a:lnTo>
                  <a:pt x="2035377" y="5434145"/>
                </a:lnTo>
                <a:lnTo>
                  <a:pt x="2039910" y="5426264"/>
                </a:lnTo>
                <a:cubicBezTo>
                  <a:pt x="2040107" y="5426001"/>
                  <a:pt x="2040698" y="5425804"/>
                  <a:pt x="2040698" y="5425804"/>
                </a:cubicBezTo>
                <a:close/>
                <a:moveTo>
                  <a:pt x="1786299" y="5425804"/>
                </a:moveTo>
                <a:lnTo>
                  <a:pt x="1795363" y="5425804"/>
                </a:lnTo>
                <a:cubicBezTo>
                  <a:pt x="1795692" y="5425804"/>
                  <a:pt x="1796152" y="5426264"/>
                  <a:pt x="1796152" y="5426264"/>
                </a:cubicBezTo>
                <a:lnTo>
                  <a:pt x="1800682" y="5434145"/>
                </a:lnTo>
                <a:lnTo>
                  <a:pt x="1800682" y="5434248"/>
                </a:lnTo>
                <a:lnTo>
                  <a:pt x="1800737" y="5434342"/>
                </a:lnTo>
                <a:cubicBezTo>
                  <a:pt x="1800869" y="5434605"/>
                  <a:pt x="1800737" y="5435196"/>
                  <a:pt x="1800737" y="5435196"/>
                </a:cubicBezTo>
                <a:lnTo>
                  <a:pt x="1796205" y="5443078"/>
                </a:lnTo>
                <a:cubicBezTo>
                  <a:pt x="1796008" y="5443341"/>
                  <a:pt x="1795417" y="5443537"/>
                  <a:pt x="1795417" y="5443537"/>
                </a:cubicBezTo>
                <a:lnTo>
                  <a:pt x="1786353" y="5443537"/>
                </a:lnTo>
                <a:cubicBezTo>
                  <a:pt x="1786026" y="5443537"/>
                  <a:pt x="1785564" y="5443078"/>
                  <a:pt x="1785564" y="5443078"/>
                </a:cubicBezTo>
                <a:lnTo>
                  <a:pt x="1781033" y="5435196"/>
                </a:lnTo>
                <a:lnTo>
                  <a:pt x="1781033" y="5435092"/>
                </a:lnTo>
                <a:lnTo>
                  <a:pt x="1780980" y="5434999"/>
                </a:lnTo>
                <a:cubicBezTo>
                  <a:pt x="1780848" y="5434736"/>
                  <a:pt x="1780980" y="5434145"/>
                  <a:pt x="1780980" y="5434145"/>
                </a:cubicBezTo>
                <a:lnTo>
                  <a:pt x="1785511" y="5426264"/>
                </a:lnTo>
                <a:cubicBezTo>
                  <a:pt x="1785708" y="5426001"/>
                  <a:pt x="1786299" y="5425804"/>
                  <a:pt x="1786299" y="5425804"/>
                </a:cubicBezTo>
                <a:close/>
                <a:moveTo>
                  <a:pt x="1531775" y="5425804"/>
                </a:moveTo>
                <a:lnTo>
                  <a:pt x="1540838" y="5425804"/>
                </a:lnTo>
                <a:cubicBezTo>
                  <a:pt x="1541167" y="5425804"/>
                  <a:pt x="1541627" y="5426264"/>
                  <a:pt x="1541627" y="5426264"/>
                </a:cubicBezTo>
                <a:lnTo>
                  <a:pt x="1546158" y="5434145"/>
                </a:lnTo>
                <a:cubicBezTo>
                  <a:pt x="1546290" y="5434408"/>
                  <a:pt x="1546158" y="5434999"/>
                  <a:pt x="1546158" y="5434999"/>
                </a:cubicBezTo>
                <a:lnTo>
                  <a:pt x="1541627" y="5442880"/>
                </a:lnTo>
                <a:cubicBezTo>
                  <a:pt x="1541430" y="5443143"/>
                  <a:pt x="1540838" y="5443340"/>
                  <a:pt x="1540838" y="5443340"/>
                </a:cubicBezTo>
                <a:lnTo>
                  <a:pt x="1531775" y="5443340"/>
                </a:lnTo>
                <a:cubicBezTo>
                  <a:pt x="1531445" y="5443340"/>
                  <a:pt x="1530987" y="5442880"/>
                  <a:pt x="1530987" y="5442880"/>
                </a:cubicBezTo>
                <a:lnTo>
                  <a:pt x="1526454" y="5434999"/>
                </a:lnTo>
                <a:cubicBezTo>
                  <a:pt x="1526322" y="5434736"/>
                  <a:pt x="1526454" y="5434145"/>
                  <a:pt x="1526454" y="5434145"/>
                </a:cubicBezTo>
                <a:lnTo>
                  <a:pt x="1530987" y="5426264"/>
                </a:lnTo>
                <a:cubicBezTo>
                  <a:pt x="1531184" y="5426001"/>
                  <a:pt x="1531775" y="5425804"/>
                  <a:pt x="1531775" y="5425804"/>
                </a:cubicBezTo>
                <a:close/>
                <a:moveTo>
                  <a:pt x="1277393" y="5425804"/>
                </a:moveTo>
                <a:lnTo>
                  <a:pt x="1286458" y="5425804"/>
                </a:lnTo>
                <a:cubicBezTo>
                  <a:pt x="1286786" y="5425804"/>
                  <a:pt x="1287246" y="5426264"/>
                  <a:pt x="1287246" y="5426264"/>
                </a:cubicBezTo>
                <a:lnTo>
                  <a:pt x="1291778" y="5434145"/>
                </a:lnTo>
                <a:cubicBezTo>
                  <a:pt x="1291909" y="5434408"/>
                  <a:pt x="1291778" y="5434999"/>
                  <a:pt x="1291778" y="5434999"/>
                </a:cubicBezTo>
                <a:lnTo>
                  <a:pt x="1287246" y="5442880"/>
                </a:lnTo>
                <a:cubicBezTo>
                  <a:pt x="1287049" y="5443143"/>
                  <a:pt x="1286458" y="5443340"/>
                  <a:pt x="1286458" y="5443340"/>
                </a:cubicBezTo>
                <a:lnTo>
                  <a:pt x="1277393" y="5443340"/>
                </a:lnTo>
                <a:cubicBezTo>
                  <a:pt x="1277066" y="5443340"/>
                  <a:pt x="1276605" y="5442880"/>
                  <a:pt x="1276605" y="5442880"/>
                </a:cubicBezTo>
                <a:lnTo>
                  <a:pt x="1272073" y="5434999"/>
                </a:lnTo>
                <a:cubicBezTo>
                  <a:pt x="1271942" y="5434736"/>
                  <a:pt x="1272073" y="5434145"/>
                  <a:pt x="1272073" y="5434145"/>
                </a:cubicBezTo>
                <a:lnTo>
                  <a:pt x="1276605" y="5426264"/>
                </a:lnTo>
                <a:cubicBezTo>
                  <a:pt x="1276802" y="5426001"/>
                  <a:pt x="1277393" y="5425804"/>
                  <a:pt x="1277393" y="5425804"/>
                </a:cubicBezTo>
                <a:close/>
                <a:moveTo>
                  <a:pt x="1023014" y="5425804"/>
                </a:moveTo>
                <a:lnTo>
                  <a:pt x="1032077" y="5425804"/>
                </a:lnTo>
                <a:cubicBezTo>
                  <a:pt x="1032405" y="5425804"/>
                  <a:pt x="1032865" y="5426264"/>
                  <a:pt x="1032865" y="5426264"/>
                </a:cubicBezTo>
                <a:lnTo>
                  <a:pt x="1037397" y="5434145"/>
                </a:lnTo>
                <a:cubicBezTo>
                  <a:pt x="1037528" y="5434408"/>
                  <a:pt x="1037397" y="5434999"/>
                  <a:pt x="1037397" y="5434999"/>
                </a:cubicBezTo>
                <a:lnTo>
                  <a:pt x="1032865" y="5442880"/>
                </a:lnTo>
                <a:cubicBezTo>
                  <a:pt x="1032668" y="5443143"/>
                  <a:pt x="1032077" y="5443340"/>
                  <a:pt x="1032077" y="5443340"/>
                </a:cubicBezTo>
                <a:lnTo>
                  <a:pt x="1023014" y="5443340"/>
                </a:lnTo>
                <a:cubicBezTo>
                  <a:pt x="1022684" y="5443340"/>
                  <a:pt x="1022225" y="5442880"/>
                  <a:pt x="1022225" y="5442880"/>
                </a:cubicBezTo>
                <a:lnTo>
                  <a:pt x="1017692" y="5434999"/>
                </a:lnTo>
                <a:cubicBezTo>
                  <a:pt x="1017561" y="5434736"/>
                  <a:pt x="1017692" y="5434145"/>
                  <a:pt x="1017692" y="5434145"/>
                </a:cubicBezTo>
                <a:lnTo>
                  <a:pt x="1022225" y="5426264"/>
                </a:lnTo>
                <a:cubicBezTo>
                  <a:pt x="1022422" y="5426001"/>
                  <a:pt x="1023014" y="5425804"/>
                  <a:pt x="1023014" y="5425804"/>
                </a:cubicBezTo>
                <a:close/>
                <a:moveTo>
                  <a:pt x="768566" y="5425804"/>
                </a:moveTo>
                <a:lnTo>
                  <a:pt x="777630" y="5425804"/>
                </a:lnTo>
                <a:cubicBezTo>
                  <a:pt x="777958" y="5425804"/>
                  <a:pt x="778418" y="5426264"/>
                  <a:pt x="778418" y="5426264"/>
                </a:cubicBezTo>
                <a:lnTo>
                  <a:pt x="782949" y="5434145"/>
                </a:lnTo>
                <a:cubicBezTo>
                  <a:pt x="783081" y="5434408"/>
                  <a:pt x="782949" y="5434999"/>
                  <a:pt x="782949" y="5434999"/>
                </a:cubicBezTo>
                <a:lnTo>
                  <a:pt x="778418" y="5442880"/>
                </a:lnTo>
                <a:cubicBezTo>
                  <a:pt x="778221" y="5443143"/>
                  <a:pt x="777630" y="5443340"/>
                  <a:pt x="777630" y="5443340"/>
                </a:cubicBezTo>
                <a:lnTo>
                  <a:pt x="768566" y="5443340"/>
                </a:lnTo>
                <a:cubicBezTo>
                  <a:pt x="768237" y="5443340"/>
                  <a:pt x="767778" y="5442880"/>
                  <a:pt x="767778" y="5442880"/>
                </a:cubicBezTo>
                <a:lnTo>
                  <a:pt x="763245" y="5434999"/>
                </a:lnTo>
                <a:cubicBezTo>
                  <a:pt x="763113" y="5434736"/>
                  <a:pt x="763245" y="5434145"/>
                  <a:pt x="763245" y="5434145"/>
                </a:cubicBezTo>
                <a:lnTo>
                  <a:pt x="767778" y="5426264"/>
                </a:lnTo>
                <a:cubicBezTo>
                  <a:pt x="767975" y="5426001"/>
                  <a:pt x="768566" y="5425804"/>
                  <a:pt x="768566" y="5425804"/>
                </a:cubicBezTo>
                <a:close/>
                <a:moveTo>
                  <a:pt x="514185" y="5425804"/>
                </a:moveTo>
                <a:lnTo>
                  <a:pt x="523249" y="5425804"/>
                </a:lnTo>
                <a:cubicBezTo>
                  <a:pt x="523577" y="5425804"/>
                  <a:pt x="524037" y="5426264"/>
                  <a:pt x="524037" y="5426264"/>
                </a:cubicBezTo>
                <a:lnTo>
                  <a:pt x="528569" y="5434145"/>
                </a:lnTo>
                <a:cubicBezTo>
                  <a:pt x="528700" y="5434408"/>
                  <a:pt x="528569" y="5434999"/>
                  <a:pt x="528569" y="5434999"/>
                </a:cubicBezTo>
                <a:lnTo>
                  <a:pt x="524037" y="5442880"/>
                </a:lnTo>
                <a:cubicBezTo>
                  <a:pt x="523840" y="5443143"/>
                  <a:pt x="523249" y="5443340"/>
                  <a:pt x="523249" y="5443340"/>
                </a:cubicBezTo>
                <a:lnTo>
                  <a:pt x="514185" y="5443340"/>
                </a:lnTo>
                <a:cubicBezTo>
                  <a:pt x="513856" y="5443340"/>
                  <a:pt x="513397" y="5442880"/>
                  <a:pt x="513397" y="5442880"/>
                </a:cubicBezTo>
                <a:lnTo>
                  <a:pt x="508864" y="5434999"/>
                </a:lnTo>
                <a:cubicBezTo>
                  <a:pt x="508733" y="5434736"/>
                  <a:pt x="508864" y="5434145"/>
                  <a:pt x="508864" y="5434145"/>
                </a:cubicBezTo>
                <a:lnTo>
                  <a:pt x="513397" y="5426264"/>
                </a:lnTo>
                <a:cubicBezTo>
                  <a:pt x="513594" y="5426001"/>
                  <a:pt x="514185" y="5425804"/>
                  <a:pt x="514185" y="5425804"/>
                </a:cubicBezTo>
                <a:close/>
                <a:moveTo>
                  <a:pt x="259890" y="5425804"/>
                </a:moveTo>
                <a:lnTo>
                  <a:pt x="268954" y="5425804"/>
                </a:lnTo>
                <a:cubicBezTo>
                  <a:pt x="269282" y="5425804"/>
                  <a:pt x="269742" y="5426264"/>
                  <a:pt x="269742" y="5426264"/>
                </a:cubicBezTo>
                <a:lnTo>
                  <a:pt x="274273" y="5434145"/>
                </a:lnTo>
                <a:cubicBezTo>
                  <a:pt x="274405" y="5434408"/>
                  <a:pt x="274273" y="5434999"/>
                  <a:pt x="274273" y="5434999"/>
                </a:cubicBezTo>
                <a:lnTo>
                  <a:pt x="274187" y="5435148"/>
                </a:lnTo>
                <a:lnTo>
                  <a:pt x="274187" y="5435196"/>
                </a:lnTo>
                <a:lnTo>
                  <a:pt x="269655" y="5443078"/>
                </a:lnTo>
                <a:cubicBezTo>
                  <a:pt x="269458" y="5443341"/>
                  <a:pt x="268867" y="5443537"/>
                  <a:pt x="268867" y="5443537"/>
                </a:cubicBezTo>
                <a:lnTo>
                  <a:pt x="259804" y="5443537"/>
                </a:lnTo>
                <a:cubicBezTo>
                  <a:pt x="259474" y="5443537"/>
                  <a:pt x="259014" y="5443078"/>
                  <a:pt x="259014" y="5443078"/>
                </a:cubicBezTo>
                <a:lnTo>
                  <a:pt x="254482" y="5435196"/>
                </a:lnTo>
                <a:cubicBezTo>
                  <a:pt x="254351" y="5434933"/>
                  <a:pt x="254482" y="5434342"/>
                  <a:pt x="254482" y="5434342"/>
                </a:cubicBezTo>
                <a:lnTo>
                  <a:pt x="254569" y="5434192"/>
                </a:lnTo>
                <a:lnTo>
                  <a:pt x="254569" y="5434145"/>
                </a:lnTo>
                <a:lnTo>
                  <a:pt x="259101" y="5426264"/>
                </a:lnTo>
                <a:cubicBezTo>
                  <a:pt x="259298" y="5426001"/>
                  <a:pt x="259890" y="5425804"/>
                  <a:pt x="259890" y="5425804"/>
                </a:cubicBezTo>
                <a:close/>
                <a:moveTo>
                  <a:pt x="5475" y="5425804"/>
                </a:moveTo>
                <a:lnTo>
                  <a:pt x="14539" y="5425804"/>
                </a:lnTo>
                <a:cubicBezTo>
                  <a:pt x="14867" y="5425804"/>
                  <a:pt x="15327" y="5426264"/>
                  <a:pt x="15327" y="5426264"/>
                </a:cubicBezTo>
                <a:lnTo>
                  <a:pt x="19859" y="5434145"/>
                </a:lnTo>
                <a:cubicBezTo>
                  <a:pt x="19990" y="5434408"/>
                  <a:pt x="19859" y="5434999"/>
                  <a:pt x="19859" y="5434999"/>
                </a:cubicBezTo>
                <a:lnTo>
                  <a:pt x="19794" y="5435110"/>
                </a:lnTo>
                <a:lnTo>
                  <a:pt x="19794" y="5435196"/>
                </a:lnTo>
                <a:lnTo>
                  <a:pt x="15262" y="5443078"/>
                </a:lnTo>
                <a:cubicBezTo>
                  <a:pt x="15066" y="5443341"/>
                  <a:pt x="14474" y="5443537"/>
                  <a:pt x="14474" y="5443537"/>
                </a:cubicBezTo>
                <a:lnTo>
                  <a:pt x="5411" y="5443537"/>
                </a:lnTo>
                <a:cubicBezTo>
                  <a:pt x="5082" y="5443537"/>
                  <a:pt x="4623" y="5443078"/>
                  <a:pt x="4623" y="5443078"/>
                </a:cubicBezTo>
                <a:lnTo>
                  <a:pt x="90" y="5435196"/>
                </a:lnTo>
                <a:cubicBezTo>
                  <a:pt x="-42" y="5434933"/>
                  <a:pt x="90" y="5434342"/>
                  <a:pt x="90" y="5434342"/>
                </a:cubicBezTo>
                <a:lnTo>
                  <a:pt x="154" y="5434229"/>
                </a:lnTo>
                <a:lnTo>
                  <a:pt x="154" y="5434145"/>
                </a:lnTo>
                <a:lnTo>
                  <a:pt x="4686" y="5426264"/>
                </a:lnTo>
                <a:cubicBezTo>
                  <a:pt x="4883" y="5426001"/>
                  <a:pt x="5475" y="5425804"/>
                  <a:pt x="5475" y="5425804"/>
                </a:cubicBezTo>
                <a:close/>
                <a:moveTo>
                  <a:pt x="10435622" y="5208795"/>
                </a:moveTo>
                <a:lnTo>
                  <a:pt x="10444686" y="5208795"/>
                </a:lnTo>
                <a:cubicBezTo>
                  <a:pt x="10445015" y="5208795"/>
                  <a:pt x="10445474" y="5209255"/>
                  <a:pt x="10445474" y="5209255"/>
                </a:cubicBezTo>
                <a:lnTo>
                  <a:pt x="10450007" y="5217136"/>
                </a:lnTo>
                <a:cubicBezTo>
                  <a:pt x="10450138" y="5217399"/>
                  <a:pt x="10450007" y="5217990"/>
                  <a:pt x="10450007" y="5217990"/>
                </a:cubicBezTo>
                <a:lnTo>
                  <a:pt x="10445474" y="5225873"/>
                </a:lnTo>
                <a:cubicBezTo>
                  <a:pt x="10445278" y="5226135"/>
                  <a:pt x="10444686" y="5226332"/>
                  <a:pt x="10444686" y="5226332"/>
                </a:cubicBezTo>
                <a:lnTo>
                  <a:pt x="10435622" y="5226332"/>
                </a:lnTo>
                <a:cubicBezTo>
                  <a:pt x="10435295" y="5226332"/>
                  <a:pt x="10434834" y="5225873"/>
                  <a:pt x="10434834" y="5225873"/>
                </a:cubicBezTo>
                <a:lnTo>
                  <a:pt x="10430302" y="5217990"/>
                </a:lnTo>
                <a:cubicBezTo>
                  <a:pt x="10430171" y="5217727"/>
                  <a:pt x="10430302" y="5217136"/>
                  <a:pt x="10430302" y="5217136"/>
                </a:cubicBezTo>
                <a:lnTo>
                  <a:pt x="10434834" y="5209255"/>
                </a:lnTo>
                <a:cubicBezTo>
                  <a:pt x="10435031" y="5208992"/>
                  <a:pt x="10435622" y="5208795"/>
                  <a:pt x="10435622" y="5208795"/>
                </a:cubicBezTo>
                <a:close/>
                <a:moveTo>
                  <a:pt x="10181242" y="5208795"/>
                </a:moveTo>
                <a:lnTo>
                  <a:pt x="10190305" y="5208795"/>
                </a:lnTo>
                <a:cubicBezTo>
                  <a:pt x="10190635" y="5208795"/>
                  <a:pt x="10191093" y="5209255"/>
                  <a:pt x="10191093" y="5209255"/>
                </a:cubicBezTo>
                <a:lnTo>
                  <a:pt x="10195626" y="5217136"/>
                </a:lnTo>
                <a:cubicBezTo>
                  <a:pt x="10195758" y="5217399"/>
                  <a:pt x="10195626" y="5217990"/>
                  <a:pt x="10195626" y="5217990"/>
                </a:cubicBezTo>
                <a:lnTo>
                  <a:pt x="10191093" y="5225873"/>
                </a:lnTo>
                <a:cubicBezTo>
                  <a:pt x="10190896" y="5226135"/>
                  <a:pt x="10190305" y="5226332"/>
                  <a:pt x="10190305" y="5226332"/>
                </a:cubicBezTo>
                <a:lnTo>
                  <a:pt x="10181242" y="5226332"/>
                </a:lnTo>
                <a:cubicBezTo>
                  <a:pt x="10180914" y="5226332"/>
                  <a:pt x="10180453" y="5225873"/>
                  <a:pt x="10180453" y="5225873"/>
                </a:cubicBezTo>
                <a:lnTo>
                  <a:pt x="10175922" y="5217990"/>
                </a:lnTo>
                <a:cubicBezTo>
                  <a:pt x="10175790" y="5217727"/>
                  <a:pt x="10175922" y="5217136"/>
                  <a:pt x="10175922" y="5217136"/>
                </a:cubicBezTo>
                <a:lnTo>
                  <a:pt x="10180453" y="5209255"/>
                </a:lnTo>
                <a:cubicBezTo>
                  <a:pt x="10180650" y="5208992"/>
                  <a:pt x="10181242" y="5208795"/>
                  <a:pt x="10181242" y="5208795"/>
                </a:cubicBezTo>
                <a:close/>
                <a:moveTo>
                  <a:pt x="9926861" y="5208795"/>
                </a:moveTo>
                <a:lnTo>
                  <a:pt x="9935924" y="5208795"/>
                </a:lnTo>
                <a:cubicBezTo>
                  <a:pt x="9936254" y="5208795"/>
                  <a:pt x="9936713" y="5209255"/>
                  <a:pt x="9936713" y="5209255"/>
                </a:cubicBezTo>
                <a:lnTo>
                  <a:pt x="9941246" y="5217136"/>
                </a:lnTo>
                <a:cubicBezTo>
                  <a:pt x="9941376" y="5217399"/>
                  <a:pt x="9941246" y="5217990"/>
                  <a:pt x="9941246" y="5217990"/>
                </a:cubicBezTo>
                <a:lnTo>
                  <a:pt x="9936713" y="5225873"/>
                </a:lnTo>
                <a:cubicBezTo>
                  <a:pt x="9936516" y="5226135"/>
                  <a:pt x="9935924" y="5226332"/>
                  <a:pt x="9935924" y="5226332"/>
                </a:cubicBezTo>
                <a:lnTo>
                  <a:pt x="9926861" y="5226332"/>
                </a:lnTo>
                <a:cubicBezTo>
                  <a:pt x="9926532" y="5226332"/>
                  <a:pt x="9926073" y="5225873"/>
                  <a:pt x="9926073" y="5225873"/>
                </a:cubicBezTo>
                <a:lnTo>
                  <a:pt x="9921541" y="5217990"/>
                </a:lnTo>
                <a:cubicBezTo>
                  <a:pt x="9921410" y="5217727"/>
                  <a:pt x="9921541" y="5217136"/>
                  <a:pt x="9921541" y="5217136"/>
                </a:cubicBezTo>
                <a:lnTo>
                  <a:pt x="9926073" y="5209255"/>
                </a:lnTo>
                <a:cubicBezTo>
                  <a:pt x="9926270" y="5208992"/>
                  <a:pt x="9926861" y="5208795"/>
                  <a:pt x="9926861" y="5208795"/>
                </a:cubicBezTo>
                <a:close/>
                <a:moveTo>
                  <a:pt x="9672481" y="5208795"/>
                </a:moveTo>
                <a:lnTo>
                  <a:pt x="9681545" y="5208795"/>
                </a:lnTo>
                <a:cubicBezTo>
                  <a:pt x="9681872" y="5208795"/>
                  <a:pt x="9682333" y="5209255"/>
                  <a:pt x="9682333" y="5209255"/>
                </a:cubicBezTo>
                <a:lnTo>
                  <a:pt x="9686865" y="5217136"/>
                </a:lnTo>
                <a:cubicBezTo>
                  <a:pt x="9686996" y="5217399"/>
                  <a:pt x="9686865" y="5217990"/>
                  <a:pt x="9686865" y="5217990"/>
                </a:cubicBezTo>
                <a:lnTo>
                  <a:pt x="9682333" y="5225873"/>
                </a:lnTo>
                <a:cubicBezTo>
                  <a:pt x="9682136" y="5226135"/>
                  <a:pt x="9681545" y="5226332"/>
                  <a:pt x="9681545" y="5226332"/>
                </a:cubicBezTo>
                <a:lnTo>
                  <a:pt x="9672481" y="5226332"/>
                </a:lnTo>
                <a:cubicBezTo>
                  <a:pt x="9672152" y="5226332"/>
                  <a:pt x="9671693" y="5225873"/>
                  <a:pt x="9671693" y="5225873"/>
                </a:cubicBezTo>
                <a:lnTo>
                  <a:pt x="9667160" y="5217990"/>
                </a:lnTo>
                <a:cubicBezTo>
                  <a:pt x="9667030" y="5217727"/>
                  <a:pt x="9667160" y="5217136"/>
                  <a:pt x="9667160" y="5217136"/>
                </a:cubicBezTo>
                <a:lnTo>
                  <a:pt x="9671693" y="5209255"/>
                </a:lnTo>
                <a:cubicBezTo>
                  <a:pt x="9671890" y="5208992"/>
                  <a:pt x="9672481" y="5208795"/>
                  <a:pt x="9672481" y="5208795"/>
                </a:cubicBezTo>
                <a:close/>
                <a:moveTo>
                  <a:pt x="9418035" y="5208795"/>
                </a:moveTo>
                <a:lnTo>
                  <a:pt x="9427099" y="5208795"/>
                </a:lnTo>
                <a:cubicBezTo>
                  <a:pt x="9427427" y="5208795"/>
                  <a:pt x="9427887" y="5209255"/>
                  <a:pt x="9427887" y="5209255"/>
                </a:cubicBezTo>
                <a:lnTo>
                  <a:pt x="9432419" y="5217136"/>
                </a:lnTo>
                <a:cubicBezTo>
                  <a:pt x="9432550" y="5217399"/>
                  <a:pt x="9432419" y="5217990"/>
                  <a:pt x="9432419" y="5217990"/>
                </a:cubicBezTo>
                <a:lnTo>
                  <a:pt x="9427887" y="5225873"/>
                </a:lnTo>
                <a:cubicBezTo>
                  <a:pt x="9427690" y="5226135"/>
                  <a:pt x="9427099" y="5226332"/>
                  <a:pt x="9427099" y="5226332"/>
                </a:cubicBezTo>
                <a:lnTo>
                  <a:pt x="9418035" y="5226332"/>
                </a:lnTo>
                <a:cubicBezTo>
                  <a:pt x="9417707" y="5226332"/>
                  <a:pt x="9417247" y="5225873"/>
                  <a:pt x="9417247" y="5225873"/>
                </a:cubicBezTo>
                <a:lnTo>
                  <a:pt x="9412714" y="5217990"/>
                </a:lnTo>
                <a:cubicBezTo>
                  <a:pt x="9412583" y="5217727"/>
                  <a:pt x="9412714" y="5217136"/>
                  <a:pt x="9412714" y="5217136"/>
                </a:cubicBezTo>
                <a:lnTo>
                  <a:pt x="9417247" y="5209255"/>
                </a:lnTo>
                <a:cubicBezTo>
                  <a:pt x="9417444" y="5208992"/>
                  <a:pt x="9418035" y="5208795"/>
                  <a:pt x="9418035" y="5208795"/>
                </a:cubicBezTo>
                <a:close/>
                <a:moveTo>
                  <a:pt x="9163654" y="5208795"/>
                </a:moveTo>
                <a:lnTo>
                  <a:pt x="9172718" y="5208795"/>
                </a:lnTo>
                <a:cubicBezTo>
                  <a:pt x="9173046" y="5208795"/>
                  <a:pt x="9173506" y="5209255"/>
                  <a:pt x="9173506" y="5209255"/>
                </a:cubicBezTo>
                <a:lnTo>
                  <a:pt x="9178038" y="5217136"/>
                </a:lnTo>
                <a:cubicBezTo>
                  <a:pt x="9178169" y="5217399"/>
                  <a:pt x="9178038" y="5217990"/>
                  <a:pt x="9178038" y="5217990"/>
                </a:cubicBezTo>
                <a:lnTo>
                  <a:pt x="9173506" y="5225873"/>
                </a:lnTo>
                <a:cubicBezTo>
                  <a:pt x="9173309" y="5226135"/>
                  <a:pt x="9172718" y="5226332"/>
                  <a:pt x="9172718" y="5226332"/>
                </a:cubicBezTo>
                <a:lnTo>
                  <a:pt x="9163654" y="5226332"/>
                </a:lnTo>
                <a:cubicBezTo>
                  <a:pt x="9163326" y="5226332"/>
                  <a:pt x="9162866" y="5225873"/>
                  <a:pt x="9162866" y="5225873"/>
                </a:cubicBezTo>
                <a:lnTo>
                  <a:pt x="9158333" y="5217990"/>
                </a:lnTo>
                <a:cubicBezTo>
                  <a:pt x="9158202" y="5217727"/>
                  <a:pt x="9158333" y="5217136"/>
                  <a:pt x="9158333" y="5217136"/>
                </a:cubicBezTo>
                <a:lnTo>
                  <a:pt x="9162866" y="5209255"/>
                </a:lnTo>
                <a:cubicBezTo>
                  <a:pt x="9163062" y="5208992"/>
                  <a:pt x="9163654" y="5208795"/>
                  <a:pt x="9163654" y="5208795"/>
                </a:cubicBezTo>
                <a:close/>
                <a:moveTo>
                  <a:pt x="8909274" y="5208795"/>
                </a:moveTo>
                <a:lnTo>
                  <a:pt x="8918336" y="5208795"/>
                </a:lnTo>
                <a:cubicBezTo>
                  <a:pt x="8918666" y="5208795"/>
                  <a:pt x="8919125" y="5209255"/>
                  <a:pt x="8919125" y="5209255"/>
                </a:cubicBezTo>
                <a:lnTo>
                  <a:pt x="8923657" y="5217136"/>
                </a:lnTo>
                <a:cubicBezTo>
                  <a:pt x="8923789" y="5217399"/>
                  <a:pt x="8923657" y="5217990"/>
                  <a:pt x="8923657" y="5217990"/>
                </a:cubicBezTo>
                <a:lnTo>
                  <a:pt x="8919125" y="5225873"/>
                </a:lnTo>
                <a:cubicBezTo>
                  <a:pt x="8918928" y="5226135"/>
                  <a:pt x="8918336" y="5226332"/>
                  <a:pt x="8918336" y="5226332"/>
                </a:cubicBezTo>
                <a:lnTo>
                  <a:pt x="8909274" y="5226332"/>
                </a:lnTo>
                <a:cubicBezTo>
                  <a:pt x="8908945" y="5226332"/>
                  <a:pt x="8908484" y="5225873"/>
                  <a:pt x="8908484" y="5225873"/>
                </a:cubicBezTo>
                <a:lnTo>
                  <a:pt x="8903953" y="5217990"/>
                </a:lnTo>
                <a:cubicBezTo>
                  <a:pt x="8903821" y="5217727"/>
                  <a:pt x="8903953" y="5217136"/>
                  <a:pt x="8903953" y="5217136"/>
                </a:cubicBezTo>
                <a:lnTo>
                  <a:pt x="8908484" y="5209255"/>
                </a:lnTo>
                <a:cubicBezTo>
                  <a:pt x="8908681" y="5208992"/>
                  <a:pt x="8909274" y="5208795"/>
                  <a:pt x="8909274" y="5208795"/>
                </a:cubicBezTo>
                <a:close/>
                <a:moveTo>
                  <a:pt x="8654892" y="5208795"/>
                </a:moveTo>
                <a:lnTo>
                  <a:pt x="8663955" y="5208795"/>
                </a:lnTo>
                <a:cubicBezTo>
                  <a:pt x="8664285" y="5208795"/>
                  <a:pt x="8664744" y="5209255"/>
                  <a:pt x="8664744" y="5209255"/>
                </a:cubicBezTo>
                <a:lnTo>
                  <a:pt x="8669277" y="5217136"/>
                </a:lnTo>
                <a:cubicBezTo>
                  <a:pt x="8669408" y="5217399"/>
                  <a:pt x="8669277" y="5217990"/>
                  <a:pt x="8669277" y="5217990"/>
                </a:cubicBezTo>
                <a:lnTo>
                  <a:pt x="8664744" y="5225873"/>
                </a:lnTo>
                <a:cubicBezTo>
                  <a:pt x="8664548" y="5226135"/>
                  <a:pt x="8663955" y="5226332"/>
                  <a:pt x="8663955" y="5226332"/>
                </a:cubicBezTo>
                <a:lnTo>
                  <a:pt x="8654892" y="5226332"/>
                </a:lnTo>
                <a:cubicBezTo>
                  <a:pt x="8654565" y="5226332"/>
                  <a:pt x="8654104" y="5225873"/>
                  <a:pt x="8654104" y="5225873"/>
                </a:cubicBezTo>
                <a:lnTo>
                  <a:pt x="8649572" y="5217990"/>
                </a:lnTo>
                <a:cubicBezTo>
                  <a:pt x="8649441" y="5217727"/>
                  <a:pt x="8649572" y="5217136"/>
                  <a:pt x="8649572" y="5217136"/>
                </a:cubicBezTo>
                <a:lnTo>
                  <a:pt x="8654104" y="5209255"/>
                </a:lnTo>
                <a:cubicBezTo>
                  <a:pt x="8654301" y="5208992"/>
                  <a:pt x="8654892" y="5208795"/>
                  <a:pt x="8654892" y="5208795"/>
                </a:cubicBezTo>
                <a:close/>
                <a:moveTo>
                  <a:pt x="8400511" y="5208795"/>
                </a:moveTo>
                <a:lnTo>
                  <a:pt x="8409575" y="5208795"/>
                </a:lnTo>
                <a:cubicBezTo>
                  <a:pt x="8409904" y="5208795"/>
                  <a:pt x="8410363" y="5209255"/>
                  <a:pt x="8410363" y="5209255"/>
                </a:cubicBezTo>
                <a:lnTo>
                  <a:pt x="8414896" y="5217136"/>
                </a:lnTo>
                <a:cubicBezTo>
                  <a:pt x="8415027" y="5217399"/>
                  <a:pt x="8414896" y="5217990"/>
                  <a:pt x="8414896" y="5217990"/>
                </a:cubicBezTo>
                <a:lnTo>
                  <a:pt x="8410363" y="5225873"/>
                </a:lnTo>
                <a:cubicBezTo>
                  <a:pt x="8410166" y="5226135"/>
                  <a:pt x="8409575" y="5226332"/>
                  <a:pt x="8409575" y="5226332"/>
                </a:cubicBezTo>
                <a:lnTo>
                  <a:pt x="8400511" y="5226332"/>
                </a:lnTo>
                <a:cubicBezTo>
                  <a:pt x="8400184" y="5226332"/>
                  <a:pt x="8399723" y="5225873"/>
                  <a:pt x="8399723" y="5225873"/>
                </a:cubicBezTo>
                <a:lnTo>
                  <a:pt x="8395191" y="5217990"/>
                </a:lnTo>
                <a:cubicBezTo>
                  <a:pt x="8395060" y="5217727"/>
                  <a:pt x="8395191" y="5217136"/>
                  <a:pt x="8395191" y="5217136"/>
                </a:cubicBezTo>
                <a:lnTo>
                  <a:pt x="8399723" y="5209255"/>
                </a:lnTo>
                <a:cubicBezTo>
                  <a:pt x="8399920" y="5208992"/>
                  <a:pt x="8400511" y="5208795"/>
                  <a:pt x="8400511" y="5208795"/>
                </a:cubicBezTo>
                <a:close/>
                <a:moveTo>
                  <a:pt x="8146065" y="5208795"/>
                </a:moveTo>
                <a:lnTo>
                  <a:pt x="8155129" y="5208795"/>
                </a:lnTo>
                <a:cubicBezTo>
                  <a:pt x="8155458" y="5208795"/>
                  <a:pt x="8155917" y="5209255"/>
                  <a:pt x="8155917" y="5209255"/>
                </a:cubicBezTo>
                <a:lnTo>
                  <a:pt x="8160449" y="5217136"/>
                </a:lnTo>
                <a:cubicBezTo>
                  <a:pt x="8160580" y="5217399"/>
                  <a:pt x="8160449" y="5217990"/>
                  <a:pt x="8160449" y="5217990"/>
                </a:cubicBezTo>
                <a:lnTo>
                  <a:pt x="8155917" y="5225873"/>
                </a:lnTo>
                <a:cubicBezTo>
                  <a:pt x="8155719" y="5226135"/>
                  <a:pt x="8155129" y="5226332"/>
                  <a:pt x="8155129" y="5226332"/>
                </a:cubicBezTo>
                <a:lnTo>
                  <a:pt x="8146065" y="5226332"/>
                </a:lnTo>
                <a:cubicBezTo>
                  <a:pt x="8145737" y="5226332"/>
                  <a:pt x="8145277" y="5225873"/>
                  <a:pt x="8145277" y="5225873"/>
                </a:cubicBezTo>
                <a:lnTo>
                  <a:pt x="8140745" y="5217990"/>
                </a:lnTo>
                <a:cubicBezTo>
                  <a:pt x="8140613" y="5217727"/>
                  <a:pt x="8140745" y="5217136"/>
                  <a:pt x="8140745" y="5217136"/>
                </a:cubicBezTo>
                <a:lnTo>
                  <a:pt x="8145277" y="5209255"/>
                </a:lnTo>
                <a:cubicBezTo>
                  <a:pt x="8145474" y="5208992"/>
                  <a:pt x="8146065" y="5208795"/>
                  <a:pt x="8146065" y="5208795"/>
                </a:cubicBezTo>
                <a:close/>
                <a:moveTo>
                  <a:pt x="7891684" y="5208795"/>
                </a:moveTo>
                <a:lnTo>
                  <a:pt x="7900748" y="5208795"/>
                </a:lnTo>
                <a:cubicBezTo>
                  <a:pt x="7901076" y="5208795"/>
                  <a:pt x="7901536" y="5209255"/>
                  <a:pt x="7901536" y="5209255"/>
                </a:cubicBezTo>
                <a:lnTo>
                  <a:pt x="7906067" y="5217136"/>
                </a:lnTo>
                <a:cubicBezTo>
                  <a:pt x="7906199" y="5217399"/>
                  <a:pt x="7906067" y="5217990"/>
                  <a:pt x="7906067" y="5217990"/>
                </a:cubicBezTo>
                <a:lnTo>
                  <a:pt x="7901536" y="5225873"/>
                </a:lnTo>
                <a:cubicBezTo>
                  <a:pt x="7901339" y="5226135"/>
                  <a:pt x="7900748" y="5226332"/>
                  <a:pt x="7900748" y="5226332"/>
                </a:cubicBezTo>
                <a:lnTo>
                  <a:pt x="7891684" y="5226332"/>
                </a:lnTo>
                <a:cubicBezTo>
                  <a:pt x="7891355" y="5226332"/>
                  <a:pt x="7890896" y="5225873"/>
                  <a:pt x="7890896" y="5225873"/>
                </a:cubicBezTo>
                <a:lnTo>
                  <a:pt x="7886363" y="5217990"/>
                </a:lnTo>
                <a:cubicBezTo>
                  <a:pt x="7886233" y="5217727"/>
                  <a:pt x="7886363" y="5217136"/>
                  <a:pt x="7886363" y="5217136"/>
                </a:cubicBezTo>
                <a:lnTo>
                  <a:pt x="7890896" y="5209255"/>
                </a:lnTo>
                <a:cubicBezTo>
                  <a:pt x="7891093" y="5208992"/>
                  <a:pt x="7891684" y="5208795"/>
                  <a:pt x="7891684" y="5208795"/>
                </a:cubicBezTo>
                <a:close/>
                <a:moveTo>
                  <a:pt x="7637304" y="5208795"/>
                </a:moveTo>
                <a:lnTo>
                  <a:pt x="7646367" y="5208795"/>
                </a:lnTo>
                <a:cubicBezTo>
                  <a:pt x="7646696" y="5208795"/>
                  <a:pt x="7647156" y="5209255"/>
                  <a:pt x="7647156" y="5209255"/>
                </a:cubicBezTo>
                <a:lnTo>
                  <a:pt x="7651687" y="5217136"/>
                </a:lnTo>
                <a:cubicBezTo>
                  <a:pt x="7651819" y="5217399"/>
                  <a:pt x="7651687" y="5217990"/>
                  <a:pt x="7651687" y="5217990"/>
                </a:cubicBezTo>
                <a:lnTo>
                  <a:pt x="7647156" y="5225873"/>
                </a:lnTo>
                <a:cubicBezTo>
                  <a:pt x="7646958" y="5226135"/>
                  <a:pt x="7646367" y="5226332"/>
                  <a:pt x="7646367" y="5226332"/>
                </a:cubicBezTo>
                <a:lnTo>
                  <a:pt x="7637304" y="5226332"/>
                </a:lnTo>
                <a:cubicBezTo>
                  <a:pt x="7636975" y="5226332"/>
                  <a:pt x="7636516" y="5225873"/>
                  <a:pt x="7636516" y="5225873"/>
                </a:cubicBezTo>
                <a:lnTo>
                  <a:pt x="7631983" y="5217990"/>
                </a:lnTo>
                <a:cubicBezTo>
                  <a:pt x="7631851" y="5217727"/>
                  <a:pt x="7631983" y="5217136"/>
                  <a:pt x="7631983" y="5217136"/>
                </a:cubicBezTo>
                <a:lnTo>
                  <a:pt x="7636516" y="5209255"/>
                </a:lnTo>
                <a:cubicBezTo>
                  <a:pt x="7636713" y="5208992"/>
                  <a:pt x="7637304" y="5208795"/>
                  <a:pt x="7637304" y="5208795"/>
                </a:cubicBezTo>
                <a:close/>
                <a:moveTo>
                  <a:pt x="7382923" y="5208795"/>
                </a:moveTo>
                <a:lnTo>
                  <a:pt x="7391987" y="5208795"/>
                </a:lnTo>
                <a:cubicBezTo>
                  <a:pt x="7392315" y="5208795"/>
                  <a:pt x="7392775" y="5209255"/>
                  <a:pt x="7392775" y="5209255"/>
                </a:cubicBezTo>
                <a:lnTo>
                  <a:pt x="7397307" y="5217136"/>
                </a:lnTo>
                <a:cubicBezTo>
                  <a:pt x="7397438" y="5217399"/>
                  <a:pt x="7397307" y="5217990"/>
                  <a:pt x="7397307" y="5217990"/>
                </a:cubicBezTo>
                <a:lnTo>
                  <a:pt x="7392775" y="5225873"/>
                </a:lnTo>
                <a:cubicBezTo>
                  <a:pt x="7392578" y="5226135"/>
                  <a:pt x="7391987" y="5226332"/>
                  <a:pt x="7391987" y="5226332"/>
                </a:cubicBezTo>
                <a:lnTo>
                  <a:pt x="7382923" y="5226332"/>
                </a:lnTo>
                <a:cubicBezTo>
                  <a:pt x="7382595" y="5226332"/>
                  <a:pt x="7382135" y="5225873"/>
                  <a:pt x="7382135" y="5225873"/>
                </a:cubicBezTo>
                <a:lnTo>
                  <a:pt x="7377602" y="5217990"/>
                </a:lnTo>
                <a:cubicBezTo>
                  <a:pt x="7377471" y="5217727"/>
                  <a:pt x="7377602" y="5217136"/>
                  <a:pt x="7377602" y="5217136"/>
                </a:cubicBezTo>
                <a:lnTo>
                  <a:pt x="7382135" y="5209255"/>
                </a:lnTo>
                <a:cubicBezTo>
                  <a:pt x="7382331" y="5208992"/>
                  <a:pt x="7382923" y="5208795"/>
                  <a:pt x="7382923" y="5208795"/>
                </a:cubicBezTo>
                <a:close/>
                <a:moveTo>
                  <a:pt x="7128477" y="5208795"/>
                </a:moveTo>
                <a:lnTo>
                  <a:pt x="7137540" y="5208795"/>
                </a:lnTo>
                <a:cubicBezTo>
                  <a:pt x="7137869" y="5208795"/>
                  <a:pt x="7138328" y="5209255"/>
                  <a:pt x="7138328" y="5209255"/>
                </a:cubicBezTo>
                <a:lnTo>
                  <a:pt x="7142860" y="5217136"/>
                </a:lnTo>
                <a:cubicBezTo>
                  <a:pt x="7142992" y="5217399"/>
                  <a:pt x="7142860" y="5217990"/>
                  <a:pt x="7142860" y="5217990"/>
                </a:cubicBezTo>
                <a:lnTo>
                  <a:pt x="7138328" y="5225873"/>
                </a:lnTo>
                <a:cubicBezTo>
                  <a:pt x="7138131" y="5226135"/>
                  <a:pt x="7137540" y="5226332"/>
                  <a:pt x="7137540" y="5226332"/>
                </a:cubicBezTo>
                <a:lnTo>
                  <a:pt x="7128477" y="5226332"/>
                </a:lnTo>
                <a:cubicBezTo>
                  <a:pt x="7128148" y="5226332"/>
                  <a:pt x="7127689" y="5225873"/>
                  <a:pt x="7127689" y="5225873"/>
                </a:cubicBezTo>
                <a:lnTo>
                  <a:pt x="7123156" y="5217990"/>
                </a:lnTo>
                <a:cubicBezTo>
                  <a:pt x="7123024" y="5217727"/>
                  <a:pt x="7123156" y="5217136"/>
                  <a:pt x="7123156" y="5217136"/>
                </a:cubicBezTo>
                <a:lnTo>
                  <a:pt x="7127689" y="5209255"/>
                </a:lnTo>
                <a:cubicBezTo>
                  <a:pt x="7127885" y="5208992"/>
                  <a:pt x="7128477" y="5208795"/>
                  <a:pt x="7128477" y="5208795"/>
                </a:cubicBezTo>
                <a:close/>
                <a:moveTo>
                  <a:pt x="6874095" y="5208795"/>
                </a:moveTo>
                <a:lnTo>
                  <a:pt x="6883159" y="5208795"/>
                </a:lnTo>
                <a:cubicBezTo>
                  <a:pt x="6883488" y="5208795"/>
                  <a:pt x="6883947" y="5209255"/>
                  <a:pt x="6883947" y="5209255"/>
                </a:cubicBezTo>
                <a:lnTo>
                  <a:pt x="6888480" y="5217136"/>
                </a:lnTo>
                <a:cubicBezTo>
                  <a:pt x="6888611" y="5217399"/>
                  <a:pt x="6888480" y="5217990"/>
                  <a:pt x="6888480" y="5217990"/>
                </a:cubicBezTo>
                <a:lnTo>
                  <a:pt x="6883947" y="5225873"/>
                </a:lnTo>
                <a:cubicBezTo>
                  <a:pt x="6883751" y="5226135"/>
                  <a:pt x="6883159" y="5226332"/>
                  <a:pt x="6883159" y="5226332"/>
                </a:cubicBezTo>
                <a:lnTo>
                  <a:pt x="6874095" y="5226332"/>
                </a:lnTo>
                <a:cubicBezTo>
                  <a:pt x="6873768" y="5226332"/>
                  <a:pt x="6873307" y="5225873"/>
                  <a:pt x="6873307" y="5225873"/>
                </a:cubicBezTo>
                <a:lnTo>
                  <a:pt x="6868775" y="5217990"/>
                </a:lnTo>
                <a:cubicBezTo>
                  <a:pt x="6868644" y="5217727"/>
                  <a:pt x="6868775" y="5217136"/>
                  <a:pt x="6868775" y="5217136"/>
                </a:cubicBezTo>
                <a:lnTo>
                  <a:pt x="6873307" y="5209255"/>
                </a:lnTo>
                <a:cubicBezTo>
                  <a:pt x="6873504" y="5208992"/>
                  <a:pt x="6874095" y="5208795"/>
                  <a:pt x="6874095" y="5208795"/>
                </a:cubicBezTo>
                <a:close/>
                <a:moveTo>
                  <a:pt x="6619714" y="5208795"/>
                </a:moveTo>
                <a:lnTo>
                  <a:pt x="6628778" y="5208795"/>
                </a:lnTo>
                <a:cubicBezTo>
                  <a:pt x="6629107" y="5208795"/>
                  <a:pt x="6629566" y="5209255"/>
                  <a:pt x="6629566" y="5209255"/>
                </a:cubicBezTo>
                <a:lnTo>
                  <a:pt x="6634099" y="5217136"/>
                </a:lnTo>
                <a:cubicBezTo>
                  <a:pt x="6634230" y="5217399"/>
                  <a:pt x="6634099" y="5217990"/>
                  <a:pt x="6634099" y="5217990"/>
                </a:cubicBezTo>
                <a:lnTo>
                  <a:pt x="6629566" y="5225873"/>
                </a:lnTo>
                <a:cubicBezTo>
                  <a:pt x="6629369" y="5226135"/>
                  <a:pt x="6628778" y="5226332"/>
                  <a:pt x="6628778" y="5226332"/>
                </a:cubicBezTo>
                <a:lnTo>
                  <a:pt x="6619714" y="5226332"/>
                </a:lnTo>
                <a:cubicBezTo>
                  <a:pt x="6619387" y="5226332"/>
                  <a:pt x="6618926" y="5225873"/>
                  <a:pt x="6618926" y="5225873"/>
                </a:cubicBezTo>
                <a:lnTo>
                  <a:pt x="6614394" y="5217990"/>
                </a:lnTo>
                <a:cubicBezTo>
                  <a:pt x="6614263" y="5217727"/>
                  <a:pt x="6614394" y="5217136"/>
                  <a:pt x="6614394" y="5217136"/>
                </a:cubicBezTo>
                <a:lnTo>
                  <a:pt x="6618926" y="5209255"/>
                </a:lnTo>
                <a:cubicBezTo>
                  <a:pt x="6619123" y="5208992"/>
                  <a:pt x="6619714" y="5208795"/>
                  <a:pt x="6619714" y="5208795"/>
                </a:cubicBezTo>
                <a:close/>
                <a:moveTo>
                  <a:pt x="6365334" y="5208795"/>
                </a:moveTo>
                <a:lnTo>
                  <a:pt x="6374397" y="5208795"/>
                </a:lnTo>
                <a:cubicBezTo>
                  <a:pt x="6374727" y="5208795"/>
                  <a:pt x="6375186" y="5209255"/>
                  <a:pt x="6375186" y="5209255"/>
                </a:cubicBezTo>
                <a:lnTo>
                  <a:pt x="6379718" y="5217136"/>
                </a:lnTo>
                <a:cubicBezTo>
                  <a:pt x="6379849" y="5217399"/>
                  <a:pt x="6379718" y="5217990"/>
                  <a:pt x="6379718" y="5217990"/>
                </a:cubicBezTo>
                <a:lnTo>
                  <a:pt x="6375186" y="5225873"/>
                </a:lnTo>
                <a:cubicBezTo>
                  <a:pt x="6374988" y="5226135"/>
                  <a:pt x="6374397" y="5226332"/>
                  <a:pt x="6374397" y="5226332"/>
                </a:cubicBezTo>
                <a:lnTo>
                  <a:pt x="6365334" y="5226332"/>
                </a:lnTo>
                <a:cubicBezTo>
                  <a:pt x="6365005" y="5226332"/>
                  <a:pt x="6364546" y="5225873"/>
                  <a:pt x="6364546" y="5225873"/>
                </a:cubicBezTo>
                <a:lnTo>
                  <a:pt x="6360014" y="5217990"/>
                </a:lnTo>
                <a:cubicBezTo>
                  <a:pt x="6359882" y="5217727"/>
                  <a:pt x="6360014" y="5217136"/>
                  <a:pt x="6360014" y="5217136"/>
                </a:cubicBezTo>
                <a:lnTo>
                  <a:pt x="6364546" y="5209255"/>
                </a:lnTo>
                <a:cubicBezTo>
                  <a:pt x="6364743" y="5208992"/>
                  <a:pt x="6365334" y="5208795"/>
                  <a:pt x="6365334" y="5208795"/>
                </a:cubicBezTo>
                <a:close/>
                <a:moveTo>
                  <a:pt x="6110888" y="5208795"/>
                </a:moveTo>
                <a:lnTo>
                  <a:pt x="6119953" y="5208795"/>
                </a:lnTo>
                <a:cubicBezTo>
                  <a:pt x="6120280" y="5208795"/>
                  <a:pt x="6120740" y="5209255"/>
                  <a:pt x="6120740" y="5209255"/>
                </a:cubicBezTo>
                <a:lnTo>
                  <a:pt x="6125272" y="5217136"/>
                </a:lnTo>
                <a:cubicBezTo>
                  <a:pt x="6125403" y="5217399"/>
                  <a:pt x="6125272" y="5217990"/>
                  <a:pt x="6125272" y="5217990"/>
                </a:cubicBezTo>
                <a:lnTo>
                  <a:pt x="6120740" y="5225873"/>
                </a:lnTo>
                <a:cubicBezTo>
                  <a:pt x="6120543" y="5226135"/>
                  <a:pt x="6119953" y="5226332"/>
                  <a:pt x="6119953" y="5226332"/>
                </a:cubicBezTo>
                <a:lnTo>
                  <a:pt x="6110888" y="5226332"/>
                </a:lnTo>
                <a:cubicBezTo>
                  <a:pt x="6110560" y="5226332"/>
                  <a:pt x="6110101" y="5225873"/>
                  <a:pt x="6110101" y="5225873"/>
                </a:cubicBezTo>
                <a:lnTo>
                  <a:pt x="6105567" y="5217990"/>
                </a:lnTo>
                <a:cubicBezTo>
                  <a:pt x="6105436" y="5217727"/>
                  <a:pt x="6105567" y="5217136"/>
                  <a:pt x="6105567" y="5217136"/>
                </a:cubicBezTo>
                <a:lnTo>
                  <a:pt x="6110101" y="5209255"/>
                </a:lnTo>
                <a:cubicBezTo>
                  <a:pt x="6110296" y="5208992"/>
                  <a:pt x="6110888" y="5208795"/>
                  <a:pt x="6110888" y="5208795"/>
                </a:cubicBezTo>
                <a:close/>
                <a:moveTo>
                  <a:pt x="5856508" y="5208795"/>
                </a:moveTo>
                <a:lnTo>
                  <a:pt x="5865571" y="5208795"/>
                </a:lnTo>
                <a:cubicBezTo>
                  <a:pt x="5865900" y="5208795"/>
                  <a:pt x="5866359" y="5209255"/>
                  <a:pt x="5866359" y="5209255"/>
                </a:cubicBezTo>
                <a:lnTo>
                  <a:pt x="5870891" y="5217136"/>
                </a:lnTo>
                <a:cubicBezTo>
                  <a:pt x="5871023" y="5217399"/>
                  <a:pt x="5870891" y="5217990"/>
                  <a:pt x="5870891" y="5217990"/>
                </a:cubicBezTo>
                <a:lnTo>
                  <a:pt x="5866359" y="5225873"/>
                </a:lnTo>
                <a:cubicBezTo>
                  <a:pt x="5866163" y="5226135"/>
                  <a:pt x="5865571" y="5226332"/>
                  <a:pt x="5865571" y="5226332"/>
                </a:cubicBezTo>
                <a:lnTo>
                  <a:pt x="5856508" y="5226332"/>
                </a:lnTo>
                <a:cubicBezTo>
                  <a:pt x="5856178" y="5226332"/>
                  <a:pt x="5855720" y="5225873"/>
                  <a:pt x="5855720" y="5225873"/>
                </a:cubicBezTo>
                <a:lnTo>
                  <a:pt x="5851187" y="5217990"/>
                </a:lnTo>
                <a:cubicBezTo>
                  <a:pt x="5851055" y="5217727"/>
                  <a:pt x="5851187" y="5217136"/>
                  <a:pt x="5851187" y="5217136"/>
                </a:cubicBezTo>
                <a:lnTo>
                  <a:pt x="5855720" y="5209255"/>
                </a:lnTo>
                <a:cubicBezTo>
                  <a:pt x="5855916" y="5208992"/>
                  <a:pt x="5856508" y="5208795"/>
                  <a:pt x="5856508" y="5208795"/>
                </a:cubicBezTo>
                <a:close/>
                <a:moveTo>
                  <a:pt x="5602126" y="5208795"/>
                </a:moveTo>
                <a:lnTo>
                  <a:pt x="5611191" y="5208795"/>
                </a:lnTo>
                <a:cubicBezTo>
                  <a:pt x="5611519" y="5208795"/>
                  <a:pt x="5611979" y="5209255"/>
                  <a:pt x="5611979" y="5209255"/>
                </a:cubicBezTo>
                <a:lnTo>
                  <a:pt x="5616511" y="5217136"/>
                </a:lnTo>
                <a:cubicBezTo>
                  <a:pt x="5616642" y="5217399"/>
                  <a:pt x="5616511" y="5217990"/>
                  <a:pt x="5616511" y="5217990"/>
                </a:cubicBezTo>
                <a:lnTo>
                  <a:pt x="5611979" y="5225873"/>
                </a:lnTo>
                <a:cubicBezTo>
                  <a:pt x="5611782" y="5226135"/>
                  <a:pt x="5611191" y="5226332"/>
                  <a:pt x="5611191" y="5226332"/>
                </a:cubicBezTo>
                <a:lnTo>
                  <a:pt x="5602126" y="5226332"/>
                </a:lnTo>
                <a:cubicBezTo>
                  <a:pt x="5601798" y="5226332"/>
                  <a:pt x="5601338" y="5225873"/>
                  <a:pt x="5601338" y="5225873"/>
                </a:cubicBezTo>
                <a:lnTo>
                  <a:pt x="5596807" y="5217990"/>
                </a:lnTo>
                <a:cubicBezTo>
                  <a:pt x="5596675" y="5217727"/>
                  <a:pt x="5596807" y="5217136"/>
                  <a:pt x="5596807" y="5217136"/>
                </a:cubicBezTo>
                <a:lnTo>
                  <a:pt x="5601338" y="5209255"/>
                </a:lnTo>
                <a:cubicBezTo>
                  <a:pt x="5601536" y="5208992"/>
                  <a:pt x="5602126" y="5208795"/>
                  <a:pt x="5602126" y="5208795"/>
                </a:cubicBezTo>
                <a:close/>
                <a:moveTo>
                  <a:pt x="5347746" y="5208795"/>
                </a:moveTo>
                <a:lnTo>
                  <a:pt x="5356810" y="5208795"/>
                </a:lnTo>
                <a:cubicBezTo>
                  <a:pt x="5357138" y="5208795"/>
                  <a:pt x="5357598" y="5209255"/>
                  <a:pt x="5357598" y="5209255"/>
                </a:cubicBezTo>
                <a:lnTo>
                  <a:pt x="5362130" y="5217136"/>
                </a:lnTo>
                <a:cubicBezTo>
                  <a:pt x="5362261" y="5217399"/>
                  <a:pt x="5362130" y="5217990"/>
                  <a:pt x="5362130" y="5217990"/>
                </a:cubicBezTo>
                <a:lnTo>
                  <a:pt x="5357598" y="5225873"/>
                </a:lnTo>
                <a:cubicBezTo>
                  <a:pt x="5357401" y="5226135"/>
                  <a:pt x="5356810" y="5226332"/>
                  <a:pt x="5356810" y="5226332"/>
                </a:cubicBezTo>
                <a:lnTo>
                  <a:pt x="5347746" y="5226332"/>
                </a:lnTo>
                <a:cubicBezTo>
                  <a:pt x="5347418" y="5226332"/>
                  <a:pt x="5346958" y="5225873"/>
                  <a:pt x="5346958" y="5225873"/>
                </a:cubicBezTo>
                <a:lnTo>
                  <a:pt x="5342425" y="5217990"/>
                </a:lnTo>
                <a:cubicBezTo>
                  <a:pt x="5342295" y="5217727"/>
                  <a:pt x="5342425" y="5217136"/>
                  <a:pt x="5342425" y="5217136"/>
                </a:cubicBezTo>
                <a:lnTo>
                  <a:pt x="5346958" y="5209255"/>
                </a:lnTo>
                <a:cubicBezTo>
                  <a:pt x="5347154" y="5208992"/>
                  <a:pt x="5347746" y="5208795"/>
                  <a:pt x="5347746" y="5208795"/>
                </a:cubicBezTo>
                <a:close/>
                <a:moveTo>
                  <a:pt x="5093300" y="5208795"/>
                </a:moveTo>
                <a:lnTo>
                  <a:pt x="5102364" y="5208795"/>
                </a:lnTo>
                <a:cubicBezTo>
                  <a:pt x="5102693" y="5208795"/>
                  <a:pt x="5103153" y="5209255"/>
                  <a:pt x="5103153" y="5209255"/>
                </a:cubicBezTo>
                <a:lnTo>
                  <a:pt x="5107684" y="5217136"/>
                </a:lnTo>
                <a:cubicBezTo>
                  <a:pt x="5107815" y="5217399"/>
                  <a:pt x="5107684" y="5217990"/>
                  <a:pt x="5107684" y="5217990"/>
                </a:cubicBezTo>
                <a:lnTo>
                  <a:pt x="5103153" y="5225873"/>
                </a:lnTo>
                <a:cubicBezTo>
                  <a:pt x="5102955" y="5226135"/>
                  <a:pt x="5102364" y="5226332"/>
                  <a:pt x="5102364" y="5226332"/>
                </a:cubicBezTo>
                <a:lnTo>
                  <a:pt x="5093300" y="5226332"/>
                </a:lnTo>
                <a:cubicBezTo>
                  <a:pt x="5092972" y="5226332"/>
                  <a:pt x="5092512" y="5225873"/>
                  <a:pt x="5092512" y="5225873"/>
                </a:cubicBezTo>
                <a:lnTo>
                  <a:pt x="5087979" y="5217990"/>
                </a:lnTo>
                <a:cubicBezTo>
                  <a:pt x="5087848" y="5217727"/>
                  <a:pt x="5087979" y="5217136"/>
                  <a:pt x="5087979" y="5217136"/>
                </a:cubicBezTo>
                <a:lnTo>
                  <a:pt x="5092512" y="5209255"/>
                </a:lnTo>
                <a:cubicBezTo>
                  <a:pt x="5092708" y="5208992"/>
                  <a:pt x="5093300" y="5208795"/>
                  <a:pt x="5093300" y="5208795"/>
                </a:cubicBezTo>
                <a:close/>
                <a:moveTo>
                  <a:pt x="4838919" y="5208795"/>
                </a:moveTo>
                <a:lnTo>
                  <a:pt x="4847982" y="5208795"/>
                </a:lnTo>
                <a:cubicBezTo>
                  <a:pt x="4848311" y="5208795"/>
                  <a:pt x="4848772" y="5209255"/>
                  <a:pt x="4848772" y="5209255"/>
                </a:cubicBezTo>
                <a:lnTo>
                  <a:pt x="4853303" y="5217136"/>
                </a:lnTo>
                <a:cubicBezTo>
                  <a:pt x="4853435" y="5217399"/>
                  <a:pt x="4853303" y="5217990"/>
                  <a:pt x="4853303" y="5217990"/>
                </a:cubicBezTo>
                <a:lnTo>
                  <a:pt x="4848772" y="5225873"/>
                </a:lnTo>
                <a:cubicBezTo>
                  <a:pt x="4848575" y="5226135"/>
                  <a:pt x="4847982" y="5226332"/>
                  <a:pt x="4847982" y="5226332"/>
                </a:cubicBezTo>
                <a:lnTo>
                  <a:pt x="4838919" y="5226332"/>
                </a:lnTo>
                <a:cubicBezTo>
                  <a:pt x="4838590" y="5226332"/>
                  <a:pt x="4838132" y="5225873"/>
                  <a:pt x="4838132" y="5225873"/>
                </a:cubicBezTo>
                <a:lnTo>
                  <a:pt x="4833598" y="5217990"/>
                </a:lnTo>
                <a:cubicBezTo>
                  <a:pt x="4833467" y="5217727"/>
                  <a:pt x="4833598" y="5217136"/>
                  <a:pt x="4833598" y="5217136"/>
                </a:cubicBezTo>
                <a:lnTo>
                  <a:pt x="4838132" y="5209255"/>
                </a:lnTo>
                <a:cubicBezTo>
                  <a:pt x="4838328" y="5208992"/>
                  <a:pt x="4838919" y="5208795"/>
                  <a:pt x="4838919" y="5208795"/>
                </a:cubicBezTo>
                <a:close/>
                <a:moveTo>
                  <a:pt x="4584538" y="5208795"/>
                </a:moveTo>
                <a:lnTo>
                  <a:pt x="4593603" y="5208795"/>
                </a:lnTo>
                <a:cubicBezTo>
                  <a:pt x="4593932" y="5208795"/>
                  <a:pt x="4594390" y="5209255"/>
                  <a:pt x="4594390" y="5209255"/>
                </a:cubicBezTo>
                <a:lnTo>
                  <a:pt x="4598922" y="5217136"/>
                </a:lnTo>
                <a:cubicBezTo>
                  <a:pt x="4599054" y="5217399"/>
                  <a:pt x="4598922" y="5217990"/>
                  <a:pt x="4598922" y="5217990"/>
                </a:cubicBezTo>
                <a:lnTo>
                  <a:pt x="4594390" y="5225873"/>
                </a:lnTo>
                <a:cubicBezTo>
                  <a:pt x="4594193" y="5226135"/>
                  <a:pt x="4593603" y="5226332"/>
                  <a:pt x="4593603" y="5226332"/>
                </a:cubicBezTo>
                <a:lnTo>
                  <a:pt x="4584538" y="5226332"/>
                </a:lnTo>
                <a:cubicBezTo>
                  <a:pt x="4584210" y="5226332"/>
                  <a:pt x="4583749" y="5225873"/>
                  <a:pt x="4583749" y="5225873"/>
                </a:cubicBezTo>
                <a:lnTo>
                  <a:pt x="4579218" y="5217990"/>
                </a:lnTo>
                <a:cubicBezTo>
                  <a:pt x="4579087" y="5217727"/>
                  <a:pt x="4579218" y="5217136"/>
                  <a:pt x="4579218" y="5217136"/>
                </a:cubicBezTo>
                <a:lnTo>
                  <a:pt x="4583749" y="5209255"/>
                </a:lnTo>
                <a:cubicBezTo>
                  <a:pt x="4583948" y="5208992"/>
                  <a:pt x="4584538" y="5208795"/>
                  <a:pt x="4584538" y="5208795"/>
                </a:cubicBezTo>
                <a:close/>
                <a:moveTo>
                  <a:pt x="4330157" y="5208795"/>
                </a:moveTo>
                <a:lnTo>
                  <a:pt x="4339222" y="5208795"/>
                </a:lnTo>
                <a:cubicBezTo>
                  <a:pt x="4339550" y="5208795"/>
                  <a:pt x="4340010" y="5209255"/>
                  <a:pt x="4340010" y="5209255"/>
                </a:cubicBezTo>
                <a:lnTo>
                  <a:pt x="4344540" y="5217136"/>
                </a:lnTo>
                <a:cubicBezTo>
                  <a:pt x="4344672" y="5217399"/>
                  <a:pt x="4344540" y="5217990"/>
                  <a:pt x="4344540" y="5217990"/>
                </a:cubicBezTo>
                <a:lnTo>
                  <a:pt x="4340010" y="5225873"/>
                </a:lnTo>
                <a:cubicBezTo>
                  <a:pt x="4339812" y="5226135"/>
                  <a:pt x="4339222" y="5226332"/>
                  <a:pt x="4339222" y="5226332"/>
                </a:cubicBezTo>
                <a:lnTo>
                  <a:pt x="4330157" y="5226332"/>
                </a:lnTo>
                <a:cubicBezTo>
                  <a:pt x="4329829" y="5226332"/>
                  <a:pt x="4329369" y="5225873"/>
                  <a:pt x="4329369" y="5225873"/>
                </a:cubicBezTo>
                <a:lnTo>
                  <a:pt x="4324836" y="5217990"/>
                </a:lnTo>
                <a:cubicBezTo>
                  <a:pt x="4324706" y="5217727"/>
                  <a:pt x="4324836" y="5217136"/>
                  <a:pt x="4324836" y="5217136"/>
                </a:cubicBezTo>
                <a:lnTo>
                  <a:pt x="4329369" y="5209255"/>
                </a:lnTo>
                <a:cubicBezTo>
                  <a:pt x="4329565" y="5208992"/>
                  <a:pt x="4330157" y="5208795"/>
                  <a:pt x="4330157" y="5208795"/>
                </a:cubicBezTo>
                <a:close/>
                <a:moveTo>
                  <a:pt x="4076028" y="5208795"/>
                </a:moveTo>
                <a:lnTo>
                  <a:pt x="4085093" y="5208795"/>
                </a:lnTo>
                <a:cubicBezTo>
                  <a:pt x="4085421" y="5208795"/>
                  <a:pt x="4085880" y="5209255"/>
                  <a:pt x="4085880" y="5209255"/>
                </a:cubicBezTo>
                <a:lnTo>
                  <a:pt x="4090413" y="5217136"/>
                </a:lnTo>
                <a:cubicBezTo>
                  <a:pt x="4090544" y="5217399"/>
                  <a:pt x="4090413" y="5217990"/>
                  <a:pt x="4090413" y="5217990"/>
                </a:cubicBezTo>
                <a:lnTo>
                  <a:pt x="4085880" y="5225873"/>
                </a:lnTo>
                <a:cubicBezTo>
                  <a:pt x="4085684" y="5226135"/>
                  <a:pt x="4085093" y="5226332"/>
                  <a:pt x="4085093" y="5226332"/>
                </a:cubicBezTo>
                <a:lnTo>
                  <a:pt x="4076028" y="5226332"/>
                </a:lnTo>
                <a:cubicBezTo>
                  <a:pt x="4075700" y="5226332"/>
                  <a:pt x="4075240" y="5225873"/>
                  <a:pt x="4075240" y="5225873"/>
                </a:cubicBezTo>
                <a:lnTo>
                  <a:pt x="4070708" y="5217990"/>
                </a:lnTo>
                <a:cubicBezTo>
                  <a:pt x="4070577" y="5217727"/>
                  <a:pt x="4070708" y="5217136"/>
                  <a:pt x="4070708" y="5217136"/>
                </a:cubicBezTo>
                <a:lnTo>
                  <a:pt x="4075240" y="5209255"/>
                </a:lnTo>
                <a:cubicBezTo>
                  <a:pt x="4075436" y="5208992"/>
                  <a:pt x="4076028" y="5208795"/>
                  <a:pt x="4076028" y="5208795"/>
                </a:cubicBezTo>
                <a:close/>
                <a:moveTo>
                  <a:pt x="3821479" y="5208795"/>
                </a:moveTo>
                <a:lnTo>
                  <a:pt x="3830543" y="5208795"/>
                </a:lnTo>
                <a:cubicBezTo>
                  <a:pt x="3830873" y="5208795"/>
                  <a:pt x="3831333" y="5209255"/>
                  <a:pt x="3831333" y="5209255"/>
                </a:cubicBezTo>
                <a:lnTo>
                  <a:pt x="3835865" y="5217136"/>
                </a:lnTo>
                <a:cubicBezTo>
                  <a:pt x="3835996" y="5217399"/>
                  <a:pt x="3835865" y="5217990"/>
                  <a:pt x="3835865" y="5217990"/>
                </a:cubicBezTo>
                <a:lnTo>
                  <a:pt x="3831333" y="5225873"/>
                </a:lnTo>
                <a:cubicBezTo>
                  <a:pt x="3831134" y="5226135"/>
                  <a:pt x="3830543" y="5226332"/>
                  <a:pt x="3830543" y="5226332"/>
                </a:cubicBezTo>
                <a:lnTo>
                  <a:pt x="3821479" y="5226332"/>
                </a:lnTo>
                <a:cubicBezTo>
                  <a:pt x="3821150" y="5226332"/>
                  <a:pt x="3820691" y="5225873"/>
                  <a:pt x="3820691" y="5225873"/>
                </a:cubicBezTo>
                <a:lnTo>
                  <a:pt x="3816158" y="5217990"/>
                </a:lnTo>
                <a:cubicBezTo>
                  <a:pt x="3816026" y="5217727"/>
                  <a:pt x="3816158" y="5217136"/>
                  <a:pt x="3816158" y="5217136"/>
                </a:cubicBezTo>
                <a:lnTo>
                  <a:pt x="3820691" y="5209255"/>
                </a:lnTo>
                <a:cubicBezTo>
                  <a:pt x="3820891" y="5208992"/>
                  <a:pt x="3821479" y="5208795"/>
                  <a:pt x="3821479" y="5208795"/>
                </a:cubicBezTo>
                <a:close/>
                <a:moveTo>
                  <a:pt x="3567110" y="5208795"/>
                </a:moveTo>
                <a:lnTo>
                  <a:pt x="3576174" y="5208795"/>
                </a:lnTo>
                <a:cubicBezTo>
                  <a:pt x="3576502" y="5208795"/>
                  <a:pt x="3576963" y="5209255"/>
                  <a:pt x="3576963" y="5209255"/>
                </a:cubicBezTo>
                <a:lnTo>
                  <a:pt x="3581495" y="5217136"/>
                </a:lnTo>
                <a:cubicBezTo>
                  <a:pt x="3581626" y="5217399"/>
                  <a:pt x="3581495" y="5217990"/>
                  <a:pt x="3581495" y="5217990"/>
                </a:cubicBezTo>
                <a:lnTo>
                  <a:pt x="3576963" y="5225873"/>
                </a:lnTo>
                <a:cubicBezTo>
                  <a:pt x="3576766" y="5226135"/>
                  <a:pt x="3576174" y="5226332"/>
                  <a:pt x="3576174" y="5226332"/>
                </a:cubicBezTo>
                <a:lnTo>
                  <a:pt x="3567110" y="5226332"/>
                </a:lnTo>
                <a:cubicBezTo>
                  <a:pt x="3566782" y="5226332"/>
                  <a:pt x="3566322" y="5225873"/>
                  <a:pt x="3566322" y="5225873"/>
                </a:cubicBezTo>
                <a:lnTo>
                  <a:pt x="3561788" y="5217990"/>
                </a:lnTo>
                <a:cubicBezTo>
                  <a:pt x="3561657" y="5217727"/>
                  <a:pt x="3561788" y="5217136"/>
                  <a:pt x="3561788" y="5217136"/>
                </a:cubicBezTo>
                <a:lnTo>
                  <a:pt x="3566322" y="5209255"/>
                </a:lnTo>
                <a:cubicBezTo>
                  <a:pt x="3566519" y="5208992"/>
                  <a:pt x="3567110" y="5208795"/>
                  <a:pt x="3567110" y="5208795"/>
                </a:cubicBezTo>
                <a:close/>
                <a:moveTo>
                  <a:pt x="3312607" y="5208795"/>
                </a:moveTo>
                <a:lnTo>
                  <a:pt x="3321671" y="5208795"/>
                </a:lnTo>
                <a:cubicBezTo>
                  <a:pt x="3321999" y="5208795"/>
                  <a:pt x="3322459" y="5209255"/>
                  <a:pt x="3322459" y="5209255"/>
                </a:cubicBezTo>
                <a:lnTo>
                  <a:pt x="3326991" y="5217136"/>
                </a:lnTo>
                <a:cubicBezTo>
                  <a:pt x="3327122" y="5217399"/>
                  <a:pt x="3326991" y="5217990"/>
                  <a:pt x="3326991" y="5217990"/>
                </a:cubicBezTo>
                <a:lnTo>
                  <a:pt x="3322459" y="5225873"/>
                </a:lnTo>
                <a:cubicBezTo>
                  <a:pt x="3322261" y="5226135"/>
                  <a:pt x="3321671" y="5226332"/>
                  <a:pt x="3321671" y="5226332"/>
                </a:cubicBezTo>
                <a:lnTo>
                  <a:pt x="3312607" y="5226332"/>
                </a:lnTo>
                <a:cubicBezTo>
                  <a:pt x="3312278" y="5226332"/>
                  <a:pt x="3311819" y="5225873"/>
                  <a:pt x="3311819" y="5225873"/>
                </a:cubicBezTo>
                <a:lnTo>
                  <a:pt x="3307286" y="5217990"/>
                </a:lnTo>
                <a:cubicBezTo>
                  <a:pt x="3307155" y="5217727"/>
                  <a:pt x="3307286" y="5217136"/>
                  <a:pt x="3307286" y="5217136"/>
                </a:cubicBezTo>
                <a:lnTo>
                  <a:pt x="3311819" y="5209255"/>
                </a:lnTo>
                <a:cubicBezTo>
                  <a:pt x="3312015" y="5208992"/>
                  <a:pt x="3312607" y="5208795"/>
                  <a:pt x="3312607" y="5208795"/>
                </a:cubicBezTo>
                <a:close/>
                <a:moveTo>
                  <a:pt x="3058377" y="5208795"/>
                </a:moveTo>
                <a:lnTo>
                  <a:pt x="3067441" y="5208795"/>
                </a:lnTo>
                <a:cubicBezTo>
                  <a:pt x="3067771" y="5208795"/>
                  <a:pt x="3068230" y="5209255"/>
                  <a:pt x="3068230" y="5209255"/>
                </a:cubicBezTo>
                <a:lnTo>
                  <a:pt x="3072762" y="5217136"/>
                </a:lnTo>
                <a:cubicBezTo>
                  <a:pt x="3072893" y="5217399"/>
                  <a:pt x="3072762" y="5217990"/>
                  <a:pt x="3072762" y="5217990"/>
                </a:cubicBezTo>
                <a:lnTo>
                  <a:pt x="3068230" y="5225873"/>
                </a:lnTo>
                <a:cubicBezTo>
                  <a:pt x="3068033" y="5226135"/>
                  <a:pt x="3067441" y="5226332"/>
                  <a:pt x="3067441" y="5226332"/>
                </a:cubicBezTo>
                <a:lnTo>
                  <a:pt x="3058377" y="5226332"/>
                </a:lnTo>
                <a:cubicBezTo>
                  <a:pt x="3058050" y="5226332"/>
                  <a:pt x="3057589" y="5225873"/>
                  <a:pt x="3057589" y="5225873"/>
                </a:cubicBezTo>
                <a:lnTo>
                  <a:pt x="3053056" y="5217990"/>
                </a:lnTo>
                <a:cubicBezTo>
                  <a:pt x="3052925" y="5217727"/>
                  <a:pt x="3053056" y="5217136"/>
                  <a:pt x="3053056" y="5217136"/>
                </a:cubicBezTo>
                <a:lnTo>
                  <a:pt x="3057589" y="5209255"/>
                </a:lnTo>
                <a:cubicBezTo>
                  <a:pt x="3057787" y="5208992"/>
                  <a:pt x="3058377" y="5208795"/>
                  <a:pt x="3058377" y="5208795"/>
                </a:cubicBezTo>
                <a:close/>
                <a:moveTo>
                  <a:pt x="2803834" y="5208795"/>
                </a:moveTo>
                <a:lnTo>
                  <a:pt x="2812898" y="5208795"/>
                </a:lnTo>
                <a:cubicBezTo>
                  <a:pt x="2813227" y="5208795"/>
                  <a:pt x="2813685" y="5209255"/>
                  <a:pt x="2813685" y="5209255"/>
                </a:cubicBezTo>
                <a:lnTo>
                  <a:pt x="2818217" y="5217136"/>
                </a:lnTo>
                <a:cubicBezTo>
                  <a:pt x="2818348" y="5217399"/>
                  <a:pt x="2818217" y="5217990"/>
                  <a:pt x="2818217" y="5217990"/>
                </a:cubicBezTo>
                <a:lnTo>
                  <a:pt x="2813685" y="5225873"/>
                </a:lnTo>
                <a:cubicBezTo>
                  <a:pt x="2813488" y="5226135"/>
                  <a:pt x="2812898" y="5226332"/>
                  <a:pt x="2812898" y="5226332"/>
                </a:cubicBezTo>
                <a:lnTo>
                  <a:pt x="2803834" y="5226332"/>
                </a:lnTo>
                <a:cubicBezTo>
                  <a:pt x="2803504" y="5226332"/>
                  <a:pt x="2803044" y="5225873"/>
                  <a:pt x="2803044" y="5225873"/>
                </a:cubicBezTo>
                <a:lnTo>
                  <a:pt x="2798513" y="5217990"/>
                </a:lnTo>
                <a:cubicBezTo>
                  <a:pt x="2798381" y="5217727"/>
                  <a:pt x="2798513" y="5217136"/>
                  <a:pt x="2798513" y="5217136"/>
                </a:cubicBezTo>
                <a:lnTo>
                  <a:pt x="2803044" y="5209255"/>
                </a:lnTo>
                <a:cubicBezTo>
                  <a:pt x="2803241" y="5208992"/>
                  <a:pt x="2803834" y="5208795"/>
                  <a:pt x="2803834" y="5208795"/>
                </a:cubicBezTo>
                <a:close/>
                <a:moveTo>
                  <a:pt x="2549481" y="5208795"/>
                </a:moveTo>
                <a:lnTo>
                  <a:pt x="2558547" y="5208795"/>
                </a:lnTo>
                <a:cubicBezTo>
                  <a:pt x="2558876" y="5208795"/>
                  <a:pt x="2559334" y="5209255"/>
                  <a:pt x="2559334" y="5209255"/>
                </a:cubicBezTo>
                <a:lnTo>
                  <a:pt x="2563866" y="5217136"/>
                </a:lnTo>
                <a:cubicBezTo>
                  <a:pt x="2563997" y="5217399"/>
                  <a:pt x="2563866" y="5217990"/>
                  <a:pt x="2563866" y="5217990"/>
                </a:cubicBezTo>
                <a:lnTo>
                  <a:pt x="2559334" y="5225873"/>
                </a:lnTo>
                <a:cubicBezTo>
                  <a:pt x="2559137" y="5226135"/>
                  <a:pt x="2558547" y="5226332"/>
                  <a:pt x="2558547" y="5226332"/>
                </a:cubicBezTo>
                <a:lnTo>
                  <a:pt x="2549481" y="5226332"/>
                </a:lnTo>
                <a:cubicBezTo>
                  <a:pt x="2549154" y="5226332"/>
                  <a:pt x="2548693" y="5225873"/>
                  <a:pt x="2548693" y="5225873"/>
                </a:cubicBezTo>
                <a:lnTo>
                  <a:pt x="2544162" y="5217990"/>
                </a:lnTo>
                <a:cubicBezTo>
                  <a:pt x="2544029" y="5217727"/>
                  <a:pt x="2544162" y="5217136"/>
                  <a:pt x="2544162" y="5217136"/>
                </a:cubicBezTo>
                <a:lnTo>
                  <a:pt x="2548693" y="5209255"/>
                </a:lnTo>
                <a:cubicBezTo>
                  <a:pt x="2548890" y="5208992"/>
                  <a:pt x="2549481" y="5208795"/>
                  <a:pt x="2549481" y="5208795"/>
                </a:cubicBezTo>
                <a:close/>
                <a:moveTo>
                  <a:pt x="2294981" y="5208795"/>
                </a:moveTo>
                <a:lnTo>
                  <a:pt x="2304046" y="5208795"/>
                </a:lnTo>
                <a:cubicBezTo>
                  <a:pt x="2304375" y="5208795"/>
                  <a:pt x="2304834" y="5209255"/>
                  <a:pt x="2304834" y="5209255"/>
                </a:cubicBezTo>
                <a:lnTo>
                  <a:pt x="2309366" y="5217136"/>
                </a:lnTo>
                <a:cubicBezTo>
                  <a:pt x="2309497" y="5217399"/>
                  <a:pt x="2309366" y="5217990"/>
                  <a:pt x="2309366" y="5217990"/>
                </a:cubicBezTo>
                <a:lnTo>
                  <a:pt x="2304834" y="5225872"/>
                </a:lnTo>
                <a:cubicBezTo>
                  <a:pt x="2304637" y="5226134"/>
                  <a:pt x="2304046" y="5226331"/>
                  <a:pt x="2304046" y="5226331"/>
                </a:cubicBezTo>
                <a:lnTo>
                  <a:pt x="2294981" y="5226331"/>
                </a:lnTo>
                <a:cubicBezTo>
                  <a:pt x="2294654" y="5226331"/>
                  <a:pt x="2294193" y="5225872"/>
                  <a:pt x="2294193" y="5225872"/>
                </a:cubicBezTo>
                <a:lnTo>
                  <a:pt x="2289662" y="5217990"/>
                </a:lnTo>
                <a:cubicBezTo>
                  <a:pt x="2289530" y="5217727"/>
                  <a:pt x="2289662" y="5217136"/>
                  <a:pt x="2289662" y="5217136"/>
                </a:cubicBezTo>
                <a:lnTo>
                  <a:pt x="2294193" y="5209255"/>
                </a:lnTo>
                <a:cubicBezTo>
                  <a:pt x="2294390" y="5208992"/>
                  <a:pt x="2294981" y="5208795"/>
                  <a:pt x="2294981" y="5208795"/>
                </a:cubicBezTo>
                <a:close/>
                <a:moveTo>
                  <a:pt x="2040691" y="5208795"/>
                </a:moveTo>
                <a:lnTo>
                  <a:pt x="2049755" y="5208795"/>
                </a:lnTo>
                <a:cubicBezTo>
                  <a:pt x="2050084" y="5208795"/>
                  <a:pt x="2050543" y="5209255"/>
                  <a:pt x="2050543" y="5209255"/>
                </a:cubicBezTo>
                <a:lnTo>
                  <a:pt x="2055074" y="5217136"/>
                </a:lnTo>
                <a:cubicBezTo>
                  <a:pt x="2055206" y="5217399"/>
                  <a:pt x="2055074" y="5217990"/>
                  <a:pt x="2055074" y="5217990"/>
                </a:cubicBezTo>
                <a:lnTo>
                  <a:pt x="2050543" y="5225873"/>
                </a:lnTo>
                <a:cubicBezTo>
                  <a:pt x="2050346" y="5226135"/>
                  <a:pt x="2049755" y="5226332"/>
                  <a:pt x="2049755" y="5226332"/>
                </a:cubicBezTo>
                <a:lnTo>
                  <a:pt x="2040691" y="5226332"/>
                </a:lnTo>
                <a:cubicBezTo>
                  <a:pt x="2040362" y="5226332"/>
                  <a:pt x="2039902" y="5225873"/>
                  <a:pt x="2039902" y="5225873"/>
                </a:cubicBezTo>
                <a:lnTo>
                  <a:pt x="2035368" y="5217990"/>
                </a:lnTo>
                <a:cubicBezTo>
                  <a:pt x="2035237" y="5217727"/>
                  <a:pt x="2035368" y="5217136"/>
                  <a:pt x="2035368" y="5217136"/>
                </a:cubicBezTo>
                <a:lnTo>
                  <a:pt x="2039902" y="5209255"/>
                </a:lnTo>
                <a:cubicBezTo>
                  <a:pt x="2040099" y="5208992"/>
                  <a:pt x="2040691" y="5208795"/>
                  <a:pt x="2040691" y="5208795"/>
                </a:cubicBezTo>
                <a:close/>
                <a:moveTo>
                  <a:pt x="1786206" y="5208795"/>
                </a:moveTo>
                <a:lnTo>
                  <a:pt x="1795271" y="5208795"/>
                </a:lnTo>
                <a:cubicBezTo>
                  <a:pt x="1795599" y="5208795"/>
                  <a:pt x="1796059" y="5209255"/>
                  <a:pt x="1796059" y="5209255"/>
                </a:cubicBezTo>
                <a:lnTo>
                  <a:pt x="1800590" y="5217136"/>
                </a:lnTo>
                <a:cubicBezTo>
                  <a:pt x="1800722" y="5217399"/>
                  <a:pt x="1800590" y="5217990"/>
                  <a:pt x="1800590" y="5217990"/>
                </a:cubicBezTo>
                <a:lnTo>
                  <a:pt x="1796059" y="5225873"/>
                </a:lnTo>
                <a:cubicBezTo>
                  <a:pt x="1795862" y="5226135"/>
                  <a:pt x="1795271" y="5226332"/>
                  <a:pt x="1795271" y="5226332"/>
                </a:cubicBezTo>
                <a:lnTo>
                  <a:pt x="1786206" y="5226332"/>
                </a:lnTo>
                <a:cubicBezTo>
                  <a:pt x="1785879" y="5226332"/>
                  <a:pt x="1785418" y="5225873"/>
                  <a:pt x="1785418" y="5225873"/>
                </a:cubicBezTo>
                <a:lnTo>
                  <a:pt x="1780886" y="5217990"/>
                </a:lnTo>
                <a:cubicBezTo>
                  <a:pt x="1780755" y="5217727"/>
                  <a:pt x="1780886" y="5217136"/>
                  <a:pt x="1780886" y="5217136"/>
                </a:cubicBezTo>
                <a:lnTo>
                  <a:pt x="1785418" y="5209255"/>
                </a:lnTo>
                <a:cubicBezTo>
                  <a:pt x="1785615" y="5208992"/>
                  <a:pt x="1786206" y="5208795"/>
                  <a:pt x="1786206" y="5208795"/>
                </a:cubicBezTo>
                <a:close/>
                <a:moveTo>
                  <a:pt x="1531849" y="5208795"/>
                </a:moveTo>
                <a:lnTo>
                  <a:pt x="1540912" y="5208795"/>
                </a:lnTo>
                <a:cubicBezTo>
                  <a:pt x="1541241" y="5208795"/>
                  <a:pt x="1541701" y="5209255"/>
                  <a:pt x="1541701" y="5209255"/>
                </a:cubicBezTo>
                <a:lnTo>
                  <a:pt x="1546233" y="5217136"/>
                </a:lnTo>
                <a:cubicBezTo>
                  <a:pt x="1546364" y="5217399"/>
                  <a:pt x="1546233" y="5217990"/>
                  <a:pt x="1546233" y="5217990"/>
                </a:cubicBezTo>
                <a:lnTo>
                  <a:pt x="1541701" y="5225873"/>
                </a:lnTo>
                <a:cubicBezTo>
                  <a:pt x="1541503" y="5226135"/>
                  <a:pt x="1540912" y="5226332"/>
                  <a:pt x="1540912" y="5226332"/>
                </a:cubicBezTo>
                <a:lnTo>
                  <a:pt x="1531849" y="5226332"/>
                </a:lnTo>
                <a:cubicBezTo>
                  <a:pt x="1531520" y="5226332"/>
                  <a:pt x="1531061" y="5225873"/>
                  <a:pt x="1531061" y="5225873"/>
                </a:cubicBezTo>
                <a:lnTo>
                  <a:pt x="1526528" y="5217990"/>
                </a:lnTo>
                <a:cubicBezTo>
                  <a:pt x="1526397" y="5217727"/>
                  <a:pt x="1526528" y="5217136"/>
                  <a:pt x="1526528" y="5217136"/>
                </a:cubicBezTo>
                <a:lnTo>
                  <a:pt x="1531061" y="5209255"/>
                </a:lnTo>
                <a:cubicBezTo>
                  <a:pt x="1531258" y="5208992"/>
                  <a:pt x="1531849" y="5208795"/>
                  <a:pt x="1531849" y="5208795"/>
                </a:cubicBezTo>
                <a:close/>
                <a:moveTo>
                  <a:pt x="1277530" y="5208795"/>
                </a:moveTo>
                <a:lnTo>
                  <a:pt x="1286594" y="5208795"/>
                </a:lnTo>
                <a:cubicBezTo>
                  <a:pt x="1286924" y="5208795"/>
                  <a:pt x="1287384" y="5209255"/>
                  <a:pt x="1287384" y="5209255"/>
                </a:cubicBezTo>
                <a:lnTo>
                  <a:pt x="1291914" y="5217136"/>
                </a:lnTo>
                <a:cubicBezTo>
                  <a:pt x="1292047" y="5217399"/>
                  <a:pt x="1291914" y="5217990"/>
                  <a:pt x="1291914" y="5217990"/>
                </a:cubicBezTo>
                <a:lnTo>
                  <a:pt x="1287384" y="5225873"/>
                </a:lnTo>
                <a:cubicBezTo>
                  <a:pt x="1287186" y="5226135"/>
                  <a:pt x="1286594" y="5226332"/>
                  <a:pt x="1286594" y="5226332"/>
                </a:cubicBezTo>
                <a:lnTo>
                  <a:pt x="1277530" y="5226332"/>
                </a:lnTo>
                <a:cubicBezTo>
                  <a:pt x="1277201" y="5226332"/>
                  <a:pt x="1276743" y="5225873"/>
                  <a:pt x="1276743" y="5225873"/>
                </a:cubicBezTo>
                <a:lnTo>
                  <a:pt x="1272211" y="5217990"/>
                </a:lnTo>
                <a:cubicBezTo>
                  <a:pt x="1272079" y="5217727"/>
                  <a:pt x="1272211" y="5217136"/>
                  <a:pt x="1272211" y="5217136"/>
                </a:cubicBezTo>
                <a:lnTo>
                  <a:pt x="1276743" y="5209255"/>
                </a:lnTo>
                <a:cubicBezTo>
                  <a:pt x="1276938" y="5208992"/>
                  <a:pt x="1277530" y="5208795"/>
                  <a:pt x="1277530" y="5208795"/>
                </a:cubicBezTo>
                <a:close/>
                <a:moveTo>
                  <a:pt x="1023075" y="5208795"/>
                </a:moveTo>
                <a:lnTo>
                  <a:pt x="1032138" y="5208795"/>
                </a:lnTo>
                <a:cubicBezTo>
                  <a:pt x="1032467" y="5208795"/>
                  <a:pt x="1032926" y="5209255"/>
                  <a:pt x="1032926" y="5209255"/>
                </a:cubicBezTo>
                <a:lnTo>
                  <a:pt x="1037458" y="5217136"/>
                </a:lnTo>
                <a:cubicBezTo>
                  <a:pt x="1037590" y="5217399"/>
                  <a:pt x="1037458" y="5217990"/>
                  <a:pt x="1037458" y="5217990"/>
                </a:cubicBezTo>
                <a:lnTo>
                  <a:pt x="1032926" y="5225873"/>
                </a:lnTo>
                <a:cubicBezTo>
                  <a:pt x="1032730" y="5226135"/>
                  <a:pt x="1032138" y="5226332"/>
                  <a:pt x="1032138" y="5226332"/>
                </a:cubicBezTo>
                <a:lnTo>
                  <a:pt x="1023075" y="5226332"/>
                </a:lnTo>
                <a:cubicBezTo>
                  <a:pt x="1022745" y="5226332"/>
                  <a:pt x="1022288" y="5225873"/>
                  <a:pt x="1022288" y="5225873"/>
                </a:cubicBezTo>
                <a:lnTo>
                  <a:pt x="1017753" y="5217990"/>
                </a:lnTo>
                <a:cubicBezTo>
                  <a:pt x="1017622" y="5217727"/>
                  <a:pt x="1017753" y="5217136"/>
                  <a:pt x="1017753" y="5217136"/>
                </a:cubicBezTo>
                <a:lnTo>
                  <a:pt x="1022288" y="5209255"/>
                </a:lnTo>
                <a:cubicBezTo>
                  <a:pt x="1022484" y="5208992"/>
                  <a:pt x="1023075" y="5208795"/>
                  <a:pt x="1023075" y="5208795"/>
                </a:cubicBezTo>
                <a:close/>
                <a:moveTo>
                  <a:pt x="768610" y="5208795"/>
                </a:moveTo>
                <a:lnTo>
                  <a:pt x="777673" y="5208795"/>
                </a:lnTo>
                <a:cubicBezTo>
                  <a:pt x="778002" y="5208795"/>
                  <a:pt x="778461" y="5209255"/>
                  <a:pt x="778461" y="5209255"/>
                </a:cubicBezTo>
                <a:lnTo>
                  <a:pt x="782993" y="5217136"/>
                </a:lnTo>
                <a:cubicBezTo>
                  <a:pt x="783125" y="5217399"/>
                  <a:pt x="782993" y="5217990"/>
                  <a:pt x="782993" y="5217990"/>
                </a:cubicBezTo>
                <a:lnTo>
                  <a:pt x="778461" y="5225873"/>
                </a:lnTo>
                <a:cubicBezTo>
                  <a:pt x="778265" y="5226135"/>
                  <a:pt x="777673" y="5226332"/>
                  <a:pt x="777673" y="5226332"/>
                </a:cubicBezTo>
                <a:lnTo>
                  <a:pt x="768610" y="5226332"/>
                </a:lnTo>
                <a:cubicBezTo>
                  <a:pt x="768281" y="5226332"/>
                  <a:pt x="767822" y="5225873"/>
                  <a:pt x="767822" y="5225873"/>
                </a:cubicBezTo>
                <a:lnTo>
                  <a:pt x="763289" y="5217990"/>
                </a:lnTo>
                <a:cubicBezTo>
                  <a:pt x="763157" y="5217727"/>
                  <a:pt x="763289" y="5217136"/>
                  <a:pt x="763289" y="5217136"/>
                </a:cubicBezTo>
                <a:lnTo>
                  <a:pt x="767822" y="5209255"/>
                </a:lnTo>
                <a:cubicBezTo>
                  <a:pt x="768019" y="5208992"/>
                  <a:pt x="768610" y="5208795"/>
                  <a:pt x="768610" y="5208795"/>
                </a:cubicBezTo>
                <a:close/>
                <a:moveTo>
                  <a:pt x="514340" y="5208795"/>
                </a:moveTo>
                <a:lnTo>
                  <a:pt x="523403" y="5208795"/>
                </a:lnTo>
                <a:cubicBezTo>
                  <a:pt x="523732" y="5208795"/>
                  <a:pt x="524191" y="5209255"/>
                  <a:pt x="524191" y="5209255"/>
                </a:cubicBezTo>
                <a:lnTo>
                  <a:pt x="528723" y="5217136"/>
                </a:lnTo>
                <a:cubicBezTo>
                  <a:pt x="528854" y="5217399"/>
                  <a:pt x="528723" y="5217990"/>
                  <a:pt x="528723" y="5217990"/>
                </a:cubicBezTo>
                <a:lnTo>
                  <a:pt x="524191" y="5225873"/>
                </a:lnTo>
                <a:cubicBezTo>
                  <a:pt x="523996" y="5226135"/>
                  <a:pt x="523403" y="5226332"/>
                  <a:pt x="523403" y="5226332"/>
                </a:cubicBezTo>
                <a:lnTo>
                  <a:pt x="514340" y="5226332"/>
                </a:lnTo>
                <a:cubicBezTo>
                  <a:pt x="514010" y="5226332"/>
                  <a:pt x="513553" y="5225873"/>
                  <a:pt x="513553" y="5225873"/>
                </a:cubicBezTo>
                <a:lnTo>
                  <a:pt x="509020" y="5217990"/>
                </a:lnTo>
                <a:cubicBezTo>
                  <a:pt x="508888" y="5217727"/>
                  <a:pt x="509020" y="5217136"/>
                  <a:pt x="509020" y="5217136"/>
                </a:cubicBezTo>
                <a:lnTo>
                  <a:pt x="513553" y="5209255"/>
                </a:lnTo>
                <a:cubicBezTo>
                  <a:pt x="513750" y="5208992"/>
                  <a:pt x="514340" y="5208795"/>
                  <a:pt x="514340" y="5208795"/>
                </a:cubicBezTo>
                <a:close/>
                <a:moveTo>
                  <a:pt x="259963" y="5208795"/>
                </a:moveTo>
                <a:lnTo>
                  <a:pt x="269027" y="5208795"/>
                </a:lnTo>
                <a:cubicBezTo>
                  <a:pt x="269355" y="5208795"/>
                  <a:pt x="269815" y="5209255"/>
                  <a:pt x="269815" y="5209255"/>
                </a:cubicBezTo>
                <a:lnTo>
                  <a:pt x="274346" y="5217136"/>
                </a:lnTo>
                <a:cubicBezTo>
                  <a:pt x="274477" y="5217399"/>
                  <a:pt x="274346" y="5217990"/>
                  <a:pt x="274346" y="5217990"/>
                </a:cubicBezTo>
                <a:lnTo>
                  <a:pt x="269815" y="5225873"/>
                </a:lnTo>
                <a:cubicBezTo>
                  <a:pt x="269618" y="5226135"/>
                  <a:pt x="269027" y="5226332"/>
                  <a:pt x="269027" y="5226332"/>
                </a:cubicBezTo>
                <a:lnTo>
                  <a:pt x="259963" y="5226332"/>
                </a:lnTo>
                <a:cubicBezTo>
                  <a:pt x="259634" y="5226332"/>
                  <a:pt x="259174" y="5225873"/>
                  <a:pt x="259174" y="5225873"/>
                </a:cubicBezTo>
                <a:lnTo>
                  <a:pt x="254642" y="5217990"/>
                </a:lnTo>
                <a:cubicBezTo>
                  <a:pt x="254511" y="5217727"/>
                  <a:pt x="254642" y="5217136"/>
                  <a:pt x="254642" y="5217136"/>
                </a:cubicBezTo>
                <a:lnTo>
                  <a:pt x="259174" y="5209255"/>
                </a:lnTo>
                <a:cubicBezTo>
                  <a:pt x="259371" y="5208992"/>
                  <a:pt x="259963" y="5208795"/>
                  <a:pt x="259963" y="5208795"/>
                </a:cubicBezTo>
                <a:close/>
                <a:moveTo>
                  <a:pt x="5521" y="5208795"/>
                </a:moveTo>
                <a:lnTo>
                  <a:pt x="14585" y="5208795"/>
                </a:lnTo>
                <a:cubicBezTo>
                  <a:pt x="14913" y="5208795"/>
                  <a:pt x="15373" y="5209255"/>
                  <a:pt x="15373" y="5209255"/>
                </a:cubicBezTo>
                <a:lnTo>
                  <a:pt x="19905" y="5217136"/>
                </a:lnTo>
                <a:cubicBezTo>
                  <a:pt x="20036" y="5217399"/>
                  <a:pt x="19905" y="5217990"/>
                  <a:pt x="19905" y="5217990"/>
                </a:cubicBezTo>
                <a:lnTo>
                  <a:pt x="15373" y="5225873"/>
                </a:lnTo>
                <a:cubicBezTo>
                  <a:pt x="15176" y="5226135"/>
                  <a:pt x="14585" y="5226332"/>
                  <a:pt x="14585" y="5226332"/>
                </a:cubicBezTo>
                <a:lnTo>
                  <a:pt x="5521" y="5226332"/>
                </a:lnTo>
                <a:cubicBezTo>
                  <a:pt x="5192" y="5226332"/>
                  <a:pt x="4732" y="5225873"/>
                  <a:pt x="4732" y="5225873"/>
                </a:cubicBezTo>
                <a:lnTo>
                  <a:pt x="200" y="5217990"/>
                </a:lnTo>
                <a:cubicBezTo>
                  <a:pt x="69" y="5217727"/>
                  <a:pt x="200" y="5217136"/>
                  <a:pt x="200" y="5217136"/>
                </a:cubicBezTo>
                <a:lnTo>
                  <a:pt x="4732" y="5209255"/>
                </a:lnTo>
                <a:cubicBezTo>
                  <a:pt x="4929" y="5208992"/>
                  <a:pt x="5521" y="5208795"/>
                  <a:pt x="5521" y="5208795"/>
                </a:cubicBezTo>
                <a:close/>
                <a:moveTo>
                  <a:pt x="10435622" y="4991788"/>
                </a:moveTo>
                <a:lnTo>
                  <a:pt x="10444686" y="4991788"/>
                </a:lnTo>
                <a:cubicBezTo>
                  <a:pt x="10445015" y="4991788"/>
                  <a:pt x="10445474" y="4992247"/>
                  <a:pt x="10445474" y="4992247"/>
                </a:cubicBezTo>
                <a:lnTo>
                  <a:pt x="10450007" y="5000129"/>
                </a:lnTo>
                <a:cubicBezTo>
                  <a:pt x="10450138" y="5000392"/>
                  <a:pt x="10450007" y="5000983"/>
                  <a:pt x="10450007" y="5000983"/>
                </a:cubicBezTo>
                <a:lnTo>
                  <a:pt x="10445474" y="5008864"/>
                </a:lnTo>
                <a:cubicBezTo>
                  <a:pt x="10445278" y="5009128"/>
                  <a:pt x="10444686" y="5009324"/>
                  <a:pt x="10444686" y="5009324"/>
                </a:cubicBezTo>
                <a:lnTo>
                  <a:pt x="10435622" y="5009324"/>
                </a:lnTo>
                <a:cubicBezTo>
                  <a:pt x="10435295" y="5009324"/>
                  <a:pt x="10434834" y="5008864"/>
                  <a:pt x="10434834" y="5008864"/>
                </a:cubicBezTo>
                <a:lnTo>
                  <a:pt x="10430302" y="5000983"/>
                </a:lnTo>
                <a:cubicBezTo>
                  <a:pt x="10430171" y="5000720"/>
                  <a:pt x="10430302" y="5000129"/>
                  <a:pt x="10430302" y="5000129"/>
                </a:cubicBezTo>
                <a:lnTo>
                  <a:pt x="10434834" y="4992247"/>
                </a:lnTo>
                <a:cubicBezTo>
                  <a:pt x="10435031" y="4991985"/>
                  <a:pt x="10435622" y="4991788"/>
                  <a:pt x="10435622" y="4991788"/>
                </a:cubicBezTo>
                <a:close/>
                <a:moveTo>
                  <a:pt x="10181242" y="4991788"/>
                </a:moveTo>
                <a:lnTo>
                  <a:pt x="10190305" y="4991788"/>
                </a:lnTo>
                <a:cubicBezTo>
                  <a:pt x="10190635" y="4991788"/>
                  <a:pt x="10191093" y="4992247"/>
                  <a:pt x="10191093" y="4992247"/>
                </a:cubicBezTo>
                <a:lnTo>
                  <a:pt x="10195626" y="5000129"/>
                </a:lnTo>
                <a:cubicBezTo>
                  <a:pt x="10195758" y="5000392"/>
                  <a:pt x="10195626" y="5000983"/>
                  <a:pt x="10195626" y="5000983"/>
                </a:cubicBezTo>
                <a:lnTo>
                  <a:pt x="10191093" y="5008864"/>
                </a:lnTo>
                <a:cubicBezTo>
                  <a:pt x="10190896" y="5009128"/>
                  <a:pt x="10190305" y="5009324"/>
                  <a:pt x="10190305" y="5009324"/>
                </a:cubicBezTo>
                <a:lnTo>
                  <a:pt x="10181242" y="5009324"/>
                </a:lnTo>
                <a:cubicBezTo>
                  <a:pt x="10180914" y="5009324"/>
                  <a:pt x="10180453" y="5008864"/>
                  <a:pt x="10180453" y="5008864"/>
                </a:cubicBezTo>
                <a:lnTo>
                  <a:pt x="10175922" y="5000983"/>
                </a:lnTo>
                <a:cubicBezTo>
                  <a:pt x="10175790" y="5000720"/>
                  <a:pt x="10175922" y="5000129"/>
                  <a:pt x="10175922" y="5000129"/>
                </a:cubicBezTo>
                <a:lnTo>
                  <a:pt x="10180453" y="4992247"/>
                </a:lnTo>
                <a:cubicBezTo>
                  <a:pt x="10180650" y="4991985"/>
                  <a:pt x="10181242" y="4991788"/>
                  <a:pt x="10181242" y="4991788"/>
                </a:cubicBezTo>
                <a:close/>
                <a:moveTo>
                  <a:pt x="9926861" y="4991788"/>
                </a:moveTo>
                <a:lnTo>
                  <a:pt x="9935924" y="4991788"/>
                </a:lnTo>
                <a:cubicBezTo>
                  <a:pt x="9936254" y="4991788"/>
                  <a:pt x="9936713" y="4992247"/>
                  <a:pt x="9936713" y="4992247"/>
                </a:cubicBezTo>
                <a:lnTo>
                  <a:pt x="9941246" y="5000129"/>
                </a:lnTo>
                <a:cubicBezTo>
                  <a:pt x="9941376" y="5000392"/>
                  <a:pt x="9941246" y="5000983"/>
                  <a:pt x="9941246" y="5000983"/>
                </a:cubicBezTo>
                <a:lnTo>
                  <a:pt x="9936713" y="5008864"/>
                </a:lnTo>
                <a:cubicBezTo>
                  <a:pt x="9936516" y="5009128"/>
                  <a:pt x="9935924" y="5009324"/>
                  <a:pt x="9935924" y="5009324"/>
                </a:cubicBezTo>
                <a:lnTo>
                  <a:pt x="9926861" y="5009324"/>
                </a:lnTo>
                <a:cubicBezTo>
                  <a:pt x="9926532" y="5009324"/>
                  <a:pt x="9926073" y="5008864"/>
                  <a:pt x="9926073" y="5008864"/>
                </a:cubicBezTo>
                <a:lnTo>
                  <a:pt x="9921541" y="5000983"/>
                </a:lnTo>
                <a:cubicBezTo>
                  <a:pt x="9921410" y="5000720"/>
                  <a:pt x="9921541" y="5000129"/>
                  <a:pt x="9921541" y="5000129"/>
                </a:cubicBezTo>
                <a:lnTo>
                  <a:pt x="9926073" y="4992247"/>
                </a:lnTo>
                <a:cubicBezTo>
                  <a:pt x="9926270" y="4991985"/>
                  <a:pt x="9926861" y="4991788"/>
                  <a:pt x="9926861" y="4991788"/>
                </a:cubicBezTo>
                <a:close/>
                <a:moveTo>
                  <a:pt x="9672481" y="4991788"/>
                </a:moveTo>
                <a:lnTo>
                  <a:pt x="9681545" y="4991788"/>
                </a:lnTo>
                <a:cubicBezTo>
                  <a:pt x="9681872" y="4991788"/>
                  <a:pt x="9682333" y="4992247"/>
                  <a:pt x="9682333" y="4992247"/>
                </a:cubicBezTo>
                <a:lnTo>
                  <a:pt x="9686865" y="5000129"/>
                </a:lnTo>
                <a:cubicBezTo>
                  <a:pt x="9686996" y="5000392"/>
                  <a:pt x="9686865" y="5000983"/>
                  <a:pt x="9686865" y="5000983"/>
                </a:cubicBezTo>
                <a:lnTo>
                  <a:pt x="9682333" y="5008864"/>
                </a:lnTo>
                <a:cubicBezTo>
                  <a:pt x="9682136" y="5009128"/>
                  <a:pt x="9681545" y="5009324"/>
                  <a:pt x="9681545" y="5009324"/>
                </a:cubicBezTo>
                <a:lnTo>
                  <a:pt x="9672481" y="5009324"/>
                </a:lnTo>
                <a:cubicBezTo>
                  <a:pt x="9672152" y="5009324"/>
                  <a:pt x="9671693" y="5008864"/>
                  <a:pt x="9671693" y="5008864"/>
                </a:cubicBezTo>
                <a:lnTo>
                  <a:pt x="9667160" y="5000983"/>
                </a:lnTo>
                <a:cubicBezTo>
                  <a:pt x="9667030" y="5000720"/>
                  <a:pt x="9667160" y="5000129"/>
                  <a:pt x="9667160" y="5000129"/>
                </a:cubicBezTo>
                <a:lnTo>
                  <a:pt x="9671693" y="4992247"/>
                </a:lnTo>
                <a:cubicBezTo>
                  <a:pt x="9671890" y="4991985"/>
                  <a:pt x="9672481" y="4991788"/>
                  <a:pt x="9672481" y="4991788"/>
                </a:cubicBezTo>
                <a:close/>
                <a:moveTo>
                  <a:pt x="9418035" y="4991788"/>
                </a:moveTo>
                <a:lnTo>
                  <a:pt x="9427099" y="4991788"/>
                </a:lnTo>
                <a:cubicBezTo>
                  <a:pt x="9427427" y="4991788"/>
                  <a:pt x="9427887" y="4992247"/>
                  <a:pt x="9427887" y="4992247"/>
                </a:cubicBezTo>
                <a:lnTo>
                  <a:pt x="9432419" y="5000129"/>
                </a:lnTo>
                <a:cubicBezTo>
                  <a:pt x="9432550" y="5000392"/>
                  <a:pt x="9432419" y="5000983"/>
                  <a:pt x="9432419" y="5000983"/>
                </a:cubicBezTo>
                <a:lnTo>
                  <a:pt x="9427887" y="5008864"/>
                </a:lnTo>
                <a:cubicBezTo>
                  <a:pt x="9427690" y="5009128"/>
                  <a:pt x="9427099" y="5009324"/>
                  <a:pt x="9427099" y="5009324"/>
                </a:cubicBezTo>
                <a:lnTo>
                  <a:pt x="9418035" y="5009324"/>
                </a:lnTo>
                <a:cubicBezTo>
                  <a:pt x="9417707" y="5009324"/>
                  <a:pt x="9417247" y="5008864"/>
                  <a:pt x="9417247" y="5008864"/>
                </a:cubicBezTo>
                <a:lnTo>
                  <a:pt x="9412714" y="5000983"/>
                </a:lnTo>
                <a:cubicBezTo>
                  <a:pt x="9412583" y="5000720"/>
                  <a:pt x="9412714" y="5000129"/>
                  <a:pt x="9412714" y="5000129"/>
                </a:cubicBezTo>
                <a:lnTo>
                  <a:pt x="9417247" y="4992247"/>
                </a:lnTo>
                <a:cubicBezTo>
                  <a:pt x="9417444" y="4991985"/>
                  <a:pt x="9418035" y="4991788"/>
                  <a:pt x="9418035" y="4991788"/>
                </a:cubicBezTo>
                <a:close/>
                <a:moveTo>
                  <a:pt x="9163654" y="4991788"/>
                </a:moveTo>
                <a:lnTo>
                  <a:pt x="9172718" y="4991788"/>
                </a:lnTo>
                <a:cubicBezTo>
                  <a:pt x="9173046" y="4991788"/>
                  <a:pt x="9173506" y="4992247"/>
                  <a:pt x="9173506" y="4992247"/>
                </a:cubicBezTo>
                <a:lnTo>
                  <a:pt x="9178038" y="5000129"/>
                </a:lnTo>
                <a:cubicBezTo>
                  <a:pt x="9178169" y="5000392"/>
                  <a:pt x="9178038" y="5000983"/>
                  <a:pt x="9178038" y="5000983"/>
                </a:cubicBezTo>
                <a:lnTo>
                  <a:pt x="9173506" y="5008864"/>
                </a:lnTo>
                <a:cubicBezTo>
                  <a:pt x="9173309" y="5009128"/>
                  <a:pt x="9172718" y="5009324"/>
                  <a:pt x="9172718" y="5009324"/>
                </a:cubicBezTo>
                <a:lnTo>
                  <a:pt x="9163654" y="5009324"/>
                </a:lnTo>
                <a:cubicBezTo>
                  <a:pt x="9163326" y="5009324"/>
                  <a:pt x="9162866" y="5008864"/>
                  <a:pt x="9162866" y="5008864"/>
                </a:cubicBezTo>
                <a:lnTo>
                  <a:pt x="9158333" y="5000983"/>
                </a:lnTo>
                <a:cubicBezTo>
                  <a:pt x="9158202" y="5000720"/>
                  <a:pt x="9158333" y="5000129"/>
                  <a:pt x="9158333" y="5000129"/>
                </a:cubicBezTo>
                <a:lnTo>
                  <a:pt x="9162866" y="4992247"/>
                </a:lnTo>
                <a:cubicBezTo>
                  <a:pt x="9163062" y="4991985"/>
                  <a:pt x="9163654" y="4991788"/>
                  <a:pt x="9163654" y="4991788"/>
                </a:cubicBezTo>
                <a:close/>
                <a:moveTo>
                  <a:pt x="8909274" y="4991788"/>
                </a:moveTo>
                <a:lnTo>
                  <a:pt x="8918336" y="4991788"/>
                </a:lnTo>
                <a:cubicBezTo>
                  <a:pt x="8918666" y="4991788"/>
                  <a:pt x="8919125" y="4992247"/>
                  <a:pt x="8919125" y="4992247"/>
                </a:cubicBezTo>
                <a:lnTo>
                  <a:pt x="8923657" y="5000129"/>
                </a:lnTo>
                <a:cubicBezTo>
                  <a:pt x="8923789" y="5000392"/>
                  <a:pt x="8923657" y="5000983"/>
                  <a:pt x="8923657" y="5000983"/>
                </a:cubicBezTo>
                <a:lnTo>
                  <a:pt x="8919125" y="5008864"/>
                </a:lnTo>
                <a:cubicBezTo>
                  <a:pt x="8918928" y="5009128"/>
                  <a:pt x="8918336" y="5009324"/>
                  <a:pt x="8918336" y="5009324"/>
                </a:cubicBezTo>
                <a:lnTo>
                  <a:pt x="8909274" y="5009324"/>
                </a:lnTo>
                <a:cubicBezTo>
                  <a:pt x="8908945" y="5009324"/>
                  <a:pt x="8908484" y="5008864"/>
                  <a:pt x="8908484" y="5008864"/>
                </a:cubicBezTo>
                <a:lnTo>
                  <a:pt x="8903953" y="5000983"/>
                </a:lnTo>
                <a:cubicBezTo>
                  <a:pt x="8903821" y="5000720"/>
                  <a:pt x="8903953" y="5000129"/>
                  <a:pt x="8903953" y="5000129"/>
                </a:cubicBezTo>
                <a:lnTo>
                  <a:pt x="8908484" y="4992247"/>
                </a:lnTo>
                <a:cubicBezTo>
                  <a:pt x="8908681" y="4991985"/>
                  <a:pt x="8909274" y="4991788"/>
                  <a:pt x="8909274" y="4991788"/>
                </a:cubicBezTo>
                <a:close/>
                <a:moveTo>
                  <a:pt x="8654892" y="4991788"/>
                </a:moveTo>
                <a:lnTo>
                  <a:pt x="8663955" y="4991788"/>
                </a:lnTo>
                <a:cubicBezTo>
                  <a:pt x="8664285" y="4991788"/>
                  <a:pt x="8664744" y="4992247"/>
                  <a:pt x="8664744" y="4992247"/>
                </a:cubicBezTo>
                <a:lnTo>
                  <a:pt x="8669277" y="5000129"/>
                </a:lnTo>
                <a:cubicBezTo>
                  <a:pt x="8669408" y="5000392"/>
                  <a:pt x="8669277" y="5000983"/>
                  <a:pt x="8669277" y="5000983"/>
                </a:cubicBezTo>
                <a:lnTo>
                  <a:pt x="8664744" y="5008864"/>
                </a:lnTo>
                <a:cubicBezTo>
                  <a:pt x="8664548" y="5009128"/>
                  <a:pt x="8663955" y="5009324"/>
                  <a:pt x="8663955" y="5009324"/>
                </a:cubicBezTo>
                <a:lnTo>
                  <a:pt x="8654892" y="5009324"/>
                </a:lnTo>
                <a:cubicBezTo>
                  <a:pt x="8654565" y="5009324"/>
                  <a:pt x="8654104" y="5008864"/>
                  <a:pt x="8654104" y="5008864"/>
                </a:cubicBezTo>
                <a:lnTo>
                  <a:pt x="8649572" y="5000983"/>
                </a:lnTo>
                <a:cubicBezTo>
                  <a:pt x="8649441" y="5000720"/>
                  <a:pt x="8649572" y="5000129"/>
                  <a:pt x="8649572" y="5000129"/>
                </a:cubicBezTo>
                <a:lnTo>
                  <a:pt x="8654104" y="4992247"/>
                </a:lnTo>
                <a:cubicBezTo>
                  <a:pt x="8654301" y="4991985"/>
                  <a:pt x="8654892" y="4991788"/>
                  <a:pt x="8654892" y="4991788"/>
                </a:cubicBezTo>
                <a:close/>
                <a:moveTo>
                  <a:pt x="8400511" y="4991788"/>
                </a:moveTo>
                <a:lnTo>
                  <a:pt x="8409575" y="4991788"/>
                </a:lnTo>
                <a:cubicBezTo>
                  <a:pt x="8409904" y="4991788"/>
                  <a:pt x="8410363" y="4992247"/>
                  <a:pt x="8410363" y="4992247"/>
                </a:cubicBezTo>
                <a:lnTo>
                  <a:pt x="8414896" y="5000129"/>
                </a:lnTo>
                <a:cubicBezTo>
                  <a:pt x="8415027" y="5000392"/>
                  <a:pt x="8414896" y="5000983"/>
                  <a:pt x="8414896" y="5000983"/>
                </a:cubicBezTo>
                <a:lnTo>
                  <a:pt x="8410363" y="5008864"/>
                </a:lnTo>
                <a:cubicBezTo>
                  <a:pt x="8410166" y="5009128"/>
                  <a:pt x="8409575" y="5009324"/>
                  <a:pt x="8409575" y="5009324"/>
                </a:cubicBezTo>
                <a:lnTo>
                  <a:pt x="8400511" y="5009324"/>
                </a:lnTo>
                <a:cubicBezTo>
                  <a:pt x="8400184" y="5009324"/>
                  <a:pt x="8399723" y="5008864"/>
                  <a:pt x="8399723" y="5008864"/>
                </a:cubicBezTo>
                <a:lnTo>
                  <a:pt x="8395191" y="5000983"/>
                </a:lnTo>
                <a:cubicBezTo>
                  <a:pt x="8395060" y="5000720"/>
                  <a:pt x="8395191" y="5000129"/>
                  <a:pt x="8395191" y="5000129"/>
                </a:cubicBezTo>
                <a:lnTo>
                  <a:pt x="8399723" y="4992247"/>
                </a:lnTo>
                <a:cubicBezTo>
                  <a:pt x="8399920" y="4991985"/>
                  <a:pt x="8400511" y="4991788"/>
                  <a:pt x="8400511" y="4991788"/>
                </a:cubicBezTo>
                <a:close/>
                <a:moveTo>
                  <a:pt x="8146065" y="4991788"/>
                </a:moveTo>
                <a:lnTo>
                  <a:pt x="8155129" y="4991788"/>
                </a:lnTo>
                <a:cubicBezTo>
                  <a:pt x="8155458" y="4991788"/>
                  <a:pt x="8155917" y="4992247"/>
                  <a:pt x="8155917" y="4992247"/>
                </a:cubicBezTo>
                <a:lnTo>
                  <a:pt x="8160449" y="5000129"/>
                </a:lnTo>
                <a:cubicBezTo>
                  <a:pt x="8160580" y="5000392"/>
                  <a:pt x="8160449" y="5000983"/>
                  <a:pt x="8160449" y="5000983"/>
                </a:cubicBezTo>
                <a:lnTo>
                  <a:pt x="8155917" y="5008864"/>
                </a:lnTo>
                <a:cubicBezTo>
                  <a:pt x="8155719" y="5009128"/>
                  <a:pt x="8155129" y="5009324"/>
                  <a:pt x="8155129" y="5009324"/>
                </a:cubicBezTo>
                <a:lnTo>
                  <a:pt x="8146065" y="5009324"/>
                </a:lnTo>
                <a:cubicBezTo>
                  <a:pt x="8145737" y="5009324"/>
                  <a:pt x="8145277" y="5008864"/>
                  <a:pt x="8145277" y="5008864"/>
                </a:cubicBezTo>
                <a:lnTo>
                  <a:pt x="8140745" y="5000983"/>
                </a:lnTo>
                <a:cubicBezTo>
                  <a:pt x="8140613" y="5000720"/>
                  <a:pt x="8140745" y="5000129"/>
                  <a:pt x="8140745" y="5000129"/>
                </a:cubicBezTo>
                <a:lnTo>
                  <a:pt x="8145277" y="4992247"/>
                </a:lnTo>
                <a:cubicBezTo>
                  <a:pt x="8145474" y="4991985"/>
                  <a:pt x="8146065" y="4991788"/>
                  <a:pt x="8146065" y="4991788"/>
                </a:cubicBezTo>
                <a:close/>
                <a:moveTo>
                  <a:pt x="7891684" y="4991788"/>
                </a:moveTo>
                <a:lnTo>
                  <a:pt x="7900748" y="4991788"/>
                </a:lnTo>
                <a:cubicBezTo>
                  <a:pt x="7901076" y="4991788"/>
                  <a:pt x="7901536" y="4992247"/>
                  <a:pt x="7901536" y="4992247"/>
                </a:cubicBezTo>
                <a:lnTo>
                  <a:pt x="7906067" y="5000129"/>
                </a:lnTo>
                <a:cubicBezTo>
                  <a:pt x="7906199" y="5000392"/>
                  <a:pt x="7906067" y="5000983"/>
                  <a:pt x="7906067" y="5000983"/>
                </a:cubicBezTo>
                <a:lnTo>
                  <a:pt x="7901536" y="5008864"/>
                </a:lnTo>
                <a:cubicBezTo>
                  <a:pt x="7901339" y="5009128"/>
                  <a:pt x="7900748" y="5009324"/>
                  <a:pt x="7900748" y="5009324"/>
                </a:cubicBezTo>
                <a:lnTo>
                  <a:pt x="7891684" y="5009324"/>
                </a:lnTo>
                <a:cubicBezTo>
                  <a:pt x="7891355" y="5009324"/>
                  <a:pt x="7890896" y="5008864"/>
                  <a:pt x="7890896" y="5008864"/>
                </a:cubicBezTo>
                <a:lnTo>
                  <a:pt x="7886363" y="5000983"/>
                </a:lnTo>
                <a:cubicBezTo>
                  <a:pt x="7886233" y="5000720"/>
                  <a:pt x="7886363" y="5000129"/>
                  <a:pt x="7886363" y="5000129"/>
                </a:cubicBezTo>
                <a:lnTo>
                  <a:pt x="7890896" y="4992247"/>
                </a:lnTo>
                <a:cubicBezTo>
                  <a:pt x="7891093" y="4991985"/>
                  <a:pt x="7891684" y="4991788"/>
                  <a:pt x="7891684" y="4991788"/>
                </a:cubicBezTo>
                <a:close/>
                <a:moveTo>
                  <a:pt x="7637304" y="4991788"/>
                </a:moveTo>
                <a:lnTo>
                  <a:pt x="7646367" y="4991788"/>
                </a:lnTo>
                <a:cubicBezTo>
                  <a:pt x="7646696" y="4991788"/>
                  <a:pt x="7647156" y="4992247"/>
                  <a:pt x="7647156" y="4992247"/>
                </a:cubicBezTo>
                <a:lnTo>
                  <a:pt x="7651687" y="5000129"/>
                </a:lnTo>
                <a:cubicBezTo>
                  <a:pt x="7651819" y="5000392"/>
                  <a:pt x="7651687" y="5000983"/>
                  <a:pt x="7651687" y="5000983"/>
                </a:cubicBezTo>
                <a:lnTo>
                  <a:pt x="7647156" y="5008864"/>
                </a:lnTo>
                <a:cubicBezTo>
                  <a:pt x="7646958" y="5009128"/>
                  <a:pt x="7646367" y="5009324"/>
                  <a:pt x="7646367" y="5009324"/>
                </a:cubicBezTo>
                <a:lnTo>
                  <a:pt x="7637304" y="5009324"/>
                </a:lnTo>
                <a:cubicBezTo>
                  <a:pt x="7636975" y="5009324"/>
                  <a:pt x="7636516" y="5008864"/>
                  <a:pt x="7636516" y="5008864"/>
                </a:cubicBezTo>
                <a:lnTo>
                  <a:pt x="7631983" y="5000983"/>
                </a:lnTo>
                <a:cubicBezTo>
                  <a:pt x="7631851" y="5000720"/>
                  <a:pt x="7631983" y="5000129"/>
                  <a:pt x="7631983" y="5000129"/>
                </a:cubicBezTo>
                <a:lnTo>
                  <a:pt x="7636516" y="4992247"/>
                </a:lnTo>
                <a:cubicBezTo>
                  <a:pt x="7636713" y="4991985"/>
                  <a:pt x="7637304" y="4991788"/>
                  <a:pt x="7637304" y="4991788"/>
                </a:cubicBezTo>
                <a:close/>
                <a:moveTo>
                  <a:pt x="7382923" y="4991788"/>
                </a:moveTo>
                <a:lnTo>
                  <a:pt x="7391987" y="4991788"/>
                </a:lnTo>
                <a:cubicBezTo>
                  <a:pt x="7392315" y="4991788"/>
                  <a:pt x="7392775" y="4992247"/>
                  <a:pt x="7392775" y="4992247"/>
                </a:cubicBezTo>
                <a:lnTo>
                  <a:pt x="7397307" y="5000129"/>
                </a:lnTo>
                <a:cubicBezTo>
                  <a:pt x="7397438" y="5000392"/>
                  <a:pt x="7397307" y="5000983"/>
                  <a:pt x="7397307" y="5000983"/>
                </a:cubicBezTo>
                <a:lnTo>
                  <a:pt x="7392775" y="5008864"/>
                </a:lnTo>
                <a:cubicBezTo>
                  <a:pt x="7392578" y="5009128"/>
                  <a:pt x="7391987" y="5009324"/>
                  <a:pt x="7391987" y="5009324"/>
                </a:cubicBezTo>
                <a:lnTo>
                  <a:pt x="7382923" y="5009324"/>
                </a:lnTo>
                <a:cubicBezTo>
                  <a:pt x="7382595" y="5009324"/>
                  <a:pt x="7382135" y="5008864"/>
                  <a:pt x="7382135" y="5008864"/>
                </a:cubicBezTo>
                <a:lnTo>
                  <a:pt x="7377602" y="5000983"/>
                </a:lnTo>
                <a:cubicBezTo>
                  <a:pt x="7377471" y="5000720"/>
                  <a:pt x="7377602" y="5000129"/>
                  <a:pt x="7377602" y="5000129"/>
                </a:cubicBezTo>
                <a:lnTo>
                  <a:pt x="7382135" y="4992247"/>
                </a:lnTo>
                <a:cubicBezTo>
                  <a:pt x="7382331" y="4991985"/>
                  <a:pt x="7382923" y="4991788"/>
                  <a:pt x="7382923" y="4991788"/>
                </a:cubicBezTo>
                <a:close/>
                <a:moveTo>
                  <a:pt x="7128477" y="4991788"/>
                </a:moveTo>
                <a:lnTo>
                  <a:pt x="7137540" y="4991788"/>
                </a:lnTo>
                <a:cubicBezTo>
                  <a:pt x="7137869" y="4991788"/>
                  <a:pt x="7138328" y="4992247"/>
                  <a:pt x="7138328" y="4992247"/>
                </a:cubicBezTo>
                <a:lnTo>
                  <a:pt x="7142860" y="5000129"/>
                </a:lnTo>
                <a:cubicBezTo>
                  <a:pt x="7142992" y="5000392"/>
                  <a:pt x="7142860" y="5000983"/>
                  <a:pt x="7142860" y="5000983"/>
                </a:cubicBezTo>
                <a:lnTo>
                  <a:pt x="7138328" y="5008864"/>
                </a:lnTo>
                <a:cubicBezTo>
                  <a:pt x="7138131" y="5009128"/>
                  <a:pt x="7137540" y="5009324"/>
                  <a:pt x="7137540" y="5009324"/>
                </a:cubicBezTo>
                <a:lnTo>
                  <a:pt x="7128477" y="5009324"/>
                </a:lnTo>
                <a:cubicBezTo>
                  <a:pt x="7128148" y="5009324"/>
                  <a:pt x="7127689" y="5008864"/>
                  <a:pt x="7127689" y="5008864"/>
                </a:cubicBezTo>
                <a:lnTo>
                  <a:pt x="7123156" y="5000983"/>
                </a:lnTo>
                <a:cubicBezTo>
                  <a:pt x="7123024" y="5000720"/>
                  <a:pt x="7123156" y="5000129"/>
                  <a:pt x="7123156" y="5000129"/>
                </a:cubicBezTo>
                <a:lnTo>
                  <a:pt x="7127689" y="4992247"/>
                </a:lnTo>
                <a:cubicBezTo>
                  <a:pt x="7127885" y="4991985"/>
                  <a:pt x="7128477" y="4991788"/>
                  <a:pt x="7128477" y="4991788"/>
                </a:cubicBezTo>
                <a:close/>
                <a:moveTo>
                  <a:pt x="6874095" y="4991788"/>
                </a:moveTo>
                <a:lnTo>
                  <a:pt x="6883159" y="4991788"/>
                </a:lnTo>
                <a:cubicBezTo>
                  <a:pt x="6883488" y="4991788"/>
                  <a:pt x="6883947" y="4992247"/>
                  <a:pt x="6883947" y="4992247"/>
                </a:cubicBezTo>
                <a:lnTo>
                  <a:pt x="6888480" y="5000129"/>
                </a:lnTo>
                <a:cubicBezTo>
                  <a:pt x="6888611" y="5000392"/>
                  <a:pt x="6888480" y="5000983"/>
                  <a:pt x="6888480" y="5000983"/>
                </a:cubicBezTo>
                <a:lnTo>
                  <a:pt x="6883947" y="5008864"/>
                </a:lnTo>
                <a:cubicBezTo>
                  <a:pt x="6883751" y="5009128"/>
                  <a:pt x="6883159" y="5009324"/>
                  <a:pt x="6883159" y="5009324"/>
                </a:cubicBezTo>
                <a:lnTo>
                  <a:pt x="6874095" y="5009324"/>
                </a:lnTo>
                <a:cubicBezTo>
                  <a:pt x="6873768" y="5009324"/>
                  <a:pt x="6873307" y="5008864"/>
                  <a:pt x="6873307" y="5008864"/>
                </a:cubicBezTo>
                <a:lnTo>
                  <a:pt x="6868775" y="5000983"/>
                </a:lnTo>
                <a:cubicBezTo>
                  <a:pt x="6868644" y="5000720"/>
                  <a:pt x="6868775" y="5000129"/>
                  <a:pt x="6868775" y="5000129"/>
                </a:cubicBezTo>
                <a:lnTo>
                  <a:pt x="6873307" y="4992247"/>
                </a:lnTo>
                <a:cubicBezTo>
                  <a:pt x="6873504" y="4991985"/>
                  <a:pt x="6874095" y="4991788"/>
                  <a:pt x="6874095" y="4991788"/>
                </a:cubicBezTo>
                <a:close/>
                <a:moveTo>
                  <a:pt x="6619714" y="4991788"/>
                </a:moveTo>
                <a:lnTo>
                  <a:pt x="6628778" y="4991788"/>
                </a:lnTo>
                <a:cubicBezTo>
                  <a:pt x="6629107" y="4991788"/>
                  <a:pt x="6629566" y="4992247"/>
                  <a:pt x="6629566" y="4992247"/>
                </a:cubicBezTo>
                <a:lnTo>
                  <a:pt x="6634099" y="5000129"/>
                </a:lnTo>
                <a:cubicBezTo>
                  <a:pt x="6634230" y="5000392"/>
                  <a:pt x="6634099" y="5000983"/>
                  <a:pt x="6634099" y="5000983"/>
                </a:cubicBezTo>
                <a:lnTo>
                  <a:pt x="6629566" y="5008864"/>
                </a:lnTo>
                <a:cubicBezTo>
                  <a:pt x="6629369" y="5009128"/>
                  <a:pt x="6628778" y="5009324"/>
                  <a:pt x="6628778" y="5009324"/>
                </a:cubicBezTo>
                <a:lnTo>
                  <a:pt x="6619714" y="5009324"/>
                </a:lnTo>
                <a:cubicBezTo>
                  <a:pt x="6619387" y="5009324"/>
                  <a:pt x="6618926" y="5008864"/>
                  <a:pt x="6618926" y="5008864"/>
                </a:cubicBezTo>
                <a:lnTo>
                  <a:pt x="6614394" y="5000983"/>
                </a:lnTo>
                <a:cubicBezTo>
                  <a:pt x="6614263" y="5000720"/>
                  <a:pt x="6614394" y="5000129"/>
                  <a:pt x="6614394" y="5000129"/>
                </a:cubicBezTo>
                <a:lnTo>
                  <a:pt x="6618926" y="4992247"/>
                </a:lnTo>
                <a:cubicBezTo>
                  <a:pt x="6619123" y="4991985"/>
                  <a:pt x="6619714" y="4991788"/>
                  <a:pt x="6619714" y="4991788"/>
                </a:cubicBezTo>
                <a:close/>
                <a:moveTo>
                  <a:pt x="6365334" y="4991788"/>
                </a:moveTo>
                <a:lnTo>
                  <a:pt x="6374397" y="4991788"/>
                </a:lnTo>
                <a:cubicBezTo>
                  <a:pt x="6374727" y="4991788"/>
                  <a:pt x="6375186" y="4992247"/>
                  <a:pt x="6375186" y="4992247"/>
                </a:cubicBezTo>
                <a:lnTo>
                  <a:pt x="6379718" y="5000129"/>
                </a:lnTo>
                <a:cubicBezTo>
                  <a:pt x="6379849" y="5000392"/>
                  <a:pt x="6379718" y="5000983"/>
                  <a:pt x="6379718" y="5000983"/>
                </a:cubicBezTo>
                <a:lnTo>
                  <a:pt x="6375186" y="5008864"/>
                </a:lnTo>
                <a:cubicBezTo>
                  <a:pt x="6374988" y="5009128"/>
                  <a:pt x="6374397" y="5009324"/>
                  <a:pt x="6374397" y="5009324"/>
                </a:cubicBezTo>
                <a:lnTo>
                  <a:pt x="6365334" y="5009324"/>
                </a:lnTo>
                <a:cubicBezTo>
                  <a:pt x="6365005" y="5009324"/>
                  <a:pt x="6364546" y="5008864"/>
                  <a:pt x="6364546" y="5008864"/>
                </a:cubicBezTo>
                <a:lnTo>
                  <a:pt x="6360014" y="5000983"/>
                </a:lnTo>
                <a:cubicBezTo>
                  <a:pt x="6359882" y="5000720"/>
                  <a:pt x="6360014" y="5000129"/>
                  <a:pt x="6360014" y="5000129"/>
                </a:cubicBezTo>
                <a:lnTo>
                  <a:pt x="6364546" y="4992247"/>
                </a:lnTo>
                <a:cubicBezTo>
                  <a:pt x="6364743" y="4991985"/>
                  <a:pt x="6365334" y="4991788"/>
                  <a:pt x="6365334" y="4991788"/>
                </a:cubicBezTo>
                <a:close/>
                <a:moveTo>
                  <a:pt x="6110888" y="4991788"/>
                </a:moveTo>
                <a:lnTo>
                  <a:pt x="6119953" y="4991788"/>
                </a:lnTo>
                <a:cubicBezTo>
                  <a:pt x="6120280" y="4991788"/>
                  <a:pt x="6120740" y="4992247"/>
                  <a:pt x="6120740" y="4992247"/>
                </a:cubicBezTo>
                <a:lnTo>
                  <a:pt x="6125272" y="5000129"/>
                </a:lnTo>
                <a:cubicBezTo>
                  <a:pt x="6125403" y="5000392"/>
                  <a:pt x="6125272" y="5000983"/>
                  <a:pt x="6125272" y="5000983"/>
                </a:cubicBezTo>
                <a:lnTo>
                  <a:pt x="6120740" y="5008864"/>
                </a:lnTo>
                <a:cubicBezTo>
                  <a:pt x="6120543" y="5009128"/>
                  <a:pt x="6119953" y="5009324"/>
                  <a:pt x="6119953" y="5009324"/>
                </a:cubicBezTo>
                <a:lnTo>
                  <a:pt x="6110888" y="5009324"/>
                </a:lnTo>
                <a:cubicBezTo>
                  <a:pt x="6110560" y="5009324"/>
                  <a:pt x="6110101" y="5008864"/>
                  <a:pt x="6110101" y="5008864"/>
                </a:cubicBezTo>
                <a:lnTo>
                  <a:pt x="6105567" y="5000983"/>
                </a:lnTo>
                <a:cubicBezTo>
                  <a:pt x="6105436" y="5000720"/>
                  <a:pt x="6105567" y="5000129"/>
                  <a:pt x="6105567" y="5000129"/>
                </a:cubicBezTo>
                <a:lnTo>
                  <a:pt x="6110101" y="4992247"/>
                </a:lnTo>
                <a:cubicBezTo>
                  <a:pt x="6110296" y="4991985"/>
                  <a:pt x="6110888" y="4991788"/>
                  <a:pt x="6110888" y="4991788"/>
                </a:cubicBezTo>
                <a:close/>
                <a:moveTo>
                  <a:pt x="5856508" y="4991788"/>
                </a:moveTo>
                <a:lnTo>
                  <a:pt x="5865571" y="4991788"/>
                </a:lnTo>
                <a:cubicBezTo>
                  <a:pt x="5865900" y="4991788"/>
                  <a:pt x="5866359" y="4992247"/>
                  <a:pt x="5866359" y="4992247"/>
                </a:cubicBezTo>
                <a:lnTo>
                  <a:pt x="5870891" y="5000129"/>
                </a:lnTo>
                <a:cubicBezTo>
                  <a:pt x="5871023" y="5000392"/>
                  <a:pt x="5870891" y="5000983"/>
                  <a:pt x="5870891" y="5000983"/>
                </a:cubicBezTo>
                <a:lnTo>
                  <a:pt x="5866359" y="5008864"/>
                </a:lnTo>
                <a:cubicBezTo>
                  <a:pt x="5866163" y="5009128"/>
                  <a:pt x="5865571" y="5009324"/>
                  <a:pt x="5865571" y="5009324"/>
                </a:cubicBezTo>
                <a:lnTo>
                  <a:pt x="5856508" y="5009324"/>
                </a:lnTo>
                <a:cubicBezTo>
                  <a:pt x="5856178" y="5009324"/>
                  <a:pt x="5855720" y="5008864"/>
                  <a:pt x="5855720" y="5008864"/>
                </a:cubicBezTo>
                <a:lnTo>
                  <a:pt x="5851187" y="5000983"/>
                </a:lnTo>
                <a:cubicBezTo>
                  <a:pt x="5851055" y="5000720"/>
                  <a:pt x="5851187" y="5000129"/>
                  <a:pt x="5851187" y="5000129"/>
                </a:cubicBezTo>
                <a:lnTo>
                  <a:pt x="5855720" y="4992247"/>
                </a:lnTo>
                <a:cubicBezTo>
                  <a:pt x="5855916" y="4991985"/>
                  <a:pt x="5856508" y="4991788"/>
                  <a:pt x="5856508" y="4991788"/>
                </a:cubicBezTo>
                <a:close/>
                <a:moveTo>
                  <a:pt x="5602126" y="4991788"/>
                </a:moveTo>
                <a:lnTo>
                  <a:pt x="5611191" y="4991788"/>
                </a:lnTo>
                <a:cubicBezTo>
                  <a:pt x="5611519" y="4991788"/>
                  <a:pt x="5611979" y="4992247"/>
                  <a:pt x="5611979" y="4992247"/>
                </a:cubicBezTo>
                <a:lnTo>
                  <a:pt x="5616511" y="5000129"/>
                </a:lnTo>
                <a:cubicBezTo>
                  <a:pt x="5616642" y="5000392"/>
                  <a:pt x="5616511" y="5000983"/>
                  <a:pt x="5616511" y="5000983"/>
                </a:cubicBezTo>
                <a:lnTo>
                  <a:pt x="5611979" y="5008864"/>
                </a:lnTo>
                <a:cubicBezTo>
                  <a:pt x="5611782" y="5009128"/>
                  <a:pt x="5611191" y="5009324"/>
                  <a:pt x="5611191" y="5009324"/>
                </a:cubicBezTo>
                <a:lnTo>
                  <a:pt x="5602126" y="5009324"/>
                </a:lnTo>
                <a:cubicBezTo>
                  <a:pt x="5601798" y="5009324"/>
                  <a:pt x="5601338" y="5008864"/>
                  <a:pt x="5601338" y="5008864"/>
                </a:cubicBezTo>
                <a:lnTo>
                  <a:pt x="5596807" y="5000983"/>
                </a:lnTo>
                <a:cubicBezTo>
                  <a:pt x="5596675" y="5000720"/>
                  <a:pt x="5596807" y="5000129"/>
                  <a:pt x="5596807" y="5000129"/>
                </a:cubicBezTo>
                <a:lnTo>
                  <a:pt x="5601338" y="4992247"/>
                </a:lnTo>
                <a:cubicBezTo>
                  <a:pt x="5601536" y="4991985"/>
                  <a:pt x="5602126" y="4991788"/>
                  <a:pt x="5602126" y="4991788"/>
                </a:cubicBezTo>
                <a:close/>
                <a:moveTo>
                  <a:pt x="5347746" y="4991788"/>
                </a:moveTo>
                <a:lnTo>
                  <a:pt x="5356810" y="4991788"/>
                </a:lnTo>
                <a:cubicBezTo>
                  <a:pt x="5357138" y="4991788"/>
                  <a:pt x="5357598" y="4992247"/>
                  <a:pt x="5357598" y="4992247"/>
                </a:cubicBezTo>
                <a:lnTo>
                  <a:pt x="5362130" y="5000129"/>
                </a:lnTo>
                <a:cubicBezTo>
                  <a:pt x="5362261" y="5000392"/>
                  <a:pt x="5362130" y="5000983"/>
                  <a:pt x="5362130" y="5000983"/>
                </a:cubicBezTo>
                <a:lnTo>
                  <a:pt x="5357598" y="5008864"/>
                </a:lnTo>
                <a:cubicBezTo>
                  <a:pt x="5357401" y="5009128"/>
                  <a:pt x="5356810" y="5009324"/>
                  <a:pt x="5356810" y="5009324"/>
                </a:cubicBezTo>
                <a:lnTo>
                  <a:pt x="5347746" y="5009324"/>
                </a:lnTo>
                <a:cubicBezTo>
                  <a:pt x="5347418" y="5009324"/>
                  <a:pt x="5346958" y="5008864"/>
                  <a:pt x="5346958" y="5008864"/>
                </a:cubicBezTo>
                <a:lnTo>
                  <a:pt x="5342425" y="5000983"/>
                </a:lnTo>
                <a:cubicBezTo>
                  <a:pt x="5342295" y="5000720"/>
                  <a:pt x="5342425" y="5000129"/>
                  <a:pt x="5342425" y="5000129"/>
                </a:cubicBezTo>
                <a:lnTo>
                  <a:pt x="5346958" y="4992247"/>
                </a:lnTo>
                <a:cubicBezTo>
                  <a:pt x="5347154" y="4991985"/>
                  <a:pt x="5347746" y="4991788"/>
                  <a:pt x="5347746" y="4991788"/>
                </a:cubicBezTo>
                <a:close/>
                <a:moveTo>
                  <a:pt x="5093300" y="4991788"/>
                </a:moveTo>
                <a:lnTo>
                  <a:pt x="5102364" y="4991788"/>
                </a:lnTo>
                <a:cubicBezTo>
                  <a:pt x="5102693" y="4991788"/>
                  <a:pt x="5103153" y="4992247"/>
                  <a:pt x="5103153" y="4992247"/>
                </a:cubicBezTo>
                <a:lnTo>
                  <a:pt x="5107684" y="5000129"/>
                </a:lnTo>
                <a:cubicBezTo>
                  <a:pt x="5107815" y="5000392"/>
                  <a:pt x="5107684" y="5000983"/>
                  <a:pt x="5107684" y="5000983"/>
                </a:cubicBezTo>
                <a:lnTo>
                  <a:pt x="5103153" y="5008864"/>
                </a:lnTo>
                <a:cubicBezTo>
                  <a:pt x="5102955" y="5009128"/>
                  <a:pt x="5102364" y="5009324"/>
                  <a:pt x="5102364" y="5009324"/>
                </a:cubicBezTo>
                <a:lnTo>
                  <a:pt x="5093300" y="5009324"/>
                </a:lnTo>
                <a:cubicBezTo>
                  <a:pt x="5092972" y="5009324"/>
                  <a:pt x="5092512" y="5008864"/>
                  <a:pt x="5092512" y="5008864"/>
                </a:cubicBezTo>
                <a:lnTo>
                  <a:pt x="5087979" y="5000983"/>
                </a:lnTo>
                <a:cubicBezTo>
                  <a:pt x="5087848" y="5000720"/>
                  <a:pt x="5087979" y="5000129"/>
                  <a:pt x="5087979" y="5000129"/>
                </a:cubicBezTo>
                <a:lnTo>
                  <a:pt x="5092512" y="4992247"/>
                </a:lnTo>
                <a:cubicBezTo>
                  <a:pt x="5092708" y="4991985"/>
                  <a:pt x="5093300" y="4991788"/>
                  <a:pt x="5093300" y="4991788"/>
                </a:cubicBezTo>
                <a:close/>
                <a:moveTo>
                  <a:pt x="4838919" y="4991788"/>
                </a:moveTo>
                <a:lnTo>
                  <a:pt x="4847982" y="4991788"/>
                </a:lnTo>
                <a:cubicBezTo>
                  <a:pt x="4848311" y="4991788"/>
                  <a:pt x="4848772" y="4992247"/>
                  <a:pt x="4848772" y="4992247"/>
                </a:cubicBezTo>
                <a:lnTo>
                  <a:pt x="4853303" y="5000129"/>
                </a:lnTo>
                <a:cubicBezTo>
                  <a:pt x="4853435" y="5000392"/>
                  <a:pt x="4853303" y="5000983"/>
                  <a:pt x="4853303" y="5000983"/>
                </a:cubicBezTo>
                <a:lnTo>
                  <a:pt x="4848772" y="5008864"/>
                </a:lnTo>
                <a:cubicBezTo>
                  <a:pt x="4848575" y="5009128"/>
                  <a:pt x="4847982" y="5009324"/>
                  <a:pt x="4847982" y="5009324"/>
                </a:cubicBezTo>
                <a:lnTo>
                  <a:pt x="4838919" y="5009324"/>
                </a:lnTo>
                <a:cubicBezTo>
                  <a:pt x="4838590" y="5009324"/>
                  <a:pt x="4838132" y="5008864"/>
                  <a:pt x="4838132" y="5008864"/>
                </a:cubicBezTo>
                <a:lnTo>
                  <a:pt x="4833598" y="5000983"/>
                </a:lnTo>
                <a:cubicBezTo>
                  <a:pt x="4833467" y="5000720"/>
                  <a:pt x="4833598" y="5000129"/>
                  <a:pt x="4833598" y="5000129"/>
                </a:cubicBezTo>
                <a:lnTo>
                  <a:pt x="4838132" y="4992247"/>
                </a:lnTo>
                <a:cubicBezTo>
                  <a:pt x="4838328" y="4991985"/>
                  <a:pt x="4838919" y="4991788"/>
                  <a:pt x="4838919" y="4991788"/>
                </a:cubicBezTo>
                <a:close/>
                <a:moveTo>
                  <a:pt x="4584538" y="4991788"/>
                </a:moveTo>
                <a:lnTo>
                  <a:pt x="4593603" y="4991788"/>
                </a:lnTo>
                <a:cubicBezTo>
                  <a:pt x="4593932" y="4991788"/>
                  <a:pt x="4594390" y="4992247"/>
                  <a:pt x="4594390" y="4992247"/>
                </a:cubicBezTo>
                <a:lnTo>
                  <a:pt x="4598922" y="5000129"/>
                </a:lnTo>
                <a:cubicBezTo>
                  <a:pt x="4599054" y="5000392"/>
                  <a:pt x="4598922" y="5000983"/>
                  <a:pt x="4598922" y="5000983"/>
                </a:cubicBezTo>
                <a:lnTo>
                  <a:pt x="4594390" y="5008864"/>
                </a:lnTo>
                <a:cubicBezTo>
                  <a:pt x="4594193" y="5009128"/>
                  <a:pt x="4593603" y="5009324"/>
                  <a:pt x="4593603" y="5009324"/>
                </a:cubicBezTo>
                <a:lnTo>
                  <a:pt x="4584538" y="5009324"/>
                </a:lnTo>
                <a:cubicBezTo>
                  <a:pt x="4584210" y="5009324"/>
                  <a:pt x="4583749" y="5008864"/>
                  <a:pt x="4583749" y="5008864"/>
                </a:cubicBezTo>
                <a:lnTo>
                  <a:pt x="4579218" y="5000983"/>
                </a:lnTo>
                <a:cubicBezTo>
                  <a:pt x="4579087" y="5000720"/>
                  <a:pt x="4579218" y="5000129"/>
                  <a:pt x="4579218" y="5000129"/>
                </a:cubicBezTo>
                <a:lnTo>
                  <a:pt x="4583749" y="4992247"/>
                </a:lnTo>
                <a:cubicBezTo>
                  <a:pt x="4583948" y="4991985"/>
                  <a:pt x="4584538" y="4991788"/>
                  <a:pt x="4584538" y="4991788"/>
                </a:cubicBezTo>
                <a:close/>
                <a:moveTo>
                  <a:pt x="4330157" y="4991788"/>
                </a:moveTo>
                <a:lnTo>
                  <a:pt x="4339222" y="4991788"/>
                </a:lnTo>
                <a:cubicBezTo>
                  <a:pt x="4339550" y="4991788"/>
                  <a:pt x="4340010" y="4992247"/>
                  <a:pt x="4340010" y="4992247"/>
                </a:cubicBezTo>
                <a:lnTo>
                  <a:pt x="4344540" y="5000129"/>
                </a:lnTo>
                <a:cubicBezTo>
                  <a:pt x="4344672" y="5000392"/>
                  <a:pt x="4344540" y="5000983"/>
                  <a:pt x="4344540" y="5000983"/>
                </a:cubicBezTo>
                <a:lnTo>
                  <a:pt x="4340010" y="5008864"/>
                </a:lnTo>
                <a:cubicBezTo>
                  <a:pt x="4339812" y="5009128"/>
                  <a:pt x="4339222" y="5009324"/>
                  <a:pt x="4339222" y="5009324"/>
                </a:cubicBezTo>
                <a:lnTo>
                  <a:pt x="4330157" y="5009324"/>
                </a:lnTo>
                <a:cubicBezTo>
                  <a:pt x="4329829" y="5009324"/>
                  <a:pt x="4329369" y="5008864"/>
                  <a:pt x="4329369" y="5008864"/>
                </a:cubicBezTo>
                <a:lnTo>
                  <a:pt x="4324836" y="5000983"/>
                </a:lnTo>
                <a:cubicBezTo>
                  <a:pt x="4324706" y="5000720"/>
                  <a:pt x="4324836" y="5000129"/>
                  <a:pt x="4324836" y="5000129"/>
                </a:cubicBezTo>
                <a:lnTo>
                  <a:pt x="4329369" y="4992247"/>
                </a:lnTo>
                <a:cubicBezTo>
                  <a:pt x="4329565" y="4991985"/>
                  <a:pt x="4330157" y="4991788"/>
                  <a:pt x="4330157" y="4991788"/>
                </a:cubicBezTo>
                <a:close/>
                <a:moveTo>
                  <a:pt x="4075860" y="4991788"/>
                </a:moveTo>
                <a:lnTo>
                  <a:pt x="4084924" y="4991788"/>
                </a:lnTo>
                <a:cubicBezTo>
                  <a:pt x="4085252" y="4991788"/>
                  <a:pt x="4085713" y="4992247"/>
                  <a:pt x="4085713" y="4992247"/>
                </a:cubicBezTo>
                <a:lnTo>
                  <a:pt x="4090242" y="5000129"/>
                </a:lnTo>
                <a:cubicBezTo>
                  <a:pt x="4090373" y="5000392"/>
                  <a:pt x="4090242" y="5000983"/>
                  <a:pt x="4090242" y="5000983"/>
                </a:cubicBezTo>
                <a:lnTo>
                  <a:pt x="4085713" y="5008864"/>
                </a:lnTo>
                <a:cubicBezTo>
                  <a:pt x="4085514" y="5009128"/>
                  <a:pt x="4084924" y="5009324"/>
                  <a:pt x="4084924" y="5009324"/>
                </a:cubicBezTo>
                <a:lnTo>
                  <a:pt x="4075860" y="5009324"/>
                </a:lnTo>
                <a:cubicBezTo>
                  <a:pt x="4075531" y="5009324"/>
                  <a:pt x="4075070" y="5008864"/>
                  <a:pt x="4075070" y="5008864"/>
                </a:cubicBezTo>
                <a:lnTo>
                  <a:pt x="4070539" y="5000983"/>
                </a:lnTo>
                <a:cubicBezTo>
                  <a:pt x="4070407" y="5000720"/>
                  <a:pt x="4070539" y="5000129"/>
                  <a:pt x="4070539" y="5000129"/>
                </a:cubicBezTo>
                <a:lnTo>
                  <a:pt x="4075070" y="4992247"/>
                </a:lnTo>
                <a:cubicBezTo>
                  <a:pt x="4075267" y="4991985"/>
                  <a:pt x="4075860" y="4991788"/>
                  <a:pt x="4075860" y="4991788"/>
                </a:cubicBezTo>
                <a:close/>
                <a:moveTo>
                  <a:pt x="3821406" y="4991788"/>
                </a:moveTo>
                <a:lnTo>
                  <a:pt x="3830474" y="4991788"/>
                </a:lnTo>
                <a:cubicBezTo>
                  <a:pt x="3830800" y="4991788"/>
                  <a:pt x="3831260" y="4992247"/>
                  <a:pt x="3831260" y="4992247"/>
                </a:cubicBezTo>
                <a:lnTo>
                  <a:pt x="3835794" y="5000129"/>
                </a:lnTo>
                <a:cubicBezTo>
                  <a:pt x="3835927" y="5000392"/>
                  <a:pt x="3835794" y="5000983"/>
                  <a:pt x="3835794" y="5000983"/>
                </a:cubicBezTo>
                <a:lnTo>
                  <a:pt x="3831260" y="5008864"/>
                </a:lnTo>
                <a:cubicBezTo>
                  <a:pt x="3831062" y="5009128"/>
                  <a:pt x="3830474" y="5009324"/>
                  <a:pt x="3830474" y="5009324"/>
                </a:cubicBezTo>
                <a:lnTo>
                  <a:pt x="3821406" y="5009324"/>
                </a:lnTo>
                <a:cubicBezTo>
                  <a:pt x="3821078" y="5009324"/>
                  <a:pt x="3820618" y="5008864"/>
                  <a:pt x="3820618" y="5008864"/>
                </a:cubicBezTo>
                <a:lnTo>
                  <a:pt x="3816087" y="5000983"/>
                </a:lnTo>
                <a:cubicBezTo>
                  <a:pt x="3815957" y="5000720"/>
                  <a:pt x="3816087" y="5000129"/>
                  <a:pt x="3816087" y="5000129"/>
                </a:cubicBezTo>
                <a:lnTo>
                  <a:pt x="3820618" y="4992247"/>
                </a:lnTo>
                <a:cubicBezTo>
                  <a:pt x="3820819" y="4991985"/>
                  <a:pt x="3821406" y="4991788"/>
                  <a:pt x="3821406" y="4991788"/>
                </a:cubicBezTo>
                <a:close/>
                <a:moveTo>
                  <a:pt x="3567142" y="4991788"/>
                </a:moveTo>
                <a:lnTo>
                  <a:pt x="3576205" y="4991788"/>
                </a:lnTo>
                <a:cubicBezTo>
                  <a:pt x="3576533" y="4991788"/>
                  <a:pt x="3576994" y="4992247"/>
                  <a:pt x="3576994" y="4992247"/>
                </a:cubicBezTo>
                <a:lnTo>
                  <a:pt x="3581526" y="5000129"/>
                </a:lnTo>
                <a:cubicBezTo>
                  <a:pt x="3581658" y="5000392"/>
                  <a:pt x="3581526" y="5000983"/>
                  <a:pt x="3581526" y="5000983"/>
                </a:cubicBezTo>
                <a:lnTo>
                  <a:pt x="3576994" y="5008864"/>
                </a:lnTo>
                <a:cubicBezTo>
                  <a:pt x="3576796" y="5009128"/>
                  <a:pt x="3576205" y="5009324"/>
                  <a:pt x="3576205" y="5009324"/>
                </a:cubicBezTo>
                <a:lnTo>
                  <a:pt x="3567142" y="5009324"/>
                </a:lnTo>
                <a:cubicBezTo>
                  <a:pt x="3566813" y="5009324"/>
                  <a:pt x="3566354" y="5008864"/>
                  <a:pt x="3566354" y="5008864"/>
                </a:cubicBezTo>
                <a:lnTo>
                  <a:pt x="3561819" y="5000983"/>
                </a:lnTo>
                <a:cubicBezTo>
                  <a:pt x="3561687" y="5000720"/>
                  <a:pt x="3561819" y="5000129"/>
                  <a:pt x="3561819" y="5000129"/>
                </a:cubicBezTo>
                <a:lnTo>
                  <a:pt x="3566354" y="4992247"/>
                </a:lnTo>
                <a:cubicBezTo>
                  <a:pt x="3566551" y="4991985"/>
                  <a:pt x="3567142" y="4991788"/>
                  <a:pt x="3567142" y="4991788"/>
                </a:cubicBezTo>
                <a:close/>
                <a:moveTo>
                  <a:pt x="3312748" y="4991788"/>
                </a:moveTo>
                <a:lnTo>
                  <a:pt x="3321812" y="4991788"/>
                </a:lnTo>
                <a:cubicBezTo>
                  <a:pt x="3322140" y="4991788"/>
                  <a:pt x="3322600" y="4992247"/>
                  <a:pt x="3322600" y="4992247"/>
                </a:cubicBezTo>
                <a:lnTo>
                  <a:pt x="3327132" y="5000129"/>
                </a:lnTo>
                <a:cubicBezTo>
                  <a:pt x="3327263" y="5000392"/>
                  <a:pt x="3327132" y="5000983"/>
                  <a:pt x="3327132" y="5000983"/>
                </a:cubicBezTo>
                <a:lnTo>
                  <a:pt x="3322600" y="5008864"/>
                </a:lnTo>
                <a:cubicBezTo>
                  <a:pt x="3322404" y="5009128"/>
                  <a:pt x="3321812" y="5009324"/>
                  <a:pt x="3321812" y="5009324"/>
                </a:cubicBezTo>
                <a:lnTo>
                  <a:pt x="3312748" y="5009324"/>
                </a:lnTo>
                <a:cubicBezTo>
                  <a:pt x="3312419" y="5009324"/>
                  <a:pt x="3311960" y="5008864"/>
                  <a:pt x="3311960" y="5008864"/>
                </a:cubicBezTo>
                <a:lnTo>
                  <a:pt x="3307426" y="5000983"/>
                </a:lnTo>
                <a:cubicBezTo>
                  <a:pt x="3307295" y="5000720"/>
                  <a:pt x="3307426" y="5000129"/>
                  <a:pt x="3307426" y="5000129"/>
                </a:cubicBezTo>
                <a:lnTo>
                  <a:pt x="3311960" y="4992247"/>
                </a:lnTo>
                <a:cubicBezTo>
                  <a:pt x="3312155" y="4991985"/>
                  <a:pt x="3312748" y="4991788"/>
                  <a:pt x="3312748" y="4991788"/>
                </a:cubicBezTo>
                <a:close/>
                <a:moveTo>
                  <a:pt x="3058399" y="4991788"/>
                </a:moveTo>
                <a:lnTo>
                  <a:pt x="3067465" y="4991788"/>
                </a:lnTo>
                <a:cubicBezTo>
                  <a:pt x="3067794" y="4991788"/>
                  <a:pt x="3068253" y="4992247"/>
                  <a:pt x="3068253" y="4992247"/>
                </a:cubicBezTo>
                <a:lnTo>
                  <a:pt x="3072785" y="5000129"/>
                </a:lnTo>
                <a:cubicBezTo>
                  <a:pt x="3072916" y="5000392"/>
                  <a:pt x="3072785" y="5000983"/>
                  <a:pt x="3072785" y="5000983"/>
                </a:cubicBezTo>
                <a:lnTo>
                  <a:pt x="3068253" y="5008864"/>
                </a:lnTo>
                <a:cubicBezTo>
                  <a:pt x="3068056" y="5009128"/>
                  <a:pt x="3067465" y="5009324"/>
                  <a:pt x="3067465" y="5009324"/>
                </a:cubicBezTo>
                <a:lnTo>
                  <a:pt x="3058399" y="5009324"/>
                </a:lnTo>
                <a:cubicBezTo>
                  <a:pt x="3058071" y="5009324"/>
                  <a:pt x="3057611" y="5008864"/>
                  <a:pt x="3057611" y="5008864"/>
                </a:cubicBezTo>
                <a:lnTo>
                  <a:pt x="3053079" y="5000983"/>
                </a:lnTo>
                <a:cubicBezTo>
                  <a:pt x="3052948" y="5000720"/>
                  <a:pt x="3053079" y="5000129"/>
                  <a:pt x="3053079" y="5000129"/>
                </a:cubicBezTo>
                <a:lnTo>
                  <a:pt x="3057611" y="4992247"/>
                </a:lnTo>
                <a:cubicBezTo>
                  <a:pt x="3057809" y="4991985"/>
                  <a:pt x="3058399" y="4991788"/>
                  <a:pt x="3058399" y="4991788"/>
                </a:cubicBezTo>
                <a:close/>
                <a:moveTo>
                  <a:pt x="2803975" y="4991788"/>
                </a:moveTo>
                <a:lnTo>
                  <a:pt x="2813040" y="4991788"/>
                </a:lnTo>
                <a:cubicBezTo>
                  <a:pt x="2813369" y="4991788"/>
                  <a:pt x="2813829" y="4992247"/>
                  <a:pt x="2813829" y="4992247"/>
                </a:cubicBezTo>
                <a:lnTo>
                  <a:pt x="2818361" y="5000129"/>
                </a:lnTo>
                <a:cubicBezTo>
                  <a:pt x="2818492" y="5000392"/>
                  <a:pt x="2818361" y="5000983"/>
                  <a:pt x="2818361" y="5000983"/>
                </a:cubicBezTo>
                <a:lnTo>
                  <a:pt x="2813829" y="5008864"/>
                </a:lnTo>
                <a:cubicBezTo>
                  <a:pt x="2813632" y="5009128"/>
                  <a:pt x="2813040" y="5009324"/>
                  <a:pt x="2813040" y="5009324"/>
                </a:cubicBezTo>
                <a:lnTo>
                  <a:pt x="2803975" y="5009324"/>
                </a:lnTo>
                <a:cubicBezTo>
                  <a:pt x="2803644" y="5009324"/>
                  <a:pt x="2803187" y="5008864"/>
                  <a:pt x="2803187" y="5008864"/>
                </a:cubicBezTo>
                <a:lnTo>
                  <a:pt x="2798654" y="5000983"/>
                </a:lnTo>
                <a:cubicBezTo>
                  <a:pt x="2798523" y="5000720"/>
                  <a:pt x="2798654" y="5000129"/>
                  <a:pt x="2798654" y="5000129"/>
                </a:cubicBezTo>
                <a:lnTo>
                  <a:pt x="2803187" y="4992247"/>
                </a:lnTo>
                <a:cubicBezTo>
                  <a:pt x="2803384" y="4991985"/>
                  <a:pt x="2803975" y="4991788"/>
                  <a:pt x="2803975" y="4991788"/>
                </a:cubicBezTo>
                <a:close/>
                <a:moveTo>
                  <a:pt x="2549406" y="4991788"/>
                </a:moveTo>
                <a:lnTo>
                  <a:pt x="2558471" y="4991788"/>
                </a:lnTo>
                <a:cubicBezTo>
                  <a:pt x="2558799" y="4991788"/>
                  <a:pt x="2559259" y="4992247"/>
                  <a:pt x="2559259" y="4992247"/>
                </a:cubicBezTo>
                <a:lnTo>
                  <a:pt x="2563791" y="5000129"/>
                </a:lnTo>
                <a:cubicBezTo>
                  <a:pt x="2563922" y="5000392"/>
                  <a:pt x="2563791" y="5000983"/>
                  <a:pt x="2563791" y="5000983"/>
                </a:cubicBezTo>
                <a:lnTo>
                  <a:pt x="2559259" y="5008864"/>
                </a:lnTo>
                <a:cubicBezTo>
                  <a:pt x="2559062" y="5009128"/>
                  <a:pt x="2558471" y="5009324"/>
                  <a:pt x="2558471" y="5009324"/>
                </a:cubicBezTo>
                <a:lnTo>
                  <a:pt x="2549406" y="5009324"/>
                </a:lnTo>
                <a:cubicBezTo>
                  <a:pt x="2549079" y="5009324"/>
                  <a:pt x="2548618" y="5008864"/>
                  <a:pt x="2548618" y="5008864"/>
                </a:cubicBezTo>
                <a:lnTo>
                  <a:pt x="2544086" y="5000983"/>
                </a:lnTo>
                <a:cubicBezTo>
                  <a:pt x="2543955" y="5000720"/>
                  <a:pt x="2544086" y="5000129"/>
                  <a:pt x="2544086" y="5000129"/>
                </a:cubicBezTo>
                <a:lnTo>
                  <a:pt x="2548618" y="4992247"/>
                </a:lnTo>
                <a:cubicBezTo>
                  <a:pt x="2548815" y="4991985"/>
                  <a:pt x="2549406" y="4991788"/>
                  <a:pt x="2549406" y="4991788"/>
                </a:cubicBezTo>
                <a:close/>
                <a:moveTo>
                  <a:pt x="2295020" y="4991788"/>
                </a:moveTo>
                <a:lnTo>
                  <a:pt x="2304084" y="4991788"/>
                </a:lnTo>
                <a:cubicBezTo>
                  <a:pt x="2304413" y="4991788"/>
                  <a:pt x="2304873" y="4992247"/>
                  <a:pt x="2304873" y="4992247"/>
                </a:cubicBezTo>
                <a:lnTo>
                  <a:pt x="2309404" y="5000129"/>
                </a:lnTo>
                <a:cubicBezTo>
                  <a:pt x="2309536" y="5000392"/>
                  <a:pt x="2309404" y="5000983"/>
                  <a:pt x="2309404" y="5000983"/>
                </a:cubicBezTo>
                <a:lnTo>
                  <a:pt x="2304873" y="5008864"/>
                </a:lnTo>
                <a:cubicBezTo>
                  <a:pt x="2304676" y="5009128"/>
                  <a:pt x="2304084" y="5009324"/>
                  <a:pt x="2304084" y="5009324"/>
                </a:cubicBezTo>
                <a:lnTo>
                  <a:pt x="2295020" y="5009324"/>
                </a:lnTo>
                <a:cubicBezTo>
                  <a:pt x="2294692" y="5009324"/>
                  <a:pt x="2294231" y="5008864"/>
                  <a:pt x="2294231" y="5008864"/>
                </a:cubicBezTo>
                <a:lnTo>
                  <a:pt x="2289700" y="5000983"/>
                </a:lnTo>
                <a:cubicBezTo>
                  <a:pt x="2289568" y="5000720"/>
                  <a:pt x="2289700" y="5000129"/>
                  <a:pt x="2289700" y="5000129"/>
                </a:cubicBezTo>
                <a:lnTo>
                  <a:pt x="2294231" y="4992247"/>
                </a:lnTo>
                <a:cubicBezTo>
                  <a:pt x="2294428" y="4991985"/>
                  <a:pt x="2295020" y="4991788"/>
                  <a:pt x="2295020" y="4991788"/>
                </a:cubicBezTo>
                <a:close/>
                <a:moveTo>
                  <a:pt x="2040735" y="4991788"/>
                </a:moveTo>
                <a:lnTo>
                  <a:pt x="2049800" y="4991788"/>
                </a:lnTo>
                <a:cubicBezTo>
                  <a:pt x="2050128" y="4991788"/>
                  <a:pt x="2050589" y="4992247"/>
                  <a:pt x="2050589" y="4992247"/>
                </a:cubicBezTo>
                <a:lnTo>
                  <a:pt x="2055121" y="5000129"/>
                </a:lnTo>
                <a:cubicBezTo>
                  <a:pt x="2055252" y="5000392"/>
                  <a:pt x="2055121" y="5000983"/>
                  <a:pt x="2055121" y="5000983"/>
                </a:cubicBezTo>
                <a:lnTo>
                  <a:pt x="2050589" y="5008864"/>
                </a:lnTo>
                <a:cubicBezTo>
                  <a:pt x="2050392" y="5009128"/>
                  <a:pt x="2049800" y="5009324"/>
                  <a:pt x="2049800" y="5009324"/>
                </a:cubicBezTo>
                <a:lnTo>
                  <a:pt x="2040735" y="5009324"/>
                </a:lnTo>
                <a:cubicBezTo>
                  <a:pt x="2040407" y="5009324"/>
                  <a:pt x="2039947" y="5008864"/>
                  <a:pt x="2039947" y="5008864"/>
                </a:cubicBezTo>
                <a:lnTo>
                  <a:pt x="2035414" y="5000983"/>
                </a:lnTo>
                <a:cubicBezTo>
                  <a:pt x="2035283" y="5000720"/>
                  <a:pt x="2035414" y="5000129"/>
                  <a:pt x="2035414" y="5000129"/>
                </a:cubicBezTo>
                <a:lnTo>
                  <a:pt x="2039947" y="4992247"/>
                </a:lnTo>
                <a:cubicBezTo>
                  <a:pt x="2040144" y="4991985"/>
                  <a:pt x="2040735" y="4991788"/>
                  <a:pt x="2040735" y="4991788"/>
                </a:cubicBezTo>
                <a:close/>
                <a:moveTo>
                  <a:pt x="1786240" y="4991788"/>
                </a:moveTo>
                <a:lnTo>
                  <a:pt x="1795304" y="4991788"/>
                </a:lnTo>
                <a:cubicBezTo>
                  <a:pt x="1795633" y="4991788"/>
                  <a:pt x="1796092" y="4992247"/>
                  <a:pt x="1796092" y="4992247"/>
                </a:cubicBezTo>
                <a:lnTo>
                  <a:pt x="1800624" y="5000129"/>
                </a:lnTo>
                <a:cubicBezTo>
                  <a:pt x="1800755" y="5000392"/>
                  <a:pt x="1800624" y="5000983"/>
                  <a:pt x="1800624" y="5000983"/>
                </a:cubicBezTo>
                <a:lnTo>
                  <a:pt x="1796092" y="5008864"/>
                </a:lnTo>
                <a:cubicBezTo>
                  <a:pt x="1795896" y="5009128"/>
                  <a:pt x="1795304" y="5009324"/>
                  <a:pt x="1795304" y="5009324"/>
                </a:cubicBezTo>
                <a:lnTo>
                  <a:pt x="1786240" y="5009324"/>
                </a:lnTo>
                <a:cubicBezTo>
                  <a:pt x="1785912" y="5009324"/>
                  <a:pt x="1785452" y="5008864"/>
                  <a:pt x="1785452" y="5008864"/>
                </a:cubicBezTo>
                <a:lnTo>
                  <a:pt x="1780920" y="5000983"/>
                </a:lnTo>
                <a:cubicBezTo>
                  <a:pt x="1780788" y="5000720"/>
                  <a:pt x="1780920" y="5000129"/>
                  <a:pt x="1780920" y="5000129"/>
                </a:cubicBezTo>
                <a:lnTo>
                  <a:pt x="1785452" y="4992247"/>
                </a:lnTo>
                <a:cubicBezTo>
                  <a:pt x="1785649" y="4991985"/>
                  <a:pt x="1786240" y="4991788"/>
                  <a:pt x="1786240" y="4991788"/>
                </a:cubicBezTo>
                <a:close/>
                <a:moveTo>
                  <a:pt x="1531853" y="4991788"/>
                </a:moveTo>
                <a:lnTo>
                  <a:pt x="1540916" y="4991788"/>
                </a:lnTo>
                <a:cubicBezTo>
                  <a:pt x="1541244" y="4991788"/>
                  <a:pt x="1541703" y="4992247"/>
                  <a:pt x="1541703" y="4992247"/>
                </a:cubicBezTo>
                <a:lnTo>
                  <a:pt x="1546236" y="5000129"/>
                </a:lnTo>
                <a:cubicBezTo>
                  <a:pt x="1546367" y="5000392"/>
                  <a:pt x="1546236" y="5000983"/>
                  <a:pt x="1546236" y="5000983"/>
                </a:cubicBezTo>
                <a:lnTo>
                  <a:pt x="1541703" y="5008864"/>
                </a:lnTo>
                <a:cubicBezTo>
                  <a:pt x="1541507" y="5009128"/>
                  <a:pt x="1540916" y="5009324"/>
                  <a:pt x="1540916" y="5009324"/>
                </a:cubicBezTo>
                <a:lnTo>
                  <a:pt x="1531853" y="5009324"/>
                </a:lnTo>
                <a:cubicBezTo>
                  <a:pt x="1531523" y="5009324"/>
                  <a:pt x="1531064" y="5008864"/>
                  <a:pt x="1531064" y="5008864"/>
                </a:cubicBezTo>
                <a:lnTo>
                  <a:pt x="1526532" y="5000983"/>
                </a:lnTo>
                <a:cubicBezTo>
                  <a:pt x="1526400" y="5000720"/>
                  <a:pt x="1526532" y="5000129"/>
                  <a:pt x="1526532" y="5000129"/>
                </a:cubicBezTo>
                <a:lnTo>
                  <a:pt x="1531064" y="4992247"/>
                </a:lnTo>
                <a:cubicBezTo>
                  <a:pt x="1531260" y="4991985"/>
                  <a:pt x="1531853" y="4991788"/>
                  <a:pt x="1531853" y="4991788"/>
                </a:cubicBezTo>
                <a:close/>
                <a:moveTo>
                  <a:pt x="1277438" y="4991788"/>
                </a:moveTo>
                <a:lnTo>
                  <a:pt x="1286504" y="4991788"/>
                </a:lnTo>
                <a:cubicBezTo>
                  <a:pt x="1286832" y="4991788"/>
                  <a:pt x="1287292" y="4992247"/>
                  <a:pt x="1287292" y="4992247"/>
                </a:cubicBezTo>
                <a:lnTo>
                  <a:pt x="1291824" y="5000129"/>
                </a:lnTo>
                <a:cubicBezTo>
                  <a:pt x="1291955" y="5000392"/>
                  <a:pt x="1291824" y="5000983"/>
                  <a:pt x="1291824" y="5000983"/>
                </a:cubicBezTo>
                <a:lnTo>
                  <a:pt x="1287292" y="5008864"/>
                </a:lnTo>
                <a:cubicBezTo>
                  <a:pt x="1287095" y="5009128"/>
                  <a:pt x="1286504" y="5009324"/>
                  <a:pt x="1286504" y="5009324"/>
                </a:cubicBezTo>
                <a:lnTo>
                  <a:pt x="1277438" y="5009324"/>
                </a:lnTo>
                <a:cubicBezTo>
                  <a:pt x="1277111" y="5009324"/>
                  <a:pt x="1276650" y="5008864"/>
                  <a:pt x="1276650" y="5008864"/>
                </a:cubicBezTo>
                <a:lnTo>
                  <a:pt x="1272119" y="5000983"/>
                </a:lnTo>
                <a:cubicBezTo>
                  <a:pt x="1271987" y="5000720"/>
                  <a:pt x="1272119" y="5000129"/>
                  <a:pt x="1272119" y="5000129"/>
                </a:cubicBezTo>
                <a:lnTo>
                  <a:pt x="1276650" y="4992247"/>
                </a:lnTo>
                <a:cubicBezTo>
                  <a:pt x="1276847" y="4991985"/>
                  <a:pt x="1277438" y="4991788"/>
                  <a:pt x="1277438" y="4991788"/>
                </a:cubicBezTo>
                <a:close/>
                <a:moveTo>
                  <a:pt x="1023011" y="4991788"/>
                </a:moveTo>
                <a:lnTo>
                  <a:pt x="1032075" y="4991788"/>
                </a:lnTo>
                <a:cubicBezTo>
                  <a:pt x="1032403" y="4991788"/>
                  <a:pt x="1032863" y="4992247"/>
                  <a:pt x="1032863" y="4992247"/>
                </a:cubicBezTo>
                <a:lnTo>
                  <a:pt x="1037395" y="5000129"/>
                </a:lnTo>
                <a:cubicBezTo>
                  <a:pt x="1037526" y="5000392"/>
                  <a:pt x="1037395" y="5000983"/>
                  <a:pt x="1037395" y="5000983"/>
                </a:cubicBezTo>
                <a:lnTo>
                  <a:pt x="1032863" y="5008864"/>
                </a:lnTo>
                <a:cubicBezTo>
                  <a:pt x="1032666" y="5009128"/>
                  <a:pt x="1032075" y="5009324"/>
                  <a:pt x="1032075" y="5009324"/>
                </a:cubicBezTo>
                <a:lnTo>
                  <a:pt x="1023011" y="5009324"/>
                </a:lnTo>
                <a:cubicBezTo>
                  <a:pt x="1022682" y="5009324"/>
                  <a:pt x="1022223" y="5008864"/>
                  <a:pt x="1022223" y="5008864"/>
                </a:cubicBezTo>
                <a:lnTo>
                  <a:pt x="1017690" y="5000983"/>
                </a:lnTo>
                <a:cubicBezTo>
                  <a:pt x="1017559" y="5000720"/>
                  <a:pt x="1017690" y="5000129"/>
                  <a:pt x="1017690" y="5000129"/>
                </a:cubicBezTo>
                <a:lnTo>
                  <a:pt x="1022223" y="4992247"/>
                </a:lnTo>
                <a:cubicBezTo>
                  <a:pt x="1022420" y="4991985"/>
                  <a:pt x="1023011" y="4991788"/>
                  <a:pt x="1023011" y="4991788"/>
                </a:cubicBezTo>
                <a:close/>
                <a:moveTo>
                  <a:pt x="768631" y="4991788"/>
                </a:moveTo>
                <a:lnTo>
                  <a:pt x="777694" y="4991788"/>
                </a:lnTo>
                <a:cubicBezTo>
                  <a:pt x="778022" y="4991788"/>
                  <a:pt x="778482" y="4992247"/>
                  <a:pt x="778482" y="4992247"/>
                </a:cubicBezTo>
                <a:lnTo>
                  <a:pt x="783014" y="5000129"/>
                </a:lnTo>
                <a:cubicBezTo>
                  <a:pt x="783145" y="5000392"/>
                  <a:pt x="783014" y="5000983"/>
                  <a:pt x="783014" y="5000983"/>
                </a:cubicBezTo>
                <a:lnTo>
                  <a:pt x="778482" y="5008864"/>
                </a:lnTo>
                <a:cubicBezTo>
                  <a:pt x="778285" y="5009128"/>
                  <a:pt x="777694" y="5009324"/>
                  <a:pt x="777694" y="5009324"/>
                </a:cubicBezTo>
                <a:lnTo>
                  <a:pt x="768631" y="5009324"/>
                </a:lnTo>
                <a:cubicBezTo>
                  <a:pt x="768302" y="5009324"/>
                  <a:pt x="767842" y="5008864"/>
                  <a:pt x="767842" y="5008864"/>
                </a:cubicBezTo>
                <a:lnTo>
                  <a:pt x="763311" y="5000983"/>
                </a:lnTo>
                <a:cubicBezTo>
                  <a:pt x="763179" y="5000720"/>
                  <a:pt x="763311" y="5000129"/>
                  <a:pt x="763311" y="5000129"/>
                </a:cubicBezTo>
                <a:lnTo>
                  <a:pt x="767842" y="4992247"/>
                </a:lnTo>
                <a:cubicBezTo>
                  <a:pt x="768039" y="4991985"/>
                  <a:pt x="768631" y="4991788"/>
                  <a:pt x="768631" y="4991788"/>
                </a:cubicBezTo>
                <a:close/>
                <a:moveTo>
                  <a:pt x="514388" y="4991788"/>
                </a:moveTo>
                <a:lnTo>
                  <a:pt x="523450" y="4991788"/>
                </a:lnTo>
                <a:cubicBezTo>
                  <a:pt x="523780" y="4991788"/>
                  <a:pt x="524239" y="4992247"/>
                  <a:pt x="524239" y="4992247"/>
                </a:cubicBezTo>
                <a:lnTo>
                  <a:pt x="528771" y="5000129"/>
                </a:lnTo>
                <a:cubicBezTo>
                  <a:pt x="528903" y="5000392"/>
                  <a:pt x="528771" y="5000983"/>
                  <a:pt x="528771" y="5000983"/>
                </a:cubicBezTo>
                <a:lnTo>
                  <a:pt x="524239" y="5008864"/>
                </a:lnTo>
                <a:cubicBezTo>
                  <a:pt x="524043" y="5009128"/>
                  <a:pt x="523450" y="5009324"/>
                  <a:pt x="523450" y="5009324"/>
                </a:cubicBezTo>
                <a:lnTo>
                  <a:pt x="514388" y="5009324"/>
                </a:lnTo>
                <a:cubicBezTo>
                  <a:pt x="514058" y="5009324"/>
                  <a:pt x="513600" y="5008864"/>
                  <a:pt x="513600" y="5008864"/>
                </a:cubicBezTo>
                <a:lnTo>
                  <a:pt x="509067" y="5000983"/>
                </a:lnTo>
                <a:cubicBezTo>
                  <a:pt x="508935" y="5000720"/>
                  <a:pt x="509067" y="5000129"/>
                  <a:pt x="509067" y="5000129"/>
                </a:cubicBezTo>
                <a:lnTo>
                  <a:pt x="513600" y="4992247"/>
                </a:lnTo>
                <a:cubicBezTo>
                  <a:pt x="513797" y="4991985"/>
                  <a:pt x="514388" y="4991788"/>
                  <a:pt x="514388" y="4991788"/>
                </a:cubicBezTo>
                <a:close/>
                <a:moveTo>
                  <a:pt x="259919" y="4991788"/>
                </a:moveTo>
                <a:lnTo>
                  <a:pt x="268982" y="4991788"/>
                </a:lnTo>
                <a:cubicBezTo>
                  <a:pt x="269310" y="4991788"/>
                  <a:pt x="269770" y="4992247"/>
                  <a:pt x="269770" y="4992247"/>
                </a:cubicBezTo>
                <a:lnTo>
                  <a:pt x="274302" y="5000129"/>
                </a:lnTo>
                <a:cubicBezTo>
                  <a:pt x="274433" y="5000392"/>
                  <a:pt x="274302" y="5000983"/>
                  <a:pt x="274302" y="5000983"/>
                </a:cubicBezTo>
                <a:lnTo>
                  <a:pt x="269770" y="5008864"/>
                </a:lnTo>
                <a:cubicBezTo>
                  <a:pt x="269573" y="5009128"/>
                  <a:pt x="268982" y="5009324"/>
                  <a:pt x="268982" y="5009324"/>
                </a:cubicBezTo>
                <a:lnTo>
                  <a:pt x="259919" y="5009324"/>
                </a:lnTo>
                <a:cubicBezTo>
                  <a:pt x="259589" y="5009324"/>
                  <a:pt x="259129" y="5008864"/>
                  <a:pt x="259129" y="5008864"/>
                </a:cubicBezTo>
                <a:lnTo>
                  <a:pt x="254597" y="5000983"/>
                </a:lnTo>
                <a:cubicBezTo>
                  <a:pt x="254466" y="5000720"/>
                  <a:pt x="254597" y="5000129"/>
                  <a:pt x="254597" y="5000129"/>
                </a:cubicBezTo>
                <a:lnTo>
                  <a:pt x="259129" y="4992247"/>
                </a:lnTo>
                <a:cubicBezTo>
                  <a:pt x="259326" y="4991985"/>
                  <a:pt x="259919" y="4991788"/>
                  <a:pt x="259919" y="4991788"/>
                </a:cubicBezTo>
                <a:close/>
                <a:moveTo>
                  <a:pt x="5471" y="4991788"/>
                </a:moveTo>
                <a:lnTo>
                  <a:pt x="14535" y="4991788"/>
                </a:lnTo>
                <a:cubicBezTo>
                  <a:pt x="14863" y="4991788"/>
                  <a:pt x="15323" y="4992247"/>
                  <a:pt x="15323" y="4992247"/>
                </a:cubicBezTo>
                <a:lnTo>
                  <a:pt x="19855" y="5000129"/>
                </a:lnTo>
                <a:cubicBezTo>
                  <a:pt x="19986" y="5000392"/>
                  <a:pt x="19855" y="5000983"/>
                  <a:pt x="19855" y="5000983"/>
                </a:cubicBezTo>
                <a:lnTo>
                  <a:pt x="15323" y="5008864"/>
                </a:lnTo>
                <a:cubicBezTo>
                  <a:pt x="15126" y="5009128"/>
                  <a:pt x="14535" y="5009324"/>
                  <a:pt x="14535" y="5009324"/>
                </a:cubicBezTo>
                <a:lnTo>
                  <a:pt x="5471" y="5009324"/>
                </a:lnTo>
                <a:cubicBezTo>
                  <a:pt x="5142" y="5009324"/>
                  <a:pt x="4682" y="5008864"/>
                  <a:pt x="4682" y="5008864"/>
                </a:cubicBezTo>
                <a:lnTo>
                  <a:pt x="150" y="5000983"/>
                </a:lnTo>
                <a:cubicBezTo>
                  <a:pt x="19" y="5000720"/>
                  <a:pt x="150" y="5000129"/>
                  <a:pt x="150" y="5000129"/>
                </a:cubicBezTo>
                <a:lnTo>
                  <a:pt x="4682" y="4992247"/>
                </a:lnTo>
                <a:cubicBezTo>
                  <a:pt x="4879" y="4991985"/>
                  <a:pt x="5471" y="4991788"/>
                  <a:pt x="5471" y="4991788"/>
                </a:cubicBezTo>
                <a:close/>
                <a:moveTo>
                  <a:pt x="10435622" y="4774713"/>
                </a:moveTo>
                <a:lnTo>
                  <a:pt x="10444686" y="4774713"/>
                </a:lnTo>
                <a:cubicBezTo>
                  <a:pt x="10445015" y="4774713"/>
                  <a:pt x="10445474" y="4775173"/>
                  <a:pt x="10445474" y="4775173"/>
                </a:cubicBezTo>
                <a:lnTo>
                  <a:pt x="10450007" y="4783055"/>
                </a:lnTo>
                <a:cubicBezTo>
                  <a:pt x="10450138" y="4783317"/>
                  <a:pt x="10450007" y="4783908"/>
                  <a:pt x="10450007" y="4783908"/>
                </a:cubicBezTo>
                <a:lnTo>
                  <a:pt x="10445474" y="4791790"/>
                </a:lnTo>
                <a:cubicBezTo>
                  <a:pt x="10445278" y="4792052"/>
                  <a:pt x="10444686" y="4792249"/>
                  <a:pt x="10444686" y="4792249"/>
                </a:cubicBezTo>
                <a:lnTo>
                  <a:pt x="10435622" y="4792249"/>
                </a:lnTo>
                <a:cubicBezTo>
                  <a:pt x="10435295" y="4792249"/>
                  <a:pt x="10434834" y="4791790"/>
                  <a:pt x="10434834" y="4791790"/>
                </a:cubicBezTo>
                <a:lnTo>
                  <a:pt x="10430302" y="4783908"/>
                </a:lnTo>
                <a:cubicBezTo>
                  <a:pt x="10430171" y="4783646"/>
                  <a:pt x="10430302" y="4783055"/>
                  <a:pt x="10430302" y="4783055"/>
                </a:cubicBezTo>
                <a:lnTo>
                  <a:pt x="10434834" y="4775173"/>
                </a:lnTo>
                <a:cubicBezTo>
                  <a:pt x="10435031" y="4774910"/>
                  <a:pt x="10435622" y="4774713"/>
                  <a:pt x="10435622" y="4774713"/>
                </a:cubicBezTo>
                <a:close/>
                <a:moveTo>
                  <a:pt x="10181242" y="4774713"/>
                </a:moveTo>
                <a:lnTo>
                  <a:pt x="10190305" y="4774713"/>
                </a:lnTo>
                <a:cubicBezTo>
                  <a:pt x="10190635" y="4774713"/>
                  <a:pt x="10191093" y="4775173"/>
                  <a:pt x="10191093" y="4775173"/>
                </a:cubicBezTo>
                <a:lnTo>
                  <a:pt x="10195626" y="4783055"/>
                </a:lnTo>
                <a:cubicBezTo>
                  <a:pt x="10195758" y="4783317"/>
                  <a:pt x="10195626" y="4783908"/>
                  <a:pt x="10195626" y="4783908"/>
                </a:cubicBezTo>
                <a:lnTo>
                  <a:pt x="10191093" y="4791790"/>
                </a:lnTo>
                <a:cubicBezTo>
                  <a:pt x="10190896" y="4792052"/>
                  <a:pt x="10190305" y="4792249"/>
                  <a:pt x="10190305" y="4792249"/>
                </a:cubicBezTo>
                <a:lnTo>
                  <a:pt x="10181242" y="4792249"/>
                </a:lnTo>
                <a:cubicBezTo>
                  <a:pt x="10180914" y="4792249"/>
                  <a:pt x="10180453" y="4791790"/>
                  <a:pt x="10180453" y="4791790"/>
                </a:cubicBezTo>
                <a:lnTo>
                  <a:pt x="10175922" y="4783908"/>
                </a:lnTo>
                <a:cubicBezTo>
                  <a:pt x="10175790" y="4783646"/>
                  <a:pt x="10175922" y="4783055"/>
                  <a:pt x="10175922" y="4783055"/>
                </a:cubicBezTo>
                <a:lnTo>
                  <a:pt x="10180453" y="4775173"/>
                </a:lnTo>
                <a:cubicBezTo>
                  <a:pt x="10180650" y="4774910"/>
                  <a:pt x="10181242" y="4774713"/>
                  <a:pt x="10181242" y="4774713"/>
                </a:cubicBezTo>
                <a:close/>
                <a:moveTo>
                  <a:pt x="9926861" y="4774713"/>
                </a:moveTo>
                <a:lnTo>
                  <a:pt x="9935924" y="4774713"/>
                </a:lnTo>
                <a:cubicBezTo>
                  <a:pt x="9936254" y="4774713"/>
                  <a:pt x="9936713" y="4775173"/>
                  <a:pt x="9936713" y="4775173"/>
                </a:cubicBezTo>
                <a:lnTo>
                  <a:pt x="9941246" y="4783055"/>
                </a:lnTo>
                <a:cubicBezTo>
                  <a:pt x="9941376" y="4783317"/>
                  <a:pt x="9941246" y="4783908"/>
                  <a:pt x="9941246" y="4783908"/>
                </a:cubicBezTo>
                <a:lnTo>
                  <a:pt x="9936713" y="4791790"/>
                </a:lnTo>
                <a:cubicBezTo>
                  <a:pt x="9936516" y="4792052"/>
                  <a:pt x="9935924" y="4792249"/>
                  <a:pt x="9935924" y="4792249"/>
                </a:cubicBezTo>
                <a:lnTo>
                  <a:pt x="9926861" y="4792249"/>
                </a:lnTo>
                <a:cubicBezTo>
                  <a:pt x="9926532" y="4792249"/>
                  <a:pt x="9926073" y="4791790"/>
                  <a:pt x="9926073" y="4791790"/>
                </a:cubicBezTo>
                <a:lnTo>
                  <a:pt x="9921541" y="4783908"/>
                </a:lnTo>
                <a:cubicBezTo>
                  <a:pt x="9921410" y="4783646"/>
                  <a:pt x="9921541" y="4783055"/>
                  <a:pt x="9921541" y="4783055"/>
                </a:cubicBezTo>
                <a:lnTo>
                  <a:pt x="9926073" y="4775173"/>
                </a:lnTo>
                <a:cubicBezTo>
                  <a:pt x="9926270" y="4774910"/>
                  <a:pt x="9926861" y="4774713"/>
                  <a:pt x="9926861" y="4774713"/>
                </a:cubicBezTo>
                <a:close/>
                <a:moveTo>
                  <a:pt x="9672481" y="4774713"/>
                </a:moveTo>
                <a:lnTo>
                  <a:pt x="9681545" y="4774713"/>
                </a:lnTo>
                <a:cubicBezTo>
                  <a:pt x="9681872" y="4774713"/>
                  <a:pt x="9682333" y="4775173"/>
                  <a:pt x="9682333" y="4775173"/>
                </a:cubicBezTo>
                <a:lnTo>
                  <a:pt x="9686865" y="4783055"/>
                </a:lnTo>
                <a:cubicBezTo>
                  <a:pt x="9686996" y="4783317"/>
                  <a:pt x="9686865" y="4783908"/>
                  <a:pt x="9686865" y="4783908"/>
                </a:cubicBezTo>
                <a:lnTo>
                  <a:pt x="9682333" y="4791790"/>
                </a:lnTo>
                <a:cubicBezTo>
                  <a:pt x="9682136" y="4792052"/>
                  <a:pt x="9681545" y="4792249"/>
                  <a:pt x="9681545" y="4792249"/>
                </a:cubicBezTo>
                <a:lnTo>
                  <a:pt x="9672481" y="4792249"/>
                </a:lnTo>
                <a:cubicBezTo>
                  <a:pt x="9672152" y="4792249"/>
                  <a:pt x="9671693" y="4791790"/>
                  <a:pt x="9671693" y="4791790"/>
                </a:cubicBezTo>
                <a:lnTo>
                  <a:pt x="9667160" y="4783908"/>
                </a:lnTo>
                <a:cubicBezTo>
                  <a:pt x="9667030" y="4783646"/>
                  <a:pt x="9667160" y="4783055"/>
                  <a:pt x="9667160" y="4783055"/>
                </a:cubicBezTo>
                <a:lnTo>
                  <a:pt x="9671693" y="4775173"/>
                </a:lnTo>
                <a:cubicBezTo>
                  <a:pt x="9671890" y="4774910"/>
                  <a:pt x="9672481" y="4774713"/>
                  <a:pt x="9672481" y="4774713"/>
                </a:cubicBezTo>
                <a:close/>
                <a:moveTo>
                  <a:pt x="9418035" y="4774713"/>
                </a:moveTo>
                <a:lnTo>
                  <a:pt x="9427099" y="4774713"/>
                </a:lnTo>
                <a:cubicBezTo>
                  <a:pt x="9427427" y="4774713"/>
                  <a:pt x="9427887" y="4775173"/>
                  <a:pt x="9427887" y="4775173"/>
                </a:cubicBezTo>
                <a:lnTo>
                  <a:pt x="9432419" y="4783055"/>
                </a:lnTo>
                <a:cubicBezTo>
                  <a:pt x="9432550" y="4783317"/>
                  <a:pt x="9432419" y="4783908"/>
                  <a:pt x="9432419" y="4783908"/>
                </a:cubicBezTo>
                <a:lnTo>
                  <a:pt x="9427887" y="4791790"/>
                </a:lnTo>
                <a:cubicBezTo>
                  <a:pt x="9427690" y="4792052"/>
                  <a:pt x="9427099" y="4792249"/>
                  <a:pt x="9427099" y="4792249"/>
                </a:cubicBezTo>
                <a:lnTo>
                  <a:pt x="9418035" y="4792249"/>
                </a:lnTo>
                <a:cubicBezTo>
                  <a:pt x="9417707" y="4792249"/>
                  <a:pt x="9417247" y="4791790"/>
                  <a:pt x="9417247" y="4791790"/>
                </a:cubicBezTo>
                <a:lnTo>
                  <a:pt x="9412714" y="4783908"/>
                </a:lnTo>
                <a:cubicBezTo>
                  <a:pt x="9412583" y="4783646"/>
                  <a:pt x="9412714" y="4783055"/>
                  <a:pt x="9412714" y="4783055"/>
                </a:cubicBezTo>
                <a:lnTo>
                  <a:pt x="9417247" y="4775173"/>
                </a:lnTo>
                <a:cubicBezTo>
                  <a:pt x="9417444" y="4774910"/>
                  <a:pt x="9418035" y="4774713"/>
                  <a:pt x="9418035" y="4774713"/>
                </a:cubicBezTo>
                <a:close/>
                <a:moveTo>
                  <a:pt x="9163654" y="4774713"/>
                </a:moveTo>
                <a:lnTo>
                  <a:pt x="9172718" y="4774713"/>
                </a:lnTo>
                <a:cubicBezTo>
                  <a:pt x="9173046" y="4774713"/>
                  <a:pt x="9173506" y="4775173"/>
                  <a:pt x="9173506" y="4775173"/>
                </a:cubicBezTo>
                <a:lnTo>
                  <a:pt x="9178038" y="4783055"/>
                </a:lnTo>
                <a:cubicBezTo>
                  <a:pt x="9178169" y="4783317"/>
                  <a:pt x="9178038" y="4783908"/>
                  <a:pt x="9178038" y="4783908"/>
                </a:cubicBezTo>
                <a:lnTo>
                  <a:pt x="9173506" y="4791790"/>
                </a:lnTo>
                <a:cubicBezTo>
                  <a:pt x="9173309" y="4792052"/>
                  <a:pt x="9172718" y="4792249"/>
                  <a:pt x="9172718" y="4792249"/>
                </a:cubicBezTo>
                <a:lnTo>
                  <a:pt x="9163654" y="4792249"/>
                </a:lnTo>
                <a:cubicBezTo>
                  <a:pt x="9163326" y="4792249"/>
                  <a:pt x="9162866" y="4791790"/>
                  <a:pt x="9162866" y="4791790"/>
                </a:cubicBezTo>
                <a:lnTo>
                  <a:pt x="9158333" y="4783908"/>
                </a:lnTo>
                <a:cubicBezTo>
                  <a:pt x="9158202" y="4783646"/>
                  <a:pt x="9158333" y="4783055"/>
                  <a:pt x="9158333" y="4783055"/>
                </a:cubicBezTo>
                <a:lnTo>
                  <a:pt x="9162866" y="4775173"/>
                </a:lnTo>
                <a:cubicBezTo>
                  <a:pt x="9163062" y="4774910"/>
                  <a:pt x="9163654" y="4774713"/>
                  <a:pt x="9163654" y="4774713"/>
                </a:cubicBezTo>
                <a:close/>
                <a:moveTo>
                  <a:pt x="8909274" y="4774713"/>
                </a:moveTo>
                <a:lnTo>
                  <a:pt x="8918336" y="4774713"/>
                </a:lnTo>
                <a:cubicBezTo>
                  <a:pt x="8918666" y="4774713"/>
                  <a:pt x="8919125" y="4775173"/>
                  <a:pt x="8919125" y="4775173"/>
                </a:cubicBezTo>
                <a:lnTo>
                  <a:pt x="8923657" y="4783055"/>
                </a:lnTo>
                <a:cubicBezTo>
                  <a:pt x="8923789" y="4783317"/>
                  <a:pt x="8923657" y="4783908"/>
                  <a:pt x="8923657" y="4783908"/>
                </a:cubicBezTo>
                <a:lnTo>
                  <a:pt x="8919125" y="4791790"/>
                </a:lnTo>
                <a:cubicBezTo>
                  <a:pt x="8918928" y="4792052"/>
                  <a:pt x="8918336" y="4792249"/>
                  <a:pt x="8918336" y="4792249"/>
                </a:cubicBezTo>
                <a:lnTo>
                  <a:pt x="8909274" y="4792249"/>
                </a:lnTo>
                <a:cubicBezTo>
                  <a:pt x="8908945" y="4792249"/>
                  <a:pt x="8908484" y="4791790"/>
                  <a:pt x="8908484" y="4791790"/>
                </a:cubicBezTo>
                <a:lnTo>
                  <a:pt x="8903953" y="4783908"/>
                </a:lnTo>
                <a:cubicBezTo>
                  <a:pt x="8903821" y="4783646"/>
                  <a:pt x="8903953" y="4783055"/>
                  <a:pt x="8903953" y="4783055"/>
                </a:cubicBezTo>
                <a:lnTo>
                  <a:pt x="8908484" y="4775173"/>
                </a:lnTo>
                <a:cubicBezTo>
                  <a:pt x="8908681" y="4774910"/>
                  <a:pt x="8909274" y="4774713"/>
                  <a:pt x="8909274" y="4774713"/>
                </a:cubicBezTo>
                <a:close/>
                <a:moveTo>
                  <a:pt x="8654892" y="4774713"/>
                </a:moveTo>
                <a:lnTo>
                  <a:pt x="8663955" y="4774713"/>
                </a:lnTo>
                <a:cubicBezTo>
                  <a:pt x="8664285" y="4774713"/>
                  <a:pt x="8664744" y="4775173"/>
                  <a:pt x="8664744" y="4775173"/>
                </a:cubicBezTo>
                <a:lnTo>
                  <a:pt x="8669277" y="4783055"/>
                </a:lnTo>
                <a:cubicBezTo>
                  <a:pt x="8669408" y="4783317"/>
                  <a:pt x="8669277" y="4783908"/>
                  <a:pt x="8669277" y="4783908"/>
                </a:cubicBezTo>
                <a:lnTo>
                  <a:pt x="8664744" y="4791790"/>
                </a:lnTo>
                <a:cubicBezTo>
                  <a:pt x="8664548" y="4792052"/>
                  <a:pt x="8663955" y="4792249"/>
                  <a:pt x="8663955" y="4792249"/>
                </a:cubicBezTo>
                <a:lnTo>
                  <a:pt x="8654892" y="4792249"/>
                </a:lnTo>
                <a:cubicBezTo>
                  <a:pt x="8654565" y="4792249"/>
                  <a:pt x="8654104" y="4791790"/>
                  <a:pt x="8654104" y="4791790"/>
                </a:cubicBezTo>
                <a:lnTo>
                  <a:pt x="8649572" y="4783908"/>
                </a:lnTo>
                <a:cubicBezTo>
                  <a:pt x="8649441" y="4783646"/>
                  <a:pt x="8649572" y="4783055"/>
                  <a:pt x="8649572" y="4783055"/>
                </a:cubicBezTo>
                <a:lnTo>
                  <a:pt x="8654104" y="4775173"/>
                </a:lnTo>
                <a:cubicBezTo>
                  <a:pt x="8654301" y="4774910"/>
                  <a:pt x="8654892" y="4774713"/>
                  <a:pt x="8654892" y="4774713"/>
                </a:cubicBezTo>
                <a:close/>
                <a:moveTo>
                  <a:pt x="8400511" y="4774713"/>
                </a:moveTo>
                <a:lnTo>
                  <a:pt x="8409575" y="4774713"/>
                </a:lnTo>
                <a:cubicBezTo>
                  <a:pt x="8409904" y="4774713"/>
                  <a:pt x="8410363" y="4775173"/>
                  <a:pt x="8410363" y="4775173"/>
                </a:cubicBezTo>
                <a:lnTo>
                  <a:pt x="8414896" y="4783055"/>
                </a:lnTo>
                <a:cubicBezTo>
                  <a:pt x="8415027" y="4783317"/>
                  <a:pt x="8414896" y="4783908"/>
                  <a:pt x="8414896" y="4783908"/>
                </a:cubicBezTo>
                <a:lnTo>
                  <a:pt x="8410363" y="4791790"/>
                </a:lnTo>
                <a:cubicBezTo>
                  <a:pt x="8410166" y="4792052"/>
                  <a:pt x="8409575" y="4792249"/>
                  <a:pt x="8409575" y="4792249"/>
                </a:cubicBezTo>
                <a:lnTo>
                  <a:pt x="8400511" y="4792249"/>
                </a:lnTo>
                <a:cubicBezTo>
                  <a:pt x="8400184" y="4792249"/>
                  <a:pt x="8399723" y="4791790"/>
                  <a:pt x="8399723" y="4791790"/>
                </a:cubicBezTo>
                <a:lnTo>
                  <a:pt x="8395191" y="4783908"/>
                </a:lnTo>
                <a:cubicBezTo>
                  <a:pt x="8395060" y="4783646"/>
                  <a:pt x="8395191" y="4783055"/>
                  <a:pt x="8395191" y="4783055"/>
                </a:cubicBezTo>
                <a:lnTo>
                  <a:pt x="8399723" y="4775173"/>
                </a:lnTo>
                <a:cubicBezTo>
                  <a:pt x="8399920" y="4774910"/>
                  <a:pt x="8400511" y="4774713"/>
                  <a:pt x="8400511" y="4774713"/>
                </a:cubicBezTo>
                <a:close/>
                <a:moveTo>
                  <a:pt x="8146065" y="4774713"/>
                </a:moveTo>
                <a:lnTo>
                  <a:pt x="8155129" y="4774713"/>
                </a:lnTo>
                <a:cubicBezTo>
                  <a:pt x="8155458" y="4774713"/>
                  <a:pt x="8155917" y="4775173"/>
                  <a:pt x="8155917" y="4775173"/>
                </a:cubicBezTo>
                <a:lnTo>
                  <a:pt x="8160449" y="4783055"/>
                </a:lnTo>
                <a:cubicBezTo>
                  <a:pt x="8160580" y="4783317"/>
                  <a:pt x="8160449" y="4783908"/>
                  <a:pt x="8160449" y="4783908"/>
                </a:cubicBezTo>
                <a:lnTo>
                  <a:pt x="8155917" y="4791790"/>
                </a:lnTo>
                <a:cubicBezTo>
                  <a:pt x="8155719" y="4792052"/>
                  <a:pt x="8155129" y="4792249"/>
                  <a:pt x="8155129" y="4792249"/>
                </a:cubicBezTo>
                <a:lnTo>
                  <a:pt x="8146065" y="4792249"/>
                </a:lnTo>
                <a:cubicBezTo>
                  <a:pt x="8145737" y="4792249"/>
                  <a:pt x="8145277" y="4791790"/>
                  <a:pt x="8145277" y="4791790"/>
                </a:cubicBezTo>
                <a:lnTo>
                  <a:pt x="8140745" y="4783908"/>
                </a:lnTo>
                <a:cubicBezTo>
                  <a:pt x="8140613" y="4783646"/>
                  <a:pt x="8140745" y="4783055"/>
                  <a:pt x="8140745" y="4783055"/>
                </a:cubicBezTo>
                <a:lnTo>
                  <a:pt x="8145277" y="4775173"/>
                </a:lnTo>
                <a:cubicBezTo>
                  <a:pt x="8145474" y="4774910"/>
                  <a:pt x="8146065" y="4774713"/>
                  <a:pt x="8146065" y="4774713"/>
                </a:cubicBezTo>
                <a:close/>
                <a:moveTo>
                  <a:pt x="7891684" y="4774713"/>
                </a:moveTo>
                <a:lnTo>
                  <a:pt x="7900748" y="4774713"/>
                </a:lnTo>
                <a:cubicBezTo>
                  <a:pt x="7901076" y="4774713"/>
                  <a:pt x="7901536" y="4775173"/>
                  <a:pt x="7901536" y="4775173"/>
                </a:cubicBezTo>
                <a:lnTo>
                  <a:pt x="7906067" y="4783055"/>
                </a:lnTo>
                <a:cubicBezTo>
                  <a:pt x="7906199" y="4783317"/>
                  <a:pt x="7906067" y="4783908"/>
                  <a:pt x="7906067" y="4783908"/>
                </a:cubicBezTo>
                <a:lnTo>
                  <a:pt x="7901536" y="4791790"/>
                </a:lnTo>
                <a:cubicBezTo>
                  <a:pt x="7901339" y="4792052"/>
                  <a:pt x="7900748" y="4792249"/>
                  <a:pt x="7900748" y="4792249"/>
                </a:cubicBezTo>
                <a:lnTo>
                  <a:pt x="7891684" y="4792249"/>
                </a:lnTo>
                <a:cubicBezTo>
                  <a:pt x="7891355" y="4792249"/>
                  <a:pt x="7890896" y="4791790"/>
                  <a:pt x="7890896" y="4791790"/>
                </a:cubicBezTo>
                <a:lnTo>
                  <a:pt x="7886363" y="4783908"/>
                </a:lnTo>
                <a:cubicBezTo>
                  <a:pt x="7886233" y="4783646"/>
                  <a:pt x="7886363" y="4783055"/>
                  <a:pt x="7886363" y="4783055"/>
                </a:cubicBezTo>
                <a:lnTo>
                  <a:pt x="7890896" y="4775173"/>
                </a:lnTo>
                <a:cubicBezTo>
                  <a:pt x="7891093" y="4774910"/>
                  <a:pt x="7891684" y="4774713"/>
                  <a:pt x="7891684" y="4774713"/>
                </a:cubicBezTo>
                <a:close/>
                <a:moveTo>
                  <a:pt x="7637304" y="4774713"/>
                </a:moveTo>
                <a:lnTo>
                  <a:pt x="7646367" y="4774713"/>
                </a:lnTo>
                <a:cubicBezTo>
                  <a:pt x="7646696" y="4774713"/>
                  <a:pt x="7647156" y="4775173"/>
                  <a:pt x="7647156" y="4775173"/>
                </a:cubicBezTo>
                <a:lnTo>
                  <a:pt x="7651687" y="4783055"/>
                </a:lnTo>
                <a:cubicBezTo>
                  <a:pt x="7651819" y="4783317"/>
                  <a:pt x="7651687" y="4783908"/>
                  <a:pt x="7651687" y="4783908"/>
                </a:cubicBezTo>
                <a:lnTo>
                  <a:pt x="7647156" y="4791790"/>
                </a:lnTo>
                <a:cubicBezTo>
                  <a:pt x="7646958" y="4792052"/>
                  <a:pt x="7646367" y="4792249"/>
                  <a:pt x="7646367" y="4792249"/>
                </a:cubicBezTo>
                <a:lnTo>
                  <a:pt x="7637304" y="4792249"/>
                </a:lnTo>
                <a:cubicBezTo>
                  <a:pt x="7636975" y="4792249"/>
                  <a:pt x="7636516" y="4791790"/>
                  <a:pt x="7636516" y="4791790"/>
                </a:cubicBezTo>
                <a:lnTo>
                  <a:pt x="7631983" y="4783908"/>
                </a:lnTo>
                <a:cubicBezTo>
                  <a:pt x="7631851" y="4783646"/>
                  <a:pt x="7631983" y="4783055"/>
                  <a:pt x="7631983" y="4783055"/>
                </a:cubicBezTo>
                <a:lnTo>
                  <a:pt x="7636516" y="4775173"/>
                </a:lnTo>
                <a:cubicBezTo>
                  <a:pt x="7636713" y="4774910"/>
                  <a:pt x="7637304" y="4774713"/>
                  <a:pt x="7637304" y="4774713"/>
                </a:cubicBezTo>
                <a:close/>
                <a:moveTo>
                  <a:pt x="7382923" y="4774713"/>
                </a:moveTo>
                <a:lnTo>
                  <a:pt x="7391987" y="4774713"/>
                </a:lnTo>
                <a:cubicBezTo>
                  <a:pt x="7392315" y="4774713"/>
                  <a:pt x="7392775" y="4775173"/>
                  <a:pt x="7392775" y="4775173"/>
                </a:cubicBezTo>
                <a:lnTo>
                  <a:pt x="7397307" y="4783055"/>
                </a:lnTo>
                <a:cubicBezTo>
                  <a:pt x="7397438" y="4783317"/>
                  <a:pt x="7397307" y="4783908"/>
                  <a:pt x="7397307" y="4783908"/>
                </a:cubicBezTo>
                <a:lnTo>
                  <a:pt x="7392775" y="4791790"/>
                </a:lnTo>
                <a:cubicBezTo>
                  <a:pt x="7392578" y="4792052"/>
                  <a:pt x="7391987" y="4792249"/>
                  <a:pt x="7391987" y="4792249"/>
                </a:cubicBezTo>
                <a:lnTo>
                  <a:pt x="7382923" y="4792249"/>
                </a:lnTo>
                <a:cubicBezTo>
                  <a:pt x="7382595" y="4792249"/>
                  <a:pt x="7382135" y="4791790"/>
                  <a:pt x="7382135" y="4791790"/>
                </a:cubicBezTo>
                <a:lnTo>
                  <a:pt x="7377602" y="4783908"/>
                </a:lnTo>
                <a:cubicBezTo>
                  <a:pt x="7377471" y="4783646"/>
                  <a:pt x="7377602" y="4783055"/>
                  <a:pt x="7377602" y="4783055"/>
                </a:cubicBezTo>
                <a:lnTo>
                  <a:pt x="7382135" y="4775173"/>
                </a:lnTo>
                <a:cubicBezTo>
                  <a:pt x="7382331" y="4774910"/>
                  <a:pt x="7382923" y="4774713"/>
                  <a:pt x="7382923" y="4774713"/>
                </a:cubicBezTo>
                <a:close/>
                <a:moveTo>
                  <a:pt x="7128477" y="4774713"/>
                </a:moveTo>
                <a:lnTo>
                  <a:pt x="7137540" y="4774713"/>
                </a:lnTo>
                <a:cubicBezTo>
                  <a:pt x="7137869" y="4774713"/>
                  <a:pt x="7138328" y="4775173"/>
                  <a:pt x="7138328" y="4775173"/>
                </a:cubicBezTo>
                <a:lnTo>
                  <a:pt x="7142860" y="4783055"/>
                </a:lnTo>
                <a:cubicBezTo>
                  <a:pt x="7142992" y="4783317"/>
                  <a:pt x="7142860" y="4783908"/>
                  <a:pt x="7142860" y="4783908"/>
                </a:cubicBezTo>
                <a:lnTo>
                  <a:pt x="7138328" y="4791790"/>
                </a:lnTo>
                <a:cubicBezTo>
                  <a:pt x="7138131" y="4792052"/>
                  <a:pt x="7137540" y="4792249"/>
                  <a:pt x="7137540" y="4792249"/>
                </a:cubicBezTo>
                <a:lnTo>
                  <a:pt x="7128477" y="4792249"/>
                </a:lnTo>
                <a:cubicBezTo>
                  <a:pt x="7128148" y="4792249"/>
                  <a:pt x="7127689" y="4791790"/>
                  <a:pt x="7127689" y="4791790"/>
                </a:cubicBezTo>
                <a:lnTo>
                  <a:pt x="7123156" y="4783908"/>
                </a:lnTo>
                <a:cubicBezTo>
                  <a:pt x="7123024" y="4783646"/>
                  <a:pt x="7123156" y="4783055"/>
                  <a:pt x="7123156" y="4783055"/>
                </a:cubicBezTo>
                <a:lnTo>
                  <a:pt x="7127689" y="4775173"/>
                </a:lnTo>
                <a:cubicBezTo>
                  <a:pt x="7127885" y="4774910"/>
                  <a:pt x="7128477" y="4774713"/>
                  <a:pt x="7128477" y="4774713"/>
                </a:cubicBezTo>
                <a:close/>
                <a:moveTo>
                  <a:pt x="6874095" y="4774713"/>
                </a:moveTo>
                <a:lnTo>
                  <a:pt x="6883159" y="4774713"/>
                </a:lnTo>
                <a:cubicBezTo>
                  <a:pt x="6883488" y="4774713"/>
                  <a:pt x="6883947" y="4775173"/>
                  <a:pt x="6883947" y="4775173"/>
                </a:cubicBezTo>
                <a:lnTo>
                  <a:pt x="6888480" y="4783055"/>
                </a:lnTo>
                <a:cubicBezTo>
                  <a:pt x="6888611" y="4783317"/>
                  <a:pt x="6888480" y="4783908"/>
                  <a:pt x="6888480" y="4783908"/>
                </a:cubicBezTo>
                <a:lnTo>
                  <a:pt x="6883947" y="4791790"/>
                </a:lnTo>
                <a:cubicBezTo>
                  <a:pt x="6883751" y="4792052"/>
                  <a:pt x="6883159" y="4792249"/>
                  <a:pt x="6883159" y="4792249"/>
                </a:cubicBezTo>
                <a:lnTo>
                  <a:pt x="6874095" y="4792249"/>
                </a:lnTo>
                <a:cubicBezTo>
                  <a:pt x="6873768" y="4792249"/>
                  <a:pt x="6873307" y="4791790"/>
                  <a:pt x="6873307" y="4791790"/>
                </a:cubicBezTo>
                <a:lnTo>
                  <a:pt x="6868775" y="4783908"/>
                </a:lnTo>
                <a:cubicBezTo>
                  <a:pt x="6868644" y="4783646"/>
                  <a:pt x="6868775" y="4783055"/>
                  <a:pt x="6868775" y="4783055"/>
                </a:cubicBezTo>
                <a:lnTo>
                  <a:pt x="6873307" y="4775173"/>
                </a:lnTo>
                <a:cubicBezTo>
                  <a:pt x="6873504" y="4774910"/>
                  <a:pt x="6874095" y="4774713"/>
                  <a:pt x="6874095" y="4774713"/>
                </a:cubicBezTo>
                <a:close/>
                <a:moveTo>
                  <a:pt x="6619714" y="4774713"/>
                </a:moveTo>
                <a:lnTo>
                  <a:pt x="6628778" y="4774713"/>
                </a:lnTo>
                <a:cubicBezTo>
                  <a:pt x="6629107" y="4774713"/>
                  <a:pt x="6629566" y="4775173"/>
                  <a:pt x="6629566" y="4775173"/>
                </a:cubicBezTo>
                <a:lnTo>
                  <a:pt x="6634099" y="4783055"/>
                </a:lnTo>
                <a:cubicBezTo>
                  <a:pt x="6634230" y="4783317"/>
                  <a:pt x="6634099" y="4783908"/>
                  <a:pt x="6634099" y="4783908"/>
                </a:cubicBezTo>
                <a:lnTo>
                  <a:pt x="6629566" y="4791790"/>
                </a:lnTo>
                <a:cubicBezTo>
                  <a:pt x="6629369" y="4792052"/>
                  <a:pt x="6628778" y="4792249"/>
                  <a:pt x="6628778" y="4792249"/>
                </a:cubicBezTo>
                <a:lnTo>
                  <a:pt x="6619714" y="4792249"/>
                </a:lnTo>
                <a:cubicBezTo>
                  <a:pt x="6619387" y="4792249"/>
                  <a:pt x="6618926" y="4791790"/>
                  <a:pt x="6618926" y="4791790"/>
                </a:cubicBezTo>
                <a:lnTo>
                  <a:pt x="6614394" y="4783908"/>
                </a:lnTo>
                <a:cubicBezTo>
                  <a:pt x="6614263" y="4783646"/>
                  <a:pt x="6614394" y="4783055"/>
                  <a:pt x="6614394" y="4783055"/>
                </a:cubicBezTo>
                <a:lnTo>
                  <a:pt x="6618926" y="4775173"/>
                </a:lnTo>
                <a:cubicBezTo>
                  <a:pt x="6619123" y="4774910"/>
                  <a:pt x="6619714" y="4774713"/>
                  <a:pt x="6619714" y="4774713"/>
                </a:cubicBezTo>
                <a:close/>
                <a:moveTo>
                  <a:pt x="6365334" y="4774713"/>
                </a:moveTo>
                <a:lnTo>
                  <a:pt x="6374397" y="4774713"/>
                </a:lnTo>
                <a:cubicBezTo>
                  <a:pt x="6374727" y="4774713"/>
                  <a:pt x="6375186" y="4775173"/>
                  <a:pt x="6375186" y="4775173"/>
                </a:cubicBezTo>
                <a:lnTo>
                  <a:pt x="6379718" y="4783055"/>
                </a:lnTo>
                <a:cubicBezTo>
                  <a:pt x="6379849" y="4783317"/>
                  <a:pt x="6379718" y="4783908"/>
                  <a:pt x="6379718" y="4783908"/>
                </a:cubicBezTo>
                <a:lnTo>
                  <a:pt x="6375186" y="4791790"/>
                </a:lnTo>
                <a:cubicBezTo>
                  <a:pt x="6374988" y="4792052"/>
                  <a:pt x="6374397" y="4792249"/>
                  <a:pt x="6374397" y="4792249"/>
                </a:cubicBezTo>
                <a:lnTo>
                  <a:pt x="6365334" y="4792249"/>
                </a:lnTo>
                <a:cubicBezTo>
                  <a:pt x="6365005" y="4792249"/>
                  <a:pt x="6364546" y="4791790"/>
                  <a:pt x="6364546" y="4791790"/>
                </a:cubicBezTo>
                <a:lnTo>
                  <a:pt x="6360014" y="4783908"/>
                </a:lnTo>
                <a:cubicBezTo>
                  <a:pt x="6359882" y="4783646"/>
                  <a:pt x="6360014" y="4783055"/>
                  <a:pt x="6360014" y="4783055"/>
                </a:cubicBezTo>
                <a:lnTo>
                  <a:pt x="6364546" y="4775173"/>
                </a:lnTo>
                <a:cubicBezTo>
                  <a:pt x="6364743" y="4774910"/>
                  <a:pt x="6365334" y="4774713"/>
                  <a:pt x="6365334" y="4774713"/>
                </a:cubicBezTo>
                <a:close/>
                <a:moveTo>
                  <a:pt x="6110888" y="4774713"/>
                </a:moveTo>
                <a:lnTo>
                  <a:pt x="6119953" y="4774713"/>
                </a:lnTo>
                <a:cubicBezTo>
                  <a:pt x="6120280" y="4774713"/>
                  <a:pt x="6120740" y="4775173"/>
                  <a:pt x="6120740" y="4775173"/>
                </a:cubicBezTo>
                <a:lnTo>
                  <a:pt x="6125272" y="4783055"/>
                </a:lnTo>
                <a:cubicBezTo>
                  <a:pt x="6125403" y="4783317"/>
                  <a:pt x="6125272" y="4783908"/>
                  <a:pt x="6125272" y="4783908"/>
                </a:cubicBezTo>
                <a:lnTo>
                  <a:pt x="6120740" y="4791790"/>
                </a:lnTo>
                <a:cubicBezTo>
                  <a:pt x="6120543" y="4792052"/>
                  <a:pt x="6119953" y="4792249"/>
                  <a:pt x="6119953" y="4792249"/>
                </a:cubicBezTo>
                <a:lnTo>
                  <a:pt x="6110888" y="4792249"/>
                </a:lnTo>
                <a:cubicBezTo>
                  <a:pt x="6110560" y="4792249"/>
                  <a:pt x="6110101" y="4791790"/>
                  <a:pt x="6110101" y="4791790"/>
                </a:cubicBezTo>
                <a:lnTo>
                  <a:pt x="6105567" y="4783908"/>
                </a:lnTo>
                <a:cubicBezTo>
                  <a:pt x="6105436" y="4783646"/>
                  <a:pt x="6105567" y="4783055"/>
                  <a:pt x="6105567" y="4783055"/>
                </a:cubicBezTo>
                <a:lnTo>
                  <a:pt x="6110101" y="4775173"/>
                </a:lnTo>
                <a:cubicBezTo>
                  <a:pt x="6110296" y="4774910"/>
                  <a:pt x="6110888" y="4774713"/>
                  <a:pt x="6110888" y="4774713"/>
                </a:cubicBezTo>
                <a:close/>
                <a:moveTo>
                  <a:pt x="5856508" y="4774713"/>
                </a:moveTo>
                <a:lnTo>
                  <a:pt x="5865571" y="4774713"/>
                </a:lnTo>
                <a:cubicBezTo>
                  <a:pt x="5865900" y="4774713"/>
                  <a:pt x="5866359" y="4775173"/>
                  <a:pt x="5866359" y="4775173"/>
                </a:cubicBezTo>
                <a:lnTo>
                  <a:pt x="5870891" y="4783055"/>
                </a:lnTo>
                <a:cubicBezTo>
                  <a:pt x="5871023" y="4783317"/>
                  <a:pt x="5870891" y="4783908"/>
                  <a:pt x="5870891" y="4783908"/>
                </a:cubicBezTo>
                <a:lnTo>
                  <a:pt x="5866359" y="4791790"/>
                </a:lnTo>
                <a:cubicBezTo>
                  <a:pt x="5866163" y="4792052"/>
                  <a:pt x="5865571" y="4792249"/>
                  <a:pt x="5865571" y="4792249"/>
                </a:cubicBezTo>
                <a:lnTo>
                  <a:pt x="5856508" y="4792249"/>
                </a:lnTo>
                <a:cubicBezTo>
                  <a:pt x="5856178" y="4792249"/>
                  <a:pt x="5855720" y="4791790"/>
                  <a:pt x="5855720" y="4791790"/>
                </a:cubicBezTo>
                <a:lnTo>
                  <a:pt x="5851187" y="4783908"/>
                </a:lnTo>
                <a:cubicBezTo>
                  <a:pt x="5851055" y="4783646"/>
                  <a:pt x="5851187" y="4783055"/>
                  <a:pt x="5851187" y="4783055"/>
                </a:cubicBezTo>
                <a:lnTo>
                  <a:pt x="5855720" y="4775173"/>
                </a:lnTo>
                <a:cubicBezTo>
                  <a:pt x="5855916" y="4774910"/>
                  <a:pt x="5856508" y="4774713"/>
                  <a:pt x="5856508" y="4774713"/>
                </a:cubicBezTo>
                <a:close/>
                <a:moveTo>
                  <a:pt x="5602126" y="4774713"/>
                </a:moveTo>
                <a:lnTo>
                  <a:pt x="5611191" y="4774713"/>
                </a:lnTo>
                <a:cubicBezTo>
                  <a:pt x="5611519" y="4774713"/>
                  <a:pt x="5611979" y="4775173"/>
                  <a:pt x="5611979" y="4775173"/>
                </a:cubicBezTo>
                <a:lnTo>
                  <a:pt x="5616511" y="4783055"/>
                </a:lnTo>
                <a:cubicBezTo>
                  <a:pt x="5616642" y="4783317"/>
                  <a:pt x="5616511" y="4783908"/>
                  <a:pt x="5616511" y="4783908"/>
                </a:cubicBezTo>
                <a:lnTo>
                  <a:pt x="5611979" y="4791790"/>
                </a:lnTo>
                <a:cubicBezTo>
                  <a:pt x="5611782" y="4792052"/>
                  <a:pt x="5611191" y="4792249"/>
                  <a:pt x="5611191" y="4792249"/>
                </a:cubicBezTo>
                <a:lnTo>
                  <a:pt x="5602126" y="4792249"/>
                </a:lnTo>
                <a:cubicBezTo>
                  <a:pt x="5601798" y="4792249"/>
                  <a:pt x="5601338" y="4791790"/>
                  <a:pt x="5601338" y="4791790"/>
                </a:cubicBezTo>
                <a:lnTo>
                  <a:pt x="5596807" y="4783908"/>
                </a:lnTo>
                <a:cubicBezTo>
                  <a:pt x="5596675" y="4783646"/>
                  <a:pt x="5596807" y="4783055"/>
                  <a:pt x="5596807" y="4783055"/>
                </a:cubicBezTo>
                <a:lnTo>
                  <a:pt x="5601338" y="4775173"/>
                </a:lnTo>
                <a:cubicBezTo>
                  <a:pt x="5601536" y="4774910"/>
                  <a:pt x="5602126" y="4774713"/>
                  <a:pt x="5602126" y="4774713"/>
                </a:cubicBezTo>
                <a:close/>
                <a:moveTo>
                  <a:pt x="5347746" y="4774713"/>
                </a:moveTo>
                <a:lnTo>
                  <a:pt x="5356810" y="4774713"/>
                </a:lnTo>
                <a:cubicBezTo>
                  <a:pt x="5357138" y="4774713"/>
                  <a:pt x="5357598" y="4775173"/>
                  <a:pt x="5357598" y="4775173"/>
                </a:cubicBezTo>
                <a:lnTo>
                  <a:pt x="5362130" y="4783055"/>
                </a:lnTo>
                <a:cubicBezTo>
                  <a:pt x="5362261" y="4783317"/>
                  <a:pt x="5362130" y="4783908"/>
                  <a:pt x="5362130" y="4783908"/>
                </a:cubicBezTo>
                <a:lnTo>
                  <a:pt x="5357598" y="4791790"/>
                </a:lnTo>
                <a:cubicBezTo>
                  <a:pt x="5357401" y="4792052"/>
                  <a:pt x="5356810" y="4792249"/>
                  <a:pt x="5356810" y="4792249"/>
                </a:cubicBezTo>
                <a:lnTo>
                  <a:pt x="5347746" y="4792249"/>
                </a:lnTo>
                <a:cubicBezTo>
                  <a:pt x="5347418" y="4792249"/>
                  <a:pt x="5346958" y="4791790"/>
                  <a:pt x="5346958" y="4791790"/>
                </a:cubicBezTo>
                <a:lnTo>
                  <a:pt x="5342425" y="4783908"/>
                </a:lnTo>
                <a:cubicBezTo>
                  <a:pt x="5342295" y="4783646"/>
                  <a:pt x="5342425" y="4783055"/>
                  <a:pt x="5342425" y="4783055"/>
                </a:cubicBezTo>
                <a:lnTo>
                  <a:pt x="5346958" y="4775173"/>
                </a:lnTo>
                <a:cubicBezTo>
                  <a:pt x="5347154" y="4774910"/>
                  <a:pt x="5347746" y="4774713"/>
                  <a:pt x="5347746" y="4774713"/>
                </a:cubicBezTo>
                <a:close/>
                <a:moveTo>
                  <a:pt x="5093300" y="4774713"/>
                </a:moveTo>
                <a:lnTo>
                  <a:pt x="5102364" y="4774713"/>
                </a:lnTo>
                <a:cubicBezTo>
                  <a:pt x="5102693" y="4774713"/>
                  <a:pt x="5103153" y="4775173"/>
                  <a:pt x="5103153" y="4775173"/>
                </a:cubicBezTo>
                <a:lnTo>
                  <a:pt x="5107684" y="4783055"/>
                </a:lnTo>
                <a:cubicBezTo>
                  <a:pt x="5107815" y="4783317"/>
                  <a:pt x="5107684" y="4783908"/>
                  <a:pt x="5107684" y="4783908"/>
                </a:cubicBezTo>
                <a:lnTo>
                  <a:pt x="5103153" y="4791790"/>
                </a:lnTo>
                <a:cubicBezTo>
                  <a:pt x="5102955" y="4792052"/>
                  <a:pt x="5102364" y="4792249"/>
                  <a:pt x="5102364" y="4792249"/>
                </a:cubicBezTo>
                <a:lnTo>
                  <a:pt x="5093300" y="4792249"/>
                </a:lnTo>
                <a:cubicBezTo>
                  <a:pt x="5092972" y="4792249"/>
                  <a:pt x="5092512" y="4791790"/>
                  <a:pt x="5092512" y="4791790"/>
                </a:cubicBezTo>
                <a:lnTo>
                  <a:pt x="5087979" y="4783908"/>
                </a:lnTo>
                <a:cubicBezTo>
                  <a:pt x="5087848" y="4783646"/>
                  <a:pt x="5087979" y="4783055"/>
                  <a:pt x="5087979" y="4783055"/>
                </a:cubicBezTo>
                <a:lnTo>
                  <a:pt x="5092512" y="4775173"/>
                </a:lnTo>
                <a:cubicBezTo>
                  <a:pt x="5092708" y="4774910"/>
                  <a:pt x="5093300" y="4774713"/>
                  <a:pt x="5093300" y="4774713"/>
                </a:cubicBezTo>
                <a:close/>
                <a:moveTo>
                  <a:pt x="4838919" y="4774713"/>
                </a:moveTo>
                <a:lnTo>
                  <a:pt x="4847982" y="4774713"/>
                </a:lnTo>
                <a:cubicBezTo>
                  <a:pt x="4848311" y="4774713"/>
                  <a:pt x="4848772" y="4775173"/>
                  <a:pt x="4848772" y="4775173"/>
                </a:cubicBezTo>
                <a:lnTo>
                  <a:pt x="4853303" y="4783055"/>
                </a:lnTo>
                <a:cubicBezTo>
                  <a:pt x="4853435" y="4783317"/>
                  <a:pt x="4853303" y="4783908"/>
                  <a:pt x="4853303" y="4783908"/>
                </a:cubicBezTo>
                <a:lnTo>
                  <a:pt x="4848772" y="4791790"/>
                </a:lnTo>
                <a:cubicBezTo>
                  <a:pt x="4848575" y="4792052"/>
                  <a:pt x="4847982" y="4792249"/>
                  <a:pt x="4847982" y="4792249"/>
                </a:cubicBezTo>
                <a:lnTo>
                  <a:pt x="4838919" y="4792249"/>
                </a:lnTo>
                <a:cubicBezTo>
                  <a:pt x="4838590" y="4792249"/>
                  <a:pt x="4838132" y="4791790"/>
                  <a:pt x="4838132" y="4791790"/>
                </a:cubicBezTo>
                <a:lnTo>
                  <a:pt x="4833598" y="4783908"/>
                </a:lnTo>
                <a:cubicBezTo>
                  <a:pt x="4833467" y="4783646"/>
                  <a:pt x="4833598" y="4783055"/>
                  <a:pt x="4833598" y="4783055"/>
                </a:cubicBezTo>
                <a:lnTo>
                  <a:pt x="4838132" y="4775173"/>
                </a:lnTo>
                <a:cubicBezTo>
                  <a:pt x="4838328" y="4774910"/>
                  <a:pt x="4838919" y="4774713"/>
                  <a:pt x="4838919" y="4774713"/>
                </a:cubicBezTo>
                <a:close/>
                <a:moveTo>
                  <a:pt x="4584538" y="4774713"/>
                </a:moveTo>
                <a:lnTo>
                  <a:pt x="4593603" y="4774713"/>
                </a:lnTo>
                <a:cubicBezTo>
                  <a:pt x="4593932" y="4774713"/>
                  <a:pt x="4594390" y="4775173"/>
                  <a:pt x="4594390" y="4775173"/>
                </a:cubicBezTo>
                <a:lnTo>
                  <a:pt x="4598922" y="4783055"/>
                </a:lnTo>
                <a:cubicBezTo>
                  <a:pt x="4599054" y="4783317"/>
                  <a:pt x="4598922" y="4783908"/>
                  <a:pt x="4598922" y="4783908"/>
                </a:cubicBezTo>
                <a:lnTo>
                  <a:pt x="4594390" y="4791790"/>
                </a:lnTo>
                <a:cubicBezTo>
                  <a:pt x="4594193" y="4792052"/>
                  <a:pt x="4593603" y="4792249"/>
                  <a:pt x="4593603" y="4792249"/>
                </a:cubicBezTo>
                <a:lnTo>
                  <a:pt x="4584538" y="4792249"/>
                </a:lnTo>
                <a:cubicBezTo>
                  <a:pt x="4584210" y="4792249"/>
                  <a:pt x="4583749" y="4791790"/>
                  <a:pt x="4583749" y="4791790"/>
                </a:cubicBezTo>
                <a:lnTo>
                  <a:pt x="4579218" y="4783908"/>
                </a:lnTo>
                <a:cubicBezTo>
                  <a:pt x="4579087" y="4783646"/>
                  <a:pt x="4579218" y="4783055"/>
                  <a:pt x="4579218" y="4783055"/>
                </a:cubicBezTo>
                <a:lnTo>
                  <a:pt x="4583749" y="4775173"/>
                </a:lnTo>
                <a:cubicBezTo>
                  <a:pt x="4583948" y="4774910"/>
                  <a:pt x="4584538" y="4774713"/>
                  <a:pt x="4584538" y="4774713"/>
                </a:cubicBezTo>
                <a:close/>
                <a:moveTo>
                  <a:pt x="4330157" y="4774713"/>
                </a:moveTo>
                <a:lnTo>
                  <a:pt x="4339222" y="4774713"/>
                </a:lnTo>
                <a:cubicBezTo>
                  <a:pt x="4339550" y="4774713"/>
                  <a:pt x="4340010" y="4775173"/>
                  <a:pt x="4340010" y="4775173"/>
                </a:cubicBezTo>
                <a:lnTo>
                  <a:pt x="4344540" y="4783055"/>
                </a:lnTo>
                <a:cubicBezTo>
                  <a:pt x="4344672" y="4783317"/>
                  <a:pt x="4344540" y="4783908"/>
                  <a:pt x="4344540" y="4783908"/>
                </a:cubicBezTo>
                <a:lnTo>
                  <a:pt x="4340010" y="4791790"/>
                </a:lnTo>
                <a:cubicBezTo>
                  <a:pt x="4339812" y="4792052"/>
                  <a:pt x="4339222" y="4792249"/>
                  <a:pt x="4339222" y="4792249"/>
                </a:cubicBezTo>
                <a:lnTo>
                  <a:pt x="4330157" y="4792249"/>
                </a:lnTo>
                <a:cubicBezTo>
                  <a:pt x="4329829" y="4792249"/>
                  <a:pt x="4329369" y="4791790"/>
                  <a:pt x="4329369" y="4791790"/>
                </a:cubicBezTo>
                <a:lnTo>
                  <a:pt x="4324836" y="4783908"/>
                </a:lnTo>
                <a:cubicBezTo>
                  <a:pt x="4324706" y="4783646"/>
                  <a:pt x="4324836" y="4783055"/>
                  <a:pt x="4324836" y="4783055"/>
                </a:cubicBezTo>
                <a:lnTo>
                  <a:pt x="4329369" y="4775173"/>
                </a:lnTo>
                <a:cubicBezTo>
                  <a:pt x="4329565" y="4774910"/>
                  <a:pt x="4330157" y="4774713"/>
                  <a:pt x="4330157" y="4774713"/>
                </a:cubicBezTo>
                <a:close/>
                <a:moveTo>
                  <a:pt x="4075851" y="4774713"/>
                </a:moveTo>
                <a:lnTo>
                  <a:pt x="4084913" y="4774713"/>
                </a:lnTo>
                <a:cubicBezTo>
                  <a:pt x="4085241" y="4774713"/>
                  <a:pt x="4085703" y="4775173"/>
                  <a:pt x="4085703" y="4775173"/>
                </a:cubicBezTo>
                <a:lnTo>
                  <a:pt x="4090235" y="4783055"/>
                </a:lnTo>
                <a:cubicBezTo>
                  <a:pt x="4090366" y="4783317"/>
                  <a:pt x="4090235" y="4783908"/>
                  <a:pt x="4090235" y="4783908"/>
                </a:cubicBezTo>
                <a:lnTo>
                  <a:pt x="4085703" y="4791790"/>
                </a:lnTo>
                <a:cubicBezTo>
                  <a:pt x="4085504" y="4792052"/>
                  <a:pt x="4084913" y="4792249"/>
                  <a:pt x="4084913" y="4792249"/>
                </a:cubicBezTo>
                <a:lnTo>
                  <a:pt x="4075851" y="4792249"/>
                </a:lnTo>
                <a:cubicBezTo>
                  <a:pt x="4075521" y="4792249"/>
                  <a:pt x="4075061" y="4791790"/>
                  <a:pt x="4075061" y="4791790"/>
                </a:cubicBezTo>
                <a:lnTo>
                  <a:pt x="4070528" y="4783908"/>
                </a:lnTo>
                <a:cubicBezTo>
                  <a:pt x="4070399" y="4783646"/>
                  <a:pt x="4070528" y="4783055"/>
                  <a:pt x="4070528" y="4783055"/>
                </a:cubicBezTo>
                <a:lnTo>
                  <a:pt x="4075061" y="4775173"/>
                </a:lnTo>
                <a:cubicBezTo>
                  <a:pt x="4075258" y="4774910"/>
                  <a:pt x="4075851" y="4774713"/>
                  <a:pt x="4075851" y="4774713"/>
                </a:cubicBezTo>
                <a:close/>
                <a:moveTo>
                  <a:pt x="3821532" y="4774713"/>
                </a:moveTo>
                <a:lnTo>
                  <a:pt x="3830597" y="4774713"/>
                </a:lnTo>
                <a:cubicBezTo>
                  <a:pt x="3830925" y="4774713"/>
                  <a:pt x="3831386" y="4775173"/>
                  <a:pt x="3831386" y="4775173"/>
                </a:cubicBezTo>
                <a:lnTo>
                  <a:pt x="3835918" y="4783055"/>
                </a:lnTo>
                <a:cubicBezTo>
                  <a:pt x="3836049" y="4783317"/>
                  <a:pt x="3835918" y="4783908"/>
                  <a:pt x="3835918" y="4783908"/>
                </a:cubicBezTo>
                <a:lnTo>
                  <a:pt x="3831386" y="4791790"/>
                </a:lnTo>
                <a:cubicBezTo>
                  <a:pt x="3831189" y="4792052"/>
                  <a:pt x="3830597" y="4792249"/>
                  <a:pt x="3830597" y="4792249"/>
                </a:cubicBezTo>
                <a:lnTo>
                  <a:pt x="3821532" y="4792249"/>
                </a:lnTo>
                <a:cubicBezTo>
                  <a:pt x="3821205" y="4792249"/>
                  <a:pt x="3820745" y="4791790"/>
                  <a:pt x="3820745" y="4791790"/>
                </a:cubicBezTo>
                <a:lnTo>
                  <a:pt x="3816213" y="4783908"/>
                </a:lnTo>
                <a:cubicBezTo>
                  <a:pt x="3816080" y="4783646"/>
                  <a:pt x="3816213" y="4783055"/>
                  <a:pt x="3816213" y="4783055"/>
                </a:cubicBezTo>
                <a:lnTo>
                  <a:pt x="3820745" y="4775173"/>
                </a:lnTo>
                <a:cubicBezTo>
                  <a:pt x="3820942" y="4774910"/>
                  <a:pt x="3821532" y="4774713"/>
                  <a:pt x="3821532" y="4774713"/>
                </a:cubicBezTo>
                <a:close/>
                <a:moveTo>
                  <a:pt x="3567131" y="4774713"/>
                </a:moveTo>
                <a:lnTo>
                  <a:pt x="3576197" y="4774713"/>
                </a:lnTo>
                <a:cubicBezTo>
                  <a:pt x="3576525" y="4774713"/>
                  <a:pt x="3576985" y="4775173"/>
                  <a:pt x="3576985" y="4775173"/>
                </a:cubicBezTo>
                <a:lnTo>
                  <a:pt x="3581517" y="4783055"/>
                </a:lnTo>
                <a:cubicBezTo>
                  <a:pt x="3581648" y="4783317"/>
                  <a:pt x="3581517" y="4783908"/>
                  <a:pt x="3581517" y="4783908"/>
                </a:cubicBezTo>
                <a:lnTo>
                  <a:pt x="3576985" y="4791790"/>
                </a:lnTo>
                <a:cubicBezTo>
                  <a:pt x="3576788" y="4792052"/>
                  <a:pt x="3576197" y="4792249"/>
                  <a:pt x="3576197" y="4792249"/>
                </a:cubicBezTo>
                <a:lnTo>
                  <a:pt x="3567131" y="4792249"/>
                </a:lnTo>
                <a:cubicBezTo>
                  <a:pt x="3566804" y="4792249"/>
                  <a:pt x="3566344" y="4791790"/>
                  <a:pt x="3566344" y="4791790"/>
                </a:cubicBezTo>
                <a:lnTo>
                  <a:pt x="3561811" y="4783908"/>
                </a:lnTo>
                <a:cubicBezTo>
                  <a:pt x="3561680" y="4783646"/>
                  <a:pt x="3561811" y="4783055"/>
                  <a:pt x="3561811" y="4783055"/>
                </a:cubicBezTo>
                <a:lnTo>
                  <a:pt x="3566344" y="4775173"/>
                </a:lnTo>
                <a:cubicBezTo>
                  <a:pt x="3566541" y="4774910"/>
                  <a:pt x="3567131" y="4774713"/>
                  <a:pt x="3567131" y="4774713"/>
                </a:cubicBezTo>
                <a:close/>
                <a:moveTo>
                  <a:pt x="3312732" y="4774713"/>
                </a:moveTo>
                <a:lnTo>
                  <a:pt x="3321795" y="4774713"/>
                </a:lnTo>
                <a:cubicBezTo>
                  <a:pt x="3322124" y="4774713"/>
                  <a:pt x="3322584" y="4775173"/>
                  <a:pt x="3322584" y="4775173"/>
                </a:cubicBezTo>
                <a:lnTo>
                  <a:pt x="3327116" y="4783055"/>
                </a:lnTo>
                <a:cubicBezTo>
                  <a:pt x="3327248" y="4783317"/>
                  <a:pt x="3327116" y="4783908"/>
                  <a:pt x="3327116" y="4783908"/>
                </a:cubicBezTo>
                <a:lnTo>
                  <a:pt x="3322584" y="4791790"/>
                </a:lnTo>
                <a:cubicBezTo>
                  <a:pt x="3322388" y="4792052"/>
                  <a:pt x="3321795" y="4792249"/>
                  <a:pt x="3321795" y="4792249"/>
                </a:cubicBezTo>
                <a:lnTo>
                  <a:pt x="3312732" y="4792249"/>
                </a:lnTo>
                <a:cubicBezTo>
                  <a:pt x="3312403" y="4792249"/>
                  <a:pt x="3311944" y="4791790"/>
                  <a:pt x="3311944" y="4791790"/>
                </a:cubicBezTo>
                <a:lnTo>
                  <a:pt x="3307411" y="4783908"/>
                </a:lnTo>
                <a:cubicBezTo>
                  <a:pt x="3307279" y="4783646"/>
                  <a:pt x="3307411" y="4783055"/>
                  <a:pt x="3307411" y="4783055"/>
                </a:cubicBezTo>
                <a:lnTo>
                  <a:pt x="3311944" y="4775173"/>
                </a:lnTo>
                <a:cubicBezTo>
                  <a:pt x="3312139" y="4774910"/>
                  <a:pt x="3312732" y="4774713"/>
                  <a:pt x="3312732" y="4774713"/>
                </a:cubicBezTo>
                <a:close/>
                <a:moveTo>
                  <a:pt x="3058203" y="4774713"/>
                </a:moveTo>
                <a:lnTo>
                  <a:pt x="3067268" y="4774713"/>
                </a:lnTo>
                <a:cubicBezTo>
                  <a:pt x="3067596" y="4774713"/>
                  <a:pt x="3068056" y="4775173"/>
                  <a:pt x="3068056" y="4775173"/>
                </a:cubicBezTo>
                <a:lnTo>
                  <a:pt x="3072588" y="4783055"/>
                </a:lnTo>
                <a:cubicBezTo>
                  <a:pt x="3072719" y="4783317"/>
                  <a:pt x="3072588" y="4783908"/>
                  <a:pt x="3072588" y="4783908"/>
                </a:cubicBezTo>
                <a:lnTo>
                  <a:pt x="3068056" y="4791790"/>
                </a:lnTo>
                <a:cubicBezTo>
                  <a:pt x="3067859" y="4792052"/>
                  <a:pt x="3067268" y="4792249"/>
                  <a:pt x="3067268" y="4792249"/>
                </a:cubicBezTo>
                <a:lnTo>
                  <a:pt x="3058203" y="4792249"/>
                </a:lnTo>
                <a:cubicBezTo>
                  <a:pt x="3057875" y="4792249"/>
                  <a:pt x="3057415" y="4791790"/>
                  <a:pt x="3057415" y="4791790"/>
                </a:cubicBezTo>
                <a:lnTo>
                  <a:pt x="3052883" y="4783908"/>
                </a:lnTo>
                <a:cubicBezTo>
                  <a:pt x="3052752" y="4783646"/>
                  <a:pt x="3052883" y="4783055"/>
                  <a:pt x="3052883" y="4783055"/>
                </a:cubicBezTo>
                <a:lnTo>
                  <a:pt x="3057415" y="4775173"/>
                </a:lnTo>
                <a:cubicBezTo>
                  <a:pt x="3057612" y="4774910"/>
                  <a:pt x="3058203" y="4774713"/>
                  <a:pt x="3058203" y="4774713"/>
                </a:cubicBezTo>
                <a:close/>
                <a:moveTo>
                  <a:pt x="2803967" y="4774713"/>
                </a:moveTo>
                <a:lnTo>
                  <a:pt x="2813032" y="4774713"/>
                </a:lnTo>
                <a:cubicBezTo>
                  <a:pt x="2813360" y="4774713"/>
                  <a:pt x="2813820" y="4775173"/>
                  <a:pt x="2813820" y="4775173"/>
                </a:cubicBezTo>
                <a:lnTo>
                  <a:pt x="2818352" y="4783055"/>
                </a:lnTo>
                <a:cubicBezTo>
                  <a:pt x="2818483" y="4783317"/>
                  <a:pt x="2818352" y="4783908"/>
                  <a:pt x="2818352" y="4783908"/>
                </a:cubicBezTo>
                <a:lnTo>
                  <a:pt x="2813820" y="4791790"/>
                </a:lnTo>
                <a:cubicBezTo>
                  <a:pt x="2813623" y="4792052"/>
                  <a:pt x="2813032" y="4792249"/>
                  <a:pt x="2813032" y="4792249"/>
                </a:cubicBezTo>
                <a:lnTo>
                  <a:pt x="2803967" y="4792249"/>
                </a:lnTo>
                <a:cubicBezTo>
                  <a:pt x="2803639" y="4792249"/>
                  <a:pt x="2803178" y="4791790"/>
                  <a:pt x="2803178" y="4791790"/>
                </a:cubicBezTo>
                <a:lnTo>
                  <a:pt x="2798646" y="4783908"/>
                </a:lnTo>
                <a:cubicBezTo>
                  <a:pt x="2798515" y="4783646"/>
                  <a:pt x="2798646" y="4783055"/>
                  <a:pt x="2798646" y="4783055"/>
                </a:cubicBezTo>
                <a:lnTo>
                  <a:pt x="2803178" y="4775173"/>
                </a:lnTo>
                <a:cubicBezTo>
                  <a:pt x="2803376" y="4774910"/>
                  <a:pt x="2803967" y="4774713"/>
                  <a:pt x="2803967" y="4774713"/>
                </a:cubicBezTo>
                <a:close/>
                <a:moveTo>
                  <a:pt x="2549548" y="4774713"/>
                </a:moveTo>
                <a:lnTo>
                  <a:pt x="2558613" y="4774713"/>
                </a:lnTo>
                <a:cubicBezTo>
                  <a:pt x="2558941" y="4774713"/>
                  <a:pt x="2559402" y="4775173"/>
                  <a:pt x="2559402" y="4775173"/>
                </a:cubicBezTo>
                <a:lnTo>
                  <a:pt x="2563935" y="4783055"/>
                </a:lnTo>
                <a:cubicBezTo>
                  <a:pt x="2564065" y="4783317"/>
                  <a:pt x="2563935" y="4783908"/>
                  <a:pt x="2563935" y="4783908"/>
                </a:cubicBezTo>
                <a:lnTo>
                  <a:pt x="2559402" y="4791790"/>
                </a:lnTo>
                <a:cubicBezTo>
                  <a:pt x="2559205" y="4792052"/>
                  <a:pt x="2558613" y="4792249"/>
                  <a:pt x="2558613" y="4792249"/>
                </a:cubicBezTo>
                <a:lnTo>
                  <a:pt x="2549548" y="4792249"/>
                </a:lnTo>
                <a:cubicBezTo>
                  <a:pt x="2549221" y="4792249"/>
                  <a:pt x="2548760" y="4791790"/>
                  <a:pt x="2548760" y="4791790"/>
                </a:cubicBezTo>
                <a:lnTo>
                  <a:pt x="2544228" y="4783908"/>
                </a:lnTo>
                <a:cubicBezTo>
                  <a:pt x="2544097" y="4783646"/>
                  <a:pt x="2544228" y="4783055"/>
                  <a:pt x="2544228" y="4783055"/>
                </a:cubicBezTo>
                <a:lnTo>
                  <a:pt x="2548760" y="4775173"/>
                </a:lnTo>
                <a:cubicBezTo>
                  <a:pt x="2548957" y="4774910"/>
                  <a:pt x="2549548" y="4774713"/>
                  <a:pt x="2549548" y="4774713"/>
                </a:cubicBezTo>
                <a:close/>
                <a:moveTo>
                  <a:pt x="2295018" y="4774713"/>
                </a:moveTo>
                <a:lnTo>
                  <a:pt x="2304082" y="4774713"/>
                </a:lnTo>
                <a:cubicBezTo>
                  <a:pt x="2304411" y="4774713"/>
                  <a:pt x="2304872" y="4775173"/>
                  <a:pt x="2304872" y="4775173"/>
                </a:cubicBezTo>
                <a:lnTo>
                  <a:pt x="2309403" y="4783055"/>
                </a:lnTo>
                <a:cubicBezTo>
                  <a:pt x="2309535" y="4783317"/>
                  <a:pt x="2309403" y="4783908"/>
                  <a:pt x="2309403" y="4783908"/>
                </a:cubicBezTo>
                <a:lnTo>
                  <a:pt x="2304872" y="4791790"/>
                </a:lnTo>
                <a:cubicBezTo>
                  <a:pt x="2304674" y="4792052"/>
                  <a:pt x="2304082" y="4792249"/>
                  <a:pt x="2304082" y="4792249"/>
                </a:cubicBezTo>
                <a:lnTo>
                  <a:pt x="2295018" y="4792249"/>
                </a:lnTo>
                <a:cubicBezTo>
                  <a:pt x="2294690" y="4792249"/>
                  <a:pt x="2294231" y="4791790"/>
                  <a:pt x="2294231" y="4791790"/>
                </a:cubicBezTo>
                <a:lnTo>
                  <a:pt x="2289698" y="4783908"/>
                </a:lnTo>
                <a:cubicBezTo>
                  <a:pt x="2289566" y="4783646"/>
                  <a:pt x="2289698" y="4783055"/>
                  <a:pt x="2289698" y="4783055"/>
                </a:cubicBezTo>
                <a:lnTo>
                  <a:pt x="2294231" y="4775173"/>
                </a:lnTo>
                <a:cubicBezTo>
                  <a:pt x="2294428" y="4774910"/>
                  <a:pt x="2295018" y="4774713"/>
                  <a:pt x="2295018" y="4774713"/>
                </a:cubicBezTo>
                <a:close/>
                <a:moveTo>
                  <a:pt x="2040623" y="4774713"/>
                </a:moveTo>
                <a:lnTo>
                  <a:pt x="2049686" y="4774713"/>
                </a:lnTo>
                <a:cubicBezTo>
                  <a:pt x="2050015" y="4774713"/>
                  <a:pt x="2050474" y="4775173"/>
                  <a:pt x="2050474" y="4775173"/>
                </a:cubicBezTo>
                <a:lnTo>
                  <a:pt x="2055006" y="4783055"/>
                </a:lnTo>
                <a:cubicBezTo>
                  <a:pt x="2055138" y="4783317"/>
                  <a:pt x="2055006" y="4783908"/>
                  <a:pt x="2055006" y="4783908"/>
                </a:cubicBezTo>
                <a:lnTo>
                  <a:pt x="2050474" y="4791790"/>
                </a:lnTo>
                <a:cubicBezTo>
                  <a:pt x="2050277" y="4792052"/>
                  <a:pt x="2049686" y="4792249"/>
                  <a:pt x="2049686" y="4792249"/>
                </a:cubicBezTo>
                <a:lnTo>
                  <a:pt x="2040623" y="4792249"/>
                </a:lnTo>
                <a:cubicBezTo>
                  <a:pt x="2040293" y="4792249"/>
                  <a:pt x="2039833" y="4791790"/>
                  <a:pt x="2039833" y="4791790"/>
                </a:cubicBezTo>
                <a:lnTo>
                  <a:pt x="2035302" y="4783908"/>
                </a:lnTo>
                <a:cubicBezTo>
                  <a:pt x="2035170" y="4783646"/>
                  <a:pt x="2035302" y="4783055"/>
                  <a:pt x="2035302" y="4783055"/>
                </a:cubicBezTo>
                <a:lnTo>
                  <a:pt x="2039833" y="4775173"/>
                </a:lnTo>
                <a:cubicBezTo>
                  <a:pt x="2040030" y="4774910"/>
                  <a:pt x="2040623" y="4774713"/>
                  <a:pt x="2040623" y="4774713"/>
                </a:cubicBezTo>
                <a:close/>
                <a:moveTo>
                  <a:pt x="1786207" y="4774713"/>
                </a:moveTo>
                <a:lnTo>
                  <a:pt x="1795272" y="4774713"/>
                </a:lnTo>
                <a:cubicBezTo>
                  <a:pt x="1795600" y="4774713"/>
                  <a:pt x="1796060" y="4775173"/>
                  <a:pt x="1796060" y="4775173"/>
                </a:cubicBezTo>
                <a:lnTo>
                  <a:pt x="1800592" y="4783055"/>
                </a:lnTo>
                <a:cubicBezTo>
                  <a:pt x="1800724" y="4783317"/>
                  <a:pt x="1800592" y="4783908"/>
                  <a:pt x="1800592" y="4783908"/>
                </a:cubicBezTo>
                <a:lnTo>
                  <a:pt x="1796060" y="4791790"/>
                </a:lnTo>
                <a:cubicBezTo>
                  <a:pt x="1795864" y="4792052"/>
                  <a:pt x="1795272" y="4792249"/>
                  <a:pt x="1795272" y="4792249"/>
                </a:cubicBezTo>
                <a:lnTo>
                  <a:pt x="1786207" y="4792249"/>
                </a:lnTo>
                <a:cubicBezTo>
                  <a:pt x="1785880" y="4792249"/>
                  <a:pt x="1785419" y="4791790"/>
                  <a:pt x="1785419" y="4791790"/>
                </a:cubicBezTo>
                <a:lnTo>
                  <a:pt x="1780887" y="4783908"/>
                </a:lnTo>
                <a:cubicBezTo>
                  <a:pt x="1780756" y="4783646"/>
                  <a:pt x="1780887" y="4783055"/>
                  <a:pt x="1780887" y="4783055"/>
                </a:cubicBezTo>
                <a:lnTo>
                  <a:pt x="1785419" y="4775173"/>
                </a:lnTo>
                <a:cubicBezTo>
                  <a:pt x="1785616" y="4774910"/>
                  <a:pt x="1786207" y="4774713"/>
                  <a:pt x="1786207" y="4774713"/>
                </a:cubicBezTo>
                <a:close/>
                <a:moveTo>
                  <a:pt x="1531965" y="4774713"/>
                </a:moveTo>
                <a:lnTo>
                  <a:pt x="1541028" y="4774713"/>
                </a:lnTo>
                <a:cubicBezTo>
                  <a:pt x="1541355" y="4774713"/>
                  <a:pt x="1541817" y="4775173"/>
                  <a:pt x="1541817" y="4775173"/>
                </a:cubicBezTo>
                <a:lnTo>
                  <a:pt x="1546348" y="4783055"/>
                </a:lnTo>
                <a:cubicBezTo>
                  <a:pt x="1546479" y="4783317"/>
                  <a:pt x="1546348" y="4783908"/>
                  <a:pt x="1546348" y="4783908"/>
                </a:cubicBezTo>
                <a:lnTo>
                  <a:pt x="1541817" y="4791790"/>
                </a:lnTo>
                <a:cubicBezTo>
                  <a:pt x="1541617" y="4792052"/>
                  <a:pt x="1541028" y="4792249"/>
                  <a:pt x="1541028" y="4792249"/>
                </a:cubicBezTo>
                <a:lnTo>
                  <a:pt x="1531965" y="4792249"/>
                </a:lnTo>
                <a:cubicBezTo>
                  <a:pt x="1531636" y="4792249"/>
                  <a:pt x="1531177" y="4791790"/>
                  <a:pt x="1531177" y="4791790"/>
                </a:cubicBezTo>
                <a:lnTo>
                  <a:pt x="1526642" y="4783908"/>
                </a:lnTo>
                <a:cubicBezTo>
                  <a:pt x="1526511" y="4783646"/>
                  <a:pt x="1526642" y="4783055"/>
                  <a:pt x="1526642" y="4783055"/>
                </a:cubicBezTo>
                <a:lnTo>
                  <a:pt x="1531177" y="4775173"/>
                </a:lnTo>
                <a:cubicBezTo>
                  <a:pt x="1531373" y="4774910"/>
                  <a:pt x="1531965" y="4774713"/>
                  <a:pt x="1531965" y="4774713"/>
                </a:cubicBezTo>
                <a:close/>
                <a:moveTo>
                  <a:pt x="1277399" y="4774713"/>
                </a:moveTo>
                <a:lnTo>
                  <a:pt x="1286463" y="4774713"/>
                </a:lnTo>
                <a:cubicBezTo>
                  <a:pt x="1286791" y="4774713"/>
                  <a:pt x="1287252" y="4775173"/>
                  <a:pt x="1287252" y="4775173"/>
                </a:cubicBezTo>
                <a:lnTo>
                  <a:pt x="1291783" y="4783055"/>
                </a:lnTo>
                <a:cubicBezTo>
                  <a:pt x="1291914" y="4783317"/>
                  <a:pt x="1291783" y="4783908"/>
                  <a:pt x="1291783" y="4783908"/>
                </a:cubicBezTo>
                <a:lnTo>
                  <a:pt x="1287252" y="4791790"/>
                </a:lnTo>
                <a:cubicBezTo>
                  <a:pt x="1287054" y="4792052"/>
                  <a:pt x="1286463" y="4792249"/>
                  <a:pt x="1286463" y="4792249"/>
                </a:cubicBezTo>
                <a:lnTo>
                  <a:pt x="1277399" y="4792249"/>
                </a:lnTo>
                <a:cubicBezTo>
                  <a:pt x="1277071" y="4792249"/>
                  <a:pt x="1276610" y="4791790"/>
                  <a:pt x="1276610" y="4791790"/>
                </a:cubicBezTo>
                <a:lnTo>
                  <a:pt x="1272079" y="4783908"/>
                </a:lnTo>
                <a:cubicBezTo>
                  <a:pt x="1271947" y="4783646"/>
                  <a:pt x="1272079" y="4783055"/>
                  <a:pt x="1272079" y="4783055"/>
                </a:cubicBezTo>
                <a:lnTo>
                  <a:pt x="1276610" y="4775173"/>
                </a:lnTo>
                <a:cubicBezTo>
                  <a:pt x="1276807" y="4774910"/>
                  <a:pt x="1277399" y="4774713"/>
                  <a:pt x="1277399" y="4774713"/>
                </a:cubicBezTo>
                <a:close/>
                <a:moveTo>
                  <a:pt x="1023061" y="4774713"/>
                </a:moveTo>
                <a:lnTo>
                  <a:pt x="1032125" y="4774713"/>
                </a:lnTo>
                <a:cubicBezTo>
                  <a:pt x="1032454" y="4774713"/>
                  <a:pt x="1032912" y="4775173"/>
                  <a:pt x="1032912" y="4775173"/>
                </a:cubicBezTo>
                <a:lnTo>
                  <a:pt x="1037445" y="4783055"/>
                </a:lnTo>
                <a:cubicBezTo>
                  <a:pt x="1037577" y="4783317"/>
                  <a:pt x="1037445" y="4783908"/>
                  <a:pt x="1037445" y="4783908"/>
                </a:cubicBezTo>
                <a:lnTo>
                  <a:pt x="1032912" y="4791790"/>
                </a:lnTo>
                <a:cubicBezTo>
                  <a:pt x="1032716" y="4792052"/>
                  <a:pt x="1032125" y="4792249"/>
                  <a:pt x="1032125" y="4792249"/>
                </a:cubicBezTo>
                <a:lnTo>
                  <a:pt x="1023061" y="4792249"/>
                </a:lnTo>
                <a:cubicBezTo>
                  <a:pt x="1022731" y="4792249"/>
                  <a:pt x="1022272" y="4791790"/>
                  <a:pt x="1022272" y="4791790"/>
                </a:cubicBezTo>
                <a:lnTo>
                  <a:pt x="1017740" y="4783908"/>
                </a:lnTo>
                <a:cubicBezTo>
                  <a:pt x="1017608" y="4783646"/>
                  <a:pt x="1017740" y="4783055"/>
                  <a:pt x="1017740" y="4783055"/>
                </a:cubicBezTo>
                <a:lnTo>
                  <a:pt x="1022272" y="4775173"/>
                </a:lnTo>
                <a:cubicBezTo>
                  <a:pt x="1022471" y="4774910"/>
                  <a:pt x="1023061" y="4774713"/>
                  <a:pt x="1023061" y="4774713"/>
                </a:cubicBezTo>
                <a:close/>
                <a:moveTo>
                  <a:pt x="768737" y="4774713"/>
                </a:moveTo>
                <a:lnTo>
                  <a:pt x="777799" y="4774713"/>
                </a:lnTo>
                <a:cubicBezTo>
                  <a:pt x="778129" y="4774713"/>
                  <a:pt x="778588" y="4775173"/>
                  <a:pt x="778588" y="4775173"/>
                </a:cubicBezTo>
                <a:lnTo>
                  <a:pt x="783120" y="4783055"/>
                </a:lnTo>
                <a:cubicBezTo>
                  <a:pt x="783252" y="4783317"/>
                  <a:pt x="783120" y="4783908"/>
                  <a:pt x="783120" y="4783908"/>
                </a:cubicBezTo>
                <a:lnTo>
                  <a:pt x="778588" y="4791790"/>
                </a:lnTo>
                <a:cubicBezTo>
                  <a:pt x="778392" y="4792052"/>
                  <a:pt x="777799" y="4792249"/>
                  <a:pt x="777799" y="4792249"/>
                </a:cubicBezTo>
                <a:lnTo>
                  <a:pt x="768737" y="4792249"/>
                </a:lnTo>
                <a:cubicBezTo>
                  <a:pt x="768408" y="4792249"/>
                  <a:pt x="767949" y="4791790"/>
                  <a:pt x="767949" y="4791790"/>
                </a:cubicBezTo>
                <a:lnTo>
                  <a:pt x="763416" y="4783908"/>
                </a:lnTo>
                <a:cubicBezTo>
                  <a:pt x="763283" y="4783646"/>
                  <a:pt x="763416" y="4783055"/>
                  <a:pt x="763416" y="4783055"/>
                </a:cubicBezTo>
                <a:lnTo>
                  <a:pt x="767949" y="4775173"/>
                </a:lnTo>
                <a:cubicBezTo>
                  <a:pt x="768146" y="4774910"/>
                  <a:pt x="768737" y="4774713"/>
                  <a:pt x="768737" y="4774713"/>
                </a:cubicBezTo>
                <a:close/>
                <a:moveTo>
                  <a:pt x="514331" y="4774713"/>
                </a:moveTo>
                <a:lnTo>
                  <a:pt x="523395" y="4774713"/>
                </a:lnTo>
                <a:cubicBezTo>
                  <a:pt x="523723" y="4774713"/>
                  <a:pt x="524183" y="4775173"/>
                  <a:pt x="524183" y="4775173"/>
                </a:cubicBezTo>
                <a:lnTo>
                  <a:pt x="528715" y="4783055"/>
                </a:lnTo>
                <a:cubicBezTo>
                  <a:pt x="528846" y="4783317"/>
                  <a:pt x="528715" y="4783908"/>
                  <a:pt x="528715" y="4783908"/>
                </a:cubicBezTo>
                <a:lnTo>
                  <a:pt x="524183" y="4791790"/>
                </a:lnTo>
                <a:cubicBezTo>
                  <a:pt x="523986" y="4792052"/>
                  <a:pt x="523395" y="4792249"/>
                  <a:pt x="523395" y="4792249"/>
                </a:cubicBezTo>
                <a:lnTo>
                  <a:pt x="514331" y="4792249"/>
                </a:lnTo>
                <a:cubicBezTo>
                  <a:pt x="514001" y="4792249"/>
                  <a:pt x="513543" y="4791790"/>
                  <a:pt x="513543" y="4791790"/>
                </a:cubicBezTo>
                <a:lnTo>
                  <a:pt x="509010" y="4783908"/>
                </a:lnTo>
                <a:cubicBezTo>
                  <a:pt x="508878" y="4783646"/>
                  <a:pt x="509010" y="4783055"/>
                  <a:pt x="509010" y="4783055"/>
                </a:cubicBezTo>
                <a:lnTo>
                  <a:pt x="513543" y="4775173"/>
                </a:lnTo>
                <a:cubicBezTo>
                  <a:pt x="513740" y="4774910"/>
                  <a:pt x="514331" y="4774713"/>
                  <a:pt x="514331" y="4774713"/>
                </a:cubicBezTo>
                <a:close/>
                <a:moveTo>
                  <a:pt x="259829" y="4774713"/>
                </a:moveTo>
                <a:lnTo>
                  <a:pt x="268892" y="4774713"/>
                </a:lnTo>
                <a:cubicBezTo>
                  <a:pt x="269221" y="4774713"/>
                  <a:pt x="269681" y="4775173"/>
                  <a:pt x="269681" y="4775173"/>
                </a:cubicBezTo>
                <a:lnTo>
                  <a:pt x="274212" y="4783055"/>
                </a:lnTo>
                <a:cubicBezTo>
                  <a:pt x="274344" y="4783317"/>
                  <a:pt x="274212" y="4783908"/>
                  <a:pt x="274212" y="4783908"/>
                </a:cubicBezTo>
                <a:lnTo>
                  <a:pt x="269681" y="4791790"/>
                </a:lnTo>
                <a:cubicBezTo>
                  <a:pt x="269483" y="4792052"/>
                  <a:pt x="268892" y="4792249"/>
                  <a:pt x="268892" y="4792249"/>
                </a:cubicBezTo>
                <a:lnTo>
                  <a:pt x="259829" y="4792249"/>
                </a:lnTo>
                <a:cubicBezTo>
                  <a:pt x="259499" y="4792249"/>
                  <a:pt x="259039" y="4791790"/>
                  <a:pt x="259039" y="4791790"/>
                </a:cubicBezTo>
                <a:lnTo>
                  <a:pt x="254508" y="4783908"/>
                </a:lnTo>
                <a:cubicBezTo>
                  <a:pt x="254376" y="4783646"/>
                  <a:pt x="254508" y="4783055"/>
                  <a:pt x="254508" y="4783055"/>
                </a:cubicBezTo>
                <a:lnTo>
                  <a:pt x="259039" y="4775173"/>
                </a:lnTo>
                <a:cubicBezTo>
                  <a:pt x="259237" y="4774910"/>
                  <a:pt x="259829" y="4774713"/>
                  <a:pt x="259829" y="4774713"/>
                </a:cubicBezTo>
                <a:close/>
                <a:moveTo>
                  <a:pt x="5582" y="4774713"/>
                </a:moveTo>
                <a:lnTo>
                  <a:pt x="14644" y="4774713"/>
                </a:lnTo>
                <a:cubicBezTo>
                  <a:pt x="14974" y="4774713"/>
                  <a:pt x="15432" y="4775173"/>
                  <a:pt x="15432" y="4775173"/>
                </a:cubicBezTo>
                <a:lnTo>
                  <a:pt x="19964" y="4783055"/>
                </a:lnTo>
                <a:cubicBezTo>
                  <a:pt x="20095" y="4783317"/>
                  <a:pt x="19964" y="4783908"/>
                  <a:pt x="19964" y="4783908"/>
                </a:cubicBezTo>
                <a:lnTo>
                  <a:pt x="15432" y="4791790"/>
                </a:lnTo>
                <a:cubicBezTo>
                  <a:pt x="15235" y="4792052"/>
                  <a:pt x="14644" y="4792249"/>
                  <a:pt x="14644" y="4792249"/>
                </a:cubicBezTo>
                <a:lnTo>
                  <a:pt x="5582" y="4792249"/>
                </a:lnTo>
                <a:cubicBezTo>
                  <a:pt x="5252" y="4792249"/>
                  <a:pt x="4792" y="4791790"/>
                  <a:pt x="4792" y="4791790"/>
                </a:cubicBezTo>
                <a:lnTo>
                  <a:pt x="261" y="4783908"/>
                </a:lnTo>
                <a:cubicBezTo>
                  <a:pt x="129" y="4783646"/>
                  <a:pt x="261" y="4783055"/>
                  <a:pt x="261" y="4783055"/>
                </a:cubicBezTo>
                <a:lnTo>
                  <a:pt x="4792" y="4775173"/>
                </a:lnTo>
                <a:cubicBezTo>
                  <a:pt x="4989" y="4774910"/>
                  <a:pt x="5582" y="4774713"/>
                  <a:pt x="5582" y="4774713"/>
                </a:cubicBezTo>
                <a:close/>
                <a:moveTo>
                  <a:pt x="10435622" y="4557705"/>
                </a:moveTo>
                <a:lnTo>
                  <a:pt x="10444686" y="4557705"/>
                </a:lnTo>
                <a:cubicBezTo>
                  <a:pt x="10445015" y="4557705"/>
                  <a:pt x="10445474" y="4558165"/>
                  <a:pt x="10445474" y="4558165"/>
                </a:cubicBezTo>
                <a:lnTo>
                  <a:pt x="10450007" y="4566046"/>
                </a:lnTo>
                <a:cubicBezTo>
                  <a:pt x="10450138" y="4566309"/>
                  <a:pt x="10450007" y="4566900"/>
                  <a:pt x="10450007" y="4566900"/>
                </a:cubicBezTo>
                <a:lnTo>
                  <a:pt x="10445474" y="4574782"/>
                </a:lnTo>
                <a:cubicBezTo>
                  <a:pt x="10445278" y="4575045"/>
                  <a:pt x="10444686" y="4575242"/>
                  <a:pt x="10444686" y="4575242"/>
                </a:cubicBezTo>
                <a:lnTo>
                  <a:pt x="10435622" y="4575242"/>
                </a:lnTo>
                <a:cubicBezTo>
                  <a:pt x="10435295" y="4575242"/>
                  <a:pt x="10434834" y="4574782"/>
                  <a:pt x="10434834" y="4574782"/>
                </a:cubicBezTo>
                <a:lnTo>
                  <a:pt x="10430302" y="4566900"/>
                </a:lnTo>
                <a:cubicBezTo>
                  <a:pt x="10430171" y="4566638"/>
                  <a:pt x="10430302" y="4566046"/>
                  <a:pt x="10430302" y="4566046"/>
                </a:cubicBezTo>
                <a:lnTo>
                  <a:pt x="10434834" y="4558165"/>
                </a:lnTo>
                <a:cubicBezTo>
                  <a:pt x="10435031" y="4557902"/>
                  <a:pt x="10435622" y="4557705"/>
                  <a:pt x="10435622" y="4557705"/>
                </a:cubicBezTo>
                <a:close/>
                <a:moveTo>
                  <a:pt x="10181242" y="4557705"/>
                </a:moveTo>
                <a:lnTo>
                  <a:pt x="10190305" y="4557705"/>
                </a:lnTo>
                <a:cubicBezTo>
                  <a:pt x="10190635" y="4557705"/>
                  <a:pt x="10191093" y="4558165"/>
                  <a:pt x="10191093" y="4558165"/>
                </a:cubicBezTo>
                <a:lnTo>
                  <a:pt x="10195626" y="4566046"/>
                </a:lnTo>
                <a:cubicBezTo>
                  <a:pt x="10195758" y="4566309"/>
                  <a:pt x="10195626" y="4566900"/>
                  <a:pt x="10195626" y="4566900"/>
                </a:cubicBezTo>
                <a:lnTo>
                  <a:pt x="10191093" y="4574782"/>
                </a:lnTo>
                <a:cubicBezTo>
                  <a:pt x="10190896" y="4575045"/>
                  <a:pt x="10190305" y="4575242"/>
                  <a:pt x="10190305" y="4575242"/>
                </a:cubicBezTo>
                <a:lnTo>
                  <a:pt x="10181242" y="4575242"/>
                </a:lnTo>
                <a:cubicBezTo>
                  <a:pt x="10180914" y="4575242"/>
                  <a:pt x="10180453" y="4574782"/>
                  <a:pt x="10180453" y="4574782"/>
                </a:cubicBezTo>
                <a:lnTo>
                  <a:pt x="10175922" y="4566900"/>
                </a:lnTo>
                <a:cubicBezTo>
                  <a:pt x="10175790" y="4566638"/>
                  <a:pt x="10175922" y="4566046"/>
                  <a:pt x="10175922" y="4566046"/>
                </a:cubicBezTo>
                <a:lnTo>
                  <a:pt x="10180453" y="4558165"/>
                </a:lnTo>
                <a:cubicBezTo>
                  <a:pt x="10180650" y="4557902"/>
                  <a:pt x="10181242" y="4557705"/>
                  <a:pt x="10181242" y="4557705"/>
                </a:cubicBezTo>
                <a:close/>
                <a:moveTo>
                  <a:pt x="9926861" y="4557705"/>
                </a:moveTo>
                <a:lnTo>
                  <a:pt x="9935924" y="4557705"/>
                </a:lnTo>
                <a:cubicBezTo>
                  <a:pt x="9936254" y="4557705"/>
                  <a:pt x="9936713" y="4558165"/>
                  <a:pt x="9936713" y="4558165"/>
                </a:cubicBezTo>
                <a:lnTo>
                  <a:pt x="9941246" y="4566046"/>
                </a:lnTo>
                <a:cubicBezTo>
                  <a:pt x="9941376" y="4566309"/>
                  <a:pt x="9941246" y="4566900"/>
                  <a:pt x="9941246" y="4566900"/>
                </a:cubicBezTo>
                <a:lnTo>
                  <a:pt x="9936713" y="4574782"/>
                </a:lnTo>
                <a:cubicBezTo>
                  <a:pt x="9936516" y="4575045"/>
                  <a:pt x="9935924" y="4575242"/>
                  <a:pt x="9935924" y="4575242"/>
                </a:cubicBezTo>
                <a:lnTo>
                  <a:pt x="9926861" y="4575242"/>
                </a:lnTo>
                <a:cubicBezTo>
                  <a:pt x="9926532" y="4575242"/>
                  <a:pt x="9926073" y="4574782"/>
                  <a:pt x="9926073" y="4574782"/>
                </a:cubicBezTo>
                <a:lnTo>
                  <a:pt x="9921541" y="4566900"/>
                </a:lnTo>
                <a:cubicBezTo>
                  <a:pt x="9921410" y="4566638"/>
                  <a:pt x="9921541" y="4566046"/>
                  <a:pt x="9921541" y="4566046"/>
                </a:cubicBezTo>
                <a:lnTo>
                  <a:pt x="9926073" y="4558165"/>
                </a:lnTo>
                <a:cubicBezTo>
                  <a:pt x="9926270" y="4557902"/>
                  <a:pt x="9926861" y="4557705"/>
                  <a:pt x="9926861" y="4557705"/>
                </a:cubicBezTo>
                <a:close/>
                <a:moveTo>
                  <a:pt x="9672481" y="4557705"/>
                </a:moveTo>
                <a:lnTo>
                  <a:pt x="9681545" y="4557705"/>
                </a:lnTo>
                <a:cubicBezTo>
                  <a:pt x="9681872" y="4557705"/>
                  <a:pt x="9682333" y="4558165"/>
                  <a:pt x="9682333" y="4558165"/>
                </a:cubicBezTo>
                <a:lnTo>
                  <a:pt x="9686865" y="4566046"/>
                </a:lnTo>
                <a:cubicBezTo>
                  <a:pt x="9686996" y="4566309"/>
                  <a:pt x="9686865" y="4566900"/>
                  <a:pt x="9686865" y="4566900"/>
                </a:cubicBezTo>
                <a:lnTo>
                  <a:pt x="9682333" y="4574782"/>
                </a:lnTo>
                <a:cubicBezTo>
                  <a:pt x="9682136" y="4575045"/>
                  <a:pt x="9681545" y="4575242"/>
                  <a:pt x="9681545" y="4575242"/>
                </a:cubicBezTo>
                <a:lnTo>
                  <a:pt x="9672481" y="4575242"/>
                </a:lnTo>
                <a:cubicBezTo>
                  <a:pt x="9672152" y="4575242"/>
                  <a:pt x="9671693" y="4574782"/>
                  <a:pt x="9671693" y="4574782"/>
                </a:cubicBezTo>
                <a:lnTo>
                  <a:pt x="9667160" y="4566900"/>
                </a:lnTo>
                <a:cubicBezTo>
                  <a:pt x="9667030" y="4566638"/>
                  <a:pt x="9667160" y="4566046"/>
                  <a:pt x="9667160" y="4566046"/>
                </a:cubicBezTo>
                <a:lnTo>
                  <a:pt x="9671693" y="4558165"/>
                </a:lnTo>
                <a:cubicBezTo>
                  <a:pt x="9671890" y="4557902"/>
                  <a:pt x="9672481" y="4557705"/>
                  <a:pt x="9672481" y="4557705"/>
                </a:cubicBezTo>
                <a:close/>
                <a:moveTo>
                  <a:pt x="9418035" y="4557705"/>
                </a:moveTo>
                <a:lnTo>
                  <a:pt x="9427099" y="4557705"/>
                </a:lnTo>
                <a:cubicBezTo>
                  <a:pt x="9427427" y="4557705"/>
                  <a:pt x="9427887" y="4558165"/>
                  <a:pt x="9427887" y="4558165"/>
                </a:cubicBezTo>
                <a:lnTo>
                  <a:pt x="9432419" y="4566046"/>
                </a:lnTo>
                <a:cubicBezTo>
                  <a:pt x="9432550" y="4566309"/>
                  <a:pt x="9432419" y="4566900"/>
                  <a:pt x="9432419" y="4566900"/>
                </a:cubicBezTo>
                <a:lnTo>
                  <a:pt x="9427887" y="4574782"/>
                </a:lnTo>
                <a:cubicBezTo>
                  <a:pt x="9427690" y="4575045"/>
                  <a:pt x="9427099" y="4575242"/>
                  <a:pt x="9427099" y="4575242"/>
                </a:cubicBezTo>
                <a:lnTo>
                  <a:pt x="9418035" y="4575242"/>
                </a:lnTo>
                <a:cubicBezTo>
                  <a:pt x="9417707" y="4575242"/>
                  <a:pt x="9417247" y="4574782"/>
                  <a:pt x="9417247" y="4574782"/>
                </a:cubicBezTo>
                <a:lnTo>
                  <a:pt x="9412714" y="4566900"/>
                </a:lnTo>
                <a:cubicBezTo>
                  <a:pt x="9412583" y="4566638"/>
                  <a:pt x="9412714" y="4566046"/>
                  <a:pt x="9412714" y="4566046"/>
                </a:cubicBezTo>
                <a:lnTo>
                  <a:pt x="9417247" y="4558165"/>
                </a:lnTo>
                <a:cubicBezTo>
                  <a:pt x="9417444" y="4557902"/>
                  <a:pt x="9418035" y="4557705"/>
                  <a:pt x="9418035" y="4557705"/>
                </a:cubicBezTo>
                <a:close/>
                <a:moveTo>
                  <a:pt x="9163654" y="4557705"/>
                </a:moveTo>
                <a:lnTo>
                  <a:pt x="9172718" y="4557705"/>
                </a:lnTo>
                <a:cubicBezTo>
                  <a:pt x="9173046" y="4557705"/>
                  <a:pt x="9173506" y="4558165"/>
                  <a:pt x="9173506" y="4558165"/>
                </a:cubicBezTo>
                <a:lnTo>
                  <a:pt x="9178038" y="4566046"/>
                </a:lnTo>
                <a:cubicBezTo>
                  <a:pt x="9178169" y="4566309"/>
                  <a:pt x="9178038" y="4566900"/>
                  <a:pt x="9178038" y="4566900"/>
                </a:cubicBezTo>
                <a:lnTo>
                  <a:pt x="9173506" y="4574782"/>
                </a:lnTo>
                <a:cubicBezTo>
                  <a:pt x="9173309" y="4575045"/>
                  <a:pt x="9172718" y="4575242"/>
                  <a:pt x="9172718" y="4575242"/>
                </a:cubicBezTo>
                <a:lnTo>
                  <a:pt x="9163654" y="4575242"/>
                </a:lnTo>
                <a:cubicBezTo>
                  <a:pt x="9163326" y="4575242"/>
                  <a:pt x="9162866" y="4574782"/>
                  <a:pt x="9162866" y="4574782"/>
                </a:cubicBezTo>
                <a:lnTo>
                  <a:pt x="9158333" y="4566900"/>
                </a:lnTo>
                <a:cubicBezTo>
                  <a:pt x="9158202" y="4566638"/>
                  <a:pt x="9158333" y="4566046"/>
                  <a:pt x="9158333" y="4566046"/>
                </a:cubicBezTo>
                <a:lnTo>
                  <a:pt x="9162866" y="4558165"/>
                </a:lnTo>
                <a:cubicBezTo>
                  <a:pt x="9163062" y="4557902"/>
                  <a:pt x="9163654" y="4557705"/>
                  <a:pt x="9163654" y="4557705"/>
                </a:cubicBezTo>
                <a:close/>
                <a:moveTo>
                  <a:pt x="8909274" y="4557705"/>
                </a:moveTo>
                <a:lnTo>
                  <a:pt x="8918336" y="4557705"/>
                </a:lnTo>
                <a:cubicBezTo>
                  <a:pt x="8918666" y="4557705"/>
                  <a:pt x="8919125" y="4558165"/>
                  <a:pt x="8919125" y="4558165"/>
                </a:cubicBezTo>
                <a:lnTo>
                  <a:pt x="8923657" y="4566046"/>
                </a:lnTo>
                <a:cubicBezTo>
                  <a:pt x="8923789" y="4566309"/>
                  <a:pt x="8923657" y="4566900"/>
                  <a:pt x="8923657" y="4566900"/>
                </a:cubicBezTo>
                <a:lnTo>
                  <a:pt x="8919125" y="4574782"/>
                </a:lnTo>
                <a:cubicBezTo>
                  <a:pt x="8918928" y="4575045"/>
                  <a:pt x="8918336" y="4575242"/>
                  <a:pt x="8918336" y="4575242"/>
                </a:cubicBezTo>
                <a:lnTo>
                  <a:pt x="8909274" y="4575242"/>
                </a:lnTo>
                <a:cubicBezTo>
                  <a:pt x="8908945" y="4575242"/>
                  <a:pt x="8908484" y="4574782"/>
                  <a:pt x="8908484" y="4574782"/>
                </a:cubicBezTo>
                <a:lnTo>
                  <a:pt x="8903953" y="4566900"/>
                </a:lnTo>
                <a:cubicBezTo>
                  <a:pt x="8903821" y="4566638"/>
                  <a:pt x="8903953" y="4566046"/>
                  <a:pt x="8903953" y="4566046"/>
                </a:cubicBezTo>
                <a:lnTo>
                  <a:pt x="8908484" y="4558165"/>
                </a:lnTo>
                <a:cubicBezTo>
                  <a:pt x="8908681" y="4557902"/>
                  <a:pt x="8909274" y="4557705"/>
                  <a:pt x="8909274" y="4557705"/>
                </a:cubicBezTo>
                <a:close/>
                <a:moveTo>
                  <a:pt x="8654892" y="4557705"/>
                </a:moveTo>
                <a:lnTo>
                  <a:pt x="8663955" y="4557705"/>
                </a:lnTo>
                <a:cubicBezTo>
                  <a:pt x="8664285" y="4557705"/>
                  <a:pt x="8664744" y="4558165"/>
                  <a:pt x="8664744" y="4558165"/>
                </a:cubicBezTo>
                <a:lnTo>
                  <a:pt x="8669277" y="4566046"/>
                </a:lnTo>
                <a:cubicBezTo>
                  <a:pt x="8669408" y="4566309"/>
                  <a:pt x="8669277" y="4566900"/>
                  <a:pt x="8669277" y="4566900"/>
                </a:cubicBezTo>
                <a:lnTo>
                  <a:pt x="8664744" y="4574782"/>
                </a:lnTo>
                <a:cubicBezTo>
                  <a:pt x="8664548" y="4575045"/>
                  <a:pt x="8663955" y="4575242"/>
                  <a:pt x="8663955" y="4575242"/>
                </a:cubicBezTo>
                <a:lnTo>
                  <a:pt x="8654892" y="4575242"/>
                </a:lnTo>
                <a:cubicBezTo>
                  <a:pt x="8654565" y="4575242"/>
                  <a:pt x="8654104" y="4574782"/>
                  <a:pt x="8654104" y="4574782"/>
                </a:cubicBezTo>
                <a:lnTo>
                  <a:pt x="8649572" y="4566900"/>
                </a:lnTo>
                <a:cubicBezTo>
                  <a:pt x="8649441" y="4566638"/>
                  <a:pt x="8649572" y="4566046"/>
                  <a:pt x="8649572" y="4566046"/>
                </a:cubicBezTo>
                <a:lnTo>
                  <a:pt x="8654104" y="4558165"/>
                </a:lnTo>
                <a:cubicBezTo>
                  <a:pt x="8654301" y="4557902"/>
                  <a:pt x="8654892" y="4557705"/>
                  <a:pt x="8654892" y="4557705"/>
                </a:cubicBezTo>
                <a:close/>
                <a:moveTo>
                  <a:pt x="8400511" y="4557705"/>
                </a:moveTo>
                <a:lnTo>
                  <a:pt x="8409575" y="4557705"/>
                </a:lnTo>
                <a:cubicBezTo>
                  <a:pt x="8409904" y="4557705"/>
                  <a:pt x="8410363" y="4558165"/>
                  <a:pt x="8410363" y="4558165"/>
                </a:cubicBezTo>
                <a:lnTo>
                  <a:pt x="8414896" y="4566046"/>
                </a:lnTo>
                <a:cubicBezTo>
                  <a:pt x="8415027" y="4566309"/>
                  <a:pt x="8414896" y="4566900"/>
                  <a:pt x="8414896" y="4566900"/>
                </a:cubicBezTo>
                <a:lnTo>
                  <a:pt x="8410363" y="4574782"/>
                </a:lnTo>
                <a:cubicBezTo>
                  <a:pt x="8410166" y="4575045"/>
                  <a:pt x="8409575" y="4575242"/>
                  <a:pt x="8409575" y="4575242"/>
                </a:cubicBezTo>
                <a:lnTo>
                  <a:pt x="8400511" y="4575242"/>
                </a:lnTo>
                <a:cubicBezTo>
                  <a:pt x="8400184" y="4575242"/>
                  <a:pt x="8399723" y="4574782"/>
                  <a:pt x="8399723" y="4574782"/>
                </a:cubicBezTo>
                <a:lnTo>
                  <a:pt x="8395191" y="4566900"/>
                </a:lnTo>
                <a:cubicBezTo>
                  <a:pt x="8395060" y="4566638"/>
                  <a:pt x="8395191" y="4566046"/>
                  <a:pt x="8395191" y="4566046"/>
                </a:cubicBezTo>
                <a:lnTo>
                  <a:pt x="8399723" y="4558165"/>
                </a:lnTo>
                <a:cubicBezTo>
                  <a:pt x="8399920" y="4557902"/>
                  <a:pt x="8400511" y="4557705"/>
                  <a:pt x="8400511" y="4557705"/>
                </a:cubicBezTo>
                <a:close/>
                <a:moveTo>
                  <a:pt x="8146065" y="4557705"/>
                </a:moveTo>
                <a:lnTo>
                  <a:pt x="8155129" y="4557705"/>
                </a:lnTo>
                <a:cubicBezTo>
                  <a:pt x="8155458" y="4557705"/>
                  <a:pt x="8155917" y="4558165"/>
                  <a:pt x="8155917" y="4558165"/>
                </a:cubicBezTo>
                <a:lnTo>
                  <a:pt x="8160449" y="4566046"/>
                </a:lnTo>
                <a:cubicBezTo>
                  <a:pt x="8160580" y="4566309"/>
                  <a:pt x="8160449" y="4566900"/>
                  <a:pt x="8160449" y="4566900"/>
                </a:cubicBezTo>
                <a:lnTo>
                  <a:pt x="8155917" y="4574782"/>
                </a:lnTo>
                <a:cubicBezTo>
                  <a:pt x="8155719" y="4575045"/>
                  <a:pt x="8155129" y="4575242"/>
                  <a:pt x="8155129" y="4575242"/>
                </a:cubicBezTo>
                <a:lnTo>
                  <a:pt x="8146065" y="4575242"/>
                </a:lnTo>
                <a:cubicBezTo>
                  <a:pt x="8145737" y="4575242"/>
                  <a:pt x="8145277" y="4574782"/>
                  <a:pt x="8145277" y="4574782"/>
                </a:cubicBezTo>
                <a:lnTo>
                  <a:pt x="8140745" y="4566900"/>
                </a:lnTo>
                <a:cubicBezTo>
                  <a:pt x="8140613" y="4566638"/>
                  <a:pt x="8140745" y="4566046"/>
                  <a:pt x="8140745" y="4566046"/>
                </a:cubicBezTo>
                <a:lnTo>
                  <a:pt x="8145277" y="4558165"/>
                </a:lnTo>
                <a:cubicBezTo>
                  <a:pt x="8145474" y="4557902"/>
                  <a:pt x="8146065" y="4557705"/>
                  <a:pt x="8146065" y="4557705"/>
                </a:cubicBezTo>
                <a:close/>
                <a:moveTo>
                  <a:pt x="7891684" y="4557705"/>
                </a:moveTo>
                <a:lnTo>
                  <a:pt x="7900748" y="4557705"/>
                </a:lnTo>
                <a:cubicBezTo>
                  <a:pt x="7901076" y="4557705"/>
                  <a:pt x="7901536" y="4558165"/>
                  <a:pt x="7901536" y="4558165"/>
                </a:cubicBezTo>
                <a:lnTo>
                  <a:pt x="7906067" y="4566046"/>
                </a:lnTo>
                <a:cubicBezTo>
                  <a:pt x="7906199" y="4566309"/>
                  <a:pt x="7906067" y="4566900"/>
                  <a:pt x="7906067" y="4566900"/>
                </a:cubicBezTo>
                <a:lnTo>
                  <a:pt x="7901536" y="4574782"/>
                </a:lnTo>
                <a:cubicBezTo>
                  <a:pt x="7901339" y="4575045"/>
                  <a:pt x="7900748" y="4575242"/>
                  <a:pt x="7900748" y="4575242"/>
                </a:cubicBezTo>
                <a:lnTo>
                  <a:pt x="7891684" y="4575242"/>
                </a:lnTo>
                <a:cubicBezTo>
                  <a:pt x="7891355" y="4575242"/>
                  <a:pt x="7890896" y="4574782"/>
                  <a:pt x="7890896" y="4574782"/>
                </a:cubicBezTo>
                <a:lnTo>
                  <a:pt x="7886363" y="4566900"/>
                </a:lnTo>
                <a:cubicBezTo>
                  <a:pt x="7886233" y="4566638"/>
                  <a:pt x="7886363" y="4566046"/>
                  <a:pt x="7886363" y="4566046"/>
                </a:cubicBezTo>
                <a:lnTo>
                  <a:pt x="7890896" y="4558165"/>
                </a:lnTo>
                <a:cubicBezTo>
                  <a:pt x="7891093" y="4557902"/>
                  <a:pt x="7891684" y="4557705"/>
                  <a:pt x="7891684" y="4557705"/>
                </a:cubicBezTo>
                <a:close/>
                <a:moveTo>
                  <a:pt x="7637304" y="4557705"/>
                </a:moveTo>
                <a:lnTo>
                  <a:pt x="7646367" y="4557705"/>
                </a:lnTo>
                <a:cubicBezTo>
                  <a:pt x="7646696" y="4557705"/>
                  <a:pt x="7647156" y="4558165"/>
                  <a:pt x="7647156" y="4558165"/>
                </a:cubicBezTo>
                <a:lnTo>
                  <a:pt x="7651687" y="4566046"/>
                </a:lnTo>
                <a:cubicBezTo>
                  <a:pt x="7651819" y="4566309"/>
                  <a:pt x="7651687" y="4566900"/>
                  <a:pt x="7651687" y="4566900"/>
                </a:cubicBezTo>
                <a:lnTo>
                  <a:pt x="7647156" y="4574782"/>
                </a:lnTo>
                <a:cubicBezTo>
                  <a:pt x="7646958" y="4575045"/>
                  <a:pt x="7646367" y="4575242"/>
                  <a:pt x="7646367" y="4575242"/>
                </a:cubicBezTo>
                <a:lnTo>
                  <a:pt x="7637304" y="4575242"/>
                </a:lnTo>
                <a:cubicBezTo>
                  <a:pt x="7636975" y="4575242"/>
                  <a:pt x="7636516" y="4574782"/>
                  <a:pt x="7636516" y="4574782"/>
                </a:cubicBezTo>
                <a:lnTo>
                  <a:pt x="7631983" y="4566900"/>
                </a:lnTo>
                <a:cubicBezTo>
                  <a:pt x="7631851" y="4566638"/>
                  <a:pt x="7631983" y="4566046"/>
                  <a:pt x="7631983" y="4566046"/>
                </a:cubicBezTo>
                <a:lnTo>
                  <a:pt x="7636516" y="4558165"/>
                </a:lnTo>
                <a:cubicBezTo>
                  <a:pt x="7636713" y="4557902"/>
                  <a:pt x="7637304" y="4557705"/>
                  <a:pt x="7637304" y="4557705"/>
                </a:cubicBezTo>
                <a:close/>
                <a:moveTo>
                  <a:pt x="7382923" y="4557705"/>
                </a:moveTo>
                <a:lnTo>
                  <a:pt x="7391987" y="4557705"/>
                </a:lnTo>
                <a:cubicBezTo>
                  <a:pt x="7392315" y="4557705"/>
                  <a:pt x="7392775" y="4558165"/>
                  <a:pt x="7392775" y="4558165"/>
                </a:cubicBezTo>
                <a:lnTo>
                  <a:pt x="7397307" y="4566046"/>
                </a:lnTo>
                <a:cubicBezTo>
                  <a:pt x="7397438" y="4566309"/>
                  <a:pt x="7397307" y="4566900"/>
                  <a:pt x="7397307" y="4566900"/>
                </a:cubicBezTo>
                <a:lnTo>
                  <a:pt x="7392775" y="4574782"/>
                </a:lnTo>
                <a:cubicBezTo>
                  <a:pt x="7392578" y="4575045"/>
                  <a:pt x="7391987" y="4575242"/>
                  <a:pt x="7391987" y="4575242"/>
                </a:cubicBezTo>
                <a:lnTo>
                  <a:pt x="7382923" y="4575242"/>
                </a:lnTo>
                <a:cubicBezTo>
                  <a:pt x="7382595" y="4575242"/>
                  <a:pt x="7382135" y="4574782"/>
                  <a:pt x="7382135" y="4574782"/>
                </a:cubicBezTo>
                <a:lnTo>
                  <a:pt x="7377602" y="4566900"/>
                </a:lnTo>
                <a:cubicBezTo>
                  <a:pt x="7377471" y="4566638"/>
                  <a:pt x="7377602" y="4566046"/>
                  <a:pt x="7377602" y="4566046"/>
                </a:cubicBezTo>
                <a:lnTo>
                  <a:pt x="7382135" y="4558165"/>
                </a:lnTo>
                <a:cubicBezTo>
                  <a:pt x="7382331" y="4557902"/>
                  <a:pt x="7382923" y="4557705"/>
                  <a:pt x="7382923" y="4557705"/>
                </a:cubicBezTo>
                <a:close/>
                <a:moveTo>
                  <a:pt x="7128477" y="4557705"/>
                </a:moveTo>
                <a:lnTo>
                  <a:pt x="7137540" y="4557705"/>
                </a:lnTo>
                <a:cubicBezTo>
                  <a:pt x="7137869" y="4557705"/>
                  <a:pt x="7138328" y="4558165"/>
                  <a:pt x="7138328" y="4558165"/>
                </a:cubicBezTo>
                <a:lnTo>
                  <a:pt x="7142860" y="4566046"/>
                </a:lnTo>
                <a:cubicBezTo>
                  <a:pt x="7142992" y="4566309"/>
                  <a:pt x="7142860" y="4566900"/>
                  <a:pt x="7142860" y="4566900"/>
                </a:cubicBezTo>
                <a:lnTo>
                  <a:pt x="7138328" y="4574782"/>
                </a:lnTo>
                <a:cubicBezTo>
                  <a:pt x="7138131" y="4575045"/>
                  <a:pt x="7137540" y="4575242"/>
                  <a:pt x="7137540" y="4575242"/>
                </a:cubicBezTo>
                <a:lnTo>
                  <a:pt x="7128477" y="4575242"/>
                </a:lnTo>
                <a:cubicBezTo>
                  <a:pt x="7128148" y="4575242"/>
                  <a:pt x="7127689" y="4574782"/>
                  <a:pt x="7127689" y="4574782"/>
                </a:cubicBezTo>
                <a:lnTo>
                  <a:pt x="7123156" y="4566900"/>
                </a:lnTo>
                <a:cubicBezTo>
                  <a:pt x="7123024" y="4566638"/>
                  <a:pt x="7123156" y="4566046"/>
                  <a:pt x="7123156" y="4566046"/>
                </a:cubicBezTo>
                <a:lnTo>
                  <a:pt x="7127689" y="4558165"/>
                </a:lnTo>
                <a:cubicBezTo>
                  <a:pt x="7127885" y="4557902"/>
                  <a:pt x="7128477" y="4557705"/>
                  <a:pt x="7128477" y="4557705"/>
                </a:cubicBezTo>
                <a:close/>
                <a:moveTo>
                  <a:pt x="6874095" y="4557705"/>
                </a:moveTo>
                <a:lnTo>
                  <a:pt x="6883159" y="4557705"/>
                </a:lnTo>
                <a:cubicBezTo>
                  <a:pt x="6883488" y="4557705"/>
                  <a:pt x="6883947" y="4558165"/>
                  <a:pt x="6883947" y="4558165"/>
                </a:cubicBezTo>
                <a:lnTo>
                  <a:pt x="6888480" y="4566046"/>
                </a:lnTo>
                <a:cubicBezTo>
                  <a:pt x="6888611" y="4566309"/>
                  <a:pt x="6888480" y="4566900"/>
                  <a:pt x="6888480" y="4566900"/>
                </a:cubicBezTo>
                <a:lnTo>
                  <a:pt x="6883947" y="4574782"/>
                </a:lnTo>
                <a:cubicBezTo>
                  <a:pt x="6883751" y="4575045"/>
                  <a:pt x="6883159" y="4575242"/>
                  <a:pt x="6883159" y="4575242"/>
                </a:cubicBezTo>
                <a:lnTo>
                  <a:pt x="6874095" y="4575242"/>
                </a:lnTo>
                <a:cubicBezTo>
                  <a:pt x="6873768" y="4575242"/>
                  <a:pt x="6873307" y="4574782"/>
                  <a:pt x="6873307" y="4574782"/>
                </a:cubicBezTo>
                <a:lnTo>
                  <a:pt x="6868775" y="4566900"/>
                </a:lnTo>
                <a:cubicBezTo>
                  <a:pt x="6868644" y="4566638"/>
                  <a:pt x="6868775" y="4566046"/>
                  <a:pt x="6868775" y="4566046"/>
                </a:cubicBezTo>
                <a:lnTo>
                  <a:pt x="6873307" y="4558165"/>
                </a:lnTo>
                <a:cubicBezTo>
                  <a:pt x="6873504" y="4557902"/>
                  <a:pt x="6874095" y="4557705"/>
                  <a:pt x="6874095" y="4557705"/>
                </a:cubicBezTo>
                <a:close/>
                <a:moveTo>
                  <a:pt x="6619714" y="4557705"/>
                </a:moveTo>
                <a:lnTo>
                  <a:pt x="6628778" y="4557705"/>
                </a:lnTo>
                <a:cubicBezTo>
                  <a:pt x="6629107" y="4557705"/>
                  <a:pt x="6629566" y="4558165"/>
                  <a:pt x="6629566" y="4558165"/>
                </a:cubicBezTo>
                <a:lnTo>
                  <a:pt x="6634099" y="4566046"/>
                </a:lnTo>
                <a:cubicBezTo>
                  <a:pt x="6634230" y="4566309"/>
                  <a:pt x="6634099" y="4566900"/>
                  <a:pt x="6634099" y="4566900"/>
                </a:cubicBezTo>
                <a:lnTo>
                  <a:pt x="6629566" y="4574782"/>
                </a:lnTo>
                <a:cubicBezTo>
                  <a:pt x="6629369" y="4575045"/>
                  <a:pt x="6628778" y="4575242"/>
                  <a:pt x="6628778" y="4575242"/>
                </a:cubicBezTo>
                <a:lnTo>
                  <a:pt x="6619714" y="4575242"/>
                </a:lnTo>
                <a:cubicBezTo>
                  <a:pt x="6619387" y="4575242"/>
                  <a:pt x="6618926" y="4574782"/>
                  <a:pt x="6618926" y="4574782"/>
                </a:cubicBezTo>
                <a:lnTo>
                  <a:pt x="6614394" y="4566900"/>
                </a:lnTo>
                <a:cubicBezTo>
                  <a:pt x="6614263" y="4566638"/>
                  <a:pt x="6614394" y="4566046"/>
                  <a:pt x="6614394" y="4566046"/>
                </a:cubicBezTo>
                <a:lnTo>
                  <a:pt x="6618926" y="4558165"/>
                </a:lnTo>
                <a:cubicBezTo>
                  <a:pt x="6619123" y="4557902"/>
                  <a:pt x="6619714" y="4557705"/>
                  <a:pt x="6619714" y="4557705"/>
                </a:cubicBezTo>
                <a:close/>
                <a:moveTo>
                  <a:pt x="6365334" y="4557705"/>
                </a:moveTo>
                <a:lnTo>
                  <a:pt x="6374397" y="4557705"/>
                </a:lnTo>
                <a:cubicBezTo>
                  <a:pt x="6374727" y="4557705"/>
                  <a:pt x="6375186" y="4558165"/>
                  <a:pt x="6375186" y="4558165"/>
                </a:cubicBezTo>
                <a:lnTo>
                  <a:pt x="6379718" y="4566046"/>
                </a:lnTo>
                <a:cubicBezTo>
                  <a:pt x="6379849" y="4566309"/>
                  <a:pt x="6379718" y="4566900"/>
                  <a:pt x="6379718" y="4566900"/>
                </a:cubicBezTo>
                <a:lnTo>
                  <a:pt x="6375186" y="4574782"/>
                </a:lnTo>
                <a:cubicBezTo>
                  <a:pt x="6374988" y="4575045"/>
                  <a:pt x="6374397" y="4575242"/>
                  <a:pt x="6374397" y="4575242"/>
                </a:cubicBezTo>
                <a:lnTo>
                  <a:pt x="6365334" y="4575242"/>
                </a:lnTo>
                <a:cubicBezTo>
                  <a:pt x="6365005" y="4575242"/>
                  <a:pt x="6364546" y="4574782"/>
                  <a:pt x="6364546" y="4574782"/>
                </a:cubicBezTo>
                <a:lnTo>
                  <a:pt x="6360014" y="4566900"/>
                </a:lnTo>
                <a:cubicBezTo>
                  <a:pt x="6359882" y="4566638"/>
                  <a:pt x="6360014" y="4566046"/>
                  <a:pt x="6360014" y="4566046"/>
                </a:cubicBezTo>
                <a:lnTo>
                  <a:pt x="6364546" y="4558165"/>
                </a:lnTo>
                <a:cubicBezTo>
                  <a:pt x="6364743" y="4557902"/>
                  <a:pt x="6365334" y="4557705"/>
                  <a:pt x="6365334" y="4557705"/>
                </a:cubicBezTo>
                <a:close/>
                <a:moveTo>
                  <a:pt x="6110888" y="4557705"/>
                </a:moveTo>
                <a:lnTo>
                  <a:pt x="6119953" y="4557705"/>
                </a:lnTo>
                <a:cubicBezTo>
                  <a:pt x="6120280" y="4557705"/>
                  <a:pt x="6120740" y="4558165"/>
                  <a:pt x="6120740" y="4558165"/>
                </a:cubicBezTo>
                <a:lnTo>
                  <a:pt x="6125272" y="4566046"/>
                </a:lnTo>
                <a:cubicBezTo>
                  <a:pt x="6125403" y="4566309"/>
                  <a:pt x="6125272" y="4566900"/>
                  <a:pt x="6125272" y="4566900"/>
                </a:cubicBezTo>
                <a:lnTo>
                  <a:pt x="6120740" y="4574782"/>
                </a:lnTo>
                <a:cubicBezTo>
                  <a:pt x="6120543" y="4575045"/>
                  <a:pt x="6119953" y="4575242"/>
                  <a:pt x="6119953" y="4575242"/>
                </a:cubicBezTo>
                <a:lnTo>
                  <a:pt x="6110888" y="4575242"/>
                </a:lnTo>
                <a:cubicBezTo>
                  <a:pt x="6110560" y="4575242"/>
                  <a:pt x="6110101" y="4574782"/>
                  <a:pt x="6110101" y="4574782"/>
                </a:cubicBezTo>
                <a:lnTo>
                  <a:pt x="6105567" y="4566900"/>
                </a:lnTo>
                <a:cubicBezTo>
                  <a:pt x="6105436" y="4566638"/>
                  <a:pt x="6105567" y="4566046"/>
                  <a:pt x="6105567" y="4566046"/>
                </a:cubicBezTo>
                <a:lnTo>
                  <a:pt x="6110101" y="4558165"/>
                </a:lnTo>
                <a:cubicBezTo>
                  <a:pt x="6110296" y="4557902"/>
                  <a:pt x="6110888" y="4557705"/>
                  <a:pt x="6110888" y="4557705"/>
                </a:cubicBezTo>
                <a:close/>
                <a:moveTo>
                  <a:pt x="5856508" y="4557705"/>
                </a:moveTo>
                <a:lnTo>
                  <a:pt x="5865571" y="4557705"/>
                </a:lnTo>
                <a:cubicBezTo>
                  <a:pt x="5865900" y="4557705"/>
                  <a:pt x="5866359" y="4558165"/>
                  <a:pt x="5866359" y="4558165"/>
                </a:cubicBezTo>
                <a:lnTo>
                  <a:pt x="5870891" y="4566046"/>
                </a:lnTo>
                <a:cubicBezTo>
                  <a:pt x="5871023" y="4566309"/>
                  <a:pt x="5870891" y="4566900"/>
                  <a:pt x="5870891" y="4566900"/>
                </a:cubicBezTo>
                <a:lnTo>
                  <a:pt x="5866359" y="4574782"/>
                </a:lnTo>
                <a:cubicBezTo>
                  <a:pt x="5866163" y="4575045"/>
                  <a:pt x="5865571" y="4575242"/>
                  <a:pt x="5865571" y="4575242"/>
                </a:cubicBezTo>
                <a:lnTo>
                  <a:pt x="5856508" y="4575242"/>
                </a:lnTo>
                <a:cubicBezTo>
                  <a:pt x="5856178" y="4575242"/>
                  <a:pt x="5855720" y="4574782"/>
                  <a:pt x="5855720" y="4574782"/>
                </a:cubicBezTo>
                <a:lnTo>
                  <a:pt x="5851187" y="4566900"/>
                </a:lnTo>
                <a:cubicBezTo>
                  <a:pt x="5851055" y="4566638"/>
                  <a:pt x="5851187" y="4566046"/>
                  <a:pt x="5851187" y="4566046"/>
                </a:cubicBezTo>
                <a:lnTo>
                  <a:pt x="5855720" y="4558165"/>
                </a:lnTo>
                <a:cubicBezTo>
                  <a:pt x="5855916" y="4557902"/>
                  <a:pt x="5856508" y="4557705"/>
                  <a:pt x="5856508" y="4557705"/>
                </a:cubicBezTo>
                <a:close/>
                <a:moveTo>
                  <a:pt x="5602126" y="4557705"/>
                </a:moveTo>
                <a:lnTo>
                  <a:pt x="5611191" y="4557705"/>
                </a:lnTo>
                <a:cubicBezTo>
                  <a:pt x="5611519" y="4557705"/>
                  <a:pt x="5611979" y="4558165"/>
                  <a:pt x="5611979" y="4558165"/>
                </a:cubicBezTo>
                <a:lnTo>
                  <a:pt x="5616511" y="4566046"/>
                </a:lnTo>
                <a:cubicBezTo>
                  <a:pt x="5616642" y="4566309"/>
                  <a:pt x="5616511" y="4566900"/>
                  <a:pt x="5616511" y="4566900"/>
                </a:cubicBezTo>
                <a:lnTo>
                  <a:pt x="5611979" y="4574782"/>
                </a:lnTo>
                <a:cubicBezTo>
                  <a:pt x="5611782" y="4575045"/>
                  <a:pt x="5611191" y="4575242"/>
                  <a:pt x="5611191" y="4575242"/>
                </a:cubicBezTo>
                <a:lnTo>
                  <a:pt x="5602126" y="4575242"/>
                </a:lnTo>
                <a:cubicBezTo>
                  <a:pt x="5601798" y="4575242"/>
                  <a:pt x="5601338" y="4574782"/>
                  <a:pt x="5601338" y="4574782"/>
                </a:cubicBezTo>
                <a:lnTo>
                  <a:pt x="5596807" y="4566900"/>
                </a:lnTo>
                <a:cubicBezTo>
                  <a:pt x="5596675" y="4566638"/>
                  <a:pt x="5596807" y="4566046"/>
                  <a:pt x="5596807" y="4566046"/>
                </a:cubicBezTo>
                <a:lnTo>
                  <a:pt x="5601338" y="4558165"/>
                </a:lnTo>
                <a:cubicBezTo>
                  <a:pt x="5601536" y="4557902"/>
                  <a:pt x="5602126" y="4557705"/>
                  <a:pt x="5602126" y="4557705"/>
                </a:cubicBezTo>
                <a:close/>
                <a:moveTo>
                  <a:pt x="5347746" y="4557705"/>
                </a:moveTo>
                <a:lnTo>
                  <a:pt x="5356810" y="4557705"/>
                </a:lnTo>
                <a:cubicBezTo>
                  <a:pt x="5357138" y="4557705"/>
                  <a:pt x="5357598" y="4558165"/>
                  <a:pt x="5357598" y="4558165"/>
                </a:cubicBezTo>
                <a:lnTo>
                  <a:pt x="5362130" y="4566046"/>
                </a:lnTo>
                <a:cubicBezTo>
                  <a:pt x="5362261" y="4566309"/>
                  <a:pt x="5362130" y="4566900"/>
                  <a:pt x="5362130" y="4566900"/>
                </a:cubicBezTo>
                <a:lnTo>
                  <a:pt x="5357598" y="4574782"/>
                </a:lnTo>
                <a:cubicBezTo>
                  <a:pt x="5357401" y="4575045"/>
                  <a:pt x="5356810" y="4575242"/>
                  <a:pt x="5356810" y="4575242"/>
                </a:cubicBezTo>
                <a:lnTo>
                  <a:pt x="5347746" y="4575242"/>
                </a:lnTo>
                <a:cubicBezTo>
                  <a:pt x="5347418" y="4575242"/>
                  <a:pt x="5346958" y="4574782"/>
                  <a:pt x="5346958" y="4574782"/>
                </a:cubicBezTo>
                <a:lnTo>
                  <a:pt x="5342425" y="4566900"/>
                </a:lnTo>
                <a:cubicBezTo>
                  <a:pt x="5342295" y="4566638"/>
                  <a:pt x="5342425" y="4566046"/>
                  <a:pt x="5342425" y="4566046"/>
                </a:cubicBezTo>
                <a:lnTo>
                  <a:pt x="5346958" y="4558165"/>
                </a:lnTo>
                <a:cubicBezTo>
                  <a:pt x="5347154" y="4557902"/>
                  <a:pt x="5347746" y="4557705"/>
                  <a:pt x="5347746" y="4557705"/>
                </a:cubicBezTo>
                <a:close/>
                <a:moveTo>
                  <a:pt x="5093300" y="4557705"/>
                </a:moveTo>
                <a:lnTo>
                  <a:pt x="5102364" y="4557705"/>
                </a:lnTo>
                <a:cubicBezTo>
                  <a:pt x="5102693" y="4557705"/>
                  <a:pt x="5103153" y="4558165"/>
                  <a:pt x="5103153" y="4558165"/>
                </a:cubicBezTo>
                <a:lnTo>
                  <a:pt x="5107684" y="4566046"/>
                </a:lnTo>
                <a:cubicBezTo>
                  <a:pt x="5107815" y="4566309"/>
                  <a:pt x="5107684" y="4566900"/>
                  <a:pt x="5107684" y="4566900"/>
                </a:cubicBezTo>
                <a:lnTo>
                  <a:pt x="5103153" y="4574782"/>
                </a:lnTo>
                <a:cubicBezTo>
                  <a:pt x="5102955" y="4575045"/>
                  <a:pt x="5102364" y="4575242"/>
                  <a:pt x="5102364" y="4575242"/>
                </a:cubicBezTo>
                <a:lnTo>
                  <a:pt x="5093300" y="4575242"/>
                </a:lnTo>
                <a:cubicBezTo>
                  <a:pt x="5092972" y="4575242"/>
                  <a:pt x="5092512" y="4574782"/>
                  <a:pt x="5092512" y="4574782"/>
                </a:cubicBezTo>
                <a:lnTo>
                  <a:pt x="5087979" y="4566900"/>
                </a:lnTo>
                <a:cubicBezTo>
                  <a:pt x="5087848" y="4566638"/>
                  <a:pt x="5087979" y="4566046"/>
                  <a:pt x="5087979" y="4566046"/>
                </a:cubicBezTo>
                <a:lnTo>
                  <a:pt x="5092512" y="4558165"/>
                </a:lnTo>
                <a:cubicBezTo>
                  <a:pt x="5092708" y="4557902"/>
                  <a:pt x="5093300" y="4557705"/>
                  <a:pt x="5093300" y="4557705"/>
                </a:cubicBezTo>
                <a:close/>
                <a:moveTo>
                  <a:pt x="4838919" y="4557705"/>
                </a:moveTo>
                <a:lnTo>
                  <a:pt x="4847982" y="4557705"/>
                </a:lnTo>
                <a:cubicBezTo>
                  <a:pt x="4848311" y="4557705"/>
                  <a:pt x="4848772" y="4558165"/>
                  <a:pt x="4848772" y="4558165"/>
                </a:cubicBezTo>
                <a:lnTo>
                  <a:pt x="4853303" y="4566046"/>
                </a:lnTo>
                <a:cubicBezTo>
                  <a:pt x="4853435" y="4566309"/>
                  <a:pt x="4853303" y="4566900"/>
                  <a:pt x="4853303" y="4566900"/>
                </a:cubicBezTo>
                <a:lnTo>
                  <a:pt x="4848772" y="4574782"/>
                </a:lnTo>
                <a:cubicBezTo>
                  <a:pt x="4848575" y="4575045"/>
                  <a:pt x="4847982" y="4575242"/>
                  <a:pt x="4847982" y="4575242"/>
                </a:cubicBezTo>
                <a:lnTo>
                  <a:pt x="4838919" y="4575242"/>
                </a:lnTo>
                <a:cubicBezTo>
                  <a:pt x="4838590" y="4575242"/>
                  <a:pt x="4838132" y="4574782"/>
                  <a:pt x="4838132" y="4574782"/>
                </a:cubicBezTo>
                <a:lnTo>
                  <a:pt x="4833598" y="4566900"/>
                </a:lnTo>
                <a:cubicBezTo>
                  <a:pt x="4833467" y="4566638"/>
                  <a:pt x="4833598" y="4566046"/>
                  <a:pt x="4833598" y="4566046"/>
                </a:cubicBezTo>
                <a:lnTo>
                  <a:pt x="4838132" y="4558165"/>
                </a:lnTo>
                <a:cubicBezTo>
                  <a:pt x="4838328" y="4557902"/>
                  <a:pt x="4838919" y="4557705"/>
                  <a:pt x="4838919" y="4557705"/>
                </a:cubicBezTo>
                <a:close/>
                <a:moveTo>
                  <a:pt x="4584538" y="4557705"/>
                </a:moveTo>
                <a:lnTo>
                  <a:pt x="4593603" y="4557705"/>
                </a:lnTo>
                <a:cubicBezTo>
                  <a:pt x="4593932" y="4557705"/>
                  <a:pt x="4594390" y="4558165"/>
                  <a:pt x="4594390" y="4558165"/>
                </a:cubicBezTo>
                <a:lnTo>
                  <a:pt x="4598922" y="4566046"/>
                </a:lnTo>
                <a:cubicBezTo>
                  <a:pt x="4599054" y="4566309"/>
                  <a:pt x="4598922" y="4566900"/>
                  <a:pt x="4598922" y="4566900"/>
                </a:cubicBezTo>
                <a:lnTo>
                  <a:pt x="4594390" y="4574782"/>
                </a:lnTo>
                <a:cubicBezTo>
                  <a:pt x="4594193" y="4575045"/>
                  <a:pt x="4593603" y="4575242"/>
                  <a:pt x="4593603" y="4575242"/>
                </a:cubicBezTo>
                <a:lnTo>
                  <a:pt x="4584538" y="4575242"/>
                </a:lnTo>
                <a:cubicBezTo>
                  <a:pt x="4584210" y="4575242"/>
                  <a:pt x="4583749" y="4574782"/>
                  <a:pt x="4583749" y="4574782"/>
                </a:cubicBezTo>
                <a:lnTo>
                  <a:pt x="4579218" y="4566900"/>
                </a:lnTo>
                <a:cubicBezTo>
                  <a:pt x="4579087" y="4566638"/>
                  <a:pt x="4579218" y="4566046"/>
                  <a:pt x="4579218" y="4566046"/>
                </a:cubicBezTo>
                <a:lnTo>
                  <a:pt x="4583749" y="4558165"/>
                </a:lnTo>
                <a:cubicBezTo>
                  <a:pt x="4583948" y="4557902"/>
                  <a:pt x="4584538" y="4557705"/>
                  <a:pt x="4584538" y="4557705"/>
                </a:cubicBezTo>
                <a:close/>
                <a:moveTo>
                  <a:pt x="4330157" y="4557705"/>
                </a:moveTo>
                <a:lnTo>
                  <a:pt x="4339222" y="4557705"/>
                </a:lnTo>
                <a:cubicBezTo>
                  <a:pt x="4339550" y="4557705"/>
                  <a:pt x="4340010" y="4558165"/>
                  <a:pt x="4340010" y="4558165"/>
                </a:cubicBezTo>
                <a:lnTo>
                  <a:pt x="4344540" y="4566046"/>
                </a:lnTo>
                <a:cubicBezTo>
                  <a:pt x="4344672" y="4566309"/>
                  <a:pt x="4344540" y="4566900"/>
                  <a:pt x="4344540" y="4566900"/>
                </a:cubicBezTo>
                <a:lnTo>
                  <a:pt x="4340010" y="4574782"/>
                </a:lnTo>
                <a:cubicBezTo>
                  <a:pt x="4339812" y="4575045"/>
                  <a:pt x="4339222" y="4575242"/>
                  <a:pt x="4339222" y="4575242"/>
                </a:cubicBezTo>
                <a:lnTo>
                  <a:pt x="4330157" y="4575242"/>
                </a:lnTo>
                <a:cubicBezTo>
                  <a:pt x="4329829" y="4575242"/>
                  <a:pt x="4329369" y="4574782"/>
                  <a:pt x="4329369" y="4574782"/>
                </a:cubicBezTo>
                <a:lnTo>
                  <a:pt x="4324836" y="4566900"/>
                </a:lnTo>
                <a:cubicBezTo>
                  <a:pt x="4324706" y="4566638"/>
                  <a:pt x="4324836" y="4566046"/>
                  <a:pt x="4324836" y="4566046"/>
                </a:cubicBezTo>
                <a:lnTo>
                  <a:pt x="4329369" y="4558165"/>
                </a:lnTo>
                <a:cubicBezTo>
                  <a:pt x="4329565" y="4557902"/>
                  <a:pt x="4330157" y="4557705"/>
                  <a:pt x="4330157" y="4557705"/>
                </a:cubicBezTo>
                <a:close/>
                <a:moveTo>
                  <a:pt x="4076017" y="4557705"/>
                </a:moveTo>
                <a:lnTo>
                  <a:pt x="4085082" y="4557705"/>
                </a:lnTo>
                <a:cubicBezTo>
                  <a:pt x="4085411" y="4557705"/>
                  <a:pt x="4085872" y="4558165"/>
                  <a:pt x="4085872" y="4558165"/>
                </a:cubicBezTo>
                <a:lnTo>
                  <a:pt x="4090404" y="4566046"/>
                </a:lnTo>
                <a:cubicBezTo>
                  <a:pt x="4090534" y="4566309"/>
                  <a:pt x="4090404" y="4566900"/>
                  <a:pt x="4090404" y="4566900"/>
                </a:cubicBezTo>
                <a:lnTo>
                  <a:pt x="4085872" y="4574782"/>
                </a:lnTo>
                <a:cubicBezTo>
                  <a:pt x="4085674" y="4575045"/>
                  <a:pt x="4085082" y="4575242"/>
                  <a:pt x="4085082" y="4575242"/>
                </a:cubicBezTo>
                <a:lnTo>
                  <a:pt x="4076017" y="4575242"/>
                </a:lnTo>
                <a:cubicBezTo>
                  <a:pt x="4075690" y="4575242"/>
                  <a:pt x="4075230" y="4574782"/>
                  <a:pt x="4075230" y="4574782"/>
                </a:cubicBezTo>
                <a:lnTo>
                  <a:pt x="4070697" y="4566900"/>
                </a:lnTo>
                <a:cubicBezTo>
                  <a:pt x="4070563" y="4566638"/>
                  <a:pt x="4070697" y="4566046"/>
                  <a:pt x="4070697" y="4566046"/>
                </a:cubicBezTo>
                <a:lnTo>
                  <a:pt x="4075230" y="4558165"/>
                </a:lnTo>
                <a:cubicBezTo>
                  <a:pt x="4075425" y="4557902"/>
                  <a:pt x="4076017" y="4557705"/>
                  <a:pt x="4076017" y="4557705"/>
                </a:cubicBezTo>
                <a:close/>
                <a:moveTo>
                  <a:pt x="3821427" y="4557705"/>
                </a:moveTo>
                <a:lnTo>
                  <a:pt x="3830490" y="4557705"/>
                </a:lnTo>
                <a:cubicBezTo>
                  <a:pt x="3830818" y="4557705"/>
                  <a:pt x="3831279" y="4558165"/>
                  <a:pt x="3831279" y="4558165"/>
                </a:cubicBezTo>
                <a:lnTo>
                  <a:pt x="3835811" y="4566046"/>
                </a:lnTo>
                <a:cubicBezTo>
                  <a:pt x="3835942" y="4566309"/>
                  <a:pt x="3835811" y="4566900"/>
                  <a:pt x="3835811" y="4566900"/>
                </a:cubicBezTo>
                <a:lnTo>
                  <a:pt x="3831279" y="4574782"/>
                </a:lnTo>
                <a:cubicBezTo>
                  <a:pt x="3831083" y="4575045"/>
                  <a:pt x="3830490" y="4575242"/>
                  <a:pt x="3830490" y="4575242"/>
                </a:cubicBezTo>
                <a:lnTo>
                  <a:pt x="3821427" y="4575242"/>
                </a:lnTo>
                <a:cubicBezTo>
                  <a:pt x="3821099" y="4575242"/>
                  <a:pt x="3820638" y="4574782"/>
                  <a:pt x="3820638" y="4574782"/>
                </a:cubicBezTo>
                <a:lnTo>
                  <a:pt x="3816104" y="4566900"/>
                </a:lnTo>
                <a:cubicBezTo>
                  <a:pt x="3815973" y="4566638"/>
                  <a:pt x="3816104" y="4566046"/>
                  <a:pt x="3816104" y="4566046"/>
                </a:cubicBezTo>
                <a:lnTo>
                  <a:pt x="3820638" y="4558165"/>
                </a:lnTo>
                <a:cubicBezTo>
                  <a:pt x="3820836" y="4557902"/>
                  <a:pt x="3821427" y="4557705"/>
                  <a:pt x="3821427" y="4557705"/>
                </a:cubicBezTo>
                <a:close/>
                <a:moveTo>
                  <a:pt x="3567049" y="4557705"/>
                </a:moveTo>
                <a:lnTo>
                  <a:pt x="3576115" y="4557705"/>
                </a:lnTo>
                <a:cubicBezTo>
                  <a:pt x="3576443" y="4557705"/>
                  <a:pt x="3576903" y="4558165"/>
                  <a:pt x="3576903" y="4558165"/>
                </a:cubicBezTo>
                <a:lnTo>
                  <a:pt x="3581435" y="4566046"/>
                </a:lnTo>
                <a:cubicBezTo>
                  <a:pt x="3581566" y="4566309"/>
                  <a:pt x="3581435" y="4566900"/>
                  <a:pt x="3581435" y="4566900"/>
                </a:cubicBezTo>
                <a:lnTo>
                  <a:pt x="3576903" y="4574782"/>
                </a:lnTo>
                <a:cubicBezTo>
                  <a:pt x="3576706" y="4575045"/>
                  <a:pt x="3576115" y="4575242"/>
                  <a:pt x="3576115" y="4575242"/>
                </a:cubicBezTo>
                <a:lnTo>
                  <a:pt x="3567049" y="4575242"/>
                </a:lnTo>
                <a:cubicBezTo>
                  <a:pt x="3566721" y="4575242"/>
                  <a:pt x="3566263" y="4574782"/>
                  <a:pt x="3566263" y="4574782"/>
                </a:cubicBezTo>
                <a:lnTo>
                  <a:pt x="3561729" y="4566900"/>
                </a:lnTo>
                <a:cubicBezTo>
                  <a:pt x="3561598" y="4566638"/>
                  <a:pt x="3561729" y="4566046"/>
                  <a:pt x="3561729" y="4566046"/>
                </a:cubicBezTo>
                <a:lnTo>
                  <a:pt x="3566263" y="4558165"/>
                </a:lnTo>
                <a:cubicBezTo>
                  <a:pt x="3566459" y="4557902"/>
                  <a:pt x="3567049" y="4557705"/>
                  <a:pt x="3567049" y="4557705"/>
                </a:cubicBezTo>
                <a:close/>
                <a:moveTo>
                  <a:pt x="3312600" y="4557705"/>
                </a:moveTo>
                <a:lnTo>
                  <a:pt x="3321664" y="4557705"/>
                </a:lnTo>
                <a:cubicBezTo>
                  <a:pt x="3321992" y="4557705"/>
                  <a:pt x="3322452" y="4558165"/>
                  <a:pt x="3322452" y="4558165"/>
                </a:cubicBezTo>
                <a:lnTo>
                  <a:pt x="3326984" y="4566046"/>
                </a:lnTo>
                <a:cubicBezTo>
                  <a:pt x="3327115" y="4566309"/>
                  <a:pt x="3326984" y="4566900"/>
                  <a:pt x="3326984" y="4566900"/>
                </a:cubicBezTo>
                <a:lnTo>
                  <a:pt x="3322452" y="4574782"/>
                </a:lnTo>
                <a:cubicBezTo>
                  <a:pt x="3322255" y="4575045"/>
                  <a:pt x="3321664" y="4575242"/>
                  <a:pt x="3321664" y="4575242"/>
                </a:cubicBezTo>
                <a:lnTo>
                  <a:pt x="3312600" y="4575242"/>
                </a:lnTo>
                <a:cubicBezTo>
                  <a:pt x="3312272" y="4575242"/>
                  <a:pt x="3311812" y="4574782"/>
                  <a:pt x="3311812" y="4574782"/>
                </a:cubicBezTo>
                <a:lnTo>
                  <a:pt x="3307279" y="4566900"/>
                </a:lnTo>
                <a:cubicBezTo>
                  <a:pt x="3307148" y="4566638"/>
                  <a:pt x="3307279" y="4566046"/>
                  <a:pt x="3307279" y="4566046"/>
                </a:cubicBezTo>
                <a:lnTo>
                  <a:pt x="3311812" y="4558165"/>
                </a:lnTo>
                <a:cubicBezTo>
                  <a:pt x="3312008" y="4557902"/>
                  <a:pt x="3312600" y="4557705"/>
                  <a:pt x="3312600" y="4557705"/>
                </a:cubicBezTo>
                <a:close/>
                <a:moveTo>
                  <a:pt x="3058221" y="4557705"/>
                </a:moveTo>
                <a:lnTo>
                  <a:pt x="3067286" y="4557705"/>
                </a:lnTo>
                <a:cubicBezTo>
                  <a:pt x="3067614" y="4557705"/>
                  <a:pt x="3068074" y="4558165"/>
                  <a:pt x="3068074" y="4558165"/>
                </a:cubicBezTo>
                <a:lnTo>
                  <a:pt x="3072606" y="4566046"/>
                </a:lnTo>
                <a:cubicBezTo>
                  <a:pt x="3072737" y="4566309"/>
                  <a:pt x="3072606" y="4566900"/>
                  <a:pt x="3072606" y="4566900"/>
                </a:cubicBezTo>
                <a:lnTo>
                  <a:pt x="3068074" y="4574782"/>
                </a:lnTo>
                <a:cubicBezTo>
                  <a:pt x="3067877" y="4575045"/>
                  <a:pt x="3067286" y="4575242"/>
                  <a:pt x="3067286" y="4575242"/>
                </a:cubicBezTo>
                <a:lnTo>
                  <a:pt x="3058221" y="4575242"/>
                </a:lnTo>
                <a:cubicBezTo>
                  <a:pt x="3057893" y="4575242"/>
                  <a:pt x="3057433" y="4574782"/>
                  <a:pt x="3057433" y="4574782"/>
                </a:cubicBezTo>
                <a:lnTo>
                  <a:pt x="3052901" y="4566900"/>
                </a:lnTo>
                <a:cubicBezTo>
                  <a:pt x="3052770" y="4566638"/>
                  <a:pt x="3052901" y="4566046"/>
                  <a:pt x="3052901" y="4566046"/>
                </a:cubicBezTo>
                <a:lnTo>
                  <a:pt x="3057433" y="4558165"/>
                </a:lnTo>
                <a:cubicBezTo>
                  <a:pt x="3057631" y="4557902"/>
                  <a:pt x="3058221" y="4557705"/>
                  <a:pt x="3058221" y="4557705"/>
                </a:cubicBezTo>
                <a:close/>
                <a:moveTo>
                  <a:pt x="2803919" y="4557705"/>
                </a:moveTo>
                <a:lnTo>
                  <a:pt x="2812983" y="4557705"/>
                </a:lnTo>
                <a:cubicBezTo>
                  <a:pt x="2813311" y="4557705"/>
                  <a:pt x="2813771" y="4558165"/>
                  <a:pt x="2813771" y="4558165"/>
                </a:cubicBezTo>
                <a:lnTo>
                  <a:pt x="2818303" y="4566046"/>
                </a:lnTo>
                <a:cubicBezTo>
                  <a:pt x="2818434" y="4566309"/>
                  <a:pt x="2818303" y="4566900"/>
                  <a:pt x="2818303" y="4566900"/>
                </a:cubicBezTo>
                <a:lnTo>
                  <a:pt x="2813771" y="4574782"/>
                </a:lnTo>
                <a:cubicBezTo>
                  <a:pt x="2813574" y="4575045"/>
                  <a:pt x="2812983" y="4575242"/>
                  <a:pt x="2812983" y="4575242"/>
                </a:cubicBezTo>
                <a:lnTo>
                  <a:pt x="2803919" y="4575242"/>
                </a:lnTo>
                <a:cubicBezTo>
                  <a:pt x="2803590" y="4575242"/>
                  <a:pt x="2803129" y="4574782"/>
                  <a:pt x="2803129" y="4574782"/>
                </a:cubicBezTo>
                <a:lnTo>
                  <a:pt x="2798597" y="4566900"/>
                </a:lnTo>
                <a:cubicBezTo>
                  <a:pt x="2798466" y="4566638"/>
                  <a:pt x="2798597" y="4566046"/>
                  <a:pt x="2798597" y="4566046"/>
                </a:cubicBezTo>
                <a:lnTo>
                  <a:pt x="2803129" y="4558165"/>
                </a:lnTo>
                <a:cubicBezTo>
                  <a:pt x="2803327" y="4557902"/>
                  <a:pt x="2803919" y="4557705"/>
                  <a:pt x="2803919" y="4557705"/>
                </a:cubicBezTo>
                <a:close/>
                <a:moveTo>
                  <a:pt x="2549520" y="4557705"/>
                </a:moveTo>
                <a:lnTo>
                  <a:pt x="2558584" y="4557705"/>
                </a:lnTo>
                <a:cubicBezTo>
                  <a:pt x="2558913" y="4557705"/>
                  <a:pt x="2559373" y="4558165"/>
                  <a:pt x="2559373" y="4558165"/>
                </a:cubicBezTo>
                <a:lnTo>
                  <a:pt x="2563904" y="4566046"/>
                </a:lnTo>
                <a:cubicBezTo>
                  <a:pt x="2564036" y="4566309"/>
                  <a:pt x="2563904" y="4566900"/>
                  <a:pt x="2563904" y="4566900"/>
                </a:cubicBezTo>
                <a:lnTo>
                  <a:pt x="2559373" y="4574782"/>
                </a:lnTo>
                <a:cubicBezTo>
                  <a:pt x="2559176" y="4575045"/>
                  <a:pt x="2558584" y="4575242"/>
                  <a:pt x="2558584" y="4575242"/>
                </a:cubicBezTo>
                <a:lnTo>
                  <a:pt x="2549520" y="4575242"/>
                </a:lnTo>
                <a:cubicBezTo>
                  <a:pt x="2549192" y="4575242"/>
                  <a:pt x="2548732" y="4574782"/>
                  <a:pt x="2548732" y="4574782"/>
                </a:cubicBezTo>
                <a:lnTo>
                  <a:pt x="2544200" y="4566900"/>
                </a:lnTo>
                <a:cubicBezTo>
                  <a:pt x="2544067" y="4566638"/>
                  <a:pt x="2544200" y="4566046"/>
                  <a:pt x="2544200" y="4566046"/>
                </a:cubicBezTo>
                <a:lnTo>
                  <a:pt x="2548732" y="4558165"/>
                </a:lnTo>
                <a:cubicBezTo>
                  <a:pt x="2548929" y="4557902"/>
                  <a:pt x="2549520" y="4557705"/>
                  <a:pt x="2549520" y="4557705"/>
                </a:cubicBezTo>
                <a:close/>
                <a:moveTo>
                  <a:pt x="2295038" y="4557705"/>
                </a:moveTo>
                <a:lnTo>
                  <a:pt x="2304103" y="4557705"/>
                </a:lnTo>
                <a:cubicBezTo>
                  <a:pt x="2304431" y="4557705"/>
                  <a:pt x="2304891" y="4558165"/>
                  <a:pt x="2304891" y="4558165"/>
                </a:cubicBezTo>
                <a:lnTo>
                  <a:pt x="2309422" y="4566046"/>
                </a:lnTo>
                <a:cubicBezTo>
                  <a:pt x="2309554" y="4566309"/>
                  <a:pt x="2309422" y="4566900"/>
                  <a:pt x="2309422" y="4566900"/>
                </a:cubicBezTo>
                <a:lnTo>
                  <a:pt x="2304891" y="4574782"/>
                </a:lnTo>
                <a:cubicBezTo>
                  <a:pt x="2304694" y="4575045"/>
                  <a:pt x="2304103" y="4575242"/>
                  <a:pt x="2304103" y="4575242"/>
                </a:cubicBezTo>
                <a:lnTo>
                  <a:pt x="2295038" y="4575242"/>
                </a:lnTo>
                <a:cubicBezTo>
                  <a:pt x="2294711" y="4575242"/>
                  <a:pt x="2294250" y="4574782"/>
                  <a:pt x="2294250" y="4574782"/>
                </a:cubicBezTo>
                <a:lnTo>
                  <a:pt x="2289717" y="4566900"/>
                </a:lnTo>
                <a:cubicBezTo>
                  <a:pt x="2289586" y="4566638"/>
                  <a:pt x="2289717" y="4566046"/>
                  <a:pt x="2289717" y="4566046"/>
                </a:cubicBezTo>
                <a:lnTo>
                  <a:pt x="2294250" y="4558165"/>
                </a:lnTo>
                <a:cubicBezTo>
                  <a:pt x="2294448" y="4557902"/>
                  <a:pt x="2295038" y="4557705"/>
                  <a:pt x="2295038" y="4557705"/>
                </a:cubicBezTo>
                <a:close/>
                <a:moveTo>
                  <a:pt x="2040711" y="4557705"/>
                </a:moveTo>
                <a:lnTo>
                  <a:pt x="2049775" y="4557705"/>
                </a:lnTo>
                <a:cubicBezTo>
                  <a:pt x="2050103" y="4557705"/>
                  <a:pt x="2050562" y="4558165"/>
                  <a:pt x="2050562" y="4558165"/>
                </a:cubicBezTo>
                <a:lnTo>
                  <a:pt x="2055095" y="4566046"/>
                </a:lnTo>
                <a:cubicBezTo>
                  <a:pt x="2055226" y="4566309"/>
                  <a:pt x="2055095" y="4566900"/>
                  <a:pt x="2055095" y="4566900"/>
                </a:cubicBezTo>
                <a:lnTo>
                  <a:pt x="2050562" y="4574782"/>
                </a:lnTo>
                <a:cubicBezTo>
                  <a:pt x="2050366" y="4575045"/>
                  <a:pt x="2049775" y="4575242"/>
                  <a:pt x="2049775" y="4575242"/>
                </a:cubicBezTo>
                <a:lnTo>
                  <a:pt x="2040711" y="4575242"/>
                </a:lnTo>
                <a:cubicBezTo>
                  <a:pt x="2040380" y="4575242"/>
                  <a:pt x="2039922" y="4574782"/>
                  <a:pt x="2039922" y="4574782"/>
                </a:cubicBezTo>
                <a:lnTo>
                  <a:pt x="2035389" y="4566900"/>
                </a:lnTo>
                <a:cubicBezTo>
                  <a:pt x="2035258" y="4566638"/>
                  <a:pt x="2035389" y="4566046"/>
                  <a:pt x="2035389" y="4566046"/>
                </a:cubicBezTo>
                <a:lnTo>
                  <a:pt x="2039922" y="4558165"/>
                </a:lnTo>
                <a:cubicBezTo>
                  <a:pt x="2040119" y="4557902"/>
                  <a:pt x="2040711" y="4557705"/>
                  <a:pt x="2040711" y="4557705"/>
                </a:cubicBezTo>
                <a:close/>
                <a:moveTo>
                  <a:pt x="1786212" y="4557705"/>
                </a:moveTo>
                <a:lnTo>
                  <a:pt x="1795277" y="4557705"/>
                </a:lnTo>
                <a:cubicBezTo>
                  <a:pt x="1795605" y="4557705"/>
                  <a:pt x="1796065" y="4558165"/>
                  <a:pt x="1796065" y="4558165"/>
                </a:cubicBezTo>
                <a:lnTo>
                  <a:pt x="1800597" y="4566046"/>
                </a:lnTo>
                <a:cubicBezTo>
                  <a:pt x="1800728" y="4566309"/>
                  <a:pt x="1800597" y="4566900"/>
                  <a:pt x="1800597" y="4566900"/>
                </a:cubicBezTo>
                <a:lnTo>
                  <a:pt x="1796065" y="4574782"/>
                </a:lnTo>
                <a:cubicBezTo>
                  <a:pt x="1795868" y="4575045"/>
                  <a:pt x="1795277" y="4575242"/>
                  <a:pt x="1795277" y="4575242"/>
                </a:cubicBezTo>
                <a:lnTo>
                  <a:pt x="1786212" y="4575242"/>
                </a:lnTo>
                <a:cubicBezTo>
                  <a:pt x="1785885" y="4575242"/>
                  <a:pt x="1785424" y="4574782"/>
                  <a:pt x="1785424" y="4574782"/>
                </a:cubicBezTo>
                <a:lnTo>
                  <a:pt x="1780894" y="4566900"/>
                </a:lnTo>
                <a:cubicBezTo>
                  <a:pt x="1780762" y="4566638"/>
                  <a:pt x="1780894" y="4566046"/>
                  <a:pt x="1780894" y="4566046"/>
                </a:cubicBezTo>
                <a:lnTo>
                  <a:pt x="1785424" y="4558165"/>
                </a:lnTo>
                <a:cubicBezTo>
                  <a:pt x="1785621" y="4557902"/>
                  <a:pt x="1786212" y="4557705"/>
                  <a:pt x="1786212" y="4557705"/>
                </a:cubicBezTo>
                <a:close/>
                <a:moveTo>
                  <a:pt x="1531980" y="4557705"/>
                </a:moveTo>
                <a:lnTo>
                  <a:pt x="1541044" y="4557705"/>
                </a:lnTo>
                <a:cubicBezTo>
                  <a:pt x="1541373" y="4557705"/>
                  <a:pt x="1541832" y="4558165"/>
                  <a:pt x="1541832" y="4558165"/>
                </a:cubicBezTo>
                <a:lnTo>
                  <a:pt x="1546365" y="4566046"/>
                </a:lnTo>
                <a:cubicBezTo>
                  <a:pt x="1546497" y="4566309"/>
                  <a:pt x="1546365" y="4566900"/>
                  <a:pt x="1546365" y="4566900"/>
                </a:cubicBezTo>
                <a:lnTo>
                  <a:pt x="1541832" y="4574782"/>
                </a:lnTo>
                <a:cubicBezTo>
                  <a:pt x="1541635" y="4575045"/>
                  <a:pt x="1541044" y="4575242"/>
                  <a:pt x="1541044" y="4575242"/>
                </a:cubicBezTo>
                <a:lnTo>
                  <a:pt x="1531980" y="4575242"/>
                </a:lnTo>
                <a:cubicBezTo>
                  <a:pt x="1531652" y="4575242"/>
                  <a:pt x="1531194" y="4574782"/>
                  <a:pt x="1531194" y="4574782"/>
                </a:cubicBezTo>
                <a:lnTo>
                  <a:pt x="1526661" y="4566900"/>
                </a:lnTo>
                <a:cubicBezTo>
                  <a:pt x="1526528" y="4566638"/>
                  <a:pt x="1526661" y="4566046"/>
                  <a:pt x="1526661" y="4566046"/>
                </a:cubicBezTo>
                <a:lnTo>
                  <a:pt x="1531194" y="4558165"/>
                </a:lnTo>
                <a:cubicBezTo>
                  <a:pt x="1531391" y="4557902"/>
                  <a:pt x="1531980" y="4557705"/>
                  <a:pt x="1531980" y="4557705"/>
                </a:cubicBezTo>
                <a:close/>
                <a:moveTo>
                  <a:pt x="1277510" y="4557705"/>
                </a:moveTo>
                <a:lnTo>
                  <a:pt x="1286575" y="4557705"/>
                </a:lnTo>
                <a:cubicBezTo>
                  <a:pt x="1286904" y="4557705"/>
                  <a:pt x="1287364" y="4558165"/>
                  <a:pt x="1287364" y="4558165"/>
                </a:cubicBezTo>
                <a:lnTo>
                  <a:pt x="1291897" y="4566046"/>
                </a:lnTo>
                <a:cubicBezTo>
                  <a:pt x="1292027" y="4566309"/>
                  <a:pt x="1291897" y="4566900"/>
                  <a:pt x="1291897" y="4566900"/>
                </a:cubicBezTo>
                <a:lnTo>
                  <a:pt x="1287364" y="4574782"/>
                </a:lnTo>
                <a:cubicBezTo>
                  <a:pt x="1287167" y="4575045"/>
                  <a:pt x="1286575" y="4575242"/>
                  <a:pt x="1286575" y="4575242"/>
                </a:cubicBezTo>
                <a:lnTo>
                  <a:pt x="1277510" y="4575242"/>
                </a:lnTo>
                <a:cubicBezTo>
                  <a:pt x="1277183" y="4575242"/>
                  <a:pt x="1276722" y="4574782"/>
                  <a:pt x="1276722" y="4574782"/>
                </a:cubicBezTo>
                <a:lnTo>
                  <a:pt x="1272192" y="4566900"/>
                </a:lnTo>
                <a:cubicBezTo>
                  <a:pt x="1272060" y="4566638"/>
                  <a:pt x="1272192" y="4566046"/>
                  <a:pt x="1272192" y="4566046"/>
                </a:cubicBezTo>
                <a:lnTo>
                  <a:pt x="1276722" y="4558165"/>
                </a:lnTo>
                <a:cubicBezTo>
                  <a:pt x="1276918" y="4557902"/>
                  <a:pt x="1277510" y="4557705"/>
                  <a:pt x="1277510" y="4557705"/>
                </a:cubicBezTo>
                <a:close/>
                <a:moveTo>
                  <a:pt x="1023202" y="4557705"/>
                </a:moveTo>
                <a:lnTo>
                  <a:pt x="1032265" y="4557705"/>
                </a:lnTo>
                <a:cubicBezTo>
                  <a:pt x="1032595" y="4557705"/>
                  <a:pt x="1033053" y="4558165"/>
                  <a:pt x="1033053" y="4558165"/>
                </a:cubicBezTo>
                <a:lnTo>
                  <a:pt x="1037585" y="4566046"/>
                </a:lnTo>
                <a:cubicBezTo>
                  <a:pt x="1037719" y="4566309"/>
                  <a:pt x="1037585" y="4566900"/>
                  <a:pt x="1037585" y="4566900"/>
                </a:cubicBezTo>
                <a:lnTo>
                  <a:pt x="1033053" y="4574782"/>
                </a:lnTo>
                <a:cubicBezTo>
                  <a:pt x="1032857" y="4575045"/>
                  <a:pt x="1032265" y="4575242"/>
                  <a:pt x="1032265" y="4575242"/>
                </a:cubicBezTo>
                <a:lnTo>
                  <a:pt x="1023202" y="4575242"/>
                </a:lnTo>
                <a:cubicBezTo>
                  <a:pt x="1022872" y="4575242"/>
                  <a:pt x="1022413" y="4574782"/>
                  <a:pt x="1022413" y="4574782"/>
                </a:cubicBezTo>
                <a:lnTo>
                  <a:pt x="1017882" y="4566900"/>
                </a:lnTo>
                <a:cubicBezTo>
                  <a:pt x="1017749" y="4566638"/>
                  <a:pt x="1017882" y="4566046"/>
                  <a:pt x="1017882" y="4566046"/>
                </a:cubicBezTo>
                <a:lnTo>
                  <a:pt x="1022413" y="4558165"/>
                </a:lnTo>
                <a:cubicBezTo>
                  <a:pt x="1022613" y="4557902"/>
                  <a:pt x="1023202" y="4557705"/>
                  <a:pt x="1023202" y="4557705"/>
                </a:cubicBezTo>
                <a:close/>
                <a:moveTo>
                  <a:pt x="768654" y="4557705"/>
                </a:moveTo>
                <a:lnTo>
                  <a:pt x="777717" y="4557705"/>
                </a:lnTo>
                <a:cubicBezTo>
                  <a:pt x="778045" y="4557705"/>
                  <a:pt x="778505" y="4558165"/>
                  <a:pt x="778505" y="4558165"/>
                </a:cubicBezTo>
                <a:lnTo>
                  <a:pt x="783037" y="4566046"/>
                </a:lnTo>
                <a:cubicBezTo>
                  <a:pt x="783169" y="4566309"/>
                  <a:pt x="783037" y="4566900"/>
                  <a:pt x="783037" y="4566900"/>
                </a:cubicBezTo>
                <a:lnTo>
                  <a:pt x="778505" y="4574782"/>
                </a:lnTo>
                <a:cubicBezTo>
                  <a:pt x="778308" y="4575045"/>
                  <a:pt x="777717" y="4575242"/>
                  <a:pt x="777717" y="4575242"/>
                </a:cubicBezTo>
                <a:lnTo>
                  <a:pt x="768654" y="4575242"/>
                </a:lnTo>
                <a:cubicBezTo>
                  <a:pt x="768325" y="4575242"/>
                  <a:pt x="767865" y="4574782"/>
                  <a:pt x="767865" y="4574782"/>
                </a:cubicBezTo>
                <a:lnTo>
                  <a:pt x="763333" y="4566900"/>
                </a:lnTo>
                <a:cubicBezTo>
                  <a:pt x="763201" y="4566638"/>
                  <a:pt x="763333" y="4566046"/>
                  <a:pt x="763333" y="4566046"/>
                </a:cubicBezTo>
                <a:lnTo>
                  <a:pt x="767865" y="4558165"/>
                </a:lnTo>
                <a:cubicBezTo>
                  <a:pt x="768063" y="4557902"/>
                  <a:pt x="768654" y="4557705"/>
                  <a:pt x="768654" y="4557705"/>
                </a:cubicBezTo>
                <a:close/>
                <a:moveTo>
                  <a:pt x="514201" y="4557705"/>
                </a:moveTo>
                <a:lnTo>
                  <a:pt x="523264" y="4557705"/>
                </a:lnTo>
                <a:cubicBezTo>
                  <a:pt x="523593" y="4557705"/>
                  <a:pt x="524052" y="4558165"/>
                  <a:pt x="524052" y="4558165"/>
                </a:cubicBezTo>
                <a:lnTo>
                  <a:pt x="528584" y="4566046"/>
                </a:lnTo>
                <a:cubicBezTo>
                  <a:pt x="528716" y="4566309"/>
                  <a:pt x="528584" y="4566900"/>
                  <a:pt x="528584" y="4566900"/>
                </a:cubicBezTo>
                <a:lnTo>
                  <a:pt x="524052" y="4574782"/>
                </a:lnTo>
                <a:cubicBezTo>
                  <a:pt x="523855" y="4575045"/>
                  <a:pt x="523264" y="4575242"/>
                  <a:pt x="523264" y="4575242"/>
                </a:cubicBezTo>
                <a:lnTo>
                  <a:pt x="514201" y="4575242"/>
                </a:lnTo>
                <a:cubicBezTo>
                  <a:pt x="513871" y="4575242"/>
                  <a:pt x="513412" y="4574782"/>
                  <a:pt x="513412" y="4574782"/>
                </a:cubicBezTo>
                <a:lnTo>
                  <a:pt x="508880" y="4566900"/>
                </a:lnTo>
                <a:cubicBezTo>
                  <a:pt x="508748" y="4566638"/>
                  <a:pt x="508880" y="4566046"/>
                  <a:pt x="508880" y="4566046"/>
                </a:cubicBezTo>
                <a:lnTo>
                  <a:pt x="513412" y="4558165"/>
                </a:lnTo>
                <a:cubicBezTo>
                  <a:pt x="513610" y="4557902"/>
                  <a:pt x="514201" y="4557705"/>
                  <a:pt x="514201" y="4557705"/>
                </a:cubicBezTo>
                <a:close/>
                <a:moveTo>
                  <a:pt x="259962" y="4557705"/>
                </a:moveTo>
                <a:lnTo>
                  <a:pt x="269026" y="4557705"/>
                </a:lnTo>
                <a:cubicBezTo>
                  <a:pt x="269354" y="4557705"/>
                  <a:pt x="269814" y="4558165"/>
                  <a:pt x="269814" y="4558165"/>
                </a:cubicBezTo>
                <a:lnTo>
                  <a:pt x="274346" y="4566046"/>
                </a:lnTo>
                <a:cubicBezTo>
                  <a:pt x="274477" y="4566309"/>
                  <a:pt x="274346" y="4566900"/>
                  <a:pt x="274346" y="4566900"/>
                </a:cubicBezTo>
                <a:lnTo>
                  <a:pt x="269814" y="4574782"/>
                </a:lnTo>
                <a:cubicBezTo>
                  <a:pt x="269617" y="4575045"/>
                  <a:pt x="269026" y="4575242"/>
                  <a:pt x="269026" y="4575242"/>
                </a:cubicBezTo>
                <a:lnTo>
                  <a:pt x="259962" y="4575242"/>
                </a:lnTo>
                <a:cubicBezTo>
                  <a:pt x="259633" y="4575242"/>
                  <a:pt x="259173" y="4574782"/>
                  <a:pt x="259173" y="4574782"/>
                </a:cubicBezTo>
                <a:lnTo>
                  <a:pt x="254642" y="4566900"/>
                </a:lnTo>
                <a:cubicBezTo>
                  <a:pt x="254511" y="4566638"/>
                  <a:pt x="254642" y="4566046"/>
                  <a:pt x="254642" y="4566046"/>
                </a:cubicBezTo>
                <a:lnTo>
                  <a:pt x="259173" y="4558165"/>
                </a:lnTo>
                <a:cubicBezTo>
                  <a:pt x="259370" y="4557902"/>
                  <a:pt x="259962" y="4557705"/>
                  <a:pt x="259962" y="4557705"/>
                </a:cubicBezTo>
                <a:close/>
                <a:moveTo>
                  <a:pt x="5635" y="4557705"/>
                </a:moveTo>
                <a:lnTo>
                  <a:pt x="14699" y="4557705"/>
                </a:lnTo>
                <a:cubicBezTo>
                  <a:pt x="15027" y="4557705"/>
                  <a:pt x="15487" y="4558165"/>
                  <a:pt x="15487" y="4558165"/>
                </a:cubicBezTo>
                <a:lnTo>
                  <a:pt x="20019" y="4566046"/>
                </a:lnTo>
                <a:cubicBezTo>
                  <a:pt x="20150" y="4566309"/>
                  <a:pt x="20019" y="4566900"/>
                  <a:pt x="20019" y="4566900"/>
                </a:cubicBezTo>
                <a:lnTo>
                  <a:pt x="15487" y="4574782"/>
                </a:lnTo>
                <a:cubicBezTo>
                  <a:pt x="15290" y="4575045"/>
                  <a:pt x="14699" y="4575242"/>
                  <a:pt x="14699" y="4575242"/>
                </a:cubicBezTo>
                <a:lnTo>
                  <a:pt x="5635" y="4575242"/>
                </a:lnTo>
                <a:cubicBezTo>
                  <a:pt x="5306" y="4575242"/>
                  <a:pt x="4846" y="4574782"/>
                  <a:pt x="4846" y="4574782"/>
                </a:cubicBezTo>
                <a:lnTo>
                  <a:pt x="314" y="4566900"/>
                </a:lnTo>
                <a:cubicBezTo>
                  <a:pt x="183" y="4566638"/>
                  <a:pt x="314" y="4566046"/>
                  <a:pt x="314" y="4566046"/>
                </a:cubicBezTo>
                <a:lnTo>
                  <a:pt x="4846" y="4558165"/>
                </a:lnTo>
                <a:cubicBezTo>
                  <a:pt x="5043" y="4557902"/>
                  <a:pt x="5635" y="4557705"/>
                  <a:pt x="5635" y="4557705"/>
                </a:cubicBezTo>
                <a:close/>
                <a:moveTo>
                  <a:pt x="10435622" y="4340696"/>
                </a:moveTo>
                <a:lnTo>
                  <a:pt x="10444686" y="4340696"/>
                </a:lnTo>
                <a:cubicBezTo>
                  <a:pt x="10445015" y="4340696"/>
                  <a:pt x="10445474" y="4341156"/>
                  <a:pt x="10445474" y="4341156"/>
                </a:cubicBezTo>
                <a:lnTo>
                  <a:pt x="10450007" y="4349037"/>
                </a:lnTo>
                <a:cubicBezTo>
                  <a:pt x="10450138" y="4349300"/>
                  <a:pt x="10450007" y="4349891"/>
                  <a:pt x="10450007" y="4349891"/>
                </a:cubicBezTo>
                <a:lnTo>
                  <a:pt x="10445474" y="4357772"/>
                </a:lnTo>
                <a:cubicBezTo>
                  <a:pt x="10445278" y="4358036"/>
                  <a:pt x="10444686" y="4358232"/>
                  <a:pt x="10444686" y="4358232"/>
                </a:cubicBezTo>
                <a:lnTo>
                  <a:pt x="10435622" y="4358232"/>
                </a:lnTo>
                <a:cubicBezTo>
                  <a:pt x="10435295" y="4358232"/>
                  <a:pt x="10434834" y="4357772"/>
                  <a:pt x="10434834" y="4357772"/>
                </a:cubicBezTo>
                <a:lnTo>
                  <a:pt x="10430302" y="4349891"/>
                </a:lnTo>
                <a:cubicBezTo>
                  <a:pt x="10430171" y="4349628"/>
                  <a:pt x="10430302" y="4349037"/>
                  <a:pt x="10430302" y="4349037"/>
                </a:cubicBezTo>
                <a:lnTo>
                  <a:pt x="10434834" y="4341156"/>
                </a:lnTo>
                <a:cubicBezTo>
                  <a:pt x="10435031" y="4340893"/>
                  <a:pt x="10435622" y="4340696"/>
                  <a:pt x="10435622" y="4340696"/>
                </a:cubicBezTo>
                <a:close/>
                <a:moveTo>
                  <a:pt x="10181242" y="4340696"/>
                </a:moveTo>
                <a:lnTo>
                  <a:pt x="10190305" y="4340696"/>
                </a:lnTo>
                <a:cubicBezTo>
                  <a:pt x="10190635" y="4340696"/>
                  <a:pt x="10191093" y="4341156"/>
                  <a:pt x="10191093" y="4341156"/>
                </a:cubicBezTo>
                <a:lnTo>
                  <a:pt x="10195626" y="4349037"/>
                </a:lnTo>
                <a:cubicBezTo>
                  <a:pt x="10195758" y="4349300"/>
                  <a:pt x="10195626" y="4349891"/>
                  <a:pt x="10195626" y="4349891"/>
                </a:cubicBezTo>
                <a:lnTo>
                  <a:pt x="10191093" y="4357772"/>
                </a:lnTo>
                <a:cubicBezTo>
                  <a:pt x="10190896" y="4358036"/>
                  <a:pt x="10190305" y="4358232"/>
                  <a:pt x="10190305" y="4358232"/>
                </a:cubicBezTo>
                <a:lnTo>
                  <a:pt x="10181242" y="4358232"/>
                </a:lnTo>
                <a:cubicBezTo>
                  <a:pt x="10180914" y="4358232"/>
                  <a:pt x="10180453" y="4357772"/>
                  <a:pt x="10180453" y="4357772"/>
                </a:cubicBezTo>
                <a:lnTo>
                  <a:pt x="10175922" y="4349891"/>
                </a:lnTo>
                <a:cubicBezTo>
                  <a:pt x="10175790" y="4349628"/>
                  <a:pt x="10175922" y="4349037"/>
                  <a:pt x="10175922" y="4349037"/>
                </a:cubicBezTo>
                <a:lnTo>
                  <a:pt x="10180453" y="4341156"/>
                </a:lnTo>
                <a:cubicBezTo>
                  <a:pt x="10180650" y="4340893"/>
                  <a:pt x="10181242" y="4340696"/>
                  <a:pt x="10181242" y="4340696"/>
                </a:cubicBezTo>
                <a:close/>
                <a:moveTo>
                  <a:pt x="9926861" y="4340696"/>
                </a:moveTo>
                <a:lnTo>
                  <a:pt x="9935924" y="4340696"/>
                </a:lnTo>
                <a:cubicBezTo>
                  <a:pt x="9936254" y="4340696"/>
                  <a:pt x="9936713" y="4341156"/>
                  <a:pt x="9936713" y="4341156"/>
                </a:cubicBezTo>
                <a:lnTo>
                  <a:pt x="9941246" y="4349037"/>
                </a:lnTo>
                <a:cubicBezTo>
                  <a:pt x="9941376" y="4349300"/>
                  <a:pt x="9941246" y="4349891"/>
                  <a:pt x="9941246" y="4349891"/>
                </a:cubicBezTo>
                <a:lnTo>
                  <a:pt x="9936713" y="4357772"/>
                </a:lnTo>
                <a:cubicBezTo>
                  <a:pt x="9936516" y="4358036"/>
                  <a:pt x="9935924" y="4358232"/>
                  <a:pt x="9935924" y="4358232"/>
                </a:cubicBezTo>
                <a:lnTo>
                  <a:pt x="9926861" y="4358232"/>
                </a:lnTo>
                <a:cubicBezTo>
                  <a:pt x="9926532" y="4358232"/>
                  <a:pt x="9926073" y="4357772"/>
                  <a:pt x="9926073" y="4357772"/>
                </a:cubicBezTo>
                <a:lnTo>
                  <a:pt x="9921541" y="4349891"/>
                </a:lnTo>
                <a:cubicBezTo>
                  <a:pt x="9921410" y="4349628"/>
                  <a:pt x="9921541" y="4349037"/>
                  <a:pt x="9921541" y="4349037"/>
                </a:cubicBezTo>
                <a:lnTo>
                  <a:pt x="9926073" y="4341156"/>
                </a:lnTo>
                <a:cubicBezTo>
                  <a:pt x="9926270" y="4340893"/>
                  <a:pt x="9926861" y="4340696"/>
                  <a:pt x="9926861" y="4340696"/>
                </a:cubicBezTo>
                <a:close/>
                <a:moveTo>
                  <a:pt x="9672481" y="4340696"/>
                </a:moveTo>
                <a:lnTo>
                  <a:pt x="9681545" y="4340696"/>
                </a:lnTo>
                <a:cubicBezTo>
                  <a:pt x="9681872" y="4340696"/>
                  <a:pt x="9682333" y="4341156"/>
                  <a:pt x="9682333" y="4341156"/>
                </a:cubicBezTo>
                <a:lnTo>
                  <a:pt x="9686865" y="4349037"/>
                </a:lnTo>
                <a:cubicBezTo>
                  <a:pt x="9686996" y="4349300"/>
                  <a:pt x="9686865" y="4349891"/>
                  <a:pt x="9686865" y="4349891"/>
                </a:cubicBezTo>
                <a:lnTo>
                  <a:pt x="9682333" y="4357772"/>
                </a:lnTo>
                <a:cubicBezTo>
                  <a:pt x="9682136" y="4358036"/>
                  <a:pt x="9681545" y="4358232"/>
                  <a:pt x="9681545" y="4358232"/>
                </a:cubicBezTo>
                <a:lnTo>
                  <a:pt x="9672481" y="4358232"/>
                </a:lnTo>
                <a:cubicBezTo>
                  <a:pt x="9672152" y="4358232"/>
                  <a:pt x="9671693" y="4357772"/>
                  <a:pt x="9671693" y="4357772"/>
                </a:cubicBezTo>
                <a:lnTo>
                  <a:pt x="9667160" y="4349891"/>
                </a:lnTo>
                <a:cubicBezTo>
                  <a:pt x="9667030" y="4349628"/>
                  <a:pt x="9667160" y="4349037"/>
                  <a:pt x="9667160" y="4349037"/>
                </a:cubicBezTo>
                <a:lnTo>
                  <a:pt x="9671693" y="4341156"/>
                </a:lnTo>
                <a:cubicBezTo>
                  <a:pt x="9671890" y="4340893"/>
                  <a:pt x="9672481" y="4340696"/>
                  <a:pt x="9672481" y="4340696"/>
                </a:cubicBezTo>
                <a:close/>
                <a:moveTo>
                  <a:pt x="9418035" y="4340696"/>
                </a:moveTo>
                <a:lnTo>
                  <a:pt x="9427099" y="4340696"/>
                </a:lnTo>
                <a:cubicBezTo>
                  <a:pt x="9427427" y="4340696"/>
                  <a:pt x="9427887" y="4341156"/>
                  <a:pt x="9427887" y="4341156"/>
                </a:cubicBezTo>
                <a:lnTo>
                  <a:pt x="9432419" y="4349037"/>
                </a:lnTo>
                <a:cubicBezTo>
                  <a:pt x="9432550" y="4349300"/>
                  <a:pt x="9432419" y="4349891"/>
                  <a:pt x="9432419" y="4349891"/>
                </a:cubicBezTo>
                <a:lnTo>
                  <a:pt x="9427887" y="4357772"/>
                </a:lnTo>
                <a:cubicBezTo>
                  <a:pt x="9427690" y="4358036"/>
                  <a:pt x="9427099" y="4358232"/>
                  <a:pt x="9427099" y="4358232"/>
                </a:cubicBezTo>
                <a:lnTo>
                  <a:pt x="9418035" y="4358232"/>
                </a:lnTo>
                <a:cubicBezTo>
                  <a:pt x="9417707" y="4358232"/>
                  <a:pt x="9417247" y="4357772"/>
                  <a:pt x="9417247" y="4357772"/>
                </a:cubicBezTo>
                <a:lnTo>
                  <a:pt x="9412714" y="4349891"/>
                </a:lnTo>
                <a:cubicBezTo>
                  <a:pt x="9412583" y="4349628"/>
                  <a:pt x="9412714" y="4349037"/>
                  <a:pt x="9412714" y="4349037"/>
                </a:cubicBezTo>
                <a:lnTo>
                  <a:pt x="9417247" y="4341156"/>
                </a:lnTo>
                <a:cubicBezTo>
                  <a:pt x="9417444" y="4340893"/>
                  <a:pt x="9418035" y="4340696"/>
                  <a:pt x="9418035" y="4340696"/>
                </a:cubicBezTo>
                <a:close/>
                <a:moveTo>
                  <a:pt x="9163654" y="4340696"/>
                </a:moveTo>
                <a:lnTo>
                  <a:pt x="9172718" y="4340696"/>
                </a:lnTo>
                <a:cubicBezTo>
                  <a:pt x="9173046" y="4340696"/>
                  <a:pt x="9173506" y="4341156"/>
                  <a:pt x="9173506" y="4341156"/>
                </a:cubicBezTo>
                <a:lnTo>
                  <a:pt x="9178038" y="4349037"/>
                </a:lnTo>
                <a:cubicBezTo>
                  <a:pt x="9178169" y="4349300"/>
                  <a:pt x="9178038" y="4349891"/>
                  <a:pt x="9178038" y="4349891"/>
                </a:cubicBezTo>
                <a:lnTo>
                  <a:pt x="9173506" y="4357772"/>
                </a:lnTo>
                <a:cubicBezTo>
                  <a:pt x="9173309" y="4358036"/>
                  <a:pt x="9172718" y="4358232"/>
                  <a:pt x="9172718" y="4358232"/>
                </a:cubicBezTo>
                <a:lnTo>
                  <a:pt x="9163654" y="4358232"/>
                </a:lnTo>
                <a:cubicBezTo>
                  <a:pt x="9163326" y="4358232"/>
                  <a:pt x="9162866" y="4357772"/>
                  <a:pt x="9162866" y="4357772"/>
                </a:cubicBezTo>
                <a:lnTo>
                  <a:pt x="9158333" y="4349891"/>
                </a:lnTo>
                <a:cubicBezTo>
                  <a:pt x="9158202" y="4349628"/>
                  <a:pt x="9158333" y="4349037"/>
                  <a:pt x="9158333" y="4349037"/>
                </a:cubicBezTo>
                <a:lnTo>
                  <a:pt x="9162866" y="4341156"/>
                </a:lnTo>
                <a:cubicBezTo>
                  <a:pt x="9163062" y="4340893"/>
                  <a:pt x="9163654" y="4340696"/>
                  <a:pt x="9163654" y="4340696"/>
                </a:cubicBezTo>
                <a:close/>
                <a:moveTo>
                  <a:pt x="8909274" y="4340696"/>
                </a:moveTo>
                <a:lnTo>
                  <a:pt x="8918336" y="4340696"/>
                </a:lnTo>
                <a:cubicBezTo>
                  <a:pt x="8918666" y="4340696"/>
                  <a:pt x="8919125" y="4341156"/>
                  <a:pt x="8919125" y="4341156"/>
                </a:cubicBezTo>
                <a:lnTo>
                  <a:pt x="8923657" y="4349037"/>
                </a:lnTo>
                <a:cubicBezTo>
                  <a:pt x="8923789" y="4349300"/>
                  <a:pt x="8923657" y="4349891"/>
                  <a:pt x="8923657" y="4349891"/>
                </a:cubicBezTo>
                <a:lnTo>
                  <a:pt x="8919125" y="4357772"/>
                </a:lnTo>
                <a:cubicBezTo>
                  <a:pt x="8918928" y="4358036"/>
                  <a:pt x="8918336" y="4358232"/>
                  <a:pt x="8918336" y="4358232"/>
                </a:cubicBezTo>
                <a:lnTo>
                  <a:pt x="8909274" y="4358232"/>
                </a:lnTo>
                <a:cubicBezTo>
                  <a:pt x="8908945" y="4358232"/>
                  <a:pt x="8908484" y="4357772"/>
                  <a:pt x="8908484" y="4357772"/>
                </a:cubicBezTo>
                <a:lnTo>
                  <a:pt x="8903953" y="4349891"/>
                </a:lnTo>
                <a:cubicBezTo>
                  <a:pt x="8903821" y="4349628"/>
                  <a:pt x="8903953" y="4349037"/>
                  <a:pt x="8903953" y="4349037"/>
                </a:cubicBezTo>
                <a:lnTo>
                  <a:pt x="8908484" y="4341156"/>
                </a:lnTo>
                <a:cubicBezTo>
                  <a:pt x="8908681" y="4340893"/>
                  <a:pt x="8909274" y="4340696"/>
                  <a:pt x="8909274" y="4340696"/>
                </a:cubicBezTo>
                <a:close/>
                <a:moveTo>
                  <a:pt x="8654892" y="4340696"/>
                </a:moveTo>
                <a:lnTo>
                  <a:pt x="8663955" y="4340696"/>
                </a:lnTo>
                <a:cubicBezTo>
                  <a:pt x="8664285" y="4340696"/>
                  <a:pt x="8664744" y="4341156"/>
                  <a:pt x="8664744" y="4341156"/>
                </a:cubicBezTo>
                <a:lnTo>
                  <a:pt x="8669277" y="4349037"/>
                </a:lnTo>
                <a:cubicBezTo>
                  <a:pt x="8669408" y="4349300"/>
                  <a:pt x="8669277" y="4349891"/>
                  <a:pt x="8669277" y="4349891"/>
                </a:cubicBezTo>
                <a:lnTo>
                  <a:pt x="8664744" y="4357772"/>
                </a:lnTo>
                <a:cubicBezTo>
                  <a:pt x="8664548" y="4358036"/>
                  <a:pt x="8663955" y="4358232"/>
                  <a:pt x="8663955" y="4358232"/>
                </a:cubicBezTo>
                <a:lnTo>
                  <a:pt x="8654892" y="4358232"/>
                </a:lnTo>
                <a:cubicBezTo>
                  <a:pt x="8654565" y="4358232"/>
                  <a:pt x="8654104" y="4357772"/>
                  <a:pt x="8654104" y="4357772"/>
                </a:cubicBezTo>
                <a:lnTo>
                  <a:pt x="8649572" y="4349891"/>
                </a:lnTo>
                <a:cubicBezTo>
                  <a:pt x="8649441" y="4349628"/>
                  <a:pt x="8649572" y="4349037"/>
                  <a:pt x="8649572" y="4349037"/>
                </a:cubicBezTo>
                <a:lnTo>
                  <a:pt x="8654104" y="4341156"/>
                </a:lnTo>
                <a:cubicBezTo>
                  <a:pt x="8654301" y="4340893"/>
                  <a:pt x="8654892" y="4340696"/>
                  <a:pt x="8654892" y="4340696"/>
                </a:cubicBezTo>
                <a:close/>
                <a:moveTo>
                  <a:pt x="8400511" y="4340696"/>
                </a:moveTo>
                <a:lnTo>
                  <a:pt x="8409575" y="4340696"/>
                </a:lnTo>
                <a:cubicBezTo>
                  <a:pt x="8409904" y="4340696"/>
                  <a:pt x="8410363" y="4341156"/>
                  <a:pt x="8410363" y="4341156"/>
                </a:cubicBezTo>
                <a:lnTo>
                  <a:pt x="8414896" y="4349037"/>
                </a:lnTo>
                <a:cubicBezTo>
                  <a:pt x="8415027" y="4349300"/>
                  <a:pt x="8414896" y="4349891"/>
                  <a:pt x="8414896" y="4349891"/>
                </a:cubicBezTo>
                <a:lnTo>
                  <a:pt x="8410363" y="4357772"/>
                </a:lnTo>
                <a:cubicBezTo>
                  <a:pt x="8410166" y="4358036"/>
                  <a:pt x="8409575" y="4358232"/>
                  <a:pt x="8409575" y="4358232"/>
                </a:cubicBezTo>
                <a:lnTo>
                  <a:pt x="8400511" y="4358232"/>
                </a:lnTo>
                <a:cubicBezTo>
                  <a:pt x="8400184" y="4358232"/>
                  <a:pt x="8399723" y="4357772"/>
                  <a:pt x="8399723" y="4357772"/>
                </a:cubicBezTo>
                <a:lnTo>
                  <a:pt x="8395191" y="4349891"/>
                </a:lnTo>
                <a:cubicBezTo>
                  <a:pt x="8395060" y="4349628"/>
                  <a:pt x="8395191" y="4349037"/>
                  <a:pt x="8395191" y="4349037"/>
                </a:cubicBezTo>
                <a:lnTo>
                  <a:pt x="8399723" y="4341156"/>
                </a:lnTo>
                <a:cubicBezTo>
                  <a:pt x="8399920" y="4340893"/>
                  <a:pt x="8400511" y="4340696"/>
                  <a:pt x="8400511" y="4340696"/>
                </a:cubicBezTo>
                <a:close/>
                <a:moveTo>
                  <a:pt x="8146065" y="4340696"/>
                </a:moveTo>
                <a:lnTo>
                  <a:pt x="8155129" y="4340696"/>
                </a:lnTo>
                <a:cubicBezTo>
                  <a:pt x="8155458" y="4340696"/>
                  <a:pt x="8155917" y="4341156"/>
                  <a:pt x="8155917" y="4341156"/>
                </a:cubicBezTo>
                <a:lnTo>
                  <a:pt x="8160449" y="4349037"/>
                </a:lnTo>
                <a:cubicBezTo>
                  <a:pt x="8160580" y="4349300"/>
                  <a:pt x="8160449" y="4349891"/>
                  <a:pt x="8160449" y="4349891"/>
                </a:cubicBezTo>
                <a:lnTo>
                  <a:pt x="8155917" y="4357772"/>
                </a:lnTo>
                <a:cubicBezTo>
                  <a:pt x="8155719" y="4358036"/>
                  <a:pt x="8155129" y="4358232"/>
                  <a:pt x="8155129" y="4358232"/>
                </a:cubicBezTo>
                <a:lnTo>
                  <a:pt x="8146065" y="4358232"/>
                </a:lnTo>
                <a:cubicBezTo>
                  <a:pt x="8145737" y="4358232"/>
                  <a:pt x="8145277" y="4357772"/>
                  <a:pt x="8145277" y="4357772"/>
                </a:cubicBezTo>
                <a:lnTo>
                  <a:pt x="8140745" y="4349891"/>
                </a:lnTo>
                <a:cubicBezTo>
                  <a:pt x="8140613" y="4349628"/>
                  <a:pt x="8140745" y="4349037"/>
                  <a:pt x="8140745" y="4349037"/>
                </a:cubicBezTo>
                <a:lnTo>
                  <a:pt x="8145277" y="4341156"/>
                </a:lnTo>
                <a:cubicBezTo>
                  <a:pt x="8145474" y="4340893"/>
                  <a:pt x="8146065" y="4340696"/>
                  <a:pt x="8146065" y="4340696"/>
                </a:cubicBezTo>
                <a:close/>
                <a:moveTo>
                  <a:pt x="7891684" y="4340696"/>
                </a:moveTo>
                <a:lnTo>
                  <a:pt x="7900748" y="4340696"/>
                </a:lnTo>
                <a:cubicBezTo>
                  <a:pt x="7901076" y="4340696"/>
                  <a:pt x="7901536" y="4341156"/>
                  <a:pt x="7901536" y="4341156"/>
                </a:cubicBezTo>
                <a:lnTo>
                  <a:pt x="7906067" y="4349037"/>
                </a:lnTo>
                <a:cubicBezTo>
                  <a:pt x="7906199" y="4349300"/>
                  <a:pt x="7906067" y="4349891"/>
                  <a:pt x="7906067" y="4349891"/>
                </a:cubicBezTo>
                <a:lnTo>
                  <a:pt x="7901536" y="4357772"/>
                </a:lnTo>
                <a:cubicBezTo>
                  <a:pt x="7901339" y="4358036"/>
                  <a:pt x="7900748" y="4358232"/>
                  <a:pt x="7900748" y="4358232"/>
                </a:cubicBezTo>
                <a:lnTo>
                  <a:pt x="7891684" y="4358232"/>
                </a:lnTo>
                <a:cubicBezTo>
                  <a:pt x="7891355" y="4358232"/>
                  <a:pt x="7890896" y="4357772"/>
                  <a:pt x="7890896" y="4357772"/>
                </a:cubicBezTo>
                <a:lnTo>
                  <a:pt x="7886363" y="4349891"/>
                </a:lnTo>
                <a:cubicBezTo>
                  <a:pt x="7886233" y="4349628"/>
                  <a:pt x="7886363" y="4349037"/>
                  <a:pt x="7886363" y="4349037"/>
                </a:cubicBezTo>
                <a:lnTo>
                  <a:pt x="7890896" y="4341156"/>
                </a:lnTo>
                <a:cubicBezTo>
                  <a:pt x="7891093" y="4340893"/>
                  <a:pt x="7891684" y="4340696"/>
                  <a:pt x="7891684" y="4340696"/>
                </a:cubicBezTo>
                <a:close/>
                <a:moveTo>
                  <a:pt x="7637304" y="4340696"/>
                </a:moveTo>
                <a:lnTo>
                  <a:pt x="7646367" y="4340696"/>
                </a:lnTo>
                <a:cubicBezTo>
                  <a:pt x="7646696" y="4340696"/>
                  <a:pt x="7647156" y="4341156"/>
                  <a:pt x="7647156" y="4341156"/>
                </a:cubicBezTo>
                <a:lnTo>
                  <a:pt x="7651687" y="4349037"/>
                </a:lnTo>
                <a:cubicBezTo>
                  <a:pt x="7651819" y="4349300"/>
                  <a:pt x="7651687" y="4349891"/>
                  <a:pt x="7651687" y="4349891"/>
                </a:cubicBezTo>
                <a:lnTo>
                  <a:pt x="7647156" y="4357772"/>
                </a:lnTo>
                <a:cubicBezTo>
                  <a:pt x="7646958" y="4358036"/>
                  <a:pt x="7646367" y="4358232"/>
                  <a:pt x="7646367" y="4358232"/>
                </a:cubicBezTo>
                <a:lnTo>
                  <a:pt x="7637304" y="4358232"/>
                </a:lnTo>
                <a:cubicBezTo>
                  <a:pt x="7636975" y="4358232"/>
                  <a:pt x="7636516" y="4357772"/>
                  <a:pt x="7636516" y="4357772"/>
                </a:cubicBezTo>
                <a:lnTo>
                  <a:pt x="7631983" y="4349891"/>
                </a:lnTo>
                <a:cubicBezTo>
                  <a:pt x="7631851" y="4349628"/>
                  <a:pt x="7631983" y="4349037"/>
                  <a:pt x="7631983" y="4349037"/>
                </a:cubicBezTo>
                <a:lnTo>
                  <a:pt x="7636516" y="4341156"/>
                </a:lnTo>
                <a:cubicBezTo>
                  <a:pt x="7636713" y="4340893"/>
                  <a:pt x="7637304" y="4340696"/>
                  <a:pt x="7637304" y="4340696"/>
                </a:cubicBezTo>
                <a:close/>
                <a:moveTo>
                  <a:pt x="7382923" y="4340696"/>
                </a:moveTo>
                <a:lnTo>
                  <a:pt x="7391987" y="4340696"/>
                </a:lnTo>
                <a:cubicBezTo>
                  <a:pt x="7392315" y="4340696"/>
                  <a:pt x="7392775" y="4341156"/>
                  <a:pt x="7392775" y="4341156"/>
                </a:cubicBezTo>
                <a:lnTo>
                  <a:pt x="7397307" y="4349037"/>
                </a:lnTo>
                <a:cubicBezTo>
                  <a:pt x="7397438" y="4349300"/>
                  <a:pt x="7397307" y="4349891"/>
                  <a:pt x="7397307" y="4349891"/>
                </a:cubicBezTo>
                <a:lnTo>
                  <a:pt x="7392775" y="4357772"/>
                </a:lnTo>
                <a:cubicBezTo>
                  <a:pt x="7392578" y="4358036"/>
                  <a:pt x="7391987" y="4358232"/>
                  <a:pt x="7391987" y="4358232"/>
                </a:cubicBezTo>
                <a:lnTo>
                  <a:pt x="7382923" y="4358232"/>
                </a:lnTo>
                <a:cubicBezTo>
                  <a:pt x="7382595" y="4358232"/>
                  <a:pt x="7382135" y="4357772"/>
                  <a:pt x="7382135" y="4357772"/>
                </a:cubicBezTo>
                <a:lnTo>
                  <a:pt x="7377602" y="4349891"/>
                </a:lnTo>
                <a:cubicBezTo>
                  <a:pt x="7377471" y="4349628"/>
                  <a:pt x="7377602" y="4349037"/>
                  <a:pt x="7377602" y="4349037"/>
                </a:cubicBezTo>
                <a:lnTo>
                  <a:pt x="7382135" y="4341156"/>
                </a:lnTo>
                <a:cubicBezTo>
                  <a:pt x="7382331" y="4340893"/>
                  <a:pt x="7382923" y="4340696"/>
                  <a:pt x="7382923" y="4340696"/>
                </a:cubicBezTo>
                <a:close/>
                <a:moveTo>
                  <a:pt x="7128477" y="4340696"/>
                </a:moveTo>
                <a:lnTo>
                  <a:pt x="7137540" y="4340696"/>
                </a:lnTo>
                <a:cubicBezTo>
                  <a:pt x="7137869" y="4340696"/>
                  <a:pt x="7138328" y="4341156"/>
                  <a:pt x="7138328" y="4341156"/>
                </a:cubicBezTo>
                <a:lnTo>
                  <a:pt x="7142860" y="4349037"/>
                </a:lnTo>
                <a:cubicBezTo>
                  <a:pt x="7142992" y="4349300"/>
                  <a:pt x="7142860" y="4349891"/>
                  <a:pt x="7142860" y="4349891"/>
                </a:cubicBezTo>
                <a:lnTo>
                  <a:pt x="7138328" y="4357772"/>
                </a:lnTo>
                <a:cubicBezTo>
                  <a:pt x="7138131" y="4358036"/>
                  <a:pt x="7137540" y="4358232"/>
                  <a:pt x="7137540" y="4358232"/>
                </a:cubicBezTo>
                <a:lnTo>
                  <a:pt x="7128477" y="4358232"/>
                </a:lnTo>
                <a:cubicBezTo>
                  <a:pt x="7128148" y="4358232"/>
                  <a:pt x="7127689" y="4357772"/>
                  <a:pt x="7127689" y="4357772"/>
                </a:cubicBezTo>
                <a:lnTo>
                  <a:pt x="7123156" y="4349891"/>
                </a:lnTo>
                <a:cubicBezTo>
                  <a:pt x="7123024" y="4349628"/>
                  <a:pt x="7123156" y="4349037"/>
                  <a:pt x="7123156" y="4349037"/>
                </a:cubicBezTo>
                <a:lnTo>
                  <a:pt x="7127689" y="4341156"/>
                </a:lnTo>
                <a:cubicBezTo>
                  <a:pt x="7127885" y="4340893"/>
                  <a:pt x="7128477" y="4340696"/>
                  <a:pt x="7128477" y="4340696"/>
                </a:cubicBezTo>
                <a:close/>
                <a:moveTo>
                  <a:pt x="6874095" y="4340696"/>
                </a:moveTo>
                <a:lnTo>
                  <a:pt x="6883159" y="4340696"/>
                </a:lnTo>
                <a:cubicBezTo>
                  <a:pt x="6883488" y="4340696"/>
                  <a:pt x="6883947" y="4341156"/>
                  <a:pt x="6883947" y="4341156"/>
                </a:cubicBezTo>
                <a:lnTo>
                  <a:pt x="6888480" y="4349037"/>
                </a:lnTo>
                <a:cubicBezTo>
                  <a:pt x="6888611" y="4349300"/>
                  <a:pt x="6888480" y="4349891"/>
                  <a:pt x="6888480" y="4349891"/>
                </a:cubicBezTo>
                <a:lnTo>
                  <a:pt x="6883947" y="4357772"/>
                </a:lnTo>
                <a:cubicBezTo>
                  <a:pt x="6883751" y="4358036"/>
                  <a:pt x="6883159" y="4358232"/>
                  <a:pt x="6883159" y="4358232"/>
                </a:cubicBezTo>
                <a:lnTo>
                  <a:pt x="6874095" y="4358232"/>
                </a:lnTo>
                <a:cubicBezTo>
                  <a:pt x="6873768" y="4358232"/>
                  <a:pt x="6873307" y="4357772"/>
                  <a:pt x="6873307" y="4357772"/>
                </a:cubicBezTo>
                <a:lnTo>
                  <a:pt x="6868775" y="4349891"/>
                </a:lnTo>
                <a:cubicBezTo>
                  <a:pt x="6868644" y="4349628"/>
                  <a:pt x="6868775" y="4349037"/>
                  <a:pt x="6868775" y="4349037"/>
                </a:cubicBezTo>
                <a:lnTo>
                  <a:pt x="6873307" y="4341156"/>
                </a:lnTo>
                <a:cubicBezTo>
                  <a:pt x="6873504" y="4340893"/>
                  <a:pt x="6874095" y="4340696"/>
                  <a:pt x="6874095" y="4340696"/>
                </a:cubicBezTo>
                <a:close/>
                <a:moveTo>
                  <a:pt x="6619714" y="4340696"/>
                </a:moveTo>
                <a:lnTo>
                  <a:pt x="6628778" y="4340696"/>
                </a:lnTo>
                <a:cubicBezTo>
                  <a:pt x="6629107" y="4340696"/>
                  <a:pt x="6629566" y="4341156"/>
                  <a:pt x="6629566" y="4341156"/>
                </a:cubicBezTo>
                <a:lnTo>
                  <a:pt x="6634099" y="4349037"/>
                </a:lnTo>
                <a:cubicBezTo>
                  <a:pt x="6634230" y="4349300"/>
                  <a:pt x="6634099" y="4349891"/>
                  <a:pt x="6634099" y="4349891"/>
                </a:cubicBezTo>
                <a:lnTo>
                  <a:pt x="6629566" y="4357772"/>
                </a:lnTo>
                <a:cubicBezTo>
                  <a:pt x="6629369" y="4358036"/>
                  <a:pt x="6628778" y="4358232"/>
                  <a:pt x="6628778" y="4358232"/>
                </a:cubicBezTo>
                <a:lnTo>
                  <a:pt x="6619714" y="4358232"/>
                </a:lnTo>
                <a:cubicBezTo>
                  <a:pt x="6619387" y="4358232"/>
                  <a:pt x="6618926" y="4357772"/>
                  <a:pt x="6618926" y="4357772"/>
                </a:cubicBezTo>
                <a:lnTo>
                  <a:pt x="6614394" y="4349891"/>
                </a:lnTo>
                <a:cubicBezTo>
                  <a:pt x="6614263" y="4349628"/>
                  <a:pt x="6614394" y="4349037"/>
                  <a:pt x="6614394" y="4349037"/>
                </a:cubicBezTo>
                <a:lnTo>
                  <a:pt x="6618926" y="4341156"/>
                </a:lnTo>
                <a:cubicBezTo>
                  <a:pt x="6619123" y="4340893"/>
                  <a:pt x="6619714" y="4340696"/>
                  <a:pt x="6619714" y="4340696"/>
                </a:cubicBezTo>
                <a:close/>
                <a:moveTo>
                  <a:pt x="6365334" y="4340696"/>
                </a:moveTo>
                <a:lnTo>
                  <a:pt x="6374397" y="4340696"/>
                </a:lnTo>
                <a:cubicBezTo>
                  <a:pt x="6374727" y="4340696"/>
                  <a:pt x="6375186" y="4341156"/>
                  <a:pt x="6375186" y="4341156"/>
                </a:cubicBezTo>
                <a:lnTo>
                  <a:pt x="6379718" y="4349037"/>
                </a:lnTo>
                <a:cubicBezTo>
                  <a:pt x="6379849" y="4349300"/>
                  <a:pt x="6379718" y="4349891"/>
                  <a:pt x="6379718" y="4349891"/>
                </a:cubicBezTo>
                <a:lnTo>
                  <a:pt x="6375186" y="4357772"/>
                </a:lnTo>
                <a:cubicBezTo>
                  <a:pt x="6374988" y="4358036"/>
                  <a:pt x="6374397" y="4358232"/>
                  <a:pt x="6374397" y="4358232"/>
                </a:cubicBezTo>
                <a:lnTo>
                  <a:pt x="6365334" y="4358232"/>
                </a:lnTo>
                <a:cubicBezTo>
                  <a:pt x="6365005" y="4358232"/>
                  <a:pt x="6364546" y="4357772"/>
                  <a:pt x="6364546" y="4357772"/>
                </a:cubicBezTo>
                <a:lnTo>
                  <a:pt x="6360014" y="4349891"/>
                </a:lnTo>
                <a:cubicBezTo>
                  <a:pt x="6359882" y="4349628"/>
                  <a:pt x="6360014" y="4349037"/>
                  <a:pt x="6360014" y="4349037"/>
                </a:cubicBezTo>
                <a:lnTo>
                  <a:pt x="6364546" y="4341156"/>
                </a:lnTo>
                <a:cubicBezTo>
                  <a:pt x="6364743" y="4340893"/>
                  <a:pt x="6365334" y="4340696"/>
                  <a:pt x="6365334" y="4340696"/>
                </a:cubicBezTo>
                <a:close/>
                <a:moveTo>
                  <a:pt x="6110888" y="4340696"/>
                </a:moveTo>
                <a:lnTo>
                  <a:pt x="6119953" y="4340696"/>
                </a:lnTo>
                <a:cubicBezTo>
                  <a:pt x="6120280" y="4340696"/>
                  <a:pt x="6120740" y="4341156"/>
                  <a:pt x="6120740" y="4341156"/>
                </a:cubicBezTo>
                <a:lnTo>
                  <a:pt x="6125272" y="4349037"/>
                </a:lnTo>
                <a:cubicBezTo>
                  <a:pt x="6125403" y="4349300"/>
                  <a:pt x="6125272" y="4349891"/>
                  <a:pt x="6125272" y="4349891"/>
                </a:cubicBezTo>
                <a:lnTo>
                  <a:pt x="6120740" y="4357772"/>
                </a:lnTo>
                <a:cubicBezTo>
                  <a:pt x="6120543" y="4358036"/>
                  <a:pt x="6119953" y="4358232"/>
                  <a:pt x="6119953" y="4358232"/>
                </a:cubicBezTo>
                <a:lnTo>
                  <a:pt x="6110888" y="4358232"/>
                </a:lnTo>
                <a:cubicBezTo>
                  <a:pt x="6110560" y="4358232"/>
                  <a:pt x="6110101" y="4357772"/>
                  <a:pt x="6110101" y="4357772"/>
                </a:cubicBezTo>
                <a:lnTo>
                  <a:pt x="6105567" y="4349891"/>
                </a:lnTo>
                <a:cubicBezTo>
                  <a:pt x="6105436" y="4349628"/>
                  <a:pt x="6105567" y="4349037"/>
                  <a:pt x="6105567" y="4349037"/>
                </a:cubicBezTo>
                <a:lnTo>
                  <a:pt x="6110101" y="4341156"/>
                </a:lnTo>
                <a:cubicBezTo>
                  <a:pt x="6110296" y="4340893"/>
                  <a:pt x="6110888" y="4340696"/>
                  <a:pt x="6110888" y="4340696"/>
                </a:cubicBezTo>
                <a:close/>
                <a:moveTo>
                  <a:pt x="5856508" y="4340696"/>
                </a:moveTo>
                <a:lnTo>
                  <a:pt x="5865571" y="4340696"/>
                </a:lnTo>
                <a:cubicBezTo>
                  <a:pt x="5865900" y="4340696"/>
                  <a:pt x="5866359" y="4341156"/>
                  <a:pt x="5866359" y="4341156"/>
                </a:cubicBezTo>
                <a:lnTo>
                  <a:pt x="5870891" y="4349037"/>
                </a:lnTo>
                <a:cubicBezTo>
                  <a:pt x="5871023" y="4349300"/>
                  <a:pt x="5870891" y="4349891"/>
                  <a:pt x="5870891" y="4349891"/>
                </a:cubicBezTo>
                <a:lnTo>
                  <a:pt x="5866359" y="4357772"/>
                </a:lnTo>
                <a:cubicBezTo>
                  <a:pt x="5866163" y="4358036"/>
                  <a:pt x="5865571" y="4358232"/>
                  <a:pt x="5865571" y="4358232"/>
                </a:cubicBezTo>
                <a:lnTo>
                  <a:pt x="5856508" y="4358232"/>
                </a:lnTo>
                <a:cubicBezTo>
                  <a:pt x="5856178" y="4358232"/>
                  <a:pt x="5855720" y="4357772"/>
                  <a:pt x="5855720" y="4357772"/>
                </a:cubicBezTo>
                <a:lnTo>
                  <a:pt x="5851187" y="4349891"/>
                </a:lnTo>
                <a:cubicBezTo>
                  <a:pt x="5851055" y="4349628"/>
                  <a:pt x="5851187" y="4349037"/>
                  <a:pt x="5851187" y="4349037"/>
                </a:cubicBezTo>
                <a:lnTo>
                  <a:pt x="5855720" y="4341156"/>
                </a:lnTo>
                <a:cubicBezTo>
                  <a:pt x="5855916" y="4340893"/>
                  <a:pt x="5856508" y="4340696"/>
                  <a:pt x="5856508" y="4340696"/>
                </a:cubicBezTo>
                <a:close/>
                <a:moveTo>
                  <a:pt x="5602126" y="4340696"/>
                </a:moveTo>
                <a:lnTo>
                  <a:pt x="5611191" y="4340696"/>
                </a:lnTo>
                <a:cubicBezTo>
                  <a:pt x="5611519" y="4340696"/>
                  <a:pt x="5611979" y="4341156"/>
                  <a:pt x="5611979" y="4341156"/>
                </a:cubicBezTo>
                <a:lnTo>
                  <a:pt x="5616511" y="4349037"/>
                </a:lnTo>
                <a:cubicBezTo>
                  <a:pt x="5616642" y="4349300"/>
                  <a:pt x="5616511" y="4349891"/>
                  <a:pt x="5616511" y="4349891"/>
                </a:cubicBezTo>
                <a:lnTo>
                  <a:pt x="5611979" y="4357772"/>
                </a:lnTo>
                <a:cubicBezTo>
                  <a:pt x="5611782" y="4358036"/>
                  <a:pt x="5611191" y="4358232"/>
                  <a:pt x="5611191" y="4358232"/>
                </a:cubicBezTo>
                <a:lnTo>
                  <a:pt x="5602126" y="4358232"/>
                </a:lnTo>
                <a:cubicBezTo>
                  <a:pt x="5601798" y="4358232"/>
                  <a:pt x="5601338" y="4357772"/>
                  <a:pt x="5601338" y="4357772"/>
                </a:cubicBezTo>
                <a:lnTo>
                  <a:pt x="5596807" y="4349891"/>
                </a:lnTo>
                <a:cubicBezTo>
                  <a:pt x="5596675" y="4349628"/>
                  <a:pt x="5596807" y="4349037"/>
                  <a:pt x="5596807" y="4349037"/>
                </a:cubicBezTo>
                <a:lnTo>
                  <a:pt x="5601338" y="4341156"/>
                </a:lnTo>
                <a:cubicBezTo>
                  <a:pt x="5601536" y="4340893"/>
                  <a:pt x="5602126" y="4340696"/>
                  <a:pt x="5602126" y="4340696"/>
                </a:cubicBezTo>
                <a:close/>
                <a:moveTo>
                  <a:pt x="5347746" y="4340696"/>
                </a:moveTo>
                <a:lnTo>
                  <a:pt x="5356810" y="4340696"/>
                </a:lnTo>
                <a:cubicBezTo>
                  <a:pt x="5357138" y="4340696"/>
                  <a:pt x="5357598" y="4341156"/>
                  <a:pt x="5357598" y="4341156"/>
                </a:cubicBezTo>
                <a:lnTo>
                  <a:pt x="5362130" y="4349037"/>
                </a:lnTo>
                <a:cubicBezTo>
                  <a:pt x="5362261" y="4349300"/>
                  <a:pt x="5362130" y="4349891"/>
                  <a:pt x="5362130" y="4349891"/>
                </a:cubicBezTo>
                <a:lnTo>
                  <a:pt x="5357598" y="4357772"/>
                </a:lnTo>
                <a:cubicBezTo>
                  <a:pt x="5357401" y="4358036"/>
                  <a:pt x="5356810" y="4358232"/>
                  <a:pt x="5356810" y="4358232"/>
                </a:cubicBezTo>
                <a:lnTo>
                  <a:pt x="5347746" y="4358232"/>
                </a:lnTo>
                <a:cubicBezTo>
                  <a:pt x="5347418" y="4358232"/>
                  <a:pt x="5346958" y="4357772"/>
                  <a:pt x="5346958" y="4357772"/>
                </a:cubicBezTo>
                <a:lnTo>
                  <a:pt x="5342425" y="4349891"/>
                </a:lnTo>
                <a:cubicBezTo>
                  <a:pt x="5342295" y="4349628"/>
                  <a:pt x="5342425" y="4349037"/>
                  <a:pt x="5342425" y="4349037"/>
                </a:cubicBezTo>
                <a:lnTo>
                  <a:pt x="5346958" y="4341156"/>
                </a:lnTo>
                <a:cubicBezTo>
                  <a:pt x="5347154" y="4340893"/>
                  <a:pt x="5347746" y="4340696"/>
                  <a:pt x="5347746" y="4340696"/>
                </a:cubicBezTo>
                <a:close/>
                <a:moveTo>
                  <a:pt x="5093300" y="4340696"/>
                </a:moveTo>
                <a:lnTo>
                  <a:pt x="5102364" y="4340696"/>
                </a:lnTo>
                <a:cubicBezTo>
                  <a:pt x="5102693" y="4340696"/>
                  <a:pt x="5103153" y="4341156"/>
                  <a:pt x="5103153" y="4341156"/>
                </a:cubicBezTo>
                <a:lnTo>
                  <a:pt x="5107684" y="4349037"/>
                </a:lnTo>
                <a:cubicBezTo>
                  <a:pt x="5107815" y="4349300"/>
                  <a:pt x="5107684" y="4349891"/>
                  <a:pt x="5107684" y="4349891"/>
                </a:cubicBezTo>
                <a:lnTo>
                  <a:pt x="5103153" y="4357772"/>
                </a:lnTo>
                <a:cubicBezTo>
                  <a:pt x="5102955" y="4358036"/>
                  <a:pt x="5102364" y="4358232"/>
                  <a:pt x="5102364" y="4358232"/>
                </a:cubicBezTo>
                <a:lnTo>
                  <a:pt x="5093300" y="4358232"/>
                </a:lnTo>
                <a:cubicBezTo>
                  <a:pt x="5092972" y="4358232"/>
                  <a:pt x="5092512" y="4357772"/>
                  <a:pt x="5092512" y="4357772"/>
                </a:cubicBezTo>
                <a:lnTo>
                  <a:pt x="5087979" y="4349891"/>
                </a:lnTo>
                <a:cubicBezTo>
                  <a:pt x="5087848" y="4349628"/>
                  <a:pt x="5087979" y="4349037"/>
                  <a:pt x="5087979" y="4349037"/>
                </a:cubicBezTo>
                <a:lnTo>
                  <a:pt x="5092512" y="4341156"/>
                </a:lnTo>
                <a:cubicBezTo>
                  <a:pt x="5092708" y="4340893"/>
                  <a:pt x="5093300" y="4340696"/>
                  <a:pt x="5093300" y="4340696"/>
                </a:cubicBezTo>
                <a:close/>
                <a:moveTo>
                  <a:pt x="4838919" y="4340696"/>
                </a:moveTo>
                <a:lnTo>
                  <a:pt x="4847982" y="4340696"/>
                </a:lnTo>
                <a:cubicBezTo>
                  <a:pt x="4848311" y="4340696"/>
                  <a:pt x="4848772" y="4341156"/>
                  <a:pt x="4848772" y="4341156"/>
                </a:cubicBezTo>
                <a:lnTo>
                  <a:pt x="4853303" y="4349037"/>
                </a:lnTo>
                <a:cubicBezTo>
                  <a:pt x="4853435" y="4349300"/>
                  <a:pt x="4853303" y="4349891"/>
                  <a:pt x="4853303" y="4349891"/>
                </a:cubicBezTo>
                <a:lnTo>
                  <a:pt x="4848772" y="4357772"/>
                </a:lnTo>
                <a:cubicBezTo>
                  <a:pt x="4848575" y="4358036"/>
                  <a:pt x="4847982" y="4358232"/>
                  <a:pt x="4847982" y="4358232"/>
                </a:cubicBezTo>
                <a:lnTo>
                  <a:pt x="4838919" y="4358232"/>
                </a:lnTo>
                <a:cubicBezTo>
                  <a:pt x="4838590" y="4358232"/>
                  <a:pt x="4838132" y="4357772"/>
                  <a:pt x="4838132" y="4357772"/>
                </a:cubicBezTo>
                <a:lnTo>
                  <a:pt x="4833598" y="4349891"/>
                </a:lnTo>
                <a:cubicBezTo>
                  <a:pt x="4833467" y="4349628"/>
                  <a:pt x="4833598" y="4349037"/>
                  <a:pt x="4833598" y="4349037"/>
                </a:cubicBezTo>
                <a:lnTo>
                  <a:pt x="4838132" y="4341156"/>
                </a:lnTo>
                <a:cubicBezTo>
                  <a:pt x="4838328" y="4340893"/>
                  <a:pt x="4838919" y="4340696"/>
                  <a:pt x="4838919" y="4340696"/>
                </a:cubicBezTo>
                <a:close/>
                <a:moveTo>
                  <a:pt x="4584538" y="4340696"/>
                </a:moveTo>
                <a:lnTo>
                  <a:pt x="4593603" y="4340696"/>
                </a:lnTo>
                <a:cubicBezTo>
                  <a:pt x="4593932" y="4340696"/>
                  <a:pt x="4594390" y="4341156"/>
                  <a:pt x="4594390" y="4341156"/>
                </a:cubicBezTo>
                <a:lnTo>
                  <a:pt x="4598922" y="4349037"/>
                </a:lnTo>
                <a:cubicBezTo>
                  <a:pt x="4599054" y="4349300"/>
                  <a:pt x="4598922" y="4349891"/>
                  <a:pt x="4598922" y="4349891"/>
                </a:cubicBezTo>
                <a:lnTo>
                  <a:pt x="4594390" y="4357772"/>
                </a:lnTo>
                <a:cubicBezTo>
                  <a:pt x="4594193" y="4358036"/>
                  <a:pt x="4593603" y="4358232"/>
                  <a:pt x="4593603" y="4358232"/>
                </a:cubicBezTo>
                <a:lnTo>
                  <a:pt x="4584538" y="4358232"/>
                </a:lnTo>
                <a:cubicBezTo>
                  <a:pt x="4584210" y="4358232"/>
                  <a:pt x="4583749" y="4357772"/>
                  <a:pt x="4583749" y="4357772"/>
                </a:cubicBezTo>
                <a:lnTo>
                  <a:pt x="4579218" y="4349891"/>
                </a:lnTo>
                <a:cubicBezTo>
                  <a:pt x="4579087" y="4349628"/>
                  <a:pt x="4579218" y="4349037"/>
                  <a:pt x="4579218" y="4349037"/>
                </a:cubicBezTo>
                <a:lnTo>
                  <a:pt x="4583749" y="4341156"/>
                </a:lnTo>
                <a:cubicBezTo>
                  <a:pt x="4583948" y="4340893"/>
                  <a:pt x="4584538" y="4340696"/>
                  <a:pt x="4584538" y="4340696"/>
                </a:cubicBezTo>
                <a:close/>
                <a:moveTo>
                  <a:pt x="4330157" y="4340696"/>
                </a:moveTo>
                <a:lnTo>
                  <a:pt x="4339222" y="4340696"/>
                </a:lnTo>
                <a:cubicBezTo>
                  <a:pt x="4339550" y="4340696"/>
                  <a:pt x="4340010" y="4341156"/>
                  <a:pt x="4340010" y="4341156"/>
                </a:cubicBezTo>
                <a:lnTo>
                  <a:pt x="4344540" y="4349037"/>
                </a:lnTo>
                <a:cubicBezTo>
                  <a:pt x="4344672" y="4349300"/>
                  <a:pt x="4344540" y="4349891"/>
                  <a:pt x="4344540" y="4349891"/>
                </a:cubicBezTo>
                <a:lnTo>
                  <a:pt x="4340010" y="4357772"/>
                </a:lnTo>
                <a:cubicBezTo>
                  <a:pt x="4339812" y="4358036"/>
                  <a:pt x="4339222" y="4358232"/>
                  <a:pt x="4339222" y="4358232"/>
                </a:cubicBezTo>
                <a:lnTo>
                  <a:pt x="4330157" y="4358232"/>
                </a:lnTo>
                <a:cubicBezTo>
                  <a:pt x="4329829" y="4358232"/>
                  <a:pt x="4329369" y="4357772"/>
                  <a:pt x="4329369" y="4357772"/>
                </a:cubicBezTo>
                <a:lnTo>
                  <a:pt x="4324836" y="4349891"/>
                </a:lnTo>
                <a:cubicBezTo>
                  <a:pt x="4324706" y="4349628"/>
                  <a:pt x="4324836" y="4349037"/>
                  <a:pt x="4324836" y="4349037"/>
                </a:cubicBezTo>
                <a:lnTo>
                  <a:pt x="4329369" y="4341156"/>
                </a:lnTo>
                <a:cubicBezTo>
                  <a:pt x="4329565" y="4340893"/>
                  <a:pt x="4330157" y="4340696"/>
                  <a:pt x="4330157" y="4340696"/>
                </a:cubicBezTo>
                <a:close/>
                <a:moveTo>
                  <a:pt x="4075847" y="4340696"/>
                </a:moveTo>
                <a:lnTo>
                  <a:pt x="4084912" y="4340696"/>
                </a:lnTo>
                <a:cubicBezTo>
                  <a:pt x="4085240" y="4340696"/>
                  <a:pt x="4085699" y="4341156"/>
                  <a:pt x="4085699" y="4341156"/>
                </a:cubicBezTo>
                <a:lnTo>
                  <a:pt x="4090232" y="4349037"/>
                </a:lnTo>
                <a:cubicBezTo>
                  <a:pt x="4090364" y="4349300"/>
                  <a:pt x="4090232" y="4349891"/>
                  <a:pt x="4090232" y="4349891"/>
                </a:cubicBezTo>
                <a:lnTo>
                  <a:pt x="4085699" y="4357772"/>
                </a:lnTo>
                <a:cubicBezTo>
                  <a:pt x="4085502" y="4358036"/>
                  <a:pt x="4084912" y="4358232"/>
                  <a:pt x="4084912" y="4358232"/>
                </a:cubicBezTo>
                <a:lnTo>
                  <a:pt x="4075847" y="4358232"/>
                </a:lnTo>
                <a:cubicBezTo>
                  <a:pt x="4075519" y="4358232"/>
                  <a:pt x="4075060" y="4357772"/>
                  <a:pt x="4075060" y="4357772"/>
                </a:cubicBezTo>
                <a:lnTo>
                  <a:pt x="4070526" y="4349891"/>
                </a:lnTo>
                <a:cubicBezTo>
                  <a:pt x="4070395" y="4349628"/>
                  <a:pt x="4070526" y="4349037"/>
                  <a:pt x="4070526" y="4349037"/>
                </a:cubicBezTo>
                <a:lnTo>
                  <a:pt x="4075060" y="4341156"/>
                </a:lnTo>
                <a:cubicBezTo>
                  <a:pt x="4075256" y="4340893"/>
                  <a:pt x="4075847" y="4340696"/>
                  <a:pt x="4075847" y="4340696"/>
                </a:cubicBezTo>
                <a:close/>
                <a:moveTo>
                  <a:pt x="3821622" y="4340696"/>
                </a:moveTo>
                <a:lnTo>
                  <a:pt x="3830689" y="4340696"/>
                </a:lnTo>
                <a:cubicBezTo>
                  <a:pt x="3831016" y="4340696"/>
                  <a:pt x="3831475" y="4341156"/>
                  <a:pt x="3831475" y="4341156"/>
                </a:cubicBezTo>
                <a:lnTo>
                  <a:pt x="3836008" y="4349037"/>
                </a:lnTo>
                <a:cubicBezTo>
                  <a:pt x="3836139" y="4349300"/>
                  <a:pt x="3836008" y="4349891"/>
                  <a:pt x="3836008" y="4349891"/>
                </a:cubicBezTo>
                <a:lnTo>
                  <a:pt x="3831475" y="4357772"/>
                </a:lnTo>
                <a:cubicBezTo>
                  <a:pt x="3831279" y="4358036"/>
                  <a:pt x="3830689" y="4358232"/>
                  <a:pt x="3830689" y="4358232"/>
                </a:cubicBezTo>
                <a:lnTo>
                  <a:pt x="3821622" y="4358232"/>
                </a:lnTo>
                <a:cubicBezTo>
                  <a:pt x="3821294" y="4358232"/>
                  <a:pt x="3820834" y="4357772"/>
                  <a:pt x="3820834" y="4357772"/>
                </a:cubicBezTo>
                <a:lnTo>
                  <a:pt x="3816300" y="4349891"/>
                </a:lnTo>
                <a:cubicBezTo>
                  <a:pt x="3816169" y="4349628"/>
                  <a:pt x="3816300" y="4349037"/>
                  <a:pt x="3816300" y="4349037"/>
                </a:cubicBezTo>
                <a:lnTo>
                  <a:pt x="3820834" y="4341156"/>
                </a:lnTo>
                <a:cubicBezTo>
                  <a:pt x="3821032" y="4340893"/>
                  <a:pt x="3821622" y="4340696"/>
                  <a:pt x="3821622" y="4340696"/>
                </a:cubicBezTo>
                <a:close/>
                <a:moveTo>
                  <a:pt x="3566979" y="4340696"/>
                </a:moveTo>
                <a:lnTo>
                  <a:pt x="3576043" y="4340696"/>
                </a:lnTo>
                <a:cubicBezTo>
                  <a:pt x="3576371" y="4340696"/>
                  <a:pt x="3576831" y="4341156"/>
                  <a:pt x="3576831" y="4341156"/>
                </a:cubicBezTo>
                <a:lnTo>
                  <a:pt x="3581362" y="4349037"/>
                </a:lnTo>
                <a:cubicBezTo>
                  <a:pt x="3581494" y="4349300"/>
                  <a:pt x="3581362" y="4349891"/>
                  <a:pt x="3581362" y="4349891"/>
                </a:cubicBezTo>
                <a:lnTo>
                  <a:pt x="3576831" y="4357772"/>
                </a:lnTo>
                <a:cubicBezTo>
                  <a:pt x="3576634" y="4358036"/>
                  <a:pt x="3576043" y="4358232"/>
                  <a:pt x="3576043" y="4358232"/>
                </a:cubicBezTo>
                <a:lnTo>
                  <a:pt x="3566979" y="4358232"/>
                </a:lnTo>
                <a:cubicBezTo>
                  <a:pt x="3566651" y="4358232"/>
                  <a:pt x="3566191" y="4357772"/>
                  <a:pt x="3566191" y="4357772"/>
                </a:cubicBezTo>
                <a:lnTo>
                  <a:pt x="3561658" y="4349891"/>
                </a:lnTo>
                <a:cubicBezTo>
                  <a:pt x="3561527" y="4349628"/>
                  <a:pt x="3561658" y="4349037"/>
                  <a:pt x="3561658" y="4349037"/>
                </a:cubicBezTo>
                <a:lnTo>
                  <a:pt x="3566191" y="4341156"/>
                </a:lnTo>
                <a:cubicBezTo>
                  <a:pt x="3566388" y="4340893"/>
                  <a:pt x="3566979" y="4340696"/>
                  <a:pt x="3566979" y="4340696"/>
                </a:cubicBezTo>
                <a:close/>
                <a:moveTo>
                  <a:pt x="3312773" y="4340696"/>
                </a:moveTo>
                <a:lnTo>
                  <a:pt x="3321836" y="4340696"/>
                </a:lnTo>
                <a:cubicBezTo>
                  <a:pt x="3322164" y="4340696"/>
                  <a:pt x="3322625" y="4341156"/>
                  <a:pt x="3322625" y="4341156"/>
                </a:cubicBezTo>
                <a:lnTo>
                  <a:pt x="3327157" y="4349037"/>
                </a:lnTo>
                <a:cubicBezTo>
                  <a:pt x="3327288" y="4349300"/>
                  <a:pt x="3327157" y="4349891"/>
                  <a:pt x="3327157" y="4349891"/>
                </a:cubicBezTo>
                <a:lnTo>
                  <a:pt x="3322625" y="4357772"/>
                </a:lnTo>
                <a:cubicBezTo>
                  <a:pt x="3322428" y="4358036"/>
                  <a:pt x="3321836" y="4358232"/>
                  <a:pt x="3321836" y="4358232"/>
                </a:cubicBezTo>
                <a:lnTo>
                  <a:pt x="3312773" y="4358232"/>
                </a:lnTo>
                <a:cubicBezTo>
                  <a:pt x="3312445" y="4358232"/>
                  <a:pt x="3311985" y="4357772"/>
                  <a:pt x="3311985" y="4357772"/>
                </a:cubicBezTo>
                <a:lnTo>
                  <a:pt x="3307451" y="4349891"/>
                </a:lnTo>
                <a:cubicBezTo>
                  <a:pt x="3307320" y="4349628"/>
                  <a:pt x="3307451" y="4349037"/>
                  <a:pt x="3307451" y="4349037"/>
                </a:cubicBezTo>
                <a:lnTo>
                  <a:pt x="3311985" y="4341156"/>
                </a:lnTo>
                <a:cubicBezTo>
                  <a:pt x="3312180" y="4340893"/>
                  <a:pt x="3312773" y="4340696"/>
                  <a:pt x="3312773" y="4340696"/>
                </a:cubicBezTo>
                <a:close/>
                <a:moveTo>
                  <a:pt x="3058290" y="4340696"/>
                </a:moveTo>
                <a:lnTo>
                  <a:pt x="3067355" y="4340696"/>
                </a:lnTo>
                <a:cubicBezTo>
                  <a:pt x="3067683" y="4340696"/>
                  <a:pt x="3068143" y="4341156"/>
                  <a:pt x="3068143" y="4341156"/>
                </a:cubicBezTo>
                <a:lnTo>
                  <a:pt x="3072676" y="4349037"/>
                </a:lnTo>
                <a:cubicBezTo>
                  <a:pt x="3072806" y="4349300"/>
                  <a:pt x="3072676" y="4349891"/>
                  <a:pt x="3072676" y="4349891"/>
                </a:cubicBezTo>
                <a:lnTo>
                  <a:pt x="3068143" y="4357772"/>
                </a:lnTo>
                <a:cubicBezTo>
                  <a:pt x="3067945" y="4358036"/>
                  <a:pt x="3067355" y="4358232"/>
                  <a:pt x="3067355" y="4358232"/>
                </a:cubicBezTo>
                <a:lnTo>
                  <a:pt x="3058290" y="4358232"/>
                </a:lnTo>
                <a:cubicBezTo>
                  <a:pt x="3057961" y="4358232"/>
                  <a:pt x="3057501" y="4357772"/>
                  <a:pt x="3057501" y="4357772"/>
                </a:cubicBezTo>
                <a:lnTo>
                  <a:pt x="3052970" y="4349891"/>
                </a:lnTo>
                <a:cubicBezTo>
                  <a:pt x="3052839" y="4349628"/>
                  <a:pt x="3052970" y="4349037"/>
                  <a:pt x="3052970" y="4349037"/>
                </a:cubicBezTo>
                <a:lnTo>
                  <a:pt x="3057501" y="4341156"/>
                </a:lnTo>
                <a:cubicBezTo>
                  <a:pt x="3057701" y="4340893"/>
                  <a:pt x="3058290" y="4340696"/>
                  <a:pt x="3058290" y="4340696"/>
                </a:cubicBezTo>
                <a:close/>
                <a:moveTo>
                  <a:pt x="2803829" y="4340696"/>
                </a:moveTo>
                <a:lnTo>
                  <a:pt x="2812894" y="4340696"/>
                </a:lnTo>
                <a:cubicBezTo>
                  <a:pt x="2813222" y="4340696"/>
                  <a:pt x="2813682" y="4341156"/>
                  <a:pt x="2813682" y="4341156"/>
                </a:cubicBezTo>
                <a:lnTo>
                  <a:pt x="2818213" y="4349037"/>
                </a:lnTo>
                <a:cubicBezTo>
                  <a:pt x="2818344" y="4349300"/>
                  <a:pt x="2818213" y="4349891"/>
                  <a:pt x="2818213" y="4349891"/>
                </a:cubicBezTo>
                <a:lnTo>
                  <a:pt x="2813682" y="4357772"/>
                </a:lnTo>
                <a:cubicBezTo>
                  <a:pt x="2813485" y="4358036"/>
                  <a:pt x="2812894" y="4358232"/>
                  <a:pt x="2812894" y="4358232"/>
                </a:cubicBezTo>
                <a:lnTo>
                  <a:pt x="2803829" y="4358232"/>
                </a:lnTo>
                <a:cubicBezTo>
                  <a:pt x="2803501" y="4358232"/>
                  <a:pt x="2803041" y="4357772"/>
                  <a:pt x="2803041" y="4357772"/>
                </a:cubicBezTo>
                <a:lnTo>
                  <a:pt x="2798509" y="4349891"/>
                </a:lnTo>
                <a:cubicBezTo>
                  <a:pt x="2798377" y="4349628"/>
                  <a:pt x="2798509" y="4349037"/>
                  <a:pt x="2798509" y="4349037"/>
                </a:cubicBezTo>
                <a:lnTo>
                  <a:pt x="2803041" y="4341156"/>
                </a:lnTo>
                <a:cubicBezTo>
                  <a:pt x="2803238" y="4340893"/>
                  <a:pt x="2803829" y="4340696"/>
                  <a:pt x="2803829" y="4340696"/>
                </a:cubicBezTo>
                <a:close/>
                <a:moveTo>
                  <a:pt x="2549448" y="4340696"/>
                </a:moveTo>
                <a:lnTo>
                  <a:pt x="2558512" y="4340696"/>
                </a:lnTo>
                <a:cubicBezTo>
                  <a:pt x="2558841" y="4340696"/>
                  <a:pt x="2559300" y="4341156"/>
                  <a:pt x="2559300" y="4341156"/>
                </a:cubicBezTo>
                <a:lnTo>
                  <a:pt x="2563833" y="4349037"/>
                </a:lnTo>
                <a:cubicBezTo>
                  <a:pt x="2563965" y="4349300"/>
                  <a:pt x="2563833" y="4349891"/>
                  <a:pt x="2563833" y="4349891"/>
                </a:cubicBezTo>
                <a:lnTo>
                  <a:pt x="2559300" y="4357772"/>
                </a:lnTo>
                <a:cubicBezTo>
                  <a:pt x="2559103" y="4358036"/>
                  <a:pt x="2558512" y="4358232"/>
                  <a:pt x="2558512" y="4358232"/>
                </a:cubicBezTo>
                <a:lnTo>
                  <a:pt x="2549448" y="4358232"/>
                </a:lnTo>
                <a:cubicBezTo>
                  <a:pt x="2549121" y="4358232"/>
                  <a:pt x="2548659" y="4357772"/>
                  <a:pt x="2548659" y="4357772"/>
                </a:cubicBezTo>
                <a:lnTo>
                  <a:pt x="2544127" y="4349891"/>
                </a:lnTo>
                <a:cubicBezTo>
                  <a:pt x="2543996" y="4349628"/>
                  <a:pt x="2544127" y="4349037"/>
                  <a:pt x="2544127" y="4349037"/>
                </a:cubicBezTo>
                <a:lnTo>
                  <a:pt x="2548659" y="4341156"/>
                </a:lnTo>
                <a:cubicBezTo>
                  <a:pt x="2548856" y="4340893"/>
                  <a:pt x="2549448" y="4340696"/>
                  <a:pt x="2549448" y="4340696"/>
                </a:cubicBezTo>
                <a:close/>
                <a:moveTo>
                  <a:pt x="2295044" y="4340696"/>
                </a:moveTo>
                <a:lnTo>
                  <a:pt x="2304108" y="4340696"/>
                </a:lnTo>
                <a:cubicBezTo>
                  <a:pt x="2304438" y="4340696"/>
                  <a:pt x="2304898" y="4341156"/>
                  <a:pt x="2304898" y="4341156"/>
                </a:cubicBezTo>
                <a:lnTo>
                  <a:pt x="2309429" y="4349037"/>
                </a:lnTo>
                <a:cubicBezTo>
                  <a:pt x="2309560" y="4349300"/>
                  <a:pt x="2309429" y="4349891"/>
                  <a:pt x="2309429" y="4349891"/>
                </a:cubicBezTo>
                <a:lnTo>
                  <a:pt x="2304898" y="4357772"/>
                </a:lnTo>
                <a:cubicBezTo>
                  <a:pt x="2304701" y="4358036"/>
                  <a:pt x="2304108" y="4358232"/>
                  <a:pt x="2304108" y="4358232"/>
                </a:cubicBezTo>
                <a:lnTo>
                  <a:pt x="2295044" y="4358232"/>
                </a:lnTo>
                <a:cubicBezTo>
                  <a:pt x="2294717" y="4358232"/>
                  <a:pt x="2294256" y="4357772"/>
                  <a:pt x="2294256" y="4357772"/>
                </a:cubicBezTo>
                <a:lnTo>
                  <a:pt x="2289724" y="4349891"/>
                </a:lnTo>
                <a:cubicBezTo>
                  <a:pt x="2289593" y="4349628"/>
                  <a:pt x="2289724" y="4349037"/>
                  <a:pt x="2289724" y="4349037"/>
                </a:cubicBezTo>
                <a:lnTo>
                  <a:pt x="2294256" y="4341156"/>
                </a:lnTo>
                <a:cubicBezTo>
                  <a:pt x="2294453" y="4340893"/>
                  <a:pt x="2295044" y="4340696"/>
                  <a:pt x="2295044" y="4340696"/>
                </a:cubicBezTo>
                <a:close/>
                <a:moveTo>
                  <a:pt x="2040630" y="4340696"/>
                </a:moveTo>
                <a:lnTo>
                  <a:pt x="2049694" y="4340696"/>
                </a:lnTo>
                <a:cubicBezTo>
                  <a:pt x="2050022" y="4340696"/>
                  <a:pt x="2050482" y="4341156"/>
                  <a:pt x="2050482" y="4341156"/>
                </a:cubicBezTo>
                <a:lnTo>
                  <a:pt x="2055014" y="4349037"/>
                </a:lnTo>
                <a:cubicBezTo>
                  <a:pt x="2055145" y="4349300"/>
                  <a:pt x="2055014" y="4349891"/>
                  <a:pt x="2055014" y="4349891"/>
                </a:cubicBezTo>
                <a:lnTo>
                  <a:pt x="2050482" y="4357772"/>
                </a:lnTo>
                <a:cubicBezTo>
                  <a:pt x="2050285" y="4358036"/>
                  <a:pt x="2049694" y="4358232"/>
                  <a:pt x="2049694" y="4358232"/>
                </a:cubicBezTo>
                <a:lnTo>
                  <a:pt x="2040630" y="4358232"/>
                </a:lnTo>
                <a:cubicBezTo>
                  <a:pt x="2040301" y="4358232"/>
                  <a:pt x="2039842" y="4357772"/>
                  <a:pt x="2039842" y="4357772"/>
                </a:cubicBezTo>
                <a:lnTo>
                  <a:pt x="2035309" y="4349891"/>
                </a:lnTo>
                <a:cubicBezTo>
                  <a:pt x="2035178" y="4349628"/>
                  <a:pt x="2035309" y="4349037"/>
                  <a:pt x="2035309" y="4349037"/>
                </a:cubicBezTo>
                <a:lnTo>
                  <a:pt x="2039842" y="4341156"/>
                </a:lnTo>
                <a:cubicBezTo>
                  <a:pt x="2040039" y="4340893"/>
                  <a:pt x="2040630" y="4340696"/>
                  <a:pt x="2040630" y="4340696"/>
                </a:cubicBezTo>
                <a:close/>
                <a:moveTo>
                  <a:pt x="1786207" y="4340696"/>
                </a:moveTo>
                <a:lnTo>
                  <a:pt x="1795272" y="4340696"/>
                </a:lnTo>
                <a:cubicBezTo>
                  <a:pt x="1795600" y="4340696"/>
                  <a:pt x="1796061" y="4341156"/>
                  <a:pt x="1796061" y="4341156"/>
                </a:cubicBezTo>
                <a:lnTo>
                  <a:pt x="1800593" y="4349037"/>
                </a:lnTo>
                <a:cubicBezTo>
                  <a:pt x="1800724" y="4349300"/>
                  <a:pt x="1800593" y="4349891"/>
                  <a:pt x="1800593" y="4349891"/>
                </a:cubicBezTo>
                <a:lnTo>
                  <a:pt x="1796061" y="4357772"/>
                </a:lnTo>
                <a:cubicBezTo>
                  <a:pt x="1795864" y="4358036"/>
                  <a:pt x="1795272" y="4358232"/>
                  <a:pt x="1795272" y="4358232"/>
                </a:cubicBezTo>
                <a:lnTo>
                  <a:pt x="1786207" y="4358232"/>
                </a:lnTo>
                <a:cubicBezTo>
                  <a:pt x="1785880" y="4358232"/>
                  <a:pt x="1785419" y="4357772"/>
                  <a:pt x="1785419" y="4357772"/>
                </a:cubicBezTo>
                <a:lnTo>
                  <a:pt x="1780888" y="4349891"/>
                </a:lnTo>
                <a:cubicBezTo>
                  <a:pt x="1780757" y="4349628"/>
                  <a:pt x="1780888" y="4349037"/>
                  <a:pt x="1780888" y="4349037"/>
                </a:cubicBezTo>
                <a:lnTo>
                  <a:pt x="1785419" y="4341156"/>
                </a:lnTo>
                <a:cubicBezTo>
                  <a:pt x="1785616" y="4340893"/>
                  <a:pt x="1786207" y="4340696"/>
                  <a:pt x="1786207" y="4340696"/>
                </a:cubicBezTo>
                <a:close/>
                <a:moveTo>
                  <a:pt x="1531944" y="4340696"/>
                </a:moveTo>
                <a:lnTo>
                  <a:pt x="1541009" y="4340696"/>
                </a:lnTo>
                <a:cubicBezTo>
                  <a:pt x="1541336" y="4340696"/>
                  <a:pt x="1541796" y="4341156"/>
                  <a:pt x="1541796" y="4341156"/>
                </a:cubicBezTo>
                <a:lnTo>
                  <a:pt x="1546330" y="4349037"/>
                </a:lnTo>
                <a:cubicBezTo>
                  <a:pt x="1546460" y="4349300"/>
                  <a:pt x="1546330" y="4349891"/>
                  <a:pt x="1546330" y="4349891"/>
                </a:cubicBezTo>
                <a:lnTo>
                  <a:pt x="1541796" y="4357772"/>
                </a:lnTo>
                <a:cubicBezTo>
                  <a:pt x="1541598" y="4358036"/>
                  <a:pt x="1541009" y="4358232"/>
                  <a:pt x="1541009" y="4358232"/>
                </a:cubicBezTo>
                <a:lnTo>
                  <a:pt x="1531944" y="4358232"/>
                </a:lnTo>
                <a:cubicBezTo>
                  <a:pt x="1531616" y="4358232"/>
                  <a:pt x="1531156" y="4357772"/>
                  <a:pt x="1531156" y="4357772"/>
                </a:cubicBezTo>
                <a:lnTo>
                  <a:pt x="1526623" y="4349891"/>
                </a:lnTo>
                <a:cubicBezTo>
                  <a:pt x="1526492" y="4349628"/>
                  <a:pt x="1526623" y="4349037"/>
                  <a:pt x="1526623" y="4349037"/>
                </a:cubicBezTo>
                <a:lnTo>
                  <a:pt x="1531156" y="4341156"/>
                </a:lnTo>
                <a:cubicBezTo>
                  <a:pt x="1531353" y="4340893"/>
                  <a:pt x="1531944" y="4340696"/>
                  <a:pt x="1531944" y="4340696"/>
                </a:cubicBezTo>
                <a:close/>
                <a:moveTo>
                  <a:pt x="1277461" y="4340696"/>
                </a:moveTo>
                <a:lnTo>
                  <a:pt x="1286526" y="4340696"/>
                </a:lnTo>
                <a:cubicBezTo>
                  <a:pt x="1286855" y="4340696"/>
                  <a:pt x="1287315" y="4341156"/>
                  <a:pt x="1287315" y="4341156"/>
                </a:cubicBezTo>
                <a:lnTo>
                  <a:pt x="1291847" y="4349037"/>
                </a:lnTo>
                <a:cubicBezTo>
                  <a:pt x="1291978" y="4349300"/>
                  <a:pt x="1291847" y="4349891"/>
                  <a:pt x="1291847" y="4349891"/>
                </a:cubicBezTo>
                <a:lnTo>
                  <a:pt x="1287315" y="4357772"/>
                </a:lnTo>
                <a:cubicBezTo>
                  <a:pt x="1287117" y="4358036"/>
                  <a:pt x="1286526" y="4358232"/>
                  <a:pt x="1286526" y="4358232"/>
                </a:cubicBezTo>
                <a:lnTo>
                  <a:pt x="1277461" y="4358232"/>
                </a:lnTo>
                <a:cubicBezTo>
                  <a:pt x="1277132" y="4358232"/>
                  <a:pt x="1276673" y="4357772"/>
                  <a:pt x="1276673" y="4357772"/>
                </a:cubicBezTo>
                <a:lnTo>
                  <a:pt x="1272141" y="4349891"/>
                </a:lnTo>
                <a:cubicBezTo>
                  <a:pt x="1272011" y="4349628"/>
                  <a:pt x="1272141" y="4349037"/>
                  <a:pt x="1272141" y="4349037"/>
                </a:cubicBezTo>
                <a:lnTo>
                  <a:pt x="1276673" y="4341156"/>
                </a:lnTo>
                <a:cubicBezTo>
                  <a:pt x="1276871" y="4340893"/>
                  <a:pt x="1277461" y="4340696"/>
                  <a:pt x="1277461" y="4340696"/>
                </a:cubicBezTo>
                <a:close/>
                <a:moveTo>
                  <a:pt x="1023172" y="4340696"/>
                </a:moveTo>
                <a:lnTo>
                  <a:pt x="1032236" y="4340696"/>
                </a:lnTo>
                <a:cubicBezTo>
                  <a:pt x="1032564" y="4340696"/>
                  <a:pt x="1033024" y="4341156"/>
                  <a:pt x="1033024" y="4341156"/>
                </a:cubicBezTo>
                <a:lnTo>
                  <a:pt x="1037555" y="4349037"/>
                </a:lnTo>
                <a:cubicBezTo>
                  <a:pt x="1037686" y="4349300"/>
                  <a:pt x="1037555" y="4349891"/>
                  <a:pt x="1037555" y="4349891"/>
                </a:cubicBezTo>
                <a:lnTo>
                  <a:pt x="1033024" y="4357772"/>
                </a:lnTo>
                <a:cubicBezTo>
                  <a:pt x="1032826" y="4358036"/>
                  <a:pt x="1032236" y="4358232"/>
                  <a:pt x="1032236" y="4358232"/>
                </a:cubicBezTo>
                <a:lnTo>
                  <a:pt x="1023172" y="4358232"/>
                </a:lnTo>
                <a:cubicBezTo>
                  <a:pt x="1022841" y="4358232"/>
                  <a:pt x="1022384" y="4357772"/>
                  <a:pt x="1022384" y="4357772"/>
                </a:cubicBezTo>
                <a:lnTo>
                  <a:pt x="1017848" y="4349891"/>
                </a:lnTo>
                <a:cubicBezTo>
                  <a:pt x="1017717" y="4349628"/>
                  <a:pt x="1017848" y="4349037"/>
                  <a:pt x="1017848" y="4349037"/>
                </a:cubicBezTo>
                <a:lnTo>
                  <a:pt x="1022384" y="4341156"/>
                </a:lnTo>
                <a:cubicBezTo>
                  <a:pt x="1022581" y="4340893"/>
                  <a:pt x="1023172" y="4340696"/>
                  <a:pt x="1023172" y="4340696"/>
                </a:cubicBezTo>
                <a:close/>
                <a:moveTo>
                  <a:pt x="768612" y="4340696"/>
                </a:moveTo>
                <a:lnTo>
                  <a:pt x="777675" y="4340696"/>
                </a:lnTo>
                <a:cubicBezTo>
                  <a:pt x="778004" y="4340696"/>
                  <a:pt x="778464" y="4341156"/>
                  <a:pt x="778464" y="4341156"/>
                </a:cubicBezTo>
                <a:lnTo>
                  <a:pt x="782995" y="4349037"/>
                </a:lnTo>
                <a:cubicBezTo>
                  <a:pt x="783127" y="4349300"/>
                  <a:pt x="782995" y="4349891"/>
                  <a:pt x="782995" y="4349891"/>
                </a:cubicBezTo>
                <a:lnTo>
                  <a:pt x="778464" y="4357772"/>
                </a:lnTo>
                <a:cubicBezTo>
                  <a:pt x="778267" y="4358036"/>
                  <a:pt x="777675" y="4358232"/>
                  <a:pt x="777675" y="4358232"/>
                </a:cubicBezTo>
                <a:lnTo>
                  <a:pt x="768612" y="4358232"/>
                </a:lnTo>
                <a:cubicBezTo>
                  <a:pt x="768284" y="4358232"/>
                  <a:pt x="767824" y="4357772"/>
                  <a:pt x="767824" y="4357772"/>
                </a:cubicBezTo>
                <a:lnTo>
                  <a:pt x="763291" y="4349891"/>
                </a:lnTo>
                <a:cubicBezTo>
                  <a:pt x="763160" y="4349628"/>
                  <a:pt x="763291" y="4349037"/>
                  <a:pt x="763291" y="4349037"/>
                </a:cubicBezTo>
                <a:lnTo>
                  <a:pt x="767824" y="4341156"/>
                </a:lnTo>
                <a:cubicBezTo>
                  <a:pt x="768021" y="4340893"/>
                  <a:pt x="768612" y="4340696"/>
                  <a:pt x="768612" y="4340696"/>
                </a:cubicBezTo>
                <a:close/>
                <a:moveTo>
                  <a:pt x="514311" y="4340696"/>
                </a:moveTo>
                <a:lnTo>
                  <a:pt x="523375" y="4340696"/>
                </a:lnTo>
                <a:cubicBezTo>
                  <a:pt x="523703" y="4340696"/>
                  <a:pt x="524163" y="4341156"/>
                  <a:pt x="524163" y="4341156"/>
                </a:cubicBezTo>
                <a:lnTo>
                  <a:pt x="528695" y="4349037"/>
                </a:lnTo>
                <a:cubicBezTo>
                  <a:pt x="528826" y="4349300"/>
                  <a:pt x="528695" y="4349891"/>
                  <a:pt x="528695" y="4349891"/>
                </a:cubicBezTo>
                <a:lnTo>
                  <a:pt x="524163" y="4357772"/>
                </a:lnTo>
                <a:cubicBezTo>
                  <a:pt x="523966" y="4358036"/>
                  <a:pt x="523375" y="4358232"/>
                  <a:pt x="523375" y="4358232"/>
                </a:cubicBezTo>
                <a:lnTo>
                  <a:pt x="514311" y="4358232"/>
                </a:lnTo>
                <a:cubicBezTo>
                  <a:pt x="513982" y="4358232"/>
                  <a:pt x="513523" y="4357772"/>
                  <a:pt x="513523" y="4357772"/>
                </a:cubicBezTo>
                <a:lnTo>
                  <a:pt x="508990" y="4349891"/>
                </a:lnTo>
                <a:cubicBezTo>
                  <a:pt x="508859" y="4349628"/>
                  <a:pt x="508990" y="4349037"/>
                  <a:pt x="508990" y="4349037"/>
                </a:cubicBezTo>
                <a:lnTo>
                  <a:pt x="513523" y="4341156"/>
                </a:lnTo>
                <a:cubicBezTo>
                  <a:pt x="513720" y="4340893"/>
                  <a:pt x="514311" y="4340696"/>
                  <a:pt x="514311" y="4340696"/>
                </a:cubicBezTo>
                <a:close/>
                <a:moveTo>
                  <a:pt x="259924" y="4340696"/>
                </a:moveTo>
                <a:lnTo>
                  <a:pt x="268988" y="4340696"/>
                </a:lnTo>
                <a:cubicBezTo>
                  <a:pt x="269316" y="4340696"/>
                  <a:pt x="269776" y="4341156"/>
                  <a:pt x="269776" y="4341156"/>
                </a:cubicBezTo>
                <a:lnTo>
                  <a:pt x="274307" y="4349037"/>
                </a:lnTo>
                <a:cubicBezTo>
                  <a:pt x="274439" y="4349300"/>
                  <a:pt x="274307" y="4349891"/>
                  <a:pt x="274307" y="4349891"/>
                </a:cubicBezTo>
                <a:lnTo>
                  <a:pt x="269776" y="4357772"/>
                </a:lnTo>
                <a:cubicBezTo>
                  <a:pt x="269579" y="4358036"/>
                  <a:pt x="268988" y="4358232"/>
                  <a:pt x="268988" y="4358232"/>
                </a:cubicBezTo>
                <a:lnTo>
                  <a:pt x="259924" y="4358232"/>
                </a:lnTo>
                <a:cubicBezTo>
                  <a:pt x="259594" y="4358232"/>
                  <a:pt x="259135" y="4357772"/>
                  <a:pt x="259135" y="4357772"/>
                </a:cubicBezTo>
                <a:lnTo>
                  <a:pt x="254603" y="4349891"/>
                </a:lnTo>
                <a:cubicBezTo>
                  <a:pt x="254471" y="4349628"/>
                  <a:pt x="254603" y="4349037"/>
                  <a:pt x="254603" y="4349037"/>
                </a:cubicBezTo>
                <a:lnTo>
                  <a:pt x="259135" y="4341156"/>
                </a:lnTo>
                <a:cubicBezTo>
                  <a:pt x="259332" y="4340893"/>
                  <a:pt x="259924" y="4340696"/>
                  <a:pt x="259924" y="4340696"/>
                </a:cubicBezTo>
                <a:close/>
                <a:moveTo>
                  <a:pt x="5532" y="4340696"/>
                </a:moveTo>
                <a:lnTo>
                  <a:pt x="14596" y="4340696"/>
                </a:lnTo>
                <a:cubicBezTo>
                  <a:pt x="14924" y="4340696"/>
                  <a:pt x="15384" y="4341156"/>
                  <a:pt x="15384" y="4341156"/>
                </a:cubicBezTo>
                <a:lnTo>
                  <a:pt x="19916" y="4349037"/>
                </a:lnTo>
                <a:cubicBezTo>
                  <a:pt x="20047" y="4349300"/>
                  <a:pt x="19916" y="4349891"/>
                  <a:pt x="19916" y="4349891"/>
                </a:cubicBezTo>
                <a:lnTo>
                  <a:pt x="15384" y="4357772"/>
                </a:lnTo>
                <a:cubicBezTo>
                  <a:pt x="15187" y="4358036"/>
                  <a:pt x="14596" y="4358232"/>
                  <a:pt x="14596" y="4358232"/>
                </a:cubicBezTo>
                <a:lnTo>
                  <a:pt x="5532" y="4358232"/>
                </a:lnTo>
                <a:cubicBezTo>
                  <a:pt x="5203" y="4358232"/>
                  <a:pt x="4743" y="4357772"/>
                  <a:pt x="4743" y="4357772"/>
                </a:cubicBezTo>
                <a:lnTo>
                  <a:pt x="211" y="4349891"/>
                </a:lnTo>
                <a:cubicBezTo>
                  <a:pt x="80" y="4349628"/>
                  <a:pt x="211" y="4349037"/>
                  <a:pt x="211" y="4349037"/>
                </a:cubicBezTo>
                <a:lnTo>
                  <a:pt x="4743" y="4341156"/>
                </a:lnTo>
                <a:cubicBezTo>
                  <a:pt x="4940" y="4340893"/>
                  <a:pt x="5532" y="4340696"/>
                  <a:pt x="5532" y="4340696"/>
                </a:cubicBezTo>
                <a:close/>
                <a:moveTo>
                  <a:pt x="10435622" y="4123622"/>
                </a:moveTo>
                <a:lnTo>
                  <a:pt x="10444686" y="4123622"/>
                </a:lnTo>
                <a:cubicBezTo>
                  <a:pt x="10445015" y="4123622"/>
                  <a:pt x="10445474" y="4124081"/>
                  <a:pt x="10445474" y="4124081"/>
                </a:cubicBezTo>
                <a:lnTo>
                  <a:pt x="10450007" y="4131963"/>
                </a:lnTo>
                <a:cubicBezTo>
                  <a:pt x="10450138" y="4132226"/>
                  <a:pt x="10450007" y="4132817"/>
                  <a:pt x="10450007" y="4132817"/>
                </a:cubicBezTo>
                <a:lnTo>
                  <a:pt x="10445474" y="4140698"/>
                </a:lnTo>
                <a:cubicBezTo>
                  <a:pt x="10445278" y="4140962"/>
                  <a:pt x="10444686" y="4141158"/>
                  <a:pt x="10444686" y="4141158"/>
                </a:cubicBezTo>
                <a:lnTo>
                  <a:pt x="10435622" y="4141158"/>
                </a:lnTo>
                <a:cubicBezTo>
                  <a:pt x="10435295" y="4141158"/>
                  <a:pt x="10434834" y="4140698"/>
                  <a:pt x="10434834" y="4140698"/>
                </a:cubicBezTo>
                <a:lnTo>
                  <a:pt x="10430302" y="4132817"/>
                </a:lnTo>
                <a:cubicBezTo>
                  <a:pt x="10430171" y="4132554"/>
                  <a:pt x="10430302" y="4131963"/>
                  <a:pt x="10430302" y="4131963"/>
                </a:cubicBezTo>
                <a:lnTo>
                  <a:pt x="10434834" y="4124081"/>
                </a:lnTo>
                <a:cubicBezTo>
                  <a:pt x="10435031" y="4123819"/>
                  <a:pt x="10435622" y="4123622"/>
                  <a:pt x="10435622" y="4123622"/>
                </a:cubicBezTo>
                <a:close/>
                <a:moveTo>
                  <a:pt x="10181242" y="4123622"/>
                </a:moveTo>
                <a:lnTo>
                  <a:pt x="10190305" y="4123622"/>
                </a:lnTo>
                <a:cubicBezTo>
                  <a:pt x="10190635" y="4123622"/>
                  <a:pt x="10191093" y="4124081"/>
                  <a:pt x="10191093" y="4124081"/>
                </a:cubicBezTo>
                <a:lnTo>
                  <a:pt x="10195626" y="4131963"/>
                </a:lnTo>
                <a:cubicBezTo>
                  <a:pt x="10195758" y="4132226"/>
                  <a:pt x="10195626" y="4132817"/>
                  <a:pt x="10195626" y="4132817"/>
                </a:cubicBezTo>
                <a:lnTo>
                  <a:pt x="10191093" y="4140698"/>
                </a:lnTo>
                <a:cubicBezTo>
                  <a:pt x="10190896" y="4140962"/>
                  <a:pt x="10190305" y="4141158"/>
                  <a:pt x="10190305" y="4141158"/>
                </a:cubicBezTo>
                <a:lnTo>
                  <a:pt x="10181242" y="4141158"/>
                </a:lnTo>
                <a:cubicBezTo>
                  <a:pt x="10180914" y="4141158"/>
                  <a:pt x="10180453" y="4140698"/>
                  <a:pt x="10180453" y="4140698"/>
                </a:cubicBezTo>
                <a:lnTo>
                  <a:pt x="10175922" y="4132817"/>
                </a:lnTo>
                <a:cubicBezTo>
                  <a:pt x="10175790" y="4132554"/>
                  <a:pt x="10175922" y="4131963"/>
                  <a:pt x="10175922" y="4131963"/>
                </a:cubicBezTo>
                <a:lnTo>
                  <a:pt x="10180453" y="4124081"/>
                </a:lnTo>
                <a:cubicBezTo>
                  <a:pt x="10180650" y="4123819"/>
                  <a:pt x="10181242" y="4123622"/>
                  <a:pt x="10181242" y="4123622"/>
                </a:cubicBezTo>
                <a:close/>
                <a:moveTo>
                  <a:pt x="9926861" y="4123622"/>
                </a:moveTo>
                <a:lnTo>
                  <a:pt x="9935924" y="4123622"/>
                </a:lnTo>
                <a:cubicBezTo>
                  <a:pt x="9936254" y="4123622"/>
                  <a:pt x="9936713" y="4124081"/>
                  <a:pt x="9936713" y="4124081"/>
                </a:cubicBezTo>
                <a:lnTo>
                  <a:pt x="9941246" y="4131963"/>
                </a:lnTo>
                <a:cubicBezTo>
                  <a:pt x="9941376" y="4132226"/>
                  <a:pt x="9941246" y="4132817"/>
                  <a:pt x="9941246" y="4132817"/>
                </a:cubicBezTo>
                <a:lnTo>
                  <a:pt x="9936713" y="4140698"/>
                </a:lnTo>
                <a:cubicBezTo>
                  <a:pt x="9936516" y="4140962"/>
                  <a:pt x="9935924" y="4141158"/>
                  <a:pt x="9935924" y="4141158"/>
                </a:cubicBezTo>
                <a:lnTo>
                  <a:pt x="9926861" y="4141158"/>
                </a:lnTo>
                <a:cubicBezTo>
                  <a:pt x="9926532" y="4141158"/>
                  <a:pt x="9926073" y="4140698"/>
                  <a:pt x="9926073" y="4140698"/>
                </a:cubicBezTo>
                <a:lnTo>
                  <a:pt x="9921541" y="4132817"/>
                </a:lnTo>
                <a:cubicBezTo>
                  <a:pt x="9921410" y="4132554"/>
                  <a:pt x="9921541" y="4131963"/>
                  <a:pt x="9921541" y="4131963"/>
                </a:cubicBezTo>
                <a:lnTo>
                  <a:pt x="9926073" y="4124081"/>
                </a:lnTo>
                <a:cubicBezTo>
                  <a:pt x="9926270" y="4123819"/>
                  <a:pt x="9926861" y="4123622"/>
                  <a:pt x="9926861" y="4123622"/>
                </a:cubicBezTo>
                <a:close/>
                <a:moveTo>
                  <a:pt x="9672481" y="4123622"/>
                </a:moveTo>
                <a:lnTo>
                  <a:pt x="9681545" y="4123622"/>
                </a:lnTo>
                <a:cubicBezTo>
                  <a:pt x="9681872" y="4123622"/>
                  <a:pt x="9682333" y="4124081"/>
                  <a:pt x="9682333" y="4124081"/>
                </a:cubicBezTo>
                <a:lnTo>
                  <a:pt x="9686865" y="4131963"/>
                </a:lnTo>
                <a:cubicBezTo>
                  <a:pt x="9686996" y="4132226"/>
                  <a:pt x="9686865" y="4132817"/>
                  <a:pt x="9686865" y="4132817"/>
                </a:cubicBezTo>
                <a:lnTo>
                  <a:pt x="9682333" y="4140698"/>
                </a:lnTo>
                <a:cubicBezTo>
                  <a:pt x="9682136" y="4140962"/>
                  <a:pt x="9681545" y="4141158"/>
                  <a:pt x="9681545" y="4141158"/>
                </a:cubicBezTo>
                <a:lnTo>
                  <a:pt x="9672481" y="4141158"/>
                </a:lnTo>
                <a:cubicBezTo>
                  <a:pt x="9672152" y="4141158"/>
                  <a:pt x="9671693" y="4140698"/>
                  <a:pt x="9671693" y="4140698"/>
                </a:cubicBezTo>
                <a:lnTo>
                  <a:pt x="9667160" y="4132817"/>
                </a:lnTo>
                <a:cubicBezTo>
                  <a:pt x="9667030" y="4132554"/>
                  <a:pt x="9667160" y="4131963"/>
                  <a:pt x="9667160" y="4131963"/>
                </a:cubicBezTo>
                <a:lnTo>
                  <a:pt x="9671693" y="4124081"/>
                </a:lnTo>
                <a:cubicBezTo>
                  <a:pt x="9671890" y="4123819"/>
                  <a:pt x="9672481" y="4123622"/>
                  <a:pt x="9672481" y="4123622"/>
                </a:cubicBezTo>
                <a:close/>
                <a:moveTo>
                  <a:pt x="9418035" y="4123622"/>
                </a:moveTo>
                <a:lnTo>
                  <a:pt x="9427099" y="4123622"/>
                </a:lnTo>
                <a:cubicBezTo>
                  <a:pt x="9427427" y="4123622"/>
                  <a:pt x="9427887" y="4124081"/>
                  <a:pt x="9427887" y="4124081"/>
                </a:cubicBezTo>
                <a:lnTo>
                  <a:pt x="9432419" y="4131963"/>
                </a:lnTo>
                <a:cubicBezTo>
                  <a:pt x="9432550" y="4132226"/>
                  <a:pt x="9432419" y="4132817"/>
                  <a:pt x="9432419" y="4132817"/>
                </a:cubicBezTo>
                <a:lnTo>
                  <a:pt x="9427887" y="4140698"/>
                </a:lnTo>
                <a:cubicBezTo>
                  <a:pt x="9427690" y="4140962"/>
                  <a:pt x="9427099" y="4141158"/>
                  <a:pt x="9427099" y="4141158"/>
                </a:cubicBezTo>
                <a:lnTo>
                  <a:pt x="9418035" y="4141158"/>
                </a:lnTo>
                <a:cubicBezTo>
                  <a:pt x="9417707" y="4141158"/>
                  <a:pt x="9417247" y="4140698"/>
                  <a:pt x="9417247" y="4140698"/>
                </a:cubicBezTo>
                <a:lnTo>
                  <a:pt x="9412714" y="4132817"/>
                </a:lnTo>
                <a:cubicBezTo>
                  <a:pt x="9412583" y="4132554"/>
                  <a:pt x="9412714" y="4131963"/>
                  <a:pt x="9412714" y="4131963"/>
                </a:cubicBezTo>
                <a:lnTo>
                  <a:pt x="9417247" y="4124081"/>
                </a:lnTo>
                <a:cubicBezTo>
                  <a:pt x="9417444" y="4123819"/>
                  <a:pt x="9418035" y="4123622"/>
                  <a:pt x="9418035" y="4123622"/>
                </a:cubicBezTo>
                <a:close/>
                <a:moveTo>
                  <a:pt x="9163654" y="4123622"/>
                </a:moveTo>
                <a:lnTo>
                  <a:pt x="9172718" y="4123622"/>
                </a:lnTo>
                <a:cubicBezTo>
                  <a:pt x="9173046" y="4123622"/>
                  <a:pt x="9173506" y="4124081"/>
                  <a:pt x="9173506" y="4124081"/>
                </a:cubicBezTo>
                <a:lnTo>
                  <a:pt x="9178038" y="4131963"/>
                </a:lnTo>
                <a:cubicBezTo>
                  <a:pt x="9178169" y="4132226"/>
                  <a:pt x="9178038" y="4132817"/>
                  <a:pt x="9178038" y="4132817"/>
                </a:cubicBezTo>
                <a:lnTo>
                  <a:pt x="9173506" y="4140698"/>
                </a:lnTo>
                <a:cubicBezTo>
                  <a:pt x="9173309" y="4140962"/>
                  <a:pt x="9172718" y="4141158"/>
                  <a:pt x="9172718" y="4141158"/>
                </a:cubicBezTo>
                <a:lnTo>
                  <a:pt x="9163654" y="4141158"/>
                </a:lnTo>
                <a:cubicBezTo>
                  <a:pt x="9163326" y="4141158"/>
                  <a:pt x="9162866" y="4140698"/>
                  <a:pt x="9162866" y="4140698"/>
                </a:cubicBezTo>
                <a:lnTo>
                  <a:pt x="9158333" y="4132817"/>
                </a:lnTo>
                <a:cubicBezTo>
                  <a:pt x="9158202" y="4132554"/>
                  <a:pt x="9158333" y="4131963"/>
                  <a:pt x="9158333" y="4131963"/>
                </a:cubicBezTo>
                <a:lnTo>
                  <a:pt x="9162866" y="4124081"/>
                </a:lnTo>
                <a:cubicBezTo>
                  <a:pt x="9163062" y="4123819"/>
                  <a:pt x="9163654" y="4123622"/>
                  <a:pt x="9163654" y="4123622"/>
                </a:cubicBezTo>
                <a:close/>
                <a:moveTo>
                  <a:pt x="8909274" y="4123622"/>
                </a:moveTo>
                <a:lnTo>
                  <a:pt x="8918336" y="4123622"/>
                </a:lnTo>
                <a:cubicBezTo>
                  <a:pt x="8918666" y="4123622"/>
                  <a:pt x="8919125" y="4124081"/>
                  <a:pt x="8919125" y="4124081"/>
                </a:cubicBezTo>
                <a:lnTo>
                  <a:pt x="8923657" y="4131963"/>
                </a:lnTo>
                <a:cubicBezTo>
                  <a:pt x="8923789" y="4132226"/>
                  <a:pt x="8923657" y="4132817"/>
                  <a:pt x="8923657" y="4132817"/>
                </a:cubicBezTo>
                <a:lnTo>
                  <a:pt x="8919125" y="4140698"/>
                </a:lnTo>
                <a:cubicBezTo>
                  <a:pt x="8918928" y="4140962"/>
                  <a:pt x="8918336" y="4141158"/>
                  <a:pt x="8918336" y="4141158"/>
                </a:cubicBezTo>
                <a:lnTo>
                  <a:pt x="8909274" y="4141158"/>
                </a:lnTo>
                <a:cubicBezTo>
                  <a:pt x="8908945" y="4141158"/>
                  <a:pt x="8908484" y="4140698"/>
                  <a:pt x="8908484" y="4140698"/>
                </a:cubicBezTo>
                <a:lnTo>
                  <a:pt x="8903953" y="4132817"/>
                </a:lnTo>
                <a:cubicBezTo>
                  <a:pt x="8903821" y="4132554"/>
                  <a:pt x="8903953" y="4131963"/>
                  <a:pt x="8903953" y="4131963"/>
                </a:cubicBezTo>
                <a:lnTo>
                  <a:pt x="8908484" y="4124081"/>
                </a:lnTo>
                <a:cubicBezTo>
                  <a:pt x="8908681" y="4123819"/>
                  <a:pt x="8909274" y="4123622"/>
                  <a:pt x="8909274" y="4123622"/>
                </a:cubicBezTo>
                <a:close/>
                <a:moveTo>
                  <a:pt x="8654892" y="4123622"/>
                </a:moveTo>
                <a:lnTo>
                  <a:pt x="8663955" y="4123622"/>
                </a:lnTo>
                <a:cubicBezTo>
                  <a:pt x="8664285" y="4123622"/>
                  <a:pt x="8664744" y="4124081"/>
                  <a:pt x="8664744" y="4124081"/>
                </a:cubicBezTo>
                <a:lnTo>
                  <a:pt x="8669277" y="4131963"/>
                </a:lnTo>
                <a:cubicBezTo>
                  <a:pt x="8669408" y="4132226"/>
                  <a:pt x="8669277" y="4132817"/>
                  <a:pt x="8669277" y="4132817"/>
                </a:cubicBezTo>
                <a:lnTo>
                  <a:pt x="8664744" y="4140698"/>
                </a:lnTo>
                <a:cubicBezTo>
                  <a:pt x="8664548" y="4140962"/>
                  <a:pt x="8663955" y="4141158"/>
                  <a:pt x="8663955" y="4141158"/>
                </a:cubicBezTo>
                <a:lnTo>
                  <a:pt x="8654892" y="4141158"/>
                </a:lnTo>
                <a:cubicBezTo>
                  <a:pt x="8654565" y="4141158"/>
                  <a:pt x="8654104" y="4140698"/>
                  <a:pt x="8654104" y="4140698"/>
                </a:cubicBezTo>
                <a:lnTo>
                  <a:pt x="8649572" y="4132817"/>
                </a:lnTo>
                <a:cubicBezTo>
                  <a:pt x="8649441" y="4132554"/>
                  <a:pt x="8649572" y="4131963"/>
                  <a:pt x="8649572" y="4131963"/>
                </a:cubicBezTo>
                <a:lnTo>
                  <a:pt x="8654104" y="4124081"/>
                </a:lnTo>
                <a:cubicBezTo>
                  <a:pt x="8654301" y="4123819"/>
                  <a:pt x="8654892" y="4123622"/>
                  <a:pt x="8654892" y="4123622"/>
                </a:cubicBezTo>
                <a:close/>
                <a:moveTo>
                  <a:pt x="8400511" y="4123622"/>
                </a:moveTo>
                <a:lnTo>
                  <a:pt x="8409575" y="4123622"/>
                </a:lnTo>
                <a:cubicBezTo>
                  <a:pt x="8409904" y="4123622"/>
                  <a:pt x="8410363" y="4124081"/>
                  <a:pt x="8410363" y="4124081"/>
                </a:cubicBezTo>
                <a:lnTo>
                  <a:pt x="8414896" y="4131963"/>
                </a:lnTo>
                <a:cubicBezTo>
                  <a:pt x="8415027" y="4132226"/>
                  <a:pt x="8414896" y="4132817"/>
                  <a:pt x="8414896" y="4132817"/>
                </a:cubicBezTo>
                <a:lnTo>
                  <a:pt x="8410363" y="4140698"/>
                </a:lnTo>
                <a:cubicBezTo>
                  <a:pt x="8410166" y="4140962"/>
                  <a:pt x="8409575" y="4141158"/>
                  <a:pt x="8409575" y="4141158"/>
                </a:cubicBezTo>
                <a:lnTo>
                  <a:pt x="8400511" y="4141158"/>
                </a:lnTo>
                <a:cubicBezTo>
                  <a:pt x="8400184" y="4141158"/>
                  <a:pt x="8399723" y="4140698"/>
                  <a:pt x="8399723" y="4140698"/>
                </a:cubicBezTo>
                <a:lnTo>
                  <a:pt x="8395191" y="4132817"/>
                </a:lnTo>
                <a:cubicBezTo>
                  <a:pt x="8395060" y="4132554"/>
                  <a:pt x="8395191" y="4131963"/>
                  <a:pt x="8395191" y="4131963"/>
                </a:cubicBezTo>
                <a:lnTo>
                  <a:pt x="8399723" y="4124081"/>
                </a:lnTo>
                <a:cubicBezTo>
                  <a:pt x="8399920" y="4123819"/>
                  <a:pt x="8400511" y="4123622"/>
                  <a:pt x="8400511" y="4123622"/>
                </a:cubicBezTo>
                <a:close/>
                <a:moveTo>
                  <a:pt x="8146065" y="4123622"/>
                </a:moveTo>
                <a:lnTo>
                  <a:pt x="8155129" y="4123622"/>
                </a:lnTo>
                <a:cubicBezTo>
                  <a:pt x="8155458" y="4123622"/>
                  <a:pt x="8155917" y="4124081"/>
                  <a:pt x="8155917" y="4124081"/>
                </a:cubicBezTo>
                <a:lnTo>
                  <a:pt x="8160449" y="4131963"/>
                </a:lnTo>
                <a:cubicBezTo>
                  <a:pt x="8160580" y="4132226"/>
                  <a:pt x="8160449" y="4132817"/>
                  <a:pt x="8160449" y="4132817"/>
                </a:cubicBezTo>
                <a:lnTo>
                  <a:pt x="8155917" y="4140698"/>
                </a:lnTo>
                <a:cubicBezTo>
                  <a:pt x="8155719" y="4140962"/>
                  <a:pt x="8155129" y="4141158"/>
                  <a:pt x="8155129" y="4141158"/>
                </a:cubicBezTo>
                <a:lnTo>
                  <a:pt x="8146065" y="4141158"/>
                </a:lnTo>
                <a:cubicBezTo>
                  <a:pt x="8145737" y="4141158"/>
                  <a:pt x="8145277" y="4140698"/>
                  <a:pt x="8145277" y="4140698"/>
                </a:cubicBezTo>
                <a:lnTo>
                  <a:pt x="8140745" y="4132817"/>
                </a:lnTo>
                <a:cubicBezTo>
                  <a:pt x="8140613" y="4132554"/>
                  <a:pt x="8140745" y="4131963"/>
                  <a:pt x="8140745" y="4131963"/>
                </a:cubicBezTo>
                <a:lnTo>
                  <a:pt x="8145277" y="4124081"/>
                </a:lnTo>
                <a:cubicBezTo>
                  <a:pt x="8145474" y="4123819"/>
                  <a:pt x="8146065" y="4123622"/>
                  <a:pt x="8146065" y="4123622"/>
                </a:cubicBezTo>
                <a:close/>
                <a:moveTo>
                  <a:pt x="7891684" y="4123622"/>
                </a:moveTo>
                <a:lnTo>
                  <a:pt x="7900748" y="4123622"/>
                </a:lnTo>
                <a:cubicBezTo>
                  <a:pt x="7901076" y="4123622"/>
                  <a:pt x="7901536" y="4124081"/>
                  <a:pt x="7901536" y="4124081"/>
                </a:cubicBezTo>
                <a:lnTo>
                  <a:pt x="7906067" y="4131963"/>
                </a:lnTo>
                <a:cubicBezTo>
                  <a:pt x="7906199" y="4132226"/>
                  <a:pt x="7906067" y="4132817"/>
                  <a:pt x="7906067" y="4132817"/>
                </a:cubicBezTo>
                <a:lnTo>
                  <a:pt x="7901536" y="4140698"/>
                </a:lnTo>
                <a:cubicBezTo>
                  <a:pt x="7901339" y="4140962"/>
                  <a:pt x="7900748" y="4141158"/>
                  <a:pt x="7900748" y="4141158"/>
                </a:cubicBezTo>
                <a:lnTo>
                  <a:pt x="7891684" y="4141158"/>
                </a:lnTo>
                <a:cubicBezTo>
                  <a:pt x="7891355" y="4141158"/>
                  <a:pt x="7890896" y="4140698"/>
                  <a:pt x="7890896" y="4140698"/>
                </a:cubicBezTo>
                <a:lnTo>
                  <a:pt x="7886363" y="4132817"/>
                </a:lnTo>
                <a:cubicBezTo>
                  <a:pt x="7886233" y="4132554"/>
                  <a:pt x="7886363" y="4131963"/>
                  <a:pt x="7886363" y="4131963"/>
                </a:cubicBezTo>
                <a:lnTo>
                  <a:pt x="7890896" y="4124081"/>
                </a:lnTo>
                <a:cubicBezTo>
                  <a:pt x="7891093" y="4123819"/>
                  <a:pt x="7891684" y="4123622"/>
                  <a:pt x="7891684" y="4123622"/>
                </a:cubicBezTo>
                <a:close/>
                <a:moveTo>
                  <a:pt x="7637304" y="4123622"/>
                </a:moveTo>
                <a:lnTo>
                  <a:pt x="7646367" y="4123622"/>
                </a:lnTo>
                <a:cubicBezTo>
                  <a:pt x="7646696" y="4123622"/>
                  <a:pt x="7647156" y="4124081"/>
                  <a:pt x="7647156" y="4124081"/>
                </a:cubicBezTo>
                <a:lnTo>
                  <a:pt x="7651687" y="4131963"/>
                </a:lnTo>
                <a:cubicBezTo>
                  <a:pt x="7651819" y="4132226"/>
                  <a:pt x="7651687" y="4132817"/>
                  <a:pt x="7651687" y="4132817"/>
                </a:cubicBezTo>
                <a:lnTo>
                  <a:pt x="7647156" y="4140698"/>
                </a:lnTo>
                <a:cubicBezTo>
                  <a:pt x="7646958" y="4140962"/>
                  <a:pt x="7646367" y="4141158"/>
                  <a:pt x="7646367" y="4141158"/>
                </a:cubicBezTo>
                <a:lnTo>
                  <a:pt x="7637304" y="4141158"/>
                </a:lnTo>
                <a:cubicBezTo>
                  <a:pt x="7636975" y="4141158"/>
                  <a:pt x="7636516" y="4140698"/>
                  <a:pt x="7636516" y="4140698"/>
                </a:cubicBezTo>
                <a:lnTo>
                  <a:pt x="7631983" y="4132817"/>
                </a:lnTo>
                <a:cubicBezTo>
                  <a:pt x="7631851" y="4132554"/>
                  <a:pt x="7631983" y="4131963"/>
                  <a:pt x="7631983" y="4131963"/>
                </a:cubicBezTo>
                <a:lnTo>
                  <a:pt x="7636516" y="4124081"/>
                </a:lnTo>
                <a:cubicBezTo>
                  <a:pt x="7636713" y="4123819"/>
                  <a:pt x="7637304" y="4123622"/>
                  <a:pt x="7637304" y="4123622"/>
                </a:cubicBezTo>
                <a:close/>
                <a:moveTo>
                  <a:pt x="7382923" y="4123622"/>
                </a:moveTo>
                <a:lnTo>
                  <a:pt x="7391987" y="4123622"/>
                </a:lnTo>
                <a:cubicBezTo>
                  <a:pt x="7392315" y="4123622"/>
                  <a:pt x="7392775" y="4124081"/>
                  <a:pt x="7392775" y="4124081"/>
                </a:cubicBezTo>
                <a:lnTo>
                  <a:pt x="7397307" y="4131963"/>
                </a:lnTo>
                <a:cubicBezTo>
                  <a:pt x="7397438" y="4132226"/>
                  <a:pt x="7397307" y="4132817"/>
                  <a:pt x="7397307" y="4132817"/>
                </a:cubicBezTo>
                <a:lnTo>
                  <a:pt x="7392775" y="4140698"/>
                </a:lnTo>
                <a:cubicBezTo>
                  <a:pt x="7392578" y="4140962"/>
                  <a:pt x="7391987" y="4141158"/>
                  <a:pt x="7391987" y="4141158"/>
                </a:cubicBezTo>
                <a:lnTo>
                  <a:pt x="7382923" y="4141158"/>
                </a:lnTo>
                <a:cubicBezTo>
                  <a:pt x="7382595" y="4141158"/>
                  <a:pt x="7382135" y="4140698"/>
                  <a:pt x="7382135" y="4140698"/>
                </a:cubicBezTo>
                <a:lnTo>
                  <a:pt x="7377602" y="4132817"/>
                </a:lnTo>
                <a:cubicBezTo>
                  <a:pt x="7377471" y="4132554"/>
                  <a:pt x="7377602" y="4131963"/>
                  <a:pt x="7377602" y="4131963"/>
                </a:cubicBezTo>
                <a:lnTo>
                  <a:pt x="7382135" y="4124081"/>
                </a:lnTo>
                <a:cubicBezTo>
                  <a:pt x="7382331" y="4123819"/>
                  <a:pt x="7382923" y="4123622"/>
                  <a:pt x="7382923" y="4123622"/>
                </a:cubicBezTo>
                <a:close/>
                <a:moveTo>
                  <a:pt x="7128477" y="4123622"/>
                </a:moveTo>
                <a:lnTo>
                  <a:pt x="7137540" y="4123622"/>
                </a:lnTo>
                <a:cubicBezTo>
                  <a:pt x="7137869" y="4123622"/>
                  <a:pt x="7138328" y="4124081"/>
                  <a:pt x="7138328" y="4124081"/>
                </a:cubicBezTo>
                <a:lnTo>
                  <a:pt x="7142860" y="4131963"/>
                </a:lnTo>
                <a:cubicBezTo>
                  <a:pt x="7142992" y="4132226"/>
                  <a:pt x="7142860" y="4132817"/>
                  <a:pt x="7142860" y="4132817"/>
                </a:cubicBezTo>
                <a:lnTo>
                  <a:pt x="7138328" y="4140698"/>
                </a:lnTo>
                <a:cubicBezTo>
                  <a:pt x="7138131" y="4140962"/>
                  <a:pt x="7137540" y="4141158"/>
                  <a:pt x="7137540" y="4141158"/>
                </a:cubicBezTo>
                <a:lnTo>
                  <a:pt x="7128477" y="4141158"/>
                </a:lnTo>
                <a:cubicBezTo>
                  <a:pt x="7128148" y="4141158"/>
                  <a:pt x="7127689" y="4140698"/>
                  <a:pt x="7127689" y="4140698"/>
                </a:cubicBezTo>
                <a:lnTo>
                  <a:pt x="7123156" y="4132817"/>
                </a:lnTo>
                <a:cubicBezTo>
                  <a:pt x="7123024" y="4132554"/>
                  <a:pt x="7123156" y="4131963"/>
                  <a:pt x="7123156" y="4131963"/>
                </a:cubicBezTo>
                <a:lnTo>
                  <a:pt x="7127689" y="4124081"/>
                </a:lnTo>
                <a:cubicBezTo>
                  <a:pt x="7127885" y="4123819"/>
                  <a:pt x="7128477" y="4123622"/>
                  <a:pt x="7128477" y="4123622"/>
                </a:cubicBezTo>
                <a:close/>
                <a:moveTo>
                  <a:pt x="6874095" y="4123622"/>
                </a:moveTo>
                <a:lnTo>
                  <a:pt x="6883159" y="4123622"/>
                </a:lnTo>
                <a:cubicBezTo>
                  <a:pt x="6883488" y="4123622"/>
                  <a:pt x="6883947" y="4124081"/>
                  <a:pt x="6883947" y="4124081"/>
                </a:cubicBezTo>
                <a:lnTo>
                  <a:pt x="6888480" y="4131963"/>
                </a:lnTo>
                <a:cubicBezTo>
                  <a:pt x="6888611" y="4132226"/>
                  <a:pt x="6888480" y="4132817"/>
                  <a:pt x="6888480" y="4132817"/>
                </a:cubicBezTo>
                <a:lnTo>
                  <a:pt x="6883947" y="4140698"/>
                </a:lnTo>
                <a:cubicBezTo>
                  <a:pt x="6883751" y="4140962"/>
                  <a:pt x="6883159" y="4141158"/>
                  <a:pt x="6883159" y="4141158"/>
                </a:cubicBezTo>
                <a:lnTo>
                  <a:pt x="6874095" y="4141158"/>
                </a:lnTo>
                <a:cubicBezTo>
                  <a:pt x="6873768" y="4141158"/>
                  <a:pt x="6873307" y="4140698"/>
                  <a:pt x="6873307" y="4140698"/>
                </a:cubicBezTo>
                <a:lnTo>
                  <a:pt x="6868775" y="4132817"/>
                </a:lnTo>
                <a:cubicBezTo>
                  <a:pt x="6868644" y="4132554"/>
                  <a:pt x="6868775" y="4131963"/>
                  <a:pt x="6868775" y="4131963"/>
                </a:cubicBezTo>
                <a:lnTo>
                  <a:pt x="6873307" y="4124081"/>
                </a:lnTo>
                <a:cubicBezTo>
                  <a:pt x="6873504" y="4123819"/>
                  <a:pt x="6874095" y="4123622"/>
                  <a:pt x="6874095" y="4123622"/>
                </a:cubicBezTo>
                <a:close/>
                <a:moveTo>
                  <a:pt x="6619714" y="4123622"/>
                </a:moveTo>
                <a:lnTo>
                  <a:pt x="6628778" y="4123622"/>
                </a:lnTo>
                <a:cubicBezTo>
                  <a:pt x="6629107" y="4123622"/>
                  <a:pt x="6629566" y="4124081"/>
                  <a:pt x="6629566" y="4124081"/>
                </a:cubicBezTo>
                <a:lnTo>
                  <a:pt x="6634099" y="4131963"/>
                </a:lnTo>
                <a:cubicBezTo>
                  <a:pt x="6634230" y="4132226"/>
                  <a:pt x="6634099" y="4132817"/>
                  <a:pt x="6634099" y="4132817"/>
                </a:cubicBezTo>
                <a:lnTo>
                  <a:pt x="6629566" y="4140698"/>
                </a:lnTo>
                <a:cubicBezTo>
                  <a:pt x="6629369" y="4140962"/>
                  <a:pt x="6628778" y="4141158"/>
                  <a:pt x="6628778" y="4141158"/>
                </a:cubicBezTo>
                <a:lnTo>
                  <a:pt x="6619714" y="4141158"/>
                </a:lnTo>
                <a:cubicBezTo>
                  <a:pt x="6619387" y="4141158"/>
                  <a:pt x="6618926" y="4140698"/>
                  <a:pt x="6618926" y="4140698"/>
                </a:cubicBezTo>
                <a:lnTo>
                  <a:pt x="6614394" y="4132817"/>
                </a:lnTo>
                <a:cubicBezTo>
                  <a:pt x="6614263" y="4132554"/>
                  <a:pt x="6614394" y="4131963"/>
                  <a:pt x="6614394" y="4131963"/>
                </a:cubicBezTo>
                <a:lnTo>
                  <a:pt x="6618926" y="4124081"/>
                </a:lnTo>
                <a:cubicBezTo>
                  <a:pt x="6619123" y="4123819"/>
                  <a:pt x="6619714" y="4123622"/>
                  <a:pt x="6619714" y="4123622"/>
                </a:cubicBezTo>
                <a:close/>
                <a:moveTo>
                  <a:pt x="6365334" y="4123622"/>
                </a:moveTo>
                <a:lnTo>
                  <a:pt x="6374397" y="4123622"/>
                </a:lnTo>
                <a:cubicBezTo>
                  <a:pt x="6374727" y="4123622"/>
                  <a:pt x="6375186" y="4124081"/>
                  <a:pt x="6375186" y="4124081"/>
                </a:cubicBezTo>
                <a:lnTo>
                  <a:pt x="6379718" y="4131963"/>
                </a:lnTo>
                <a:cubicBezTo>
                  <a:pt x="6379849" y="4132226"/>
                  <a:pt x="6379718" y="4132817"/>
                  <a:pt x="6379718" y="4132817"/>
                </a:cubicBezTo>
                <a:lnTo>
                  <a:pt x="6375186" y="4140698"/>
                </a:lnTo>
                <a:cubicBezTo>
                  <a:pt x="6374988" y="4140962"/>
                  <a:pt x="6374397" y="4141158"/>
                  <a:pt x="6374397" y="4141158"/>
                </a:cubicBezTo>
                <a:lnTo>
                  <a:pt x="6365334" y="4141158"/>
                </a:lnTo>
                <a:cubicBezTo>
                  <a:pt x="6365005" y="4141158"/>
                  <a:pt x="6364546" y="4140698"/>
                  <a:pt x="6364546" y="4140698"/>
                </a:cubicBezTo>
                <a:lnTo>
                  <a:pt x="6360014" y="4132817"/>
                </a:lnTo>
                <a:cubicBezTo>
                  <a:pt x="6359882" y="4132554"/>
                  <a:pt x="6360014" y="4131963"/>
                  <a:pt x="6360014" y="4131963"/>
                </a:cubicBezTo>
                <a:lnTo>
                  <a:pt x="6364546" y="4124081"/>
                </a:lnTo>
                <a:cubicBezTo>
                  <a:pt x="6364743" y="4123819"/>
                  <a:pt x="6365334" y="4123622"/>
                  <a:pt x="6365334" y="4123622"/>
                </a:cubicBezTo>
                <a:close/>
                <a:moveTo>
                  <a:pt x="6110888" y="4123622"/>
                </a:moveTo>
                <a:lnTo>
                  <a:pt x="6119953" y="4123622"/>
                </a:lnTo>
                <a:cubicBezTo>
                  <a:pt x="6120280" y="4123622"/>
                  <a:pt x="6120740" y="4124081"/>
                  <a:pt x="6120740" y="4124081"/>
                </a:cubicBezTo>
                <a:lnTo>
                  <a:pt x="6125272" y="4131963"/>
                </a:lnTo>
                <a:cubicBezTo>
                  <a:pt x="6125403" y="4132226"/>
                  <a:pt x="6125272" y="4132817"/>
                  <a:pt x="6125272" y="4132817"/>
                </a:cubicBezTo>
                <a:lnTo>
                  <a:pt x="6120740" y="4140698"/>
                </a:lnTo>
                <a:cubicBezTo>
                  <a:pt x="6120543" y="4140962"/>
                  <a:pt x="6119953" y="4141158"/>
                  <a:pt x="6119953" y="4141158"/>
                </a:cubicBezTo>
                <a:lnTo>
                  <a:pt x="6110888" y="4141158"/>
                </a:lnTo>
                <a:cubicBezTo>
                  <a:pt x="6110560" y="4141158"/>
                  <a:pt x="6110101" y="4140698"/>
                  <a:pt x="6110101" y="4140698"/>
                </a:cubicBezTo>
                <a:lnTo>
                  <a:pt x="6105567" y="4132817"/>
                </a:lnTo>
                <a:cubicBezTo>
                  <a:pt x="6105436" y="4132554"/>
                  <a:pt x="6105567" y="4131963"/>
                  <a:pt x="6105567" y="4131963"/>
                </a:cubicBezTo>
                <a:lnTo>
                  <a:pt x="6110101" y="4124081"/>
                </a:lnTo>
                <a:cubicBezTo>
                  <a:pt x="6110296" y="4123819"/>
                  <a:pt x="6110888" y="4123622"/>
                  <a:pt x="6110888" y="4123622"/>
                </a:cubicBezTo>
                <a:close/>
                <a:moveTo>
                  <a:pt x="5856508" y="4123622"/>
                </a:moveTo>
                <a:lnTo>
                  <a:pt x="5865571" y="4123622"/>
                </a:lnTo>
                <a:cubicBezTo>
                  <a:pt x="5865900" y="4123622"/>
                  <a:pt x="5866359" y="4124081"/>
                  <a:pt x="5866359" y="4124081"/>
                </a:cubicBezTo>
                <a:lnTo>
                  <a:pt x="5870891" y="4131963"/>
                </a:lnTo>
                <a:cubicBezTo>
                  <a:pt x="5871023" y="4132226"/>
                  <a:pt x="5870891" y="4132817"/>
                  <a:pt x="5870891" y="4132817"/>
                </a:cubicBezTo>
                <a:lnTo>
                  <a:pt x="5866359" y="4140698"/>
                </a:lnTo>
                <a:cubicBezTo>
                  <a:pt x="5866163" y="4140962"/>
                  <a:pt x="5865571" y="4141158"/>
                  <a:pt x="5865571" y="4141158"/>
                </a:cubicBezTo>
                <a:lnTo>
                  <a:pt x="5856508" y="4141158"/>
                </a:lnTo>
                <a:cubicBezTo>
                  <a:pt x="5856178" y="4141158"/>
                  <a:pt x="5855720" y="4140698"/>
                  <a:pt x="5855720" y="4140698"/>
                </a:cubicBezTo>
                <a:lnTo>
                  <a:pt x="5851187" y="4132817"/>
                </a:lnTo>
                <a:cubicBezTo>
                  <a:pt x="5851055" y="4132554"/>
                  <a:pt x="5851187" y="4131963"/>
                  <a:pt x="5851187" y="4131963"/>
                </a:cubicBezTo>
                <a:lnTo>
                  <a:pt x="5855720" y="4124081"/>
                </a:lnTo>
                <a:cubicBezTo>
                  <a:pt x="5855916" y="4123819"/>
                  <a:pt x="5856508" y="4123622"/>
                  <a:pt x="5856508" y="4123622"/>
                </a:cubicBezTo>
                <a:close/>
                <a:moveTo>
                  <a:pt x="5602126" y="4123622"/>
                </a:moveTo>
                <a:lnTo>
                  <a:pt x="5611191" y="4123622"/>
                </a:lnTo>
                <a:cubicBezTo>
                  <a:pt x="5611519" y="4123622"/>
                  <a:pt x="5611979" y="4124081"/>
                  <a:pt x="5611979" y="4124081"/>
                </a:cubicBezTo>
                <a:lnTo>
                  <a:pt x="5616511" y="4131963"/>
                </a:lnTo>
                <a:cubicBezTo>
                  <a:pt x="5616642" y="4132226"/>
                  <a:pt x="5616511" y="4132817"/>
                  <a:pt x="5616511" y="4132817"/>
                </a:cubicBezTo>
                <a:lnTo>
                  <a:pt x="5611979" y="4140698"/>
                </a:lnTo>
                <a:cubicBezTo>
                  <a:pt x="5611782" y="4140962"/>
                  <a:pt x="5611191" y="4141158"/>
                  <a:pt x="5611191" y="4141158"/>
                </a:cubicBezTo>
                <a:lnTo>
                  <a:pt x="5602126" y="4141158"/>
                </a:lnTo>
                <a:cubicBezTo>
                  <a:pt x="5601798" y="4141158"/>
                  <a:pt x="5601338" y="4140698"/>
                  <a:pt x="5601338" y="4140698"/>
                </a:cubicBezTo>
                <a:lnTo>
                  <a:pt x="5596807" y="4132817"/>
                </a:lnTo>
                <a:cubicBezTo>
                  <a:pt x="5596675" y="4132554"/>
                  <a:pt x="5596807" y="4131963"/>
                  <a:pt x="5596807" y="4131963"/>
                </a:cubicBezTo>
                <a:lnTo>
                  <a:pt x="5601338" y="4124081"/>
                </a:lnTo>
                <a:cubicBezTo>
                  <a:pt x="5601536" y="4123819"/>
                  <a:pt x="5602126" y="4123622"/>
                  <a:pt x="5602126" y="4123622"/>
                </a:cubicBezTo>
                <a:close/>
                <a:moveTo>
                  <a:pt x="5347746" y="4123622"/>
                </a:moveTo>
                <a:lnTo>
                  <a:pt x="5356810" y="4123622"/>
                </a:lnTo>
                <a:cubicBezTo>
                  <a:pt x="5357138" y="4123622"/>
                  <a:pt x="5357598" y="4124081"/>
                  <a:pt x="5357598" y="4124081"/>
                </a:cubicBezTo>
                <a:lnTo>
                  <a:pt x="5362130" y="4131963"/>
                </a:lnTo>
                <a:cubicBezTo>
                  <a:pt x="5362261" y="4132226"/>
                  <a:pt x="5362130" y="4132817"/>
                  <a:pt x="5362130" y="4132817"/>
                </a:cubicBezTo>
                <a:lnTo>
                  <a:pt x="5357598" y="4140698"/>
                </a:lnTo>
                <a:cubicBezTo>
                  <a:pt x="5357401" y="4140962"/>
                  <a:pt x="5356810" y="4141158"/>
                  <a:pt x="5356810" y="4141158"/>
                </a:cubicBezTo>
                <a:lnTo>
                  <a:pt x="5347746" y="4141158"/>
                </a:lnTo>
                <a:cubicBezTo>
                  <a:pt x="5347418" y="4141158"/>
                  <a:pt x="5346958" y="4140698"/>
                  <a:pt x="5346958" y="4140698"/>
                </a:cubicBezTo>
                <a:lnTo>
                  <a:pt x="5342425" y="4132817"/>
                </a:lnTo>
                <a:cubicBezTo>
                  <a:pt x="5342295" y="4132554"/>
                  <a:pt x="5342425" y="4131963"/>
                  <a:pt x="5342425" y="4131963"/>
                </a:cubicBezTo>
                <a:lnTo>
                  <a:pt x="5346958" y="4124081"/>
                </a:lnTo>
                <a:cubicBezTo>
                  <a:pt x="5347154" y="4123819"/>
                  <a:pt x="5347746" y="4123622"/>
                  <a:pt x="5347746" y="4123622"/>
                </a:cubicBezTo>
                <a:close/>
                <a:moveTo>
                  <a:pt x="5093300" y="4123622"/>
                </a:moveTo>
                <a:lnTo>
                  <a:pt x="5102364" y="4123622"/>
                </a:lnTo>
                <a:cubicBezTo>
                  <a:pt x="5102693" y="4123622"/>
                  <a:pt x="5103153" y="4124081"/>
                  <a:pt x="5103153" y="4124081"/>
                </a:cubicBezTo>
                <a:lnTo>
                  <a:pt x="5107684" y="4131963"/>
                </a:lnTo>
                <a:cubicBezTo>
                  <a:pt x="5107815" y="4132226"/>
                  <a:pt x="5107684" y="4132817"/>
                  <a:pt x="5107684" y="4132817"/>
                </a:cubicBezTo>
                <a:lnTo>
                  <a:pt x="5103153" y="4140698"/>
                </a:lnTo>
                <a:cubicBezTo>
                  <a:pt x="5102955" y="4140962"/>
                  <a:pt x="5102364" y="4141158"/>
                  <a:pt x="5102364" y="4141158"/>
                </a:cubicBezTo>
                <a:lnTo>
                  <a:pt x="5093300" y="4141158"/>
                </a:lnTo>
                <a:cubicBezTo>
                  <a:pt x="5092972" y="4141158"/>
                  <a:pt x="5092512" y="4140698"/>
                  <a:pt x="5092512" y="4140698"/>
                </a:cubicBezTo>
                <a:lnTo>
                  <a:pt x="5087979" y="4132817"/>
                </a:lnTo>
                <a:cubicBezTo>
                  <a:pt x="5087848" y="4132554"/>
                  <a:pt x="5087979" y="4131963"/>
                  <a:pt x="5087979" y="4131963"/>
                </a:cubicBezTo>
                <a:lnTo>
                  <a:pt x="5092512" y="4124081"/>
                </a:lnTo>
                <a:cubicBezTo>
                  <a:pt x="5092708" y="4123819"/>
                  <a:pt x="5093300" y="4123622"/>
                  <a:pt x="5093300" y="4123622"/>
                </a:cubicBezTo>
                <a:close/>
                <a:moveTo>
                  <a:pt x="4838919" y="4123622"/>
                </a:moveTo>
                <a:lnTo>
                  <a:pt x="4847982" y="4123622"/>
                </a:lnTo>
                <a:cubicBezTo>
                  <a:pt x="4848311" y="4123622"/>
                  <a:pt x="4848772" y="4124081"/>
                  <a:pt x="4848772" y="4124081"/>
                </a:cubicBezTo>
                <a:lnTo>
                  <a:pt x="4853303" y="4131963"/>
                </a:lnTo>
                <a:cubicBezTo>
                  <a:pt x="4853435" y="4132226"/>
                  <a:pt x="4853303" y="4132817"/>
                  <a:pt x="4853303" y="4132817"/>
                </a:cubicBezTo>
                <a:lnTo>
                  <a:pt x="4848772" y="4140698"/>
                </a:lnTo>
                <a:cubicBezTo>
                  <a:pt x="4848575" y="4140962"/>
                  <a:pt x="4847982" y="4141158"/>
                  <a:pt x="4847982" y="4141158"/>
                </a:cubicBezTo>
                <a:lnTo>
                  <a:pt x="4838919" y="4141158"/>
                </a:lnTo>
                <a:cubicBezTo>
                  <a:pt x="4838590" y="4141158"/>
                  <a:pt x="4838132" y="4140698"/>
                  <a:pt x="4838132" y="4140698"/>
                </a:cubicBezTo>
                <a:lnTo>
                  <a:pt x="4833598" y="4132817"/>
                </a:lnTo>
                <a:cubicBezTo>
                  <a:pt x="4833467" y="4132554"/>
                  <a:pt x="4833598" y="4131963"/>
                  <a:pt x="4833598" y="4131963"/>
                </a:cubicBezTo>
                <a:lnTo>
                  <a:pt x="4838132" y="4124081"/>
                </a:lnTo>
                <a:cubicBezTo>
                  <a:pt x="4838328" y="4123819"/>
                  <a:pt x="4838919" y="4123622"/>
                  <a:pt x="4838919" y="4123622"/>
                </a:cubicBezTo>
                <a:close/>
                <a:moveTo>
                  <a:pt x="4584538" y="4123622"/>
                </a:moveTo>
                <a:lnTo>
                  <a:pt x="4593603" y="4123622"/>
                </a:lnTo>
                <a:cubicBezTo>
                  <a:pt x="4593932" y="4123622"/>
                  <a:pt x="4594390" y="4124081"/>
                  <a:pt x="4594390" y="4124081"/>
                </a:cubicBezTo>
                <a:lnTo>
                  <a:pt x="4598922" y="4131963"/>
                </a:lnTo>
                <a:cubicBezTo>
                  <a:pt x="4599054" y="4132226"/>
                  <a:pt x="4598922" y="4132817"/>
                  <a:pt x="4598922" y="4132817"/>
                </a:cubicBezTo>
                <a:lnTo>
                  <a:pt x="4594390" y="4140698"/>
                </a:lnTo>
                <a:cubicBezTo>
                  <a:pt x="4594193" y="4140962"/>
                  <a:pt x="4593603" y="4141158"/>
                  <a:pt x="4593603" y="4141158"/>
                </a:cubicBezTo>
                <a:lnTo>
                  <a:pt x="4584538" y="4141158"/>
                </a:lnTo>
                <a:cubicBezTo>
                  <a:pt x="4584210" y="4141158"/>
                  <a:pt x="4583749" y="4140698"/>
                  <a:pt x="4583749" y="4140698"/>
                </a:cubicBezTo>
                <a:lnTo>
                  <a:pt x="4579218" y="4132817"/>
                </a:lnTo>
                <a:cubicBezTo>
                  <a:pt x="4579087" y="4132554"/>
                  <a:pt x="4579218" y="4131963"/>
                  <a:pt x="4579218" y="4131963"/>
                </a:cubicBezTo>
                <a:lnTo>
                  <a:pt x="4583749" y="4124081"/>
                </a:lnTo>
                <a:cubicBezTo>
                  <a:pt x="4583948" y="4123819"/>
                  <a:pt x="4584538" y="4123622"/>
                  <a:pt x="4584538" y="4123622"/>
                </a:cubicBezTo>
                <a:close/>
                <a:moveTo>
                  <a:pt x="4330157" y="4123622"/>
                </a:moveTo>
                <a:lnTo>
                  <a:pt x="4339222" y="4123622"/>
                </a:lnTo>
                <a:cubicBezTo>
                  <a:pt x="4339550" y="4123622"/>
                  <a:pt x="4340010" y="4124081"/>
                  <a:pt x="4340010" y="4124081"/>
                </a:cubicBezTo>
                <a:lnTo>
                  <a:pt x="4344540" y="4131963"/>
                </a:lnTo>
                <a:cubicBezTo>
                  <a:pt x="4344672" y="4132226"/>
                  <a:pt x="4344540" y="4132817"/>
                  <a:pt x="4344540" y="4132817"/>
                </a:cubicBezTo>
                <a:lnTo>
                  <a:pt x="4340010" y="4140698"/>
                </a:lnTo>
                <a:cubicBezTo>
                  <a:pt x="4339812" y="4140962"/>
                  <a:pt x="4339222" y="4141158"/>
                  <a:pt x="4339222" y="4141158"/>
                </a:cubicBezTo>
                <a:lnTo>
                  <a:pt x="4330157" y="4141158"/>
                </a:lnTo>
                <a:cubicBezTo>
                  <a:pt x="4329829" y="4141158"/>
                  <a:pt x="4329369" y="4140698"/>
                  <a:pt x="4329369" y="4140698"/>
                </a:cubicBezTo>
                <a:lnTo>
                  <a:pt x="4324836" y="4132817"/>
                </a:lnTo>
                <a:cubicBezTo>
                  <a:pt x="4324706" y="4132554"/>
                  <a:pt x="4324836" y="4131963"/>
                  <a:pt x="4324836" y="4131963"/>
                </a:cubicBezTo>
                <a:lnTo>
                  <a:pt x="4329369" y="4124081"/>
                </a:lnTo>
                <a:cubicBezTo>
                  <a:pt x="4329565" y="4123819"/>
                  <a:pt x="4330157" y="4123622"/>
                  <a:pt x="4330157" y="4123622"/>
                </a:cubicBezTo>
                <a:close/>
                <a:moveTo>
                  <a:pt x="4075790" y="4123622"/>
                </a:moveTo>
                <a:lnTo>
                  <a:pt x="4084855" y="4123622"/>
                </a:lnTo>
                <a:cubicBezTo>
                  <a:pt x="4085182" y="4123622"/>
                  <a:pt x="4085642" y="4124081"/>
                  <a:pt x="4085642" y="4124081"/>
                </a:cubicBezTo>
                <a:lnTo>
                  <a:pt x="4090176" y="4131963"/>
                </a:lnTo>
                <a:cubicBezTo>
                  <a:pt x="4090305" y="4132226"/>
                  <a:pt x="4090176" y="4132817"/>
                  <a:pt x="4090176" y="4132817"/>
                </a:cubicBezTo>
                <a:lnTo>
                  <a:pt x="4085642" y="4140698"/>
                </a:lnTo>
                <a:cubicBezTo>
                  <a:pt x="4085446" y="4140962"/>
                  <a:pt x="4084855" y="4141158"/>
                  <a:pt x="4084855" y="4141158"/>
                </a:cubicBezTo>
                <a:lnTo>
                  <a:pt x="4075790" y="4141158"/>
                </a:lnTo>
                <a:cubicBezTo>
                  <a:pt x="4075462" y="4141158"/>
                  <a:pt x="4075002" y="4140698"/>
                  <a:pt x="4075002" y="4140698"/>
                </a:cubicBezTo>
                <a:lnTo>
                  <a:pt x="4070469" y="4132817"/>
                </a:lnTo>
                <a:cubicBezTo>
                  <a:pt x="4070339" y="4132554"/>
                  <a:pt x="4070469" y="4131963"/>
                  <a:pt x="4070469" y="4131963"/>
                </a:cubicBezTo>
                <a:lnTo>
                  <a:pt x="4075002" y="4124081"/>
                </a:lnTo>
                <a:cubicBezTo>
                  <a:pt x="4075198" y="4123819"/>
                  <a:pt x="4075790" y="4123622"/>
                  <a:pt x="4075790" y="4123622"/>
                </a:cubicBezTo>
                <a:close/>
                <a:moveTo>
                  <a:pt x="3821346" y="4123622"/>
                </a:moveTo>
                <a:lnTo>
                  <a:pt x="3830412" y="4123622"/>
                </a:lnTo>
                <a:cubicBezTo>
                  <a:pt x="3830739" y="4123622"/>
                  <a:pt x="3831200" y="4124081"/>
                  <a:pt x="3831200" y="4124081"/>
                </a:cubicBezTo>
                <a:lnTo>
                  <a:pt x="3835732" y="4131963"/>
                </a:lnTo>
                <a:cubicBezTo>
                  <a:pt x="3835862" y="4132226"/>
                  <a:pt x="3835732" y="4132817"/>
                  <a:pt x="3835732" y="4132817"/>
                </a:cubicBezTo>
                <a:lnTo>
                  <a:pt x="3831200" y="4140698"/>
                </a:lnTo>
                <a:cubicBezTo>
                  <a:pt x="3831003" y="4140962"/>
                  <a:pt x="3830412" y="4141158"/>
                  <a:pt x="3830412" y="4141158"/>
                </a:cubicBezTo>
                <a:lnTo>
                  <a:pt x="3821346" y="4141158"/>
                </a:lnTo>
                <a:cubicBezTo>
                  <a:pt x="3821018" y="4141158"/>
                  <a:pt x="3820558" y="4140698"/>
                  <a:pt x="3820558" y="4140698"/>
                </a:cubicBezTo>
                <a:lnTo>
                  <a:pt x="3816026" y="4132817"/>
                </a:lnTo>
                <a:cubicBezTo>
                  <a:pt x="3815896" y="4132554"/>
                  <a:pt x="3816026" y="4131963"/>
                  <a:pt x="3816026" y="4131963"/>
                </a:cubicBezTo>
                <a:lnTo>
                  <a:pt x="3820558" y="4124081"/>
                </a:lnTo>
                <a:cubicBezTo>
                  <a:pt x="3820758" y="4123819"/>
                  <a:pt x="3821346" y="4123622"/>
                  <a:pt x="3821346" y="4123622"/>
                </a:cubicBezTo>
                <a:close/>
                <a:moveTo>
                  <a:pt x="3567004" y="4123622"/>
                </a:moveTo>
                <a:lnTo>
                  <a:pt x="3576068" y="4123622"/>
                </a:lnTo>
                <a:cubicBezTo>
                  <a:pt x="3576396" y="4123622"/>
                  <a:pt x="3576856" y="4124081"/>
                  <a:pt x="3576856" y="4124081"/>
                </a:cubicBezTo>
                <a:lnTo>
                  <a:pt x="3581388" y="4131963"/>
                </a:lnTo>
                <a:cubicBezTo>
                  <a:pt x="3581519" y="4132226"/>
                  <a:pt x="3581388" y="4132817"/>
                  <a:pt x="3581388" y="4132817"/>
                </a:cubicBezTo>
                <a:lnTo>
                  <a:pt x="3576856" y="4140698"/>
                </a:lnTo>
                <a:cubicBezTo>
                  <a:pt x="3576659" y="4140962"/>
                  <a:pt x="3576068" y="4141158"/>
                  <a:pt x="3576068" y="4141158"/>
                </a:cubicBezTo>
                <a:lnTo>
                  <a:pt x="3567004" y="4141158"/>
                </a:lnTo>
                <a:cubicBezTo>
                  <a:pt x="3566674" y="4141158"/>
                  <a:pt x="3566215" y="4140698"/>
                  <a:pt x="3566215" y="4140698"/>
                </a:cubicBezTo>
                <a:lnTo>
                  <a:pt x="3561682" y="4132817"/>
                </a:lnTo>
                <a:cubicBezTo>
                  <a:pt x="3561551" y="4132554"/>
                  <a:pt x="3561682" y="4131963"/>
                  <a:pt x="3561682" y="4131963"/>
                </a:cubicBezTo>
                <a:lnTo>
                  <a:pt x="3566215" y="4124081"/>
                </a:lnTo>
                <a:cubicBezTo>
                  <a:pt x="3566412" y="4123819"/>
                  <a:pt x="3567004" y="4123622"/>
                  <a:pt x="3567004" y="4123622"/>
                </a:cubicBezTo>
                <a:close/>
                <a:moveTo>
                  <a:pt x="3312668" y="4123622"/>
                </a:moveTo>
                <a:lnTo>
                  <a:pt x="3321732" y="4123622"/>
                </a:lnTo>
                <a:cubicBezTo>
                  <a:pt x="3322060" y="4123622"/>
                  <a:pt x="3322520" y="4124081"/>
                  <a:pt x="3322520" y="4124081"/>
                </a:cubicBezTo>
                <a:lnTo>
                  <a:pt x="3327052" y="4131963"/>
                </a:lnTo>
                <a:cubicBezTo>
                  <a:pt x="3327183" y="4132226"/>
                  <a:pt x="3327052" y="4132817"/>
                  <a:pt x="3327052" y="4132817"/>
                </a:cubicBezTo>
                <a:lnTo>
                  <a:pt x="3322520" y="4140698"/>
                </a:lnTo>
                <a:cubicBezTo>
                  <a:pt x="3322323" y="4140962"/>
                  <a:pt x="3321732" y="4141158"/>
                  <a:pt x="3321732" y="4141158"/>
                </a:cubicBezTo>
                <a:lnTo>
                  <a:pt x="3312668" y="4141158"/>
                </a:lnTo>
                <a:cubicBezTo>
                  <a:pt x="3312340" y="4141158"/>
                  <a:pt x="3311880" y="4140698"/>
                  <a:pt x="3311880" y="4140698"/>
                </a:cubicBezTo>
                <a:lnTo>
                  <a:pt x="3307347" y="4132817"/>
                </a:lnTo>
                <a:cubicBezTo>
                  <a:pt x="3307216" y="4132554"/>
                  <a:pt x="3307347" y="4131963"/>
                  <a:pt x="3307347" y="4131963"/>
                </a:cubicBezTo>
                <a:lnTo>
                  <a:pt x="3311880" y="4124081"/>
                </a:lnTo>
                <a:cubicBezTo>
                  <a:pt x="3312075" y="4123819"/>
                  <a:pt x="3312668" y="4123622"/>
                  <a:pt x="3312668" y="4123622"/>
                </a:cubicBezTo>
                <a:close/>
                <a:moveTo>
                  <a:pt x="3058346" y="4123622"/>
                </a:moveTo>
                <a:lnTo>
                  <a:pt x="3067411" y="4123622"/>
                </a:lnTo>
                <a:cubicBezTo>
                  <a:pt x="3067740" y="4123622"/>
                  <a:pt x="3068199" y="4124081"/>
                  <a:pt x="3068199" y="4124081"/>
                </a:cubicBezTo>
                <a:lnTo>
                  <a:pt x="3072730" y="4131963"/>
                </a:lnTo>
                <a:cubicBezTo>
                  <a:pt x="3072861" y="4132226"/>
                  <a:pt x="3072730" y="4132817"/>
                  <a:pt x="3072730" y="4132817"/>
                </a:cubicBezTo>
                <a:lnTo>
                  <a:pt x="3068199" y="4140698"/>
                </a:lnTo>
                <a:cubicBezTo>
                  <a:pt x="3068003" y="4140962"/>
                  <a:pt x="3067411" y="4141158"/>
                  <a:pt x="3067411" y="4141158"/>
                </a:cubicBezTo>
                <a:lnTo>
                  <a:pt x="3058346" y="4141158"/>
                </a:lnTo>
                <a:cubicBezTo>
                  <a:pt x="3058017" y="4141158"/>
                  <a:pt x="3057558" y="4140698"/>
                  <a:pt x="3057558" y="4140698"/>
                </a:cubicBezTo>
                <a:lnTo>
                  <a:pt x="3053027" y="4132817"/>
                </a:lnTo>
                <a:cubicBezTo>
                  <a:pt x="3052895" y="4132554"/>
                  <a:pt x="3053027" y="4131963"/>
                  <a:pt x="3053027" y="4131963"/>
                </a:cubicBezTo>
                <a:lnTo>
                  <a:pt x="3057558" y="4124081"/>
                </a:lnTo>
                <a:cubicBezTo>
                  <a:pt x="3057755" y="4123819"/>
                  <a:pt x="3058346" y="4123622"/>
                  <a:pt x="3058346" y="4123622"/>
                </a:cubicBezTo>
                <a:close/>
                <a:moveTo>
                  <a:pt x="2803926" y="4123622"/>
                </a:moveTo>
                <a:lnTo>
                  <a:pt x="2812990" y="4123622"/>
                </a:lnTo>
                <a:cubicBezTo>
                  <a:pt x="2813318" y="4123622"/>
                  <a:pt x="2813777" y="4124081"/>
                  <a:pt x="2813777" y="4124081"/>
                </a:cubicBezTo>
                <a:lnTo>
                  <a:pt x="2818309" y="4131963"/>
                </a:lnTo>
                <a:cubicBezTo>
                  <a:pt x="2818441" y="4132226"/>
                  <a:pt x="2818309" y="4132817"/>
                  <a:pt x="2818309" y="4132817"/>
                </a:cubicBezTo>
                <a:lnTo>
                  <a:pt x="2813777" y="4140698"/>
                </a:lnTo>
                <a:cubicBezTo>
                  <a:pt x="2813580" y="4140962"/>
                  <a:pt x="2812990" y="4141158"/>
                  <a:pt x="2812990" y="4141158"/>
                </a:cubicBezTo>
                <a:lnTo>
                  <a:pt x="2803926" y="4141158"/>
                </a:lnTo>
                <a:cubicBezTo>
                  <a:pt x="2803595" y="4141158"/>
                  <a:pt x="2803135" y="4140698"/>
                  <a:pt x="2803135" y="4140698"/>
                </a:cubicBezTo>
                <a:lnTo>
                  <a:pt x="2798603" y="4132817"/>
                </a:lnTo>
                <a:cubicBezTo>
                  <a:pt x="2798472" y="4132554"/>
                  <a:pt x="2798603" y="4131963"/>
                  <a:pt x="2798603" y="4131963"/>
                </a:cubicBezTo>
                <a:lnTo>
                  <a:pt x="2803135" y="4124081"/>
                </a:lnTo>
                <a:cubicBezTo>
                  <a:pt x="2803332" y="4123819"/>
                  <a:pt x="2803926" y="4123622"/>
                  <a:pt x="2803926" y="4123622"/>
                </a:cubicBezTo>
                <a:close/>
                <a:moveTo>
                  <a:pt x="2549431" y="4123622"/>
                </a:moveTo>
                <a:lnTo>
                  <a:pt x="2558497" y="4123622"/>
                </a:lnTo>
                <a:cubicBezTo>
                  <a:pt x="2558824" y="4123622"/>
                  <a:pt x="2559284" y="4124081"/>
                  <a:pt x="2559284" y="4124081"/>
                </a:cubicBezTo>
                <a:lnTo>
                  <a:pt x="2563817" y="4131963"/>
                </a:lnTo>
                <a:cubicBezTo>
                  <a:pt x="2563948" y="4132226"/>
                  <a:pt x="2563817" y="4132817"/>
                  <a:pt x="2563817" y="4132817"/>
                </a:cubicBezTo>
                <a:lnTo>
                  <a:pt x="2559284" y="4140698"/>
                </a:lnTo>
                <a:cubicBezTo>
                  <a:pt x="2559087" y="4140962"/>
                  <a:pt x="2558497" y="4141158"/>
                  <a:pt x="2558497" y="4141158"/>
                </a:cubicBezTo>
                <a:lnTo>
                  <a:pt x="2549431" y="4141158"/>
                </a:lnTo>
                <a:cubicBezTo>
                  <a:pt x="2549105" y="4141158"/>
                  <a:pt x="2548643" y="4140698"/>
                  <a:pt x="2548643" y="4140698"/>
                </a:cubicBezTo>
                <a:lnTo>
                  <a:pt x="2544111" y="4132817"/>
                </a:lnTo>
                <a:cubicBezTo>
                  <a:pt x="2543980" y="4132554"/>
                  <a:pt x="2544111" y="4131963"/>
                  <a:pt x="2544111" y="4131963"/>
                </a:cubicBezTo>
                <a:lnTo>
                  <a:pt x="2548643" y="4124081"/>
                </a:lnTo>
                <a:cubicBezTo>
                  <a:pt x="2548840" y="4123819"/>
                  <a:pt x="2549431" y="4123622"/>
                  <a:pt x="2549431" y="4123622"/>
                </a:cubicBezTo>
                <a:close/>
                <a:moveTo>
                  <a:pt x="2295042" y="4123622"/>
                </a:moveTo>
                <a:lnTo>
                  <a:pt x="2304107" y="4123622"/>
                </a:lnTo>
                <a:cubicBezTo>
                  <a:pt x="2304435" y="4123622"/>
                  <a:pt x="2304895" y="4124081"/>
                  <a:pt x="2304895" y="4124081"/>
                </a:cubicBezTo>
                <a:lnTo>
                  <a:pt x="2309426" y="4131963"/>
                </a:lnTo>
                <a:cubicBezTo>
                  <a:pt x="2309558" y="4132226"/>
                  <a:pt x="2309426" y="4132817"/>
                  <a:pt x="2309426" y="4132817"/>
                </a:cubicBezTo>
                <a:lnTo>
                  <a:pt x="2304895" y="4140698"/>
                </a:lnTo>
                <a:cubicBezTo>
                  <a:pt x="2304699" y="4140962"/>
                  <a:pt x="2304107" y="4141158"/>
                  <a:pt x="2304107" y="4141158"/>
                </a:cubicBezTo>
                <a:lnTo>
                  <a:pt x="2295042" y="4141158"/>
                </a:lnTo>
                <a:cubicBezTo>
                  <a:pt x="2294714" y="4141158"/>
                  <a:pt x="2294254" y="4140698"/>
                  <a:pt x="2294254" y="4140698"/>
                </a:cubicBezTo>
                <a:lnTo>
                  <a:pt x="2289722" y="4132817"/>
                </a:lnTo>
                <a:cubicBezTo>
                  <a:pt x="2289590" y="4132554"/>
                  <a:pt x="2289722" y="4131963"/>
                  <a:pt x="2289722" y="4131963"/>
                </a:cubicBezTo>
                <a:lnTo>
                  <a:pt x="2294254" y="4124081"/>
                </a:lnTo>
                <a:cubicBezTo>
                  <a:pt x="2294451" y="4123819"/>
                  <a:pt x="2295042" y="4123622"/>
                  <a:pt x="2295042" y="4123622"/>
                </a:cubicBezTo>
                <a:close/>
                <a:moveTo>
                  <a:pt x="2040669" y="4123622"/>
                </a:moveTo>
                <a:lnTo>
                  <a:pt x="2049732" y="4123622"/>
                </a:lnTo>
                <a:cubicBezTo>
                  <a:pt x="2050060" y="4123622"/>
                  <a:pt x="2050520" y="4124081"/>
                  <a:pt x="2050520" y="4124081"/>
                </a:cubicBezTo>
                <a:lnTo>
                  <a:pt x="2055053" y="4131963"/>
                </a:lnTo>
                <a:cubicBezTo>
                  <a:pt x="2055185" y="4132226"/>
                  <a:pt x="2055053" y="4132817"/>
                  <a:pt x="2055053" y="4132817"/>
                </a:cubicBezTo>
                <a:lnTo>
                  <a:pt x="2050520" y="4140698"/>
                </a:lnTo>
                <a:cubicBezTo>
                  <a:pt x="2050323" y="4140962"/>
                  <a:pt x="2049732" y="4141158"/>
                  <a:pt x="2049732" y="4141158"/>
                </a:cubicBezTo>
                <a:lnTo>
                  <a:pt x="2040669" y="4141158"/>
                </a:lnTo>
                <a:cubicBezTo>
                  <a:pt x="2040339" y="4141158"/>
                  <a:pt x="2039880" y="4140698"/>
                  <a:pt x="2039880" y="4140698"/>
                </a:cubicBezTo>
                <a:lnTo>
                  <a:pt x="2035346" y="4132817"/>
                </a:lnTo>
                <a:cubicBezTo>
                  <a:pt x="2035215" y="4132554"/>
                  <a:pt x="2035346" y="4131963"/>
                  <a:pt x="2035346" y="4131963"/>
                </a:cubicBezTo>
                <a:lnTo>
                  <a:pt x="2039880" y="4124081"/>
                </a:lnTo>
                <a:cubicBezTo>
                  <a:pt x="2040077" y="4123819"/>
                  <a:pt x="2040669" y="4123622"/>
                  <a:pt x="2040669" y="4123622"/>
                </a:cubicBezTo>
                <a:close/>
                <a:moveTo>
                  <a:pt x="1786280" y="4123622"/>
                </a:moveTo>
                <a:lnTo>
                  <a:pt x="1795344" y="4123622"/>
                </a:lnTo>
                <a:cubicBezTo>
                  <a:pt x="1795673" y="4123622"/>
                  <a:pt x="1796133" y="4124081"/>
                  <a:pt x="1796133" y="4124081"/>
                </a:cubicBezTo>
                <a:lnTo>
                  <a:pt x="1800664" y="4131963"/>
                </a:lnTo>
                <a:cubicBezTo>
                  <a:pt x="1800795" y="4132226"/>
                  <a:pt x="1800664" y="4132817"/>
                  <a:pt x="1800664" y="4132817"/>
                </a:cubicBezTo>
                <a:lnTo>
                  <a:pt x="1796133" y="4140698"/>
                </a:lnTo>
                <a:cubicBezTo>
                  <a:pt x="1795936" y="4140962"/>
                  <a:pt x="1795344" y="4141158"/>
                  <a:pt x="1795344" y="4141158"/>
                </a:cubicBezTo>
                <a:lnTo>
                  <a:pt x="1786280" y="4141158"/>
                </a:lnTo>
                <a:cubicBezTo>
                  <a:pt x="1785953" y="4141158"/>
                  <a:pt x="1785492" y="4140698"/>
                  <a:pt x="1785492" y="4140698"/>
                </a:cubicBezTo>
                <a:lnTo>
                  <a:pt x="1780960" y="4132817"/>
                </a:lnTo>
                <a:cubicBezTo>
                  <a:pt x="1780829" y="4132554"/>
                  <a:pt x="1780960" y="4131963"/>
                  <a:pt x="1780960" y="4131963"/>
                </a:cubicBezTo>
                <a:lnTo>
                  <a:pt x="1785492" y="4124081"/>
                </a:lnTo>
                <a:cubicBezTo>
                  <a:pt x="1785688" y="4123819"/>
                  <a:pt x="1786280" y="4123622"/>
                  <a:pt x="1786280" y="4123622"/>
                </a:cubicBezTo>
                <a:close/>
                <a:moveTo>
                  <a:pt x="1531980" y="4123622"/>
                </a:moveTo>
                <a:lnTo>
                  <a:pt x="1541042" y="4123622"/>
                </a:lnTo>
                <a:cubicBezTo>
                  <a:pt x="1541370" y="4123622"/>
                  <a:pt x="1541828" y="4124081"/>
                  <a:pt x="1541828" y="4124081"/>
                </a:cubicBezTo>
                <a:lnTo>
                  <a:pt x="1546363" y="4131963"/>
                </a:lnTo>
                <a:cubicBezTo>
                  <a:pt x="1546494" y="4132226"/>
                  <a:pt x="1546363" y="4132817"/>
                  <a:pt x="1546363" y="4132817"/>
                </a:cubicBezTo>
                <a:lnTo>
                  <a:pt x="1541828" y="4140698"/>
                </a:lnTo>
                <a:cubicBezTo>
                  <a:pt x="1541633" y="4140962"/>
                  <a:pt x="1541042" y="4141158"/>
                  <a:pt x="1541042" y="4141158"/>
                </a:cubicBezTo>
                <a:lnTo>
                  <a:pt x="1531980" y="4141158"/>
                </a:lnTo>
                <a:cubicBezTo>
                  <a:pt x="1531651" y="4141158"/>
                  <a:pt x="1531191" y="4140698"/>
                  <a:pt x="1531191" y="4140698"/>
                </a:cubicBezTo>
                <a:lnTo>
                  <a:pt x="1526658" y="4132817"/>
                </a:lnTo>
                <a:cubicBezTo>
                  <a:pt x="1526526" y="4132554"/>
                  <a:pt x="1526658" y="4131963"/>
                  <a:pt x="1526658" y="4131963"/>
                </a:cubicBezTo>
                <a:lnTo>
                  <a:pt x="1531191" y="4124081"/>
                </a:lnTo>
                <a:cubicBezTo>
                  <a:pt x="1531388" y="4123819"/>
                  <a:pt x="1531980" y="4123622"/>
                  <a:pt x="1531980" y="4123622"/>
                </a:cubicBezTo>
                <a:close/>
                <a:moveTo>
                  <a:pt x="1277596" y="4123622"/>
                </a:moveTo>
                <a:lnTo>
                  <a:pt x="1286660" y="4123622"/>
                </a:lnTo>
                <a:cubicBezTo>
                  <a:pt x="1286988" y="4123622"/>
                  <a:pt x="1287448" y="4124081"/>
                  <a:pt x="1287448" y="4124081"/>
                </a:cubicBezTo>
                <a:lnTo>
                  <a:pt x="1291981" y="4131963"/>
                </a:lnTo>
                <a:cubicBezTo>
                  <a:pt x="1292113" y="4132226"/>
                  <a:pt x="1291981" y="4132817"/>
                  <a:pt x="1291981" y="4132817"/>
                </a:cubicBezTo>
                <a:lnTo>
                  <a:pt x="1287448" y="4140698"/>
                </a:lnTo>
                <a:cubicBezTo>
                  <a:pt x="1287252" y="4140962"/>
                  <a:pt x="1286660" y="4141158"/>
                  <a:pt x="1286660" y="4141158"/>
                </a:cubicBezTo>
                <a:lnTo>
                  <a:pt x="1277596" y="4141158"/>
                </a:lnTo>
                <a:cubicBezTo>
                  <a:pt x="1277266" y="4141158"/>
                  <a:pt x="1276805" y="4140698"/>
                  <a:pt x="1276805" y="4140698"/>
                </a:cubicBezTo>
                <a:lnTo>
                  <a:pt x="1272274" y="4132817"/>
                </a:lnTo>
                <a:cubicBezTo>
                  <a:pt x="1272144" y="4132554"/>
                  <a:pt x="1272274" y="4131963"/>
                  <a:pt x="1272274" y="4131963"/>
                </a:cubicBezTo>
                <a:lnTo>
                  <a:pt x="1276805" y="4124081"/>
                </a:lnTo>
                <a:cubicBezTo>
                  <a:pt x="1277003" y="4123819"/>
                  <a:pt x="1277596" y="4123622"/>
                  <a:pt x="1277596" y="4123622"/>
                </a:cubicBezTo>
                <a:close/>
                <a:moveTo>
                  <a:pt x="1023219" y="4123622"/>
                </a:moveTo>
                <a:lnTo>
                  <a:pt x="1032284" y="4123622"/>
                </a:lnTo>
                <a:cubicBezTo>
                  <a:pt x="1032613" y="4123622"/>
                  <a:pt x="1033072" y="4124081"/>
                  <a:pt x="1033072" y="4124081"/>
                </a:cubicBezTo>
                <a:lnTo>
                  <a:pt x="1037606" y="4131963"/>
                </a:lnTo>
                <a:cubicBezTo>
                  <a:pt x="1037735" y="4132226"/>
                  <a:pt x="1037606" y="4132817"/>
                  <a:pt x="1037606" y="4132817"/>
                </a:cubicBezTo>
                <a:lnTo>
                  <a:pt x="1033072" y="4140698"/>
                </a:lnTo>
                <a:cubicBezTo>
                  <a:pt x="1032874" y="4140962"/>
                  <a:pt x="1032284" y="4141158"/>
                  <a:pt x="1032284" y="4141158"/>
                </a:cubicBezTo>
                <a:lnTo>
                  <a:pt x="1023219" y="4141158"/>
                </a:lnTo>
                <a:cubicBezTo>
                  <a:pt x="1022891" y="4141158"/>
                  <a:pt x="1022432" y="4140698"/>
                  <a:pt x="1022432" y="4140698"/>
                </a:cubicBezTo>
                <a:lnTo>
                  <a:pt x="1017898" y="4132817"/>
                </a:lnTo>
                <a:cubicBezTo>
                  <a:pt x="1017767" y="4132554"/>
                  <a:pt x="1017898" y="4131963"/>
                  <a:pt x="1017898" y="4131963"/>
                </a:cubicBezTo>
                <a:lnTo>
                  <a:pt x="1022432" y="4124081"/>
                </a:lnTo>
                <a:cubicBezTo>
                  <a:pt x="1022629" y="4123819"/>
                  <a:pt x="1023219" y="4123622"/>
                  <a:pt x="1023219" y="4123622"/>
                </a:cubicBezTo>
                <a:close/>
                <a:moveTo>
                  <a:pt x="768624" y="4123622"/>
                </a:moveTo>
                <a:lnTo>
                  <a:pt x="777687" y="4123622"/>
                </a:lnTo>
                <a:cubicBezTo>
                  <a:pt x="778015" y="4123622"/>
                  <a:pt x="778476" y="4124081"/>
                  <a:pt x="778476" y="4124081"/>
                </a:cubicBezTo>
                <a:lnTo>
                  <a:pt x="783007" y="4131963"/>
                </a:lnTo>
                <a:cubicBezTo>
                  <a:pt x="783138" y="4132226"/>
                  <a:pt x="783007" y="4132817"/>
                  <a:pt x="783007" y="4132817"/>
                </a:cubicBezTo>
                <a:lnTo>
                  <a:pt x="778476" y="4140698"/>
                </a:lnTo>
                <a:cubicBezTo>
                  <a:pt x="778279" y="4140962"/>
                  <a:pt x="777687" y="4141158"/>
                  <a:pt x="777687" y="4141158"/>
                </a:cubicBezTo>
                <a:lnTo>
                  <a:pt x="768624" y="4141158"/>
                </a:lnTo>
                <a:cubicBezTo>
                  <a:pt x="768294" y="4141158"/>
                  <a:pt x="767835" y="4140698"/>
                  <a:pt x="767835" y="4140698"/>
                </a:cubicBezTo>
                <a:lnTo>
                  <a:pt x="763303" y="4132817"/>
                </a:lnTo>
                <a:cubicBezTo>
                  <a:pt x="763172" y="4132554"/>
                  <a:pt x="763303" y="4131963"/>
                  <a:pt x="763303" y="4131963"/>
                </a:cubicBezTo>
                <a:lnTo>
                  <a:pt x="767835" y="4124081"/>
                </a:lnTo>
                <a:cubicBezTo>
                  <a:pt x="768032" y="4123819"/>
                  <a:pt x="768624" y="4123622"/>
                  <a:pt x="768624" y="4123622"/>
                </a:cubicBezTo>
                <a:close/>
                <a:moveTo>
                  <a:pt x="514266" y="4123622"/>
                </a:moveTo>
                <a:lnTo>
                  <a:pt x="523330" y="4123622"/>
                </a:lnTo>
                <a:cubicBezTo>
                  <a:pt x="523658" y="4123622"/>
                  <a:pt x="524118" y="4124081"/>
                  <a:pt x="524118" y="4124081"/>
                </a:cubicBezTo>
                <a:lnTo>
                  <a:pt x="528650" y="4131963"/>
                </a:lnTo>
                <a:cubicBezTo>
                  <a:pt x="528781" y="4132226"/>
                  <a:pt x="528650" y="4132817"/>
                  <a:pt x="528650" y="4132817"/>
                </a:cubicBezTo>
                <a:lnTo>
                  <a:pt x="524118" y="4140698"/>
                </a:lnTo>
                <a:cubicBezTo>
                  <a:pt x="523921" y="4140962"/>
                  <a:pt x="523330" y="4141158"/>
                  <a:pt x="523330" y="4141158"/>
                </a:cubicBezTo>
                <a:lnTo>
                  <a:pt x="514266" y="4141158"/>
                </a:lnTo>
                <a:cubicBezTo>
                  <a:pt x="513937" y="4141158"/>
                  <a:pt x="513478" y="4140698"/>
                  <a:pt x="513478" y="4140698"/>
                </a:cubicBezTo>
                <a:lnTo>
                  <a:pt x="508945" y="4132817"/>
                </a:lnTo>
                <a:cubicBezTo>
                  <a:pt x="508814" y="4132554"/>
                  <a:pt x="508945" y="4131963"/>
                  <a:pt x="508945" y="4131963"/>
                </a:cubicBezTo>
                <a:lnTo>
                  <a:pt x="513478" y="4124081"/>
                </a:lnTo>
                <a:cubicBezTo>
                  <a:pt x="513675" y="4123819"/>
                  <a:pt x="514266" y="4123622"/>
                  <a:pt x="514266" y="4123622"/>
                </a:cubicBezTo>
                <a:close/>
                <a:moveTo>
                  <a:pt x="259972" y="4123622"/>
                </a:moveTo>
                <a:lnTo>
                  <a:pt x="269036" y="4123622"/>
                </a:lnTo>
                <a:cubicBezTo>
                  <a:pt x="269364" y="4123622"/>
                  <a:pt x="269824" y="4124081"/>
                  <a:pt x="269824" y="4124081"/>
                </a:cubicBezTo>
                <a:lnTo>
                  <a:pt x="274356" y="4131963"/>
                </a:lnTo>
                <a:cubicBezTo>
                  <a:pt x="274487" y="4132226"/>
                  <a:pt x="274356" y="4132817"/>
                  <a:pt x="274356" y="4132817"/>
                </a:cubicBezTo>
                <a:lnTo>
                  <a:pt x="269824" y="4140698"/>
                </a:lnTo>
                <a:cubicBezTo>
                  <a:pt x="269627" y="4140962"/>
                  <a:pt x="269036" y="4141158"/>
                  <a:pt x="269036" y="4141158"/>
                </a:cubicBezTo>
                <a:lnTo>
                  <a:pt x="259972" y="4141158"/>
                </a:lnTo>
                <a:cubicBezTo>
                  <a:pt x="259643" y="4141158"/>
                  <a:pt x="259183" y="4140698"/>
                  <a:pt x="259183" y="4140698"/>
                </a:cubicBezTo>
                <a:lnTo>
                  <a:pt x="254651" y="4132817"/>
                </a:lnTo>
                <a:cubicBezTo>
                  <a:pt x="254520" y="4132554"/>
                  <a:pt x="254651" y="4131963"/>
                  <a:pt x="254651" y="4131963"/>
                </a:cubicBezTo>
                <a:lnTo>
                  <a:pt x="259183" y="4124081"/>
                </a:lnTo>
                <a:cubicBezTo>
                  <a:pt x="259380" y="4123819"/>
                  <a:pt x="259972" y="4123622"/>
                  <a:pt x="259972" y="4123622"/>
                </a:cubicBezTo>
                <a:close/>
                <a:moveTo>
                  <a:pt x="5550" y="4123622"/>
                </a:moveTo>
                <a:lnTo>
                  <a:pt x="14613" y="4123622"/>
                </a:lnTo>
                <a:cubicBezTo>
                  <a:pt x="14942" y="4123622"/>
                  <a:pt x="15402" y="4124081"/>
                  <a:pt x="15402" y="4124081"/>
                </a:cubicBezTo>
                <a:lnTo>
                  <a:pt x="19933" y="4131963"/>
                </a:lnTo>
                <a:cubicBezTo>
                  <a:pt x="20065" y="4132226"/>
                  <a:pt x="19933" y="4132817"/>
                  <a:pt x="19933" y="4132817"/>
                </a:cubicBezTo>
                <a:lnTo>
                  <a:pt x="15402" y="4140698"/>
                </a:lnTo>
                <a:cubicBezTo>
                  <a:pt x="15205" y="4140962"/>
                  <a:pt x="14613" y="4141158"/>
                  <a:pt x="14613" y="4141158"/>
                </a:cubicBezTo>
                <a:lnTo>
                  <a:pt x="5550" y="4141158"/>
                </a:lnTo>
                <a:cubicBezTo>
                  <a:pt x="5220" y="4141158"/>
                  <a:pt x="4761" y="4140698"/>
                  <a:pt x="4761" y="4140698"/>
                </a:cubicBezTo>
                <a:lnTo>
                  <a:pt x="229" y="4132817"/>
                </a:lnTo>
                <a:cubicBezTo>
                  <a:pt x="98" y="4132554"/>
                  <a:pt x="229" y="4131963"/>
                  <a:pt x="229" y="4131963"/>
                </a:cubicBezTo>
                <a:lnTo>
                  <a:pt x="4761" y="4124081"/>
                </a:lnTo>
                <a:cubicBezTo>
                  <a:pt x="4958" y="4123819"/>
                  <a:pt x="5550" y="4123622"/>
                  <a:pt x="5550" y="4123622"/>
                </a:cubicBezTo>
                <a:close/>
                <a:moveTo>
                  <a:pt x="10435622" y="3906613"/>
                </a:moveTo>
                <a:lnTo>
                  <a:pt x="10444686" y="3906613"/>
                </a:lnTo>
                <a:cubicBezTo>
                  <a:pt x="10445015" y="3906613"/>
                  <a:pt x="10445474" y="3907073"/>
                  <a:pt x="10445474" y="3907073"/>
                </a:cubicBezTo>
                <a:lnTo>
                  <a:pt x="10450007" y="3914954"/>
                </a:lnTo>
                <a:cubicBezTo>
                  <a:pt x="10450138" y="3915217"/>
                  <a:pt x="10450007" y="3915808"/>
                  <a:pt x="10450007" y="3915808"/>
                </a:cubicBezTo>
                <a:lnTo>
                  <a:pt x="10445474" y="3923690"/>
                </a:lnTo>
                <a:cubicBezTo>
                  <a:pt x="10445278" y="3923953"/>
                  <a:pt x="10444686" y="3924150"/>
                  <a:pt x="10444686" y="3924150"/>
                </a:cubicBezTo>
                <a:lnTo>
                  <a:pt x="10435622" y="3924150"/>
                </a:lnTo>
                <a:cubicBezTo>
                  <a:pt x="10435295" y="3924150"/>
                  <a:pt x="10434834" y="3923690"/>
                  <a:pt x="10434834" y="3923690"/>
                </a:cubicBezTo>
                <a:lnTo>
                  <a:pt x="10430302" y="3915808"/>
                </a:lnTo>
                <a:cubicBezTo>
                  <a:pt x="10430171" y="3915546"/>
                  <a:pt x="10430302" y="3914954"/>
                  <a:pt x="10430302" y="3914954"/>
                </a:cubicBezTo>
                <a:lnTo>
                  <a:pt x="10434834" y="3907073"/>
                </a:lnTo>
                <a:cubicBezTo>
                  <a:pt x="10435031" y="3906810"/>
                  <a:pt x="10435622" y="3906613"/>
                  <a:pt x="10435622" y="3906613"/>
                </a:cubicBezTo>
                <a:close/>
                <a:moveTo>
                  <a:pt x="10181242" y="3906613"/>
                </a:moveTo>
                <a:lnTo>
                  <a:pt x="10190305" y="3906613"/>
                </a:lnTo>
                <a:cubicBezTo>
                  <a:pt x="10190635" y="3906613"/>
                  <a:pt x="10191093" y="3907073"/>
                  <a:pt x="10191093" y="3907073"/>
                </a:cubicBezTo>
                <a:lnTo>
                  <a:pt x="10195626" y="3914954"/>
                </a:lnTo>
                <a:cubicBezTo>
                  <a:pt x="10195758" y="3915217"/>
                  <a:pt x="10195626" y="3915808"/>
                  <a:pt x="10195626" y="3915808"/>
                </a:cubicBezTo>
                <a:lnTo>
                  <a:pt x="10191093" y="3923690"/>
                </a:lnTo>
                <a:cubicBezTo>
                  <a:pt x="10190896" y="3923953"/>
                  <a:pt x="10190305" y="3924150"/>
                  <a:pt x="10190305" y="3924150"/>
                </a:cubicBezTo>
                <a:lnTo>
                  <a:pt x="10181242" y="3924150"/>
                </a:lnTo>
                <a:cubicBezTo>
                  <a:pt x="10180914" y="3924150"/>
                  <a:pt x="10180453" y="3923690"/>
                  <a:pt x="10180453" y="3923690"/>
                </a:cubicBezTo>
                <a:lnTo>
                  <a:pt x="10175922" y="3915808"/>
                </a:lnTo>
                <a:cubicBezTo>
                  <a:pt x="10175790" y="3915546"/>
                  <a:pt x="10175922" y="3914954"/>
                  <a:pt x="10175922" y="3914954"/>
                </a:cubicBezTo>
                <a:lnTo>
                  <a:pt x="10180453" y="3907073"/>
                </a:lnTo>
                <a:cubicBezTo>
                  <a:pt x="10180650" y="3906810"/>
                  <a:pt x="10181242" y="3906613"/>
                  <a:pt x="10181242" y="3906613"/>
                </a:cubicBezTo>
                <a:close/>
                <a:moveTo>
                  <a:pt x="9926861" y="3906613"/>
                </a:moveTo>
                <a:lnTo>
                  <a:pt x="9935924" y="3906613"/>
                </a:lnTo>
                <a:cubicBezTo>
                  <a:pt x="9936254" y="3906613"/>
                  <a:pt x="9936713" y="3907073"/>
                  <a:pt x="9936713" y="3907073"/>
                </a:cubicBezTo>
                <a:lnTo>
                  <a:pt x="9941246" y="3914954"/>
                </a:lnTo>
                <a:cubicBezTo>
                  <a:pt x="9941376" y="3915217"/>
                  <a:pt x="9941246" y="3915808"/>
                  <a:pt x="9941246" y="3915808"/>
                </a:cubicBezTo>
                <a:lnTo>
                  <a:pt x="9936713" y="3923690"/>
                </a:lnTo>
                <a:cubicBezTo>
                  <a:pt x="9936516" y="3923953"/>
                  <a:pt x="9935924" y="3924150"/>
                  <a:pt x="9935924" y="3924150"/>
                </a:cubicBezTo>
                <a:lnTo>
                  <a:pt x="9926861" y="3924150"/>
                </a:lnTo>
                <a:cubicBezTo>
                  <a:pt x="9926532" y="3924150"/>
                  <a:pt x="9926073" y="3923690"/>
                  <a:pt x="9926073" y="3923690"/>
                </a:cubicBezTo>
                <a:lnTo>
                  <a:pt x="9921541" y="3915808"/>
                </a:lnTo>
                <a:cubicBezTo>
                  <a:pt x="9921410" y="3915546"/>
                  <a:pt x="9921541" y="3914954"/>
                  <a:pt x="9921541" y="3914954"/>
                </a:cubicBezTo>
                <a:lnTo>
                  <a:pt x="9926073" y="3907073"/>
                </a:lnTo>
                <a:cubicBezTo>
                  <a:pt x="9926270" y="3906810"/>
                  <a:pt x="9926861" y="3906613"/>
                  <a:pt x="9926861" y="3906613"/>
                </a:cubicBezTo>
                <a:close/>
                <a:moveTo>
                  <a:pt x="9672481" y="3906613"/>
                </a:moveTo>
                <a:lnTo>
                  <a:pt x="9681545" y="3906613"/>
                </a:lnTo>
                <a:cubicBezTo>
                  <a:pt x="9681872" y="3906613"/>
                  <a:pt x="9682333" y="3907073"/>
                  <a:pt x="9682333" y="3907073"/>
                </a:cubicBezTo>
                <a:lnTo>
                  <a:pt x="9686865" y="3914954"/>
                </a:lnTo>
                <a:cubicBezTo>
                  <a:pt x="9686996" y="3915217"/>
                  <a:pt x="9686865" y="3915808"/>
                  <a:pt x="9686865" y="3915808"/>
                </a:cubicBezTo>
                <a:lnTo>
                  <a:pt x="9682333" y="3923690"/>
                </a:lnTo>
                <a:cubicBezTo>
                  <a:pt x="9682136" y="3923953"/>
                  <a:pt x="9681545" y="3924150"/>
                  <a:pt x="9681545" y="3924150"/>
                </a:cubicBezTo>
                <a:lnTo>
                  <a:pt x="9672481" y="3924150"/>
                </a:lnTo>
                <a:cubicBezTo>
                  <a:pt x="9672152" y="3924150"/>
                  <a:pt x="9671693" y="3923690"/>
                  <a:pt x="9671693" y="3923690"/>
                </a:cubicBezTo>
                <a:lnTo>
                  <a:pt x="9667160" y="3915808"/>
                </a:lnTo>
                <a:cubicBezTo>
                  <a:pt x="9667030" y="3915546"/>
                  <a:pt x="9667160" y="3914954"/>
                  <a:pt x="9667160" y="3914954"/>
                </a:cubicBezTo>
                <a:lnTo>
                  <a:pt x="9671693" y="3907073"/>
                </a:lnTo>
                <a:cubicBezTo>
                  <a:pt x="9671890" y="3906810"/>
                  <a:pt x="9672481" y="3906613"/>
                  <a:pt x="9672481" y="3906613"/>
                </a:cubicBezTo>
                <a:close/>
                <a:moveTo>
                  <a:pt x="9418035" y="3906613"/>
                </a:moveTo>
                <a:lnTo>
                  <a:pt x="9427099" y="3906613"/>
                </a:lnTo>
                <a:cubicBezTo>
                  <a:pt x="9427427" y="3906613"/>
                  <a:pt x="9427887" y="3907073"/>
                  <a:pt x="9427887" y="3907073"/>
                </a:cubicBezTo>
                <a:lnTo>
                  <a:pt x="9432419" y="3914954"/>
                </a:lnTo>
                <a:cubicBezTo>
                  <a:pt x="9432550" y="3915217"/>
                  <a:pt x="9432419" y="3915808"/>
                  <a:pt x="9432419" y="3915808"/>
                </a:cubicBezTo>
                <a:lnTo>
                  <a:pt x="9427887" y="3923690"/>
                </a:lnTo>
                <a:cubicBezTo>
                  <a:pt x="9427690" y="3923953"/>
                  <a:pt x="9427099" y="3924150"/>
                  <a:pt x="9427099" y="3924150"/>
                </a:cubicBezTo>
                <a:lnTo>
                  <a:pt x="9418035" y="3924150"/>
                </a:lnTo>
                <a:cubicBezTo>
                  <a:pt x="9417707" y="3924150"/>
                  <a:pt x="9417247" y="3923690"/>
                  <a:pt x="9417247" y="3923690"/>
                </a:cubicBezTo>
                <a:lnTo>
                  <a:pt x="9412714" y="3915808"/>
                </a:lnTo>
                <a:cubicBezTo>
                  <a:pt x="9412583" y="3915546"/>
                  <a:pt x="9412714" y="3914954"/>
                  <a:pt x="9412714" y="3914954"/>
                </a:cubicBezTo>
                <a:lnTo>
                  <a:pt x="9417247" y="3907073"/>
                </a:lnTo>
                <a:cubicBezTo>
                  <a:pt x="9417444" y="3906810"/>
                  <a:pt x="9418035" y="3906613"/>
                  <a:pt x="9418035" y="3906613"/>
                </a:cubicBezTo>
                <a:close/>
                <a:moveTo>
                  <a:pt x="9163654" y="3906613"/>
                </a:moveTo>
                <a:lnTo>
                  <a:pt x="9172718" y="3906613"/>
                </a:lnTo>
                <a:cubicBezTo>
                  <a:pt x="9173046" y="3906613"/>
                  <a:pt x="9173506" y="3907073"/>
                  <a:pt x="9173506" y="3907073"/>
                </a:cubicBezTo>
                <a:lnTo>
                  <a:pt x="9178038" y="3914954"/>
                </a:lnTo>
                <a:cubicBezTo>
                  <a:pt x="9178169" y="3915217"/>
                  <a:pt x="9178038" y="3915808"/>
                  <a:pt x="9178038" y="3915808"/>
                </a:cubicBezTo>
                <a:lnTo>
                  <a:pt x="9173506" y="3923690"/>
                </a:lnTo>
                <a:cubicBezTo>
                  <a:pt x="9173309" y="3923953"/>
                  <a:pt x="9172718" y="3924150"/>
                  <a:pt x="9172718" y="3924150"/>
                </a:cubicBezTo>
                <a:lnTo>
                  <a:pt x="9163654" y="3924150"/>
                </a:lnTo>
                <a:cubicBezTo>
                  <a:pt x="9163326" y="3924150"/>
                  <a:pt x="9162866" y="3923690"/>
                  <a:pt x="9162866" y="3923690"/>
                </a:cubicBezTo>
                <a:lnTo>
                  <a:pt x="9158333" y="3915808"/>
                </a:lnTo>
                <a:cubicBezTo>
                  <a:pt x="9158202" y="3915546"/>
                  <a:pt x="9158333" y="3914954"/>
                  <a:pt x="9158333" y="3914954"/>
                </a:cubicBezTo>
                <a:lnTo>
                  <a:pt x="9162866" y="3907073"/>
                </a:lnTo>
                <a:cubicBezTo>
                  <a:pt x="9163062" y="3906810"/>
                  <a:pt x="9163654" y="3906613"/>
                  <a:pt x="9163654" y="3906613"/>
                </a:cubicBezTo>
                <a:close/>
                <a:moveTo>
                  <a:pt x="8909274" y="3906613"/>
                </a:moveTo>
                <a:lnTo>
                  <a:pt x="8918336" y="3906613"/>
                </a:lnTo>
                <a:cubicBezTo>
                  <a:pt x="8918666" y="3906613"/>
                  <a:pt x="8919125" y="3907073"/>
                  <a:pt x="8919125" y="3907073"/>
                </a:cubicBezTo>
                <a:lnTo>
                  <a:pt x="8923657" y="3914954"/>
                </a:lnTo>
                <a:cubicBezTo>
                  <a:pt x="8923789" y="3915217"/>
                  <a:pt x="8923657" y="3915808"/>
                  <a:pt x="8923657" y="3915808"/>
                </a:cubicBezTo>
                <a:lnTo>
                  <a:pt x="8919125" y="3923690"/>
                </a:lnTo>
                <a:cubicBezTo>
                  <a:pt x="8918928" y="3923953"/>
                  <a:pt x="8918336" y="3924150"/>
                  <a:pt x="8918336" y="3924150"/>
                </a:cubicBezTo>
                <a:lnTo>
                  <a:pt x="8909274" y="3924150"/>
                </a:lnTo>
                <a:cubicBezTo>
                  <a:pt x="8908945" y="3924150"/>
                  <a:pt x="8908484" y="3923690"/>
                  <a:pt x="8908484" y="3923690"/>
                </a:cubicBezTo>
                <a:lnTo>
                  <a:pt x="8903953" y="3915808"/>
                </a:lnTo>
                <a:cubicBezTo>
                  <a:pt x="8903821" y="3915546"/>
                  <a:pt x="8903953" y="3914954"/>
                  <a:pt x="8903953" y="3914954"/>
                </a:cubicBezTo>
                <a:lnTo>
                  <a:pt x="8908484" y="3907073"/>
                </a:lnTo>
                <a:cubicBezTo>
                  <a:pt x="8908681" y="3906810"/>
                  <a:pt x="8909274" y="3906613"/>
                  <a:pt x="8909274" y="3906613"/>
                </a:cubicBezTo>
                <a:close/>
                <a:moveTo>
                  <a:pt x="8654892" y="3906613"/>
                </a:moveTo>
                <a:lnTo>
                  <a:pt x="8663955" y="3906613"/>
                </a:lnTo>
                <a:cubicBezTo>
                  <a:pt x="8664285" y="3906613"/>
                  <a:pt x="8664744" y="3907073"/>
                  <a:pt x="8664744" y="3907073"/>
                </a:cubicBezTo>
                <a:lnTo>
                  <a:pt x="8669277" y="3914954"/>
                </a:lnTo>
                <a:cubicBezTo>
                  <a:pt x="8669408" y="3915217"/>
                  <a:pt x="8669277" y="3915808"/>
                  <a:pt x="8669277" y="3915808"/>
                </a:cubicBezTo>
                <a:lnTo>
                  <a:pt x="8664744" y="3923690"/>
                </a:lnTo>
                <a:cubicBezTo>
                  <a:pt x="8664548" y="3923953"/>
                  <a:pt x="8663955" y="3924150"/>
                  <a:pt x="8663955" y="3924150"/>
                </a:cubicBezTo>
                <a:lnTo>
                  <a:pt x="8654892" y="3924150"/>
                </a:lnTo>
                <a:cubicBezTo>
                  <a:pt x="8654565" y="3924150"/>
                  <a:pt x="8654104" y="3923690"/>
                  <a:pt x="8654104" y="3923690"/>
                </a:cubicBezTo>
                <a:lnTo>
                  <a:pt x="8649572" y="3915808"/>
                </a:lnTo>
                <a:cubicBezTo>
                  <a:pt x="8649441" y="3915546"/>
                  <a:pt x="8649572" y="3914954"/>
                  <a:pt x="8649572" y="3914954"/>
                </a:cubicBezTo>
                <a:lnTo>
                  <a:pt x="8654104" y="3907073"/>
                </a:lnTo>
                <a:cubicBezTo>
                  <a:pt x="8654301" y="3906810"/>
                  <a:pt x="8654892" y="3906613"/>
                  <a:pt x="8654892" y="3906613"/>
                </a:cubicBezTo>
                <a:close/>
                <a:moveTo>
                  <a:pt x="8400511" y="3906613"/>
                </a:moveTo>
                <a:lnTo>
                  <a:pt x="8409575" y="3906613"/>
                </a:lnTo>
                <a:cubicBezTo>
                  <a:pt x="8409904" y="3906613"/>
                  <a:pt x="8410363" y="3907073"/>
                  <a:pt x="8410363" y="3907073"/>
                </a:cubicBezTo>
                <a:lnTo>
                  <a:pt x="8414896" y="3914954"/>
                </a:lnTo>
                <a:cubicBezTo>
                  <a:pt x="8415027" y="3915217"/>
                  <a:pt x="8414896" y="3915808"/>
                  <a:pt x="8414896" y="3915808"/>
                </a:cubicBezTo>
                <a:lnTo>
                  <a:pt x="8410363" y="3923690"/>
                </a:lnTo>
                <a:cubicBezTo>
                  <a:pt x="8410166" y="3923953"/>
                  <a:pt x="8409575" y="3924150"/>
                  <a:pt x="8409575" y="3924150"/>
                </a:cubicBezTo>
                <a:lnTo>
                  <a:pt x="8400511" y="3924150"/>
                </a:lnTo>
                <a:cubicBezTo>
                  <a:pt x="8400184" y="3924150"/>
                  <a:pt x="8399723" y="3923690"/>
                  <a:pt x="8399723" y="3923690"/>
                </a:cubicBezTo>
                <a:lnTo>
                  <a:pt x="8395191" y="3915808"/>
                </a:lnTo>
                <a:cubicBezTo>
                  <a:pt x="8395060" y="3915546"/>
                  <a:pt x="8395191" y="3914954"/>
                  <a:pt x="8395191" y="3914954"/>
                </a:cubicBezTo>
                <a:lnTo>
                  <a:pt x="8399723" y="3907073"/>
                </a:lnTo>
                <a:cubicBezTo>
                  <a:pt x="8399920" y="3906810"/>
                  <a:pt x="8400511" y="3906613"/>
                  <a:pt x="8400511" y="3906613"/>
                </a:cubicBezTo>
                <a:close/>
                <a:moveTo>
                  <a:pt x="8146065" y="3906613"/>
                </a:moveTo>
                <a:lnTo>
                  <a:pt x="8155129" y="3906613"/>
                </a:lnTo>
                <a:cubicBezTo>
                  <a:pt x="8155458" y="3906613"/>
                  <a:pt x="8155917" y="3907073"/>
                  <a:pt x="8155917" y="3907073"/>
                </a:cubicBezTo>
                <a:lnTo>
                  <a:pt x="8160449" y="3914954"/>
                </a:lnTo>
                <a:cubicBezTo>
                  <a:pt x="8160580" y="3915217"/>
                  <a:pt x="8160449" y="3915808"/>
                  <a:pt x="8160449" y="3915808"/>
                </a:cubicBezTo>
                <a:lnTo>
                  <a:pt x="8155917" y="3923690"/>
                </a:lnTo>
                <a:cubicBezTo>
                  <a:pt x="8155719" y="3923953"/>
                  <a:pt x="8155129" y="3924150"/>
                  <a:pt x="8155129" y="3924150"/>
                </a:cubicBezTo>
                <a:lnTo>
                  <a:pt x="8146065" y="3924150"/>
                </a:lnTo>
                <a:cubicBezTo>
                  <a:pt x="8145737" y="3924150"/>
                  <a:pt x="8145277" y="3923690"/>
                  <a:pt x="8145277" y="3923690"/>
                </a:cubicBezTo>
                <a:lnTo>
                  <a:pt x="8140745" y="3915808"/>
                </a:lnTo>
                <a:cubicBezTo>
                  <a:pt x="8140613" y="3915546"/>
                  <a:pt x="8140745" y="3914954"/>
                  <a:pt x="8140745" y="3914954"/>
                </a:cubicBezTo>
                <a:lnTo>
                  <a:pt x="8145277" y="3907073"/>
                </a:lnTo>
                <a:cubicBezTo>
                  <a:pt x="8145474" y="3906810"/>
                  <a:pt x="8146065" y="3906613"/>
                  <a:pt x="8146065" y="3906613"/>
                </a:cubicBezTo>
                <a:close/>
                <a:moveTo>
                  <a:pt x="7891684" y="3906613"/>
                </a:moveTo>
                <a:lnTo>
                  <a:pt x="7900748" y="3906613"/>
                </a:lnTo>
                <a:cubicBezTo>
                  <a:pt x="7901076" y="3906613"/>
                  <a:pt x="7901536" y="3907073"/>
                  <a:pt x="7901536" y="3907073"/>
                </a:cubicBezTo>
                <a:lnTo>
                  <a:pt x="7906067" y="3914954"/>
                </a:lnTo>
                <a:cubicBezTo>
                  <a:pt x="7906199" y="3915217"/>
                  <a:pt x="7906067" y="3915808"/>
                  <a:pt x="7906067" y="3915808"/>
                </a:cubicBezTo>
                <a:lnTo>
                  <a:pt x="7901536" y="3923690"/>
                </a:lnTo>
                <a:cubicBezTo>
                  <a:pt x="7901339" y="3923953"/>
                  <a:pt x="7900748" y="3924150"/>
                  <a:pt x="7900748" y="3924150"/>
                </a:cubicBezTo>
                <a:lnTo>
                  <a:pt x="7891684" y="3924150"/>
                </a:lnTo>
                <a:cubicBezTo>
                  <a:pt x="7891355" y="3924150"/>
                  <a:pt x="7890896" y="3923690"/>
                  <a:pt x="7890896" y="3923690"/>
                </a:cubicBezTo>
                <a:lnTo>
                  <a:pt x="7886363" y="3915808"/>
                </a:lnTo>
                <a:cubicBezTo>
                  <a:pt x="7886233" y="3915546"/>
                  <a:pt x="7886363" y="3914954"/>
                  <a:pt x="7886363" y="3914954"/>
                </a:cubicBezTo>
                <a:lnTo>
                  <a:pt x="7890896" y="3907073"/>
                </a:lnTo>
                <a:cubicBezTo>
                  <a:pt x="7891093" y="3906810"/>
                  <a:pt x="7891684" y="3906613"/>
                  <a:pt x="7891684" y="3906613"/>
                </a:cubicBezTo>
                <a:close/>
                <a:moveTo>
                  <a:pt x="7637304" y="3906613"/>
                </a:moveTo>
                <a:lnTo>
                  <a:pt x="7646367" y="3906613"/>
                </a:lnTo>
                <a:cubicBezTo>
                  <a:pt x="7646696" y="3906613"/>
                  <a:pt x="7647156" y="3907073"/>
                  <a:pt x="7647156" y="3907073"/>
                </a:cubicBezTo>
                <a:lnTo>
                  <a:pt x="7651687" y="3914954"/>
                </a:lnTo>
                <a:cubicBezTo>
                  <a:pt x="7651819" y="3915217"/>
                  <a:pt x="7651687" y="3915808"/>
                  <a:pt x="7651687" y="3915808"/>
                </a:cubicBezTo>
                <a:lnTo>
                  <a:pt x="7647156" y="3923690"/>
                </a:lnTo>
                <a:cubicBezTo>
                  <a:pt x="7646958" y="3923953"/>
                  <a:pt x="7646367" y="3924150"/>
                  <a:pt x="7646367" y="3924150"/>
                </a:cubicBezTo>
                <a:lnTo>
                  <a:pt x="7637304" y="3924150"/>
                </a:lnTo>
                <a:cubicBezTo>
                  <a:pt x="7636975" y="3924150"/>
                  <a:pt x="7636516" y="3923690"/>
                  <a:pt x="7636516" y="3923690"/>
                </a:cubicBezTo>
                <a:lnTo>
                  <a:pt x="7631983" y="3915808"/>
                </a:lnTo>
                <a:cubicBezTo>
                  <a:pt x="7631851" y="3915546"/>
                  <a:pt x="7631983" y="3914954"/>
                  <a:pt x="7631983" y="3914954"/>
                </a:cubicBezTo>
                <a:lnTo>
                  <a:pt x="7636516" y="3907073"/>
                </a:lnTo>
                <a:cubicBezTo>
                  <a:pt x="7636713" y="3906810"/>
                  <a:pt x="7637304" y="3906613"/>
                  <a:pt x="7637304" y="3906613"/>
                </a:cubicBezTo>
                <a:close/>
                <a:moveTo>
                  <a:pt x="7382923" y="3906613"/>
                </a:moveTo>
                <a:lnTo>
                  <a:pt x="7391987" y="3906613"/>
                </a:lnTo>
                <a:cubicBezTo>
                  <a:pt x="7392315" y="3906613"/>
                  <a:pt x="7392775" y="3907073"/>
                  <a:pt x="7392775" y="3907073"/>
                </a:cubicBezTo>
                <a:lnTo>
                  <a:pt x="7397307" y="3914954"/>
                </a:lnTo>
                <a:cubicBezTo>
                  <a:pt x="7397438" y="3915217"/>
                  <a:pt x="7397307" y="3915808"/>
                  <a:pt x="7397307" y="3915808"/>
                </a:cubicBezTo>
                <a:lnTo>
                  <a:pt x="7392775" y="3923690"/>
                </a:lnTo>
                <a:cubicBezTo>
                  <a:pt x="7392578" y="3923953"/>
                  <a:pt x="7391987" y="3924150"/>
                  <a:pt x="7391987" y="3924150"/>
                </a:cubicBezTo>
                <a:lnTo>
                  <a:pt x="7382923" y="3924150"/>
                </a:lnTo>
                <a:cubicBezTo>
                  <a:pt x="7382595" y="3924150"/>
                  <a:pt x="7382135" y="3923690"/>
                  <a:pt x="7382135" y="3923690"/>
                </a:cubicBezTo>
                <a:lnTo>
                  <a:pt x="7377602" y="3915808"/>
                </a:lnTo>
                <a:cubicBezTo>
                  <a:pt x="7377471" y="3915546"/>
                  <a:pt x="7377602" y="3914954"/>
                  <a:pt x="7377602" y="3914954"/>
                </a:cubicBezTo>
                <a:lnTo>
                  <a:pt x="7382135" y="3907073"/>
                </a:lnTo>
                <a:cubicBezTo>
                  <a:pt x="7382331" y="3906810"/>
                  <a:pt x="7382923" y="3906613"/>
                  <a:pt x="7382923" y="3906613"/>
                </a:cubicBezTo>
                <a:close/>
                <a:moveTo>
                  <a:pt x="7128477" y="3906613"/>
                </a:moveTo>
                <a:lnTo>
                  <a:pt x="7137540" y="3906613"/>
                </a:lnTo>
                <a:cubicBezTo>
                  <a:pt x="7137869" y="3906613"/>
                  <a:pt x="7138328" y="3907073"/>
                  <a:pt x="7138328" y="3907073"/>
                </a:cubicBezTo>
                <a:lnTo>
                  <a:pt x="7142860" y="3914954"/>
                </a:lnTo>
                <a:cubicBezTo>
                  <a:pt x="7142992" y="3915217"/>
                  <a:pt x="7142860" y="3915808"/>
                  <a:pt x="7142860" y="3915808"/>
                </a:cubicBezTo>
                <a:lnTo>
                  <a:pt x="7138328" y="3923690"/>
                </a:lnTo>
                <a:cubicBezTo>
                  <a:pt x="7138131" y="3923953"/>
                  <a:pt x="7137540" y="3924150"/>
                  <a:pt x="7137540" y="3924150"/>
                </a:cubicBezTo>
                <a:lnTo>
                  <a:pt x="7128477" y="3924150"/>
                </a:lnTo>
                <a:cubicBezTo>
                  <a:pt x="7128148" y="3924150"/>
                  <a:pt x="7127689" y="3923690"/>
                  <a:pt x="7127689" y="3923690"/>
                </a:cubicBezTo>
                <a:lnTo>
                  <a:pt x="7123156" y="3915808"/>
                </a:lnTo>
                <a:cubicBezTo>
                  <a:pt x="7123024" y="3915546"/>
                  <a:pt x="7123156" y="3914954"/>
                  <a:pt x="7123156" y="3914954"/>
                </a:cubicBezTo>
                <a:lnTo>
                  <a:pt x="7127689" y="3907073"/>
                </a:lnTo>
                <a:cubicBezTo>
                  <a:pt x="7127885" y="3906810"/>
                  <a:pt x="7128477" y="3906613"/>
                  <a:pt x="7128477" y="3906613"/>
                </a:cubicBezTo>
                <a:close/>
                <a:moveTo>
                  <a:pt x="6874095" y="3906613"/>
                </a:moveTo>
                <a:lnTo>
                  <a:pt x="6883159" y="3906613"/>
                </a:lnTo>
                <a:cubicBezTo>
                  <a:pt x="6883488" y="3906613"/>
                  <a:pt x="6883947" y="3907073"/>
                  <a:pt x="6883947" y="3907073"/>
                </a:cubicBezTo>
                <a:lnTo>
                  <a:pt x="6888480" y="3914954"/>
                </a:lnTo>
                <a:cubicBezTo>
                  <a:pt x="6888611" y="3915217"/>
                  <a:pt x="6888480" y="3915808"/>
                  <a:pt x="6888480" y="3915808"/>
                </a:cubicBezTo>
                <a:lnTo>
                  <a:pt x="6883947" y="3923690"/>
                </a:lnTo>
                <a:cubicBezTo>
                  <a:pt x="6883751" y="3923953"/>
                  <a:pt x="6883159" y="3924150"/>
                  <a:pt x="6883159" y="3924150"/>
                </a:cubicBezTo>
                <a:lnTo>
                  <a:pt x="6874095" y="3924150"/>
                </a:lnTo>
                <a:cubicBezTo>
                  <a:pt x="6873768" y="3924150"/>
                  <a:pt x="6873307" y="3923690"/>
                  <a:pt x="6873307" y="3923690"/>
                </a:cubicBezTo>
                <a:lnTo>
                  <a:pt x="6868775" y="3915808"/>
                </a:lnTo>
                <a:cubicBezTo>
                  <a:pt x="6868644" y="3915546"/>
                  <a:pt x="6868775" y="3914954"/>
                  <a:pt x="6868775" y="3914954"/>
                </a:cubicBezTo>
                <a:lnTo>
                  <a:pt x="6873307" y="3907073"/>
                </a:lnTo>
                <a:cubicBezTo>
                  <a:pt x="6873504" y="3906810"/>
                  <a:pt x="6874095" y="3906613"/>
                  <a:pt x="6874095" y="3906613"/>
                </a:cubicBezTo>
                <a:close/>
                <a:moveTo>
                  <a:pt x="6619714" y="3906613"/>
                </a:moveTo>
                <a:lnTo>
                  <a:pt x="6628778" y="3906613"/>
                </a:lnTo>
                <a:cubicBezTo>
                  <a:pt x="6629107" y="3906613"/>
                  <a:pt x="6629566" y="3907073"/>
                  <a:pt x="6629566" y="3907073"/>
                </a:cubicBezTo>
                <a:lnTo>
                  <a:pt x="6634099" y="3914954"/>
                </a:lnTo>
                <a:cubicBezTo>
                  <a:pt x="6634230" y="3915217"/>
                  <a:pt x="6634099" y="3915808"/>
                  <a:pt x="6634099" y="3915808"/>
                </a:cubicBezTo>
                <a:lnTo>
                  <a:pt x="6629566" y="3923690"/>
                </a:lnTo>
                <a:cubicBezTo>
                  <a:pt x="6629369" y="3923953"/>
                  <a:pt x="6628778" y="3924150"/>
                  <a:pt x="6628778" y="3924150"/>
                </a:cubicBezTo>
                <a:lnTo>
                  <a:pt x="6619714" y="3924150"/>
                </a:lnTo>
                <a:cubicBezTo>
                  <a:pt x="6619387" y="3924150"/>
                  <a:pt x="6618926" y="3923690"/>
                  <a:pt x="6618926" y="3923690"/>
                </a:cubicBezTo>
                <a:lnTo>
                  <a:pt x="6614394" y="3915808"/>
                </a:lnTo>
                <a:cubicBezTo>
                  <a:pt x="6614263" y="3915546"/>
                  <a:pt x="6614394" y="3914954"/>
                  <a:pt x="6614394" y="3914954"/>
                </a:cubicBezTo>
                <a:lnTo>
                  <a:pt x="6618926" y="3907073"/>
                </a:lnTo>
                <a:cubicBezTo>
                  <a:pt x="6619123" y="3906810"/>
                  <a:pt x="6619714" y="3906613"/>
                  <a:pt x="6619714" y="3906613"/>
                </a:cubicBezTo>
                <a:close/>
                <a:moveTo>
                  <a:pt x="6365334" y="3906613"/>
                </a:moveTo>
                <a:lnTo>
                  <a:pt x="6374397" y="3906613"/>
                </a:lnTo>
                <a:cubicBezTo>
                  <a:pt x="6374727" y="3906613"/>
                  <a:pt x="6375186" y="3907073"/>
                  <a:pt x="6375186" y="3907073"/>
                </a:cubicBezTo>
                <a:lnTo>
                  <a:pt x="6379718" y="3914954"/>
                </a:lnTo>
                <a:cubicBezTo>
                  <a:pt x="6379849" y="3915217"/>
                  <a:pt x="6379718" y="3915808"/>
                  <a:pt x="6379718" y="3915808"/>
                </a:cubicBezTo>
                <a:lnTo>
                  <a:pt x="6375186" y="3923690"/>
                </a:lnTo>
                <a:cubicBezTo>
                  <a:pt x="6374988" y="3923953"/>
                  <a:pt x="6374397" y="3924150"/>
                  <a:pt x="6374397" y="3924150"/>
                </a:cubicBezTo>
                <a:lnTo>
                  <a:pt x="6365334" y="3924150"/>
                </a:lnTo>
                <a:cubicBezTo>
                  <a:pt x="6365005" y="3924150"/>
                  <a:pt x="6364546" y="3923690"/>
                  <a:pt x="6364546" y="3923690"/>
                </a:cubicBezTo>
                <a:lnTo>
                  <a:pt x="6360014" y="3915808"/>
                </a:lnTo>
                <a:cubicBezTo>
                  <a:pt x="6359882" y="3915546"/>
                  <a:pt x="6360014" y="3914954"/>
                  <a:pt x="6360014" y="3914954"/>
                </a:cubicBezTo>
                <a:lnTo>
                  <a:pt x="6364546" y="3907073"/>
                </a:lnTo>
                <a:cubicBezTo>
                  <a:pt x="6364743" y="3906810"/>
                  <a:pt x="6365334" y="3906613"/>
                  <a:pt x="6365334" y="3906613"/>
                </a:cubicBezTo>
                <a:close/>
                <a:moveTo>
                  <a:pt x="6110888" y="3906613"/>
                </a:moveTo>
                <a:lnTo>
                  <a:pt x="6119953" y="3906613"/>
                </a:lnTo>
                <a:cubicBezTo>
                  <a:pt x="6120280" y="3906613"/>
                  <a:pt x="6120740" y="3907073"/>
                  <a:pt x="6120740" y="3907073"/>
                </a:cubicBezTo>
                <a:lnTo>
                  <a:pt x="6125272" y="3914954"/>
                </a:lnTo>
                <a:cubicBezTo>
                  <a:pt x="6125403" y="3915217"/>
                  <a:pt x="6125272" y="3915808"/>
                  <a:pt x="6125272" y="3915808"/>
                </a:cubicBezTo>
                <a:lnTo>
                  <a:pt x="6120740" y="3923690"/>
                </a:lnTo>
                <a:cubicBezTo>
                  <a:pt x="6120543" y="3923953"/>
                  <a:pt x="6119953" y="3924150"/>
                  <a:pt x="6119953" y="3924150"/>
                </a:cubicBezTo>
                <a:lnTo>
                  <a:pt x="6110888" y="3924150"/>
                </a:lnTo>
                <a:cubicBezTo>
                  <a:pt x="6110560" y="3924150"/>
                  <a:pt x="6110101" y="3923690"/>
                  <a:pt x="6110101" y="3923690"/>
                </a:cubicBezTo>
                <a:lnTo>
                  <a:pt x="6105567" y="3915808"/>
                </a:lnTo>
                <a:cubicBezTo>
                  <a:pt x="6105436" y="3915546"/>
                  <a:pt x="6105567" y="3914954"/>
                  <a:pt x="6105567" y="3914954"/>
                </a:cubicBezTo>
                <a:lnTo>
                  <a:pt x="6110101" y="3907073"/>
                </a:lnTo>
                <a:cubicBezTo>
                  <a:pt x="6110296" y="3906810"/>
                  <a:pt x="6110888" y="3906613"/>
                  <a:pt x="6110888" y="3906613"/>
                </a:cubicBezTo>
                <a:close/>
                <a:moveTo>
                  <a:pt x="5856508" y="3906613"/>
                </a:moveTo>
                <a:lnTo>
                  <a:pt x="5865571" y="3906613"/>
                </a:lnTo>
                <a:cubicBezTo>
                  <a:pt x="5865900" y="3906613"/>
                  <a:pt x="5866359" y="3907073"/>
                  <a:pt x="5866359" y="3907073"/>
                </a:cubicBezTo>
                <a:lnTo>
                  <a:pt x="5870891" y="3914954"/>
                </a:lnTo>
                <a:cubicBezTo>
                  <a:pt x="5871023" y="3915217"/>
                  <a:pt x="5870891" y="3915808"/>
                  <a:pt x="5870891" y="3915808"/>
                </a:cubicBezTo>
                <a:lnTo>
                  <a:pt x="5866359" y="3923690"/>
                </a:lnTo>
                <a:cubicBezTo>
                  <a:pt x="5866163" y="3923953"/>
                  <a:pt x="5865571" y="3924150"/>
                  <a:pt x="5865571" y="3924150"/>
                </a:cubicBezTo>
                <a:lnTo>
                  <a:pt x="5856508" y="3924150"/>
                </a:lnTo>
                <a:cubicBezTo>
                  <a:pt x="5856178" y="3924150"/>
                  <a:pt x="5855720" y="3923690"/>
                  <a:pt x="5855720" y="3923690"/>
                </a:cubicBezTo>
                <a:lnTo>
                  <a:pt x="5851187" y="3915808"/>
                </a:lnTo>
                <a:cubicBezTo>
                  <a:pt x="5851055" y="3915546"/>
                  <a:pt x="5851187" y="3914954"/>
                  <a:pt x="5851187" y="3914954"/>
                </a:cubicBezTo>
                <a:lnTo>
                  <a:pt x="5855720" y="3907073"/>
                </a:lnTo>
                <a:cubicBezTo>
                  <a:pt x="5855916" y="3906810"/>
                  <a:pt x="5856508" y="3906613"/>
                  <a:pt x="5856508" y="3906613"/>
                </a:cubicBezTo>
                <a:close/>
                <a:moveTo>
                  <a:pt x="5602126" y="3906613"/>
                </a:moveTo>
                <a:lnTo>
                  <a:pt x="5611191" y="3906613"/>
                </a:lnTo>
                <a:cubicBezTo>
                  <a:pt x="5611519" y="3906613"/>
                  <a:pt x="5611979" y="3907073"/>
                  <a:pt x="5611979" y="3907073"/>
                </a:cubicBezTo>
                <a:lnTo>
                  <a:pt x="5616511" y="3914954"/>
                </a:lnTo>
                <a:cubicBezTo>
                  <a:pt x="5616642" y="3915217"/>
                  <a:pt x="5616511" y="3915808"/>
                  <a:pt x="5616511" y="3915808"/>
                </a:cubicBezTo>
                <a:lnTo>
                  <a:pt x="5611979" y="3923690"/>
                </a:lnTo>
                <a:cubicBezTo>
                  <a:pt x="5611782" y="3923953"/>
                  <a:pt x="5611191" y="3924150"/>
                  <a:pt x="5611191" y="3924150"/>
                </a:cubicBezTo>
                <a:lnTo>
                  <a:pt x="5602126" y="3924150"/>
                </a:lnTo>
                <a:cubicBezTo>
                  <a:pt x="5601798" y="3924150"/>
                  <a:pt x="5601338" y="3923690"/>
                  <a:pt x="5601338" y="3923690"/>
                </a:cubicBezTo>
                <a:lnTo>
                  <a:pt x="5596807" y="3915808"/>
                </a:lnTo>
                <a:cubicBezTo>
                  <a:pt x="5596675" y="3915546"/>
                  <a:pt x="5596807" y="3914954"/>
                  <a:pt x="5596807" y="3914954"/>
                </a:cubicBezTo>
                <a:lnTo>
                  <a:pt x="5601338" y="3907073"/>
                </a:lnTo>
                <a:cubicBezTo>
                  <a:pt x="5601536" y="3906810"/>
                  <a:pt x="5602126" y="3906613"/>
                  <a:pt x="5602126" y="3906613"/>
                </a:cubicBezTo>
                <a:close/>
                <a:moveTo>
                  <a:pt x="5347746" y="3906613"/>
                </a:moveTo>
                <a:lnTo>
                  <a:pt x="5356810" y="3906613"/>
                </a:lnTo>
                <a:cubicBezTo>
                  <a:pt x="5357138" y="3906613"/>
                  <a:pt x="5357598" y="3907073"/>
                  <a:pt x="5357598" y="3907073"/>
                </a:cubicBezTo>
                <a:lnTo>
                  <a:pt x="5362130" y="3914954"/>
                </a:lnTo>
                <a:cubicBezTo>
                  <a:pt x="5362261" y="3915217"/>
                  <a:pt x="5362130" y="3915808"/>
                  <a:pt x="5362130" y="3915808"/>
                </a:cubicBezTo>
                <a:lnTo>
                  <a:pt x="5357598" y="3923690"/>
                </a:lnTo>
                <a:cubicBezTo>
                  <a:pt x="5357401" y="3923953"/>
                  <a:pt x="5356810" y="3924150"/>
                  <a:pt x="5356810" y="3924150"/>
                </a:cubicBezTo>
                <a:lnTo>
                  <a:pt x="5347746" y="3924150"/>
                </a:lnTo>
                <a:cubicBezTo>
                  <a:pt x="5347418" y="3924150"/>
                  <a:pt x="5346958" y="3923690"/>
                  <a:pt x="5346958" y="3923690"/>
                </a:cubicBezTo>
                <a:lnTo>
                  <a:pt x="5342425" y="3915808"/>
                </a:lnTo>
                <a:cubicBezTo>
                  <a:pt x="5342295" y="3915546"/>
                  <a:pt x="5342425" y="3914954"/>
                  <a:pt x="5342425" y="3914954"/>
                </a:cubicBezTo>
                <a:lnTo>
                  <a:pt x="5346958" y="3907073"/>
                </a:lnTo>
                <a:cubicBezTo>
                  <a:pt x="5347154" y="3906810"/>
                  <a:pt x="5347746" y="3906613"/>
                  <a:pt x="5347746" y="3906613"/>
                </a:cubicBezTo>
                <a:close/>
                <a:moveTo>
                  <a:pt x="5093300" y="3906613"/>
                </a:moveTo>
                <a:lnTo>
                  <a:pt x="5102364" y="3906613"/>
                </a:lnTo>
                <a:cubicBezTo>
                  <a:pt x="5102693" y="3906613"/>
                  <a:pt x="5103153" y="3907073"/>
                  <a:pt x="5103153" y="3907073"/>
                </a:cubicBezTo>
                <a:lnTo>
                  <a:pt x="5107684" y="3914954"/>
                </a:lnTo>
                <a:cubicBezTo>
                  <a:pt x="5107815" y="3915217"/>
                  <a:pt x="5107684" y="3915808"/>
                  <a:pt x="5107684" y="3915808"/>
                </a:cubicBezTo>
                <a:lnTo>
                  <a:pt x="5103153" y="3923690"/>
                </a:lnTo>
                <a:cubicBezTo>
                  <a:pt x="5102955" y="3923953"/>
                  <a:pt x="5102364" y="3924150"/>
                  <a:pt x="5102364" y="3924150"/>
                </a:cubicBezTo>
                <a:lnTo>
                  <a:pt x="5093300" y="3924150"/>
                </a:lnTo>
                <a:cubicBezTo>
                  <a:pt x="5092972" y="3924150"/>
                  <a:pt x="5092512" y="3923690"/>
                  <a:pt x="5092512" y="3923690"/>
                </a:cubicBezTo>
                <a:lnTo>
                  <a:pt x="5087979" y="3915808"/>
                </a:lnTo>
                <a:cubicBezTo>
                  <a:pt x="5087848" y="3915546"/>
                  <a:pt x="5087979" y="3914954"/>
                  <a:pt x="5087979" y="3914954"/>
                </a:cubicBezTo>
                <a:lnTo>
                  <a:pt x="5092512" y="3907073"/>
                </a:lnTo>
                <a:cubicBezTo>
                  <a:pt x="5092708" y="3906810"/>
                  <a:pt x="5093300" y="3906613"/>
                  <a:pt x="5093300" y="3906613"/>
                </a:cubicBezTo>
                <a:close/>
                <a:moveTo>
                  <a:pt x="4838919" y="3906613"/>
                </a:moveTo>
                <a:lnTo>
                  <a:pt x="4847982" y="3906613"/>
                </a:lnTo>
                <a:cubicBezTo>
                  <a:pt x="4848311" y="3906613"/>
                  <a:pt x="4848772" y="3907073"/>
                  <a:pt x="4848772" y="3907073"/>
                </a:cubicBezTo>
                <a:lnTo>
                  <a:pt x="4853303" y="3914954"/>
                </a:lnTo>
                <a:cubicBezTo>
                  <a:pt x="4853435" y="3915217"/>
                  <a:pt x="4853303" y="3915808"/>
                  <a:pt x="4853303" y="3915808"/>
                </a:cubicBezTo>
                <a:lnTo>
                  <a:pt x="4848772" y="3923690"/>
                </a:lnTo>
                <a:cubicBezTo>
                  <a:pt x="4848575" y="3923953"/>
                  <a:pt x="4847982" y="3924150"/>
                  <a:pt x="4847982" y="3924150"/>
                </a:cubicBezTo>
                <a:lnTo>
                  <a:pt x="4838919" y="3924150"/>
                </a:lnTo>
                <a:cubicBezTo>
                  <a:pt x="4838590" y="3924150"/>
                  <a:pt x="4838132" y="3923690"/>
                  <a:pt x="4838132" y="3923690"/>
                </a:cubicBezTo>
                <a:lnTo>
                  <a:pt x="4833598" y="3915808"/>
                </a:lnTo>
                <a:cubicBezTo>
                  <a:pt x="4833467" y="3915546"/>
                  <a:pt x="4833598" y="3914954"/>
                  <a:pt x="4833598" y="3914954"/>
                </a:cubicBezTo>
                <a:lnTo>
                  <a:pt x="4838132" y="3907073"/>
                </a:lnTo>
                <a:cubicBezTo>
                  <a:pt x="4838328" y="3906810"/>
                  <a:pt x="4838919" y="3906613"/>
                  <a:pt x="4838919" y="3906613"/>
                </a:cubicBezTo>
                <a:close/>
                <a:moveTo>
                  <a:pt x="4584538" y="3906613"/>
                </a:moveTo>
                <a:lnTo>
                  <a:pt x="4593603" y="3906613"/>
                </a:lnTo>
                <a:cubicBezTo>
                  <a:pt x="4593932" y="3906613"/>
                  <a:pt x="4594390" y="3907073"/>
                  <a:pt x="4594390" y="3907073"/>
                </a:cubicBezTo>
                <a:lnTo>
                  <a:pt x="4598922" y="3914954"/>
                </a:lnTo>
                <a:cubicBezTo>
                  <a:pt x="4599054" y="3915217"/>
                  <a:pt x="4598922" y="3915808"/>
                  <a:pt x="4598922" y="3915808"/>
                </a:cubicBezTo>
                <a:lnTo>
                  <a:pt x="4594390" y="3923690"/>
                </a:lnTo>
                <a:cubicBezTo>
                  <a:pt x="4594193" y="3923953"/>
                  <a:pt x="4593603" y="3924150"/>
                  <a:pt x="4593603" y="3924150"/>
                </a:cubicBezTo>
                <a:lnTo>
                  <a:pt x="4584538" y="3924150"/>
                </a:lnTo>
                <a:cubicBezTo>
                  <a:pt x="4584210" y="3924150"/>
                  <a:pt x="4583749" y="3923690"/>
                  <a:pt x="4583749" y="3923690"/>
                </a:cubicBezTo>
                <a:lnTo>
                  <a:pt x="4579218" y="3915808"/>
                </a:lnTo>
                <a:cubicBezTo>
                  <a:pt x="4579087" y="3915546"/>
                  <a:pt x="4579218" y="3914954"/>
                  <a:pt x="4579218" y="3914954"/>
                </a:cubicBezTo>
                <a:lnTo>
                  <a:pt x="4583749" y="3907073"/>
                </a:lnTo>
                <a:cubicBezTo>
                  <a:pt x="4583948" y="3906810"/>
                  <a:pt x="4584538" y="3906613"/>
                  <a:pt x="4584538" y="3906613"/>
                </a:cubicBezTo>
                <a:close/>
                <a:moveTo>
                  <a:pt x="4330157" y="3906613"/>
                </a:moveTo>
                <a:lnTo>
                  <a:pt x="4339222" y="3906613"/>
                </a:lnTo>
                <a:cubicBezTo>
                  <a:pt x="4339550" y="3906613"/>
                  <a:pt x="4340010" y="3907073"/>
                  <a:pt x="4340010" y="3907073"/>
                </a:cubicBezTo>
                <a:lnTo>
                  <a:pt x="4344540" y="3914954"/>
                </a:lnTo>
                <a:cubicBezTo>
                  <a:pt x="4344672" y="3915217"/>
                  <a:pt x="4344540" y="3915808"/>
                  <a:pt x="4344540" y="3915808"/>
                </a:cubicBezTo>
                <a:lnTo>
                  <a:pt x="4340010" y="3923690"/>
                </a:lnTo>
                <a:cubicBezTo>
                  <a:pt x="4339812" y="3923953"/>
                  <a:pt x="4339222" y="3924150"/>
                  <a:pt x="4339222" y="3924150"/>
                </a:cubicBezTo>
                <a:lnTo>
                  <a:pt x="4330157" y="3924150"/>
                </a:lnTo>
                <a:cubicBezTo>
                  <a:pt x="4329829" y="3924150"/>
                  <a:pt x="4329369" y="3923690"/>
                  <a:pt x="4329369" y="3923690"/>
                </a:cubicBezTo>
                <a:lnTo>
                  <a:pt x="4324836" y="3915808"/>
                </a:lnTo>
                <a:cubicBezTo>
                  <a:pt x="4324706" y="3915546"/>
                  <a:pt x="4324836" y="3914954"/>
                  <a:pt x="4324836" y="3914954"/>
                </a:cubicBezTo>
                <a:lnTo>
                  <a:pt x="4329369" y="3907073"/>
                </a:lnTo>
                <a:cubicBezTo>
                  <a:pt x="4329565" y="3906810"/>
                  <a:pt x="4330157" y="3906613"/>
                  <a:pt x="4330157" y="3906613"/>
                </a:cubicBezTo>
                <a:close/>
                <a:moveTo>
                  <a:pt x="4075834" y="3906613"/>
                </a:moveTo>
                <a:lnTo>
                  <a:pt x="4084899" y="3906613"/>
                </a:lnTo>
                <a:cubicBezTo>
                  <a:pt x="4085228" y="3906613"/>
                  <a:pt x="4085687" y="3907073"/>
                  <a:pt x="4085687" y="3907073"/>
                </a:cubicBezTo>
                <a:lnTo>
                  <a:pt x="4090218" y="3914954"/>
                </a:lnTo>
                <a:cubicBezTo>
                  <a:pt x="4090350" y="3915217"/>
                  <a:pt x="4090218" y="3915808"/>
                  <a:pt x="4090218" y="3915808"/>
                </a:cubicBezTo>
                <a:lnTo>
                  <a:pt x="4085687" y="3923690"/>
                </a:lnTo>
                <a:cubicBezTo>
                  <a:pt x="4085490" y="3923953"/>
                  <a:pt x="4084899" y="3924150"/>
                  <a:pt x="4084899" y="3924150"/>
                </a:cubicBezTo>
                <a:lnTo>
                  <a:pt x="4075834" y="3924150"/>
                </a:lnTo>
                <a:cubicBezTo>
                  <a:pt x="4075507" y="3924150"/>
                  <a:pt x="4075046" y="3923690"/>
                  <a:pt x="4075046" y="3923690"/>
                </a:cubicBezTo>
                <a:lnTo>
                  <a:pt x="4070513" y="3915808"/>
                </a:lnTo>
                <a:cubicBezTo>
                  <a:pt x="4070382" y="3915546"/>
                  <a:pt x="4070513" y="3914954"/>
                  <a:pt x="4070513" y="3914954"/>
                </a:cubicBezTo>
                <a:lnTo>
                  <a:pt x="4075046" y="3907073"/>
                </a:lnTo>
                <a:cubicBezTo>
                  <a:pt x="4075242" y="3906810"/>
                  <a:pt x="4075834" y="3906613"/>
                  <a:pt x="4075834" y="3906613"/>
                </a:cubicBezTo>
                <a:close/>
                <a:moveTo>
                  <a:pt x="3821440" y="3906613"/>
                </a:moveTo>
                <a:lnTo>
                  <a:pt x="3830507" y="3906613"/>
                </a:lnTo>
                <a:cubicBezTo>
                  <a:pt x="3830835" y="3906613"/>
                  <a:pt x="3831294" y="3907073"/>
                  <a:pt x="3831294" y="3907073"/>
                </a:cubicBezTo>
                <a:lnTo>
                  <a:pt x="3835828" y="3914954"/>
                </a:lnTo>
                <a:cubicBezTo>
                  <a:pt x="3835957" y="3915217"/>
                  <a:pt x="3835828" y="3915808"/>
                  <a:pt x="3835828" y="3915808"/>
                </a:cubicBezTo>
                <a:lnTo>
                  <a:pt x="3831294" y="3923690"/>
                </a:lnTo>
                <a:cubicBezTo>
                  <a:pt x="3831097" y="3923953"/>
                  <a:pt x="3830507" y="3924150"/>
                  <a:pt x="3830507" y="3924150"/>
                </a:cubicBezTo>
                <a:lnTo>
                  <a:pt x="3821440" y="3924150"/>
                </a:lnTo>
                <a:cubicBezTo>
                  <a:pt x="3821113" y="3924150"/>
                  <a:pt x="3820653" y="3923690"/>
                  <a:pt x="3820653" y="3923690"/>
                </a:cubicBezTo>
                <a:lnTo>
                  <a:pt x="3816120" y="3915808"/>
                </a:lnTo>
                <a:cubicBezTo>
                  <a:pt x="3815989" y="3915546"/>
                  <a:pt x="3816120" y="3914954"/>
                  <a:pt x="3816120" y="3914954"/>
                </a:cubicBezTo>
                <a:lnTo>
                  <a:pt x="3820653" y="3907073"/>
                </a:lnTo>
                <a:cubicBezTo>
                  <a:pt x="3820850" y="3906810"/>
                  <a:pt x="3821440" y="3906613"/>
                  <a:pt x="3821440" y="3906613"/>
                </a:cubicBezTo>
                <a:close/>
                <a:moveTo>
                  <a:pt x="3567185" y="3906613"/>
                </a:moveTo>
                <a:lnTo>
                  <a:pt x="3576249" y="3906613"/>
                </a:lnTo>
                <a:cubicBezTo>
                  <a:pt x="3576578" y="3906613"/>
                  <a:pt x="3577036" y="3907073"/>
                  <a:pt x="3577036" y="3907073"/>
                </a:cubicBezTo>
                <a:lnTo>
                  <a:pt x="3581569" y="3914954"/>
                </a:lnTo>
                <a:cubicBezTo>
                  <a:pt x="3581701" y="3915217"/>
                  <a:pt x="3581569" y="3915808"/>
                  <a:pt x="3581569" y="3915808"/>
                </a:cubicBezTo>
                <a:lnTo>
                  <a:pt x="3577036" y="3923690"/>
                </a:lnTo>
                <a:cubicBezTo>
                  <a:pt x="3576841" y="3923953"/>
                  <a:pt x="3576249" y="3924150"/>
                  <a:pt x="3576249" y="3924150"/>
                </a:cubicBezTo>
                <a:lnTo>
                  <a:pt x="3567185" y="3924150"/>
                </a:lnTo>
                <a:cubicBezTo>
                  <a:pt x="3566855" y="3924150"/>
                  <a:pt x="3566396" y="3923690"/>
                  <a:pt x="3566396" y="3923690"/>
                </a:cubicBezTo>
                <a:lnTo>
                  <a:pt x="3561863" y="3915808"/>
                </a:lnTo>
                <a:cubicBezTo>
                  <a:pt x="3561731" y="3915546"/>
                  <a:pt x="3561863" y="3914954"/>
                  <a:pt x="3561863" y="3914954"/>
                </a:cubicBezTo>
                <a:lnTo>
                  <a:pt x="3566396" y="3907073"/>
                </a:lnTo>
                <a:cubicBezTo>
                  <a:pt x="3566593" y="3906810"/>
                  <a:pt x="3567185" y="3906613"/>
                  <a:pt x="3567185" y="3906613"/>
                </a:cubicBezTo>
                <a:close/>
                <a:moveTo>
                  <a:pt x="3312664" y="3906613"/>
                </a:moveTo>
                <a:lnTo>
                  <a:pt x="3321728" y="3906613"/>
                </a:lnTo>
                <a:cubicBezTo>
                  <a:pt x="3322056" y="3906613"/>
                  <a:pt x="3322515" y="3907073"/>
                  <a:pt x="3322515" y="3907073"/>
                </a:cubicBezTo>
                <a:lnTo>
                  <a:pt x="3327049" y="3914954"/>
                </a:lnTo>
                <a:cubicBezTo>
                  <a:pt x="3327180" y="3915217"/>
                  <a:pt x="3327049" y="3915808"/>
                  <a:pt x="3327049" y="3915808"/>
                </a:cubicBezTo>
                <a:lnTo>
                  <a:pt x="3322515" y="3923690"/>
                </a:lnTo>
                <a:cubicBezTo>
                  <a:pt x="3322319" y="3923953"/>
                  <a:pt x="3321728" y="3924150"/>
                  <a:pt x="3321728" y="3924150"/>
                </a:cubicBezTo>
                <a:lnTo>
                  <a:pt x="3312664" y="3924150"/>
                </a:lnTo>
                <a:cubicBezTo>
                  <a:pt x="3312336" y="3924150"/>
                  <a:pt x="3311877" y="3923690"/>
                  <a:pt x="3311877" y="3923690"/>
                </a:cubicBezTo>
                <a:lnTo>
                  <a:pt x="3307343" y="3915808"/>
                </a:lnTo>
                <a:cubicBezTo>
                  <a:pt x="3307212" y="3915546"/>
                  <a:pt x="3307343" y="3914954"/>
                  <a:pt x="3307343" y="3914954"/>
                </a:cubicBezTo>
                <a:lnTo>
                  <a:pt x="3311877" y="3907073"/>
                </a:lnTo>
                <a:cubicBezTo>
                  <a:pt x="3312072" y="3906810"/>
                  <a:pt x="3312664" y="3906613"/>
                  <a:pt x="3312664" y="3906613"/>
                </a:cubicBezTo>
                <a:close/>
                <a:moveTo>
                  <a:pt x="3058287" y="3906613"/>
                </a:moveTo>
                <a:lnTo>
                  <a:pt x="3067351" y="3906613"/>
                </a:lnTo>
                <a:cubicBezTo>
                  <a:pt x="3067680" y="3906613"/>
                  <a:pt x="3068139" y="3907073"/>
                  <a:pt x="3068139" y="3907073"/>
                </a:cubicBezTo>
                <a:lnTo>
                  <a:pt x="3072671" y="3914954"/>
                </a:lnTo>
                <a:cubicBezTo>
                  <a:pt x="3072803" y="3915217"/>
                  <a:pt x="3072671" y="3915808"/>
                  <a:pt x="3072671" y="3915808"/>
                </a:cubicBezTo>
                <a:lnTo>
                  <a:pt x="3068139" y="3923690"/>
                </a:lnTo>
                <a:cubicBezTo>
                  <a:pt x="3067942" y="3923953"/>
                  <a:pt x="3067351" y="3924150"/>
                  <a:pt x="3067351" y="3924150"/>
                </a:cubicBezTo>
                <a:lnTo>
                  <a:pt x="3058287" y="3924150"/>
                </a:lnTo>
                <a:cubicBezTo>
                  <a:pt x="3057958" y="3924150"/>
                  <a:pt x="3057498" y="3923690"/>
                  <a:pt x="3057498" y="3923690"/>
                </a:cubicBezTo>
                <a:lnTo>
                  <a:pt x="3052966" y="3915808"/>
                </a:lnTo>
                <a:cubicBezTo>
                  <a:pt x="3052835" y="3915546"/>
                  <a:pt x="3052966" y="3914954"/>
                  <a:pt x="3052966" y="3914954"/>
                </a:cubicBezTo>
                <a:lnTo>
                  <a:pt x="3057498" y="3907073"/>
                </a:lnTo>
                <a:cubicBezTo>
                  <a:pt x="3057697" y="3906810"/>
                  <a:pt x="3058287" y="3906613"/>
                  <a:pt x="3058287" y="3906613"/>
                </a:cubicBezTo>
                <a:close/>
                <a:moveTo>
                  <a:pt x="2803942" y="3906613"/>
                </a:moveTo>
                <a:lnTo>
                  <a:pt x="2813007" y="3906613"/>
                </a:lnTo>
                <a:cubicBezTo>
                  <a:pt x="2813336" y="3906613"/>
                  <a:pt x="2813794" y="3907073"/>
                  <a:pt x="2813794" y="3907073"/>
                </a:cubicBezTo>
                <a:lnTo>
                  <a:pt x="2818327" y="3914954"/>
                </a:lnTo>
                <a:cubicBezTo>
                  <a:pt x="2818458" y="3915217"/>
                  <a:pt x="2818327" y="3915808"/>
                  <a:pt x="2818327" y="3915808"/>
                </a:cubicBezTo>
                <a:lnTo>
                  <a:pt x="2813794" y="3923690"/>
                </a:lnTo>
                <a:cubicBezTo>
                  <a:pt x="2813596" y="3923953"/>
                  <a:pt x="2813007" y="3924150"/>
                  <a:pt x="2813007" y="3924150"/>
                </a:cubicBezTo>
                <a:lnTo>
                  <a:pt x="2803942" y="3924150"/>
                </a:lnTo>
                <a:cubicBezTo>
                  <a:pt x="2803611" y="3924150"/>
                  <a:pt x="2803152" y="3923690"/>
                  <a:pt x="2803152" y="3923690"/>
                </a:cubicBezTo>
                <a:lnTo>
                  <a:pt x="2798621" y="3915808"/>
                </a:lnTo>
                <a:cubicBezTo>
                  <a:pt x="2798490" y="3915546"/>
                  <a:pt x="2798621" y="3914954"/>
                  <a:pt x="2798621" y="3914954"/>
                </a:cubicBezTo>
                <a:lnTo>
                  <a:pt x="2803152" y="3907073"/>
                </a:lnTo>
                <a:cubicBezTo>
                  <a:pt x="2803351" y="3906810"/>
                  <a:pt x="2803942" y="3906613"/>
                  <a:pt x="2803942" y="3906613"/>
                </a:cubicBezTo>
                <a:close/>
                <a:moveTo>
                  <a:pt x="2549573" y="3906613"/>
                </a:moveTo>
                <a:lnTo>
                  <a:pt x="2558638" y="3906613"/>
                </a:lnTo>
                <a:cubicBezTo>
                  <a:pt x="2558968" y="3906613"/>
                  <a:pt x="2559427" y="3907073"/>
                  <a:pt x="2559427" y="3907073"/>
                </a:cubicBezTo>
                <a:lnTo>
                  <a:pt x="2563960" y="3914954"/>
                </a:lnTo>
                <a:cubicBezTo>
                  <a:pt x="2564090" y="3915217"/>
                  <a:pt x="2563960" y="3915808"/>
                  <a:pt x="2563960" y="3915808"/>
                </a:cubicBezTo>
                <a:lnTo>
                  <a:pt x="2559427" y="3923690"/>
                </a:lnTo>
                <a:cubicBezTo>
                  <a:pt x="2559229" y="3923953"/>
                  <a:pt x="2558638" y="3924150"/>
                  <a:pt x="2558638" y="3924150"/>
                </a:cubicBezTo>
                <a:lnTo>
                  <a:pt x="2549573" y="3924150"/>
                </a:lnTo>
                <a:cubicBezTo>
                  <a:pt x="2549246" y="3924150"/>
                  <a:pt x="2548784" y="3923690"/>
                  <a:pt x="2548784" y="3923690"/>
                </a:cubicBezTo>
                <a:lnTo>
                  <a:pt x="2544253" y="3915808"/>
                </a:lnTo>
                <a:cubicBezTo>
                  <a:pt x="2544122" y="3915546"/>
                  <a:pt x="2544253" y="3914954"/>
                  <a:pt x="2544253" y="3914954"/>
                </a:cubicBezTo>
                <a:lnTo>
                  <a:pt x="2548784" y="3907073"/>
                </a:lnTo>
                <a:cubicBezTo>
                  <a:pt x="2548982" y="3906810"/>
                  <a:pt x="2549573" y="3906613"/>
                  <a:pt x="2549573" y="3906613"/>
                </a:cubicBezTo>
                <a:close/>
                <a:moveTo>
                  <a:pt x="2294995" y="3906613"/>
                </a:moveTo>
                <a:lnTo>
                  <a:pt x="2304059" y="3906613"/>
                </a:lnTo>
                <a:cubicBezTo>
                  <a:pt x="2304388" y="3906613"/>
                  <a:pt x="2304847" y="3907073"/>
                  <a:pt x="2304847" y="3907073"/>
                </a:cubicBezTo>
                <a:lnTo>
                  <a:pt x="2309379" y="3914954"/>
                </a:lnTo>
                <a:cubicBezTo>
                  <a:pt x="2309511" y="3915217"/>
                  <a:pt x="2309379" y="3915808"/>
                  <a:pt x="2309379" y="3915808"/>
                </a:cubicBezTo>
                <a:lnTo>
                  <a:pt x="2304847" y="3923690"/>
                </a:lnTo>
                <a:cubicBezTo>
                  <a:pt x="2304650" y="3923953"/>
                  <a:pt x="2304059" y="3924150"/>
                  <a:pt x="2304059" y="3924150"/>
                </a:cubicBezTo>
                <a:lnTo>
                  <a:pt x="2294995" y="3924150"/>
                </a:lnTo>
                <a:cubicBezTo>
                  <a:pt x="2294667" y="3924150"/>
                  <a:pt x="2294206" y="3923690"/>
                  <a:pt x="2294206" y="3923690"/>
                </a:cubicBezTo>
                <a:lnTo>
                  <a:pt x="2289675" y="3915808"/>
                </a:lnTo>
                <a:cubicBezTo>
                  <a:pt x="2289543" y="3915546"/>
                  <a:pt x="2289675" y="3914954"/>
                  <a:pt x="2289675" y="3914954"/>
                </a:cubicBezTo>
                <a:lnTo>
                  <a:pt x="2294206" y="3907073"/>
                </a:lnTo>
                <a:cubicBezTo>
                  <a:pt x="2294404" y="3906810"/>
                  <a:pt x="2294995" y="3906613"/>
                  <a:pt x="2294995" y="3906613"/>
                </a:cubicBezTo>
                <a:close/>
                <a:moveTo>
                  <a:pt x="2040770" y="3906613"/>
                </a:moveTo>
                <a:lnTo>
                  <a:pt x="2049835" y="3906613"/>
                </a:lnTo>
                <a:cubicBezTo>
                  <a:pt x="2050163" y="3906613"/>
                  <a:pt x="2050623" y="3907073"/>
                  <a:pt x="2050623" y="3907073"/>
                </a:cubicBezTo>
                <a:lnTo>
                  <a:pt x="2055154" y="3914954"/>
                </a:lnTo>
                <a:cubicBezTo>
                  <a:pt x="2055285" y="3915217"/>
                  <a:pt x="2055154" y="3915808"/>
                  <a:pt x="2055154" y="3915808"/>
                </a:cubicBezTo>
                <a:lnTo>
                  <a:pt x="2050623" y="3923690"/>
                </a:lnTo>
                <a:cubicBezTo>
                  <a:pt x="2050426" y="3923953"/>
                  <a:pt x="2049835" y="3924150"/>
                  <a:pt x="2049835" y="3924150"/>
                </a:cubicBezTo>
                <a:lnTo>
                  <a:pt x="2040770" y="3924150"/>
                </a:lnTo>
                <a:cubicBezTo>
                  <a:pt x="2040440" y="3924150"/>
                  <a:pt x="2039981" y="3923690"/>
                  <a:pt x="2039981" y="3923690"/>
                </a:cubicBezTo>
                <a:lnTo>
                  <a:pt x="2035449" y="3915808"/>
                </a:lnTo>
                <a:cubicBezTo>
                  <a:pt x="2035318" y="3915546"/>
                  <a:pt x="2035449" y="3914954"/>
                  <a:pt x="2035449" y="3914954"/>
                </a:cubicBezTo>
                <a:lnTo>
                  <a:pt x="2039981" y="3907073"/>
                </a:lnTo>
                <a:cubicBezTo>
                  <a:pt x="2040179" y="3906810"/>
                  <a:pt x="2040770" y="3906613"/>
                  <a:pt x="2040770" y="3906613"/>
                </a:cubicBezTo>
                <a:close/>
                <a:moveTo>
                  <a:pt x="1786153" y="3906613"/>
                </a:moveTo>
                <a:lnTo>
                  <a:pt x="1795218" y="3906613"/>
                </a:lnTo>
                <a:cubicBezTo>
                  <a:pt x="1795546" y="3906613"/>
                  <a:pt x="1796006" y="3907073"/>
                  <a:pt x="1796006" y="3907073"/>
                </a:cubicBezTo>
                <a:lnTo>
                  <a:pt x="1800538" y="3914954"/>
                </a:lnTo>
                <a:cubicBezTo>
                  <a:pt x="1800669" y="3915217"/>
                  <a:pt x="1800538" y="3915808"/>
                  <a:pt x="1800538" y="3915808"/>
                </a:cubicBezTo>
                <a:lnTo>
                  <a:pt x="1796006" y="3923690"/>
                </a:lnTo>
                <a:cubicBezTo>
                  <a:pt x="1795809" y="3923953"/>
                  <a:pt x="1795218" y="3924150"/>
                  <a:pt x="1795218" y="3924150"/>
                </a:cubicBezTo>
                <a:lnTo>
                  <a:pt x="1786153" y="3924150"/>
                </a:lnTo>
                <a:cubicBezTo>
                  <a:pt x="1785826" y="3924150"/>
                  <a:pt x="1785365" y="3923690"/>
                  <a:pt x="1785365" y="3923690"/>
                </a:cubicBezTo>
                <a:lnTo>
                  <a:pt x="1780833" y="3915808"/>
                </a:lnTo>
                <a:cubicBezTo>
                  <a:pt x="1780702" y="3915546"/>
                  <a:pt x="1780833" y="3914954"/>
                  <a:pt x="1780833" y="3914954"/>
                </a:cubicBezTo>
                <a:lnTo>
                  <a:pt x="1785365" y="3907073"/>
                </a:lnTo>
                <a:cubicBezTo>
                  <a:pt x="1785562" y="3906810"/>
                  <a:pt x="1786153" y="3906613"/>
                  <a:pt x="1786153" y="3906613"/>
                </a:cubicBezTo>
                <a:close/>
                <a:moveTo>
                  <a:pt x="1531837" y="3906613"/>
                </a:moveTo>
                <a:lnTo>
                  <a:pt x="1540900" y="3906613"/>
                </a:lnTo>
                <a:cubicBezTo>
                  <a:pt x="1541228" y="3906613"/>
                  <a:pt x="1541689" y="3907073"/>
                  <a:pt x="1541689" y="3907073"/>
                </a:cubicBezTo>
                <a:lnTo>
                  <a:pt x="1546220" y="3914954"/>
                </a:lnTo>
                <a:cubicBezTo>
                  <a:pt x="1546352" y="3915217"/>
                  <a:pt x="1546220" y="3915808"/>
                  <a:pt x="1546220" y="3915808"/>
                </a:cubicBezTo>
                <a:lnTo>
                  <a:pt x="1541689" y="3923690"/>
                </a:lnTo>
                <a:cubicBezTo>
                  <a:pt x="1541491" y="3923953"/>
                  <a:pt x="1540900" y="3924150"/>
                  <a:pt x="1540900" y="3924150"/>
                </a:cubicBezTo>
                <a:lnTo>
                  <a:pt x="1531837" y="3924150"/>
                </a:lnTo>
                <a:cubicBezTo>
                  <a:pt x="1531508" y="3924150"/>
                  <a:pt x="1531049" y="3923690"/>
                  <a:pt x="1531049" y="3923690"/>
                </a:cubicBezTo>
                <a:lnTo>
                  <a:pt x="1526515" y="3915808"/>
                </a:lnTo>
                <a:cubicBezTo>
                  <a:pt x="1526385" y="3915546"/>
                  <a:pt x="1526515" y="3914954"/>
                  <a:pt x="1526515" y="3914954"/>
                </a:cubicBezTo>
                <a:lnTo>
                  <a:pt x="1531049" y="3907073"/>
                </a:lnTo>
                <a:cubicBezTo>
                  <a:pt x="1531246" y="3906810"/>
                  <a:pt x="1531837" y="3906613"/>
                  <a:pt x="1531837" y="3906613"/>
                </a:cubicBezTo>
                <a:close/>
                <a:moveTo>
                  <a:pt x="1277436" y="3906613"/>
                </a:moveTo>
                <a:lnTo>
                  <a:pt x="1286500" y="3906613"/>
                </a:lnTo>
                <a:cubicBezTo>
                  <a:pt x="1286829" y="3906613"/>
                  <a:pt x="1287289" y="3907073"/>
                  <a:pt x="1287289" y="3907073"/>
                </a:cubicBezTo>
                <a:lnTo>
                  <a:pt x="1291820" y="3914954"/>
                </a:lnTo>
                <a:cubicBezTo>
                  <a:pt x="1291952" y="3915217"/>
                  <a:pt x="1291820" y="3915808"/>
                  <a:pt x="1291820" y="3915808"/>
                </a:cubicBezTo>
                <a:lnTo>
                  <a:pt x="1287289" y="3923690"/>
                </a:lnTo>
                <a:cubicBezTo>
                  <a:pt x="1287092" y="3923953"/>
                  <a:pt x="1286500" y="3924150"/>
                  <a:pt x="1286500" y="3924150"/>
                </a:cubicBezTo>
                <a:lnTo>
                  <a:pt x="1277436" y="3924150"/>
                </a:lnTo>
                <a:cubicBezTo>
                  <a:pt x="1277108" y="3924150"/>
                  <a:pt x="1276648" y="3923690"/>
                  <a:pt x="1276648" y="3923690"/>
                </a:cubicBezTo>
                <a:lnTo>
                  <a:pt x="1272117" y="3915808"/>
                </a:lnTo>
                <a:cubicBezTo>
                  <a:pt x="1271985" y="3915546"/>
                  <a:pt x="1272117" y="3914954"/>
                  <a:pt x="1272117" y="3914954"/>
                </a:cubicBezTo>
                <a:lnTo>
                  <a:pt x="1276648" y="3907073"/>
                </a:lnTo>
                <a:cubicBezTo>
                  <a:pt x="1276845" y="3906810"/>
                  <a:pt x="1277436" y="3906613"/>
                  <a:pt x="1277436" y="3906613"/>
                </a:cubicBezTo>
                <a:close/>
                <a:moveTo>
                  <a:pt x="1023161" y="3906613"/>
                </a:moveTo>
                <a:lnTo>
                  <a:pt x="1032224" y="3906613"/>
                </a:lnTo>
                <a:cubicBezTo>
                  <a:pt x="1032553" y="3906613"/>
                  <a:pt x="1033011" y="3907073"/>
                  <a:pt x="1033011" y="3907073"/>
                </a:cubicBezTo>
                <a:lnTo>
                  <a:pt x="1037544" y="3914954"/>
                </a:lnTo>
                <a:cubicBezTo>
                  <a:pt x="1037675" y="3915217"/>
                  <a:pt x="1037544" y="3915808"/>
                  <a:pt x="1037544" y="3915808"/>
                </a:cubicBezTo>
                <a:lnTo>
                  <a:pt x="1033011" y="3923690"/>
                </a:lnTo>
                <a:cubicBezTo>
                  <a:pt x="1032815" y="3923953"/>
                  <a:pt x="1032224" y="3924150"/>
                  <a:pt x="1032224" y="3924150"/>
                </a:cubicBezTo>
                <a:lnTo>
                  <a:pt x="1023161" y="3924150"/>
                </a:lnTo>
                <a:cubicBezTo>
                  <a:pt x="1022832" y="3924150"/>
                  <a:pt x="1022373" y="3923690"/>
                  <a:pt x="1022373" y="3923690"/>
                </a:cubicBezTo>
                <a:lnTo>
                  <a:pt x="1017838" y="3915808"/>
                </a:lnTo>
                <a:cubicBezTo>
                  <a:pt x="1017708" y="3915546"/>
                  <a:pt x="1017838" y="3914954"/>
                  <a:pt x="1017838" y="3914954"/>
                </a:cubicBezTo>
                <a:lnTo>
                  <a:pt x="1022373" y="3907073"/>
                </a:lnTo>
                <a:cubicBezTo>
                  <a:pt x="1022568" y="3906810"/>
                  <a:pt x="1023161" y="3906613"/>
                  <a:pt x="1023161" y="3906613"/>
                </a:cubicBezTo>
                <a:close/>
                <a:moveTo>
                  <a:pt x="768674" y="3906613"/>
                </a:moveTo>
                <a:lnTo>
                  <a:pt x="777737" y="3906613"/>
                </a:lnTo>
                <a:cubicBezTo>
                  <a:pt x="778065" y="3906613"/>
                  <a:pt x="778525" y="3907073"/>
                  <a:pt x="778525" y="3907073"/>
                </a:cubicBezTo>
                <a:lnTo>
                  <a:pt x="783058" y="3914954"/>
                </a:lnTo>
                <a:cubicBezTo>
                  <a:pt x="783189" y="3915217"/>
                  <a:pt x="783058" y="3915808"/>
                  <a:pt x="783058" y="3915808"/>
                </a:cubicBezTo>
                <a:lnTo>
                  <a:pt x="778525" y="3923690"/>
                </a:lnTo>
                <a:cubicBezTo>
                  <a:pt x="778328" y="3923953"/>
                  <a:pt x="777737" y="3924150"/>
                  <a:pt x="777737" y="3924150"/>
                </a:cubicBezTo>
                <a:lnTo>
                  <a:pt x="768674" y="3924150"/>
                </a:lnTo>
                <a:cubicBezTo>
                  <a:pt x="768346" y="3924150"/>
                  <a:pt x="767886" y="3923690"/>
                  <a:pt x="767886" y="3923690"/>
                </a:cubicBezTo>
                <a:lnTo>
                  <a:pt x="763353" y="3915808"/>
                </a:lnTo>
                <a:cubicBezTo>
                  <a:pt x="763222" y="3915546"/>
                  <a:pt x="763353" y="3914954"/>
                  <a:pt x="763353" y="3914954"/>
                </a:cubicBezTo>
                <a:lnTo>
                  <a:pt x="767886" y="3907073"/>
                </a:lnTo>
                <a:cubicBezTo>
                  <a:pt x="768083" y="3906810"/>
                  <a:pt x="768674" y="3906613"/>
                  <a:pt x="768674" y="3906613"/>
                </a:cubicBezTo>
                <a:close/>
                <a:moveTo>
                  <a:pt x="514312" y="3906613"/>
                </a:moveTo>
                <a:lnTo>
                  <a:pt x="523376" y="3906613"/>
                </a:lnTo>
                <a:cubicBezTo>
                  <a:pt x="523704" y="3906613"/>
                  <a:pt x="524164" y="3907073"/>
                  <a:pt x="524164" y="3907073"/>
                </a:cubicBezTo>
                <a:lnTo>
                  <a:pt x="528696" y="3914954"/>
                </a:lnTo>
                <a:cubicBezTo>
                  <a:pt x="528827" y="3915217"/>
                  <a:pt x="528696" y="3915808"/>
                  <a:pt x="528696" y="3915808"/>
                </a:cubicBezTo>
                <a:lnTo>
                  <a:pt x="524164" y="3923690"/>
                </a:lnTo>
                <a:cubicBezTo>
                  <a:pt x="523967" y="3923953"/>
                  <a:pt x="523376" y="3924150"/>
                  <a:pt x="523376" y="3924150"/>
                </a:cubicBezTo>
                <a:lnTo>
                  <a:pt x="514312" y="3924150"/>
                </a:lnTo>
                <a:cubicBezTo>
                  <a:pt x="513983" y="3924150"/>
                  <a:pt x="513524" y="3923690"/>
                  <a:pt x="513524" y="3923690"/>
                </a:cubicBezTo>
                <a:lnTo>
                  <a:pt x="508991" y="3915808"/>
                </a:lnTo>
                <a:cubicBezTo>
                  <a:pt x="508860" y="3915546"/>
                  <a:pt x="508991" y="3914954"/>
                  <a:pt x="508991" y="3914954"/>
                </a:cubicBezTo>
                <a:lnTo>
                  <a:pt x="513524" y="3907073"/>
                </a:lnTo>
                <a:cubicBezTo>
                  <a:pt x="513721" y="3906810"/>
                  <a:pt x="514312" y="3906613"/>
                  <a:pt x="514312" y="3906613"/>
                </a:cubicBezTo>
                <a:close/>
                <a:moveTo>
                  <a:pt x="259860" y="3906613"/>
                </a:moveTo>
                <a:lnTo>
                  <a:pt x="268924" y="3906613"/>
                </a:lnTo>
                <a:cubicBezTo>
                  <a:pt x="269253" y="3906613"/>
                  <a:pt x="269712" y="3907073"/>
                  <a:pt x="269712" y="3907073"/>
                </a:cubicBezTo>
                <a:lnTo>
                  <a:pt x="274244" y="3914954"/>
                </a:lnTo>
                <a:cubicBezTo>
                  <a:pt x="274375" y="3915217"/>
                  <a:pt x="274244" y="3915808"/>
                  <a:pt x="274244" y="3915808"/>
                </a:cubicBezTo>
                <a:lnTo>
                  <a:pt x="269712" y="3923690"/>
                </a:lnTo>
                <a:cubicBezTo>
                  <a:pt x="269515" y="3923953"/>
                  <a:pt x="268924" y="3924150"/>
                  <a:pt x="268924" y="3924150"/>
                </a:cubicBezTo>
                <a:lnTo>
                  <a:pt x="259860" y="3924150"/>
                </a:lnTo>
                <a:cubicBezTo>
                  <a:pt x="259531" y="3924150"/>
                  <a:pt x="259071" y="3923690"/>
                  <a:pt x="259071" y="3923690"/>
                </a:cubicBezTo>
                <a:lnTo>
                  <a:pt x="254539" y="3915808"/>
                </a:lnTo>
                <a:cubicBezTo>
                  <a:pt x="254408" y="3915546"/>
                  <a:pt x="254539" y="3914954"/>
                  <a:pt x="254539" y="3914954"/>
                </a:cubicBezTo>
                <a:lnTo>
                  <a:pt x="259071" y="3907073"/>
                </a:lnTo>
                <a:cubicBezTo>
                  <a:pt x="259268" y="3906810"/>
                  <a:pt x="259860" y="3906613"/>
                  <a:pt x="259860" y="3906613"/>
                </a:cubicBezTo>
                <a:close/>
                <a:moveTo>
                  <a:pt x="5563" y="3906613"/>
                </a:moveTo>
                <a:lnTo>
                  <a:pt x="14627" y="3906613"/>
                </a:lnTo>
                <a:cubicBezTo>
                  <a:pt x="14955" y="3906613"/>
                  <a:pt x="15415" y="3907073"/>
                  <a:pt x="15415" y="3907073"/>
                </a:cubicBezTo>
                <a:lnTo>
                  <a:pt x="19947" y="3914954"/>
                </a:lnTo>
                <a:cubicBezTo>
                  <a:pt x="20078" y="3915217"/>
                  <a:pt x="19947" y="3915808"/>
                  <a:pt x="19947" y="3915808"/>
                </a:cubicBezTo>
                <a:lnTo>
                  <a:pt x="15415" y="3923690"/>
                </a:lnTo>
                <a:cubicBezTo>
                  <a:pt x="15218" y="3923953"/>
                  <a:pt x="14627" y="3924150"/>
                  <a:pt x="14627" y="3924150"/>
                </a:cubicBezTo>
                <a:lnTo>
                  <a:pt x="5563" y="3924150"/>
                </a:lnTo>
                <a:cubicBezTo>
                  <a:pt x="5233" y="3924150"/>
                  <a:pt x="4774" y="3923690"/>
                  <a:pt x="4774" y="3923690"/>
                </a:cubicBezTo>
                <a:lnTo>
                  <a:pt x="242" y="3915808"/>
                </a:lnTo>
                <a:cubicBezTo>
                  <a:pt x="111" y="3915546"/>
                  <a:pt x="242" y="3914954"/>
                  <a:pt x="242" y="3914954"/>
                </a:cubicBezTo>
                <a:lnTo>
                  <a:pt x="4774" y="3907073"/>
                </a:lnTo>
                <a:cubicBezTo>
                  <a:pt x="4971" y="3906810"/>
                  <a:pt x="5563" y="3906613"/>
                  <a:pt x="5563" y="3906613"/>
                </a:cubicBezTo>
                <a:close/>
                <a:moveTo>
                  <a:pt x="10435622" y="3689539"/>
                </a:moveTo>
                <a:lnTo>
                  <a:pt x="10444686" y="3689539"/>
                </a:lnTo>
                <a:cubicBezTo>
                  <a:pt x="10445015" y="3689539"/>
                  <a:pt x="10445474" y="3689998"/>
                  <a:pt x="10445474" y="3689998"/>
                </a:cubicBezTo>
                <a:lnTo>
                  <a:pt x="10450007" y="3697880"/>
                </a:lnTo>
                <a:cubicBezTo>
                  <a:pt x="10450138" y="3698143"/>
                  <a:pt x="10450007" y="3698734"/>
                  <a:pt x="10450007" y="3698734"/>
                </a:cubicBezTo>
                <a:lnTo>
                  <a:pt x="10445474" y="3706616"/>
                </a:lnTo>
                <a:cubicBezTo>
                  <a:pt x="10445278" y="3706879"/>
                  <a:pt x="10444686" y="3707075"/>
                  <a:pt x="10444686" y="3707075"/>
                </a:cubicBezTo>
                <a:lnTo>
                  <a:pt x="10435622" y="3707075"/>
                </a:lnTo>
                <a:cubicBezTo>
                  <a:pt x="10435295" y="3707075"/>
                  <a:pt x="10434834" y="3706616"/>
                  <a:pt x="10434834" y="3706616"/>
                </a:cubicBezTo>
                <a:lnTo>
                  <a:pt x="10430302" y="3698734"/>
                </a:lnTo>
                <a:cubicBezTo>
                  <a:pt x="10430171" y="3698471"/>
                  <a:pt x="10430302" y="3697880"/>
                  <a:pt x="10430302" y="3697880"/>
                </a:cubicBezTo>
                <a:lnTo>
                  <a:pt x="10434834" y="3689998"/>
                </a:lnTo>
                <a:cubicBezTo>
                  <a:pt x="10435031" y="3689736"/>
                  <a:pt x="10435622" y="3689539"/>
                  <a:pt x="10435622" y="3689539"/>
                </a:cubicBezTo>
                <a:close/>
                <a:moveTo>
                  <a:pt x="10181242" y="3689539"/>
                </a:moveTo>
                <a:lnTo>
                  <a:pt x="10190305" y="3689539"/>
                </a:lnTo>
                <a:cubicBezTo>
                  <a:pt x="10190635" y="3689539"/>
                  <a:pt x="10191093" y="3689998"/>
                  <a:pt x="10191093" y="3689998"/>
                </a:cubicBezTo>
                <a:lnTo>
                  <a:pt x="10195626" y="3697880"/>
                </a:lnTo>
                <a:cubicBezTo>
                  <a:pt x="10195758" y="3698143"/>
                  <a:pt x="10195626" y="3698734"/>
                  <a:pt x="10195626" y="3698734"/>
                </a:cubicBezTo>
                <a:lnTo>
                  <a:pt x="10191093" y="3706616"/>
                </a:lnTo>
                <a:cubicBezTo>
                  <a:pt x="10190896" y="3706879"/>
                  <a:pt x="10190305" y="3707075"/>
                  <a:pt x="10190305" y="3707075"/>
                </a:cubicBezTo>
                <a:lnTo>
                  <a:pt x="10181242" y="3707075"/>
                </a:lnTo>
                <a:cubicBezTo>
                  <a:pt x="10180914" y="3707075"/>
                  <a:pt x="10180453" y="3706616"/>
                  <a:pt x="10180453" y="3706616"/>
                </a:cubicBezTo>
                <a:lnTo>
                  <a:pt x="10175922" y="3698734"/>
                </a:lnTo>
                <a:cubicBezTo>
                  <a:pt x="10175790" y="3698471"/>
                  <a:pt x="10175922" y="3697880"/>
                  <a:pt x="10175922" y="3697880"/>
                </a:cubicBezTo>
                <a:lnTo>
                  <a:pt x="10180453" y="3689998"/>
                </a:lnTo>
                <a:cubicBezTo>
                  <a:pt x="10180650" y="3689736"/>
                  <a:pt x="10181242" y="3689539"/>
                  <a:pt x="10181242" y="3689539"/>
                </a:cubicBezTo>
                <a:close/>
                <a:moveTo>
                  <a:pt x="9926861" y="3689539"/>
                </a:moveTo>
                <a:lnTo>
                  <a:pt x="9935924" y="3689539"/>
                </a:lnTo>
                <a:cubicBezTo>
                  <a:pt x="9936254" y="3689539"/>
                  <a:pt x="9936713" y="3689998"/>
                  <a:pt x="9936713" y="3689998"/>
                </a:cubicBezTo>
                <a:lnTo>
                  <a:pt x="9941246" y="3697880"/>
                </a:lnTo>
                <a:cubicBezTo>
                  <a:pt x="9941376" y="3698143"/>
                  <a:pt x="9941246" y="3698734"/>
                  <a:pt x="9941246" y="3698734"/>
                </a:cubicBezTo>
                <a:lnTo>
                  <a:pt x="9936713" y="3706616"/>
                </a:lnTo>
                <a:cubicBezTo>
                  <a:pt x="9936516" y="3706879"/>
                  <a:pt x="9935924" y="3707075"/>
                  <a:pt x="9935924" y="3707075"/>
                </a:cubicBezTo>
                <a:lnTo>
                  <a:pt x="9926861" y="3707075"/>
                </a:lnTo>
                <a:cubicBezTo>
                  <a:pt x="9926532" y="3707075"/>
                  <a:pt x="9926073" y="3706616"/>
                  <a:pt x="9926073" y="3706616"/>
                </a:cubicBezTo>
                <a:lnTo>
                  <a:pt x="9921541" y="3698734"/>
                </a:lnTo>
                <a:cubicBezTo>
                  <a:pt x="9921410" y="3698471"/>
                  <a:pt x="9921541" y="3697880"/>
                  <a:pt x="9921541" y="3697880"/>
                </a:cubicBezTo>
                <a:lnTo>
                  <a:pt x="9926073" y="3689998"/>
                </a:lnTo>
                <a:cubicBezTo>
                  <a:pt x="9926270" y="3689736"/>
                  <a:pt x="9926861" y="3689539"/>
                  <a:pt x="9926861" y="3689539"/>
                </a:cubicBezTo>
                <a:close/>
                <a:moveTo>
                  <a:pt x="9672481" y="3689539"/>
                </a:moveTo>
                <a:lnTo>
                  <a:pt x="9681545" y="3689539"/>
                </a:lnTo>
                <a:cubicBezTo>
                  <a:pt x="9681872" y="3689539"/>
                  <a:pt x="9682333" y="3689998"/>
                  <a:pt x="9682333" y="3689998"/>
                </a:cubicBezTo>
                <a:lnTo>
                  <a:pt x="9686865" y="3697880"/>
                </a:lnTo>
                <a:cubicBezTo>
                  <a:pt x="9686996" y="3698143"/>
                  <a:pt x="9686865" y="3698734"/>
                  <a:pt x="9686865" y="3698734"/>
                </a:cubicBezTo>
                <a:lnTo>
                  <a:pt x="9682333" y="3706616"/>
                </a:lnTo>
                <a:cubicBezTo>
                  <a:pt x="9682136" y="3706879"/>
                  <a:pt x="9681545" y="3707075"/>
                  <a:pt x="9681545" y="3707075"/>
                </a:cubicBezTo>
                <a:lnTo>
                  <a:pt x="9672481" y="3707075"/>
                </a:lnTo>
                <a:cubicBezTo>
                  <a:pt x="9672152" y="3707075"/>
                  <a:pt x="9671693" y="3706616"/>
                  <a:pt x="9671693" y="3706616"/>
                </a:cubicBezTo>
                <a:lnTo>
                  <a:pt x="9667160" y="3698734"/>
                </a:lnTo>
                <a:cubicBezTo>
                  <a:pt x="9667030" y="3698471"/>
                  <a:pt x="9667160" y="3697880"/>
                  <a:pt x="9667160" y="3697880"/>
                </a:cubicBezTo>
                <a:lnTo>
                  <a:pt x="9671693" y="3689998"/>
                </a:lnTo>
                <a:cubicBezTo>
                  <a:pt x="9671890" y="3689736"/>
                  <a:pt x="9672481" y="3689539"/>
                  <a:pt x="9672481" y="3689539"/>
                </a:cubicBezTo>
                <a:close/>
                <a:moveTo>
                  <a:pt x="9418035" y="3689539"/>
                </a:moveTo>
                <a:lnTo>
                  <a:pt x="9427099" y="3689539"/>
                </a:lnTo>
                <a:cubicBezTo>
                  <a:pt x="9427427" y="3689539"/>
                  <a:pt x="9427887" y="3689998"/>
                  <a:pt x="9427887" y="3689998"/>
                </a:cubicBezTo>
                <a:lnTo>
                  <a:pt x="9432419" y="3697880"/>
                </a:lnTo>
                <a:cubicBezTo>
                  <a:pt x="9432550" y="3698143"/>
                  <a:pt x="9432419" y="3698734"/>
                  <a:pt x="9432419" y="3698734"/>
                </a:cubicBezTo>
                <a:lnTo>
                  <a:pt x="9427887" y="3706616"/>
                </a:lnTo>
                <a:cubicBezTo>
                  <a:pt x="9427690" y="3706879"/>
                  <a:pt x="9427099" y="3707075"/>
                  <a:pt x="9427099" y="3707075"/>
                </a:cubicBezTo>
                <a:lnTo>
                  <a:pt x="9418035" y="3707075"/>
                </a:lnTo>
                <a:cubicBezTo>
                  <a:pt x="9417707" y="3707075"/>
                  <a:pt x="9417247" y="3706616"/>
                  <a:pt x="9417247" y="3706616"/>
                </a:cubicBezTo>
                <a:lnTo>
                  <a:pt x="9412714" y="3698734"/>
                </a:lnTo>
                <a:cubicBezTo>
                  <a:pt x="9412583" y="3698471"/>
                  <a:pt x="9412714" y="3697880"/>
                  <a:pt x="9412714" y="3697880"/>
                </a:cubicBezTo>
                <a:lnTo>
                  <a:pt x="9417247" y="3689998"/>
                </a:lnTo>
                <a:cubicBezTo>
                  <a:pt x="9417444" y="3689736"/>
                  <a:pt x="9418035" y="3689539"/>
                  <a:pt x="9418035" y="3689539"/>
                </a:cubicBezTo>
                <a:close/>
                <a:moveTo>
                  <a:pt x="9163654" y="3689539"/>
                </a:moveTo>
                <a:lnTo>
                  <a:pt x="9172718" y="3689539"/>
                </a:lnTo>
                <a:cubicBezTo>
                  <a:pt x="9173046" y="3689539"/>
                  <a:pt x="9173506" y="3689998"/>
                  <a:pt x="9173506" y="3689998"/>
                </a:cubicBezTo>
                <a:lnTo>
                  <a:pt x="9178038" y="3697880"/>
                </a:lnTo>
                <a:cubicBezTo>
                  <a:pt x="9178169" y="3698143"/>
                  <a:pt x="9178038" y="3698734"/>
                  <a:pt x="9178038" y="3698734"/>
                </a:cubicBezTo>
                <a:lnTo>
                  <a:pt x="9173506" y="3706616"/>
                </a:lnTo>
                <a:cubicBezTo>
                  <a:pt x="9173309" y="3706879"/>
                  <a:pt x="9172718" y="3707075"/>
                  <a:pt x="9172718" y="3707075"/>
                </a:cubicBezTo>
                <a:lnTo>
                  <a:pt x="9163654" y="3707075"/>
                </a:lnTo>
                <a:cubicBezTo>
                  <a:pt x="9163326" y="3707075"/>
                  <a:pt x="9162866" y="3706616"/>
                  <a:pt x="9162866" y="3706616"/>
                </a:cubicBezTo>
                <a:lnTo>
                  <a:pt x="9158333" y="3698734"/>
                </a:lnTo>
                <a:cubicBezTo>
                  <a:pt x="9158202" y="3698471"/>
                  <a:pt x="9158333" y="3697880"/>
                  <a:pt x="9158333" y="3697880"/>
                </a:cubicBezTo>
                <a:lnTo>
                  <a:pt x="9162866" y="3689998"/>
                </a:lnTo>
                <a:cubicBezTo>
                  <a:pt x="9163062" y="3689736"/>
                  <a:pt x="9163654" y="3689539"/>
                  <a:pt x="9163654" y="3689539"/>
                </a:cubicBezTo>
                <a:close/>
                <a:moveTo>
                  <a:pt x="8909274" y="3689539"/>
                </a:moveTo>
                <a:lnTo>
                  <a:pt x="8918336" y="3689539"/>
                </a:lnTo>
                <a:cubicBezTo>
                  <a:pt x="8918666" y="3689539"/>
                  <a:pt x="8919125" y="3689998"/>
                  <a:pt x="8919125" y="3689998"/>
                </a:cubicBezTo>
                <a:lnTo>
                  <a:pt x="8923657" y="3697880"/>
                </a:lnTo>
                <a:cubicBezTo>
                  <a:pt x="8923789" y="3698143"/>
                  <a:pt x="8923657" y="3698734"/>
                  <a:pt x="8923657" y="3698734"/>
                </a:cubicBezTo>
                <a:lnTo>
                  <a:pt x="8919125" y="3706616"/>
                </a:lnTo>
                <a:cubicBezTo>
                  <a:pt x="8918928" y="3706879"/>
                  <a:pt x="8918336" y="3707075"/>
                  <a:pt x="8918336" y="3707075"/>
                </a:cubicBezTo>
                <a:lnTo>
                  <a:pt x="8909274" y="3707075"/>
                </a:lnTo>
                <a:cubicBezTo>
                  <a:pt x="8908945" y="3707075"/>
                  <a:pt x="8908484" y="3706616"/>
                  <a:pt x="8908484" y="3706616"/>
                </a:cubicBezTo>
                <a:lnTo>
                  <a:pt x="8903953" y="3698734"/>
                </a:lnTo>
                <a:cubicBezTo>
                  <a:pt x="8903821" y="3698471"/>
                  <a:pt x="8903953" y="3697880"/>
                  <a:pt x="8903953" y="3697880"/>
                </a:cubicBezTo>
                <a:lnTo>
                  <a:pt x="8908484" y="3689998"/>
                </a:lnTo>
                <a:cubicBezTo>
                  <a:pt x="8908681" y="3689736"/>
                  <a:pt x="8909274" y="3689539"/>
                  <a:pt x="8909274" y="3689539"/>
                </a:cubicBezTo>
                <a:close/>
                <a:moveTo>
                  <a:pt x="8654892" y="3689539"/>
                </a:moveTo>
                <a:lnTo>
                  <a:pt x="8663955" y="3689539"/>
                </a:lnTo>
                <a:cubicBezTo>
                  <a:pt x="8664285" y="3689539"/>
                  <a:pt x="8664744" y="3689998"/>
                  <a:pt x="8664744" y="3689998"/>
                </a:cubicBezTo>
                <a:lnTo>
                  <a:pt x="8669277" y="3697880"/>
                </a:lnTo>
                <a:cubicBezTo>
                  <a:pt x="8669408" y="3698143"/>
                  <a:pt x="8669277" y="3698734"/>
                  <a:pt x="8669277" y="3698734"/>
                </a:cubicBezTo>
                <a:lnTo>
                  <a:pt x="8664744" y="3706616"/>
                </a:lnTo>
                <a:cubicBezTo>
                  <a:pt x="8664548" y="3706879"/>
                  <a:pt x="8663955" y="3707075"/>
                  <a:pt x="8663955" y="3707075"/>
                </a:cubicBezTo>
                <a:lnTo>
                  <a:pt x="8654892" y="3707075"/>
                </a:lnTo>
                <a:cubicBezTo>
                  <a:pt x="8654565" y="3707075"/>
                  <a:pt x="8654104" y="3706616"/>
                  <a:pt x="8654104" y="3706616"/>
                </a:cubicBezTo>
                <a:lnTo>
                  <a:pt x="8649572" y="3698734"/>
                </a:lnTo>
                <a:cubicBezTo>
                  <a:pt x="8649441" y="3698471"/>
                  <a:pt x="8649572" y="3697880"/>
                  <a:pt x="8649572" y="3697880"/>
                </a:cubicBezTo>
                <a:lnTo>
                  <a:pt x="8654104" y="3689998"/>
                </a:lnTo>
                <a:cubicBezTo>
                  <a:pt x="8654301" y="3689736"/>
                  <a:pt x="8654892" y="3689539"/>
                  <a:pt x="8654892" y="3689539"/>
                </a:cubicBezTo>
                <a:close/>
                <a:moveTo>
                  <a:pt x="8400511" y="3689539"/>
                </a:moveTo>
                <a:lnTo>
                  <a:pt x="8409575" y="3689539"/>
                </a:lnTo>
                <a:cubicBezTo>
                  <a:pt x="8409904" y="3689539"/>
                  <a:pt x="8410363" y="3689998"/>
                  <a:pt x="8410363" y="3689998"/>
                </a:cubicBezTo>
                <a:lnTo>
                  <a:pt x="8414896" y="3697880"/>
                </a:lnTo>
                <a:cubicBezTo>
                  <a:pt x="8415027" y="3698143"/>
                  <a:pt x="8414896" y="3698734"/>
                  <a:pt x="8414896" y="3698734"/>
                </a:cubicBezTo>
                <a:lnTo>
                  <a:pt x="8410363" y="3706616"/>
                </a:lnTo>
                <a:cubicBezTo>
                  <a:pt x="8410166" y="3706879"/>
                  <a:pt x="8409575" y="3707075"/>
                  <a:pt x="8409575" y="3707075"/>
                </a:cubicBezTo>
                <a:lnTo>
                  <a:pt x="8400511" y="3707075"/>
                </a:lnTo>
                <a:cubicBezTo>
                  <a:pt x="8400184" y="3707075"/>
                  <a:pt x="8399723" y="3706616"/>
                  <a:pt x="8399723" y="3706616"/>
                </a:cubicBezTo>
                <a:lnTo>
                  <a:pt x="8395191" y="3698734"/>
                </a:lnTo>
                <a:cubicBezTo>
                  <a:pt x="8395060" y="3698471"/>
                  <a:pt x="8395191" y="3697880"/>
                  <a:pt x="8395191" y="3697880"/>
                </a:cubicBezTo>
                <a:lnTo>
                  <a:pt x="8399723" y="3689998"/>
                </a:lnTo>
                <a:cubicBezTo>
                  <a:pt x="8399920" y="3689736"/>
                  <a:pt x="8400511" y="3689539"/>
                  <a:pt x="8400511" y="3689539"/>
                </a:cubicBezTo>
                <a:close/>
                <a:moveTo>
                  <a:pt x="8146065" y="3689539"/>
                </a:moveTo>
                <a:lnTo>
                  <a:pt x="8155129" y="3689539"/>
                </a:lnTo>
                <a:cubicBezTo>
                  <a:pt x="8155458" y="3689539"/>
                  <a:pt x="8155917" y="3689998"/>
                  <a:pt x="8155917" y="3689998"/>
                </a:cubicBezTo>
                <a:lnTo>
                  <a:pt x="8160449" y="3697880"/>
                </a:lnTo>
                <a:cubicBezTo>
                  <a:pt x="8160580" y="3698143"/>
                  <a:pt x="8160449" y="3698734"/>
                  <a:pt x="8160449" y="3698734"/>
                </a:cubicBezTo>
                <a:lnTo>
                  <a:pt x="8155917" y="3706616"/>
                </a:lnTo>
                <a:cubicBezTo>
                  <a:pt x="8155719" y="3706879"/>
                  <a:pt x="8155129" y="3707075"/>
                  <a:pt x="8155129" y="3707075"/>
                </a:cubicBezTo>
                <a:lnTo>
                  <a:pt x="8146065" y="3707075"/>
                </a:lnTo>
                <a:cubicBezTo>
                  <a:pt x="8145737" y="3707075"/>
                  <a:pt x="8145277" y="3706616"/>
                  <a:pt x="8145277" y="3706616"/>
                </a:cubicBezTo>
                <a:lnTo>
                  <a:pt x="8140745" y="3698734"/>
                </a:lnTo>
                <a:cubicBezTo>
                  <a:pt x="8140613" y="3698471"/>
                  <a:pt x="8140745" y="3697880"/>
                  <a:pt x="8140745" y="3697880"/>
                </a:cubicBezTo>
                <a:lnTo>
                  <a:pt x="8145277" y="3689998"/>
                </a:lnTo>
                <a:cubicBezTo>
                  <a:pt x="8145474" y="3689736"/>
                  <a:pt x="8146065" y="3689539"/>
                  <a:pt x="8146065" y="3689539"/>
                </a:cubicBezTo>
                <a:close/>
                <a:moveTo>
                  <a:pt x="7891684" y="3689539"/>
                </a:moveTo>
                <a:lnTo>
                  <a:pt x="7900748" y="3689539"/>
                </a:lnTo>
                <a:cubicBezTo>
                  <a:pt x="7901076" y="3689539"/>
                  <a:pt x="7901536" y="3689998"/>
                  <a:pt x="7901536" y="3689998"/>
                </a:cubicBezTo>
                <a:lnTo>
                  <a:pt x="7906067" y="3697880"/>
                </a:lnTo>
                <a:cubicBezTo>
                  <a:pt x="7906199" y="3698143"/>
                  <a:pt x="7906067" y="3698734"/>
                  <a:pt x="7906067" y="3698734"/>
                </a:cubicBezTo>
                <a:lnTo>
                  <a:pt x="7901536" y="3706616"/>
                </a:lnTo>
                <a:cubicBezTo>
                  <a:pt x="7901339" y="3706879"/>
                  <a:pt x="7900748" y="3707075"/>
                  <a:pt x="7900748" y="3707075"/>
                </a:cubicBezTo>
                <a:lnTo>
                  <a:pt x="7891684" y="3707075"/>
                </a:lnTo>
                <a:cubicBezTo>
                  <a:pt x="7891355" y="3707075"/>
                  <a:pt x="7890896" y="3706616"/>
                  <a:pt x="7890896" y="3706616"/>
                </a:cubicBezTo>
                <a:lnTo>
                  <a:pt x="7886363" y="3698734"/>
                </a:lnTo>
                <a:cubicBezTo>
                  <a:pt x="7886233" y="3698471"/>
                  <a:pt x="7886363" y="3697880"/>
                  <a:pt x="7886363" y="3697880"/>
                </a:cubicBezTo>
                <a:lnTo>
                  <a:pt x="7890896" y="3689998"/>
                </a:lnTo>
                <a:cubicBezTo>
                  <a:pt x="7891093" y="3689736"/>
                  <a:pt x="7891684" y="3689539"/>
                  <a:pt x="7891684" y="3689539"/>
                </a:cubicBezTo>
                <a:close/>
                <a:moveTo>
                  <a:pt x="7637304" y="3689539"/>
                </a:moveTo>
                <a:lnTo>
                  <a:pt x="7646367" y="3689539"/>
                </a:lnTo>
                <a:cubicBezTo>
                  <a:pt x="7646696" y="3689539"/>
                  <a:pt x="7647156" y="3689998"/>
                  <a:pt x="7647156" y="3689998"/>
                </a:cubicBezTo>
                <a:lnTo>
                  <a:pt x="7651687" y="3697880"/>
                </a:lnTo>
                <a:cubicBezTo>
                  <a:pt x="7651819" y="3698143"/>
                  <a:pt x="7651687" y="3698734"/>
                  <a:pt x="7651687" y="3698734"/>
                </a:cubicBezTo>
                <a:lnTo>
                  <a:pt x="7647156" y="3706616"/>
                </a:lnTo>
                <a:cubicBezTo>
                  <a:pt x="7646958" y="3706879"/>
                  <a:pt x="7646367" y="3707075"/>
                  <a:pt x="7646367" y="3707075"/>
                </a:cubicBezTo>
                <a:lnTo>
                  <a:pt x="7637304" y="3707075"/>
                </a:lnTo>
                <a:cubicBezTo>
                  <a:pt x="7636975" y="3707075"/>
                  <a:pt x="7636516" y="3706616"/>
                  <a:pt x="7636516" y="3706616"/>
                </a:cubicBezTo>
                <a:lnTo>
                  <a:pt x="7631983" y="3698734"/>
                </a:lnTo>
                <a:cubicBezTo>
                  <a:pt x="7631851" y="3698471"/>
                  <a:pt x="7631983" y="3697880"/>
                  <a:pt x="7631983" y="3697880"/>
                </a:cubicBezTo>
                <a:lnTo>
                  <a:pt x="7636516" y="3689998"/>
                </a:lnTo>
                <a:cubicBezTo>
                  <a:pt x="7636713" y="3689736"/>
                  <a:pt x="7637304" y="3689539"/>
                  <a:pt x="7637304" y="3689539"/>
                </a:cubicBezTo>
                <a:close/>
                <a:moveTo>
                  <a:pt x="7382923" y="3689539"/>
                </a:moveTo>
                <a:lnTo>
                  <a:pt x="7391987" y="3689539"/>
                </a:lnTo>
                <a:cubicBezTo>
                  <a:pt x="7392315" y="3689539"/>
                  <a:pt x="7392775" y="3689998"/>
                  <a:pt x="7392775" y="3689998"/>
                </a:cubicBezTo>
                <a:lnTo>
                  <a:pt x="7397307" y="3697880"/>
                </a:lnTo>
                <a:cubicBezTo>
                  <a:pt x="7397438" y="3698143"/>
                  <a:pt x="7397307" y="3698734"/>
                  <a:pt x="7397307" y="3698734"/>
                </a:cubicBezTo>
                <a:lnTo>
                  <a:pt x="7392775" y="3706616"/>
                </a:lnTo>
                <a:cubicBezTo>
                  <a:pt x="7392578" y="3706879"/>
                  <a:pt x="7391987" y="3707075"/>
                  <a:pt x="7391987" y="3707075"/>
                </a:cubicBezTo>
                <a:lnTo>
                  <a:pt x="7382923" y="3707075"/>
                </a:lnTo>
                <a:cubicBezTo>
                  <a:pt x="7382595" y="3707075"/>
                  <a:pt x="7382135" y="3706616"/>
                  <a:pt x="7382135" y="3706616"/>
                </a:cubicBezTo>
                <a:lnTo>
                  <a:pt x="7377602" y="3698734"/>
                </a:lnTo>
                <a:cubicBezTo>
                  <a:pt x="7377471" y="3698471"/>
                  <a:pt x="7377602" y="3697880"/>
                  <a:pt x="7377602" y="3697880"/>
                </a:cubicBezTo>
                <a:lnTo>
                  <a:pt x="7382135" y="3689998"/>
                </a:lnTo>
                <a:cubicBezTo>
                  <a:pt x="7382331" y="3689736"/>
                  <a:pt x="7382923" y="3689539"/>
                  <a:pt x="7382923" y="3689539"/>
                </a:cubicBezTo>
                <a:close/>
                <a:moveTo>
                  <a:pt x="7128477" y="3689539"/>
                </a:moveTo>
                <a:lnTo>
                  <a:pt x="7137540" y="3689539"/>
                </a:lnTo>
                <a:cubicBezTo>
                  <a:pt x="7137869" y="3689539"/>
                  <a:pt x="7138328" y="3689998"/>
                  <a:pt x="7138328" y="3689998"/>
                </a:cubicBezTo>
                <a:lnTo>
                  <a:pt x="7142860" y="3697880"/>
                </a:lnTo>
                <a:cubicBezTo>
                  <a:pt x="7142992" y="3698143"/>
                  <a:pt x="7142860" y="3698734"/>
                  <a:pt x="7142860" y="3698734"/>
                </a:cubicBezTo>
                <a:lnTo>
                  <a:pt x="7138328" y="3706616"/>
                </a:lnTo>
                <a:cubicBezTo>
                  <a:pt x="7138131" y="3706879"/>
                  <a:pt x="7137540" y="3707075"/>
                  <a:pt x="7137540" y="3707075"/>
                </a:cubicBezTo>
                <a:lnTo>
                  <a:pt x="7128477" y="3707075"/>
                </a:lnTo>
                <a:cubicBezTo>
                  <a:pt x="7128148" y="3707075"/>
                  <a:pt x="7127689" y="3706616"/>
                  <a:pt x="7127689" y="3706616"/>
                </a:cubicBezTo>
                <a:lnTo>
                  <a:pt x="7123156" y="3698734"/>
                </a:lnTo>
                <a:cubicBezTo>
                  <a:pt x="7123024" y="3698471"/>
                  <a:pt x="7123156" y="3697880"/>
                  <a:pt x="7123156" y="3697880"/>
                </a:cubicBezTo>
                <a:lnTo>
                  <a:pt x="7127689" y="3689998"/>
                </a:lnTo>
                <a:cubicBezTo>
                  <a:pt x="7127885" y="3689736"/>
                  <a:pt x="7128477" y="3689539"/>
                  <a:pt x="7128477" y="3689539"/>
                </a:cubicBezTo>
                <a:close/>
                <a:moveTo>
                  <a:pt x="6874095" y="3689539"/>
                </a:moveTo>
                <a:lnTo>
                  <a:pt x="6883159" y="3689539"/>
                </a:lnTo>
                <a:cubicBezTo>
                  <a:pt x="6883488" y="3689539"/>
                  <a:pt x="6883947" y="3689998"/>
                  <a:pt x="6883947" y="3689998"/>
                </a:cubicBezTo>
                <a:lnTo>
                  <a:pt x="6888480" y="3697880"/>
                </a:lnTo>
                <a:cubicBezTo>
                  <a:pt x="6888611" y="3698143"/>
                  <a:pt x="6888480" y="3698734"/>
                  <a:pt x="6888480" y="3698734"/>
                </a:cubicBezTo>
                <a:lnTo>
                  <a:pt x="6883947" y="3706616"/>
                </a:lnTo>
                <a:cubicBezTo>
                  <a:pt x="6883751" y="3706879"/>
                  <a:pt x="6883159" y="3707075"/>
                  <a:pt x="6883159" y="3707075"/>
                </a:cubicBezTo>
                <a:lnTo>
                  <a:pt x="6874095" y="3707075"/>
                </a:lnTo>
                <a:cubicBezTo>
                  <a:pt x="6873768" y="3707075"/>
                  <a:pt x="6873307" y="3706616"/>
                  <a:pt x="6873307" y="3706616"/>
                </a:cubicBezTo>
                <a:lnTo>
                  <a:pt x="6868775" y="3698734"/>
                </a:lnTo>
                <a:cubicBezTo>
                  <a:pt x="6868644" y="3698471"/>
                  <a:pt x="6868775" y="3697880"/>
                  <a:pt x="6868775" y="3697880"/>
                </a:cubicBezTo>
                <a:lnTo>
                  <a:pt x="6873307" y="3689998"/>
                </a:lnTo>
                <a:cubicBezTo>
                  <a:pt x="6873504" y="3689736"/>
                  <a:pt x="6874095" y="3689539"/>
                  <a:pt x="6874095" y="3689539"/>
                </a:cubicBezTo>
                <a:close/>
                <a:moveTo>
                  <a:pt x="6619714" y="3689539"/>
                </a:moveTo>
                <a:lnTo>
                  <a:pt x="6628778" y="3689539"/>
                </a:lnTo>
                <a:cubicBezTo>
                  <a:pt x="6629107" y="3689539"/>
                  <a:pt x="6629566" y="3689998"/>
                  <a:pt x="6629566" y="3689998"/>
                </a:cubicBezTo>
                <a:lnTo>
                  <a:pt x="6634099" y="3697880"/>
                </a:lnTo>
                <a:cubicBezTo>
                  <a:pt x="6634230" y="3698143"/>
                  <a:pt x="6634099" y="3698734"/>
                  <a:pt x="6634099" y="3698734"/>
                </a:cubicBezTo>
                <a:lnTo>
                  <a:pt x="6629566" y="3706616"/>
                </a:lnTo>
                <a:cubicBezTo>
                  <a:pt x="6629369" y="3706879"/>
                  <a:pt x="6628778" y="3707075"/>
                  <a:pt x="6628778" y="3707075"/>
                </a:cubicBezTo>
                <a:lnTo>
                  <a:pt x="6619714" y="3707075"/>
                </a:lnTo>
                <a:cubicBezTo>
                  <a:pt x="6619387" y="3707075"/>
                  <a:pt x="6618926" y="3706616"/>
                  <a:pt x="6618926" y="3706616"/>
                </a:cubicBezTo>
                <a:lnTo>
                  <a:pt x="6614394" y="3698734"/>
                </a:lnTo>
                <a:cubicBezTo>
                  <a:pt x="6614263" y="3698471"/>
                  <a:pt x="6614394" y="3697880"/>
                  <a:pt x="6614394" y="3697880"/>
                </a:cubicBezTo>
                <a:lnTo>
                  <a:pt x="6618926" y="3689998"/>
                </a:lnTo>
                <a:cubicBezTo>
                  <a:pt x="6619123" y="3689736"/>
                  <a:pt x="6619714" y="3689539"/>
                  <a:pt x="6619714" y="3689539"/>
                </a:cubicBezTo>
                <a:close/>
                <a:moveTo>
                  <a:pt x="6365334" y="3689539"/>
                </a:moveTo>
                <a:lnTo>
                  <a:pt x="6374397" y="3689539"/>
                </a:lnTo>
                <a:cubicBezTo>
                  <a:pt x="6374727" y="3689539"/>
                  <a:pt x="6375186" y="3689998"/>
                  <a:pt x="6375186" y="3689998"/>
                </a:cubicBezTo>
                <a:lnTo>
                  <a:pt x="6379718" y="3697880"/>
                </a:lnTo>
                <a:cubicBezTo>
                  <a:pt x="6379849" y="3698143"/>
                  <a:pt x="6379718" y="3698734"/>
                  <a:pt x="6379718" y="3698734"/>
                </a:cubicBezTo>
                <a:lnTo>
                  <a:pt x="6375186" y="3706616"/>
                </a:lnTo>
                <a:cubicBezTo>
                  <a:pt x="6374988" y="3706879"/>
                  <a:pt x="6374397" y="3707075"/>
                  <a:pt x="6374397" y="3707075"/>
                </a:cubicBezTo>
                <a:lnTo>
                  <a:pt x="6365334" y="3707075"/>
                </a:lnTo>
                <a:cubicBezTo>
                  <a:pt x="6365005" y="3707075"/>
                  <a:pt x="6364546" y="3706616"/>
                  <a:pt x="6364546" y="3706616"/>
                </a:cubicBezTo>
                <a:lnTo>
                  <a:pt x="6360014" y="3698734"/>
                </a:lnTo>
                <a:cubicBezTo>
                  <a:pt x="6359882" y="3698471"/>
                  <a:pt x="6360014" y="3697880"/>
                  <a:pt x="6360014" y="3697880"/>
                </a:cubicBezTo>
                <a:lnTo>
                  <a:pt x="6364546" y="3689998"/>
                </a:lnTo>
                <a:cubicBezTo>
                  <a:pt x="6364743" y="3689736"/>
                  <a:pt x="6365334" y="3689539"/>
                  <a:pt x="6365334" y="3689539"/>
                </a:cubicBezTo>
                <a:close/>
                <a:moveTo>
                  <a:pt x="6110888" y="3689539"/>
                </a:moveTo>
                <a:lnTo>
                  <a:pt x="6119953" y="3689539"/>
                </a:lnTo>
                <a:cubicBezTo>
                  <a:pt x="6120280" y="3689539"/>
                  <a:pt x="6120740" y="3689998"/>
                  <a:pt x="6120740" y="3689998"/>
                </a:cubicBezTo>
                <a:lnTo>
                  <a:pt x="6125272" y="3697880"/>
                </a:lnTo>
                <a:cubicBezTo>
                  <a:pt x="6125403" y="3698143"/>
                  <a:pt x="6125272" y="3698734"/>
                  <a:pt x="6125272" y="3698734"/>
                </a:cubicBezTo>
                <a:lnTo>
                  <a:pt x="6120740" y="3706616"/>
                </a:lnTo>
                <a:cubicBezTo>
                  <a:pt x="6120543" y="3706879"/>
                  <a:pt x="6119953" y="3707075"/>
                  <a:pt x="6119953" y="3707075"/>
                </a:cubicBezTo>
                <a:lnTo>
                  <a:pt x="6110888" y="3707075"/>
                </a:lnTo>
                <a:cubicBezTo>
                  <a:pt x="6110560" y="3707075"/>
                  <a:pt x="6110101" y="3706616"/>
                  <a:pt x="6110101" y="3706616"/>
                </a:cubicBezTo>
                <a:lnTo>
                  <a:pt x="6105567" y="3698734"/>
                </a:lnTo>
                <a:cubicBezTo>
                  <a:pt x="6105436" y="3698471"/>
                  <a:pt x="6105567" y="3697880"/>
                  <a:pt x="6105567" y="3697880"/>
                </a:cubicBezTo>
                <a:lnTo>
                  <a:pt x="6110101" y="3689998"/>
                </a:lnTo>
                <a:cubicBezTo>
                  <a:pt x="6110296" y="3689736"/>
                  <a:pt x="6110888" y="3689539"/>
                  <a:pt x="6110888" y="3689539"/>
                </a:cubicBezTo>
                <a:close/>
                <a:moveTo>
                  <a:pt x="5856508" y="3689539"/>
                </a:moveTo>
                <a:lnTo>
                  <a:pt x="5865571" y="3689539"/>
                </a:lnTo>
                <a:cubicBezTo>
                  <a:pt x="5865900" y="3689539"/>
                  <a:pt x="5866359" y="3689998"/>
                  <a:pt x="5866359" y="3689998"/>
                </a:cubicBezTo>
                <a:lnTo>
                  <a:pt x="5870891" y="3697880"/>
                </a:lnTo>
                <a:cubicBezTo>
                  <a:pt x="5871023" y="3698143"/>
                  <a:pt x="5870891" y="3698734"/>
                  <a:pt x="5870891" y="3698734"/>
                </a:cubicBezTo>
                <a:lnTo>
                  <a:pt x="5866359" y="3706616"/>
                </a:lnTo>
                <a:cubicBezTo>
                  <a:pt x="5866163" y="3706879"/>
                  <a:pt x="5865571" y="3707075"/>
                  <a:pt x="5865571" y="3707075"/>
                </a:cubicBezTo>
                <a:lnTo>
                  <a:pt x="5856508" y="3707075"/>
                </a:lnTo>
                <a:cubicBezTo>
                  <a:pt x="5856178" y="3707075"/>
                  <a:pt x="5855720" y="3706616"/>
                  <a:pt x="5855720" y="3706616"/>
                </a:cubicBezTo>
                <a:lnTo>
                  <a:pt x="5851187" y="3698734"/>
                </a:lnTo>
                <a:cubicBezTo>
                  <a:pt x="5851055" y="3698471"/>
                  <a:pt x="5851187" y="3697880"/>
                  <a:pt x="5851187" y="3697880"/>
                </a:cubicBezTo>
                <a:lnTo>
                  <a:pt x="5855720" y="3689998"/>
                </a:lnTo>
                <a:cubicBezTo>
                  <a:pt x="5855916" y="3689736"/>
                  <a:pt x="5856508" y="3689539"/>
                  <a:pt x="5856508" y="3689539"/>
                </a:cubicBezTo>
                <a:close/>
                <a:moveTo>
                  <a:pt x="5602126" y="3689539"/>
                </a:moveTo>
                <a:lnTo>
                  <a:pt x="5611191" y="3689539"/>
                </a:lnTo>
                <a:cubicBezTo>
                  <a:pt x="5611519" y="3689539"/>
                  <a:pt x="5611979" y="3689998"/>
                  <a:pt x="5611979" y="3689998"/>
                </a:cubicBezTo>
                <a:lnTo>
                  <a:pt x="5616511" y="3697880"/>
                </a:lnTo>
                <a:cubicBezTo>
                  <a:pt x="5616642" y="3698143"/>
                  <a:pt x="5616511" y="3698734"/>
                  <a:pt x="5616511" y="3698734"/>
                </a:cubicBezTo>
                <a:lnTo>
                  <a:pt x="5611979" y="3706616"/>
                </a:lnTo>
                <a:cubicBezTo>
                  <a:pt x="5611782" y="3706879"/>
                  <a:pt x="5611191" y="3707075"/>
                  <a:pt x="5611191" y="3707075"/>
                </a:cubicBezTo>
                <a:lnTo>
                  <a:pt x="5602126" y="3707075"/>
                </a:lnTo>
                <a:cubicBezTo>
                  <a:pt x="5601798" y="3707075"/>
                  <a:pt x="5601338" y="3706616"/>
                  <a:pt x="5601338" y="3706616"/>
                </a:cubicBezTo>
                <a:lnTo>
                  <a:pt x="5596807" y="3698734"/>
                </a:lnTo>
                <a:cubicBezTo>
                  <a:pt x="5596675" y="3698471"/>
                  <a:pt x="5596807" y="3697880"/>
                  <a:pt x="5596807" y="3697880"/>
                </a:cubicBezTo>
                <a:lnTo>
                  <a:pt x="5601338" y="3689998"/>
                </a:lnTo>
                <a:cubicBezTo>
                  <a:pt x="5601536" y="3689736"/>
                  <a:pt x="5602126" y="3689539"/>
                  <a:pt x="5602126" y="3689539"/>
                </a:cubicBezTo>
                <a:close/>
                <a:moveTo>
                  <a:pt x="5347746" y="3689539"/>
                </a:moveTo>
                <a:lnTo>
                  <a:pt x="5356810" y="3689539"/>
                </a:lnTo>
                <a:cubicBezTo>
                  <a:pt x="5357138" y="3689539"/>
                  <a:pt x="5357598" y="3689998"/>
                  <a:pt x="5357598" y="3689998"/>
                </a:cubicBezTo>
                <a:lnTo>
                  <a:pt x="5362130" y="3697880"/>
                </a:lnTo>
                <a:cubicBezTo>
                  <a:pt x="5362261" y="3698143"/>
                  <a:pt x="5362130" y="3698734"/>
                  <a:pt x="5362130" y="3698734"/>
                </a:cubicBezTo>
                <a:lnTo>
                  <a:pt x="5357598" y="3706616"/>
                </a:lnTo>
                <a:cubicBezTo>
                  <a:pt x="5357401" y="3706879"/>
                  <a:pt x="5356810" y="3707075"/>
                  <a:pt x="5356810" y="3707075"/>
                </a:cubicBezTo>
                <a:lnTo>
                  <a:pt x="5347746" y="3707075"/>
                </a:lnTo>
                <a:cubicBezTo>
                  <a:pt x="5347418" y="3707075"/>
                  <a:pt x="5346958" y="3706616"/>
                  <a:pt x="5346958" y="3706616"/>
                </a:cubicBezTo>
                <a:lnTo>
                  <a:pt x="5342425" y="3698734"/>
                </a:lnTo>
                <a:cubicBezTo>
                  <a:pt x="5342295" y="3698471"/>
                  <a:pt x="5342425" y="3697880"/>
                  <a:pt x="5342425" y="3697880"/>
                </a:cubicBezTo>
                <a:lnTo>
                  <a:pt x="5346958" y="3689998"/>
                </a:lnTo>
                <a:cubicBezTo>
                  <a:pt x="5347154" y="3689736"/>
                  <a:pt x="5347746" y="3689539"/>
                  <a:pt x="5347746" y="3689539"/>
                </a:cubicBezTo>
                <a:close/>
                <a:moveTo>
                  <a:pt x="5093300" y="3689539"/>
                </a:moveTo>
                <a:lnTo>
                  <a:pt x="5102364" y="3689539"/>
                </a:lnTo>
                <a:cubicBezTo>
                  <a:pt x="5102693" y="3689539"/>
                  <a:pt x="5103153" y="3689998"/>
                  <a:pt x="5103153" y="3689998"/>
                </a:cubicBezTo>
                <a:lnTo>
                  <a:pt x="5107684" y="3697880"/>
                </a:lnTo>
                <a:cubicBezTo>
                  <a:pt x="5107815" y="3698143"/>
                  <a:pt x="5107684" y="3698734"/>
                  <a:pt x="5107684" y="3698734"/>
                </a:cubicBezTo>
                <a:lnTo>
                  <a:pt x="5103153" y="3706616"/>
                </a:lnTo>
                <a:cubicBezTo>
                  <a:pt x="5102955" y="3706879"/>
                  <a:pt x="5102364" y="3707075"/>
                  <a:pt x="5102364" y="3707075"/>
                </a:cubicBezTo>
                <a:lnTo>
                  <a:pt x="5093300" y="3707075"/>
                </a:lnTo>
                <a:cubicBezTo>
                  <a:pt x="5092972" y="3707075"/>
                  <a:pt x="5092512" y="3706616"/>
                  <a:pt x="5092512" y="3706616"/>
                </a:cubicBezTo>
                <a:lnTo>
                  <a:pt x="5087979" y="3698734"/>
                </a:lnTo>
                <a:cubicBezTo>
                  <a:pt x="5087848" y="3698471"/>
                  <a:pt x="5087979" y="3697880"/>
                  <a:pt x="5087979" y="3697880"/>
                </a:cubicBezTo>
                <a:lnTo>
                  <a:pt x="5092512" y="3689998"/>
                </a:lnTo>
                <a:cubicBezTo>
                  <a:pt x="5092708" y="3689736"/>
                  <a:pt x="5093300" y="3689539"/>
                  <a:pt x="5093300" y="3689539"/>
                </a:cubicBezTo>
                <a:close/>
                <a:moveTo>
                  <a:pt x="4838919" y="3689539"/>
                </a:moveTo>
                <a:lnTo>
                  <a:pt x="4847982" y="3689539"/>
                </a:lnTo>
                <a:cubicBezTo>
                  <a:pt x="4848311" y="3689539"/>
                  <a:pt x="4848772" y="3689998"/>
                  <a:pt x="4848772" y="3689998"/>
                </a:cubicBezTo>
                <a:lnTo>
                  <a:pt x="4853303" y="3697880"/>
                </a:lnTo>
                <a:cubicBezTo>
                  <a:pt x="4853435" y="3698143"/>
                  <a:pt x="4853303" y="3698734"/>
                  <a:pt x="4853303" y="3698734"/>
                </a:cubicBezTo>
                <a:lnTo>
                  <a:pt x="4848772" y="3706616"/>
                </a:lnTo>
                <a:cubicBezTo>
                  <a:pt x="4848575" y="3706879"/>
                  <a:pt x="4847982" y="3707075"/>
                  <a:pt x="4847982" y="3707075"/>
                </a:cubicBezTo>
                <a:lnTo>
                  <a:pt x="4838919" y="3707075"/>
                </a:lnTo>
                <a:cubicBezTo>
                  <a:pt x="4838590" y="3707075"/>
                  <a:pt x="4838132" y="3706616"/>
                  <a:pt x="4838132" y="3706616"/>
                </a:cubicBezTo>
                <a:lnTo>
                  <a:pt x="4833598" y="3698734"/>
                </a:lnTo>
                <a:cubicBezTo>
                  <a:pt x="4833467" y="3698471"/>
                  <a:pt x="4833598" y="3697880"/>
                  <a:pt x="4833598" y="3697880"/>
                </a:cubicBezTo>
                <a:lnTo>
                  <a:pt x="4838132" y="3689998"/>
                </a:lnTo>
                <a:cubicBezTo>
                  <a:pt x="4838328" y="3689736"/>
                  <a:pt x="4838919" y="3689539"/>
                  <a:pt x="4838919" y="3689539"/>
                </a:cubicBezTo>
                <a:close/>
                <a:moveTo>
                  <a:pt x="4584538" y="3689539"/>
                </a:moveTo>
                <a:lnTo>
                  <a:pt x="4593603" y="3689539"/>
                </a:lnTo>
                <a:cubicBezTo>
                  <a:pt x="4593932" y="3689539"/>
                  <a:pt x="4594390" y="3689998"/>
                  <a:pt x="4594390" y="3689998"/>
                </a:cubicBezTo>
                <a:lnTo>
                  <a:pt x="4598922" y="3697880"/>
                </a:lnTo>
                <a:cubicBezTo>
                  <a:pt x="4599054" y="3698143"/>
                  <a:pt x="4598922" y="3698734"/>
                  <a:pt x="4598922" y="3698734"/>
                </a:cubicBezTo>
                <a:lnTo>
                  <a:pt x="4594390" y="3706616"/>
                </a:lnTo>
                <a:cubicBezTo>
                  <a:pt x="4594193" y="3706879"/>
                  <a:pt x="4593603" y="3707075"/>
                  <a:pt x="4593603" y="3707075"/>
                </a:cubicBezTo>
                <a:lnTo>
                  <a:pt x="4584538" y="3707075"/>
                </a:lnTo>
                <a:cubicBezTo>
                  <a:pt x="4584210" y="3707075"/>
                  <a:pt x="4583749" y="3706616"/>
                  <a:pt x="4583749" y="3706616"/>
                </a:cubicBezTo>
                <a:lnTo>
                  <a:pt x="4579218" y="3698734"/>
                </a:lnTo>
                <a:cubicBezTo>
                  <a:pt x="4579087" y="3698471"/>
                  <a:pt x="4579218" y="3697880"/>
                  <a:pt x="4579218" y="3697880"/>
                </a:cubicBezTo>
                <a:lnTo>
                  <a:pt x="4583749" y="3689998"/>
                </a:lnTo>
                <a:cubicBezTo>
                  <a:pt x="4583948" y="3689736"/>
                  <a:pt x="4584538" y="3689539"/>
                  <a:pt x="4584538" y="3689539"/>
                </a:cubicBezTo>
                <a:close/>
                <a:moveTo>
                  <a:pt x="4330157" y="3689539"/>
                </a:moveTo>
                <a:lnTo>
                  <a:pt x="4339222" y="3689539"/>
                </a:lnTo>
                <a:cubicBezTo>
                  <a:pt x="4339550" y="3689539"/>
                  <a:pt x="4340010" y="3689998"/>
                  <a:pt x="4340010" y="3689998"/>
                </a:cubicBezTo>
                <a:lnTo>
                  <a:pt x="4344540" y="3697880"/>
                </a:lnTo>
                <a:cubicBezTo>
                  <a:pt x="4344672" y="3698143"/>
                  <a:pt x="4344540" y="3698734"/>
                  <a:pt x="4344540" y="3698734"/>
                </a:cubicBezTo>
                <a:lnTo>
                  <a:pt x="4340010" y="3706616"/>
                </a:lnTo>
                <a:cubicBezTo>
                  <a:pt x="4339812" y="3706879"/>
                  <a:pt x="4339222" y="3707075"/>
                  <a:pt x="4339222" y="3707075"/>
                </a:cubicBezTo>
                <a:lnTo>
                  <a:pt x="4330157" y="3707075"/>
                </a:lnTo>
                <a:cubicBezTo>
                  <a:pt x="4329829" y="3707075"/>
                  <a:pt x="4329369" y="3706616"/>
                  <a:pt x="4329369" y="3706616"/>
                </a:cubicBezTo>
                <a:lnTo>
                  <a:pt x="4324836" y="3698734"/>
                </a:lnTo>
                <a:cubicBezTo>
                  <a:pt x="4324706" y="3698471"/>
                  <a:pt x="4324836" y="3697880"/>
                  <a:pt x="4324836" y="3697880"/>
                </a:cubicBezTo>
                <a:lnTo>
                  <a:pt x="4329369" y="3689998"/>
                </a:lnTo>
                <a:cubicBezTo>
                  <a:pt x="4329565" y="3689736"/>
                  <a:pt x="4330157" y="3689539"/>
                  <a:pt x="4330157" y="3689539"/>
                </a:cubicBezTo>
                <a:close/>
                <a:moveTo>
                  <a:pt x="4075763" y="3689539"/>
                </a:moveTo>
                <a:lnTo>
                  <a:pt x="4084828" y="3689539"/>
                </a:lnTo>
                <a:cubicBezTo>
                  <a:pt x="4085156" y="3689539"/>
                  <a:pt x="4085617" y="3689998"/>
                  <a:pt x="4085617" y="3689998"/>
                </a:cubicBezTo>
                <a:lnTo>
                  <a:pt x="4090147" y="3697880"/>
                </a:lnTo>
                <a:cubicBezTo>
                  <a:pt x="4090279" y="3698143"/>
                  <a:pt x="4090147" y="3698734"/>
                  <a:pt x="4090147" y="3698734"/>
                </a:cubicBezTo>
                <a:lnTo>
                  <a:pt x="4085617" y="3706616"/>
                </a:lnTo>
                <a:cubicBezTo>
                  <a:pt x="4085418" y="3706879"/>
                  <a:pt x="4084828" y="3707075"/>
                  <a:pt x="4084828" y="3707075"/>
                </a:cubicBezTo>
                <a:lnTo>
                  <a:pt x="4075763" y="3707075"/>
                </a:lnTo>
                <a:cubicBezTo>
                  <a:pt x="4075435" y="3707075"/>
                  <a:pt x="4074975" y="3706616"/>
                  <a:pt x="4074975" y="3706616"/>
                </a:cubicBezTo>
                <a:lnTo>
                  <a:pt x="4070442" y="3698734"/>
                </a:lnTo>
                <a:cubicBezTo>
                  <a:pt x="4070311" y="3698471"/>
                  <a:pt x="4070442" y="3697880"/>
                  <a:pt x="4070442" y="3697880"/>
                </a:cubicBezTo>
                <a:lnTo>
                  <a:pt x="4074975" y="3689998"/>
                </a:lnTo>
                <a:cubicBezTo>
                  <a:pt x="4075171" y="3689736"/>
                  <a:pt x="4075763" y="3689539"/>
                  <a:pt x="4075763" y="3689539"/>
                </a:cubicBezTo>
                <a:close/>
                <a:moveTo>
                  <a:pt x="3821532" y="3689539"/>
                </a:moveTo>
                <a:lnTo>
                  <a:pt x="3830597" y="3689539"/>
                </a:lnTo>
                <a:cubicBezTo>
                  <a:pt x="3830925" y="3689539"/>
                  <a:pt x="3831386" y="3689998"/>
                  <a:pt x="3831386" y="3689998"/>
                </a:cubicBezTo>
                <a:lnTo>
                  <a:pt x="3835918" y="3697880"/>
                </a:lnTo>
                <a:cubicBezTo>
                  <a:pt x="3836049" y="3698143"/>
                  <a:pt x="3835918" y="3698734"/>
                  <a:pt x="3835918" y="3698734"/>
                </a:cubicBezTo>
                <a:lnTo>
                  <a:pt x="3831386" y="3706616"/>
                </a:lnTo>
                <a:cubicBezTo>
                  <a:pt x="3831189" y="3706879"/>
                  <a:pt x="3830597" y="3707075"/>
                  <a:pt x="3830597" y="3707075"/>
                </a:cubicBezTo>
                <a:lnTo>
                  <a:pt x="3821532" y="3707075"/>
                </a:lnTo>
                <a:cubicBezTo>
                  <a:pt x="3821205" y="3707075"/>
                  <a:pt x="3820745" y="3706616"/>
                  <a:pt x="3820745" y="3706616"/>
                </a:cubicBezTo>
                <a:lnTo>
                  <a:pt x="3816213" y="3698734"/>
                </a:lnTo>
                <a:cubicBezTo>
                  <a:pt x="3816080" y="3698471"/>
                  <a:pt x="3816213" y="3697880"/>
                  <a:pt x="3816213" y="3697880"/>
                </a:cubicBezTo>
                <a:lnTo>
                  <a:pt x="3820745" y="3689998"/>
                </a:lnTo>
                <a:cubicBezTo>
                  <a:pt x="3820942" y="3689736"/>
                  <a:pt x="3821532" y="3689539"/>
                  <a:pt x="3821532" y="3689539"/>
                </a:cubicBezTo>
                <a:close/>
                <a:moveTo>
                  <a:pt x="3567119" y="3689539"/>
                </a:moveTo>
                <a:lnTo>
                  <a:pt x="3576184" y="3689539"/>
                </a:lnTo>
                <a:cubicBezTo>
                  <a:pt x="3576512" y="3689539"/>
                  <a:pt x="3576971" y="3689998"/>
                  <a:pt x="3576971" y="3689998"/>
                </a:cubicBezTo>
                <a:lnTo>
                  <a:pt x="3581503" y="3697880"/>
                </a:lnTo>
                <a:cubicBezTo>
                  <a:pt x="3581634" y="3698143"/>
                  <a:pt x="3581503" y="3698734"/>
                  <a:pt x="3581503" y="3698734"/>
                </a:cubicBezTo>
                <a:lnTo>
                  <a:pt x="3576971" y="3706616"/>
                </a:lnTo>
                <a:cubicBezTo>
                  <a:pt x="3576775" y="3706879"/>
                  <a:pt x="3576184" y="3707075"/>
                  <a:pt x="3576184" y="3707075"/>
                </a:cubicBezTo>
                <a:lnTo>
                  <a:pt x="3567119" y="3707075"/>
                </a:lnTo>
                <a:cubicBezTo>
                  <a:pt x="3566790" y="3707075"/>
                  <a:pt x="3566331" y="3706616"/>
                  <a:pt x="3566331" y="3706616"/>
                </a:cubicBezTo>
                <a:lnTo>
                  <a:pt x="3561797" y="3698734"/>
                </a:lnTo>
                <a:cubicBezTo>
                  <a:pt x="3561666" y="3698471"/>
                  <a:pt x="3561797" y="3697880"/>
                  <a:pt x="3561797" y="3697880"/>
                </a:cubicBezTo>
                <a:lnTo>
                  <a:pt x="3566331" y="3689998"/>
                </a:lnTo>
                <a:cubicBezTo>
                  <a:pt x="3566527" y="3689736"/>
                  <a:pt x="3567119" y="3689539"/>
                  <a:pt x="3567119" y="3689539"/>
                </a:cubicBezTo>
                <a:close/>
                <a:moveTo>
                  <a:pt x="3312716" y="3689539"/>
                </a:moveTo>
                <a:lnTo>
                  <a:pt x="3321780" y="3689539"/>
                </a:lnTo>
                <a:cubicBezTo>
                  <a:pt x="3322110" y="3689539"/>
                  <a:pt x="3322567" y="3689998"/>
                  <a:pt x="3322567" y="3689998"/>
                </a:cubicBezTo>
                <a:lnTo>
                  <a:pt x="3327100" y="3697880"/>
                </a:lnTo>
                <a:cubicBezTo>
                  <a:pt x="3327231" y="3698143"/>
                  <a:pt x="3327100" y="3698734"/>
                  <a:pt x="3327100" y="3698734"/>
                </a:cubicBezTo>
                <a:lnTo>
                  <a:pt x="3322567" y="3706616"/>
                </a:lnTo>
                <a:cubicBezTo>
                  <a:pt x="3322372" y="3706879"/>
                  <a:pt x="3321780" y="3707075"/>
                  <a:pt x="3321780" y="3707075"/>
                </a:cubicBezTo>
                <a:lnTo>
                  <a:pt x="3312716" y="3707075"/>
                </a:lnTo>
                <a:cubicBezTo>
                  <a:pt x="3312388" y="3707075"/>
                  <a:pt x="3311927" y="3706616"/>
                  <a:pt x="3311927" y="3706616"/>
                </a:cubicBezTo>
                <a:lnTo>
                  <a:pt x="3307394" y="3698734"/>
                </a:lnTo>
                <a:cubicBezTo>
                  <a:pt x="3307263" y="3698471"/>
                  <a:pt x="3307394" y="3697880"/>
                  <a:pt x="3307394" y="3697880"/>
                </a:cubicBezTo>
                <a:lnTo>
                  <a:pt x="3311927" y="3689998"/>
                </a:lnTo>
                <a:cubicBezTo>
                  <a:pt x="3312124" y="3689736"/>
                  <a:pt x="3312716" y="3689539"/>
                  <a:pt x="3312716" y="3689539"/>
                </a:cubicBezTo>
                <a:close/>
                <a:moveTo>
                  <a:pt x="3058437" y="3689539"/>
                </a:moveTo>
                <a:lnTo>
                  <a:pt x="3067508" y="3689539"/>
                </a:lnTo>
                <a:cubicBezTo>
                  <a:pt x="3067836" y="3689539"/>
                  <a:pt x="3068295" y="3689998"/>
                  <a:pt x="3068295" y="3689998"/>
                </a:cubicBezTo>
                <a:lnTo>
                  <a:pt x="3072826" y="3697880"/>
                </a:lnTo>
                <a:cubicBezTo>
                  <a:pt x="3072959" y="3698143"/>
                  <a:pt x="3072826" y="3698734"/>
                  <a:pt x="3072826" y="3698734"/>
                </a:cubicBezTo>
                <a:lnTo>
                  <a:pt x="3068295" y="3706616"/>
                </a:lnTo>
                <a:cubicBezTo>
                  <a:pt x="3068097" y="3706879"/>
                  <a:pt x="3067508" y="3707075"/>
                  <a:pt x="3067508" y="3707075"/>
                </a:cubicBezTo>
                <a:lnTo>
                  <a:pt x="3058437" y="3707075"/>
                </a:lnTo>
                <a:cubicBezTo>
                  <a:pt x="3058111" y="3707075"/>
                  <a:pt x="3057652" y="3706616"/>
                  <a:pt x="3057652" y="3706616"/>
                </a:cubicBezTo>
                <a:lnTo>
                  <a:pt x="3053119" y="3698734"/>
                </a:lnTo>
                <a:cubicBezTo>
                  <a:pt x="3052987" y="3698471"/>
                  <a:pt x="3053119" y="3697880"/>
                  <a:pt x="3053119" y="3697880"/>
                </a:cubicBezTo>
                <a:lnTo>
                  <a:pt x="3057652" y="3689998"/>
                </a:lnTo>
                <a:cubicBezTo>
                  <a:pt x="3057852" y="3689736"/>
                  <a:pt x="3058437" y="3689539"/>
                  <a:pt x="3058437" y="3689539"/>
                </a:cubicBezTo>
                <a:close/>
                <a:moveTo>
                  <a:pt x="2803837" y="3689539"/>
                </a:moveTo>
                <a:lnTo>
                  <a:pt x="2812900" y="3689539"/>
                </a:lnTo>
                <a:cubicBezTo>
                  <a:pt x="2813229" y="3689539"/>
                  <a:pt x="2813689" y="3689998"/>
                  <a:pt x="2813689" y="3689998"/>
                </a:cubicBezTo>
                <a:lnTo>
                  <a:pt x="2818220" y="3697880"/>
                </a:lnTo>
                <a:cubicBezTo>
                  <a:pt x="2818352" y="3698143"/>
                  <a:pt x="2818220" y="3698734"/>
                  <a:pt x="2818220" y="3698734"/>
                </a:cubicBezTo>
                <a:lnTo>
                  <a:pt x="2813689" y="3706616"/>
                </a:lnTo>
                <a:cubicBezTo>
                  <a:pt x="2813492" y="3706879"/>
                  <a:pt x="2812900" y="3707075"/>
                  <a:pt x="2812900" y="3707075"/>
                </a:cubicBezTo>
                <a:lnTo>
                  <a:pt x="2803837" y="3707075"/>
                </a:lnTo>
                <a:cubicBezTo>
                  <a:pt x="2803507" y="3707075"/>
                  <a:pt x="2803048" y="3706616"/>
                  <a:pt x="2803048" y="3706616"/>
                </a:cubicBezTo>
                <a:lnTo>
                  <a:pt x="2798515" y="3698734"/>
                </a:lnTo>
                <a:cubicBezTo>
                  <a:pt x="2798383" y="3698471"/>
                  <a:pt x="2798515" y="3697880"/>
                  <a:pt x="2798515" y="3697880"/>
                </a:cubicBezTo>
                <a:lnTo>
                  <a:pt x="2803048" y="3689998"/>
                </a:lnTo>
                <a:cubicBezTo>
                  <a:pt x="2803245" y="3689736"/>
                  <a:pt x="2803837" y="3689539"/>
                  <a:pt x="2803837" y="3689539"/>
                </a:cubicBezTo>
                <a:close/>
                <a:moveTo>
                  <a:pt x="2549554" y="3689539"/>
                </a:moveTo>
                <a:lnTo>
                  <a:pt x="2558619" y="3689539"/>
                </a:lnTo>
                <a:cubicBezTo>
                  <a:pt x="2558948" y="3689539"/>
                  <a:pt x="2559407" y="3689998"/>
                  <a:pt x="2559407" y="3689998"/>
                </a:cubicBezTo>
                <a:lnTo>
                  <a:pt x="2563941" y="3697880"/>
                </a:lnTo>
                <a:cubicBezTo>
                  <a:pt x="2564073" y="3698143"/>
                  <a:pt x="2563941" y="3698734"/>
                  <a:pt x="2563941" y="3698734"/>
                </a:cubicBezTo>
                <a:lnTo>
                  <a:pt x="2559407" y="3706616"/>
                </a:lnTo>
                <a:cubicBezTo>
                  <a:pt x="2559211" y="3706879"/>
                  <a:pt x="2558619" y="3707075"/>
                  <a:pt x="2558619" y="3707075"/>
                </a:cubicBezTo>
                <a:lnTo>
                  <a:pt x="2549554" y="3707075"/>
                </a:lnTo>
                <a:cubicBezTo>
                  <a:pt x="2549228" y="3707075"/>
                  <a:pt x="2548767" y="3706616"/>
                  <a:pt x="2548767" y="3706616"/>
                </a:cubicBezTo>
                <a:lnTo>
                  <a:pt x="2544235" y="3698734"/>
                </a:lnTo>
                <a:cubicBezTo>
                  <a:pt x="2544103" y="3698471"/>
                  <a:pt x="2544235" y="3697880"/>
                  <a:pt x="2544235" y="3697880"/>
                </a:cubicBezTo>
                <a:lnTo>
                  <a:pt x="2548767" y="3689998"/>
                </a:lnTo>
                <a:cubicBezTo>
                  <a:pt x="2548963" y="3689736"/>
                  <a:pt x="2549554" y="3689539"/>
                  <a:pt x="2549554" y="3689539"/>
                </a:cubicBezTo>
                <a:close/>
                <a:moveTo>
                  <a:pt x="2295138" y="3689539"/>
                </a:moveTo>
                <a:lnTo>
                  <a:pt x="2304204" y="3689539"/>
                </a:lnTo>
                <a:cubicBezTo>
                  <a:pt x="2304532" y="3689539"/>
                  <a:pt x="2304992" y="3689998"/>
                  <a:pt x="2304992" y="3689998"/>
                </a:cubicBezTo>
                <a:lnTo>
                  <a:pt x="2309523" y="3697880"/>
                </a:lnTo>
                <a:cubicBezTo>
                  <a:pt x="2309655" y="3698143"/>
                  <a:pt x="2309523" y="3698734"/>
                  <a:pt x="2309523" y="3698734"/>
                </a:cubicBezTo>
                <a:lnTo>
                  <a:pt x="2304992" y="3706616"/>
                </a:lnTo>
                <a:cubicBezTo>
                  <a:pt x="2304795" y="3706879"/>
                  <a:pt x="2304204" y="3707075"/>
                  <a:pt x="2304204" y="3707075"/>
                </a:cubicBezTo>
                <a:lnTo>
                  <a:pt x="2295138" y="3707075"/>
                </a:lnTo>
                <a:cubicBezTo>
                  <a:pt x="2294812" y="3707075"/>
                  <a:pt x="2294350" y="3706616"/>
                  <a:pt x="2294350" y="3706616"/>
                </a:cubicBezTo>
                <a:lnTo>
                  <a:pt x="2289819" y="3698734"/>
                </a:lnTo>
                <a:cubicBezTo>
                  <a:pt x="2289688" y="3698471"/>
                  <a:pt x="2289819" y="3697880"/>
                  <a:pt x="2289819" y="3697880"/>
                </a:cubicBezTo>
                <a:lnTo>
                  <a:pt x="2294350" y="3689998"/>
                </a:lnTo>
                <a:cubicBezTo>
                  <a:pt x="2294547" y="3689736"/>
                  <a:pt x="2295138" y="3689539"/>
                  <a:pt x="2295138" y="3689539"/>
                </a:cubicBezTo>
                <a:close/>
                <a:moveTo>
                  <a:pt x="2040623" y="3689539"/>
                </a:moveTo>
                <a:lnTo>
                  <a:pt x="2049686" y="3689539"/>
                </a:lnTo>
                <a:cubicBezTo>
                  <a:pt x="2050015" y="3689539"/>
                  <a:pt x="2050474" y="3689998"/>
                  <a:pt x="2050474" y="3689998"/>
                </a:cubicBezTo>
                <a:lnTo>
                  <a:pt x="2055006" y="3697880"/>
                </a:lnTo>
                <a:cubicBezTo>
                  <a:pt x="2055138" y="3698143"/>
                  <a:pt x="2055006" y="3698734"/>
                  <a:pt x="2055006" y="3698734"/>
                </a:cubicBezTo>
                <a:lnTo>
                  <a:pt x="2050474" y="3706616"/>
                </a:lnTo>
                <a:cubicBezTo>
                  <a:pt x="2050277" y="3706879"/>
                  <a:pt x="2049686" y="3707075"/>
                  <a:pt x="2049686" y="3707075"/>
                </a:cubicBezTo>
                <a:lnTo>
                  <a:pt x="2040623" y="3707075"/>
                </a:lnTo>
                <a:cubicBezTo>
                  <a:pt x="2040293" y="3707075"/>
                  <a:pt x="2039833" y="3706616"/>
                  <a:pt x="2039833" y="3706616"/>
                </a:cubicBezTo>
                <a:lnTo>
                  <a:pt x="2035302" y="3698734"/>
                </a:lnTo>
                <a:cubicBezTo>
                  <a:pt x="2035170" y="3698471"/>
                  <a:pt x="2035302" y="3697880"/>
                  <a:pt x="2035302" y="3697880"/>
                </a:cubicBezTo>
                <a:lnTo>
                  <a:pt x="2039833" y="3689998"/>
                </a:lnTo>
                <a:cubicBezTo>
                  <a:pt x="2040030" y="3689736"/>
                  <a:pt x="2040623" y="3689539"/>
                  <a:pt x="2040623" y="3689539"/>
                </a:cubicBezTo>
                <a:close/>
                <a:moveTo>
                  <a:pt x="1786229" y="3689539"/>
                </a:moveTo>
                <a:lnTo>
                  <a:pt x="1795292" y="3689539"/>
                </a:lnTo>
                <a:cubicBezTo>
                  <a:pt x="1795622" y="3689539"/>
                  <a:pt x="1796082" y="3689998"/>
                  <a:pt x="1796082" y="3689998"/>
                </a:cubicBezTo>
                <a:lnTo>
                  <a:pt x="1800613" y="3697880"/>
                </a:lnTo>
                <a:cubicBezTo>
                  <a:pt x="1800745" y="3698143"/>
                  <a:pt x="1800613" y="3698734"/>
                  <a:pt x="1800613" y="3698734"/>
                </a:cubicBezTo>
                <a:lnTo>
                  <a:pt x="1796082" y="3706616"/>
                </a:lnTo>
                <a:cubicBezTo>
                  <a:pt x="1795884" y="3706879"/>
                  <a:pt x="1795292" y="3707075"/>
                  <a:pt x="1795292" y="3707075"/>
                </a:cubicBezTo>
                <a:lnTo>
                  <a:pt x="1786229" y="3707075"/>
                </a:lnTo>
                <a:cubicBezTo>
                  <a:pt x="1785902" y="3707075"/>
                  <a:pt x="1785441" y="3706616"/>
                  <a:pt x="1785441" y="3706616"/>
                </a:cubicBezTo>
                <a:lnTo>
                  <a:pt x="1780909" y="3698734"/>
                </a:lnTo>
                <a:cubicBezTo>
                  <a:pt x="1780778" y="3698471"/>
                  <a:pt x="1780909" y="3697880"/>
                  <a:pt x="1780909" y="3697880"/>
                </a:cubicBezTo>
                <a:lnTo>
                  <a:pt x="1785441" y="3689998"/>
                </a:lnTo>
                <a:cubicBezTo>
                  <a:pt x="1785638" y="3689736"/>
                  <a:pt x="1786229" y="3689539"/>
                  <a:pt x="1786229" y="3689539"/>
                </a:cubicBezTo>
                <a:close/>
                <a:moveTo>
                  <a:pt x="1531943" y="3689539"/>
                </a:moveTo>
                <a:lnTo>
                  <a:pt x="1541008" y="3689539"/>
                </a:lnTo>
                <a:cubicBezTo>
                  <a:pt x="1541334" y="3689539"/>
                  <a:pt x="1541795" y="3689998"/>
                  <a:pt x="1541795" y="3689998"/>
                </a:cubicBezTo>
                <a:lnTo>
                  <a:pt x="1546328" y="3697880"/>
                </a:lnTo>
                <a:cubicBezTo>
                  <a:pt x="1546459" y="3698143"/>
                  <a:pt x="1546328" y="3698734"/>
                  <a:pt x="1546328" y="3698734"/>
                </a:cubicBezTo>
                <a:lnTo>
                  <a:pt x="1541795" y="3706616"/>
                </a:lnTo>
                <a:cubicBezTo>
                  <a:pt x="1541598" y="3706879"/>
                  <a:pt x="1541008" y="3707075"/>
                  <a:pt x="1541008" y="3707075"/>
                </a:cubicBezTo>
                <a:lnTo>
                  <a:pt x="1531943" y="3707075"/>
                </a:lnTo>
                <a:cubicBezTo>
                  <a:pt x="1531615" y="3707075"/>
                  <a:pt x="1531156" y="3706616"/>
                  <a:pt x="1531156" y="3706616"/>
                </a:cubicBezTo>
                <a:lnTo>
                  <a:pt x="1526622" y="3698734"/>
                </a:lnTo>
                <a:cubicBezTo>
                  <a:pt x="1526491" y="3698471"/>
                  <a:pt x="1526622" y="3697880"/>
                  <a:pt x="1526622" y="3697880"/>
                </a:cubicBezTo>
                <a:lnTo>
                  <a:pt x="1531156" y="3689998"/>
                </a:lnTo>
                <a:cubicBezTo>
                  <a:pt x="1531353" y="3689736"/>
                  <a:pt x="1531943" y="3689539"/>
                  <a:pt x="1531943" y="3689539"/>
                </a:cubicBezTo>
                <a:close/>
                <a:moveTo>
                  <a:pt x="1277466" y="3689539"/>
                </a:moveTo>
                <a:lnTo>
                  <a:pt x="1286530" y="3689539"/>
                </a:lnTo>
                <a:cubicBezTo>
                  <a:pt x="1286861" y="3689539"/>
                  <a:pt x="1287319" y="3689998"/>
                  <a:pt x="1287319" y="3689998"/>
                </a:cubicBezTo>
                <a:lnTo>
                  <a:pt x="1291852" y="3697880"/>
                </a:lnTo>
                <a:cubicBezTo>
                  <a:pt x="1291983" y="3698143"/>
                  <a:pt x="1291852" y="3698734"/>
                  <a:pt x="1291852" y="3698734"/>
                </a:cubicBezTo>
                <a:lnTo>
                  <a:pt x="1287319" y="3706616"/>
                </a:lnTo>
                <a:cubicBezTo>
                  <a:pt x="1287122" y="3706879"/>
                  <a:pt x="1286530" y="3707075"/>
                  <a:pt x="1286530" y="3707075"/>
                </a:cubicBezTo>
                <a:lnTo>
                  <a:pt x="1277466" y="3707075"/>
                </a:lnTo>
                <a:cubicBezTo>
                  <a:pt x="1277138" y="3707075"/>
                  <a:pt x="1276678" y="3706616"/>
                  <a:pt x="1276678" y="3706616"/>
                </a:cubicBezTo>
                <a:lnTo>
                  <a:pt x="1272145" y="3698734"/>
                </a:lnTo>
                <a:cubicBezTo>
                  <a:pt x="1272015" y="3698471"/>
                  <a:pt x="1272145" y="3697880"/>
                  <a:pt x="1272145" y="3697880"/>
                </a:cubicBezTo>
                <a:lnTo>
                  <a:pt x="1276678" y="3689998"/>
                </a:lnTo>
                <a:cubicBezTo>
                  <a:pt x="1276875" y="3689736"/>
                  <a:pt x="1277466" y="3689539"/>
                  <a:pt x="1277466" y="3689539"/>
                </a:cubicBezTo>
                <a:close/>
                <a:moveTo>
                  <a:pt x="1023078" y="3689539"/>
                </a:moveTo>
                <a:lnTo>
                  <a:pt x="1032143" y="3689539"/>
                </a:lnTo>
                <a:cubicBezTo>
                  <a:pt x="1032471" y="3689539"/>
                  <a:pt x="1032930" y="3689998"/>
                  <a:pt x="1032930" y="3689998"/>
                </a:cubicBezTo>
                <a:lnTo>
                  <a:pt x="1037463" y="3697880"/>
                </a:lnTo>
                <a:cubicBezTo>
                  <a:pt x="1037593" y="3698143"/>
                  <a:pt x="1037463" y="3698734"/>
                  <a:pt x="1037463" y="3698734"/>
                </a:cubicBezTo>
                <a:lnTo>
                  <a:pt x="1032930" y="3706616"/>
                </a:lnTo>
                <a:cubicBezTo>
                  <a:pt x="1032733" y="3706879"/>
                  <a:pt x="1032143" y="3707075"/>
                  <a:pt x="1032143" y="3707075"/>
                </a:cubicBezTo>
                <a:lnTo>
                  <a:pt x="1023078" y="3707075"/>
                </a:lnTo>
                <a:cubicBezTo>
                  <a:pt x="1022749" y="3707075"/>
                  <a:pt x="1022291" y="3706616"/>
                  <a:pt x="1022291" y="3706616"/>
                </a:cubicBezTo>
                <a:lnTo>
                  <a:pt x="1017757" y="3698734"/>
                </a:lnTo>
                <a:cubicBezTo>
                  <a:pt x="1017627" y="3698471"/>
                  <a:pt x="1017757" y="3697880"/>
                  <a:pt x="1017757" y="3697880"/>
                </a:cubicBezTo>
                <a:lnTo>
                  <a:pt x="1022291" y="3689998"/>
                </a:lnTo>
                <a:cubicBezTo>
                  <a:pt x="1022487" y="3689736"/>
                  <a:pt x="1023078" y="3689539"/>
                  <a:pt x="1023078" y="3689539"/>
                </a:cubicBezTo>
                <a:close/>
                <a:moveTo>
                  <a:pt x="768714" y="3689539"/>
                </a:moveTo>
                <a:lnTo>
                  <a:pt x="777777" y="3689539"/>
                </a:lnTo>
                <a:cubicBezTo>
                  <a:pt x="778106" y="3689539"/>
                  <a:pt x="778566" y="3689998"/>
                  <a:pt x="778566" y="3689998"/>
                </a:cubicBezTo>
                <a:lnTo>
                  <a:pt x="783097" y="3697880"/>
                </a:lnTo>
                <a:cubicBezTo>
                  <a:pt x="783229" y="3698143"/>
                  <a:pt x="783097" y="3698734"/>
                  <a:pt x="783097" y="3698734"/>
                </a:cubicBezTo>
                <a:lnTo>
                  <a:pt x="778566" y="3706616"/>
                </a:lnTo>
                <a:cubicBezTo>
                  <a:pt x="778369" y="3706879"/>
                  <a:pt x="777777" y="3707075"/>
                  <a:pt x="777777" y="3707075"/>
                </a:cubicBezTo>
                <a:lnTo>
                  <a:pt x="768714" y="3707075"/>
                </a:lnTo>
                <a:cubicBezTo>
                  <a:pt x="768385" y="3707075"/>
                  <a:pt x="767926" y="3706616"/>
                  <a:pt x="767926" y="3706616"/>
                </a:cubicBezTo>
                <a:lnTo>
                  <a:pt x="763394" y="3698734"/>
                </a:lnTo>
                <a:cubicBezTo>
                  <a:pt x="763263" y="3698471"/>
                  <a:pt x="763394" y="3697880"/>
                  <a:pt x="763394" y="3697880"/>
                </a:cubicBezTo>
                <a:lnTo>
                  <a:pt x="767926" y="3689998"/>
                </a:lnTo>
                <a:cubicBezTo>
                  <a:pt x="768123" y="3689736"/>
                  <a:pt x="768714" y="3689539"/>
                  <a:pt x="768714" y="3689539"/>
                </a:cubicBezTo>
                <a:close/>
                <a:moveTo>
                  <a:pt x="514239" y="3689539"/>
                </a:moveTo>
                <a:lnTo>
                  <a:pt x="523301" y="3689539"/>
                </a:lnTo>
                <a:cubicBezTo>
                  <a:pt x="523631" y="3689539"/>
                  <a:pt x="524091" y="3689998"/>
                  <a:pt x="524091" y="3689998"/>
                </a:cubicBezTo>
                <a:lnTo>
                  <a:pt x="528621" y="3697880"/>
                </a:lnTo>
                <a:cubicBezTo>
                  <a:pt x="528753" y="3698143"/>
                  <a:pt x="528621" y="3698734"/>
                  <a:pt x="528621" y="3698734"/>
                </a:cubicBezTo>
                <a:lnTo>
                  <a:pt x="524091" y="3706616"/>
                </a:lnTo>
                <a:cubicBezTo>
                  <a:pt x="523894" y="3706879"/>
                  <a:pt x="523301" y="3707075"/>
                  <a:pt x="523301" y="3707075"/>
                </a:cubicBezTo>
                <a:lnTo>
                  <a:pt x="514239" y="3707075"/>
                </a:lnTo>
                <a:cubicBezTo>
                  <a:pt x="513908" y="3707075"/>
                  <a:pt x="513451" y="3706616"/>
                  <a:pt x="513451" y="3706616"/>
                </a:cubicBezTo>
                <a:lnTo>
                  <a:pt x="508918" y="3698734"/>
                </a:lnTo>
                <a:cubicBezTo>
                  <a:pt x="508787" y="3698471"/>
                  <a:pt x="508918" y="3697880"/>
                  <a:pt x="508918" y="3697880"/>
                </a:cubicBezTo>
                <a:lnTo>
                  <a:pt x="513451" y="3689998"/>
                </a:lnTo>
                <a:cubicBezTo>
                  <a:pt x="513648" y="3689736"/>
                  <a:pt x="514239" y="3689539"/>
                  <a:pt x="514239" y="3689539"/>
                </a:cubicBezTo>
                <a:close/>
                <a:moveTo>
                  <a:pt x="259924" y="3689539"/>
                </a:moveTo>
                <a:lnTo>
                  <a:pt x="268988" y="3689539"/>
                </a:lnTo>
                <a:cubicBezTo>
                  <a:pt x="269316" y="3689539"/>
                  <a:pt x="269776" y="3689998"/>
                  <a:pt x="269776" y="3689998"/>
                </a:cubicBezTo>
                <a:lnTo>
                  <a:pt x="274306" y="3697880"/>
                </a:lnTo>
                <a:cubicBezTo>
                  <a:pt x="274438" y="3698143"/>
                  <a:pt x="274306" y="3698734"/>
                  <a:pt x="274306" y="3698734"/>
                </a:cubicBezTo>
                <a:lnTo>
                  <a:pt x="269776" y="3706616"/>
                </a:lnTo>
                <a:cubicBezTo>
                  <a:pt x="269579" y="3706879"/>
                  <a:pt x="268988" y="3707075"/>
                  <a:pt x="268988" y="3707075"/>
                </a:cubicBezTo>
                <a:lnTo>
                  <a:pt x="259924" y="3707075"/>
                </a:lnTo>
                <a:cubicBezTo>
                  <a:pt x="259594" y="3707075"/>
                  <a:pt x="259135" y="3706616"/>
                  <a:pt x="259135" y="3706616"/>
                </a:cubicBezTo>
                <a:lnTo>
                  <a:pt x="254603" y="3698734"/>
                </a:lnTo>
                <a:cubicBezTo>
                  <a:pt x="254471" y="3698471"/>
                  <a:pt x="254603" y="3697880"/>
                  <a:pt x="254603" y="3697880"/>
                </a:cubicBezTo>
                <a:lnTo>
                  <a:pt x="259135" y="3689998"/>
                </a:lnTo>
                <a:cubicBezTo>
                  <a:pt x="259332" y="3689736"/>
                  <a:pt x="259924" y="3689539"/>
                  <a:pt x="259924" y="3689539"/>
                </a:cubicBezTo>
                <a:close/>
                <a:moveTo>
                  <a:pt x="5476" y="3689539"/>
                </a:moveTo>
                <a:lnTo>
                  <a:pt x="14540" y="3689539"/>
                </a:lnTo>
                <a:cubicBezTo>
                  <a:pt x="14868" y="3689539"/>
                  <a:pt x="15328" y="3689998"/>
                  <a:pt x="15328" y="3689998"/>
                </a:cubicBezTo>
                <a:lnTo>
                  <a:pt x="19861" y="3697880"/>
                </a:lnTo>
                <a:cubicBezTo>
                  <a:pt x="19993" y="3698143"/>
                  <a:pt x="19861" y="3698734"/>
                  <a:pt x="19861" y="3698734"/>
                </a:cubicBezTo>
                <a:lnTo>
                  <a:pt x="15328" y="3706616"/>
                </a:lnTo>
                <a:cubicBezTo>
                  <a:pt x="15131" y="3706879"/>
                  <a:pt x="14540" y="3707075"/>
                  <a:pt x="14540" y="3707075"/>
                </a:cubicBezTo>
                <a:lnTo>
                  <a:pt x="5476" y="3707075"/>
                </a:lnTo>
                <a:cubicBezTo>
                  <a:pt x="5148" y="3707075"/>
                  <a:pt x="4688" y="3706616"/>
                  <a:pt x="4688" y="3706616"/>
                </a:cubicBezTo>
                <a:lnTo>
                  <a:pt x="155" y="3698734"/>
                </a:lnTo>
                <a:cubicBezTo>
                  <a:pt x="24" y="3698471"/>
                  <a:pt x="155" y="3697880"/>
                  <a:pt x="155" y="3697880"/>
                </a:cubicBezTo>
                <a:lnTo>
                  <a:pt x="4688" y="3689998"/>
                </a:lnTo>
                <a:cubicBezTo>
                  <a:pt x="4885" y="3689736"/>
                  <a:pt x="5476" y="3689539"/>
                  <a:pt x="5476" y="3689539"/>
                </a:cubicBezTo>
                <a:close/>
                <a:moveTo>
                  <a:pt x="10435622" y="3472530"/>
                </a:moveTo>
                <a:lnTo>
                  <a:pt x="10444686" y="3472530"/>
                </a:lnTo>
                <a:cubicBezTo>
                  <a:pt x="10445015" y="3472530"/>
                  <a:pt x="10445474" y="3472990"/>
                  <a:pt x="10445474" y="3472990"/>
                </a:cubicBezTo>
                <a:lnTo>
                  <a:pt x="10450007" y="3480871"/>
                </a:lnTo>
                <a:cubicBezTo>
                  <a:pt x="10450138" y="3481134"/>
                  <a:pt x="10450007" y="3481725"/>
                  <a:pt x="10450007" y="3481725"/>
                </a:cubicBezTo>
                <a:lnTo>
                  <a:pt x="10445474" y="3489606"/>
                </a:lnTo>
                <a:cubicBezTo>
                  <a:pt x="10445278" y="3489870"/>
                  <a:pt x="10444686" y="3490066"/>
                  <a:pt x="10444686" y="3490066"/>
                </a:cubicBezTo>
                <a:lnTo>
                  <a:pt x="10435622" y="3490066"/>
                </a:lnTo>
                <a:cubicBezTo>
                  <a:pt x="10435295" y="3490066"/>
                  <a:pt x="10434834" y="3489606"/>
                  <a:pt x="10434834" y="3489606"/>
                </a:cubicBezTo>
                <a:lnTo>
                  <a:pt x="10430302" y="3481725"/>
                </a:lnTo>
                <a:cubicBezTo>
                  <a:pt x="10430171" y="3481462"/>
                  <a:pt x="10430302" y="3480871"/>
                  <a:pt x="10430302" y="3480871"/>
                </a:cubicBezTo>
                <a:lnTo>
                  <a:pt x="10434834" y="3472990"/>
                </a:lnTo>
                <a:cubicBezTo>
                  <a:pt x="10435031" y="3472727"/>
                  <a:pt x="10435622" y="3472530"/>
                  <a:pt x="10435622" y="3472530"/>
                </a:cubicBezTo>
                <a:close/>
                <a:moveTo>
                  <a:pt x="10181242" y="3472530"/>
                </a:moveTo>
                <a:lnTo>
                  <a:pt x="10190305" y="3472530"/>
                </a:lnTo>
                <a:cubicBezTo>
                  <a:pt x="10190635" y="3472530"/>
                  <a:pt x="10191093" y="3472990"/>
                  <a:pt x="10191093" y="3472990"/>
                </a:cubicBezTo>
                <a:lnTo>
                  <a:pt x="10195626" y="3480871"/>
                </a:lnTo>
                <a:cubicBezTo>
                  <a:pt x="10195758" y="3481134"/>
                  <a:pt x="10195626" y="3481725"/>
                  <a:pt x="10195626" y="3481725"/>
                </a:cubicBezTo>
                <a:lnTo>
                  <a:pt x="10191093" y="3489606"/>
                </a:lnTo>
                <a:cubicBezTo>
                  <a:pt x="10190896" y="3489870"/>
                  <a:pt x="10190305" y="3490066"/>
                  <a:pt x="10190305" y="3490066"/>
                </a:cubicBezTo>
                <a:lnTo>
                  <a:pt x="10181242" y="3490066"/>
                </a:lnTo>
                <a:cubicBezTo>
                  <a:pt x="10180914" y="3490066"/>
                  <a:pt x="10180453" y="3489606"/>
                  <a:pt x="10180453" y="3489606"/>
                </a:cubicBezTo>
                <a:lnTo>
                  <a:pt x="10175922" y="3481725"/>
                </a:lnTo>
                <a:cubicBezTo>
                  <a:pt x="10175790" y="3481462"/>
                  <a:pt x="10175922" y="3480871"/>
                  <a:pt x="10175922" y="3480871"/>
                </a:cubicBezTo>
                <a:lnTo>
                  <a:pt x="10180453" y="3472990"/>
                </a:lnTo>
                <a:cubicBezTo>
                  <a:pt x="10180650" y="3472727"/>
                  <a:pt x="10181242" y="3472530"/>
                  <a:pt x="10181242" y="3472530"/>
                </a:cubicBezTo>
                <a:close/>
                <a:moveTo>
                  <a:pt x="9926861" y="3472530"/>
                </a:moveTo>
                <a:lnTo>
                  <a:pt x="9935924" y="3472530"/>
                </a:lnTo>
                <a:cubicBezTo>
                  <a:pt x="9936254" y="3472530"/>
                  <a:pt x="9936713" y="3472990"/>
                  <a:pt x="9936713" y="3472990"/>
                </a:cubicBezTo>
                <a:lnTo>
                  <a:pt x="9941246" y="3480871"/>
                </a:lnTo>
                <a:cubicBezTo>
                  <a:pt x="9941376" y="3481134"/>
                  <a:pt x="9941246" y="3481725"/>
                  <a:pt x="9941246" y="3481725"/>
                </a:cubicBezTo>
                <a:lnTo>
                  <a:pt x="9936713" y="3489606"/>
                </a:lnTo>
                <a:cubicBezTo>
                  <a:pt x="9936516" y="3489870"/>
                  <a:pt x="9935924" y="3490066"/>
                  <a:pt x="9935924" y="3490066"/>
                </a:cubicBezTo>
                <a:lnTo>
                  <a:pt x="9926861" y="3490066"/>
                </a:lnTo>
                <a:cubicBezTo>
                  <a:pt x="9926532" y="3490066"/>
                  <a:pt x="9926073" y="3489606"/>
                  <a:pt x="9926073" y="3489606"/>
                </a:cubicBezTo>
                <a:lnTo>
                  <a:pt x="9921541" y="3481725"/>
                </a:lnTo>
                <a:cubicBezTo>
                  <a:pt x="9921410" y="3481462"/>
                  <a:pt x="9921541" y="3480871"/>
                  <a:pt x="9921541" y="3480871"/>
                </a:cubicBezTo>
                <a:lnTo>
                  <a:pt x="9926073" y="3472990"/>
                </a:lnTo>
                <a:cubicBezTo>
                  <a:pt x="9926270" y="3472727"/>
                  <a:pt x="9926861" y="3472530"/>
                  <a:pt x="9926861" y="3472530"/>
                </a:cubicBezTo>
                <a:close/>
                <a:moveTo>
                  <a:pt x="9672481" y="3472530"/>
                </a:moveTo>
                <a:lnTo>
                  <a:pt x="9681545" y="3472530"/>
                </a:lnTo>
                <a:cubicBezTo>
                  <a:pt x="9681872" y="3472530"/>
                  <a:pt x="9682333" y="3472990"/>
                  <a:pt x="9682333" y="3472990"/>
                </a:cubicBezTo>
                <a:lnTo>
                  <a:pt x="9686865" y="3480871"/>
                </a:lnTo>
                <a:cubicBezTo>
                  <a:pt x="9686996" y="3481134"/>
                  <a:pt x="9686865" y="3481725"/>
                  <a:pt x="9686865" y="3481725"/>
                </a:cubicBezTo>
                <a:lnTo>
                  <a:pt x="9682333" y="3489606"/>
                </a:lnTo>
                <a:cubicBezTo>
                  <a:pt x="9682136" y="3489870"/>
                  <a:pt x="9681545" y="3490066"/>
                  <a:pt x="9681545" y="3490066"/>
                </a:cubicBezTo>
                <a:lnTo>
                  <a:pt x="9672481" y="3490066"/>
                </a:lnTo>
                <a:cubicBezTo>
                  <a:pt x="9672152" y="3490066"/>
                  <a:pt x="9671693" y="3489606"/>
                  <a:pt x="9671693" y="3489606"/>
                </a:cubicBezTo>
                <a:lnTo>
                  <a:pt x="9667160" y="3481725"/>
                </a:lnTo>
                <a:cubicBezTo>
                  <a:pt x="9667030" y="3481462"/>
                  <a:pt x="9667160" y="3480871"/>
                  <a:pt x="9667160" y="3480871"/>
                </a:cubicBezTo>
                <a:lnTo>
                  <a:pt x="9671693" y="3472990"/>
                </a:lnTo>
                <a:cubicBezTo>
                  <a:pt x="9671890" y="3472727"/>
                  <a:pt x="9672481" y="3472530"/>
                  <a:pt x="9672481" y="3472530"/>
                </a:cubicBezTo>
                <a:close/>
                <a:moveTo>
                  <a:pt x="9418035" y="3472530"/>
                </a:moveTo>
                <a:lnTo>
                  <a:pt x="9427099" y="3472530"/>
                </a:lnTo>
                <a:cubicBezTo>
                  <a:pt x="9427427" y="3472530"/>
                  <a:pt x="9427887" y="3472990"/>
                  <a:pt x="9427887" y="3472990"/>
                </a:cubicBezTo>
                <a:lnTo>
                  <a:pt x="9432419" y="3480871"/>
                </a:lnTo>
                <a:cubicBezTo>
                  <a:pt x="9432550" y="3481134"/>
                  <a:pt x="9432419" y="3481725"/>
                  <a:pt x="9432419" y="3481725"/>
                </a:cubicBezTo>
                <a:lnTo>
                  <a:pt x="9427887" y="3489606"/>
                </a:lnTo>
                <a:cubicBezTo>
                  <a:pt x="9427690" y="3489870"/>
                  <a:pt x="9427099" y="3490066"/>
                  <a:pt x="9427099" y="3490066"/>
                </a:cubicBezTo>
                <a:lnTo>
                  <a:pt x="9418035" y="3490066"/>
                </a:lnTo>
                <a:cubicBezTo>
                  <a:pt x="9417707" y="3490066"/>
                  <a:pt x="9417247" y="3489606"/>
                  <a:pt x="9417247" y="3489606"/>
                </a:cubicBezTo>
                <a:lnTo>
                  <a:pt x="9412714" y="3481725"/>
                </a:lnTo>
                <a:cubicBezTo>
                  <a:pt x="9412583" y="3481462"/>
                  <a:pt x="9412714" y="3480871"/>
                  <a:pt x="9412714" y="3480871"/>
                </a:cubicBezTo>
                <a:lnTo>
                  <a:pt x="9417247" y="3472990"/>
                </a:lnTo>
                <a:cubicBezTo>
                  <a:pt x="9417444" y="3472727"/>
                  <a:pt x="9418035" y="3472530"/>
                  <a:pt x="9418035" y="3472530"/>
                </a:cubicBezTo>
                <a:close/>
                <a:moveTo>
                  <a:pt x="9163654" y="3472530"/>
                </a:moveTo>
                <a:lnTo>
                  <a:pt x="9172718" y="3472530"/>
                </a:lnTo>
                <a:cubicBezTo>
                  <a:pt x="9173046" y="3472530"/>
                  <a:pt x="9173506" y="3472990"/>
                  <a:pt x="9173506" y="3472990"/>
                </a:cubicBezTo>
                <a:lnTo>
                  <a:pt x="9178038" y="3480871"/>
                </a:lnTo>
                <a:cubicBezTo>
                  <a:pt x="9178169" y="3481134"/>
                  <a:pt x="9178038" y="3481725"/>
                  <a:pt x="9178038" y="3481725"/>
                </a:cubicBezTo>
                <a:lnTo>
                  <a:pt x="9173506" y="3489606"/>
                </a:lnTo>
                <a:cubicBezTo>
                  <a:pt x="9173309" y="3489870"/>
                  <a:pt x="9172718" y="3490066"/>
                  <a:pt x="9172718" y="3490066"/>
                </a:cubicBezTo>
                <a:lnTo>
                  <a:pt x="9163654" y="3490066"/>
                </a:lnTo>
                <a:cubicBezTo>
                  <a:pt x="9163326" y="3490066"/>
                  <a:pt x="9162866" y="3489606"/>
                  <a:pt x="9162866" y="3489606"/>
                </a:cubicBezTo>
                <a:lnTo>
                  <a:pt x="9158333" y="3481725"/>
                </a:lnTo>
                <a:cubicBezTo>
                  <a:pt x="9158202" y="3481462"/>
                  <a:pt x="9158333" y="3480871"/>
                  <a:pt x="9158333" y="3480871"/>
                </a:cubicBezTo>
                <a:lnTo>
                  <a:pt x="9162866" y="3472990"/>
                </a:lnTo>
                <a:cubicBezTo>
                  <a:pt x="9163062" y="3472727"/>
                  <a:pt x="9163654" y="3472530"/>
                  <a:pt x="9163654" y="3472530"/>
                </a:cubicBezTo>
                <a:close/>
                <a:moveTo>
                  <a:pt x="8909274" y="3472530"/>
                </a:moveTo>
                <a:lnTo>
                  <a:pt x="8918336" y="3472530"/>
                </a:lnTo>
                <a:cubicBezTo>
                  <a:pt x="8918666" y="3472530"/>
                  <a:pt x="8919125" y="3472990"/>
                  <a:pt x="8919125" y="3472990"/>
                </a:cubicBezTo>
                <a:lnTo>
                  <a:pt x="8923657" y="3480871"/>
                </a:lnTo>
                <a:cubicBezTo>
                  <a:pt x="8923789" y="3481134"/>
                  <a:pt x="8923657" y="3481725"/>
                  <a:pt x="8923657" y="3481725"/>
                </a:cubicBezTo>
                <a:lnTo>
                  <a:pt x="8919125" y="3489606"/>
                </a:lnTo>
                <a:cubicBezTo>
                  <a:pt x="8918928" y="3489870"/>
                  <a:pt x="8918336" y="3490066"/>
                  <a:pt x="8918336" y="3490066"/>
                </a:cubicBezTo>
                <a:lnTo>
                  <a:pt x="8909274" y="3490066"/>
                </a:lnTo>
                <a:cubicBezTo>
                  <a:pt x="8908945" y="3490066"/>
                  <a:pt x="8908484" y="3489606"/>
                  <a:pt x="8908484" y="3489606"/>
                </a:cubicBezTo>
                <a:lnTo>
                  <a:pt x="8903953" y="3481725"/>
                </a:lnTo>
                <a:cubicBezTo>
                  <a:pt x="8903821" y="3481462"/>
                  <a:pt x="8903953" y="3480871"/>
                  <a:pt x="8903953" y="3480871"/>
                </a:cubicBezTo>
                <a:lnTo>
                  <a:pt x="8908484" y="3472990"/>
                </a:lnTo>
                <a:cubicBezTo>
                  <a:pt x="8908681" y="3472727"/>
                  <a:pt x="8909274" y="3472530"/>
                  <a:pt x="8909274" y="3472530"/>
                </a:cubicBezTo>
                <a:close/>
                <a:moveTo>
                  <a:pt x="8654892" y="3472530"/>
                </a:moveTo>
                <a:lnTo>
                  <a:pt x="8663955" y="3472530"/>
                </a:lnTo>
                <a:cubicBezTo>
                  <a:pt x="8664285" y="3472530"/>
                  <a:pt x="8664744" y="3472990"/>
                  <a:pt x="8664744" y="3472990"/>
                </a:cubicBezTo>
                <a:lnTo>
                  <a:pt x="8669277" y="3480871"/>
                </a:lnTo>
                <a:cubicBezTo>
                  <a:pt x="8669408" y="3481134"/>
                  <a:pt x="8669277" y="3481725"/>
                  <a:pt x="8669277" y="3481725"/>
                </a:cubicBezTo>
                <a:lnTo>
                  <a:pt x="8664744" y="3489606"/>
                </a:lnTo>
                <a:cubicBezTo>
                  <a:pt x="8664548" y="3489870"/>
                  <a:pt x="8663955" y="3490066"/>
                  <a:pt x="8663955" y="3490066"/>
                </a:cubicBezTo>
                <a:lnTo>
                  <a:pt x="8654892" y="3490066"/>
                </a:lnTo>
                <a:cubicBezTo>
                  <a:pt x="8654565" y="3490066"/>
                  <a:pt x="8654104" y="3489606"/>
                  <a:pt x="8654104" y="3489606"/>
                </a:cubicBezTo>
                <a:lnTo>
                  <a:pt x="8649572" y="3481725"/>
                </a:lnTo>
                <a:cubicBezTo>
                  <a:pt x="8649441" y="3481462"/>
                  <a:pt x="8649572" y="3480871"/>
                  <a:pt x="8649572" y="3480871"/>
                </a:cubicBezTo>
                <a:lnTo>
                  <a:pt x="8654104" y="3472990"/>
                </a:lnTo>
                <a:cubicBezTo>
                  <a:pt x="8654301" y="3472727"/>
                  <a:pt x="8654892" y="3472530"/>
                  <a:pt x="8654892" y="3472530"/>
                </a:cubicBezTo>
                <a:close/>
                <a:moveTo>
                  <a:pt x="8400511" y="3472530"/>
                </a:moveTo>
                <a:lnTo>
                  <a:pt x="8409575" y="3472530"/>
                </a:lnTo>
                <a:cubicBezTo>
                  <a:pt x="8409904" y="3472530"/>
                  <a:pt x="8410363" y="3472990"/>
                  <a:pt x="8410363" y="3472990"/>
                </a:cubicBezTo>
                <a:lnTo>
                  <a:pt x="8414896" y="3480871"/>
                </a:lnTo>
                <a:cubicBezTo>
                  <a:pt x="8415027" y="3481134"/>
                  <a:pt x="8414896" y="3481725"/>
                  <a:pt x="8414896" y="3481725"/>
                </a:cubicBezTo>
                <a:lnTo>
                  <a:pt x="8410363" y="3489606"/>
                </a:lnTo>
                <a:cubicBezTo>
                  <a:pt x="8410166" y="3489870"/>
                  <a:pt x="8409575" y="3490066"/>
                  <a:pt x="8409575" y="3490066"/>
                </a:cubicBezTo>
                <a:lnTo>
                  <a:pt x="8400511" y="3490066"/>
                </a:lnTo>
                <a:cubicBezTo>
                  <a:pt x="8400184" y="3490066"/>
                  <a:pt x="8399723" y="3489606"/>
                  <a:pt x="8399723" y="3489606"/>
                </a:cubicBezTo>
                <a:lnTo>
                  <a:pt x="8395191" y="3481725"/>
                </a:lnTo>
                <a:cubicBezTo>
                  <a:pt x="8395060" y="3481462"/>
                  <a:pt x="8395191" y="3480871"/>
                  <a:pt x="8395191" y="3480871"/>
                </a:cubicBezTo>
                <a:lnTo>
                  <a:pt x="8399723" y="3472990"/>
                </a:lnTo>
                <a:cubicBezTo>
                  <a:pt x="8399920" y="3472727"/>
                  <a:pt x="8400511" y="3472530"/>
                  <a:pt x="8400511" y="3472530"/>
                </a:cubicBezTo>
                <a:close/>
                <a:moveTo>
                  <a:pt x="8146065" y="3472530"/>
                </a:moveTo>
                <a:lnTo>
                  <a:pt x="8155129" y="3472530"/>
                </a:lnTo>
                <a:cubicBezTo>
                  <a:pt x="8155458" y="3472530"/>
                  <a:pt x="8155917" y="3472990"/>
                  <a:pt x="8155917" y="3472990"/>
                </a:cubicBezTo>
                <a:lnTo>
                  <a:pt x="8160449" y="3480871"/>
                </a:lnTo>
                <a:cubicBezTo>
                  <a:pt x="8160580" y="3481134"/>
                  <a:pt x="8160449" y="3481725"/>
                  <a:pt x="8160449" y="3481725"/>
                </a:cubicBezTo>
                <a:lnTo>
                  <a:pt x="8155917" y="3489606"/>
                </a:lnTo>
                <a:cubicBezTo>
                  <a:pt x="8155719" y="3489870"/>
                  <a:pt x="8155129" y="3490066"/>
                  <a:pt x="8155129" y="3490066"/>
                </a:cubicBezTo>
                <a:lnTo>
                  <a:pt x="8146065" y="3490066"/>
                </a:lnTo>
                <a:cubicBezTo>
                  <a:pt x="8145737" y="3490066"/>
                  <a:pt x="8145277" y="3489606"/>
                  <a:pt x="8145277" y="3489606"/>
                </a:cubicBezTo>
                <a:lnTo>
                  <a:pt x="8140745" y="3481725"/>
                </a:lnTo>
                <a:cubicBezTo>
                  <a:pt x="8140613" y="3481462"/>
                  <a:pt x="8140745" y="3480871"/>
                  <a:pt x="8140745" y="3480871"/>
                </a:cubicBezTo>
                <a:lnTo>
                  <a:pt x="8145277" y="3472990"/>
                </a:lnTo>
                <a:cubicBezTo>
                  <a:pt x="8145474" y="3472727"/>
                  <a:pt x="8146065" y="3472530"/>
                  <a:pt x="8146065" y="3472530"/>
                </a:cubicBezTo>
                <a:close/>
                <a:moveTo>
                  <a:pt x="7891684" y="3472530"/>
                </a:moveTo>
                <a:lnTo>
                  <a:pt x="7900748" y="3472530"/>
                </a:lnTo>
                <a:cubicBezTo>
                  <a:pt x="7901076" y="3472530"/>
                  <a:pt x="7901536" y="3472990"/>
                  <a:pt x="7901536" y="3472990"/>
                </a:cubicBezTo>
                <a:lnTo>
                  <a:pt x="7906067" y="3480871"/>
                </a:lnTo>
                <a:cubicBezTo>
                  <a:pt x="7906199" y="3481134"/>
                  <a:pt x="7906067" y="3481725"/>
                  <a:pt x="7906067" y="3481725"/>
                </a:cubicBezTo>
                <a:lnTo>
                  <a:pt x="7901536" y="3489606"/>
                </a:lnTo>
                <a:cubicBezTo>
                  <a:pt x="7901339" y="3489870"/>
                  <a:pt x="7900748" y="3490066"/>
                  <a:pt x="7900748" y="3490066"/>
                </a:cubicBezTo>
                <a:lnTo>
                  <a:pt x="7891684" y="3490066"/>
                </a:lnTo>
                <a:cubicBezTo>
                  <a:pt x="7891355" y="3490066"/>
                  <a:pt x="7890896" y="3489606"/>
                  <a:pt x="7890896" y="3489606"/>
                </a:cubicBezTo>
                <a:lnTo>
                  <a:pt x="7886363" y="3481725"/>
                </a:lnTo>
                <a:cubicBezTo>
                  <a:pt x="7886233" y="3481462"/>
                  <a:pt x="7886363" y="3480871"/>
                  <a:pt x="7886363" y="3480871"/>
                </a:cubicBezTo>
                <a:lnTo>
                  <a:pt x="7890896" y="3472990"/>
                </a:lnTo>
                <a:cubicBezTo>
                  <a:pt x="7891093" y="3472727"/>
                  <a:pt x="7891684" y="3472530"/>
                  <a:pt x="7891684" y="3472530"/>
                </a:cubicBezTo>
                <a:close/>
                <a:moveTo>
                  <a:pt x="7637304" y="3472530"/>
                </a:moveTo>
                <a:lnTo>
                  <a:pt x="7646367" y="3472530"/>
                </a:lnTo>
                <a:cubicBezTo>
                  <a:pt x="7646696" y="3472530"/>
                  <a:pt x="7647156" y="3472990"/>
                  <a:pt x="7647156" y="3472990"/>
                </a:cubicBezTo>
                <a:lnTo>
                  <a:pt x="7651687" y="3480871"/>
                </a:lnTo>
                <a:cubicBezTo>
                  <a:pt x="7651819" y="3481134"/>
                  <a:pt x="7651687" y="3481725"/>
                  <a:pt x="7651687" y="3481725"/>
                </a:cubicBezTo>
                <a:lnTo>
                  <a:pt x="7647156" y="3489606"/>
                </a:lnTo>
                <a:cubicBezTo>
                  <a:pt x="7646958" y="3489870"/>
                  <a:pt x="7646367" y="3490066"/>
                  <a:pt x="7646367" y="3490066"/>
                </a:cubicBezTo>
                <a:lnTo>
                  <a:pt x="7637304" y="3490066"/>
                </a:lnTo>
                <a:cubicBezTo>
                  <a:pt x="7636975" y="3490066"/>
                  <a:pt x="7636516" y="3489606"/>
                  <a:pt x="7636516" y="3489606"/>
                </a:cubicBezTo>
                <a:lnTo>
                  <a:pt x="7631983" y="3481725"/>
                </a:lnTo>
                <a:cubicBezTo>
                  <a:pt x="7631851" y="3481462"/>
                  <a:pt x="7631983" y="3480871"/>
                  <a:pt x="7631983" y="3480871"/>
                </a:cubicBezTo>
                <a:lnTo>
                  <a:pt x="7636516" y="3472990"/>
                </a:lnTo>
                <a:cubicBezTo>
                  <a:pt x="7636713" y="3472727"/>
                  <a:pt x="7637304" y="3472530"/>
                  <a:pt x="7637304" y="3472530"/>
                </a:cubicBezTo>
                <a:close/>
                <a:moveTo>
                  <a:pt x="7382923" y="3472530"/>
                </a:moveTo>
                <a:lnTo>
                  <a:pt x="7391987" y="3472530"/>
                </a:lnTo>
                <a:cubicBezTo>
                  <a:pt x="7392315" y="3472530"/>
                  <a:pt x="7392775" y="3472990"/>
                  <a:pt x="7392775" y="3472990"/>
                </a:cubicBezTo>
                <a:lnTo>
                  <a:pt x="7397307" y="3480871"/>
                </a:lnTo>
                <a:cubicBezTo>
                  <a:pt x="7397438" y="3481134"/>
                  <a:pt x="7397307" y="3481725"/>
                  <a:pt x="7397307" y="3481725"/>
                </a:cubicBezTo>
                <a:lnTo>
                  <a:pt x="7392775" y="3489606"/>
                </a:lnTo>
                <a:cubicBezTo>
                  <a:pt x="7392578" y="3489870"/>
                  <a:pt x="7391987" y="3490066"/>
                  <a:pt x="7391987" y="3490066"/>
                </a:cubicBezTo>
                <a:lnTo>
                  <a:pt x="7382923" y="3490066"/>
                </a:lnTo>
                <a:cubicBezTo>
                  <a:pt x="7382595" y="3490066"/>
                  <a:pt x="7382135" y="3489606"/>
                  <a:pt x="7382135" y="3489606"/>
                </a:cubicBezTo>
                <a:lnTo>
                  <a:pt x="7377602" y="3481725"/>
                </a:lnTo>
                <a:cubicBezTo>
                  <a:pt x="7377471" y="3481462"/>
                  <a:pt x="7377602" y="3480871"/>
                  <a:pt x="7377602" y="3480871"/>
                </a:cubicBezTo>
                <a:lnTo>
                  <a:pt x="7382135" y="3472990"/>
                </a:lnTo>
                <a:cubicBezTo>
                  <a:pt x="7382331" y="3472727"/>
                  <a:pt x="7382923" y="3472530"/>
                  <a:pt x="7382923" y="3472530"/>
                </a:cubicBezTo>
                <a:close/>
                <a:moveTo>
                  <a:pt x="7128477" y="3472530"/>
                </a:moveTo>
                <a:lnTo>
                  <a:pt x="7137540" y="3472530"/>
                </a:lnTo>
                <a:cubicBezTo>
                  <a:pt x="7137869" y="3472530"/>
                  <a:pt x="7138328" y="3472990"/>
                  <a:pt x="7138328" y="3472990"/>
                </a:cubicBezTo>
                <a:lnTo>
                  <a:pt x="7142860" y="3480871"/>
                </a:lnTo>
                <a:cubicBezTo>
                  <a:pt x="7142992" y="3481134"/>
                  <a:pt x="7142860" y="3481725"/>
                  <a:pt x="7142860" y="3481725"/>
                </a:cubicBezTo>
                <a:lnTo>
                  <a:pt x="7138328" y="3489606"/>
                </a:lnTo>
                <a:cubicBezTo>
                  <a:pt x="7138131" y="3489870"/>
                  <a:pt x="7137540" y="3490066"/>
                  <a:pt x="7137540" y="3490066"/>
                </a:cubicBezTo>
                <a:lnTo>
                  <a:pt x="7128477" y="3490066"/>
                </a:lnTo>
                <a:cubicBezTo>
                  <a:pt x="7128148" y="3490066"/>
                  <a:pt x="7127689" y="3489606"/>
                  <a:pt x="7127689" y="3489606"/>
                </a:cubicBezTo>
                <a:lnTo>
                  <a:pt x="7123156" y="3481725"/>
                </a:lnTo>
                <a:cubicBezTo>
                  <a:pt x="7123024" y="3481462"/>
                  <a:pt x="7123156" y="3480871"/>
                  <a:pt x="7123156" y="3480871"/>
                </a:cubicBezTo>
                <a:lnTo>
                  <a:pt x="7127689" y="3472990"/>
                </a:lnTo>
                <a:cubicBezTo>
                  <a:pt x="7127885" y="3472727"/>
                  <a:pt x="7128477" y="3472530"/>
                  <a:pt x="7128477" y="3472530"/>
                </a:cubicBezTo>
                <a:close/>
                <a:moveTo>
                  <a:pt x="6874095" y="3472530"/>
                </a:moveTo>
                <a:lnTo>
                  <a:pt x="6883159" y="3472530"/>
                </a:lnTo>
                <a:cubicBezTo>
                  <a:pt x="6883488" y="3472530"/>
                  <a:pt x="6883947" y="3472990"/>
                  <a:pt x="6883947" y="3472990"/>
                </a:cubicBezTo>
                <a:lnTo>
                  <a:pt x="6888480" y="3480871"/>
                </a:lnTo>
                <a:cubicBezTo>
                  <a:pt x="6888611" y="3481134"/>
                  <a:pt x="6888480" y="3481725"/>
                  <a:pt x="6888480" y="3481725"/>
                </a:cubicBezTo>
                <a:lnTo>
                  <a:pt x="6883947" y="3489606"/>
                </a:lnTo>
                <a:cubicBezTo>
                  <a:pt x="6883751" y="3489870"/>
                  <a:pt x="6883159" y="3490066"/>
                  <a:pt x="6883159" y="3490066"/>
                </a:cubicBezTo>
                <a:lnTo>
                  <a:pt x="6874095" y="3490066"/>
                </a:lnTo>
                <a:cubicBezTo>
                  <a:pt x="6873768" y="3490066"/>
                  <a:pt x="6873307" y="3489606"/>
                  <a:pt x="6873307" y="3489606"/>
                </a:cubicBezTo>
                <a:lnTo>
                  <a:pt x="6868775" y="3481725"/>
                </a:lnTo>
                <a:cubicBezTo>
                  <a:pt x="6868644" y="3481462"/>
                  <a:pt x="6868775" y="3480871"/>
                  <a:pt x="6868775" y="3480871"/>
                </a:cubicBezTo>
                <a:lnTo>
                  <a:pt x="6873307" y="3472990"/>
                </a:lnTo>
                <a:cubicBezTo>
                  <a:pt x="6873504" y="3472727"/>
                  <a:pt x="6874095" y="3472530"/>
                  <a:pt x="6874095" y="3472530"/>
                </a:cubicBezTo>
                <a:close/>
                <a:moveTo>
                  <a:pt x="6619714" y="3472530"/>
                </a:moveTo>
                <a:lnTo>
                  <a:pt x="6628778" y="3472530"/>
                </a:lnTo>
                <a:cubicBezTo>
                  <a:pt x="6629107" y="3472530"/>
                  <a:pt x="6629566" y="3472990"/>
                  <a:pt x="6629566" y="3472990"/>
                </a:cubicBezTo>
                <a:lnTo>
                  <a:pt x="6634099" y="3480871"/>
                </a:lnTo>
                <a:cubicBezTo>
                  <a:pt x="6634230" y="3481134"/>
                  <a:pt x="6634099" y="3481725"/>
                  <a:pt x="6634099" y="3481725"/>
                </a:cubicBezTo>
                <a:lnTo>
                  <a:pt x="6629566" y="3489606"/>
                </a:lnTo>
                <a:cubicBezTo>
                  <a:pt x="6629369" y="3489870"/>
                  <a:pt x="6628778" y="3490066"/>
                  <a:pt x="6628778" y="3490066"/>
                </a:cubicBezTo>
                <a:lnTo>
                  <a:pt x="6619714" y="3490066"/>
                </a:lnTo>
                <a:cubicBezTo>
                  <a:pt x="6619387" y="3490066"/>
                  <a:pt x="6618926" y="3489606"/>
                  <a:pt x="6618926" y="3489606"/>
                </a:cubicBezTo>
                <a:lnTo>
                  <a:pt x="6614394" y="3481725"/>
                </a:lnTo>
                <a:cubicBezTo>
                  <a:pt x="6614263" y="3481462"/>
                  <a:pt x="6614394" y="3480871"/>
                  <a:pt x="6614394" y="3480871"/>
                </a:cubicBezTo>
                <a:lnTo>
                  <a:pt x="6618926" y="3472990"/>
                </a:lnTo>
                <a:cubicBezTo>
                  <a:pt x="6619123" y="3472727"/>
                  <a:pt x="6619714" y="3472530"/>
                  <a:pt x="6619714" y="3472530"/>
                </a:cubicBezTo>
                <a:close/>
                <a:moveTo>
                  <a:pt x="6365334" y="3472530"/>
                </a:moveTo>
                <a:lnTo>
                  <a:pt x="6374397" y="3472530"/>
                </a:lnTo>
                <a:cubicBezTo>
                  <a:pt x="6374727" y="3472530"/>
                  <a:pt x="6375186" y="3472990"/>
                  <a:pt x="6375186" y="3472990"/>
                </a:cubicBezTo>
                <a:lnTo>
                  <a:pt x="6379718" y="3480871"/>
                </a:lnTo>
                <a:cubicBezTo>
                  <a:pt x="6379849" y="3481134"/>
                  <a:pt x="6379718" y="3481725"/>
                  <a:pt x="6379718" y="3481725"/>
                </a:cubicBezTo>
                <a:lnTo>
                  <a:pt x="6375186" y="3489606"/>
                </a:lnTo>
                <a:cubicBezTo>
                  <a:pt x="6374988" y="3489870"/>
                  <a:pt x="6374397" y="3490066"/>
                  <a:pt x="6374397" y="3490066"/>
                </a:cubicBezTo>
                <a:lnTo>
                  <a:pt x="6365334" y="3490066"/>
                </a:lnTo>
                <a:cubicBezTo>
                  <a:pt x="6365005" y="3490066"/>
                  <a:pt x="6364546" y="3489606"/>
                  <a:pt x="6364546" y="3489606"/>
                </a:cubicBezTo>
                <a:lnTo>
                  <a:pt x="6360014" y="3481725"/>
                </a:lnTo>
                <a:cubicBezTo>
                  <a:pt x="6359882" y="3481462"/>
                  <a:pt x="6360014" y="3480871"/>
                  <a:pt x="6360014" y="3480871"/>
                </a:cubicBezTo>
                <a:lnTo>
                  <a:pt x="6364546" y="3472990"/>
                </a:lnTo>
                <a:cubicBezTo>
                  <a:pt x="6364743" y="3472727"/>
                  <a:pt x="6365334" y="3472530"/>
                  <a:pt x="6365334" y="3472530"/>
                </a:cubicBezTo>
                <a:close/>
                <a:moveTo>
                  <a:pt x="6110888" y="3472530"/>
                </a:moveTo>
                <a:lnTo>
                  <a:pt x="6119953" y="3472530"/>
                </a:lnTo>
                <a:cubicBezTo>
                  <a:pt x="6120280" y="3472530"/>
                  <a:pt x="6120740" y="3472990"/>
                  <a:pt x="6120740" y="3472990"/>
                </a:cubicBezTo>
                <a:lnTo>
                  <a:pt x="6125272" y="3480871"/>
                </a:lnTo>
                <a:cubicBezTo>
                  <a:pt x="6125403" y="3481134"/>
                  <a:pt x="6125272" y="3481725"/>
                  <a:pt x="6125272" y="3481725"/>
                </a:cubicBezTo>
                <a:lnTo>
                  <a:pt x="6120740" y="3489606"/>
                </a:lnTo>
                <a:cubicBezTo>
                  <a:pt x="6120543" y="3489870"/>
                  <a:pt x="6119953" y="3490066"/>
                  <a:pt x="6119953" y="3490066"/>
                </a:cubicBezTo>
                <a:lnTo>
                  <a:pt x="6110888" y="3490066"/>
                </a:lnTo>
                <a:cubicBezTo>
                  <a:pt x="6110560" y="3490066"/>
                  <a:pt x="6110101" y="3489606"/>
                  <a:pt x="6110101" y="3489606"/>
                </a:cubicBezTo>
                <a:lnTo>
                  <a:pt x="6105567" y="3481725"/>
                </a:lnTo>
                <a:cubicBezTo>
                  <a:pt x="6105436" y="3481462"/>
                  <a:pt x="6105567" y="3480871"/>
                  <a:pt x="6105567" y="3480871"/>
                </a:cubicBezTo>
                <a:lnTo>
                  <a:pt x="6110101" y="3472990"/>
                </a:lnTo>
                <a:cubicBezTo>
                  <a:pt x="6110296" y="3472727"/>
                  <a:pt x="6110888" y="3472530"/>
                  <a:pt x="6110888" y="3472530"/>
                </a:cubicBezTo>
                <a:close/>
                <a:moveTo>
                  <a:pt x="5856508" y="3472530"/>
                </a:moveTo>
                <a:lnTo>
                  <a:pt x="5865571" y="3472530"/>
                </a:lnTo>
                <a:cubicBezTo>
                  <a:pt x="5865900" y="3472530"/>
                  <a:pt x="5866359" y="3472990"/>
                  <a:pt x="5866359" y="3472990"/>
                </a:cubicBezTo>
                <a:lnTo>
                  <a:pt x="5870891" y="3480871"/>
                </a:lnTo>
                <a:cubicBezTo>
                  <a:pt x="5871023" y="3481134"/>
                  <a:pt x="5870891" y="3481725"/>
                  <a:pt x="5870891" y="3481725"/>
                </a:cubicBezTo>
                <a:lnTo>
                  <a:pt x="5866359" y="3489606"/>
                </a:lnTo>
                <a:cubicBezTo>
                  <a:pt x="5866163" y="3489870"/>
                  <a:pt x="5865571" y="3490066"/>
                  <a:pt x="5865571" y="3490066"/>
                </a:cubicBezTo>
                <a:lnTo>
                  <a:pt x="5856508" y="3490066"/>
                </a:lnTo>
                <a:cubicBezTo>
                  <a:pt x="5856178" y="3490066"/>
                  <a:pt x="5855720" y="3489606"/>
                  <a:pt x="5855720" y="3489606"/>
                </a:cubicBezTo>
                <a:lnTo>
                  <a:pt x="5851187" y="3481725"/>
                </a:lnTo>
                <a:cubicBezTo>
                  <a:pt x="5851055" y="3481462"/>
                  <a:pt x="5851187" y="3480871"/>
                  <a:pt x="5851187" y="3480871"/>
                </a:cubicBezTo>
                <a:lnTo>
                  <a:pt x="5855720" y="3472990"/>
                </a:lnTo>
                <a:cubicBezTo>
                  <a:pt x="5855916" y="3472727"/>
                  <a:pt x="5856508" y="3472530"/>
                  <a:pt x="5856508" y="3472530"/>
                </a:cubicBezTo>
                <a:close/>
                <a:moveTo>
                  <a:pt x="5602126" y="3472530"/>
                </a:moveTo>
                <a:lnTo>
                  <a:pt x="5611191" y="3472530"/>
                </a:lnTo>
                <a:cubicBezTo>
                  <a:pt x="5611519" y="3472530"/>
                  <a:pt x="5611979" y="3472990"/>
                  <a:pt x="5611979" y="3472990"/>
                </a:cubicBezTo>
                <a:lnTo>
                  <a:pt x="5616511" y="3480871"/>
                </a:lnTo>
                <a:cubicBezTo>
                  <a:pt x="5616642" y="3481134"/>
                  <a:pt x="5616511" y="3481725"/>
                  <a:pt x="5616511" y="3481725"/>
                </a:cubicBezTo>
                <a:lnTo>
                  <a:pt x="5611979" y="3489606"/>
                </a:lnTo>
                <a:cubicBezTo>
                  <a:pt x="5611782" y="3489870"/>
                  <a:pt x="5611191" y="3490066"/>
                  <a:pt x="5611191" y="3490066"/>
                </a:cubicBezTo>
                <a:lnTo>
                  <a:pt x="5602126" y="3490066"/>
                </a:lnTo>
                <a:cubicBezTo>
                  <a:pt x="5601798" y="3490066"/>
                  <a:pt x="5601338" y="3489606"/>
                  <a:pt x="5601338" y="3489606"/>
                </a:cubicBezTo>
                <a:lnTo>
                  <a:pt x="5596807" y="3481725"/>
                </a:lnTo>
                <a:cubicBezTo>
                  <a:pt x="5596675" y="3481462"/>
                  <a:pt x="5596807" y="3480871"/>
                  <a:pt x="5596807" y="3480871"/>
                </a:cubicBezTo>
                <a:lnTo>
                  <a:pt x="5601338" y="3472990"/>
                </a:lnTo>
                <a:cubicBezTo>
                  <a:pt x="5601536" y="3472727"/>
                  <a:pt x="5602126" y="3472530"/>
                  <a:pt x="5602126" y="3472530"/>
                </a:cubicBezTo>
                <a:close/>
                <a:moveTo>
                  <a:pt x="5347746" y="3472530"/>
                </a:moveTo>
                <a:lnTo>
                  <a:pt x="5356810" y="3472530"/>
                </a:lnTo>
                <a:cubicBezTo>
                  <a:pt x="5357138" y="3472530"/>
                  <a:pt x="5357598" y="3472990"/>
                  <a:pt x="5357598" y="3472990"/>
                </a:cubicBezTo>
                <a:lnTo>
                  <a:pt x="5362130" y="3480871"/>
                </a:lnTo>
                <a:cubicBezTo>
                  <a:pt x="5362261" y="3481134"/>
                  <a:pt x="5362130" y="3481725"/>
                  <a:pt x="5362130" y="3481725"/>
                </a:cubicBezTo>
                <a:lnTo>
                  <a:pt x="5357598" y="3489606"/>
                </a:lnTo>
                <a:cubicBezTo>
                  <a:pt x="5357401" y="3489870"/>
                  <a:pt x="5356810" y="3490066"/>
                  <a:pt x="5356810" y="3490066"/>
                </a:cubicBezTo>
                <a:lnTo>
                  <a:pt x="5347746" y="3490066"/>
                </a:lnTo>
                <a:cubicBezTo>
                  <a:pt x="5347418" y="3490066"/>
                  <a:pt x="5346958" y="3489606"/>
                  <a:pt x="5346958" y="3489606"/>
                </a:cubicBezTo>
                <a:lnTo>
                  <a:pt x="5342425" y="3481725"/>
                </a:lnTo>
                <a:cubicBezTo>
                  <a:pt x="5342295" y="3481462"/>
                  <a:pt x="5342425" y="3480871"/>
                  <a:pt x="5342425" y="3480871"/>
                </a:cubicBezTo>
                <a:lnTo>
                  <a:pt x="5346958" y="3472990"/>
                </a:lnTo>
                <a:cubicBezTo>
                  <a:pt x="5347154" y="3472727"/>
                  <a:pt x="5347746" y="3472530"/>
                  <a:pt x="5347746" y="3472530"/>
                </a:cubicBezTo>
                <a:close/>
                <a:moveTo>
                  <a:pt x="5093300" y="3472530"/>
                </a:moveTo>
                <a:lnTo>
                  <a:pt x="5102364" y="3472530"/>
                </a:lnTo>
                <a:cubicBezTo>
                  <a:pt x="5102693" y="3472530"/>
                  <a:pt x="5103153" y="3472990"/>
                  <a:pt x="5103153" y="3472990"/>
                </a:cubicBezTo>
                <a:lnTo>
                  <a:pt x="5107684" y="3480871"/>
                </a:lnTo>
                <a:cubicBezTo>
                  <a:pt x="5107815" y="3481134"/>
                  <a:pt x="5107684" y="3481725"/>
                  <a:pt x="5107684" y="3481725"/>
                </a:cubicBezTo>
                <a:lnTo>
                  <a:pt x="5103153" y="3489606"/>
                </a:lnTo>
                <a:cubicBezTo>
                  <a:pt x="5102955" y="3489870"/>
                  <a:pt x="5102364" y="3490066"/>
                  <a:pt x="5102364" y="3490066"/>
                </a:cubicBezTo>
                <a:lnTo>
                  <a:pt x="5093300" y="3490066"/>
                </a:lnTo>
                <a:cubicBezTo>
                  <a:pt x="5092972" y="3490066"/>
                  <a:pt x="5092512" y="3489606"/>
                  <a:pt x="5092512" y="3489606"/>
                </a:cubicBezTo>
                <a:lnTo>
                  <a:pt x="5087979" y="3481725"/>
                </a:lnTo>
                <a:cubicBezTo>
                  <a:pt x="5087848" y="3481462"/>
                  <a:pt x="5087979" y="3480871"/>
                  <a:pt x="5087979" y="3480871"/>
                </a:cubicBezTo>
                <a:lnTo>
                  <a:pt x="5092512" y="3472990"/>
                </a:lnTo>
                <a:cubicBezTo>
                  <a:pt x="5092708" y="3472727"/>
                  <a:pt x="5093300" y="3472530"/>
                  <a:pt x="5093300" y="3472530"/>
                </a:cubicBezTo>
                <a:close/>
                <a:moveTo>
                  <a:pt x="4838919" y="3472530"/>
                </a:moveTo>
                <a:lnTo>
                  <a:pt x="4847982" y="3472530"/>
                </a:lnTo>
                <a:cubicBezTo>
                  <a:pt x="4848311" y="3472530"/>
                  <a:pt x="4848772" y="3472990"/>
                  <a:pt x="4848772" y="3472990"/>
                </a:cubicBezTo>
                <a:lnTo>
                  <a:pt x="4853303" y="3480871"/>
                </a:lnTo>
                <a:cubicBezTo>
                  <a:pt x="4853435" y="3481134"/>
                  <a:pt x="4853303" y="3481725"/>
                  <a:pt x="4853303" y="3481725"/>
                </a:cubicBezTo>
                <a:lnTo>
                  <a:pt x="4848772" y="3489606"/>
                </a:lnTo>
                <a:cubicBezTo>
                  <a:pt x="4848575" y="3489870"/>
                  <a:pt x="4847982" y="3490066"/>
                  <a:pt x="4847982" y="3490066"/>
                </a:cubicBezTo>
                <a:lnTo>
                  <a:pt x="4838919" y="3490066"/>
                </a:lnTo>
                <a:cubicBezTo>
                  <a:pt x="4838590" y="3490066"/>
                  <a:pt x="4838132" y="3489606"/>
                  <a:pt x="4838132" y="3489606"/>
                </a:cubicBezTo>
                <a:lnTo>
                  <a:pt x="4833598" y="3481725"/>
                </a:lnTo>
                <a:cubicBezTo>
                  <a:pt x="4833467" y="3481462"/>
                  <a:pt x="4833598" y="3480871"/>
                  <a:pt x="4833598" y="3480871"/>
                </a:cubicBezTo>
                <a:lnTo>
                  <a:pt x="4838132" y="3472990"/>
                </a:lnTo>
                <a:cubicBezTo>
                  <a:pt x="4838328" y="3472727"/>
                  <a:pt x="4838919" y="3472530"/>
                  <a:pt x="4838919" y="3472530"/>
                </a:cubicBezTo>
                <a:close/>
                <a:moveTo>
                  <a:pt x="4584538" y="3472530"/>
                </a:moveTo>
                <a:lnTo>
                  <a:pt x="4593603" y="3472530"/>
                </a:lnTo>
                <a:cubicBezTo>
                  <a:pt x="4593932" y="3472530"/>
                  <a:pt x="4594390" y="3472990"/>
                  <a:pt x="4594390" y="3472990"/>
                </a:cubicBezTo>
                <a:lnTo>
                  <a:pt x="4598922" y="3480871"/>
                </a:lnTo>
                <a:cubicBezTo>
                  <a:pt x="4599054" y="3481134"/>
                  <a:pt x="4598922" y="3481725"/>
                  <a:pt x="4598922" y="3481725"/>
                </a:cubicBezTo>
                <a:lnTo>
                  <a:pt x="4594390" y="3489606"/>
                </a:lnTo>
                <a:cubicBezTo>
                  <a:pt x="4594193" y="3489870"/>
                  <a:pt x="4593603" y="3490066"/>
                  <a:pt x="4593603" y="3490066"/>
                </a:cubicBezTo>
                <a:lnTo>
                  <a:pt x="4584538" y="3490066"/>
                </a:lnTo>
                <a:cubicBezTo>
                  <a:pt x="4584210" y="3490066"/>
                  <a:pt x="4583749" y="3489606"/>
                  <a:pt x="4583749" y="3489606"/>
                </a:cubicBezTo>
                <a:lnTo>
                  <a:pt x="4579218" y="3481725"/>
                </a:lnTo>
                <a:cubicBezTo>
                  <a:pt x="4579087" y="3481462"/>
                  <a:pt x="4579218" y="3480871"/>
                  <a:pt x="4579218" y="3480871"/>
                </a:cubicBezTo>
                <a:lnTo>
                  <a:pt x="4583749" y="3472990"/>
                </a:lnTo>
                <a:cubicBezTo>
                  <a:pt x="4583948" y="3472727"/>
                  <a:pt x="4584538" y="3472530"/>
                  <a:pt x="4584538" y="3472530"/>
                </a:cubicBezTo>
                <a:close/>
                <a:moveTo>
                  <a:pt x="4330157" y="3472530"/>
                </a:moveTo>
                <a:lnTo>
                  <a:pt x="4339222" y="3472530"/>
                </a:lnTo>
                <a:cubicBezTo>
                  <a:pt x="4339550" y="3472530"/>
                  <a:pt x="4340010" y="3472990"/>
                  <a:pt x="4340010" y="3472990"/>
                </a:cubicBezTo>
                <a:lnTo>
                  <a:pt x="4344540" y="3480871"/>
                </a:lnTo>
                <a:cubicBezTo>
                  <a:pt x="4344672" y="3481134"/>
                  <a:pt x="4344540" y="3481725"/>
                  <a:pt x="4344540" y="3481725"/>
                </a:cubicBezTo>
                <a:lnTo>
                  <a:pt x="4340010" y="3489606"/>
                </a:lnTo>
                <a:cubicBezTo>
                  <a:pt x="4339812" y="3489870"/>
                  <a:pt x="4339222" y="3490066"/>
                  <a:pt x="4339222" y="3490066"/>
                </a:cubicBezTo>
                <a:lnTo>
                  <a:pt x="4330157" y="3490066"/>
                </a:lnTo>
                <a:cubicBezTo>
                  <a:pt x="4329829" y="3490066"/>
                  <a:pt x="4329369" y="3489606"/>
                  <a:pt x="4329369" y="3489606"/>
                </a:cubicBezTo>
                <a:lnTo>
                  <a:pt x="4324836" y="3481725"/>
                </a:lnTo>
                <a:cubicBezTo>
                  <a:pt x="4324706" y="3481462"/>
                  <a:pt x="4324836" y="3480871"/>
                  <a:pt x="4324836" y="3480871"/>
                </a:cubicBezTo>
                <a:lnTo>
                  <a:pt x="4329369" y="3472990"/>
                </a:lnTo>
                <a:cubicBezTo>
                  <a:pt x="4329565" y="3472727"/>
                  <a:pt x="4330157" y="3472530"/>
                  <a:pt x="4330157" y="3472530"/>
                </a:cubicBezTo>
                <a:close/>
                <a:moveTo>
                  <a:pt x="4075772" y="3472530"/>
                </a:moveTo>
                <a:lnTo>
                  <a:pt x="4084835" y="3472530"/>
                </a:lnTo>
                <a:cubicBezTo>
                  <a:pt x="4085163" y="3472530"/>
                  <a:pt x="4085622" y="3472990"/>
                  <a:pt x="4085622" y="3472990"/>
                </a:cubicBezTo>
                <a:lnTo>
                  <a:pt x="4090154" y="3480871"/>
                </a:lnTo>
                <a:cubicBezTo>
                  <a:pt x="4090286" y="3481134"/>
                  <a:pt x="4090154" y="3481725"/>
                  <a:pt x="4090154" y="3481725"/>
                </a:cubicBezTo>
                <a:lnTo>
                  <a:pt x="4085622" y="3489606"/>
                </a:lnTo>
                <a:cubicBezTo>
                  <a:pt x="4085425" y="3489870"/>
                  <a:pt x="4084835" y="3490066"/>
                  <a:pt x="4084835" y="3490066"/>
                </a:cubicBezTo>
                <a:lnTo>
                  <a:pt x="4075772" y="3490066"/>
                </a:lnTo>
                <a:cubicBezTo>
                  <a:pt x="4075443" y="3490066"/>
                  <a:pt x="4074983" y="3489606"/>
                  <a:pt x="4074983" y="3489606"/>
                </a:cubicBezTo>
                <a:lnTo>
                  <a:pt x="4070451" y="3481725"/>
                </a:lnTo>
                <a:cubicBezTo>
                  <a:pt x="4070318" y="3481462"/>
                  <a:pt x="4070451" y="3480871"/>
                  <a:pt x="4070451" y="3480871"/>
                </a:cubicBezTo>
                <a:lnTo>
                  <a:pt x="4074983" y="3472990"/>
                </a:lnTo>
                <a:cubicBezTo>
                  <a:pt x="4075178" y="3472727"/>
                  <a:pt x="4075772" y="3472530"/>
                  <a:pt x="4075772" y="3472530"/>
                </a:cubicBezTo>
                <a:close/>
                <a:moveTo>
                  <a:pt x="3821358" y="3472530"/>
                </a:moveTo>
                <a:lnTo>
                  <a:pt x="3830423" y="3472530"/>
                </a:lnTo>
                <a:cubicBezTo>
                  <a:pt x="3830752" y="3472530"/>
                  <a:pt x="3831212" y="3472990"/>
                  <a:pt x="3831212" y="3472990"/>
                </a:cubicBezTo>
                <a:lnTo>
                  <a:pt x="3835745" y="3480871"/>
                </a:lnTo>
                <a:cubicBezTo>
                  <a:pt x="3835876" y="3481134"/>
                  <a:pt x="3835745" y="3481725"/>
                  <a:pt x="3835745" y="3481725"/>
                </a:cubicBezTo>
                <a:lnTo>
                  <a:pt x="3831212" y="3489606"/>
                </a:lnTo>
                <a:cubicBezTo>
                  <a:pt x="3831016" y="3489870"/>
                  <a:pt x="3830423" y="3490066"/>
                  <a:pt x="3830423" y="3490066"/>
                </a:cubicBezTo>
                <a:lnTo>
                  <a:pt x="3821358" y="3490066"/>
                </a:lnTo>
                <a:cubicBezTo>
                  <a:pt x="3821031" y="3490066"/>
                  <a:pt x="3820571" y="3489606"/>
                  <a:pt x="3820571" y="3489606"/>
                </a:cubicBezTo>
                <a:lnTo>
                  <a:pt x="3816038" y="3481725"/>
                </a:lnTo>
                <a:cubicBezTo>
                  <a:pt x="3815909" y="3481462"/>
                  <a:pt x="3816038" y="3480871"/>
                  <a:pt x="3816038" y="3480871"/>
                </a:cubicBezTo>
                <a:lnTo>
                  <a:pt x="3820571" y="3472990"/>
                </a:lnTo>
                <a:cubicBezTo>
                  <a:pt x="3820770" y="3472727"/>
                  <a:pt x="3821358" y="3472530"/>
                  <a:pt x="3821358" y="3472530"/>
                </a:cubicBezTo>
                <a:close/>
                <a:moveTo>
                  <a:pt x="3567111" y="3472530"/>
                </a:moveTo>
                <a:lnTo>
                  <a:pt x="3576176" y="3472530"/>
                </a:lnTo>
                <a:cubicBezTo>
                  <a:pt x="3576503" y="3472530"/>
                  <a:pt x="3576964" y="3472990"/>
                  <a:pt x="3576964" y="3472990"/>
                </a:cubicBezTo>
                <a:lnTo>
                  <a:pt x="3581496" y="3480871"/>
                </a:lnTo>
                <a:cubicBezTo>
                  <a:pt x="3581627" y="3481134"/>
                  <a:pt x="3581496" y="3481725"/>
                  <a:pt x="3581496" y="3481725"/>
                </a:cubicBezTo>
                <a:lnTo>
                  <a:pt x="3576964" y="3489606"/>
                </a:lnTo>
                <a:cubicBezTo>
                  <a:pt x="3576766" y="3489870"/>
                  <a:pt x="3576176" y="3490066"/>
                  <a:pt x="3576176" y="3490066"/>
                </a:cubicBezTo>
                <a:lnTo>
                  <a:pt x="3567111" y="3490066"/>
                </a:lnTo>
                <a:cubicBezTo>
                  <a:pt x="3566782" y="3490066"/>
                  <a:pt x="3566322" y="3489606"/>
                  <a:pt x="3566322" y="3489606"/>
                </a:cubicBezTo>
                <a:lnTo>
                  <a:pt x="3561790" y="3481725"/>
                </a:lnTo>
                <a:cubicBezTo>
                  <a:pt x="3561659" y="3481462"/>
                  <a:pt x="3561790" y="3480871"/>
                  <a:pt x="3561790" y="3480871"/>
                </a:cubicBezTo>
                <a:lnTo>
                  <a:pt x="3566322" y="3472990"/>
                </a:lnTo>
                <a:cubicBezTo>
                  <a:pt x="3566519" y="3472727"/>
                  <a:pt x="3567111" y="3472530"/>
                  <a:pt x="3567111" y="3472530"/>
                </a:cubicBezTo>
                <a:close/>
                <a:moveTo>
                  <a:pt x="3312632" y="3472530"/>
                </a:moveTo>
                <a:lnTo>
                  <a:pt x="3321696" y="3472530"/>
                </a:lnTo>
                <a:cubicBezTo>
                  <a:pt x="3322024" y="3472530"/>
                  <a:pt x="3322484" y="3472990"/>
                  <a:pt x="3322484" y="3472990"/>
                </a:cubicBezTo>
                <a:lnTo>
                  <a:pt x="3327016" y="3480871"/>
                </a:lnTo>
                <a:cubicBezTo>
                  <a:pt x="3327147" y="3481134"/>
                  <a:pt x="3327016" y="3481725"/>
                  <a:pt x="3327016" y="3481725"/>
                </a:cubicBezTo>
                <a:lnTo>
                  <a:pt x="3322484" y="3489606"/>
                </a:lnTo>
                <a:cubicBezTo>
                  <a:pt x="3322287" y="3489870"/>
                  <a:pt x="3321696" y="3490066"/>
                  <a:pt x="3321696" y="3490066"/>
                </a:cubicBezTo>
                <a:lnTo>
                  <a:pt x="3312632" y="3490066"/>
                </a:lnTo>
                <a:cubicBezTo>
                  <a:pt x="3312302" y="3490066"/>
                  <a:pt x="3311844" y="3489606"/>
                  <a:pt x="3311844" y="3489606"/>
                </a:cubicBezTo>
                <a:lnTo>
                  <a:pt x="3307311" y="3481725"/>
                </a:lnTo>
                <a:cubicBezTo>
                  <a:pt x="3307180" y="3481462"/>
                  <a:pt x="3307311" y="3480871"/>
                  <a:pt x="3307311" y="3480871"/>
                </a:cubicBezTo>
                <a:lnTo>
                  <a:pt x="3311844" y="3472990"/>
                </a:lnTo>
                <a:cubicBezTo>
                  <a:pt x="3312040" y="3472727"/>
                  <a:pt x="3312632" y="3472530"/>
                  <a:pt x="3312632" y="3472530"/>
                </a:cubicBezTo>
                <a:close/>
                <a:moveTo>
                  <a:pt x="3058270" y="3472530"/>
                </a:moveTo>
                <a:lnTo>
                  <a:pt x="3067335" y="3472530"/>
                </a:lnTo>
                <a:cubicBezTo>
                  <a:pt x="3067663" y="3472530"/>
                  <a:pt x="3068123" y="3472990"/>
                  <a:pt x="3068123" y="3472990"/>
                </a:cubicBezTo>
                <a:lnTo>
                  <a:pt x="3072655" y="3480871"/>
                </a:lnTo>
                <a:cubicBezTo>
                  <a:pt x="3072786" y="3481134"/>
                  <a:pt x="3072655" y="3481725"/>
                  <a:pt x="3072655" y="3481725"/>
                </a:cubicBezTo>
                <a:lnTo>
                  <a:pt x="3068123" y="3489606"/>
                </a:lnTo>
                <a:cubicBezTo>
                  <a:pt x="3067926" y="3489870"/>
                  <a:pt x="3067335" y="3490066"/>
                  <a:pt x="3067335" y="3490066"/>
                </a:cubicBezTo>
                <a:lnTo>
                  <a:pt x="3058270" y="3490066"/>
                </a:lnTo>
                <a:cubicBezTo>
                  <a:pt x="3057942" y="3490066"/>
                  <a:pt x="3057482" y="3489606"/>
                  <a:pt x="3057482" y="3489606"/>
                </a:cubicBezTo>
                <a:lnTo>
                  <a:pt x="3052949" y="3481725"/>
                </a:lnTo>
                <a:cubicBezTo>
                  <a:pt x="3052819" y="3481462"/>
                  <a:pt x="3052949" y="3480871"/>
                  <a:pt x="3052949" y="3480871"/>
                </a:cubicBezTo>
                <a:lnTo>
                  <a:pt x="3057482" y="3472990"/>
                </a:lnTo>
                <a:cubicBezTo>
                  <a:pt x="3057680" y="3472727"/>
                  <a:pt x="3058270" y="3472530"/>
                  <a:pt x="3058270" y="3472530"/>
                </a:cubicBezTo>
                <a:close/>
                <a:moveTo>
                  <a:pt x="2803819" y="3472530"/>
                </a:moveTo>
                <a:lnTo>
                  <a:pt x="2812884" y="3472530"/>
                </a:lnTo>
                <a:cubicBezTo>
                  <a:pt x="2813211" y="3472530"/>
                  <a:pt x="2813670" y="3472990"/>
                  <a:pt x="2813670" y="3472990"/>
                </a:cubicBezTo>
                <a:lnTo>
                  <a:pt x="2818203" y="3480871"/>
                </a:lnTo>
                <a:cubicBezTo>
                  <a:pt x="2818334" y="3481134"/>
                  <a:pt x="2818203" y="3481725"/>
                  <a:pt x="2818203" y="3481725"/>
                </a:cubicBezTo>
                <a:lnTo>
                  <a:pt x="2813670" y="3489606"/>
                </a:lnTo>
                <a:cubicBezTo>
                  <a:pt x="2813473" y="3489870"/>
                  <a:pt x="2812884" y="3490066"/>
                  <a:pt x="2812884" y="3490066"/>
                </a:cubicBezTo>
                <a:lnTo>
                  <a:pt x="2803819" y="3490066"/>
                </a:lnTo>
                <a:cubicBezTo>
                  <a:pt x="2803489" y="3490066"/>
                  <a:pt x="2803029" y="3489606"/>
                  <a:pt x="2803029" y="3489606"/>
                </a:cubicBezTo>
                <a:lnTo>
                  <a:pt x="2798497" y="3481725"/>
                </a:lnTo>
                <a:cubicBezTo>
                  <a:pt x="2798367" y="3481462"/>
                  <a:pt x="2798497" y="3480871"/>
                  <a:pt x="2798497" y="3480871"/>
                </a:cubicBezTo>
                <a:lnTo>
                  <a:pt x="2803029" y="3472990"/>
                </a:lnTo>
                <a:cubicBezTo>
                  <a:pt x="2803228" y="3472727"/>
                  <a:pt x="2803819" y="3472530"/>
                  <a:pt x="2803819" y="3472530"/>
                </a:cubicBezTo>
                <a:close/>
                <a:moveTo>
                  <a:pt x="2549484" y="3472530"/>
                </a:moveTo>
                <a:lnTo>
                  <a:pt x="2558549" y="3472530"/>
                </a:lnTo>
                <a:cubicBezTo>
                  <a:pt x="2558878" y="3472530"/>
                  <a:pt x="2559338" y="3472990"/>
                  <a:pt x="2559338" y="3472990"/>
                </a:cubicBezTo>
                <a:lnTo>
                  <a:pt x="2563870" y="3480871"/>
                </a:lnTo>
                <a:cubicBezTo>
                  <a:pt x="2564002" y="3481134"/>
                  <a:pt x="2563870" y="3481725"/>
                  <a:pt x="2563870" y="3481725"/>
                </a:cubicBezTo>
                <a:lnTo>
                  <a:pt x="2559338" y="3489606"/>
                </a:lnTo>
                <a:cubicBezTo>
                  <a:pt x="2559141" y="3489870"/>
                  <a:pt x="2558549" y="3490066"/>
                  <a:pt x="2558549" y="3490066"/>
                </a:cubicBezTo>
                <a:lnTo>
                  <a:pt x="2549484" y="3490066"/>
                </a:lnTo>
                <a:cubicBezTo>
                  <a:pt x="2549156" y="3490066"/>
                  <a:pt x="2548695" y="3489606"/>
                  <a:pt x="2548695" y="3489606"/>
                </a:cubicBezTo>
                <a:lnTo>
                  <a:pt x="2544165" y="3481725"/>
                </a:lnTo>
                <a:cubicBezTo>
                  <a:pt x="2544032" y="3481462"/>
                  <a:pt x="2544165" y="3480871"/>
                  <a:pt x="2544165" y="3480871"/>
                </a:cubicBezTo>
                <a:lnTo>
                  <a:pt x="2548695" y="3472990"/>
                </a:lnTo>
                <a:cubicBezTo>
                  <a:pt x="2548893" y="3472727"/>
                  <a:pt x="2549484" y="3472530"/>
                  <a:pt x="2549484" y="3472530"/>
                </a:cubicBezTo>
                <a:close/>
                <a:moveTo>
                  <a:pt x="2295159" y="3472530"/>
                </a:moveTo>
                <a:lnTo>
                  <a:pt x="2304223" y="3472530"/>
                </a:lnTo>
                <a:cubicBezTo>
                  <a:pt x="2304551" y="3472530"/>
                  <a:pt x="2305011" y="3472990"/>
                  <a:pt x="2305011" y="3472990"/>
                </a:cubicBezTo>
                <a:lnTo>
                  <a:pt x="2309543" y="3480871"/>
                </a:lnTo>
                <a:cubicBezTo>
                  <a:pt x="2309675" y="3481134"/>
                  <a:pt x="2309543" y="3481725"/>
                  <a:pt x="2309543" y="3481725"/>
                </a:cubicBezTo>
                <a:lnTo>
                  <a:pt x="2305011" y="3489606"/>
                </a:lnTo>
                <a:cubicBezTo>
                  <a:pt x="2304814" y="3489870"/>
                  <a:pt x="2304223" y="3490066"/>
                  <a:pt x="2304223" y="3490066"/>
                </a:cubicBezTo>
                <a:lnTo>
                  <a:pt x="2295159" y="3490066"/>
                </a:lnTo>
                <a:cubicBezTo>
                  <a:pt x="2294830" y="3490066"/>
                  <a:pt x="2294370" y="3489606"/>
                  <a:pt x="2294370" y="3489606"/>
                </a:cubicBezTo>
                <a:lnTo>
                  <a:pt x="2289838" y="3481725"/>
                </a:lnTo>
                <a:cubicBezTo>
                  <a:pt x="2289706" y="3481462"/>
                  <a:pt x="2289838" y="3480871"/>
                  <a:pt x="2289838" y="3480871"/>
                </a:cubicBezTo>
                <a:lnTo>
                  <a:pt x="2294370" y="3472990"/>
                </a:lnTo>
                <a:cubicBezTo>
                  <a:pt x="2294567" y="3472727"/>
                  <a:pt x="2295159" y="3472530"/>
                  <a:pt x="2295159" y="3472530"/>
                </a:cubicBezTo>
                <a:close/>
                <a:moveTo>
                  <a:pt x="2040723" y="3472530"/>
                </a:moveTo>
                <a:lnTo>
                  <a:pt x="2049788" y="3472530"/>
                </a:lnTo>
                <a:cubicBezTo>
                  <a:pt x="2050116" y="3472530"/>
                  <a:pt x="2050576" y="3472990"/>
                  <a:pt x="2050576" y="3472990"/>
                </a:cubicBezTo>
                <a:lnTo>
                  <a:pt x="2055108" y="3480871"/>
                </a:lnTo>
                <a:cubicBezTo>
                  <a:pt x="2055239" y="3481134"/>
                  <a:pt x="2055108" y="3481725"/>
                  <a:pt x="2055108" y="3481725"/>
                </a:cubicBezTo>
                <a:lnTo>
                  <a:pt x="2050576" y="3489606"/>
                </a:lnTo>
                <a:cubicBezTo>
                  <a:pt x="2050379" y="3489870"/>
                  <a:pt x="2049788" y="3490066"/>
                  <a:pt x="2049788" y="3490066"/>
                </a:cubicBezTo>
                <a:lnTo>
                  <a:pt x="2040723" y="3490066"/>
                </a:lnTo>
                <a:cubicBezTo>
                  <a:pt x="2040395" y="3490066"/>
                  <a:pt x="2039937" y="3489606"/>
                  <a:pt x="2039937" y="3489606"/>
                </a:cubicBezTo>
                <a:lnTo>
                  <a:pt x="2035402" y="3481725"/>
                </a:lnTo>
                <a:cubicBezTo>
                  <a:pt x="2035270" y="3481462"/>
                  <a:pt x="2035402" y="3480871"/>
                  <a:pt x="2035402" y="3480871"/>
                </a:cubicBezTo>
                <a:lnTo>
                  <a:pt x="2039937" y="3472990"/>
                </a:lnTo>
                <a:cubicBezTo>
                  <a:pt x="2040133" y="3472727"/>
                  <a:pt x="2040723" y="3472530"/>
                  <a:pt x="2040723" y="3472530"/>
                </a:cubicBezTo>
                <a:close/>
                <a:moveTo>
                  <a:pt x="1786223" y="3472530"/>
                </a:moveTo>
                <a:lnTo>
                  <a:pt x="1795287" y="3472530"/>
                </a:lnTo>
                <a:cubicBezTo>
                  <a:pt x="1795615" y="3472530"/>
                  <a:pt x="1796075" y="3472990"/>
                  <a:pt x="1796075" y="3472990"/>
                </a:cubicBezTo>
                <a:lnTo>
                  <a:pt x="1800607" y="3480871"/>
                </a:lnTo>
                <a:cubicBezTo>
                  <a:pt x="1800738" y="3481134"/>
                  <a:pt x="1800607" y="3481725"/>
                  <a:pt x="1800607" y="3481725"/>
                </a:cubicBezTo>
                <a:lnTo>
                  <a:pt x="1796075" y="3489606"/>
                </a:lnTo>
                <a:cubicBezTo>
                  <a:pt x="1795878" y="3489870"/>
                  <a:pt x="1795287" y="3490066"/>
                  <a:pt x="1795287" y="3490066"/>
                </a:cubicBezTo>
                <a:lnTo>
                  <a:pt x="1786223" y="3490066"/>
                </a:lnTo>
                <a:cubicBezTo>
                  <a:pt x="1785895" y="3490066"/>
                  <a:pt x="1785434" y="3489606"/>
                  <a:pt x="1785434" y="3489606"/>
                </a:cubicBezTo>
                <a:lnTo>
                  <a:pt x="1780902" y="3481725"/>
                </a:lnTo>
                <a:cubicBezTo>
                  <a:pt x="1780771" y="3481462"/>
                  <a:pt x="1780902" y="3480871"/>
                  <a:pt x="1780902" y="3480871"/>
                </a:cubicBezTo>
                <a:lnTo>
                  <a:pt x="1785434" y="3472990"/>
                </a:lnTo>
                <a:cubicBezTo>
                  <a:pt x="1785631" y="3472727"/>
                  <a:pt x="1786223" y="3472530"/>
                  <a:pt x="1786223" y="3472530"/>
                </a:cubicBezTo>
                <a:close/>
                <a:moveTo>
                  <a:pt x="1531893" y="3472530"/>
                </a:moveTo>
                <a:lnTo>
                  <a:pt x="1540956" y="3472530"/>
                </a:lnTo>
                <a:cubicBezTo>
                  <a:pt x="1541284" y="3472530"/>
                  <a:pt x="1541744" y="3472990"/>
                  <a:pt x="1541744" y="3472990"/>
                </a:cubicBezTo>
                <a:lnTo>
                  <a:pt x="1546275" y="3480871"/>
                </a:lnTo>
                <a:cubicBezTo>
                  <a:pt x="1546408" y="3481134"/>
                  <a:pt x="1546275" y="3481725"/>
                  <a:pt x="1546275" y="3481725"/>
                </a:cubicBezTo>
                <a:lnTo>
                  <a:pt x="1541744" y="3489606"/>
                </a:lnTo>
                <a:cubicBezTo>
                  <a:pt x="1541547" y="3489870"/>
                  <a:pt x="1540956" y="3490066"/>
                  <a:pt x="1540956" y="3490066"/>
                </a:cubicBezTo>
                <a:lnTo>
                  <a:pt x="1531893" y="3490066"/>
                </a:lnTo>
                <a:cubicBezTo>
                  <a:pt x="1531562" y="3490066"/>
                  <a:pt x="1531104" y="3489606"/>
                  <a:pt x="1531104" y="3489606"/>
                </a:cubicBezTo>
                <a:lnTo>
                  <a:pt x="1526571" y="3481725"/>
                </a:lnTo>
                <a:cubicBezTo>
                  <a:pt x="1526439" y="3481462"/>
                  <a:pt x="1526571" y="3480871"/>
                  <a:pt x="1526571" y="3480871"/>
                </a:cubicBezTo>
                <a:lnTo>
                  <a:pt x="1531104" y="3472990"/>
                </a:lnTo>
                <a:cubicBezTo>
                  <a:pt x="1531301" y="3472727"/>
                  <a:pt x="1531893" y="3472530"/>
                  <a:pt x="1531893" y="3472530"/>
                </a:cubicBezTo>
                <a:close/>
                <a:moveTo>
                  <a:pt x="1277531" y="3472530"/>
                </a:moveTo>
                <a:lnTo>
                  <a:pt x="1286596" y="3472530"/>
                </a:lnTo>
                <a:cubicBezTo>
                  <a:pt x="1286926" y="3472530"/>
                  <a:pt x="1287385" y="3472990"/>
                  <a:pt x="1287385" y="3472990"/>
                </a:cubicBezTo>
                <a:lnTo>
                  <a:pt x="1291918" y="3480871"/>
                </a:lnTo>
                <a:cubicBezTo>
                  <a:pt x="1292049" y="3481134"/>
                  <a:pt x="1291918" y="3481725"/>
                  <a:pt x="1291918" y="3481725"/>
                </a:cubicBezTo>
                <a:lnTo>
                  <a:pt x="1287385" y="3489606"/>
                </a:lnTo>
                <a:cubicBezTo>
                  <a:pt x="1287187" y="3489870"/>
                  <a:pt x="1286596" y="3490066"/>
                  <a:pt x="1286596" y="3490066"/>
                </a:cubicBezTo>
                <a:lnTo>
                  <a:pt x="1277531" y="3490066"/>
                </a:lnTo>
                <a:cubicBezTo>
                  <a:pt x="1277204" y="3490066"/>
                  <a:pt x="1276743" y="3489606"/>
                  <a:pt x="1276743" y="3489606"/>
                </a:cubicBezTo>
                <a:lnTo>
                  <a:pt x="1272212" y="3481725"/>
                </a:lnTo>
                <a:cubicBezTo>
                  <a:pt x="1272082" y="3481462"/>
                  <a:pt x="1272212" y="3480871"/>
                  <a:pt x="1272212" y="3480871"/>
                </a:cubicBezTo>
                <a:lnTo>
                  <a:pt x="1276743" y="3472990"/>
                </a:lnTo>
                <a:cubicBezTo>
                  <a:pt x="1276940" y="3472727"/>
                  <a:pt x="1277531" y="3472530"/>
                  <a:pt x="1277531" y="3472530"/>
                </a:cubicBezTo>
                <a:close/>
                <a:moveTo>
                  <a:pt x="1023117" y="3472530"/>
                </a:moveTo>
                <a:lnTo>
                  <a:pt x="1032183" y="3472530"/>
                </a:lnTo>
                <a:cubicBezTo>
                  <a:pt x="1032511" y="3472530"/>
                  <a:pt x="1032970" y="3472990"/>
                  <a:pt x="1032970" y="3472990"/>
                </a:cubicBezTo>
                <a:lnTo>
                  <a:pt x="1037502" y="3480871"/>
                </a:lnTo>
                <a:cubicBezTo>
                  <a:pt x="1037633" y="3481134"/>
                  <a:pt x="1037502" y="3481725"/>
                  <a:pt x="1037502" y="3481725"/>
                </a:cubicBezTo>
                <a:lnTo>
                  <a:pt x="1032970" y="3489606"/>
                </a:lnTo>
                <a:cubicBezTo>
                  <a:pt x="1032773" y="3489870"/>
                  <a:pt x="1032183" y="3490066"/>
                  <a:pt x="1032183" y="3490066"/>
                </a:cubicBezTo>
                <a:lnTo>
                  <a:pt x="1023117" y="3490066"/>
                </a:lnTo>
                <a:cubicBezTo>
                  <a:pt x="1022789" y="3490066"/>
                  <a:pt x="1022330" y="3489606"/>
                  <a:pt x="1022330" y="3489606"/>
                </a:cubicBezTo>
                <a:lnTo>
                  <a:pt x="1017796" y="3481725"/>
                </a:lnTo>
                <a:cubicBezTo>
                  <a:pt x="1017668" y="3481462"/>
                  <a:pt x="1017796" y="3480871"/>
                  <a:pt x="1017796" y="3480871"/>
                </a:cubicBezTo>
                <a:lnTo>
                  <a:pt x="1022330" y="3472990"/>
                </a:lnTo>
                <a:cubicBezTo>
                  <a:pt x="1022527" y="3472727"/>
                  <a:pt x="1023117" y="3472530"/>
                  <a:pt x="1023117" y="3472530"/>
                </a:cubicBezTo>
                <a:close/>
                <a:moveTo>
                  <a:pt x="768588" y="3472530"/>
                </a:moveTo>
                <a:lnTo>
                  <a:pt x="777651" y="3472530"/>
                </a:lnTo>
                <a:cubicBezTo>
                  <a:pt x="777979" y="3472530"/>
                  <a:pt x="778439" y="3472990"/>
                  <a:pt x="778439" y="3472990"/>
                </a:cubicBezTo>
                <a:lnTo>
                  <a:pt x="782971" y="3480871"/>
                </a:lnTo>
                <a:cubicBezTo>
                  <a:pt x="783103" y="3481134"/>
                  <a:pt x="782971" y="3481725"/>
                  <a:pt x="782971" y="3481725"/>
                </a:cubicBezTo>
                <a:lnTo>
                  <a:pt x="778439" y="3489606"/>
                </a:lnTo>
                <a:cubicBezTo>
                  <a:pt x="778242" y="3489870"/>
                  <a:pt x="777651" y="3490066"/>
                  <a:pt x="777651" y="3490066"/>
                </a:cubicBezTo>
                <a:lnTo>
                  <a:pt x="768588" y="3490066"/>
                </a:lnTo>
                <a:cubicBezTo>
                  <a:pt x="768260" y="3490066"/>
                  <a:pt x="767800" y="3489606"/>
                  <a:pt x="767800" y="3489606"/>
                </a:cubicBezTo>
                <a:lnTo>
                  <a:pt x="763266" y="3481725"/>
                </a:lnTo>
                <a:cubicBezTo>
                  <a:pt x="763134" y="3481462"/>
                  <a:pt x="763266" y="3480871"/>
                  <a:pt x="763266" y="3480871"/>
                </a:cubicBezTo>
                <a:lnTo>
                  <a:pt x="767800" y="3472990"/>
                </a:lnTo>
                <a:cubicBezTo>
                  <a:pt x="767996" y="3472727"/>
                  <a:pt x="768588" y="3472530"/>
                  <a:pt x="768588" y="3472530"/>
                </a:cubicBezTo>
                <a:close/>
                <a:moveTo>
                  <a:pt x="514286" y="3472530"/>
                </a:moveTo>
                <a:lnTo>
                  <a:pt x="523350" y="3472530"/>
                </a:lnTo>
                <a:cubicBezTo>
                  <a:pt x="523678" y="3472530"/>
                  <a:pt x="524138" y="3472990"/>
                  <a:pt x="524138" y="3472990"/>
                </a:cubicBezTo>
                <a:lnTo>
                  <a:pt x="528669" y="3480871"/>
                </a:lnTo>
                <a:cubicBezTo>
                  <a:pt x="528801" y="3481134"/>
                  <a:pt x="528669" y="3481725"/>
                  <a:pt x="528669" y="3481725"/>
                </a:cubicBezTo>
                <a:lnTo>
                  <a:pt x="524138" y="3489606"/>
                </a:lnTo>
                <a:cubicBezTo>
                  <a:pt x="523941" y="3489870"/>
                  <a:pt x="523350" y="3490066"/>
                  <a:pt x="523350" y="3490066"/>
                </a:cubicBezTo>
                <a:lnTo>
                  <a:pt x="514286" y="3490066"/>
                </a:lnTo>
                <a:cubicBezTo>
                  <a:pt x="513957" y="3490066"/>
                  <a:pt x="513498" y="3489606"/>
                  <a:pt x="513498" y="3489606"/>
                </a:cubicBezTo>
                <a:lnTo>
                  <a:pt x="508965" y="3481725"/>
                </a:lnTo>
                <a:cubicBezTo>
                  <a:pt x="508834" y="3481462"/>
                  <a:pt x="508965" y="3480871"/>
                  <a:pt x="508965" y="3480871"/>
                </a:cubicBezTo>
                <a:lnTo>
                  <a:pt x="513498" y="3472990"/>
                </a:lnTo>
                <a:cubicBezTo>
                  <a:pt x="513695" y="3472727"/>
                  <a:pt x="514286" y="3472530"/>
                  <a:pt x="514286" y="3472530"/>
                </a:cubicBezTo>
                <a:close/>
                <a:moveTo>
                  <a:pt x="259959" y="3472530"/>
                </a:moveTo>
                <a:lnTo>
                  <a:pt x="269023" y="3472530"/>
                </a:lnTo>
                <a:cubicBezTo>
                  <a:pt x="269351" y="3472530"/>
                  <a:pt x="269811" y="3472990"/>
                  <a:pt x="269811" y="3472990"/>
                </a:cubicBezTo>
                <a:lnTo>
                  <a:pt x="274343" y="3480871"/>
                </a:lnTo>
                <a:cubicBezTo>
                  <a:pt x="274474" y="3481134"/>
                  <a:pt x="274343" y="3481725"/>
                  <a:pt x="274343" y="3481725"/>
                </a:cubicBezTo>
                <a:lnTo>
                  <a:pt x="269811" y="3489606"/>
                </a:lnTo>
                <a:cubicBezTo>
                  <a:pt x="269614" y="3489870"/>
                  <a:pt x="269023" y="3490066"/>
                  <a:pt x="269023" y="3490066"/>
                </a:cubicBezTo>
                <a:lnTo>
                  <a:pt x="259959" y="3490066"/>
                </a:lnTo>
                <a:cubicBezTo>
                  <a:pt x="259629" y="3490066"/>
                  <a:pt x="259170" y="3489606"/>
                  <a:pt x="259170" y="3489606"/>
                </a:cubicBezTo>
                <a:lnTo>
                  <a:pt x="254638" y="3481725"/>
                </a:lnTo>
                <a:cubicBezTo>
                  <a:pt x="254507" y="3481462"/>
                  <a:pt x="254638" y="3480871"/>
                  <a:pt x="254638" y="3480871"/>
                </a:cubicBezTo>
                <a:lnTo>
                  <a:pt x="259170" y="3472990"/>
                </a:lnTo>
                <a:cubicBezTo>
                  <a:pt x="259367" y="3472727"/>
                  <a:pt x="259959" y="3472530"/>
                  <a:pt x="259959" y="3472530"/>
                </a:cubicBezTo>
                <a:close/>
                <a:moveTo>
                  <a:pt x="5523" y="3472530"/>
                </a:moveTo>
                <a:lnTo>
                  <a:pt x="14587" y="3472530"/>
                </a:lnTo>
                <a:cubicBezTo>
                  <a:pt x="14916" y="3472530"/>
                  <a:pt x="15375" y="3472990"/>
                  <a:pt x="15375" y="3472990"/>
                </a:cubicBezTo>
                <a:lnTo>
                  <a:pt x="19907" y="3480871"/>
                </a:lnTo>
                <a:cubicBezTo>
                  <a:pt x="20038" y="3481134"/>
                  <a:pt x="19907" y="3481725"/>
                  <a:pt x="19907" y="3481725"/>
                </a:cubicBezTo>
                <a:lnTo>
                  <a:pt x="15375" y="3489606"/>
                </a:lnTo>
                <a:cubicBezTo>
                  <a:pt x="15178" y="3489870"/>
                  <a:pt x="14587" y="3490066"/>
                  <a:pt x="14587" y="3490066"/>
                </a:cubicBezTo>
                <a:lnTo>
                  <a:pt x="5523" y="3490066"/>
                </a:lnTo>
                <a:cubicBezTo>
                  <a:pt x="5194" y="3490066"/>
                  <a:pt x="4734" y="3489606"/>
                  <a:pt x="4734" y="3489606"/>
                </a:cubicBezTo>
                <a:lnTo>
                  <a:pt x="202" y="3481725"/>
                </a:lnTo>
                <a:cubicBezTo>
                  <a:pt x="71" y="3481462"/>
                  <a:pt x="202" y="3480871"/>
                  <a:pt x="202" y="3480871"/>
                </a:cubicBezTo>
                <a:lnTo>
                  <a:pt x="4734" y="3472990"/>
                </a:lnTo>
                <a:cubicBezTo>
                  <a:pt x="4931" y="3472727"/>
                  <a:pt x="5523" y="3472530"/>
                  <a:pt x="5523" y="3472530"/>
                </a:cubicBezTo>
                <a:close/>
                <a:moveTo>
                  <a:pt x="10435622" y="3255521"/>
                </a:moveTo>
                <a:lnTo>
                  <a:pt x="10444686" y="3255521"/>
                </a:lnTo>
                <a:cubicBezTo>
                  <a:pt x="10445015" y="3255521"/>
                  <a:pt x="10445474" y="3255981"/>
                  <a:pt x="10445474" y="3255981"/>
                </a:cubicBezTo>
                <a:lnTo>
                  <a:pt x="10450007" y="3263863"/>
                </a:lnTo>
                <a:cubicBezTo>
                  <a:pt x="10450138" y="3264126"/>
                  <a:pt x="10450007" y="3264716"/>
                  <a:pt x="10450007" y="3264716"/>
                </a:cubicBezTo>
                <a:lnTo>
                  <a:pt x="10445474" y="3272599"/>
                </a:lnTo>
                <a:cubicBezTo>
                  <a:pt x="10445278" y="3272862"/>
                  <a:pt x="10444686" y="3273059"/>
                  <a:pt x="10444686" y="3273059"/>
                </a:cubicBezTo>
                <a:lnTo>
                  <a:pt x="10435622" y="3273059"/>
                </a:lnTo>
                <a:cubicBezTo>
                  <a:pt x="10435295" y="3273059"/>
                  <a:pt x="10434834" y="3272599"/>
                  <a:pt x="10434834" y="3272599"/>
                </a:cubicBezTo>
                <a:lnTo>
                  <a:pt x="10430302" y="3264716"/>
                </a:lnTo>
                <a:cubicBezTo>
                  <a:pt x="10430171" y="3264455"/>
                  <a:pt x="10430302" y="3263863"/>
                  <a:pt x="10430302" y="3263863"/>
                </a:cubicBezTo>
                <a:lnTo>
                  <a:pt x="10434834" y="3255981"/>
                </a:lnTo>
                <a:cubicBezTo>
                  <a:pt x="10435031" y="3255719"/>
                  <a:pt x="10435622" y="3255521"/>
                  <a:pt x="10435622" y="3255521"/>
                </a:cubicBezTo>
                <a:close/>
                <a:moveTo>
                  <a:pt x="10181242" y="3255521"/>
                </a:moveTo>
                <a:lnTo>
                  <a:pt x="10190305" y="3255521"/>
                </a:lnTo>
                <a:cubicBezTo>
                  <a:pt x="10190635" y="3255521"/>
                  <a:pt x="10191093" y="3255981"/>
                  <a:pt x="10191093" y="3255981"/>
                </a:cubicBezTo>
                <a:lnTo>
                  <a:pt x="10195626" y="3263863"/>
                </a:lnTo>
                <a:cubicBezTo>
                  <a:pt x="10195758" y="3264126"/>
                  <a:pt x="10195626" y="3264716"/>
                  <a:pt x="10195626" y="3264716"/>
                </a:cubicBezTo>
                <a:lnTo>
                  <a:pt x="10191093" y="3272599"/>
                </a:lnTo>
                <a:cubicBezTo>
                  <a:pt x="10190896" y="3272862"/>
                  <a:pt x="10190305" y="3273059"/>
                  <a:pt x="10190305" y="3273059"/>
                </a:cubicBezTo>
                <a:lnTo>
                  <a:pt x="10181242" y="3273059"/>
                </a:lnTo>
                <a:cubicBezTo>
                  <a:pt x="10180914" y="3273059"/>
                  <a:pt x="10180453" y="3272599"/>
                  <a:pt x="10180453" y="3272599"/>
                </a:cubicBezTo>
                <a:lnTo>
                  <a:pt x="10175922" y="3264716"/>
                </a:lnTo>
                <a:cubicBezTo>
                  <a:pt x="10175790" y="3264455"/>
                  <a:pt x="10175922" y="3263863"/>
                  <a:pt x="10175922" y="3263863"/>
                </a:cubicBezTo>
                <a:lnTo>
                  <a:pt x="10180453" y="3255981"/>
                </a:lnTo>
                <a:cubicBezTo>
                  <a:pt x="10180650" y="3255719"/>
                  <a:pt x="10181242" y="3255521"/>
                  <a:pt x="10181242" y="3255521"/>
                </a:cubicBezTo>
                <a:close/>
                <a:moveTo>
                  <a:pt x="9926861" y="3255521"/>
                </a:moveTo>
                <a:lnTo>
                  <a:pt x="9935924" y="3255521"/>
                </a:lnTo>
                <a:cubicBezTo>
                  <a:pt x="9936254" y="3255521"/>
                  <a:pt x="9936713" y="3255981"/>
                  <a:pt x="9936713" y="3255981"/>
                </a:cubicBezTo>
                <a:lnTo>
                  <a:pt x="9941246" y="3263863"/>
                </a:lnTo>
                <a:cubicBezTo>
                  <a:pt x="9941376" y="3264126"/>
                  <a:pt x="9941246" y="3264716"/>
                  <a:pt x="9941246" y="3264716"/>
                </a:cubicBezTo>
                <a:lnTo>
                  <a:pt x="9936713" y="3272599"/>
                </a:lnTo>
                <a:cubicBezTo>
                  <a:pt x="9936516" y="3272862"/>
                  <a:pt x="9935924" y="3273059"/>
                  <a:pt x="9935924" y="3273059"/>
                </a:cubicBezTo>
                <a:lnTo>
                  <a:pt x="9926861" y="3273059"/>
                </a:lnTo>
                <a:cubicBezTo>
                  <a:pt x="9926532" y="3273059"/>
                  <a:pt x="9926073" y="3272599"/>
                  <a:pt x="9926073" y="3272599"/>
                </a:cubicBezTo>
                <a:lnTo>
                  <a:pt x="9921541" y="3264716"/>
                </a:lnTo>
                <a:cubicBezTo>
                  <a:pt x="9921410" y="3264455"/>
                  <a:pt x="9921541" y="3263863"/>
                  <a:pt x="9921541" y="3263863"/>
                </a:cubicBezTo>
                <a:lnTo>
                  <a:pt x="9926073" y="3255981"/>
                </a:lnTo>
                <a:cubicBezTo>
                  <a:pt x="9926270" y="3255719"/>
                  <a:pt x="9926861" y="3255521"/>
                  <a:pt x="9926861" y="3255521"/>
                </a:cubicBezTo>
                <a:close/>
                <a:moveTo>
                  <a:pt x="9672481" y="3255521"/>
                </a:moveTo>
                <a:lnTo>
                  <a:pt x="9681545" y="3255521"/>
                </a:lnTo>
                <a:cubicBezTo>
                  <a:pt x="9681872" y="3255521"/>
                  <a:pt x="9682333" y="3255981"/>
                  <a:pt x="9682333" y="3255981"/>
                </a:cubicBezTo>
                <a:lnTo>
                  <a:pt x="9686865" y="3263863"/>
                </a:lnTo>
                <a:cubicBezTo>
                  <a:pt x="9686996" y="3264126"/>
                  <a:pt x="9686865" y="3264716"/>
                  <a:pt x="9686865" y="3264716"/>
                </a:cubicBezTo>
                <a:lnTo>
                  <a:pt x="9682333" y="3272599"/>
                </a:lnTo>
                <a:cubicBezTo>
                  <a:pt x="9682136" y="3272862"/>
                  <a:pt x="9681545" y="3273059"/>
                  <a:pt x="9681545" y="3273059"/>
                </a:cubicBezTo>
                <a:lnTo>
                  <a:pt x="9672481" y="3273059"/>
                </a:lnTo>
                <a:cubicBezTo>
                  <a:pt x="9672152" y="3273059"/>
                  <a:pt x="9671693" y="3272599"/>
                  <a:pt x="9671693" y="3272599"/>
                </a:cubicBezTo>
                <a:lnTo>
                  <a:pt x="9667160" y="3264716"/>
                </a:lnTo>
                <a:cubicBezTo>
                  <a:pt x="9667030" y="3264455"/>
                  <a:pt x="9667160" y="3263863"/>
                  <a:pt x="9667160" y="3263863"/>
                </a:cubicBezTo>
                <a:lnTo>
                  <a:pt x="9671693" y="3255981"/>
                </a:lnTo>
                <a:cubicBezTo>
                  <a:pt x="9671890" y="3255719"/>
                  <a:pt x="9672481" y="3255521"/>
                  <a:pt x="9672481" y="3255521"/>
                </a:cubicBezTo>
                <a:close/>
                <a:moveTo>
                  <a:pt x="9418035" y="3255521"/>
                </a:moveTo>
                <a:lnTo>
                  <a:pt x="9427099" y="3255521"/>
                </a:lnTo>
                <a:cubicBezTo>
                  <a:pt x="9427427" y="3255521"/>
                  <a:pt x="9427887" y="3255981"/>
                  <a:pt x="9427887" y="3255981"/>
                </a:cubicBezTo>
                <a:lnTo>
                  <a:pt x="9432419" y="3263863"/>
                </a:lnTo>
                <a:cubicBezTo>
                  <a:pt x="9432550" y="3264126"/>
                  <a:pt x="9432419" y="3264716"/>
                  <a:pt x="9432419" y="3264716"/>
                </a:cubicBezTo>
                <a:lnTo>
                  <a:pt x="9427887" y="3272599"/>
                </a:lnTo>
                <a:cubicBezTo>
                  <a:pt x="9427690" y="3272862"/>
                  <a:pt x="9427099" y="3273059"/>
                  <a:pt x="9427099" y="3273059"/>
                </a:cubicBezTo>
                <a:lnTo>
                  <a:pt x="9418035" y="3273059"/>
                </a:lnTo>
                <a:cubicBezTo>
                  <a:pt x="9417707" y="3273059"/>
                  <a:pt x="9417247" y="3272599"/>
                  <a:pt x="9417247" y="3272599"/>
                </a:cubicBezTo>
                <a:lnTo>
                  <a:pt x="9412714" y="3264716"/>
                </a:lnTo>
                <a:cubicBezTo>
                  <a:pt x="9412583" y="3264455"/>
                  <a:pt x="9412714" y="3263863"/>
                  <a:pt x="9412714" y="3263863"/>
                </a:cubicBezTo>
                <a:lnTo>
                  <a:pt x="9417247" y="3255981"/>
                </a:lnTo>
                <a:cubicBezTo>
                  <a:pt x="9417444" y="3255719"/>
                  <a:pt x="9418035" y="3255521"/>
                  <a:pt x="9418035" y="3255521"/>
                </a:cubicBezTo>
                <a:close/>
                <a:moveTo>
                  <a:pt x="9163654" y="3255521"/>
                </a:moveTo>
                <a:lnTo>
                  <a:pt x="9172718" y="3255521"/>
                </a:lnTo>
                <a:cubicBezTo>
                  <a:pt x="9173046" y="3255521"/>
                  <a:pt x="9173506" y="3255981"/>
                  <a:pt x="9173506" y="3255981"/>
                </a:cubicBezTo>
                <a:lnTo>
                  <a:pt x="9178038" y="3263863"/>
                </a:lnTo>
                <a:cubicBezTo>
                  <a:pt x="9178169" y="3264126"/>
                  <a:pt x="9178038" y="3264716"/>
                  <a:pt x="9178038" y="3264716"/>
                </a:cubicBezTo>
                <a:lnTo>
                  <a:pt x="9173506" y="3272599"/>
                </a:lnTo>
                <a:cubicBezTo>
                  <a:pt x="9173309" y="3272862"/>
                  <a:pt x="9172718" y="3273059"/>
                  <a:pt x="9172718" y="3273059"/>
                </a:cubicBezTo>
                <a:lnTo>
                  <a:pt x="9163654" y="3273059"/>
                </a:lnTo>
                <a:cubicBezTo>
                  <a:pt x="9163326" y="3273059"/>
                  <a:pt x="9162866" y="3272599"/>
                  <a:pt x="9162866" y="3272599"/>
                </a:cubicBezTo>
                <a:lnTo>
                  <a:pt x="9158333" y="3264716"/>
                </a:lnTo>
                <a:cubicBezTo>
                  <a:pt x="9158202" y="3264455"/>
                  <a:pt x="9158333" y="3263863"/>
                  <a:pt x="9158333" y="3263863"/>
                </a:cubicBezTo>
                <a:lnTo>
                  <a:pt x="9162866" y="3255981"/>
                </a:lnTo>
                <a:cubicBezTo>
                  <a:pt x="9163062" y="3255719"/>
                  <a:pt x="9163654" y="3255521"/>
                  <a:pt x="9163654" y="3255521"/>
                </a:cubicBezTo>
                <a:close/>
                <a:moveTo>
                  <a:pt x="8909274" y="3255521"/>
                </a:moveTo>
                <a:lnTo>
                  <a:pt x="8918336" y="3255521"/>
                </a:lnTo>
                <a:cubicBezTo>
                  <a:pt x="8918666" y="3255521"/>
                  <a:pt x="8919125" y="3255981"/>
                  <a:pt x="8919125" y="3255981"/>
                </a:cubicBezTo>
                <a:lnTo>
                  <a:pt x="8923657" y="3263863"/>
                </a:lnTo>
                <a:cubicBezTo>
                  <a:pt x="8923789" y="3264126"/>
                  <a:pt x="8923657" y="3264716"/>
                  <a:pt x="8923657" y="3264716"/>
                </a:cubicBezTo>
                <a:lnTo>
                  <a:pt x="8919125" y="3272599"/>
                </a:lnTo>
                <a:cubicBezTo>
                  <a:pt x="8918928" y="3272862"/>
                  <a:pt x="8918336" y="3273059"/>
                  <a:pt x="8918336" y="3273059"/>
                </a:cubicBezTo>
                <a:lnTo>
                  <a:pt x="8909274" y="3273059"/>
                </a:lnTo>
                <a:cubicBezTo>
                  <a:pt x="8908945" y="3273059"/>
                  <a:pt x="8908484" y="3272599"/>
                  <a:pt x="8908484" y="3272599"/>
                </a:cubicBezTo>
                <a:lnTo>
                  <a:pt x="8903953" y="3264716"/>
                </a:lnTo>
                <a:cubicBezTo>
                  <a:pt x="8903821" y="3264455"/>
                  <a:pt x="8903953" y="3263863"/>
                  <a:pt x="8903953" y="3263863"/>
                </a:cubicBezTo>
                <a:lnTo>
                  <a:pt x="8908484" y="3255981"/>
                </a:lnTo>
                <a:cubicBezTo>
                  <a:pt x="8908681" y="3255719"/>
                  <a:pt x="8909274" y="3255521"/>
                  <a:pt x="8909274" y="3255521"/>
                </a:cubicBezTo>
                <a:close/>
                <a:moveTo>
                  <a:pt x="8654892" y="3255521"/>
                </a:moveTo>
                <a:lnTo>
                  <a:pt x="8663955" y="3255521"/>
                </a:lnTo>
                <a:cubicBezTo>
                  <a:pt x="8664285" y="3255521"/>
                  <a:pt x="8664744" y="3255981"/>
                  <a:pt x="8664744" y="3255981"/>
                </a:cubicBezTo>
                <a:lnTo>
                  <a:pt x="8669277" y="3263863"/>
                </a:lnTo>
                <a:cubicBezTo>
                  <a:pt x="8669408" y="3264126"/>
                  <a:pt x="8669277" y="3264716"/>
                  <a:pt x="8669277" y="3264716"/>
                </a:cubicBezTo>
                <a:lnTo>
                  <a:pt x="8664744" y="3272599"/>
                </a:lnTo>
                <a:cubicBezTo>
                  <a:pt x="8664548" y="3272862"/>
                  <a:pt x="8663955" y="3273059"/>
                  <a:pt x="8663955" y="3273059"/>
                </a:cubicBezTo>
                <a:lnTo>
                  <a:pt x="8654892" y="3273059"/>
                </a:lnTo>
                <a:cubicBezTo>
                  <a:pt x="8654565" y="3273059"/>
                  <a:pt x="8654104" y="3272599"/>
                  <a:pt x="8654104" y="3272599"/>
                </a:cubicBezTo>
                <a:lnTo>
                  <a:pt x="8649572" y="3264716"/>
                </a:lnTo>
                <a:cubicBezTo>
                  <a:pt x="8649441" y="3264455"/>
                  <a:pt x="8649572" y="3263863"/>
                  <a:pt x="8649572" y="3263863"/>
                </a:cubicBezTo>
                <a:lnTo>
                  <a:pt x="8654104" y="3255981"/>
                </a:lnTo>
                <a:cubicBezTo>
                  <a:pt x="8654301" y="3255719"/>
                  <a:pt x="8654892" y="3255521"/>
                  <a:pt x="8654892" y="3255521"/>
                </a:cubicBezTo>
                <a:close/>
                <a:moveTo>
                  <a:pt x="8400511" y="3255521"/>
                </a:moveTo>
                <a:lnTo>
                  <a:pt x="8409575" y="3255521"/>
                </a:lnTo>
                <a:cubicBezTo>
                  <a:pt x="8409904" y="3255521"/>
                  <a:pt x="8410363" y="3255981"/>
                  <a:pt x="8410363" y="3255981"/>
                </a:cubicBezTo>
                <a:lnTo>
                  <a:pt x="8414896" y="3263863"/>
                </a:lnTo>
                <a:cubicBezTo>
                  <a:pt x="8415027" y="3264126"/>
                  <a:pt x="8414896" y="3264716"/>
                  <a:pt x="8414896" y="3264716"/>
                </a:cubicBezTo>
                <a:lnTo>
                  <a:pt x="8410363" y="3272599"/>
                </a:lnTo>
                <a:cubicBezTo>
                  <a:pt x="8410166" y="3272862"/>
                  <a:pt x="8409575" y="3273059"/>
                  <a:pt x="8409575" y="3273059"/>
                </a:cubicBezTo>
                <a:lnTo>
                  <a:pt x="8400511" y="3273059"/>
                </a:lnTo>
                <a:cubicBezTo>
                  <a:pt x="8400184" y="3273059"/>
                  <a:pt x="8399723" y="3272599"/>
                  <a:pt x="8399723" y="3272599"/>
                </a:cubicBezTo>
                <a:lnTo>
                  <a:pt x="8395191" y="3264716"/>
                </a:lnTo>
                <a:cubicBezTo>
                  <a:pt x="8395060" y="3264455"/>
                  <a:pt x="8395191" y="3263863"/>
                  <a:pt x="8395191" y="3263863"/>
                </a:cubicBezTo>
                <a:lnTo>
                  <a:pt x="8399723" y="3255981"/>
                </a:lnTo>
                <a:cubicBezTo>
                  <a:pt x="8399920" y="3255719"/>
                  <a:pt x="8400511" y="3255521"/>
                  <a:pt x="8400511" y="3255521"/>
                </a:cubicBezTo>
                <a:close/>
                <a:moveTo>
                  <a:pt x="8146065" y="3255521"/>
                </a:moveTo>
                <a:lnTo>
                  <a:pt x="8155129" y="3255521"/>
                </a:lnTo>
                <a:cubicBezTo>
                  <a:pt x="8155458" y="3255521"/>
                  <a:pt x="8155917" y="3255981"/>
                  <a:pt x="8155917" y="3255981"/>
                </a:cubicBezTo>
                <a:lnTo>
                  <a:pt x="8160449" y="3263863"/>
                </a:lnTo>
                <a:cubicBezTo>
                  <a:pt x="8160580" y="3264126"/>
                  <a:pt x="8160449" y="3264716"/>
                  <a:pt x="8160449" y="3264716"/>
                </a:cubicBezTo>
                <a:lnTo>
                  <a:pt x="8155917" y="3272599"/>
                </a:lnTo>
                <a:cubicBezTo>
                  <a:pt x="8155719" y="3272862"/>
                  <a:pt x="8155129" y="3273059"/>
                  <a:pt x="8155129" y="3273059"/>
                </a:cubicBezTo>
                <a:lnTo>
                  <a:pt x="8146065" y="3273059"/>
                </a:lnTo>
                <a:cubicBezTo>
                  <a:pt x="8145737" y="3273059"/>
                  <a:pt x="8145277" y="3272599"/>
                  <a:pt x="8145277" y="3272599"/>
                </a:cubicBezTo>
                <a:lnTo>
                  <a:pt x="8140745" y="3264716"/>
                </a:lnTo>
                <a:cubicBezTo>
                  <a:pt x="8140613" y="3264455"/>
                  <a:pt x="8140745" y="3263863"/>
                  <a:pt x="8140745" y="3263863"/>
                </a:cubicBezTo>
                <a:lnTo>
                  <a:pt x="8145277" y="3255981"/>
                </a:lnTo>
                <a:cubicBezTo>
                  <a:pt x="8145474" y="3255719"/>
                  <a:pt x="8146065" y="3255521"/>
                  <a:pt x="8146065" y="3255521"/>
                </a:cubicBezTo>
                <a:close/>
                <a:moveTo>
                  <a:pt x="7891684" y="3255521"/>
                </a:moveTo>
                <a:lnTo>
                  <a:pt x="7900748" y="3255521"/>
                </a:lnTo>
                <a:cubicBezTo>
                  <a:pt x="7901076" y="3255521"/>
                  <a:pt x="7901536" y="3255981"/>
                  <a:pt x="7901536" y="3255981"/>
                </a:cubicBezTo>
                <a:lnTo>
                  <a:pt x="7906067" y="3263863"/>
                </a:lnTo>
                <a:cubicBezTo>
                  <a:pt x="7906199" y="3264126"/>
                  <a:pt x="7906067" y="3264716"/>
                  <a:pt x="7906067" y="3264716"/>
                </a:cubicBezTo>
                <a:lnTo>
                  <a:pt x="7901536" y="3272599"/>
                </a:lnTo>
                <a:cubicBezTo>
                  <a:pt x="7901339" y="3272862"/>
                  <a:pt x="7900748" y="3273059"/>
                  <a:pt x="7900748" y="3273059"/>
                </a:cubicBezTo>
                <a:lnTo>
                  <a:pt x="7891684" y="3273059"/>
                </a:lnTo>
                <a:cubicBezTo>
                  <a:pt x="7891355" y="3273059"/>
                  <a:pt x="7890896" y="3272599"/>
                  <a:pt x="7890896" y="3272599"/>
                </a:cubicBezTo>
                <a:lnTo>
                  <a:pt x="7886363" y="3264716"/>
                </a:lnTo>
                <a:cubicBezTo>
                  <a:pt x="7886233" y="3264455"/>
                  <a:pt x="7886363" y="3263863"/>
                  <a:pt x="7886363" y="3263863"/>
                </a:cubicBezTo>
                <a:lnTo>
                  <a:pt x="7890896" y="3255981"/>
                </a:lnTo>
                <a:cubicBezTo>
                  <a:pt x="7891093" y="3255719"/>
                  <a:pt x="7891684" y="3255521"/>
                  <a:pt x="7891684" y="3255521"/>
                </a:cubicBezTo>
                <a:close/>
                <a:moveTo>
                  <a:pt x="7637304" y="3255521"/>
                </a:moveTo>
                <a:lnTo>
                  <a:pt x="7646367" y="3255521"/>
                </a:lnTo>
                <a:cubicBezTo>
                  <a:pt x="7646696" y="3255521"/>
                  <a:pt x="7647156" y="3255981"/>
                  <a:pt x="7647156" y="3255981"/>
                </a:cubicBezTo>
                <a:lnTo>
                  <a:pt x="7651687" y="3263863"/>
                </a:lnTo>
                <a:cubicBezTo>
                  <a:pt x="7651819" y="3264126"/>
                  <a:pt x="7651687" y="3264716"/>
                  <a:pt x="7651687" y="3264716"/>
                </a:cubicBezTo>
                <a:lnTo>
                  <a:pt x="7647156" y="3272599"/>
                </a:lnTo>
                <a:cubicBezTo>
                  <a:pt x="7646958" y="3272862"/>
                  <a:pt x="7646367" y="3273059"/>
                  <a:pt x="7646367" y="3273059"/>
                </a:cubicBezTo>
                <a:lnTo>
                  <a:pt x="7637304" y="3273059"/>
                </a:lnTo>
                <a:cubicBezTo>
                  <a:pt x="7636975" y="3273059"/>
                  <a:pt x="7636516" y="3272599"/>
                  <a:pt x="7636516" y="3272599"/>
                </a:cubicBezTo>
                <a:lnTo>
                  <a:pt x="7631983" y="3264716"/>
                </a:lnTo>
                <a:cubicBezTo>
                  <a:pt x="7631851" y="3264455"/>
                  <a:pt x="7631983" y="3263863"/>
                  <a:pt x="7631983" y="3263863"/>
                </a:cubicBezTo>
                <a:lnTo>
                  <a:pt x="7636516" y="3255981"/>
                </a:lnTo>
                <a:cubicBezTo>
                  <a:pt x="7636713" y="3255719"/>
                  <a:pt x="7637304" y="3255521"/>
                  <a:pt x="7637304" y="3255521"/>
                </a:cubicBezTo>
                <a:close/>
                <a:moveTo>
                  <a:pt x="7382923" y="3255521"/>
                </a:moveTo>
                <a:lnTo>
                  <a:pt x="7391987" y="3255521"/>
                </a:lnTo>
                <a:cubicBezTo>
                  <a:pt x="7392315" y="3255521"/>
                  <a:pt x="7392775" y="3255981"/>
                  <a:pt x="7392775" y="3255981"/>
                </a:cubicBezTo>
                <a:lnTo>
                  <a:pt x="7397307" y="3263863"/>
                </a:lnTo>
                <a:cubicBezTo>
                  <a:pt x="7397438" y="3264126"/>
                  <a:pt x="7397307" y="3264716"/>
                  <a:pt x="7397307" y="3264716"/>
                </a:cubicBezTo>
                <a:lnTo>
                  <a:pt x="7392775" y="3272599"/>
                </a:lnTo>
                <a:cubicBezTo>
                  <a:pt x="7392578" y="3272862"/>
                  <a:pt x="7391987" y="3273059"/>
                  <a:pt x="7391987" y="3273059"/>
                </a:cubicBezTo>
                <a:lnTo>
                  <a:pt x="7382923" y="3273059"/>
                </a:lnTo>
                <a:cubicBezTo>
                  <a:pt x="7382595" y="3273059"/>
                  <a:pt x="7382135" y="3272599"/>
                  <a:pt x="7382135" y="3272599"/>
                </a:cubicBezTo>
                <a:lnTo>
                  <a:pt x="7377602" y="3264716"/>
                </a:lnTo>
                <a:cubicBezTo>
                  <a:pt x="7377471" y="3264455"/>
                  <a:pt x="7377602" y="3263863"/>
                  <a:pt x="7377602" y="3263863"/>
                </a:cubicBezTo>
                <a:lnTo>
                  <a:pt x="7382135" y="3255981"/>
                </a:lnTo>
                <a:cubicBezTo>
                  <a:pt x="7382331" y="3255719"/>
                  <a:pt x="7382923" y="3255521"/>
                  <a:pt x="7382923" y="3255521"/>
                </a:cubicBezTo>
                <a:close/>
                <a:moveTo>
                  <a:pt x="7128477" y="3255521"/>
                </a:moveTo>
                <a:lnTo>
                  <a:pt x="7137540" y="3255521"/>
                </a:lnTo>
                <a:cubicBezTo>
                  <a:pt x="7137869" y="3255521"/>
                  <a:pt x="7138328" y="3255981"/>
                  <a:pt x="7138328" y="3255981"/>
                </a:cubicBezTo>
                <a:lnTo>
                  <a:pt x="7142860" y="3263863"/>
                </a:lnTo>
                <a:cubicBezTo>
                  <a:pt x="7142992" y="3264126"/>
                  <a:pt x="7142860" y="3264716"/>
                  <a:pt x="7142860" y="3264716"/>
                </a:cubicBezTo>
                <a:lnTo>
                  <a:pt x="7138328" y="3272599"/>
                </a:lnTo>
                <a:cubicBezTo>
                  <a:pt x="7138131" y="3272862"/>
                  <a:pt x="7137540" y="3273059"/>
                  <a:pt x="7137540" y="3273059"/>
                </a:cubicBezTo>
                <a:lnTo>
                  <a:pt x="7128477" y="3273059"/>
                </a:lnTo>
                <a:cubicBezTo>
                  <a:pt x="7128148" y="3273059"/>
                  <a:pt x="7127689" y="3272599"/>
                  <a:pt x="7127689" y="3272599"/>
                </a:cubicBezTo>
                <a:lnTo>
                  <a:pt x="7123156" y="3264716"/>
                </a:lnTo>
                <a:cubicBezTo>
                  <a:pt x="7123024" y="3264455"/>
                  <a:pt x="7123156" y="3263863"/>
                  <a:pt x="7123156" y="3263863"/>
                </a:cubicBezTo>
                <a:lnTo>
                  <a:pt x="7127689" y="3255981"/>
                </a:lnTo>
                <a:cubicBezTo>
                  <a:pt x="7127885" y="3255719"/>
                  <a:pt x="7128477" y="3255521"/>
                  <a:pt x="7128477" y="3255521"/>
                </a:cubicBezTo>
                <a:close/>
                <a:moveTo>
                  <a:pt x="6874095" y="3255521"/>
                </a:moveTo>
                <a:lnTo>
                  <a:pt x="6883159" y="3255521"/>
                </a:lnTo>
                <a:cubicBezTo>
                  <a:pt x="6883488" y="3255521"/>
                  <a:pt x="6883947" y="3255981"/>
                  <a:pt x="6883947" y="3255981"/>
                </a:cubicBezTo>
                <a:lnTo>
                  <a:pt x="6888480" y="3263863"/>
                </a:lnTo>
                <a:cubicBezTo>
                  <a:pt x="6888611" y="3264126"/>
                  <a:pt x="6888480" y="3264716"/>
                  <a:pt x="6888480" y="3264716"/>
                </a:cubicBezTo>
                <a:lnTo>
                  <a:pt x="6883947" y="3272599"/>
                </a:lnTo>
                <a:cubicBezTo>
                  <a:pt x="6883751" y="3272862"/>
                  <a:pt x="6883159" y="3273059"/>
                  <a:pt x="6883159" y="3273059"/>
                </a:cubicBezTo>
                <a:lnTo>
                  <a:pt x="6874095" y="3273059"/>
                </a:lnTo>
                <a:cubicBezTo>
                  <a:pt x="6873768" y="3273059"/>
                  <a:pt x="6873307" y="3272599"/>
                  <a:pt x="6873307" y="3272599"/>
                </a:cubicBezTo>
                <a:lnTo>
                  <a:pt x="6868775" y="3264716"/>
                </a:lnTo>
                <a:cubicBezTo>
                  <a:pt x="6868644" y="3264455"/>
                  <a:pt x="6868775" y="3263863"/>
                  <a:pt x="6868775" y="3263863"/>
                </a:cubicBezTo>
                <a:lnTo>
                  <a:pt x="6873307" y="3255981"/>
                </a:lnTo>
                <a:cubicBezTo>
                  <a:pt x="6873504" y="3255719"/>
                  <a:pt x="6874095" y="3255521"/>
                  <a:pt x="6874095" y="3255521"/>
                </a:cubicBezTo>
                <a:close/>
                <a:moveTo>
                  <a:pt x="6619714" y="3255521"/>
                </a:moveTo>
                <a:lnTo>
                  <a:pt x="6628778" y="3255521"/>
                </a:lnTo>
                <a:cubicBezTo>
                  <a:pt x="6629107" y="3255521"/>
                  <a:pt x="6629566" y="3255981"/>
                  <a:pt x="6629566" y="3255981"/>
                </a:cubicBezTo>
                <a:lnTo>
                  <a:pt x="6634099" y="3263863"/>
                </a:lnTo>
                <a:cubicBezTo>
                  <a:pt x="6634230" y="3264126"/>
                  <a:pt x="6634099" y="3264716"/>
                  <a:pt x="6634099" y="3264716"/>
                </a:cubicBezTo>
                <a:lnTo>
                  <a:pt x="6629566" y="3272599"/>
                </a:lnTo>
                <a:cubicBezTo>
                  <a:pt x="6629369" y="3272862"/>
                  <a:pt x="6628778" y="3273059"/>
                  <a:pt x="6628778" y="3273059"/>
                </a:cubicBezTo>
                <a:lnTo>
                  <a:pt x="6619714" y="3273059"/>
                </a:lnTo>
                <a:cubicBezTo>
                  <a:pt x="6619387" y="3273059"/>
                  <a:pt x="6618926" y="3272599"/>
                  <a:pt x="6618926" y="3272599"/>
                </a:cubicBezTo>
                <a:lnTo>
                  <a:pt x="6614394" y="3264716"/>
                </a:lnTo>
                <a:cubicBezTo>
                  <a:pt x="6614263" y="3264455"/>
                  <a:pt x="6614394" y="3263863"/>
                  <a:pt x="6614394" y="3263863"/>
                </a:cubicBezTo>
                <a:lnTo>
                  <a:pt x="6618926" y="3255981"/>
                </a:lnTo>
                <a:cubicBezTo>
                  <a:pt x="6619123" y="3255719"/>
                  <a:pt x="6619714" y="3255521"/>
                  <a:pt x="6619714" y="3255521"/>
                </a:cubicBezTo>
                <a:close/>
                <a:moveTo>
                  <a:pt x="6365334" y="3255521"/>
                </a:moveTo>
                <a:lnTo>
                  <a:pt x="6374397" y="3255521"/>
                </a:lnTo>
                <a:cubicBezTo>
                  <a:pt x="6374727" y="3255521"/>
                  <a:pt x="6375186" y="3255981"/>
                  <a:pt x="6375186" y="3255981"/>
                </a:cubicBezTo>
                <a:lnTo>
                  <a:pt x="6379718" y="3263863"/>
                </a:lnTo>
                <a:cubicBezTo>
                  <a:pt x="6379849" y="3264126"/>
                  <a:pt x="6379718" y="3264716"/>
                  <a:pt x="6379718" y="3264716"/>
                </a:cubicBezTo>
                <a:lnTo>
                  <a:pt x="6375186" y="3272599"/>
                </a:lnTo>
                <a:cubicBezTo>
                  <a:pt x="6374988" y="3272862"/>
                  <a:pt x="6374397" y="3273059"/>
                  <a:pt x="6374397" y="3273059"/>
                </a:cubicBezTo>
                <a:lnTo>
                  <a:pt x="6365334" y="3273059"/>
                </a:lnTo>
                <a:cubicBezTo>
                  <a:pt x="6365005" y="3273059"/>
                  <a:pt x="6364546" y="3272599"/>
                  <a:pt x="6364546" y="3272599"/>
                </a:cubicBezTo>
                <a:lnTo>
                  <a:pt x="6360014" y="3264716"/>
                </a:lnTo>
                <a:cubicBezTo>
                  <a:pt x="6359882" y="3264455"/>
                  <a:pt x="6360014" y="3263863"/>
                  <a:pt x="6360014" y="3263863"/>
                </a:cubicBezTo>
                <a:lnTo>
                  <a:pt x="6364546" y="3255981"/>
                </a:lnTo>
                <a:cubicBezTo>
                  <a:pt x="6364743" y="3255719"/>
                  <a:pt x="6365334" y="3255521"/>
                  <a:pt x="6365334" y="3255521"/>
                </a:cubicBezTo>
                <a:close/>
                <a:moveTo>
                  <a:pt x="6110888" y="3255521"/>
                </a:moveTo>
                <a:lnTo>
                  <a:pt x="6119953" y="3255521"/>
                </a:lnTo>
                <a:cubicBezTo>
                  <a:pt x="6120280" y="3255521"/>
                  <a:pt x="6120740" y="3255981"/>
                  <a:pt x="6120740" y="3255981"/>
                </a:cubicBezTo>
                <a:lnTo>
                  <a:pt x="6125272" y="3263863"/>
                </a:lnTo>
                <a:cubicBezTo>
                  <a:pt x="6125403" y="3264126"/>
                  <a:pt x="6125272" y="3264716"/>
                  <a:pt x="6125272" y="3264716"/>
                </a:cubicBezTo>
                <a:lnTo>
                  <a:pt x="6120740" y="3272599"/>
                </a:lnTo>
                <a:cubicBezTo>
                  <a:pt x="6120543" y="3272862"/>
                  <a:pt x="6119953" y="3273059"/>
                  <a:pt x="6119953" y="3273059"/>
                </a:cubicBezTo>
                <a:lnTo>
                  <a:pt x="6110888" y="3273059"/>
                </a:lnTo>
                <a:cubicBezTo>
                  <a:pt x="6110560" y="3273059"/>
                  <a:pt x="6110101" y="3272599"/>
                  <a:pt x="6110101" y="3272599"/>
                </a:cubicBezTo>
                <a:lnTo>
                  <a:pt x="6105567" y="3264716"/>
                </a:lnTo>
                <a:cubicBezTo>
                  <a:pt x="6105436" y="3264455"/>
                  <a:pt x="6105567" y="3263863"/>
                  <a:pt x="6105567" y="3263863"/>
                </a:cubicBezTo>
                <a:lnTo>
                  <a:pt x="6110101" y="3255981"/>
                </a:lnTo>
                <a:cubicBezTo>
                  <a:pt x="6110296" y="3255719"/>
                  <a:pt x="6110888" y="3255521"/>
                  <a:pt x="6110888" y="3255521"/>
                </a:cubicBezTo>
                <a:close/>
                <a:moveTo>
                  <a:pt x="5856508" y="3255521"/>
                </a:moveTo>
                <a:lnTo>
                  <a:pt x="5865571" y="3255521"/>
                </a:lnTo>
                <a:cubicBezTo>
                  <a:pt x="5865900" y="3255521"/>
                  <a:pt x="5866359" y="3255981"/>
                  <a:pt x="5866359" y="3255981"/>
                </a:cubicBezTo>
                <a:lnTo>
                  <a:pt x="5870891" y="3263863"/>
                </a:lnTo>
                <a:cubicBezTo>
                  <a:pt x="5871023" y="3264126"/>
                  <a:pt x="5870891" y="3264716"/>
                  <a:pt x="5870891" y="3264716"/>
                </a:cubicBezTo>
                <a:lnTo>
                  <a:pt x="5866359" y="3272599"/>
                </a:lnTo>
                <a:cubicBezTo>
                  <a:pt x="5866163" y="3272862"/>
                  <a:pt x="5865571" y="3273059"/>
                  <a:pt x="5865571" y="3273059"/>
                </a:cubicBezTo>
                <a:lnTo>
                  <a:pt x="5856508" y="3273059"/>
                </a:lnTo>
                <a:cubicBezTo>
                  <a:pt x="5856178" y="3273059"/>
                  <a:pt x="5855720" y="3272599"/>
                  <a:pt x="5855720" y="3272599"/>
                </a:cubicBezTo>
                <a:lnTo>
                  <a:pt x="5851187" y="3264716"/>
                </a:lnTo>
                <a:cubicBezTo>
                  <a:pt x="5851055" y="3264455"/>
                  <a:pt x="5851187" y="3263863"/>
                  <a:pt x="5851187" y="3263863"/>
                </a:cubicBezTo>
                <a:lnTo>
                  <a:pt x="5855720" y="3255981"/>
                </a:lnTo>
                <a:cubicBezTo>
                  <a:pt x="5855916" y="3255719"/>
                  <a:pt x="5856508" y="3255521"/>
                  <a:pt x="5856508" y="3255521"/>
                </a:cubicBezTo>
                <a:close/>
                <a:moveTo>
                  <a:pt x="5602126" y="3255521"/>
                </a:moveTo>
                <a:lnTo>
                  <a:pt x="5611191" y="3255521"/>
                </a:lnTo>
                <a:cubicBezTo>
                  <a:pt x="5611519" y="3255521"/>
                  <a:pt x="5611979" y="3255981"/>
                  <a:pt x="5611979" y="3255981"/>
                </a:cubicBezTo>
                <a:lnTo>
                  <a:pt x="5616511" y="3263863"/>
                </a:lnTo>
                <a:cubicBezTo>
                  <a:pt x="5616642" y="3264126"/>
                  <a:pt x="5616511" y="3264716"/>
                  <a:pt x="5616511" y="3264716"/>
                </a:cubicBezTo>
                <a:lnTo>
                  <a:pt x="5611979" y="3272599"/>
                </a:lnTo>
                <a:cubicBezTo>
                  <a:pt x="5611782" y="3272862"/>
                  <a:pt x="5611191" y="3273059"/>
                  <a:pt x="5611191" y="3273059"/>
                </a:cubicBezTo>
                <a:lnTo>
                  <a:pt x="5602126" y="3273059"/>
                </a:lnTo>
                <a:cubicBezTo>
                  <a:pt x="5601798" y="3273059"/>
                  <a:pt x="5601338" y="3272599"/>
                  <a:pt x="5601338" y="3272599"/>
                </a:cubicBezTo>
                <a:lnTo>
                  <a:pt x="5596807" y="3264716"/>
                </a:lnTo>
                <a:cubicBezTo>
                  <a:pt x="5596675" y="3264455"/>
                  <a:pt x="5596807" y="3263863"/>
                  <a:pt x="5596807" y="3263863"/>
                </a:cubicBezTo>
                <a:lnTo>
                  <a:pt x="5601338" y="3255981"/>
                </a:lnTo>
                <a:cubicBezTo>
                  <a:pt x="5601536" y="3255719"/>
                  <a:pt x="5602126" y="3255521"/>
                  <a:pt x="5602126" y="3255521"/>
                </a:cubicBezTo>
                <a:close/>
                <a:moveTo>
                  <a:pt x="5347746" y="3255521"/>
                </a:moveTo>
                <a:lnTo>
                  <a:pt x="5356810" y="3255521"/>
                </a:lnTo>
                <a:cubicBezTo>
                  <a:pt x="5357138" y="3255521"/>
                  <a:pt x="5357598" y="3255981"/>
                  <a:pt x="5357598" y="3255981"/>
                </a:cubicBezTo>
                <a:lnTo>
                  <a:pt x="5362130" y="3263863"/>
                </a:lnTo>
                <a:cubicBezTo>
                  <a:pt x="5362261" y="3264126"/>
                  <a:pt x="5362130" y="3264716"/>
                  <a:pt x="5362130" y="3264716"/>
                </a:cubicBezTo>
                <a:lnTo>
                  <a:pt x="5357598" y="3272599"/>
                </a:lnTo>
                <a:cubicBezTo>
                  <a:pt x="5357401" y="3272862"/>
                  <a:pt x="5356810" y="3273059"/>
                  <a:pt x="5356810" y="3273059"/>
                </a:cubicBezTo>
                <a:lnTo>
                  <a:pt x="5347746" y="3273059"/>
                </a:lnTo>
                <a:cubicBezTo>
                  <a:pt x="5347418" y="3273059"/>
                  <a:pt x="5346958" y="3272599"/>
                  <a:pt x="5346958" y="3272599"/>
                </a:cubicBezTo>
                <a:lnTo>
                  <a:pt x="5342425" y="3264716"/>
                </a:lnTo>
                <a:cubicBezTo>
                  <a:pt x="5342295" y="3264455"/>
                  <a:pt x="5342425" y="3263863"/>
                  <a:pt x="5342425" y="3263863"/>
                </a:cubicBezTo>
                <a:lnTo>
                  <a:pt x="5346958" y="3255981"/>
                </a:lnTo>
                <a:cubicBezTo>
                  <a:pt x="5347154" y="3255719"/>
                  <a:pt x="5347746" y="3255521"/>
                  <a:pt x="5347746" y="3255521"/>
                </a:cubicBezTo>
                <a:close/>
                <a:moveTo>
                  <a:pt x="5093300" y="3255521"/>
                </a:moveTo>
                <a:lnTo>
                  <a:pt x="5102364" y="3255521"/>
                </a:lnTo>
                <a:cubicBezTo>
                  <a:pt x="5102693" y="3255521"/>
                  <a:pt x="5103153" y="3255981"/>
                  <a:pt x="5103153" y="3255981"/>
                </a:cubicBezTo>
                <a:lnTo>
                  <a:pt x="5107684" y="3263863"/>
                </a:lnTo>
                <a:cubicBezTo>
                  <a:pt x="5107815" y="3264126"/>
                  <a:pt x="5107684" y="3264716"/>
                  <a:pt x="5107684" y="3264716"/>
                </a:cubicBezTo>
                <a:lnTo>
                  <a:pt x="5103153" y="3272599"/>
                </a:lnTo>
                <a:cubicBezTo>
                  <a:pt x="5102955" y="3272862"/>
                  <a:pt x="5102364" y="3273059"/>
                  <a:pt x="5102364" y="3273059"/>
                </a:cubicBezTo>
                <a:lnTo>
                  <a:pt x="5093300" y="3273059"/>
                </a:lnTo>
                <a:cubicBezTo>
                  <a:pt x="5092972" y="3273059"/>
                  <a:pt x="5092512" y="3272599"/>
                  <a:pt x="5092512" y="3272599"/>
                </a:cubicBezTo>
                <a:lnTo>
                  <a:pt x="5087979" y="3264716"/>
                </a:lnTo>
                <a:cubicBezTo>
                  <a:pt x="5087848" y="3264455"/>
                  <a:pt x="5087979" y="3263863"/>
                  <a:pt x="5087979" y="3263863"/>
                </a:cubicBezTo>
                <a:lnTo>
                  <a:pt x="5092512" y="3255981"/>
                </a:lnTo>
                <a:cubicBezTo>
                  <a:pt x="5092708" y="3255719"/>
                  <a:pt x="5093300" y="3255521"/>
                  <a:pt x="5093300" y="3255521"/>
                </a:cubicBezTo>
                <a:close/>
                <a:moveTo>
                  <a:pt x="4838919" y="3255521"/>
                </a:moveTo>
                <a:lnTo>
                  <a:pt x="4847982" y="3255521"/>
                </a:lnTo>
                <a:cubicBezTo>
                  <a:pt x="4848311" y="3255521"/>
                  <a:pt x="4848772" y="3255981"/>
                  <a:pt x="4848772" y="3255981"/>
                </a:cubicBezTo>
                <a:lnTo>
                  <a:pt x="4853303" y="3263863"/>
                </a:lnTo>
                <a:cubicBezTo>
                  <a:pt x="4853435" y="3264126"/>
                  <a:pt x="4853303" y="3264716"/>
                  <a:pt x="4853303" y="3264716"/>
                </a:cubicBezTo>
                <a:lnTo>
                  <a:pt x="4848772" y="3272599"/>
                </a:lnTo>
                <a:cubicBezTo>
                  <a:pt x="4848575" y="3272862"/>
                  <a:pt x="4847982" y="3273059"/>
                  <a:pt x="4847982" y="3273059"/>
                </a:cubicBezTo>
                <a:lnTo>
                  <a:pt x="4838919" y="3273059"/>
                </a:lnTo>
                <a:cubicBezTo>
                  <a:pt x="4838590" y="3273059"/>
                  <a:pt x="4838132" y="3272599"/>
                  <a:pt x="4838132" y="3272599"/>
                </a:cubicBezTo>
                <a:lnTo>
                  <a:pt x="4833598" y="3264716"/>
                </a:lnTo>
                <a:cubicBezTo>
                  <a:pt x="4833467" y="3264455"/>
                  <a:pt x="4833598" y="3263863"/>
                  <a:pt x="4833598" y="3263863"/>
                </a:cubicBezTo>
                <a:lnTo>
                  <a:pt x="4838132" y="3255981"/>
                </a:lnTo>
                <a:cubicBezTo>
                  <a:pt x="4838328" y="3255719"/>
                  <a:pt x="4838919" y="3255521"/>
                  <a:pt x="4838919" y="3255521"/>
                </a:cubicBezTo>
                <a:close/>
                <a:moveTo>
                  <a:pt x="4584538" y="3255521"/>
                </a:moveTo>
                <a:lnTo>
                  <a:pt x="4593603" y="3255521"/>
                </a:lnTo>
                <a:cubicBezTo>
                  <a:pt x="4593932" y="3255521"/>
                  <a:pt x="4594390" y="3255981"/>
                  <a:pt x="4594390" y="3255981"/>
                </a:cubicBezTo>
                <a:lnTo>
                  <a:pt x="4598922" y="3263863"/>
                </a:lnTo>
                <a:cubicBezTo>
                  <a:pt x="4599054" y="3264126"/>
                  <a:pt x="4598922" y="3264716"/>
                  <a:pt x="4598922" y="3264716"/>
                </a:cubicBezTo>
                <a:lnTo>
                  <a:pt x="4594390" y="3272599"/>
                </a:lnTo>
                <a:cubicBezTo>
                  <a:pt x="4594193" y="3272862"/>
                  <a:pt x="4593603" y="3273059"/>
                  <a:pt x="4593603" y="3273059"/>
                </a:cubicBezTo>
                <a:lnTo>
                  <a:pt x="4584538" y="3273059"/>
                </a:lnTo>
                <a:cubicBezTo>
                  <a:pt x="4584210" y="3273059"/>
                  <a:pt x="4583749" y="3272599"/>
                  <a:pt x="4583749" y="3272599"/>
                </a:cubicBezTo>
                <a:lnTo>
                  <a:pt x="4579218" y="3264716"/>
                </a:lnTo>
                <a:cubicBezTo>
                  <a:pt x="4579087" y="3264455"/>
                  <a:pt x="4579218" y="3263863"/>
                  <a:pt x="4579218" y="3263863"/>
                </a:cubicBezTo>
                <a:lnTo>
                  <a:pt x="4583749" y="3255981"/>
                </a:lnTo>
                <a:cubicBezTo>
                  <a:pt x="4583948" y="3255719"/>
                  <a:pt x="4584538" y="3255521"/>
                  <a:pt x="4584538" y="3255521"/>
                </a:cubicBezTo>
                <a:close/>
                <a:moveTo>
                  <a:pt x="4330157" y="3255521"/>
                </a:moveTo>
                <a:lnTo>
                  <a:pt x="4339222" y="3255521"/>
                </a:lnTo>
                <a:cubicBezTo>
                  <a:pt x="4339550" y="3255521"/>
                  <a:pt x="4340010" y="3255981"/>
                  <a:pt x="4340010" y="3255981"/>
                </a:cubicBezTo>
                <a:lnTo>
                  <a:pt x="4344540" y="3263863"/>
                </a:lnTo>
                <a:cubicBezTo>
                  <a:pt x="4344672" y="3264126"/>
                  <a:pt x="4344540" y="3264716"/>
                  <a:pt x="4344540" y="3264716"/>
                </a:cubicBezTo>
                <a:lnTo>
                  <a:pt x="4340010" y="3272599"/>
                </a:lnTo>
                <a:cubicBezTo>
                  <a:pt x="4339812" y="3272862"/>
                  <a:pt x="4339222" y="3273059"/>
                  <a:pt x="4339222" y="3273059"/>
                </a:cubicBezTo>
                <a:lnTo>
                  <a:pt x="4330157" y="3273059"/>
                </a:lnTo>
                <a:cubicBezTo>
                  <a:pt x="4329829" y="3273059"/>
                  <a:pt x="4329369" y="3272599"/>
                  <a:pt x="4329369" y="3272599"/>
                </a:cubicBezTo>
                <a:lnTo>
                  <a:pt x="4324836" y="3264716"/>
                </a:lnTo>
                <a:cubicBezTo>
                  <a:pt x="4324706" y="3264455"/>
                  <a:pt x="4324836" y="3263863"/>
                  <a:pt x="4324836" y="3263863"/>
                </a:cubicBezTo>
                <a:lnTo>
                  <a:pt x="4329369" y="3255981"/>
                </a:lnTo>
                <a:cubicBezTo>
                  <a:pt x="4329565" y="3255719"/>
                  <a:pt x="4330157" y="3255521"/>
                  <a:pt x="4330157" y="3255521"/>
                </a:cubicBezTo>
                <a:close/>
                <a:moveTo>
                  <a:pt x="4075825" y="3255521"/>
                </a:moveTo>
                <a:lnTo>
                  <a:pt x="4084889" y="3255521"/>
                </a:lnTo>
                <a:cubicBezTo>
                  <a:pt x="4085217" y="3255521"/>
                  <a:pt x="4085677" y="3255981"/>
                  <a:pt x="4085677" y="3255981"/>
                </a:cubicBezTo>
                <a:lnTo>
                  <a:pt x="4090210" y="3263863"/>
                </a:lnTo>
                <a:cubicBezTo>
                  <a:pt x="4090341" y="3264126"/>
                  <a:pt x="4090210" y="3264716"/>
                  <a:pt x="4090210" y="3264716"/>
                </a:cubicBezTo>
                <a:lnTo>
                  <a:pt x="4085677" y="3272599"/>
                </a:lnTo>
                <a:cubicBezTo>
                  <a:pt x="4085479" y="3272862"/>
                  <a:pt x="4084889" y="3273059"/>
                  <a:pt x="4084889" y="3273059"/>
                </a:cubicBezTo>
                <a:lnTo>
                  <a:pt x="4075825" y="3273059"/>
                </a:lnTo>
                <a:cubicBezTo>
                  <a:pt x="4075499" y="3273059"/>
                  <a:pt x="4075038" y="3272599"/>
                  <a:pt x="4075038" y="3272599"/>
                </a:cubicBezTo>
                <a:lnTo>
                  <a:pt x="4070503" y="3264716"/>
                </a:lnTo>
                <a:cubicBezTo>
                  <a:pt x="4070372" y="3264455"/>
                  <a:pt x="4070503" y="3263863"/>
                  <a:pt x="4070503" y="3263863"/>
                </a:cubicBezTo>
                <a:lnTo>
                  <a:pt x="4075038" y="3255981"/>
                </a:lnTo>
                <a:cubicBezTo>
                  <a:pt x="4075234" y="3255719"/>
                  <a:pt x="4075825" y="3255521"/>
                  <a:pt x="4075825" y="3255521"/>
                </a:cubicBezTo>
                <a:close/>
                <a:moveTo>
                  <a:pt x="3821617" y="3255521"/>
                </a:moveTo>
                <a:lnTo>
                  <a:pt x="3830678" y="3255521"/>
                </a:lnTo>
                <a:cubicBezTo>
                  <a:pt x="3831006" y="3255521"/>
                  <a:pt x="3831467" y="3255981"/>
                  <a:pt x="3831467" y="3255981"/>
                </a:cubicBezTo>
                <a:lnTo>
                  <a:pt x="3836001" y="3263863"/>
                </a:lnTo>
                <a:cubicBezTo>
                  <a:pt x="3836134" y="3264126"/>
                  <a:pt x="3836001" y="3264716"/>
                  <a:pt x="3836001" y="3264716"/>
                </a:cubicBezTo>
                <a:lnTo>
                  <a:pt x="3831467" y="3272599"/>
                </a:lnTo>
                <a:cubicBezTo>
                  <a:pt x="3831271" y="3272862"/>
                  <a:pt x="3830678" y="3273059"/>
                  <a:pt x="3830678" y="3273059"/>
                </a:cubicBezTo>
                <a:lnTo>
                  <a:pt x="3821617" y="3273059"/>
                </a:lnTo>
                <a:cubicBezTo>
                  <a:pt x="3821286" y="3273059"/>
                  <a:pt x="3820826" y="3272599"/>
                  <a:pt x="3820826" y="3272599"/>
                </a:cubicBezTo>
                <a:lnTo>
                  <a:pt x="3816294" y="3264716"/>
                </a:lnTo>
                <a:cubicBezTo>
                  <a:pt x="3816163" y="3264455"/>
                  <a:pt x="3816294" y="3263863"/>
                  <a:pt x="3816294" y="3263863"/>
                </a:cubicBezTo>
                <a:lnTo>
                  <a:pt x="3820826" y="3255981"/>
                </a:lnTo>
                <a:cubicBezTo>
                  <a:pt x="3821024" y="3255719"/>
                  <a:pt x="3821617" y="3255521"/>
                  <a:pt x="3821617" y="3255521"/>
                </a:cubicBezTo>
                <a:close/>
                <a:moveTo>
                  <a:pt x="3566958" y="3255521"/>
                </a:moveTo>
                <a:lnTo>
                  <a:pt x="3576023" y="3255521"/>
                </a:lnTo>
                <a:cubicBezTo>
                  <a:pt x="3576351" y="3255521"/>
                  <a:pt x="3576811" y="3255981"/>
                  <a:pt x="3576811" y="3255981"/>
                </a:cubicBezTo>
                <a:lnTo>
                  <a:pt x="3581342" y="3263863"/>
                </a:lnTo>
                <a:cubicBezTo>
                  <a:pt x="3581473" y="3264126"/>
                  <a:pt x="3581342" y="3264716"/>
                  <a:pt x="3581342" y="3264716"/>
                </a:cubicBezTo>
                <a:lnTo>
                  <a:pt x="3576811" y="3272599"/>
                </a:lnTo>
                <a:cubicBezTo>
                  <a:pt x="3576614" y="3272862"/>
                  <a:pt x="3576023" y="3273059"/>
                  <a:pt x="3576023" y="3273059"/>
                </a:cubicBezTo>
                <a:lnTo>
                  <a:pt x="3566958" y="3273059"/>
                </a:lnTo>
                <a:cubicBezTo>
                  <a:pt x="3566630" y="3273059"/>
                  <a:pt x="3566170" y="3272599"/>
                  <a:pt x="3566170" y="3272599"/>
                </a:cubicBezTo>
                <a:lnTo>
                  <a:pt x="3561638" y="3264716"/>
                </a:lnTo>
                <a:cubicBezTo>
                  <a:pt x="3561507" y="3264455"/>
                  <a:pt x="3561638" y="3263863"/>
                  <a:pt x="3561638" y="3263863"/>
                </a:cubicBezTo>
                <a:lnTo>
                  <a:pt x="3566170" y="3255981"/>
                </a:lnTo>
                <a:cubicBezTo>
                  <a:pt x="3566367" y="3255719"/>
                  <a:pt x="3566958" y="3255521"/>
                  <a:pt x="3566958" y="3255521"/>
                </a:cubicBezTo>
                <a:close/>
                <a:moveTo>
                  <a:pt x="3312606" y="3255521"/>
                </a:moveTo>
                <a:lnTo>
                  <a:pt x="3321670" y="3255521"/>
                </a:lnTo>
                <a:cubicBezTo>
                  <a:pt x="3321998" y="3255521"/>
                  <a:pt x="3322458" y="3255981"/>
                  <a:pt x="3322458" y="3255981"/>
                </a:cubicBezTo>
                <a:lnTo>
                  <a:pt x="3326989" y="3263863"/>
                </a:lnTo>
                <a:cubicBezTo>
                  <a:pt x="3327121" y="3264126"/>
                  <a:pt x="3326989" y="3264716"/>
                  <a:pt x="3326989" y="3264716"/>
                </a:cubicBezTo>
                <a:lnTo>
                  <a:pt x="3322458" y="3272599"/>
                </a:lnTo>
                <a:cubicBezTo>
                  <a:pt x="3322261" y="3272862"/>
                  <a:pt x="3321670" y="3273059"/>
                  <a:pt x="3321670" y="3273059"/>
                </a:cubicBezTo>
                <a:lnTo>
                  <a:pt x="3312606" y="3273059"/>
                </a:lnTo>
                <a:cubicBezTo>
                  <a:pt x="3312276" y="3273059"/>
                  <a:pt x="3311818" y="3272599"/>
                  <a:pt x="3311818" y="3272599"/>
                </a:cubicBezTo>
                <a:lnTo>
                  <a:pt x="3307285" y="3264716"/>
                </a:lnTo>
                <a:cubicBezTo>
                  <a:pt x="3307154" y="3264455"/>
                  <a:pt x="3307285" y="3263863"/>
                  <a:pt x="3307285" y="3263863"/>
                </a:cubicBezTo>
                <a:lnTo>
                  <a:pt x="3311818" y="3255981"/>
                </a:lnTo>
                <a:cubicBezTo>
                  <a:pt x="3312014" y="3255719"/>
                  <a:pt x="3312606" y="3255521"/>
                  <a:pt x="3312606" y="3255521"/>
                </a:cubicBezTo>
                <a:close/>
                <a:moveTo>
                  <a:pt x="3058220" y="3255521"/>
                </a:moveTo>
                <a:lnTo>
                  <a:pt x="3067285" y="3255521"/>
                </a:lnTo>
                <a:cubicBezTo>
                  <a:pt x="3067613" y="3255521"/>
                  <a:pt x="3068072" y="3255981"/>
                  <a:pt x="3068072" y="3255981"/>
                </a:cubicBezTo>
                <a:lnTo>
                  <a:pt x="3072604" y="3263863"/>
                </a:lnTo>
                <a:cubicBezTo>
                  <a:pt x="3072736" y="3264126"/>
                  <a:pt x="3072604" y="3264716"/>
                  <a:pt x="3072604" y="3264716"/>
                </a:cubicBezTo>
                <a:lnTo>
                  <a:pt x="3068072" y="3272599"/>
                </a:lnTo>
                <a:cubicBezTo>
                  <a:pt x="3067876" y="3272862"/>
                  <a:pt x="3067285" y="3273059"/>
                  <a:pt x="3067285" y="3273059"/>
                </a:cubicBezTo>
                <a:lnTo>
                  <a:pt x="3058220" y="3273059"/>
                </a:lnTo>
                <a:cubicBezTo>
                  <a:pt x="3057891" y="3273059"/>
                  <a:pt x="3057432" y="3272599"/>
                  <a:pt x="3057432" y="3272599"/>
                </a:cubicBezTo>
                <a:lnTo>
                  <a:pt x="3052900" y="3264716"/>
                </a:lnTo>
                <a:cubicBezTo>
                  <a:pt x="3052768" y="3264455"/>
                  <a:pt x="3052900" y="3263863"/>
                  <a:pt x="3052900" y="3263863"/>
                </a:cubicBezTo>
                <a:lnTo>
                  <a:pt x="3057432" y="3255981"/>
                </a:lnTo>
                <a:cubicBezTo>
                  <a:pt x="3057631" y="3255719"/>
                  <a:pt x="3058220" y="3255521"/>
                  <a:pt x="3058220" y="3255521"/>
                </a:cubicBezTo>
                <a:close/>
                <a:moveTo>
                  <a:pt x="2803911" y="3255521"/>
                </a:moveTo>
                <a:lnTo>
                  <a:pt x="2812976" y="3255521"/>
                </a:lnTo>
                <a:cubicBezTo>
                  <a:pt x="2813304" y="3255521"/>
                  <a:pt x="2813764" y="3255981"/>
                  <a:pt x="2813764" y="3255981"/>
                </a:cubicBezTo>
                <a:lnTo>
                  <a:pt x="2818296" y="3263863"/>
                </a:lnTo>
                <a:cubicBezTo>
                  <a:pt x="2818428" y="3264126"/>
                  <a:pt x="2818296" y="3264716"/>
                  <a:pt x="2818296" y="3264716"/>
                </a:cubicBezTo>
                <a:lnTo>
                  <a:pt x="2813764" y="3272599"/>
                </a:lnTo>
                <a:cubicBezTo>
                  <a:pt x="2813567" y="3272862"/>
                  <a:pt x="2812976" y="3273059"/>
                  <a:pt x="2812976" y="3273059"/>
                </a:cubicBezTo>
                <a:lnTo>
                  <a:pt x="2803911" y="3273059"/>
                </a:lnTo>
                <a:cubicBezTo>
                  <a:pt x="2803583" y="3273059"/>
                  <a:pt x="2803123" y="3272599"/>
                  <a:pt x="2803123" y="3272599"/>
                </a:cubicBezTo>
                <a:lnTo>
                  <a:pt x="2798591" y="3264716"/>
                </a:lnTo>
                <a:cubicBezTo>
                  <a:pt x="2798460" y="3264455"/>
                  <a:pt x="2798591" y="3263863"/>
                  <a:pt x="2798591" y="3263863"/>
                </a:cubicBezTo>
                <a:lnTo>
                  <a:pt x="2803123" y="3255981"/>
                </a:lnTo>
                <a:cubicBezTo>
                  <a:pt x="2803320" y="3255719"/>
                  <a:pt x="2803911" y="3255521"/>
                  <a:pt x="2803911" y="3255521"/>
                </a:cubicBezTo>
                <a:close/>
                <a:moveTo>
                  <a:pt x="2549529" y="3255521"/>
                </a:moveTo>
                <a:lnTo>
                  <a:pt x="2558594" y="3255521"/>
                </a:lnTo>
                <a:cubicBezTo>
                  <a:pt x="2558923" y="3255521"/>
                  <a:pt x="2559382" y="3255981"/>
                  <a:pt x="2559382" y="3255981"/>
                </a:cubicBezTo>
                <a:lnTo>
                  <a:pt x="2563914" y="3263863"/>
                </a:lnTo>
                <a:cubicBezTo>
                  <a:pt x="2564046" y="3264126"/>
                  <a:pt x="2563914" y="3264716"/>
                  <a:pt x="2563914" y="3264716"/>
                </a:cubicBezTo>
                <a:lnTo>
                  <a:pt x="2559382" y="3272599"/>
                </a:lnTo>
                <a:cubicBezTo>
                  <a:pt x="2559185" y="3272862"/>
                  <a:pt x="2558594" y="3273059"/>
                  <a:pt x="2558594" y="3273059"/>
                </a:cubicBezTo>
                <a:lnTo>
                  <a:pt x="2549529" y="3273059"/>
                </a:lnTo>
                <a:cubicBezTo>
                  <a:pt x="2549201" y="3273059"/>
                  <a:pt x="2548740" y="3272599"/>
                  <a:pt x="2548740" y="3272599"/>
                </a:cubicBezTo>
                <a:lnTo>
                  <a:pt x="2544210" y="3264716"/>
                </a:lnTo>
                <a:cubicBezTo>
                  <a:pt x="2544078" y="3264455"/>
                  <a:pt x="2544210" y="3263863"/>
                  <a:pt x="2544210" y="3263863"/>
                </a:cubicBezTo>
                <a:lnTo>
                  <a:pt x="2548740" y="3255981"/>
                </a:lnTo>
                <a:cubicBezTo>
                  <a:pt x="2548937" y="3255719"/>
                  <a:pt x="2549529" y="3255521"/>
                  <a:pt x="2549529" y="3255521"/>
                </a:cubicBezTo>
                <a:close/>
                <a:moveTo>
                  <a:pt x="2295036" y="3255521"/>
                </a:moveTo>
                <a:lnTo>
                  <a:pt x="2304101" y="3255521"/>
                </a:lnTo>
                <a:cubicBezTo>
                  <a:pt x="2304429" y="3255521"/>
                  <a:pt x="2304889" y="3255981"/>
                  <a:pt x="2304889" y="3255981"/>
                </a:cubicBezTo>
                <a:lnTo>
                  <a:pt x="2309419" y="3263863"/>
                </a:lnTo>
                <a:cubicBezTo>
                  <a:pt x="2309551" y="3264126"/>
                  <a:pt x="2309419" y="3264716"/>
                  <a:pt x="2309419" y="3264716"/>
                </a:cubicBezTo>
                <a:lnTo>
                  <a:pt x="2304889" y="3272599"/>
                </a:lnTo>
                <a:cubicBezTo>
                  <a:pt x="2304692" y="3272862"/>
                  <a:pt x="2304101" y="3273059"/>
                  <a:pt x="2304101" y="3273059"/>
                </a:cubicBezTo>
                <a:lnTo>
                  <a:pt x="2295036" y="3273059"/>
                </a:lnTo>
                <a:cubicBezTo>
                  <a:pt x="2294709" y="3273059"/>
                  <a:pt x="2294247" y="3272599"/>
                  <a:pt x="2294247" y="3272599"/>
                </a:cubicBezTo>
                <a:lnTo>
                  <a:pt x="2289716" y="3264716"/>
                </a:lnTo>
                <a:cubicBezTo>
                  <a:pt x="2289585" y="3264455"/>
                  <a:pt x="2289716" y="3263863"/>
                  <a:pt x="2289716" y="3263863"/>
                </a:cubicBezTo>
                <a:lnTo>
                  <a:pt x="2294247" y="3255981"/>
                </a:lnTo>
                <a:cubicBezTo>
                  <a:pt x="2294444" y="3255719"/>
                  <a:pt x="2295036" y="3255521"/>
                  <a:pt x="2295036" y="3255521"/>
                </a:cubicBezTo>
                <a:close/>
                <a:moveTo>
                  <a:pt x="2040652" y="3255521"/>
                </a:moveTo>
                <a:lnTo>
                  <a:pt x="2049716" y="3255521"/>
                </a:lnTo>
                <a:cubicBezTo>
                  <a:pt x="2050044" y="3255521"/>
                  <a:pt x="2050504" y="3255981"/>
                  <a:pt x="2050504" y="3255981"/>
                </a:cubicBezTo>
                <a:lnTo>
                  <a:pt x="2055037" y="3263863"/>
                </a:lnTo>
                <a:cubicBezTo>
                  <a:pt x="2055168" y="3264126"/>
                  <a:pt x="2055037" y="3264716"/>
                  <a:pt x="2055037" y="3264716"/>
                </a:cubicBezTo>
                <a:lnTo>
                  <a:pt x="2050504" y="3272599"/>
                </a:lnTo>
                <a:cubicBezTo>
                  <a:pt x="2050307" y="3272862"/>
                  <a:pt x="2049716" y="3273059"/>
                  <a:pt x="2049716" y="3273059"/>
                </a:cubicBezTo>
                <a:lnTo>
                  <a:pt x="2040652" y="3273059"/>
                </a:lnTo>
                <a:cubicBezTo>
                  <a:pt x="2040323" y="3273059"/>
                  <a:pt x="2039864" y="3272599"/>
                  <a:pt x="2039864" y="3272599"/>
                </a:cubicBezTo>
                <a:lnTo>
                  <a:pt x="2035330" y="3264716"/>
                </a:lnTo>
                <a:cubicBezTo>
                  <a:pt x="2035199" y="3264455"/>
                  <a:pt x="2035330" y="3263863"/>
                  <a:pt x="2035330" y="3263863"/>
                </a:cubicBezTo>
                <a:lnTo>
                  <a:pt x="2039864" y="3255981"/>
                </a:lnTo>
                <a:cubicBezTo>
                  <a:pt x="2040061" y="3255719"/>
                  <a:pt x="2040652" y="3255521"/>
                  <a:pt x="2040652" y="3255521"/>
                </a:cubicBezTo>
                <a:close/>
                <a:moveTo>
                  <a:pt x="1786338" y="3255521"/>
                </a:moveTo>
                <a:lnTo>
                  <a:pt x="1795401" y="3255521"/>
                </a:lnTo>
                <a:cubicBezTo>
                  <a:pt x="1795729" y="3255521"/>
                  <a:pt x="1796189" y="3255981"/>
                  <a:pt x="1796189" y="3255981"/>
                </a:cubicBezTo>
                <a:lnTo>
                  <a:pt x="1800721" y="3263863"/>
                </a:lnTo>
                <a:cubicBezTo>
                  <a:pt x="1800852" y="3264126"/>
                  <a:pt x="1800721" y="3264716"/>
                  <a:pt x="1800721" y="3264716"/>
                </a:cubicBezTo>
                <a:lnTo>
                  <a:pt x="1796189" y="3272599"/>
                </a:lnTo>
                <a:cubicBezTo>
                  <a:pt x="1795993" y="3272862"/>
                  <a:pt x="1795401" y="3273059"/>
                  <a:pt x="1795401" y="3273059"/>
                </a:cubicBezTo>
                <a:lnTo>
                  <a:pt x="1786338" y="3273059"/>
                </a:lnTo>
                <a:cubicBezTo>
                  <a:pt x="1786010" y="3273059"/>
                  <a:pt x="1785549" y="3272599"/>
                  <a:pt x="1785549" y="3272599"/>
                </a:cubicBezTo>
                <a:lnTo>
                  <a:pt x="1781017" y="3264716"/>
                </a:lnTo>
                <a:cubicBezTo>
                  <a:pt x="1780886" y="3264455"/>
                  <a:pt x="1781017" y="3263863"/>
                  <a:pt x="1781017" y="3263863"/>
                </a:cubicBezTo>
                <a:lnTo>
                  <a:pt x="1785549" y="3255981"/>
                </a:lnTo>
                <a:cubicBezTo>
                  <a:pt x="1785746" y="3255719"/>
                  <a:pt x="1786338" y="3255521"/>
                  <a:pt x="1786338" y="3255521"/>
                </a:cubicBezTo>
                <a:close/>
                <a:moveTo>
                  <a:pt x="1531859" y="3255521"/>
                </a:moveTo>
                <a:lnTo>
                  <a:pt x="1540925" y="3255521"/>
                </a:lnTo>
                <a:cubicBezTo>
                  <a:pt x="1541252" y="3255521"/>
                  <a:pt x="1541711" y="3255981"/>
                  <a:pt x="1541711" y="3255981"/>
                </a:cubicBezTo>
                <a:lnTo>
                  <a:pt x="1546244" y="3263863"/>
                </a:lnTo>
                <a:cubicBezTo>
                  <a:pt x="1546376" y="3264126"/>
                  <a:pt x="1546244" y="3264716"/>
                  <a:pt x="1546244" y="3264716"/>
                </a:cubicBezTo>
                <a:lnTo>
                  <a:pt x="1541711" y="3272599"/>
                </a:lnTo>
                <a:cubicBezTo>
                  <a:pt x="1541515" y="3272862"/>
                  <a:pt x="1540925" y="3273059"/>
                  <a:pt x="1540925" y="3273059"/>
                </a:cubicBezTo>
                <a:lnTo>
                  <a:pt x="1531859" y="3273059"/>
                </a:lnTo>
                <a:cubicBezTo>
                  <a:pt x="1531532" y="3273059"/>
                  <a:pt x="1531072" y="3272599"/>
                  <a:pt x="1531072" y="3272599"/>
                </a:cubicBezTo>
                <a:lnTo>
                  <a:pt x="1526539" y="3264716"/>
                </a:lnTo>
                <a:cubicBezTo>
                  <a:pt x="1526408" y="3264455"/>
                  <a:pt x="1526539" y="3263863"/>
                  <a:pt x="1526539" y="3263863"/>
                </a:cubicBezTo>
                <a:lnTo>
                  <a:pt x="1531072" y="3255981"/>
                </a:lnTo>
                <a:cubicBezTo>
                  <a:pt x="1531268" y="3255719"/>
                  <a:pt x="1531859" y="3255521"/>
                  <a:pt x="1531859" y="3255521"/>
                </a:cubicBezTo>
                <a:close/>
                <a:moveTo>
                  <a:pt x="1277597" y="3255521"/>
                </a:moveTo>
                <a:lnTo>
                  <a:pt x="1286661" y="3255521"/>
                </a:lnTo>
                <a:cubicBezTo>
                  <a:pt x="1286993" y="3255521"/>
                  <a:pt x="1287450" y="3255981"/>
                  <a:pt x="1287450" y="3255981"/>
                </a:cubicBezTo>
                <a:lnTo>
                  <a:pt x="1291983" y="3263863"/>
                </a:lnTo>
                <a:cubicBezTo>
                  <a:pt x="1292115" y="3264126"/>
                  <a:pt x="1291983" y="3264716"/>
                  <a:pt x="1291983" y="3264716"/>
                </a:cubicBezTo>
                <a:lnTo>
                  <a:pt x="1287450" y="3272599"/>
                </a:lnTo>
                <a:cubicBezTo>
                  <a:pt x="1287253" y="3272862"/>
                  <a:pt x="1286661" y="3273059"/>
                  <a:pt x="1286661" y="3273059"/>
                </a:cubicBezTo>
                <a:lnTo>
                  <a:pt x="1277597" y="3273059"/>
                </a:lnTo>
                <a:cubicBezTo>
                  <a:pt x="1277269" y="3273059"/>
                  <a:pt x="1276808" y="3272599"/>
                  <a:pt x="1276808" y="3272599"/>
                </a:cubicBezTo>
                <a:lnTo>
                  <a:pt x="1272280" y="3264716"/>
                </a:lnTo>
                <a:cubicBezTo>
                  <a:pt x="1272147" y="3264455"/>
                  <a:pt x="1272280" y="3263863"/>
                  <a:pt x="1272280" y="3263863"/>
                </a:cubicBezTo>
                <a:lnTo>
                  <a:pt x="1276808" y="3255981"/>
                </a:lnTo>
                <a:cubicBezTo>
                  <a:pt x="1277007" y="3255719"/>
                  <a:pt x="1277597" y="3255521"/>
                  <a:pt x="1277597" y="3255521"/>
                </a:cubicBezTo>
                <a:close/>
                <a:moveTo>
                  <a:pt x="1023111" y="3255521"/>
                </a:moveTo>
                <a:lnTo>
                  <a:pt x="1032175" y="3255521"/>
                </a:lnTo>
                <a:cubicBezTo>
                  <a:pt x="1032504" y="3255521"/>
                  <a:pt x="1032964" y="3255981"/>
                  <a:pt x="1032964" y="3255981"/>
                </a:cubicBezTo>
                <a:lnTo>
                  <a:pt x="1037495" y="3263863"/>
                </a:lnTo>
                <a:cubicBezTo>
                  <a:pt x="1037626" y="3264126"/>
                  <a:pt x="1037495" y="3264716"/>
                  <a:pt x="1037495" y="3264716"/>
                </a:cubicBezTo>
                <a:lnTo>
                  <a:pt x="1032964" y="3272599"/>
                </a:lnTo>
                <a:cubicBezTo>
                  <a:pt x="1032767" y="3272862"/>
                  <a:pt x="1032175" y="3273059"/>
                  <a:pt x="1032175" y="3273059"/>
                </a:cubicBezTo>
                <a:lnTo>
                  <a:pt x="1023111" y="3273059"/>
                </a:lnTo>
                <a:cubicBezTo>
                  <a:pt x="1022781" y="3273059"/>
                  <a:pt x="1022323" y="3272599"/>
                  <a:pt x="1022323" y="3272599"/>
                </a:cubicBezTo>
                <a:lnTo>
                  <a:pt x="1017790" y="3264716"/>
                </a:lnTo>
                <a:cubicBezTo>
                  <a:pt x="1017660" y="3264455"/>
                  <a:pt x="1017790" y="3263863"/>
                  <a:pt x="1017790" y="3263863"/>
                </a:cubicBezTo>
                <a:lnTo>
                  <a:pt x="1022323" y="3255981"/>
                </a:lnTo>
                <a:cubicBezTo>
                  <a:pt x="1022521" y="3255719"/>
                  <a:pt x="1023111" y="3255521"/>
                  <a:pt x="1023111" y="3255521"/>
                </a:cubicBezTo>
                <a:close/>
                <a:moveTo>
                  <a:pt x="768688" y="3255521"/>
                </a:moveTo>
                <a:lnTo>
                  <a:pt x="777751" y="3255521"/>
                </a:lnTo>
                <a:cubicBezTo>
                  <a:pt x="778079" y="3255521"/>
                  <a:pt x="778539" y="3255981"/>
                  <a:pt x="778539" y="3255981"/>
                </a:cubicBezTo>
                <a:lnTo>
                  <a:pt x="783071" y="3263863"/>
                </a:lnTo>
                <a:cubicBezTo>
                  <a:pt x="783202" y="3264126"/>
                  <a:pt x="783071" y="3264716"/>
                  <a:pt x="783071" y="3264716"/>
                </a:cubicBezTo>
                <a:lnTo>
                  <a:pt x="778539" y="3272599"/>
                </a:lnTo>
                <a:cubicBezTo>
                  <a:pt x="778342" y="3272862"/>
                  <a:pt x="777751" y="3273059"/>
                  <a:pt x="777751" y="3273059"/>
                </a:cubicBezTo>
                <a:lnTo>
                  <a:pt x="768688" y="3273059"/>
                </a:lnTo>
                <a:cubicBezTo>
                  <a:pt x="768359" y="3273059"/>
                  <a:pt x="767899" y="3272599"/>
                  <a:pt x="767899" y="3272599"/>
                </a:cubicBezTo>
                <a:lnTo>
                  <a:pt x="763367" y="3264716"/>
                </a:lnTo>
                <a:cubicBezTo>
                  <a:pt x="763235" y="3264455"/>
                  <a:pt x="763367" y="3263863"/>
                  <a:pt x="763367" y="3263863"/>
                </a:cubicBezTo>
                <a:lnTo>
                  <a:pt x="767899" y="3255981"/>
                </a:lnTo>
                <a:cubicBezTo>
                  <a:pt x="768096" y="3255719"/>
                  <a:pt x="768688" y="3255521"/>
                  <a:pt x="768688" y="3255521"/>
                </a:cubicBezTo>
                <a:close/>
                <a:moveTo>
                  <a:pt x="514328" y="3255521"/>
                </a:moveTo>
                <a:lnTo>
                  <a:pt x="523391" y="3255521"/>
                </a:lnTo>
                <a:cubicBezTo>
                  <a:pt x="523720" y="3255521"/>
                  <a:pt x="524179" y="3255981"/>
                  <a:pt x="524179" y="3255981"/>
                </a:cubicBezTo>
                <a:lnTo>
                  <a:pt x="528711" y="3263863"/>
                </a:lnTo>
                <a:cubicBezTo>
                  <a:pt x="528843" y="3264126"/>
                  <a:pt x="528711" y="3264716"/>
                  <a:pt x="528711" y="3264716"/>
                </a:cubicBezTo>
                <a:lnTo>
                  <a:pt x="524179" y="3272599"/>
                </a:lnTo>
                <a:cubicBezTo>
                  <a:pt x="523982" y="3272862"/>
                  <a:pt x="523391" y="3273059"/>
                  <a:pt x="523391" y="3273059"/>
                </a:cubicBezTo>
                <a:lnTo>
                  <a:pt x="514328" y="3273059"/>
                </a:lnTo>
                <a:cubicBezTo>
                  <a:pt x="513998" y="3273059"/>
                  <a:pt x="513539" y="3272599"/>
                  <a:pt x="513539" y="3272599"/>
                </a:cubicBezTo>
                <a:lnTo>
                  <a:pt x="509007" y="3264716"/>
                </a:lnTo>
                <a:cubicBezTo>
                  <a:pt x="508875" y="3264455"/>
                  <a:pt x="509007" y="3263863"/>
                  <a:pt x="509007" y="3263863"/>
                </a:cubicBezTo>
                <a:lnTo>
                  <a:pt x="513539" y="3255981"/>
                </a:lnTo>
                <a:cubicBezTo>
                  <a:pt x="513737" y="3255719"/>
                  <a:pt x="514328" y="3255521"/>
                  <a:pt x="514328" y="3255521"/>
                </a:cubicBezTo>
                <a:close/>
                <a:moveTo>
                  <a:pt x="259813" y="3255521"/>
                </a:moveTo>
                <a:lnTo>
                  <a:pt x="268878" y="3255521"/>
                </a:lnTo>
                <a:cubicBezTo>
                  <a:pt x="269206" y="3255521"/>
                  <a:pt x="269666" y="3255981"/>
                  <a:pt x="269666" y="3255981"/>
                </a:cubicBezTo>
                <a:lnTo>
                  <a:pt x="274197" y="3263863"/>
                </a:lnTo>
                <a:cubicBezTo>
                  <a:pt x="274329" y="3264126"/>
                  <a:pt x="274197" y="3264716"/>
                  <a:pt x="274197" y="3264716"/>
                </a:cubicBezTo>
                <a:lnTo>
                  <a:pt x="269666" y="3272599"/>
                </a:lnTo>
                <a:cubicBezTo>
                  <a:pt x="269469" y="3272862"/>
                  <a:pt x="268878" y="3273059"/>
                  <a:pt x="268878" y="3273059"/>
                </a:cubicBezTo>
                <a:lnTo>
                  <a:pt x="259813" y="3273059"/>
                </a:lnTo>
                <a:cubicBezTo>
                  <a:pt x="259485" y="3273059"/>
                  <a:pt x="259025" y="3272599"/>
                  <a:pt x="259025" y="3272599"/>
                </a:cubicBezTo>
                <a:lnTo>
                  <a:pt x="254494" y="3264716"/>
                </a:lnTo>
                <a:cubicBezTo>
                  <a:pt x="254362" y="3264455"/>
                  <a:pt x="254494" y="3263863"/>
                  <a:pt x="254494" y="3263863"/>
                </a:cubicBezTo>
                <a:lnTo>
                  <a:pt x="259025" y="3255981"/>
                </a:lnTo>
                <a:cubicBezTo>
                  <a:pt x="259222" y="3255719"/>
                  <a:pt x="259813" y="3255521"/>
                  <a:pt x="259813" y="3255521"/>
                </a:cubicBezTo>
                <a:close/>
                <a:moveTo>
                  <a:pt x="5481" y="3255521"/>
                </a:moveTo>
                <a:lnTo>
                  <a:pt x="14545" y="3255521"/>
                </a:lnTo>
                <a:cubicBezTo>
                  <a:pt x="14873" y="3255521"/>
                  <a:pt x="15333" y="3255981"/>
                  <a:pt x="15333" y="3255981"/>
                </a:cubicBezTo>
                <a:lnTo>
                  <a:pt x="19864" y="3263863"/>
                </a:lnTo>
                <a:cubicBezTo>
                  <a:pt x="19996" y="3264126"/>
                  <a:pt x="19864" y="3264716"/>
                  <a:pt x="19864" y="3264716"/>
                </a:cubicBezTo>
                <a:lnTo>
                  <a:pt x="15333" y="3272599"/>
                </a:lnTo>
                <a:cubicBezTo>
                  <a:pt x="15136" y="3272862"/>
                  <a:pt x="14545" y="3273059"/>
                  <a:pt x="14545" y="3273059"/>
                </a:cubicBezTo>
                <a:lnTo>
                  <a:pt x="5481" y="3273059"/>
                </a:lnTo>
                <a:cubicBezTo>
                  <a:pt x="5151" y="3273059"/>
                  <a:pt x="4692" y="3272599"/>
                  <a:pt x="4692" y="3272599"/>
                </a:cubicBezTo>
                <a:lnTo>
                  <a:pt x="160" y="3264716"/>
                </a:lnTo>
                <a:cubicBezTo>
                  <a:pt x="28" y="3264455"/>
                  <a:pt x="160" y="3263863"/>
                  <a:pt x="160" y="3263863"/>
                </a:cubicBezTo>
                <a:lnTo>
                  <a:pt x="4692" y="3255981"/>
                </a:lnTo>
                <a:cubicBezTo>
                  <a:pt x="4889" y="3255719"/>
                  <a:pt x="5481" y="3255521"/>
                  <a:pt x="5481" y="3255521"/>
                </a:cubicBezTo>
                <a:close/>
                <a:moveTo>
                  <a:pt x="10435622" y="3038447"/>
                </a:moveTo>
                <a:lnTo>
                  <a:pt x="10444686" y="3038447"/>
                </a:lnTo>
                <a:cubicBezTo>
                  <a:pt x="10445015" y="3038447"/>
                  <a:pt x="10445474" y="3038907"/>
                  <a:pt x="10445474" y="3038907"/>
                </a:cubicBezTo>
                <a:lnTo>
                  <a:pt x="10450007" y="3046788"/>
                </a:lnTo>
                <a:cubicBezTo>
                  <a:pt x="10450138" y="3047051"/>
                  <a:pt x="10450007" y="3047642"/>
                  <a:pt x="10450007" y="3047642"/>
                </a:cubicBezTo>
                <a:lnTo>
                  <a:pt x="10445474" y="3055525"/>
                </a:lnTo>
                <a:cubicBezTo>
                  <a:pt x="10445278" y="3055787"/>
                  <a:pt x="10444686" y="3055984"/>
                  <a:pt x="10444686" y="3055984"/>
                </a:cubicBezTo>
                <a:lnTo>
                  <a:pt x="10435622" y="3055984"/>
                </a:lnTo>
                <a:cubicBezTo>
                  <a:pt x="10435295" y="3055984"/>
                  <a:pt x="10434834" y="3055525"/>
                  <a:pt x="10434834" y="3055525"/>
                </a:cubicBezTo>
                <a:lnTo>
                  <a:pt x="10430302" y="3047642"/>
                </a:lnTo>
                <a:cubicBezTo>
                  <a:pt x="10430171" y="3047381"/>
                  <a:pt x="10430302" y="3046788"/>
                  <a:pt x="10430302" y="3046788"/>
                </a:cubicBezTo>
                <a:lnTo>
                  <a:pt x="10434834" y="3038907"/>
                </a:lnTo>
                <a:cubicBezTo>
                  <a:pt x="10435031" y="3038644"/>
                  <a:pt x="10435622" y="3038447"/>
                  <a:pt x="10435622" y="3038447"/>
                </a:cubicBezTo>
                <a:close/>
                <a:moveTo>
                  <a:pt x="10181242" y="3038447"/>
                </a:moveTo>
                <a:lnTo>
                  <a:pt x="10190305" y="3038447"/>
                </a:lnTo>
                <a:cubicBezTo>
                  <a:pt x="10190635" y="3038447"/>
                  <a:pt x="10191093" y="3038907"/>
                  <a:pt x="10191093" y="3038907"/>
                </a:cubicBezTo>
                <a:lnTo>
                  <a:pt x="10195626" y="3046788"/>
                </a:lnTo>
                <a:cubicBezTo>
                  <a:pt x="10195758" y="3047051"/>
                  <a:pt x="10195626" y="3047642"/>
                  <a:pt x="10195626" y="3047642"/>
                </a:cubicBezTo>
                <a:lnTo>
                  <a:pt x="10191093" y="3055525"/>
                </a:lnTo>
                <a:cubicBezTo>
                  <a:pt x="10190896" y="3055787"/>
                  <a:pt x="10190305" y="3055984"/>
                  <a:pt x="10190305" y="3055984"/>
                </a:cubicBezTo>
                <a:lnTo>
                  <a:pt x="10181242" y="3055984"/>
                </a:lnTo>
                <a:cubicBezTo>
                  <a:pt x="10180914" y="3055984"/>
                  <a:pt x="10180453" y="3055525"/>
                  <a:pt x="10180453" y="3055525"/>
                </a:cubicBezTo>
                <a:lnTo>
                  <a:pt x="10175922" y="3047642"/>
                </a:lnTo>
                <a:cubicBezTo>
                  <a:pt x="10175790" y="3047381"/>
                  <a:pt x="10175922" y="3046788"/>
                  <a:pt x="10175922" y="3046788"/>
                </a:cubicBezTo>
                <a:lnTo>
                  <a:pt x="10180453" y="3038907"/>
                </a:lnTo>
                <a:cubicBezTo>
                  <a:pt x="10180650" y="3038644"/>
                  <a:pt x="10181242" y="3038447"/>
                  <a:pt x="10181242" y="3038447"/>
                </a:cubicBezTo>
                <a:close/>
                <a:moveTo>
                  <a:pt x="9926861" y="3038447"/>
                </a:moveTo>
                <a:lnTo>
                  <a:pt x="9935924" y="3038447"/>
                </a:lnTo>
                <a:cubicBezTo>
                  <a:pt x="9936254" y="3038447"/>
                  <a:pt x="9936713" y="3038907"/>
                  <a:pt x="9936713" y="3038907"/>
                </a:cubicBezTo>
                <a:lnTo>
                  <a:pt x="9941246" y="3046788"/>
                </a:lnTo>
                <a:cubicBezTo>
                  <a:pt x="9941376" y="3047051"/>
                  <a:pt x="9941246" y="3047642"/>
                  <a:pt x="9941246" y="3047642"/>
                </a:cubicBezTo>
                <a:lnTo>
                  <a:pt x="9936713" y="3055525"/>
                </a:lnTo>
                <a:cubicBezTo>
                  <a:pt x="9936516" y="3055787"/>
                  <a:pt x="9935924" y="3055984"/>
                  <a:pt x="9935924" y="3055984"/>
                </a:cubicBezTo>
                <a:lnTo>
                  <a:pt x="9926861" y="3055984"/>
                </a:lnTo>
                <a:cubicBezTo>
                  <a:pt x="9926532" y="3055984"/>
                  <a:pt x="9926073" y="3055525"/>
                  <a:pt x="9926073" y="3055525"/>
                </a:cubicBezTo>
                <a:lnTo>
                  <a:pt x="9921541" y="3047642"/>
                </a:lnTo>
                <a:cubicBezTo>
                  <a:pt x="9921410" y="3047381"/>
                  <a:pt x="9921541" y="3046788"/>
                  <a:pt x="9921541" y="3046788"/>
                </a:cubicBezTo>
                <a:lnTo>
                  <a:pt x="9926073" y="3038907"/>
                </a:lnTo>
                <a:cubicBezTo>
                  <a:pt x="9926270" y="3038644"/>
                  <a:pt x="9926861" y="3038447"/>
                  <a:pt x="9926861" y="3038447"/>
                </a:cubicBezTo>
                <a:close/>
                <a:moveTo>
                  <a:pt x="9672481" y="3038447"/>
                </a:moveTo>
                <a:lnTo>
                  <a:pt x="9681545" y="3038447"/>
                </a:lnTo>
                <a:cubicBezTo>
                  <a:pt x="9681872" y="3038447"/>
                  <a:pt x="9682333" y="3038907"/>
                  <a:pt x="9682333" y="3038907"/>
                </a:cubicBezTo>
                <a:lnTo>
                  <a:pt x="9686865" y="3046788"/>
                </a:lnTo>
                <a:cubicBezTo>
                  <a:pt x="9686996" y="3047051"/>
                  <a:pt x="9686865" y="3047642"/>
                  <a:pt x="9686865" y="3047642"/>
                </a:cubicBezTo>
                <a:lnTo>
                  <a:pt x="9682333" y="3055525"/>
                </a:lnTo>
                <a:cubicBezTo>
                  <a:pt x="9682136" y="3055787"/>
                  <a:pt x="9681545" y="3055984"/>
                  <a:pt x="9681545" y="3055984"/>
                </a:cubicBezTo>
                <a:lnTo>
                  <a:pt x="9672481" y="3055984"/>
                </a:lnTo>
                <a:cubicBezTo>
                  <a:pt x="9672152" y="3055984"/>
                  <a:pt x="9671693" y="3055525"/>
                  <a:pt x="9671693" y="3055525"/>
                </a:cubicBezTo>
                <a:lnTo>
                  <a:pt x="9667160" y="3047642"/>
                </a:lnTo>
                <a:cubicBezTo>
                  <a:pt x="9667030" y="3047381"/>
                  <a:pt x="9667160" y="3046788"/>
                  <a:pt x="9667160" y="3046788"/>
                </a:cubicBezTo>
                <a:lnTo>
                  <a:pt x="9671693" y="3038907"/>
                </a:lnTo>
                <a:cubicBezTo>
                  <a:pt x="9671890" y="3038644"/>
                  <a:pt x="9672481" y="3038447"/>
                  <a:pt x="9672481" y="3038447"/>
                </a:cubicBezTo>
                <a:close/>
                <a:moveTo>
                  <a:pt x="9418035" y="3038447"/>
                </a:moveTo>
                <a:lnTo>
                  <a:pt x="9427099" y="3038447"/>
                </a:lnTo>
                <a:cubicBezTo>
                  <a:pt x="9427427" y="3038447"/>
                  <a:pt x="9427887" y="3038907"/>
                  <a:pt x="9427887" y="3038907"/>
                </a:cubicBezTo>
                <a:lnTo>
                  <a:pt x="9432419" y="3046788"/>
                </a:lnTo>
                <a:cubicBezTo>
                  <a:pt x="9432550" y="3047051"/>
                  <a:pt x="9432419" y="3047642"/>
                  <a:pt x="9432419" y="3047642"/>
                </a:cubicBezTo>
                <a:lnTo>
                  <a:pt x="9427887" y="3055525"/>
                </a:lnTo>
                <a:cubicBezTo>
                  <a:pt x="9427690" y="3055787"/>
                  <a:pt x="9427099" y="3055984"/>
                  <a:pt x="9427099" y="3055984"/>
                </a:cubicBezTo>
                <a:lnTo>
                  <a:pt x="9418035" y="3055984"/>
                </a:lnTo>
                <a:cubicBezTo>
                  <a:pt x="9417707" y="3055984"/>
                  <a:pt x="9417247" y="3055525"/>
                  <a:pt x="9417247" y="3055525"/>
                </a:cubicBezTo>
                <a:lnTo>
                  <a:pt x="9412714" y="3047642"/>
                </a:lnTo>
                <a:cubicBezTo>
                  <a:pt x="9412583" y="3047381"/>
                  <a:pt x="9412714" y="3046788"/>
                  <a:pt x="9412714" y="3046788"/>
                </a:cubicBezTo>
                <a:lnTo>
                  <a:pt x="9417247" y="3038907"/>
                </a:lnTo>
                <a:cubicBezTo>
                  <a:pt x="9417444" y="3038644"/>
                  <a:pt x="9418035" y="3038447"/>
                  <a:pt x="9418035" y="3038447"/>
                </a:cubicBezTo>
                <a:close/>
                <a:moveTo>
                  <a:pt x="9163654" y="3038447"/>
                </a:moveTo>
                <a:lnTo>
                  <a:pt x="9172718" y="3038447"/>
                </a:lnTo>
                <a:cubicBezTo>
                  <a:pt x="9173046" y="3038447"/>
                  <a:pt x="9173506" y="3038907"/>
                  <a:pt x="9173506" y="3038907"/>
                </a:cubicBezTo>
                <a:lnTo>
                  <a:pt x="9178038" y="3046788"/>
                </a:lnTo>
                <a:cubicBezTo>
                  <a:pt x="9178169" y="3047051"/>
                  <a:pt x="9178038" y="3047642"/>
                  <a:pt x="9178038" y="3047642"/>
                </a:cubicBezTo>
                <a:lnTo>
                  <a:pt x="9173506" y="3055525"/>
                </a:lnTo>
                <a:cubicBezTo>
                  <a:pt x="9173309" y="3055787"/>
                  <a:pt x="9172718" y="3055984"/>
                  <a:pt x="9172718" y="3055984"/>
                </a:cubicBezTo>
                <a:lnTo>
                  <a:pt x="9163654" y="3055984"/>
                </a:lnTo>
                <a:cubicBezTo>
                  <a:pt x="9163326" y="3055984"/>
                  <a:pt x="9162866" y="3055525"/>
                  <a:pt x="9162866" y="3055525"/>
                </a:cubicBezTo>
                <a:lnTo>
                  <a:pt x="9158333" y="3047642"/>
                </a:lnTo>
                <a:cubicBezTo>
                  <a:pt x="9158202" y="3047381"/>
                  <a:pt x="9158333" y="3046788"/>
                  <a:pt x="9158333" y="3046788"/>
                </a:cubicBezTo>
                <a:lnTo>
                  <a:pt x="9162866" y="3038907"/>
                </a:lnTo>
                <a:cubicBezTo>
                  <a:pt x="9163062" y="3038644"/>
                  <a:pt x="9163654" y="3038447"/>
                  <a:pt x="9163654" y="3038447"/>
                </a:cubicBezTo>
                <a:close/>
                <a:moveTo>
                  <a:pt x="8909274" y="3038447"/>
                </a:moveTo>
                <a:lnTo>
                  <a:pt x="8918336" y="3038447"/>
                </a:lnTo>
                <a:cubicBezTo>
                  <a:pt x="8918666" y="3038447"/>
                  <a:pt x="8919125" y="3038907"/>
                  <a:pt x="8919125" y="3038907"/>
                </a:cubicBezTo>
                <a:lnTo>
                  <a:pt x="8923657" y="3046788"/>
                </a:lnTo>
                <a:cubicBezTo>
                  <a:pt x="8923789" y="3047051"/>
                  <a:pt x="8923657" y="3047642"/>
                  <a:pt x="8923657" y="3047642"/>
                </a:cubicBezTo>
                <a:lnTo>
                  <a:pt x="8919125" y="3055525"/>
                </a:lnTo>
                <a:cubicBezTo>
                  <a:pt x="8918928" y="3055787"/>
                  <a:pt x="8918336" y="3055984"/>
                  <a:pt x="8918336" y="3055984"/>
                </a:cubicBezTo>
                <a:lnTo>
                  <a:pt x="8909274" y="3055984"/>
                </a:lnTo>
                <a:cubicBezTo>
                  <a:pt x="8908945" y="3055984"/>
                  <a:pt x="8908484" y="3055525"/>
                  <a:pt x="8908484" y="3055525"/>
                </a:cubicBezTo>
                <a:lnTo>
                  <a:pt x="8903953" y="3047642"/>
                </a:lnTo>
                <a:cubicBezTo>
                  <a:pt x="8903821" y="3047381"/>
                  <a:pt x="8903953" y="3046788"/>
                  <a:pt x="8903953" y="3046788"/>
                </a:cubicBezTo>
                <a:lnTo>
                  <a:pt x="8908484" y="3038907"/>
                </a:lnTo>
                <a:cubicBezTo>
                  <a:pt x="8908681" y="3038644"/>
                  <a:pt x="8909274" y="3038447"/>
                  <a:pt x="8909274" y="3038447"/>
                </a:cubicBezTo>
                <a:close/>
                <a:moveTo>
                  <a:pt x="8654892" y="3038447"/>
                </a:moveTo>
                <a:lnTo>
                  <a:pt x="8663955" y="3038447"/>
                </a:lnTo>
                <a:cubicBezTo>
                  <a:pt x="8664285" y="3038447"/>
                  <a:pt x="8664744" y="3038907"/>
                  <a:pt x="8664744" y="3038907"/>
                </a:cubicBezTo>
                <a:lnTo>
                  <a:pt x="8669277" y="3046788"/>
                </a:lnTo>
                <a:cubicBezTo>
                  <a:pt x="8669408" y="3047051"/>
                  <a:pt x="8669277" y="3047642"/>
                  <a:pt x="8669277" y="3047642"/>
                </a:cubicBezTo>
                <a:lnTo>
                  <a:pt x="8664744" y="3055525"/>
                </a:lnTo>
                <a:cubicBezTo>
                  <a:pt x="8664548" y="3055787"/>
                  <a:pt x="8663955" y="3055984"/>
                  <a:pt x="8663955" y="3055984"/>
                </a:cubicBezTo>
                <a:lnTo>
                  <a:pt x="8654892" y="3055984"/>
                </a:lnTo>
                <a:cubicBezTo>
                  <a:pt x="8654565" y="3055984"/>
                  <a:pt x="8654104" y="3055525"/>
                  <a:pt x="8654104" y="3055525"/>
                </a:cubicBezTo>
                <a:lnTo>
                  <a:pt x="8649572" y="3047642"/>
                </a:lnTo>
                <a:cubicBezTo>
                  <a:pt x="8649441" y="3047381"/>
                  <a:pt x="8649572" y="3046788"/>
                  <a:pt x="8649572" y="3046788"/>
                </a:cubicBezTo>
                <a:lnTo>
                  <a:pt x="8654104" y="3038907"/>
                </a:lnTo>
                <a:cubicBezTo>
                  <a:pt x="8654301" y="3038644"/>
                  <a:pt x="8654892" y="3038447"/>
                  <a:pt x="8654892" y="3038447"/>
                </a:cubicBezTo>
                <a:close/>
                <a:moveTo>
                  <a:pt x="8400511" y="3038447"/>
                </a:moveTo>
                <a:lnTo>
                  <a:pt x="8409575" y="3038447"/>
                </a:lnTo>
                <a:cubicBezTo>
                  <a:pt x="8409904" y="3038447"/>
                  <a:pt x="8410363" y="3038907"/>
                  <a:pt x="8410363" y="3038907"/>
                </a:cubicBezTo>
                <a:lnTo>
                  <a:pt x="8414896" y="3046788"/>
                </a:lnTo>
                <a:cubicBezTo>
                  <a:pt x="8415027" y="3047051"/>
                  <a:pt x="8414896" y="3047642"/>
                  <a:pt x="8414896" y="3047642"/>
                </a:cubicBezTo>
                <a:lnTo>
                  <a:pt x="8410363" y="3055525"/>
                </a:lnTo>
                <a:cubicBezTo>
                  <a:pt x="8410166" y="3055787"/>
                  <a:pt x="8409575" y="3055984"/>
                  <a:pt x="8409575" y="3055984"/>
                </a:cubicBezTo>
                <a:lnTo>
                  <a:pt x="8400511" y="3055984"/>
                </a:lnTo>
                <a:cubicBezTo>
                  <a:pt x="8400184" y="3055984"/>
                  <a:pt x="8399723" y="3055525"/>
                  <a:pt x="8399723" y="3055525"/>
                </a:cubicBezTo>
                <a:lnTo>
                  <a:pt x="8395191" y="3047642"/>
                </a:lnTo>
                <a:cubicBezTo>
                  <a:pt x="8395060" y="3047381"/>
                  <a:pt x="8395191" y="3046788"/>
                  <a:pt x="8395191" y="3046788"/>
                </a:cubicBezTo>
                <a:lnTo>
                  <a:pt x="8399723" y="3038907"/>
                </a:lnTo>
                <a:cubicBezTo>
                  <a:pt x="8399920" y="3038644"/>
                  <a:pt x="8400511" y="3038447"/>
                  <a:pt x="8400511" y="3038447"/>
                </a:cubicBezTo>
                <a:close/>
                <a:moveTo>
                  <a:pt x="8146065" y="3038447"/>
                </a:moveTo>
                <a:lnTo>
                  <a:pt x="8155129" y="3038447"/>
                </a:lnTo>
                <a:cubicBezTo>
                  <a:pt x="8155458" y="3038447"/>
                  <a:pt x="8155917" y="3038907"/>
                  <a:pt x="8155917" y="3038907"/>
                </a:cubicBezTo>
                <a:lnTo>
                  <a:pt x="8160449" y="3046788"/>
                </a:lnTo>
                <a:cubicBezTo>
                  <a:pt x="8160580" y="3047051"/>
                  <a:pt x="8160449" y="3047642"/>
                  <a:pt x="8160449" y="3047642"/>
                </a:cubicBezTo>
                <a:lnTo>
                  <a:pt x="8155917" y="3055525"/>
                </a:lnTo>
                <a:cubicBezTo>
                  <a:pt x="8155719" y="3055787"/>
                  <a:pt x="8155129" y="3055984"/>
                  <a:pt x="8155129" y="3055984"/>
                </a:cubicBezTo>
                <a:lnTo>
                  <a:pt x="8146065" y="3055984"/>
                </a:lnTo>
                <a:cubicBezTo>
                  <a:pt x="8145737" y="3055984"/>
                  <a:pt x="8145277" y="3055525"/>
                  <a:pt x="8145277" y="3055525"/>
                </a:cubicBezTo>
                <a:lnTo>
                  <a:pt x="8140745" y="3047642"/>
                </a:lnTo>
                <a:cubicBezTo>
                  <a:pt x="8140613" y="3047381"/>
                  <a:pt x="8140745" y="3046788"/>
                  <a:pt x="8140745" y="3046788"/>
                </a:cubicBezTo>
                <a:lnTo>
                  <a:pt x="8145277" y="3038907"/>
                </a:lnTo>
                <a:cubicBezTo>
                  <a:pt x="8145474" y="3038644"/>
                  <a:pt x="8146065" y="3038447"/>
                  <a:pt x="8146065" y="3038447"/>
                </a:cubicBezTo>
                <a:close/>
                <a:moveTo>
                  <a:pt x="7891684" y="3038447"/>
                </a:moveTo>
                <a:lnTo>
                  <a:pt x="7900748" y="3038447"/>
                </a:lnTo>
                <a:cubicBezTo>
                  <a:pt x="7901076" y="3038447"/>
                  <a:pt x="7901536" y="3038907"/>
                  <a:pt x="7901536" y="3038907"/>
                </a:cubicBezTo>
                <a:lnTo>
                  <a:pt x="7906067" y="3046788"/>
                </a:lnTo>
                <a:cubicBezTo>
                  <a:pt x="7906199" y="3047051"/>
                  <a:pt x="7906067" y="3047642"/>
                  <a:pt x="7906067" y="3047642"/>
                </a:cubicBezTo>
                <a:lnTo>
                  <a:pt x="7901536" y="3055525"/>
                </a:lnTo>
                <a:cubicBezTo>
                  <a:pt x="7901339" y="3055787"/>
                  <a:pt x="7900748" y="3055984"/>
                  <a:pt x="7900748" y="3055984"/>
                </a:cubicBezTo>
                <a:lnTo>
                  <a:pt x="7891684" y="3055984"/>
                </a:lnTo>
                <a:cubicBezTo>
                  <a:pt x="7891355" y="3055984"/>
                  <a:pt x="7890896" y="3055525"/>
                  <a:pt x="7890896" y="3055525"/>
                </a:cubicBezTo>
                <a:lnTo>
                  <a:pt x="7886363" y="3047642"/>
                </a:lnTo>
                <a:cubicBezTo>
                  <a:pt x="7886233" y="3047381"/>
                  <a:pt x="7886363" y="3046788"/>
                  <a:pt x="7886363" y="3046788"/>
                </a:cubicBezTo>
                <a:lnTo>
                  <a:pt x="7890896" y="3038907"/>
                </a:lnTo>
                <a:cubicBezTo>
                  <a:pt x="7891093" y="3038644"/>
                  <a:pt x="7891684" y="3038447"/>
                  <a:pt x="7891684" y="3038447"/>
                </a:cubicBezTo>
                <a:close/>
                <a:moveTo>
                  <a:pt x="7637304" y="3038447"/>
                </a:moveTo>
                <a:lnTo>
                  <a:pt x="7646367" y="3038447"/>
                </a:lnTo>
                <a:cubicBezTo>
                  <a:pt x="7646696" y="3038447"/>
                  <a:pt x="7647156" y="3038907"/>
                  <a:pt x="7647156" y="3038907"/>
                </a:cubicBezTo>
                <a:lnTo>
                  <a:pt x="7651687" y="3046788"/>
                </a:lnTo>
                <a:cubicBezTo>
                  <a:pt x="7651819" y="3047051"/>
                  <a:pt x="7651687" y="3047642"/>
                  <a:pt x="7651687" y="3047642"/>
                </a:cubicBezTo>
                <a:lnTo>
                  <a:pt x="7647156" y="3055525"/>
                </a:lnTo>
                <a:cubicBezTo>
                  <a:pt x="7646958" y="3055787"/>
                  <a:pt x="7646367" y="3055984"/>
                  <a:pt x="7646367" y="3055984"/>
                </a:cubicBezTo>
                <a:lnTo>
                  <a:pt x="7637304" y="3055984"/>
                </a:lnTo>
                <a:cubicBezTo>
                  <a:pt x="7636975" y="3055984"/>
                  <a:pt x="7636516" y="3055525"/>
                  <a:pt x="7636516" y="3055525"/>
                </a:cubicBezTo>
                <a:lnTo>
                  <a:pt x="7631983" y="3047642"/>
                </a:lnTo>
                <a:cubicBezTo>
                  <a:pt x="7631851" y="3047381"/>
                  <a:pt x="7631983" y="3046788"/>
                  <a:pt x="7631983" y="3046788"/>
                </a:cubicBezTo>
                <a:lnTo>
                  <a:pt x="7636516" y="3038907"/>
                </a:lnTo>
                <a:cubicBezTo>
                  <a:pt x="7636713" y="3038644"/>
                  <a:pt x="7637304" y="3038447"/>
                  <a:pt x="7637304" y="3038447"/>
                </a:cubicBezTo>
                <a:close/>
                <a:moveTo>
                  <a:pt x="7382923" y="3038447"/>
                </a:moveTo>
                <a:lnTo>
                  <a:pt x="7391987" y="3038447"/>
                </a:lnTo>
                <a:cubicBezTo>
                  <a:pt x="7392315" y="3038447"/>
                  <a:pt x="7392775" y="3038907"/>
                  <a:pt x="7392775" y="3038907"/>
                </a:cubicBezTo>
                <a:lnTo>
                  <a:pt x="7397307" y="3046788"/>
                </a:lnTo>
                <a:cubicBezTo>
                  <a:pt x="7397438" y="3047051"/>
                  <a:pt x="7397307" y="3047642"/>
                  <a:pt x="7397307" y="3047642"/>
                </a:cubicBezTo>
                <a:lnTo>
                  <a:pt x="7392775" y="3055525"/>
                </a:lnTo>
                <a:cubicBezTo>
                  <a:pt x="7392578" y="3055787"/>
                  <a:pt x="7391987" y="3055984"/>
                  <a:pt x="7391987" y="3055984"/>
                </a:cubicBezTo>
                <a:lnTo>
                  <a:pt x="7382923" y="3055984"/>
                </a:lnTo>
                <a:cubicBezTo>
                  <a:pt x="7382595" y="3055984"/>
                  <a:pt x="7382135" y="3055525"/>
                  <a:pt x="7382135" y="3055525"/>
                </a:cubicBezTo>
                <a:lnTo>
                  <a:pt x="7377602" y="3047642"/>
                </a:lnTo>
                <a:cubicBezTo>
                  <a:pt x="7377471" y="3047381"/>
                  <a:pt x="7377602" y="3046788"/>
                  <a:pt x="7377602" y="3046788"/>
                </a:cubicBezTo>
                <a:lnTo>
                  <a:pt x="7382135" y="3038907"/>
                </a:lnTo>
                <a:cubicBezTo>
                  <a:pt x="7382331" y="3038644"/>
                  <a:pt x="7382923" y="3038447"/>
                  <a:pt x="7382923" y="3038447"/>
                </a:cubicBezTo>
                <a:close/>
                <a:moveTo>
                  <a:pt x="7128477" y="3038447"/>
                </a:moveTo>
                <a:lnTo>
                  <a:pt x="7137540" y="3038447"/>
                </a:lnTo>
                <a:cubicBezTo>
                  <a:pt x="7137869" y="3038447"/>
                  <a:pt x="7138328" y="3038907"/>
                  <a:pt x="7138328" y="3038907"/>
                </a:cubicBezTo>
                <a:lnTo>
                  <a:pt x="7142860" y="3046788"/>
                </a:lnTo>
                <a:cubicBezTo>
                  <a:pt x="7142992" y="3047051"/>
                  <a:pt x="7142860" y="3047642"/>
                  <a:pt x="7142860" y="3047642"/>
                </a:cubicBezTo>
                <a:lnTo>
                  <a:pt x="7138328" y="3055525"/>
                </a:lnTo>
                <a:cubicBezTo>
                  <a:pt x="7138131" y="3055787"/>
                  <a:pt x="7137540" y="3055984"/>
                  <a:pt x="7137540" y="3055984"/>
                </a:cubicBezTo>
                <a:lnTo>
                  <a:pt x="7128477" y="3055984"/>
                </a:lnTo>
                <a:cubicBezTo>
                  <a:pt x="7128148" y="3055984"/>
                  <a:pt x="7127689" y="3055525"/>
                  <a:pt x="7127689" y="3055525"/>
                </a:cubicBezTo>
                <a:lnTo>
                  <a:pt x="7123156" y="3047642"/>
                </a:lnTo>
                <a:cubicBezTo>
                  <a:pt x="7123024" y="3047381"/>
                  <a:pt x="7123156" y="3046788"/>
                  <a:pt x="7123156" y="3046788"/>
                </a:cubicBezTo>
                <a:lnTo>
                  <a:pt x="7127689" y="3038907"/>
                </a:lnTo>
                <a:cubicBezTo>
                  <a:pt x="7127885" y="3038644"/>
                  <a:pt x="7128477" y="3038447"/>
                  <a:pt x="7128477" y="3038447"/>
                </a:cubicBezTo>
                <a:close/>
                <a:moveTo>
                  <a:pt x="6874095" y="3038447"/>
                </a:moveTo>
                <a:lnTo>
                  <a:pt x="6883159" y="3038447"/>
                </a:lnTo>
                <a:cubicBezTo>
                  <a:pt x="6883488" y="3038447"/>
                  <a:pt x="6883947" y="3038907"/>
                  <a:pt x="6883947" y="3038907"/>
                </a:cubicBezTo>
                <a:lnTo>
                  <a:pt x="6888480" y="3046788"/>
                </a:lnTo>
                <a:cubicBezTo>
                  <a:pt x="6888611" y="3047051"/>
                  <a:pt x="6888480" y="3047642"/>
                  <a:pt x="6888480" y="3047642"/>
                </a:cubicBezTo>
                <a:lnTo>
                  <a:pt x="6883947" y="3055525"/>
                </a:lnTo>
                <a:cubicBezTo>
                  <a:pt x="6883751" y="3055787"/>
                  <a:pt x="6883159" y="3055984"/>
                  <a:pt x="6883159" y="3055984"/>
                </a:cubicBezTo>
                <a:lnTo>
                  <a:pt x="6874095" y="3055984"/>
                </a:lnTo>
                <a:cubicBezTo>
                  <a:pt x="6873768" y="3055984"/>
                  <a:pt x="6873307" y="3055525"/>
                  <a:pt x="6873307" y="3055525"/>
                </a:cubicBezTo>
                <a:lnTo>
                  <a:pt x="6868775" y="3047642"/>
                </a:lnTo>
                <a:cubicBezTo>
                  <a:pt x="6868644" y="3047381"/>
                  <a:pt x="6868775" y="3046788"/>
                  <a:pt x="6868775" y="3046788"/>
                </a:cubicBezTo>
                <a:lnTo>
                  <a:pt x="6873307" y="3038907"/>
                </a:lnTo>
                <a:cubicBezTo>
                  <a:pt x="6873504" y="3038644"/>
                  <a:pt x="6874095" y="3038447"/>
                  <a:pt x="6874095" y="3038447"/>
                </a:cubicBezTo>
                <a:close/>
                <a:moveTo>
                  <a:pt x="6619714" y="3038447"/>
                </a:moveTo>
                <a:lnTo>
                  <a:pt x="6628778" y="3038447"/>
                </a:lnTo>
                <a:cubicBezTo>
                  <a:pt x="6629107" y="3038447"/>
                  <a:pt x="6629566" y="3038907"/>
                  <a:pt x="6629566" y="3038907"/>
                </a:cubicBezTo>
                <a:lnTo>
                  <a:pt x="6634099" y="3046788"/>
                </a:lnTo>
                <a:cubicBezTo>
                  <a:pt x="6634230" y="3047051"/>
                  <a:pt x="6634099" y="3047642"/>
                  <a:pt x="6634099" y="3047642"/>
                </a:cubicBezTo>
                <a:lnTo>
                  <a:pt x="6629566" y="3055525"/>
                </a:lnTo>
                <a:cubicBezTo>
                  <a:pt x="6629369" y="3055787"/>
                  <a:pt x="6628778" y="3055984"/>
                  <a:pt x="6628778" y="3055984"/>
                </a:cubicBezTo>
                <a:lnTo>
                  <a:pt x="6619714" y="3055984"/>
                </a:lnTo>
                <a:cubicBezTo>
                  <a:pt x="6619387" y="3055984"/>
                  <a:pt x="6618926" y="3055525"/>
                  <a:pt x="6618926" y="3055525"/>
                </a:cubicBezTo>
                <a:lnTo>
                  <a:pt x="6614394" y="3047642"/>
                </a:lnTo>
                <a:cubicBezTo>
                  <a:pt x="6614263" y="3047381"/>
                  <a:pt x="6614394" y="3046788"/>
                  <a:pt x="6614394" y="3046788"/>
                </a:cubicBezTo>
                <a:lnTo>
                  <a:pt x="6618926" y="3038907"/>
                </a:lnTo>
                <a:cubicBezTo>
                  <a:pt x="6619123" y="3038644"/>
                  <a:pt x="6619714" y="3038447"/>
                  <a:pt x="6619714" y="3038447"/>
                </a:cubicBezTo>
                <a:close/>
                <a:moveTo>
                  <a:pt x="6365334" y="3038447"/>
                </a:moveTo>
                <a:lnTo>
                  <a:pt x="6374397" y="3038447"/>
                </a:lnTo>
                <a:cubicBezTo>
                  <a:pt x="6374727" y="3038447"/>
                  <a:pt x="6375186" y="3038907"/>
                  <a:pt x="6375186" y="3038907"/>
                </a:cubicBezTo>
                <a:lnTo>
                  <a:pt x="6379718" y="3046788"/>
                </a:lnTo>
                <a:cubicBezTo>
                  <a:pt x="6379849" y="3047051"/>
                  <a:pt x="6379718" y="3047642"/>
                  <a:pt x="6379718" y="3047642"/>
                </a:cubicBezTo>
                <a:lnTo>
                  <a:pt x="6375186" y="3055525"/>
                </a:lnTo>
                <a:cubicBezTo>
                  <a:pt x="6374988" y="3055787"/>
                  <a:pt x="6374397" y="3055984"/>
                  <a:pt x="6374397" y="3055984"/>
                </a:cubicBezTo>
                <a:lnTo>
                  <a:pt x="6365334" y="3055984"/>
                </a:lnTo>
                <a:cubicBezTo>
                  <a:pt x="6365005" y="3055984"/>
                  <a:pt x="6364546" y="3055525"/>
                  <a:pt x="6364546" y="3055525"/>
                </a:cubicBezTo>
                <a:lnTo>
                  <a:pt x="6360014" y="3047642"/>
                </a:lnTo>
                <a:cubicBezTo>
                  <a:pt x="6359882" y="3047381"/>
                  <a:pt x="6360014" y="3046788"/>
                  <a:pt x="6360014" y="3046788"/>
                </a:cubicBezTo>
                <a:lnTo>
                  <a:pt x="6364546" y="3038907"/>
                </a:lnTo>
                <a:cubicBezTo>
                  <a:pt x="6364743" y="3038644"/>
                  <a:pt x="6365334" y="3038447"/>
                  <a:pt x="6365334" y="3038447"/>
                </a:cubicBezTo>
                <a:close/>
                <a:moveTo>
                  <a:pt x="6110888" y="3038447"/>
                </a:moveTo>
                <a:lnTo>
                  <a:pt x="6119953" y="3038447"/>
                </a:lnTo>
                <a:cubicBezTo>
                  <a:pt x="6120280" y="3038447"/>
                  <a:pt x="6120740" y="3038907"/>
                  <a:pt x="6120740" y="3038907"/>
                </a:cubicBezTo>
                <a:lnTo>
                  <a:pt x="6125272" y="3046788"/>
                </a:lnTo>
                <a:cubicBezTo>
                  <a:pt x="6125403" y="3047051"/>
                  <a:pt x="6125272" y="3047642"/>
                  <a:pt x="6125272" y="3047642"/>
                </a:cubicBezTo>
                <a:lnTo>
                  <a:pt x="6120740" y="3055525"/>
                </a:lnTo>
                <a:cubicBezTo>
                  <a:pt x="6120543" y="3055787"/>
                  <a:pt x="6119953" y="3055984"/>
                  <a:pt x="6119953" y="3055984"/>
                </a:cubicBezTo>
                <a:lnTo>
                  <a:pt x="6110888" y="3055984"/>
                </a:lnTo>
                <a:cubicBezTo>
                  <a:pt x="6110560" y="3055984"/>
                  <a:pt x="6110101" y="3055525"/>
                  <a:pt x="6110101" y="3055525"/>
                </a:cubicBezTo>
                <a:lnTo>
                  <a:pt x="6105567" y="3047642"/>
                </a:lnTo>
                <a:cubicBezTo>
                  <a:pt x="6105436" y="3047381"/>
                  <a:pt x="6105567" y="3046788"/>
                  <a:pt x="6105567" y="3046788"/>
                </a:cubicBezTo>
                <a:lnTo>
                  <a:pt x="6110101" y="3038907"/>
                </a:lnTo>
                <a:cubicBezTo>
                  <a:pt x="6110296" y="3038644"/>
                  <a:pt x="6110888" y="3038447"/>
                  <a:pt x="6110888" y="3038447"/>
                </a:cubicBezTo>
                <a:close/>
                <a:moveTo>
                  <a:pt x="5856508" y="3038447"/>
                </a:moveTo>
                <a:lnTo>
                  <a:pt x="5865571" y="3038447"/>
                </a:lnTo>
                <a:cubicBezTo>
                  <a:pt x="5865900" y="3038447"/>
                  <a:pt x="5866359" y="3038907"/>
                  <a:pt x="5866359" y="3038907"/>
                </a:cubicBezTo>
                <a:lnTo>
                  <a:pt x="5870891" y="3046788"/>
                </a:lnTo>
                <a:cubicBezTo>
                  <a:pt x="5871023" y="3047051"/>
                  <a:pt x="5870891" y="3047642"/>
                  <a:pt x="5870891" y="3047642"/>
                </a:cubicBezTo>
                <a:lnTo>
                  <a:pt x="5866359" y="3055525"/>
                </a:lnTo>
                <a:cubicBezTo>
                  <a:pt x="5866163" y="3055787"/>
                  <a:pt x="5865571" y="3055984"/>
                  <a:pt x="5865571" y="3055984"/>
                </a:cubicBezTo>
                <a:lnTo>
                  <a:pt x="5856508" y="3055984"/>
                </a:lnTo>
                <a:cubicBezTo>
                  <a:pt x="5856178" y="3055984"/>
                  <a:pt x="5855720" y="3055525"/>
                  <a:pt x="5855720" y="3055525"/>
                </a:cubicBezTo>
                <a:lnTo>
                  <a:pt x="5851187" y="3047642"/>
                </a:lnTo>
                <a:cubicBezTo>
                  <a:pt x="5851055" y="3047381"/>
                  <a:pt x="5851187" y="3046788"/>
                  <a:pt x="5851187" y="3046788"/>
                </a:cubicBezTo>
                <a:lnTo>
                  <a:pt x="5855720" y="3038907"/>
                </a:lnTo>
                <a:cubicBezTo>
                  <a:pt x="5855916" y="3038644"/>
                  <a:pt x="5856508" y="3038447"/>
                  <a:pt x="5856508" y="3038447"/>
                </a:cubicBezTo>
                <a:close/>
                <a:moveTo>
                  <a:pt x="5602126" y="3038447"/>
                </a:moveTo>
                <a:lnTo>
                  <a:pt x="5611191" y="3038447"/>
                </a:lnTo>
                <a:cubicBezTo>
                  <a:pt x="5611519" y="3038447"/>
                  <a:pt x="5611979" y="3038907"/>
                  <a:pt x="5611979" y="3038907"/>
                </a:cubicBezTo>
                <a:lnTo>
                  <a:pt x="5616511" y="3046788"/>
                </a:lnTo>
                <a:cubicBezTo>
                  <a:pt x="5616642" y="3047051"/>
                  <a:pt x="5616511" y="3047642"/>
                  <a:pt x="5616511" y="3047642"/>
                </a:cubicBezTo>
                <a:lnTo>
                  <a:pt x="5611979" y="3055525"/>
                </a:lnTo>
                <a:cubicBezTo>
                  <a:pt x="5611782" y="3055787"/>
                  <a:pt x="5611191" y="3055984"/>
                  <a:pt x="5611191" y="3055984"/>
                </a:cubicBezTo>
                <a:lnTo>
                  <a:pt x="5602126" y="3055984"/>
                </a:lnTo>
                <a:cubicBezTo>
                  <a:pt x="5601798" y="3055984"/>
                  <a:pt x="5601338" y="3055525"/>
                  <a:pt x="5601338" y="3055525"/>
                </a:cubicBezTo>
                <a:lnTo>
                  <a:pt x="5596807" y="3047642"/>
                </a:lnTo>
                <a:cubicBezTo>
                  <a:pt x="5596675" y="3047381"/>
                  <a:pt x="5596807" y="3046788"/>
                  <a:pt x="5596807" y="3046788"/>
                </a:cubicBezTo>
                <a:lnTo>
                  <a:pt x="5601338" y="3038907"/>
                </a:lnTo>
                <a:cubicBezTo>
                  <a:pt x="5601536" y="3038644"/>
                  <a:pt x="5602126" y="3038447"/>
                  <a:pt x="5602126" y="3038447"/>
                </a:cubicBezTo>
                <a:close/>
                <a:moveTo>
                  <a:pt x="5347746" y="3038447"/>
                </a:moveTo>
                <a:lnTo>
                  <a:pt x="5356810" y="3038447"/>
                </a:lnTo>
                <a:cubicBezTo>
                  <a:pt x="5357138" y="3038447"/>
                  <a:pt x="5357598" y="3038907"/>
                  <a:pt x="5357598" y="3038907"/>
                </a:cubicBezTo>
                <a:lnTo>
                  <a:pt x="5362130" y="3046788"/>
                </a:lnTo>
                <a:cubicBezTo>
                  <a:pt x="5362261" y="3047051"/>
                  <a:pt x="5362130" y="3047642"/>
                  <a:pt x="5362130" y="3047642"/>
                </a:cubicBezTo>
                <a:lnTo>
                  <a:pt x="5357598" y="3055525"/>
                </a:lnTo>
                <a:cubicBezTo>
                  <a:pt x="5357401" y="3055787"/>
                  <a:pt x="5356810" y="3055984"/>
                  <a:pt x="5356810" y="3055984"/>
                </a:cubicBezTo>
                <a:lnTo>
                  <a:pt x="5347746" y="3055984"/>
                </a:lnTo>
                <a:cubicBezTo>
                  <a:pt x="5347418" y="3055984"/>
                  <a:pt x="5346958" y="3055525"/>
                  <a:pt x="5346958" y="3055525"/>
                </a:cubicBezTo>
                <a:lnTo>
                  <a:pt x="5342425" y="3047642"/>
                </a:lnTo>
                <a:cubicBezTo>
                  <a:pt x="5342295" y="3047381"/>
                  <a:pt x="5342425" y="3046788"/>
                  <a:pt x="5342425" y="3046788"/>
                </a:cubicBezTo>
                <a:lnTo>
                  <a:pt x="5346958" y="3038907"/>
                </a:lnTo>
                <a:cubicBezTo>
                  <a:pt x="5347154" y="3038644"/>
                  <a:pt x="5347746" y="3038447"/>
                  <a:pt x="5347746" y="3038447"/>
                </a:cubicBezTo>
                <a:close/>
                <a:moveTo>
                  <a:pt x="5093300" y="3038447"/>
                </a:moveTo>
                <a:lnTo>
                  <a:pt x="5102364" y="3038447"/>
                </a:lnTo>
                <a:cubicBezTo>
                  <a:pt x="5102693" y="3038447"/>
                  <a:pt x="5103153" y="3038907"/>
                  <a:pt x="5103153" y="3038907"/>
                </a:cubicBezTo>
                <a:lnTo>
                  <a:pt x="5107684" y="3046788"/>
                </a:lnTo>
                <a:cubicBezTo>
                  <a:pt x="5107815" y="3047051"/>
                  <a:pt x="5107684" y="3047642"/>
                  <a:pt x="5107684" y="3047642"/>
                </a:cubicBezTo>
                <a:lnTo>
                  <a:pt x="5103153" y="3055525"/>
                </a:lnTo>
                <a:cubicBezTo>
                  <a:pt x="5102955" y="3055787"/>
                  <a:pt x="5102364" y="3055984"/>
                  <a:pt x="5102364" y="3055984"/>
                </a:cubicBezTo>
                <a:lnTo>
                  <a:pt x="5093300" y="3055984"/>
                </a:lnTo>
                <a:cubicBezTo>
                  <a:pt x="5092972" y="3055984"/>
                  <a:pt x="5092512" y="3055525"/>
                  <a:pt x="5092512" y="3055525"/>
                </a:cubicBezTo>
                <a:lnTo>
                  <a:pt x="5087979" y="3047642"/>
                </a:lnTo>
                <a:cubicBezTo>
                  <a:pt x="5087848" y="3047381"/>
                  <a:pt x="5087979" y="3046788"/>
                  <a:pt x="5087979" y="3046788"/>
                </a:cubicBezTo>
                <a:lnTo>
                  <a:pt x="5092512" y="3038907"/>
                </a:lnTo>
                <a:cubicBezTo>
                  <a:pt x="5092708" y="3038644"/>
                  <a:pt x="5093300" y="3038447"/>
                  <a:pt x="5093300" y="3038447"/>
                </a:cubicBezTo>
                <a:close/>
                <a:moveTo>
                  <a:pt x="4838919" y="3038447"/>
                </a:moveTo>
                <a:lnTo>
                  <a:pt x="4847982" y="3038447"/>
                </a:lnTo>
                <a:cubicBezTo>
                  <a:pt x="4848311" y="3038447"/>
                  <a:pt x="4848772" y="3038907"/>
                  <a:pt x="4848772" y="3038907"/>
                </a:cubicBezTo>
                <a:lnTo>
                  <a:pt x="4853303" y="3046788"/>
                </a:lnTo>
                <a:cubicBezTo>
                  <a:pt x="4853435" y="3047051"/>
                  <a:pt x="4853303" y="3047642"/>
                  <a:pt x="4853303" y="3047642"/>
                </a:cubicBezTo>
                <a:lnTo>
                  <a:pt x="4848772" y="3055525"/>
                </a:lnTo>
                <a:cubicBezTo>
                  <a:pt x="4848575" y="3055787"/>
                  <a:pt x="4847982" y="3055984"/>
                  <a:pt x="4847982" y="3055984"/>
                </a:cubicBezTo>
                <a:lnTo>
                  <a:pt x="4838919" y="3055984"/>
                </a:lnTo>
                <a:cubicBezTo>
                  <a:pt x="4838590" y="3055984"/>
                  <a:pt x="4838132" y="3055525"/>
                  <a:pt x="4838132" y="3055525"/>
                </a:cubicBezTo>
                <a:lnTo>
                  <a:pt x="4833598" y="3047642"/>
                </a:lnTo>
                <a:cubicBezTo>
                  <a:pt x="4833467" y="3047381"/>
                  <a:pt x="4833598" y="3046788"/>
                  <a:pt x="4833598" y="3046788"/>
                </a:cubicBezTo>
                <a:lnTo>
                  <a:pt x="4838132" y="3038907"/>
                </a:lnTo>
                <a:cubicBezTo>
                  <a:pt x="4838328" y="3038644"/>
                  <a:pt x="4838919" y="3038447"/>
                  <a:pt x="4838919" y="3038447"/>
                </a:cubicBezTo>
                <a:close/>
                <a:moveTo>
                  <a:pt x="4584538" y="3038447"/>
                </a:moveTo>
                <a:lnTo>
                  <a:pt x="4593603" y="3038447"/>
                </a:lnTo>
                <a:cubicBezTo>
                  <a:pt x="4593932" y="3038447"/>
                  <a:pt x="4594390" y="3038907"/>
                  <a:pt x="4594390" y="3038907"/>
                </a:cubicBezTo>
                <a:lnTo>
                  <a:pt x="4598922" y="3046788"/>
                </a:lnTo>
                <a:cubicBezTo>
                  <a:pt x="4599054" y="3047051"/>
                  <a:pt x="4598922" y="3047642"/>
                  <a:pt x="4598922" y="3047642"/>
                </a:cubicBezTo>
                <a:lnTo>
                  <a:pt x="4594390" y="3055525"/>
                </a:lnTo>
                <a:cubicBezTo>
                  <a:pt x="4594193" y="3055787"/>
                  <a:pt x="4593603" y="3055984"/>
                  <a:pt x="4593603" y="3055984"/>
                </a:cubicBezTo>
                <a:lnTo>
                  <a:pt x="4584538" y="3055984"/>
                </a:lnTo>
                <a:cubicBezTo>
                  <a:pt x="4584210" y="3055984"/>
                  <a:pt x="4583749" y="3055525"/>
                  <a:pt x="4583749" y="3055525"/>
                </a:cubicBezTo>
                <a:lnTo>
                  <a:pt x="4579218" y="3047642"/>
                </a:lnTo>
                <a:cubicBezTo>
                  <a:pt x="4579087" y="3047381"/>
                  <a:pt x="4579218" y="3046788"/>
                  <a:pt x="4579218" y="3046788"/>
                </a:cubicBezTo>
                <a:lnTo>
                  <a:pt x="4583749" y="3038907"/>
                </a:lnTo>
                <a:cubicBezTo>
                  <a:pt x="4583948" y="3038644"/>
                  <a:pt x="4584538" y="3038447"/>
                  <a:pt x="4584538" y="3038447"/>
                </a:cubicBezTo>
                <a:close/>
                <a:moveTo>
                  <a:pt x="4330157" y="3038447"/>
                </a:moveTo>
                <a:lnTo>
                  <a:pt x="4339222" y="3038447"/>
                </a:lnTo>
                <a:cubicBezTo>
                  <a:pt x="4339550" y="3038447"/>
                  <a:pt x="4340010" y="3038907"/>
                  <a:pt x="4340010" y="3038907"/>
                </a:cubicBezTo>
                <a:lnTo>
                  <a:pt x="4344540" y="3046788"/>
                </a:lnTo>
                <a:cubicBezTo>
                  <a:pt x="4344672" y="3047051"/>
                  <a:pt x="4344540" y="3047642"/>
                  <a:pt x="4344540" y="3047642"/>
                </a:cubicBezTo>
                <a:lnTo>
                  <a:pt x="4340010" y="3055525"/>
                </a:lnTo>
                <a:cubicBezTo>
                  <a:pt x="4339812" y="3055787"/>
                  <a:pt x="4339222" y="3055984"/>
                  <a:pt x="4339222" y="3055984"/>
                </a:cubicBezTo>
                <a:lnTo>
                  <a:pt x="4330157" y="3055984"/>
                </a:lnTo>
                <a:cubicBezTo>
                  <a:pt x="4329829" y="3055984"/>
                  <a:pt x="4329369" y="3055525"/>
                  <a:pt x="4329369" y="3055525"/>
                </a:cubicBezTo>
                <a:lnTo>
                  <a:pt x="4324836" y="3047642"/>
                </a:lnTo>
                <a:cubicBezTo>
                  <a:pt x="4324706" y="3047381"/>
                  <a:pt x="4324836" y="3046788"/>
                  <a:pt x="4324836" y="3046788"/>
                </a:cubicBezTo>
                <a:lnTo>
                  <a:pt x="4329369" y="3038907"/>
                </a:lnTo>
                <a:cubicBezTo>
                  <a:pt x="4329565" y="3038644"/>
                  <a:pt x="4330157" y="3038447"/>
                  <a:pt x="4330157" y="3038447"/>
                </a:cubicBezTo>
                <a:close/>
                <a:moveTo>
                  <a:pt x="4075895" y="3038447"/>
                </a:moveTo>
                <a:lnTo>
                  <a:pt x="4084959" y="3038447"/>
                </a:lnTo>
                <a:cubicBezTo>
                  <a:pt x="4085289" y="3038447"/>
                  <a:pt x="4085745" y="3038907"/>
                  <a:pt x="4085745" y="3038907"/>
                </a:cubicBezTo>
                <a:lnTo>
                  <a:pt x="4090279" y="3046788"/>
                </a:lnTo>
                <a:cubicBezTo>
                  <a:pt x="4090409" y="3047051"/>
                  <a:pt x="4090279" y="3047642"/>
                  <a:pt x="4090279" y="3047642"/>
                </a:cubicBezTo>
                <a:lnTo>
                  <a:pt x="4085745" y="3055525"/>
                </a:lnTo>
                <a:cubicBezTo>
                  <a:pt x="4085551" y="3055787"/>
                  <a:pt x="4084959" y="3055984"/>
                  <a:pt x="4084959" y="3055984"/>
                </a:cubicBezTo>
                <a:lnTo>
                  <a:pt x="4075895" y="3055984"/>
                </a:lnTo>
                <a:cubicBezTo>
                  <a:pt x="4075567" y="3055984"/>
                  <a:pt x="4075105" y="3055525"/>
                  <a:pt x="4075105" y="3055525"/>
                </a:cubicBezTo>
                <a:lnTo>
                  <a:pt x="4070574" y="3047642"/>
                </a:lnTo>
                <a:cubicBezTo>
                  <a:pt x="4070442" y="3047381"/>
                  <a:pt x="4070574" y="3046788"/>
                  <a:pt x="4070574" y="3046788"/>
                </a:cubicBezTo>
                <a:lnTo>
                  <a:pt x="4075105" y="3038907"/>
                </a:lnTo>
                <a:cubicBezTo>
                  <a:pt x="4075301" y="3038644"/>
                  <a:pt x="4075895" y="3038447"/>
                  <a:pt x="4075895" y="3038447"/>
                </a:cubicBezTo>
                <a:close/>
                <a:moveTo>
                  <a:pt x="3821481" y="3038447"/>
                </a:moveTo>
                <a:lnTo>
                  <a:pt x="3830546" y="3038447"/>
                </a:lnTo>
                <a:cubicBezTo>
                  <a:pt x="3830874" y="3038447"/>
                  <a:pt x="3831334" y="3038907"/>
                  <a:pt x="3831334" y="3038907"/>
                </a:cubicBezTo>
                <a:lnTo>
                  <a:pt x="3835867" y="3046788"/>
                </a:lnTo>
                <a:cubicBezTo>
                  <a:pt x="3835999" y="3047051"/>
                  <a:pt x="3835867" y="3047642"/>
                  <a:pt x="3835867" y="3047642"/>
                </a:cubicBezTo>
                <a:lnTo>
                  <a:pt x="3831334" y="3055525"/>
                </a:lnTo>
                <a:cubicBezTo>
                  <a:pt x="3831138" y="3055787"/>
                  <a:pt x="3830546" y="3055984"/>
                  <a:pt x="3830546" y="3055984"/>
                </a:cubicBezTo>
                <a:lnTo>
                  <a:pt x="3821481" y="3055984"/>
                </a:lnTo>
                <a:cubicBezTo>
                  <a:pt x="3821153" y="3055984"/>
                  <a:pt x="3820693" y="3055525"/>
                  <a:pt x="3820693" y="3055525"/>
                </a:cubicBezTo>
                <a:lnTo>
                  <a:pt x="3816160" y="3047642"/>
                </a:lnTo>
                <a:cubicBezTo>
                  <a:pt x="3816031" y="3047381"/>
                  <a:pt x="3816160" y="3046788"/>
                  <a:pt x="3816160" y="3046788"/>
                </a:cubicBezTo>
                <a:lnTo>
                  <a:pt x="3820693" y="3038907"/>
                </a:lnTo>
                <a:cubicBezTo>
                  <a:pt x="3820893" y="3038644"/>
                  <a:pt x="3821481" y="3038447"/>
                  <a:pt x="3821481" y="3038447"/>
                </a:cubicBezTo>
                <a:close/>
                <a:moveTo>
                  <a:pt x="3567018" y="3038447"/>
                </a:moveTo>
                <a:lnTo>
                  <a:pt x="3576083" y="3038447"/>
                </a:lnTo>
                <a:cubicBezTo>
                  <a:pt x="3576411" y="3038447"/>
                  <a:pt x="3576871" y="3038907"/>
                  <a:pt x="3576871" y="3038907"/>
                </a:cubicBezTo>
                <a:lnTo>
                  <a:pt x="3581403" y="3046788"/>
                </a:lnTo>
                <a:cubicBezTo>
                  <a:pt x="3581534" y="3047051"/>
                  <a:pt x="3581403" y="3047642"/>
                  <a:pt x="3581403" y="3047642"/>
                </a:cubicBezTo>
                <a:lnTo>
                  <a:pt x="3576871" y="3055525"/>
                </a:lnTo>
                <a:cubicBezTo>
                  <a:pt x="3576674" y="3055787"/>
                  <a:pt x="3576083" y="3055984"/>
                  <a:pt x="3576083" y="3055984"/>
                </a:cubicBezTo>
                <a:lnTo>
                  <a:pt x="3567018" y="3055984"/>
                </a:lnTo>
                <a:cubicBezTo>
                  <a:pt x="3566690" y="3055984"/>
                  <a:pt x="3566231" y="3055525"/>
                  <a:pt x="3566231" y="3055525"/>
                </a:cubicBezTo>
                <a:lnTo>
                  <a:pt x="3561697" y="3047642"/>
                </a:lnTo>
                <a:cubicBezTo>
                  <a:pt x="3561566" y="3047381"/>
                  <a:pt x="3561697" y="3046788"/>
                  <a:pt x="3561697" y="3046788"/>
                </a:cubicBezTo>
                <a:lnTo>
                  <a:pt x="3566231" y="3038907"/>
                </a:lnTo>
                <a:cubicBezTo>
                  <a:pt x="3566427" y="3038644"/>
                  <a:pt x="3567018" y="3038447"/>
                  <a:pt x="3567018" y="3038447"/>
                </a:cubicBezTo>
                <a:close/>
                <a:moveTo>
                  <a:pt x="3312589" y="3038447"/>
                </a:moveTo>
                <a:lnTo>
                  <a:pt x="3321653" y="3038447"/>
                </a:lnTo>
                <a:cubicBezTo>
                  <a:pt x="3321982" y="3038447"/>
                  <a:pt x="3322441" y="3038907"/>
                  <a:pt x="3322441" y="3038907"/>
                </a:cubicBezTo>
                <a:lnTo>
                  <a:pt x="3326973" y="3046788"/>
                </a:lnTo>
                <a:cubicBezTo>
                  <a:pt x="3327104" y="3047051"/>
                  <a:pt x="3326973" y="3047642"/>
                  <a:pt x="3326973" y="3047642"/>
                </a:cubicBezTo>
                <a:lnTo>
                  <a:pt x="3322441" y="3055525"/>
                </a:lnTo>
                <a:cubicBezTo>
                  <a:pt x="3322244" y="3055787"/>
                  <a:pt x="3321653" y="3055984"/>
                  <a:pt x="3321653" y="3055984"/>
                </a:cubicBezTo>
                <a:lnTo>
                  <a:pt x="3312589" y="3055984"/>
                </a:lnTo>
                <a:cubicBezTo>
                  <a:pt x="3312261" y="3055984"/>
                  <a:pt x="3311801" y="3055525"/>
                  <a:pt x="3311801" y="3055525"/>
                </a:cubicBezTo>
                <a:lnTo>
                  <a:pt x="3307268" y="3047642"/>
                </a:lnTo>
                <a:cubicBezTo>
                  <a:pt x="3307137" y="3047381"/>
                  <a:pt x="3307268" y="3046788"/>
                  <a:pt x="3307268" y="3046788"/>
                </a:cubicBezTo>
                <a:lnTo>
                  <a:pt x="3311801" y="3038907"/>
                </a:lnTo>
                <a:cubicBezTo>
                  <a:pt x="3311997" y="3038644"/>
                  <a:pt x="3312589" y="3038447"/>
                  <a:pt x="3312589" y="3038447"/>
                </a:cubicBezTo>
                <a:close/>
                <a:moveTo>
                  <a:pt x="3058329" y="3038447"/>
                </a:moveTo>
                <a:lnTo>
                  <a:pt x="3067394" y="3038447"/>
                </a:lnTo>
                <a:cubicBezTo>
                  <a:pt x="3067722" y="3038447"/>
                  <a:pt x="3068182" y="3038907"/>
                  <a:pt x="3068182" y="3038907"/>
                </a:cubicBezTo>
                <a:lnTo>
                  <a:pt x="3072714" y="3046788"/>
                </a:lnTo>
                <a:cubicBezTo>
                  <a:pt x="3072845" y="3047051"/>
                  <a:pt x="3072714" y="3047642"/>
                  <a:pt x="3072714" y="3047642"/>
                </a:cubicBezTo>
                <a:lnTo>
                  <a:pt x="3068182" y="3055525"/>
                </a:lnTo>
                <a:cubicBezTo>
                  <a:pt x="3067985" y="3055787"/>
                  <a:pt x="3067394" y="3055984"/>
                  <a:pt x="3067394" y="3055984"/>
                </a:cubicBezTo>
                <a:lnTo>
                  <a:pt x="3058329" y="3055984"/>
                </a:lnTo>
                <a:cubicBezTo>
                  <a:pt x="3058001" y="3055984"/>
                  <a:pt x="3057541" y="3055525"/>
                  <a:pt x="3057541" y="3055525"/>
                </a:cubicBezTo>
                <a:lnTo>
                  <a:pt x="3053008" y="3047642"/>
                </a:lnTo>
                <a:cubicBezTo>
                  <a:pt x="3052878" y="3047381"/>
                  <a:pt x="3053008" y="3046788"/>
                  <a:pt x="3053008" y="3046788"/>
                </a:cubicBezTo>
                <a:lnTo>
                  <a:pt x="3057541" y="3038907"/>
                </a:lnTo>
                <a:cubicBezTo>
                  <a:pt x="3057739" y="3038644"/>
                  <a:pt x="3058329" y="3038447"/>
                  <a:pt x="3058329" y="3038447"/>
                </a:cubicBezTo>
                <a:close/>
                <a:moveTo>
                  <a:pt x="2803914" y="3038447"/>
                </a:moveTo>
                <a:lnTo>
                  <a:pt x="2812976" y="3038447"/>
                </a:lnTo>
                <a:cubicBezTo>
                  <a:pt x="2813307" y="3038447"/>
                  <a:pt x="2813765" y="3038907"/>
                  <a:pt x="2813765" y="3038907"/>
                </a:cubicBezTo>
                <a:lnTo>
                  <a:pt x="2818297" y="3046788"/>
                </a:lnTo>
                <a:cubicBezTo>
                  <a:pt x="2818428" y="3047051"/>
                  <a:pt x="2818297" y="3047642"/>
                  <a:pt x="2818297" y="3047642"/>
                </a:cubicBezTo>
                <a:lnTo>
                  <a:pt x="2813765" y="3055525"/>
                </a:lnTo>
                <a:cubicBezTo>
                  <a:pt x="2813569" y="3055787"/>
                  <a:pt x="2812976" y="3055984"/>
                  <a:pt x="2812976" y="3055984"/>
                </a:cubicBezTo>
                <a:lnTo>
                  <a:pt x="2803914" y="3055984"/>
                </a:lnTo>
                <a:cubicBezTo>
                  <a:pt x="2803584" y="3055984"/>
                  <a:pt x="2803123" y="3055525"/>
                  <a:pt x="2803123" y="3055525"/>
                </a:cubicBezTo>
                <a:lnTo>
                  <a:pt x="2798591" y="3047642"/>
                </a:lnTo>
                <a:cubicBezTo>
                  <a:pt x="2798460" y="3047381"/>
                  <a:pt x="2798591" y="3046788"/>
                  <a:pt x="2798591" y="3046788"/>
                </a:cubicBezTo>
                <a:lnTo>
                  <a:pt x="2803123" y="3038907"/>
                </a:lnTo>
                <a:cubicBezTo>
                  <a:pt x="2803322" y="3038644"/>
                  <a:pt x="2803914" y="3038447"/>
                  <a:pt x="2803914" y="3038447"/>
                </a:cubicBezTo>
                <a:close/>
                <a:moveTo>
                  <a:pt x="2549393" y="3038447"/>
                </a:moveTo>
                <a:lnTo>
                  <a:pt x="2558457" y="3038447"/>
                </a:lnTo>
                <a:cubicBezTo>
                  <a:pt x="2558786" y="3038447"/>
                  <a:pt x="2559246" y="3038907"/>
                  <a:pt x="2559246" y="3038907"/>
                </a:cubicBezTo>
                <a:lnTo>
                  <a:pt x="2563777" y="3046788"/>
                </a:lnTo>
                <a:cubicBezTo>
                  <a:pt x="2563909" y="3047051"/>
                  <a:pt x="2563777" y="3047642"/>
                  <a:pt x="2563777" y="3047642"/>
                </a:cubicBezTo>
                <a:lnTo>
                  <a:pt x="2559246" y="3055525"/>
                </a:lnTo>
                <a:cubicBezTo>
                  <a:pt x="2559049" y="3055787"/>
                  <a:pt x="2558457" y="3055984"/>
                  <a:pt x="2558457" y="3055984"/>
                </a:cubicBezTo>
                <a:lnTo>
                  <a:pt x="2549393" y="3055984"/>
                </a:lnTo>
                <a:cubicBezTo>
                  <a:pt x="2549065" y="3055984"/>
                  <a:pt x="2548605" y="3055525"/>
                  <a:pt x="2548605" y="3055525"/>
                </a:cubicBezTo>
                <a:lnTo>
                  <a:pt x="2544073" y="3047642"/>
                </a:lnTo>
                <a:cubicBezTo>
                  <a:pt x="2543941" y="3047381"/>
                  <a:pt x="2544073" y="3046788"/>
                  <a:pt x="2544073" y="3046788"/>
                </a:cubicBezTo>
                <a:lnTo>
                  <a:pt x="2548605" y="3038907"/>
                </a:lnTo>
                <a:cubicBezTo>
                  <a:pt x="2548802" y="3038644"/>
                  <a:pt x="2549393" y="3038447"/>
                  <a:pt x="2549393" y="3038447"/>
                </a:cubicBezTo>
                <a:close/>
                <a:moveTo>
                  <a:pt x="2295179" y="3038447"/>
                </a:moveTo>
                <a:lnTo>
                  <a:pt x="2304243" y="3038447"/>
                </a:lnTo>
                <a:cubicBezTo>
                  <a:pt x="2304572" y="3038447"/>
                  <a:pt x="2305030" y="3038907"/>
                  <a:pt x="2305030" y="3038907"/>
                </a:cubicBezTo>
                <a:lnTo>
                  <a:pt x="2309563" y="3046788"/>
                </a:lnTo>
                <a:cubicBezTo>
                  <a:pt x="2309694" y="3047051"/>
                  <a:pt x="2309563" y="3047642"/>
                  <a:pt x="2309563" y="3047642"/>
                </a:cubicBezTo>
                <a:lnTo>
                  <a:pt x="2305030" y="3055525"/>
                </a:lnTo>
                <a:cubicBezTo>
                  <a:pt x="2304833" y="3055787"/>
                  <a:pt x="2304243" y="3055984"/>
                  <a:pt x="2304243" y="3055984"/>
                </a:cubicBezTo>
                <a:lnTo>
                  <a:pt x="2295179" y="3055984"/>
                </a:lnTo>
                <a:cubicBezTo>
                  <a:pt x="2294851" y="3055984"/>
                  <a:pt x="2294390" y="3055525"/>
                  <a:pt x="2294390" y="3055525"/>
                </a:cubicBezTo>
                <a:lnTo>
                  <a:pt x="2289857" y="3047642"/>
                </a:lnTo>
                <a:cubicBezTo>
                  <a:pt x="2289726" y="3047381"/>
                  <a:pt x="2289857" y="3046788"/>
                  <a:pt x="2289857" y="3046788"/>
                </a:cubicBezTo>
                <a:lnTo>
                  <a:pt x="2294390" y="3038907"/>
                </a:lnTo>
                <a:cubicBezTo>
                  <a:pt x="2294585" y="3038644"/>
                  <a:pt x="2295179" y="3038447"/>
                  <a:pt x="2295179" y="3038447"/>
                </a:cubicBezTo>
                <a:close/>
                <a:moveTo>
                  <a:pt x="2040696" y="3038447"/>
                </a:moveTo>
                <a:lnTo>
                  <a:pt x="2049761" y="3038447"/>
                </a:lnTo>
                <a:cubicBezTo>
                  <a:pt x="2050089" y="3038447"/>
                  <a:pt x="2050550" y="3038907"/>
                  <a:pt x="2050550" y="3038907"/>
                </a:cubicBezTo>
                <a:lnTo>
                  <a:pt x="2055082" y="3046788"/>
                </a:lnTo>
                <a:cubicBezTo>
                  <a:pt x="2055213" y="3047051"/>
                  <a:pt x="2055082" y="3047642"/>
                  <a:pt x="2055082" y="3047642"/>
                </a:cubicBezTo>
                <a:lnTo>
                  <a:pt x="2050550" y="3055525"/>
                </a:lnTo>
                <a:cubicBezTo>
                  <a:pt x="2050353" y="3055787"/>
                  <a:pt x="2049761" y="3055984"/>
                  <a:pt x="2049761" y="3055984"/>
                </a:cubicBezTo>
                <a:lnTo>
                  <a:pt x="2040696" y="3055984"/>
                </a:lnTo>
                <a:cubicBezTo>
                  <a:pt x="2040369" y="3055984"/>
                  <a:pt x="2039908" y="3055525"/>
                  <a:pt x="2039908" y="3055525"/>
                </a:cubicBezTo>
                <a:lnTo>
                  <a:pt x="2035375" y="3047642"/>
                </a:lnTo>
                <a:cubicBezTo>
                  <a:pt x="2035244" y="3047381"/>
                  <a:pt x="2035375" y="3046788"/>
                  <a:pt x="2035375" y="3046788"/>
                </a:cubicBezTo>
                <a:lnTo>
                  <a:pt x="2039908" y="3038907"/>
                </a:lnTo>
                <a:cubicBezTo>
                  <a:pt x="2040105" y="3038644"/>
                  <a:pt x="2040696" y="3038447"/>
                  <a:pt x="2040696" y="3038447"/>
                </a:cubicBezTo>
                <a:close/>
                <a:moveTo>
                  <a:pt x="1786170" y="3038447"/>
                </a:moveTo>
                <a:lnTo>
                  <a:pt x="1795234" y="3038447"/>
                </a:lnTo>
                <a:cubicBezTo>
                  <a:pt x="1795563" y="3038447"/>
                  <a:pt x="1796023" y="3038907"/>
                  <a:pt x="1796023" y="3038907"/>
                </a:cubicBezTo>
                <a:lnTo>
                  <a:pt x="1800554" y="3046788"/>
                </a:lnTo>
                <a:cubicBezTo>
                  <a:pt x="1800686" y="3047051"/>
                  <a:pt x="1800554" y="3047642"/>
                  <a:pt x="1800554" y="3047642"/>
                </a:cubicBezTo>
                <a:lnTo>
                  <a:pt x="1796023" y="3055525"/>
                </a:lnTo>
                <a:cubicBezTo>
                  <a:pt x="1795826" y="3055787"/>
                  <a:pt x="1795234" y="3055984"/>
                  <a:pt x="1795234" y="3055984"/>
                </a:cubicBezTo>
                <a:lnTo>
                  <a:pt x="1786170" y="3055984"/>
                </a:lnTo>
                <a:cubicBezTo>
                  <a:pt x="1785842" y="3055984"/>
                  <a:pt x="1785382" y="3055525"/>
                  <a:pt x="1785382" y="3055525"/>
                </a:cubicBezTo>
                <a:lnTo>
                  <a:pt x="1780850" y="3047642"/>
                </a:lnTo>
                <a:cubicBezTo>
                  <a:pt x="1780718" y="3047381"/>
                  <a:pt x="1780850" y="3046788"/>
                  <a:pt x="1780850" y="3046788"/>
                </a:cubicBezTo>
                <a:lnTo>
                  <a:pt x="1785382" y="3038907"/>
                </a:lnTo>
                <a:cubicBezTo>
                  <a:pt x="1785579" y="3038644"/>
                  <a:pt x="1786170" y="3038447"/>
                  <a:pt x="1786170" y="3038447"/>
                </a:cubicBezTo>
                <a:close/>
                <a:moveTo>
                  <a:pt x="1531969" y="3038447"/>
                </a:moveTo>
                <a:lnTo>
                  <a:pt x="1541032" y="3038447"/>
                </a:lnTo>
                <a:cubicBezTo>
                  <a:pt x="1541361" y="3038447"/>
                  <a:pt x="1541820" y="3038907"/>
                  <a:pt x="1541820" y="3038907"/>
                </a:cubicBezTo>
                <a:lnTo>
                  <a:pt x="1546354" y="3046788"/>
                </a:lnTo>
                <a:cubicBezTo>
                  <a:pt x="1546486" y="3047051"/>
                  <a:pt x="1546354" y="3047642"/>
                  <a:pt x="1546354" y="3047642"/>
                </a:cubicBezTo>
                <a:lnTo>
                  <a:pt x="1541820" y="3055525"/>
                </a:lnTo>
                <a:cubicBezTo>
                  <a:pt x="1541623" y="3055787"/>
                  <a:pt x="1541032" y="3055984"/>
                  <a:pt x="1541032" y="3055984"/>
                </a:cubicBezTo>
                <a:lnTo>
                  <a:pt x="1531969" y="3055984"/>
                </a:lnTo>
                <a:cubicBezTo>
                  <a:pt x="1531641" y="3055984"/>
                  <a:pt x="1531181" y="3055525"/>
                  <a:pt x="1531181" y="3055525"/>
                </a:cubicBezTo>
                <a:lnTo>
                  <a:pt x="1526649" y="3047642"/>
                </a:lnTo>
                <a:cubicBezTo>
                  <a:pt x="1526516" y="3047381"/>
                  <a:pt x="1526649" y="3046788"/>
                  <a:pt x="1526649" y="3046788"/>
                </a:cubicBezTo>
                <a:lnTo>
                  <a:pt x="1531181" y="3038907"/>
                </a:lnTo>
                <a:cubicBezTo>
                  <a:pt x="1531378" y="3038644"/>
                  <a:pt x="1531969" y="3038447"/>
                  <a:pt x="1531969" y="3038447"/>
                </a:cubicBezTo>
                <a:close/>
                <a:moveTo>
                  <a:pt x="1277464" y="3038447"/>
                </a:moveTo>
                <a:lnTo>
                  <a:pt x="1286529" y="3038447"/>
                </a:lnTo>
                <a:cubicBezTo>
                  <a:pt x="1286857" y="3038447"/>
                  <a:pt x="1287316" y="3038907"/>
                  <a:pt x="1287316" y="3038907"/>
                </a:cubicBezTo>
                <a:lnTo>
                  <a:pt x="1291849" y="3046788"/>
                </a:lnTo>
                <a:cubicBezTo>
                  <a:pt x="1291979" y="3047051"/>
                  <a:pt x="1291849" y="3047642"/>
                  <a:pt x="1291849" y="3047642"/>
                </a:cubicBezTo>
                <a:lnTo>
                  <a:pt x="1287316" y="3055525"/>
                </a:lnTo>
                <a:cubicBezTo>
                  <a:pt x="1287119" y="3055787"/>
                  <a:pt x="1286529" y="3055984"/>
                  <a:pt x="1286529" y="3055984"/>
                </a:cubicBezTo>
                <a:lnTo>
                  <a:pt x="1277464" y="3055984"/>
                </a:lnTo>
                <a:cubicBezTo>
                  <a:pt x="1277136" y="3055984"/>
                  <a:pt x="1276675" y="3055525"/>
                  <a:pt x="1276675" y="3055525"/>
                </a:cubicBezTo>
                <a:lnTo>
                  <a:pt x="1272145" y="3047642"/>
                </a:lnTo>
                <a:cubicBezTo>
                  <a:pt x="1272013" y="3047381"/>
                  <a:pt x="1272145" y="3046788"/>
                  <a:pt x="1272145" y="3046788"/>
                </a:cubicBezTo>
                <a:lnTo>
                  <a:pt x="1276675" y="3038907"/>
                </a:lnTo>
                <a:cubicBezTo>
                  <a:pt x="1276872" y="3038644"/>
                  <a:pt x="1277464" y="3038447"/>
                  <a:pt x="1277464" y="3038447"/>
                </a:cubicBezTo>
                <a:close/>
                <a:moveTo>
                  <a:pt x="1023195" y="3038447"/>
                </a:moveTo>
                <a:lnTo>
                  <a:pt x="1032260" y="3038447"/>
                </a:lnTo>
                <a:cubicBezTo>
                  <a:pt x="1032588" y="3038447"/>
                  <a:pt x="1033047" y="3038907"/>
                  <a:pt x="1033047" y="3038907"/>
                </a:cubicBezTo>
                <a:lnTo>
                  <a:pt x="1037579" y="3046788"/>
                </a:lnTo>
                <a:cubicBezTo>
                  <a:pt x="1037710" y="3047051"/>
                  <a:pt x="1037579" y="3047642"/>
                  <a:pt x="1037579" y="3047642"/>
                </a:cubicBezTo>
                <a:lnTo>
                  <a:pt x="1033047" y="3055525"/>
                </a:lnTo>
                <a:cubicBezTo>
                  <a:pt x="1032850" y="3055787"/>
                  <a:pt x="1032260" y="3055984"/>
                  <a:pt x="1032260" y="3055984"/>
                </a:cubicBezTo>
                <a:lnTo>
                  <a:pt x="1023195" y="3055984"/>
                </a:lnTo>
                <a:cubicBezTo>
                  <a:pt x="1022866" y="3055984"/>
                  <a:pt x="1022407" y="3055525"/>
                  <a:pt x="1022407" y="3055525"/>
                </a:cubicBezTo>
                <a:lnTo>
                  <a:pt x="1017873" y="3047642"/>
                </a:lnTo>
                <a:cubicBezTo>
                  <a:pt x="1017740" y="3047381"/>
                  <a:pt x="1017873" y="3046788"/>
                  <a:pt x="1017873" y="3046788"/>
                </a:cubicBezTo>
                <a:lnTo>
                  <a:pt x="1022407" y="3038907"/>
                </a:lnTo>
                <a:cubicBezTo>
                  <a:pt x="1022605" y="3038644"/>
                  <a:pt x="1023195" y="3038447"/>
                  <a:pt x="1023195" y="3038447"/>
                </a:cubicBezTo>
                <a:close/>
                <a:moveTo>
                  <a:pt x="768632" y="3038447"/>
                </a:moveTo>
                <a:lnTo>
                  <a:pt x="777695" y="3038447"/>
                </a:lnTo>
                <a:cubicBezTo>
                  <a:pt x="778024" y="3038447"/>
                  <a:pt x="778483" y="3038907"/>
                  <a:pt x="778483" y="3038907"/>
                </a:cubicBezTo>
                <a:lnTo>
                  <a:pt x="783015" y="3046788"/>
                </a:lnTo>
                <a:cubicBezTo>
                  <a:pt x="783146" y="3047051"/>
                  <a:pt x="783015" y="3047642"/>
                  <a:pt x="783015" y="3047642"/>
                </a:cubicBezTo>
                <a:lnTo>
                  <a:pt x="778483" y="3055525"/>
                </a:lnTo>
                <a:cubicBezTo>
                  <a:pt x="778286" y="3055787"/>
                  <a:pt x="777695" y="3055984"/>
                  <a:pt x="777695" y="3055984"/>
                </a:cubicBezTo>
                <a:lnTo>
                  <a:pt x="768632" y="3055984"/>
                </a:lnTo>
                <a:cubicBezTo>
                  <a:pt x="768303" y="3055984"/>
                  <a:pt x="767843" y="3055525"/>
                  <a:pt x="767843" y="3055525"/>
                </a:cubicBezTo>
                <a:lnTo>
                  <a:pt x="763311" y="3047642"/>
                </a:lnTo>
                <a:cubicBezTo>
                  <a:pt x="763179" y="3047381"/>
                  <a:pt x="763311" y="3046788"/>
                  <a:pt x="763311" y="3046788"/>
                </a:cubicBezTo>
                <a:lnTo>
                  <a:pt x="767843" y="3038907"/>
                </a:lnTo>
                <a:cubicBezTo>
                  <a:pt x="768040" y="3038644"/>
                  <a:pt x="768632" y="3038447"/>
                  <a:pt x="768632" y="3038447"/>
                </a:cubicBezTo>
                <a:close/>
                <a:moveTo>
                  <a:pt x="514208" y="3038447"/>
                </a:moveTo>
                <a:lnTo>
                  <a:pt x="523272" y="3038447"/>
                </a:lnTo>
                <a:cubicBezTo>
                  <a:pt x="523600" y="3038447"/>
                  <a:pt x="524060" y="3038907"/>
                  <a:pt x="524060" y="3038907"/>
                </a:cubicBezTo>
                <a:lnTo>
                  <a:pt x="528592" y="3046788"/>
                </a:lnTo>
                <a:cubicBezTo>
                  <a:pt x="528723" y="3047051"/>
                  <a:pt x="528592" y="3047642"/>
                  <a:pt x="528592" y="3047642"/>
                </a:cubicBezTo>
                <a:lnTo>
                  <a:pt x="524060" y="3055525"/>
                </a:lnTo>
                <a:cubicBezTo>
                  <a:pt x="523863" y="3055787"/>
                  <a:pt x="523272" y="3055984"/>
                  <a:pt x="523272" y="3055984"/>
                </a:cubicBezTo>
                <a:lnTo>
                  <a:pt x="514208" y="3055984"/>
                </a:lnTo>
                <a:cubicBezTo>
                  <a:pt x="513879" y="3055984"/>
                  <a:pt x="513420" y="3055525"/>
                  <a:pt x="513420" y="3055525"/>
                </a:cubicBezTo>
                <a:lnTo>
                  <a:pt x="508887" y="3047642"/>
                </a:lnTo>
                <a:cubicBezTo>
                  <a:pt x="508756" y="3047381"/>
                  <a:pt x="508887" y="3046788"/>
                  <a:pt x="508887" y="3046788"/>
                </a:cubicBezTo>
                <a:lnTo>
                  <a:pt x="513420" y="3038907"/>
                </a:lnTo>
                <a:cubicBezTo>
                  <a:pt x="513617" y="3038644"/>
                  <a:pt x="514208" y="3038447"/>
                  <a:pt x="514208" y="3038447"/>
                </a:cubicBezTo>
                <a:close/>
                <a:moveTo>
                  <a:pt x="259915" y="3038447"/>
                </a:moveTo>
                <a:lnTo>
                  <a:pt x="268979" y="3038447"/>
                </a:lnTo>
                <a:cubicBezTo>
                  <a:pt x="269307" y="3038447"/>
                  <a:pt x="269767" y="3038907"/>
                  <a:pt x="269767" y="3038907"/>
                </a:cubicBezTo>
                <a:lnTo>
                  <a:pt x="274299" y="3046788"/>
                </a:lnTo>
                <a:cubicBezTo>
                  <a:pt x="274430" y="3047051"/>
                  <a:pt x="274299" y="3047642"/>
                  <a:pt x="274299" y="3047642"/>
                </a:cubicBezTo>
                <a:lnTo>
                  <a:pt x="269767" y="3055525"/>
                </a:lnTo>
                <a:cubicBezTo>
                  <a:pt x="269570" y="3055787"/>
                  <a:pt x="268979" y="3055984"/>
                  <a:pt x="268979" y="3055984"/>
                </a:cubicBezTo>
                <a:lnTo>
                  <a:pt x="259915" y="3055984"/>
                </a:lnTo>
                <a:cubicBezTo>
                  <a:pt x="259586" y="3055984"/>
                  <a:pt x="259126" y="3055525"/>
                  <a:pt x="259126" y="3055525"/>
                </a:cubicBezTo>
                <a:lnTo>
                  <a:pt x="254594" y="3047642"/>
                </a:lnTo>
                <a:cubicBezTo>
                  <a:pt x="254463" y="3047381"/>
                  <a:pt x="254594" y="3046788"/>
                  <a:pt x="254594" y="3046788"/>
                </a:cubicBezTo>
                <a:lnTo>
                  <a:pt x="259126" y="3038907"/>
                </a:lnTo>
                <a:cubicBezTo>
                  <a:pt x="259323" y="3038644"/>
                  <a:pt x="259915" y="3038447"/>
                  <a:pt x="259915" y="3038447"/>
                </a:cubicBezTo>
                <a:close/>
                <a:moveTo>
                  <a:pt x="5499" y="3038447"/>
                </a:moveTo>
                <a:lnTo>
                  <a:pt x="14563" y="3038447"/>
                </a:lnTo>
                <a:cubicBezTo>
                  <a:pt x="14891" y="3038447"/>
                  <a:pt x="15351" y="3038907"/>
                  <a:pt x="15351" y="3038907"/>
                </a:cubicBezTo>
                <a:lnTo>
                  <a:pt x="19883" y="3046788"/>
                </a:lnTo>
                <a:cubicBezTo>
                  <a:pt x="20014" y="3047051"/>
                  <a:pt x="19883" y="3047642"/>
                  <a:pt x="19883" y="3047642"/>
                </a:cubicBezTo>
                <a:lnTo>
                  <a:pt x="15351" y="3055525"/>
                </a:lnTo>
                <a:cubicBezTo>
                  <a:pt x="15154" y="3055787"/>
                  <a:pt x="14563" y="3055984"/>
                  <a:pt x="14563" y="3055984"/>
                </a:cubicBezTo>
                <a:lnTo>
                  <a:pt x="5499" y="3055984"/>
                </a:lnTo>
                <a:cubicBezTo>
                  <a:pt x="5170" y="3055984"/>
                  <a:pt x="4710" y="3055525"/>
                  <a:pt x="4710" y="3055525"/>
                </a:cubicBezTo>
                <a:lnTo>
                  <a:pt x="179" y="3047642"/>
                </a:lnTo>
                <a:cubicBezTo>
                  <a:pt x="47" y="3047381"/>
                  <a:pt x="179" y="3046788"/>
                  <a:pt x="179" y="3046788"/>
                </a:cubicBezTo>
                <a:lnTo>
                  <a:pt x="4710" y="3038907"/>
                </a:lnTo>
                <a:cubicBezTo>
                  <a:pt x="4907" y="3038644"/>
                  <a:pt x="5499" y="3038447"/>
                  <a:pt x="5499" y="3038447"/>
                </a:cubicBezTo>
                <a:close/>
                <a:moveTo>
                  <a:pt x="10435622" y="2821440"/>
                </a:moveTo>
                <a:lnTo>
                  <a:pt x="10444686" y="2821440"/>
                </a:lnTo>
                <a:cubicBezTo>
                  <a:pt x="10445015" y="2821440"/>
                  <a:pt x="10445474" y="2821899"/>
                  <a:pt x="10445474" y="2821899"/>
                </a:cubicBezTo>
                <a:lnTo>
                  <a:pt x="10450007" y="2829781"/>
                </a:lnTo>
                <a:cubicBezTo>
                  <a:pt x="10450138" y="2830043"/>
                  <a:pt x="10450007" y="2830635"/>
                  <a:pt x="10450007" y="2830635"/>
                </a:cubicBezTo>
                <a:lnTo>
                  <a:pt x="10445474" y="2838517"/>
                </a:lnTo>
                <a:cubicBezTo>
                  <a:pt x="10445278" y="2838779"/>
                  <a:pt x="10444686" y="2838976"/>
                  <a:pt x="10444686" y="2838976"/>
                </a:cubicBezTo>
                <a:lnTo>
                  <a:pt x="10435622" y="2838976"/>
                </a:lnTo>
                <a:cubicBezTo>
                  <a:pt x="10435295" y="2838976"/>
                  <a:pt x="10434834" y="2838517"/>
                  <a:pt x="10434834" y="2838517"/>
                </a:cubicBezTo>
                <a:lnTo>
                  <a:pt x="10430302" y="2830635"/>
                </a:lnTo>
                <a:cubicBezTo>
                  <a:pt x="10430171" y="2830372"/>
                  <a:pt x="10430302" y="2829781"/>
                  <a:pt x="10430302" y="2829781"/>
                </a:cubicBezTo>
                <a:lnTo>
                  <a:pt x="10434834" y="2821899"/>
                </a:lnTo>
                <a:cubicBezTo>
                  <a:pt x="10435031" y="2821637"/>
                  <a:pt x="10435622" y="2821440"/>
                  <a:pt x="10435622" y="2821440"/>
                </a:cubicBezTo>
                <a:close/>
                <a:moveTo>
                  <a:pt x="10181242" y="2821440"/>
                </a:moveTo>
                <a:lnTo>
                  <a:pt x="10190305" y="2821440"/>
                </a:lnTo>
                <a:cubicBezTo>
                  <a:pt x="10190635" y="2821440"/>
                  <a:pt x="10191093" y="2821899"/>
                  <a:pt x="10191093" y="2821899"/>
                </a:cubicBezTo>
                <a:lnTo>
                  <a:pt x="10195626" y="2829781"/>
                </a:lnTo>
                <a:cubicBezTo>
                  <a:pt x="10195758" y="2830043"/>
                  <a:pt x="10195626" y="2830635"/>
                  <a:pt x="10195626" y="2830635"/>
                </a:cubicBezTo>
                <a:lnTo>
                  <a:pt x="10191093" y="2838517"/>
                </a:lnTo>
                <a:cubicBezTo>
                  <a:pt x="10190896" y="2838779"/>
                  <a:pt x="10190305" y="2838976"/>
                  <a:pt x="10190305" y="2838976"/>
                </a:cubicBezTo>
                <a:lnTo>
                  <a:pt x="10181242" y="2838976"/>
                </a:lnTo>
                <a:cubicBezTo>
                  <a:pt x="10180914" y="2838976"/>
                  <a:pt x="10180453" y="2838517"/>
                  <a:pt x="10180453" y="2838517"/>
                </a:cubicBezTo>
                <a:lnTo>
                  <a:pt x="10175922" y="2830635"/>
                </a:lnTo>
                <a:cubicBezTo>
                  <a:pt x="10175790" y="2830372"/>
                  <a:pt x="10175922" y="2829781"/>
                  <a:pt x="10175922" y="2829781"/>
                </a:cubicBezTo>
                <a:lnTo>
                  <a:pt x="10180453" y="2821899"/>
                </a:lnTo>
                <a:cubicBezTo>
                  <a:pt x="10180650" y="2821637"/>
                  <a:pt x="10181242" y="2821440"/>
                  <a:pt x="10181242" y="2821440"/>
                </a:cubicBezTo>
                <a:close/>
                <a:moveTo>
                  <a:pt x="9926861" y="2821440"/>
                </a:moveTo>
                <a:lnTo>
                  <a:pt x="9935924" y="2821440"/>
                </a:lnTo>
                <a:cubicBezTo>
                  <a:pt x="9936254" y="2821440"/>
                  <a:pt x="9936713" y="2821899"/>
                  <a:pt x="9936713" y="2821899"/>
                </a:cubicBezTo>
                <a:lnTo>
                  <a:pt x="9941246" y="2829781"/>
                </a:lnTo>
                <a:cubicBezTo>
                  <a:pt x="9941376" y="2830043"/>
                  <a:pt x="9941246" y="2830635"/>
                  <a:pt x="9941246" y="2830635"/>
                </a:cubicBezTo>
                <a:lnTo>
                  <a:pt x="9936713" y="2838517"/>
                </a:lnTo>
                <a:cubicBezTo>
                  <a:pt x="9936516" y="2838779"/>
                  <a:pt x="9935924" y="2838976"/>
                  <a:pt x="9935924" y="2838976"/>
                </a:cubicBezTo>
                <a:lnTo>
                  <a:pt x="9926861" y="2838976"/>
                </a:lnTo>
                <a:cubicBezTo>
                  <a:pt x="9926532" y="2838976"/>
                  <a:pt x="9926073" y="2838517"/>
                  <a:pt x="9926073" y="2838517"/>
                </a:cubicBezTo>
                <a:lnTo>
                  <a:pt x="9921541" y="2830635"/>
                </a:lnTo>
                <a:cubicBezTo>
                  <a:pt x="9921410" y="2830372"/>
                  <a:pt x="9921541" y="2829781"/>
                  <a:pt x="9921541" y="2829781"/>
                </a:cubicBezTo>
                <a:lnTo>
                  <a:pt x="9926073" y="2821899"/>
                </a:lnTo>
                <a:cubicBezTo>
                  <a:pt x="9926270" y="2821637"/>
                  <a:pt x="9926861" y="2821440"/>
                  <a:pt x="9926861" y="2821440"/>
                </a:cubicBezTo>
                <a:close/>
                <a:moveTo>
                  <a:pt x="9672481" y="2821440"/>
                </a:moveTo>
                <a:lnTo>
                  <a:pt x="9681545" y="2821440"/>
                </a:lnTo>
                <a:cubicBezTo>
                  <a:pt x="9681872" y="2821440"/>
                  <a:pt x="9682333" y="2821899"/>
                  <a:pt x="9682333" y="2821899"/>
                </a:cubicBezTo>
                <a:lnTo>
                  <a:pt x="9686865" y="2829781"/>
                </a:lnTo>
                <a:cubicBezTo>
                  <a:pt x="9686996" y="2830043"/>
                  <a:pt x="9686865" y="2830635"/>
                  <a:pt x="9686865" y="2830635"/>
                </a:cubicBezTo>
                <a:lnTo>
                  <a:pt x="9682333" y="2838517"/>
                </a:lnTo>
                <a:cubicBezTo>
                  <a:pt x="9682136" y="2838779"/>
                  <a:pt x="9681545" y="2838976"/>
                  <a:pt x="9681545" y="2838976"/>
                </a:cubicBezTo>
                <a:lnTo>
                  <a:pt x="9672481" y="2838976"/>
                </a:lnTo>
                <a:cubicBezTo>
                  <a:pt x="9672152" y="2838976"/>
                  <a:pt x="9671693" y="2838517"/>
                  <a:pt x="9671693" y="2838517"/>
                </a:cubicBezTo>
                <a:lnTo>
                  <a:pt x="9667160" y="2830635"/>
                </a:lnTo>
                <a:cubicBezTo>
                  <a:pt x="9667030" y="2830372"/>
                  <a:pt x="9667160" y="2829781"/>
                  <a:pt x="9667160" y="2829781"/>
                </a:cubicBezTo>
                <a:lnTo>
                  <a:pt x="9671693" y="2821899"/>
                </a:lnTo>
                <a:cubicBezTo>
                  <a:pt x="9671890" y="2821637"/>
                  <a:pt x="9672481" y="2821440"/>
                  <a:pt x="9672481" y="2821440"/>
                </a:cubicBezTo>
                <a:close/>
                <a:moveTo>
                  <a:pt x="9418035" y="2821440"/>
                </a:moveTo>
                <a:lnTo>
                  <a:pt x="9427099" y="2821440"/>
                </a:lnTo>
                <a:cubicBezTo>
                  <a:pt x="9427427" y="2821440"/>
                  <a:pt x="9427887" y="2821899"/>
                  <a:pt x="9427887" y="2821899"/>
                </a:cubicBezTo>
                <a:lnTo>
                  <a:pt x="9432419" y="2829781"/>
                </a:lnTo>
                <a:cubicBezTo>
                  <a:pt x="9432550" y="2830043"/>
                  <a:pt x="9432419" y="2830635"/>
                  <a:pt x="9432419" y="2830635"/>
                </a:cubicBezTo>
                <a:lnTo>
                  <a:pt x="9427887" y="2838517"/>
                </a:lnTo>
                <a:cubicBezTo>
                  <a:pt x="9427690" y="2838779"/>
                  <a:pt x="9427099" y="2838976"/>
                  <a:pt x="9427099" y="2838976"/>
                </a:cubicBezTo>
                <a:lnTo>
                  <a:pt x="9418035" y="2838976"/>
                </a:lnTo>
                <a:cubicBezTo>
                  <a:pt x="9417707" y="2838976"/>
                  <a:pt x="9417247" y="2838517"/>
                  <a:pt x="9417247" y="2838517"/>
                </a:cubicBezTo>
                <a:lnTo>
                  <a:pt x="9412714" y="2830635"/>
                </a:lnTo>
                <a:cubicBezTo>
                  <a:pt x="9412583" y="2830372"/>
                  <a:pt x="9412714" y="2829781"/>
                  <a:pt x="9412714" y="2829781"/>
                </a:cubicBezTo>
                <a:lnTo>
                  <a:pt x="9417247" y="2821899"/>
                </a:lnTo>
                <a:cubicBezTo>
                  <a:pt x="9417444" y="2821637"/>
                  <a:pt x="9418035" y="2821440"/>
                  <a:pt x="9418035" y="2821440"/>
                </a:cubicBezTo>
                <a:close/>
                <a:moveTo>
                  <a:pt x="9163654" y="2821440"/>
                </a:moveTo>
                <a:lnTo>
                  <a:pt x="9172718" y="2821440"/>
                </a:lnTo>
                <a:cubicBezTo>
                  <a:pt x="9173046" y="2821440"/>
                  <a:pt x="9173506" y="2821899"/>
                  <a:pt x="9173506" y="2821899"/>
                </a:cubicBezTo>
                <a:lnTo>
                  <a:pt x="9178038" y="2829781"/>
                </a:lnTo>
                <a:cubicBezTo>
                  <a:pt x="9178169" y="2830043"/>
                  <a:pt x="9178038" y="2830635"/>
                  <a:pt x="9178038" y="2830635"/>
                </a:cubicBezTo>
                <a:lnTo>
                  <a:pt x="9173506" y="2838517"/>
                </a:lnTo>
                <a:cubicBezTo>
                  <a:pt x="9173309" y="2838779"/>
                  <a:pt x="9172718" y="2838976"/>
                  <a:pt x="9172718" y="2838976"/>
                </a:cubicBezTo>
                <a:lnTo>
                  <a:pt x="9163654" y="2838976"/>
                </a:lnTo>
                <a:cubicBezTo>
                  <a:pt x="9163326" y="2838976"/>
                  <a:pt x="9162866" y="2838517"/>
                  <a:pt x="9162866" y="2838517"/>
                </a:cubicBezTo>
                <a:lnTo>
                  <a:pt x="9158333" y="2830635"/>
                </a:lnTo>
                <a:cubicBezTo>
                  <a:pt x="9158202" y="2830372"/>
                  <a:pt x="9158333" y="2829781"/>
                  <a:pt x="9158333" y="2829781"/>
                </a:cubicBezTo>
                <a:lnTo>
                  <a:pt x="9162866" y="2821899"/>
                </a:lnTo>
                <a:cubicBezTo>
                  <a:pt x="9163062" y="2821637"/>
                  <a:pt x="9163654" y="2821440"/>
                  <a:pt x="9163654" y="2821440"/>
                </a:cubicBezTo>
                <a:close/>
                <a:moveTo>
                  <a:pt x="8909274" y="2821440"/>
                </a:moveTo>
                <a:lnTo>
                  <a:pt x="8918336" y="2821440"/>
                </a:lnTo>
                <a:cubicBezTo>
                  <a:pt x="8918666" y="2821440"/>
                  <a:pt x="8919125" y="2821899"/>
                  <a:pt x="8919125" y="2821899"/>
                </a:cubicBezTo>
                <a:lnTo>
                  <a:pt x="8923657" y="2829781"/>
                </a:lnTo>
                <a:cubicBezTo>
                  <a:pt x="8923789" y="2830043"/>
                  <a:pt x="8923657" y="2830635"/>
                  <a:pt x="8923657" y="2830635"/>
                </a:cubicBezTo>
                <a:lnTo>
                  <a:pt x="8919125" y="2838517"/>
                </a:lnTo>
                <a:cubicBezTo>
                  <a:pt x="8918928" y="2838779"/>
                  <a:pt x="8918336" y="2838976"/>
                  <a:pt x="8918336" y="2838976"/>
                </a:cubicBezTo>
                <a:lnTo>
                  <a:pt x="8909274" y="2838976"/>
                </a:lnTo>
                <a:cubicBezTo>
                  <a:pt x="8908945" y="2838976"/>
                  <a:pt x="8908484" y="2838517"/>
                  <a:pt x="8908484" y="2838517"/>
                </a:cubicBezTo>
                <a:lnTo>
                  <a:pt x="8903953" y="2830635"/>
                </a:lnTo>
                <a:cubicBezTo>
                  <a:pt x="8903821" y="2830372"/>
                  <a:pt x="8903953" y="2829781"/>
                  <a:pt x="8903953" y="2829781"/>
                </a:cubicBezTo>
                <a:lnTo>
                  <a:pt x="8908484" y="2821899"/>
                </a:lnTo>
                <a:cubicBezTo>
                  <a:pt x="8908681" y="2821637"/>
                  <a:pt x="8909274" y="2821440"/>
                  <a:pt x="8909274" y="2821440"/>
                </a:cubicBezTo>
                <a:close/>
                <a:moveTo>
                  <a:pt x="8654892" y="2821440"/>
                </a:moveTo>
                <a:lnTo>
                  <a:pt x="8663955" y="2821440"/>
                </a:lnTo>
                <a:cubicBezTo>
                  <a:pt x="8664285" y="2821440"/>
                  <a:pt x="8664744" y="2821899"/>
                  <a:pt x="8664744" y="2821899"/>
                </a:cubicBezTo>
                <a:lnTo>
                  <a:pt x="8669277" y="2829781"/>
                </a:lnTo>
                <a:cubicBezTo>
                  <a:pt x="8669408" y="2830043"/>
                  <a:pt x="8669277" y="2830635"/>
                  <a:pt x="8669277" y="2830635"/>
                </a:cubicBezTo>
                <a:lnTo>
                  <a:pt x="8664744" y="2838517"/>
                </a:lnTo>
                <a:cubicBezTo>
                  <a:pt x="8664548" y="2838779"/>
                  <a:pt x="8663955" y="2838976"/>
                  <a:pt x="8663955" y="2838976"/>
                </a:cubicBezTo>
                <a:lnTo>
                  <a:pt x="8654892" y="2838976"/>
                </a:lnTo>
                <a:cubicBezTo>
                  <a:pt x="8654565" y="2838976"/>
                  <a:pt x="8654104" y="2838517"/>
                  <a:pt x="8654104" y="2838517"/>
                </a:cubicBezTo>
                <a:lnTo>
                  <a:pt x="8649572" y="2830635"/>
                </a:lnTo>
                <a:cubicBezTo>
                  <a:pt x="8649441" y="2830372"/>
                  <a:pt x="8649572" y="2829781"/>
                  <a:pt x="8649572" y="2829781"/>
                </a:cubicBezTo>
                <a:lnTo>
                  <a:pt x="8654104" y="2821899"/>
                </a:lnTo>
                <a:cubicBezTo>
                  <a:pt x="8654301" y="2821637"/>
                  <a:pt x="8654892" y="2821440"/>
                  <a:pt x="8654892" y="2821440"/>
                </a:cubicBezTo>
                <a:close/>
                <a:moveTo>
                  <a:pt x="8400511" y="2821440"/>
                </a:moveTo>
                <a:lnTo>
                  <a:pt x="8409575" y="2821440"/>
                </a:lnTo>
                <a:cubicBezTo>
                  <a:pt x="8409904" y="2821440"/>
                  <a:pt x="8410363" y="2821899"/>
                  <a:pt x="8410363" y="2821899"/>
                </a:cubicBezTo>
                <a:lnTo>
                  <a:pt x="8414896" y="2829781"/>
                </a:lnTo>
                <a:cubicBezTo>
                  <a:pt x="8415027" y="2830043"/>
                  <a:pt x="8414896" y="2830635"/>
                  <a:pt x="8414896" y="2830635"/>
                </a:cubicBezTo>
                <a:lnTo>
                  <a:pt x="8410363" y="2838517"/>
                </a:lnTo>
                <a:cubicBezTo>
                  <a:pt x="8410166" y="2838779"/>
                  <a:pt x="8409575" y="2838976"/>
                  <a:pt x="8409575" y="2838976"/>
                </a:cubicBezTo>
                <a:lnTo>
                  <a:pt x="8400511" y="2838976"/>
                </a:lnTo>
                <a:cubicBezTo>
                  <a:pt x="8400184" y="2838976"/>
                  <a:pt x="8399723" y="2838517"/>
                  <a:pt x="8399723" y="2838517"/>
                </a:cubicBezTo>
                <a:lnTo>
                  <a:pt x="8395191" y="2830635"/>
                </a:lnTo>
                <a:cubicBezTo>
                  <a:pt x="8395060" y="2830372"/>
                  <a:pt x="8395191" y="2829781"/>
                  <a:pt x="8395191" y="2829781"/>
                </a:cubicBezTo>
                <a:lnTo>
                  <a:pt x="8399723" y="2821899"/>
                </a:lnTo>
                <a:cubicBezTo>
                  <a:pt x="8399920" y="2821637"/>
                  <a:pt x="8400511" y="2821440"/>
                  <a:pt x="8400511" y="2821440"/>
                </a:cubicBezTo>
                <a:close/>
                <a:moveTo>
                  <a:pt x="8146065" y="2821440"/>
                </a:moveTo>
                <a:lnTo>
                  <a:pt x="8155129" y="2821440"/>
                </a:lnTo>
                <a:cubicBezTo>
                  <a:pt x="8155458" y="2821440"/>
                  <a:pt x="8155917" y="2821899"/>
                  <a:pt x="8155917" y="2821899"/>
                </a:cubicBezTo>
                <a:lnTo>
                  <a:pt x="8160449" y="2829781"/>
                </a:lnTo>
                <a:cubicBezTo>
                  <a:pt x="8160580" y="2830043"/>
                  <a:pt x="8160449" y="2830635"/>
                  <a:pt x="8160449" y="2830635"/>
                </a:cubicBezTo>
                <a:lnTo>
                  <a:pt x="8155917" y="2838517"/>
                </a:lnTo>
                <a:cubicBezTo>
                  <a:pt x="8155719" y="2838779"/>
                  <a:pt x="8155129" y="2838976"/>
                  <a:pt x="8155129" y="2838976"/>
                </a:cubicBezTo>
                <a:lnTo>
                  <a:pt x="8146065" y="2838976"/>
                </a:lnTo>
                <a:cubicBezTo>
                  <a:pt x="8145737" y="2838976"/>
                  <a:pt x="8145277" y="2838517"/>
                  <a:pt x="8145277" y="2838517"/>
                </a:cubicBezTo>
                <a:lnTo>
                  <a:pt x="8140745" y="2830635"/>
                </a:lnTo>
                <a:cubicBezTo>
                  <a:pt x="8140613" y="2830372"/>
                  <a:pt x="8140745" y="2829781"/>
                  <a:pt x="8140745" y="2829781"/>
                </a:cubicBezTo>
                <a:lnTo>
                  <a:pt x="8145277" y="2821899"/>
                </a:lnTo>
                <a:cubicBezTo>
                  <a:pt x="8145474" y="2821637"/>
                  <a:pt x="8146065" y="2821440"/>
                  <a:pt x="8146065" y="2821440"/>
                </a:cubicBezTo>
                <a:close/>
                <a:moveTo>
                  <a:pt x="7891684" y="2821440"/>
                </a:moveTo>
                <a:lnTo>
                  <a:pt x="7900748" y="2821440"/>
                </a:lnTo>
                <a:cubicBezTo>
                  <a:pt x="7901076" y="2821440"/>
                  <a:pt x="7901536" y="2821899"/>
                  <a:pt x="7901536" y="2821899"/>
                </a:cubicBezTo>
                <a:lnTo>
                  <a:pt x="7906067" y="2829781"/>
                </a:lnTo>
                <a:cubicBezTo>
                  <a:pt x="7906199" y="2830043"/>
                  <a:pt x="7906067" y="2830635"/>
                  <a:pt x="7906067" y="2830635"/>
                </a:cubicBezTo>
                <a:lnTo>
                  <a:pt x="7901536" y="2838517"/>
                </a:lnTo>
                <a:cubicBezTo>
                  <a:pt x="7901339" y="2838779"/>
                  <a:pt x="7900748" y="2838976"/>
                  <a:pt x="7900748" y="2838976"/>
                </a:cubicBezTo>
                <a:lnTo>
                  <a:pt x="7891684" y="2838976"/>
                </a:lnTo>
                <a:cubicBezTo>
                  <a:pt x="7891355" y="2838976"/>
                  <a:pt x="7890896" y="2838517"/>
                  <a:pt x="7890896" y="2838517"/>
                </a:cubicBezTo>
                <a:lnTo>
                  <a:pt x="7886363" y="2830635"/>
                </a:lnTo>
                <a:cubicBezTo>
                  <a:pt x="7886233" y="2830372"/>
                  <a:pt x="7886363" y="2829781"/>
                  <a:pt x="7886363" y="2829781"/>
                </a:cubicBezTo>
                <a:lnTo>
                  <a:pt x="7890896" y="2821899"/>
                </a:lnTo>
                <a:cubicBezTo>
                  <a:pt x="7891093" y="2821637"/>
                  <a:pt x="7891684" y="2821440"/>
                  <a:pt x="7891684" y="2821440"/>
                </a:cubicBezTo>
                <a:close/>
                <a:moveTo>
                  <a:pt x="7637304" y="2821440"/>
                </a:moveTo>
                <a:lnTo>
                  <a:pt x="7646367" y="2821440"/>
                </a:lnTo>
                <a:cubicBezTo>
                  <a:pt x="7646696" y="2821440"/>
                  <a:pt x="7647156" y="2821899"/>
                  <a:pt x="7647156" y="2821899"/>
                </a:cubicBezTo>
                <a:lnTo>
                  <a:pt x="7651687" y="2829781"/>
                </a:lnTo>
                <a:cubicBezTo>
                  <a:pt x="7651819" y="2830043"/>
                  <a:pt x="7651687" y="2830635"/>
                  <a:pt x="7651687" y="2830635"/>
                </a:cubicBezTo>
                <a:lnTo>
                  <a:pt x="7647156" y="2838517"/>
                </a:lnTo>
                <a:cubicBezTo>
                  <a:pt x="7646958" y="2838779"/>
                  <a:pt x="7646367" y="2838976"/>
                  <a:pt x="7646367" y="2838976"/>
                </a:cubicBezTo>
                <a:lnTo>
                  <a:pt x="7637304" y="2838976"/>
                </a:lnTo>
                <a:cubicBezTo>
                  <a:pt x="7636975" y="2838976"/>
                  <a:pt x="7636516" y="2838517"/>
                  <a:pt x="7636516" y="2838517"/>
                </a:cubicBezTo>
                <a:lnTo>
                  <a:pt x="7631983" y="2830635"/>
                </a:lnTo>
                <a:cubicBezTo>
                  <a:pt x="7631851" y="2830372"/>
                  <a:pt x="7631983" y="2829781"/>
                  <a:pt x="7631983" y="2829781"/>
                </a:cubicBezTo>
                <a:lnTo>
                  <a:pt x="7636516" y="2821899"/>
                </a:lnTo>
                <a:cubicBezTo>
                  <a:pt x="7636713" y="2821637"/>
                  <a:pt x="7637304" y="2821440"/>
                  <a:pt x="7637304" y="2821440"/>
                </a:cubicBezTo>
                <a:close/>
                <a:moveTo>
                  <a:pt x="7382923" y="2821440"/>
                </a:moveTo>
                <a:lnTo>
                  <a:pt x="7391987" y="2821440"/>
                </a:lnTo>
                <a:cubicBezTo>
                  <a:pt x="7392315" y="2821440"/>
                  <a:pt x="7392775" y="2821899"/>
                  <a:pt x="7392775" y="2821899"/>
                </a:cubicBezTo>
                <a:lnTo>
                  <a:pt x="7397307" y="2829781"/>
                </a:lnTo>
                <a:cubicBezTo>
                  <a:pt x="7397438" y="2830043"/>
                  <a:pt x="7397307" y="2830635"/>
                  <a:pt x="7397307" y="2830635"/>
                </a:cubicBezTo>
                <a:lnTo>
                  <a:pt x="7392775" y="2838517"/>
                </a:lnTo>
                <a:cubicBezTo>
                  <a:pt x="7392578" y="2838779"/>
                  <a:pt x="7391987" y="2838976"/>
                  <a:pt x="7391987" y="2838976"/>
                </a:cubicBezTo>
                <a:lnTo>
                  <a:pt x="7382923" y="2838976"/>
                </a:lnTo>
                <a:cubicBezTo>
                  <a:pt x="7382595" y="2838976"/>
                  <a:pt x="7382135" y="2838517"/>
                  <a:pt x="7382135" y="2838517"/>
                </a:cubicBezTo>
                <a:lnTo>
                  <a:pt x="7377602" y="2830635"/>
                </a:lnTo>
                <a:cubicBezTo>
                  <a:pt x="7377471" y="2830372"/>
                  <a:pt x="7377602" y="2829781"/>
                  <a:pt x="7377602" y="2829781"/>
                </a:cubicBezTo>
                <a:lnTo>
                  <a:pt x="7382135" y="2821899"/>
                </a:lnTo>
                <a:cubicBezTo>
                  <a:pt x="7382331" y="2821637"/>
                  <a:pt x="7382923" y="2821440"/>
                  <a:pt x="7382923" y="2821440"/>
                </a:cubicBezTo>
                <a:close/>
                <a:moveTo>
                  <a:pt x="7128477" y="2821440"/>
                </a:moveTo>
                <a:lnTo>
                  <a:pt x="7137540" y="2821440"/>
                </a:lnTo>
                <a:cubicBezTo>
                  <a:pt x="7137869" y="2821440"/>
                  <a:pt x="7138328" y="2821899"/>
                  <a:pt x="7138328" y="2821899"/>
                </a:cubicBezTo>
                <a:lnTo>
                  <a:pt x="7142860" y="2829781"/>
                </a:lnTo>
                <a:cubicBezTo>
                  <a:pt x="7142992" y="2830043"/>
                  <a:pt x="7142860" y="2830635"/>
                  <a:pt x="7142860" y="2830635"/>
                </a:cubicBezTo>
                <a:lnTo>
                  <a:pt x="7138328" y="2838517"/>
                </a:lnTo>
                <a:cubicBezTo>
                  <a:pt x="7138131" y="2838779"/>
                  <a:pt x="7137540" y="2838976"/>
                  <a:pt x="7137540" y="2838976"/>
                </a:cubicBezTo>
                <a:lnTo>
                  <a:pt x="7128477" y="2838976"/>
                </a:lnTo>
                <a:cubicBezTo>
                  <a:pt x="7128148" y="2838976"/>
                  <a:pt x="7127689" y="2838517"/>
                  <a:pt x="7127689" y="2838517"/>
                </a:cubicBezTo>
                <a:lnTo>
                  <a:pt x="7123156" y="2830635"/>
                </a:lnTo>
                <a:cubicBezTo>
                  <a:pt x="7123024" y="2830372"/>
                  <a:pt x="7123156" y="2829781"/>
                  <a:pt x="7123156" y="2829781"/>
                </a:cubicBezTo>
                <a:lnTo>
                  <a:pt x="7127689" y="2821899"/>
                </a:lnTo>
                <a:cubicBezTo>
                  <a:pt x="7127885" y="2821637"/>
                  <a:pt x="7128477" y="2821440"/>
                  <a:pt x="7128477" y="2821440"/>
                </a:cubicBezTo>
                <a:close/>
                <a:moveTo>
                  <a:pt x="6874095" y="2821440"/>
                </a:moveTo>
                <a:lnTo>
                  <a:pt x="6883159" y="2821440"/>
                </a:lnTo>
                <a:cubicBezTo>
                  <a:pt x="6883488" y="2821440"/>
                  <a:pt x="6883947" y="2821899"/>
                  <a:pt x="6883947" y="2821899"/>
                </a:cubicBezTo>
                <a:lnTo>
                  <a:pt x="6888480" y="2829781"/>
                </a:lnTo>
                <a:cubicBezTo>
                  <a:pt x="6888611" y="2830043"/>
                  <a:pt x="6888480" y="2830635"/>
                  <a:pt x="6888480" y="2830635"/>
                </a:cubicBezTo>
                <a:lnTo>
                  <a:pt x="6883947" y="2838517"/>
                </a:lnTo>
                <a:cubicBezTo>
                  <a:pt x="6883751" y="2838779"/>
                  <a:pt x="6883159" y="2838976"/>
                  <a:pt x="6883159" y="2838976"/>
                </a:cubicBezTo>
                <a:lnTo>
                  <a:pt x="6874095" y="2838976"/>
                </a:lnTo>
                <a:cubicBezTo>
                  <a:pt x="6873768" y="2838976"/>
                  <a:pt x="6873307" y="2838517"/>
                  <a:pt x="6873307" y="2838517"/>
                </a:cubicBezTo>
                <a:lnTo>
                  <a:pt x="6868775" y="2830635"/>
                </a:lnTo>
                <a:cubicBezTo>
                  <a:pt x="6868644" y="2830372"/>
                  <a:pt x="6868775" y="2829781"/>
                  <a:pt x="6868775" y="2829781"/>
                </a:cubicBezTo>
                <a:lnTo>
                  <a:pt x="6873307" y="2821899"/>
                </a:lnTo>
                <a:cubicBezTo>
                  <a:pt x="6873504" y="2821637"/>
                  <a:pt x="6874095" y="2821440"/>
                  <a:pt x="6874095" y="2821440"/>
                </a:cubicBezTo>
                <a:close/>
                <a:moveTo>
                  <a:pt x="6619714" y="2821440"/>
                </a:moveTo>
                <a:lnTo>
                  <a:pt x="6628778" y="2821440"/>
                </a:lnTo>
                <a:cubicBezTo>
                  <a:pt x="6629107" y="2821440"/>
                  <a:pt x="6629566" y="2821899"/>
                  <a:pt x="6629566" y="2821899"/>
                </a:cubicBezTo>
                <a:lnTo>
                  <a:pt x="6634099" y="2829781"/>
                </a:lnTo>
                <a:cubicBezTo>
                  <a:pt x="6634230" y="2830043"/>
                  <a:pt x="6634099" y="2830635"/>
                  <a:pt x="6634099" y="2830635"/>
                </a:cubicBezTo>
                <a:lnTo>
                  <a:pt x="6629566" y="2838517"/>
                </a:lnTo>
                <a:cubicBezTo>
                  <a:pt x="6629369" y="2838779"/>
                  <a:pt x="6628778" y="2838976"/>
                  <a:pt x="6628778" y="2838976"/>
                </a:cubicBezTo>
                <a:lnTo>
                  <a:pt x="6619714" y="2838976"/>
                </a:lnTo>
                <a:cubicBezTo>
                  <a:pt x="6619387" y="2838976"/>
                  <a:pt x="6618926" y="2838517"/>
                  <a:pt x="6618926" y="2838517"/>
                </a:cubicBezTo>
                <a:lnTo>
                  <a:pt x="6614394" y="2830635"/>
                </a:lnTo>
                <a:cubicBezTo>
                  <a:pt x="6614263" y="2830372"/>
                  <a:pt x="6614394" y="2829781"/>
                  <a:pt x="6614394" y="2829781"/>
                </a:cubicBezTo>
                <a:lnTo>
                  <a:pt x="6618926" y="2821899"/>
                </a:lnTo>
                <a:cubicBezTo>
                  <a:pt x="6619123" y="2821637"/>
                  <a:pt x="6619714" y="2821440"/>
                  <a:pt x="6619714" y="2821440"/>
                </a:cubicBezTo>
                <a:close/>
                <a:moveTo>
                  <a:pt x="6365334" y="2821440"/>
                </a:moveTo>
                <a:lnTo>
                  <a:pt x="6374397" y="2821440"/>
                </a:lnTo>
                <a:cubicBezTo>
                  <a:pt x="6374727" y="2821440"/>
                  <a:pt x="6375186" y="2821899"/>
                  <a:pt x="6375186" y="2821899"/>
                </a:cubicBezTo>
                <a:lnTo>
                  <a:pt x="6379718" y="2829781"/>
                </a:lnTo>
                <a:cubicBezTo>
                  <a:pt x="6379849" y="2830043"/>
                  <a:pt x="6379718" y="2830635"/>
                  <a:pt x="6379718" y="2830635"/>
                </a:cubicBezTo>
                <a:lnTo>
                  <a:pt x="6375186" y="2838517"/>
                </a:lnTo>
                <a:cubicBezTo>
                  <a:pt x="6374988" y="2838779"/>
                  <a:pt x="6374397" y="2838976"/>
                  <a:pt x="6374397" y="2838976"/>
                </a:cubicBezTo>
                <a:lnTo>
                  <a:pt x="6365334" y="2838976"/>
                </a:lnTo>
                <a:cubicBezTo>
                  <a:pt x="6365005" y="2838976"/>
                  <a:pt x="6364546" y="2838517"/>
                  <a:pt x="6364546" y="2838517"/>
                </a:cubicBezTo>
                <a:lnTo>
                  <a:pt x="6360014" y="2830635"/>
                </a:lnTo>
                <a:cubicBezTo>
                  <a:pt x="6359882" y="2830372"/>
                  <a:pt x="6360014" y="2829781"/>
                  <a:pt x="6360014" y="2829781"/>
                </a:cubicBezTo>
                <a:lnTo>
                  <a:pt x="6364546" y="2821899"/>
                </a:lnTo>
                <a:cubicBezTo>
                  <a:pt x="6364743" y="2821637"/>
                  <a:pt x="6365334" y="2821440"/>
                  <a:pt x="6365334" y="2821440"/>
                </a:cubicBezTo>
                <a:close/>
                <a:moveTo>
                  <a:pt x="6110888" y="2821440"/>
                </a:moveTo>
                <a:lnTo>
                  <a:pt x="6119953" y="2821440"/>
                </a:lnTo>
                <a:cubicBezTo>
                  <a:pt x="6120280" y="2821440"/>
                  <a:pt x="6120740" y="2821899"/>
                  <a:pt x="6120740" y="2821899"/>
                </a:cubicBezTo>
                <a:lnTo>
                  <a:pt x="6125272" y="2829781"/>
                </a:lnTo>
                <a:cubicBezTo>
                  <a:pt x="6125403" y="2830043"/>
                  <a:pt x="6125272" y="2830635"/>
                  <a:pt x="6125272" y="2830635"/>
                </a:cubicBezTo>
                <a:lnTo>
                  <a:pt x="6120740" y="2838517"/>
                </a:lnTo>
                <a:cubicBezTo>
                  <a:pt x="6120543" y="2838779"/>
                  <a:pt x="6119953" y="2838976"/>
                  <a:pt x="6119953" y="2838976"/>
                </a:cubicBezTo>
                <a:lnTo>
                  <a:pt x="6110888" y="2838976"/>
                </a:lnTo>
                <a:cubicBezTo>
                  <a:pt x="6110560" y="2838976"/>
                  <a:pt x="6110101" y="2838517"/>
                  <a:pt x="6110101" y="2838517"/>
                </a:cubicBezTo>
                <a:lnTo>
                  <a:pt x="6105567" y="2830635"/>
                </a:lnTo>
                <a:cubicBezTo>
                  <a:pt x="6105436" y="2830372"/>
                  <a:pt x="6105567" y="2829781"/>
                  <a:pt x="6105567" y="2829781"/>
                </a:cubicBezTo>
                <a:lnTo>
                  <a:pt x="6110101" y="2821899"/>
                </a:lnTo>
                <a:cubicBezTo>
                  <a:pt x="6110296" y="2821637"/>
                  <a:pt x="6110888" y="2821440"/>
                  <a:pt x="6110888" y="2821440"/>
                </a:cubicBezTo>
                <a:close/>
                <a:moveTo>
                  <a:pt x="5856508" y="2821440"/>
                </a:moveTo>
                <a:lnTo>
                  <a:pt x="5865571" y="2821440"/>
                </a:lnTo>
                <a:cubicBezTo>
                  <a:pt x="5865900" y="2821440"/>
                  <a:pt x="5866359" y="2821899"/>
                  <a:pt x="5866359" y="2821899"/>
                </a:cubicBezTo>
                <a:lnTo>
                  <a:pt x="5870891" y="2829781"/>
                </a:lnTo>
                <a:cubicBezTo>
                  <a:pt x="5871023" y="2830043"/>
                  <a:pt x="5870891" y="2830635"/>
                  <a:pt x="5870891" y="2830635"/>
                </a:cubicBezTo>
                <a:lnTo>
                  <a:pt x="5866359" y="2838517"/>
                </a:lnTo>
                <a:cubicBezTo>
                  <a:pt x="5866163" y="2838779"/>
                  <a:pt x="5865571" y="2838976"/>
                  <a:pt x="5865571" y="2838976"/>
                </a:cubicBezTo>
                <a:lnTo>
                  <a:pt x="5856508" y="2838976"/>
                </a:lnTo>
                <a:cubicBezTo>
                  <a:pt x="5856178" y="2838976"/>
                  <a:pt x="5855720" y="2838517"/>
                  <a:pt x="5855720" y="2838517"/>
                </a:cubicBezTo>
                <a:lnTo>
                  <a:pt x="5851187" y="2830635"/>
                </a:lnTo>
                <a:cubicBezTo>
                  <a:pt x="5851055" y="2830372"/>
                  <a:pt x="5851187" y="2829781"/>
                  <a:pt x="5851187" y="2829781"/>
                </a:cubicBezTo>
                <a:lnTo>
                  <a:pt x="5855720" y="2821899"/>
                </a:lnTo>
                <a:cubicBezTo>
                  <a:pt x="5855916" y="2821637"/>
                  <a:pt x="5856508" y="2821440"/>
                  <a:pt x="5856508" y="2821440"/>
                </a:cubicBezTo>
                <a:close/>
                <a:moveTo>
                  <a:pt x="5602126" y="2821440"/>
                </a:moveTo>
                <a:lnTo>
                  <a:pt x="5611191" y="2821440"/>
                </a:lnTo>
                <a:cubicBezTo>
                  <a:pt x="5611519" y="2821440"/>
                  <a:pt x="5611979" y="2821899"/>
                  <a:pt x="5611979" y="2821899"/>
                </a:cubicBezTo>
                <a:lnTo>
                  <a:pt x="5616511" y="2829781"/>
                </a:lnTo>
                <a:cubicBezTo>
                  <a:pt x="5616642" y="2830043"/>
                  <a:pt x="5616511" y="2830635"/>
                  <a:pt x="5616511" y="2830635"/>
                </a:cubicBezTo>
                <a:lnTo>
                  <a:pt x="5611979" y="2838517"/>
                </a:lnTo>
                <a:cubicBezTo>
                  <a:pt x="5611782" y="2838779"/>
                  <a:pt x="5611191" y="2838976"/>
                  <a:pt x="5611191" y="2838976"/>
                </a:cubicBezTo>
                <a:lnTo>
                  <a:pt x="5602126" y="2838976"/>
                </a:lnTo>
                <a:cubicBezTo>
                  <a:pt x="5601798" y="2838976"/>
                  <a:pt x="5601338" y="2838517"/>
                  <a:pt x="5601338" y="2838517"/>
                </a:cubicBezTo>
                <a:lnTo>
                  <a:pt x="5596807" y="2830635"/>
                </a:lnTo>
                <a:cubicBezTo>
                  <a:pt x="5596675" y="2830372"/>
                  <a:pt x="5596807" y="2829781"/>
                  <a:pt x="5596807" y="2829781"/>
                </a:cubicBezTo>
                <a:lnTo>
                  <a:pt x="5601338" y="2821899"/>
                </a:lnTo>
                <a:cubicBezTo>
                  <a:pt x="5601536" y="2821637"/>
                  <a:pt x="5602126" y="2821440"/>
                  <a:pt x="5602126" y="2821440"/>
                </a:cubicBezTo>
                <a:close/>
                <a:moveTo>
                  <a:pt x="5347746" y="2821440"/>
                </a:moveTo>
                <a:lnTo>
                  <a:pt x="5356810" y="2821440"/>
                </a:lnTo>
                <a:cubicBezTo>
                  <a:pt x="5357138" y="2821440"/>
                  <a:pt x="5357598" y="2821899"/>
                  <a:pt x="5357598" y="2821899"/>
                </a:cubicBezTo>
                <a:lnTo>
                  <a:pt x="5362130" y="2829781"/>
                </a:lnTo>
                <a:cubicBezTo>
                  <a:pt x="5362261" y="2830043"/>
                  <a:pt x="5362130" y="2830635"/>
                  <a:pt x="5362130" y="2830635"/>
                </a:cubicBezTo>
                <a:lnTo>
                  <a:pt x="5357598" y="2838517"/>
                </a:lnTo>
                <a:cubicBezTo>
                  <a:pt x="5357401" y="2838779"/>
                  <a:pt x="5356810" y="2838976"/>
                  <a:pt x="5356810" y="2838976"/>
                </a:cubicBezTo>
                <a:lnTo>
                  <a:pt x="5347746" y="2838976"/>
                </a:lnTo>
                <a:cubicBezTo>
                  <a:pt x="5347418" y="2838976"/>
                  <a:pt x="5346958" y="2838517"/>
                  <a:pt x="5346958" y="2838517"/>
                </a:cubicBezTo>
                <a:lnTo>
                  <a:pt x="5342425" y="2830635"/>
                </a:lnTo>
                <a:cubicBezTo>
                  <a:pt x="5342295" y="2830372"/>
                  <a:pt x="5342425" y="2829781"/>
                  <a:pt x="5342425" y="2829781"/>
                </a:cubicBezTo>
                <a:lnTo>
                  <a:pt x="5346958" y="2821899"/>
                </a:lnTo>
                <a:cubicBezTo>
                  <a:pt x="5347154" y="2821637"/>
                  <a:pt x="5347746" y="2821440"/>
                  <a:pt x="5347746" y="2821440"/>
                </a:cubicBezTo>
                <a:close/>
                <a:moveTo>
                  <a:pt x="5093300" y="2821440"/>
                </a:moveTo>
                <a:lnTo>
                  <a:pt x="5102364" y="2821440"/>
                </a:lnTo>
                <a:cubicBezTo>
                  <a:pt x="5102693" y="2821440"/>
                  <a:pt x="5103153" y="2821899"/>
                  <a:pt x="5103153" y="2821899"/>
                </a:cubicBezTo>
                <a:lnTo>
                  <a:pt x="5107684" y="2829781"/>
                </a:lnTo>
                <a:cubicBezTo>
                  <a:pt x="5107815" y="2830043"/>
                  <a:pt x="5107684" y="2830635"/>
                  <a:pt x="5107684" y="2830635"/>
                </a:cubicBezTo>
                <a:lnTo>
                  <a:pt x="5103153" y="2838517"/>
                </a:lnTo>
                <a:cubicBezTo>
                  <a:pt x="5102955" y="2838779"/>
                  <a:pt x="5102364" y="2838976"/>
                  <a:pt x="5102364" y="2838976"/>
                </a:cubicBezTo>
                <a:lnTo>
                  <a:pt x="5093300" y="2838976"/>
                </a:lnTo>
                <a:cubicBezTo>
                  <a:pt x="5092972" y="2838976"/>
                  <a:pt x="5092512" y="2838517"/>
                  <a:pt x="5092512" y="2838517"/>
                </a:cubicBezTo>
                <a:lnTo>
                  <a:pt x="5087979" y="2830635"/>
                </a:lnTo>
                <a:cubicBezTo>
                  <a:pt x="5087848" y="2830372"/>
                  <a:pt x="5087979" y="2829781"/>
                  <a:pt x="5087979" y="2829781"/>
                </a:cubicBezTo>
                <a:lnTo>
                  <a:pt x="5092512" y="2821899"/>
                </a:lnTo>
                <a:cubicBezTo>
                  <a:pt x="5092708" y="2821637"/>
                  <a:pt x="5093300" y="2821440"/>
                  <a:pt x="5093300" y="2821440"/>
                </a:cubicBezTo>
                <a:close/>
                <a:moveTo>
                  <a:pt x="4838919" y="2821440"/>
                </a:moveTo>
                <a:lnTo>
                  <a:pt x="4847982" y="2821440"/>
                </a:lnTo>
                <a:cubicBezTo>
                  <a:pt x="4848311" y="2821440"/>
                  <a:pt x="4848772" y="2821899"/>
                  <a:pt x="4848772" y="2821899"/>
                </a:cubicBezTo>
                <a:lnTo>
                  <a:pt x="4853303" y="2829781"/>
                </a:lnTo>
                <a:cubicBezTo>
                  <a:pt x="4853435" y="2830043"/>
                  <a:pt x="4853303" y="2830635"/>
                  <a:pt x="4853303" y="2830635"/>
                </a:cubicBezTo>
                <a:lnTo>
                  <a:pt x="4848772" y="2838517"/>
                </a:lnTo>
                <a:cubicBezTo>
                  <a:pt x="4848575" y="2838779"/>
                  <a:pt x="4847982" y="2838976"/>
                  <a:pt x="4847982" y="2838976"/>
                </a:cubicBezTo>
                <a:lnTo>
                  <a:pt x="4838919" y="2838976"/>
                </a:lnTo>
                <a:cubicBezTo>
                  <a:pt x="4838590" y="2838976"/>
                  <a:pt x="4838132" y="2838517"/>
                  <a:pt x="4838132" y="2838517"/>
                </a:cubicBezTo>
                <a:lnTo>
                  <a:pt x="4833598" y="2830635"/>
                </a:lnTo>
                <a:cubicBezTo>
                  <a:pt x="4833467" y="2830372"/>
                  <a:pt x="4833598" y="2829781"/>
                  <a:pt x="4833598" y="2829781"/>
                </a:cubicBezTo>
                <a:lnTo>
                  <a:pt x="4838132" y="2821899"/>
                </a:lnTo>
                <a:cubicBezTo>
                  <a:pt x="4838328" y="2821637"/>
                  <a:pt x="4838919" y="2821440"/>
                  <a:pt x="4838919" y="2821440"/>
                </a:cubicBezTo>
                <a:close/>
                <a:moveTo>
                  <a:pt x="4584538" y="2821440"/>
                </a:moveTo>
                <a:lnTo>
                  <a:pt x="4593603" y="2821440"/>
                </a:lnTo>
                <a:cubicBezTo>
                  <a:pt x="4593932" y="2821440"/>
                  <a:pt x="4594390" y="2821899"/>
                  <a:pt x="4594390" y="2821899"/>
                </a:cubicBezTo>
                <a:lnTo>
                  <a:pt x="4598922" y="2829781"/>
                </a:lnTo>
                <a:cubicBezTo>
                  <a:pt x="4599054" y="2830043"/>
                  <a:pt x="4598922" y="2830635"/>
                  <a:pt x="4598922" y="2830635"/>
                </a:cubicBezTo>
                <a:lnTo>
                  <a:pt x="4594390" y="2838517"/>
                </a:lnTo>
                <a:cubicBezTo>
                  <a:pt x="4594193" y="2838779"/>
                  <a:pt x="4593603" y="2838976"/>
                  <a:pt x="4593603" y="2838976"/>
                </a:cubicBezTo>
                <a:lnTo>
                  <a:pt x="4584538" y="2838976"/>
                </a:lnTo>
                <a:cubicBezTo>
                  <a:pt x="4584210" y="2838976"/>
                  <a:pt x="4583749" y="2838517"/>
                  <a:pt x="4583749" y="2838517"/>
                </a:cubicBezTo>
                <a:lnTo>
                  <a:pt x="4579218" y="2830635"/>
                </a:lnTo>
                <a:cubicBezTo>
                  <a:pt x="4579087" y="2830372"/>
                  <a:pt x="4579218" y="2829781"/>
                  <a:pt x="4579218" y="2829781"/>
                </a:cubicBezTo>
                <a:lnTo>
                  <a:pt x="4583749" y="2821899"/>
                </a:lnTo>
                <a:cubicBezTo>
                  <a:pt x="4583948" y="2821637"/>
                  <a:pt x="4584538" y="2821440"/>
                  <a:pt x="4584538" y="2821440"/>
                </a:cubicBezTo>
                <a:close/>
                <a:moveTo>
                  <a:pt x="4330157" y="2821440"/>
                </a:moveTo>
                <a:lnTo>
                  <a:pt x="4339222" y="2821440"/>
                </a:lnTo>
                <a:cubicBezTo>
                  <a:pt x="4339550" y="2821440"/>
                  <a:pt x="4340010" y="2821899"/>
                  <a:pt x="4340010" y="2821899"/>
                </a:cubicBezTo>
                <a:lnTo>
                  <a:pt x="4344540" y="2829781"/>
                </a:lnTo>
                <a:cubicBezTo>
                  <a:pt x="4344672" y="2830043"/>
                  <a:pt x="4344540" y="2830635"/>
                  <a:pt x="4344540" y="2830635"/>
                </a:cubicBezTo>
                <a:lnTo>
                  <a:pt x="4340010" y="2838517"/>
                </a:lnTo>
                <a:cubicBezTo>
                  <a:pt x="4339812" y="2838779"/>
                  <a:pt x="4339222" y="2838976"/>
                  <a:pt x="4339222" y="2838976"/>
                </a:cubicBezTo>
                <a:lnTo>
                  <a:pt x="4330157" y="2838976"/>
                </a:lnTo>
                <a:cubicBezTo>
                  <a:pt x="4329829" y="2838976"/>
                  <a:pt x="4329369" y="2838517"/>
                  <a:pt x="4329369" y="2838517"/>
                </a:cubicBezTo>
                <a:lnTo>
                  <a:pt x="4324836" y="2830635"/>
                </a:lnTo>
                <a:cubicBezTo>
                  <a:pt x="4324706" y="2830372"/>
                  <a:pt x="4324836" y="2829781"/>
                  <a:pt x="4324836" y="2829781"/>
                </a:cubicBezTo>
                <a:lnTo>
                  <a:pt x="4329369" y="2821899"/>
                </a:lnTo>
                <a:cubicBezTo>
                  <a:pt x="4329565" y="2821637"/>
                  <a:pt x="4330157" y="2821440"/>
                  <a:pt x="4330157" y="2821440"/>
                </a:cubicBezTo>
                <a:close/>
                <a:moveTo>
                  <a:pt x="4075935" y="2821440"/>
                </a:moveTo>
                <a:lnTo>
                  <a:pt x="4084998" y="2821440"/>
                </a:lnTo>
                <a:cubicBezTo>
                  <a:pt x="4085326" y="2821440"/>
                  <a:pt x="4085787" y="2821899"/>
                  <a:pt x="4085787" y="2821899"/>
                </a:cubicBezTo>
                <a:lnTo>
                  <a:pt x="4090317" y="2829781"/>
                </a:lnTo>
                <a:cubicBezTo>
                  <a:pt x="4090450" y="2830043"/>
                  <a:pt x="4090317" y="2830635"/>
                  <a:pt x="4090317" y="2830635"/>
                </a:cubicBezTo>
                <a:lnTo>
                  <a:pt x="4085787" y="2838517"/>
                </a:lnTo>
                <a:cubicBezTo>
                  <a:pt x="4085589" y="2838779"/>
                  <a:pt x="4084998" y="2838976"/>
                  <a:pt x="4084998" y="2838976"/>
                </a:cubicBezTo>
                <a:lnTo>
                  <a:pt x="4075935" y="2838976"/>
                </a:lnTo>
                <a:cubicBezTo>
                  <a:pt x="4075606" y="2838976"/>
                  <a:pt x="4075147" y="2838517"/>
                  <a:pt x="4075147" y="2838517"/>
                </a:cubicBezTo>
                <a:lnTo>
                  <a:pt x="4070614" y="2830635"/>
                </a:lnTo>
                <a:cubicBezTo>
                  <a:pt x="4070481" y="2830372"/>
                  <a:pt x="4070614" y="2829781"/>
                  <a:pt x="4070614" y="2829781"/>
                </a:cubicBezTo>
                <a:lnTo>
                  <a:pt x="4075147" y="2821899"/>
                </a:lnTo>
                <a:cubicBezTo>
                  <a:pt x="4075342" y="2821637"/>
                  <a:pt x="4075935" y="2821440"/>
                  <a:pt x="4075935" y="2821440"/>
                </a:cubicBezTo>
                <a:close/>
                <a:moveTo>
                  <a:pt x="3821423" y="2821440"/>
                </a:moveTo>
                <a:lnTo>
                  <a:pt x="3830488" y="2821440"/>
                </a:lnTo>
                <a:cubicBezTo>
                  <a:pt x="3830815" y="2821440"/>
                  <a:pt x="3831274" y="2821899"/>
                  <a:pt x="3831274" y="2821899"/>
                </a:cubicBezTo>
                <a:lnTo>
                  <a:pt x="3835806" y="2829781"/>
                </a:lnTo>
                <a:cubicBezTo>
                  <a:pt x="3835941" y="2830043"/>
                  <a:pt x="3835806" y="2830635"/>
                  <a:pt x="3835806" y="2830635"/>
                </a:cubicBezTo>
                <a:lnTo>
                  <a:pt x="3831274" y="2838517"/>
                </a:lnTo>
                <a:cubicBezTo>
                  <a:pt x="3831077" y="2838779"/>
                  <a:pt x="3830488" y="2838976"/>
                  <a:pt x="3830488" y="2838976"/>
                </a:cubicBezTo>
                <a:lnTo>
                  <a:pt x="3821423" y="2838976"/>
                </a:lnTo>
                <a:cubicBezTo>
                  <a:pt x="3821093" y="2838976"/>
                  <a:pt x="3820635" y="2838517"/>
                  <a:pt x="3820635" y="2838517"/>
                </a:cubicBezTo>
                <a:lnTo>
                  <a:pt x="3816104" y="2830635"/>
                </a:lnTo>
                <a:cubicBezTo>
                  <a:pt x="3815971" y="2830372"/>
                  <a:pt x="3816104" y="2829781"/>
                  <a:pt x="3816104" y="2829781"/>
                </a:cubicBezTo>
                <a:lnTo>
                  <a:pt x="3820635" y="2821899"/>
                </a:lnTo>
                <a:cubicBezTo>
                  <a:pt x="3820832" y="2821637"/>
                  <a:pt x="3821423" y="2821440"/>
                  <a:pt x="3821423" y="2821440"/>
                </a:cubicBezTo>
                <a:close/>
                <a:moveTo>
                  <a:pt x="3567049" y="2821440"/>
                </a:moveTo>
                <a:lnTo>
                  <a:pt x="3576114" y="2821440"/>
                </a:lnTo>
                <a:cubicBezTo>
                  <a:pt x="3576442" y="2821440"/>
                  <a:pt x="3576902" y="2821899"/>
                  <a:pt x="3576902" y="2821899"/>
                </a:cubicBezTo>
                <a:lnTo>
                  <a:pt x="3581432" y="2829781"/>
                </a:lnTo>
                <a:cubicBezTo>
                  <a:pt x="3581564" y="2830043"/>
                  <a:pt x="3581432" y="2830635"/>
                  <a:pt x="3581432" y="2830635"/>
                </a:cubicBezTo>
                <a:lnTo>
                  <a:pt x="3576902" y="2838517"/>
                </a:lnTo>
                <a:cubicBezTo>
                  <a:pt x="3576705" y="2838779"/>
                  <a:pt x="3576114" y="2838976"/>
                  <a:pt x="3576114" y="2838976"/>
                </a:cubicBezTo>
                <a:lnTo>
                  <a:pt x="3567049" y="2838976"/>
                </a:lnTo>
                <a:cubicBezTo>
                  <a:pt x="3566721" y="2838976"/>
                  <a:pt x="3566261" y="2838517"/>
                  <a:pt x="3566261" y="2838517"/>
                </a:cubicBezTo>
                <a:lnTo>
                  <a:pt x="3561728" y="2830635"/>
                </a:lnTo>
                <a:cubicBezTo>
                  <a:pt x="3561597" y="2830372"/>
                  <a:pt x="3561728" y="2829781"/>
                  <a:pt x="3561728" y="2829781"/>
                </a:cubicBezTo>
                <a:lnTo>
                  <a:pt x="3566261" y="2821899"/>
                </a:lnTo>
                <a:cubicBezTo>
                  <a:pt x="3566458" y="2821637"/>
                  <a:pt x="3567049" y="2821440"/>
                  <a:pt x="3567049" y="2821440"/>
                </a:cubicBezTo>
                <a:close/>
                <a:moveTo>
                  <a:pt x="3312652" y="2821440"/>
                </a:moveTo>
                <a:lnTo>
                  <a:pt x="3321716" y="2821440"/>
                </a:lnTo>
                <a:cubicBezTo>
                  <a:pt x="3322044" y="2821440"/>
                  <a:pt x="3322504" y="2821899"/>
                  <a:pt x="3322504" y="2821899"/>
                </a:cubicBezTo>
                <a:lnTo>
                  <a:pt x="3327035" y="2829781"/>
                </a:lnTo>
                <a:cubicBezTo>
                  <a:pt x="3327167" y="2830043"/>
                  <a:pt x="3327035" y="2830635"/>
                  <a:pt x="3327035" y="2830635"/>
                </a:cubicBezTo>
                <a:lnTo>
                  <a:pt x="3322504" y="2838517"/>
                </a:lnTo>
                <a:cubicBezTo>
                  <a:pt x="3322307" y="2838779"/>
                  <a:pt x="3321716" y="2838976"/>
                  <a:pt x="3321716" y="2838976"/>
                </a:cubicBezTo>
                <a:lnTo>
                  <a:pt x="3312652" y="2838976"/>
                </a:lnTo>
                <a:cubicBezTo>
                  <a:pt x="3312324" y="2838976"/>
                  <a:pt x="3311864" y="2838517"/>
                  <a:pt x="3311864" y="2838517"/>
                </a:cubicBezTo>
                <a:lnTo>
                  <a:pt x="3307331" y="2830635"/>
                </a:lnTo>
                <a:cubicBezTo>
                  <a:pt x="3307200" y="2830372"/>
                  <a:pt x="3307331" y="2829781"/>
                  <a:pt x="3307331" y="2829781"/>
                </a:cubicBezTo>
                <a:lnTo>
                  <a:pt x="3311864" y="2821899"/>
                </a:lnTo>
                <a:cubicBezTo>
                  <a:pt x="3312059" y="2821637"/>
                  <a:pt x="3312652" y="2821440"/>
                  <a:pt x="3312652" y="2821440"/>
                </a:cubicBezTo>
                <a:close/>
                <a:moveTo>
                  <a:pt x="3058343" y="2821440"/>
                </a:moveTo>
                <a:lnTo>
                  <a:pt x="3067409" y="2821440"/>
                </a:lnTo>
                <a:cubicBezTo>
                  <a:pt x="3067738" y="2821440"/>
                  <a:pt x="3068197" y="2821899"/>
                  <a:pt x="3068197" y="2821899"/>
                </a:cubicBezTo>
                <a:lnTo>
                  <a:pt x="3072729" y="2829781"/>
                </a:lnTo>
                <a:cubicBezTo>
                  <a:pt x="3072861" y="2830043"/>
                  <a:pt x="3072729" y="2830635"/>
                  <a:pt x="3072729" y="2830635"/>
                </a:cubicBezTo>
                <a:lnTo>
                  <a:pt x="3068197" y="2838517"/>
                </a:lnTo>
                <a:cubicBezTo>
                  <a:pt x="3068000" y="2838779"/>
                  <a:pt x="3067409" y="2838976"/>
                  <a:pt x="3067409" y="2838976"/>
                </a:cubicBezTo>
                <a:lnTo>
                  <a:pt x="3058343" y="2838976"/>
                </a:lnTo>
                <a:cubicBezTo>
                  <a:pt x="3058015" y="2838976"/>
                  <a:pt x="3057556" y="2838517"/>
                  <a:pt x="3057556" y="2838517"/>
                </a:cubicBezTo>
                <a:lnTo>
                  <a:pt x="3053025" y="2830635"/>
                </a:lnTo>
                <a:cubicBezTo>
                  <a:pt x="3052892" y="2830372"/>
                  <a:pt x="3053025" y="2829781"/>
                  <a:pt x="3053025" y="2829781"/>
                </a:cubicBezTo>
                <a:lnTo>
                  <a:pt x="3057556" y="2821899"/>
                </a:lnTo>
                <a:cubicBezTo>
                  <a:pt x="3057755" y="2821637"/>
                  <a:pt x="3058343" y="2821440"/>
                  <a:pt x="3058343" y="2821440"/>
                </a:cubicBezTo>
                <a:close/>
                <a:moveTo>
                  <a:pt x="2803756" y="2821440"/>
                </a:moveTo>
                <a:lnTo>
                  <a:pt x="2812820" y="2821440"/>
                </a:lnTo>
                <a:cubicBezTo>
                  <a:pt x="2813148" y="2821440"/>
                  <a:pt x="2813608" y="2821899"/>
                  <a:pt x="2813608" y="2821899"/>
                </a:cubicBezTo>
                <a:lnTo>
                  <a:pt x="2818139" y="2829781"/>
                </a:lnTo>
                <a:cubicBezTo>
                  <a:pt x="2818271" y="2830043"/>
                  <a:pt x="2818139" y="2830635"/>
                  <a:pt x="2818139" y="2830635"/>
                </a:cubicBezTo>
                <a:lnTo>
                  <a:pt x="2813608" y="2838517"/>
                </a:lnTo>
                <a:cubicBezTo>
                  <a:pt x="2813411" y="2838779"/>
                  <a:pt x="2812820" y="2838976"/>
                  <a:pt x="2812820" y="2838976"/>
                </a:cubicBezTo>
                <a:lnTo>
                  <a:pt x="2803756" y="2838976"/>
                </a:lnTo>
                <a:cubicBezTo>
                  <a:pt x="2803426" y="2838976"/>
                  <a:pt x="2802967" y="2838517"/>
                  <a:pt x="2802967" y="2838517"/>
                </a:cubicBezTo>
                <a:lnTo>
                  <a:pt x="2798435" y="2830635"/>
                </a:lnTo>
                <a:cubicBezTo>
                  <a:pt x="2798304" y="2830372"/>
                  <a:pt x="2798435" y="2829781"/>
                  <a:pt x="2798435" y="2829781"/>
                </a:cubicBezTo>
                <a:lnTo>
                  <a:pt x="2802967" y="2821899"/>
                </a:lnTo>
                <a:cubicBezTo>
                  <a:pt x="2803166" y="2821637"/>
                  <a:pt x="2803756" y="2821440"/>
                  <a:pt x="2803756" y="2821440"/>
                </a:cubicBezTo>
                <a:close/>
                <a:moveTo>
                  <a:pt x="2549476" y="2821440"/>
                </a:moveTo>
                <a:lnTo>
                  <a:pt x="2558541" y="2821440"/>
                </a:lnTo>
                <a:cubicBezTo>
                  <a:pt x="2558869" y="2821440"/>
                  <a:pt x="2559330" y="2821899"/>
                  <a:pt x="2559330" y="2821899"/>
                </a:cubicBezTo>
                <a:lnTo>
                  <a:pt x="2563862" y="2829781"/>
                </a:lnTo>
                <a:cubicBezTo>
                  <a:pt x="2563993" y="2830043"/>
                  <a:pt x="2563862" y="2830635"/>
                  <a:pt x="2563862" y="2830635"/>
                </a:cubicBezTo>
                <a:lnTo>
                  <a:pt x="2559330" y="2838517"/>
                </a:lnTo>
                <a:cubicBezTo>
                  <a:pt x="2559132" y="2838779"/>
                  <a:pt x="2558541" y="2838976"/>
                  <a:pt x="2558541" y="2838976"/>
                </a:cubicBezTo>
                <a:lnTo>
                  <a:pt x="2549476" y="2838976"/>
                </a:lnTo>
                <a:cubicBezTo>
                  <a:pt x="2549149" y="2838976"/>
                  <a:pt x="2548688" y="2838517"/>
                  <a:pt x="2548688" y="2838517"/>
                </a:cubicBezTo>
                <a:lnTo>
                  <a:pt x="2544156" y="2830635"/>
                </a:lnTo>
                <a:cubicBezTo>
                  <a:pt x="2544025" y="2830372"/>
                  <a:pt x="2544156" y="2829781"/>
                  <a:pt x="2544156" y="2829781"/>
                </a:cubicBezTo>
                <a:lnTo>
                  <a:pt x="2548688" y="2821899"/>
                </a:lnTo>
                <a:cubicBezTo>
                  <a:pt x="2548885" y="2821637"/>
                  <a:pt x="2549476" y="2821440"/>
                  <a:pt x="2549476" y="2821440"/>
                </a:cubicBezTo>
                <a:close/>
                <a:moveTo>
                  <a:pt x="2295027" y="2821440"/>
                </a:moveTo>
                <a:lnTo>
                  <a:pt x="2304092" y="2821440"/>
                </a:lnTo>
                <a:cubicBezTo>
                  <a:pt x="2304422" y="2821440"/>
                  <a:pt x="2304881" y="2821899"/>
                  <a:pt x="2304881" y="2821899"/>
                </a:cubicBezTo>
                <a:lnTo>
                  <a:pt x="2309412" y="2829781"/>
                </a:lnTo>
                <a:cubicBezTo>
                  <a:pt x="2309543" y="2830043"/>
                  <a:pt x="2309412" y="2830635"/>
                  <a:pt x="2309412" y="2830635"/>
                </a:cubicBezTo>
                <a:lnTo>
                  <a:pt x="2304881" y="2838517"/>
                </a:lnTo>
                <a:cubicBezTo>
                  <a:pt x="2304684" y="2838779"/>
                  <a:pt x="2304092" y="2838976"/>
                  <a:pt x="2304092" y="2838976"/>
                </a:cubicBezTo>
                <a:lnTo>
                  <a:pt x="2295027" y="2838976"/>
                </a:lnTo>
                <a:cubicBezTo>
                  <a:pt x="2294700" y="2838976"/>
                  <a:pt x="2294239" y="2838517"/>
                  <a:pt x="2294239" y="2838517"/>
                </a:cubicBezTo>
                <a:lnTo>
                  <a:pt x="2289707" y="2830635"/>
                </a:lnTo>
                <a:cubicBezTo>
                  <a:pt x="2289576" y="2830372"/>
                  <a:pt x="2289707" y="2829781"/>
                  <a:pt x="2289707" y="2829781"/>
                </a:cubicBezTo>
                <a:lnTo>
                  <a:pt x="2294239" y="2821899"/>
                </a:lnTo>
                <a:cubicBezTo>
                  <a:pt x="2294436" y="2821637"/>
                  <a:pt x="2295027" y="2821440"/>
                  <a:pt x="2295027" y="2821440"/>
                </a:cubicBezTo>
                <a:close/>
                <a:moveTo>
                  <a:pt x="2040609" y="2821440"/>
                </a:moveTo>
                <a:lnTo>
                  <a:pt x="2049673" y="2821440"/>
                </a:lnTo>
                <a:cubicBezTo>
                  <a:pt x="2050001" y="2821440"/>
                  <a:pt x="2050461" y="2821899"/>
                  <a:pt x="2050461" y="2821899"/>
                </a:cubicBezTo>
                <a:lnTo>
                  <a:pt x="2054993" y="2829781"/>
                </a:lnTo>
                <a:cubicBezTo>
                  <a:pt x="2055124" y="2830043"/>
                  <a:pt x="2054993" y="2830635"/>
                  <a:pt x="2054993" y="2830635"/>
                </a:cubicBezTo>
                <a:lnTo>
                  <a:pt x="2050461" y="2838517"/>
                </a:lnTo>
                <a:cubicBezTo>
                  <a:pt x="2050264" y="2838779"/>
                  <a:pt x="2049673" y="2838976"/>
                  <a:pt x="2049673" y="2838976"/>
                </a:cubicBezTo>
                <a:lnTo>
                  <a:pt x="2040609" y="2838976"/>
                </a:lnTo>
                <a:cubicBezTo>
                  <a:pt x="2040280" y="2838976"/>
                  <a:pt x="2039821" y="2838517"/>
                  <a:pt x="2039821" y="2838517"/>
                </a:cubicBezTo>
                <a:lnTo>
                  <a:pt x="2035288" y="2830635"/>
                </a:lnTo>
                <a:cubicBezTo>
                  <a:pt x="2035157" y="2830372"/>
                  <a:pt x="2035288" y="2829781"/>
                  <a:pt x="2035288" y="2829781"/>
                </a:cubicBezTo>
                <a:lnTo>
                  <a:pt x="2039821" y="2821899"/>
                </a:lnTo>
                <a:cubicBezTo>
                  <a:pt x="2040018" y="2821637"/>
                  <a:pt x="2040609" y="2821440"/>
                  <a:pt x="2040609" y="2821440"/>
                </a:cubicBezTo>
                <a:close/>
                <a:moveTo>
                  <a:pt x="1786361" y="2821440"/>
                </a:moveTo>
                <a:lnTo>
                  <a:pt x="1795426" y="2821440"/>
                </a:lnTo>
                <a:cubicBezTo>
                  <a:pt x="1795753" y="2821440"/>
                  <a:pt x="1796214" y="2821899"/>
                  <a:pt x="1796214" y="2821899"/>
                </a:cubicBezTo>
                <a:lnTo>
                  <a:pt x="1800745" y="2829781"/>
                </a:lnTo>
                <a:cubicBezTo>
                  <a:pt x="1800877" y="2830043"/>
                  <a:pt x="1800745" y="2830635"/>
                  <a:pt x="1800745" y="2830635"/>
                </a:cubicBezTo>
                <a:lnTo>
                  <a:pt x="1796214" y="2838517"/>
                </a:lnTo>
                <a:cubicBezTo>
                  <a:pt x="1796017" y="2838779"/>
                  <a:pt x="1795426" y="2838976"/>
                  <a:pt x="1795426" y="2838976"/>
                </a:cubicBezTo>
                <a:lnTo>
                  <a:pt x="1786361" y="2838976"/>
                </a:lnTo>
                <a:cubicBezTo>
                  <a:pt x="1786034" y="2838976"/>
                  <a:pt x="1785574" y="2838517"/>
                  <a:pt x="1785574" y="2838517"/>
                </a:cubicBezTo>
                <a:lnTo>
                  <a:pt x="1781042" y="2830635"/>
                </a:lnTo>
                <a:cubicBezTo>
                  <a:pt x="1780910" y="2830372"/>
                  <a:pt x="1781042" y="2829781"/>
                  <a:pt x="1781042" y="2829781"/>
                </a:cubicBezTo>
                <a:lnTo>
                  <a:pt x="1785574" y="2821899"/>
                </a:lnTo>
                <a:cubicBezTo>
                  <a:pt x="1785770" y="2821637"/>
                  <a:pt x="1786361" y="2821440"/>
                  <a:pt x="1786361" y="2821440"/>
                </a:cubicBezTo>
                <a:close/>
                <a:moveTo>
                  <a:pt x="1531882" y="2821440"/>
                </a:moveTo>
                <a:lnTo>
                  <a:pt x="1540946" y="2821440"/>
                </a:lnTo>
                <a:cubicBezTo>
                  <a:pt x="1541275" y="2821440"/>
                  <a:pt x="1541735" y="2821899"/>
                  <a:pt x="1541735" y="2821899"/>
                </a:cubicBezTo>
                <a:lnTo>
                  <a:pt x="1546267" y="2829781"/>
                </a:lnTo>
                <a:cubicBezTo>
                  <a:pt x="1546398" y="2830043"/>
                  <a:pt x="1546267" y="2830635"/>
                  <a:pt x="1546267" y="2830635"/>
                </a:cubicBezTo>
                <a:lnTo>
                  <a:pt x="1541735" y="2838517"/>
                </a:lnTo>
                <a:cubicBezTo>
                  <a:pt x="1541538" y="2838779"/>
                  <a:pt x="1540946" y="2838976"/>
                  <a:pt x="1540946" y="2838976"/>
                </a:cubicBezTo>
                <a:lnTo>
                  <a:pt x="1531882" y="2838976"/>
                </a:lnTo>
                <a:cubicBezTo>
                  <a:pt x="1531552" y="2838976"/>
                  <a:pt x="1531093" y="2838517"/>
                  <a:pt x="1531093" y="2838517"/>
                </a:cubicBezTo>
                <a:lnTo>
                  <a:pt x="1526561" y="2830635"/>
                </a:lnTo>
                <a:cubicBezTo>
                  <a:pt x="1526431" y="2830372"/>
                  <a:pt x="1526561" y="2829781"/>
                  <a:pt x="1526561" y="2829781"/>
                </a:cubicBezTo>
                <a:lnTo>
                  <a:pt x="1531093" y="2821899"/>
                </a:lnTo>
                <a:cubicBezTo>
                  <a:pt x="1531292" y="2821637"/>
                  <a:pt x="1531882" y="2821440"/>
                  <a:pt x="1531882" y="2821440"/>
                </a:cubicBezTo>
                <a:close/>
                <a:moveTo>
                  <a:pt x="1277510" y="2821440"/>
                </a:moveTo>
                <a:lnTo>
                  <a:pt x="1286575" y="2821440"/>
                </a:lnTo>
                <a:cubicBezTo>
                  <a:pt x="1286903" y="2821440"/>
                  <a:pt x="1287363" y="2821899"/>
                  <a:pt x="1287363" y="2821899"/>
                </a:cubicBezTo>
                <a:lnTo>
                  <a:pt x="1291896" y="2829781"/>
                </a:lnTo>
                <a:cubicBezTo>
                  <a:pt x="1292027" y="2830043"/>
                  <a:pt x="1291896" y="2830635"/>
                  <a:pt x="1291896" y="2830635"/>
                </a:cubicBezTo>
                <a:lnTo>
                  <a:pt x="1287363" y="2838517"/>
                </a:lnTo>
                <a:cubicBezTo>
                  <a:pt x="1287167" y="2838779"/>
                  <a:pt x="1286575" y="2838976"/>
                  <a:pt x="1286575" y="2838976"/>
                </a:cubicBezTo>
                <a:lnTo>
                  <a:pt x="1277510" y="2838976"/>
                </a:lnTo>
                <a:cubicBezTo>
                  <a:pt x="1277182" y="2838976"/>
                  <a:pt x="1276722" y="2838517"/>
                  <a:pt x="1276722" y="2838517"/>
                </a:cubicBezTo>
                <a:lnTo>
                  <a:pt x="1272191" y="2830635"/>
                </a:lnTo>
                <a:cubicBezTo>
                  <a:pt x="1272060" y="2830372"/>
                  <a:pt x="1272191" y="2829781"/>
                  <a:pt x="1272191" y="2829781"/>
                </a:cubicBezTo>
                <a:lnTo>
                  <a:pt x="1276722" y="2821899"/>
                </a:lnTo>
                <a:cubicBezTo>
                  <a:pt x="1276918" y="2821637"/>
                  <a:pt x="1277510" y="2821440"/>
                  <a:pt x="1277510" y="2821440"/>
                </a:cubicBezTo>
                <a:close/>
                <a:moveTo>
                  <a:pt x="1023071" y="2821440"/>
                </a:moveTo>
                <a:lnTo>
                  <a:pt x="1032136" y="2821440"/>
                </a:lnTo>
                <a:cubicBezTo>
                  <a:pt x="1032465" y="2821440"/>
                  <a:pt x="1032923" y="2821899"/>
                  <a:pt x="1032923" y="2821899"/>
                </a:cubicBezTo>
                <a:lnTo>
                  <a:pt x="1037456" y="2829781"/>
                </a:lnTo>
                <a:cubicBezTo>
                  <a:pt x="1037588" y="2830043"/>
                  <a:pt x="1037456" y="2830635"/>
                  <a:pt x="1037456" y="2830635"/>
                </a:cubicBezTo>
                <a:lnTo>
                  <a:pt x="1032923" y="2838517"/>
                </a:lnTo>
                <a:cubicBezTo>
                  <a:pt x="1032727" y="2838779"/>
                  <a:pt x="1032136" y="2838976"/>
                  <a:pt x="1032136" y="2838976"/>
                </a:cubicBezTo>
                <a:lnTo>
                  <a:pt x="1023071" y="2838976"/>
                </a:lnTo>
                <a:cubicBezTo>
                  <a:pt x="1022743" y="2838976"/>
                  <a:pt x="1022283" y="2838517"/>
                  <a:pt x="1022283" y="2838517"/>
                </a:cubicBezTo>
                <a:lnTo>
                  <a:pt x="1017750" y="2830635"/>
                </a:lnTo>
                <a:cubicBezTo>
                  <a:pt x="1017620" y="2830372"/>
                  <a:pt x="1017750" y="2829781"/>
                  <a:pt x="1017750" y="2829781"/>
                </a:cubicBezTo>
                <a:lnTo>
                  <a:pt x="1022283" y="2821899"/>
                </a:lnTo>
                <a:cubicBezTo>
                  <a:pt x="1022480" y="2821637"/>
                  <a:pt x="1023071" y="2821440"/>
                  <a:pt x="1023071" y="2821440"/>
                </a:cubicBezTo>
                <a:close/>
                <a:moveTo>
                  <a:pt x="768576" y="2821440"/>
                </a:moveTo>
                <a:lnTo>
                  <a:pt x="777640" y="2821440"/>
                </a:lnTo>
                <a:cubicBezTo>
                  <a:pt x="777968" y="2821440"/>
                  <a:pt x="778427" y="2821899"/>
                  <a:pt x="778427" y="2821899"/>
                </a:cubicBezTo>
                <a:lnTo>
                  <a:pt x="782959" y="2829781"/>
                </a:lnTo>
                <a:cubicBezTo>
                  <a:pt x="783091" y="2830043"/>
                  <a:pt x="782959" y="2830635"/>
                  <a:pt x="782959" y="2830635"/>
                </a:cubicBezTo>
                <a:lnTo>
                  <a:pt x="778427" y="2838517"/>
                </a:lnTo>
                <a:cubicBezTo>
                  <a:pt x="778230" y="2838779"/>
                  <a:pt x="777640" y="2838976"/>
                  <a:pt x="777640" y="2838976"/>
                </a:cubicBezTo>
                <a:lnTo>
                  <a:pt x="768576" y="2838976"/>
                </a:lnTo>
                <a:cubicBezTo>
                  <a:pt x="768247" y="2838976"/>
                  <a:pt x="767788" y="2838517"/>
                  <a:pt x="767788" y="2838517"/>
                </a:cubicBezTo>
                <a:lnTo>
                  <a:pt x="763255" y="2830635"/>
                </a:lnTo>
                <a:cubicBezTo>
                  <a:pt x="763123" y="2830372"/>
                  <a:pt x="763255" y="2829781"/>
                  <a:pt x="763255" y="2829781"/>
                </a:cubicBezTo>
                <a:lnTo>
                  <a:pt x="767788" y="2821899"/>
                </a:lnTo>
                <a:cubicBezTo>
                  <a:pt x="767985" y="2821637"/>
                  <a:pt x="768576" y="2821440"/>
                  <a:pt x="768576" y="2821440"/>
                </a:cubicBezTo>
                <a:close/>
                <a:moveTo>
                  <a:pt x="514312" y="2821440"/>
                </a:moveTo>
                <a:lnTo>
                  <a:pt x="523376" y="2821440"/>
                </a:lnTo>
                <a:cubicBezTo>
                  <a:pt x="523704" y="2821440"/>
                  <a:pt x="524164" y="2821899"/>
                  <a:pt x="524164" y="2821899"/>
                </a:cubicBezTo>
                <a:lnTo>
                  <a:pt x="528696" y="2829781"/>
                </a:lnTo>
                <a:cubicBezTo>
                  <a:pt x="528827" y="2830043"/>
                  <a:pt x="528696" y="2830635"/>
                  <a:pt x="528696" y="2830635"/>
                </a:cubicBezTo>
                <a:lnTo>
                  <a:pt x="524164" y="2838517"/>
                </a:lnTo>
                <a:cubicBezTo>
                  <a:pt x="523967" y="2838779"/>
                  <a:pt x="523376" y="2838976"/>
                  <a:pt x="523376" y="2838976"/>
                </a:cubicBezTo>
                <a:lnTo>
                  <a:pt x="514312" y="2838976"/>
                </a:lnTo>
                <a:cubicBezTo>
                  <a:pt x="513983" y="2838976"/>
                  <a:pt x="513524" y="2838517"/>
                  <a:pt x="513524" y="2838517"/>
                </a:cubicBezTo>
                <a:lnTo>
                  <a:pt x="508991" y="2830635"/>
                </a:lnTo>
                <a:cubicBezTo>
                  <a:pt x="508860" y="2830372"/>
                  <a:pt x="508991" y="2829781"/>
                  <a:pt x="508991" y="2829781"/>
                </a:cubicBezTo>
                <a:lnTo>
                  <a:pt x="513524" y="2821899"/>
                </a:lnTo>
                <a:cubicBezTo>
                  <a:pt x="513721" y="2821637"/>
                  <a:pt x="514312" y="2821440"/>
                  <a:pt x="514312" y="2821440"/>
                </a:cubicBezTo>
                <a:close/>
                <a:moveTo>
                  <a:pt x="259839" y="2821440"/>
                </a:moveTo>
                <a:lnTo>
                  <a:pt x="268902" y="2821440"/>
                </a:lnTo>
                <a:cubicBezTo>
                  <a:pt x="269230" y="2821440"/>
                  <a:pt x="269690" y="2821899"/>
                  <a:pt x="269690" y="2821899"/>
                </a:cubicBezTo>
                <a:lnTo>
                  <a:pt x="274222" y="2829781"/>
                </a:lnTo>
                <a:cubicBezTo>
                  <a:pt x="274353" y="2830043"/>
                  <a:pt x="274222" y="2830635"/>
                  <a:pt x="274222" y="2830635"/>
                </a:cubicBezTo>
                <a:lnTo>
                  <a:pt x="269690" y="2838517"/>
                </a:lnTo>
                <a:cubicBezTo>
                  <a:pt x="269493" y="2838779"/>
                  <a:pt x="268902" y="2838976"/>
                  <a:pt x="268902" y="2838976"/>
                </a:cubicBezTo>
                <a:lnTo>
                  <a:pt x="259839" y="2838976"/>
                </a:lnTo>
                <a:cubicBezTo>
                  <a:pt x="259509" y="2838976"/>
                  <a:pt x="259049" y="2838517"/>
                  <a:pt x="259049" y="2838517"/>
                </a:cubicBezTo>
                <a:lnTo>
                  <a:pt x="254518" y="2830635"/>
                </a:lnTo>
                <a:cubicBezTo>
                  <a:pt x="254386" y="2830372"/>
                  <a:pt x="254518" y="2829781"/>
                  <a:pt x="254518" y="2829781"/>
                </a:cubicBezTo>
                <a:lnTo>
                  <a:pt x="259049" y="2821899"/>
                </a:lnTo>
                <a:cubicBezTo>
                  <a:pt x="259246" y="2821637"/>
                  <a:pt x="259839" y="2821440"/>
                  <a:pt x="259839" y="2821440"/>
                </a:cubicBezTo>
                <a:close/>
                <a:moveTo>
                  <a:pt x="5575" y="2821440"/>
                </a:moveTo>
                <a:lnTo>
                  <a:pt x="14639" y="2821440"/>
                </a:lnTo>
                <a:cubicBezTo>
                  <a:pt x="14967" y="2821440"/>
                  <a:pt x="15427" y="2821899"/>
                  <a:pt x="15427" y="2821899"/>
                </a:cubicBezTo>
                <a:lnTo>
                  <a:pt x="19959" y="2829781"/>
                </a:lnTo>
                <a:cubicBezTo>
                  <a:pt x="20090" y="2830043"/>
                  <a:pt x="19959" y="2830635"/>
                  <a:pt x="19959" y="2830635"/>
                </a:cubicBezTo>
                <a:lnTo>
                  <a:pt x="15427" y="2838517"/>
                </a:lnTo>
                <a:cubicBezTo>
                  <a:pt x="15230" y="2838779"/>
                  <a:pt x="14639" y="2838976"/>
                  <a:pt x="14639" y="2838976"/>
                </a:cubicBezTo>
                <a:lnTo>
                  <a:pt x="5575" y="2838976"/>
                </a:lnTo>
                <a:cubicBezTo>
                  <a:pt x="5245" y="2838976"/>
                  <a:pt x="4786" y="2838517"/>
                  <a:pt x="4786" y="2838517"/>
                </a:cubicBezTo>
                <a:lnTo>
                  <a:pt x="254" y="2830635"/>
                </a:lnTo>
                <a:cubicBezTo>
                  <a:pt x="123" y="2830372"/>
                  <a:pt x="254" y="2829781"/>
                  <a:pt x="254" y="2829781"/>
                </a:cubicBezTo>
                <a:lnTo>
                  <a:pt x="4786" y="2821899"/>
                </a:lnTo>
                <a:cubicBezTo>
                  <a:pt x="4983" y="2821637"/>
                  <a:pt x="5575" y="2821440"/>
                  <a:pt x="5575" y="2821440"/>
                </a:cubicBezTo>
                <a:close/>
                <a:moveTo>
                  <a:pt x="10435622" y="2604431"/>
                </a:moveTo>
                <a:lnTo>
                  <a:pt x="10444686" y="2604431"/>
                </a:lnTo>
                <a:cubicBezTo>
                  <a:pt x="10445015" y="2604431"/>
                  <a:pt x="10445474" y="2604891"/>
                  <a:pt x="10445474" y="2604891"/>
                </a:cubicBezTo>
                <a:lnTo>
                  <a:pt x="10450007" y="2612772"/>
                </a:lnTo>
                <a:cubicBezTo>
                  <a:pt x="10450138" y="2613035"/>
                  <a:pt x="10450007" y="2613626"/>
                  <a:pt x="10450007" y="2613626"/>
                </a:cubicBezTo>
                <a:lnTo>
                  <a:pt x="10445474" y="2621508"/>
                </a:lnTo>
                <a:cubicBezTo>
                  <a:pt x="10445278" y="2621771"/>
                  <a:pt x="10444686" y="2621968"/>
                  <a:pt x="10444686" y="2621968"/>
                </a:cubicBezTo>
                <a:lnTo>
                  <a:pt x="10435622" y="2621968"/>
                </a:lnTo>
                <a:cubicBezTo>
                  <a:pt x="10435295" y="2621968"/>
                  <a:pt x="10434834" y="2621508"/>
                  <a:pt x="10434834" y="2621508"/>
                </a:cubicBezTo>
                <a:lnTo>
                  <a:pt x="10430302" y="2613626"/>
                </a:lnTo>
                <a:cubicBezTo>
                  <a:pt x="10430171" y="2613363"/>
                  <a:pt x="10430302" y="2612772"/>
                  <a:pt x="10430302" y="2612772"/>
                </a:cubicBezTo>
                <a:lnTo>
                  <a:pt x="10434834" y="2604891"/>
                </a:lnTo>
                <a:cubicBezTo>
                  <a:pt x="10435031" y="2604628"/>
                  <a:pt x="10435622" y="2604431"/>
                  <a:pt x="10435622" y="2604431"/>
                </a:cubicBezTo>
                <a:close/>
                <a:moveTo>
                  <a:pt x="10181242" y="2604431"/>
                </a:moveTo>
                <a:lnTo>
                  <a:pt x="10190305" y="2604431"/>
                </a:lnTo>
                <a:cubicBezTo>
                  <a:pt x="10190635" y="2604431"/>
                  <a:pt x="10191093" y="2604891"/>
                  <a:pt x="10191093" y="2604891"/>
                </a:cubicBezTo>
                <a:lnTo>
                  <a:pt x="10195626" y="2612772"/>
                </a:lnTo>
                <a:cubicBezTo>
                  <a:pt x="10195758" y="2613035"/>
                  <a:pt x="10195626" y="2613626"/>
                  <a:pt x="10195626" y="2613626"/>
                </a:cubicBezTo>
                <a:lnTo>
                  <a:pt x="10191093" y="2621508"/>
                </a:lnTo>
                <a:cubicBezTo>
                  <a:pt x="10190896" y="2621771"/>
                  <a:pt x="10190305" y="2621968"/>
                  <a:pt x="10190305" y="2621968"/>
                </a:cubicBezTo>
                <a:lnTo>
                  <a:pt x="10181242" y="2621968"/>
                </a:lnTo>
                <a:cubicBezTo>
                  <a:pt x="10180914" y="2621968"/>
                  <a:pt x="10180453" y="2621508"/>
                  <a:pt x="10180453" y="2621508"/>
                </a:cubicBezTo>
                <a:lnTo>
                  <a:pt x="10175922" y="2613626"/>
                </a:lnTo>
                <a:cubicBezTo>
                  <a:pt x="10175790" y="2613363"/>
                  <a:pt x="10175922" y="2612772"/>
                  <a:pt x="10175922" y="2612772"/>
                </a:cubicBezTo>
                <a:lnTo>
                  <a:pt x="10180453" y="2604891"/>
                </a:lnTo>
                <a:cubicBezTo>
                  <a:pt x="10180650" y="2604628"/>
                  <a:pt x="10181242" y="2604431"/>
                  <a:pt x="10181242" y="2604431"/>
                </a:cubicBezTo>
                <a:close/>
                <a:moveTo>
                  <a:pt x="9926861" y="2604431"/>
                </a:moveTo>
                <a:lnTo>
                  <a:pt x="9935924" y="2604431"/>
                </a:lnTo>
                <a:cubicBezTo>
                  <a:pt x="9936254" y="2604431"/>
                  <a:pt x="9936713" y="2604891"/>
                  <a:pt x="9936713" y="2604891"/>
                </a:cubicBezTo>
                <a:lnTo>
                  <a:pt x="9941246" y="2612772"/>
                </a:lnTo>
                <a:cubicBezTo>
                  <a:pt x="9941376" y="2613035"/>
                  <a:pt x="9941246" y="2613626"/>
                  <a:pt x="9941246" y="2613626"/>
                </a:cubicBezTo>
                <a:lnTo>
                  <a:pt x="9936713" y="2621508"/>
                </a:lnTo>
                <a:cubicBezTo>
                  <a:pt x="9936516" y="2621771"/>
                  <a:pt x="9935924" y="2621968"/>
                  <a:pt x="9935924" y="2621968"/>
                </a:cubicBezTo>
                <a:lnTo>
                  <a:pt x="9926861" y="2621968"/>
                </a:lnTo>
                <a:cubicBezTo>
                  <a:pt x="9926532" y="2621968"/>
                  <a:pt x="9926073" y="2621508"/>
                  <a:pt x="9926073" y="2621508"/>
                </a:cubicBezTo>
                <a:lnTo>
                  <a:pt x="9921541" y="2613626"/>
                </a:lnTo>
                <a:cubicBezTo>
                  <a:pt x="9921410" y="2613363"/>
                  <a:pt x="9921541" y="2612772"/>
                  <a:pt x="9921541" y="2612772"/>
                </a:cubicBezTo>
                <a:lnTo>
                  <a:pt x="9926073" y="2604891"/>
                </a:lnTo>
                <a:cubicBezTo>
                  <a:pt x="9926270" y="2604628"/>
                  <a:pt x="9926861" y="2604431"/>
                  <a:pt x="9926861" y="2604431"/>
                </a:cubicBezTo>
                <a:close/>
                <a:moveTo>
                  <a:pt x="9672481" y="2604431"/>
                </a:moveTo>
                <a:lnTo>
                  <a:pt x="9681545" y="2604431"/>
                </a:lnTo>
                <a:cubicBezTo>
                  <a:pt x="9681872" y="2604431"/>
                  <a:pt x="9682333" y="2604891"/>
                  <a:pt x="9682333" y="2604891"/>
                </a:cubicBezTo>
                <a:lnTo>
                  <a:pt x="9686865" y="2612772"/>
                </a:lnTo>
                <a:cubicBezTo>
                  <a:pt x="9686996" y="2613035"/>
                  <a:pt x="9686865" y="2613626"/>
                  <a:pt x="9686865" y="2613626"/>
                </a:cubicBezTo>
                <a:lnTo>
                  <a:pt x="9682333" y="2621508"/>
                </a:lnTo>
                <a:cubicBezTo>
                  <a:pt x="9682136" y="2621771"/>
                  <a:pt x="9681545" y="2621968"/>
                  <a:pt x="9681545" y="2621968"/>
                </a:cubicBezTo>
                <a:lnTo>
                  <a:pt x="9672481" y="2621968"/>
                </a:lnTo>
                <a:cubicBezTo>
                  <a:pt x="9672152" y="2621968"/>
                  <a:pt x="9671693" y="2621508"/>
                  <a:pt x="9671693" y="2621508"/>
                </a:cubicBezTo>
                <a:lnTo>
                  <a:pt x="9667160" y="2613626"/>
                </a:lnTo>
                <a:cubicBezTo>
                  <a:pt x="9667030" y="2613363"/>
                  <a:pt x="9667160" y="2612772"/>
                  <a:pt x="9667160" y="2612772"/>
                </a:cubicBezTo>
                <a:lnTo>
                  <a:pt x="9671693" y="2604891"/>
                </a:lnTo>
                <a:cubicBezTo>
                  <a:pt x="9671890" y="2604628"/>
                  <a:pt x="9672481" y="2604431"/>
                  <a:pt x="9672481" y="2604431"/>
                </a:cubicBezTo>
                <a:close/>
                <a:moveTo>
                  <a:pt x="9418035" y="2604431"/>
                </a:moveTo>
                <a:lnTo>
                  <a:pt x="9427099" y="2604431"/>
                </a:lnTo>
                <a:cubicBezTo>
                  <a:pt x="9427427" y="2604431"/>
                  <a:pt x="9427887" y="2604891"/>
                  <a:pt x="9427887" y="2604891"/>
                </a:cubicBezTo>
                <a:lnTo>
                  <a:pt x="9432419" y="2612772"/>
                </a:lnTo>
                <a:cubicBezTo>
                  <a:pt x="9432550" y="2613035"/>
                  <a:pt x="9432419" y="2613626"/>
                  <a:pt x="9432419" y="2613626"/>
                </a:cubicBezTo>
                <a:lnTo>
                  <a:pt x="9427887" y="2621508"/>
                </a:lnTo>
                <a:cubicBezTo>
                  <a:pt x="9427690" y="2621771"/>
                  <a:pt x="9427099" y="2621968"/>
                  <a:pt x="9427099" y="2621968"/>
                </a:cubicBezTo>
                <a:lnTo>
                  <a:pt x="9418035" y="2621968"/>
                </a:lnTo>
                <a:cubicBezTo>
                  <a:pt x="9417707" y="2621968"/>
                  <a:pt x="9417247" y="2621508"/>
                  <a:pt x="9417247" y="2621508"/>
                </a:cubicBezTo>
                <a:lnTo>
                  <a:pt x="9412714" y="2613626"/>
                </a:lnTo>
                <a:cubicBezTo>
                  <a:pt x="9412583" y="2613363"/>
                  <a:pt x="9412714" y="2612772"/>
                  <a:pt x="9412714" y="2612772"/>
                </a:cubicBezTo>
                <a:lnTo>
                  <a:pt x="9417247" y="2604891"/>
                </a:lnTo>
                <a:cubicBezTo>
                  <a:pt x="9417444" y="2604628"/>
                  <a:pt x="9418035" y="2604431"/>
                  <a:pt x="9418035" y="2604431"/>
                </a:cubicBezTo>
                <a:close/>
                <a:moveTo>
                  <a:pt x="9163654" y="2604431"/>
                </a:moveTo>
                <a:lnTo>
                  <a:pt x="9172718" y="2604431"/>
                </a:lnTo>
                <a:cubicBezTo>
                  <a:pt x="9173046" y="2604431"/>
                  <a:pt x="9173506" y="2604891"/>
                  <a:pt x="9173506" y="2604891"/>
                </a:cubicBezTo>
                <a:lnTo>
                  <a:pt x="9178038" y="2612772"/>
                </a:lnTo>
                <a:cubicBezTo>
                  <a:pt x="9178169" y="2613035"/>
                  <a:pt x="9178038" y="2613626"/>
                  <a:pt x="9178038" y="2613626"/>
                </a:cubicBezTo>
                <a:lnTo>
                  <a:pt x="9173506" y="2621508"/>
                </a:lnTo>
                <a:cubicBezTo>
                  <a:pt x="9173309" y="2621771"/>
                  <a:pt x="9172718" y="2621968"/>
                  <a:pt x="9172718" y="2621968"/>
                </a:cubicBezTo>
                <a:lnTo>
                  <a:pt x="9163654" y="2621968"/>
                </a:lnTo>
                <a:cubicBezTo>
                  <a:pt x="9163326" y="2621968"/>
                  <a:pt x="9162866" y="2621508"/>
                  <a:pt x="9162866" y="2621508"/>
                </a:cubicBezTo>
                <a:lnTo>
                  <a:pt x="9158333" y="2613626"/>
                </a:lnTo>
                <a:cubicBezTo>
                  <a:pt x="9158202" y="2613363"/>
                  <a:pt x="9158333" y="2612772"/>
                  <a:pt x="9158333" y="2612772"/>
                </a:cubicBezTo>
                <a:lnTo>
                  <a:pt x="9162866" y="2604891"/>
                </a:lnTo>
                <a:cubicBezTo>
                  <a:pt x="9163062" y="2604628"/>
                  <a:pt x="9163654" y="2604431"/>
                  <a:pt x="9163654" y="2604431"/>
                </a:cubicBezTo>
                <a:close/>
                <a:moveTo>
                  <a:pt x="8909274" y="2604431"/>
                </a:moveTo>
                <a:lnTo>
                  <a:pt x="8918336" y="2604431"/>
                </a:lnTo>
                <a:cubicBezTo>
                  <a:pt x="8918666" y="2604431"/>
                  <a:pt x="8919125" y="2604891"/>
                  <a:pt x="8919125" y="2604891"/>
                </a:cubicBezTo>
                <a:lnTo>
                  <a:pt x="8923657" y="2612772"/>
                </a:lnTo>
                <a:cubicBezTo>
                  <a:pt x="8923789" y="2613035"/>
                  <a:pt x="8923657" y="2613626"/>
                  <a:pt x="8923657" y="2613626"/>
                </a:cubicBezTo>
                <a:lnTo>
                  <a:pt x="8919125" y="2621508"/>
                </a:lnTo>
                <a:cubicBezTo>
                  <a:pt x="8918928" y="2621771"/>
                  <a:pt x="8918336" y="2621968"/>
                  <a:pt x="8918336" y="2621968"/>
                </a:cubicBezTo>
                <a:lnTo>
                  <a:pt x="8909274" y="2621968"/>
                </a:lnTo>
                <a:cubicBezTo>
                  <a:pt x="8908945" y="2621968"/>
                  <a:pt x="8908484" y="2621508"/>
                  <a:pt x="8908484" y="2621508"/>
                </a:cubicBezTo>
                <a:lnTo>
                  <a:pt x="8903953" y="2613626"/>
                </a:lnTo>
                <a:cubicBezTo>
                  <a:pt x="8903821" y="2613363"/>
                  <a:pt x="8903953" y="2612772"/>
                  <a:pt x="8903953" y="2612772"/>
                </a:cubicBezTo>
                <a:lnTo>
                  <a:pt x="8908484" y="2604891"/>
                </a:lnTo>
                <a:cubicBezTo>
                  <a:pt x="8908681" y="2604628"/>
                  <a:pt x="8909274" y="2604431"/>
                  <a:pt x="8909274" y="2604431"/>
                </a:cubicBezTo>
                <a:close/>
                <a:moveTo>
                  <a:pt x="8654892" y="2604431"/>
                </a:moveTo>
                <a:lnTo>
                  <a:pt x="8663955" y="2604431"/>
                </a:lnTo>
                <a:cubicBezTo>
                  <a:pt x="8664285" y="2604431"/>
                  <a:pt x="8664744" y="2604891"/>
                  <a:pt x="8664744" y="2604891"/>
                </a:cubicBezTo>
                <a:lnTo>
                  <a:pt x="8669277" y="2612772"/>
                </a:lnTo>
                <a:cubicBezTo>
                  <a:pt x="8669408" y="2613035"/>
                  <a:pt x="8669277" y="2613626"/>
                  <a:pt x="8669277" y="2613626"/>
                </a:cubicBezTo>
                <a:lnTo>
                  <a:pt x="8664744" y="2621508"/>
                </a:lnTo>
                <a:cubicBezTo>
                  <a:pt x="8664548" y="2621771"/>
                  <a:pt x="8663955" y="2621968"/>
                  <a:pt x="8663955" y="2621968"/>
                </a:cubicBezTo>
                <a:lnTo>
                  <a:pt x="8654892" y="2621968"/>
                </a:lnTo>
                <a:cubicBezTo>
                  <a:pt x="8654565" y="2621968"/>
                  <a:pt x="8654104" y="2621508"/>
                  <a:pt x="8654104" y="2621508"/>
                </a:cubicBezTo>
                <a:lnTo>
                  <a:pt x="8649572" y="2613626"/>
                </a:lnTo>
                <a:cubicBezTo>
                  <a:pt x="8649441" y="2613363"/>
                  <a:pt x="8649572" y="2612772"/>
                  <a:pt x="8649572" y="2612772"/>
                </a:cubicBezTo>
                <a:lnTo>
                  <a:pt x="8654104" y="2604891"/>
                </a:lnTo>
                <a:cubicBezTo>
                  <a:pt x="8654301" y="2604628"/>
                  <a:pt x="8654892" y="2604431"/>
                  <a:pt x="8654892" y="2604431"/>
                </a:cubicBezTo>
                <a:close/>
                <a:moveTo>
                  <a:pt x="8400511" y="2604431"/>
                </a:moveTo>
                <a:lnTo>
                  <a:pt x="8409575" y="2604431"/>
                </a:lnTo>
                <a:cubicBezTo>
                  <a:pt x="8409904" y="2604431"/>
                  <a:pt x="8410363" y="2604891"/>
                  <a:pt x="8410363" y="2604891"/>
                </a:cubicBezTo>
                <a:lnTo>
                  <a:pt x="8414896" y="2612772"/>
                </a:lnTo>
                <a:cubicBezTo>
                  <a:pt x="8415027" y="2613035"/>
                  <a:pt x="8414896" y="2613626"/>
                  <a:pt x="8414896" y="2613626"/>
                </a:cubicBezTo>
                <a:lnTo>
                  <a:pt x="8410363" y="2621508"/>
                </a:lnTo>
                <a:cubicBezTo>
                  <a:pt x="8410166" y="2621771"/>
                  <a:pt x="8409575" y="2621968"/>
                  <a:pt x="8409575" y="2621968"/>
                </a:cubicBezTo>
                <a:lnTo>
                  <a:pt x="8400511" y="2621968"/>
                </a:lnTo>
                <a:cubicBezTo>
                  <a:pt x="8400184" y="2621968"/>
                  <a:pt x="8399723" y="2621508"/>
                  <a:pt x="8399723" y="2621508"/>
                </a:cubicBezTo>
                <a:lnTo>
                  <a:pt x="8395191" y="2613626"/>
                </a:lnTo>
                <a:cubicBezTo>
                  <a:pt x="8395060" y="2613363"/>
                  <a:pt x="8395191" y="2612772"/>
                  <a:pt x="8395191" y="2612772"/>
                </a:cubicBezTo>
                <a:lnTo>
                  <a:pt x="8399723" y="2604891"/>
                </a:lnTo>
                <a:cubicBezTo>
                  <a:pt x="8399920" y="2604628"/>
                  <a:pt x="8400511" y="2604431"/>
                  <a:pt x="8400511" y="2604431"/>
                </a:cubicBezTo>
                <a:close/>
                <a:moveTo>
                  <a:pt x="8146065" y="2604431"/>
                </a:moveTo>
                <a:lnTo>
                  <a:pt x="8155129" y="2604431"/>
                </a:lnTo>
                <a:cubicBezTo>
                  <a:pt x="8155458" y="2604431"/>
                  <a:pt x="8155917" y="2604891"/>
                  <a:pt x="8155917" y="2604891"/>
                </a:cubicBezTo>
                <a:lnTo>
                  <a:pt x="8160449" y="2612772"/>
                </a:lnTo>
                <a:cubicBezTo>
                  <a:pt x="8160580" y="2613035"/>
                  <a:pt x="8160449" y="2613626"/>
                  <a:pt x="8160449" y="2613626"/>
                </a:cubicBezTo>
                <a:lnTo>
                  <a:pt x="8155917" y="2621508"/>
                </a:lnTo>
                <a:cubicBezTo>
                  <a:pt x="8155719" y="2621771"/>
                  <a:pt x="8155129" y="2621968"/>
                  <a:pt x="8155129" y="2621968"/>
                </a:cubicBezTo>
                <a:lnTo>
                  <a:pt x="8146065" y="2621968"/>
                </a:lnTo>
                <a:cubicBezTo>
                  <a:pt x="8145737" y="2621968"/>
                  <a:pt x="8145277" y="2621508"/>
                  <a:pt x="8145277" y="2621508"/>
                </a:cubicBezTo>
                <a:lnTo>
                  <a:pt x="8140745" y="2613626"/>
                </a:lnTo>
                <a:cubicBezTo>
                  <a:pt x="8140613" y="2613363"/>
                  <a:pt x="8140745" y="2612772"/>
                  <a:pt x="8140745" y="2612772"/>
                </a:cubicBezTo>
                <a:lnTo>
                  <a:pt x="8145277" y="2604891"/>
                </a:lnTo>
                <a:cubicBezTo>
                  <a:pt x="8145474" y="2604628"/>
                  <a:pt x="8146065" y="2604431"/>
                  <a:pt x="8146065" y="2604431"/>
                </a:cubicBezTo>
                <a:close/>
                <a:moveTo>
                  <a:pt x="7891684" y="2604431"/>
                </a:moveTo>
                <a:lnTo>
                  <a:pt x="7900748" y="2604431"/>
                </a:lnTo>
                <a:cubicBezTo>
                  <a:pt x="7901076" y="2604431"/>
                  <a:pt x="7901536" y="2604891"/>
                  <a:pt x="7901536" y="2604891"/>
                </a:cubicBezTo>
                <a:lnTo>
                  <a:pt x="7906067" y="2612772"/>
                </a:lnTo>
                <a:cubicBezTo>
                  <a:pt x="7906199" y="2613035"/>
                  <a:pt x="7906067" y="2613626"/>
                  <a:pt x="7906067" y="2613626"/>
                </a:cubicBezTo>
                <a:lnTo>
                  <a:pt x="7901536" y="2621508"/>
                </a:lnTo>
                <a:cubicBezTo>
                  <a:pt x="7901339" y="2621771"/>
                  <a:pt x="7900748" y="2621968"/>
                  <a:pt x="7900748" y="2621968"/>
                </a:cubicBezTo>
                <a:lnTo>
                  <a:pt x="7891684" y="2621968"/>
                </a:lnTo>
                <a:cubicBezTo>
                  <a:pt x="7891355" y="2621968"/>
                  <a:pt x="7890896" y="2621508"/>
                  <a:pt x="7890896" y="2621508"/>
                </a:cubicBezTo>
                <a:lnTo>
                  <a:pt x="7886363" y="2613626"/>
                </a:lnTo>
                <a:cubicBezTo>
                  <a:pt x="7886233" y="2613363"/>
                  <a:pt x="7886363" y="2612772"/>
                  <a:pt x="7886363" y="2612772"/>
                </a:cubicBezTo>
                <a:lnTo>
                  <a:pt x="7890896" y="2604891"/>
                </a:lnTo>
                <a:cubicBezTo>
                  <a:pt x="7891093" y="2604628"/>
                  <a:pt x="7891684" y="2604431"/>
                  <a:pt x="7891684" y="2604431"/>
                </a:cubicBezTo>
                <a:close/>
                <a:moveTo>
                  <a:pt x="7637304" y="2604431"/>
                </a:moveTo>
                <a:lnTo>
                  <a:pt x="7646367" y="2604431"/>
                </a:lnTo>
                <a:cubicBezTo>
                  <a:pt x="7646696" y="2604431"/>
                  <a:pt x="7647156" y="2604891"/>
                  <a:pt x="7647156" y="2604891"/>
                </a:cubicBezTo>
                <a:lnTo>
                  <a:pt x="7651687" y="2612772"/>
                </a:lnTo>
                <a:cubicBezTo>
                  <a:pt x="7651819" y="2613035"/>
                  <a:pt x="7651687" y="2613626"/>
                  <a:pt x="7651687" y="2613626"/>
                </a:cubicBezTo>
                <a:lnTo>
                  <a:pt x="7647156" y="2621508"/>
                </a:lnTo>
                <a:cubicBezTo>
                  <a:pt x="7646958" y="2621771"/>
                  <a:pt x="7646367" y="2621968"/>
                  <a:pt x="7646367" y="2621968"/>
                </a:cubicBezTo>
                <a:lnTo>
                  <a:pt x="7637304" y="2621968"/>
                </a:lnTo>
                <a:cubicBezTo>
                  <a:pt x="7636975" y="2621968"/>
                  <a:pt x="7636516" y="2621508"/>
                  <a:pt x="7636516" y="2621508"/>
                </a:cubicBezTo>
                <a:lnTo>
                  <a:pt x="7631983" y="2613626"/>
                </a:lnTo>
                <a:cubicBezTo>
                  <a:pt x="7631851" y="2613363"/>
                  <a:pt x="7631983" y="2612772"/>
                  <a:pt x="7631983" y="2612772"/>
                </a:cubicBezTo>
                <a:lnTo>
                  <a:pt x="7636516" y="2604891"/>
                </a:lnTo>
                <a:cubicBezTo>
                  <a:pt x="7636713" y="2604628"/>
                  <a:pt x="7637304" y="2604431"/>
                  <a:pt x="7637304" y="2604431"/>
                </a:cubicBezTo>
                <a:close/>
                <a:moveTo>
                  <a:pt x="7382923" y="2604431"/>
                </a:moveTo>
                <a:lnTo>
                  <a:pt x="7391987" y="2604431"/>
                </a:lnTo>
                <a:cubicBezTo>
                  <a:pt x="7392315" y="2604431"/>
                  <a:pt x="7392775" y="2604891"/>
                  <a:pt x="7392775" y="2604891"/>
                </a:cubicBezTo>
                <a:lnTo>
                  <a:pt x="7397307" y="2612772"/>
                </a:lnTo>
                <a:cubicBezTo>
                  <a:pt x="7397438" y="2613035"/>
                  <a:pt x="7397307" y="2613626"/>
                  <a:pt x="7397307" y="2613626"/>
                </a:cubicBezTo>
                <a:lnTo>
                  <a:pt x="7392775" y="2621508"/>
                </a:lnTo>
                <a:cubicBezTo>
                  <a:pt x="7392578" y="2621771"/>
                  <a:pt x="7391987" y="2621968"/>
                  <a:pt x="7391987" y="2621968"/>
                </a:cubicBezTo>
                <a:lnTo>
                  <a:pt x="7382923" y="2621968"/>
                </a:lnTo>
                <a:cubicBezTo>
                  <a:pt x="7382595" y="2621968"/>
                  <a:pt x="7382135" y="2621508"/>
                  <a:pt x="7382135" y="2621508"/>
                </a:cubicBezTo>
                <a:lnTo>
                  <a:pt x="7377602" y="2613626"/>
                </a:lnTo>
                <a:cubicBezTo>
                  <a:pt x="7377471" y="2613363"/>
                  <a:pt x="7377602" y="2612772"/>
                  <a:pt x="7377602" y="2612772"/>
                </a:cubicBezTo>
                <a:lnTo>
                  <a:pt x="7382135" y="2604891"/>
                </a:lnTo>
                <a:cubicBezTo>
                  <a:pt x="7382331" y="2604628"/>
                  <a:pt x="7382923" y="2604431"/>
                  <a:pt x="7382923" y="2604431"/>
                </a:cubicBezTo>
                <a:close/>
                <a:moveTo>
                  <a:pt x="7128477" y="2604431"/>
                </a:moveTo>
                <a:lnTo>
                  <a:pt x="7137540" y="2604431"/>
                </a:lnTo>
                <a:cubicBezTo>
                  <a:pt x="7137869" y="2604431"/>
                  <a:pt x="7138328" y="2604891"/>
                  <a:pt x="7138328" y="2604891"/>
                </a:cubicBezTo>
                <a:lnTo>
                  <a:pt x="7142860" y="2612772"/>
                </a:lnTo>
                <a:cubicBezTo>
                  <a:pt x="7142992" y="2613035"/>
                  <a:pt x="7142860" y="2613626"/>
                  <a:pt x="7142860" y="2613626"/>
                </a:cubicBezTo>
                <a:lnTo>
                  <a:pt x="7138328" y="2621508"/>
                </a:lnTo>
                <a:cubicBezTo>
                  <a:pt x="7138131" y="2621771"/>
                  <a:pt x="7137540" y="2621968"/>
                  <a:pt x="7137540" y="2621968"/>
                </a:cubicBezTo>
                <a:lnTo>
                  <a:pt x="7128477" y="2621968"/>
                </a:lnTo>
                <a:cubicBezTo>
                  <a:pt x="7128148" y="2621968"/>
                  <a:pt x="7127689" y="2621508"/>
                  <a:pt x="7127689" y="2621508"/>
                </a:cubicBezTo>
                <a:lnTo>
                  <a:pt x="7123156" y="2613626"/>
                </a:lnTo>
                <a:cubicBezTo>
                  <a:pt x="7123024" y="2613363"/>
                  <a:pt x="7123156" y="2612772"/>
                  <a:pt x="7123156" y="2612772"/>
                </a:cubicBezTo>
                <a:lnTo>
                  <a:pt x="7127689" y="2604891"/>
                </a:lnTo>
                <a:cubicBezTo>
                  <a:pt x="7127885" y="2604628"/>
                  <a:pt x="7128477" y="2604431"/>
                  <a:pt x="7128477" y="2604431"/>
                </a:cubicBezTo>
                <a:close/>
                <a:moveTo>
                  <a:pt x="6874095" y="2604431"/>
                </a:moveTo>
                <a:lnTo>
                  <a:pt x="6883159" y="2604431"/>
                </a:lnTo>
                <a:cubicBezTo>
                  <a:pt x="6883488" y="2604431"/>
                  <a:pt x="6883947" y="2604891"/>
                  <a:pt x="6883947" y="2604891"/>
                </a:cubicBezTo>
                <a:lnTo>
                  <a:pt x="6888480" y="2612772"/>
                </a:lnTo>
                <a:cubicBezTo>
                  <a:pt x="6888611" y="2613035"/>
                  <a:pt x="6888480" y="2613626"/>
                  <a:pt x="6888480" y="2613626"/>
                </a:cubicBezTo>
                <a:lnTo>
                  <a:pt x="6883947" y="2621508"/>
                </a:lnTo>
                <a:cubicBezTo>
                  <a:pt x="6883751" y="2621771"/>
                  <a:pt x="6883159" y="2621968"/>
                  <a:pt x="6883159" y="2621968"/>
                </a:cubicBezTo>
                <a:lnTo>
                  <a:pt x="6874095" y="2621968"/>
                </a:lnTo>
                <a:cubicBezTo>
                  <a:pt x="6873768" y="2621968"/>
                  <a:pt x="6873307" y="2621508"/>
                  <a:pt x="6873307" y="2621508"/>
                </a:cubicBezTo>
                <a:lnTo>
                  <a:pt x="6868775" y="2613626"/>
                </a:lnTo>
                <a:cubicBezTo>
                  <a:pt x="6868644" y="2613363"/>
                  <a:pt x="6868775" y="2612772"/>
                  <a:pt x="6868775" y="2612772"/>
                </a:cubicBezTo>
                <a:lnTo>
                  <a:pt x="6873307" y="2604891"/>
                </a:lnTo>
                <a:cubicBezTo>
                  <a:pt x="6873504" y="2604628"/>
                  <a:pt x="6874095" y="2604431"/>
                  <a:pt x="6874095" y="2604431"/>
                </a:cubicBezTo>
                <a:close/>
                <a:moveTo>
                  <a:pt x="6619714" y="2604431"/>
                </a:moveTo>
                <a:lnTo>
                  <a:pt x="6628778" y="2604431"/>
                </a:lnTo>
                <a:cubicBezTo>
                  <a:pt x="6629107" y="2604431"/>
                  <a:pt x="6629566" y="2604891"/>
                  <a:pt x="6629566" y="2604891"/>
                </a:cubicBezTo>
                <a:lnTo>
                  <a:pt x="6634099" y="2612772"/>
                </a:lnTo>
                <a:cubicBezTo>
                  <a:pt x="6634230" y="2613035"/>
                  <a:pt x="6634099" y="2613626"/>
                  <a:pt x="6634099" y="2613626"/>
                </a:cubicBezTo>
                <a:lnTo>
                  <a:pt x="6629566" y="2621508"/>
                </a:lnTo>
                <a:cubicBezTo>
                  <a:pt x="6629369" y="2621771"/>
                  <a:pt x="6628778" y="2621968"/>
                  <a:pt x="6628778" y="2621968"/>
                </a:cubicBezTo>
                <a:lnTo>
                  <a:pt x="6619714" y="2621968"/>
                </a:lnTo>
                <a:cubicBezTo>
                  <a:pt x="6619387" y="2621968"/>
                  <a:pt x="6618926" y="2621508"/>
                  <a:pt x="6618926" y="2621508"/>
                </a:cubicBezTo>
                <a:lnTo>
                  <a:pt x="6614394" y="2613626"/>
                </a:lnTo>
                <a:cubicBezTo>
                  <a:pt x="6614263" y="2613363"/>
                  <a:pt x="6614394" y="2612772"/>
                  <a:pt x="6614394" y="2612772"/>
                </a:cubicBezTo>
                <a:lnTo>
                  <a:pt x="6618926" y="2604891"/>
                </a:lnTo>
                <a:cubicBezTo>
                  <a:pt x="6619123" y="2604628"/>
                  <a:pt x="6619714" y="2604431"/>
                  <a:pt x="6619714" y="2604431"/>
                </a:cubicBezTo>
                <a:close/>
                <a:moveTo>
                  <a:pt x="6365334" y="2604431"/>
                </a:moveTo>
                <a:lnTo>
                  <a:pt x="6374397" y="2604431"/>
                </a:lnTo>
                <a:cubicBezTo>
                  <a:pt x="6374727" y="2604431"/>
                  <a:pt x="6375186" y="2604891"/>
                  <a:pt x="6375186" y="2604891"/>
                </a:cubicBezTo>
                <a:lnTo>
                  <a:pt x="6379718" y="2612772"/>
                </a:lnTo>
                <a:cubicBezTo>
                  <a:pt x="6379849" y="2613035"/>
                  <a:pt x="6379718" y="2613626"/>
                  <a:pt x="6379718" y="2613626"/>
                </a:cubicBezTo>
                <a:lnTo>
                  <a:pt x="6375186" y="2621508"/>
                </a:lnTo>
                <a:cubicBezTo>
                  <a:pt x="6374988" y="2621771"/>
                  <a:pt x="6374397" y="2621968"/>
                  <a:pt x="6374397" y="2621968"/>
                </a:cubicBezTo>
                <a:lnTo>
                  <a:pt x="6365334" y="2621968"/>
                </a:lnTo>
                <a:cubicBezTo>
                  <a:pt x="6365005" y="2621968"/>
                  <a:pt x="6364546" y="2621508"/>
                  <a:pt x="6364546" y="2621508"/>
                </a:cubicBezTo>
                <a:lnTo>
                  <a:pt x="6360014" y="2613626"/>
                </a:lnTo>
                <a:cubicBezTo>
                  <a:pt x="6359882" y="2613363"/>
                  <a:pt x="6360014" y="2612772"/>
                  <a:pt x="6360014" y="2612772"/>
                </a:cubicBezTo>
                <a:lnTo>
                  <a:pt x="6364546" y="2604891"/>
                </a:lnTo>
                <a:cubicBezTo>
                  <a:pt x="6364743" y="2604628"/>
                  <a:pt x="6365334" y="2604431"/>
                  <a:pt x="6365334" y="2604431"/>
                </a:cubicBezTo>
                <a:close/>
                <a:moveTo>
                  <a:pt x="6110888" y="2604431"/>
                </a:moveTo>
                <a:lnTo>
                  <a:pt x="6119953" y="2604431"/>
                </a:lnTo>
                <a:cubicBezTo>
                  <a:pt x="6120280" y="2604431"/>
                  <a:pt x="6120740" y="2604891"/>
                  <a:pt x="6120740" y="2604891"/>
                </a:cubicBezTo>
                <a:lnTo>
                  <a:pt x="6125272" y="2612772"/>
                </a:lnTo>
                <a:cubicBezTo>
                  <a:pt x="6125403" y="2613035"/>
                  <a:pt x="6125272" y="2613626"/>
                  <a:pt x="6125272" y="2613626"/>
                </a:cubicBezTo>
                <a:lnTo>
                  <a:pt x="6120740" y="2621508"/>
                </a:lnTo>
                <a:cubicBezTo>
                  <a:pt x="6120543" y="2621771"/>
                  <a:pt x="6119953" y="2621968"/>
                  <a:pt x="6119953" y="2621968"/>
                </a:cubicBezTo>
                <a:lnTo>
                  <a:pt x="6110888" y="2621968"/>
                </a:lnTo>
                <a:cubicBezTo>
                  <a:pt x="6110560" y="2621968"/>
                  <a:pt x="6110101" y="2621508"/>
                  <a:pt x="6110101" y="2621508"/>
                </a:cubicBezTo>
                <a:lnTo>
                  <a:pt x="6105567" y="2613626"/>
                </a:lnTo>
                <a:cubicBezTo>
                  <a:pt x="6105436" y="2613363"/>
                  <a:pt x="6105567" y="2612772"/>
                  <a:pt x="6105567" y="2612772"/>
                </a:cubicBezTo>
                <a:lnTo>
                  <a:pt x="6110101" y="2604891"/>
                </a:lnTo>
                <a:cubicBezTo>
                  <a:pt x="6110296" y="2604628"/>
                  <a:pt x="6110888" y="2604431"/>
                  <a:pt x="6110888" y="2604431"/>
                </a:cubicBezTo>
                <a:close/>
                <a:moveTo>
                  <a:pt x="5856508" y="2604431"/>
                </a:moveTo>
                <a:lnTo>
                  <a:pt x="5865571" y="2604431"/>
                </a:lnTo>
                <a:cubicBezTo>
                  <a:pt x="5865900" y="2604431"/>
                  <a:pt x="5866359" y="2604891"/>
                  <a:pt x="5866359" y="2604891"/>
                </a:cubicBezTo>
                <a:lnTo>
                  <a:pt x="5870891" y="2612772"/>
                </a:lnTo>
                <a:cubicBezTo>
                  <a:pt x="5871023" y="2613035"/>
                  <a:pt x="5870891" y="2613626"/>
                  <a:pt x="5870891" y="2613626"/>
                </a:cubicBezTo>
                <a:lnTo>
                  <a:pt x="5866359" y="2621508"/>
                </a:lnTo>
                <a:cubicBezTo>
                  <a:pt x="5866163" y="2621771"/>
                  <a:pt x="5865571" y="2621968"/>
                  <a:pt x="5865571" y="2621968"/>
                </a:cubicBezTo>
                <a:lnTo>
                  <a:pt x="5856508" y="2621968"/>
                </a:lnTo>
                <a:cubicBezTo>
                  <a:pt x="5856178" y="2621968"/>
                  <a:pt x="5855720" y="2621508"/>
                  <a:pt x="5855720" y="2621508"/>
                </a:cubicBezTo>
                <a:lnTo>
                  <a:pt x="5851187" y="2613626"/>
                </a:lnTo>
                <a:cubicBezTo>
                  <a:pt x="5851055" y="2613363"/>
                  <a:pt x="5851187" y="2612772"/>
                  <a:pt x="5851187" y="2612772"/>
                </a:cubicBezTo>
                <a:lnTo>
                  <a:pt x="5855720" y="2604891"/>
                </a:lnTo>
                <a:cubicBezTo>
                  <a:pt x="5855916" y="2604628"/>
                  <a:pt x="5856508" y="2604431"/>
                  <a:pt x="5856508" y="2604431"/>
                </a:cubicBezTo>
                <a:close/>
                <a:moveTo>
                  <a:pt x="5602126" y="2604431"/>
                </a:moveTo>
                <a:lnTo>
                  <a:pt x="5611191" y="2604431"/>
                </a:lnTo>
                <a:cubicBezTo>
                  <a:pt x="5611519" y="2604431"/>
                  <a:pt x="5611979" y="2604891"/>
                  <a:pt x="5611979" y="2604891"/>
                </a:cubicBezTo>
                <a:lnTo>
                  <a:pt x="5616511" y="2612772"/>
                </a:lnTo>
                <a:cubicBezTo>
                  <a:pt x="5616642" y="2613035"/>
                  <a:pt x="5616511" y="2613626"/>
                  <a:pt x="5616511" y="2613626"/>
                </a:cubicBezTo>
                <a:lnTo>
                  <a:pt x="5611979" y="2621508"/>
                </a:lnTo>
                <a:cubicBezTo>
                  <a:pt x="5611782" y="2621771"/>
                  <a:pt x="5611191" y="2621968"/>
                  <a:pt x="5611191" y="2621968"/>
                </a:cubicBezTo>
                <a:lnTo>
                  <a:pt x="5602126" y="2621968"/>
                </a:lnTo>
                <a:cubicBezTo>
                  <a:pt x="5601798" y="2621968"/>
                  <a:pt x="5601338" y="2621508"/>
                  <a:pt x="5601338" y="2621508"/>
                </a:cubicBezTo>
                <a:lnTo>
                  <a:pt x="5596807" y="2613626"/>
                </a:lnTo>
                <a:cubicBezTo>
                  <a:pt x="5596675" y="2613363"/>
                  <a:pt x="5596807" y="2612772"/>
                  <a:pt x="5596807" y="2612772"/>
                </a:cubicBezTo>
                <a:lnTo>
                  <a:pt x="5601338" y="2604891"/>
                </a:lnTo>
                <a:cubicBezTo>
                  <a:pt x="5601536" y="2604628"/>
                  <a:pt x="5602126" y="2604431"/>
                  <a:pt x="5602126" y="2604431"/>
                </a:cubicBezTo>
                <a:close/>
                <a:moveTo>
                  <a:pt x="5347746" y="2604431"/>
                </a:moveTo>
                <a:lnTo>
                  <a:pt x="5356810" y="2604431"/>
                </a:lnTo>
                <a:cubicBezTo>
                  <a:pt x="5357138" y="2604431"/>
                  <a:pt x="5357598" y="2604891"/>
                  <a:pt x="5357598" y="2604891"/>
                </a:cubicBezTo>
                <a:lnTo>
                  <a:pt x="5362130" y="2612772"/>
                </a:lnTo>
                <a:cubicBezTo>
                  <a:pt x="5362261" y="2613035"/>
                  <a:pt x="5362130" y="2613626"/>
                  <a:pt x="5362130" y="2613626"/>
                </a:cubicBezTo>
                <a:lnTo>
                  <a:pt x="5357598" y="2621508"/>
                </a:lnTo>
                <a:cubicBezTo>
                  <a:pt x="5357401" y="2621771"/>
                  <a:pt x="5356810" y="2621968"/>
                  <a:pt x="5356810" y="2621968"/>
                </a:cubicBezTo>
                <a:lnTo>
                  <a:pt x="5347746" y="2621968"/>
                </a:lnTo>
                <a:cubicBezTo>
                  <a:pt x="5347418" y="2621968"/>
                  <a:pt x="5346958" y="2621508"/>
                  <a:pt x="5346958" y="2621508"/>
                </a:cubicBezTo>
                <a:lnTo>
                  <a:pt x="5342425" y="2613626"/>
                </a:lnTo>
                <a:cubicBezTo>
                  <a:pt x="5342295" y="2613363"/>
                  <a:pt x="5342425" y="2612772"/>
                  <a:pt x="5342425" y="2612772"/>
                </a:cubicBezTo>
                <a:lnTo>
                  <a:pt x="5346958" y="2604891"/>
                </a:lnTo>
                <a:cubicBezTo>
                  <a:pt x="5347154" y="2604628"/>
                  <a:pt x="5347746" y="2604431"/>
                  <a:pt x="5347746" y="2604431"/>
                </a:cubicBezTo>
                <a:close/>
                <a:moveTo>
                  <a:pt x="5093300" y="2604431"/>
                </a:moveTo>
                <a:lnTo>
                  <a:pt x="5102364" y="2604431"/>
                </a:lnTo>
                <a:cubicBezTo>
                  <a:pt x="5102693" y="2604431"/>
                  <a:pt x="5103153" y="2604891"/>
                  <a:pt x="5103153" y="2604891"/>
                </a:cubicBezTo>
                <a:lnTo>
                  <a:pt x="5107684" y="2612772"/>
                </a:lnTo>
                <a:cubicBezTo>
                  <a:pt x="5107815" y="2613035"/>
                  <a:pt x="5107684" y="2613626"/>
                  <a:pt x="5107684" y="2613626"/>
                </a:cubicBezTo>
                <a:lnTo>
                  <a:pt x="5103153" y="2621508"/>
                </a:lnTo>
                <a:cubicBezTo>
                  <a:pt x="5102955" y="2621771"/>
                  <a:pt x="5102364" y="2621968"/>
                  <a:pt x="5102364" y="2621968"/>
                </a:cubicBezTo>
                <a:lnTo>
                  <a:pt x="5093300" y="2621968"/>
                </a:lnTo>
                <a:cubicBezTo>
                  <a:pt x="5092972" y="2621968"/>
                  <a:pt x="5092512" y="2621508"/>
                  <a:pt x="5092512" y="2621508"/>
                </a:cubicBezTo>
                <a:lnTo>
                  <a:pt x="5087979" y="2613626"/>
                </a:lnTo>
                <a:cubicBezTo>
                  <a:pt x="5087848" y="2613363"/>
                  <a:pt x="5087979" y="2612772"/>
                  <a:pt x="5087979" y="2612772"/>
                </a:cubicBezTo>
                <a:lnTo>
                  <a:pt x="5092512" y="2604891"/>
                </a:lnTo>
                <a:cubicBezTo>
                  <a:pt x="5092708" y="2604628"/>
                  <a:pt x="5093300" y="2604431"/>
                  <a:pt x="5093300" y="2604431"/>
                </a:cubicBezTo>
                <a:close/>
                <a:moveTo>
                  <a:pt x="4838919" y="2604431"/>
                </a:moveTo>
                <a:lnTo>
                  <a:pt x="4847982" y="2604431"/>
                </a:lnTo>
                <a:cubicBezTo>
                  <a:pt x="4848311" y="2604431"/>
                  <a:pt x="4848772" y="2604891"/>
                  <a:pt x="4848772" y="2604891"/>
                </a:cubicBezTo>
                <a:lnTo>
                  <a:pt x="4853303" y="2612772"/>
                </a:lnTo>
                <a:cubicBezTo>
                  <a:pt x="4853435" y="2613035"/>
                  <a:pt x="4853303" y="2613626"/>
                  <a:pt x="4853303" y="2613626"/>
                </a:cubicBezTo>
                <a:lnTo>
                  <a:pt x="4848772" y="2621508"/>
                </a:lnTo>
                <a:cubicBezTo>
                  <a:pt x="4848575" y="2621771"/>
                  <a:pt x="4847982" y="2621968"/>
                  <a:pt x="4847982" y="2621968"/>
                </a:cubicBezTo>
                <a:lnTo>
                  <a:pt x="4838919" y="2621968"/>
                </a:lnTo>
                <a:cubicBezTo>
                  <a:pt x="4838590" y="2621968"/>
                  <a:pt x="4838132" y="2621508"/>
                  <a:pt x="4838132" y="2621508"/>
                </a:cubicBezTo>
                <a:lnTo>
                  <a:pt x="4833598" y="2613626"/>
                </a:lnTo>
                <a:cubicBezTo>
                  <a:pt x="4833467" y="2613363"/>
                  <a:pt x="4833598" y="2612772"/>
                  <a:pt x="4833598" y="2612772"/>
                </a:cubicBezTo>
                <a:lnTo>
                  <a:pt x="4838132" y="2604891"/>
                </a:lnTo>
                <a:cubicBezTo>
                  <a:pt x="4838328" y="2604628"/>
                  <a:pt x="4838919" y="2604431"/>
                  <a:pt x="4838919" y="2604431"/>
                </a:cubicBezTo>
                <a:close/>
                <a:moveTo>
                  <a:pt x="4584538" y="2604431"/>
                </a:moveTo>
                <a:lnTo>
                  <a:pt x="4593603" y="2604431"/>
                </a:lnTo>
                <a:cubicBezTo>
                  <a:pt x="4593932" y="2604431"/>
                  <a:pt x="4594390" y="2604891"/>
                  <a:pt x="4594390" y="2604891"/>
                </a:cubicBezTo>
                <a:lnTo>
                  <a:pt x="4598922" y="2612772"/>
                </a:lnTo>
                <a:cubicBezTo>
                  <a:pt x="4599054" y="2613035"/>
                  <a:pt x="4598922" y="2613626"/>
                  <a:pt x="4598922" y="2613626"/>
                </a:cubicBezTo>
                <a:lnTo>
                  <a:pt x="4594390" y="2621508"/>
                </a:lnTo>
                <a:cubicBezTo>
                  <a:pt x="4594193" y="2621771"/>
                  <a:pt x="4593603" y="2621968"/>
                  <a:pt x="4593603" y="2621968"/>
                </a:cubicBezTo>
                <a:lnTo>
                  <a:pt x="4584538" y="2621968"/>
                </a:lnTo>
                <a:cubicBezTo>
                  <a:pt x="4584210" y="2621968"/>
                  <a:pt x="4583749" y="2621508"/>
                  <a:pt x="4583749" y="2621508"/>
                </a:cubicBezTo>
                <a:lnTo>
                  <a:pt x="4579218" y="2613626"/>
                </a:lnTo>
                <a:cubicBezTo>
                  <a:pt x="4579087" y="2613363"/>
                  <a:pt x="4579218" y="2612772"/>
                  <a:pt x="4579218" y="2612772"/>
                </a:cubicBezTo>
                <a:lnTo>
                  <a:pt x="4583749" y="2604891"/>
                </a:lnTo>
                <a:cubicBezTo>
                  <a:pt x="4583948" y="2604628"/>
                  <a:pt x="4584538" y="2604431"/>
                  <a:pt x="4584538" y="2604431"/>
                </a:cubicBezTo>
                <a:close/>
                <a:moveTo>
                  <a:pt x="4330157" y="2604431"/>
                </a:moveTo>
                <a:lnTo>
                  <a:pt x="4339222" y="2604431"/>
                </a:lnTo>
                <a:cubicBezTo>
                  <a:pt x="4339550" y="2604431"/>
                  <a:pt x="4340010" y="2604891"/>
                  <a:pt x="4340010" y="2604891"/>
                </a:cubicBezTo>
                <a:lnTo>
                  <a:pt x="4344540" y="2612772"/>
                </a:lnTo>
                <a:cubicBezTo>
                  <a:pt x="4344672" y="2613035"/>
                  <a:pt x="4344540" y="2613626"/>
                  <a:pt x="4344540" y="2613626"/>
                </a:cubicBezTo>
                <a:lnTo>
                  <a:pt x="4340010" y="2621508"/>
                </a:lnTo>
                <a:cubicBezTo>
                  <a:pt x="4339812" y="2621771"/>
                  <a:pt x="4339222" y="2621968"/>
                  <a:pt x="4339222" y="2621968"/>
                </a:cubicBezTo>
                <a:lnTo>
                  <a:pt x="4330157" y="2621968"/>
                </a:lnTo>
                <a:cubicBezTo>
                  <a:pt x="4329829" y="2621968"/>
                  <a:pt x="4329369" y="2621508"/>
                  <a:pt x="4329369" y="2621508"/>
                </a:cubicBezTo>
                <a:lnTo>
                  <a:pt x="4324836" y="2613626"/>
                </a:lnTo>
                <a:cubicBezTo>
                  <a:pt x="4324706" y="2613363"/>
                  <a:pt x="4324836" y="2612772"/>
                  <a:pt x="4324836" y="2612772"/>
                </a:cubicBezTo>
                <a:lnTo>
                  <a:pt x="4329369" y="2604891"/>
                </a:lnTo>
                <a:cubicBezTo>
                  <a:pt x="4329565" y="2604628"/>
                  <a:pt x="4330157" y="2604431"/>
                  <a:pt x="4330157" y="2604431"/>
                </a:cubicBezTo>
                <a:close/>
                <a:moveTo>
                  <a:pt x="4075728" y="2604431"/>
                </a:moveTo>
                <a:lnTo>
                  <a:pt x="4084791" y="2604431"/>
                </a:lnTo>
                <a:cubicBezTo>
                  <a:pt x="4085120" y="2604431"/>
                  <a:pt x="4085580" y="2604891"/>
                  <a:pt x="4085580" y="2604891"/>
                </a:cubicBezTo>
                <a:lnTo>
                  <a:pt x="4090110" y="2612772"/>
                </a:lnTo>
                <a:cubicBezTo>
                  <a:pt x="4090242" y="2613035"/>
                  <a:pt x="4090110" y="2613626"/>
                  <a:pt x="4090110" y="2613626"/>
                </a:cubicBezTo>
                <a:lnTo>
                  <a:pt x="4085580" y="2621508"/>
                </a:lnTo>
                <a:cubicBezTo>
                  <a:pt x="4085382" y="2621771"/>
                  <a:pt x="4084791" y="2621968"/>
                  <a:pt x="4084791" y="2621968"/>
                </a:cubicBezTo>
                <a:lnTo>
                  <a:pt x="4075728" y="2621968"/>
                </a:lnTo>
                <a:cubicBezTo>
                  <a:pt x="4075399" y="2621968"/>
                  <a:pt x="4074939" y="2621508"/>
                  <a:pt x="4074939" y="2621508"/>
                </a:cubicBezTo>
                <a:lnTo>
                  <a:pt x="4070407" y="2613626"/>
                </a:lnTo>
                <a:cubicBezTo>
                  <a:pt x="4070275" y="2613363"/>
                  <a:pt x="4070407" y="2612772"/>
                  <a:pt x="4070407" y="2612772"/>
                </a:cubicBezTo>
                <a:lnTo>
                  <a:pt x="4074939" y="2604891"/>
                </a:lnTo>
                <a:cubicBezTo>
                  <a:pt x="4075135" y="2604628"/>
                  <a:pt x="4075728" y="2604431"/>
                  <a:pt x="4075728" y="2604431"/>
                </a:cubicBezTo>
                <a:close/>
                <a:moveTo>
                  <a:pt x="3821398" y="2604431"/>
                </a:moveTo>
                <a:lnTo>
                  <a:pt x="3830462" y="2604431"/>
                </a:lnTo>
                <a:cubicBezTo>
                  <a:pt x="3830791" y="2604431"/>
                  <a:pt x="3831251" y="2604891"/>
                  <a:pt x="3831251" y="2604891"/>
                </a:cubicBezTo>
                <a:lnTo>
                  <a:pt x="3835782" y="2612772"/>
                </a:lnTo>
                <a:cubicBezTo>
                  <a:pt x="3835915" y="2613035"/>
                  <a:pt x="3835782" y="2613626"/>
                  <a:pt x="3835782" y="2613626"/>
                </a:cubicBezTo>
                <a:lnTo>
                  <a:pt x="3831251" y="2621508"/>
                </a:lnTo>
                <a:cubicBezTo>
                  <a:pt x="3831055" y="2621771"/>
                  <a:pt x="3830462" y="2621968"/>
                  <a:pt x="3830462" y="2621968"/>
                </a:cubicBezTo>
                <a:lnTo>
                  <a:pt x="3821398" y="2621968"/>
                </a:lnTo>
                <a:cubicBezTo>
                  <a:pt x="3821069" y="2621968"/>
                  <a:pt x="3820611" y="2621508"/>
                  <a:pt x="3820611" y="2621508"/>
                </a:cubicBezTo>
                <a:lnTo>
                  <a:pt x="3816079" y="2613626"/>
                </a:lnTo>
                <a:cubicBezTo>
                  <a:pt x="3815946" y="2613363"/>
                  <a:pt x="3816079" y="2612772"/>
                  <a:pt x="3816079" y="2612772"/>
                </a:cubicBezTo>
                <a:lnTo>
                  <a:pt x="3820611" y="2604891"/>
                </a:lnTo>
                <a:cubicBezTo>
                  <a:pt x="3820808" y="2604628"/>
                  <a:pt x="3821398" y="2604431"/>
                  <a:pt x="3821398" y="2604431"/>
                </a:cubicBezTo>
                <a:close/>
                <a:moveTo>
                  <a:pt x="3567032" y="2604431"/>
                </a:moveTo>
                <a:lnTo>
                  <a:pt x="3576097" y="2604431"/>
                </a:lnTo>
                <a:cubicBezTo>
                  <a:pt x="3576427" y="2604431"/>
                  <a:pt x="3576887" y="2604891"/>
                  <a:pt x="3576887" y="2604891"/>
                </a:cubicBezTo>
                <a:lnTo>
                  <a:pt x="3581417" y="2612772"/>
                </a:lnTo>
                <a:cubicBezTo>
                  <a:pt x="3581549" y="2613035"/>
                  <a:pt x="3581417" y="2613626"/>
                  <a:pt x="3581417" y="2613626"/>
                </a:cubicBezTo>
                <a:lnTo>
                  <a:pt x="3576887" y="2621508"/>
                </a:lnTo>
                <a:cubicBezTo>
                  <a:pt x="3576689" y="2621771"/>
                  <a:pt x="3576097" y="2621968"/>
                  <a:pt x="3576097" y="2621968"/>
                </a:cubicBezTo>
                <a:lnTo>
                  <a:pt x="3567032" y="2621968"/>
                </a:lnTo>
                <a:cubicBezTo>
                  <a:pt x="3566705" y="2621968"/>
                  <a:pt x="3566246" y="2621508"/>
                  <a:pt x="3566246" y="2621508"/>
                </a:cubicBezTo>
                <a:lnTo>
                  <a:pt x="3561713" y="2613626"/>
                </a:lnTo>
                <a:cubicBezTo>
                  <a:pt x="3561581" y="2613363"/>
                  <a:pt x="3561713" y="2612772"/>
                  <a:pt x="3561713" y="2612772"/>
                </a:cubicBezTo>
                <a:lnTo>
                  <a:pt x="3566246" y="2604891"/>
                </a:lnTo>
                <a:cubicBezTo>
                  <a:pt x="3566443" y="2604628"/>
                  <a:pt x="3567032" y="2604431"/>
                  <a:pt x="3567032" y="2604431"/>
                </a:cubicBezTo>
                <a:close/>
                <a:moveTo>
                  <a:pt x="3312819" y="2604431"/>
                </a:moveTo>
                <a:lnTo>
                  <a:pt x="3321883" y="2604431"/>
                </a:lnTo>
                <a:cubicBezTo>
                  <a:pt x="3322211" y="2604431"/>
                  <a:pt x="3322672" y="2604891"/>
                  <a:pt x="3322672" y="2604891"/>
                </a:cubicBezTo>
                <a:lnTo>
                  <a:pt x="3327204" y="2612772"/>
                </a:lnTo>
                <a:cubicBezTo>
                  <a:pt x="3327335" y="2613035"/>
                  <a:pt x="3327204" y="2613626"/>
                  <a:pt x="3327204" y="2613626"/>
                </a:cubicBezTo>
                <a:lnTo>
                  <a:pt x="3322672" y="2621508"/>
                </a:lnTo>
                <a:cubicBezTo>
                  <a:pt x="3322474" y="2621771"/>
                  <a:pt x="3321883" y="2621968"/>
                  <a:pt x="3321883" y="2621968"/>
                </a:cubicBezTo>
                <a:lnTo>
                  <a:pt x="3312819" y="2621968"/>
                </a:lnTo>
                <a:cubicBezTo>
                  <a:pt x="3312490" y="2621968"/>
                  <a:pt x="3312031" y="2621508"/>
                  <a:pt x="3312031" y="2621508"/>
                </a:cubicBezTo>
                <a:lnTo>
                  <a:pt x="3307496" y="2613626"/>
                </a:lnTo>
                <a:cubicBezTo>
                  <a:pt x="3307365" y="2613363"/>
                  <a:pt x="3307496" y="2612772"/>
                  <a:pt x="3307496" y="2612772"/>
                </a:cubicBezTo>
                <a:lnTo>
                  <a:pt x="3312031" y="2604891"/>
                </a:lnTo>
                <a:cubicBezTo>
                  <a:pt x="3312227" y="2604628"/>
                  <a:pt x="3312819" y="2604431"/>
                  <a:pt x="3312819" y="2604431"/>
                </a:cubicBezTo>
                <a:close/>
                <a:moveTo>
                  <a:pt x="3058421" y="2604431"/>
                </a:moveTo>
                <a:lnTo>
                  <a:pt x="3067487" y="2604431"/>
                </a:lnTo>
                <a:cubicBezTo>
                  <a:pt x="3067814" y="2604431"/>
                  <a:pt x="3068275" y="2604891"/>
                  <a:pt x="3068275" y="2604891"/>
                </a:cubicBezTo>
                <a:lnTo>
                  <a:pt x="3072807" y="2612772"/>
                </a:lnTo>
                <a:cubicBezTo>
                  <a:pt x="3072938" y="2613035"/>
                  <a:pt x="3072807" y="2613626"/>
                  <a:pt x="3072807" y="2613626"/>
                </a:cubicBezTo>
                <a:lnTo>
                  <a:pt x="3068275" y="2621508"/>
                </a:lnTo>
                <a:cubicBezTo>
                  <a:pt x="3068078" y="2621771"/>
                  <a:pt x="3067487" y="2621968"/>
                  <a:pt x="3067487" y="2621968"/>
                </a:cubicBezTo>
                <a:lnTo>
                  <a:pt x="3058421" y="2621968"/>
                </a:lnTo>
                <a:cubicBezTo>
                  <a:pt x="3058092" y="2621968"/>
                  <a:pt x="3057633" y="2621508"/>
                  <a:pt x="3057633" y="2621508"/>
                </a:cubicBezTo>
                <a:lnTo>
                  <a:pt x="3053100" y="2613626"/>
                </a:lnTo>
                <a:cubicBezTo>
                  <a:pt x="3052969" y="2613363"/>
                  <a:pt x="3053100" y="2612772"/>
                  <a:pt x="3053100" y="2612772"/>
                </a:cubicBezTo>
                <a:lnTo>
                  <a:pt x="3057633" y="2604891"/>
                </a:lnTo>
                <a:cubicBezTo>
                  <a:pt x="3057830" y="2604628"/>
                  <a:pt x="3058421" y="2604431"/>
                  <a:pt x="3058421" y="2604431"/>
                </a:cubicBezTo>
                <a:close/>
                <a:moveTo>
                  <a:pt x="2803841" y="2604431"/>
                </a:moveTo>
                <a:lnTo>
                  <a:pt x="2812906" y="2604431"/>
                </a:lnTo>
                <a:cubicBezTo>
                  <a:pt x="2813234" y="2604431"/>
                  <a:pt x="2813693" y="2604891"/>
                  <a:pt x="2813693" y="2604891"/>
                </a:cubicBezTo>
                <a:lnTo>
                  <a:pt x="2818225" y="2612772"/>
                </a:lnTo>
                <a:cubicBezTo>
                  <a:pt x="2818356" y="2613035"/>
                  <a:pt x="2818225" y="2613626"/>
                  <a:pt x="2818225" y="2613626"/>
                </a:cubicBezTo>
                <a:lnTo>
                  <a:pt x="2813693" y="2621508"/>
                </a:lnTo>
                <a:cubicBezTo>
                  <a:pt x="2813497" y="2621771"/>
                  <a:pt x="2812906" y="2621968"/>
                  <a:pt x="2812906" y="2621968"/>
                </a:cubicBezTo>
                <a:lnTo>
                  <a:pt x="2803841" y="2621968"/>
                </a:lnTo>
                <a:cubicBezTo>
                  <a:pt x="2803513" y="2621968"/>
                  <a:pt x="2803053" y="2621508"/>
                  <a:pt x="2803053" y="2621508"/>
                </a:cubicBezTo>
                <a:lnTo>
                  <a:pt x="2798521" y="2613626"/>
                </a:lnTo>
                <a:cubicBezTo>
                  <a:pt x="2798390" y="2613363"/>
                  <a:pt x="2798521" y="2612772"/>
                  <a:pt x="2798521" y="2612772"/>
                </a:cubicBezTo>
                <a:lnTo>
                  <a:pt x="2803053" y="2604891"/>
                </a:lnTo>
                <a:cubicBezTo>
                  <a:pt x="2803250" y="2604628"/>
                  <a:pt x="2803841" y="2604431"/>
                  <a:pt x="2803841" y="2604431"/>
                </a:cubicBezTo>
                <a:close/>
                <a:moveTo>
                  <a:pt x="2549516" y="2604431"/>
                </a:moveTo>
                <a:lnTo>
                  <a:pt x="2558580" y="2604431"/>
                </a:lnTo>
                <a:cubicBezTo>
                  <a:pt x="2558908" y="2604431"/>
                  <a:pt x="2559369" y="2604891"/>
                  <a:pt x="2559369" y="2604891"/>
                </a:cubicBezTo>
                <a:lnTo>
                  <a:pt x="2563902" y="2612772"/>
                </a:lnTo>
                <a:cubicBezTo>
                  <a:pt x="2564034" y="2613035"/>
                  <a:pt x="2563902" y="2613626"/>
                  <a:pt x="2563902" y="2613626"/>
                </a:cubicBezTo>
                <a:lnTo>
                  <a:pt x="2559369" y="2621508"/>
                </a:lnTo>
                <a:cubicBezTo>
                  <a:pt x="2559172" y="2621771"/>
                  <a:pt x="2558580" y="2621968"/>
                  <a:pt x="2558580" y="2621968"/>
                </a:cubicBezTo>
                <a:lnTo>
                  <a:pt x="2549516" y="2621968"/>
                </a:lnTo>
                <a:cubicBezTo>
                  <a:pt x="2549188" y="2621968"/>
                  <a:pt x="2548727" y="2621508"/>
                  <a:pt x="2548727" y="2621508"/>
                </a:cubicBezTo>
                <a:lnTo>
                  <a:pt x="2544195" y="2613626"/>
                </a:lnTo>
                <a:cubicBezTo>
                  <a:pt x="2544064" y="2613363"/>
                  <a:pt x="2544195" y="2612772"/>
                  <a:pt x="2544195" y="2612772"/>
                </a:cubicBezTo>
                <a:lnTo>
                  <a:pt x="2548727" y="2604891"/>
                </a:lnTo>
                <a:cubicBezTo>
                  <a:pt x="2548924" y="2604628"/>
                  <a:pt x="2549516" y="2604431"/>
                  <a:pt x="2549516" y="2604431"/>
                </a:cubicBezTo>
                <a:close/>
                <a:moveTo>
                  <a:pt x="2295000" y="2604431"/>
                </a:moveTo>
                <a:lnTo>
                  <a:pt x="2304065" y="2604431"/>
                </a:lnTo>
                <a:cubicBezTo>
                  <a:pt x="2304393" y="2604431"/>
                  <a:pt x="2304853" y="2604891"/>
                  <a:pt x="2304853" y="2604891"/>
                </a:cubicBezTo>
                <a:lnTo>
                  <a:pt x="2309386" y="2612772"/>
                </a:lnTo>
                <a:cubicBezTo>
                  <a:pt x="2309517" y="2613035"/>
                  <a:pt x="2309386" y="2613626"/>
                  <a:pt x="2309386" y="2613626"/>
                </a:cubicBezTo>
                <a:lnTo>
                  <a:pt x="2304853" y="2621508"/>
                </a:lnTo>
                <a:cubicBezTo>
                  <a:pt x="2304656" y="2621771"/>
                  <a:pt x="2304065" y="2621968"/>
                  <a:pt x="2304065" y="2621968"/>
                </a:cubicBezTo>
                <a:lnTo>
                  <a:pt x="2295000" y="2621968"/>
                </a:lnTo>
                <a:cubicBezTo>
                  <a:pt x="2294673" y="2621968"/>
                  <a:pt x="2294212" y="2621508"/>
                  <a:pt x="2294212" y="2621508"/>
                </a:cubicBezTo>
                <a:lnTo>
                  <a:pt x="2289680" y="2613626"/>
                </a:lnTo>
                <a:cubicBezTo>
                  <a:pt x="2289549" y="2613363"/>
                  <a:pt x="2289680" y="2612772"/>
                  <a:pt x="2289680" y="2612772"/>
                </a:cubicBezTo>
                <a:lnTo>
                  <a:pt x="2294212" y="2604891"/>
                </a:lnTo>
                <a:cubicBezTo>
                  <a:pt x="2294409" y="2604628"/>
                  <a:pt x="2295000" y="2604431"/>
                  <a:pt x="2295000" y="2604431"/>
                </a:cubicBezTo>
                <a:close/>
                <a:moveTo>
                  <a:pt x="2040756" y="2604431"/>
                </a:moveTo>
                <a:lnTo>
                  <a:pt x="2049821" y="2604431"/>
                </a:lnTo>
                <a:cubicBezTo>
                  <a:pt x="2050149" y="2604431"/>
                  <a:pt x="2050609" y="2604891"/>
                  <a:pt x="2050609" y="2604891"/>
                </a:cubicBezTo>
                <a:lnTo>
                  <a:pt x="2055141" y="2612772"/>
                </a:lnTo>
                <a:cubicBezTo>
                  <a:pt x="2055272" y="2613035"/>
                  <a:pt x="2055141" y="2613626"/>
                  <a:pt x="2055141" y="2613626"/>
                </a:cubicBezTo>
                <a:lnTo>
                  <a:pt x="2050609" y="2621508"/>
                </a:lnTo>
                <a:cubicBezTo>
                  <a:pt x="2050412" y="2621771"/>
                  <a:pt x="2049821" y="2621968"/>
                  <a:pt x="2049821" y="2621968"/>
                </a:cubicBezTo>
                <a:lnTo>
                  <a:pt x="2040756" y="2621968"/>
                </a:lnTo>
                <a:cubicBezTo>
                  <a:pt x="2040428" y="2621968"/>
                  <a:pt x="2039968" y="2621508"/>
                  <a:pt x="2039968" y="2621508"/>
                </a:cubicBezTo>
                <a:lnTo>
                  <a:pt x="2035435" y="2613626"/>
                </a:lnTo>
                <a:cubicBezTo>
                  <a:pt x="2035303" y="2613363"/>
                  <a:pt x="2035435" y="2612772"/>
                  <a:pt x="2035435" y="2612772"/>
                </a:cubicBezTo>
                <a:lnTo>
                  <a:pt x="2039968" y="2604891"/>
                </a:lnTo>
                <a:cubicBezTo>
                  <a:pt x="2040165" y="2604628"/>
                  <a:pt x="2040756" y="2604431"/>
                  <a:pt x="2040756" y="2604431"/>
                </a:cubicBezTo>
                <a:close/>
                <a:moveTo>
                  <a:pt x="1786201" y="2604431"/>
                </a:moveTo>
                <a:lnTo>
                  <a:pt x="1795266" y="2604431"/>
                </a:lnTo>
                <a:cubicBezTo>
                  <a:pt x="1795595" y="2604431"/>
                  <a:pt x="1796055" y="2604891"/>
                  <a:pt x="1796055" y="2604891"/>
                </a:cubicBezTo>
                <a:lnTo>
                  <a:pt x="1800586" y="2612772"/>
                </a:lnTo>
                <a:cubicBezTo>
                  <a:pt x="1800717" y="2613035"/>
                  <a:pt x="1800586" y="2613626"/>
                  <a:pt x="1800586" y="2613626"/>
                </a:cubicBezTo>
                <a:lnTo>
                  <a:pt x="1796055" y="2621508"/>
                </a:lnTo>
                <a:cubicBezTo>
                  <a:pt x="1795858" y="2621771"/>
                  <a:pt x="1795266" y="2621968"/>
                  <a:pt x="1795266" y="2621968"/>
                </a:cubicBezTo>
                <a:lnTo>
                  <a:pt x="1786201" y="2621968"/>
                </a:lnTo>
                <a:cubicBezTo>
                  <a:pt x="1785875" y="2621968"/>
                  <a:pt x="1785414" y="2621508"/>
                  <a:pt x="1785414" y="2621508"/>
                </a:cubicBezTo>
                <a:lnTo>
                  <a:pt x="1780882" y="2613626"/>
                </a:lnTo>
                <a:cubicBezTo>
                  <a:pt x="1780750" y="2613363"/>
                  <a:pt x="1780882" y="2612772"/>
                  <a:pt x="1780882" y="2612772"/>
                </a:cubicBezTo>
                <a:lnTo>
                  <a:pt x="1785414" y="2604891"/>
                </a:lnTo>
                <a:cubicBezTo>
                  <a:pt x="1785611" y="2604628"/>
                  <a:pt x="1786201" y="2604431"/>
                  <a:pt x="1786201" y="2604431"/>
                </a:cubicBezTo>
                <a:close/>
                <a:moveTo>
                  <a:pt x="1531885" y="2604431"/>
                </a:moveTo>
                <a:lnTo>
                  <a:pt x="1540949" y="2604431"/>
                </a:lnTo>
                <a:cubicBezTo>
                  <a:pt x="1541276" y="2604431"/>
                  <a:pt x="1541737" y="2604891"/>
                  <a:pt x="1541737" y="2604891"/>
                </a:cubicBezTo>
                <a:lnTo>
                  <a:pt x="1546269" y="2612772"/>
                </a:lnTo>
                <a:cubicBezTo>
                  <a:pt x="1546401" y="2613035"/>
                  <a:pt x="1546269" y="2613626"/>
                  <a:pt x="1546269" y="2613626"/>
                </a:cubicBezTo>
                <a:lnTo>
                  <a:pt x="1541737" y="2621508"/>
                </a:lnTo>
                <a:cubicBezTo>
                  <a:pt x="1541539" y="2621771"/>
                  <a:pt x="1540949" y="2621968"/>
                  <a:pt x="1540949" y="2621968"/>
                </a:cubicBezTo>
                <a:lnTo>
                  <a:pt x="1531885" y="2621968"/>
                </a:lnTo>
                <a:cubicBezTo>
                  <a:pt x="1531556" y="2621968"/>
                  <a:pt x="1531098" y="2621508"/>
                  <a:pt x="1531098" y="2621508"/>
                </a:cubicBezTo>
                <a:lnTo>
                  <a:pt x="1526565" y="2613626"/>
                </a:lnTo>
                <a:cubicBezTo>
                  <a:pt x="1526433" y="2613363"/>
                  <a:pt x="1526565" y="2612772"/>
                  <a:pt x="1526565" y="2612772"/>
                </a:cubicBezTo>
                <a:lnTo>
                  <a:pt x="1531098" y="2604891"/>
                </a:lnTo>
                <a:cubicBezTo>
                  <a:pt x="1531294" y="2604628"/>
                  <a:pt x="1531885" y="2604431"/>
                  <a:pt x="1531885" y="2604431"/>
                </a:cubicBezTo>
                <a:close/>
                <a:moveTo>
                  <a:pt x="1277494" y="2604431"/>
                </a:moveTo>
                <a:lnTo>
                  <a:pt x="1286560" y="2604431"/>
                </a:lnTo>
                <a:cubicBezTo>
                  <a:pt x="1286889" y="2604431"/>
                  <a:pt x="1287348" y="2604891"/>
                  <a:pt x="1287348" y="2604891"/>
                </a:cubicBezTo>
                <a:lnTo>
                  <a:pt x="1291879" y="2612772"/>
                </a:lnTo>
                <a:cubicBezTo>
                  <a:pt x="1292012" y="2613035"/>
                  <a:pt x="1291879" y="2613626"/>
                  <a:pt x="1291879" y="2613626"/>
                </a:cubicBezTo>
                <a:lnTo>
                  <a:pt x="1287348" y="2621508"/>
                </a:lnTo>
                <a:cubicBezTo>
                  <a:pt x="1287151" y="2621771"/>
                  <a:pt x="1286560" y="2621968"/>
                  <a:pt x="1286560" y="2621968"/>
                </a:cubicBezTo>
                <a:lnTo>
                  <a:pt x="1277494" y="2621968"/>
                </a:lnTo>
                <a:cubicBezTo>
                  <a:pt x="1277166" y="2621968"/>
                  <a:pt x="1276707" y="2621508"/>
                  <a:pt x="1276707" y="2621508"/>
                </a:cubicBezTo>
                <a:lnTo>
                  <a:pt x="1272176" y="2613626"/>
                </a:lnTo>
                <a:cubicBezTo>
                  <a:pt x="1272045" y="2613363"/>
                  <a:pt x="1272176" y="2612772"/>
                  <a:pt x="1272176" y="2612772"/>
                </a:cubicBezTo>
                <a:lnTo>
                  <a:pt x="1276707" y="2604891"/>
                </a:lnTo>
                <a:cubicBezTo>
                  <a:pt x="1276904" y="2604628"/>
                  <a:pt x="1277494" y="2604431"/>
                  <a:pt x="1277494" y="2604431"/>
                </a:cubicBezTo>
                <a:close/>
                <a:moveTo>
                  <a:pt x="1023121" y="2604431"/>
                </a:moveTo>
                <a:lnTo>
                  <a:pt x="1032185" y="2604431"/>
                </a:lnTo>
                <a:cubicBezTo>
                  <a:pt x="1032514" y="2604431"/>
                  <a:pt x="1032973" y="2604891"/>
                  <a:pt x="1032973" y="2604891"/>
                </a:cubicBezTo>
                <a:lnTo>
                  <a:pt x="1037505" y="2612772"/>
                </a:lnTo>
                <a:cubicBezTo>
                  <a:pt x="1037636" y="2613035"/>
                  <a:pt x="1037505" y="2613626"/>
                  <a:pt x="1037505" y="2613626"/>
                </a:cubicBezTo>
                <a:lnTo>
                  <a:pt x="1032973" y="2621508"/>
                </a:lnTo>
                <a:cubicBezTo>
                  <a:pt x="1032776" y="2621771"/>
                  <a:pt x="1032185" y="2621968"/>
                  <a:pt x="1032185" y="2621968"/>
                </a:cubicBezTo>
                <a:lnTo>
                  <a:pt x="1023121" y="2621968"/>
                </a:lnTo>
                <a:cubicBezTo>
                  <a:pt x="1022793" y="2621968"/>
                  <a:pt x="1022334" y="2621508"/>
                  <a:pt x="1022334" y="2621508"/>
                </a:cubicBezTo>
                <a:lnTo>
                  <a:pt x="1017801" y="2613626"/>
                </a:lnTo>
                <a:cubicBezTo>
                  <a:pt x="1017668" y="2613363"/>
                  <a:pt x="1017801" y="2612772"/>
                  <a:pt x="1017801" y="2612772"/>
                </a:cubicBezTo>
                <a:lnTo>
                  <a:pt x="1022334" y="2604891"/>
                </a:lnTo>
                <a:cubicBezTo>
                  <a:pt x="1022531" y="2604628"/>
                  <a:pt x="1023121" y="2604431"/>
                  <a:pt x="1023121" y="2604431"/>
                </a:cubicBezTo>
                <a:close/>
                <a:moveTo>
                  <a:pt x="768691" y="2604431"/>
                </a:moveTo>
                <a:lnTo>
                  <a:pt x="777753" y="2604431"/>
                </a:lnTo>
                <a:cubicBezTo>
                  <a:pt x="778082" y="2604431"/>
                  <a:pt x="778541" y="2604891"/>
                  <a:pt x="778541" y="2604891"/>
                </a:cubicBezTo>
                <a:lnTo>
                  <a:pt x="783074" y="2612772"/>
                </a:lnTo>
                <a:cubicBezTo>
                  <a:pt x="783206" y="2613035"/>
                  <a:pt x="783074" y="2613626"/>
                  <a:pt x="783074" y="2613626"/>
                </a:cubicBezTo>
                <a:lnTo>
                  <a:pt x="778541" y="2621508"/>
                </a:lnTo>
                <a:cubicBezTo>
                  <a:pt x="778344" y="2621771"/>
                  <a:pt x="777753" y="2621968"/>
                  <a:pt x="777753" y="2621968"/>
                </a:cubicBezTo>
                <a:lnTo>
                  <a:pt x="768691" y="2621968"/>
                </a:lnTo>
                <a:cubicBezTo>
                  <a:pt x="768362" y="2621968"/>
                  <a:pt x="767903" y="2621508"/>
                  <a:pt x="767903" y="2621508"/>
                </a:cubicBezTo>
                <a:lnTo>
                  <a:pt x="763369" y="2613626"/>
                </a:lnTo>
                <a:cubicBezTo>
                  <a:pt x="763237" y="2613363"/>
                  <a:pt x="763369" y="2612772"/>
                  <a:pt x="763369" y="2612772"/>
                </a:cubicBezTo>
                <a:lnTo>
                  <a:pt x="767903" y="2604891"/>
                </a:lnTo>
                <a:cubicBezTo>
                  <a:pt x="768100" y="2604628"/>
                  <a:pt x="768691" y="2604431"/>
                  <a:pt x="768691" y="2604431"/>
                </a:cubicBezTo>
                <a:close/>
                <a:moveTo>
                  <a:pt x="514184" y="2604431"/>
                </a:moveTo>
                <a:lnTo>
                  <a:pt x="523248" y="2604431"/>
                </a:lnTo>
                <a:cubicBezTo>
                  <a:pt x="523577" y="2604431"/>
                  <a:pt x="524037" y="2604891"/>
                  <a:pt x="524037" y="2604891"/>
                </a:cubicBezTo>
                <a:lnTo>
                  <a:pt x="528568" y="2612772"/>
                </a:lnTo>
                <a:cubicBezTo>
                  <a:pt x="528699" y="2613035"/>
                  <a:pt x="528568" y="2613626"/>
                  <a:pt x="528568" y="2613626"/>
                </a:cubicBezTo>
                <a:lnTo>
                  <a:pt x="524037" y="2621508"/>
                </a:lnTo>
                <a:cubicBezTo>
                  <a:pt x="523840" y="2621771"/>
                  <a:pt x="523248" y="2621968"/>
                  <a:pt x="523248" y="2621968"/>
                </a:cubicBezTo>
                <a:lnTo>
                  <a:pt x="514184" y="2621968"/>
                </a:lnTo>
                <a:cubicBezTo>
                  <a:pt x="513855" y="2621968"/>
                  <a:pt x="513396" y="2621508"/>
                  <a:pt x="513396" y="2621508"/>
                </a:cubicBezTo>
                <a:lnTo>
                  <a:pt x="508864" y="2613626"/>
                </a:lnTo>
                <a:cubicBezTo>
                  <a:pt x="508733" y="2613363"/>
                  <a:pt x="508864" y="2612772"/>
                  <a:pt x="508864" y="2612772"/>
                </a:cubicBezTo>
                <a:lnTo>
                  <a:pt x="513396" y="2604891"/>
                </a:lnTo>
                <a:cubicBezTo>
                  <a:pt x="513593" y="2604628"/>
                  <a:pt x="514184" y="2604431"/>
                  <a:pt x="514184" y="2604431"/>
                </a:cubicBezTo>
                <a:close/>
                <a:moveTo>
                  <a:pt x="259911" y="2604431"/>
                </a:moveTo>
                <a:lnTo>
                  <a:pt x="268974" y="2604431"/>
                </a:lnTo>
                <a:cubicBezTo>
                  <a:pt x="269303" y="2604431"/>
                  <a:pt x="269763" y="2604891"/>
                  <a:pt x="269763" y="2604891"/>
                </a:cubicBezTo>
                <a:lnTo>
                  <a:pt x="274294" y="2612772"/>
                </a:lnTo>
                <a:cubicBezTo>
                  <a:pt x="274426" y="2613035"/>
                  <a:pt x="274294" y="2613626"/>
                  <a:pt x="274294" y="2613626"/>
                </a:cubicBezTo>
                <a:lnTo>
                  <a:pt x="269763" y="2621508"/>
                </a:lnTo>
                <a:cubicBezTo>
                  <a:pt x="269565" y="2621771"/>
                  <a:pt x="268974" y="2621968"/>
                  <a:pt x="268974" y="2621968"/>
                </a:cubicBezTo>
                <a:lnTo>
                  <a:pt x="259911" y="2621968"/>
                </a:lnTo>
                <a:cubicBezTo>
                  <a:pt x="259581" y="2621968"/>
                  <a:pt x="259122" y="2621508"/>
                  <a:pt x="259122" y="2621508"/>
                </a:cubicBezTo>
                <a:lnTo>
                  <a:pt x="254590" y="2613626"/>
                </a:lnTo>
                <a:cubicBezTo>
                  <a:pt x="254458" y="2613363"/>
                  <a:pt x="254590" y="2612772"/>
                  <a:pt x="254590" y="2612772"/>
                </a:cubicBezTo>
                <a:lnTo>
                  <a:pt x="259122" y="2604891"/>
                </a:lnTo>
                <a:cubicBezTo>
                  <a:pt x="259319" y="2604628"/>
                  <a:pt x="259911" y="2604431"/>
                  <a:pt x="259911" y="2604431"/>
                </a:cubicBezTo>
                <a:close/>
                <a:moveTo>
                  <a:pt x="5483" y="2604431"/>
                </a:moveTo>
                <a:lnTo>
                  <a:pt x="14547" y="2604431"/>
                </a:lnTo>
                <a:cubicBezTo>
                  <a:pt x="14875" y="2604431"/>
                  <a:pt x="15335" y="2604891"/>
                  <a:pt x="15335" y="2604891"/>
                </a:cubicBezTo>
                <a:lnTo>
                  <a:pt x="19867" y="2612772"/>
                </a:lnTo>
                <a:cubicBezTo>
                  <a:pt x="19998" y="2613035"/>
                  <a:pt x="19867" y="2613626"/>
                  <a:pt x="19867" y="2613626"/>
                </a:cubicBezTo>
                <a:lnTo>
                  <a:pt x="15335" y="2621508"/>
                </a:lnTo>
                <a:cubicBezTo>
                  <a:pt x="15138" y="2621771"/>
                  <a:pt x="14547" y="2621968"/>
                  <a:pt x="14547" y="2621968"/>
                </a:cubicBezTo>
                <a:lnTo>
                  <a:pt x="5483" y="2621968"/>
                </a:lnTo>
                <a:cubicBezTo>
                  <a:pt x="5154" y="2621968"/>
                  <a:pt x="4694" y="2621508"/>
                  <a:pt x="4694" y="2621508"/>
                </a:cubicBezTo>
                <a:lnTo>
                  <a:pt x="162" y="2613626"/>
                </a:lnTo>
                <a:cubicBezTo>
                  <a:pt x="31" y="2613363"/>
                  <a:pt x="162" y="2612772"/>
                  <a:pt x="162" y="2612772"/>
                </a:cubicBezTo>
                <a:lnTo>
                  <a:pt x="4694" y="2604891"/>
                </a:lnTo>
                <a:cubicBezTo>
                  <a:pt x="4891" y="2604628"/>
                  <a:pt x="5483" y="2604431"/>
                  <a:pt x="5483" y="2604431"/>
                </a:cubicBezTo>
                <a:close/>
                <a:moveTo>
                  <a:pt x="10435622" y="2387357"/>
                </a:moveTo>
                <a:lnTo>
                  <a:pt x="10444686" y="2387357"/>
                </a:lnTo>
                <a:cubicBezTo>
                  <a:pt x="10445015" y="2387357"/>
                  <a:pt x="10445474" y="2387816"/>
                  <a:pt x="10445474" y="2387816"/>
                </a:cubicBezTo>
                <a:lnTo>
                  <a:pt x="10450007" y="2395698"/>
                </a:lnTo>
                <a:cubicBezTo>
                  <a:pt x="10450138" y="2395961"/>
                  <a:pt x="10450007" y="2396552"/>
                  <a:pt x="10450007" y="2396552"/>
                </a:cubicBezTo>
                <a:lnTo>
                  <a:pt x="10445474" y="2404434"/>
                </a:lnTo>
                <a:cubicBezTo>
                  <a:pt x="10445278" y="2404696"/>
                  <a:pt x="10444686" y="2404893"/>
                  <a:pt x="10444686" y="2404893"/>
                </a:cubicBezTo>
                <a:lnTo>
                  <a:pt x="10435622" y="2404893"/>
                </a:lnTo>
                <a:cubicBezTo>
                  <a:pt x="10435295" y="2404893"/>
                  <a:pt x="10434834" y="2404434"/>
                  <a:pt x="10434834" y="2404434"/>
                </a:cubicBezTo>
                <a:lnTo>
                  <a:pt x="10430302" y="2396552"/>
                </a:lnTo>
                <a:cubicBezTo>
                  <a:pt x="10430171" y="2396289"/>
                  <a:pt x="10430302" y="2395698"/>
                  <a:pt x="10430302" y="2395698"/>
                </a:cubicBezTo>
                <a:lnTo>
                  <a:pt x="10434834" y="2387816"/>
                </a:lnTo>
                <a:cubicBezTo>
                  <a:pt x="10435031" y="2387554"/>
                  <a:pt x="10435622" y="2387357"/>
                  <a:pt x="10435622" y="2387357"/>
                </a:cubicBezTo>
                <a:close/>
                <a:moveTo>
                  <a:pt x="10181242" y="2387357"/>
                </a:moveTo>
                <a:lnTo>
                  <a:pt x="10190305" y="2387357"/>
                </a:lnTo>
                <a:cubicBezTo>
                  <a:pt x="10190635" y="2387357"/>
                  <a:pt x="10191093" y="2387816"/>
                  <a:pt x="10191093" y="2387816"/>
                </a:cubicBezTo>
                <a:lnTo>
                  <a:pt x="10195626" y="2395698"/>
                </a:lnTo>
                <a:cubicBezTo>
                  <a:pt x="10195758" y="2395961"/>
                  <a:pt x="10195626" y="2396552"/>
                  <a:pt x="10195626" y="2396552"/>
                </a:cubicBezTo>
                <a:lnTo>
                  <a:pt x="10191093" y="2404434"/>
                </a:lnTo>
                <a:cubicBezTo>
                  <a:pt x="10190896" y="2404696"/>
                  <a:pt x="10190305" y="2404893"/>
                  <a:pt x="10190305" y="2404893"/>
                </a:cubicBezTo>
                <a:lnTo>
                  <a:pt x="10181242" y="2404893"/>
                </a:lnTo>
                <a:cubicBezTo>
                  <a:pt x="10180914" y="2404893"/>
                  <a:pt x="10180453" y="2404434"/>
                  <a:pt x="10180453" y="2404434"/>
                </a:cubicBezTo>
                <a:lnTo>
                  <a:pt x="10175922" y="2396552"/>
                </a:lnTo>
                <a:cubicBezTo>
                  <a:pt x="10175790" y="2396289"/>
                  <a:pt x="10175922" y="2395698"/>
                  <a:pt x="10175922" y="2395698"/>
                </a:cubicBezTo>
                <a:lnTo>
                  <a:pt x="10180453" y="2387816"/>
                </a:lnTo>
                <a:cubicBezTo>
                  <a:pt x="10180650" y="2387554"/>
                  <a:pt x="10181242" y="2387357"/>
                  <a:pt x="10181242" y="2387357"/>
                </a:cubicBezTo>
                <a:close/>
                <a:moveTo>
                  <a:pt x="9926861" y="2387357"/>
                </a:moveTo>
                <a:lnTo>
                  <a:pt x="9935924" y="2387357"/>
                </a:lnTo>
                <a:cubicBezTo>
                  <a:pt x="9936254" y="2387357"/>
                  <a:pt x="9936713" y="2387816"/>
                  <a:pt x="9936713" y="2387816"/>
                </a:cubicBezTo>
                <a:lnTo>
                  <a:pt x="9941246" y="2395698"/>
                </a:lnTo>
                <a:cubicBezTo>
                  <a:pt x="9941376" y="2395961"/>
                  <a:pt x="9941246" y="2396552"/>
                  <a:pt x="9941246" y="2396552"/>
                </a:cubicBezTo>
                <a:lnTo>
                  <a:pt x="9936713" y="2404434"/>
                </a:lnTo>
                <a:cubicBezTo>
                  <a:pt x="9936516" y="2404696"/>
                  <a:pt x="9935924" y="2404893"/>
                  <a:pt x="9935924" y="2404893"/>
                </a:cubicBezTo>
                <a:lnTo>
                  <a:pt x="9926861" y="2404893"/>
                </a:lnTo>
                <a:cubicBezTo>
                  <a:pt x="9926532" y="2404893"/>
                  <a:pt x="9926073" y="2404434"/>
                  <a:pt x="9926073" y="2404434"/>
                </a:cubicBezTo>
                <a:lnTo>
                  <a:pt x="9921541" y="2396552"/>
                </a:lnTo>
                <a:cubicBezTo>
                  <a:pt x="9921410" y="2396289"/>
                  <a:pt x="9921541" y="2395698"/>
                  <a:pt x="9921541" y="2395698"/>
                </a:cubicBezTo>
                <a:lnTo>
                  <a:pt x="9926073" y="2387816"/>
                </a:lnTo>
                <a:cubicBezTo>
                  <a:pt x="9926270" y="2387554"/>
                  <a:pt x="9926861" y="2387357"/>
                  <a:pt x="9926861" y="2387357"/>
                </a:cubicBezTo>
                <a:close/>
                <a:moveTo>
                  <a:pt x="9672481" y="2387357"/>
                </a:moveTo>
                <a:lnTo>
                  <a:pt x="9681545" y="2387357"/>
                </a:lnTo>
                <a:cubicBezTo>
                  <a:pt x="9681872" y="2387357"/>
                  <a:pt x="9682333" y="2387816"/>
                  <a:pt x="9682333" y="2387816"/>
                </a:cubicBezTo>
                <a:lnTo>
                  <a:pt x="9686865" y="2395698"/>
                </a:lnTo>
                <a:cubicBezTo>
                  <a:pt x="9686996" y="2395961"/>
                  <a:pt x="9686865" y="2396552"/>
                  <a:pt x="9686865" y="2396552"/>
                </a:cubicBezTo>
                <a:lnTo>
                  <a:pt x="9682333" y="2404434"/>
                </a:lnTo>
                <a:cubicBezTo>
                  <a:pt x="9682136" y="2404696"/>
                  <a:pt x="9681545" y="2404893"/>
                  <a:pt x="9681545" y="2404893"/>
                </a:cubicBezTo>
                <a:lnTo>
                  <a:pt x="9672481" y="2404893"/>
                </a:lnTo>
                <a:cubicBezTo>
                  <a:pt x="9672152" y="2404893"/>
                  <a:pt x="9671693" y="2404434"/>
                  <a:pt x="9671693" y="2404434"/>
                </a:cubicBezTo>
                <a:lnTo>
                  <a:pt x="9667160" y="2396552"/>
                </a:lnTo>
                <a:cubicBezTo>
                  <a:pt x="9667030" y="2396289"/>
                  <a:pt x="9667160" y="2395698"/>
                  <a:pt x="9667160" y="2395698"/>
                </a:cubicBezTo>
                <a:lnTo>
                  <a:pt x="9671693" y="2387816"/>
                </a:lnTo>
                <a:cubicBezTo>
                  <a:pt x="9671890" y="2387554"/>
                  <a:pt x="9672481" y="2387357"/>
                  <a:pt x="9672481" y="2387357"/>
                </a:cubicBezTo>
                <a:close/>
                <a:moveTo>
                  <a:pt x="9418035" y="2387357"/>
                </a:moveTo>
                <a:lnTo>
                  <a:pt x="9427099" y="2387357"/>
                </a:lnTo>
                <a:cubicBezTo>
                  <a:pt x="9427427" y="2387357"/>
                  <a:pt x="9427887" y="2387816"/>
                  <a:pt x="9427887" y="2387816"/>
                </a:cubicBezTo>
                <a:lnTo>
                  <a:pt x="9432419" y="2395698"/>
                </a:lnTo>
                <a:cubicBezTo>
                  <a:pt x="9432550" y="2395961"/>
                  <a:pt x="9432419" y="2396552"/>
                  <a:pt x="9432419" y="2396552"/>
                </a:cubicBezTo>
                <a:lnTo>
                  <a:pt x="9427887" y="2404434"/>
                </a:lnTo>
                <a:cubicBezTo>
                  <a:pt x="9427690" y="2404696"/>
                  <a:pt x="9427099" y="2404893"/>
                  <a:pt x="9427099" y="2404893"/>
                </a:cubicBezTo>
                <a:lnTo>
                  <a:pt x="9418035" y="2404893"/>
                </a:lnTo>
                <a:cubicBezTo>
                  <a:pt x="9417707" y="2404893"/>
                  <a:pt x="9417247" y="2404434"/>
                  <a:pt x="9417247" y="2404434"/>
                </a:cubicBezTo>
                <a:lnTo>
                  <a:pt x="9412714" y="2396552"/>
                </a:lnTo>
                <a:cubicBezTo>
                  <a:pt x="9412583" y="2396289"/>
                  <a:pt x="9412714" y="2395698"/>
                  <a:pt x="9412714" y="2395698"/>
                </a:cubicBezTo>
                <a:lnTo>
                  <a:pt x="9417247" y="2387816"/>
                </a:lnTo>
                <a:cubicBezTo>
                  <a:pt x="9417444" y="2387554"/>
                  <a:pt x="9418035" y="2387357"/>
                  <a:pt x="9418035" y="2387357"/>
                </a:cubicBezTo>
                <a:close/>
                <a:moveTo>
                  <a:pt x="9163654" y="2387357"/>
                </a:moveTo>
                <a:lnTo>
                  <a:pt x="9172718" y="2387357"/>
                </a:lnTo>
                <a:cubicBezTo>
                  <a:pt x="9173046" y="2387357"/>
                  <a:pt x="9173506" y="2387816"/>
                  <a:pt x="9173506" y="2387816"/>
                </a:cubicBezTo>
                <a:lnTo>
                  <a:pt x="9178038" y="2395698"/>
                </a:lnTo>
                <a:cubicBezTo>
                  <a:pt x="9178169" y="2395961"/>
                  <a:pt x="9178038" y="2396552"/>
                  <a:pt x="9178038" y="2396552"/>
                </a:cubicBezTo>
                <a:lnTo>
                  <a:pt x="9173506" y="2404434"/>
                </a:lnTo>
                <a:cubicBezTo>
                  <a:pt x="9173309" y="2404696"/>
                  <a:pt x="9172718" y="2404893"/>
                  <a:pt x="9172718" y="2404893"/>
                </a:cubicBezTo>
                <a:lnTo>
                  <a:pt x="9163654" y="2404893"/>
                </a:lnTo>
                <a:cubicBezTo>
                  <a:pt x="9163326" y="2404893"/>
                  <a:pt x="9162866" y="2404434"/>
                  <a:pt x="9162866" y="2404434"/>
                </a:cubicBezTo>
                <a:lnTo>
                  <a:pt x="9158333" y="2396552"/>
                </a:lnTo>
                <a:cubicBezTo>
                  <a:pt x="9158202" y="2396289"/>
                  <a:pt x="9158333" y="2395698"/>
                  <a:pt x="9158333" y="2395698"/>
                </a:cubicBezTo>
                <a:lnTo>
                  <a:pt x="9162866" y="2387816"/>
                </a:lnTo>
                <a:cubicBezTo>
                  <a:pt x="9163062" y="2387554"/>
                  <a:pt x="9163654" y="2387357"/>
                  <a:pt x="9163654" y="2387357"/>
                </a:cubicBezTo>
                <a:close/>
                <a:moveTo>
                  <a:pt x="8909274" y="2387357"/>
                </a:moveTo>
                <a:lnTo>
                  <a:pt x="8918336" y="2387357"/>
                </a:lnTo>
                <a:cubicBezTo>
                  <a:pt x="8918666" y="2387357"/>
                  <a:pt x="8919125" y="2387816"/>
                  <a:pt x="8919125" y="2387816"/>
                </a:cubicBezTo>
                <a:lnTo>
                  <a:pt x="8923657" y="2395698"/>
                </a:lnTo>
                <a:cubicBezTo>
                  <a:pt x="8923789" y="2395961"/>
                  <a:pt x="8923657" y="2396552"/>
                  <a:pt x="8923657" y="2396552"/>
                </a:cubicBezTo>
                <a:lnTo>
                  <a:pt x="8919125" y="2404434"/>
                </a:lnTo>
                <a:cubicBezTo>
                  <a:pt x="8918928" y="2404696"/>
                  <a:pt x="8918336" y="2404893"/>
                  <a:pt x="8918336" y="2404893"/>
                </a:cubicBezTo>
                <a:lnTo>
                  <a:pt x="8909274" y="2404893"/>
                </a:lnTo>
                <a:cubicBezTo>
                  <a:pt x="8908945" y="2404893"/>
                  <a:pt x="8908484" y="2404434"/>
                  <a:pt x="8908484" y="2404434"/>
                </a:cubicBezTo>
                <a:lnTo>
                  <a:pt x="8903953" y="2396552"/>
                </a:lnTo>
                <a:cubicBezTo>
                  <a:pt x="8903821" y="2396289"/>
                  <a:pt x="8903953" y="2395698"/>
                  <a:pt x="8903953" y="2395698"/>
                </a:cubicBezTo>
                <a:lnTo>
                  <a:pt x="8908484" y="2387816"/>
                </a:lnTo>
                <a:cubicBezTo>
                  <a:pt x="8908681" y="2387554"/>
                  <a:pt x="8909274" y="2387357"/>
                  <a:pt x="8909274" y="2387357"/>
                </a:cubicBezTo>
                <a:close/>
                <a:moveTo>
                  <a:pt x="8654892" y="2387357"/>
                </a:moveTo>
                <a:lnTo>
                  <a:pt x="8663955" y="2387357"/>
                </a:lnTo>
                <a:cubicBezTo>
                  <a:pt x="8664285" y="2387357"/>
                  <a:pt x="8664744" y="2387816"/>
                  <a:pt x="8664744" y="2387816"/>
                </a:cubicBezTo>
                <a:lnTo>
                  <a:pt x="8669277" y="2395698"/>
                </a:lnTo>
                <a:cubicBezTo>
                  <a:pt x="8669408" y="2395961"/>
                  <a:pt x="8669277" y="2396552"/>
                  <a:pt x="8669277" y="2396552"/>
                </a:cubicBezTo>
                <a:lnTo>
                  <a:pt x="8664744" y="2404434"/>
                </a:lnTo>
                <a:cubicBezTo>
                  <a:pt x="8664548" y="2404696"/>
                  <a:pt x="8663955" y="2404893"/>
                  <a:pt x="8663955" y="2404893"/>
                </a:cubicBezTo>
                <a:lnTo>
                  <a:pt x="8654892" y="2404893"/>
                </a:lnTo>
                <a:cubicBezTo>
                  <a:pt x="8654565" y="2404893"/>
                  <a:pt x="8654104" y="2404434"/>
                  <a:pt x="8654104" y="2404434"/>
                </a:cubicBezTo>
                <a:lnTo>
                  <a:pt x="8649572" y="2396552"/>
                </a:lnTo>
                <a:cubicBezTo>
                  <a:pt x="8649441" y="2396289"/>
                  <a:pt x="8649572" y="2395698"/>
                  <a:pt x="8649572" y="2395698"/>
                </a:cubicBezTo>
                <a:lnTo>
                  <a:pt x="8654104" y="2387816"/>
                </a:lnTo>
                <a:cubicBezTo>
                  <a:pt x="8654301" y="2387554"/>
                  <a:pt x="8654892" y="2387357"/>
                  <a:pt x="8654892" y="2387357"/>
                </a:cubicBezTo>
                <a:close/>
                <a:moveTo>
                  <a:pt x="8400511" y="2387357"/>
                </a:moveTo>
                <a:lnTo>
                  <a:pt x="8409575" y="2387357"/>
                </a:lnTo>
                <a:cubicBezTo>
                  <a:pt x="8409904" y="2387357"/>
                  <a:pt x="8410363" y="2387816"/>
                  <a:pt x="8410363" y="2387816"/>
                </a:cubicBezTo>
                <a:lnTo>
                  <a:pt x="8414896" y="2395698"/>
                </a:lnTo>
                <a:cubicBezTo>
                  <a:pt x="8415027" y="2395961"/>
                  <a:pt x="8414896" y="2396552"/>
                  <a:pt x="8414896" y="2396552"/>
                </a:cubicBezTo>
                <a:lnTo>
                  <a:pt x="8410363" y="2404434"/>
                </a:lnTo>
                <a:cubicBezTo>
                  <a:pt x="8410166" y="2404696"/>
                  <a:pt x="8409575" y="2404893"/>
                  <a:pt x="8409575" y="2404893"/>
                </a:cubicBezTo>
                <a:lnTo>
                  <a:pt x="8400511" y="2404893"/>
                </a:lnTo>
                <a:cubicBezTo>
                  <a:pt x="8400184" y="2404893"/>
                  <a:pt x="8399723" y="2404434"/>
                  <a:pt x="8399723" y="2404434"/>
                </a:cubicBezTo>
                <a:lnTo>
                  <a:pt x="8395191" y="2396552"/>
                </a:lnTo>
                <a:cubicBezTo>
                  <a:pt x="8395060" y="2396289"/>
                  <a:pt x="8395191" y="2395698"/>
                  <a:pt x="8395191" y="2395698"/>
                </a:cubicBezTo>
                <a:lnTo>
                  <a:pt x="8399723" y="2387816"/>
                </a:lnTo>
                <a:cubicBezTo>
                  <a:pt x="8399920" y="2387554"/>
                  <a:pt x="8400511" y="2387357"/>
                  <a:pt x="8400511" y="2387357"/>
                </a:cubicBezTo>
                <a:close/>
                <a:moveTo>
                  <a:pt x="8146065" y="2387357"/>
                </a:moveTo>
                <a:lnTo>
                  <a:pt x="8155129" y="2387357"/>
                </a:lnTo>
                <a:cubicBezTo>
                  <a:pt x="8155458" y="2387357"/>
                  <a:pt x="8155917" y="2387816"/>
                  <a:pt x="8155917" y="2387816"/>
                </a:cubicBezTo>
                <a:lnTo>
                  <a:pt x="8160449" y="2395698"/>
                </a:lnTo>
                <a:cubicBezTo>
                  <a:pt x="8160580" y="2395961"/>
                  <a:pt x="8160449" y="2396552"/>
                  <a:pt x="8160449" y="2396552"/>
                </a:cubicBezTo>
                <a:lnTo>
                  <a:pt x="8155917" y="2404434"/>
                </a:lnTo>
                <a:cubicBezTo>
                  <a:pt x="8155719" y="2404696"/>
                  <a:pt x="8155129" y="2404893"/>
                  <a:pt x="8155129" y="2404893"/>
                </a:cubicBezTo>
                <a:lnTo>
                  <a:pt x="8146065" y="2404893"/>
                </a:lnTo>
                <a:cubicBezTo>
                  <a:pt x="8145737" y="2404893"/>
                  <a:pt x="8145277" y="2404434"/>
                  <a:pt x="8145277" y="2404434"/>
                </a:cubicBezTo>
                <a:lnTo>
                  <a:pt x="8140745" y="2396552"/>
                </a:lnTo>
                <a:cubicBezTo>
                  <a:pt x="8140613" y="2396289"/>
                  <a:pt x="8140745" y="2395698"/>
                  <a:pt x="8140745" y="2395698"/>
                </a:cubicBezTo>
                <a:lnTo>
                  <a:pt x="8145277" y="2387816"/>
                </a:lnTo>
                <a:cubicBezTo>
                  <a:pt x="8145474" y="2387554"/>
                  <a:pt x="8146065" y="2387357"/>
                  <a:pt x="8146065" y="2387357"/>
                </a:cubicBezTo>
                <a:close/>
                <a:moveTo>
                  <a:pt x="7891684" y="2387357"/>
                </a:moveTo>
                <a:lnTo>
                  <a:pt x="7900748" y="2387357"/>
                </a:lnTo>
                <a:cubicBezTo>
                  <a:pt x="7901076" y="2387357"/>
                  <a:pt x="7901536" y="2387816"/>
                  <a:pt x="7901536" y="2387816"/>
                </a:cubicBezTo>
                <a:lnTo>
                  <a:pt x="7906067" y="2395698"/>
                </a:lnTo>
                <a:cubicBezTo>
                  <a:pt x="7906199" y="2395961"/>
                  <a:pt x="7906067" y="2396552"/>
                  <a:pt x="7906067" y="2396552"/>
                </a:cubicBezTo>
                <a:lnTo>
                  <a:pt x="7901536" y="2404434"/>
                </a:lnTo>
                <a:cubicBezTo>
                  <a:pt x="7901339" y="2404696"/>
                  <a:pt x="7900748" y="2404893"/>
                  <a:pt x="7900748" y="2404893"/>
                </a:cubicBezTo>
                <a:lnTo>
                  <a:pt x="7891684" y="2404893"/>
                </a:lnTo>
                <a:cubicBezTo>
                  <a:pt x="7891355" y="2404893"/>
                  <a:pt x="7890896" y="2404434"/>
                  <a:pt x="7890896" y="2404434"/>
                </a:cubicBezTo>
                <a:lnTo>
                  <a:pt x="7886363" y="2396552"/>
                </a:lnTo>
                <a:cubicBezTo>
                  <a:pt x="7886233" y="2396289"/>
                  <a:pt x="7886363" y="2395698"/>
                  <a:pt x="7886363" y="2395698"/>
                </a:cubicBezTo>
                <a:lnTo>
                  <a:pt x="7890896" y="2387816"/>
                </a:lnTo>
                <a:cubicBezTo>
                  <a:pt x="7891093" y="2387554"/>
                  <a:pt x="7891684" y="2387357"/>
                  <a:pt x="7891684" y="2387357"/>
                </a:cubicBezTo>
                <a:close/>
                <a:moveTo>
                  <a:pt x="7637304" y="2387357"/>
                </a:moveTo>
                <a:lnTo>
                  <a:pt x="7646367" y="2387357"/>
                </a:lnTo>
                <a:cubicBezTo>
                  <a:pt x="7646696" y="2387357"/>
                  <a:pt x="7647156" y="2387816"/>
                  <a:pt x="7647156" y="2387816"/>
                </a:cubicBezTo>
                <a:lnTo>
                  <a:pt x="7651687" y="2395698"/>
                </a:lnTo>
                <a:cubicBezTo>
                  <a:pt x="7651819" y="2395961"/>
                  <a:pt x="7651687" y="2396552"/>
                  <a:pt x="7651687" y="2396552"/>
                </a:cubicBezTo>
                <a:lnTo>
                  <a:pt x="7647156" y="2404434"/>
                </a:lnTo>
                <a:cubicBezTo>
                  <a:pt x="7646958" y="2404696"/>
                  <a:pt x="7646367" y="2404893"/>
                  <a:pt x="7646367" y="2404893"/>
                </a:cubicBezTo>
                <a:lnTo>
                  <a:pt x="7637304" y="2404893"/>
                </a:lnTo>
                <a:cubicBezTo>
                  <a:pt x="7636975" y="2404893"/>
                  <a:pt x="7636516" y="2404434"/>
                  <a:pt x="7636516" y="2404434"/>
                </a:cubicBezTo>
                <a:lnTo>
                  <a:pt x="7631983" y="2396552"/>
                </a:lnTo>
                <a:cubicBezTo>
                  <a:pt x="7631851" y="2396289"/>
                  <a:pt x="7631983" y="2395698"/>
                  <a:pt x="7631983" y="2395698"/>
                </a:cubicBezTo>
                <a:lnTo>
                  <a:pt x="7636516" y="2387816"/>
                </a:lnTo>
                <a:cubicBezTo>
                  <a:pt x="7636713" y="2387554"/>
                  <a:pt x="7637304" y="2387357"/>
                  <a:pt x="7637304" y="2387357"/>
                </a:cubicBezTo>
                <a:close/>
                <a:moveTo>
                  <a:pt x="7382923" y="2387357"/>
                </a:moveTo>
                <a:lnTo>
                  <a:pt x="7391987" y="2387357"/>
                </a:lnTo>
                <a:cubicBezTo>
                  <a:pt x="7392315" y="2387357"/>
                  <a:pt x="7392775" y="2387816"/>
                  <a:pt x="7392775" y="2387816"/>
                </a:cubicBezTo>
                <a:lnTo>
                  <a:pt x="7397307" y="2395698"/>
                </a:lnTo>
                <a:cubicBezTo>
                  <a:pt x="7397438" y="2395961"/>
                  <a:pt x="7397307" y="2396552"/>
                  <a:pt x="7397307" y="2396552"/>
                </a:cubicBezTo>
                <a:lnTo>
                  <a:pt x="7392775" y="2404434"/>
                </a:lnTo>
                <a:cubicBezTo>
                  <a:pt x="7392578" y="2404696"/>
                  <a:pt x="7391987" y="2404893"/>
                  <a:pt x="7391987" y="2404893"/>
                </a:cubicBezTo>
                <a:lnTo>
                  <a:pt x="7382923" y="2404893"/>
                </a:lnTo>
                <a:cubicBezTo>
                  <a:pt x="7382595" y="2404893"/>
                  <a:pt x="7382135" y="2404434"/>
                  <a:pt x="7382135" y="2404434"/>
                </a:cubicBezTo>
                <a:lnTo>
                  <a:pt x="7377602" y="2396552"/>
                </a:lnTo>
                <a:cubicBezTo>
                  <a:pt x="7377471" y="2396289"/>
                  <a:pt x="7377602" y="2395698"/>
                  <a:pt x="7377602" y="2395698"/>
                </a:cubicBezTo>
                <a:lnTo>
                  <a:pt x="7382135" y="2387816"/>
                </a:lnTo>
                <a:cubicBezTo>
                  <a:pt x="7382331" y="2387554"/>
                  <a:pt x="7382923" y="2387357"/>
                  <a:pt x="7382923" y="2387357"/>
                </a:cubicBezTo>
                <a:close/>
                <a:moveTo>
                  <a:pt x="7128477" y="2387357"/>
                </a:moveTo>
                <a:lnTo>
                  <a:pt x="7137540" y="2387357"/>
                </a:lnTo>
                <a:cubicBezTo>
                  <a:pt x="7137869" y="2387357"/>
                  <a:pt x="7138328" y="2387816"/>
                  <a:pt x="7138328" y="2387816"/>
                </a:cubicBezTo>
                <a:lnTo>
                  <a:pt x="7142860" y="2395698"/>
                </a:lnTo>
                <a:cubicBezTo>
                  <a:pt x="7142992" y="2395961"/>
                  <a:pt x="7142860" y="2396552"/>
                  <a:pt x="7142860" y="2396552"/>
                </a:cubicBezTo>
                <a:lnTo>
                  <a:pt x="7138328" y="2404434"/>
                </a:lnTo>
                <a:cubicBezTo>
                  <a:pt x="7138131" y="2404696"/>
                  <a:pt x="7137540" y="2404893"/>
                  <a:pt x="7137540" y="2404893"/>
                </a:cubicBezTo>
                <a:lnTo>
                  <a:pt x="7128477" y="2404893"/>
                </a:lnTo>
                <a:cubicBezTo>
                  <a:pt x="7128148" y="2404893"/>
                  <a:pt x="7127689" y="2404434"/>
                  <a:pt x="7127689" y="2404434"/>
                </a:cubicBezTo>
                <a:lnTo>
                  <a:pt x="7123156" y="2396552"/>
                </a:lnTo>
                <a:cubicBezTo>
                  <a:pt x="7123024" y="2396289"/>
                  <a:pt x="7123156" y="2395698"/>
                  <a:pt x="7123156" y="2395698"/>
                </a:cubicBezTo>
                <a:lnTo>
                  <a:pt x="7127689" y="2387816"/>
                </a:lnTo>
                <a:cubicBezTo>
                  <a:pt x="7127885" y="2387554"/>
                  <a:pt x="7128477" y="2387357"/>
                  <a:pt x="7128477" y="2387357"/>
                </a:cubicBezTo>
                <a:close/>
                <a:moveTo>
                  <a:pt x="6874095" y="2387357"/>
                </a:moveTo>
                <a:lnTo>
                  <a:pt x="6883159" y="2387357"/>
                </a:lnTo>
                <a:cubicBezTo>
                  <a:pt x="6883488" y="2387357"/>
                  <a:pt x="6883947" y="2387816"/>
                  <a:pt x="6883947" y="2387816"/>
                </a:cubicBezTo>
                <a:lnTo>
                  <a:pt x="6888480" y="2395698"/>
                </a:lnTo>
                <a:cubicBezTo>
                  <a:pt x="6888611" y="2395961"/>
                  <a:pt x="6888480" y="2396552"/>
                  <a:pt x="6888480" y="2396552"/>
                </a:cubicBezTo>
                <a:lnTo>
                  <a:pt x="6883947" y="2404434"/>
                </a:lnTo>
                <a:cubicBezTo>
                  <a:pt x="6883751" y="2404696"/>
                  <a:pt x="6883159" y="2404893"/>
                  <a:pt x="6883159" y="2404893"/>
                </a:cubicBezTo>
                <a:lnTo>
                  <a:pt x="6874095" y="2404893"/>
                </a:lnTo>
                <a:cubicBezTo>
                  <a:pt x="6873768" y="2404893"/>
                  <a:pt x="6873307" y="2404434"/>
                  <a:pt x="6873307" y="2404434"/>
                </a:cubicBezTo>
                <a:lnTo>
                  <a:pt x="6868775" y="2396552"/>
                </a:lnTo>
                <a:cubicBezTo>
                  <a:pt x="6868644" y="2396289"/>
                  <a:pt x="6868775" y="2395698"/>
                  <a:pt x="6868775" y="2395698"/>
                </a:cubicBezTo>
                <a:lnTo>
                  <a:pt x="6873307" y="2387816"/>
                </a:lnTo>
                <a:cubicBezTo>
                  <a:pt x="6873504" y="2387554"/>
                  <a:pt x="6874095" y="2387357"/>
                  <a:pt x="6874095" y="2387357"/>
                </a:cubicBezTo>
                <a:close/>
                <a:moveTo>
                  <a:pt x="6619714" y="2387357"/>
                </a:moveTo>
                <a:lnTo>
                  <a:pt x="6628778" y="2387357"/>
                </a:lnTo>
                <a:cubicBezTo>
                  <a:pt x="6629107" y="2387357"/>
                  <a:pt x="6629566" y="2387816"/>
                  <a:pt x="6629566" y="2387816"/>
                </a:cubicBezTo>
                <a:lnTo>
                  <a:pt x="6634099" y="2395698"/>
                </a:lnTo>
                <a:cubicBezTo>
                  <a:pt x="6634230" y="2395961"/>
                  <a:pt x="6634099" y="2396552"/>
                  <a:pt x="6634099" y="2396552"/>
                </a:cubicBezTo>
                <a:lnTo>
                  <a:pt x="6629566" y="2404434"/>
                </a:lnTo>
                <a:cubicBezTo>
                  <a:pt x="6629369" y="2404696"/>
                  <a:pt x="6628778" y="2404893"/>
                  <a:pt x="6628778" y="2404893"/>
                </a:cubicBezTo>
                <a:lnTo>
                  <a:pt x="6619714" y="2404893"/>
                </a:lnTo>
                <a:cubicBezTo>
                  <a:pt x="6619387" y="2404893"/>
                  <a:pt x="6618926" y="2404434"/>
                  <a:pt x="6618926" y="2404434"/>
                </a:cubicBezTo>
                <a:lnTo>
                  <a:pt x="6614394" y="2396552"/>
                </a:lnTo>
                <a:cubicBezTo>
                  <a:pt x="6614263" y="2396289"/>
                  <a:pt x="6614394" y="2395698"/>
                  <a:pt x="6614394" y="2395698"/>
                </a:cubicBezTo>
                <a:lnTo>
                  <a:pt x="6618926" y="2387816"/>
                </a:lnTo>
                <a:cubicBezTo>
                  <a:pt x="6619123" y="2387554"/>
                  <a:pt x="6619714" y="2387357"/>
                  <a:pt x="6619714" y="2387357"/>
                </a:cubicBezTo>
                <a:close/>
                <a:moveTo>
                  <a:pt x="6365334" y="2387357"/>
                </a:moveTo>
                <a:lnTo>
                  <a:pt x="6374397" y="2387357"/>
                </a:lnTo>
                <a:cubicBezTo>
                  <a:pt x="6374727" y="2387357"/>
                  <a:pt x="6375186" y="2387816"/>
                  <a:pt x="6375186" y="2387816"/>
                </a:cubicBezTo>
                <a:lnTo>
                  <a:pt x="6379718" y="2395698"/>
                </a:lnTo>
                <a:cubicBezTo>
                  <a:pt x="6379849" y="2395961"/>
                  <a:pt x="6379718" y="2396552"/>
                  <a:pt x="6379718" y="2396552"/>
                </a:cubicBezTo>
                <a:lnTo>
                  <a:pt x="6375186" y="2404434"/>
                </a:lnTo>
                <a:cubicBezTo>
                  <a:pt x="6374988" y="2404696"/>
                  <a:pt x="6374397" y="2404893"/>
                  <a:pt x="6374397" y="2404893"/>
                </a:cubicBezTo>
                <a:lnTo>
                  <a:pt x="6365334" y="2404893"/>
                </a:lnTo>
                <a:cubicBezTo>
                  <a:pt x="6365005" y="2404893"/>
                  <a:pt x="6364546" y="2404434"/>
                  <a:pt x="6364546" y="2404434"/>
                </a:cubicBezTo>
                <a:lnTo>
                  <a:pt x="6360014" y="2396552"/>
                </a:lnTo>
                <a:cubicBezTo>
                  <a:pt x="6359882" y="2396289"/>
                  <a:pt x="6360014" y="2395698"/>
                  <a:pt x="6360014" y="2395698"/>
                </a:cubicBezTo>
                <a:lnTo>
                  <a:pt x="6364546" y="2387816"/>
                </a:lnTo>
                <a:cubicBezTo>
                  <a:pt x="6364743" y="2387554"/>
                  <a:pt x="6365334" y="2387357"/>
                  <a:pt x="6365334" y="2387357"/>
                </a:cubicBezTo>
                <a:close/>
                <a:moveTo>
                  <a:pt x="6110888" y="2387357"/>
                </a:moveTo>
                <a:lnTo>
                  <a:pt x="6119953" y="2387357"/>
                </a:lnTo>
                <a:cubicBezTo>
                  <a:pt x="6120280" y="2387357"/>
                  <a:pt x="6120740" y="2387816"/>
                  <a:pt x="6120740" y="2387816"/>
                </a:cubicBezTo>
                <a:lnTo>
                  <a:pt x="6125272" y="2395698"/>
                </a:lnTo>
                <a:cubicBezTo>
                  <a:pt x="6125403" y="2395961"/>
                  <a:pt x="6125272" y="2396552"/>
                  <a:pt x="6125272" y="2396552"/>
                </a:cubicBezTo>
                <a:lnTo>
                  <a:pt x="6120740" y="2404434"/>
                </a:lnTo>
                <a:cubicBezTo>
                  <a:pt x="6120543" y="2404696"/>
                  <a:pt x="6119953" y="2404893"/>
                  <a:pt x="6119953" y="2404893"/>
                </a:cubicBezTo>
                <a:lnTo>
                  <a:pt x="6110888" y="2404893"/>
                </a:lnTo>
                <a:cubicBezTo>
                  <a:pt x="6110560" y="2404893"/>
                  <a:pt x="6110101" y="2404434"/>
                  <a:pt x="6110101" y="2404434"/>
                </a:cubicBezTo>
                <a:lnTo>
                  <a:pt x="6105567" y="2396552"/>
                </a:lnTo>
                <a:cubicBezTo>
                  <a:pt x="6105436" y="2396289"/>
                  <a:pt x="6105567" y="2395698"/>
                  <a:pt x="6105567" y="2395698"/>
                </a:cubicBezTo>
                <a:lnTo>
                  <a:pt x="6110101" y="2387816"/>
                </a:lnTo>
                <a:cubicBezTo>
                  <a:pt x="6110296" y="2387554"/>
                  <a:pt x="6110888" y="2387357"/>
                  <a:pt x="6110888" y="2387357"/>
                </a:cubicBezTo>
                <a:close/>
                <a:moveTo>
                  <a:pt x="5856508" y="2387357"/>
                </a:moveTo>
                <a:lnTo>
                  <a:pt x="5865571" y="2387357"/>
                </a:lnTo>
                <a:cubicBezTo>
                  <a:pt x="5865900" y="2387357"/>
                  <a:pt x="5866359" y="2387816"/>
                  <a:pt x="5866359" y="2387816"/>
                </a:cubicBezTo>
                <a:lnTo>
                  <a:pt x="5870891" y="2395698"/>
                </a:lnTo>
                <a:cubicBezTo>
                  <a:pt x="5871023" y="2395961"/>
                  <a:pt x="5870891" y="2396552"/>
                  <a:pt x="5870891" y="2396552"/>
                </a:cubicBezTo>
                <a:lnTo>
                  <a:pt x="5866359" y="2404434"/>
                </a:lnTo>
                <a:cubicBezTo>
                  <a:pt x="5866163" y="2404696"/>
                  <a:pt x="5865571" y="2404893"/>
                  <a:pt x="5865571" y="2404893"/>
                </a:cubicBezTo>
                <a:lnTo>
                  <a:pt x="5856508" y="2404893"/>
                </a:lnTo>
                <a:cubicBezTo>
                  <a:pt x="5856178" y="2404893"/>
                  <a:pt x="5855720" y="2404434"/>
                  <a:pt x="5855720" y="2404434"/>
                </a:cubicBezTo>
                <a:lnTo>
                  <a:pt x="5851187" y="2396552"/>
                </a:lnTo>
                <a:cubicBezTo>
                  <a:pt x="5851055" y="2396289"/>
                  <a:pt x="5851187" y="2395698"/>
                  <a:pt x="5851187" y="2395698"/>
                </a:cubicBezTo>
                <a:lnTo>
                  <a:pt x="5855720" y="2387816"/>
                </a:lnTo>
                <a:cubicBezTo>
                  <a:pt x="5855916" y="2387554"/>
                  <a:pt x="5856508" y="2387357"/>
                  <a:pt x="5856508" y="2387357"/>
                </a:cubicBezTo>
                <a:close/>
                <a:moveTo>
                  <a:pt x="5602126" y="2387357"/>
                </a:moveTo>
                <a:lnTo>
                  <a:pt x="5611191" y="2387357"/>
                </a:lnTo>
                <a:cubicBezTo>
                  <a:pt x="5611519" y="2387357"/>
                  <a:pt x="5611979" y="2387816"/>
                  <a:pt x="5611979" y="2387816"/>
                </a:cubicBezTo>
                <a:lnTo>
                  <a:pt x="5616511" y="2395698"/>
                </a:lnTo>
                <a:cubicBezTo>
                  <a:pt x="5616642" y="2395961"/>
                  <a:pt x="5616511" y="2396552"/>
                  <a:pt x="5616511" y="2396552"/>
                </a:cubicBezTo>
                <a:lnTo>
                  <a:pt x="5611979" y="2404434"/>
                </a:lnTo>
                <a:cubicBezTo>
                  <a:pt x="5611782" y="2404696"/>
                  <a:pt x="5611191" y="2404893"/>
                  <a:pt x="5611191" y="2404893"/>
                </a:cubicBezTo>
                <a:lnTo>
                  <a:pt x="5602126" y="2404893"/>
                </a:lnTo>
                <a:cubicBezTo>
                  <a:pt x="5601798" y="2404893"/>
                  <a:pt x="5601338" y="2404434"/>
                  <a:pt x="5601338" y="2404434"/>
                </a:cubicBezTo>
                <a:lnTo>
                  <a:pt x="5596807" y="2396552"/>
                </a:lnTo>
                <a:cubicBezTo>
                  <a:pt x="5596675" y="2396289"/>
                  <a:pt x="5596807" y="2395698"/>
                  <a:pt x="5596807" y="2395698"/>
                </a:cubicBezTo>
                <a:lnTo>
                  <a:pt x="5601338" y="2387816"/>
                </a:lnTo>
                <a:cubicBezTo>
                  <a:pt x="5601536" y="2387554"/>
                  <a:pt x="5602126" y="2387357"/>
                  <a:pt x="5602126" y="2387357"/>
                </a:cubicBezTo>
                <a:close/>
                <a:moveTo>
                  <a:pt x="5347746" y="2387357"/>
                </a:moveTo>
                <a:lnTo>
                  <a:pt x="5356810" y="2387357"/>
                </a:lnTo>
                <a:cubicBezTo>
                  <a:pt x="5357138" y="2387357"/>
                  <a:pt x="5357598" y="2387816"/>
                  <a:pt x="5357598" y="2387816"/>
                </a:cubicBezTo>
                <a:lnTo>
                  <a:pt x="5362130" y="2395698"/>
                </a:lnTo>
                <a:cubicBezTo>
                  <a:pt x="5362261" y="2395961"/>
                  <a:pt x="5362130" y="2396552"/>
                  <a:pt x="5362130" y="2396552"/>
                </a:cubicBezTo>
                <a:lnTo>
                  <a:pt x="5357598" y="2404434"/>
                </a:lnTo>
                <a:cubicBezTo>
                  <a:pt x="5357401" y="2404696"/>
                  <a:pt x="5356810" y="2404893"/>
                  <a:pt x="5356810" y="2404893"/>
                </a:cubicBezTo>
                <a:lnTo>
                  <a:pt x="5347746" y="2404893"/>
                </a:lnTo>
                <a:cubicBezTo>
                  <a:pt x="5347418" y="2404893"/>
                  <a:pt x="5346958" y="2404434"/>
                  <a:pt x="5346958" y="2404434"/>
                </a:cubicBezTo>
                <a:lnTo>
                  <a:pt x="5342425" y="2396552"/>
                </a:lnTo>
                <a:cubicBezTo>
                  <a:pt x="5342295" y="2396289"/>
                  <a:pt x="5342425" y="2395698"/>
                  <a:pt x="5342425" y="2395698"/>
                </a:cubicBezTo>
                <a:lnTo>
                  <a:pt x="5346958" y="2387816"/>
                </a:lnTo>
                <a:cubicBezTo>
                  <a:pt x="5347154" y="2387554"/>
                  <a:pt x="5347746" y="2387357"/>
                  <a:pt x="5347746" y="2387357"/>
                </a:cubicBezTo>
                <a:close/>
                <a:moveTo>
                  <a:pt x="5093300" y="2387357"/>
                </a:moveTo>
                <a:lnTo>
                  <a:pt x="5102364" y="2387357"/>
                </a:lnTo>
                <a:cubicBezTo>
                  <a:pt x="5102693" y="2387357"/>
                  <a:pt x="5103153" y="2387816"/>
                  <a:pt x="5103153" y="2387816"/>
                </a:cubicBezTo>
                <a:lnTo>
                  <a:pt x="5107684" y="2395698"/>
                </a:lnTo>
                <a:cubicBezTo>
                  <a:pt x="5107815" y="2395961"/>
                  <a:pt x="5107684" y="2396552"/>
                  <a:pt x="5107684" y="2396552"/>
                </a:cubicBezTo>
                <a:lnTo>
                  <a:pt x="5103153" y="2404434"/>
                </a:lnTo>
                <a:cubicBezTo>
                  <a:pt x="5102955" y="2404696"/>
                  <a:pt x="5102364" y="2404893"/>
                  <a:pt x="5102364" y="2404893"/>
                </a:cubicBezTo>
                <a:lnTo>
                  <a:pt x="5093300" y="2404893"/>
                </a:lnTo>
                <a:cubicBezTo>
                  <a:pt x="5092972" y="2404893"/>
                  <a:pt x="5092512" y="2404434"/>
                  <a:pt x="5092512" y="2404434"/>
                </a:cubicBezTo>
                <a:lnTo>
                  <a:pt x="5087979" y="2396552"/>
                </a:lnTo>
                <a:cubicBezTo>
                  <a:pt x="5087848" y="2396289"/>
                  <a:pt x="5087979" y="2395698"/>
                  <a:pt x="5087979" y="2395698"/>
                </a:cubicBezTo>
                <a:lnTo>
                  <a:pt x="5092512" y="2387816"/>
                </a:lnTo>
                <a:cubicBezTo>
                  <a:pt x="5092708" y="2387554"/>
                  <a:pt x="5093300" y="2387357"/>
                  <a:pt x="5093300" y="2387357"/>
                </a:cubicBezTo>
                <a:close/>
                <a:moveTo>
                  <a:pt x="4838919" y="2387357"/>
                </a:moveTo>
                <a:lnTo>
                  <a:pt x="4847982" y="2387357"/>
                </a:lnTo>
                <a:cubicBezTo>
                  <a:pt x="4848311" y="2387357"/>
                  <a:pt x="4848772" y="2387816"/>
                  <a:pt x="4848772" y="2387816"/>
                </a:cubicBezTo>
                <a:lnTo>
                  <a:pt x="4853303" y="2395698"/>
                </a:lnTo>
                <a:cubicBezTo>
                  <a:pt x="4853435" y="2395961"/>
                  <a:pt x="4853303" y="2396552"/>
                  <a:pt x="4853303" y="2396552"/>
                </a:cubicBezTo>
                <a:lnTo>
                  <a:pt x="4848772" y="2404434"/>
                </a:lnTo>
                <a:cubicBezTo>
                  <a:pt x="4848575" y="2404696"/>
                  <a:pt x="4847982" y="2404893"/>
                  <a:pt x="4847982" y="2404893"/>
                </a:cubicBezTo>
                <a:lnTo>
                  <a:pt x="4838919" y="2404893"/>
                </a:lnTo>
                <a:cubicBezTo>
                  <a:pt x="4838590" y="2404893"/>
                  <a:pt x="4838132" y="2404434"/>
                  <a:pt x="4838132" y="2404434"/>
                </a:cubicBezTo>
                <a:lnTo>
                  <a:pt x="4833598" y="2396552"/>
                </a:lnTo>
                <a:cubicBezTo>
                  <a:pt x="4833467" y="2396289"/>
                  <a:pt x="4833598" y="2395698"/>
                  <a:pt x="4833598" y="2395698"/>
                </a:cubicBezTo>
                <a:lnTo>
                  <a:pt x="4838132" y="2387816"/>
                </a:lnTo>
                <a:cubicBezTo>
                  <a:pt x="4838328" y="2387554"/>
                  <a:pt x="4838919" y="2387357"/>
                  <a:pt x="4838919" y="2387357"/>
                </a:cubicBezTo>
                <a:close/>
                <a:moveTo>
                  <a:pt x="4584538" y="2387357"/>
                </a:moveTo>
                <a:lnTo>
                  <a:pt x="4593603" y="2387357"/>
                </a:lnTo>
                <a:cubicBezTo>
                  <a:pt x="4593932" y="2387357"/>
                  <a:pt x="4594390" y="2387816"/>
                  <a:pt x="4594390" y="2387816"/>
                </a:cubicBezTo>
                <a:lnTo>
                  <a:pt x="4598922" y="2395698"/>
                </a:lnTo>
                <a:cubicBezTo>
                  <a:pt x="4599054" y="2395961"/>
                  <a:pt x="4598922" y="2396552"/>
                  <a:pt x="4598922" y="2396552"/>
                </a:cubicBezTo>
                <a:lnTo>
                  <a:pt x="4594390" y="2404434"/>
                </a:lnTo>
                <a:cubicBezTo>
                  <a:pt x="4594193" y="2404696"/>
                  <a:pt x="4593603" y="2404893"/>
                  <a:pt x="4593603" y="2404893"/>
                </a:cubicBezTo>
                <a:lnTo>
                  <a:pt x="4584538" y="2404893"/>
                </a:lnTo>
                <a:cubicBezTo>
                  <a:pt x="4584210" y="2404893"/>
                  <a:pt x="4583749" y="2404434"/>
                  <a:pt x="4583749" y="2404434"/>
                </a:cubicBezTo>
                <a:lnTo>
                  <a:pt x="4579218" y="2396552"/>
                </a:lnTo>
                <a:cubicBezTo>
                  <a:pt x="4579087" y="2396289"/>
                  <a:pt x="4579218" y="2395698"/>
                  <a:pt x="4579218" y="2395698"/>
                </a:cubicBezTo>
                <a:lnTo>
                  <a:pt x="4583749" y="2387816"/>
                </a:lnTo>
                <a:cubicBezTo>
                  <a:pt x="4583948" y="2387554"/>
                  <a:pt x="4584538" y="2387357"/>
                  <a:pt x="4584538" y="2387357"/>
                </a:cubicBezTo>
                <a:close/>
                <a:moveTo>
                  <a:pt x="4330157" y="2387357"/>
                </a:moveTo>
                <a:lnTo>
                  <a:pt x="4339222" y="2387357"/>
                </a:lnTo>
                <a:cubicBezTo>
                  <a:pt x="4339550" y="2387357"/>
                  <a:pt x="4340010" y="2387816"/>
                  <a:pt x="4340010" y="2387816"/>
                </a:cubicBezTo>
                <a:lnTo>
                  <a:pt x="4344540" y="2395698"/>
                </a:lnTo>
                <a:cubicBezTo>
                  <a:pt x="4344672" y="2395961"/>
                  <a:pt x="4344540" y="2396552"/>
                  <a:pt x="4344540" y="2396552"/>
                </a:cubicBezTo>
                <a:lnTo>
                  <a:pt x="4340010" y="2404434"/>
                </a:lnTo>
                <a:cubicBezTo>
                  <a:pt x="4339812" y="2404696"/>
                  <a:pt x="4339222" y="2404893"/>
                  <a:pt x="4339222" y="2404893"/>
                </a:cubicBezTo>
                <a:lnTo>
                  <a:pt x="4330157" y="2404893"/>
                </a:lnTo>
                <a:cubicBezTo>
                  <a:pt x="4329829" y="2404893"/>
                  <a:pt x="4329369" y="2404434"/>
                  <a:pt x="4329369" y="2404434"/>
                </a:cubicBezTo>
                <a:lnTo>
                  <a:pt x="4324836" y="2396552"/>
                </a:lnTo>
                <a:cubicBezTo>
                  <a:pt x="4324706" y="2396289"/>
                  <a:pt x="4324836" y="2395698"/>
                  <a:pt x="4324836" y="2395698"/>
                </a:cubicBezTo>
                <a:lnTo>
                  <a:pt x="4329369" y="2387816"/>
                </a:lnTo>
                <a:cubicBezTo>
                  <a:pt x="4329565" y="2387554"/>
                  <a:pt x="4330157" y="2387357"/>
                  <a:pt x="4330157" y="2387357"/>
                </a:cubicBezTo>
                <a:close/>
                <a:moveTo>
                  <a:pt x="4075960" y="2387357"/>
                </a:moveTo>
                <a:lnTo>
                  <a:pt x="4085024" y="2387357"/>
                </a:lnTo>
                <a:cubicBezTo>
                  <a:pt x="4085354" y="2387357"/>
                  <a:pt x="4085812" y="2387816"/>
                  <a:pt x="4085812" y="2387816"/>
                </a:cubicBezTo>
                <a:lnTo>
                  <a:pt x="4090345" y="2395698"/>
                </a:lnTo>
                <a:cubicBezTo>
                  <a:pt x="4090475" y="2395961"/>
                  <a:pt x="4090345" y="2396552"/>
                  <a:pt x="4090345" y="2396552"/>
                </a:cubicBezTo>
                <a:lnTo>
                  <a:pt x="4085812" y="2404434"/>
                </a:lnTo>
                <a:cubicBezTo>
                  <a:pt x="4085618" y="2404696"/>
                  <a:pt x="4085024" y="2404893"/>
                  <a:pt x="4085024" y="2404893"/>
                </a:cubicBezTo>
                <a:lnTo>
                  <a:pt x="4075960" y="2404893"/>
                </a:lnTo>
                <a:cubicBezTo>
                  <a:pt x="4075631" y="2404893"/>
                  <a:pt x="4075171" y="2404434"/>
                  <a:pt x="4075171" y="2404434"/>
                </a:cubicBezTo>
                <a:lnTo>
                  <a:pt x="4070639" y="2396552"/>
                </a:lnTo>
                <a:cubicBezTo>
                  <a:pt x="4070508" y="2396289"/>
                  <a:pt x="4070639" y="2395698"/>
                  <a:pt x="4070639" y="2395698"/>
                </a:cubicBezTo>
                <a:lnTo>
                  <a:pt x="4075171" y="2387816"/>
                </a:lnTo>
                <a:cubicBezTo>
                  <a:pt x="4075366" y="2387554"/>
                  <a:pt x="4075960" y="2387357"/>
                  <a:pt x="4075960" y="2387357"/>
                </a:cubicBezTo>
                <a:close/>
                <a:moveTo>
                  <a:pt x="3821617" y="2387357"/>
                </a:moveTo>
                <a:lnTo>
                  <a:pt x="3830683" y="2387357"/>
                </a:lnTo>
                <a:cubicBezTo>
                  <a:pt x="3831010" y="2387357"/>
                  <a:pt x="3831470" y="2387816"/>
                  <a:pt x="3831470" y="2387816"/>
                </a:cubicBezTo>
                <a:lnTo>
                  <a:pt x="3836003" y="2395698"/>
                </a:lnTo>
                <a:cubicBezTo>
                  <a:pt x="3836135" y="2395961"/>
                  <a:pt x="3836003" y="2396552"/>
                  <a:pt x="3836003" y="2396552"/>
                </a:cubicBezTo>
                <a:lnTo>
                  <a:pt x="3831470" y="2404434"/>
                </a:lnTo>
                <a:cubicBezTo>
                  <a:pt x="3831273" y="2404696"/>
                  <a:pt x="3830683" y="2404893"/>
                  <a:pt x="3830683" y="2404893"/>
                </a:cubicBezTo>
                <a:lnTo>
                  <a:pt x="3821617" y="2404893"/>
                </a:lnTo>
                <a:cubicBezTo>
                  <a:pt x="3821286" y="2404893"/>
                  <a:pt x="3820828" y="2404434"/>
                  <a:pt x="3820828" y="2404434"/>
                </a:cubicBezTo>
                <a:lnTo>
                  <a:pt x="3816298" y="2396552"/>
                </a:lnTo>
                <a:cubicBezTo>
                  <a:pt x="3816165" y="2396289"/>
                  <a:pt x="3816298" y="2395698"/>
                  <a:pt x="3816298" y="2395698"/>
                </a:cubicBezTo>
                <a:lnTo>
                  <a:pt x="3820828" y="2387816"/>
                </a:lnTo>
                <a:cubicBezTo>
                  <a:pt x="3821027" y="2387554"/>
                  <a:pt x="3821617" y="2387357"/>
                  <a:pt x="3821617" y="2387357"/>
                </a:cubicBezTo>
                <a:close/>
                <a:moveTo>
                  <a:pt x="3567079" y="2387357"/>
                </a:moveTo>
                <a:lnTo>
                  <a:pt x="3576143" y="2387357"/>
                </a:lnTo>
                <a:cubicBezTo>
                  <a:pt x="3576472" y="2387357"/>
                  <a:pt x="3576931" y="2387816"/>
                  <a:pt x="3576931" y="2387816"/>
                </a:cubicBezTo>
                <a:lnTo>
                  <a:pt x="3581463" y="2395698"/>
                </a:lnTo>
                <a:cubicBezTo>
                  <a:pt x="3581595" y="2395961"/>
                  <a:pt x="3581463" y="2396552"/>
                  <a:pt x="3581463" y="2396552"/>
                </a:cubicBezTo>
                <a:lnTo>
                  <a:pt x="3576931" y="2404434"/>
                </a:lnTo>
                <a:cubicBezTo>
                  <a:pt x="3576734" y="2404696"/>
                  <a:pt x="3576143" y="2404893"/>
                  <a:pt x="3576143" y="2404893"/>
                </a:cubicBezTo>
                <a:lnTo>
                  <a:pt x="3567079" y="2404893"/>
                </a:lnTo>
                <a:cubicBezTo>
                  <a:pt x="3566749" y="2404893"/>
                  <a:pt x="3566290" y="2404434"/>
                  <a:pt x="3566290" y="2404434"/>
                </a:cubicBezTo>
                <a:lnTo>
                  <a:pt x="3561758" y="2396552"/>
                </a:lnTo>
                <a:cubicBezTo>
                  <a:pt x="3561626" y="2396289"/>
                  <a:pt x="3561758" y="2395698"/>
                  <a:pt x="3561758" y="2395698"/>
                </a:cubicBezTo>
                <a:lnTo>
                  <a:pt x="3566290" y="2387816"/>
                </a:lnTo>
                <a:cubicBezTo>
                  <a:pt x="3566486" y="2387554"/>
                  <a:pt x="3567079" y="2387357"/>
                  <a:pt x="3567079" y="2387357"/>
                </a:cubicBezTo>
                <a:close/>
                <a:moveTo>
                  <a:pt x="3312804" y="2387357"/>
                </a:moveTo>
                <a:lnTo>
                  <a:pt x="3321868" y="2387357"/>
                </a:lnTo>
                <a:cubicBezTo>
                  <a:pt x="3322196" y="2387357"/>
                  <a:pt x="3322657" y="2387816"/>
                  <a:pt x="3322657" y="2387816"/>
                </a:cubicBezTo>
                <a:lnTo>
                  <a:pt x="3327189" y="2395698"/>
                </a:lnTo>
                <a:cubicBezTo>
                  <a:pt x="3327320" y="2395961"/>
                  <a:pt x="3327189" y="2396552"/>
                  <a:pt x="3327189" y="2396552"/>
                </a:cubicBezTo>
                <a:lnTo>
                  <a:pt x="3322657" y="2404434"/>
                </a:lnTo>
                <a:cubicBezTo>
                  <a:pt x="3322460" y="2404696"/>
                  <a:pt x="3321868" y="2404893"/>
                  <a:pt x="3321868" y="2404893"/>
                </a:cubicBezTo>
                <a:lnTo>
                  <a:pt x="3312804" y="2404893"/>
                </a:lnTo>
                <a:cubicBezTo>
                  <a:pt x="3312473" y="2404893"/>
                  <a:pt x="3312016" y="2404434"/>
                  <a:pt x="3312016" y="2404434"/>
                </a:cubicBezTo>
                <a:lnTo>
                  <a:pt x="3307483" y="2396552"/>
                </a:lnTo>
                <a:cubicBezTo>
                  <a:pt x="3307352" y="2396289"/>
                  <a:pt x="3307483" y="2395698"/>
                  <a:pt x="3307483" y="2395698"/>
                </a:cubicBezTo>
                <a:lnTo>
                  <a:pt x="3312016" y="2387816"/>
                </a:lnTo>
                <a:cubicBezTo>
                  <a:pt x="3312212" y="2387554"/>
                  <a:pt x="3312804" y="2387357"/>
                  <a:pt x="3312804" y="2387357"/>
                </a:cubicBezTo>
                <a:close/>
                <a:moveTo>
                  <a:pt x="3058437" y="2387357"/>
                </a:moveTo>
                <a:lnTo>
                  <a:pt x="3067503" y="2387357"/>
                </a:lnTo>
                <a:cubicBezTo>
                  <a:pt x="3067832" y="2387357"/>
                  <a:pt x="3068292" y="2387816"/>
                  <a:pt x="3068292" y="2387816"/>
                </a:cubicBezTo>
                <a:lnTo>
                  <a:pt x="3072824" y="2395698"/>
                </a:lnTo>
                <a:cubicBezTo>
                  <a:pt x="3072955" y="2395961"/>
                  <a:pt x="3072824" y="2396552"/>
                  <a:pt x="3072824" y="2396552"/>
                </a:cubicBezTo>
                <a:lnTo>
                  <a:pt x="3068292" y="2404434"/>
                </a:lnTo>
                <a:cubicBezTo>
                  <a:pt x="3068097" y="2404696"/>
                  <a:pt x="3067503" y="2404893"/>
                  <a:pt x="3067503" y="2404893"/>
                </a:cubicBezTo>
                <a:lnTo>
                  <a:pt x="3058437" y="2404893"/>
                </a:lnTo>
                <a:cubicBezTo>
                  <a:pt x="3058109" y="2404893"/>
                  <a:pt x="3057649" y="2404434"/>
                  <a:pt x="3057649" y="2404434"/>
                </a:cubicBezTo>
                <a:lnTo>
                  <a:pt x="3053119" y="2396552"/>
                </a:lnTo>
                <a:cubicBezTo>
                  <a:pt x="3052985" y="2396289"/>
                  <a:pt x="3053119" y="2395698"/>
                  <a:pt x="3053119" y="2395698"/>
                </a:cubicBezTo>
                <a:lnTo>
                  <a:pt x="3057649" y="2387816"/>
                </a:lnTo>
                <a:cubicBezTo>
                  <a:pt x="3057849" y="2387554"/>
                  <a:pt x="3058437" y="2387357"/>
                  <a:pt x="3058437" y="2387357"/>
                </a:cubicBezTo>
                <a:close/>
                <a:moveTo>
                  <a:pt x="2803838" y="2387357"/>
                </a:moveTo>
                <a:lnTo>
                  <a:pt x="2812903" y="2387357"/>
                </a:lnTo>
                <a:cubicBezTo>
                  <a:pt x="2813231" y="2387357"/>
                  <a:pt x="2813691" y="2387816"/>
                  <a:pt x="2813691" y="2387816"/>
                </a:cubicBezTo>
                <a:lnTo>
                  <a:pt x="2818223" y="2395698"/>
                </a:lnTo>
                <a:cubicBezTo>
                  <a:pt x="2818354" y="2395961"/>
                  <a:pt x="2818223" y="2396552"/>
                  <a:pt x="2818223" y="2396552"/>
                </a:cubicBezTo>
                <a:lnTo>
                  <a:pt x="2813691" y="2404434"/>
                </a:lnTo>
                <a:cubicBezTo>
                  <a:pt x="2813494" y="2404696"/>
                  <a:pt x="2812903" y="2404893"/>
                  <a:pt x="2812903" y="2404893"/>
                </a:cubicBezTo>
                <a:lnTo>
                  <a:pt x="2803838" y="2404893"/>
                </a:lnTo>
                <a:cubicBezTo>
                  <a:pt x="2803509" y="2404893"/>
                  <a:pt x="2803049" y="2404434"/>
                  <a:pt x="2803049" y="2404434"/>
                </a:cubicBezTo>
                <a:lnTo>
                  <a:pt x="2798517" y="2396552"/>
                </a:lnTo>
                <a:cubicBezTo>
                  <a:pt x="2798386" y="2396289"/>
                  <a:pt x="2798517" y="2395698"/>
                  <a:pt x="2798517" y="2395698"/>
                </a:cubicBezTo>
                <a:lnTo>
                  <a:pt x="2803049" y="2387816"/>
                </a:lnTo>
                <a:cubicBezTo>
                  <a:pt x="2803248" y="2387554"/>
                  <a:pt x="2803838" y="2387357"/>
                  <a:pt x="2803838" y="2387357"/>
                </a:cubicBezTo>
                <a:close/>
                <a:moveTo>
                  <a:pt x="2549521" y="2387357"/>
                </a:moveTo>
                <a:lnTo>
                  <a:pt x="2558587" y="2387357"/>
                </a:lnTo>
                <a:cubicBezTo>
                  <a:pt x="2558915" y="2387357"/>
                  <a:pt x="2559375" y="2387816"/>
                  <a:pt x="2559375" y="2387816"/>
                </a:cubicBezTo>
                <a:lnTo>
                  <a:pt x="2563905" y="2395698"/>
                </a:lnTo>
                <a:cubicBezTo>
                  <a:pt x="2564037" y="2395961"/>
                  <a:pt x="2563905" y="2396552"/>
                  <a:pt x="2563905" y="2396552"/>
                </a:cubicBezTo>
                <a:lnTo>
                  <a:pt x="2559375" y="2404434"/>
                </a:lnTo>
                <a:cubicBezTo>
                  <a:pt x="2559178" y="2404696"/>
                  <a:pt x="2558587" y="2404893"/>
                  <a:pt x="2558587" y="2404893"/>
                </a:cubicBezTo>
                <a:lnTo>
                  <a:pt x="2549521" y="2404893"/>
                </a:lnTo>
                <a:cubicBezTo>
                  <a:pt x="2549194" y="2404893"/>
                  <a:pt x="2548733" y="2404434"/>
                  <a:pt x="2548733" y="2404434"/>
                </a:cubicBezTo>
                <a:lnTo>
                  <a:pt x="2544202" y="2396552"/>
                </a:lnTo>
                <a:cubicBezTo>
                  <a:pt x="2544071" y="2396289"/>
                  <a:pt x="2544202" y="2395698"/>
                  <a:pt x="2544202" y="2395698"/>
                </a:cubicBezTo>
                <a:lnTo>
                  <a:pt x="2548733" y="2387816"/>
                </a:lnTo>
                <a:cubicBezTo>
                  <a:pt x="2548930" y="2387554"/>
                  <a:pt x="2549521" y="2387357"/>
                  <a:pt x="2549521" y="2387357"/>
                </a:cubicBezTo>
                <a:close/>
                <a:moveTo>
                  <a:pt x="2295138" y="2387357"/>
                </a:moveTo>
                <a:lnTo>
                  <a:pt x="2304204" y="2387357"/>
                </a:lnTo>
                <a:cubicBezTo>
                  <a:pt x="2304532" y="2387357"/>
                  <a:pt x="2304992" y="2387816"/>
                  <a:pt x="2304992" y="2387816"/>
                </a:cubicBezTo>
                <a:lnTo>
                  <a:pt x="2309523" y="2395698"/>
                </a:lnTo>
                <a:cubicBezTo>
                  <a:pt x="2309655" y="2395961"/>
                  <a:pt x="2309523" y="2396552"/>
                  <a:pt x="2309523" y="2396552"/>
                </a:cubicBezTo>
                <a:lnTo>
                  <a:pt x="2304992" y="2404434"/>
                </a:lnTo>
                <a:cubicBezTo>
                  <a:pt x="2304795" y="2404696"/>
                  <a:pt x="2304204" y="2404893"/>
                  <a:pt x="2304204" y="2404893"/>
                </a:cubicBezTo>
                <a:lnTo>
                  <a:pt x="2295138" y="2404893"/>
                </a:lnTo>
                <a:cubicBezTo>
                  <a:pt x="2294812" y="2404893"/>
                  <a:pt x="2294350" y="2404434"/>
                  <a:pt x="2294350" y="2404434"/>
                </a:cubicBezTo>
                <a:lnTo>
                  <a:pt x="2289819" y="2396552"/>
                </a:lnTo>
                <a:cubicBezTo>
                  <a:pt x="2289688" y="2396289"/>
                  <a:pt x="2289819" y="2395698"/>
                  <a:pt x="2289819" y="2395698"/>
                </a:cubicBezTo>
                <a:lnTo>
                  <a:pt x="2294350" y="2387816"/>
                </a:lnTo>
                <a:cubicBezTo>
                  <a:pt x="2294547" y="2387554"/>
                  <a:pt x="2295138" y="2387357"/>
                  <a:pt x="2295138" y="2387357"/>
                </a:cubicBezTo>
                <a:close/>
                <a:moveTo>
                  <a:pt x="2040693" y="2387357"/>
                </a:moveTo>
                <a:lnTo>
                  <a:pt x="2049755" y="2387357"/>
                </a:lnTo>
                <a:cubicBezTo>
                  <a:pt x="2050084" y="2387357"/>
                  <a:pt x="2050543" y="2387816"/>
                  <a:pt x="2050543" y="2387816"/>
                </a:cubicBezTo>
                <a:lnTo>
                  <a:pt x="2055075" y="2395698"/>
                </a:lnTo>
                <a:cubicBezTo>
                  <a:pt x="2055206" y="2395961"/>
                  <a:pt x="2055075" y="2396552"/>
                  <a:pt x="2055075" y="2396552"/>
                </a:cubicBezTo>
                <a:lnTo>
                  <a:pt x="2050543" y="2404434"/>
                </a:lnTo>
                <a:cubicBezTo>
                  <a:pt x="2050346" y="2404696"/>
                  <a:pt x="2049755" y="2404893"/>
                  <a:pt x="2049755" y="2404893"/>
                </a:cubicBezTo>
                <a:lnTo>
                  <a:pt x="2040693" y="2404893"/>
                </a:lnTo>
                <a:cubicBezTo>
                  <a:pt x="2040362" y="2404893"/>
                  <a:pt x="2039905" y="2404434"/>
                  <a:pt x="2039905" y="2404434"/>
                </a:cubicBezTo>
                <a:lnTo>
                  <a:pt x="2035368" y="2396552"/>
                </a:lnTo>
                <a:cubicBezTo>
                  <a:pt x="2035238" y="2396289"/>
                  <a:pt x="2035368" y="2395698"/>
                  <a:pt x="2035368" y="2395698"/>
                </a:cubicBezTo>
                <a:lnTo>
                  <a:pt x="2039905" y="2387816"/>
                </a:lnTo>
                <a:cubicBezTo>
                  <a:pt x="2040100" y="2387554"/>
                  <a:pt x="2040693" y="2387357"/>
                  <a:pt x="2040693" y="2387357"/>
                </a:cubicBezTo>
                <a:close/>
                <a:moveTo>
                  <a:pt x="1786336" y="2387357"/>
                </a:moveTo>
                <a:lnTo>
                  <a:pt x="1795401" y="2387357"/>
                </a:lnTo>
                <a:cubicBezTo>
                  <a:pt x="1795729" y="2387357"/>
                  <a:pt x="1796188" y="2387816"/>
                  <a:pt x="1796188" y="2387816"/>
                </a:cubicBezTo>
                <a:lnTo>
                  <a:pt x="1800721" y="2395698"/>
                </a:lnTo>
                <a:cubicBezTo>
                  <a:pt x="1800852" y="2395961"/>
                  <a:pt x="1800721" y="2396552"/>
                  <a:pt x="1800721" y="2396552"/>
                </a:cubicBezTo>
                <a:lnTo>
                  <a:pt x="1796188" y="2404434"/>
                </a:lnTo>
                <a:cubicBezTo>
                  <a:pt x="1795992" y="2404696"/>
                  <a:pt x="1795401" y="2404893"/>
                  <a:pt x="1795401" y="2404893"/>
                </a:cubicBezTo>
                <a:lnTo>
                  <a:pt x="1786336" y="2404893"/>
                </a:lnTo>
                <a:cubicBezTo>
                  <a:pt x="1786009" y="2404893"/>
                  <a:pt x="1785548" y="2404434"/>
                  <a:pt x="1785548" y="2404434"/>
                </a:cubicBezTo>
                <a:lnTo>
                  <a:pt x="1781016" y="2396552"/>
                </a:lnTo>
                <a:cubicBezTo>
                  <a:pt x="1780885" y="2396289"/>
                  <a:pt x="1781016" y="2395698"/>
                  <a:pt x="1781016" y="2395698"/>
                </a:cubicBezTo>
                <a:lnTo>
                  <a:pt x="1785548" y="2387816"/>
                </a:lnTo>
                <a:cubicBezTo>
                  <a:pt x="1785745" y="2387554"/>
                  <a:pt x="1786336" y="2387357"/>
                  <a:pt x="1786336" y="2387357"/>
                </a:cubicBezTo>
                <a:close/>
                <a:moveTo>
                  <a:pt x="1531890" y="2387357"/>
                </a:moveTo>
                <a:lnTo>
                  <a:pt x="1540953" y="2387357"/>
                </a:lnTo>
                <a:cubicBezTo>
                  <a:pt x="1541282" y="2387357"/>
                  <a:pt x="1541741" y="2387816"/>
                  <a:pt x="1541741" y="2387816"/>
                </a:cubicBezTo>
                <a:lnTo>
                  <a:pt x="1546273" y="2395698"/>
                </a:lnTo>
                <a:cubicBezTo>
                  <a:pt x="1546406" y="2395961"/>
                  <a:pt x="1546273" y="2396552"/>
                  <a:pt x="1546273" y="2396552"/>
                </a:cubicBezTo>
                <a:lnTo>
                  <a:pt x="1541741" y="2404434"/>
                </a:lnTo>
                <a:cubicBezTo>
                  <a:pt x="1541544" y="2404696"/>
                  <a:pt x="1540953" y="2404893"/>
                  <a:pt x="1540953" y="2404893"/>
                </a:cubicBezTo>
                <a:lnTo>
                  <a:pt x="1531890" y="2404893"/>
                </a:lnTo>
                <a:cubicBezTo>
                  <a:pt x="1531559" y="2404893"/>
                  <a:pt x="1531103" y="2404434"/>
                  <a:pt x="1531103" y="2404434"/>
                </a:cubicBezTo>
                <a:lnTo>
                  <a:pt x="1526569" y="2396552"/>
                </a:lnTo>
                <a:cubicBezTo>
                  <a:pt x="1526436" y="2396289"/>
                  <a:pt x="1526569" y="2395698"/>
                  <a:pt x="1526569" y="2395698"/>
                </a:cubicBezTo>
                <a:lnTo>
                  <a:pt x="1531103" y="2387816"/>
                </a:lnTo>
                <a:cubicBezTo>
                  <a:pt x="1531299" y="2387554"/>
                  <a:pt x="1531890" y="2387357"/>
                  <a:pt x="1531890" y="2387357"/>
                </a:cubicBezTo>
                <a:close/>
                <a:moveTo>
                  <a:pt x="1277563" y="2387357"/>
                </a:moveTo>
                <a:lnTo>
                  <a:pt x="1286627" y="2387357"/>
                </a:lnTo>
                <a:cubicBezTo>
                  <a:pt x="1286956" y="2387357"/>
                  <a:pt x="1287417" y="2387816"/>
                  <a:pt x="1287417" y="2387816"/>
                </a:cubicBezTo>
                <a:lnTo>
                  <a:pt x="1291948" y="2395698"/>
                </a:lnTo>
                <a:cubicBezTo>
                  <a:pt x="1292080" y="2395961"/>
                  <a:pt x="1291948" y="2396552"/>
                  <a:pt x="1291948" y="2396552"/>
                </a:cubicBezTo>
                <a:lnTo>
                  <a:pt x="1287417" y="2404434"/>
                </a:lnTo>
                <a:cubicBezTo>
                  <a:pt x="1287219" y="2404696"/>
                  <a:pt x="1286627" y="2404893"/>
                  <a:pt x="1286627" y="2404893"/>
                </a:cubicBezTo>
                <a:lnTo>
                  <a:pt x="1277563" y="2404893"/>
                </a:lnTo>
                <a:cubicBezTo>
                  <a:pt x="1277234" y="2404893"/>
                  <a:pt x="1276775" y="2404434"/>
                  <a:pt x="1276775" y="2404434"/>
                </a:cubicBezTo>
                <a:lnTo>
                  <a:pt x="1272243" y="2396552"/>
                </a:lnTo>
                <a:cubicBezTo>
                  <a:pt x="1272111" y="2396289"/>
                  <a:pt x="1272243" y="2395698"/>
                  <a:pt x="1272243" y="2395698"/>
                </a:cubicBezTo>
                <a:lnTo>
                  <a:pt x="1276775" y="2387816"/>
                </a:lnTo>
                <a:cubicBezTo>
                  <a:pt x="1276972" y="2387554"/>
                  <a:pt x="1277563" y="2387357"/>
                  <a:pt x="1277563" y="2387357"/>
                </a:cubicBezTo>
                <a:close/>
                <a:moveTo>
                  <a:pt x="1023071" y="2387357"/>
                </a:moveTo>
                <a:lnTo>
                  <a:pt x="1032135" y="2387357"/>
                </a:lnTo>
                <a:cubicBezTo>
                  <a:pt x="1032464" y="2387357"/>
                  <a:pt x="1032923" y="2387816"/>
                  <a:pt x="1032923" y="2387816"/>
                </a:cubicBezTo>
                <a:lnTo>
                  <a:pt x="1037455" y="2395698"/>
                </a:lnTo>
                <a:cubicBezTo>
                  <a:pt x="1037585" y="2395961"/>
                  <a:pt x="1037455" y="2396552"/>
                  <a:pt x="1037455" y="2396552"/>
                </a:cubicBezTo>
                <a:lnTo>
                  <a:pt x="1032923" y="2404434"/>
                </a:lnTo>
                <a:cubicBezTo>
                  <a:pt x="1032726" y="2404696"/>
                  <a:pt x="1032135" y="2404893"/>
                  <a:pt x="1032135" y="2404893"/>
                </a:cubicBezTo>
                <a:lnTo>
                  <a:pt x="1023071" y="2404893"/>
                </a:lnTo>
                <a:cubicBezTo>
                  <a:pt x="1022742" y="2404893"/>
                  <a:pt x="1022283" y="2404434"/>
                  <a:pt x="1022283" y="2404434"/>
                </a:cubicBezTo>
                <a:lnTo>
                  <a:pt x="1017750" y="2396552"/>
                </a:lnTo>
                <a:cubicBezTo>
                  <a:pt x="1017620" y="2396289"/>
                  <a:pt x="1017750" y="2395698"/>
                  <a:pt x="1017750" y="2395698"/>
                </a:cubicBezTo>
                <a:lnTo>
                  <a:pt x="1022283" y="2387816"/>
                </a:lnTo>
                <a:cubicBezTo>
                  <a:pt x="1022480" y="2387554"/>
                  <a:pt x="1023071" y="2387357"/>
                  <a:pt x="1023071" y="2387357"/>
                </a:cubicBezTo>
                <a:close/>
                <a:moveTo>
                  <a:pt x="768604" y="2387357"/>
                </a:moveTo>
                <a:lnTo>
                  <a:pt x="777668" y="2387357"/>
                </a:lnTo>
                <a:cubicBezTo>
                  <a:pt x="777996" y="2387357"/>
                  <a:pt x="778456" y="2387816"/>
                  <a:pt x="778456" y="2387816"/>
                </a:cubicBezTo>
                <a:lnTo>
                  <a:pt x="782988" y="2395698"/>
                </a:lnTo>
                <a:cubicBezTo>
                  <a:pt x="783119" y="2395961"/>
                  <a:pt x="782988" y="2396552"/>
                  <a:pt x="782988" y="2396552"/>
                </a:cubicBezTo>
                <a:lnTo>
                  <a:pt x="778456" y="2404434"/>
                </a:lnTo>
                <a:cubicBezTo>
                  <a:pt x="778259" y="2404696"/>
                  <a:pt x="777668" y="2404893"/>
                  <a:pt x="777668" y="2404893"/>
                </a:cubicBezTo>
                <a:lnTo>
                  <a:pt x="768604" y="2404893"/>
                </a:lnTo>
                <a:cubicBezTo>
                  <a:pt x="768276" y="2404893"/>
                  <a:pt x="767816" y="2404434"/>
                  <a:pt x="767816" y="2404434"/>
                </a:cubicBezTo>
                <a:lnTo>
                  <a:pt x="763283" y="2396552"/>
                </a:lnTo>
                <a:cubicBezTo>
                  <a:pt x="763152" y="2396289"/>
                  <a:pt x="763283" y="2395698"/>
                  <a:pt x="763283" y="2395698"/>
                </a:cubicBezTo>
                <a:lnTo>
                  <a:pt x="767816" y="2387816"/>
                </a:lnTo>
                <a:cubicBezTo>
                  <a:pt x="768013" y="2387554"/>
                  <a:pt x="768604" y="2387357"/>
                  <a:pt x="768604" y="2387357"/>
                </a:cubicBezTo>
                <a:close/>
                <a:moveTo>
                  <a:pt x="514313" y="2387357"/>
                </a:moveTo>
                <a:lnTo>
                  <a:pt x="523377" y="2387357"/>
                </a:lnTo>
                <a:cubicBezTo>
                  <a:pt x="523705" y="2387357"/>
                  <a:pt x="524165" y="2387816"/>
                  <a:pt x="524165" y="2387816"/>
                </a:cubicBezTo>
                <a:lnTo>
                  <a:pt x="528697" y="2395698"/>
                </a:lnTo>
                <a:cubicBezTo>
                  <a:pt x="528828" y="2395961"/>
                  <a:pt x="528697" y="2396552"/>
                  <a:pt x="528697" y="2396552"/>
                </a:cubicBezTo>
                <a:lnTo>
                  <a:pt x="524165" y="2404434"/>
                </a:lnTo>
                <a:cubicBezTo>
                  <a:pt x="523969" y="2404696"/>
                  <a:pt x="523377" y="2404893"/>
                  <a:pt x="523377" y="2404893"/>
                </a:cubicBezTo>
                <a:lnTo>
                  <a:pt x="514313" y="2404893"/>
                </a:lnTo>
                <a:cubicBezTo>
                  <a:pt x="513984" y="2404893"/>
                  <a:pt x="513526" y="2404434"/>
                  <a:pt x="513526" y="2404434"/>
                </a:cubicBezTo>
                <a:lnTo>
                  <a:pt x="508992" y="2396552"/>
                </a:lnTo>
                <a:cubicBezTo>
                  <a:pt x="508861" y="2396289"/>
                  <a:pt x="508992" y="2395698"/>
                  <a:pt x="508992" y="2395698"/>
                </a:cubicBezTo>
                <a:lnTo>
                  <a:pt x="513526" y="2387816"/>
                </a:lnTo>
                <a:cubicBezTo>
                  <a:pt x="513723" y="2387554"/>
                  <a:pt x="514313" y="2387357"/>
                  <a:pt x="514313" y="2387357"/>
                </a:cubicBezTo>
                <a:close/>
                <a:moveTo>
                  <a:pt x="259899" y="2387357"/>
                </a:moveTo>
                <a:lnTo>
                  <a:pt x="268962" y="2387357"/>
                </a:lnTo>
                <a:cubicBezTo>
                  <a:pt x="269291" y="2387357"/>
                  <a:pt x="269751" y="2387816"/>
                  <a:pt x="269751" y="2387816"/>
                </a:cubicBezTo>
                <a:lnTo>
                  <a:pt x="274282" y="2395698"/>
                </a:lnTo>
                <a:cubicBezTo>
                  <a:pt x="274414" y="2395961"/>
                  <a:pt x="274282" y="2396552"/>
                  <a:pt x="274282" y="2396552"/>
                </a:cubicBezTo>
                <a:lnTo>
                  <a:pt x="269751" y="2404434"/>
                </a:lnTo>
                <a:cubicBezTo>
                  <a:pt x="269554" y="2404696"/>
                  <a:pt x="268962" y="2404893"/>
                  <a:pt x="268962" y="2404893"/>
                </a:cubicBezTo>
                <a:lnTo>
                  <a:pt x="259899" y="2404893"/>
                </a:lnTo>
                <a:cubicBezTo>
                  <a:pt x="259569" y="2404893"/>
                  <a:pt x="259110" y="2404434"/>
                  <a:pt x="259110" y="2404434"/>
                </a:cubicBezTo>
                <a:lnTo>
                  <a:pt x="254578" y="2396552"/>
                </a:lnTo>
                <a:cubicBezTo>
                  <a:pt x="254446" y="2396289"/>
                  <a:pt x="254578" y="2395698"/>
                  <a:pt x="254578" y="2395698"/>
                </a:cubicBezTo>
                <a:lnTo>
                  <a:pt x="259110" y="2387816"/>
                </a:lnTo>
                <a:cubicBezTo>
                  <a:pt x="259307" y="2387554"/>
                  <a:pt x="259899" y="2387357"/>
                  <a:pt x="259899" y="2387357"/>
                </a:cubicBezTo>
                <a:close/>
                <a:moveTo>
                  <a:pt x="5451" y="2387357"/>
                </a:moveTo>
                <a:lnTo>
                  <a:pt x="14515" y="2387357"/>
                </a:lnTo>
                <a:cubicBezTo>
                  <a:pt x="14843" y="2387357"/>
                  <a:pt x="15302" y="2387816"/>
                  <a:pt x="15302" y="2387816"/>
                </a:cubicBezTo>
                <a:lnTo>
                  <a:pt x="19835" y="2395698"/>
                </a:lnTo>
                <a:cubicBezTo>
                  <a:pt x="19966" y="2395961"/>
                  <a:pt x="19835" y="2396552"/>
                  <a:pt x="19835" y="2396552"/>
                </a:cubicBezTo>
                <a:lnTo>
                  <a:pt x="15302" y="2404434"/>
                </a:lnTo>
                <a:cubicBezTo>
                  <a:pt x="15105" y="2404696"/>
                  <a:pt x="14515" y="2404893"/>
                  <a:pt x="14515" y="2404893"/>
                </a:cubicBezTo>
                <a:lnTo>
                  <a:pt x="5451" y="2404893"/>
                </a:lnTo>
                <a:cubicBezTo>
                  <a:pt x="5122" y="2404893"/>
                  <a:pt x="4662" y="2404434"/>
                  <a:pt x="4662" y="2404434"/>
                </a:cubicBezTo>
                <a:lnTo>
                  <a:pt x="129" y="2396552"/>
                </a:lnTo>
                <a:cubicBezTo>
                  <a:pt x="-2" y="2396289"/>
                  <a:pt x="129" y="2395698"/>
                  <a:pt x="129" y="2395698"/>
                </a:cubicBezTo>
                <a:lnTo>
                  <a:pt x="4662" y="2387816"/>
                </a:lnTo>
                <a:cubicBezTo>
                  <a:pt x="4859" y="2387554"/>
                  <a:pt x="5451" y="2387357"/>
                  <a:pt x="5451" y="2387357"/>
                </a:cubicBezTo>
                <a:close/>
                <a:moveTo>
                  <a:pt x="10435622" y="2170348"/>
                </a:moveTo>
                <a:lnTo>
                  <a:pt x="10444686" y="2170348"/>
                </a:lnTo>
                <a:cubicBezTo>
                  <a:pt x="10445015" y="2170348"/>
                  <a:pt x="10445474" y="2170808"/>
                  <a:pt x="10445474" y="2170808"/>
                </a:cubicBezTo>
                <a:lnTo>
                  <a:pt x="10450007" y="2178689"/>
                </a:lnTo>
                <a:cubicBezTo>
                  <a:pt x="10450138" y="2178952"/>
                  <a:pt x="10450007" y="2179543"/>
                  <a:pt x="10450007" y="2179543"/>
                </a:cubicBezTo>
                <a:lnTo>
                  <a:pt x="10445474" y="2187426"/>
                </a:lnTo>
                <a:cubicBezTo>
                  <a:pt x="10445278" y="2187688"/>
                  <a:pt x="10444686" y="2187886"/>
                  <a:pt x="10444686" y="2187886"/>
                </a:cubicBezTo>
                <a:lnTo>
                  <a:pt x="10435622" y="2187886"/>
                </a:lnTo>
                <a:cubicBezTo>
                  <a:pt x="10435295" y="2187886"/>
                  <a:pt x="10434834" y="2187426"/>
                  <a:pt x="10434834" y="2187426"/>
                </a:cubicBezTo>
                <a:lnTo>
                  <a:pt x="10430302" y="2179543"/>
                </a:lnTo>
                <a:cubicBezTo>
                  <a:pt x="10430171" y="2179280"/>
                  <a:pt x="10430302" y="2178689"/>
                  <a:pt x="10430302" y="2178689"/>
                </a:cubicBezTo>
                <a:lnTo>
                  <a:pt x="10434834" y="2170808"/>
                </a:lnTo>
                <a:cubicBezTo>
                  <a:pt x="10435031" y="2170545"/>
                  <a:pt x="10435622" y="2170348"/>
                  <a:pt x="10435622" y="2170348"/>
                </a:cubicBezTo>
                <a:close/>
                <a:moveTo>
                  <a:pt x="10181242" y="2170348"/>
                </a:moveTo>
                <a:lnTo>
                  <a:pt x="10190305" y="2170348"/>
                </a:lnTo>
                <a:cubicBezTo>
                  <a:pt x="10190635" y="2170348"/>
                  <a:pt x="10191093" y="2170808"/>
                  <a:pt x="10191093" y="2170808"/>
                </a:cubicBezTo>
                <a:lnTo>
                  <a:pt x="10195626" y="2178689"/>
                </a:lnTo>
                <a:cubicBezTo>
                  <a:pt x="10195758" y="2178952"/>
                  <a:pt x="10195626" y="2179543"/>
                  <a:pt x="10195626" y="2179543"/>
                </a:cubicBezTo>
                <a:lnTo>
                  <a:pt x="10191093" y="2187426"/>
                </a:lnTo>
                <a:cubicBezTo>
                  <a:pt x="10190896" y="2187688"/>
                  <a:pt x="10190305" y="2187886"/>
                  <a:pt x="10190305" y="2187886"/>
                </a:cubicBezTo>
                <a:lnTo>
                  <a:pt x="10181242" y="2187886"/>
                </a:lnTo>
                <a:cubicBezTo>
                  <a:pt x="10180914" y="2187886"/>
                  <a:pt x="10180453" y="2187426"/>
                  <a:pt x="10180453" y="2187426"/>
                </a:cubicBezTo>
                <a:lnTo>
                  <a:pt x="10175922" y="2179543"/>
                </a:lnTo>
                <a:cubicBezTo>
                  <a:pt x="10175790" y="2179280"/>
                  <a:pt x="10175922" y="2178689"/>
                  <a:pt x="10175922" y="2178689"/>
                </a:cubicBezTo>
                <a:lnTo>
                  <a:pt x="10180453" y="2170808"/>
                </a:lnTo>
                <a:cubicBezTo>
                  <a:pt x="10180650" y="2170545"/>
                  <a:pt x="10181242" y="2170348"/>
                  <a:pt x="10181242" y="2170348"/>
                </a:cubicBezTo>
                <a:close/>
                <a:moveTo>
                  <a:pt x="9926861" y="2170348"/>
                </a:moveTo>
                <a:lnTo>
                  <a:pt x="9935924" y="2170348"/>
                </a:lnTo>
                <a:cubicBezTo>
                  <a:pt x="9936254" y="2170348"/>
                  <a:pt x="9936713" y="2170808"/>
                  <a:pt x="9936713" y="2170808"/>
                </a:cubicBezTo>
                <a:lnTo>
                  <a:pt x="9941246" y="2178689"/>
                </a:lnTo>
                <a:cubicBezTo>
                  <a:pt x="9941376" y="2178952"/>
                  <a:pt x="9941246" y="2179543"/>
                  <a:pt x="9941246" y="2179543"/>
                </a:cubicBezTo>
                <a:lnTo>
                  <a:pt x="9936713" y="2187426"/>
                </a:lnTo>
                <a:cubicBezTo>
                  <a:pt x="9936516" y="2187688"/>
                  <a:pt x="9935924" y="2187886"/>
                  <a:pt x="9935924" y="2187886"/>
                </a:cubicBezTo>
                <a:lnTo>
                  <a:pt x="9926861" y="2187886"/>
                </a:lnTo>
                <a:cubicBezTo>
                  <a:pt x="9926532" y="2187886"/>
                  <a:pt x="9926073" y="2187426"/>
                  <a:pt x="9926073" y="2187426"/>
                </a:cubicBezTo>
                <a:lnTo>
                  <a:pt x="9921541" y="2179543"/>
                </a:lnTo>
                <a:cubicBezTo>
                  <a:pt x="9921410" y="2179280"/>
                  <a:pt x="9921541" y="2178689"/>
                  <a:pt x="9921541" y="2178689"/>
                </a:cubicBezTo>
                <a:lnTo>
                  <a:pt x="9926073" y="2170808"/>
                </a:lnTo>
                <a:cubicBezTo>
                  <a:pt x="9926270" y="2170545"/>
                  <a:pt x="9926861" y="2170348"/>
                  <a:pt x="9926861" y="2170348"/>
                </a:cubicBezTo>
                <a:close/>
                <a:moveTo>
                  <a:pt x="9672481" y="2170348"/>
                </a:moveTo>
                <a:lnTo>
                  <a:pt x="9681545" y="2170348"/>
                </a:lnTo>
                <a:cubicBezTo>
                  <a:pt x="9681872" y="2170348"/>
                  <a:pt x="9682333" y="2170808"/>
                  <a:pt x="9682333" y="2170808"/>
                </a:cubicBezTo>
                <a:lnTo>
                  <a:pt x="9686865" y="2178689"/>
                </a:lnTo>
                <a:cubicBezTo>
                  <a:pt x="9686996" y="2178952"/>
                  <a:pt x="9686865" y="2179543"/>
                  <a:pt x="9686865" y="2179543"/>
                </a:cubicBezTo>
                <a:lnTo>
                  <a:pt x="9682333" y="2187426"/>
                </a:lnTo>
                <a:cubicBezTo>
                  <a:pt x="9682136" y="2187688"/>
                  <a:pt x="9681545" y="2187886"/>
                  <a:pt x="9681545" y="2187886"/>
                </a:cubicBezTo>
                <a:lnTo>
                  <a:pt x="9672481" y="2187886"/>
                </a:lnTo>
                <a:cubicBezTo>
                  <a:pt x="9672152" y="2187886"/>
                  <a:pt x="9671693" y="2187426"/>
                  <a:pt x="9671693" y="2187426"/>
                </a:cubicBezTo>
                <a:lnTo>
                  <a:pt x="9667160" y="2179543"/>
                </a:lnTo>
                <a:cubicBezTo>
                  <a:pt x="9667030" y="2179280"/>
                  <a:pt x="9667160" y="2178689"/>
                  <a:pt x="9667160" y="2178689"/>
                </a:cubicBezTo>
                <a:lnTo>
                  <a:pt x="9671693" y="2170808"/>
                </a:lnTo>
                <a:cubicBezTo>
                  <a:pt x="9671890" y="2170545"/>
                  <a:pt x="9672481" y="2170348"/>
                  <a:pt x="9672481" y="2170348"/>
                </a:cubicBezTo>
                <a:close/>
                <a:moveTo>
                  <a:pt x="9418035" y="2170348"/>
                </a:moveTo>
                <a:lnTo>
                  <a:pt x="9427099" y="2170348"/>
                </a:lnTo>
                <a:cubicBezTo>
                  <a:pt x="9427427" y="2170348"/>
                  <a:pt x="9427887" y="2170808"/>
                  <a:pt x="9427887" y="2170808"/>
                </a:cubicBezTo>
                <a:lnTo>
                  <a:pt x="9432419" y="2178689"/>
                </a:lnTo>
                <a:cubicBezTo>
                  <a:pt x="9432550" y="2178952"/>
                  <a:pt x="9432419" y="2179543"/>
                  <a:pt x="9432419" y="2179543"/>
                </a:cubicBezTo>
                <a:lnTo>
                  <a:pt x="9427887" y="2187426"/>
                </a:lnTo>
                <a:cubicBezTo>
                  <a:pt x="9427690" y="2187688"/>
                  <a:pt x="9427099" y="2187886"/>
                  <a:pt x="9427099" y="2187886"/>
                </a:cubicBezTo>
                <a:lnTo>
                  <a:pt x="9418035" y="2187886"/>
                </a:lnTo>
                <a:cubicBezTo>
                  <a:pt x="9417707" y="2187886"/>
                  <a:pt x="9417247" y="2187426"/>
                  <a:pt x="9417247" y="2187426"/>
                </a:cubicBezTo>
                <a:lnTo>
                  <a:pt x="9412714" y="2179543"/>
                </a:lnTo>
                <a:cubicBezTo>
                  <a:pt x="9412583" y="2179280"/>
                  <a:pt x="9412714" y="2178689"/>
                  <a:pt x="9412714" y="2178689"/>
                </a:cubicBezTo>
                <a:lnTo>
                  <a:pt x="9417247" y="2170808"/>
                </a:lnTo>
                <a:cubicBezTo>
                  <a:pt x="9417444" y="2170545"/>
                  <a:pt x="9418035" y="2170348"/>
                  <a:pt x="9418035" y="2170348"/>
                </a:cubicBezTo>
                <a:close/>
                <a:moveTo>
                  <a:pt x="9163654" y="2170348"/>
                </a:moveTo>
                <a:lnTo>
                  <a:pt x="9172718" y="2170348"/>
                </a:lnTo>
                <a:cubicBezTo>
                  <a:pt x="9173046" y="2170348"/>
                  <a:pt x="9173506" y="2170808"/>
                  <a:pt x="9173506" y="2170808"/>
                </a:cubicBezTo>
                <a:lnTo>
                  <a:pt x="9178038" y="2178689"/>
                </a:lnTo>
                <a:cubicBezTo>
                  <a:pt x="9178169" y="2178952"/>
                  <a:pt x="9178038" y="2179543"/>
                  <a:pt x="9178038" y="2179543"/>
                </a:cubicBezTo>
                <a:lnTo>
                  <a:pt x="9173506" y="2187426"/>
                </a:lnTo>
                <a:cubicBezTo>
                  <a:pt x="9173309" y="2187688"/>
                  <a:pt x="9172718" y="2187886"/>
                  <a:pt x="9172718" y="2187886"/>
                </a:cubicBezTo>
                <a:lnTo>
                  <a:pt x="9163654" y="2187886"/>
                </a:lnTo>
                <a:cubicBezTo>
                  <a:pt x="9163326" y="2187886"/>
                  <a:pt x="9162866" y="2187426"/>
                  <a:pt x="9162866" y="2187426"/>
                </a:cubicBezTo>
                <a:lnTo>
                  <a:pt x="9158333" y="2179543"/>
                </a:lnTo>
                <a:cubicBezTo>
                  <a:pt x="9158202" y="2179280"/>
                  <a:pt x="9158333" y="2178689"/>
                  <a:pt x="9158333" y="2178689"/>
                </a:cubicBezTo>
                <a:lnTo>
                  <a:pt x="9162866" y="2170808"/>
                </a:lnTo>
                <a:cubicBezTo>
                  <a:pt x="9163062" y="2170545"/>
                  <a:pt x="9163654" y="2170348"/>
                  <a:pt x="9163654" y="2170348"/>
                </a:cubicBezTo>
                <a:close/>
                <a:moveTo>
                  <a:pt x="8909274" y="2170348"/>
                </a:moveTo>
                <a:lnTo>
                  <a:pt x="8918336" y="2170348"/>
                </a:lnTo>
                <a:cubicBezTo>
                  <a:pt x="8918666" y="2170348"/>
                  <a:pt x="8919125" y="2170808"/>
                  <a:pt x="8919125" y="2170808"/>
                </a:cubicBezTo>
                <a:lnTo>
                  <a:pt x="8923657" y="2178689"/>
                </a:lnTo>
                <a:cubicBezTo>
                  <a:pt x="8923789" y="2178952"/>
                  <a:pt x="8923657" y="2179543"/>
                  <a:pt x="8923657" y="2179543"/>
                </a:cubicBezTo>
                <a:lnTo>
                  <a:pt x="8919125" y="2187426"/>
                </a:lnTo>
                <a:cubicBezTo>
                  <a:pt x="8918928" y="2187688"/>
                  <a:pt x="8918336" y="2187886"/>
                  <a:pt x="8918336" y="2187886"/>
                </a:cubicBezTo>
                <a:lnTo>
                  <a:pt x="8909274" y="2187886"/>
                </a:lnTo>
                <a:cubicBezTo>
                  <a:pt x="8908945" y="2187886"/>
                  <a:pt x="8908484" y="2187426"/>
                  <a:pt x="8908484" y="2187426"/>
                </a:cubicBezTo>
                <a:lnTo>
                  <a:pt x="8903953" y="2179543"/>
                </a:lnTo>
                <a:cubicBezTo>
                  <a:pt x="8903821" y="2179280"/>
                  <a:pt x="8903953" y="2178689"/>
                  <a:pt x="8903953" y="2178689"/>
                </a:cubicBezTo>
                <a:lnTo>
                  <a:pt x="8908484" y="2170808"/>
                </a:lnTo>
                <a:cubicBezTo>
                  <a:pt x="8908681" y="2170545"/>
                  <a:pt x="8909274" y="2170348"/>
                  <a:pt x="8909274" y="2170348"/>
                </a:cubicBezTo>
                <a:close/>
                <a:moveTo>
                  <a:pt x="8654892" y="2170348"/>
                </a:moveTo>
                <a:lnTo>
                  <a:pt x="8663955" y="2170348"/>
                </a:lnTo>
                <a:cubicBezTo>
                  <a:pt x="8664285" y="2170348"/>
                  <a:pt x="8664744" y="2170808"/>
                  <a:pt x="8664744" y="2170808"/>
                </a:cubicBezTo>
                <a:lnTo>
                  <a:pt x="8669277" y="2178689"/>
                </a:lnTo>
                <a:cubicBezTo>
                  <a:pt x="8669408" y="2178952"/>
                  <a:pt x="8669277" y="2179543"/>
                  <a:pt x="8669277" y="2179543"/>
                </a:cubicBezTo>
                <a:lnTo>
                  <a:pt x="8664744" y="2187426"/>
                </a:lnTo>
                <a:cubicBezTo>
                  <a:pt x="8664548" y="2187688"/>
                  <a:pt x="8663955" y="2187886"/>
                  <a:pt x="8663955" y="2187886"/>
                </a:cubicBezTo>
                <a:lnTo>
                  <a:pt x="8654892" y="2187886"/>
                </a:lnTo>
                <a:cubicBezTo>
                  <a:pt x="8654565" y="2187886"/>
                  <a:pt x="8654104" y="2187426"/>
                  <a:pt x="8654104" y="2187426"/>
                </a:cubicBezTo>
                <a:lnTo>
                  <a:pt x="8649572" y="2179543"/>
                </a:lnTo>
                <a:cubicBezTo>
                  <a:pt x="8649441" y="2179280"/>
                  <a:pt x="8649572" y="2178689"/>
                  <a:pt x="8649572" y="2178689"/>
                </a:cubicBezTo>
                <a:lnTo>
                  <a:pt x="8654104" y="2170808"/>
                </a:lnTo>
                <a:cubicBezTo>
                  <a:pt x="8654301" y="2170545"/>
                  <a:pt x="8654892" y="2170348"/>
                  <a:pt x="8654892" y="2170348"/>
                </a:cubicBezTo>
                <a:close/>
                <a:moveTo>
                  <a:pt x="8400511" y="2170348"/>
                </a:moveTo>
                <a:lnTo>
                  <a:pt x="8409575" y="2170348"/>
                </a:lnTo>
                <a:cubicBezTo>
                  <a:pt x="8409904" y="2170348"/>
                  <a:pt x="8410363" y="2170808"/>
                  <a:pt x="8410363" y="2170808"/>
                </a:cubicBezTo>
                <a:lnTo>
                  <a:pt x="8414896" y="2178689"/>
                </a:lnTo>
                <a:cubicBezTo>
                  <a:pt x="8415027" y="2178952"/>
                  <a:pt x="8414896" y="2179543"/>
                  <a:pt x="8414896" y="2179543"/>
                </a:cubicBezTo>
                <a:lnTo>
                  <a:pt x="8410363" y="2187426"/>
                </a:lnTo>
                <a:cubicBezTo>
                  <a:pt x="8410166" y="2187688"/>
                  <a:pt x="8409575" y="2187886"/>
                  <a:pt x="8409575" y="2187886"/>
                </a:cubicBezTo>
                <a:lnTo>
                  <a:pt x="8400511" y="2187886"/>
                </a:lnTo>
                <a:cubicBezTo>
                  <a:pt x="8400184" y="2187886"/>
                  <a:pt x="8399723" y="2187426"/>
                  <a:pt x="8399723" y="2187426"/>
                </a:cubicBezTo>
                <a:lnTo>
                  <a:pt x="8395191" y="2179543"/>
                </a:lnTo>
                <a:cubicBezTo>
                  <a:pt x="8395060" y="2179280"/>
                  <a:pt x="8395191" y="2178689"/>
                  <a:pt x="8395191" y="2178689"/>
                </a:cubicBezTo>
                <a:lnTo>
                  <a:pt x="8399723" y="2170808"/>
                </a:lnTo>
                <a:cubicBezTo>
                  <a:pt x="8399920" y="2170545"/>
                  <a:pt x="8400511" y="2170348"/>
                  <a:pt x="8400511" y="2170348"/>
                </a:cubicBezTo>
                <a:close/>
                <a:moveTo>
                  <a:pt x="8146065" y="2170348"/>
                </a:moveTo>
                <a:lnTo>
                  <a:pt x="8155129" y="2170348"/>
                </a:lnTo>
                <a:cubicBezTo>
                  <a:pt x="8155458" y="2170348"/>
                  <a:pt x="8155917" y="2170808"/>
                  <a:pt x="8155917" y="2170808"/>
                </a:cubicBezTo>
                <a:lnTo>
                  <a:pt x="8160449" y="2178689"/>
                </a:lnTo>
                <a:cubicBezTo>
                  <a:pt x="8160580" y="2178952"/>
                  <a:pt x="8160449" y="2179543"/>
                  <a:pt x="8160449" y="2179543"/>
                </a:cubicBezTo>
                <a:lnTo>
                  <a:pt x="8155917" y="2187426"/>
                </a:lnTo>
                <a:cubicBezTo>
                  <a:pt x="8155719" y="2187688"/>
                  <a:pt x="8155129" y="2187886"/>
                  <a:pt x="8155129" y="2187886"/>
                </a:cubicBezTo>
                <a:lnTo>
                  <a:pt x="8146065" y="2187886"/>
                </a:lnTo>
                <a:cubicBezTo>
                  <a:pt x="8145737" y="2187886"/>
                  <a:pt x="8145277" y="2187426"/>
                  <a:pt x="8145277" y="2187426"/>
                </a:cubicBezTo>
                <a:lnTo>
                  <a:pt x="8140745" y="2179543"/>
                </a:lnTo>
                <a:cubicBezTo>
                  <a:pt x="8140613" y="2179280"/>
                  <a:pt x="8140745" y="2178689"/>
                  <a:pt x="8140745" y="2178689"/>
                </a:cubicBezTo>
                <a:lnTo>
                  <a:pt x="8145277" y="2170808"/>
                </a:lnTo>
                <a:cubicBezTo>
                  <a:pt x="8145474" y="2170545"/>
                  <a:pt x="8146065" y="2170348"/>
                  <a:pt x="8146065" y="2170348"/>
                </a:cubicBezTo>
                <a:close/>
                <a:moveTo>
                  <a:pt x="7891684" y="2170348"/>
                </a:moveTo>
                <a:lnTo>
                  <a:pt x="7900748" y="2170348"/>
                </a:lnTo>
                <a:cubicBezTo>
                  <a:pt x="7901076" y="2170348"/>
                  <a:pt x="7901536" y="2170808"/>
                  <a:pt x="7901536" y="2170808"/>
                </a:cubicBezTo>
                <a:lnTo>
                  <a:pt x="7906067" y="2178689"/>
                </a:lnTo>
                <a:cubicBezTo>
                  <a:pt x="7906199" y="2178952"/>
                  <a:pt x="7906067" y="2179543"/>
                  <a:pt x="7906067" y="2179543"/>
                </a:cubicBezTo>
                <a:lnTo>
                  <a:pt x="7901536" y="2187426"/>
                </a:lnTo>
                <a:cubicBezTo>
                  <a:pt x="7901339" y="2187688"/>
                  <a:pt x="7900748" y="2187886"/>
                  <a:pt x="7900748" y="2187886"/>
                </a:cubicBezTo>
                <a:lnTo>
                  <a:pt x="7891684" y="2187886"/>
                </a:lnTo>
                <a:cubicBezTo>
                  <a:pt x="7891355" y="2187886"/>
                  <a:pt x="7890896" y="2187426"/>
                  <a:pt x="7890896" y="2187426"/>
                </a:cubicBezTo>
                <a:lnTo>
                  <a:pt x="7886363" y="2179543"/>
                </a:lnTo>
                <a:cubicBezTo>
                  <a:pt x="7886233" y="2179280"/>
                  <a:pt x="7886363" y="2178689"/>
                  <a:pt x="7886363" y="2178689"/>
                </a:cubicBezTo>
                <a:lnTo>
                  <a:pt x="7890896" y="2170808"/>
                </a:lnTo>
                <a:cubicBezTo>
                  <a:pt x="7891093" y="2170545"/>
                  <a:pt x="7891684" y="2170348"/>
                  <a:pt x="7891684" y="2170348"/>
                </a:cubicBezTo>
                <a:close/>
                <a:moveTo>
                  <a:pt x="7637304" y="2170348"/>
                </a:moveTo>
                <a:lnTo>
                  <a:pt x="7646367" y="2170348"/>
                </a:lnTo>
                <a:cubicBezTo>
                  <a:pt x="7646696" y="2170348"/>
                  <a:pt x="7647156" y="2170808"/>
                  <a:pt x="7647156" y="2170808"/>
                </a:cubicBezTo>
                <a:lnTo>
                  <a:pt x="7651687" y="2178689"/>
                </a:lnTo>
                <a:cubicBezTo>
                  <a:pt x="7651819" y="2178952"/>
                  <a:pt x="7651687" y="2179543"/>
                  <a:pt x="7651687" y="2179543"/>
                </a:cubicBezTo>
                <a:lnTo>
                  <a:pt x="7647156" y="2187426"/>
                </a:lnTo>
                <a:cubicBezTo>
                  <a:pt x="7646958" y="2187688"/>
                  <a:pt x="7646367" y="2187886"/>
                  <a:pt x="7646367" y="2187886"/>
                </a:cubicBezTo>
                <a:lnTo>
                  <a:pt x="7637304" y="2187886"/>
                </a:lnTo>
                <a:cubicBezTo>
                  <a:pt x="7636975" y="2187886"/>
                  <a:pt x="7636516" y="2187426"/>
                  <a:pt x="7636516" y="2187426"/>
                </a:cubicBezTo>
                <a:lnTo>
                  <a:pt x="7631983" y="2179543"/>
                </a:lnTo>
                <a:cubicBezTo>
                  <a:pt x="7631851" y="2179280"/>
                  <a:pt x="7631983" y="2178689"/>
                  <a:pt x="7631983" y="2178689"/>
                </a:cubicBezTo>
                <a:lnTo>
                  <a:pt x="7636516" y="2170808"/>
                </a:lnTo>
                <a:cubicBezTo>
                  <a:pt x="7636713" y="2170545"/>
                  <a:pt x="7637304" y="2170348"/>
                  <a:pt x="7637304" y="2170348"/>
                </a:cubicBezTo>
                <a:close/>
                <a:moveTo>
                  <a:pt x="7382923" y="2170348"/>
                </a:moveTo>
                <a:lnTo>
                  <a:pt x="7391987" y="2170348"/>
                </a:lnTo>
                <a:cubicBezTo>
                  <a:pt x="7392315" y="2170348"/>
                  <a:pt x="7392775" y="2170808"/>
                  <a:pt x="7392775" y="2170808"/>
                </a:cubicBezTo>
                <a:lnTo>
                  <a:pt x="7397307" y="2178689"/>
                </a:lnTo>
                <a:cubicBezTo>
                  <a:pt x="7397438" y="2178952"/>
                  <a:pt x="7397307" y="2179543"/>
                  <a:pt x="7397307" y="2179543"/>
                </a:cubicBezTo>
                <a:lnTo>
                  <a:pt x="7392775" y="2187426"/>
                </a:lnTo>
                <a:cubicBezTo>
                  <a:pt x="7392578" y="2187688"/>
                  <a:pt x="7391987" y="2187886"/>
                  <a:pt x="7391987" y="2187886"/>
                </a:cubicBezTo>
                <a:lnTo>
                  <a:pt x="7382923" y="2187886"/>
                </a:lnTo>
                <a:cubicBezTo>
                  <a:pt x="7382595" y="2187886"/>
                  <a:pt x="7382135" y="2187426"/>
                  <a:pt x="7382135" y="2187426"/>
                </a:cubicBezTo>
                <a:lnTo>
                  <a:pt x="7377602" y="2179543"/>
                </a:lnTo>
                <a:cubicBezTo>
                  <a:pt x="7377471" y="2179280"/>
                  <a:pt x="7377602" y="2178689"/>
                  <a:pt x="7377602" y="2178689"/>
                </a:cubicBezTo>
                <a:lnTo>
                  <a:pt x="7382135" y="2170808"/>
                </a:lnTo>
                <a:cubicBezTo>
                  <a:pt x="7382331" y="2170545"/>
                  <a:pt x="7382923" y="2170348"/>
                  <a:pt x="7382923" y="2170348"/>
                </a:cubicBezTo>
                <a:close/>
                <a:moveTo>
                  <a:pt x="7128477" y="2170348"/>
                </a:moveTo>
                <a:lnTo>
                  <a:pt x="7137540" y="2170348"/>
                </a:lnTo>
                <a:cubicBezTo>
                  <a:pt x="7137869" y="2170348"/>
                  <a:pt x="7138328" y="2170808"/>
                  <a:pt x="7138328" y="2170808"/>
                </a:cubicBezTo>
                <a:lnTo>
                  <a:pt x="7142860" y="2178689"/>
                </a:lnTo>
                <a:cubicBezTo>
                  <a:pt x="7142992" y="2178952"/>
                  <a:pt x="7142860" y="2179543"/>
                  <a:pt x="7142860" y="2179543"/>
                </a:cubicBezTo>
                <a:lnTo>
                  <a:pt x="7138328" y="2187426"/>
                </a:lnTo>
                <a:cubicBezTo>
                  <a:pt x="7138131" y="2187688"/>
                  <a:pt x="7137540" y="2187886"/>
                  <a:pt x="7137540" y="2187886"/>
                </a:cubicBezTo>
                <a:lnTo>
                  <a:pt x="7128477" y="2187886"/>
                </a:lnTo>
                <a:cubicBezTo>
                  <a:pt x="7128148" y="2187886"/>
                  <a:pt x="7127689" y="2187426"/>
                  <a:pt x="7127689" y="2187426"/>
                </a:cubicBezTo>
                <a:lnTo>
                  <a:pt x="7123156" y="2179543"/>
                </a:lnTo>
                <a:cubicBezTo>
                  <a:pt x="7123024" y="2179280"/>
                  <a:pt x="7123156" y="2178689"/>
                  <a:pt x="7123156" y="2178689"/>
                </a:cubicBezTo>
                <a:lnTo>
                  <a:pt x="7127689" y="2170808"/>
                </a:lnTo>
                <a:cubicBezTo>
                  <a:pt x="7127885" y="2170545"/>
                  <a:pt x="7128477" y="2170348"/>
                  <a:pt x="7128477" y="2170348"/>
                </a:cubicBezTo>
                <a:close/>
                <a:moveTo>
                  <a:pt x="6874095" y="2170348"/>
                </a:moveTo>
                <a:lnTo>
                  <a:pt x="6883159" y="2170348"/>
                </a:lnTo>
                <a:cubicBezTo>
                  <a:pt x="6883488" y="2170348"/>
                  <a:pt x="6883947" y="2170808"/>
                  <a:pt x="6883947" y="2170808"/>
                </a:cubicBezTo>
                <a:lnTo>
                  <a:pt x="6888480" y="2178689"/>
                </a:lnTo>
                <a:cubicBezTo>
                  <a:pt x="6888611" y="2178952"/>
                  <a:pt x="6888480" y="2179543"/>
                  <a:pt x="6888480" y="2179543"/>
                </a:cubicBezTo>
                <a:lnTo>
                  <a:pt x="6883947" y="2187426"/>
                </a:lnTo>
                <a:cubicBezTo>
                  <a:pt x="6883751" y="2187688"/>
                  <a:pt x="6883159" y="2187886"/>
                  <a:pt x="6883159" y="2187886"/>
                </a:cubicBezTo>
                <a:lnTo>
                  <a:pt x="6874095" y="2187886"/>
                </a:lnTo>
                <a:cubicBezTo>
                  <a:pt x="6873768" y="2187886"/>
                  <a:pt x="6873307" y="2187426"/>
                  <a:pt x="6873307" y="2187426"/>
                </a:cubicBezTo>
                <a:lnTo>
                  <a:pt x="6868775" y="2179543"/>
                </a:lnTo>
                <a:cubicBezTo>
                  <a:pt x="6868644" y="2179280"/>
                  <a:pt x="6868775" y="2178689"/>
                  <a:pt x="6868775" y="2178689"/>
                </a:cubicBezTo>
                <a:lnTo>
                  <a:pt x="6873307" y="2170808"/>
                </a:lnTo>
                <a:cubicBezTo>
                  <a:pt x="6873504" y="2170545"/>
                  <a:pt x="6874095" y="2170348"/>
                  <a:pt x="6874095" y="2170348"/>
                </a:cubicBezTo>
                <a:close/>
                <a:moveTo>
                  <a:pt x="6619714" y="2170348"/>
                </a:moveTo>
                <a:lnTo>
                  <a:pt x="6628778" y="2170348"/>
                </a:lnTo>
                <a:cubicBezTo>
                  <a:pt x="6629107" y="2170348"/>
                  <a:pt x="6629566" y="2170808"/>
                  <a:pt x="6629566" y="2170808"/>
                </a:cubicBezTo>
                <a:lnTo>
                  <a:pt x="6634099" y="2178689"/>
                </a:lnTo>
                <a:cubicBezTo>
                  <a:pt x="6634230" y="2178952"/>
                  <a:pt x="6634099" y="2179543"/>
                  <a:pt x="6634099" y="2179543"/>
                </a:cubicBezTo>
                <a:lnTo>
                  <a:pt x="6629566" y="2187426"/>
                </a:lnTo>
                <a:cubicBezTo>
                  <a:pt x="6629369" y="2187688"/>
                  <a:pt x="6628778" y="2187886"/>
                  <a:pt x="6628778" y="2187886"/>
                </a:cubicBezTo>
                <a:lnTo>
                  <a:pt x="6619714" y="2187886"/>
                </a:lnTo>
                <a:cubicBezTo>
                  <a:pt x="6619387" y="2187886"/>
                  <a:pt x="6618926" y="2187426"/>
                  <a:pt x="6618926" y="2187426"/>
                </a:cubicBezTo>
                <a:lnTo>
                  <a:pt x="6614394" y="2179543"/>
                </a:lnTo>
                <a:cubicBezTo>
                  <a:pt x="6614263" y="2179280"/>
                  <a:pt x="6614394" y="2178689"/>
                  <a:pt x="6614394" y="2178689"/>
                </a:cubicBezTo>
                <a:lnTo>
                  <a:pt x="6618926" y="2170808"/>
                </a:lnTo>
                <a:cubicBezTo>
                  <a:pt x="6619123" y="2170545"/>
                  <a:pt x="6619714" y="2170348"/>
                  <a:pt x="6619714" y="2170348"/>
                </a:cubicBezTo>
                <a:close/>
                <a:moveTo>
                  <a:pt x="6365334" y="2170348"/>
                </a:moveTo>
                <a:lnTo>
                  <a:pt x="6374397" y="2170348"/>
                </a:lnTo>
                <a:cubicBezTo>
                  <a:pt x="6374727" y="2170348"/>
                  <a:pt x="6375186" y="2170808"/>
                  <a:pt x="6375186" y="2170808"/>
                </a:cubicBezTo>
                <a:lnTo>
                  <a:pt x="6379718" y="2178689"/>
                </a:lnTo>
                <a:cubicBezTo>
                  <a:pt x="6379849" y="2178952"/>
                  <a:pt x="6379718" y="2179543"/>
                  <a:pt x="6379718" y="2179543"/>
                </a:cubicBezTo>
                <a:lnTo>
                  <a:pt x="6375186" y="2187426"/>
                </a:lnTo>
                <a:cubicBezTo>
                  <a:pt x="6374988" y="2187688"/>
                  <a:pt x="6374397" y="2187886"/>
                  <a:pt x="6374397" y="2187886"/>
                </a:cubicBezTo>
                <a:lnTo>
                  <a:pt x="6365334" y="2187886"/>
                </a:lnTo>
                <a:cubicBezTo>
                  <a:pt x="6365005" y="2187886"/>
                  <a:pt x="6364546" y="2187426"/>
                  <a:pt x="6364546" y="2187426"/>
                </a:cubicBezTo>
                <a:lnTo>
                  <a:pt x="6360014" y="2179543"/>
                </a:lnTo>
                <a:cubicBezTo>
                  <a:pt x="6359882" y="2179280"/>
                  <a:pt x="6360014" y="2178689"/>
                  <a:pt x="6360014" y="2178689"/>
                </a:cubicBezTo>
                <a:lnTo>
                  <a:pt x="6364546" y="2170808"/>
                </a:lnTo>
                <a:cubicBezTo>
                  <a:pt x="6364743" y="2170545"/>
                  <a:pt x="6365334" y="2170348"/>
                  <a:pt x="6365334" y="2170348"/>
                </a:cubicBezTo>
                <a:close/>
                <a:moveTo>
                  <a:pt x="6110888" y="2170348"/>
                </a:moveTo>
                <a:lnTo>
                  <a:pt x="6119953" y="2170348"/>
                </a:lnTo>
                <a:cubicBezTo>
                  <a:pt x="6120280" y="2170348"/>
                  <a:pt x="6120740" y="2170808"/>
                  <a:pt x="6120740" y="2170808"/>
                </a:cubicBezTo>
                <a:lnTo>
                  <a:pt x="6125272" y="2178689"/>
                </a:lnTo>
                <a:cubicBezTo>
                  <a:pt x="6125403" y="2178952"/>
                  <a:pt x="6125272" y="2179543"/>
                  <a:pt x="6125272" y="2179543"/>
                </a:cubicBezTo>
                <a:lnTo>
                  <a:pt x="6120740" y="2187426"/>
                </a:lnTo>
                <a:cubicBezTo>
                  <a:pt x="6120543" y="2187688"/>
                  <a:pt x="6119953" y="2187886"/>
                  <a:pt x="6119953" y="2187886"/>
                </a:cubicBezTo>
                <a:lnTo>
                  <a:pt x="6110888" y="2187886"/>
                </a:lnTo>
                <a:cubicBezTo>
                  <a:pt x="6110560" y="2187886"/>
                  <a:pt x="6110101" y="2187426"/>
                  <a:pt x="6110101" y="2187426"/>
                </a:cubicBezTo>
                <a:lnTo>
                  <a:pt x="6105567" y="2179543"/>
                </a:lnTo>
                <a:cubicBezTo>
                  <a:pt x="6105436" y="2179280"/>
                  <a:pt x="6105567" y="2178689"/>
                  <a:pt x="6105567" y="2178689"/>
                </a:cubicBezTo>
                <a:lnTo>
                  <a:pt x="6110101" y="2170808"/>
                </a:lnTo>
                <a:cubicBezTo>
                  <a:pt x="6110296" y="2170545"/>
                  <a:pt x="6110888" y="2170348"/>
                  <a:pt x="6110888" y="2170348"/>
                </a:cubicBezTo>
                <a:close/>
                <a:moveTo>
                  <a:pt x="5856508" y="2170348"/>
                </a:moveTo>
                <a:lnTo>
                  <a:pt x="5865571" y="2170348"/>
                </a:lnTo>
                <a:cubicBezTo>
                  <a:pt x="5865900" y="2170348"/>
                  <a:pt x="5866359" y="2170808"/>
                  <a:pt x="5866359" y="2170808"/>
                </a:cubicBezTo>
                <a:lnTo>
                  <a:pt x="5870891" y="2178689"/>
                </a:lnTo>
                <a:cubicBezTo>
                  <a:pt x="5871023" y="2178952"/>
                  <a:pt x="5870891" y="2179543"/>
                  <a:pt x="5870891" y="2179543"/>
                </a:cubicBezTo>
                <a:lnTo>
                  <a:pt x="5866359" y="2187426"/>
                </a:lnTo>
                <a:cubicBezTo>
                  <a:pt x="5866163" y="2187688"/>
                  <a:pt x="5865571" y="2187886"/>
                  <a:pt x="5865571" y="2187886"/>
                </a:cubicBezTo>
                <a:lnTo>
                  <a:pt x="5856508" y="2187886"/>
                </a:lnTo>
                <a:cubicBezTo>
                  <a:pt x="5856178" y="2187886"/>
                  <a:pt x="5855720" y="2187426"/>
                  <a:pt x="5855720" y="2187426"/>
                </a:cubicBezTo>
                <a:lnTo>
                  <a:pt x="5851187" y="2179543"/>
                </a:lnTo>
                <a:cubicBezTo>
                  <a:pt x="5851055" y="2179280"/>
                  <a:pt x="5851187" y="2178689"/>
                  <a:pt x="5851187" y="2178689"/>
                </a:cubicBezTo>
                <a:lnTo>
                  <a:pt x="5855720" y="2170808"/>
                </a:lnTo>
                <a:cubicBezTo>
                  <a:pt x="5855916" y="2170545"/>
                  <a:pt x="5856508" y="2170348"/>
                  <a:pt x="5856508" y="2170348"/>
                </a:cubicBezTo>
                <a:close/>
                <a:moveTo>
                  <a:pt x="5602126" y="2170348"/>
                </a:moveTo>
                <a:lnTo>
                  <a:pt x="5611191" y="2170348"/>
                </a:lnTo>
                <a:cubicBezTo>
                  <a:pt x="5611519" y="2170348"/>
                  <a:pt x="5611979" y="2170808"/>
                  <a:pt x="5611979" y="2170808"/>
                </a:cubicBezTo>
                <a:lnTo>
                  <a:pt x="5616511" y="2178689"/>
                </a:lnTo>
                <a:cubicBezTo>
                  <a:pt x="5616642" y="2178952"/>
                  <a:pt x="5616511" y="2179543"/>
                  <a:pt x="5616511" y="2179543"/>
                </a:cubicBezTo>
                <a:lnTo>
                  <a:pt x="5611979" y="2187426"/>
                </a:lnTo>
                <a:cubicBezTo>
                  <a:pt x="5611782" y="2187688"/>
                  <a:pt x="5611191" y="2187886"/>
                  <a:pt x="5611191" y="2187886"/>
                </a:cubicBezTo>
                <a:lnTo>
                  <a:pt x="5602126" y="2187886"/>
                </a:lnTo>
                <a:cubicBezTo>
                  <a:pt x="5601798" y="2187886"/>
                  <a:pt x="5601338" y="2187426"/>
                  <a:pt x="5601338" y="2187426"/>
                </a:cubicBezTo>
                <a:lnTo>
                  <a:pt x="5596807" y="2179543"/>
                </a:lnTo>
                <a:cubicBezTo>
                  <a:pt x="5596675" y="2179280"/>
                  <a:pt x="5596807" y="2178689"/>
                  <a:pt x="5596807" y="2178689"/>
                </a:cubicBezTo>
                <a:lnTo>
                  <a:pt x="5601338" y="2170808"/>
                </a:lnTo>
                <a:cubicBezTo>
                  <a:pt x="5601536" y="2170545"/>
                  <a:pt x="5602126" y="2170348"/>
                  <a:pt x="5602126" y="2170348"/>
                </a:cubicBezTo>
                <a:close/>
                <a:moveTo>
                  <a:pt x="5347746" y="2170348"/>
                </a:moveTo>
                <a:lnTo>
                  <a:pt x="5356810" y="2170348"/>
                </a:lnTo>
                <a:cubicBezTo>
                  <a:pt x="5357138" y="2170348"/>
                  <a:pt x="5357598" y="2170808"/>
                  <a:pt x="5357598" y="2170808"/>
                </a:cubicBezTo>
                <a:lnTo>
                  <a:pt x="5362130" y="2178689"/>
                </a:lnTo>
                <a:cubicBezTo>
                  <a:pt x="5362261" y="2178952"/>
                  <a:pt x="5362130" y="2179543"/>
                  <a:pt x="5362130" y="2179543"/>
                </a:cubicBezTo>
                <a:lnTo>
                  <a:pt x="5357598" y="2187426"/>
                </a:lnTo>
                <a:cubicBezTo>
                  <a:pt x="5357401" y="2187688"/>
                  <a:pt x="5356810" y="2187886"/>
                  <a:pt x="5356810" y="2187886"/>
                </a:cubicBezTo>
                <a:lnTo>
                  <a:pt x="5347746" y="2187886"/>
                </a:lnTo>
                <a:cubicBezTo>
                  <a:pt x="5347418" y="2187886"/>
                  <a:pt x="5346958" y="2187426"/>
                  <a:pt x="5346958" y="2187426"/>
                </a:cubicBezTo>
                <a:lnTo>
                  <a:pt x="5342425" y="2179543"/>
                </a:lnTo>
                <a:cubicBezTo>
                  <a:pt x="5342295" y="2179280"/>
                  <a:pt x="5342425" y="2178689"/>
                  <a:pt x="5342425" y="2178689"/>
                </a:cubicBezTo>
                <a:lnTo>
                  <a:pt x="5346958" y="2170808"/>
                </a:lnTo>
                <a:cubicBezTo>
                  <a:pt x="5347154" y="2170545"/>
                  <a:pt x="5347746" y="2170348"/>
                  <a:pt x="5347746" y="2170348"/>
                </a:cubicBezTo>
                <a:close/>
                <a:moveTo>
                  <a:pt x="5093300" y="2170348"/>
                </a:moveTo>
                <a:lnTo>
                  <a:pt x="5102364" y="2170348"/>
                </a:lnTo>
                <a:cubicBezTo>
                  <a:pt x="5102693" y="2170348"/>
                  <a:pt x="5103153" y="2170808"/>
                  <a:pt x="5103153" y="2170808"/>
                </a:cubicBezTo>
                <a:lnTo>
                  <a:pt x="5107684" y="2178689"/>
                </a:lnTo>
                <a:cubicBezTo>
                  <a:pt x="5107815" y="2178952"/>
                  <a:pt x="5107684" y="2179543"/>
                  <a:pt x="5107684" y="2179543"/>
                </a:cubicBezTo>
                <a:lnTo>
                  <a:pt x="5103153" y="2187426"/>
                </a:lnTo>
                <a:cubicBezTo>
                  <a:pt x="5102955" y="2187688"/>
                  <a:pt x="5102364" y="2187886"/>
                  <a:pt x="5102364" y="2187886"/>
                </a:cubicBezTo>
                <a:lnTo>
                  <a:pt x="5093300" y="2187886"/>
                </a:lnTo>
                <a:cubicBezTo>
                  <a:pt x="5092972" y="2187886"/>
                  <a:pt x="5092512" y="2187426"/>
                  <a:pt x="5092512" y="2187426"/>
                </a:cubicBezTo>
                <a:lnTo>
                  <a:pt x="5087979" y="2179543"/>
                </a:lnTo>
                <a:cubicBezTo>
                  <a:pt x="5087848" y="2179280"/>
                  <a:pt x="5087979" y="2178689"/>
                  <a:pt x="5087979" y="2178689"/>
                </a:cubicBezTo>
                <a:lnTo>
                  <a:pt x="5092512" y="2170808"/>
                </a:lnTo>
                <a:cubicBezTo>
                  <a:pt x="5092708" y="2170545"/>
                  <a:pt x="5093300" y="2170348"/>
                  <a:pt x="5093300" y="2170348"/>
                </a:cubicBezTo>
                <a:close/>
                <a:moveTo>
                  <a:pt x="4838919" y="2170348"/>
                </a:moveTo>
                <a:lnTo>
                  <a:pt x="4847982" y="2170348"/>
                </a:lnTo>
                <a:cubicBezTo>
                  <a:pt x="4848311" y="2170348"/>
                  <a:pt x="4848772" y="2170808"/>
                  <a:pt x="4848772" y="2170808"/>
                </a:cubicBezTo>
                <a:lnTo>
                  <a:pt x="4853303" y="2178689"/>
                </a:lnTo>
                <a:cubicBezTo>
                  <a:pt x="4853435" y="2178952"/>
                  <a:pt x="4853303" y="2179543"/>
                  <a:pt x="4853303" y="2179543"/>
                </a:cubicBezTo>
                <a:lnTo>
                  <a:pt x="4848772" y="2187426"/>
                </a:lnTo>
                <a:cubicBezTo>
                  <a:pt x="4848575" y="2187688"/>
                  <a:pt x="4847982" y="2187886"/>
                  <a:pt x="4847982" y="2187886"/>
                </a:cubicBezTo>
                <a:lnTo>
                  <a:pt x="4838919" y="2187886"/>
                </a:lnTo>
                <a:cubicBezTo>
                  <a:pt x="4838590" y="2187886"/>
                  <a:pt x="4838132" y="2187426"/>
                  <a:pt x="4838132" y="2187426"/>
                </a:cubicBezTo>
                <a:lnTo>
                  <a:pt x="4833598" y="2179543"/>
                </a:lnTo>
                <a:cubicBezTo>
                  <a:pt x="4833467" y="2179280"/>
                  <a:pt x="4833598" y="2178689"/>
                  <a:pt x="4833598" y="2178689"/>
                </a:cubicBezTo>
                <a:lnTo>
                  <a:pt x="4838132" y="2170808"/>
                </a:lnTo>
                <a:cubicBezTo>
                  <a:pt x="4838328" y="2170545"/>
                  <a:pt x="4838919" y="2170348"/>
                  <a:pt x="4838919" y="2170348"/>
                </a:cubicBezTo>
                <a:close/>
                <a:moveTo>
                  <a:pt x="4584538" y="2170348"/>
                </a:moveTo>
                <a:lnTo>
                  <a:pt x="4593603" y="2170348"/>
                </a:lnTo>
                <a:cubicBezTo>
                  <a:pt x="4593932" y="2170348"/>
                  <a:pt x="4594390" y="2170808"/>
                  <a:pt x="4594390" y="2170808"/>
                </a:cubicBezTo>
                <a:lnTo>
                  <a:pt x="4598922" y="2178689"/>
                </a:lnTo>
                <a:cubicBezTo>
                  <a:pt x="4599054" y="2178952"/>
                  <a:pt x="4598922" y="2179543"/>
                  <a:pt x="4598922" y="2179543"/>
                </a:cubicBezTo>
                <a:lnTo>
                  <a:pt x="4594390" y="2187426"/>
                </a:lnTo>
                <a:cubicBezTo>
                  <a:pt x="4594193" y="2187688"/>
                  <a:pt x="4593603" y="2187886"/>
                  <a:pt x="4593603" y="2187886"/>
                </a:cubicBezTo>
                <a:lnTo>
                  <a:pt x="4584538" y="2187886"/>
                </a:lnTo>
                <a:cubicBezTo>
                  <a:pt x="4584210" y="2187886"/>
                  <a:pt x="4583749" y="2187426"/>
                  <a:pt x="4583749" y="2187426"/>
                </a:cubicBezTo>
                <a:lnTo>
                  <a:pt x="4579218" y="2179543"/>
                </a:lnTo>
                <a:cubicBezTo>
                  <a:pt x="4579087" y="2179280"/>
                  <a:pt x="4579218" y="2178689"/>
                  <a:pt x="4579218" y="2178689"/>
                </a:cubicBezTo>
                <a:lnTo>
                  <a:pt x="4583749" y="2170808"/>
                </a:lnTo>
                <a:cubicBezTo>
                  <a:pt x="4583948" y="2170545"/>
                  <a:pt x="4584538" y="2170348"/>
                  <a:pt x="4584538" y="2170348"/>
                </a:cubicBezTo>
                <a:close/>
                <a:moveTo>
                  <a:pt x="4330157" y="2170348"/>
                </a:moveTo>
                <a:lnTo>
                  <a:pt x="4339222" y="2170348"/>
                </a:lnTo>
                <a:cubicBezTo>
                  <a:pt x="4339550" y="2170348"/>
                  <a:pt x="4340010" y="2170808"/>
                  <a:pt x="4340010" y="2170808"/>
                </a:cubicBezTo>
                <a:lnTo>
                  <a:pt x="4344540" y="2178689"/>
                </a:lnTo>
                <a:cubicBezTo>
                  <a:pt x="4344672" y="2178952"/>
                  <a:pt x="4344540" y="2179543"/>
                  <a:pt x="4344540" y="2179543"/>
                </a:cubicBezTo>
                <a:lnTo>
                  <a:pt x="4340010" y="2187426"/>
                </a:lnTo>
                <a:cubicBezTo>
                  <a:pt x="4339812" y="2187688"/>
                  <a:pt x="4339222" y="2187886"/>
                  <a:pt x="4339222" y="2187886"/>
                </a:cubicBezTo>
                <a:lnTo>
                  <a:pt x="4330157" y="2187886"/>
                </a:lnTo>
                <a:cubicBezTo>
                  <a:pt x="4329829" y="2187886"/>
                  <a:pt x="4329369" y="2187426"/>
                  <a:pt x="4329369" y="2187426"/>
                </a:cubicBezTo>
                <a:lnTo>
                  <a:pt x="4324836" y="2179543"/>
                </a:lnTo>
                <a:cubicBezTo>
                  <a:pt x="4324706" y="2179280"/>
                  <a:pt x="4324836" y="2178689"/>
                  <a:pt x="4324836" y="2178689"/>
                </a:cubicBezTo>
                <a:lnTo>
                  <a:pt x="4329369" y="2170808"/>
                </a:lnTo>
                <a:cubicBezTo>
                  <a:pt x="4329565" y="2170545"/>
                  <a:pt x="4330157" y="2170348"/>
                  <a:pt x="4330157" y="2170348"/>
                </a:cubicBezTo>
                <a:close/>
                <a:moveTo>
                  <a:pt x="4075987" y="2170348"/>
                </a:moveTo>
                <a:lnTo>
                  <a:pt x="4085051" y="2170348"/>
                </a:lnTo>
                <a:cubicBezTo>
                  <a:pt x="4085379" y="2170348"/>
                  <a:pt x="4085839" y="2170808"/>
                  <a:pt x="4085839" y="2170808"/>
                </a:cubicBezTo>
                <a:lnTo>
                  <a:pt x="4090371" y="2178689"/>
                </a:lnTo>
                <a:cubicBezTo>
                  <a:pt x="4090503" y="2178952"/>
                  <a:pt x="4090371" y="2179543"/>
                  <a:pt x="4090371" y="2179543"/>
                </a:cubicBezTo>
                <a:lnTo>
                  <a:pt x="4085839" y="2187426"/>
                </a:lnTo>
                <a:cubicBezTo>
                  <a:pt x="4085642" y="2187688"/>
                  <a:pt x="4085051" y="2187886"/>
                  <a:pt x="4085051" y="2187886"/>
                </a:cubicBezTo>
                <a:lnTo>
                  <a:pt x="4075987" y="2187886"/>
                </a:lnTo>
                <a:cubicBezTo>
                  <a:pt x="4075658" y="2187886"/>
                  <a:pt x="4075198" y="2187426"/>
                  <a:pt x="4075198" y="2187426"/>
                </a:cubicBezTo>
                <a:lnTo>
                  <a:pt x="4070667" y="2179543"/>
                </a:lnTo>
                <a:cubicBezTo>
                  <a:pt x="4070535" y="2179280"/>
                  <a:pt x="4070667" y="2178689"/>
                  <a:pt x="4070667" y="2178689"/>
                </a:cubicBezTo>
                <a:lnTo>
                  <a:pt x="4075198" y="2170808"/>
                </a:lnTo>
                <a:cubicBezTo>
                  <a:pt x="4075395" y="2170545"/>
                  <a:pt x="4075987" y="2170348"/>
                  <a:pt x="4075987" y="2170348"/>
                </a:cubicBezTo>
                <a:close/>
                <a:moveTo>
                  <a:pt x="3821399" y="2170348"/>
                </a:moveTo>
                <a:lnTo>
                  <a:pt x="3830464" y="2170348"/>
                </a:lnTo>
                <a:cubicBezTo>
                  <a:pt x="3830793" y="2170348"/>
                  <a:pt x="3831253" y="2170808"/>
                  <a:pt x="3831253" y="2170808"/>
                </a:cubicBezTo>
                <a:lnTo>
                  <a:pt x="3835785" y="2178689"/>
                </a:lnTo>
                <a:cubicBezTo>
                  <a:pt x="3835916" y="2178952"/>
                  <a:pt x="3835785" y="2179543"/>
                  <a:pt x="3835785" y="2179543"/>
                </a:cubicBezTo>
                <a:lnTo>
                  <a:pt x="3831253" y="2187426"/>
                </a:lnTo>
                <a:cubicBezTo>
                  <a:pt x="3831056" y="2187688"/>
                  <a:pt x="3830464" y="2187886"/>
                  <a:pt x="3830464" y="2187886"/>
                </a:cubicBezTo>
                <a:lnTo>
                  <a:pt x="3821399" y="2187886"/>
                </a:lnTo>
                <a:cubicBezTo>
                  <a:pt x="3821071" y="2187886"/>
                  <a:pt x="3820612" y="2187426"/>
                  <a:pt x="3820612" y="2187426"/>
                </a:cubicBezTo>
                <a:lnTo>
                  <a:pt x="3816080" y="2179543"/>
                </a:lnTo>
                <a:cubicBezTo>
                  <a:pt x="3815947" y="2179280"/>
                  <a:pt x="3816080" y="2178689"/>
                  <a:pt x="3816080" y="2178689"/>
                </a:cubicBezTo>
                <a:lnTo>
                  <a:pt x="3820612" y="2170808"/>
                </a:lnTo>
                <a:cubicBezTo>
                  <a:pt x="3820810" y="2170545"/>
                  <a:pt x="3821399" y="2170348"/>
                  <a:pt x="3821399" y="2170348"/>
                </a:cubicBezTo>
                <a:close/>
                <a:moveTo>
                  <a:pt x="3567155" y="2170348"/>
                </a:moveTo>
                <a:lnTo>
                  <a:pt x="3576220" y="2170348"/>
                </a:lnTo>
                <a:cubicBezTo>
                  <a:pt x="3576548" y="2170348"/>
                  <a:pt x="3577008" y="2170808"/>
                  <a:pt x="3577008" y="2170808"/>
                </a:cubicBezTo>
                <a:lnTo>
                  <a:pt x="3581540" y="2178689"/>
                </a:lnTo>
                <a:cubicBezTo>
                  <a:pt x="3581672" y="2178952"/>
                  <a:pt x="3581540" y="2179543"/>
                  <a:pt x="3581540" y="2179543"/>
                </a:cubicBezTo>
                <a:lnTo>
                  <a:pt x="3577008" y="2187426"/>
                </a:lnTo>
                <a:cubicBezTo>
                  <a:pt x="3576811" y="2187688"/>
                  <a:pt x="3576220" y="2187886"/>
                  <a:pt x="3576220" y="2187886"/>
                </a:cubicBezTo>
                <a:lnTo>
                  <a:pt x="3567155" y="2187886"/>
                </a:lnTo>
                <a:cubicBezTo>
                  <a:pt x="3566827" y="2187886"/>
                  <a:pt x="3566367" y="2187426"/>
                  <a:pt x="3566367" y="2187426"/>
                </a:cubicBezTo>
                <a:lnTo>
                  <a:pt x="3561834" y="2179543"/>
                </a:lnTo>
                <a:cubicBezTo>
                  <a:pt x="3561703" y="2179280"/>
                  <a:pt x="3561834" y="2178689"/>
                  <a:pt x="3561834" y="2178689"/>
                </a:cubicBezTo>
                <a:lnTo>
                  <a:pt x="3566367" y="2170808"/>
                </a:lnTo>
                <a:cubicBezTo>
                  <a:pt x="3566564" y="2170545"/>
                  <a:pt x="3567155" y="2170348"/>
                  <a:pt x="3567155" y="2170348"/>
                </a:cubicBezTo>
                <a:close/>
                <a:moveTo>
                  <a:pt x="3312696" y="2170348"/>
                </a:moveTo>
                <a:lnTo>
                  <a:pt x="3321758" y="2170348"/>
                </a:lnTo>
                <a:cubicBezTo>
                  <a:pt x="3322087" y="2170348"/>
                  <a:pt x="3322546" y="2170808"/>
                  <a:pt x="3322546" y="2170808"/>
                </a:cubicBezTo>
                <a:lnTo>
                  <a:pt x="3327079" y="2178689"/>
                </a:lnTo>
                <a:cubicBezTo>
                  <a:pt x="3327210" y="2178952"/>
                  <a:pt x="3327079" y="2179543"/>
                  <a:pt x="3327079" y="2179543"/>
                </a:cubicBezTo>
                <a:lnTo>
                  <a:pt x="3322546" y="2187426"/>
                </a:lnTo>
                <a:cubicBezTo>
                  <a:pt x="3322349" y="2187688"/>
                  <a:pt x="3321758" y="2187886"/>
                  <a:pt x="3321758" y="2187886"/>
                </a:cubicBezTo>
                <a:lnTo>
                  <a:pt x="3312696" y="2187886"/>
                </a:lnTo>
                <a:cubicBezTo>
                  <a:pt x="3312366" y="2187886"/>
                  <a:pt x="3311906" y="2187426"/>
                  <a:pt x="3311906" y="2187426"/>
                </a:cubicBezTo>
                <a:lnTo>
                  <a:pt x="3307374" y="2179543"/>
                </a:lnTo>
                <a:cubicBezTo>
                  <a:pt x="3307242" y="2179280"/>
                  <a:pt x="3307374" y="2178689"/>
                  <a:pt x="3307374" y="2178689"/>
                </a:cubicBezTo>
                <a:lnTo>
                  <a:pt x="3311906" y="2170808"/>
                </a:lnTo>
                <a:cubicBezTo>
                  <a:pt x="3312102" y="2170545"/>
                  <a:pt x="3312696" y="2170348"/>
                  <a:pt x="3312696" y="2170348"/>
                </a:cubicBezTo>
                <a:close/>
                <a:moveTo>
                  <a:pt x="3058419" y="2170348"/>
                </a:moveTo>
                <a:lnTo>
                  <a:pt x="3067485" y="2170348"/>
                </a:lnTo>
                <a:cubicBezTo>
                  <a:pt x="3067813" y="2170348"/>
                  <a:pt x="3068274" y="2170808"/>
                  <a:pt x="3068274" y="2170808"/>
                </a:cubicBezTo>
                <a:lnTo>
                  <a:pt x="3072805" y="2178689"/>
                </a:lnTo>
                <a:cubicBezTo>
                  <a:pt x="3072936" y="2178952"/>
                  <a:pt x="3072805" y="2179543"/>
                  <a:pt x="3072805" y="2179543"/>
                </a:cubicBezTo>
                <a:lnTo>
                  <a:pt x="3068274" y="2187426"/>
                </a:lnTo>
                <a:cubicBezTo>
                  <a:pt x="3068076" y="2187688"/>
                  <a:pt x="3067485" y="2187886"/>
                  <a:pt x="3067485" y="2187886"/>
                </a:cubicBezTo>
                <a:lnTo>
                  <a:pt x="3058419" y="2187886"/>
                </a:lnTo>
                <a:cubicBezTo>
                  <a:pt x="3058091" y="2187886"/>
                  <a:pt x="3057632" y="2187426"/>
                  <a:pt x="3057632" y="2187426"/>
                </a:cubicBezTo>
                <a:lnTo>
                  <a:pt x="3053099" y="2179543"/>
                </a:lnTo>
                <a:cubicBezTo>
                  <a:pt x="3052968" y="2179280"/>
                  <a:pt x="3053099" y="2178689"/>
                  <a:pt x="3053099" y="2178689"/>
                </a:cubicBezTo>
                <a:lnTo>
                  <a:pt x="3057632" y="2170808"/>
                </a:lnTo>
                <a:cubicBezTo>
                  <a:pt x="3057830" y="2170545"/>
                  <a:pt x="3058419" y="2170348"/>
                  <a:pt x="3058419" y="2170348"/>
                </a:cubicBezTo>
                <a:close/>
                <a:moveTo>
                  <a:pt x="2803955" y="2170348"/>
                </a:moveTo>
                <a:lnTo>
                  <a:pt x="2813020" y="2170348"/>
                </a:lnTo>
                <a:cubicBezTo>
                  <a:pt x="2813348" y="2170348"/>
                  <a:pt x="2813807" y="2170808"/>
                  <a:pt x="2813807" y="2170808"/>
                </a:cubicBezTo>
                <a:lnTo>
                  <a:pt x="2818340" y="2178689"/>
                </a:lnTo>
                <a:cubicBezTo>
                  <a:pt x="2818471" y="2178952"/>
                  <a:pt x="2818340" y="2179543"/>
                  <a:pt x="2818340" y="2179543"/>
                </a:cubicBezTo>
                <a:lnTo>
                  <a:pt x="2813807" y="2187426"/>
                </a:lnTo>
                <a:cubicBezTo>
                  <a:pt x="2813610" y="2187688"/>
                  <a:pt x="2813020" y="2187886"/>
                  <a:pt x="2813020" y="2187886"/>
                </a:cubicBezTo>
                <a:lnTo>
                  <a:pt x="2803955" y="2187886"/>
                </a:lnTo>
                <a:cubicBezTo>
                  <a:pt x="2803625" y="2187886"/>
                  <a:pt x="2803164" y="2187426"/>
                  <a:pt x="2803164" y="2187426"/>
                </a:cubicBezTo>
                <a:lnTo>
                  <a:pt x="2798634" y="2179543"/>
                </a:lnTo>
                <a:cubicBezTo>
                  <a:pt x="2798503" y="2179280"/>
                  <a:pt x="2798634" y="2178689"/>
                  <a:pt x="2798634" y="2178689"/>
                </a:cubicBezTo>
                <a:lnTo>
                  <a:pt x="2803164" y="2170808"/>
                </a:lnTo>
                <a:cubicBezTo>
                  <a:pt x="2803363" y="2170545"/>
                  <a:pt x="2803955" y="2170348"/>
                  <a:pt x="2803955" y="2170348"/>
                </a:cubicBezTo>
                <a:close/>
                <a:moveTo>
                  <a:pt x="2549558" y="2170348"/>
                </a:moveTo>
                <a:lnTo>
                  <a:pt x="2558623" y="2170348"/>
                </a:lnTo>
                <a:cubicBezTo>
                  <a:pt x="2558952" y="2170348"/>
                  <a:pt x="2559412" y="2170808"/>
                  <a:pt x="2559412" y="2170808"/>
                </a:cubicBezTo>
                <a:lnTo>
                  <a:pt x="2563944" y="2178689"/>
                </a:lnTo>
                <a:cubicBezTo>
                  <a:pt x="2564075" y="2178952"/>
                  <a:pt x="2563944" y="2179543"/>
                  <a:pt x="2563944" y="2179543"/>
                </a:cubicBezTo>
                <a:lnTo>
                  <a:pt x="2559412" y="2187426"/>
                </a:lnTo>
                <a:cubicBezTo>
                  <a:pt x="2559215" y="2187688"/>
                  <a:pt x="2558623" y="2187886"/>
                  <a:pt x="2558623" y="2187886"/>
                </a:cubicBezTo>
                <a:lnTo>
                  <a:pt x="2549558" y="2187886"/>
                </a:lnTo>
                <a:cubicBezTo>
                  <a:pt x="2549231" y="2187886"/>
                  <a:pt x="2548770" y="2187426"/>
                  <a:pt x="2548770" y="2187426"/>
                </a:cubicBezTo>
                <a:lnTo>
                  <a:pt x="2544238" y="2179543"/>
                </a:lnTo>
                <a:cubicBezTo>
                  <a:pt x="2544107" y="2179280"/>
                  <a:pt x="2544238" y="2178689"/>
                  <a:pt x="2544238" y="2178689"/>
                </a:cubicBezTo>
                <a:lnTo>
                  <a:pt x="2548770" y="2170808"/>
                </a:lnTo>
                <a:cubicBezTo>
                  <a:pt x="2548967" y="2170545"/>
                  <a:pt x="2549558" y="2170348"/>
                  <a:pt x="2549558" y="2170348"/>
                </a:cubicBezTo>
                <a:close/>
                <a:moveTo>
                  <a:pt x="2295176" y="2170348"/>
                </a:moveTo>
                <a:lnTo>
                  <a:pt x="2304242" y="2170348"/>
                </a:lnTo>
                <a:cubicBezTo>
                  <a:pt x="2304569" y="2170348"/>
                  <a:pt x="2305030" y="2170808"/>
                  <a:pt x="2305030" y="2170808"/>
                </a:cubicBezTo>
                <a:lnTo>
                  <a:pt x="2309562" y="2178689"/>
                </a:lnTo>
                <a:cubicBezTo>
                  <a:pt x="2309692" y="2178952"/>
                  <a:pt x="2309562" y="2179543"/>
                  <a:pt x="2309562" y="2179543"/>
                </a:cubicBezTo>
                <a:lnTo>
                  <a:pt x="2305030" y="2187426"/>
                </a:lnTo>
                <a:cubicBezTo>
                  <a:pt x="2304832" y="2187688"/>
                  <a:pt x="2304242" y="2187886"/>
                  <a:pt x="2304242" y="2187886"/>
                </a:cubicBezTo>
                <a:lnTo>
                  <a:pt x="2295176" y="2187886"/>
                </a:lnTo>
                <a:cubicBezTo>
                  <a:pt x="2294850" y="2187886"/>
                  <a:pt x="2294388" y="2187426"/>
                  <a:pt x="2294388" y="2187426"/>
                </a:cubicBezTo>
                <a:lnTo>
                  <a:pt x="2289857" y="2179543"/>
                </a:lnTo>
                <a:cubicBezTo>
                  <a:pt x="2289725" y="2179280"/>
                  <a:pt x="2289857" y="2178689"/>
                  <a:pt x="2289857" y="2178689"/>
                </a:cubicBezTo>
                <a:lnTo>
                  <a:pt x="2294388" y="2170808"/>
                </a:lnTo>
                <a:cubicBezTo>
                  <a:pt x="2294585" y="2170545"/>
                  <a:pt x="2295176" y="2170348"/>
                  <a:pt x="2295176" y="2170348"/>
                </a:cubicBezTo>
                <a:close/>
                <a:moveTo>
                  <a:pt x="2040660" y="2170348"/>
                </a:moveTo>
                <a:lnTo>
                  <a:pt x="2049725" y="2170348"/>
                </a:lnTo>
                <a:cubicBezTo>
                  <a:pt x="2050053" y="2170348"/>
                  <a:pt x="2050513" y="2170808"/>
                  <a:pt x="2050513" y="2170808"/>
                </a:cubicBezTo>
                <a:lnTo>
                  <a:pt x="2055044" y="2178689"/>
                </a:lnTo>
                <a:cubicBezTo>
                  <a:pt x="2055176" y="2178952"/>
                  <a:pt x="2055044" y="2179543"/>
                  <a:pt x="2055044" y="2179543"/>
                </a:cubicBezTo>
                <a:lnTo>
                  <a:pt x="2050513" y="2187426"/>
                </a:lnTo>
                <a:cubicBezTo>
                  <a:pt x="2050316" y="2187688"/>
                  <a:pt x="2049725" y="2187886"/>
                  <a:pt x="2049725" y="2187886"/>
                </a:cubicBezTo>
                <a:lnTo>
                  <a:pt x="2040660" y="2187886"/>
                </a:lnTo>
                <a:cubicBezTo>
                  <a:pt x="2040330" y="2187886"/>
                  <a:pt x="2039873" y="2187426"/>
                  <a:pt x="2039873" y="2187426"/>
                </a:cubicBezTo>
                <a:lnTo>
                  <a:pt x="2035339" y="2179543"/>
                </a:lnTo>
                <a:cubicBezTo>
                  <a:pt x="2035207" y="2179280"/>
                  <a:pt x="2035339" y="2178689"/>
                  <a:pt x="2035339" y="2178689"/>
                </a:cubicBezTo>
                <a:lnTo>
                  <a:pt x="2039873" y="2170808"/>
                </a:lnTo>
                <a:cubicBezTo>
                  <a:pt x="2040070" y="2170545"/>
                  <a:pt x="2040660" y="2170348"/>
                  <a:pt x="2040660" y="2170348"/>
                </a:cubicBezTo>
                <a:close/>
                <a:moveTo>
                  <a:pt x="1786362" y="2170348"/>
                </a:moveTo>
                <a:lnTo>
                  <a:pt x="1795426" y="2170348"/>
                </a:lnTo>
                <a:cubicBezTo>
                  <a:pt x="1795754" y="2170348"/>
                  <a:pt x="1796214" y="2170808"/>
                  <a:pt x="1796214" y="2170808"/>
                </a:cubicBezTo>
                <a:lnTo>
                  <a:pt x="1800746" y="2178689"/>
                </a:lnTo>
                <a:cubicBezTo>
                  <a:pt x="1800877" y="2178952"/>
                  <a:pt x="1800746" y="2179543"/>
                  <a:pt x="1800746" y="2179543"/>
                </a:cubicBezTo>
                <a:lnTo>
                  <a:pt x="1796214" y="2187426"/>
                </a:lnTo>
                <a:cubicBezTo>
                  <a:pt x="1796017" y="2187688"/>
                  <a:pt x="1795426" y="2187886"/>
                  <a:pt x="1795426" y="2187886"/>
                </a:cubicBezTo>
                <a:lnTo>
                  <a:pt x="1786362" y="2187886"/>
                </a:lnTo>
                <a:cubicBezTo>
                  <a:pt x="1786034" y="2187886"/>
                  <a:pt x="1785574" y="2187426"/>
                  <a:pt x="1785574" y="2187426"/>
                </a:cubicBezTo>
                <a:lnTo>
                  <a:pt x="1781042" y="2179543"/>
                </a:lnTo>
                <a:cubicBezTo>
                  <a:pt x="1780911" y="2179280"/>
                  <a:pt x="1781042" y="2178689"/>
                  <a:pt x="1781042" y="2178689"/>
                </a:cubicBezTo>
                <a:lnTo>
                  <a:pt x="1785574" y="2170808"/>
                </a:lnTo>
                <a:cubicBezTo>
                  <a:pt x="1785770" y="2170545"/>
                  <a:pt x="1786362" y="2170348"/>
                  <a:pt x="1786362" y="2170348"/>
                </a:cubicBezTo>
                <a:close/>
                <a:moveTo>
                  <a:pt x="1531980" y="2170348"/>
                </a:moveTo>
                <a:lnTo>
                  <a:pt x="1541043" y="2170348"/>
                </a:lnTo>
                <a:cubicBezTo>
                  <a:pt x="1541373" y="2170348"/>
                  <a:pt x="1541831" y="2170808"/>
                  <a:pt x="1541831" y="2170808"/>
                </a:cubicBezTo>
                <a:lnTo>
                  <a:pt x="1546364" y="2178689"/>
                </a:lnTo>
                <a:cubicBezTo>
                  <a:pt x="1546496" y="2178952"/>
                  <a:pt x="1546364" y="2179543"/>
                  <a:pt x="1546364" y="2179543"/>
                </a:cubicBezTo>
                <a:lnTo>
                  <a:pt x="1541831" y="2187426"/>
                </a:lnTo>
                <a:cubicBezTo>
                  <a:pt x="1541634" y="2187688"/>
                  <a:pt x="1541043" y="2187886"/>
                  <a:pt x="1541043" y="2187886"/>
                </a:cubicBezTo>
                <a:lnTo>
                  <a:pt x="1531980" y="2187886"/>
                </a:lnTo>
                <a:cubicBezTo>
                  <a:pt x="1531651" y="2187886"/>
                  <a:pt x="1531194" y="2187426"/>
                  <a:pt x="1531194" y="2187426"/>
                </a:cubicBezTo>
                <a:lnTo>
                  <a:pt x="1526658" y="2179543"/>
                </a:lnTo>
                <a:cubicBezTo>
                  <a:pt x="1526528" y="2179280"/>
                  <a:pt x="1526658" y="2178689"/>
                  <a:pt x="1526658" y="2178689"/>
                </a:cubicBezTo>
                <a:lnTo>
                  <a:pt x="1531194" y="2170808"/>
                </a:lnTo>
                <a:cubicBezTo>
                  <a:pt x="1531391" y="2170545"/>
                  <a:pt x="1531980" y="2170348"/>
                  <a:pt x="1531980" y="2170348"/>
                </a:cubicBezTo>
                <a:close/>
                <a:moveTo>
                  <a:pt x="1277607" y="2170348"/>
                </a:moveTo>
                <a:lnTo>
                  <a:pt x="1286671" y="2170348"/>
                </a:lnTo>
                <a:cubicBezTo>
                  <a:pt x="1286999" y="2170348"/>
                  <a:pt x="1287460" y="2170808"/>
                  <a:pt x="1287460" y="2170808"/>
                </a:cubicBezTo>
                <a:lnTo>
                  <a:pt x="1291992" y="2178689"/>
                </a:lnTo>
                <a:cubicBezTo>
                  <a:pt x="1292124" y="2178952"/>
                  <a:pt x="1291992" y="2179543"/>
                  <a:pt x="1291992" y="2179543"/>
                </a:cubicBezTo>
                <a:lnTo>
                  <a:pt x="1287460" y="2187426"/>
                </a:lnTo>
                <a:cubicBezTo>
                  <a:pt x="1287263" y="2187688"/>
                  <a:pt x="1286671" y="2187886"/>
                  <a:pt x="1286671" y="2187886"/>
                </a:cubicBezTo>
                <a:lnTo>
                  <a:pt x="1277607" y="2187886"/>
                </a:lnTo>
                <a:cubicBezTo>
                  <a:pt x="1277278" y="2187886"/>
                  <a:pt x="1276817" y="2187426"/>
                  <a:pt x="1276817" y="2187426"/>
                </a:cubicBezTo>
                <a:lnTo>
                  <a:pt x="1272288" y="2179543"/>
                </a:lnTo>
                <a:cubicBezTo>
                  <a:pt x="1272156" y="2179280"/>
                  <a:pt x="1272288" y="2178689"/>
                  <a:pt x="1272288" y="2178689"/>
                </a:cubicBezTo>
                <a:lnTo>
                  <a:pt x="1276817" y="2170808"/>
                </a:lnTo>
                <a:cubicBezTo>
                  <a:pt x="1277015" y="2170545"/>
                  <a:pt x="1277607" y="2170348"/>
                  <a:pt x="1277607" y="2170348"/>
                </a:cubicBezTo>
                <a:close/>
                <a:moveTo>
                  <a:pt x="1023155" y="2170348"/>
                </a:moveTo>
                <a:lnTo>
                  <a:pt x="1032219" y="2170348"/>
                </a:lnTo>
                <a:cubicBezTo>
                  <a:pt x="1032547" y="2170348"/>
                  <a:pt x="1033005" y="2170808"/>
                  <a:pt x="1033005" y="2170808"/>
                </a:cubicBezTo>
                <a:lnTo>
                  <a:pt x="1037539" y="2178689"/>
                </a:lnTo>
                <a:cubicBezTo>
                  <a:pt x="1037669" y="2178952"/>
                  <a:pt x="1037539" y="2179543"/>
                  <a:pt x="1037539" y="2179543"/>
                </a:cubicBezTo>
                <a:lnTo>
                  <a:pt x="1033005" y="2187426"/>
                </a:lnTo>
                <a:cubicBezTo>
                  <a:pt x="1032809" y="2187688"/>
                  <a:pt x="1032219" y="2187886"/>
                  <a:pt x="1032219" y="2187886"/>
                </a:cubicBezTo>
                <a:lnTo>
                  <a:pt x="1023155" y="2187886"/>
                </a:lnTo>
                <a:cubicBezTo>
                  <a:pt x="1022825" y="2187886"/>
                  <a:pt x="1022366" y="2187426"/>
                  <a:pt x="1022366" y="2187426"/>
                </a:cubicBezTo>
                <a:lnTo>
                  <a:pt x="1017831" y="2179543"/>
                </a:lnTo>
                <a:cubicBezTo>
                  <a:pt x="1017701" y="2179280"/>
                  <a:pt x="1017831" y="2178689"/>
                  <a:pt x="1017831" y="2178689"/>
                </a:cubicBezTo>
                <a:lnTo>
                  <a:pt x="1022366" y="2170808"/>
                </a:lnTo>
                <a:cubicBezTo>
                  <a:pt x="1022566" y="2170545"/>
                  <a:pt x="1023155" y="2170348"/>
                  <a:pt x="1023155" y="2170348"/>
                </a:cubicBezTo>
                <a:close/>
                <a:moveTo>
                  <a:pt x="768589" y="2170348"/>
                </a:moveTo>
                <a:lnTo>
                  <a:pt x="777652" y="2170348"/>
                </a:lnTo>
                <a:cubicBezTo>
                  <a:pt x="777981" y="2170348"/>
                  <a:pt x="778441" y="2170808"/>
                  <a:pt x="778441" y="2170808"/>
                </a:cubicBezTo>
                <a:lnTo>
                  <a:pt x="782972" y="2178689"/>
                </a:lnTo>
                <a:cubicBezTo>
                  <a:pt x="783104" y="2178952"/>
                  <a:pt x="782972" y="2179543"/>
                  <a:pt x="782972" y="2179543"/>
                </a:cubicBezTo>
                <a:lnTo>
                  <a:pt x="778441" y="2187426"/>
                </a:lnTo>
                <a:cubicBezTo>
                  <a:pt x="778244" y="2187688"/>
                  <a:pt x="777652" y="2187886"/>
                  <a:pt x="777652" y="2187886"/>
                </a:cubicBezTo>
                <a:lnTo>
                  <a:pt x="768589" y="2187886"/>
                </a:lnTo>
                <a:cubicBezTo>
                  <a:pt x="768260" y="2187886"/>
                  <a:pt x="767801" y="2187426"/>
                  <a:pt x="767801" y="2187426"/>
                </a:cubicBezTo>
                <a:lnTo>
                  <a:pt x="763268" y="2179543"/>
                </a:lnTo>
                <a:cubicBezTo>
                  <a:pt x="763137" y="2179280"/>
                  <a:pt x="763268" y="2178689"/>
                  <a:pt x="763268" y="2178689"/>
                </a:cubicBezTo>
                <a:lnTo>
                  <a:pt x="767801" y="2170808"/>
                </a:lnTo>
                <a:cubicBezTo>
                  <a:pt x="767998" y="2170545"/>
                  <a:pt x="768589" y="2170348"/>
                  <a:pt x="768589" y="2170348"/>
                </a:cubicBezTo>
                <a:close/>
                <a:moveTo>
                  <a:pt x="514283" y="2170348"/>
                </a:moveTo>
                <a:lnTo>
                  <a:pt x="523346" y="2170348"/>
                </a:lnTo>
                <a:cubicBezTo>
                  <a:pt x="523675" y="2170348"/>
                  <a:pt x="524134" y="2170808"/>
                  <a:pt x="524134" y="2170808"/>
                </a:cubicBezTo>
                <a:lnTo>
                  <a:pt x="528666" y="2178689"/>
                </a:lnTo>
                <a:cubicBezTo>
                  <a:pt x="528798" y="2178952"/>
                  <a:pt x="528666" y="2179543"/>
                  <a:pt x="528666" y="2179543"/>
                </a:cubicBezTo>
                <a:lnTo>
                  <a:pt x="524134" y="2187426"/>
                </a:lnTo>
                <a:cubicBezTo>
                  <a:pt x="523937" y="2187688"/>
                  <a:pt x="523346" y="2187886"/>
                  <a:pt x="523346" y="2187886"/>
                </a:cubicBezTo>
                <a:lnTo>
                  <a:pt x="514283" y="2187886"/>
                </a:lnTo>
                <a:cubicBezTo>
                  <a:pt x="513953" y="2187886"/>
                  <a:pt x="513495" y="2187426"/>
                  <a:pt x="513495" y="2187426"/>
                </a:cubicBezTo>
                <a:lnTo>
                  <a:pt x="508963" y="2179543"/>
                </a:lnTo>
                <a:cubicBezTo>
                  <a:pt x="508831" y="2179280"/>
                  <a:pt x="508963" y="2178689"/>
                  <a:pt x="508963" y="2178689"/>
                </a:cubicBezTo>
                <a:lnTo>
                  <a:pt x="513495" y="2170808"/>
                </a:lnTo>
                <a:cubicBezTo>
                  <a:pt x="513692" y="2170545"/>
                  <a:pt x="514283" y="2170348"/>
                  <a:pt x="514283" y="2170348"/>
                </a:cubicBezTo>
                <a:close/>
                <a:moveTo>
                  <a:pt x="259976" y="2170348"/>
                </a:moveTo>
                <a:lnTo>
                  <a:pt x="269039" y="2170348"/>
                </a:lnTo>
                <a:cubicBezTo>
                  <a:pt x="269367" y="2170348"/>
                  <a:pt x="269827" y="2170808"/>
                  <a:pt x="269827" y="2170808"/>
                </a:cubicBezTo>
                <a:lnTo>
                  <a:pt x="274359" y="2178689"/>
                </a:lnTo>
                <a:cubicBezTo>
                  <a:pt x="274490" y="2178952"/>
                  <a:pt x="274359" y="2179543"/>
                  <a:pt x="274359" y="2179543"/>
                </a:cubicBezTo>
                <a:lnTo>
                  <a:pt x="269827" y="2187426"/>
                </a:lnTo>
                <a:cubicBezTo>
                  <a:pt x="269631" y="2187688"/>
                  <a:pt x="269039" y="2187886"/>
                  <a:pt x="269039" y="2187886"/>
                </a:cubicBezTo>
                <a:lnTo>
                  <a:pt x="259976" y="2187886"/>
                </a:lnTo>
                <a:cubicBezTo>
                  <a:pt x="259646" y="2187886"/>
                  <a:pt x="259187" y="2187426"/>
                  <a:pt x="259187" y="2187426"/>
                </a:cubicBezTo>
                <a:lnTo>
                  <a:pt x="254655" y="2179543"/>
                </a:lnTo>
                <a:cubicBezTo>
                  <a:pt x="254524" y="2179280"/>
                  <a:pt x="254655" y="2178689"/>
                  <a:pt x="254655" y="2178689"/>
                </a:cubicBezTo>
                <a:lnTo>
                  <a:pt x="259187" y="2170808"/>
                </a:lnTo>
                <a:cubicBezTo>
                  <a:pt x="259383" y="2170545"/>
                  <a:pt x="259976" y="2170348"/>
                  <a:pt x="259976" y="2170348"/>
                </a:cubicBezTo>
                <a:close/>
                <a:moveTo>
                  <a:pt x="5449" y="2170348"/>
                </a:moveTo>
                <a:lnTo>
                  <a:pt x="14513" y="2170348"/>
                </a:lnTo>
                <a:cubicBezTo>
                  <a:pt x="14841" y="2170348"/>
                  <a:pt x="15301" y="2170808"/>
                  <a:pt x="15301" y="2170808"/>
                </a:cubicBezTo>
                <a:lnTo>
                  <a:pt x="19833" y="2178689"/>
                </a:lnTo>
                <a:cubicBezTo>
                  <a:pt x="19964" y="2178952"/>
                  <a:pt x="19833" y="2179543"/>
                  <a:pt x="19833" y="2179543"/>
                </a:cubicBezTo>
                <a:lnTo>
                  <a:pt x="15301" y="2187426"/>
                </a:lnTo>
                <a:cubicBezTo>
                  <a:pt x="15104" y="2187688"/>
                  <a:pt x="14513" y="2187886"/>
                  <a:pt x="14513" y="2187886"/>
                </a:cubicBezTo>
                <a:lnTo>
                  <a:pt x="5449" y="2187886"/>
                </a:lnTo>
                <a:cubicBezTo>
                  <a:pt x="5120" y="2187886"/>
                  <a:pt x="4660" y="2187426"/>
                  <a:pt x="4660" y="2187426"/>
                </a:cubicBezTo>
                <a:lnTo>
                  <a:pt x="128" y="2179543"/>
                </a:lnTo>
                <a:cubicBezTo>
                  <a:pt x="-3" y="2179280"/>
                  <a:pt x="128" y="2178689"/>
                  <a:pt x="128" y="2178689"/>
                </a:cubicBezTo>
                <a:lnTo>
                  <a:pt x="4660" y="2170808"/>
                </a:lnTo>
                <a:cubicBezTo>
                  <a:pt x="4857" y="2170545"/>
                  <a:pt x="5449" y="2170348"/>
                  <a:pt x="5449" y="2170348"/>
                </a:cubicBezTo>
                <a:close/>
                <a:moveTo>
                  <a:pt x="10435622" y="1953340"/>
                </a:moveTo>
                <a:lnTo>
                  <a:pt x="10444686" y="1953340"/>
                </a:lnTo>
                <a:cubicBezTo>
                  <a:pt x="10445015" y="1953340"/>
                  <a:pt x="10445474" y="1953799"/>
                  <a:pt x="10445474" y="1953799"/>
                </a:cubicBezTo>
                <a:lnTo>
                  <a:pt x="10450007" y="1961681"/>
                </a:lnTo>
                <a:cubicBezTo>
                  <a:pt x="10450138" y="1961943"/>
                  <a:pt x="10450007" y="1962535"/>
                  <a:pt x="10450007" y="1962535"/>
                </a:cubicBezTo>
                <a:lnTo>
                  <a:pt x="10445474" y="1970417"/>
                </a:lnTo>
                <a:cubicBezTo>
                  <a:pt x="10445278" y="1970680"/>
                  <a:pt x="10444686" y="1970877"/>
                  <a:pt x="10444686" y="1970877"/>
                </a:cubicBezTo>
                <a:lnTo>
                  <a:pt x="10435622" y="1970877"/>
                </a:lnTo>
                <a:cubicBezTo>
                  <a:pt x="10435295" y="1970877"/>
                  <a:pt x="10434834" y="1970417"/>
                  <a:pt x="10434834" y="1970417"/>
                </a:cubicBezTo>
                <a:lnTo>
                  <a:pt x="10430302" y="1962535"/>
                </a:lnTo>
                <a:cubicBezTo>
                  <a:pt x="10430171" y="1962272"/>
                  <a:pt x="10430302" y="1961681"/>
                  <a:pt x="10430302" y="1961681"/>
                </a:cubicBezTo>
                <a:lnTo>
                  <a:pt x="10434834" y="1953799"/>
                </a:lnTo>
                <a:cubicBezTo>
                  <a:pt x="10435031" y="1953537"/>
                  <a:pt x="10435622" y="1953340"/>
                  <a:pt x="10435622" y="1953340"/>
                </a:cubicBezTo>
                <a:close/>
                <a:moveTo>
                  <a:pt x="10181242" y="1953340"/>
                </a:moveTo>
                <a:lnTo>
                  <a:pt x="10190305" y="1953340"/>
                </a:lnTo>
                <a:cubicBezTo>
                  <a:pt x="10190635" y="1953340"/>
                  <a:pt x="10191093" y="1953799"/>
                  <a:pt x="10191093" y="1953799"/>
                </a:cubicBezTo>
                <a:lnTo>
                  <a:pt x="10195626" y="1961681"/>
                </a:lnTo>
                <a:cubicBezTo>
                  <a:pt x="10195758" y="1961943"/>
                  <a:pt x="10195626" y="1962535"/>
                  <a:pt x="10195626" y="1962535"/>
                </a:cubicBezTo>
                <a:lnTo>
                  <a:pt x="10191093" y="1970417"/>
                </a:lnTo>
                <a:cubicBezTo>
                  <a:pt x="10190896" y="1970680"/>
                  <a:pt x="10190305" y="1970877"/>
                  <a:pt x="10190305" y="1970877"/>
                </a:cubicBezTo>
                <a:lnTo>
                  <a:pt x="10181242" y="1970877"/>
                </a:lnTo>
                <a:cubicBezTo>
                  <a:pt x="10180914" y="1970877"/>
                  <a:pt x="10180453" y="1970417"/>
                  <a:pt x="10180453" y="1970417"/>
                </a:cubicBezTo>
                <a:lnTo>
                  <a:pt x="10175922" y="1962535"/>
                </a:lnTo>
                <a:cubicBezTo>
                  <a:pt x="10175790" y="1962272"/>
                  <a:pt x="10175922" y="1961681"/>
                  <a:pt x="10175922" y="1961681"/>
                </a:cubicBezTo>
                <a:lnTo>
                  <a:pt x="10180453" y="1953799"/>
                </a:lnTo>
                <a:cubicBezTo>
                  <a:pt x="10180650" y="1953537"/>
                  <a:pt x="10181242" y="1953340"/>
                  <a:pt x="10181242" y="1953340"/>
                </a:cubicBezTo>
                <a:close/>
                <a:moveTo>
                  <a:pt x="9926861" y="1953340"/>
                </a:moveTo>
                <a:lnTo>
                  <a:pt x="9935924" y="1953340"/>
                </a:lnTo>
                <a:cubicBezTo>
                  <a:pt x="9936254" y="1953340"/>
                  <a:pt x="9936713" y="1953799"/>
                  <a:pt x="9936713" y="1953799"/>
                </a:cubicBezTo>
                <a:lnTo>
                  <a:pt x="9941246" y="1961681"/>
                </a:lnTo>
                <a:cubicBezTo>
                  <a:pt x="9941376" y="1961943"/>
                  <a:pt x="9941246" y="1962535"/>
                  <a:pt x="9941246" y="1962535"/>
                </a:cubicBezTo>
                <a:lnTo>
                  <a:pt x="9936713" y="1970417"/>
                </a:lnTo>
                <a:cubicBezTo>
                  <a:pt x="9936516" y="1970680"/>
                  <a:pt x="9935924" y="1970877"/>
                  <a:pt x="9935924" y="1970877"/>
                </a:cubicBezTo>
                <a:lnTo>
                  <a:pt x="9926861" y="1970877"/>
                </a:lnTo>
                <a:cubicBezTo>
                  <a:pt x="9926532" y="1970877"/>
                  <a:pt x="9926073" y="1970417"/>
                  <a:pt x="9926073" y="1970417"/>
                </a:cubicBezTo>
                <a:lnTo>
                  <a:pt x="9921541" y="1962535"/>
                </a:lnTo>
                <a:cubicBezTo>
                  <a:pt x="9921410" y="1962272"/>
                  <a:pt x="9921541" y="1961681"/>
                  <a:pt x="9921541" y="1961681"/>
                </a:cubicBezTo>
                <a:lnTo>
                  <a:pt x="9926073" y="1953799"/>
                </a:lnTo>
                <a:cubicBezTo>
                  <a:pt x="9926270" y="1953537"/>
                  <a:pt x="9926861" y="1953340"/>
                  <a:pt x="9926861" y="1953340"/>
                </a:cubicBezTo>
                <a:close/>
                <a:moveTo>
                  <a:pt x="9672481" y="1953340"/>
                </a:moveTo>
                <a:lnTo>
                  <a:pt x="9681545" y="1953340"/>
                </a:lnTo>
                <a:cubicBezTo>
                  <a:pt x="9681872" y="1953340"/>
                  <a:pt x="9682333" y="1953799"/>
                  <a:pt x="9682333" y="1953799"/>
                </a:cubicBezTo>
                <a:lnTo>
                  <a:pt x="9686865" y="1961681"/>
                </a:lnTo>
                <a:cubicBezTo>
                  <a:pt x="9686996" y="1961943"/>
                  <a:pt x="9686865" y="1962535"/>
                  <a:pt x="9686865" y="1962535"/>
                </a:cubicBezTo>
                <a:lnTo>
                  <a:pt x="9682333" y="1970417"/>
                </a:lnTo>
                <a:cubicBezTo>
                  <a:pt x="9682136" y="1970680"/>
                  <a:pt x="9681545" y="1970877"/>
                  <a:pt x="9681545" y="1970877"/>
                </a:cubicBezTo>
                <a:lnTo>
                  <a:pt x="9672481" y="1970877"/>
                </a:lnTo>
                <a:cubicBezTo>
                  <a:pt x="9672152" y="1970877"/>
                  <a:pt x="9671693" y="1970417"/>
                  <a:pt x="9671693" y="1970417"/>
                </a:cubicBezTo>
                <a:lnTo>
                  <a:pt x="9667160" y="1962535"/>
                </a:lnTo>
                <a:cubicBezTo>
                  <a:pt x="9667030" y="1962272"/>
                  <a:pt x="9667160" y="1961681"/>
                  <a:pt x="9667160" y="1961681"/>
                </a:cubicBezTo>
                <a:lnTo>
                  <a:pt x="9671693" y="1953799"/>
                </a:lnTo>
                <a:cubicBezTo>
                  <a:pt x="9671890" y="1953537"/>
                  <a:pt x="9672481" y="1953340"/>
                  <a:pt x="9672481" y="1953340"/>
                </a:cubicBezTo>
                <a:close/>
                <a:moveTo>
                  <a:pt x="9418035" y="1953340"/>
                </a:moveTo>
                <a:lnTo>
                  <a:pt x="9427099" y="1953340"/>
                </a:lnTo>
                <a:cubicBezTo>
                  <a:pt x="9427427" y="1953340"/>
                  <a:pt x="9427887" y="1953799"/>
                  <a:pt x="9427887" y="1953799"/>
                </a:cubicBezTo>
                <a:lnTo>
                  <a:pt x="9432419" y="1961681"/>
                </a:lnTo>
                <a:cubicBezTo>
                  <a:pt x="9432550" y="1961943"/>
                  <a:pt x="9432419" y="1962535"/>
                  <a:pt x="9432419" y="1962535"/>
                </a:cubicBezTo>
                <a:lnTo>
                  <a:pt x="9427887" y="1970417"/>
                </a:lnTo>
                <a:cubicBezTo>
                  <a:pt x="9427690" y="1970680"/>
                  <a:pt x="9427099" y="1970877"/>
                  <a:pt x="9427099" y="1970877"/>
                </a:cubicBezTo>
                <a:lnTo>
                  <a:pt x="9418035" y="1970877"/>
                </a:lnTo>
                <a:cubicBezTo>
                  <a:pt x="9417707" y="1970877"/>
                  <a:pt x="9417247" y="1970417"/>
                  <a:pt x="9417247" y="1970417"/>
                </a:cubicBezTo>
                <a:lnTo>
                  <a:pt x="9412714" y="1962535"/>
                </a:lnTo>
                <a:cubicBezTo>
                  <a:pt x="9412583" y="1962272"/>
                  <a:pt x="9412714" y="1961681"/>
                  <a:pt x="9412714" y="1961681"/>
                </a:cubicBezTo>
                <a:lnTo>
                  <a:pt x="9417247" y="1953799"/>
                </a:lnTo>
                <a:cubicBezTo>
                  <a:pt x="9417444" y="1953537"/>
                  <a:pt x="9418035" y="1953340"/>
                  <a:pt x="9418035" y="1953340"/>
                </a:cubicBezTo>
                <a:close/>
                <a:moveTo>
                  <a:pt x="9163654" y="1953340"/>
                </a:moveTo>
                <a:lnTo>
                  <a:pt x="9172718" y="1953340"/>
                </a:lnTo>
                <a:cubicBezTo>
                  <a:pt x="9173046" y="1953340"/>
                  <a:pt x="9173506" y="1953799"/>
                  <a:pt x="9173506" y="1953799"/>
                </a:cubicBezTo>
                <a:lnTo>
                  <a:pt x="9178038" y="1961681"/>
                </a:lnTo>
                <a:cubicBezTo>
                  <a:pt x="9178169" y="1961943"/>
                  <a:pt x="9178038" y="1962535"/>
                  <a:pt x="9178038" y="1962535"/>
                </a:cubicBezTo>
                <a:lnTo>
                  <a:pt x="9173506" y="1970417"/>
                </a:lnTo>
                <a:cubicBezTo>
                  <a:pt x="9173309" y="1970680"/>
                  <a:pt x="9172718" y="1970877"/>
                  <a:pt x="9172718" y="1970877"/>
                </a:cubicBezTo>
                <a:lnTo>
                  <a:pt x="9163654" y="1970877"/>
                </a:lnTo>
                <a:cubicBezTo>
                  <a:pt x="9163326" y="1970877"/>
                  <a:pt x="9162866" y="1970417"/>
                  <a:pt x="9162866" y="1970417"/>
                </a:cubicBezTo>
                <a:lnTo>
                  <a:pt x="9158333" y="1962535"/>
                </a:lnTo>
                <a:cubicBezTo>
                  <a:pt x="9158202" y="1962272"/>
                  <a:pt x="9158333" y="1961681"/>
                  <a:pt x="9158333" y="1961681"/>
                </a:cubicBezTo>
                <a:lnTo>
                  <a:pt x="9162866" y="1953799"/>
                </a:lnTo>
                <a:cubicBezTo>
                  <a:pt x="9163062" y="1953537"/>
                  <a:pt x="9163654" y="1953340"/>
                  <a:pt x="9163654" y="1953340"/>
                </a:cubicBezTo>
                <a:close/>
                <a:moveTo>
                  <a:pt x="8909274" y="1953340"/>
                </a:moveTo>
                <a:lnTo>
                  <a:pt x="8918336" y="1953340"/>
                </a:lnTo>
                <a:cubicBezTo>
                  <a:pt x="8918666" y="1953340"/>
                  <a:pt x="8919125" y="1953799"/>
                  <a:pt x="8919125" y="1953799"/>
                </a:cubicBezTo>
                <a:lnTo>
                  <a:pt x="8923657" y="1961681"/>
                </a:lnTo>
                <a:cubicBezTo>
                  <a:pt x="8923789" y="1961943"/>
                  <a:pt x="8923657" y="1962535"/>
                  <a:pt x="8923657" y="1962535"/>
                </a:cubicBezTo>
                <a:lnTo>
                  <a:pt x="8919125" y="1970417"/>
                </a:lnTo>
                <a:cubicBezTo>
                  <a:pt x="8918928" y="1970680"/>
                  <a:pt x="8918336" y="1970877"/>
                  <a:pt x="8918336" y="1970877"/>
                </a:cubicBezTo>
                <a:lnTo>
                  <a:pt x="8909274" y="1970877"/>
                </a:lnTo>
                <a:cubicBezTo>
                  <a:pt x="8908945" y="1970877"/>
                  <a:pt x="8908484" y="1970417"/>
                  <a:pt x="8908484" y="1970417"/>
                </a:cubicBezTo>
                <a:lnTo>
                  <a:pt x="8903953" y="1962535"/>
                </a:lnTo>
                <a:cubicBezTo>
                  <a:pt x="8903821" y="1962272"/>
                  <a:pt x="8903953" y="1961681"/>
                  <a:pt x="8903953" y="1961681"/>
                </a:cubicBezTo>
                <a:lnTo>
                  <a:pt x="8908484" y="1953799"/>
                </a:lnTo>
                <a:cubicBezTo>
                  <a:pt x="8908681" y="1953537"/>
                  <a:pt x="8909274" y="1953340"/>
                  <a:pt x="8909274" y="1953340"/>
                </a:cubicBezTo>
                <a:close/>
                <a:moveTo>
                  <a:pt x="8654892" y="1953340"/>
                </a:moveTo>
                <a:lnTo>
                  <a:pt x="8663955" y="1953340"/>
                </a:lnTo>
                <a:cubicBezTo>
                  <a:pt x="8664285" y="1953340"/>
                  <a:pt x="8664744" y="1953799"/>
                  <a:pt x="8664744" y="1953799"/>
                </a:cubicBezTo>
                <a:lnTo>
                  <a:pt x="8669277" y="1961681"/>
                </a:lnTo>
                <a:cubicBezTo>
                  <a:pt x="8669408" y="1961943"/>
                  <a:pt x="8669277" y="1962535"/>
                  <a:pt x="8669277" y="1962535"/>
                </a:cubicBezTo>
                <a:lnTo>
                  <a:pt x="8664744" y="1970417"/>
                </a:lnTo>
                <a:cubicBezTo>
                  <a:pt x="8664548" y="1970680"/>
                  <a:pt x="8663955" y="1970877"/>
                  <a:pt x="8663955" y="1970877"/>
                </a:cubicBezTo>
                <a:lnTo>
                  <a:pt x="8654892" y="1970877"/>
                </a:lnTo>
                <a:cubicBezTo>
                  <a:pt x="8654565" y="1970877"/>
                  <a:pt x="8654104" y="1970417"/>
                  <a:pt x="8654104" y="1970417"/>
                </a:cubicBezTo>
                <a:lnTo>
                  <a:pt x="8649572" y="1962535"/>
                </a:lnTo>
                <a:cubicBezTo>
                  <a:pt x="8649441" y="1962272"/>
                  <a:pt x="8649572" y="1961681"/>
                  <a:pt x="8649572" y="1961681"/>
                </a:cubicBezTo>
                <a:lnTo>
                  <a:pt x="8654104" y="1953799"/>
                </a:lnTo>
                <a:cubicBezTo>
                  <a:pt x="8654301" y="1953537"/>
                  <a:pt x="8654892" y="1953340"/>
                  <a:pt x="8654892" y="1953340"/>
                </a:cubicBezTo>
                <a:close/>
                <a:moveTo>
                  <a:pt x="8400511" y="1953340"/>
                </a:moveTo>
                <a:lnTo>
                  <a:pt x="8409575" y="1953340"/>
                </a:lnTo>
                <a:cubicBezTo>
                  <a:pt x="8409904" y="1953340"/>
                  <a:pt x="8410363" y="1953799"/>
                  <a:pt x="8410363" y="1953799"/>
                </a:cubicBezTo>
                <a:lnTo>
                  <a:pt x="8414896" y="1961681"/>
                </a:lnTo>
                <a:cubicBezTo>
                  <a:pt x="8415027" y="1961943"/>
                  <a:pt x="8414896" y="1962535"/>
                  <a:pt x="8414896" y="1962535"/>
                </a:cubicBezTo>
                <a:lnTo>
                  <a:pt x="8410363" y="1970417"/>
                </a:lnTo>
                <a:cubicBezTo>
                  <a:pt x="8410166" y="1970680"/>
                  <a:pt x="8409575" y="1970877"/>
                  <a:pt x="8409575" y="1970877"/>
                </a:cubicBezTo>
                <a:lnTo>
                  <a:pt x="8400511" y="1970877"/>
                </a:lnTo>
                <a:cubicBezTo>
                  <a:pt x="8400184" y="1970877"/>
                  <a:pt x="8399723" y="1970417"/>
                  <a:pt x="8399723" y="1970417"/>
                </a:cubicBezTo>
                <a:lnTo>
                  <a:pt x="8395191" y="1962535"/>
                </a:lnTo>
                <a:cubicBezTo>
                  <a:pt x="8395060" y="1962272"/>
                  <a:pt x="8395191" y="1961681"/>
                  <a:pt x="8395191" y="1961681"/>
                </a:cubicBezTo>
                <a:lnTo>
                  <a:pt x="8399723" y="1953799"/>
                </a:lnTo>
                <a:cubicBezTo>
                  <a:pt x="8399920" y="1953537"/>
                  <a:pt x="8400511" y="1953340"/>
                  <a:pt x="8400511" y="1953340"/>
                </a:cubicBezTo>
                <a:close/>
                <a:moveTo>
                  <a:pt x="8146065" y="1953340"/>
                </a:moveTo>
                <a:lnTo>
                  <a:pt x="8155129" y="1953340"/>
                </a:lnTo>
                <a:cubicBezTo>
                  <a:pt x="8155458" y="1953340"/>
                  <a:pt x="8155917" y="1953799"/>
                  <a:pt x="8155917" y="1953799"/>
                </a:cubicBezTo>
                <a:lnTo>
                  <a:pt x="8160449" y="1961681"/>
                </a:lnTo>
                <a:cubicBezTo>
                  <a:pt x="8160580" y="1961943"/>
                  <a:pt x="8160449" y="1962535"/>
                  <a:pt x="8160449" y="1962535"/>
                </a:cubicBezTo>
                <a:lnTo>
                  <a:pt x="8155917" y="1970417"/>
                </a:lnTo>
                <a:cubicBezTo>
                  <a:pt x="8155719" y="1970680"/>
                  <a:pt x="8155129" y="1970877"/>
                  <a:pt x="8155129" y="1970877"/>
                </a:cubicBezTo>
                <a:lnTo>
                  <a:pt x="8146065" y="1970877"/>
                </a:lnTo>
                <a:cubicBezTo>
                  <a:pt x="8145737" y="1970877"/>
                  <a:pt x="8145277" y="1970417"/>
                  <a:pt x="8145277" y="1970417"/>
                </a:cubicBezTo>
                <a:lnTo>
                  <a:pt x="8140745" y="1962535"/>
                </a:lnTo>
                <a:cubicBezTo>
                  <a:pt x="8140613" y="1962272"/>
                  <a:pt x="8140745" y="1961681"/>
                  <a:pt x="8140745" y="1961681"/>
                </a:cubicBezTo>
                <a:lnTo>
                  <a:pt x="8145277" y="1953799"/>
                </a:lnTo>
                <a:cubicBezTo>
                  <a:pt x="8145474" y="1953537"/>
                  <a:pt x="8146065" y="1953340"/>
                  <a:pt x="8146065" y="1953340"/>
                </a:cubicBezTo>
                <a:close/>
                <a:moveTo>
                  <a:pt x="7891684" y="1953340"/>
                </a:moveTo>
                <a:lnTo>
                  <a:pt x="7900748" y="1953340"/>
                </a:lnTo>
                <a:cubicBezTo>
                  <a:pt x="7901076" y="1953340"/>
                  <a:pt x="7901536" y="1953799"/>
                  <a:pt x="7901536" y="1953799"/>
                </a:cubicBezTo>
                <a:lnTo>
                  <a:pt x="7906067" y="1961681"/>
                </a:lnTo>
                <a:cubicBezTo>
                  <a:pt x="7906199" y="1961943"/>
                  <a:pt x="7906067" y="1962535"/>
                  <a:pt x="7906067" y="1962535"/>
                </a:cubicBezTo>
                <a:lnTo>
                  <a:pt x="7901536" y="1970417"/>
                </a:lnTo>
                <a:cubicBezTo>
                  <a:pt x="7901339" y="1970680"/>
                  <a:pt x="7900748" y="1970877"/>
                  <a:pt x="7900748" y="1970877"/>
                </a:cubicBezTo>
                <a:lnTo>
                  <a:pt x="7891684" y="1970877"/>
                </a:lnTo>
                <a:cubicBezTo>
                  <a:pt x="7891355" y="1970877"/>
                  <a:pt x="7890896" y="1970417"/>
                  <a:pt x="7890896" y="1970417"/>
                </a:cubicBezTo>
                <a:lnTo>
                  <a:pt x="7886363" y="1962535"/>
                </a:lnTo>
                <a:cubicBezTo>
                  <a:pt x="7886233" y="1962272"/>
                  <a:pt x="7886363" y="1961681"/>
                  <a:pt x="7886363" y="1961681"/>
                </a:cubicBezTo>
                <a:lnTo>
                  <a:pt x="7890896" y="1953799"/>
                </a:lnTo>
                <a:cubicBezTo>
                  <a:pt x="7891093" y="1953537"/>
                  <a:pt x="7891684" y="1953340"/>
                  <a:pt x="7891684" y="1953340"/>
                </a:cubicBezTo>
                <a:close/>
                <a:moveTo>
                  <a:pt x="7637304" y="1953340"/>
                </a:moveTo>
                <a:lnTo>
                  <a:pt x="7646367" y="1953340"/>
                </a:lnTo>
                <a:cubicBezTo>
                  <a:pt x="7646696" y="1953340"/>
                  <a:pt x="7647156" y="1953799"/>
                  <a:pt x="7647156" y="1953799"/>
                </a:cubicBezTo>
                <a:lnTo>
                  <a:pt x="7651687" y="1961681"/>
                </a:lnTo>
                <a:cubicBezTo>
                  <a:pt x="7651819" y="1961943"/>
                  <a:pt x="7651687" y="1962535"/>
                  <a:pt x="7651687" y="1962535"/>
                </a:cubicBezTo>
                <a:lnTo>
                  <a:pt x="7647156" y="1970417"/>
                </a:lnTo>
                <a:cubicBezTo>
                  <a:pt x="7646958" y="1970680"/>
                  <a:pt x="7646367" y="1970877"/>
                  <a:pt x="7646367" y="1970877"/>
                </a:cubicBezTo>
                <a:lnTo>
                  <a:pt x="7637304" y="1970877"/>
                </a:lnTo>
                <a:cubicBezTo>
                  <a:pt x="7636975" y="1970877"/>
                  <a:pt x="7636516" y="1970417"/>
                  <a:pt x="7636516" y="1970417"/>
                </a:cubicBezTo>
                <a:lnTo>
                  <a:pt x="7631983" y="1962535"/>
                </a:lnTo>
                <a:cubicBezTo>
                  <a:pt x="7631851" y="1962272"/>
                  <a:pt x="7631983" y="1961681"/>
                  <a:pt x="7631983" y="1961681"/>
                </a:cubicBezTo>
                <a:lnTo>
                  <a:pt x="7636516" y="1953799"/>
                </a:lnTo>
                <a:cubicBezTo>
                  <a:pt x="7636713" y="1953537"/>
                  <a:pt x="7637304" y="1953340"/>
                  <a:pt x="7637304" y="1953340"/>
                </a:cubicBezTo>
                <a:close/>
                <a:moveTo>
                  <a:pt x="7382923" y="1953340"/>
                </a:moveTo>
                <a:lnTo>
                  <a:pt x="7391987" y="1953340"/>
                </a:lnTo>
                <a:cubicBezTo>
                  <a:pt x="7392315" y="1953340"/>
                  <a:pt x="7392775" y="1953799"/>
                  <a:pt x="7392775" y="1953799"/>
                </a:cubicBezTo>
                <a:lnTo>
                  <a:pt x="7397307" y="1961681"/>
                </a:lnTo>
                <a:cubicBezTo>
                  <a:pt x="7397438" y="1961943"/>
                  <a:pt x="7397307" y="1962535"/>
                  <a:pt x="7397307" y="1962535"/>
                </a:cubicBezTo>
                <a:lnTo>
                  <a:pt x="7392775" y="1970417"/>
                </a:lnTo>
                <a:cubicBezTo>
                  <a:pt x="7392578" y="1970680"/>
                  <a:pt x="7391987" y="1970877"/>
                  <a:pt x="7391987" y="1970877"/>
                </a:cubicBezTo>
                <a:lnTo>
                  <a:pt x="7382923" y="1970877"/>
                </a:lnTo>
                <a:cubicBezTo>
                  <a:pt x="7382595" y="1970877"/>
                  <a:pt x="7382135" y="1970417"/>
                  <a:pt x="7382135" y="1970417"/>
                </a:cubicBezTo>
                <a:lnTo>
                  <a:pt x="7377602" y="1962535"/>
                </a:lnTo>
                <a:cubicBezTo>
                  <a:pt x="7377471" y="1962272"/>
                  <a:pt x="7377602" y="1961681"/>
                  <a:pt x="7377602" y="1961681"/>
                </a:cubicBezTo>
                <a:lnTo>
                  <a:pt x="7382135" y="1953799"/>
                </a:lnTo>
                <a:cubicBezTo>
                  <a:pt x="7382331" y="1953537"/>
                  <a:pt x="7382923" y="1953340"/>
                  <a:pt x="7382923" y="1953340"/>
                </a:cubicBezTo>
                <a:close/>
                <a:moveTo>
                  <a:pt x="7128477" y="1953340"/>
                </a:moveTo>
                <a:lnTo>
                  <a:pt x="7137540" y="1953340"/>
                </a:lnTo>
                <a:cubicBezTo>
                  <a:pt x="7137869" y="1953340"/>
                  <a:pt x="7138328" y="1953799"/>
                  <a:pt x="7138328" y="1953799"/>
                </a:cubicBezTo>
                <a:lnTo>
                  <a:pt x="7142860" y="1961681"/>
                </a:lnTo>
                <a:cubicBezTo>
                  <a:pt x="7142992" y="1961943"/>
                  <a:pt x="7142860" y="1962535"/>
                  <a:pt x="7142860" y="1962535"/>
                </a:cubicBezTo>
                <a:lnTo>
                  <a:pt x="7138328" y="1970417"/>
                </a:lnTo>
                <a:cubicBezTo>
                  <a:pt x="7138131" y="1970680"/>
                  <a:pt x="7137540" y="1970877"/>
                  <a:pt x="7137540" y="1970877"/>
                </a:cubicBezTo>
                <a:lnTo>
                  <a:pt x="7128477" y="1970877"/>
                </a:lnTo>
                <a:cubicBezTo>
                  <a:pt x="7128148" y="1970877"/>
                  <a:pt x="7127689" y="1970417"/>
                  <a:pt x="7127689" y="1970417"/>
                </a:cubicBezTo>
                <a:lnTo>
                  <a:pt x="7123156" y="1962535"/>
                </a:lnTo>
                <a:cubicBezTo>
                  <a:pt x="7123024" y="1962272"/>
                  <a:pt x="7123156" y="1961681"/>
                  <a:pt x="7123156" y="1961681"/>
                </a:cubicBezTo>
                <a:lnTo>
                  <a:pt x="7127689" y="1953799"/>
                </a:lnTo>
                <a:cubicBezTo>
                  <a:pt x="7127885" y="1953537"/>
                  <a:pt x="7128477" y="1953340"/>
                  <a:pt x="7128477" y="1953340"/>
                </a:cubicBezTo>
                <a:close/>
                <a:moveTo>
                  <a:pt x="6874095" y="1953340"/>
                </a:moveTo>
                <a:lnTo>
                  <a:pt x="6883159" y="1953340"/>
                </a:lnTo>
                <a:cubicBezTo>
                  <a:pt x="6883488" y="1953340"/>
                  <a:pt x="6883947" y="1953799"/>
                  <a:pt x="6883947" y="1953799"/>
                </a:cubicBezTo>
                <a:lnTo>
                  <a:pt x="6888480" y="1961681"/>
                </a:lnTo>
                <a:cubicBezTo>
                  <a:pt x="6888611" y="1961943"/>
                  <a:pt x="6888480" y="1962535"/>
                  <a:pt x="6888480" y="1962535"/>
                </a:cubicBezTo>
                <a:lnTo>
                  <a:pt x="6883947" y="1970417"/>
                </a:lnTo>
                <a:cubicBezTo>
                  <a:pt x="6883751" y="1970680"/>
                  <a:pt x="6883159" y="1970877"/>
                  <a:pt x="6883159" y="1970877"/>
                </a:cubicBezTo>
                <a:lnTo>
                  <a:pt x="6874095" y="1970877"/>
                </a:lnTo>
                <a:cubicBezTo>
                  <a:pt x="6873768" y="1970877"/>
                  <a:pt x="6873307" y="1970417"/>
                  <a:pt x="6873307" y="1970417"/>
                </a:cubicBezTo>
                <a:lnTo>
                  <a:pt x="6868775" y="1962535"/>
                </a:lnTo>
                <a:cubicBezTo>
                  <a:pt x="6868644" y="1962272"/>
                  <a:pt x="6868775" y="1961681"/>
                  <a:pt x="6868775" y="1961681"/>
                </a:cubicBezTo>
                <a:lnTo>
                  <a:pt x="6873307" y="1953799"/>
                </a:lnTo>
                <a:cubicBezTo>
                  <a:pt x="6873504" y="1953537"/>
                  <a:pt x="6874095" y="1953340"/>
                  <a:pt x="6874095" y="1953340"/>
                </a:cubicBezTo>
                <a:close/>
                <a:moveTo>
                  <a:pt x="6619714" y="1953340"/>
                </a:moveTo>
                <a:lnTo>
                  <a:pt x="6628778" y="1953340"/>
                </a:lnTo>
                <a:cubicBezTo>
                  <a:pt x="6629107" y="1953340"/>
                  <a:pt x="6629566" y="1953799"/>
                  <a:pt x="6629566" y="1953799"/>
                </a:cubicBezTo>
                <a:lnTo>
                  <a:pt x="6634099" y="1961681"/>
                </a:lnTo>
                <a:cubicBezTo>
                  <a:pt x="6634230" y="1961943"/>
                  <a:pt x="6634099" y="1962535"/>
                  <a:pt x="6634099" y="1962535"/>
                </a:cubicBezTo>
                <a:lnTo>
                  <a:pt x="6629566" y="1970417"/>
                </a:lnTo>
                <a:cubicBezTo>
                  <a:pt x="6629369" y="1970680"/>
                  <a:pt x="6628778" y="1970877"/>
                  <a:pt x="6628778" y="1970877"/>
                </a:cubicBezTo>
                <a:lnTo>
                  <a:pt x="6619714" y="1970877"/>
                </a:lnTo>
                <a:cubicBezTo>
                  <a:pt x="6619387" y="1970877"/>
                  <a:pt x="6618926" y="1970417"/>
                  <a:pt x="6618926" y="1970417"/>
                </a:cubicBezTo>
                <a:lnTo>
                  <a:pt x="6614394" y="1962535"/>
                </a:lnTo>
                <a:cubicBezTo>
                  <a:pt x="6614263" y="1962272"/>
                  <a:pt x="6614394" y="1961681"/>
                  <a:pt x="6614394" y="1961681"/>
                </a:cubicBezTo>
                <a:lnTo>
                  <a:pt x="6618926" y="1953799"/>
                </a:lnTo>
                <a:cubicBezTo>
                  <a:pt x="6619123" y="1953537"/>
                  <a:pt x="6619714" y="1953340"/>
                  <a:pt x="6619714" y="1953340"/>
                </a:cubicBezTo>
                <a:close/>
                <a:moveTo>
                  <a:pt x="6365334" y="1953340"/>
                </a:moveTo>
                <a:lnTo>
                  <a:pt x="6374397" y="1953340"/>
                </a:lnTo>
                <a:cubicBezTo>
                  <a:pt x="6374727" y="1953340"/>
                  <a:pt x="6375186" y="1953799"/>
                  <a:pt x="6375186" y="1953799"/>
                </a:cubicBezTo>
                <a:lnTo>
                  <a:pt x="6379718" y="1961681"/>
                </a:lnTo>
                <a:cubicBezTo>
                  <a:pt x="6379849" y="1961943"/>
                  <a:pt x="6379718" y="1962535"/>
                  <a:pt x="6379718" y="1962535"/>
                </a:cubicBezTo>
                <a:lnTo>
                  <a:pt x="6375186" y="1970417"/>
                </a:lnTo>
                <a:cubicBezTo>
                  <a:pt x="6374988" y="1970680"/>
                  <a:pt x="6374397" y="1970877"/>
                  <a:pt x="6374397" y="1970877"/>
                </a:cubicBezTo>
                <a:lnTo>
                  <a:pt x="6365334" y="1970877"/>
                </a:lnTo>
                <a:cubicBezTo>
                  <a:pt x="6365005" y="1970877"/>
                  <a:pt x="6364546" y="1970417"/>
                  <a:pt x="6364546" y="1970417"/>
                </a:cubicBezTo>
                <a:lnTo>
                  <a:pt x="6360014" y="1962535"/>
                </a:lnTo>
                <a:cubicBezTo>
                  <a:pt x="6359882" y="1962272"/>
                  <a:pt x="6360014" y="1961681"/>
                  <a:pt x="6360014" y="1961681"/>
                </a:cubicBezTo>
                <a:lnTo>
                  <a:pt x="6364546" y="1953799"/>
                </a:lnTo>
                <a:cubicBezTo>
                  <a:pt x="6364743" y="1953537"/>
                  <a:pt x="6365334" y="1953340"/>
                  <a:pt x="6365334" y="1953340"/>
                </a:cubicBezTo>
                <a:close/>
                <a:moveTo>
                  <a:pt x="6110888" y="1953340"/>
                </a:moveTo>
                <a:lnTo>
                  <a:pt x="6119953" y="1953340"/>
                </a:lnTo>
                <a:cubicBezTo>
                  <a:pt x="6120280" y="1953340"/>
                  <a:pt x="6120740" y="1953799"/>
                  <a:pt x="6120740" y="1953799"/>
                </a:cubicBezTo>
                <a:lnTo>
                  <a:pt x="6125272" y="1961681"/>
                </a:lnTo>
                <a:cubicBezTo>
                  <a:pt x="6125403" y="1961943"/>
                  <a:pt x="6125272" y="1962535"/>
                  <a:pt x="6125272" y="1962535"/>
                </a:cubicBezTo>
                <a:lnTo>
                  <a:pt x="6120740" y="1970417"/>
                </a:lnTo>
                <a:cubicBezTo>
                  <a:pt x="6120543" y="1970680"/>
                  <a:pt x="6119953" y="1970877"/>
                  <a:pt x="6119953" y="1970877"/>
                </a:cubicBezTo>
                <a:lnTo>
                  <a:pt x="6110888" y="1970877"/>
                </a:lnTo>
                <a:cubicBezTo>
                  <a:pt x="6110560" y="1970877"/>
                  <a:pt x="6110101" y="1970417"/>
                  <a:pt x="6110101" y="1970417"/>
                </a:cubicBezTo>
                <a:lnTo>
                  <a:pt x="6105567" y="1962535"/>
                </a:lnTo>
                <a:cubicBezTo>
                  <a:pt x="6105436" y="1962272"/>
                  <a:pt x="6105567" y="1961681"/>
                  <a:pt x="6105567" y="1961681"/>
                </a:cubicBezTo>
                <a:lnTo>
                  <a:pt x="6110101" y="1953799"/>
                </a:lnTo>
                <a:cubicBezTo>
                  <a:pt x="6110296" y="1953537"/>
                  <a:pt x="6110888" y="1953340"/>
                  <a:pt x="6110888" y="1953340"/>
                </a:cubicBezTo>
                <a:close/>
                <a:moveTo>
                  <a:pt x="5856508" y="1953340"/>
                </a:moveTo>
                <a:lnTo>
                  <a:pt x="5865571" y="1953340"/>
                </a:lnTo>
                <a:cubicBezTo>
                  <a:pt x="5865900" y="1953340"/>
                  <a:pt x="5866359" y="1953799"/>
                  <a:pt x="5866359" y="1953799"/>
                </a:cubicBezTo>
                <a:lnTo>
                  <a:pt x="5870891" y="1961681"/>
                </a:lnTo>
                <a:cubicBezTo>
                  <a:pt x="5871023" y="1961943"/>
                  <a:pt x="5870891" y="1962535"/>
                  <a:pt x="5870891" y="1962535"/>
                </a:cubicBezTo>
                <a:lnTo>
                  <a:pt x="5866359" y="1970417"/>
                </a:lnTo>
                <a:cubicBezTo>
                  <a:pt x="5866163" y="1970680"/>
                  <a:pt x="5865571" y="1970877"/>
                  <a:pt x="5865571" y="1970877"/>
                </a:cubicBezTo>
                <a:lnTo>
                  <a:pt x="5856508" y="1970877"/>
                </a:lnTo>
                <a:cubicBezTo>
                  <a:pt x="5856178" y="1970877"/>
                  <a:pt x="5855720" y="1970417"/>
                  <a:pt x="5855720" y="1970417"/>
                </a:cubicBezTo>
                <a:lnTo>
                  <a:pt x="5851187" y="1962535"/>
                </a:lnTo>
                <a:cubicBezTo>
                  <a:pt x="5851055" y="1962272"/>
                  <a:pt x="5851187" y="1961681"/>
                  <a:pt x="5851187" y="1961681"/>
                </a:cubicBezTo>
                <a:lnTo>
                  <a:pt x="5855720" y="1953799"/>
                </a:lnTo>
                <a:cubicBezTo>
                  <a:pt x="5855916" y="1953537"/>
                  <a:pt x="5856508" y="1953340"/>
                  <a:pt x="5856508" y="1953340"/>
                </a:cubicBezTo>
                <a:close/>
                <a:moveTo>
                  <a:pt x="5602126" y="1953340"/>
                </a:moveTo>
                <a:lnTo>
                  <a:pt x="5611191" y="1953340"/>
                </a:lnTo>
                <a:cubicBezTo>
                  <a:pt x="5611519" y="1953340"/>
                  <a:pt x="5611979" y="1953799"/>
                  <a:pt x="5611979" y="1953799"/>
                </a:cubicBezTo>
                <a:lnTo>
                  <a:pt x="5616511" y="1961681"/>
                </a:lnTo>
                <a:cubicBezTo>
                  <a:pt x="5616642" y="1961943"/>
                  <a:pt x="5616511" y="1962535"/>
                  <a:pt x="5616511" y="1962535"/>
                </a:cubicBezTo>
                <a:lnTo>
                  <a:pt x="5611979" y="1970417"/>
                </a:lnTo>
                <a:cubicBezTo>
                  <a:pt x="5611782" y="1970680"/>
                  <a:pt x="5611191" y="1970877"/>
                  <a:pt x="5611191" y="1970877"/>
                </a:cubicBezTo>
                <a:lnTo>
                  <a:pt x="5602126" y="1970877"/>
                </a:lnTo>
                <a:cubicBezTo>
                  <a:pt x="5601798" y="1970877"/>
                  <a:pt x="5601338" y="1970417"/>
                  <a:pt x="5601338" y="1970417"/>
                </a:cubicBezTo>
                <a:lnTo>
                  <a:pt x="5596807" y="1962535"/>
                </a:lnTo>
                <a:cubicBezTo>
                  <a:pt x="5596675" y="1962272"/>
                  <a:pt x="5596807" y="1961681"/>
                  <a:pt x="5596807" y="1961681"/>
                </a:cubicBezTo>
                <a:lnTo>
                  <a:pt x="5601338" y="1953799"/>
                </a:lnTo>
                <a:cubicBezTo>
                  <a:pt x="5601536" y="1953537"/>
                  <a:pt x="5602126" y="1953340"/>
                  <a:pt x="5602126" y="1953340"/>
                </a:cubicBezTo>
                <a:close/>
                <a:moveTo>
                  <a:pt x="5347746" y="1953340"/>
                </a:moveTo>
                <a:lnTo>
                  <a:pt x="5356810" y="1953340"/>
                </a:lnTo>
                <a:cubicBezTo>
                  <a:pt x="5357138" y="1953340"/>
                  <a:pt x="5357598" y="1953799"/>
                  <a:pt x="5357598" y="1953799"/>
                </a:cubicBezTo>
                <a:lnTo>
                  <a:pt x="5362130" y="1961681"/>
                </a:lnTo>
                <a:cubicBezTo>
                  <a:pt x="5362261" y="1961943"/>
                  <a:pt x="5362130" y="1962535"/>
                  <a:pt x="5362130" y="1962535"/>
                </a:cubicBezTo>
                <a:lnTo>
                  <a:pt x="5357598" y="1970417"/>
                </a:lnTo>
                <a:cubicBezTo>
                  <a:pt x="5357401" y="1970680"/>
                  <a:pt x="5356810" y="1970877"/>
                  <a:pt x="5356810" y="1970877"/>
                </a:cubicBezTo>
                <a:lnTo>
                  <a:pt x="5347746" y="1970877"/>
                </a:lnTo>
                <a:cubicBezTo>
                  <a:pt x="5347418" y="1970877"/>
                  <a:pt x="5346958" y="1970417"/>
                  <a:pt x="5346958" y="1970417"/>
                </a:cubicBezTo>
                <a:lnTo>
                  <a:pt x="5342425" y="1962535"/>
                </a:lnTo>
                <a:cubicBezTo>
                  <a:pt x="5342295" y="1962272"/>
                  <a:pt x="5342425" y="1961681"/>
                  <a:pt x="5342425" y="1961681"/>
                </a:cubicBezTo>
                <a:lnTo>
                  <a:pt x="5346958" y="1953799"/>
                </a:lnTo>
                <a:cubicBezTo>
                  <a:pt x="5347154" y="1953537"/>
                  <a:pt x="5347746" y="1953340"/>
                  <a:pt x="5347746" y="1953340"/>
                </a:cubicBezTo>
                <a:close/>
                <a:moveTo>
                  <a:pt x="5093300" y="1953340"/>
                </a:moveTo>
                <a:lnTo>
                  <a:pt x="5102364" y="1953340"/>
                </a:lnTo>
                <a:cubicBezTo>
                  <a:pt x="5102693" y="1953340"/>
                  <a:pt x="5103153" y="1953799"/>
                  <a:pt x="5103153" y="1953799"/>
                </a:cubicBezTo>
                <a:lnTo>
                  <a:pt x="5107684" y="1961681"/>
                </a:lnTo>
                <a:cubicBezTo>
                  <a:pt x="5107815" y="1961943"/>
                  <a:pt x="5107684" y="1962535"/>
                  <a:pt x="5107684" y="1962535"/>
                </a:cubicBezTo>
                <a:lnTo>
                  <a:pt x="5103153" y="1970417"/>
                </a:lnTo>
                <a:cubicBezTo>
                  <a:pt x="5102955" y="1970680"/>
                  <a:pt x="5102364" y="1970877"/>
                  <a:pt x="5102364" y="1970877"/>
                </a:cubicBezTo>
                <a:lnTo>
                  <a:pt x="5093300" y="1970877"/>
                </a:lnTo>
                <a:cubicBezTo>
                  <a:pt x="5092972" y="1970877"/>
                  <a:pt x="5092512" y="1970417"/>
                  <a:pt x="5092512" y="1970417"/>
                </a:cubicBezTo>
                <a:lnTo>
                  <a:pt x="5087979" y="1962535"/>
                </a:lnTo>
                <a:cubicBezTo>
                  <a:pt x="5087848" y="1962272"/>
                  <a:pt x="5087979" y="1961681"/>
                  <a:pt x="5087979" y="1961681"/>
                </a:cubicBezTo>
                <a:lnTo>
                  <a:pt x="5092512" y="1953799"/>
                </a:lnTo>
                <a:cubicBezTo>
                  <a:pt x="5092708" y="1953537"/>
                  <a:pt x="5093300" y="1953340"/>
                  <a:pt x="5093300" y="1953340"/>
                </a:cubicBezTo>
                <a:close/>
                <a:moveTo>
                  <a:pt x="4838919" y="1953340"/>
                </a:moveTo>
                <a:lnTo>
                  <a:pt x="4847982" y="1953340"/>
                </a:lnTo>
                <a:cubicBezTo>
                  <a:pt x="4848311" y="1953340"/>
                  <a:pt x="4848772" y="1953799"/>
                  <a:pt x="4848772" y="1953799"/>
                </a:cubicBezTo>
                <a:lnTo>
                  <a:pt x="4853303" y="1961681"/>
                </a:lnTo>
                <a:cubicBezTo>
                  <a:pt x="4853435" y="1961943"/>
                  <a:pt x="4853303" y="1962535"/>
                  <a:pt x="4853303" y="1962535"/>
                </a:cubicBezTo>
                <a:lnTo>
                  <a:pt x="4848772" y="1970417"/>
                </a:lnTo>
                <a:cubicBezTo>
                  <a:pt x="4848575" y="1970680"/>
                  <a:pt x="4847982" y="1970877"/>
                  <a:pt x="4847982" y="1970877"/>
                </a:cubicBezTo>
                <a:lnTo>
                  <a:pt x="4838919" y="1970877"/>
                </a:lnTo>
                <a:cubicBezTo>
                  <a:pt x="4838590" y="1970877"/>
                  <a:pt x="4838132" y="1970417"/>
                  <a:pt x="4838132" y="1970417"/>
                </a:cubicBezTo>
                <a:lnTo>
                  <a:pt x="4833598" y="1962535"/>
                </a:lnTo>
                <a:cubicBezTo>
                  <a:pt x="4833467" y="1962272"/>
                  <a:pt x="4833598" y="1961681"/>
                  <a:pt x="4833598" y="1961681"/>
                </a:cubicBezTo>
                <a:lnTo>
                  <a:pt x="4838132" y="1953799"/>
                </a:lnTo>
                <a:cubicBezTo>
                  <a:pt x="4838328" y="1953537"/>
                  <a:pt x="4838919" y="1953340"/>
                  <a:pt x="4838919" y="1953340"/>
                </a:cubicBezTo>
                <a:close/>
                <a:moveTo>
                  <a:pt x="4584538" y="1953340"/>
                </a:moveTo>
                <a:lnTo>
                  <a:pt x="4593603" y="1953340"/>
                </a:lnTo>
                <a:cubicBezTo>
                  <a:pt x="4593932" y="1953340"/>
                  <a:pt x="4594390" y="1953799"/>
                  <a:pt x="4594390" y="1953799"/>
                </a:cubicBezTo>
                <a:lnTo>
                  <a:pt x="4598922" y="1961681"/>
                </a:lnTo>
                <a:cubicBezTo>
                  <a:pt x="4599054" y="1961943"/>
                  <a:pt x="4598922" y="1962535"/>
                  <a:pt x="4598922" y="1962535"/>
                </a:cubicBezTo>
                <a:lnTo>
                  <a:pt x="4594390" y="1970417"/>
                </a:lnTo>
                <a:cubicBezTo>
                  <a:pt x="4594193" y="1970680"/>
                  <a:pt x="4593603" y="1970877"/>
                  <a:pt x="4593603" y="1970877"/>
                </a:cubicBezTo>
                <a:lnTo>
                  <a:pt x="4584538" y="1970877"/>
                </a:lnTo>
                <a:cubicBezTo>
                  <a:pt x="4584210" y="1970877"/>
                  <a:pt x="4583749" y="1970417"/>
                  <a:pt x="4583749" y="1970417"/>
                </a:cubicBezTo>
                <a:lnTo>
                  <a:pt x="4579218" y="1962535"/>
                </a:lnTo>
                <a:cubicBezTo>
                  <a:pt x="4579087" y="1962272"/>
                  <a:pt x="4579218" y="1961681"/>
                  <a:pt x="4579218" y="1961681"/>
                </a:cubicBezTo>
                <a:lnTo>
                  <a:pt x="4583749" y="1953799"/>
                </a:lnTo>
                <a:cubicBezTo>
                  <a:pt x="4583948" y="1953537"/>
                  <a:pt x="4584538" y="1953340"/>
                  <a:pt x="4584538" y="1953340"/>
                </a:cubicBezTo>
                <a:close/>
                <a:moveTo>
                  <a:pt x="4330157" y="1953340"/>
                </a:moveTo>
                <a:lnTo>
                  <a:pt x="4339222" y="1953340"/>
                </a:lnTo>
                <a:cubicBezTo>
                  <a:pt x="4339550" y="1953340"/>
                  <a:pt x="4340010" y="1953799"/>
                  <a:pt x="4340010" y="1953799"/>
                </a:cubicBezTo>
                <a:lnTo>
                  <a:pt x="4344540" y="1961681"/>
                </a:lnTo>
                <a:cubicBezTo>
                  <a:pt x="4344672" y="1961943"/>
                  <a:pt x="4344540" y="1962535"/>
                  <a:pt x="4344540" y="1962535"/>
                </a:cubicBezTo>
                <a:lnTo>
                  <a:pt x="4340010" y="1970417"/>
                </a:lnTo>
                <a:cubicBezTo>
                  <a:pt x="4339812" y="1970680"/>
                  <a:pt x="4339222" y="1970877"/>
                  <a:pt x="4339222" y="1970877"/>
                </a:cubicBezTo>
                <a:lnTo>
                  <a:pt x="4330157" y="1970877"/>
                </a:lnTo>
                <a:cubicBezTo>
                  <a:pt x="4329829" y="1970877"/>
                  <a:pt x="4329369" y="1970417"/>
                  <a:pt x="4329369" y="1970417"/>
                </a:cubicBezTo>
                <a:lnTo>
                  <a:pt x="4324836" y="1962535"/>
                </a:lnTo>
                <a:cubicBezTo>
                  <a:pt x="4324706" y="1962272"/>
                  <a:pt x="4324836" y="1961681"/>
                  <a:pt x="4324836" y="1961681"/>
                </a:cubicBezTo>
                <a:lnTo>
                  <a:pt x="4329369" y="1953799"/>
                </a:lnTo>
                <a:cubicBezTo>
                  <a:pt x="4329565" y="1953537"/>
                  <a:pt x="4330157" y="1953340"/>
                  <a:pt x="4330157" y="1953340"/>
                </a:cubicBezTo>
                <a:close/>
                <a:moveTo>
                  <a:pt x="4075985" y="1953340"/>
                </a:moveTo>
                <a:lnTo>
                  <a:pt x="4085050" y="1953340"/>
                </a:lnTo>
                <a:cubicBezTo>
                  <a:pt x="4085379" y="1953340"/>
                  <a:pt x="4085839" y="1953799"/>
                  <a:pt x="4085839" y="1953799"/>
                </a:cubicBezTo>
                <a:lnTo>
                  <a:pt x="4090370" y="1961681"/>
                </a:lnTo>
                <a:cubicBezTo>
                  <a:pt x="4090503" y="1961943"/>
                  <a:pt x="4090370" y="1962535"/>
                  <a:pt x="4090370" y="1962535"/>
                </a:cubicBezTo>
                <a:lnTo>
                  <a:pt x="4085839" y="1970417"/>
                </a:lnTo>
                <a:cubicBezTo>
                  <a:pt x="4085642" y="1970680"/>
                  <a:pt x="4085050" y="1970877"/>
                  <a:pt x="4085050" y="1970877"/>
                </a:cubicBezTo>
                <a:lnTo>
                  <a:pt x="4075985" y="1970877"/>
                </a:lnTo>
                <a:cubicBezTo>
                  <a:pt x="4075658" y="1970877"/>
                  <a:pt x="4075197" y="1970417"/>
                  <a:pt x="4075197" y="1970417"/>
                </a:cubicBezTo>
                <a:lnTo>
                  <a:pt x="4070667" y="1962535"/>
                </a:lnTo>
                <a:cubicBezTo>
                  <a:pt x="4070535" y="1962272"/>
                  <a:pt x="4070667" y="1961681"/>
                  <a:pt x="4070667" y="1961681"/>
                </a:cubicBezTo>
                <a:lnTo>
                  <a:pt x="4075197" y="1953799"/>
                </a:lnTo>
                <a:cubicBezTo>
                  <a:pt x="4075395" y="1953537"/>
                  <a:pt x="4075985" y="1953340"/>
                  <a:pt x="4075985" y="1953340"/>
                </a:cubicBezTo>
                <a:close/>
                <a:moveTo>
                  <a:pt x="3821334" y="1953340"/>
                </a:moveTo>
                <a:lnTo>
                  <a:pt x="3830399" y="1953340"/>
                </a:lnTo>
                <a:cubicBezTo>
                  <a:pt x="3830727" y="1953340"/>
                  <a:pt x="3831189" y="1953799"/>
                  <a:pt x="3831189" y="1953799"/>
                </a:cubicBezTo>
                <a:lnTo>
                  <a:pt x="3835720" y="1961681"/>
                </a:lnTo>
                <a:cubicBezTo>
                  <a:pt x="3835850" y="1961943"/>
                  <a:pt x="3835720" y="1962535"/>
                  <a:pt x="3835720" y="1962535"/>
                </a:cubicBezTo>
                <a:lnTo>
                  <a:pt x="3831189" y="1970417"/>
                </a:lnTo>
                <a:cubicBezTo>
                  <a:pt x="3830992" y="1970680"/>
                  <a:pt x="3830399" y="1970877"/>
                  <a:pt x="3830399" y="1970877"/>
                </a:cubicBezTo>
                <a:lnTo>
                  <a:pt x="3821334" y="1970877"/>
                </a:lnTo>
                <a:cubicBezTo>
                  <a:pt x="3821006" y="1970877"/>
                  <a:pt x="3820547" y="1970417"/>
                  <a:pt x="3820547" y="1970417"/>
                </a:cubicBezTo>
                <a:lnTo>
                  <a:pt x="3816014" y="1962535"/>
                </a:lnTo>
                <a:cubicBezTo>
                  <a:pt x="3815885" y="1962272"/>
                  <a:pt x="3816014" y="1961681"/>
                  <a:pt x="3816014" y="1961681"/>
                </a:cubicBezTo>
                <a:lnTo>
                  <a:pt x="3820547" y="1953799"/>
                </a:lnTo>
                <a:cubicBezTo>
                  <a:pt x="3820745" y="1953537"/>
                  <a:pt x="3821334" y="1953340"/>
                  <a:pt x="3821334" y="1953340"/>
                </a:cubicBezTo>
                <a:close/>
                <a:moveTo>
                  <a:pt x="3567051" y="1953340"/>
                </a:moveTo>
                <a:lnTo>
                  <a:pt x="3576117" y="1953340"/>
                </a:lnTo>
                <a:cubicBezTo>
                  <a:pt x="3576445" y="1953340"/>
                  <a:pt x="3576905" y="1953799"/>
                  <a:pt x="3576905" y="1953799"/>
                </a:cubicBezTo>
                <a:lnTo>
                  <a:pt x="3581437" y="1961681"/>
                </a:lnTo>
                <a:cubicBezTo>
                  <a:pt x="3581568" y="1961943"/>
                  <a:pt x="3581437" y="1962535"/>
                  <a:pt x="3581437" y="1962535"/>
                </a:cubicBezTo>
                <a:lnTo>
                  <a:pt x="3576905" y="1970417"/>
                </a:lnTo>
                <a:cubicBezTo>
                  <a:pt x="3576708" y="1970680"/>
                  <a:pt x="3576117" y="1970877"/>
                  <a:pt x="3576117" y="1970877"/>
                </a:cubicBezTo>
                <a:lnTo>
                  <a:pt x="3567051" y="1970877"/>
                </a:lnTo>
                <a:cubicBezTo>
                  <a:pt x="3566723" y="1970877"/>
                  <a:pt x="3566264" y="1970417"/>
                  <a:pt x="3566264" y="1970417"/>
                </a:cubicBezTo>
                <a:lnTo>
                  <a:pt x="3561730" y="1962535"/>
                </a:lnTo>
                <a:cubicBezTo>
                  <a:pt x="3561599" y="1962272"/>
                  <a:pt x="3561730" y="1961681"/>
                  <a:pt x="3561730" y="1961681"/>
                </a:cubicBezTo>
                <a:lnTo>
                  <a:pt x="3566264" y="1953799"/>
                </a:lnTo>
                <a:cubicBezTo>
                  <a:pt x="3566461" y="1953537"/>
                  <a:pt x="3567051" y="1953340"/>
                  <a:pt x="3567051" y="1953340"/>
                </a:cubicBezTo>
                <a:close/>
                <a:moveTo>
                  <a:pt x="3312675" y="1953340"/>
                </a:moveTo>
                <a:lnTo>
                  <a:pt x="3321739" y="1953340"/>
                </a:lnTo>
                <a:cubicBezTo>
                  <a:pt x="3322068" y="1953340"/>
                  <a:pt x="3322527" y="1953799"/>
                  <a:pt x="3322527" y="1953799"/>
                </a:cubicBezTo>
                <a:lnTo>
                  <a:pt x="3327058" y="1961681"/>
                </a:lnTo>
                <a:cubicBezTo>
                  <a:pt x="3327190" y="1961943"/>
                  <a:pt x="3327058" y="1962535"/>
                  <a:pt x="3327058" y="1962535"/>
                </a:cubicBezTo>
                <a:lnTo>
                  <a:pt x="3322527" y="1970417"/>
                </a:lnTo>
                <a:cubicBezTo>
                  <a:pt x="3322331" y="1970680"/>
                  <a:pt x="3321739" y="1970877"/>
                  <a:pt x="3321739" y="1970877"/>
                </a:cubicBezTo>
                <a:lnTo>
                  <a:pt x="3312675" y="1970877"/>
                </a:lnTo>
                <a:cubicBezTo>
                  <a:pt x="3312347" y="1970877"/>
                  <a:pt x="3311887" y="1970417"/>
                  <a:pt x="3311887" y="1970417"/>
                </a:cubicBezTo>
                <a:lnTo>
                  <a:pt x="3307354" y="1962535"/>
                </a:lnTo>
                <a:cubicBezTo>
                  <a:pt x="3307223" y="1962272"/>
                  <a:pt x="3307354" y="1961681"/>
                  <a:pt x="3307354" y="1961681"/>
                </a:cubicBezTo>
                <a:lnTo>
                  <a:pt x="3311887" y="1953799"/>
                </a:lnTo>
                <a:cubicBezTo>
                  <a:pt x="3312082" y="1953537"/>
                  <a:pt x="3312675" y="1953340"/>
                  <a:pt x="3312675" y="1953340"/>
                </a:cubicBezTo>
                <a:close/>
                <a:moveTo>
                  <a:pt x="3058409" y="1953340"/>
                </a:moveTo>
                <a:lnTo>
                  <a:pt x="3067475" y="1953340"/>
                </a:lnTo>
                <a:cubicBezTo>
                  <a:pt x="3067803" y="1953340"/>
                  <a:pt x="3068263" y="1953799"/>
                  <a:pt x="3068263" y="1953799"/>
                </a:cubicBezTo>
                <a:lnTo>
                  <a:pt x="3072795" y="1961681"/>
                </a:lnTo>
                <a:cubicBezTo>
                  <a:pt x="3072926" y="1961943"/>
                  <a:pt x="3072795" y="1962535"/>
                  <a:pt x="3072795" y="1962535"/>
                </a:cubicBezTo>
                <a:lnTo>
                  <a:pt x="3068263" y="1970417"/>
                </a:lnTo>
                <a:cubicBezTo>
                  <a:pt x="3068066" y="1970680"/>
                  <a:pt x="3067475" y="1970877"/>
                  <a:pt x="3067475" y="1970877"/>
                </a:cubicBezTo>
                <a:lnTo>
                  <a:pt x="3058409" y="1970877"/>
                </a:lnTo>
                <a:cubicBezTo>
                  <a:pt x="3058081" y="1970877"/>
                  <a:pt x="3057623" y="1970417"/>
                  <a:pt x="3057623" y="1970417"/>
                </a:cubicBezTo>
                <a:lnTo>
                  <a:pt x="3053089" y="1962535"/>
                </a:lnTo>
                <a:cubicBezTo>
                  <a:pt x="3052958" y="1962272"/>
                  <a:pt x="3053089" y="1961681"/>
                  <a:pt x="3053089" y="1961681"/>
                </a:cubicBezTo>
                <a:lnTo>
                  <a:pt x="3057623" y="1953799"/>
                </a:lnTo>
                <a:cubicBezTo>
                  <a:pt x="3057820" y="1953537"/>
                  <a:pt x="3058409" y="1953340"/>
                  <a:pt x="3058409" y="1953340"/>
                </a:cubicBezTo>
                <a:close/>
                <a:moveTo>
                  <a:pt x="2803911" y="1953340"/>
                </a:moveTo>
                <a:lnTo>
                  <a:pt x="2812976" y="1953340"/>
                </a:lnTo>
                <a:cubicBezTo>
                  <a:pt x="2813304" y="1953340"/>
                  <a:pt x="2813764" y="1953799"/>
                  <a:pt x="2813764" y="1953799"/>
                </a:cubicBezTo>
                <a:lnTo>
                  <a:pt x="2818296" y="1961681"/>
                </a:lnTo>
                <a:cubicBezTo>
                  <a:pt x="2818428" y="1961943"/>
                  <a:pt x="2818296" y="1962535"/>
                  <a:pt x="2818296" y="1962535"/>
                </a:cubicBezTo>
                <a:lnTo>
                  <a:pt x="2813764" y="1970417"/>
                </a:lnTo>
                <a:cubicBezTo>
                  <a:pt x="2813567" y="1970680"/>
                  <a:pt x="2812976" y="1970877"/>
                  <a:pt x="2812976" y="1970877"/>
                </a:cubicBezTo>
                <a:lnTo>
                  <a:pt x="2803911" y="1970877"/>
                </a:lnTo>
                <a:cubicBezTo>
                  <a:pt x="2803583" y="1970877"/>
                  <a:pt x="2803123" y="1970417"/>
                  <a:pt x="2803123" y="1970417"/>
                </a:cubicBezTo>
                <a:lnTo>
                  <a:pt x="2798591" y="1962535"/>
                </a:lnTo>
                <a:cubicBezTo>
                  <a:pt x="2798460" y="1962272"/>
                  <a:pt x="2798591" y="1961681"/>
                  <a:pt x="2798591" y="1961681"/>
                </a:cubicBezTo>
                <a:lnTo>
                  <a:pt x="2803123" y="1953799"/>
                </a:lnTo>
                <a:cubicBezTo>
                  <a:pt x="2803321" y="1953537"/>
                  <a:pt x="2803911" y="1953340"/>
                  <a:pt x="2803911" y="1953340"/>
                </a:cubicBezTo>
                <a:close/>
                <a:moveTo>
                  <a:pt x="2549390" y="1953340"/>
                </a:moveTo>
                <a:lnTo>
                  <a:pt x="2558454" y="1953340"/>
                </a:lnTo>
                <a:cubicBezTo>
                  <a:pt x="2558783" y="1953340"/>
                  <a:pt x="2559242" y="1953799"/>
                  <a:pt x="2559242" y="1953799"/>
                </a:cubicBezTo>
                <a:lnTo>
                  <a:pt x="2563775" y="1961681"/>
                </a:lnTo>
                <a:cubicBezTo>
                  <a:pt x="2563907" y="1961943"/>
                  <a:pt x="2563775" y="1962535"/>
                  <a:pt x="2563775" y="1962535"/>
                </a:cubicBezTo>
                <a:lnTo>
                  <a:pt x="2559242" y="1970417"/>
                </a:lnTo>
                <a:cubicBezTo>
                  <a:pt x="2559045" y="1970680"/>
                  <a:pt x="2558454" y="1970877"/>
                  <a:pt x="2558454" y="1970877"/>
                </a:cubicBezTo>
                <a:lnTo>
                  <a:pt x="2549390" y="1970877"/>
                </a:lnTo>
                <a:cubicBezTo>
                  <a:pt x="2549063" y="1970877"/>
                  <a:pt x="2548601" y="1970417"/>
                  <a:pt x="2548601" y="1970417"/>
                </a:cubicBezTo>
                <a:lnTo>
                  <a:pt x="2544070" y="1962535"/>
                </a:lnTo>
                <a:cubicBezTo>
                  <a:pt x="2543938" y="1962272"/>
                  <a:pt x="2544070" y="1961681"/>
                  <a:pt x="2544070" y="1961681"/>
                </a:cubicBezTo>
                <a:lnTo>
                  <a:pt x="2548601" y="1953799"/>
                </a:lnTo>
                <a:cubicBezTo>
                  <a:pt x="2548798" y="1953537"/>
                  <a:pt x="2549390" y="1953340"/>
                  <a:pt x="2549390" y="1953340"/>
                </a:cubicBezTo>
                <a:close/>
                <a:moveTo>
                  <a:pt x="2295060" y="1953340"/>
                </a:moveTo>
                <a:lnTo>
                  <a:pt x="2304125" y="1953340"/>
                </a:lnTo>
                <a:cubicBezTo>
                  <a:pt x="2304454" y="1953340"/>
                  <a:pt x="2304914" y="1953799"/>
                  <a:pt x="2304914" y="1953799"/>
                </a:cubicBezTo>
                <a:lnTo>
                  <a:pt x="2309446" y="1961681"/>
                </a:lnTo>
                <a:cubicBezTo>
                  <a:pt x="2309577" y="1961943"/>
                  <a:pt x="2309446" y="1962535"/>
                  <a:pt x="2309446" y="1962535"/>
                </a:cubicBezTo>
                <a:lnTo>
                  <a:pt x="2304914" y="1970417"/>
                </a:lnTo>
                <a:cubicBezTo>
                  <a:pt x="2304717" y="1970680"/>
                  <a:pt x="2304125" y="1970877"/>
                  <a:pt x="2304125" y="1970877"/>
                </a:cubicBezTo>
                <a:lnTo>
                  <a:pt x="2295060" y="1970877"/>
                </a:lnTo>
                <a:cubicBezTo>
                  <a:pt x="2294733" y="1970877"/>
                  <a:pt x="2294273" y="1970417"/>
                  <a:pt x="2294273" y="1970417"/>
                </a:cubicBezTo>
                <a:lnTo>
                  <a:pt x="2289740" y="1962535"/>
                </a:lnTo>
                <a:cubicBezTo>
                  <a:pt x="2289609" y="1962272"/>
                  <a:pt x="2289740" y="1961681"/>
                  <a:pt x="2289740" y="1961681"/>
                </a:cubicBezTo>
                <a:lnTo>
                  <a:pt x="2294273" y="1953799"/>
                </a:lnTo>
                <a:cubicBezTo>
                  <a:pt x="2294469" y="1953537"/>
                  <a:pt x="2295060" y="1953340"/>
                  <a:pt x="2295060" y="1953340"/>
                </a:cubicBezTo>
                <a:close/>
                <a:moveTo>
                  <a:pt x="2040665" y="1953340"/>
                </a:moveTo>
                <a:lnTo>
                  <a:pt x="2049730" y="1953340"/>
                </a:lnTo>
                <a:cubicBezTo>
                  <a:pt x="2050058" y="1953340"/>
                  <a:pt x="2050518" y="1953799"/>
                  <a:pt x="2050518" y="1953799"/>
                </a:cubicBezTo>
                <a:lnTo>
                  <a:pt x="2055050" y="1961681"/>
                </a:lnTo>
                <a:cubicBezTo>
                  <a:pt x="2055181" y="1961943"/>
                  <a:pt x="2055050" y="1962535"/>
                  <a:pt x="2055050" y="1962535"/>
                </a:cubicBezTo>
                <a:lnTo>
                  <a:pt x="2050518" y="1970417"/>
                </a:lnTo>
                <a:cubicBezTo>
                  <a:pt x="2050321" y="1970680"/>
                  <a:pt x="2049730" y="1970877"/>
                  <a:pt x="2049730" y="1970877"/>
                </a:cubicBezTo>
                <a:lnTo>
                  <a:pt x="2040665" y="1970877"/>
                </a:lnTo>
                <a:cubicBezTo>
                  <a:pt x="2040337" y="1970877"/>
                  <a:pt x="2039877" y="1970417"/>
                  <a:pt x="2039877" y="1970417"/>
                </a:cubicBezTo>
                <a:lnTo>
                  <a:pt x="2035344" y="1962535"/>
                </a:lnTo>
                <a:cubicBezTo>
                  <a:pt x="2035213" y="1962272"/>
                  <a:pt x="2035344" y="1961681"/>
                  <a:pt x="2035344" y="1961681"/>
                </a:cubicBezTo>
                <a:lnTo>
                  <a:pt x="2039877" y="1953799"/>
                </a:lnTo>
                <a:cubicBezTo>
                  <a:pt x="2040074" y="1953537"/>
                  <a:pt x="2040665" y="1953340"/>
                  <a:pt x="2040665" y="1953340"/>
                </a:cubicBezTo>
                <a:close/>
                <a:moveTo>
                  <a:pt x="1786216" y="1953340"/>
                </a:moveTo>
                <a:lnTo>
                  <a:pt x="1795280" y="1953340"/>
                </a:lnTo>
                <a:cubicBezTo>
                  <a:pt x="1795608" y="1953340"/>
                  <a:pt x="1796067" y="1953799"/>
                  <a:pt x="1796067" y="1953799"/>
                </a:cubicBezTo>
                <a:lnTo>
                  <a:pt x="1800599" y="1961681"/>
                </a:lnTo>
                <a:cubicBezTo>
                  <a:pt x="1800731" y="1961943"/>
                  <a:pt x="1800599" y="1962535"/>
                  <a:pt x="1800599" y="1962535"/>
                </a:cubicBezTo>
                <a:lnTo>
                  <a:pt x="1796067" y="1970417"/>
                </a:lnTo>
                <a:cubicBezTo>
                  <a:pt x="1795870" y="1970680"/>
                  <a:pt x="1795280" y="1970877"/>
                  <a:pt x="1795280" y="1970877"/>
                </a:cubicBezTo>
                <a:lnTo>
                  <a:pt x="1786216" y="1970877"/>
                </a:lnTo>
                <a:cubicBezTo>
                  <a:pt x="1785888" y="1970877"/>
                  <a:pt x="1785426" y="1970417"/>
                  <a:pt x="1785426" y="1970417"/>
                </a:cubicBezTo>
                <a:lnTo>
                  <a:pt x="1780895" y="1962535"/>
                </a:lnTo>
                <a:cubicBezTo>
                  <a:pt x="1780764" y="1962272"/>
                  <a:pt x="1780895" y="1961681"/>
                  <a:pt x="1780895" y="1961681"/>
                </a:cubicBezTo>
                <a:lnTo>
                  <a:pt x="1785426" y="1953799"/>
                </a:lnTo>
                <a:cubicBezTo>
                  <a:pt x="1785625" y="1953537"/>
                  <a:pt x="1786216" y="1953340"/>
                  <a:pt x="1786216" y="1953340"/>
                </a:cubicBezTo>
                <a:close/>
                <a:moveTo>
                  <a:pt x="1531980" y="1953340"/>
                </a:moveTo>
                <a:lnTo>
                  <a:pt x="1541042" y="1953340"/>
                </a:lnTo>
                <a:cubicBezTo>
                  <a:pt x="1541370" y="1953340"/>
                  <a:pt x="1541831" y="1953799"/>
                  <a:pt x="1541831" y="1953799"/>
                </a:cubicBezTo>
                <a:lnTo>
                  <a:pt x="1546363" y="1961681"/>
                </a:lnTo>
                <a:cubicBezTo>
                  <a:pt x="1546494" y="1961943"/>
                  <a:pt x="1546363" y="1962535"/>
                  <a:pt x="1546363" y="1962535"/>
                </a:cubicBezTo>
                <a:lnTo>
                  <a:pt x="1541831" y="1970417"/>
                </a:lnTo>
                <a:cubicBezTo>
                  <a:pt x="1541633" y="1970680"/>
                  <a:pt x="1541042" y="1970877"/>
                  <a:pt x="1541042" y="1970877"/>
                </a:cubicBezTo>
                <a:lnTo>
                  <a:pt x="1531980" y="1970877"/>
                </a:lnTo>
                <a:cubicBezTo>
                  <a:pt x="1531651" y="1970877"/>
                  <a:pt x="1531191" y="1970417"/>
                  <a:pt x="1531191" y="1970417"/>
                </a:cubicBezTo>
                <a:lnTo>
                  <a:pt x="1526658" y="1962535"/>
                </a:lnTo>
                <a:cubicBezTo>
                  <a:pt x="1526526" y="1962272"/>
                  <a:pt x="1526658" y="1961681"/>
                  <a:pt x="1526658" y="1961681"/>
                </a:cubicBezTo>
                <a:lnTo>
                  <a:pt x="1531191" y="1953799"/>
                </a:lnTo>
                <a:cubicBezTo>
                  <a:pt x="1531388" y="1953537"/>
                  <a:pt x="1531980" y="1953340"/>
                  <a:pt x="1531980" y="1953340"/>
                </a:cubicBezTo>
                <a:close/>
                <a:moveTo>
                  <a:pt x="1277458" y="1953340"/>
                </a:moveTo>
                <a:lnTo>
                  <a:pt x="1286522" y="1953340"/>
                </a:lnTo>
                <a:cubicBezTo>
                  <a:pt x="1286851" y="1953340"/>
                  <a:pt x="1287310" y="1953799"/>
                  <a:pt x="1287310" y="1953799"/>
                </a:cubicBezTo>
                <a:lnTo>
                  <a:pt x="1291842" y="1961681"/>
                </a:lnTo>
                <a:cubicBezTo>
                  <a:pt x="1291974" y="1961943"/>
                  <a:pt x="1291842" y="1962535"/>
                  <a:pt x="1291842" y="1962535"/>
                </a:cubicBezTo>
                <a:lnTo>
                  <a:pt x="1287310" y="1970417"/>
                </a:lnTo>
                <a:cubicBezTo>
                  <a:pt x="1287112" y="1970680"/>
                  <a:pt x="1286522" y="1970877"/>
                  <a:pt x="1286522" y="1970877"/>
                </a:cubicBezTo>
                <a:lnTo>
                  <a:pt x="1277458" y="1970877"/>
                </a:lnTo>
                <a:cubicBezTo>
                  <a:pt x="1277130" y="1970877"/>
                  <a:pt x="1276668" y="1970417"/>
                  <a:pt x="1276668" y="1970417"/>
                </a:cubicBezTo>
                <a:lnTo>
                  <a:pt x="1272138" y="1962535"/>
                </a:lnTo>
                <a:cubicBezTo>
                  <a:pt x="1272006" y="1962272"/>
                  <a:pt x="1272138" y="1961681"/>
                  <a:pt x="1272138" y="1961681"/>
                </a:cubicBezTo>
                <a:lnTo>
                  <a:pt x="1276668" y="1953799"/>
                </a:lnTo>
                <a:cubicBezTo>
                  <a:pt x="1276868" y="1953537"/>
                  <a:pt x="1277458" y="1953340"/>
                  <a:pt x="1277458" y="1953340"/>
                </a:cubicBezTo>
                <a:close/>
                <a:moveTo>
                  <a:pt x="1023028" y="1953340"/>
                </a:moveTo>
                <a:lnTo>
                  <a:pt x="1032091" y="1953340"/>
                </a:lnTo>
                <a:cubicBezTo>
                  <a:pt x="1032420" y="1953340"/>
                  <a:pt x="1032879" y="1953799"/>
                  <a:pt x="1032879" y="1953799"/>
                </a:cubicBezTo>
                <a:lnTo>
                  <a:pt x="1037411" y="1961681"/>
                </a:lnTo>
                <a:cubicBezTo>
                  <a:pt x="1037542" y="1961943"/>
                  <a:pt x="1037411" y="1962535"/>
                  <a:pt x="1037411" y="1962535"/>
                </a:cubicBezTo>
                <a:lnTo>
                  <a:pt x="1032879" y="1970417"/>
                </a:lnTo>
                <a:cubicBezTo>
                  <a:pt x="1032682" y="1970680"/>
                  <a:pt x="1032091" y="1970877"/>
                  <a:pt x="1032091" y="1970877"/>
                </a:cubicBezTo>
                <a:lnTo>
                  <a:pt x="1023028" y="1970877"/>
                </a:lnTo>
                <a:cubicBezTo>
                  <a:pt x="1022698" y="1970877"/>
                  <a:pt x="1022239" y="1970417"/>
                  <a:pt x="1022239" y="1970417"/>
                </a:cubicBezTo>
                <a:lnTo>
                  <a:pt x="1017707" y="1962535"/>
                </a:lnTo>
                <a:cubicBezTo>
                  <a:pt x="1017574" y="1962272"/>
                  <a:pt x="1017707" y="1961681"/>
                  <a:pt x="1017707" y="1961681"/>
                </a:cubicBezTo>
                <a:lnTo>
                  <a:pt x="1022239" y="1953799"/>
                </a:lnTo>
                <a:cubicBezTo>
                  <a:pt x="1022436" y="1953537"/>
                  <a:pt x="1023028" y="1953340"/>
                  <a:pt x="1023028" y="1953340"/>
                </a:cubicBezTo>
                <a:close/>
                <a:moveTo>
                  <a:pt x="768711" y="1953340"/>
                </a:moveTo>
                <a:lnTo>
                  <a:pt x="777774" y="1953340"/>
                </a:lnTo>
                <a:cubicBezTo>
                  <a:pt x="778102" y="1953340"/>
                  <a:pt x="778562" y="1953799"/>
                  <a:pt x="778562" y="1953799"/>
                </a:cubicBezTo>
                <a:lnTo>
                  <a:pt x="783093" y="1961681"/>
                </a:lnTo>
                <a:cubicBezTo>
                  <a:pt x="783224" y="1961943"/>
                  <a:pt x="783093" y="1962535"/>
                  <a:pt x="783093" y="1962535"/>
                </a:cubicBezTo>
                <a:lnTo>
                  <a:pt x="778562" y="1970417"/>
                </a:lnTo>
                <a:cubicBezTo>
                  <a:pt x="778365" y="1970680"/>
                  <a:pt x="777774" y="1970877"/>
                  <a:pt x="777774" y="1970877"/>
                </a:cubicBezTo>
                <a:lnTo>
                  <a:pt x="768711" y="1970877"/>
                </a:lnTo>
                <a:cubicBezTo>
                  <a:pt x="768382" y="1970877"/>
                  <a:pt x="767922" y="1970417"/>
                  <a:pt x="767922" y="1970417"/>
                </a:cubicBezTo>
                <a:lnTo>
                  <a:pt x="763390" y="1962535"/>
                </a:lnTo>
                <a:cubicBezTo>
                  <a:pt x="763258" y="1962272"/>
                  <a:pt x="763390" y="1961681"/>
                  <a:pt x="763390" y="1961681"/>
                </a:cubicBezTo>
                <a:lnTo>
                  <a:pt x="767922" y="1953799"/>
                </a:lnTo>
                <a:cubicBezTo>
                  <a:pt x="768119" y="1953537"/>
                  <a:pt x="768711" y="1953340"/>
                  <a:pt x="768711" y="1953340"/>
                </a:cubicBezTo>
                <a:close/>
                <a:moveTo>
                  <a:pt x="514236" y="1953340"/>
                </a:moveTo>
                <a:lnTo>
                  <a:pt x="523298" y="1953340"/>
                </a:lnTo>
                <a:cubicBezTo>
                  <a:pt x="523626" y="1953340"/>
                  <a:pt x="524086" y="1953799"/>
                  <a:pt x="524086" y="1953799"/>
                </a:cubicBezTo>
                <a:lnTo>
                  <a:pt x="528619" y="1961681"/>
                </a:lnTo>
                <a:cubicBezTo>
                  <a:pt x="528750" y="1961943"/>
                  <a:pt x="528619" y="1962535"/>
                  <a:pt x="528619" y="1962535"/>
                </a:cubicBezTo>
                <a:lnTo>
                  <a:pt x="524086" y="1970417"/>
                </a:lnTo>
                <a:cubicBezTo>
                  <a:pt x="523889" y="1970680"/>
                  <a:pt x="523298" y="1970877"/>
                  <a:pt x="523298" y="1970877"/>
                </a:cubicBezTo>
                <a:lnTo>
                  <a:pt x="514236" y="1970877"/>
                </a:lnTo>
                <a:cubicBezTo>
                  <a:pt x="513906" y="1970877"/>
                  <a:pt x="513447" y="1970417"/>
                  <a:pt x="513447" y="1970417"/>
                </a:cubicBezTo>
                <a:lnTo>
                  <a:pt x="508915" y="1962535"/>
                </a:lnTo>
                <a:cubicBezTo>
                  <a:pt x="508783" y="1962272"/>
                  <a:pt x="508915" y="1961681"/>
                  <a:pt x="508915" y="1961681"/>
                </a:cubicBezTo>
                <a:lnTo>
                  <a:pt x="513447" y="1953799"/>
                </a:lnTo>
                <a:cubicBezTo>
                  <a:pt x="513644" y="1953537"/>
                  <a:pt x="514236" y="1953340"/>
                  <a:pt x="514236" y="1953340"/>
                </a:cubicBezTo>
                <a:close/>
                <a:moveTo>
                  <a:pt x="259956" y="1953340"/>
                </a:moveTo>
                <a:lnTo>
                  <a:pt x="269018" y="1953340"/>
                </a:lnTo>
                <a:cubicBezTo>
                  <a:pt x="269347" y="1953340"/>
                  <a:pt x="269806" y="1953799"/>
                  <a:pt x="269806" y="1953799"/>
                </a:cubicBezTo>
                <a:lnTo>
                  <a:pt x="274338" y="1961681"/>
                </a:lnTo>
                <a:cubicBezTo>
                  <a:pt x="274471" y="1961943"/>
                  <a:pt x="274338" y="1962535"/>
                  <a:pt x="274338" y="1962535"/>
                </a:cubicBezTo>
                <a:lnTo>
                  <a:pt x="269806" y="1970417"/>
                </a:lnTo>
                <a:cubicBezTo>
                  <a:pt x="269609" y="1970680"/>
                  <a:pt x="269018" y="1970877"/>
                  <a:pt x="269018" y="1970877"/>
                </a:cubicBezTo>
                <a:lnTo>
                  <a:pt x="259956" y="1970877"/>
                </a:lnTo>
                <a:cubicBezTo>
                  <a:pt x="259626" y="1970877"/>
                  <a:pt x="259166" y="1970417"/>
                  <a:pt x="259166" y="1970417"/>
                </a:cubicBezTo>
                <a:lnTo>
                  <a:pt x="254635" y="1962535"/>
                </a:lnTo>
                <a:cubicBezTo>
                  <a:pt x="254503" y="1962272"/>
                  <a:pt x="254635" y="1961681"/>
                  <a:pt x="254635" y="1961681"/>
                </a:cubicBezTo>
                <a:lnTo>
                  <a:pt x="259166" y="1953799"/>
                </a:lnTo>
                <a:cubicBezTo>
                  <a:pt x="259364" y="1953537"/>
                  <a:pt x="259956" y="1953340"/>
                  <a:pt x="259956" y="1953340"/>
                </a:cubicBezTo>
                <a:close/>
                <a:moveTo>
                  <a:pt x="5542" y="1953340"/>
                </a:moveTo>
                <a:lnTo>
                  <a:pt x="14606" y="1953340"/>
                </a:lnTo>
                <a:cubicBezTo>
                  <a:pt x="14934" y="1953340"/>
                  <a:pt x="15394" y="1953799"/>
                  <a:pt x="15394" y="1953799"/>
                </a:cubicBezTo>
                <a:lnTo>
                  <a:pt x="19926" y="1961681"/>
                </a:lnTo>
                <a:cubicBezTo>
                  <a:pt x="20057" y="1961943"/>
                  <a:pt x="19926" y="1962535"/>
                  <a:pt x="19926" y="1962535"/>
                </a:cubicBezTo>
                <a:lnTo>
                  <a:pt x="15394" y="1970417"/>
                </a:lnTo>
                <a:cubicBezTo>
                  <a:pt x="15197" y="1970680"/>
                  <a:pt x="14606" y="1970877"/>
                  <a:pt x="14606" y="1970877"/>
                </a:cubicBezTo>
                <a:lnTo>
                  <a:pt x="5542" y="1970877"/>
                </a:lnTo>
                <a:cubicBezTo>
                  <a:pt x="5213" y="1970877"/>
                  <a:pt x="4753" y="1970417"/>
                  <a:pt x="4753" y="1970417"/>
                </a:cubicBezTo>
                <a:lnTo>
                  <a:pt x="221" y="1962535"/>
                </a:lnTo>
                <a:cubicBezTo>
                  <a:pt x="90" y="1962272"/>
                  <a:pt x="221" y="1961681"/>
                  <a:pt x="221" y="1961681"/>
                </a:cubicBezTo>
                <a:lnTo>
                  <a:pt x="4753" y="1953799"/>
                </a:lnTo>
                <a:cubicBezTo>
                  <a:pt x="4950" y="1953537"/>
                  <a:pt x="5542" y="1953340"/>
                  <a:pt x="5542" y="1953340"/>
                </a:cubicBezTo>
                <a:close/>
                <a:moveTo>
                  <a:pt x="10181242" y="1736398"/>
                </a:moveTo>
                <a:lnTo>
                  <a:pt x="10190305" y="1736398"/>
                </a:lnTo>
                <a:cubicBezTo>
                  <a:pt x="10190635" y="1736398"/>
                  <a:pt x="10191093" y="1736856"/>
                  <a:pt x="10191093" y="1736856"/>
                </a:cubicBezTo>
                <a:lnTo>
                  <a:pt x="10195626" y="1744739"/>
                </a:lnTo>
                <a:cubicBezTo>
                  <a:pt x="10195758" y="1745000"/>
                  <a:pt x="10195626" y="1745593"/>
                  <a:pt x="10195626" y="1745593"/>
                </a:cubicBezTo>
                <a:lnTo>
                  <a:pt x="10191093" y="1753475"/>
                </a:lnTo>
                <a:cubicBezTo>
                  <a:pt x="10190896" y="1753737"/>
                  <a:pt x="10190305" y="1753934"/>
                  <a:pt x="10190305" y="1753934"/>
                </a:cubicBezTo>
                <a:lnTo>
                  <a:pt x="10181242" y="1753934"/>
                </a:lnTo>
                <a:cubicBezTo>
                  <a:pt x="10180914" y="1753934"/>
                  <a:pt x="10180453" y="1753475"/>
                  <a:pt x="10180453" y="1753475"/>
                </a:cubicBezTo>
                <a:lnTo>
                  <a:pt x="10175922" y="1745593"/>
                </a:lnTo>
                <a:cubicBezTo>
                  <a:pt x="10175790" y="1745330"/>
                  <a:pt x="10175922" y="1744739"/>
                  <a:pt x="10175922" y="1744739"/>
                </a:cubicBezTo>
                <a:lnTo>
                  <a:pt x="10180453" y="1736856"/>
                </a:lnTo>
                <a:cubicBezTo>
                  <a:pt x="10180650" y="1736594"/>
                  <a:pt x="10181242" y="1736398"/>
                  <a:pt x="10181242" y="1736398"/>
                </a:cubicBezTo>
                <a:close/>
                <a:moveTo>
                  <a:pt x="2040784" y="1736397"/>
                </a:moveTo>
                <a:lnTo>
                  <a:pt x="2049847" y="1736397"/>
                </a:lnTo>
                <a:cubicBezTo>
                  <a:pt x="2050178" y="1736397"/>
                  <a:pt x="2050636" y="1736856"/>
                  <a:pt x="2050636" y="1736856"/>
                </a:cubicBezTo>
                <a:lnTo>
                  <a:pt x="2055168" y="1744738"/>
                </a:lnTo>
                <a:cubicBezTo>
                  <a:pt x="2055300" y="1745000"/>
                  <a:pt x="2055168" y="1745591"/>
                  <a:pt x="2055168" y="1745591"/>
                </a:cubicBezTo>
                <a:lnTo>
                  <a:pt x="2050636" y="1753474"/>
                </a:lnTo>
                <a:cubicBezTo>
                  <a:pt x="2050438" y="1753737"/>
                  <a:pt x="2049847" y="1753934"/>
                  <a:pt x="2049847" y="1753934"/>
                </a:cubicBezTo>
                <a:lnTo>
                  <a:pt x="2040784" y="1753934"/>
                </a:lnTo>
                <a:cubicBezTo>
                  <a:pt x="2040453" y="1753934"/>
                  <a:pt x="2039994" y="1753474"/>
                  <a:pt x="2039994" y="1753474"/>
                </a:cubicBezTo>
                <a:lnTo>
                  <a:pt x="2035461" y="1745591"/>
                </a:lnTo>
                <a:cubicBezTo>
                  <a:pt x="2035330" y="1745329"/>
                  <a:pt x="2035461" y="1744738"/>
                  <a:pt x="2035461" y="1744738"/>
                </a:cubicBezTo>
                <a:lnTo>
                  <a:pt x="2039994" y="1736856"/>
                </a:lnTo>
                <a:cubicBezTo>
                  <a:pt x="2040191" y="1736593"/>
                  <a:pt x="2040784" y="1736397"/>
                  <a:pt x="2040784" y="1736397"/>
                </a:cubicBezTo>
                <a:close/>
                <a:moveTo>
                  <a:pt x="4584538" y="1736392"/>
                </a:moveTo>
                <a:lnTo>
                  <a:pt x="4593603" y="1736392"/>
                </a:lnTo>
                <a:cubicBezTo>
                  <a:pt x="4593932" y="1736392"/>
                  <a:pt x="4594390" y="1736852"/>
                  <a:pt x="4594390" y="1736852"/>
                </a:cubicBezTo>
                <a:lnTo>
                  <a:pt x="4598922" y="1744733"/>
                </a:lnTo>
                <a:cubicBezTo>
                  <a:pt x="4599054" y="1744997"/>
                  <a:pt x="4598922" y="1745588"/>
                  <a:pt x="4598922" y="1745588"/>
                </a:cubicBezTo>
                <a:lnTo>
                  <a:pt x="4594390" y="1753471"/>
                </a:lnTo>
                <a:cubicBezTo>
                  <a:pt x="4594193" y="1753732"/>
                  <a:pt x="4593603" y="1753928"/>
                  <a:pt x="4593603" y="1753928"/>
                </a:cubicBezTo>
                <a:lnTo>
                  <a:pt x="4584538" y="1753928"/>
                </a:lnTo>
                <a:cubicBezTo>
                  <a:pt x="4584210" y="1753928"/>
                  <a:pt x="4583749" y="1753471"/>
                  <a:pt x="4583749" y="1753471"/>
                </a:cubicBezTo>
                <a:lnTo>
                  <a:pt x="4579218" y="1745588"/>
                </a:lnTo>
                <a:cubicBezTo>
                  <a:pt x="4579087" y="1745325"/>
                  <a:pt x="4579218" y="1744733"/>
                  <a:pt x="4579218" y="1744733"/>
                </a:cubicBezTo>
                <a:lnTo>
                  <a:pt x="4583749" y="1736852"/>
                </a:lnTo>
                <a:cubicBezTo>
                  <a:pt x="4583948" y="1736589"/>
                  <a:pt x="4584538" y="1736392"/>
                  <a:pt x="4584538" y="1736392"/>
                </a:cubicBezTo>
                <a:close/>
                <a:moveTo>
                  <a:pt x="3821624" y="1736390"/>
                </a:moveTo>
                <a:lnTo>
                  <a:pt x="3830689" y="1736390"/>
                </a:lnTo>
                <a:cubicBezTo>
                  <a:pt x="3831016" y="1736390"/>
                  <a:pt x="3831475" y="1736851"/>
                  <a:pt x="3831475" y="1736851"/>
                </a:cubicBezTo>
                <a:lnTo>
                  <a:pt x="3836011" y="1744732"/>
                </a:lnTo>
                <a:cubicBezTo>
                  <a:pt x="3836142" y="1744995"/>
                  <a:pt x="3836011" y="1745586"/>
                  <a:pt x="3836011" y="1745586"/>
                </a:cubicBezTo>
                <a:lnTo>
                  <a:pt x="3831475" y="1753470"/>
                </a:lnTo>
                <a:cubicBezTo>
                  <a:pt x="3831279" y="1753730"/>
                  <a:pt x="3830689" y="1753928"/>
                  <a:pt x="3830689" y="1753928"/>
                </a:cubicBezTo>
                <a:lnTo>
                  <a:pt x="3821624" y="1753928"/>
                </a:lnTo>
                <a:cubicBezTo>
                  <a:pt x="3821294" y="1753928"/>
                  <a:pt x="3820835" y="1753470"/>
                  <a:pt x="3820835" y="1753470"/>
                </a:cubicBezTo>
                <a:lnTo>
                  <a:pt x="3816303" y="1745586"/>
                </a:lnTo>
                <a:cubicBezTo>
                  <a:pt x="3816170" y="1745323"/>
                  <a:pt x="3816303" y="1744732"/>
                  <a:pt x="3816303" y="1744732"/>
                </a:cubicBezTo>
                <a:lnTo>
                  <a:pt x="3820835" y="1736851"/>
                </a:lnTo>
                <a:cubicBezTo>
                  <a:pt x="3821032" y="1736588"/>
                  <a:pt x="3821624" y="1736390"/>
                  <a:pt x="3821624" y="1736390"/>
                </a:cubicBezTo>
                <a:close/>
                <a:moveTo>
                  <a:pt x="8909274" y="1736382"/>
                </a:moveTo>
                <a:lnTo>
                  <a:pt x="8918336" y="1736382"/>
                </a:lnTo>
                <a:cubicBezTo>
                  <a:pt x="8918666" y="1736382"/>
                  <a:pt x="8919125" y="1736842"/>
                  <a:pt x="8919125" y="1736842"/>
                </a:cubicBezTo>
                <a:lnTo>
                  <a:pt x="8923657" y="1744722"/>
                </a:lnTo>
                <a:cubicBezTo>
                  <a:pt x="8923789" y="1744986"/>
                  <a:pt x="8923657" y="1745577"/>
                  <a:pt x="8923657" y="1745577"/>
                </a:cubicBezTo>
                <a:lnTo>
                  <a:pt x="8919125" y="1753460"/>
                </a:lnTo>
                <a:cubicBezTo>
                  <a:pt x="8918928" y="1753721"/>
                  <a:pt x="8918336" y="1753918"/>
                  <a:pt x="8918336" y="1753918"/>
                </a:cubicBezTo>
                <a:lnTo>
                  <a:pt x="8909274" y="1753918"/>
                </a:lnTo>
                <a:cubicBezTo>
                  <a:pt x="8908945" y="1753918"/>
                  <a:pt x="8908484" y="1753460"/>
                  <a:pt x="8908484" y="1753460"/>
                </a:cubicBezTo>
                <a:lnTo>
                  <a:pt x="8903953" y="1745577"/>
                </a:lnTo>
                <a:cubicBezTo>
                  <a:pt x="8903821" y="1745316"/>
                  <a:pt x="8903953" y="1744722"/>
                  <a:pt x="8903953" y="1744722"/>
                </a:cubicBezTo>
                <a:lnTo>
                  <a:pt x="8908484" y="1736842"/>
                </a:lnTo>
                <a:cubicBezTo>
                  <a:pt x="8908681" y="1736578"/>
                  <a:pt x="8909274" y="1736382"/>
                  <a:pt x="8909274" y="1736382"/>
                </a:cubicBezTo>
                <a:close/>
                <a:moveTo>
                  <a:pt x="6619714" y="1736382"/>
                </a:moveTo>
                <a:lnTo>
                  <a:pt x="6628778" y="1736382"/>
                </a:lnTo>
                <a:cubicBezTo>
                  <a:pt x="6629107" y="1736382"/>
                  <a:pt x="6629566" y="1736843"/>
                  <a:pt x="6629566" y="1736843"/>
                </a:cubicBezTo>
                <a:lnTo>
                  <a:pt x="6634099" y="1744725"/>
                </a:lnTo>
                <a:cubicBezTo>
                  <a:pt x="6634230" y="1744987"/>
                  <a:pt x="6634099" y="1745578"/>
                  <a:pt x="6634099" y="1745578"/>
                </a:cubicBezTo>
                <a:lnTo>
                  <a:pt x="6629566" y="1753461"/>
                </a:lnTo>
                <a:cubicBezTo>
                  <a:pt x="6629369" y="1753723"/>
                  <a:pt x="6628778" y="1753919"/>
                  <a:pt x="6628778" y="1753919"/>
                </a:cubicBezTo>
                <a:lnTo>
                  <a:pt x="6619714" y="1753919"/>
                </a:lnTo>
                <a:cubicBezTo>
                  <a:pt x="6619387" y="1753919"/>
                  <a:pt x="6618926" y="1753461"/>
                  <a:pt x="6618926" y="1753461"/>
                </a:cubicBezTo>
                <a:lnTo>
                  <a:pt x="6614394" y="1745578"/>
                </a:lnTo>
                <a:cubicBezTo>
                  <a:pt x="6614263" y="1745316"/>
                  <a:pt x="6614394" y="1744725"/>
                  <a:pt x="6614394" y="1744725"/>
                </a:cubicBezTo>
                <a:lnTo>
                  <a:pt x="6618926" y="1736843"/>
                </a:lnTo>
                <a:cubicBezTo>
                  <a:pt x="6619123" y="1736580"/>
                  <a:pt x="6619714" y="1736382"/>
                  <a:pt x="6619714" y="1736382"/>
                </a:cubicBezTo>
                <a:close/>
                <a:moveTo>
                  <a:pt x="2295149" y="1736377"/>
                </a:moveTo>
                <a:lnTo>
                  <a:pt x="2304214" y="1736377"/>
                </a:lnTo>
                <a:cubicBezTo>
                  <a:pt x="2304543" y="1736377"/>
                  <a:pt x="2305003" y="1736837"/>
                  <a:pt x="2305003" y="1736837"/>
                </a:cubicBezTo>
                <a:lnTo>
                  <a:pt x="2309535" y="1744719"/>
                </a:lnTo>
                <a:cubicBezTo>
                  <a:pt x="2309666" y="1744982"/>
                  <a:pt x="2309535" y="1745573"/>
                  <a:pt x="2309535" y="1745573"/>
                </a:cubicBezTo>
                <a:lnTo>
                  <a:pt x="2305003" y="1753455"/>
                </a:lnTo>
                <a:cubicBezTo>
                  <a:pt x="2304806" y="1753718"/>
                  <a:pt x="2304214" y="1753914"/>
                  <a:pt x="2304214" y="1753914"/>
                </a:cubicBezTo>
                <a:lnTo>
                  <a:pt x="2295149" y="1753914"/>
                </a:lnTo>
                <a:cubicBezTo>
                  <a:pt x="2294821" y="1753914"/>
                  <a:pt x="2294362" y="1753455"/>
                  <a:pt x="2294362" y="1753455"/>
                </a:cubicBezTo>
                <a:lnTo>
                  <a:pt x="2289829" y="1745573"/>
                </a:lnTo>
                <a:cubicBezTo>
                  <a:pt x="2289699" y="1745310"/>
                  <a:pt x="2289829" y="1744719"/>
                  <a:pt x="2289829" y="1744719"/>
                </a:cubicBezTo>
                <a:lnTo>
                  <a:pt x="2294362" y="1736837"/>
                </a:lnTo>
                <a:cubicBezTo>
                  <a:pt x="2294559" y="1736575"/>
                  <a:pt x="2295149" y="1736377"/>
                  <a:pt x="2295149" y="1736377"/>
                </a:cubicBezTo>
                <a:close/>
                <a:moveTo>
                  <a:pt x="259995" y="1736377"/>
                </a:moveTo>
                <a:lnTo>
                  <a:pt x="269059" y="1736377"/>
                </a:lnTo>
                <a:cubicBezTo>
                  <a:pt x="269387" y="1736377"/>
                  <a:pt x="269847" y="1736837"/>
                  <a:pt x="269847" y="1736837"/>
                </a:cubicBezTo>
                <a:lnTo>
                  <a:pt x="274379" y="1744717"/>
                </a:lnTo>
                <a:cubicBezTo>
                  <a:pt x="274510" y="1744981"/>
                  <a:pt x="274379" y="1745572"/>
                  <a:pt x="274379" y="1745572"/>
                </a:cubicBezTo>
                <a:lnTo>
                  <a:pt x="269847" y="1753454"/>
                </a:lnTo>
                <a:cubicBezTo>
                  <a:pt x="269650" y="1753717"/>
                  <a:pt x="269059" y="1753914"/>
                  <a:pt x="269059" y="1753914"/>
                </a:cubicBezTo>
                <a:lnTo>
                  <a:pt x="259995" y="1753914"/>
                </a:lnTo>
                <a:cubicBezTo>
                  <a:pt x="259666" y="1753914"/>
                  <a:pt x="259206" y="1753454"/>
                  <a:pt x="259206" y="1753454"/>
                </a:cubicBezTo>
                <a:lnTo>
                  <a:pt x="254675" y="1745572"/>
                </a:lnTo>
                <a:cubicBezTo>
                  <a:pt x="254544" y="1745309"/>
                  <a:pt x="254675" y="1744717"/>
                  <a:pt x="254675" y="1744717"/>
                </a:cubicBezTo>
                <a:lnTo>
                  <a:pt x="259206" y="1736837"/>
                </a:lnTo>
                <a:cubicBezTo>
                  <a:pt x="259403" y="1736573"/>
                  <a:pt x="259995" y="1736377"/>
                  <a:pt x="259995" y="1736377"/>
                </a:cubicBezTo>
                <a:close/>
                <a:moveTo>
                  <a:pt x="5856508" y="1736371"/>
                </a:moveTo>
                <a:lnTo>
                  <a:pt x="5865571" y="1736371"/>
                </a:lnTo>
                <a:cubicBezTo>
                  <a:pt x="5865900" y="1736371"/>
                  <a:pt x="5866359" y="1736830"/>
                  <a:pt x="5866359" y="1736830"/>
                </a:cubicBezTo>
                <a:lnTo>
                  <a:pt x="5870891" y="1744713"/>
                </a:lnTo>
                <a:cubicBezTo>
                  <a:pt x="5871023" y="1744974"/>
                  <a:pt x="5870891" y="1745566"/>
                  <a:pt x="5870891" y="1745566"/>
                </a:cubicBezTo>
                <a:lnTo>
                  <a:pt x="5866359" y="1753450"/>
                </a:lnTo>
                <a:cubicBezTo>
                  <a:pt x="5866163" y="1753710"/>
                  <a:pt x="5865571" y="1753908"/>
                  <a:pt x="5865571" y="1753908"/>
                </a:cubicBezTo>
                <a:lnTo>
                  <a:pt x="5856508" y="1753908"/>
                </a:lnTo>
                <a:cubicBezTo>
                  <a:pt x="5856178" y="1753908"/>
                  <a:pt x="5855720" y="1753450"/>
                  <a:pt x="5855720" y="1753450"/>
                </a:cubicBezTo>
                <a:lnTo>
                  <a:pt x="5851187" y="1745566"/>
                </a:lnTo>
                <a:cubicBezTo>
                  <a:pt x="5851055" y="1745304"/>
                  <a:pt x="5851187" y="1744713"/>
                  <a:pt x="5851187" y="1744713"/>
                </a:cubicBezTo>
                <a:lnTo>
                  <a:pt x="5855720" y="1736830"/>
                </a:lnTo>
                <a:cubicBezTo>
                  <a:pt x="5855916" y="1736567"/>
                  <a:pt x="5856508" y="1736371"/>
                  <a:pt x="5856508" y="1736371"/>
                </a:cubicBezTo>
                <a:close/>
                <a:moveTo>
                  <a:pt x="5596" y="1736364"/>
                </a:moveTo>
                <a:lnTo>
                  <a:pt x="14659" y="1736364"/>
                </a:lnTo>
                <a:cubicBezTo>
                  <a:pt x="14988" y="1736364"/>
                  <a:pt x="15448" y="1736823"/>
                  <a:pt x="15448" y="1736823"/>
                </a:cubicBezTo>
                <a:lnTo>
                  <a:pt x="19979" y="1744706"/>
                </a:lnTo>
                <a:cubicBezTo>
                  <a:pt x="20111" y="1744968"/>
                  <a:pt x="19979" y="1745559"/>
                  <a:pt x="19979" y="1745559"/>
                </a:cubicBezTo>
                <a:lnTo>
                  <a:pt x="15448" y="1753441"/>
                </a:lnTo>
                <a:cubicBezTo>
                  <a:pt x="15251" y="1753703"/>
                  <a:pt x="14659" y="1753901"/>
                  <a:pt x="14659" y="1753901"/>
                </a:cubicBezTo>
                <a:lnTo>
                  <a:pt x="5596" y="1753901"/>
                </a:lnTo>
                <a:cubicBezTo>
                  <a:pt x="5266" y="1753901"/>
                  <a:pt x="4807" y="1753441"/>
                  <a:pt x="4807" y="1753441"/>
                </a:cubicBezTo>
                <a:lnTo>
                  <a:pt x="275" y="1745559"/>
                </a:lnTo>
                <a:cubicBezTo>
                  <a:pt x="143" y="1745296"/>
                  <a:pt x="275" y="1744706"/>
                  <a:pt x="275" y="1744706"/>
                </a:cubicBezTo>
                <a:lnTo>
                  <a:pt x="4807" y="1736823"/>
                </a:lnTo>
                <a:cubicBezTo>
                  <a:pt x="5004" y="1736561"/>
                  <a:pt x="5596" y="1736364"/>
                  <a:pt x="5596" y="1736364"/>
                </a:cubicBezTo>
                <a:close/>
                <a:moveTo>
                  <a:pt x="6110888" y="1736362"/>
                </a:moveTo>
                <a:lnTo>
                  <a:pt x="6119953" y="1736362"/>
                </a:lnTo>
                <a:cubicBezTo>
                  <a:pt x="6120280" y="1736362"/>
                  <a:pt x="6120740" y="1736822"/>
                  <a:pt x="6120740" y="1736822"/>
                </a:cubicBezTo>
                <a:lnTo>
                  <a:pt x="6125272" y="1744703"/>
                </a:lnTo>
                <a:cubicBezTo>
                  <a:pt x="6125403" y="1744966"/>
                  <a:pt x="6125272" y="1745558"/>
                  <a:pt x="6125272" y="1745558"/>
                </a:cubicBezTo>
                <a:lnTo>
                  <a:pt x="6120740" y="1753440"/>
                </a:lnTo>
                <a:cubicBezTo>
                  <a:pt x="6120543" y="1753702"/>
                  <a:pt x="6119953" y="1753898"/>
                  <a:pt x="6119953" y="1753898"/>
                </a:cubicBezTo>
                <a:lnTo>
                  <a:pt x="6110888" y="1753898"/>
                </a:lnTo>
                <a:cubicBezTo>
                  <a:pt x="6110560" y="1753898"/>
                  <a:pt x="6110101" y="1753440"/>
                  <a:pt x="6110101" y="1753440"/>
                </a:cubicBezTo>
                <a:lnTo>
                  <a:pt x="6105567" y="1745558"/>
                </a:lnTo>
                <a:cubicBezTo>
                  <a:pt x="6105436" y="1745295"/>
                  <a:pt x="6105567" y="1744703"/>
                  <a:pt x="6105567" y="1744703"/>
                </a:cubicBezTo>
                <a:lnTo>
                  <a:pt x="6110101" y="1736822"/>
                </a:lnTo>
                <a:cubicBezTo>
                  <a:pt x="6110296" y="1736558"/>
                  <a:pt x="6110888" y="1736362"/>
                  <a:pt x="6110888" y="1736362"/>
                </a:cubicBezTo>
                <a:close/>
                <a:moveTo>
                  <a:pt x="4075937" y="1736357"/>
                </a:moveTo>
                <a:lnTo>
                  <a:pt x="4085001" y="1736357"/>
                </a:lnTo>
                <a:cubicBezTo>
                  <a:pt x="4085330" y="1736357"/>
                  <a:pt x="4085791" y="1736816"/>
                  <a:pt x="4085791" y="1736816"/>
                </a:cubicBezTo>
                <a:lnTo>
                  <a:pt x="4090321" y="1744698"/>
                </a:lnTo>
                <a:cubicBezTo>
                  <a:pt x="4090454" y="1744960"/>
                  <a:pt x="4090321" y="1745553"/>
                  <a:pt x="4090321" y="1745553"/>
                </a:cubicBezTo>
                <a:lnTo>
                  <a:pt x="4085791" y="1753435"/>
                </a:lnTo>
                <a:cubicBezTo>
                  <a:pt x="4085594" y="1753697"/>
                  <a:pt x="4085001" y="1753893"/>
                  <a:pt x="4085001" y="1753893"/>
                </a:cubicBezTo>
                <a:lnTo>
                  <a:pt x="4075937" y="1753893"/>
                </a:lnTo>
                <a:cubicBezTo>
                  <a:pt x="4075609" y="1753893"/>
                  <a:pt x="4075151" y="1753435"/>
                  <a:pt x="4075151" y="1753435"/>
                </a:cubicBezTo>
                <a:lnTo>
                  <a:pt x="4070616" y="1745553"/>
                </a:lnTo>
                <a:cubicBezTo>
                  <a:pt x="4070486" y="1745289"/>
                  <a:pt x="4070616" y="1744698"/>
                  <a:pt x="4070616" y="1744698"/>
                </a:cubicBezTo>
                <a:lnTo>
                  <a:pt x="4075151" y="1736816"/>
                </a:lnTo>
                <a:cubicBezTo>
                  <a:pt x="4075346" y="1736554"/>
                  <a:pt x="4075937" y="1736357"/>
                  <a:pt x="4075937" y="1736357"/>
                </a:cubicBezTo>
                <a:close/>
                <a:moveTo>
                  <a:pt x="8654892" y="1736352"/>
                </a:moveTo>
                <a:lnTo>
                  <a:pt x="8663955" y="1736352"/>
                </a:lnTo>
                <a:cubicBezTo>
                  <a:pt x="8664285" y="1736352"/>
                  <a:pt x="8664744" y="1736813"/>
                  <a:pt x="8664744" y="1736813"/>
                </a:cubicBezTo>
                <a:lnTo>
                  <a:pt x="8669277" y="1744693"/>
                </a:lnTo>
                <a:cubicBezTo>
                  <a:pt x="8669408" y="1744957"/>
                  <a:pt x="8669277" y="1745547"/>
                  <a:pt x="8669277" y="1745547"/>
                </a:cubicBezTo>
                <a:lnTo>
                  <a:pt x="8664744" y="1753430"/>
                </a:lnTo>
                <a:cubicBezTo>
                  <a:pt x="8664548" y="1753692"/>
                  <a:pt x="8663955" y="1753888"/>
                  <a:pt x="8663955" y="1753888"/>
                </a:cubicBezTo>
                <a:lnTo>
                  <a:pt x="8654892" y="1753888"/>
                </a:lnTo>
                <a:cubicBezTo>
                  <a:pt x="8654565" y="1753888"/>
                  <a:pt x="8654104" y="1753430"/>
                  <a:pt x="8654104" y="1753430"/>
                </a:cubicBezTo>
                <a:lnTo>
                  <a:pt x="8649572" y="1745547"/>
                </a:lnTo>
                <a:cubicBezTo>
                  <a:pt x="8649441" y="1745284"/>
                  <a:pt x="8649572" y="1744693"/>
                  <a:pt x="8649572" y="1744693"/>
                </a:cubicBezTo>
                <a:lnTo>
                  <a:pt x="8654104" y="1736813"/>
                </a:lnTo>
                <a:cubicBezTo>
                  <a:pt x="8654301" y="1736549"/>
                  <a:pt x="8654892" y="1736352"/>
                  <a:pt x="8654892" y="1736352"/>
                </a:cubicBezTo>
                <a:close/>
                <a:moveTo>
                  <a:pt x="768704" y="1736351"/>
                </a:moveTo>
                <a:lnTo>
                  <a:pt x="777768" y="1736351"/>
                </a:lnTo>
                <a:cubicBezTo>
                  <a:pt x="778096" y="1736351"/>
                  <a:pt x="778557" y="1736809"/>
                  <a:pt x="778557" y="1736809"/>
                </a:cubicBezTo>
                <a:lnTo>
                  <a:pt x="783088" y="1744692"/>
                </a:lnTo>
                <a:cubicBezTo>
                  <a:pt x="783220" y="1744954"/>
                  <a:pt x="783088" y="1745546"/>
                  <a:pt x="783088" y="1745546"/>
                </a:cubicBezTo>
                <a:lnTo>
                  <a:pt x="778557" y="1753429"/>
                </a:lnTo>
                <a:cubicBezTo>
                  <a:pt x="778359" y="1753690"/>
                  <a:pt x="777768" y="1753887"/>
                  <a:pt x="777768" y="1753887"/>
                </a:cubicBezTo>
                <a:lnTo>
                  <a:pt x="768704" y="1753887"/>
                </a:lnTo>
                <a:cubicBezTo>
                  <a:pt x="768377" y="1753887"/>
                  <a:pt x="767916" y="1753429"/>
                  <a:pt x="767916" y="1753429"/>
                </a:cubicBezTo>
                <a:lnTo>
                  <a:pt x="763383" y="1745546"/>
                </a:lnTo>
                <a:cubicBezTo>
                  <a:pt x="763251" y="1745283"/>
                  <a:pt x="763383" y="1744692"/>
                  <a:pt x="763383" y="1744692"/>
                </a:cubicBezTo>
                <a:lnTo>
                  <a:pt x="767916" y="1736809"/>
                </a:lnTo>
                <a:cubicBezTo>
                  <a:pt x="768113" y="1736548"/>
                  <a:pt x="768704" y="1736351"/>
                  <a:pt x="768704" y="1736351"/>
                </a:cubicBezTo>
                <a:close/>
                <a:moveTo>
                  <a:pt x="1023151" y="1736350"/>
                </a:moveTo>
                <a:lnTo>
                  <a:pt x="1032214" y="1736350"/>
                </a:lnTo>
                <a:cubicBezTo>
                  <a:pt x="1032543" y="1736350"/>
                  <a:pt x="1033003" y="1736809"/>
                  <a:pt x="1033003" y="1736809"/>
                </a:cubicBezTo>
                <a:lnTo>
                  <a:pt x="1037535" y="1744692"/>
                </a:lnTo>
                <a:cubicBezTo>
                  <a:pt x="1037666" y="1744953"/>
                  <a:pt x="1037535" y="1745544"/>
                  <a:pt x="1037535" y="1745544"/>
                </a:cubicBezTo>
                <a:lnTo>
                  <a:pt x="1033003" y="1753428"/>
                </a:lnTo>
                <a:cubicBezTo>
                  <a:pt x="1032806" y="1753689"/>
                  <a:pt x="1032214" y="1753887"/>
                  <a:pt x="1032214" y="1753887"/>
                </a:cubicBezTo>
                <a:lnTo>
                  <a:pt x="1023151" y="1753887"/>
                </a:lnTo>
                <a:cubicBezTo>
                  <a:pt x="1022822" y="1753887"/>
                  <a:pt x="1022362" y="1753428"/>
                  <a:pt x="1022362" y="1753428"/>
                </a:cubicBezTo>
                <a:lnTo>
                  <a:pt x="1017829" y="1745544"/>
                </a:lnTo>
                <a:cubicBezTo>
                  <a:pt x="1017697" y="1745282"/>
                  <a:pt x="1017829" y="1744692"/>
                  <a:pt x="1017829" y="1744692"/>
                </a:cubicBezTo>
                <a:lnTo>
                  <a:pt x="1022362" y="1736809"/>
                </a:lnTo>
                <a:cubicBezTo>
                  <a:pt x="1022559" y="1736547"/>
                  <a:pt x="1023151" y="1736350"/>
                  <a:pt x="1023151" y="1736350"/>
                </a:cubicBezTo>
                <a:close/>
                <a:moveTo>
                  <a:pt x="10435622" y="1736349"/>
                </a:moveTo>
                <a:lnTo>
                  <a:pt x="10444686" y="1736349"/>
                </a:lnTo>
                <a:cubicBezTo>
                  <a:pt x="10445015" y="1736349"/>
                  <a:pt x="10445474" y="1736808"/>
                  <a:pt x="10445474" y="1736808"/>
                </a:cubicBezTo>
                <a:lnTo>
                  <a:pt x="10450007" y="1744690"/>
                </a:lnTo>
                <a:cubicBezTo>
                  <a:pt x="10450138" y="1744952"/>
                  <a:pt x="10450007" y="1745543"/>
                  <a:pt x="10450007" y="1745543"/>
                </a:cubicBezTo>
                <a:lnTo>
                  <a:pt x="10445474" y="1753426"/>
                </a:lnTo>
                <a:cubicBezTo>
                  <a:pt x="10445278" y="1753687"/>
                  <a:pt x="10444686" y="1753884"/>
                  <a:pt x="10444686" y="1753884"/>
                </a:cubicBezTo>
                <a:lnTo>
                  <a:pt x="10435622" y="1753884"/>
                </a:lnTo>
                <a:cubicBezTo>
                  <a:pt x="10435295" y="1753884"/>
                  <a:pt x="10434834" y="1753426"/>
                  <a:pt x="10434834" y="1753426"/>
                </a:cubicBezTo>
                <a:lnTo>
                  <a:pt x="10430302" y="1745543"/>
                </a:lnTo>
                <a:cubicBezTo>
                  <a:pt x="10430171" y="1745281"/>
                  <a:pt x="10430302" y="1744690"/>
                  <a:pt x="10430302" y="1744690"/>
                </a:cubicBezTo>
                <a:lnTo>
                  <a:pt x="10434834" y="1736808"/>
                </a:lnTo>
                <a:cubicBezTo>
                  <a:pt x="10435031" y="1736545"/>
                  <a:pt x="10435622" y="1736349"/>
                  <a:pt x="10435622" y="1736349"/>
                </a:cubicBezTo>
                <a:close/>
                <a:moveTo>
                  <a:pt x="9418035" y="1736349"/>
                </a:moveTo>
                <a:lnTo>
                  <a:pt x="9427099" y="1736349"/>
                </a:lnTo>
                <a:cubicBezTo>
                  <a:pt x="9427427" y="1736349"/>
                  <a:pt x="9427887" y="1736808"/>
                  <a:pt x="9427887" y="1736808"/>
                </a:cubicBezTo>
                <a:lnTo>
                  <a:pt x="9432419" y="1744691"/>
                </a:lnTo>
                <a:cubicBezTo>
                  <a:pt x="9432550" y="1744953"/>
                  <a:pt x="9432419" y="1745543"/>
                  <a:pt x="9432419" y="1745543"/>
                </a:cubicBezTo>
                <a:lnTo>
                  <a:pt x="9427887" y="1753427"/>
                </a:lnTo>
                <a:cubicBezTo>
                  <a:pt x="9427690" y="1753689"/>
                  <a:pt x="9427099" y="1753886"/>
                  <a:pt x="9427099" y="1753886"/>
                </a:cubicBezTo>
                <a:lnTo>
                  <a:pt x="9418035" y="1753886"/>
                </a:lnTo>
                <a:cubicBezTo>
                  <a:pt x="9417707" y="1753886"/>
                  <a:pt x="9417247" y="1753427"/>
                  <a:pt x="9417247" y="1753427"/>
                </a:cubicBezTo>
                <a:lnTo>
                  <a:pt x="9412714" y="1745543"/>
                </a:lnTo>
                <a:cubicBezTo>
                  <a:pt x="9412583" y="1745281"/>
                  <a:pt x="9412714" y="1744691"/>
                  <a:pt x="9412714" y="1744691"/>
                </a:cubicBezTo>
                <a:lnTo>
                  <a:pt x="9417247" y="1736808"/>
                </a:lnTo>
                <a:cubicBezTo>
                  <a:pt x="9417444" y="1736547"/>
                  <a:pt x="9418035" y="1736349"/>
                  <a:pt x="9418035" y="1736349"/>
                </a:cubicBezTo>
                <a:close/>
                <a:moveTo>
                  <a:pt x="4330157" y="1736346"/>
                </a:moveTo>
                <a:lnTo>
                  <a:pt x="4339222" y="1736346"/>
                </a:lnTo>
                <a:cubicBezTo>
                  <a:pt x="4339550" y="1736346"/>
                  <a:pt x="4340010" y="1736805"/>
                  <a:pt x="4340010" y="1736805"/>
                </a:cubicBezTo>
                <a:lnTo>
                  <a:pt x="4344540" y="1744688"/>
                </a:lnTo>
                <a:cubicBezTo>
                  <a:pt x="4344672" y="1744950"/>
                  <a:pt x="4344540" y="1745541"/>
                  <a:pt x="4344540" y="1745541"/>
                </a:cubicBezTo>
                <a:lnTo>
                  <a:pt x="4340010" y="1753424"/>
                </a:lnTo>
                <a:cubicBezTo>
                  <a:pt x="4339812" y="1753686"/>
                  <a:pt x="4339222" y="1753882"/>
                  <a:pt x="4339222" y="1753882"/>
                </a:cubicBezTo>
                <a:lnTo>
                  <a:pt x="4330157" y="1753882"/>
                </a:lnTo>
                <a:cubicBezTo>
                  <a:pt x="4329829" y="1753882"/>
                  <a:pt x="4329369" y="1753424"/>
                  <a:pt x="4329369" y="1753424"/>
                </a:cubicBezTo>
                <a:lnTo>
                  <a:pt x="4324836" y="1745541"/>
                </a:lnTo>
                <a:cubicBezTo>
                  <a:pt x="4324706" y="1745279"/>
                  <a:pt x="4324836" y="1744688"/>
                  <a:pt x="4324836" y="1744688"/>
                </a:cubicBezTo>
                <a:lnTo>
                  <a:pt x="4329369" y="1736805"/>
                </a:lnTo>
                <a:cubicBezTo>
                  <a:pt x="4329565" y="1736543"/>
                  <a:pt x="4330157" y="1736346"/>
                  <a:pt x="4330157" y="1736346"/>
                </a:cubicBezTo>
                <a:close/>
                <a:moveTo>
                  <a:pt x="9672481" y="1736342"/>
                </a:moveTo>
                <a:lnTo>
                  <a:pt x="9681545" y="1736342"/>
                </a:lnTo>
                <a:cubicBezTo>
                  <a:pt x="9681872" y="1736342"/>
                  <a:pt x="9682333" y="1736801"/>
                  <a:pt x="9682333" y="1736801"/>
                </a:cubicBezTo>
                <a:lnTo>
                  <a:pt x="9686865" y="1744682"/>
                </a:lnTo>
                <a:cubicBezTo>
                  <a:pt x="9686996" y="1744946"/>
                  <a:pt x="9686865" y="1745537"/>
                  <a:pt x="9686865" y="1745537"/>
                </a:cubicBezTo>
                <a:lnTo>
                  <a:pt x="9682333" y="1753419"/>
                </a:lnTo>
                <a:cubicBezTo>
                  <a:pt x="9682136" y="1753681"/>
                  <a:pt x="9681545" y="1753878"/>
                  <a:pt x="9681545" y="1753878"/>
                </a:cubicBezTo>
                <a:lnTo>
                  <a:pt x="9672481" y="1753878"/>
                </a:lnTo>
                <a:cubicBezTo>
                  <a:pt x="9672152" y="1753878"/>
                  <a:pt x="9671693" y="1753419"/>
                  <a:pt x="9671693" y="1753419"/>
                </a:cubicBezTo>
                <a:lnTo>
                  <a:pt x="9667160" y="1745537"/>
                </a:lnTo>
                <a:cubicBezTo>
                  <a:pt x="9667030" y="1745273"/>
                  <a:pt x="9667160" y="1744682"/>
                  <a:pt x="9667160" y="1744682"/>
                </a:cubicBezTo>
                <a:lnTo>
                  <a:pt x="9671693" y="1736801"/>
                </a:lnTo>
                <a:cubicBezTo>
                  <a:pt x="9671890" y="1736538"/>
                  <a:pt x="9672481" y="1736342"/>
                  <a:pt x="9672481" y="1736342"/>
                </a:cubicBezTo>
                <a:close/>
                <a:moveTo>
                  <a:pt x="5347746" y="1736339"/>
                </a:moveTo>
                <a:lnTo>
                  <a:pt x="5356810" y="1736339"/>
                </a:lnTo>
                <a:cubicBezTo>
                  <a:pt x="5357138" y="1736339"/>
                  <a:pt x="5357598" y="1736798"/>
                  <a:pt x="5357598" y="1736798"/>
                </a:cubicBezTo>
                <a:lnTo>
                  <a:pt x="5362130" y="1744680"/>
                </a:lnTo>
                <a:cubicBezTo>
                  <a:pt x="5362261" y="1744942"/>
                  <a:pt x="5362130" y="1745533"/>
                  <a:pt x="5362130" y="1745533"/>
                </a:cubicBezTo>
                <a:lnTo>
                  <a:pt x="5357598" y="1753416"/>
                </a:lnTo>
                <a:cubicBezTo>
                  <a:pt x="5357401" y="1753679"/>
                  <a:pt x="5356810" y="1753875"/>
                  <a:pt x="5356810" y="1753875"/>
                </a:cubicBezTo>
                <a:lnTo>
                  <a:pt x="5347746" y="1753875"/>
                </a:lnTo>
                <a:cubicBezTo>
                  <a:pt x="5347418" y="1753875"/>
                  <a:pt x="5346958" y="1753416"/>
                  <a:pt x="5346958" y="1753416"/>
                </a:cubicBezTo>
                <a:lnTo>
                  <a:pt x="5342425" y="1745533"/>
                </a:lnTo>
                <a:cubicBezTo>
                  <a:pt x="5342295" y="1745271"/>
                  <a:pt x="5342425" y="1744680"/>
                  <a:pt x="5342425" y="1744680"/>
                </a:cubicBezTo>
                <a:lnTo>
                  <a:pt x="5346958" y="1736798"/>
                </a:lnTo>
                <a:cubicBezTo>
                  <a:pt x="5347154" y="1736536"/>
                  <a:pt x="5347746" y="1736339"/>
                  <a:pt x="5347746" y="1736339"/>
                </a:cubicBezTo>
                <a:close/>
                <a:moveTo>
                  <a:pt x="1531895" y="1736339"/>
                </a:moveTo>
                <a:lnTo>
                  <a:pt x="1540959" y="1736339"/>
                </a:lnTo>
                <a:cubicBezTo>
                  <a:pt x="1541286" y="1736339"/>
                  <a:pt x="1541748" y="1736798"/>
                  <a:pt x="1541748" y="1736798"/>
                </a:cubicBezTo>
                <a:lnTo>
                  <a:pt x="1546279" y="1744680"/>
                </a:lnTo>
                <a:cubicBezTo>
                  <a:pt x="1546410" y="1744942"/>
                  <a:pt x="1546279" y="1745533"/>
                  <a:pt x="1546279" y="1745533"/>
                </a:cubicBezTo>
                <a:lnTo>
                  <a:pt x="1541748" y="1753416"/>
                </a:lnTo>
                <a:cubicBezTo>
                  <a:pt x="1541551" y="1753678"/>
                  <a:pt x="1540959" y="1753875"/>
                  <a:pt x="1540959" y="1753875"/>
                </a:cubicBezTo>
                <a:lnTo>
                  <a:pt x="1531895" y="1753875"/>
                </a:lnTo>
                <a:cubicBezTo>
                  <a:pt x="1531566" y="1753875"/>
                  <a:pt x="1531107" y="1753416"/>
                  <a:pt x="1531107" y="1753416"/>
                </a:cubicBezTo>
                <a:lnTo>
                  <a:pt x="1526574" y="1745533"/>
                </a:lnTo>
                <a:cubicBezTo>
                  <a:pt x="1526444" y="1745271"/>
                  <a:pt x="1526574" y="1744680"/>
                  <a:pt x="1526574" y="1744680"/>
                </a:cubicBezTo>
                <a:lnTo>
                  <a:pt x="1531107" y="1736798"/>
                </a:lnTo>
                <a:cubicBezTo>
                  <a:pt x="1531304" y="1736536"/>
                  <a:pt x="1531895" y="1736339"/>
                  <a:pt x="1531895" y="1736339"/>
                </a:cubicBezTo>
                <a:close/>
                <a:moveTo>
                  <a:pt x="3058323" y="1736335"/>
                </a:moveTo>
                <a:lnTo>
                  <a:pt x="3067388" y="1736335"/>
                </a:lnTo>
                <a:cubicBezTo>
                  <a:pt x="3067717" y="1736335"/>
                  <a:pt x="3068176" y="1736795"/>
                  <a:pt x="3068176" y="1736795"/>
                </a:cubicBezTo>
                <a:lnTo>
                  <a:pt x="3072708" y="1744678"/>
                </a:lnTo>
                <a:cubicBezTo>
                  <a:pt x="3072838" y="1744940"/>
                  <a:pt x="3072708" y="1745530"/>
                  <a:pt x="3072708" y="1745530"/>
                </a:cubicBezTo>
                <a:lnTo>
                  <a:pt x="3068176" y="1753414"/>
                </a:lnTo>
                <a:cubicBezTo>
                  <a:pt x="3067978" y="1753675"/>
                  <a:pt x="3067388" y="1753873"/>
                  <a:pt x="3067388" y="1753873"/>
                </a:cubicBezTo>
                <a:lnTo>
                  <a:pt x="3058323" y="1753873"/>
                </a:lnTo>
                <a:cubicBezTo>
                  <a:pt x="3057994" y="1753873"/>
                  <a:pt x="3057534" y="1753414"/>
                  <a:pt x="3057534" y="1753414"/>
                </a:cubicBezTo>
                <a:lnTo>
                  <a:pt x="3053003" y="1745530"/>
                </a:lnTo>
                <a:cubicBezTo>
                  <a:pt x="3052871" y="1745269"/>
                  <a:pt x="3053003" y="1744678"/>
                  <a:pt x="3053003" y="1744678"/>
                </a:cubicBezTo>
                <a:lnTo>
                  <a:pt x="3057534" y="1736795"/>
                </a:lnTo>
                <a:cubicBezTo>
                  <a:pt x="3057734" y="1736533"/>
                  <a:pt x="3058323" y="1736335"/>
                  <a:pt x="3058323" y="1736335"/>
                </a:cubicBezTo>
                <a:close/>
                <a:moveTo>
                  <a:pt x="7382923" y="1736331"/>
                </a:moveTo>
                <a:lnTo>
                  <a:pt x="7391987" y="1736331"/>
                </a:lnTo>
                <a:cubicBezTo>
                  <a:pt x="7392315" y="1736331"/>
                  <a:pt x="7392775" y="1736791"/>
                  <a:pt x="7392775" y="1736791"/>
                </a:cubicBezTo>
                <a:lnTo>
                  <a:pt x="7397307" y="1744672"/>
                </a:lnTo>
                <a:cubicBezTo>
                  <a:pt x="7397438" y="1744935"/>
                  <a:pt x="7397307" y="1745526"/>
                  <a:pt x="7397307" y="1745526"/>
                </a:cubicBezTo>
                <a:lnTo>
                  <a:pt x="7392775" y="1753408"/>
                </a:lnTo>
                <a:cubicBezTo>
                  <a:pt x="7392578" y="1753670"/>
                  <a:pt x="7391987" y="1753867"/>
                  <a:pt x="7391987" y="1753867"/>
                </a:cubicBezTo>
                <a:lnTo>
                  <a:pt x="7382923" y="1753867"/>
                </a:lnTo>
                <a:cubicBezTo>
                  <a:pt x="7382595" y="1753867"/>
                  <a:pt x="7382135" y="1753408"/>
                  <a:pt x="7382135" y="1753408"/>
                </a:cubicBezTo>
                <a:lnTo>
                  <a:pt x="7377602" y="1745526"/>
                </a:lnTo>
                <a:cubicBezTo>
                  <a:pt x="7377471" y="1745262"/>
                  <a:pt x="7377602" y="1744672"/>
                  <a:pt x="7377602" y="1744672"/>
                </a:cubicBezTo>
                <a:lnTo>
                  <a:pt x="7382135" y="1736791"/>
                </a:lnTo>
                <a:cubicBezTo>
                  <a:pt x="7382331" y="1736527"/>
                  <a:pt x="7382923" y="1736331"/>
                  <a:pt x="7382923" y="1736331"/>
                </a:cubicBezTo>
                <a:close/>
                <a:moveTo>
                  <a:pt x="5093300" y="1736331"/>
                </a:moveTo>
                <a:lnTo>
                  <a:pt x="5102364" y="1736331"/>
                </a:lnTo>
                <a:cubicBezTo>
                  <a:pt x="5102693" y="1736331"/>
                  <a:pt x="5103153" y="1736791"/>
                  <a:pt x="5103153" y="1736791"/>
                </a:cubicBezTo>
                <a:lnTo>
                  <a:pt x="5107684" y="1744672"/>
                </a:lnTo>
                <a:cubicBezTo>
                  <a:pt x="5107815" y="1744935"/>
                  <a:pt x="5107684" y="1745527"/>
                  <a:pt x="5107684" y="1745527"/>
                </a:cubicBezTo>
                <a:lnTo>
                  <a:pt x="5103153" y="1753408"/>
                </a:lnTo>
                <a:cubicBezTo>
                  <a:pt x="5102955" y="1753671"/>
                  <a:pt x="5102364" y="1753867"/>
                  <a:pt x="5102364" y="1753867"/>
                </a:cubicBezTo>
                <a:lnTo>
                  <a:pt x="5093300" y="1753867"/>
                </a:lnTo>
                <a:cubicBezTo>
                  <a:pt x="5092972" y="1753867"/>
                  <a:pt x="5092512" y="1753408"/>
                  <a:pt x="5092512" y="1753408"/>
                </a:cubicBezTo>
                <a:lnTo>
                  <a:pt x="5087979" y="1745527"/>
                </a:lnTo>
                <a:cubicBezTo>
                  <a:pt x="5087848" y="1745263"/>
                  <a:pt x="5087979" y="1744672"/>
                  <a:pt x="5087979" y="1744672"/>
                </a:cubicBezTo>
                <a:lnTo>
                  <a:pt x="5092512" y="1736791"/>
                </a:lnTo>
                <a:cubicBezTo>
                  <a:pt x="5092708" y="1736528"/>
                  <a:pt x="5093300" y="1736331"/>
                  <a:pt x="5093300" y="1736331"/>
                </a:cubicBezTo>
                <a:close/>
                <a:moveTo>
                  <a:pt x="514293" y="1736331"/>
                </a:moveTo>
                <a:lnTo>
                  <a:pt x="523356" y="1736331"/>
                </a:lnTo>
                <a:cubicBezTo>
                  <a:pt x="523685" y="1736331"/>
                  <a:pt x="524144" y="1736790"/>
                  <a:pt x="524144" y="1736790"/>
                </a:cubicBezTo>
                <a:lnTo>
                  <a:pt x="528676" y="1744671"/>
                </a:lnTo>
                <a:cubicBezTo>
                  <a:pt x="528807" y="1744934"/>
                  <a:pt x="528676" y="1745525"/>
                  <a:pt x="528676" y="1745525"/>
                </a:cubicBezTo>
                <a:lnTo>
                  <a:pt x="524144" y="1753408"/>
                </a:lnTo>
                <a:cubicBezTo>
                  <a:pt x="523947" y="1753669"/>
                  <a:pt x="523356" y="1753867"/>
                  <a:pt x="523356" y="1753867"/>
                </a:cubicBezTo>
                <a:lnTo>
                  <a:pt x="514293" y="1753867"/>
                </a:lnTo>
                <a:cubicBezTo>
                  <a:pt x="513963" y="1753867"/>
                  <a:pt x="513505" y="1753408"/>
                  <a:pt x="513505" y="1753408"/>
                </a:cubicBezTo>
                <a:lnTo>
                  <a:pt x="508971" y="1745525"/>
                </a:lnTo>
                <a:cubicBezTo>
                  <a:pt x="508840" y="1745262"/>
                  <a:pt x="508971" y="1744671"/>
                  <a:pt x="508971" y="1744671"/>
                </a:cubicBezTo>
                <a:lnTo>
                  <a:pt x="513505" y="1736790"/>
                </a:lnTo>
                <a:cubicBezTo>
                  <a:pt x="513701" y="1736527"/>
                  <a:pt x="514293" y="1736331"/>
                  <a:pt x="514293" y="1736331"/>
                </a:cubicBezTo>
                <a:close/>
                <a:moveTo>
                  <a:pt x="4838919" y="1736330"/>
                </a:moveTo>
                <a:lnTo>
                  <a:pt x="4847982" y="1736330"/>
                </a:lnTo>
                <a:cubicBezTo>
                  <a:pt x="4848311" y="1736330"/>
                  <a:pt x="4848772" y="1736788"/>
                  <a:pt x="4848772" y="1736788"/>
                </a:cubicBezTo>
                <a:lnTo>
                  <a:pt x="4853303" y="1744671"/>
                </a:lnTo>
                <a:cubicBezTo>
                  <a:pt x="4853435" y="1744934"/>
                  <a:pt x="4853303" y="1745525"/>
                  <a:pt x="4853303" y="1745525"/>
                </a:cubicBezTo>
                <a:lnTo>
                  <a:pt x="4848772" y="1753407"/>
                </a:lnTo>
                <a:cubicBezTo>
                  <a:pt x="4848575" y="1753669"/>
                  <a:pt x="4847982" y="1753866"/>
                  <a:pt x="4847982" y="1753866"/>
                </a:cubicBezTo>
                <a:lnTo>
                  <a:pt x="4838919" y="1753866"/>
                </a:lnTo>
                <a:cubicBezTo>
                  <a:pt x="4838590" y="1753866"/>
                  <a:pt x="4838132" y="1753407"/>
                  <a:pt x="4838132" y="1753407"/>
                </a:cubicBezTo>
                <a:lnTo>
                  <a:pt x="4833598" y="1745525"/>
                </a:lnTo>
                <a:cubicBezTo>
                  <a:pt x="4833467" y="1745262"/>
                  <a:pt x="4833598" y="1744671"/>
                  <a:pt x="4833598" y="1744671"/>
                </a:cubicBezTo>
                <a:lnTo>
                  <a:pt x="4838132" y="1736788"/>
                </a:lnTo>
                <a:cubicBezTo>
                  <a:pt x="4838328" y="1736527"/>
                  <a:pt x="4838919" y="1736330"/>
                  <a:pt x="4838919" y="1736330"/>
                </a:cubicBezTo>
                <a:close/>
                <a:moveTo>
                  <a:pt x="2803852" y="1736326"/>
                </a:moveTo>
                <a:lnTo>
                  <a:pt x="2812917" y="1736326"/>
                </a:lnTo>
                <a:cubicBezTo>
                  <a:pt x="2813245" y="1736326"/>
                  <a:pt x="2813705" y="1736787"/>
                  <a:pt x="2813705" y="1736787"/>
                </a:cubicBezTo>
                <a:lnTo>
                  <a:pt x="2818237" y="1744669"/>
                </a:lnTo>
                <a:cubicBezTo>
                  <a:pt x="2818368" y="1744931"/>
                  <a:pt x="2818237" y="1745523"/>
                  <a:pt x="2818237" y="1745523"/>
                </a:cubicBezTo>
                <a:lnTo>
                  <a:pt x="2813705" y="1753405"/>
                </a:lnTo>
                <a:cubicBezTo>
                  <a:pt x="2813508" y="1753667"/>
                  <a:pt x="2812917" y="1753864"/>
                  <a:pt x="2812917" y="1753864"/>
                </a:cubicBezTo>
                <a:lnTo>
                  <a:pt x="2803852" y="1753864"/>
                </a:lnTo>
                <a:cubicBezTo>
                  <a:pt x="2803524" y="1753864"/>
                  <a:pt x="2803063" y="1753405"/>
                  <a:pt x="2803063" y="1753405"/>
                </a:cubicBezTo>
                <a:lnTo>
                  <a:pt x="2798531" y="1745523"/>
                </a:lnTo>
                <a:cubicBezTo>
                  <a:pt x="2798400" y="1745259"/>
                  <a:pt x="2798531" y="1744669"/>
                  <a:pt x="2798531" y="1744669"/>
                </a:cubicBezTo>
                <a:lnTo>
                  <a:pt x="2803063" y="1736787"/>
                </a:lnTo>
                <a:cubicBezTo>
                  <a:pt x="2803261" y="1736524"/>
                  <a:pt x="2803852" y="1736326"/>
                  <a:pt x="2803852" y="1736326"/>
                </a:cubicBezTo>
                <a:close/>
                <a:moveTo>
                  <a:pt x="1277494" y="1736326"/>
                </a:moveTo>
                <a:lnTo>
                  <a:pt x="1286560" y="1736326"/>
                </a:lnTo>
                <a:cubicBezTo>
                  <a:pt x="1286888" y="1736326"/>
                  <a:pt x="1287346" y="1736786"/>
                  <a:pt x="1287346" y="1736786"/>
                </a:cubicBezTo>
                <a:lnTo>
                  <a:pt x="1291879" y="1744668"/>
                </a:lnTo>
                <a:cubicBezTo>
                  <a:pt x="1292011" y="1744931"/>
                  <a:pt x="1291879" y="1745523"/>
                  <a:pt x="1291879" y="1745523"/>
                </a:cubicBezTo>
                <a:lnTo>
                  <a:pt x="1287346" y="1753404"/>
                </a:lnTo>
                <a:cubicBezTo>
                  <a:pt x="1287151" y="1753667"/>
                  <a:pt x="1286560" y="1753864"/>
                  <a:pt x="1286560" y="1753864"/>
                </a:cubicBezTo>
                <a:lnTo>
                  <a:pt x="1277494" y="1753864"/>
                </a:lnTo>
                <a:cubicBezTo>
                  <a:pt x="1277166" y="1753864"/>
                  <a:pt x="1276706" y="1753404"/>
                  <a:pt x="1276706" y="1753404"/>
                </a:cubicBezTo>
                <a:lnTo>
                  <a:pt x="1272175" y="1745523"/>
                </a:lnTo>
                <a:cubicBezTo>
                  <a:pt x="1272043" y="1745259"/>
                  <a:pt x="1272175" y="1744668"/>
                  <a:pt x="1272175" y="1744668"/>
                </a:cubicBezTo>
                <a:lnTo>
                  <a:pt x="1276706" y="1736786"/>
                </a:lnTo>
                <a:cubicBezTo>
                  <a:pt x="1276903" y="1736524"/>
                  <a:pt x="1277494" y="1736326"/>
                  <a:pt x="1277494" y="1736326"/>
                </a:cubicBezTo>
                <a:close/>
                <a:moveTo>
                  <a:pt x="8400511" y="1736321"/>
                </a:moveTo>
                <a:lnTo>
                  <a:pt x="8409575" y="1736321"/>
                </a:lnTo>
                <a:cubicBezTo>
                  <a:pt x="8409904" y="1736321"/>
                  <a:pt x="8410363" y="1736781"/>
                  <a:pt x="8410363" y="1736781"/>
                </a:cubicBezTo>
                <a:lnTo>
                  <a:pt x="8414896" y="1744662"/>
                </a:lnTo>
                <a:cubicBezTo>
                  <a:pt x="8415027" y="1744925"/>
                  <a:pt x="8414896" y="1745517"/>
                  <a:pt x="8414896" y="1745517"/>
                </a:cubicBezTo>
                <a:lnTo>
                  <a:pt x="8410363" y="1753400"/>
                </a:lnTo>
                <a:cubicBezTo>
                  <a:pt x="8410166" y="1753661"/>
                  <a:pt x="8409575" y="1753857"/>
                  <a:pt x="8409575" y="1753857"/>
                </a:cubicBezTo>
                <a:lnTo>
                  <a:pt x="8400511" y="1753857"/>
                </a:lnTo>
                <a:cubicBezTo>
                  <a:pt x="8400184" y="1753857"/>
                  <a:pt x="8399723" y="1753400"/>
                  <a:pt x="8399723" y="1753400"/>
                </a:cubicBezTo>
                <a:lnTo>
                  <a:pt x="8395191" y="1745517"/>
                </a:lnTo>
                <a:cubicBezTo>
                  <a:pt x="8395060" y="1745254"/>
                  <a:pt x="8395191" y="1744662"/>
                  <a:pt x="8395191" y="1744662"/>
                </a:cubicBezTo>
                <a:lnTo>
                  <a:pt x="8399723" y="1736781"/>
                </a:lnTo>
                <a:cubicBezTo>
                  <a:pt x="8399920" y="1736518"/>
                  <a:pt x="8400511" y="1736321"/>
                  <a:pt x="8400511" y="1736321"/>
                </a:cubicBezTo>
                <a:close/>
                <a:moveTo>
                  <a:pt x="2549446" y="1736319"/>
                </a:moveTo>
                <a:lnTo>
                  <a:pt x="2558512" y="1736319"/>
                </a:lnTo>
                <a:cubicBezTo>
                  <a:pt x="2558841" y="1736319"/>
                  <a:pt x="2559300" y="1736778"/>
                  <a:pt x="2559300" y="1736778"/>
                </a:cubicBezTo>
                <a:lnTo>
                  <a:pt x="2563831" y="1744660"/>
                </a:lnTo>
                <a:cubicBezTo>
                  <a:pt x="2563962" y="1744922"/>
                  <a:pt x="2563831" y="1745514"/>
                  <a:pt x="2563831" y="1745514"/>
                </a:cubicBezTo>
                <a:lnTo>
                  <a:pt x="2559300" y="1753395"/>
                </a:lnTo>
                <a:cubicBezTo>
                  <a:pt x="2559103" y="1753658"/>
                  <a:pt x="2558512" y="1753855"/>
                  <a:pt x="2558512" y="1753855"/>
                </a:cubicBezTo>
                <a:lnTo>
                  <a:pt x="2549446" y="1753855"/>
                </a:lnTo>
                <a:cubicBezTo>
                  <a:pt x="2549119" y="1753855"/>
                  <a:pt x="2548658" y="1753395"/>
                  <a:pt x="2548658" y="1753395"/>
                </a:cubicBezTo>
                <a:lnTo>
                  <a:pt x="2544126" y="1745514"/>
                </a:lnTo>
                <a:cubicBezTo>
                  <a:pt x="2543995" y="1745250"/>
                  <a:pt x="2544126" y="1744660"/>
                  <a:pt x="2544126" y="1744660"/>
                </a:cubicBezTo>
                <a:lnTo>
                  <a:pt x="2548658" y="1736778"/>
                </a:lnTo>
                <a:cubicBezTo>
                  <a:pt x="2548855" y="1736515"/>
                  <a:pt x="2549446" y="1736319"/>
                  <a:pt x="2549446" y="1736319"/>
                </a:cubicBezTo>
                <a:close/>
                <a:moveTo>
                  <a:pt x="3567061" y="1736317"/>
                </a:moveTo>
                <a:lnTo>
                  <a:pt x="3576125" y="1736317"/>
                </a:lnTo>
                <a:cubicBezTo>
                  <a:pt x="3576453" y="1736317"/>
                  <a:pt x="3576914" y="1736775"/>
                  <a:pt x="3576914" y="1736775"/>
                </a:cubicBezTo>
                <a:lnTo>
                  <a:pt x="3581446" y="1744658"/>
                </a:lnTo>
                <a:cubicBezTo>
                  <a:pt x="3581577" y="1744920"/>
                  <a:pt x="3581446" y="1745510"/>
                  <a:pt x="3581446" y="1745510"/>
                </a:cubicBezTo>
                <a:lnTo>
                  <a:pt x="3576914" y="1753393"/>
                </a:lnTo>
                <a:cubicBezTo>
                  <a:pt x="3576716" y="1753656"/>
                  <a:pt x="3576125" y="1753853"/>
                  <a:pt x="3576125" y="1753853"/>
                </a:cubicBezTo>
                <a:lnTo>
                  <a:pt x="3567061" y="1753853"/>
                </a:lnTo>
                <a:cubicBezTo>
                  <a:pt x="3566733" y="1753853"/>
                  <a:pt x="3566273" y="1753393"/>
                  <a:pt x="3566273" y="1753393"/>
                </a:cubicBezTo>
                <a:lnTo>
                  <a:pt x="3561739" y="1745510"/>
                </a:lnTo>
                <a:cubicBezTo>
                  <a:pt x="3561608" y="1745249"/>
                  <a:pt x="3561739" y="1744658"/>
                  <a:pt x="3561739" y="1744658"/>
                </a:cubicBezTo>
                <a:lnTo>
                  <a:pt x="3566273" y="1736775"/>
                </a:lnTo>
                <a:cubicBezTo>
                  <a:pt x="3566470" y="1736514"/>
                  <a:pt x="3567061" y="1736317"/>
                  <a:pt x="3567061" y="1736317"/>
                </a:cubicBezTo>
                <a:close/>
                <a:moveTo>
                  <a:pt x="3312668" y="1736314"/>
                </a:moveTo>
                <a:lnTo>
                  <a:pt x="3321733" y="1736314"/>
                </a:lnTo>
                <a:cubicBezTo>
                  <a:pt x="3322061" y="1736314"/>
                  <a:pt x="3322522" y="1736774"/>
                  <a:pt x="3322522" y="1736774"/>
                </a:cubicBezTo>
                <a:lnTo>
                  <a:pt x="3327053" y="1744654"/>
                </a:lnTo>
                <a:cubicBezTo>
                  <a:pt x="3327184" y="1744918"/>
                  <a:pt x="3327053" y="1745509"/>
                  <a:pt x="3327053" y="1745509"/>
                </a:cubicBezTo>
                <a:lnTo>
                  <a:pt x="3322522" y="1753392"/>
                </a:lnTo>
                <a:cubicBezTo>
                  <a:pt x="3322324" y="1753654"/>
                  <a:pt x="3321733" y="1753851"/>
                  <a:pt x="3321733" y="1753851"/>
                </a:cubicBezTo>
                <a:lnTo>
                  <a:pt x="3312668" y="1753851"/>
                </a:lnTo>
                <a:cubicBezTo>
                  <a:pt x="3312341" y="1753851"/>
                  <a:pt x="3311880" y="1753392"/>
                  <a:pt x="3311880" y="1753392"/>
                </a:cubicBezTo>
                <a:lnTo>
                  <a:pt x="3307348" y="1745509"/>
                </a:lnTo>
                <a:cubicBezTo>
                  <a:pt x="3307217" y="1745247"/>
                  <a:pt x="3307348" y="1744654"/>
                  <a:pt x="3307348" y="1744654"/>
                </a:cubicBezTo>
                <a:lnTo>
                  <a:pt x="3311880" y="1736774"/>
                </a:lnTo>
                <a:cubicBezTo>
                  <a:pt x="3312077" y="1736510"/>
                  <a:pt x="3312668" y="1736314"/>
                  <a:pt x="3312668" y="1736314"/>
                </a:cubicBezTo>
                <a:close/>
                <a:moveTo>
                  <a:pt x="7128477" y="1736310"/>
                </a:moveTo>
                <a:lnTo>
                  <a:pt x="7137540" y="1736310"/>
                </a:lnTo>
                <a:cubicBezTo>
                  <a:pt x="7137869" y="1736310"/>
                  <a:pt x="7138328" y="1736770"/>
                  <a:pt x="7138328" y="1736770"/>
                </a:cubicBezTo>
                <a:lnTo>
                  <a:pt x="7142860" y="1744651"/>
                </a:lnTo>
                <a:cubicBezTo>
                  <a:pt x="7142992" y="1744914"/>
                  <a:pt x="7142860" y="1745505"/>
                  <a:pt x="7142860" y="1745505"/>
                </a:cubicBezTo>
                <a:lnTo>
                  <a:pt x="7138328" y="1753389"/>
                </a:lnTo>
                <a:cubicBezTo>
                  <a:pt x="7138131" y="1753649"/>
                  <a:pt x="7137540" y="1753846"/>
                  <a:pt x="7137540" y="1753846"/>
                </a:cubicBezTo>
                <a:lnTo>
                  <a:pt x="7128477" y="1753846"/>
                </a:lnTo>
                <a:cubicBezTo>
                  <a:pt x="7128148" y="1753846"/>
                  <a:pt x="7127689" y="1753389"/>
                  <a:pt x="7127689" y="1753389"/>
                </a:cubicBezTo>
                <a:lnTo>
                  <a:pt x="7123156" y="1745505"/>
                </a:lnTo>
                <a:cubicBezTo>
                  <a:pt x="7123024" y="1745242"/>
                  <a:pt x="7123156" y="1744651"/>
                  <a:pt x="7123156" y="1744651"/>
                </a:cubicBezTo>
                <a:lnTo>
                  <a:pt x="7127689" y="1736770"/>
                </a:lnTo>
                <a:cubicBezTo>
                  <a:pt x="7127885" y="1736507"/>
                  <a:pt x="7128477" y="1736310"/>
                  <a:pt x="7128477" y="1736310"/>
                </a:cubicBezTo>
                <a:close/>
                <a:moveTo>
                  <a:pt x="6874095" y="1736310"/>
                </a:moveTo>
                <a:lnTo>
                  <a:pt x="6883159" y="1736310"/>
                </a:lnTo>
                <a:cubicBezTo>
                  <a:pt x="6883488" y="1736310"/>
                  <a:pt x="6883947" y="1736770"/>
                  <a:pt x="6883947" y="1736770"/>
                </a:cubicBezTo>
                <a:lnTo>
                  <a:pt x="6888480" y="1744651"/>
                </a:lnTo>
                <a:cubicBezTo>
                  <a:pt x="6888611" y="1744914"/>
                  <a:pt x="6888480" y="1745505"/>
                  <a:pt x="6888480" y="1745505"/>
                </a:cubicBezTo>
                <a:lnTo>
                  <a:pt x="6883947" y="1753389"/>
                </a:lnTo>
                <a:cubicBezTo>
                  <a:pt x="6883751" y="1753649"/>
                  <a:pt x="6883159" y="1753846"/>
                  <a:pt x="6883159" y="1753846"/>
                </a:cubicBezTo>
                <a:lnTo>
                  <a:pt x="6874095" y="1753846"/>
                </a:lnTo>
                <a:cubicBezTo>
                  <a:pt x="6873768" y="1753846"/>
                  <a:pt x="6873307" y="1753389"/>
                  <a:pt x="6873307" y="1753389"/>
                </a:cubicBezTo>
                <a:lnTo>
                  <a:pt x="6868775" y="1745505"/>
                </a:lnTo>
                <a:cubicBezTo>
                  <a:pt x="6868644" y="1745242"/>
                  <a:pt x="6868775" y="1744651"/>
                  <a:pt x="6868775" y="1744651"/>
                </a:cubicBezTo>
                <a:lnTo>
                  <a:pt x="6873307" y="1736770"/>
                </a:lnTo>
                <a:cubicBezTo>
                  <a:pt x="6873504" y="1736506"/>
                  <a:pt x="6874095" y="1736310"/>
                  <a:pt x="6874095" y="1736310"/>
                </a:cubicBezTo>
                <a:close/>
                <a:moveTo>
                  <a:pt x="9926861" y="1736307"/>
                </a:moveTo>
                <a:lnTo>
                  <a:pt x="9935924" y="1736307"/>
                </a:lnTo>
                <a:cubicBezTo>
                  <a:pt x="9936254" y="1736307"/>
                  <a:pt x="9936713" y="1736767"/>
                  <a:pt x="9936713" y="1736767"/>
                </a:cubicBezTo>
                <a:lnTo>
                  <a:pt x="9941246" y="1744649"/>
                </a:lnTo>
                <a:cubicBezTo>
                  <a:pt x="9941376" y="1744911"/>
                  <a:pt x="9941246" y="1745503"/>
                  <a:pt x="9941246" y="1745503"/>
                </a:cubicBezTo>
                <a:lnTo>
                  <a:pt x="9936713" y="1753385"/>
                </a:lnTo>
                <a:cubicBezTo>
                  <a:pt x="9936516" y="1753647"/>
                  <a:pt x="9935924" y="1753844"/>
                  <a:pt x="9935924" y="1753844"/>
                </a:cubicBezTo>
                <a:lnTo>
                  <a:pt x="9926861" y="1753844"/>
                </a:lnTo>
                <a:cubicBezTo>
                  <a:pt x="9926532" y="1753844"/>
                  <a:pt x="9926073" y="1753385"/>
                  <a:pt x="9926073" y="1753385"/>
                </a:cubicBezTo>
                <a:lnTo>
                  <a:pt x="9921541" y="1745503"/>
                </a:lnTo>
                <a:cubicBezTo>
                  <a:pt x="9921410" y="1745239"/>
                  <a:pt x="9921541" y="1744649"/>
                  <a:pt x="9921541" y="1744649"/>
                </a:cubicBezTo>
                <a:lnTo>
                  <a:pt x="9926073" y="1736767"/>
                </a:lnTo>
                <a:cubicBezTo>
                  <a:pt x="9926270" y="1736505"/>
                  <a:pt x="9926861" y="1736307"/>
                  <a:pt x="9926861" y="1736307"/>
                </a:cubicBezTo>
                <a:close/>
                <a:moveTo>
                  <a:pt x="6365334" y="1736292"/>
                </a:moveTo>
                <a:lnTo>
                  <a:pt x="6374397" y="1736292"/>
                </a:lnTo>
                <a:cubicBezTo>
                  <a:pt x="6374727" y="1736292"/>
                  <a:pt x="6375186" y="1736751"/>
                  <a:pt x="6375186" y="1736751"/>
                </a:cubicBezTo>
                <a:lnTo>
                  <a:pt x="6379718" y="1744633"/>
                </a:lnTo>
                <a:cubicBezTo>
                  <a:pt x="6379849" y="1744895"/>
                  <a:pt x="6379718" y="1745487"/>
                  <a:pt x="6379718" y="1745487"/>
                </a:cubicBezTo>
                <a:lnTo>
                  <a:pt x="6375186" y="1753369"/>
                </a:lnTo>
                <a:cubicBezTo>
                  <a:pt x="6374988" y="1753631"/>
                  <a:pt x="6374397" y="1753828"/>
                  <a:pt x="6374397" y="1753828"/>
                </a:cubicBezTo>
                <a:lnTo>
                  <a:pt x="6365334" y="1753828"/>
                </a:lnTo>
                <a:cubicBezTo>
                  <a:pt x="6365005" y="1753828"/>
                  <a:pt x="6364546" y="1753369"/>
                  <a:pt x="6364546" y="1753369"/>
                </a:cubicBezTo>
                <a:lnTo>
                  <a:pt x="6360014" y="1745487"/>
                </a:lnTo>
                <a:cubicBezTo>
                  <a:pt x="6359882" y="1745224"/>
                  <a:pt x="6360014" y="1744633"/>
                  <a:pt x="6360014" y="1744633"/>
                </a:cubicBezTo>
                <a:lnTo>
                  <a:pt x="6364546" y="1736751"/>
                </a:lnTo>
                <a:cubicBezTo>
                  <a:pt x="6364743" y="1736488"/>
                  <a:pt x="6365334" y="1736292"/>
                  <a:pt x="6365334" y="1736292"/>
                </a:cubicBezTo>
                <a:close/>
                <a:moveTo>
                  <a:pt x="7891684" y="1736287"/>
                </a:moveTo>
                <a:lnTo>
                  <a:pt x="7900748" y="1736287"/>
                </a:lnTo>
                <a:cubicBezTo>
                  <a:pt x="7901076" y="1736287"/>
                  <a:pt x="7901536" y="1736747"/>
                  <a:pt x="7901536" y="1736747"/>
                </a:cubicBezTo>
                <a:lnTo>
                  <a:pt x="7906067" y="1744628"/>
                </a:lnTo>
                <a:cubicBezTo>
                  <a:pt x="7906199" y="1744891"/>
                  <a:pt x="7906067" y="1745482"/>
                  <a:pt x="7906067" y="1745482"/>
                </a:cubicBezTo>
                <a:lnTo>
                  <a:pt x="7901536" y="1753365"/>
                </a:lnTo>
                <a:cubicBezTo>
                  <a:pt x="7901339" y="1753626"/>
                  <a:pt x="7900748" y="1753823"/>
                  <a:pt x="7900748" y="1753823"/>
                </a:cubicBezTo>
                <a:lnTo>
                  <a:pt x="7891684" y="1753823"/>
                </a:lnTo>
                <a:cubicBezTo>
                  <a:pt x="7891355" y="1753823"/>
                  <a:pt x="7890896" y="1753365"/>
                  <a:pt x="7890896" y="1753365"/>
                </a:cubicBezTo>
                <a:lnTo>
                  <a:pt x="7886363" y="1745482"/>
                </a:lnTo>
                <a:cubicBezTo>
                  <a:pt x="7886233" y="1745218"/>
                  <a:pt x="7886363" y="1744628"/>
                  <a:pt x="7886363" y="1744628"/>
                </a:cubicBezTo>
                <a:lnTo>
                  <a:pt x="7890896" y="1736747"/>
                </a:lnTo>
                <a:cubicBezTo>
                  <a:pt x="7891093" y="1736484"/>
                  <a:pt x="7891684" y="1736287"/>
                  <a:pt x="7891684" y="1736287"/>
                </a:cubicBezTo>
                <a:close/>
                <a:moveTo>
                  <a:pt x="8146065" y="1736284"/>
                </a:moveTo>
                <a:lnTo>
                  <a:pt x="8155129" y="1736284"/>
                </a:lnTo>
                <a:cubicBezTo>
                  <a:pt x="8155458" y="1736284"/>
                  <a:pt x="8155917" y="1736744"/>
                  <a:pt x="8155917" y="1736744"/>
                </a:cubicBezTo>
                <a:lnTo>
                  <a:pt x="8160449" y="1744626"/>
                </a:lnTo>
                <a:cubicBezTo>
                  <a:pt x="8160580" y="1744888"/>
                  <a:pt x="8160449" y="1745479"/>
                  <a:pt x="8160449" y="1745479"/>
                </a:cubicBezTo>
                <a:lnTo>
                  <a:pt x="8155917" y="1753362"/>
                </a:lnTo>
                <a:cubicBezTo>
                  <a:pt x="8155719" y="1753623"/>
                  <a:pt x="8155129" y="1753821"/>
                  <a:pt x="8155129" y="1753821"/>
                </a:cubicBezTo>
                <a:lnTo>
                  <a:pt x="8146065" y="1753821"/>
                </a:lnTo>
                <a:cubicBezTo>
                  <a:pt x="8145737" y="1753821"/>
                  <a:pt x="8145277" y="1753362"/>
                  <a:pt x="8145277" y="1753362"/>
                </a:cubicBezTo>
                <a:lnTo>
                  <a:pt x="8140745" y="1745479"/>
                </a:lnTo>
                <a:cubicBezTo>
                  <a:pt x="8140613" y="1745217"/>
                  <a:pt x="8140745" y="1744626"/>
                  <a:pt x="8140745" y="1744626"/>
                </a:cubicBezTo>
                <a:lnTo>
                  <a:pt x="8145277" y="1736744"/>
                </a:lnTo>
                <a:cubicBezTo>
                  <a:pt x="8145474" y="1736482"/>
                  <a:pt x="8146065" y="1736284"/>
                  <a:pt x="8146065" y="1736284"/>
                </a:cubicBezTo>
                <a:close/>
                <a:moveTo>
                  <a:pt x="5602126" y="1736284"/>
                </a:moveTo>
                <a:lnTo>
                  <a:pt x="5611191" y="1736284"/>
                </a:lnTo>
                <a:cubicBezTo>
                  <a:pt x="5611519" y="1736284"/>
                  <a:pt x="5611979" y="1736744"/>
                  <a:pt x="5611979" y="1736744"/>
                </a:cubicBezTo>
                <a:lnTo>
                  <a:pt x="5616511" y="1744626"/>
                </a:lnTo>
                <a:cubicBezTo>
                  <a:pt x="5616642" y="1744888"/>
                  <a:pt x="5616511" y="1745479"/>
                  <a:pt x="5616511" y="1745479"/>
                </a:cubicBezTo>
                <a:lnTo>
                  <a:pt x="5611979" y="1753362"/>
                </a:lnTo>
                <a:cubicBezTo>
                  <a:pt x="5611782" y="1753624"/>
                  <a:pt x="5611191" y="1753821"/>
                  <a:pt x="5611191" y="1753821"/>
                </a:cubicBezTo>
                <a:lnTo>
                  <a:pt x="5602126" y="1753821"/>
                </a:lnTo>
                <a:cubicBezTo>
                  <a:pt x="5601798" y="1753821"/>
                  <a:pt x="5601338" y="1753362"/>
                  <a:pt x="5601338" y="1753362"/>
                </a:cubicBezTo>
                <a:lnTo>
                  <a:pt x="5596807" y="1745479"/>
                </a:lnTo>
                <a:cubicBezTo>
                  <a:pt x="5596675" y="1745217"/>
                  <a:pt x="5596807" y="1744626"/>
                  <a:pt x="5596807" y="1744626"/>
                </a:cubicBezTo>
                <a:lnTo>
                  <a:pt x="5601338" y="1736744"/>
                </a:lnTo>
                <a:cubicBezTo>
                  <a:pt x="5601536" y="1736482"/>
                  <a:pt x="5602126" y="1736284"/>
                  <a:pt x="5602126" y="1736284"/>
                </a:cubicBezTo>
                <a:close/>
                <a:moveTo>
                  <a:pt x="9163654" y="1736273"/>
                </a:moveTo>
                <a:lnTo>
                  <a:pt x="9172718" y="1736273"/>
                </a:lnTo>
                <a:cubicBezTo>
                  <a:pt x="9173046" y="1736273"/>
                  <a:pt x="9173506" y="1736733"/>
                  <a:pt x="9173506" y="1736733"/>
                </a:cubicBezTo>
                <a:lnTo>
                  <a:pt x="9178038" y="1744614"/>
                </a:lnTo>
                <a:cubicBezTo>
                  <a:pt x="9178169" y="1744877"/>
                  <a:pt x="9178038" y="1745468"/>
                  <a:pt x="9178038" y="1745468"/>
                </a:cubicBezTo>
                <a:lnTo>
                  <a:pt x="9173506" y="1753350"/>
                </a:lnTo>
                <a:cubicBezTo>
                  <a:pt x="9173309" y="1753612"/>
                  <a:pt x="9172718" y="1753809"/>
                  <a:pt x="9172718" y="1753809"/>
                </a:cubicBezTo>
                <a:lnTo>
                  <a:pt x="9163654" y="1753809"/>
                </a:lnTo>
                <a:cubicBezTo>
                  <a:pt x="9163326" y="1753809"/>
                  <a:pt x="9162866" y="1753350"/>
                  <a:pt x="9162866" y="1753350"/>
                </a:cubicBezTo>
                <a:lnTo>
                  <a:pt x="9158333" y="1745468"/>
                </a:lnTo>
                <a:cubicBezTo>
                  <a:pt x="9158202" y="1745205"/>
                  <a:pt x="9158333" y="1744614"/>
                  <a:pt x="9158333" y="1744614"/>
                </a:cubicBezTo>
                <a:lnTo>
                  <a:pt x="9162866" y="1736733"/>
                </a:lnTo>
                <a:cubicBezTo>
                  <a:pt x="9163062" y="1736470"/>
                  <a:pt x="9163654" y="1736273"/>
                  <a:pt x="9163654" y="1736273"/>
                </a:cubicBezTo>
                <a:close/>
                <a:moveTo>
                  <a:pt x="1786162" y="1736271"/>
                </a:moveTo>
                <a:lnTo>
                  <a:pt x="1795227" y="1736271"/>
                </a:lnTo>
                <a:cubicBezTo>
                  <a:pt x="1795555" y="1736271"/>
                  <a:pt x="1796015" y="1736731"/>
                  <a:pt x="1796015" y="1736731"/>
                </a:cubicBezTo>
                <a:lnTo>
                  <a:pt x="1800547" y="1744612"/>
                </a:lnTo>
                <a:cubicBezTo>
                  <a:pt x="1800678" y="1744876"/>
                  <a:pt x="1800547" y="1745466"/>
                  <a:pt x="1800547" y="1745466"/>
                </a:cubicBezTo>
                <a:lnTo>
                  <a:pt x="1796015" y="1753349"/>
                </a:lnTo>
                <a:cubicBezTo>
                  <a:pt x="1795818" y="1753610"/>
                  <a:pt x="1795227" y="1753807"/>
                  <a:pt x="1795227" y="1753807"/>
                </a:cubicBezTo>
                <a:lnTo>
                  <a:pt x="1786162" y="1753807"/>
                </a:lnTo>
                <a:cubicBezTo>
                  <a:pt x="1785835" y="1753807"/>
                  <a:pt x="1785374" y="1753349"/>
                  <a:pt x="1785374" y="1753349"/>
                </a:cubicBezTo>
                <a:lnTo>
                  <a:pt x="1780842" y="1745466"/>
                </a:lnTo>
                <a:cubicBezTo>
                  <a:pt x="1780711" y="1745204"/>
                  <a:pt x="1780842" y="1744612"/>
                  <a:pt x="1780842" y="1744612"/>
                </a:cubicBezTo>
                <a:lnTo>
                  <a:pt x="1785374" y="1736731"/>
                </a:lnTo>
                <a:cubicBezTo>
                  <a:pt x="1785571" y="1736468"/>
                  <a:pt x="1786162" y="1736271"/>
                  <a:pt x="1786162" y="1736271"/>
                </a:cubicBezTo>
                <a:close/>
                <a:moveTo>
                  <a:pt x="7637304" y="1736266"/>
                </a:moveTo>
                <a:lnTo>
                  <a:pt x="7646367" y="1736266"/>
                </a:lnTo>
                <a:cubicBezTo>
                  <a:pt x="7646696" y="1736266"/>
                  <a:pt x="7647156" y="1736726"/>
                  <a:pt x="7647156" y="1736726"/>
                </a:cubicBezTo>
                <a:lnTo>
                  <a:pt x="7651687" y="1744607"/>
                </a:lnTo>
                <a:cubicBezTo>
                  <a:pt x="7651819" y="1744870"/>
                  <a:pt x="7651687" y="1745461"/>
                  <a:pt x="7651687" y="1745461"/>
                </a:cubicBezTo>
                <a:lnTo>
                  <a:pt x="7647156" y="1753344"/>
                </a:lnTo>
                <a:cubicBezTo>
                  <a:pt x="7646958" y="1753605"/>
                  <a:pt x="7646367" y="1753802"/>
                  <a:pt x="7646367" y="1753802"/>
                </a:cubicBezTo>
                <a:lnTo>
                  <a:pt x="7637304" y="1753802"/>
                </a:lnTo>
                <a:cubicBezTo>
                  <a:pt x="7636975" y="1753802"/>
                  <a:pt x="7636516" y="1753344"/>
                  <a:pt x="7636516" y="1753344"/>
                </a:cubicBezTo>
                <a:lnTo>
                  <a:pt x="7631983" y="1745461"/>
                </a:lnTo>
                <a:cubicBezTo>
                  <a:pt x="7631851" y="1745199"/>
                  <a:pt x="7631983" y="1744607"/>
                  <a:pt x="7631983" y="1744607"/>
                </a:cubicBezTo>
                <a:lnTo>
                  <a:pt x="7636516" y="1736726"/>
                </a:lnTo>
                <a:cubicBezTo>
                  <a:pt x="7636713" y="1736463"/>
                  <a:pt x="7637304" y="1736266"/>
                  <a:pt x="7637304" y="1736266"/>
                </a:cubicBezTo>
                <a:close/>
                <a:moveTo>
                  <a:pt x="3312837" y="1519373"/>
                </a:moveTo>
                <a:lnTo>
                  <a:pt x="3321901" y="1519373"/>
                </a:lnTo>
                <a:cubicBezTo>
                  <a:pt x="3322228" y="1519373"/>
                  <a:pt x="3322689" y="1519835"/>
                  <a:pt x="3322689" y="1519835"/>
                </a:cubicBezTo>
                <a:lnTo>
                  <a:pt x="3327222" y="1527714"/>
                </a:lnTo>
                <a:cubicBezTo>
                  <a:pt x="3327352" y="1527977"/>
                  <a:pt x="3327222" y="1528568"/>
                  <a:pt x="3327222" y="1528568"/>
                </a:cubicBezTo>
                <a:lnTo>
                  <a:pt x="3322689" y="1536452"/>
                </a:lnTo>
                <a:cubicBezTo>
                  <a:pt x="3322492" y="1536715"/>
                  <a:pt x="3321901" y="1536911"/>
                  <a:pt x="3321901" y="1536911"/>
                </a:cubicBezTo>
                <a:lnTo>
                  <a:pt x="3312837" y="1536911"/>
                </a:lnTo>
                <a:cubicBezTo>
                  <a:pt x="3312506" y="1536911"/>
                  <a:pt x="3312048" y="1536452"/>
                  <a:pt x="3312048" y="1536452"/>
                </a:cubicBezTo>
                <a:lnTo>
                  <a:pt x="3307516" y="1528568"/>
                </a:lnTo>
                <a:cubicBezTo>
                  <a:pt x="3307385" y="1528307"/>
                  <a:pt x="3307516" y="1527714"/>
                  <a:pt x="3307516" y="1527714"/>
                </a:cubicBezTo>
                <a:lnTo>
                  <a:pt x="3312048" y="1519835"/>
                </a:lnTo>
                <a:cubicBezTo>
                  <a:pt x="3312244" y="1519570"/>
                  <a:pt x="3312837" y="1519373"/>
                  <a:pt x="3312837" y="1519373"/>
                </a:cubicBezTo>
                <a:close/>
                <a:moveTo>
                  <a:pt x="9672481" y="1519370"/>
                </a:moveTo>
                <a:lnTo>
                  <a:pt x="9681545" y="1519370"/>
                </a:lnTo>
                <a:cubicBezTo>
                  <a:pt x="9681872" y="1519370"/>
                  <a:pt x="9682333" y="1519830"/>
                  <a:pt x="9682333" y="1519830"/>
                </a:cubicBezTo>
                <a:lnTo>
                  <a:pt x="9686865" y="1527710"/>
                </a:lnTo>
                <a:cubicBezTo>
                  <a:pt x="9686996" y="1527974"/>
                  <a:pt x="9686865" y="1528565"/>
                  <a:pt x="9686865" y="1528565"/>
                </a:cubicBezTo>
                <a:lnTo>
                  <a:pt x="9682333" y="1536448"/>
                </a:lnTo>
                <a:cubicBezTo>
                  <a:pt x="9682136" y="1536711"/>
                  <a:pt x="9681545" y="1536906"/>
                  <a:pt x="9681545" y="1536906"/>
                </a:cubicBezTo>
                <a:lnTo>
                  <a:pt x="9672481" y="1536906"/>
                </a:lnTo>
                <a:cubicBezTo>
                  <a:pt x="9672152" y="1536906"/>
                  <a:pt x="9671693" y="1536448"/>
                  <a:pt x="9671693" y="1536448"/>
                </a:cubicBezTo>
                <a:lnTo>
                  <a:pt x="9667160" y="1528565"/>
                </a:lnTo>
                <a:cubicBezTo>
                  <a:pt x="9667030" y="1528302"/>
                  <a:pt x="9667160" y="1527710"/>
                  <a:pt x="9667160" y="1527710"/>
                </a:cubicBezTo>
                <a:lnTo>
                  <a:pt x="9671693" y="1519830"/>
                </a:lnTo>
                <a:cubicBezTo>
                  <a:pt x="9671890" y="1519566"/>
                  <a:pt x="9672481" y="1519370"/>
                  <a:pt x="9672481" y="1519370"/>
                </a:cubicBezTo>
                <a:close/>
                <a:moveTo>
                  <a:pt x="1531980" y="1519369"/>
                </a:moveTo>
                <a:lnTo>
                  <a:pt x="1541043" y="1519369"/>
                </a:lnTo>
                <a:cubicBezTo>
                  <a:pt x="1541373" y="1519369"/>
                  <a:pt x="1541831" y="1519827"/>
                  <a:pt x="1541831" y="1519827"/>
                </a:cubicBezTo>
                <a:lnTo>
                  <a:pt x="1546364" y="1527710"/>
                </a:lnTo>
                <a:cubicBezTo>
                  <a:pt x="1546496" y="1527972"/>
                  <a:pt x="1546364" y="1528564"/>
                  <a:pt x="1546364" y="1528564"/>
                </a:cubicBezTo>
                <a:lnTo>
                  <a:pt x="1541831" y="1536447"/>
                </a:lnTo>
                <a:cubicBezTo>
                  <a:pt x="1541634" y="1536709"/>
                  <a:pt x="1541043" y="1536906"/>
                  <a:pt x="1541043" y="1536906"/>
                </a:cubicBezTo>
                <a:lnTo>
                  <a:pt x="1531980" y="1536906"/>
                </a:lnTo>
                <a:cubicBezTo>
                  <a:pt x="1531651" y="1536906"/>
                  <a:pt x="1531194" y="1536447"/>
                  <a:pt x="1531194" y="1536447"/>
                </a:cubicBezTo>
                <a:lnTo>
                  <a:pt x="1526658" y="1528564"/>
                </a:lnTo>
                <a:cubicBezTo>
                  <a:pt x="1526528" y="1528300"/>
                  <a:pt x="1526658" y="1527710"/>
                  <a:pt x="1526658" y="1527710"/>
                </a:cubicBezTo>
                <a:lnTo>
                  <a:pt x="1531194" y="1519827"/>
                </a:lnTo>
                <a:cubicBezTo>
                  <a:pt x="1531391" y="1519566"/>
                  <a:pt x="1531980" y="1519369"/>
                  <a:pt x="1531980" y="1519369"/>
                </a:cubicBezTo>
                <a:close/>
                <a:moveTo>
                  <a:pt x="7891684" y="1519367"/>
                </a:moveTo>
                <a:lnTo>
                  <a:pt x="7900748" y="1519367"/>
                </a:lnTo>
                <a:cubicBezTo>
                  <a:pt x="7901076" y="1519367"/>
                  <a:pt x="7901536" y="1519826"/>
                  <a:pt x="7901536" y="1519826"/>
                </a:cubicBezTo>
                <a:lnTo>
                  <a:pt x="7906067" y="1527709"/>
                </a:lnTo>
                <a:cubicBezTo>
                  <a:pt x="7906199" y="1527970"/>
                  <a:pt x="7906067" y="1528562"/>
                  <a:pt x="7906067" y="1528562"/>
                </a:cubicBezTo>
                <a:lnTo>
                  <a:pt x="7901536" y="1536445"/>
                </a:lnTo>
                <a:cubicBezTo>
                  <a:pt x="7901339" y="1536708"/>
                  <a:pt x="7900748" y="1536905"/>
                  <a:pt x="7900748" y="1536905"/>
                </a:cubicBezTo>
                <a:lnTo>
                  <a:pt x="7891684" y="1536905"/>
                </a:lnTo>
                <a:cubicBezTo>
                  <a:pt x="7891355" y="1536905"/>
                  <a:pt x="7890896" y="1536445"/>
                  <a:pt x="7890896" y="1536445"/>
                </a:cubicBezTo>
                <a:lnTo>
                  <a:pt x="7886363" y="1528562"/>
                </a:lnTo>
                <a:cubicBezTo>
                  <a:pt x="7886233" y="1528299"/>
                  <a:pt x="7886363" y="1527709"/>
                  <a:pt x="7886363" y="1527709"/>
                </a:cubicBezTo>
                <a:lnTo>
                  <a:pt x="7890896" y="1519826"/>
                </a:lnTo>
                <a:cubicBezTo>
                  <a:pt x="7891093" y="1519564"/>
                  <a:pt x="7891684" y="1519367"/>
                  <a:pt x="7891684" y="1519367"/>
                </a:cubicBezTo>
                <a:close/>
                <a:moveTo>
                  <a:pt x="8400511" y="1519365"/>
                </a:moveTo>
                <a:lnTo>
                  <a:pt x="8409575" y="1519365"/>
                </a:lnTo>
                <a:cubicBezTo>
                  <a:pt x="8409904" y="1519365"/>
                  <a:pt x="8410363" y="1519824"/>
                  <a:pt x="8410363" y="1519824"/>
                </a:cubicBezTo>
                <a:lnTo>
                  <a:pt x="8414896" y="1527707"/>
                </a:lnTo>
                <a:cubicBezTo>
                  <a:pt x="8415027" y="1527969"/>
                  <a:pt x="8414896" y="1528560"/>
                  <a:pt x="8414896" y="1528560"/>
                </a:cubicBezTo>
                <a:lnTo>
                  <a:pt x="8410363" y="1536443"/>
                </a:lnTo>
                <a:cubicBezTo>
                  <a:pt x="8410166" y="1536706"/>
                  <a:pt x="8409575" y="1536904"/>
                  <a:pt x="8409575" y="1536904"/>
                </a:cubicBezTo>
                <a:lnTo>
                  <a:pt x="8400511" y="1536904"/>
                </a:lnTo>
                <a:cubicBezTo>
                  <a:pt x="8400184" y="1536904"/>
                  <a:pt x="8399723" y="1536443"/>
                  <a:pt x="8399723" y="1536443"/>
                </a:cubicBezTo>
                <a:lnTo>
                  <a:pt x="8395191" y="1528560"/>
                </a:lnTo>
                <a:cubicBezTo>
                  <a:pt x="8395060" y="1528298"/>
                  <a:pt x="8395191" y="1527707"/>
                  <a:pt x="8395191" y="1527707"/>
                </a:cubicBezTo>
                <a:lnTo>
                  <a:pt x="8399723" y="1519824"/>
                </a:lnTo>
                <a:cubicBezTo>
                  <a:pt x="8399920" y="1519563"/>
                  <a:pt x="8400511" y="1519365"/>
                  <a:pt x="8400511" y="1519365"/>
                </a:cubicBezTo>
                <a:close/>
                <a:moveTo>
                  <a:pt x="9163654" y="1519363"/>
                </a:moveTo>
                <a:lnTo>
                  <a:pt x="9172718" y="1519363"/>
                </a:lnTo>
                <a:cubicBezTo>
                  <a:pt x="9173046" y="1519363"/>
                  <a:pt x="9173506" y="1519824"/>
                  <a:pt x="9173506" y="1519824"/>
                </a:cubicBezTo>
                <a:lnTo>
                  <a:pt x="9178038" y="1527705"/>
                </a:lnTo>
                <a:cubicBezTo>
                  <a:pt x="9178169" y="1527968"/>
                  <a:pt x="9178038" y="1528559"/>
                  <a:pt x="9178038" y="1528559"/>
                </a:cubicBezTo>
                <a:lnTo>
                  <a:pt x="9173506" y="1536441"/>
                </a:lnTo>
                <a:cubicBezTo>
                  <a:pt x="9173309" y="1536704"/>
                  <a:pt x="9172718" y="1536901"/>
                  <a:pt x="9172718" y="1536901"/>
                </a:cubicBezTo>
                <a:lnTo>
                  <a:pt x="9163654" y="1536901"/>
                </a:lnTo>
                <a:cubicBezTo>
                  <a:pt x="9163326" y="1536901"/>
                  <a:pt x="9162866" y="1536441"/>
                  <a:pt x="9162866" y="1536441"/>
                </a:cubicBezTo>
                <a:lnTo>
                  <a:pt x="9158333" y="1528559"/>
                </a:lnTo>
                <a:cubicBezTo>
                  <a:pt x="9158202" y="1528297"/>
                  <a:pt x="9158333" y="1527705"/>
                  <a:pt x="9158333" y="1527705"/>
                </a:cubicBezTo>
                <a:lnTo>
                  <a:pt x="9162866" y="1519824"/>
                </a:lnTo>
                <a:cubicBezTo>
                  <a:pt x="9163062" y="1519560"/>
                  <a:pt x="9163654" y="1519363"/>
                  <a:pt x="9163654" y="1519363"/>
                </a:cubicBezTo>
                <a:close/>
                <a:moveTo>
                  <a:pt x="9418035" y="1519362"/>
                </a:moveTo>
                <a:lnTo>
                  <a:pt x="9427099" y="1519362"/>
                </a:lnTo>
                <a:cubicBezTo>
                  <a:pt x="9427427" y="1519362"/>
                  <a:pt x="9427887" y="1519824"/>
                  <a:pt x="9427887" y="1519824"/>
                </a:cubicBezTo>
                <a:lnTo>
                  <a:pt x="9432419" y="1527704"/>
                </a:lnTo>
                <a:cubicBezTo>
                  <a:pt x="9432550" y="1527968"/>
                  <a:pt x="9432419" y="1528558"/>
                  <a:pt x="9432419" y="1528558"/>
                </a:cubicBezTo>
                <a:lnTo>
                  <a:pt x="9427887" y="1536441"/>
                </a:lnTo>
                <a:cubicBezTo>
                  <a:pt x="9427690" y="1536703"/>
                  <a:pt x="9427099" y="1536900"/>
                  <a:pt x="9427099" y="1536900"/>
                </a:cubicBezTo>
                <a:lnTo>
                  <a:pt x="9418035" y="1536900"/>
                </a:lnTo>
                <a:cubicBezTo>
                  <a:pt x="9417707" y="1536900"/>
                  <a:pt x="9417247" y="1536441"/>
                  <a:pt x="9417247" y="1536441"/>
                </a:cubicBezTo>
                <a:lnTo>
                  <a:pt x="9412714" y="1528558"/>
                </a:lnTo>
                <a:cubicBezTo>
                  <a:pt x="9412583" y="1528296"/>
                  <a:pt x="9412714" y="1527704"/>
                  <a:pt x="9412714" y="1527704"/>
                </a:cubicBezTo>
                <a:lnTo>
                  <a:pt x="9417247" y="1519824"/>
                </a:lnTo>
                <a:cubicBezTo>
                  <a:pt x="9417444" y="1519560"/>
                  <a:pt x="9418035" y="1519362"/>
                  <a:pt x="9418035" y="1519362"/>
                </a:cubicBezTo>
                <a:close/>
                <a:moveTo>
                  <a:pt x="5602126" y="1519362"/>
                </a:moveTo>
                <a:lnTo>
                  <a:pt x="5611191" y="1519362"/>
                </a:lnTo>
                <a:cubicBezTo>
                  <a:pt x="5611519" y="1519362"/>
                  <a:pt x="5611979" y="1519822"/>
                  <a:pt x="5611979" y="1519822"/>
                </a:cubicBezTo>
                <a:lnTo>
                  <a:pt x="5616511" y="1527703"/>
                </a:lnTo>
                <a:cubicBezTo>
                  <a:pt x="5616642" y="1527967"/>
                  <a:pt x="5616511" y="1528557"/>
                  <a:pt x="5616511" y="1528557"/>
                </a:cubicBezTo>
                <a:lnTo>
                  <a:pt x="5611979" y="1536440"/>
                </a:lnTo>
                <a:cubicBezTo>
                  <a:pt x="5611782" y="1536702"/>
                  <a:pt x="5611191" y="1536900"/>
                  <a:pt x="5611191" y="1536900"/>
                </a:cubicBezTo>
                <a:lnTo>
                  <a:pt x="5602126" y="1536900"/>
                </a:lnTo>
                <a:cubicBezTo>
                  <a:pt x="5601798" y="1536900"/>
                  <a:pt x="5601338" y="1536440"/>
                  <a:pt x="5601338" y="1536440"/>
                </a:cubicBezTo>
                <a:lnTo>
                  <a:pt x="5596807" y="1528557"/>
                </a:lnTo>
                <a:cubicBezTo>
                  <a:pt x="5596675" y="1528295"/>
                  <a:pt x="5596807" y="1527703"/>
                  <a:pt x="5596807" y="1527703"/>
                </a:cubicBezTo>
                <a:lnTo>
                  <a:pt x="5601338" y="1519822"/>
                </a:lnTo>
                <a:cubicBezTo>
                  <a:pt x="5601536" y="1519559"/>
                  <a:pt x="5602126" y="1519362"/>
                  <a:pt x="5602126" y="1519362"/>
                </a:cubicBezTo>
                <a:close/>
                <a:moveTo>
                  <a:pt x="1023202" y="1519361"/>
                </a:moveTo>
                <a:lnTo>
                  <a:pt x="1032268" y="1519361"/>
                </a:lnTo>
                <a:cubicBezTo>
                  <a:pt x="1032595" y="1519361"/>
                  <a:pt x="1033053" y="1519821"/>
                  <a:pt x="1033053" y="1519821"/>
                </a:cubicBezTo>
                <a:lnTo>
                  <a:pt x="1037585" y="1527702"/>
                </a:lnTo>
                <a:cubicBezTo>
                  <a:pt x="1037719" y="1527965"/>
                  <a:pt x="1037585" y="1528557"/>
                  <a:pt x="1037585" y="1528557"/>
                </a:cubicBezTo>
                <a:lnTo>
                  <a:pt x="1033053" y="1536440"/>
                </a:lnTo>
                <a:cubicBezTo>
                  <a:pt x="1032859" y="1536702"/>
                  <a:pt x="1032268" y="1536899"/>
                  <a:pt x="1032268" y="1536899"/>
                </a:cubicBezTo>
                <a:lnTo>
                  <a:pt x="1023202" y="1536899"/>
                </a:lnTo>
                <a:cubicBezTo>
                  <a:pt x="1022873" y="1536899"/>
                  <a:pt x="1022413" y="1536440"/>
                  <a:pt x="1022413" y="1536440"/>
                </a:cubicBezTo>
                <a:lnTo>
                  <a:pt x="1017882" y="1528557"/>
                </a:lnTo>
                <a:cubicBezTo>
                  <a:pt x="1017749" y="1528294"/>
                  <a:pt x="1017882" y="1527702"/>
                  <a:pt x="1017882" y="1527702"/>
                </a:cubicBezTo>
                <a:lnTo>
                  <a:pt x="1022413" y="1519821"/>
                </a:lnTo>
                <a:cubicBezTo>
                  <a:pt x="1022613" y="1519558"/>
                  <a:pt x="1023202" y="1519361"/>
                  <a:pt x="1023202" y="1519361"/>
                </a:cubicBezTo>
                <a:close/>
                <a:moveTo>
                  <a:pt x="514370" y="1519357"/>
                </a:moveTo>
                <a:lnTo>
                  <a:pt x="523433" y="1519357"/>
                </a:lnTo>
                <a:cubicBezTo>
                  <a:pt x="523761" y="1519357"/>
                  <a:pt x="524222" y="1519816"/>
                  <a:pt x="524222" y="1519816"/>
                </a:cubicBezTo>
                <a:lnTo>
                  <a:pt x="528753" y="1527698"/>
                </a:lnTo>
                <a:cubicBezTo>
                  <a:pt x="528884" y="1527960"/>
                  <a:pt x="528753" y="1528552"/>
                  <a:pt x="528753" y="1528552"/>
                </a:cubicBezTo>
                <a:lnTo>
                  <a:pt x="524222" y="1536434"/>
                </a:lnTo>
                <a:cubicBezTo>
                  <a:pt x="524025" y="1536699"/>
                  <a:pt x="523433" y="1536894"/>
                  <a:pt x="523433" y="1536894"/>
                </a:cubicBezTo>
                <a:lnTo>
                  <a:pt x="514370" y="1536894"/>
                </a:lnTo>
                <a:cubicBezTo>
                  <a:pt x="514041" y="1536894"/>
                  <a:pt x="513582" y="1536434"/>
                  <a:pt x="513582" y="1536434"/>
                </a:cubicBezTo>
                <a:lnTo>
                  <a:pt x="509049" y="1528552"/>
                </a:lnTo>
                <a:cubicBezTo>
                  <a:pt x="508918" y="1528288"/>
                  <a:pt x="509049" y="1527698"/>
                  <a:pt x="509049" y="1527698"/>
                </a:cubicBezTo>
                <a:lnTo>
                  <a:pt x="513582" y="1519816"/>
                </a:lnTo>
                <a:cubicBezTo>
                  <a:pt x="513779" y="1519554"/>
                  <a:pt x="514370" y="1519357"/>
                  <a:pt x="514370" y="1519357"/>
                </a:cubicBezTo>
                <a:close/>
                <a:moveTo>
                  <a:pt x="4584538" y="1519344"/>
                </a:moveTo>
                <a:lnTo>
                  <a:pt x="4593603" y="1519344"/>
                </a:lnTo>
                <a:cubicBezTo>
                  <a:pt x="4593932" y="1519344"/>
                  <a:pt x="4594390" y="1519804"/>
                  <a:pt x="4594390" y="1519804"/>
                </a:cubicBezTo>
                <a:lnTo>
                  <a:pt x="4598922" y="1527687"/>
                </a:lnTo>
                <a:cubicBezTo>
                  <a:pt x="4599054" y="1527949"/>
                  <a:pt x="4598922" y="1528540"/>
                  <a:pt x="4598922" y="1528540"/>
                </a:cubicBezTo>
                <a:lnTo>
                  <a:pt x="4594390" y="1536423"/>
                </a:lnTo>
                <a:cubicBezTo>
                  <a:pt x="4594193" y="1536685"/>
                  <a:pt x="4593603" y="1536884"/>
                  <a:pt x="4593603" y="1536884"/>
                </a:cubicBezTo>
                <a:lnTo>
                  <a:pt x="4584538" y="1536884"/>
                </a:lnTo>
                <a:cubicBezTo>
                  <a:pt x="4584210" y="1536884"/>
                  <a:pt x="4583749" y="1536423"/>
                  <a:pt x="4583749" y="1536423"/>
                </a:cubicBezTo>
                <a:lnTo>
                  <a:pt x="4579218" y="1528540"/>
                </a:lnTo>
                <a:cubicBezTo>
                  <a:pt x="4579087" y="1528277"/>
                  <a:pt x="4579218" y="1527687"/>
                  <a:pt x="4579218" y="1527687"/>
                </a:cubicBezTo>
                <a:lnTo>
                  <a:pt x="4583749" y="1519804"/>
                </a:lnTo>
                <a:cubicBezTo>
                  <a:pt x="4583948" y="1519543"/>
                  <a:pt x="4584538" y="1519344"/>
                  <a:pt x="4584538" y="1519344"/>
                </a:cubicBezTo>
                <a:close/>
                <a:moveTo>
                  <a:pt x="6110888" y="1519343"/>
                </a:moveTo>
                <a:lnTo>
                  <a:pt x="6119953" y="1519343"/>
                </a:lnTo>
                <a:cubicBezTo>
                  <a:pt x="6120280" y="1519343"/>
                  <a:pt x="6120740" y="1519803"/>
                  <a:pt x="6120740" y="1519803"/>
                </a:cubicBezTo>
                <a:lnTo>
                  <a:pt x="6125272" y="1527684"/>
                </a:lnTo>
                <a:cubicBezTo>
                  <a:pt x="6125403" y="1527947"/>
                  <a:pt x="6125272" y="1528537"/>
                  <a:pt x="6125272" y="1528537"/>
                </a:cubicBezTo>
                <a:lnTo>
                  <a:pt x="6120740" y="1536420"/>
                </a:lnTo>
                <a:cubicBezTo>
                  <a:pt x="6120543" y="1536683"/>
                  <a:pt x="6119953" y="1536880"/>
                  <a:pt x="6119953" y="1536880"/>
                </a:cubicBezTo>
                <a:lnTo>
                  <a:pt x="6110888" y="1536880"/>
                </a:lnTo>
                <a:cubicBezTo>
                  <a:pt x="6110560" y="1536880"/>
                  <a:pt x="6110101" y="1536420"/>
                  <a:pt x="6110101" y="1536420"/>
                </a:cubicBezTo>
                <a:lnTo>
                  <a:pt x="6105567" y="1528537"/>
                </a:lnTo>
                <a:cubicBezTo>
                  <a:pt x="6105436" y="1528275"/>
                  <a:pt x="6105567" y="1527684"/>
                  <a:pt x="6105567" y="1527684"/>
                </a:cubicBezTo>
                <a:lnTo>
                  <a:pt x="6110101" y="1519803"/>
                </a:lnTo>
                <a:cubicBezTo>
                  <a:pt x="6110296" y="1519539"/>
                  <a:pt x="6110888" y="1519343"/>
                  <a:pt x="6110888" y="1519343"/>
                </a:cubicBezTo>
                <a:close/>
                <a:moveTo>
                  <a:pt x="2803911" y="1519343"/>
                </a:moveTo>
                <a:lnTo>
                  <a:pt x="2812976" y="1519343"/>
                </a:lnTo>
                <a:cubicBezTo>
                  <a:pt x="2813304" y="1519343"/>
                  <a:pt x="2813764" y="1519804"/>
                  <a:pt x="2813764" y="1519804"/>
                </a:cubicBezTo>
                <a:lnTo>
                  <a:pt x="2818296" y="1527685"/>
                </a:lnTo>
                <a:cubicBezTo>
                  <a:pt x="2818428" y="1527948"/>
                  <a:pt x="2818296" y="1528539"/>
                  <a:pt x="2818296" y="1528539"/>
                </a:cubicBezTo>
                <a:lnTo>
                  <a:pt x="2813764" y="1536421"/>
                </a:lnTo>
                <a:cubicBezTo>
                  <a:pt x="2813567" y="1536684"/>
                  <a:pt x="2812976" y="1536881"/>
                  <a:pt x="2812976" y="1536881"/>
                </a:cubicBezTo>
                <a:lnTo>
                  <a:pt x="2803911" y="1536881"/>
                </a:lnTo>
                <a:cubicBezTo>
                  <a:pt x="2803583" y="1536881"/>
                  <a:pt x="2803123" y="1536421"/>
                  <a:pt x="2803123" y="1536421"/>
                </a:cubicBezTo>
                <a:lnTo>
                  <a:pt x="2798591" y="1528539"/>
                </a:lnTo>
                <a:cubicBezTo>
                  <a:pt x="2798460" y="1528276"/>
                  <a:pt x="2798591" y="1527685"/>
                  <a:pt x="2798591" y="1527685"/>
                </a:cubicBezTo>
                <a:lnTo>
                  <a:pt x="2803123" y="1519804"/>
                </a:lnTo>
                <a:cubicBezTo>
                  <a:pt x="2803322" y="1519540"/>
                  <a:pt x="2803911" y="1519343"/>
                  <a:pt x="2803911" y="1519343"/>
                </a:cubicBezTo>
                <a:close/>
                <a:moveTo>
                  <a:pt x="4838919" y="1519342"/>
                </a:moveTo>
                <a:lnTo>
                  <a:pt x="4847982" y="1519342"/>
                </a:lnTo>
                <a:cubicBezTo>
                  <a:pt x="4848311" y="1519342"/>
                  <a:pt x="4848772" y="1519803"/>
                  <a:pt x="4848772" y="1519803"/>
                </a:cubicBezTo>
                <a:lnTo>
                  <a:pt x="4853303" y="1527683"/>
                </a:lnTo>
                <a:cubicBezTo>
                  <a:pt x="4853435" y="1527947"/>
                  <a:pt x="4853303" y="1528537"/>
                  <a:pt x="4853303" y="1528537"/>
                </a:cubicBezTo>
                <a:lnTo>
                  <a:pt x="4848772" y="1536420"/>
                </a:lnTo>
                <a:cubicBezTo>
                  <a:pt x="4848575" y="1536683"/>
                  <a:pt x="4847982" y="1536879"/>
                  <a:pt x="4847982" y="1536879"/>
                </a:cubicBezTo>
                <a:lnTo>
                  <a:pt x="4838919" y="1536879"/>
                </a:lnTo>
                <a:cubicBezTo>
                  <a:pt x="4838590" y="1536879"/>
                  <a:pt x="4838132" y="1536420"/>
                  <a:pt x="4838132" y="1536420"/>
                </a:cubicBezTo>
                <a:lnTo>
                  <a:pt x="4833598" y="1528537"/>
                </a:lnTo>
                <a:cubicBezTo>
                  <a:pt x="4833467" y="1528275"/>
                  <a:pt x="4833598" y="1527683"/>
                  <a:pt x="4833598" y="1527683"/>
                </a:cubicBezTo>
                <a:lnTo>
                  <a:pt x="4838132" y="1519803"/>
                </a:lnTo>
                <a:cubicBezTo>
                  <a:pt x="4838328" y="1519539"/>
                  <a:pt x="4838919" y="1519342"/>
                  <a:pt x="4838919" y="1519342"/>
                </a:cubicBezTo>
                <a:close/>
                <a:moveTo>
                  <a:pt x="5583" y="1519340"/>
                </a:moveTo>
                <a:lnTo>
                  <a:pt x="14645" y="1519340"/>
                </a:lnTo>
                <a:cubicBezTo>
                  <a:pt x="14974" y="1519340"/>
                  <a:pt x="15433" y="1519798"/>
                  <a:pt x="15433" y="1519798"/>
                </a:cubicBezTo>
                <a:lnTo>
                  <a:pt x="19965" y="1527680"/>
                </a:lnTo>
                <a:cubicBezTo>
                  <a:pt x="20097" y="1527943"/>
                  <a:pt x="19965" y="1528535"/>
                  <a:pt x="19965" y="1528535"/>
                </a:cubicBezTo>
                <a:lnTo>
                  <a:pt x="15433" y="1536416"/>
                </a:lnTo>
                <a:cubicBezTo>
                  <a:pt x="15236" y="1536680"/>
                  <a:pt x="14645" y="1536877"/>
                  <a:pt x="14645" y="1536877"/>
                </a:cubicBezTo>
                <a:lnTo>
                  <a:pt x="5583" y="1536877"/>
                </a:lnTo>
                <a:cubicBezTo>
                  <a:pt x="5252" y="1536877"/>
                  <a:pt x="4793" y="1536416"/>
                  <a:pt x="4793" y="1536416"/>
                </a:cubicBezTo>
                <a:lnTo>
                  <a:pt x="262" y="1528535"/>
                </a:lnTo>
                <a:cubicBezTo>
                  <a:pt x="130" y="1528271"/>
                  <a:pt x="262" y="1527680"/>
                  <a:pt x="262" y="1527680"/>
                </a:cubicBezTo>
                <a:lnTo>
                  <a:pt x="4793" y="1519798"/>
                </a:lnTo>
                <a:cubicBezTo>
                  <a:pt x="4989" y="1519536"/>
                  <a:pt x="5583" y="1519340"/>
                  <a:pt x="5583" y="1519340"/>
                </a:cubicBezTo>
                <a:close/>
                <a:moveTo>
                  <a:pt x="7128477" y="1519338"/>
                </a:moveTo>
                <a:lnTo>
                  <a:pt x="7137540" y="1519338"/>
                </a:lnTo>
                <a:cubicBezTo>
                  <a:pt x="7137869" y="1519338"/>
                  <a:pt x="7138328" y="1519797"/>
                  <a:pt x="7138328" y="1519797"/>
                </a:cubicBezTo>
                <a:lnTo>
                  <a:pt x="7142860" y="1527679"/>
                </a:lnTo>
                <a:cubicBezTo>
                  <a:pt x="7142992" y="1527941"/>
                  <a:pt x="7142860" y="1528534"/>
                  <a:pt x="7142860" y="1528534"/>
                </a:cubicBezTo>
                <a:lnTo>
                  <a:pt x="7138328" y="1536416"/>
                </a:lnTo>
                <a:cubicBezTo>
                  <a:pt x="7138131" y="1536679"/>
                  <a:pt x="7137540" y="1536875"/>
                  <a:pt x="7137540" y="1536875"/>
                </a:cubicBezTo>
                <a:lnTo>
                  <a:pt x="7128477" y="1536875"/>
                </a:lnTo>
                <a:cubicBezTo>
                  <a:pt x="7128148" y="1536875"/>
                  <a:pt x="7127689" y="1536416"/>
                  <a:pt x="7127689" y="1536416"/>
                </a:cubicBezTo>
                <a:lnTo>
                  <a:pt x="7123156" y="1528534"/>
                </a:lnTo>
                <a:cubicBezTo>
                  <a:pt x="7123024" y="1528270"/>
                  <a:pt x="7123156" y="1527679"/>
                  <a:pt x="7123156" y="1527679"/>
                </a:cubicBezTo>
                <a:lnTo>
                  <a:pt x="7127689" y="1519797"/>
                </a:lnTo>
                <a:cubicBezTo>
                  <a:pt x="7127885" y="1519535"/>
                  <a:pt x="7128477" y="1519338"/>
                  <a:pt x="7128477" y="1519338"/>
                </a:cubicBezTo>
                <a:close/>
                <a:moveTo>
                  <a:pt x="4330157" y="1519333"/>
                </a:moveTo>
                <a:lnTo>
                  <a:pt x="4339222" y="1519333"/>
                </a:lnTo>
                <a:cubicBezTo>
                  <a:pt x="4339550" y="1519333"/>
                  <a:pt x="4340010" y="1519793"/>
                  <a:pt x="4340010" y="1519793"/>
                </a:cubicBezTo>
                <a:lnTo>
                  <a:pt x="4344540" y="1527674"/>
                </a:lnTo>
                <a:cubicBezTo>
                  <a:pt x="4344672" y="1527937"/>
                  <a:pt x="4344540" y="1528528"/>
                  <a:pt x="4344540" y="1528528"/>
                </a:cubicBezTo>
                <a:lnTo>
                  <a:pt x="4340010" y="1536411"/>
                </a:lnTo>
                <a:cubicBezTo>
                  <a:pt x="4339812" y="1536674"/>
                  <a:pt x="4339222" y="1536870"/>
                  <a:pt x="4339222" y="1536870"/>
                </a:cubicBezTo>
                <a:lnTo>
                  <a:pt x="4330157" y="1536870"/>
                </a:lnTo>
                <a:cubicBezTo>
                  <a:pt x="4329829" y="1536870"/>
                  <a:pt x="4329369" y="1536411"/>
                  <a:pt x="4329369" y="1536411"/>
                </a:cubicBezTo>
                <a:lnTo>
                  <a:pt x="4324836" y="1528528"/>
                </a:lnTo>
                <a:cubicBezTo>
                  <a:pt x="4324706" y="1528267"/>
                  <a:pt x="4324836" y="1527674"/>
                  <a:pt x="4324836" y="1527674"/>
                </a:cubicBezTo>
                <a:lnTo>
                  <a:pt x="4329369" y="1519793"/>
                </a:lnTo>
                <a:cubicBezTo>
                  <a:pt x="4329565" y="1519530"/>
                  <a:pt x="4330157" y="1519333"/>
                  <a:pt x="4330157" y="1519333"/>
                </a:cubicBezTo>
                <a:close/>
                <a:moveTo>
                  <a:pt x="7382923" y="1519329"/>
                </a:moveTo>
                <a:lnTo>
                  <a:pt x="7391987" y="1519329"/>
                </a:lnTo>
                <a:cubicBezTo>
                  <a:pt x="7392315" y="1519329"/>
                  <a:pt x="7392775" y="1519790"/>
                  <a:pt x="7392775" y="1519790"/>
                </a:cubicBezTo>
                <a:lnTo>
                  <a:pt x="7397307" y="1527671"/>
                </a:lnTo>
                <a:cubicBezTo>
                  <a:pt x="7397438" y="1527934"/>
                  <a:pt x="7397307" y="1528525"/>
                  <a:pt x="7397307" y="1528525"/>
                </a:cubicBezTo>
                <a:lnTo>
                  <a:pt x="7392775" y="1536407"/>
                </a:lnTo>
                <a:cubicBezTo>
                  <a:pt x="7392578" y="1536670"/>
                  <a:pt x="7391987" y="1536866"/>
                  <a:pt x="7391987" y="1536866"/>
                </a:cubicBezTo>
                <a:lnTo>
                  <a:pt x="7382923" y="1536866"/>
                </a:lnTo>
                <a:cubicBezTo>
                  <a:pt x="7382595" y="1536866"/>
                  <a:pt x="7382135" y="1536407"/>
                  <a:pt x="7382135" y="1536407"/>
                </a:cubicBezTo>
                <a:lnTo>
                  <a:pt x="7377602" y="1528525"/>
                </a:lnTo>
                <a:cubicBezTo>
                  <a:pt x="7377471" y="1528262"/>
                  <a:pt x="7377602" y="1527671"/>
                  <a:pt x="7377602" y="1527671"/>
                </a:cubicBezTo>
                <a:lnTo>
                  <a:pt x="7382135" y="1519790"/>
                </a:lnTo>
                <a:cubicBezTo>
                  <a:pt x="7382331" y="1519526"/>
                  <a:pt x="7382923" y="1519329"/>
                  <a:pt x="7382923" y="1519329"/>
                </a:cubicBezTo>
                <a:close/>
                <a:moveTo>
                  <a:pt x="5347746" y="1519329"/>
                </a:moveTo>
                <a:lnTo>
                  <a:pt x="5356810" y="1519329"/>
                </a:lnTo>
                <a:cubicBezTo>
                  <a:pt x="5357138" y="1519329"/>
                  <a:pt x="5357598" y="1519790"/>
                  <a:pt x="5357598" y="1519790"/>
                </a:cubicBezTo>
                <a:lnTo>
                  <a:pt x="5362130" y="1527670"/>
                </a:lnTo>
                <a:cubicBezTo>
                  <a:pt x="5362261" y="1527934"/>
                  <a:pt x="5362130" y="1528524"/>
                  <a:pt x="5362130" y="1528524"/>
                </a:cubicBezTo>
                <a:lnTo>
                  <a:pt x="5357598" y="1536407"/>
                </a:lnTo>
                <a:cubicBezTo>
                  <a:pt x="5357401" y="1536669"/>
                  <a:pt x="5356810" y="1536866"/>
                  <a:pt x="5356810" y="1536866"/>
                </a:cubicBezTo>
                <a:lnTo>
                  <a:pt x="5347746" y="1536866"/>
                </a:lnTo>
                <a:cubicBezTo>
                  <a:pt x="5347418" y="1536866"/>
                  <a:pt x="5346958" y="1536407"/>
                  <a:pt x="5346958" y="1536407"/>
                </a:cubicBezTo>
                <a:lnTo>
                  <a:pt x="5342425" y="1528524"/>
                </a:lnTo>
                <a:cubicBezTo>
                  <a:pt x="5342295" y="1528262"/>
                  <a:pt x="5342425" y="1527670"/>
                  <a:pt x="5342425" y="1527670"/>
                </a:cubicBezTo>
                <a:lnTo>
                  <a:pt x="5346958" y="1519790"/>
                </a:lnTo>
                <a:cubicBezTo>
                  <a:pt x="5347154" y="1519526"/>
                  <a:pt x="5347746" y="1519329"/>
                  <a:pt x="5347746" y="1519329"/>
                </a:cubicBezTo>
                <a:close/>
                <a:moveTo>
                  <a:pt x="3058339" y="1519329"/>
                </a:moveTo>
                <a:lnTo>
                  <a:pt x="3067405" y="1519329"/>
                </a:lnTo>
                <a:cubicBezTo>
                  <a:pt x="3067733" y="1519329"/>
                  <a:pt x="3068192" y="1519789"/>
                  <a:pt x="3068192" y="1519789"/>
                </a:cubicBezTo>
                <a:lnTo>
                  <a:pt x="3072725" y="1527670"/>
                </a:lnTo>
                <a:cubicBezTo>
                  <a:pt x="3072855" y="1527933"/>
                  <a:pt x="3072725" y="1528524"/>
                  <a:pt x="3072725" y="1528524"/>
                </a:cubicBezTo>
                <a:lnTo>
                  <a:pt x="3068192" y="1536406"/>
                </a:lnTo>
                <a:cubicBezTo>
                  <a:pt x="3067995" y="1536669"/>
                  <a:pt x="3067405" y="1536866"/>
                  <a:pt x="3067405" y="1536866"/>
                </a:cubicBezTo>
                <a:lnTo>
                  <a:pt x="3058339" y="1536866"/>
                </a:lnTo>
                <a:cubicBezTo>
                  <a:pt x="3058011" y="1536866"/>
                  <a:pt x="3057551" y="1536406"/>
                  <a:pt x="3057551" y="1536406"/>
                </a:cubicBezTo>
                <a:lnTo>
                  <a:pt x="3053019" y="1528524"/>
                </a:lnTo>
                <a:cubicBezTo>
                  <a:pt x="3052888" y="1528261"/>
                  <a:pt x="3053019" y="1527670"/>
                  <a:pt x="3053019" y="1527670"/>
                </a:cubicBezTo>
                <a:lnTo>
                  <a:pt x="3057551" y="1519789"/>
                </a:lnTo>
                <a:cubicBezTo>
                  <a:pt x="3057750" y="1519525"/>
                  <a:pt x="3058339" y="1519329"/>
                  <a:pt x="3058339" y="1519329"/>
                </a:cubicBezTo>
                <a:close/>
                <a:moveTo>
                  <a:pt x="768694" y="1519328"/>
                </a:moveTo>
                <a:lnTo>
                  <a:pt x="777758" y="1519328"/>
                </a:lnTo>
                <a:cubicBezTo>
                  <a:pt x="778086" y="1519328"/>
                  <a:pt x="778546" y="1519787"/>
                  <a:pt x="778546" y="1519787"/>
                </a:cubicBezTo>
                <a:lnTo>
                  <a:pt x="783078" y="1527669"/>
                </a:lnTo>
                <a:cubicBezTo>
                  <a:pt x="783209" y="1527933"/>
                  <a:pt x="783078" y="1528524"/>
                  <a:pt x="783078" y="1528524"/>
                </a:cubicBezTo>
                <a:lnTo>
                  <a:pt x="778546" y="1536406"/>
                </a:lnTo>
                <a:cubicBezTo>
                  <a:pt x="778349" y="1536668"/>
                  <a:pt x="777758" y="1536865"/>
                  <a:pt x="777758" y="1536865"/>
                </a:cubicBezTo>
                <a:lnTo>
                  <a:pt x="768694" y="1536865"/>
                </a:lnTo>
                <a:cubicBezTo>
                  <a:pt x="768366" y="1536865"/>
                  <a:pt x="767906" y="1536406"/>
                  <a:pt x="767906" y="1536406"/>
                </a:cubicBezTo>
                <a:lnTo>
                  <a:pt x="763373" y="1528524"/>
                </a:lnTo>
                <a:cubicBezTo>
                  <a:pt x="763242" y="1528260"/>
                  <a:pt x="763373" y="1527669"/>
                  <a:pt x="763373" y="1527669"/>
                </a:cubicBezTo>
                <a:lnTo>
                  <a:pt x="767906" y="1519787"/>
                </a:lnTo>
                <a:cubicBezTo>
                  <a:pt x="768103" y="1519525"/>
                  <a:pt x="768694" y="1519328"/>
                  <a:pt x="768694" y="1519328"/>
                </a:cubicBezTo>
                <a:close/>
                <a:moveTo>
                  <a:pt x="10435622" y="1519319"/>
                </a:moveTo>
                <a:lnTo>
                  <a:pt x="10444686" y="1519319"/>
                </a:lnTo>
                <a:cubicBezTo>
                  <a:pt x="10445015" y="1519319"/>
                  <a:pt x="10445474" y="1519779"/>
                  <a:pt x="10445474" y="1519779"/>
                </a:cubicBezTo>
                <a:lnTo>
                  <a:pt x="10450007" y="1527660"/>
                </a:lnTo>
                <a:cubicBezTo>
                  <a:pt x="10450138" y="1527924"/>
                  <a:pt x="10450007" y="1528514"/>
                  <a:pt x="10450007" y="1528514"/>
                </a:cubicBezTo>
                <a:lnTo>
                  <a:pt x="10445474" y="1536397"/>
                </a:lnTo>
                <a:cubicBezTo>
                  <a:pt x="10445278" y="1536659"/>
                  <a:pt x="10444686" y="1536856"/>
                  <a:pt x="10444686" y="1536856"/>
                </a:cubicBezTo>
                <a:lnTo>
                  <a:pt x="10435622" y="1536856"/>
                </a:lnTo>
                <a:cubicBezTo>
                  <a:pt x="10435295" y="1536856"/>
                  <a:pt x="10434834" y="1536397"/>
                  <a:pt x="10434834" y="1536397"/>
                </a:cubicBezTo>
                <a:lnTo>
                  <a:pt x="10430302" y="1528514"/>
                </a:lnTo>
                <a:cubicBezTo>
                  <a:pt x="10430171" y="1528252"/>
                  <a:pt x="10430302" y="1527660"/>
                  <a:pt x="10430302" y="1527660"/>
                </a:cubicBezTo>
                <a:lnTo>
                  <a:pt x="10434834" y="1519779"/>
                </a:lnTo>
                <a:cubicBezTo>
                  <a:pt x="10435031" y="1519515"/>
                  <a:pt x="10435622" y="1519319"/>
                  <a:pt x="10435622" y="1519319"/>
                </a:cubicBezTo>
                <a:close/>
                <a:moveTo>
                  <a:pt x="3567100" y="1519319"/>
                </a:moveTo>
                <a:lnTo>
                  <a:pt x="3576165" y="1519319"/>
                </a:lnTo>
                <a:cubicBezTo>
                  <a:pt x="3576495" y="1519319"/>
                  <a:pt x="3576953" y="1519779"/>
                  <a:pt x="3576953" y="1519779"/>
                </a:cubicBezTo>
                <a:lnTo>
                  <a:pt x="3581486" y="1527660"/>
                </a:lnTo>
                <a:cubicBezTo>
                  <a:pt x="3581618" y="1527923"/>
                  <a:pt x="3581486" y="1528514"/>
                  <a:pt x="3581486" y="1528514"/>
                </a:cubicBezTo>
                <a:lnTo>
                  <a:pt x="3576953" y="1536396"/>
                </a:lnTo>
                <a:cubicBezTo>
                  <a:pt x="3576756" y="1536659"/>
                  <a:pt x="3576165" y="1536856"/>
                  <a:pt x="3576165" y="1536856"/>
                </a:cubicBezTo>
                <a:lnTo>
                  <a:pt x="3567100" y="1536856"/>
                </a:lnTo>
                <a:cubicBezTo>
                  <a:pt x="3566772" y="1536856"/>
                  <a:pt x="3566312" y="1536396"/>
                  <a:pt x="3566312" y="1536396"/>
                </a:cubicBezTo>
                <a:lnTo>
                  <a:pt x="3561779" y="1528514"/>
                </a:lnTo>
                <a:cubicBezTo>
                  <a:pt x="3561648" y="1528251"/>
                  <a:pt x="3561779" y="1527660"/>
                  <a:pt x="3561779" y="1527660"/>
                </a:cubicBezTo>
                <a:lnTo>
                  <a:pt x="3566312" y="1519779"/>
                </a:lnTo>
                <a:cubicBezTo>
                  <a:pt x="3566509" y="1519515"/>
                  <a:pt x="3567100" y="1519319"/>
                  <a:pt x="3567100" y="1519319"/>
                </a:cubicBezTo>
                <a:close/>
                <a:moveTo>
                  <a:pt x="1277506" y="1519319"/>
                </a:moveTo>
                <a:lnTo>
                  <a:pt x="1286569" y="1519319"/>
                </a:lnTo>
                <a:cubicBezTo>
                  <a:pt x="1286898" y="1519319"/>
                  <a:pt x="1287359" y="1519779"/>
                  <a:pt x="1287359" y="1519779"/>
                </a:cubicBezTo>
                <a:lnTo>
                  <a:pt x="1291890" y="1527660"/>
                </a:lnTo>
                <a:cubicBezTo>
                  <a:pt x="1292021" y="1527923"/>
                  <a:pt x="1291890" y="1528514"/>
                  <a:pt x="1291890" y="1528514"/>
                </a:cubicBezTo>
                <a:lnTo>
                  <a:pt x="1287359" y="1536396"/>
                </a:lnTo>
                <a:cubicBezTo>
                  <a:pt x="1287162" y="1536659"/>
                  <a:pt x="1286569" y="1536856"/>
                  <a:pt x="1286569" y="1536856"/>
                </a:cubicBezTo>
                <a:lnTo>
                  <a:pt x="1277506" y="1536856"/>
                </a:lnTo>
                <a:cubicBezTo>
                  <a:pt x="1277177" y="1536856"/>
                  <a:pt x="1276717" y="1536396"/>
                  <a:pt x="1276717" y="1536396"/>
                </a:cubicBezTo>
                <a:lnTo>
                  <a:pt x="1272186" y="1528514"/>
                </a:lnTo>
                <a:cubicBezTo>
                  <a:pt x="1272055" y="1528251"/>
                  <a:pt x="1272186" y="1527660"/>
                  <a:pt x="1272186" y="1527660"/>
                </a:cubicBezTo>
                <a:lnTo>
                  <a:pt x="1276717" y="1519779"/>
                </a:lnTo>
                <a:cubicBezTo>
                  <a:pt x="1276915" y="1519515"/>
                  <a:pt x="1277506" y="1519319"/>
                  <a:pt x="1277506" y="1519319"/>
                </a:cubicBezTo>
                <a:close/>
                <a:moveTo>
                  <a:pt x="8909274" y="1519308"/>
                </a:moveTo>
                <a:lnTo>
                  <a:pt x="8918336" y="1519308"/>
                </a:lnTo>
                <a:cubicBezTo>
                  <a:pt x="8918666" y="1519308"/>
                  <a:pt x="8919125" y="1519769"/>
                  <a:pt x="8919125" y="1519769"/>
                </a:cubicBezTo>
                <a:lnTo>
                  <a:pt x="8923657" y="1527649"/>
                </a:lnTo>
                <a:cubicBezTo>
                  <a:pt x="8923789" y="1527913"/>
                  <a:pt x="8923657" y="1528503"/>
                  <a:pt x="8923657" y="1528503"/>
                </a:cubicBezTo>
                <a:lnTo>
                  <a:pt x="8919125" y="1536387"/>
                </a:lnTo>
                <a:cubicBezTo>
                  <a:pt x="8918928" y="1536648"/>
                  <a:pt x="8918336" y="1536845"/>
                  <a:pt x="8918336" y="1536845"/>
                </a:cubicBezTo>
                <a:lnTo>
                  <a:pt x="8909274" y="1536845"/>
                </a:lnTo>
                <a:cubicBezTo>
                  <a:pt x="8908945" y="1536845"/>
                  <a:pt x="8908484" y="1536387"/>
                  <a:pt x="8908484" y="1536387"/>
                </a:cubicBezTo>
                <a:lnTo>
                  <a:pt x="8903953" y="1528503"/>
                </a:lnTo>
                <a:cubicBezTo>
                  <a:pt x="8903821" y="1528241"/>
                  <a:pt x="8903953" y="1527649"/>
                  <a:pt x="8903953" y="1527649"/>
                </a:cubicBezTo>
                <a:lnTo>
                  <a:pt x="8908484" y="1519769"/>
                </a:lnTo>
                <a:cubicBezTo>
                  <a:pt x="8908681" y="1519505"/>
                  <a:pt x="8909274" y="1519308"/>
                  <a:pt x="8909274" y="1519308"/>
                </a:cubicBezTo>
                <a:close/>
                <a:moveTo>
                  <a:pt x="9926861" y="1519304"/>
                </a:moveTo>
                <a:lnTo>
                  <a:pt x="9935924" y="1519304"/>
                </a:lnTo>
                <a:cubicBezTo>
                  <a:pt x="9936254" y="1519304"/>
                  <a:pt x="9936713" y="1519763"/>
                  <a:pt x="9936713" y="1519763"/>
                </a:cubicBezTo>
                <a:lnTo>
                  <a:pt x="9941246" y="1527645"/>
                </a:lnTo>
                <a:cubicBezTo>
                  <a:pt x="9941376" y="1527907"/>
                  <a:pt x="9941246" y="1528499"/>
                  <a:pt x="9941246" y="1528499"/>
                </a:cubicBezTo>
                <a:lnTo>
                  <a:pt x="9936713" y="1536382"/>
                </a:lnTo>
                <a:cubicBezTo>
                  <a:pt x="9936516" y="1536644"/>
                  <a:pt x="9935924" y="1536842"/>
                  <a:pt x="9935924" y="1536842"/>
                </a:cubicBezTo>
                <a:lnTo>
                  <a:pt x="9926861" y="1536842"/>
                </a:lnTo>
                <a:cubicBezTo>
                  <a:pt x="9926532" y="1536842"/>
                  <a:pt x="9926073" y="1536382"/>
                  <a:pt x="9926073" y="1536382"/>
                </a:cubicBezTo>
                <a:lnTo>
                  <a:pt x="9921541" y="1528499"/>
                </a:lnTo>
                <a:cubicBezTo>
                  <a:pt x="9921410" y="1528236"/>
                  <a:pt x="9921541" y="1527645"/>
                  <a:pt x="9921541" y="1527645"/>
                </a:cubicBezTo>
                <a:lnTo>
                  <a:pt x="9926073" y="1519763"/>
                </a:lnTo>
                <a:cubicBezTo>
                  <a:pt x="9926270" y="1519501"/>
                  <a:pt x="9926861" y="1519304"/>
                  <a:pt x="9926861" y="1519304"/>
                </a:cubicBezTo>
                <a:close/>
                <a:moveTo>
                  <a:pt x="2295056" y="1519303"/>
                </a:moveTo>
                <a:lnTo>
                  <a:pt x="2304122" y="1519303"/>
                </a:lnTo>
                <a:cubicBezTo>
                  <a:pt x="2304450" y="1519303"/>
                  <a:pt x="2304910" y="1519762"/>
                  <a:pt x="2304910" y="1519762"/>
                </a:cubicBezTo>
                <a:lnTo>
                  <a:pt x="2309441" y="1527644"/>
                </a:lnTo>
                <a:cubicBezTo>
                  <a:pt x="2309572" y="1527906"/>
                  <a:pt x="2309441" y="1528499"/>
                  <a:pt x="2309441" y="1528499"/>
                </a:cubicBezTo>
                <a:lnTo>
                  <a:pt x="2304910" y="1536380"/>
                </a:lnTo>
                <a:cubicBezTo>
                  <a:pt x="2304713" y="1536644"/>
                  <a:pt x="2304122" y="1536840"/>
                  <a:pt x="2304122" y="1536840"/>
                </a:cubicBezTo>
                <a:lnTo>
                  <a:pt x="2295056" y="1536840"/>
                </a:lnTo>
                <a:cubicBezTo>
                  <a:pt x="2294729" y="1536840"/>
                  <a:pt x="2294268" y="1536380"/>
                  <a:pt x="2294268" y="1536380"/>
                </a:cubicBezTo>
                <a:lnTo>
                  <a:pt x="2289737" y="1528499"/>
                </a:lnTo>
                <a:cubicBezTo>
                  <a:pt x="2289606" y="1528235"/>
                  <a:pt x="2289737" y="1527644"/>
                  <a:pt x="2289737" y="1527644"/>
                </a:cubicBezTo>
                <a:lnTo>
                  <a:pt x="2294268" y="1519762"/>
                </a:lnTo>
                <a:cubicBezTo>
                  <a:pt x="2294465" y="1519499"/>
                  <a:pt x="2295056" y="1519303"/>
                  <a:pt x="2295056" y="1519303"/>
                </a:cubicBezTo>
                <a:close/>
                <a:moveTo>
                  <a:pt x="6874095" y="1519296"/>
                </a:moveTo>
                <a:lnTo>
                  <a:pt x="6883159" y="1519296"/>
                </a:lnTo>
                <a:cubicBezTo>
                  <a:pt x="6883488" y="1519296"/>
                  <a:pt x="6883947" y="1519756"/>
                  <a:pt x="6883947" y="1519756"/>
                </a:cubicBezTo>
                <a:lnTo>
                  <a:pt x="6888480" y="1527637"/>
                </a:lnTo>
                <a:cubicBezTo>
                  <a:pt x="6888611" y="1527900"/>
                  <a:pt x="6888480" y="1528491"/>
                  <a:pt x="6888480" y="1528491"/>
                </a:cubicBezTo>
                <a:lnTo>
                  <a:pt x="6883947" y="1536373"/>
                </a:lnTo>
                <a:cubicBezTo>
                  <a:pt x="6883751" y="1536636"/>
                  <a:pt x="6883159" y="1536833"/>
                  <a:pt x="6883159" y="1536833"/>
                </a:cubicBezTo>
                <a:lnTo>
                  <a:pt x="6874095" y="1536833"/>
                </a:lnTo>
                <a:cubicBezTo>
                  <a:pt x="6873768" y="1536833"/>
                  <a:pt x="6873307" y="1536373"/>
                  <a:pt x="6873307" y="1536373"/>
                </a:cubicBezTo>
                <a:lnTo>
                  <a:pt x="6868775" y="1528491"/>
                </a:lnTo>
                <a:cubicBezTo>
                  <a:pt x="6868644" y="1528227"/>
                  <a:pt x="6868775" y="1527637"/>
                  <a:pt x="6868775" y="1527637"/>
                </a:cubicBezTo>
                <a:lnTo>
                  <a:pt x="6873307" y="1519756"/>
                </a:lnTo>
                <a:cubicBezTo>
                  <a:pt x="6873504" y="1519492"/>
                  <a:pt x="6874095" y="1519296"/>
                  <a:pt x="6874095" y="1519296"/>
                </a:cubicBezTo>
                <a:close/>
                <a:moveTo>
                  <a:pt x="259879" y="1519296"/>
                </a:moveTo>
                <a:lnTo>
                  <a:pt x="268942" y="1519296"/>
                </a:lnTo>
                <a:cubicBezTo>
                  <a:pt x="269270" y="1519296"/>
                  <a:pt x="269730" y="1519756"/>
                  <a:pt x="269730" y="1519756"/>
                </a:cubicBezTo>
                <a:lnTo>
                  <a:pt x="274262" y="1527637"/>
                </a:lnTo>
                <a:cubicBezTo>
                  <a:pt x="274393" y="1527900"/>
                  <a:pt x="274262" y="1528492"/>
                  <a:pt x="274262" y="1528492"/>
                </a:cubicBezTo>
                <a:lnTo>
                  <a:pt x="269730" y="1536374"/>
                </a:lnTo>
                <a:cubicBezTo>
                  <a:pt x="269533" y="1536637"/>
                  <a:pt x="268942" y="1536833"/>
                  <a:pt x="268942" y="1536833"/>
                </a:cubicBezTo>
                <a:lnTo>
                  <a:pt x="259879" y="1536833"/>
                </a:lnTo>
                <a:cubicBezTo>
                  <a:pt x="259548" y="1536833"/>
                  <a:pt x="259089" y="1536374"/>
                  <a:pt x="259089" y="1536374"/>
                </a:cubicBezTo>
                <a:lnTo>
                  <a:pt x="254558" y="1528492"/>
                </a:lnTo>
                <a:cubicBezTo>
                  <a:pt x="254427" y="1528228"/>
                  <a:pt x="254558" y="1527637"/>
                  <a:pt x="254558" y="1527637"/>
                </a:cubicBezTo>
                <a:lnTo>
                  <a:pt x="259089" y="1519756"/>
                </a:lnTo>
                <a:cubicBezTo>
                  <a:pt x="259286" y="1519493"/>
                  <a:pt x="259879" y="1519296"/>
                  <a:pt x="259879" y="1519296"/>
                </a:cubicBezTo>
                <a:close/>
                <a:moveTo>
                  <a:pt x="1786214" y="1519292"/>
                </a:moveTo>
                <a:lnTo>
                  <a:pt x="1795278" y="1519292"/>
                </a:lnTo>
                <a:cubicBezTo>
                  <a:pt x="1795605" y="1519292"/>
                  <a:pt x="1796066" y="1519751"/>
                  <a:pt x="1796066" y="1519751"/>
                </a:cubicBezTo>
                <a:lnTo>
                  <a:pt x="1800597" y="1527632"/>
                </a:lnTo>
                <a:cubicBezTo>
                  <a:pt x="1800728" y="1527895"/>
                  <a:pt x="1800597" y="1528487"/>
                  <a:pt x="1800597" y="1528487"/>
                </a:cubicBezTo>
                <a:lnTo>
                  <a:pt x="1796066" y="1536369"/>
                </a:lnTo>
                <a:cubicBezTo>
                  <a:pt x="1795868" y="1536632"/>
                  <a:pt x="1795278" y="1536829"/>
                  <a:pt x="1795278" y="1536829"/>
                </a:cubicBezTo>
                <a:lnTo>
                  <a:pt x="1786214" y="1536829"/>
                </a:lnTo>
                <a:cubicBezTo>
                  <a:pt x="1785886" y="1536829"/>
                  <a:pt x="1785424" y="1536369"/>
                  <a:pt x="1785424" y="1536369"/>
                </a:cubicBezTo>
                <a:lnTo>
                  <a:pt x="1780894" y="1528487"/>
                </a:lnTo>
                <a:cubicBezTo>
                  <a:pt x="1780762" y="1528224"/>
                  <a:pt x="1780894" y="1527632"/>
                  <a:pt x="1780894" y="1527632"/>
                </a:cubicBezTo>
                <a:lnTo>
                  <a:pt x="1785424" y="1519751"/>
                </a:lnTo>
                <a:cubicBezTo>
                  <a:pt x="1785622" y="1519488"/>
                  <a:pt x="1786214" y="1519292"/>
                  <a:pt x="1786214" y="1519292"/>
                </a:cubicBezTo>
                <a:close/>
                <a:moveTo>
                  <a:pt x="8654892" y="1519288"/>
                </a:moveTo>
                <a:lnTo>
                  <a:pt x="8663955" y="1519288"/>
                </a:lnTo>
                <a:cubicBezTo>
                  <a:pt x="8664285" y="1519288"/>
                  <a:pt x="8664744" y="1519749"/>
                  <a:pt x="8664744" y="1519749"/>
                </a:cubicBezTo>
                <a:lnTo>
                  <a:pt x="8669277" y="1527629"/>
                </a:lnTo>
                <a:cubicBezTo>
                  <a:pt x="8669408" y="1527893"/>
                  <a:pt x="8669277" y="1528484"/>
                  <a:pt x="8669277" y="1528484"/>
                </a:cubicBezTo>
                <a:lnTo>
                  <a:pt x="8664744" y="1536367"/>
                </a:lnTo>
                <a:cubicBezTo>
                  <a:pt x="8664548" y="1536630"/>
                  <a:pt x="8663955" y="1536827"/>
                  <a:pt x="8663955" y="1536827"/>
                </a:cubicBezTo>
                <a:lnTo>
                  <a:pt x="8654892" y="1536827"/>
                </a:lnTo>
                <a:cubicBezTo>
                  <a:pt x="8654565" y="1536827"/>
                  <a:pt x="8654104" y="1536367"/>
                  <a:pt x="8654104" y="1536367"/>
                </a:cubicBezTo>
                <a:lnTo>
                  <a:pt x="8649572" y="1528484"/>
                </a:lnTo>
                <a:cubicBezTo>
                  <a:pt x="8649441" y="1528222"/>
                  <a:pt x="8649572" y="1527629"/>
                  <a:pt x="8649572" y="1527629"/>
                </a:cubicBezTo>
                <a:lnTo>
                  <a:pt x="8654104" y="1519749"/>
                </a:lnTo>
                <a:cubicBezTo>
                  <a:pt x="8654301" y="1519485"/>
                  <a:pt x="8654892" y="1519288"/>
                  <a:pt x="8654892" y="1519288"/>
                </a:cubicBezTo>
                <a:close/>
                <a:moveTo>
                  <a:pt x="6365334" y="1519282"/>
                </a:moveTo>
                <a:lnTo>
                  <a:pt x="6374397" y="1519282"/>
                </a:lnTo>
                <a:cubicBezTo>
                  <a:pt x="6374727" y="1519282"/>
                  <a:pt x="6375186" y="1519741"/>
                  <a:pt x="6375186" y="1519741"/>
                </a:cubicBezTo>
                <a:lnTo>
                  <a:pt x="6379718" y="1527623"/>
                </a:lnTo>
                <a:cubicBezTo>
                  <a:pt x="6379849" y="1527885"/>
                  <a:pt x="6379718" y="1528477"/>
                  <a:pt x="6379718" y="1528477"/>
                </a:cubicBezTo>
                <a:lnTo>
                  <a:pt x="6375186" y="1536359"/>
                </a:lnTo>
                <a:cubicBezTo>
                  <a:pt x="6374988" y="1536622"/>
                  <a:pt x="6374397" y="1536819"/>
                  <a:pt x="6374397" y="1536819"/>
                </a:cubicBezTo>
                <a:lnTo>
                  <a:pt x="6365334" y="1536819"/>
                </a:lnTo>
                <a:cubicBezTo>
                  <a:pt x="6365005" y="1536819"/>
                  <a:pt x="6364546" y="1536359"/>
                  <a:pt x="6364546" y="1536359"/>
                </a:cubicBezTo>
                <a:lnTo>
                  <a:pt x="6360014" y="1528477"/>
                </a:lnTo>
                <a:cubicBezTo>
                  <a:pt x="6359882" y="1528214"/>
                  <a:pt x="6360014" y="1527623"/>
                  <a:pt x="6360014" y="1527623"/>
                </a:cubicBezTo>
                <a:lnTo>
                  <a:pt x="6364546" y="1519741"/>
                </a:lnTo>
                <a:cubicBezTo>
                  <a:pt x="6364743" y="1519479"/>
                  <a:pt x="6365334" y="1519282"/>
                  <a:pt x="6365334" y="1519282"/>
                </a:cubicBezTo>
                <a:close/>
                <a:moveTo>
                  <a:pt x="7637304" y="1519281"/>
                </a:moveTo>
                <a:lnTo>
                  <a:pt x="7646367" y="1519281"/>
                </a:lnTo>
                <a:cubicBezTo>
                  <a:pt x="7646696" y="1519281"/>
                  <a:pt x="7647156" y="1519740"/>
                  <a:pt x="7647156" y="1519740"/>
                </a:cubicBezTo>
                <a:lnTo>
                  <a:pt x="7651687" y="1527622"/>
                </a:lnTo>
                <a:cubicBezTo>
                  <a:pt x="7651819" y="1527884"/>
                  <a:pt x="7651687" y="1528476"/>
                  <a:pt x="7651687" y="1528476"/>
                </a:cubicBezTo>
                <a:lnTo>
                  <a:pt x="7647156" y="1536358"/>
                </a:lnTo>
                <a:cubicBezTo>
                  <a:pt x="7646958" y="1536622"/>
                  <a:pt x="7646367" y="1536819"/>
                  <a:pt x="7646367" y="1536819"/>
                </a:cubicBezTo>
                <a:lnTo>
                  <a:pt x="7637304" y="1536819"/>
                </a:lnTo>
                <a:cubicBezTo>
                  <a:pt x="7636975" y="1536819"/>
                  <a:pt x="7636516" y="1536358"/>
                  <a:pt x="7636516" y="1536358"/>
                </a:cubicBezTo>
                <a:lnTo>
                  <a:pt x="7631983" y="1528476"/>
                </a:lnTo>
                <a:cubicBezTo>
                  <a:pt x="7631851" y="1528213"/>
                  <a:pt x="7631983" y="1527622"/>
                  <a:pt x="7631983" y="1527622"/>
                </a:cubicBezTo>
                <a:lnTo>
                  <a:pt x="7636516" y="1519740"/>
                </a:lnTo>
                <a:cubicBezTo>
                  <a:pt x="7636713" y="1519478"/>
                  <a:pt x="7637304" y="1519281"/>
                  <a:pt x="7637304" y="1519281"/>
                </a:cubicBezTo>
                <a:close/>
                <a:moveTo>
                  <a:pt x="3821390" y="1519280"/>
                </a:moveTo>
                <a:lnTo>
                  <a:pt x="3830453" y="1519280"/>
                </a:lnTo>
                <a:cubicBezTo>
                  <a:pt x="3830782" y="1519280"/>
                  <a:pt x="3831241" y="1519739"/>
                  <a:pt x="3831241" y="1519739"/>
                </a:cubicBezTo>
                <a:lnTo>
                  <a:pt x="3835772" y="1527621"/>
                </a:lnTo>
                <a:cubicBezTo>
                  <a:pt x="3835904" y="1527883"/>
                  <a:pt x="3835772" y="1528474"/>
                  <a:pt x="3835772" y="1528474"/>
                </a:cubicBezTo>
                <a:lnTo>
                  <a:pt x="3831241" y="1536357"/>
                </a:lnTo>
                <a:cubicBezTo>
                  <a:pt x="3831044" y="1536621"/>
                  <a:pt x="3830453" y="1536818"/>
                  <a:pt x="3830453" y="1536818"/>
                </a:cubicBezTo>
                <a:lnTo>
                  <a:pt x="3821390" y="1536818"/>
                </a:lnTo>
                <a:cubicBezTo>
                  <a:pt x="3821059" y="1536818"/>
                  <a:pt x="3820601" y="1536357"/>
                  <a:pt x="3820601" y="1536357"/>
                </a:cubicBezTo>
                <a:lnTo>
                  <a:pt x="3816068" y="1528474"/>
                </a:lnTo>
                <a:cubicBezTo>
                  <a:pt x="3815937" y="1528212"/>
                  <a:pt x="3816068" y="1527621"/>
                  <a:pt x="3816068" y="1527621"/>
                </a:cubicBezTo>
                <a:lnTo>
                  <a:pt x="3820601" y="1519739"/>
                </a:lnTo>
                <a:cubicBezTo>
                  <a:pt x="3820798" y="1519477"/>
                  <a:pt x="3821390" y="1519280"/>
                  <a:pt x="3821390" y="1519280"/>
                </a:cubicBezTo>
                <a:close/>
                <a:moveTo>
                  <a:pt x="10181242" y="1519277"/>
                </a:moveTo>
                <a:lnTo>
                  <a:pt x="10190305" y="1519277"/>
                </a:lnTo>
                <a:cubicBezTo>
                  <a:pt x="10190635" y="1519277"/>
                  <a:pt x="10191093" y="1519738"/>
                  <a:pt x="10191093" y="1519738"/>
                </a:cubicBezTo>
                <a:lnTo>
                  <a:pt x="10195626" y="1527618"/>
                </a:lnTo>
                <a:cubicBezTo>
                  <a:pt x="10195758" y="1527882"/>
                  <a:pt x="10195626" y="1528472"/>
                  <a:pt x="10195626" y="1528472"/>
                </a:cubicBezTo>
                <a:lnTo>
                  <a:pt x="10191093" y="1536356"/>
                </a:lnTo>
                <a:cubicBezTo>
                  <a:pt x="10190896" y="1536618"/>
                  <a:pt x="10190305" y="1536814"/>
                  <a:pt x="10190305" y="1536814"/>
                </a:cubicBezTo>
                <a:lnTo>
                  <a:pt x="10181242" y="1536814"/>
                </a:lnTo>
                <a:cubicBezTo>
                  <a:pt x="10180914" y="1536814"/>
                  <a:pt x="10180453" y="1536356"/>
                  <a:pt x="10180453" y="1536356"/>
                </a:cubicBezTo>
                <a:lnTo>
                  <a:pt x="10175922" y="1528472"/>
                </a:lnTo>
                <a:cubicBezTo>
                  <a:pt x="10175790" y="1528211"/>
                  <a:pt x="10175922" y="1527618"/>
                  <a:pt x="10175922" y="1527618"/>
                </a:cubicBezTo>
                <a:lnTo>
                  <a:pt x="10180453" y="1519738"/>
                </a:lnTo>
                <a:cubicBezTo>
                  <a:pt x="10180650" y="1519475"/>
                  <a:pt x="10181242" y="1519277"/>
                  <a:pt x="10181242" y="1519277"/>
                </a:cubicBezTo>
                <a:close/>
                <a:moveTo>
                  <a:pt x="5093300" y="1519277"/>
                </a:moveTo>
                <a:lnTo>
                  <a:pt x="5102364" y="1519277"/>
                </a:lnTo>
                <a:cubicBezTo>
                  <a:pt x="5102693" y="1519277"/>
                  <a:pt x="5103153" y="1519737"/>
                  <a:pt x="5103153" y="1519737"/>
                </a:cubicBezTo>
                <a:lnTo>
                  <a:pt x="5107684" y="1527618"/>
                </a:lnTo>
                <a:cubicBezTo>
                  <a:pt x="5107815" y="1527881"/>
                  <a:pt x="5107684" y="1528472"/>
                  <a:pt x="5107684" y="1528472"/>
                </a:cubicBezTo>
                <a:lnTo>
                  <a:pt x="5103153" y="1536355"/>
                </a:lnTo>
                <a:cubicBezTo>
                  <a:pt x="5102955" y="1536618"/>
                  <a:pt x="5102364" y="1536814"/>
                  <a:pt x="5102364" y="1536814"/>
                </a:cubicBezTo>
                <a:lnTo>
                  <a:pt x="5093300" y="1536814"/>
                </a:lnTo>
                <a:cubicBezTo>
                  <a:pt x="5092972" y="1536814"/>
                  <a:pt x="5092512" y="1536355"/>
                  <a:pt x="5092512" y="1536355"/>
                </a:cubicBezTo>
                <a:lnTo>
                  <a:pt x="5087979" y="1528472"/>
                </a:lnTo>
                <a:cubicBezTo>
                  <a:pt x="5087848" y="1528210"/>
                  <a:pt x="5087979" y="1527618"/>
                  <a:pt x="5087979" y="1527618"/>
                </a:cubicBezTo>
                <a:lnTo>
                  <a:pt x="5092512" y="1519737"/>
                </a:lnTo>
                <a:cubicBezTo>
                  <a:pt x="5092708" y="1519474"/>
                  <a:pt x="5093300" y="1519277"/>
                  <a:pt x="5093300" y="1519277"/>
                </a:cubicBezTo>
                <a:close/>
                <a:moveTo>
                  <a:pt x="4075766" y="1519277"/>
                </a:moveTo>
                <a:lnTo>
                  <a:pt x="4084832" y="1519277"/>
                </a:lnTo>
                <a:cubicBezTo>
                  <a:pt x="4085159" y="1519277"/>
                  <a:pt x="4085618" y="1519736"/>
                  <a:pt x="4085618" y="1519736"/>
                </a:cubicBezTo>
                <a:lnTo>
                  <a:pt x="4090151" y="1527618"/>
                </a:lnTo>
                <a:cubicBezTo>
                  <a:pt x="4090281" y="1527881"/>
                  <a:pt x="4090151" y="1528472"/>
                  <a:pt x="4090151" y="1528472"/>
                </a:cubicBezTo>
                <a:lnTo>
                  <a:pt x="4085618" y="1536355"/>
                </a:lnTo>
                <a:cubicBezTo>
                  <a:pt x="4085422" y="1536618"/>
                  <a:pt x="4084832" y="1536814"/>
                  <a:pt x="4084832" y="1536814"/>
                </a:cubicBezTo>
                <a:lnTo>
                  <a:pt x="4075766" y="1536814"/>
                </a:lnTo>
                <a:cubicBezTo>
                  <a:pt x="4075438" y="1536814"/>
                  <a:pt x="4074978" y="1536355"/>
                  <a:pt x="4074978" y="1536355"/>
                </a:cubicBezTo>
                <a:lnTo>
                  <a:pt x="4070445" y="1528472"/>
                </a:lnTo>
                <a:cubicBezTo>
                  <a:pt x="4070315" y="1528210"/>
                  <a:pt x="4070445" y="1527618"/>
                  <a:pt x="4070445" y="1527618"/>
                </a:cubicBezTo>
                <a:lnTo>
                  <a:pt x="4074978" y="1519736"/>
                </a:lnTo>
                <a:cubicBezTo>
                  <a:pt x="4075175" y="1519473"/>
                  <a:pt x="4075766" y="1519277"/>
                  <a:pt x="4075766" y="1519277"/>
                </a:cubicBezTo>
                <a:close/>
                <a:moveTo>
                  <a:pt x="8146065" y="1519275"/>
                </a:moveTo>
                <a:lnTo>
                  <a:pt x="8155129" y="1519275"/>
                </a:lnTo>
                <a:cubicBezTo>
                  <a:pt x="8155458" y="1519275"/>
                  <a:pt x="8155917" y="1519735"/>
                  <a:pt x="8155917" y="1519735"/>
                </a:cubicBezTo>
                <a:lnTo>
                  <a:pt x="8160449" y="1527616"/>
                </a:lnTo>
                <a:cubicBezTo>
                  <a:pt x="8160580" y="1527879"/>
                  <a:pt x="8160449" y="1528470"/>
                  <a:pt x="8160449" y="1528470"/>
                </a:cubicBezTo>
                <a:lnTo>
                  <a:pt x="8155917" y="1536353"/>
                </a:lnTo>
                <a:cubicBezTo>
                  <a:pt x="8155719" y="1536615"/>
                  <a:pt x="8155129" y="1536812"/>
                  <a:pt x="8155129" y="1536812"/>
                </a:cubicBezTo>
                <a:lnTo>
                  <a:pt x="8146065" y="1536812"/>
                </a:lnTo>
                <a:cubicBezTo>
                  <a:pt x="8145737" y="1536812"/>
                  <a:pt x="8145277" y="1536353"/>
                  <a:pt x="8145277" y="1536353"/>
                </a:cubicBezTo>
                <a:lnTo>
                  <a:pt x="8140745" y="1528470"/>
                </a:lnTo>
                <a:cubicBezTo>
                  <a:pt x="8140613" y="1528206"/>
                  <a:pt x="8140745" y="1527616"/>
                  <a:pt x="8140745" y="1527616"/>
                </a:cubicBezTo>
                <a:lnTo>
                  <a:pt x="8145277" y="1519735"/>
                </a:lnTo>
                <a:cubicBezTo>
                  <a:pt x="8145474" y="1519471"/>
                  <a:pt x="8146065" y="1519275"/>
                  <a:pt x="8146065" y="1519275"/>
                </a:cubicBezTo>
                <a:close/>
                <a:moveTo>
                  <a:pt x="5856508" y="1519265"/>
                </a:moveTo>
                <a:lnTo>
                  <a:pt x="5865571" y="1519265"/>
                </a:lnTo>
                <a:cubicBezTo>
                  <a:pt x="5865900" y="1519265"/>
                  <a:pt x="5866359" y="1519725"/>
                  <a:pt x="5866359" y="1519725"/>
                </a:cubicBezTo>
                <a:lnTo>
                  <a:pt x="5870891" y="1527606"/>
                </a:lnTo>
                <a:cubicBezTo>
                  <a:pt x="5871023" y="1527869"/>
                  <a:pt x="5870891" y="1528460"/>
                  <a:pt x="5870891" y="1528460"/>
                </a:cubicBezTo>
                <a:lnTo>
                  <a:pt x="5866359" y="1536343"/>
                </a:lnTo>
                <a:cubicBezTo>
                  <a:pt x="5866163" y="1536605"/>
                  <a:pt x="5865571" y="1536802"/>
                  <a:pt x="5865571" y="1536802"/>
                </a:cubicBezTo>
                <a:lnTo>
                  <a:pt x="5856508" y="1536802"/>
                </a:lnTo>
                <a:cubicBezTo>
                  <a:pt x="5856178" y="1536802"/>
                  <a:pt x="5855720" y="1536343"/>
                  <a:pt x="5855720" y="1536343"/>
                </a:cubicBezTo>
                <a:lnTo>
                  <a:pt x="5851187" y="1528460"/>
                </a:lnTo>
                <a:cubicBezTo>
                  <a:pt x="5851055" y="1528198"/>
                  <a:pt x="5851187" y="1527606"/>
                  <a:pt x="5851187" y="1527606"/>
                </a:cubicBezTo>
                <a:lnTo>
                  <a:pt x="5855720" y="1519725"/>
                </a:lnTo>
                <a:cubicBezTo>
                  <a:pt x="5855916" y="1519462"/>
                  <a:pt x="5856508" y="1519265"/>
                  <a:pt x="5856508" y="1519265"/>
                </a:cubicBezTo>
                <a:close/>
                <a:moveTo>
                  <a:pt x="6619714" y="1519261"/>
                </a:moveTo>
                <a:lnTo>
                  <a:pt x="6628778" y="1519261"/>
                </a:lnTo>
                <a:cubicBezTo>
                  <a:pt x="6629107" y="1519261"/>
                  <a:pt x="6629566" y="1519721"/>
                  <a:pt x="6629566" y="1519721"/>
                </a:cubicBezTo>
                <a:lnTo>
                  <a:pt x="6634099" y="1527602"/>
                </a:lnTo>
                <a:cubicBezTo>
                  <a:pt x="6634230" y="1527865"/>
                  <a:pt x="6634099" y="1528456"/>
                  <a:pt x="6634099" y="1528456"/>
                </a:cubicBezTo>
                <a:lnTo>
                  <a:pt x="6629566" y="1536338"/>
                </a:lnTo>
                <a:cubicBezTo>
                  <a:pt x="6629369" y="1536601"/>
                  <a:pt x="6628778" y="1536798"/>
                  <a:pt x="6628778" y="1536798"/>
                </a:cubicBezTo>
                <a:lnTo>
                  <a:pt x="6619714" y="1536798"/>
                </a:lnTo>
                <a:cubicBezTo>
                  <a:pt x="6619387" y="1536798"/>
                  <a:pt x="6618926" y="1536338"/>
                  <a:pt x="6618926" y="1536338"/>
                </a:cubicBezTo>
                <a:lnTo>
                  <a:pt x="6614394" y="1528456"/>
                </a:lnTo>
                <a:cubicBezTo>
                  <a:pt x="6614263" y="1528193"/>
                  <a:pt x="6614394" y="1527602"/>
                  <a:pt x="6614394" y="1527602"/>
                </a:cubicBezTo>
                <a:lnTo>
                  <a:pt x="6618926" y="1519721"/>
                </a:lnTo>
                <a:cubicBezTo>
                  <a:pt x="6619123" y="1519458"/>
                  <a:pt x="6619714" y="1519261"/>
                  <a:pt x="6619714" y="1519261"/>
                </a:cubicBezTo>
                <a:close/>
                <a:moveTo>
                  <a:pt x="2040604" y="1519260"/>
                </a:moveTo>
                <a:lnTo>
                  <a:pt x="2049668" y="1519260"/>
                </a:lnTo>
                <a:cubicBezTo>
                  <a:pt x="2049996" y="1519260"/>
                  <a:pt x="2050456" y="1519720"/>
                  <a:pt x="2050456" y="1519720"/>
                </a:cubicBezTo>
                <a:lnTo>
                  <a:pt x="2054988" y="1527601"/>
                </a:lnTo>
                <a:cubicBezTo>
                  <a:pt x="2055119" y="1527864"/>
                  <a:pt x="2054988" y="1528455"/>
                  <a:pt x="2054988" y="1528455"/>
                </a:cubicBezTo>
                <a:lnTo>
                  <a:pt x="2050456" y="1536337"/>
                </a:lnTo>
                <a:cubicBezTo>
                  <a:pt x="2050259" y="1536600"/>
                  <a:pt x="2049668" y="1536797"/>
                  <a:pt x="2049668" y="1536797"/>
                </a:cubicBezTo>
                <a:lnTo>
                  <a:pt x="2040604" y="1536797"/>
                </a:lnTo>
                <a:cubicBezTo>
                  <a:pt x="2040275" y="1536797"/>
                  <a:pt x="2039816" y="1536337"/>
                  <a:pt x="2039816" y="1536337"/>
                </a:cubicBezTo>
                <a:lnTo>
                  <a:pt x="2035283" y="1528455"/>
                </a:lnTo>
                <a:cubicBezTo>
                  <a:pt x="2035152" y="1528192"/>
                  <a:pt x="2035283" y="1527601"/>
                  <a:pt x="2035283" y="1527601"/>
                </a:cubicBezTo>
                <a:lnTo>
                  <a:pt x="2039816" y="1519720"/>
                </a:lnTo>
                <a:cubicBezTo>
                  <a:pt x="2040013" y="1519457"/>
                  <a:pt x="2040604" y="1519260"/>
                  <a:pt x="2040604" y="1519260"/>
                </a:cubicBezTo>
                <a:close/>
                <a:moveTo>
                  <a:pt x="2549364" y="1519259"/>
                </a:moveTo>
                <a:lnTo>
                  <a:pt x="2558429" y="1519259"/>
                </a:lnTo>
                <a:cubicBezTo>
                  <a:pt x="2558757" y="1519259"/>
                  <a:pt x="2559217" y="1519718"/>
                  <a:pt x="2559217" y="1519718"/>
                </a:cubicBezTo>
                <a:lnTo>
                  <a:pt x="2563749" y="1527601"/>
                </a:lnTo>
                <a:cubicBezTo>
                  <a:pt x="2563880" y="1527863"/>
                  <a:pt x="2563749" y="1528454"/>
                  <a:pt x="2563749" y="1528454"/>
                </a:cubicBezTo>
                <a:lnTo>
                  <a:pt x="2559217" y="1536336"/>
                </a:lnTo>
                <a:cubicBezTo>
                  <a:pt x="2559020" y="1536600"/>
                  <a:pt x="2558429" y="1536797"/>
                  <a:pt x="2558429" y="1536797"/>
                </a:cubicBezTo>
                <a:lnTo>
                  <a:pt x="2549364" y="1536797"/>
                </a:lnTo>
                <a:cubicBezTo>
                  <a:pt x="2549037" y="1536797"/>
                  <a:pt x="2548576" y="1536336"/>
                  <a:pt x="2548576" y="1536336"/>
                </a:cubicBezTo>
                <a:lnTo>
                  <a:pt x="2544044" y="1528454"/>
                </a:lnTo>
                <a:cubicBezTo>
                  <a:pt x="2543913" y="1528191"/>
                  <a:pt x="2544044" y="1527601"/>
                  <a:pt x="2544044" y="1527601"/>
                </a:cubicBezTo>
                <a:lnTo>
                  <a:pt x="2548576" y="1519718"/>
                </a:lnTo>
                <a:cubicBezTo>
                  <a:pt x="2548773" y="1519457"/>
                  <a:pt x="2549364" y="1519259"/>
                  <a:pt x="2549364" y="1519259"/>
                </a:cubicBezTo>
                <a:close/>
                <a:moveTo>
                  <a:pt x="8654892" y="1302363"/>
                </a:moveTo>
                <a:lnTo>
                  <a:pt x="8663955" y="1302363"/>
                </a:lnTo>
                <a:cubicBezTo>
                  <a:pt x="8664285" y="1302363"/>
                  <a:pt x="8664744" y="1302819"/>
                  <a:pt x="8664744" y="1302819"/>
                </a:cubicBezTo>
                <a:lnTo>
                  <a:pt x="8669277" y="1310701"/>
                </a:lnTo>
                <a:cubicBezTo>
                  <a:pt x="8669408" y="1310961"/>
                  <a:pt x="8669277" y="1311555"/>
                  <a:pt x="8669277" y="1311555"/>
                </a:cubicBezTo>
                <a:lnTo>
                  <a:pt x="8664744" y="1319435"/>
                </a:lnTo>
                <a:cubicBezTo>
                  <a:pt x="8664548" y="1319699"/>
                  <a:pt x="8663955" y="1319895"/>
                  <a:pt x="8663955" y="1319895"/>
                </a:cubicBezTo>
                <a:lnTo>
                  <a:pt x="8654892" y="1319895"/>
                </a:lnTo>
                <a:cubicBezTo>
                  <a:pt x="8654565" y="1319895"/>
                  <a:pt x="8654104" y="1319435"/>
                  <a:pt x="8654104" y="1319435"/>
                </a:cubicBezTo>
                <a:lnTo>
                  <a:pt x="8649572" y="1311555"/>
                </a:lnTo>
                <a:cubicBezTo>
                  <a:pt x="8649441" y="1311292"/>
                  <a:pt x="8649572" y="1310701"/>
                  <a:pt x="8649572" y="1310701"/>
                </a:cubicBezTo>
                <a:lnTo>
                  <a:pt x="8654104" y="1302819"/>
                </a:lnTo>
                <a:cubicBezTo>
                  <a:pt x="8654301" y="1302562"/>
                  <a:pt x="8654892" y="1302363"/>
                  <a:pt x="8654892" y="1302363"/>
                </a:cubicBezTo>
                <a:close/>
                <a:moveTo>
                  <a:pt x="2803967" y="1302363"/>
                </a:moveTo>
                <a:lnTo>
                  <a:pt x="2813034" y="1302363"/>
                </a:lnTo>
                <a:cubicBezTo>
                  <a:pt x="2813360" y="1302363"/>
                  <a:pt x="2813820" y="1302818"/>
                  <a:pt x="2813820" y="1302818"/>
                </a:cubicBezTo>
                <a:lnTo>
                  <a:pt x="2818352" y="1310700"/>
                </a:lnTo>
                <a:cubicBezTo>
                  <a:pt x="2818483" y="1310960"/>
                  <a:pt x="2818352" y="1311553"/>
                  <a:pt x="2818352" y="1311553"/>
                </a:cubicBezTo>
                <a:lnTo>
                  <a:pt x="2813820" y="1319435"/>
                </a:lnTo>
                <a:cubicBezTo>
                  <a:pt x="2813623" y="1319695"/>
                  <a:pt x="2813034" y="1319895"/>
                  <a:pt x="2813034" y="1319895"/>
                </a:cubicBezTo>
                <a:lnTo>
                  <a:pt x="2803967" y="1319895"/>
                </a:lnTo>
                <a:cubicBezTo>
                  <a:pt x="2803639" y="1319895"/>
                  <a:pt x="2803179" y="1319435"/>
                  <a:pt x="2803179" y="1319435"/>
                </a:cubicBezTo>
                <a:lnTo>
                  <a:pt x="2798648" y="1311553"/>
                </a:lnTo>
                <a:cubicBezTo>
                  <a:pt x="2798517" y="1311291"/>
                  <a:pt x="2798648" y="1310700"/>
                  <a:pt x="2798648" y="1310700"/>
                </a:cubicBezTo>
                <a:lnTo>
                  <a:pt x="2803179" y="1302818"/>
                </a:lnTo>
                <a:cubicBezTo>
                  <a:pt x="2803377" y="1302561"/>
                  <a:pt x="2803967" y="1302363"/>
                  <a:pt x="2803967" y="1302363"/>
                </a:cubicBezTo>
                <a:close/>
                <a:moveTo>
                  <a:pt x="5602126" y="1302362"/>
                </a:moveTo>
                <a:lnTo>
                  <a:pt x="5611191" y="1302362"/>
                </a:lnTo>
                <a:cubicBezTo>
                  <a:pt x="5611519" y="1302362"/>
                  <a:pt x="5611979" y="1302818"/>
                  <a:pt x="5611979" y="1302818"/>
                </a:cubicBezTo>
                <a:lnTo>
                  <a:pt x="5616511" y="1310700"/>
                </a:lnTo>
                <a:cubicBezTo>
                  <a:pt x="5616642" y="1310960"/>
                  <a:pt x="5616511" y="1311550"/>
                  <a:pt x="5616511" y="1311550"/>
                </a:cubicBezTo>
                <a:lnTo>
                  <a:pt x="5611979" y="1319435"/>
                </a:lnTo>
                <a:cubicBezTo>
                  <a:pt x="5611782" y="1319695"/>
                  <a:pt x="5611191" y="1319895"/>
                  <a:pt x="5611191" y="1319895"/>
                </a:cubicBezTo>
                <a:lnTo>
                  <a:pt x="5602126" y="1319895"/>
                </a:lnTo>
                <a:cubicBezTo>
                  <a:pt x="5601798" y="1319895"/>
                  <a:pt x="5601338" y="1319435"/>
                  <a:pt x="5601338" y="1319435"/>
                </a:cubicBezTo>
                <a:lnTo>
                  <a:pt x="5596807" y="1311550"/>
                </a:lnTo>
                <a:cubicBezTo>
                  <a:pt x="5596675" y="1311291"/>
                  <a:pt x="5596807" y="1310700"/>
                  <a:pt x="5596807" y="1310700"/>
                </a:cubicBezTo>
                <a:lnTo>
                  <a:pt x="5601338" y="1302818"/>
                </a:lnTo>
                <a:cubicBezTo>
                  <a:pt x="5601536" y="1302556"/>
                  <a:pt x="5602126" y="1302362"/>
                  <a:pt x="5602126" y="1302362"/>
                </a:cubicBezTo>
                <a:close/>
                <a:moveTo>
                  <a:pt x="3821617" y="1302358"/>
                </a:moveTo>
                <a:lnTo>
                  <a:pt x="3830685" y="1302358"/>
                </a:lnTo>
                <a:cubicBezTo>
                  <a:pt x="3831011" y="1302358"/>
                  <a:pt x="3831471" y="1302818"/>
                  <a:pt x="3831471" y="1302818"/>
                </a:cubicBezTo>
                <a:lnTo>
                  <a:pt x="3836006" y="1310694"/>
                </a:lnTo>
                <a:cubicBezTo>
                  <a:pt x="3836137" y="1310958"/>
                  <a:pt x="3836006" y="1311549"/>
                  <a:pt x="3836006" y="1311549"/>
                </a:cubicBezTo>
                <a:lnTo>
                  <a:pt x="3831471" y="1319430"/>
                </a:lnTo>
                <a:cubicBezTo>
                  <a:pt x="3831274" y="1319692"/>
                  <a:pt x="3830685" y="1319890"/>
                  <a:pt x="3830685" y="1319890"/>
                </a:cubicBezTo>
                <a:lnTo>
                  <a:pt x="3821617" y="1319890"/>
                </a:lnTo>
                <a:cubicBezTo>
                  <a:pt x="3821290" y="1319890"/>
                  <a:pt x="3820830" y="1319430"/>
                  <a:pt x="3820830" y="1319430"/>
                </a:cubicBezTo>
                <a:lnTo>
                  <a:pt x="3816298" y="1311549"/>
                </a:lnTo>
                <a:cubicBezTo>
                  <a:pt x="3816165" y="1311286"/>
                  <a:pt x="3816298" y="1310694"/>
                  <a:pt x="3816298" y="1310694"/>
                </a:cubicBezTo>
                <a:lnTo>
                  <a:pt x="3820830" y="1302818"/>
                </a:lnTo>
                <a:cubicBezTo>
                  <a:pt x="3821029" y="1302556"/>
                  <a:pt x="3821617" y="1302358"/>
                  <a:pt x="3821617" y="1302358"/>
                </a:cubicBezTo>
                <a:close/>
                <a:moveTo>
                  <a:pt x="8909274" y="1302346"/>
                </a:moveTo>
                <a:lnTo>
                  <a:pt x="8918336" y="1302346"/>
                </a:lnTo>
                <a:cubicBezTo>
                  <a:pt x="8918666" y="1302346"/>
                  <a:pt x="8919125" y="1302806"/>
                  <a:pt x="8919125" y="1302806"/>
                </a:cubicBezTo>
                <a:lnTo>
                  <a:pt x="8923657" y="1310684"/>
                </a:lnTo>
                <a:cubicBezTo>
                  <a:pt x="8923789" y="1310946"/>
                  <a:pt x="8923657" y="1311538"/>
                  <a:pt x="8923657" y="1311538"/>
                </a:cubicBezTo>
                <a:lnTo>
                  <a:pt x="8919125" y="1319421"/>
                </a:lnTo>
                <a:cubicBezTo>
                  <a:pt x="8918928" y="1319682"/>
                  <a:pt x="8918336" y="1319879"/>
                  <a:pt x="8918336" y="1319879"/>
                </a:cubicBezTo>
                <a:lnTo>
                  <a:pt x="8909274" y="1319879"/>
                </a:lnTo>
                <a:cubicBezTo>
                  <a:pt x="8908945" y="1319879"/>
                  <a:pt x="8908484" y="1319421"/>
                  <a:pt x="8908484" y="1319421"/>
                </a:cubicBezTo>
                <a:lnTo>
                  <a:pt x="8903953" y="1311538"/>
                </a:lnTo>
                <a:cubicBezTo>
                  <a:pt x="8903821" y="1311276"/>
                  <a:pt x="8903953" y="1310684"/>
                  <a:pt x="8903953" y="1310684"/>
                </a:cubicBezTo>
                <a:lnTo>
                  <a:pt x="8908484" y="1302806"/>
                </a:lnTo>
                <a:cubicBezTo>
                  <a:pt x="8908681" y="1302542"/>
                  <a:pt x="8909274" y="1302346"/>
                  <a:pt x="8909274" y="1302346"/>
                </a:cubicBezTo>
                <a:close/>
                <a:moveTo>
                  <a:pt x="6619714" y="1302346"/>
                </a:moveTo>
                <a:lnTo>
                  <a:pt x="6628778" y="1302346"/>
                </a:lnTo>
                <a:cubicBezTo>
                  <a:pt x="6629107" y="1302346"/>
                  <a:pt x="6629566" y="1302809"/>
                  <a:pt x="6629566" y="1302809"/>
                </a:cubicBezTo>
                <a:lnTo>
                  <a:pt x="6634099" y="1310689"/>
                </a:lnTo>
                <a:cubicBezTo>
                  <a:pt x="6634230" y="1310948"/>
                  <a:pt x="6634099" y="1311538"/>
                  <a:pt x="6634099" y="1311538"/>
                </a:cubicBezTo>
                <a:lnTo>
                  <a:pt x="6629566" y="1319422"/>
                </a:lnTo>
                <a:cubicBezTo>
                  <a:pt x="6629369" y="1319683"/>
                  <a:pt x="6628778" y="1319881"/>
                  <a:pt x="6628778" y="1319881"/>
                </a:cubicBezTo>
                <a:lnTo>
                  <a:pt x="6619714" y="1319881"/>
                </a:lnTo>
                <a:cubicBezTo>
                  <a:pt x="6619387" y="1319881"/>
                  <a:pt x="6618926" y="1319422"/>
                  <a:pt x="6618926" y="1319422"/>
                </a:cubicBezTo>
                <a:lnTo>
                  <a:pt x="6614394" y="1311538"/>
                </a:lnTo>
                <a:cubicBezTo>
                  <a:pt x="6614263" y="1311276"/>
                  <a:pt x="6614394" y="1310689"/>
                  <a:pt x="6614394" y="1310689"/>
                </a:cubicBezTo>
                <a:lnTo>
                  <a:pt x="6618926" y="1302809"/>
                </a:lnTo>
                <a:cubicBezTo>
                  <a:pt x="6619123" y="1302546"/>
                  <a:pt x="6619714" y="1302346"/>
                  <a:pt x="6619714" y="1302346"/>
                </a:cubicBezTo>
                <a:close/>
                <a:moveTo>
                  <a:pt x="1786331" y="1302346"/>
                </a:moveTo>
                <a:lnTo>
                  <a:pt x="1795394" y="1302346"/>
                </a:lnTo>
                <a:cubicBezTo>
                  <a:pt x="1795724" y="1302346"/>
                  <a:pt x="1796183" y="1302807"/>
                  <a:pt x="1796183" y="1302807"/>
                </a:cubicBezTo>
                <a:lnTo>
                  <a:pt x="1800715" y="1310684"/>
                </a:lnTo>
                <a:cubicBezTo>
                  <a:pt x="1800847" y="1310947"/>
                  <a:pt x="1800715" y="1311538"/>
                  <a:pt x="1800715" y="1311538"/>
                </a:cubicBezTo>
                <a:lnTo>
                  <a:pt x="1796183" y="1319421"/>
                </a:lnTo>
                <a:cubicBezTo>
                  <a:pt x="1795986" y="1319682"/>
                  <a:pt x="1795394" y="1319880"/>
                  <a:pt x="1795394" y="1319880"/>
                </a:cubicBezTo>
                <a:lnTo>
                  <a:pt x="1786331" y="1319880"/>
                </a:lnTo>
                <a:cubicBezTo>
                  <a:pt x="1786003" y="1319880"/>
                  <a:pt x="1785542" y="1319421"/>
                  <a:pt x="1785542" y="1319421"/>
                </a:cubicBezTo>
                <a:lnTo>
                  <a:pt x="1781012" y="1311538"/>
                </a:lnTo>
                <a:cubicBezTo>
                  <a:pt x="1780880" y="1311276"/>
                  <a:pt x="1781012" y="1310684"/>
                  <a:pt x="1781012" y="1310684"/>
                </a:cubicBezTo>
                <a:lnTo>
                  <a:pt x="1785542" y="1302807"/>
                </a:lnTo>
                <a:cubicBezTo>
                  <a:pt x="1785740" y="1302543"/>
                  <a:pt x="1786331" y="1302346"/>
                  <a:pt x="1786331" y="1302346"/>
                </a:cubicBezTo>
                <a:close/>
                <a:moveTo>
                  <a:pt x="7128477" y="1302344"/>
                </a:moveTo>
                <a:lnTo>
                  <a:pt x="7137540" y="1302344"/>
                </a:lnTo>
                <a:cubicBezTo>
                  <a:pt x="7137869" y="1302344"/>
                  <a:pt x="7138328" y="1302803"/>
                  <a:pt x="7138328" y="1302803"/>
                </a:cubicBezTo>
                <a:lnTo>
                  <a:pt x="7142860" y="1310681"/>
                </a:lnTo>
                <a:cubicBezTo>
                  <a:pt x="7142992" y="1310943"/>
                  <a:pt x="7142860" y="1311534"/>
                  <a:pt x="7142860" y="1311534"/>
                </a:cubicBezTo>
                <a:lnTo>
                  <a:pt x="7138328" y="1319415"/>
                </a:lnTo>
                <a:cubicBezTo>
                  <a:pt x="7138131" y="1319679"/>
                  <a:pt x="7137540" y="1319878"/>
                  <a:pt x="7137540" y="1319878"/>
                </a:cubicBezTo>
                <a:lnTo>
                  <a:pt x="7128477" y="1319878"/>
                </a:lnTo>
                <a:cubicBezTo>
                  <a:pt x="7128148" y="1319878"/>
                  <a:pt x="7127689" y="1319415"/>
                  <a:pt x="7127689" y="1319415"/>
                </a:cubicBezTo>
                <a:lnTo>
                  <a:pt x="7123156" y="1311534"/>
                </a:lnTo>
                <a:cubicBezTo>
                  <a:pt x="7123024" y="1311272"/>
                  <a:pt x="7123156" y="1310681"/>
                  <a:pt x="7123156" y="1310681"/>
                </a:cubicBezTo>
                <a:lnTo>
                  <a:pt x="7127689" y="1302803"/>
                </a:lnTo>
                <a:cubicBezTo>
                  <a:pt x="7127885" y="1302540"/>
                  <a:pt x="7128477" y="1302344"/>
                  <a:pt x="7128477" y="1302344"/>
                </a:cubicBezTo>
                <a:close/>
                <a:moveTo>
                  <a:pt x="514366" y="1302344"/>
                </a:moveTo>
                <a:lnTo>
                  <a:pt x="523429" y="1302344"/>
                </a:lnTo>
                <a:cubicBezTo>
                  <a:pt x="523758" y="1302344"/>
                  <a:pt x="524218" y="1302803"/>
                  <a:pt x="524218" y="1302803"/>
                </a:cubicBezTo>
                <a:lnTo>
                  <a:pt x="528749" y="1310683"/>
                </a:lnTo>
                <a:cubicBezTo>
                  <a:pt x="528881" y="1310946"/>
                  <a:pt x="528749" y="1311538"/>
                  <a:pt x="528749" y="1311538"/>
                </a:cubicBezTo>
                <a:lnTo>
                  <a:pt x="524218" y="1319418"/>
                </a:lnTo>
                <a:cubicBezTo>
                  <a:pt x="524021" y="1319679"/>
                  <a:pt x="523429" y="1319878"/>
                  <a:pt x="523429" y="1319878"/>
                </a:cubicBezTo>
                <a:lnTo>
                  <a:pt x="514366" y="1319878"/>
                </a:lnTo>
                <a:cubicBezTo>
                  <a:pt x="514037" y="1319878"/>
                  <a:pt x="513578" y="1319418"/>
                  <a:pt x="513578" y="1319418"/>
                </a:cubicBezTo>
                <a:lnTo>
                  <a:pt x="509045" y="1311538"/>
                </a:lnTo>
                <a:cubicBezTo>
                  <a:pt x="508915" y="1311276"/>
                  <a:pt x="509045" y="1310683"/>
                  <a:pt x="509045" y="1310683"/>
                </a:cubicBezTo>
                <a:lnTo>
                  <a:pt x="513578" y="1302803"/>
                </a:lnTo>
                <a:cubicBezTo>
                  <a:pt x="513775" y="1302542"/>
                  <a:pt x="514366" y="1302344"/>
                  <a:pt x="514366" y="1302344"/>
                </a:cubicBezTo>
                <a:close/>
                <a:moveTo>
                  <a:pt x="5610" y="1302344"/>
                </a:moveTo>
                <a:lnTo>
                  <a:pt x="14674" y="1302344"/>
                </a:lnTo>
                <a:cubicBezTo>
                  <a:pt x="15002" y="1302344"/>
                  <a:pt x="15462" y="1302803"/>
                  <a:pt x="15462" y="1302803"/>
                </a:cubicBezTo>
                <a:lnTo>
                  <a:pt x="19994" y="1310681"/>
                </a:lnTo>
                <a:cubicBezTo>
                  <a:pt x="20125" y="1310943"/>
                  <a:pt x="19994" y="1311534"/>
                  <a:pt x="19994" y="1311534"/>
                </a:cubicBezTo>
                <a:lnTo>
                  <a:pt x="15462" y="1319415"/>
                </a:lnTo>
                <a:cubicBezTo>
                  <a:pt x="15265" y="1319678"/>
                  <a:pt x="14674" y="1319877"/>
                  <a:pt x="14674" y="1319877"/>
                </a:cubicBezTo>
                <a:lnTo>
                  <a:pt x="5610" y="1319877"/>
                </a:lnTo>
                <a:cubicBezTo>
                  <a:pt x="5281" y="1319877"/>
                  <a:pt x="4821" y="1319415"/>
                  <a:pt x="4821" y="1319415"/>
                </a:cubicBezTo>
                <a:lnTo>
                  <a:pt x="289" y="1311534"/>
                </a:lnTo>
                <a:cubicBezTo>
                  <a:pt x="158" y="1311272"/>
                  <a:pt x="289" y="1310681"/>
                  <a:pt x="289" y="1310681"/>
                </a:cubicBezTo>
                <a:lnTo>
                  <a:pt x="4821" y="1302803"/>
                </a:lnTo>
                <a:cubicBezTo>
                  <a:pt x="5018" y="1302540"/>
                  <a:pt x="5610" y="1302344"/>
                  <a:pt x="5610" y="1302344"/>
                </a:cubicBezTo>
                <a:close/>
                <a:moveTo>
                  <a:pt x="9418035" y="1302339"/>
                </a:moveTo>
                <a:lnTo>
                  <a:pt x="9427099" y="1302339"/>
                </a:lnTo>
                <a:cubicBezTo>
                  <a:pt x="9427427" y="1302339"/>
                  <a:pt x="9427887" y="1302800"/>
                  <a:pt x="9427887" y="1302800"/>
                </a:cubicBezTo>
                <a:lnTo>
                  <a:pt x="9432419" y="1310679"/>
                </a:lnTo>
                <a:cubicBezTo>
                  <a:pt x="9432550" y="1310940"/>
                  <a:pt x="9432419" y="1311534"/>
                  <a:pt x="9432419" y="1311534"/>
                </a:cubicBezTo>
                <a:lnTo>
                  <a:pt x="9427887" y="1319413"/>
                </a:lnTo>
                <a:cubicBezTo>
                  <a:pt x="9427690" y="1319677"/>
                  <a:pt x="9427099" y="1319872"/>
                  <a:pt x="9427099" y="1319872"/>
                </a:cubicBezTo>
                <a:lnTo>
                  <a:pt x="9418035" y="1319872"/>
                </a:lnTo>
                <a:cubicBezTo>
                  <a:pt x="9417707" y="1319872"/>
                  <a:pt x="9417247" y="1319413"/>
                  <a:pt x="9417247" y="1319413"/>
                </a:cubicBezTo>
                <a:lnTo>
                  <a:pt x="9412714" y="1311534"/>
                </a:lnTo>
                <a:cubicBezTo>
                  <a:pt x="9412583" y="1311269"/>
                  <a:pt x="9412714" y="1310679"/>
                  <a:pt x="9412714" y="1310679"/>
                </a:cubicBezTo>
                <a:lnTo>
                  <a:pt x="9417247" y="1302800"/>
                </a:lnTo>
                <a:cubicBezTo>
                  <a:pt x="9417444" y="1302539"/>
                  <a:pt x="9418035" y="1302339"/>
                  <a:pt x="9418035" y="1302339"/>
                </a:cubicBezTo>
                <a:close/>
                <a:moveTo>
                  <a:pt x="1277559" y="1302339"/>
                </a:moveTo>
                <a:lnTo>
                  <a:pt x="1286623" y="1302339"/>
                </a:lnTo>
                <a:cubicBezTo>
                  <a:pt x="1286954" y="1302339"/>
                  <a:pt x="1287414" y="1302800"/>
                  <a:pt x="1287414" y="1302800"/>
                </a:cubicBezTo>
                <a:lnTo>
                  <a:pt x="1291946" y="1310679"/>
                </a:lnTo>
                <a:cubicBezTo>
                  <a:pt x="1292078" y="1310940"/>
                  <a:pt x="1291946" y="1311529"/>
                  <a:pt x="1291946" y="1311529"/>
                </a:cubicBezTo>
                <a:lnTo>
                  <a:pt x="1287414" y="1319412"/>
                </a:lnTo>
                <a:cubicBezTo>
                  <a:pt x="1287217" y="1319677"/>
                  <a:pt x="1286623" y="1319872"/>
                  <a:pt x="1286623" y="1319872"/>
                </a:cubicBezTo>
                <a:lnTo>
                  <a:pt x="1277559" y="1319872"/>
                </a:lnTo>
                <a:cubicBezTo>
                  <a:pt x="1277232" y="1319872"/>
                  <a:pt x="1276772" y="1319412"/>
                  <a:pt x="1276772" y="1319412"/>
                </a:cubicBezTo>
                <a:lnTo>
                  <a:pt x="1272242" y="1311529"/>
                </a:lnTo>
                <a:cubicBezTo>
                  <a:pt x="1272109" y="1311269"/>
                  <a:pt x="1272242" y="1310679"/>
                  <a:pt x="1272242" y="1310679"/>
                </a:cubicBezTo>
                <a:lnTo>
                  <a:pt x="1276772" y="1302800"/>
                </a:lnTo>
                <a:cubicBezTo>
                  <a:pt x="1276968" y="1302537"/>
                  <a:pt x="1277559" y="1302339"/>
                  <a:pt x="1277559" y="1302339"/>
                </a:cubicBezTo>
                <a:close/>
                <a:moveTo>
                  <a:pt x="3567171" y="1302337"/>
                </a:moveTo>
                <a:lnTo>
                  <a:pt x="3576235" y="1302337"/>
                </a:lnTo>
                <a:cubicBezTo>
                  <a:pt x="3576565" y="1302337"/>
                  <a:pt x="3577024" y="1302800"/>
                  <a:pt x="3577024" y="1302800"/>
                </a:cubicBezTo>
                <a:lnTo>
                  <a:pt x="3581555" y="1310679"/>
                </a:lnTo>
                <a:cubicBezTo>
                  <a:pt x="3581686" y="1310939"/>
                  <a:pt x="3581555" y="1311529"/>
                  <a:pt x="3581555" y="1311529"/>
                </a:cubicBezTo>
                <a:lnTo>
                  <a:pt x="3577024" y="1319412"/>
                </a:lnTo>
                <a:cubicBezTo>
                  <a:pt x="3576827" y="1319677"/>
                  <a:pt x="3576235" y="1319872"/>
                  <a:pt x="3576235" y="1319872"/>
                </a:cubicBezTo>
                <a:lnTo>
                  <a:pt x="3567171" y="1319872"/>
                </a:lnTo>
                <a:cubicBezTo>
                  <a:pt x="3566842" y="1319872"/>
                  <a:pt x="3566382" y="1319412"/>
                  <a:pt x="3566382" y="1319412"/>
                </a:cubicBezTo>
                <a:lnTo>
                  <a:pt x="3561851" y="1311529"/>
                </a:lnTo>
                <a:cubicBezTo>
                  <a:pt x="3561718" y="1311269"/>
                  <a:pt x="3561851" y="1310679"/>
                  <a:pt x="3561851" y="1310679"/>
                </a:cubicBezTo>
                <a:lnTo>
                  <a:pt x="3566382" y="1302800"/>
                </a:lnTo>
                <a:cubicBezTo>
                  <a:pt x="3566579" y="1302537"/>
                  <a:pt x="3567171" y="1302337"/>
                  <a:pt x="3567171" y="1302337"/>
                </a:cubicBezTo>
                <a:close/>
                <a:moveTo>
                  <a:pt x="2549516" y="1302334"/>
                </a:moveTo>
                <a:lnTo>
                  <a:pt x="2558582" y="1302334"/>
                </a:lnTo>
                <a:cubicBezTo>
                  <a:pt x="2558911" y="1302334"/>
                  <a:pt x="2559370" y="1302793"/>
                  <a:pt x="2559370" y="1302793"/>
                </a:cubicBezTo>
                <a:lnTo>
                  <a:pt x="2563903" y="1310672"/>
                </a:lnTo>
                <a:cubicBezTo>
                  <a:pt x="2564035" y="1310933"/>
                  <a:pt x="2563903" y="1311527"/>
                  <a:pt x="2563903" y="1311527"/>
                </a:cubicBezTo>
                <a:lnTo>
                  <a:pt x="2559370" y="1319409"/>
                </a:lnTo>
                <a:cubicBezTo>
                  <a:pt x="2559173" y="1319669"/>
                  <a:pt x="2558582" y="1319867"/>
                  <a:pt x="2558582" y="1319867"/>
                </a:cubicBezTo>
                <a:lnTo>
                  <a:pt x="2549516" y="1319867"/>
                </a:lnTo>
                <a:cubicBezTo>
                  <a:pt x="2549189" y="1319867"/>
                  <a:pt x="2548728" y="1319409"/>
                  <a:pt x="2548728" y="1319409"/>
                </a:cubicBezTo>
                <a:lnTo>
                  <a:pt x="2544197" y="1311527"/>
                </a:lnTo>
                <a:cubicBezTo>
                  <a:pt x="2544065" y="1311264"/>
                  <a:pt x="2544197" y="1310672"/>
                  <a:pt x="2544197" y="1310672"/>
                </a:cubicBezTo>
                <a:lnTo>
                  <a:pt x="2548728" y="1302793"/>
                </a:lnTo>
                <a:cubicBezTo>
                  <a:pt x="2548925" y="1302529"/>
                  <a:pt x="2549516" y="1302334"/>
                  <a:pt x="2549516" y="1302334"/>
                </a:cubicBezTo>
                <a:close/>
                <a:moveTo>
                  <a:pt x="5093300" y="1302325"/>
                </a:moveTo>
                <a:lnTo>
                  <a:pt x="5102364" y="1302325"/>
                </a:lnTo>
                <a:cubicBezTo>
                  <a:pt x="5102693" y="1302325"/>
                  <a:pt x="5103153" y="1302786"/>
                  <a:pt x="5103153" y="1302786"/>
                </a:cubicBezTo>
                <a:lnTo>
                  <a:pt x="5107684" y="1310663"/>
                </a:lnTo>
                <a:cubicBezTo>
                  <a:pt x="5107815" y="1310927"/>
                  <a:pt x="5107684" y="1311517"/>
                  <a:pt x="5107684" y="1311517"/>
                </a:cubicBezTo>
                <a:lnTo>
                  <a:pt x="5103153" y="1319400"/>
                </a:lnTo>
                <a:cubicBezTo>
                  <a:pt x="5102955" y="1319664"/>
                  <a:pt x="5102364" y="1319860"/>
                  <a:pt x="5102364" y="1319860"/>
                </a:cubicBezTo>
                <a:lnTo>
                  <a:pt x="5093300" y="1319860"/>
                </a:lnTo>
                <a:cubicBezTo>
                  <a:pt x="5092972" y="1319860"/>
                  <a:pt x="5092512" y="1319400"/>
                  <a:pt x="5092512" y="1319400"/>
                </a:cubicBezTo>
                <a:lnTo>
                  <a:pt x="5087979" y="1311517"/>
                </a:lnTo>
                <a:cubicBezTo>
                  <a:pt x="5087848" y="1311256"/>
                  <a:pt x="5087979" y="1310663"/>
                  <a:pt x="5087979" y="1310663"/>
                </a:cubicBezTo>
                <a:lnTo>
                  <a:pt x="5092512" y="1302786"/>
                </a:lnTo>
                <a:cubicBezTo>
                  <a:pt x="5092708" y="1302523"/>
                  <a:pt x="5093300" y="1302325"/>
                  <a:pt x="5093300" y="1302325"/>
                </a:cubicBezTo>
                <a:close/>
                <a:moveTo>
                  <a:pt x="9672481" y="1302321"/>
                </a:moveTo>
                <a:lnTo>
                  <a:pt x="9681545" y="1302321"/>
                </a:lnTo>
                <a:cubicBezTo>
                  <a:pt x="9681872" y="1302321"/>
                  <a:pt x="9682333" y="1302781"/>
                  <a:pt x="9682333" y="1302781"/>
                </a:cubicBezTo>
                <a:lnTo>
                  <a:pt x="9686865" y="1310661"/>
                </a:lnTo>
                <a:cubicBezTo>
                  <a:pt x="9686996" y="1310921"/>
                  <a:pt x="9686865" y="1311514"/>
                  <a:pt x="9686865" y="1311514"/>
                </a:cubicBezTo>
                <a:lnTo>
                  <a:pt x="9682333" y="1319395"/>
                </a:lnTo>
                <a:cubicBezTo>
                  <a:pt x="9682136" y="1319657"/>
                  <a:pt x="9681545" y="1319854"/>
                  <a:pt x="9681545" y="1319854"/>
                </a:cubicBezTo>
                <a:lnTo>
                  <a:pt x="9672481" y="1319854"/>
                </a:lnTo>
                <a:cubicBezTo>
                  <a:pt x="9672152" y="1319854"/>
                  <a:pt x="9671693" y="1319395"/>
                  <a:pt x="9671693" y="1319395"/>
                </a:cubicBezTo>
                <a:lnTo>
                  <a:pt x="9667160" y="1311514"/>
                </a:lnTo>
                <a:cubicBezTo>
                  <a:pt x="9667030" y="1311251"/>
                  <a:pt x="9667160" y="1310661"/>
                  <a:pt x="9667160" y="1310661"/>
                </a:cubicBezTo>
                <a:lnTo>
                  <a:pt x="9671693" y="1302781"/>
                </a:lnTo>
                <a:cubicBezTo>
                  <a:pt x="9671890" y="1302518"/>
                  <a:pt x="9672481" y="1302321"/>
                  <a:pt x="9672481" y="1302321"/>
                </a:cubicBezTo>
                <a:close/>
                <a:moveTo>
                  <a:pt x="7637304" y="1302317"/>
                </a:moveTo>
                <a:lnTo>
                  <a:pt x="7646367" y="1302317"/>
                </a:lnTo>
                <a:cubicBezTo>
                  <a:pt x="7646696" y="1302317"/>
                  <a:pt x="7647156" y="1302777"/>
                  <a:pt x="7647156" y="1302777"/>
                </a:cubicBezTo>
                <a:lnTo>
                  <a:pt x="7651687" y="1310656"/>
                </a:lnTo>
                <a:cubicBezTo>
                  <a:pt x="7651819" y="1310920"/>
                  <a:pt x="7651687" y="1311509"/>
                  <a:pt x="7651687" y="1311509"/>
                </a:cubicBezTo>
                <a:lnTo>
                  <a:pt x="7647156" y="1319393"/>
                </a:lnTo>
                <a:cubicBezTo>
                  <a:pt x="7646958" y="1319656"/>
                  <a:pt x="7646367" y="1319852"/>
                  <a:pt x="7646367" y="1319852"/>
                </a:cubicBezTo>
                <a:lnTo>
                  <a:pt x="7637304" y="1319852"/>
                </a:lnTo>
                <a:cubicBezTo>
                  <a:pt x="7636975" y="1319852"/>
                  <a:pt x="7636516" y="1319393"/>
                  <a:pt x="7636516" y="1319393"/>
                </a:cubicBezTo>
                <a:lnTo>
                  <a:pt x="7631983" y="1311509"/>
                </a:lnTo>
                <a:cubicBezTo>
                  <a:pt x="7631851" y="1311247"/>
                  <a:pt x="7631983" y="1310656"/>
                  <a:pt x="7631983" y="1310656"/>
                </a:cubicBezTo>
                <a:lnTo>
                  <a:pt x="7636516" y="1302777"/>
                </a:lnTo>
                <a:cubicBezTo>
                  <a:pt x="7636713" y="1302514"/>
                  <a:pt x="7637304" y="1302317"/>
                  <a:pt x="7637304" y="1302317"/>
                </a:cubicBezTo>
                <a:close/>
                <a:moveTo>
                  <a:pt x="10181242" y="1302308"/>
                </a:moveTo>
                <a:lnTo>
                  <a:pt x="10190305" y="1302308"/>
                </a:lnTo>
                <a:cubicBezTo>
                  <a:pt x="10190635" y="1302308"/>
                  <a:pt x="10191093" y="1302769"/>
                  <a:pt x="10191093" y="1302769"/>
                </a:cubicBezTo>
                <a:lnTo>
                  <a:pt x="10195626" y="1310648"/>
                </a:lnTo>
                <a:cubicBezTo>
                  <a:pt x="10195758" y="1310911"/>
                  <a:pt x="10195626" y="1311502"/>
                  <a:pt x="10195626" y="1311502"/>
                </a:cubicBezTo>
                <a:lnTo>
                  <a:pt x="10191093" y="1319383"/>
                </a:lnTo>
                <a:cubicBezTo>
                  <a:pt x="10190896" y="1319647"/>
                  <a:pt x="10190305" y="1319843"/>
                  <a:pt x="10190305" y="1319843"/>
                </a:cubicBezTo>
                <a:lnTo>
                  <a:pt x="10181242" y="1319843"/>
                </a:lnTo>
                <a:cubicBezTo>
                  <a:pt x="10180914" y="1319843"/>
                  <a:pt x="10180453" y="1319383"/>
                  <a:pt x="10180453" y="1319383"/>
                </a:cubicBezTo>
                <a:lnTo>
                  <a:pt x="10175922" y="1311502"/>
                </a:lnTo>
                <a:cubicBezTo>
                  <a:pt x="10175790" y="1311240"/>
                  <a:pt x="10175922" y="1310648"/>
                  <a:pt x="10175922" y="1310648"/>
                </a:cubicBezTo>
                <a:lnTo>
                  <a:pt x="10180453" y="1302769"/>
                </a:lnTo>
                <a:cubicBezTo>
                  <a:pt x="10180650" y="1302507"/>
                  <a:pt x="10181242" y="1302308"/>
                  <a:pt x="10181242" y="1302308"/>
                </a:cubicBezTo>
                <a:close/>
                <a:moveTo>
                  <a:pt x="4584538" y="1302308"/>
                </a:moveTo>
                <a:lnTo>
                  <a:pt x="4593603" y="1302308"/>
                </a:lnTo>
                <a:cubicBezTo>
                  <a:pt x="4593932" y="1302308"/>
                  <a:pt x="4594390" y="1302769"/>
                  <a:pt x="4594390" y="1302769"/>
                </a:cubicBezTo>
                <a:lnTo>
                  <a:pt x="4598922" y="1310648"/>
                </a:lnTo>
                <a:cubicBezTo>
                  <a:pt x="4599054" y="1310911"/>
                  <a:pt x="4598922" y="1311502"/>
                  <a:pt x="4598922" y="1311502"/>
                </a:cubicBezTo>
                <a:lnTo>
                  <a:pt x="4594390" y="1319383"/>
                </a:lnTo>
                <a:cubicBezTo>
                  <a:pt x="4594193" y="1319647"/>
                  <a:pt x="4593603" y="1319843"/>
                  <a:pt x="4593603" y="1319843"/>
                </a:cubicBezTo>
                <a:lnTo>
                  <a:pt x="4584538" y="1319843"/>
                </a:lnTo>
                <a:cubicBezTo>
                  <a:pt x="4584210" y="1319843"/>
                  <a:pt x="4583749" y="1319383"/>
                  <a:pt x="4583749" y="1319383"/>
                </a:cubicBezTo>
                <a:lnTo>
                  <a:pt x="4579218" y="1311502"/>
                </a:lnTo>
                <a:cubicBezTo>
                  <a:pt x="4579087" y="1311240"/>
                  <a:pt x="4579218" y="1310648"/>
                  <a:pt x="4579218" y="1310648"/>
                </a:cubicBezTo>
                <a:lnTo>
                  <a:pt x="4583749" y="1302769"/>
                </a:lnTo>
                <a:cubicBezTo>
                  <a:pt x="4583948" y="1302507"/>
                  <a:pt x="4584538" y="1302308"/>
                  <a:pt x="4584538" y="1302308"/>
                </a:cubicBezTo>
                <a:close/>
                <a:moveTo>
                  <a:pt x="3058319" y="1302308"/>
                </a:moveTo>
                <a:lnTo>
                  <a:pt x="3067384" y="1302308"/>
                </a:lnTo>
                <a:cubicBezTo>
                  <a:pt x="3067713" y="1302308"/>
                  <a:pt x="3068172" y="1302769"/>
                  <a:pt x="3068172" y="1302769"/>
                </a:cubicBezTo>
                <a:lnTo>
                  <a:pt x="3072704" y="1310648"/>
                </a:lnTo>
                <a:cubicBezTo>
                  <a:pt x="3072835" y="1310911"/>
                  <a:pt x="3072704" y="1311503"/>
                  <a:pt x="3072704" y="1311503"/>
                </a:cubicBezTo>
                <a:lnTo>
                  <a:pt x="3068172" y="1319384"/>
                </a:lnTo>
                <a:cubicBezTo>
                  <a:pt x="3067975" y="1319647"/>
                  <a:pt x="3067384" y="1319843"/>
                  <a:pt x="3067384" y="1319843"/>
                </a:cubicBezTo>
                <a:lnTo>
                  <a:pt x="3058319" y="1319843"/>
                </a:lnTo>
                <a:cubicBezTo>
                  <a:pt x="3057991" y="1319843"/>
                  <a:pt x="3057531" y="1319384"/>
                  <a:pt x="3057531" y="1319384"/>
                </a:cubicBezTo>
                <a:lnTo>
                  <a:pt x="3052999" y="1311503"/>
                </a:lnTo>
                <a:cubicBezTo>
                  <a:pt x="3052868" y="1311240"/>
                  <a:pt x="3052999" y="1310648"/>
                  <a:pt x="3052999" y="1310648"/>
                </a:cubicBezTo>
                <a:lnTo>
                  <a:pt x="3057531" y="1302769"/>
                </a:lnTo>
                <a:cubicBezTo>
                  <a:pt x="3057729" y="1302507"/>
                  <a:pt x="3058319" y="1302308"/>
                  <a:pt x="3058319" y="1302308"/>
                </a:cubicBezTo>
                <a:close/>
                <a:moveTo>
                  <a:pt x="7891684" y="1302305"/>
                </a:moveTo>
                <a:lnTo>
                  <a:pt x="7900748" y="1302305"/>
                </a:lnTo>
                <a:cubicBezTo>
                  <a:pt x="7901076" y="1302305"/>
                  <a:pt x="7901536" y="1302767"/>
                  <a:pt x="7901536" y="1302767"/>
                </a:cubicBezTo>
                <a:lnTo>
                  <a:pt x="7906067" y="1310644"/>
                </a:lnTo>
                <a:cubicBezTo>
                  <a:pt x="7906199" y="1310909"/>
                  <a:pt x="7906067" y="1311499"/>
                  <a:pt x="7906067" y="1311499"/>
                </a:cubicBezTo>
                <a:lnTo>
                  <a:pt x="7901536" y="1319380"/>
                </a:lnTo>
                <a:cubicBezTo>
                  <a:pt x="7901339" y="1319643"/>
                  <a:pt x="7900748" y="1319839"/>
                  <a:pt x="7900748" y="1319839"/>
                </a:cubicBezTo>
                <a:lnTo>
                  <a:pt x="7891684" y="1319839"/>
                </a:lnTo>
                <a:cubicBezTo>
                  <a:pt x="7891355" y="1319839"/>
                  <a:pt x="7890896" y="1319380"/>
                  <a:pt x="7890896" y="1319380"/>
                </a:cubicBezTo>
                <a:lnTo>
                  <a:pt x="7886363" y="1311499"/>
                </a:lnTo>
                <a:cubicBezTo>
                  <a:pt x="7886233" y="1311237"/>
                  <a:pt x="7886363" y="1310644"/>
                  <a:pt x="7886363" y="1310644"/>
                </a:cubicBezTo>
                <a:lnTo>
                  <a:pt x="7890896" y="1302767"/>
                </a:lnTo>
                <a:cubicBezTo>
                  <a:pt x="7891093" y="1302502"/>
                  <a:pt x="7891684" y="1302305"/>
                  <a:pt x="7891684" y="1302305"/>
                </a:cubicBezTo>
                <a:close/>
                <a:moveTo>
                  <a:pt x="3312699" y="1302305"/>
                </a:moveTo>
                <a:lnTo>
                  <a:pt x="3321764" y="1302305"/>
                </a:lnTo>
                <a:cubicBezTo>
                  <a:pt x="3322093" y="1302305"/>
                  <a:pt x="3322551" y="1302765"/>
                  <a:pt x="3322551" y="1302765"/>
                </a:cubicBezTo>
                <a:lnTo>
                  <a:pt x="3327083" y="1310643"/>
                </a:lnTo>
                <a:cubicBezTo>
                  <a:pt x="3327215" y="1310909"/>
                  <a:pt x="3327083" y="1311497"/>
                  <a:pt x="3327083" y="1311497"/>
                </a:cubicBezTo>
                <a:lnTo>
                  <a:pt x="3322551" y="1319380"/>
                </a:lnTo>
                <a:cubicBezTo>
                  <a:pt x="3322356" y="1319641"/>
                  <a:pt x="3321764" y="1319839"/>
                  <a:pt x="3321764" y="1319839"/>
                </a:cubicBezTo>
                <a:lnTo>
                  <a:pt x="3312699" y="1319839"/>
                </a:lnTo>
                <a:cubicBezTo>
                  <a:pt x="3312371" y="1319839"/>
                  <a:pt x="3311911" y="1319380"/>
                  <a:pt x="3311911" y="1319380"/>
                </a:cubicBezTo>
                <a:lnTo>
                  <a:pt x="3307378" y="1311497"/>
                </a:lnTo>
                <a:cubicBezTo>
                  <a:pt x="3307247" y="1311235"/>
                  <a:pt x="3307378" y="1310643"/>
                  <a:pt x="3307378" y="1310643"/>
                </a:cubicBezTo>
                <a:lnTo>
                  <a:pt x="3311911" y="1302765"/>
                </a:lnTo>
                <a:cubicBezTo>
                  <a:pt x="3312106" y="1302501"/>
                  <a:pt x="3312699" y="1302305"/>
                  <a:pt x="3312699" y="1302305"/>
                </a:cubicBezTo>
                <a:close/>
                <a:moveTo>
                  <a:pt x="5856508" y="1302303"/>
                </a:moveTo>
                <a:lnTo>
                  <a:pt x="5865571" y="1302303"/>
                </a:lnTo>
                <a:cubicBezTo>
                  <a:pt x="5865900" y="1302303"/>
                  <a:pt x="5866359" y="1302761"/>
                  <a:pt x="5866359" y="1302761"/>
                </a:cubicBezTo>
                <a:lnTo>
                  <a:pt x="5870891" y="1310643"/>
                </a:lnTo>
                <a:cubicBezTo>
                  <a:pt x="5871023" y="1310904"/>
                  <a:pt x="5870891" y="1311497"/>
                  <a:pt x="5870891" y="1311497"/>
                </a:cubicBezTo>
                <a:lnTo>
                  <a:pt x="5866359" y="1319377"/>
                </a:lnTo>
                <a:cubicBezTo>
                  <a:pt x="5866163" y="1319641"/>
                  <a:pt x="5865571" y="1319838"/>
                  <a:pt x="5865571" y="1319838"/>
                </a:cubicBezTo>
                <a:lnTo>
                  <a:pt x="5856508" y="1319838"/>
                </a:lnTo>
                <a:cubicBezTo>
                  <a:pt x="5856178" y="1319838"/>
                  <a:pt x="5855720" y="1319377"/>
                  <a:pt x="5855720" y="1319377"/>
                </a:cubicBezTo>
                <a:lnTo>
                  <a:pt x="5851187" y="1311497"/>
                </a:lnTo>
                <a:cubicBezTo>
                  <a:pt x="5851055" y="1311235"/>
                  <a:pt x="5851187" y="1310643"/>
                  <a:pt x="5851187" y="1310643"/>
                </a:cubicBezTo>
                <a:lnTo>
                  <a:pt x="5855720" y="1302761"/>
                </a:lnTo>
                <a:cubicBezTo>
                  <a:pt x="5855916" y="1302501"/>
                  <a:pt x="5856508" y="1302303"/>
                  <a:pt x="5856508" y="1302303"/>
                </a:cubicBezTo>
                <a:close/>
                <a:moveTo>
                  <a:pt x="8400511" y="1302301"/>
                </a:moveTo>
                <a:lnTo>
                  <a:pt x="8409575" y="1302301"/>
                </a:lnTo>
                <a:cubicBezTo>
                  <a:pt x="8409904" y="1302301"/>
                  <a:pt x="8410363" y="1302758"/>
                  <a:pt x="8410363" y="1302758"/>
                </a:cubicBezTo>
                <a:lnTo>
                  <a:pt x="8414896" y="1310642"/>
                </a:lnTo>
                <a:cubicBezTo>
                  <a:pt x="8415027" y="1310903"/>
                  <a:pt x="8414896" y="1311494"/>
                  <a:pt x="8414896" y="1311494"/>
                </a:cubicBezTo>
                <a:lnTo>
                  <a:pt x="8410363" y="1319377"/>
                </a:lnTo>
                <a:cubicBezTo>
                  <a:pt x="8410166" y="1319637"/>
                  <a:pt x="8409575" y="1319835"/>
                  <a:pt x="8409575" y="1319835"/>
                </a:cubicBezTo>
                <a:lnTo>
                  <a:pt x="8400511" y="1319835"/>
                </a:lnTo>
                <a:cubicBezTo>
                  <a:pt x="8400184" y="1319835"/>
                  <a:pt x="8399723" y="1319377"/>
                  <a:pt x="8399723" y="1319377"/>
                </a:cubicBezTo>
                <a:lnTo>
                  <a:pt x="8395191" y="1311494"/>
                </a:lnTo>
                <a:cubicBezTo>
                  <a:pt x="8395060" y="1311230"/>
                  <a:pt x="8395191" y="1310642"/>
                  <a:pt x="8395191" y="1310642"/>
                </a:cubicBezTo>
                <a:lnTo>
                  <a:pt x="8399723" y="1302758"/>
                </a:lnTo>
                <a:cubicBezTo>
                  <a:pt x="8399920" y="1302497"/>
                  <a:pt x="8400511" y="1302301"/>
                  <a:pt x="8400511" y="1302301"/>
                </a:cubicBezTo>
                <a:close/>
                <a:moveTo>
                  <a:pt x="10435622" y="1302299"/>
                </a:moveTo>
                <a:lnTo>
                  <a:pt x="10444686" y="1302299"/>
                </a:lnTo>
                <a:cubicBezTo>
                  <a:pt x="10445015" y="1302299"/>
                  <a:pt x="10445474" y="1302757"/>
                  <a:pt x="10445474" y="1302757"/>
                </a:cubicBezTo>
                <a:lnTo>
                  <a:pt x="10450007" y="1310638"/>
                </a:lnTo>
                <a:cubicBezTo>
                  <a:pt x="10450138" y="1310900"/>
                  <a:pt x="10450007" y="1311492"/>
                  <a:pt x="10450007" y="1311492"/>
                </a:cubicBezTo>
                <a:lnTo>
                  <a:pt x="10445474" y="1319375"/>
                </a:lnTo>
                <a:cubicBezTo>
                  <a:pt x="10445278" y="1319636"/>
                  <a:pt x="10444686" y="1319833"/>
                  <a:pt x="10444686" y="1319833"/>
                </a:cubicBezTo>
                <a:lnTo>
                  <a:pt x="10435622" y="1319833"/>
                </a:lnTo>
                <a:cubicBezTo>
                  <a:pt x="10435295" y="1319833"/>
                  <a:pt x="10434834" y="1319375"/>
                  <a:pt x="10434834" y="1319375"/>
                </a:cubicBezTo>
                <a:lnTo>
                  <a:pt x="10430302" y="1311492"/>
                </a:lnTo>
                <a:cubicBezTo>
                  <a:pt x="10430171" y="1311230"/>
                  <a:pt x="10430302" y="1310638"/>
                  <a:pt x="10430302" y="1310638"/>
                </a:cubicBezTo>
                <a:lnTo>
                  <a:pt x="10434834" y="1302757"/>
                </a:lnTo>
                <a:cubicBezTo>
                  <a:pt x="10435031" y="1302497"/>
                  <a:pt x="10435622" y="1302299"/>
                  <a:pt x="10435622" y="1302299"/>
                </a:cubicBezTo>
                <a:close/>
                <a:moveTo>
                  <a:pt x="2040678" y="1302299"/>
                </a:moveTo>
                <a:lnTo>
                  <a:pt x="2049743" y="1302299"/>
                </a:lnTo>
                <a:cubicBezTo>
                  <a:pt x="2050072" y="1302299"/>
                  <a:pt x="2050531" y="1302757"/>
                  <a:pt x="2050531" y="1302757"/>
                </a:cubicBezTo>
                <a:lnTo>
                  <a:pt x="2055063" y="1310638"/>
                </a:lnTo>
                <a:cubicBezTo>
                  <a:pt x="2055194" y="1310900"/>
                  <a:pt x="2055063" y="1311492"/>
                  <a:pt x="2055063" y="1311492"/>
                </a:cubicBezTo>
                <a:lnTo>
                  <a:pt x="2050531" y="1319375"/>
                </a:lnTo>
                <a:cubicBezTo>
                  <a:pt x="2050334" y="1319636"/>
                  <a:pt x="2049743" y="1319834"/>
                  <a:pt x="2049743" y="1319834"/>
                </a:cubicBezTo>
                <a:lnTo>
                  <a:pt x="2040678" y="1319834"/>
                </a:lnTo>
                <a:cubicBezTo>
                  <a:pt x="2040349" y="1319834"/>
                  <a:pt x="2039890" y="1319375"/>
                  <a:pt x="2039890" y="1319375"/>
                </a:cubicBezTo>
                <a:lnTo>
                  <a:pt x="2035356" y="1311492"/>
                </a:lnTo>
                <a:cubicBezTo>
                  <a:pt x="2035225" y="1311230"/>
                  <a:pt x="2035356" y="1310638"/>
                  <a:pt x="2035356" y="1310638"/>
                </a:cubicBezTo>
                <a:lnTo>
                  <a:pt x="2039890" y="1302757"/>
                </a:lnTo>
                <a:cubicBezTo>
                  <a:pt x="2040086" y="1302497"/>
                  <a:pt x="2040678" y="1302299"/>
                  <a:pt x="2040678" y="1302299"/>
                </a:cubicBezTo>
                <a:close/>
                <a:moveTo>
                  <a:pt x="6874095" y="1302296"/>
                </a:moveTo>
                <a:lnTo>
                  <a:pt x="6883159" y="1302296"/>
                </a:lnTo>
                <a:cubicBezTo>
                  <a:pt x="6883488" y="1302296"/>
                  <a:pt x="6883947" y="1302757"/>
                  <a:pt x="6883947" y="1302757"/>
                </a:cubicBezTo>
                <a:lnTo>
                  <a:pt x="6888480" y="1310638"/>
                </a:lnTo>
                <a:cubicBezTo>
                  <a:pt x="6888611" y="1310899"/>
                  <a:pt x="6888480" y="1311488"/>
                  <a:pt x="6888480" y="1311488"/>
                </a:cubicBezTo>
                <a:lnTo>
                  <a:pt x="6883947" y="1319372"/>
                </a:lnTo>
                <a:cubicBezTo>
                  <a:pt x="6883751" y="1319635"/>
                  <a:pt x="6883159" y="1319833"/>
                  <a:pt x="6883159" y="1319833"/>
                </a:cubicBezTo>
                <a:lnTo>
                  <a:pt x="6874095" y="1319833"/>
                </a:lnTo>
                <a:cubicBezTo>
                  <a:pt x="6873768" y="1319833"/>
                  <a:pt x="6873307" y="1319372"/>
                  <a:pt x="6873307" y="1319372"/>
                </a:cubicBezTo>
                <a:lnTo>
                  <a:pt x="6868775" y="1311488"/>
                </a:lnTo>
                <a:cubicBezTo>
                  <a:pt x="6868644" y="1311227"/>
                  <a:pt x="6868775" y="1310638"/>
                  <a:pt x="6868775" y="1310638"/>
                </a:cubicBezTo>
                <a:lnTo>
                  <a:pt x="6873307" y="1302757"/>
                </a:lnTo>
                <a:cubicBezTo>
                  <a:pt x="6873504" y="1302494"/>
                  <a:pt x="6874095" y="1302296"/>
                  <a:pt x="6874095" y="1302296"/>
                </a:cubicBezTo>
                <a:close/>
                <a:moveTo>
                  <a:pt x="6110888" y="1302295"/>
                </a:moveTo>
                <a:lnTo>
                  <a:pt x="6119953" y="1302295"/>
                </a:lnTo>
                <a:cubicBezTo>
                  <a:pt x="6120280" y="1302295"/>
                  <a:pt x="6120740" y="1302755"/>
                  <a:pt x="6120740" y="1302755"/>
                </a:cubicBezTo>
                <a:lnTo>
                  <a:pt x="6125272" y="1310633"/>
                </a:lnTo>
                <a:cubicBezTo>
                  <a:pt x="6125403" y="1310897"/>
                  <a:pt x="6125272" y="1311488"/>
                  <a:pt x="6125272" y="1311488"/>
                </a:cubicBezTo>
                <a:lnTo>
                  <a:pt x="6120740" y="1319370"/>
                </a:lnTo>
                <a:cubicBezTo>
                  <a:pt x="6120543" y="1319633"/>
                  <a:pt x="6119953" y="1319830"/>
                  <a:pt x="6119953" y="1319830"/>
                </a:cubicBezTo>
                <a:lnTo>
                  <a:pt x="6110888" y="1319830"/>
                </a:lnTo>
                <a:cubicBezTo>
                  <a:pt x="6110560" y="1319830"/>
                  <a:pt x="6110101" y="1319370"/>
                  <a:pt x="6110101" y="1319370"/>
                </a:cubicBezTo>
                <a:lnTo>
                  <a:pt x="6105567" y="1311488"/>
                </a:lnTo>
                <a:cubicBezTo>
                  <a:pt x="6105436" y="1311225"/>
                  <a:pt x="6105567" y="1310633"/>
                  <a:pt x="6105567" y="1310633"/>
                </a:cubicBezTo>
                <a:lnTo>
                  <a:pt x="6110101" y="1302755"/>
                </a:lnTo>
                <a:cubicBezTo>
                  <a:pt x="6110296" y="1302490"/>
                  <a:pt x="6110888" y="1302295"/>
                  <a:pt x="6110888" y="1302295"/>
                </a:cubicBezTo>
                <a:close/>
                <a:moveTo>
                  <a:pt x="1531853" y="1302291"/>
                </a:moveTo>
                <a:lnTo>
                  <a:pt x="1540916" y="1302291"/>
                </a:lnTo>
                <a:cubicBezTo>
                  <a:pt x="1541244" y="1302291"/>
                  <a:pt x="1541704" y="1302749"/>
                  <a:pt x="1541704" y="1302749"/>
                </a:cubicBezTo>
                <a:lnTo>
                  <a:pt x="1546236" y="1310631"/>
                </a:lnTo>
                <a:cubicBezTo>
                  <a:pt x="1546367" y="1310891"/>
                  <a:pt x="1546236" y="1311484"/>
                  <a:pt x="1546236" y="1311484"/>
                </a:cubicBezTo>
                <a:lnTo>
                  <a:pt x="1541704" y="1319366"/>
                </a:lnTo>
                <a:cubicBezTo>
                  <a:pt x="1541507" y="1319627"/>
                  <a:pt x="1540916" y="1319825"/>
                  <a:pt x="1540916" y="1319825"/>
                </a:cubicBezTo>
                <a:lnTo>
                  <a:pt x="1531853" y="1319825"/>
                </a:lnTo>
                <a:cubicBezTo>
                  <a:pt x="1531523" y="1319825"/>
                  <a:pt x="1531064" y="1319366"/>
                  <a:pt x="1531064" y="1319366"/>
                </a:cubicBezTo>
                <a:lnTo>
                  <a:pt x="1526532" y="1311484"/>
                </a:lnTo>
                <a:cubicBezTo>
                  <a:pt x="1526400" y="1311221"/>
                  <a:pt x="1526532" y="1310631"/>
                  <a:pt x="1526532" y="1310631"/>
                </a:cubicBezTo>
                <a:lnTo>
                  <a:pt x="1531064" y="1302749"/>
                </a:lnTo>
                <a:cubicBezTo>
                  <a:pt x="1531260" y="1302488"/>
                  <a:pt x="1531853" y="1302291"/>
                  <a:pt x="1531853" y="1302291"/>
                </a:cubicBezTo>
                <a:close/>
                <a:moveTo>
                  <a:pt x="7382923" y="1302290"/>
                </a:moveTo>
                <a:lnTo>
                  <a:pt x="7391987" y="1302290"/>
                </a:lnTo>
                <a:cubicBezTo>
                  <a:pt x="7392315" y="1302290"/>
                  <a:pt x="7392775" y="1302749"/>
                  <a:pt x="7392775" y="1302749"/>
                </a:cubicBezTo>
                <a:lnTo>
                  <a:pt x="7397307" y="1310631"/>
                </a:lnTo>
                <a:cubicBezTo>
                  <a:pt x="7397438" y="1310891"/>
                  <a:pt x="7397307" y="1311482"/>
                  <a:pt x="7397307" y="1311482"/>
                </a:cubicBezTo>
                <a:lnTo>
                  <a:pt x="7392775" y="1319365"/>
                </a:lnTo>
                <a:cubicBezTo>
                  <a:pt x="7392578" y="1319626"/>
                  <a:pt x="7391987" y="1319825"/>
                  <a:pt x="7391987" y="1319825"/>
                </a:cubicBezTo>
                <a:lnTo>
                  <a:pt x="7382923" y="1319825"/>
                </a:lnTo>
                <a:cubicBezTo>
                  <a:pt x="7382595" y="1319825"/>
                  <a:pt x="7382135" y="1319365"/>
                  <a:pt x="7382135" y="1319365"/>
                </a:cubicBezTo>
                <a:lnTo>
                  <a:pt x="7377602" y="1311482"/>
                </a:lnTo>
                <a:cubicBezTo>
                  <a:pt x="7377471" y="1311221"/>
                  <a:pt x="7377602" y="1310631"/>
                  <a:pt x="7377602" y="1310631"/>
                </a:cubicBezTo>
                <a:lnTo>
                  <a:pt x="7382135" y="1302749"/>
                </a:lnTo>
                <a:cubicBezTo>
                  <a:pt x="7382331" y="1302488"/>
                  <a:pt x="7382923" y="1302290"/>
                  <a:pt x="7382923" y="1302290"/>
                </a:cubicBezTo>
                <a:close/>
                <a:moveTo>
                  <a:pt x="1023087" y="1302287"/>
                </a:moveTo>
                <a:lnTo>
                  <a:pt x="1032150" y="1302287"/>
                </a:lnTo>
                <a:cubicBezTo>
                  <a:pt x="1032479" y="1302287"/>
                  <a:pt x="1032940" y="1302748"/>
                  <a:pt x="1032940" y="1302748"/>
                </a:cubicBezTo>
                <a:lnTo>
                  <a:pt x="1037470" y="1310628"/>
                </a:lnTo>
                <a:cubicBezTo>
                  <a:pt x="1037602" y="1310890"/>
                  <a:pt x="1037470" y="1311482"/>
                  <a:pt x="1037470" y="1311482"/>
                </a:cubicBezTo>
                <a:lnTo>
                  <a:pt x="1032940" y="1319365"/>
                </a:lnTo>
                <a:cubicBezTo>
                  <a:pt x="1032742" y="1319626"/>
                  <a:pt x="1032150" y="1319823"/>
                  <a:pt x="1032150" y="1319823"/>
                </a:cubicBezTo>
                <a:lnTo>
                  <a:pt x="1023087" y="1319823"/>
                </a:lnTo>
                <a:cubicBezTo>
                  <a:pt x="1022757" y="1319823"/>
                  <a:pt x="1022299" y="1319365"/>
                  <a:pt x="1022299" y="1319365"/>
                </a:cubicBezTo>
                <a:lnTo>
                  <a:pt x="1017766" y="1311482"/>
                </a:lnTo>
                <a:cubicBezTo>
                  <a:pt x="1017634" y="1311221"/>
                  <a:pt x="1017766" y="1310628"/>
                  <a:pt x="1017766" y="1310628"/>
                </a:cubicBezTo>
                <a:lnTo>
                  <a:pt x="1022299" y="1302748"/>
                </a:lnTo>
                <a:cubicBezTo>
                  <a:pt x="1022496" y="1302487"/>
                  <a:pt x="1023087" y="1302287"/>
                  <a:pt x="1023087" y="1302287"/>
                </a:cubicBezTo>
                <a:close/>
                <a:moveTo>
                  <a:pt x="9163654" y="1302280"/>
                </a:moveTo>
                <a:lnTo>
                  <a:pt x="9172718" y="1302280"/>
                </a:lnTo>
                <a:cubicBezTo>
                  <a:pt x="9173046" y="1302280"/>
                  <a:pt x="9173506" y="1302742"/>
                  <a:pt x="9173506" y="1302742"/>
                </a:cubicBezTo>
                <a:lnTo>
                  <a:pt x="9178038" y="1310621"/>
                </a:lnTo>
                <a:cubicBezTo>
                  <a:pt x="9178169" y="1310885"/>
                  <a:pt x="9178038" y="1311474"/>
                  <a:pt x="9178038" y="1311474"/>
                </a:cubicBezTo>
                <a:lnTo>
                  <a:pt x="9173506" y="1319357"/>
                </a:lnTo>
                <a:cubicBezTo>
                  <a:pt x="9173309" y="1319619"/>
                  <a:pt x="9172718" y="1319816"/>
                  <a:pt x="9172718" y="1319816"/>
                </a:cubicBezTo>
                <a:lnTo>
                  <a:pt x="9163654" y="1319816"/>
                </a:lnTo>
                <a:cubicBezTo>
                  <a:pt x="9163326" y="1319816"/>
                  <a:pt x="9162866" y="1319357"/>
                  <a:pt x="9162866" y="1319357"/>
                </a:cubicBezTo>
                <a:lnTo>
                  <a:pt x="9158333" y="1311474"/>
                </a:lnTo>
                <a:cubicBezTo>
                  <a:pt x="9158202" y="1311212"/>
                  <a:pt x="9158333" y="1310621"/>
                  <a:pt x="9158333" y="1310621"/>
                </a:cubicBezTo>
                <a:lnTo>
                  <a:pt x="9162866" y="1302742"/>
                </a:lnTo>
                <a:cubicBezTo>
                  <a:pt x="9163062" y="1302478"/>
                  <a:pt x="9163654" y="1302280"/>
                  <a:pt x="9163654" y="1302280"/>
                </a:cubicBezTo>
                <a:close/>
                <a:moveTo>
                  <a:pt x="5347746" y="1302274"/>
                </a:moveTo>
                <a:lnTo>
                  <a:pt x="5356810" y="1302274"/>
                </a:lnTo>
                <a:cubicBezTo>
                  <a:pt x="5357138" y="1302274"/>
                  <a:pt x="5357598" y="1302735"/>
                  <a:pt x="5357598" y="1302735"/>
                </a:cubicBezTo>
                <a:lnTo>
                  <a:pt x="5362130" y="1310615"/>
                </a:lnTo>
                <a:cubicBezTo>
                  <a:pt x="5362261" y="1310878"/>
                  <a:pt x="5362130" y="1311469"/>
                  <a:pt x="5362130" y="1311469"/>
                </a:cubicBezTo>
                <a:lnTo>
                  <a:pt x="5357598" y="1319349"/>
                </a:lnTo>
                <a:cubicBezTo>
                  <a:pt x="5357401" y="1319613"/>
                  <a:pt x="5356810" y="1319810"/>
                  <a:pt x="5356810" y="1319810"/>
                </a:cubicBezTo>
                <a:lnTo>
                  <a:pt x="5347746" y="1319810"/>
                </a:lnTo>
                <a:cubicBezTo>
                  <a:pt x="5347418" y="1319810"/>
                  <a:pt x="5346958" y="1319349"/>
                  <a:pt x="5346958" y="1319349"/>
                </a:cubicBezTo>
                <a:lnTo>
                  <a:pt x="5342425" y="1311469"/>
                </a:lnTo>
                <a:cubicBezTo>
                  <a:pt x="5342295" y="1311205"/>
                  <a:pt x="5342425" y="1310615"/>
                  <a:pt x="5342425" y="1310615"/>
                </a:cubicBezTo>
                <a:lnTo>
                  <a:pt x="5346958" y="1302735"/>
                </a:lnTo>
                <a:cubicBezTo>
                  <a:pt x="5347154" y="1302471"/>
                  <a:pt x="5347746" y="1302274"/>
                  <a:pt x="5347746" y="1302274"/>
                </a:cubicBezTo>
                <a:close/>
                <a:moveTo>
                  <a:pt x="8146065" y="1302270"/>
                </a:moveTo>
                <a:lnTo>
                  <a:pt x="8155129" y="1302270"/>
                </a:lnTo>
                <a:cubicBezTo>
                  <a:pt x="8155458" y="1302270"/>
                  <a:pt x="8155917" y="1302730"/>
                  <a:pt x="8155917" y="1302730"/>
                </a:cubicBezTo>
                <a:lnTo>
                  <a:pt x="8160449" y="1310610"/>
                </a:lnTo>
                <a:cubicBezTo>
                  <a:pt x="8160580" y="1310873"/>
                  <a:pt x="8160449" y="1311464"/>
                  <a:pt x="8160449" y="1311464"/>
                </a:cubicBezTo>
                <a:lnTo>
                  <a:pt x="8155917" y="1319346"/>
                </a:lnTo>
                <a:cubicBezTo>
                  <a:pt x="8155719" y="1319609"/>
                  <a:pt x="8155129" y="1319806"/>
                  <a:pt x="8155129" y="1319806"/>
                </a:cubicBezTo>
                <a:lnTo>
                  <a:pt x="8146065" y="1319806"/>
                </a:lnTo>
                <a:cubicBezTo>
                  <a:pt x="8145737" y="1319806"/>
                  <a:pt x="8145277" y="1319346"/>
                  <a:pt x="8145277" y="1319346"/>
                </a:cubicBezTo>
                <a:lnTo>
                  <a:pt x="8140745" y="1311464"/>
                </a:lnTo>
                <a:cubicBezTo>
                  <a:pt x="8140613" y="1311201"/>
                  <a:pt x="8140745" y="1310610"/>
                  <a:pt x="8140745" y="1310610"/>
                </a:cubicBezTo>
                <a:lnTo>
                  <a:pt x="8145277" y="1302730"/>
                </a:lnTo>
                <a:cubicBezTo>
                  <a:pt x="8145474" y="1302466"/>
                  <a:pt x="8146065" y="1302270"/>
                  <a:pt x="8146065" y="1302270"/>
                </a:cubicBezTo>
                <a:close/>
                <a:moveTo>
                  <a:pt x="2295015" y="1302270"/>
                </a:moveTo>
                <a:lnTo>
                  <a:pt x="2304080" y="1302270"/>
                </a:lnTo>
                <a:cubicBezTo>
                  <a:pt x="2304408" y="1302270"/>
                  <a:pt x="2304868" y="1302730"/>
                  <a:pt x="2304868" y="1302730"/>
                </a:cubicBezTo>
                <a:lnTo>
                  <a:pt x="2309400" y="1310610"/>
                </a:lnTo>
                <a:cubicBezTo>
                  <a:pt x="2309531" y="1310873"/>
                  <a:pt x="2309400" y="1311464"/>
                  <a:pt x="2309400" y="1311464"/>
                </a:cubicBezTo>
                <a:lnTo>
                  <a:pt x="2304868" y="1319346"/>
                </a:lnTo>
                <a:cubicBezTo>
                  <a:pt x="2304671" y="1319608"/>
                  <a:pt x="2304080" y="1319806"/>
                  <a:pt x="2304080" y="1319806"/>
                </a:cubicBezTo>
                <a:lnTo>
                  <a:pt x="2295015" y="1319806"/>
                </a:lnTo>
                <a:cubicBezTo>
                  <a:pt x="2294688" y="1319806"/>
                  <a:pt x="2294227" y="1319346"/>
                  <a:pt x="2294227" y="1319346"/>
                </a:cubicBezTo>
                <a:lnTo>
                  <a:pt x="2289695" y="1311464"/>
                </a:lnTo>
                <a:cubicBezTo>
                  <a:pt x="2289564" y="1311201"/>
                  <a:pt x="2289695" y="1310610"/>
                  <a:pt x="2289695" y="1310610"/>
                </a:cubicBezTo>
                <a:lnTo>
                  <a:pt x="2294227" y="1302730"/>
                </a:lnTo>
                <a:cubicBezTo>
                  <a:pt x="2294424" y="1302466"/>
                  <a:pt x="2295015" y="1302270"/>
                  <a:pt x="2295015" y="1302270"/>
                </a:cubicBezTo>
                <a:close/>
                <a:moveTo>
                  <a:pt x="4330157" y="1302267"/>
                </a:moveTo>
                <a:lnTo>
                  <a:pt x="4339222" y="1302267"/>
                </a:lnTo>
                <a:cubicBezTo>
                  <a:pt x="4339550" y="1302267"/>
                  <a:pt x="4340010" y="1302726"/>
                  <a:pt x="4340010" y="1302726"/>
                </a:cubicBezTo>
                <a:lnTo>
                  <a:pt x="4344540" y="1310607"/>
                </a:lnTo>
                <a:cubicBezTo>
                  <a:pt x="4344672" y="1310869"/>
                  <a:pt x="4344540" y="1311461"/>
                  <a:pt x="4344540" y="1311461"/>
                </a:cubicBezTo>
                <a:lnTo>
                  <a:pt x="4340010" y="1319343"/>
                </a:lnTo>
                <a:cubicBezTo>
                  <a:pt x="4339812" y="1319606"/>
                  <a:pt x="4339222" y="1319803"/>
                  <a:pt x="4339222" y="1319803"/>
                </a:cubicBezTo>
                <a:lnTo>
                  <a:pt x="4330157" y="1319803"/>
                </a:lnTo>
                <a:cubicBezTo>
                  <a:pt x="4329829" y="1319803"/>
                  <a:pt x="4329369" y="1319343"/>
                  <a:pt x="4329369" y="1319343"/>
                </a:cubicBezTo>
                <a:lnTo>
                  <a:pt x="4324836" y="1311461"/>
                </a:lnTo>
                <a:cubicBezTo>
                  <a:pt x="4324706" y="1311198"/>
                  <a:pt x="4324836" y="1310607"/>
                  <a:pt x="4324836" y="1310607"/>
                </a:cubicBezTo>
                <a:lnTo>
                  <a:pt x="4329369" y="1302726"/>
                </a:lnTo>
                <a:cubicBezTo>
                  <a:pt x="4329565" y="1302465"/>
                  <a:pt x="4330157" y="1302267"/>
                  <a:pt x="4330157" y="1302267"/>
                </a:cubicBezTo>
                <a:close/>
                <a:moveTo>
                  <a:pt x="4838919" y="1302263"/>
                </a:moveTo>
                <a:lnTo>
                  <a:pt x="4847982" y="1302263"/>
                </a:lnTo>
                <a:cubicBezTo>
                  <a:pt x="4848311" y="1302263"/>
                  <a:pt x="4848772" y="1302723"/>
                  <a:pt x="4848772" y="1302723"/>
                </a:cubicBezTo>
                <a:lnTo>
                  <a:pt x="4853303" y="1310604"/>
                </a:lnTo>
                <a:cubicBezTo>
                  <a:pt x="4853435" y="1310867"/>
                  <a:pt x="4853303" y="1311457"/>
                  <a:pt x="4853303" y="1311457"/>
                </a:cubicBezTo>
                <a:lnTo>
                  <a:pt x="4848772" y="1319341"/>
                </a:lnTo>
                <a:cubicBezTo>
                  <a:pt x="4848575" y="1319603"/>
                  <a:pt x="4847982" y="1319800"/>
                  <a:pt x="4847982" y="1319800"/>
                </a:cubicBezTo>
                <a:lnTo>
                  <a:pt x="4838919" y="1319800"/>
                </a:lnTo>
                <a:cubicBezTo>
                  <a:pt x="4838590" y="1319800"/>
                  <a:pt x="4838132" y="1319341"/>
                  <a:pt x="4838132" y="1319341"/>
                </a:cubicBezTo>
                <a:lnTo>
                  <a:pt x="4833598" y="1311457"/>
                </a:lnTo>
                <a:cubicBezTo>
                  <a:pt x="4833467" y="1311195"/>
                  <a:pt x="4833598" y="1310604"/>
                  <a:pt x="4833598" y="1310604"/>
                </a:cubicBezTo>
                <a:lnTo>
                  <a:pt x="4838132" y="1302723"/>
                </a:lnTo>
                <a:cubicBezTo>
                  <a:pt x="4838328" y="1302460"/>
                  <a:pt x="4838919" y="1302263"/>
                  <a:pt x="4838919" y="1302263"/>
                </a:cubicBezTo>
                <a:close/>
                <a:moveTo>
                  <a:pt x="9926861" y="1302261"/>
                </a:moveTo>
                <a:lnTo>
                  <a:pt x="9935924" y="1302261"/>
                </a:lnTo>
                <a:cubicBezTo>
                  <a:pt x="9936254" y="1302261"/>
                  <a:pt x="9936713" y="1302721"/>
                  <a:pt x="9936713" y="1302721"/>
                </a:cubicBezTo>
                <a:lnTo>
                  <a:pt x="9941246" y="1310601"/>
                </a:lnTo>
                <a:cubicBezTo>
                  <a:pt x="9941376" y="1310864"/>
                  <a:pt x="9941246" y="1311455"/>
                  <a:pt x="9941246" y="1311455"/>
                </a:cubicBezTo>
                <a:lnTo>
                  <a:pt x="9936713" y="1319337"/>
                </a:lnTo>
                <a:cubicBezTo>
                  <a:pt x="9936516" y="1319600"/>
                  <a:pt x="9935924" y="1319797"/>
                  <a:pt x="9935924" y="1319797"/>
                </a:cubicBezTo>
                <a:lnTo>
                  <a:pt x="9926861" y="1319797"/>
                </a:lnTo>
                <a:cubicBezTo>
                  <a:pt x="9926532" y="1319797"/>
                  <a:pt x="9926073" y="1319337"/>
                  <a:pt x="9926073" y="1319337"/>
                </a:cubicBezTo>
                <a:lnTo>
                  <a:pt x="9921541" y="1311455"/>
                </a:lnTo>
                <a:cubicBezTo>
                  <a:pt x="9921410" y="1311193"/>
                  <a:pt x="9921541" y="1310601"/>
                  <a:pt x="9921541" y="1310601"/>
                </a:cubicBezTo>
                <a:lnTo>
                  <a:pt x="9926073" y="1302721"/>
                </a:lnTo>
                <a:cubicBezTo>
                  <a:pt x="9926270" y="1302458"/>
                  <a:pt x="9926861" y="1302261"/>
                  <a:pt x="9926861" y="1302261"/>
                </a:cubicBezTo>
                <a:close/>
                <a:moveTo>
                  <a:pt x="6365334" y="1302260"/>
                </a:moveTo>
                <a:lnTo>
                  <a:pt x="6374397" y="1302260"/>
                </a:lnTo>
                <a:cubicBezTo>
                  <a:pt x="6374727" y="1302260"/>
                  <a:pt x="6375186" y="1302720"/>
                  <a:pt x="6375186" y="1302720"/>
                </a:cubicBezTo>
                <a:lnTo>
                  <a:pt x="6379718" y="1310601"/>
                </a:lnTo>
                <a:cubicBezTo>
                  <a:pt x="6379849" y="1310864"/>
                  <a:pt x="6379718" y="1311455"/>
                  <a:pt x="6379718" y="1311455"/>
                </a:cubicBezTo>
                <a:lnTo>
                  <a:pt x="6375186" y="1319337"/>
                </a:lnTo>
                <a:cubicBezTo>
                  <a:pt x="6374988" y="1319600"/>
                  <a:pt x="6374397" y="1319797"/>
                  <a:pt x="6374397" y="1319797"/>
                </a:cubicBezTo>
                <a:lnTo>
                  <a:pt x="6365334" y="1319797"/>
                </a:lnTo>
                <a:cubicBezTo>
                  <a:pt x="6365005" y="1319797"/>
                  <a:pt x="6364546" y="1319337"/>
                  <a:pt x="6364546" y="1319337"/>
                </a:cubicBezTo>
                <a:lnTo>
                  <a:pt x="6360014" y="1311455"/>
                </a:lnTo>
                <a:cubicBezTo>
                  <a:pt x="6359882" y="1311192"/>
                  <a:pt x="6360014" y="1310601"/>
                  <a:pt x="6360014" y="1310601"/>
                </a:cubicBezTo>
                <a:lnTo>
                  <a:pt x="6364546" y="1302720"/>
                </a:lnTo>
                <a:cubicBezTo>
                  <a:pt x="6364743" y="1302457"/>
                  <a:pt x="6365334" y="1302260"/>
                  <a:pt x="6365334" y="1302260"/>
                </a:cubicBezTo>
                <a:close/>
                <a:moveTo>
                  <a:pt x="768582" y="1302259"/>
                </a:moveTo>
                <a:lnTo>
                  <a:pt x="777646" y="1302259"/>
                </a:lnTo>
                <a:cubicBezTo>
                  <a:pt x="777974" y="1302259"/>
                  <a:pt x="778434" y="1302720"/>
                  <a:pt x="778434" y="1302720"/>
                </a:cubicBezTo>
                <a:lnTo>
                  <a:pt x="782966" y="1310600"/>
                </a:lnTo>
                <a:cubicBezTo>
                  <a:pt x="783097" y="1310862"/>
                  <a:pt x="782966" y="1311453"/>
                  <a:pt x="782966" y="1311453"/>
                </a:cubicBezTo>
                <a:lnTo>
                  <a:pt x="778434" y="1319335"/>
                </a:lnTo>
                <a:cubicBezTo>
                  <a:pt x="778237" y="1319598"/>
                  <a:pt x="777646" y="1319795"/>
                  <a:pt x="777646" y="1319795"/>
                </a:cubicBezTo>
                <a:lnTo>
                  <a:pt x="768582" y="1319795"/>
                </a:lnTo>
                <a:cubicBezTo>
                  <a:pt x="768254" y="1319795"/>
                  <a:pt x="767794" y="1319335"/>
                  <a:pt x="767794" y="1319335"/>
                </a:cubicBezTo>
                <a:lnTo>
                  <a:pt x="763263" y="1311453"/>
                </a:lnTo>
                <a:cubicBezTo>
                  <a:pt x="763130" y="1311190"/>
                  <a:pt x="763263" y="1310600"/>
                  <a:pt x="763263" y="1310600"/>
                </a:cubicBezTo>
                <a:lnTo>
                  <a:pt x="767794" y="1302720"/>
                </a:lnTo>
                <a:cubicBezTo>
                  <a:pt x="767991" y="1302456"/>
                  <a:pt x="768582" y="1302259"/>
                  <a:pt x="768582" y="1302259"/>
                </a:cubicBezTo>
                <a:close/>
                <a:moveTo>
                  <a:pt x="259824" y="1302259"/>
                </a:moveTo>
                <a:lnTo>
                  <a:pt x="268888" y="1302259"/>
                </a:lnTo>
                <a:cubicBezTo>
                  <a:pt x="269216" y="1302259"/>
                  <a:pt x="269676" y="1302720"/>
                  <a:pt x="269676" y="1302720"/>
                </a:cubicBezTo>
                <a:lnTo>
                  <a:pt x="274208" y="1310600"/>
                </a:lnTo>
                <a:cubicBezTo>
                  <a:pt x="274339" y="1310863"/>
                  <a:pt x="274208" y="1311454"/>
                  <a:pt x="274208" y="1311454"/>
                </a:cubicBezTo>
                <a:lnTo>
                  <a:pt x="269676" y="1319336"/>
                </a:lnTo>
                <a:cubicBezTo>
                  <a:pt x="269479" y="1319599"/>
                  <a:pt x="268888" y="1319796"/>
                  <a:pt x="268888" y="1319796"/>
                </a:cubicBezTo>
                <a:lnTo>
                  <a:pt x="259824" y="1319796"/>
                </a:lnTo>
                <a:cubicBezTo>
                  <a:pt x="259495" y="1319796"/>
                  <a:pt x="259035" y="1319336"/>
                  <a:pt x="259035" y="1319336"/>
                </a:cubicBezTo>
                <a:lnTo>
                  <a:pt x="254503" y="1311454"/>
                </a:lnTo>
                <a:cubicBezTo>
                  <a:pt x="254372" y="1311191"/>
                  <a:pt x="254503" y="1310600"/>
                  <a:pt x="254503" y="1310600"/>
                </a:cubicBezTo>
                <a:lnTo>
                  <a:pt x="259035" y="1302720"/>
                </a:lnTo>
                <a:cubicBezTo>
                  <a:pt x="259232" y="1302457"/>
                  <a:pt x="259824" y="1302259"/>
                  <a:pt x="259824" y="1302259"/>
                </a:cubicBezTo>
                <a:close/>
                <a:moveTo>
                  <a:pt x="4075714" y="1302249"/>
                </a:moveTo>
                <a:lnTo>
                  <a:pt x="4084777" y="1302249"/>
                </a:lnTo>
                <a:cubicBezTo>
                  <a:pt x="4085106" y="1302249"/>
                  <a:pt x="4085565" y="1302709"/>
                  <a:pt x="4085565" y="1302709"/>
                </a:cubicBezTo>
                <a:lnTo>
                  <a:pt x="4090098" y="1310590"/>
                </a:lnTo>
                <a:cubicBezTo>
                  <a:pt x="4090229" y="1310853"/>
                  <a:pt x="4090098" y="1311444"/>
                  <a:pt x="4090098" y="1311444"/>
                </a:cubicBezTo>
                <a:lnTo>
                  <a:pt x="4085565" y="1319326"/>
                </a:lnTo>
                <a:cubicBezTo>
                  <a:pt x="4085368" y="1319589"/>
                  <a:pt x="4084777" y="1319786"/>
                  <a:pt x="4084777" y="1319786"/>
                </a:cubicBezTo>
                <a:lnTo>
                  <a:pt x="4075714" y="1319786"/>
                </a:lnTo>
                <a:cubicBezTo>
                  <a:pt x="4075385" y="1319786"/>
                  <a:pt x="4074925" y="1319326"/>
                  <a:pt x="4074925" y="1319326"/>
                </a:cubicBezTo>
                <a:lnTo>
                  <a:pt x="4070392" y="1311444"/>
                </a:lnTo>
                <a:cubicBezTo>
                  <a:pt x="4070260" y="1311181"/>
                  <a:pt x="4070392" y="1310590"/>
                  <a:pt x="4070392" y="1310590"/>
                </a:cubicBezTo>
                <a:lnTo>
                  <a:pt x="4074925" y="1302709"/>
                </a:lnTo>
                <a:cubicBezTo>
                  <a:pt x="4075122" y="1302446"/>
                  <a:pt x="4075714" y="1302249"/>
                  <a:pt x="4075714" y="1302249"/>
                </a:cubicBezTo>
                <a:close/>
                <a:moveTo>
                  <a:pt x="2549570" y="1085278"/>
                </a:moveTo>
                <a:lnTo>
                  <a:pt x="2558636" y="1085278"/>
                </a:lnTo>
                <a:cubicBezTo>
                  <a:pt x="2558965" y="1085278"/>
                  <a:pt x="2559425" y="1085734"/>
                  <a:pt x="2559425" y="1085734"/>
                </a:cubicBezTo>
                <a:lnTo>
                  <a:pt x="2563957" y="1093615"/>
                </a:lnTo>
                <a:cubicBezTo>
                  <a:pt x="2564089" y="1093878"/>
                  <a:pt x="2563957" y="1094469"/>
                  <a:pt x="2563957" y="1094469"/>
                </a:cubicBezTo>
                <a:lnTo>
                  <a:pt x="2559425" y="1102352"/>
                </a:lnTo>
                <a:cubicBezTo>
                  <a:pt x="2559228" y="1102613"/>
                  <a:pt x="2558636" y="1102808"/>
                  <a:pt x="2558636" y="1102808"/>
                </a:cubicBezTo>
                <a:lnTo>
                  <a:pt x="2549570" y="1102808"/>
                </a:lnTo>
                <a:cubicBezTo>
                  <a:pt x="2549244" y="1102808"/>
                  <a:pt x="2548783" y="1102352"/>
                  <a:pt x="2548783" y="1102352"/>
                </a:cubicBezTo>
                <a:lnTo>
                  <a:pt x="2544251" y="1094469"/>
                </a:lnTo>
                <a:cubicBezTo>
                  <a:pt x="2544120" y="1094205"/>
                  <a:pt x="2544251" y="1093615"/>
                  <a:pt x="2544251" y="1093615"/>
                </a:cubicBezTo>
                <a:lnTo>
                  <a:pt x="2548783" y="1085734"/>
                </a:lnTo>
                <a:cubicBezTo>
                  <a:pt x="2548980" y="1085474"/>
                  <a:pt x="2549570" y="1085278"/>
                  <a:pt x="2549570" y="1085278"/>
                </a:cubicBezTo>
                <a:close/>
                <a:moveTo>
                  <a:pt x="8654892" y="1085274"/>
                </a:moveTo>
                <a:lnTo>
                  <a:pt x="8663955" y="1085274"/>
                </a:lnTo>
                <a:cubicBezTo>
                  <a:pt x="8664285" y="1085274"/>
                  <a:pt x="8664744" y="1085734"/>
                  <a:pt x="8664744" y="1085734"/>
                </a:cubicBezTo>
                <a:lnTo>
                  <a:pt x="8669277" y="1093612"/>
                </a:lnTo>
                <a:cubicBezTo>
                  <a:pt x="8669408" y="1093878"/>
                  <a:pt x="8669277" y="1094466"/>
                  <a:pt x="8669277" y="1094466"/>
                </a:cubicBezTo>
                <a:lnTo>
                  <a:pt x="8664744" y="1102352"/>
                </a:lnTo>
                <a:cubicBezTo>
                  <a:pt x="8664548" y="1102613"/>
                  <a:pt x="8663955" y="1102808"/>
                  <a:pt x="8663955" y="1102808"/>
                </a:cubicBezTo>
                <a:lnTo>
                  <a:pt x="8654892" y="1102808"/>
                </a:lnTo>
                <a:cubicBezTo>
                  <a:pt x="8654565" y="1102808"/>
                  <a:pt x="8654104" y="1102352"/>
                  <a:pt x="8654104" y="1102352"/>
                </a:cubicBezTo>
                <a:lnTo>
                  <a:pt x="8649572" y="1094466"/>
                </a:lnTo>
                <a:cubicBezTo>
                  <a:pt x="8649441" y="1094203"/>
                  <a:pt x="8649572" y="1093612"/>
                  <a:pt x="8649572" y="1093612"/>
                </a:cubicBezTo>
                <a:lnTo>
                  <a:pt x="8654104" y="1085734"/>
                </a:lnTo>
                <a:cubicBezTo>
                  <a:pt x="8654301" y="1085474"/>
                  <a:pt x="8654892" y="1085274"/>
                  <a:pt x="8654892" y="1085274"/>
                </a:cubicBezTo>
                <a:close/>
                <a:moveTo>
                  <a:pt x="9163654" y="1085272"/>
                </a:moveTo>
                <a:lnTo>
                  <a:pt x="9172718" y="1085272"/>
                </a:lnTo>
                <a:cubicBezTo>
                  <a:pt x="9173046" y="1085272"/>
                  <a:pt x="9173506" y="1085732"/>
                  <a:pt x="9173506" y="1085732"/>
                </a:cubicBezTo>
                <a:lnTo>
                  <a:pt x="9178038" y="1093612"/>
                </a:lnTo>
                <a:cubicBezTo>
                  <a:pt x="9178169" y="1093874"/>
                  <a:pt x="9178038" y="1094466"/>
                  <a:pt x="9178038" y="1094466"/>
                </a:cubicBezTo>
                <a:lnTo>
                  <a:pt x="9173506" y="1102352"/>
                </a:lnTo>
                <a:cubicBezTo>
                  <a:pt x="9173309" y="1102612"/>
                  <a:pt x="9172718" y="1102808"/>
                  <a:pt x="9172718" y="1102808"/>
                </a:cubicBezTo>
                <a:lnTo>
                  <a:pt x="9163654" y="1102808"/>
                </a:lnTo>
                <a:cubicBezTo>
                  <a:pt x="9163326" y="1102808"/>
                  <a:pt x="9162866" y="1102352"/>
                  <a:pt x="9162866" y="1102352"/>
                </a:cubicBezTo>
                <a:lnTo>
                  <a:pt x="9158333" y="1094466"/>
                </a:lnTo>
                <a:cubicBezTo>
                  <a:pt x="9158202" y="1094201"/>
                  <a:pt x="9158333" y="1093612"/>
                  <a:pt x="9158333" y="1093612"/>
                </a:cubicBezTo>
                <a:lnTo>
                  <a:pt x="9162866" y="1085732"/>
                </a:lnTo>
                <a:cubicBezTo>
                  <a:pt x="9163062" y="1085474"/>
                  <a:pt x="9163654" y="1085272"/>
                  <a:pt x="9163654" y="1085272"/>
                </a:cubicBezTo>
                <a:close/>
                <a:moveTo>
                  <a:pt x="8400511" y="1085269"/>
                </a:moveTo>
                <a:lnTo>
                  <a:pt x="8409575" y="1085269"/>
                </a:lnTo>
                <a:cubicBezTo>
                  <a:pt x="8409904" y="1085269"/>
                  <a:pt x="8410363" y="1085729"/>
                  <a:pt x="8410363" y="1085729"/>
                </a:cubicBezTo>
                <a:lnTo>
                  <a:pt x="8414896" y="1093607"/>
                </a:lnTo>
                <a:cubicBezTo>
                  <a:pt x="8415027" y="1093868"/>
                  <a:pt x="8414896" y="1094461"/>
                  <a:pt x="8414896" y="1094461"/>
                </a:cubicBezTo>
                <a:lnTo>
                  <a:pt x="8410363" y="1102344"/>
                </a:lnTo>
                <a:cubicBezTo>
                  <a:pt x="8410166" y="1102606"/>
                  <a:pt x="8409575" y="1102805"/>
                  <a:pt x="8409575" y="1102805"/>
                </a:cubicBezTo>
                <a:lnTo>
                  <a:pt x="8400511" y="1102805"/>
                </a:lnTo>
                <a:cubicBezTo>
                  <a:pt x="8400184" y="1102805"/>
                  <a:pt x="8399723" y="1102344"/>
                  <a:pt x="8399723" y="1102344"/>
                </a:cubicBezTo>
                <a:lnTo>
                  <a:pt x="8395191" y="1094461"/>
                </a:lnTo>
                <a:cubicBezTo>
                  <a:pt x="8395060" y="1094200"/>
                  <a:pt x="8395191" y="1093607"/>
                  <a:pt x="8395191" y="1093607"/>
                </a:cubicBezTo>
                <a:lnTo>
                  <a:pt x="8399723" y="1085729"/>
                </a:lnTo>
                <a:cubicBezTo>
                  <a:pt x="8399920" y="1085466"/>
                  <a:pt x="8400511" y="1085269"/>
                  <a:pt x="8400511" y="1085269"/>
                </a:cubicBezTo>
                <a:close/>
                <a:moveTo>
                  <a:pt x="8909274" y="1085268"/>
                </a:moveTo>
                <a:lnTo>
                  <a:pt x="8918336" y="1085268"/>
                </a:lnTo>
                <a:cubicBezTo>
                  <a:pt x="8918666" y="1085268"/>
                  <a:pt x="8919125" y="1085725"/>
                  <a:pt x="8919125" y="1085725"/>
                </a:cubicBezTo>
                <a:lnTo>
                  <a:pt x="8923657" y="1093605"/>
                </a:lnTo>
                <a:cubicBezTo>
                  <a:pt x="8923789" y="1093865"/>
                  <a:pt x="8923657" y="1094457"/>
                  <a:pt x="8923657" y="1094457"/>
                </a:cubicBezTo>
                <a:lnTo>
                  <a:pt x="8919125" y="1102342"/>
                </a:lnTo>
                <a:cubicBezTo>
                  <a:pt x="8918928" y="1102605"/>
                  <a:pt x="8918336" y="1102798"/>
                  <a:pt x="8918336" y="1102798"/>
                </a:cubicBezTo>
                <a:lnTo>
                  <a:pt x="8909274" y="1102798"/>
                </a:lnTo>
                <a:cubicBezTo>
                  <a:pt x="8908945" y="1102798"/>
                  <a:pt x="8908484" y="1102342"/>
                  <a:pt x="8908484" y="1102342"/>
                </a:cubicBezTo>
                <a:lnTo>
                  <a:pt x="8903953" y="1094457"/>
                </a:lnTo>
                <a:cubicBezTo>
                  <a:pt x="8903821" y="1094193"/>
                  <a:pt x="8903953" y="1093605"/>
                  <a:pt x="8903953" y="1093605"/>
                </a:cubicBezTo>
                <a:lnTo>
                  <a:pt x="8908484" y="1085725"/>
                </a:lnTo>
                <a:cubicBezTo>
                  <a:pt x="8908681" y="1085460"/>
                  <a:pt x="8909274" y="1085268"/>
                  <a:pt x="8909274" y="1085268"/>
                </a:cubicBezTo>
                <a:close/>
                <a:moveTo>
                  <a:pt x="8146065" y="1085268"/>
                </a:moveTo>
                <a:lnTo>
                  <a:pt x="8155129" y="1085268"/>
                </a:lnTo>
                <a:cubicBezTo>
                  <a:pt x="8155458" y="1085268"/>
                  <a:pt x="8155917" y="1085725"/>
                  <a:pt x="8155917" y="1085725"/>
                </a:cubicBezTo>
                <a:lnTo>
                  <a:pt x="8160449" y="1093605"/>
                </a:lnTo>
                <a:cubicBezTo>
                  <a:pt x="8160580" y="1093865"/>
                  <a:pt x="8160449" y="1094457"/>
                  <a:pt x="8160449" y="1094457"/>
                </a:cubicBezTo>
                <a:lnTo>
                  <a:pt x="8155917" y="1102342"/>
                </a:lnTo>
                <a:cubicBezTo>
                  <a:pt x="8155719" y="1102605"/>
                  <a:pt x="8155129" y="1102798"/>
                  <a:pt x="8155129" y="1102798"/>
                </a:cubicBezTo>
                <a:lnTo>
                  <a:pt x="8146065" y="1102798"/>
                </a:lnTo>
                <a:cubicBezTo>
                  <a:pt x="8145737" y="1102798"/>
                  <a:pt x="8145277" y="1102342"/>
                  <a:pt x="8145277" y="1102342"/>
                </a:cubicBezTo>
                <a:lnTo>
                  <a:pt x="8140745" y="1094457"/>
                </a:lnTo>
                <a:cubicBezTo>
                  <a:pt x="8140613" y="1094193"/>
                  <a:pt x="8140745" y="1093605"/>
                  <a:pt x="8140745" y="1093605"/>
                </a:cubicBezTo>
                <a:lnTo>
                  <a:pt x="8145277" y="1085725"/>
                </a:lnTo>
                <a:cubicBezTo>
                  <a:pt x="8145474" y="1085463"/>
                  <a:pt x="8146065" y="1085268"/>
                  <a:pt x="8146065" y="1085268"/>
                </a:cubicBezTo>
                <a:close/>
                <a:moveTo>
                  <a:pt x="6110888" y="1085268"/>
                </a:moveTo>
                <a:lnTo>
                  <a:pt x="6119953" y="1085268"/>
                </a:lnTo>
                <a:cubicBezTo>
                  <a:pt x="6120280" y="1085268"/>
                  <a:pt x="6120740" y="1085726"/>
                  <a:pt x="6120740" y="1085726"/>
                </a:cubicBezTo>
                <a:lnTo>
                  <a:pt x="6125272" y="1093606"/>
                </a:lnTo>
                <a:cubicBezTo>
                  <a:pt x="6125403" y="1093868"/>
                  <a:pt x="6125272" y="1094457"/>
                  <a:pt x="6125272" y="1094457"/>
                </a:cubicBezTo>
                <a:lnTo>
                  <a:pt x="6120740" y="1102344"/>
                </a:lnTo>
                <a:cubicBezTo>
                  <a:pt x="6120543" y="1102605"/>
                  <a:pt x="6119953" y="1102798"/>
                  <a:pt x="6119953" y="1102798"/>
                </a:cubicBezTo>
                <a:lnTo>
                  <a:pt x="6110888" y="1102798"/>
                </a:lnTo>
                <a:cubicBezTo>
                  <a:pt x="6110560" y="1102798"/>
                  <a:pt x="6110101" y="1102344"/>
                  <a:pt x="6110101" y="1102344"/>
                </a:cubicBezTo>
                <a:lnTo>
                  <a:pt x="6105567" y="1094457"/>
                </a:lnTo>
                <a:cubicBezTo>
                  <a:pt x="6105436" y="1094198"/>
                  <a:pt x="6105567" y="1093606"/>
                  <a:pt x="6105567" y="1093606"/>
                </a:cubicBezTo>
                <a:lnTo>
                  <a:pt x="6110101" y="1085726"/>
                </a:lnTo>
                <a:cubicBezTo>
                  <a:pt x="6110296" y="1085463"/>
                  <a:pt x="6110888" y="1085268"/>
                  <a:pt x="6110888" y="1085268"/>
                </a:cubicBezTo>
                <a:close/>
                <a:moveTo>
                  <a:pt x="4838919" y="1085268"/>
                </a:moveTo>
                <a:lnTo>
                  <a:pt x="4847982" y="1085268"/>
                </a:lnTo>
                <a:cubicBezTo>
                  <a:pt x="4848311" y="1085268"/>
                  <a:pt x="4848772" y="1085726"/>
                  <a:pt x="4848772" y="1085726"/>
                </a:cubicBezTo>
                <a:lnTo>
                  <a:pt x="4853303" y="1093606"/>
                </a:lnTo>
                <a:cubicBezTo>
                  <a:pt x="4853435" y="1093868"/>
                  <a:pt x="4853303" y="1094457"/>
                  <a:pt x="4853303" y="1094457"/>
                </a:cubicBezTo>
                <a:lnTo>
                  <a:pt x="4848772" y="1102344"/>
                </a:lnTo>
                <a:cubicBezTo>
                  <a:pt x="4848575" y="1102605"/>
                  <a:pt x="4847982" y="1102798"/>
                  <a:pt x="4847982" y="1102798"/>
                </a:cubicBezTo>
                <a:lnTo>
                  <a:pt x="4838919" y="1102798"/>
                </a:lnTo>
                <a:cubicBezTo>
                  <a:pt x="4838590" y="1102798"/>
                  <a:pt x="4838132" y="1102344"/>
                  <a:pt x="4838132" y="1102344"/>
                </a:cubicBezTo>
                <a:lnTo>
                  <a:pt x="4833598" y="1094457"/>
                </a:lnTo>
                <a:cubicBezTo>
                  <a:pt x="4833467" y="1094198"/>
                  <a:pt x="4833598" y="1093606"/>
                  <a:pt x="4833598" y="1093606"/>
                </a:cubicBezTo>
                <a:lnTo>
                  <a:pt x="4838132" y="1085726"/>
                </a:lnTo>
                <a:cubicBezTo>
                  <a:pt x="4838328" y="1085463"/>
                  <a:pt x="4838919" y="1085268"/>
                  <a:pt x="4838919" y="1085268"/>
                </a:cubicBezTo>
                <a:close/>
                <a:moveTo>
                  <a:pt x="6365334" y="1085264"/>
                </a:moveTo>
                <a:lnTo>
                  <a:pt x="6374397" y="1085264"/>
                </a:lnTo>
                <a:cubicBezTo>
                  <a:pt x="6374727" y="1085264"/>
                  <a:pt x="6375186" y="1085722"/>
                  <a:pt x="6375186" y="1085722"/>
                </a:cubicBezTo>
                <a:lnTo>
                  <a:pt x="6379718" y="1093602"/>
                </a:lnTo>
                <a:cubicBezTo>
                  <a:pt x="6379849" y="1093865"/>
                  <a:pt x="6379718" y="1094457"/>
                  <a:pt x="6379718" y="1094457"/>
                </a:cubicBezTo>
                <a:lnTo>
                  <a:pt x="6375186" y="1102338"/>
                </a:lnTo>
                <a:cubicBezTo>
                  <a:pt x="6374988" y="1102601"/>
                  <a:pt x="6374397" y="1102798"/>
                  <a:pt x="6374397" y="1102798"/>
                </a:cubicBezTo>
                <a:lnTo>
                  <a:pt x="6365334" y="1102798"/>
                </a:lnTo>
                <a:cubicBezTo>
                  <a:pt x="6365005" y="1102798"/>
                  <a:pt x="6364546" y="1102338"/>
                  <a:pt x="6364546" y="1102338"/>
                </a:cubicBezTo>
                <a:lnTo>
                  <a:pt x="6360014" y="1094457"/>
                </a:lnTo>
                <a:cubicBezTo>
                  <a:pt x="6359882" y="1094190"/>
                  <a:pt x="6360014" y="1093602"/>
                  <a:pt x="6360014" y="1093602"/>
                </a:cubicBezTo>
                <a:lnTo>
                  <a:pt x="6364546" y="1085722"/>
                </a:lnTo>
                <a:cubicBezTo>
                  <a:pt x="6364743" y="1085460"/>
                  <a:pt x="6365334" y="1085264"/>
                  <a:pt x="6365334" y="1085264"/>
                </a:cubicBezTo>
                <a:close/>
                <a:moveTo>
                  <a:pt x="2040745" y="1085260"/>
                </a:moveTo>
                <a:lnTo>
                  <a:pt x="2049810" y="1085260"/>
                </a:lnTo>
                <a:cubicBezTo>
                  <a:pt x="2050139" y="1085260"/>
                  <a:pt x="2050599" y="1085721"/>
                  <a:pt x="2050599" y="1085721"/>
                </a:cubicBezTo>
                <a:lnTo>
                  <a:pt x="2055131" y="1093600"/>
                </a:lnTo>
                <a:cubicBezTo>
                  <a:pt x="2055262" y="1093862"/>
                  <a:pt x="2055131" y="1094453"/>
                  <a:pt x="2055131" y="1094453"/>
                </a:cubicBezTo>
                <a:lnTo>
                  <a:pt x="2050599" y="1102336"/>
                </a:lnTo>
                <a:cubicBezTo>
                  <a:pt x="2050402" y="1102599"/>
                  <a:pt x="2049810" y="1102795"/>
                  <a:pt x="2049810" y="1102795"/>
                </a:cubicBezTo>
                <a:lnTo>
                  <a:pt x="2040745" y="1102795"/>
                </a:lnTo>
                <a:cubicBezTo>
                  <a:pt x="2040418" y="1102795"/>
                  <a:pt x="2039957" y="1102336"/>
                  <a:pt x="2039957" y="1102336"/>
                </a:cubicBezTo>
                <a:lnTo>
                  <a:pt x="2035424" y="1094453"/>
                </a:lnTo>
                <a:cubicBezTo>
                  <a:pt x="2035293" y="1094190"/>
                  <a:pt x="2035424" y="1093600"/>
                  <a:pt x="2035424" y="1093600"/>
                </a:cubicBezTo>
                <a:lnTo>
                  <a:pt x="2039957" y="1085721"/>
                </a:lnTo>
                <a:cubicBezTo>
                  <a:pt x="2040155" y="1085458"/>
                  <a:pt x="2040745" y="1085260"/>
                  <a:pt x="2040745" y="1085260"/>
                </a:cubicBezTo>
                <a:close/>
                <a:moveTo>
                  <a:pt x="1023188" y="1085260"/>
                </a:moveTo>
                <a:lnTo>
                  <a:pt x="1032252" y="1085260"/>
                </a:lnTo>
                <a:cubicBezTo>
                  <a:pt x="1032581" y="1085260"/>
                  <a:pt x="1033039" y="1085721"/>
                  <a:pt x="1033039" y="1085721"/>
                </a:cubicBezTo>
                <a:lnTo>
                  <a:pt x="1037572" y="1093600"/>
                </a:lnTo>
                <a:cubicBezTo>
                  <a:pt x="1037702" y="1093862"/>
                  <a:pt x="1037572" y="1094453"/>
                  <a:pt x="1037572" y="1094453"/>
                </a:cubicBezTo>
                <a:lnTo>
                  <a:pt x="1033039" y="1102336"/>
                </a:lnTo>
                <a:cubicBezTo>
                  <a:pt x="1032843" y="1102599"/>
                  <a:pt x="1032252" y="1102795"/>
                  <a:pt x="1032252" y="1102795"/>
                </a:cubicBezTo>
                <a:lnTo>
                  <a:pt x="1023188" y="1102795"/>
                </a:lnTo>
                <a:cubicBezTo>
                  <a:pt x="1022858" y="1102795"/>
                  <a:pt x="1022399" y="1102336"/>
                  <a:pt x="1022399" y="1102336"/>
                </a:cubicBezTo>
                <a:lnTo>
                  <a:pt x="1017865" y="1094453"/>
                </a:lnTo>
                <a:cubicBezTo>
                  <a:pt x="1017734" y="1094190"/>
                  <a:pt x="1017865" y="1093600"/>
                  <a:pt x="1017865" y="1093600"/>
                </a:cubicBezTo>
                <a:lnTo>
                  <a:pt x="1022399" y="1085721"/>
                </a:lnTo>
                <a:cubicBezTo>
                  <a:pt x="1022598" y="1085458"/>
                  <a:pt x="1023188" y="1085260"/>
                  <a:pt x="1023188" y="1085260"/>
                </a:cubicBezTo>
                <a:close/>
                <a:moveTo>
                  <a:pt x="5856508" y="1085257"/>
                </a:moveTo>
                <a:lnTo>
                  <a:pt x="5865571" y="1085257"/>
                </a:lnTo>
                <a:cubicBezTo>
                  <a:pt x="5865900" y="1085257"/>
                  <a:pt x="5866359" y="1085719"/>
                  <a:pt x="5866359" y="1085719"/>
                </a:cubicBezTo>
                <a:lnTo>
                  <a:pt x="5870891" y="1093595"/>
                </a:lnTo>
                <a:cubicBezTo>
                  <a:pt x="5871023" y="1093860"/>
                  <a:pt x="5870891" y="1094447"/>
                  <a:pt x="5870891" y="1094447"/>
                </a:cubicBezTo>
                <a:lnTo>
                  <a:pt x="5866359" y="1102333"/>
                </a:lnTo>
                <a:cubicBezTo>
                  <a:pt x="5866163" y="1102594"/>
                  <a:pt x="5865571" y="1102792"/>
                  <a:pt x="5865571" y="1102792"/>
                </a:cubicBezTo>
                <a:lnTo>
                  <a:pt x="5856508" y="1102792"/>
                </a:lnTo>
                <a:cubicBezTo>
                  <a:pt x="5856178" y="1102792"/>
                  <a:pt x="5855720" y="1102333"/>
                  <a:pt x="5855720" y="1102333"/>
                </a:cubicBezTo>
                <a:lnTo>
                  <a:pt x="5851187" y="1094447"/>
                </a:lnTo>
                <a:cubicBezTo>
                  <a:pt x="5851055" y="1094187"/>
                  <a:pt x="5851187" y="1093595"/>
                  <a:pt x="5851187" y="1093595"/>
                </a:cubicBezTo>
                <a:lnTo>
                  <a:pt x="5855720" y="1085719"/>
                </a:lnTo>
                <a:cubicBezTo>
                  <a:pt x="5855916" y="1085453"/>
                  <a:pt x="5856508" y="1085257"/>
                  <a:pt x="5856508" y="1085257"/>
                </a:cubicBezTo>
                <a:close/>
                <a:moveTo>
                  <a:pt x="1531929" y="1085250"/>
                </a:moveTo>
                <a:lnTo>
                  <a:pt x="1540993" y="1085250"/>
                </a:lnTo>
                <a:cubicBezTo>
                  <a:pt x="1541321" y="1085250"/>
                  <a:pt x="1541781" y="1085710"/>
                  <a:pt x="1541781" y="1085710"/>
                </a:cubicBezTo>
                <a:lnTo>
                  <a:pt x="1546314" y="1093589"/>
                </a:lnTo>
                <a:cubicBezTo>
                  <a:pt x="1546445" y="1093852"/>
                  <a:pt x="1546314" y="1094441"/>
                  <a:pt x="1546314" y="1094441"/>
                </a:cubicBezTo>
                <a:lnTo>
                  <a:pt x="1541781" y="1102324"/>
                </a:lnTo>
                <a:cubicBezTo>
                  <a:pt x="1541585" y="1102589"/>
                  <a:pt x="1540993" y="1102787"/>
                  <a:pt x="1540993" y="1102787"/>
                </a:cubicBezTo>
                <a:lnTo>
                  <a:pt x="1531929" y="1102787"/>
                </a:lnTo>
                <a:cubicBezTo>
                  <a:pt x="1531601" y="1102787"/>
                  <a:pt x="1531141" y="1102324"/>
                  <a:pt x="1531141" y="1102324"/>
                </a:cubicBezTo>
                <a:lnTo>
                  <a:pt x="1526609" y="1094441"/>
                </a:lnTo>
                <a:cubicBezTo>
                  <a:pt x="1526477" y="1094180"/>
                  <a:pt x="1526609" y="1093589"/>
                  <a:pt x="1526609" y="1093589"/>
                </a:cubicBezTo>
                <a:lnTo>
                  <a:pt x="1531141" y="1085710"/>
                </a:lnTo>
                <a:cubicBezTo>
                  <a:pt x="1531340" y="1085447"/>
                  <a:pt x="1531929" y="1085250"/>
                  <a:pt x="1531929" y="1085250"/>
                </a:cubicBezTo>
                <a:close/>
                <a:moveTo>
                  <a:pt x="7128477" y="1085248"/>
                </a:moveTo>
                <a:lnTo>
                  <a:pt x="7137540" y="1085248"/>
                </a:lnTo>
                <a:cubicBezTo>
                  <a:pt x="7137869" y="1085248"/>
                  <a:pt x="7138328" y="1085710"/>
                  <a:pt x="7138328" y="1085710"/>
                </a:cubicBezTo>
                <a:lnTo>
                  <a:pt x="7142860" y="1093589"/>
                </a:lnTo>
                <a:cubicBezTo>
                  <a:pt x="7142992" y="1093852"/>
                  <a:pt x="7142860" y="1094441"/>
                  <a:pt x="7142860" y="1094441"/>
                </a:cubicBezTo>
                <a:lnTo>
                  <a:pt x="7138328" y="1102324"/>
                </a:lnTo>
                <a:cubicBezTo>
                  <a:pt x="7138131" y="1102589"/>
                  <a:pt x="7137540" y="1102787"/>
                  <a:pt x="7137540" y="1102787"/>
                </a:cubicBezTo>
                <a:lnTo>
                  <a:pt x="7128477" y="1102787"/>
                </a:lnTo>
                <a:cubicBezTo>
                  <a:pt x="7128148" y="1102787"/>
                  <a:pt x="7127689" y="1102324"/>
                  <a:pt x="7127689" y="1102324"/>
                </a:cubicBezTo>
                <a:lnTo>
                  <a:pt x="7123156" y="1094441"/>
                </a:lnTo>
                <a:cubicBezTo>
                  <a:pt x="7123024" y="1094180"/>
                  <a:pt x="7123156" y="1093589"/>
                  <a:pt x="7123156" y="1093589"/>
                </a:cubicBezTo>
                <a:lnTo>
                  <a:pt x="7127689" y="1085710"/>
                </a:lnTo>
                <a:cubicBezTo>
                  <a:pt x="7127885" y="1085445"/>
                  <a:pt x="7128477" y="1085248"/>
                  <a:pt x="7128477" y="1085248"/>
                </a:cubicBezTo>
                <a:close/>
                <a:moveTo>
                  <a:pt x="5093300" y="1085248"/>
                </a:moveTo>
                <a:lnTo>
                  <a:pt x="5102364" y="1085248"/>
                </a:lnTo>
                <a:cubicBezTo>
                  <a:pt x="5102693" y="1085248"/>
                  <a:pt x="5103153" y="1085710"/>
                  <a:pt x="5103153" y="1085710"/>
                </a:cubicBezTo>
                <a:lnTo>
                  <a:pt x="5107684" y="1093589"/>
                </a:lnTo>
                <a:cubicBezTo>
                  <a:pt x="5107815" y="1093852"/>
                  <a:pt x="5107684" y="1094441"/>
                  <a:pt x="5107684" y="1094441"/>
                </a:cubicBezTo>
                <a:lnTo>
                  <a:pt x="5103153" y="1102324"/>
                </a:lnTo>
                <a:cubicBezTo>
                  <a:pt x="5102955" y="1102589"/>
                  <a:pt x="5102364" y="1102787"/>
                  <a:pt x="5102364" y="1102787"/>
                </a:cubicBezTo>
                <a:lnTo>
                  <a:pt x="5093300" y="1102787"/>
                </a:lnTo>
                <a:cubicBezTo>
                  <a:pt x="5092972" y="1102787"/>
                  <a:pt x="5092512" y="1102324"/>
                  <a:pt x="5092512" y="1102324"/>
                </a:cubicBezTo>
                <a:lnTo>
                  <a:pt x="5087979" y="1094441"/>
                </a:lnTo>
                <a:cubicBezTo>
                  <a:pt x="5087848" y="1094180"/>
                  <a:pt x="5087979" y="1093589"/>
                  <a:pt x="5087979" y="1093589"/>
                </a:cubicBezTo>
                <a:lnTo>
                  <a:pt x="5092512" y="1085710"/>
                </a:lnTo>
                <a:cubicBezTo>
                  <a:pt x="5092708" y="1085445"/>
                  <a:pt x="5093300" y="1085248"/>
                  <a:pt x="5093300" y="1085248"/>
                </a:cubicBezTo>
                <a:close/>
                <a:moveTo>
                  <a:pt x="3312750" y="1085247"/>
                </a:moveTo>
                <a:lnTo>
                  <a:pt x="3321814" y="1085247"/>
                </a:lnTo>
                <a:cubicBezTo>
                  <a:pt x="3322144" y="1085247"/>
                  <a:pt x="3322602" y="1085705"/>
                  <a:pt x="3322602" y="1085705"/>
                </a:cubicBezTo>
                <a:lnTo>
                  <a:pt x="3327134" y="1093583"/>
                </a:lnTo>
                <a:cubicBezTo>
                  <a:pt x="3327265" y="1093848"/>
                  <a:pt x="3327134" y="1094438"/>
                  <a:pt x="3327134" y="1094438"/>
                </a:cubicBezTo>
                <a:lnTo>
                  <a:pt x="3322602" y="1102321"/>
                </a:lnTo>
                <a:cubicBezTo>
                  <a:pt x="3322405" y="1102584"/>
                  <a:pt x="3321814" y="1102780"/>
                  <a:pt x="3321814" y="1102780"/>
                </a:cubicBezTo>
                <a:lnTo>
                  <a:pt x="3312750" y="1102780"/>
                </a:lnTo>
                <a:cubicBezTo>
                  <a:pt x="3312422" y="1102780"/>
                  <a:pt x="3311962" y="1102321"/>
                  <a:pt x="3311962" y="1102321"/>
                </a:cubicBezTo>
                <a:lnTo>
                  <a:pt x="3307429" y="1094438"/>
                </a:lnTo>
                <a:cubicBezTo>
                  <a:pt x="3307298" y="1094177"/>
                  <a:pt x="3307429" y="1093583"/>
                  <a:pt x="3307429" y="1093583"/>
                </a:cubicBezTo>
                <a:lnTo>
                  <a:pt x="3311962" y="1085705"/>
                </a:lnTo>
                <a:cubicBezTo>
                  <a:pt x="3312158" y="1085443"/>
                  <a:pt x="3312750" y="1085247"/>
                  <a:pt x="3312750" y="1085247"/>
                </a:cubicBezTo>
                <a:close/>
                <a:moveTo>
                  <a:pt x="6874095" y="1085241"/>
                </a:moveTo>
                <a:lnTo>
                  <a:pt x="6883159" y="1085241"/>
                </a:lnTo>
                <a:cubicBezTo>
                  <a:pt x="6883488" y="1085241"/>
                  <a:pt x="6883947" y="1085700"/>
                  <a:pt x="6883947" y="1085700"/>
                </a:cubicBezTo>
                <a:lnTo>
                  <a:pt x="6888480" y="1093579"/>
                </a:lnTo>
                <a:cubicBezTo>
                  <a:pt x="6888611" y="1093842"/>
                  <a:pt x="6888480" y="1094434"/>
                  <a:pt x="6888480" y="1094434"/>
                </a:cubicBezTo>
                <a:lnTo>
                  <a:pt x="6883947" y="1102318"/>
                </a:lnTo>
                <a:cubicBezTo>
                  <a:pt x="6883751" y="1102581"/>
                  <a:pt x="6883159" y="1102777"/>
                  <a:pt x="6883159" y="1102777"/>
                </a:cubicBezTo>
                <a:lnTo>
                  <a:pt x="6874095" y="1102777"/>
                </a:lnTo>
                <a:cubicBezTo>
                  <a:pt x="6873768" y="1102777"/>
                  <a:pt x="6873307" y="1102318"/>
                  <a:pt x="6873307" y="1102318"/>
                </a:cubicBezTo>
                <a:lnTo>
                  <a:pt x="6868775" y="1094434"/>
                </a:lnTo>
                <a:cubicBezTo>
                  <a:pt x="6868644" y="1094172"/>
                  <a:pt x="6868775" y="1093579"/>
                  <a:pt x="6868775" y="1093579"/>
                </a:cubicBezTo>
                <a:lnTo>
                  <a:pt x="6873307" y="1085700"/>
                </a:lnTo>
                <a:cubicBezTo>
                  <a:pt x="6873504" y="1085437"/>
                  <a:pt x="6874095" y="1085241"/>
                  <a:pt x="6874095" y="1085241"/>
                </a:cubicBezTo>
                <a:close/>
                <a:moveTo>
                  <a:pt x="4584538" y="1085241"/>
                </a:moveTo>
                <a:lnTo>
                  <a:pt x="4593603" y="1085241"/>
                </a:lnTo>
                <a:cubicBezTo>
                  <a:pt x="4593932" y="1085241"/>
                  <a:pt x="4594390" y="1085700"/>
                  <a:pt x="4594390" y="1085700"/>
                </a:cubicBezTo>
                <a:lnTo>
                  <a:pt x="4598922" y="1093582"/>
                </a:lnTo>
                <a:cubicBezTo>
                  <a:pt x="4599054" y="1093842"/>
                  <a:pt x="4598922" y="1094434"/>
                  <a:pt x="4598922" y="1094434"/>
                </a:cubicBezTo>
                <a:lnTo>
                  <a:pt x="4594390" y="1102318"/>
                </a:lnTo>
                <a:cubicBezTo>
                  <a:pt x="4594193" y="1102581"/>
                  <a:pt x="4593603" y="1102777"/>
                  <a:pt x="4593603" y="1102777"/>
                </a:cubicBezTo>
                <a:lnTo>
                  <a:pt x="4584538" y="1102777"/>
                </a:lnTo>
                <a:cubicBezTo>
                  <a:pt x="4584210" y="1102777"/>
                  <a:pt x="4583749" y="1102318"/>
                  <a:pt x="4583749" y="1102318"/>
                </a:cubicBezTo>
                <a:lnTo>
                  <a:pt x="4579218" y="1094434"/>
                </a:lnTo>
                <a:cubicBezTo>
                  <a:pt x="4579087" y="1094173"/>
                  <a:pt x="4579218" y="1093582"/>
                  <a:pt x="4579218" y="1093582"/>
                </a:cubicBezTo>
                <a:lnTo>
                  <a:pt x="4583749" y="1085700"/>
                </a:lnTo>
                <a:cubicBezTo>
                  <a:pt x="4583948" y="1085440"/>
                  <a:pt x="4584538" y="1085241"/>
                  <a:pt x="4584538" y="1085241"/>
                </a:cubicBezTo>
                <a:close/>
                <a:moveTo>
                  <a:pt x="3058346" y="1085241"/>
                </a:moveTo>
                <a:lnTo>
                  <a:pt x="3067410" y="1085241"/>
                </a:lnTo>
                <a:cubicBezTo>
                  <a:pt x="3067739" y="1085241"/>
                  <a:pt x="3068199" y="1085700"/>
                  <a:pt x="3068199" y="1085700"/>
                </a:cubicBezTo>
                <a:lnTo>
                  <a:pt x="3072730" y="1093579"/>
                </a:lnTo>
                <a:cubicBezTo>
                  <a:pt x="3072861" y="1093842"/>
                  <a:pt x="3072730" y="1094432"/>
                  <a:pt x="3072730" y="1094432"/>
                </a:cubicBezTo>
                <a:lnTo>
                  <a:pt x="3068199" y="1102313"/>
                </a:lnTo>
                <a:cubicBezTo>
                  <a:pt x="3068001" y="1102581"/>
                  <a:pt x="3067410" y="1102777"/>
                  <a:pt x="3067410" y="1102777"/>
                </a:cubicBezTo>
                <a:lnTo>
                  <a:pt x="3058346" y="1102777"/>
                </a:lnTo>
                <a:cubicBezTo>
                  <a:pt x="3058017" y="1102777"/>
                  <a:pt x="3057556" y="1102313"/>
                  <a:pt x="3057556" y="1102313"/>
                </a:cubicBezTo>
                <a:lnTo>
                  <a:pt x="3053025" y="1094432"/>
                </a:lnTo>
                <a:cubicBezTo>
                  <a:pt x="3052893" y="1094172"/>
                  <a:pt x="3053025" y="1093579"/>
                  <a:pt x="3053025" y="1093579"/>
                </a:cubicBezTo>
                <a:lnTo>
                  <a:pt x="3057556" y="1085700"/>
                </a:lnTo>
                <a:cubicBezTo>
                  <a:pt x="3057755" y="1085435"/>
                  <a:pt x="3058346" y="1085241"/>
                  <a:pt x="3058346" y="1085241"/>
                </a:cubicBezTo>
                <a:close/>
                <a:moveTo>
                  <a:pt x="514319" y="1085237"/>
                </a:moveTo>
                <a:lnTo>
                  <a:pt x="523382" y="1085237"/>
                </a:lnTo>
                <a:cubicBezTo>
                  <a:pt x="523710" y="1085237"/>
                  <a:pt x="524171" y="1085700"/>
                  <a:pt x="524171" y="1085700"/>
                </a:cubicBezTo>
                <a:lnTo>
                  <a:pt x="528701" y="1093575"/>
                </a:lnTo>
                <a:cubicBezTo>
                  <a:pt x="528833" y="1093840"/>
                  <a:pt x="528701" y="1094430"/>
                  <a:pt x="528701" y="1094430"/>
                </a:cubicBezTo>
                <a:lnTo>
                  <a:pt x="524171" y="1102313"/>
                </a:lnTo>
                <a:cubicBezTo>
                  <a:pt x="523974" y="1102579"/>
                  <a:pt x="523382" y="1102775"/>
                  <a:pt x="523382" y="1102775"/>
                </a:cubicBezTo>
                <a:lnTo>
                  <a:pt x="514319" y="1102775"/>
                </a:lnTo>
                <a:cubicBezTo>
                  <a:pt x="513989" y="1102775"/>
                  <a:pt x="513531" y="1102313"/>
                  <a:pt x="513531" y="1102313"/>
                </a:cubicBezTo>
                <a:lnTo>
                  <a:pt x="508998" y="1094430"/>
                </a:lnTo>
                <a:cubicBezTo>
                  <a:pt x="508867" y="1094168"/>
                  <a:pt x="508998" y="1093575"/>
                  <a:pt x="508998" y="1093575"/>
                </a:cubicBezTo>
                <a:lnTo>
                  <a:pt x="513531" y="1085700"/>
                </a:lnTo>
                <a:cubicBezTo>
                  <a:pt x="513728" y="1085435"/>
                  <a:pt x="514319" y="1085237"/>
                  <a:pt x="514319" y="1085237"/>
                </a:cubicBezTo>
                <a:close/>
                <a:moveTo>
                  <a:pt x="6619714" y="1085236"/>
                </a:moveTo>
                <a:lnTo>
                  <a:pt x="6628778" y="1085236"/>
                </a:lnTo>
                <a:cubicBezTo>
                  <a:pt x="6629107" y="1085236"/>
                  <a:pt x="6629566" y="1085695"/>
                  <a:pt x="6629566" y="1085695"/>
                </a:cubicBezTo>
                <a:lnTo>
                  <a:pt x="6634099" y="1093574"/>
                </a:lnTo>
                <a:cubicBezTo>
                  <a:pt x="6634230" y="1093837"/>
                  <a:pt x="6634099" y="1094428"/>
                  <a:pt x="6634099" y="1094428"/>
                </a:cubicBezTo>
                <a:lnTo>
                  <a:pt x="6629566" y="1102313"/>
                </a:lnTo>
                <a:cubicBezTo>
                  <a:pt x="6629369" y="1102572"/>
                  <a:pt x="6628778" y="1102770"/>
                  <a:pt x="6628778" y="1102770"/>
                </a:cubicBezTo>
                <a:lnTo>
                  <a:pt x="6619714" y="1102770"/>
                </a:lnTo>
                <a:cubicBezTo>
                  <a:pt x="6619387" y="1102770"/>
                  <a:pt x="6618926" y="1102313"/>
                  <a:pt x="6618926" y="1102313"/>
                </a:cubicBezTo>
                <a:lnTo>
                  <a:pt x="6614394" y="1094428"/>
                </a:lnTo>
                <a:cubicBezTo>
                  <a:pt x="6614263" y="1094167"/>
                  <a:pt x="6614394" y="1093574"/>
                  <a:pt x="6614394" y="1093574"/>
                </a:cubicBezTo>
                <a:lnTo>
                  <a:pt x="6618926" y="1085695"/>
                </a:lnTo>
                <a:cubicBezTo>
                  <a:pt x="6619123" y="1085432"/>
                  <a:pt x="6619714" y="1085236"/>
                  <a:pt x="6619714" y="1085236"/>
                </a:cubicBezTo>
                <a:close/>
                <a:moveTo>
                  <a:pt x="3821513" y="1085236"/>
                </a:moveTo>
                <a:lnTo>
                  <a:pt x="3830578" y="1085236"/>
                </a:lnTo>
                <a:cubicBezTo>
                  <a:pt x="3830907" y="1085236"/>
                  <a:pt x="3831365" y="1085698"/>
                  <a:pt x="3831365" y="1085698"/>
                </a:cubicBezTo>
                <a:lnTo>
                  <a:pt x="3835899" y="1093575"/>
                </a:lnTo>
                <a:cubicBezTo>
                  <a:pt x="3836029" y="1093839"/>
                  <a:pt x="3835899" y="1094430"/>
                  <a:pt x="3835899" y="1094430"/>
                </a:cubicBezTo>
                <a:lnTo>
                  <a:pt x="3831365" y="1102313"/>
                </a:lnTo>
                <a:cubicBezTo>
                  <a:pt x="3831167" y="1102575"/>
                  <a:pt x="3830578" y="1102775"/>
                  <a:pt x="3830578" y="1102775"/>
                </a:cubicBezTo>
                <a:lnTo>
                  <a:pt x="3821513" y="1102775"/>
                </a:lnTo>
                <a:cubicBezTo>
                  <a:pt x="3821185" y="1102775"/>
                  <a:pt x="3820723" y="1102313"/>
                  <a:pt x="3820723" y="1102313"/>
                </a:cubicBezTo>
                <a:lnTo>
                  <a:pt x="3816193" y="1094430"/>
                </a:lnTo>
                <a:cubicBezTo>
                  <a:pt x="3816061" y="1094168"/>
                  <a:pt x="3816193" y="1093575"/>
                  <a:pt x="3816193" y="1093575"/>
                </a:cubicBezTo>
                <a:lnTo>
                  <a:pt x="3820723" y="1085698"/>
                </a:lnTo>
                <a:cubicBezTo>
                  <a:pt x="3820923" y="1085433"/>
                  <a:pt x="3821513" y="1085236"/>
                  <a:pt x="3821513" y="1085236"/>
                </a:cubicBezTo>
                <a:close/>
                <a:moveTo>
                  <a:pt x="5602126" y="1085234"/>
                </a:moveTo>
                <a:lnTo>
                  <a:pt x="5611191" y="1085234"/>
                </a:lnTo>
                <a:cubicBezTo>
                  <a:pt x="5611519" y="1085234"/>
                  <a:pt x="5611979" y="1085692"/>
                  <a:pt x="5611979" y="1085692"/>
                </a:cubicBezTo>
                <a:lnTo>
                  <a:pt x="5616511" y="1093574"/>
                </a:lnTo>
                <a:cubicBezTo>
                  <a:pt x="5616642" y="1093834"/>
                  <a:pt x="5616511" y="1094427"/>
                  <a:pt x="5616511" y="1094427"/>
                </a:cubicBezTo>
                <a:lnTo>
                  <a:pt x="5611979" y="1102310"/>
                </a:lnTo>
                <a:cubicBezTo>
                  <a:pt x="5611782" y="1102572"/>
                  <a:pt x="5611191" y="1102769"/>
                  <a:pt x="5611191" y="1102769"/>
                </a:cubicBezTo>
                <a:lnTo>
                  <a:pt x="5602126" y="1102769"/>
                </a:lnTo>
                <a:cubicBezTo>
                  <a:pt x="5601798" y="1102769"/>
                  <a:pt x="5601338" y="1102310"/>
                  <a:pt x="5601338" y="1102310"/>
                </a:cubicBezTo>
                <a:lnTo>
                  <a:pt x="5596807" y="1094427"/>
                </a:lnTo>
                <a:cubicBezTo>
                  <a:pt x="5596675" y="1094162"/>
                  <a:pt x="5596807" y="1093574"/>
                  <a:pt x="5596807" y="1093574"/>
                </a:cubicBezTo>
                <a:lnTo>
                  <a:pt x="5601338" y="1085692"/>
                </a:lnTo>
                <a:cubicBezTo>
                  <a:pt x="5601536" y="1085432"/>
                  <a:pt x="5602126" y="1085234"/>
                  <a:pt x="5602126" y="1085234"/>
                </a:cubicBezTo>
                <a:close/>
                <a:moveTo>
                  <a:pt x="2295088" y="1085234"/>
                </a:moveTo>
                <a:lnTo>
                  <a:pt x="2304152" y="1085234"/>
                </a:lnTo>
                <a:cubicBezTo>
                  <a:pt x="2304481" y="1085234"/>
                  <a:pt x="2304940" y="1085692"/>
                  <a:pt x="2304940" y="1085692"/>
                </a:cubicBezTo>
                <a:lnTo>
                  <a:pt x="2309472" y="1093571"/>
                </a:lnTo>
                <a:cubicBezTo>
                  <a:pt x="2309603" y="1093832"/>
                  <a:pt x="2309472" y="1094427"/>
                  <a:pt x="2309472" y="1094427"/>
                </a:cubicBezTo>
                <a:lnTo>
                  <a:pt x="2304940" y="1102307"/>
                </a:lnTo>
                <a:cubicBezTo>
                  <a:pt x="2304743" y="1102572"/>
                  <a:pt x="2304152" y="1102769"/>
                  <a:pt x="2304152" y="1102769"/>
                </a:cubicBezTo>
                <a:lnTo>
                  <a:pt x="2295088" y="1102769"/>
                </a:lnTo>
                <a:cubicBezTo>
                  <a:pt x="2294760" y="1102769"/>
                  <a:pt x="2294299" y="1102307"/>
                  <a:pt x="2294299" y="1102307"/>
                </a:cubicBezTo>
                <a:lnTo>
                  <a:pt x="2289768" y="1094427"/>
                </a:lnTo>
                <a:cubicBezTo>
                  <a:pt x="2289635" y="1094162"/>
                  <a:pt x="2289768" y="1093571"/>
                  <a:pt x="2289768" y="1093571"/>
                </a:cubicBezTo>
                <a:lnTo>
                  <a:pt x="2294299" y="1085692"/>
                </a:lnTo>
                <a:cubicBezTo>
                  <a:pt x="2294498" y="1085430"/>
                  <a:pt x="2295088" y="1085234"/>
                  <a:pt x="2295088" y="1085234"/>
                </a:cubicBezTo>
                <a:close/>
                <a:moveTo>
                  <a:pt x="1277516" y="1085234"/>
                </a:moveTo>
                <a:lnTo>
                  <a:pt x="1286580" y="1085234"/>
                </a:lnTo>
                <a:cubicBezTo>
                  <a:pt x="1286910" y="1085234"/>
                  <a:pt x="1287369" y="1085695"/>
                  <a:pt x="1287369" y="1085695"/>
                </a:cubicBezTo>
                <a:lnTo>
                  <a:pt x="1291901" y="1093574"/>
                </a:lnTo>
                <a:cubicBezTo>
                  <a:pt x="1292033" y="1093837"/>
                  <a:pt x="1291901" y="1094427"/>
                  <a:pt x="1291901" y="1094427"/>
                </a:cubicBezTo>
                <a:lnTo>
                  <a:pt x="1287369" y="1102310"/>
                </a:lnTo>
                <a:cubicBezTo>
                  <a:pt x="1287170" y="1102572"/>
                  <a:pt x="1286580" y="1102769"/>
                  <a:pt x="1286580" y="1102769"/>
                </a:cubicBezTo>
                <a:lnTo>
                  <a:pt x="1277516" y="1102769"/>
                </a:lnTo>
                <a:cubicBezTo>
                  <a:pt x="1277188" y="1102769"/>
                  <a:pt x="1276726" y="1102310"/>
                  <a:pt x="1276726" y="1102310"/>
                </a:cubicBezTo>
                <a:lnTo>
                  <a:pt x="1272195" y="1094427"/>
                </a:lnTo>
                <a:cubicBezTo>
                  <a:pt x="1272064" y="1094164"/>
                  <a:pt x="1272195" y="1093574"/>
                  <a:pt x="1272195" y="1093574"/>
                </a:cubicBezTo>
                <a:lnTo>
                  <a:pt x="1276726" y="1085695"/>
                </a:lnTo>
                <a:cubicBezTo>
                  <a:pt x="1276925" y="1085432"/>
                  <a:pt x="1277516" y="1085234"/>
                  <a:pt x="1277516" y="1085234"/>
                </a:cubicBezTo>
                <a:close/>
                <a:moveTo>
                  <a:pt x="5535" y="1085226"/>
                </a:moveTo>
                <a:lnTo>
                  <a:pt x="14597" y="1085226"/>
                </a:lnTo>
                <a:cubicBezTo>
                  <a:pt x="14925" y="1085226"/>
                  <a:pt x="15385" y="1085685"/>
                  <a:pt x="15385" y="1085685"/>
                </a:cubicBezTo>
                <a:lnTo>
                  <a:pt x="19918" y="1093564"/>
                </a:lnTo>
                <a:cubicBezTo>
                  <a:pt x="20049" y="1093829"/>
                  <a:pt x="19918" y="1094419"/>
                  <a:pt x="19918" y="1094419"/>
                </a:cubicBezTo>
                <a:lnTo>
                  <a:pt x="15385" y="1102302"/>
                </a:lnTo>
                <a:cubicBezTo>
                  <a:pt x="15188" y="1102565"/>
                  <a:pt x="14597" y="1102760"/>
                  <a:pt x="14597" y="1102760"/>
                </a:cubicBezTo>
                <a:lnTo>
                  <a:pt x="5535" y="1102760"/>
                </a:lnTo>
                <a:cubicBezTo>
                  <a:pt x="5205" y="1102760"/>
                  <a:pt x="4745" y="1102302"/>
                  <a:pt x="4745" y="1102302"/>
                </a:cubicBezTo>
                <a:lnTo>
                  <a:pt x="213" y="1094419"/>
                </a:lnTo>
                <a:cubicBezTo>
                  <a:pt x="81" y="1094156"/>
                  <a:pt x="213" y="1093564"/>
                  <a:pt x="213" y="1093564"/>
                </a:cubicBezTo>
                <a:lnTo>
                  <a:pt x="4745" y="1085685"/>
                </a:lnTo>
                <a:cubicBezTo>
                  <a:pt x="4942" y="1085423"/>
                  <a:pt x="5535" y="1085226"/>
                  <a:pt x="5535" y="1085226"/>
                </a:cubicBezTo>
                <a:close/>
                <a:moveTo>
                  <a:pt x="9418035" y="1085221"/>
                </a:moveTo>
                <a:lnTo>
                  <a:pt x="9427099" y="1085221"/>
                </a:lnTo>
                <a:cubicBezTo>
                  <a:pt x="9427427" y="1085221"/>
                  <a:pt x="9427887" y="1085680"/>
                  <a:pt x="9427887" y="1085680"/>
                </a:cubicBezTo>
                <a:lnTo>
                  <a:pt x="9432419" y="1093561"/>
                </a:lnTo>
                <a:cubicBezTo>
                  <a:pt x="9432550" y="1093822"/>
                  <a:pt x="9432419" y="1094415"/>
                  <a:pt x="9432419" y="1094415"/>
                </a:cubicBezTo>
                <a:lnTo>
                  <a:pt x="9427887" y="1102297"/>
                </a:lnTo>
                <a:cubicBezTo>
                  <a:pt x="9427690" y="1102561"/>
                  <a:pt x="9427099" y="1102759"/>
                  <a:pt x="9427099" y="1102759"/>
                </a:cubicBezTo>
                <a:lnTo>
                  <a:pt x="9418035" y="1102759"/>
                </a:lnTo>
                <a:cubicBezTo>
                  <a:pt x="9417707" y="1102759"/>
                  <a:pt x="9417247" y="1102297"/>
                  <a:pt x="9417247" y="1102297"/>
                </a:cubicBezTo>
                <a:lnTo>
                  <a:pt x="9412714" y="1094415"/>
                </a:lnTo>
                <a:cubicBezTo>
                  <a:pt x="9412583" y="1094152"/>
                  <a:pt x="9412714" y="1093561"/>
                  <a:pt x="9412714" y="1093561"/>
                </a:cubicBezTo>
                <a:lnTo>
                  <a:pt x="9417247" y="1085680"/>
                </a:lnTo>
                <a:cubicBezTo>
                  <a:pt x="9417444" y="1085420"/>
                  <a:pt x="9418035" y="1085221"/>
                  <a:pt x="9418035" y="1085221"/>
                </a:cubicBezTo>
                <a:close/>
                <a:moveTo>
                  <a:pt x="768643" y="1085212"/>
                </a:moveTo>
                <a:lnTo>
                  <a:pt x="777705" y="1085212"/>
                </a:lnTo>
                <a:cubicBezTo>
                  <a:pt x="778033" y="1085212"/>
                  <a:pt x="778494" y="1085673"/>
                  <a:pt x="778494" y="1085673"/>
                </a:cubicBezTo>
                <a:lnTo>
                  <a:pt x="783026" y="1093553"/>
                </a:lnTo>
                <a:cubicBezTo>
                  <a:pt x="783158" y="1093816"/>
                  <a:pt x="783026" y="1094406"/>
                  <a:pt x="783026" y="1094406"/>
                </a:cubicBezTo>
                <a:lnTo>
                  <a:pt x="778494" y="1102290"/>
                </a:lnTo>
                <a:cubicBezTo>
                  <a:pt x="778296" y="1102551"/>
                  <a:pt x="777705" y="1102750"/>
                  <a:pt x="777705" y="1102750"/>
                </a:cubicBezTo>
                <a:lnTo>
                  <a:pt x="768643" y="1102750"/>
                </a:lnTo>
                <a:cubicBezTo>
                  <a:pt x="768314" y="1102750"/>
                  <a:pt x="767855" y="1102290"/>
                  <a:pt x="767855" y="1102290"/>
                </a:cubicBezTo>
                <a:lnTo>
                  <a:pt x="763321" y="1094406"/>
                </a:lnTo>
                <a:cubicBezTo>
                  <a:pt x="763190" y="1094143"/>
                  <a:pt x="763321" y="1093553"/>
                  <a:pt x="763321" y="1093553"/>
                </a:cubicBezTo>
                <a:lnTo>
                  <a:pt x="767855" y="1085673"/>
                </a:lnTo>
                <a:cubicBezTo>
                  <a:pt x="768052" y="1085409"/>
                  <a:pt x="768643" y="1085212"/>
                  <a:pt x="768643" y="1085212"/>
                </a:cubicBezTo>
                <a:close/>
                <a:moveTo>
                  <a:pt x="7382923" y="1085211"/>
                </a:moveTo>
                <a:lnTo>
                  <a:pt x="7391987" y="1085211"/>
                </a:lnTo>
                <a:cubicBezTo>
                  <a:pt x="7392315" y="1085211"/>
                  <a:pt x="7392775" y="1085671"/>
                  <a:pt x="7392775" y="1085671"/>
                </a:cubicBezTo>
                <a:lnTo>
                  <a:pt x="7397307" y="1093553"/>
                </a:lnTo>
                <a:cubicBezTo>
                  <a:pt x="7397438" y="1093814"/>
                  <a:pt x="7397307" y="1094406"/>
                  <a:pt x="7397307" y="1094406"/>
                </a:cubicBezTo>
                <a:lnTo>
                  <a:pt x="7392775" y="1102286"/>
                </a:lnTo>
                <a:cubicBezTo>
                  <a:pt x="7392578" y="1102550"/>
                  <a:pt x="7391987" y="1102747"/>
                  <a:pt x="7391987" y="1102747"/>
                </a:cubicBezTo>
                <a:lnTo>
                  <a:pt x="7382923" y="1102747"/>
                </a:lnTo>
                <a:cubicBezTo>
                  <a:pt x="7382595" y="1102747"/>
                  <a:pt x="7382135" y="1102286"/>
                  <a:pt x="7382135" y="1102286"/>
                </a:cubicBezTo>
                <a:lnTo>
                  <a:pt x="7377602" y="1094406"/>
                </a:lnTo>
                <a:cubicBezTo>
                  <a:pt x="7377471" y="1094141"/>
                  <a:pt x="7377602" y="1093553"/>
                  <a:pt x="7377602" y="1093553"/>
                </a:cubicBezTo>
                <a:lnTo>
                  <a:pt x="7382135" y="1085671"/>
                </a:lnTo>
                <a:cubicBezTo>
                  <a:pt x="7382331" y="1085409"/>
                  <a:pt x="7382923" y="1085211"/>
                  <a:pt x="7382923" y="1085211"/>
                </a:cubicBezTo>
                <a:close/>
                <a:moveTo>
                  <a:pt x="259881" y="1085211"/>
                </a:moveTo>
                <a:lnTo>
                  <a:pt x="268946" y="1085211"/>
                </a:lnTo>
                <a:cubicBezTo>
                  <a:pt x="269274" y="1085211"/>
                  <a:pt x="269734" y="1085671"/>
                  <a:pt x="269734" y="1085671"/>
                </a:cubicBezTo>
                <a:lnTo>
                  <a:pt x="274266" y="1093553"/>
                </a:lnTo>
                <a:cubicBezTo>
                  <a:pt x="274397" y="1093814"/>
                  <a:pt x="274266" y="1094406"/>
                  <a:pt x="274266" y="1094406"/>
                </a:cubicBezTo>
                <a:lnTo>
                  <a:pt x="269734" y="1102286"/>
                </a:lnTo>
                <a:cubicBezTo>
                  <a:pt x="269537" y="1102550"/>
                  <a:pt x="268946" y="1102747"/>
                  <a:pt x="268946" y="1102747"/>
                </a:cubicBezTo>
                <a:lnTo>
                  <a:pt x="259881" y="1102747"/>
                </a:lnTo>
                <a:cubicBezTo>
                  <a:pt x="259553" y="1102747"/>
                  <a:pt x="259093" y="1102286"/>
                  <a:pt x="259093" y="1102286"/>
                </a:cubicBezTo>
                <a:lnTo>
                  <a:pt x="254561" y="1094406"/>
                </a:lnTo>
                <a:cubicBezTo>
                  <a:pt x="254430" y="1094141"/>
                  <a:pt x="254561" y="1093553"/>
                  <a:pt x="254561" y="1093553"/>
                </a:cubicBezTo>
                <a:lnTo>
                  <a:pt x="259093" y="1085671"/>
                </a:lnTo>
                <a:cubicBezTo>
                  <a:pt x="259290" y="1085409"/>
                  <a:pt x="259881" y="1085211"/>
                  <a:pt x="259881" y="1085211"/>
                </a:cubicBezTo>
                <a:close/>
                <a:moveTo>
                  <a:pt x="10435622" y="1085203"/>
                </a:moveTo>
                <a:lnTo>
                  <a:pt x="10444686" y="1085203"/>
                </a:lnTo>
                <a:cubicBezTo>
                  <a:pt x="10445015" y="1085203"/>
                  <a:pt x="10445474" y="1085663"/>
                  <a:pt x="10445474" y="1085663"/>
                </a:cubicBezTo>
                <a:lnTo>
                  <a:pt x="10450007" y="1093543"/>
                </a:lnTo>
                <a:cubicBezTo>
                  <a:pt x="10450138" y="1093806"/>
                  <a:pt x="10450007" y="1094396"/>
                  <a:pt x="10450007" y="1094396"/>
                </a:cubicBezTo>
                <a:lnTo>
                  <a:pt x="10445474" y="1102281"/>
                </a:lnTo>
                <a:cubicBezTo>
                  <a:pt x="10445278" y="1102543"/>
                  <a:pt x="10444686" y="1102740"/>
                  <a:pt x="10444686" y="1102740"/>
                </a:cubicBezTo>
                <a:lnTo>
                  <a:pt x="10435622" y="1102740"/>
                </a:lnTo>
                <a:cubicBezTo>
                  <a:pt x="10435295" y="1102740"/>
                  <a:pt x="10434834" y="1102281"/>
                  <a:pt x="10434834" y="1102281"/>
                </a:cubicBezTo>
                <a:lnTo>
                  <a:pt x="10430302" y="1094396"/>
                </a:lnTo>
                <a:cubicBezTo>
                  <a:pt x="10430171" y="1094135"/>
                  <a:pt x="10430302" y="1093543"/>
                  <a:pt x="10430302" y="1093543"/>
                </a:cubicBezTo>
                <a:lnTo>
                  <a:pt x="10434834" y="1085663"/>
                </a:lnTo>
                <a:cubicBezTo>
                  <a:pt x="10435031" y="1085401"/>
                  <a:pt x="10435622" y="1085203"/>
                  <a:pt x="10435622" y="1085203"/>
                </a:cubicBezTo>
                <a:close/>
                <a:moveTo>
                  <a:pt x="9672481" y="1085203"/>
                </a:moveTo>
                <a:lnTo>
                  <a:pt x="9681545" y="1085203"/>
                </a:lnTo>
                <a:cubicBezTo>
                  <a:pt x="9681872" y="1085203"/>
                  <a:pt x="9682333" y="1085663"/>
                  <a:pt x="9682333" y="1085663"/>
                </a:cubicBezTo>
                <a:lnTo>
                  <a:pt x="9686865" y="1093543"/>
                </a:lnTo>
                <a:cubicBezTo>
                  <a:pt x="9686996" y="1093806"/>
                  <a:pt x="9686865" y="1094396"/>
                  <a:pt x="9686865" y="1094396"/>
                </a:cubicBezTo>
                <a:lnTo>
                  <a:pt x="9682333" y="1102278"/>
                </a:lnTo>
                <a:cubicBezTo>
                  <a:pt x="9682136" y="1102542"/>
                  <a:pt x="9681545" y="1102740"/>
                  <a:pt x="9681545" y="1102740"/>
                </a:cubicBezTo>
                <a:lnTo>
                  <a:pt x="9672481" y="1102740"/>
                </a:lnTo>
                <a:cubicBezTo>
                  <a:pt x="9672152" y="1102740"/>
                  <a:pt x="9671693" y="1102278"/>
                  <a:pt x="9671693" y="1102278"/>
                </a:cubicBezTo>
                <a:lnTo>
                  <a:pt x="9667160" y="1094396"/>
                </a:lnTo>
                <a:cubicBezTo>
                  <a:pt x="9667030" y="1094134"/>
                  <a:pt x="9667160" y="1093543"/>
                  <a:pt x="9667160" y="1093543"/>
                </a:cubicBezTo>
                <a:lnTo>
                  <a:pt x="9671693" y="1085663"/>
                </a:lnTo>
                <a:cubicBezTo>
                  <a:pt x="9671890" y="1085401"/>
                  <a:pt x="9672481" y="1085203"/>
                  <a:pt x="9672481" y="1085203"/>
                </a:cubicBezTo>
                <a:close/>
                <a:moveTo>
                  <a:pt x="4330157" y="1085198"/>
                </a:moveTo>
                <a:lnTo>
                  <a:pt x="4339222" y="1085198"/>
                </a:lnTo>
                <a:cubicBezTo>
                  <a:pt x="4339550" y="1085198"/>
                  <a:pt x="4340010" y="1085656"/>
                  <a:pt x="4340010" y="1085656"/>
                </a:cubicBezTo>
                <a:lnTo>
                  <a:pt x="4344540" y="1093538"/>
                </a:lnTo>
                <a:cubicBezTo>
                  <a:pt x="4344672" y="1093802"/>
                  <a:pt x="4344540" y="1094392"/>
                  <a:pt x="4344540" y="1094392"/>
                </a:cubicBezTo>
                <a:lnTo>
                  <a:pt x="4340010" y="1102274"/>
                </a:lnTo>
                <a:cubicBezTo>
                  <a:pt x="4339812" y="1102537"/>
                  <a:pt x="4339222" y="1102734"/>
                  <a:pt x="4339222" y="1102734"/>
                </a:cubicBezTo>
                <a:lnTo>
                  <a:pt x="4330157" y="1102734"/>
                </a:lnTo>
                <a:cubicBezTo>
                  <a:pt x="4329829" y="1102734"/>
                  <a:pt x="4329369" y="1102274"/>
                  <a:pt x="4329369" y="1102274"/>
                </a:cubicBezTo>
                <a:lnTo>
                  <a:pt x="4324836" y="1094392"/>
                </a:lnTo>
                <a:cubicBezTo>
                  <a:pt x="4324706" y="1094129"/>
                  <a:pt x="4324836" y="1093538"/>
                  <a:pt x="4324836" y="1093538"/>
                </a:cubicBezTo>
                <a:lnTo>
                  <a:pt x="4329369" y="1085656"/>
                </a:lnTo>
                <a:cubicBezTo>
                  <a:pt x="4329565" y="1085396"/>
                  <a:pt x="4330157" y="1085198"/>
                  <a:pt x="4330157" y="1085198"/>
                </a:cubicBezTo>
                <a:close/>
                <a:moveTo>
                  <a:pt x="7637304" y="1085194"/>
                </a:moveTo>
                <a:lnTo>
                  <a:pt x="7646367" y="1085194"/>
                </a:lnTo>
                <a:cubicBezTo>
                  <a:pt x="7646696" y="1085194"/>
                  <a:pt x="7647156" y="1085653"/>
                  <a:pt x="7647156" y="1085653"/>
                </a:cubicBezTo>
                <a:lnTo>
                  <a:pt x="7651687" y="1093536"/>
                </a:lnTo>
                <a:cubicBezTo>
                  <a:pt x="7651819" y="1093800"/>
                  <a:pt x="7651687" y="1094388"/>
                  <a:pt x="7651687" y="1094388"/>
                </a:cubicBezTo>
                <a:lnTo>
                  <a:pt x="7647156" y="1102272"/>
                </a:lnTo>
                <a:cubicBezTo>
                  <a:pt x="7646958" y="1102533"/>
                  <a:pt x="7646367" y="1102732"/>
                  <a:pt x="7646367" y="1102732"/>
                </a:cubicBezTo>
                <a:lnTo>
                  <a:pt x="7637304" y="1102732"/>
                </a:lnTo>
                <a:cubicBezTo>
                  <a:pt x="7636975" y="1102732"/>
                  <a:pt x="7636516" y="1102272"/>
                  <a:pt x="7636516" y="1102272"/>
                </a:cubicBezTo>
                <a:lnTo>
                  <a:pt x="7631983" y="1094388"/>
                </a:lnTo>
                <a:cubicBezTo>
                  <a:pt x="7631851" y="1094128"/>
                  <a:pt x="7631983" y="1093536"/>
                  <a:pt x="7631983" y="1093536"/>
                </a:cubicBezTo>
                <a:lnTo>
                  <a:pt x="7636516" y="1085653"/>
                </a:lnTo>
                <a:cubicBezTo>
                  <a:pt x="7636713" y="1085393"/>
                  <a:pt x="7637304" y="1085194"/>
                  <a:pt x="7637304" y="1085194"/>
                </a:cubicBezTo>
                <a:close/>
                <a:moveTo>
                  <a:pt x="10181242" y="1085190"/>
                </a:moveTo>
                <a:lnTo>
                  <a:pt x="10190305" y="1085190"/>
                </a:lnTo>
                <a:cubicBezTo>
                  <a:pt x="10190635" y="1085190"/>
                  <a:pt x="10191093" y="1085649"/>
                  <a:pt x="10191093" y="1085649"/>
                </a:cubicBezTo>
                <a:lnTo>
                  <a:pt x="10195626" y="1093530"/>
                </a:lnTo>
                <a:cubicBezTo>
                  <a:pt x="10195758" y="1093793"/>
                  <a:pt x="10195626" y="1094383"/>
                  <a:pt x="10195626" y="1094383"/>
                </a:cubicBezTo>
                <a:lnTo>
                  <a:pt x="10191093" y="1102265"/>
                </a:lnTo>
                <a:cubicBezTo>
                  <a:pt x="10190896" y="1102528"/>
                  <a:pt x="10190305" y="1102725"/>
                  <a:pt x="10190305" y="1102725"/>
                </a:cubicBezTo>
                <a:lnTo>
                  <a:pt x="10181242" y="1102725"/>
                </a:lnTo>
                <a:cubicBezTo>
                  <a:pt x="10180914" y="1102725"/>
                  <a:pt x="10180453" y="1102265"/>
                  <a:pt x="10180453" y="1102265"/>
                </a:cubicBezTo>
                <a:lnTo>
                  <a:pt x="10175922" y="1094383"/>
                </a:lnTo>
                <a:cubicBezTo>
                  <a:pt x="10175790" y="1094120"/>
                  <a:pt x="10175922" y="1093530"/>
                  <a:pt x="10175922" y="1093530"/>
                </a:cubicBezTo>
                <a:lnTo>
                  <a:pt x="10180453" y="1085649"/>
                </a:lnTo>
                <a:cubicBezTo>
                  <a:pt x="10180650" y="1085386"/>
                  <a:pt x="10181242" y="1085190"/>
                  <a:pt x="10181242" y="1085190"/>
                </a:cubicBezTo>
                <a:close/>
                <a:moveTo>
                  <a:pt x="2803772" y="1085190"/>
                </a:moveTo>
                <a:lnTo>
                  <a:pt x="2812836" y="1085190"/>
                </a:lnTo>
                <a:cubicBezTo>
                  <a:pt x="2813164" y="1085190"/>
                  <a:pt x="2813624" y="1085649"/>
                  <a:pt x="2813624" y="1085649"/>
                </a:cubicBezTo>
                <a:lnTo>
                  <a:pt x="2818156" y="1093530"/>
                </a:lnTo>
                <a:cubicBezTo>
                  <a:pt x="2818287" y="1093793"/>
                  <a:pt x="2818156" y="1094383"/>
                  <a:pt x="2818156" y="1094383"/>
                </a:cubicBezTo>
                <a:lnTo>
                  <a:pt x="2813624" y="1102265"/>
                </a:lnTo>
                <a:cubicBezTo>
                  <a:pt x="2813427" y="1102528"/>
                  <a:pt x="2812836" y="1102725"/>
                  <a:pt x="2812836" y="1102725"/>
                </a:cubicBezTo>
                <a:lnTo>
                  <a:pt x="2803772" y="1102725"/>
                </a:lnTo>
                <a:cubicBezTo>
                  <a:pt x="2803443" y="1102725"/>
                  <a:pt x="2802983" y="1102265"/>
                  <a:pt x="2802983" y="1102265"/>
                </a:cubicBezTo>
                <a:lnTo>
                  <a:pt x="2798451" y="1094383"/>
                </a:lnTo>
                <a:cubicBezTo>
                  <a:pt x="2798320" y="1094120"/>
                  <a:pt x="2798451" y="1093530"/>
                  <a:pt x="2798451" y="1093530"/>
                </a:cubicBezTo>
                <a:lnTo>
                  <a:pt x="2802983" y="1085649"/>
                </a:lnTo>
                <a:cubicBezTo>
                  <a:pt x="2803180" y="1085386"/>
                  <a:pt x="2803772" y="1085190"/>
                  <a:pt x="2803772" y="1085190"/>
                </a:cubicBezTo>
                <a:close/>
                <a:moveTo>
                  <a:pt x="1786182" y="1085190"/>
                </a:moveTo>
                <a:lnTo>
                  <a:pt x="1795245" y="1085190"/>
                </a:lnTo>
                <a:cubicBezTo>
                  <a:pt x="1795574" y="1085190"/>
                  <a:pt x="1796034" y="1085650"/>
                  <a:pt x="1796034" y="1085650"/>
                </a:cubicBezTo>
                <a:lnTo>
                  <a:pt x="1800566" y="1093530"/>
                </a:lnTo>
                <a:cubicBezTo>
                  <a:pt x="1800698" y="1093793"/>
                  <a:pt x="1800566" y="1094383"/>
                  <a:pt x="1800566" y="1094383"/>
                </a:cubicBezTo>
                <a:lnTo>
                  <a:pt x="1796034" y="1102265"/>
                </a:lnTo>
                <a:cubicBezTo>
                  <a:pt x="1795836" y="1102530"/>
                  <a:pt x="1795245" y="1102725"/>
                  <a:pt x="1795245" y="1102725"/>
                </a:cubicBezTo>
                <a:lnTo>
                  <a:pt x="1786182" y="1102725"/>
                </a:lnTo>
                <a:cubicBezTo>
                  <a:pt x="1785854" y="1102725"/>
                  <a:pt x="1785394" y="1102265"/>
                  <a:pt x="1785394" y="1102265"/>
                </a:cubicBezTo>
                <a:lnTo>
                  <a:pt x="1780862" y="1094383"/>
                </a:lnTo>
                <a:cubicBezTo>
                  <a:pt x="1780730" y="1094121"/>
                  <a:pt x="1780862" y="1093530"/>
                  <a:pt x="1780862" y="1093530"/>
                </a:cubicBezTo>
                <a:lnTo>
                  <a:pt x="1785394" y="1085650"/>
                </a:lnTo>
                <a:cubicBezTo>
                  <a:pt x="1785591" y="1085386"/>
                  <a:pt x="1786182" y="1085190"/>
                  <a:pt x="1786182" y="1085190"/>
                </a:cubicBezTo>
                <a:close/>
                <a:moveTo>
                  <a:pt x="9926861" y="1085185"/>
                </a:moveTo>
                <a:lnTo>
                  <a:pt x="9935924" y="1085185"/>
                </a:lnTo>
                <a:cubicBezTo>
                  <a:pt x="9936254" y="1085185"/>
                  <a:pt x="9936713" y="1085644"/>
                  <a:pt x="9936713" y="1085644"/>
                </a:cubicBezTo>
                <a:lnTo>
                  <a:pt x="9941246" y="1093526"/>
                </a:lnTo>
                <a:cubicBezTo>
                  <a:pt x="9941376" y="1093787"/>
                  <a:pt x="9941246" y="1094381"/>
                  <a:pt x="9941246" y="1094381"/>
                </a:cubicBezTo>
                <a:lnTo>
                  <a:pt x="9936713" y="1102262"/>
                </a:lnTo>
                <a:cubicBezTo>
                  <a:pt x="9936516" y="1102524"/>
                  <a:pt x="9935924" y="1102722"/>
                  <a:pt x="9935924" y="1102722"/>
                </a:cubicBezTo>
                <a:lnTo>
                  <a:pt x="9926861" y="1102722"/>
                </a:lnTo>
                <a:cubicBezTo>
                  <a:pt x="9926532" y="1102722"/>
                  <a:pt x="9926073" y="1102262"/>
                  <a:pt x="9926073" y="1102262"/>
                </a:cubicBezTo>
                <a:lnTo>
                  <a:pt x="9921541" y="1094381"/>
                </a:lnTo>
                <a:cubicBezTo>
                  <a:pt x="9921410" y="1094117"/>
                  <a:pt x="9921541" y="1093526"/>
                  <a:pt x="9921541" y="1093526"/>
                </a:cubicBezTo>
                <a:lnTo>
                  <a:pt x="9926073" y="1085644"/>
                </a:lnTo>
                <a:cubicBezTo>
                  <a:pt x="9926270" y="1085382"/>
                  <a:pt x="9926861" y="1085185"/>
                  <a:pt x="9926861" y="1085185"/>
                </a:cubicBezTo>
                <a:close/>
                <a:moveTo>
                  <a:pt x="5347746" y="1085182"/>
                </a:moveTo>
                <a:lnTo>
                  <a:pt x="5356810" y="1085182"/>
                </a:lnTo>
                <a:cubicBezTo>
                  <a:pt x="5357138" y="1085182"/>
                  <a:pt x="5357598" y="1085641"/>
                  <a:pt x="5357598" y="1085641"/>
                </a:cubicBezTo>
                <a:lnTo>
                  <a:pt x="5362130" y="1093524"/>
                </a:lnTo>
                <a:cubicBezTo>
                  <a:pt x="5362261" y="1093785"/>
                  <a:pt x="5362130" y="1094377"/>
                  <a:pt x="5362130" y="1094377"/>
                </a:cubicBezTo>
                <a:lnTo>
                  <a:pt x="5357598" y="1102260"/>
                </a:lnTo>
                <a:cubicBezTo>
                  <a:pt x="5357401" y="1102523"/>
                  <a:pt x="5356810" y="1102720"/>
                  <a:pt x="5356810" y="1102720"/>
                </a:cubicBezTo>
                <a:lnTo>
                  <a:pt x="5347746" y="1102720"/>
                </a:lnTo>
                <a:cubicBezTo>
                  <a:pt x="5347418" y="1102720"/>
                  <a:pt x="5346958" y="1102260"/>
                  <a:pt x="5346958" y="1102260"/>
                </a:cubicBezTo>
                <a:lnTo>
                  <a:pt x="5342425" y="1094377"/>
                </a:lnTo>
                <a:cubicBezTo>
                  <a:pt x="5342295" y="1094116"/>
                  <a:pt x="5342425" y="1093524"/>
                  <a:pt x="5342425" y="1093524"/>
                </a:cubicBezTo>
                <a:lnTo>
                  <a:pt x="5346958" y="1085641"/>
                </a:lnTo>
                <a:cubicBezTo>
                  <a:pt x="5347154" y="1085380"/>
                  <a:pt x="5347746" y="1085182"/>
                  <a:pt x="5347746" y="1085182"/>
                </a:cubicBezTo>
                <a:close/>
                <a:moveTo>
                  <a:pt x="4075734" y="1085182"/>
                </a:moveTo>
                <a:lnTo>
                  <a:pt x="4084796" y="1085182"/>
                </a:lnTo>
                <a:cubicBezTo>
                  <a:pt x="4085124" y="1085182"/>
                  <a:pt x="4085584" y="1085641"/>
                  <a:pt x="4085584" y="1085641"/>
                </a:cubicBezTo>
                <a:lnTo>
                  <a:pt x="4090116" y="1093522"/>
                </a:lnTo>
                <a:cubicBezTo>
                  <a:pt x="4090248" y="1093785"/>
                  <a:pt x="4090116" y="1094377"/>
                  <a:pt x="4090116" y="1094377"/>
                </a:cubicBezTo>
                <a:lnTo>
                  <a:pt x="4085584" y="1102259"/>
                </a:lnTo>
                <a:cubicBezTo>
                  <a:pt x="4085388" y="1102523"/>
                  <a:pt x="4084796" y="1102720"/>
                  <a:pt x="4084796" y="1102720"/>
                </a:cubicBezTo>
                <a:lnTo>
                  <a:pt x="4075734" y="1102720"/>
                </a:lnTo>
                <a:cubicBezTo>
                  <a:pt x="4075404" y="1102720"/>
                  <a:pt x="4074945" y="1102259"/>
                  <a:pt x="4074945" y="1102259"/>
                </a:cubicBezTo>
                <a:lnTo>
                  <a:pt x="4070413" y="1094377"/>
                </a:lnTo>
                <a:cubicBezTo>
                  <a:pt x="4070280" y="1094114"/>
                  <a:pt x="4070413" y="1093522"/>
                  <a:pt x="4070413" y="1093522"/>
                </a:cubicBezTo>
                <a:lnTo>
                  <a:pt x="4074945" y="1085641"/>
                </a:lnTo>
                <a:cubicBezTo>
                  <a:pt x="4075141" y="1085378"/>
                  <a:pt x="4075734" y="1085182"/>
                  <a:pt x="4075734" y="1085182"/>
                </a:cubicBezTo>
                <a:close/>
                <a:moveTo>
                  <a:pt x="7891684" y="1085178"/>
                </a:moveTo>
                <a:lnTo>
                  <a:pt x="7900748" y="1085178"/>
                </a:lnTo>
                <a:cubicBezTo>
                  <a:pt x="7901076" y="1085178"/>
                  <a:pt x="7901536" y="1085639"/>
                  <a:pt x="7901536" y="1085639"/>
                </a:cubicBezTo>
                <a:lnTo>
                  <a:pt x="7906067" y="1093520"/>
                </a:lnTo>
                <a:cubicBezTo>
                  <a:pt x="7906199" y="1093783"/>
                  <a:pt x="7906067" y="1094373"/>
                  <a:pt x="7906067" y="1094373"/>
                </a:cubicBezTo>
                <a:lnTo>
                  <a:pt x="7901536" y="1102257"/>
                </a:lnTo>
                <a:cubicBezTo>
                  <a:pt x="7901339" y="1102519"/>
                  <a:pt x="7900748" y="1102716"/>
                  <a:pt x="7900748" y="1102716"/>
                </a:cubicBezTo>
                <a:lnTo>
                  <a:pt x="7891684" y="1102716"/>
                </a:lnTo>
                <a:cubicBezTo>
                  <a:pt x="7891355" y="1102716"/>
                  <a:pt x="7890896" y="1102257"/>
                  <a:pt x="7890896" y="1102257"/>
                </a:cubicBezTo>
                <a:lnTo>
                  <a:pt x="7886363" y="1094373"/>
                </a:lnTo>
                <a:cubicBezTo>
                  <a:pt x="7886233" y="1094112"/>
                  <a:pt x="7886363" y="1093520"/>
                  <a:pt x="7886363" y="1093520"/>
                </a:cubicBezTo>
                <a:lnTo>
                  <a:pt x="7890896" y="1085639"/>
                </a:lnTo>
                <a:cubicBezTo>
                  <a:pt x="7891093" y="1085376"/>
                  <a:pt x="7891684" y="1085178"/>
                  <a:pt x="7891684" y="1085178"/>
                </a:cubicBezTo>
                <a:close/>
                <a:moveTo>
                  <a:pt x="3566959" y="1085178"/>
                </a:moveTo>
                <a:lnTo>
                  <a:pt x="3576023" y="1085178"/>
                </a:lnTo>
                <a:cubicBezTo>
                  <a:pt x="3576351" y="1085178"/>
                  <a:pt x="3576811" y="1085639"/>
                  <a:pt x="3576811" y="1085639"/>
                </a:cubicBezTo>
                <a:lnTo>
                  <a:pt x="3581343" y="1093519"/>
                </a:lnTo>
                <a:cubicBezTo>
                  <a:pt x="3581474" y="1093783"/>
                  <a:pt x="3581343" y="1094373"/>
                  <a:pt x="3581343" y="1094373"/>
                </a:cubicBezTo>
                <a:lnTo>
                  <a:pt x="3576811" y="1102255"/>
                </a:lnTo>
                <a:cubicBezTo>
                  <a:pt x="3576614" y="1102518"/>
                  <a:pt x="3576023" y="1102715"/>
                  <a:pt x="3576023" y="1102715"/>
                </a:cubicBezTo>
                <a:lnTo>
                  <a:pt x="3566959" y="1102715"/>
                </a:lnTo>
                <a:cubicBezTo>
                  <a:pt x="3566631" y="1102715"/>
                  <a:pt x="3566171" y="1102255"/>
                  <a:pt x="3566171" y="1102255"/>
                </a:cubicBezTo>
                <a:lnTo>
                  <a:pt x="3561638" y="1094373"/>
                </a:lnTo>
                <a:cubicBezTo>
                  <a:pt x="3561507" y="1094110"/>
                  <a:pt x="3561638" y="1093519"/>
                  <a:pt x="3561638" y="1093519"/>
                </a:cubicBezTo>
                <a:lnTo>
                  <a:pt x="3566171" y="1085639"/>
                </a:lnTo>
                <a:cubicBezTo>
                  <a:pt x="3566368" y="1085375"/>
                  <a:pt x="3566959" y="1085178"/>
                  <a:pt x="3566959" y="1085178"/>
                </a:cubicBezTo>
                <a:close/>
                <a:moveTo>
                  <a:pt x="5602126" y="868278"/>
                </a:moveTo>
                <a:lnTo>
                  <a:pt x="5611191" y="868278"/>
                </a:lnTo>
                <a:cubicBezTo>
                  <a:pt x="5611519" y="868278"/>
                  <a:pt x="5611979" y="868735"/>
                  <a:pt x="5611979" y="868735"/>
                </a:cubicBezTo>
                <a:lnTo>
                  <a:pt x="5616511" y="876618"/>
                </a:lnTo>
                <a:cubicBezTo>
                  <a:pt x="5616642" y="876879"/>
                  <a:pt x="5616511" y="877469"/>
                  <a:pt x="5616511" y="877469"/>
                </a:cubicBezTo>
                <a:lnTo>
                  <a:pt x="5611979" y="885352"/>
                </a:lnTo>
                <a:cubicBezTo>
                  <a:pt x="5611782" y="885616"/>
                  <a:pt x="5611191" y="885814"/>
                  <a:pt x="5611191" y="885814"/>
                </a:cubicBezTo>
                <a:lnTo>
                  <a:pt x="5602126" y="885814"/>
                </a:lnTo>
                <a:cubicBezTo>
                  <a:pt x="5601798" y="885814"/>
                  <a:pt x="5601338" y="885352"/>
                  <a:pt x="5601338" y="885352"/>
                </a:cubicBezTo>
                <a:lnTo>
                  <a:pt x="5596807" y="877469"/>
                </a:lnTo>
                <a:cubicBezTo>
                  <a:pt x="5596675" y="877207"/>
                  <a:pt x="5596807" y="876618"/>
                  <a:pt x="5596807" y="876618"/>
                </a:cubicBezTo>
                <a:lnTo>
                  <a:pt x="5601338" y="868735"/>
                </a:lnTo>
                <a:cubicBezTo>
                  <a:pt x="5601536" y="868475"/>
                  <a:pt x="5602126" y="868278"/>
                  <a:pt x="5602126" y="868278"/>
                </a:cubicBezTo>
                <a:close/>
                <a:moveTo>
                  <a:pt x="9926861" y="868276"/>
                </a:moveTo>
                <a:lnTo>
                  <a:pt x="9935924" y="868276"/>
                </a:lnTo>
                <a:cubicBezTo>
                  <a:pt x="9936254" y="868276"/>
                  <a:pt x="9936713" y="868733"/>
                  <a:pt x="9936713" y="868733"/>
                </a:cubicBezTo>
                <a:lnTo>
                  <a:pt x="9941246" y="876616"/>
                </a:lnTo>
                <a:cubicBezTo>
                  <a:pt x="9941376" y="876877"/>
                  <a:pt x="9941246" y="877469"/>
                  <a:pt x="9941246" y="877469"/>
                </a:cubicBezTo>
                <a:lnTo>
                  <a:pt x="9936713" y="885350"/>
                </a:lnTo>
                <a:cubicBezTo>
                  <a:pt x="9936516" y="885613"/>
                  <a:pt x="9935924" y="885812"/>
                  <a:pt x="9935924" y="885812"/>
                </a:cubicBezTo>
                <a:lnTo>
                  <a:pt x="9926861" y="885812"/>
                </a:lnTo>
                <a:cubicBezTo>
                  <a:pt x="9926532" y="885812"/>
                  <a:pt x="9926073" y="885350"/>
                  <a:pt x="9926073" y="885350"/>
                </a:cubicBezTo>
                <a:lnTo>
                  <a:pt x="9921541" y="877469"/>
                </a:lnTo>
                <a:cubicBezTo>
                  <a:pt x="9921410" y="877207"/>
                  <a:pt x="9921541" y="876616"/>
                  <a:pt x="9921541" y="876616"/>
                </a:cubicBezTo>
                <a:lnTo>
                  <a:pt x="9926073" y="868733"/>
                </a:lnTo>
                <a:cubicBezTo>
                  <a:pt x="9926270" y="868473"/>
                  <a:pt x="9926861" y="868276"/>
                  <a:pt x="9926861" y="868276"/>
                </a:cubicBezTo>
                <a:close/>
                <a:moveTo>
                  <a:pt x="3567229" y="868276"/>
                </a:moveTo>
                <a:lnTo>
                  <a:pt x="3576295" y="868276"/>
                </a:lnTo>
                <a:cubicBezTo>
                  <a:pt x="3576624" y="868276"/>
                  <a:pt x="3577084" y="868733"/>
                  <a:pt x="3577084" y="868733"/>
                </a:cubicBezTo>
                <a:lnTo>
                  <a:pt x="3581615" y="876613"/>
                </a:lnTo>
                <a:cubicBezTo>
                  <a:pt x="3581747" y="876877"/>
                  <a:pt x="3581615" y="877467"/>
                  <a:pt x="3581615" y="877467"/>
                </a:cubicBezTo>
                <a:lnTo>
                  <a:pt x="3577084" y="885350"/>
                </a:lnTo>
                <a:cubicBezTo>
                  <a:pt x="3576887" y="885613"/>
                  <a:pt x="3576295" y="885809"/>
                  <a:pt x="3576295" y="885809"/>
                </a:cubicBezTo>
                <a:lnTo>
                  <a:pt x="3567229" y="885809"/>
                </a:lnTo>
                <a:cubicBezTo>
                  <a:pt x="3566901" y="885809"/>
                  <a:pt x="3566441" y="885350"/>
                  <a:pt x="3566441" y="885350"/>
                </a:cubicBezTo>
                <a:lnTo>
                  <a:pt x="3561907" y="877467"/>
                </a:lnTo>
                <a:cubicBezTo>
                  <a:pt x="3561776" y="877206"/>
                  <a:pt x="3561907" y="876613"/>
                  <a:pt x="3561907" y="876613"/>
                </a:cubicBezTo>
                <a:lnTo>
                  <a:pt x="3566441" y="868733"/>
                </a:lnTo>
                <a:cubicBezTo>
                  <a:pt x="3566639" y="868471"/>
                  <a:pt x="3567229" y="868276"/>
                  <a:pt x="3567229" y="868276"/>
                </a:cubicBezTo>
                <a:close/>
                <a:moveTo>
                  <a:pt x="7891684" y="868271"/>
                </a:moveTo>
                <a:lnTo>
                  <a:pt x="7900748" y="868271"/>
                </a:lnTo>
                <a:cubicBezTo>
                  <a:pt x="7901076" y="868271"/>
                  <a:pt x="7901536" y="868733"/>
                  <a:pt x="7901536" y="868733"/>
                </a:cubicBezTo>
                <a:lnTo>
                  <a:pt x="7906067" y="876613"/>
                </a:lnTo>
                <a:cubicBezTo>
                  <a:pt x="7906199" y="876876"/>
                  <a:pt x="7906067" y="877465"/>
                  <a:pt x="7906067" y="877465"/>
                </a:cubicBezTo>
                <a:lnTo>
                  <a:pt x="7901536" y="885349"/>
                </a:lnTo>
                <a:cubicBezTo>
                  <a:pt x="7901339" y="885611"/>
                  <a:pt x="7900748" y="885809"/>
                  <a:pt x="7900748" y="885809"/>
                </a:cubicBezTo>
                <a:lnTo>
                  <a:pt x="7891684" y="885809"/>
                </a:lnTo>
                <a:cubicBezTo>
                  <a:pt x="7891355" y="885809"/>
                  <a:pt x="7890896" y="885349"/>
                  <a:pt x="7890896" y="885349"/>
                </a:cubicBezTo>
                <a:lnTo>
                  <a:pt x="7886363" y="877465"/>
                </a:lnTo>
                <a:cubicBezTo>
                  <a:pt x="7886233" y="877206"/>
                  <a:pt x="7886363" y="876613"/>
                  <a:pt x="7886363" y="876613"/>
                </a:cubicBezTo>
                <a:lnTo>
                  <a:pt x="7890896" y="868733"/>
                </a:lnTo>
                <a:cubicBezTo>
                  <a:pt x="7891093" y="868467"/>
                  <a:pt x="7891684" y="868271"/>
                  <a:pt x="7891684" y="868271"/>
                </a:cubicBezTo>
                <a:close/>
                <a:moveTo>
                  <a:pt x="7382923" y="868271"/>
                </a:moveTo>
                <a:lnTo>
                  <a:pt x="7391987" y="868271"/>
                </a:lnTo>
                <a:cubicBezTo>
                  <a:pt x="7392315" y="868271"/>
                  <a:pt x="7392775" y="868733"/>
                  <a:pt x="7392775" y="868733"/>
                </a:cubicBezTo>
                <a:lnTo>
                  <a:pt x="7397307" y="876613"/>
                </a:lnTo>
                <a:cubicBezTo>
                  <a:pt x="7397438" y="876876"/>
                  <a:pt x="7397307" y="877466"/>
                  <a:pt x="7397307" y="877466"/>
                </a:cubicBezTo>
                <a:lnTo>
                  <a:pt x="7392775" y="885350"/>
                </a:lnTo>
                <a:cubicBezTo>
                  <a:pt x="7392578" y="885611"/>
                  <a:pt x="7391987" y="885809"/>
                  <a:pt x="7391987" y="885809"/>
                </a:cubicBezTo>
                <a:lnTo>
                  <a:pt x="7382923" y="885809"/>
                </a:lnTo>
                <a:cubicBezTo>
                  <a:pt x="7382595" y="885809"/>
                  <a:pt x="7382135" y="885350"/>
                  <a:pt x="7382135" y="885350"/>
                </a:cubicBezTo>
                <a:lnTo>
                  <a:pt x="7377602" y="877466"/>
                </a:lnTo>
                <a:cubicBezTo>
                  <a:pt x="7377471" y="877206"/>
                  <a:pt x="7377602" y="876613"/>
                  <a:pt x="7377602" y="876613"/>
                </a:cubicBezTo>
                <a:lnTo>
                  <a:pt x="7382135" y="868733"/>
                </a:lnTo>
                <a:cubicBezTo>
                  <a:pt x="7382331" y="868467"/>
                  <a:pt x="7382923" y="868271"/>
                  <a:pt x="7382923" y="868271"/>
                </a:cubicBezTo>
                <a:close/>
                <a:moveTo>
                  <a:pt x="3312831" y="868271"/>
                </a:moveTo>
                <a:lnTo>
                  <a:pt x="3321896" y="868271"/>
                </a:lnTo>
                <a:cubicBezTo>
                  <a:pt x="3322225" y="868271"/>
                  <a:pt x="3322683" y="868733"/>
                  <a:pt x="3322683" y="868733"/>
                </a:cubicBezTo>
                <a:lnTo>
                  <a:pt x="3327215" y="876613"/>
                </a:lnTo>
                <a:cubicBezTo>
                  <a:pt x="3327346" y="876876"/>
                  <a:pt x="3327215" y="877466"/>
                  <a:pt x="3327215" y="877466"/>
                </a:cubicBezTo>
                <a:lnTo>
                  <a:pt x="3322683" y="885350"/>
                </a:lnTo>
                <a:cubicBezTo>
                  <a:pt x="3322486" y="885611"/>
                  <a:pt x="3321896" y="885809"/>
                  <a:pt x="3321896" y="885809"/>
                </a:cubicBezTo>
                <a:lnTo>
                  <a:pt x="3312831" y="885809"/>
                </a:lnTo>
                <a:cubicBezTo>
                  <a:pt x="3312503" y="885809"/>
                  <a:pt x="3312042" y="885350"/>
                  <a:pt x="3312042" y="885350"/>
                </a:cubicBezTo>
                <a:lnTo>
                  <a:pt x="3307509" y="877466"/>
                </a:lnTo>
                <a:cubicBezTo>
                  <a:pt x="3307378" y="877206"/>
                  <a:pt x="3307509" y="876613"/>
                  <a:pt x="3307509" y="876613"/>
                </a:cubicBezTo>
                <a:lnTo>
                  <a:pt x="3312042" y="868733"/>
                </a:lnTo>
                <a:cubicBezTo>
                  <a:pt x="3312237" y="868471"/>
                  <a:pt x="3312831" y="868271"/>
                  <a:pt x="3312831" y="868271"/>
                </a:cubicBezTo>
                <a:close/>
                <a:moveTo>
                  <a:pt x="2295169" y="868271"/>
                </a:moveTo>
                <a:lnTo>
                  <a:pt x="2304232" y="868271"/>
                </a:lnTo>
                <a:cubicBezTo>
                  <a:pt x="2304561" y="868271"/>
                  <a:pt x="2305020" y="868733"/>
                  <a:pt x="2305020" y="868733"/>
                </a:cubicBezTo>
                <a:lnTo>
                  <a:pt x="2309551" y="876611"/>
                </a:lnTo>
                <a:cubicBezTo>
                  <a:pt x="2309684" y="876876"/>
                  <a:pt x="2309551" y="877465"/>
                  <a:pt x="2309551" y="877465"/>
                </a:cubicBezTo>
                <a:lnTo>
                  <a:pt x="2305020" y="885349"/>
                </a:lnTo>
                <a:cubicBezTo>
                  <a:pt x="2304823" y="885610"/>
                  <a:pt x="2304232" y="885807"/>
                  <a:pt x="2304232" y="885807"/>
                </a:cubicBezTo>
                <a:lnTo>
                  <a:pt x="2295169" y="885807"/>
                </a:lnTo>
                <a:cubicBezTo>
                  <a:pt x="2294840" y="885807"/>
                  <a:pt x="2294379" y="885349"/>
                  <a:pt x="2294379" y="885349"/>
                </a:cubicBezTo>
                <a:lnTo>
                  <a:pt x="2289848" y="877465"/>
                </a:lnTo>
                <a:cubicBezTo>
                  <a:pt x="2289716" y="877203"/>
                  <a:pt x="2289848" y="876611"/>
                  <a:pt x="2289848" y="876611"/>
                </a:cubicBezTo>
                <a:lnTo>
                  <a:pt x="2294379" y="868733"/>
                </a:lnTo>
                <a:cubicBezTo>
                  <a:pt x="2294576" y="868467"/>
                  <a:pt x="2295169" y="868271"/>
                  <a:pt x="2295169" y="868271"/>
                </a:cubicBezTo>
                <a:close/>
                <a:moveTo>
                  <a:pt x="10181242" y="868269"/>
                </a:moveTo>
                <a:lnTo>
                  <a:pt x="10190305" y="868269"/>
                </a:lnTo>
                <a:cubicBezTo>
                  <a:pt x="10190635" y="868269"/>
                  <a:pt x="10191093" y="868730"/>
                  <a:pt x="10191093" y="868730"/>
                </a:cubicBezTo>
                <a:lnTo>
                  <a:pt x="10195626" y="876609"/>
                </a:lnTo>
                <a:cubicBezTo>
                  <a:pt x="10195758" y="876870"/>
                  <a:pt x="10195626" y="877463"/>
                  <a:pt x="10195626" y="877463"/>
                </a:cubicBezTo>
                <a:lnTo>
                  <a:pt x="10191093" y="885343"/>
                </a:lnTo>
                <a:cubicBezTo>
                  <a:pt x="10190896" y="885607"/>
                  <a:pt x="10190305" y="885804"/>
                  <a:pt x="10190305" y="885804"/>
                </a:cubicBezTo>
                <a:lnTo>
                  <a:pt x="10181242" y="885804"/>
                </a:lnTo>
                <a:cubicBezTo>
                  <a:pt x="10180914" y="885804"/>
                  <a:pt x="10180453" y="885343"/>
                  <a:pt x="10180453" y="885343"/>
                </a:cubicBezTo>
                <a:lnTo>
                  <a:pt x="10175922" y="877463"/>
                </a:lnTo>
                <a:cubicBezTo>
                  <a:pt x="10175790" y="877199"/>
                  <a:pt x="10175922" y="876609"/>
                  <a:pt x="10175922" y="876609"/>
                </a:cubicBezTo>
                <a:lnTo>
                  <a:pt x="10180453" y="868730"/>
                </a:lnTo>
                <a:cubicBezTo>
                  <a:pt x="10180650" y="868465"/>
                  <a:pt x="10181242" y="868269"/>
                  <a:pt x="10181242" y="868269"/>
                </a:cubicBezTo>
                <a:close/>
                <a:moveTo>
                  <a:pt x="9672481" y="868265"/>
                </a:moveTo>
                <a:lnTo>
                  <a:pt x="9681545" y="868265"/>
                </a:lnTo>
                <a:cubicBezTo>
                  <a:pt x="9681872" y="868265"/>
                  <a:pt x="9682333" y="868724"/>
                  <a:pt x="9682333" y="868724"/>
                </a:cubicBezTo>
                <a:lnTo>
                  <a:pt x="9686865" y="876605"/>
                </a:lnTo>
                <a:cubicBezTo>
                  <a:pt x="9686996" y="876870"/>
                  <a:pt x="9686865" y="877458"/>
                  <a:pt x="9686865" y="877458"/>
                </a:cubicBezTo>
                <a:lnTo>
                  <a:pt x="9682333" y="885342"/>
                </a:lnTo>
                <a:cubicBezTo>
                  <a:pt x="9682136" y="885605"/>
                  <a:pt x="9681545" y="885801"/>
                  <a:pt x="9681545" y="885801"/>
                </a:cubicBezTo>
                <a:lnTo>
                  <a:pt x="9672481" y="885801"/>
                </a:lnTo>
                <a:cubicBezTo>
                  <a:pt x="9672152" y="885801"/>
                  <a:pt x="9671693" y="885342"/>
                  <a:pt x="9671693" y="885342"/>
                </a:cubicBezTo>
                <a:lnTo>
                  <a:pt x="9667160" y="877458"/>
                </a:lnTo>
                <a:cubicBezTo>
                  <a:pt x="9667030" y="877198"/>
                  <a:pt x="9667160" y="876605"/>
                  <a:pt x="9667160" y="876605"/>
                </a:cubicBezTo>
                <a:lnTo>
                  <a:pt x="9671693" y="868724"/>
                </a:lnTo>
                <a:cubicBezTo>
                  <a:pt x="9671890" y="868462"/>
                  <a:pt x="9672481" y="868265"/>
                  <a:pt x="9672481" y="868265"/>
                </a:cubicBezTo>
                <a:close/>
                <a:moveTo>
                  <a:pt x="8654892" y="868265"/>
                </a:moveTo>
                <a:lnTo>
                  <a:pt x="8663955" y="868265"/>
                </a:lnTo>
                <a:cubicBezTo>
                  <a:pt x="8664285" y="868265"/>
                  <a:pt x="8664744" y="868724"/>
                  <a:pt x="8664744" y="868724"/>
                </a:cubicBezTo>
                <a:lnTo>
                  <a:pt x="8669277" y="876605"/>
                </a:lnTo>
                <a:cubicBezTo>
                  <a:pt x="8669408" y="876870"/>
                  <a:pt x="8669277" y="877458"/>
                  <a:pt x="8669277" y="877458"/>
                </a:cubicBezTo>
                <a:lnTo>
                  <a:pt x="8664744" y="885342"/>
                </a:lnTo>
                <a:cubicBezTo>
                  <a:pt x="8664548" y="885605"/>
                  <a:pt x="8663955" y="885802"/>
                  <a:pt x="8663955" y="885802"/>
                </a:cubicBezTo>
                <a:lnTo>
                  <a:pt x="8654892" y="885802"/>
                </a:lnTo>
                <a:cubicBezTo>
                  <a:pt x="8654565" y="885802"/>
                  <a:pt x="8654104" y="885342"/>
                  <a:pt x="8654104" y="885342"/>
                </a:cubicBezTo>
                <a:lnTo>
                  <a:pt x="8649572" y="877458"/>
                </a:lnTo>
                <a:cubicBezTo>
                  <a:pt x="8649441" y="877198"/>
                  <a:pt x="8649572" y="876605"/>
                  <a:pt x="8649572" y="876605"/>
                </a:cubicBezTo>
                <a:lnTo>
                  <a:pt x="8654104" y="868724"/>
                </a:lnTo>
                <a:cubicBezTo>
                  <a:pt x="8654301" y="868462"/>
                  <a:pt x="8654892" y="868265"/>
                  <a:pt x="8654892" y="868265"/>
                </a:cubicBezTo>
                <a:close/>
                <a:moveTo>
                  <a:pt x="6365334" y="868265"/>
                </a:moveTo>
                <a:lnTo>
                  <a:pt x="6374397" y="868265"/>
                </a:lnTo>
                <a:cubicBezTo>
                  <a:pt x="6374727" y="868265"/>
                  <a:pt x="6375186" y="868724"/>
                  <a:pt x="6375186" y="868724"/>
                </a:cubicBezTo>
                <a:lnTo>
                  <a:pt x="6379718" y="876604"/>
                </a:lnTo>
                <a:cubicBezTo>
                  <a:pt x="6379849" y="876867"/>
                  <a:pt x="6379718" y="877458"/>
                  <a:pt x="6379718" y="877458"/>
                </a:cubicBezTo>
                <a:lnTo>
                  <a:pt x="6375186" y="885339"/>
                </a:lnTo>
                <a:cubicBezTo>
                  <a:pt x="6374988" y="885605"/>
                  <a:pt x="6374397" y="885798"/>
                  <a:pt x="6374397" y="885798"/>
                </a:cubicBezTo>
                <a:lnTo>
                  <a:pt x="6365334" y="885798"/>
                </a:lnTo>
                <a:cubicBezTo>
                  <a:pt x="6365005" y="885798"/>
                  <a:pt x="6364546" y="885339"/>
                  <a:pt x="6364546" y="885339"/>
                </a:cubicBezTo>
                <a:lnTo>
                  <a:pt x="6360014" y="877458"/>
                </a:lnTo>
                <a:cubicBezTo>
                  <a:pt x="6359882" y="877196"/>
                  <a:pt x="6360014" y="876604"/>
                  <a:pt x="6360014" y="876604"/>
                </a:cubicBezTo>
                <a:lnTo>
                  <a:pt x="6364546" y="868724"/>
                </a:lnTo>
                <a:cubicBezTo>
                  <a:pt x="6364743" y="868462"/>
                  <a:pt x="6365334" y="868265"/>
                  <a:pt x="6365334" y="868265"/>
                </a:cubicBezTo>
                <a:close/>
                <a:moveTo>
                  <a:pt x="4075999" y="868265"/>
                </a:moveTo>
                <a:lnTo>
                  <a:pt x="4085064" y="868265"/>
                </a:lnTo>
                <a:cubicBezTo>
                  <a:pt x="4085391" y="868265"/>
                  <a:pt x="4085852" y="868724"/>
                  <a:pt x="4085852" y="868724"/>
                </a:cubicBezTo>
                <a:lnTo>
                  <a:pt x="4090383" y="876605"/>
                </a:lnTo>
                <a:cubicBezTo>
                  <a:pt x="4090517" y="876868"/>
                  <a:pt x="4090383" y="877458"/>
                  <a:pt x="4090383" y="877458"/>
                </a:cubicBezTo>
                <a:lnTo>
                  <a:pt x="4085852" y="885340"/>
                </a:lnTo>
                <a:cubicBezTo>
                  <a:pt x="4085655" y="885605"/>
                  <a:pt x="4085064" y="885801"/>
                  <a:pt x="4085064" y="885801"/>
                </a:cubicBezTo>
                <a:lnTo>
                  <a:pt x="4075999" y="885801"/>
                </a:lnTo>
                <a:cubicBezTo>
                  <a:pt x="4075672" y="885801"/>
                  <a:pt x="4075214" y="885340"/>
                  <a:pt x="4075214" y="885340"/>
                </a:cubicBezTo>
                <a:lnTo>
                  <a:pt x="4070679" y="877458"/>
                </a:lnTo>
                <a:cubicBezTo>
                  <a:pt x="4070547" y="877197"/>
                  <a:pt x="4070679" y="876605"/>
                  <a:pt x="4070679" y="876605"/>
                </a:cubicBezTo>
                <a:lnTo>
                  <a:pt x="4075214" y="868724"/>
                </a:lnTo>
                <a:cubicBezTo>
                  <a:pt x="4075409" y="868462"/>
                  <a:pt x="4075999" y="868265"/>
                  <a:pt x="4075999" y="868265"/>
                </a:cubicBezTo>
                <a:close/>
                <a:moveTo>
                  <a:pt x="1531971" y="868265"/>
                </a:moveTo>
                <a:lnTo>
                  <a:pt x="1541034" y="868265"/>
                </a:lnTo>
                <a:cubicBezTo>
                  <a:pt x="1541362" y="868265"/>
                  <a:pt x="1541822" y="868724"/>
                  <a:pt x="1541822" y="868724"/>
                </a:cubicBezTo>
                <a:lnTo>
                  <a:pt x="1546355" y="876605"/>
                </a:lnTo>
                <a:cubicBezTo>
                  <a:pt x="1546487" y="876870"/>
                  <a:pt x="1546355" y="877458"/>
                  <a:pt x="1546355" y="877458"/>
                </a:cubicBezTo>
                <a:lnTo>
                  <a:pt x="1541822" y="885342"/>
                </a:lnTo>
                <a:cubicBezTo>
                  <a:pt x="1541625" y="885605"/>
                  <a:pt x="1541034" y="885802"/>
                  <a:pt x="1541034" y="885802"/>
                </a:cubicBezTo>
                <a:lnTo>
                  <a:pt x="1531971" y="885802"/>
                </a:lnTo>
                <a:cubicBezTo>
                  <a:pt x="1531641" y="885802"/>
                  <a:pt x="1531181" y="885342"/>
                  <a:pt x="1531181" y="885342"/>
                </a:cubicBezTo>
                <a:lnTo>
                  <a:pt x="1526650" y="877458"/>
                </a:lnTo>
                <a:cubicBezTo>
                  <a:pt x="1526519" y="877198"/>
                  <a:pt x="1526650" y="876605"/>
                  <a:pt x="1526650" y="876605"/>
                </a:cubicBezTo>
                <a:lnTo>
                  <a:pt x="1531181" y="868724"/>
                </a:lnTo>
                <a:cubicBezTo>
                  <a:pt x="1531381" y="868462"/>
                  <a:pt x="1531971" y="868265"/>
                  <a:pt x="1531971" y="868265"/>
                </a:cubicBezTo>
                <a:close/>
                <a:moveTo>
                  <a:pt x="1786333" y="868261"/>
                </a:moveTo>
                <a:lnTo>
                  <a:pt x="1795396" y="868261"/>
                </a:lnTo>
                <a:cubicBezTo>
                  <a:pt x="1795726" y="868261"/>
                  <a:pt x="1796185" y="868721"/>
                  <a:pt x="1796185" y="868721"/>
                </a:cubicBezTo>
                <a:lnTo>
                  <a:pt x="1800716" y="876600"/>
                </a:lnTo>
                <a:cubicBezTo>
                  <a:pt x="1800848" y="876865"/>
                  <a:pt x="1800716" y="877456"/>
                  <a:pt x="1800716" y="877456"/>
                </a:cubicBezTo>
                <a:lnTo>
                  <a:pt x="1796185" y="885334"/>
                </a:lnTo>
                <a:cubicBezTo>
                  <a:pt x="1795988" y="885600"/>
                  <a:pt x="1795396" y="885797"/>
                  <a:pt x="1795396" y="885797"/>
                </a:cubicBezTo>
                <a:lnTo>
                  <a:pt x="1786333" y="885797"/>
                </a:lnTo>
                <a:cubicBezTo>
                  <a:pt x="1786006" y="885797"/>
                  <a:pt x="1785545" y="885334"/>
                  <a:pt x="1785545" y="885334"/>
                </a:cubicBezTo>
                <a:lnTo>
                  <a:pt x="1781013" y="877456"/>
                </a:lnTo>
                <a:cubicBezTo>
                  <a:pt x="1780882" y="877192"/>
                  <a:pt x="1781013" y="876600"/>
                  <a:pt x="1781013" y="876600"/>
                </a:cubicBezTo>
                <a:lnTo>
                  <a:pt x="1785545" y="868721"/>
                </a:lnTo>
                <a:cubicBezTo>
                  <a:pt x="1785743" y="868457"/>
                  <a:pt x="1786333" y="868261"/>
                  <a:pt x="1786333" y="868261"/>
                </a:cubicBezTo>
                <a:close/>
                <a:moveTo>
                  <a:pt x="5093300" y="868259"/>
                </a:moveTo>
                <a:lnTo>
                  <a:pt x="5102364" y="868259"/>
                </a:lnTo>
                <a:cubicBezTo>
                  <a:pt x="5102693" y="868259"/>
                  <a:pt x="5103153" y="868720"/>
                  <a:pt x="5103153" y="868720"/>
                </a:cubicBezTo>
                <a:lnTo>
                  <a:pt x="5107684" y="876600"/>
                </a:lnTo>
                <a:cubicBezTo>
                  <a:pt x="5107815" y="876864"/>
                  <a:pt x="5107684" y="877455"/>
                  <a:pt x="5107684" y="877455"/>
                </a:cubicBezTo>
                <a:lnTo>
                  <a:pt x="5103153" y="885334"/>
                </a:lnTo>
                <a:cubicBezTo>
                  <a:pt x="5102955" y="885600"/>
                  <a:pt x="5102364" y="885796"/>
                  <a:pt x="5102364" y="885796"/>
                </a:cubicBezTo>
                <a:lnTo>
                  <a:pt x="5093300" y="885796"/>
                </a:lnTo>
                <a:cubicBezTo>
                  <a:pt x="5092972" y="885796"/>
                  <a:pt x="5092512" y="885334"/>
                  <a:pt x="5092512" y="885334"/>
                </a:cubicBezTo>
                <a:lnTo>
                  <a:pt x="5087979" y="877455"/>
                </a:lnTo>
                <a:cubicBezTo>
                  <a:pt x="5087848" y="877192"/>
                  <a:pt x="5087979" y="876600"/>
                  <a:pt x="5087979" y="876600"/>
                </a:cubicBezTo>
                <a:lnTo>
                  <a:pt x="5092512" y="868720"/>
                </a:lnTo>
                <a:cubicBezTo>
                  <a:pt x="5092708" y="868457"/>
                  <a:pt x="5093300" y="868259"/>
                  <a:pt x="5093300" y="868259"/>
                </a:cubicBezTo>
                <a:close/>
                <a:moveTo>
                  <a:pt x="7128477" y="868250"/>
                </a:moveTo>
                <a:lnTo>
                  <a:pt x="7137540" y="868250"/>
                </a:lnTo>
                <a:cubicBezTo>
                  <a:pt x="7137869" y="868250"/>
                  <a:pt x="7138328" y="868712"/>
                  <a:pt x="7138328" y="868712"/>
                </a:cubicBezTo>
                <a:lnTo>
                  <a:pt x="7142860" y="876594"/>
                </a:lnTo>
                <a:cubicBezTo>
                  <a:pt x="7142992" y="876855"/>
                  <a:pt x="7142860" y="877446"/>
                  <a:pt x="7142860" y="877446"/>
                </a:cubicBezTo>
                <a:lnTo>
                  <a:pt x="7138328" y="885328"/>
                </a:lnTo>
                <a:cubicBezTo>
                  <a:pt x="7138131" y="885590"/>
                  <a:pt x="7137540" y="885789"/>
                  <a:pt x="7137540" y="885789"/>
                </a:cubicBezTo>
                <a:lnTo>
                  <a:pt x="7128477" y="885789"/>
                </a:lnTo>
                <a:cubicBezTo>
                  <a:pt x="7128148" y="885789"/>
                  <a:pt x="7127689" y="885328"/>
                  <a:pt x="7127689" y="885328"/>
                </a:cubicBezTo>
                <a:lnTo>
                  <a:pt x="7123156" y="877446"/>
                </a:lnTo>
                <a:cubicBezTo>
                  <a:pt x="7123024" y="877184"/>
                  <a:pt x="7123156" y="876594"/>
                  <a:pt x="7123156" y="876594"/>
                </a:cubicBezTo>
                <a:lnTo>
                  <a:pt x="7127689" y="868712"/>
                </a:lnTo>
                <a:cubicBezTo>
                  <a:pt x="7127885" y="868451"/>
                  <a:pt x="7128477" y="868250"/>
                  <a:pt x="7128477" y="868250"/>
                </a:cubicBezTo>
                <a:close/>
                <a:moveTo>
                  <a:pt x="4584538" y="868247"/>
                </a:moveTo>
                <a:lnTo>
                  <a:pt x="4593603" y="868247"/>
                </a:lnTo>
                <a:cubicBezTo>
                  <a:pt x="4593932" y="868247"/>
                  <a:pt x="4594390" y="868705"/>
                  <a:pt x="4594390" y="868705"/>
                </a:cubicBezTo>
                <a:lnTo>
                  <a:pt x="4598922" y="876587"/>
                </a:lnTo>
                <a:cubicBezTo>
                  <a:pt x="4599054" y="876850"/>
                  <a:pt x="4598922" y="877440"/>
                  <a:pt x="4598922" y="877440"/>
                </a:cubicBezTo>
                <a:lnTo>
                  <a:pt x="4594390" y="885321"/>
                </a:lnTo>
                <a:cubicBezTo>
                  <a:pt x="4594193" y="885587"/>
                  <a:pt x="4593603" y="885782"/>
                  <a:pt x="4593603" y="885782"/>
                </a:cubicBezTo>
                <a:lnTo>
                  <a:pt x="4584538" y="885782"/>
                </a:lnTo>
                <a:cubicBezTo>
                  <a:pt x="4584210" y="885782"/>
                  <a:pt x="4583749" y="885321"/>
                  <a:pt x="4583749" y="885321"/>
                </a:cubicBezTo>
                <a:lnTo>
                  <a:pt x="4579218" y="877440"/>
                </a:lnTo>
                <a:cubicBezTo>
                  <a:pt x="4579087" y="877178"/>
                  <a:pt x="4579218" y="876587"/>
                  <a:pt x="4579218" y="876587"/>
                </a:cubicBezTo>
                <a:lnTo>
                  <a:pt x="4583749" y="868705"/>
                </a:lnTo>
                <a:cubicBezTo>
                  <a:pt x="4583948" y="868444"/>
                  <a:pt x="4584538" y="868247"/>
                  <a:pt x="4584538" y="868247"/>
                </a:cubicBezTo>
                <a:close/>
                <a:moveTo>
                  <a:pt x="2803909" y="868245"/>
                </a:moveTo>
                <a:lnTo>
                  <a:pt x="2812974" y="868245"/>
                </a:lnTo>
                <a:cubicBezTo>
                  <a:pt x="2813301" y="868245"/>
                  <a:pt x="2813763" y="868705"/>
                  <a:pt x="2813763" y="868705"/>
                </a:cubicBezTo>
                <a:lnTo>
                  <a:pt x="2818293" y="876587"/>
                </a:lnTo>
                <a:cubicBezTo>
                  <a:pt x="2818424" y="876849"/>
                  <a:pt x="2818293" y="877440"/>
                  <a:pt x="2818293" y="877440"/>
                </a:cubicBezTo>
                <a:lnTo>
                  <a:pt x="2813763" y="885321"/>
                </a:lnTo>
                <a:cubicBezTo>
                  <a:pt x="2813564" y="885585"/>
                  <a:pt x="2812974" y="885782"/>
                  <a:pt x="2812974" y="885782"/>
                </a:cubicBezTo>
                <a:lnTo>
                  <a:pt x="2803909" y="885782"/>
                </a:lnTo>
                <a:cubicBezTo>
                  <a:pt x="2803579" y="885782"/>
                  <a:pt x="2803120" y="885321"/>
                  <a:pt x="2803120" y="885321"/>
                </a:cubicBezTo>
                <a:lnTo>
                  <a:pt x="2798588" y="877440"/>
                </a:lnTo>
                <a:cubicBezTo>
                  <a:pt x="2798457" y="877177"/>
                  <a:pt x="2798588" y="876587"/>
                  <a:pt x="2798588" y="876587"/>
                </a:cubicBezTo>
                <a:lnTo>
                  <a:pt x="2803120" y="868705"/>
                </a:lnTo>
                <a:cubicBezTo>
                  <a:pt x="2803318" y="868444"/>
                  <a:pt x="2803909" y="868245"/>
                  <a:pt x="2803909" y="868245"/>
                </a:cubicBezTo>
                <a:close/>
                <a:moveTo>
                  <a:pt x="6110888" y="868238"/>
                </a:moveTo>
                <a:lnTo>
                  <a:pt x="6119953" y="868238"/>
                </a:lnTo>
                <a:cubicBezTo>
                  <a:pt x="6120280" y="868238"/>
                  <a:pt x="6120740" y="868698"/>
                  <a:pt x="6120740" y="868698"/>
                </a:cubicBezTo>
                <a:lnTo>
                  <a:pt x="6125272" y="876578"/>
                </a:lnTo>
                <a:cubicBezTo>
                  <a:pt x="6125403" y="876840"/>
                  <a:pt x="6125272" y="877432"/>
                  <a:pt x="6125272" y="877432"/>
                </a:cubicBezTo>
                <a:lnTo>
                  <a:pt x="6120740" y="885315"/>
                </a:lnTo>
                <a:cubicBezTo>
                  <a:pt x="6120543" y="885577"/>
                  <a:pt x="6119953" y="885774"/>
                  <a:pt x="6119953" y="885774"/>
                </a:cubicBezTo>
                <a:lnTo>
                  <a:pt x="6110888" y="885774"/>
                </a:lnTo>
                <a:cubicBezTo>
                  <a:pt x="6110560" y="885774"/>
                  <a:pt x="6110101" y="885315"/>
                  <a:pt x="6110101" y="885315"/>
                </a:cubicBezTo>
                <a:lnTo>
                  <a:pt x="6105567" y="877432"/>
                </a:lnTo>
                <a:cubicBezTo>
                  <a:pt x="6105436" y="877169"/>
                  <a:pt x="6105567" y="876578"/>
                  <a:pt x="6105567" y="876578"/>
                </a:cubicBezTo>
                <a:lnTo>
                  <a:pt x="6110101" y="868698"/>
                </a:lnTo>
                <a:cubicBezTo>
                  <a:pt x="6110296" y="868434"/>
                  <a:pt x="6110888" y="868238"/>
                  <a:pt x="6110888" y="868238"/>
                </a:cubicBezTo>
                <a:close/>
                <a:moveTo>
                  <a:pt x="3058346" y="868237"/>
                </a:moveTo>
                <a:lnTo>
                  <a:pt x="3067410" y="868237"/>
                </a:lnTo>
                <a:cubicBezTo>
                  <a:pt x="3067739" y="868237"/>
                  <a:pt x="3068199" y="868694"/>
                  <a:pt x="3068199" y="868694"/>
                </a:cubicBezTo>
                <a:lnTo>
                  <a:pt x="3072730" y="876577"/>
                </a:lnTo>
                <a:cubicBezTo>
                  <a:pt x="3072861" y="876838"/>
                  <a:pt x="3072730" y="877430"/>
                  <a:pt x="3072730" y="877430"/>
                </a:cubicBezTo>
                <a:lnTo>
                  <a:pt x="3068199" y="885311"/>
                </a:lnTo>
                <a:cubicBezTo>
                  <a:pt x="3068001" y="885576"/>
                  <a:pt x="3067410" y="885772"/>
                  <a:pt x="3067410" y="885772"/>
                </a:cubicBezTo>
                <a:lnTo>
                  <a:pt x="3058346" y="885772"/>
                </a:lnTo>
                <a:cubicBezTo>
                  <a:pt x="3058017" y="885772"/>
                  <a:pt x="3057558" y="885311"/>
                  <a:pt x="3057558" y="885311"/>
                </a:cubicBezTo>
                <a:lnTo>
                  <a:pt x="3053025" y="877430"/>
                </a:lnTo>
                <a:cubicBezTo>
                  <a:pt x="3052893" y="877167"/>
                  <a:pt x="3053025" y="876577"/>
                  <a:pt x="3053025" y="876577"/>
                </a:cubicBezTo>
                <a:lnTo>
                  <a:pt x="3057558" y="868694"/>
                </a:lnTo>
                <a:cubicBezTo>
                  <a:pt x="3057755" y="868433"/>
                  <a:pt x="3058346" y="868237"/>
                  <a:pt x="3058346" y="868237"/>
                </a:cubicBezTo>
                <a:close/>
                <a:moveTo>
                  <a:pt x="10435622" y="868231"/>
                </a:moveTo>
                <a:lnTo>
                  <a:pt x="10444686" y="868231"/>
                </a:lnTo>
                <a:cubicBezTo>
                  <a:pt x="10445015" y="868231"/>
                  <a:pt x="10445474" y="868693"/>
                  <a:pt x="10445474" y="868693"/>
                </a:cubicBezTo>
                <a:lnTo>
                  <a:pt x="10450007" y="876574"/>
                </a:lnTo>
                <a:cubicBezTo>
                  <a:pt x="10450138" y="876837"/>
                  <a:pt x="10450007" y="877426"/>
                  <a:pt x="10450007" y="877426"/>
                </a:cubicBezTo>
                <a:lnTo>
                  <a:pt x="10445474" y="885308"/>
                </a:lnTo>
                <a:cubicBezTo>
                  <a:pt x="10445278" y="885572"/>
                  <a:pt x="10444686" y="885771"/>
                  <a:pt x="10444686" y="885771"/>
                </a:cubicBezTo>
                <a:lnTo>
                  <a:pt x="10435622" y="885771"/>
                </a:lnTo>
                <a:cubicBezTo>
                  <a:pt x="10435295" y="885771"/>
                  <a:pt x="10434834" y="885308"/>
                  <a:pt x="10434834" y="885308"/>
                </a:cubicBezTo>
                <a:lnTo>
                  <a:pt x="10430302" y="877426"/>
                </a:lnTo>
                <a:cubicBezTo>
                  <a:pt x="10430171" y="877165"/>
                  <a:pt x="10430302" y="876574"/>
                  <a:pt x="10430302" y="876574"/>
                </a:cubicBezTo>
                <a:lnTo>
                  <a:pt x="10434834" y="868693"/>
                </a:lnTo>
                <a:cubicBezTo>
                  <a:pt x="10435031" y="868431"/>
                  <a:pt x="10435622" y="868231"/>
                  <a:pt x="10435622" y="868231"/>
                </a:cubicBezTo>
                <a:close/>
                <a:moveTo>
                  <a:pt x="8400511" y="868228"/>
                </a:moveTo>
                <a:lnTo>
                  <a:pt x="8409575" y="868228"/>
                </a:lnTo>
                <a:cubicBezTo>
                  <a:pt x="8409904" y="868228"/>
                  <a:pt x="8410363" y="868691"/>
                  <a:pt x="8410363" y="868691"/>
                </a:cubicBezTo>
                <a:lnTo>
                  <a:pt x="8414896" y="876570"/>
                </a:lnTo>
                <a:cubicBezTo>
                  <a:pt x="8415027" y="876834"/>
                  <a:pt x="8414896" y="877424"/>
                  <a:pt x="8414896" y="877424"/>
                </a:cubicBezTo>
                <a:lnTo>
                  <a:pt x="8410363" y="885307"/>
                </a:lnTo>
                <a:cubicBezTo>
                  <a:pt x="8410166" y="885569"/>
                  <a:pt x="8409575" y="885766"/>
                  <a:pt x="8409575" y="885766"/>
                </a:cubicBezTo>
                <a:lnTo>
                  <a:pt x="8400511" y="885766"/>
                </a:lnTo>
                <a:cubicBezTo>
                  <a:pt x="8400184" y="885766"/>
                  <a:pt x="8399723" y="885307"/>
                  <a:pt x="8399723" y="885307"/>
                </a:cubicBezTo>
                <a:lnTo>
                  <a:pt x="8395191" y="877424"/>
                </a:lnTo>
                <a:cubicBezTo>
                  <a:pt x="8395060" y="877162"/>
                  <a:pt x="8395191" y="876570"/>
                  <a:pt x="8395191" y="876570"/>
                </a:cubicBezTo>
                <a:lnTo>
                  <a:pt x="8399723" y="868691"/>
                </a:lnTo>
                <a:cubicBezTo>
                  <a:pt x="8399920" y="868425"/>
                  <a:pt x="8400511" y="868228"/>
                  <a:pt x="8400511" y="868228"/>
                </a:cubicBezTo>
                <a:close/>
                <a:moveTo>
                  <a:pt x="4330157" y="868228"/>
                </a:moveTo>
                <a:lnTo>
                  <a:pt x="4339222" y="868228"/>
                </a:lnTo>
                <a:cubicBezTo>
                  <a:pt x="4339550" y="868228"/>
                  <a:pt x="4340010" y="868688"/>
                  <a:pt x="4340010" y="868688"/>
                </a:cubicBezTo>
                <a:lnTo>
                  <a:pt x="4344540" y="876567"/>
                </a:lnTo>
                <a:cubicBezTo>
                  <a:pt x="4344672" y="876832"/>
                  <a:pt x="4344540" y="877422"/>
                  <a:pt x="4344540" y="877422"/>
                </a:cubicBezTo>
                <a:lnTo>
                  <a:pt x="4340010" y="885304"/>
                </a:lnTo>
                <a:cubicBezTo>
                  <a:pt x="4339812" y="885566"/>
                  <a:pt x="4339222" y="885765"/>
                  <a:pt x="4339222" y="885765"/>
                </a:cubicBezTo>
                <a:lnTo>
                  <a:pt x="4330157" y="885765"/>
                </a:lnTo>
                <a:cubicBezTo>
                  <a:pt x="4329829" y="885765"/>
                  <a:pt x="4329369" y="885304"/>
                  <a:pt x="4329369" y="885304"/>
                </a:cubicBezTo>
                <a:lnTo>
                  <a:pt x="4324836" y="877422"/>
                </a:lnTo>
                <a:cubicBezTo>
                  <a:pt x="4324706" y="877160"/>
                  <a:pt x="4324836" y="876567"/>
                  <a:pt x="4324836" y="876567"/>
                </a:cubicBezTo>
                <a:lnTo>
                  <a:pt x="4329369" y="868688"/>
                </a:lnTo>
                <a:cubicBezTo>
                  <a:pt x="4329565" y="868424"/>
                  <a:pt x="4330157" y="868228"/>
                  <a:pt x="4330157" y="868228"/>
                </a:cubicBezTo>
                <a:close/>
                <a:moveTo>
                  <a:pt x="9418035" y="868224"/>
                </a:moveTo>
                <a:lnTo>
                  <a:pt x="9427099" y="868224"/>
                </a:lnTo>
                <a:cubicBezTo>
                  <a:pt x="9427427" y="868224"/>
                  <a:pt x="9427887" y="868682"/>
                  <a:pt x="9427887" y="868682"/>
                </a:cubicBezTo>
                <a:lnTo>
                  <a:pt x="9432419" y="876564"/>
                </a:lnTo>
                <a:cubicBezTo>
                  <a:pt x="9432550" y="876826"/>
                  <a:pt x="9432419" y="877417"/>
                  <a:pt x="9432419" y="877417"/>
                </a:cubicBezTo>
                <a:lnTo>
                  <a:pt x="9427887" y="885298"/>
                </a:lnTo>
                <a:cubicBezTo>
                  <a:pt x="9427690" y="885563"/>
                  <a:pt x="9427099" y="885761"/>
                  <a:pt x="9427099" y="885761"/>
                </a:cubicBezTo>
                <a:lnTo>
                  <a:pt x="9418035" y="885761"/>
                </a:lnTo>
                <a:cubicBezTo>
                  <a:pt x="9417707" y="885761"/>
                  <a:pt x="9417247" y="885298"/>
                  <a:pt x="9417247" y="885298"/>
                </a:cubicBezTo>
                <a:lnTo>
                  <a:pt x="9412714" y="877417"/>
                </a:lnTo>
                <a:cubicBezTo>
                  <a:pt x="9412583" y="877155"/>
                  <a:pt x="9412714" y="876564"/>
                  <a:pt x="9412714" y="876564"/>
                </a:cubicBezTo>
                <a:lnTo>
                  <a:pt x="9417247" y="868682"/>
                </a:lnTo>
                <a:cubicBezTo>
                  <a:pt x="9417444" y="868420"/>
                  <a:pt x="9418035" y="868224"/>
                  <a:pt x="9418035" y="868224"/>
                </a:cubicBezTo>
                <a:close/>
                <a:moveTo>
                  <a:pt x="5347746" y="868217"/>
                </a:moveTo>
                <a:lnTo>
                  <a:pt x="5356810" y="868217"/>
                </a:lnTo>
                <a:cubicBezTo>
                  <a:pt x="5357138" y="868217"/>
                  <a:pt x="5357598" y="868675"/>
                  <a:pt x="5357598" y="868675"/>
                </a:cubicBezTo>
                <a:lnTo>
                  <a:pt x="5362130" y="876558"/>
                </a:lnTo>
                <a:cubicBezTo>
                  <a:pt x="5362261" y="876819"/>
                  <a:pt x="5362130" y="877411"/>
                  <a:pt x="5362130" y="877411"/>
                </a:cubicBezTo>
                <a:lnTo>
                  <a:pt x="5357598" y="885291"/>
                </a:lnTo>
                <a:cubicBezTo>
                  <a:pt x="5357401" y="885555"/>
                  <a:pt x="5356810" y="885752"/>
                  <a:pt x="5356810" y="885752"/>
                </a:cubicBezTo>
                <a:lnTo>
                  <a:pt x="5347746" y="885752"/>
                </a:lnTo>
                <a:cubicBezTo>
                  <a:pt x="5347418" y="885752"/>
                  <a:pt x="5346958" y="885291"/>
                  <a:pt x="5346958" y="885291"/>
                </a:cubicBezTo>
                <a:lnTo>
                  <a:pt x="5342425" y="877411"/>
                </a:lnTo>
                <a:cubicBezTo>
                  <a:pt x="5342295" y="877148"/>
                  <a:pt x="5342425" y="876558"/>
                  <a:pt x="5342425" y="876558"/>
                </a:cubicBezTo>
                <a:lnTo>
                  <a:pt x="5346958" y="868675"/>
                </a:lnTo>
                <a:cubicBezTo>
                  <a:pt x="5347154" y="868413"/>
                  <a:pt x="5347746" y="868217"/>
                  <a:pt x="5347746" y="868217"/>
                </a:cubicBezTo>
                <a:close/>
                <a:moveTo>
                  <a:pt x="1023112" y="868217"/>
                </a:moveTo>
                <a:lnTo>
                  <a:pt x="1032177" y="868217"/>
                </a:lnTo>
                <a:cubicBezTo>
                  <a:pt x="1032504" y="868217"/>
                  <a:pt x="1032965" y="868678"/>
                  <a:pt x="1032965" y="868678"/>
                </a:cubicBezTo>
                <a:lnTo>
                  <a:pt x="1037495" y="876559"/>
                </a:lnTo>
                <a:cubicBezTo>
                  <a:pt x="1037628" y="876821"/>
                  <a:pt x="1037495" y="877412"/>
                  <a:pt x="1037495" y="877412"/>
                </a:cubicBezTo>
                <a:lnTo>
                  <a:pt x="1032965" y="885294"/>
                </a:lnTo>
                <a:cubicBezTo>
                  <a:pt x="1032768" y="885557"/>
                  <a:pt x="1032177" y="885754"/>
                  <a:pt x="1032177" y="885754"/>
                </a:cubicBezTo>
                <a:lnTo>
                  <a:pt x="1023112" y="885754"/>
                </a:lnTo>
                <a:cubicBezTo>
                  <a:pt x="1022783" y="885754"/>
                  <a:pt x="1022325" y="885294"/>
                  <a:pt x="1022325" y="885294"/>
                </a:cubicBezTo>
                <a:lnTo>
                  <a:pt x="1017790" y="877412"/>
                </a:lnTo>
                <a:cubicBezTo>
                  <a:pt x="1017660" y="877149"/>
                  <a:pt x="1017790" y="876559"/>
                  <a:pt x="1017790" y="876559"/>
                </a:cubicBezTo>
                <a:lnTo>
                  <a:pt x="1022325" y="868678"/>
                </a:lnTo>
                <a:cubicBezTo>
                  <a:pt x="1022521" y="868413"/>
                  <a:pt x="1023112" y="868217"/>
                  <a:pt x="1023112" y="868217"/>
                </a:cubicBezTo>
                <a:close/>
                <a:moveTo>
                  <a:pt x="768660" y="868215"/>
                </a:moveTo>
                <a:lnTo>
                  <a:pt x="777724" y="868215"/>
                </a:lnTo>
                <a:cubicBezTo>
                  <a:pt x="778052" y="868215"/>
                  <a:pt x="778512" y="868674"/>
                  <a:pt x="778512" y="868674"/>
                </a:cubicBezTo>
                <a:lnTo>
                  <a:pt x="783044" y="876556"/>
                </a:lnTo>
                <a:cubicBezTo>
                  <a:pt x="783175" y="876819"/>
                  <a:pt x="783044" y="877409"/>
                  <a:pt x="783044" y="877409"/>
                </a:cubicBezTo>
                <a:lnTo>
                  <a:pt x="778512" y="885291"/>
                </a:lnTo>
                <a:cubicBezTo>
                  <a:pt x="778315" y="885555"/>
                  <a:pt x="777724" y="885751"/>
                  <a:pt x="777724" y="885751"/>
                </a:cubicBezTo>
                <a:lnTo>
                  <a:pt x="768660" y="885751"/>
                </a:lnTo>
                <a:cubicBezTo>
                  <a:pt x="768332" y="885751"/>
                  <a:pt x="767872" y="885291"/>
                  <a:pt x="767872" y="885291"/>
                </a:cubicBezTo>
                <a:lnTo>
                  <a:pt x="763339" y="877409"/>
                </a:lnTo>
                <a:cubicBezTo>
                  <a:pt x="763208" y="877148"/>
                  <a:pt x="763339" y="876556"/>
                  <a:pt x="763339" y="876556"/>
                </a:cubicBezTo>
                <a:lnTo>
                  <a:pt x="767872" y="868674"/>
                </a:lnTo>
                <a:cubicBezTo>
                  <a:pt x="768069" y="868413"/>
                  <a:pt x="768660" y="868215"/>
                  <a:pt x="768660" y="868215"/>
                </a:cubicBezTo>
                <a:close/>
                <a:moveTo>
                  <a:pt x="8146065" y="868208"/>
                </a:moveTo>
                <a:lnTo>
                  <a:pt x="8155129" y="868208"/>
                </a:lnTo>
                <a:cubicBezTo>
                  <a:pt x="8155458" y="868208"/>
                  <a:pt x="8155917" y="868667"/>
                  <a:pt x="8155917" y="868667"/>
                </a:cubicBezTo>
                <a:lnTo>
                  <a:pt x="8160449" y="876547"/>
                </a:lnTo>
                <a:cubicBezTo>
                  <a:pt x="8160580" y="876811"/>
                  <a:pt x="8160449" y="877401"/>
                  <a:pt x="8160449" y="877401"/>
                </a:cubicBezTo>
                <a:lnTo>
                  <a:pt x="8155917" y="885283"/>
                </a:lnTo>
                <a:cubicBezTo>
                  <a:pt x="8155719" y="885547"/>
                  <a:pt x="8155129" y="885744"/>
                  <a:pt x="8155129" y="885744"/>
                </a:cubicBezTo>
                <a:lnTo>
                  <a:pt x="8146065" y="885744"/>
                </a:lnTo>
                <a:cubicBezTo>
                  <a:pt x="8145737" y="885744"/>
                  <a:pt x="8145277" y="885283"/>
                  <a:pt x="8145277" y="885283"/>
                </a:cubicBezTo>
                <a:lnTo>
                  <a:pt x="8140745" y="877401"/>
                </a:lnTo>
                <a:cubicBezTo>
                  <a:pt x="8140613" y="877139"/>
                  <a:pt x="8140745" y="876547"/>
                  <a:pt x="8140745" y="876547"/>
                </a:cubicBezTo>
                <a:lnTo>
                  <a:pt x="8145277" y="868667"/>
                </a:lnTo>
                <a:cubicBezTo>
                  <a:pt x="8145474" y="868404"/>
                  <a:pt x="8146065" y="868208"/>
                  <a:pt x="8146065" y="868208"/>
                </a:cubicBezTo>
                <a:close/>
                <a:moveTo>
                  <a:pt x="7637304" y="868208"/>
                </a:moveTo>
                <a:lnTo>
                  <a:pt x="7646367" y="868208"/>
                </a:lnTo>
                <a:cubicBezTo>
                  <a:pt x="7646696" y="868208"/>
                  <a:pt x="7647156" y="868667"/>
                  <a:pt x="7647156" y="868667"/>
                </a:cubicBezTo>
                <a:lnTo>
                  <a:pt x="7651687" y="876548"/>
                </a:lnTo>
                <a:cubicBezTo>
                  <a:pt x="7651819" y="876811"/>
                  <a:pt x="7651687" y="877403"/>
                  <a:pt x="7651687" y="877403"/>
                </a:cubicBezTo>
                <a:lnTo>
                  <a:pt x="7647156" y="885284"/>
                </a:lnTo>
                <a:cubicBezTo>
                  <a:pt x="7646958" y="885547"/>
                  <a:pt x="7646367" y="885744"/>
                  <a:pt x="7646367" y="885744"/>
                </a:cubicBezTo>
                <a:lnTo>
                  <a:pt x="7637304" y="885744"/>
                </a:lnTo>
                <a:cubicBezTo>
                  <a:pt x="7636975" y="885744"/>
                  <a:pt x="7636516" y="885284"/>
                  <a:pt x="7636516" y="885284"/>
                </a:cubicBezTo>
                <a:lnTo>
                  <a:pt x="7631983" y="877403"/>
                </a:lnTo>
                <a:cubicBezTo>
                  <a:pt x="7631851" y="877139"/>
                  <a:pt x="7631983" y="876548"/>
                  <a:pt x="7631983" y="876548"/>
                </a:cubicBezTo>
                <a:lnTo>
                  <a:pt x="7636516" y="868667"/>
                </a:lnTo>
                <a:cubicBezTo>
                  <a:pt x="7636713" y="868404"/>
                  <a:pt x="7637304" y="868208"/>
                  <a:pt x="7637304" y="868208"/>
                </a:cubicBezTo>
                <a:close/>
                <a:moveTo>
                  <a:pt x="1277462" y="868201"/>
                </a:moveTo>
                <a:lnTo>
                  <a:pt x="1286526" y="868201"/>
                </a:lnTo>
                <a:cubicBezTo>
                  <a:pt x="1286855" y="868201"/>
                  <a:pt x="1287315" y="868661"/>
                  <a:pt x="1287315" y="868661"/>
                </a:cubicBezTo>
                <a:lnTo>
                  <a:pt x="1291847" y="876543"/>
                </a:lnTo>
                <a:cubicBezTo>
                  <a:pt x="1291978" y="876806"/>
                  <a:pt x="1291847" y="877397"/>
                  <a:pt x="1291847" y="877397"/>
                </a:cubicBezTo>
                <a:lnTo>
                  <a:pt x="1287315" y="885278"/>
                </a:lnTo>
                <a:cubicBezTo>
                  <a:pt x="1287118" y="885541"/>
                  <a:pt x="1286526" y="885739"/>
                  <a:pt x="1286526" y="885739"/>
                </a:cubicBezTo>
                <a:lnTo>
                  <a:pt x="1277462" y="885739"/>
                </a:lnTo>
                <a:cubicBezTo>
                  <a:pt x="1277135" y="885739"/>
                  <a:pt x="1276673" y="885278"/>
                  <a:pt x="1276673" y="885278"/>
                </a:cubicBezTo>
                <a:lnTo>
                  <a:pt x="1272141" y="877397"/>
                </a:lnTo>
                <a:cubicBezTo>
                  <a:pt x="1272011" y="877134"/>
                  <a:pt x="1272141" y="876543"/>
                  <a:pt x="1272141" y="876543"/>
                </a:cubicBezTo>
                <a:lnTo>
                  <a:pt x="1276673" y="868661"/>
                </a:lnTo>
                <a:cubicBezTo>
                  <a:pt x="1276871" y="868399"/>
                  <a:pt x="1277462" y="868201"/>
                  <a:pt x="1277462" y="868201"/>
                </a:cubicBezTo>
                <a:close/>
                <a:moveTo>
                  <a:pt x="259872" y="868200"/>
                </a:moveTo>
                <a:lnTo>
                  <a:pt x="268936" y="868200"/>
                </a:lnTo>
                <a:cubicBezTo>
                  <a:pt x="269264" y="868200"/>
                  <a:pt x="269724" y="868661"/>
                  <a:pt x="269724" y="868661"/>
                </a:cubicBezTo>
                <a:lnTo>
                  <a:pt x="274256" y="876541"/>
                </a:lnTo>
                <a:cubicBezTo>
                  <a:pt x="274387" y="876805"/>
                  <a:pt x="274256" y="877394"/>
                  <a:pt x="274256" y="877394"/>
                </a:cubicBezTo>
                <a:lnTo>
                  <a:pt x="269724" y="885277"/>
                </a:lnTo>
                <a:cubicBezTo>
                  <a:pt x="269527" y="885540"/>
                  <a:pt x="268936" y="885737"/>
                  <a:pt x="268936" y="885737"/>
                </a:cubicBezTo>
                <a:lnTo>
                  <a:pt x="259872" y="885737"/>
                </a:lnTo>
                <a:cubicBezTo>
                  <a:pt x="259543" y="885737"/>
                  <a:pt x="259083" y="885277"/>
                  <a:pt x="259083" y="885277"/>
                </a:cubicBezTo>
                <a:lnTo>
                  <a:pt x="254552" y="877394"/>
                </a:lnTo>
                <a:cubicBezTo>
                  <a:pt x="254421" y="877133"/>
                  <a:pt x="254552" y="876541"/>
                  <a:pt x="254552" y="876541"/>
                </a:cubicBezTo>
                <a:lnTo>
                  <a:pt x="259083" y="868661"/>
                </a:lnTo>
                <a:cubicBezTo>
                  <a:pt x="259280" y="868397"/>
                  <a:pt x="259872" y="868200"/>
                  <a:pt x="259872" y="868200"/>
                </a:cubicBezTo>
                <a:close/>
                <a:moveTo>
                  <a:pt x="514249" y="868198"/>
                </a:moveTo>
                <a:lnTo>
                  <a:pt x="523311" y="868198"/>
                </a:lnTo>
                <a:cubicBezTo>
                  <a:pt x="523641" y="868198"/>
                  <a:pt x="524101" y="868659"/>
                  <a:pt x="524101" y="868659"/>
                </a:cubicBezTo>
                <a:lnTo>
                  <a:pt x="528631" y="876539"/>
                </a:lnTo>
                <a:cubicBezTo>
                  <a:pt x="528763" y="876803"/>
                  <a:pt x="528631" y="877393"/>
                  <a:pt x="528631" y="877393"/>
                </a:cubicBezTo>
                <a:lnTo>
                  <a:pt x="524101" y="885275"/>
                </a:lnTo>
                <a:cubicBezTo>
                  <a:pt x="523904" y="885538"/>
                  <a:pt x="523311" y="885734"/>
                  <a:pt x="523311" y="885734"/>
                </a:cubicBezTo>
                <a:lnTo>
                  <a:pt x="514249" y="885734"/>
                </a:lnTo>
                <a:cubicBezTo>
                  <a:pt x="513918" y="885734"/>
                  <a:pt x="513461" y="885275"/>
                  <a:pt x="513461" y="885275"/>
                </a:cubicBezTo>
                <a:lnTo>
                  <a:pt x="508928" y="877393"/>
                </a:lnTo>
                <a:cubicBezTo>
                  <a:pt x="508796" y="877131"/>
                  <a:pt x="508928" y="876539"/>
                  <a:pt x="508928" y="876539"/>
                </a:cubicBezTo>
                <a:lnTo>
                  <a:pt x="513461" y="868659"/>
                </a:lnTo>
                <a:cubicBezTo>
                  <a:pt x="513658" y="868395"/>
                  <a:pt x="514249" y="868198"/>
                  <a:pt x="514249" y="868198"/>
                </a:cubicBezTo>
                <a:close/>
                <a:moveTo>
                  <a:pt x="2040651" y="868197"/>
                </a:moveTo>
                <a:lnTo>
                  <a:pt x="2049715" y="868197"/>
                </a:lnTo>
                <a:cubicBezTo>
                  <a:pt x="2050043" y="868197"/>
                  <a:pt x="2050503" y="868658"/>
                  <a:pt x="2050503" y="868658"/>
                </a:cubicBezTo>
                <a:lnTo>
                  <a:pt x="2055035" y="876538"/>
                </a:lnTo>
                <a:cubicBezTo>
                  <a:pt x="2055166" y="876802"/>
                  <a:pt x="2055035" y="877393"/>
                  <a:pt x="2055035" y="877393"/>
                </a:cubicBezTo>
                <a:lnTo>
                  <a:pt x="2050503" y="885273"/>
                </a:lnTo>
                <a:cubicBezTo>
                  <a:pt x="2050306" y="885537"/>
                  <a:pt x="2049715" y="885734"/>
                  <a:pt x="2049715" y="885734"/>
                </a:cubicBezTo>
                <a:lnTo>
                  <a:pt x="2040651" y="885734"/>
                </a:lnTo>
                <a:cubicBezTo>
                  <a:pt x="2040321" y="885734"/>
                  <a:pt x="2039863" y="885273"/>
                  <a:pt x="2039863" y="885273"/>
                </a:cubicBezTo>
                <a:lnTo>
                  <a:pt x="2035328" y="877393"/>
                </a:lnTo>
                <a:cubicBezTo>
                  <a:pt x="2035198" y="877129"/>
                  <a:pt x="2035328" y="876538"/>
                  <a:pt x="2035328" y="876538"/>
                </a:cubicBezTo>
                <a:lnTo>
                  <a:pt x="2039863" y="868658"/>
                </a:lnTo>
                <a:cubicBezTo>
                  <a:pt x="2040060" y="868394"/>
                  <a:pt x="2040651" y="868197"/>
                  <a:pt x="2040651" y="868197"/>
                </a:cubicBezTo>
                <a:close/>
                <a:moveTo>
                  <a:pt x="5856508" y="868193"/>
                </a:moveTo>
                <a:lnTo>
                  <a:pt x="5865571" y="868193"/>
                </a:lnTo>
                <a:cubicBezTo>
                  <a:pt x="5865900" y="868193"/>
                  <a:pt x="5866359" y="868653"/>
                  <a:pt x="5866359" y="868653"/>
                </a:cubicBezTo>
                <a:lnTo>
                  <a:pt x="5870891" y="876535"/>
                </a:lnTo>
                <a:cubicBezTo>
                  <a:pt x="5871023" y="876796"/>
                  <a:pt x="5870891" y="877386"/>
                  <a:pt x="5870891" y="877386"/>
                </a:cubicBezTo>
                <a:lnTo>
                  <a:pt x="5866359" y="885269"/>
                </a:lnTo>
                <a:cubicBezTo>
                  <a:pt x="5866163" y="885534"/>
                  <a:pt x="5865571" y="885731"/>
                  <a:pt x="5865571" y="885731"/>
                </a:cubicBezTo>
                <a:lnTo>
                  <a:pt x="5856508" y="885731"/>
                </a:lnTo>
                <a:cubicBezTo>
                  <a:pt x="5856178" y="885731"/>
                  <a:pt x="5855720" y="885269"/>
                  <a:pt x="5855720" y="885269"/>
                </a:cubicBezTo>
                <a:lnTo>
                  <a:pt x="5851187" y="877386"/>
                </a:lnTo>
                <a:cubicBezTo>
                  <a:pt x="5851055" y="877125"/>
                  <a:pt x="5851187" y="876535"/>
                  <a:pt x="5851187" y="876535"/>
                </a:cubicBezTo>
                <a:lnTo>
                  <a:pt x="5855720" y="868653"/>
                </a:lnTo>
                <a:cubicBezTo>
                  <a:pt x="5855916" y="868390"/>
                  <a:pt x="5856508" y="868193"/>
                  <a:pt x="5856508" y="868193"/>
                </a:cubicBezTo>
                <a:close/>
                <a:moveTo>
                  <a:pt x="4838919" y="868187"/>
                </a:moveTo>
                <a:lnTo>
                  <a:pt x="4847982" y="868187"/>
                </a:lnTo>
                <a:cubicBezTo>
                  <a:pt x="4848311" y="868187"/>
                  <a:pt x="4848772" y="868649"/>
                  <a:pt x="4848772" y="868649"/>
                </a:cubicBezTo>
                <a:lnTo>
                  <a:pt x="4853303" y="876529"/>
                </a:lnTo>
                <a:cubicBezTo>
                  <a:pt x="4853435" y="876793"/>
                  <a:pt x="4853303" y="877383"/>
                  <a:pt x="4853303" y="877383"/>
                </a:cubicBezTo>
                <a:lnTo>
                  <a:pt x="4848772" y="885265"/>
                </a:lnTo>
                <a:cubicBezTo>
                  <a:pt x="4848575" y="885527"/>
                  <a:pt x="4847982" y="885724"/>
                  <a:pt x="4847982" y="885724"/>
                </a:cubicBezTo>
                <a:lnTo>
                  <a:pt x="4838919" y="885724"/>
                </a:lnTo>
                <a:cubicBezTo>
                  <a:pt x="4838590" y="885724"/>
                  <a:pt x="4838132" y="885265"/>
                  <a:pt x="4838132" y="885265"/>
                </a:cubicBezTo>
                <a:lnTo>
                  <a:pt x="4833598" y="877383"/>
                </a:lnTo>
                <a:cubicBezTo>
                  <a:pt x="4833467" y="877120"/>
                  <a:pt x="4833598" y="876529"/>
                  <a:pt x="4833598" y="876529"/>
                </a:cubicBezTo>
                <a:lnTo>
                  <a:pt x="4838132" y="868649"/>
                </a:lnTo>
                <a:cubicBezTo>
                  <a:pt x="4838328" y="868385"/>
                  <a:pt x="4838919" y="868187"/>
                  <a:pt x="4838919" y="868187"/>
                </a:cubicBezTo>
                <a:close/>
                <a:moveTo>
                  <a:pt x="3821382" y="868186"/>
                </a:moveTo>
                <a:lnTo>
                  <a:pt x="3830447" y="868186"/>
                </a:lnTo>
                <a:cubicBezTo>
                  <a:pt x="3830775" y="868186"/>
                  <a:pt x="3831236" y="868644"/>
                  <a:pt x="3831236" y="868644"/>
                </a:cubicBezTo>
                <a:lnTo>
                  <a:pt x="3835768" y="876527"/>
                </a:lnTo>
                <a:cubicBezTo>
                  <a:pt x="3835899" y="876789"/>
                  <a:pt x="3835768" y="877381"/>
                  <a:pt x="3835768" y="877381"/>
                </a:cubicBezTo>
                <a:lnTo>
                  <a:pt x="3831236" y="885261"/>
                </a:lnTo>
                <a:cubicBezTo>
                  <a:pt x="3831039" y="885526"/>
                  <a:pt x="3830447" y="885722"/>
                  <a:pt x="3830447" y="885722"/>
                </a:cubicBezTo>
                <a:lnTo>
                  <a:pt x="3821382" y="885722"/>
                </a:lnTo>
                <a:cubicBezTo>
                  <a:pt x="3821055" y="885722"/>
                  <a:pt x="3820594" y="885261"/>
                  <a:pt x="3820594" y="885261"/>
                </a:cubicBezTo>
                <a:lnTo>
                  <a:pt x="3816063" y="877381"/>
                </a:lnTo>
                <a:cubicBezTo>
                  <a:pt x="3815932" y="877117"/>
                  <a:pt x="3816063" y="876527"/>
                  <a:pt x="3816063" y="876527"/>
                </a:cubicBezTo>
                <a:lnTo>
                  <a:pt x="3820594" y="868644"/>
                </a:lnTo>
                <a:cubicBezTo>
                  <a:pt x="3820793" y="868383"/>
                  <a:pt x="3821382" y="868186"/>
                  <a:pt x="3821382" y="868186"/>
                </a:cubicBezTo>
                <a:close/>
                <a:moveTo>
                  <a:pt x="8909274" y="868180"/>
                </a:moveTo>
                <a:lnTo>
                  <a:pt x="8918336" y="868180"/>
                </a:lnTo>
                <a:cubicBezTo>
                  <a:pt x="8918666" y="868180"/>
                  <a:pt x="8919125" y="868641"/>
                  <a:pt x="8919125" y="868641"/>
                </a:cubicBezTo>
                <a:lnTo>
                  <a:pt x="8923657" y="876521"/>
                </a:lnTo>
                <a:cubicBezTo>
                  <a:pt x="8923789" y="876784"/>
                  <a:pt x="8923657" y="877375"/>
                  <a:pt x="8923657" y="877375"/>
                </a:cubicBezTo>
                <a:lnTo>
                  <a:pt x="8919125" y="885258"/>
                </a:lnTo>
                <a:cubicBezTo>
                  <a:pt x="8918928" y="885520"/>
                  <a:pt x="8918336" y="885717"/>
                  <a:pt x="8918336" y="885717"/>
                </a:cubicBezTo>
                <a:lnTo>
                  <a:pt x="8909274" y="885717"/>
                </a:lnTo>
                <a:cubicBezTo>
                  <a:pt x="8908945" y="885717"/>
                  <a:pt x="8908484" y="885258"/>
                  <a:pt x="8908484" y="885258"/>
                </a:cubicBezTo>
                <a:lnTo>
                  <a:pt x="8903953" y="877375"/>
                </a:lnTo>
                <a:cubicBezTo>
                  <a:pt x="8903821" y="877114"/>
                  <a:pt x="8903953" y="876521"/>
                  <a:pt x="8903953" y="876521"/>
                </a:cubicBezTo>
                <a:lnTo>
                  <a:pt x="8908484" y="868641"/>
                </a:lnTo>
                <a:cubicBezTo>
                  <a:pt x="8908681" y="868377"/>
                  <a:pt x="8909274" y="868180"/>
                  <a:pt x="8909274" y="868180"/>
                </a:cubicBezTo>
                <a:close/>
                <a:moveTo>
                  <a:pt x="6619714" y="868175"/>
                </a:moveTo>
                <a:lnTo>
                  <a:pt x="6628778" y="868175"/>
                </a:lnTo>
                <a:cubicBezTo>
                  <a:pt x="6629107" y="868175"/>
                  <a:pt x="6629566" y="868635"/>
                  <a:pt x="6629566" y="868635"/>
                </a:cubicBezTo>
                <a:lnTo>
                  <a:pt x="6634099" y="876515"/>
                </a:lnTo>
                <a:cubicBezTo>
                  <a:pt x="6634230" y="876779"/>
                  <a:pt x="6634099" y="877370"/>
                  <a:pt x="6634099" y="877370"/>
                </a:cubicBezTo>
                <a:lnTo>
                  <a:pt x="6629566" y="885250"/>
                </a:lnTo>
                <a:cubicBezTo>
                  <a:pt x="6629369" y="885514"/>
                  <a:pt x="6628778" y="885711"/>
                  <a:pt x="6628778" y="885711"/>
                </a:cubicBezTo>
                <a:lnTo>
                  <a:pt x="6619714" y="885711"/>
                </a:lnTo>
                <a:cubicBezTo>
                  <a:pt x="6619387" y="885711"/>
                  <a:pt x="6618926" y="885250"/>
                  <a:pt x="6618926" y="885250"/>
                </a:cubicBezTo>
                <a:lnTo>
                  <a:pt x="6614394" y="877370"/>
                </a:lnTo>
                <a:cubicBezTo>
                  <a:pt x="6614263" y="877106"/>
                  <a:pt x="6614394" y="876515"/>
                  <a:pt x="6614394" y="876515"/>
                </a:cubicBezTo>
                <a:lnTo>
                  <a:pt x="6618926" y="868635"/>
                </a:lnTo>
                <a:cubicBezTo>
                  <a:pt x="6619123" y="868371"/>
                  <a:pt x="6619714" y="868175"/>
                  <a:pt x="6619714" y="868175"/>
                </a:cubicBezTo>
                <a:close/>
                <a:moveTo>
                  <a:pt x="6874095" y="868173"/>
                </a:moveTo>
                <a:lnTo>
                  <a:pt x="6883159" y="868173"/>
                </a:lnTo>
                <a:cubicBezTo>
                  <a:pt x="6883488" y="868173"/>
                  <a:pt x="6883947" y="868632"/>
                  <a:pt x="6883947" y="868632"/>
                </a:cubicBezTo>
                <a:lnTo>
                  <a:pt x="6888480" y="876514"/>
                </a:lnTo>
                <a:cubicBezTo>
                  <a:pt x="6888611" y="876776"/>
                  <a:pt x="6888480" y="877368"/>
                  <a:pt x="6888480" y="877368"/>
                </a:cubicBezTo>
                <a:lnTo>
                  <a:pt x="6883947" y="885250"/>
                </a:lnTo>
                <a:cubicBezTo>
                  <a:pt x="6883751" y="885513"/>
                  <a:pt x="6883159" y="885710"/>
                  <a:pt x="6883159" y="885710"/>
                </a:cubicBezTo>
                <a:lnTo>
                  <a:pt x="6874095" y="885710"/>
                </a:lnTo>
                <a:cubicBezTo>
                  <a:pt x="6873768" y="885710"/>
                  <a:pt x="6873307" y="885250"/>
                  <a:pt x="6873307" y="885250"/>
                </a:cubicBezTo>
                <a:lnTo>
                  <a:pt x="6868775" y="877368"/>
                </a:lnTo>
                <a:cubicBezTo>
                  <a:pt x="6868644" y="877106"/>
                  <a:pt x="6868775" y="876514"/>
                  <a:pt x="6868775" y="876514"/>
                </a:cubicBezTo>
                <a:lnTo>
                  <a:pt x="6873307" y="868632"/>
                </a:lnTo>
                <a:cubicBezTo>
                  <a:pt x="6873504" y="868371"/>
                  <a:pt x="6874095" y="868173"/>
                  <a:pt x="6874095" y="868173"/>
                </a:cubicBezTo>
                <a:close/>
                <a:moveTo>
                  <a:pt x="9163654" y="868170"/>
                </a:moveTo>
                <a:lnTo>
                  <a:pt x="9172718" y="868170"/>
                </a:lnTo>
                <a:cubicBezTo>
                  <a:pt x="9173046" y="868170"/>
                  <a:pt x="9173506" y="868631"/>
                  <a:pt x="9173506" y="868631"/>
                </a:cubicBezTo>
                <a:lnTo>
                  <a:pt x="9178038" y="876512"/>
                </a:lnTo>
                <a:cubicBezTo>
                  <a:pt x="9178169" y="876775"/>
                  <a:pt x="9178038" y="877365"/>
                  <a:pt x="9178038" y="877365"/>
                </a:cubicBezTo>
                <a:lnTo>
                  <a:pt x="9173506" y="885247"/>
                </a:lnTo>
                <a:cubicBezTo>
                  <a:pt x="9173309" y="885511"/>
                  <a:pt x="9172718" y="885708"/>
                  <a:pt x="9172718" y="885708"/>
                </a:cubicBezTo>
                <a:lnTo>
                  <a:pt x="9163654" y="885708"/>
                </a:lnTo>
                <a:cubicBezTo>
                  <a:pt x="9163326" y="885708"/>
                  <a:pt x="9162866" y="885247"/>
                  <a:pt x="9162866" y="885247"/>
                </a:cubicBezTo>
                <a:lnTo>
                  <a:pt x="9158333" y="877365"/>
                </a:lnTo>
                <a:cubicBezTo>
                  <a:pt x="9158202" y="877103"/>
                  <a:pt x="9158333" y="876512"/>
                  <a:pt x="9158333" y="876512"/>
                </a:cubicBezTo>
                <a:lnTo>
                  <a:pt x="9162866" y="868631"/>
                </a:lnTo>
                <a:cubicBezTo>
                  <a:pt x="9163062" y="868367"/>
                  <a:pt x="9163654" y="868170"/>
                  <a:pt x="9163654" y="868170"/>
                </a:cubicBezTo>
                <a:close/>
                <a:moveTo>
                  <a:pt x="5433" y="868170"/>
                </a:moveTo>
                <a:lnTo>
                  <a:pt x="14496" y="868170"/>
                </a:lnTo>
                <a:cubicBezTo>
                  <a:pt x="14825" y="868170"/>
                  <a:pt x="15285" y="868631"/>
                  <a:pt x="15285" y="868631"/>
                </a:cubicBezTo>
                <a:lnTo>
                  <a:pt x="19816" y="876513"/>
                </a:lnTo>
                <a:cubicBezTo>
                  <a:pt x="19948" y="876775"/>
                  <a:pt x="19816" y="877365"/>
                  <a:pt x="19816" y="877365"/>
                </a:cubicBezTo>
                <a:lnTo>
                  <a:pt x="15285" y="885248"/>
                </a:lnTo>
                <a:cubicBezTo>
                  <a:pt x="15087" y="885512"/>
                  <a:pt x="14496" y="885709"/>
                  <a:pt x="14496" y="885709"/>
                </a:cubicBezTo>
                <a:lnTo>
                  <a:pt x="5433" y="885709"/>
                </a:lnTo>
                <a:cubicBezTo>
                  <a:pt x="5103" y="885709"/>
                  <a:pt x="4643" y="885248"/>
                  <a:pt x="4643" y="885248"/>
                </a:cubicBezTo>
                <a:lnTo>
                  <a:pt x="112" y="877365"/>
                </a:lnTo>
                <a:cubicBezTo>
                  <a:pt x="-20" y="877104"/>
                  <a:pt x="112" y="876513"/>
                  <a:pt x="112" y="876513"/>
                </a:cubicBezTo>
                <a:lnTo>
                  <a:pt x="4643" y="868631"/>
                </a:lnTo>
                <a:cubicBezTo>
                  <a:pt x="4841" y="868369"/>
                  <a:pt x="5433" y="868170"/>
                  <a:pt x="5433" y="868170"/>
                </a:cubicBezTo>
                <a:close/>
                <a:moveTo>
                  <a:pt x="2549368" y="868169"/>
                </a:moveTo>
                <a:lnTo>
                  <a:pt x="2558432" y="868169"/>
                </a:lnTo>
                <a:cubicBezTo>
                  <a:pt x="2558761" y="868169"/>
                  <a:pt x="2559219" y="868630"/>
                  <a:pt x="2559219" y="868630"/>
                </a:cubicBezTo>
                <a:lnTo>
                  <a:pt x="2563752" y="876510"/>
                </a:lnTo>
                <a:cubicBezTo>
                  <a:pt x="2563884" y="876774"/>
                  <a:pt x="2563752" y="877364"/>
                  <a:pt x="2563752" y="877364"/>
                </a:cubicBezTo>
                <a:lnTo>
                  <a:pt x="2559219" y="885247"/>
                </a:lnTo>
                <a:cubicBezTo>
                  <a:pt x="2559022" y="885509"/>
                  <a:pt x="2558432" y="885707"/>
                  <a:pt x="2558432" y="885707"/>
                </a:cubicBezTo>
                <a:lnTo>
                  <a:pt x="2549368" y="885707"/>
                </a:lnTo>
                <a:cubicBezTo>
                  <a:pt x="2549040" y="885707"/>
                  <a:pt x="2548579" y="885247"/>
                  <a:pt x="2548579" y="885247"/>
                </a:cubicBezTo>
                <a:lnTo>
                  <a:pt x="2544047" y="877364"/>
                </a:lnTo>
                <a:cubicBezTo>
                  <a:pt x="2543915" y="877103"/>
                  <a:pt x="2544047" y="876510"/>
                  <a:pt x="2544047" y="876510"/>
                </a:cubicBezTo>
                <a:lnTo>
                  <a:pt x="2548579" y="868630"/>
                </a:lnTo>
                <a:cubicBezTo>
                  <a:pt x="2548777" y="868366"/>
                  <a:pt x="2549368" y="868169"/>
                  <a:pt x="2549368" y="868169"/>
                </a:cubicBezTo>
                <a:close/>
                <a:moveTo>
                  <a:pt x="5602126" y="651266"/>
                </a:moveTo>
                <a:lnTo>
                  <a:pt x="5611191" y="651266"/>
                </a:lnTo>
                <a:cubicBezTo>
                  <a:pt x="5611519" y="651266"/>
                  <a:pt x="5611979" y="651729"/>
                  <a:pt x="5611979" y="651729"/>
                </a:cubicBezTo>
                <a:lnTo>
                  <a:pt x="5616511" y="659606"/>
                </a:lnTo>
                <a:cubicBezTo>
                  <a:pt x="5616642" y="659871"/>
                  <a:pt x="5616511" y="660464"/>
                  <a:pt x="5616511" y="660464"/>
                </a:cubicBezTo>
                <a:lnTo>
                  <a:pt x="5611979" y="668349"/>
                </a:lnTo>
                <a:cubicBezTo>
                  <a:pt x="5611782" y="668608"/>
                  <a:pt x="5611191" y="668806"/>
                  <a:pt x="5611191" y="668806"/>
                </a:cubicBezTo>
                <a:lnTo>
                  <a:pt x="5602126" y="668806"/>
                </a:lnTo>
                <a:cubicBezTo>
                  <a:pt x="5601798" y="668806"/>
                  <a:pt x="5601338" y="668349"/>
                  <a:pt x="5601338" y="668349"/>
                </a:cubicBezTo>
                <a:lnTo>
                  <a:pt x="5596807" y="660464"/>
                </a:lnTo>
                <a:cubicBezTo>
                  <a:pt x="5596675" y="660200"/>
                  <a:pt x="5596807" y="659606"/>
                  <a:pt x="5596807" y="659606"/>
                </a:cubicBezTo>
                <a:lnTo>
                  <a:pt x="5601338" y="651729"/>
                </a:lnTo>
                <a:cubicBezTo>
                  <a:pt x="5601536" y="651462"/>
                  <a:pt x="5602126" y="651266"/>
                  <a:pt x="5602126" y="651266"/>
                </a:cubicBezTo>
                <a:close/>
                <a:moveTo>
                  <a:pt x="4330157" y="651262"/>
                </a:moveTo>
                <a:lnTo>
                  <a:pt x="4339222" y="651262"/>
                </a:lnTo>
                <a:cubicBezTo>
                  <a:pt x="4339550" y="651262"/>
                  <a:pt x="4340010" y="651720"/>
                  <a:pt x="4340010" y="651720"/>
                </a:cubicBezTo>
                <a:lnTo>
                  <a:pt x="4344540" y="659604"/>
                </a:lnTo>
                <a:cubicBezTo>
                  <a:pt x="4344672" y="659864"/>
                  <a:pt x="4344540" y="660459"/>
                  <a:pt x="4344540" y="660459"/>
                </a:cubicBezTo>
                <a:lnTo>
                  <a:pt x="4340010" y="668342"/>
                </a:lnTo>
                <a:cubicBezTo>
                  <a:pt x="4339812" y="668603"/>
                  <a:pt x="4339222" y="668802"/>
                  <a:pt x="4339222" y="668802"/>
                </a:cubicBezTo>
                <a:lnTo>
                  <a:pt x="4330157" y="668802"/>
                </a:lnTo>
                <a:cubicBezTo>
                  <a:pt x="4329829" y="668802"/>
                  <a:pt x="4329369" y="668342"/>
                  <a:pt x="4329369" y="668342"/>
                </a:cubicBezTo>
                <a:lnTo>
                  <a:pt x="4324836" y="660459"/>
                </a:lnTo>
                <a:cubicBezTo>
                  <a:pt x="4324706" y="660194"/>
                  <a:pt x="4324836" y="659604"/>
                  <a:pt x="4324836" y="659604"/>
                </a:cubicBezTo>
                <a:lnTo>
                  <a:pt x="4329369" y="651720"/>
                </a:lnTo>
                <a:cubicBezTo>
                  <a:pt x="4329565" y="651459"/>
                  <a:pt x="4330157" y="651262"/>
                  <a:pt x="4330157" y="651262"/>
                </a:cubicBezTo>
                <a:close/>
                <a:moveTo>
                  <a:pt x="2295163" y="651262"/>
                </a:moveTo>
                <a:lnTo>
                  <a:pt x="2304228" y="651262"/>
                </a:lnTo>
                <a:cubicBezTo>
                  <a:pt x="2304557" y="651262"/>
                  <a:pt x="2305017" y="651720"/>
                  <a:pt x="2305017" y="651720"/>
                </a:cubicBezTo>
                <a:lnTo>
                  <a:pt x="2309548" y="659604"/>
                </a:lnTo>
                <a:cubicBezTo>
                  <a:pt x="2309679" y="659864"/>
                  <a:pt x="2309548" y="660459"/>
                  <a:pt x="2309548" y="660459"/>
                </a:cubicBezTo>
                <a:lnTo>
                  <a:pt x="2305017" y="668342"/>
                </a:lnTo>
                <a:cubicBezTo>
                  <a:pt x="2304820" y="668603"/>
                  <a:pt x="2304228" y="668802"/>
                  <a:pt x="2304228" y="668802"/>
                </a:cubicBezTo>
                <a:lnTo>
                  <a:pt x="2295163" y="668802"/>
                </a:lnTo>
                <a:cubicBezTo>
                  <a:pt x="2294836" y="668802"/>
                  <a:pt x="2294376" y="668342"/>
                  <a:pt x="2294376" y="668342"/>
                </a:cubicBezTo>
                <a:lnTo>
                  <a:pt x="2289843" y="660459"/>
                </a:lnTo>
                <a:cubicBezTo>
                  <a:pt x="2289712" y="660194"/>
                  <a:pt x="2289843" y="659604"/>
                  <a:pt x="2289843" y="659604"/>
                </a:cubicBezTo>
                <a:lnTo>
                  <a:pt x="2294376" y="651720"/>
                </a:lnTo>
                <a:cubicBezTo>
                  <a:pt x="2294573" y="651459"/>
                  <a:pt x="2295163" y="651262"/>
                  <a:pt x="2295163" y="651262"/>
                </a:cubicBezTo>
                <a:close/>
                <a:moveTo>
                  <a:pt x="7382923" y="651256"/>
                </a:moveTo>
                <a:lnTo>
                  <a:pt x="7391987" y="651256"/>
                </a:lnTo>
                <a:cubicBezTo>
                  <a:pt x="7392315" y="651256"/>
                  <a:pt x="7392775" y="651718"/>
                  <a:pt x="7392775" y="651718"/>
                </a:cubicBezTo>
                <a:lnTo>
                  <a:pt x="7397307" y="659601"/>
                </a:lnTo>
                <a:cubicBezTo>
                  <a:pt x="7397438" y="659864"/>
                  <a:pt x="7397307" y="660454"/>
                  <a:pt x="7397307" y="660454"/>
                </a:cubicBezTo>
                <a:lnTo>
                  <a:pt x="7392775" y="668340"/>
                </a:lnTo>
                <a:cubicBezTo>
                  <a:pt x="7392578" y="668603"/>
                  <a:pt x="7391987" y="668797"/>
                  <a:pt x="7391987" y="668797"/>
                </a:cubicBezTo>
                <a:lnTo>
                  <a:pt x="7382923" y="668797"/>
                </a:lnTo>
                <a:cubicBezTo>
                  <a:pt x="7382595" y="668797"/>
                  <a:pt x="7382135" y="668340"/>
                  <a:pt x="7382135" y="668340"/>
                </a:cubicBezTo>
                <a:lnTo>
                  <a:pt x="7377602" y="660454"/>
                </a:lnTo>
                <a:cubicBezTo>
                  <a:pt x="7377471" y="660190"/>
                  <a:pt x="7377602" y="659601"/>
                  <a:pt x="7377602" y="659601"/>
                </a:cubicBezTo>
                <a:lnTo>
                  <a:pt x="7382135" y="651718"/>
                </a:lnTo>
                <a:cubicBezTo>
                  <a:pt x="7382331" y="651458"/>
                  <a:pt x="7382923" y="651256"/>
                  <a:pt x="7382923" y="651256"/>
                </a:cubicBezTo>
                <a:close/>
                <a:moveTo>
                  <a:pt x="5856508" y="651255"/>
                </a:moveTo>
                <a:lnTo>
                  <a:pt x="5865571" y="651255"/>
                </a:lnTo>
                <a:cubicBezTo>
                  <a:pt x="5865900" y="651255"/>
                  <a:pt x="5866359" y="651709"/>
                  <a:pt x="5866359" y="651709"/>
                </a:cubicBezTo>
                <a:lnTo>
                  <a:pt x="5870891" y="659596"/>
                </a:lnTo>
                <a:cubicBezTo>
                  <a:pt x="5871023" y="659861"/>
                  <a:pt x="5870891" y="660451"/>
                  <a:pt x="5870891" y="660451"/>
                </a:cubicBezTo>
                <a:lnTo>
                  <a:pt x="5866359" y="668332"/>
                </a:lnTo>
                <a:cubicBezTo>
                  <a:pt x="5866163" y="668598"/>
                  <a:pt x="5865571" y="668793"/>
                  <a:pt x="5865571" y="668793"/>
                </a:cubicBezTo>
                <a:lnTo>
                  <a:pt x="5856508" y="668793"/>
                </a:lnTo>
                <a:cubicBezTo>
                  <a:pt x="5856178" y="668793"/>
                  <a:pt x="5855720" y="668332"/>
                  <a:pt x="5855720" y="668332"/>
                </a:cubicBezTo>
                <a:lnTo>
                  <a:pt x="5851187" y="660451"/>
                </a:lnTo>
                <a:cubicBezTo>
                  <a:pt x="5851055" y="660184"/>
                  <a:pt x="5851187" y="659596"/>
                  <a:pt x="5851187" y="659596"/>
                </a:cubicBezTo>
                <a:lnTo>
                  <a:pt x="5855720" y="651709"/>
                </a:lnTo>
                <a:cubicBezTo>
                  <a:pt x="5855916" y="651452"/>
                  <a:pt x="5856508" y="651255"/>
                  <a:pt x="5856508" y="651255"/>
                </a:cubicBezTo>
                <a:close/>
                <a:moveTo>
                  <a:pt x="7891684" y="651245"/>
                </a:moveTo>
                <a:lnTo>
                  <a:pt x="7900748" y="651245"/>
                </a:lnTo>
                <a:cubicBezTo>
                  <a:pt x="7901076" y="651245"/>
                  <a:pt x="7901536" y="651699"/>
                  <a:pt x="7901536" y="651699"/>
                </a:cubicBezTo>
                <a:lnTo>
                  <a:pt x="7906067" y="659583"/>
                </a:lnTo>
                <a:cubicBezTo>
                  <a:pt x="7906199" y="659843"/>
                  <a:pt x="7906067" y="660438"/>
                  <a:pt x="7906067" y="660438"/>
                </a:cubicBezTo>
                <a:lnTo>
                  <a:pt x="7901536" y="668321"/>
                </a:lnTo>
                <a:cubicBezTo>
                  <a:pt x="7901339" y="668585"/>
                  <a:pt x="7900748" y="668781"/>
                  <a:pt x="7900748" y="668781"/>
                </a:cubicBezTo>
                <a:lnTo>
                  <a:pt x="7891684" y="668781"/>
                </a:lnTo>
                <a:cubicBezTo>
                  <a:pt x="7891355" y="668781"/>
                  <a:pt x="7890896" y="668321"/>
                  <a:pt x="7890896" y="668321"/>
                </a:cubicBezTo>
                <a:lnTo>
                  <a:pt x="7886363" y="660438"/>
                </a:lnTo>
                <a:cubicBezTo>
                  <a:pt x="7886233" y="660173"/>
                  <a:pt x="7886363" y="659583"/>
                  <a:pt x="7886363" y="659583"/>
                </a:cubicBezTo>
                <a:lnTo>
                  <a:pt x="7890896" y="651699"/>
                </a:lnTo>
                <a:cubicBezTo>
                  <a:pt x="7891093" y="651441"/>
                  <a:pt x="7891684" y="651245"/>
                  <a:pt x="7891684" y="651245"/>
                </a:cubicBezTo>
                <a:close/>
                <a:moveTo>
                  <a:pt x="259979" y="651245"/>
                </a:moveTo>
                <a:lnTo>
                  <a:pt x="269042" y="651245"/>
                </a:lnTo>
                <a:lnTo>
                  <a:pt x="269047" y="651246"/>
                </a:lnTo>
                <a:lnTo>
                  <a:pt x="269048" y="651246"/>
                </a:lnTo>
                <a:cubicBezTo>
                  <a:pt x="269376" y="651246"/>
                  <a:pt x="269836" y="651707"/>
                  <a:pt x="269836" y="651707"/>
                </a:cubicBezTo>
                <a:lnTo>
                  <a:pt x="274368" y="659586"/>
                </a:lnTo>
                <a:cubicBezTo>
                  <a:pt x="274499" y="659851"/>
                  <a:pt x="274368" y="660441"/>
                  <a:pt x="274368" y="660441"/>
                </a:cubicBezTo>
                <a:lnTo>
                  <a:pt x="269836" y="668328"/>
                </a:lnTo>
                <a:cubicBezTo>
                  <a:pt x="269639" y="668590"/>
                  <a:pt x="269048" y="668785"/>
                  <a:pt x="269048" y="668785"/>
                </a:cubicBezTo>
                <a:lnTo>
                  <a:pt x="259984" y="668785"/>
                </a:lnTo>
                <a:lnTo>
                  <a:pt x="259979" y="668781"/>
                </a:lnTo>
                <a:cubicBezTo>
                  <a:pt x="259649" y="668781"/>
                  <a:pt x="259189" y="668324"/>
                  <a:pt x="259189" y="668324"/>
                </a:cubicBezTo>
                <a:lnTo>
                  <a:pt x="254658" y="660438"/>
                </a:lnTo>
                <a:cubicBezTo>
                  <a:pt x="254526" y="660174"/>
                  <a:pt x="254658" y="659586"/>
                  <a:pt x="254658" y="659586"/>
                </a:cubicBezTo>
                <a:lnTo>
                  <a:pt x="259189" y="651706"/>
                </a:lnTo>
                <a:cubicBezTo>
                  <a:pt x="259387" y="651441"/>
                  <a:pt x="259979" y="651245"/>
                  <a:pt x="259979" y="651245"/>
                </a:cubicBezTo>
                <a:close/>
                <a:moveTo>
                  <a:pt x="3821551" y="651241"/>
                </a:moveTo>
                <a:lnTo>
                  <a:pt x="3830617" y="651241"/>
                </a:lnTo>
                <a:cubicBezTo>
                  <a:pt x="3830946" y="651241"/>
                  <a:pt x="3831407" y="651699"/>
                  <a:pt x="3831407" y="651699"/>
                </a:cubicBezTo>
                <a:lnTo>
                  <a:pt x="3835939" y="659583"/>
                </a:lnTo>
                <a:cubicBezTo>
                  <a:pt x="3836069" y="659843"/>
                  <a:pt x="3835939" y="660431"/>
                  <a:pt x="3835939" y="660431"/>
                </a:cubicBezTo>
                <a:lnTo>
                  <a:pt x="3831407" y="668318"/>
                </a:lnTo>
                <a:cubicBezTo>
                  <a:pt x="3831209" y="668581"/>
                  <a:pt x="3830617" y="668778"/>
                  <a:pt x="3830617" y="668778"/>
                </a:cubicBezTo>
                <a:lnTo>
                  <a:pt x="3821551" y="668778"/>
                </a:lnTo>
                <a:cubicBezTo>
                  <a:pt x="3821225" y="668778"/>
                  <a:pt x="3820764" y="668318"/>
                  <a:pt x="3820764" y="668318"/>
                </a:cubicBezTo>
                <a:lnTo>
                  <a:pt x="3816231" y="660431"/>
                </a:lnTo>
                <a:cubicBezTo>
                  <a:pt x="3816100" y="660171"/>
                  <a:pt x="3816231" y="659583"/>
                  <a:pt x="3816231" y="659583"/>
                </a:cubicBezTo>
                <a:lnTo>
                  <a:pt x="3820764" y="651699"/>
                </a:lnTo>
                <a:cubicBezTo>
                  <a:pt x="3820962" y="651438"/>
                  <a:pt x="3821551" y="651241"/>
                  <a:pt x="3821551" y="651241"/>
                </a:cubicBezTo>
                <a:close/>
                <a:moveTo>
                  <a:pt x="8909274" y="651233"/>
                </a:moveTo>
                <a:lnTo>
                  <a:pt x="8918336" y="651233"/>
                </a:lnTo>
                <a:cubicBezTo>
                  <a:pt x="8918666" y="651233"/>
                  <a:pt x="8919125" y="651695"/>
                  <a:pt x="8919125" y="651695"/>
                </a:cubicBezTo>
                <a:lnTo>
                  <a:pt x="8923657" y="659575"/>
                </a:lnTo>
                <a:cubicBezTo>
                  <a:pt x="8923789" y="659839"/>
                  <a:pt x="8923657" y="660428"/>
                  <a:pt x="8923657" y="660428"/>
                </a:cubicBezTo>
                <a:lnTo>
                  <a:pt x="8919125" y="668314"/>
                </a:lnTo>
                <a:cubicBezTo>
                  <a:pt x="8918928" y="668577"/>
                  <a:pt x="8918336" y="668773"/>
                  <a:pt x="8918336" y="668773"/>
                </a:cubicBezTo>
                <a:lnTo>
                  <a:pt x="8909274" y="668773"/>
                </a:lnTo>
                <a:cubicBezTo>
                  <a:pt x="8908945" y="668773"/>
                  <a:pt x="8908484" y="668314"/>
                  <a:pt x="8908484" y="668314"/>
                </a:cubicBezTo>
                <a:lnTo>
                  <a:pt x="8903953" y="660428"/>
                </a:lnTo>
                <a:cubicBezTo>
                  <a:pt x="8903821" y="660165"/>
                  <a:pt x="8903953" y="659575"/>
                  <a:pt x="8903953" y="659575"/>
                </a:cubicBezTo>
                <a:lnTo>
                  <a:pt x="8908484" y="651695"/>
                </a:lnTo>
                <a:cubicBezTo>
                  <a:pt x="8908681" y="651430"/>
                  <a:pt x="8909274" y="651233"/>
                  <a:pt x="8909274" y="651233"/>
                </a:cubicBezTo>
                <a:close/>
                <a:moveTo>
                  <a:pt x="6110888" y="651233"/>
                </a:moveTo>
                <a:lnTo>
                  <a:pt x="6119953" y="651233"/>
                </a:lnTo>
                <a:cubicBezTo>
                  <a:pt x="6120280" y="651233"/>
                  <a:pt x="6120740" y="651692"/>
                  <a:pt x="6120740" y="651692"/>
                </a:cubicBezTo>
                <a:lnTo>
                  <a:pt x="6125272" y="659575"/>
                </a:lnTo>
                <a:cubicBezTo>
                  <a:pt x="6125403" y="659839"/>
                  <a:pt x="6125272" y="660428"/>
                  <a:pt x="6125272" y="660428"/>
                </a:cubicBezTo>
                <a:lnTo>
                  <a:pt x="6120740" y="668311"/>
                </a:lnTo>
                <a:cubicBezTo>
                  <a:pt x="6120543" y="668575"/>
                  <a:pt x="6119953" y="668773"/>
                  <a:pt x="6119953" y="668773"/>
                </a:cubicBezTo>
                <a:lnTo>
                  <a:pt x="6110888" y="668773"/>
                </a:lnTo>
                <a:cubicBezTo>
                  <a:pt x="6110560" y="668773"/>
                  <a:pt x="6110101" y="668311"/>
                  <a:pt x="6110101" y="668311"/>
                </a:cubicBezTo>
                <a:lnTo>
                  <a:pt x="6105567" y="660428"/>
                </a:lnTo>
                <a:cubicBezTo>
                  <a:pt x="6105436" y="660165"/>
                  <a:pt x="6105567" y="659575"/>
                  <a:pt x="6105567" y="659575"/>
                </a:cubicBezTo>
                <a:lnTo>
                  <a:pt x="6110101" y="651692"/>
                </a:lnTo>
                <a:cubicBezTo>
                  <a:pt x="6110296" y="651430"/>
                  <a:pt x="6110888" y="651233"/>
                  <a:pt x="6110888" y="651233"/>
                </a:cubicBezTo>
                <a:close/>
                <a:moveTo>
                  <a:pt x="5347746" y="651233"/>
                </a:moveTo>
                <a:lnTo>
                  <a:pt x="5356810" y="651233"/>
                </a:lnTo>
                <a:cubicBezTo>
                  <a:pt x="5357138" y="651233"/>
                  <a:pt x="5357598" y="651695"/>
                  <a:pt x="5357598" y="651695"/>
                </a:cubicBezTo>
                <a:lnTo>
                  <a:pt x="5362130" y="659575"/>
                </a:lnTo>
                <a:cubicBezTo>
                  <a:pt x="5362261" y="659839"/>
                  <a:pt x="5362130" y="660428"/>
                  <a:pt x="5362130" y="660428"/>
                </a:cubicBezTo>
                <a:lnTo>
                  <a:pt x="5357598" y="668314"/>
                </a:lnTo>
                <a:cubicBezTo>
                  <a:pt x="5357401" y="668577"/>
                  <a:pt x="5356810" y="668773"/>
                  <a:pt x="5356810" y="668773"/>
                </a:cubicBezTo>
                <a:lnTo>
                  <a:pt x="5347746" y="668773"/>
                </a:lnTo>
                <a:cubicBezTo>
                  <a:pt x="5347418" y="668773"/>
                  <a:pt x="5346958" y="668314"/>
                  <a:pt x="5346958" y="668314"/>
                </a:cubicBezTo>
                <a:lnTo>
                  <a:pt x="5342425" y="660428"/>
                </a:lnTo>
                <a:cubicBezTo>
                  <a:pt x="5342295" y="660165"/>
                  <a:pt x="5342425" y="659575"/>
                  <a:pt x="5342425" y="659575"/>
                </a:cubicBezTo>
                <a:lnTo>
                  <a:pt x="5346958" y="651695"/>
                </a:lnTo>
                <a:cubicBezTo>
                  <a:pt x="5347154" y="651430"/>
                  <a:pt x="5347746" y="651233"/>
                  <a:pt x="5347746" y="651233"/>
                </a:cubicBezTo>
                <a:close/>
                <a:moveTo>
                  <a:pt x="8654892" y="651223"/>
                </a:moveTo>
                <a:lnTo>
                  <a:pt x="8663955" y="651223"/>
                </a:lnTo>
                <a:cubicBezTo>
                  <a:pt x="8664285" y="651223"/>
                  <a:pt x="8664744" y="651685"/>
                  <a:pt x="8664744" y="651685"/>
                </a:cubicBezTo>
                <a:lnTo>
                  <a:pt x="8669277" y="659565"/>
                </a:lnTo>
                <a:cubicBezTo>
                  <a:pt x="8669408" y="659830"/>
                  <a:pt x="8669277" y="660421"/>
                  <a:pt x="8669277" y="660421"/>
                </a:cubicBezTo>
                <a:lnTo>
                  <a:pt x="8664744" y="668304"/>
                </a:lnTo>
                <a:cubicBezTo>
                  <a:pt x="8664548" y="668565"/>
                  <a:pt x="8663955" y="668764"/>
                  <a:pt x="8663955" y="668764"/>
                </a:cubicBezTo>
                <a:lnTo>
                  <a:pt x="8654892" y="668764"/>
                </a:lnTo>
                <a:cubicBezTo>
                  <a:pt x="8654565" y="668764"/>
                  <a:pt x="8654104" y="668304"/>
                  <a:pt x="8654104" y="668304"/>
                </a:cubicBezTo>
                <a:lnTo>
                  <a:pt x="8649572" y="660421"/>
                </a:lnTo>
                <a:cubicBezTo>
                  <a:pt x="8649441" y="660154"/>
                  <a:pt x="8649572" y="659565"/>
                  <a:pt x="8649572" y="659565"/>
                </a:cubicBezTo>
                <a:lnTo>
                  <a:pt x="8654104" y="651685"/>
                </a:lnTo>
                <a:cubicBezTo>
                  <a:pt x="8654301" y="651419"/>
                  <a:pt x="8654892" y="651223"/>
                  <a:pt x="8654892" y="651223"/>
                </a:cubicBezTo>
                <a:close/>
                <a:moveTo>
                  <a:pt x="5493" y="651223"/>
                </a:moveTo>
                <a:lnTo>
                  <a:pt x="14556" y="651223"/>
                </a:lnTo>
                <a:lnTo>
                  <a:pt x="14559" y="651223"/>
                </a:lnTo>
                <a:lnTo>
                  <a:pt x="14624" y="651223"/>
                </a:lnTo>
                <a:cubicBezTo>
                  <a:pt x="14953" y="651223"/>
                  <a:pt x="15412" y="651685"/>
                  <a:pt x="15412" y="651685"/>
                </a:cubicBezTo>
                <a:lnTo>
                  <a:pt x="19944" y="659565"/>
                </a:lnTo>
                <a:cubicBezTo>
                  <a:pt x="20076" y="659830"/>
                  <a:pt x="19944" y="660421"/>
                  <a:pt x="19944" y="660421"/>
                </a:cubicBezTo>
                <a:lnTo>
                  <a:pt x="15412" y="668304"/>
                </a:lnTo>
                <a:cubicBezTo>
                  <a:pt x="15215" y="668568"/>
                  <a:pt x="14624" y="668764"/>
                  <a:pt x="14624" y="668764"/>
                </a:cubicBezTo>
                <a:lnTo>
                  <a:pt x="5561" y="668764"/>
                </a:lnTo>
                <a:lnTo>
                  <a:pt x="5559" y="668764"/>
                </a:lnTo>
                <a:lnTo>
                  <a:pt x="5493" y="668764"/>
                </a:lnTo>
                <a:cubicBezTo>
                  <a:pt x="5165" y="668764"/>
                  <a:pt x="4705" y="668304"/>
                  <a:pt x="4705" y="668304"/>
                </a:cubicBezTo>
                <a:lnTo>
                  <a:pt x="173" y="660421"/>
                </a:lnTo>
                <a:cubicBezTo>
                  <a:pt x="42" y="660154"/>
                  <a:pt x="173" y="659565"/>
                  <a:pt x="173" y="659565"/>
                </a:cubicBezTo>
                <a:lnTo>
                  <a:pt x="4705" y="651685"/>
                </a:lnTo>
                <a:cubicBezTo>
                  <a:pt x="4902" y="651419"/>
                  <a:pt x="5493" y="651223"/>
                  <a:pt x="5493" y="651223"/>
                </a:cubicBezTo>
                <a:close/>
                <a:moveTo>
                  <a:pt x="3567119" y="651222"/>
                </a:moveTo>
                <a:lnTo>
                  <a:pt x="3576182" y="651222"/>
                </a:lnTo>
                <a:cubicBezTo>
                  <a:pt x="3576511" y="651222"/>
                  <a:pt x="3576971" y="651682"/>
                  <a:pt x="3576971" y="651682"/>
                </a:cubicBezTo>
                <a:lnTo>
                  <a:pt x="3581503" y="659565"/>
                </a:lnTo>
                <a:cubicBezTo>
                  <a:pt x="3581634" y="659823"/>
                  <a:pt x="3581503" y="660421"/>
                  <a:pt x="3581503" y="660421"/>
                </a:cubicBezTo>
                <a:lnTo>
                  <a:pt x="3576971" y="668302"/>
                </a:lnTo>
                <a:cubicBezTo>
                  <a:pt x="3576774" y="668565"/>
                  <a:pt x="3576182" y="668764"/>
                  <a:pt x="3576182" y="668764"/>
                </a:cubicBezTo>
                <a:lnTo>
                  <a:pt x="3567119" y="668764"/>
                </a:lnTo>
                <a:cubicBezTo>
                  <a:pt x="3566790" y="668764"/>
                  <a:pt x="3566331" y="668302"/>
                  <a:pt x="3566331" y="668302"/>
                </a:cubicBezTo>
                <a:lnTo>
                  <a:pt x="3561796" y="660421"/>
                </a:lnTo>
                <a:cubicBezTo>
                  <a:pt x="3561664" y="660154"/>
                  <a:pt x="3561796" y="659565"/>
                  <a:pt x="3561796" y="659565"/>
                </a:cubicBezTo>
                <a:lnTo>
                  <a:pt x="3566331" y="651682"/>
                </a:lnTo>
                <a:cubicBezTo>
                  <a:pt x="3566527" y="651419"/>
                  <a:pt x="3567119" y="651222"/>
                  <a:pt x="3567119" y="651222"/>
                </a:cubicBezTo>
                <a:close/>
                <a:moveTo>
                  <a:pt x="7637304" y="651214"/>
                </a:moveTo>
                <a:lnTo>
                  <a:pt x="7646367" y="651214"/>
                </a:lnTo>
                <a:cubicBezTo>
                  <a:pt x="7646696" y="651214"/>
                  <a:pt x="7647156" y="651678"/>
                  <a:pt x="7647156" y="651678"/>
                </a:cubicBezTo>
                <a:lnTo>
                  <a:pt x="7651687" y="659557"/>
                </a:lnTo>
                <a:cubicBezTo>
                  <a:pt x="7651819" y="659823"/>
                  <a:pt x="7651687" y="660410"/>
                  <a:pt x="7651687" y="660410"/>
                </a:cubicBezTo>
                <a:lnTo>
                  <a:pt x="7647156" y="668297"/>
                </a:lnTo>
                <a:cubicBezTo>
                  <a:pt x="7646958" y="668559"/>
                  <a:pt x="7646367" y="668755"/>
                  <a:pt x="7646367" y="668755"/>
                </a:cubicBezTo>
                <a:lnTo>
                  <a:pt x="7637304" y="668755"/>
                </a:lnTo>
                <a:cubicBezTo>
                  <a:pt x="7636975" y="668755"/>
                  <a:pt x="7636516" y="668297"/>
                  <a:pt x="7636516" y="668297"/>
                </a:cubicBezTo>
                <a:lnTo>
                  <a:pt x="7631983" y="660410"/>
                </a:lnTo>
                <a:cubicBezTo>
                  <a:pt x="7631851" y="660151"/>
                  <a:pt x="7631983" y="659557"/>
                  <a:pt x="7631983" y="659557"/>
                </a:cubicBezTo>
                <a:lnTo>
                  <a:pt x="7636516" y="651678"/>
                </a:lnTo>
                <a:cubicBezTo>
                  <a:pt x="7636713" y="651412"/>
                  <a:pt x="7637304" y="651214"/>
                  <a:pt x="7637304" y="651214"/>
                </a:cubicBezTo>
                <a:close/>
                <a:moveTo>
                  <a:pt x="4075880" y="651214"/>
                </a:moveTo>
                <a:lnTo>
                  <a:pt x="4084943" y="651214"/>
                </a:lnTo>
                <a:cubicBezTo>
                  <a:pt x="4085271" y="651214"/>
                  <a:pt x="4085730" y="651678"/>
                  <a:pt x="4085730" y="651678"/>
                </a:cubicBezTo>
                <a:lnTo>
                  <a:pt x="4090262" y="659555"/>
                </a:lnTo>
                <a:cubicBezTo>
                  <a:pt x="4090394" y="659820"/>
                  <a:pt x="4090262" y="660410"/>
                  <a:pt x="4090262" y="660410"/>
                </a:cubicBezTo>
                <a:lnTo>
                  <a:pt x="4085730" y="668294"/>
                </a:lnTo>
                <a:cubicBezTo>
                  <a:pt x="4085534" y="668557"/>
                  <a:pt x="4084943" y="668755"/>
                  <a:pt x="4084943" y="668755"/>
                </a:cubicBezTo>
                <a:lnTo>
                  <a:pt x="4075880" y="668755"/>
                </a:lnTo>
                <a:cubicBezTo>
                  <a:pt x="4075550" y="668755"/>
                  <a:pt x="4075092" y="668294"/>
                  <a:pt x="4075092" y="668294"/>
                </a:cubicBezTo>
                <a:lnTo>
                  <a:pt x="4070560" y="660410"/>
                </a:lnTo>
                <a:cubicBezTo>
                  <a:pt x="4070426" y="660149"/>
                  <a:pt x="4070560" y="659555"/>
                  <a:pt x="4070560" y="659555"/>
                </a:cubicBezTo>
                <a:lnTo>
                  <a:pt x="4075092" y="651678"/>
                </a:lnTo>
                <a:cubicBezTo>
                  <a:pt x="4075287" y="651410"/>
                  <a:pt x="4075880" y="651214"/>
                  <a:pt x="4075880" y="651214"/>
                </a:cubicBezTo>
                <a:close/>
                <a:moveTo>
                  <a:pt x="3058310" y="651212"/>
                </a:moveTo>
                <a:lnTo>
                  <a:pt x="3067374" y="651212"/>
                </a:lnTo>
                <a:cubicBezTo>
                  <a:pt x="3067704" y="651212"/>
                  <a:pt x="3068163" y="651670"/>
                  <a:pt x="3068163" y="651670"/>
                </a:cubicBezTo>
                <a:lnTo>
                  <a:pt x="3072695" y="659552"/>
                </a:lnTo>
                <a:cubicBezTo>
                  <a:pt x="3072826" y="659817"/>
                  <a:pt x="3072695" y="660408"/>
                  <a:pt x="3072695" y="660408"/>
                </a:cubicBezTo>
                <a:lnTo>
                  <a:pt x="3068163" y="668291"/>
                </a:lnTo>
                <a:cubicBezTo>
                  <a:pt x="3067966" y="668554"/>
                  <a:pt x="3067374" y="668750"/>
                  <a:pt x="3067374" y="668750"/>
                </a:cubicBezTo>
                <a:lnTo>
                  <a:pt x="3058310" y="668750"/>
                </a:lnTo>
                <a:cubicBezTo>
                  <a:pt x="3057982" y="668750"/>
                  <a:pt x="3057521" y="668291"/>
                  <a:pt x="3057521" y="668291"/>
                </a:cubicBezTo>
                <a:lnTo>
                  <a:pt x="3052991" y="660408"/>
                </a:lnTo>
                <a:cubicBezTo>
                  <a:pt x="3052859" y="660143"/>
                  <a:pt x="3052991" y="659552"/>
                  <a:pt x="3052991" y="659552"/>
                </a:cubicBezTo>
                <a:lnTo>
                  <a:pt x="3057521" y="651670"/>
                </a:lnTo>
                <a:cubicBezTo>
                  <a:pt x="3057721" y="651409"/>
                  <a:pt x="3058310" y="651212"/>
                  <a:pt x="3058310" y="651212"/>
                </a:cubicBezTo>
                <a:close/>
                <a:moveTo>
                  <a:pt x="4838919" y="651208"/>
                </a:moveTo>
                <a:lnTo>
                  <a:pt x="4847982" y="651208"/>
                </a:lnTo>
                <a:cubicBezTo>
                  <a:pt x="4848311" y="651208"/>
                  <a:pt x="4848772" y="651668"/>
                  <a:pt x="4848772" y="651668"/>
                </a:cubicBezTo>
                <a:lnTo>
                  <a:pt x="4853303" y="659552"/>
                </a:lnTo>
                <a:cubicBezTo>
                  <a:pt x="4853435" y="659813"/>
                  <a:pt x="4853303" y="660405"/>
                  <a:pt x="4853303" y="660405"/>
                </a:cubicBezTo>
                <a:lnTo>
                  <a:pt x="4848772" y="668286"/>
                </a:lnTo>
                <a:cubicBezTo>
                  <a:pt x="4848575" y="668550"/>
                  <a:pt x="4847982" y="668746"/>
                  <a:pt x="4847982" y="668746"/>
                </a:cubicBezTo>
                <a:lnTo>
                  <a:pt x="4838919" y="668746"/>
                </a:lnTo>
                <a:cubicBezTo>
                  <a:pt x="4838590" y="668746"/>
                  <a:pt x="4838132" y="668286"/>
                  <a:pt x="4838132" y="668286"/>
                </a:cubicBezTo>
                <a:lnTo>
                  <a:pt x="4833598" y="660405"/>
                </a:lnTo>
                <a:cubicBezTo>
                  <a:pt x="4833467" y="660139"/>
                  <a:pt x="4833598" y="659552"/>
                  <a:pt x="4833598" y="659552"/>
                </a:cubicBezTo>
                <a:lnTo>
                  <a:pt x="4838132" y="651668"/>
                </a:lnTo>
                <a:cubicBezTo>
                  <a:pt x="4838328" y="651407"/>
                  <a:pt x="4838919" y="651208"/>
                  <a:pt x="4838919" y="651208"/>
                </a:cubicBezTo>
                <a:close/>
                <a:moveTo>
                  <a:pt x="6365334" y="651204"/>
                </a:moveTo>
                <a:lnTo>
                  <a:pt x="6374397" y="651204"/>
                </a:lnTo>
                <a:cubicBezTo>
                  <a:pt x="6374727" y="651204"/>
                  <a:pt x="6375186" y="651668"/>
                  <a:pt x="6375186" y="651668"/>
                </a:cubicBezTo>
                <a:lnTo>
                  <a:pt x="6379718" y="659548"/>
                </a:lnTo>
                <a:cubicBezTo>
                  <a:pt x="6379849" y="659809"/>
                  <a:pt x="6379718" y="660401"/>
                  <a:pt x="6379718" y="660401"/>
                </a:cubicBezTo>
                <a:lnTo>
                  <a:pt x="6375186" y="668282"/>
                </a:lnTo>
                <a:cubicBezTo>
                  <a:pt x="6374988" y="668548"/>
                  <a:pt x="6374397" y="668745"/>
                  <a:pt x="6374397" y="668745"/>
                </a:cubicBezTo>
                <a:lnTo>
                  <a:pt x="6365334" y="668745"/>
                </a:lnTo>
                <a:cubicBezTo>
                  <a:pt x="6365005" y="668745"/>
                  <a:pt x="6364546" y="668282"/>
                  <a:pt x="6364546" y="668282"/>
                </a:cubicBezTo>
                <a:lnTo>
                  <a:pt x="6360014" y="660401"/>
                </a:lnTo>
                <a:cubicBezTo>
                  <a:pt x="6359882" y="660139"/>
                  <a:pt x="6360014" y="659548"/>
                  <a:pt x="6360014" y="659548"/>
                </a:cubicBezTo>
                <a:lnTo>
                  <a:pt x="6364546" y="651668"/>
                </a:lnTo>
                <a:cubicBezTo>
                  <a:pt x="6364743" y="651403"/>
                  <a:pt x="6365334" y="651204"/>
                  <a:pt x="6365334" y="651204"/>
                </a:cubicBezTo>
                <a:close/>
                <a:moveTo>
                  <a:pt x="2803838" y="651204"/>
                </a:moveTo>
                <a:lnTo>
                  <a:pt x="2812903" y="651204"/>
                </a:lnTo>
                <a:cubicBezTo>
                  <a:pt x="2813231" y="651204"/>
                  <a:pt x="2813691" y="651663"/>
                  <a:pt x="2813691" y="651663"/>
                </a:cubicBezTo>
                <a:lnTo>
                  <a:pt x="2818223" y="659544"/>
                </a:lnTo>
                <a:cubicBezTo>
                  <a:pt x="2818354" y="659809"/>
                  <a:pt x="2818223" y="660399"/>
                  <a:pt x="2818223" y="660399"/>
                </a:cubicBezTo>
                <a:lnTo>
                  <a:pt x="2813691" y="668282"/>
                </a:lnTo>
                <a:cubicBezTo>
                  <a:pt x="2813494" y="668545"/>
                  <a:pt x="2812903" y="668743"/>
                  <a:pt x="2812903" y="668743"/>
                </a:cubicBezTo>
                <a:lnTo>
                  <a:pt x="2803838" y="668743"/>
                </a:lnTo>
                <a:cubicBezTo>
                  <a:pt x="2803509" y="668743"/>
                  <a:pt x="2803049" y="668282"/>
                  <a:pt x="2803049" y="668282"/>
                </a:cubicBezTo>
                <a:lnTo>
                  <a:pt x="2798517" y="660399"/>
                </a:lnTo>
                <a:cubicBezTo>
                  <a:pt x="2798386" y="660137"/>
                  <a:pt x="2798517" y="659544"/>
                  <a:pt x="2798517" y="659544"/>
                </a:cubicBezTo>
                <a:lnTo>
                  <a:pt x="2803049" y="651663"/>
                </a:lnTo>
                <a:cubicBezTo>
                  <a:pt x="2803247" y="651400"/>
                  <a:pt x="2803838" y="651204"/>
                  <a:pt x="2803838" y="651204"/>
                </a:cubicBezTo>
                <a:close/>
                <a:moveTo>
                  <a:pt x="5093300" y="651202"/>
                </a:moveTo>
                <a:lnTo>
                  <a:pt x="5102364" y="651202"/>
                </a:lnTo>
                <a:cubicBezTo>
                  <a:pt x="5102693" y="651202"/>
                  <a:pt x="5103153" y="651660"/>
                  <a:pt x="5103153" y="651660"/>
                </a:cubicBezTo>
                <a:lnTo>
                  <a:pt x="5107684" y="659540"/>
                </a:lnTo>
                <a:cubicBezTo>
                  <a:pt x="5107815" y="659804"/>
                  <a:pt x="5107684" y="660397"/>
                  <a:pt x="5107684" y="660397"/>
                </a:cubicBezTo>
                <a:lnTo>
                  <a:pt x="5103153" y="668279"/>
                </a:lnTo>
                <a:cubicBezTo>
                  <a:pt x="5102955" y="668541"/>
                  <a:pt x="5102364" y="668739"/>
                  <a:pt x="5102364" y="668739"/>
                </a:cubicBezTo>
                <a:lnTo>
                  <a:pt x="5093300" y="668739"/>
                </a:lnTo>
                <a:cubicBezTo>
                  <a:pt x="5092972" y="668739"/>
                  <a:pt x="5092512" y="668279"/>
                  <a:pt x="5092512" y="668279"/>
                </a:cubicBezTo>
                <a:lnTo>
                  <a:pt x="5087979" y="660397"/>
                </a:lnTo>
                <a:cubicBezTo>
                  <a:pt x="5087848" y="660132"/>
                  <a:pt x="5087979" y="659540"/>
                  <a:pt x="5087979" y="659540"/>
                </a:cubicBezTo>
                <a:lnTo>
                  <a:pt x="5092512" y="651660"/>
                </a:lnTo>
                <a:cubicBezTo>
                  <a:pt x="5092708" y="651397"/>
                  <a:pt x="5093300" y="651202"/>
                  <a:pt x="5093300" y="651202"/>
                </a:cubicBezTo>
                <a:close/>
                <a:moveTo>
                  <a:pt x="3312672" y="651200"/>
                </a:moveTo>
                <a:lnTo>
                  <a:pt x="3321735" y="651200"/>
                </a:lnTo>
                <a:cubicBezTo>
                  <a:pt x="3322064" y="651200"/>
                  <a:pt x="3322524" y="651658"/>
                  <a:pt x="3322524" y="651658"/>
                </a:cubicBezTo>
                <a:lnTo>
                  <a:pt x="3327056" y="659540"/>
                </a:lnTo>
                <a:cubicBezTo>
                  <a:pt x="3327187" y="659804"/>
                  <a:pt x="3327056" y="660397"/>
                  <a:pt x="3327056" y="660397"/>
                </a:cubicBezTo>
                <a:lnTo>
                  <a:pt x="3322524" y="668279"/>
                </a:lnTo>
                <a:cubicBezTo>
                  <a:pt x="3322327" y="668541"/>
                  <a:pt x="3321735" y="668736"/>
                  <a:pt x="3321735" y="668736"/>
                </a:cubicBezTo>
                <a:lnTo>
                  <a:pt x="3312672" y="668736"/>
                </a:lnTo>
                <a:cubicBezTo>
                  <a:pt x="3312342" y="668736"/>
                  <a:pt x="3311883" y="668279"/>
                  <a:pt x="3311883" y="668279"/>
                </a:cubicBezTo>
                <a:lnTo>
                  <a:pt x="3307351" y="660397"/>
                </a:lnTo>
                <a:cubicBezTo>
                  <a:pt x="3307219" y="660132"/>
                  <a:pt x="3307351" y="659540"/>
                  <a:pt x="3307351" y="659540"/>
                </a:cubicBezTo>
                <a:lnTo>
                  <a:pt x="3311883" y="651658"/>
                </a:lnTo>
                <a:cubicBezTo>
                  <a:pt x="3312079" y="651397"/>
                  <a:pt x="3312672" y="651200"/>
                  <a:pt x="3312672" y="651200"/>
                </a:cubicBezTo>
                <a:close/>
                <a:moveTo>
                  <a:pt x="9163654" y="651192"/>
                </a:moveTo>
                <a:lnTo>
                  <a:pt x="9172718" y="651192"/>
                </a:lnTo>
                <a:cubicBezTo>
                  <a:pt x="9173046" y="651192"/>
                  <a:pt x="9173506" y="651651"/>
                  <a:pt x="9173506" y="651651"/>
                </a:cubicBezTo>
                <a:lnTo>
                  <a:pt x="9178038" y="659535"/>
                </a:lnTo>
                <a:cubicBezTo>
                  <a:pt x="9178169" y="659795"/>
                  <a:pt x="9178038" y="660387"/>
                  <a:pt x="9178038" y="660387"/>
                </a:cubicBezTo>
                <a:lnTo>
                  <a:pt x="9173506" y="668270"/>
                </a:lnTo>
                <a:cubicBezTo>
                  <a:pt x="9173309" y="668534"/>
                  <a:pt x="9172718" y="668732"/>
                  <a:pt x="9172718" y="668732"/>
                </a:cubicBezTo>
                <a:lnTo>
                  <a:pt x="9163654" y="668732"/>
                </a:lnTo>
                <a:cubicBezTo>
                  <a:pt x="9163326" y="668732"/>
                  <a:pt x="9162866" y="668270"/>
                  <a:pt x="9162866" y="668270"/>
                </a:cubicBezTo>
                <a:lnTo>
                  <a:pt x="9158333" y="660387"/>
                </a:lnTo>
                <a:cubicBezTo>
                  <a:pt x="9158202" y="660126"/>
                  <a:pt x="9158333" y="659535"/>
                  <a:pt x="9158333" y="659535"/>
                </a:cubicBezTo>
                <a:lnTo>
                  <a:pt x="9162866" y="651651"/>
                </a:lnTo>
                <a:cubicBezTo>
                  <a:pt x="9163062" y="651389"/>
                  <a:pt x="9163654" y="651192"/>
                  <a:pt x="9163654" y="651192"/>
                </a:cubicBezTo>
                <a:close/>
                <a:moveTo>
                  <a:pt x="8400511" y="651192"/>
                </a:moveTo>
                <a:lnTo>
                  <a:pt x="8409575" y="651192"/>
                </a:lnTo>
                <a:cubicBezTo>
                  <a:pt x="8409904" y="651192"/>
                  <a:pt x="8410363" y="651654"/>
                  <a:pt x="8410363" y="651654"/>
                </a:cubicBezTo>
                <a:lnTo>
                  <a:pt x="8414896" y="659535"/>
                </a:lnTo>
                <a:cubicBezTo>
                  <a:pt x="8415027" y="659800"/>
                  <a:pt x="8414896" y="660390"/>
                  <a:pt x="8414896" y="660390"/>
                </a:cubicBezTo>
                <a:lnTo>
                  <a:pt x="8410363" y="668272"/>
                </a:lnTo>
                <a:cubicBezTo>
                  <a:pt x="8410166" y="668534"/>
                  <a:pt x="8409575" y="668732"/>
                  <a:pt x="8409575" y="668732"/>
                </a:cubicBezTo>
                <a:lnTo>
                  <a:pt x="8400511" y="668732"/>
                </a:lnTo>
                <a:cubicBezTo>
                  <a:pt x="8400184" y="668732"/>
                  <a:pt x="8399723" y="668272"/>
                  <a:pt x="8399723" y="668272"/>
                </a:cubicBezTo>
                <a:lnTo>
                  <a:pt x="8395191" y="660390"/>
                </a:lnTo>
                <a:cubicBezTo>
                  <a:pt x="8395060" y="660126"/>
                  <a:pt x="8395191" y="659535"/>
                  <a:pt x="8395191" y="659535"/>
                </a:cubicBezTo>
                <a:lnTo>
                  <a:pt x="8399723" y="651654"/>
                </a:lnTo>
                <a:cubicBezTo>
                  <a:pt x="8399920" y="651389"/>
                  <a:pt x="8400511" y="651192"/>
                  <a:pt x="8400511" y="651192"/>
                </a:cubicBezTo>
                <a:close/>
                <a:moveTo>
                  <a:pt x="6619714" y="651181"/>
                </a:moveTo>
                <a:lnTo>
                  <a:pt x="6628778" y="651181"/>
                </a:lnTo>
                <a:cubicBezTo>
                  <a:pt x="6629107" y="651181"/>
                  <a:pt x="6629566" y="651639"/>
                  <a:pt x="6629566" y="651639"/>
                </a:cubicBezTo>
                <a:lnTo>
                  <a:pt x="6634099" y="659524"/>
                </a:lnTo>
                <a:cubicBezTo>
                  <a:pt x="6634230" y="659784"/>
                  <a:pt x="6634099" y="660376"/>
                  <a:pt x="6634099" y="660376"/>
                </a:cubicBezTo>
                <a:lnTo>
                  <a:pt x="6629566" y="668258"/>
                </a:lnTo>
                <a:cubicBezTo>
                  <a:pt x="6629369" y="668519"/>
                  <a:pt x="6628778" y="668720"/>
                  <a:pt x="6628778" y="668720"/>
                </a:cubicBezTo>
                <a:lnTo>
                  <a:pt x="6619714" y="668720"/>
                </a:lnTo>
                <a:cubicBezTo>
                  <a:pt x="6619387" y="668720"/>
                  <a:pt x="6618926" y="668258"/>
                  <a:pt x="6618926" y="668258"/>
                </a:cubicBezTo>
                <a:lnTo>
                  <a:pt x="6614394" y="660376"/>
                </a:lnTo>
                <a:cubicBezTo>
                  <a:pt x="6614263" y="660114"/>
                  <a:pt x="6614394" y="659524"/>
                  <a:pt x="6614394" y="659524"/>
                </a:cubicBezTo>
                <a:lnTo>
                  <a:pt x="6618926" y="651639"/>
                </a:lnTo>
                <a:cubicBezTo>
                  <a:pt x="6619123" y="651380"/>
                  <a:pt x="6619714" y="651181"/>
                  <a:pt x="6619714" y="651181"/>
                </a:cubicBezTo>
                <a:close/>
                <a:moveTo>
                  <a:pt x="2549382" y="651169"/>
                </a:moveTo>
                <a:lnTo>
                  <a:pt x="2558448" y="651169"/>
                </a:lnTo>
                <a:cubicBezTo>
                  <a:pt x="2558777" y="651169"/>
                  <a:pt x="2559236" y="651629"/>
                  <a:pt x="2559236" y="651629"/>
                </a:cubicBezTo>
                <a:lnTo>
                  <a:pt x="2563768" y="659511"/>
                </a:lnTo>
                <a:cubicBezTo>
                  <a:pt x="2563898" y="659773"/>
                  <a:pt x="2563768" y="660364"/>
                  <a:pt x="2563768" y="660364"/>
                </a:cubicBezTo>
                <a:lnTo>
                  <a:pt x="2559236" y="668247"/>
                </a:lnTo>
                <a:cubicBezTo>
                  <a:pt x="2559039" y="668509"/>
                  <a:pt x="2558448" y="668708"/>
                  <a:pt x="2558448" y="668708"/>
                </a:cubicBezTo>
                <a:lnTo>
                  <a:pt x="2549382" y="668708"/>
                </a:lnTo>
                <a:cubicBezTo>
                  <a:pt x="2549056" y="668708"/>
                  <a:pt x="2548594" y="668247"/>
                  <a:pt x="2548594" y="668247"/>
                </a:cubicBezTo>
                <a:lnTo>
                  <a:pt x="2544063" y="660364"/>
                </a:lnTo>
                <a:cubicBezTo>
                  <a:pt x="2543932" y="660102"/>
                  <a:pt x="2544063" y="659511"/>
                  <a:pt x="2544063" y="659511"/>
                </a:cubicBezTo>
                <a:lnTo>
                  <a:pt x="2548594" y="651629"/>
                </a:lnTo>
                <a:cubicBezTo>
                  <a:pt x="2548791" y="651366"/>
                  <a:pt x="2549382" y="651169"/>
                  <a:pt x="2549382" y="651169"/>
                </a:cubicBezTo>
                <a:close/>
                <a:moveTo>
                  <a:pt x="7128477" y="651167"/>
                </a:moveTo>
                <a:lnTo>
                  <a:pt x="7137540" y="651167"/>
                </a:lnTo>
                <a:cubicBezTo>
                  <a:pt x="7137869" y="651167"/>
                  <a:pt x="7138328" y="651628"/>
                  <a:pt x="7138328" y="651628"/>
                </a:cubicBezTo>
                <a:lnTo>
                  <a:pt x="7142860" y="659508"/>
                </a:lnTo>
                <a:cubicBezTo>
                  <a:pt x="7142992" y="659771"/>
                  <a:pt x="7142860" y="660362"/>
                  <a:pt x="7142860" y="660362"/>
                </a:cubicBezTo>
                <a:lnTo>
                  <a:pt x="7138328" y="668246"/>
                </a:lnTo>
                <a:cubicBezTo>
                  <a:pt x="7138131" y="668507"/>
                  <a:pt x="7137540" y="668704"/>
                  <a:pt x="7137540" y="668704"/>
                </a:cubicBezTo>
                <a:lnTo>
                  <a:pt x="7128477" y="668704"/>
                </a:lnTo>
                <a:cubicBezTo>
                  <a:pt x="7128148" y="668704"/>
                  <a:pt x="7127689" y="668246"/>
                  <a:pt x="7127689" y="668246"/>
                </a:cubicBezTo>
                <a:lnTo>
                  <a:pt x="7123156" y="660362"/>
                </a:lnTo>
                <a:cubicBezTo>
                  <a:pt x="7123024" y="660100"/>
                  <a:pt x="7123156" y="659508"/>
                  <a:pt x="7123156" y="659508"/>
                </a:cubicBezTo>
                <a:lnTo>
                  <a:pt x="7127689" y="651628"/>
                </a:lnTo>
                <a:cubicBezTo>
                  <a:pt x="7127885" y="651364"/>
                  <a:pt x="7128477" y="651167"/>
                  <a:pt x="7128477" y="651167"/>
                </a:cubicBezTo>
                <a:close/>
                <a:moveTo>
                  <a:pt x="4584538" y="651167"/>
                </a:moveTo>
                <a:lnTo>
                  <a:pt x="4593603" y="651167"/>
                </a:lnTo>
                <a:cubicBezTo>
                  <a:pt x="4593932" y="651167"/>
                  <a:pt x="4594390" y="651628"/>
                  <a:pt x="4594390" y="651628"/>
                </a:cubicBezTo>
                <a:lnTo>
                  <a:pt x="4598922" y="659508"/>
                </a:lnTo>
                <a:cubicBezTo>
                  <a:pt x="4599054" y="659772"/>
                  <a:pt x="4598922" y="660362"/>
                  <a:pt x="4598922" y="660362"/>
                </a:cubicBezTo>
                <a:lnTo>
                  <a:pt x="4594390" y="668246"/>
                </a:lnTo>
                <a:cubicBezTo>
                  <a:pt x="4594193" y="668507"/>
                  <a:pt x="4593603" y="668704"/>
                  <a:pt x="4593603" y="668704"/>
                </a:cubicBezTo>
                <a:lnTo>
                  <a:pt x="4584538" y="668704"/>
                </a:lnTo>
                <a:cubicBezTo>
                  <a:pt x="4584210" y="668704"/>
                  <a:pt x="4583749" y="668246"/>
                  <a:pt x="4583749" y="668246"/>
                </a:cubicBezTo>
                <a:lnTo>
                  <a:pt x="4579218" y="660362"/>
                </a:lnTo>
                <a:cubicBezTo>
                  <a:pt x="4579087" y="660101"/>
                  <a:pt x="4579218" y="659508"/>
                  <a:pt x="4579218" y="659508"/>
                </a:cubicBezTo>
                <a:lnTo>
                  <a:pt x="4583749" y="651628"/>
                </a:lnTo>
                <a:cubicBezTo>
                  <a:pt x="4583948" y="651364"/>
                  <a:pt x="4584538" y="651167"/>
                  <a:pt x="4584538" y="651167"/>
                </a:cubicBezTo>
                <a:close/>
                <a:moveTo>
                  <a:pt x="9418035" y="651165"/>
                </a:moveTo>
                <a:lnTo>
                  <a:pt x="9427099" y="651165"/>
                </a:lnTo>
                <a:cubicBezTo>
                  <a:pt x="9427427" y="651165"/>
                  <a:pt x="9427887" y="651626"/>
                  <a:pt x="9427887" y="651626"/>
                </a:cubicBezTo>
                <a:lnTo>
                  <a:pt x="9432419" y="659507"/>
                </a:lnTo>
                <a:cubicBezTo>
                  <a:pt x="9432550" y="659770"/>
                  <a:pt x="9432419" y="660361"/>
                  <a:pt x="9432419" y="660361"/>
                </a:cubicBezTo>
                <a:lnTo>
                  <a:pt x="9427887" y="668244"/>
                </a:lnTo>
                <a:cubicBezTo>
                  <a:pt x="9427690" y="668505"/>
                  <a:pt x="9427099" y="668703"/>
                  <a:pt x="9427099" y="668703"/>
                </a:cubicBezTo>
                <a:lnTo>
                  <a:pt x="9418035" y="668703"/>
                </a:lnTo>
                <a:cubicBezTo>
                  <a:pt x="9417707" y="668703"/>
                  <a:pt x="9417247" y="668244"/>
                  <a:pt x="9417247" y="668244"/>
                </a:cubicBezTo>
                <a:lnTo>
                  <a:pt x="9412714" y="660361"/>
                </a:lnTo>
                <a:cubicBezTo>
                  <a:pt x="9412583" y="660098"/>
                  <a:pt x="9412714" y="659507"/>
                  <a:pt x="9412714" y="659507"/>
                </a:cubicBezTo>
                <a:lnTo>
                  <a:pt x="9417247" y="651626"/>
                </a:lnTo>
                <a:cubicBezTo>
                  <a:pt x="9417444" y="651363"/>
                  <a:pt x="9418035" y="651165"/>
                  <a:pt x="9418035" y="651165"/>
                </a:cubicBezTo>
                <a:close/>
                <a:moveTo>
                  <a:pt x="6874095" y="651165"/>
                </a:moveTo>
                <a:lnTo>
                  <a:pt x="6883159" y="651165"/>
                </a:lnTo>
                <a:cubicBezTo>
                  <a:pt x="6883488" y="651165"/>
                  <a:pt x="6883947" y="651625"/>
                  <a:pt x="6883947" y="651625"/>
                </a:cubicBezTo>
                <a:lnTo>
                  <a:pt x="6888480" y="659505"/>
                </a:lnTo>
                <a:cubicBezTo>
                  <a:pt x="6888611" y="659769"/>
                  <a:pt x="6888480" y="660360"/>
                  <a:pt x="6888480" y="660360"/>
                </a:cubicBezTo>
                <a:lnTo>
                  <a:pt x="6883947" y="668243"/>
                </a:lnTo>
                <a:cubicBezTo>
                  <a:pt x="6883751" y="668505"/>
                  <a:pt x="6883159" y="668701"/>
                  <a:pt x="6883159" y="668701"/>
                </a:cubicBezTo>
                <a:lnTo>
                  <a:pt x="6874095" y="668701"/>
                </a:lnTo>
                <a:cubicBezTo>
                  <a:pt x="6873768" y="668701"/>
                  <a:pt x="6873307" y="668243"/>
                  <a:pt x="6873307" y="668243"/>
                </a:cubicBezTo>
                <a:lnTo>
                  <a:pt x="6868775" y="660360"/>
                </a:lnTo>
                <a:cubicBezTo>
                  <a:pt x="6868644" y="660096"/>
                  <a:pt x="6868775" y="659505"/>
                  <a:pt x="6868775" y="659505"/>
                </a:cubicBezTo>
                <a:lnTo>
                  <a:pt x="6873307" y="651625"/>
                </a:lnTo>
                <a:cubicBezTo>
                  <a:pt x="6873504" y="651361"/>
                  <a:pt x="6874095" y="651165"/>
                  <a:pt x="6874095" y="651165"/>
                </a:cubicBezTo>
                <a:close/>
                <a:moveTo>
                  <a:pt x="8146065" y="651158"/>
                </a:moveTo>
                <a:lnTo>
                  <a:pt x="8155129" y="651158"/>
                </a:lnTo>
                <a:cubicBezTo>
                  <a:pt x="8155458" y="651158"/>
                  <a:pt x="8155917" y="651618"/>
                  <a:pt x="8155917" y="651618"/>
                </a:cubicBezTo>
                <a:lnTo>
                  <a:pt x="8160449" y="659500"/>
                </a:lnTo>
                <a:cubicBezTo>
                  <a:pt x="8160580" y="659762"/>
                  <a:pt x="8160449" y="660353"/>
                  <a:pt x="8160449" y="660353"/>
                </a:cubicBezTo>
                <a:lnTo>
                  <a:pt x="8155917" y="668236"/>
                </a:lnTo>
                <a:cubicBezTo>
                  <a:pt x="8155719" y="668499"/>
                  <a:pt x="8155129" y="668696"/>
                  <a:pt x="8155129" y="668696"/>
                </a:cubicBezTo>
                <a:lnTo>
                  <a:pt x="8146065" y="668696"/>
                </a:lnTo>
                <a:cubicBezTo>
                  <a:pt x="8145737" y="668696"/>
                  <a:pt x="8145277" y="668236"/>
                  <a:pt x="8145277" y="668236"/>
                </a:cubicBezTo>
                <a:lnTo>
                  <a:pt x="8140745" y="660353"/>
                </a:lnTo>
                <a:cubicBezTo>
                  <a:pt x="8140613" y="660091"/>
                  <a:pt x="8140745" y="659500"/>
                  <a:pt x="8140745" y="659500"/>
                </a:cubicBezTo>
                <a:lnTo>
                  <a:pt x="8145277" y="651618"/>
                </a:lnTo>
                <a:cubicBezTo>
                  <a:pt x="8145474" y="651356"/>
                  <a:pt x="8146065" y="651158"/>
                  <a:pt x="8146065" y="651158"/>
                </a:cubicBezTo>
                <a:close/>
                <a:moveTo>
                  <a:pt x="10435623" y="651157"/>
                </a:moveTo>
                <a:lnTo>
                  <a:pt x="10444687" y="651157"/>
                </a:lnTo>
                <a:cubicBezTo>
                  <a:pt x="10445016" y="651157"/>
                  <a:pt x="10445475" y="651617"/>
                  <a:pt x="10445475" y="651617"/>
                </a:cubicBezTo>
                <a:lnTo>
                  <a:pt x="10450008" y="659499"/>
                </a:lnTo>
                <a:cubicBezTo>
                  <a:pt x="10450139" y="659761"/>
                  <a:pt x="10450008" y="660352"/>
                  <a:pt x="10450008" y="660352"/>
                </a:cubicBezTo>
                <a:lnTo>
                  <a:pt x="10445475" y="668235"/>
                </a:lnTo>
                <a:cubicBezTo>
                  <a:pt x="10445279" y="668498"/>
                  <a:pt x="10444687" y="668695"/>
                  <a:pt x="10444687" y="668695"/>
                </a:cubicBezTo>
                <a:lnTo>
                  <a:pt x="10435623" y="668695"/>
                </a:lnTo>
                <a:cubicBezTo>
                  <a:pt x="10435296" y="668695"/>
                  <a:pt x="10434835" y="668235"/>
                  <a:pt x="10434835" y="668235"/>
                </a:cubicBezTo>
                <a:lnTo>
                  <a:pt x="10430303" y="660352"/>
                </a:lnTo>
                <a:cubicBezTo>
                  <a:pt x="10430172" y="660090"/>
                  <a:pt x="10430303" y="659499"/>
                  <a:pt x="10430303" y="659499"/>
                </a:cubicBezTo>
                <a:lnTo>
                  <a:pt x="10434835" y="651617"/>
                </a:lnTo>
                <a:cubicBezTo>
                  <a:pt x="10435032" y="651354"/>
                  <a:pt x="10435623" y="651157"/>
                  <a:pt x="10435623" y="651157"/>
                </a:cubicBezTo>
                <a:close/>
                <a:moveTo>
                  <a:pt x="10181243" y="651157"/>
                </a:moveTo>
                <a:lnTo>
                  <a:pt x="10190306" y="651157"/>
                </a:lnTo>
                <a:cubicBezTo>
                  <a:pt x="10190636" y="651157"/>
                  <a:pt x="10191094" y="651617"/>
                  <a:pt x="10191094" y="651617"/>
                </a:cubicBezTo>
                <a:lnTo>
                  <a:pt x="10195627" y="659499"/>
                </a:lnTo>
                <a:cubicBezTo>
                  <a:pt x="10195759" y="659761"/>
                  <a:pt x="10195627" y="660352"/>
                  <a:pt x="10195627" y="660352"/>
                </a:cubicBezTo>
                <a:lnTo>
                  <a:pt x="10191094" y="668235"/>
                </a:lnTo>
                <a:cubicBezTo>
                  <a:pt x="10190897" y="668498"/>
                  <a:pt x="10190306" y="668695"/>
                  <a:pt x="10190306" y="668695"/>
                </a:cubicBezTo>
                <a:lnTo>
                  <a:pt x="10181243" y="668695"/>
                </a:lnTo>
                <a:cubicBezTo>
                  <a:pt x="10180915" y="668695"/>
                  <a:pt x="10180455" y="668235"/>
                  <a:pt x="10180455" y="668235"/>
                </a:cubicBezTo>
                <a:lnTo>
                  <a:pt x="10175923" y="660352"/>
                </a:lnTo>
                <a:cubicBezTo>
                  <a:pt x="10175791" y="660090"/>
                  <a:pt x="10175923" y="659499"/>
                  <a:pt x="10175923" y="659499"/>
                </a:cubicBezTo>
                <a:lnTo>
                  <a:pt x="10180455" y="651617"/>
                </a:lnTo>
                <a:cubicBezTo>
                  <a:pt x="10180652" y="651354"/>
                  <a:pt x="10181243" y="651157"/>
                  <a:pt x="10181243" y="651157"/>
                </a:cubicBezTo>
                <a:close/>
                <a:moveTo>
                  <a:pt x="9926862" y="651157"/>
                </a:moveTo>
                <a:lnTo>
                  <a:pt x="9935926" y="651157"/>
                </a:lnTo>
                <a:cubicBezTo>
                  <a:pt x="9936255" y="651157"/>
                  <a:pt x="9936714" y="651617"/>
                  <a:pt x="9936714" y="651617"/>
                </a:cubicBezTo>
                <a:lnTo>
                  <a:pt x="9941247" y="659499"/>
                </a:lnTo>
                <a:cubicBezTo>
                  <a:pt x="9941377" y="659761"/>
                  <a:pt x="9941247" y="660352"/>
                  <a:pt x="9941247" y="660352"/>
                </a:cubicBezTo>
                <a:lnTo>
                  <a:pt x="9936714" y="668235"/>
                </a:lnTo>
                <a:cubicBezTo>
                  <a:pt x="9936517" y="668498"/>
                  <a:pt x="9935926" y="668695"/>
                  <a:pt x="9935926" y="668695"/>
                </a:cubicBezTo>
                <a:lnTo>
                  <a:pt x="9926862" y="668695"/>
                </a:lnTo>
                <a:cubicBezTo>
                  <a:pt x="9926534" y="668695"/>
                  <a:pt x="9926074" y="668235"/>
                  <a:pt x="9926074" y="668235"/>
                </a:cubicBezTo>
                <a:lnTo>
                  <a:pt x="9921542" y="660352"/>
                </a:lnTo>
                <a:cubicBezTo>
                  <a:pt x="9921411" y="660090"/>
                  <a:pt x="9921542" y="659499"/>
                  <a:pt x="9921542" y="659499"/>
                </a:cubicBezTo>
                <a:lnTo>
                  <a:pt x="9926074" y="651617"/>
                </a:lnTo>
                <a:cubicBezTo>
                  <a:pt x="9926271" y="651354"/>
                  <a:pt x="9926862" y="651157"/>
                  <a:pt x="9926862" y="651157"/>
                </a:cubicBezTo>
                <a:close/>
                <a:moveTo>
                  <a:pt x="9672482" y="651157"/>
                </a:moveTo>
                <a:lnTo>
                  <a:pt x="9681546" y="651157"/>
                </a:lnTo>
                <a:cubicBezTo>
                  <a:pt x="9681873" y="651157"/>
                  <a:pt x="9682334" y="651617"/>
                  <a:pt x="9682334" y="651617"/>
                </a:cubicBezTo>
                <a:lnTo>
                  <a:pt x="9686866" y="659499"/>
                </a:lnTo>
                <a:cubicBezTo>
                  <a:pt x="9686997" y="659761"/>
                  <a:pt x="9686866" y="660352"/>
                  <a:pt x="9686866" y="660352"/>
                </a:cubicBezTo>
                <a:lnTo>
                  <a:pt x="9682334" y="668235"/>
                </a:lnTo>
                <a:cubicBezTo>
                  <a:pt x="9682137" y="668498"/>
                  <a:pt x="9681546" y="668695"/>
                  <a:pt x="9681546" y="668695"/>
                </a:cubicBezTo>
                <a:lnTo>
                  <a:pt x="9672482" y="668695"/>
                </a:lnTo>
                <a:cubicBezTo>
                  <a:pt x="9672153" y="668695"/>
                  <a:pt x="9671694" y="668235"/>
                  <a:pt x="9671694" y="668235"/>
                </a:cubicBezTo>
                <a:lnTo>
                  <a:pt x="9667161" y="660352"/>
                </a:lnTo>
                <a:cubicBezTo>
                  <a:pt x="9667031" y="660090"/>
                  <a:pt x="9667161" y="659499"/>
                  <a:pt x="9667161" y="659499"/>
                </a:cubicBezTo>
                <a:lnTo>
                  <a:pt x="9671694" y="651617"/>
                </a:lnTo>
                <a:cubicBezTo>
                  <a:pt x="9671891" y="651354"/>
                  <a:pt x="9672482" y="651157"/>
                  <a:pt x="9672482" y="651157"/>
                </a:cubicBezTo>
                <a:close/>
                <a:moveTo>
                  <a:pt x="3567234" y="434192"/>
                </a:moveTo>
                <a:lnTo>
                  <a:pt x="3576300" y="434192"/>
                </a:lnTo>
                <a:cubicBezTo>
                  <a:pt x="3576628" y="434192"/>
                  <a:pt x="3577088" y="434653"/>
                  <a:pt x="3577088" y="434653"/>
                </a:cubicBezTo>
                <a:lnTo>
                  <a:pt x="3581619" y="442534"/>
                </a:lnTo>
                <a:cubicBezTo>
                  <a:pt x="3581750" y="442796"/>
                  <a:pt x="3581619" y="443388"/>
                  <a:pt x="3581619" y="443388"/>
                </a:cubicBezTo>
                <a:lnTo>
                  <a:pt x="3577088" y="451269"/>
                </a:lnTo>
                <a:cubicBezTo>
                  <a:pt x="3576891" y="451533"/>
                  <a:pt x="3576300" y="451730"/>
                  <a:pt x="3576300" y="451730"/>
                </a:cubicBezTo>
                <a:lnTo>
                  <a:pt x="3567234" y="451730"/>
                </a:lnTo>
                <a:cubicBezTo>
                  <a:pt x="3566905" y="451730"/>
                  <a:pt x="3566446" y="451269"/>
                  <a:pt x="3566446" y="451269"/>
                </a:cubicBezTo>
                <a:lnTo>
                  <a:pt x="3561913" y="443388"/>
                </a:lnTo>
                <a:cubicBezTo>
                  <a:pt x="3561782" y="443125"/>
                  <a:pt x="3561913" y="442534"/>
                  <a:pt x="3561913" y="442534"/>
                </a:cubicBezTo>
                <a:lnTo>
                  <a:pt x="3566446" y="434653"/>
                </a:lnTo>
                <a:cubicBezTo>
                  <a:pt x="3566642" y="434390"/>
                  <a:pt x="3567234" y="434192"/>
                  <a:pt x="3567234" y="434192"/>
                </a:cubicBezTo>
                <a:close/>
                <a:moveTo>
                  <a:pt x="4076004" y="434184"/>
                </a:moveTo>
                <a:lnTo>
                  <a:pt x="4085071" y="434184"/>
                </a:lnTo>
                <a:cubicBezTo>
                  <a:pt x="4085398" y="434184"/>
                  <a:pt x="4085856" y="434644"/>
                  <a:pt x="4085856" y="434644"/>
                </a:cubicBezTo>
                <a:lnTo>
                  <a:pt x="4090390" y="442524"/>
                </a:lnTo>
                <a:cubicBezTo>
                  <a:pt x="4090521" y="442788"/>
                  <a:pt x="4090390" y="443378"/>
                  <a:pt x="4090390" y="443378"/>
                </a:cubicBezTo>
                <a:lnTo>
                  <a:pt x="4085856" y="451261"/>
                </a:lnTo>
                <a:cubicBezTo>
                  <a:pt x="4085659" y="451524"/>
                  <a:pt x="4085071" y="451720"/>
                  <a:pt x="4085071" y="451720"/>
                </a:cubicBezTo>
                <a:lnTo>
                  <a:pt x="4076004" y="451720"/>
                </a:lnTo>
                <a:cubicBezTo>
                  <a:pt x="4075677" y="451720"/>
                  <a:pt x="4075216" y="451261"/>
                  <a:pt x="4075216" y="451261"/>
                </a:cubicBezTo>
                <a:lnTo>
                  <a:pt x="4070683" y="443378"/>
                </a:lnTo>
                <a:cubicBezTo>
                  <a:pt x="4070551" y="443116"/>
                  <a:pt x="4070683" y="442524"/>
                  <a:pt x="4070683" y="442524"/>
                </a:cubicBezTo>
                <a:lnTo>
                  <a:pt x="4075216" y="434644"/>
                </a:lnTo>
                <a:cubicBezTo>
                  <a:pt x="4075412" y="434381"/>
                  <a:pt x="4076004" y="434184"/>
                  <a:pt x="4076004" y="434184"/>
                </a:cubicBezTo>
                <a:close/>
                <a:moveTo>
                  <a:pt x="5602126" y="434183"/>
                </a:moveTo>
                <a:lnTo>
                  <a:pt x="5611191" y="434183"/>
                </a:lnTo>
                <a:cubicBezTo>
                  <a:pt x="5611519" y="434183"/>
                  <a:pt x="5611979" y="434642"/>
                  <a:pt x="5611979" y="434642"/>
                </a:cubicBezTo>
                <a:lnTo>
                  <a:pt x="5616511" y="442523"/>
                </a:lnTo>
                <a:cubicBezTo>
                  <a:pt x="5616642" y="442785"/>
                  <a:pt x="5616511" y="443377"/>
                  <a:pt x="5616511" y="443377"/>
                </a:cubicBezTo>
                <a:lnTo>
                  <a:pt x="5611979" y="451259"/>
                </a:lnTo>
                <a:cubicBezTo>
                  <a:pt x="5611782" y="451522"/>
                  <a:pt x="5611191" y="451719"/>
                  <a:pt x="5611191" y="451719"/>
                </a:cubicBezTo>
                <a:lnTo>
                  <a:pt x="5602126" y="451719"/>
                </a:lnTo>
                <a:cubicBezTo>
                  <a:pt x="5601798" y="451719"/>
                  <a:pt x="5601338" y="451259"/>
                  <a:pt x="5601338" y="451259"/>
                </a:cubicBezTo>
                <a:lnTo>
                  <a:pt x="5596807" y="443377"/>
                </a:lnTo>
                <a:cubicBezTo>
                  <a:pt x="5596675" y="443114"/>
                  <a:pt x="5596807" y="442523"/>
                  <a:pt x="5596807" y="442523"/>
                </a:cubicBezTo>
                <a:lnTo>
                  <a:pt x="5601338" y="434642"/>
                </a:lnTo>
                <a:cubicBezTo>
                  <a:pt x="5601536" y="434380"/>
                  <a:pt x="5602126" y="434183"/>
                  <a:pt x="5602126" y="434183"/>
                </a:cubicBezTo>
                <a:close/>
                <a:moveTo>
                  <a:pt x="9418035" y="434176"/>
                </a:moveTo>
                <a:lnTo>
                  <a:pt x="9427099" y="434176"/>
                </a:lnTo>
                <a:cubicBezTo>
                  <a:pt x="9427427" y="434176"/>
                  <a:pt x="9427887" y="434636"/>
                  <a:pt x="9427887" y="434636"/>
                </a:cubicBezTo>
                <a:lnTo>
                  <a:pt x="9432419" y="442517"/>
                </a:lnTo>
                <a:cubicBezTo>
                  <a:pt x="9432550" y="442780"/>
                  <a:pt x="9432419" y="443371"/>
                  <a:pt x="9432419" y="443371"/>
                </a:cubicBezTo>
                <a:lnTo>
                  <a:pt x="9427887" y="451254"/>
                </a:lnTo>
                <a:cubicBezTo>
                  <a:pt x="9427690" y="451516"/>
                  <a:pt x="9427099" y="451712"/>
                  <a:pt x="9427099" y="451712"/>
                </a:cubicBezTo>
                <a:lnTo>
                  <a:pt x="9418035" y="451712"/>
                </a:lnTo>
                <a:cubicBezTo>
                  <a:pt x="9417707" y="451712"/>
                  <a:pt x="9417247" y="451254"/>
                  <a:pt x="9417247" y="451254"/>
                </a:cubicBezTo>
                <a:lnTo>
                  <a:pt x="9412714" y="443371"/>
                </a:lnTo>
                <a:cubicBezTo>
                  <a:pt x="9412583" y="443108"/>
                  <a:pt x="9412714" y="442517"/>
                  <a:pt x="9412714" y="442517"/>
                </a:cubicBezTo>
                <a:lnTo>
                  <a:pt x="9417247" y="434636"/>
                </a:lnTo>
                <a:cubicBezTo>
                  <a:pt x="9417444" y="434373"/>
                  <a:pt x="9418035" y="434176"/>
                  <a:pt x="9418035" y="434176"/>
                </a:cubicBezTo>
                <a:close/>
                <a:moveTo>
                  <a:pt x="3312784" y="434172"/>
                </a:moveTo>
                <a:lnTo>
                  <a:pt x="3321848" y="434172"/>
                </a:lnTo>
                <a:cubicBezTo>
                  <a:pt x="3322177" y="434172"/>
                  <a:pt x="3322637" y="434632"/>
                  <a:pt x="3322637" y="434632"/>
                </a:cubicBezTo>
                <a:lnTo>
                  <a:pt x="3327168" y="442512"/>
                </a:lnTo>
                <a:cubicBezTo>
                  <a:pt x="3327300" y="442776"/>
                  <a:pt x="3327168" y="443366"/>
                  <a:pt x="3327168" y="443366"/>
                </a:cubicBezTo>
                <a:lnTo>
                  <a:pt x="3322637" y="451248"/>
                </a:lnTo>
                <a:cubicBezTo>
                  <a:pt x="3322439" y="451511"/>
                  <a:pt x="3321848" y="451709"/>
                  <a:pt x="3321848" y="451709"/>
                </a:cubicBezTo>
                <a:lnTo>
                  <a:pt x="3312784" y="451709"/>
                </a:lnTo>
                <a:cubicBezTo>
                  <a:pt x="3312457" y="451709"/>
                  <a:pt x="3311996" y="451248"/>
                  <a:pt x="3311996" y="451248"/>
                </a:cubicBezTo>
                <a:lnTo>
                  <a:pt x="3307463" y="443366"/>
                </a:lnTo>
                <a:cubicBezTo>
                  <a:pt x="3307332" y="443103"/>
                  <a:pt x="3307463" y="442512"/>
                  <a:pt x="3307463" y="442512"/>
                </a:cubicBezTo>
                <a:lnTo>
                  <a:pt x="3311996" y="434632"/>
                </a:lnTo>
                <a:cubicBezTo>
                  <a:pt x="3312193" y="434369"/>
                  <a:pt x="3312784" y="434172"/>
                  <a:pt x="3312784" y="434172"/>
                </a:cubicBezTo>
                <a:close/>
                <a:moveTo>
                  <a:pt x="259982" y="434171"/>
                </a:moveTo>
                <a:lnTo>
                  <a:pt x="269046" y="434171"/>
                </a:lnTo>
                <a:lnTo>
                  <a:pt x="269047" y="434171"/>
                </a:lnTo>
                <a:cubicBezTo>
                  <a:pt x="269375" y="434171"/>
                  <a:pt x="269835" y="434632"/>
                  <a:pt x="269835" y="434632"/>
                </a:cubicBezTo>
                <a:lnTo>
                  <a:pt x="274367" y="442512"/>
                </a:lnTo>
                <a:cubicBezTo>
                  <a:pt x="274498" y="442775"/>
                  <a:pt x="274367" y="443366"/>
                  <a:pt x="274367" y="443366"/>
                </a:cubicBezTo>
                <a:lnTo>
                  <a:pt x="269835" y="451248"/>
                </a:lnTo>
                <a:cubicBezTo>
                  <a:pt x="269638" y="451511"/>
                  <a:pt x="269047" y="451709"/>
                  <a:pt x="269047" y="451709"/>
                </a:cubicBezTo>
                <a:lnTo>
                  <a:pt x="259983" y="451709"/>
                </a:lnTo>
                <a:lnTo>
                  <a:pt x="259982" y="451707"/>
                </a:lnTo>
                <a:cubicBezTo>
                  <a:pt x="259652" y="451707"/>
                  <a:pt x="259193" y="451248"/>
                  <a:pt x="259193" y="451248"/>
                </a:cubicBezTo>
                <a:lnTo>
                  <a:pt x="254662" y="443366"/>
                </a:lnTo>
                <a:cubicBezTo>
                  <a:pt x="254531" y="443103"/>
                  <a:pt x="254662" y="442512"/>
                  <a:pt x="254662" y="442512"/>
                </a:cubicBezTo>
                <a:lnTo>
                  <a:pt x="259193" y="434630"/>
                </a:lnTo>
                <a:cubicBezTo>
                  <a:pt x="259390" y="434368"/>
                  <a:pt x="259982" y="434171"/>
                  <a:pt x="259982" y="434171"/>
                </a:cubicBezTo>
                <a:close/>
                <a:moveTo>
                  <a:pt x="3821544" y="434162"/>
                </a:moveTo>
                <a:lnTo>
                  <a:pt x="3830611" y="434162"/>
                </a:lnTo>
                <a:cubicBezTo>
                  <a:pt x="3830937" y="434162"/>
                  <a:pt x="3831397" y="434622"/>
                  <a:pt x="3831397" y="434622"/>
                </a:cubicBezTo>
                <a:lnTo>
                  <a:pt x="3835931" y="442503"/>
                </a:lnTo>
                <a:cubicBezTo>
                  <a:pt x="3836062" y="442765"/>
                  <a:pt x="3835931" y="443356"/>
                  <a:pt x="3835931" y="443356"/>
                </a:cubicBezTo>
                <a:lnTo>
                  <a:pt x="3831397" y="451238"/>
                </a:lnTo>
                <a:cubicBezTo>
                  <a:pt x="3831200" y="451501"/>
                  <a:pt x="3830611" y="451699"/>
                  <a:pt x="3830611" y="451699"/>
                </a:cubicBezTo>
                <a:lnTo>
                  <a:pt x="3821544" y="451699"/>
                </a:lnTo>
                <a:cubicBezTo>
                  <a:pt x="3821217" y="451699"/>
                  <a:pt x="3820758" y="451238"/>
                  <a:pt x="3820758" y="451238"/>
                </a:cubicBezTo>
                <a:lnTo>
                  <a:pt x="3816227" y="443356"/>
                </a:lnTo>
                <a:cubicBezTo>
                  <a:pt x="3816094" y="443094"/>
                  <a:pt x="3816227" y="442503"/>
                  <a:pt x="3816227" y="442503"/>
                </a:cubicBezTo>
                <a:lnTo>
                  <a:pt x="3820758" y="434622"/>
                </a:lnTo>
                <a:cubicBezTo>
                  <a:pt x="3820956" y="434359"/>
                  <a:pt x="3821544" y="434162"/>
                  <a:pt x="3821544" y="434162"/>
                </a:cubicBezTo>
                <a:close/>
                <a:moveTo>
                  <a:pt x="2803903" y="434160"/>
                </a:moveTo>
                <a:lnTo>
                  <a:pt x="2812966" y="434160"/>
                </a:lnTo>
                <a:cubicBezTo>
                  <a:pt x="2813295" y="434160"/>
                  <a:pt x="2813754" y="434618"/>
                  <a:pt x="2813754" y="434618"/>
                </a:cubicBezTo>
                <a:lnTo>
                  <a:pt x="2818286" y="442500"/>
                </a:lnTo>
                <a:cubicBezTo>
                  <a:pt x="2818418" y="442762"/>
                  <a:pt x="2818286" y="443355"/>
                  <a:pt x="2818286" y="443355"/>
                </a:cubicBezTo>
                <a:lnTo>
                  <a:pt x="2813754" y="451236"/>
                </a:lnTo>
                <a:cubicBezTo>
                  <a:pt x="2813557" y="451499"/>
                  <a:pt x="2812966" y="451697"/>
                  <a:pt x="2812966" y="451697"/>
                </a:cubicBezTo>
                <a:lnTo>
                  <a:pt x="2803903" y="451697"/>
                </a:lnTo>
                <a:cubicBezTo>
                  <a:pt x="2803573" y="451697"/>
                  <a:pt x="2803112" y="451236"/>
                  <a:pt x="2803112" y="451236"/>
                </a:cubicBezTo>
                <a:lnTo>
                  <a:pt x="2798580" y="443355"/>
                </a:lnTo>
                <a:cubicBezTo>
                  <a:pt x="2798449" y="443092"/>
                  <a:pt x="2798580" y="442500"/>
                  <a:pt x="2798580" y="442500"/>
                </a:cubicBezTo>
                <a:lnTo>
                  <a:pt x="2803112" y="434618"/>
                </a:lnTo>
                <a:cubicBezTo>
                  <a:pt x="2803310" y="434357"/>
                  <a:pt x="2803903" y="434160"/>
                  <a:pt x="2803903" y="434160"/>
                </a:cubicBezTo>
                <a:close/>
                <a:moveTo>
                  <a:pt x="2295114" y="434159"/>
                </a:moveTo>
                <a:lnTo>
                  <a:pt x="2304179" y="434159"/>
                </a:lnTo>
                <a:cubicBezTo>
                  <a:pt x="2304507" y="434159"/>
                  <a:pt x="2304968" y="434618"/>
                  <a:pt x="2304968" y="434618"/>
                </a:cubicBezTo>
                <a:lnTo>
                  <a:pt x="2309499" y="442500"/>
                </a:lnTo>
                <a:cubicBezTo>
                  <a:pt x="2309630" y="442762"/>
                  <a:pt x="2309499" y="443354"/>
                  <a:pt x="2309499" y="443354"/>
                </a:cubicBezTo>
                <a:lnTo>
                  <a:pt x="2304968" y="451236"/>
                </a:lnTo>
                <a:cubicBezTo>
                  <a:pt x="2304770" y="451498"/>
                  <a:pt x="2304179" y="451695"/>
                  <a:pt x="2304179" y="451695"/>
                </a:cubicBezTo>
                <a:lnTo>
                  <a:pt x="2295114" y="451695"/>
                </a:lnTo>
                <a:cubicBezTo>
                  <a:pt x="2294787" y="451695"/>
                  <a:pt x="2294325" y="451236"/>
                  <a:pt x="2294325" y="451236"/>
                </a:cubicBezTo>
                <a:lnTo>
                  <a:pt x="2289794" y="443354"/>
                </a:lnTo>
                <a:cubicBezTo>
                  <a:pt x="2289663" y="443091"/>
                  <a:pt x="2289794" y="442500"/>
                  <a:pt x="2289794" y="442500"/>
                </a:cubicBezTo>
                <a:lnTo>
                  <a:pt x="2294325" y="434618"/>
                </a:lnTo>
                <a:cubicBezTo>
                  <a:pt x="2294522" y="434356"/>
                  <a:pt x="2295114" y="434159"/>
                  <a:pt x="2295114" y="434159"/>
                </a:cubicBezTo>
                <a:close/>
                <a:moveTo>
                  <a:pt x="6619714" y="434154"/>
                </a:moveTo>
                <a:lnTo>
                  <a:pt x="6628778" y="434154"/>
                </a:lnTo>
                <a:cubicBezTo>
                  <a:pt x="6629107" y="434154"/>
                  <a:pt x="6629566" y="434614"/>
                  <a:pt x="6629566" y="434614"/>
                </a:cubicBezTo>
                <a:lnTo>
                  <a:pt x="6634099" y="442495"/>
                </a:lnTo>
                <a:cubicBezTo>
                  <a:pt x="6634230" y="442757"/>
                  <a:pt x="6634099" y="443349"/>
                  <a:pt x="6634099" y="443349"/>
                </a:cubicBezTo>
                <a:lnTo>
                  <a:pt x="6629566" y="451231"/>
                </a:lnTo>
                <a:cubicBezTo>
                  <a:pt x="6629369" y="451494"/>
                  <a:pt x="6628778" y="451691"/>
                  <a:pt x="6628778" y="451691"/>
                </a:cubicBezTo>
                <a:lnTo>
                  <a:pt x="6619714" y="451691"/>
                </a:lnTo>
                <a:cubicBezTo>
                  <a:pt x="6619387" y="451691"/>
                  <a:pt x="6618926" y="451231"/>
                  <a:pt x="6618926" y="451231"/>
                </a:cubicBezTo>
                <a:lnTo>
                  <a:pt x="6614394" y="443349"/>
                </a:lnTo>
                <a:cubicBezTo>
                  <a:pt x="6614263" y="443087"/>
                  <a:pt x="6614394" y="442495"/>
                  <a:pt x="6614394" y="442495"/>
                </a:cubicBezTo>
                <a:lnTo>
                  <a:pt x="6618926" y="434614"/>
                </a:lnTo>
                <a:cubicBezTo>
                  <a:pt x="6619123" y="434351"/>
                  <a:pt x="6619714" y="434154"/>
                  <a:pt x="6619714" y="434154"/>
                </a:cubicBezTo>
                <a:close/>
                <a:moveTo>
                  <a:pt x="7128477" y="434152"/>
                </a:moveTo>
                <a:lnTo>
                  <a:pt x="7137540" y="434152"/>
                </a:lnTo>
                <a:cubicBezTo>
                  <a:pt x="7137869" y="434152"/>
                  <a:pt x="7138328" y="434612"/>
                  <a:pt x="7138328" y="434612"/>
                </a:cubicBezTo>
                <a:lnTo>
                  <a:pt x="7142860" y="442494"/>
                </a:lnTo>
                <a:cubicBezTo>
                  <a:pt x="7142992" y="442756"/>
                  <a:pt x="7142860" y="443347"/>
                  <a:pt x="7142860" y="443347"/>
                </a:cubicBezTo>
                <a:lnTo>
                  <a:pt x="7138328" y="451230"/>
                </a:lnTo>
                <a:cubicBezTo>
                  <a:pt x="7138131" y="451492"/>
                  <a:pt x="7137540" y="451689"/>
                  <a:pt x="7137540" y="451689"/>
                </a:cubicBezTo>
                <a:lnTo>
                  <a:pt x="7128477" y="451689"/>
                </a:lnTo>
                <a:cubicBezTo>
                  <a:pt x="7128148" y="451689"/>
                  <a:pt x="7127689" y="451230"/>
                  <a:pt x="7127689" y="451230"/>
                </a:cubicBezTo>
                <a:lnTo>
                  <a:pt x="7123156" y="443347"/>
                </a:lnTo>
                <a:cubicBezTo>
                  <a:pt x="7123024" y="443084"/>
                  <a:pt x="7123156" y="442494"/>
                  <a:pt x="7123156" y="442494"/>
                </a:cubicBezTo>
                <a:lnTo>
                  <a:pt x="7127689" y="434612"/>
                </a:lnTo>
                <a:cubicBezTo>
                  <a:pt x="7127885" y="434350"/>
                  <a:pt x="7128477" y="434152"/>
                  <a:pt x="7128477" y="434152"/>
                </a:cubicBezTo>
                <a:close/>
                <a:moveTo>
                  <a:pt x="8909274" y="434148"/>
                </a:moveTo>
                <a:lnTo>
                  <a:pt x="8918336" y="434148"/>
                </a:lnTo>
                <a:cubicBezTo>
                  <a:pt x="8918666" y="434148"/>
                  <a:pt x="8919125" y="434607"/>
                  <a:pt x="8919125" y="434607"/>
                </a:cubicBezTo>
                <a:lnTo>
                  <a:pt x="8923657" y="442489"/>
                </a:lnTo>
                <a:cubicBezTo>
                  <a:pt x="8923789" y="442752"/>
                  <a:pt x="8923657" y="443344"/>
                  <a:pt x="8923657" y="443344"/>
                </a:cubicBezTo>
                <a:lnTo>
                  <a:pt x="8919125" y="451225"/>
                </a:lnTo>
                <a:cubicBezTo>
                  <a:pt x="8918928" y="451488"/>
                  <a:pt x="8918336" y="451685"/>
                  <a:pt x="8918336" y="451685"/>
                </a:cubicBezTo>
                <a:lnTo>
                  <a:pt x="8909274" y="451685"/>
                </a:lnTo>
                <a:cubicBezTo>
                  <a:pt x="8908945" y="451685"/>
                  <a:pt x="8908484" y="451225"/>
                  <a:pt x="8908484" y="451225"/>
                </a:cubicBezTo>
                <a:lnTo>
                  <a:pt x="8903953" y="443344"/>
                </a:lnTo>
                <a:cubicBezTo>
                  <a:pt x="8903821" y="443080"/>
                  <a:pt x="8903953" y="442489"/>
                  <a:pt x="8903953" y="442489"/>
                </a:cubicBezTo>
                <a:lnTo>
                  <a:pt x="8908484" y="434607"/>
                </a:lnTo>
                <a:cubicBezTo>
                  <a:pt x="8908681" y="434345"/>
                  <a:pt x="8909274" y="434148"/>
                  <a:pt x="8909274" y="434148"/>
                </a:cubicBezTo>
                <a:close/>
                <a:moveTo>
                  <a:pt x="6110888" y="434146"/>
                </a:moveTo>
                <a:lnTo>
                  <a:pt x="6119953" y="434146"/>
                </a:lnTo>
                <a:cubicBezTo>
                  <a:pt x="6120280" y="434146"/>
                  <a:pt x="6120740" y="434605"/>
                  <a:pt x="6120740" y="434605"/>
                </a:cubicBezTo>
                <a:lnTo>
                  <a:pt x="6125272" y="442487"/>
                </a:lnTo>
                <a:cubicBezTo>
                  <a:pt x="6125403" y="442749"/>
                  <a:pt x="6125272" y="443340"/>
                  <a:pt x="6125272" y="443340"/>
                </a:cubicBezTo>
                <a:lnTo>
                  <a:pt x="6120740" y="451223"/>
                </a:lnTo>
                <a:cubicBezTo>
                  <a:pt x="6120543" y="451486"/>
                  <a:pt x="6119953" y="451683"/>
                  <a:pt x="6119953" y="451683"/>
                </a:cubicBezTo>
                <a:lnTo>
                  <a:pt x="6110888" y="451683"/>
                </a:lnTo>
                <a:cubicBezTo>
                  <a:pt x="6110560" y="451683"/>
                  <a:pt x="6110101" y="451223"/>
                  <a:pt x="6110101" y="451223"/>
                </a:cubicBezTo>
                <a:lnTo>
                  <a:pt x="6105567" y="443340"/>
                </a:lnTo>
                <a:cubicBezTo>
                  <a:pt x="6105436" y="443078"/>
                  <a:pt x="6105567" y="442487"/>
                  <a:pt x="6105567" y="442487"/>
                </a:cubicBezTo>
                <a:lnTo>
                  <a:pt x="6110101" y="434605"/>
                </a:lnTo>
                <a:cubicBezTo>
                  <a:pt x="6110296" y="434344"/>
                  <a:pt x="6110888" y="434146"/>
                  <a:pt x="6110888" y="434146"/>
                </a:cubicBezTo>
                <a:close/>
                <a:moveTo>
                  <a:pt x="6365334" y="434130"/>
                </a:moveTo>
                <a:lnTo>
                  <a:pt x="6374397" y="434130"/>
                </a:lnTo>
                <a:cubicBezTo>
                  <a:pt x="6374727" y="434130"/>
                  <a:pt x="6375186" y="434590"/>
                  <a:pt x="6375186" y="434590"/>
                </a:cubicBezTo>
                <a:lnTo>
                  <a:pt x="6379718" y="442471"/>
                </a:lnTo>
                <a:cubicBezTo>
                  <a:pt x="6379849" y="442734"/>
                  <a:pt x="6379718" y="443324"/>
                  <a:pt x="6379718" y="443324"/>
                </a:cubicBezTo>
                <a:lnTo>
                  <a:pt x="6375186" y="451208"/>
                </a:lnTo>
                <a:cubicBezTo>
                  <a:pt x="6374988" y="451470"/>
                  <a:pt x="6374397" y="451667"/>
                  <a:pt x="6374397" y="451667"/>
                </a:cubicBezTo>
                <a:lnTo>
                  <a:pt x="6365334" y="451667"/>
                </a:lnTo>
                <a:cubicBezTo>
                  <a:pt x="6365005" y="451667"/>
                  <a:pt x="6364546" y="451208"/>
                  <a:pt x="6364546" y="451208"/>
                </a:cubicBezTo>
                <a:lnTo>
                  <a:pt x="6360014" y="443324"/>
                </a:lnTo>
                <a:cubicBezTo>
                  <a:pt x="6359882" y="443061"/>
                  <a:pt x="6360014" y="442471"/>
                  <a:pt x="6360014" y="442471"/>
                </a:cubicBezTo>
                <a:lnTo>
                  <a:pt x="6364546" y="434590"/>
                </a:lnTo>
                <a:cubicBezTo>
                  <a:pt x="6364743" y="434327"/>
                  <a:pt x="6365334" y="434130"/>
                  <a:pt x="6365334" y="434130"/>
                </a:cubicBezTo>
                <a:close/>
                <a:moveTo>
                  <a:pt x="1786371" y="434129"/>
                </a:moveTo>
                <a:lnTo>
                  <a:pt x="1795434" y="434129"/>
                </a:lnTo>
                <a:cubicBezTo>
                  <a:pt x="1795762" y="434129"/>
                  <a:pt x="1796222" y="434588"/>
                  <a:pt x="1796222" y="434588"/>
                </a:cubicBezTo>
                <a:lnTo>
                  <a:pt x="1800754" y="442469"/>
                </a:lnTo>
                <a:cubicBezTo>
                  <a:pt x="1800886" y="442732"/>
                  <a:pt x="1800754" y="443323"/>
                  <a:pt x="1800754" y="443323"/>
                </a:cubicBezTo>
                <a:lnTo>
                  <a:pt x="1796222" y="451205"/>
                </a:lnTo>
                <a:cubicBezTo>
                  <a:pt x="1796026" y="451468"/>
                  <a:pt x="1795434" y="451665"/>
                  <a:pt x="1795434" y="451665"/>
                </a:cubicBezTo>
                <a:lnTo>
                  <a:pt x="1795395" y="451665"/>
                </a:lnTo>
                <a:lnTo>
                  <a:pt x="1795352" y="451691"/>
                </a:lnTo>
                <a:lnTo>
                  <a:pt x="1786287" y="451691"/>
                </a:lnTo>
                <a:cubicBezTo>
                  <a:pt x="1785960" y="451691"/>
                  <a:pt x="1785499" y="451231"/>
                  <a:pt x="1785499" y="451231"/>
                </a:cubicBezTo>
                <a:lnTo>
                  <a:pt x="1780967" y="443349"/>
                </a:lnTo>
                <a:cubicBezTo>
                  <a:pt x="1780835" y="443087"/>
                  <a:pt x="1780967" y="442495"/>
                  <a:pt x="1780967" y="442495"/>
                </a:cubicBezTo>
                <a:lnTo>
                  <a:pt x="1785499" y="434614"/>
                </a:lnTo>
                <a:cubicBezTo>
                  <a:pt x="1785696" y="434351"/>
                  <a:pt x="1786287" y="434154"/>
                  <a:pt x="1786287" y="434154"/>
                </a:cubicBezTo>
                <a:lnTo>
                  <a:pt x="1786326" y="434154"/>
                </a:lnTo>
                <a:close/>
                <a:moveTo>
                  <a:pt x="8654892" y="434127"/>
                </a:moveTo>
                <a:lnTo>
                  <a:pt x="8663955" y="434127"/>
                </a:lnTo>
                <a:cubicBezTo>
                  <a:pt x="8664285" y="434127"/>
                  <a:pt x="8664744" y="434585"/>
                  <a:pt x="8664744" y="434585"/>
                </a:cubicBezTo>
                <a:lnTo>
                  <a:pt x="8669277" y="442467"/>
                </a:lnTo>
                <a:cubicBezTo>
                  <a:pt x="8669408" y="442730"/>
                  <a:pt x="8669277" y="443322"/>
                  <a:pt x="8669277" y="443322"/>
                </a:cubicBezTo>
                <a:lnTo>
                  <a:pt x="8664744" y="451203"/>
                </a:lnTo>
                <a:cubicBezTo>
                  <a:pt x="8664548" y="451466"/>
                  <a:pt x="8663955" y="451664"/>
                  <a:pt x="8663955" y="451664"/>
                </a:cubicBezTo>
                <a:lnTo>
                  <a:pt x="8654892" y="451664"/>
                </a:lnTo>
                <a:cubicBezTo>
                  <a:pt x="8654565" y="451664"/>
                  <a:pt x="8654104" y="451203"/>
                  <a:pt x="8654104" y="451203"/>
                </a:cubicBezTo>
                <a:lnTo>
                  <a:pt x="8649572" y="443322"/>
                </a:lnTo>
                <a:cubicBezTo>
                  <a:pt x="8649441" y="443058"/>
                  <a:pt x="8649572" y="442467"/>
                  <a:pt x="8649572" y="442467"/>
                </a:cubicBezTo>
                <a:lnTo>
                  <a:pt x="8654104" y="434585"/>
                </a:lnTo>
                <a:cubicBezTo>
                  <a:pt x="8654301" y="434323"/>
                  <a:pt x="8654892" y="434127"/>
                  <a:pt x="8654892" y="434127"/>
                </a:cubicBezTo>
                <a:close/>
                <a:moveTo>
                  <a:pt x="5856508" y="434126"/>
                </a:moveTo>
                <a:lnTo>
                  <a:pt x="5865571" y="434126"/>
                </a:lnTo>
                <a:cubicBezTo>
                  <a:pt x="5865900" y="434126"/>
                  <a:pt x="5866359" y="434585"/>
                  <a:pt x="5866359" y="434585"/>
                </a:cubicBezTo>
                <a:lnTo>
                  <a:pt x="5870891" y="442466"/>
                </a:lnTo>
                <a:cubicBezTo>
                  <a:pt x="5871023" y="442728"/>
                  <a:pt x="5870891" y="443320"/>
                  <a:pt x="5870891" y="443320"/>
                </a:cubicBezTo>
                <a:lnTo>
                  <a:pt x="5866359" y="451202"/>
                </a:lnTo>
                <a:cubicBezTo>
                  <a:pt x="5866163" y="451465"/>
                  <a:pt x="5865571" y="451662"/>
                  <a:pt x="5865571" y="451662"/>
                </a:cubicBezTo>
                <a:lnTo>
                  <a:pt x="5856508" y="451662"/>
                </a:lnTo>
                <a:cubicBezTo>
                  <a:pt x="5856178" y="451662"/>
                  <a:pt x="5855720" y="451202"/>
                  <a:pt x="5855720" y="451202"/>
                </a:cubicBezTo>
                <a:lnTo>
                  <a:pt x="5851187" y="443320"/>
                </a:lnTo>
                <a:cubicBezTo>
                  <a:pt x="5851055" y="443057"/>
                  <a:pt x="5851187" y="442466"/>
                  <a:pt x="5851187" y="442466"/>
                </a:cubicBezTo>
                <a:lnTo>
                  <a:pt x="5855720" y="434585"/>
                </a:lnTo>
                <a:cubicBezTo>
                  <a:pt x="5855916" y="434322"/>
                  <a:pt x="5856508" y="434126"/>
                  <a:pt x="5856508" y="434126"/>
                </a:cubicBezTo>
                <a:close/>
                <a:moveTo>
                  <a:pt x="4330157" y="434117"/>
                </a:moveTo>
                <a:lnTo>
                  <a:pt x="4339222" y="434117"/>
                </a:lnTo>
                <a:cubicBezTo>
                  <a:pt x="4339550" y="434117"/>
                  <a:pt x="4340010" y="434576"/>
                  <a:pt x="4340010" y="434576"/>
                </a:cubicBezTo>
                <a:lnTo>
                  <a:pt x="4344540" y="442458"/>
                </a:lnTo>
                <a:cubicBezTo>
                  <a:pt x="4344672" y="442720"/>
                  <a:pt x="4344540" y="443311"/>
                  <a:pt x="4344540" y="443311"/>
                </a:cubicBezTo>
                <a:lnTo>
                  <a:pt x="4340010" y="451193"/>
                </a:lnTo>
                <a:cubicBezTo>
                  <a:pt x="4339812" y="451456"/>
                  <a:pt x="4339222" y="451653"/>
                  <a:pt x="4339222" y="451653"/>
                </a:cubicBezTo>
                <a:lnTo>
                  <a:pt x="4330157" y="451653"/>
                </a:lnTo>
                <a:cubicBezTo>
                  <a:pt x="4329829" y="451653"/>
                  <a:pt x="4329369" y="451193"/>
                  <a:pt x="4329369" y="451193"/>
                </a:cubicBezTo>
                <a:lnTo>
                  <a:pt x="4324836" y="443311"/>
                </a:lnTo>
                <a:cubicBezTo>
                  <a:pt x="4324706" y="443048"/>
                  <a:pt x="4324836" y="442458"/>
                  <a:pt x="4324836" y="442458"/>
                </a:cubicBezTo>
                <a:lnTo>
                  <a:pt x="4329369" y="434576"/>
                </a:lnTo>
                <a:cubicBezTo>
                  <a:pt x="4329565" y="434314"/>
                  <a:pt x="4330157" y="434117"/>
                  <a:pt x="4330157" y="434117"/>
                </a:cubicBezTo>
                <a:close/>
                <a:moveTo>
                  <a:pt x="9163654" y="434113"/>
                </a:moveTo>
                <a:lnTo>
                  <a:pt x="9172718" y="434113"/>
                </a:lnTo>
                <a:cubicBezTo>
                  <a:pt x="9173046" y="434113"/>
                  <a:pt x="9173506" y="434572"/>
                  <a:pt x="9173506" y="434572"/>
                </a:cubicBezTo>
                <a:lnTo>
                  <a:pt x="9178038" y="442454"/>
                </a:lnTo>
                <a:cubicBezTo>
                  <a:pt x="9178169" y="442717"/>
                  <a:pt x="9178038" y="443308"/>
                  <a:pt x="9178038" y="443308"/>
                </a:cubicBezTo>
                <a:lnTo>
                  <a:pt x="9173506" y="451190"/>
                </a:lnTo>
                <a:cubicBezTo>
                  <a:pt x="9173309" y="451453"/>
                  <a:pt x="9172718" y="451650"/>
                  <a:pt x="9172718" y="451650"/>
                </a:cubicBezTo>
                <a:lnTo>
                  <a:pt x="9163654" y="451650"/>
                </a:lnTo>
                <a:cubicBezTo>
                  <a:pt x="9163326" y="451650"/>
                  <a:pt x="9162866" y="451190"/>
                  <a:pt x="9162866" y="451190"/>
                </a:cubicBezTo>
                <a:lnTo>
                  <a:pt x="9158333" y="443308"/>
                </a:lnTo>
                <a:cubicBezTo>
                  <a:pt x="9158202" y="443046"/>
                  <a:pt x="9158333" y="442454"/>
                  <a:pt x="9158333" y="442454"/>
                </a:cubicBezTo>
                <a:lnTo>
                  <a:pt x="9162866" y="434572"/>
                </a:lnTo>
                <a:cubicBezTo>
                  <a:pt x="9163062" y="434310"/>
                  <a:pt x="9163654" y="434113"/>
                  <a:pt x="9163654" y="434113"/>
                </a:cubicBezTo>
                <a:close/>
                <a:moveTo>
                  <a:pt x="5347746" y="434113"/>
                </a:moveTo>
                <a:lnTo>
                  <a:pt x="5356810" y="434113"/>
                </a:lnTo>
                <a:cubicBezTo>
                  <a:pt x="5357138" y="434113"/>
                  <a:pt x="5357598" y="434572"/>
                  <a:pt x="5357598" y="434572"/>
                </a:cubicBezTo>
                <a:lnTo>
                  <a:pt x="5362130" y="442454"/>
                </a:lnTo>
                <a:cubicBezTo>
                  <a:pt x="5362261" y="442715"/>
                  <a:pt x="5362130" y="443308"/>
                  <a:pt x="5362130" y="443308"/>
                </a:cubicBezTo>
                <a:lnTo>
                  <a:pt x="5357598" y="451190"/>
                </a:lnTo>
                <a:cubicBezTo>
                  <a:pt x="5357401" y="451452"/>
                  <a:pt x="5356810" y="451649"/>
                  <a:pt x="5356810" y="451649"/>
                </a:cubicBezTo>
                <a:lnTo>
                  <a:pt x="5347746" y="451649"/>
                </a:lnTo>
                <a:cubicBezTo>
                  <a:pt x="5347418" y="451649"/>
                  <a:pt x="5346958" y="451190"/>
                  <a:pt x="5346958" y="451190"/>
                </a:cubicBezTo>
                <a:lnTo>
                  <a:pt x="5342425" y="443308"/>
                </a:lnTo>
                <a:cubicBezTo>
                  <a:pt x="5342295" y="443045"/>
                  <a:pt x="5342425" y="442454"/>
                  <a:pt x="5342425" y="442454"/>
                </a:cubicBezTo>
                <a:lnTo>
                  <a:pt x="5346958" y="434572"/>
                </a:lnTo>
                <a:cubicBezTo>
                  <a:pt x="5347154" y="434310"/>
                  <a:pt x="5347746" y="434113"/>
                  <a:pt x="5347746" y="434113"/>
                </a:cubicBezTo>
                <a:close/>
                <a:moveTo>
                  <a:pt x="4838919" y="434113"/>
                </a:moveTo>
                <a:lnTo>
                  <a:pt x="4847982" y="434113"/>
                </a:lnTo>
                <a:cubicBezTo>
                  <a:pt x="4848311" y="434113"/>
                  <a:pt x="4848772" y="434572"/>
                  <a:pt x="4848772" y="434572"/>
                </a:cubicBezTo>
                <a:lnTo>
                  <a:pt x="4853303" y="442454"/>
                </a:lnTo>
                <a:cubicBezTo>
                  <a:pt x="4853435" y="442717"/>
                  <a:pt x="4853303" y="443308"/>
                  <a:pt x="4853303" y="443308"/>
                </a:cubicBezTo>
                <a:lnTo>
                  <a:pt x="4848772" y="451190"/>
                </a:lnTo>
                <a:cubicBezTo>
                  <a:pt x="4848575" y="451453"/>
                  <a:pt x="4847982" y="451649"/>
                  <a:pt x="4847982" y="451649"/>
                </a:cubicBezTo>
                <a:lnTo>
                  <a:pt x="4838919" y="451649"/>
                </a:lnTo>
                <a:cubicBezTo>
                  <a:pt x="4838590" y="451649"/>
                  <a:pt x="4838132" y="451190"/>
                  <a:pt x="4838132" y="451190"/>
                </a:cubicBezTo>
                <a:lnTo>
                  <a:pt x="4833598" y="443308"/>
                </a:lnTo>
                <a:cubicBezTo>
                  <a:pt x="4833467" y="443045"/>
                  <a:pt x="4833598" y="442454"/>
                  <a:pt x="4833598" y="442454"/>
                </a:cubicBezTo>
                <a:lnTo>
                  <a:pt x="4838132" y="434572"/>
                </a:lnTo>
                <a:cubicBezTo>
                  <a:pt x="4838328" y="434310"/>
                  <a:pt x="4838919" y="434113"/>
                  <a:pt x="4838919" y="434113"/>
                </a:cubicBezTo>
                <a:close/>
                <a:moveTo>
                  <a:pt x="4584538" y="434113"/>
                </a:moveTo>
                <a:lnTo>
                  <a:pt x="4593603" y="434113"/>
                </a:lnTo>
                <a:cubicBezTo>
                  <a:pt x="4593932" y="434113"/>
                  <a:pt x="4594390" y="434571"/>
                  <a:pt x="4594390" y="434571"/>
                </a:cubicBezTo>
                <a:lnTo>
                  <a:pt x="4598922" y="442453"/>
                </a:lnTo>
                <a:cubicBezTo>
                  <a:pt x="4599054" y="442715"/>
                  <a:pt x="4598922" y="443308"/>
                  <a:pt x="4598922" y="443308"/>
                </a:cubicBezTo>
                <a:lnTo>
                  <a:pt x="4594390" y="451189"/>
                </a:lnTo>
                <a:cubicBezTo>
                  <a:pt x="4594193" y="451452"/>
                  <a:pt x="4593603" y="451649"/>
                  <a:pt x="4593603" y="451649"/>
                </a:cubicBezTo>
                <a:lnTo>
                  <a:pt x="4584538" y="451649"/>
                </a:lnTo>
                <a:cubicBezTo>
                  <a:pt x="4584210" y="451649"/>
                  <a:pt x="4583749" y="451189"/>
                  <a:pt x="4583749" y="451189"/>
                </a:cubicBezTo>
                <a:lnTo>
                  <a:pt x="4579218" y="443308"/>
                </a:lnTo>
                <a:cubicBezTo>
                  <a:pt x="4579087" y="443045"/>
                  <a:pt x="4579218" y="442453"/>
                  <a:pt x="4579218" y="442453"/>
                </a:cubicBezTo>
                <a:lnTo>
                  <a:pt x="4583749" y="434571"/>
                </a:lnTo>
                <a:cubicBezTo>
                  <a:pt x="4583948" y="434310"/>
                  <a:pt x="4584538" y="434113"/>
                  <a:pt x="4584538" y="434113"/>
                </a:cubicBezTo>
                <a:close/>
                <a:moveTo>
                  <a:pt x="7891684" y="434112"/>
                </a:moveTo>
                <a:lnTo>
                  <a:pt x="7900748" y="434112"/>
                </a:lnTo>
                <a:cubicBezTo>
                  <a:pt x="7901076" y="434112"/>
                  <a:pt x="7901536" y="434571"/>
                  <a:pt x="7901536" y="434571"/>
                </a:cubicBezTo>
                <a:lnTo>
                  <a:pt x="7906067" y="442453"/>
                </a:lnTo>
                <a:cubicBezTo>
                  <a:pt x="7906199" y="442715"/>
                  <a:pt x="7906067" y="443305"/>
                  <a:pt x="7906067" y="443305"/>
                </a:cubicBezTo>
                <a:lnTo>
                  <a:pt x="7901536" y="451189"/>
                </a:lnTo>
                <a:cubicBezTo>
                  <a:pt x="7901339" y="451452"/>
                  <a:pt x="7900748" y="451649"/>
                  <a:pt x="7900748" y="451649"/>
                </a:cubicBezTo>
                <a:lnTo>
                  <a:pt x="7891684" y="451649"/>
                </a:lnTo>
                <a:cubicBezTo>
                  <a:pt x="7891355" y="451649"/>
                  <a:pt x="7890896" y="451189"/>
                  <a:pt x="7890896" y="451189"/>
                </a:cubicBezTo>
                <a:lnTo>
                  <a:pt x="7886363" y="443305"/>
                </a:lnTo>
                <a:cubicBezTo>
                  <a:pt x="7886233" y="443044"/>
                  <a:pt x="7886363" y="442453"/>
                  <a:pt x="7886363" y="442453"/>
                </a:cubicBezTo>
                <a:lnTo>
                  <a:pt x="7890896" y="434571"/>
                </a:lnTo>
                <a:cubicBezTo>
                  <a:pt x="7891093" y="434309"/>
                  <a:pt x="7891684" y="434112"/>
                  <a:pt x="7891684" y="434112"/>
                </a:cubicBezTo>
                <a:close/>
                <a:moveTo>
                  <a:pt x="2040647" y="434112"/>
                </a:moveTo>
                <a:lnTo>
                  <a:pt x="2049710" y="434112"/>
                </a:lnTo>
                <a:lnTo>
                  <a:pt x="2049811" y="434171"/>
                </a:lnTo>
                <a:lnTo>
                  <a:pt x="2049872" y="434171"/>
                </a:lnTo>
                <a:cubicBezTo>
                  <a:pt x="2050201" y="434171"/>
                  <a:pt x="2050660" y="434630"/>
                  <a:pt x="2050660" y="434630"/>
                </a:cubicBezTo>
                <a:lnTo>
                  <a:pt x="2055191" y="442511"/>
                </a:lnTo>
                <a:cubicBezTo>
                  <a:pt x="2055323" y="442775"/>
                  <a:pt x="2055191" y="443366"/>
                  <a:pt x="2055191" y="443366"/>
                </a:cubicBezTo>
                <a:lnTo>
                  <a:pt x="2050660" y="451248"/>
                </a:lnTo>
                <a:cubicBezTo>
                  <a:pt x="2050463" y="451511"/>
                  <a:pt x="2049872" y="451707"/>
                  <a:pt x="2049872" y="451707"/>
                </a:cubicBezTo>
                <a:lnTo>
                  <a:pt x="2040805" y="451707"/>
                </a:lnTo>
                <a:lnTo>
                  <a:pt x="2040706" y="451649"/>
                </a:lnTo>
                <a:lnTo>
                  <a:pt x="2040647" y="451649"/>
                </a:lnTo>
                <a:cubicBezTo>
                  <a:pt x="2040316" y="451649"/>
                  <a:pt x="2039859" y="451189"/>
                  <a:pt x="2039859" y="451189"/>
                </a:cubicBezTo>
                <a:lnTo>
                  <a:pt x="2035323" y="443306"/>
                </a:lnTo>
                <a:cubicBezTo>
                  <a:pt x="2035192" y="443045"/>
                  <a:pt x="2035323" y="442453"/>
                  <a:pt x="2035323" y="442453"/>
                </a:cubicBezTo>
                <a:lnTo>
                  <a:pt x="2039859" y="434571"/>
                </a:lnTo>
                <a:cubicBezTo>
                  <a:pt x="2040056" y="434309"/>
                  <a:pt x="2040647" y="434112"/>
                  <a:pt x="2040647" y="434112"/>
                </a:cubicBezTo>
                <a:close/>
                <a:moveTo>
                  <a:pt x="8400511" y="434108"/>
                </a:moveTo>
                <a:lnTo>
                  <a:pt x="8409575" y="434108"/>
                </a:lnTo>
                <a:cubicBezTo>
                  <a:pt x="8409904" y="434108"/>
                  <a:pt x="8410363" y="434568"/>
                  <a:pt x="8410363" y="434568"/>
                </a:cubicBezTo>
                <a:lnTo>
                  <a:pt x="8414896" y="442449"/>
                </a:lnTo>
                <a:cubicBezTo>
                  <a:pt x="8415027" y="442711"/>
                  <a:pt x="8414896" y="443302"/>
                  <a:pt x="8414896" y="443302"/>
                </a:cubicBezTo>
                <a:lnTo>
                  <a:pt x="8410363" y="451185"/>
                </a:lnTo>
                <a:cubicBezTo>
                  <a:pt x="8410166" y="451447"/>
                  <a:pt x="8409575" y="451644"/>
                  <a:pt x="8409575" y="451644"/>
                </a:cubicBezTo>
                <a:lnTo>
                  <a:pt x="8400511" y="451644"/>
                </a:lnTo>
                <a:cubicBezTo>
                  <a:pt x="8400184" y="451644"/>
                  <a:pt x="8399723" y="451185"/>
                  <a:pt x="8399723" y="451185"/>
                </a:cubicBezTo>
                <a:lnTo>
                  <a:pt x="8395191" y="443302"/>
                </a:lnTo>
                <a:cubicBezTo>
                  <a:pt x="8395060" y="443041"/>
                  <a:pt x="8395191" y="442449"/>
                  <a:pt x="8395191" y="442449"/>
                </a:cubicBezTo>
                <a:lnTo>
                  <a:pt x="8399723" y="434568"/>
                </a:lnTo>
                <a:cubicBezTo>
                  <a:pt x="8399920" y="434305"/>
                  <a:pt x="8400511" y="434108"/>
                  <a:pt x="8400511" y="434108"/>
                </a:cubicBezTo>
                <a:close/>
                <a:moveTo>
                  <a:pt x="3058243" y="434108"/>
                </a:moveTo>
                <a:lnTo>
                  <a:pt x="3067307" y="434108"/>
                </a:lnTo>
                <a:cubicBezTo>
                  <a:pt x="3067636" y="434108"/>
                  <a:pt x="3068097" y="434568"/>
                  <a:pt x="3068097" y="434568"/>
                </a:cubicBezTo>
                <a:lnTo>
                  <a:pt x="3072627" y="442449"/>
                </a:lnTo>
                <a:cubicBezTo>
                  <a:pt x="3072759" y="442711"/>
                  <a:pt x="3072627" y="443303"/>
                  <a:pt x="3072627" y="443303"/>
                </a:cubicBezTo>
                <a:lnTo>
                  <a:pt x="3068097" y="451185"/>
                </a:lnTo>
                <a:cubicBezTo>
                  <a:pt x="3067898" y="451448"/>
                  <a:pt x="3067307" y="451645"/>
                  <a:pt x="3067307" y="451645"/>
                </a:cubicBezTo>
                <a:lnTo>
                  <a:pt x="3058243" y="451645"/>
                </a:lnTo>
                <a:cubicBezTo>
                  <a:pt x="3057914" y="451645"/>
                  <a:pt x="3057454" y="451185"/>
                  <a:pt x="3057454" y="451185"/>
                </a:cubicBezTo>
                <a:lnTo>
                  <a:pt x="3052923" y="443303"/>
                </a:lnTo>
                <a:cubicBezTo>
                  <a:pt x="3052791" y="443041"/>
                  <a:pt x="3052923" y="442449"/>
                  <a:pt x="3052923" y="442449"/>
                </a:cubicBezTo>
                <a:lnTo>
                  <a:pt x="3057454" y="434568"/>
                </a:lnTo>
                <a:cubicBezTo>
                  <a:pt x="3057653" y="434305"/>
                  <a:pt x="3058243" y="434108"/>
                  <a:pt x="3058243" y="434108"/>
                </a:cubicBezTo>
                <a:close/>
                <a:moveTo>
                  <a:pt x="5093300" y="434106"/>
                </a:moveTo>
                <a:lnTo>
                  <a:pt x="5102364" y="434106"/>
                </a:lnTo>
                <a:cubicBezTo>
                  <a:pt x="5102693" y="434106"/>
                  <a:pt x="5103153" y="434566"/>
                  <a:pt x="5103153" y="434566"/>
                </a:cubicBezTo>
                <a:lnTo>
                  <a:pt x="5107684" y="442447"/>
                </a:lnTo>
                <a:cubicBezTo>
                  <a:pt x="5107815" y="442711"/>
                  <a:pt x="5107684" y="443301"/>
                  <a:pt x="5107684" y="443301"/>
                </a:cubicBezTo>
                <a:lnTo>
                  <a:pt x="5103153" y="451183"/>
                </a:lnTo>
                <a:cubicBezTo>
                  <a:pt x="5102955" y="451446"/>
                  <a:pt x="5102364" y="451643"/>
                  <a:pt x="5102364" y="451643"/>
                </a:cubicBezTo>
                <a:lnTo>
                  <a:pt x="5093300" y="451643"/>
                </a:lnTo>
                <a:cubicBezTo>
                  <a:pt x="5092972" y="451643"/>
                  <a:pt x="5092512" y="451183"/>
                  <a:pt x="5092512" y="451183"/>
                </a:cubicBezTo>
                <a:lnTo>
                  <a:pt x="5087979" y="443301"/>
                </a:lnTo>
                <a:cubicBezTo>
                  <a:pt x="5087848" y="443038"/>
                  <a:pt x="5087979" y="442447"/>
                  <a:pt x="5087979" y="442447"/>
                </a:cubicBezTo>
                <a:lnTo>
                  <a:pt x="5092512" y="434566"/>
                </a:lnTo>
                <a:cubicBezTo>
                  <a:pt x="5092708" y="434303"/>
                  <a:pt x="5093300" y="434106"/>
                  <a:pt x="5093300" y="434106"/>
                </a:cubicBezTo>
                <a:close/>
                <a:moveTo>
                  <a:pt x="2549404" y="434106"/>
                </a:moveTo>
                <a:lnTo>
                  <a:pt x="2558470" y="434106"/>
                </a:lnTo>
                <a:cubicBezTo>
                  <a:pt x="2558798" y="434106"/>
                  <a:pt x="2559258" y="434566"/>
                  <a:pt x="2559258" y="434566"/>
                </a:cubicBezTo>
                <a:lnTo>
                  <a:pt x="2563789" y="442447"/>
                </a:lnTo>
                <a:cubicBezTo>
                  <a:pt x="2563919" y="442710"/>
                  <a:pt x="2563789" y="443301"/>
                  <a:pt x="2563789" y="443301"/>
                </a:cubicBezTo>
                <a:lnTo>
                  <a:pt x="2559258" y="451183"/>
                </a:lnTo>
                <a:cubicBezTo>
                  <a:pt x="2559061" y="451446"/>
                  <a:pt x="2558470" y="451643"/>
                  <a:pt x="2558470" y="451643"/>
                </a:cubicBezTo>
                <a:lnTo>
                  <a:pt x="2549404" y="451643"/>
                </a:lnTo>
                <a:cubicBezTo>
                  <a:pt x="2549076" y="451643"/>
                  <a:pt x="2548615" y="451183"/>
                  <a:pt x="2548615" y="451183"/>
                </a:cubicBezTo>
                <a:lnTo>
                  <a:pt x="2544084" y="443301"/>
                </a:lnTo>
                <a:cubicBezTo>
                  <a:pt x="2543953" y="443038"/>
                  <a:pt x="2544084" y="442447"/>
                  <a:pt x="2544084" y="442447"/>
                </a:cubicBezTo>
                <a:lnTo>
                  <a:pt x="2548615" y="434566"/>
                </a:lnTo>
                <a:cubicBezTo>
                  <a:pt x="2548813" y="434303"/>
                  <a:pt x="2549404" y="434106"/>
                  <a:pt x="2549404" y="434106"/>
                </a:cubicBezTo>
                <a:close/>
                <a:moveTo>
                  <a:pt x="6874095" y="434105"/>
                </a:moveTo>
                <a:lnTo>
                  <a:pt x="6883159" y="434105"/>
                </a:lnTo>
                <a:cubicBezTo>
                  <a:pt x="6883488" y="434105"/>
                  <a:pt x="6883947" y="434565"/>
                  <a:pt x="6883947" y="434565"/>
                </a:cubicBezTo>
                <a:lnTo>
                  <a:pt x="6888480" y="442446"/>
                </a:lnTo>
                <a:cubicBezTo>
                  <a:pt x="6888611" y="442709"/>
                  <a:pt x="6888480" y="443300"/>
                  <a:pt x="6888480" y="443300"/>
                </a:cubicBezTo>
                <a:lnTo>
                  <a:pt x="6883947" y="451182"/>
                </a:lnTo>
                <a:cubicBezTo>
                  <a:pt x="6883751" y="451445"/>
                  <a:pt x="6883159" y="451642"/>
                  <a:pt x="6883159" y="451642"/>
                </a:cubicBezTo>
                <a:lnTo>
                  <a:pt x="6874095" y="451642"/>
                </a:lnTo>
                <a:cubicBezTo>
                  <a:pt x="6873768" y="451642"/>
                  <a:pt x="6873307" y="451182"/>
                  <a:pt x="6873307" y="451182"/>
                </a:cubicBezTo>
                <a:lnTo>
                  <a:pt x="6868775" y="443300"/>
                </a:lnTo>
                <a:cubicBezTo>
                  <a:pt x="6868644" y="443037"/>
                  <a:pt x="6868775" y="442446"/>
                  <a:pt x="6868775" y="442446"/>
                </a:cubicBezTo>
                <a:lnTo>
                  <a:pt x="6873307" y="434565"/>
                </a:lnTo>
                <a:cubicBezTo>
                  <a:pt x="6873504" y="434302"/>
                  <a:pt x="6874095" y="434105"/>
                  <a:pt x="6874095" y="434105"/>
                </a:cubicBezTo>
                <a:close/>
                <a:moveTo>
                  <a:pt x="7382923" y="434094"/>
                </a:moveTo>
                <a:lnTo>
                  <a:pt x="7391987" y="434094"/>
                </a:lnTo>
                <a:cubicBezTo>
                  <a:pt x="7392315" y="434094"/>
                  <a:pt x="7392775" y="434554"/>
                  <a:pt x="7392775" y="434554"/>
                </a:cubicBezTo>
                <a:lnTo>
                  <a:pt x="7397307" y="442435"/>
                </a:lnTo>
                <a:cubicBezTo>
                  <a:pt x="7397438" y="442698"/>
                  <a:pt x="7397307" y="443289"/>
                  <a:pt x="7397307" y="443289"/>
                </a:cubicBezTo>
                <a:lnTo>
                  <a:pt x="7392775" y="451172"/>
                </a:lnTo>
                <a:cubicBezTo>
                  <a:pt x="7392578" y="451434"/>
                  <a:pt x="7391987" y="451631"/>
                  <a:pt x="7391987" y="451631"/>
                </a:cubicBezTo>
                <a:lnTo>
                  <a:pt x="7382923" y="451631"/>
                </a:lnTo>
                <a:cubicBezTo>
                  <a:pt x="7382595" y="451631"/>
                  <a:pt x="7382135" y="451172"/>
                  <a:pt x="7382135" y="451172"/>
                </a:cubicBezTo>
                <a:lnTo>
                  <a:pt x="7377602" y="443289"/>
                </a:lnTo>
                <a:cubicBezTo>
                  <a:pt x="7377471" y="443025"/>
                  <a:pt x="7377602" y="442435"/>
                  <a:pt x="7377602" y="442435"/>
                </a:cubicBezTo>
                <a:lnTo>
                  <a:pt x="7382135" y="434554"/>
                </a:lnTo>
                <a:cubicBezTo>
                  <a:pt x="7382331" y="434291"/>
                  <a:pt x="7382923" y="434094"/>
                  <a:pt x="7382923" y="434094"/>
                </a:cubicBezTo>
                <a:close/>
                <a:moveTo>
                  <a:pt x="5380" y="434094"/>
                </a:moveTo>
                <a:lnTo>
                  <a:pt x="14444" y="434094"/>
                </a:lnTo>
                <a:lnTo>
                  <a:pt x="14574" y="434171"/>
                </a:lnTo>
                <a:lnTo>
                  <a:pt x="14668" y="434171"/>
                </a:lnTo>
                <a:cubicBezTo>
                  <a:pt x="14997" y="434171"/>
                  <a:pt x="15456" y="434630"/>
                  <a:pt x="15456" y="434630"/>
                </a:cubicBezTo>
                <a:lnTo>
                  <a:pt x="19988" y="442511"/>
                </a:lnTo>
                <a:cubicBezTo>
                  <a:pt x="20120" y="442775"/>
                  <a:pt x="19988" y="443366"/>
                  <a:pt x="19988" y="443366"/>
                </a:cubicBezTo>
                <a:lnTo>
                  <a:pt x="15456" y="451248"/>
                </a:lnTo>
                <a:cubicBezTo>
                  <a:pt x="15259" y="451511"/>
                  <a:pt x="14668" y="451707"/>
                  <a:pt x="14668" y="451707"/>
                </a:cubicBezTo>
                <a:lnTo>
                  <a:pt x="5605" y="451707"/>
                </a:lnTo>
                <a:lnTo>
                  <a:pt x="5475" y="451632"/>
                </a:lnTo>
                <a:lnTo>
                  <a:pt x="5380" y="451632"/>
                </a:lnTo>
                <a:cubicBezTo>
                  <a:pt x="5052" y="451632"/>
                  <a:pt x="4592" y="451173"/>
                  <a:pt x="4592" y="451173"/>
                </a:cubicBezTo>
                <a:lnTo>
                  <a:pt x="59" y="443289"/>
                </a:lnTo>
                <a:cubicBezTo>
                  <a:pt x="-72" y="443026"/>
                  <a:pt x="59" y="442435"/>
                  <a:pt x="59" y="442435"/>
                </a:cubicBezTo>
                <a:lnTo>
                  <a:pt x="4592" y="434555"/>
                </a:lnTo>
                <a:cubicBezTo>
                  <a:pt x="4789" y="434291"/>
                  <a:pt x="5380" y="434094"/>
                  <a:pt x="5380" y="434094"/>
                </a:cubicBezTo>
                <a:close/>
                <a:moveTo>
                  <a:pt x="8146065" y="434093"/>
                </a:moveTo>
                <a:lnTo>
                  <a:pt x="8155129" y="434093"/>
                </a:lnTo>
                <a:cubicBezTo>
                  <a:pt x="8155458" y="434093"/>
                  <a:pt x="8155917" y="434553"/>
                  <a:pt x="8155917" y="434553"/>
                </a:cubicBezTo>
                <a:lnTo>
                  <a:pt x="8160449" y="442434"/>
                </a:lnTo>
                <a:cubicBezTo>
                  <a:pt x="8160580" y="442697"/>
                  <a:pt x="8160449" y="443288"/>
                  <a:pt x="8160449" y="443288"/>
                </a:cubicBezTo>
                <a:lnTo>
                  <a:pt x="8155917" y="451169"/>
                </a:lnTo>
                <a:cubicBezTo>
                  <a:pt x="8155719" y="451432"/>
                  <a:pt x="8155129" y="451630"/>
                  <a:pt x="8155129" y="451630"/>
                </a:cubicBezTo>
                <a:lnTo>
                  <a:pt x="8146065" y="451630"/>
                </a:lnTo>
                <a:cubicBezTo>
                  <a:pt x="8145737" y="451630"/>
                  <a:pt x="8145277" y="451169"/>
                  <a:pt x="8145277" y="451169"/>
                </a:cubicBezTo>
                <a:lnTo>
                  <a:pt x="8140745" y="443288"/>
                </a:lnTo>
                <a:cubicBezTo>
                  <a:pt x="8140613" y="443025"/>
                  <a:pt x="8140745" y="442434"/>
                  <a:pt x="8140745" y="442434"/>
                </a:cubicBezTo>
                <a:lnTo>
                  <a:pt x="8145277" y="434553"/>
                </a:lnTo>
                <a:cubicBezTo>
                  <a:pt x="8145474" y="434290"/>
                  <a:pt x="8146065" y="434093"/>
                  <a:pt x="8146065" y="434093"/>
                </a:cubicBezTo>
                <a:close/>
                <a:moveTo>
                  <a:pt x="7637304" y="434089"/>
                </a:moveTo>
                <a:lnTo>
                  <a:pt x="7646367" y="434089"/>
                </a:lnTo>
                <a:cubicBezTo>
                  <a:pt x="7646696" y="434089"/>
                  <a:pt x="7647156" y="434548"/>
                  <a:pt x="7647156" y="434548"/>
                </a:cubicBezTo>
                <a:lnTo>
                  <a:pt x="7651687" y="442430"/>
                </a:lnTo>
                <a:cubicBezTo>
                  <a:pt x="7651819" y="442692"/>
                  <a:pt x="7651687" y="443284"/>
                  <a:pt x="7651687" y="443284"/>
                </a:cubicBezTo>
                <a:lnTo>
                  <a:pt x="7647156" y="451166"/>
                </a:lnTo>
                <a:cubicBezTo>
                  <a:pt x="7646958" y="451429"/>
                  <a:pt x="7646367" y="451626"/>
                  <a:pt x="7646367" y="451626"/>
                </a:cubicBezTo>
                <a:lnTo>
                  <a:pt x="7637304" y="451626"/>
                </a:lnTo>
                <a:cubicBezTo>
                  <a:pt x="7636975" y="451626"/>
                  <a:pt x="7636516" y="451166"/>
                  <a:pt x="7636516" y="451166"/>
                </a:cubicBezTo>
                <a:lnTo>
                  <a:pt x="7631983" y="443284"/>
                </a:lnTo>
                <a:cubicBezTo>
                  <a:pt x="7631851" y="443021"/>
                  <a:pt x="7631983" y="442430"/>
                  <a:pt x="7631983" y="442430"/>
                </a:cubicBezTo>
                <a:lnTo>
                  <a:pt x="7636516" y="434548"/>
                </a:lnTo>
                <a:cubicBezTo>
                  <a:pt x="7636713" y="434286"/>
                  <a:pt x="7637304" y="434089"/>
                  <a:pt x="7637304" y="434089"/>
                </a:cubicBezTo>
                <a:close/>
                <a:moveTo>
                  <a:pt x="10435623" y="434083"/>
                </a:moveTo>
                <a:lnTo>
                  <a:pt x="10444687" y="434083"/>
                </a:lnTo>
                <a:cubicBezTo>
                  <a:pt x="10445016" y="434083"/>
                  <a:pt x="10445475" y="434543"/>
                  <a:pt x="10445475" y="434543"/>
                </a:cubicBezTo>
                <a:lnTo>
                  <a:pt x="10450008" y="442424"/>
                </a:lnTo>
                <a:cubicBezTo>
                  <a:pt x="10450139" y="442687"/>
                  <a:pt x="10450008" y="443278"/>
                  <a:pt x="10450008" y="443278"/>
                </a:cubicBezTo>
                <a:lnTo>
                  <a:pt x="10445475" y="451161"/>
                </a:lnTo>
                <a:cubicBezTo>
                  <a:pt x="10445279" y="451423"/>
                  <a:pt x="10444687" y="451620"/>
                  <a:pt x="10444687" y="451620"/>
                </a:cubicBezTo>
                <a:lnTo>
                  <a:pt x="10435623" y="451620"/>
                </a:lnTo>
                <a:cubicBezTo>
                  <a:pt x="10435296" y="451620"/>
                  <a:pt x="10434835" y="451161"/>
                  <a:pt x="10434835" y="451161"/>
                </a:cubicBezTo>
                <a:lnTo>
                  <a:pt x="10430303" y="443278"/>
                </a:lnTo>
                <a:cubicBezTo>
                  <a:pt x="10430172" y="443015"/>
                  <a:pt x="10430303" y="442424"/>
                  <a:pt x="10430303" y="442424"/>
                </a:cubicBezTo>
                <a:lnTo>
                  <a:pt x="10434835" y="434543"/>
                </a:lnTo>
                <a:cubicBezTo>
                  <a:pt x="10435032" y="434280"/>
                  <a:pt x="10435623" y="434083"/>
                  <a:pt x="10435623" y="434083"/>
                </a:cubicBezTo>
                <a:close/>
                <a:moveTo>
                  <a:pt x="10181243" y="434083"/>
                </a:moveTo>
                <a:lnTo>
                  <a:pt x="10190306" y="434083"/>
                </a:lnTo>
                <a:cubicBezTo>
                  <a:pt x="10190636" y="434083"/>
                  <a:pt x="10191094" y="434543"/>
                  <a:pt x="10191094" y="434543"/>
                </a:cubicBezTo>
                <a:lnTo>
                  <a:pt x="10195627" y="442424"/>
                </a:lnTo>
                <a:cubicBezTo>
                  <a:pt x="10195759" y="442687"/>
                  <a:pt x="10195627" y="443278"/>
                  <a:pt x="10195627" y="443278"/>
                </a:cubicBezTo>
                <a:lnTo>
                  <a:pt x="10191094" y="451161"/>
                </a:lnTo>
                <a:cubicBezTo>
                  <a:pt x="10190897" y="451423"/>
                  <a:pt x="10190306" y="451620"/>
                  <a:pt x="10190306" y="451620"/>
                </a:cubicBezTo>
                <a:lnTo>
                  <a:pt x="10181243" y="451620"/>
                </a:lnTo>
                <a:cubicBezTo>
                  <a:pt x="10180915" y="451620"/>
                  <a:pt x="10180455" y="451161"/>
                  <a:pt x="10180455" y="451161"/>
                </a:cubicBezTo>
                <a:lnTo>
                  <a:pt x="10175923" y="443278"/>
                </a:lnTo>
                <a:cubicBezTo>
                  <a:pt x="10175791" y="443015"/>
                  <a:pt x="10175923" y="442424"/>
                  <a:pt x="10175923" y="442424"/>
                </a:cubicBezTo>
                <a:lnTo>
                  <a:pt x="10180455" y="434543"/>
                </a:lnTo>
                <a:cubicBezTo>
                  <a:pt x="10180652" y="434280"/>
                  <a:pt x="10181243" y="434083"/>
                  <a:pt x="10181243" y="434083"/>
                </a:cubicBezTo>
                <a:close/>
                <a:moveTo>
                  <a:pt x="9926862" y="434083"/>
                </a:moveTo>
                <a:lnTo>
                  <a:pt x="9935926" y="434083"/>
                </a:lnTo>
                <a:cubicBezTo>
                  <a:pt x="9936255" y="434083"/>
                  <a:pt x="9936714" y="434543"/>
                  <a:pt x="9936714" y="434543"/>
                </a:cubicBezTo>
                <a:lnTo>
                  <a:pt x="9941247" y="442424"/>
                </a:lnTo>
                <a:cubicBezTo>
                  <a:pt x="9941377" y="442687"/>
                  <a:pt x="9941247" y="443278"/>
                  <a:pt x="9941247" y="443278"/>
                </a:cubicBezTo>
                <a:lnTo>
                  <a:pt x="9936714" y="451161"/>
                </a:lnTo>
                <a:cubicBezTo>
                  <a:pt x="9936517" y="451423"/>
                  <a:pt x="9935926" y="451620"/>
                  <a:pt x="9935926" y="451620"/>
                </a:cubicBezTo>
                <a:lnTo>
                  <a:pt x="9926862" y="451620"/>
                </a:lnTo>
                <a:cubicBezTo>
                  <a:pt x="9926534" y="451620"/>
                  <a:pt x="9926074" y="451161"/>
                  <a:pt x="9926074" y="451161"/>
                </a:cubicBezTo>
                <a:lnTo>
                  <a:pt x="9921542" y="443278"/>
                </a:lnTo>
                <a:cubicBezTo>
                  <a:pt x="9921411" y="443015"/>
                  <a:pt x="9921542" y="442424"/>
                  <a:pt x="9921542" y="442424"/>
                </a:cubicBezTo>
                <a:lnTo>
                  <a:pt x="9926074" y="434543"/>
                </a:lnTo>
                <a:cubicBezTo>
                  <a:pt x="9926271" y="434280"/>
                  <a:pt x="9926862" y="434083"/>
                  <a:pt x="9926862" y="434083"/>
                </a:cubicBezTo>
                <a:close/>
                <a:moveTo>
                  <a:pt x="9672482" y="434083"/>
                </a:moveTo>
                <a:lnTo>
                  <a:pt x="9681546" y="434083"/>
                </a:lnTo>
                <a:cubicBezTo>
                  <a:pt x="9681873" y="434083"/>
                  <a:pt x="9682334" y="434543"/>
                  <a:pt x="9682334" y="434543"/>
                </a:cubicBezTo>
                <a:lnTo>
                  <a:pt x="9686866" y="442424"/>
                </a:lnTo>
                <a:cubicBezTo>
                  <a:pt x="9686997" y="442687"/>
                  <a:pt x="9686866" y="443278"/>
                  <a:pt x="9686866" y="443278"/>
                </a:cubicBezTo>
                <a:lnTo>
                  <a:pt x="9682334" y="451161"/>
                </a:lnTo>
                <a:cubicBezTo>
                  <a:pt x="9682137" y="451423"/>
                  <a:pt x="9681546" y="451620"/>
                  <a:pt x="9681546" y="451620"/>
                </a:cubicBezTo>
                <a:lnTo>
                  <a:pt x="9672482" y="451620"/>
                </a:lnTo>
                <a:cubicBezTo>
                  <a:pt x="9672153" y="451620"/>
                  <a:pt x="9671694" y="451161"/>
                  <a:pt x="9671694" y="451161"/>
                </a:cubicBezTo>
                <a:lnTo>
                  <a:pt x="9667161" y="443278"/>
                </a:lnTo>
                <a:cubicBezTo>
                  <a:pt x="9667031" y="443015"/>
                  <a:pt x="9667161" y="442424"/>
                  <a:pt x="9667161" y="442424"/>
                </a:cubicBezTo>
                <a:lnTo>
                  <a:pt x="9671694" y="434543"/>
                </a:lnTo>
                <a:cubicBezTo>
                  <a:pt x="9671891" y="434280"/>
                  <a:pt x="9672482" y="434083"/>
                  <a:pt x="9672482" y="434083"/>
                </a:cubicBezTo>
                <a:close/>
                <a:moveTo>
                  <a:pt x="8654892" y="217187"/>
                </a:moveTo>
                <a:lnTo>
                  <a:pt x="8663955" y="217187"/>
                </a:lnTo>
                <a:cubicBezTo>
                  <a:pt x="8664285" y="217187"/>
                  <a:pt x="8664744" y="217647"/>
                  <a:pt x="8664744" y="217647"/>
                </a:cubicBezTo>
                <a:lnTo>
                  <a:pt x="8669277" y="225528"/>
                </a:lnTo>
                <a:cubicBezTo>
                  <a:pt x="8669408" y="225791"/>
                  <a:pt x="8669277" y="226382"/>
                  <a:pt x="8669277" y="226382"/>
                </a:cubicBezTo>
                <a:lnTo>
                  <a:pt x="8664744" y="234265"/>
                </a:lnTo>
                <a:cubicBezTo>
                  <a:pt x="8664548" y="234527"/>
                  <a:pt x="8663955" y="234724"/>
                  <a:pt x="8663955" y="234724"/>
                </a:cubicBezTo>
                <a:lnTo>
                  <a:pt x="8654892" y="234724"/>
                </a:lnTo>
                <a:cubicBezTo>
                  <a:pt x="8654565" y="234724"/>
                  <a:pt x="8654104" y="234265"/>
                  <a:pt x="8654104" y="234265"/>
                </a:cubicBezTo>
                <a:lnTo>
                  <a:pt x="8649572" y="226382"/>
                </a:lnTo>
                <a:cubicBezTo>
                  <a:pt x="8649441" y="226119"/>
                  <a:pt x="8649572" y="225528"/>
                  <a:pt x="8649572" y="225528"/>
                </a:cubicBezTo>
                <a:lnTo>
                  <a:pt x="8654104" y="217647"/>
                </a:lnTo>
                <a:cubicBezTo>
                  <a:pt x="8654301" y="217384"/>
                  <a:pt x="8654892" y="217187"/>
                  <a:pt x="8654892" y="217187"/>
                </a:cubicBezTo>
                <a:close/>
                <a:moveTo>
                  <a:pt x="5093300" y="217186"/>
                </a:moveTo>
                <a:lnTo>
                  <a:pt x="5102364" y="217186"/>
                </a:lnTo>
                <a:cubicBezTo>
                  <a:pt x="5102693" y="217186"/>
                  <a:pt x="5103153" y="217645"/>
                  <a:pt x="5103153" y="217645"/>
                </a:cubicBezTo>
                <a:lnTo>
                  <a:pt x="5107684" y="225526"/>
                </a:lnTo>
                <a:cubicBezTo>
                  <a:pt x="5107815" y="225789"/>
                  <a:pt x="5107684" y="226380"/>
                  <a:pt x="5107684" y="226380"/>
                </a:cubicBezTo>
                <a:lnTo>
                  <a:pt x="5103153" y="234262"/>
                </a:lnTo>
                <a:cubicBezTo>
                  <a:pt x="5102955" y="234525"/>
                  <a:pt x="5102364" y="234722"/>
                  <a:pt x="5102364" y="234722"/>
                </a:cubicBezTo>
                <a:lnTo>
                  <a:pt x="5093300" y="234722"/>
                </a:lnTo>
                <a:cubicBezTo>
                  <a:pt x="5092972" y="234722"/>
                  <a:pt x="5092512" y="234262"/>
                  <a:pt x="5092512" y="234262"/>
                </a:cubicBezTo>
                <a:lnTo>
                  <a:pt x="5087979" y="226380"/>
                </a:lnTo>
                <a:cubicBezTo>
                  <a:pt x="5087848" y="226117"/>
                  <a:pt x="5087979" y="225526"/>
                  <a:pt x="5087979" y="225526"/>
                </a:cubicBezTo>
                <a:lnTo>
                  <a:pt x="5092512" y="217645"/>
                </a:lnTo>
                <a:cubicBezTo>
                  <a:pt x="5092708" y="217382"/>
                  <a:pt x="5093300" y="217186"/>
                  <a:pt x="5093300" y="217186"/>
                </a:cubicBezTo>
                <a:close/>
                <a:moveTo>
                  <a:pt x="8400511" y="217184"/>
                </a:moveTo>
                <a:lnTo>
                  <a:pt x="8409575" y="217184"/>
                </a:lnTo>
                <a:cubicBezTo>
                  <a:pt x="8409904" y="217184"/>
                  <a:pt x="8410363" y="217643"/>
                  <a:pt x="8410363" y="217643"/>
                </a:cubicBezTo>
                <a:lnTo>
                  <a:pt x="8414896" y="225524"/>
                </a:lnTo>
                <a:cubicBezTo>
                  <a:pt x="8415027" y="225787"/>
                  <a:pt x="8414896" y="226378"/>
                  <a:pt x="8414896" y="226378"/>
                </a:cubicBezTo>
                <a:lnTo>
                  <a:pt x="8410363" y="234260"/>
                </a:lnTo>
                <a:cubicBezTo>
                  <a:pt x="8410166" y="234523"/>
                  <a:pt x="8409575" y="234721"/>
                  <a:pt x="8409575" y="234721"/>
                </a:cubicBezTo>
                <a:lnTo>
                  <a:pt x="8400511" y="234721"/>
                </a:lnTo>
                <a:cubicBezTo>
                  <a:pt x="8400184" y="234721"/>
                  <a:pt x="8399723" y="234260"/>
                  <a:pt x="8399723" y="234260"/>
                </a:cubicBezTo>
                <a:lnTo>
                  <a:pt x="8395191" y="226378"/>
                </a:lnTo>
                <a:cubicBezTo>
                  <a:pt x="8395060" y="226115"/>
                  <a:pt x="8395191" y="225524"/>
                  <a:pt x="8395191" y="225524"/>
                </a:cubicBezTo>
                <a:lnTo>
                  <a:pt x="8399723" y="217643"/>
                </a:lnTo>
                <a:cubicBezTo>
                  <a:pt x="8399920" y="217380"/>
                  <a:pt x="8400511" y="217184"/>
                  <a:pt x="8400511" y="217184"/>
                </a:cubicBezTo>
                <a:close/>
                <a:moveTo>
                  <a:pt x="2295170" y="217183"/>
                </a:moveTo>
                <a:lnTo>
                  <a:pt x="2304234" y="217183"/>
                </a:lnTo>
                <a:cubicBezTo>
                  <a:pt x="2304563" y="217183"/>
                  <a:pt x="2305023" y="217643"/>
                  <a:pt x="2305023" y="217643"/>
                </a:cubicBezTo>
                <a:lnTo>
                  <a:pt x="2309554" y="225524"/>
                </a:lnTo>
                <a:cubicBezTo>
                  <a:pt x="2309686" y="225787"/>
                  <a:pt x="2309554" y="226378"/>
                  <a:pt x="2309554" y="226378"/>
                </a:cubicBezTo>
                <a:lnTo>
                  <a:pt x="2305023" y="234260"/>
                </a:lnTo>
                <a:cubicBezTo>
                  <a:pt x="2304827" y="234523"/>
                  <a:pt x="2304234" y="234720"/>
                  <a:pt x="2304234" y="234720"/>
                </a:cubicBezTo>
                <a:lnTo>
                  <a:pt x="2295170" y="234720"/>
                </a:lnTo>
                <a:cubicBezTo>
                  <a:pt x="2294842" y="234720"/>
                  <a:pt x="2294383" y="234260"/>
                  <a:pt x="2294383" y="234260"/>
                </a:cubicBezTo>
                <a:lnTo>
                  <a:pt x="2289850" y="226378"/>
                </a:lnTo>
                <a:cubicBezTo>
                  <a:pt x="2289720" y="226115"/>
                  <a:pt x="2289850" y="225524"/>
                  <a:pt x="2289850" y="225524"/>
                </a:cubicBezTo>
                <a:lnTo>
                  <a:pt x="2294383" y="217643"/>
                </a:lnTo>
                <a:cubicBezTo>
                  <a:pt x="2294580" y="217380"/>
                  <a:pt x="2295170" y="217183"/>
                  <a:pt x="2295170" y="217183"/>
                </a:cubicBezTo>
                <a:close/>
                <a:moveTo>
                  <a:pt x="260009" y="217177"/>
                </a:moveTo>
                <a:lnTo>
                  <a:pt x="269073" y="217177"/>
                </a:lnTo>
                <a:lnTo>
                  <a:pt x="269087" y="217186"/>
                </a:lnTo>
                <a:lnTo>
                  <a:pt x="269089" y="217186"/>
                </a:lnTo>
                <a:cubicBezTo>
                  <a:pt x="269418" y="217186"/>
                  <a:pt x="269878" y="217646"/>
                  <a:pt x="269878" y="217646"/>
                </a:cubicBezTo>
                <a:lnTo>
                  <a:pt x="274409" y="225527"/>
                </a:lnTo>
                <a:cubicBezTo>
                  <a:pt x="274541" y="225790"/>
                  <a:pt x="274409" y="226381"/>
                  <a:pt x="274409" y="226381"/>
                </a:cubicBezTo>
                <a:lnTo>
                  <a:pt x="269878" y="234264"/>
                </a:lnTo>
                <a:cubicBezTo>
                  <a:pt x="269681" y="234526"/>
                  <a:pt x="269089" y="234723"/>
                  <a:pt x="269089" y="234723"/>
                </a:cubicBezTo>
                <a:lnTo>
                  <a:pt x="260026" y="234723"/>
                </a:lnTo>
                <a:lnTo>
                  <a:pt x="260010" y="234715"/>
                </a:lnTo>
                <a:lnTo>
                  <a:pt x="260009" y="234715"/>
                </a:lnTo>
                <a:cubicBezTo>
                  <a:pt x="259680" y="234715"/>
                  <a:pt x="259220" y="234255"/>
                  <a:pt x="259220" y="234255"/>
                </a:cubicBezTo>
                <a:lnTo>
                  <a:pt x="254688" y="226372"/>
                </a:lnTo>
                <a:cubicBezTo>
                  <a:pt x="254557" y="226110"/>
                  <a:pt x="254688" y="225517"/>
                  <a:pt x="254688" y="225517"/>
                </a:cubicBezTo>
                <a:lnTo>
                  <a:pt x="259220" y="217637"/>
                </a:lnTo>
                <a:cubicBezTo>
                  <a:pt x="259416" y="217374"/>
                  <a:pt x="260009" y="217177"/>
                  <a:pt x="260009" y="217177"/>
                </a:cubicBezTo>
                <a:close/>
                <a:moveTo>
                  <a:pt x="6110888" y="217169"/>
                </a:moveTo>
                <a:lnTo>
                  <a:pt x="6119953" y="217169"/>
                </a:lnTo>
                <a:cubicBezTo>
                  <a:pt x="6120280" y="217169"/>
                  <a:pt x="6120740" y="217628"/>
                  <a:pt x="6120740" y="217628"/>
                </a:cubicBezTo>
                <a:lnTo>
                  <a:pt x="6125272" y="225509"/>
                </a:lnTo>
                <a:cubicBezTo>
                  <a:pt x="6125403" y="225771"/>
                  <a:pt x="6125272" y="226364"/>
                  <a:pt x="6125272" y="226364"/>
                </a:cubicBezTo>
                <a:lnTo>
                  <a:pt x="6120740" y="234246"/>
                </a:lnTo>
                <a:cubicBezTo>
                  <a:pt x="6120543" y="234509"/>
                  <a:pt x="6119953" y="234706"/>
                  <a:pt x="6119953" y="234706"/>
                </a:cubicBezTo>
                <a:lnTo>
                  <a:pt x="6110888" y="234706"/>
                </a:lnTo>
                <a:cubicBezTo>
                  <a:pt x="6110560" y="234706"/>
                  <a:pt x="6110101" y="234246"/>
                  <a:pt x="6110101" y="234246"/>
                </a:cubicBezTo>
                <a:lnTo>
                  <a:pt x="6105567" y="226364"/>
                </a:lnTo>
                <a:cubicBezTo>
                  <a:pt x="6105436" y="226101"/>
                  <a:pt x="6105567" y="225509"/>
                  <a:pt x="6105567" y="225509"/>
                </a:cubicBezTo>
                <a:lnTo>
                  <a:pt x="6110101" y="217628"/>
                </a:lnTo>
                <a:cubicBezTo>
                  <a:pt x="6110296" y="217366"/>
                  <a:pt x="6110888" y="217169"/>
                  <a:pt x="6110888" y="217169"/>
                </a:cubicBezTo>
                <a:close/>
                <a:moveTo>
                  <a:pt x="7891684" y="217163"/>
                </a:moveTo>
                <a:lnTo>
                  <a:pt x="7900748" y="217163"/>
                </a:lnTo>
                <a:cubicBezTo>
                  <a:pt x="7901076" y="217163"/>
                  <a:pt x="7901536" y="217624"/>
                  <a:pt x="7901536" y="217624"/>
                </a:cubicBezTo>
                <a:lnTo>
                  <a:pt x="7906067" y="225504"/>
                </a:lnTo>
                <a:cubicBezTo>
                  <a:pt x="7906199" y="225768"/>
                  <a:pt x="7906067" y="226358"/>
                  <a:pt x="7906067" y="226358"/>
                </a:cubicBezTo>
                <a:lnTo>
                  <a:pt x="7901536" y="234239"/>
                </a:lnTo>
                <a:cubicBezTo>
                  <a:pt x="7901339" y="234503"/>
                  <a:pt x="7900748" y="234700"/>
                  <a:pt x="7900748" y="234700"/>
                </a:cubicBezTo>
                <a:lnTo>
                  <a:pt x="7891684" y="234700"/>
                </a:lnTo>
                <a:cubicBezTo>
                  <a:pt x="7891355" y="234700"/>
                  <a:pt x="7890896" y="234239"/>
                  <a:pt x="7890896" y="234239"/>
                </a:cubicBezTo>
                <a:lnTo>
                  <a:pt x="7886363" y="226358"/>
                </a:lnTo>
                <a:cubicBezTo>
                  <a:pt x="7886233" y="226095"/>
                  <a:pt x="7886363" y="225504"/>
                  <a:pt x="7886363" y="225504"/>
                </a:cubicBezTo>
                <a:lnTo>
                  <a:pt x="7890896" y="217624"/>
                </a:lnTo>
                <a:cubicBezTo>
                  <a:pt x="7891093" y="217360"/>
                  <a:pt x="7891684" y="217163"/>
                  <a:pt x="7891684" y="217163"/>
                </a:cubicBezTo>
                <a:close/>
                <a:moveTo>
                  <a:pt x="4838919" y="217163"/>
                </a:moveTo>
                <a:lnTo>
                  <a:pt x="4847982" y="217163"/>
                </a:lnTo>
                <a:cubicBezTo>
                  <a:pt x="4848311" y="217163"/>
                  <a:pt x="4848772" y="217624"/>
                  <a:pt x="4848772" y="217624"/>
                </a:cubicBezTo>
                <a:lnTo>
                  <a:pt x="4853303" y="225504"/>
                </a:lnTo>
                <a:cubicBezTo>
                  <a:pt x="4853435" y="225768"/>
                  <a:pt x="4853303" y="226358"/>
                  <a:pt x="4853303" y="226358"/>
                </a:cubicBezTo>
                <a:lnTo>
                  <a:pt x="4848772" y="234239"/>
                </a:lnTo>
                <a:cubicBezTo>
                  <a:pt x="4848575" y="234504"/>
                  <a:pt x="4847982" y="234701"/>
                  <a:pt x="4847982" y="234701"/>
                </a:cubicBezTo>
                <a:lnTo>
                  <a:pt x="4838919" y="234701"/>
                </a:lnTo>
                <a:cubicBezTo>
                  <a:pt x="4838590" y="234701"/>
                  <a:pt x="4838132" y="234239"/>
                  <a:pt x="4838132" y="234239"/>
                </a:cubicBezTo>
                <a:lnTo>
                  <a:pt x="4833598" y="226358"/>
                </a:lnTo>
                <a:cubicBezTo>
                  <a:pt x="4833467" y="226095"/>
                  <a:pt x="4833598" y="225504"/>
                  <a:pt x="4833598" y="225504"/>
                </a:cubicBezTo>
                <a:lnTo>
                  <a:pt x="4838132" y="217624"/>
                </a:lnTo>
                <a:cubicBezTo>
                  <a:pt x="4838328" y="217360"/>
                  <a:pt x="4838919" y="217163"/>
                  <a:pt x="4838919" y="217163"/>
                </a:cubicBezTo>
                <a:close/>
                <a:moveTo>
                  <a:pt x="7637304" y="217162"/>
                </a:moveTo>
                <a:lnTo>
                  <a:pt x="7646367" y="217162"/>
                </a:lnTo>
                <a:cubicBezTo>
                  <a:pt x="7646696" y="217162"/>
                  <a:pt x="7647156" y="217622"/>
                  <a:pt x="7647156" y="217622"/>
                </a:cubicBezTo>
                <a:lnTo>
                  <a:pt x="7651687" y="225502"/>
                </a:lnTo>
                <a:cubicBezTo>
                  <a:pt x="7651819" y="225766"/>
                  <a:pt x="7651687" y="226357"/>
                  <a:pt x="7651687" y="226357"/>
                </a:cubicBezTo>
                <a:lnTo>
                  <a:pt x="7647156" y="234239"/>
                </a:lnTo>
                <a:cubicBezTo>
                  <a:pt x="7646958" y="234502"/>
                  <a:pt x="7646367" y="234699"/>
                  <a:pt x="7646367" y="234699"/>
                </a:cubicBezTo>
                <a:lnTo>
                  <a:pt x="7637304" y="234699"/>
                </a:lnTo>
                <a:cubicBezTo>
                  <a:pt x="7636975" y="234699"/>
                  <a:pt x="7636516" y="234239"/>
                  <a:pt x="7636516" y="234239"/>
                </a:cubicBezTo>
                <a:lnTo>
                  <a:pt x="7631983" y="226357"/>
                </a:lnTo>
                <a:cubicBezTo>
                  <a:pt x="7631851" y="226094"/>
                  <a:pt x="7631983" y="225502"/>
                  <a:pt x="7631983" y="225502"/>
                </a:cubicBezTo>
                <a:lnTo>
                  <a:pt x="7636516" y="217622"/>
                </a:lnTo>
                <a:cubicBezTo>
                  <a:pt x="7636713" y="217359"/>
                  <a:pt x="7637304" y="217162"/>
                  <a:pt x="7637304" y="217162"/>
                </a:cubicBezTo>
                <a:close/>
                <a:moveTo>
                  <a:pt x="2549524" y="217161"/>
                </a:moveTo>
                <a:lnTo>
                  <a:pt x="2558590" y="217161"/>
                </a:lnTo>
                <a:cubicBezTo>
                  <a:pt x="2558918" y="217161"/>
                  <a:pt x="2559377" y="217621"/>
                  <a:pt x="2559377" y="217621"/>
                </a:cubicBezTo>
                <a:lnTo>
                  <a:pt x="2563911" y="225502"/>
                </a:lnTo>
                <a:cubicBezTo>
                  <a:pt x="2564042" y="225765"/>
                  <a:pt x="2563911" y="226356"/>
                  <a:pt x="2563911" y="226356"/>
                </a:cubicBezTo>
                <a:lnTo>
                  <a:pt x="2559377" y="234238"/>
                </a:lnTo>
                <a:cubicBezTo>
                  <a:pt x="2559181" y="234501"/>
                  <a:pt x="2558590" y="234698"/>
                  <a:pt x="2558590" y="234698"/>
                </a:cubicBezTo>
                <a:lnTo>
                  <a:pt x="2549524" y="234698"/>
                </a:lnTo>
                <a:cubicBezTo>
                  <a:pt x="2549197" y="234698"/>
                  <a:pt x="2548736" y="234238"/>
                  <a:pt x="2548736" y="234238"/>
                </a:cubicBezTo>
                <a:lnTo>
                  <a:pt x="2544204" y="226356"/>
                </a:lnTo>
                <a:cubicBezTo>
                  <a:pt x="2544073" y="226093"/>
                  <a:pt x="2544204" y="225502"/>
                  <a:pt x="2544204" y="225502"/>
                </a:cubicBezTo>
                <a:lnTo>
                  <a:pt x="2548736" y="217621"/>
                </a:lnTo>
                <a:cubicBezTo>
                  <a:pt x="2548933" y="217358"/>
                  <a:pt x="2549524" y="217161"/>
                  <a:pt x="2549524" y="217161"/>
                </a:cubicBezTo>
                <a:close/>
                <a:moveTo>
                  <a:pt x="9926861" y="217155"/>
                </a:moveTo>
                <a:lnTo>
                  <a:pt x="9935924" y="217155"/>
                </a:lnTo>
                <a:cubicBezTo>
                  <a:pt x="9936254" y="217155"/>
                  <a:pt x="9936713" y="217615"/>
                  <a:pt x="9936713" y="217615"/>
                </a:cubicBezTo>
                <a:lnTo>
                  <a:pt x="9941246" y="225497"/>
                </a:lnTo>
                <a:lnTo>
                  <a:pt x="9941246" y="225506"/>
                </a:lnTo>
                <a:lnTo>
                  <a:pt x="9941246" y="226350"/>
                </a:lnTo>
                <a:lnTo>
                  <a:pt x="9941246" y="226360"/>
                </a:lnTo>
                <a:lnTo>
                  <a:pt x="9936713" y="234244"/>
                </a:lnTo>
                <a:cubicBezTo>
                  <a:pt x="9936516" y="234507"/>
                  <a:pt x="9935924" y="234702"/>
                  <a:pt x="9935924" y="234702"/>
                </a:cubicBezTo>
                <a:lnTo>
                  <a:pt x="9926861" y="234702"/>
                </a:lnTo>
                <a:cubicBezTo>
                  <a:pt x="9926532" y="234702"/>
                  <a:pt x="9926073" y="234244"/>
                  <a:pt x="9926073" y="234244"/>
                </a:cubicBezTo>
                <a:lnTo>
                  <a:pt x="9921541" y="226360"/>
                </a:lnTo>
                <a:lnTo>
                  <a:pt x="9921541" y="226350"/>
                </a:lnTo>
                <a:lnTo>
                  <a:pt x="9921541" y="225506"/>
                </a:lnTo>
                <a:lnTo>
                  <a:pt x="9921541" y="225497"/>
                </a:lnTo>
                <a:lnTo>
                  <a:pt x="9926073" y="217615"/>
                </a:lnTo>
                <a:cubicBezTo>
                  <a:pt x="9926270" y="217354"/>
                  <a:pt x="9926861" y="217155"/>
                  <a:pt x="9926861" y="217155"/>
                </a:cubicBezTo>
                <a:close/>
                <a:moveTo>
                  <a:pt x="3312761" y="217155"/>
                </a:moveTo>
                <a:lnTo>
                  <a:pt x="3321826" y="217155"/>
                </a:lnTo>
                <a:cubicBezTo>
                  <a:pt x="3322154" y="217155"/>
                  <a:pt x="3322614" y="217615"/>
                  <a:pt x="3322614" y="217615"/>
                </a:cubicBezTo>
                <a:lnTo>
                  <a:pt x="3327146" y="225497"/>
                </a:lnTo>
                <a:cubicBezTo>
                  <a:pt x="3327277" y="225759"/>
                  <a:pt x="3327146" y="226350"/>
                  <a:pt x="3327146" y="226350"/>
                </a:cubicBezTo>
                <a:lnTo>
                  <a:pt x="3322614" y="234233"/>
                </a:lnTo>
                <a:cubicBezTo>
                  <a:pt x="3322417" y="234496"/>
                  <a:pt x="3321826" y="234693"/>
                  <a:pt x="3321826" y="234693"/>
                </a:cubicBezTo>
                <a:lnTo>
                  <a:pt x="3312761" y="234693"/>
                </a:lnTo>
                <a:cubicBezTo>
                  <a:pt x="3312433" y="234693"/>
                  <a:pt x="3311973" y="234233"/>
                  <a:pt x="3311973" y="234233"/>
                </a:cubicBezTo>
                <a:lnTo>
                  <a:pt x="3307440" y="226350"/>
                </a:lnTo>
                <a:cubicBezTo>
                  <a:pt x="3307309" y="226088"/>
                  <a:pt x="3307440" y="225497"/>
                  <a:pt x="3307440" y="225497"/>
                </a:cubicBezTo>
                <a:lnTo>
                  <a:pt x="3311973" y="217615"/>
                </a:lnTo>
                <a:cubicBezTo>
                  <a:pt x="3312170" y="217353"/>
                  <a:pt x="3312761" y="217155"/>
                  <a:pt x="3312761" y="217155"/>
                </a:cubicBezTo>
                <a:close/>
                <a:moveTo>
                  <a:pt x="3821543" y="217153"/>
                </a:moveTo>
                <a:lnTo>
                  <a:pt x="3830608" y="217153"/>
                </a:lnTo>
                <a:cubicBezTo>
                  <a:pt x="3830935" y="217153"/>
                  <a:pt x="3831395" y="217613"/>
                  <a:pt x="3831395" y="217613"/>
                </a:cubicBezTo>
                <a:lnTo>
                  <a:pt x="3835928" y="225494"/>
                </a:lnTo>
                <a:cubicBezTo>
                  <a:pt x="3836061" y="225757"/>
                  <a:pt x="3835928" y="226348"/>
                  <a:pt x="3835928" y="226348"/>
                </a:cubicBezTo>
                <a:lnTo>
                  <a:pt x="3831395" y="234231"/>
                </a:lnTo>
                <a:cubicBezTo>
                  <a:pt x="3831199" y="234493"/>
                  <a:pt x="3830608" y="234690"/>
                  <a:pt x="3830608" y="234690"/>
                </a:cubicBezTo>
                <a:lnTo>
                  <a:pt x="3821543" y="234690"/>
                </a:lnTo>
                <a:cubicBezTo>
                  <a:pt x="3821215" y="234690"/>
                  <a:pt x="3820754" y="234231"/>
                  <a:pt x="3820754" y="234231"/>
                </a:cubicBezTo>
                <a:lnTo>
                  <a:pt x="3816221" y="226348"/>
                </a:lnTo>
                <a:cubicBezTo>
                  <a:pt x="3816093" y="226086"/>
                  <a:pt x="3816221" y="225494"/>
                  <a:pt x="3816221" y="225494"/>
                </a:cubicBezTo>
                <a:lnTo>
                  <a:pt x="3820754" y="217613"/>
                </a:lnTo>
                <a:cubicBezTo>
                  <a:pt x="3820952" y="217350"/>
                  <a:pt x="3821543" y="217153"/>
                  <a:pt x="3821543" y="217153"/>
                </a:cubicBezTo>
                <a:close/>
                <a:moveTo>
                  <a:pt x="8909274" y="217150"/>
                </a:moveTo>
                <a:lnTo>
                  <a:pt x="8918336" y="217150"/>
                </a:lnTo>
                <a:cubicBezTo>
                  <a:pt x="8918666" y="217150"/>
                  <a:pt x="8919125" y="217610"/>
                  <a:pt x="8919125" y="217610"/>
                </a:cubicBezTo>
                <a:lnTo>
                  <a:pt x="8923657" y="225491"/>
                </a:lnTo>
                <a:cubicBezTo>
                  <a:pt x="8923789" y="225754"/>
                  <a:pt x="8923657" y="226345"/>
                  <a:pt x="8923657" y="226345"/>
                </a:cubicBezTo>
                <a:lnTo>
                  <a:pt x="8919125" y="234227"/>
                </a:lnTo>
                <a:cubicBezTo>
                  <a:pt x="8918928" y="234490"/>
                  <a:pt x="8918336" y="234687"/>
                  <a:pt x="8918336" y="234687"/>
                </a:cubicBezTo>
                <a:lnTo>
                  <a:pt x="8909274" y="234687"/>
                </a:lnTo>
                <a:cubicBezTo>
                  <a:pt x="8908945" y="234687"/>
                  <a:pt x="8908484" y="234227"/>
                  <a:pt x="8908484" y="234227"/>
                </a:cubicBezTo>
                <a:lnTo>
                  <a:pt x="8903953" y="226345"/>
                </a:lnTo>
                <a:cubicBezTo>
                  <a:pt x="8903821" y="226082"/>
                  <a:pt x="8903953" y="225491"/>
                  <a:pt x="8903953" y="225491"/>
                </a:cubicBezTo>
                <a:lnTo>
                  <a:pt x="8908484" y="217610"/>
                </a:lnTo>
                <a:cubicBezTo>
                  <a:pt x="8908681" y="217347"/>
                  <a:pt x="8909274" y="217150"/>
                  <a:pt x="8909274" y="217150"/>
                </a:cubicBezTo>
                <a:close/>
                <a:moveTo>
                  <a:pt x="9163654" y="217149"/>
                </a:moveTo>
                <a:lnTo>
                  <a:pt x="9172718" y="217149"/>
                </a:lnTo>
                <a:cubicBezTo>
                  <a:pt x="9173046" y="217149"/>
                  <a:pt x="9173506" y="217609"/>
                  <a:pt x="9173506" y="217609"/>
                </a:cubicBezTo>
                <a:lnTo>
                  <a:pt x="9178038" y="225490"/>
                </a:lnTo>
                <a:cubicBezTo>
                  <a:pt x="9178169" y="225753"/>
                  <a:pt x="9178038" y="226344"/>
                  <a:pt x="9178038" y="226344"/>
                </a:cubicBezTo>
                <a:lnTo>
                  <a:pt x="9173506" y="234226"/>
                </a:lnTo>
                <a:cubicBezTo>
                  <a:pt x="9173309" y="234489"/>
                  <a:pt x="9172718" y="234686"/>
                  <a:pt x="9172718" y="234686"/>
                </a:cubicBezTo>
                <a:lnTo>
                  <a:pt x="9163654" y="234686"/>
                </a:lnTo>
                <a:cubicBezTo>
                  <a:pt x="9163326" y="234686"/>
                  <a:pt x="9162866" y="234226"/>
                  <a:pt x="9162866" y="234226"/>
                </a:cubicBezTo>
                <a:lnTo>
                  <a:pt x="9158333" y="226344"/>
                </a:lnTo>
                <a:cubicBezTo>
                  <a:pt x="9158202" y="226081"/>
                  <a:pt x="9158333" y="225490"/>
                  <a:pt x="9158333" y="225490"/>
                </a:cubicBezTo>
                <a:lnTo>
                  <a:pt x="9162866" y="217609"/>
                </a:lnTo>
                <a:cubicBezTo>
                  <a:pt x="9163062" y="217346"/>
                  <a:pt x="9163654" y="217149"/>
                  <a:pt x="9163654" y="217149"/>
                </a:cubicBezTo>
                <a:close/>
                <a:moveTo>
                  <a:pt x="6874095" y="217148"/>
                </a:moveTo>
                <a:lnTo>
                  <a:pt x="6883159" y="217148"/>
                </a:lnTo>
                <a:cubicBezTo>
                  <a:pt x="6883488" y="217148"/>
                  <a:pt x="6883947" y="217606"/>
                  <a:pt x="6883947" y="217606"/>
                </a:cubicBezTo>
                <a:lnTo>
                  <a:pt x="6888480" y="225488"/>
                </a:lnTo>
                <a:cubicBezTo>
                  <a:pt x="6888611" y="225751"/>
                  <a:pt x="6888480" y="226342"/>
                  <a:pt x="6888480" y="226342"/>
                </a:cubicBezTo>
                <a:lnTo>
                  <a:pt x="6883947" y="234224"/>
                </a:lnTo>
                <a:cubicBezTo>
                  <a:pt x="6883751" y="234487"/>
                  <a:pt x="6883159" y="234685"/>
                  <a:pt x="6883159" y="234685"/>
                </a:cubicBezTo>
                <a:lnTo>
                  <a:pt x="6874095" y="234685"/>
                </a:lnTo>
                <a:cubicBezTo>
                  <a:pt x="6873768" y="234685"/>
                  <a:pt x="6873307" y="234224"/>
                  <a:pt x="6873307" y="234224"/>
                </a:cubicBezTo>
                <a:lnTo>
                  <a:pt x="6868775" y="226342"/>
                </a:lnTo>
                <a:cubicBezTo>
                  <a:pt x="6868644" y="226079"/>
                  <a:pt x="6868775" y="225488"/>
                  <a:pt x="6868775" y="225488"/>
                </a:cubicBezTo>
                <a:lnTo>
                  <a:pt x="6873307" y="217606"/>
                </a:lnTo>
                <a:cubicBezTo>
                  <a:pt x="6873504" y="217344"/>
                  <a:pt x="6874095" y="217148"/>
                  <a:pt x="6874095" y="217148"/>
                </a:cubicBezTo>
                <a:close/>
                <a:moveTo>
                  <a:pt x="5347746" y="217137"/>
                </a:moveTo>
                <a:lnTo>
                  <a:pt x="5356810" y="217137"/>
                </a:lnTo>
                <a:cubicBezTo>
                  <a:pt x="5357138" y="217137"/>
                  <a:pt x="5357598" y="217597"/>
                  <a:pt x="5357598" y="217597"/>
                </a:cubicBezTo>
                <a:lnTo>
                  <a:pt x="5362130" y="225478"/>
                </a:lnTo>
                <a:cubicBezTo>
                  <a:pt x="5362261" y="225741"/>
                  <a:pt x="5362130" y="226332"/>
                  <a:pt x="5362130" y="226332"/>
                </a:cubicBezTo>
                <a:lnTo>
                  <a:pt x="5357598" y="234214"/>
                </a:lnTo>
                <a:cubicBezTo>
                  <a:pt x="5357401" y="234477"/>
                  <a:pt x="5356810" y="234674"/>
                  <a:pt x="5356810" y="234674"/>
                </a:cubicBezTo>
                <a:lnTo>
                  <a:pt x="5347746" y="234674"/>
                </a:lnTo>
                <a:cubicBezTo>
                  <a:pt x="5347418" y="234674"/>
                  <a:pt x="5346958" y="234214"/>
                  <a:pt x="5346958" y="234214"/>
                </a:cubicBezTo>
                <a:lnTo>
                  <a:pt x="5342425" y="226332"/>
                </a:lnTo>
                <a:cubicBezTo>
                  <a:pt x="5342295" y="226069"/>
                  <a:pt x="5342425" y="225478"/>
                  <a:pt x="5342425" y="225478"/>
                </a:cubicBezTo>
                <a:lnTo>
                  <a:pt x="5346958" y="217597"/>
                </a:lnTo>
                <a:cubicBezTo>
                  <a:pt x="5347154" y="217334"/>
                  <a:pt x="5347746" y="217137"/>
                  <a:pt x="5347746" y="217137"/>
                </a:cubicBezTo>
                <a:close/>
                <a:moveTo>
                  <a:pt x="768683" y="217137"/>
                </a:moveTo>
                <a:lnTo>
                  <a:pt x="777747" y="217137"/>
                </a:lnTo>
                <a:lnTo>
                  <a:pt x="777809" y="217173"/>
                </a:lnTo>
                <a:lnTo>
                  <a:pt x="777881" y="217173"/>
                </a:lnTo>
                <a:cubicBezTo>
                  <a:pt x="778210" y="217173"/>
                  <a:pt x="778670" y="217633"/>
                  <a:pt x="778670" y="217633"/>
                </a:cubicBezTo>
                <a:lnTo>
                  <a:pt x="783201" y="225513"/>
                </a:lnTo>
                <a:cubicBezTo>
                  <a:pt x="783333" y="225777"/>
                  <a:pt x="783201" y="226368"/>
                  <a:pt x="783201" y="226368"/>
                </a:cubicBezTo>
                <a:lnTo>
                  <a:pt x="778670" y="234250"/>
                </a:lnTo>
                <a:cubicBezTo>
                  <a:pt x="778473" y="234513"/>
                  <a:pt x="777881" y="234710"/>
                  <a:pt x="777881" y="234710"/>
                </a:cubicBezTo>
                <a:lnTo>
                  <a:pt x="768818" y="234710"/>
                </a:lnTo>
                <a:lnTo>
                  <a:pt x="768755" y="234674"/>
                </a:lnTo>
                <a:lnTo>
                  <a:pt x="768683" y="234674"/>
                </a:lnTo>
                <a:cubicBezTo>
                  <a:pt x="768355" y="234674"/>
                  <a:pt x="767895" y="234214"/>
                  <a:pt x="767895" y="234214"/>
                </a:cubicBezTo>
                <a:lnTo>
                  <a:pt x="763362" y="226332"/>
                </a:lnTo>
                <a:cubicBezTo>
                  <a:pt x="763231" y="226068"/>
                  <a:pt x="763362" y="225478"/>
                  <a:pt x="763362" y="225478"/>
                </a:cubicBezTo>
                <a:lnTo>
                  <a:pt x="767895" y="217597"/>
                </a:lnTo>
                <a:cubicBezTo>
                  <a:pt x="768092" y="217334"/>
                  <a:pt x="768683" y="217137"/>
                  <a:pt x="768683" y="217137"/>
                </a:cubicBezTo>
                <a:close/>
                <a:moveTo>
                  <a:pt x="4330157" y="217136"/>
                </a:moveTo>
                <a:lnTo>
                  <a:pt x="4339222" y="217136"/>
                </a:lnTo>
                <a:cubicBezTo>
                  <a:pt x="4339550" y="217136"/>
                  <a:pt x="4340010" y="217596"/>
                  <a:pt x="4340010" y="217596"/>
                </a:cubicBezTo>
                <a:lnTo>
                  <a:pt x="4344540" y="225477"/>
                </a:lnTo>
                <a:cubicBezTo>
                  <a:pt x="4344672" y="225740"/>
                  <a:pt x="4344540" y="226331"/>
                  <a:pt x="4344540" y="226331"/>
                </a:cubicBezTo>
                <a:lnTo>
                  <a:pt x="4340010" y="234213"/>
                </a:lnTo>
                <a:cubicBezTo>
                  <a:pt x="4339812" y="234476"/>
                  <a:pt x="4339222" y="234673"/>
                  <a:pt x="4339222" y="234673"/>
                </a:cubicBezTo>
                <a:lnTo>
                  <a:pt x="4330157" y="234673"/>
                </a:lnTo>
                <a:cubicBezTo>
                  <a:pt x="4329829" y="234673"/>
                  <a:pt x="4329369" y="234213"/>
                  <a:pt x="4329369" y="234213"/>
                </a:cubicBezTo>
                <a:lnTo>
                  <a:pt x="4324836" y="226331"/>
                </a:lnTo>
                <a:cubicBezTo>
                  <a:pt x="4324706" y="226068"/>
                  <a:pt x="4324836" y="225477"/>
                  <a:pt x="4324836" y="225477"/>
                </a:cubicBezTo>
                <a:lnTo>
                  <a:pt x="4329369" y="217596"/>
                </a:lnTo>
                <a:cubicBezTo>
                  <a:pt x="4329565" y="217333"/>
                  <a:pt x="4330157" y="217136"/>
                  <a:pt x="4330157" y="217136"/>
                </a:cubicBezTo>
                <a:close/>
                <a:moveTo>
                  <a:pt x="5856508" y="217135"/>
                </a:moveTo>
                <a:lnTo>
                  <a:pt x="5865571" y="217135"/>
                </a:lnTo>
                <a:cubicBezTo>
                  <a:pt x="5865900" y="217135"/>
                  <a:pt x="5866359" y="217594"/>
                  <a:pt x="5866359" y="217594"/>
                </a:cubicBezTo>
                <a:lnTo>
                  <a:pt x="5870891" y="225476"/>
                </a:lnTo>
                <a:cubicBezTo>
                  <a:pt x="5871023" y="225739"/>
                  <a:pt x="5870891" y="226330"/>
                  <a:pt x="5870891" y="226330"/>
                </a:cubicBezTo>
                <a:lnTo>
                  <a:pt x="5866359" y="234212"/>
                </a:lnTo>
                <a:cubicBezTo>
                  <a:pt x="5866163" y="234475"/>
                  <a:pt x="5865571" y="234672"/>
                  <a:pt x="5865571" y="234672"/>
                </a:cubicBezTo>
                <a:lnTo>
                  <a:pt x="5856508" y="234672"/>
                </a:lnTo>
                <a:cubicBezTo>
                  <a:pt x="5856178" y="234672"/>
                  <a:pt x="5855720" y="234212"/>
                  <a:pt x="5855720" y="234212"/>
                </a:cubicBezTo>
                <a:lnTo>
                  <a:pt x="5851187" y="226330"/>
                </a:lnTo>
                <a:cubicBezTo>
                  <a:pt x="5851055" y="226067"/>
                  <a:pt x="5851187" y="225476"/>
                  <a:pt x="5851187" y="225476"/>
                </a:cubicBezTo>
                <a:lnTo>
                  <a:pt x="5855720" y="217594"/>
                </a:lnTo>
                <a:cubicBezTo>
                  <a:pt x="5855916" y="217332"/>
                  <a:pt x="5856508" y="217135"/>
                  <a:pt x="5856508" y="217135"/>
                </a:cubicBezTo>
                <a:close/>
                <a:moveTo>
                  <a:pt x="2040693" y="217132"/>
                </a:moveTo>
                <a:lnTo>
                  <a:pt x="2049757" y="217132"/>
                </a:lnTo>
                <a:lnTo>
                  <a:pt x="2049833" y="217177"/>
                </a:lnTo>
                <a:lnTo>
                  <a:pt x="2049893" y="217177"/>
                </a:lnTo>
                <a:cubicBezTo>
                  <a:pt x="2050222" y="217177"/>
                  <a:pt x="2050681" y="217637"/>
                  <a:pt x="2050681" y="217637"/>
                </a:cubicBezTo>
                <a:lnTo>
                  <a:pt x="2055213" y="225517"/>
                </a:lnTo>
                <a:cubicBezTo>
                  <a:pt x="2055344" y="225780"/>
                  <a:pt x="2055213" y="226372"/>
                  <a:pt x="2055213" y="226372"/>
                </a:cubicBezTo>
                <a:lnTo>
                  <a:pt x="2050681" y="234254"/>
                </a:lnTo>
                <a:cubicBezTo>
                  <a:pt x="2050484" y="234516"/>
                  <a:pt x="2049893" y="234715"/>
                  <a:pt x="2049893" y="234715"/>
                </a:cubicBezTo>
                <a:lnTo>
                  <a:pt x="2040827" y="234715"/>
                </a:lnTo>
                <a:lnTo>
                  <a:pt x="2040752" y="234671"/>
                </a:lnTo>
                <a:lnTo>
                  <a:pt x="2040693" y="234671"/>
                </a:lnTo>
                <a:cubicBezTo>
                  <a:pt x="2040363" y="234671"/>
                  <a:pt x="2039905" y="234210"/>
                  <a:pt x="2039905" y="234210"/>
                </a:cubicBezTo>
                <a:lnTo>
                  <a:pt x="2035372" y="226327"/>
                </a:lnTo>
                <a:cubicBezTo>
                  <a:pt x="2035240" y="226065"/>
                  <a:pt x="2035372" y="225474"/>
                  <a:pt x="2035372" y="225474"/>
                </a:cubicBezTo>
                <a:lnTo>
                  <a:pt x="2039905" y="217592"/>
                </a:lnTo>
                <a:cubicBezTo>
                  <a:pt x="2040100" y="217329"/>
                  <a:pt x="2040693" y="217132"/>
                  <a:pt x="2040693" y="217132"/>
                </a:cubicBezTo>
                <a:close/>
                <a:moveTo>
                  <a:pt x="6365334" y="217130"/>
                </a:moveTo>
                <a:lnTo>
                  <a:pt x="6374397" y="217130"/>
                </a:lnTo>
                <a:cubicBezTo>
                  <a:pt x="6374727" y="217130"/>
                  <a:pt x="6375186" y="217589"/>
                  <a:pt x="6375186" y="217589"/>
                </a:cubicBezTo>
                <a:lnTo>
                  <a:pt x="6379718" y="225470"/>
                </a:lnTo>
                <a:cubicBezTo>
                  <a:pt x="6379849" y="225733"/>
                  <a:pt x="6379718" y="226324"/>
                  <a:pt x="6379718" y="226324"/>
                </a:cubicBezTo>
                <a:lnTo>
                  <a:pt x="6375186" y="234207"/>
                </a:lnTo>
                <a:cubicBezTo>
                  <a:pt x="6374988" y="234469"/>
                  <a:pt x="6374397" y="234666"/>
                  <a:pt x="6374397" y="234666"/>
                </a:cubicBezTo>
                <a:lnTo>
                  <a:pt x="6365334" y="234666"/>
                </a:lnTo>
                <a:cubicBezTo>
                  <a:pt x="6365005" y="234666"/>
                  <a:pt x="6364546" y="234207"/>
                  <a:pt x="6364546" y="234207"/>
                </a:cubicBezTo>
                <a:lnTo>
                  <a:pt x="6360014" y="226324"/>
                </a:lnTo>
                <a:cubicBezTo>
                  <a:pt x="6359882" y="226061"/>
                  <a:pt x="6360014" y="225470"/>
                  <a:pt x="6360014" y="225470"/>
                </a:cubicBezTo>
                <a:lnTo>
                  <a:pt x="6364546" y="217589"/>
                </a:lnTo>
                <a:cubicBezTo>
                  <a:pt x="6364743" y="217326"/>
                  <a:pt x="6365334" y="217130"/>
                  <a:pt x="6365334" y="217130"/>
                </a:cubicBezTo>
                <a:close/>
                <a:moveTo>
                  <a:pt x="3567083" y="217127"/>
                </a:moveTo>
                <a:lnTo>
                  <a:pt x="3576149" y="217127"/>
                </a:lnTo>
                <a:cubicBezTo>
                  <a:pt x="3576477" y="217127"/>
                  <a:pt x="3576937" y="217587"/>
                  <a:pt x="3576937" y="217587"/>
                </a:cubicBezTo>
                <a:lnTo>
                  <a:pt x="3581469" y="225468"/>
                </a:lnTo>
                <a:cubicBezTo>
                  <a:pt x="3581601" y="225731"/>
                  <a:pt x="3581469" y="226322"/>
                  <a:pt x="3581469" y="226322"/>
                </a:cubicBezTo>
                <a:lnTo>
                  <a:pt x="3576937" y="234204"/>
                </a:lnTo>
                <a:cubicBezTo>
                  <a:pt x="3576740" y="234467"/>
                  <a:pt x="3576149" y="234664"/>
                  <a:pt x="3576149" y="234664"/>
                </a:cubicBezTo>
                <a:lnTo>
                  <a:pt x="3567083" y="234664"/>
                </a:lnTo>
                <a:cubicBezTo>
                  <a:pt x="3566754" y="234664"/>
                  <a:pt x="3566297" y="234204"/>
                  <a:pt x="3566297" y="234204"/>
                </a:cubicBezTo>
                <a:lnTo>
                  <a:pt x="3561763" y="226322"/>
                </a:lnTo>
                <a:cubicBezTo>
                  <a:pt x="3561631" y="226059"/>
                  <a:pt x="3561763" y="225468"/>
                  <a:pt x="3561763" y="225468"/>
                </a:cubicBezTo>
                <a:lnTo>
                  <a:pt x="3566297" y="217587"/>
                </a:lnTo>
                <a:cubicBezTo>
                  <a:pt x="3566493" y="217324"/>
                  <a:pt x="3567083" y="217127"/>
                  <a:pt x="3567083" y="217127"/>
                </a:cubicBezTo>
                <a:close/>
                <a:moveTo>
                  <a:pt x="514282" y="217125"/>
                </a:moveTo>
                <a:lnTo>
                  <a:pt x="523345" y="217125"/>
                </a:lnTo>
                <a:lnTo>
                  <a:pt x="523375" y="217141"/>
                </a:lnTo>
                <a:lnTo>
                  <a:pt x="523378" y="217141"/>
                </a:lnTo>
                <a:cubicBezTo>
                  <a:pt x="523706" y="217141"/>
                  <a:pt x="524166" y="217601"/>
                  <a:pt x="524166" y="217601"/>
                </a:cubicBezTo>
                <a:lnTo>
                  <a:pt x="528698" y="225482"/>
                </a:lnTo>
                <a:cubicBezTo>
                  <a:pt x="528829" y="225745"/>
                  <a:pt x="528698" y="226336"/>
                  <a:pt x="528698" y="226336"/>
                </a:cubicBezTo>
                <a:lnTo>
                  <a:pt x="524166" y="234219"/>
                </a:lnTo>
                <a:cubicBezTo>
                  <a:pt x="523969" y="234481"/>
                  <a:pt x="523378" y="234678"/>
                  <a:pt x="523378" y="234678"/>
                </a:cubicBezTo>
                <a:lnTo>
                  <a:pt x="514315" y="234678"/>
                </a:lnTo>
                <a:lnTo>
                  <a:pt x="514286" y="234662"/>
                </a:lnTo>
                <a:lnTo>
                  <a:pt x="514282" y="234662"/>
                </a:lnTo>
                <a:cubicBezTo>
                  <a:pt x="513952" y="234662"/>
                  <a:pt x="513493" y="234202"/>
                  <a:pt x="513493" y="234202"/>
                </a:cubicBezTo>
                <a:lnTo>
                  <a:pt x="508961" y="226320"/>
                </a:lnTo>
                <a:cubicBezTo>
                  <a:pt x="508829" y="226057"/>
                  <a:pt x="508961" y="225466"/>
                  <a:pt x="508961" y="225466"/>
                </a:cubicBezTo>
                <a:lnTo>
                  <a:pt x="513493" y="217585"/>
                </a:lnTo>
                <a:cubicBezTo>
                  <a:pt x="513690" y="217322"/>
                  <a:pt x="514282" y="217125"/>
                  <a:pt x="514282" y="217125"/>
                </a:cubicBezTo>
                <a:close/>
                <a:moveTo>
                  <a:pt x="7382923" y="217123"/>
                </a:moveTo>
                <a:lnTo>
                  <a:pt x="7391987" y="217123"/>
                </a:lnTo>
                <a:cubicBezTo>
                  <a:pt x="7392315" y="217123"/>
                  <a:pt x="7392775" y="217583"/>
                  <a:pt x="7392775" y="217583"/>
                </a:cubicBezTo>
                <a:lnTo>
                  <a:pt x="7397307" y="225464"/>
                </a:lnTo>
                <a:cubicBezTo>
                  <a:pt x="7397438" y="225728"/>
                  <a:pt x="7397307" y="226318"/>
                  <a:pt x="7397307" y="226318"/>
                </a:cubicBezTo>
                <a:lnTo>
                  <a:pt x="7392775" y="234201"/>
                </a:lnTo>
                <a:cubicBezTo>
                  <a:pt x="7392578" y="234464"/>
                  <a:pt x="7391987" y="234660"/>
                  <a:pt x="7391987" y="234660"/>
                </a:cubicBezTo>
                <a:lnTo>
                  <a:pt x="7382923" y="234660"/>
                </a:lnTo>
                <a:cubicBezTo>
                  <a:pt x="7382595" y="234660"/>
                  <a:pt x="7382135" y="234201"/>
                  <a:pt x="7382135" y="234201"/>
                </a:cubicBezTo>
                <a:lnTo>
                  <a:pt x="7377602" y="226318"/>
                </a:lnTo>
                <a:cubicBezTo>
                  <a:pt x="7377471" y="226055"/>
                  <a:pt x="7377602" y="225464"/>
                  <a:pt x="7377602" y="225464"/>
                </a:cubicBezTo>
                <a:lnTo>
                  <a:pt x="7382135" y="217583"/>
                </a:lnTo>
                <a:cubicBezTo>
                  <a:pt x="7382331" y="217320"/>
                  <a:pt x="7382923" y="217123"/>
                  <a:pt x="7382923" y="217123"/>
                </a:cubicBezTo>
                <a:close/>
                <a:moveTo>
                  <a:pt x="6619714" y="217123"/>
                </a:moveTo>
                <a:lnTo>
                  <a:pt x="6628778" y="217123"/>
                </a:lnTo>
                <a:cubicBezTo>
                  <a:pt x="6629107" y="217123"/>
                  <a:pt x="6629566" y="217582"/>
                  <a:pt x="6629566" y="217582"/>
                </a:cubicBezTo>
                <a:lnTo>
                  <a:pt x="6634099" y="225464"/>
                </a:lnTo>
                <a:cubicBezTo>
                  <a:pt x="6634230" y="225726"/>
                  <a:pt x="6634099" y="226318"/>
                  <a:pt x="6634099" y="226318"/>
                </a:cubicBezTo>
                <a:lnTo>
                  <a:pt x="6629566" y="234200"/>
                </a:lnTo>
                <a:cubicBezTo>
                  <a:pt x="6629369" y="234463"/>
                  <a:pt x="6628778" y="234660"/>
                  <a:pt x="6628778" y="234660"/>
                </a:cubicBezTo>
                <a:lnTo>
                  <a:pt x="6619714" y="234660"/>
                </a:lnTo>
                <a:cubicBezTo>
                  <a:pt x="6619387" y="234660"/>
                  <a:pt x="6618926" y="234200"/>
                  <a:pt x="6618926" y="234200"/>
                </a:cubicBezTo>
                <a:lnTo>
                  <a:pt x="6614394" y="226318"/>
                </a:lnTo>
                <a:cubicBezTo>
                  <a:pt x="6614263" y="226055"/>
                  <a:pt x="6614394" y="225464"/>
                  <a:pt x="6614394" y="225464"/>
                </a:cubicBezTo>
                <a:lnTo>
                  <a:pt x="6618926" y="217582"/>
                </a:lnTo>
                <a:cubicBezTo>
                  <a:pt x="6619123" y="217320"/>
                  <a:pt x="6619714" y="217123"/>
                  <a:pt x="6619714" y="217123"/>
                </a:cubicBezTo>
                <a:close/>
                <a:moveTo>
                  <a:pt x="3058295" y="217123"/>
                </a:moveTo>
                <a:lnTo>
                  <a:pt x="3067360" y="217123"/>
                </a:lnTo>
                <a:cubicBezTo>
                  <a:pt x="3067688" y="217123"/>
                  <a:pt x="3068148" y="217582"/>
                  <a:pt x="3068148" y="217582"/>
                </a:cubicBezTo>
                <a:lnTo>
                  <a:pt x="3072680" y="225464"/>
                </a:lnTo>
                <a:cubicBezTo>
                  <a:pt x="3072811" y="225726"/>
                  <a:pt x="3072680" y="226318"/>
                  <a:pt x="3072680" y="226318"/>
                </a:cubicBezTo>
                <a:lnTo>
                  <a:pt x="3068148" y="234200"/>
                </a:lnTo>
                <a:cubicBezTo>
                  <a:pt x="3067951" y="234463"/>
                  <a:pt x="3067360" y="234660"/>
                  <a:pt x="3067360" y="234660"/>
                </a:cubicBezTo>
                <a:lnTo>
                  <a:pt x="3058295" y="234660"/>
                </a:lnTo>
                <a:cubicBezTo>
                  <a:pt x="3057968" y="234660"/>
                  <a:pt x="3057507" y="234200"/>
                  <a:pt x="3057507" y="234200"/>
                </a:cubicBezTo>
                <a:lnTo>
                  <a:pt x="3052974" y="226318"/>
                </a:lnTo>
                <a:cubicBezTo>
                  <a:pt x="3052843" y="226055"/>
                  <a:pt x="3052974" y="225464"/>
                  <a:pt x="3052974" y="225464"/>
                </a:cubicBezTo>
                <a:lnTo>
                  <a:pt x="3057507" y="217582"/>
                </a:lnTo>
                <a:cubicBezTo>
                  <a:pt x="3057705" y="217320"/>
                  <a:pt x="3058295" y="217123"/>
                  <a:pt x="3058295" y="217123"/>
                </a:cubicBezTo>
                <a:close/>
                <a:moveTo>
                  <a:pt x="9672481" y="217117"/>
                </a:moveTo>
                <a:lnTo>
                  <a:pt x="9681545" y="217117"/>
                </a:lnTo>
                <a:cubicBezTo>
                  <a:pt x="9681872" y="217117"/>
                  <a:pt x="9682333" y="217578"/>
                  <a:pt x="9682333" y="217578"/>
                </a:cubicBezTo>
                <a:lnTo>
                  <a:pt x="9686865" y="225459"/>
                </a:lnTo>
                <a:cubicBezTo>
                  <a:pt x="9686996" y="225721"/>
                  <a:pt x="9686865" y="226312"/>
                  <a:pt x="9686865" y="226312"/>
                </a:cubicBezTo>
                <a:lnTo>
                  <a:pt x="9682333" y="234195"/>
                </a:lnTo>
                <a:cubicBezTo>
                  <a:pt x="9682136" y="234457"/>
                  <a:pt x="9681545" y="234654"/>
                  <a:pt x="9681545" y="234654"/>
                </a:cubicBezTo>
                <a:lnTo>
                  <a:pt x="9681518" y="234654"/>
                </a:lnTo>
                <a:lnTo>
                  <a:pt x="9681479" y="234677"/>
                </a:lnTo>
                <a:lnTo>
                  <a:pt x="9672416" y="234677"/>
                </a:lnTo>
                <a:cubicBezTo>
                  <a:pt x="9672086" y="234677"/>
                  <a:pt x="9671627" y="234218"/>
                  <a:pt x="9671627" y="234218"/>
                </a:cubicBezTo>
                <a:lnTo>
                  <a:pt x="9667095" y="226335"/>
                </a:lnTo>
                <a:cubicBezTo>
                  <a:pt x="9666964" y="226072"/>
                  <a:pt x="9667095" y="225481"/>
                  <a:pt x="9667095" y="225481"/>
                </a:cubicBezTo>
                <a:lnTo>
                  <a:pt x="9671627" y="217601"/>
                </a:lnTo>
                <a:cubicBezTo>
                  <a:pt x="9671825" y="217337"/>
                  <a:pt x="9672416" y="217140"/>
                  <a:pt x="9672416" y="217140"/>
                </a:cubicBezTo>
                <a:lnTo>
                  <a:pt x="9672442" y="217140"/>
                </a:lnTo>
                <a:close/>
                <a:moveTo>
                  <a:pt x="1023079" y="217111"/>
                </a:moveTo>
                <a:lnTo>
                  <a:pt x="1032144" y="217111"/>
                </a:lnTo>
                <a:lnTo>
                  <a:pt x="1032275" y="217187"/>
                </a:lnTo>
                <a:lnTo>
                  <a:pt x="1032291" y="217187"/>
                </a:lnTo>
                <a:cubicBezTo>
                  <a:pt x="1032622" y="217187"/>
                  <a:pt x="1033081" y="217647"/>
                  <a:pt x="1033081" y="217647"/>
                </a:cubicBezTo>
                <a:lnTo>
                  <a:pt x="1037612" y="225527"/>
                </a:lnTo>
                <a:cubicBezTo>
                  <a:pt x="1037742" y="225790"/>
                  <a:pt x="1037612" y="226381"/>
                  <a:pt x="1037612" y="226381"/>
                </a:cubicBezTo>
                <a:lnTo>
                  <a:pt x="1033081" y="234265"/>
                </a:lnTo>
                <a:cubicBezTo>
                  <a:pt x="1032883" y="234527"/>
                  <a:pt x="1032291" y="234723"/>
                  <a:pt x="1032291" y="234723"/>
                </a:cubicBezTo>
                <a:lnTo>
                  <a:pt x="1023227" y="234723"/>
                </a:lnTo>
                <a:lnTo>
                  <a:pt x="1023097" y="234647"/>
                </a:lnTo>
                <a:lnTo>
                  <a:pt x="1023079" y="234647"/>
                </a:lnTo>
                <a:cubicBezTo>
                  <a:pt x="1022751" y="234647"/>
                  <a:pt x="1022292" y="234187"/>
                  <a:pt x="1022292" y="234187"/>
                </a:cubicBezTo>
                <a:lnTo>
                  <a:pt x="1017759" y="226304"/>
                </a:lnTo>
                <a:cubicBezTo>
                  <a:pt x="1017627" y="226042"/>
                  <a:pt x="1017759" y="225451"/>
                  <a:pt x="1017759" y="225451"/>
                </a:cubicBezTo>
                <a:lnTo>
                  <a:pt x="1022292" y="217570"/>
                </a:lnTo>
                <a:cubicBezTo>
                  <a:pt x="1022488" y="217308"/>
                  <a:pt x="1023079" y="217111"/>
                  <a:pt x="1023079" y="217111"/>
                </a:cubicBezTo>
                <a:close/>
                <a:moveTo>
                  <a:pt x="5602126" y="217110"/>
                </a:moveTo>
                <a:lnTo>
                  <a:pt x="5611191" y="217110"/>
                </a:lnTo>
                <a:cubicBezTo>
                  <a:pt x="5611519" y="217110"/>
                  <a:pt x="5611979" y="217569"/>
                  <a:pt x="5611979" y="217569"/>
                </a:cubicBezTo>
                <a:lnTo>
                  <a:pt x="5616511" y="225451"/>
                </a:lnTo>
                <a:cubicBezTo>
                  <a:pt x="5616642" y="225713"/>
                  <a:pt x="5616511" y="226304"/>
                  <a:pt x="5616511" y="226304"/>
                </a:cubicBezTo>
                <a:lnTo>
                  <a:pt x="5611979" y="234187"/>
                </a:lnTo>
                <a:cubicBezTo>
                  <a:pt x="5611782" y="234450"/>
                  <a:pt x="5611191" y="234647"/>
                  <a:pt x="5611191" y="234647"/>
                </a:cubicBezTo>
                <a:lnTo>
                  <a:pt x="5602126" y="234647"/>
                </a:lnTo>
                <a:cubicBezTo>
                  <a:pt x="5601798" y="234647"/>
                  <a:pt x="5601338" y="234187"/>
                  <a:pt x="5601338" y="234187"/>
                </a:cubicBezTo>
                <a:lnTo>
                  <a:pt x="5596807" y="226304"/>
                </a:lnTo>
                <a:cubicBezTo>
                  <a:pt x="5596675" y="226042"/>
                  <a:pt x="5596807" y="225451"/>
                  <a:pt x="5596807" y="225451"/>
                </a:cubicBezTo>
                <a:lnTo>
                  <a:pt x="5601338" y="217569"/>
                </a:lnTo>
                <a:cubicBezTo>
                  <a:pt x="5601536" y="217307"/>
                  <a:pt x="5602126" y="217110"/>
                  <a:pt x="5602126" y="217110"/>
                </a:cubicBezTo>
                <a:close/>
                <a:moveTo>
                  <a:pt x="8146065" y="217102"/>
                </a:moveTo>
                <a:lnTo>
                  <a:pt x="8155129" y="217102"/>
                </a:lnTo>
                <a:cubicBezTo>
                  <a:pt x="8155458" y="217102"/>
                  <a:pt x="8155917" y="217562"/>
                  <a:pt x="8155917" y="217562"/>
                </a:cubicBezTo>
                <a:lnTo>
                  <a:pt x="8160449" y="225443"/>
                </a:lnTo>
                <a:cubicBezTo>
                  <a:pt x="8160580" y="225706"/>
                  <a:pt x="8160449" y="226297"/>
                  <a:pt x="8160449" y="226297"/>
                </a:cubicBezTo>
                <a:lnTo>
                  <a:pt x="8155917" y="234179"/>
                </a:lnTo>
                <a:cubicBezTo>
                  <a:pt x="8155719" y="234442"/>
                  <a:pt x="8155129" y="234639"/>
                  <a:pt x="8155129" y="234639"/>
                </a:cubicBezTo>
                <a:lnTo>
                  <a:pt x="8146065" y="234639"/>
                </a:lnTo>
                <a:cubicBezTo>
                  <a:pt x="8145737" y="234639"/>
                  <a:pt x="8145277" y="234179"/>
                  <a:pt x="8145277" y="234179"/>
                </a:cubicBezTo>
                <a:lnTo>
                  <a:pt x="8140745" y="226297"/>
                </a:lnTo>
                <a:cubicBezTo>
                  <a:pt x="8140613" y="226034"/>
                  <a:pt x="8140745" y="225443"/>
                  <a:pt x="8140745" y="225443"/>
                </a:cubicBezTo>
                <a:lnTo>
                  <a:pt x="8145277" y="217562"/>
                </a:lnTo>
                <a:cubicBezTo>
                  <a:pt x="8145474" y="217299"/>
                  <a:pt x="8146065" y="217102"/>
                  <a:pt x="8146065" y="217102"/>
                </a:cubicBezTo>
                <a:close/>
                <a:moveTo>
                  <a:pt x="7128477" y="217099"/>
                </a:moveTo>
                <a:lnTo>
                  <a:pt x="7137540" y="217099"/>
                </a:lnTo>
                <a:cubicBezTo>
                  <a:pt x="7137869" y="217099"/>
                  <a:pt x="7138328" y="217558"/>
                  <a:pt x="7138328" y="217558"/>
                </a:cubicBezTo>
                <a:lnTo>
                  <a:pt x="7142860" y="225440"/>
                </a:lnTo>
                <a:cubicBezTo>
                  <a:pt x="7142992" y="225702"/>
                  <a:pt x="7142860" y="226293"/>
                  <a:pt x="7142860" y="226293"/>
                </a:cubicBezTo>
                <a:lnTo>
                  <a:pt x="7138328" y="234176"/>
                </a:lnTo>
                <a:cubicBezTo>
                  <a:pt x="7138131" y="234439"/>
                  <a:pt x="7137540" y="234636"/>
                  <a:pt x="7137540" y="234636"/>
                </a:cubicBezTo>
                <a:lnTo>
                  <a:pt x="7128477" y="234636"/>
                </a:lnTo>
                <a:cubicBezTo>
                  <a:pt x="7128148" y="234636"/>
                  <a:pt x="7127689" y="234176"/>
                  <a:pt x="7127689" y="234176"/>
                </a:cubicBezTo>
                <a:lnTo>
                  <a:pt x="7123156" y="226293"/>
                </a:lnTo>
                <a:cubicBezTo>
                  <a:pt x="7123024" y="226031"/>
                  <a:pt x="7123156" y="225440"/>
                  <a:pt x="7123156" y="225440"/>
                </a:cubicBezTo>
                <a:lnTo>
                  <a:pt x="7127689" y="217558"/>
                </a:lnTo>
                <a:cubicBezTo>
                  <a:pt x="7127885" y="217296"/>
                  <a:pt x="7128477" y="217099"/>
                  <a:pt x="7128477" y="217099"/>
                </a:cubicBezTo>
                <a:close/>
                <a:moveTo>
                  <a:pt x="9418035" y="217095"/>
                </a:moveTo>
                <a:lnTo>
                  <a:pt x="9427099" y="217095"/>
                </a:lnTo>
                <a:cubicBezTo>
                  <a:pt x="9427427" y="217095"/>
                  <a:pt x="9427887" y="217555"/>
                  <a:pt x="9427887" y="217555"/>
                </a:cubicBezTo>
                <a:lnTo>
                  <a:pt x="9432419" y="225436"/>
                </a:lnTo>
                <a:cubicBezTo>
                  <a:pt x="9432550" y="225699"/>
                  <a:pt x="9432419" y="226290"/>
                  <a:pt x="9432419" y="226290"/>
                </a:cubicBezTo>
                <a:lnTo>
                  <a:pt x="9427887" y="234173"/>
                </a:lnTo>
                <a:cubicBezTo>
                  <a:pt x="9427690" y="234435"/>
                  <a:pt x="9427099" y="234632"/>
                  <a:pt x="9427099" y="234632"/>
                </a:cubicBezTo>
                <a:lnTo>
                  <a:pt x="9418035" y="234632"/>
                </a:lnTo>
                <a:cubicBezTo>
                  <a:pt x="9417707" y="234632"/>
                  <a:pt x="9417247" y="234173"/>
                  <a:pt x="9417247" y="234173"/>
                </a:cubicBezTo>
                <a:lnTo>
                  <a:pt x="9412714" y="226290"/>
                </a:lnTo>
                <a:cubicBezTo>
                  <a:pt x="9412583" y="226028"/>
                  <a:pt x="9412714" y="225436"/>
                  <a:pt x="9412714" y="225436"/>
                </a:cubicBezTo>
                <a:lnTo>
                  <a:pt x="9417247" y="217555"/>
                </a:lnTo>
                <a:cubicBezTo>
                  <a:pt x="9417444" y="217292"/>
                  <a:pt x="9418035" y="217095"/>
                  <a:pt x="9418035" y="217095"/>
                </a:cubicBezTo>
                <a:close/>
                <a:moveTo>
                  <a:pt x="1786188" y="217094"/>
                </a:moveTo>
                <a:lnTo>
                  <a:pt x="1795253" y="217094"/>
                </a:lnTo>
                <a:lnTo>
                  <a:pt x="1795398" y="217178"/>
                </a:lnTo>
                <a:lnTo>
                  <a:pt x="1795540" y="217178"/>
                </a:lnTo>
                <a:cubicBezTo>
                  <a:pt x="1795868" y="217178"/>
                  <a:pt x="1796329" y="217637"/>
                  <a:pt x="1796329" y="217637"/>
                </a:cubicBezTo>
                <a:lnTo>
                  <a:pt x="1800861" y="225519"/>
                </a:lnTo>
                <a:cubicBezTo>
                  <a:pt x="1800992" y="225781"/>
                  <a:pt x="1800861" y="226372"/>
                  <a:pt x="1800861" y="226372"/>
                </a:cubicBezTo>
                <a:lnTo>
                  <a:pt x="1796329" y="234256"/>
                </a:lnTo>
                <a:cubicBezTo>
                  <a:pt x="1796132" y="234518"/>
                  <a:pt x="1795540" y="234716"/>
                  <a:pt x="1795540" y="234716"/>
                </a:cubicBezTo>
                <a:lnTo>
                  <a:pt x="1786477" y="234716"/>
                </a:lnTo>
                <a:lnTo>
                  <a:pt x="1786333" y="234631"/>
                </a:lnTo>
                <a:lnTo>
                  <a:pt x="1786188" y="234631"/>
                </a:lnTo>
                <a:cubicBezTo>
                  <a:pt x="1785861" y="234631"/>
                  <a:pt x="1785400" y="234171"/>
                  <a:pt x="1785400" y="234171"/>
                </a:cubicBezTo>
                <a:lnTo>
                  <a:pt x="1780868" y="226288"/>
                </a:lnTo>
                <a:cubicBezTo>
                  <a:pt x="1780737" y="226026"/>
                  <a:pt x="1780868" y="225435"/>
                  <a:pt x="1780868" y="225435"/>
                </a:cubicBezTo>
                <a:lnTo>
                  <a:pt x="1785400" y="217553"/>
                </a:lnTo>
                <a:cubicBezTo>
                  <a:pt x="1785597" y="217291"/>
                  <a:pt x="1786188" y="217094"/>
                  <a:pt x="1786188" y="217094"/>
                </a:cubicBezTo>
                <a:close/>
                <a:moveTo>
                  <a:pt x="4584538" y="217084"/>
                </a:moveTo>
                <a:lnTo>
                  <a:pt x="4593603" y="217084"/>
                </a:lnTo>
                <a:cubicBezTo>
                  <a:pt x="4593932" y="217084"/>
                  <a:pt x="4594390" y="217544"/>
                  <a:pt x="4594390" y="217544"/>
                </a:cubicBezTo>
                <a:lnTo>
                  <a:pt x="4598922" y="225425"/>
                </a:lnTo>
                <a:cubicBezTo>
                  <a:pt x="4599054" y="225688"/>
                  <a:pt x="4598922" y="226279"/>
                  <a:pt x="4598922" y="226279"/>
                </a:cubicBezTo>
                <a:lnTo>
                  <a:pt x="4594390" y="234162"/>
                </a:lnTo>
                <a:cubicBezTo>
                  <a:pt x="4594193" y="234424"/>
                  <a:pt x="4593603" y="234622"/>
                  <a:pt x="4593603" y="234622"/>
                </a:cubicBezTo>
                <a:lnTo>
                  <a:pt x="4584538" y="234622"/>
                </a:lnTo>
                <a:cubicBezTo>
                  <a:pt x="4584210" y="234622"/>
                  <a:pt x="4583749" y="234162"/>
                  <a:pt x="4583749" y="234162"/>
                </a:cubicBezTo>
                <a:lnTo>
                  <a:pt x="4579218" y="226279"/>
                </a:lnTo>
                <a:cubicBezTo>
                  <a:pt x="4579087" y="226016"/>
                  <a:pt x="4579218" y="225425"/>
                  <a:pt x="4579218" y="225425"/>
                </a:cubicBezTo>
                <a:lnTo>
                  <a:pt x="4583749" y="217544"/>
                </a:lnTo>
                <a:cubicBezTo>
                  <a:pt x="4583948" y="217281"/>
                  <a:pt x="4584538" y="217084"/>
                  <a:pt x="4584538" y="217084"/>
                </a:cubicBezTo>
                <a:close/>
                <a:moveTo>
                  <a:pt x="10181242" y="217081"/>
                </a:moveTo>
                <a:lnTo>
                  <a:pt x="10190305" y="217081"/>
                </a:lnTo>
                <a:cubicBezTo>
                  <a:pt x="10190635" y="217081"/>
                  <a:pt x="10191093" y="217541"/>
                  <a:pt x="10191093" y="217541"/>
                </a:cubicBezTo>
                <a:lnTo>
                  <a:pt x="10195626" y="225422"/>
                </a:lnTo>
                <a:lnTo>
                  <a:pt x="10195626" y="225502"/>
                </a:lnTo>
                <a:lnTo>
                  <a:pt x="10195626" y="226276"/>
                </a:lnTo>
                <a:lnTo>
                  <a:pt x="10195626" y="226356"/>
                </a:lnTo>
                <a:lnTo>
                  <a:pt x="10191093" y="234238"/>
                </a:lnTo>
                <a:cubicBezTo>
                  <a:pt x="10190896" y="234501"/>
                  <a:pt x="10190305" y="234698"/>
                  <a:pt x="10190305" y="234698"/>
                </a:cubicBezTo>
                <a:lnTo>
                  <a:pt x="10181242" y="234698"/>
                </a:lnTo>
                <a:cubicBezTo>
                  <a:pt x="10180914" y="234698"/>
                  <a:pt x="10180453" y="234238"/>
                  <a:pt x="10180453" y="234238"/>
                </a:cubicBezTo>
                <a:lnTo>
                  <a:pt x="10175922" y="226356"/>
                </a:lnTo>
                <a:lnTo>
                  <a:pt x="10175922" y="226276"/>
                </a:lnTo>
                <a:lnTo>
                  <a:pt x="10175922" y="225502"/>
                </a:lnTo>
                <a:lnTo>
                  <a:pt x="10175922" y="225422"/>
                </a:lnTo>
                <a:lnTo>
                  <a:pt x="10180453" y="217541"/>
                </a:lnTo>
                <a:cubicBezTo>
                  <a:pt x="10180650" y="217278"/>
                  <a:pt x="10181242" y="217081"/>
                  <a:pt x="10181242" y="217081"/>
                </a:cubicBezTo>
                <a:close/>
                <a:moveTo>
                  <a:pt x="1531845" y="217078"/>
                </a:moveTo>
                <a:lnTo>
                  <a:pt x="1540908" y="217078"/>
                </a:lnTo>
                <a:cubicBezTo>
                  <a:pt x="1541238" y="217078"/>
                  <a:pt x="1541698" y="217537"/>
                  <a:pt x="1541698" y="217537"/>
                </a:cubicBezTo>
                <a:lnTo>
                  <a:pt x="1546228" y="225419"/>
                </a:lnTo>
                <a:cubicBezTo>
                  <a:pt x="1546361" y="225682"/>
                  <a:pt x="1546228" y="226273"/>
                  <a:pt x="1546228" y="226273"/>
                </a:cubicBezTo>
                <a:lnTo>
                  <a:pt x="1541698" y="234155"/>
                </a:lnTo>
                <a:cubicBezTo>
                  <a:pt x="1541501" y="234418"/>
                  <a:pt x="1540908" y="234615"/>
                  <a:pt x="1540908" y="234615"/>
                </a:cubicBezTo>
                <a:lnTo>
                  <a:pt x="1540866" y="234615"/>
                </a:lnTo>
                <a:lnTo>
                  <a:pt x="1540856" y="234622"/>
                </a:lnTo>
                <a:lnTo>
                  <a:pt x="1531792" y="234622"/>
                </a:lnTo>
                <a:cubicBezTo>
                  <a:pt x="1531463" y="234622"/>
                  <a:pt x="1531003" y="234162"/>
                  <a:pt x="1531003" y="234162"/>
                </a:cubicBezTo>
                <a:lnTo>
                  <a:pt x="1526470" y="226279"/>
                </a:lnTo>
                <a:cubicBezTo>
                  <a:pt x="1526340" y="226016"/>
                  <a:pt x="1526470" y="225425"/>
                  <a:pt x="1526470" y="225425"/>
                </a:cubicBezTo>
                <a:lnTo>
                  <a:pt x="1531003" y="217544"/>
                </a:lnTo>
                <a:cubicBezTo>
                  <a:pt x="1531200" y="217281"/>
                  <a:pt x="1531792" y="217084"/>
                  <a:pt x="1531792" y="217084"/>
                </a:cubicBezTo>
                <a:lnTo>
                  <a:pt x="1531834" y="217084"/>
                </a:lnTo>
                <a:close/>
                <a:moveTo>
                  <a:pt x="2803744" y="217076"/>
                </a:moveTo>
                <a:lnTo>
                  <a:pt x="2812808" y="217076"/>
                </a:lnTo>
                <a:cubicBezTo>
                  <a:pt x="2813136" y="217076"/>
                  <a:pt x="2813596" y="217535"/>
                  <a:pt x="2813596" y="217535"/>
                </a:cubicBezTo>
                <a:lnTo>
                  <a:pt x="2818127" y="225417"/>
                </a:lnTo>
                <a:cubicBezTo>
                  <a:pt x="2818259" y="225679"/>
                  <a:pt x="2818127" y="226271"/>
                  <a:pt x="2818127" y="226271"/>
                </a:cubicBezTo>
                <a:lnTo>
                  <a:pt x="2813596" y="234153"/>
                </a:lnTo>
                <a:cubicBezTo>
                  <a:pt x="2813399" y="234416"/>
                  <a:pt x="2812808" y="234613"/>
                  <a:pt x="2812808" y="234613"/>
                </a:cubicBezTo>
                <a:lnTo>
                  <a:pt x="2803744" y="234613"/>
                </a:lnTo>
                <a:cubicBezTo>
                  <a:pt x="2803414" y="234613"/>
                  <a:pt x="2802955" y="234153"/>
                  <a:pt x="2802955" y="234153"/>
                </a:cubicBezTo>
                <a:lnTo>
                  <a:pt x="2798423" y="226271"/>
                </a:lnTo>
                <a:cubicBezTo>
                  <a:pt x="2798292" y="226008"/>
                  <a:pt x="2798423" y="225417"/>
                  <a:pt x="2798423" y="225417"/>
                </a:cubicBezTo>
                <a:lnTo>
                  <a:pt x="2802955" y="217535"/>
                </a:lnTo>
                <a:cubicBezTo>
                  <a:pt x="2803154" y="217273"/>
                  <a:pt x="2803744" y="217076"/>
                  <a:pt x="2803744" y="217076"/>
                </a:cubicBezTo>
                <a:close/>
                <a:moveTo>
                  <a:pt x="10435623" y="217074"/>
                </a:moveTo>
                <a:lnTo>
                  <a:pt x="10435689" y="217074"/>
                </a:lnTo>
                <a:lnTo>
                  <a:pt x="10444687" y="217074"/>
                </a:lnTo>
                <a:lnTo>
                  <a:pt x="10444753" y="217074"/>
                </a:lnTo>
                <a:cubicBezTo>
                  <a:pt x="10445082" y="217074"/>
                  <a:pt x="10445541" y="217534"/>
                  <a:pt x="10445541" y="217534"/>
                </a:cubicBezTo>
                <a:lnTo>
                  <a:pt x="10450074" y="225416"/>
                </a:lnTo>
                <a:cubicBezTo>
                  <a:pt x="10450205" y="225678"/>
                  <a:pt x="10450074" y="226269"/>
                  <a:pt x="10450074" y="226269"/>
                </a:cubicBezTo>
                <a:lnTo>
                  <a:pt x="10445541" y="234152"/>
                </a:lnTo>
                <a:cubicBezTo>
                  <a:pt x="10445345" y="234415"/>
                  <a:pt x="10444753" y="234612"/>
                  <a:pt x="10444753" y="234612"/>
                </a:cubicBezTo>
                <a:lnTo>
                  <a:pt x="10444687" y="234612"/>
                </a:lnTo>
                <a:lnTo>
                  <a:pt x="10435689" y="234612"/>
                </a:lnTo>
                <a:lnTo>
                  <a:pt x="10435623" y="234612"/>
                </a:lnTo>
                <a:cubicBezTo>
                  <a:pt x="10435296" y="234612"/>
                  <a:pt x="10434835" y="234152"/>
                  <a:pt x="10434835" y="234152"/>
                </a:cubicBezTo>
                <a:lnTo>
                  <a:pt x="10430303" y="226269"/>
                </a:lnTo>
                <a:cubicBezTo>
                  <a:pt x="10430172" y="226007"/>
                  <a:pt x="10430303" y="225416"/>
                  <a:pt x="10430303" y="225416"/>
                </a:cubicBezTo>
                <a:lnTo>
                  <a:pt x="10434835" y="217534"/>
                </a:lnTo>
                <a:cubicBezTo>
                  <a:pt x="10435032" y="217271"/>
                  <a:pt x="10435623" y="217074"/>
                  <a:pt x="10435623" y="217074"/>
                </a:cubicBezTo>
                <a:close/>
                <a:moveTo>
                  <a:pt x="4075712" y="217074"/>
                </a:moveTo>
                <a:lnTo>
                  <a:pt x="4084775" y="217074"/>
                </a:lnTo>
                <a:cubicBezTo>
                  <a:pt x="4085106" y="217074"/>
                  <a:pt x="4085564" y="217534"/>
                  <a:pt x="4085564" y="217534"/>
                </a:cubicBezTo>
                <a:lnTo>
                  <a:pt x="4090096" y="225416"/>
                </a:lnTo>
                <a:cubicBezTo>
                  <a:pt x="4090226" y="225678"/>
                  <a:pt x="4090096" y="226269"/>
                  <a:pt x="4090096" y="226269"/>
                </a:cubicBezTo>
                <a:lnTo>
                  <a:pt x="4085564" y="234152"/>
                </a:lnTo>
                <a:cubicBezTo>
                  <a:pt x="4085366" y="234415"/>
                  <a:pt x="4084775" y="234612"/>
                  <a:pt x="4084775" y="234612"/>
                </a:cubicBezTo>
                <a:lnTo>
                  <a:pt x="4075712" y="234612"/>
                </a:lnTo>
                <a:cubicBezTo>
                  <a:pt x="4075384" y="234612"/>
                  <a:pt x="4074924" y="234152"/>
                  <a:pt x="4074924" y="234152"/>
                </a:cubicBezTo>
                <a:lnTo>
                  <a:pt x="4070391" y="226269"/>
                </a:lnTo>
                <a:cubicBezTo>
                  <a:pt x="4070259" y="226007"/>
                  <a:pt x="4070391" y="225416"/>
                  <a:pt x="4070391" y="225416"/>
                </a:cubicBezTo>
                <a:lnTo>
                  <a:pt x="4074924" y="217534"/>
                </a:lnTo>
                <a:cubicBezTo>
                  <a:pt x="4075119" y="217271"/>
                  <a:pt x="4075712" y="217074"/>
                  <a:pt x="4075712" y="217074"/>
                </a:cubicBezTo>
                <a:close/>
                <a:moveTo>
                  <a:pt x="8909274" y="116"/>
                </a:moveTo>
                <a:lnTo>
                  <a:pt x="8918336" y="116"/>
                </a:lnTo>
                <a:cubicBezTo>
                  <a:pt x="8918666" y="116"/>
                  <a:pt x="8919125" y="575"/>
                  <a:pt x="8919125" y="575"/>
                </a:cubicBezTo>
                <a:lnTo>
                  <a:pt x="8923657" y="8456"/>
                </a:lnTo>
                <a:cubicBezTo>
                  <a:pt x="8923789" y="8720"/>
                  <a:pt x="8923657" y="9311"/>
                  <a:pt x="8923657" y="9311"/>
                </a:cubicBezTo>
                <a:lnTo>
                  <a:pt x="8919125" y="17194"/>
                </a:lnTo>
                <a:cubicBezTo>
                  <a:pt x="8918928" y="17455"/>
                  <a:pt x="8918336" y="17652"/>
                  <a:pt x="8918336" y="17652"/>
                </a:cubicBezTo>
                <a:lnTo>
                  <a:pt x="8909274" y="17652"/>
                </a:lnTo>
                <a:cubicBezTo>
                  <a:pt x="8908945" y="17652"/>
                  <a:pt x="8908484" y="17194"/>
                  <a:pt x="8908484" y="17194"/>
                </a:cubicBezTo>
                <a:lnTo>
                  <a:pt x="8903953" y="9311"/>
                </a:lnTo>
                <a:cubicBezTo>
                  <a:pt x="8903821" y="9048"/>
                  <a:pt x="8903953" y="8456"/>
                  <a:pt x="8903953" y="8456"/>
                </a:cubicBezTo>
                <a:lnTo>
                  <a:pt x="8908484" y="575"/>
                </a:lnTo>
                <a:cubicBezTo>
                  <a:pt x="8908681" y="313"/>
                  <a:pt x="8909274" y="116"/>
                  <a:pt x="8909274" y="116"/>
                </a:cubicBezTo>
                <a:close/>
                <a:moveTo>
                  <a:pt x="5856508" y="116"/>
                </a:moveTo>
                <a:lnTo>
                  <a:pt x="5865571" y="116"/>
                </a:lnTo>
                <a:cubicBezTo>
                  <a:pt x="5865900" y="116"/>
                  <a:pt x="5866359" y="577"/>
                  <a:pt x="5866359" y="577"/>
                </a:cubicBezTo>
                <a:lnTo>
                  <a:pt x="5870891" y="8457"/>
                </a:lnTo>
                <a:cubicBezTo>
                  <a:pt x="5871023" y="8720"/>
                  <a:pt x="5870891" y="9311"/>
                  <a:pt x="5870891" y="9311"/>
                </a:cubicBezTo>
                <a:lnTo>
                  <a:pt x="5866359" y="17194"/>
                </a:lnTo>
                <a:cubicBezTo>
                  <a:pt x="5866163" y="17456"/>
                  <a:pt x="5865571" y="17653"/>
                  <a:pt x="5865571" y="17653"/>
                </a:cubicBezTo>
                <a:lnTo>
                  <a:pt x="5856508" y="17653"/>
                </a:lnTo>
                <a:cubicBezTo>
                  <a:pt x="5856178" y="17653"/>
                  <a:pt x="5855720" y="17194"/>
                  <a:pt x="5855720" y="17194"/>
                </a:cubicBezTo>
                <a:lnTo>
                  <a:pt x="5851187" y="9311"/>
                </a:lnTo>
                <a:cubicBezTo>
                  <a:pt x="5851055" y="9048"/>
                  <a:pt x="5851187" y="8457"/>
                  <a:pt x="5851187" y="8457"/>
                </a:cubicBezTo>
                <a:lnTo>
                  <a:pt x="5855720" y="577"/>
                </a:lnTo>
                <a:cubicBezTo>
                  <a:pt x="5855916" y="313"/>
                  <a:pt x="5856508" y="116"/>
                  <a:pt x="5856508" y="116"/>
                </a:cubicBezTo>
                <a:close/>
                <a:moveTo>
                  <a:pt x="7128477" y="115"/>
                </a:moveTo>
                <a:lnTo>
                  <a:pt x="7137540" y="115"/>
                </a:lnTo>
                <a:cubicBezTo>
                  <a:pt x="7137869" y="115"/>
                  <a:pt x="7138328" y="575"/>
                  <a:pt x="7138328" y="575"/>
                </a:cubicBezTo>
                <a:lnTo>
                  <a:pt x="7142860" y="8456"/>
                </a:lnTo>
                <a:cubicBezTo>
                  <a:pt x="7142992" y="8719"/>
                  <a:pt x="7142860" y="9310"/>
                  <a:pt x="7142860" y="9310"/>
                </a:cubicBezTo>
                <a:lnTo>
                  <a:pt x="7138328" y="17191"/>
                </a:lnTo>
                <a:cubicBezTo>
                  <a:pt x="7138131" y="17455"/>
                  <a:pt x="7137540" y="17652"/>
                  <a:pt x="7137540" y="17652"/>
                </a:cubicBezTo>
                <a:lnTo>
                  <a:pt x="7128477" y="17652"/>
                </a:lnTo>
                <a:cubicBezTo>
                  <a:pt x="7128148" y="17652"/>
                  <a:pt x="7127689" y="17191"/>
                  <a:pt x="7127689" y="17191"/>
                </a:cubicBezTo>
                <a:lnTo>
                  <a:pt x="7123156" y="9310"/>
                </a:lnTo>
                <a:cubicBezTo>
                  <a:pt x="7123024" y="9047"/>
                  <a:pt x="7123156" y="8456"/>
                  <a:pt x="7123156" y="8456"/>
                </a:cubicBezTo>
                <a:lnTo>
                  <a:pt x="7127689" y="575"/>
                </a:lnTo>
                <a:cubicBezTo>
                  <a:pt x="7127885" y="312"/>
                  <a:pt x="7128477" y="115"/>
                  <a:pt x="7128477" y="115"/>
                </a:cubicBezTo>
                <a:close/>
                <a:moveTo>
                  <a:pt x="4584538" y="109"/>
                </a:moveTo>
                <a:lnTo>
                  <a:pt x="4593603" y="109"/>
                </a:lnTo>
                <a:cubicBezTo>
                  <a:pt x="4593932" y="109"/>
                  <a:pt x="4594390" y="569"/>
                  <a:pt x="4594390" y="569"/>
                </a:cubicBezTo>
                <a:lnTo>
                  <a:pt x="4598922" y="8450"/>
                </a:lnTo>
                <a:cubicBezTo>
                  <a:pt x="4599054" y="8713"/>
                  <a:pt x="4598922" y="9303"/>
                  <a:pt x="4598922" y="9303"/>
                </a:cubicBezTo>
                <a:lnTo>
                  <a:pt x="4594390" y="17186"/>
                </a:lnTo>
                <a:cubicBezTo>
                  <a:pt x="4594193" y="17449"/>
                  <a:pt x="4593603" y="17646"/>
                  <a:pt x="4593603" y="17646"/>
                </a:cubicBezTo>
                <a:lnTo>
                  <a:pt x="4584538" y="17646"/>
                </a:lnTo>
                <a:cubicBezTo>
                  <a:pt x="4584210" y="17646"/>
                  <a:pt x="4583749" y="17186"/>
                  <a:pt x="4583749" y="17186"/>
                </a:cubicBezTo>
                <a:lnTo>
                  <a:pt x="4579218" y="9303"/>
                </a:lnTo>
                <a:cubicBezTo>
                  <a:pt x="4579087" y="9041"/>
                  <a:pt x="4579218" y="8450"/>
                  <a:pt x="4579218" y="8450"/>
                </a:cubicBezTo>
                <a:lnTo>
                  <a:pt x="4583749" y="569"/>
                </a:lnTo>
                <a:cubicBezTo>
                  <a:pt x="4583948" y="307"/>
                  <a:pt x="4584538" y="109"/>
                  <a:pt x="4584538" y="109"/>
                </a:cubicBezTo>
                <a:close/>
                <a:moveTo>
                  <a:pt x="4076010" y="109"/>
                </a:moveTo>
                <a:lnTo>
                  <a:pt x="4085076" y="109"/>
                </a:lnTo>
                <a:cubicBezTo>
                  <a:pt x="4085402" y="109"/>
                  <a:pt x="4085863" y="567"/>
                  <a:pt x="4085863" y="567"/>
                </a:cubicBezTo>
                <a:lnTo>
                  <a:pt x="4090397" y="8449"/>
                </a:lnTo>
                <a:cubicBezTo>
                  <a:pt x="4090528" y="8711"/>
                  <a:pt x="4090397" y="9302"/>
                  <a:pt x="4090397" y="9302"/>
                </a:cubicBezTo>
                <a:lnTo>
                  <a:pt x="4085863" y="17185"/>
                </a:lnTo>
                <a:cubicBezTo>
                  <a:pt x="4085666" y="17448"/>
                  <a:pt x="4085076" y="17645"/>
                  <a:pt x="4085076" y="17645"/>
                </a:cubicBezTo>
                <a:lnTo>
                  <a:pt x="4076010" y="17645"/>
                </a:lnTo>
                <a:cubicBezTo>
                  <a:pt x="4075682" y="17645"/>
                  <a:pt x="4075224" y="17185"/>
                  <a:pt x="4075224" y="17185"/>
                </a:cubicBezTo>
                <a:lnTo>
                  <a:pt x="4070691" y="9302"/>
                </a:lnTo>
                <a:cubicBezTo>
                  <a:pt x="4070560" y="9040"/>
                  <a:pt x="4070691" y="8449"/>
                  <a:pt x="4070691" y="8449"/>
                </a:cubicBezTo>
                <a:lnTo>
                  <a:pt x="4075224" y="567"/>
                </a:lnTo>
                <a:cubicBezTo>
                  <a:pt x="4075419" y="306"/>
                  <a:pt x="4076010" y="109"/>
                  <a:pt x="4076010" y="109"/>
                </a:cubicBezTo>
                <a:close/>
                <a:moveTo>
                  <a:pt x="7891684" y="103"/>
                </a:moveTo>
                <a:lnTo>
                  <a:pt x="7900748" y="103"/>
                </a:lnTo>
                <a:cubicBezTo>
                  <a:pt x="7901076" y="103"/>
                  <a:pt x="7901536" y="563"/>
                  <a:pt x="7901536" y="563"/>
                </a:cubicBezTo>
                <a:lnTo>
                  <a:pt x="7906067" y="8444"/>
                </a:lnTo>
                <a:cubicBezTo>
                  <a:pt x="7906199" y="8707"/>
                  <a:pt x="7906067" y="9298"/>
                  <a:pt x="7906067" y="9298"/>
                </a:cubicBezTo>
                <a:lnTo>
                  <a:pt x="7901536" y="17180"/>
                </a:lnTo>
                <a:cubicBezTo>
                  <a:pt x="7901339" y="17443"/>
                  <a:pt x="7900748" y="17640"/>
                  <a:pt x="7900748" y="17640"/>
                </a:cubicBezTo>
                <a:lnTo>
                  <a:pt x="7891684" y="17640"/>
                </a:lnTo>
                <a:cubicBezTo>
                  <a:pt x="7891355" y="17640"/>
                  <a:pt x="7890896" y="17180"/>
                  <a:pt x="7890896" y="17180"/>
                </a:cubicBezTo>
                <a:lnTo>
                  <a:pt x="7886363" y="9298"/>
                </a:lnTo>
                <a:cubicBezTo>
                  <a:pt x="7886233" y="9035"/>
                  <a:pt x="7886363" y="8444"/>
                  <a:pt x="7886363" y="8444"/>
                </a:cubicBezTo>
                <a:lnTo>
                  <a:pt x="7890896" y="563"/>
                </a:lnTo>
                <a:cubicBezTo>
                  <a:pt x="7891093" y="300"/>
                  <a:pt x="7891684" y="103"/>
                  <a:pt x="7891684" y="103"/>
                </a:cubicBezTo>
                <a:close/>
                <a:moveTo>
                  <a:pt x="3058400" y="99"/>
                </a:moveTo>
                <a:lnTo>
                  <a:pt x="3067466" y="99"/>
                </a:lnTo>
                <a:cubicBezTo>
                  <a:pt x="3067795" y="99"/>
                  <a:pt x="3068253" y="558"/>
                  <a:pt x="3068253" y="558"/>
                </a:cubicBezTo>
                <a:lnTo>
                  <a:pt x="3072786" y="8440"/>
                </a:lnTo>
                <a:cubicBezTo>
                  <a:pt x="3072918" y="8702"/>
                  <a:pt x="3072786" y="9294"/>
                  <a:pt x="3072786" y="9294"/>
                </a:cubicBezTo>
                <a:lnTo>
                  <a:pt x="3068253" y="17176"/>
                </a:lnTo>
                <a:cubicBezTo>
                  <a:pt x="3068056" y="17439"/>
                  <a:pt x="3067466" y="17636"/>
                  <a:pt x="3067466" y="17636"/>
                </a:cubicBezTo>
                <a:lnTo>
                  <a:pt x="3058400" y="17636"/>
                </a:lnTo>
                <a:cubicBezTo>
                  <a:pt x="3058072" y="17636"/>
                  <a:pt x="3057611" y="17176"/>
                  <a:pt x="3057611" y="17176"/>
                </a:cubicBezTo>
                <a:lnTo>
                  <a:pt x="3053080" y="9294"/>
                </a:lnTo>
                <a:cubicBezTo>
                  <a:pt x="3052949" y="9031"/>
                  <a:pt x="3053080" y="8440"/>
                  <a:pt x="3053080" y="8440"/>
                </a:cubicBezTo>
                <a:lnTo>
                  <a:pt x="3057611" y="558"/>
                </a:lnTo>
                <a:cubicBezTo>
                  <a:pt x="3057810" y="296"/>
                  <a:pt x="3058400" y="99"/>
                  <a:pt x="3058400" y="99"/>
                </a:cubicBezTo>
                <a:close/>
                <a:moveTo>
                  <a:pt x="9672481" y="98"/>
                </a:moveTo>
                <a:lnTo>
                  <a:pt x="9681545" y="98"/>
                </a:lnTo>
                <a:cubicBezTo>
                  <a:pt x="9681872" y="98"/>
                  <a:pt x="9682333" y="557"/>
                  <a:pt x="9682333" y="557"/>
                </a:cubicBezTo>
                <a:lnTo>
                  <a:pt x="9686865" y="8439"/>
                </a:lnTo>
                <a:cubicBezTo>
                  <a:pt x="9686996" y="8701"/>
                  <a:pt x="9686865" y="9293"/>
                  <a:pt x="9686865" y="9293"/>
                </a:cubicBezTo>
                <a:lnTo>
                  <a:pt x="9682333" y="17175"/>
                </a:lnTo>
                <a:cubicBezTo>
                  <a:pt x="9682136" y="17438"/>
                  <a:pt x="9681545" y="17635"/>
                  <a:pt x="9681545" y="17635"/>
                </a:cubicBezTo>
                <a:lnTo>
                  <a:pt x="9681495" y="17635"/>
                </a:lnTo>
                <a:lnTo>
                  <a:pt x="9681479" y="17644"/>
                </a:lnTo>
                <a:lnTo>
                  <a:pt x="9672416" y="17644"/>
                </a:lnTo>
                <a:cubicBezTo>
                  <a:pt x="9672086" y="17644"/>
                  <a:pt x="9671627" y="17184"/>
                  <a:pt x="9671627" y="17184"/>
                </a:cubicBezTo>
                <a:lnTo>
                  <a:pt x="9667095" y="9301"/>
                </a:lnTo>
                <a:cubicBezTo>
                  <a:pt x="9666964" y="9039"/>
                  <a:pt x="9667095" y="8447"/>
                  <a:pt x="9667095" y="8447"/>
                </a:cubicBezTo>
                <a:lnTo>
                  <a:pt x="9671627" y="566"/>
                </a:lnTo>
                <a:cubicBezTo>
                  <a:pt x="9671825" y="303"/>
                  <a:pt x="9672416" y="106"/>
                  <a:pt x="9672416" y="106"/>
                </a:cubicBezTo>
                <a:lnTo>
                  <a:pt x="9672466" y="106"/>
                </a:lnTo>
                <a:close/>
                <a:moveTo>
                  <a:pt x="259982" y="92"/>
                </a:moveTo>
                <a:lnTo>
                  <a:pt x="269046" y="92"/>
                </a:lnTo>
                <a:lnTo>
                  <a:pt x="269087" y="116"/>
                </a:lnTo>
                <a:lnTo>
                  <a:pt x="269092" y="116"/>
                </a:lnTo>
                <a:cubicBezTo>
                  <a:pt x="269421" y="116"/>
                  <a:pt x="269881" y="577"/>
                  <a:pt x="269881" y="577"/>
                </a:cubicBezTo>
                <a:lnTo>
                  <a:pt x="274411" y="8457"/>
                </a:lnTo>
                <a:cubicBezTo>
                  <a:pt x="274543" y="8720"/>
                  <a:pt x="274411" y="9311"/>
                  <a:pt x="274411" y="9311"/>
                </a:cubicBezTo>
                <a:lnTo>
                  <a:pt x="269881" y="17194"/>
                </a:lnTo>
                <a:cubicBezTo>
                  <a:pt x="269684" y="17456"/>
                  <a:pt x="269092" y="17653"/>
                  <a:pt x="269092" y="17653"/>
                </a:cubicBezTo>
                <a:lnTo>
                  <a:pt x="260029" y="17653"/>
                </a:lnTo>
                <a:lnTo>
                  <a:pt x="259987" y="17629"/>
                </a:lnTo>
                <a:lnTo>
                  <a:pt x="259982" y="17629"/>
                </a:lnTo>
                <a:cubicBezTo>
                  <a:pt x="259654" y="17629"/>
                  <a:pt x="259194" y="17169"/>
                  <a:pt x="259194" y="17169"/>
                </a:cubicBezTo>
                <a:lnTo>
                  <a:pt x="254662" y="9287"/>
                </a:lnTo>
                <a:cubicBezTo>
                  <a:pt x="254531" y="9024"/>
                  <a:pt x="254662" y="8433"/>
                  <a:pt x="254662" y="8433"/>
                </a:cubicBezTo>
                <a:lnTo>
                  <a:pt x="259194" y="552"/>
                </a:lnTo>
                <a:cubicBezTo>
                  <a:pt x="259391" y="289"/>
                  <a:pt x="259982" y="92"/>
                  <a:pt x="259982" y="92"/>
                </a:cubicBezTo>
                <a:close/>
                <a:moveTo>
                  <a:pt x="3312762" y="83"/>
                </a:moveTo>
                <a:lnTo>
                  <a:pt x="3321826" y="83"/>
                </a:lnTo>
                <a:cubicBezTo>
                  <a:pt x="3322154" y="83"/>
                  <a:pt x="3322616" y="543"/>
                  <a:pt x="3322616" y="543"/>
                </a:cubicBezTo>
                <a:lnTo>
                  <a:pt x="3327147" y="8424"/>
                </a:lnTo>
                <a:cubicBezTo>
                  <a:pt x="3327278" y="8687"/>
                  <a:pt x="3327147" y="9278"/>
                  <a:pt x="3327147" y="9278"/>
                </a:cubicBezTo>
                <a:lnTo>
                  <a:pt x="3322616" y="17161"/>
                </a:lnTo>
                <a:cubicBezTo>
                  <a:pt x="3322417" y="17424"/>
                  <a:pt x="3321826" y="17620"/>
                  <a:pt x="3321826" y="17620"/>
                </a:cubicBezTo>
                <a:lnTo>
                  <a:pt x="3312762" y="17620"/>
                </a:lnTo>
                <a:cubicBezTo>
                  <a:pt x="3312433" y="17620"/>
                  <a:pt x="3311974" y="17161"/>
                  <a:pt x="3311974" y="17161"/>
                </a:cubicBezTo>
                <a:lnTo>
                  <a:pt x="3307441" y="9278"/>
                </a:lnTo>
                <a:cubicBezTo>
                  <a:pt x="3307310" y="9016"/>
                  <a:pt x="3307441" y="8424"/>
                  <a:pt x="3307441" y="8424"/>
                </a:cubicBezTo>
                <a:lnTo>
                  <a:pt x="3311974" y="543"/>
                </a:lnTo>
                <a:cubicBezTo>
                  <a:pt x="3312170" y="280"/>
                  <a:pt x="3312762" y="83"/>
                  <a:pt x="3312762" y="83"/>
                </a:cubicBezTo>
                <a:close/>
                <a:moveTo>
                  <a:pt x="3567152" y="82"/>
                </a:moveTo>
                <a:lnTo>
                  <a:pt x="3576217" y="82"/>
                </a:lnTo>
                <a:cubicBezTo>
                  <a:pt x="3576546" y="82"/>
                  <a:pt x="3577006" y="542"/>
                  <a:pt x="3577006" y="542"/>
                </a:cubicBezTo>
                <a:lnTo>
                  <a:pt x="3581538" y="8423"/>
                </a:lnTo>
                <a:cubicBezTo>
                  <a:pt x="3581669" y="8686"/>
                  <a:pt x="3581538" y="9277"/>
                  <a:pt x="3581538" y="9277"/>
                </a:cubicBezTo>
                <a:lnTo>
                  <a:pt x="3577006" y="17160"/>
                </a:lnTo>
                <a:cubicBezTo>
                  <a:pt x="3576809" y="17422"/>
                  <a:pt x="3576217" y="17619"/>
                  <a:pt x="3576217" y="17619"/>
                </a:cubicBezTo>
                <a:lnTo>
                  <a:pt x="3567152" y="17619"/>
                </a:lnTo>
                <a:cubicBezTo>
                  <a:pt x="3566824" y="17619"/>
                  <a:pt x="3566365" y="17160"/>
                  <a:pt x="3566365" y="17160"/>
                </a:cubicBezTo>
                <a:lnTo>
                  <a:pt x="3561831" y="9277"/>
                </a:lnTo>
                <a:cubicBezTo>
                  <a:pt x="3561700" y="9014"/>
                  <a:pt x="3561831" y="8423"/>
                  <a:pt x="3561831" y="8423"/>
                </a:cubicBezTo>
                <a:lnTo>
                  <a:pt x="3566365" y="542"/>
                </a:lnTo>
                <a:cubicBezTo>
                  <a:pt x="3566561" y="279"/>
                  <a:pt x="3567152" y="82"/>
                  <a:pt x="3567152" y="82"/>
                </a:cubicBezTo>
                <a:close/>
                <a:moveTo>
                  <a:pt x="8654892" y="80"/>
                </a:moveTo>
                <a:lnTo>
                  <a:pt x="8663955" y="80"/>
                </a:lnTo>
                <a:cubicBezTo>
                  <a:pt x="8664285" y="80"/>
                  <a:pt x="8664744" y="540"/>
                  <a:pt x="8664744" y="540"/>
                </a:cubicBezTo>
                <a:lnTo>
                  <a:pt x="8669277" y="8421"/>
                </a:lnTo>
                <a:cubicBezTo>
                  <a:pt x="8669408" y="8684"/>
                  <a:pt x="8669277" y="9275"/>
                  <a:pt x="8669277" y="9275"/>
                </a:cubicBezTo>
                <a:lnTo>
                  <a:pt x="8664744" y="17158"/>
                </a:lnTo>
                <a:cubicBezTo>
                  <a:pt x="8664548" y="17420"/>
                  <a:pt x="8663955" y="17617"/>
                  <a:pt x="8663955" y="17617"/>
                </a:cubicBezTo>
                <a:lnTo>
                  <a:pt x="8654892" y="17617"/>
                </a:lnTo>
                <a:cubicBezTo>
                  <a:pt x="8654565" y="17617"/>
                  <a:pt x="8654104" y="17158"/>
                  <a:pt x="8654104" y="17158"/>
                </a:cubicBezTo>
                <a:lnTo>
                  <a:pt x="8649572" y="9275"/>
                </a:lnTo>
                <a:cubicBezTo>
                  <a:pt x="8649441" y="9012"/>
                  <a:pt x="8649572" y="8421"/>
                  <a:pt x="8649572" y="8421"/>
                </a:cubicBezTo>
                <a:lnTo>
                  <a:pt x="8654104" y="540"/>
                </a:lnTo>
                <a:cubicBezTo>
                  <a:pt x="8654301" y="277"/>
                  <a:pt x="8654892" y="80"/>
                  <a:pt x="8654892" y="80"/>
                </a:cubicBezTo>
                <a:close/>
                <a:moveTo>
                  <a:pt x="8400511" y="80"/>
                </a:moveTo>
                <a:lnTo>
                  <a:pt x="8409575" y="80"/>
                </a:lnTo>
                <a:cubicBezTo>
                  <a:pt x="8409904" y="80"/>
                  <a:pt x="8410363" y="539"/>
                  <a:pt x="8410363" y="539"/>
                </a:cubicBezTo>
                <a:lnTo>
                  <a:pt x="8414896" y="8420"/>
                </a:lnTo>
                <a:cubicBezTo>
                  <a:pt x="8415027" y="8683"/>
                  <a:pt x="8414896" y="9274"/>
                  <a:pt x="8414896" y="9274"/>
                </a:cubicBezTo>
                <a:lnTo>
                  <a:pt x="8410363" y="17156"/>
                </a:lnTo>
                <a:cubicBezTo>
                  <a:pt x="8410166" y="17419"/>
                  <a:pt x="8409575" y="17616"/>
                  <a:pt x="8409575" y="17616"/>
                </a:cubicBezTo>
                <a:lnTo>
                  <a:pt x="8400511" y="17616"/>
                </a:lnTo>
                <a:cubicBezTo>
                  <a:pt x="8400184" y="17616"/>
                  <a:pt x="8399723" y="17156"/>
                  <a:pt x="8399723" y="17156"/>
                </a:cubicBezTo>
                <a:lnTo>
                  <a:pt x="8395191" y="9274"/>
                </a:lnTo>
                <a:cubicBezTo>
                  <a:pt x="8395060" y="9011"/>
                  <a:pt x="8395191" y="8420"/>
                  <a:pt x="8395191" y="8420"/>
                </a:cubicBezTo>
                <a:lnTo>
                  <a:pt x="8399723" y="539"/>
                </a:lnTo>
                <a:cubicBezTo>
                  <a:pt x="8399920" y="276"/>
                  <a:pt x="8400511" y="80"/>
                  <a:pt x="8400511" y="80"/>
                </a:cubicBezTo>
                <a:close/>
                <a:moveTo>
                  <a:pt x="4330157" y="79"/>
                </a:moveTo>
                <a:lnTo>
                  <a:pt x="4339222" y="79"/>
                </a:lnTo>
                <a:cubicBezTo>
                  <a:pt x="4339550" y="79"/>
                  <a:pt x="4340010" y="539"/>
                  <a:pt x="4340010" y="539"/>
                </a:cubicBezTo>
                <a:lnTo>
                  <a:pt x="4344540" y="8420"/>
                </a:lnTo>
                <a:cubicBezTo>
                  <a:pt x="4344672" y="8683"/>
                  <a:pt x="4344540" y="9273"/>
                  <a:pt x="4344540" y="9273"/>
                </a:cubicBezTo>
                <a:lnTo>
                  <a:pt x="4340010" y="17155"/>
                </a:lnTo>
                <a:cubicBezTo>
                  <a:pt x="4339812" y="17418"/>
                  <a:pt x="4339222" y="17615"/>
                  <a:pt x="4339222" y="17615"/>
                </a:cubicBezTo>
                <a:lnTo>
                  <a:pt x="4330157" y="17615"/>
                </a:lnTo>
                <a:cubicBezTo>
                  <a:pt x="4329829" y="17615"/>
                  <a:pt x="4329369" y="17155"/>
                  <a:pt x="4329369" y="17155"/>
                </a:cubicBezTo>
                <a:lnTo>
                  <a:pt x="4324836" y="9273"/>
                </a:lnTo>
                <a:cubicBezTo>
                  <a:pt x="4324706" y="9011"/>
                  <a:pt x="4324836" y="8420"/>
                  <a:pt x="4324836" y="8420"/>
                </a:cubicBezTo>
                <a:lnTo>
                  <a:pt x="4329369" y="539"/>
                </a:lnTo>
                <a:cubicBezTo>
                  <a:pt x="4329565" y="276"/>
                  <a:pt x="4330157" y="79"/>
                  <a:pt x="4330157" y="79"/>
                </a:cubicBezTo>
                <a:close/>
                <a:moveTo>
                  <a:pt x="6874095" y="77"/>
                </a:moveTo>
                <a:lnTo>
                  <a:pt x="6883159" y="77"/>
                </a:lnTo>
                <a:cubicBezTo>
                  <a:pt x="6883488" y="77"/>
                  <a:pt x="6883947" y="537"/>
                  <a:pt x="6883947" y="537"/>
                </a:cubicBezTo>
                <a:lnTo>
                  <a:pt x="6888480" y="8418"/>
                </a:lnTo>
                <a:cubicBezTo>
                  <a:pt x="6888611" y="8681"/>
                  <a:pt x="6888480" y="9272"/>
                  <a:pt x="6888480" y="9272"/>
                </a:cubicBezTo>
                <a:lnTo>
                  <a:pt x="6883947" y="17154"/>
                </a:lnTo>
                <a:cubicBezTo>
                  <a:pt x="6883751" y="17417"/>
                  <a:pt x="6883159" y="17614"/>
                  <a:pt x="6883159" y="17614"/>
                </a:cubicBezTo>
                <a:lnTo>
                  <a:pt x="6874095" y="17614"/>
                </a:lnTo>
                <a:cubicBezTo>
                  <a:pt x="6873768" y="17614"/>
                  <a:pt x="6873307" y="17154"/>
                  <a:pt x="6873307" y="17154"/>
                </a:cubicBezTo>
                <a:lnTo>
                  <a:pt x="6868775" y="9272"/>
                </a:lnTo>
                <a:cubicBezTo>
                  <a:pt x="6868644" y="9009"/>
                  <a:pt x="6868775" y="8418"/>
                  <a:pt x="6868775" y="8418"/>
                </a:cubicBezTo>
                <a:lnTo>
                  <a:pt x="6873307" y="537"/>
                </a:lnTo>
                <a:cubicBezTo>
                  <a:pt x="6873504" y="274"/>
                  <a:pt x="6874095" y="77"/>
                  <a:pt x="6874095" y="77"/>
                </a:cubicBezTo>
                <a:close/>
                <a:moveTo>
                  <a:pt x="9163654" y="72"/>
                </a:moveTo>
                <a:lnTo>
                  <a:pt x="9172718" y="72"/>
                </a:lnTo>
                <a:cubicBezTo>
                  <a:pt x="9173046" y="72"/>
                  <a:pt x="9173506" y="533"/>
                  <a:pt x="9173506" y="533"/>
                </a:cubicBezTo>
                <a:lnTo>
                  <a:pt x="9178038" y="8414"/>
                </a:lnTo>
                <a:cubicBezTo>
                  <a:pt x="9178169" y="8677"/>
                  <a:pt x="9178038" y="9267"/>
                  <a:pt x="9178038" y="9267"/>
                </a:cubicBezTo>
                <a:lnTo>
                  <a:pt x="9173506" y="17151"/>
                </a:lnTo>
                <a:cubicBezTo>
                  <a:pt x="9173309" y="17412"/>
                  <a:pt x="9172718" y="17610"/>
                  <a:pt x="9172718" y="17610"/>
                </a:cubicBezTo>
                <a:lnTo>
                  <a:pt x="9163654" y="17610"/>
                </a:lnTo>
                <a:cubicBezTo>
                  <a:pt x="9163326" y="17610"/>
                  <a:pt x="9162866" y="17151"/>
                  <a:pt x="9162866" y="17151"/>
                </a:cubicBezTo>
                <a:lnTo>
                  <a:pt x="9158333" y="9267"/>
                </a:lnTo>
                <a:cubicBezTo>
                  <a:pt x="9158202" y="9005"/>
                  <a:pt x="9158333" y="8414"/>
                  <a:pt x="9158333" y="8414"/>
                </a:cubicBezTo>
                <a:lnTo>
                  <a:pt x="9162866" y="533"/>
                </a:lnTo>
                <a:cubicBezTo>
                  <a:pt x="9163062" y="271"/>
                  <a:pt x="9163654" y="72"/>
                  <a:pt x="9163654" y="72"/>
                </a:cubicBezTo>
                <a:close/>
                <a:moveTo>
                  <a:pt x="8146065" y="72"/>
                </a:moveTo>
                <a:lnTo>
                  <a:pt x="8155129" y="72"/>
                </a:lnTo>
                <a:cubicBezTo>
                  <a:pt x="8155458" y="72"/>
                  <a:pt x="8155917" y="532"/>
                  <a:pt x="8155917" y="532"/>
                </a:cubicBezTo>
                <a:lnTo>
                  <a:pt x="8160449" y="8414"/>
                </a:lnTo>
                <a:cubicBezTo>
                  <a:pt x="8160580" y="8676"/>
                  <a:pt x="8160449" y="9267"/>
                  <a:pt x="8160449" y="9267"/>
                </a:cubicBezTo>
                <a:lnTo>
                  <a:pt x="8155917" y="17150"/>
                </a:lnTo>
                <a:cubicBezTo>
                  <a:pt x="8155719" y="17412"/>
                  <a:pt x="8155129" y="17610"/>
                  <a:pt x="8155129" y="17610"/>
                </a:cubicBezTo>
                <a:lnTo>
                  <a:pt x="8146065" y="17610"/>
                </a:lnTo>
                <a:cubicBezTo>
                  <a:pt x="8145737" y="17610"/>
                  <a:pt x="8145277" y="17150"/>
                  <a:pt x="8145277" y="17150"/>
                </a:cubicBezTo>
                <a:lnTo>
                  <a:pt x="8140745" y="9267"/>
                </a:lnTo>
                <a:cubicBezTo>
                  <a:pt x="8140613" y="9005"/>
                  <a:pt x="8140745" y="8414"/>
                  <a:pt x="8140745" y="8414"/>
                </a:cubicBezTo>
                <a:lnTo>
                  <a:pt x="8145277" y="532"/>
                </a:lnTo>
                <a:cubicBezTo>
                  <a:pt x="8145474" y="269"/>
                  <a:pt x="8146065" y="72"/>
                  <a:pt x="8146065" y="72"/>
                </a:cubicBezTo>
                <a:close/>
                <a:moveTo>
                  <a:pt x="2295096" y="69"/>
                </a:moveTo>
                <a:lnTo>
                  <a:pt x="2304161" y="69"/>
                </a:lnTo>
                <a:cubicBezTo>
                  <a:pt x="2304489" y="69"/>
                  <a:pt x="2304949" y="529"/>
                  <a:pt x="2304949" y="529"/>
                </a:cubicBezTo>
                <a:lnTo>
                  <a:pt x="2309481" y="8410"/>
                </a:lnTo>
                <a:cubicBezTo>
                  <a:pt x="2309613" y="8673"/>
                  <a:pt x="2309481" y="9264"/>
                  <a:pt x="2309481" y="9264"/>
                </a:cubicBezTo>
                <a:lnTo>
                  <a:pt x="2304949" y="17146"/>
                </a:lnTo>
                <a:cubicBezTo>
                  <a:pt x="2304751" y="17409"/>
                  <a:pt x="2304161" y="17606"/>
                  <a:pt x="2304161" y="17606"/>
                </a:cubicBezTo>
                <a:lnTo>
                  <a:pt x="2295096" y="17606"/>
                </a:lnTo>
                <a:cubicBezTo>
                  <a:pt x="2294769" y="17606"/>
                  <a:pt x="2294308" y="17146"/>
                  <a:pt x="2294308" y="17146"/>
                </a:cubicBezTo>
                <a:lnTo>
                  <a:pt x="2289775" y="9264"/>
                </a:lnTo>
                <a:cubicBezTo>
                  <a:pt x="2289644" y="9001"/>
                  <a:pt x="2289775" y="8410"/>
                  <a:pt x="2289775" y="8410"/>
                </a:cubicBezTo>
                <a:lnTo>
                  <a:pt x="2294308" y="529"/>
                </a:lnTo>
                <a:cubicBezTo>
                  <a:pt x="2294505" y="266"/>
                  <a:pt x="2295096" y="69"/>
                  <a:pt x="2295096" y="69"/>
                </a:cubicBezTo>
                <a:close/>
                <a:moveTo>
                  <a:pt x="7637304" y="67"/>
                </a:moveTo>
                <a:lnTo>
                  <a:pt x="7646367" y="67"/>
                </a:lnTo>
                <a:cubicBezTo>
                  <a:pt x="7646696" y="67"/>
                  <a:pt x="7647156" y="527"/>
                  <a:pt x="7647156" y="527"/>
                </a:cubicBezTo>
                <a:lnTo>
                  <a:pt x="7651687" y="8408"/>
                </a:lnTo>
                <a:cubicBezTo>
                  <a:pt x="7651819" y="8671"/>
                  <a:pt x="7651687" y="9262"/>
                  <a:pt x="7651687" y="9262"/>
                </a:cubicBezTo>
                <a:lnTo>
                  <a:pt x="7647156" y="17144"/>
                </a:lnTo>
                <a:cubicBezTo>
                  <a:pt x="7646958" y="17407"/>
                  <a:pt x="7646367" y="17604"/>
                  <a:pt x="7646367" y="17604"/>
                </a:cubicBezTo>
                <a:lnTo>
                  <a:pt x="7637304" y="17604"/>
                </a:lnTo>
                <a:cubicBezTo>
                  <a:pt x="7636975" y="17604"/>
                  <a:pt x="7636516" y="17144"/>
                  <a:pt x="7636516" y="17144"/>
                </a:cubicBezTo>
                <a:lnTo>
                  <a:pt x="7631983" y="9262"/>
                </a:lnTo>
                <a:cubicBezTo>
                  <a:pt x="7631851" y="8999"/>
                  <a:pt x="7631983" y="8408"/>
                  <a:pt x="7631983" y="8408"/>
                </a:cubicBezTo>
                <a:lnTo>
                  <a:pt x="7636516" y="527"/>
                </a:lnTo>
                <a:cubicBezTo>
                  <a:pt x="7636713" y="264"/>
                  <a:pt x="7637304" y="67"/>
                  <a:pt x="7637304" y="67"/>
                </a:cubicBezTo>
                <a:close/>
                <a:moveTo>
                  <a:pt x="514300" y="61"/>
                </a:moveTo>
                <a:lnTo>
                  <a:pt x="523364" y="61"/>
                </a:lnTo>
                <a:lnTo>
                  <a:pt x="523380" y="71"/>
                </a:lnTo>
                <a:lnTo>
                  <a:pt x="523382" y="71"/>
                </a:lnTo>
                <a:cubicBezTo>
                  <a:pt x="523710" y="71"/>
                  <a:pt x="524171" y="531"/>
                  <a:pt x="524171" y="531"/>
                </a:cubicBezTo>
                <a:lnTo>
                  <a:pt x="528702" y="8412"/>
                </a:lnTo>
                <a:cubicBezTo>
                  <a:pt x="528833" y="8675"/>
                  <a:pt x="528702" y="9265"/>
                  <a:pt x="528702" y="9265"/>
                </a:cubicBezTo>
                <a:lnTo>
                  <a:pt x="524171" y="17149"/>
                </a:lnTo>
                <a:cubicBezTo>
                  <a:pt x="523974" y="17410"/>
                  <a:pt x="523382" y="17608"/>
                  <a:pt x="523382" y="17608"/>
                </a:cubicBezTo>
                <a:lnTo>
                  <a:pt x="514319" y="17608"/>
                </a:lnTo>
                <a:lnTo>
                  <a:pt x="514302" y="17599"/>
                </a:lnTo>
                <a:lnTo>
                  <a:pt x="514300" y="17599"/>
                </a:lnTo>
                <a:cubicBezTo>
                  <a:pt x="513971" y="17599"/>
                  <a:pt x="513512" y="17139"/>
                  <a:pt x="513512" y="17139"/>
                </a:cubicBezTo>
                <a:lnTo>
                  <a:pt x="508979" y="9256"/>
                </a:lnTo>
                <a:cubicBezTo>
                  <a:pt x="508848" y="8994"/>
                  <a:pt x="508979" y="8403"/>
                  <a:pt x="508979" y="8403"/>
                </a:cubicBezTo>
                <a:lnTo>
                  <a:pt x="513512" y="521"/>
                </a:lnTo>
                <a:cubicBezTo>
                  <a:pt x="513709" y="258"/>
                  <a:pt x="514300" y="61"/>
                  <a:pt x="514300" y="61"/>
                </a:cubicBezTo>
                <a:close/>
                <a:moveTo>
                  <a:pt x="1786391" y="59"/>
                </a:moveTo>
                <a:lnTo>
                  <a:pt x="1795454" y="59"/>
                </a:lnTo>
                <a:cubicBezTo>
                  <a:pt x="1795783" y="59"/>
                  <a:pt x="1796243" y="519"/>
                  <a:pt x="1796243" y="519"/>
                </a:cubicBezTo>
                <a:lnTo>
                  <a:pt x="1800774" y="8399"/>
                </a:lnTo>
                <a:cubicBezTo>
                  <a:pt x="1800906" y="8663"/>
                  <a:pt x="1800774" y="9254"/>
                  <a:pt x="1800774" y="9254"/>
                </a:cubicBezTo>
                <a:lnTo>
                  <a:pt x="1796243" y="17137"/>
                </a:lnTo>
                <a:cubicBezTo>
                  <a:pt x="1796045" y="17399"/>
                  <a:pt x="1795454" y="17595"/>
                  <a:pt x="1795454" y="17595"/>
                </a:cubicBezTo>
                <a:lnTo>
                  <a:pt x="1795355" y="17595"/>
                </a:lnTo>
                <a:lnTo>
                  <a:pt x="1795339" y="17605"/>
                </a:lnTo>
                <a:lnTo>
                  <a:pt x="1786275" y="17605"/>
                </a:lnTo>
                <a:cubicBezTo>
                  <a:pt x="1785948" y="17605"/>
                  <a:pt x="1785487" y="17145"/>
                  <a:pt x="1785487" y="17145"/>
                </a:cubicBezTo>
                <a:lnTo>
                  <a:pt x="1780955" y="9263"/>
                </a:lnTo>
                <a:cubicBezTo>
                  <a:pt x="1780824" y="9000"/>
                  <a:pt x="1780955" y="8409"/>
                  <a:pt x="1780955" y="8409"/>
                </a:cubicBezTo>
                <a:lnTo>
                  <a:pt x="1785487" y="528"/>
                </a:lnTo>
                <a:cubicBezTo>
                  <a:pt x="1785684" y="265"/>
                  <a:pt x="1786275" y="68"/>
                  <a:pt x="1786275" y="68"/>
                </a:cubicBezTo>
                <a:lnTo>
                  <a:pt x="1786376" y="68"/>
                </a:lnTo>
                <a:close/>
                <a:moveTo>
                  <a:pt x="6110888" y="56"/>
                </a:moveTo>
                <a:lnTo>
                  <a:pt x="6119953" y="56"/>
                </a:lnTo>
                <a:cubicBezTo>
                  <a:pt x="6120280" y="56"/>
                  <a:pt x="6120740" y="516"/>
                  <a:pt x="6120740" y="516"/>
                </a:cubicBezTo>
                <a:lnTo>
                  <a:pt x="6125272" y="8397"/>
                </a:lnTo>
                <a:cubicBezTo>
                  <a:pt x="6125403" y="8660"/>
                  <a:pt x="6125272" y="9251"/>
                  <a:pt x="6125272" y="9251"/>
                </a:cubicBezTo>
                <a:lnTo>
                  <a:pt x="6120740" y="17133"/>
                </a:lnTo>
                <a:cubicBezTo>
                  <a:pt x="6120543" y="17396"/>
                  <a:pt x="6119953" y="17593"/>
                  <a:pt x="6119953" y="17593"/>
                </a:cubicBezTo>
                <a:lnTo>
                  <a:pt x="6110888" y="17593"/>
                </a:lnTo>
                <a:cubicBezTo>
                  <a:pt x="6110560" y="17593"/>
                  <a:pt x="6110101" y="17133"/>
                  <a:pt x="6110101" y="17133"/>
                </a:cubicBezTo>
                <a:lnTo>
                  <a:pt x="6105567" y="9251"/>
                </a:lnTo>
                <a:cubicBezTo>
                  <a:pt x="6105436" y="8988"/>
                  <a:pt x="6105567" y="8397"/>
                  <a:pt x="6105567" y="8397"/>
                </a:cubicBezTo>
                <a:lnTo>
                  <a:pt x="6110101" y="516"/>
                </a:lnTo>
                <a:cubicBezTo>
                  <a:pt x="6110296" y="253"/>
                  <a:pt x="6110888" y="56"/>
                  <a:pt x="6110888" y="56"/>
                </a:cubicBezTo>
                <a:close/>
                <a:moveTo>
                  <a:pt x="3821474" y="55"/>
                </a:moveTo>
                <a:lnTo>
                  <a:pt x="3830539" y="55"/>
                </a:lnTo>
                <a:cubicBezTo>
                  <a:pt x="3830865" y="55"/>
                  <a:pt x="3831326" y="515"/>
                  <a:pt x="3831326" y="515"/>
                </a:cubicBezTo>
                <a:lnTo>
                  <a:pt x="3835860" y="8396"/>
                </a:lnTo>
                <a:cubicBezTo>
                  <a:pt x="3835991" y="8659"/>
                  <a:pt x="3835860" y="9250"/>
                  <a:pt x="3835860" y="9250"/>
                </a:cubicBezTo>
                <a:lnTo>
                  <a:pt x="3831326" y="17132"/>
                </a:lnTo>
                <a:cubicBezTo>
                  <a:pt x="3831128" y="17395"/>
                  <a:pt x="3830539" y="17592"/>
                  <a:pt x="3830539" y="17592"/>
                </a:cubicBezTo>
                <a:lnTo>
                  <a:pt x="3821474" y="17592"/>
                </a:lnTo>
                <a:cubicBezTo>
                  <a:pt x="3821144" y="17592"/>
                  <a:pt x="3820685" y="17132"/>
                  <a:pt x="3820685" y="17132"/>
                </a:cubicBezTo>
                <a:lnTo>
                  <a:pt x="3816153" y="9250"/>
                </a:lnTo>
                <a:cubicBezTo>
                  <a:pt x="3816023" y="8987"/>
                  <a:pt x="3816153" y="8396"/>
                  <a:pt x="3816153" y="8396"/>
                </a:cubicBezTo>
                <a:lnTo>
                  <a:pt x="3820685" y="515"/>
                </a:lnTo>
                <a:cubicBezTo>
                  <a:pt x="3820883" y="252"/>
                  <a:pt x="3821474" y="55"/>
                  <a:pt x="3821474" y="55"/>
                </a:cubicBezTo>
                <a:close/>
                <a:moveTo>
                  <a:pt x="7382923" y="54"/>
                </a:moveTo>
                <a:lnTo>
                  <a:pt x="7391987" y="54"/>
                </a:lnTo>
                <a:cubicBezTo>
                  <a:pt x="7392315" y="54"/>
                  <a:pt x="7392775" y="514"/>
                  <a:pt x="7392775" y="514"/>
                </a:cubicBezTo>
                <a:lnTo>
                  <a:pt x="7397307" y="8395"/>
                </a:lnTo>
                <a:cubicBezTo>
                  <a:pt x="7397438" y="8658"/>
                  <a:pt x="7397307" y="9249"/>
                  <a:pt x="7397307" y="9249"/>
                </a:cubicBezTo>
                <a:lnTo>
                  <a:pt x="7392775" y="17131"/>
                </a:lnTo>
                <a:cubicBezTo>
                  <a:pt x="7392578" y="17394"/>
                  <a:pt x="7391987" y="17591"/>
                  <a:pt x="7391987" y="17591"/>
                </a:cubicBezTo>
                <a:lnTo>
                  <a:pt x="7382923" y="17591"/>
                </a:lnTo>
                <a:cubicBezTo>
                  <a:pt x="7382595" y="17591"/>
                  <a:pt x="7382135" y="17131"/>
                  <a:pt x="7382135" y="17131"/>
                </a:cubicBezTo>
                <a:lnTo>
                  <a:pt x="7377602" y="9249"/>
                </a:lnTo>
                <a:cubicBezTo>
                  <a:pt x="7377471" y="8986"/>
                  <a:pt x="7377602" y="8395"/>
                  <a:pt x="7377602" y="8395"/>
                </a:cubicBezTo>
                <a:lnTo>
                  <a:pt x="7382135" y="514"/>
                </a:lnTo>
                <a:cubicBezTo>
                  <a:pt x="7382331" y="251"/>
                  <a:pt x="7382923" y="54"/>
                  <a:pt x="7382923" y="54"/>
                </a:cubicBezTo>
                <a:close/>
                <a:moveTo>
                  <a:pt x="10181242" y="46"/>
                </a:moveTo>
                <a:lnTo>
                  <a:pt x="10190305" y="46"/>
                </a:lnTo>
                <a:cubicBezTo>
                  <a:pt x="10190635" y="46"/>
                  <a:pt x="10191093" y="506"/>
                  <a:pt x="10191093" y="506"/>
                </a:cubicBezTo>
                <a:lnTo>
                  <a:pt x="10195626" y="8387"/>
                </a:lnTo>
                <a:lnTo>
                  <a:pt x="10195626" y="8398"/>
                </a:lnTo>
                <a:lnTo>
                  <a:pt x="10195626" y="9241"/>
                </a:lnTo>
                <a:lnTo>
                  <a:pt x="10195626" y="9251"/>
                </a:lnTo>
                <a:lnTo>
                  <a:pt x="10191093" y="17135"/>
                </a:lnTo>
                <a:cubicBezTo>
                  <a:pt x="10190896" y="17396"/>
                  <a:pt x="10190305" y="17593"/>
                  <a:pt x="10190305" y="17593"/>
                </a:cubicBezTo>
                <a:lnTo>
                  <a:pt x="10181242" y="17593"/>
                </a:lnTo>
                <a:cubicBezTo>
                  <a:pt x="10180914" y="17593"/>
                  <a:pt x="10180453" y="17135"/>
                  <a:pt x="10180453" y="17135"/>
                </a:cubicBezTo>
                <a:lnTo>
                  <a:pt x="10175922" y="9251"/>
                </a:lnTo>
                <a:lnTo>
                  <a:pt x="10175922" y="9241"/>
                </a:lnTo>
                <a:lnTo>
                  <a:pt x="10175922" y="8398"/>
                </a:lnTo>
                <a:lnTo>
                  <a:pt x="10175922" y="8387"/>
                </a:lnTo>
                <a:lnTo>
                  <a:pt x="10180453" y="506"/>
                </a:lnTo>
                <a:cubicBezTo>
                  <a:pt x="10180650" y="243"/>
                  <a:pt x="10181242" y="46"/>
                  <a:pt x="10181242" y="46"/>
                </a:cubicBezTo>
                <a:close/>
                <a:moveTo>
                  <a:pt x="4838919" y="40"/>
                </a:moveTo>
                <a:lnTo>
                  <a:pt x="4847982" y="40"/>
                </a:lnTo>
                <a:cubicBezTo>
                  <a:pt x="4848311" y="40"/>
                  <a:pt x="4848772" y="499"/>
                  <a:pt x="4848772" y="499"/>
                </a:cubicBezTo>
                <a:lnTo>
                  <a:pt x="4853303" y="8381"/>
                </a:lnTo>
                <a:cubicBezTo>
                  <a:pt x="4853435" y="8643"/>
                  <a:pt x="4853303" y="9235"/>
                  <a:pt x="4853303" y="9235"/>
                </a:cubicBezTo>
                <a:lnTo>
                  <a:pt x="4848772" y="17117"/>
                </a:lnTo>
                <a:cubicBezTo>
                  <a:pt x="4848575" y="17380"/>
                  <a:pt x="4847982" y="17577"/>
                  <a:pt x="4847982" y="17577"/>
                </a:cubicBezTo>
                <a:lnTo>
                  <a:pt x="4838919" y="17577"/>
                </a:lnTo>
                <a:cubicBezTo>
                  <a:pt x="4838590" y="17577"/>
                  <a:pt x="4838132" y="17117"/>
                  <a:pt x="4838132" y="17117"/>
                </a:cubicBezTo>
                <a:lnTo>
                  <a:pt x="4833598" y="9235"/>
                </a:lnTo>
                <a:cubicBezTo>
                  <a:pt x="4833467" y="8972"/>
                  <a:pt x="4833598" y="8381"/>
                  <a:pt x="4833598" y="8381"/>
                </a:cubicBezTo>
                <a:lnTo>
                  <a:pt x="4838132" y="499"/>
                </a:lnTo>
                <a:cubicBezTo>
                  <a:pt x="4838328" y="237"/>
                  <a:pt x="4838919" y="40"/>
                  <a:pt x="4838919" y="40"/>
                </a:cubicBezTo>
                <a:close/>
                <a:moveTo>
                  <a:pt x="2549430" y="37"/>
                </a:moveTo>
                <a:lnTo>
                  <a:pt x="2558495" y="37"/>
                </a:lnTo>
                <a:cubicBezTo>
                  <a:pt x="2558823" y="37"/>
                  <a:pt x="2559283" y="497"/>
                  <a:pt x="2559283" y="497"/>
                </a:cubicBezTo>
                <a:lnTo>
                  <a:pt x="2563815" y="8379"/>
                </a:lnTo>
                <a:cubicBezTo>
                  <a:pt x="2563946" y="8641"/>
                  <a:pt x="2563815" y="9232"/>
                  <a:pt x="2563815" y="9232"/>
                </a:cubicBezTo>
                <a:lnTo>
                  <a:pt x="2559283" y="17115"/>
                </a:lnTo>
                <a:cubicBezTo>
                  <a:pt x="2559086" y="17378"/>
                  <a:pt x="2558495" y="17575"/>
                  <a:pt x="2558495" y="17575"/>
                </a:cubicBezTo>
                <a:lnTo>
                  <a:pt x="2549430" y="17575"/>
                </a:lnTo>
                <a:cubicBezTo>
                  <a:pt x="2549103" y="17575"/>
                  <a:pt x="2548642" y="17115"/>
                  <a:pt x="2548642" y="17115"/>
                </a:cubicBezTo>
                <a:lnTo>
                  <a:pt x="2544110" y="9232"/>
                </a:lnTo>
                <a:cubicBezTo>
                  <a:pt x="2543979" y="8970"/>
                  <a:pt x="2544110" y="8379"/>
                  <a:pt x="2544110" y="8379"/>
                </a:cubicBezTo>
                <a:lnTo>
                  <a:pt x="2548642" y="497"/>
                </a:lnTo>
                <a:cubicBezTo>
                  <a:pt x="2548839" y="234"/>
                  <a:pt x="2549430" y="37"/>
                  <a:pt x="2549430" y="37"/>
                </a:cubicBezTo>
                <a:close/>
                <a:moveTo>
                  <a:pt x="1531844" y="37"/>
                </a:moveTo>
                <a:lnTo>
                  <a:pt x="1540907" y="37"/>
                </a:lnTo>
                <a:lnTo>
                  <a:pt x="1540917" y="44"/>
                </a:lnTo>
                <a:lnTo>
                  <a:pt x="1540985" y="44"/>
                </a:lnTo>
                <a:cubicBezTo>
                  <a:pt x="1541312" y="44"/>
                  <a:pt x="1541772" y="504"/>
                  <a:pt x="1541772" y="504"/>
                </a:cubicBezTo>
                <a:lnTo>
                  <a:pt x="1546305" y="8385"/>
                </a:lnTo>
                <a:cubicBezTo>
                  <a:pt x="1546436" y="8648"/>
                  <a:pt x="1546305" y="9239"/>
                  <a:pt x="1546305" y="9239"/>
                </a:cubicBezTo>
                <a:lnTo>
                  <a:pt x="1541772" y="17121"/>
                </a:lnTo>
                <a:cubicBezTo>
                  <a:pt x="1541576" y="17384"/>
                  <a:pt x="1540985" y="17581"/>
                  <a:pt x="1540985" y="17581"/>
                </a:cubicBezTo>
                <a:lnTo>
                  <a:pt x="1531920" y="17581"/>
                </a:lnTo>
                <a:lnTo>
                  <a:pt x="1531909" y="17575"/>
                </a:lnTo>
                <a:lnTo>
                  <a:pt x="1531844" y="17575"/>
                </a:lnTo>
                <a:cubicBezTo>
                  <a:pt x="1531514" y="17575"/>
                  <a:pt x="1531054" y="17115"/>
                  <a:pt x="1531054" y="17115"/>
                </a:cubicBezTo>
                <a:lnTo>
                  <a:pt x="1526522" y="9232"/>
                </a:lnTo>
                <a:cubicBezTo>
                  <a:pt x="1526391" y="8970"/>
                  <a:pt x="1526522" y="8379"/>
                  <a:pt x="1526522" y="8379"/>
                </a:cubicBezTo>
                <a:lnTo>
                  <a:pt x="1531054" y="497"/>
                </a:lnTo>
                <a:cubicBezTo>
                  <a:pt x="1531253" y="234"/>
                  <a:pt x="1531844" y="37"/>
                  <a:pt x="1531844" y="37"/>
                </a:cubicBezTo>
                <a:close/>
                <a:moveTo>
                  <a:pt x="5602126" y="35"/>
                </a:moveTo>
                <a:lnTo>
                  <a:pt x="5611191" y="35"/>
                </a:lnTo>
                <a:cubicBezTo>
                  <a:pt x="5611519" y="35"/>
                  <a:pt x="5611979" y="495"/>
                  <a:pt x="5611979" y="495"/>
                </a:cubicBezTo>
                <a:lnTo>
                  <a:pt x="5616511" y="8376"/>
                </a:lnTo>
                <a:cubicBezTo>
                  <a:pt x="5616642" y="8639"/>
                  <a:pt x="5616511" y="9230"/>
                  <a:pt x="5616511" y="9230"/>
                </a:cubicBezTo>
                <a:lnTo>
                  <a:pt x="5611979" y="17113"/>
                </a:lnTo>
                <a:cubicBezTo>
                  <a:pt x="5611782" y="17375"/>
                  <a:pt x="5611191" y="17572"/>
                  <a:pt x="5611191" y="17572"/>
                </a:cubicBezTo>
                <a:lnTo>
                  <a:pt x="5602126" y="17572"/>
                </a:lnTo>
                <a:cubicBezTo>
                  <a:pt x="5601798" y="17572"/>
                  <a:pt x="5601338" y="17113"/>
                  <a:pt x="5601338" y="17113"/>
                </a:cubicBezTo>
                <a:lnTo>
                  <a:pt x="5596807" y="9230"/>
                </a:lnTo>
                <a:cubicBezTo>
                  <a:pt x="5596675" y="8967"/>
                  <a:pt x="5596807" y="8376"/>
                  <a:pt x="5596807" y="8376"/>
                </a:cubicBezTo>
                <a:lnTo>
                  <a:pt x="5601338" y="495"/>
                </a:lnTo>
                <a:cubicBezTo>
                  <a:pt x="5601536" y="232"/>
                  <a:pt x="5602126" y="35"/>
                  <a:pt x="5602126" y="35"/>
                </a:cubicBezTo>
                <a:close/>
                <a:moveTo>
                  <a:pt x="5486" y="33"/>
                </a:moveTo>
                <a:lnTo>
                  <a:pt x="14550" y="33"/>
                </a:lnTo>
                <a:cubicBezTo>
                  <a:pt x="14878" y="33"/>
                  <a:pt x="15338" y="493"/>
                  <a:pt x="15338" y="493"/>
                </a:cubicBezTo>
                <a:lnTo>
                  <a:pt x="15363" y="537"/>
                </a:lnTo>
                <a:lnTo>
                  <a:pt x="15388" y="551"/>
                </a:lnTo>
                <a:lnTo>
                  <a:pt x="19920" y="8432"/>
                </a:lnTo>
                <a:cubicBezTo>
                  <a:pt x="20052" y="8695"/>
                  <a:pt x="19920" y="9286"/>
                  <a:pt x="19920" y="9286"/>
                </a:cubicBezTo>
                <a:lnTo>
                  <a:pt x="15388" y="17169"/>
                </a:lnTo>
                <a:cubicBezTo>
                  <a:pt x="15191" y="17430"/>
                  <a:pt x="14600" y="17627"/>
                  <a:pt x="14600" y="17627"/>
                </a:cubicBezTo>
                <a:lnTo>
                  <a:pt x="5537" y="17627"/>
                </a:lnTo>
                <a:cubicBezTo>
                  <a:pt x="5208" y="17627"/>
                  <a:pt x="4749" y="17169"/>
                  <a:pt x="4749" y="17169"/>
                </a:cubicBezTo>
                <a:lnTo>
                  <a:pt x="4723" y="17126"/>
                </a:lnTo>
                <a:lnTo>
                  <a:pt x="4697" y="17110"/>
                </a:lnTo>
                <a:lnTo>
                  <a:pt x="165" y="9227"/>
                </a:lnTo>
                <a:cubicBezTo>
                  <a:pt x="34" y="8965"/>
                  <a:pt x="165" y="8373"/>
                  <a:pt x="165" y="8373"/>
                </a:cubicBezTo>
                <a:lnTo>
                  <a:pt x="4697" y="493"/>
                </a:lnTo>
                <a:cubicBezTo>
                  <a:pt x="4894" y="229"/>
                  <a:pt x="5486" y="33"/>
                  <a:pt x="5486" y="33"/>
                </a:cubicBezTo>
                <a:close/>
                <a:moveTo>
                  <a:pt x="5347746" y="32"/>
                </a:moveTo>
                <a:lnTo>
                  <a:pt x="5356810" y="32"/>
                </a:lnTo>
                <a:cubicBezTo>
                  <a:pt x="5357138" y="32"/>
                  <a:pt x="5357598" y="492"/>
                  <a:pt x="5357598" y="492"/>
                </a:cubicBezTo>
                <a:lnTo>
                  <a:pt x="5362130" y="8373"/>
                </a:lnTo>
                <a:cubicBezTo>
                  <a:pt x="5362261" y="8636"/>
                  <a:pt x="5362130" y="9227"/>
                  <a:pt x="5362130" y="9227"/>
                </a:cubicBezTo>
                <a:lnTo>
                  <a:pt x="5357598" y="17109"/>
                </a:lnTo>
                <a:cubicBezTo>
                  <a:pt x="5357401" y="17372"/>
                  <a:pt x="5356810" y="17569"/>
                  <a:pt x="5356810" y="17569"/>
                </a:cubicBezTo>
                <a:lnTo>
                  <a:pt x="5347746" y="17569"/>
                </a:lnTo>
                <a:cubicBezTo>
                  <a:pt x="5347418" y="17569"/>
                  <a:pt x="5346958" y="17109"/>
                  <a:pt x="5346958" y="17109"/>
                </a:cubicBezTo>
                <a:lnTo>
                  <a:pt x="5342425" y="9227"/>
                </a:lnTo>
                <a:cubicBezTo>
                  <a:pt x="5342295" y="8965"/>
                  <a:pt x="5342425" y="8373"/>
                  <a:pt x="5342425" y="8373"/>
                </a:cubicBezTo>
                <a:lnTo>
                  <a:pt x="5346958" y="492"/>
                </a:lnTo>
                <a:cubicBezTo>
                  <a:pt x="5347154" y="229"/>
                  <a:pt x="5347746" y="32"/>
                  <a:pt x="5347746" y="32"/>
                </a:cubicBezTo>
                <a:close/>
                <a:moveTo>
                  <a:pt x="2040642" y="28"/>
                </a:moveTo>
                <a:lnTo>
                  <a:pt x="2049706" y="28"/>
                </a:lnTo>
                <a:lnTo>
                  <a:pt x="2049801" y="83"/>
                </a:lnTo>
                <a:lnTo>
                  <a:pt x="2049858" y="83"/>
                </a:lnTo>
                <a:cubicBezTo>
                  <a:pt x="2050186" y="83"/>
                  <a:pt x="2050646" y="543"/>
                  <a:pt x="2050646" y="543"/>
                </a:cubicBezTo>
                <a:lnTo>
                  <a:pt x="2055178" y="8424"/>
                </a:lnTo>
                <a:cubicBezTo>
                  <a:pt x="2055308" y="8687"/>
                  <a:pt x="2055178" y="9278"/>
                  <a:pt x="2055178" y="9278"/>
                </a:cubicBezTo>
                <a:lnTo>
                  <a:pt x="2050646" y="17161"/>
                </a:lnTo>
                <a:cubicBezTo>
                  <a:pt x="2050449" y="17424"/>
                  <a:pt x="2049858" y="17620"/>
                  <a:pt x="2049858" y="17620"/>
                </a:cubicBezTo>
                <a:lnTo>
                  <a:pt x="2040793" y="17620"/>
                </a:lnTo>
                <a:lnTo>
                  <a:pt x="2040699" y="17565"/>
                </a:lnTo>
                <a:lnTo>
                  <a:pt x="2040642" y="17565"/>
                </a:lnTo>
                <a:cubicBezTo>
                  <a:pt x="2040313" y="17565"/>
                  <a:pt x="2039855" y="17105"/>
                  <a:pt x="2039855" y="17105"/>
                </a:cubicBezTo>
                <a:lnTo>
                  <a:pt x="2035321" y="9222"/>
                </a:lnTo>
                <a:cubicBezTo>
                  <a:pt x="2035190" y="8960"/>
                  <a:pt x="2035321" y="8369"/>
                  <a:pt x="2035321" y="8369"/>
                </a:cubicBezTo>
                <a:lnTo>
                  <a:pt x="2039855" y="487"/>
                </a:lnTo>
                <a:cubicBezTo>
                  <a:pt x="2040052" y="224"/>
                  <a:pt x="2040642" y="28"/>
                  <a:pt x="2040642" y="28"/>
                </a:cubicBezTo>
                <a:close/>
                <a:moveTo>
                  <a:pt x="1277496" y="21"/>
                </a:moveTo>
                <a:lnTo>
                  <a:pt x="1286560" y="21"/>
                </a:lnTo>
                <a:cubicBezTo>
                  <a:pt x="1286889" y="21"/>
                  <a:pt x="1287349" y="481"/>
                  <a:pt x="1287349" y="481"/>
                </a:cubicBezTo>
                <a:lnTo>
                  <a:pt x="1291879" y="8362"/>
                </a:lnTo>
                <a:cubicBezTo>
                  <a:pt x="1292011" y="8625"/>
                  <a:pt x="1291879" y="9216"/>
                  <a:pt x="1291879" y="9216"/>
                </a:cubicBezTo>
                <a:lnTo>
                  <a:pt x="1287349" y="17098"/>
                </a:lnTo>
                <a:cubicBezTo>
                  <a:pt x="1287151" y="17361"/>
                  <a:pt x="1286560" y="17558"/>
                  <a:pt x="1286560" y="17558"/>
                </a:cubicBezTo>
                <a:lnTo>
                  <a:pt x="1286509" y="17558"/>
                </a:lnTo>
                <a:lnTo>
                  <a:pt x="1286504" y="17562"/>
                </a:lnTo>
                <a:lnTo>
                  <a:pt x="1277438" y="17562"/>
                </a:lnTo>
                <a:cubicBezTo>
                  <a:pt x="1277111" y="17562"/>
                  <a:pt x="1276650" y="17103"/>
                  <a:pt x="1276650" y="17103"/>
                </a:cubicBezTo>
                <a:lnTo>
                  <a:pt x="1272119" y="9220"/>
                </a:lnTo>
                <a:cubicBezTo>
                  <a:pt x="1271987" y="8958"/>
                  <a:pt x="1272119" y="8366"/>
                  <a:pt x="1272119" y="8366"/>
                </a:cubicBezTo>
                <a:lnTo>
                  <a:pt x="1276650" y="485"/>
                </a:lnTo>
                <a:cubicBezTo>
                  <a:pt x="1276847" y="222"/>
                  <a:pt x="1277438" y="25"/>
                  <a:pt x="1277438" y="25"/>
                </a:cubicBezTo>
                <a:lnTo>
                  <a:pt x="1277488" y="25"/>
                </a:lnTo>
                <a:close/>
                <a:moveTo>
                  <a:pt x="10435622" y="20"/>
                </a:moveTo>
                <a:lnTo>
                  <a:pt x="10444686" y="20"/>
                </a:lnTo>
                <a:cubicBezTo>
                  <a:pt x="10445015" y="20"/>
                  <a:pt x="10445474" y="480"/>
                  <a:pt x="10445474" y="480"/>
                </a:cubicBezTo>
                <a:lnTo>
                  <a:pt x="10445481" y="492"/>
                </a:lnTo>
                <a:lnTo>
                  <a:pt x="10445540" y="527"/>
                </a:lnTo>
                <a:lnTo>
                  <a:pt x="10450073" y="8408"/>
                </a:lnTo>
                <a:cubicBezTo>
                  <a:pt x="10450204" y="8671"/>
                  <a:pt x="10450073" y="9262"/>
                  <a:pt x="10450073" y="9262"/>
                </a:cubicBezTo>
                <a:lnTo>
                  <a:pt x="10445540" y="17144"/>
                </a:lnTo>
                <a:cubicBezTo>
                  <a:pt x="10445344" y="17407"/>
                  <a:pt x="10444752" y="17604"/>
                  <a:pt x="10444752" y="17604"/>
                </a:cubicBezTo>
                <a:lnTo>
                  <a:pt x="10435688" y="17604"/>
                </a:lnTo>
                <a:cubicBezTo>
                  <a:pt x="10435361" y="17604"/>
                  <a:pt x="10434900" y="17144"/>
                  <a:pt x="10434900" y="17144"/>
                </a:cubicBezTo>
                <a:lnTo>
                  <a:pt x="10434893" y="17132"/>
                </a:lnTo>
                <a:lnTo>
                  <a:pt x="10434834" y="17097"/>
                </a:lnTo>
                <a:lnTo>
                  <a:pt x="10430302" y="9215"/>
                </a:lnTo>
                <a:cubicBezTo>
                  <a:pt x="10430171" y="8952"/>
                  <a:pt x="10430302" y="8361"/>
                  <a:pt x="10430302" y="8361"/>
                </a:cubicBezTo>
                <a:lnTo>
                  <a:pt x="10434834" y="480"/>
                </a:lnTo>
                <a:cubicBezTo>
                  <a:pt x="10435031" y="217"/>
                  <a:pt x="10435622" y="20"/>
                  <a:pt x="10435622" y="20"/>
                </a:cubicBezTo>
                <a:close/>
                <a:moveTo>
                  <a:pt x="9418035" y="20"/>
                </a:moveTo>
                <a:lnTo>
                  <a:pt x="9427099" y="20"/>
                </a:lnTo>
                <a:cubicBezTo>
                  <a:pt x="9427427" y="20"/>
                  <a:pt x="9427887" y="480"/>
                  <a:pt x="9427887" y="480"/>
                </a:cubicBezTo>
                <a:lnTo>
                  <a:pt x="9432419" y="8361"/>
                </a:lnTo>
                <a:cubicBezTo>
                  <a:pt x="9432550" y="8624"/>
                  <a:pt x="9432419" y="9215"/>
                  <a:pt x="9432419" y="9215"/>
                </a:cubicBezTo>
                <a:lnTo>
                  <a:pt x="9427887" y="17097"/>
                </a:lnTo>
                <a:cubicBezTo>
                  <a:pt x="9427690" y="17360"/>
                  <a:pt x="9427099" y="17557"/>
                  <a:pt x="9427099" y="17557"/>
                </a:cubicBezTo>
                <a:lnTo>
                  <a:pt x="9418035" y="17557"/>
                </a:lnTo>
                <a:cubicBezTo>
                  <a:pt x="9417707" y="17557"/>
                  <a:pt x="9417247" y="17097"/>
                  <a:pt x="9417247" y="17097"/>
                </a:cubicBezTo>
                <a:lnTo>
                  <a:pt x="9412714" y="9215"/>
                </a:lnTo>
                <a:cubicBezTo>
                  <a:pt x="9412583" y="8952"/>
                  <a:pt x="9412714" y="8361"/>
                  <a:pt x="9412714" y="8361"/>
                </a:cubicBezTo>
                <a:lnTo>
                  <a:pt x="9417247" y="480"/>
                </a:lnTo>
                <a:cubicBezTo>
                  <a:pt x="9417444" y="217"/>
                  <a:pt x="9418035" y="20"/>
                  <a:pt x="9418035" y="20"/>
                </a:cubicBezTo>
                <a:close/>
                <a:moveTo>
                  <a:pt x="6365334" y="14"/>
                </a:moveTo>
                <a:lnTo>
                  <a:pt x="6374397" y="14"/>
                </a:lnTo>
                <a:cubicBezTo>
                  <a:pt x="6374727" y="14"/>
                  <a:pt x="6375186" y="474"/>
                  <a:pt x="6375186" y="474"/>
                </a:cubicBezTo>
                <a:lnTo>
                  <a:pt x="6379718" y="8356"/>
                </a:lnTo>
                <a:cubicBezTo>
                  <a:pt x="6379849" y="8618"/>
                  <a:pt x="6379718" y="9209"/>
                  <a:pt x="6379718" y="9209"/>
                </a:cubicBezTo>
                <a:lnTo>
                  <a:pt x="6375186" y="17092"/>
                </a:lnTo>
                <a:cubicBezTo>
                  <a:pt x="6374988" y="17354"/>
                  <a:pt x="6374397" y="17552"/>
                  <a:pt x="6374397" y="17552"/>
                </a:cubicBezTo>
                <a:lnTo>
                  <a:pt x="6365334" y="17552"/>
                </a:lnTo>
                <a:cubicBezTo>
                  <a:pt x="6365005" y="17552"/>
                  <a:pt x="6364546" y="17092"/>
                  <a:pt x="6364546" y="17092"/>
                </a:cubicBezTo>
                <a:lnTo>
                  <a:pt x="6360014" y="9209"/>
                </a:lnTo>
                <a:cubicBezTo>
                  <a:pt x="6359882" y="8947"/>
                  <a:pt x="6360014" y="8356"/>
                  <a:pt x="6360014" y="8356"/>
                </a:cubicBezTo>
                <a:lnTo>
                  <a:pt x="6364546" y="474"/>
                </a:lnTo>
                <a:cubicBezTo>
                  <a:pt x="6364743" y="211"/>
                  <a:pt x="6365334" y="14"/>
                  <a:pt x="6365334" y="14"/>
                </a:cubicBezTo>
                <a:close/>
                <a:moveTo>
                  <a:pt x="6619714" y="11"/>
                </a:moveTo>
                <a:lnTo>
                  <a:pt x="6628778" y="11"/>
                </a:lnTo>
                <a:cubicBezTo>
                  <a:pt x="6629107" y="11"/>
                  <a:pt x="6629566" y="471"/>
                  <a:pt x="6629566" y="471"/>
                </a:cubicBezTo>
                <a:lnTo>
                  <a:pt x="6634099" y="8352"/>
                </a:lnTo>
                <a:cubicBezTo>
                  <a:pt x="6634230" y="8615"/>
                  <a:pt x="6634099" y="9206"/>
                  <a:pt x="6634099" y="9206"/>
                </a:cubicBezTo>
                <a:lnTo>
                  <a:pt x="6629566" y="17089"/>
                </a:lnTo>
                <a:cubicBezTo>
                  <a:pt x="6629369" y="17351"/>
                  <a:pt x="6628778" y="17548"/>
                  <a:pt x="6628778" y="17548"/>
                </a:cubicBezTo>
                <a:lnTo>
                  <a:pt x="6619714" y="17548"/>
                </a:lnTo>
                <a:cubicBezTo>
                  <a:pt x="6619387" y="17548"/>
                  <a:pt x="6618926" y="17089"/>
                  <a:pt x="6618926" y="17089"/>
                </a:cubicBezTo>
                <a:lnTo>
                  <a:pt x="6614394" y="9206"/>
                </a:lnTo>
                <a:cubicBezTo>
                  <a:pt x="6614263" y="8943"/>
                  <a:pt x="6614394" y="8352"/>
                  <a:pt x="6614394" y="8352"/>
                </a:cubicBezTo>
                <a:lnTo>
                  <a:pt x="6618926" y="471"/>
                </a:lnTo>
                <a:cubicBezTo>
                  <a:pt x="6619123" y="208"/>
                  <a:pt x="6619714" y="11"/>
                  <a:pt x="6619714" y="11"/>
                </a:cubicBezTo>
                <a:close/>
                <a:moveTo>
                  <a:pt x="5093300" y="7"/>
                </a:moveTo>
                <a:lnTo>
                  <a:pt x="5102364" y="7"/>
                </a:lnTo>
                <a:cubicBezTo>
                  <a:pt x="5102693" y="7"/>
                  <a:pt x="5103153" y="468"/>
                  <a:pt x="5103153" y="468"/>
                </a:cubicBezTo>
                <a:lnTo>
                  <a:pt x="5107684" y="8349"/>
                </a:lnTo>
                <a:cubicBezTo>
                  <a:pt x="5107815" y="8612"/>
                  <a:pt x="5107684" y="9202"/>
                  <a:pt x="5107684" y="9202"/>
                </a:cubicBezTo>
                <a:lnTo>
                  <a:pt x="5103153" y="17085"/>
                </a:lnTo>
                <a:cubicBezTo>
                  <a:pt x="5102955" y="17347"/>
                  <a:pt x="5102364" y="17545"/>
                  <a:pt x="5102364" y="17545"/>
                </a:cubicBezTo>
                <a:lnTo>
                  <a:pt x="5093300" y="17545"/>
                </a:lnTo>
                <a:cubicBezTo>
                  <a:pt x="5092972" y="17545"/>
                  <a:pt x="5092512" y="17085"/>
                  <a:pt x="5092512" y="17085"/>
                </a:cubicBezTo>
                <a:lnTo>
                  <a:pt x="5087979" y="9202"/>
                </a:lnTo>
                <a:cubicBezTo>
                  <a:pt x="5087848" y="8940"/>
                  <a:pt x="5087979" y="8349"/>
                  <a:pt x="5087979" y="8349"/>
                </a:cubicBezTo>
                <a:lnTo>
                  <a:pt x="5092512" y="468"/>
                </a:lnTo>
                <a:cubicBezTo>
                  <a:pt x="5092708" y="205"/>
                  <a:pt x="5093300" y="7"/>
                  <a:pt x="5093300" y="7"/>
                </a:cubicBezTo>
                <a:close/>
                <a:moveTo>
                  <a:pt x="2803747" y="3"/>
                </a:moveTo>
                <a:lnTo>
                  <a:pt x="2812811" y="3"/>
                </a:lnTo>
                <a:cubicBezTo>
                  <a:pt x="2813139" y="3"/>
                  <a:pt x="2813599" y="463"/>
                  <a:pt x="2813599" y="463"/>
                </a:cubicBezTo>
                <a:lnTo>
                  <a:pt x="2818131" y="8345"/>
                </a:lnTo>
                <a:cubicBezTo>
                  <a:pt x="2818262" y="8607"/>
                  <a:pt x="2818131" y="9198"/>
                  <a:pt x="2818131" y="9198"/>
                </a:cubicBezTo>
                <a:lnTo>
                  <a:pt x="2813599" y="17081"/>
                </a:lnTo>
                <a:cubicBezTo>
                  <a:pt x="2813402" y="17344"/>
                  <a:pt x="2812811" y="17541"/>
                  <a:pt x="2812811" y="17541"/>
                </a:cubicBezTo>
                <a:lnTo>
                  <a:pt x="2803747" y="17541"/>
                </a:lnTo>
                <a:cubicBezTo>
                  <a:pt x="2803418" y="17541"/>
                  <a:pt x="2802958" y="17081"/>
                  <a:pt x="2802958" y="17081"/>
                </a:cubicBezTo>
                <a:lnTo>
                  <a:pt x="2798426" y="9198"/>
                </a:lnTo>
                <a:cubicBezTo>
                  <a:pt x="2798295" y="8936"/>
                  <a:pt x="2798426" y="8345"/>
                  <a:pt x="2798426" y="8345"/>
                </a:cubicBezTo>
                <a:lnTo>
                  <a:pt x="2802958" y="463"/>
                </a:lnTo>
                <a:cubicBezTo>
                  <a:pt x="2803156" y="200"/>
                  <a:pt x="2803747" y="3"/>
                  <a:pt x="2803747" y="3"/>
                </a:cubicBezTo>
                <a:close/>
                <a:moveTo>
                  <a:pt x="1023014" y="1"/>
                </a:moveTo>
                <a:lnTo>
                  <a:pt x="1032077" y="1"/>
                </a:lnTo>
                <a:lnTo>
                  <a:pt x="1032140" y="37"/>
                </a:lnTo>
                <a:lnTo>
                  <a:pt x="1032145" y="37"/>
                </a:lnTo>
                <a:cubicBezTo>
                  <a:pt x="1032474" y="37"/>
                  <a:pt x="1032934" y="497"/>
                  <a:pt x="1032934" y="497"/>
                </a:cubicBezTo>
                <a:lnTo>
                  <a:pt x="1037465" y="8379"/>
                </a:lnTo>
                <a:cubicBezTo>
                  <a:pt x="1037597" y="8641"/>
                  <a:pt x="1037465" y="9232"/>
                  <a:pt x="1037465" y="9232"/>
                </a:cubicBezTo>
                <a:lnTo>
                  <a:pt x="1032934" y="17115"/>
                </a:lnTo>
                <a:cubicBezTo>
                  <a:pt x="1032736" y="17378"/>
                  <a:pt x="1032145" y="17575"/>
                  <a:pt x="1032145" y="17575"/>
                </a:cubicBezTo>
                <a:lnTo>
                  <a:pt x="1023082" y="17575"/>
                </a:lnTo>
                <a:lnTo>
                  <a:pt x="1023020" y="17538"/>
                </a:lnTo>
                <a:lnTo>
                  <a:pt x="1023014" y="17538"/>
                </a:lnTo>
                <a:cubicBezTo>
                  <a:pt x="1022684" y="17538"/>
                  <a:pt x="1022225" y="17079"/>
                  <a:pt x="1022225" y="17079"/>
                </a:cubicBezTo>
                <a:lnTo>
                  <a:pt x="1017693" y="9196"/>
                </a:lnTo>
                <a:cubicBezTo>
                  <a:pt x="1017561" y="8934"/>
                  <a:pt x="1017693" y="8342"/>
                  <a:pt x="1017693" y="8342"/>
                </a:cubicBezTo>
                <a:lnTo>
                  <a:pt x="1022225" y="461"/>
                </a:lnTo>
                <a:cubicBezTo>
                  <a:pt x="1022422" y="198"/>
                  <a:pt x="1023014" y="1"/>
                  <a:pt x="1023014" y="1"/>
                </a:cubicBezTo>
                <a:close/>
                <a:moveTo>
                  <a:pt x="9926862" y="0"/>
                </a:moveTo>
                <a:lnTo>
                  <a:pt x="9935926" y="0"/>
                </a:lnTo>
                <a:cubicBezTo>
                  <a:pt x="9936255" y="0"/>
                  <a:pt x="9936714" y="460"/>
                  <a:pt x="9936714" y="460"/>
                </a:cubicBezTo>
                <a:lnTo>
                  <a:pt x="9941247" y="8341"/>
                </a:lnTo>
                <a:cubicBezTo>
                  <a:pt x="9941377" y="8604"/>
                  <a:pt x="9941247" y="9195"/>
                  <a:pt x="9941247" y="9195"/>
                </a:cubicBezTo>
                <a:lnTo>
                  <a:pt x="9936714" y="17078"/>
                </a:lnTo>
                <a:cubicBezTo>
                  <a:pt x="9936517" y="17340"/>
                  <a:pt x="9935926" y="17537"/>
                  <a:pt x="9935926" y="17537"/>
                </a:cubicBezTo>
                <a:lnTo>
                  <a:pt x="9926862" y="17537"/>
                </a:lnTo>
                <a:cubicBezTo>
                  <a:pt x="9926534" y="17537"/>
                  <a:pt x="9926074" y="17078"/>
                  <a:pt x="9926074" y="17078"/>
                </a:cubicBezTo>
                <a:lnTo>
                  <a:pt x="9921542" y="9195"/>
                </a:lnTo>
                <a:cubicBezTo>
                  <a:pt x="9921411" y="8932"/>
                  <a:pt x="9921542" y="8341"/>
                  <a:pt x="9921542" y="8341"/>
                </a:cubicBezTo>
                <a:lnTo>
                  <a:pt x="9926074" y="460"/>
                </a:lnTo>
                <a:cubicBezTo>
                  <a:pt x="9926271" y="197"/>
                  <a:pt x="9926862" y="0"/>
                  <a:pt x="9926862" y="0"/>
                </a:cubicBezTo>
                <a:close/>
              </a:path>
            </a:pathLst>
          </a:custGeom>
          <a:solidFill>
            <a:schemeClr val="tx2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  <p:sp>
        <p:nvSpPr>
          <p:cNvPr id="2" name="Tittel 1">
            <a:extLst>
              <a:ext uri="{FF2B5EF4-FFF2-40B4-BE49-F238E27FC236}">
                <a16:creationId xmlns:a16="http://schemas.microsoft.com/office/drawing/2014/main" id="{89E91C93-48F1-F1F6-0FF3-192E9F735A0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71474" y="1572230"/>
            <a:ext cx="4857544" cy="1367183"/>
          </a:xfrm>
          <a:solidFill>
            <a:schemeClr val="bg2"/>
          </a:solidFill>
        </p:spPr>
        <p:txBody>
          <a:bodyPr wrap="square" lIns="216000" tIns="180000" rIns="216000" bIns="216000" anchor="t">
            <a:spAutoFit/>
          </a:bodyPr>
          <a:lstStyle>
            <a:lvl1pPr algn="l">
              <a:defRPr sz="3492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Undertittel 2">
            <a:extLst>
              <a:ext uri="{FF2B5EF4-FFF2-40B4-BE49-F238E27FC236}">
                <a16:creationId xmlns:a16="http://schemas.microsoft.com/office/drawing/2014/main" id="{60BE8851-4857-FC01-8E48-10EB085F86A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71475" y="2943831"/>
            <a:ext cx="4000525" cy="510745"/>
          </a:xfrm>
          <a:solidFill>
            <a:schemeClr val="bg2"/>
          </a:solidFill>
        </p:spPr>
        <p:txBody>
          <a:bodyPr wrap="square" lIns="216000" tIns="72000" rIns="216000" bIns="216000" anchor="t">
            <a:spAutoFit/>
          </a:bodyPr>
          <a:lstStyle>
            <a:lvl1pPr marL="0" indent="0" algn="l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 algn="ctr">
              <a:buNone/>
              <a:defRPr sz="1500"/>
            </a:lvl2pPr>
            <a:lvl3pPr marL="685770" indent="0" algn="ctr">
              <a:buNone/>
              <a:defRPr sz="1350"/>
            </a:lvl3pPr>
            <a:lvl4pPr marL="1028655" indent="0" algn="ctr">
              <a:buNone/>
              <a:defRPr sz="1200"/>
            </a:lvl4pPr>
            <a:lvl5pPr marL="1371540" indent="0" algn="ctr">
              <a:buNone/>
              <a:defRPr sz="1200"/>
            </a:lvl5pPr>
            <a:lvl6pPr marL="1714425" indent="0" algn="ctr">
              <a:buNone/>
              <a:defRPr sz="1200"/>
            </a:lvl6pPr>
            <a:lvl7pPr marL="2057310" indent="0" algn="ctr">
              <a:buNone/>
              <a:defRPr sz="1200"/>
            </a:lvl7pPr>
            <a:lvl8pPr marL="2400195" indent="0" algn="ctr">
              <a:buNone/>
              <a:defRPr sz="1200"/>
            </a:lvl8pPr>
            <a:lvl9pPr marL="2743080" indent="0" algn="ctr">
              <a:buNone/>
              <a:defRPr sz="1200"/>
            </a:lvl9pPr>
          </a:lstStyle>
          <a:p>
            <a:r>
              <a:rPr lang="nb-NO"/>
              <a:t>Klikk for å redigere undertittelstil i malen</a:t>
            </a:r>
            <a:endParaRPr lang="nb-NO" dirty="0"/>
          </a:p>
        </p:txBody>
      </p:sp>
      <p:grpSp>
        <p:nvGrpSpPr>
          <p:cNvPr id="49" name="Logo topp venstre">
            <a:extLst>
              <a:ext uri="{FF2B5EF4-FFF2-40B4-BE49-F238E27FC236}">
                <a16:creationId xmlns:a16="http://schemas.microsoft.com/office/drawing/2014/main" id="{C31E7F01-B7ED-FE84-EF41-872E7F5F56DF}"/>
              </a:ext>
            </a:extLst>
          </p:cNvPr>
          <p:cNvGrpSpPr/>
          <p:nvPr userDrawn="1"/>
        </p:nvGrpSpPr>
        <p:grpSpPr>
          <a:xfrm>
            <a:off x="354917" y="367007"/>
            <a:ext cx="1904157" cy="765410"/>
            <a:chOff x="352360" y="350051"/>
            <a:chExt cx="2191629" cy="880951"/>
          </a:xfrm>
          <a:solidFill>
            <a:schemeClr val="tx1"/>
          </a:solidFill>
        </p:grpSpPr>
        <p:grpSp>
          <p:nvGrpSpPr>
            <p:cNvPr id="50" name="Logo topp venstre">
              <a:extLst>
                <a:ext uri="{FF2B5EF4-FFF2-40B4-BE49-F238E27FC236}">
                  <a16:creationId xmlns:a16="http://schemas.microsoft.com/office/drawing/2014/main" id="{502D6B94-45E9-1A27-6487-8FF46F0563D7}"/>
                </a:ext>
              </a:extLst>
            </p:cNvPr>
            <p:cNvGrpSpPr/>
            <p:nvPr/>
          </p:nvGrpSpPr>
          <p:grpSpPr>
            <a:xfrm>
              <a:off x="352360" y="350051"/>
              <a:ext cx="1959367" cy="740067"/>
              <a:chOff x="352360" y="350051"/>
              <a:chExt cx="1959367" cy="740067"/>
            </a:xfrm>
            <a:grpFill/>
          </p:grpSpPr>
          <p:grpSp>
            <p:nvGrpSpPr>
              <p:cNvPr id="52" name="Gruppe 51">
                <a:extLst>
                  <a:ext uri="{FF2B5EF4-FFF2-40B4-BE49-F238E27FC236}">
                    <a16:creationId xmlns:a16="http://schemas.microsoft.com/office/drawing/2014/main" id="{CC6E4672-BE2E-7FF1-493F-DC5EF3B3FBB4}"/>
                  </a:ext>
                </a:extLst>
              </p:cNvPr>
              <p:cNvGrpSpPr/>
              <p:nvPr/>
            </p:nvGrpSpPr>
            <p:grpSpPr>
              <a:xfrm>
                <a:off x="352360" y="350051"/>
                <a:ext cx="1343926" cy="357853"/>
                <a:chOff x="352360" y="350051"/>
                <a:chExt cx="1343926" cy="357853"/>
              </a:xfrm>
              <a:grpFill/>
            </p:grpSpPr>
            <p:sp>
              <p:nvSpPr>
                <p:cNvPr id="54" name="Friform 53">
                  <a:extLst>
                    <a:ext uri="{FF2B5EF4-FFF2-40B4-BE49-F238E27FC236}">
                      <a16:creationId xmlns:a16="http://schemas.microsoft.com/office/drawing/2014/main" id="{C4870828-0FA8-857A-57B6-5770010C99C2}"/>
                    </a:ext>
                  </a:extLst>
                </p:cNvPr>
                <p:cNvSpPr/>
                <p:nvPr/>
              </p:nvSpPr>
              <p:spPr>
                <a:xfrm>
                  <a:off x="352360" y="548298"/>
                  <a:ext cx="181866" cy="159606"/>
                </a:xfrm>
                <a:custGeom>
                  <a:avLst/>
                  <a:gdLst>
                    <a:gd name="connsiteX0" fmla="*/ 77942 w 181866"/>
                    <a:gd name="connsiteY0" fmla="*/ 60241 h 159606"/>
                    <a:gd name="connsiteX1" fmla="*/ 83103 w 181866"/>
                    <a:gd name="connsiteY1" fmla="*/ 60241 h 159606"/>
                    <a:gd name="connsiteX2" fmla="*/ 103503 w 181866"/>
                    <a:gd name="connsiteY2" fmla="*/ 79802 h 159606"/>
                    <a:gd name="connsiteX3" fmla="*/ 83103 w 181866"/>
                    <a:gd name="connsiteY3" fmla="*/ 99423 h 159606"/>
                    <a:gd name="connsiteX4" fmla="*/ 77942 w 181866"/>
                    <a:gd name="connsiteY4" fmla="*/ 99423 h 159606"/>
                    <a:gd name="connsiteX5" fmla="*/ 66782 w 181866"/>
                    <a:gd name="connsiteY5" fmla="*/ 51481 h 159606"/>
                    <a:gd name="connsiteX6" fmla="*/ 66782 w 181866"/>
                    <a:gd name="connsiteY6" fmla="*/ 108183 h 159606"/>
                    <a:gd name="connsiteX7" fmla="*/ 83583 w 181866"/>
                    <a:gd name="connsiteY7" fmla="*/ 108183 h 159606"/>
                    <a:gd name="connsiteX8" fmla="*/ 115084 w 181866"/>
                    <a:gd name="connsiteY8" fmla="*/ 79802 h 159606"/>
                    <a:gd name="connsiteX9" fmla="*/ 83583 w 181866"/>
                    <a:gd name="connsiteY9" fmla="*/ 51481 h 159606"/>
                    <a:gd name="connsiteX10" fmla="*/ 49502 w 181866"/>
                    <a:gd name="connsiteY10" fmla="*/ 0 h 159606"/>
                    <a:gd name="connsiteX11" fmla="*/ 132365 w 181866"/>
                    <a:gd name="connsiteY11" fmla="*/ 0 h 159606"/>
                    <a:gd name="connsiteX12" fmla="*/ 139325 w 181866"/>
                    <a:gd name="connsiteY12" fmla="*/ 4020 h 159606"/>
                    <a:gd name="connsiteX13" fmla="*/ 180786 w 181866"/>
                    <a:gd name="connsiteY13" fmla="*/ 75783 h 159606"/>
                    <a:gd name="connsiteX14" fmla="*/ 180786 w 181866"/>
                    <a:gd name="connsiteY14" fmla="*/ 83823 h 159606"/>
                    <a:gd name="connsiteX15" fmla="*/ 139325 w 181866"/>
                    <a:gd name="connsiteY15" fmla="*/ 155585 h 159606"/>
                    <a:gd name="connsiteX16" fmla="*/ 132365 w 181866"/>
                    <a:gd name="connsiteY16" fmla="*/ 159606 h 159606"/>
                    <a:gd name="connsiteX17" fmla="*/ 49502 w 181866"/>
                    <a:gd name="connsiteY17" fmla="*/ 159606 h 159606"/>
                    <a:gd name="connsiteX18" fmla="*/ 42541 w 181866"/>
                    <a:gd name="connsiteY18" fmla="*/ 155585 h 159606"/>
                    <a:gd name="connsiteX19" fmla="*/ 1080 w 181866"/>
                    <a:gd name="connsiteY19" fmla="*/ 83823 h 159606"/>
                    <a:gd name="connsiteX20" fmla="*/ 1080 w 181866"/>
                    <a:gd name="connsiteY20" fmla="*/ 75783 h 159606"/>
                    <a:gd name="connsiteX21" fmla="*/ 42541 w 181866"/>
                    <a:gd name="connsiteY21" fmla="*/ 4020 h 159606"/>
                    <a:gd name="connsiteX22" fmla="*/ 49502 w 181866"/>
                    <a:gd name="connsiteY22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81866" h="159606">
                      <a:moveTo>
                        <a:pt x="77942" y="60241"/>
                      </a:moveTo>
                      <a:lnTo>
                        <a:pt x="83103" y="60241"/>
                      </a:lnTo>
                      <a:cubicBezTo>
                        <a:pt x="93423" y="60241"/>
                        <a:pt x="103503" y="62761"/>
                        <a:pt x="103503" y="79802"/>
                      </a:cubicBezTo>
                      <a:cubicBezTo>
                        <a:pt x="103503" y="96843"/>
                        <a:pt x="93423" y="99423"/>
                        <a:pt x="83103" y="99423"/>
                      </a:cubicBezTo>
                      <a:lnTo>
                        <a:pt x="77942" y="99423"/>
                      </a:lnTo>
                      <a:close/>
                      <a:moveTo>
                        <a:pt x="66782" y="51481"/>
                      </a:moveTo>
                      <a:lnTo>
                        <a:pt x="66782" y="108183"/>
                      </a:lnTo>
                      <a:lnTo>
                        <a:pt x="83583" y="108183"/>
                      </a:lnTo>
                      <a:cubicBezTo>
                        <a:pt x="101583" y="108183"/>
                        <a:pt x="115084" y="102303"/>
                        <a:pt x="115084" y="79802"/>
                      </a:cubicBezTo>
                      <a:cubicBezTo>
                        <a:pt x="115084" y="57361"/>
                        <a:pt x="101583" y="51481"/>
                        <a:pt x="83583" y="5148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5" name="Friform 54">
                  <a:extLst>
                    <a:ext uri="{FF2B5EF4-FFF2-40B4-BE49-F238E27FC236}">
                      <a16:creationId xmlns:a16="http://schemas.microsoft.com/office/drawing/2014/main" id="{93E531FE-596E-1348-1AB0-738637FE8CA9}"/>
                    </a:ext>
                  </a:extLst>
                </p:cNvPr>
                <p:cNvSpPr/>
                <p:nvPr/>
              </p:nvSpPr>
              <p:spPr>
                <a:xfrm>
                  <a:off x="1049584" y="350051"/>
                  <a:ext cx="181866" cy="159606"/>
                </a:xfrm>
                <a:custGeom>
                  <a:avLst/>
                  <a:gdLst>
                    <a:gd name="connsiteX0" fmla="*/ 62162 w 181866"/>
                    <a:gd name="connsiteY0" fmla="*/ 52501 h 159606"/>
                    <a:gd name="connsiteX1" fmla="*/ 62162 w 181866"/>
                    <a:gd name="connsiteY1" fmla="*/ 109203 h 159606"/>
                    <a:gd name="connsiteX2" fmla="*/ 72542 w 181866"/>
                    <a:gd name="connsiteY2" fmla="*/ 109203 h 159606"/>
                    <a:gd name="connsiteX3" fmla="*/ 72542 w 181866"/>
                    <a:gd name="connsiteY3" fmla="*/ 66602 h 159606"/>
                    <a:gd name="connsiteX4" fmla="*/ 72602 w 181866"/>
                    <a:gd name="connsiteY4" fmla="*/ 66602 h 159606"/>
                    <a:gd name="connsiteX5" fmla="*/ 86583 w 181866"/>
                    <a:gd name="connsiteY5" fmla="*/ 109203 h 159606"/>
                    <a:gd name="connsiteX6" fmla="*/ 97683 w 181866"/>
                    <a:gd name="connsiteY6" fmla="*/ 109203 h 159606"/>
                    <a:gd name="connsiteX7" fmla="*/ 111604 w 181866"/>
                    <a:gd name="connsiteY7" fmla="*/ 66602 h 159606"/>
                    <a:gd name="connsiteX8" fmla="*/ 111604 w 181866"/>
                    <a:gd name="connsiteY8" fmla="*/ 109203 h 159606"/>
                    <a:gd name="connsiteX9" fmla="*/ 121984 w 181866"/>
                    <a:gd name="connsiteY9" fmla="*/ 109203 h 159606"/>
                    <a:gd name="connsiteX10" fmla="*/ 121984 w 181866"/>
                    <a:gd name="connsiteY10" fmla="*/ 52501 h 159606"/>
                    <a:gd name="connsiteX11" fmla="*/ 105543 w 181866"/>
                    <a:gd name="connsiteY11" fmla="*/ 52501 h 159606"/>
                    <a:gd name="connsiteX12" fmla="*/ 92163 w 181866"/>
                    <a:gd name="connsiteY12" fmla="*/ 96663 h 159606"/>
                    <a:gd name="connsiteX13" fmla="*/ 78423 w 181866"/>
                    <a:gd name="connsiteY13" fmla="*/ 52501 h 159606"/>
                    <a:gd name="connsiteX14" fmla="*/ 49502 w 181866"/>
                    <a:gd name="connsiteY14" fmla="*/ 0 h 159606"/>
                    <a:gd name="connsiteX15" fmla="*/ 132365 w 181866"/>
                    <a:gd name="connsiteY15" fmla="*/ 0 h 159606"/>
                    <a:gd name="connsiteX16" fmla="*/ 139325 w 181866"/>
                    <a:gd name="connsiteY16" fmla="*/ 4020 h 159606"/>
                    <a:gd name="connsiteX17" fmla="*/ 180786 w 181866"/>
                    <a:gd name="connsiteY17" fmla="*/ 75783 h 159606"/>
                    <a:gd name="connsiteX18" fmla="*/ 180786 w 181866"/>
                    <a:gd name="connsiteY18" fmla="*/ 83823 h 159606"/>
                    <a:gd name="connsiteX19" fmla="*/ 139325 w 181866"/>
                    <a:gd name="connsiteY19" fmla="*/ 155585 h 159606"/>
                    <a:gd name="connsiteX20" fmla="*/ 132365 w 181866"/>
                    <a:gd name="connsiteY20" fmla="*/ 159606 h 159606"/>
                    <a:gd name="connsiteX21" fmla="*/ 49502 w 181866"/>
                    <a:gd name="connsiteY21" fmla="*/ 159606 h 159606"/>
                    <a:gd name="connsiteX22" fmla="*/ 42541 w 181866"/>
                    <a:gd name="connsiteY22" fmla="*/ 155585 h 159606"/>
                    <a:gd name="connsiteX23" fmla="*/ 1080 w 181866"/>
                    <a:gd name="connsiteY23" fmla="*/ 83823 h 159606"/>
                    <a:gd name="connsiteX24" fmla="*/ 1080 w 181866"/>
                    <a:gd name="connsiteY24" fmla="*/ 75783 h 159606"/>
                    <a:gd name="connsiteX25" fmla="*/ 42541 w 181866"/>
                    <a:gd name="connsiteY25" fmla="*/ 4020 h 159606"/>
                    <a:gd name="connsiteX26" fmla="*/ 49502 w 181866"/>
                    <a:gd name="connsiteY26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1866" h="159606">
                      <a:moveTo>
                        <a:pt x="62162" y="52501"/>
                      </a:moveTo>
                      <a:lnTo>
                        <a:pt x="62162" y="109203"/>
                      </a:lnTo>
                      <a:lnTo>
                        <a:pt x="72542" y="109203"/>
                      </a:lnTo>
                      <a:lnTo>
                        <a:pt x="72542" y="66602"/>
                      </a:lnTo>
                      <a:lnTo>
                        <a:pt x="72602" y="66602"/>
                      </a:lnTo>
                      <a:lnTo>
                        <a:pt x="86583" y="109203"/>
                      </a:lnTo>
                      <a:lnTo>
                        <a:pt x="97683" y="109203"/>
                      </a:lnTo>
                      <a:lnTo>
                        <a:pt x="111604" y="66602"/>
                      </a:lnTo>
                      <a:lnTo>
                        <a:pt x="111604" y="109203"/>
                      </a:lnTo>
                      <a:lnTo>
                        <a:pt x="121984" y="109203"/>
                      </a:lnTo>
                      <a:lnTo>
                        <a:pt x="121984" y="52501"/>
                      </a:lnTo>
                      <a:lnTo>
                        <a:pt x="105543" y="52501"/>
                      </a:lnTo>
                      <a:lnTo>
                        <a:pt x="92163" y="96663"/>
                      </a:lnTo>
                      <a:lnTo>
                        <a:pt x="78423" y="52501"/>
                      </a:ln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5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6" name="Friform 55">
                  <a:extLst>
                    <a:ext uri="{FF2B5EF4-FFF2-40B4-BE49-F238E27FC236}">
                      <a16:creationId xmlns:a16="http://schemas.microsoft.com/office/drawing/2014/main" id="{EABC20B8-9847-C011-52F7-54E02E21190B}"/>
                    </a:ext>
                  </a:extLst>
                </p:cNvPr>
                <p:cNvSpPr/>
                <p:nvPr/>
              </p:nvSpPr>
              <p:spPr>
                <a:xfrm>
                  <a:off x="1514420" y="548298"/>
                  <a:ext cx="181866" cy="159606"/>
                </a:xfrm>
                <a:custGeom>
                  <a:avLst/>
                  <a:gdLst>
                    <a:gd name="connsiteX0" fmla="*/ 86583 w 181866"/>
                    <a:gd name="connsiteY0" fmla="*/ 61321 h 159606"/>
                    <a:gd name="connsiteX1" fmla="*/ 95044 w 181866"/>
                    <a:gd name="connsiteY1" fmla="*/ 61321 h 159606"/>
                    <a:gd name="connsiteX2" fmla="*/ 108244 w 181866"/>
                    <a:gd name="connsiteY2" fmla="*/ 71402 h 159606"/>
                    <a:gd name="connsiteX3" fmla="*/ 95824 w 181866"/>
                    <a:gd name="connsiteY3" fmla="*/ 80642 h 159606"/>
                    <a:gd name="connsiteX4" fmla="*/ 86583 w 181866"/>
                    <a:gd name="connsiteY4" fmla="*/ 80642 h 159606"/>
                    <a:gd name="connsiteX5" fmla="*/ 75423 w 181866"/>
                    <a:gd name="connsiteY5" fmla="*/ 52561 h 159606"/>
                    <a:gd name="connsiteX6" fmla="*/ 75423 w 181866"/>
                    <a:gd name="connsiteY6" fmla="*/ 109263 h 159606"/>
                    <a:gd name="connsiteX7" fmla="*/ 86583 w 181866"/>
                    <a:gd name="connsiteY7" fmla="*/ 109263 h 159606"/>
                    <a:gd name="connsiteX8" fmla="*/ 86583 w 181866"/>
                    <a:gd name="connsiteY8" fmla="*/ 89342 h 159606"/>
                    <a:gd name="connsiteX9" fmla="*/ 95104 w 181866"/>
                    <a:gd name="connsiteY9" fmla="*/ 89342 h 159606"/>
                    <a:gd name="connsiteX10" fmla="*/ 119704 w 181866"/>
                    <a:gd name="connsiteY10" fmla="*/ 71342 h 159606"/>
                    <a:gd name="connsiteX11" fmla="*/ 119764 w 181866"/>
                    <a:gd name="connsiteY11" fmla="*/ 71342 h 159606"/>
                    <a:gd name="connsiteX12" fmla="*/ 94804 w 181866"/>
                    <a:gd name="connsiteY12" fmla="*/ 52561 h 159606"/>
                    <a:gd name="connsiteX13" fmla="*/ 49502 w 181866"/>
                    <a:gd name="connsiteY13" fmla="*/ 0 h 159606"/>
                    <a:gd name="connsiteX14" fmla="*/ 132365 w 181866"/>
                    <a:gd name="connsiteY14" fmla="*/ 0 h 159606"/>
                    <a:gd name="connsiteX15" fmla="*/ 139325 w 181866"/>
                    <a:gd name="connsiteY15" fmla="*/ 4020 h 159606"/>
                    <a:gd name="connsiteX16" fmla="*/ 180786 w 181866"/>
                    <a:gd name="connsiteY16" fmla="*/ 75783 h 159606"/>
                    <a:gd name="connsiteX17" fmla="*/ 180786 w 181866"/>
                    <a:gd name="connsiteY17" fmla="*/ 83823 h 159606"/>
                    <a:gd name="connsiteX18" fmla="*/ 139325 w 181866"/>
                    <a:gd name="connsiteY18" fmla="*/ 155585 h 159606"/>
                    <a:gd name="connsiteX19" fmla="*/ 132365 w 181866"/>
                    <a:gd name="connsiteY19" fmla="*/ 159606 h 159606"/>
                    <a:gd name="connsiteX20" fmla="*/ 49502 w 181866"/>
                    <a:gd name="connsiteY20" fmla="*/ 159606 h 159606"/>
                    <a:gd name="connsiteX21" fmla="*/ 42541 w 181866"/>
                    <a:gd name="connsiteY21" fmla="*/ 155585 h 159606"/>
                    <a:gd name="connsiteX22" fmla="*/ 1080 w 181866"/>
                    <a:gd name="connsiteY22" fmla="*/ 83823 h 159606"/>
                    <a:gd name="connsiteX23" fmla="*/ 1080 w 181866"/>
                    <a:gd name="connsiteY23" fmla="*/ 75783 h 159606"/>
                    <a:gd name="connsiteX24" fmla="*/ 42541 w 181866"/>
                    <a:gd name="connsiteY24" fmla="*/ 4020 h 159606"/>
                    <a:gd name="connsiteX25" fmla="*/ 49502 w 181866"/>
                    <a:gd name="connsiteY25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81866" h="159606">
                      <a:moveTo>
                        <a:pt x="86583" y="61321"/>
                      </a:moveTo>
                      <a:lnTo>
                        <a:pt x="95044" y="61321"/>
                      </a:lnTo>
                      <a:cubicBezTo>
                        <a:pt x="101104" y="61321"/>
                        <a:pt x="108244" y="62101"/>
                        <a:pt x="108244" y="71402"/>
                      </a:cubicBezTo>
                      <a:cubicBezTo>
                        <a:pt x="108244" y="78902"/>
                        <a:pt x="102784" y="80642"/>
                        <a:pt x="95824" y="80642"/>
                      </a:cubicBezTo>
                      <a:lnTo>
                        <a:pt x="86583" y="80642"/>
                      </a:lnTo>
                      <a:close/>
                      <a:moveTo>
                        <a:pt x="75423" y="52561"/>
                      </a:moveTo>
                      <a:lnTo>
                        <a:pt x="75423" y="109263"/>
                      </a:lnTo>
                      <a:lnTo>
                        <a:pt x="86583" y="109263"/>
                      </a:lnTo>
                      <a:lnTo>
                        <a:pt x="86583" y="89342"/>
                      </a:lnTo>
                      <a:lnTo>
                        <a:pt x="95104" y="89342"/>
                      </a:lnTo>
                      <a:cubicBezTo>
                        <a:pt x="108124" y="89342"/>
                        <a:pt x="119704" y="85802"/>
                        <a:pt x="119704" y="71342"/>
                      </a:cubicBezTo>
                      <a:lnTo>
                        <a:pt x="119764" y="71342"/>
                      </a:lnTo>
                      <a:cubicBezTo>
                        <a:pt x="119764" y="54181"/>
                        <a:pt x="106444" y="52561"/>
                        <a:pt x="94804" y="5256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1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1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</p:grpSp>
          <p:sp>
            <p:nvSpPr>
              <p:cNvPr id="53" name="Friform 52">
                <a:extLst>
                  <a:ext uri="{FF2B5EF4-FFF2-40B4-BE49-F238E27FC236}">
                    <a16:creationId xmlns:a16="http://schemas.microsoft.com/office/drawing/2014/main" id="{B91D63F5-16E7-E88E-3983-319D88BC77F1}"/>
                  </a:ext>
                </a:extLst>
              </p:cNvPr>
              <p:cNvSpPr/>
              <p:nvPr/>
            </p:nvSpPr>
            <p:spPr>
              <a:xfrm>
                <a:off x="825955" y="773066"/>
                <a:ext cx="1485772" cy="317052"/>
              </a:xfrm>
              <a:custGeom>
                <a:avLst/>
                <a:gdLst>
                  <a:gd name="connsiteX0" fmla="*/ 1000775 w 1485772"/>
                  <a:gd name="connsiteY0" fmla="*/ 223508 h 317052"/>
                  <a:gd name="connsiteX1" fmla="*/ 978575 w 1485772"/>
                  <a:gd name="connsiteY1" fmla="*/ 251890 h 317052"/>
                  <a:gd name="connsiteX2" fmla="*/ 1000775 w 1485772"/>
                  <a:gd name="connsiteY2" fmla="*/ 280150 h 317052"/>
                  <a:gd name="connsiteX3" fmla="*/ 1023156 w 1485772"/>
                  <a:gd name="connsiteY3" fmla="*/ 251890 h 317052"/>
                  <a:gd name="connsiteX4" fmla="*/ 1000775 w 1485772"/>
                  <a:gd name="connsiteY4" fmla="*/ 223508 h 317052"/>
                  <a:gd name="connsiteX5" fmla="*/ 1088198 w 1485772"/>
                  <a:gd name="connsiteY5" fmla="*/ 223448 h 317052"/>
                  <a:gd name="connsiteX6" fmla="*/ 1066838 w 1485772"/>
                  <a:gd name="connsiteY6" fmla="*/ 251829 h 317052"/>
                  <a:gd name="connsiteX7" fmla="*/ 1088198 w 1485772"/>
                  <a:gd name="connsiteY7" fmla="*/ 280390 h 317052"/>
                  <a:gd name="connsiteX8" fmla="*/ 1109979 w 1485772"/>
                  <a:gd name="connsiteY8" fmla="*/ 251829 h 317052"/>
                  <a:gd name="connsiteX9" fmla="*/ 1088198 w 1485772"/>
                  <a:gd name="connsiteY9" fmla="*/ 223448 h 317052"/>
                  <a:gd name="connsiteX10" fmla="*/ 253269 w 1485772"/>
                  <a:gd name="connsiteY10" fmla="*/ 223448 h 317052"/>
                  <a:gd name="connsiteX11" fmla="*/ 231908 w 1485772"/>
                  <a:gd name="connsiteY11" fmla="*/ 251829 h 317052"/>
                  <a:gd name="connsiteX12" fmla="*/ 253269 w 1485772"/>
                  <a:gd name="connsiteY12" fmla="*/ 280390 h 317052"/>
                  <a:gd name="connsiteX13" fmla="*/ 275050 w 1485772"/>
                  <a:gd name="connsiteY13" fmla="*/ 251829 h 317052"/>
                  <a:gd name="connsiteX14" fmla="*/ 253269 w 1485772"/>
                  <a:gd name="connsiteY14" fmla="*/ 223448 h 317052"/>
                  <a:gd name="connsiteX15" fmla="*/ 860790 w 1485772"/>
                  <a:gd name="connsiteY15" fmla="*/ 223388 h 317052"/>
                  <a:gd name="connsiteX16" fmla="*/ 839010 w 1485772"/>
                  <a:gd name="connsiteY16" fmla="*/ 251769 h 317052"/>
                  <a:gd name="connsiteX17" fmla="*/ 860790 w 1485772"/>
                  <a:gd name="connsiteY17" fmla="*/ 280330 h 317052"/>
                  <a:gd name="connsiteX18" fmla="*/ 882151 w 1485772"/>
                  <a:gd name="connsiteY18" fmla="*/ 251769 h 317052"/>
                  <a:gd name="connsiteX19" fmla="*/ 860790 w 1485772"/>
                  <a:gd name="connsiteY19" fmla="*/ 223388 h 317052"/>
                  <a:gd name="connsiteX20" fmla="*/ 1391868 w 1485772"/>
                  <a:gd name="connsiteY20" fmla="*/ 223089 h 317052"/>
                  <a:gd name="connsiteX21" fmla="*/ 1369068 w 1485772"/>
                  <a:gd name="connsiteY21" fmla="*/ 244269 h 317052"/>
                  <a:gd name="connsiteX22" fmla="*/ 1413229 w 1485772"/>
                  <a:gd name="connsiteY22" fmla="*/ 244269 h 317052"/>
                  <a:gd name="connsiteX23" fmla="*/ 1391868 w 1485772"/>
                  <a:gd name="connsiteY23" fmla="*/ 223089 h 317052"/>
                  <a:gd name="connsiteX24" fmla="*/ 730225 w 1485772"/>
                  <a:gd name="connsiteY24" fmla="*/ 223089 h 317052"/>
                  <a:gd name="connsiteX25" fmla="*/ 707424 w 1485772"/>
                  <a:gd name="connsiteY25" fmla="*/ 244269 h 317052"/>
                  <a:gd name="connsiteX26" fmla="*/ 751586 w 1485772"/>
                  <a:gd name="connsiteY26" fmla="*/ 244269 h 317052"/>
                  <a:gd name="connsiteX27" fmla="*/ 730225 w 1485772"/>
                  <a:gd name="connsiteY27" fmla="*/ 223089 h 317052"/>
                  <a:gd name="connsiteX28" fmla="*/ 167226 w 1485772"/>
                  <a:gd name="connsiteY28" fmla="*/ 223089 h 317052"/>
                  <a:gd name="connsiteX29" fmla="*/ 144426 w 1485772"/>
                  <a:gd name="connsiteY29" fmla="*/ 244269 h 317052"/>
                  <a:gd name="connsiteX30" fmla="*/ 188587 w 1485772"/>
                  <a:gd name="connsiteY30" fmla="*/ 244269 h 317052"/>
                  <a:gd name="connsiteX31" fmla="*/ 167226 w 1485772"/>
                  <a:gd name="connsiteY31" fmla="*/ 223089 h 317052"/>
                  <a:gd name="connsiteX32" fmla="*/ 423735 w 1485772"/>
                  <a:gd name="connsiteY32" fmla="*/ 212108 h 317052"/>
                  <a:gd name="connsiteX33" fmla="*/ 439036 w 1485772"/>
                  <a:gd name="connsiteY33" fmla="*/ 212108 h 317052"/>
                  <a:gd name="connsiteX34" fmla="*/ 439036 w 1485772"/>
                  <a:gd name="connsiteY34" fmla="*/ 291251 h 317052"/>
                  <a:gd name="connsiteX35" fmla="*/ 423735 w 1485772"/>
                  <a:gd name="connsiteY35" fmla="*/ 291251 h 317052"/>
                  <a:gd name="connsiteX36" fmla="*/ 310031 w 1485772"/>
                  <a:gd name="connsiteY36" fmla="*/ 212108 h 317052"/>
                  <a:gd name="connsiteX37" fmla="*/ 325332 w 1485772"/>
                  <a:gd name="connsiteY37" fmla="*/ 212108 h 317052"/>
                  <a:gd name="connsiteX38" fmla="*/ 325332 w 1485772"/>
                  <a:gd name="connsiteY38" fmla="*/ 291251 h 317052"/>
                  <a:gd name="connsiteX39" fmla="*/ 310031 w 1485772"/>
                  <a:gd name="connsiteY39" fmla="*/ 291251 h 317052"/>
                  <a:gd name="connsiteX40" fmla="*/ 1144300 w 1485772"/>
                  <a:gd name="connsiteY40" fmla="*/ 211988 h 317052"/>
                  <a:gd name="connsiteX41" fmla="*/ 1159600 w 1485772"/>
                  <a:gd name="connsiteY41" fmla="*/ 211988 h 317052"/>
                  <a:gd name="connsiteX42" fmla="*/ 1159600 w 1485772"/>
                  <a:gd name="connsiteY42" fmla="*/ 258190 h 317052"/>
                  <a:gd name="connsiteX43" fmla="*/ 1175321 w 1485772"/>
                  <a:gd name="connsiteY43" fmla="*/ 280090 h 317052"/>
                  <a:gd name="connsiteX44" fmla="*/ 1194462 w 1485772"/>
                  <a:gd name="connsiteY44" fmla="*/ 254950 h 317052"/>
                  <a:gd name="connsiteX45" fmla="*/ 1194462 w 1485772"/>
                  <a:gd name="connsiteY45" fmla="*/ 211988 h 317052"/>
                  <a:gd name="connsiteX46" fmla="*/ 1209762 w 1485772"/>
                  <a:gd name="connsiteY46" fmla="*/ 211988 h 317052"/>
                  <a:gd name="connsiteX47" fmla="*/ 1209762 w 1485772"/>
                  <a:gd name="connsiteY47" fmla="*/ 291131 h 317052"/>
                  <a:gd name="connsiteX48" fmla="*/ 1194342 w 1485772"/>
                  <a:gd name="connsiteY48" fmla="*/ 291131 h 317052"/>
                  <a:gd name="connsiteX49" fmla="*/ 1194342 w 1485772"/>
                  <a:gd name="connsiteY49" fmla="*/ 279970 h 317052"/>
                  <a:gd name="connsiteX50" fmla="*/ 1170221 w 1485772"/>
                  <a:gd name="connsiteY50" fmla="*/ 293051 h 317052"/>
                  <a:gd name="connsiteX51" fmla="*/ 1170221 w 1485772"/>
                  <a:gd name="connsiteY51" fmla="*/ 293111 h 317052"/>
                  <a:gd name="connsiteX52" fmla="*/ 1144300 w 1485772"/>
                  <a:gd name="connsiteY52" fmla="*/ 262330 h 317052"/>
                  <a:gd name="connsiteX53" fmla="*/ 1481511 w 1485772"/>
                  <a:gd name="connsiteY53" fmla="*/ 211808 h 317052"/>
                  <a:gd name="connsiteX54" fmla="*/ 1485772 w 1485772"/>
                  <a:gd name="connsiteY54" fmla="*/ 211928 h 317052"/>
                  <a:gd name="connsiteX55" fmla="*/ 1485772 w 1485772"/>
                  <a:gd name="connsiteY55" fmla="*/ 227829 h 317052"/>
                  <a:gd name="connsiteX56" fmla="*/ 1477851 w 1485772"/>
                  <a:gd name="connsiteY56" fmla="*/ 227409 h 317052"/>
                  <a:gd name="connsiteX57" fmla="*/ 1477851 w 1485772"/>
                  <a:gd name="connsiteY57" fmla="*/ 227349 h 317052"/>
                  <a:gd name="connsiteX58" fmla="*/ 1459911 w 1485772"/>
                  <a:gd name="connsiteY58" fmla="*/ 249729 h 317052"/>
                  <a:gd name="connsiteX59" fmla="*/ 1459911 w 1485772"/>
                  <a:gd name="connsiteY59" fmla="*/ 291251 h 317052"/>
                  <a:gd name="connsiteX60" fmla="*/ 1444610 w 1485772"/>
                  <a:gd name="connsiteY60" fmla="*/ 291251 h 317052"/>
                  <a:gd name="connsiteX61" fmla="*/ 1444610 w 1485772"/>
                  <a:gd name="connsiteY61" fmla="*/ 212108 h 317052"/>
                  <a:gd name="connsiteX62" fmla="*/ 1459611 w 1485772"/>
                  <a:gd name="connsiteY62" fmla="*/ 212108 h 317052"/>
                  <a:gd name="connsiteX63" fmla="*/ 1459611 w 1485772"/>
                  <a:gd name="connsiteY63" fmla="*/ 226089 h 317052"/>
                  <a:gd name="connsiteX64" fmla="*/ 1481511 w 1485772"/>
                  <a:gd name="connsiteY64" fmla="*/ 211808 h 317052"/>
                  <a:gd name="connsiteX65" fmla="*/ 951153 w 1485772"/>
                  <a:gd name="connsiteY65" fmla="*/ 211808 h 317052"/>
                  <a:gd name="connsiteX66" fmla="*/ 955413 w 1485772"/>
                  <a:gd name="connsiteY66" fmla="*/ 211928 h 317052"/>
                  <a:gd name="connsiteX67" fmla="*/ 955413 w 1485772"/>
                  <a:gd name="connsiteY67" fmla="*/ 227829 h 317052"/>
                  <a:gd name="connsiteX68" fmla="*/ 947493 w 1485772"/>
                  <a:gd name="connsiteY68" fmla="*/ 227409 h 317052"/>
                  <a:gd name="connsiteX69" fmla="*/ 947493 w 1485772"/>
                  <a:gd name="connsiteY69" fmla="*/ 227349 h 317052"/>
                  <a:gd name="connsiteX70" fmla="*/ 929552 w 1485772"/>
                  <a:gd name="connsiteY70" fmla="*/ 249729 h 317052"/>
                  <a:gd name="connsiteX71" fmla="*/ 929552 w 1485772"/>
                  <a:gd name="connsiteY71" fmla="*/ 291251 h 317052"/>
                  <a:gd name="connsiteX72" fmla="*/ 914252 w 1485772"/>
                  <a:gd name="connsiteY72" fmla="*/ 291251 h 317052"/>
                  <a:gd name="connsiteX73" fmla="*/ 914252 w 1485772"/>
                  <a:gd name="connsiteY73" fmla="*/ 212108 h 317052"/>
                  <a:gd name="connsiteX74" fmla="*/ 929253 w 1485772"/>
                  <a:gd name="connsiteY74" fmla="*/ 212108 h 317052"/>
                  <a:gd name="connsiteX75" fmla="*/ 929253 w 1485772"/>
                  <a:gd name="connsiteY75" fmla="*/ 226089 h 317052"/>
                  <a:gd name="connsiteX76" fmla="*/ 951153 w 1485772"/>
                  <a:gd name="connsiteY76" fmla="*/ 211808 h 317052"/>
                  <a:gd name="connsiteX77" fmla="*/ 864330 w 1485772"/>
                  <a:gd name="connsiteY77" fmla="*/ 210608 h 317052"/>
                  <a:gd name="connsiteX78" fmla="*/ 898472 w 1485772"/>
                  <a:gd name="connsiteY78" fmla="*/ 251829 h 317052"/>
                  <a:gd name="connsiteX79" fmla="*/ 864330 w 1485772"/>
                  <a:gd name="connsiteY79" fmla="*/ 293171 h 317052"/>
                  <a:gd name="connsiteX80" fmla="*/ 839610 w 1485772"/>
                  <a:gd name="connsiteY80" fmla="*/ 280090 h 317052"/>
                  <a:gd name="connsiteX81" fmla="*/ 839610 w 1485772"/>
                  <a:gd name="connsiteY81" fmla="*/ 317052 h 317052"/>
                  <a:gd name="connsiteX82" fmla="*/ 824309 w 1485772"/>
                  <a:gd name="connsiteY82" fmla="*/ 317052 h 317052"/>
                  <a:gd name="connsiteX83" fmla="*/ 824309 w 1485772"/>
                  <a:gd name="connsiteY83" fmla="*/ 212108 h 317052"/>
                  <a:gd name="connsiteX84" fmla="*/ 839610 w 1485772"/>
                  <a:gd name="connsiteY84" fmla="*/ 212108 h 317052"/>
                  <a:gd name="connsiteX85" fmla="*/ 839610 w 1485772"/>
                  <a:gd name="connsiteY85" fmla="*/ 223688 h 317052"/>
                  <a:gd name="connsiteX86" fmla="*/ 864330 w 1485772"/>
                  <a:gd name="connsiteY86" fmla="*/ 210608 h 317052"/>
                  <a:gd name="connsiteX87" fmla="*/ 499217 w 1485772"/>
                  <a:gd name="connsiteY87" fmla="*/ 210608 h 317052"/>
                  <a:gd name="connsiteX88" fmla="*/ 499277 w 1485772"/>
                  <a:gd name="connsiteY88" fmla="*/ 210608 h 317052"/>
                  <a:gd name="connsiteX89" fmla="*/ 525738 w 1485772"/>
                  <a:gd name="connsiteY89" fmla="*/ 241389 h 317052"/>
                  <a:gd name="connsiteX90" fmla="*/ 525738 w 1485772"/>
                  <a:gd name="connsiteY90" fmla="*/ 291251 h 317052"/>
                  <a:gd name="connsiteX91" fmla="*/ 510438 w 1485772"/>
                  <a:gd name="connsiteY91" fmla="*/ 291251 h 317052"/>
                  <a:gd name="connsiteX92" fmla="*/ 510438 w 1485772"/>
                  <a:gd name="connsiteY92" fmla="*/ 245469 h 317052"/>
                  <a:gd name="connsiteX93" fmla="*/ 494117 w 1485772"/>
                  <a:gd name="connsiteY93" fmla="*/ 223388 h 317052"/>
                  <a:gd name="connsiteX94" fmla="*/ 474377 w 1485772"/>
                  <a:gd name="connsiteY94" fmla="*/ 248709 h 317052"/>
                  <a:gd name="connsiteX95" fmla="*/ 474377 w 1485772"/>
                  <a:gd name="connsiteY95" fmla="*/ 291251 h 317052"/>
                  <a:gd name="connsiteX96" fmla="*/ 459076 w 1485772"/>
                  <a:gd name="connsiteY96" fmla="*/ 291251 h 317052"/>
                  <a:gd name="connsiteX97" fmla="*/ 459076 w 1485772"/>
                  <a:gd name="connsiteY97" fmla="*/ 212108 h 317052"/>
                  <a:gd name="connsiteX98" fmla="*/ 474377 w 1485772"/>
                  <a:gd name="connsiteY98" fmla="*/ 212108 h 317052"/>
                  <a:gd name="connsiteX99" fmla="*/ 474377 w 1485772"/>
                  <a:gd name="connsiteY99" fmla="*/ 223568 h 317052"/>
                  <a:gd name="connsiteX100" fmla="*/ 499217 w 1485772"/>
                  <a:gd name="connsiteY100" fmla="*/ 210608 h 317052"/>
                  <a:gd name="connsiteX101" fmla="*/ 1392108 w 1485772"/>
                  <a:gd name="connsiteY101" fmla="*/ 210548 h 317052"/>
                  <a:gd name="connsiteX102" fmla="*/ 1429190 w 1485772"/>
                  <a:gd name="connsiteY102" fmla="*/ 256330 h 317052"/>
                  <a:gd name="connsiteX103" fmla="*/ 1368888 w 1485772"/>
                  <a:gd name="connsiteY103" fmla="*/ 256330 h 317052"/>
                  <a:gd name="connsiteX104" fmla="*/ 1391988 w 1485772"/>
                  <a:gd name="connsiteY104" fmla="*/ 280030 h 317052"/>
                  <a:gd name="connsiteX105" fmla="*/ 1412749 w 1485772"/>
                  <a:gd name="connsiteY105" fmla="*/ 267970 h 317052"/>
                  <a:gd name="connsiteX106" fmla="*/ 1428110 w 1485772"/>
                  <a:gd name="connsiteY106" fmla="*/ 267970 h 317052"/>
                  <a:gd name="connsiteX107" fmla="*/ 1392528 w 1485772"/>
                  <a:gd name="connsiteY107" fmla="*/ 293111 h 317052"/>
                  <a:gd name="connsiteX108" fmla="*/ 1353107 w 1485772"/>
                  <a:gd name="connsiteY108" fmla="*/ 251469 h 317052"/>
                  <a:gd name="connsiteX109" fmla="*/ 1392108 w 1485772"/>
                  <a:gd name="connsiteY109" fmla="*/ 210548 h 317052"/>
                  <a:gd name="connsiteX110" fmla="*/ 1000775 w 1485772"/>
                  <a:gd name="connsiteY110" fmla="*/ 210548 h 317052"/>
                  <a:gd name="connsiteX111" fmla="*/ 1039357 w 1485772"/>
                  <a:gd name="connsiteY111" fmla="*/ 251890 h 317052"/>
                  <a:gd name="connsiteX112" fmla="*/ 1000775 w 1485772"/>
                  <a:gd name="connsiteY112" fmla="*/ 293111 h 317052"/>
                  <a:gd name="connsiteX113" fmla="*/ 962374 w 1485772"/>
                  <a:gd name="connsiteY113" fmla="*/ 251890 h 317052"/>
                  <a:gd name="connsiteX114" fmla="*/ 1000775 w 1485772"/>
                  <a:gd name="connsiteY114" fmla="*/ 210548 h 317052"/>
                  <a:gd name="connsiteX115" fmla="*/ 730465 w 1485772"/>
                  <a:gd name="connsiteY115" fmla="*/ 210548 h 317052"/>
                  <a:gd name="connsiteX116" fmla="*/ 767547 w 1485772"/>
                  <a:gd name="connsiteY116" fmla="*/ 256330 h 317052"/>
                  <a:gd name="connsiteX117" fmla="*/ 707244 w 1485772"/>
                  <a:gd name="connsiteY117" fmla="*/ 256330 h 317052"/>
                  <a:gd name="connsiteX118" fmla="*/ 730345 w 1485772"/>
                  <a:gd name="connsiteY118" fmla="*/ 280030 h 317052"/>
                  <a:gd name="connsiteX119" fmla="*/ 751106 w 1485772"/>
                  <a:gd name="connsiteY119" fmla="*/ 267970 h 317052"/>
                  <a:gd name="connsiteX120" fmla="*/ 766467 w 1485772"/>
                  <a:gd name="connsiteY120" fmla="*/ 267970 h 317052"/>
                  <a:gd name="connsiteX121" fmla="*/ 730885 w 1485772"/>
                  <a:gd name="connsiteY121" fmla="*/ 293111 h 317052"/>
                  <a:gd name="connsiteX122" fmla="*/ 691464 w 1485772"/>
                  <a:gd name="connsiteY122" fmla="*/ 251469 h 317052"/>
                  <a:gd name="connsiteX123" fmla="*/ 730465 w 1485772"/>
                  <a:gd name="connsiteY123" fmla="*/ 210548 h 317052"/>
                  <a:gd name="connsiteX124" fmla="*/ 167466 w 1485772"/>
                  <a:gd name="connsiteY124" fmla="*/ 210548 h 317052"/>
                  <a:gd name="connsiteX125" fmla="*/ 204548 w 1485772"/>
                  <a:gd name="connsiteY125" fmla="*/ 256330 h 317052"/>
                  <a:gd name="connsiteX126" fmla="*/ 144245 w 1485772"/>
                  <a:gd name="connsiteY126" fmla="*/ 256330 h 317052"/>
                  <a:gd name="connsiteX127" fmla="*/ 167346 w 1485772"/>
                  <a:gd name="connsiteY127" fmla="*/ 280030 h 317052"/>
                  <a:gd name="connsiteX128" fmla="*/ 188107 w 1485772"/>
                  <a:gd name="connsiteY128" fmla="*/ 267970 h 317052"/>
                  <a:gd name="connsiteX129" fmla="*/ 203468 w 1485772"/>
                  <a:gd name="connsiteY129" fmla="*/ 267970 h 317052"/>
                  <a:gd name="connsiteX130" fmla="*/ 167886 w 1485772"/>
                  <a:gd name="connsiteY130" fmla="*/ 293111 h 317052"/>
                  <a:gd name="connsiteX131" fmla="*/ 128465 w 1485772"/>
                  <a:gd name="connsiteY131" fmla="*/ 251469 h 317052"/>
                  <a:gd name="connsiteX132" fmla="*/ 167466 w 1485772"/>
                  <a:gd name="connsiteY132" fmla="*/ 210548 h 317052"/>
                  <a:gd name="connsiteX133" fmla="*/ 38761 w 1485772"/>
                  <a:gd name="connsiteY133" fmla="*/ 210548 h 317052"/>
                  <a:gd name="connsiteX134" fmla="*/ 61742 w 1485772"/>
                  <a:gd name="connsiteY134" fmla="*/ 224528 h 317052"/>
                  <a:gd name="connsiteX135" fmla="*/ 87963 w 1485772"/>
                  <a:gd name="connsiteY135" fmla="*/ 210548 h 317052"/>
                  <a:gd name="connsiteX136" fmla="*/ 113704 w 1485772"/>
                  <a:gd name="connsiteY136" fmla="*/ 241329 h 317052"/>
                  <a:gd name="connsiteX137" fmla="*/ 113704 w 1485772"/>
                  <a:gd name="connsiteY137" fmla="*/ 291191 h 317052"/>
                  <a:gd name="connsiteX138" fmla="*/ 98403 w 1485772"/>
                  <a:gd name="connsiteY138" fmla="*/ 291191 h 317052"/>
                  <a:gd name="connsiteX139" fmla="*/ 98403 w 1485772"/>
                  <a:gd name="connsiteY139" fmla="*/ 245409 h 317052"/>
                  <a:gd name="connsiteX140" fmla="*/ 82803 w 1485772"/>
                  <a:gd name="connsiteY140" fmla="*/ 223328 h 317052"/>
                  <a:gd name="connsiteX141" fmla="*/ 64562 w 1485772"/>
                  <a:gd name="connsiteY141" fmla="*/ 248649 h 317052"/>
                  <a:gd name="connsiteX142" fmla="*/ 64562 w 1485772"/>
                  <a:gd name="connsiteY142" fmla="*/ 291191 h 317052"/>
                  <a:gd name="connsiteX143" fmla="*/ 49262 w 1485772"/>
                  <a:gd name="connsiteY143" fmla="*/ 291191 h 317052"/>
                  <a:gd name="connsiteX144" fmla="*/ 49262 w 1485772"/>
                  <a:gd name="connsiteY144" fmla="*/ 245409 h 317052"/>
                  <a:gd name="connsiteX145" fmla="*/ 33661 w 1485772"/>
                  <a:gd name="connsiteY145" fmla="*/ 223328 h 317052"/>
                  <a:gd name="connsiteX146" fmla="*/ 15421 w 1485772"/>
                  <a:gd name="connsiteY146" fmla="*/ 248649 h 317052"/>
                  <a:gd name="connsiteX147" fmla="*/ 15421 w 1485772"/>
                  <a:gd name="connsiteY147" fmla="*/ 291191 h 317052"/>
                  <a:gd name="connsiteX148" fmla="*/ 120 w 1485772"/>
                  <a:gd name="connsiteY148" fmla="*/ 291191 h 317052"/>
                  <a:gd name="connsiteX149" fmla="*/ 60 w 1485772"/>
                  <a:gd name="connsiteY149" fmla="*/ 291191 h 317052"/>
                  <a:gd name="connsiteX150" fmla="*/ 60 w 1485772"/>
                  <a:gd name="connsiteY150" fmla="*/ 212048 h 317052"/>
                  <a:gd name="connsiteX151" fmla="*/ 15361 w 1485772"/>
                  <a:gd name="connsiteY151" fmla="*/ 212048 h 317052"/>
                  <a:gd name="connsiteX152" fmla="*/ 15361 w 1485772"/>
                  <a:gd name="connsiteY152" fmla="*/ 223508 h 317052"/>
                  <a:gd name="connsiteX153" fmla="*/ 38761 w 1485772"/>
                  <a:gd name="connsiteY153" fmla="*/ 210548 h 317052"/>
                  <a:gd name="connsiteX154" fmla="*/ 573980 w 1485772"/>
                  <a:gd name="connsiteY154" fmla="*/ 210428 h 317052"/>
                  <a:gd name="connsiteX155" fmla="*/ 605601 w 1485772"/>
                  <a:gd name="connsiteY155" fmla="*/ 234129 h 317052"/>
                  <a:gd name="connsiteX156" fmla="*/ 590421 w 1485772"/>
                  <a:gd name="connsiteY156" fmla="*/ 234129 h 317052"/>
                  <a:gd name="connsiteX157" fmla="*/ 572509 w 1485772"/>
                  <a:gd name="connsiteY157" fmla="*/ 222807 h 317052"/>
                  <a:gd name="connsiteX158" fmla="*/ 572540 w 1485772"/>
                  <a:gd name="connsiteY158" fmla="*/ 222788 h 317052"/>
                  <a:gd name="connsiteX159" fmla="*/ 572480 w 1485772"/>
                  <a:gd name="connsiteY159" fmla="*/ 222788 h 317052"/>
                  <a:gd name="connsiteX160" fmla="*/ 572509 w 1485772"/>
                  <a:gd name="connsiteY160" fmla="*/ 222807 h 317052"/>
                  <a:gd name="connsiteX161" fmla="*/ 556940 w 1485772"/>
                  <a:gd name="connsiteY161" fmla="*/ 232329 h 317052"/>
                  <a:gd name="connsiteX162" fmla="*/ 567980 w 1485772"/>
                  <a:gd name="connsiteY162" fmla="*/ 242169 h 317052"/>
                  <a:gd name="connsiteX163" fmla="*/ 579320 w 1485772"/>
                  <a:gd name="connsiteY163" fmla="*/ 244389 h 317052"/>
                  <a:gd name="connsiteX164" fmla="*/ 607401 w 1485772"/>
                  <a:gd name="connsiteY164" fmla="*/ 267910 h 317052"/>
                  <a:gd name="connsiteX165" fmla="*/ 574160 w 1485772"/>
                  <a:gd name="connsiteY165" fmla="*/ 293051 h 317052"/>
                  <a:gd name="connsiteX166" fmla="*/ 540019 w 1485772"/>
                  <a:gd name="connsiteY166" fmla="*/ 266590 h 317052"/>
                  <a:gd name="connsiteX167" fmla="*/ 555620 w 1485772"/>
                  <a:gd name="connsiteY167" fmla="*/ 266590 h 317052"/>
                  <a:gd name="connsiteX168" fmla="*/ 574580 w 1485772"/>
                  <a:gd name="connsiteY168" fmla="*/ 280870 h 317052"/>
                  <a:gd name="connsiteX169" fmla="*/ 592101 w 1485772"/>
                  <a:gd name="connsiteY169" fmla="*/ 269710 h 317052"/>
                  <a:gd name="connsiteX170" fmla="*/ 576920 w 1485772"/>
                  <a:gd name="connsiteY170" fmla="*/ 257770 h 317052"/>
                  <a:gd name="connsiteX171" fmla="*/ 564980 w 1485772"/>
                  <a:gd name="connsiteY171" fmla="*/ 255430 h 317052"/>
                  <a:gd name="connsiteX172" fmla="*/ 541879 w 1485772"/>
                  <a:gd name="connsiteY172" fmla="*/ 232929 h 317052"/>
                  <a:gd name="connsiteX173" fmla="*/ 573980 w 1485772"/>
                  <a:gd name="connsiteY173" fmla="*/ 210428 h 317052"/>
                  <a:gd name="connsiteX174" fmla="*/ 374533 w 1485772"/>
                  <a:gd name="connsiteY174" fmla="*/ 210428 h 317052"/>
                  <a:gd name="connsiteX175" fmla="*/ 406154 w 1485772"/>
                  <a:gd name="connsiteY175" fmla="*/ 234129 h 317052"/>
                  <a:gd name="connsiteX176" fmla="*/ 390974 w 1485772"/>
                  <a:gd name="connsiteY176" fmla="*/ 234129 h 317052"/>
                  <a:gd name="connsiteX177" fmla="*/ 373062 w 1485772"/>
                  <a:gd name="connsiteY177" fmla="*/ 222807 h 317052"/>
                  <a:gd name="connsiteX178" fmla="*/ 373093 w 1485772"/>
                  <a:gd name="connsiteY178" fmla="*/ 222788 h 317052"/>
                  <a:gd name="connsiteX179" fmla="*/ 373033 w 1485772"/>
                  <a:gd name="connsiteY179" fmla="*/ 222788 h 317052"/>
                  <a:gd name="connsiteX180" fmla="*/ 373062 w 1485772"/>
                  <a:gd name="connsiteY180" fmla="*/ 222807 h 317052"/>
                  <a:gd name="connsiteX181" fmla="*/ 357493 w 1485772"/>
                  <a:gd name="connsiteY181" fmla="*/ 232329 h 317052"/>
                  <a:gd name="connsiteX182" fmla="*/ 368533 w 1485772"/>
                  <a:gd name="connsiteY182" fmla="*/ 242169 h 317052"/>
                  <a:gd name="connsiteX183" fmla="*/ 379873 w 1485772"/>
                  <a:gd name="connsiteY183" fmla="*/ 244389 h 317052"/>
                  <a:gd name="connsiteX184" fmla="*/ 407954 w 1485772"/>
                  <a:gd name="connsiteY184" fmla="*/ 267910 h 317052"/>
                  <a:gd name="connsiteX185" fmla="*/ 374713 w 1485772"/>
                  <a:gd name="connsiteY185" fmla="*/ 293051 h 317052"/>
                  <a:gd name="connsiteX186" fmla="*/ 340572 w 1485772"/>
                  <a:gd name="connsiteY186" fmla="*/ 266590 h 317052"/>
                  <a:gd name="connsiteX187" fmla="*/ 356173 w 1485772"/>
                  <a:gd name="connsiteY187" fmla="*/ 266590 h 317052"/>
                  <a:gd name="connsiteX188" fmla="*/ 375133 w 1485772"/>
                  <a:gd name="connsiteY188" fmla="*/ 280870 h 317052"/>
                  <a:gd name="connsiteX189" fmla="*/ 392654 w 1485772"/>
                  <a:gd name="connsiteY189" fmla="*/ 269710 h 317052"/>
                  <a:gd name="connsiteX190" fmla="*/ 377473 w 1485772"/>
                  <a:gd name="connsiteY190" fmla="*/ 257770 h 317052"/>
                  <a:gd name="connsiteX191" fmla="*/ 365533 w 1485772"/>
                  <a:gd name="connsiteY191" fmla="*/ 255430 h 317052"/>
                  <a:gd name="connsiteX192" fmla="*/ 342432 w 1485772"/>
                  <a:gd name="connsiteY192" fmla="*/ 232929 h 317052"/>
                  <a:gd name="connsiteX193" fmla="*/ 374533 w 1485772"/>
                  <a:gd name="connsiteY193" fmla="*/ 210428 h 317052"/>
                  <a:gd name="connsiteX194" fmla="*/ 1315245 w 1485772"/>
                  <a:gd name="connsiteY194" fmla="*/ 191827 h 317052"/>
                  <a:gd name="connsiteX195" fmla="*/ 1330486 w 1485772"/>
                  <a:gd name="connsiteY195" fmla="*/ 191827 h 317052"/>
                  <a:gd name="connsiteX196" fmla="*/ 1330486 w 1485772"/>
                  <a:gd name="connsiteY196" fmla="*/ 212048 h 317052"/>
                  <a:gd name="connsiteX197" fmla="*/ 1346087 w 1485772"/>
                  <a:gd name="connsiteY197" fmla="*/ 212048 h 317052"/>
                  <a:gd name="connsiteX198" fmla="*/ 1346087 w 1485772"/>
                  <a:gd name="connsiteY198" fmla="*/ 223688 h 317052"/>
                  <a:gd name="connsiteX199" fmla="*/ 1330486 w 1485772"/>
                  <a:gd name="connsiteY199" fmla="*/ 223688 h 317052"/>
                  <a:gd name="connsiteX200" fmla="*/ 1330486 w 1485772"/>
                  <a:gd name="connsiteY200" fmla="*/ 268870 h 317052"/>
                  <a:gd name="connsiteX201" fmla="*/ 1339486 w 1485772"/>
                  <a:gd name="connsiteY201" fmla="*/ 279010 h 317052"/>
                  <a:gd name="connsiteX202" fmla="*/ 1345967 w 1485772"/>
                  <a:gd name="connsiteY202" fmla="*/ 279010 h 317052"/>
                  <a:gd name="connsiteX203" fmla="*/ 1345967 w 1485772"/>
                  <a:gd name="connsiteY203" fmla="*/ 291250 h 317052"/>
                  <a:gd name="connsiteX204" fmla="*/ 1334806 w 1485772"/>
                  <a:gd name="connsiteY204" fmla="*/ 291250 h 317052"/>
                  <a:gd name="connsiteX205" fmla="*/ 1315245 w 1485772"/>
                  <a:gd name="connsiteY205" fmla="*/ 270970 h 317052"/>
                  <a:gd name="connsiteX206" fmla="*/ 1315245 w 1485772"/>
                  <a:gd name="connsiteY206" fmla="*/ 223748 h 317052"/>
                  <a:gd name="connsiteX207" fmla="*/ 1303185 w 1485772"/>
                  <a:gd name="connsiteY207" fmla="*/ 223748 h 317052"/>
                  <a:gd name="connsiteX208" fmla="*/ 1303185 w 1485772"/>
                  <a:gd name="connsiteY208" fmla="*/ 212108 h 317052"/>
                  <a:gd name="connsiteX209" fmla="*/ 1315245 w 1485772"/>
                  <a:gd name="connsiteY209" fmla="*/ 212108 h 317052"/>
                  <a:gd name="connsiteX210" fmla="*/ 1330486 w 1485772"/>
                  <a:gd name="connsiteY210" fmla="*/ 191767 h 317052"/>
                  <a:gd name="connsiteX211" fmla="*/ 1330546 w 1485772"/>
                  <a:gd name="connsiteY211" fmla="*/ 191827 h 317052"/>
                  <a:gd name="connsiteX212" fmla="*/ 1330486 w 1485772"/>
                  <a:gd name="connsiteY212" fmla="*/ 191827 h 317052"/>
                  <a:gd name="connsiteX213" fmla="*/ 1109379 w 1485772"/>
                  <a:gd name="connsiteY213" fmla="*/ 184567 h 317052"/>
                  <a:gd name="connsiteX214" fmla="*/ 1124679 w 1485772"/>
                  <a:gd name="connsiteY214" fmla="*/ 184567 h 317052"/>
                  <a:gd name="connsiteX215" fmla="*/ 1124679 w 1485772"/>
                  <a:gd name="connsiteY215" fmla="*/ 291251 h 317052"/>
                  <a:gd name="connsiteX216" fmla="*/ 1109379 w 1485772"/>
                  <a:gd name="connsiteY216" fmla="*/ 291251 h 317052"/>
                  <a:gd name="connsiteX217" fmla="*/ 1109379 w 1485772"/>
                  <a:gd name="connsiteY217" fmla="*/ 280090 h 317052"/>
                  <a:gd name="connsiteX218" fmla="*/ 1084658 w 1485772"/>
                  <a:gd name="connsiteY218" fmla="*/ 293171 h 317052"/>
                  <a:gd name="connsiteX219" fmla="*/ 1050517 w 1485772"/>
                  <a:gd name="connsiteY219" fmla="*/ 251829 h 317052"/>
                  <a:gd name="connsiteX220" fmla="*/ 1084658 w 1485772"/>
                  <a:gd name="connsiteY220" fmla="*/ 210608 h 317052"/>
                  <a:gd name="connsiteX221" fmla="*/ 1109379 w 1485772"/>
                  <a:gd name="connsiteY221" fmla="*/ 223688 h 317052"/>
                  <a:gd name="connsiteX222" fmla="*/ 423735 w 1485772"/>
                  <a:gd name="connsiteY222" fmla="*/ 184567 h 317052"/>
                  <a:gd name="connsiteX223" fmla="*/ 439036 w 1485772"/>
                  <a:gd name="connsiteY223" fmla="*/ 184567 h 317052"/>
                  <a:gd name="connsiteX224" fmla="*/ 439036 w 1485772"/>
                  <a:gd name="connsiteY224" fmla="*/ 201488 h 317052"/>
                  <a:gd name="connsiteX225" fmla="*/ 423735 w 1485772"/>
                  <a:gd name="connsiteY225" fmla="*/ 201488 h 317052"/>
                  <a:gd name="connsiteX226" fmla="*/ 310031 w 1485772"/>
                  <a:gd name="connsiteY226" fmla="*/ 184567 h 317052"/>
                  <a:gd name="connsiteX227" fmla="*/ 325332 w 1485772"/>
                  <a:gd name="connsiteY227" fmla="*/ 184567 h 317052"/>
                  <a:gd name="connsiteX228" fmla="*/ 325332 w 1485772"/>
                  <a:gd name="connsiteY228" fmla="*/ 201488 h 317052"/>
                  <a:gd name="connsiteX229" fmla="*/ 310031 w 1485772"/>
                  <a:gd name="connsiteY229" fmla="*/ 201488 h 317052"/>
                  <a:gd name="connsiteX230" fmla="*/ 274450 w 1485772"/>
                  <a:gd name="connsiteY230" fmla="*/ 184567 h 317052"/>
                  <a:gd name="connsiteX231" fmla="*/ 289750 w 1485772"/>
                  <a:gd name="connsiteY231" fmla="*/ 184567 h 317052"/>
                  <a:gd name="connsiteX232" fmla="*/ 289750 w 1485772"/>
                  <a:gd name="connsiteY232" fmla="*/ 291251 h 317052"/>
                  <a:gd name="connsiteX233" fmla="*/ 274450 w 1485772"/>
                  <a:gd name="connsiteY233" fmla="*/ 291251 h 317052"/>
                  <a:gd name="connsiteX234" fmla="*/ 274450 w 1485772"/>
                  <a:gd name="connsiteY234" fmla="*/ 280090 h 317052"/>
                  <a:gd name="connsiteX235" fmla="*/ 249729 w 1485772"/>
                  <a:gd name="connsiteY235" fmla="*/ 293171 h 317052"/>
                  <a:gd name="connsiteX236" fmla="*/ 215588 w 1485772"/>
                  <a:gd name="connsiteY236" fmla="*/ 251829 h 317052"/>
                  <a:gd name="connsiteX237" fmla="*/ 249729 w 1485772"/>
                  <a:gd name="connsiteY237" fmla="*/ 210608 h 317052"/>
                  <a:gd name="connsiteX238" fmla="*/ 274450 w 1485772"/>
                  <a:gd name="connsiteY238" fmla="*/ 223688 h 317052"/>
                  <a:gd name="connsiteX239" fmla="*/ 1229923 w 1485772"/>
                  <a:gd name="connsiteY239" fmla="*/ 184507 h 317052"/>
                  <a:gd name="connsiteX240" fmla="*/ 1245224 w 1485772"/>
                  <a:gd name="connsiteY240" fmla="*/ 184507 h 317052"/>
                  <a:gd name="connsiteX241" fmla="*/ 1245224 w 1485772"/>
                  <a:gd name="connsiteY241" fmla="*/ 245889 h 317052"/>
                  <a:gd name="connsiteX242" fmla="*/ 1245284 w 1485772"/>
                  <a:gd name="connsiteY242" fmla="*/ 245889 h 317052"/>
                  <a:gd name="connsiteX243" fmla="*/ 1276785 w 1485772"/>
                  <a:gd name="connsiteY243" fmla="*/ 212048 h 317052"/>
                  <a:gd name="connsiteX244" fmla="*/ 1295445 w 1485772"/>
                  <a:gd name="connsiteY244" fmla="*/ 212048 h 317052"/>
                  <a:gd name="connsiteX245" fmla="*/ 1264664 w 1485772"/>
                  <a:gd name="connsiteY245" fmla="*/ 244689 h 317052"/>
                  <a:gd name="connsiteX246" fmla="*/ 1297605 w 1485772"/>
                  <a:gd name="connsiteY246" fmla="*/ 291191 h 317052"/>
                  <a:gd name="connsiteX247" fmla="*/ 1279365 w 1485772"/>
                  <a:gd name="connsiteY247" fmla="*/ 291191 h 317052"/>
                  <a:gd name="connsiteX248" fmla="*/ 1254224 w 1485772"/>
                  <a:gd name="connsiteY248" fmla="*/ 255730 h 317052"/>
                  <a:gd name="connsiteX249" fmla="*/ 1245224 w 1485772"/>
                  <a:gd name="connsiteY249" fmla="*/ 265270 h 317052"/>
                  <a:gd name="connsiteX250" fmla="*/ 1245224 w 1485772"/>
                  <a:gd name="connsiteY250" fmla="*/ 291191 h 317052"/>
                  <a:gd name="connsiteX251" fmla="*/ 1229923 w 1485772"/>
                  <a:gd name="connsiteY251" fmla="*/ 291191 h 317052"/>
                  <a:gd name="connsiteX252" fmla="*/ 622942 w 1485772"/>
                  <a:gd name="connsiteY252" fmla="*/ 184507 h 317052"/>
                  <a:gd name="connsiteX253" fmla="*/ 638242 w 1485772"/>
                  <a:gd name="connsiteY253" fmla="*/ 184507 h 317052"/>
                  <a:gd name="connsiteX254" fmla="*/ 638242 w 1485772"/>
                  <a:gd name="connsiteY254" fmla="*/ 245889 h 317052"/>
                  <a:gd name="connsiteX255" fmla="*/ 638303 w 1485772"/>
                  <a:gd name="connsiteY255" fmla="*/ 245889 h 317052"/>
                  <a:gd name="connsiteX256" fmla="*/ 669804 w 1485772"/>
                  <a:gd name="connsiteY256" fmla="*/ 212048 h 317052"/>
                  <a:gd name="connsiteX257" fmla="*/ 688464 w 1485772"/>
                  <a:gd name="connsiteY257" fmla="*/ 212048 h 317052"/>
                  <a:gd name="connsiteX258" fmla="*/ 657683 w 1485772"/>
                  <a:gd name="connsiteY258" fmla="*/ 244689 h 317052"/>
                  <a:gd name="connsiteX259" fmla="*/ 690624 w 1485772"/>
                  <a:gd name="connsiteY259" fmla="*/ 291191 h 317052"/>
                  <a:gd name="connsiteX260" fmla="*/ 672384 w 1485772"/>
                  <a:gd name="connsiteY260" fmla="*/ 291191 h 317052"/>
                  <a:gd name="connsiteX261" fmla="*/ 647243 w 1485772"/>
                  <a:gd name="connsiteY261" fmla="*/ 255730 h 317052"/>
                  <a:gd name="connsiteX262" fmla="*/ 638242 w 1485772"/>
                  <a:gd name="connsiteY262" fmla="*/ 265270 h 317052"/>
                  <a:gd name="connsiteX263" fmla="*/ 638242 w 1485772"/>
                  <a:gd name="connsiteY263" fmla="*/ 291191 h 317052"/>
                  <a:gd name="connsiteX264" fmla="*/ 622942 w 1485772"/>
                  <a:gd name="connsiteY264" fmla="*/ 291191 h 317052"/>
                  <a:gd name="connsiteX265" fmla="*/ 600141 w 1485772"/>
                  <a:gd name="connsiteY265" fmla="*/ 69003 h 317052"/>
                  <a:gd name="connsiteX266" fmla="*/ 562640 w 1485772"/>
                  <a:gd name="connsiteY266" fmla="*/ 85023 h 317052"/>
                  <a:gd name="connsiteX267" fmla="*/ 562640 w 1485772"/>
                  <a:gd name="connsiteY267" fmla="*/ 85083 h 317052"/>
                  <a:gd name="connsiteX268" fmla="*/ 577640 w 1485772"/>
                  <a:gd name="connsiteY268" fmla="*/ 96843 h 317052"/>
                  <a:gd name="connsiteX269" fmla="*/ 600141 w 1485772"/>
                  <a:gd name="connsiteY269" fmla="*/ 74763 h 317052"/>
                  <a:gd name="connsiteX270" fmla="*/ 934352 w 1485772"/>
                  <a:gd name="connsiteY270" fmla="*/ 39001 h 317052"/>
                  <a:gd name="connsiteX271" fmla="*/ 912152 w 1485772"/>
                  <a:gd name="connsiteY271" fmla="*/ 67383 h 317052"/>
                  <a:gd name="connsiteX272" fmla="*/ 934352 w 1485772"/>
                  <a:gd name="connsiteY272" fmla="*/ 95643 h 317052"/>
                  <a:gd name="connsiteX273" fmla="*/ 956733 w 1485772"/>
                  <a:gd name="connsiteY273" fmla="*/ 67383 h 317052"/>
                  <a:gd name="connsiteX274" fmla="*/ 934352 w 1485772"/>
                  <a:gd name="connsiteY274" fmla="*/ 39001 h 317052"/>
                  <a:gd name="connsiteX275" fmla="*/ 443295 w 1485772"/>
                  <a:gd name="connsiteY275" fmla="*/ 39001 h 317052"/>
                  <a:gd name="connsiteX276" fmla="*/ 421095 w 1485772"/>
                  <a:gd name="connsiteY276" fmla="*/ 67383 h 317052"/>
                  <a:gd name="connsiteX277" fmla="*/ 443295 w 1485772"/>
                  <a:gd name="connsiteY277" fmla="*/ 95643 h 317052"/>
                  <a:gd name="connsiteX278" fmla="*/ 465676 w 1485772"/>
                  <a:gd name="connsiteY278" fmla="*/ 67383 h 317052"/>
                  <a:gd name="connsiteX279" fmla="*/ 443295 w 1485772"/>
                  <a:gd name="connsiteY279" fmla="*/ 39001 h 317052"/>
                  <a:gd name="connsiteX280" fmla="*/ 713785 w 1485772"/>
                  <a:gd name="connsiteY280" fmla="*/ 38582 h 317052"/>
                  <a:gd name="connsiteX281" fmla="*/ 690985 w 1485772"/>
                  <a:gd name="connsiteY281" fmla="*/ 59762 h 317052"/>
                  <a:gd name="connsiteX282" fmla="*/ 735146 w 1485772"/>
                  <a:gd name="connsiteY282" fmla="*/ 59762 h 317052"/>
                  <a:gd name="connsiteX283" fmla="*/ 713785 w 1485772"/>
                  <a:gd name="connsiteY283" fmla="*/ 38582 h 317052"/>
                  <a:gd name="connsiteX284" fmla="*/ 228308 w 1485772"/>
                  <a:gd name="connsiteY284" fmla="*/ 38582 h 317052"/>
                  <a:gd name="connsiteX285" fmla="*/ 205508 w 1485772"/>
                  <a:gd name="connsiteY285" fmla="*/ 59762 h 317052"/>
                  <a:gd name="connsiteX286" fmla="*/ 249669 w 1485772"/>
                  <a:gd name="connsiteY286" fmla="*/ 59762 h 317052"/>
                  <a:gd name="connsiteX287" fmla="*/ 228308 w 1485772"/>
                  <a:gd name="connsiteY287" fmla="*/ 38582 h 317052"/>
                  <a:gd name="connsiteX288" fmla="*/ 106144 w 1485772"/>
                  <a:gd name="connsiteY288" fmla="*/ 27541 h 317052"/>
                  <a:gd name="connsiteX289" fmla="*/ 121445 w 1485772"/>
                  <a:gd name="connsiteY289" fmla="*/ 27541 h 317052"/>
                  <a:gd name="connsiteX290" fmla="*/ 121445 w 1485772"/>
                  <a:gd name="connsiteY290" fmla="*/ 106684 h 317052"/>
                  <a:gd name="connsiteX291" fmla="*/ 106144 w 1485772"/>
                  <a:gd name="connsiteY291" fmla="*/ 106684 h 317052"/>
                  <a:gd name="connsiteX292" fmla="*/ 1025675 w 1485772"/>
                  <a:gd name="connsiteY292" fmla="*/ 27301 h 317052"/>
                  <a:gd name="connsiteX293" fmla="*/ 1029936 w 1485772"/>
                  <a:gd name="connsiteY293" fmla="*/ 27421 h 317052"/>
                  <a:gd name="connsiteX294" fmla="*/ 1029936 w 1485772"/>
                  <a:gd name="connsiteY294" fmla="*/ 43322 h 317052"/>
                  <a:gd name="connsiteX295" fmla="*/ 1022015 w 1485772"/>
                  <a:gd name="connsiteY295" fmla="*/ 42902 h 317052"/>
                  <a:gd name="connsiteX296" fmla="*/ 1022015 w 1485772"/>
                  <a:gd name="connsiteY296" fmla="*/ 42842 h 317052"/>
                  <a:gd name="connsiteX297" fmla="*/ 1004075 w 1485772"/>
                  <a:gd name="connsiteY297" fmla="*/ 65222 h 317052"/>
                  <a:gd name="connsiteX298" fmla="*/ 1004075 w 1485772"/>
                  <a:gd name="connsiteY298" fmla="*/ 106744 h 317052"/>
                  <a:gd name="connsiteX299" fmla="*/ 988774 w 1485772"/>
                  <a:gd name="connsiteY299" fmla="*/ 106744 h 317052"/>
                  <a:gd name="connsiteX300" fmla="*/ 988774 w 1485772"/>
                  <a:gd name="connsiteY300" fmla="*/ 27601 h 317052"/>
                  <a:gd name="connsiteX301" fmla="*/ 1003775 w 1485772"/>
                  <a:gd name="connsiteY301" fmla="*/ 27601 h 317052"/>
                  <a:gd name="connsiteX302" fmla="*/ 1003775 w 1485772"/>
                  <a:gd name="connsiteY302" fmla="*/ 41582 h 317052"/>
                  <a:gd name="connsiteX303" fmla="*/ 1025675 w 1485772"/>
                  <a:gd name="connsiteY303" fmla="*/ 27301 h 317052"/>
                  <a:gd name="connsiteX304" fmla="*/ 534558 w 1485772"/>
                  <a:gd name="connsiteY304" fmla="*/ 27301 h 317052"/>
                  <a:gd name="connsiteX305" fmla="*/ 538818 w 1485772"/>
                  <a:gd name="connsiteY305" fmla="*/ 27421 h 317052"/>
                  <a:gd name="connsiteX306" fmla="*/ 538818 w 1485772"/>
                  <a:gd name="connsiteY306" fmla="*/ 43322 h 317052"/>
                  <a:gd name="connsiteX307" fmla="*/ 530898 w 1485772"/>
                  <a:gd name="connsiteY307" fmla="*/ 42902 h 317052"/>
                  <a:gd name="connsiteX308" fmla="*/ 530898 w 1485772"/>
                  <a:gd name="connsiteY308" fmla="*/ 42842 h 317052"/>
                  <a:gd name="connsiteX309" fmla="*/ 512958 w 1485772"/>
                  <a:gd name="connsiteY309" fmla="*/ 65222 h 317052"/>
                  <a:gd name="connsiteX310" fmla="*/ 512958 w 1485772"/>
                  <a:gd name="connsiteY310" fmla="*/ 106744 h 317052"/>
                  <a:gd name="connsiteX311" fmla="*/ 497657 w 1485772"/>
                  <a:gd name="connsiteY311" fmla="*/ 106744 h 317052"/>
                  <a:gd name="connsiteX312" fmla="*/ 497657 w 1485772"/>
                  <a:gd name="connsiteY312" fmla="*/ 27601 h 317052"/>
                  <a:gd name="connsiteX313" fmla="*/ 512658 w 1485772"/>
                  <a:gd name="connsiteY313" fmla="*/ 27601 h 317052"/>
                  <a:gd name="connsiteX314" fmla="*/ 512658 w 1485772"/>
                  <a:gd name="connsiteY314" fmla="*/ 41582 h 317052"/>
                  <a:gd name="connsiteX315" fmla="*/ 534558 w 1485772"/>
                  <a:gd name="connsiteY315" fmla="*/ 27301 h 317052"/>
                  <a:gd name="connsiteX316" fmla="*/ 178446 w 1485772"/>
                  <a:gd name="connsiteY316" fmla="*/ 27301 h 317052"/>
                  <a:gd name="connsiteX317" fmla="*/ 182706 w 1485772"/>
                  <a:gd name="connsiteY317" fmla="*/ 27421 h 317052"/>
                  <a:gd name="connsiteX318" fmla="*/ 182706 w 1485772"/>
                  <a:gd name="connsiteY318" fmla="*/ 43322 h 317052"/>
                  <a:gd name="connsiteX319" fmla="*/ 174786 w 1485772"/>
                  <a:gd name="connsiteY319" fmla="*/ 42902 h 317052"/>
                  <a:gd name="connsiteX320" fmla="*/ 174786 w 1485772"/>
                  <a:gd name="connsiteY320" fmla="*/ 42842 h 317052"/>
                  <a:gd name="connsiteX321" fmla="*/ 156846 w 1485772"/>
                  <a:gd name="connsiteY321" fmla="*/ 65222 h 317052"/>
                  <a:gd name="connsiteX322" fmla="*/ 156846 w 1485772"/>
                  <a:gd name="connsiteY322" fmla="*/ 106744 h 317052"/>
                  <a:gd name="connsiteX323" fmla="*/ 141545 w 1485772"/>
                  <a:gd name="connsiteY323" fmla="*/ 106744 h 317052"/>
                  <a:gd name="connsiteX324" fmla="*/ 141545 w 1485772"/>
                  <a:gd name="connsiteY324" fmla="*/ 27601 h 317052"/>
                  <a:gd name="connsiteX325" fmla="*/ 156546 w 1485772"/>
                  <a:gd name="connsiteY325" fmla="*/ 27601 h 317052"/>
                  <a:gd name="connsiteX326" fmla="*/ 156546 w 1485772"/>
                  <a:gd name="connsiteY326" fmla="*/ 41582 h 317052"/>
                  <a:gd name="connsiteX327" fmla="*/ 178446 w 1485772"/>
                  <a:gd name="connsiteY327" fmla="*/ 27301 h 317052"/>
                  <a:gd name="connsiteX328" fmla="*/ 934352 w 1485772"/>
                  <a:gd name="connsiteY328" fmla="*/ 26041 h 317052"/>
                  <a:gd name="connsiteX329" fmla="*/ 972934 w 1485772"/>
                  <a:gd name="connsiteY329" fmla="*/ 67383 h 317052"/>
                  <a:gd name="connsiteX330" fmla="*/ 934352 w 1485772"/>
                  <a:gd name="connsiteY330" fmla="*/ 108604 h 317052"/>
                  <a:gd name="connsiteX331" fmla="*/ 895951 w 1485772"/>
                  <a:gd name="connsiteY331" fmla="*/ 67383 h 317052"/>
                  <a:gd name="connsiteX332" fmla="*/ 934352 w 1485772"/>
                  <a:gd name="connsiteY332" fmla="*/ 26041 h 317052"/>
                  <a:gd name="connsiteX333" fmla="*/ 714025 w 1485772"/>
                  <a:gd name="connsiteY333" fmla="*/ 26041 h 317052"/>
                  <a:gd name="connsiteX334" fmla="*/ 751107 w 1485772"/>
                  <a:gd name="connsiteY334" fmla="*/ 71823 h 317052"/>
                  <a:gd name="connsiteX335" fmla="*/ 690805 w 1485772"/>
                  <a:gd name="connsiteY335" fmla="*/ 71823 h 317052"/>
                  <a:gd name="connsiteX336" fmla="*/ 713905 w 1485772"/>
                  <a:gd name="connsiteY336" fmla="*/ 95523 h 317052"/>
                  <a:gd name="connsiteX337" fmla="*/ 734666 w 1485772"/>
                  <a:gd name="connsiteY337" fmla="*/ 83463 h 317052"/>
                  <a:gd name="connsiteX338" fmla="*/ 750027 w 1485772"/>
                  <a:gd name="connsiteY338" fmla="*/ 83463 h 317052"/>
                  <a:gd name="connsiteX339" fmla="*/ 714445 w 1485772"/>
                  <a:gd name="connsiteY339" fmla="*/ 108604 h 317052"/>
                  <a:gd name="connsiteX340" fmla="*/ 675024 w 1485772"/>
                  <a:gd name="connsiteY340" fmla="*/ 66962 h 317052"/>
                  <a:gd name="connsiteX341" fmla="*/ 714025 w 1485772"/>
                  <a:gd name="connsiteY341" fmla="*/ 26041 h 317052"/>
                  <a:gd name="connsiteX342" fmla="*/ 443295 w 1485772"/>
                  <a:gd name="connsiteY342" fmla="*/ 26041 h 317052"/>
                  <a:gd name="connsiteX343" fmla="*/ 481877 w 1485772"/>
                  <a:gd name="connsiteY343" fmla="*/ 67383 h 317052"/>
                  <a:gd name="connsiteX344" fmla="*/ 443295 w 1485772"/>
                  <a:gd name="connsiteY344" fmla="*/ 108604 h 317052"/>
                  <a:gd name="connsiteX345" fmla="*/ 404894 w 1485772"/>
                  <a:gd name="connsiteY345" fmla="*/ 67383 h 317052"/>
                  <a:gd name="connsiteX346" fmla="*/ 443295 w 1485772"/>
                  <a:gd name="connsiteY346" fmla="*/ 26041 h 317052"/>
                  <a:gd name="connsiteX347" fmla="*/ 228548 w 1485772"/>
                  <a:gd name="connsiteY347" fmla="*/ 26041 h 317052"/>
                  <a:gd name="connsiteX348" fmla="*/ 265630 w 1485772"/>
                  <a:gd name="connsiteY348" fmla="*/ 71823 h 317052"/>
                  <a:gd name="connsiteX349" fmla="*/ 205328 w 1485772"/>
                  <a:gd name="connsiteY349" fmla="*/ 71823 h 317052"/>
                  <a:gd name="connsiteX350" fmla="*/ 228428 w 1485772"/>
                  <a:gd name="connsiteY350" fmla="*/ 95523 h 317052"/>
                  <a:gd name="connsiteX351" fmla="*/ 249189 w 1485772"/>
                  <a:gd name="connsiteY351" fmla="*/ 83463 h 317052"/>
                  <a:gd name="connsiteX352" fmla="*/ 264550 w 1485772"/>
                  <a:gd name="connsiteY352" fmla="*/ 83463 h 317052"/>
                  <a:gd name="connsiteX353" fmla="*/ 228968 w 1485772"/>
                  <a:gd name="connsiteY353" fmla="*/ 108604 h 317052"/>
                  <a:gd name="connsiteX354" fmla="*/ 189547 w 1485772"/>
                  <a:gd name="connsiteY354" fmla="*/ 66962 h 317052"/>
                  <a:gd name="connsiteX355" fmla="*/ 228548 w 1485772"/>
                  <a:gd name="connsiteY355" fmla="*/ 26041 h 317052"/>
                  <a:gd name="connsiteX356" fmla="*/ 582980 w 1485772"/>
                  <a:gd name="connsiteY356" fmla="*/ 25681 h 317052"/>
                  <a:gd name="connsiteX357" fmla="*/ 614901 w 1485772"/>
                  <a:gd name="connsiteY357" fmla="*/ 59222 h 317052"/>
                  <a:gd name="connsiteX358" fmla="*/ 614601 w 1485772"/>
                  <a:gd name="connsiteY358" fmla="*/ 78183 h 317052"/>
                  <a:gd name="connsiteX359" fmla="*/ 616822 w 1485772"/>
                  <a:gd name="connsiteY359" fmla="*/ 106744 h 317052"/>
                  <a:gd name="connsiteX360" fmla="*/ 602121 w 1485772"/>
                  <a:gd name="connsiteY360" fmla="*/ 106744 h 317052"/>
                  <a:gd name="connsiteX361" fmla="*/ 600801 w 1485772"/>
                  <a:gd name="connsiteY361" fmla="*/ 96303 h 317052"/>
                  <a:gd name="connsiteX362" fmla="*/ 574340 w 1485772"/>
                  <a:gd name="connsiteY362" fmla="*/ 108664 h 317052"/>
                  <a:gd name="connsiteX363" fmla="*/ 546079 w 1485772"/>
                  <a:gd name="connsiteY363" fmla="*/ 85443 h 317052"/>
                  <a:gd name="connsiteX364" fmla="*/ 599481 w 1485772"/>
                  <a:gd name="connsiteY364" fmla="*/ 57782 h 317052"/>
                  <a:gd name="connsiteX365" fmla="*/ 599421 w 1485772"/>
                  <a:gd name="connsiteY365" fmla="*/ 57722 h 317052"/>
                  <a:gd name="connsiteX366" fmla="*/ 599421 w 1485772"/>
                  <a:gd name="connsiteY366" fmla="*/ 56102 h 317052"/>
                  <a:gd name="connsiteX367" fmla="*/ 582380 w 1485772"/>
                  <a:gd name="connsiteY367" fmla="*/ 37441 h 317052"/>
                  <a:gd name="connsiteX368" fmla="*/ 565160 w 1485772"/>
                  <a:gd name="connsiteY368" fmla="*/ 52622 h 317052"/>
                  <a:gd name="connsiteX369" fmla="*/ 549739 w 1485772"/>
                  <a:gd name="connsiteY369" fmla="*/ 52622 h 317052"/>
                  <a:gd name="connsiteX370" fmla="*/ 582980 w 1485772"/>
                  <a:gd name="connsiteY370" fmla="*/ 25681 h 317052"/>
                  <a:gd name="connsiteX371" fmla="*/ 16801 w 1485772"/>
                  <a:gd name="connsiteY371" fmla="*/ 13860 h 317052"/>
                  <a:gd name="connsiteX372" fmla="*/ 16801 w 1485772"/>
                  <a:gd name="connsiteY372" fmla="*/ 92883 h 317052"/>
                  <a:gd name="connsiteX373" fmla="*/ 28441 w 1485772"/>
                  <a:gd name="connsiteY373" fmla="*/ 92883 h 317052"/>
                  <a:gd name="connsiteX374" fmla="*/ 70682 w 1485772"/>
                  <a:gd name="connsiteY374" fmla="*/ 53282 h 317052"/>
                  <a:gd name="connsiteX375" fmla="*/ 28441 w 1485772"/>
                  <a:gd name="connsiteY375" fmla="*/ 13860 h 317052"/>
                  <a:gd name="connsiteX376" fmla="*/ 769046 w 1485772"/>
                  <a:gd name="connsiteY376" fmla="*/ 7321 h 317052"/>
                  <a:gd name="connsiteX377" fmla="*/ 784287 w 1485772"/>
                  <a:gd name="connsiteY377" fmla="*/ 7321 h 317052"/>
                  <a:gd name="connsiteX378" fmla="*/ 784287 w 1485772"/>
                  <a:gd name="connsiteY378" fmla="*/ 27542 h 317052"/>
                  <a:gd name="connsiteX379" fmla="*/ 799888 w 1485772"/>
                  <a:gd name="connsiteY379" fmla="*/ 27542 h 317052"/>
                  <a:gd name="connsiteX380" fmla="*/ 799888 w 1485772"/>
                  <a:gd name="connsiteY380" fmla="*/ 39182 h 317052"/>
                  <a:gd name="connsiteX381" fmla="*/ 784287 w 1485772"/>
                  <a:gd name="connsiteY381" fmla="*/ 39182 h 317052"/>
                  <a:gd name="connsiteX382" fmla="*/ 784287 w 1485772"/>
                  <a:gd name="connsiteY382" fmla="*/ 84364 h 317052"/>
                  <a:gd name="connsiteX383" fmla="*/ 793287 w 1485772"/>
                  <a:gd name="connsiteY383" fmla="*/ 94504 h 317052"/>
                  <a:gd name="connsiteX384" fmla="*/ 799768 w 1485772"/>
                  <a:gd name="connsiteY384" fmla="*/ 94504 h 317052"/>
                  <a:gd name="connsiteX385" fmla="*/ 799768 w 1485772"/>
                  <a:gd name="connsiteY385" fmla="*/ 106744 h 317052"/>
                  <a:gd name="connsiteX386" fmla="*/ 788607 w 1485772"/>
                  <a:gd name="connsiteY386" fmla="*/ 106744 h 317052"/>
                  <a:gd name="connsiteX387" fmla="*/ 769046 w 1485772"/>
                  <a:gd name="connsiteY387" fmla="*/ 86464 h 317052"/>
                  <a:gd name="connsiteX388" fmla="*/ 769046 w 1485772"/>
                  <a:gd name="connsiteY388" fmla="*/ 39242 h 317052"/>
                  <a:gd name="connsiteX389" fmla="*/ 756986 w 1485772"/>
                  <a:gd name="connsiteY389" fmla="*/ 39242 h 317052"/>
                  <a:gd name="connsiteX390" fmla="*/ 756986 w 1485772"/>
                  <a:gd name="connsiteY390" fmla="*/ 27602 h 317052"/>
                  <a:gd name="connsiteX391" fmla="*/ 769046 w 1485772"/>
                  <a:gd name="connsiteY391" fmla="*/ 27602 h 317052"/>
                  <a:gd name="connsiteX392" fmla="*/ 636502 w 1485772"/>
                  <a:gd name="connsiteY392" fmla="*/ 7321 h 317052"/>
                  <a:gd name="connsiteX393" fmla="*/ 651743 w 1485772"/>
                  <a:gd name="connsiteY393" fmla="*/ 7321 h 317052"/>
                  <a:gd name="connsiteX394" fmla="*/ 651743 w 1485772"/>
                  <a:gd name="connsiteY394" fmla="*/ 27542 h 317052"/>
                  <a:gd name="connsiteX395" fmla="*/ 667343 w 1485772"/>
                  <a:gd name="connsiteY395" fmla="*/ 27542 h 317052"/>
                  <a:gd name="connsiteX396" fmla="*/ 667343 w 1485772"/>
                  <a:gd name="connsiteY396" fmla="*/ 39182 h 317052"/>
                  <a:gd name="connsiteX397" fmla="*/ 651743 w 1485772"/>
                  <a:gd name="connsiteY397" fmla="*/ 39182 h 317052"/>
                  <a:gd name="connsiteX398" fmla="*/ 651743 w 1485772"/>
                  <a:gd name="connsiteY398" fmla="*/ 84364 h 317052"/>
                  <a:gd name="connsiteX399" fmla="*/ 660743 w 1485772"/>
                  <a:gd name="connsiteY399" fmla="*/ 94504 h 317052"/>
                  <a:gd name="connsiteX400" fmla="*/ 667223 w 1485772"/>
                  <a:gd name="connsiteY400" fmla="*/ 94504 h 317052"/>
                  <a:gd name="connsiteX401" fmla="*/ 667223 w 1485772"/>
                  <a:gd name="connsiteY401" fmla="*/ 106744 h 317052"/>
                  <a:gd name="connsiteX402" fmla="*/ 656063 w 1485772"/>
                  <a:gd name="connsiteY402" fmla="*/ 106744 h 317052"/>
                  <a:gd name="connsiteX403" fmla="*/ 636502 w 1485772"/>
                  <a:gd name="connsiteY403" fmla="*/ 86464 h 317052"/>
                  <a:gd name="connsiteX404" fmla="*/ 636502 w 1485772"/>
                  <a:gd name="connsiteY404" fmla="*/ 39242 h 317052"/>
                  <a:gd name="connsiteX405" fmla="*/ 624442 w 1485772"/>
                  <a:gd name="connsiteY405" fmla="*/ 39242 h 317052"/>
                  <a:gd name="connsiteX406" fmla="*/ 624442 w 1485772"/>
                  <a:gd name="connsiteY406" fmla="*/ 27602 h 317052"/>
                  <a:gd name="connsiteX407" fmla="*/ 636502 w 1485772"/>
                  <a:gd name="connsiteY407" fmla="*/ 27602 h 317052"/>
                  <a:gd name="connsiteX408" fmla="*/ 366252 w 1485772"/>
                  <a:gd name="connsiteY408" fmla="*/ 7321 h 317052"/>
                  <a:gd name="connsiteX409" fmla="*/ 381493 w 1485772"/>
                  <a:gd name="connsiteY409" fmla="*/ 7321 h 317052"/>
                  <a:gd name="connsiteX410" fmla="*/ 381493 w 1485772"/>
                  <a:gd name="connsiteY410" fmla="*/ 27542 h 317052"/>
                  <a:gd name="connsiteX411" fmla="*/ 397094 w 1485772"/>
                  <a:gd name="connsiteY411" fmla="*/ 27542 h 317052"/>
                  <a:gd name="connsiteX412" fmla="*/ 397094 w 1485772"/>
                  <a:gd name="connsiteY412" fmla="*/ 39182 h 317052"/>
                  <a:gd name="connsiteX413" fmla="*/ 381493 w 1485772"/>
                  <a:gd name="connsiteY413" fmla="*/ 39182 h 317052"/>
                  <a:gd name="connsiteX414" fmla="*/ 381493 w 1485772"/>
                  <a:gd name="connsiteY414" fmla="*/ 84364 h 317052"/>
                  <a:gd name="connsiteX415" fmla="*/ 390493 w 1485772"/>
                  <a:gd name="connsiteY415" fmla="*/ 94504 h 317052"/>
                  <a:gd name="connsiteX416" fmla="*/ 396974 w 1485772"/>
                  <a:gd name="connsiteY416" fmla="*/ 94504 h 317052"/>
                  <a:gd name="connsiteX417" fmla="*/ 396974 w 1485772"/>
                  <a:gd name="connsiteY417" fmla="*/ 106744 h 317052"/>
                  <a:gd name="connsiteX418" fmla="*/ 385813 w 1485772"/>
                  <a:gd name="connsiteY418" fmla="*/ 106744 h 317052"/>
                  <a:gd name="connsiteX419" fmla="*/ 366252 w 1485772"/>
                  <a:gd name="connsiteY419" fmla="*/ 86464 h 317052"/>
                  <a:gd name="connsiteX420" fmla="*/ 366252 w 1485772"/>
                  <a:gd name="connsiteY420" fmla="*/ 39242 h 317052"/>
                  <a:gd name="connsiteX421" fmla="*/ 354192 w 1485772"/>
                  <a:gd name="connsiteY421" fmla="*/ 39242 h 317052"/>
                  <a:gd name="connsiteX422" fmla="*/ 354192 w 1485772"/>
                  <a:gd name="connsiteY422" fmla="*/ 27602 h 317052"/>
                  <a:gd name="connsiteX423" fmla="*/ 366252 w 1485772"/>
                  <a:gd name="connsiteY423" fmla="*/ 27602 h 317052"/>
                  <a:gd name="connsiteX424" fmla="*/ 784287 w 1485772"/>
                  <a:gd name="connsiteY424" fmla="*/ 7261 h 317052"/>
                  <a:gd name="connsiteX425" fmla="*/ 784347 w 1485772"/>
                  <a:gd name="connsiteY425" fmla="*/ 7321 h 317052"/>
                  <a:gd name="connsiteX426" fmla="*/ 784287 w 1485772"/>
                  <a:gd name="connsiteY426" fmla="*/ 7321 h 317052"/>
                  <a:gd name="connsiteX427" fmla="*/ 651743 w 1485772"/>
                  <a:gd name="connsiteY427" fmla="*/ 7261 h 317052"/>
                  <a:gd name="connsiteX428" fmla="*/ 651803 w 1485772"/>
                  <a:gd name="connsiteY428" fmla="*/ 7321 h 317052"/>
                  <a:gd name="connsiteX429" fmla="*/ 651743 w 1485772"/>
                  <a:gd name="connsiteY429" fmla="*/ 7321 h 317052"/>
                  <a:gd name="connsiteX430" fmla="*/ 381493 w 1485772"/>
                  <a:gd name="connsiteY430" fmla="*/ 7261 h 317052"/>
                  <a:gd name="connsiteX431" fmla="*/ 381553 w 1485772"/>
                  <a:gd name="connsiteY431" fmla="*/ 7321 h 317052"/>
                  <a:gd name="connsiteX432" fmla="*/ 381493 w 1485772"/>
                  <a:gd name="connsiteY432" fmla="*/ 7321 h 317052"/>
                  <a:gd name="connsiteX433" fmla="*/ 883051 w 1485772"/>
                  <a:gd name="connsiteY433" fmla="*/ 0 h 317052"/>
                  <a:gd name="connsiteX434" fmla="*/ 889951 w 1485772"/>
                  <a:gd name="connsiteY434" fmla="*/ 0 h 317052"/>
                  <a:gd name="connsiteX435" fmla="*/ 889951 w 1485772"/>
                  <a:gd name="connsiteY435" fmla="*/ 12240 h 317052"/>
                  <a:gd name="connsiteX436" fmla="*/ 884071 w 1485772"/>
                  <a:gd name="connsiteY436" fmla="*/ 12240 h 317052"/>
                  <a:gd name="connsiteX437" fmla="*/ 874651 w 1485772"/>
                  <a:gd name="connsiteY437" fmla="*/ 22081 h 317052"/>
                  <a:gd name="connsiteX438" fmla="*/ 874651 w 1485772"/>
                  <a:gd name="connsiteY438" fmla="*/ 27541 h 317052"/>
                  <a:gd name="connsiteX439" fmla="*/ 889951 w 1485772"/>
                  <a:gd name="connsiteY439" fmla="*/ 27541 h 317052"/>
                  <a:gd name="connsiteX440" fmla="*/ 889951 w 1485772"/>
                  <a:gd name="connsiteY440" fmla="*/ 39181 h 317052"/>
                  <a:gd name="connsiteX441" fmla="*/ 874651 w 1485772"/>
                  <a:gd name="connsiteY441" fmla="*/ 39181 h 317052"/>
                  <a:gd name="connsiteX442" fmla="*/ 874651 w 1485772"/>
                  <a:gd name="connsiteY442" fmla="*/ 106744 h 317052"/>
                  <a:gd name="connsiteX443" fmla="*/ 859350 w 1485772"/>
                  <a:gd name="connsiteY443" fmla="*/ 106744 h 317052"/>
                  <a:gd name="connsiteX444" fmla="*/ 859350 w 1485772"/>
                  <a:gd name="connsiteY444" fmla="*/ 39181 h 317052"/>
                  <a:gd name="connsiteX445" fmla="*/ 848310 w 1485772"/>
                  <a:gd name="connsiteY445" fmla="*/ 39181 h 317052"/>
                  <a:gd name="connsiteX446" fmla="*/ 848310 w 1485772"/>
                  <a:gd name="connsiteY446" fmla="*/ 27541 h 317052"/>
                  <a:gd name="connsiteX447" fmla="*/ 859350 w 1485772"/>
                  <a:gd name="connsiteY447" fmla="*/ 27541 h 317052"/>
                  <a:gd name="connsiteX448" fmla="*/ 859350 w 1485772"/>
                  <a:gd name="connsiteY448" fmla="*/ 22261 h 317052"/>
                  <a:gd name="connsiteX449" fmla="*/ 883051 w 1485772"/>
                  <a:gd name="connsiteY449" fmla="*/ 60 h 317052"/>
                  <a:gd name="connsiteX450" fmla="*/ 280990 w 1485772"/>
                  <a:gd name="connsiteY450" fmla="*/ 0 h 317052"/>
                  <a:gd name="connsiteX451" fmla="*/ 296291 w 1485772"/>
                  <a:gd name="connsiteY451" fmla="*/ 0 h 317052"/>
                  <a:gd name="connsiteX452" fmla="*/ 296291 w 1485772"/>
                  <a:gd name="connsiteY452" fmla="*/ 61382 h 317052"/>
                  <a:gd name="connsiteX453" fmla="*/ 296351 w 1485772"/>
                  <a:gd name="connsiteY453" fmla="*/ 61382 h 317052"/>
                  <a:gd name="connsiteX454" fmla="*/ 327852 w 1485772"/>
                  <a:gd name="connsiteY454" fmla="*/ 27541 h 317052"/>
                  <a:gd name="connsiteX455" fmla="*/ 346512 w 1485772"/>
                  <a:gd name="connsiteY455" fmla="*/ 27541 h 317052"/>
                  <a:gd name="connsiteX456" fmla="*/ 315731 w 1485772"/>
                  <a:gd name="connsiteY456" fmla="*/ 60182 h 317052"/>
                  <a:gd name="connsiteX457" fmla="*/ 348672 w 1485772"/>
                  <a:gd name="connsiteY457" fmla="*/ 106684 h 317052"/>
                  <a:gd name="connsiteX458" fmla="*/ 330432 w 1485772"/>
                  <a:gd name="connsiteY458" fmla="*/ 106684 h 317052"/>
                  <a:gd name="connsiteX459" fmla="*/ 305291 w 1485772"/>
                  <a:gd name="connsiteY459" fmla="*/ 71223 h 317052"/>
                  <a:gd name="connsiteX460" fmla="*/ 296291 w 1485772"/>
                  <a:gd name="connsiteY460" fmla="*/ 80763 h 317052"/>
                  <a:gd name="connsiteX461" fmla="*/ 296291 w 1485772"/>
                  <a:gd name="connsiteY461" fmla="*/ 106684 h 317052"/>
                  <a:gd name="connsiteX462" fmla="*/ 280990 w 1485772"/>
                  <a:gd name="connsiteY462" fmla="*/ 106684 h 317052"/>
                  <a:gd name="connsiteX463" fmla="*/ 106144 w 1485772"/>
                  <a:gd name="connsiteY463" fmla="*/ 0 h 317052"/>
                  <a:gd name="connsiteX464" fmla="*/ 121445 w 1485772"/>
                  <a:gd name="connsiteY464" fmla="*/ 0 h 317052"/>
                  <a:gd name="connsiteX465" fmla="*/ 121445 w 1485772"/>
                  <a:gd name="connsiteY465" fmla="*/ 16921 h 317052"/>
                  <a:gd name="connsiteX466" fmla="*/ 106144 w 1485772"/>
                  <a:gd name="connsiteY466" fmla="*/ 16921 h 317052"/>
                  <a:gd name="connsiteX467" fmla="*/ 0 w 1485772"/>
                  <a:gd name="connsiteY467" fmla="*/ 0 h 317052"/>
                  <a:gd name="connsiteX468" fmla="*/ 29161 w 1485772"/>
                  <a:gd name="connsiteY468" fmla="*/ 0 h 317052"/>
                  <a:gd name="connsiteX469" fmla="*/ 88023 w 1485772"/>
                  <a:gd name="connsiteY469" fmla="*/ 53282 h 317052"/>
                  <a:gd name="connsiteX470" fmla="*/ 29161 w 1485772"/>
                  <a:gd name="connsiteY470" fmla="*/ 106684 h 317052"/>
                  <a:gd name="connsiteX471" fmla="*/ 0 w 1485772"/>
                  <a:gd name="connsiteY471" fmla="*/ 106684 h 31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</a:cxnLst>
                <a:rect l="l" t="t" r="r" b="b"/>
                <a:pathLst>
                  <a:path w="1485772" h="317052">
                    <a:moveTo>
                      <a:pt x="1000775" y="223508"/>
                    </a:moveTo>
                    <a:cubicBezTo>
                      <a:pt x="989135" y="223508"/>
                      <a:pt x="978575" y="231909"/>
                      <a:pt x="978575" y="251890"/>
                    </a:cubicBezTo>
                    <a:cubicBezTo>
                      <a:pt x="978575" y="271870"/>
                      <a:pt x="989315" y="280150"/>
                      <a:pt x="1000775" y="280150"/>
                    </a:cubicBezTo>
                    <a:cubicBezTo>
                      <a:pt x="1012236" y="280150"/>
                      <a:pt x="1023156" y="271150"/>
                      <a:pt x="1023156" y="251890"/>
                    </a:cubicBezTo>
                    <a:cubicBezTo>
                      <a:pt x="1023156" y="232149"/>
                      <a:pt x="1012416" y="223508"/>
                      <a:pt x="1000775" y="223508"/>
                    </a:cubicBezTo>
                    <a:close/>
                    <a:moveTo>
                      <a:pt x="1088198" y="223448"/>
                    </a:moveTo>
                    <a:cubicBezTo>
                      <a:pt x="1075538" y="223448"/>
                      <a:pt x="1066838" y="234069"/>
                      <a:pt x="1066838" y="251829"/>
                    </a:cubicBezTo>
                    <a:cubicBezTo>
                      <a:pt x="1066838" y="269650"/>
                      <a:pt x="1075538" y="280390"/>
                      <a:pt x="1088198" y="280390"/>
                    </a:cubicBezTo>
                    <a:cubicBezTo>
                      <a:pt x="1099959" y="280390"/>
                      <a:pt x="1109979" y="271390"/>
                      <a:pt x="1109979" y="251829"/>
                    </a:cubicBezTo>
                    <a:cubicBezTo>
                      <a:pt x="1109979" y="232269"/>
                      <a:pt x="1099959" y="223448"/>
                      <a:pt x="1088198" y="223448"/>
                    </a:cubicBezTo>
                    <a:close/>
                    <a:moveTo>
                      <a:pt x="253269" y="223448"/>
                    </a:moveTo>
                    <a:cubicBezTo>
                      <a:pt x="240609" y="223448"/>
                      <a:pt x="231908" y="234069"/>
                      <a:pt x="231908" y="251829"/>
                    </a:cubicBezTo>
                    <a:cubicBezTo>
                      <a:pt x="231908" y="269650"/>
                      <a:pt x="240609" y="280390"/>
                      <a:pt x="253269" y="280390"/>
                    </a:cubicBezTo>
                    <a:cubicBezTo>
                      <a:pt x="265030" y="280390"/>
                      <a:pt x="275050" y="271390"/>
                      <a:pt x="275050" y="251829"/>
                    </a:cubicBezTo>
                    <a:cubicBezTo>
                      <a:pt x="275050" y="232269"/>
                      <a:pt x="265030" y="223448"/>
                      <a:pt x="253269" y="223448"/>
                    </a:cubicBezTo>
                    <a:close/>
                    <a:moveTo>
                      <a:pt x="860790" y="223388"/>
                    </a:moveTo>
                    <a:cubicBezTo>
                      <a:pt x="849030" y="223388"/>
                      <a:pt x="839010" y="232209"/>
                      <a:pt x="839010" y="251769"/>
                    </a:cubicBezTo>
                    <a:cubicBezTo>
                      <a:pt x="839010" y="271330"/>
                      <a:pt x="849030" y="280330"/>
                      <a:pt x="860790" y="280330"/>
                    </a:cubicBezTo>
                    <a:cubicBezTo>
                      <a:pt x="873451" y="280330"/>
                      <a:pt x="882151" y="269590"/>
                      <a:pt x="882151" y="251769"/>
                    </a:cubicBezTo>
                    <a:cubicBezTo>
                      <a:pt x="882151" y="233949"/>
                      <a:pt x="873451" y="223388"/>
                      <a:pt x="860790" y="223388"/>
                    </a:cubicBezTo>
                    <a:close/>
                    <a:moveTo>
                      <a:pt x="1391868" y="223089"/>
                    </a:moveTo>
                    <a:cubicBezTo>
                      <a:pt x="1379928" y="223089"/>
                      <a:pt x="1371108" y="229269"/>
                      <a:pt x="1369068" y="244269"/>
                    </a:cubicBezTo>
                    <a:lnTo>
                      <a:pt x="1413229" y="244269"/>
                    </a:lnTo>
                    <a:cubicBezTo>
                      <a:pt x="1412809" y="232509"/>
                      <a:pt x="1404529" y="223089"/>
                      <a:pt x="1391868" y="223089"/>
                    </a:cubicBezTo>
                    <a:close/>
                    <a:moveTo>
                      <a:pt x="730225" y="223089"/>
                    </a:moveTo>
                    <a:cubicBezTo>
                      <a:pt x="718285" y="223089"/>
                      <a:pt x="709465" y="229269"/>
                      <a:pt x="707424" y="244269"/>
                    </a:cubicBezTo>
                    <a:lnTo>
                      <a:pt x="751586" y="244269"/>
                    </a:lnTo>
                    <a:cubicBezTo>
                      <a:pt x="751166" y="232509"/>
                      <a:pt x="742886" y="223089"/>
                      <a:pt x="730225" y="223089"/>
                    </a:cubicBezTo>
                    <a:close/>
                    <a:moveTo>
                      <a:pt x="167226" y="223089"/>
                    </a:moveTo>
                    <a:cubicBezTo>
                      <a:pt x="155286" y="223089"/>
                      <a:pt x="146466" y="229269"/>
                      <a:pt x="144426" y="244269"/>
                    </a:cubicBezTo>
                    <a:lnTo>
                      <a:pt x="188587" y="244269"/>
                    </a:lnTo>
                    <a:cubicBezTo>
                      <a:pt x="188167" y="232509"/>
                      <a:pt x="179887" y="223089"/>
                      <a:pt x="167226" y="223089"/>
                    </a:cubicBezTo>
                    <a:close/>
                    <a:moveTo>
                      <a:pt x="423735" y="212108"/>
                    </a:moveTo>
                    <a:lnTo>
                      <a:pt x="439036" y="212108"/>
                    </a:lnTo>
                    <a:lnTo>
                      <a:pt x="439036" y="291251"/>
                    </a:lnTo>
                    <a:lnTo>
                      <a:pt x="423735" y="291251"/>
                    </a:lnTo>
                    <a:close/>
                    <a:moveTo>
                      <a:pt x="310031" y="212108"/>
                    </a:moveTo>
                    <a:lnTo>
                      <a:pt x="325332" y="212108"/>
                    </a:lnTo>
                    <a:lnTo>
                      <a:pt x="325332" y="291251"/>
                    </a:lnTo>
                    <a:lnTo>
                      <a:pt x="310031" y="291251"/>
                    </a:lnTo>
                    <a:close/>
                    <a:moveTo>
                      <a:pt x="1144300" y="211988"/>
                    </a:moveTo>
                    <a:lnTo>
                      <a:pt x="1159600" y="211988"/>
                    </a:lnTo>
                    <a:lnTo>
                      <a:pt x="1159600" y="258190"/>
                    </a:lnTo>
                    <a:cubicBezTo>
                      <a:pt x="1159600" y="269650"/>
                      <a:pt x="1161521" y="280090"/>
                      <a:pt x="1175321" y="280090"/>
                    </a:cubicBezTo>
                    <a:cubicBezTo>
                      <a:pt x="1188101" y="280090"/>
                      <a:pt x="1194462" y="270550"/>
                      <a:pt x="1194462" y="254950"/>
                    </a:cubicBezTo>
                    <a:lnTo>
                      <a:pt x="1194462" y="211988"/>
                    </a:lnTo>
                    <a:lnTo>
                      <a:pt x="1209762" y="211988"/>
                    </a:lnTo>
                    <a:lnTo>
                      <a:pt x="1209762" y="291131"/>
                    </a:lnTo>
                    <a:lnTo>
                      <a:pt x="1194342" y="291131"/>
                    </a:lnTo>
                    <a:lnTo>
                      <a:pt x="1194342" y="279970"/>
                    </a:lnTo>
                    <a:cubicBezTo>
                      <a:pt x="1189782" y="287891"/>
                      <a:pt x="1182101" y="293051"/>
                      <a:pt x="1170221" y="293051"/>
                    </a:cubicBezTo>
                    <a:lnTo>
                      <a:pt x="1170221" y="293111"/>
                    </a:lnTo>
                    <a:cubicBezTo>
                      <a:pt x="1151560" y="293111"/>
                      <a:pt x="1144300" y="281470"/>
                      <a:pt x="1144300" y="262330"/>
                    </a:cubicBezTo>
                    <a:close/>
                    <a:moveTo>
                      <a:pt x="1481511" y="211808"/>
                    </a:moveTo>
                    <a:cubicBezTo>
                      <a:pt x="1482831" y="211808"/>
                      <a:pt x="1484451" y="211808"/>
                      <a:pt x="1485772" y="211928"/>
                    </a:cubicBezTo>
                    <a:lnTo>
                      <a:pt x="1485772" y="227829"/>
                    </a:lnTo>
                    <a:cubicBezTo>
                      <a:pt x="1482951" y="227529"/>
                      <a:pt x="1480311" y="227409"/>
                      <a:pt x="1477851" y="227409"/>
                    </a:cubicBezTo>
                    <a:lnTo>
                      <a:pt x="1477851" y="227349"/>
                    </a:lnTo>
                    <a:cubicBezTo>
                      <a:pt x="1466091" y="227349"/>
                      <a:pt x="1459911" y="233109"/>
                      <a:pt x="1459911" y="249729"/>
                    </a:cubicBezTo>
                    <a:lnTo>
                      <a:pt x="1459911" y="291251"/>
                    </a:lnTo>
                    <a:lnTo>
                      <a:pt x="1444610" y="291251"/>
                    </a:lnTo>
                    <a:lnTo>
                      <a:pt x="1444610" y="212108"/>
                    </a:lnTo>
                    <a:lnTo>
                      <a:pt x="1459611" y="212108"/>
                    </a:lnTo>
                    <a:lnTo>
                      <a:pt x="1459611" y="226089"/>
                    </a:lnTo>
                    <a:cubicBezTo>
                      <a:pt x="1463751" y="217088"/>
                      <a:pt x="1471671" y="211988"/>
                      <a:pt x="1481511" y="211808"/>
                    </a:cubicBezTo>
                    <a:close/>
                    <a:moveTo>
                      <a:pt x="951153" y="211808"/>
                    </a:moveTo>
                    <a:cubicBezTo>
                      <a:pt x="952473" y="211808"/>
                      <a:pt x="954093" y="211808"/>
                      <a:pt x="955413" y="211928"/>
                    </a:cubicBezTo>
                    <a:lnTo>
                      <a:pt x="955413" y="227829"/>
                    </a:lnTo>
                    <a:cubicBezTo>
                      <a:pt x="952593" y="227529"/>
                      <a:pt x="949953" y="227409"/>
                      <a:pt x="947493" y="227409"/>
                    </a:cubicBezTo>
                    <a:lnTo>
                      <a:pt x="947493" y="227349"/>
                    </a:lnTo>
                    <a:cubicBezTo>
                      <a:pt x="935733" y="227349"/>
                      <a:pt x="929552" y="233109"/>
                      <a:pt x="929552" y="249729"/>
                    </a:cubicBezTo>
                    <a:lnTo>
                      <a:pt x="929552" y="291251"/>
                    </a:lnTo>
                    <a:lnTo>
                      <a:pt x="914252" y="291251"/>
                    </a:lnTo>
                    <a:lnTo>
                      <a:pt x="914252" y="212108"/>
                    </a:lnTo>
                    <a:lnTo>
                      <a:pt x="929253" y="212108"/>
                    </a:lnTo>
                    <a:lnTo>
                      <a:pt x="929253" y="226089"/>
                    </a:lnTo>
                    <a:cubicBezTo>
                      <a:pt x="933393" y="217088"/>
                      <a:pt x="941313" y="211988"/>
                      <a:pt x="951153" y="211808"/>
                    </a:cubicBezTo>
                    <a:close/>
                    <a:moveTo>
                      <a:pt x="864330" y="210608"/>
                    </a:moveTo>
                    <a:cubicBezTo>
                      <a:pt x="882751" y="210608"/>
                      <a:pt x="898472" y="226028"/>
                      <a:pt x="898472" y="251829"/>
                    </a:cubicBezTo>
                    <a:cubicBezTo>
                      <a:pt x="898472" y="277630"/>
                      <a:pt x="882751" y="293171"/>
                      <a:pt x="864330" y="293171"/>
                    </a:cubicBezTo>
                    <a:cubicBezTo>
                      <a:pt x="852690" y="293171"/>
                      <a:pt x="844470" y="288191"/>
                      <a:pt x="839610" y="280090"/>
                    </a:cubicBezTo>
                    <a:lnTo>
                      <a:pt x="839610" y="317052"/>
                    </a:lnTo>
                    <a:lnTo>
                      <a:pt x="824309" y="317052"/>
                    </a:lnTo>
                    <a:lnTo>
                      <a:pt x="824309" y="212108"/>
                    </a:lnTo>
                    <a:lnTo>
                      <a:pt x="839610" y="212108"/>
                    </a:lnTo>
                    <a:lnTo>
                      <a:pt x="839610" y="223688"/>
                    </a:lnTo>
                    <a:cubicBezTo>
                      <a:pt x="844470" y="215588"/>
                      <a:pt x="852690" y="210608"/>
                      <a:pt x="864330" y="210608"/>
                    </a:cubicBezTo>
                    <a:close/>
                    <a:moveTo>
                      <a:pt x="499217" y="210608"/>
                    </a:moveTo>
                    <a:lnTo>
                      <a:pt x="499277" y="210608"/>
                    </a:lnTo>
                    <a:cubicBezTo>
                      <a:pt x="518418" y="210608"/>
                      <a:pt x="525738" y="222968"/>
                      <a:pt x="525738" y="241389"/>
                    </a:cubicBezTo>
                    <a:lnTo>
                      <a:pt x="525738" y="291251"/>
                    </a:lnTo>
                    <a:lnTo>
                      <a:pt x="510438" y="291251"/>
                    </a:lnTo>
                    <a:lnTo>
                      <a:pt x="510438" y="245469"/>
                    </a:lnTo>
                    <a:cubicBezTo>
                      <a:pt x="510438" y="234009"/>
                      <a:pt x="508518" y="223388"/>
                      <a:pt x="494117" y="223388"/>
                    </a:cubicBezTo>
                    <a:cubicBezTo>
                      <a:pt x="480857" y="223388"/>
                      <a:pt x="474377" y="232929"/>
                      <a:pt x="474377" y="248709"/>
                    </a:cubicBezTo>
                    <a:lnTo>
                      <a:pt x="474377" y="291251"/>
                    </a:lnTo>
                    <a:lnTo>
                      <a:pt x="459076" y="291251"/>
                    </a:lnTo>
                    <a:lnTo>
                      <a:pt x="459076" y="212108"/>
                    </a:lnTo>
                    <a:lnTo>
                      <a:pt x="474377" y="212108"/>
                    </a:lnTo>
                    <a:lnTo>
                      <a:pt x="474377" y="223568"/>
                    </a:lnTo>
                    <a:cubicBezTo>
                      <a:pt x="478937" y="215768"/>
                      <a:pt x="486857" y="210608"/>
                      <a:pt x="499217" y="210608"/>
                    </a:cubicBezTo>
                    <a:close/>
                    <a:moveTo>
                      <a:pt x="1392108" y="210548"/>
                    </a:moveTo>
                    <a:cubicBezTo>
                      <a:pt x="1416529" y="210548"/>
                      <a:pt x="1430810" y="230589"/>
                      <a:pt x="1429190" y="256330"/>
                    </a:cubicBezTo>
                    <a:lnTo>
                      <a:pt x="1368888" y="256330"/>
                    </a:lnTo>
                    <a:cubicBezTo>
                      <a:pt x="1370388" y="270910"/>
                      <a:pt x="1379628" y="280030"/>
                      <a:pt x="1391988" y="280030"/>
                    </a:cubicBezTo>
                    <a:cubicBezTo>
                      <a:pt x="1403029" y="280030"/>
                      <a:pt x="1409509" y="275470"/>
                      <a:pt x="1412749" y="267970"/>
                    </a:cubicBezTo>
                    <a:lnTo>
                      <a:pt x="1428110" y="267970"/>
                    </a:lnTo>
                    <a:cubicBezTo>
                      <a:pt x="1424450" y="281050"/>
                      <a:pt x="1412689" y="293111"/>
                      <a:pt x="1392528" y="293111"/>
                    </a:cubicBezTo>
                    <a:cubicBezTo>
                      <a:pt x="1366908" y="293111"/>
                      <a:pt x="1353107" y="274450"/>
                      <a:pt x="1353107" y="251469"/>
                    </a:cubicBezTo>
                    <a:cubicBezTo>
                      <a:pt x="1353107" y="226869"/>
                      <a:pt x="1369608" y="210548"/>
                      <a:pt x="1392108" y="210548"/>
                    </a:cubicBezTo>
                    <a:close/>
                    <a:moveTo>
                      <a:pt x="1000775" y="210548"/>
                    </a:moveTo>
                    <a:cubicBezTo>
                      <a:pt x="1019436" y="210548"/>
                      <a:pt x="1039357" y="223208"/>
                      <a:pt x="1039357" y="251890"/>
                    </a:cubicBezTo>
                    <a:cubicBezTo>
                      <a:pt x="1039357" y="280571"/>
                      <a:pt x="1019616" y="293111"/>
                      <a:pt x="1000775" y="293111"/>
                    </a:cubicBezTo>
                    <a:cubicBezTo>
                      <a:pt x="982115" y="293111"/>
                      <a:pt x="962374" y="280450"/>
                      <a:pt x="962374" y="251890"/>
                    </a:cubicBezTo>
                    <a:cubicBezTo>
                      <a:pt x="962374" y="223328"/>
                      <a:pt x="982115" y="210548"/>
                      <a:pt x="1000775" y="210548"/>
                    </a:cubicBezTo>
                    <a:close/>
                    <a:moveTo>
                      <a:pt x="730465" y="210548"/>
                    </a:moveTo>
                    <a:cubicBezTo>
                      <a:pt x="754886" y="210548"/>
                      <a:pt x="769167" y="230589"/>
                      <a:pt x="767547" y="256330"/>
                    </a:cubicBezTo>
                    <a:lnTo>
                      <a:pt x="707244" y="256330"/>
                    </a:lnTo>
                    <a:cubicBezTo>
                      <a:pt x="708745" y="270910"/>
                      <a:pt x="717985" y="280030"/>
                      <a:pt x="730345" y="280030"/>
                    </a:cubicBezTo>
                    <a:cubicBezTo>
                      <a:pt x="741386" y="280030"/>
                      <a:pt x="747866" y="275470"/>
                      <a:pt x="751106" y="267970"/>
                    </a:cubicBezTo>
                    <a:lnTo>
                      <a:pt x="766467" y="267970"/>
                    </a:lnTo>
                    <a:cubicBezTo>
                      <a:pt x="762806" y="281050"/>
                      <a:pt x="751046" y="293111"/>
                      <a:pt x="730885" y="293111"/>
                    </a:cubicBezTo>
                    <a:cubicBezTo>
                      <a:pt x="705264" y="293111"/>
                      <a:pt x="691464" y="274450"/>
                      <a:pt x="691464" y="251469"/>
                    </a:cubicBezTo>
                    <a:cubicBezTo>
                      <a:pt x="691464" y="226869"/>
                      <a:pt x="707965" y="210548"/>
                      <a:pt x="730465" y="210548"/>
                    </a:cubicBezTo>
                    <a:close/>
                    <a:moveTo>
                      <a:pt x="167466" y="210548"/>
                    </a:moveTo>
                    <a:cubicBezTo>
                      <a:pt x="191887" y="210548"/>
                      <a:pt x="206168" y="230589"/>
                      <a:pt x="204548" y="256330"/>
                    </a:cubicBezTo>
                    <a:lnTo>
                      <a:pt x="144245" y="256330"/>
                    </a:lnTo>
                    <a:cubicBezTo>
                      <a:pt x="145746" y="270910"/>
                      <a:pt x="154986" y="280030"/>
                      <a:pt x="167346" y="280030"/>
                    </a:cubicBezTo>
                    <a:cubicBezTo>
                      <a:pt x="178387" y="280030"/>
                      <a:pt x="184867" y="275470"/>
                      <a:pt x="188107" y="267970"/>
                    </a:cubicBezTo>
                    <a:lnTo>
                      <a:pt x="203468" y="267970"/>
                    </a:lnTo>
                    <a:cubicBezTo>
                      <a:pt x="199807" y="281050"/>
                      <a:pt x="188047" y="293111"/>
                      <a:pt x="167886" y="293111"/>
                    </a:cubicBezTo>
                    <a:cubicBezTo>
                      <a:pt x="142265" y="293111"/>
                      <a:pt x="128465" y="274450"/>
                      <a:pt x="128465" y="251469"/>
                    </a:cubicBezTo>
                    <a:cubicBezTo>
                      <a:pt x="128465" y="226869"/>
                      <a:pt x="144966" y="210548"/>
                      <a:pt x="167466" y="210548"/>
                    </a:cubicBezTo>
                    <a:close/>
                    <a:moveTo>
                      <a:pt x="38761" y="210548"/>
                    </a:moveTo>
                    <a:cubicBezTo>
                      <a:pt x="51002" y="210548"/>
                      <a:pt x="58202" y="215708"/>
                      <a:pt x="61742" y="224528"/>
                    </a:cubicBezTo>
                    <a:cubicBezTo>
                      <a:pt x="68342" y="214688"/>
                      <a:pt x="77643" y="210548"/>
                      <a:pt x="87963" y="210548"/>
                    </a:cubicBezTo>
                    <a:cubicBezTo>
                      <a:pt x="106504" y="210548"/>
                      <a:pt x="113704" y="222909"/>
                      <a:pt x="113704" y="241329"/>
                    </a:cubicBezTo>
                    <a:lnTo>
                      <a:pt x="113704" y="291191"/>
                    </a:lnTo>
                    <a:lnTo>
                      <a:pt x="98403" y="291191"/>
                    </a:lnTo>
                    <a:lnTo>
                      <a:pt x="98403" y="245409"/>
                    </a:lnTo>
                    <a:cubicBezTo>
                      <a:pt x="98403" y="233949"/>
                      <a:pt x="96663" y="223328"/>
                      <a:pt x="82803" y="223328"/>
                    </a:cubicBezTo>
                    <a:cubicBezTo>
                      <a:pt x="70742" y="223328"/>
                      <a:pt x="64562" y="232869"/>
                      <a:pt x="64562" y="248649"/>
                    </a:cubicBezTo>
                    <a:lnTo>
                      <a:pt x="64562" y="291191"/>
                    </a:lnTo>
                    <a:lnTo>
                      <a:pt x="49262" y="291191"/>
                    </a:lnTo>
                    <a:lnTo>
                      <a:pt x="49262" y="245409"/>
                    </a:lnTo>
                    <a:cubicBezTo>
                      <a:pt x="49262" y="233949"/>
                      <a:pt x="47522" y="223328"/>
                      <a:pt x="33661" y="223328"/>
                    </a:cubicBezTo>
                    <a:cubicBezTo>
                      <a:pt x="21421" y="223328"/>
                      <a:pt x="15421" y="232869"/>
                      <a:pt x="15421" y="248649"/>
                    </a:cubicBezTo>
                    <a:lnTo>
                      <a:pt x="15421" y="291191"/>
                    </a:lnTo>
                    <a:lnTo>
                      <a:pt x="120" y="291191"/>
                    </a:lnTo>
                    <a:lnTo>
                      <a:pt x="60" y="291191"/>
                    </a:lnTo>
                    <a:lnTo>
                      <a:pt x="60" y="212048"/>
                    </a:lnTo>
                    <a:lnTo>
                      <a:pt x="15361" y="212048"/>
                    </a:lnTo>
                    <a:lnTo>
                      <a:pt x="15361" y="223508"/>
                    </a:lnTo>
                    <a:cubicBezTo>
                      <a:pt x="19921" y="215708"/>
                      <a:pt x="27421" y="210548"/>
                      <a:pt x="38761" y="210548"/>
                    </a:cubicBezTo>
                    <a:close/>
                    <a:moveTo>
                      <a:pt x="573980" y="210428"/>
                    </a:moveTo>
                    <a:cubicBezTo>
                      <a:pt x="589881" y="210428"/>
                      <a:pt x="602661" y="218828"/>
                      <a:pt x="605601" y="234129"/>
                    </a:cubicBezTo>
                    <a:lnTo>
                      <a:pt x="590421" y="234129"/>
                    </a:lnTo>
                    <a:lnTo>
                      <a:pt x="572509" y="222807"/>
                    </a:lnTo>
                    <a:lnTo>
                      <a:pt x="572540" y="222788"/>
                    </a:lnTo>
                    <a:lnTo>
                      <a:pt x="572480" y="222788"/>
                    </a:lnTo>
                    <a:lnTo>
                      <a:pt x="572509" y="222807"/>
                    </a:lnTo>
                    <a:lnTo>
                      <a:pt x="556940" y="232329"/>
                    </a:lnTo>
                    <a:cubicBezTo>
                      <a:pt x="556940" y="238209"/>
                      <a:pt x="560780" y="240729"/>
                      <a:pt x="567980" y="242169"/>
                    </a:cubicBezTo>
                    <a:lnTo>
                      <a:pt x="579320" y="244389"/>
                    </a:lnTo>
                    <a:cubicBezTo>
                      <a:pt x="594321" y="247329"/>
                      <a:pt x="607401" y="252489"/>
                      <a:pt x="607401" y="267910"/>
                    </a:cubicBezTo>
                    <a:cubicBezTo>
                      <a:pt x="607401" y="283330"/>
                      <a:pt x="592401" y="293051"/>
                      <a:pt x="574160" y="293051"/>
                    </a:cubicBezTo>
                    <a:cubicBezTo>
                      <a:pt x="554120" y="293051"/>
                      <a:pt x="541939" y="281410"/>
                      <a:pt x="540019" y="266590"/>
                    </a:cubicBezTo>
                    <a:lnTo>
                      <a:pt x="555620" y="266590"/>
                    </a:lnTo>
                    <a:cubicBezTo>
                      <a:pt x="557660" y="275590"/>
                      <a:pt x="563540" y="280870"/>
                      <a:pt x="574580" y="280870"/>
                    </a:cubicBezTo>
                    <a:cubicBezTo>
                      <a:pt x="584421" y="280870"/>
                      <a:pt x="592101" y="276730"/>
                      <a:pt x="592101" y="269710"/>
                    </a:cubicBezTo>
                    <a:cubicBezTo>
                      <a:pt x="592101" y="262690"/>
                      <a:pt x="585201" y="259390"/>
                      <a:pt x="576920" y="257770"/>
                    </a:cubicBezTo>
                    <a:lnTo>
                      <a:pt x="564980" y="255430"/>
                    </a:lnTo>
                    <a:cubicBezTo>
                      <a:pt x="553039" y="253089"/>
                      <a:pt x="541879" y="247749"/>
                      <a:pt x="541879" y="232929"/>
                    </a:cubicBezTo>
                    <a:cubicBezTo>
                      <a:pt x="541879" y="218948"/>
                      <a:pt x="556580" y="210428"/>
                      <a:pt x="573980" y="210428"/>
                    </a:cubicBezTo>
                    <a:close/>
                    <a:moveTo>
                      <a:pt x="374533" y="210428"/>
                    </a:moveTo>
                    <a:cubicBezTo>
                      <a:pt x="390434" y="210428"/>
                      <a:pt x="403214" y="218828"/>
                      <a:pt x="406154" y="234129"/>
                    </a:cubicBezTo>
                    <a:lnTo>
                      <a:pt x="390974" y="234129"/>
                    </a:lnTo>
                    <a:lnTo>
                      <a:pt x="373062" y="222807"/>
                    </a:lnTo>
                    <a:lnTo>
                      <a:pt x="373093" y="222788"/>
                    </a:lnTo>
                    <a:lnTo>
                      <a:pt x="373033" y="222788"/>
                    </a:lnTo>
                    <a:lnTo>
                      <a:pt x="373062" y="222807"/>
                    </a:lnTo>
                    <a:lnTo>
                      <a:pt x="357493" y="232329"/>
                    </a:lnTo>
                    <a:cubicBezTo>
                      <a:pt x="357493" y="238209"/>
                      <a:pt x="361333" y="240729"/>
                      <a:pt x="368533" y="242169"/>
                    </a:cubicBezTo>
                    <a:lnTo>
                      <a:pt x="379873" y="244389"/>
                    </a:lnTo>
                    <a:cubicBezTo>
                      <a:pt x="394874" y="247329"/>
                      <a:pt x="407954" y="252489"/>
                      <a:pt x="407954" y="267910"/>
                    </a:cubicBezTo>
                    <a:cubicBezTo>
                      <a:pt x="407954" y="283330"/>
                      <a:pt x="392954" y="293051"/>
                      <a:pt x="374713" y="293051"/>
                    </a:cubicBezTo>
                    <a:cubicBezTo>
                      <a:pt x="354673" y="293051"/>
                      <a:pt x="342492" y="281410"/>
                      <a:pt x="340572" y="266590"/>
                    </a:cubicBezTo>
                    <a:lnTo>
                      <a:pt x="356173" y="266590"/>
                    </a:lnTo>
                    <a:cubicBezTo>
                      <a:pt x="358213" y="275590"/>
                      <a:pt x="364093" y="280870"/>
                      <a:pt x="375133" y="280870"/>
                    </a:cubicBezTo>
                    <a:cubicBezTo>
                      <a:pt x="384974" y="280870"/>
                      <a:pt x="392654" y="276730"/>
                      <a:pt x="392654" y="269710"/>
                    </a:cubicBezTo>
                    <a:cubicBezTo>
                      <a:pt x="392654" y="262690"/>
                      <a:pt x="385754" y="259390"/>
                      <a:pt x="377473" y="257770"/>
                    </a:cubicBezTo>
                    <a:lnTo>
                      <a:pt x="365533" y="255430"/>
                    </a:lnTo>
                    <a:cubicBezTo>
                      <a:pt x="353593" y="253089"/>
                      <a:pt x="342432" y="247749"/>
                      <a:pt x="342432" y="232929"/>
                    </a:cubicBezTo>
                    <a:cubicBezTo>
                      <a:pt x="342432" y="218948"/>
                      <a:pt x="357133" y="210428"/>
                      <a:pt x="374533" y="210428"/>
                    </a:cubicBezTo>
                    <a:close/>
                    <a:moveTo>
                      <a:pt x="1315245" y="191827"/>
                    </a:moveTo>
                    <a:lnTo>
                      <a:pt x="1330486" y="191827"/>
                    </a:lnTo>
                    <a:lnTo>
                      <a:pt x="1330486" y="212048"/>
                    </a:lnTo>
                    <a:lnTo>
                      <a:pt x="1346087" y="212048"/>
                    </a:lnTo>
                    <a:lnTo>
                      <a:pt x="1346087" y="223688"/>
                    </a:lnTo>
                    <a:lnTo>
                      <a:pt x="1330486" y="223688"/>
                    </a:lnTo>
                    <a:lnTo>
                      <a:pt x="1330486" y="268870"/>
                    </a:lnTo>
                    <a:cubicBezTo>
                      <a:pt x="1330486" y="276970"/>
                      <a:pt x="1331806" y="279010"/>
                      <a:pt x="1339486" y="279010"/>
                    </a:cubicBezTo>
                    <a:lnTo>
                      <a:pt x="1345967" y="279010"/>
                    </a:lnTo>
                    <a:lnTo>
                      <a:pt x="1345967" y="291250"/>
                    </a:lnTo>
                    <a:lnTo>
                      <a:pt x="1334806" y="291250"/>
                    </a:lnTo>
                    <a:cubicBezTo>
                      <a:pt x="1318786" y="291250"/>
                      <a:pt x="1315245" y="287290"/>
                      <a:pt x="1315245" y="270970"/>
                    </a:cubicBezTo>
                    <a:lnTo>
                      <a:pt x="1315245" y="223748"/>
                    </a:lnTo>
                    <a:lnTo>
                      <a:pt x="1303185" y="223748"/>
                    </a:lnTo>
                    <a:lnTo>
                      <a:pt x="1303185" y="212108"/>
                    </a:lnTo>
                    <a:lnTo>
                      <a:pt x="1315245" y="212108"/>
                    </a:lnTo>
                    <a:close/>
                    <a:moveTo>
                      <a:pt x="1330486" y="191767"/>
                    </a:moveTo>
                    <a:lnTo>
                      <a:pt x="1330546" y="191827"/>
                    </a:lnTo>
                    <a:lnTo>
                      <a:pt x="1330486" y="191827"/>
                    </a:lnTo>
                    <a:close/>
                    <a:moveTo>
                      <a:pt x="1109379" y="184567"/>
                    </a:moveTo>
                    <a:lnTo>
                      <a:pt x="1124679" y="184567"/>
                    </a:lnTo>
                    <a:lnTo>
                      <a:pt x="1124679" y="291251"/>
                    </a:lnTo>
                    <a:lnTo>
                      <a:pt x="1109379" y="291251"/>
                    </a:lnTo>
                    <a:lnTo>
                      <a:pt x="1109379" y="280090"/>
                    </a:lnTo>
                    <a:cubicBezTo>
                      <a:pt x="1104519" y="288191"/>
                      <a:pt x="1096299" y="293171"/>
                      <a:pt x="1084658" y="293171"/>
                    </a:cubicBezTo>
                    <a:cubicBezTo>
                      <a:pt x="1066238" y="293171"/>
                      <a:pt x="1050517" y="277750"/>
                      <a:pt x="1050517" y="251829"/>
                    </a:cubicBezTo>
                    <a:cubicBezTo>
                      <a:pt x="1050517" y="225908"/>
                      <a:pt x="1066238" y="210608"/>
                      <a:pt x="1084658" y="210608"/>
                    </a:cubicBezTo>
                    <a:cubicBezTo>
                      <a:pt x="1096299" y="210608"/>
                      <a:pt x="1104519" y="215588"/>
                      <a:pt x="1109379" y="223688"/>
                    </a:cubicBezTo>
                    <a:close/>
                    <a:moveTo>
                      <a:pt x="423735" y="184567"/>
                    </a:moveTo>
                    <a:lnTo>
                      <a:pt x="439036" y="184567"/>
                    </a:lnTo>
                    <a:lnTo>
                      <a:pt x="439036" y="201488"/>
                    </a:lnTo>
                    <a:lnTo>
                      <a:pt x="423735" y="201488"/>
                    </a:lnTo>
                    <a:close/>
                    <a:moveTo>
                      <a:pt x="310031" y="184567"/>
                    </a:moveTo>
                    <a:lnTo>
                      <a:pt x="325332" y="184567"/>
                    </a:lnTo>
                    <a:lnTo>
                      <a:pt x="325332" y="201488"/>
                    </a:lnTo>
                    <a:lnTo>
                      <a:pt x="310031" y="201488"/>
                    </a:lnTo>
                    <a:close/>
                    <a:moveTo>
                      <a:pt x="274450" y="184567"/>
                    </a:moveTo>
                    <a:lnTo>
                      <a:pt x="289750" y="184567"/>
                    </a:lnTo>
                    <a:lnTo>
                      <a:pt x="289750" y="291251"/>
                    </a:lnTo>
                    <a:lnTo>
                      <a:pt x="274450" y="291251"/>
                    </a:lnTo>
                    <a:lnTo>
                      <a:pt x="274450" y="280090"/>
                    </a:lnTo>
                    <a:cubicBezTo>
                      <a:pt x="269590" y="288191"/>
                      <a:pt x="261370" y="293171"/>
                      <a:pt x="249729" y="293171"/>
                    </a:cubicBezTo>
                    <a:cubicBezTo>
                      <a:pt x="231309" y="293171"/>
                      <a:pt x="215588" y="277750"/>
                      <a:pt x="215588" y="251829"/>
                    </a:cubicBezTo>
                    <a:cubicBezTo>
                      <a:pt x="215588" y="225908"/>
                      <a:pt x="231309" y="210608"/>
                      <a:pt x="249729" y="210608"/>
                    </a:cubicBezTo>
                    <a:cubicBezTo>
                      <a:pt x="261370" y="210608"/>
                      <a:pt x="269590" y="215588"/>
                      <a:pt x="274450" y="223688"/>
                    </a:cubicBezTo>
                    <a:close/>
                    <a:moveTo>
                      <a:pt x="1229923" y="184507"/>
                    </a:moveTo>
                    <a:lnTo>
                      <a:pt x="1245224" y="184507"/>
                    </a:lnTo>
                    <a:lnTo>
                      <a:pt x="1245224" y="245889"/>
                    </a:lnTo>
                    <a:lnTo>
                      <a:pt x="1245284" y="245889"/>
                    </a:lnTo>
                    <a:lnTo>
                      <a:pt x="1276785" y="212048"/>
                    </a:lnTo>
                    <a:lnTo>
                      <a:pt x="1295445" y="212048"/>
                    </a:lnTo>
                    <a:lnTo>
                      <a:pt x="1264664" y="244689"/>
                    </a:lnTo>
                    <a:lnTo>
                      <a:pt x="1297605" y="291191"/>
                    </a:lnTo>
                    <a:lnTo>
                      <a:pt x="1279365" y="291191"/>
                    </a:lnTo>
                    <a:lnTo>
                      <a:pt x="1254224" y="255730"/>
                    </a:lnTo>
                    <a:lnTo>
                      <a:pt x="1245224" y="265270"/>
                    </a:lnTo>
                    <a:lnTo>
                      <a:pt x="1245224" y="291191"/>
                    </a:lnTo>
                    <a:lnTo>
                      <a:pt x="1229923" y="291191"/>
                    </a:lnTo>
                    <a:close/>
                    <a:moveTo>
                      <a:pt x="622942" y="184507"/>
                    </a:moveTo>
                    <a:lnTo>
                      <a:pt x="638242" y="184507"/>
                    </a:lnTo>
                    <a:lnTo>
                      <a:pt x="638242" y="245889"/>
                    </a:lnTo>
                    <a:lnTo>
                      <a:pt x="638303" y="245889"/>
                    </a:lnTo>
                    <a:lnTo>
                      <a:pt x="669804" y="212048"/>
                    </a:lnTo>
                    <a:lnTo>
                      <a:pt x="688464" y="212048"/>
                    </a:lnTo>
                    <a:lnTo>
                      <a:pt x="657683" y="244689"/>
                    </a:lnTo>
                    <a:lnTo>
                      <a:pt x="690624" y="291191"/>
                    </a:lnTo>
                    <a:lnTo>
                      <a:pt x="672384" y="291191"/>
                    </a:lnTo>
                    <a:lnTo>
                      <a:pt x="647243" y="255730"/>
                    </a:lnTo>
                    <a:lnTo>
                      <a:pt x="638242" y="265270"/>
                    </a:lnTo>
                    <a:lnTo>
                      <a:pt x="638242" y="291191"/>
                    </a:lnTo>
                    <a:lnTo>
                      <a:pt x="622942" y="291191"/>
                    </a:lnTo>
                    <a:close/>
                    <a:moveTo>
                      <a:pt x="600141" y="69003"/>
                    </a:moveTo>
                    <a:cubicBezTo>
                      <a:pt x="575540" y="71343"/>
                      <a:pt x="562640" y="74763"/>
                      <a:pt x="562640" y="85023"/>
                    </a:cubicBezTo>
                    <a:lnTo>
                      <a:pt x="562640" y="85083"/>
                    </a:lnTo>
                    <a:cubicBezTo>
                      <a:pt x="562640" y="92283"/>
                      <a:pt x="568400" y="96843"/>
                      <a:pt x="577640" y="96843"/>
                    </a:cubicBezTo>
                    <a:cubicBezTo>
                      <a:pt x="590301" y="96843"/>
                      <a:pt x="600141" y="90543"/>
                      <a:pt x="600141" y="74763"/>
                    </a:cubicBezTo>
                    <a:close/>
                    <a:moveTo>
                      <a:pt x="934352" y="39001"/>
                    </a:moveTo>
                    <a:cubicBezTo>
                      <a:pt x="922712" y="39001"/>
                      <a:pt x="912152" y="47402"/>
                      <a:pt x="912152" y="67383"/>
                    </a:cubicBezTo>
                    <a:cubicBezTo>
                      <a:pt x="912152" y="87363"/>
                      <a:pt x="922892" y="95643"/>
                      <a:pt x="934352" y="95643"/>
                    </a:cubicBezTo>
                    <a:cubicBezTo>
                      <a:pt x="945813" y="95643"/>
                      <a:pt x="956733" y="86643"/>
                      <a:pt x="956733" y="67383"/>
                    </a:cubicBezTo>
                    <a:cubicBezTo>
                      <a:pt x="956733" y="47642"/>
                      <a:pt x="945993" y="39001"/>
                      <a:pt x="934352" y="39001"/>
                    </a:cubicBezTo>
                    <a:close/>
                    <a:moveTo>
                      <a:pt x="443295" y="39001"/>
                    </a:moveTo>
                    <a:cubicBezTo>
                      <a:pt x="431655" y="39001"/>
                      <a:pt x="421095" y="47402"/>
                      <a:pt x="421095" y="67383"/>
                    </a:cubicBezTo>
                    <a:cubicBezTo>
                      <a:pt x="421095" y="87363"/>
                      <a:pt x="431835" y="95643"/>
                      <a:pt x="443295" y="95643"/>
                    </a:cubicBezTo>
                    <a:cubicBezTo>
                      <a:pt x="454756" y="95643"/>
                      <a:pt x="465676" y="86643"/>
                      <a:pt x="465676" y="67383"/>
                    </a:cubicBezTo>
                    <a:cubicBezTo>
                      <a:pt x="465676" y="47642"/>
                      <a:pt x="454936" y="39001"/>
                      <a:pt x="443295" y="39001"/>
                    </a:cubicBezTo>
                    <a:close/>
                    <a:moveTo>
                      <a:pt x="713785" y="38582"/>
                    </a:moveTo>
                    <a:cubicBezTo>
                      <a:pt x="701845" y="38582"/>
                      <a:pt x="693025" y="44762"/>
                      <a:pt x="690985" y="59762"/>
                    </a:cubicBezTo>
                    <a:lnTo>
                      <a:pt x="735146" y="59762"/>
                    </a:lnTo>
                    <a:cubicBezTo>
                      <a:pt x="734726" y="48002"/>
                      <a:pt x="726446" y="38582"/>
                      <a:pt x="713785" y="38582"/>
                    </a:cubicBezTo>
                    <a:close/>
                    <a:moveTo>
                      <a:pt x="228308" y="38582"/>
                    </a:moveTo>
                    <a:cubicBezTo>
                      <a:pt x="216368" y="38582"/>
                      <a:pt x="207548" y="44762"/>
                      <a:pt x="205508" y="59762"/>
                    </a:cubicBezTo>
                    <a:lnTo>
                      <a:pt x="249669" y="59762"/>
                    </a:lnTo>
                    <a:cubicBezTo>
                      <a:pt x="249249" y="48002"/>
                      <a:pt x="240969" y="38582"/>
                      <a:pt x="228308" y="38582"/>
                    </a:cubicBezTo>
                    <a:close/>
                    <a:moveTo>
                      <a:pt x="106144" y="27541"/>
                    </a:moveTo>
                    <a:lnTo>
                      <a:pt x="121445" y="27541"/>
                    </a:lnTo>
                    <a:lnTo>
                      <a:pt x="121445" y="106684"/>
                    </a:lnTo>
                    <a:lnTo>
                      <a:pt x="106144" y="106684"/>
                    </a:lnTo>
                    <a:close/>
                    <a:moveTo>
                      <a:pt x="1025675" y="27301"/>
                    </a:moveTo>
                    <a:cubicBezTo>
                      <a:pt x="1026995" y="27301"/>
                      <a:pt x="1028615" y="27301"/>
                      <a:pt x="1029936" y="27421"/>
                    </a:cubicBezTo>
                    <a:lnTo>
                      <a:pt x="1029936" y="43322"/>
                    </a:lnTo>
                    <a:cubicBezTo>
                      <a:pt x="1027115" y="43022"/>
                      <a:pt x="1024475" y="42902"/>
                      <a:pt x="1022015" y="42902"/>
                    </a:cubicBezTo>
                    <a:lnTo>
                      <a:pt x="1022015" y="42842"/>
                    </a:lnTo>
                    <a:cubicBezTo>
                      <a:pt x="1010255" y="42842"/>
                      <a:pt x="1004075" y="48602"/>
                      <a:pt x="1004075" y="65222"/>
                    </a:cubicBezTo>
                    <a:lnTo>
                      <a:pt x="1004075" y="106744"/>
                    </a:lnTo>
                    <a:lnTo>
                      <a:pt x="988774" y="106744"/>
                    </a:lnTo>
                    <a:lnTo>
                      <a:pt x="988774" y="27601"/>
                    </a:lnTo>
                    <a:lnTo>
                      <a:pt x="1003775" y="27601"/>
                    </a:lnTo>
                    <a:lnTo>
                      <a:pt x="1003775" y="41582"/>
                    </a:lnTo>
                    <a:cubicBezTo>
                      <a:pt x="1007915" y="32581"/>
                      <a:pt x="1015835" y="27481"/>
                      <a:pt x="1025675" y="27301"/>
                    </a:cubicBezTo>
                    <a:close/>
                    <a:moveTo>
                      <a:pt x="534558" y="27301"/>
                    </a:moveTo>
                    <a:cubicBezTo>
                      <a:pt x="535878" y="27301"/>
                      <a:pt x="537498" y="27301"/>
                      <a:pt x="538818" y="27421"/>
                    </a:cubicBezTo>
                    <a:lnTo>
                      <a:pt x="538818" y="43322"/>
                    </a:lnTo>
                    <a:cubicBezTo>
                      <a:pt x="535998" y="43022"/>
                      <a:pt x="533358" y="42902"/>
                      <a:pt x="530898" y="42902"/>
                    </a:cubicBezTo>
                    <a:lnTo>
                      <a:pt x="530898" y="42842"/>
                    </a:lnTo>
                    <a:cubicBezTo>
                      <a:pt x="519138" y="42842"/>
                      <a:pt x="512958" y="48602"/>
                      <a:pt x="512958" y="65222"/>
                    </a:cubicBezTo>
                    <a:lnTo>
                      <a:pt x="512958" y="106744"/>
                    </a:lnTo>
                    <a:lnTo>
                      <a:pt x="497657" y="106744"/>
                    </a:lnTo>
                    <a:lnTo>
                      <a:pt x="497657" y="27601"/>
                    </a:lnTo>
                    <a:lnTo>
                      <a:pt x="512658" y="27601"/>
                    </a:lnTo>
                    <a:lnTo>
                      <a:pt x="512658" y="41582"/>
                    </a:lnTo>
                    <a:cubicBezTo>
                      <a:pt x="516798" y="32581"/>
                      <a:pt x="524718" y="27481"/>
                      <a:pt x="534558" y="27301"/>
                    </a:cubicBezTo>
                    <a:close/>
                    <a:moveTo>
                      <a:pt x="178446" y="27301"/>
                    </a:moveTo>
                    <a:cubicBezTo>
                      <a:pt x="179766" y="27301"/>
                      <a:pt x="181386" y="27301"/>
                      <a:pt x="182706" y="27421"/>
                    </a:cubicBezTo>
                    <a:lnTo>
                      <a:pt x="182706" y="43322"/>
                    </a:lnTo>
                    <a:cubicBezTo>
                      <a:pt x="179886" y="43022"/>
                      <a:pt x="177246" y="42902"/>
                      <a:pt x="174786" y="42902"/>
                    </a:cubicBezTo>
                    <a:lnTo>
                      <a:pt x="174786" y="42842"/>
                    </a:lnTo>
                    <a:cubicBezTo>
                      <a:pt x="163026" y="42842"/>
                      <a:pt x="156846" y="48602"/>
                      <a:pt x="156846" y="65222"/>
                    </a:cubicBezTo>
                    <a:lnTo>
                      <a:pt x="156846" y="106744"/>
                    </a:lnTo>
                    <a:lnTo>
                      <a:pt x="141545" y="106744"/>
                    </a:lnTo>
                    <a:lnTo>
                      <a:pt x="141545" y="27601"/>
                    </a:lnTo>
                    <a:lnTo>
                      <a:pt x="156546" y="27601"/>
                    </a:lnTo>
                    <a:lnTo>
                      <a:pt x="156546" y="41582"/>
                    </a:lnTo>
                    <a:cubicBezTo>
                      <a:pt x="160686" y="32581"/>
                      <a:pt x="168606" y="27481"/>
                      <a:pt x="178446" y="27301"/>
                    </a:cubicBezTo>
                    <a:close/>
                    <a:moveTo>
                      <a:pt x="934352" y="26041"/>
                    </a:moveTo>
                    <a:cubicBezTo>
                      <a:pt x="953013" y="26041"/>
                      <a:pt x="972934" y="38701"/>
                      <a:pt x="972934" y="67383"/>
                    </a:cubicBezTo>
                    <a:cubicBezTo>
                      <a:pt x="972934" y="96064"/>
                      <a:pt x="953193" y="108604"/>
                      <a:pt x="934352" y="108604"/>
                    </a:cubicBezTo>
                    <a:cubicBezTo>
                      <a:pt x="915692" y="108604"/>
                      <a:pt x="895951" y="95943"/>
                      <a:pt x="895951" y="67383"/>
                    </a:cubicBezTo>
                    <a:cubicBezTo>
                      <a:pt x="895951" y="38821"/>
                      <a:pt x="915692" y="26041"/>
                      <a:pt x="934352" y="26041"/>
                    </a:cubicBezTo>
                    <a:close/>
                    <a:moveTo>
                      <a:pt x="714025" y="26041"/>
                    </a:moveTo>
                    <a:cubicBezTo>
                      <a:pt x="738446" y="26041"/>
                      <a:pt x="752727" y="46082"/>
                      <a:pt x="751107" y="71823"/>
                    </a:cubicBezTo>
                    <a:lnTo>
                      <a:pt x="690805" y="71823"/>
                    </a:lnTo>
                    <a:cubicBezTo>
                      <a:pt x="692305" y="86403"/>
                      <a:pt x="701545" y="95523"/>
                      <a:pt x="713905" y="95523"/>
                    </a:cubicBezTo>
                    <a:cubicBezTo>
                      <a:pt x="724946" y="95523"/>
                      <a:pt x="731426" y="90963"/>
                      <a:pt x="734666" y="83463"/>
                    </a:cubicBezTo>
                    <a:lnTo>
                      <a:pt x="750027" y="83463"/>
                    </a:lnTo>
                    <a:cubicBezTo>
                      <a:pt x="746366" y="96543"/>
                      <a:pt x="734606" y="108604"/>
                      <a:pt x="714445" y="108604"/>
                    </a:cubicBezTo>
                    <a:cubicBezTo>
                      <a:pt x="688824" y="108604"/>
                      <a:pt x="675024" y="89943"/>
                      <a:pt x="675024" y="66962"/>
                    </a:cubicBezTo>
                    <a:cubicBezTo>
                      <a:pt x="675024" y="42362"/>
                      <a:pt x="691525" y="26041"/>
                      <a:pt x="714025" y="26041"/>
                    </a:cubicBezTo>
                    <a:close/>
                    <a:moveTo>
                      <a:pt x="443295" y="26041"/>
                    </a:moveTo>
                    <a:cubicBezTo>
                      <a:pt x="461956" y="26041"/>
                      <a:pt x="481877" y="38701"/>
                      <a:pt x="481877" y="67383"/>
                    </a:cubicBezTo>
                    <a:cubicBezTo>
                      <a:pt x="481877" y="96064"/>
                      <a:pt x="462136" y="108604"/>
                      <a:pt x="443295" y="108604"/>
                    </a:cubicBezTo>
                    <a:cubicBezTo>
                      <a:pt x="424635" y="108604"/>
                      <a:pt x="404894" y="95943"/>
                      <a:pt x="404894" y="67383"/>
                    </a:cubicBezTo>
                    <a:cubicBezTo>
                      <a:pt x="404894" y="38821"/>
                      <a:pt x="424635" y="26041"/>
                      <a:pt x="443295" y="26041"/>
                    </a:cubicBezTo>
                    <a:close/>
                    <a:moveTo>
                      <a:pt x="228548" y="26041"/>
                    </a:moveTo>
                    <a:cubicBezTo>
                      <a:pt x="252969" y="26041"/>
                      <a:pt x="267250" y="46082"/>
                      <a:pt x="265630" y="71823"/>
                    </a:cubicBezTo>
                    <a:lnTo>
                      <a:pt x="205328" y="71823"/>
                    </a:lnTo>
                    <a:cubicBezTo>
                      <a:pt x="206828" y="86403"/>
                      <a:pt x="216068" y="95523"/>
                      <a:pt x="228428" y="95523"/>
                    </a:cubicBezTo>
                    <a:cubicBezTo>
                      <a:pt x="239469" y="95523"/>
                      <a:pt x="245949" y="90963"/>
                      <a:pt x="249189" y="83463"/>
                    </a:cubicBezTo>
                    <a:lnTo>
                      <a:pt x="264550" y="83463"/>
                    </a:lnTo>
                    <a:cubicBezTo>
                      <a:pt x="260889" y="96543"/>
                      <a:pt x="249129" y="108604"/>
                      <a:pt x="228968" y="108604"/>
                    </a:cubicBezTo>
                    <a:cubicBezTo>
                      <a:pt x="203347" y="108604"/>
                      <a:pt x="189547" y="89943"/>
                      <a:pt x="189547" y="66962"/>
                    </a:cubicBezTo>
                    <a:cubicBezTo>
                      <a:pt x="189547" y="42362"/>
                      <a:pt x="206048" y="26041"/>
                      <a:pt x="228548" y="26041"/>
                    </a:cubicBezTo>
                    <a:close/>
                    <a:moveTo>
                      <a:pt x="582980" y="25681"/>
                    </a:moveTo>
                    <a:cubicBezTo>
                      <a:pt x="603441" y="25681"/>
                      <a:pt x="615201" y="35521"/>
                      <a:pt x="614901" y="59222"/>
                    </a:cubicBezTo>
                    <a:cubicBezTo>
                      <a:pt x="614901" y="61142"/>
                      <a:pt x="614601" y="74823"/>
                      <a:pt x="614601" y="78183"/>
                    </a:cubicBezTo>
                    <a:cubicBezTo>
                      <a:pt x="614601" y="89943"/>
                      <a:pt x="615321" y="99664"/>
                      <a:pt x="616822" y="106744"/>
                    </a:cubicBezTo>
                    <a:lnTo>
                      <a:pt x="602121" y="106744"/>
                    </a:lnTo>
                    <a:cubicBezTo>
                      <a:pt x="601521" y="103624"/>
                      <a:pt x="601101" y="101284"/>
                      <a:pt x="600801" y="96303"/>
                    </a:cubicBezTo>
                    <a:cubicBezTo>
                      <a:pt x="596121" y="104224"/>
                      <a:pt x="587120" y="108664"/>
                      <a:pt x="574340" y="108664"/>
                    </a:cubicBezTo>
                    <a:cubicBezTo>
                      <a:pt x="558319" y="108664"/>
                      <a:pt x="546079" y="99844"/>
                      <a:pt x="546079" y="85443"/>
                    </a:cubicBezTo>
                    <a:cubicBezTo>
                      <a:pt x="546079" y="66182"/>
                      <a:pt x="568760" y="61022"/>
                      <a:pt x="599481" y="57782"/>
                    </a:cubicBezTo>
                    <a:lnTo>
                      <a:pt x="599421" y="57722"/>
                    </a:lnTo>
                    <a:lnTo>
                      <a:pt x="599421" y="56102"/>
                    </a:lnTo>
                    <a:cubicBezTo>
                      <a:pt x="599421" y="42122"/>
                      <a:pt x="592041" y="37441"/>
                      <a:pt x="582380" y="37441"/>
                    </a:cubicBezTo>
                    <a:cubicBezTo>
                      <a:pt x="571760" y="37441"/>
                      <a:pt x="565760" y="42902"/>
                      <a:pt x="565160" y="52622"/>
                    </a:cubicBezTo>
                    <a:lnTo>
                      <a:pt x="549739" y="52622"/>
                    </a:lnTo>
                    <a:cubicBezTo>
                      <a:pt x="551059" y="35821"/>
                      <a:pt x="564920" y="25681"/>
                      <a:pt x="582980" y="25681"/>
                    </a:cubicBezTo>
                    <a:close/>
                    <a:moveTo>
                      <a:pt x="16801" y="13860"/>
                    </a:moveTo>
                    <a:lnTo>
                      <a:pt x="16801" y="92883"/>
                    </a:lnTo>
                    <a:lnTo>
                      <a:pt x="28441" y="92883"/>
                    </a:lnTo>
                    <a:cubicBezTo>
                      <a:pt x="49802" y="92883"/>
                      <a:pt x="70682" y="88443"/>
                      <a:pt x="70682" y="53282"/>
                    </a:cubicBezTo>
                    <a:cubicBezTo>
                      <a:pt x="70682" y="18121"/>
                      <a:pt x="49802" y="13860"/>
                      <a:pt x="28441" y="13860"/>
                    </a:cubicBezTo>
                    <a:close/>
                    <a:moveTo>
                      <a:pt x="769046" y="7321"/>
                    </a:moveTo>
                    <a:lnTo>
                      <a:pt x="784287" y="7321"/>
                    </a:lnTo>
                    <a:lnTo>
                      <a:pt x="784287" y="27542"/>
                    </a:lnTo>
                    <a:lnTo>
                      <a:pt x="799888" y="27542"/>
                    </a:lnTo>
                    <a:lnTo>
                      <a:pt x="799888" y="39182"/>
                    </a:lnTo>
                    <a:lnTo>
                      <a:pt x="784287" y="39182"/>
                    </a:lnTo>
                    <a:lnTo>
                      <a:pt x="784287" y="84364"/>
                    </a:lnTo>
                    <a:cubicBezTo>
                      <a:pt x="784287" y="92464"/>
                      <a:pt x="785607" y="94504"/>
                      <a:pt x="793287" y="94504"/>
                    </a:cubicBezTo>
                    <a:lnTo>
                      <a:pt x="799768" y="94504"/>
                    </a:lnTo>
                    <a:lnTo>
                      <a:pt x="799768" y="106744"/>
                    </a:lnTo>
                    <a:lnTo>
                      <a:pt x="788607" y="106744"/>
                    </a:lnTo>
                    <a:cubicBezTo>
                      <a:pt x="772587" y="106744"/>
                      <a:pt x="769046" y="102784"/>
                      <a:pt x="769046" y="86464"/>
                    </a:cubicBezTo>
                    <a:lnTo>
                      <a:pt x="769046" y="39242"/>
                    </a:lnTo>
                    <a:lnTo>
                      <a:pt x="756986" y="39242"/>
                    </a:lnTo>
                    <a:lnTo>
                      <a:pt x="756986" y="27602"/>
                    </a:lnTo>
                    <a:lnTo>
                      <a:pt x="769046" y="27602"/>
                    </a:lnTo>
                    <a:close/>
                    <a:moveTo>
                      <a:pt x="636502" y="7321"/>
                    </a:moveTo>
                    <a:lnTo>
                      <a:pt x="651743" y="7321"/>
                    </a:lnTo>
                    <a:lnTo>
                      <a:pt x="651743" y="27542"/>
                    </a:lnTo>
                    <a:lnTo>
                      <a:pt x="667343" y="27542"/>
                    </a:lnTo>
                    <a:lnTo>
                      <a:pt x="667343" y="39182"/>
                    </a:lnTo>
                    <a:lnTo>
                      <a:pt x="651743" y="39182"/>
                    </a:lnTo>
                    <a:lnTo>
                      <a:pt x="651743" y="84364"/>
                    </a:lnTo>
                    <a:cubicBezTo>
                      <a:pt x="651743" y="92464"/>
                      <a:pt x="653063" y="94504"/>
                      <a:pt x="660743" y="94504"/>
                    </a:cubicBezTo>
                    <a:lnTo>
                      <a:pt x="667223" y="94504"/>
                    </a:lnTo>
                    <a:lnTo>
                      <a:pt x="667223" y="106744"/>
                    </a:lnTo>
                    <a:lnTo>
                      <a:pt x="656063" y="106744"/>
                    </a:lnTo>
                    <a:cubicBezTo>
                      <a:pt x="640042" y="106744"/>
                      <a:pt x="636502" y="102784"/>
                      <a:pt x="636502" y="86464"/>
                    </a:cubicBezTo>
                    <a:lnTo>
                      <a:pt x="636502" y="39242"/>
                    </a:lnTo>
                    <a:lnTo>
                      <a:pt x="624442" y="39242"/>
                    </a:lnTo>
                    <a:lnTo>
                      <a:pt x="624442" y="27602"/>
                    </a:lnTo>
                    <a:lnTo>
                      <a:pt x="636502" y="27602"/>
                    </a:lnTo>
                    <a:close/>
                    <a:moveTo>
                      <a:pt x="366252" y="7321"/>
                    </a:moveTo>
                    <a:lnTo>
                      <a:pt x="381493" y="7321"/>
                    </a:lnTo>
                    <a:lnTo>
                      <a:pt x="381493" y="27542"/>
                    </a:lnTo>
                    <a:lnTo>
                      <a:pt x="397094" y="27542"/>
                    </a:lnTo>
                    <a:lnTo>
                      <a:pt x="397094" y="39182"/>
                    </a:lnTo>
                    <a:lnTo>
                      <a:pt x="381493" y="39182"/>
                    </a:lnTo>
                    <a:lnTo>
                      <a:pt x="381493" y="84364"/>
                    </a:lnTo>
                    <a:cubicBezTo>
                      <a:pt x="381493" y="92464"/>
                      <a:pt x="382813" y="94504"/>
                      <a:pt x="390493" y="94504"/>
                    </a:cubicBezTo>
                    <a:lnTo>
                      <a:pt x="396974" y="94504"/>
                    </a:lnTo>
                    <a:lnTo>
                      <a:pt x="396974" y="106744"/>
                    </a:lnTo>
                    <a:lnTo>
                      <a:pt x="385813" y="106744"/>
                    </a:lnTo>
                    <a:cubicBezTo>
                      <a:pt x="369793" y="106744"/>
                      <a:pt x="366252" y="102784"/>
                      <a:pt x="366252" y="86464"/>
                    </a:cubicBezTo>
                    <a:lnTo>
                      <a:pt x="366252" y="39242"/>
                    </a:lnTo>
                    <a:lnTo>
                      <a:pt x="354192" y="39242"/>
                    </a:lnTo>
                    <a:lnTo>
                      <a:pt x="354192" y="27602"/>
                    </a:lnTo>
                    <a:lnTo>
                      <a:pt x="366252" y="27602"/>
                    </a:lnTo>
                    <a:close/>
                    <a:moveTo>
                      <a:pt x="784287" y="7261"/>
                    </a:moveTo>
                    <a:lnTo>
                      <a:pt x="784347" y="7321"/>
                    </a:lnTo>
                    <a:lnTo>
                      <a:pt x="784287" y="7321"/>
                    </a:lnTo>
                    <a:close/>
                    <a:moveTo>
                      <a:pt x="651743" y="7261"/>
                    </a:moveTo>
                    <a:lnTo>
                      <a:pt x="651803" y="7321"/>
                    </a:lnTo>
                    <a:lnTo>
                      <a:pt x="651743" y="7321"/>
                    </a:lnTo>
                    <a:close/>
                    <a:moveTo>
                      <a:pt x="381493" y="7261"/>
                    </a:moveTo>
                    <a:lnTo>
                      <a:pt x="381553" y="7321"/>
                    </a:lnTo>
                    <a:lnTo>
                      <a:pt x="381493" y="7321"/>
                    </a:lnTo>
                    <a:close/>
                    <a:moveTo>
                      <a:pt x="883051" y="0"/>
                    </a:moveTo>
                    <a:lnTo>
                      <a:pt x="889951" y="0"/>
                    </a:lnTo>
                    <a:lnTo>
                      <a:pt x="889951" y="12240"/>
                    </a:lnTo>
                    <a:lnTo>
                      <a:pt x="884071" y="12240"/>
                    </a:lnTo>
                    <a:cubicBezTo>
                      <a:pt x="876271" y="12240"/>
                      <a:pt x="874651" y="13860"/>
                      <a:pt x="874651" y="22081"/>
                    </a:cubicBezTo>
                    <a:lnTo>
                      <a:pt x="874651" y="27541"/>
                    </a:lnTo>
                    <a:lnTo>
                      <a:pt x="889951" y="27541"/>
                    </a:lnTo>
                    <a:lnTo>
                      <a:pt x="889951" y="39181"/>
                    </a:lnTo>
                    <a:lnTo>
                      <a:pt x="874651" y="39181"/>
                    </a:lnTo>
                    <a:lnTo>
                      <a:pt x="874651" y="106744"/>
                    </a:lnTo>
                    <a:lnTo>
                      <a:pt x="859350" y="106744"/>
                    </a:lnTo>
                    <a:lnTo>
                      <a:pt x="859350" y="39181"/>
                    </a:lnTo>
                    <a:lnTo>
                      <a:pt x="848310" y="39181"/>
                    </a:lnTo>
                    <a:lnTo>
                      <a:pt x="848310" y="27541"/>
                    </a:lnTo>
                    <a:lnTo>
                      <a:pt x="859350" y="27541"/>
                    </a:lnTo>
                    <a:lnTo>
                      <a:pt x="859350" y="22261"/>
                    </a:lnTo>
                    <a:cubicBezTo>
                      <a:pt x="859350" y="4740"/>
                      <a:pt x="864511" y="60"/>
                      <a:pt x="883051" y="60"/>
                    </a:cubicBezTo>
                    <a:close/>
                    <a:moveTo>
                      <a:pt x="280990" y="0"/>
                    </a:moveTo>
                    <a:lnTo>
                      <a:pt x="296291" y="0"/>
                    </a:lnTo>
                    <a:lnTo>
                      <a:pt x="296291" y="61382"/>
                    </a:lnTo>
                    <a:lnTo>
                      <a:pt x="296351" y="61382"/>
                    </a:lnTo>
                    <a:lnTo>
                      <a:pt x="327852" y="27541"/>
                    </a:lnTo>
                    <a:lnTo>
                      <a:pt x="346512" y="27541"/>
                    </a:lnTo>
                    <a:lnTo>
                      <a:pt x="315731" y="60182"/>
                    </a:lnTo>
                    <a:lnTo>
                      <a:pt x="348672" y="106684"/>
                    </a:lnTo>
                    <a:lnTo>
                      <a:pt x="330432" y="106684"/>
                    </a:lnTo>
                    <a:lnTo>
                      <a:pt x="305291" y="71223"/>
                    </a:lnTo>
                    <a:lnTo>
                      <a:pt x="296291" y="80763"/>
                    </a:lnTo>
                    <a:lnTo>
                      <a:pt x="296291" y="106684"/>
                    </a:lnTo>
                    <a:lnTo>
                      <a:pt x="280990" y="106684"/>
                    </a:lnTo>
                    <a:close/>
                    <a:moveTo>
                      <a:pt x="106144" y="0"/>
                    </a:moveTo>
                    <a:lnTo>
                      <a:pt x="121445" y="0"/>
                    </a:lnTo>
                    <a:lnTo>
                      <a:pt x="121445" y="16921"/>
                    </a:lnTo>
                    <a:lnTo>
                      <a:pt x="106144" y="16921"/>
                    </a:lnTo>
                    <a:close/>
                    <a:moveTo>
                      <a:pt x="0" y="0"/>
                    </a:moveTo>
                    <a:lnTo>
                      <a:pt x="29161" y="0"/>
                    </a:lnTo>
                    <a:cubicBezTo>
                      <a:pt x="63002" y="0"/>
                      <a:pt x="88023" y="12240"/>
                      <a:pt x="88023" y="53282"/>
                    </a:cubicBezTo>
                    <a:cubicBezTo>
                      <a:pt x="88023" y="94503"/>
                      <a:pt x="63002" y="106684"/>
                      <a:pt x="29161" y="106684"/>
                    </a:cubicBezTo>
                    <a:lnTo>
                      <a:pt x="0" y="106684"/>
                    </a:lnTo>
                    <a:close/>
                  </a:path>
                </a:pathLst>
              </a:custGeom>
              <a:grp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sz="1429"/>
              </a:p>
            </p:txBody>
          </p:sp>
        </p:grpSp>
        <p:sp>
          <p:nvSpPr>
            <p:cNvPr id="51" name="Friform 50" hidden="1">
              <a:extLst>
                <a:ext uri="{FF2B5EF4-FFF2-40B4-BE49-F238E27FC236}">
                  <a16:creationId xmlns:a16="http://schemas.microsoft.com/office/drawing/2014/main" id="{33846F9C-0E5B-9A82-F3AE-9D3BBEF3D303}"/>
                </a:ext>
              </a:extLst>
            </p:cNvPr>
            <p:cNvSpPr/>
            <p:nvPr/>
          </p:nvSpPr>
          <p:spPr>
            <a:xfrm>
              <a:off x="2525882" y="1214982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1"/>
                    <a:pt x="4913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8" name="Plassholder for dato 7">
            <a:extLst>
              <a:ext uri="{FF2B5EF4-FFF2-40B4-BE49-F238E27FC236}">
                <a16:creationId xmlns:a16="http://schemas.microsoft.com/office/drawing/2014/main" id="{363D59E3-92E2-4560-7179-D8D379FE208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7697397" y="7065961"/>
            <a:ext cx="1018194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30.11.2023</a:t>
            </a:r>
            <a:endParaRPr lang="nb-NO" dirty="0"/>
          </a:p>
        </p:txBody>
      </p:sp>
      <p:sp>
        <p:nvSpPr>
          <p:cNvPr id="9" name="Plassholder for bunntekst 8">
            <a:extLst>
              <a:ext uri="{FF2B5EF4-FFF2-40B4-BE49-F238E27FC236}">
                <a16:creationId xmlns:a16="http://schemas.microsoft.com/office/drawing/2014/main" id="{4C6206F9-31B2-8A89-094E-C1792F8E3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126123" y="7065961"/>
            <a:ext cx="5571226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Eksempel på bunntekst</a:t>
            </a:r>
            <a:endParaRPr lang="nb-NO" dirty="0"/>
          </a:p>
        </p:txBody>
      </p:sp>
      <p:sp>
        <p:nvSpPr>
          <p:cNvPr id="10" name="Plassholder for lysbildenummer 9">
            <a:extLst>
              <a:ext uri="{FF2B5EF4-FFF2-40B4-BE49-F238E27FC236}">
                <a16:creationId xmlns:a16="http://schemas.microsoft.com/office/drawing/2014/main" id="{E21FD9A1-E79A-4004-39DE-0624AD698D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715591" y="7065316"/>
            <a:ext cx="258055" cy="127328"/>
          </a:xfrm>
          <a:prstGeom prst="rect">
            <a:avLst/>
          </a:prstGeom>
        </p:spPr>
        <p:txBody>
          <a:bodyPr/>
          <a:lstStyle/>
          <a:p>
            <a:fld id="{29865669-F740-E64B-B728-E368EA3FB96D}" type="slidenum">
              <a:rPr lang="nb-NO" smtClean="0"/>
              <a:pPr/>
              <a:t>‹#›</a:t>
            </a:fld>
            <a:endParaRPr lang="nb-NO" dirty="0"/>
          </a:p>
        </p:txBody>
      </p:sp>
    </p:spTree>
    <p:extLst>
      <p:ext uri="{BB962C8B-B14F-4D97-AF65-F5344CB8AC3E}">
        <p14:creationId xmlns:p14="http://schemas.microsoft.com/office/powerpoint/2010/main" val="38492840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612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tellysbilde – mørk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Friform 144">
            <a:extLst>
              <a:ext uri="{FF2B5EF4-FFF2-40B4-BE49-F238E27FC236}">
                <a16:creationId xmlns:a16="http://schemas.microsoft.com/office/drawing/2014/main" id="{4E3CB1D7-4D1E-D86C-74C1-6911F74915F7}"/>
              </a:ext>
            </a:extLst>
          </p:cNvPr>
          <p:cNvSpPr/>
          <p:nvPr userDrawn="1"/>
        </p:nvSpPr>
        <p:spPr>
          <a:xfrm>
            <a:off x="426046" y="429411"/>
            <a:ext cx="8294441" cy="4326483"/>
          </a:xfrm>
          <a:custGeom>
            <a:avLst/>
            <a:gdLst>
              <a:gd name="connsiteX0" fmla="*/ 2294981 w 10450132"/>
              <a:gd name="connsiteY0" fmla="*/ 5433298 h 5450835"/>
              <a:gd name="connsiteX1" fmla="*/ 2304046 w 10450132"/>
              <a:gd name="connsiteY1" fmla="*/ 5433298 h 5450835"/>
              <a:gd name="connsiteX2" fmla="*/ 2304834 w 10450132"/>
              <a:gd name="connsiteY2" fmla="*/ 5433758 h 5450835"/>
              <a:gd name="connsiteX3" fmla="*/ 2309366 w 10450132"/>
              <a:gd name="connsiteY3" fmla="*/ 5441639 h 5450835"/>
              <a:gd name="connsiteX4" fmla="*/ 2309366 w 10450132"/>
              <a:gd name="connsiteY4" fmla="*/ 5442493 h 5450835"/>
              <a:gd name="connsiteX5" fmla="*/ 2304834 w 10450132"/>
              <a:gd name="connsiteY5" fmla="*/ 5450375 h 5450835"/>
              <a:gd name="connsiteX6" fmla="*/ 2304046 w 10450132"/>
              <a:gd name="connsiteY6" fmla="*/ 5450835 h 5450835"/>
              <a:gd name="connsiteX7" fmla="*/ 2294981 w 10450132"/>
              <a:gd name="connsiteY7" fmla="*/ 5450835 h 5450835"/>
              <a:gd name="connsiteX8" fmla="*/ 2294193 w 10450132"/>
              <a:gd name="connsiteY8" fmla="*/ 5450375 h 5450835"/>
              <a:gd name="connsiteX9" fmla="*/ 2289662 w 10450132"/>
              <a:gd name="connsiteY9" fmla="*/ 5442493 h 5450835"/>
              <a:gd name="connsiteX10" fmla="*/ 2289662 w 10450132"/>
              <a:gd name="connsiteY10" fmla="*/ 5441639 h 5450835"/>
              <a:gd name="connsiteX11" fmla="*/ 2294193 w 10450132"/>
              <a:gd name="connsiteY11" fmla="*/ 5433758 h 5450835"/>
              <a:gd name="connsiteX12" fmla="*/ 2294981 w 10450132"/>
              <a:gd name="connsiteY12" fmla="*/ 5433298 h 5450835"/>
              <a:gd name="connsiteX13" fmla="*/ 10435623 w 10450132"/>
              <a:gd name="connsiteY13" fmla="*/ 5425804 h 5450835"/>
              <a:gd name="connsiteX14" fmla="*/ 10444687 w 10450132"/>
              <a:gd name="connsiteY14" fmla="*/ 5425804 h 5450835"/>
              <a:gd name="connsiteX15" fmla="*/ 10445475 w 10450132"/>
              <a:gd name="connsiteY15" fmla="*/ 5426264 h 5450835"/>
              <a:gd name="connsiteX16" fmla="*/ 10450008 w 10450132"/>
              <a:gd name="connsiteY16" fmla="*/ 5434145 h 5450835"/>
              <a:gd name="connsiteX17" fmla="*/ 10450008 w 10450132"/>
              <a:gd name="connsiteY17" fmla="*/ 5434999 h 5450835"/>
              <a:gd name="connsiteX18" fmla="*/ 10445475 w 10450132"/>
              <a:gd name="connsiteY18" fmla="*/ 5442880 h 5450835"/>
              <a:gd name="connsiteX19" fmla="*/ 10444687 w 10450132"/>
              <a:gd name="connsiteY19" fmla="*/ 5443340 h 5450835"/>
              <a:gd name="connsiteX20" fmla="*/ 10435623 w 10450132"/>
              <a:gd name="connsiteY20" fmla="*/ 5443340 h 5450835"/>
              <a:gd name="connsiteX21" fmla="*/ 10434835 w 10450132"/>
              <a:gd name="connsiteY21" fmla="*/ 5442880 h 5450835"/>
              <a:gd name="connsiteX22" fmla="*/ 10430303 w 10450132"/>
              <a:gd name="connsiteY22" fmla="*/ 5434999 h 5450835"/>
              <a:gd name="connsiteX23" fmla="*/ 10430303 w 10450132"/>
              <a:gd name="connsiteY23" fmla="*/ 5434145 h 5450835"/>
              <a:gd name="connsiteX24" fmla="*/ 10434835 w 10450132"/>
              <a:gd name="connsiteY24" fmla="*/ 5426264 h 5450835"/>
              <a:gd name="connsiteX25" fmla="*/ 10435623 w 10450132"/>
              <a:gd name="connsiteY25" fmla="*/ 5425804 h 5450835"/>
              <a:gd name="connsiteX26" fmla="*/ 10181243 w 10450132"/>
              <a:gd name="connsiteY26" fmla="*/ 5425804 h 5450835"/>
              <a:gd name="connsiteX27" fmla="*/ 10190306 w 10450132"/>
              <a:gd name="connsiteY27" fmla="*/ 5425804 h 5450835"/>
              <a:gd name="connsiteX28" fmla="*/ 10191094 w 10450132"/>
              <a:gd name="connsiteY28" fmla="*/ 5426264 h 5450835"/>
              <a:gd name="connsiteX29" fmla="*/ 10195627 w 10450132"/>
              <a:gd name="connsiteY29" fmla="*/ 5434145 h 5450835"/>
              <a:gd name="connsiteX30" fmla="*/ 10195627 w 10450132"/>
              <a:gd name="connsiteY30" fmla="*/ 5434999 h 5450835"/>
              <a:gd name="connsiteX31" fmla="*/ 10191094 w 10450132"/>
              <a:gd name="connsiteY31" fmla="*/ 5442880 h 5450835"/>
              <a:gd name="connsiteX32" fmla="*/ 10190306 w 10450132"/>
              <a:gd name="connsiteY32" fmla="*/ 5443340 h 5450835"/>
              <a:gd name="connsiteX33" fmla="*/ 10181243 w 10450132"/>
              <a:gd name="connsiteY33" fmla="*/ 5443340 h 5450835"/>
              <a:gd name="connsiteX34" fmla="*/ 10180455 w 10450132"/>
              <a:gd name="connsiteY34" fmla="*/ 5442880 h 5450835"/>
              <a:gd name="connsiteX35" fmla="*/ 10175923 w 10450132"/>
              <a:gd name="connsiteY35" fmla="*/ 5434999 h 5450835"/>
              <a:gd name="connsiteX36" fmla="*/ 10175923 w 10450132"/>
              <a:gd name="connsiteY36" fmla="*/ 5434145 h 5450835"/>
              <a:gd name="connsiteX37" fmla="*/ 10180455 w 10450132"/>
              <a:gd name="connsiteY37" fmla="*/ 5426264 h 5450835"/>
              <a:gd name="connsiteX38" fmla="*/ 10181243 w 10450132"/>
              <a:gd name="connsiteY38" fmla="*/ 5425804 h 5450835"/>
              <a:gd name="connsiteX39" fmla="*/ 9926862 w 10450132"/>
              <a:gd name="connsiteY39" fmla="*/ 5425804 h 5450835"/>
              <a:gd name="connsiteX40" fmla="*/ 9935926 w 10450132"/>
              <a:gd name="connsiteY40" fmla="*/ 5425804 h 5450835"/>
              <a:gd name="connsiteX41" fmla="*/ 9936714 w 10450132"/>
              <a:gd name="connsiteY41" fmla="*/ 5426264 h 5450835"/>
              <a:gd name="connsiteX42" fmla="*/ 9941247 w 10450132"/>
              <a:gd name="connsiteY42" fmla="*/ 5434145 h 5450835"/>
              <a:gd name="connsiteX43" fmla="*/ 9941247 w 10450132"/>
              <a:gd name="connsiteY43" fmla="*/ 5434999 h 5450835"/>
              <a:gd name="connsiteX44" fmla="*/ 9936714 w 10450132"/>
              <a:gd name="connsiteY44" fmla="*/ 5442880 h 5450835"/>
              <a:gd name="connsiteX45" fmla="*/ 9935926 w 10450132"/>
              <a:gd name="connsiteY45" fmla="*/ 5443340 h 5450835"/>
              <a:gd name="connsiteX46" fmla="*/ 9926862 w 10450132"/>
              <a:gd name="connsiteY46" fmla="*/ 5443340 h 5450835"/>
              <a:gd name="connsiteX47" fmla="*/ 9926074 w 10450132"/>
              <a:gd name="connsiteY47" fmla="*/ 5442880 h 5450835"/>
              <a:gd name="connsiteX48" fmla="*/ 9921542 w 10450132"/>
              <a:gd name="connsiteY48" fmla="*/ 5434999 h 5450835"/>
              <a:gd name="connsiteX49" fmla="*/ 9921542 w 10450132"/>
              <a:gd name="connsiteY49" fmla="*/ 5434145 h 5450835"/>
              <a:gd name="connsiteX50" fmla="*/ 9926074 w 10450132"/>
              <a:gd name="connsiteY50" fmla="*/ 5426264 h 5450835"/>
              <a:gd name="connsiteX51" fmla="*/ 9926862 w 10450132"/>
              <a:gd name="connsiteY51" fmla="*/ 5425804 h 5450835"/>
              <a:gd name="connsiteX52" fmla="*/ 9672482 w 10450132"/>
              <a:gd name="connsiteY52" fmla="*/ 5425804 h 5450835"/>
              <a:gd name="connsiteX53" fmla="*/ 9681546 w 10450132"/>
              <a:gd name="connsiteY53" fmla="*/ 5425804 h 5450835"/>
              <a:gd name="connsiteX54" fmla="*/ 9682334 w 10450132"/>
              <a:gd name="connsiteY54" fmla="*/ 5426264 h 5450835"/>
              <a:gd name="connsiteX55" fmla="*/ 9686866 w 10450132"/>
              <a:gd name="connsiteY55" fmla="*/ 5434145 h 5450835"/>
              <a:gd name="connsiteX56" fmla="*/ 9686866 w 10450132"/>
              <a:gd name="connsiteY56" fmla="*/ 5434999 h 5450835"/>
              <a:gd name="connsiteX57" fmla="*/ 9682334 w 10450132"/>
              <a:gd name="connsiteY57" fmla="*/ 5442880 h 5450835"/>
              <a:gd name="connsiteX58" fmla="*/ 9681546 w 10450132"/>
              <a:gd name="connsiteY58" fmla="*/ 5443340 h 5450835"/>
              <a:gd name="connsiteX59" fmla="*/ 9672482 w 10450132"/>
              <a:gd name="connsiteY59" fmla="*/ 5443340 h 5450835"/>
              <a:gd name="connsiteX60" fmla="*/ 9671694 w 10450132"/>
              <a:gd name="connsiteY60" fmla="*/ 5442880 h 5450835"/>
              <a:gd name="connsiteX61" fmla="*/ 9667161 w 10450132"/>
              <a:gd name="connsiteY61" fmla="*/ 5434999 h 5450835"/>
              <a:gd name="connsiteX62" fmla="*/ 9667161 w 10450132"/>
              <a:gd name="connsiteY62" fmla="*/ 5434145 h 5450835"/>
              <a:gd name="connsiteX63" fmla="*/ 9671694 w 10450132"/>
              <a:gd name="connsiteY63" fmla="*/ 5426264 h 5450835"/>
              <a:gd name="connsiteX64" fmla="*/ 9672482 w 10450132"/>
              <a:gd name="connsiteY64" fmla="*/ 5425804 h 5450835"/>
              <a:gd name="connsiteX65" fmla="*/ 9418035 w 10450132"/>
              <a:gd name="connsiteY65" fmla="*/ 5425804 h 5450835"/>
              <a:gd name="connsiteX66" fmla="*/ 9427099 w 10450132"/>
              <a:gd name="connsiteY66" fmla="*/ 5425804 h 5450835"/>
              <a:gd name="connsiteX67" fmla="*/ 9427887 w 10450132"/>
              <a:gd name="connsiteY67" fmla="*/ 5426264 h 5450835"/>
              <a:gd name="connsiteX68" fmla="*/ 9432419 w 10450132"/>
              <a:gd name="connsiteY68" fmla="*/ 5434145 h 5450835"/>
              <a:gd name="connsiteX69" fmla="*/ 9432419 w 10450132"/>
              <a:gd name="connsiteY69" fmla="*/ 5434999 h 5450835"/>
              <a:gd name="connsiteX70" fmla="*/ 9427887 w 10450132"/>
              <a:gd name="connsiteY70" fmla="*/ 5442880 h 5450835"/>
              <a:gd name="connsiteX71" fmla="*/ 9427099 w 10450132"/>
              <a:gd name="connsiteY71" fmla="*/ 5443340 h 5450835"/>
              <a:gd name="connsiteX72" fmla="*/ 9418035 w 10450132"/>
              <a:gd name="connsiteY72" fmla="*/ 5443340 h 5450835"/>
              <a:gd name="connsiteX73" fmla="*/ 9417247 w 10450132"/>
              <a:gd name="connsiteY73" fmla="*/ 5442880 h 5450835"/>
              <a:gd name="connsiteX74" fmla="*/ 9412714 w 10450132"/>
              <a:gd name="connsiteY74" fmla="*/ 5434999 h 5450835"/>
              <a:gd name="connsiteX75" fmla="*/ 9412714 w 10450132"/>
              <a:gd name="connsiteY75" fmla="*/ 5434145 h 5450835"/>
              <a:gd name="connsiteX76" fmla="*/ 9417247 w 10450132"/>
              <a:gd name="connsiteY76" fmla="*/ 5426264 h 5450835"/>
              <a:gd name="connsiteX77" fmla="*/ 9418035 w 10450132"/>
              <a:gd name="connsiteY77" fmla="*/ 5425804 h 5450835"/>
              <a:gd name="connsiteX78" fmla="*/ 9163654 w 10450132"/>
              <a:gd name="connsiteY78" fmla="*/ 5425804 h 5450835"/>
              <a:gd name="connsiteX79" fmla="*/ 9172718 w 10450132"/>
              <a:gd name="connsiteY79" fmla="*/ 5425804 h 5450835"/>
              <a:gd name="connsiteX80" fmla="*/ 9173506 w 10450132"/>
              <a:gd name="connsiteY80" fmla="*/ 5426264 h 5450835"/>
              <a:gd name="connsiteX81" fmla="*/ 9178038 w 10450132"/>
              <a:gd name="connsiteY81" fmla="*/ 5434145 h 5450835"/>
              <a:gd name="connsiteX82" fmla="*/ 9178038 w 10450132"/>
              <a:gd name="connsiteY82" fmla="*/ 5434999 h 5450835"/>
              <a:gd name="connsiteX83" fmla="*/ 9173506 w 10450132"/>
              <a:gd name="connsiteY83" fmla="*/ 5442880 h 5450835"/>
              <a:gd name="connsiteX84" fmla="*/ 9172718 w 10450132"/>
              <a:gd name="connsiteY84" fmla="*/ 5443340 h 5450835"/>
              <a:gd name="connsiteX85" fmla="*/ 9163654 w 10450132"/>
              <a:gd name="connsiteY85" fmla="*/ 5443340 h 5450835"/>
              <a:gd name="connsiteX86" fmla="*/ 9162866 w 10450132"/>
              <a:gd name="connsiteY86" fmla="*/ 5442880 h 5450835"/>
              <a:gd name="connsiteX87" fmla="*/ 9158333 w 10450132"/>
              <a:gd name="connsiteY87" fmla="*/ 5434999 h 5450835"/>
              <a:gd name="connsiteX88" fmla="*/ 9158333 w 10450132"/>
              <a:gd name="connsiteY88" fmla="*/ 5434145 h 5450835"/>
              <a:gd name="connsiteX89" fmla="*/ 9162866 w 10450132"/>
              <a:gd name="connsiteY89" fmla="*/ 5426264 h 5450835"/>
              <a:gd name="connsiteX90" fmla="*/ 9163654 w 10450132"/>
              <a:gd name="connsiteY90" fmla="*/ 5425804 h 5450835"/>
              <a:gd name="connsiteX91" fmla="*/ 8909274 w 10450132"/>
              <a:gd name="connsiteY91" fmla="*/ 5425804 h 5450835"/>
              <a:gd name="connsiteX92" fmla="*/ 8918336 w 10450132"/>
              <a:gd name="connsiteY92" fmla="*/ 5425804 h 5450835"/>
              <a:gd name="connsiteX93" fmla="*/ 8919125 w 10450132"/>
              <a:gd name="connsiteY93" fmla="*/ 5426264 h 5450835"/>
              <a:gd name="connsiteX94" fmla="*/ 8923657 w 10450132"/>
              <a:gd name="connsiteY94" fmla="*/ 5434145 h 5450835"/>
              <a:gd name="connsiteX95" fmla="*/ 8923657 w 10450132"/>
              <a:gd name="connsiteY95" fmla="*/ 5434999 h 5450835"/>
              <a:gd name="connsiteX96" fmla="*/ 8919125 w 10450132"/>
              <a:gd name="connsiteY96" fmla="*/ 5442880 h 5450835"/>
              <a:gd name="connsiteX97" fmla="*/ 8918336 w 10450132"/>
              <a:gd name="connsiteY97" fmla="*/ 5443340 h 5450835"/>
              <a:gd name="connsiteX98" fmla="*/ 8909274 w 10450132"/>
              <a:gd name="connsiteY98" fmla="*/ 5443340 h 5450835"/>
              <a:gd name="connsiteX99" fmla="*/ 8908484 w 10450132"/>
              <a:gd name="connsiteY99" fmla="*/ 5442880 h 5450835"/>
              <a:gd name="connsiteX100" fmla="*/ 8903953 w 10450132"/>
              <a:gd name="connsiteY100" fmla="*/ 5434999 h 5450835"/>
              <a:gd name="connsiteX101" fmla="*/ 8903953 w 10450132"/>
              <a:gd name="connsiteY101" fmla="*/ 5434145 h 5450835"/>
              <a:gd name="connsiteX102" fmla="*/ 8908484 w 10450132"/>
              <a:gd name="connsiteY102" fmla="*/ 5426264 h 5450835"/>
              <a:gd name="connsiteX103" fmla="*/ 8909274 w 10450132"/>
              <a:gd name="connsiteY103" fmla="*/ 5425804 h 5450835"/>
              <a:gd name="connsiteX104" fmla="*/ 8654892 w 10450132"/>
              <a:gd name="connsiteY104" fmla="*/ 5425804 h 5450835"/>
              <a:gd name="connsiteX105" fmla="*/ 8663955 w 10450132"/>
              <a:gd name="connsiteY105" fmla="*/ 5425804 h 5450835"/>
              <a:gd name="connsiteX106" fmla="*/ 8664744 w 10450132"/>
              <a:gd name="connsiteY106" fmla="*/ 5426264 h 5450835"/>
              <a:gd name="connsiteX107" fmla="*/ 8669277 w 10450132"/>
              <a:gd name="connsiteY107" fmla="*/ 5434145 h 5450835"/>
              <a:gd name="connsiteX108" fmla="*/ 8669277 w 10450132"/>
              <a:gd name="connsiteY108" fmla="*/ 5434999 h 5450835"/>
              <a:gd name="connsiteX109" fmla="*/ 8664744 w 10450132"/>
              <a:gd name="connsiteY109" fmla="*/ 5442880 h 5450835"/>
              <a:gd name="connsiteX110" fmla="*/ 8663955 w 10450132"/>
              <a:gd name="connsiteY110" fmla="*/ 5443340 h 5450835"/>
              <a:gd name="connsiteX111" fmla="*/ 8654892 w 10450132"/>
              <a:gd name="connsiteY111" fmla="*/ 5443340 h 5450835"/>
              <a:gd name="connsiteX112" fmla="*/ 8654104 w 10450132"/>
              <a:gd name="connsiteY112" fmla="*/ 5442880 h 5450835"/>
              <a:gd name="connsiteX113" fmla="*/ 8649572 w 10450132"/>
              <a:gd name="connsiteY113" fmla="*/ 5434999 h 5450835"/>
              <a:gd name="connsiteX114" fmla="*/ 8649572 w 10450132"/>
              <a:gd name="connsiteY114" fmla="*/ 5434145 h 5450835"/>
              <a:gd name="connsiteX115" fmla="*/ 8654104 w 10450132"/>
              <a:gd name="connsiteY115" fmla="*/ 5426264 h 5450835"/>
              <a:gd name="connsiteX116" fmla="*/ 8654892 w 10450132"/>
              <a:gd name="connsiteY116" fmla="*/ 5425804 h 5450835"/>
              <a:gd name="connsiteX117" fmla="*/ 8400511 w 10450132"/>
              <a:gd name="connsiteY117" fmla="*/ 5425804 h 5450835"/>
              <a:gd name="connsiteX118" fmla="*/ 8409575 w 10450132"/>
              <a:gd name="connsiteY118" fmla="*/ 5425804 h 5450835"/>
              <a:gd name="connsiteX119" fmla="*/ 8410363 w 10450132"/>
              <a:gd name="connsiteY119" fmla="*/ 5426264 h 5450835"/>
              <a:gd name="connsiteX120" fmla="*/ 8414896 w 10450132"/>
              <a:gd name="connsiteY120" fmla="*/ 5434145 h 5450835"/>
              <a:gd name="connsiteX121" fmla="*/ 8414896 w 10450132"/>
              <a:gd name="connsiteY121" fmla="*/ 5434999 h 5450835"/>
              <a:gd name="connsiteX122" fmla="*/ 8410363 w 10450132"/>
              <a:gd name="connsiteY122" fmla="*/ 5442880 h 5450835"/>
              <a:gd name="connsiteX123" fmla="*/ 8409575 w 10450132"/>
              <a:gd name="connsiteY123" fmla="*/ 5443340 h 5450835"/>
              <a:gd name="connsiteX124" fmla="*/ 8400511 w 10450132"/>
              <a:gd name="connsiteY124" fmla="*/ 5443340 h 5450835"/>
              <a:gd name="connsiteX125" fmla="*/ 8399723 w 10450132"/>
              <a:gd name="connsiteY125" fmla="*/ 5442880 h 5450835"/>
              <a:gd name="connsiteX126" fmla="*/ 8395191 w 10450132"/>
              <a:gd name="connsiteY126" fmla="*/ 5434999 h 5450835"/>
              <a:gd name="connsiteX127" fmla="*/ 8395191 w 10450132"/>
              <a:gd name="connsiteY127" fmla="*/ 5434145 h 5450835"/>
              <a:gd name="connsiteX128" fmla="*/ 8399723 w 10450132"/>
              <a:gd name="connsiteY128" fmla="*/ 5426264 h 5450835"/>
              <a:gd name="connsiteX129" fmla="*/ 8400511 w 10450132"/>
              <a:gd name="connsiteY129" fmla="*/ 5425804 h 5450835"/>
              <a:gd name="connsiteX130" fmla="*/ 8146065 w 10450132"/>
              <a:gd name="connsiteY130" fmla="*/ 5425804 h 5450835"/>
              <a:gd name="connsiteX131" fmla="*/ 8155129 w 10450132"/>
              <a:gd name="connsiteY131" fmla="*/ 5425804 h 5450835"/>
              <a:gd name="connsiteX132" fmla="*/ 8155917 w 10450132"/>
              <a:gd name="connsiteY132" fmla="*/ 5426264 h 5450835"/>
              <a:gd name="connsiteX133" fmla="*/ 8160449 w 10450132"/>
              <a:gd name="connsiteY133" fmla="*/ 5434145 h 5450835"/>
              <a:gd name="connsiteX134" fmla="*/ 8160449 w 10450132"/>
              <a:gd name="connsiteY134" fmla="*/ 5434999 h 5450835"/>
              <a:gd name="connsiteX135" fmla="*/ 8155917 w 10450132"/>
              <a:gd name="connsiteY135" fmla="*/ 5442880 h 5450835"/>
              <a:gd name="connsiteX136" fmla="*/ 8155129 w 10450132"/>
              <a:gd name="connsiteY136" fmla="*/ 5443340 h 5450835"/>
              <a:gd name="connsiteX137" fmla="*/ 8146065 w 10450132"/>
              <a:gd name="connsiteY137" fmla="*/ 5443340 h 5450835"/>
              <a:gd name="connsiteX138" fmla="*/ 8145277 w 10450132"/>
              <a:gd name="connsiteY138" fmla="*/ 5442880 h 5450835"/>
              <a:gd name="connsiteX139" fmla="*/ 8140745 w 10450132"/>
              <a:gd name="connsiteY139" fmla="*/ 5434999 h 5450835"/>
              <a:gd name="connsiteX140" fmla="*/ 8140745 w 10450132"/>
              <a:gd name="connsiteY140" fmla="*/ 5434145 h 5450835"/>
              <a:gd name="connsiteX141" fmla="*/ 8145277 w 10450132"/>
              <a:gd name="connsiteY141" fmla="*/ 5426264 h 5450835"/>
              <a:gd name="connsiteX142" fmla="*/ 8146065 w 10450132"/>
              <a:gd name="connsiteY142" fmla="*/ 5425804 h 5450835"/>
              <a:gd name="connsiteX143" fmla="*/ 7891684 w 10450132"/>
              <a:gd name="connsiteY143" fmla="*/ 5425804 h 5450835"/>
              <a:gd name="connsiteX144" fmla="*/ 7900748 w 10450132"/>
              <a:gd name="connsiteY144" fmla="*/ 5425804 h 5450835"/>
              <a:gd name="connsiteX145" fmla="*/ 7901536 w 10450132"/>
              <a:gd name="connsiteY145" fmla="*/ 5426264 h 5450835"/>
              <a:gd name="connsiteX146" fmla="*/ 7906067 w 10450132"/>
              <a:gd name="connsiteY146" fmla="*/ 5434145 h 5450835"/>
              <a:gd name="connsiteX147" fmla="*/ 7906067 w 10450132"/>
              <a:gd name="connsiteY147" fmla="*/ 5434999 h 5450835"/>
              <a:gd name="connsiteX148" fmla="*/ 7901536 w 10450132"/>
              <a:gd name="connsiteY148" fmla="*/ 5442880 h 5450835"/>
              <a:gd name="connsiteX149" fmla="*/ 7900748 w 10450132"/>
              <a:gd name="connsiteY149" fmla="*/ 5443340 h 5450835"/>
              <a:gd name="connsiteX150" fmla="*/ 7891684 w 10450132"/>
              <a:gd name="connsiteY150" fmla="*/ 5443340 h 5450835"/>
              <a:gd name="connsiteX151" fmla="*/ 7890896 w 10450132"/>
              <a:gd name="connsiteY151" fmla="*/ 5442880 h 5450835"/>
              <a:gd name="connsiteX152" fmla="*/ 7886363 w 10450132"/>
              <a:gd name="connsiteY152" fmla="*/ 5434999 h 5450835"/>
              <a:gd name="connsiteX153" fmla="*/ 7886363 w 10450132"/>
              <a:gd name="connsiteY153" fmla="*/ 5434145 h 5450835"/>
              <a:gd name="connsiteX154" fmla="*/ 7890896 w 10450132"/>
              <a:gd name="connsiteY154" fmla="*/ 5426264 h 5450835"/>
              <a:gd name="connsiteX155" fmla="*/ 7891684 w 10450132"/>
              <a:gd name="connsiteY155" fmla="*/ 5425804 h 5450835"/>
              <a:gd name="connsiteX156" fmla="*/ 7637304 w 10450132"/>
              <a:gd name="connsiteY156" fmla="*/ 5425804 h 5450835"/>
              <a:gd name="connsiteX157" fmla="*/ 7646367 w 10450132"/>
              <a:gd name="connsiteY157" fmla="*/ 5425804 h 5450835"/>
              <a:gd name="connsiteX158" fmla="*/ 7647156 w 10450132"/>
              <a:gd name="connsiteY158" fmla="*/ 5426264 h 5450835"/>
              <a:gd name="connsiteX159" fmla="*/ 7651687 w 10450132"/>
              <a:gd name="connsiteY159" fmla="*/ 5434145 h 5450835"/>
              <a:gd name="connsiteX160" fmla="*/ 7651687 w 10450132"/>
              <a:gd name="connsiteY160" fmla="*/ 5434999 h 5450835"/>
              <a:gd name="connsiteX161" fmla="*/ 7647156 w 10450132"/>
              <a:gd name="connsiteY161" fmla="*/ 5442880 h 5450835"/>
              <a:gd name="connsiteX162" fmla="*/ 7646367 w 10450132"/>
              <a:gd name="connsiteY162" fmla="*/ 5443340 h 5450835"/>
              <a:gd name="connsiteX163" fmla="*/ 7637304 w 10450132"/>
              <a:gd name="connsiteY163" fmla="*/ 5443340 h 5450835"/>
              <a:gd name="connsiteX164" fmla="*/ 7636516 w 10450132"/>
              <a:gd name="connsiteY164" fmla="*/ 5442880 h 5450835"/>
              <a:gd name="connsiteX165" fmla="*/ 7631983 w 10450132"/>
              <a:gd name="connsiteY165" fmla="*/ 5434999 h 5450835"/>
              <a:gd name="connsiteX166" fmla="*/ 7631983 w 10450132"/>
              <a:gd name="connsiteY166" fmla="*/ 5434145 h 5450835"/>
              <a:gd name="connsiteX167" fmla="*/ 7636516 w 10450132"/>
              <a:gd name="connsiteY167" fmla="*/ 5426264 h 5450835"/>
              <a:gd name="connsiteX168" fmla="*/ 7637304 w 10450132"/>
              <a:gd name="connsiteY168" fmla="*/ 5425804 h 5450835"/>
              <a:gd name="connsiteX169" fmla="*/ 7382923 w 10450132"/>
              <a:gd name="connsiteY169" fmla="*/ 5425804 h 5450835"/>
              <a:gd name="connsiteX170" fmla="*/ 7391987 w 10450132"/>
              <a:gd name="connsiteY170" fmla="*/ 5425804 h 5450835"/>
              <a:gd name="connsiteX171" fmla="*/ 7392775 w 10450132"/>
              <a:gd name="connsiteY171" fmla="*/ 5426264 h 5450835"/>
              <a:gd name="connsiteX172" fmla="*/ 7397307 w 10450132"/>
              <a:gd name="connsiteY172" fmla="*/ 5434145 h 5450835"/>
              <a:gd name="connsiteX173" fmla="*/ 7397307 w 10450132"/>
              <a:gd name="connsiteY173" fmla="*/ 5434999 h 5450835"/>
              <a:gd name="connsiteX174" fmla="*/ 7392775 w 10450132"/>
              <a:gd name="connsiteY174" fmla="*/ 5442880 h 5450835"/>
              <a:gd name="connsiteX175" fmla="*/ 7391987 w 10450132"/>
              <a:gd name="connsiteY175" fmla="*/ 5443340 h 5450835"/>
              <a:gd name="connsiteX176" fmla="*/ 7382923 w 10450132"/>
              <a:gd name="connsiteY176" fmla="*/ 5443340 h 5450835"/>
              <a:gd name="connsiteX177" fmla="*/ 7382135 w 10450132"/>
              <a:gd name="connsiteY177" fmla="*/ 5442880 h 5450835"/>
              <a:gd name="connsiteX178" fmla="*/ 7377602 w 10450132"/>
              <a:gd name="connsiteY178" fmla="*/ 5434999 h 5450835"/>
              <a:gd name="connsiteX179" fmla="*/ 7377602 w 10450132"/>
              <a:gd name="connsiteY179" fmla="*/ 5434145 h 5450835"/>
              <a:gd name="connsiteX180" fmla="*/ 7382135 w 10450132"/>
              <a:gd name="connsiteY180" fmla="*/ 5426264 h 5450835"/>
              <a:gd name="connsiteX181" fmla="*/ 7382923 w 10450132"/>
              <a:gd name="connsiteY181" fmla="*/ 5425804 h 5450835"/>
              <a:gd name="connsiteX182" fmla="*/ 7128477 w 10450132"/>
              <a:gd name="connsiteY182" fmla="*/ 5425804 h 5450835"/>
              <a:gd name="connsiteX183" fmla="*/ 7137540 w 10450132"/>
              <a:gd name="connsiteY183" fmla="*/ 5425804 h 5450835"/>
              <a:gd name="connsiteX184" fmla="*/ 7138328 w 10450132"/>
              <a:gd name="connsiteY184" fmla="*/ 5426264 h 5450835"/>
              <a:gd name="connsiteX185" fmla="*/ 7142860 w 10450132"/>
              <a:gd name="connsiteY185" fmla="*/ 5434145 h 5450835"/>
              <a:gd name="connsiteX186" fmla="*/ 7142860 w 10450132"/>
              <a:gd name="connsiteY186" fmla="*/ 5434999 h 5450835"/>
              <a:gd name="connsiteX187" fmla="*/ 7138328 w 10450132"/>
              <a:gd name="connsiteY187" fmla="*/ 5442880 h 5450835"/>
              <a:gd name="connsiteX188" fmla="*/ 7137540 w 10450132"/>
              <a:gd name="connsiteY188" fmla="*/ 5443340 h 5450835"/>
              <a:gd name="connsiteX189" fmla="*/ 7128477 w 10450132"/>
              <a:gd name="connsiteY189" fmla="*/ 5443340 h 5450835"/>
              <a:gd name="connsiteX190" fmla="*/ 7127689 w 10450132"/>
              <a:gd name="connsiteY190" fmla="*/ 5442880 h 5450835"/>
              <a:gd name="connsiteX191" fmla="*/ 7123156 w 10450132"/>
              <a:gd name="connsiteY191" fmla="*/ 5434999 h 5450835"/>
              <a:gd name="connsiteX192" fmla="*/ 7123156 w 10450132"/>
              <a:gd name="connsiteY192" fmla="*/ 5434145 h 5450835"/>
              <a:gd name="connsiteX193" fmla="*/ 7127689 w 10450132"/>
              <a:gd name="connsiteY193" fmla="*/ 5426264 h 5450835"/>
              <a:gd name="connsiteX194" fmla="*/ 7128477 w 10450132"/>
              <a:gd name="connsiteY194" fmla="*/ 5425804 h 5450835"/>
              <a:gd name="connsiteX195" fmla="*/ 6874095 w 10450132"/>
              <a:gd name="connsiteY195" fmla="*/ 5425804 h 5450835"/>
              <a:gd name="connsiteX196" fmla="*/ 6883159 w 10450132"/>
              <a:gd name="connsiteY196" fmla="*/ 5425804 h 5450835"/>
              <a:gd name="connsiteX197" fmla="*/ 6883947 w 10450132"/>
              <a:gd name="connsiteY197" fmla="*/ 5426264 h 5450835"/>
              <a:gd name="connsiteX198" fmla="*/ 6888480 w 10450132"/>
              <a:gd name="connsiteY198" fmla="*/ 5434145 h 5450835"/>
              <a:gd name="connsiteX199" fmla="*/ 6888480 w 10450132"/>
              <a:gd name="connsiteY199" fmla="*/ 5434999 h 5450835"/>
              <a:gd name="connsiteX200" fmla="*/ 6883947 w 10450132"/>
              <a:gd name="connsiteY200" fmla="*/ 5442880 h 5450835"/>
              <a:gd name="connsiteX201" fmla="*/ 6883159 w 10450132"/>
              <a:gd name="connsiteY201" fmla="*/ 5443340 h 5450835"/>
              <a:gd name="connsiteX202" fmla="*/ 6874095 w 10450132"/>
              <a:gd name="connsiteY202" fmla="*/ 5443340 h 5450835"/>
              <a:gd name="connsiteX203" fmla="*/ 6873307 w 10450132"/>
              <a:gd name="connsiteY203" fmla="*/ 5442880 h 5450835"/>
              <a:gd name="connsiteX204" fmla="*/ 6868775 w 10450132"/>
              <a:gd name="connsiteY204" fmla="*/ 5434999 h 5450835"/>
              <a:gd name="connsiteX205" fmla="*/ 6868775 w 10450132"/>
              <a:gd name="connsiteY205" fmla="*/ 5434145 h 5450835"/>
              <a:gd name="connsiteX206" fmla="*/ 6873307 w 10450132"/>
              <a:gd name="connsiteY206" fmla="*/ 5426264 h 5450835"/>
              <a:gd name="connsiteX207" fmla="*/ 6874095 w 10450132"/>
              <a:gd name="connsiteY207" fmla="*/ 5425804 h 5450835"/>
              <a:gd name="connsiteX208" fmla="*/ 6619714 w 10450132"/>
              <a:gd name="connsiteY208" fmla="*/ 5425804 h 5450835"/>
              <a:gd name="connsiteX209" fmla="*/ 6628778 w 10450132"/>
              <a:gd name="connsiteY209" fmla="*/ 5425804 h 5450835"/>
              <a:gd name="connsiteX210" fmla="*/ 6629566 w 10450132"/>
              <a:gd name="connsiteY210" fmla="*/ 5426264 h 5450835"/>
              <a:gd name="connsiteX211" fmla="*/ 6634099 w 10450132"/>
              <a:gd name="connsiteY211" fmla="*/ 5434145 h 5450835"/>
              <a:gd name="connsiteX212" fmla="*/ 6634099 w 10450132"/>
              <a:gd name="connsiteY212" fmla="*/ 5434999 h 5450835"/>
              <a:gd name="connsiteX213" fmla="*/ 6629566 w 10450132"/>
              <a:gd name="connsiteY213" fmla="*/ 5442880 h 5450835"/>
              <a:gd name="connsiteX214" fmla="*/ 6628778 w 10450132"/>
              <a:gd name="connsiteY214" fmla="*/ 5443340 h 5450835"/>
              <a:gd name="connsiteX215" fmla="*/ 6619714 w 10450132"/>
              <a:gd name="connsiteY215" fmla="*/ 5443340 h 5450835"/>
              <a:gd name="connsiteX216" fmla="*/ 6618926 w 10450132"/>
              <a:gd name="connsiteY216" fmla="*/ 5442880 h 5450835"/>
              <a:gd name="connsiteX217" fmla="*/ 6614394 w 10450132"/>
              <a:gd name="connsiteY217" fmla="*/ 5434999 h 5450835"/>
              <a:gd name="connsiteX218" fmla="*/ 6614394 w 10450132"/>
              <a:gd name="connsiteY218" fmla="*/ 5434145 h 5450835"/>
              <a:gd name="connsiteX219" fmla="*/ 6618926 w 10450132"/>
              <a:gd name="connsiteY219" fmla="*/ 5426264 h 5450835"/>
              <a:gd name="connsiteX220" fmla="*/ 6619714 w 10450132"/>
              <a:gd name="connsiteY220" fmla="*/ 5425804 h 5450835"/>
              <a:gd name="connsiteX221" fmla="*/ 6365334 w 10450132"/>
              <a:gd name="connsiteY221" fmla="*/ 5425804 h 5450835"/>
              <a:gd name="connsiteX222" fmla="*/ 6374397 w 10450132"/>
              <a:gd name="connsiteY222" fmla="*/ 5425804 h 5450835"/>
              <a:gd name="connsiteX223" fmla="*/ 6375186 w 10450132"/>
              <a:gd name="connsiteY223" fmla="*/ 5426264 h 5450835"/>
              <a:gd name="connsiteX224" fmla="*/ 6379718 w 10450132"/>
              <a:gd name="connsiteY224" fmla="*/ 5434145 h 5450835"/>
              <a:gd name="connsiteX225" fmla="*/ 6379718 w 10450132"/>
              <a:gd name="connsiteY225" fmla="*/ 5434999 h 5450835"/>
              <a:gd name="connsiteX226" fmla="*/ 6375186 w 10450132"/>
              <a:gd name="connsiteY226" fmla="*/ 5442880 h 5450835"/>
              <a:gd name="connsiteX227" fmla="*/ 6374397 w 10450132"/>
              <a:gd name="connsiteY227" fmla="*/ 5443340 h 5450835"/>
              <a:gd name="connsiteX228" fmla="*/ 6365334 w 10450132"/>
              <a:gd name="connsiteY228" fmla="*/ 5443340 h 5450835"/>
              <a:gd name="connsiteX229" fmla="*/ 6364546 w 10450132"/>
              <a:gd name="connsiteY229" fmla="*/ 5442880 h 5450835"/>
              <a:gd name="connsiteX230" fmla="*/ 6360014 w 10450132"/>
              <a:gd name="connsiteY230" fmla="*/ 5434999 h 5450835"/>
              <a:gd name="connsiteX231" fmla="*/ 6360014 w 10450132"/>
              <a:gd name="connsiteY231" fmla="*/ 5434145 h 5450835"/>
              <a:gd name="connsiteX232" fmla="*/ 6364546 w 10450132"/>
              <a:gd name="connsiteY232" fmla="*/ 5426264 h 5450835"/>
              <a:gd name="connsiteX233" fmla="*/ 6365334 w 10450132"/>
              <a:gd name="connsiteY233" fmla="*/ 5425804 h 5450835"/>
              <a:gd name="connsiteX234" fmla="*/ 6110888 w 10450132"/>
              <a:gd name="connsiteY234" fmla="*/ 5425804 h 5450835"/>
              <a:gd name="connsiteX235" fmla="*/ 6119953 w 10450132"/>
              <a:gd name="connsiteY235" fmla="*/ 5425804 h 5450835"/>
              <a:gd name="connsiteX236" fmla="*/ 6120740 w 10450132"/>
              <a:gd name="connsiteY236" fmla="*/ 5426264 h 5450835"/>
              <a:gd name="connsiteX237" fmla="*/ 6125272 w 10450132"/>
              <a:gd name="connsiteY237" fmla="*/ 5434145 h 5450835"/>
              <a:gd name="connsiteX238" fmla="*/ 6125272 w 10450132"/>
              <a:gd name="connsiteY238" fmla="*/ 5434999 h 5450835"/>
              <a:gd name="connsiteX239" fmla="*/ 6120740 w 10450132"/>
              <a:gd name="connsiteY239" fmla="*/ 5442880 h 5450835"/>
              <a:gd name="connsiteX240" fmla="*/ 6119953 w 10450132"/>
              <a:gd name="connsiteY240" fmla="*/ 5443340 h 5450835"/>
              <a:gd name="connsiteX241" fmla="*/ 6110888 w 10450132"/>
              <a:gd name="connsiteY241" fmla="*/ 5443340 h 5450835"/>
              <a:gd name="connsiteX242" fmla="*/ 6110101 w 10450132"/>
              <a:gd name="connsiteY242" fmla="*/ 5442880 h 5450835"/>
              <a:gd name="connsiteX243" fmla="*/ 6105567 w 10450132"/>
              <a:gd name="connsiteY243" fmla="*/ 5434999 h 5450835"/>
              <a:gd name="connsiteX244" fmla="*/ 6105567 w 10450132"/>
              <a:gd name="connsiteY244" fmla="*/ 5434145 h 5450835"/>
              <a:gd name="connsiteX245" fmla="*/ 6110101 w 10450132"/>
              <a:gd name="connsiteY245" fmla="*/ 5426264 h 5450835"/>
              <a:gd name="connsiteX246" fmla="*/ 6110888 w 10450132"/>
              <a:gd name="connsiteY246" fmla="*/ 5425804 h 5450835"/>
              <a:gd name="connsiteX247" fmla="*/ 5856508 w 10450132"/>
              <a:gd name="connsiteY247" fmla="*/ 5425804 h 5450835"/>
              <a:gd name="connsiteX248" fmla="*/ 5865571 w 10450132"/>
              <a:gd name="connsiteY248" fmla="*/ 5425804 h 5450835"/>
              <a:gd name="connsiteX249" fmla="*/ 5866359 w 10450132"/>
              <a:gd name="connsiteY249" fmla="*/ 5426264 h 5450835"/>
              <a:gd name="connsiteX250" fmla="*/ 5870891 w 10450132"/>
              <a:gd name="connsiteY250" fmla="*/ 5434145 h 5450835"/>
              <a:gd name="connsiteX251" fmla="*/ 5870891 w 10450132"/>
              <a:gd name="connsiteY251" fmla="*/ 5434999 h 5450835"/>
              <a:gd name="connsiteX252" fmla="*/ 5866359 w 10450132"/>
              <a:gd name="connsiteY252" fmla="*/ 5442880 h 5450835"/>
              <a:gd name="connsiteX253" fmla="*/ 5865571 w 10450132"/>
              <a:gd name="connsiteY253" fmla="*/ 5443340 h 5450835"/>
              <a:gd name="connsiteX254" fmla="*/ 5856508 w 10450132"/>
              <a:gd name="connsiteY254" fmla="*/ 5443340 h 5450835"/>
              <a:gd name="connsiteX255" fmla="*/ 5855720 w 10450132"/>
              <a:gd name="connsiteY255" fmla="*/ 5442880 h 5450835"/>
              <a:gd name="connsiteX256" fmla="*/ 5851187 w 10450132"/>
              <a:gd name="connsiteY256" fmla="*/ 5434999 h 5450835"/>
              <a:gd name="connsiteX257" fmla="*/ 5851187 w 10450132"/>
              <a:gd name="connsiteY257" fmla="*/ 5434145 h 5450835"/>
              <a:gd name="connsiteX258" fmla="*/ 5855720 w 10450132"/>
              <a:gd name="connsiteY258" fmla="*/ 5426264 h 5450835"/>
              <a:gd name="connsiteX259" fmla="*/ 5856508 w 10450132"/>
              <a:gd name="connsiteY259" fmla="*/ 5425804 h 5450835"/>
              <a:gd name="connsiteX260" fmla="*/ 5602126 w 10450132"/>
              <a:gd name="connsiteY260" fmla="*/ 5425804 h 5450835"/>
              <a:gd name="connsiteX261" fmla="*/ 5611191 w 10450132"/>
              <a:gd name="connsiteY261" fmla="*/ 5425804 h 5450835"/>
              <a:gd name="connsiteX262" fmla="*/ 5611979 w 10450132"/>
              <a:gd name="connsiteY262" fmla="*/ 5426264 h 5450835"/>
              <a:gd name="connsiteX263" fmla="*/ 5616511 w 10450132"/>
              <a:gd name="connsiteY263" fmla="*/ 5434145 h 5450835"/>
              <a:gd name="connsiteX264" fmla="*/ 5616511 w 10450132"/>
              <a:gd name="connsiteY264" fmla="*/ 5434999 h 5450835"/>
              <a:gd name="connsiteX265" fmla="*/ 5611979 w 10450132"/>
              <a:gd name="connsiteY265" fmla="*/ 5442880 h 5450835"/>
              <a:gd name="connsiteX266" fmla="*/ 5611191 w 10450132"/>
              <a:gd name="connsiteY266" fmla="*/ 5443340 h 5450835"/>
              <a:gd name="connsiteX267" fmla="*/ 5602126 w 10450132"/>
              <a:gd name="connsiteY267" fmla="*/ 5443340 h 5450835"/>
              <a:gd name="connsiteX268" fmla="*/ 5601338 w 10450132"/>
              <a:gd name="connsiteY268" fmla="*/ 5442880 h 5450835"/>
              <a:gd name="connsiteX269" fmla="*/ 5596807 w 10450132"/>
              <a:gd name="connsiteY269" fmla="*/ 5434999 h 5450835"/>
              <a:gd name="connsiteX270" fmla="*/ 5596807 w 10450132"/>
              <a:gd name="connsiteY270" fmla="*/ 5434145 h 5450835"/>
              <a:gd name="connsiteX271" fmla="*/ 5601338 w 10450132"/>
              <a:gd name="connsiteY271" fmla="*/ 5426264 h 5450835"/>
              <a:gd name="connsiteX272" fmla="*/ 5602126 w 10450132"/>
              <a:gd name="connsiteY272" fmla="*/ 5425804 h 5450835"/>
              <a:gd name="connsiteX273" fmla="*/ 5347746 w 10450132"/>
              <a:gd name="connsiteY273" fmla="*/ 5425804 h 5450835"/>
              <a:gd name="connsiteX274" fmla="*/ 5356810 w 10450132"/>
              <a:gd name="connsiteY274" fmla="*/ 5425804 h 5450835"/>
              <a:gd name="connsiteX275" fmla="*/ 5357598 w 10450132"/>
              <a:gd name="connsiteY275" fmla="*/ 5426264 h 5450835"/>
              <a:gd name="connsiteX276" fmla="*/ 5362130 w 10450132"/>
              <a:gd name="connsiteY276" fmla="*/ 5434145 h 5450835"/>
              <a:gd name="connsiteX277" fmla="*/ 5362130 w 10450132"/>
              <a:gd name="connsiteY277" fmla="*/ 5434999 h 5450835"/>
              <a:gd name="connsiteX278" fmla="*/ 5357598 w 10450132"/>
              <a:gd name="connsiteY278" fmla="*/ 5442880 h 5450835"/>
              <a:gd name="connsiteX279" fmla="*/ 5356810 w 10450132"/>
              <a:gd name="connsiteY279" fmla="*/ 5443340 h 5450835"/>
              <a:gd name="connsiteX280" fmla="*/ 5347746 w 10450132"/>
              <a:gd name="connsiteY280" fmla="*/ 5443340 h 5450835"/>
              <a:gd name="connsiteX281" fmla="*/ 5346958 w 10450132"/>
              <a:gd name="connsiteY281" fmla="*/ 5442880 h 5450835"/>
              <a:gd name="connsiteX282" fmla="*/ 5342425 w 10450132"/>
              <a:gd name="connsiteY282" fmla="*/ 5434999 h 5450835"/>
              <a:gd name="connsiteX283" fmla="*/ 5342425 w 10450132"/>
              <a:gd name="connsiteY283" fmla="*/ 5434145 h 5450835"/>
              <a:gd name="connsiteX284" fmla="*/ 5346958 w 10450132"/>
              <a:gd name="connsiteY284" fmla="*/ 5426264 h 5450835"/>
              <a:gd name="connsiteX285" fmla="*/ 5347746 w 10450132"/>
              <a:gd name="connsiteY285" fmla="*/ 5425804 h 5450835"/>
              <a:gd name="connsiteX286" fmla="*/ 5093300 w 10450132"/>
              <a:gd name="connsiteY286" fmla="*/ 5425804 h 5450835"/>
              <a:gd name="connsiteX287" fmla="*/ 5102364 w 10450132"/>
              <a:gd name="connsiteY287" fmla="*/ 5425804 h 5450835"/>
              <a:gd name="connsiteX288" fmla="*/ 5103153 w 10450132"/>
              <a:gd name="connsiteY288" fmla="*/ 5426264 h 5450835"/>
              <a:gd name="connsiteX289" fmla="*/ 5107684 w 10450132"/>
              <a:gd name="connsiteY289" fmla="*/ 5434145 h 5450835"/>
              <a:gd name="connsiteX290" fmla="*/ 5107684 w 10450132"/>
              <a:gd name="connsiteY290" fmla="*/ 5434999 h 5450835"/>
              <a:gd name="connsiteX291" fmla="*/ 5103153 w 10450132"/>
              <a:gd name="connsiteY291" fmla="*/ 5442880 h 5450835"/>
              <a:gd name="connsiteX292" fmla="*/ 5102364 w 10450132"/>
              <a:gd name="connsiteY292" fmla="*/ 5443340 h 5450835"/>
              <a:gd name="connsiteX293" fmla="*/ 5093300 w 10450132"/>
              <a:gd name="connsiteY293" fmla="*/ 5443340 h 5450835"/>
              <a:gd name="connsiteX294" fmla="*/ 5092512 w 10450132"/>
              <a:gd name="connsiteY294" fmla="*/ 5442880 h 5450835"/>
              <a:gd name="connsiteX295" fmla="*/ 5087979 w 10450132"/>
              <a:gd name="connsiteY295" fmla="*/ 5434999 h 5450835"/>
              <a:gd name="connsiteX296" fmla="*/ 5087979 w 10450132"/>
              <a:gd name="connsiteY296" fmla="*/ 5434145 h 5450835"/>
              <a:gd name="connsiteX297" fmla="*/ 5092512 w 10450132"/>
              <a:gd name="connsiteY297" fmla="*/ 5426264 h 5450835"/>
              <a:gd name="connsiteX298" fmla="*/ 5093300 w 10450132"/>
              <a:gd name="connsiteY298" fmla="*/ 5425804 h 5450835"/>
              <a:gd name="connsiteX299" fmla="*/ 4838919 w 10450132"/>
              <a:gd name="connsiteY299" fmla="*/ 5425804 h 5450835"/>
              <a:gd name="connsiteX300" fmla="*/ 4847982 w 10450132"/>
              <a:gd name="connsiteY300" fmla="*/ 5425804 h 5450835"/>
              <a:gd name="connsiteX301" fmla="*/ 4848772 w 10450132"/>
              <a:gd name="connsiteY301" fmla="*/ 5426264 h 5450835"/>
              <a:gd name="connsiteX302" fmla="*/ 4853303 w 10450132"/>
              <a:gd name="connsiteY302" fmla="*/ 5434145 h 5450835"/>
              <a:gd name="connsiteX303" fmla="*/ 4853303 w 10450132"/>
              <a:gd name="connsiteY303" fmla="*/ 5434999 h 5450835"/>
              <a:gd name="connsiteX304" fmla="*/ 4848772 w 10450132"/>
              <a:gd name="connsiteY304" fmla="*/ 5442880 h 5450835"/>
              <a:gd name="connsiteX305" fmla="*/ 4847982 w 10450132"/>
              <a:gd name="connsiteY305" fmla="*/ 5443340 h 5450835"/>
              <a:gd name="connsiteX306" fmla="*/ 4838919 w 10450132"/>
              <a:gd name="connsiteY306" fmla="*/ 5443340 h 5450835"/>
              <a:gd name="connsiteX307" fmla="*/ 4838132 w 10450132"/>
              <a:gd name="connsiteY307" fmla="*/ 5442880 h 5450835"/>
              <a:gd name="connsiteX308" fmla="*/ 4833598 w 10450132"/>
              <a:gd name="connsiteY308" fmla="*/ 5434999 h 5450835"/>
              <a:gd name="connsiteX309" fmla="*/ 4833598 w 10450132"/>
              <a:gd name="connsiteY309" fmla="*/ 5434145 h 5450835"/>
              <a:gd name="connsiteX310" fmla="*/ 4838132 w 10450132"/>
              <a:gd name="connsiteY310" fmla="*/ 5426264 h 5450835"/>
              <a:gd name="connsiteX311" fmla="*/ 4838919 w 10450132"/>
              <a:gd name="connsiteY311" fmla="*/ 5425804 h 5450835"/>
              <a:gd name="connsiteX312" fmla="*/ 4584538 w 10450132"/>
              <a:gd name="connsiteY312" fmla="*/ 5425804 h 5450835"/>
              <a:gd name="connsiteX313" fmla="*/ 4593603 w 10450132"/>
              <a:gd name="connsiteY313" fmla="*/ 5425804 h 5450835"/>
              <a:gd name="connsiteX314" fmla="*/ 4594390 w 10450132"/>
              <a:gd name="connsiteY314" fmla="*/ 5426264 h 5450835"/>
              <a:gd name="connsiteX315" fmla="*/ 4598922 w 10450132"/>
              <a:gd name="connsiteY315" fmla="*/ 5434145 h 5450835"/>
              <a:gd name="connsiteX316" fmla="*/ 4598922 w 10450132"/>
              <a:gd name="connsiteY316" fmla="*/ 5434999 h 5450835"/>
              <a:gd name="connsiteX317" fmla="*/ 4594390 w 10450132"/>
              <a:gd name="connsiteY317" fmla="*/ 5442880 h 5450835"/>
              <a:gd name="connsiteX318" fmla="*/ 4593603 w 10450132"/>
              <a:gd name="connsiteY318" fmla="*/ 5443340 h 5450835"/>
              <a:gd name="connsiteX319" fmla="*/ 4584538 w 10450132"/>
              <a:gd name="connsiteY319" fmla="*/ 5443340 h 5450835"/>
              <a:gd name="connsiteX320" fmla="*/ 4583749 w 10450132"/>
              <a:gd name="connsiteY320" fmla="*/ 5442880 h 5450835"/>
              <a:gd name="connsiteX321" fmla="*/ 4579218 w 10450132"/>
              <a:gd name="connsiteY321" fmla="*/ 5434999 h 5450835"/>
              <a:gd name="connsiteX322" fmla="*/ 4579218 w 10450132"/>
              <a:gd name="connsiteY322" fmla="*/ 5434145 h 5450835"/>
              <a:gd name="connsiteX323" fmla="*/ 4583749 w 10450132"/>
              <a:gd name="connsiteY323" fmla="*/ 5426264 h 5450835"/>
              <a:gd name="connsiteX324" fmla="*/ 4584538 w 10450132"/>
              <a:gd name="connsiteY324" fmla="*/ 5425804 h 5450835"/>
              <a:gd name="connsiteX325" fmla="*/ 4330157 w 10450132"/>
              <a:gd name="connsiteY325" fmla="*/ 5425804 h 5450835"/>
              <a:gd name="connsiteX326" fmla="*/ 4339222 w 10450132"/>
              <a:gd name="connsiteY326" fmla="*/ 5425804 h 5450835"/>
              <a:gd name="connsiteX327" fmla="*/ 4340010 w 10450132"/>
              <a:gd name="connsiteY327" fmla="*/ 5426264 h 5450835"/>
              <a:gd name="connsiteX328" fmla="*/ 4344540 w 10450132"/>
              <a:gd name="connsiteY328" fmla="*/ 5434145 h 5450835"/>
              <a:gd name="connsiteX329" fmla="*/ 4344540 w 10450132"/>
              <a:gd name="connsiteY329" fmla="*/ 5434999 h 5450835"/>
              <a:gd name="connsiteX330" fmla="*/ 4340010 w 10450132"/>
              <a:gd name="connsiteY330" fmla="*/ 5442880 h 5450835"/>
              <a:gd name="connsiteX331" fmla="*/ 4339222 w 10450132"/>
              <a:gd name="connsiteY331" fmla="*/ 5443340 h 5450835"/>
              <a:gd name="connsiteX332" fmla="*/ 4330157 w 10450132"/>
              <a:gd name="connsiteY332" fmla="*/ 5443340 h 5450835"/>
              <a:gd name="connsiteX333" fmla="*/ 4329369 w 10450132"/>
              <a:gd name="connsiteY333" fmla="*/ 5442880 h 5450835"/>
              <a:gd name="connsiteX334" fmla="*/ 4324836 w 10450132"/>
              <a:gd name="connsiteY334" fmla="*/ 5434999 h 5450835"/>
              <a:gd name="connsiteX335" fmla="*/ 4324836 w 10450132"/>
              <a:gd name="connsiteY335" fmla="*/ 5434145 h 5450835"/>
              <a:gd name="connsiteX336" fmla="*/ 4329369 w 10450132"/>
              <a:gd name="connsiteY336" fmla="*/ 5426264 h 5450835"/>
              <a:gd name="connsiteX337" fmla="*/ 4330157 w 10450132"/>
              <a:gd name="connsiteY337" fmla="*/ 5425804 h 5450835"/>
              <a:gd name="connsiteX338" fmla="*/ 4075973 w 10450132"/>
              <a:gd name="connsiteY338" fmla="*/ 5425804 h 5450835"/>
              <a:gd name="connsiteX339" fmla="*/ 4085038 w 10450132"/>
              <a:gd name="connsiteY339" fmla="*/ 5425804 h 5450835"/>
              <a:gd name="connsiteX340" fmla="*/ 4085825 w 10450132"/>
              <a:gd name="connsiteY340" fmla="*/ 5426264 h 5450835"/>
              <a:gd name="connsiteX341" fmla="*/ 4090358 w 10450132"/>
              <a:gd name="connsiteY341" fmla="*/ 5434145 h 5450835"/>
              <a:gd name="connsiteX342" fmla="*/ 4090358 w 10450132"/>
              <a:gd name="connsiteY342" fmla="*/ 5434999 h 5450835"/>
              <a:gd name="connsiteX343" fmla="*/ 4085825 w 10450132"/>
              <a:gd name="connsiteY343" fmla="*/ 5442880 h 5450835"/>
              <a:gd name="connsiteX344" fmla="*/ 4085038 w 10450132"/>
              <a:gd name="connsiteY344" fmla="*/ 5443340 h 5450835"/>
              <a:gd name="connsiteX345" fmla="*/ 4075973 w 10450132"/>
              <a:gd name="connsiteY345" fmla="*/ 5443340 h 5450835"/>
              <a:gd name="connsiteX346" fmla="*/ 4075184 w 10450132"/>
              <a:gd name="connsiteY346" fmla="*/ 5442880 h 5450835"/>
              <a:gd name="connsiteX347" fmla="*/ 4070652 w 10450132"/>
              <a:gd name="connsiteY347" fmla="*/ 5434999 h 5450835"/>
              <a:gd name="connsiteX348" fmla="*/ 4070652 w 10450132"/>
              <a:gd name="connsiteY348" fmla="*/ 5434145 h 5450835"/>
              <a:gd name="connsiteX349" fmla="*/ 4075184 w 10450132"/>
              <a:gd name="connsiteY349" fmla="*/ 5426264 h 5450835"/>
              <a:gd name="connsiteX350" fmla="*/ 4075973 w 10450132"/>
              <a:gd name="connsiteY350" fmla="*/ 5425804 h 5450835"/>
              <a:gd name="connsiteX351" fmla="*/ 3821357 w 10450132"/>
              <a:gd name="connsiteY351" fmla="*/ 5425804 h 5450835"/>
              <a:gd name="connsiteX352" fmla="*/ 3830422 w 10450132"/>
              <a:gd name="connsiteY352" fmla="*/ 5425804 h 5450835"/>
              <a:gd name="connsiteX353" fmla="*/ 3831211 w 10450132"/>
              <a:gd name="connsiteY353" fmla="*/ 5426264 h 5450835"/>
              <a:gd name="connsiteX354" fmla="*/ 3835743 w 10450132"/>
              <a:gd name="connsiteY354" fmla="*/ 5434145 h 5450835"/>
              <a:gd name="connsiteX355" fmla="*/ 3835743 w 10450132"/>
              <a:gd name="connsiteY355" fmla="*/ 5434999 h 5450835"/>
              <a:gd name="connsiteX356" fmla="*/ 3831211 w 10450132"/>
              <a:gd name="connsiteY356" fmla="*/ 5442880 h 5450835"/>
              <a:gd name="connsiteX357" fmla="*/ 3830422 w 10450132"/>
              <a:gd name="connsiteY357" fmla="*/ 5443340 h 5450835"/>
              <a:gd name="connsiteX358" fmla="*/ 3821357 w 10450132"/>
              <a:gd name="connsiteY358" fmla="*/ 5443340 h 5450835"/>
              <a:gd name="connsiteX359" fmla="*/ 3820571 w 10450132"/>
              <a:gd name="connsiteY359" fmla="*/ 5442880 h 5450835"/>
              <a:gd name="connsiteX360" fmla="*/ 3816037 w 10450132"/>
              <a:gd name="connsiteY360" fmla="*/ 5434999 h 5450835"/>
              <a:gd name="connsiteX361" fmla="*/ 3816037 w 10450132"/>
              <a:gd name="connsiteY361" fmla="*/ 5434145 h 5450835"/>
              <a:gd name="connsiteX362" fmla="*/ 3820571 w 10450132"/>
              <a:gd name="connsiteY362" fmla="*/ 5426264 h 5450835"/>
              <a:gd name="connsiteX363" fmla="*/ 3821357 w 10450132"/>
              <a:gd name="connsiteY363" fmla="*/ 5425804 h 5450835"/>
              <a:gd name="connsiteX364" fmla="*/ 3566988 w 10450132"/>
              <a:gd name="connsiteY364" fmla="*/ 5425804 h 5450835"/>
              <a:gd name="connsiteX365" fmla="*/ 3576051 w 10450132"/>
              <a:gd name="connsiteY365" fmla="*/ 5425804 h 5450835"/>
              <a:gd name="connsiteX366" fmla="*/ 3576838 w 10450132"/>
              <a:gd name="connsiteY366" fmla="*/ 5426264 h 5450835"/>
              <a:gd name="connsiteX367" fmla="*/ 3581371 w 10450132"/>
              <a:gd name="connsiteY367" fmla="*/ 5434145 h 5450835"/>
              <a:gd name="connsiteX368" fmla="*/ 3581371 w 10450132"/>
              <a:gd name="connsiteY368" fmla="*/ 5434999 h 5450835"/>
              <a:gd name="connsiteX369" fmla="*/ 3576838 w 10450132"/>
              <a:gd name="connsiteY369" fmla="*/ 5442880 h 5450835"/>
              <a:gd name="connsiteX370" fmla="*/ 3576051 w 10450132"/>
              <a:gd name="connsiteY370" fmla="*/ 5443340 h 5450835"/>
              <a:gd name="connsiteX371" fmla="*/ 3566988 w 10450132"/>
              <a:gd name="connsiteY371" fmla="*/ 5443340 h 5450835"/>
              <a:gd name="connsiteX372" fmla="*/ 3566198 w 10450132"/>
              <a:gd name="connsiteY372" fmla="*/ 5442880 h 5450835"/>
              <a:gd name="connsiteX373" fmla="*/ 3561666 w 10450132"/>
              <a:gd name="connsiteY373" fmla="*/ 5434999 h 5450835"/>
              <a:gd name="connsiteX374" fmla="*/ 3561666 w 10450132"/>
              <a:gd name="connsiteY374" fmla="*/ 5434145 h 5450835"/>
              <a:gd name="connsiteX375" fmla="*/ 3566198 w 10450132"/>
              <a:gd name="connsiteY375" fmla="*/ 5426264 h 5450835"/>
              <a:gd name="connsiteX376" fmla="*/ 3566988 w 10450132"/>
              <a:gd name="connsiteY376" fmla="*/ 5425804 h 5450835"/>
              <a:gd name="connsiteX377" fmla="*/ 3312699 w 10450132"/>
              <a:gd name="connsiteY377" fmla="*/ 5425804 h 5450835"/>
              <a:gd name="connsiteX378" fmla="*/ 3321763 w 10450132"/>
              <a:gd name="connsiteY378" fmla="*/ 5425804 h 5450835"/>
              <a:gd name="connsiteX379" fmla="*/ 3322551 w 10450132"/>
              <a:gd name="connsiteY379" fmla="*/ 5426264 h 5450835"/>
              <a:gd name="connsiteX380" fmla="*/ 3327083 w 10450132"/>
              <a:gd name="connsiteY380" fmla="*/ 5434145 h 5450835"/>
              <a:gd name="connsiteX381" fmla="*/ 3327083 w 10450132"/>
              <a:gd name="connsiteY381" fmla="*/ 5434999 h 5450835"/>
              <a:gd name="connsiteX382" fmla="*/ 3322551 w 10450132"/>
              <a:gd name="connsiteY382" fmla="*/ 5442880 h 5450835"/>
              <a:gd name="connsiteX383" fmla="*/ 3321763 w 10450132"/>
              <a:gd name="connsiteY383" fmla="*/ 5443340 h 5450835"/>
              <a:gd name="connsiteX384" fmla="*/ 3312699 w 10450132"/>
              <a:gd name="connsiteY384" fmla="*/ 5443340 h 5450835"/>
              <a:gd name="connsiteX385" fmla="*/ 3311911 w 10450132"/>
              <a:gd name="connsiteY385" fmla="*/ 5442880 h 5450835"/>
              <a:gd name="connsiteX386" fmla="*/ 3307378 w 10450132"/>
              <a:gd name="connsiteY386" fmla="*/ 5434999 h 5450835"/>
              <a:gd name="connsiteX387" fmla="*/ 3307378 w 10450132"/>
              <a:gd name="connsiteY387" fmla="*/ 5434145 h 5450835"/>
              <a:gd name="connsiteX388" fmla="*/ 3311911 w 10450132"/>
              <a:gd name="connsiteY388" fmla="*/ 5426264 h 5450835"/>
              <a:gd name="connsiteX389" fmla="*/ 3312699 w 10450132"/>
              <a:gd name="connsiteY389" fmla="*/ 5425804 h 5450835"/>
              <a:gd name="connsiteX390" fmla="*/ 3058374 w 10450132"/>
              <a:gd name="connsiteY390" fmla="*/ 5425804 h 5450835"/>
              <a:gd name="connsiteX391" fmla="*/ 3067440 w 10450132"/>
              <a:gd name="connsiteY391" fmla="*/ 5425804 h 5450835"/>
              <a:gd name="connsiteX392" fmla="*/ 3068227 w 10450132"/>
              <a:gd name="connsiteY392" fmla="*/ 5426264 h 5450835"/>
              <a:gd name="connsiteX393" fmla="*/ 3072759 w 10450132"/>
              <a:gd name="connsiteY393" fmla="*/ 5434145 h 5450835"/>
              <a:gd name="connsiteX394" fmla="*/ 3072759 w 10450132"/>
              <a:gd name="connsiteY394" fmla="*/ 5434999 h 5450835"/>
              <a:gd name="connsiteX395" fmla="*/ 3068227 w 10450132"/>
              <a:gd name="connsiteY395" fmla="*/ 5442880 h 5450835"/>
              <a:gd name="connsiteX396" fmla="*/ 3067440 w 10450132"/>
              <a:gd name="connsiteY396" fmla="*/ 5443340 h 5450835"/>
              <a:gd name="connsiteX397" fmla="*/ 3058374 w 10450132"/>
              <a:gd name="connsiteY397" fmla="*/ 5443340 h 5450835"/>
              <a:gd name="connsiteX398" fmla="*/ 3057586 w 10450132"/>
              <a:gd name="connsiteY398" fmla="*/ 5442880 h 5450835"/>
              <a:gd name="connsiteX399" fmla="*/ 3053055 w 10450132"/>
              <a:gd name="connsiteY399" fmla="*/ 5434999 h 5450835"/>
              <a:gd name="connsiteX400" fmla="*/ 3053055 w 10450132"/>
              <a:gd name="connsiteY400" fmla="*/ 5434145 h 5450835"/>
              <a:gd name="connsiteX401" fmla="*/ 3057586 w 10450132"/>
              <a:gd name="connsiteY401" fmla="*/ 5426264 h 5450835"/>
              <a:gd name="connsiteX402" fmla="*/ 3058374 w 10450132"/>
              <a:gd name="connsiteY402" fmla="*/ 5425804 h 5450835"/>
              <a:gd name="connsiteX403" fmla="*/ 2803884 w 10450132"/>
              <a:gd name="connsiteY403" fmla="*/ 5425804 h 5450835"/>
              <a:gd name="connsiteX404" fmla="*/ 2812947 w 10450132"/>
              <a:gd name="connsiteY404" fmla="*/ 5425804 h 5450835"/>
              <a:gd name="connsiteX405" fmla="*/ 2813736 w 10450132"/>
              <a:gd name="connsiteY405" fmla="*/ 5426264 h 5450835"/>
              <a:gd name="connsiteX406" fmla="*/ 2818268 w 10450132"/>
              <a:gd name="connsiteY406" fmla="*/ 5434145 h 5450835"/>
              <a:gd name="connsiteX407" fmla="*/ 2818268 w 10450132"/>
              <a:gd name="connsiteY407" fmla="*/ 5434999 h 5450835"/>
              <a:gd name="connsiteX408" fmla="*/ 2813736 w 10450132"/>
              <a:gd name="connsiteY408" fmla="*/ 5442880 h 5450835"/>
              <a:gd name="connsiteX409" fmla="*/ 2812947 w 10450132"/>
              <a:gd name="connsiteY409" fmla="*/ 5443340 h 5450835"/>
              <a:gd name="connsiteX410" fmla="*/ 2803884 w 10450132"/>
              <a:gd name="connsiteY410" fmla="*/ 5443340 h 5450835"/>
              <a:gd name="connsiteX411" fmla="*/ 2803094 w 10450132"/>
              <a:gd name="connsiteY411" fmla="*/ 5442880 h 5450835"/>
              <a:gd name="connsiteX412" fmla="*/ 2798562 w 10450132"/>
              <a:gd name="connsiteY412" fmla="*/ 5434999 h 5450835"/>
              <a:gd name="connsiteX413" fmla="*/ 2798562 w 10450132"/>
              <a:gd name="connsiteY413" fmla="*/ 5434145 h 5450835"/>
              <a:gd name="connsiteX414" fmla="*/ 2803094 w 10450132"/>
              <a:gd name="connsiteY414" fmla="*/ 5426264 h 5450835"/>
              <a:gd name="connsiteX415" fmla="*/ 2803884 w 10450132"/>
              <a:gd name="connsiteY415" fmla="*/ 5425804 h 5450835"/>
              <a:gd name="connsiteX416" fmla="*/ 2549364 w 10450132"/>
              <a:gd name="connsiteY416" fmla="*/ 5425804 h 5450835"/>
              <a:gd name="connsiteX417" fmla="*/ 2558429 w 10450132"/>
              <a:gd name="connsiteY417" fmla="*/ 5425804 h 5450835"/>
              <a:gd name="connsiteX418" fmla="*/ 2559217 w 10450132"/>
              <a:gd name="connsiteY418" fmla="*/ 5426264 h 5450835"/>
              <a:gd name="connsiteX419" fmla="*/ 2563749 w 10450132"/>
              <a:gd name="connsiteY419" fmla="*/ 5434145 h 5450835"/>
              <a:gd name="connsiteX420" fmla="*/ 2563749 w 10450132"/>
              <a:gd name="connsiteY420" fmla="*/ 5434999 h 5450835"/>
              <a:gd name="connsiteX421" fmla="*/ 2559217 w 10450132"/>
              <a:gd name="connsiteY421" fmla="*/ 5442880 h 5450835"/>
              <a:gd name="connsiteX422" fmla="*/ 2558429 w 10450132"/>
              <a:gd name="connsiteY422" fmla="*/ 5443340 h 5450835"/>
              <a:gd name="connsiteX423" fmla="*/ 2549364 w 10450132"/>
              <a:gd name="connsiteY423" fmla="*/ 5443340 h 5450835"/>
              <a:gd name="connsiteX424" fmla="*/ 2548576 w 10450132"/>
              <a:gd name="connsiteY424" fmla="*/ 5442880 h 5450835"/>
              <a:gd name="connsiteX425" fmla="*/ 2544044 w 10450132"/>
              <a:gd name="connsiteY425" fmla="*/ 5434999 h 5450835"/>
              <a:gd name="connsiteX426" fmla="*/ 2544044 w 10450132"/>
              <a:gd name="connsiteY426" fmla="*/ 5434145 h 5450835"/>
              <a:gd name="connsiteX427" fmla="*/ 2548576 w 10450132"/>
              <a:gd name="connsiteY427" fmla="*/ 5426264 h 5450835"/>
              <a:gd name="connsiteX428" fmla="*/ 2549364 w 10450132"/>
              <a:gd name="connsiteY428" fmla="*/ 5425804 h 5450835"/>
              <a:gd name="connsiteX429" fmla="*/ 2040698 w 10450132"/>
              <a:gd name="connsiteY429" fmla="*/ 5425804 h 5450835"/>
              <a:gd name="connsiteX430" fmla="*/ 2049763 w 10450132"/>
              <a:gd name="connsiteY430" fmla="*/ 5425804 h 5450835"/>
              <a:gd name="connsiteX431" fmla="*/ 2050552 w 10450132"/>
              <a:gd name="connsiteY431" fmla="*/ 5426264 h 5450835"/>
              <a:gd name="connsiteX432" fmla="*/ 2055083 w 10450132"/>
              <a:gd name="connsiteY432" fmla="*/ 5434145 h 5450835"/>
              <a:gd name="connsiteX433" fmla="*/ 2055083 w 10450132"/>
              <a:gd name="connsiteY433" fmla="*/ 5434999 h 5450835"/>
              <a:gd name="connsiteX434" fmla="*/ 2055001 w 10450132"/>
              <a:gd name="connsiteY434" fmla="*/ 5435140 h 5450835"/>
              <a:gd name="connsiteX435" fmla="*/ 2055001 w 10450132"/>
              <a:gd name="connsiteY435" fmla="*/ 5435196 h 5450835"/>
              <a:gd name="connsiteX436" fmla="*/ 2050470 w 10450132"/>
              <a:gd name="connsiteY436" fmla="*/ 5443078 h 5450835"/>
              <a:gd name="connsiteX437" fmla="*/ 2049682 w 10450132"/>
              <a:gd name="connsiteY437" fmla="*/ 5443537 h 5450835"/>
              <a:gd name="connsiteX438" fmla="*/ 2040617 w 10450132"/>
              <a:gd name="connsiteY438" fmla="*/ 5443537 h 5450835"/>
              <a:gd name="connsiteX439" fmla="*/ 2039829 w 10450132"/>
              <a:gd name="connsiteY439" fmla="*/ 5443078 h 5450835"/>
              <a:gd name="connsiteX440" fmla="*/ 2035297 w 10450132"/>
              <a:gd name="connsiteY440" fmla="*/ 5435196 h 5450835"/>
              <a:gd name="connsiteX441" fmla="*/ 2035297 w 10450132"/>
              <a:gd name="connsiteY441" fmla="*/ 5434342 h 5450835"/>
              <a:gd name="connsiteX442" fmla="*/ 2035377 w 10450132"/>
              <a:gd name="connsiteY442" fmla="*/ 5434202 h 5450835"/>
              <a:gd name="connsiteX443" fmla="*/ 2035377 w 10450132"/>
              <a:gd name="connsiteY443" fmla="*/ 5434145 h 5450835"/>
              <a:gd name="connsiteX444" fmla="*/ 2039910 w 10450132"/>
              <a:gd name="connsiteY444" fmla="*/ 5426264 h 5450835"/>
              <a:gd name="connsiteX445" fmla="*/ 2040698 w 10450132"/>
              <a:gd name="connsiteY445" fmla="*/ 5425804 h 5450835"/>
              <a:gd name="connsiteX446" fmla="*/ 1786299 w 10450132"/>
              <a:gd name="connsiteY446" fmla="*/ 5425804 h 5450835"/>
              <a:gd name="connsiteX447" fmla="*/ 1795363 w 10450132"/>
              <a:gd name="connsiteY447" fmla="*/ 5425804 h 5450835"/>
              <a:gd name="connsiteX448" fmla="*/ 1796152 w 10450132"/>
              <a:gd name="connsiteY448" fmla="*/ 5426264 h 5450835"/>
              <a:gd name="connsiteX449" fmla="*/ 1800682 w 10450132"/>
              <a:gd name="connsiteY449" fmla="*/ 5434145 h 5450835"/>
              <a:gd name="connsiteX450" fmla="*/ 1800682 w 10450132"/>
              <a:gd name="connsiteY450" fmla="*/ 5434248 h 5450835"/>
              <a:gd name="connsiteX451" fmla="*/ 1800737 w 10450132"/>
              <a:gd name="connsiteY451" fmla="*/ 5434342 h 5450835"/>
              <a:gd name="connsiteX452" fmla="*/ 1800737 w 10450132"/>
              <a:gd name="connsiteY452" fmla="*/ 5435196 h 5450835"/>
              <a:gd name="connsiteX453" fmla="*/ 1796205 w 10450132"/>
              <a:gd name="connsiteY453" fmla="*/ 5443078 h 5450835"/>
              <a:gd name="connsiteX454" fmla="*/ 1795417 w 10450132"/>
              <a:gd name="connsiteY454" fmla="*/ 5443537 h 5450835"/>
              <a:gd name="connsiteX455" fmla="*/ 1786353 w 10450132"/>
              <a:gd name="connsiteY455" fmla="*/ 5443537 h 5450835"/>
              <a:gd name="connsiteX456" fmla="*/ 1785564 w 10450132"/>
              <a:gd name="connsiteY456" fmla="*/ 5443078 h 5450835"/>
              <a:gd name="connsiteX457" fmla="*/ 1781033 w 10450132"/>
              <a:gd name="connsiteY457" fmla="*/ 5435196 h 5450835"/>
              <a:gd name="connsiteX458" fmla="*/ 1781033 w 10450132"/>
              <a:gd name="connsiteY458" fmla="*/ 5435092 h 5450835"/>
              <a:gd name="connsiteX459" fmla="*/ 1780980 w 10450132"/>
              <a:gd name="connsiteY459" fmla="*/ 5434999 h 5450835"/>
              <a:gd name="connsiteX460" fmla="*/ 1780980 w 10450132"/>
              <a:gd name="connsiteY460" fmla="*/ 5434145 h 5450835"/>
              <a:gd name="connsiteX461" fmla="*/ 1785511 w 10450132"/>
              <a:gd name="connsiteY461" fmla="*/ 5426264 h 5450835"/>
              <a:gd name="connsiteX462" fmla="*/ 1786299 w 10450132"/>
              <a:gd name="connsiteY462" fmla="*/ 5425804 h 5450835"/>
              <a:gd name="connsiteX463" fmla="*/ 1531775 w 10450132"/>
              <a:gd name="connsiteY463" fmla="*/ 5425804 h 5450835"/>
              <a:gd name="connsiteX464" fmla="*/ 1540838 w 10450132"/>
              <a:gd name="connsiteY464" fmla="*/ 5425804 h 5450835"/>
              <a:gd name="connsiteX465" fmla="*/ 1541627 w 10450132"/>
              <a:gd name="connsiteY465" fmla="*/ 5426264 h 5450835"/>
              <a:gd name="connsiteX466" fmla="*/ 1546158 w 10450132"/>
              <a:gd name="connsiteY466" fmla="*/ 5434145 h 5450835"/>
              <a:gd name="connsiteX467" fmla="*/ 1546158 w 10450132"/>
              <a:gd name="connsiteY467" fmla="*/ 5434999 h 5450835"/>
              <a:gd name="connsiteX468" fmla="*/ 1541627 w 10450132"/>
              <a:gd name="connsiteY468" fmla="*/ 5442880 h 5450835"/>
              <a:gd name="connsiteX469" fmla="*/ 1540838 w 10450132"/>
              <a:gd name="connsiteY469" fmla="*/ 5443340 h 5450835"/>
              <a:gd name="connsiteX470" fmla="*/ 1531775 w 10450132"/>
              <a:gd name="connsiteY470" fmla="*/ 5443340 h 5450835"/>
              <a:gd name="connsiteX471" fmla="*/ 1530987 w 10450132"/>
              <a:gd name="connsiteY471" fmla="*/ 5442880 h 5450835"/>
              <a:gd name="connsiteX472" fmla="*/ 1526454 w 10450132"/>
              <a:gd name="connsiteY472" fmla="*/ 5434999 h 5450835"/>
              <a:gd name="connsiteX473" fmla="*/ 1526454 w 10450132"/>
              <a:gd name="connsiteY473" fmla="*/ 5434145 h 5450835"/>
              <a:gd name="connsiteX474" fmla="*/ 1530987 w 10450132"/>
              <a:gd name="connsiteY474" fmla="*/ 5426264 h 5450835"/>
              <a:gd name="connsiteX475" fmla="*/ 1531775 w 10450132"/>
              <a:gd name="connsiteY475" fmla="*/ 5425804 h 5450835"/>
              <a:gd name="connsiteX476" fmla="*/ 1277393 w 10450132"/>
              <a:gd name="connsiteY476" fmla="*/ 5425804 h 5450835"/>
              <a:gd name="connsiteX477" fmla="*/ 1286458 w 10450132"/>
              <a:gd name="connsiteY477" fmla="*/ 5425804 h 5450835"/>
              <a:gd name="connsiteX478" fmla="*/ 1287246 w 10450132"/>
              <a:gd name="connsiteY478" fmla="*/ 5426264 h 5450835"/>
              <a:gd name="connsiteX479" fmla="*/ 1291778 w 10450132"/>
              <a:gd name="connsiteY479" fmla="*/ 5434145 h 5450835"/>
              <a:gd name="connsiteX480" fmla="*/ 1291778 w 10450132"/>
              <a:gd name="connsiteY480" fmla="*/ 5434999 h 5450835"/>
              <a:gd name="connsiteX481" fmla="*/ 1287246 w 10450132"/>
              <a:gd name="connsiteY481" fmla="*/ 5442880 h 5450835"/>
              <a:gd name="connsiteX482" fmla="*/ 1286458 w 10450132"/>
              <a:gd name="connsiteY482" fmla="*/ 5443340 h 5450835"/>
              <a:gd name="connsiteX483" fmla="*/ 1277393 w 10450132"/>
              <a:gd name="connsiteY483" fmla="*/ 5443340 h 5450835"/>
              <a:gd name="connsiteX484" fmla="*/ 1276605 w 10450132"/>
              <a:gd name="connsiteY484" fmla="*/ 5442880 h 5450835"/>
              <a:gd name="connsiteX485" fmla="*/ 1272073 w 10450132"/>
              <a:gd name="connsiteY485" fmla="*/ 5434999 h 5450835"/>
              <a:gd name="connsiteX486" fmla="*/ 1272073 w 10450132"/>
              <a:gd name="connsiteY486" fmla="*/ 5434145 h 5450835"/>
              <a:gd name="connsiteX487" fmla="*/ 1276605 w 10450132"/>
              <a:gd name="connsiteY487" fmla="*/ 5426264 h 5450835"/>
              <a:gd name="connsiteX488" fmla="*/ 1277393 w 10450132"/>
              <a:gd name="connsiteY488" fmla="*/ 5425804 h 5450835"/>
              <a:gd name="connsiteX489" fmla="*/ 1023014 w 10450132"/>
              <a:gd name="connsiteY489" fmla="*/ 5425804 h 5450835"/>
              <a:gd name="connsiteX490" fmla="*/ 1032077 w 10450132"/>
              <a:gd name="connsiteY490" fmla="*/ 5425804 h 5450835"/>
              <a:gd name="connsiteX491" fmla="*/ 1032865 w 10450132"/>
              <a:gd name="connsiteY491" fmla="*/ 5426264 h 5450835"/>
              <a:gd name="connsiteX492" fmla="*/ 1037397 w 10450132"/>
              <a:gd name="connsiteY492" fmla="*/ 5434145 h 5450835"/>
              <a:gd name="connsiteX493" fmla="*/ 1037397 w 10450132"/>
              <a:gd name="connsiteY493" fmla="*/ 5434999 h 5450835"/>
              <a:gd name="connsiteX494" fmla="*/ 1032865 w 10450132"/>
              <a:gd name="connsiteY494" fmla="*/ 5442880 h 5450835"/>
              <a:gd name="connsiteX495" fmla="*/ 1032077 w 10450132"/>
              <a:gd name="connsiteY495" fmla="*/ 5443340 h 5450835"/>
              <a:gd name="connsiteX496" fmla="*/ 1023014 w 10450132"/>
              <a:gd name="connsiteY496" fmla="*/ 5443340 h 5450835"/>
              <a:gd name="connsiteX497" fmla="*/ 1022225 w 10450132"/>
              <a:gd name="connsiteY497" fmla="*/ 5442880 h 5450835"/>
              <a:gd name="connsiteX498" fmla="*/ 1017692 w 10450132"/>
              <a:gd name="connsiteY498" fmla="*/ 5434999 h 5450835"/>
              <a:gd name="connsiteX499" fmla="*/ 1017692 w 10450132"/>
              <a:gd name="connsiteY499" fmla="*/ 5434145 h 5450835"/>
              <a:gd name="connsiteX500" fmla="*/ 1022225 w 10450132"/>
              <a:gd name="connsiteY500" fmla="*/ 5426264 h 5450835"/>
              <a:gd name="connsiteX501" fmla="*/ 1023014 w 10450132"/>
              <a:gd name="connsiteY501" fmla="*/ 5425804 h 5450835"/>
              <a:gd name="connsiteX502" fmla="*/ 768566 w 10450132"/>
              <a:gd name="connsiteY502" fmla="*/ 5425804 h 5450835"/>
              <a:gd name="connsiteX503" fmla="*/ 777630 w 10450132"/>
              <a:gd name="connsiteY503" fmla="*/ 5425804 h 5450835"/>
              <a:gd name="connsiteX504" fmla="*/ 778418 w 10450132"/>
              <a:gd name="connsiteY504" fmla="*/ 5426264 h 5450835"/>
              <a:gd name="connsiteX505" fmla="*/ 782949 w 10450132"/>
              <a:gd name="connsiteY505" fmla="*/ 5434145 h 5450835"/>
              <a:gd name="connsiteX506" fmla="*/ 782949 w 10450132"/>
              <a:gd name="connsiteY506" fmla="*/ 5434999 h 5450835"/>
              <a:gd name="connsiteX507" fmla="*/ 778418 w 10450132"/>
              <a:gd name="connsiteY507" fmla="*/ 5442880 h 5450835"/>
              <a:gd name="connsiteX508" fmla="*/ 777630 w 10450132"/>
              <a:gd name="connsiteY508" fmla="*/ 5443340 h 5450835"/>
              <a:gd name="connsiteX509" fmla="*/ 768566 w 10450132"/>
              <a:gd name="connsiteY509" fmla="*/ 5443340 h 5450835"/>
              <a:gd name="connsiteX510" fmla="*/ 767778 w 10450132"/>
              <a:gd name="connsiteY510" fmla="*/ 5442880 h 5450835"/>
              <a:gd name="connsiteX511" fmla="*/ 763245 w 10450132"/>
              <a:gd name="connsiteY511" fmla="*/ 5434999 h 5450835"/>
              <a:gd name="connsiteX512" fmla="*/ 763245 w 10450132"/>
              <a:gd name="connsiteY512" fmla="*/ 5434145 h 5450835"/>
              <a:gd name="connsiteX513" fmla="*/ 767778 w 10450132"/>
              <a:gd name="connsiteY513" fmla="*/ 5426264 h 5450835"/>
              <a:gd name="connsiteX514" fmla="*/ 768566 w 10450132"/>
              <a:gd name="connsiteY514" fmla="*/ 5425804 h 5450835"/>
              <a:gd name="connsiteX515" fmla="*/ 514185 w 10450132"/>
              <a:gd name="connsiteY515" fmla="*/ 5425804 h 5450835"/>
              <a:gd name="connsiteX516" fmla="*/ 523249 w 10450132"/>
              <a:gd name="connsiteY516" fmla="*/ 5425804 h 5450835"/>
              <a:gd name="connsiteX517" fmla="*/ 524037 w 10450132"/>
              <a:gd name="connsiteY517" fmla="*/ 5426264 h 5450835"/>
              <a:gd name="connsiteX518" fmla="*/ 528569 w 10450132"/>
              <a:gd name="connsiteY518" fmla="*/ 5434145 h 5450835"/>
              <a:gd name="connsiteX519" fmla="*/ 528569 w 10450132"/>
              <a:gd name="connsiteY519" fmla="*/ 5434999 h 5450835"/>
              <a:gd name="connsiteX520" fmla="*/ 524037 w 10450132"/>
              <a:gd name="connsiteY520" fmla="*/ 5442880 h 5450835"/>
              <a:gd name="connsiteX521" fmla="*/ 523249 w 10450132"/>
              <a:gd name="connsiteY521" fmla="*/ 5443340 h 5450835"/>
              <a:gd name="connsiteX522" fmla="*/ 514185 w 10450132"/>
              <a:gd name="connsiteY522" fmla="*/ 5443340 h 5450835"/>
              <a:gd name="connsiteX523" fmla="*/ 513397 w 10450132"/>
              <a:gd name="connsiteY523" fmla="*/ 5442880 h 5450835"/>
              <a:gd name="connsiteX524" fmla="*/ 508864 w 10450132"/>
              <a:gd name="connsiteY524" fmla="*/ 5434999 h 5450835"/>
              <a:gd name="connsiteX525" fmla="*/ 508864 w 10450132"/>
              <a:gd name="connsiteY525" fmla="*/ 5434145 h 5450835"/>
              <a:gd name="connsiteX526" fmla="*/ 513397 w 10450132"/>
              <a:gd name="connsiteY526" fmla="*/ 5426264 h 5450835"/>
              <a:gd name="connsiteX527" fmla="*/ 514185 w 10450132"/>
              <a:gd name="connsiteY527" fmla="*/ 5425804 h 5450835"/>
              <a:gd name="connsiteX528" fmla="*/ 259890 w 10450132"/>
              <a:gd name="connsiteY528" fmla="*/ 5425804 h 5450835"/>
              <a:gd name="connsiteX529" fmla="*/ 268954 w 10450132"/>
              <a:gd name="connsiteY529" fmla="*/ 5425804 h 5450835"/>
              <a:gd name="connsiteX530" fmla="*/ 269742 w 10450132"/>
              <a:gd name="connsiteY530" fmla="*/ 5426264 h 5450835"/>
              <a:gd name="connsiteX531" fmla="*/ 274273 w 10450132"/>
              <a:gd name="connsiteY531" fmla="*/ 5434145 h 5450835"/>
              <a:gd name="connsiteX532" fmla="*/ 274273 w 10450132"/>
              <a:gd name="connsiteY532" fmla="*/ 5434999 h 5450835"/>
              <a:gd name="connsiteX533" fmla="*/ 274187 w 10450132"/>
              <a:gd name="connsiteY533" fmla="*/ 5435148 h 5450835"/>
              <a:gd name="connsiteX534" fmla="*/ 274187 w 10450132"/>
              <a:gd name="connsiteY534" fmla="*/ 5435196 h 5450835"/>
              <a:gd name="connsiteX535" fmla="*/ 269655 w 10450132"/>
              <a:gd name="connsiteY535" fmla="*/ 5443078 h 5450835"/>
              <a:gd name="connsiteX536" fmla="*/ 268867 w 10450132"/>
              <a:gd name="connsiteY536" fmla="*/ 5443537 h 5450835"/>
              <a:gd name="connsiteX537" fmla="*/ 259804 w 10450132"/>
              <a:gd name="connsiteY537" fmla="*/ 5443537 h 5450835"/>
              <a:gd name="connsiteX538" fmla="*/ 259014 w 10450132"/>
              <a:gd name="connsiteY538" fmla="*/ 5443078 h 5450835"/>
              <a:gd name="connsiteX539" fmla="*/ 254482 w 10450132"/>
              <a:gd name="connsiteY539" fmla="*/ 5435196 h 5450835"/>
              <a:gd name="connsiteX540" fmla="*/ 254482 w 10450132"/>
              <a:gd name="connsiteY540" fmla="*/ 5434342 h 5450835"/>
              <a:gd name="connsiteX541" fmla="*/ 254569 w 10450132"/>
              <a:gd name="connsiteY541" fmla="*/ 5434192 h 5450835"/>
              <a:gd name="connsiteX542" fmla="*/ 254569 w 10450132"/>
              <a:gd name="connsiteY542" fmla="*/ 5434145 h 5450835"/>
              <a:gd name="connsiteX543" fmla="*/ 259101 w 10450132"/>
              <a:gd name="connsiteY543" fmla="*/ 5426264 h 5450835"/>
              <a:gd name="connsiteX544" fmla="*/ 259890 w 10450132"/>
              <a:gd name="connsiteY544" fmla="*/ 5425804 h 5450835"/>
              <a:gd name="connsiteX545" fmla="*/ 5475 w 10450132"/>
              <a:gd name="connsiteY545" fmla="*/ 5425804 h 5450835"/>
              <a:gd name="connsiteX546" fmla="*/ 14539 w 10450132"/>
              <a:gd name="connsiteY546" fmla="*/ 5425804 h 5450835"/>
              <a:gd name="connsiteX547" fmla="*/ 15327 w 10450132"/>
              <a:gd name="connsiteY547" fmla="*/ 5426264 h 5450835"/>
              <a:gd name="connsiteX548" fmla="*/ 19859 w 10450132"/>
              <a:gd name="connsiteY548" fmla="*/ 5434145 h 5450835"/>
              <a:gd name="connsiteX549" fmla="*/ 19859 w 10450132"/>
              <a:gd name="connsiteY549" fmla="*/ 5434999 h 5450835"/>
              <a:gd name="connsiteX550" fmla="*/ 19794 w 10450132"/>
              <a:gd name="connsiteY550" fmla="*/ 5435110 h 5450835"/>
              <a:gd name="connsiteX551" fmla="*/ 19794 w 10450132"/>
              <a:gd name="connsiteY551" fmla="*/ 5435196 h 5450835"/>
              <a:gd name="connsiteX552" fmla="*/ 15262 w 10450132"/>
              <a:gd name="connsiteY552" fmla="*/ 5443078 h 5450835"/>
              <a:gd name="connsiteX553" fmla="*/ 14474 w 10450132"/>
              <a:gd name="connsiteY553" fmla="*/ 5443537 h 5450835"/>
              <a:gd name="connsiteX554" fmla="*/ 5411 w 10450132"/>
              <a:gd name="connsiteY554" fmla="*/ 5443537 h 5450835"/>
              <a:gd name="connsiteX555" fmla="*/ 4623 w 10450132"/>
              <a:gd name="connsiteY555" fmla="*/ 5443078 h 5450835"/>
              <a:gd name="connsiteX556" fmla="*/ 90 w 10450132"/>
              <a:gd name="connsiteY556" fmla="*/ 5435196 h 5450835"/>
              <a:gd name="connsiteX557" fmla="*/ 90 w 10450132"/>
              <a:gd name="connsiteY557" fmla="*/ 5434342 h 5450835"/>
              <a:gd name="connsiteX558" fmla="*/ 154 w 10450132"/>
              <a:gd name="connsiteY558" fmla="*/ 5434229 h 5450835"/>
              <a:gd name="connsiteX559" fmla="*/ 154 w 10450132"/>
              <a:gd name="connsiteY559" fmla="*/ 5434145 h 5450835"/>
              <a:gd name="connsiteX560" fmla="*/ 4686 w 10450132"/>
              <a:gd name="connsiteY560" fmla="*/ 5426264 h 5450835"/>
              <a:gd name="connsiteX561" fmla="*/ 5475 w 10450132"/>
              <a:gd name="connsiteY561" fmla="*/ 5425804 h 5450835"/>
              <a:gd name="connsiteX562" fmla="*/ 10435622 w 10450132"/>
              <a:gd name="connsiteY562" fmla="*/ 5208795 h 5450835"/>
              <a:gd name="connsiteX563" fmla="*/ 10444686 w 10450132"/>
              <a:gd name="connsiteY563" fmla="*/ 5208795 h 5450835"/>
              <a:gd name="connsiteX564" fmla="*/ 10445474 w 10450132"/>
              <a:gd name="connsiteY564" fmla="*/ 5209255 h 5450835"/>
              <a:gd name="connsiteX565" fmla="*/ 10450007 w 10450132"/>
              <a:gd name="connsiteY565" fmla="*/ 5217136 h 5450835"/>
              <a:gd name="connsiteX566" fmla="*/ 10450007 w 10450132"/>
              <a:gd name="connsiteY566" fmla="*/ 5217990 h 5450835"/>
              <a:gd name="connsiteX567" fmla="*/ 10445474 w 10450132"/>
              <a:gd name="connsiteY567" fmla="*/ 5225873 h 5450835"/>
              <a:gd name="connsiteX568" fmla="*/ 10444686 w 10450132"/>
              <a:gd name="connsiteY568" fmla="*/ 5226332 h 5450835"/>
              <a:gd name="connsiteX569" fmla="*/ 10435622 w 10450132"/>
              <a:gd name="connsiteY569" fmla="*/ 5226332 h 5450835"/>
              <a:gd name="connsiteX570" fmla="*/ 10434834 w 10450132"/>
              <a:gd name="connsiteY570" fmla="*/ 5225873 h 5450835"/>
              <a:gd name="connsiteX571" fmla="*/ 10430302 w 10450132"/>
              <a:gd name="connsiteY571" fmla="*/ 5217990 h 5450835"/>
              <a:gd name="connsiteX572" fmla="*/ 10430302 w 10450132"/>
              <a:gd name="connsiteY572" fmla="*/ 5217136 h 5450835"/>
              <a:gd name="connsiteX573" fmla="*/ 10434834 w 10450132"/>
              <a:gd name="connsiteY573" fmla="*/ 5209255 h 5450835"/>
              <a:gd name="connsiteX574" fmla="*/ 10435622 w 10450132"/>
              <a:gd name="connsiteY574" fmla="*/ 5208795 h 5450835"/>
              <a:gd name="connsiteX575" fmla="*/ 10181242 w 10450132"/>
              <a:gd name="connsiteY575" fmla="*/ 5208795 h 5450835"/>
              <a:gd name="connsiteX576" fmla="*/ 10190305 w 10450132"/>
              <a:gd name="connsiteY576" fmla="*/ 5208795 h 5450835"/>
              <a:gd name="connsiteX577" fmla="*/ 10191093 w 10450132"/>
              <a:gd name="connsiteY577" fmla="*/ 5209255 h 5450835"/>
              <a:gd name="connsiteX578" fmla="*/ 10195626 w 10450132"/>
              <a:gd name="connsiteY578" fmla="*/ 5217136 h 5450835"/>
              <a:gd name="connsiteX579" fmla="*/ 10195626 w 10450132"/>
              <a:gd name="connsiteY579" fmla="*/ 5217990 h 5450835"/>
              <a:gd name="connsiteX580" fmla="*/ 10191093 w 10450132"/>
              <a:gd name="connsiteY580" fmla="*/ 5225873 h 5450835"/>
              <a:gd name="connsiteX581" fmla="*/ 10190305 w 10450132"/>
              <a:gd name="connsiteY581" fmla="*/ 5226332 h 5450835"/>
              <a:gd name="connsiteX582" fmla="*/ 10181242 w 10450132"/>
              <a:gd name="connsiteY582" fmla="*/ 5226332 h 5450835"/>
              <a:gd name="connsiteX583" fmla="*/ 10180453 w 10450132"/>
              <a:gd name="connsiteY583" fmla="*/ 5225873 h 5450835"/>
              <a:gd name="connsiteX584" fmla="*/ 10175922 w 10450132"/>
              <a:gd name="connsiteY584" fmla="*/ 5217990 h 5450835"/>
              <a:gd name="connsiteX585" fmla="*/ 10175922 w 10450132"/>
              <a:gd name="connsiteY585" fmla="*/ 5217136 h 5450835"/>
              <a:gd name="connsiteX586" fmla="*/ 10180453 w 10450132"/>
              <a:gd name="connsiteY586" fmla="*/ 5209255 h 5450835"/>
              <a:gd name="connsiteX587" fmla="*/ 10181242 w 10450132"/>
              <a:gd name="connsiteY587" fmla="*/ 5208795 h 5450835"/>
              <a:gd name="connsiteX588" fmla="*/ 9926861 w 10450132"/>
              <a:gd name="connsiteY588" fmla="*/ 5208795 h 5450835"/>
              <a:gd name="connsiteX589" fmla="*/ 9935924 w 10450132"/>
              <a:gd name="connsiteY589" fmla="*/ 5208795 h 5450835"/>
              <a:gd name="connsiteX590" fmla="*/ 9936713 w 10450132"/>
              <a:gd name="connsiteY590" fmla="*/ 5209255 h 5450835"/>
              <a:gd name="connsiteX591" fmla="*/ 9941246 w 10450132"/>
              <a:gd name="connsiteY591" fmla="*/ 5217136 h 5450835"/>
              <a:gd name="connsiteX592" fmla="*/ 9941246 w 10450132"/>
              <a:gd name="connsiteY592" fmla="*/ 5217990 h 5450835"/>
              <a:gd name="connsiteX593" fmla="*/ 9936713 w 10450132"/>
              <a:gd name="connsiteY593" fmla="*/ 5225873 h 5450835"/>
              <a:gd name="connsiteX594" fmla="*/ 9935924 w 10450132"/>
              <a:gd name="connsiteY594" fmla="*/ 5226332 h 5450835"/>
              <a:gd name="connsiteX595" fmla="*/ 9926861 w 10450132"/>
              <a:gd name="connsiteY595" fmla="*/ 5226332 h 5450835"/>
              <a:gd name="connsiteX596" fmla="*/ 9926073 w 10450132"/>
              <a:gd name="connsiteY596" fmla="*/ 5225873 h 5450835"/>
              <a:gd name="connsiteX597" fmla="*/ 9921541 w 10450132"/>
              <a:gd name="connsiteY597" fmla="*/ 5217990 h 5450835"/>
              <a:gd name="connsiteX598" fmla="*/ 9921541 w 10450132"/>
              <a:gd name="connsiteY598" fmla="*/ 5217136 h 5450835"/>
              <a:gd name="connsiteX599" fmla="*/ 9926073 w 10450132"/>
              <a:gd name="connsiteY599" fmla="*/ 5209255 h 5450835"/>
              <a:gd name="connsiteX600" fmla="*/ 9926861 w 10450132"/>
              <a:gd name="connsiteY600" fmla="*/ 5208795 h 5450835"/>
              <a:gd name="connsiteX601" fmla="*/ 9672481 w 10450132"/>
              <a:gd name="connsiteY601" fmla="*/ 5208795 h 5450835"/>
              <a:gd name="connsiteX602" fmla="*/ 9681545 w 10450132"/>
              <a:gd name="connsiteY602" fmla="*/ 5208795 h 5450835"/>
              <a:gd name="connsiteX603" fmla="*/ 9682333 w 10450132"/>
              <a:gd name="connsiteY603" fmla="*/ 5209255 h 5450835"/>
              <a:gd name="connsiteX604" fmla="*/ 9686865 w 10450132"/>
              <a:gd name="connsiteY604" fmla="*/ 5217136 h 5450835"/>
              <a:gd name="connsiteX605" fmla="*/ 9686865 w 10450132"/>
              <a:gd name="connsiteY605" fmla="*/ 5217990 h 5450835"/>
              <a:gd name="connsiteX606" fmla="*/ 9682333 w 10450132"/>
              <a:gd name="connsiteY606" fmla="*/ 5225873 h 5450835"/>
              <a:gd name="connsiteX607" fmla="*/ 9681545 w 10450132"/>
              <a:gd name="connsiteY607" fmla="*/ 5226332 h 5450835"/>
              <a:gd name="connsiteX608" fmla="*/ 9672481 w 10450132"/>
              <a:gd name="connsiteY608" fmla="*/ 5226332 h 5450835"/>
              <a:gd name="connsiteX609" fmla="*/ 9671693 w 10450132"/>
              <a:gd name="connsiteY609" fmla="*/ 5225873 h 5450835"/>
              <a:gd name="connsiteX610" fmla="*/ 9667160 w 10450132"/>
              <a:gd name="connsiteY610" fmla="*/ 5217990 h 5450835"/>
              <a:gd name="connsiteX611" fmla="*/ 9667160 w 10450132"/>
              <a:gd name="connsiteY611" fmla="*/ 5217136 h 5450835"/>
              <a:gd name="connsiteX612" fmla="*/ 9671693 w 10450132"/>
              <a:gd name="connsiteY612" fmla="*/ 5209255 h 5450835"/>
              <a:gd name="connsiteX613" fmla="*/ 9672481 w 10450132"/>
              <a:gd name="connsiteY613" fmla="*/ 5208795 h 5450835"/>
              <a:gd name="connsiteX614" fmla="*/ 9418035 w 10450132"/>
              <a:gd name="connsiteY614" fmla="*/ 5208795 h 5450835"/>
              <a:gd name="connsiteX615" fmla="*/ 9427099 w 10450132"/>
              <a:gd name="connsiteY615" fmla="*/ 5208795 h 5450835"/>
              <a:gd name="connsiteX616" fmla="*/ 9427887 w 10450132"/>
              <a:gd name="connsiteY616" fmla="*/ 5209255 h 5450835"/>
              <a:gd name="connsiteX617" fmla="*/ 9432419 w 10450132"/>
              <a:gd name="connsiteY617" fmla="*/ 5217136 h 5450835"/>
              <a:gd name="connsiteX618" fmla="*/ 9432419 w 10450132"/>
              <a:gd name="connsiteY618" fmla="*/ 5217990 h 5450835"/>
              <a:gd name="connsiteX619" fmla="*/ 9427887 w 10450132"/>
              <a:gd name="connsiteY619" fmla="*/ 5225873 h 5450835"/>
              <a:gd name="connsiteX620" fmla="*/ 9427099 w 10450132"/>
              <a:gd name="connsiteY620" fmla="*/ 5226332 h 5450835"/>
              <a:gd name="connsiteX621" fmla="*/ 9418035 w 10450132"/>
              <a:gd name="connsiteY621" fmla="*/ 5226332 h 5450835"/>
              <a:gd name="connsiteX622" fmla="*/ 9417247 w 10450132"/>
              <a:gd name="connsiteY622" fmla="*/ 5225873 h 5450835"/>
              <a:gd name="connsiteX623" fmla="*/ 9412714 w 10450132"/>
              <a:gd name="connsiteY623" fmla="*/ 5217990 h 5450835"/>
              <a:gd name="connsiteX624" fmla="*/ 9412714 w 10450132"/>
              <a:gd name="connsiteY624" fmla="*/ 5217136 h 5450835"/>
              <a:gd name="connsiteX625" fmla="*/ 9417247 w 10450132"/>
              <a:gd name="connsiteY625" fmla="*/ 5209255 h 5450835"/>
              <a:gd name="connsiteX626" fmla="*/ 9418035 w 10450132"/>
              <a:gd name="connsiteY626" fmla="*/ 5208795 h 5450835"/>
              <a:gd name="connsiteX627" fmla="*/ 9163654 w 10450132"/>
              <a:gd name="connsiteY627" fmla="*/ 5208795 h 5450835"/>
              <a:gd name="connsiteX628" fmla="*/ 9172718 w 10450132"/>
              <a:gd name="connsiteY628" fmla="*/ 5208795 h 5450835"/>
              <a:gd name="connsiteX629" fmla="*/ 9173506 w 10450132"/>
              <a:gd name="connsiteY629" fmla="*/ 5209255 h 5450835"/>
              <a:gd name="connsiteX630" fmla="*/ 9178038 w 10450132"/>
              <a:gd name="connsiteY630" fmla="*/ 5217136 h 5450835"/>
              <a:gd name="connsiteX631" fmla="*/ 9178038 w 10450132"/>
              <a:gd name="connsiteY631" fmla="*/ 5217990 h 5450835"/>
              <a:gd name="connsiteX632" fmla="*/ 9173506 w 10450132"/>
              <a:gd name="connsiteY632" fmla="*/ 5225873 h 5450835"/>
              <a:gd name="connsiteX633" fmla="*/ 9172718 w 10450132"/>
              <a:gd name="connsiteY633" fmla="*/ 5226332 h 5450835"/>
              <a:gd name="connsiteX634" fmla="*/ 9163654 w 10450132"/>
              <a:gd name="connsiteY634" fmla="*/ 5226332 h 5450835"/>
              <a:gd name="connsiteX635" fmla="*/ 9162866 w 10450132"/>
              <a:gd name="connsiteY635" fmla="*/ 5225873 h 5450835"/>
              <a:gd name="connsiteX636" fmla="*/ 9158333 w 10450132"/>
              <a:gd name="connsiteY636" fmla="*/ 5217990 h 5450835"/>
              <a:gd name="connsiteX637" fmla="*/ 9158333 w 10450132"/>
              <a:gd name="connsiteY637" fmla="*/ 5217136 h 5450835"/>
              <a:gd name="connsiteX638" fmla="*/ 9162866 w 10450132"/>
              <a:gd name="connsiteY638" fmla="*/ 5209255 h 5450835"/>
              <a:gd name="connsiteX639" fmla="*/ 9163654 w 10450132"/>
              <a:gd name="connsiteY639" fmla="*/ 5208795 h 5450835"/>
              <a:gd name="connsiteX640" fmla="*/ 8909274 w 10450132"/>
              <a:gd name="connsiteY640" fmla="*/ 5208795 h 5450835"/>
              <a:gd name="connsiteX641" fmla="*/ 8918336 w 10450132"/>
              <a:gd name="connsiteY641" fmla="*/ 5208795 h 5450835"/>
              <a:gd name="connsiteX642" fmla="*/ 8919125 w 10450132"/>
              <a:gd name="connsiteY642" fmla="*/ 5209255 h 5450835"/>
              <a:gd name="connsiteX643" fmla="*/ 8923657 w 10450132"/>
              <a:gd name="connsiteY643" fmla="*/ 5217136 h 5450835"/>
              <a:gd name="connsiteX644" fmla="*/ 8923657 w 10450132"/>
              <a:gd name="connsiteY644" fmla="*/ 5217990 h 5450835"/>
              <a:gd name="connsiteX645" fmla="*/ 8919125 w 10450132"/>
              <a:gd name="connsiteY645" fmla="*/ 5225873 h 5450835"/>
              <a:gd name="connsiteX646" fmla="*/ 8918336 w 10450132"/>
              <a:gd name="connsiteY646" fmla="*/ 5226332 h 5450835"/>
              <a:gd name="connsiteX647" fmla="*/ 8909274 w 10450132"/>
              <a:gd name="connsiteY647" fmla="*/ 5226332 h 5450835"/>
              <a:gd name="connsiteX648" fmla="*/ 8908484 w 10450132"/>
              <a:gd name="connsiteY648" fmla="*/ 5225873 h 5450835"/>
              <a:gd name="connsiteX649" fmla="*/ 8903953 w 10450132"/>
              <a:gd name="connsiteY649" fmla="*/ 5217990 h 5450835"/>
              <a:gd name="connsiteX650" fmla="*/ 8903953 w 10450132"/>
              <a:gd name="connsiteY650" fmla="*/ 5217136 h 5450835"/>
              <a:gd name="connsiteX651" fmla="*/ 8908484 w 10450132"/>
              <a:gd name="connsiteY651" fmla="*/ 5209255 h 5450835"/>
              <a:gd name="connsiteX652" fmla="*/ 8909274 w 10450132"/>
              <a:gd name="connsiteY652" fmla="*/ 5208795 h 5450835"/>
              <a:gd name="connsiteX653" fmla="*/ 8654892 w 10450132"/>
              <a:gd name="connsiteY653" fmla="*/ 5208795 h 5450835"/>
              <a:gd name="connsiteX654" fmla="*/ 8663955 w 10450132"/>
              <a:gd name="connsiteY654" fmla="*/ 5208795 h 5450835"/>
              <a:gd name="connsiteX655" fmla="*/ 8664744 w 10450132"/>
              <a:gd name="connsiteY655" fmla="*/ 5209255 h 5450835"/>
              <a:gd name="connsiteX656" fmla="*/ 8669277 w 10450132"/>
              <a:gd name="connsiteY656" fmla="*/ 5217136 h 5450835"/>
              <a:gd name="connsiteX657" fmla="*/ 8669277 w 10450132"/>
              <a:gd name="connsiteY657" fmla="*/ 5217990 h 5450835"/>
              <a:gd name="connsiteX658" fmla="*/ 8664744 w 10450132"/>
              <a:gd name="connsiteY658" fmla="*/ 5225873 h 5450835"/>
              <a:gd name="connsiteX659" fmla="*/ 8663955 w 10450132"/>
              <a:gd name="connsiteY659" fmla="*/ 5226332 h 5450835"/>
              <a:gd name="connsiteX660" fmla="*/ 8654892 w 10450132"/>
              <a:gd name="connsiteY660" fmla="*/ 5226332 h 5450835"/>
              <a:gd name="connsiteX661" fmla="*/ 8654104 w 10450132"/>
              <a:gd name="connsiteY661" fmla="*/ 5225873 h 5450835"/>
              <a:gd name="connsiteX662" fmla="*/ 8649572 w 10450132"/>
              <a:gd name="connsiteY662" fmla="*/ 5217990 h 5450835"/>
              <a:gd name="connsiteX663" fmla="*/ 8649572 w 10450132"/>
              <a:gd name="connsiteY663" fmla="*/ 5217136 h 5450835"/>
              <a:gd name="connsiteX664" fmla="*/ 8654104 w 10450132"/>
              <a:gd name="connsiteY664" fmla="*/ 5209255 h 5450835"/>
              <a:gd name="connsiteX665" fmla="*/ 8654892 w 10450132"/>
              <a:gd name="connsiteY665" fmla="*/ 5208795 h 5450835"/>
              <a:gd name="connsiteX666" fmla="*/ 8400511 w 10450132"/>
              <a:gd name="connsiteY666" fmla="*/ 5208795 h 5450835"/>
              <a:gd name="connsiteX667" fmla="*/ 8409575 w 10450132"/>
              <a:gd name="connsiteY667" fmla="*/ 5208795 h 5450835"/>
              <a:gd name="connsiteX668" fmla="*/ 8410363 w 10450132"/>
              <a:gd name="connsiteY668" fmla="*/ 5209255 h 5450835"/>
              <a:gd name="connsiteX669" fmla="*/ 8414896 w 10450132"/>
              <a:gd name="connsiteY669" fmla="*/ 5217136 h 5450835"/>
              <a:gd name="connsiteX670" fmla="*/ 8414896 w 10450132"/>
              <a:gd name="connsiteY670" fmla="*/ 5217990 h 5450835"/>
              <a:gd name="connsiteX671" fmla="*/ 8410363 w 10450132"/>
              <a:gd name="connsiteY671" fmla="*/ 5225873 h 5450835"/>
              <a:gd name="connsiteX672" fmla="*/ 8409575 w 10450132"/>
              <a:gd name="connsiteY672" fmla="*/ 5226332 h 5450835"/>
              <a:gd name="connsiteX673" fmla="*/ 8400511 w 10450132"/>
              <a:gd name="connsiteY673" fmla="*/ 5226332 h 5450835"/>
              <a:gd name="connsiteX674" fmla="*/ 8399723 w 10450132"/>
              <a:gd name="connsiteY674" fmla="*/ 5225873 h 5450835"/>
              <a:gd name="connsiteX675" fmla="*/ 8395191 w 10450132"/>
              <a:gd name="connsiteY675" fmla="*/ 5217990 h 5450835"/>
              <a:gd name="connsiteX676" fmla="*/ 8395191 w 10450132"/>
              <a:gd name="connsiteY676" fmla="*/ 5217136 h 5450835"/>
              <a:gd name="connsiteX677" fmla="*/ 8399723 w 10450132"/>
              <a:gd name="connsiteY677" fmla="*/ 5209255 h 5450835"/>
              <a:gd name="connsiteX678" fmla="*/ 8400511 w 10450132"/>
              <a:gd name="connsiteY678" fmla="*/ 5208795 h 5450835"/>
              <a:gd name="connsiteX679" fmla="*/ 8146065 w 10450132"/>
              <a:gd name="connsiteY679" fmla="*/ 5208795 h 5450835"/>
              <a:gd name="connsiteX680" fmla="*/ 8155129 w 10450132"/>
              <a:gd name="connsiteY680" fmla="*/ 5208795 h 5450835"/>
              <a:gd name="connsiteX681" fmla="*/ 8155917 w 10450132"/>
              <a:gd name="connsiteY681" fmla="*/ 5209255 h 5450835"/>
              <a:gd name="connsiteX682" fmla="*/ 8160449 w 10450132"/>
              <a:gd name="connsiteY682" fmla="*/ 5217136 h 5450835"/>
              <a:gd name="connsiteX683" fmla="*/ 8160449 w 10450132"/>
              <a:gd name="connsiteY683" fmla="*/ 5217990 h 5450835"/>
              <a:gd name="connsiteX684" fmla="*/ 8155917 w 10450132"/>
              <a:gd name="connsiteY684" fmla="*/ 5225873 h 5450835"/>
              <a:gd name="connsiteX685" fmla="*/ 8155129 w 10450132"/>
              <a:gd name="connsiteY685" fmla="*/ 5226332 h 5450835"/>
              <a:gd name="connsiteX686" fmla="*/ 8146065 w 10450132"/>
              <a:gd name="connsiteY686" fmla="*/ 5226332 h 5450835"/>
              <a:gd name="connsiteX687" fmla="*/ 8145277 w 10450132"/>
              <a:gd name="connsiteY687" fmla="*/ 5225873 h 5450835"/>
              <a:gd name="connsiteX688" fmla="*/ 8140745 w 10450132"/>
              <a:gd name="connsiteY688" fmla="*/ 5217990 h 5450835"/>
              <a:gd name="connsiteX689" fmla="*/ 8140745 w 10450132"/>
              <a:gd name="connsiteY689" fmla="*/ 5217136 h 5450835"/>
              <a:gd name="connsiteX690" fmla="*/ 8145277 w 10450132"/>
              <a:gd name="connsiteY690" fmla="*/ 5209255 h 5450835"/>
              <a:gd name="connsiteX691" fmla="*/ 8146065 w 10450132"/>
              <a:gd name="connsiteY691" fmla="*/ 5208795 h 5450835"/>
              <a:gd name="connsiteX692" fmla="*/ 7891684 w 10450132"/>
              <a:gd name="connsiteY692" fmla="*/ 5208795 h 5450835"/>
              <a:gd name="connsiteX693" fmla="*/ 7900748 w 10450132"/>
              <a:gd name="connsiteY693" fmla="*/ 5208795 h 5450835"/>
              <a:gd name="connsiteX694" fmla="*/ 7901536 w 10450132"/>
              <a:gd name="connsiteY694" fmla="*/ 5209255 h 5450835"/>
              <a:gd name="connsiteX695" fmla="*/ 7906067 w 10450132"/>
              <a:gd name="connsiteY695" fmla="*/ 5217136 h 5450835"/>
              <a:gd name="connsiteX696" fmla="*/ 7906067 w 10450132"/>
              <a:gd name="connsiteY696" fmla="*/ 5217990 h 5450835"/>
              <a:gd name="connsiteX697" fmla="*/ 7901536 w 10450132"/>
              <a:gd name="connsiteY697" fmla="*/ 5225873 h 5450835"/>
              <a:gd name="connsiteX698" fmla="*/ 7900748 w 10450132"/>
              <a:gd name="connsiteY698" fmla="*/ 5226332 h 5450835"/>
              <a:gd name="connsiteX699" fmla="*/ 7891684 w 10450132"/>
              <a:gd name="connsiteY699" fmla="*/ 5226332 h 5450835"/>
              <a:gd name="connsiteX700" fmla="*/ 7890896 w 10450132"/>
              <a:gd name="connsiteY700" fmla="*/ 5225873 h 5450835"/>
              <a:gd name="connsiteX701" fmla="*/ 7886363 w 10450132"/>
              <a:gd name="connsiteY701" fmla="*/ 5217990 h 5450835"/>
              <a:gd name="connsiteX702" fmla="*/ 7886363 w 10450132"/>
              <a:gd name="connsiteY702" fmla="*/ 5217136 h 5450835"/>
              <a:gd name="connsiteX703" fmla="*/ 7890896 w 10450132"/>
              <a:gd name="connsiteY703" fmla="*/ 5209255 h 5450835"/>
              <a:gd name="connsiteX704" fmla="*/ 7891684 w 10450132"/>
              <a:gd name="connsiteY704" fmla="*/ 5208795 h 5450835"/>
              <a:gd name="connsiteX705" fmla="*/ 7637304 w 10450132"/>
              <a:gd name="connsiteY705" fmla="*/ 5208795 h 5450835"/>
              <a:gd name="connsiteX706" fmla="*/ 7646367 w 10450132"/>
              <a:gd name="connsiteY706" fmla="*/ 5208795 h 5450835"/>
              <a:gd name="connsiteX707" fmla="*/ 7647156 w 10450132"/>
              <a:gd name="connsiteY707" fmla="*/ 5209255 h 5450835"/>
              <a:gd name="connsiteX708" fmla="*/ 7651687 w 10450132"/>
              <a:gd name="connsiteY708" fmla="*/ 5217136 h 5450835"/>
              <a:gd name="connsiteX709" fmla="*/ 7651687 w 10450132"/>
              <a:gd name="connsiteY709" fmla="*/ 5217990 h 5450835"/>
              <a:gd name="connsiteX710" fmla="*/ 7647156 w 10450132"/>
              <a:gd name="connsiteY710" fmla="*/ 5225873 h 5450835"/>
              <a:gd name="connsiteX711" fmla="*/ 7646367 w 10450132"/>
              <a:gd name="connsiteY711" fmla="*/ 5226332 h 5450835"/>
              <a:gd name="connsiteX712" fmla="*/ 7637304 w 10450132"/>
              <a:gd name="connsiteY712" fmla="*/ 5226332 h 5450835"/>
              <a:gd name="connsiteX713" fmla="*/ 7636516 w 10450132"/>
              <a:gd name="connsiteY713" fmla="*/ 5225873 h 5450835"/>
              <a:gd name="connsiteX714" fmla="*/ 7631983 w 10450132"/>
              <a:gd name="connsiteY714" fmla="*/ 5217990 h 5450835"/>
              <a:gd name="connsiteX715" fmla="*/ 7631983 w 10450132"/>
              <a:gd name="connsiteY715" fmla="*/ 5217136 h 5450835"/>
              <a:gd name="connsiteX716" fmla="*/ 7636516 w 10450132"/>
              <a:gd name="connsiteY716" fmla="*/ 5209255 h 5450835"/>
              <a:gd name="connsiteX717" fmla="*/ 7637304 w 10450132"/>
              <a:gd name="connsiteY717" fmla="*/ 5208795 h 5450835"/>
              <a:gd name="connsiteX718" fmla="*/ 7382923 w 10450132"/>
              <a:gd name="connsiteY718" fmla="*/ 5208795 h 5450835"/>
              <a:gd name="connsiteX719" fmla="*/ 7391987 w 10450132"/>
              <a:gd name="connsiteY719" fmla="*/ 5208795 h 5450835"/>
              <a:gd name="connsiteX720" fmla="*/ 7392775 w 10450132"/>
              <a:gd name="connsiteY720" fmla="*/ 5209255 h 5450835"/>
              <a:gd name="connsiteX721" fmla="*/ 7397307 w 10450132"/>
              <a:gd name="connsiteY721" fmla="*/ 5217136 h 5450835"/>
              <a:gd name="connsiteX722" fmla="*/ 7397307 w 10450132"/>
              <a:gd name="connsiteY722" fmla="*/ 5217990 h 5450835"/>
              <a:gd name="connsiteX723" fmla="*/ 7392775 w 10450132"/>
              <a:gd name="connsiteY723" fmla="*/ 5225873 h 5450835"/>
              <a:gd name="connsiteX724" fmla="*/ 7391987 w 10450132"/>
              <a:gd name="connsiteY724" fmla="*/ 5226332 h 5450835"/>
              <a:gd name="connsiteX725" fmla="*/ 7382923 w 10450132"/>
              <a:gd name="connsiteY725" fmla="*/ 5226332 h 5450835"/>
              <a:gd name="connsiteX726" fmla="*/ 7382135 w 10450132"/>
              <a:gd name="connsiteY726" fmla="*/ 5225873 h 5450835"/>
              <a:gd name="connsiteX727" fmla="*/ 7377602 w 10450132"/>
              <a:gd name="connsiteY727" fmla="*/ 5217990 h 5450835"/>
              <a:gd name="connsiteX728" fmla="*/ 7377602 w 10450132"/>
              <a:gd name="connsiteY728" fmla="*/ 5217136 h 5450835"/>
              <a:gd name="connsiteX729" fmla="*/ 7382135 w 10450132"/>
              <a:gd name="connsiteY729" fmla="*/ 5209255 h 5450835"/>
              <a:gd name="connsiteX730" fmla="*/ 7382923 w 10450132"/>
              <a:gd name="connsiteY730" fmla="*/ 5208795 h 5450835"/>
              <a:gd name="connsiteX731" fmla="*/ 7128477 w 10450132"/>
              <a:gd name="connsiteY731" fmla="*/ 5208795 h 5450835"/>
              <a:gd name="connsiteX732" fmla="*/ 7137540 w 10450132"/>
              <a:gd name="connsiteY732" fmla="*/ 5208795 h 5450835"/>
              <a:gd name="connsiteX733" fmla="*/ 7138328 w 10450132"/>
              <a:gd name="connsiteY733" fmla="*/ 5209255 h 5450835"/>
              <a:gd name="connsiteX734" fmla="*/ 7142860 w 10450132"/>
              <a:gd name="connsiteY734" fmla="*/ 5217136 h 5450835"/>
              <a:gd name="connsiteX735" fmla="*/ 7142860 w 10450132"/>
              <a:gd name="connsiteY735" fmla="*/ 5217990 h 5450835"/>
              <a:gd name="connsiteX736" fmla="*/ 7138328 w 10450132"/>
              <a:gd name="connsiteY736" fmla="*/ 5225873 h 5450835"/>
              <a:gd name="connsiteX737" fmla="*/ 7137540 w 10450132"/>
              <a:gd name="connsiteY737" fmla="*/ 5226332 h 5450835"/>
              <a:gd name="connsiteX738" fmla="*/ 7128477 w 10450132"/>
              <a:gd name="connsiteY738" fmla="*/ 5226332 h 5450835"/>
              <a:gd name="connsiteX739" fmla="*/ 7127689 w 10450132"/>
              <a:gd name="connsiteY739" fmla="*/ 5225873 h 5450835"/>
              <a:gd name="connsiteX740" fmla="*/ 7123156 w 10450132"/>
              <a:gd name="connsiteY740" fmla="*/ 5217990 h 5450835"/>
              <a:gd name="connsiteX741" fmla="*/ 7123156 w 10450132"/>
              <a:gd name="connsiteY741" fmla="*/ 5217136 h 5450835"/>
              <a:gd name="connsiteX742" fmla="*/ 7127689 w 10450132"/>
              <a:gd name="connsiteY742" fmla="*/ 5209255 h 5450835"/>
              <a:gd name="connsiteX743" fmla="*/ 7128477 w 10450132"/>
              <a:gd name="connsiteY743" fmla="*/ 5208795 h 5450835"/>
              <a:gd name="connsiteX744" fmla="*/ 6874095 w 10450132"/>
              <a:gd name="connsiteY744" fmla="*/ 5208795 h 5450835"/>
              <a:gd name="connsiteX745" fmla="*/ 6883159 w 10450132"/>
              <a:gd name="connsiteY745" fmla="*/ 5208795 h 5450835"/>
              <a:gd name="connsiteX746" fmla="*/ 6883947 w 10450132"/>
              <a:gd name="connsiteY746" fmla="*/ 5209255 h 5450835"/>
              <a:gd name="connsiteX747" fmla="*/ 6888480 w 10450132"/>
              <a:gd name="connsiteY747" fmla="*/ 5217136 h 5450835"/>
              <a:gd name="connsiteX748" fmla="*/ 6888480 w 10450132"/>
              <a:gd name="connsiteY748" fmla="*/ 5217990 h 5450835"/>
              <a:gd name="connsiteX749" fmla="*/ 6883947 w 10450132"/>
              <a:gd name="connsiteY749" fmla="*/ 5225873 h 5450835"/>
              <a:gd name="connsiteX750" fmla="*/ 6883159 w 10450132"/>
              <a:gd name="connsiteY750" fmla="*/ 5226332 h 5450835"/>
              <a:gd name="connsiteX751" fmla="*/ 6874095 w 10450132"/>
              <a:gd name="connsiteY751" fmla="*/ 5226332 h 5450835"/>
              <a:gd name="connsiteX752" fmla="*/ 6873307 w 10450132"/>
              <a:gd name="connsiteY752" fmla="*/ 5225873 h 5450835"/>
              <a:gd name="connsiteX753" fmla="*/ 6868775 w 10450132"/>
              <a:gd name="connsiteY753" fmla="*/ 5217990 h 5450835"/>
              <a:gd name="connsiteX754" fmla="*/ 6868775 w 10450132"/>
              <a:gd name="connsiteY754" fmla="*/ 5217136 h 5450835"/>
              <a:gd name="connsiteX755" fmla="*/ 6873307 w 10450132"/>
              <a:gd name="connsiteY755" fmla="*/ 5209255 h 5450835"/>
              <a:gd name="connsiteX756" fmla="*/ 6874095 w 10450132"/>
              <a:gd name="connsiteY756" fmla="*/ 5208795 h 5450835"/>
              <a:gd name="connsiteX757" fmla="*/ 6619714 w 10450132"/>
              <a:gd name="connsiteY757" fmla="*/ 5208795 h 5450835"/>
              <a:gd name="connsiteX758" fmla="*/ 6628778 w 10450132"/>
              <a:gd name="connsiteY758" fmla="*/ 5208795 h 5450835"/>
              <a:gd name="connsiteX759" fmla="*/ 6629566 w 10450132"/>
              <a:gd name="connsiteY759" fmla="*/ 5209255 h 5450835"/>
              <a:gd name="connsiteX760" fmla="*/ 6634099 w 10450132"/>
              <a:gd name="connsiteY760" fmla="*/ 5217136 h 5450835"/>
              <a:gd name="connsiteX761" fmla="*/ 6634099 w 10450132"/>
              <a:gd name="connsiteY761" fmla="*/ 5217990 h 5450835"/>
              <a:gd name="connsiteX762" fmla="*/ 6629566 w 10450132"/>
              <a:gd name="connsiteY762" fmla="*/ 5225873 h 5450835"/>
              <a:gd name="connsiteX763" fmla="*/ 6628778 w 10450132"/>
              <a:gd name="connsiteY763" fmla="*/ 5226332 h 5450835"/>
              <a:gd name="connsiteX764" fmla="*/ 6619714 w 10450132"/>
              <a:gd name="connsiteY764" fmla="*/ 5226332 h 5450835"/>
              <a:gd name="connsiteX765" fmla="*/ 6618926 w 10450132"/>
              <a:gd name="connsiteY765" fmla="*/ 5225873 h 5450835"/>
              <a:gd name="connsiteX766" fmla="*/ 6614394 w 10450132"/>
              <a:gd name="connsiteY766" fmla="*/ 5217990 h 5450835"/>
              <a:gd name="connsiteX767" fmla="*/ 6614394 w 10450132"/>
              <a:gd name="connsiteY767" fmla="*/ 5217136 h 5450835"/>
              <a:gd name="connsiteX768" fmla="*/ 6618926 w 10450132"/>
              <a:gd name="connsiteY768" fmla="*/ 5209255 h 5450835"/>
              <a:gd name="connsiteX769" fmla="*/ 6619714 w 10450132"/>
              <a:gd name="connsiteY769" fmla="*/ 5208795 h 5450835"/>
              <a:gd name="connsiteX770" fmla="*/ 6365334 w 10450132"/>
              <a:gd name="connsiteY770" fmla="*/ 5208795 h 5450835"/>
              <a:gd name="connsiteX771" fmla="*/ 6374397 w 10450132"/>
              <a:gd name="connsiteY771" fmla="*/ 5208795 h 5450835"/>
              <a:gd name="connsiteX772" fmla="*/ 6375186 w 10450132"/>
              <a:gd name="connsiteY772" fmla="*/ 5209255 h 5450835"/>
              <a:gd name="connsiteX773" fmla="*/ 6379718 w 10450132"/>
              <a:gd name="connsiteY773" fmla="*/ 5217136 h 5450835"/>
              <a:gd name="connsiteX774" fmla="*/ 6379718 w 10450132"/>
              <a:gd name="connsiteY774" fmla="*/ 5217990 h 5450835"/>
              <a:gd name="connsiteX775" fmla="*/ 6375186 w 10450132"/>
              <a:gd name="connsiteY775" fmla="*/ 5225873 h 5450835"/>
              <a:gd name="connsiteX776" fmla="*/ 6374397 w 10450132"/>
              <a:gd name="connsiteY776" fmla="*/ 5226332 h 5450835"/>
              <a:gd name="connsiteX777" fmla="*/ 6365334 w 10450132"/>
              <a:gd name="connsiteY777" fmla="*/ 5226332 h 5450835"/>
              <a:gd name="connsiteX778" fmla="*/ 6364546 w 10450132"/>
              <a:gd name="connsiteY778" fmla="*/ 5225873 h 5450835"/>
              <a:gd name="connsiteX779" fmla="*/ 6360014 w 10450132"/>
              <a:gd name="connsiteY779" fmla="*/ 5217990 h 5450835"/>
              <a:gd name="connsiteX780" fmla="*/ 6360014 w 10450132"/>
              <a:gd name="connsiteY780" fmla="*/ 5217136 h 5450835"/>
              <a:gd name="connsiteX781" fmla="*/ 6364546 w 10450132"/>
              <a:gd name="connsiteY781" fmla="*/ 5209255 h 5450835"/>
              <a:gd name="connsiteX782" fmla="*/ 6365334 w 10450132"/>
              <a:gd name="connsiteY782" fmla="*/ 5208795 h 5450835"/>
              <a:gd name="connsiteX783" fmla="*/ 6110888 w 10450132"/>
              <a:gd name="connsiteY783" fmla="*/ 5208795 h 5450835"/>
              <a:gd name="connsiteX784" fmla="*/ 6119953 w 10450132"/>
              <a:gd name="connsiteY784" fmla="*/ 5208795 h 5450835"/>
              <a:gd name="connsiteX785" fmla="*/ 6120740 w 10450132"/>
              <a:gd name="connsiteY785" fmla="*/ 5209255 h 5450835"/>
              <a:gd name="connsiteX786" fmla="*/ 6125272 w 10450132"/>
              <a:gd name="connsiteY786" fmla="*/ 5217136 h 5450835"/>
              <a:gd name="connsiteX787" fmla="*/ 6125272 w 10450132"/>
              <a:gd name="connsiteY787" fmla="*/ 5217990 h 5450835"/>
              <a:gd name="connsiteX788" fmla="*/ 6120740 w 10450132"/>
              <a:gd name="connsiteY788" fmla="*/ 5225873 h 5450835"/>
              <a:gd name="connsiteX789" fmla="*/ 6119953 w 10450132"/>
              <a:gd name="connsiteY789" fmla="*/ 5226332 h 5450835"/>
              <a:gd name="connsiteX790" fmla="*/ 6110888 w 10450132"/>
              <a:gd name="connsiteY790" fmla="*/ 5226332 h 5450835"/>
              <a:gd name="connsiteX791" fmla="*/ 6110101 w 10450132"/>
              <a:gd name="connsiteY791" fmla="*/ 5225873 h 5450835"/>
              <a:gd name="connsiteX792" fmla="*/ 6105567 w 10450132"/>
              <a:gd name="connsiteY792" fmla="*/ 5217990 h 5450835"/>
              <a:gd name="connsiteX793" fmla="*/ 6105567 w 10450132"/>
              <a:gd name="connsiteY793" fmla="*/ 5217136 h 5450835"/>
              <a:gd name="connsiteX794" fmla="*/ 6110101 w 10450132"/>
              <a:gd name="connsiteY794" fmla="*/ 5209255 h 5450835"/>
              <a:gd name="connsiteX795" fmla="*/ 6110888 w 10450132"/>
              <a:gd name="connsiteY795" fmla="*/ 5208795 h 5450835"/>
              <a:gd name="connsiteX796" fmla="*/ 5856508 w 10450132"/>
              <a:gd name="connsiteY796" fmla="*/ 5208795 h 5450835"/>
              <a:gd name="connsiteX797" fmla="*/ 5865571 w 10450132"/>
              <a:gd name="connsiteY797" fmla="*/ 5208795 h 5450835"/>
              <a:gd name="connsiteX798" fmla="*/ 5866359 w 10450132"/>
              <a:gd name="connsiteY798" fmla="*/ 5209255 h 5450835"/>
              <a:gd name="connsiteX799" fmla="*/ 5870891 w 10450132"/>
              <a:gd name="connsiteY799" fmla="*/ 5217136 h 5450835"/>
              <a:gd name="connsiteX800" fmla="*/ 5870891 w 10450132"/>
              <a:gd name="connsiteY800" fmla="*/ 5217990 h 5450835"/>
              <a:gd name="connsiteX801" fmla="*/ 5866359 w 10450132"/>
              <a:gd name="connsiteY801" fmla="*/ 5225873 h 5450835"/>
              <a:gd name="connsiteX802" fmla="*/ 5865571 w 10450132"/>
              <a:gd name="connsiteY802" fmla="*/ 5226332 h 5450835"/>
              <a:gd name="connsiteX803" fmla="*/ 5856508 w 10450132"/>
              <a:gd name="connsiteY803" fmla="*/ 5226332 h 5450835"/>
              <a:gd name="connsiteX804" fmla="*/ 5855720 w 10450132"/>
              <a:gd name="connsiteY804" fmla="*/ 5225873 h 5450835"/>
              <a:gd name="connsiteX805" fmla="*/ 5851187 w 10450132"/>
              <a:gd name="connsiteY805" fmla="*/ 5217990 h 5450835"/>
              <a:gd name="connsiteX806" fmla="*/ 5851187 w 10450132"/>
              <a:gd name="connsiteY806" fmla="*/ 5217136 h 5450835"/>
              <a:gd name="connsiteX807" fmla="*/ 5855720 w 10450132"/>
              <a:gd name="connsiteY807" fmla="*/ 5209255 h 5450835"/>
              <a:gd name="connsiteX808" fmla="*/ 5856508 w 10450132"/>
              <a:gd name="connsiteY808" fmla="*/ 5208795 h 5450835"/>
              <a:gd name="connsiteX809" fmla="*/ 5602126 w 10450132"/>
              <a:gd name="connsiteY809" fmla="*/ 5208795 h 5450835"/>
              <a:gd name="connsiteX810" fmla="*/ 5611191 w 10450132"/>
              <a:gd name="connsiteY810" fmla="*/ 5208795 h 5450835"/>
              <a:gd name="connsiteX811" fmla="*/ 5611979 w 10450132"/>
              <a:gd name="connsiteY811" fmla="*/ 5209255 h 5450835"/>
              <a:gd name="connsiteX812" fmla="*/ 5616511 w 10450132"/>
              <a:gd name="connsiteY812" fmla="*/ 5217136 h 5450835"/>
              <a:gd name="connsiteX813" fmla="*/ 5616511 w 10450132"/>
              <a:gd name="connsiteY813" fmla="*/ 5217990 h 5450835"/>
              <a:gd name="connsiteX814" fmla="*/ 5611979 w 10450132"/>
              <a:gd name="connsiteY814" fmla="*/ 5225873 h 5450835"/>
              <a:gd name="connsiteX815" fmla="*/ 5611191 w 10450132"/>
              <a:gd name="connsiteY815" fmla="*/ 5226332 h 5450835"/>
              <a:gd name="connsiteX816" fmla="*/ 5602126 w 10450132"/>
              <a:gd name="connsiteY816" fmla="*/ 5226332 h 5450835"/>
              <a:gd name="connsiteX817" fmla="*/ 5601338 w 10450132"/>
              <a:gd name="connsiteY817" fmla="*/ 5225873 h 5450835"/>
              <a:gd name="connsiteX818" fmla="*/ 5596807 w 10450132"/>
              <a:gd name="connsiteY818" fmla="*/ 5217990 h 5450835"/>
              <a:gd name="connsiteX819" fmla="*/ 5596807 w 10450132"/>
              <a:gd name="connsiteY819" fmla="*/ 5217136 h 5450835"/>
              <a:gd name="connsiteX820" fmla="*/ 5601338 w 10450132"/>
              <a:gd name="connsiteY820" fmla="*/ 5209255 h 5450835"/>
              <a:gd name="connsiteX821" fmla="*/ 5602126 w 10450132"/>
              <a:gd name="connsiteY821" fmla="*/ 5208795 h 5450835"/>
              <a:gd name="connsiteX822" fmla="*/ 5347746 w 10450132"/>
              <a:gd name="connsiteY822" fmla="*/ 5208795 h 5450835"/>
              <a:gd name="connsiteX823" fmla="*/ 5356810 w 10450132"/>
              <a:gd name="connsiteY823" fmla="*/ 5208795 h 5450835"/>
              <a:gd name="connsiteX824" fmla="*/ 5357598 w 10450132"/>
              <a:gd name="connsiteY824" fmla="*/ 5209255 h 5450835"/>
              <a:gd name="connsiteX825" fmla="*/ 5362130 w 10450132"/>
              <a:gd name="connsiteY825" fmla="*/ 5217136 h 5450835"/>
              <a:gd name="connsiteX826" fmla="*/ 5362130 w 10450132"/>
              <a:gd name="connsiteY826" fmla="*/ 5217990 h 5450835"/>
              <a:gd name="connsiteX827" fmla="*/ 5357598 w 10450132"/>
              <a:gd name="connsiteY827" fmla="*/ 5225873 h 5450835"/>
              <a:gd name="connsiteX828" fmla="*/ 5356810 w 10450132"/>
              <a:gd name="connsiteY828" fmla="*/ 5226332 h 5450835"/>
              <a:gd name="connsiteX829" fmla="*/ 5347746 w 10450132"/>
              <a:gd name="connsiteY829" fmla="*/ 5226332 h 5450835"/>
              <a:gd name="connsiteX830" fmla="*/ 5346958 w 10450132"/>
              <a:gd name="connsiteY830" fmla="*/ 5225873 h 5450835"/>
              <a:gd name="connsiteX831" fmla="*/ 5342425 w 10450132"/>
              <a:gd name="connsiteY831" fmla="*/ 5217990 h 5450835"/>
              <a:gd name="connsiteX832" fmla="*/ 5342425 w 10450132"/>
              <a:gd name="connsiteY832" fmla="*/ 5217136 h 5450835"/>
              <a:gd name="connsiteX833" fmla="*/ 5346958 w 10450132"/>
              <a:gd name="connsiteY833" fmla="*/ 5209255 h 5450835"/>
              <a:gd name="connsiteX834" fmla="*/ 5347746 w 10450132"/>
              <a:gd name="connsiteY834" fmla="*/ 5208795 h 5450835"/>
              <a:gd name="connsiteX835" fmla="*/ 5093300 w 10450132"/>
              <a:gd name="connsiteY835" fmla="*/ 5208795 h 5450835"/>
              <a:gd name="connsiteX836" fmla="*/ 5102364 w 10450132"/>
              <a:gd name="connsiteY836" fmla="*/ 5208795 h 5450835"/>
              <a:gd name="connsiteX837" fmla="*/ 5103153 w 10450132"/>
              <a:gd name="connsiteY837" fmla="*/ 5209255 h 5450835"/>
              <a:gd name="connsiteX838" fmla="*/ 5107684 w 10450132"/>
              <a:gd name="connsiteY838" fmla="*/ 5217136 h 5450835"/>
              <a:gd name="connsiteX839" fmla="*/ 5107684 w 10450132"/>
              <a:gd name="connsiteY839" fmla="*/ 5217990 h 5450835"/>
              <a:gd name="connsiteX840" fmla="*/ 5103153 w 10450132"/>
              <a:gd name="connsiteY840" fmla="*/ 5225873 h 5450835"/>
              <a:gd name="connsiteX841" fmla="*/ 5102364 w 10450132"/>
              <a:gd name="connsiteY841" fmla="*/ 5226332 h 5450835"/>
              <a:gd name="connsiteX842" fmla="*/ 5093300 w 10450132"/>
              <a:gd name="connsiteY842" fmla="*/ 5226332 h 5450835"/>
              <a:gd name="connsiteX843" fmla="*/ 5092512 w 10450132"/>
              <a:gd name="connsiteY843" fmla="*/ 5225873 h 5450835"/>
              <a:gd name="connsiteX844" fmla="*/ 5087979 w 10450132"/>
              <a:gd name="connsiteY844" fmla="*/ 5217990 h 5450835"/>
              <a:gd name="connsiteX845" fmla="*/ 5087979 w 10450132"/>
              <a:gd name="connsiteY845" fmla="*/ 5217136 h 5450835"/>
              <a:gd name="connsiteX846" fmla="*/ 5092512 w 10450132"/>
              <a:gd name="connsiteY846" fmla="*/ 5209255 h 5450835"/>
              <a:gd name="connsiteX847" fmla="*/ 5093300 w 10450132"/>
              <a:gd name="connsiteY847" fmla="*/ 5208795 h 5450835"/>
              <a:gd name="connsiteX848" fmla="*/ 4838919 w 10450132"/>
              <a:gd name="connsiteY848" fmla="*/ 5208795 h 5450835"/>
              <a:gd name="connsiteX849" fmla="*/ 4847982 w 10450132"/>
              <a:gd name="connsiteY849" fmla="*/ 5208795 h 5450835"/>
              <a:gd name="connsiteX850" fmla="*/ 4848772 w 10450132"/>
              <a:gd name="connsiteY850" fmla="*/ 5209255 h 5450835"/>
              <a:gd name="connsiteX851" fmla="*/ 4853303 w 10450132"/>
              <a:gd name="connsiteY851" fmla="*/ 5217136 h 5450835"/>
              <a:gd name="connsiteX852" fmla="*/ 4853303 w 10450132"/>
              <a:gd name="connsiteY852" fmla="*/ 5217990 h 5450835"/>
              <a:gd name="connsiteX853" fmla="*/ 4848772 w 10450132"/>
              <a:gd name="connsiteY853" fmla="*/ 5225873 h 5450835"/>
              <a:gd name="connsiteX854" fmla="*/ 4847982 w 10450132"/>
              <a:gd name="connsiteY854" fmla="*/ 5226332 h 5450835"/>
              <a:gd name="connsiteX855" fmla="*/ 4838919 w 10450132"/>
              <a:gd name="connsiteY855" fmla="*/ 5226332 h 5450835"/>
              <a:gd name="connsiteX856" fmla="*/ 4838132 w 10450132"/>
              <a:gd name="connsiteY856" fmla="*/ 5225873 h 5450835"/>
              <a:gd name="connsiteX857" fmla="*/ 4833598 w 10450132"/>
              <a:gd name="connsiteY857" fmla="*/ 5217990 h 5450835"/>
              <a:gd name="connsiteX858" fmla="*/ 4833598 w 10450132"/>
              <a:gd name="connsiteY858" fmla="*/ 5217136 h 5450835"/>
              <a:gd name="connsiteX859" fmla="*/ 4838132 w 10450132"/>
              <a:gd name="connsiteY859" fmla="*/ 5209255 h 5450835"/>
              <a:gd name="connsiteX860" fmla="*/ 4838919 w 10450132"/>
              <a:gd name="connsiteY860" fmla="*/ 5208795 h 5450835"/>
              <a:gd name="connsiteX861" fmla="*/ 4584538 w 10450132"/>
              <a:gd name="connsiteY861" fmla="*/ 5208795 h 5450835"/>
              <a:gd name="connsiteX862" fmla="*/ 4593603 w 10450132"/>
              <a:gd name="connsiteY862" fmla="*/ 5208795 h 5450835"/>
              <a:gd name="connsiteX863" fmla="*/ 4594390 w 10450132"/>
              <a:gd name="connsiteY863" fmla="*/ 5209255 h 5450835"/>
              <a:gd name="connsiteX864" fmla="*/ 4598922 w 10450132"/>
              <a:gd name="connsiteY864" fmla="*/ 5217136 h 5450835"/>
              <a:gd name="connsiteX865" fmla="*/ 4598922 w 10450132"/>
              <a:gd name="connsiteY865" fmla="*/ 5217990 h 5450835"/>
              <a:gd name="connsiteX866" fmla="*/ 4594390 w 10450132"/>
              <a:gd name="connsiteY866" fmla="*/ 5225873 h 5450835"/>
              <a:gd name="connsiteX867" fmla="*/ 4593603 w 10450132"/>
              <a:gd name="connsiteY867" fmla="*/ 5226332 h 5450835"/>
              <a:gd name="connsiteX868" fmla="*/ 4584538 w 10450132"/>
              <a:gd name="connsiteY868" fmla="*/ 5226332 h 5450835"/>
              <a:gd name="connsiteX869" fmla="*/ 4583749 w 10450132"/>
              <a:gd name="connsiteY869" fmla="*/ 5225873 h 5450835"/>
              <a:gd name="connsiteX870" fmla="*/ 4579218 w 10450132"/>
              <a:gd name="connsiteY870" fmla="*/ 5217990 h 5450835"/>
              <a:gd name="connsiteX871" fmla="*/ 4579218 w 10450132"/>
              <a:gd name="connsiteY871" fmla="*/ 5217136 h 5450835"/>
              <a:gd name="connsiteX872" fmla="*/ 4583749 w 10450132"/>
              <a:gd name="connsiteY872" fmla="*/ 5209255 h 5450835"/>
              <a:gd name="connsiteX873" fmla="*/ 4584538 w 10450132"/>
              <a:gd name="connsiteY873" fmla="*/ 5208795 h 5450835"/>
              <a:gd name="connsiteX874" fmla="*/ 4330157 w 10450132"/>
              <a:gd name="connsiteY874" fmla="*/ 5208795 h 5450835"/>
              <a:gd name="connsiteX875" fmla="*/ 4339222 w 10450132"/>
              <a:gd name="connsiteY875" fmla="*/ 5208795 h 5450835"/>
              <a:gd name="connsiteX876" fmla="*/ 4340010 w 10450132"/>
              <a:gd name="connsiteY876" fmla="*/ 5209255 h 5450835"/>
              <a:gd name="connsiteX877" fmla="*/ 4344540 w 10450132"/>
              <a:gd name="connsiteY877" fmla="*/ 5217136 h 5450835"/>
              <a:gd name="connsiteX878" fmla="*/ 4344540 w 10450132"/>
              <a:gd name="connsiteY878" fmla="*/ 5217990 h 5450835"/>
              <a:gd name="connsiteX879" fmla="*/ 4340010 w 10450132"/>
              <a:gd name="connsiteY879" fmla="*/ 5225873 h 5450835"/>
              <a:gd name="connsiteX880" fmla="*/ 4339222 w 10450132"/>
              <a:gd name="connsiteY880" fmla="*/ 5226332 h 5450835"/>
              <a:gd name="connsiteX881" fmla="*/ 4330157 w 10450132"/>
              <a:gd name="connsiteY881" fmla="*/ 5226332 h 5450835"/>
              <a:gd name="connsiteX882" fmla="*/ 4329369 w 10450132"/>
              <a:gd name="connsiteY882" fmla="*/ 5225873 h 5450835"/>
              <a:gd name="connsiteX883" fmla="*/ 4324836 w 10450132"/>
              <a:gd name="connsiteY883" fmla="*/ 5217990 h 5450835"/>
              <a:gd name="connsiteX884" fmla="*/ 4324836 w 10450132"/>
              <a:gd name="connsiteY884" fmla="*/ 5217136 h 5450835"/>
              <a:gd name="connsiteX885" fmla="*/ 4329369 w 10450132"/>
              <a:gd name="connsiteY885" fmla="*/ 5209255 h 5450835"/>
              <a:gd name="connsiteX886" fmla="*/ 4330157 w 10450132"/>
              <a:gd name="connsiteY886" fmla="*/ 5208795 h 5450835"/>
              <a:gd name="connsiteX887" fmla="*/ 4076028 w 10450132"/>
              <a:gd name="connsiteY887" fmla="*/ 5208795 h 5450835"/>
              <a:gd name="connsiteX888" fmla="*/ 4085093 w 10450132"/>
              <a:gd name="connsiteY888" fmla="*/ 5208795 h 5450835"/>
              <a:gd name="connsiteX889" fmla="*/ 4085880 w 10450132"/>
              <a:gd name="connsiteY889" fmla="*/ 5209255 h 5450835"/>
              <a:gd name="connsiteX890" fmla="*/ 4090413 w 10450132"/>
              <a:gd name="connsiteY890" fmla="*/ 5217136 h 5450835"/>
              <a:gd name="connsiteX891" fmla="*/ 4090413 w 10450132"/>
              <a:gd name="connsiteY891" fmla="*/ 5217990 h 5450835"/>
              <a:gd name="connsiteX892" fmla="*/ 4085880 w 10450132"/>
              <a:gd name="connsiteY892" fmla="*/ 5225873 h 5450835"/>
              <a:gd name="connsiteX893" fmla="*/ 4085093 w 10450132"/>
              <a:gd name="connsiteY893" fmla="*/ 5226332 h 5450835"/>
              <a:gd name="connsiteX894" fmla="*/ 4076028 w 10450132"/>
              <a:gd name="connsiteY894" fmla="*/ 5226332 h 5450835"/>
              <a:gd name="connsiteX895" fmla="*/ 4075240 w 10450132"/>
              <a:gd name="connsiteY895" fmla="*/ 5225873 h 5450835"/>
              <a:gd name="connsiteX896" fmla="*/ 4070708 w 10450132"/>
              <a:gd name="connsiteY896" fmla="*/ 5217990 h 5450835"/>
              <a:gd name="connsiteX897" fmla="*/ 4070708 w 10450132"/>
              <a:gd name="connsiteY897" fmla="*/ 5217136 h 5450835"/>
              <a:gd name="connsiteX898" fmla="*/ 4075240 w 10450132"/>
              <a:gd name="connsiteY898" fmla="*/ 5209255 h 5450835"/>
              <a:gd name="connsiteX899" fmla="*/ 4076028 w 10450132"/>
              <a:gd name="connsiteY899" fmla="*/ 5208795 h 5450835"/>
              <a:gd name="connsiteX900" fmla="*/ 3821479 w 10450132"/>
              <a:gd name="connsiteY900" fmla="*/ 5208795 h 5450835"/>
              <a:gd name="connsiteX901" fmla="*/ 3830543 w 10450132"/>
              <a:gd name="connsiteY901" fmla="*/ 5208795 h 5450835"/>
              <a:gd name="connsiteX902" fmla="*/ 3831333 w 10450132"/>
              <a:gd name="connsiteY902" fmla="*/ 5209255 h 5450835"/>
              <a:gd name="connsiteX903" fmla="*/ 3835865 w 10450132"/>
              <a:gd name="connsiteY903" fmla="*/ 5217136 h 5450835"/>
              <a:gd name="connsiteX904" fmla="*/ 3835865 w 10450132"/>
              <a:gd name="connsiteY904" fmla="*/ 5217990 h 5450835"/>
              <a:gd name="connsiteX905" fmla="*/ 3831333 w 10450132"/>
              <a:gd name="connsiteY905" fmla="*/ 5225873 h 5450835"/>
              <a:gd name="connsiteX906" fmla="*/ 3830543 w 10450132"/>
              <a:gd name="connsiteY906" fmla="*/ 5226332 h 5450835"/>
              <a:gd name="connsiteX907" fmla="*/ 3821479 w 10450132"/>
              <a:gd name="connsiteY907" fmla="*/ 5226332 h 5450835"/>
              <a:gd name="connsiteX908" fmla="*/ 3820691 w 10450132"/>
              <a:gd name="connsiteY908" fmla="*/ 5225873 h 5450835"/>
              <a:gd name="connsiteX909" fmla="*/ 3816158 w 10450132"/>
              <a:gd name="connsiteY909" fmla="*/ 5217990 h 5450835"/>
              <a:gd name="connsiteX910" fmla="*/ 3816158 w 10450132"/>
              <a:gd name="connsiteY910" fmla="*/ 5217136 h 5450835"/>
              <a:gd name="connsiteX911" fmla="*/ 3820691 w 10450132"/>
              <a:gd name="connsiteY911" fmla="*/ 5209255 h 5450835"/>
              <a:gd name="connsiteX912" fmla="*/ 3821479 w 10450132"/>
              <a:gd name="connsiteY912" fmla="*/ 5208795 h 5450835"/>
              <a:gd name="connsiteX913" fmla="*/ 3567110 w 10450132"/>
              <a:gd name="connsiteY913" fmla="*/ 5208795 h 5450835"/>
              <a:gd name="connsiteX914" fmla="*/ 3576174 w 10450132"/>
              <a:gd name="connsiteY914" fmla="*/ 5208795 h 5450835"/>
              <a:gd name="connsiteX915" fmla="*/ 3576963 w 10450132"/>
              <a:gd name="connsiteY915" fmla="*/ 5209255 h 5450835"/>
              <a:gd name="connsiteX916" fmla="*/ 3581495 w 10450132"/>
              <a:gd name="connsiteY916" fmla="*/ 5217136 h 5450835"/>
              <a:gd name="connsiteX917" fmla="*/ 3581495 w 10450132"/>
              <a:gd name="connsiteY917" fmla="*/ 5217990 h 5450835"/>
              <a:gd name="connsiteX918" fmla="*/ 3576963 w 10450132"/>
              <a:gd name="connsiteY918" fmla="*/ 5225873 h 5450835"/>
              <a:gd name="connsiteX919" fmla="*/ 3576174 w 10450132"/>
              <a:gd name="connsiteY919" fmla="*/ 5226332 h 5450835"/>
              <a:gd name="connsiteX920" fmla="*/ 3567110 w 10450132"/>
              <a:gd name="connsiteY920" fmla="*/ 5226332 h 5450835"/>
              <a:gd name="connsiteX921" fmla="*/ 3566322 w 10450132"/>
              <a:gd name="connsiteY921" fmla="*/ 5225873 h 5450835"/>
              <a:gd name="connsiteX922" fmla="*/ 3561788 w 10450132"/>
              <a:gd name="connsiteY922" fmla="*/ 5217990 h 5450835"/>
              <a:gd name="connsiteX923" fmla="*/ 3561788 w 10450132"/>
              <a:gd name="connsiteY923" fmla="*/ 5217136 h 5450835"/>
              <a:gd name="connsiteX924" fmla="*/ 3566322 w 10450132"/>
              <a:gd name="connsiteY924" fmla="*/ 5209255 h 5450835"/>
              <a:gd name="connsiteX925" fmla="*/ 3567110 w 10450132"/>
              <a:gd name="connsiteY925" fmla="*/ 5208795 h 5450835"/>
              <a:gd name="connsiteX926" fmla="*/ 3312607 w 10450132"/>
              <a:gd name="connsiteY926" fmla="*/ 5208795 h 5450835"/>
              <a:gd name="connsiteX927" fmla="*/ 3321671 w 10450132"/>
              <a:gd name="connsiteY927" fmla="*/ 5208795 h 5450835"/>
              <a:gd name="connsiteX928" fmla="*/ 3322459 w 10450132"/>
              <a:gd name="connsiteY928" fmla="*/ 5209255 h 5450835"/>
              <a:gd name="connsiteX929" fmla="*/ 3326991 w 10450132"/>
              <a:gd name="connsiteY929" fmla="*/ 5217136 h 5450835"/>
              <a:gd name="connsiteX930" fmla="*/ 3326991 w 10450132"/>
              <a:gd name="connsiteY930" fmla="*/ 5217990 h 5450835"/>
              <a:gd name="connsiteX931" fmla="*/ 3322459 w 10450132"/>
              <a:gd name="connsiteY931" fmla="*/ 5225873 h 5450835"/>
              <a:gd name="connsiteX932" fmla="*/ 3321671 w 10450132"/>
              <a:gd name="connsiteY932" fmla="*/ 5226332 h 5450835"/>
              <a:gd name="connsiteX933" fmla="*/ 3312607 w 10450132"/>
              <a:gd name="connsiteY933" fmla="*/ 5226332 h 5450835"/>
              <a:gd name="connsiteX934" fmla="*/ 3311819 w 10450132"/>
              <a:gd name="connsiteY934" fmla="*/ 5225873 h 5450835"/>
              <a:gd name="connsiteX935" fmla="*/ 3307286 w 10450132"/>
              <a:gd name="connsiteY935" fmla="*/ 5217990 h 5450835"/>
              <a:gd name="connsiteX936" fmla="*/ 3307286 w 10450132"/>
              <a:gd name="connsiteY936" fmla="*/ 5217136 h 5450835"/>
              <a:gd name="connsiteX937" fmla="*/ 3311819 w 10450132"/>
              <a:gd name="connsiteY937" fmla="*/ 5209255 h 5450835"/>
              <a:gd name="connsiteX938" fmla="*/ 3312607 w 10450132"/>
              <a:gd name="connsiteY938" fmla="*/ 5208795 h 5450835"/>
              <a:gd name="connsiteX939" fmla="*/ 3058377 w 10450132"/>
              <a:gd name="connsiteY939" fmla="*/ 5208795 h 5450835"/>
              <a:gd name="connsiteX940" fmla="*/ 3067441 w 10450132"/>
              <a:gd name="connsiteY940" fmla="*/ 5208795 h 5450835"/>
              <a:gd name="connsiteX941" fmla="*/ 3068230 w 10450132"/>
              <a:gd name="connsiteY941" fmla="*/ 5209255 h 5450835"/>
              <a:gd name="connsiteX942" fmla="*/ 3072762 w 10450132"/>
              <a:gd name="connsiteY942" fmla="*/ 5217136 h 5450835"/>
              <a:gd name="connsiteX943" fmla="*/ 3072762 w 10450132"/>
              <a:gd name="connsiteY943" fmla="*/ 5217990 h 5450835"/>
              <a:gd name="connsiteX944" fmla="*/ 3068230 w 10450132"/>
              <a:gd name="connsiteY944" fmla="*/ 5225873 h 5450835"/>
              <a:gd name="connsiteX945" fmla="*/ 3067441 w 10450132"/>
              <a:gd name="connsiteY945" fmla="*/ 5226332 h 5450835"/>
              <a:gd name="connsiteX946" fmla="*/ 3058377 w 10450132"/>
              <a:gd name="connsiteY946" fmla="*/ 5226332 h 5450835"/>
              <a:gd name="connsiteX947" fmla="*/ 3057589 w 10450132"/>
              <a:gd name="connsiteY947" fmla="*/ 5225873 h 5450835"/>
              <a:gd name="connsiteX948" fmla="*/ 3053056 w 10450132"/>
              <a:gd name="connsiteY948" fmla="*/ 5217990 h 5450835"/>
              <a:gd name="connsiteX949" fmla="*/ 3053056 w 10450132"/>
              <a:gd name="connsiteY949" fmla="*/ 5217136 h 5450835"/>
              <a:gd name="connsiteX950" fmla="*/ 3057589 w 10450132"/>
              <a:gd name="connsiteY950" fmla="*/ 5209255 h 5450835"/>
              <a:gd name="connsiteX951" fmla="*/ 3058377 w 10450132"/>
              <a:gd name="connsiteY951" fmla="*/ 5208795 h 5450835"/>
              <a:gd name="connsiteX952" fmla="*/ 2803834 w 10450132"/>
              <a:gd name="connsiteY952" fmla="*/ 5208795 h 5450835"/>
              <a:gd name="connsiteX953" fmla="*/ 2812898 w 10450132"/>
              <a:gd name="connsiteY953" fmla="*/ 5208795 h 5450835"/>
              <a:gd name="connsiteX954" fmla="*/ 2813685 w 10450132"/>
              <a:gd name="connsiteY954" fmla="*/ 5209255 h 5450835"/>
              <a:gd name="connsiteX955" fmla="*/ 2818217 w 10450132"/>
              <a:gd name="connsiteY955" fmla="*/ 5217136 h 5450835"/>
              <a:gd name="connsiteX956" fmla="*/ 2818217 w 10450132"/>
              <a:gd name="connsiteY956" fmla="*/ 5217990 h 5450835"/>
              <a:gd name="connsiteX957" fmla="*/ 2813685 w 10450132"/>
              <a:gd name="connsiteY957" fmla="*/ 5225873 h 5450835"/>
              <a:gd name="connsiteX958" fmla="*/ 2812898 w 10450132"/>
              <a:gd name="connsiteY958" fmla="*/ 5226332 h 5450835"/>
              <a:gd name="connsiteX959" fmla="*/ 2803834 w 10450132"/>
              <a:gd name="connsiteY959" fmla="*/ 5226332 h 5450835"/>
              <a:gd name="connsiteX960" fmla="*/ 2803044 w 10450132"/>
              <a:gd name="connsiteY960" fmla="*/ 5225873 h 5450835"/>
              <a:gd name="connsiteX961" fmla="*/ 2798513 w 10450132"/>
              <a:gd name="connsiteY961" fmla="*/ 5217990 h 5450835"/>
              <a:gd name="connsiteX962" fmla="*/ 2798513 w 10450132"/>
              <a:gd name="connsiteY962" fmla="*/ 5217136 h 5450835"/>
              <a:gd name="connsiteX963" fmla="*/ 2803044 w 10450132"/>
              <a:gd name="connsiteY963" fmla="*/ 5209255 h 5450835"/>
              <a:gd name="connsiteX964" fmla="*/ 2803834 w 10450132"/>
              <a:gd name="connsiteY964" fmla="*/ 5208795 h 5450835"/>
              <a:gd name="connsiteX965" fmla="*/ 2549481 w 10450132"/>
              <a:gd name="connsiteY965" fmla="*/ 5208795 h 5450835"/>
              <a:gd name="connsiteX966" fmla="*/ 2558547 w 10450132"/>
              <a:gd name="connsiteY966" fmla="*/ 5208795 h 5450835"/>
              <a:gd name="connsiteX967" fmla="*/ 2559334 w 10450132"/>
              <a:gd name="connsiteY967" fmla="*/ 5209255 h 5450835"/>
              <a:gd name="connsiteX968" fmla="*/ 2563866 w 10450132"/>
              <a:gd name="connsiteY968" fmla="*/ 5217136 h 5450835"/>
              <a:gd name="connsiteX969" fmla="*/ 2563866 w 10450132"/>
              <a:gd name="connsiteY969" fmla="*/ 5217990 h 5450835"/>
              <a:gd name="connsiteX970" fmla="*/ 2559334 w 10450132"/>
              <a:gd name="connsiteY970" fmla="*/ 5225873 h 5450835"/>
              <a:gd name="connsiteX971" fmla="*/ 2558547 w 10450132"/>
              <a:gd name="connsiteY971" fmla="*/ 5226332 h 5450835"/>
              <a:gd name="connsiteX972" fmla="*/ 2549481 w 10450132"/>
              <a:gd name="connsiteY972" fmla="*/ 5226332 h 5450835"/>
              <a:gd name="connsiteX973" fmla="*/ 2548693 w 10450132"/>
              <a:gd name="connsiteY973" fmla="*/ 5225873 h 5450835"/>
              <a:gd name="connsiteX974" fmla="*/ 2544162 w 10450132"/>
              <a:gd name="connsiteY974" fmla="*/ 5217990 h 5450835"/>
              <a:gd name="connsiteX975" fmla="*/ 2544162 w 10450132"/>
              <a:gd name="connsiteY975" fmla="*/ 5217136 h 5450835"/>
              <a:gd name="connsiteX976" fmla="*/ 2548693 w 10450132"/>
              <a:gd name="connsiteY976" fmla="*/ 5209255 h 5450835"/>
              <a:gd name="connsiteX977" fmla="*/ 2549481 w 10450132"/>
              <a:gd name="connsiteY977" fmla="*/ 5208795 h 5450835"/>
              <a:gd name="connsiteX978" fmla="*/ 2294981 w 10450132"/>
              <a:gd name="connsiteY978" fmla="*/ 5208795 h 5450835"/>
              <a:gd name="connsiteX979" fmla="*/ 2304046 w 10450132"/>
              <a:gd name="connsiteY979" fmla="*/ 5208795 h 5450835"/>
              <a:gd name="connsiteX980" fmla="*/ 2304834 w 10450132"/>
              <a:gd name="connsiteY980" fmla="*/ 5209255 h 5450835"/>
              <a:gd name="connsiteX981" fmla="*/ 2309366 w 10450132"/>
              <a:gd name="connsiteY981" fmla="*/ 5217136 h 5450835"/>
              <a:gd name="connsiteX982" fmla="*/ 2309366 w 10450132"/>
              <a:gd name="connsiteY982" fmla="*/ 5217990 h 5450835"/>
              <a:gd name="connsiteX983" fmla="*/ 2304834 w 10450132"/>
              <a:gd name="connsiteY983" fmla="*/ 5225872 h 5450835"/>
              <a:gd name="connsiteX984" fmla="*/ 2304046 w 10450132"/>
              <a:gd name="connsiteY984" fmla="*/ 5226331 h 5450835"/>
              <a:gd name="connsiteX985" fmla="*/ 2294981 w 10450132"/>
              <a:gd name="connsiteY985" fmla="*/ 5226331 h 5450835"/>
              <a:gd name="connsiteX986" fmla="*/ 2294193 w 10450132"/>
              <a:gd name="connsiteY986" fmla="*/ 5225872 h 5450835"/>
              <a:gd name="connsiteX987" fmla="*/ 2289662 w 10450132"/>
              <a:gd name="connsiteY987" fmla="*/ 5217990 h 5450835"/>
              <a:gd name="connsiteX988" fmla="*/ 2289662 w 10450132"/>
              <a:gd name="connsiteY988" fmla="*/ 5217136 h 5450835"/>
              <a:gd name="connsiteX989" fmla="*/ 2294193 w 10450132"/>
              <a:gd name="connsiteY989" fmla="*/ 5209255 h 5450835"/>
              <a:gd name="connsiteX990" fmla="*/ 2294981 w 10450132"/>
              <a:gd name="connsiteY990" fmla="*/ 5208795 h 5450835"/>
              <a:gd name="connsiteX991" fmla="*/ 2040691 w 10450132"/>
              <a:gd name="connsiteY991" fmla="*/ 5208795 h 5450835"/>
              <a:gd name="connsiteX992" fmla="*/ 2049755 w 10450132"/>
              <a:gd name="connsiteY992" fmla="*/ 5208795 h 5450835"/>
              <a:gd name="connsiteX993" fmla="*/ 2050543 w 10450132"/>
              <a:gd name="connsiteY993" fmla="*/ 5209255 h 5450835"/>
              <a:gd name="connsiteX994" fmla="*/ 2055074 w 10450132"/>
              <a:gd name="connsiteY994" fmla="*/ 5217136 h 5450835"/>
              <a:gd name="connsiteX995" fmla="*/ 2055074 w 10450132"/>
              <a:gd name="connsiteY995" fmla="*/ 5217990 h 5450835"/>
              <a:gd name="connsiteX996" fmla="*/ 2050543 w 10450132"/>
              <a:gd name="connsiteY996" fmla="*/ 5225873 h 5450835"/>
              <a:gd name="connsiteX997" fmla="*/ 2049755 w 10450132"/>
              <a:gd name="connsiteY997" fmla="*/ 5226332 h 5450835"/>
              <a:gd name="connsiteX998" fmla="*/ 2040691 w 10450132"/>
              <a:gd name="connsiteY998" fmla="*/ 5226332 h 5450835"/>
              <a:gd name="connsiteX999" fmla="*/ 2039902 w 10450132"/>
              <a:gd name="connsiteY999" fmla="*/ 5225873 h 5450835"/>
              <a:gd name="connsiteX1000" fmla="*/ 2035368 w 10450132"/>
              <a:gd name="connsiteY1000" fmla="*/ 5217990 h 5450835"/>
              <a:gd name="connsiteX1001" fmla="*/ 2035368 w 10450132"/>
              <a:gd name="connsiteY1001" fmla="*/ 5217136 h 5450835"/>
              <a:gd name="connsiteX1002" fmla="*/ 2039902 w 10450132"/>
              <a:gd name="connsiteY1002" fmla="*/ 5209255 h 5450835"/>
              <a:gd name="connsiteX1003" fmla="*/ 2040691 w 10450132"/>
              <a:gd name="connsiteY1003" fmla="*/ 5208795 h 5450835"/>
              <a:gd name="connsiteX1004" fmla="*/ 1786206 w 10450132"/>
              <a:gd name="connsiteY1004" fmla="*/ 5208795 h 5450835"/>
              <a:gd name="connsiteX1005" fmla="*/ 1795271 w 10450132"/>
              <a:gd name="connsiteY1005" fmla="*/ 5208795 h 5450835"/>
              <a:gd name="connsiteX1006" fmla="*/ 1796059 w 10450132"/>
              <a:gd name="connsiteY1006" fmla="*/ 5209255 h 5450835"/>
              <a:gd name="connsiteX1007" fmla="*/ 1800590 w 10450132"/>
              <a:gd name="connsiteY1007" fmla="*/ 5217136 h 5450835"/>
              <a:gd name="connsiteX1008" fmla="*/ 1800590 w 10450132"/>
              <a:gd name="connsiteY1008" fmla="*/ 5217990 h 5450835"/>
              <a:gd name="connsiteX1009" fmla="*/ 1796059 w 10450132"/>
              <a:gd name="connsiteY1009" fmla="*/ 5225873 h 5450835"/>
              <a:gd name="connsiteX1010" fmla="*/ 1795271 w 10450132"/>
              <a:gd name="connsiteY1010" fmla="*/ 5226332 h 5450835"/>
              <a:gd name="connsiteX1011" fmla="*/ 1786206 w 10450132"/>
              <a:gd name="connsiteY1011" fmla="*/ 5226332 h 5450835"/>
              <a:gd name="connsiteX1012" fmla="*/ 1785418 w 10450132"/>
              <a:gd name="connsiteY1012" fmla="*/ 5225873 h 5450835"/>
              <a:gd name="connsiteX1013" fmla="*/ 1780886 w 10450132"/>
              <a:gd name="connsiteY1013" fmla="*/ 5217990 h 5450835"/>
              <a:gd name="connsiteX1014" fmla="*/ 1780886 w 10450132"/>
              <a:gd name="connsiteY1014" fmla="*/ 5217136 h 5450835"/>
              <a:gd name="connsiteX1015" fmla="*/ 1785418 w 10450132"/>
              <a:gd name="connsiteY1015" fmla="*/ 5209255 h 5450835"/>
              <a:gd name="connsiteX1016" fmla="*/ 1786206 w 10450132"/>
              <a:gd name="connsiteY1016" fmla="*/ 5208795 h 5450835"/>
              <a:gd name="connsiteX1017" fmla="*/ 1531849 w 10450132"/>
              <a:gd name="connsiteY1017" fmla="*/ 5208795 h 5450835"/>
              <a:gd name="connsiteX1018" fmla="*/ 1540912 w 10450132"/>
              <a:gd name="connsiteY1018" fmla="*/ 5208795 h 5450835"/>
              <a:gd name="connsiteX1019" fmla="*/ 1541701 w 10450132"/>
              <a:gd name="connsiteY1019" fmla="*/ 5209255 h 5450835"/>
              <a:gd name="connsiteX1020" fmla="*/ 1546233 w 10450132"/>
              <a:gd name="connsiteY1020" fmla="*/ 5217136 h 5450835"/>
              <a:gd name="connsiteX1021" fmla="*/ 1546233 w 10450132"/>
              <a:gd name="connsiteY1021" fmla="*/ 5217990 h 5450835"/>
              <a:gd name="connsiteX1022" fmla="*/ 1541701 w 10450132"/>
              <a:gd name="connsiteY1022" fmla="*/ 5225873 h 5450835"/>
              <a:gd name="connsiteX1023" fmla="*/ 1540912 w 10450132"/>
              <a:gd name="connsiteY1023" fmla="*/ 5226332 h 5450835"/>
              <a:gd name="connsiteX1024" fmla="*/ 1531849 w 10450132"/>
              <a:gd name="connsiteY1024" fmla="*/ 5226332 h 5450835"/>
              <a:gd name="connsiteX1025" fmla="*/ 1531061 w 10450132"/>
              <a:gd name="connsiteY1025" fmla="*/ 5225873 h 5450835"/>
              <a:gd name="connsiteX1026" fmla="*/ 1526528 w 10450132"/>
              <a:gd name="connsiteY1026" fmla="*/ 5217990 h 5450835"/>
              <a:gd name="connsiteX1027" fmla="*/ 1526528 w 10450132"/>
              <a:gd name="connsiteY1027" fmla="*/ 5217136 h 5450835"/>
              <a:gd name="connsiteX1028" fmla="*/ 1531061 w 10450132"/>
              <a:gd name="connsiteY1028" fmla="*/ 5209255 h 5450835"/>
              <a:gd name="connsiteX1029" fmla="*/ 1531849 w 10450132"/>
              <a:gd name="connsiteY1029" fmla="*/ 5208795 h 5450835"/>
              <a:gd name="connsiteX1030" fmla="*/ 1277530 w 10450132"/>
              <a:gd name="connsiteY1030" fmla="*/ 5208795 h 5450835"/>
              <a:gd name="connsiteX1031" fmla="*/ 1286594 w 10450132"/>
              <a:gd name="connsiteY1031" fmla="*/ 5208795 h 5450835"/>
              <a:gd name="connsiteX1032" fmla="*/ 1287384 w 10450132"/>
              <a:gd name="connsiteY1032" fmla="*/ 5209255 h 5450835"/>
              <a:gd name="connsiteX1033" fmla="*/ 1291914 w 10450132"/>
              <a:gd name="connsiteY1033" fmla="*/ 5217136 h 5450835"/>
              <a:gd name="connsiteX1034" fmla="*/ 1291914 w 10450132"/>
              <a:gd name="connsiteY1034" fmla="*/ 5217990 h 5450835"/>
              <a:gd name="connsiteX1035" fmla="*/ 1287384 w 10450132"/>
              <a:gd name="connsiteY1035" fmla="*/ 5225873 h 5450835"/>
              <a:gd name="connsiteX1036" fmla="*/ 1286594 w 10450132"/>
              <a:gd name="connsiteY1036" fmla="*/ 5226332 h 5450835"/>
              <a:gd name="connsiteX1037" fmla="*/ 1277530 w 10450132"/>
              <a:gd name="connsiteY1037" fmla="*/ 5226332 h 5450835"/>
              <a:gd name="connsiteX1038" fmla="*/ 1276743 w 10450132"/>
              <a:gd name="connsiteY1038" fmla="*/ 5225873 h 5450835"/>
              <a:gd name="connsiteX1039" fmla="*/ 1272211 w 10450132"/>
              <a:gd name="connsiteY1039" fmla="*/ 5217990 h 5450835"/>
              <a:gd name="connsiteX1040" fmla="*/ 1272211 w 10450132"/>
              <a:gd name="connsiteY1040" fmla="*/ 5217136 h 5450835"/>
              <a:gd name="connsiteX1041" fmla="*/ 1276743 w 10450132"/>
              <a:gd name="connsiteY1041" fmla="*/ 5209255 h 5450835"/>
              <a:gd name="connsiteX1042" fmla="*/ 1277530 w 10450132"/>
              <a:gd name="connsiteY1042" fmla="*/ 5208795 h 5450835"/>
              <a:gd name="connsiteX1043" fmla="*/ 1023075 w 10450132"/>
              <a:gd name="connsiteY1043" fmla="*/ 5208795 h 5450835"/>
              <a:gd name="connsiteX1044" fmla="*/ 1032138 w 10450132"/>
              <a:gd name="connsiteY1044" fmla="*/ 5208795 h 5450835"/>
              <a:gd name="connsiteX1045" fmla="*/ 1032926 w 10450132"/>
              <a:gd name="connsiteY1045" fmla="*/ 5209255 h 5450835"/>
              <a:gd name="connsiteX1046" fmla="*/ 1037458 w 10450132"/>
              <a:gd name="connsiteY1046" fmla="*/ 5217136 h 5450835"/>
              <a:gd name="connsiteX1047" fmla="*/ 1037458 w 10450132"/>
              <a:gd name="connsiteY1047" fmla="*/ 5217990 h 5450835"/>
              <a:gd name="connsiteX1048" fmla="*/ 1032926 w 10450132"/>
              <a:gd name="connsiteY1048" fmla="*/ 5225873 h 5450835"/>
              <a:gd name="connsiteX1049" fmla="*/ 1032138 w 10450132"/>
              <a:gd name="connsiteY1049" fmla="*/ 5226332 h 5450835"/>
              <a:gd name="connsiteX1050" fmla="*/ 1023075 w 10450132"/>
              <a:gd name="connsiteY1050" fmla="*/ 5226332 h 5450835"/>
              <a:gd name="connsiteX1051" fmla="*/ 1022288 w 10450132"/>
              <a:gd name="connsiteY1051" fmla="*/ 5225873 h 5450835"/>
              <a:gd name="connsiteX1052" fmla="*/ 1017753 w 10450132"/>
              <a:gd name="connsiteY1052" fmla="*/ 5217990 h 5450835"/>
              <a:gd name="connsiteX1053" fmla="*/ 1017753 w 10450132"/>
              <a:gd name="connsiteY1053" fmla="*/ 5217136 h 5450835"/>
              <a:gd name="connsiteX1054" fmla="*/ 1022288 w 10450132"/>
              <a:gd name="connsiteY1054" fmla="*/ 5209255 h 5450835"/>
              <a:gd name="connsiteX1055" fmla="*/ 1023075 w 10450132"/>
              <a:gd name="connsiteY1055" fmla="*/ 5208795 h 5450835"/>
              <a:gd name="connsiteX1056" fmla="*/ 768610 w 10450132"/>
              <a:gd name="connsiteY1056" fmla="*/ 5208795 h 5450835"/>
              <a:gd name="connsiteX1057" fmla="*/ 777673 w 10450132"/>
              <a:gd name="connsiteY1057" fmla="*/ 5208795 h 5450835"/>
              <a:gd name="connsiteX1058" fmla="*/ 778461 w 10450132"/>
              <a:gd name="connsiteY1058" fmla="*/ 5209255 h 5450835"/>
              <a:gd name="connsiteX1059" fmla="*/ 782993 w 10450132"/>
              <a:gd name="connsiteY1059" fmla="*/ 5217136 h 5450835"/>
              <a:gd name="connsiteX1060" fmla="*/ 782993 w 10450132"/>
              <a:gd name="connsiteY1060" fmla="*/ 5217990 h 5450835"/>
              <a:gd name="connsiteX1061" fmla="*/ 778461 w 10450132"/>
              <a:gd name="connsiteY1061" fmla="*/ 5225873 h 5450835"/>
              <a:gd name="connsiteX1062" fmla="*/ 777673 w 10450132"/>
              <a:gd name="connsiteY1062" fmla="*/ 5226332 h 5450835"/>
              <a:gd name="connsiteX1063" fmla="*/ 768610 w 10450132"/>
              <a:gd name="connsiteY1063" fmla="*/ 5226332 h 5450835"/>
              <a:gd name="connsiteX1064" fmla="*/ 767822 w 10450132"/>
              <a:gd name="connsiteY1064" fmla="*/ 5225873 h 5450835"/>
              <a:gd name="connsiteX1065" fmla="*/ 763289 w 10450132"/>
              <a:gd name="connsiteY1065" fmla="*/ 5217990 h 5450835"/>
              <a:gd name="connsiteX1066" fmla="*/ 763289 w 10450132"/>
              <a:gd name="connsiteY1066" fmla="*/ 5217136 h 5450835"/>
              <a:gd name="connsiteX1067" fmla="*/ 767822 w 10450132"/>
              <a:gd name="connsiteY1067" fmla="*/ 5209255 h 5450835"/>
              <a:gd name="connsiteX1068" fmla="*/ 768610 w 10450132"/>
              <a:gd name="connsiteY1068" fmla="*/ 5208795 h 5450835"/>
              <a:gd name="connsiteX1069" fmla="*/ 514340 w 10450132"/>
              <a:gd name="connsiteY1069" fmla="*/ 5208795 h 5450835"/>
              <a:gd name="connsiteX1070" fmla="*/ 523403 w 10450132"/>
              <a:gd name="connsiteY1070" fmla="*/ 5208795 h 5450835"/>
              <a:gd name="connsiteX1071" fmla="*/ 524191 w 10450132"/>
              <a:gd name="connsiteY1071" fmla="*/ 5209255 h 5450835"/>
              <a:gd name="connsiteX1072" fmla="*/ 528723 w 10450132"/>
              <a:gd name="connsiteY1072" fmla="*/ 5217136 h 5450835"/>
              <a:gd name="connsiteX1073" fmla="*/ 528723 w 10450132"/>
              <a:gd name="connsiteY1073" fmla="*/ 5217990 h 5450835"/>
              <a:gd name="connsiteX1074" fmla="*/ 524191 w 10450132"/>
              <a:gd name="connsiteY1074" fmla="*/ 5225873 h 5450835"/>
              <a:gd name="connsiteX1075" fmla="*/ 523403 w 10450132"/>
              <a:gd name="connsiteY1075" fmla="*/ 5226332 h 5450835"/>
              <a:gd name="connsiteX1076" fmla="*/ 514340 w 10450132"/>
              <a:gd name="connsiteY1076" fmla="*/ 5226332 h 5450835"/>
              <a:gd name="connsiteX1077" fmla="*/ 513553 w 10450132"/>
              <a:gd name="connsiteY1077" fmla="*/ 5225873 h 5450835"/>
              <a:gd name="connsiteX1078" fmla="*/ 509020 w 10450132"/>
              <a:gd name="connsiteY1078" fmla="*/ 5217990 h 5450835"/>
              <a:gd name="connsiteX1079" fmla="*/ 509020 w 10450132"/>
              <a:gd name="connsiteY1079" fmla="*/ 5217136 h 5450835"/>
              <a:gd name="connsiteX1080" fmla="*/ 513553 w 10450132"/>
              <a:gd name="connsiteY1080" fmla="*/ 5209255 h 5450835"/>
              <a:gd name="connsiteX1081" fmla="*/ 514340 w 10450132"/>
              <a:gd name="connsiteY1081" fmla="*/ 5208795 h 5450835"/>
              <a:gd name="connsiteX1082" fmla="*/ 259963 w 10450132"/>
              <a:gd name="connsiteY1082" fmla="*/ 5208795 h 5450835"/>
              <a:gd name="connsiteX1083" fmla="*/ 269027 w 10450132"/>
              <a:gd name="connsiteY1083" fmla="*/ 5208795 h 5450835"/>
              <a:gd name="connsiteX1084" fmla="*/ 269815 w 10450132"/>
              <a:gd name="connsiteY1084" fmla="*/ 5209255 h 5450835"/>
              <a:gd name="connsiteX1085" fmla="*/ 274346 w 10450132"/>
              <a:gd name="connsiteY1085" fmla="*/ 5217136 h 5450835"/>
              <a:gd name="connsiteX1086" fmla="*/ 274346 w 10450132"/>
              <a:gd name="connsiteY1086" fmla="*/ 5217990 h 5450835"/>
              <a:gd name="connsiteX1087" fmla="*/ 269815 w 10450132"/>
              <a:gd name="connsiteY1087" fmla="*/ 5225873 h 5450835"/>
              <a:gd name="connsiteX1088" fmla="*/ 269027 w 10450132"/>
              <a:gd name="connsiteY1088" fmla="*/ 5226332 h 5450835"/>
              <a:gd name="connsiteX1089" fmla="*/ 259963 w 10450132"/>
              <a:gd name="connsiteY1089" fmla="*/ 5226332 h 5450835"/>
              <a:gd name="connsiteX1090" fmla="*/ 259174 w 10450132"/>
              <a:gd name="connsiteY1090" fmla="*/ 5225873 h 5450835"/>
              <a:gd name="connsiteX1091" fmla="*/ 254642 w 10450132"/>
              <a:gd name="connsiteY1091" fmla="*/ 5217990 h 5450835"/>
              <a:gd name="connsiteX1092" fmla="*/ 254642 w 10450132"/>
              <a:gd name="connsiteY1092" fmla="*/ 5217136 h 5450835"/>
              <a:gd name="connsiteX1093" fmla="*/ 259174 w 10450132"/>
              <a:gd name="connsiteY1093" fmla="*/ 5209255 h 5450835"/>
              <a:gd name="connsiteX1094" fmla="*/ 259963 w 10450132"/>
              <a:gd name="connsiteY1094" fmla="*/ 5208795 h 5450835"/>
              <a:gd name="connsiteX1095" fmla="*/ 5521 w 10450132"/>
              <a:gd name="connsiteY1095" fmla="*/ 5208795 h 5450835"/>
              <a:gd name="connsiteX1096" fmla="*/ 14585 w 10450132"/>
              <a:gd name="connsiteY1096" fmla="*/ 5208795 h 5450835"/>
              <a:gd name="connsiteX1097" fmla="*/ 15373 w 10450132"/>
              <a:gd name="connsiteY1097" fmla="*/ 5209255 h 5450835"/>
              <a:gd name="connsiteX1098" fmla="*/ 19905 w 10450132"/>
              <a:gd name="connsiteY1098" fmla="*/ 5217136 h 5450835"/>
              <a:gd name="connsiteX1099" fmla="*/ 19905 w 10450132"/>
              <a:gd name="connsiteY1099" fmla="*/ 5217990 h 5450835"/>
              <a:gd name="connsiteX1100" fmla="*/ 15373 w 10450132"/>
              <a:gd name="connsiteY1100" fmla="*/ 5225873 h 5450835"/>
              <a:gd name="connsiteX1101" fmla="*/ 14585 w 10450132"/>
              <a:gd name="connsiteY1101" fmla="*/ 5226332 h 5450835"/>
              <a:gd name="connsiteX1102" fmla="*/ 5521 w 10450132"/>
              <a:gd name="connsiteY1102" fmla="*/ 5226332 h 5450835"/>
              <a:gd name="connsiteX1103" fmla="*/ 4732 w 10450132"/>
              <a:gd name="connsiteY1103" fmla="*/ 5225873 h 5450835"/>
              <a:gd name="connsiteX1104" fmla="*/ 200 w 10450132"/>
              <a:gd name="connsiteY1104" fmla="*/ 5217990 h 5450835"/>
              <a:gd name="connsiteX1105" fmla="*/ 200 w 10450132"/>
              <a:gd name="connsiteY1105" fmla="*/ 5217136 h 5450835"/>
              <a:gd name="connsiteX1106" fmla="*/ 4732 w 10450132"/>
              <a:gd name="connsiteY1106" fmla="*/ 5209255 h 5450835"/>
              <a:gd name="connsiteX1107" fmla="*/ 5521 w 10450132"/>
              <a:gd name="connsiteY1107" fmla="*/ 5208795 h 5450835"/>
              <a:gd name="connsiteX1108" fmla="*/ 10435622 w 10450132"/>
              <a:gd name="connsiteY1108" fmla="*/ 4991788 h 5450835"/>
              <a:gd name="connsiteX1109" fmla="*/ 10444686 w 10450132"/>
              <a:gd name="connsiteY1109" fmla="*/ 4991788 h 5450835"/>
              <a:gd name="connsiteX1110" fmla="*/ 10445474 w 10450132"/>
              <a:gd name="connsiteY1110" fmla="*/ 4992247 h 5450835"/>
              <a:gd name="connsiteX1111" fmla="*/ 10450007 w 10450132"/>
              <a:gd name="connsiteY1111" fmla="*/ 5000129 h 5450835"/>
              <a:gd name="connsiteX1112" fmla="*/ 10450007 w 10450132"/>
              <a:gd name="connsiteY1112" fmla="*/ 5000983 h 5450835"/>
              <a:gd name="connsiteX1113" fmla="*/ 10445474 w 10450132"/>
              <a:gd name="connsiteY1113" fmla="*/ 5008864 h 5450835"/>
              <a:gd name="connsiteX1114" fmla="*/ 10444686 w 10450132"/>
              <a:gd name="connsiteY1114" fmla="*/ 5009324 h 5450835"/>
              <a:gd name="connsiteX1115" fmla="*/ 10435622 w 10450132"/>
              <a:gd name="connsiteY1115" fmla="*/ 5009324 h 5450835"/>
              <a:gd name="connsiteX1116" fmla="*/ 10434834 w 10450132"/>
              <a:gd name="connsiteY1116" fmla="*/ 5008864 h 5450835"/>
              <a:gd name="connsiteX1117" fmla="*/ 10430302 w 10450132"/>
              <a:gd name="connsiteY1117" fmla="*/ 5000983 h 5450835"/>
              <a:gd name="connsiteX1118" fmla="*/ 10430302 w 10450132"/>
              <a:gd name="connsiteY1118" fmla="*/ 5000129 h 5450835"/>
              <a:gd name="connsiteX1119" fmla="*/ 10434834 w 10450132"/>
              <a:gd name="connsiteY1119" fmla="*/ 4992247 h 5450835"/>
              <a:gd name="connsiteX1120" fmla="*/ 10435622 w 10450132"/>
              <a:gd name="connsiteY1120" fmla="*/ 4991788 h 5450835"/>
              <a:gd name="connsiteX1121" fmla="*/ 10181242 w 10450132"/>
              <a:gd name="connsiteY1121" fmla="*/ 4991788 h 5450835"/>
              <a:gd name="connsiteX1122" fmla="*/ 10190305 w 10450132"/>
              <a:gd name="connsiteY1122" fmla="*/ 4991788 h 5450835"/>
              <a:gd name="connsiteX1123" fmla="*/ 10191093 w 10450132"/>
              <a:gd name="connsiteY1123" fmla="*/ 4992247 h 5450835"/>
              <a:gd name="connsiteX1124" fmla="*/ 10195626 w 10450132"/>
              <a:gd name="connsiteY1124" fmla="*/ 5000129 h 5450835"/>
              <a:gd name="connsiteX1125" fmla="*/ 10195626 w 10450132"/>
              <a:gd name="connsiteY1125" fmla="*/ 5000983 h 5450835"/>
              <a:gd name="connsiteX1126" fmla="*/ 10191093 w 10450132"/>
              <a:gd name="connsiteY1126" fmla="*/ 5008864 h 5450835"/>
              <a:gd name="connsiteX1127" fmla="*/ 10190305 w 10450132"/>
              <a:gd name="connsiteY1127" fmla="*/ 5009324 h 5450835"/>
              <a:gd name="connsiteX1128" fmla="*/ 10181242 w 10450132"/>
              <a:gd name="connsiteY1128" fmla="*/ 5009324 h 5450835"/>
              <a:gd name="connsiteX1129" fmla="*/ 10180453 w 10450132"/>
              <a:gd name="connsiteY1129" fmla="*/ 5008864 h 5450835"/>
              <a:gd name="connsiteX1130" fmla="*/ 10175922 w 10450132"/>
              <a:gd name="connsiteY1130" fmla="*/ 5000983 h 5450835"/>
              <a:gd name="connsiteX1131" fmla="*/ 10175922 w 10450132"/>
              <a:gd name="connsiteY1131" fmla="*/ 5000129 h 5450835"/>
              <a:gd name="connsiteX1132" fmla="*/ 10180453 w 10450132"/>
              <a:gd name="connsiteY1132" fmla="*/ 4992247 h 5450835"/>
              <a:gd name="connsiteX1133" fmla="*/ 10181242 w 10450132"/>
              <a:gd name="connsiteY1133" fmla="*/ 4991788 h 5450835"/>
              <a:gd name="connsiteX1134" fmla="*/ 9926861 w 10450132"/>
              <a:gd name="connsiteY1134" fmla="*/ 4991788 h 5450835"/>
              <a:gd name="connsiteX1135" fmla="*/ 9935924 w 10450132"/>
              <a:gd name="connsiteY1135" fmla="*/ 4991788 h 5450835"/>
              <a:gd name="connsiteX1136" fmla="*/ 9936713 w 10450132"/>
              <a:gd name="connsiteY1136" fmla="*/ 4992247 h 5450835"/>
              <a:gd name="connsiteX1137" fmla="*/ 9941246 w 10450132"/>
              <a:gd name="connsiteY1137" fmla="*/ 5000129 h 5450835"/>
              <a:gd name="connsiteX1138" fmla="*/ 9941246 w 10450132"/>
              <a:gd name="connsiteY1138" fmla="*/ 5000983 h 5450835"/>
              <a:gd name="connsiteX1139" fmla="*/ 9936713 w 10450132"/>
              <a:gd name="connsiteY1139" fmla="*/ 5008864 h 5450835"/>
              <a:gd name="connsiteX1140" fmla="*/ 9935924 w 10450132"/>
              <a:gd name="connsiteY1140" fmla="*/ 5009324 h 5450835"/>
              <a:gd name="connsiteX1141" fmla="*/ 9926861 w 10450132"/>
              <a:gd name="connsiteY1141" fmla="*/ 5009324 h 5450835"/>
              <a:gd name="connsiteX1142" fmla="*/ 9926073 w 10450132"/>
              <a:gd name="connsiteY1142" fmla="*/ 5008864 h 5450835"/>
              <a:gd name="connsiteX1143" fmla="*/ 9921541 w 10450132"/>
              <a:gd name="connsiteY1143" fmla="*/ 5000983 h 5450835"/>
              <a:gd name="connsiteX1144" fmla="*/ 9921541 w 10450132"/>
              <a:gd name="connsiteY1144" fmla="*/ 5000129 h 5450835"/>
              <a:gd name="connsiteX1145" fmla="*/ 9926073 w 10450132"/>
              <a:gd name="connsiteY1145" fmla="*/ 4992247 h 5450835"/>
              <a:gd name="connsiteX1146" fmla="*/ 9926861 w 10450132"/>
              <a:gd name="connsiteY1146" fmla="*/ 4991788 h 5450835"/>
              <a:gd name="connsiteX1147" fmla="*/ 9672481 w 10450132"/>
              <a:gd name="connsiteY1147" fmla="*/ 4991788 h 5450835"/>
              <a:gd name="connsiteX1148" fmla="*/ 9681545 w 10450132"/>
              <a:gd name="connsiteY1148" fmla="*/ 4991788 h 5450835"/>
              <a:gd name="connsiteX1149" fmla="*/ 9682333 w 10450132"/>
              <a:gd name="connsiteY1149" fmla="*/ 4992247 h 5450835"/>
              <a:gd name="connsiteX1150" fmla="*/ 9686865 w 10450132"/>
              <a:gd name="connsiteY1150" fmla="*/ 5000129 h 5450835"/>
              <a:gd name="connsiteX1151" fmla="*/ 9686865 w 10450132"/>
              <a:gd name="connsiteY1151" fmla="*/ 5000983 h 5450835"/>
              <a:gd name="connsiteX1152" fmla="*/ 9682333 w 10450132"/>
              <a:gd name="connsiteY1152" fmla="*/ 5008864 h 5450835"/>
              <a:gd name="connsiteX1153" fmla="*/ 9681545 w 10450132"/>
              <a:gd name="connsiteY1153" fmla="*/ 5009324 h 5450835"/>
              <a:gd name="connsiteX1154" fmla="*/ 9672481 w 10450132"/>
              <a:gd name="connsiteY1154" fmla="*/ 5009324 h 5450835"/>
              <a:gd name="connsiteX1155" fmla="*/ 9671693 w 10450132"/>
              <a:gd name="connsiteY1155" fmla="*/ 5008864 h 5450835"/>
              <a:gd name="connsiteX1156" fmla="*/ 9667160 w 10450132"/>
              <a:gd name="connsiteY1156" fmla="*/ 5000983 h 5450835"/>
              <a:gd name="connsiteX1157" fmla="*/ 9667160 w 10450132"/>
              <a:gd name="connsiteY1157" fmla="*/ 5000129 h 5450835"/>
              <a:gd name="connsiteX1158" fmla="*/ 9671693 w 10450132"/>
              <a:gd name="connsiteY1158" fmla="*/ 4992247 h 5450835"/>
              <a:gd name="connsiteX1159" fmla="*/ 9672481 w 10450132"/>
              <a:gd name="connsiteY1159" fmla="*/ 4991788 h 5450835"/>
              <a:gd name="connsiteX1160" fmla="*/ 9418035 w 10450132"/>
              <a:gd name="connsiteY1160" fmla="*/ 4991788 h 5450835"/>
              <a:gd name="connsiteX1161" fmla="*/ 9427099 w 10450132"/>
              <a:gd name="connsiteY1161" fmla="*/ 4991788 h 5450835"/>
              <a:gd name="connsiteX1162" fmla="*/ 9427887 w 10450132"/>
              <a:gd name="connsiteY1162" fmla="*/ 4992247 h 5450835"/>
              <a:gd name="connsiteX1163" fmla="*/ 9432419 w 10450132"/>
              <a:gd name="connsiteY1163" fmla="*/ 5000129 h 5450835"/>
              <a:gd name="connsiteX1164" fmla="*/ 9432419 w 10450132"/>
              <a:gd name="connsiteY1164" fmla="*/ 5000983 h 5450835"/>
              <a:gd name="connsiteX1165" fmla="*/ 9427887 w 10450132"/>
              <a:gd name="connsiteY1165" fmla="*/ 5008864 h 5450835"/>
              <a:gd name="connsiteX1166" fmla="*/ 9427099 w 10450132"/>
              <a:gd name="connsiteY1166" fmla="*/ 5009324 h 5450835"/>
              <a:gd name="connsiteX1167" fmla="*/ 9418035 w 10450132"/>
              <a:gd name="connsiteY1167" fmla="*/ 5009324 h 5450835"/>
              <a:gd name="connsiteX1168" fmla="*/ 9417247 w 10450132"/>
              <a:gd name="connsiteY1168" fmla="*/ 5008864 h 5450835"/>
              <a:gd name="connsiteX1169" fmla="*/ 9412714 w 10450132"/>
              <a:gd name="connsiteY1169" fmla="*/ 5000983 h 5450835"/>
              <a:gd name="connsiteX1170" fmla="*/ 9412714 w 10450132"/>
              <a:gd name="connsiteY1170" fmla="*/ 5000129 h 5450835"/>
              <a:gd name="connsiteX1171" fmla="*/ 9417247 w 10450132"/>
              <a:gd name="connsiteY1171" fmla="*/ 4992247 h 5450835"/>
              <a:gd name="connsiteX1172" fmla="*/ 9418035 w 10450132"/>
              <a:gd name="connsiteY1172" fmla="*/ 4991788 h 5450835"/>
              <a:gd name="connsiteX1173" fmla="*/ 9163654 w 10450132"/>
              <a:gd name="connsiteY1173" fmla="*/ 4991788 h 5450835"/>
              <a:gd name="connsiteX1174" fmla="*/ 9172718 w 10450132"/>
              <a:gd name="connsiteY1174" fmla="*/ 4991788 h 5450835"/>
              <a:gd name="connsiteX1175" fmla="*/ 9173506 w 10450132"/>
              <a:gd name="connsiteY1175" fmla="*/ 4992247 h 5450835"/>
              <a:gd name="connsiteX1176" fmla="*/ 9178038 w 10450132"/>
              <a:gd name="connsiteY1176" fmla="*/ 5000129 h 5450835"/>
              <a:gd name="connsiteX1177" fmla="*/ 9178038 w 10450132"/>
              <a:gd name="connsiteY1177" fmla="*/ 5000983 h 5450835"/>
              <a:gd name="connsiteX1178" fmla="*/ 9173506 w 10450132"/>
              <a:gd name="connsiteY1178" fmla="*/ 5008864 h 5450835"/>
              <a:gd name="connsiteX1179" fmla="*/ 9172718 w 10450132"/>
              <a:gd name="connsiteY1179" fmla="*/ 5009324 h 5450835"/>
              <a:gd name="connsiteX1180" fmla="*/ 9163654 w 10450132"/>
              <a:gd name="connsiteY1180" fmla="*/ 5009324 h 5450835"/>
              <a:gd name="connsiteX1181" fmla="*/ 9162866 w 10450132"/>
              <a:gd name="connsiteY1181" fmla="*/ 5008864 h 5450835"/>
              <a:gd name="connsiteX1182" fmla="*/ 9158333 w 10450132"/>
              <a:gd name="connsiteY1182" fmla="*/ 5000983 h 5450835"/>
              <a:gd name="connsiteX1183" fmla="*/ 9158333 w 10450132"/>
              <a:gd name="connsiteY1183" fmla="*/ 5000129 h 5450835"/>
              <a:gd name="connsiteX1184" fmla="*/ 9162866 w 10450132"/>
              <a:gd name="connsiteY1184" fmla="*/ 4992247 h 5450835"/>
              <a:gd name="connsiteX1185" fmla="*/ 9163654 w 10450132"/>
              <a:gd name="connsiteY1185" fmla="*/ 4991788 h 5450835"/>
              <a:gd name="connsiteX1186" fmla="*/ 8909274 w 10450132"/>
              <a:gd name="connsiteY1186" fmla="*/ 4991788 h 5450835"/>
              <a:gd name="connsiteX1187" fmla="*/ 8918336 w 10450132"/>
              <a:gd name="connsiteY1187" fmla="*/ 4991788 h 5450835"/>
              <a:gd name="connsiteX1188" fmla="*/ 8919125 w 10450132"/>
              <a:gd name="connsiteY1188" fmla="*/ 4992247 h 5450835"/>
              <a:gd name="connsiteX1189" fmla="*/ 8923657 w 10450132"/>
              <a:gd name="connsiteY1189" fmla="*/ 5000129 h 5450835"/>
              <a:gd name="connsiteX1190" fmla="*/ 8923657 w 10450132"/>
              <a:gd name="connsiteY1190" fmla="*/ 5000983 h 5450835"/>
              <a:gd name="connsiteX1191" fmla="*/ 8919125 w 10450132"/>
              <a:gd name="connsiteY1191" fmla="*/ 5008864 h 5450835"/>
              <a:gd name="connsiteX1192" fmla="*/ 8918336 w 10450132"/>
              <a:gd name="connsiteY1192" fmla="*/ 5009324 h 5450835"/>
              <a:gd name="connsiteX1193" fmla="*/ 8909274 w 10450132"/>
              <a:gd name="connsiteY1193" fmla="*/ 5009324 h 5450835"/>
              <a:gd name="connsiteX1194" fmla="*/ 8908484 w 10450132"/>
              <a:gd name="connsiteY1194" fmla="*/ 5008864 h 5450835"/>
              <a:gd name="connsiteX1195" fmla="*/ 8903953 w 10450132"/>
              <a:gd name="connsiteY1195" fmla="*/ 5000983 h 5450835"/>
              <a:gd name="connsiteX1196" fmla="*/ 8903953 w 10450132"/>
              <a:gd name="connsiteY1196" fmla="*/ 5000129 h 5450835"/>
              <a:gd name="connsiteX1197" fmla="*/ 8908484 w 10450132"/>
              <a:gd name="connsiteY1197" fmla="*/ 4992247 h 5450835"/>
              <a:gd name="connsiteX1198" fmla="*/ 8909274 w 10450132"/>
              <a:gd name="connsiteY1198" fmla="*/ 4991788 h 5450835"/>
              <a:gd name="connsiteX1199" fmla="*/ 8654892 w 10450132"/>
              <a:gd name="connsiteY1199" fmla="*/ 4991788 h 5450835"/>
              <a:gd name="connsiteX1200" fmla="*/ 8663955 w 10450132"/>
              <a:gd name="connsiteY1200" fmla="*/ 4991788 h 5450835"/>
              <a:gd name="connsiteX1201" fmla="*/ 8664744 w 10450132"/>
              <a:gd name="connsiteY1201" fmla="*/ 4992247 h 5450835"/>
              <a:gd name="connsiteX1202" fmla="*/ 8669277 w 10450132"/>
              <a:gd name="connsiteY1202" fmla="*/ 5000129 h 5450835"/>
              <a:gd name="connsiteX1203" fmla="*/ 8669277 w 10450132"/>
              <a:gd name="connsiteY1203" fmla="*/ 5000983 h 5450835"/>
              <a:gd name="connsiteX1204" fmla="*/ 8664744 w 10450132"/>
              <a:gd name="connsiteY1204" fmla="*/ 5008864 h 5450835"/>
              <a:gd name="connsiteX1205" fmla="*/ 8663955 w 10450132"/>
              <a:gd name="connsiteY1205" fmla="*/ 5009324 h 5450835"/>
              <a:gd name="connsiteX1206" fmla="*/ 8654892 w 10450132"/>
              <a:gd name="connsiteY1206" fmla="*/ 5009324 h 5450835"/>
              <a:gd name="connsiteX1207" fmla="*/ 8654104 w 10450132"/>
              <a:gd name="connsiteY1207" fmla="*/ 5008864 h 5450835"/>
              <a:gd name="connsiteX1208" fmla="*/ 8649572 w 10450132"/>
              <a:gd name="connsiteY1208" fmla="*/ 5000983 h 5450835"/>
              <a:gd name="connsiteX1209" fmla="*/ 8649572 w 10450132"/>
              <a:gd name="connsiteY1209" fmla="*/ 5000129 h 5450835"/>
              <a:gd name="connsiteX1210" fmla="*/ 8654104 w 10450132"/>
              <a:gd name="connsiteY1210" fmla="*/ 4992247 h 5450835"/>
              <a:gd name="connsiteX1211" fmla="*/ 8654892 w 10450132"/>
              <a:gd name="connsiteY1211" fmla="*/ 4991788 h 5450835"/>
              <a:gd name="connsiteX1212" fmla="*/ 8400511 w 10450132"/>
              <a:gd name="connsiteY1212" fmla="*/ 4991788 h 5450835"/>
              <a:gd name="connsiteX1213" fmla="*/ 8409575 w 10450132"/>
              <a:gd name="connsiteY1213" fmla="*/ 4991788 h 5450835"/>
              <a:gd name="connsiteX1214" fmla="*/ 8410363 w 10450132"/>
              <a:gd name="connsiteY1214" fmla="*/ 4992247 h 5450835"/>
              <a:gd name="connsiteX1215" fmla="*/ 8414896 w 10450132"/>
              <a:gd name="connsiteY1215" fmla="*/ 5000129 h 5450835"/>
              <a:gd name="connsiteX1216" fmla="*/ 8414896 w 10450132"/>
              <a:gd name="connsiteY1216" fmla="*/ 5000983 h 5450835"/>
              <a:gd name="connsiteX1217" fmla="*/ 8410363 w 10450132"/>
              <a:gd name="connsiteY1217" fmla="*/ 5008864 h 5450835"/>
              <a:gd name="connsiteX1218" fmla="*/ 8409575 w 10450132"/>
              <a:gd name="connsiteY1218" fmla="*/ 5009324 h 5450835"/>
              <a:gd name="connsiteX1219" fmla="*/ 8400511 w 10450132"/>
              <a:gd name="connsiteY1219" fmla="*/ 5009324 h 5450835"/>
              <a:gd name="connsiteX1220" fmla="*/ 8399723 w 10450132"/>
              <a:gd name="connsiteY1220" fmla="*/ 5008864 h 5450835"/>
              <a:gd name="connsiteX1221" fmla="*/ 8395191 w 10450132"/>
              <a:gd name="connsiteY1221" fmla="*/ 5000983 h 5450835"/>
              <a:gd name="connsiteX1222" fmla="*/ 8395191 w 10450132"/>
              <a:gd name="connsiteY1222" fmla="*/ 5000129 h 5450835"/>
              <a:gd name="connsiteX1223" fmla="*/ 8399723 w 10450132"/>
              <a:gd name="connsiteY1223" fmla="*/ 4992247 h 5450835"/>
              <a:gd name="connsiteX1224" fmla="*/ 8400511 w 10450132"/>
              <a:gd name="connsiteY1224" fmla="*/ 4991788 h 5450835"/>
              <a:gd name="connsiteX1225" fmla="*/ 8146065 w 10450132"/>
              <a:gd name="connsiteY1225" fmla="*/ 4991788 h 5450835"/>
              <a:gd name="connsiteX1226" fmla="*/ 8155129 w 10450132"/>
              <a:gd name="connsiteY1226" fmla="*/ 4991788 h 5450835"/>
              <a:gd name="connsiteX1227" fmla="*/ 8155917 w 10450132"/>
              <a:gd name="connsiteY1227" fmla="*/ 4992247 h 5450835"/>
              <a:gd name="connsiteX1228" fmla="*/ 8160449 w 10450132"/>
              <a:gd name="connsiteY1228" fmla="*/ 5000129 h 5450835"/>
              <a:gd name="connsiteX1229" fmla="*/ 8160449 w 10450132"/>
              <a:gd name="connsiteY1229" fmla="*/ 5000983 h 5450835"/>
              <a:gd name="connsiteX1230" fmla="*/ 8155917 w 10450132"/>
              <a:gd name="connsiteY1230" fmla="*/ 5008864 h 5450835"/>
              <a:gd name="connsiteX1231" fmla="*/ 8155129 w 10450132"/>
              <a:gd name="connsiteY1231" fmla="*/ 5009324 h 5450835"/>
              <a:gd name="connsiteX1232" fmla="*/ 8146065 w 10450132"/>
              <a:gd name="connsiteY1232" fmla="*/ 5009324 h 5450835"/>
              <a:gd name="connsiteX1233" fmla="*/ 8145277 w 10450132"/>
              <a:gd name="connsiteY1233" fmla="*/ 5008864 h 5450835"/>
              <a:gd name="connsiteX1234" fmla="*/ 8140745 w 10450132"/>
              <a:gd name="connsiteY1234" fmla="*/ 5000983 h 5450835"/>
              <a:gd name="connsiteX1235" fmla="*/ 8140745 w 10450132"/>
              <a:gd name="connsiteY1235" fmla="*/ 5000129 h 5450835"/>
              <a:gd name="connsiteX1236" fmla="*/ 8145277 w 10450132"/>
              <a:gd name="connsiteY1236" fmla="*/ 4992247 h 5450835"/>
              <a:gd name="connsiteX1237" fmla="*/ 8146065 w 10450132"/>
              <a:gd name="connsiteY1237" fmla="*/ 4991788 h 5450835"/>
              <a:gd name="connsiteX1238" fmla="*/ 7891684 w 10450132"/>
              <a:gd name="connsiteY1238" fmla="*/ 4991788 h 5450835"/>
              <a:gd name="connsiteX1239" fmla="*/ 7900748 w 10450132"/>
              <a:gd name="connsiteY1239" fmla="*/ 4991788 h 5450835"/>
              <a:gd name="connsiteX1240" fmla="*/ 7901536 w 10450132"/>
              <a:gd name="connsiteY1240" fmla="*/ 4992247 h 5450835"/>
              <a:gd name="connsiteX1241" fmla="*/ 7906067 w 10450132"/>
              <a:gd name="connsiteY1241" fmla="*/ 5000129 h 5450835"/>
              <a:gd name="connsiteX1242" fmla="*/ 7906067 w 10450132"/>
              <a:gd name="connsiteY1242" fmla="*/ 5000983 h 5450835"/>
              <a:gd name="connsiteX1243" fmla="*/ 7901536 w 10450132"/>
              <a:gd name="connsiteY1243" fmla="*/ 5008864 h 5450835"/>
              <a:gd name="connsiteX1244" fmla="*/ 7900748 w 10450132"/>
              <a:gd name="connsiteY1244" fmla="*/ 5009324 h 5450835"/>
              <a:gd name="connsiteX1245" fmla="*/ 7891684 w 10450132"/>
              <a:gd name="connsiteY1245" fmla="*/ 5009324 h 5450835"/>
              <a:gd name="connsiteX1246" fmla="*/ 7890896 w 10450132"/>
              <a:gd name="connsiteY1246" fmla="*/ 5008864 h 5450835"/>
              <a:gd name="connsiteX1247" fmla="*/ 7886363 w 10450132"/>
              <a:gd name="connsiteY1247" fmla="*/ 5000983 h 5450835"/>
              <a:gd name="connsiteX1248" fmla="*/ 7886363 w 10450132"/>
              <a:gd name="connsiteY1248" fmla="*/ 5000129 h 5450835"/>
              <a:gd name="connsiteX1249" fmla="*/ 7890896 w 10450132"/>
              <a:gd name="connsiteY1249" fmla="*/ 4992247 h 5450835"/>
              <a:gd name="connsiteX1250" fmla="*/ 7891684 w 10450132"/>
              <a:gd name="connsiteY1250" fmla="*/ 4991788 h 5450835"/>
              <a:gd name="connsiteX1251" fmla="*/ 7637304 w 10450132"/>
              <a:gd name="connsiteY1251" fmla="*/ 4991788 h 5450835"/>
              <a:gd name="connsiteX1252" fmla="*/ 7646367 w 10450132"/>
              <a:gd name="connsiteY1252" fmla="*/ 4991788 h 5450835"/>
              <a:gd name="connsiteX1253" fmla="*/ 7647156 w 10450132"/>
              <a:gd name="connsiteY1253" fmla="*/ 4992247 h 5450835"/>
              <a:gd name="connsiteX1254" fmla="*/ 7651687 w 10450132"/>
              <a:gd name="connsiteY1254" fmla="*/ 5000129 h 5450835"/>
              <a:gd name="connsiteX1255" fmla="*/ 7651687 w 10450132"/>
              <a:gd name="connsiteY1255" fmla="*/ 5000983 h 5450835"/>
              <a:gd name="connsiteX1256" fmla="*/ 7647156 w 10450132"/>
              <a:gd name="connsiteY1256" fmla="*/ 5008864 h 5450835"/>
              <a:gd name="connsiteX1257" fmla="*/ 7646367 w 10450132"/>
              <a:gd name="connsiteY1257" fmla="*/ 5009324 h 5450835"/>
              <a:gd name="connsiteX1258" fmla="*/ 7637304 w 10450132"/>
              <a:gd name="connsiteY1258" fmla="*/ 5009324 h 5450835"/>
              <a:gd name="connsiteX1259" fmla="*/ 7636516 w 10450132"/>
              <a:gd name="connsiteY1259" fmla="*/ 5008864 h 5450835"/>
              <a:gd name="connsiteX1260" fmla="*/ 7631983 w 10450132"/>
              <a:gd name="connsiteY1260" fmla="*/ 5000983 h 5450835"/>
              <a:gd name="connsiteX1261" fmla="*/ 7631983 w 10450132"/>
              <a:gd name="connsiteY1261" fmla="*/ 5000129 h 5450835"/>
              <a:gd name="connsiteX1262" fmla="*/ 7636516 w 10450132"/>
              <a:gd name="connsiteY1262" fmla="*/ 4992247 h 5450835"/>
              <a:gd name="connsiteX1263" fmla="*/ 7637304 w 10450132"/>
              <a:gd name="connsiteY1263" fmla="*/ 4991788 h 5450835"/>
              <a:gd name="connsiteX1264" fmla="*/ 7382923 w 10450132"/>
              <a:gd name="connsiteY1264" fmla="*/ 4991788 h 5450835"/>
              <a:gd name="connsiteX1265" fmla="*/ 7391987 w 10450132"/>
              <a:gd name="connsiteY1265" fmla="*/ 4991788 h 5450835"/>
              <a:gd name="connsiteX1266" fmla="*/ 7392775 w 10450132"/>
              <a:gd name="connsiteY1266" fmla="*/ 4992247 h 5450835"/>
              <a:gd name="connsiteX1267" fmla="*/ 7397307 w 10450132"/>
              <a:gd name="connsiteY1267" fmla="*/ 5000129 h 5450835"/>
              <a:gd name="connsiteX1268" fmla="*/ 7397307 w 10450132"/>
              <a:gd name="connsiteY1268" fmla="*/ 5000983 h 5450835"/>
              <a:gd name="connsiteX1269" fmla="*/ 7392775 w 10450132"/>
              <a:gd name="connsiteY1269" fmla="*/ 5008864 h 5450835"/>
              <a:gd name="connsiteX1270" fmla="*/ 7391987 w 10450132"/>
              <a:gd name="connsiteY1270" fmla="*/ 5009324 h 5450835"/>
              <a:gd name="connsiteX1271" fmla="*/ 7382923 w 10450132"/>
              <a:gd name="connsiteY1271" fmla="*/ 5009324 h 5450835"/>
              <a:gd name="connsiteX1272" fmla="*/ 7382135 w 10450132"/>
              <a:gd name="connsiteY1272" fmla="*/ 5008864 h 5450835"/>
              <a:gd name="connsiteX1273" fmla="*/ 7377602 w 10450132"/>
              <a:gd name="connsiteY1273" fmla="*/ 5000983 h 5450835"/>
              <a:gd name="connsiteX1274" fmla="*/ 7377602 w 10450132"/>
              <a:gd name="connsiteY1274" fmla="*/ 5000129 h 5450835"/>
              <a:gd name="connsiteX1275" fmla="*/ 7382135 w 10450132"/>
              <a:gd name="connsiteY1275" fmla="*/ 4992247 h 5450835"/>
              <a:gd name="connsiteX1276" fmla="*/ 7382923 w 10450132"/>
              <a:gd name="connsiteY1276" fmla="*/ 4991788 h 5450835"/>
              <a:gd name="connsiteX1277" fmla="*/ 7128477 w 10450132"/>
              <a:gd name="connsiteY1277" fmla="*/ 4991788 h 5450835"/>
              <a:gd name="connsiteX1278" fmla="*/ 7137540 w 10450132"/>
              <a:gd name="connsiteY1278" fmla="*/ 4991788 h 5450835"/>
              <a:gd name="connsiteX1279" fmla="*/ 7138328 w 10450132"/>
              <a:gd name="connsiteY1279" fmla="*/ 4992247 h 5450835"/>
              <a:gd name="connsiteX1280" fmla="*/ 7142860 w 10450132"/>
              <a:gd name="connsiteY1280" fmla="*/ 5000129 h 5450835"/>
              <a:gd name="connsiteX1281" fmla="*/ 7142860 w 10450132"/>
              <a:gd name="connsiteY1281" fmla="*/ 5000983 h 5450835"/>
              <a:gd name="connsiteX1282" fmla="*/ 7138328 w 10450132"/>
              <a:gd name="connsiteY1282" fmla="*/ 5008864 h 5450835"/>
              <a:gd name="connsiteX1283" fmla="*/ 7137540 w 10450132"/>
              <a:gd name="connsiteY1283" fmla="*/ 5009324 h 5450835"/>
              <a:gd name="connsiteX1284" fmla="*/ 7128477 w 10450132"/>
              <a:gd name="connsiteY1284" fmla="*/ 5009324 h 5450835"/>
              <a:gd name="connsiteX1285" fmla="*/ 7127689 w 10450132"/>
              <a:gd name="connsiteY1285" fmla="*/ 5008864 h 5450835"/>
              <a:gd name="connsiteX1286" fmla="*/ 7123156 w 10450132"/>
              <a:gd name="connsiteY1286" fmla="*/ 5000983 h 5450835"/>
              <a:gd name="connsiteX1287" fmla="*/ 7123156 w 10450132"/>
              <a:gd name="connsiteY1287" fmla="*/ 5000129 h 5450835"/>
              <a:gd name="connsiteX1288" fmla="*/ 7127689 w 10450132"/>
              <a:gd name="connsiteY1288" fmla="*/ 4992247 h 5450835"/>
              <a:gd name="connsiteX1289" fmla="*/ 7128477 w 10450132"/>
              <a:gd name="connsiteY1289" fmla="*/ 4991788 h 5450835"/>
              <a:gd name="connsiteX1290" fmla="*/ 6874095 w 10450132"/>
              <a:gd name="connsiteY1290" fmla="*/ 4991788 h 5450835"/>
              <a:gd name="connsiteX1291" fmla="*/ 6883159 w 10450132"/>
              <a:gd name="connsiteY1291" fmla="*/ 4991788 h 5450835"/>
              <a:gd name="connsiteX1292" fmla="*/ 6883947 w 10450132"/>
              <a:gd name="connsiteY1292" fmla="*/ 4992247 h 5450835"/>
              <a:gd name="connsiteX1293" fmla="*/ 6888480 w 10450132"/>
              <a:gd name="connsiteY1293" fmla="*/ 5000129 h 5450835"/>
              <a:gd name="connsiteX1294" fmla="*/ 6888480 w 10450132"/>
              <a:gd name="connsiteY1294" fmla="*/ 5000983 h 5450835"/>
              <a:gd name="connsiteX1295" fmla="*/ 6883947 w 10450132"/>
              <a:gd name="connsiteY1295" fmla="*/ 5008864 h 5450835"/>
              <a:gd name="connsiteX1296" fmla="*/ 6883159 w 10450132"/>
              <a:gd name="connsiteY1296" fmla="*/ 5009324 h 5450835"/>
              <a:gd name="connsiteX1297" fmla="*/ 6874095 w 10450132"/>
              <a:gd name="connsiteY1297" fmla="*/ 5009324 h 5450835"/>
              <a:gd name="connsiteX1298" fmla="*/ 6873307 w 10450132"/>
              <a:gd name="connsiteY1298" fmla="*/ 5008864 h 5450835"/>
              <a:gd name="connsiteX1299" fmla="*/ 6868775 w 10450132"/>
              <a:gd name="connsiteY1299" fmla="*/ 5000983 h 5450835"/>
              <a:gd name="connsiteX1300" fmla="*/ 6868775 w 10450132"/>
              <a:gd name="connsiteY1300" fmla="*/ 5000129 h 5450835"/>
              <a:gd name="connsiteX1301" fmla="*/ 6873307 w 10450132"/>
              <a:gd name="connsiteY1301" fmla="*/ 4992247 h 5450835"/>
              <a:gd name="connsiteX1302" fmla="*/ 6874095 w 10450132"/>
              <a:gd name="connsiteY1302" fmla="*/ 4991788 h 5450835"/>
              <a:gd name="connsiteX1303" fmla="*/ 6619714 w 10450132"/>
              <a:gd name="connsiteY1303" fmla="*/ 4991788 h 5450835"/>
              <a:gd name="connsiteX1304" fmla="*/ 6628778 w 10450132"/>
              <a:gd name="connsiteY1304" fmla="*/ 4991788 h 5450835"/>
              <a:gd name="connsiteX1305" fmla="*/ 6629566 w 10450132"/>
              <a:gd name="connsiteY1305" fmla="*/ 4992247 h 5450835"/>
              <a:gd name="connsiteX1306" fmla="*/ 6634099 w 10450132"/>
              <a:gd name="connsiteY1306" fmla="*/ 5000129 h 5450835"/>
              <a:gd name="connsiteX1307" fmla="*/ 6634099 w 10450132"/>
              <a:gd name="connsiteY1307" fmla="*/ 5000983 h 5450835"/>
              <a:gd name="connsiteX1308" fmla="*/ 6629566 w 10450132"/>
              <a:gd name="connsiteY1308" fmla="*/ 5008864 h 5450835"/>
              <a:gd name="connsiteX1309" fmla="*/ 6628778 w 10450132"/>
              <a:gd name="connsiteY1309" fmla="*/ 5009324 h 5450835"/>
              <a:gd name="connsiteX1310" fmla="*/ 6619714 w 10450132"/>
              <a:gd name="connsiteY1310" fmla="*/ 5009324 h 5450835"/>
              <a:gd name="connsiteX1311" fmla="*/ 6618926 w 10450132"/>
              <a:gd name="connsiteY1311" fmla="*/ 5008864 h 5450835"/>
              <a:gd name="connsiteX1312" fmla="*/ 6614394 w 10450132"/>
              <a:gd name="connsiteY1312" fmla="*/ 5000983 h 5450835"/>
              <a:gd name="connsiteX1313" fmla="*/ 6614394 w 10450132"/>
              <a:gd name="connsiteY1313" fmla="*/ 5000129 h 5450835"/>
              <a:gd name="connsiteX1314" fmla="*/ 6618926 w 10450132"/>
              <a:gd name="connsiteY1314" fmla="*/ 4992247 h 5450835"/>
              <a:gd name="connsiteX1315" fmla="*/ 6619714 w 10450132"/>
              <a:gd name="connsiteY1315" fmla="*/ 4991788 h 5450835"/>
              <a:gd name="connsiteX1316" fmla="*/ 6365334 w 10450132"/>
              <a:gd name="connsiteY1316" fmla="*/ 4991788 h 5450835"/>
              <a:gd name="connsiteX1317" fmla="*/ 6374397 w 10450132"/>
              <a:gd name="connsiteY1317" fmla="*/ 4991788 h 5450835"/>
              <a:gd name="connsiteX1318" fmla="*/ 6375186 w 10450132"/>
              <a:gd name="connsiteY1318" fmla="*/ 4992247 h 5450835"/>
              <a:gd name="connsiteX1319" fmla="*/ 6379718 w 10450132"/>
              <a:gd name="connsiteY1319" fmla="*/ 5000129 h 5450835"/>
              <a:gd name="connsiteX1320" fmla="*/ 6379718 w 10450132"/>
              <a:gd name="connsiteY1320" fmla="*/ 5000983 h 5450835"/>
              <a:gd name="connsiteX1321" fmla="*/ 6375186 w 10450132"/>
              <a:gd name="connsiteY1321" fmla="*/ 5008864 h 5450835"/>
              <a:gd name="connsiteX1322" fmla="*/ 6374397 w 10450132"/>
              <a:gd name="connsiteY1322" fmla="*/ 5009324 h 5450835"/>
              <a:gd name="connsiteX1323" fmla="*/ 6365334 w 10450132"/>
              <a:gd name="connsiteY1323" fmla="*/ 5009324 h 5450835"/>
              <a:gd name="connsiteX1324" fmla="*/ 6364546 w 10450132"/>
              <a:gd name="connsiteY1324" fmla="*/ 5008864 h 5450835"/>
              <a:gd name="connsiteX1325" fmla="*/ 6360014 w 10450132"/>
              <a:gd name="connsiteY1325" fmla="*/ 5000983 h 5450835"/>
              <a:gd name="connsiteX1326" fmla="*/ 6360014 w 10450132"/>
              <a:gd name="connsiteY1326" fmla="*/ 5000129 h 5450835"/>
              <a:gd name="connsiteX1327" fmla="*/ 6364546 w 10450132"/>
              <a:gd name="connsiteY1327" fmla="*/ 4992247 h 5450835"/>
              <a:gd name="connsiteX1328" fmla="*/ 6365334 w 10450132"/>
              <a:gd name="connsiteY1328" fmla="*/ 4991788 h 5450835"/>
              <a:gd name="connsiteX1329" fmla="*/ 6110888 w 10450132"/>
              <a:gd name="connsiteY1329" fmla="*/ 4991788 h 5450835"/>
              <a:gd name="connsiteX1330" fmla="*/ 6119953 w 10450132"/>
              <a:gd name="connsiteY1330" fmla="*/ 4991788 h 5450835"/>
              <a:gd name="connsiteX1331" fmla="*/ 6120740 w 10450132"/>
              <a:gd name="connsiteY1331" fmla="*/ 4992247 h 5450835"/>
              <a:gd name="connsiteX1332" fmla="*/ 6125272 w 10450132"/>
              <a:gd name="connsiteY1332" fmla="*/ 5000129 h 5450835"/>
              <a:gd name="connsiteX1333" fmla="*/ 6125272 w 10450132"/>
              <a:gd name="connsiteY1333" fmla="*/ 5000983 h 5450835"/>
              <a:gd name="connsiteX1334" fmla="*/ 6120740 w 10450132"/>
              <a:gd name="connsiteY1334" fmla="*/ 5008864 h 5450835"/>
              <a:gd name="connsiteX1335" fmla="*/ 6119953 w 10450132"/>
              <a:gd name="connsiteY1335" fmla="*/ 5009324 h 5450835"/>
              <a:gd name="connsiteX1336" fmla="*/ 6110888 w 10450132"/>
              <a:gd name="connsiteY1336" fmla="*/ 5009324 h 5450835"/>
              <a:gd name="connsiteX1337" fmla="*/ 6110101 w 10450132"/>
              <a:gd name="connsiteY1337" fmla="*/ 5008864 h 5450835"/>
              <a:gd name="connsiteX1338" fmla="*/ 6105567 w 10450132"/>
              <a:gd name="connsiteY1338" fmla="*/ 5000983 h 5450835"/>
              <a:gd name="connsiteX1339" fmla="*/ 6105567 w 10450132"/>
              <a:gd name="connsiteY1339" fmla="*/ 5000129 h 5450835"/>
              <a:gd name="connsiteX1340" fmla="*/ 6110101 w 10450132"/>
              <a:gd name="connsiteY1340" fmla="*/ 4992247 h 5450835"/>
              <a:gd name="connsiteX1341" fmla="*/ 6110888 w 10450132"/>
              <a:gd name="connsiteY1341" fmla="*/ 4991788 h 5450835"/>
              <a:gd name="connsiteX1342" fmla="*/ 5856508 w 10450132"/>
              <a:gd name="connsiteY1342" fmla="*/ 4991788 h 5450835"/>
              <a:gd name="connsiteX1343" fmla="*/ 5865571 w 10450132"/>
              <a:gd name="connsiteY1343" fmla="*/ 4991788 h 5450835"/>
              <a:gd name="connsiteX1344" fmla="*/ 5866359 w 10450132"/>
              <a:gd name="connsiteY1344" fmla="*/ 4992247 h 5450835"/>
              <a:gd name="connsiteX1345" fmla="*/ 5870891 w 10450132"/>
              <a:gd name="connsiteY1345" fmla="*/ 5000129 h 5450835"/>
              <a:gd name="connsiteX1346" fmla="*/ 5870891 w 10450132"/>
              <a:gd name="connsiteY1346" fmla="*/ 5000983 h 5450835"/>
              <a:gd name="connsiteX1347" fmla="*/ 5866359 w 10450132"/>
              <a:gd name="connsiteY1347" fmla="*/ 5008864 h 5450835"/>
              <a:gd name="connsiteX1348" fmla="*/ 5865571 w 10450132"/>
              <a:gd name="connsiteY1348" fmla="*/ 5009324 h 5450835"/>
              <a:gd name="connsiteX1349" fmla="*/ 5856508 w 10450132"/>
              <a:gd name="connsiteY1349" fmla="*/ 5009324 h 5450835"/>
              <a:gd name="connsiteX1350" fmla="*/ 5855720 w 10450132"/>
              <a:gd name="connsiteY1350" fmla="*/ 5008864 h 5450835"/>
              <a:gd name="connsiteX1351" fmla="*/ 5851187 w 10450132"/>
              <a:gd name="connsiteY1351" fmla="*/ 5000983 h 5450835"/>
              <a:gd name="connsiteX1352" fmla="*/ 5851187 w 10450132"/>
              <a:gd name="connsiteY1352" fmla="*/ 5000129 h 5450835"/>
              <a:gd name="connsiteX1353" fmla="*/ 5855720 w 10450132"/>
              <a:gd name="connsiteY1353" fmla="*/ 4992247 h 5450835"/>
              <a:gd name="connsiteX1354" fmla="*/ 5856508 w 10450132"/>
              <a:gd name="connsiteY1354" fmla="*/ 4991788 h 5450835"/>
              <a:gd name="connsiteX1355" fmla="*/ 5602126 w 10450132"/>
              <a:gd name="connsiteY1355" fmla="*/ 4991788 h 5450835"/>
              <a:gd name="connsiteX1356" fmla="*/ 5611191 w 10450132"/>
              <a:gd name="connsiteY1356" fmla="*/ 4991788 h 5450835"/>
              <a:gd name="connsiteX1357" fmla="*/ 5611979 w 10450132"/>
              <a:gd name="connsiteY1357" fmla="*/ 4992247 h 5450835"/>
              <a:gd name="connsiteX1358" fmla="*/ 5616511 w 10450132"/>
              <a:gd name="connsiteY1358" fmla="*/ 5000129 h 5450835"/>
              <a:gd name="connsiteX1359" fmla="*/ 5616511 w 10450132"/>
              <a:gd name="connsiteY1359" fmla="*/ 5000983 h 5450835"/>
              <a:gd name="connsiteX1360" fmla="*/ 5611979 w 10450132"/>
              <a:gd name="connsiteY1360" fmla="*/ 5008864 h 5450835"/>
              <a:gd name="connsiteX1361" fmla="*/ 5611191 w 10450132"/>
              <a:gd name="connsiteY1361" fmla="*/ 5009324 h 5450835"/>
              <a:gd name="connsiteX1362" fmla="*/ 5602126 w 10450132"/>
              <a:gd name="connsiteY1362" fmla="*/ 5009324 h 5450835"/>
              <a:gd name="connsiteX1363" fmla="*/ 5601338 w 10450132"/>
              <a:gd name="connsiteY1363" fmla="*/ 5008864 h 5450835"/>
              <a:gd name="connsiteX1364" fmla="*/ 5596807 w 10450132"/>
              <a:gd name="connsiteY1364" fmla="*/ 5000983 h 5450835"/>
              <a:gd name="connsiteX1365" fmla="*/ 5596807 w 10450132"/>
              <a:gd name="connsiteY1365" fmla="*/ 5000129 h 5450835"/>
              <a:gd name="connsiteX1366" fmla="*/ 5601338 w 10450132"/>
              <a:gd name="connsiteY1366" fmla="*/ 4992247 h 5450835"/>
              <a:gd name="connsiteX1367" fmla="*/ 5602126 w 10450132"/>
              <a:gd name="connsiteY1367" fmla="*/ 4991788 h 5450835"/>
              <a:gd name="connsiteX1368" fmla="*/ 5347746 w 10450132"/>
              <a:gd name="connsiteY1368" fmla="*/ 4991788 h 5450835"/>
              <a:gd name="connsiteX1369" fmla="*/ 5356810 w 10450132"/>
              <a:gd name="connsiteY1369" fmla="*/ 4991788 h 5450835"/>
              <a:gd name="connsiteX1370" fmla="*/ 5357598 w 10450132"/>
              <a:gd name="connsiteY1370" fmla="*/ 4992247 h 5450835"/>
              <a:gd name="connsiteX1371" fmla="*/ 5362130 w 10450132"/>
              <a:gd name="connsiteY1371" fmla="*/ 5000129 h 5450835"/>
              <a:gd name="connsiteX1372" fmla="*/ 5362130 w 10450132"/>
              <a:gd name="connsiteY1372" fmla="*/ 5000983 h 5450835"/>
              <a:gd name="connsiteX1373" fmla="*/ 5357598 w 10450132"/>
              <a:gd name="connsiteY1373" fmla="*/ 5008864 h 5450835"/>
              <a:gd name="connsiteX1374" fmla="*/ 5356810 w 10450132"/>
              <a:gd name="connsiteY1374" fmla="*/ 5009324 h 5450835"/>
              <a:gd name="connsiteX1375" fmla="*/ 5347746 w 10450132"/>
              <a:gd name="connsiteY1375" fmla="*/ 5009324 h 5450835"/>
              <a:gd name="connsiteX1376" fmla="*/ 5346958 w 10450132"/>
              <a:gd name="connsiteY1376" fmla="*/ 5008864 h 5450835"/>
              <a:gd name="connsiteX1377" fmla="*/ 5342425 w 10450132"/>
              <a:gd name="connsiteY1377" fmla="*/ 5000983 h 5450835"/>
              <a:gd name="connsiteX1378" fmla="*/ 5342425 w 10450132"/>
              <a:gd name="connsiteY1378" fmla="*/ 5000129 h 5450835"/>
              <a:gd name="connsiteX1379" fmla="*/ 5346958 w 10450132"/>
              <a:gd name="connsiteY1379" fmla="*/ 4992247 h 5450835"/>
              <a:gd name="connsiteX1380" fmla="*/ 5347746 w 10450132"/>
              <a:gd name="connsiteY1380" fmla="*/ 4991788 h 5450835"/>
              <a:gd name="connsiteX1381" fmla="*/ 5093300 w 10450132"/>
              <a:gd name="connsiteY1381" fmla="*/ 4991788 h 5450835"/>
              <a:gd name="connsiteX1382" fmla="*/ 5102364 w 10450132"/>
              <a:gd name="connsiteY1382" fmla="*/ 4991788 h 5450835"/>
              <a:gd name="connsiteX1383" fmla="*/ 5103153 w 10450132"/>
              <a:gd name="connsiteY1383" fmla="*/ 4992247 h 5450835"/>
              <a:gd name="connsiteX1384" fmla="*/ 5107684 w 10450132"/>
              <a:gd name="connsiteY1384" fmla="*/ 5000129 h 5450835"/>
              <a:gd name="connsiteX1385" fmla="*/ 5107684 w 10450132"/>
              <a:gd name="connsiteY1385" fmla="*/ 5000983 h 5450835"/>
              <a:gd name="connsiteX1386" fmla="*/ 5103153 w 10450132"/>
              <a:gd name="connsiteY1386" fmla="*/ 5008864 h 5450835"/>
              <a:gd name="connsiteX1387" fmla="*/ 5102364 w 10450132"/>
              <a:gd name="connsiteY1387" fmla="*/ 5009324 h 5450835"/>
              <a:gd name="connsiteX1388" fmla="*/ 5093300 w 10450132"/>
              <a:gd name="connsiteY1388" fmla="*/ 5009324 h 5450835"/>
              <a:gd name="connsiteX1389" fmla="*/ 5092512 w 10450132"/>
              <a:gd name="connsiteY1389" fmla="*/ 5008864 h 5450835"/>
              <a:gd name="connsiteX1390" fmla="*/ 5087979 w 10450132"/>
              <a:gd name="connsiteY1390" fmla="*/ 5000983 h 5450835"/>
              <a:gd name="connsiteX1391" fmla="*/ 5087979 w 10450132"/>
              <a:gd name="connsiteY1391" fmla="*/ 5000129 h 5450835"/>
              <a:gd name="connsiteX1392" fmla="*/ 5092512 w 10450132"/>
              <a:gd name="connsiteY1392" fmla="*/ 4992247 h 5450835"/>
              <a:gd name="connsiteX1393" fmla="*/ 5093300 w 10450132"/>
              <a:gd name="connsiteY1393" fmla="*/ 4991788 h 5450835"/>
              <a:gd name="connsiteX1394" fmla="*/ 4838919 w 10450132"/>
              <a:gd name="connsiteY1394" fmla="*/ 4991788 h 5450835"/>
              <a:gd name="connsiteX1395" fmla="*/ 4847982 w 10450132"/>
              <a:gd name="connsiteY1395" fmla="*/ 4991788 h 5450835"/>
              <a:gd name="connsiteX1396" fmla="*/ 4848772 w 10450132"/>
              <a:gd name="connsiteY1396" fmla="*/ 4992247 h 5450835"/>
              <a:gd name="connsiteX1397" fmla="*/ 4853303 w 10450132"/>
              <a:gd name="connsiteY1397" fmla="*/ 5000129 h 5450835"/>
              <a:gd name="connsiteX1398" fmla="*/ 4853303 w 10450132"/>
              <a:gd name="connsiteY1398" fmla="*/ 5000983 h 5450835"/>
              <a:gd name="connsiteX1399" fmla="*/ 4848772 w 10450132"/>
              <a:gd name="connsiteY1399" fmla="*/ 5008864 h 5450835"/>
              <a:gd name="connsiteX1400" fmla="*/ 4847982 w 10450132"/>
              <a:gd name="connsiteY1400" fmla="*/ 5009324 h 5450835"/>
              <a:gd name="connsiteX1401" fmla="*/ 4838919 w 10450132"/>
              <a:gd name="connsiteY1401" fmla="*/ 5009324 h 5450835"/>
              <a:gd name="connsiteX1402" fmla="*/ 4838132 w 10450132"/>
              <a:gd name="connsiteY1402" fmla="*/ 5008864 h 5450835"/>
              <a:gd name="connsiteX1403" fmla="*/ 4833598 w 10450132"/>
              <a:gd name="connsiteY1403" fmla="*/ 5000983 h 5450835"/>
              <a:gd name="connsiteX1404" fmla="*/ 4833598 w 10450132"/>
              <a:gd name="connsiteY1404" fmla="*/ 5000129 h 5450835"/>
              <a:gd name="connsiteX1405" fmla="*/ 4838132 w 10450132"/>
              <a:gd name="connsiteY1405" fmla="*/ 4992247 h 5450835"/>
              <a:gd name="connsiteX1406" fmla="*/ 4838919 w 10450132"/>
              <a:gd name="connsiteY1406" fmla="*/ 4991788 h 5450835"/>
              <a:gd name="connsiteX1407" fmla="*/ 4584538 w 10450132"/>
              <a:gd name="connsiteY1407" fmla="*/ 4991788 h 5450835"/>
              <a:gd name="connsiteX1408" fmla="*/ 4593603 w 10450132"/>
              <a:gd name="connsiteY1408" fmla="*/ 4991788 h 5450835"/>
              <a:gd name="connsiteX1409" fmla="*/ 4594390 w 10450132"/>
              <a:gd name="connsiteY1409" fmla="*/ 4992247 h 5450835"/>
              <a:gd name="connsiteX1410" fmla="*/ 4598922 w 10450132"/>
              <a:gd name="connsiteY1410" fmla="*/ 5000129 h 5450835"/>
              <a:gd name="connsiteX1411" fmla="*/ 4598922 w 10450132"/>
              <a:gd name="connsiteY1411" fmla="*/ 5000983 h 5450835"/>
              <a:gd name="connsiteX1412" fmla="*/ 4594390 w 10450132"/>
              <a:gd name="connsiteY1412" fmla="*/ 5008864 h 5450835"/>
              <a:gd name="connsiteX1413" fmla="*/ 4593603 w 10450132"/>
              <a:gd name="connsiteY1413" fmla="*/ 5009324 h 5450835"/>
              <a:gd name="connsiteX1414" fmla="*/ 4584538 w 10450132"/>
              <a:gd name="connsiteY1414" fmla="*/ 5009324 h 5450835"/>
              <a:gd name="connsiteX1415" fmla="*/ 4583749 w 10450132"/>
              <a:gd name="connsiteY1415" fmla="*/ 5008864 h 5450835"/>
              <a:gd name="connsiteX1416" fmla="*/ 4579218 w 10450132"/>
              <a:gd name="connsiteY1416" fmla="*/ 5000983 h 5450835"/>
              <a:gd name="connsiteX1417" fmla="*/ 4579218 w 10450132"/>
              <a:gd name="connsiteY1417" fmla="*/ 5000129 h 5450835"/>
              <a:gd name="connsiteX1418" fmla="*/ 4583749 w 10450132"/>
              <a:gd name="connsiteY1418" fmla="*/ 4992247 h 5450835"/>
              <a:gd name="connsiteX1419" fmla="*/ 4584538 w 10450132"/>
              <a:gd name="connsiteY1419" fmla="*/ 4991788 h 5450835"/>
              <a:gd name="connsiteX1420" fmla="*/ 4330157 w 10450132"/>
              <a:gd name="connsiteY1420" fmla="*/ 4991788 h 5450835"/>
              <a:gd name="connsiteX1421" fmla="*/ 4339222 w 10450132"/>
              <a:gd name="connsiteY1421" fmla="*/ 4991788 h 5450835"/>
              <a:gd name="connsiteX1422" fmla="*/ 4340010 w 10450132"/>
              <a:gd name="connsiteY1422" fmla="*/ 4992247 h 5450835"/>
              <a:gd name="connsiteX1423" fmla="*/ 4344540 w 10450132"/>
              <a:gd name="connsiteY1423" fmla="*/ 5000129 h 5450835"/>
              <a:gd name="connsiteX1424" fmla="*/ 4344540 w 10450132"/>
              <a:gd name="connsiteY1424" fmla="*/ 5000983 h 5450835"/>
              <a:gd name="connsiteX1425" fmla="*/ 4340010 w 10450132"/>
              <a:gd name="connsiteY1425" fmla="*/ 5008864 h 5450835"/>
              <a:gd name="connsiteX1426" fmla="*/ 4339222 w 10450132"/>
              <a:gd name="connsiteY1426" fmla="*/ 5009324 h 5450835"/>
              <a:gd name="connsiteX1427" fmla="*/ 4330157 w 10450132"/>
              <a:gd name="connsiteY1427" fmla="*/ 5009324 h 5450835"/>
              <a:gd name="connsiteX1428" fmla="*/ 4329369 w 10450132"/>
              <a:gd name="connsiteY1428" fmla="*/ 5008864 h 5450835"/>
              <a:gd name="connsiteX1429" fmla="*/ 4324836 w 10450132"/>
              <a:gd name="connsiteY1429" fmla="*/ 5000983 h 5450835"/>
              <a:gd name="connsiteX1430" fmla="*/ 4324836 w 10450132"/>
              <a:gd name="connsiteY1430" fmla="*/ 5000129 h 5450835"/>
              <a:gd name="connsiteX1431" fmla="*/ 4329369 w 10450132"/>
              <a:gd name="connsiteY1431" fmla="*/ 4992247 h 5450835"/>
              <a:gd name="connsiteX1432" fmla="*/ 4330157 w 10450132"/>
              <a:gd name="connsiteY1432" fmla="*/ 4991788 h 5450835"/>
              <a:gd name="connsiteX1433" fmla="*/ 4075860 w 10450132"/>
              <a:gd name="connsiteY1433" fmla="*/ 4991788 h 5450835"/>
              <a:gd name="connsiteX1434" fmla="*/ 4084924 w 10450132"/>
              <a:gd name="connsiteY1434" fmla="*/ 4991788 h 5450835"/>
              <a:gd name="connsiteX1435" fmla="*/ 4085713 w 10450132"/>
              <a:gd name="connsiteY1435" fmla="*/ 4992247 h 5450835"/>
              <a:gd name="connsiteX1436" fmla="*/ 4090242 w 10450132"/>
              <a:gd name="connsiteY1436" fmla="*/ 5000129 h 5450835"/>
              <a:gd name="connsiteX1437" fmla="*/ 4090242 w 10450132"/>
              <a:gd name="connsiteY1437" fmla="*/ 5000983 h 5450835"/>
              <a:gd name="connsiteX1438" fmla="*/ 4085713 w 10450132"/>
              <a:gd name="connsiteY1438" fmla="*/ 5008864 h 5450835"/>
              <a:gd name="connsiteX1439" fmla="*/ 4084924 w 10450132"/>
              <a:gd name="connsiteY1439" fmla="*/ 5009324 h 5450835"/>
              <a:gd name="connsiteX1440" fmla="*/ 4075860 w 10450132"/>
              <a:gd name="connsiteY1440" fmla="*/ 5009324 h 5450835"/>
              <a:gd name="connsiteX1441" fmla="*/ 4075070 w 10450132"/>
              <a:gd name="connsiteY1441" fmla="*/ 5008864 h 5450835"/>
              <a:gd name="connsiteX1442" fmla="*/ 4070539 w 10450132"/>
              <a:gd name="connsiteY1442" fmla="*/ 5000983 h 5450835"/>
              <a:gd name="connsiteX1443" fmla="*/ 4070539 w 10450132"/>
              <a:gd name="connsiteY1443" fmla="*/ 5000129 h 5450835"/>
              <a:gd name="connsiteX1444" fmla="*/ 4075070 w 10450132"/>
              <a:gd name="connsiteY1444" fmla="*/ 4992247 h 5450835"/>
              <a:gd name="connsiteX1445" fmla="*/ 4075860 w 10450132"/>
              <a:gd name="connsiteY1445" fmla="*/ 4991788 h 5450835"/>
              <a:gd name="connsiteX1446" fmla="*/ 3821406 w 10450132"/>
              <a:gd name="connsiteY1446" fmla="*/ 4991788 h 5450835"/>
              <a:gd name="connsiteX1447" fmla="*/ 3830474 w 10450132"/>
              <a:gd name="connsiteY1447" fmla="*/ 4991788 h 5450835"/>
              <a:gd name="connsiteX1448" fmla="*/ 3831260 w 10450132"/>
              <a:gd name="connsiteY1448" fmla="*/ 4992247 h 5450835"/>
              <a:gd name="connsiteX1449" fmla="*/ 3835794 w 10450132"/>
              <a:gd name="connsiteY1449" fmla="*/ 5000129 h 5450835"/>
              <a:gd name="connsiteX1450" fmla="*/ 3835794 w 10450132"/>
              <a:gd name="connsiteY1450" fmla="*/ 5000983 h 5450835"/>
              <a:gd name="connsiteX1451" fmla="*/ 3831260 w 10450132"/>
              <a:gd name="connsiteY1451" fmla="*/ 5008864 h 5450835"/>
              <a:gd name="connsiteX1452" fmla="*/ 3830474 w 10450132"/>
              <a:gd name="connsiteY1452" fmla="*/ 5009324 h 5450835"/>
              <a:gd name="connsiteX1453" fmla="*/ 3821406 w 10450132"/>
              <a:gd name="connsiteY1453" fmla="*/ 5009324 h 5450835"/>
              <a:gd name="connsiteX1454" fmla="*/ 3820618 w 10450132"/>
              <a:gd name="connsiteY1454" fmla="*/ 5008864 h 5450835"/>
              <a:gd name="connsiteX1455" fmla="*/ 3816087 w 10450132"/>
              <a:gd name="connsiteY1455" fmla="*/ 5000983 h 5450835"/>
              <a:gd name="connsiteX1456" fmla="*/ 3816087 w 10450132"/>
              <a:gd name="connsiteY1456" fmla="*/ 5000129 h 5450835"/>
              <a:gd name="connsiteX1457" fmla="*/ 3820618 w 10450132"/>
              <a:gd name="connsiteY1457" fmla="*/ 4992247 h 5450835"/>
              <a:gd name="connsiteX1458" fmla="*/ 3821406 w 10450132"/>
              <a:gd name="connsiteY1458" fmla="*/ 4991788 h 5450835"/>
              <a:gd name="connsiteX1459" fmla="*/ 3567142 w 10450132"/>
              <a:gd name="connsiteY1459" fmla="*/ 4991788 h 5450835"/>
              <a:gd name="connsiteX1460" fmla="*/ 3576205 w 10450132"/>
              <a:gd name="connsiteY1460" fmla="*/ 4991788 h 5450835"/>
              <a:gd name="connsiteX1461" fmla="*/ 3576994 w 10450132"/>
              <a:gd name="connsiteY1461" fmla="*/ 4992247 h 5450835"/>
              <a:gd name="connsiteX1462" fmla="*/ 3581526 w 10450132"/>
              <a:gd name="connsiteY1462" fmla="*/ 5000129 h 5450835"/>
              <a:gd name="connsiteX1463" fmla="*/ 3581526 w 10450132"/>
              <a:gd name="connsiteY1463" fmla="*/ 5000983 h 5450835"/>
              <a:gd name="connsiteX1464" fmla="*/ 3576994 w 10450132"/>
              <a:gd name="connsiteY1464" fmla="*/ 5008864 h 5450835"/>
              <a:gd name="connsiteX1465" fmla="*/ 3576205 w 10450132"/>
              <a:gd name="connsiteY1465" fmla="*/ 5009324 h 5450835"/>
              <a:gd name="connsiteX1466" fmla="*/ 3567142 w 10450132"/>
              <a:gd name="connsiteY1466" fmla="*/ 5009324 h 5450835"/>
              <a:gd name="connsiteX1467" fmla="*/ 3566354 w 10450132"/>
              <a:gd name="connsiteY1467" fmla="*/ 5008864 h 5450835"/>
              <a:gd name="connsiteX1468" fmla="*/ 3561819 w 10450132"/>
              <a:gd name="connsiteY1468" fmla="*/ 5000983 h 5450835"/>
              <a:gd name="connsiteX1469" fmla="*/ 3561819 w 10450132"/>
              <a:gd name="connsiteY1469" fmla="*/ 5000129 h 5450835"/>
              <a:gd name="connsiteX1470" fmla="*/ 3566354 w 10450132"/>
              <a:gd name="connsiteY1470" fmla="*/ 4992247 h 5450835"/>
              <a:gd name="connsiteX1471" fmla="*/ 3567142 w 10450132"/>
              <a:gd name="connsiteY1471" fmla="*/ 4991788 h 5450835"/>
              <a:gd name="connsiteX1472" fmla="*/ 3312748 w 10450132"/>
              <a:gd name="connsiteY1472" fmla="*/ 4991788 h 5450835"/>
              <a:gd name="connsiteX1473" fmla="*/ 3321812 w 10450132"/>
              <a:gd name="connsiteY1473" fmla="*/ 4991788 h 5450835"/>
              <a:gd name="connsiteX1474" fmla="*/ 3322600 w 10450132"/>
              <a:gd name="connsiteY1474" fmla="*/ 4992247 h 5450835"/>
              <a:gd name="connsiteX1475" fmla="*/ 3327132 w 10450132"/>
              <a:gd name="connsiteY1475" fmla="*/ 5000129 h 5450835"/>
              <a:gd name="connsiteX1476" fmla="*/ 3327132 w 10450132"/>
              <a:gd name="connsiteY1476" fmla="*/ 5000983 h 5450835"/>
              <a:gd name="connsiteX1477" fmla="*/ 3322600 w 10450132"/>
              <a:gd name="connsiteY1477" fmla="*/ 5008864 h 5450835"/>
              <a:gd name="connsiteX1478" fmla="*/ 3321812 w 10450132"/>
              <a:gd name="connsiteY1478" fmla="*/ 5009324 h 5450835"/>
              <a:gd name="connsiteX1479" fmla="*/ 3312748 w 10450132"/>
              <a:gd name="connsiteY1479" fmla="*/ 5009324 h 5450835"/>
              <a:gd name="connsiteX1480" fmla="*/ 3311960 w 10450132"/>
              <a:gd name="connsiteY1480" fmla="*/ 5008864 h 5450835"/>
              <a:gd name="connsiteX1481" fmla="*/ 3307426 w 10450132"/>
              <a:gd name="connsiteY1481" fmla="*/ 5000983 h 5450835"/>
              <a:gd name="connsiteX1482" fmla="*/ 3307426 w 10450132"/>
              <a:gd name="connsiteY1482" fmla="*/ 5000129 h 5450835"/>
              <a:gd name="connsiteX1483" fmla="*/ 3311960 w 10450132"/>
              <a:gd name="connsiteY1483" fmla="*/ 4992247 h 5450835"/>
              <a:gd name="connsiteX1484" fmla="*/ 3312748 w 10450132"/>
              <a:gd name="connsiteY1484" fmla="*/ 4991788 h 5450835"/>
              <a:gd name="connsiteX1485" fmla="*/ 3058399 w 10450132"/>
              <a:gd name="connsiteY1485" fmla="*/ 4991788 h 5450835"/>
              <a:gd name="connsiteX1486" fmla="*/ 3067465 w 10450132"/>
              <a:gd name="connsiteY1486" fmla="*/ 4991788 h 5450835"/>
              <a:gd name="connsiteX1487" fmla="*/ 3068253 w 10450132"/>
              <a:gd name="connsiteY1487" fmla="*/ 4992247 h 5450835"/>
              <a:gd name="connsiteX1488" fmla="*/ 3072785 w 10450132"/>
              <a:gd name="connsiteY1488" fmla="*/ 5000129 h 5450835"/>
              <a:gd name="connsiteX1489" fmla="*/ 3072785 w 10450132"/>
              <a:gd name="connsiteY1489" fmla="*/ 5000983 h 5450835"/>
              <a:gd name="connsiteX1490" fmla="*/ 3068253 w 10450132"/>
              <a:gd name="connsiteY1490" fmla="*/ 5008864 h 5450835"/>
              <a:gd name="connsiteX1491" fmla="*/ 3067465 w 10450132"/>
              <a:gd name="connsiteY1491" fmla="*/ 5009324 h 5450835"/>
              <a:gd name="connsiteX1492" fmla="*/ 3058399 w 10450132"/>
              <a:gd name="connsiteY1492" fmla="*/ 5009324 h 5450835"/>
              <a:gd name="connsiteX1493" fmla="*/ 3057611 w 10450132"/>
              <a:gd name="connsiteY1493" fmla="*/ 5008864 h 5450835"/>
              <a:gd name="connsiteX1494" fmla="*/ 3053079 w 10450132"/>
              <a:gd name="connsiteY1494" fmla="*/ 5000983 h 5450835"/>
              <a:gd name="connsiteX1495" fmla="*/ 3053079 w 10450132"/>
              <a:gd name="connsiteY1495" fmla="*/ 5000129 h 5450835"/>
              <a:gd name="connsiteX1496" fmla="*/ 3057611 w 10450132"/>
              <a:gd name="connsiteY1496" fmla="*/ 4992247 h 5450835"/>
              <a:gd name="connsiteX1497" fmla="*/ 3058399 w 10450132"/>
              <a:gd name="connsiteY1497" fmla="*/ 4991788 h 5450835"/>
              <a:gd name="connsiteX1498" fmla="*/ 2803975 w 10450132"/>
              <a:gd name="connsiteY1498" fmla="*/ 4991788 h 5450835"/>
              <a:gd name="connsiteX1499" fmla="*/ 2813040 w 10450132"/>
              <a:gd name="connsiteY1499" fmla="*/ 4991788 h 5450835"/>
              <a:gd name="connsiteX1500" fmla="*/ 2813829 w 10450132"/>
              <a:gd name="connsiteY1500" fmla="*/ 4992247 h 5450835"/>
              <a:gd name="connsiteX1501" fmla="*/ 2818361 w 10450132"/>
              <a:gd name="connsiteY1501" fmla="*/ 5000129 h 5450835"/>
              <a:gd name="connsiteX1502" fmla="*/ 2818361 w 10450132"/>
              <a:gd name="connsiteY1502" fmla="*/ 5000983 h 5450835"/>
              <a:gd name="connsiteX1503" fmla="*/ 2813829 w 10450132"/>
              <a:gd name="connsiteY1503" fmla="*/ 5008864 h 5450835"/>
              <a:gd name="connsiteX1504" fmla="*/ 2813040 w 10450132"/>
              <a:gd name="connsiteY1504" fmla="*/ 5009324 h 5450835"/>
              <a:gd name="connsiteX1505" fmla="*/ 2803975 w 10450132"/>
              <a:gd name="connsiteY1505" fmla="*/ 5009324 h 5450835"/>
              <a:gd name="connsiteX1506" fmla="*/ 2803187 w 10450132"/>
              <a:gd name="connsiteY1506" fmla="*/ 5008864 h 5450835"/>
              <a:gd name="connsiteX1507" fmla="*/ 2798654 w 10450132"/>
              <a:gd name="connsiteY1507" fmla="*/ 5000983 h 5450835"/>
              <a:gd name="connsiteX1508" fmla="*/ 2798654 w 10450132"/>
              <a:gd name="connsiteY1508" fmla="*/ 5000129 h 5450835"/>
              <a:gd name="connsiteX1509" fmla="*/ 2803187 w 10450132"/>
              <a:gd name="connsiteY1509" fmla="*/ 4992247 h 5450835"/>
              <a:gd name="connsiteX1510" fmla="*/ 2803975 w 10450132"/>
              <a:gd name="connsiteY1510" fmla="*/ 4991788 h 5450835"/>
              <a:gd name="connsiteX1511" fmla="*/ 2549406 w 10450132"/>
              <a:gd name="connsiteY1511" fmla="*/ 4991788 h 5450835"/>
              <a:gd name="connsiteX1512" fmla="*/ 2558471 w 10450132"/>
              <a:gd name="connsiteY1512" fmla="*/ 4991788 h 5450835"/>
              <a:gd name="connsiteX1513" fmla="*/ 2559259 w 10450132"/>
              <a:gd name="connsiteY1513" fmla="*/ 4992247 h 5450835"/>
              <a:gd name="connsiteX1514" fmla="*/ 2563791 w 10450132"/>
              <a:gd name="connsiteY1514" fmla="*/ 5000129 h 5450835"/>
              <a:gd name="connsiteX1515" fmla="*/ 2563791 w 10450132"/>
              <a:gd name="connsiteY1515" fmla="*/ 5000983 h 5450835"/>
              <a:gd name="connsiteX1516" fmla="*/ 2559259 w 10450132"/>
              <a:gd name="connsiteY1516" fmla="*/ 5008864 h 5450835"/>
              <a:gd name="connsiteX1517" fmla="*/ 2558471 w 10450132"/>
              <a:gd name="connsiteY1517" fmla="*/ 5009324 h 5450835"/>
              <a:gd name="connsiteX1518" fmla="*/ 2549406 w 10450132"/>
              <a:gd name="connsiteY1518" fmla="*/ 5009324 h 5450835"/>
              <a:gd name="connsiteX1519" fmla="*/ 2548618 w 10450132"/>
              <a:gd name="connsiteY1519" fmla="*/ 5008864 h 5450835"/>
              <a:gd name="connsiteX1520" fmla="*/ 2544086 w 10450132"/>
              <a:gd name="connsiteY1520" fmla="*/ 5000983 h 5450835"/>
              <a:gd name="connsiteX1521" fmla="*/ 2544086 w 10450132"/>
              <a:gd name="connsiteY1521" fmla="*/ 5000129 h 5450835"/>
              <a:gd name="connsiteX1522" fmla="*/ 2548618 w 10450132"/>
              <a:gd name="connsiteY1522" fmla="*/ 4992247 h 5450835"/>
              <a:gd name="connsiteX1523" fmla="*/ 2549406 w 10450132"/>
              <a:gd name="connsiteY1523" fmla="*/ 4991788 h 5450835"/>
              <a:gd name="connsiteX1524" fmla="*/ 2295020 w 10450132"/>
              <a:gd name="connsiteY1524" fmla="*/ 4991788 h 5450835"/>
              <a:gd name="connsiteX1525" fmla="*/ 2304084 w 10450132"/>
              <a:gd name="connsiteY1525" fmla="*/ 4991788 h 5450835"/>
              <a:gd name="connsiteX1526" fmla="*/ 2304873 w 10450132"/>
              <a:gd name="connsiteY1526" fmla="*/ 4992247 h 5450835"/>
              <a:gd name="connsiteX1527" fmla="*/ 2309404 w 10450132"/>
              <a:gd name="connsiteY1527" fmla="*/ 5000129 h 5450835"/>
              <a:gd name="connsiteX1528" fmla="*/ 2309404 w 10450132"/>
              <a:gd name="connsiteY1528" fmla="*/ 5000983 h 5450835"/>
              <a:gd name="connsiteX1529" fmla="*/ 2304873 w 10450132"/>
              <a:gd name="connsiteY1529" fmla="*/ 5008864 h 5450835"/>
              <a:gd name="connsiteX1530" fmla="*/ 2304084 w 10450132"/>
              <a:gd name="connsiteY1530" fmla="*/ 5009324 h 5450835"/>
              <a:gd name="connsiteX1531" fmla="*/ 2295020 w 10450132"/>
              <a:gd name="connsiteY1531" fmla="*/ 5009324 h 5450835"/>
              <a:gd name="connsiteX1532" fmla="*/ 2294231 w 10450132"/>
              <a:gd name="connsiteY1532" fmla="*/ 5008864 h 5450835"/>
              <a:gd name="connsiteX1533" fmla="*/ 2289700 w 10450132"/>
              <a:gd name="connsiteY1533" fmla="*/ 5000983 h 5450835"/>
              <a:gd name="connsiteX1534" fmla="*/ 2289700 w 10450132"/>
              <a:gd name="connsiteY1534" fmla="*/ 5000129 h 5450835"/>
              <a:gd name="connsiteX1535" fmla="*/ 2294231 w 10450132"/>
              <a:gd name="connsiteY1535" fmla="*/ 4992247 h 5450835"/>
              <a:gd name="connsiteX1536" fmla="*/ 2295020 w 10450132"/>
              <a:gd name="connsiteY1536" fmla="*/ 4991788 h 5450835"/>
              <a:gd name="connsiteX1537" fmla="*/ 2040735 w 10450132"/>
              <a:gd name="connsiteY1537" fmla="*/ 4991788 h 5450835"/>
              <a:gd name="connsiteX1538" fmla="*/ 2049800 w 10450132"/>
              <a:gd name="connsiteY1538" fmla="*/ 4991788 h 5450835"/>
              <a:gd name="connsiteX1539" fmla="*/ 2050589 w 10450132"/>
              <a:gd name="connsiteY1539" fmla="*/ 4992247 h 5450835"/>
              <a:gd name="connsiteX1540" fmla="*/ 2055121 w 10450132"/>
              <a:gd name="connsiteY1540" fmla="*/ 5000129 h 5450835"/>
              <a:gd name="connsiteX1541" fmla="*/ 2055121 w 10450132"/>
              <a:gd name="connsiteY1541" fmla="*/ 5000983 h 5450835"/>
              <a:gd name="connsiteX1542" fmla="*/ 2050589 w 10450132"/>
              <a:gd name="connsiteY1542" fmla="*/ 5008864 h 5450835"/>
              <a:gd name="connsiteX1543" fmla="*/ 2049800 w 10450132"/>
              <a:gd name="connsiteY1543" fmla="*/ 5009324 h 5450835"/>
              <a:gd name="connsiteX1544" fmla="*/ 2040735 w 10450132"/>
              <a:gd name="connsiteY1544" fmla="*/ 5009324 h 5450835"/>
              <a:gd name="connsiteX1545" fmla="*/ 2039947 w 10450132"/>
              <a:gd name="connsiteY1545" fmla="*/ 5008864 h 5450835"/>
              <a:gd name="connsiteX1546" fmla="*/ 2035414 w 10450132"/>
              <a:gd name="connsiteY1546" fmla="*/ 5000983 h 5450835"/>
              <a:gd name="connsiteX1547" fmla="*/ 2035414 w 10450132"/>
              <a:gd name="connsiteY1547" fmla="*/ 5000129 h 5450835"/>
              <a:gd name="connsiteX1548" fmla="*/ 2039947 w 10450132"/>
              <a:gd name="connsiteY1548" fmla="*/ 4992247 h 5450835"/>
              <a:gd name="connsiteX1549" fmla="*/ 2040735 w 10450132"/>
              <a:gd name="connsiteY1549" fmla="*/ 4991788 h 5450835"/>
              <a:gd name="connsiteX1550" fmla="*/ 1786240 w 10450132"/>
              <a:gd name="connsiteY1550" fmla="*/ 4991788 h 5450835"/>
              <a:gd name="connsiteX1551" fmla="*/ 1795304 w 10450132"/>
              <a:gd name="connsiteY1551" fmla="*/ 4991788 h 5450835"/>
              <a:gd name="connsiteX1552" fmla="*/ 1796092 w 10450132"/>
              <a:gd name="connsiteY1552" fmla="*/ 4992247 h 5450835"/>
              <a:gd name="connsiteX1553" fmla="*/ 1800624 w 10450132"/>
              <a:gd name="connsiteY1553" fmla="*/ 5000129 h 5450835"/>
              <a:gd name="connsiteX1554" fmla="*/ 1800624 w 10450132"/>
              <a:gd name="connsiteY1554" fmla="*/ 5000983 h 5450835"/>
              <a:gd name="connsiteX1555" fmla="*/ 1796092 w 10450132"/>
              <a:gd name="connsiteY1555" fmla="*/ 5008864 h 5450835"/>
              <a:gd name="connsiteX1556" fmla="*/ 1795304 w 10450132"/>
              <a:gd name="connsiteY1556" fmla="*/ 5009324 h 5450835"/>
              <a:gd name="connsiteX1557" fmla="*/ 1786240 w 10450132"/>
              <a:gd name="connsiteY1557" fmla="*/ 5009324 h 5450835"/>
              <a:gd name="connsiteX1558" fmla="*/ 1785452 w 10450132"/>
              <a:gd name="connsiteY1558" fmla="*/ 5008864 h 5450835"/>
              <a:gd name="connsiteX1559" fmla="*/ 1780920 w 10450132"/>
              <a:gd name="connsiteY1559" fmla="*/ 5000983 h 5450835"/>
              <a:gd name="connsiteX1560" fmla="*/ 1780920 w 10450132"/>
              <a:gd name="connsiteY1560" fmla="*/ 5000129 h 5450835"/>
              <a:gd name="connsiteX1561" fmla="*/ 1785452 w 10450132"/>
              <a:gd name="connsiteY1561" fmla="*/ 4992247 h 5450835"/>
              <a:gd name="connsiteX1562" fmla="*/ 1786240 w 10450132"/>
              <a:gd name="connsiteY1562" fmla="*/ 4991788 h 5450835"/>
              <a:gd name="connsiteX1563" fmla="*/ 1531853 w 10450132"/>
              <a:gd name="connsiteY1563" fmla="*/ 4991788 h 5450835"/>
              <a:gd name="connsiteX1564" fmla="*/ 1540916 w 10450132"/>
              <a:gd name="connsiteY1564" fmla="*/ 4991788 h 5450835"/>
              <a:gd name="connsiteX1565" fmla="*/ 1541703 w 10450132"/>
              <a:gd name="connsiteY1565" fmla="*/ 4992247 h 5450835"/>
              <a:gd name="connsiteX1566" fmla="*/ 1546236 w 10450132"/>
              <a:gd name="connsiteY1566" fmla="*/ 5000129 h 5450835"/>
              <a:gd name="connsiteX1567" fmla="*/ 1546236 w 10450132"/>
              <a:gd name="connsiteY1567" fmla="*/ 5000983 h 5450835"/>
              <a:gd name="connsiteX1568" fmla="*/ 1541703 w 10450132"/>
              <a:gd name="connsiteY1568" fmla="*/ 5008864 h 5450835"/>
              <a:gd name="connsiteX1569" fmla="*/ 1540916 w 10450132"/>
              <a:gd name="connsiteY1569" fmla="*/ 5009324 h 5450835"/>
              <a:gd name="connsiteX1570" fmla="*/ 1531853 w 10450132"/>
              <a:gd name="connsiteY1570" fmla="*/ 5009324 h 5450835"/>
              <a:gd name="connsiteX1571" fmla="*/ 1531064 w 10450132"/>
              <a:gd name="connsiteY1571" fmla="*/ 5008864 h 5450835"/>
              <a:gd name="connsiteX1572" fmla="*/ 1526532 w 10450132"/>
              <a:gd name="connsiteY1572" fmla="*/ 5000983 h 5450835"/>
              <a:gd name="connsiteX1573" fmla="*/ 1526532 w 10450132"/>
              <a:gd name="connsiteY1573" fmla="*/ 5000129 h 5450835"/>
              <a:gd name="connsiteX1574" fmla="*/ 1531064 w 10450132"/>
              <a:gd name="connsiteY1574" fmla="*/ 4992247 h 5450835"/>
              <a:gd name="connsiteX1575" fmla="*/ 1531853 w 10450132"/>
              <a:gd name="connsiteY1575" fmla="*/ 4991788 h 5450835"/>
              <a:gd name="connsiteX1576" fmla="*/ 1277438 w 10450132"/>
              <a:gd name="connsiteY1576" fmla="*/ 4991788 h 5450835"/>
              <a:gd name="connsiteX1577" fmla="*/ 1286504 w 10450132"/>
              <a:gd name="connsiteY1577" fmla="*/ 4991788 h 5450835"/>
              <a:gd name="connsiteX1578" fmla="*/ 1287292 w 10450132"/>
              <a:gd name="connsiteY1578" fmla="*/ 4992247 h 5450835"/>
              <a:gd name="connsiteX1579" fmla="*/ 1291824 w 10450132"/>
              <a:gd name="connsiteY1579" fmla="*/ 5000129 h 5450835"/>
              <a:gd name="connsiteX1580" fmla="*/ 1291824 w 10450132"/>
              <a:gd name="connsiteY1580" fmla="*/ 5000983 h 5450835"/>
              <a:gd name="connsiteX1581" fmla="*/ 1287292 w 10450132"/>
              <a:gd name="connsiteY1581" fmla="*/ 5008864 h 5450835"/>
              <a:gd name="connsiteX1582" fmla="*/ 1286504 w 10450132"/>
              <a:gd name="connsiteY1582" fmla="*/ 5009324 h 5450835"/>
              <a:gd name="connsiteX1583" fmla="*/ 1277438 w 10450132"/>
              <a:gd name="connsiteY1583" fmla="*/ 5009324 h 5450835"/>
              <a:gd name="connsiteX1584" fmla="*/ 1276650 w 10450132"/>
              <a:gd name="connsiteY1584" fmla="*/ 5008864 h 5450835"/>
              <a:gd name="connsiteX1585" fmla="*/ 1272119 w 10450132"/>
              <a:gd name="connsiteY1585" fmla="*/ 5000983 h 5450835"/>
              <a:gd name="connsiteX1586" fmla="*/ 1272119 w 10450132"/>
              <a:gd name="connsiteY1586" fmla="*/ 5000129 h 5450835"/>
              <a:gd name="connsiteX1587" fmla="*/ 1276650 w 10450132"/>
              <a:gd name="connsiteY1587" fmla="*/ 4992247 h 5450835"/>
              <a:gd name="connsiteX1588" fmla="*/ 1277438 w 10450132"/>
              <a:gd name="connsiteY1588" fmla="*/ 4991788 h 5450835"/>
              <a:gd name="connsiteX1589" fmla="*/ 1023011 w 10450132"/>
              <a:gd name="connsiteY1589" fmla="*/ 4991788 h 5450835"/>
              <a:gd name="connsiteX1590" fmla="*/ 1032075 w 10450132"/>
              <a:gd name="connsiteY1590" fmla="*/ 4991788 h 5450835"/>
              <a:gd name="connsiteX1591" fmla="*/ 1032863 w 10450132"/>
              <a:gd name="connsiteY1591" fmla="*/ 4992247 h 5450835"/>
              <a:gd name="connsiteX1592" fmla="*/ 1037395 w 10450132"/>
              <a:gd name="connsiteY1592" fmla="*/ 5000129 h 5450835"/>
              <a:gd name="connsiteX1593" fmla="*/ 1037395 w 10450132"/>
              <a:gd name="connsiteY1593" fmla="*/ 5000983 h 5450835"/>
              <a:gd name="connsiteX1594" fmla="*/ 1032863 w 10450132"/>
              <a:gd name="connsiteY1594" fmla="*/ 5008864 h 5450835"/>
              <a:gd name="connsiteX1595" fmla="*/ 1032075 w 10450132"/>
              <a:gd name="connsiteY1595" fmla="*/ 5009324 h 5450835"/>
              <a:gd name="connsiteX1596" fmla="*/ 1023011 w 10450132"/>
              <a:gd name="connsiteY1596" fmla="*/ 5009324 h 5450835"/>
              <a:gd name="connsiteX1597" fmla="*/ 1022223 w 10450132"/>
              <a:gd name="connsiteY1597" fmla="*/ 5008864 h 5450835"/>
              <a:gd name="connsiteX1598" fmla="*/ 1017690 w 10450132"/>
              <a:gd name="connsiteY1598" fmla="*/ 5000983 h 5450835"/>
              <a:gd name="connsiteX1599" fmla="*/ 1017690 w 10450132"/>
              <a:gd name="connsiteY1599" fmla="*/ 5000129 h 5450835"/>
              <a:gd name="connsiteX1600" fmla="*/ 1022223 w 10450132"/>
              <a:gd name="connsiteY1600" fmla="*/ 4992247 h 5450835"/>
              <a:gd name="connsiteX1601" fmla="*/ 1023011 w 10450132"/>
              <a:gd name="connsiteY1601" fmla="*/ 4991788 h 5450835"/>
              <a:gd name="connsiteX1602" fmla="*/ 768631 w 10450132"/>
              <a:gd name="connsiteY1602" fmla="*/ 4991788 h 5450835"/>
              <a:gd name="connsiteX1603" fmla="*/ 777694 w 10450132"/>
              <a:gd name="connsiteY1603" fmla="*/ 4991788 h 5450835"/>
              <a:gd name="connsiteX1604" fmla="*/ 778482 w 10450132"/>
              <a:gd name="connsiteY1604" fmla="*/ 4992247 h 5450835"/>
              <a:gd name="connsiteX1605" fmla="*/ 783014 w 10450132"/>
              <a:gd name="connsiteY1605" fmla="*/ 5000129 h 5450835"/>
              <a:gd name="connsiteX1606" fmla="*/ 783014 w 10450132"/>
              <a:gd name="connsiteY1606" fmla="*/ 5000983 h 5450835"/>
              <a:gd name="connsiteX1607" fmla="*/ 778482 w 10450132"/>
              <a:gd name="connsiteY1607" fmla="*/ 5008864 h 5450835"/>
              <a:gd name="connsiteX1608" fmla="*/ 777694 w 10450132"/>
              <a:gd name="connsiteY1608" fmla="*/ 5009324 h 5450835"/>
              <a:gd name="connsiteX1609" fmla="*/ 768631 w 10450132"/>
              <a:gd name="connsiteY1609" fmla="*/ 5009324 h 5450835"/>
              <a:gd name="connsiteX1610" fmla="*/ 767842 w 10450132"/>
              <a:gd name="connsiteY1610" fmla="*/ 5008864 h 5450835"/>
              <a:gd name="connsiteX1611" fmla="*/ 763311 w 10450132"/>
              <a:gd name="connsiteY1611" fmla="*/ 5000983 h 5450835"/>
              <a:gd name="connsiteX1612" fmla="*/ 763311 w 10450132"/>
              <a:gd name="connsiteY1612" fmla="*/ 5000129 h 5450835"/>
              <a:gd name="connsiteX1613" fmla="*/ 767842 w 10450132"/>
              <a:gd name="connsiteY1613" fmla="*/ 4992247 h 5450835"/>
              <a:gd name="connsiteX1614" fmla="*/ 768631 w 10450132"/>
              <a:gd name="connsiteY1614" fmla="*/ 4991788 h 5450835"/>
              <a:gd name="connsiteX1615" fmla="*/ 514388 w 10450132"/>
              <a:gd name="connsiteY1615" fmla="*/ 4991788 h 5450835"/>
              <a:gd name="connsiteX1616" fmla="*/ 523450 w 10450132"/>
              <a:gd name="connsiteY1616" fmla="*/ 4991788 h 5450835"/>
              <a:gd name="connsiteX1617" fmla="*/ 524239 w 10450132"/>
              <a:gd name="connsiteY1617" fmla="*/ 4992247 h 5450835"/>
              <a:gd name="connsiteX1618" fmla="*/ 528771 w 10450132"/>
              <a:gd name="connsiteY1618" fmla="*/ 5000129 h 5450835"/>
              <a:gd name="connsiteX1619" fmla="*/ 528771 w 10450132"/>
              <a:gd name="connsiteY1619" fmla="*/ 5000983 h 5450835"/>
              <a:gd name="connsiteX1620" fmla="*/ 524239 w 10450132"/>
              <a:gd name="connsiteY1620" fmla="*/ 5008864 h 5450835"/>
              <a:gd name="connsiteX1621" fmla="*/ 523450 w 10450132"/>
              <a:gd name="connsiteY1621" fmla="*/ 5009324 h 5450835"/>
              <a:gd name="connsiteX1622" fmla="*/ 514388 w 10450132"/>
              <a:gd name="connsiteY1622" fmla="*/ 5009324 h 5450835"/>
              <a:gd name="connsiteX1623" fmla="*/ 513600 w 10450132"/>
              <a:gd name="connsiteY1623" fmla="*/ 5008864 h 5450835"/>
              <a:gd name="connsiteX1624" fmla="*/ 509067 w 10450132"/>
              <a:gd name="connsiteY1624" fmla="*/ 5000983 h 5450835"/>
              <a:gd name="connsiteX1625" fmla="*/ 509067 w 10450132"/>
              <a:gd name="connsiteY1625" fmla="*/ 5000129 h 5450835"/>
              <a:gd name="connsiteX1626" fmla="*/ 513600 w 10450132"/>
              <a:gd name="connsiteY1626" fmla="*/ 4992247 h 5450835"/>
              <a:gd name="connsiteX1627" fmla="*/ 514388 w 10450132"/>
              <a:gd name="connsiteY1627" fmla="*/ 4991788 h 5450835"/>
              <a:gd name="connsiteX1628" fmla="*/ 259919 w 10450132"/>
              <a:gd name="connsiteY1628" fmla="*/ 4991788 h 5450835"/>
              <a:gd name="connsiteX1629" fmla="*/ 268982 w 10450132"/>
              <a:gd name="connsiteY1629" fmla="*/ 4991788 h 5450835"/>
              <a:gd name="connsiteX1630" fmla="*/ 269770 w 10450132"/>
              <a:gd name="connsiteY1630" fmla="*/ 4992247 h 5450835"/>
              <a:gd name="connsiteX1631" fmla="*/ 274302 w 10450132"/>
              <a:gd name="connsiteY1631" fmla="*/ 5000129 h 5450835"/>
              <a:gd name="connsiteX1632" fmla="*/ 274302 w 10450132"/>
              <a:gd name="connsiteY1632" fmla="*/ 5000983 h 5450835"/>
              <a:gd name="connsiteX1633" fmla="*/ 269770 w 10450132"/>
              <a:gd name="connsiteY1633" fmla="*/ 5008864 h 5450835"/>
              <a:gd name="connsiteX1634" fmla="*/ 268982 w 10450132"/>
              <a:gd name="connsiteY1634" fmla="*/ 5009324 h 5450835"/>
              <a:gd name="connsiteX1635" fmla="*/ 259919 w 10450132"/>
              <a:gd name="connsiteY1635" fmla="*/ 5009324 h 5450835"/>
              <a:gd name="connsiteX1636" fmla="*/ 259129 w 10450132"/>
              <a:gd name="connsiteY1636" fmla="*/ 5008864 h 5450835"/>
              <a:gd name="connsiteX1637" fmla="*/ 254597 w 10450132"/>
              <a:gd name="connsiteY1637" fmla="*/ 5000983 h 5450835"/>
              <a:gd name="connsiteX1638" fmla="*/ 254597 w 10450132"/>
              <a:gd name="connsiteY1638" fmla="*/ 5000129 h 5450835"/>
              <a:gd name="connsiteX1639" fmla="*/ 259129 w 10450132"/>
              <a:gd name="connsiteY1639" fmla="*/ 4992247 h 5450835"/>
              <a:gd name="connsiteX1640" fmla="*/ 259919 w 10450132"/>
              <a:gd name="connsiteY1640" fmla="*/ 4991788 h 5450835"/>
              <a:gd name="connsiteX1641" fmla="*/ 5471 w 10450132"/>
              <a:gd name="connsiteY1641" fmla="*/ 4991788 h 5450835"/>
              <a:gd name="connsiteX1642" fmla="*/ 14535 w 10450132"/>
              <a:gd name="connsiteY1642" fmla="*/ 4991788 h 5450835"/>
              <a:gd name="connsiteX1643" fmla="*/ 15323 w 10450132"/>
              <a:gd name="connsiteY1643" fmla="*/ 4992247 h 5450835"/>
              <a:gd name="connsiteX1644" fmla="*/ 19855 w 10450132"/>
              <a:gd name="connsiteY1644" fmla="*/ 5000129 h 5450835"/>
              <a:gd name="connsiteX1645" fmla="*/ 19855 w 10450132"/>
              <a:gd name="connsiteY1645" fmla="*/ 5000983 h 5450835"/>
              <a:gd name="connsiteX1646" fmla="*/ 15323 w 10450132"/>
              <a:gd name="connsiteY1646" fmla="*/ 5008864 h 5450835"/>
              <a:gd name="connsiteX1647" fmla="*/ 14535 w 10450132"/>
              <a:gd name="connsiteY1647" fmla="*/ 5009324 h 5450835"/>
              <a:gd name="connsiteX1648" fmla="*/ 5471 w 10450132"/>
              <a:gd name="connsiteY1648" fmla="*/ 5009324 h 5450835"/>
              <a:gd name="connsiteX1649" fmla="*/ 4682 w 10450132"/>
              <a:gd name="connsiteY1649" fmla="*/ 5008864 h 5450835"/>
              <a:gd name="connsiteX1650" fmla="*/ 150 w 10450132"/>
              <a:gd name="connsiteY1650" fmla="*/ 5000983 h 5450835"/>
              <a:gd name="connsiteX1651" fmla="*/ 150 w 10450132"/>
              <a:gd name="connsiteY1651" fmla="*/ 5000129 h 5450835"/>
              <a:gd name="connsiteX1652" fmla="*/ 4682 w 10450132"/>
              <a:gd name="connsiteY1652" fmla="*/ 4992247 h 5450835"/>
              <a:gd name="connsiteX1653" fmla="*/ 5471 w 10450132"/>
              <a:gd name="connsiteY1653" fmla="*/ 4991788 h 5450835"/>
              <a:gd name="connsiteX1654" fmla="*/ 10435622 w 10450132"/>
              <a:gd name="connsiteY1654" fmla="*/ 4774713 h 5450835"/>
              <a:gd name="connsiteX1655" fmla="*/ 10444686 w 10450132"/>
              <a:gd name="connsiteY1655" fmla="*/ 4774713 h 5450835"/>
              <a:gd name="connsiteX1656" fmla="*/ 10445474 w 10450132"/>
              <a:gd name="connsiteY1656" fmla="*/ 4775173 h 5450835"/>
              <a:gd name="connsiteX1657" fmla="*/ 10450007 w 10450132"/>
              <a:gd name="connsiteY1657" fmla="*/ 4783055 h 5450835"/>
              <a:gd name="connsiteX1658" fmla="*/ 10450007 w 10450132"/>
              <a:gd name="connsiteY1658" fmla="*/ 4783908 h 5450835"/>
              <a:gd name="connsiteX1659" fmla="*/ 10445474 w 10450132"/>
              <a:gd name="connsiteY1659" fmla="*/ 4791790 h 5450835"/>
              <a:gd name="connsiteX1660" fmla="*/ 10444686 w 10450132"/>
              <a:gd name="connsiteY1660" fmla="*/ 4792249 h 5450835"/>
              <a:gd name="connsiteX1661" fmla="*/ 10435622 w 10450132"/>
              <a:gd name="connsiteY1661" fmla="*/ 4792249 h 5450835"/>
              <a:gd name="connsiteX1662" fmla="*/ 10434834 w 10450132"/>
              <a:gd name="connsiteY1662" fmla="*/ 4791790 h 5450835"/>
              <a:gd name="connsiteX1663" fmla="*/ 10430302 w 10450132"/>
              <a:gd name="connsiteY1663" fmla="*/ 4783908 h 5450835"/>
              <a:gd name="connsiteX1664" fmla="*/ 10430302 w 10450132"/>
              <a:gd name="connsiteY1664" fmla="*/ 4783055 h 5450835"/>
              <a:gd name="connsiteX1665" fmla="*/ 10434834 w 10450132"/>
              <a:gd name="connsiteY1665" fmla="*/ 4775173 h 5450835"/>
              <a:gd name="connsiteX1666" fmla="*/ 10435622 w 10450132"/>
              <a:gd name="connsiteY1666" fmla="*/ 4774713 h 5450835"/>
              <a:gd name="connsiteX1667" fmla="*/ 10181242 w 10450132"/>
              <a:gd name="connsiteY1667" fmla="*/ 4774713 h 5450835"/>
              <a:gd name="connsiteX1668" fmla="*/ 10190305 w 10450132"/>
              <a:gd name="connsiteY1668" fmla="*/ 4774713 h 5450835"/>
              <a:gd name="connsiteX1669" fmla="*/ 10191093 w 10450132"/>
              <a:gd name="connsiteY1669" fmla="*/ 4775173 h 5450835"/>
              <a:gd name="connsiteX1670" fmla="*/ 10195626 w 10450132"/>
              <a:gd name="connsiteY1670" fmla="*/ 4783055 h 5450835"/>
              <a:gd name="connsiteX1671" fmla="*/ 10195626 w 10450132"/>
              <a:gd name="connsiteY1671" fmla="*/ 4783908 h 5450835"/>
              <a:gd name="connsiteX1672" fmla="*/ 10191093 w 10450132"/>
              <a:gd name="connsiteY1672" fmla="*/ 4791790 h 5450835"/>
              <a:gd name="connsiteX1673" fmla="*/ 10190305 w 10450132"/>
              <a:gd name="connsiteY1673" fmla="*/ 4792249 h 5450835"/>
              <a:gd name="connsiteX1674" fmla="*/ 10181242 w 10450132"/>
              <a:gd name="connsiteY1674" fmla="*/ 4792249 h 5450835"/>
              <a:gd name="connsiteX1675" fmla="*/ 10180453 w 10450132"/>
              <a:gd name="connsiteY1675" fmla="*/ 4791790 h 5450835"/>
              <a:gd name="connsiteX1676" fmla="*/ 10175922 w 10450132"/>
              <a:gd name="connsiteY1676" fmla="*/ 4783908 h 5450835"/>
              <a:gd name="connsiteX1677" fmla="*/ 10175922 w 10450132"/>
              <a:gd name="connsiteY1677" fmla="*/ 4783055 h 5450835"/>
              <a:gd name="connsiteX1678" fmla="*/ 10180453 w 10450132"/>
              <a:gd name="connsiteY1678" fmla="*/ 4775173 h 5450835"/>
              <a:gd name="connsiteX1679" fmla="*/ 10181242 w 10450132"/>
              <a:gd name="connsiteY1679" fmla="*/ 4774713 h 5450835"/>
              <a:gd name="connsiteX1680" fmla="*/ 9926861 w 10450132"/>
              <a:gd name="connsiteY1680" fmla="*/ 4774713 h 5450835"/>
              <a:gd name="connsiteX1681" fmla="*/ 9935924 w 10450132"/>
              <a:gd name="connsiteY1681" fmla="*/ 4774713 h 5450835"/>
              <a:gd name="connsiteX1682" fmla="*/ 9936713 w 10450132"/>
              <a:gd name="connsiteY1682" fmla="*/ 4775173 h 5450835"/>
              <a:gd name="connsiteX1683" fmla="*/ 9941246 w 10450132"/>
              <a:gd name="connsiteY1683" fmla="*/ 4783055 h 5450835"/>
              <a:gd name="connsiteX1684" fmla="*/ 9941246 w 10450132"/>
              <a:gd name="connsiteY1684" fmla="*/ 4783908 h 5450835"/>
              <a:gd name="connsiteX1685" fmla="*/ 9936713 w 10450132"/>
              <a:gd name="connsiteY1685" fmla="*/ 4791790 h 5450835"/>
              <a:gd name="connsiteX1686" fmla="*/ 9935924 w 10450132"/>
              <a:gd name="connsiteY1686" fmla="*/ 4792249 h 5450835"/>
              <a:gd name="connsiteX1687" fmla="*/ 9926861 w 10450132"/>
              <a:gd name="connsiteY1687" fmla="*/ 4792249 h 5450835"/>
              <a:gd name="connsiteX1688" fmla="*/ 9926073 w 10450132"/>
              <a:gd name="connsiteY1688" fmla="*/ 4791790 h 5450835"/>
              <a:gd name="connsiteX1689" fmla="*/ 9921541 w 10450132"/>
              <a:gd name="connsiteY1689" fmla="*/ 4783908 h 5450835"/>
              <a:gd name="connsiteX1690" fmla="*/ 9921541 w 10450132"/>
              <a:gd name="connsiteY1690" fmla="*/ 4783055 h 5450835"/>
              <a:gd name="connsiteX1691" fmla="*/ 9926073 w 10450132"/>
              <a:gd name="connsiteY1691" fmla="*/ 4775173 h 5450835"/>
              <a:gd name="connsiteX1692" fmla="*/ 9926861 w 10450132"/>
              <a:gd name="connsiteY1692" fmla="*/ 4774713 h 5450835"/>
              <a:gd name="connsiteX1693" fmla="*/ 9672481 w 10450132"/>
              <a:gd name="connsiteY1693" fmla="*/ 4774713 h 5450835"/>
              <a:gd name="connsiteX1694" fmla="*/ 9681545 w 10450132"/>
              <a:gd name="connsiteY1694" fmla="*/ 4774713 h 5450835"/>
              <a:gd name="connsiteX1695" fmla="*/ 9682333 w 10450132"/>
              <a:gd name="connsiteY1695" fmla="*/ 4775173 h 5450835"/>
              <a:gd name="connsiteX1696" fmla="*/ 9686865 w 10450132"/>
              <a:gd name="connsiteY1696" fmla="*/ 4783055 h 5450835"/>
              <a:gd name="connsiteX1697" fmla="*/ 9686865 w 10450132"/>
              <a:gd name="connsiteY1697" fmla="*/ 4783908 h 5450835"/>
              <a:gd name="connsiteX1698" fmla="*/ 9682333 w 10450132"/>
              <a:gd name="connsiteY1698" fmla="*/ 4791790 h 5450835"/>
              <a:gd name="connsiteX1699" fmla="*/ 9681545 w 10450132"/>
              <a:gd name="connsiteY1699" fmla="*/ 4792249 h 5450835"/>
              <a:gd name="connsiteX1700" fmla="*/ 9672481 w 10450132"/>
              <a:gd name="connsiteY1700" fmla="*/ 4792249 h 5450835"/>
              <a:gd name="connsiteX1701" fmla="*/ 9671693 w 10450132"/>
              <a:gd name="connsiteY1701" fmla="*/ 4791790 h 5450835"/>
              <a:gd name="connsiteX1702" fmla="*/ 9667160 w 10450132"/>
              <a:gd name="connsiteY1702" fmla="*/ 4783908 h 5450835"/>
              <a:gd name="connsiteX1703" fmla="*/ 9667160 w 10450132"/>
              <a:gd name="connsiteY1703" fmla="*/ 4783055 h 5450835"/>
              <a:gd name="connsiteX1704" fmla="*/ 9671693 w 10450132"/>
              <a:gd name="connsiteY1704" fmla="*/ 4775173 h 5450835"/>
              <a:gd name="connsiteX1705" fmla="*/ 9672481 w 10450132"/>
              <a:gd name="connsiteY1705" fmla="*/ 4774713 h 5450835"/>
              <a:gd name="connsiteX1706" fmla="*/ 9418035 w 10450132"/>
              <a:gd name="connsiteY1706" fmla="*/ 4774713 h 5450835"/>
              <a:gd name="connsiteX1707" fmla="*/ 9427099 w 10450132"/>
              <a:gd name="connsiteY1707" fmla="*/ 4774713 h 5450835"/>
              <a:gd name="connsiteX1708" fmla="*/ 9427887 w 10450132"/>
              <a:gd name="connsiteY1708" fmla="*/ 4775173 h 5450835"/>
              <a:gd name="connsiteX1709" fmla="*/ 9432419 w 10450132"/>
              <a:gd name="connsiteY1709" fmla="*/ 4783055 h 5450835"/>
              <a:gd name="connsiteX1710" fmla="*/ 9432419 w 10450132"/>
              <a:gd name="connsiteY1710" fmla="*/ 4783908 h 5450835"/>
              <a:gd name="connsiteX1711" fmla="*/ 9427887 w 10450132"/>
              <a:gd name="connsiteY1711" fmla="*/ 4791790 h 5450835"/>
              <a:gd name="connsiteX1712" fmla="*/ 9427099 w 10450132"/>
              <a:gd name="connsiteY1712" fmla="*/ 4792249 h 5450835"/>
              <a:gd name="connsiteX1713" fmla="*/ 9418035 w 10450132"/>
              <a:gd name="connsiteY1713" fmla="*/ 4792249 h 5450835"/>
              <a:gd name="connsiteX1714" fmla="*/ 9417247 w 10450132"/>
              <a:gd name="connsiteY1714" fmla="*/ 4791790 h 5450835"/>
              <a:gd name="connsiteX1715" fmla="*/ 9412714 w 10450132"/>
              <a:gd name="connsiteY1715" fmla="*/ 4783908 h 5450835"/>
              <a:gd name="connsiteX1716" fmla="*/ 9412714 w 10450132"/>
              <a:gd name="connsiteY1716" fmla="*/ 4783055 h 5450835"/>
              <a:gd name="connsiteX1717" fmla="*/ 9417247 w 10450132"/>
              <a:gd name="connsiteY1717" fmla="*/ 4775173 h 5450835"/>
              <a:gd name="connsiteX1718" fmla="*/ 9418035 w 10450132"/>
              <a:gd name="connsiteY1718" fmla="*/ 4774713 h 5450835"/>
              <a:gd name="connsiteX1719" fmla="*/ 9163654 w 10450132"/>
              <a:gd name="connsiteY1719" fmla="*/ 4774713 h 5450835"/>
              <a:gd name="connsiteX1720" fmla="*/ 9172718 w 10450132"/>
              <a:gd name="connsiteY1720" fmla="*/ 4774713 h 5450835"/>
              <a:gd name="connsiteX1721" fmla="*/ 9173506 w 10450132"/>
              <a:gd name="connsiteY1721" fmla="*/ 4775173 h 5450835"/>
              <a:gd name="connsiteX1722" fmla="*/ 9178038 w 10450132"/>
              <a:gd name="connsiteY1722" fmla="*/ 4783055 h 5450835"/>
              <a:gd name="connsiteX1723" fmla="*/ 9178038 w 10450132"/>
              <a:gd name="connsiteY1723" fmla="*/ 4783908 h 5450835"/>
              <a:gd name="connsiteX1724" fmla="*/ 9173506 w 10450132"/>
              <a:gd name="connsiteY1724" fmla="*/ 4791790 h 5450835"/>
              <a:gd name="connsiteX1725" fmla="*/ 9172718 w 10450132"/>
              <a:gd name="connsiteY1725" fmla="*/ 4792249 h 5450835"/>
              <a:gd name="connsiteX1726" fmla="*/ 9163654 w 10450132"/>
              <a:gd name="connsiteY1726" fmla="*/ 4792249 h 5450835"/>
              <a:gd name="connsiteX1727" fmla="*/ 9162866 w 10450132"/>
              <a:gd name="connsiteY1727" fmla="*/ 4791790 h 5450835"/>
              <a:gd name="connsiteX1728" fmla="*/ 9158333 w 10450132"/>
              <a:gd name="connsiteY1728" fmla="*/ 4783908 h 5450835"/>
              <a:gd name="connsiteX1729" fmla="*/ 9158333 w 10450132"/>
              <a:gd name="connsiteY1729" fmla="*/ 4783055 h 5450835"/>
              <a:gd name="connsiteX1730" fmla="*/ 9162866 w 10450132"/>
              <a:gd name="connsiteY1730" fmla="*/ 4775173 h 5450835"/>
              <a:gd name="connsiteX1731" fmla="*/ 9163654 w 10450132"/>
              <a:gd name="connsiteY1731" fmla="*/ 4774713 h 5450835"/>
              <a:gd name="connsiteX1732" fmla="*/ 8909274 w 10450132"/>
              <a:gd name="connsiteY1732" fmla="*/ 4774713 h 5450835"/>
              <a:gd name="connsiteX1733" fmla="*/ 8918336 w 10450132"/>
              <a:gd name="connsiteY1733" fmla="*/ 4774713 h 5450835"/>
              <a:gd name="connsiteX1734" fmla="*/ 8919125 w 10450132"/>
              <a:gd name="connsiteY1734" fmla="*/ 4775173 h 5450835"/>
              <a:gd name="connsiteX1735" fmla="*/ 8923657 w 10450132"/>
              <a:gd name="connsiteY1735" fmla="*/ 4783055 h 5450835"/>
              <a:gd name="connsiteX1736" fmla="*/ 8923657 w 10450132"/>
              <a:gd name="connsiteY1736" fmla="*/ 4783908 h 5450835"/>
              <a:gd name="connsiteX1737" fmla="*/ 8919125 w 10450132"/>
              <a:gd name="connsiteY1737" fmla="*/ 4791790 h 5450835"/>
              <a:gd name="connsiteX1738" fmla="*/ 8918336 w 10450132"/>
              <a:gd name="connsiteY1738" fmla="*/ 4792249 h 5450835"/>
              <a:gd name="connsiteX1739" fmla="*/ 8909274 w 10450132"/>
              <a:gd name="connsiteY1739" fmla="*/ 4792249 h 5450835"/>
              <a:gd name="connsiteX1740" fmla="*/ 8908484 w 10450132"/>
              <a:gd name="connsiteY1740" fmla="*/ 4791790 h 5450835"/>
              <a:gd name="connsiteX1741" fmla="*/ 8903953 w 10450132"/>
              <a:gd name="connsiteY1741" fmla="*/ 4783908 h 5450835"/>
              <a:gd name="connsiteX1742" fmla="*/ 8903953 w 10450132"/>
              <a:gd name="connsiteY1742" fmla="*/ 4783055 h 5450835"/>
              <a:gd name="connsiteX1743" fmla="*/ 8908484 w 10450132"/>
              <a:gd name="connsiteY1743" fmla="*/ 4775173 h 5450835"/>
              <a:gd name="connsiteX1744" fmla="*/ 8909274 w 10450132"/>
              <a:gd name="connsiteY1744" fmla="*/ 4774713 h 5450835"/>
              <a:gd name="connsiteX1745" fmla="*/ 8654892 w 10450132"/>
              <a:gd name="connsiteY1745" fmla="*/ 4774713 h 5450835"/>
              <a:gd name="connsiteX1746" fmla="*/ 8663955 w 10450132"/>
              <a:gd name="connsiteY1746" fmla="*/ 4774713 h 5450835"/>
              <a:gd name="connsiteX1747" fmla="*/ 8664744 w 10450132"/>
              <a:gd name="connsiteY1747" fmla="*/ 4775173 h 5450835"/>
              <a:gd name="connsiteX1748" fmla="*/ 8669277 w 10450132"/>
              <a:gd name="connsiteY1748" fmla="*/ 4783055 h 5450835"/>
              <a:gd name="connsiteX1749" fmla="*/ 8669277 w 10450132"/>
              <a:gd name="connsiteY1749" fmla="*/ 4783908 h 5450835"/>
              <a:gd name="connsiteX1750" fmla="*/ 8664744 w 10450132"/>
              <a:gd name="connsiteY1750" fmla="*/ 4791790 h 5450835"/>
              <a:gd name="connsiteX1751" fmla="*/ 8663955 w 10450132"/>
              <a:gd name="connsiteY1751" fmla="*/ 4792249 h 5450835"/>
              <a:gd name="connsiteX1752" fmla="*/ 8654892 w 10450132"/>
              <a:gd name="connsiteY1752" fmla="*/ 4792249 h 5450835"/>
              <a:gd name="connsiteX1753" fmla="*/ 8654104 w 10450132"/>
              <a:gd name="connsiteY1753" fmla="*/ 4791790 h 5450835"/>
              <a:gd name="connsiteX1754" fmla="*/ 8649572 w 10450132"/>
              <a:gd name="connsiteY1754" fmla="*/ 4783908 h 5450835"/>
              <a:gd name="connsiteX1755" fmla="*/ 8649572 w 10450132"/>
              <a:gd name="connsiteY1755" fmla="*/ 4783055 h 5450835"/>
              <a:gd name="connsiteX1756" fmla="*/ 8654104 w 10450132"/>
              <a:gd name="connsiteY1756" fmla="*/ 4775173 h 5450835"/>
              <a:gd name="connsiteX1757" fmla="*/ 8654892 w 10450132"/>
              <a:gd name="connsiteY1757" fmla="*/ 4774713 h 5450835"/>
              <a:gd name="connsiteX1758" fmla="*/ 8400511 w 10450132"/>
              <a:gd name="connsiteY1758" fmla="*/ 4774713 h 5450835"/>
              <a:gd name="connsiteX1759" fmla="*/ 8409575 w 10450132"/>
              <a:gd name="connsiteY1759" fmla="*/ 4774713 h 5450835"/>
              <a:gd name="connsiteX1760" fmla="*/ 8410363 w 10450132"/>
              <a:gd name="connsiteY1760" fmla="*/ 4775173 h 5450835"/>
              <a:gd name="connsiteX1761" fmla="*/ 8414896 w 10450132"/>
              <a:gd name="connsiteY1761" fmla="*/ 4783055 h 5450835"/>
              <a:gd name="connsiteX1762" fmla="*/ 8414896 w 10450132"/>
              <a:gd name="connsiteY1762" fmla="*/ 4783908 h 5450835"/>
              <a:gd name="connsiteX1763" fmla="*/ 8410363 w 10450132"/>
              <a:gd name="connsiteY1763" fmla="*/ 4791790 h 5450835"/>
              <a:gd name="connsiteX1764" fmla="*/ 8409575 w 10450132"/>
              <a:gd name="connsiteY1764" fmla="*/ 4792249 h 5450835"/>
              <a:gd name="connsiteX1765" fmla="*/ 8400511 w 10450132"/>
              <a:gd name="connsiteY1765" fmla="*/ 4792249 h 5450835"/>
              <a:gd name="connsiteX1766" fmla="*/ 8399723 w 10450132"/>
              <a:gd name="connsiteY1766" fmla="*/ 4791790 h 5450835"/>
              <a:gd name="connsiteX1767" fmla="*/ 8395191 w 10450132"/>
              <a:gd name="connsiteY1767" fmla="*/ 4783908 h 5450835"/>
              <a:gd name="connsiteX1768" fmla="*/ 8395191 w 10450132"/>
              <a:gd name="connsiteY1768" fmla="*/ 4783055 h 5450835"/>
              <a:gd name="connsiteX1769" fmla="*/ 8399723 w 10450132"/>
              <a:gd name="connsiteY1769" fmla="*/ 4775173 h 5450835"/>
              <a:gd name="connsiteX1770" fmla="*/ 8400511 w 10450132"/>
              <a:gd name="connsiteY1770" fmla="*/ 4774713 h 5450835"/>
              <a:gd name="connsiteX1771" fmla="*/ 8146065 w 10450132"/>
              <a:gd name="connsiteY1771" fmla="*/ 4774713 h 5450835"/>
              <a:gd name="connsiteX1772" fmla="*/ 8155129 w 10450132"/>
              <a:gd name="connsiteY1772" fmla="*/ 4774713 h 5450835"/>
              <a:gd name="connsiteX1773" fmla="*/ 8155917 w 10450132"/>
              <a:gd name="connsiteY1773" fmla="*/ 4775173 h 5450835"/>
              <a:gd name="connsiteX1774" fmla="*/ 8160449 w 10450132"/>
              <a:gd name="connsiteY1774" fmla="*/ 4783055 h 5450835"/>
              <a:gd name="connsiteX1775" fmla="*/ 8160449 w 10450132"/>
              <a:gd name="connsiteY1775" fmla="*/ 4783908 h 5450835"/>
              <a:gd name="connsiteX1776" fmla="*/ 8155917 w 10450132"/>
              <a:gd name="connsiteY1776" fmla="*/ 4791790 h 5450835"/>
              <a:gd name="connsiteX1777" fmla="*/ 8155129 w 10450132"/>
              <a:gd name="connsiteY1777" fmla="*/ 4792249 h 5450835"/>
              <a:gd name="connsiteX1778" fmla="*/ 8146065 w 10450132"/>
              <a:gd name="connsiteY1778" fmla="*/ 4792249 h 5450835"/>
              <a:gd name="connsiteX1779" fmla="*/ 8145277 w 10450132"/>
              <a:gd name="connsiteY1779" fmla="*/ 4791790 h 5450835"/>
              <a:gd name="connsiteX1780" fmla="*/ 8140745 w 10450132"/>
              <a:gd name="connsiteY1780" fmla="*/ 4783908 h 5450835"/>
              <a:gd name="connsiteX1781" fmla="*/ 8140745 w 10450132"/>
              <a:gd name="connsiteY1781" fmla="*/ 4783055 h 5450835"/>
              <a:gd name="connsiteX1782" fmla="*/ 8145277 w 10450132"/>
              <a:gd name="connsiteY1782" fmla="*/ 4775173 h 5450835"/>
              <a:gd name="connsiteX1783" fmla="*/ 8146065 w 10450132"/>
              <a:gd name="connsiteY1783" fmla="*/ 4774713 h 5450835"/>
              <a:gd name="connsiteX1784" fmla="*/ 7891684 w 10450132"/>
              <a:gd name="connsiteY1784" fmla="*/ 4774713 h 5450835"/>
              <a:gd name="connsiteX1785" fmla="*/ 7900748 w 10450132"/>
              <a:gd name="connsiteY1785" fmla="*/ 4774713 h 5450835"/>
              <a:gd name="connsiteX1786" fmla="*/ 7901536 w 10450132"/>
              <a:gd name="connsiteY1786" fmla="*/ 4775173 h 5450835"/>
              <a:gd name="connsiteX1787" fmla="*/ 7906067 w 10450132"/>
              <a:gd name="connsiteY1787" fmla="*/ 4783055 h 5450835"/>
              <a:gd name="connsiteX1788" fmla="*/ 7906067 w 10450132"/>
              <a:gd name="connsiteY1788" fmla="*/ 4783908 h 5450835"/>
              <a:gd name="connsiteX1789" fmla="*/ 7901536 w 10450132"/>
              <a:gd name="connsiteY1789" fmla="*/ 4791790 h 5450835"/>
              <a:gd name="connsiteX1790" fmla="*/ 7900748 w 10450132"/>
              <a:gd name="connsiteY1790" fmla="*/ 4792249 h 5450835"/>
              <a:gd name="connsiteX1791" fmla="*/ 7891684 w 10450132"/>
              <a:gd name="connsiteY1791" fmla="*/ 4792249 h 5450835"/>
              <a:gd name="connsiteX1792" fmla="*/ 7890896 w 10450132"/>
              <a:gd name="connsiteY1792" fmla="*/ 4791790 h 5450835"/>
              <a:gd name="connsiteX1793" fmla="*/ 7886363 w 10450132"/>
              <a:gd name="connsiteY1793" fmla="*/ 4783908 h 5450835"/>
              <a:gd name="connsiteX1794" fmla="*/ 7886363 w 10450132"/>
              <a:gd name="connsiteY1794" fmla="*/ 4783055 h 5450835"/>
              <a:gd name="connsiteX1795" fmla="*/ 7890896 w 10450132"/>
              <a:gd name="connsiteY1795" fmla="*/ 4775173 h 5450835"/>
              <a:gd name="connsiteX1796" fmla="*/ 7891684 w 10450132"/>
              <a:gd name="connsiteY1796" fmla="*/ 4774713 h 5450835"/>
              <a:gd name="connsiteX1797" fmla="*/ 7637304 w 10450132"/>
              <a:gd name="connsiteY1797" fmla="*/ 4774713 h 5450835"/>
              <a:gd name="connsiteX1798" fmla="*/ 7646367 w 10450132"/>
              <a:gd name="connsiteY1798" fmla="*/ 4774713 h 5450835"/>
              <a:gd name="connsiteX1799" fmla="*/ 7647156 w 10450132"/>
              <a:gd name="connsiteY1799" fmla="*/ 4775173 h 5450835"/>
              <a:gd name="connsiteX1800" fmla="*/ 7651687 w 10450132"/>
              <a:gd name="connsiteY1800" fmla="*/ 4783055 h 5450835"/>
              <a:gd name="connsiteX1801" fmla="*/ 7651687 w 10450132"/>
              <a:gd name="connsiteY1801" fmla="*/ 4783908 h 5450835"/>
              <a:gd name="connsiteX1802" fmla="*/ 7647156 w 10450132"/>
              <a:gd name="connsiteY1802" fmla="*/ 4791790 h 5450835"/>
              <a:gd name="connsiteX1803" fmla="*/ 7646367 w 10450132"/>
              <a:gd name="connsiteY1803" fmla="*/ 4792249 h 5450835"/>
              <a:gd name="connsiteX1804" fmla="*/ 7637304 w 10450132"/>
              <a:gd name="connsiteY1804" fmla="*/ 4792249 h 5450835"/>
              <a:gd name="connsiteX1805" fmla="*/ 7636516 w 10450132"/>
              <a:gd name="connsiteY1805" fmla="*/ 4791790 h 5450835"/>
              <a:gd name="connsiteX1806" fmla="*/ 7631983 w 10450132"/>
              <a:gd name="connsiteY1806" fmla="*/ 4783908 h 5450835"/>
              <a:gd name="connsiteX1807" fmla="*/ 7631983 w 10450132"/>
              <a:gd name="connsiteY1807" fmla="*/ 4783055 h 5450835"/>
              <a:gd name="connsiteX1808" fmla="*/ 7636516 w 10450132"/>
              <a:gd name="connsiteY1808" fmla="*/ 4775173 h 5450835"/>
              <a:gd name="connsiteX1809" fmla="*/ 7637304 w 10450132"/>
              <a:gd name="connsiteY1809" fmla="*/ 4774713 h 5450835"/>
              <a:gd name="connsiteX1810" fmla="*/ 7382923 w 10450132"/>
              <a:gd name="connsiteY1810" fmla="*/ 4774713 h 5450835"/>
              <a:gd name="connsiteX1811" fmla="*/ 7391987 w 10450132"/>
              <a:gd name="connsiteY1811" fmla="*/ 4774713 h 5450835"/>
              <a:gd name="connsiteX1812" fmla="*/ 7392775 w 10450132"/>
              <a:gd name="connsiteY1812" fmla="*/ 4775173 h 5450835"/>
              <a:gd name="connsiteX1813" fmla="*/ 7397307 w 10450132"/>
              <a:gd name="connsiteY1813" fmla="*/ 4783055 h 5450835"/>
              <a:gd name="connsiteX1814" fmla="*/ 7397307 w 10450132"/>
              <a:gd name="connsiteY1814" fmla="*/ 4783908 h 5450835"/>
              <a:gd name="connsiteX1815" fmla="*/ 7392775 w 10450132"/>
              <a:gd name="connsiteY1815" fmla="*/ 4791790 h 5450835"/>
              <a:gd name="connsiteX1816" fmla="*/ 7391987 w 10450132"/>
              <a:gd name="connsiteY1816" fmla="*/ 4792249 h 5450835"/>
              <a:gd name="connsiteX1817" fmla="*/ 7382923 w 10450132"/>
              <a:gd name="connsiteY1817" fmla="*/ 4792249 h 5450835"/>
              <a:gd name="connsiteX1818" fmla="*/ 7382135 w 10450132"/>
              <a:gd name="connsiteY1818" fmla="*/ 4791790 h 5450835"/>
              <a:gd name="connsiteX1819" fmla="*/ 7377602 w 10450132"/>
              <a:gd name="connsiteY1819" fmla="*/ 4783908 h 5450835"/>
              <a:gd name="connsiteX1820" fmla="*/ 7377602 w 10450132"/>
              <a:gd name="connsiteY1820" fmla="*/ 4783055 h 5450835"/>
              <a:gd name="connsiteX1821" fmla="*/ 7382135 w 10450132"/>
              <a:gd name="connsiteY1821" fmla="*/ 4775173 h 5450835"/>
              <a:gd name="connsiteX1822" fmla="*/ 7382923 w 10450132"/>
              <a:gd name="connsiteY1822" fmla="*/ 4774713 h 5450835"/>
              <a:gd name="connsiteX1823" fmla="*/ 7128477 w 10450132"/>
              <a:gd name="connsiteY1823" fmla="*/ 4774713 h 5450835"/>
              <a:gd name="connsiteX1824" fmla="*/ 7137540 w 10450132"/>
              <a:gd name="connsiteY1824" fmla="*/ 4774713 h 5450835"/>
              <a:gd name="connsiteX1825" fmla="*/ 7138328 w 10450132"/>
              <a:gd name="connsiteY1825" fmla="*/ 4775173 h 5450835"/>
              <a:gd name="connsiteX1826" fmla="*/ 7142860 w 10450132"/>
              <a:gd name="connsiteY1826" fmla="*/ 4783055 h 5450835"/>
              <a:gd name="connsiteX1827" fmla="*/ 7142860 w 10450132"/>
              <a:gd name="connsiteY1827" fmla="*/ 4783908 h 5450835"/>
              <a:gd name="connsiteX1828" fmla="*/ 7138328 w 10450132"/>
              <a:gd name="connsiteY1828" fmla="*/ 4791790 h 5450835"/>
              <a:gd name="connsiteX1829" fmla="*/ 7137540 w 10450132"/>
              <a:gd name="connsiteY1829" fmla="*/ 4792249 h 5450835"/>
              <a:gd name="connsiteX1830" fmla="*/ 7128477 w 10450132"/>
              <a:gd name="connsiteY1830" fmla="*/ 4792249 h 5450835"/>
              <a:gd name="connsiteX1831" fmla="*/ 7127689 w 10450132"/>
              <a:gd name="connsiteY1831" fmla="*/ 4791790 h 5450835"/>
              <a:gd name="connsiteX1832" fmla="*/ 7123156 w 10450132"/>
              <a:gd name="connsiteY1832" fmla="*/ 4783908 h 5450835"/>
              <a:gd name="connsiteX1833" fmla="*/ 7123156 w 10450132"/>
              <a:gd name="connsiteY1833" fmla="*/ 4783055 h 5450835"/>
              <a:gd name="connsiteX1834" fmla="*/ 7127689 w 10450132"/>
              <a:gd name="connsiteY1834" fmla="*/ 4775173 h 5450835"/>
              <a:gd name="connsiteX1835" fmla="*/ 7128477 w 10450132"/>
              <a:gd name="connsiteY1835" fmla="*/ 4774713 h 5450835"/>
              <a:gd name="connsiteX1836" fmla="*/ 6874095 w 10450132"/>
              <a:gd name="connsiteY1836" fmla="*/ 4774713 h 5450835"/>
              <a:gd name="connsiteX1837" fmla="*/ 6883159 w 10450132"/>
              <a:gd name="connsiteY1837" fmla="*/ 4774713 h 5450835"/>
              <a:gd name="connsiteX1838" fmla="*/ 6883947 w 10450132"/>
              <a:gd name="connsiteY1838" fmla="*/ 4775173 h 5450835"/>
              <a:gd name="connsiteX1839" fmla="*/ 6888480 w 10450132"/>
              <a:gd name="connsiteY1839" fmla="*/ 4783055 h 5450835"/>
              <a:gd name="connsiteX1840" fmla="*/ 6888480 w 10450132"/>
              <a:gd name="connsiteY1840" fmla="*/ 4783908 h 5450835"/>
              <a:gd name="connsiteX1841" fmla="*/ 6883947 w 10450132"/>
              <a:gd name="connsiteY1841" fmla="*/ 4791790 h 5450835"/>
              <a:gd name="connsiteX1842" fmla="*/ 6883159 w 10450132"/>
              <a:gd name="connsiteY1842" fmla="*/ 4792249 h 5450835"/>
              <a:gd name="connsiteX1843" fmla="*/ 6874095 w 10450132"/>
              <a:gd name="connsiteY1843" fmla="*/ 4792249 h 5450835"/>
              <a:gd name="connsiteX1844" fmla="*/ 6873307 w 10450132"/>
              <a:gd name="connsiteY1844" fmla="*/ 4791790 h 5450835"/>
              <a:gd name="connsiteX1845" fmla="*/ 6868775 w 10450132"/>
              <a:gd name="connsiteY1845" fmla="*/ 4783908 h 5450835"/>
              <a:gd name="connsiteX1846" fmla="*/ 6868775 w 10450132"/>
              <a:gd name="connsiteY1846" fmla="*/ 4783055 h 5450835"/>
              <a:gd name="connsiteX1847" fmla="*/ 6873307 w 10450132"/>
              <a:gd name="connsiteY1847" fmla="*/ 4775173 h 5450835"/>
              <a:gd name="connsiteX1848" fmla="*/ 6874095 w 10450132"/>
              <a:gd name="connsiteY1848" fmla="*/ 4774713 h 5450835"/>
              <a:gd name="connsiteX1849" fmla="*/ 6619714 w 10450132"/>
              <a:gd name="connsiteY1849" fmla="*/ 4774713 h 5450835"/>
              <a:gd name="connsiteX1850" fmla="*/ 6628778 w 10450132"/>
              <a:gd name="connsiteY1850" fmla="*/ 4774713 h 5450835"/>
              <a:gd name="connsiteX1851" fmla="*/ 6629566 w 10450132"/>
              <a:gd name="connsiteY1851" fmla="*/ 4775173 h 5450835"/>
              <a:gd name="connsiteX1852" fmla="*/ 6634099 w 10450132"/>
              <a:gd name="connsiteY1852" fmla="*/ 4783055 h 5450835"/>
              <a:gd name="connsiteX1853" fmla="*/ 6634099 w 10450132"/>
              <a:gd name="connsiteY1853" fmla="*/ 4783908 h 5450835"/>
              <a:gd name="connsiteX1854" fmla="*/ 6629566 w 10450132"/>
              <a:gd name="connsiteY1854" fmla="*/ 4791790 h 5450835"/>
              <a:gd name="connsiteX1855" fmla="*/ 6628778 w 10450132"/>
              <a:gd name="connsiteY1855" fmla="*/ 4792249 h 5450835"/>
              <a:gd name="connsiteX1856" fmla="*/ 6619714 w 10450132"/>
              <a:gd name="connsiteY1856" fmla="*/ 4792249 h 5450835"/>
              <a:gd name="connsiteX1857" fmla="*/ 6618926 w 10450132"/>
              <a:gd name="connsiteY1857" fmla="*/ 4791790 h 5450835"/>
              <a:gd name="connsiteX1858" fmla="*/ 6614394 w 10450132"/>
              <a:gd name="connsiteY1858" fmla="*/ 4783908 h 5450835"/>
              <a:gd name="connsiteX1859" fmla="*/ 6614394 w 10450132"/>
              <a:gd name="connsiteY1859" fmla="*/ 4783055 h 5450835"/>
              <a:gd name="connsiteX1860" fmla="*/ 6618926 w 10450132"/>
              <a:gd name="connsiteY1860" fmla="*/ 4775173 h 5450835"/>
              <a:gd name="connsiteX1861" fmla="*/ 6619714 w 10450132"/>
              <a:gd name="connsiteY1861" fmla="*/ 4774713 h 5450835"/>
              <a:gd name="connsiteX1862" fmla="*/ 6365334 w 10450132"/>
              <a:gd name="connsiteY1862" fmla="*/ 4774713 h 5450835"/>
              <a:gd name="connsiteX1863" fmla="*/ 6374397 w 10450132"/>
              <a:gd name="connsiteY1863" fmla="*/ 4774713 h 5450835"/>
              <a:gd name="connsiteX1864" fmla="*/ 6375186 w 10450132"/>
              <a:gd name="connsiteY1864" fmla="*/ 4775173 h 5450835"/>
              <a:gd name="connsiteX1865" fmla="*/ 6379718 w 10450132"/>
              <a:gd name="connsiteY1865" fmla="*/ 4783055 h 5450835"/>
              <a:gd name="connsiteX1866" fmla="*/ 6379718 w 10450132"/>
              <a:gd name="connsiteY1866" fmla="*/ 4783908 h 5450835"/>
              <a:gd name="connsiteX1867" fmla="*/ 6375186 w 10450132"/>
              <a:gd name="connsiteY1867" fmla="*/ 4791790 h 5450835"/>
              <a:gd name="connsiteX1868" fmla="*/ 6374397 w 10450132"/>
              <a:gd name="connsiteY1868" fmla="*/ 4792249 h 5450835"/>
              <a:gd name="connsiteX1869" fmla="*/ 6365334 w 10450132"/>
              <a:gd name="connsiteY1869" fmla="*/ 4792249 h 5450835"/>
              <a:gd name="connsiteX1870" fmla="*/ 6364546 w 10450132"/>
              <a:gd name="connsiteY1870" fmla="*/ 4791790 h 5450835"/>
              <a:gd name="connsiteX1871" fmla="*/ 6360014 w 10450132"/>
              <a:gd name="connsiteY1871" fmla="*/ 4783908 h 5450835"/>
              <a:gd name="connsiteX1872" fmla="*/ 6360014 w 10450132"/>
              <a:gd name="connsiteY1872" fmla="*/ 4783055 h 5450835"/>
              <a:gd name="connsiteX1873" fmla="*/ 6364546 w 10450132"/>
              <a:gd name="connsiteY1873" fmla="*/ 4775173 h 5450835"/>
              <a:gd name="connsiteX1874" fmla="*/ 6365334 w 10450132"/>
              <a:gd name="connsiteY1874" fmla="*/ 4774713 h 5450835"/>
              <a:gd name="connsiteX1875" fmla="*/ 6110888 w 10450132"/>
              <a:gd name="connsiteY1875" fmla="*/ 4774713 h 5450835"/>
              <a:gd name="connsiteX1876" fmla="*/ 6119953 w 10450132"/>
              <a:gd name="connsiteY1876" fmla="*/ 4774713 h 5450835"/>
              <a:gd name="connsiteX1877" fmla="*/ 6120740 w 10450132"/>
              <a:gd name="connsiteY1877" fmla="*/ 4775173 h 5450835"/>
              <a:gd name="connsiteX1878" fmla="*/ 6125272 w 10450132"/>
              <a:gd name="connsiteY1878" fmla="*/ 4783055 h 5450835"/>
              <a:gd name="connsiteX1879" fmla="*/ 6125272 w 10450132"/>
              <a:gd name="connsiteY1879" fmla="*/ 4783908 h 5450835"/>
              <a:gd name="connsiteX1880" fmla="*/ 6120740 w 10450132"/>
              <a:gd name="connsiteY1880" fmla="*/ 4791790 h 5450835"/>
              <a:gd name="connsiteX1881" fmla="*/ 6119953 w 10450132"/>
              <a:gd name="connsiteY1881" fmla="*/ 4792249 h 5450835"/>
              <a:gd name="connsiteX1882" fmla="*/ 6110888 w 10450132"/>
              <a:gd name="connsiteY1882" fmla="*/ 4792249 h 5450835"/>
              <a:gd name="connsiteX1883" fmla="*/ 6110101 w 10450132"/>
              <a:gd name="connsiteY1883" fmla="*/ 4791790 h 5450835"/>
              <a:gd name="connsiteX1884" fmla="*/ 6105567 w 10450132"/>
              <a:gd name="connsiteY1884" fmla="*/ 4783908 h 5450835"/>
              <a:gd name="connsiteX1885" fmla="*/ 6105567 w 10450132"/>
              <a:gd name="connsiteY1885" fmla="*/ 4783055 h 5450835"/>
              <a:gd name="connsiteX1886" fmla="*/ 6110101 w 10450132"/>
              <a:gd name="connsiteY1886" fmla="*/ 4775173 h 5450835"/>
              <a:gd name="connsiteX1887" fmla="*/ 6110888 w 10450132"/>
              <a:gd name="connsiteY1887" fmla="*/ 4774713 h 5450835"/>
              <a:gd name="connsiteX1888" fmla="*/ 5856508 w 10450132"/>
              <a:gd name="connsiteY1888" fmla="*/ 4774713 h 5450835"/>
              <a:gd name="connsiteX1889" fmla="*/ 5865571 w 10450132"/>
              <a:gd name="connsiteY1889" fmla="*/ 4774713 h 5450835"/>
              <a:gd name="connsiteX1890" fmla="*/ 5866359 w 10450132"/>
              <a:gd name="connsiteY1890" fmla="*/ 4775173 h 5450835"/>
              <a:gd name="connsiteX1891" fmla="*/ 5870891 w 10450132"/>
              <a:gd name="connsiteY1891" fmla="*/ 4783055 h 5450835"/>
              <a:gd name="connsiteX1892" fmla="*/ 5870891 w 10450132"/>
              <a:gd name="connsiteY1892" fmla="*/ 4783908 h 5450835"/>
              <a:gd name="connsiteX1893" fmla="*/ 5866359 w 10450132"/>
              <a:gd name="connsiteY1893" fmla="*/ 4791790 h 5450835"/>
              <a:gd name="connsiteX1894" fmla="*/ 5865571 w 10450132"/>
              <a:gd name="connsiteY1894" fmla="*/ 4792249 h 5450835"/>
              <a:gd name="connsiteX1895" fmla="*/ 5856508 w 10450132"/>
              <a:gd name="connsiteY1895" fmla="*/ 4792249 h 5450835"/>
              <a:gd name="connsiteX1896" fmla="*/ 5855720 w 10450132"/>
              <a:gd name="connsiteY1896" fmla="*/ 4791790 h 5450835"/>
              <a:gd name="connsiteX1897" fmla="*/ 5851187 w 10450132"/>
              <a:gd name="connsiteY1897" fmla="*/ 4783908 h 5450835"/>
              <a:gd name="connsiteX1898" fmla="*/ 5851187 w 10450132"/>
              <a:gd name="connsiteY1898" fmla="*/ 4783055 h 5450835"/>
              <a:gd name="connsiteX1899" fmla="*/ 5855720 w 10450132"/>
              <a:gd name="connsiteY1899" fmla="*/ 4775173 h 5450835"/>
              <a:gd name="connsiteX1900" fmla="*/ 5856508 w 10450132"/>
              <a:gd name="connsiteY1900" fmla="*/ 4774713 h 5450835"/>
              <a:gd name="connsiteX1901" fmla="*/ 5602126 w 10450132"/>
              <a:gd name="connsiteY1901" fmla="*/ 4774713 h 5450835"/>
              <a:gd name="connsiteX1902" fmla="*/ 5611191 w 10450132"/>
              <a:gd name="connsiteY1902" fmla="*/ 4774713 h 5450835"/>
              <a:gd name="connsiteX1903" fmla="*/ 5611979 w 10450132"/>
              <a:gd name="connsiteY1903" fmla="*/ 4775173 h 5450835"/>
              <a:gd name="connsiteX1904" fmla="*/ 5616511 w 10450132"/>
              <a:gd name="connsiteY1904" fmla="*/ 4783055 h 5450835"/>
              <a:gd name="connsiteX1905" fmla="*/ 5616511 w 10450132"/>
              <a:gd name="connsiteY1905" fmla="*/ 4783908 h 5450835"/>
              <a:gd name="connsiteX1906" fmla="*/ 5611979 w 10450132"/>
              <a:gd name="connsiteY1906" fmla="*/ 4791790 h 5450835"/>
              <a:gd name="connsiteX1907" fmla="*/ 5611191 w 10450132"/>
              <a:gd name="connsiteY1907" fmla="*/ 4792249 h 5450835"/>
              <a:gd name="connsiteX1908" fmla="*/ 5602126 w 10450132"/>
              <a:gd name="connsiteY1908" fmla="*/ 4792249 h 5450835"/>
              <a:gd name="connsiteX1909" fmla="*/ 5601338 w 10450132"/>
              <a:gd name="connsiteY1909" fmla="*/ 4791790 h 5450835"/>
              <a:gd name="connsiteX1910" fmla="*/ 5596807 w 10450132"/>
              <a:gd name="connsiteY1910" fmla="*/ 4783908 h 5450835"/>
              <a:gd name="connsiteX1911" fmla="*/ 5596807 w 10450132"/>
              <a:gd name="connsiteY1911" fmla="*/ 4783055 h 5450835"/>
              <a:gd name="connsiteX1912" fmla="*/ 5601338 w 10450132"/>
              <a:gd name="connsiteY1912" fmla="*/ 4775173 h 5450835"/>
              <a:gd name="connsiteX1913" fmla="*/ 5602126 w 10450132"/>
              <a:gd name="connsiteY1913" fmla="*/ 4774713 h 5450835"/>
              <a:gd name="connsiteX1914" fmla="*/ 5347746 w 10450132"/>
              <a:gd name="connsiteY1914" fmla="*/ 4774713 h 5450835"/>
              <a:gd name="connsiteX1915" fmla="*/ 5356810 w 10450132"/>
              <a:gd name="connsiteY1915" fmla="*/ 4774713 h 5450835"/>
              <a:gd name="connsiteX1916" fmla="*/ 5357598 w 10450132"/>
              <a:gd name="connsiteY1916" fmla="*/ 4775173 h 5450835"/>
              <a:gd name="connsiteX1917" fmla="*/ 5362130 w 10450132"/>
              <a:gd name="connsiteY1917" fmla="*/ 4783055 h 5450835"/>
              <a:gd name="connsiteX1918" fmla="*/ 5362130 w 10450132"/>
              <a:gd name="connsiteY1918" fmla="*/ 4783908 h 5450835"/>
              <a:gd name="connsiteX1919" fmla="*/ 5357598 w 10450132"/>
              <a:gd name="connsiteY1919" fmla="*/ 4791790 h 5450835"/>
              <a:gd name="connsiteX1920" fmla="*/ 5356810 w 10450132"/>
              <a:gd name="connsiteY1920" fmla="*/ 4792249 h 5450835"/>
              <a:gd name="connsiteX1921" fmla="*/ 5347746 w 10450132"/>
              <a:gd name="connsiteY1921" fmla="*/ 4792249 h 5450835"/>
              <a:gd name="connsiteX1922" fmla="*/ 5346958 w 10450132"/>
              <a:gd name="connsiteY1922" fmla="*/ 4791790 h 5450835"/>
              <a:gd name="connsiteX1923" fmla="*/ 5342425 w 10450132"/>
              <a:gd name="connsiteY1923" fmla="*/ 4783908 h 5450835"/>
              <a:gd name="connsiteX1924" fmla="*/ 5342425 w 10450132"/>
              <a:gd name="connsiteY1924" fmla="*/ 4783055 h 5450835"/>
              <a:gd name="connsiteX1925" fmla="*/ 5346958 w 10450132"/>
              <a:gd name="connsiteY1925" fmla="*/ 4775173 h 5450835"/>
              <a:gd name="connsiteX1926" fmla="*/ 5347746 w 10450132"/>
              <a:gd name="connsiteY1926" fmla="*/ 4774713 h 5450835"/>
              <a:gd name="connsiteX1927" fmla="*/ 5093300 w 10450132"/>
              <a:gd name="connsiteY1927" fmla="*/ 4774713 h 5450835"/>
              <a:gd name="connsiteX1928" fmla="*/ 5102364 w 10450132"/>
              <a:gd name="connsiteY1928" fmla="*/ 4774713 h 5450835"/>
              <a:gd name="connsiteX1929" fmla="*/ 5103153 w 10450132"/>
              <a:gd name="connsiteY1929" fmla="*/ 4775173 h 5450835"/>
              <a:gd name="connsiteX1930" fmla="*/ 5107684 w 10450132"/>
              <a:gd name="connsiteY1930" fmla="*/ 4783055 h 5450835"/>
              <a:gd name="connsiteX1931" fmla="*/ 5107684 w 10450132"/>
              <a:gd name="connsiteY1931" fmla="*/ 4783908 h 5450835"/>
              <a:gd name="connsiteX1932" fmla="*/ 5103153 w 10450132"/>
              <a:gd name="connsiteY1932" fmla="*/ 4791790 h 5450835"/>
              <a:gd name="connsiteX1933" fmla="*/ 5102364 w 10450132"/>
              <a:gd name="connsiteY1933" fmla="*/ 4792249 h 5450835"/>
              <a:gd name="connsiteX1934" fmla="*/ 5093300 w 10450132"/>
              <a:gd name="connsiteY1934" fmla="*/ 4792249 h 5450835"/>
              <a:gd name="connsiteX1935" fmla="*/ 5092512 w 10450132"/>
              <a:gd name="connsiteY1935" fmla="*/ 4791790 h 5450835"/>
              <a:gd name="connsiteX1936" fmla="*/ 5087979 w 10450132"/>
              <a:gd name="connsiteY1936" fmla="*/ 4783908 h 5450835"/>
              <a:gd name="connsiteX1937" fmla="*/ 5087979 w 10450132"/>
              <a:gd name="connsiteY1937" fmla="*/ 4783055 h 5450835"/>
              <a:gd name="connsiteX1938" fmla="*/ 5092512 w 10450132"/>
              <a:gd name="connsiteY1938" fmla="*/ 4775173 h 5450835"/>
              <a:gd name="connsiteX1939" fmla="*/ 5093300 w 10450132"/>
              <a:gd name="connsiteY1939" fmla="*/ 4774713 h 5450835"/>
              <a:gd name="connsiteX1940" fmla="*/ 4838919 w 10450132"/>
              <a:gd name="connsiteY1940" fmla="*/ 4774713 h 5450835"/>
              <a:gd name="connsiteX1941" fmla="*/ 4847982 w 10450132"/>
              <a:gd name="connsiteY1941" fmla="*/ 4774713 h 5450835"/>
              <a:gd name="connsiteX1942" fmla="*/ 4848772 w 10450132"/>
              <a:gd name="connsiteY1942" fmla="*/ 4775173 h 5450835"/>
              <a:gd name="connsiteX1943" fmla="*/ 4853303 w 10450132"/>
              <a:gd name="connsiteY1943" fmla="*/ 4783055 h 5450835"/>
              <a:gd name="connsiteX1944" fmla="*/ 4853303 w 10450132"/>
              <a:gd name="connsiteY1944" fmla="*/ 4783908 h 5450835"/>
              <a:gd name="connsiteX1945" fmla="*/ 4848772 w 10450132"/>
              <a:gd name="connsiteY1945" fmla="*/ 4791790 h 5450835"/>
              <a:gd name="connsiteX1946" fmla="*/ 4847982 w 10450132"/>
              <a:gd name="connsiteY1946" fmla="*/ 4792249 h 5450835"/>
              <a:gd name="connsiteX1947" fmla="*/ 4838919 w 10450132"/>
              <a:gd name="connsiteY1947" fmla="*/ 4792249 h 5450835"/>
              <a:gd name="connsiteX1948" fmla="*/ 4838132 w 10450132"/>
              <a:gd name="connsiteY1948" fmla="*/ 4791790 h 5450835"/>
              <a:gd name="connsiteX1949" fmla="*/ 4833598 w 10450132"/>
              <a:gd name="connsiteY1949" fmla="*/ 4783908 h 5450835"/>
              <a:gd name="connsiteX1950" fmla="*/ 4833598 w 10450132"/>
              <a:gd name="connsiteY1950" fmla="*/ 4783055 h 5450835"/>
              <a:gd name="connsiteX1951" fmla="*/ 4838132 w 10450132"/>
              <a:gd name="connsiteY1951" fmla="*/ 4775173 h 5450835"/>
              <a:gd name="connsiteX1952" fmla="*/ 4838919 w 10450132"/>
              <a:gd name="connsiteY1952" fmla="*/ 4774713 h 5450835"/>
              <a:gd name="connsiteX1953" fmla="*/ 4584538 w 10450132"/>
              <a:gd name="connsiteY1953" fmla="*/ 4774713 h 5450835"/>
              <a:gd name="connsiteX1954" fmla="*/ 4593603 w 10450132"/>
              <a:gd name="connsiteY1954" fmla="*/ 4774713 h 5450835"/>
              <a:gd name="connsiteX1955" fmla="*/ 4594390 w 10450132"/>
              <a:gd name="connsiteY1955" fmla="*/ 4775173 h 5450835"/>
              <a:gd name="connsiteX1956" fmla="*/ 4598922 w 10450132"/>
              <a:gd name="connsiteY1956" fmla="*/ 4783055 h 5450835"/>
              <a:gd name="connsiteX1957" fmla="*/ 4598922 w 10450132"/>
              <a:gd name="connsiteY1957" fmla="*/ 4783908 h 5450835"/>
              <a:gd name="connsiteX1958" fmla="*/ 4594390 w 10450132"/>
              <a:gd name="connsiteY1958" fmla="*/ 4791790 h 5450835"/>
              <a:gd name="connsiteX1959" fmla="*/ 4593603 w 10450132"/>
              <a:gd name="connsiteY1959" fmla="*/ 4792249 h 5450835"/>
              <a:gd name="connsiteX1960" fmla="*/ 4584538 w 10450132"/>
              <a:gd name="connsiteY1960" fmla="*/ 4792249 h 5450835"/>
              <a:gd name="connsiteX1961" fmla="*/ 4583749 w 10450132"/>
              <a:gd name="connsiteY1961" fmla="*/ 4791790 h 5450835"/>
              <a:gd name="connsiteX1962" fmla="*/ 4579218 w 10450132"/>
              <a:gd name="connsiteY1962" fmla="*/ 4783908 h 5450835"/>
              <a:gd name="connsiteX1963" fmla="*/ 4579218 w 10450132"/>
              <a:gd name="connsiteY1963" fmla="*/ 4783055 h 5450835"/>
              <a:gd name="connsiteX1964" fmla="*/ 4583749 w 10450132"/>
              <a:gd name="connsiteY1964" fmla="*/ 4775173 h 5450835"/>
              <a:gd name="connsiteX1965" fmla="*/ 4584538 w 10450132"/>
              <a:gd name="connsiteY1965" fmla="*/ 4774713 h 5450835"/>
              <a:gd name="connsiteX1966" fmla="*/ 4330157 w 10450132"/>
              <a:gd name="connsiteY1966" fmla="*/ 4774713 h 5450835"/>
              <a:gd name="connsiteX1967" fmla="*/ 4339222 w 10450132"/>
              <a:gd name="connsiteY1967" fmla="*/ 4774713 h 5450835"/>
              <a:gd name="connsiteX1968" fmla="*/ 4340010 w 10450132"/>
              <a:gd name="connsiteY1968" fmla="*/ 4775173 h 5450835"/>
              <a:gd name="connsiteX1969" fmla="*/ 4344540 w 10450132"/>
              <a:gd name="connsiteY1969" fmla="*/ 4783055 h 5450835"/>
              <a:gd name="connsiteX1970" fmla="*/ 4344540 w 10450132"/>
              <a:gd name="connsiteY1970" fmla="*/ 4783908 h 5450835"/>
              <a:gd name="connsiteX1971" fmla="*/ 4340010 w 10450132"/>
              <a:gd name="connsiteY1971" fmla="*/ 4791790 h 5450835"/>
              <a:gd name="connsiteX1972" fmla="*/ 4339222 w 10450132"/>
              <a:gd name="connsiteY1972" fmla="*/ 4792249 h 5450835"/>
              <a:gd name="connsiteX1973" fmla="*/ 4330157 w 10450132"/>
              <a:gd name="connsiteY1973" fmla="*/ 4792249 h 5450835"/>
              <a:gd name="connsiteX1974" fmla="*/ 4329369 w 10450132"/>
              <a:gd name="connsiteY1974" fmla="*/ 4791790 h 5450835"/>
              <a:gd name="connsiteX1975" fmla="*/ 4324836 w 10450132"/>
              <a:gd name="connsiteY1975" fmla="*/ 4783908 h 5450835"/>
              <a:gd name="connsiteX1976" fmla="*/ 4324836 w 10450132"/>
              <a:gd name="connsiteY1976" fmla="*/ 4783055 h 5450835"/>
              <a:gd name="connsiteX1977" fmla="*/ 4329369 w 10450132"/>
              <a:gd name="connsiteY1977" fmla="*/ 4775173 h 5450835"/>
              <a:gd name="connsiteX1978" fmla="*/ 4330157 w 10450132"/>
              <a:gd name="connsiteY1978" fmla="*/ 4774713 h 5450835"/>
              <a:gd name="connsiteX1979" fmla="*/ 4075851 w 10450132"/>
              <a:gd name="connsiteY1979" fmla="*/ 4774713 h 5450835"/>
              <a:gd name="connsiteX1980" fmla="*/ 4084913 w 10450132"/>
              <a:gd name="connsiteY1980" fmla="*/ 4774713 h 5450835"/>
              <a:gd name="connsiteX1981" fmla="*/ 4085703 w 10450132"/>
              <a:gd name="connsiteY1981" fmla="*/ 4775173 h 5450835"/>
              <a:gd name="connsiteX1982" fmla="*/ 4090235 w 10450132"/>
              <a:gd name="connsiteY1982" fmla="*/ 4783055 h 5450835"/>
              <a:gd name="connsiteX1983" fmla="*/ 4090235 w 10450132"/>
              <a:gd name="connsiteY1983" fmla="*/ 4783908 h 5450835"/>
              <a:gd name="connsiteX1984" fmla="*/ 4085703 w 10450132"/>
              <a:gd name="connsiteY1984" fmla="*/ 4791790 h 5450835"/>
              <a:gd name="connsiteX1985" fmla="*/ 4084913 w 10450132"/>
              <a:gd name="connsiteY1985" fmla="*/ 4792249 h 5450835"/>
              <a:gd name="connsiteX1986" fmla="*/ 4075851 w 10450132"/>
              <a:gd name="connsiteY1986" fmla="*/ 4792249 h 5450835"/>
              <a:gd name="connsiteX1987" fmla="*/ 4075061 w 10450132"/>
              <a:gd name="connsiteY1987" fmla="*/ 4791790 h 5450835"/>
              <a:gd name="connsiteX1988" fmla="*/ 4070528 w 10450132"/>
              <a:gd name="connsiteY1988" fmla="*/ 4783908 h 5450835"/>
              <a:gd name="connsiteX1989" fmla="*/ 4070528 w 10450132"/>
              <a:gd name="connsiteY1989" fmla="*/ 4783055 h 5450835"/>
              <a:gd name="connsiteX1990" fmla="*/ 4075061 w 10450132"/>
              <a:gd name="connsiteY1990" fmla="*/ 4775173 h 5450835"/>
              <a:gd name="connsiteX1991" fmla="*/ 4075851 w 10450132"/>
              <a:gd name="connsiteY1991" fmla="*/ 4774713 h 5450835"/>
              <a:gd name="connsiteX1992" fmla="*/ 3821532 w 10450132"/>
              <a:gd name="connsiteY1992" fmla="*/ 4774713 h 5450835"/>
              <a:gd name="connsiteX1993" fmla="*/ 3830597 w 10450132"/>
              <a:gd name="connsiteY1993" fmla="*/ 4774713 h 5450835"/>
              <a:gd name="connsiteX1994" fmla="*/ 3831386 w 10450132"/>
              <a:gd name="connsiteY1994" fmla="*/ 4775173 h 5450835"/>
              <a:gd name="connsiteX1995" fmla="*/ 3835918 w 10450132"/>
              <a:gd name="connsiteY1995" fmla="*/ 4783055 h 5450835"/>
              <a:gd name="connsiteX1996" fmla="*/ 3835918 w 10450132"/>
              <a:gd name="connsiteY1996" fmla="*/ 4783908 h 5450835"/>
              <a:gd name="connsiteX1997" fmla="*/ 3831386 w 10450132"/>
              <a:gd name="connsiteY1997" fmla="*/ 4791790 h 5450835"/>
              <a:gd name="connsiteX1998" fmla="*/ 3830597 w 10450132"/>
              <a:gd name="connsiteY1998" fmla="*/ 4792249 h 5450835"/>
              <a:gd name="connsiteX1999" fmla="*/ 3821532 w 10450132"/>
              <a:gd name="connsiteY1999" fmla="*/ 4792249 h 5450835"/>
              <a:gd name="connsiteX2000" fmla="*/ 3820745 w 10450132"/>
              <a:gd name="connsiteY2000" fmla="*/ 4791790 h 5450835"/>
              <a:gd name="connsiteX2001" fmla="*/ 3816213 w 10450132"/>
              <a:gd name="connsiteY2001" fmla="*/ 4783908 h 5450835"/>
              <a:gd name="connsiteX2002" fmla="*/ 3816213 w 10450132"/>
              <a:gd name="connsiteY2002" fmla="*/ 4783055 h 5450835"/>
              <a:gd name="connsiteX2003" fmla="*/ 3820745 w 10450132"/>
              <a:gd name="connsiteY2003" fmla="*/ 4775173 h 5450835"/>
              <a:gd name="connsiteX2004" fmla="*/ 3821532 w 10450132"/>
              <a:gd name="connsiteY2004" fmla="*/ 4774713 h 5450835"/>
              <a:gd name="connsiteX2005" fmla="*/ 3567131 w 10450132"/>
              <a:gd name="connsiteY2005" fmla="*/ 4774713 h 5450835"/>
              <a:gd name="connsiteX2006" fmla="*/ 3576197 w 10450132"/>
              <a:gd name="connsiteY2006" fmla="*/ 4774713 h 5450835"/>
              <a:gd name="connsiteX2007" fmla="*/ 3576985 w 10450132"/>
              <a:gd name="connsiteY2007" fmla="*/ 4775173 h 5450835"/>
              <a:gd name="connsiteX2008" fmla="*/ 3581517 w 10450132"/>
              <a:gd name="connsiteY2008" fmla="*/ 4783055 h 5450835"/>
              <a:gd name="connsiteX2009" fmla="*/ 3581517 w 10450132"/>
              <a:gd name="connsiteY2009" fmla="*/ 4783908 h 5450835"/>
              <a:gd name="connsiteX2010" fmla="*/ 3576985 w 10450132"/>
              <a:gd name="connsiteY2010" fmla="*/ 4791790 h 5450835"/>
              <a:gd name="connsiteX2011" fmla="*/ 3576197 w 10450132"/>
              <a:gd name="connsiteY2011" fmla="*/ 4792249 h 5450835"/>
              <a:gd name="connsiteX2012" fmla="*/ 3567131 w 10450132"/>
              <a:gd name="connsiteY2012" fmla="*/ 4792249 h 5450835"/>
              <a:gd name="connsiteX2013" fmla="*/ 3566344 w 10450132"/>
              <a:gd name="connsiteY2013" fmla="*/ 4791790 h 5450835"/>
              <a:gd name="connsiteX2014" fmla="*/ 3561811 w 10450132"/>
              <a:gd name="connsiteY2014" fmla="*/ 4783908 h 5450835"/>
              <a:gd name="connsiteX2015" fmla="*/ 3561811 w 10450132"/>
              <a:gd name="connsiteY2015" fmla="*/ 4783055 h 5450835"/>
              <a:gd name="connsiteX2016" fmla="*/ 3566344 w 10450132"/>
              <a:gd name="connsiteY2016" fmla="*/ 4775173 h 5450835"/>
              <a:gd name="connsiteX2017" fmla="*/ 3567131 w 10450132"/>
              <a:gd name="connsiteY2017" fmla="*/ 4774713 h 5450835"/>
              <a:gd name="connsiteX2018" fmla="*/ 3312732 w 10450132"/>
              <a:gd name="connsiteY2018" fmla="*/ 4774713 h 5450835"/>
              <a:gd name="connsiteX2019" fmla="*/ 3321795 w 10450132"/>
              <a:gd name="connsiteY2019" fmla="*/ 4774713 h 5450835"/>
              <a:gd name="connsiteX2020" fmla="*/ 3322584 w 10450132"/>
              <a:gd name="connsiteY2020" fmla="*/ 4775173 h 5450835"/>
              <a:gd name="connsiteX2021" fmla="*/ 3327116 w 10450132"/>
              <a:gd name="connsiteY2021" fmla="*/ 4783055 h 5450835"/>
              <a:gd name="connsiteX2022" fmla="*/ 3327116 w 10450132"/>
              <a:gd name="connsiteY2022" fmla="*/ 4783908 h 5450835"/>
              <a:gd name="connsiteX2023" fmla="*/ 3322584 w 10450132"/>
              <a:gd name="connsiteY2023" fmla="*/ 4791790 h 5450835"/>
              <a:gd name="connsiteX2024" fmla="*/ 3321795 w 10450132"/>
              <a:gd name="connsiteY2024" fmla="*/ 4792249 h 5450835"/>
              <a:gd name="connsiteX2025" fmla="*/ 3312732 w 10450132"/>
              <a:gd name="connsiteY2025" fmla="*/ 4792249 h 5450835"/>
              <a:gd name="connsiteX2026" fmla="*/ 3311944 w 10450132"/>
              <a:gd name="connsiteY2026" fmla="*/ 4791790 h 5450835"/>
              <a:gd name="connsiteX2027" fmla="*/ 3307411 w 10450132"/>
              <a:gd name="connsiteY2027" fmla="*/ 4783908 h 5450835"/>
              <a:gd name="connsiteX2028" fmla="*/ 3307411 w 10450132"/>
              <a:gd name="connsiteY2028" fmla="*/ 4783055 h 5450835"/>
              <a:gd name="connsiteX2029" fmla="*/ 3311944 w 10450132"/>
              <a:gd name="connsiteY2029" fmla="*/ 4775173 h 5450835"/>
              <a:gd name="connsiteX2030" fmla="*/ 3312732 w 10450132"/>
              <a:gd name="connsiteY2030" fmla="*/ 4774713 h 5450835"/>
              <a:gd name="connsiteX2031" fmla="*/ 3058203 w 10450132"/>
              <a:gd name="connsiteY2031" fmla="*/ 4774713 h 5450835"/>
              <a:gd name="connsiteX2032" fmla="*/ 3067268 w 10450132"/>
              <a:gd name="connsiteY2032" fmla="*/ 4774713 h 5450835"/>
              <a:gd name="connsiteX2033" fmla="*/ 3068056 w 10450132"/>
              <a:gd name="connsiteY2033" fmla="*/ 4775173 h 5450835"/>
              <a:gd name="connsiteX2034" fmla="*/ 3072588 w 10450132"/>
              <a:gd name="connsiteY2034" fmla="*/ 4783055 h 5450835"/>
              <a:gd name="connsiteX2035" fmla="*/ 3072588 w 10450132"/>
              <a:gd name="connsiteY2035" fmla="*/ 4783908 h 5450835"/>
              <a:gd name="connsiteX2036" fmla="*/ 3068056 w 10450132"/>
              <a:gd name="connsiteY2036" fmla="*/ 4791790 h 5450835"/>
              <a:gd name="connsiteX2037" fmla="*/ 3067268 w 10450132"/>
              <a:gd name="connsiteY2037" fmla="*/ 4792249 h 5450835"/>
              <a:gd name="connsiteX2038" fmla="*/ 3058203 w 10450132"/>
              <a:gd name="connsiteY2038" fmla="*/ 4792249 h 5450835"/>
              <a:gd name="connsiteX2039" fmla="*/ 3057415 w 10450132"/>
              <a:gd name="connsiteY2039" fmla="*/ 4791790 h 5450835"/>
              <a:gd name="connsiteX2040" fmla="*/ 3052883 w 10450132"/>
              <a:gd name="connsiteY2040" fmla="*/ 4783908 h 5450835"/>
              <a:gd name="connsiteX2041" fmla="*/ 3052883 w 10450132"/>
              <a:gd name="connsiteY2041" fmla="*/ 4783055 h 5450835"/>
              <a:gd name="connsiteX2042" fmla="*/ 3057415 w 10450132"/>
              <a:gd name="connsiteY2042" fmla="*/ 4775173 h 5450835"/>
              <a:gd name="connsiteX2043" fmla="*/ 3058203 w 10450132"/>
              <a:gd name="connsiteY2043" fmla="*/ 4774713 h 5450835"/>
              <a:gd name="connsiteX2044" fmla="*/ 2803967 w 10450132"/>
              <a:gd name="connsiteY2044" fmla="*/ 4774713 h 5450835"/>
              <a:gd name="connsiteX2045" fmla="*/ 2813032 w 10450132"/>
              <a:gd name="connsiteY2045" fmla="*/ 4774713 h 5450835"/>
              <a:gd name="connsiteX2046" fmla="*/ 2813820 w 10450132"/>
              <a:gd name="connsiteY2046" fmla="*/ 4775173 h 5450835"/>
              <a:gd name="connsiteX2047" fmla="*/ 2818352 w 10450132"/>
              <a:gd name="connsiteY2047" fmla="*/ 4783055 h 5450835"/>
              <a:gd name="connsiteX2048" fmla="*/ 2818352 w 10450132"/>
              <a:gd name="connsiteY2048" fmla="*/ 4783908 h 5450835"/>
              <a:gd name="connsiteX2049" fmla="*/ 2813820 w 10450132"/>
              <a:gd name="connsiteY2049" fmla="*/ 4791790 h 5450835"/>
              <a:gd name="connsiteX2050" fmla="*/ 2813032 w 10450132"/>
              <a:gd name="connsiteY2050" fmla="*/ 4792249 h 5450835"/>
              <a:gd name="connsiteX2051" fmla="*/ 2803967 w 10450132"/>
              <a:gd name="connsiteY2051" fmla="*/ 4792249 h 5450835"/>
              <a:gd name="connsiteX2052" fmla="*/ 2803178 w 10450132"/>
              <a:gd name="connsiteY2052" fmla="*/ 4791790 h 5450835"/>
              <a:gd name="connsiteX2053" fmla="*/ 2798646 w 10450132"/>
              <a:gd name="connsiteY2053" fmla="*/ 4783908 h 5450835"/>
              <a:gd name="connsiteX2054" fmla="*/ 2798646 w 10450132"/>
              <a:gd name="connsiteY2054" fmla="*/ 4783055 h 5450835"/>
              <a:gd name="connsiteX2055" fmla="*/ 2803178 w 10450132"/>
              <a:gd name="connsiteY2055" fmla="*/ 4775173 h 5450835"/>
              <a:gd name="connsiteX2056" fmla="*/ 2803967 w 10450132"/>
              <a:gd name="connsiteY2056" fmla="*/ 4774713 h 5450835"/>
              <a:gd name="connsiteX2057" fmla="*/ 2549548 w 10450132"/>
              <a:gd name="connsiteY2057" fmla="*/ 4774713 h 5450835"/>
              <a:gd name="connsiteX2058" fmla="*/ 2558613 w 10450132"/>
              <a:gd name="connsiteY2058" fmla="*/ 4774713 h 5450835"/>
              <a:gd name="connsiteX2059" fmla="*/ 2559402 w 10450132"/>
              <a:gd name="connsiteY2059" fmla="*/ 4775173 h 5450835"/>
              <a:gd name="connsiteX2060" fmla="*/ 2563935 w 10450132"/>
              <a:gd name="connsiteY2060" fmla="*/ 4783055 h 5450835"/>
              <a:gd name="connsiteX2061" fmla="*/ 2563935 w 10450132"/>
              <a:gd name="connsiteY2061" fmla="*/ 4783908 h 5450835"/>
              <a:gd name="connsiteX2062" fmla="*/ 2559402 w 10450132"/>
              <a:gd name="connsiteY2062" fmla="*/ 4791790 h 5450835"/>
              <a:gd name="connsiteX2063" fmla="*/ 2558613 w 10450132"/>
              <a:gd name="connsiteY2063" fmla="*/ 4792249 h 5450835"/>
              <a:gd name="connsiteX2064" fmla="*/ 2549548 w 10450132"/>
              <a:gd name="connsiteY2064" fmla="*/ 4792249 h 5450835"/>
              <a:gd name="connsiteX2065" fmla="*/ 2548760 w 10450132"/>
              <a:gd name="connsiteY2065" fmla="*/ 4791790 h 5450835"/>
              <a:gd name="connsiteX2066" fmla="*/ 2544228 w 10450132"/>
              <a:gd name="connsiteY2066" fmla="*/ 4783908 h 5450835"/>
              <a:gd name="connsiteX2067" fmla="*/ 2544228 w 10450132"/>
              <a:gd name="connsiteY2067" fmla="*/ 4783055 h 5450835"/>
              <a:gd name="connsiteX2068" fmla="*/ 2548760 w 10450132"/>
              <a:gd name="connsiteY2068" fmla="*/ 4775173 h 5450835"/>
              <a:gd name="connsiteX2069" fmla="*/ 2549548 w 10450132"/>
              <a:gd name="connsiteY2069" fmla="*/ 4774713 h 5450835"/>
              <a:gd name="connsiteX2070" fmla="*/ 2295018 w 10450132"/>
              <a:gd name="connsiteY2070" fmla="*/ 4774713 h 5450835"/>
              <a:gd name="connsiteX2071" fmla="*/ 2304082 w 10450132"/>
              <a:gd name="connsiteY2071" fmla="*/ 4774713 h 5450835"/>
              <a:gd name="connsiteX2072" fmla="*/ 2304872 w 10450132"/>
              <a:gd name="connsiteY2072" fmla="*/ 4775173 h 5450835"/>
              <a:gd name="connsiteX2073" fmla="*/ 2309403 w 10450132"/>
              <a:gd name="connsiteY2073" fmla="*/ 4783055 h 5450835"/>
              <a:gd name="connsiteX2074" fmla="*/ 2309403 w 10450132"/>
              <a:gd name="connsiteY2074" fmla="*/ 4783908 h 5450835"/>
              <a:gd name="connsiteX2075" fmla="*/ 2304872 w 10450132"/>
              <a:gd name="connsiteY2075" fmla="*/ 4791790 h 5450835"/>
              <a:gd name="connsiteX2076" fmla="*/ 2304082 w 10450132"/>
              <a:gd name="connsiteY2076" fmla="*/ 4792249 h 5450835"/>
              <a:gd name="connsiteX2077" fmla="*/ 2295018 w 10450132"/>
              <a:gd name="connsiteY2077" fmla="*/ 4792249 h 5450835"/>
              <a:gd name="connsiteX2078" fmla="*/ 2294231 w 10450132"/>
              <a:gd name="connsiteY2078" fmla="*/ 4791790 h 5450835"/>
              <a:gd name="connsiteX2079" fmla="*/ 2289698 w 10450132"/>
              <a:gd name="connsiteY2079" fmla="*/ 4783908 h 5450835"/>
              <a:gd name="connsiteX2080" fmla="*/ 2289698 w 10450132"/>
              <a:gd name="connsiteY2080" fmla="*/ 4783055 h 5450835"/>
              <a:gd name="connsiteX2081" fmla="*/ 2294231 w 10450132"/>
              <a:gd name="connsiteY2081" fmla="*/ 4775173 h 5450835"/>
              <a:gd name="connsiteX2082" fmla="*/ 2295018 w 10450132"/>
              <a:gd name="connsiteY2082" fmla="*/ 4774713 h 5450835"/>
              <a:gd name="connsiteX2083" fmla="*/ 2040623 w 10450132"/>
              <a:gd name="connsiteY2083" fmla="*/ 4774713 h 5450835"/>
              <a:gd name="connsiteX2084" fmla="*/ 2049686 w 10450132"/>
              <a:gd name="connsiteY2084" fmla="*/ 4774713 h 5450835"/>
              <a:gd name="connsiteX2085" fmla="*/ 2050474 w 10450132"/>
              <a:gd name="connsiteY2085" fmla="*/ 4775173 h 5450835"/>
              <a:gd name="connsiteX2086" fmla="*/ 2055006 w 10450132"/>
              <a:gd name="connsiteY2086" fmla="*/ 4783055 h 5450835"/>
              <a:gd name="connsiteX2087" fmla="*/ 2055006 w 10450132"/>
              <a:gd name="connsiteY2087" fmla="*/ 4783908 h 5450835"/>
              <a:gd name="connsiteX2088" fmla="*/ 2050474 w 10450132"/>
              <a:gd name="connsiteY2088" fmla="*/ 4791790 h 5450835"/>
              <a:gd name="connsiteX2089" fmla="*/ 2049686 w 10450132"/>
              <a:gd name="connsiteY2089" fmla="*/ 4792249 h 5450835"/>
              <a:gd name="connsiteX2090" fmla="*/ 2040623 w 10450132"/>
              <a:gd name="connsiteY2090" fmla="*/ 4792249 h 5450835"/>
              <a:gd name="connsiteX2091" fmla="*/ 2039833 w 10450132"/>
              <a:gd name="connsiteY2091" fmla="*/ 4791790 h 5450835"/>
              <a:gd name="connsiteX2092" fmla="*/ 2035302 w 10450132"/>
              <a:gd name="connsiteY2092" fmla="*/ 4783908 h 5450835"/>
              <a:gd name="connsiteX2093" fmla="*/ 2035302 w 10450132"/>
              <a:gd name="connsiteY2093" fmla="*/ 4783055 h 5450835"/>
              <a:gd name="connsiteX2094" fmla="*/ 2039833 w 10450132"/>
              <a:gd name="connsiteY2094" fmla="*/ 4775173 h 5450835"/>
              <a:gd name="connsiteX2095" fmla="*/ 2040623 w 10450132"/>
              <a:gd name="connsiteY2095" fmla="*/ 4774713 h 5450835"/>
              <a:gd name="connsiteX2096" fmla="*/ 1786207 w 10450132"/>
              <a:gd name="connsiteY2096" fmla="*/ 4774713 h 5450835"/>
              <a:gd name="connsiteX2097" fmla="*/ 1795272 w 10450132"/>
              <a:gd name="connsiteY2097" fmla="*/ 4774713 h 5450835"/>
              <a:gd name="connsiteX2098" fmla="*/ 1796060 w 10450132"/>
              <a:gd name="connsiteY2098" fmla="*/ 4775173 h 5450835"/>
              <a:gd name="connsiteX2099" fmla="*/ 1800592 w 10450132"/>
              <a:gd name="connsiteY2099" fmla="*/ 4783055 h 5450835"/>
              <a:gd name="connsiteX2100" fmla="*/ 1800592 w 10450132"/>
              <a:gd name="connsiteY2100" fmla="*/ 4783908 h 5450835"/>
              <a:gd name="connsiteX2101" fmla="*/ 1796060 w 10450132"/>
              <a:gd name="connsiteY2101" fmla="*/ 4791790 h 5450835"/>
              <a:gd name="connsiteX2102" fmla="*/ 1795272 w 10450132"/>
              <a:gd name="connsiteY2102" fmla="*/ 4792249 h 5450835"/>
              <a:gd name="connsiteX2103" fmla="*/ 1786207 w 10450132"/>
              <a:gd name="connsiteY2103" fmla="*/ 4792249 h 5450835"/>
              <a:gd name="connsiteX2104" fmla="*/ 1785419 w 10450132"/>
              <a:gd name="connsiteY2104" fmla="*/ 4791790 h 5450835"/>
              <a:gd name="connsiteX2105" fmla="*/ 1780887 w 10450132"/>
              <a:gd name="connsiteY2105" fmla="*/ 4783908 h 5450835"/>
              <a:gd name="connsiteX2106" fmla="*/ 1780887 w 10450132"/>
              <a:gd name="connsiteY2106" fmla="*/ 4783055 h 5450835"/>
              <a:gd name="connsiteX2107" fmla="*/ 1785419 w 10450132"/>
              <a:gd name="connsiteY2107" fmla="*/ 4775173 h 5450835"/>
              <a:gd name="connsiteX2108" fmla="*/ 1786207 w 10450132"/>
              <a:gd name="connsiteY2108" fmla="*/ 4774713 h 5450835"/>
              <a:gd name="connsiteX2109" fmla="*/ 1531965 w 10450132"/>
              <a:gd name="connsiteY2109" fmla="*/ 4774713 h 5450835"/>
              <a:gd name="connsiteX2110" fmla="*/ 1541028 w 10450132"/>
              <a:gd name="connsiteY2110" fmla="*/ 4774713 h 5450835"/>
              <a:gd name="connsiteX2111" fmla="*/ 1541817 w 10450132"/>
              <a:gd name="connsiteY2111" fmla="*/ 4775173 h 5450835"/>
              <a:gd name="connsiteX2112" fmla="*/ 1546348 w 10450132"/>
              <a:gd name="connsiteY2112" fmla="*/ 4783055 h 5450835"/>
              <a:gd name="connsiteX2113" fmla="*/ 1546348 w 10450132"/>
              <a:gd name="connsiteY2113" fmla="*/ 4783908 h 5450835"/>
              <a:gd name="connsiteX2114" fmla="*/ 1541817 w 10450132"/>
              <a:gd name="connsiteY2114" fmla="*/ 4791790 h 5450835"/>
              <a:gd name="connsiteX2115" fmla="*/ 1541028 w 10450132"/>
              <a:gd name="connsiteY2115" fmla="*/ 4792249 h 5450835"/>
              <a:gd name="connsiteX2116" fmla="*/ 1531965 w 10450132"/>
              <a:gd name="connsiteY2116" fmla="*/ 4792249 h 5450835"/>
              <a:gd name="connsiteX2117" fmla="*/ 1531177 w 10450132"/>
              <a:gd name="connsiteY2117" fmla="*/ 4791790 h 5450835"/>
              <a:gd name="connsiteX2118" fmla="*/ 1526642 w 10450132"/>
              <a:gd name="connsiteY2118" fmla="*/ 4783908 h 5450835"/>
              <a:gd name="connsiteX2119" fmla="*/ 1526642 w 10450132"/>
              <a:gd name="connsiteY2119" fmla="*/ 4783055 h 5450835"/>
              <a:gd name="connsiteX2120" fmla="*/ 1531177 w 10450132"/>
              <a:gd name="connsiteY2120" fmla="*/ 4775173 h 5450835"/>
              <a:gd name="connsiteX2121" fmla="*/ 1531965 w 10450132"/>
              <a:gd name="connsiteY2121" fmla="*/ 4774713 h 5450835"/>
              <a:gd name="connsiteX2122" fmla="*/ 1277399 w 10450132"/>
              <a:gd name="connsiteY2122" fmla="*/ 4774713 h 5450835"/>
              <a:gd name="connsiteX2123" fmla="*/ 1286463 w 10450132"/>
              <a:gd name="connsiteY2123" fmla="*/ 4774713 h 5450835"/>
              <a:gd name="connsiteX2124" fmla="*/ 1287252 w 10450132"/>
              <a:gd name="connsiteY2124" fmla="*/ 4775173 h 5450835"/>
              <a:gd name="connsiteX2125" fmla="*/ 1291783 w 10450132"/>
              <a:gd name="connsiteY2125" fmla="*/ 4783055 h 5450835"/>
              <a:gd name="connsiteX2126" fmla="*/ 1291783 w 10450132"/>
              <a:gd name="connsiteY2126" fmla="*/ 4783908 h 5450835"/>
              <a:gd name="connsiteX2127" fmla="*/ 1287252 w 10450132"/>
              <a:gd name="connsiteY2127" fmla="*/ 4791790 h 5450835"/>
              <a:gd name="connsiteX2128" fmla="*/ 1286463 w 10450132"/>
              <a:gd name="connsiteY2128" fmla="*/ 4792249 h 5450835"/>
              <a:gd name="connsiteX2129" fmla="*/ 1277399 w 10450132"/>
              <a:gd name="connsiteY2129" fmla="*/ 4792249 h 5450835"/>
              <a:gd name="connsiteX2130" fmla="*/ 1276610 w 10450132"/>
              <a:gd name="connsiteY2130" fmla="*/ 4791790 h 5450835"/>
              <a:gd name="connsiteX2131" fmla="*/ 1272079 w 10450132"/>
              <a:gd name="connsiteY2131" fmla="*/ 4783908 h 5450835"/>
              <a:gd name="connsiteX2132" fmla="*/ 1272079 w 10450132"/>
              <a:gd name="connsiteY2132" fmla="*/ 4783055 h 5450835"/>
              <a:gd name="connsiteX2133" fmla="*/ 1276610 w 10450132"/>
              <a:gd name="connsiteY2133" fmla="*/ 4775173 h 5450835"/>
              <a:gd name="connsiteX2134" fmla="*/ 1277399 w 10450132"/>
              <a:gd name="connsiteY2134" fmla="*/ 4774713 h 5450835"/>
              <a:gd name="connsiteX2135" fmla="*/ 1023061 w 10450132"/>
              <a:gd name="connsiteY2135" fmla="*/ 4774713 h 5450835"/>
              <a:gd name="connsiteX2136" fmla="*/ 1032125 w 10450132"/>
              <a:gd name="connsiteY2136" fmla="*/ 4774713 h 5450835"/>
              <a:gd name="connsiteX2137" fmla="*/ 1032912 w 10450132"/>
              <a:gd name="connsiteY2137" fmla="*/ 4775173 h 5450835"/>
              <a:gd name="connsiteX2138" fmla="*/ 1037445 w 10450132"/>
              <a:gd name="connsiteY2138" fmla="*/ 4783055 h 5450835"/>
              <a:gd name="connsiteX2139" fmla="*/ 1037445 w 10450132"/>
              <a:gd name="connsiteY2139" fmla="*/ 4783908 h 5450835"/>
              <a:gd name="connsiteX2140" fmla="*/ 1032912 w 10450132"/>
              <a:gd name="connsiteY2140" fmla="*/ 4791790 h 5450835"/>
              <a:gd name="connsiteX2141" fmla="*/ 1032125 w 10450132"/>
              <a:gd name="connsiteY2141" fmla="*/ 4792249 h 5450835"/>
              <a:gd name="connsiteX2142" fmla="*/ 1023061 w 10450132"/>
              <a:gd name="connsiteY2142" fmla="*/ 4792249 h 5450835"/>
              <a:gd name="connsiteX2143" fmla="*/ 1022272 w 10450132"/>
              <a:gd name="connsiteY2143" fmla="*/ 4791790 h 5450835"/>
              <a:gd name="connsiteX2144" fmla="*/ 1017740 w 10450132"/>
              <a:gd name="connsiteY2144" fmla="*/ 4783908 h 5450835"/>
              <a:gd name="connsiteX2145" fmla="*/ 1017740 w 10450132"/>
              <a:gd name="connsiteY2145" fmla="*/ 4783055 h 5450835"/>
              <a:gd name="connsiteX2146" fmla="*/ 1022272 w 10450132"/>
              <a:gd name="connsiteY2146" fmla="*/ 4775173 h 5450835"/>
              <a:gd name="connsiteX2147" fmla="*/ 1023061 w 10450132"/>
              <a:gd name="connsiteY2147" fmla="*/ 4774713 h 5450835"/>
              <a:gd name="connsiteX2148" fmla="*/ 768737 w 10450132"/>
              <a:gd name="connsiteY2148" fmla="*/ 4774713 h 5450835"/>
              <a:gd name="connsiteX2149" fmla="*/ 777799 w 10450132"/>
              <a:gd name="connsiteY2149" fmla="*/ 4774713 h 5450835"/>
              <a:gd name="connsiteX2150" fmla="*/ 778588 w 10450132"/>
              <a:gd name="connsiteY2150" fmla="*/ 4775173 h 5450835"/>
              <a:gd name="connsiteX2151" fmla="*/ 783120 w 10450132"/>
              <a:gd name="connsiteY2151" fmla="*/ 4783055 h 5450835"/>
              <a:gd name="connsiteX2152" fmla="*/ 783120 w 10450132"/>
              <a:gd name="connsiteY2152" fmla="*/ 4783908 h 5450835"/>
              <a:gd name="connsiteX2153" fmla="*/ 778588 w 10450132"/>
              <a:gd name="connsiteY2153" fmla="*/ 4791790 h 5450835"/>
              <a:gd name="connsiteX2154" fmla="*/ 777799 w 10450132"/>
              <a:gd name="connsiteY2154" fmla="*/ 4792249 h 5450835"/>
              <a:gd name="connsiteX2155" fmla="*/ 768737 w 10450132"/>
              <a:gd name="connsiteY2155" fmla="*/ 4792249 h 5450835"/>
              <a:gd name="connsiteX2156" fmla="*/ 767949 w 10450132"/>
              <a:gd name="connsiteY2156" fmla="*/ 4791790 h 5450835"/>
              <a:gd name="connsiteX2157" fmla="*/ 763416 w 10450132"/>
              <a:gd name="connsiteY2157" fmla="*/ 4783908 h 5450835"/>
              <a:gd name="connsiteX2158" fmla="*/ 763416 w 10450132"/>
              <a:gd name="connsiteY2158" fmla="*/ 4783055 h 5450835"/>
              <a:gd name="connsiteX2159" fmla="*/ 767949 w 10450132"/>
              <a:gd name="connsiteY2159" fmla="*/ 4775173 h 5450835"/>
              <a:gd name="connsiteX2160" fmla="*/ 768737 w 10450132"/>
              <a:gd name="connsiteY2160" fmla="*/ 4774713 h 5450835"/>
              <a:gd name="connsiteX2161" fmla="*/ 514331 w 10450132"/>
              <a:gd name="connsiteY2161" fmla="*/ 4774713 h 5450835"/>
              <a:gd name="connsiteX2162" fmla="*/ 523395 w 10450132"/>
              <a:gd name="connsiteY2162" fmla="*/ 4774713 h 5450835"/>
              <a:gd name="connsiteX2163" fmla="*/ 524183 w 10450132"/>
              <a:gd name="connsiteY2163" fmla="*/ 4775173 h 5450835"/>
              <a:gd name="connsiteX2164" fmla="*/ 528715 w 10450132"/>
              <a:gd name="connsiteY2164" fmla="*/ 4783055 h 5450835"/>
              <a:gd name="connsiteX2165" fmla="*/ 528715 w 10450132"/>
              <a:gd name="connsiteY2165" fmla="*/ 4783908 h 5450835"/>
              <a:gd name="connsiteX2166" fmla="*/ 524183 w 10450132"/>
              <a:gd name="connsiteY2166" fmla="*/ 4791790 h 5450835"/>
              <a:gd name="connsiteX2167" fmla="*/ 523395 w 10450132"/>
              <a:gd name="connsiteY2167" fmla="*/ 4792249 h 5450835"/>
              <a:gd name="connsiteX2168" fmla="*/ 514331 w 10450132"/>
              <a:gd name="connsiteY2168" fmla="*/ 4792249 h 5450835"/>
              <a:gd name="connsiteX2169" fmla="*/ 513543 w 10450132"/>
              <a:gd name="connsiteY2169" fmla="*/ 4791790 h 5450835"/>
              <a:gd name="connsiteX2170" fmla="*/ 509010 w 10450132"/>
              <a:gd name="connsiteY2170" fmla="*/ 4783908 h 5450835"/>
              <a:gd name="connsiteX2171" fmla="*/ 509010 w 10450132"/>
              <a:gd name="connsiteY2171" fmla="*/ 4783055 h 5450835"/>
              <a:gd name="connsiteX2172" fmla="*/ 513543 w 10450132"/>
              <a:gd name="connsiteY2172" fmla="*/ 4775173 h 5450835"/>
              <a:gd name="connsiteX2173" fmla="*/ 514331 w 10450132"/>
              <a:gd name="connsiteY2173" fmla="*/ 4774713 h 5450835"/>
              <a:gd name="connsiteX2174" fmla="*/ 259829 w 10450132"/>
              <a:gd name="connsiteY2174" fmla="*/ 4774713 h 5450835"/>
              <a:gd name="connsiteX2175" fmla="*/ 268892 w 10450132"/>
              <a:gd name="connsiteY2175" fmla="*/ 4774713 h 5450835"/>
              <a:gd name="connsiteX2176" fmla="*/ 269681 w 10450132"/>
              <a:gd name="connsiteY2176" fmla="*/ 4775173 h 5450835"/>
              <a:gd name="connsiteX2177" fmla="*/ 274212 w 10450132"/>
              <a:gd name="connsiteY2177" fmla="*/ 4783055 h 5450835"/>
              <a:gd name="connsiteX2178" fmla="*/ 274212 w 10450132"/>
              <a:gd name="connsiteY2178" fmla="*/ 4783908 h 5450835"/>
              <a:gd name="connsiteX2179" fmla="*/ 269681 w 10450132"/>
              <a:gd name="connsiteY2179" fmla="*/ 4791790 h 5450835"/>
              <a:gd name="connsiteX2180" fmla="*/ 268892 w 10450132"/>
              <a:gd name="connsiteY2180" fmla="*/ 4792249 h 5450835"/>
              <a:gd name="connsiteX2181" fmla="*/ 259829 w 10450132"/>
              <a:gd name="connsiteY2181" fmla="*/ 4792249 h 5450835"/>
              <a:gd name="connsiteX2182" fmla="*/ 259039 w 10450132"/>
              <a:gd name="connsiteY2182" fmla="*/ 4791790 h 5450835"/>
              <a:gd name="connsiteX2183" fmla="*/ 254508 w 10450132"/>
              <a:gd name="connsiteY2183" fmla="*/ 4783908 h 5450835"/>
              <a:gd name="connsiteX2184" fmla="*/ 254508 w 10450132"/>
              <a:gd name="connsiteY2184" fmla="*/ 4783055 h 5450835"/>
              <a:gd name="connsiteX2185" fmla="*/ 259039 w 10450132"/>
              <a:gd name="connsiteY2185" fmla="*/ 4775173 h 5450835"/>
              <a:gd name="connsiteX2186" fmla="*/ 259829 w 10450132"/>
              <a:gd name="connsiteY2186" fmla="*/ 4774713 h 5450835"/>
              <a:gd name="connsiteX2187" fmla="*/ 5582 w 10450132"/>
              <a:gd name="connsiteY2187" fmla="*/ 4774713 h 5450835"/>
              <a:gd name="connsiteX2188" fmla="*/ 14644 w 10450132"/>
              <a:gd name="connsiteY2188" fmla="*/ 4774713 h 5450835"/>
              <a:gd name="connsiteX2189" fmla="*/ 15432 w 10450132"/>
              <a:gd name="connsiteY2189" fmla="*/ 4775173 h 5450835"/>
              <a:gd name="connsiteX2190" fmla="*/ 19964 w 10450132"/>
              <a:gd name="connsiteY2190" fmla="*/ 4783055 h 5450835"/>
              <a:gd name="connsiteX2191" fmla="*/ 19964 w 10450132"/>
              <a:gd name="connsiteY2191" fmla="*/ 4783908 h 5450835"/>
              <a:gd name="connsiteX2192" fmla="*/ 15432 w 10450132"/>
              <a:gd name="connsiteY2192" fmla="*/ 4791790 h 5450835"/>
              <a:gd name="connsiteX2193" fmla="*/ 14644 w 10450132"/>
              <a:gd name="connsiteY2193" fmla="*/ 4792249 h 5450835"/>
              <a:gd name="connsiteX2194" fmla="*/ 5582 w 10450132"/>
              <a:gd name="connsiteY2194" fmla="*/ 4792249 h 5450835"/>
              <a:gd name="connsiteX2195" fmla="*/ 4792 w 10450132"/>
              <a:gd name="connsiteY2195" fmla="*/ 4791790 h 5450835"/>
              <a:gd name="connsiteX2196" fmla="*/ 261 w 10450132"/>
              <a:gd name="connsiteY2196" fmla="*/ 4783908 h 5450835"/>
              <a:gd name="connsiteX2197" fmla="*/ 261 w 10450132"/>
              <a:gd name="connsiteY2197" fmla="*/ 4783055 h 5450835"/>
              <a:gd name="connsiteX2198" fmla="*/ 4792 w 10450132"/>
              <a:gd name="connsiteY2198" fmla="*/ 4775173 h 5450835"/>
              <a:gd name="connsiteX2199" fmla="*/ 5582 w 10450132"/>
              <a:gd name="connsiteY2199" fmla="*/ 4774713 h 5450835"/>
              <a:gd name="connsiteX2200" fmla="*/ 10435622 w 10450132"/>
              <a:gd name="connsiteY2200" fmla="*/ 4557705 h 5450835"/>
              <a:gd name="connsiteX2201" fmla="*/ 10444686 w 10450132"/>
              <a:gd name="connsiteY2201" fmla="*/ 4557705 h 5450835"/>
              <a:gd name="connsiteX2202" fmla="*/ 10445474 w 10450132"/>
              <a:gd name="connsiteY2202" fmla="*/ 4558165 h 5450835"/>
              <a:gd name="connsiteX2203" fmla="*/ 10450007 w 10450132"/>
              <a:gd name="connsiteY2203" fmla="*/ 4566046 h 5450835"/>
              <a:gd name="connsiteX2204" fmla="*/ 10450007 w 10450132"/>
              <a:gd name="connsiteY2204" fmla="*/ 4566900 h 5450835"/>
              <a:gd name="connsiteX2205" fmla="*/ 10445474 w 10450132"/>
              <a:gd name="connsiteY2205" fmla="*/ 4574782 h 5450835"/>
              <a:gd name="connsiteX2206" fmla="*/ 10444686 w 10450132"/>
              <a:gd name="connsiteY2206" fmla="*/ 4575242 h 5450835"/>
              <a:gd name="connsiteX2207" fmla="*/ 10435622 w 10450132"/>
              <a:gd name="connsiteY2207" fmla="*/ 4575242 h 5450835"/>
              <a:gd name="connsiteX2208" fmla="*/ 10434834 w 10450132"/>
              <a:gd name="connsiteY2208" fmla="*/ 4574782 h 5450835"/>
              <a:gd name="connsiteX2209" fmla="*/ 10430302 w 10450132"/>
              <a:gd name="connsiteY2209" fmla="*/ 4566900 h 5450835"/>
              <a:gd name="connsiteX2210" fmla="*/ 10430302 w 10450132"/>
              <a:gd name="connsiteY2210" fmla="*/ 4566046 h 5450835"/>
              <a:gd name="connsiteX2211" fmla="*/ 10434834 w 10450132"/>
              <a:gd name="connsiteY2211" fmla="*/ 4558165 h 5450835"/>
              <a:gd name="connsiteX2212" fmla="*/ 10435622 w 10450132"/>
              <a:gd name="connsiteY2212" fmla="*/ 4557705 h 5450835"/>
              <a:gd name="connsiteX2213" fmla="*/ 10181242 w 10450132"/>
              <a:gd name="connsiteY2213" fmla="*/ 4557705 h 5450835"/>
              <a:gd name="connsiteX2214" fmla="*/ 10190305 w 10450132"/>
              <a:gd name="connsiteY2214" fmla="*/ 4557705 h 5450835"/>
              <a:gd name="connsiteX2215" fmla="*/ 10191093 w 10450132"/>
              <a:gd name="connsiteY2215" fmla="*/ 4558165 h 5450835"/>
              <a:gd name="connsiteX2216" fmla="*/ 10195626 w 10450132"/>
              <a:gd name="connsiteY2216" fmla="*/ 4566046 h 5450835"/>
              <a:gd name="connsiteX2217" fmla="*/ 10195626 w 10450132"/>
              <a:gd name="connsiteY2217" fmla="*/ 4566900 h 5450835"/>
              <a:gd name="connsiteX2218" fmla="*/ 10191093 w 10450132"/>
              <a:gd name="connsiteY2218" fmla="*/ 4574782 h 5450835"/>
              <a:gd name="connsiteX2219" fmla="*/ 10190305 w 10450132"/>
              <a:gd name="connsiteY2219" fmla="*/ 4575242 h 5450835"/>
              <a:gd name="connsiteX2220" fmla="*/ 10181242 w 10450132"/>
              <a:gd name="connsiteY2220" fmla="*/ 4575242 h 5450835"/>
              <a:gd name="connsiteX2221" fmla="*/ 10180453 w 10450132"/>
              <a:gd name="connsiteY2221" fmla="*/ 4574782 h 5450835"/>
              <a:gd name="connsiteX2222" fmla="*/ 10175922 w 10450132"/>
              <a:gd name="connsiteY2222" fmla="*/ 4566900 h 5450835"/>
              <a:gd name="connsiteX2223" fmla="*/ 10175922 w 10450132"/>
              <a:gd name="connsiteY2223" fmla="*/ 4566046 h 5450835"/>
              <a:gd name="connsiteX2224" fmla="*/ 10180453 w 10450132"/>
              <a:gd name="connsiteY2224" fmla="*/ 4558165 h 5450835"/>
              <a:gd name="connsiteX2225" fmla="*/ 10181242 w 10450132"/>
              <a:gd name="connsiteY2225" fmla="*/ 4557705 h 5450835"/>
              <a:gd name="connsiteX2226" fmla="*/ 9926861 w 10450132"/>
              <a:gd name="connsiteY2226" fmla="*/ 4557705 h 5450835"/>
              <a:gd name="connsiteX2227" fmla="*/ 9935924 w 10450132"/>
              <a:gd name="connsiteY2227" fmla="*/ 4557705 h 5450835"/>
              <a:gd name="connsiteX2228" fmla="*/ 9936713 w 10450132"/>
              <a:gd name="connsiteY2228" fmla="*/ 4558165 h 5450835"/>
              <a:gd name="connsiteX2229" fmla="*/ 9941246 w 10450132"/>
              <a:gd name="connsiteY2229" fmla="*/ 4566046 h 5450835"/>
              <a:gd name="connsiteX2230" fmla="*/ 9941246 w 10450132"/>
              <a:gd name="connsiteY2230" fmla="*/ 4566900 h 5450835"/>
              <a:gd name="connsiteX2231" fmla="*/ 9936713 w 10450132"/>
              <a:gd name="connsiteY2231" fmla="*/ 4574782 h 5450835"/>
              <a:gd name="connsiteX2232" fmla="*/ 9935924 w 10450132"/>
              <a:gd name="connsiteY2232" fmla="*/ 4575242 h 5450835"/>
              <a:gd name="connsiteX2233" fmla="*/ 9926861 w 10450132"/>
              <a:gd name="connsiteY2233" fmla="*/ 4575242 h 5450835"/>
              <a:gd name="connsiteX2234" fmla="*/ 9926073 w 10450132"/>
              <a:gd name="connsiteY2234" fmla="*/ 4574782 h 5450835"/>
              <a:gd name="connsiteX2235" fmla="*/ 9921541 w 10450132"/>
              <a:gd name="connsiteY2235" fmla="*/ 4566900 h 5450835"/>
              <a:gd name="connsiteX2236" fmla="*/ 9921541 w 10450132"/>
              <a:gd name="connsiteY2236" fmla="*/ 4566046 h 5450835"/>
              <a:gd name="connsiteX2237" fmla="*/ 9926073 w 10450132"/>
              <a:gd name="connsiteY2237" fmla="*/ 4558165 h 5450835"/>
              <a:gd name="connsiteX2238" fmla="*/ 9926861 w 10450132"/>
              <a:gd name="connsiteY2238" fmla="*/ 4557705 h 5450835"/>
              <a:gd name="connsiteX2239" fmla="*/ 9672481 w 10450132"/>
              <a:gd name="connsiteY2239" fmla="*/ 4557705 h 5450835"/>
              <a:gd name="connsiteX2240" fmla="*/ 9681545 w 10450132"/>
              <a:gd name="connsiteY2240" fmla="*/ 4557705 h 5450835"/>
              <a:gd name="connsiteX2241" fmla="*/ 9682333 w 10450132"/>
              <a:gd name="connsiteY2241" fmla="*/ 4558165 h 5450835"/>
              <a:gd name="connsiteX2242" fmla="*/ 9686865 w 10450132"/>
              <a:gd name="connsiteY2242" fmla="*/ 4566046 h 5450835"/>
              <a:gd name="connsiteX2243" fmla="*/ 9686865 w 10450132"/>
              <a:gd name="connsiteY2243" fmla="*/ 4566900 h 5450835"/>
              <a:gd name="connsiteX2244" fmla="*/ 9682333 w 10450132"/>
              <a:gd name="connsiteY2244" fmla="*/ 4574782 h 5450835"/>
              <a:gd name="connsiteX2245" fmla="*/ 9681545 w 10450132"/>
              <a:gd name="connsiteY2245" fmla="*/ 4575242 h 5450835"/>
              <a:gd name="connsiteX2246" fmla="*/ 9672481 w 10450132"/>
              <a:gd name="connsiteY2246" fmla="*/ 4575242 h 5450835"/>
              <a:gd name="connsiteX2247" fmla="*/ 9671693 w 10450132"/>
              <a:gd name="connsiteY2247" fmla="*/ 4574782 h 5450835"/>
              <a:gd name="connsiteX2248" fmla="*/ 9667160 w 10450132"/>
              <a:gd name="connsiteY2248" fmla="*/ 4566900 h 5450835"/>
              <a:gd name="connsiteX2249" fmla="*/ 9667160 w 10450132"/>
              <a:gd name="connsiteY2249" fmla="*/ 4566046 h 5450835"/>
              <a:gd name="connsiteX2250" fmla="*/ 9671693 w 10450132"/>
              <a:gd name="connsiteY2250" fmla="*/ 4558165 h 5450835"/>
              <a:gd name="connsiteX2251" fmla="*/ 9672481 w 10450132"/>
              <a:gd name="connsiteY2251" fmla="*/ 4557705 h 5450835"/>
              <a:gd name="connsiteX2252" fmla="*/ 9418035 w 10450132"/>
              <a:gd name="connsiteY2252" fmla="*/ 4557705 h 5450835"/>
              <a:gd name="connsiteX2253" fmla="*/ 9427099 w 10450132"/>
              <a:gd name="connsiteY2253" fmla="*/ 4557705 h 5450835"/>
              <a:gd name="connsiteX2254" fmla="*/ 9427887 w 10450132"/>
              <a:gd name="connsiteY2254" fmla="*/ 4558165 h 5450835"/>
              <a:gd name="connsiteX2255" fmla="*/ 9432419 w 10450132"/>
              <a:gd name="connsiteY2255" fmla="*/ 4566046 h 5450835"/>
              <a:gd name="connsiteX2256" fmla="*/ 9432419 w 10450132"/>
              <a:gd name="connsiteY2256" fmla="*/ 4566900 h 5450835"/>
              <a:gd name="connsiteX2257" fmla="*/ 9427887 w 10450132"/>
              <a:gd name="connsiteY2257" fmla="*/ 4574782 h 5450835"/>
              <a:gd name="connsiteX2258" fmla="*/ 9427099 w 10450132"/>
              <a:gd name="connsiteY2258" fmla="*/ 4575242 h 5450835"/>
              <a:gd name="connsiteX2259" fmla="*/ 9418035 w 10450132"/>
              <a:gd name="connsiteY2259" fmla="*/ 4575242 h 5450835"/>
              <a:gd name="connsiteX2260" fmla="*/ 9417247 w 10450132"/>
              <a:gd name="connsiteY2260" fmla="*/ 4574782 h 5450835"/>
              <a:gd name="connsiteX2261" fmla="*/ 9412714 w 10450132"/>
              <a:gd name="connsiteY2261" fmla="*/ 4566900 h 5450835"/>
              <a:gd name="connsiteX2262" fmla="*/ 9412714 w 10450132"/>
              <a:gd name="connsiteY2262" fmla="*/ 4566046 h 5450835"/>
              <a:gd name="connsiteX2263" fmla="*/ 9417247 w 10450132"/>
              <a:gd name="connsiteY2263" fmla="*/ 4558165 h 5450835"/>
              <a:gd name="connsiteX2264" fmla="*/ 9418035 w 10450132"/>
              <a:gd name="connsiteY2264" fmla="*/ 4557705 h 5450835"/>
              <a:gd name="connsiteX2265" fmla="*/ 9163654 w 10450132"/>
              <a:gd name="connsiteY2265" fmla="*/ 4557705 h 5450835"/>
              <a:gd name="connsiteX2266" fmla="*/ 9172718 w 10450132"/>
              <a:gd name="connsiteY2266" fmla="*/ 4557705 h 5450835"/>
              <a:gd name="connsiteX2267" fmla="*/ 9173506 w 10450132"/>
              <a:gd name="connsiteY2267" fmla="*/ 4558165 h 5450835"/>
              <a:gd name="connsiteX2268" fmla="*/ 9178038 w 10450132"/>
              <a:gd name="connsiteY2268" fmla="*/ 4566046 h 5450835"/>
              <a:gd name="connsiteX2269" fmla="*/ 9178038 w 10450132"/>
              <a:gd name="connsiteY2269" fmla="*/ 4566900 h 5450835"/>
              <a:gd name="connsiteX2270" fmla="*/ 9173506 w 10450132"/>
              <a:gd name="connsiteY2270" fmla="*/ 4574782 h 5450835"/>
              <a:gd name="connsiteX2271" fmla="*/ 9172718 w 10450132"/>
              <a:gd name="connsiteY2271" fmla="*/ 4575242 h 5450835"/>
              <a:gd name="connsiteX2272" fmla="*/ 9163654 w 10450132"/>
              <a:gd name="connsiteY2272" fmla="*/ 4575242 h 5450835"/>
              <a:gd name="connsiteX2273" fmla="*/ 9162866 w 10450132"/>
              <a:gd name="connsiteY2273" fmla="*/ 4574782 h 5450835"/>
              <a:gd name="connsiteX2274" fmla="*/ 9158333 w 10450132"/>
              <a:gd name="connsiteY2274" fmla="*/ 4566900 h 5450835"/>
              <a:gd name="connsiteX2275" fmla="*/ 9158333 w 10450132"/>
              <a:gd name="connsiteY2275" fmla="*/ 4566046 h 5450835"/>
              <a:gd name="connsiteX2276" fmla="*/ 9162866 w 10450132"/>
              <a:gd name="connsiteY2276" fmla="*/ 4558165 h 5450835"/>
              <a:gd name="connsiteX2277" fmla="*/ 9163654 w 10450132"/>
              <a:gd name="connsiteY2277" fmla="*/ 4557705 h 5450835"/>
              <a:gd name="connsiteX2278" fmla="*/ 8909274 w 10450132"/>
              <a:gd name="connsiteY2278" fmla="*/ 4557705 h 5450835"/>
              <a:gd name="connsiteX2279" fmla="*/ 8918336 w 10450132"/>
              <a:gd name="connsiteY2279" fmla="*/ 4557705 h 5450835"/>
              <a:gd name="connsiteX2280" fmla="*/ 8919125 w 10450132"/>
              <a:gd name="connsiteY2280" fmla="*/ 4558165 h 5450835"/>
              <a:gd name="connsiteX2281" fmla="*/ 8923657 w 10450132"/>
              <a:gd name="connsiteY2281" fmla="*/ 4566046 h 5450835"/>
              <a:gd name="connsiteX2282" fmla="*/ 8923657 w 10450132"/>
              <a:gd name="connsiteY2282" fmla="*/ 4566900 h 5450835"/>
              <a:gd name="connsiteX2283" fmla="*/ 8919125 w 10450132"/>
              <a:gd name="connsiteY2283" fmla="*/ 4574782 h 5450835"/>
              <a:gd name="connsiteX2284" fmla="*/ 8918336 w 10450132"/>
              <a:gd name="connsiteY2284" fmla="*/ 4575242 h 5450835"/>
              <a:gd name="connsiteX2285" fmla="*/ 8909274 w 10450132"/>
              <a:gd name="connsiteY2285" fmla="*/ 4575242 h 5450835"/>
              <a:gd name="connsiteX2286" fmla="*/ 8908484 w 10450132"/>
              <a:gd name="connsiteY2286" fmla="*/ 4574782 h 5450835"/>
              <a:gd name="connsiteX2287" fmla="*/ 8903953 w 10450132"/>
              <a:gd name="connsiteY2287" fmla="*/ 4566900 h 5450835"/>
              <a:gd name="connsiteX2288" fmla="*/ 8903953 w 10450132"/>
              <a:gd name="connsiteY2288" fmla="*/ 4566046 h 5450835"/>
              <a:gd name="connsiteX2289" fmla="*/ 8908484 w 10450132"/>
              <a:gd name="connsiteY2289" fmla="*/ 4558165 h 5450835"/>
              <a:gd name="connsiteX2290" fmla="*/ 8909274 w 10450132"/>
              <a:gd name="connsiteY2290" fmla="*/ 4557705 h 5450835"/>
              <a:gd name="connsiteX2291" fmla="*/ 8654892 w 10450132"/>
              <a:gd name="connsiteY2291" fmla="*/ 4557705 h 5450835"/>
              <a:gd name="connsiteX2292" fmla="*/ 8663955 w 10450132"/>
              <a:gd name="connsiteY2292" fmla="*/ 4557705 h 5450835"/>
              <a:gd name="connsiteX2293" fmla="*/ 8664744 w 10450132"/>
              <a:gd name="connsiteY2293" fmla="*/ 4558165 h 5450835"/>
              <a:gd name="connsiteX2294" fmla="*/ 8669277 w 10450132"/>
              <a:gd name="connsiteY2294" fmla="*/ 4566046 h 5450835"/>
              <a:gd name="connsiteX2295" fmla="*/ 8669277 w 10450132"/>
              <a:gd name="connsiteY2295" fmla="*/ 4566900 h 5450835"/>
              <a:gd name="connsiteX2296" fmla="*/ 8664744 w 10450132"/>
              <a:gd name="connsiteY2296" fmla="*/ 4574782 h 5450835"/>
              <a:gd name="connsiteX2297" fmla="*/ 8663955 w 10450132"/>
              <a:gd name="connsiteY2297" fmla="*/ 4575242 h 5450835"/>
              <a:gd name="connsiteX2298" fmla="*/ 8654892 w 10450132"/>
              <a:gd name="connsiteY2298" fmla="*/ 4575242 h 5450835"/>
              <a:gd name="connsiteX2299" fmla="*/ 8654104 w 10450132"/>
              <a:gd name="connsiteY2299" fmla="*/ 4574782 h 5450835"/>
              <a:gd name="connsiteX2300" fmla="*/ 8649572 w 10450132"/>
              <a:gd name="connsiteY2300" fmla="*/ 4566900 h 5450835"/>
              <a:gd name="connsiteX2301" fmla="*/ 8649572 w 10450132"/>
              <a:gd name="connsiteY2301" fmla="*/ 4566046 h 5450835"/>
              <a:gd name="connsiteX2302" fmla="*/ 8654104 w 10450132"/>
              <a:gd name="connsiteY2302" fmla="*/ 4558165 h 5450835"/>
              <a:gd name="connsiteX2303" fmla="*/ 8654892 w 10450132"/>
              <a:gd name="connsiteY2303" fmla="*/ 4557705 h 5450835"/>
              <a:gd name="connsiteX2304" fmla="*/ 8400511 w 10450132"/>
              <a:gd name="connsiteY2304" fmla="*/ 4557705 h 5450835"/>
              <a:gd name="connsiteX2305" fmla="*/ 8409575 w 10450132"/>
              <a:gd name="connsiteY2305" fmla="*/ 4557705 h 5450835"/>
              <a:gd name="connsiteX2306" fmla="*/ 8410363 w 10450132"/>
              <a:gd name="connsiteY2306" fmla="*/ 4558165 h 5450835"/>
              <a:gd name="connsiteX2307" fmla="*/ 8414896 w 10450132"/>
              <a:gd name="connsiteY2307" fmla="*/ 4566046 h 5450835"/>
              <a:gd name="connsiteX2308" fmla="*/ 8414896 w 10450132"/>
              <a:gd name="connsiteY2308" fmla="*/ 4566900 h 5450835"/>
              <a:gd name="connsiteX2309" fmla="*/ 8410363 w 10450132"/>
              <a:gd name="connsiteY2309" fmla="*/ 4574782 h 5450835"/>
              <a:gd name="connsiteX2310" fmla="*/ 8409575 w 10450132"/>
              <a:gd name="connsiteY2310" fmla="*/ 4575242 h 5450835"/>
              <a:gd name="connsiteX2311" fmla="*/ 8400511 w 10450132"/>
              <a:gd name="connsiteY2311" fmla="*/ 4575242 h 5450835"/>
              <a:gd name="connsiteX2312" fmla="*/ 8399723 w 10450132"/>
              <a:gd name="connsiteY2312" fmla="*/ 4574782 h 5450835"/>
              <a:gd name="connsiteX2313" fmla="*/ 8395191 w 10450132"/>
              <a:gd name="connsiteY2313" fmla="*/ 4566900 h 5450835"/>
              <a:gd name="connsiteX2314" fmla="*/ 8395191 w 10450132"/>
              <a:gd name="connsiteY2314" fmla="*/ 4566046 h 5450835"/>
              <a:gd name="connsiteX2315" fmla="*/ 8399723 w 10450132"/>
              <a:gd name="connsiteY2315" fmla="*/ 4558165 h 5450835"/>
              <a:gd name="connsiteX2316" fmla="*/ 8400511 w 10450132"/>
              <a:gd name="connsiteY2316" fmla="*/ 4557705 h 5450835"/>
              <a:gd name="connsiteX2317" fmla="*/ 8146065 w 10450132"/>
              <a:gd name="connsiteY2317" fmla="*/ 4557705 h 5450835"/>
              <a:gd name="connsiteX2318" fmla="*/ 8155129 w 10450132"/>
              <a:gd name="connsiteY2318" fmla="*/ 4557705 h 5450835"/>
              <a:gd name="connsiteX2319" fmla="*/ 8155917 w 10450132"/>
              <a:gd name="connsiteY2319" fmla="*/ 4558165 h 5450835"/>
              <a:gd name="connsiteX2320" fmla="*/ 8160449 w 10450132"/>
              <a:gd name="connsiteY2320" fmla="*/ 4566046 h 5450835"/>
              <a:gd name="connsiteX2321" fmla="*/ 8160449 w 10450132"/>
              <a:gd name="connsiteY2321" fmla="*/ 4566900 h 5450835"/>
              <a:gd name="connsiteX2322" fmla="*/ 8155917 w 10450132"/>
              <a:gd name="connsiteY2322" fmla="*/ 4574782 h 5450835"/>
              <a:gd name="connsiteX2323" fmla="*/ 8155129 w 10450132"/>
              <a:gd name="connsiteY2323" fmla="*/ 4575242 h 5450835"/>
              <a:gd name="connsiteX2324" fmla="*/ 8146065 w 10450132"/>
              <a:gd name="connsiteY2324" fmla="*/ 4575242 h 5450835"/>
              <a:gd name="connsiteX2325" fmla="*/ 8145277 w 10450132"/>
              <a:gd name="connsiteY2325" fmla="*/ 4574782 h 5450835"/>
              <a:gd name="connsiteX2326" fmla="*/ 8140745 w 10450132"/>
              <a:gd name="connsiteY2326" fmla="*/ 4566900 h 5450835"/>
              <a:gd name="connsiteX2327" fmla="*/ 8140745 w 10450132"/>
              <a:gd name="connsiteY2327" fmla="*/ 4566046 h 5450835"/>
              <a:gd name="connsiteX2328" fmla="*/ 8145277 w 10450132"/>
              <a:gd name="connsiteY2328" fmla="*/ 4558165 h 5450835"/>
              <a:gd name="connsiteX2329" fmla="*/ 8146065 w 10450132"/>
              <a:gd name="connsiteY2329" fmla="*/ 4557705 h 5450835"/>
              <a:gd name="connsiteX2330" fmla="*/ 7891684 w 10450132"/>
              <a:gd name="connsiteY2330" fmla="*/ 4557705 h 5450835"/>
              <a:gd name="connsiteX2331" fmla="*/ 7900748 w 10450132"/>
              <a:gd name="connsiteY2331" fmla="*/ 4557705 h 5450835"/>
              <a:gd name="connsiteX2332" fmla="*/ 7901536 w 10450132"/>
              <a:gd name="connsiteY2332" fmla="*/ 4558165 h 5450835"/>
              <a:gd name="connsiteX2333" fmla="*/ 7906067 w 10450132"/>
              <a:gd name="connsiteY2333" fmla="*/ 4566046 h 5450835"/>
              <a:gd name="connsiteX2334" fmla="*/ 7906067 w 10450132"/>
              <a:gd name="connsiteY2334" fmla="*/ 4566900 h 5450835"/>
              <a:gd name="connsiteX2335" fmla="*/ 7901536 w 10450132"/>
              <a:gd name="connsiteY2335" fmla="*/ 4574782 h 5450835"/>
              <a:gd name="connsiteX2336" fmla="*/ 7900748 w 10450132"/>
              <a:gd name="connsiteY2336" fmla="*/ 4575242 h 5450835"/>
              <a:gd name="connsiteX2337" fmla="*/ 7891684 w 10450132"/>
              <a:gd name="connsiteY2337" fmla="*/ 4575242 h 5450835"/>
              <a:gd name="connsiteX2338" fmla="*/ 7890896 w 10450132"/>
              <a:gd name="connsiteY2338" fmla="*/ 4574782 h 5450835"/>
              <a:gd name="connsiteX2339" fmla="*/ 7886363 w 10450132"/>
              <a:gd name="connsiteY2339" fmla="*/ 4566900 h 5450835"/>
              <a:gd name="connsiteX2340" fmla="*/ 7886363 w 10450132"/>
              <a:gd name="connsiteY2340" fmla="*/ 4566046 h 5450835"/>
              <a:gd name="connsiteX2341" fmla="*/ 7890896 w 10450132"/>
              <a:gd name="connsiteY2341" fmla="*/ 4558165 h 5450835"/>
              <a:gd name="connsiteX2342" fmla="*/ 7891684 w 10450132"/>
              <a:gd name="connsiteY2342" fmla="*/ 4557705 h 5450835"/>
              <a:gd name="connsiteX2343" fmla="*/ 7637304 w 10450132"/>
              <a:gd name="connsiteY2343" fmla="*/ 4557705 h 5450835"/>
              <a:gd name="connsiteX2344" fmla="*/ 7646367 w 10450132"/>
              <a:gd name="connsiteY2344" fmla="*/ 4557705 h 5450835"/>
              <a:gd name="connsiteX2345" fmla="*/ 7647156 w 10450132"/>
              <a:gd name="connsiteY2345" fmla="*/ 4558165 h 5450835"/>
              <a:gd name="connsiteX2346" fmla="*/ 7651687 w 10450132"/>
              <a:gd name="connsiteY2346" fmla="*/ 4566046 h 5450835"/>
              <a:gd name="connsiteX2347" fmla="*/ 7651687 w 10450132"/>
              <a:gd name="connsiteY2347" fmla="*/ 4566900 h 5450835"/>
              <a:gd name="connsiteX2348" fmla="*/ 7647156 w 10450132"/>
              <a:gd name="connsiteY2348" fmla="*/ 4574782 h 5450835"/>
              <a:gd name="connsiteX2349" fmla="*/ 7646367 w 10450132"/>
              <a:gd name="connsiteY2349" fmla="*/ 4575242 h 5450835"/>
              <a:gd name="connsiteX2350" fmla="*/ 7637304 w 10450132"/>
              <a:gd name="connsiteY2350" fmla="*/ 4575242 h 5450835"/>
              <a:gd name="connsiteX2351" fmla="*/ 7636516 w 10450132"/>
              <a:gd name="connsiteY2351" fmla="*/ 4574782 h 5450835"/>
              <a:gd name="connsiteX2352" fmla="*/ 7631983 w 10450132"/>
              <a:gd name="connsiteY2352" fmla="*/ 4566900 h 5450835"/>
              <a:gd name="connsiteX2353" fmla="*/ 7631983 w 10450132"/>
              <a:gd name="connsiteY2353" fmla="*/ 4566046 h 5450835"/>
              <a:gd name="connsiteX2354" fmla="*/ 7636516 w 10450132"/>
              <a:gd name="connsiteY2354" fmla="*/ 4558165 h 5450835"/>
              <a:gd name="connsiteX2355" fmla="*/ 7637304 w 10450132"/>
              <a:gd name="connsiteY2355" fmla="*/ 4557705 h 5450835"/>
              <a:gd name="connsiteX2356" fmla="*/ 7382923 w 10450132"/>
              <a:gd name="connsiteY2356" fmla="*/ 4557705 h 5450835"/>
              <a:gd name="connsiteX2357" fmla="*/ 7391987 w 10450132"/>
              <a:gd name="connsiteY2357" fmla="*/ 4557705 h 5450835"/>
              <a:gd name="connsiteX2358" fmla="*/ 7392775 w 10450132"/>
              <a:gd name="connsiteY2358" fmla="*/ 4558165 h 5450835"/>
              <a:gd name="connsiteX2359" fmla="*/ 7397307 w 10450132"/>
              <a:gd name="connsiteY2359" fmla="*/ 4566046 h 5450835"/>
              <a:gd name="connsiteX2360" fmla="*/ 7397307 w 10450132"/>
              <a:gd name="connsiteY2360" fmla="*/ 4566900 h 5450835"/>
              <a:gd name="connsiteX2361" fmla="*/ 7392775 w 10450132"/>
              <a:gd name="connsiteY2361" fmla="*/ 4574782 h 5450835"/>
              <a:gd name="connsiteX2362" fmla="*/ 7391987 w 10450132"/>
              <a:gd name="connsiteY2362" fmla="*/ 4575242 h 5450835"/>
              <a:gd name="connsiteX2363" fmla="*/ 7382923 w 10450132"/>
              <a:gd name="connsiteY2363" fmla="*/ 4575242 h 5450835"/>
              <a:gd name="connsiteX2364" fmla="*/ 7382135 w 10450132"/>
              <a:gd name="connsiteY2364" fmla="*/ 4574782 h 5450835"/>
              <a:gd name="connsiteX2365" fmla="*/ 7377602 w 10450132"/>
              <a:gd name="connsiteY2365" fmla="*/ 4566900 h 5450835"/>
              <a:gd name="connsiteX2366" fmla="*/ 7377602 w 10450132"/>
              <a:gd name="connsiteY2366" fmla="*/ 4566046 h 5450835"/>
              <a:gd name="connsiteX2367" fmla="*/ 7382135 w 10450132"/>
              <a:gd name="connsiteY2367" fmla="*/ 4558165 h 5450835"/>
              <a:gd name="connsiteX2368" fmla="*/ 7382923 w 10450132"/>
              <a:gd name="connsiteY2368" fmla="*/ 4557705 h 5450835"/>
              <a:gd name="connsiteX2369" fmla="*/ 7128477 w 10450132"/>
              <a:gd name="connsiteY2369" fmla="*/ 4557705 h 5450835"/>
              <a:gd name="connsiteX2370" fmla="*/ 7137540 w 10450132"/>
              <a:gd name="connsiteY2370" fmla="*/ 4557705 h 5450835"/>
              <a:gd name="connsiteX2371" fmla="*/ 7138328 w 10450132"/>
              <a:gd name="connsiteY2371" fmla="*/ 4558165 h 5450835"/>
              <a:gd name="connsiteX2372" fmla="*/ 7142860 w 10450132"/>
              <a:gd name="connsiteY2372" fmla="*/ 4566046 h 5450835"/>
              <a:gd name="connsiteX2373" fmla="*/ 7142860 w 10450132"/>
              <a:gd name="connsiteY2373" fmla="*/ 4566900 h 5450835"/>
              <a:gd name="connsiteX2374" fmla="*/ 7138328 w 10450132"/>
              <a:gd name="connsiteY2374" fmla="*/ 4574782 h 5450835"/>
              <a:gd name="connsiteX2375" fmla="*/ 7137540 w 10450132"/>
              <a:gd name="connsiteY2375" fmla="*/ 4575242 h 5450835"/>
              <a:gd name="connsiteX2376" fmla="*/ 7128477 w 10450132"/>
              <a:gd name="connsiteY2376" fmla="*/ 4575242 h 5450835"/>
              <a:gd name="connsiteX2377" fmla="*/ 7127689 w 10450132"/>
              <a:gd name="connsiteY2377" fmla="*/ 4574782 h 5450835"/>
              <a:gd name="connsiteX2378" fmla="*/ 7123156 w 10450132"/>
              <a:gd name="connsiteY2378" fmla="*/ 4566900 h 5450835"/>
              <a:gd name="connsiteX2379" fmla="*/ 7123156 w 10450132"/>
              <a:gd name="connsiteY2379" fmla="*/ 4566046 h 5450835"/>
              <a:gd name="connsiteX2380" fmla="*/ 7127689 w 10450132"/>
              <a:gd name="connsiteY2380" fmla="*/ 4558165 h 5450835"/>
              <a:gd name="connsiteX2381" fmla="*/ 7128477 w 10450132"/>
              <a:gd name="connsiteY2381" fmla="*/ 4557705 h 5450835"/>
              <a:gd name="connsiteX2382" fmla="*/ 6874095 w 10450132"/>
              <a:gd name="connsiteY2382" fmla="*/ 4557705 h 5450835"/>
              <a:gd name="connsiteX2383" fmla="*/ 6883159 w 10450132"/>
              <a:gd name="connsiteY2383" fmla="*/ 4557705 h 5450835"/>
              <a:gd name="connsiteX2384" fmla="*/ 6883947 w 10450132"/>
              <a:gd name="connsiteY2384" fmla="*/ 4558165 h 5450835"/>
              <a:gd name="connsiteX2385" fmla="*/ 6888480 w 10450132"/>
              <a:gd name="connsiteY2385" fmla="*/ 4566046 h 5450835"/>
              <a:gd name="connsiteX2386" fmla="*/ 6888480 w 10450132"/>
              <a:gd name="connsiteY2386" fmla="*/ 4566900 h 5450835"/>
              <a:gd name="connsiteX2387" fmla="*/ 6883947 w 10450132"/>
              <a:gd name="connsiteY2387" fmla="*/ 4574782 h 5450835"/>
              <a:gd name="connsiteX2388" fmla="*/ 6883159 w 10450132"/>
              <a:gd name="connsiteY2388" fmla="*/ 4575242 h 5450835"/>
              <a:gd name="connsiteX2389" fmla="*/ 6874095 w 10450132"/>
              <a:gd name="connsiteY2389" fmla="*/ 4575242 h 5450835"/>
              <a:gd name="connsiteX2390" fmla="*/ 6873307 w 10450132"/>
              <a:gd name="connsiteY2390" fmla="*/ 4574782 h 5450835"/>
              <a:gd name="connsiteX2391" fmla="*/ 6868775 w 10450132"/>
              <a:gd name="connsiteY2391" fmla="*/ 4566900 h 5450835"/>
              <a:gd name="connsiteX2392" fmla="*/ 6868775 w 10450132"/>
              <a:gd name="connsiteY2392" fmla="*/ 4566046 h 5450835"/>
              <a:gd name="connsiteX2393" fmla="*/ 6873307 w 10450132"/>
              <a:gd name="connsiteY2393" fmla="*/ 4558165 h 5450835"/>
              <a:gd name="connsiteX2394" fmla="*/ 6874095 w 10450132"/>
              <a:gd name="connsiteY2394" fmla="*/ 4557705 h 5450835"/>
              <a:gd name="connsiteX2395" fmla="*/ 6619714 w 10450132"/>
              <a:gd name="connsiteY2395" fmla="*/ 4557705 h 5450835"/>
              <a:gd name="connsiteX2396" fmla="*/ 6628778 w 10450132"/>
              <a:gd name="connsiteY2396" fmla="*/ 4557705 h 5450835"/>
              <a:gd name="connsiteX2397" fmla="*/ 6629566 w 10450132"/>
              <a:gd name="connsiteY2397" fmla="*/ 4558165 h 5450835"/>
              <a:gd name="connsiteX2398" fmla="*/ 6634099 w 10450132"/>
              <a:gd name="connsiteY2398" fmla="*/ 4566046 h 5450835"/>
              <a:gd name="connsiteX2399" fmla="*/ 6634099 w 10450132"/>
              <a:gd name="connsiteY2399" fmla="*/ 4566900 h 5450835"/>
              <a:gd name="connsiteX2400" fmla="*/ 6629566 w 10450132"/>
              <a:gd name="connsiteY2400" fmla="*/ 4574782 h 5450835"/>
              <a:gd name="connsiteX2401" fmla="*/ 6628778 w 10450132"/>
              <a:gd name="connsiteY2401" fmla="*/ 4575242 h 5450835"/>
              <a:gd name="connsiteX2402" fmla="*/ 6619714 w 10450132"/>
              <a:gd name="connsiteY2402" fmla="*/ 4575242 h 5450835"/>
              <a:gd name="connsiteX2403" fmla="*/ 6618926 w 10450132"/>
              <a:gd name="connsiteY2403" fmla="*/ 4574782 h 5450835"/>
              <a:gd name="connsiteX2404" fmla="*/ 6614394 w 10450132"/>
              <a:gd name="connsiteY2404" fmla="*/ 4566900 h 5450835"/>
              <a:gd name="connsiteX2405" fmla="*/ 6614394 w 10450132"/>
              <a:gd name="connsiteY2405" fmla="*/ 4566046 h 5450835"/>
              <a:gd name="connsiteX2406" fmla="*/ 6618926 w 10450132"/>
              <a:gd name="connsiteY2406" fmla="*/ 4558165 h 5450835"/>
              <a:gd name="connsiteX2407" fmla="*/ 6619714 w 10450132"/>
              <a:gd name="connsiteY2407" fmla="*/ 4557705 h 5450835"/>
              <a:gd name="connsiteX2408" fmla="*/ 6365334 w 10450132"/>
              <a:gd name="connsiteY2408" fmla="*/ 4557705 h 5450835"/>
              <a:gd name="connsiteX2409" fmla="*/ 6374397 w 10450132"/>
              <a:gd name="connsiteY2409" fmla="*/ 4557705 h 5450835"/>
              <a:gd name="connsiteX2410" fmla="*/ 6375186 w 10450132"/>
              <a:gd name="connsiteY2410" fmla="*/ 4558165 h 5450835"/>
              <a:gd name="connsiteX2411" fmla="*/ 6379718 w 10450132"/>
              <a:gd name="connsiteY2411" fmla="*/ 4566046 h 5450835"/>
              <a:gd name="connsiteX2412" fmla="*/ 6379718 w 10450132"/>
              <a:gd name="connsiteY2412" fmla="*/ 4566900 h 5450835"/>
              <a:gd name="connsiteX2413" fmla="*/ 6375186 w 10450132"/>
              <a:gd name="connsiteY2413" fmla="*/ 4574782 h 5450835"/>
              <a:gd name="connsiteX2414" fmla="*/ 6374397 w 10450132"/>
              <a:gd name="connsiteY2414" fmla="*/ 4575242 h 5450835"/>
              <a:gd name="connsiteX2415" fmla="*/ 6365334 w 10450132"/>
              <a:gd name="connsiteY2415" fmla="*/ 4575242 h 5450835"/>
              <a:gd name="connsiteX2416" fmla="*/ 6364546 w 10450132"/>
              <a:gd name="connsiteY2416" fmla="*/ 4574782 h 5450835"/>
              <a:gd name="connsiteX2417" fmla="*/ 6360014 w 10450132"/>
              <a:gd name="connsiteY2417" fmla="*/ 4566900 h 5450835"/>
              <a:gd name="connsiteX2418" fmla="*/ 6360014 w 10450132"/>
              <a:gd name="connsiteY2418" fmla="*/ 4566046 h 5450835"/>
              <a:gd name="connsiteX2419" fmla="*/ 6364546 w 10450132"/>
              <a:gd name="connsiteY2419" fmla="*/ 4558165 h 5450835"/>
              <a:gd name="connsiteX2420" fmla="*/ 6365334 w 10450132"/>
              <a:gd name="connsiteY2420" fmla="*/ 4557705 h 5450835"/>
              <a:gd name="connsiteX2421" fmla="*/ 6110888 w 10450132"/>
              <a:gd name="connsiteY2421" fmla="*/ 4557705 h 5450835"/>
              <a:gd name="connsiteX2422" fmla="*/ 6119953 w 10450132"/>
              <a:gd name="connsiteY2422" fmla="*/ 4557705 h 5450835"/>
              <a:gd name="connsiteX2423" fmla="*/ 6120740 w 10450132"/>
              <a:gd name="connsiteY2423" fmla="*/ 4558165 h 5450835"/>
              <a:gd name="connsiteX2424" fmla="*/ 6125272 w 10450132"/>
              <a:gd name="connsiteY2424" fmla="*/ 4566046 h 5450835"/>
              <a:gd name="connsiteX2425" fmla="*/ 6125272 w 10450132"/>
              <a:gd name="connsiteY2425" fmla="*/ 4566900 h 5450835"/>
              <a:gd name="connsiteX2426" fmla="*/ 6120740 w 10450132"/>
              <a:gd name="connsiteY2426" fmla="*/ 4574782 h 5450835"/>
              <a:gd name="connsiteX2427" fmla="*/ 6119953 w 10450132"/>
              <a:gd name="connsiteY2427" fmla="*/ 4575242 h 5450835"/>
              <a:gd name="connsiteX2428" fmla="*/ 6110888 w 10450132"/>
              <a:gd name="connsiteY2428" fmla="*/ 4575242 h 5450835"/>
              <a:gd name="connsiteX2429" fmla="*/ 6110101 w 10450132"/>
              <a:gd name="connsiteY2429" fmla="*/ 4574782 h 5450835"/>
              <a:gd name="connsiteX2430" fmla="*/ 6105567 w 10450132"/>
              <a:gd name="connsiteY2430" fmla="*/ 4566900 h 5450835"/>
              <a:gd name="connsiteX2431" fmla="*/ 6105567 w 10450132"/>
              <a:gd name="connsiteY2431" fmla="*/ 4566046 h 5450835"/>
              <a:gd name="connsiteX2432" fmla="*/ 6110101 w 10450132"/>
              <a:gd name="connsiteY2432" fmla="*/ 4558165 h 5450835"/>
              <a:gd name="connsiteX2433" fmla="*/ 6110888 w 10450132"/>
              <a:gd name="connsiteY2433" fmla="*/ 4557705 h 5450835"/>
              <a:gd name="connsiteX2434" fmla="*/ 5856508 w 10450132"/>
              <a:gd name="connsiteY2434" fmla="*/ 4557705 h 5450835"/>
              <a:gd name="connsiteX2435" fmla="*/ 5865571 w 10450132"/>
              <a:gd name="connsiteY2435" fmla="*/ 4557705 h 5450835"/>
              <a:gd name="connsiteX2436" fmla="*/ 5866359 w 10450132"/>
              <a:gd name="connsiteY2436" fmla="*/ 4558165 h 5450835"/>
              <a:gd name="connsiteX2437" fmla="*/ 5870891 w 10450132"/>
              <a:gd name="connsiteY2437" fmla="*/ 4566046 h 5450835"/>
              <a:gd name="connsiteX2438" fmla="*/ 5870891 w 10450132"/>
              <a:gd name="connsiteY2438" fmla="*/ 4566900 h 5450835"/>
              <a:gd name="connsiteX2439" fmla="*/ 5866359 w 10450132"/>
              <a:gd name="connsiteY2439" fmla="*/ 4574782 h 5450835"/>
              <a:gd name="connsiteX2440" fmla="*/ 5865571 w 10450132"/>
              <a:gd name="connsiteY2440" fmla="*/ 4575242 h 5450835"/>
              <a:gd name="connsiteX2441" fmla="*/ 5856508 w 10450132"/>
              <a:gd name="connsiteY2441" fmla="*/ 4575242 h 5450835"/>
              <a:gd name="connsiteX2442" fmla="*/ 5855720 w 10450132"/>
              <a:gd name="connsiteY2442" fmla="*/ 4574782 h 5450835"/>
              <a:gd name="connsiteX2443" fmla="*/ 5851187 w 10450132"/>
              <a:gd name="connsiteY2443" fmla="*/ 4566900 h 5450835"/>
              <a:gd name="connsiteX2444" fmla="*/ 5851187 w 10450132"/>
              <a:gd name="connsiteY2444" fmla="*/ 4566046 h 5450835"/>
              <a:gd name="connsiteX2445" fmla="*/ 5855720 w 10450132"/>
              <a:gd name="connsiteY2445" fmla="*/ 4558165 h 5450835"/>
              <a:gd name="connsiteX2446" fmla="*/ 5856508 w 10450132"/>
              <a:gd name="connsiteY2446" fmla="*/ 4557705 h 5450835"/>
              <a:gd name="connsiteX2447" fmla="*/ 5602126 w 10450132"/>
              <a:gd name="connsiteY2447" fmla="*/ 4557705 h 5450835"/>
              <a:gd name="connsiteX2448" fmla="*/ 5611191 w 10450132"/>
              <a:gd name="connsiteY2448" fmla="*/ 4557705 h 5450835"/>
              <a:gd name="connsiteX2449" fmla="*/ 5611979 w 10450132"/>
              <a:gd name="connsiteY2449" fmla="*/ 4558165 h 5450835"/>
              <a:gd name="connsiteX2450" fmla="*/ 5616511 w 10450132"/>
              <a:gd name="connsiteY2450" fmla="*/ 4566046 h 5450835"/>
              <a:gd name="connsiteX2451" fmla="*/ 5616511 w 10450132"/>
              <a:gd name="connsiteY2451" fmla="*/ 4566900 h 5450835"/>
              <a:gd name="connsiteX2452" fmla="*/ 5611979 w 10450132"/>
              <a:gd name="connsiteY2452" fmla="*/ 4574782 h 5450835"/>
              <a:gd name="connsiteX2453" fmla="*/ 5611191 w 10450132"/>
              <a:gd name="connsiteY2453" fmla="*/ 4575242 h 5450835"/>
              <a:gd name="connsiteX2454" fmla="*/ 5602126 w 10450132"/>
              <a:gd name="connsiteY2454" fmla="*/ 4575242 h 5450835"/>
              <a:gd name="connsiteX2455" fmla="*/ 5601338 w 10450132"/>
              <a:gd name="connsiteY2455" fmla="*/ 4574782 h 5450835"/>
              <a:gd name="connsiteX2456" fmla="*/ 5596807 w 10450132"/>
              <a:gd name="connsiteY2456" fmla="*/ 4566900 h 5450835"/>
              <a:gd name="connsiteX2457" fmla="*/ 5596807 w 10450132"/>
              <a:gd name="connsiteY2457" fmla="*/ 4566046 h 5450835"/>
              <a:gd name="connsiteX2458" fmla="*/ 5601338 w 10450132"/>
              <a:gd name="connsiteY2458" fmla="*/ 4558165 h 5450835"/>
              <a:gd name="connsiteX2459" fmla="*/ 5602126 w 10450132"/>
              <a:gd name="connsiteY2459" fmla="*/ 4557705 h 5450835"/>
              <a:gd name="connsiteX2460" fmla="*/ 5347746 w 10450132"/>
              <a:gd name="connsiteY2460" fmla="*/ 4557705 h 5450835"/>
              <a:gd name="connsiteX2461" fmla="*/ 5356810 w 10450132"/>
              <a:gd name="connsiteY2461" fmla="*/ 4557705 h 5450835"/>
              <a:gd name="connsiteX2462" fmla="*/ 5357598 w 10450132"/>
              <a:gd name="connsiteY2462" fmla="*/ 4558165 h 5450835"/>
              <a:gd name="connsiteX2463" fmla="*/ 5362130 w 10450132"/>
              <a:gd name="connsiteY2463" fmla="*/ 4566046 h 5450835"/>
              <a:gd name="connsiteX2464" fmla="*/ 5362130 w 10450132"/>
              <a:gd name="connsiteY2464" fmla="*/ 4566900 h 5450835"/>
              <a:gd name="connsiteX2465" fmla="*/ 5357598 w 10450132"/>
              <a:gd name="connsiteY2465" fmla="*/ 4574782 h 5450835"/>
              <a:gd name="connsiteX2466" fmla="*/ 5356810 w 10450132"/>
              <a:gd name="connsiteY2466" fmla="*/ 4575242 h 5450835"/>
              <a:gd name="connsiteX2467" fmla="*/ 5347746 w 10450132"/>
              <a:gd name="connsiteY2467" fmla="*/ 4575242 h 5450835"/>
              <a:gd name="connsiteX2468" fmla="*/ 5346958 w 10450132"/>
              <a:gd name="connsiteY2468" fmla="*/ 4574782 h 5450835"/>
              <a:gd name="connsiteX2469" fmla="*/ 5342425 w 10450132"/>
              <a:gd name="connsiteY2469" fmla="*/ 4566900 h 5450835"/>
              <a:gd name="connsiteX2470" fmla="*/ 5342425 w 10450132"/>
              <a:gd name="connsiteY2470" fmla="*/ 4566046 h 5450835"/>
              <a:gd name="connsiteX2471" fmla="*/ 5346958 w 10450132"/>
              <a:gd name="connsiteY2471" fmla="*/ 4558165 h 5450835"/>
              <a:gd name="connsiteX2472" fmla="*/ 5347746 w 10450132"/>
              <a:gd name="connsiteY2472" fmla="*/ 4557705 h 5450835"/>
              <a:gd name="connsiteX2473" fmla="*/ 5093300 w 10450132"/>
              <a:gd name="connsiteY2473" fmla="*/ 4557705 h 5450835"/>
              <a:gd name="connsiteX2474" fmla="*/ 5102364 w 10450132"/>
              <a:gd name="connsiteY2474" fmla="*/ 4557705 h 5450835"/>
              <a:gd name="connsiteX2475" fmla="*/ 5103153 w 10450132"/>
              <a:gd name="connsiteY2475" fmla="*/ 4558165 h 5450835"/>
              <a:gd name="connsiteX2476" fmla="*/ 5107684 w 10450132"/>
              <a:gd name="connsiteY2476" fmla="*/ 4566046 h 5450835"/>
              <a:gd name="connsiteX2477" fmla="*/ 5107684 w 10450132"/>
              <a:gd name="connsiteY2477" fmla="*/ 4566900 h 5450835"/>
              <a:gd name="connsiteX2478" fmla="*/ 5103153 w 10450132"/>
              <a:gd name="connsiteY2478" fmla="*/ 4574782 h 5450835"/>
              <a:gd name="connsiteX2479" fmla="*/ 5102364 w 10450132"/>
              <a:gd name="connsiteY2479" fmla="*/ 4575242 h 5450835"/>
              <a:gd name="connsiteX2480" fmla="*/ 5093300 w 10450132"/>
              <a:gd name="connsiteY2480" fmla="*/ 4575242 h 5450835"/>
              <a:gd name="connsiteX2481" fmla="*/ 5092512 w 10450132"/>
              <a:gd name="connsiteY2481" fmla="*/ 4574782 h 5450835"/>
              <a:gd name="connsiteX2482" fmla="*/ 5087979 w 10450132"/>
              <a:gd name="connsiteY2482" fmla="*/ 4566900 h 5450835"/>
              <a:gd name="connsiteX2483" fmla="*/ 5087979 w 10450132"/>
              <a:gd name="connsiteY2483" fmla="*/ 4566046 h 5450835"/>
              <a:gd name="connsiteX2484" fmla="*/ 5092512 w 10450132"/>
              <a:gd name="connsiteY2484" fmla="*/ 4558165 h 5450835"/>
              <a:gd name="connsiteX2485" fmla="*/ 5093300 w 10450132"/>
              <a:gd name="connsiteY2485" fmla="*/ 4557705 h 5450835"/>
              <a:gd name="connsiteX2486" fmla="*/ 4838919 w 10450132"/>
              <a:gd name="connsiteY2486" fmla="*/ 4557705 h 5450835"/>
              <a:gd name="connsiteX2487" fmla="*/ 4847982 w 10450132"/>
              <a:gd name="connsiteY2487" fmla="*/ 4557705 h 5450835"/>
              <a:gd name="connsiteX2488" fmla="*/ 4848772 w 10450132"/>
              <a:gd name="connsiteY2488" fmla="*/ 4558165 h 5450835"/>
              <a:gd name="connsiteX2489" fmla="*/ 4853303 w 10450132"/>
              <a:gd name="connsiteY2489" fmla="*/ 4566046 h 5450835"/>
              <a:gd name="connsiteX2490" fmla="*/ 4853303 w 10450132"/>
              <a:gd name="connsiteY2490" fmla="*/ 4566900 h 5450835"/>
              <a:gd name="connsiteX2491" fmla="*/ 4848772 w 10450132"/>
              <a:gd name="connsiteY2491" fmla="*/ 4574782 h 5450835"/>
              <a:gd name="connsiteX2492" fmla="*/ 4847982 w 10450132"/>
              <a:gd name="connsiteY2492" fmla="*/ 4575242 h 5450835"/>
              <a:gd name="connsiteX2493" fmla="*/ 4838919 w 10450132"/>
              <a:gd name="connsiteY2493" fmla="*/ 4575242 h 5450835"/>
              <a:gd name="connsiteX2494" fmla="*/ 4838132 w 10450132"/>
              <a:gd name="connsiteY2494" fmla="*/ 4574782 h 5450835"/>
              <a:gd name="connsiteX2495" fmla="*/ 4833598 w 10450132"/>
              <a:gd name="connsiteY2495" fmla="*/ 4566900 h 5450835"/>
              <a:gd name="connsiteX2496" fmla="*/ 4833598 w 10450132"/>
              <a:gd name="connsiteY2496" fmla="*/ 4566046 h 5450835"/>
              <a:gd name="connsiteX2497" fmla="*/ 4838132 w 10450132"/>
              <a:gd name="connsiteY2497" fmla="*/ 4558165 h 5450835"/>
              <a:gd name="connsiteX2498" fmla="*/ 4838919 w 10450132"/>
              <a:gd name="connsiteY2498" fmla="*/ 4557705 h 5450835"/>
              <a:gd name="connsiteX2499" fmla="*/ 4584538 w 10450132"/>
              <a:gd name="connsiteY2499" fmla="*/ 4557705 h 5450835"/>
              <a:gd name="connsiteX2500" fmla="*/ 4593603 w 10450132"/>
              <a:gd name="connsiteY2500" fmla="*/ 4557705 h 5450835"/>
              <a:gd name="connsiteX2501" fmla="*/ 4594390 w 10450132"/>
              <a:gd name="connsiteY2501" fmla="*/ 4558165 h 5450835"/>
              <a:gd name="connsiteX2502" fmla="*/ 4598922 w 10450132"/>
              <a:gd name="connsiteY2502" fmla="*/ 4566046 h 5450835"/>
              <a:gd name="connsiteX2503" fmla="*/ 4598922 w 10450132"/>
              <a:gd name="connsiteY2503" fmla="*/ 4566900 h 5450835"/>
              <a:gd name="connsiteX2504" fmla="*/ 4594390 w 10450132"/>
              <a:gd name="connsiteY2504" fmla="*/ 4574782 h 5450835"/>
              <a:gd name="connsiteX2505" fmla="*/ 4593603 w 10450132"/>
              <a:gd name="connsiteY2505" fmla="*/ 4575242 h 5450835"/>
              <a:gd name="connsiteX2506" fmla="*/ 4584538 w 10450132"/>
              <a:gd name="connsiteY2506" fmla="*/ 4575242 h 5450835"/>
              <a:gd name="connsiteX2507" fmla="*/ 4583749 w 10450132"/>
              <a:gd name="connsiteY2507" fmla="*/ 4574782 h 5450835"/>
              <a:gd name="connsiteX2508" fmla="*/ 4579218 w 10450132"/>
              <a:gd name="connsiteY2508" fmla="*/ 4566900 h 5450835"/>
              <a:gd name="connsiteX2509" fmla="*/ 4579218 w 10450132"/>
              <a:gd name="connsiteY2509" fmla="*/ 4566046 h 5450835"/>
              <a:gd name="connsiteX2510" fmla="*/ 4583749 w 10450132"/>
              <a:gd name="connsiteY2510" fmla="*/ 4558165 h 5450835"/>
              <a:gd name="connsiteX2511" fmla="*/ 4584538 w 10450132"/>
              <a:gd name="connsiteY2511" fmla="*/ 4557705 h 5450835"/>
              <a:gd name="connsiteX2512" fmla="*/ 4330157 w 10450132"/>
              <a:gd name="connsiteY2512" fmla="*/ 4557705 h 5450835"/>
              <a:gd name="connsiteX2513" fmla="*/ 4339222 w 10450132"/>
              <a:gd name="connsiteY2513" fmla="*/ 4557705 h 5450835"/>
              <a:gd name="connsiteX2514" fmla="*/ 4340010 w 10450132"/>
              <a:gd name="connsiteY2514" fmla="*/ 4558165 h 5450835"/>
              <a:gd name="connsiteX2515" fmla="*/ 4344540 w 10450132"/>
              <a:gd name="connsiteY2515" fmla="*/ 4566046 h 5450835"/>
              <a:gd name="connsiteX2516" fmla="*/ 4344540 w 10450132"/>
              <a:gd name="connsiteY2516" fmla="*/ 4566900 h 5450835"/>
              <a:gd name="connsiteX2517" fmla="*/ 4340010 w 10450132"/>
              <a:gd name="connsiteY2517" fmla="*/ 4574782 h 5450835"/>
              <a:gd name="connsiteX2518" fmla="*/ 4339222 w 10450132"/>
              <a:gd name="connsiteY2518" fmla="*/ 4575242 h 5450835"/>
              <a:gd name="connsiteX2519" fmla="*/ 4330157 w 10450132"/>
              <a:gd name="connsiteY2519" fmla="*/ 4575242 h 5450835"/>
              <a:gd name="connsiteX2520" fmla="*/ 4329369 w 10450132"/>
              <a:gd name="connsiteY2520" fmla="*/ 4574782 h 5450835"/>
              <a:gd name="connsiteX2521" fmla="*/ 4324836 w 10450132"/>
              <a:gd name="connsiteY2521" fmla="*/ 4566900 h 5450835"/>
              <a:gd name="connsiteX2522" fmla="*/ 4324836 w 10450132"/>
              <a:gd name="connsiteY2522" fmla="*/ 4566046 h 5450835"/>
              <a:gd name="connsiteX2523" fmla="*/ 4329369 w 10450132"/>
              <a:gd name="connsiteY2523" fmla="*/ 4558165 h 5450835"/>
              <a:gd name="connsiteX2524" fmla="*/ 4330157 w 10450132"/>
              <a:gd name="connsiteY2524" fmla="*/ 4557705 h 5450835"/>
              <a:gd name="connsiteX2525" fmla="*/ 4076017 w 10450132"/>
              <a:gd name="connsiteY2525" fmla="*/ 4557705 h 5450835"/>
              <a:gd name="connsiteX2526" fmla="*/ 4085082 w 10450132"/>
              <a:gd name="connsiteY2526" fmla="*/ 4557705 h 5450835"/>
              <a:gd name="connsiteX2527" fmla="*/ 4085872 w 10450132"/>
              <a:gd name="connsiteY2527" fmla="*/ 4558165 h 5450835"/>
              <a:gd name="connsiteX2528" fmla="*/ 4090404 w 10450132"/>
              <a:gd name="connsiteY2528" fmla="*/ 4566046 h 5450835"/>
              <a:gd name="connsiteX2529" fmla="*/ 4090404 w 10450132"/>
              <a:gd name="connsiteY2529" fmla="*/ 4566900 h 5450835"/>
              <a:gd name="connsiteX2530" fmla="*/ 4085872 w 10450132"/>
              <a:gd name="connsiteY2530" fmla="*/ 4574782 h 5450835"/>
              <a:gd name="connsiteX2531" fmla="*/ 4085082 w 10450132"/>
              <a:gd name="connsiteY2531" fmla="*/ 4575242 h 5450835"/>
              <a:gd name="connsiteX2532" fmla="*/ 4076017 w 10450132"/>
              <a:gd name="connsiteY2532" fmla="*/ 4575242 h 5450835"/>
              <a:gd name="connsiteX2533" fmla="*/ 4075230 w 10450132"/>
              <a:gd name="connsiteY2533" fmla="*/ 4574782 h 5450835"/>
              <a:gd name="connsiteX2534" fmla="*/ 4070697 w 10450132"/>
              <a:gd name="connsiteY2534" fmla="*/ 4566900 h 5450835"/>
              <a:gd name="connsiteX2535" fmla="*/ 4070697 w 10450132"/>
              <a:gd name="connsiteY2535" fmla="*/ 4566046 h 5450835"/>
              <a:gd name="connsiteX2536" fmla="*/ 4075230 w 10450132"/>
              <a:gd name="connsiteY2536" fmla="*/ 4558165 h 5450835"/>
              <a:gd name="connsiteX2537" fmla="*/ 4076017 w 10450132"/>
              <a:gd name="connsiteY2537" fmla="*/ 4557705 h 5450835"/>
              <a:gd name="connsiteX2538" fmla="*/ 3821427 w 10450132"/>
              <a:gd name="connsiteY2538" fmla="*/ 4557705 h 5450835"/>
              <a:gd name="connsiteX2539" fmla="*/ 3830490 w 10450132"/>
              <a:gd name="connsiteY2539" fmla="*/ 4557705 h 5450835"/>
              <a:gd name="connsiteX2540" fmla="*/ 3831279 w 10450132"/>
              <a:gd name="connsiteY2540" fmla="*/ 4558165 h 5450835"/>
              <a:gd name="connsiteX2541" fmla="*/ 3835811 w 10450132"/>
              <a:gd name="connsiteY2541" fmla="*/ 4566046 h 5450835"/>
              <a:gd name="connsiteX2542" fmla="*/ 3835811 w 10450132"/>
              <a:gd name="connsiteY2542" fmla="*/ 4566900 h 5450835"/>
              <a:gd name="connsiteX2543" fmla="*/ 3831279 w 10450132"/>
              <a:gd name="connsiteY2543" fmla="*/ 4574782 h 5450835"/>
              <a:gd name="connsiteX2544" fmla="*/ 3830490 w 10450132"/>
              <a:gd name="connsiteY2544" fmla="*/ 4575242 h 5450835"/>
              <a:gd name="connsiteX2545" fmla="*/ 3821427 w 10450132"/>
              <a:gd name="connsiteY2545" fmla="*/ 4575242 h 5450835"/>
              <a:gd name="connsiteX2546" fmla="*/ 3820638 w 10450132"/>
              <a:gd name="connsiteY2546" fmla="*/ 4574782 h 5450835"/>
              <a:gd name="connsiteX2547" fmla="*/ 3816104 w 10450132"/>
              <a:gd name="connsiteY2547" fmla="*/ 4566900 h 5450835"/>
              <a:gd name="connsiteX2548" fmla="*/ 3816104 w 10450132"/>
              <a:gd name="connsiteY2548" fmla="*/ 4566046 h 5450835"/>
              <a:gd name="connsiteX2549" fmla="*/ 3820638 w 10450132"/>
              <a:gd name="connsiteY2549" fmla="*/ 4558165 h 5450835"/>
              <a:gd name="connsiteX2550" fmla="*/ 3821427 w 10450132"/>
              <a:gd name="connsiteY2550" fmla="*/ 4557705 h 5450835"/>
              <a:gd name="connsiteX2551" fmla="*/ 3567049 w 10450132"/>
              <a:gd name="connsiteY2551" fmla="*/ 4557705 h 5450835"/>
              <a:gd name="connsiteX2552" fmla="*/ 3576115 w 10450132"/>
              <a:gd name="connsiteY2552" fmla="*/ 4557705 h 5450835"/>
              <a:gd name="connsiteX2553" fmla="*/ 3576903 w 10450132"/>
              <a:gd name="connsiteY2553" fmla="*/ 4558165 h 5450835"/>
              <a:gd name="connsiteX2554" fmla="*/ 3581435 w 10450132"/>
              <a:gd name="connsiteY2554" fmla="*/ 4566046 h 5450835"/>
              <a:gd name="connsiteX2555" fmla="*/ 3581435 w 10450132"/>
              <a:gd name="connsiteY2555" fmla="*/ 4566900 h 5450835"/>
              <a:gd name="connsiteX2556" fmla="*/ 3576903 w 10450132"/>
              <a:gd name="connsiteY2556" fmla="*/ 4574782 h 5450835"/>
              <a:gd name="connsiteX2557" fmla="*/ 3576115 w 10450132"/>
              <a:gd name="connsiteY2557" fmla="*/ 4575242 h 5450835"/>
              <a:gd name="connsiteX2558" fmla="*/ 3567049 w 10450132"/>
              <a:gd name="connsiteY2558" fmla="*/ 4575242 h 5450835"/>
              <a:gd name="connsiteX2559" fmla="*/ 3566263 w 10450132"/>
              <a:gd name="connsiteY2559" fmla="*/ 4574782 h 5450835"/>
              <a:gd name="connsiteX2560" fmla="*/ 3561729 w 10450132"/>
              <a:gd name="connsiteY2560" fmla="*/ 4566900 h 5450835"/>
              <a:gd name="connsiteX2561" fmla="*/ 3561729 w 10450132"/>
              <a:gd name="connsiteY2561" fmla="*/ 4566046 h 5450835"/>
              <a:gd name="connsiteX2562" fmla="*/ 3566263 w 10450132"/>
              <a:gd name="connsiteY2562" fmla="*/ 4558165 h 5450835"/>
              <a:gd name="connsiteX2563" fmla="*/ 3567049 w 10450132"/>
              <a:gd name="connsiteY2563" fmla="*/ 4557705 h 5450835"/>
              <a:gd name="connsiteX2564" fmla="*/ 3312600 w 10450132"/>
              <a:gd name="connsiteY2564" fmla="*/ 4557705 h 5450835"/>
              <a:gd name="connsiteX2565" fmla="*/ 3321664 w 10450132"/>
              <a:gd name="connsiteY2565" fmla="*/ 4557705 h 5450835"/>
              <a:gd name="connsiteX2566" fmla="*/ 3322452 w 10450132"/>
              <a:gd name="connsiteY2566" fmla="*/ 4558165 h 5450835"/>
              <a:gd name="connsiteX2567" fmla="*/ 3326984 w 10450132"/>
              <a:gd name="connsiteY2567" fmla="*/ 4566046 h 5450835"/>
              <a:gd name="connsiteX2568" fmla="*/ 3326984 w 10450132"/>
              <a:gd name="connsiteY2568" fmla="*/ 4566900 h 5450835"/>
              <a:gd name="connsiteX2569" fmla="*/ 3322452 w 10450132"/>
              <a:gd name="connsiteY2569" fmla="*/ 4574782 h 5450835"/>
              <a:gd name="connsiteX2570" fmla="*/ 3321664 w 10450132"/>
              <a:gd name="connsiteY2570" fmla="*/ 4575242 h 5450835"/>
              <a:gd name="connsiteX2571" fmla="*/ 3312600 w 10450132"/>
              <a:gd name="connsiteY2571" fmla="*/ 4575242 h 5450835"/>
              <a:gd name="connsiteX2572" fmla="*/ 3311812 w 10450132"/>
              <a:gd name="connsiteY2572" fmla="*/ 4574782 h 5450835"/>
              <a:gd name="connsiteX2573" fmla="*/ 3307279 w 10450132"/>
              <a:gd name="connsiteY2573" fmla="*/ 4566900 h 5450835"/>
              <a:gd name="connsiteX2574" fmla="*/ 3307279 w 10450132"/>
              <a:gd name="connsiteY2574" fmla="*/ 4566046 h 5450835"/>
              <a:gd name="connsiteX2575" fmla="*/ 3311812 w 10450132"/>
              <a:gd name="connsiteY2575" fmla="*/ 4558165 h 5450835"/>
              <a:gd name="connsiteX2576" fmla="*/ 3312600 w 10450132"/>
              <a:gd name="connsiteY2576" fmla="*/ 4557705 h 5450835"/>
              <a:gd name="connsiteX2577" fmla="*/ 3058221 w 10450132"/>
              <a:gd name="connsiteY2577" fmla="*/ 4557705 h 5450835"/>
              <a:gd name="connsiteX2578" fmla="*/ 3067286 w 10450132"/>
              <a:gd name="connsiteY2578" fmla="*/ 4557705 h 5450835"/>
              <a:gd name="connsiteX2579" fmla="*/ 3068074 w 10450132"/>
              <a:gd name="connsiteY2579" fmla="*/ 4558165 h 5450835"/>
              <a:gd name="connsiteX2580" fmla="*/ 3072606 w 10450132"/>
              <a:gd name="connsiteY2580" fmla="*/ 4566046 h 5450835"/>
              <a:gd name="connsiteX2581" fmla="*/ 3072606 w 10450132"/>
              <a:gd name="connsiteY2581" fmla="*/ 4566900 h 5450835"/>
              <a:gd name="connsiteX2582" fmla="*/ 3068074 w 10450132"/>
              <a:gd name="connsiteY2582" fmla="*/ 4574782 h 5450835"/>
              <a:gd name="connsiteX2583" fmla="*/ 3067286 w 10450132"/>
              <a:gd name="connsiteY2583" fmla="*/ 4575242 h 5450835"/>
              <a:gd name="connsiteX2584" fmla="*/ 3058221 w 10450132"/>
              <a:gd name="connsiteY2584" fmla="*/ 4575242 h 5450835"/>
              <a:gd name="connsiteX2585" fmla="*/ 3057433 w 10450132"/>
              <a:gd name="connsiteY2585" fmla="*/ 4574782 h 5450835"/>
              <a:gd name="connsiteX2586" fmla="*/ 3052901 w 10450132"/>
              <a:gd name="connsiteY2586" fmla="*/ 4566900 h 5450835"/>
              <a:gd name="connsiteX2587" fmla="*/ 3052901 w 10450132"/>
              <a:gd name="connsiteY2587" fmla="*/ 4566046 h 5450835"/>
              <a:gd name="connsiteX2588" fmla="*/ 3057433 w 10450132"/>
              <a:gd name="connsiteY2588" fmla="*/ 4558165 h 5450835"/>
              <a:gd name="connsiteX2589" fmla="*/ 3058221 w 10450132"/>
              <a:gd name="connsiteY2589" fmla="*/ 4557705 h 5450835"/>
              <a:gd name="connsiteX2590" fmla="*/ 2803919 w 10450132"/>
              <a:gd name="connsiteY2590" fmla="*/ 4557705 h 5450835"/>
              <a:gd name="connsiteX2591" fmla="*/ 2812983 w 10450132"/>
              <a:gd name="connsiteY2591" fmla="*/ 4557705 h 5450835"/>
              <a:gd name="connsiteX2592" fmla="*/ 2813771 w 10450132"/>
              <a:gd name="connsiteY2592" fmla="*/ 4558165 h 5450835"/>
              <a:gd name="connsiteX2593" fmla="*/ 2818303 w 10450132"/>
              <a:gd name="connsiteY2593" fmla="*/ 4566046 h 5450835"/>
              <a:gd name="connsiteX2594" fmla="*/ 2818303 w 10450132"/>
              <a:gd name="connsiteY2594" fmla="*/ 4566900 h 5450835"/>
              <a:gd name="connsiteX2595" fmla="*/ 2813771 w 10450132"/>
              <a:gd name="connsiteY2595" fmla="*/ 4574782 h 5450835"/>
              <a:gd name="connsiteX2596" fmla="*/ 2812983 w 10450132"/>
              <a:gd name="connsiteY2596" fmla="*/ 4575242 h 5450835"/>
              <a:gd name="connsiteX2597" fmla="*/ 2803919 w 10450132"/>
              <a:gd name="connsiteY2597" fmla="*/ 4575242 h 5450835"/>
              <a:gd name="connsiteX2598" fmla="*/ 2803129 w 10450132"/>
              <a:gd name="connsiteY2598" fmla="*/ 4574782 h 5450835"/>
              <a:gd name="connsiteX2599" fmla="*/ 2798597 w 10450132"/>
              <a:gd name="connsiteY2599" fmla="*/ 4566900 h 5450835"/>
              <a:gd name="connsiteX2600" fmla="*/ 2798597 w 10450132"/>
              <a:gd name="connsiteY2600" fmla="*/ 4566046 h 5450835"/>
              <a:gd name="connsiteX2601" fmla="*/ 2803129 w 10450132"/>
              <a:gd name="connsiteY2601" fmla="*/ 4558165 h 5450835"/>
              <a:gd name="connsiteX2602" fmla="*/ 2803919 w 10450132"/>
              <a:gd name="connsiteY2602" fmla="*/ 4557705 h 5450835"/>
              <a:gd name="connsiteX2603" fmla="*/ 2549520 w 10450132"/>
              <a:gd name="connsiteY2603" fmla="*/ 4557705 h 5450835"/>
              <a:gd name="connsiteX2604" fmla="*/ 2558584 w 10450132"/>
              <a:gd name="connsiteY2604" fmla="*/ 4557705 h 5450835"/>
              <a:gd name="connsiteX2605" fmla="*/ 2559373 w 10450132"/>
              <a:gd name="connsiteY2605" fmla="*/ 4558165 h 5450835"/>
              <a:gd name="connsiteX2606" fmla="*/ 2563904 w 10450132"/>
              <a:gd name="connsiteY2606" fmla="*/ 4566046 h 5450835"/>
              <a:gd name="connsiteX2607" fmla="*/ 2563904 w 10450132"/>
              <a:gd name="connsiteY2607" fmla="*/ 4566900 h 5450835"/>
              <a:gd name="connsiteX2608" fmla="*/ 2559373 w 10450132"/>
              <a:gd name="connsiteY2608" fmla="*/ 4574782 h 5450835"/>
              <a:gd name="connsiteX2609" fmla="*/ 2558584 w 10450132"/>
              <a:gd name="connsiteY2609" fmla="*/ 4575242 h 5450835"/>
              <a:gd name="connsiteX2610" fmla="*/ 2549520 w 10450132"/>
              <a:gd name="connsiteY2610" fmla="*/ 4575242 h 5450835"/>
              <a:gd name="connsiteX2611" fmla="*/ 2548732 w 10450132"/>
              <a:gd name="connsiteY2611" fmla="*/ 4574782 h 5450835"/>
              <a:gd name="connsiteX2612" fmla="*/ 2544200 w 10450132"/>
              <a:gd name="connsiteY2612" fmla="*/ 4566900 h 5450835"/>
              <a:gd name="connsiteX2613" fmla="*/ 2544200 w 10450132"/>
              <a:gd name="connsiteY2613" fmla="*/ 4566046 h 5450835"/>
              <a:gd name="connsiteX2614" fmla="*/ 2548732 w 10450132"/>
              <a:gd name="connsiteY2614" fmla="*/ 4558165 h 5450835"/>
              <a:gd name="connsiteX2615" fmla="*/ 2549520 w 10450132"/>
              <a:gd name="connsiteY2615" fmla="*/ 4557705 h 5450835"/>
              <a:gd name="connsiteX2616" fmla="*/ 2295038 w 10450132"/>
              <a:gd name="connsiteY2616" fmla="*/ 4557705 h 5450835"/>
              <a:gd name="connsiteX2617" fmla="*/ 2304103 w 10450132"/>
              <a:gd name="connsiteY2617" fmla="*/ 4557705 h 5450835"/>
              <a:gd name="connsiteX2618" fmla="*/ 2304891 w 10450132"/>
              <a:gd name="connsiteY2618" fmla="*/ 4558165 h 5450835"/>
              <a:gd name="connsiteX2619" fmla="*/ 2309422 w 10450132"/>
              <a:gd name="connsiteY2619" fmla="*/ 4566046 h 5450835"/>
              <a:gd name="connsiteX2620" fmla="*/ 2309422 w 10450132"/>
              <a:gd name="connsiteY2620" fmla="*/ 4566900 h 5450835"/>
              <a:gd name="connsiteX2621" fmla="*/ 2304891 w 10450132"/>
              <a:gd name="connsiteY2621" fmla="*/ 4574782 h 5450835"/>
              <a:gd name="connsiteX2622" fmla="*/ 2304103 w 10450132"/>
              <a:gd name="connsiteY2622" fmla="*/ 4575242 h 5450835"/>
              <a:gd name="connsiteX2623" fmla="*/ 2295038 w 10450132"/>
              <a:gd name="connsiteY2623" fmla="*/ 4575242 h 5450835"/>
              <a:gd name="connsiteX2624" fmla="*/ 2294250 w 10450132"/>
              <a:gd name="connsiteY2624" fmla="*/ 4574782 h 5450835"/>
              <a:gd name="connsiteX2625" fmla="*/ 2289717 w 10450132"/>
              <a:gd name="connsiteY2625" fmla="*/ 4566900 h 5450835"/>
              <a:gd name="connsiteX2626" fmla="*/ 2289717 w 10450132"/>
              <a:gd name="connsiteY2626" fmla="*/ 4566046 h 5450835"/>
              <a:gd name="connsiteX2627" fmla="*/ 2294250 w 10450132"/>
              <a:gd name="connsiteY2627" fmla="*/ 4558165 h 5450835"/>
              <a:gd name="connsiteX2628" fmla="*/ 2295038 w 10450132"/>
              <a:gd name="connsiteY2628" fmla="*/ 4557705 h 5450835"/>
              <a:gd name="connsiteX2629" fmla="*/ 2040711 w 10450132"/>
              <a:gd name="connsiteY2629" fmla="*/ 4557705 h 5450835"/>
              <a:gd name="connsiteX2630" fmla="*/ 2049775 w 10450132"/>
              <a:gd name="connsiteY2630" fmla="*/ 4557705 h 5450835"/>
              <a:gd name="connsiteX2631" fmla="*/ 2050562 w 10450132"/>
              <a:gd name="connsiteY2631" fmla="*/ 4558165 h 5450835"/>
              <a:gd name="connsiteX2632" fmla="*/ 2055095 w 10450132"/>
              <a:gd name="connsiteY2632" fmla="*/ 4566046 h 5450835"/>
              <a:gd name="connsiteX2633" fmla="*/ 2055095 w 10450132"/>
              <a:gd name="connsiteY2633" fmla="*/ 4566900 h 5450835"/>
              <a:gd name="connsiteX2634" fmla="*/ 2050562 w 10450132"/>
              <a:gd name="connsiteY2634" fmla="*/ 4574782 h 5450835"/>
              <a:gd name="connsiteX2635" fmla="*/ 2049775 w 10450132"/>
              <a:gd name="connsiteY2635" fmla="*/ 4575242 h 5450835"/>
              <a:gd name="connsiteX2636" fmla="*/ 2040711 w 10450132"/>
              <a:gd name="connsiteY2636" fmla="*/ 4575242 h 5450835"/>
              <a:gd name="connsiteX2637" fmla="*/ 2039922 w 10450132"/>
              <a:gd name="connsiteY2637" fmla="*/ 4574782 h 5450835"/>
              <a:gd name="connsiteX2638" fmla="*/ 2035389 w 10450132"/>
              <a:gd name="connsiteY2638" fmla="*/ 4566900 h 5450835"/>
              <a:gd name="connsiteX2639" fmla="*/ 2035389 w 10450132"/>
              <a:gd name="connsiteY2639" fmla="*/ 4566046 h 5450835"/>
              <a:gd name="connsiteX2640" fmla="*/ 2039922 w 10450132"/>
              <a:gd name="connsiteY2640" fmla="*/ 4558165 h 5450835"/>
              <a:gd name="connsiteX2641" fmla="*/ 2040711 w 10450132"/>
              <a:gd name="connsiteY2641" fmla="*/ 4557705 h 5450835"/>
              <a:gd name="connsiteX2642" fmla="*/ 1786212 w 10450132"/>
              <a:gd name="connsiteY2642" fmla="*/ 4557705 h 5450835"/>
              <a:gd name="connsiteX2643" fmla="*/ 1795277 w 10450132"/>
              <a:gd name="connsiteY2643" fmla="*/ 4557705 h 5450835"/>
              <a:gd name="connsiteX2644" fmla="*/ 1796065 w 10450132"/>
              <a:gd name="connsiteY2644" fmla="*/ 4558165 h 5450835"/>
              <a:gd name="connsiteX2645" fmla="*/ 1800597 w 10450132"/>
              <a:gd name="connsiteY2645" fmla="*/ 4566046 h 5450835"/>
              <a:gd name="connsiteX2646" fmla="*/ 1800597 w 10450132"/>
              <a:gd name="connsiteY2646" fmla="*/ 4566900 h 5450835"/>
              <a:gd name="connsiteX2647" fmla="*/ 1796065 w 10450132"/>
              <a:gd name="connsiteY2647" fmla="*/ 4574782 h 5450835"/>
              <a:gd name="connsiteX2648" fmla="*/ 1795277 w 10450132"/>
              <a:gd name="connsiteY2648" fmla="*/ 4575242 h 5450835"/>
              <a:gd name="connsiteX2649" fmla="*/ 1786212 w 10450132"/>
              <a:gd name="connsiteY2649" fmla="*/ 4575242 h 5450835"/>
              <a:gd name="connsiteX2650" fmla="*/ 1785424 w 10450132"/>
              <a:gd name="connsiteY2650" fmla="*/ 4574782 h 5450835"/>
              <a:gd name="connsiteX2651" fmla="*/ 1780894 w 10450132"/>
              <a:gd name="connsiteY2651" fmla="*/ 4566900 h 5450835"/>
              <a:gd name="connsiteX2652" fmla="*/ 1780894 w 10450132"/>
              <a:gd name="connsiteY2652" fmla="*/ 4566046 h 5450835"/>
              <a:gd name="connsiteX2653" fmla="*/ 1785424 w 10450132"/>
              <a:gd name="connsiteY2653" fmla="*/ 4558165 h 5450835"/>
              <a:gd name="connsiteX2654" fmla="*/ 1786212 w 10450132"/>
              <a:gd name="connsiteY2654" fmla="*/ 4557705 h 5450835"/>
              <a:gd name="connsiteX2655" fmla="*/ 1531980 w 10450132"/>
              <a:gd name="connsiteY2655" fmla="*/ 4557705 h 5450835"/>
              <a:gd name="connsiteX2656" fmla="*/ 1541044 w 10450132"/>
              <a:gd name="connsiteY2656" fmla="*/ 4557705 h 5450835"/>
              <a:gd name="connsiteX2657" fmla="*/ 1541832 w 10450132"/>
              <a:gd name="connsiteY2657" fmla="*/ 4558165 h 5450835"/>
              <a:gd name="connsiteX2658" fmla="*/ 1546365 w 10450132"/>
              <a:gd name="connsiteY2658" fmla="*/ 4566046 h 5450835"/>
              <a:gd name="connsiteX2659" fmla="*/ 1546365 w 10450132"/>
              <a:gd name="connsiteY2659" fmla="*/ 4566900 h 5450835"/>
              <a:gd name="connsiteX2660" fmla="*/ 1541832 w 10450132"/>
              <a:gd name="connsiteY2660" fmla="*/ 4574782 h 5450835"/>
              <a:gd name="connsiteX2661" fmla="*/ 1541044 w 10450132"/>
              <a:gd name="connsiteY2661" fmla="*/ 4575242 h 5450835"/>
              <a:gd name="connsiteX2662" fmla="*/ 1531980 w 10450132"/>
              <a:gd name="connsiteY2662" fmla="*/ 4575242 h 5450835"/>
              <a:gd name="connsiteX2663" fmla="*/ 1531194 w 10450132"/>
              <a:gd name="connsiteY2663" fmla="*/ 4574782 h 5450835"/>
              <a:gd name="connsiteX2664" fmla="*/ 1526661 w 10450132"/>
              <a:gd name="connsiteY2664" fmla="*/ 4566900 h 5450835"/>
              <a:gd name="connsiteX2665" fmla="*/ 1526661 w 10450132"/>
              <a:gd name="connsiteY2665" fmla="*/ 4566046 h 5450835"/>
              <a:gd name="connsiteX2666" fmla="*/ 1531194 w 10450132"/>
              <a:gd name="connsiteY2666" fmla="*/ 4558165 h 5450835"/>
              <a:gd name="connsiteX2667" fmla="*/ 1531980 w 10450132"/>
              <a:gd name="connsiteY2667" fmla="*/ 4557705 h 5450835"/>
              <a:gd name="connsiteX2668" fmla="*/ 1277510 w 10450132"/>
              <a:gd name="connsiteY2668" fmla="*/ 4557705 h 5450835"/>
              <a:gd name="connsiteX2669" fmla="*/ 1286575 w 10450132"/>
              <a:gd name="connsiteY2669" fmla="*/ 4557705 h 5450835"/>
              <a:gd name="connsiteX2670" fmla="*/ 1287364 w 10450132"/>
              <a:gd name="connsiteY2670" fmla="*/ 4558165 h 5450835"/>
              <a:gd name="connsiteX2671" fmla="*/ 1291897 w 10450132"/>
              <a:gd name="connsiteY2671" fmla="*/ 4566046 h 5450835"/>
              <a:gd name="connsiteX2672" fmla="*/ 1291897 w 10450132"/>
              <a:gd name="connsiteY2672" fmla="*/ 4566900 h 5450835"/>
              <a:gd name="connsiteX2673" fmla="*/ 1287364 w 10450132"/>
              <a:gd name="connsiteY2673" fmla="*/ 4574782 h 5450835"/>
              <a:gd name="connsiteX2674" fmla="*/ 1286575 w 10450132"/>
              <a:gd name="connsiteY2674" fmla="*/ 4575242 h 5450835"/>
              <a:gd name="connsiteX2675" fmla="*/ 1277510 w 10450132"/>
              <a:gd name="connsiteY2675" fmla="*/ 4575242 h 5450835"/>
              <a:gd name="connsiteX2676" fmla="*/ 1276722 w 10450132"/>
              <a:gd name="connsiteY2676" fmla="*/ 4574782 h 5450835"/>
              <a:gd name="connsiteX2677" fmla="*/ 1272192 w 10450132"/>
              <a:gd name="connsiteY2677" fmla="*/ 4566900 h 5450835"/>
              <a:gd name="connsiteX2678" fmla="*/ 1272192 w 10450132"/>
              <a:gd name="connsiteY2678" fmla="*/ 4566046 h 5450835"/>
              <a:gd name="connsiteX2679" fmla="*/ 1276722 w 10450132"/>
              <a:gd name="connsiteY2679" fmla="*/ 4558165 h 5450835"/>
              <a:gd name="connsiteX2680" fmla="*/ 1277510 w 10450132"/>
              <a:gd name="connsiteY2680" fmla="*/ 4557705 h 5450835"/>
              <a:gd name="connsiteX2681" fmla="*/ 1023202 w 10450132"/>
              <a:gd name="connsiteY2681" fmla="*/ 4557705 h 5450835"/>
              <a:gd name="connsiteX2682" fmla="*/ 1032265 w 10450132"/>
              <a:gd name="connsiteY2682" fmla="*/ 4557705 h 5450835"/>
              <a:gd name="connsiteX2683" fmla="*/ 1033053 w 10450132"/>
              <a:gd name="connsiteY2683" fmla="*/ 4558165 h 5450835"/>
              <a:gd name="connsiteX2684" fmla="*/ 1037585 w 10450132"/>
              <a:gd name="connsiteY2684" fmla="*/ 4566046 h 5450835"/>
              <a:gd name="connsiteX2685" fmla="*/ 1037585 w 10450132"/>
              <a:gd name="connsiteY2685" fmla="*/ 4566900 h 5450835"/>
              <a:gd name="connsiteX2686" fmla="*/ 1033053 w 10450132"/>
              <a:gd name="connsiteY2686" fmla="*/ 4574782 h 5450835"/>
              <a:gd name="connsiteX2687" fmla="*/ 1032265 w 10450132"/>
              <a:gd name="connsiteY2687" fmla="*/ 4575242 h 5450835"/>
              <a:gd name="connsiteX2688" fmla="*/ 1023202 w 10450132"/>
              <a:gd name="connsiteY2688" fmla="*/ 4575242 h 5450835"/>
              <a:gd name="connsiteX2689" fmla="*/ 1022413 w 10450132"/>
              <a:gd name="connsiteY2689" fmla="*/ 4574782 h 5450835"/>
              <a:gd name="connsiteX2690" fmla="*/ 1017882 w 10450132"/>
              <a:gd name="connsiteY2690" fmla="*/ 4566900 h 5450835"/>
              <a:gd name="connsiteX2691" fmla="*/ 1017882 w 10450132"/>
              <a:gd name="connsiteY2691" fmla="*/ 4566046 h 5450835"/>
              <a:gd name="connsiteX2692" fmla="*/ 1022413 w 10450132"/>
              <a:gd name="connsiteY2692" fmla="*/ 4558165 h 5450835"/>
              <a:gd name="connsiteX2693" fmla="*/ 1023202 w 10450132"/>
              <a:gd name="connsiteY2693" fmla="*/ 4557705 h 5450835"/>
              <a:gd name="connsiteX2694" fmla="*/ 768654 w 10450132"/>
              <a:gd name="connsiteY2694" fmla="*/ 4557705 h 5450835"/>
              <a:gd name="connsiteX2695" fmla="*/ 777717 w 10450132"/>
              <a:gd name="connsiteY2695" fmla="*/ 4557705 h 5450835"/>
              <a:gd name="connsiteX2696" fmla="*/ 778505 w 10450132"/>
              <a:gd name="connsiteY2696" fmla="*/ 4558165 h 5450835"/>
              <a:gd name="connsiteX2697" fmla="*/ 783037 w 10450132"/>
              <a:gd name="connsiteY2697" fmla="*/ 4566046 h 5450835"/>
              <a:gd name="connsiteX2698" fmla="*/ 783037 w 10450132"/>
              <a:gd name="connsiteY2698" fmla="*/ 4566900 h 5450835"/>
              <a:gd name="connsiteX2699" fmla="*/ 778505 w 10450132"/>
              <a:gd name="connsiteY2699" fmla="*/ 4574782 h 5450835"/>
              <a:gd name="connsiteX2700" fmla="*/ 777717 w 10450132"/>
              <a:gd name="connsiteY2700" fmla="*/ 4575242 h 5450835"/>
              <a:gd name="connsiteX2701" fmla="*/ 768654 w 10450132"/>
              <a:gd name="connsiteY2701" fmla="*/ 4575242 h 5450835"/>
              <a:gd name="connsiteX2702" fmla="*/ 767865 w 10450132"/>
              <a:gd name="connsiteY2702" fmla="*/ 4574782 h 5450835"/>
              <a:gd name="connsiteX2703" fmla="*/ 763333 w 10450132"/>
              <a:gd name="connsiteY2703" fmla="*/ 4566900 h 5450835"/>
              <a:gd name="connsiteX2704" fmla="*/ 763333 w 10450132"/>
              <a:gd name="connsiteY2704" fmla="*/ 4566046 h 5450835"/>
              <a:gd name="connsiteX2705" fmla="*/ 767865 w 10450132"/>
              <a:gd name="connsiteY2705" fmla="*/ 4558165 h 5450835"/>
              <a:gd name="connsiteX2706" fmla="*/ 768654 w 10450132"/>
              <a:gd name="connsiteY2706" fmla="*/ 4557705 h 5450835"/>
              <a:gd name="connsiteX2707" fmla="*/ 514201 w 10450132"/>
              <a:gd name="connsiteY2707" fmla="*/ 4557705 h 5450835"/>
              <a:gd name="connsiteX2708" fmla="*/ 523264 w 10450132"/>
              <a:gd name="connsiteY2708" fmla="*/ 4557705 h 5450835"/>
              <a:gd name="connsiteX2709" fmla="*/ 524052 w 10450132"/>
              <a:gd name="connsiteY2709" fmla="*/ 4558165 h 5450835"/>
              <a:gd name="connsiteX2710" fmla="*/ 528584 w 10450132"/>
              <a:gd name="connsiteY2710" fmla="*/ 4566046 h 5450835"/>
              <a:gd name="connsiteX2711" fmla="*/ 528584 w 10450132"/>
              <a:gd name="connsiteY2711" fmla="*/ 4566900 h 5450835"/>
              <a:gd name="connsiteX2712" fmla="*/ 524052 w 10450132"/>
              <a:gd name="connsiteY2712" fmla="*/ 4574782 h 5450835"/>
              <a:gd name="connsiteX2713" fmla="*/ 523264 w 10450132"/>
              <a:gd name="connsiteY2713" fmla="*/ 4575242 h 5450835"/>
              <a:gd name="connsiteX2714" fmla="*/ 514201 w 10450132"/>
              <a:gd name="connsiteY2714" fmla="*/ 4575242 h 5450835"/>
              <a:gd name="connsiteX2715" fmla="*/ 513412 w 10450132"/>
              <a:gd name="connsiteY2715" fmla="*/ 4574782 h 5450835"/>
              <a:gd name="connsiteX2716" fmla="*/ 508880 w 10450132"/>
              <a:gd name="connsiteY2716" fmla="*/ 4566900 h 5450835"/>
              <a:gd name="connsiteX2717" fmla="*/ 508880 w 10450132"/>
              <a:gd name="connsiteY2717" fmla="*/ 4566046 h 5450835"/>
              <a:gd name="connsiteX2718" fmla="*/ 513412 w 10450132"/>
              <a:gd name="connsiteY2718" fmla="*/ 4558165 h 5450835"/>
              <a:gd name="connsiteX2719" fmla="*/ 514201 w 10450132"/>
              <a:gd name="connsiteY2719" fmla="*/ 4557705 h 5450835"/>
              <a:gd name="connsiteX2720" fmla="*/ 259962 w 10450132"/>
              <a:gd name="connsiteY2720" fmla="*/ 4557705 h 5450835"/>
              <a:gd name="connsiteX2721" fmla="*/ 269026 w 10450132"/>
              <a:gd name="connsiteY2721" fmla="*/ 4557705 h 5450835"/>
              <a:gd name="connsiteX2722" fmla="*/ 269814 w 10450132"/>
              <a:gd name="connsiteY2722" fmla="*/ 4558165 h 5450835"/>
              <a:gd name="connsiteX2723" fmla="*/ 274346 w 10450132"/>
              <a:gd name="connsiteY2723" fmla="*/ 4566046 h 5450835"/>
              <a:gd name="connsiteX2724" fmla="*/ 274346 w 10450132"/>
              <a:gd name="connsiteY2724" fmla="*/ 4566900 h 5450835"/>
              <a:gd name="connsiteX2725" fmla="*/ 269814 w 10450132"/>
              <a:gd name="connsiteY2725" fmla="*/ 4574782 h 5450835"/>
              <a:gd name="connsiteX2726" fmla="*/ 269026 w 10450132"/>
              <a:gd name="connsiteY2726" fmla="*/ 4575242 h 5450835"/>
              <a:gd name="connsiteX2727" fmla="*/ 259962 w 10450132"/>
              <a:gd name="connsiteY2727" fmla="*/ 4575242 h 5450835"/>
              <a:gd name="connsiteX2728" fmla="*/ 259173 w 10450132"/>
              <a:gd name="connsiteY2728" fmla="*/ 4574782 h 5450835"/>
              <a:gd name="connsiteX2729" fmla="*/ 254642 w 10450132"/>
              <a:gd name="connsiteY2729" fmla="*/ 4566900 h 5450835"/>
              <a:gd name="connsiteX2730" fmla="*/ 254642 w 10450132"/>
              <a:gd name="connsiteY2730" fmla="*/ 4566046 h 5450835"/>
              <a:gd name="connsiteX2731" fmla="*/ 259173 w 10450132"/>
              <a:gd name="connsiteY2731" fmla="*/ 4558165 h 5450835"/>
              <a:gd name="connsiteX2732" fmla="*/ 259962 w 10450132"/>
              <a:gd name="connsiteY2732" fmla="*/ 4557705 h 5450835"/>
              <a:gd name="connsiteX2733" fmla="*/ 5635 w 10450132"/>
              <a:gd name="connsiteY2733" fmla="*/ 4557705 h 5450835"/>
              <a:gd name="connsiteX2734" fmla="*/ 14699 w 10450132"/>
              <a:gd name="connsiteY2734" fmla="*/ 4557705 h 5450835"/>
              <a:gd name="connsiteX2735" fmla="*/ 15487 w 10450132"/>
              <a:gd name="connsiteY2735" fmla="*/ 4558165 h 5450835"/>
              <a:gd name="connsiteX2736" fmla="*/ 20019 w 10450132"/>
              <a:gd name="connsiteY2736" fmla="*/ 4566046 h 5450835"/>
              <a:gd name="connsiteX2737" fmla="*/ 20019 w 10450132"/>
              <a:gd name="connsiteY2737" fmla="*/ 4566900 h 5450835"/>
              <a:gd name="connsiteX2738" fmla="*/ 15487 w 10450132"/>
              <a:gd name="connsiteY2738" fmla="*/ 4574782 h 5450835"/>
              <a:gd name="connsiteX2739" fmla="*/ 14699 w 10450132"/>
              <a:gd name="connsiteY2739" fmla="*/ 4575242 h 5450835"/>
              <a:gd name="connsiteX2740" fmla="*/ 5635 w 10450132"/>
              <a:gd name="connsiteY2740" fmla="*/ 4575242 h 5450835"/>
              <a:gd name="connsiteX2741" fmla="*/ 4846 w 10450132"/>
              <a:gd name="connsiteY2741" fmla="*/ 4574782 h 5450835"/>
              <a:gd name="connsiteX2742" fmla="*/ 314 w 10450132"/>
              <a:gd name="connsiteY2742" fmla="*/ 4566900 h 5450835"/>
              <a:gd name="connsiteX2743" fmla="*/ 314 w 10450132"/>
              <a:gd name="connsiteY2743" fmla="*/ 4566046 h 5450835"/>
              <a:gd name="connsiteX2744" fmla="*/ 4846 w 10450132"/>
              <a:gd name="connsiteY2744" fmla="*/ 4558165 h 5450835"/>
              <a:gd name="connsiteX2745" fmla="*/ 5635 w 10450132"/>
              <a:gd name="connsiteY2745" fmla="*/ 4557705 h 5450835"/>
              <a:gd name="connsiteX2746" fmla="*/ 10435622 w 10450132"/>
              <a:gd name="connsiteY2746" fmla="*/ 4340696 h 5450835"/>
              <a:gd name="connsiteX2747" fmla="*/ 10444686 w 10450132"/>
              <a:gd name="connsiteY2747" fmla="*/ 4340696 h 5450835"/>
              <a:gd name="connsiteX2748" fmla="*/ 10445474 w 10450132"/>
              <a:gd name="connsiteY2748" fmla="*/ 4341156 h 5450835"/>
              <a:gd name="connsiteX2749" fmla="*/ 10450007 w 10450132"/>
              <a:gd name="connsiteY2749" fmla="*/ 4349037 h 5450835"/>
              <a:gd name="connsiteX2750" fmla="*/ 10450007 w 10450132"/>
              <a:gd name="connsiteY2750" fmla="*/ 4349891 h 5450835"/>
              <a:gd name="connsiteX2751" fmla="*/ 10445474 w 10450132"/>
              <a:gd name="connsiteY2751" fmla="*/ 4357772 h 5450835"/>
              <a:gd name="connsiteX2752" fmla="*/ 10444686 w 10450132"/>
              <a:gd name="connsiteY2752" fmla="*/ 4358232 h 5450835"/>
              <a:gd name="connsiteX2753" fmla="*/ 10435622 w 10450132"/>
              <a:gd name="connsiteY2753" fmla="*/ 4358232 h 5450835"/>
              <a:gd name="connsiteX2754" fmla="*/ 10434834 w 10450132"/>
              <a:gd name="connsiteY2754" fmla="*/ 4357772 h 5450835"/>
              <a:gd name="connsiteX2755" fmla="*/ 10430302 w 10450132"/>
              <a:gd name="connsiteY2755" fmla="*/ 4349891 h 5450835"/>
              <a:gd name="connsiteX2756" fmla="*/ 10430302 w 10450132"/>
              <a:gd name="connsiteY2756" fmla="*/ 4349037 h 5450835"/>
              <a:gd name="connsiteX2757" fmla="*/ 10434834 w 10450132"/>
              <a:gd name="connsiteY2757" fmla="*/ 4341156 h 5450835"/>
              <a:gd name="connsiteX2758" fmla="*/ 10435622 w 10450132"/>
              <a:gd name="connsiteY2758" fmla="*/ 4340696 h 5450835"/>
              <a:gd name="connsiteX2759" fmla="*/ 10181242 w 10450132"/>
              <a:gd name="connsiteY2759" fmla="*/ 4340696 h 5450835"/>
              <a:gd name="connsiteX2760" fmla="*/ 10190305 w 10450132"/>
              <a:gd name="connsiteY2760" fmla="*/ 4340696 h 5450835"/>
              <a:gd name="connsiteX2761" fmla="*/ 10191093 w 10450132"/>
              <a:gd name="connsiteY2761" fmla="*/ 4341156 h 5450835"/>
              <a:gd name="connsiteX2762" fmla="*/ 10195626 w 10450132"/>
              <a:gd name="connsiteY2762" fmla="*/ 4349037 h 5450835"/>
              <a:gd name="connsiteX2763" fmla="*/ 10195626 w 10450132"/>
              <a:gd name="connsiteY2763" fmla="*/ 4349891 h 5450835"/>
              <a:gd name="connsiteX2764" fmla="*/ 10191093 w 10450132"/>
              <a:gd name="connsiteY2764" fmla="*/ 4357772 h 5450835"/>
              <a:gd name="connsiteX2765" fmla="*/ 10190305 w 10450132"/>
              <a:gd name="connsiteY2765" fmla="*/ 4358232 h 5450835"/>
              <a:gd name="connsiteX2766" fmla="*/ 10181242 w 10450132"/>
              <a:gd name="connsiteY2766" fmla="*/ 4358232 h 5450835"/>
              <a:gd name="connsiteX2767" fmla="*/ 10180453 w 10450132"/>
              <a:gd name="connsiteY2767" fmla="*/ 4357772 h 5450835"/>
              <a:gd name="connsiteX2768" fmla="*/ 10175922 w 10450132"/>
              <a:gd name="connsiteY2768" fmla="*/ 4349891 h 5450835"/>
              <a:gd name="connsiteX2769" fmla="*/ 10175922 w 10450132"/>
              <a:gd name="connsiteY2769" fmla="*/ 4349037 h 5450835"/>
              <a:gd name="connsiteX2770" fmla="*/ 10180453 w 10450132"/>
              <a:gd name="connsiteY2770" fmla="*/ 4341156 h 5450835"/>
              <a:gd name="connsiteX2771" fmla="*/ 10181242 w 10450132"/>
              <a:gd name="connsiteY2771" fmla="*/ 4340696 h 5450835"/>
              <a:gd name="connsiteX2772" fmla="*/ 9926861 w 10450132"/>
              <a:gd name="connsiteY2772" fmla="*/ 4340696 h 5450835"/>
              <a:gd name="connsiteX2773" fmla="*/ 9935924 w 10450132"/>
              <a:gd name="connsiteY2773" fmla="*/ 4340696 h 5450835"/>
              <a:gd name="connsiteX2774" fmla="*/ 9936713 w 10450132"/>
              <a:gd name="connsiteY2774" fmla="*/ 4341156 h 5450835"/>
              <a:gd name="connsiteX2775" fmla="*/ 9941246 w 10450132"/>
              <a:gd name="connsiteY2775" fmla="*/ 4349037 h 5450835"/>
              <a:gd name="connsiteX2776" fmla="*/ 9941246 w 10450132"/>
              <a:gd name="connsiteY2776" fmla="*/ 4349891 h 5450835"/>
              <a:gd name="connsiteX2777" fmla="*/ 9936713 w 10450132"/>
              <a:gd name="connsiteY2777" fmla="*/ 4357772 h 5450835"/>
              <a:gd name="connsiteX2778" fmla="*/ 9935924 w 10450132"/>
              <a:gd name="connsiteY2778" fmla="*/ 4358232 h 5450835"/>
              <a:gd name="connsiteX2779" fmla="*/ 9926861 w 10450132"/>
              <a:gd name="connsiteY2779" fmla="*/ 4358232 h 5450835"/>
              <a:gd name="connsiteX2780" fmla="*/ 9926073 w 10450132"/>
              <a:gd name="connsiteY2780" fmla="*/ 4357772 h 5450835"/>
              <a:gd name="connsiteX2781" fmla="*/ 9921541 w 10450132"/>
              <a:gd name="connsiteY2781" fmla="*/ 4349891 h 5450835"/>
              <a:gd name="connsiteX2782" fmla="*/ 9921541 w 10450132"/>
              <a:gd name="connsiteY2782" fmla="*/ 4349037 h 5450835"/>
              <a:gd name="connsiteX2783" fmla="*/ 9926073 w 10450132"/>
              <a:gd name="connsiteY2783" fmla="*/ 4341156 h 5450835"/>
              <a:gd name="connsiteX2784" fmla="*/ 9926861 w 10450132"/>
              <a:gd name="connsiteY2784" fmla="*/ 4340696 h 5450835"/>
              <a:gd name="connsiteX2785" fmla="*/ 9672481 w 10450132"/>
              <a:gd name="connsiteY2785" fmla="*/ 4340696 h 5450835"/>
              <a:gd name="connsiteX2786" fmla="*/ 9681545 w 10450132"/>
              <a:gd name="connsiteY2786" fmla="*/ 4340696 h 5450835"/>
              <a:gd name="connsiteX2787" fmla="*/ 9682333 w 10450132"/>
              <a:gd name="connsiteY2787" fmla="*/ 4341156 h 5450835"/>
              <a:gd name="connsiteX2788" fmla="*/ 9686865 w 10450132"/>
              <a:gd name="connsiteY2788" fmla="*/ 4349037 h 5450835"/>
              <a:gd name="connsiteX2789" fmla="*/ 9686865 w 10450132"/>
              <a:gd name="connsiteY2789" fmla="*/ 4349891 h 5450835"/>
              <a:gd name="connsiteX2790" fmla="*/ 9682333 w 10450132"/>
              <a:gd name="connsiteY2790" fmla="*/ 4357772 h 5450835"/>
              <a:gd name="connsiteX2791" fmla="*/ 9681545 w 10450132"/>
              <a:gd name="connsiteY2791" fmla="*/ 4358232 h 5450835"/>
              <a:gd name="connsiteX2792" fmla="*/ 9672481 w 10450132"/>
              <a:gd name="connsiteY2792" fmla="*/ 4358232 h 5450835"/>
              <a:gd name="connsiteX2793" fmla="*/ 9671693 w 10450132"/>
              <a:gd name="connsiteY2793" fmla="*/ 4357772 h 5450835"/>
              <a:gd name="connsiteX2794" fmla="*/ 9667160 w 10450132"/>
              <a:gd name="connsiteY2794" fmla="*/ 4349891 h 5450835"/>
              <a:gd name="connsiteX2795" fmla="*/ 9667160 w 10450132"/>
              <a:gd name="connsiteY2795" fmla="*/ 4349037 h 5450835"/>
              <a:gd name="connsiteX2796" fmla="*/ 9671693 w 10450132"/>
              <a:gd name="connsiteY2796" fmla="*/ 4341156 h 5450835"/>
              <a:gd name="connsiteX2797" fmla="*/ 9672481 w 10450132"/>
              <a:gd name="connsiteY2797" fmla="*/ 4340696 h 5450835"/>
              <a:gd name="connsiteX2798" fmla="*/ 9418035 w 10450132"/>
              <a:gd name="connsiteY2798" fmla="*/ 4340696 h 5450835"/>
              <a:gd name="connsiteX2799" fmla="*/ 9427099 w 10450132"/>
              <a:gd name="connsiteY2799" fmla="*/ 4340696 h 5450835"/>
              <a:gd name="connsiteX2800" fmla="*/ 9427887 w 10450132"/>
              <a:gd name="connsiteY2800" fmla="*/ 4341156 h 5450835"/>
              <a:gd name="connsiteX2801" fmla="*/ 9432419 w 10450132"/>
              <a:gd name="connsiteY2801" fmla="*/ 4349037 h 5450835"/>
              <a:gd name="connsiteX2802" fmla="*/ 9432419 w 10450132"/>
              <a:gd name="connsiteY2802" fmla="*/ 4349891 h 5450835"/>
              <a:gd name="connsiteX2803" fmla="*/ 9427887 w 10450132"/>
              <a:gd name="connsiteY2803" fmla="*/ 4357772 h 5450835"/>
              <a:gd name="connsiteX2804" fmla="*/ 9427099 w 10450132"/>
              <a:gd name="connsiteY2804" fmla="*/ 4358232 h 5450835"/>
              <a:gd name="connsiteX2805" fmla="*/ 9418035 w 10450132"/>
              <a:gd name="connsiteY2805" fmla="*/ 4358232 h 5450835"/>
              <a:gd name="connsiteX2806" fmla="*/ 9417247 w 10450132"/>
              <a:gd name="connsiteY2806" fmla="*/ 4357772 h 5450835"/>
              <a:gd name="connsiteX2807" fmla="*/ 9412714 w 10450132"/>
              <a:gd name="connsiteY2807" fmla="*/ 4349891 h 5450835"/>
              <a:gd name="connsiteX2808" fmla="*/ 9412714 w 10450132"/>
              <a:gd name="connsiteY2808" fmla="*/ 4349037 h 5450835"/>
              <a:gd name="connsiteX2809" fmla="*/ 9417247 w 10450132"/>
              <a:gd name="connsiteY2809" fmla="*/ 4341156 h 5450835"/>
              <a:gd name="connsiteX2810" fmla="*/ 9418035 w 10450132"/>
              <a:gd name="connsiteY2810" fmla="*/ 4340696 h 5450835"/>
              <a:gd name="connsiteX2811" fmla="*/ 9163654 w 10450132"/>
              <a:gd name="connsiteY2811" fmla="*/ 4340696 h 5450835"/>
              <a:gd name="connsiteX2812" fmla="*/ 9172718 w 10450132"/>
              <a:gd name="connsiteY2812" fmla="*/ 4340696 h 5450835"/>
              <a:gd name="connsiteX2813" fmla="*/ 9173506 w 10450132"/>
              <a:gd name="connsiteY2813" fmla="*/ 4341156 h 5450835"/>
              <a:gd name="connsiteX2814" fmla="*/ 9178038 w 10450132"/>
              <a:gd name="connsiteY2814" fmla="*/ 4349037 h 5450835"/>
              <a:gd name="connsiteX2815" fmla="*/ 9178038 w 10450132"/>
              <a:gd name="connsiteY2815" fmla="*/ 4349891 h 5450835"/>
              <a:gd name="connsiteX2816" fmla="*/ 9173506 w 10450132"/>
              <a:gd name="connsiteY2816" fmla="*/ 4357772 h 5450835"/>
              <a:gd name="connsiteX2817" fmla="*/ 9172718 w 10450132"/>
              <a:gd name="connsiteY2817" fmla="*/ 4358232 h 5450835"/>
              <a:gd name="connsiteX2818" fmla="*/ 9163654 w 10450132"/>
              <a:gd name="connsiteY2818" fmla="*/ 4358232 h 5450835"/>
              <a:gd name="connsiteX2819" fmla="*/ 9162866 w 10450132"/>
              <a:gd name="connsiteY2819" fmla="*/ 4357772 h 5450835"/>
              <a:gd name="connsiteX2820" fmla="*/ 9158333 w 10450132"/>
              <a:gd name="connsiteY2820" fmla="*/ 4349891 h 5450835"/>
              <a:gd name="connsiteX2821" fmla="*/ 9158333 w 10450132"/>
              <a:gd name="connsiteY2821" fmla="*/ 4349037 h 5450835"/>
              <a:gd name="connsiteX2822" fmla="*/ 9162866 w 10450132"/>
              <a:gd name="connsiteY2822" fmla="*/ 4341156 h 5450835"/>
              <a:gd name="connsiteX2823" fmla="*/ 9163654 w 10450132"/>
              <a:gd name="connsiteY2823" fmla="*/ 4340696 h 5450835"/>
              <a:gd name="connsiteX2824" fmla="*/ 8909274 w 10450132"/>
              <a:gd name="connsiteY2824" fmla="*/ 4340696 h 5450835"/>
              <a:gd name="connsiteX2825" fmla="*/ 8918336 w 10450132"/>
              <a:gd name="connsiteY2825" fmla="*/ 4340696 h 5450835"/>
              <a:gd name="connsiteX2826" fmla="*/ 8919125 w 10450132"/>
              <a:gd name="connsiteY2826" fmla="*/ 4341156 h 5450835"/>
              <a:gd name="connsiteX2827" fmla="*/ 8923657 w 10450132"/>
              <a:gd name="connsiteY2827" fmla="*/ 4349037 h 5450835"/>
              <a:gd name="connsiteX2828" fmla="*/ 8923657 w 10450132"/>
              <a:gd name="connsiteY2828" fmla="*/ 4349891 h 5450835"/>
              <a:gd name="connsiteX2829" fmla="*/ 8919125 w 10450132"/>
              <a:gd name="connsiteY2829" fmla="*/ 4357772 h 5450835"/>
              <a:gd name="connsiteX2830" fmla="*/ 8918336 w 10450132"/>
              <a:gd name="connsiteY2830" fmla="*/ 4358232 h 5450835"/>
              <a:gd name="connsiteX2831" fmla="*/ 8909274 w 10450132"/>
              <a:gd name="connsiteY2831" fmla="*/ 4358232 h 5450835"/>
              <a:gd name="connsiteX2832" fmla="*/ 8908484 w 10450132"/>
              <a:gd name="connsiteY2832" fmla="*/ 4357772 h 5450835"/>
              <a:gd name="connsiteX2833" fmla="*/ 8903953 w 10450132"/>
              <a:gd name="connsiteY2833" fmla="*/ 4349891 h 5450835"/>
              <a:gd name="connsiteX2834" fmla="*/ 8903953 w 10450132"/>
              <a:gd name="connsiteY2834" fmla="*/ 4349037 h 5450835"/>
              <a:gd name="connsiteX2835" fmla="*/ 8908484 w 10450132"/>
              <a:gd name="connsiteY2835" fmla="*/ 4341156 h 5450835"/>
              <a:gd name="connsiteX2836" fmla="*/ 8909274 w 10450132"/>
              <a:gd name="connsiteY2836" fmla="*/ 4340696 h 5450835"/>
              <a:gd name="connsiteX2837" fmla="*/ 8654892 w 10450132"/>
              <a:gd name="connsiteY2837" fmla="*/ 4340696 h 5450835"/>
              <a:gd name="connsiteX2838" fmla="*/ 8663955 w 10450132"/>
              <a:gd name="connsiteY2838" fmla="*/ 4340696 h 5450835"/>
              <a:gd name="connsiteX2839" fmla="*/ 8664744 w 10450132"/>
              <a:gd name="connsiteY2839" fmla="*/ 4341156 h 5450835"/>
              <a:gd name="connsiteX2840" fmla="*/ 8669277 w 10450132"/>
              <a:gd name="connsiteY2840" fmla="*/ 4349037 h 5450835"/>
              <a:gd name="connsiteX2841" fmla="*/ 8669277 w 10450132"/>
              <a:gd name="connsiteY2841" fmla="*/ 4349891 h 5450835"/>
              <a:gd name="connsiteX2842" fmla="*/ 8664744 w 10450132"/>
              <a:gd name="connsiteY2842" fmla="*/ 4357772 h 5450835"/>
              <a:gd name="connsiteX2843" fmla="*/ 8663955 w 10450132"/>
              <a:gd name="connsiteY2843" fmla="*/ 4358232 h 5450835"/>
              <a:gd name="connsiteX2844" fmla="*/ 8654892 w 10450132"/>
              <a:gd name="connsiteY2844" fmla="*/ 4358232 h 5450835"/>
              <a:gd name="connsiteX2845" fmla="*/ 8654104 w 10450132"/>
              <a:gd name="connsiteY2845" fmla="*/ 4357772 h 5450835"/>
              <a:gd name="connsiteX2846" fmla="*/ 8649572 w 10450132"/>
              <a:gd name="connsiteY2846" fmla="*/ 4349891 h 5450835"/>
              <a:gd name="connsiteX2847" fmla="*/ 8649572 w 10450132"/>
              <a:gd name="connsiteY2847" fmla="*/ 4349037 h 5450835"/>
              <a:gd name="connsiteX2848" fmla="*/ 8654104 w 10450132"/>
              <a:gd name="connsiteY2848" fmla="*/ 4341156 h 5450835"/>
              <a:gd name="connsiteX2849" fmla="*/ 8654892 w 10450132"/>
              <a:gd name="connsiteY2849" fmla="*/ 4340696 h 5450835"/>
              <a:gd name="connsiteX2850" fmla="*/ 8400511 w 10450132"/>
              <a:gd name="connsiteY2850" fmla="*/ 4340696 h 5450835"/>
              <a:gd name="connsiteX2851" fmla="*/ 8409575 w 10450132"/>
              <a:gd name="connsiteY2851" fmla="*/ 4340696 h 5450835"/>
              <a:gd name="connsiteX2852" fmla="*/ 8410363 w 10450132"/>
              <a:gd name="connsiteY2852" fmla="*/ 4341156 h 5450835"/>
              <a:gd name="connsiteX2853" fmla="*/ 8414896 w 10450132"/>
              <a:gd name="connsiteY2853" fmla="*/ 4349037 h 5450835"/>
              <a:gd name="connsiteX2854" fmla="*/ 8414896 w 10450132"/>
              <a:gd name="connsiteY2854" fmla="*/ 4349891 h 5450835"/>
              <a:gd name="connsiteX2855" fmla="*/ 8410363 w 10450132"/>
              <a:gd name="connsiteY2855" fmla="*/ 4357772 h 5450835"/>
              <a:gd name="connsiteX2856" fmla="*/ 8409575 w 10450132"/>
              <a:gd name="connsiteY2856" fmla="*/ 4358232 h 5450835"/>
              <a:gd name="connsiteX2857" fmla="*/ 8400511 w 10450132"/>
              <a:gd name="connsiteY2857" fmla="*/ 4358232 h 5450835"/>
              <a:gd name="connsiteX2858" fmla="*/ 8399723 w 10450132"/>
              <a:gd name="connsiteY2858" fmla="*/ 4357772 h 5450835"/>
              <a:gd name="connsiteX2859" fmla="*/ 8395191 w 10450132"/>
              <a:gd name="connsiteY2859" fmla="*/ 4349891 h 5450835"/>
              <a:gd name="connsiteX2860" fmla="*/ 8395191 w 10450132"/>
              <a:gd name="connsiteY2860" fmla="*/ 4349037 h 5450835"/>
              <a:gd name="connsiteX2861" fmla="*/ 8399723 w 10450132"/>
              <a:gd name="connsiteY2861" fmla="*/ 4341156 h 5450835"/>
              <a:gd name="connsiteX2862" fmla="*/ 8400511 w 10450132"/>
              <a:gd name="connsiteY2862" fmla="*/ 4340696 h 5450835"/>
              <a:gd name="connsiteX2863" fmla="*/ 8146065 w 10450132"/>
              <a:gd name="connsiteY2863" fmla="*/ 4340696 h 5450835"/>
              <a:gd name="connsiteX2864" fmla="*/ 8155129 w 10450132"/>
              <a:gd name="connsiteY2864" fmla="*/ 4340696 h 5450835"/>
              <a:gd name="connsiteX2865" fmla="*/ 8155917 w 10450132"/>
              <a:gd name="connsiteY2865" fmla="*/ 4341156 h 5450835"/>
              <a:gd name="connsiteX2866" fmla="*/ 8160449 w 10450132"/>
              <a:gd name="connsiteY2866" fmla="*/ 4349037 h 5450835"/>
              <a:gd name="connsiteX2867" fmla="*/ 8160449 w 10450132"/>
              <a:gd name="connsiteY2867" fmla="*/ 4349891 h 5450835"/>
              <a:gd name="connsiteX2868" fmla="*/ 8155917 w 10450132"/>
              <a:gd name="connsiteY2868" fmla="*/ 4357772 h 5450835"/>
              <a:gd name="connsiteX2869" fmla="*/ 8155129 w 10450132"/>
              <a:gd name="connsiteY2869" fmla="*/ 4358232 h 5450835"/>
              <a:gd name="connsiteX2870" fmla="*/ 8146065 w 10450132"/>
              <a:gd name="connsiteY2870" fmla="*/ 4358232 h 5450835"/>
              <a:gd name="connsiteX2871" fmla="*/ 8145277 w 10450132"/>
              <a:gd name="connsiteY2871" fmla="*/ 4357772 h 5450835"/>
              <a:gd name="connsiteX2872" fmla="*/ 8140745 w 10450132"/>
              <a:gd name="connsiteY2872" fmla="*/ 4349891 h 5450835"/>
              <a:gd name="connsiteX2873" fmla="*/ 8140745 w 10450132"/>
              <a:gd name="connsiteY2873" fmla="*/ 4349037 h 5450835"/>
              <a:gd name="connsiteX2874" fmla="*/ 8145277 w 10450132"/>
              <a:gd name="connsiteY2874" fmla="*/ 4341156 h 5450835"/>
              <a:gd name="connsiteX2875" fmla="*/ 8146065 w 10450132"/>
              <a:gd name="connsiteY2875" fmla="*/ 4340696 h 5450835"/>
              <a:gd name="connsiteX2876" fmla="*/ 7891684 w 10450132"/>
              <a:gd name="connsiteY2876" fmla="*/ 4340696 h 5450835"/>
              <a:gd name="connsiteX2877" fmla="*/ 7900748 w 10450132"/>
              <a:gd name="connsiteY2877" fmla="*/ 4340696 h 5450835"/>
              <a:gd name="connsiteX2878" fmla="*/ 7901536 w 10450132"/>
              <a:gd name="connsiteY2878" fmla="*/ 4341156 h 5450835"/>
              <a:gd name="connsiteX2879" fmla="*/ 7906067 w 10450132"/>
              <a:gd name="connsiteY2879" fmla="*/ 4349037 h 5450835"/>
              <a:gd name="connsiteX2880" fmla="*/ 7906067 w 10450132"/>
              <a:gd name="connsiteY2880" fmla="*/ 4349891 h 5450835"/>
              <a:gd name="connsiteX2881" fmla="*/ 7901536 w 10450132"/>
              <a:gd name="connsiteY2881" fmla="*/ 4357772 h 5450835"/>
              <a:gd name="connsiteX2882" fmla="*/ 7900748 w 10450132"/>
              <a:gd name="connsiteY2882" fmla="*/ 4358232 h 5450835"/>
              <a:gd name="connsiteX2883" fmla="*/ 7891684 w 10450132"/>
              <a:gd name="connsiteY2883" fmla="*/ 4358232 h 5450835"/>
              <a:gd name="connsiteX2884" fmla="*/ 7890896 w 10450132"/>
              <a:gd name="connsiteY2884" fmla="*/ 4357772 h 5450835"/>
              <a:gd name="connsiteX2885" fmla="*/ 7886363 w 10450132"/>
              <a:gd name="connsiteY2885" fmla="*/ 4349891 h 5450835"/>
              <a:gd name="connsiteX2886" fmla="*/ 7886363 w 10450132"/>
              <a:gd name="connsiteY2886" fmla="*/ 4349037 h 5450835"/>
              <a:gd name="connsiteX2887" fmla="*/ 7890896 w 10450132"/>
              <a:gd name="connsiteY2887" fmla="*/ 4341156 h 5450835"/>
              <a:gd name="connsiteX2888" fmla="*/ 7891684 w 10450132"/>
              <a:gd name="connsiteY2888" fmla="*/ 4340696 h 5450835"/>
              <a:gd name="connsiteX2889" fmla="*/ 7637304 w 10450132"/>
              <a:gd name="connsiteY2889" fmla="*/ 4340696 h 5450835"/>
              <a:gd name="connsiteX2890" fmla="*/ 7646367 w 10450132"/>
              <a:gd name="connsiteY2890" fmla="*/ 4340696 h 5450835"/>
              <a:gd name="connsiteX2891" fmla="*/ 7647156 w 10450132"/>
              <a:gd name="connsiteY2891" fmla="*/ 4341156 h 5450835"/>
              <a:gd name="connsiteX2892" fmla="*/ 7651687 w 10450132"/>
              <a:gd name="connsiteY2892" fmla="*/ 4349037 h 5450835"/>
              <a:gd name="connsiteX2893" fmla="*/ 7651687 w 10450132"/>
              <a:gd name="connsiteY2893" fmla="*/ 4349891 h 5450835"/>
              <a:gd name="connsiteX2894" fmla="*/ 7647156 w 10450132"/>
              <a:gd name="connsiteY2894" fmla="*/ 4357772 h 5450835"/>
              <a:gd name="connsiteX2895" fmla="*/ 7646367 w 10450132"/>
              <a:gd name="connsiteY2895" fmla="*/ 4358232 h 5450835"/>
              <a:gd name="connsiteX2896" fmla="*/ 7637304 w 10450132"/>
              <a:gd name="connsiteY2896" fmla="*/ 4358232 h 5450835"/>
              <a:gd name="connsiteX2897" fmla="*/ 7636516 w 10450132"/>
              <a:gd name="connsiteY2897" fmla="*/ 4357772 h 5450835"/>
              <a:gd name="connsiteX2898" fmla="*/ 7631983 w 10450132"/>
              <a:gd name="connsiteY2898" fmla="*/ 4349891 h 5450835"/>
              <a:gd name="connsiteX2899" fmla="*/ 7631983 w 10450132"/>
              <a:gd name="connsiteY2899" fmla="*/ 4349037 h 5450835"/>
              <a:gd name="connsiteX2900" fmla="*/ 7636516 w 10450132"/>
              <a:gd name="connsiteY2900" fmla="*/ 4341156 h 5450835"/>
              <a:gd name="connsiteX2901" fmla="*/ 7637304 w 10450132"/>
              <a:gd name="connsiteY2901" fmla="*/ 4340696 h 5450835"/>
              <a:gd name="connsiteX2902" fmla="*/ 7382923 w 10450132"/>
              <a:gd name="connsiteY2902" fmla="*/ 4340696 h 5450835"/>
              <a:gd name="connsiteX2903" fmla="*/ 7391987 w 10450132"/>
              <a:gd name="connsiteY2903" fmla="*/ 4340696 h 5450835"/>
              <a:gd name="connsiteX2904" fmla="*/ 7392775 w 10450132"/>
              <a:gd name="connsiteY2904" fmla="*/ 4341156 h 5450835"/>
              <a:gd name="connsiteX2905" fmla="*/ 7397307 w 10450132"/>
              <a:gd name="connsiteY2905" fmla="*/ 4349037 h 5450835"/>
              <a:gd name="connsiteX2906" fmla="*/ 7397307 w 10450132"/>
              <a:gd name="connsiteY2906" fmla="*/ 4349891 h 5450835"/>
              <a:gd name="connsiteX2907" fmla="*/ 7392775 w 10450132"/>
              <a:gd name="connsiteY2907" fmla="*/ 4357772 h 5450835"/>
              <a:gd name="connsiteX2908" fmla="*/ 7391987 w 10450132"/>
              <a:gd name="connsiteY2908" fmla="*/ 4358232 h 5450835"/>
              <a:gd name="connsiteX2909" fmla="*/ 7382923 w 10450132"/>
              <a:gd name="connsiteY2909" fmla="*/ 4358232 h 5450835"/>
              <a:gd name="connsiteX2910" fmla="*/ 7382135 w 10450132"/>
              <a:gd name="connsiteY2910" fmla="*/ 4357772 h 5450835"/>
              <a:gd name="connsiteX2911" fmla="*/ 7377602 w 10450132"/>
              <a:gd name="connsiteY2911" fmla="*/ 4349891 h 5450835"/>
              <a:gd name="connsiteX2912" fmla="*/ 7377602 w 10450132"/>
              <a:gd name="connsiteY2912" fmla="*/ 4349037 h 5450835"/>
              <a:gd name="connsiteX2913" fmla="*/ 7382135 w 10450132"/>
              <a:gd name="connsiteY2913" fmla="*/ 4341156 h 5450835"/>
              <a:gd name="connsiteX2914" fmla="*/ 7382923 w 10450132"/>
              <a:gd name="connsiteY2914" fmla="*/ 4340696 h 5450835"/>
              <a:gd name="connsiteX2915" fmla="*/ 7128477 w 10450132"/>
              <a:gd name="connsiteY2915" fmla="*/ 4340696 h 5450835"/>
              <a:gd name="connsiteX2916" fmla="*/ 7137540 w 10450132"/>
              <a:gd name="connsiteY2916" fmla="*/ 4340696 h 5450835"/>
              <a:gd name="connsiteX2917" fmla="*/ 7138328 w 10450132"/>
              <a:gd name="connsiteY2917" fmla="*/ 4341156 h 5450835"/>
              <a:gd name="connsiteX2918" fmla="*/ 7142860 w 10450132"/>
              <a:gd name="connsiteY2918" fmla="*/ 4349037 h 5450835"/>
              <a:gd name="connsiteX2919" fmla="*/ 7142860 w 10450132"/>
              <a:gd name="connsiteY2919" fmla="*/ 4349891 h 5450835"/>
              <a:gd name="connsiteX2920" fmla="*/ 7138328 w 10450132"/>
              <a:gd name="connsiteY2920" fmla="*/ 4357772 h 5450835"/>
              <a:gd name="connsiteX2921" fmla="*/ 7137540 w 10450132"/>
              <a:gd name="connsiteY2921" fmla="*/ 4358232 h 5450835"/>
              <a:gd name="connsiteX2922" fmla="*/ 7128477 w 10450132"/>
              <a:gd name="connsiteY2922" fmla="*/ 4358232 h 5450835"/>
              <a:gd name="connsiteX2923" fmla="*/ 7127689 w 10450132"/>
              <a:gd name="connsiteY2923" fmla="*/ 4357772 h 5450835"/>
              <a:gd name="connsiteX2924" fmla="*/ 7123156 w 10450132"/>
              <a:gd name="connsiteY2924" fmla="*/ 4349891 h 5450835"/>
              <a:gd name="connsiteX2925" fmla="*/ 7123156 w 10450132"/>
              <a:gd name="connsiteY2925" fmla="*/ 4349037 h 5450835"/>
              <a:gd name="connsiteX2926" fmla="*/ 7127689 w 10450132"/>
              <a:gd name="connsiteY2926" fmla="*/ 4341156 h 5450835"/>
              <a:gd name="connsiteX2927" fmla="*/ 7128477 w 10450132"/>
              <a:gd name="connsiteY2927" fmla="*/ 4340696 h 5450835"/>
              <a:gd name="connsiteX2928" fmla="*/ 6874095 w 10450132"/>
              <a:gd name="connsiteY2928" fmla="*/ 4340696 h 5450835"/>
              <a:gd name="connsiteX2929" fmla="*/ 6883159 w 10450132"/>
              <a:gd name="connsiteY2929" fmla="*/ 4340696 h 5450835"/>
              <a:gd name="connsiteX2930" fmla="*/ 6883947 w 10450132"/>
              <a:gd name="connsiteY2930" fmla="*/ 4341156 h 5450835"/>
              <a:gd name="connsiteX2931" fmla="*/ 6888480 w 10450132"/>
              <a:gd name="connsiteY2931" fmla="*/ 4349037 h 5450835"/>
              <a:gd name="connsiteX2932" fmla="*/ 6888480 w 10450132"/>
              <a:gd name="connsiteY2932" fmla="*/ 4349891 h 5450835"/>
              <a:gd name="connsiteX2933" fmla="*/ 6883947 w 10450132"/>
              <a:gd name="connsiteY2933" fmla="*/ 4357772 h 5450835"/>
              <a:gd name="connsiteX2934" fmla="*/ 6883159 w 10450132"/>
              <a:gd name="connsiteY2934" fmla="*/ 4358232 h 5450835"/>
              <a:gd name="connsiteX2935" fmla="*/ 6874095 w 10450132"/>
              <a:gd name="connsiteY2935" fmla="*/ 4358232 h 5450835"/>
              <a:gd name="connsiteX2936" fmla="*/ 6873307 w 10450132"/>
              <a:gd name="connsiteY2936" fmla="*/ 4357772 h 5450835"/>
              <a:gd name="connsiteX2937" fmla="*/ 6868775 w 10450132"/>
              <a:gd name="connsiteY2937" fmla="*/ 4349891 h 5450835"/>
              <a:gd name="connsiteX2938" fmla="*/ 6868775 w 10450132"/>
              <a:gd name="connsiteY2938" fmla="*/ 4349037 h 5450835"/>
              <a:gd name="connsiteX2939" fmla="*/ 6873307 w 10450132"/>
              <a:gd name="connsiteY2939" fmla="*/ 4341156 h 5450835"/>
              <a:gd name="connsiteX2940" fmla="*/ 6874095 w 10450132"/>
              <a:gd name="connsiteY2940" fmla="*/ 4340696 h 5450835"/>
              <a:gd name="connsiteX2941" fmla="*/ 6619714 w 10450132"/>
              <a:gd name="connsiteY2941" fmla="*/ 4340696 h 5450835"/>
              <a:gd name="connsiteX2942" fmla="*/ 6628778 w 10450132"/>
              <a:gd name="connsiteY2942" fmla="*/ 4340696 h 5450835"/>
              <a:gd name="connsiteX2943" fmla="*/ 6629566 w 10450132"/>
              <a:gd name="connsiteY2943" fmla="*/ 4341156 h 5450835"/>
              <a:gd name="connsiteX2944" fmla="*/ 6634099 w 10450132"/>
              <a:gd name="connsiteY2944" fmla="*/ 4349037 h 5450835"/>
              <a:gd name="connsiteX2945" fmla="*/ 6634099 w 10450132"/>
              <a:gd name="connsiteY2945" fmla="*/ 4349891 h 5450835"/>
              <a:gd name="connsiteX2946" fmla="*/ 6629566 w 10450132"/>
              <a:gd name="connsiteY2946" fmla="*/ 4357772 h 5450835"/>
              <a:gd name="connsiteX2947" fmla="*/ 6628778 w 10450132"/>
              <a:gd name="connsiteY2947" fmla="*/ 4358232 h 5450835"/>
              <a:gd name="connsiteX2948" fmla="*/ 6619714 w 10450132"/>
              <a:gd name="connsiteY2948" fmla="*/ 4358232 h 5450835"/>
              <a:gd name="connsiteX2949" fmla="*/ 6618926 w 10450132"/>
              <a:gd name="connsiteY2949" fmla="*/ 4357772 h 5450835"/>
              <a:gd name="connsiteX2950" fmla="*/ 6614394 w 10450132"/>
              <a:gd name="connsiteY2950" fmla="*/ 4349891 h 5450835"/>
              <a:gd name="connsiteX2951" fmla="*/ 6614394 w 10450132"/>
              <a:gd name="connsiteY2951" fmla="*/ 4349037 h 5450835"/>
              <a:gd name="connsiteX2952" fmla="*/ 6618926 w 10450132"/>
              <a:gd name="connsiteY2952" fmla="*/ 4341156 h 5450835"/>
              <a:gd name="connsiteX2953" fmla="*/ 6619714 w 10450132"/>
              <a:gd name="connsiteY2953" fmla="*/ 4340696 h 5450835"/>
              <a:gd name="connsiteX2954" fmla="*/ 6365334 w 10450132"/>
              <a:gd name="connsiteY2954" fmla="*/ 4340696 h 5450835"/>
              <a:gd name="connsiteX2955" fmla="*/ 6374397 w 10450132"/>
              <a:gd name="connsiteY2955" fmla="*/ 4340696 h 5450835"/>
              <a:gd name="connsiteX2956" fmla="*/ 6375186 w 10450132"/>
              <a:gd name="connsiteY2956" fmla="*/ 4341156 h 5450835"/>
              <a:gd name="connsiteX2957" fmla="*/ 6379718 w 10450132"/>
              <a:gd name="connsiteY2957" fmla="*/ 4349037 h 5450835"/>
              <a:gd name="connsiteX2958" fmla="*/ 6379718 w 10450132"/>
              <a:gd name="connsiteY2958" fmla="*/ 4349891 h 5450835"/>
              <a:gd name="connsiteX2959" fmla="*/ 6375186 w 10450132"/>
              <a:gd name="connsiteY2959" fmla="*/ 4357772 h 5450835"/>
              <a:gd name="connsiteX2960" fmla="*/ 6374397 w 10450132"/>
              <a:gd name="connsiteY2960" fmla="*/ 4358232 h 5450835"/>
              <a:gd name="connsiteX2961" fmla="*/ 6365334 w 10450132"/>
              <a:gd name="connsiteY2961" fmla="*/ 4358232 h 5450835"/>
              <a:gd name="connsiteX2962" fmla="*/ 6364546 w 10450132"/>
              <a:gd name="connsiteY2962" fmla="*/ 4357772 h 5450835"/>
              <a:gd name="connsiteX2963" fmla="*/ 6360014 w 10450132"/>
              <a:gd name="connsiteY2963" fmla="*/ 4349891 h 5450835"/>
              <a:gd name="connsiteX2964" fmla="*/ 6360014 w 10450132"/>
              <a:gd name="connsiteY2964" fmla="*/ 4349037 h 5450835"/>
              <a:gd name="connsiteX2965" fmla="*/ 6364546 w 10450132"/>
              <a:gd name="connsiteY2965" fmla="*/ 4341156 h 5450835"/>
              <a:gd name="connsiteX2966" fmla="*/ 6365334 w 10450132"/>
              <a:gd name="connsiteY2966" fmla="*/ 4340696 h 5450835"/>
              <a:gd name="connsiteX2967" fmla="*/ 6110888 w 10450132"/>
              <a:gd name="connsiteY2967" fmla="*/ 4340696 h 5450835"/>
              <a:gd name="connsiteX2968" fmla="*/ 6119953 w 10450132"/>
              <a:gd name="connsiteY2968" fmla="*/ 4340696 h 5450835"/>
              <a:gd name="connsiteX2969" fmla="*/ 6120740 w 10450132"/>
              <a:gd name="connsiteY2969" fmla="*/ 4341156 h 5450835"/>
              <a:gd name="connsiteX2970" fmla="*/ 6125272 w 10450132"/>
              <a:gd name="connsiteY2970" fmla="*/ 4349037 h 5450835"/>
              <a:gd name="connsiteX2971" fmla="*/ 6125272 w 10450132"/>
              <a:gd name="connsiteY2971" fmla="*/ 4349891 h 5450835"/>
              <a:gd name="connsiteX2972" fmla="*/ 6120740 w 10450132"/>
              <a:gd name="connsiteY2972" fmla="*/ 4357772 h 5450835"/>
              <a:gd name="connsiteX2973" fmla="*/ 6119953 w 10450132"/>
              <a:gd name="connsiteY2973" fmla="*/ 4358232 h 5450835"/>
              <a:gd name="connsiteX2974" fmla="*/ 6110888 w 10450132"/>
              <a:gd name="connsiteY2974" fmla="*/ 4358232 h 5450835"/>
              <a:gd name="connsiteX2975" fmla="*/ 6110101 w 10450132"/>
              <a:gd name="connsiteY2975" fmla="*/ 4357772 h 5450835"/>
              <a:gd name="connsiteX2976" fmla="*/ 6105567 w 10450132"/>
              <a:gd name="connsiteY2976" fmla="*/ 4349891 h 5450835"/>
              <a:gd name="connsiteX2977" fmla="*/ 6105567 w 10450132"/>
              <a:gd name="connsiteY2977" fmla="*/ 4349037 h 5450835"/>
              <a:gd name="connsiteX2978" fmla="*/ 6110101 w 10450132"/>
              <a:gd name="connsiteY2978" fmla="*/ 4341156 h 5450835"/>
              <a:gd name="connsiteX2979" fmla="*/ 6110888 w 10450132"/>
              <a:gd name="connsiteY2979" fmla="*/ 4340696 h 5450835"/>
              <a:gd name="connsiteX2980" fmla="*/ 5856508 w 10450132"/>
              <a:gd name="connsiteY2980" fmla="*/ 4340696 h 5450835"/>
              <a:gd name="connsiteX2981" fmla="*/ 5865571 w 10450132"/>
              <a:gd name="connsiteY2981" fmla="*/ 4340696 h 5450835"/>
              <a:gd name="connsiteX2982" fmla="*/ 5866359 w 10450132"/>
              <a:gd name="connsiteY2982" fmla="*/ 4341156 h 5450835"/>
              <a:gd name="connsiteX2983" fmla="*/ 5870891 w 10450132"/>
              <a:gd name="connsiteY2983" fmla="*/ 4349037 h 5450835"/>
              <a:gd name="connsiteX2984" fmla="*/ 5870891 w 10450132"/>
              <a:gd name="connsiteY2984" fmla="*/ 4349891 h 5450835"/>
              <a:gd name="connsiteX2985" fmla="*/ 5866359 w 10450132"/>
              <a:gd name="connsiteY2985" fmla="*/ 4357772 h 5450835"/>
              <a:gd name="connsiteX2986" fmla="*/ 5865571 w 10450132"/>
              <a:gd name="connsiteY2986" fmla="*/ 4358232 h 5450835"/>
              <a:gd name="connsiteX2987" fmla="*/ 5856508 w 10450132"/>
              <a:gd name="connsiteY2987" fmla="*/ 4358232 h 5450835"/>
              <a:gd name="connsiteX2988" fmla="*/ 5855720 w 10450132"/>
              <a:gd name="connsiteY2988" fmla="*/ 4357772 h 5450835"/>
              <a:gd name="connsiteX2989" fmla="*/ 5851187 w 10450132"/>
              <a:gd name="connsiteY2989" fmla="*/ 4349891 h 5450835"/>
              <a:gd name="connsiteX2990" fmla="*/ 5851187 w 10450132"/>
              <a:gd name="connsiteY2990" fmla="*/ 4349037 h 5450835"/>
              <a:gd name="connsiteX2991" fmla="*/ 5855720 w 10450132"/>
              <a:gd name="connsiteY2991" fmla="*/ 4341156 h 5450835"/>
              <a:gd name="connsiteX2992" fmla="*/ 5856508 w 10450132"/>
              <a:gd name="connsiteY2992" fmla="*/ 4340696 h 5450835"/>
              <a:gd name="connsiteX2993" fmla="*/ 5602126 w 10450132"/>
              <a:gd name="connsiteY2993" fmla="*/ 4340696 h 5450835"/>
              <a:gd name="connsiteX2994" fmla="*/ 5611191 w 10450132"/>
              <a:gd name="connsiteY2994" fmla="*/ 4340696 h 5450835"/>
              <a:gd name="connsiteX2995" fmla="*/ 5611979 w 10450132"/>
              <a:gd name="connsiteY2995" fmla="*/ 4341156 h 5450835"/>
              <a:gd name="connsiteX2996" fmla="*/ 5616511 w 10450132"/>
              <a:gd name="connsiteY2996" fmla="*/ 4349037 h 5450835"/>
              <a:gd name="connsiteX2997" fmla="*/ 5616511 w 10450132"/>
              <a:gd name="connsiteY2997" fmla="*/ 4349891 h 5450835"/>
              <a:gd name="connsiteX2998" fmla="*/ 5611979 w 10450132"/>
              <a:gd name="connsiteY2998" fmla="*/ 4357772 h 5450835"/>
              <a:gd name="connsiteX2999" fmla="*/ 5611191 w 10450132"/>
              <a:gd name="connsiteY2999" fmla="*/ 4358232 h 5450835"/>
              <a:gd name="connsiteX3000" fmla="*/ 5602126 w 10450132"/>
              <a:gd name="connsiteY3000" fmla="*/ 4358232 h 5450835"/>
              <a:gd name="connsiteX3001" fmla="*/ 5601338 w 10450132"/>
              <a:gd name="connsiteY3001" fmla="*/ 4357772 h 5450835"/>
              <a:gd name="connsiteX3002" fmla="*/ 5596807 w 10450132"/>
              <a:gd name="connsiteY3002" fmla="*/ 4349891 h 5450835"/>
              <a:gd name="connsiteX3003" fmla="*/ 5596807 w 10450132"/>
              <a:gd name="connsiteY3003" fmla="*/ 4349037 h 5450835"/>
              <a:gd name="connsiteX3004" fmla="*/ 5601338 w 10450132"/>
              <a:gd name="connsiteY3004" fmla="*/ 4341156 h 5450835"/>
              <a:gd name="connsiteX3005" fmla="*/ 5602126 w 10450132"/>
              <a:gd name="connsiteY3005" fmla="*/ 4340696 h 5450835"/>
              <a:gd name="connsiteX3006" fmla="*/ 5347746 w 10450132"/>
              <a:gd name="connsiteY3006" fmla="*/ 4340696 h 5450835"/>
              <a:gd name="connsiteX3007" fmla="*/ 5356810 w 10450132"/>
              <a:gd name="connsiteY3007" fmla="*/ 4340696 h 5450835"/>
              <a:gd name="connsiteX3008" fmla="*/ 5357598 w 10450132"/>
              <a:gd name="connsiteY3008" fmla="*/ 4341156 h 5450835"/>
              <a:gd name="connsiteX3009" fmla="*/ 5362130 w 10450132"/>
              <a:gd name="connsiteY3009" fmla="*/ 4349037 h 5450835"/>
              <a:gd name="connsiteX3010" fmla="*/ 5362130 w 10450132"/>
              <a:gd name="connsiteY3010" fmla="*/ 4349891 h 5450835"/>
              <a:gd name="connsiteX3011" fmla="*/ 5357598 w 10450132"/>
              <a:gd name="connsiteY3011" fmla="*/ 4357772 h 5450835"/>
              <a:gd name="connsiteX3012" fmla="*/ 5356810 w 10450132"/>
              <a:gd name="connsiteY3012" fmla="*/ 4358232 h 5450835"/>
              <a:gd name="connsiteX3013" fmla="*/ 5347746 w 10450132"/>
              <a:gd name="connsiteY3013" fmla="*/ 4358232 h 5450835"/>
              <a:gd name="connsiteX3014" fmla="*/ 5346958 w 10450132"/>
              <a:gd name="connsiteY3014" fmla="*/ 4357772 h 5450835"/>
              <a:gd name="connsiteX3015" fmla="*/ 5342425 w 10450132"/>
              <a:gd name="connsiteY3015" fmla="*/ 4349891 h 5450835"/>
              <a:gd name="connsiteX3016" fmla="*/ 5342425 w 10450132"/>
              <a:gd name="connsiteY3016" fmla="*/ 4349037 h 5450835"/>
              <a:gd name="connsiteX3017" fmla="*/ 5346958 w 10450132"/>
              <a:gd name="connsiteY3017" fmla="*/ 4341156 h 5450835"/>
              <a:gd name="connsiteX3018" fmla="*/ 5347746 w 10450132"/>
              <a:gd name="connsiteY3018" fmla="*/ 4340696 h 5450835"/>
              <a:gd name="connsiteX3019" fmla="*/ 5093300 w 10450132"/>
              <a:gd name="connsiteY3019" fmla="*/ 4340696 h 5450835"/>
              <a:gd name="connsiteX3020" fmla="*/ 5102364 w 10450132"/>
              <a:gd name="connsiteY3020" fmla="*/ 4340696 h 5450835"/>
              <a:gd name="connsiteX3021" fmla="*/ 5103153 w 10450132"/>
              <a:gd name="connsiteY3021" fmla="*/ 4341156 h 5450835"/>
              <a:gd name="connsiteX3022" fmla="*/ 5107684 w 10450132"/>
              <a:gd name="connsiteY3022" fmla="*/ 4349037 h 5450835"/>
              <a:gd name="connsiteX3023" fmla="*/ 5107684 w 10450132"/>
              <a:gd name="connsiteY3023" fmla="*/ 4349891 h 5450835"/>
              <a:gd name="connsiteX3024" fmla="*/ 5103153 w 10450132"/>
              <a:gd name="connsiteY3024" fmla="*/ 4357772 h 5450835"/>
              <a:gd name="connsiteX3025" fmla="*/ 5102364 w 10450132"/>
              <a:gd name="connsiteY3025" fmla="*/ 4358232 h 5450835"/>
              <a:gd name="connsiteX3026" fmla="*/ 5093300 w 10450132"/>
              <a:gd name="connsiteY3026" fmla="*/ 4358232 h 5450835"/>
              <a:gd name="connsiteX3027" fmla="*/ 5092512 w 10450132"/>
              <a:gd name="connsiteY3027" fmla="*/ 4357772 h 5450835"/>
              <a:gd name="connsiteX3028" fmla="*/ 5087979 w 10450132"/>
              <a:gd name="connsiteY3028" fmla="*/ 4349891 h 5450835"/>
              <a:gd name="connsiteX3029" fmla="*/ 5087979 w 10450132"/>
              <a:gd name="connsiteY3029" fmla="*/ 4349037 h 5450835"/>
              <a:gd name="connsiteX3030" fmla="*/ 5092512 w 10450132"/>
              <a:gd name="connsiteY3030" fmla="*/ 4341156 h 5450835"/>
              <a:gd name="connsiteX3031" fmla="*/ 5093300 w 10450132"/>
              <a:gd name="connsiteY3031" fmla="*/ 4340696 h 5450835"/>
              <a:gd name="connsiteX3032" fmla="*/ 4838919 w 10450132"/>
              <a:gd name="connsiteY3032" fmla="*/ 4340696 h 5450835"/>
              <a:gd name="connsiteX3033" fmla="*/ 4847982 w 10450132"/>
              <a:gd name="connsiteY3033" fmla="*/ 4340696 h 5450835"/>
              <a:gd name="connsiteX3034" fmla="*/ 4848772 w 10450132"/>
              <a:gd name="connsiteY3034" fmla="*/ 4341156 h 5450835"/>
              <a:gd name="connsiteX3035" fmla="*/ 4853303 w 10450132"/>
              <a:gd name="connsiteY3035" fmla="*/ 4349037 h 5450835"/>
              <a:gd name="connsiteX3036" fmla="*/ 4853303 w 10450132"/>
              <a:gd name="connsiteY3036" fmla="*/ 4349891 h 5450835"/>
              <a:gd name="connsiteX3037" fmla="*/ 4848772 w 10450132"/>
              <a:gd name="connsiteY3037" fmla="*/ 4357772 h 5450835"/>
              <a:gd name="connsiteX3038" fmla="*/ 4847982 w 10450132"/>
              <a:gd name="connsiteY3038" fmla="*/ 4358232 h 5450835"/>
              <a:gd name="connsiteX3039" fmla="*/ 4838919 w 10450132"/>
              <a:gd name="connsiteY3039" fmla="*/ 4358232 h 5450835"/>
              <a:gd name="connsiteX3040" fmla="*/ 4838132 w 10450132"/>
              <a:gd name="connsiteY3040" fmla="*/ 4357772 h 5450835"/>
              <a:gd name="connsiteX3041" fmla="*/ 4833598 w 10450132"/>
              <a:gd name="connsiteY3041" fmla="*/ 4349891 h 5450835"/>
              <a:gd name="connsiteX3042" fmla="*/ 4833598 w 10450132"/>
              <a:gd name="connsiteY3042" fmla="*/ 4349037 h 5450835"/>
              <a:gd name="connsiteX3043" fmla="*/ 4838132 w 10450132"/>
              <a:gd name="connsiteY3043" fmla="*/ 4341156 h 5450835"/>
              <a:gd name="connsiteX3044" fmla="*/ 4838919 w 10450132"/>
              <a:gd name="connsiteY3044" fmla="*/ 4340696 h 5450835"/>
              <a:gd name="connsiteX3045" fmla="*/ 4584538 w 10450132"/>
              <a:gd name="connsiteY3045" fmla="*/ 4340696 h 5450835"/>
              <a:gd name="connsiteX3046" fmla="*/ 4593603 w 10450132"/>
              <a:gd name="connsiteY3046" fmla="*/ 4340696 h 5450835"/>
              <a:gd name="connsiteX3047" fmla="*/ 4594390 w 10450132"/>
              <a:gd name="connsiteY3047" fmla="*/ 4341156 h 5450835"/>
              <a:gd name="connsiteX3048" fmla="*/ 4598922 w 10450132"/>
              <a:gd name="connsiteY3048" fmla="*/ 4349037 h 5450835"/>
              <a:gd name="connsiteX3049" fmla="*/ 4598922 w 10450132"/>
              <a:gd name="connsiteY3049" fmla="*/ 4349891 h 5450835"/>
              <a:gd name="connsiteX3050" fmla="*/ 4594390 w 10450132"/>
              <a:gd name="connsiteY3050" fmla="*/ 4357772 h 5450835"/>
              <a:gd name="connsiteX3051" fmla="*/ 4593603 w 10450132"/>
              <a:gd name="connsiteY3051" fmla="*/ 4358232 h 5450835"/>
              <a:gd name="connsiteX3052" fmla="*/ 4584538 w 10450132"/>
              <a:gd name="connsiteY3052" fmla="*/ 4358232 h 5450835"/>
              <a:gd name="connsiteX3053" fmla="*/ 4583749 w 10450132"/>
              <a:gd name="connsiteY3053" fmla="*/ 4357772 h 5450835"/>
              <a:gd name="connsiteX3054" fmla="*/ 4579218 w 10450132"/>
              <a:gd name="connsiteY3054" fmla="*/ 4349891 h 5450835"/>
              <a:gd name="connsiteX3055" fmla="*/ 4579218 w 10450132"/>
              <a:gd name="connsiteY3055" fmla="*/ 4349037 h 5450835"/>
              <a:gd name="connsiteX3056" fmla="*/ 4583749 w 10450132"/>
              <a:gd name="connsiteY3056" fmla="*/ 4341156 h 5450835"/>
              <a:gd name="connsiteX3057" fmla="*/ 4584538 w 10450132"/>
              <a:gd name="connsiteY3057" fmla="*/ 4340696 h 5450835"/>
              <a:gd name="connsiteX3058" fmla="*/ 4330157 w 10450132"/>
              <a:gd name="connsiteY3058" fmla="*/ 4340696 h 5450835"/>
              <a:gd name="connsiteX3059" fmla="*/ 4339222 w 10450132"/>
              <a:gd name="connsiteY3059" fmla="*/ 4340696 h 5450835"/>
              <a:gd name="connsiteX3060" fmla="*/ 4340010 w 10450132"/>
              <a:gd name="connsiteY3060" fmla="*/ 4341156 h 5450835"/>
              <a:gd name="connsiteX3061" fmla="*/ 4344540 w 10450132"/>
              <a:gd name="connsiteY3061" fmla="*/ 4349037 h 5450835"/>
              <a:gd name="connsiteX3062" fmla="*/ 4344540 w 10450132"/>
              <a:gd name="connsiteY3062" fmla="*/ 4349891 h 5450835"/>
              <a:gd name="connsiteX3063" fmla="*/ 4340010 w 10450132"/>
              <a:gd name="connsiteY3063" fmla="*/ 4357772 h 5450835"/>
              <a:gd name="connsiteX3064" fmla="*/ 4339222 w 10450132"/>
              <a:gd name="connsiteY3064" fmla="*/ 4358232 h 5450835"/>
              <a:gd name="connsiteX3065" fmla="*/ 4330157 w 10450132"/>
              <a:gd name="connsiteY3065" fmla="*/ 4358232 h 5450835"/>
              <a:gd name="connsiteX3066" fmla="*/ 4329369 w 10450132"/>
              <a:gd name="connsiteY3066" fmla="*/ 4357772 h 5450835"/>
              <a:gd name="connsiteX3067" fmla="*/ 4324836 w 10450132"/>
              <a:gd name="connsiteY3067" fmla="*/ 4349891 h 5450835"/>
              <a:gd name="connsiteX3068" fmla="*/ 4324836 w 10450132"/>
              <a:gd name="connsiteY3068" fmla="*/ 4349037 h 5450835"/>
              <a:gd name="connsiteX3069" fmla="*/ 4329369 w 10450132"/>
              <a:gd name="connsiteY3069" fmla="*/ 4341156 h 5450835"/>
              <a:gd name="connsiteX3070" fmla="*/ 4330157 w 10450132"/>
              <a:gd name="connsiteY3070" fmla="*/ 4340696 h 5450835"/>
              <a:gd name="connsiteX3071" fmla="*/ 4075847 w 10450132"/>
              <a:gd name="connsiteY3071" fmla="*/ 4340696 h 5450835"/>
              <a:gd name="connsiteX3072" fmla="*/ 4084912 w 10450132"/>
              <a:gd name="connsiteY3072" fmla="*/ 4340696 h 5450835"/>
              <a:gd name="connsiteX3073" fmla="*/ 4085699 w 10450132"/>
              <a:gd name="connsiteY3073" fmla="*/ 4341156 h 5450835"/>
              <a:gd name="connsiteX3074" fmla="*/ 4090232 w 10450132"/>
              <a:gd name="connsiteY3074" fmla="*/ 4349037 h 5450835"/>
              <a:gd name="connsiteX3075" fmla="*/ 4090232 w 10450132"/>
              <a:gd name="connsiteY3075" fmla="*/ 4349891 h 5450835"/>
              <a:gd name="connsiteX3076" fmla="*/ 4085699 w 10450132"/>
              <a:gd name="connsiteY3076" fmla="*/ 4357772 h 5450835"/>
              <a:gd name="connsiteX3077" fmla="*/ 4084912 w 10450132"/>
              <a:gd name="connsiteY3077" fmla="*/ 4358232 h 5450835"/>
              <a:gd name="connsiteX3078" fmla="*/ 4075847 w 10450132"/>
              <a:gd name="connsiteY3078" fmla="*/ 4358232 h 5450835"/>
              <a:gd name="connsiteX3079" fmla="*/ 4075060 w 10450132"/>
              <a:gd name="connsiteY3079" fmla="*/ 4357772 h 5450835"/>
              <a:gd name="connsiteX3080" fmla="*/ 4070526 w 10450132"/>
              <a:gd name="connsiteY3080" fmla="*/ 4349891 h 5450835"/>
              <a:gd name="connsiteX3081" fmla="*/ 4070526 w 10450132"/>
              <a:gd name="connsiteY3081" fmla="*/ 4349037 h 5450835"/>
              <a:gd name="connsiteX3082" fmla="*/ 4075060 w 10450132"/>
              <a:gd name="connsiteY3082" fmla="*/ 4341156 h 5450835"/>
              <a:gd name="connsiteX3083" fmla="*/ 4075847 w 10450132"/>
              <a:gd name="connsiteY3083" fmla="*/ 4340696 h 5450835"/>
              <a:gd name="connsiteX3084" fmla="*/ 3821622 w 10450132"/>
              <a:gd name="connsiteY3084" fmla="*/ 4340696 h 5450835"/>
              <a:gd name="connsiteX3085" fmla="*/ 3830689 w 10450132"/>
              <a:gd name="connsiteY3085" fmla="*/ 4340696 h 5450835"/>
              <a:gd name="connsiteX3086" fmla="*/ 3831475 w 10450132"/>
              <a:gd name="connsiteY3086" fmla="*/ 4341156 h 5450835"/>
              <a:gd name="connsiteX3087" fmla="*/ 3836008 w 10450132"/>
              <a:gd name="connsiteY3087" fmla="*/ 4349037 h 5450835"/>
              <a:gd name="connsiteX3088" fmla="*/ 3836008 w 10450132"/>
              <a:gd name="connsiteY3088" fmla="*/ 4349891 h 5450835"/>
              <a:gd name="connsiteX3089" fmla="*/ 3831475 w 10450132"/>
              <a:gd name="connsiteY3089" fmla="*/ 4357772 h 5450835"/>
              <a:gd name="connsiteX3090" fmla="*/ 3830689 w 10450132"/>
              <a:gd name="connsiteY3090" fmla="*/ 4358232 h 5450835"/>
              <a:gd name="connsiteX3091" fmla="*/ 3821622 w 10450132"/>
              <a:gd name="connsiteY3091" fmla="*/ 4358232 h 5450835"/>
              <a:gd name="connsiteX3092" fmla="*/ 3820834 w 10450132"/>
              <a:gd name="connsiteY3092" fmla="*/ 4357772 h 5450835"/>
              <a:gd name="connsiteX3093" fmla="*/ 3816300 w 10450132"/>
              <a:gd name="connsiteY3093" fmla="*/ 4349891 h 5450835"/>
              <a:gd name="connsiteX3094" fmla="*/ 3816300 w 10450132"/>
              <a:gd name="connsiteY3094" fmla="*/ 4349037 h 5450835"/>
              <a:gd name="connsiteX3095" fmla="*/ 3820834 w 10450132"/>
              <a:gd name="connsiteY3095" fmla="*/ 4341156 h 5450835"/>
              <a:gd name="connsiteX3096" fmla="*/ 3821622 w 10450132"/>
              <a:gd name="connsiteY3096" fmla="*/ 4340696 h 5450835"/>
              <a:gd name="connsiteX3097" fmla="*/ 3566979 w 10450132"/>
              <a:gd name="connsiteY3097" fmla="*/ 4340696 h 5450835"/>
              <a:gd name="connsiteX3098" fmla="*/ 3576043 w 10450132"/>
              <a:gd name="connsiteY3098" fmla="*/ 4340696 h 5450835"/>
              <a:gd name="connsiteX3099" fmla="*/ 3576831 w 10450132"/>
              <a:gd name="connsiteY3099" fmla="*/ 4341156 h 5450835"/>
              <a:gd name="connsiteX3100" fmla="*/ 3581362 w 10450132"/>
              <a:gd name="connsiteY3100" fmla="*/ 4349037 h 5450835"/>
              <a:gd name="connsiteX3101" fmla="*/ 3581362 w 10450132"/>
              <a:gd name="connsiteY3101" fmla="*/ 4349891 h 5450835"/>
              <a:gd name="connsiteX3102" fmla="*/ 3576831 w 10450132"/>
              <a:gd name="connsiteY3102" fmla="*/ 4357772 h 5450835"/>
              <a:gd name="connsiteX3103" fmla="*/ 3576043 w 10450132"/>
              <a:gd name="connsiteY3103" fmla="*/ 4358232 h 5450835"/>
              <a:gd name="connsiteX3104" fmla="*/ 3566979 w 10450132"/>
              <a:gd name="connsiteY3104" fmla="*/ 4358232 h 5450835"/>
              <a:gd name="connsiteX3105" fmla="*/ 3566191 w 10450132"/>
              <a:gd name="connsiteY3105" fmla="*/ 4357772 h 5450835"/>
              <a:gd name="connsiteX3106" fmla="*/ 3561658 w 10450132"/>
              <a:gd name="connsiteY3106" fmla="*/ 4349891 h 5450835"/>
              <a:gd name="connsiteX3107" fmla="*/ 3561658 w 10450132"/>
              <a:gd name="connsiteY3107" fmla="*/ 4349037 h 5450835"/>
              <a:gd name="connsiteX3108" fmla="*/ 3566191 w 10450132"/>
              <a:gd name="connsiteY3108" fmla="*/ 4341156 h 5450835"/>
              <a:gd name="connsiteX3109" fmla="*/ 3566979 w 10450132"/>
              <a:gd name="connsiteY3109" fmla="*/ 4340696 h 5450835"/>
              <a:gd name="connsiteX3110" fmla="*/ 3312773 w 10450132"/>
              <a:gd name="connsiteY3110" fmla="*/ 4340696 h 5450835"/>
              <a:gd name="connsiteX3111" fmla="*/ 3321836 w 10450132"/>
              <a:gd name="connsiteY3111" fmla="*/ 4340696 h 5450835"/>
              <a:gd name="connsiteX3112" fmla="*/ 3322625 w 10450132"/>
              <a:gd name="connsiteY3112" fmla="*/ 4341156 h 5450835"/>
              <a:gd name="connsiteX3113" fmla="*/ 3327157 w 10450132"/>
              <a:gd name="connsiteY3113" fmla="*/ 4349037 h 5450835"/>
              <a:gd name="connsiteX3114" fmla="*/ 3327157 w 10450132"/>
              <a:gd name="connsiteY3114" fmla="*/ 4349891 h 5450835"/>
              <a:gd name="connsiteX3115" fmla="*/ 3322625 w 10450132"/>
              <a:gd name="connsiteY3115" fmla="*/ 4357772 h 5450835"/>
              <a:gd name="connsiteX3116" fmla="*/ 3321836 w 10450132"/>
              <a:gd name="connsiteY3116" fmla="*/ 4358232 h 5450835"/>
              <a:gd name="connsiteX3117" fmla="*/ 3312773 w 10450132"/>
              <a:gd name="connsiteY3117" fmla="*/ 4358232 h 5450835"/>
              <a:gd name="connsiteX3118" fmla="*/ 3311985 w 10450132"/>
              <a:gd name="connsiteY3118" fmla="*/ 4357772 h 5450835"/>
              <a:gd name="connsiteX3119" fmla="*/ 3307451 w 10450132"/>
              <a:gd name="connsiteY3119" fmla="*/ 4349891 h 5450835"/>
              <a:gd name="connsiteX3120" fmla="*/ 3307451 w 10450132"/>
              <a:gd name="connsiteY3120" fmla="*/ 4349037 h 5450835"/>
              <a:gd name="connsiteX3121" fmla="*/ 3311985 w 10450132"/>
              <a:gd name="connsiteY3121" fmla="*/ 4341156 h 5450835"/>
              <a:gd name="connsiteX3122" fmla="*/ 3312773 w 10450132"/>
              <a:gd name="connsiteY3122" fmla="*/ 4340696 h 5450835"/>
              <a:gd name="connsiteX3123" fmla="*/ 3058290 w 10450132"/>
              <a:gd name="connsiteY3123" fmla="*/ 4340696 h 5450835"/>
              <a:gd name="connsiteX3124" fmla="*/ 3067355 w 10450132"/>
              <a:gd name="connsiteY3124" fmla="*/ 4340696 h 5450835"/>
              <a:gd name="connsiteX3125" fmla="*/ 3068143 w 10450132"/>
              <a:gd name="connsiteY3125" fmla="*/ 4341156 h 5450835"/>
              <a:gd name="connsiteX3126" fmla="*/ 3072676 w 10450132"/>
              <a:gd name="connsiteY3126" fmla="*/ 4349037 h 5450835"/>
              <a:gd name="connsiteX3127" fmla="*/ 3072676 w 10450132"/>
              <a:gd name="connsiteY3127" fmla="*/ 4349891 h 5450835"/>
              <a:gd name="connsiteX3128" fmla="*/ 3068143 w 10450132"/>
              <a:gd name="connsiteY3128" fmla="*/ 4357772 h 5450835"/>
              <a:gd name="connsiteX3129" fmla="*/ 3067355 w 10450132"/>
              <a:gd name="connsiteY3129" fmla="*/ 4358232 h 5450835"/>
              <a:gd name="connsiteX3130" fmla="*/ 3058290 w 10450132"/>
              <a:gd name="connsiteY3130" fmla="*/ 4358232 h 5450835"/>
              <a:gd name="connsiteX3131" fmla="*/ 3057501 w 10450132"/>
              <a:gd name="connsiteY3131" fmla="*/ 4357772 h 5450835"/>
              <a:gd name="connsiteX3132" fmla="*/ 3052970 w 10450132"/>
              <a:gd name="connsiteY3132" fmla="*/ 4349891 h 5450835"/>
              <a:gd name="connsiteX3133" fmla="*/ 3052970 w 10450132"/>
              <a:gd name="connsiteY3133" fmla="*/ 4349037 h 5450835"/>
              <a:gd name="connsiteX3134" fmla="*/ 3057501 w 10450132"/>
              <a:gd name="connsiteY3134" fmla="*/ 4341156 h 5450835"/>
              <a:gd name="connsiteX3135" fmla="*/ 3058290 w 10450132"/>
              <a:gd name="connsiteY3135" fmla="*/ 4340696 h 5450835"/>
              <a:gd name="connsiteX3136" fmla="*/ 2803829 w 10450132"/>
              <a:gd name="connsiteY3136" fmla="*/ 4340696 h 5450835"/>
              <a:gd name="connsiteX3137" fmla="*/ 2812894 w 10450132"/>
              <a:gd name="connsiteY3137" fmla="*/ 4340696 h 5450835"/>
              <a:gd name="connsiteX3138" fmla="*/ 2813682 w 10450132"/>
              <a:gd name="connsiteY3138" fmla="*/ 4341156 h 5450835"/>
              <a:gd name="connsiteX3139" fmla="*/ 2818213 w 10450132"/>
              <a:gd name="connsiteY3139" fmla="*/ 4349037 h 5450835"/>
              <a:gd name="connsiteX3140" fmla="*/ 2818213 w 10450132"/>
              <a:gd name="connsiteY3140" fmla="*/ 4349891 h 5450835"/>
              <a:gd name="connsiteX3141" fmla="*/ 2813682 w 10450132"/>
              <a:gd name="connsiteY3141" fmla="*/ 4357772 h 5450835"/>
              <a:gd name="connsiteX3142" fmla="*/ 2812894 w 10450132"/>
              <a:gd name="connsiteY3142" fmla="*/ 4358232 h 5450835"/>
              <a:gd name="connsiteX3143" fmla="*/ 2803829 w 10450132"/>
              <a:gd name="connsiteY3143" fmla="*/ 4358232 h 5450835"/>
              <a:gd name="connsiteX3144" fmla="*/ 2803041 w 10450132"/>
              <a:gd name="connsiteY3144" fmla="*/ 4357772 h 5450835"/>
              <a:gd name="connsiteX3145" fmla="*/ 2798509 w 10450132"/>
              <a:gd name="connsiteY3145" fmla="*/ 4349891 h 5450835"/>
              <a:gd name="connsiteX3146" fmla="*/ 2798509 w 10450132"/>
              <a:gd name="connsiteY3146" fmla="*/ 4349037 h 5450835"/>
              <a:gd name="connsiteX3147" fmla="*/ 2803041 w 10450132"/>
              <a:gd name="connsiteY3147" fmla="*/ 4341156 h 5450835"/>
              <a:gd name="connsiteX3148" fmla="*/ 2803829 w 10450132"/>
              <a:gd name="connsiteY3148" fmla="*/ 4340696 h 5450835"/>
              <a:gd name="connsiteX3149" fmla="*/ 2549448 w 10450132"/>
              <a:gd name="connsiteY3149" fmla="*/ 4340696 h 5450835"/>
              <a:gd name="connsiteX3150" fmla="*/ 2558512 w 10450132"/>
              <a:gd name="connsiteY3150" fmla="*/ 4340696 h 5450835"/>
              <a:gd name="connsiteX3151" fmla="*/ 2559300 w 10450132"/>
              <a:gd name="connsiteY3151" fmla="*/ 4341156 h 5450835"/>
              <a:gd name="connsiteX3152" fmla="*/ 2563833 w 10450132"/>
              <a:gd name="connsiteY3152" fmla="*/ 4349037 h 5450835"/>
              <a:gd name="connsiteX3153" fmla="*/ 2563833 w 10450132"/>
              <a:gd name="connsiteY3153" fmla="*/ 4349891 h 5450835"/>
              <a:gd name="connsiteX3154" fmla="*/ 2559300 w 10450132"/>
              <a:gd name="connsiteY3154" fmla="*/ 4357772 h 5450835"/>
              <a:gd name="connsiteX3155" fmla="*/ 2558512 w 10450132"/>
              <a:gd name="connsiteY3155" fmla="*/ 4358232 h 5450835"/>
              <a:gd name="connsiteX3156" fmla="*/ 2549448 w 10450132"/>
              <a:gd name="connsiteY3156" fmla="*/ 4358232 h 5450835"/>
              <a:gd name="connsiteX3157" fmla="*/ 2548659 w 10450132"/>
              <a:gd name="connsiteY3157" fmla="*/ 4357772 h 5450835"/>
              <a:gd name="connsiteX3158" fmla="*/ 2544127 w 10450132"/>
              <a:gd name="connsiteY3158" fmla="*/ 4349891 h 5450835"/>
              <a:gd name="connsiteX3159" fmla="*/ 2544127 w 10450132"/>
              <a:gd name="connsiteY3159" fmla="*/ 4349037 h 5450835"/>
              <a:gd name="connsiteX3160" fmla="*/ 2548659 w 10450132"/>
              <a:gd name="connsiteY3160" fmla="*/ 4341156 h 5450835"/>
              <a:gd name="connsiteX3161" fmla="*/ 2549448 w 10450132"/>
              <a:gd name="connsiteY3161" fmla="*/ 4340696 h 5450835"/>
              <a:gd name="connsiteX3162" fmla="*/ 2295044 w 10450132"/>
              <a:gd name="connsiteY3162" fmla="*/ 4340696 h 5450835"/>
              <a:gd name="connsiteX3163" fmla="*/ 2304108 w 10450132"/>
              <a:gd name="connsiteY3163" fmla="*/ 4340696 h 5450835"/>
              <a:gd name="connsiteX3164" fmla="*/ 2304898 w 10450132"/>
              <a:gd name="connsiteY3164" fmla="*/ 4341156 h 5450835"/>
              <a:gd name="connsiteX3165" fmla="*/ 2309429 w 10450132"/>
              <a:gd name="connsiteY3165" fmla="*/ 4349037 h 5450835"/>
              <a:gd name="connsiteX3166" fmla="*/ 2309429 w 10450132"/>
              <a:gd name="connsiteY3166" fmla="*/ 4349891 h 5450835"/>
              <a:gd name="connsiteX3167" fmla="*/ 2304898 w 10450132"/>
              <a:gd name="connsiteY3167" fmla="*/ 4357772 h 5450835"/>
              <a:gd name="connsiteX3168" fmla="*/ 2304108 w 10450132"/>
              <a:gd name="connsiteY3168" fmla="*/ 4358232 h 5450835"/>
              <a:gd name="connsiteX3169" fmla="*/ 2295044 w 10450132"/>
              <a:gd name="connsiteY3169" fmla="*/ 4358232 h 5450835"/>
              <a:gd name="connsiteX3170" fmla="*/ 2294256 w 10450132"/>
              <a:gd name="connsiteY3170" fmla="*/ 4357772 h 5450835"/>
              <a:gd name="connsiteX3171" fmla="*/ 2289724 w 10450132"/>
              <a:gd name="connsiteY3171" fmla="*/ 4349891 h 5450835"/>
              <a:gd name="connsiteX3172" fmla="*/ 2289724 w 10450132"/>
              <a:gd name="connsiteY3172" fmla="*/ 4349037 h 5450835"/>
              <a:gd name="connsiteX3173" fmla="*/ 2294256 w 10450132"/>
              <a:gd name="connsiteY3173" fmla="*/ 4341156 h 5450835"/>
              <a:gd name="connsiteX3174" fmla="*/ 2295044 w 10450132"/>
              <a:gd name="connsiteY3174" fmla="*/ 4340696 h 5450835"/>
              <a:gd name="connsiteX3175" fmla="*/ 2040630 w 10450132"/>
              <a:gd name="connsiteY3175" fmla="*/ 4340696 h 5450835"/>
              <a:gd name="connsiteX3176" fmla="*/ 2049694 w 10450132"/>
              <a:gd name="connsiteY3176" fmla="*/ 4340696 h 5450835"/>
              <a:gd name="connsiteX3177" fmla="*/ 2050482 w 10450132"/>
              <a:gd name="connsiteY3177" fmla="*/ 4341156 h 5450835"/>
              <a:gd name="connsiteX3178" fmla="*/ 2055014 w 10450132"/>
              <a:gd name="connsiteY3178" fmla="*/ 4349037 h 5450835"/>
              <a:gd name="connsiteX3179" fmla="*/ 2055014 w 10450132"/>
              <a:gd name="connsiteY3179" fmla="*/ 4349891 h 5450835"/>
              <a:gd name="connsiteX3180" fmla="*/ 2050482 w 10450132"/>
              <a:gd name="connsiteY3180" fmla="*/ 4357772 h 5450835"/>
              <a:gd name="connsiteX3181" fmla="*/ 2049694 w 10450132"/>
              <a:gd name="connsiteY3181" fmla="*/ 4358232 h 5450835"/>
              <a:gd name="connsiteX3182" fmla="*/ 2040630 w 10450132"/>
              <a:gd name="connsiteY3182" fmla="*/ 4358232 h 5450835"/>
              <a:gd name="connsiteX3183" fmla="*/ 2039842 w 10450132"/>
              <a:gd name="connsiteY3183" fmla="*/ 4357772 h 5450835"/>
              <a:gd name="connsiteX3184" fmla="*/ 2035309 w 10450132"/>
              <a:gd name="connsiteY3184" fmla="*/ 4349891 h 5450835"/>
              <a:gd name="connsiteX3185" fmla="*/ 2035309 w 10450132"/>
              <a:gd name="connsiteY3185" fmla="*/ 4349037 h 5450835"/>
              <a:gd name="connsiteX3186" fmla="*/ 2039842 w 10450132"/>
              <a:gd name="connsiteY3186" fmla="*/ 4341156 h 5450835"/>
              <a:gd name="connsiteX3187" fmla="*/ 2040630 w 10450132"/>
              <a:gd name="connsiteY3187" fmla="*/ 4340696 h 5450835"/>
              <a:gd name="connsiteX3188" fmla="*/ 1786207 w 10450132"/>
              <a:gd name="connsiteY3188" fmla="*/ 4340696 h 5450835"/>
              <a:gd name="connsiteX3189" fmla="*/ 1795272 w 10450132"/>
              <a:gd name="connsiteY3189" fmla="*/ 4340696 h 5450835"/>
              <a:gd name="connsiteX3190" fmla="*/ 1796061 w 10450132"/>
              <a:gd name="connsiteY3190" fmla="*/ 4341156 h 5450835"/>
              <a:gd name="connsiteX3191" fmla="*/ 1800593 w 10450132"/>
              <a:gd name="connsiteY3191" fmla="*/ 4349037 h 5450835"/>
              <a:gd name="connsiteX3192" fmla="*/ 1800593 w 10450132"/>
              <a:gd name="connsiteY3192" fmla="*/ 4349891 h 5450835"/>
              <a:gd name="connsiteX3193" fmla="*/ 1796061 w 10450132"/>
              <a:gd name="connsiteY3193" fmla="*/ 4357772 h 5450835"/>
              <a:gd name="connsiteX3194" fmla="*/ 1795272 w 10450132"/>
              <a:gd name="connsiteY3194" fmla="*/ 4358232 h 5450835"/>
              <a:gd name="connsiteX3195" fmla="*/ 1786207 w 10450132"/>
              <a:gd name="connsiteY3195" fmla="*/ 4358232 h 5450835"/>
              <a:gd name="connsiteX3196" fmla="*/ 1785419 w 10450132"/>
              <a:gd name="connsiteY3196" fmla="*/ 4357772 h 5450835"/>
              <a:gd name="connsiteX3197" fmla="*/ 1780888 w 10450132"/>
              <a:gd name="connsiteY3197" fmla="*/ 4349891 h 5450835"/>
              <a:gd name="connsiteX3198" fmla="*/ 1780888 w 10450132"/>
              <a:gd name="connsiteY3198" fmla="*/ 4349037 h 5450835"/>
              <a:gd name="connsiteX3199" fmla="*/ 1785419 w 10450132"/>
              <a:gd name="connsiteY3199" fmla="*/ 4341156 h 5450835"/>
              <a:gd name="connsiteX3200" fmla="*/ 1786207 w 10450132"/>
              <a:gd name="connsiteY3200" fmla="*/ 4340696 h 5450835"/>
              <a:gd name="connsiteX3201" fmla="*/ 1531944 w 10450132"/>
              <a:gd name="connsiteY3201" fmla="*/ 4340696 h 5450835"/>
              <a:gd name="connsiteX3202" fmla="*/ 1541009 w 10450132"/>
              <a:gd name="connsiteY3202" fmla="*/ 4340696 h 5450835"/>
              <a:gd name="connsiteX3203" fmla="*/ 1541796 w 10450132"/>
              <a:gd name="connsiteY3203" fmla="*/ 4341156 h 5450835"/>
              <a:gd name="connsiteX3204" fmla="*/ 1546330 w 10450132"/>
              <a:gd name="connsiteY3204" fmla="*/ 4349037 h 5450835"/>
              <a:gd name="connsiteX3205" fmla="*/ 1546330 w 10450132"/>
              <a:gd name="connsiteY3205" fmla="*/ 4349891 h 5450835"/>
              <a:gd name="connsiteX3206" fmla="*/ 1541796 w 10450132"/>
              <a:gd name="connsiteY3206" fmla="*/ 4357772 h 5450835"/>
              <a:gd name="connsiteX3207" fmla="*/ 1541009 w 10450132"/>
              <a:gd name="connsiteY3207" fmla="*/ 4358232 h 5450835"/>
              <a:gd name="connsiteX3208" fmla="*/ 1531944 w 10450132"/>
              <a:gd name="connsiteY3208" fmla="*/ 4358232 h 5450835"/>
              <a:gd name="connsiteX3209" fmla="*/ 1531156 w 10450132"/>
              <a:gd name="connsiteY3209" fmla="*/ 4357772 h 5450835"/>
              <a:gd name="connsiteX3210" fmla="*/ 1526623 w 10450132"/>
              <a:gd name="connsiteY3210" fmla="*/ 4349891 h 5450835"/>
              <a:gd name="connsiteX3211" fmla="*/ 1526623 w 10450132"/>
              <a:gd name="connsiteY3211" fmla="*/ 4349037 h 5450835"/>
              <a:gd name="connsiteX3212" fmla="*/ 1531156 w 10450132"/>
              <a:gd name="connsiteY3212" fmla="*/ 4341156 h 5450835"/>
              <a:gd name="connsiteX3213" fmla="*/ 1531944 w 10450132"/>
              <a:gd name="connsiteY3213" fmla="*/ 4340696 h 5450835"/>
              <a:gd name="connsiteX3214" fmla="*/ 1277461 w 10450132"/>
              <a:gd name="connsiteY3214" fmla="*/ 4340696 h 5450835"/>
              <a:gd name="connsiteX3215" fmla="*/ 1286526 w 10450132"/>
              <a:gd name="connsiteY3215" fmla="*/ 4340696 h 5450835"/>
              <a:gd name="connsiteX3216" fmla="*/ 1287315 w 10450132"/>
              <a:gd name="connsiteY3216" fmla="*/ 4341156 h 5450835"/>
              <a:gd name="connsiteX3217" fmla="*/ 1291847 w 10450132"/>
              <a:gd name="connsiteY3217" fmla="*/ 4349037 h 5450835"/>
              <a:gd name="connsiteX3218" fmla="*/ 1291847 w 10450132"/>
              <a:gd name="connsiteY3218" fmla="*/ 4349891 h 5450835"/>
              <a:gd name="connsiteX3219" fmla="*/ 1287315 w 10450132"/>
              <a:gd name="connsiteY3219" fmla="*/ 4357772 h 5450835"/>
              <a:gd name="connsiteX3220" fmla="*/ 1286526 w 10450132"/>
              <a:gd name="connsiteY3220" fmla="*/ 4358232 h 5450835"/>
              <a:gd name="connsiteX3221" fmla="*/ 1277461 w 10450132"/>
              <a:gd name="connsiteY3221" fmla="*/ 4358232 h 5450835"/>
              <a:gd name="connsiteX3222" fmla="*/ 1276673 w 10450132"/>
              <a:gd name="connsiteY3222" fmla="*/ 4357772 h 5450835"/>
              <a:gd name="connsiteX3223" fmla="*/ 1272141 w 10450132"/>
              <a:gd name="connsiteY3223" fmla="*/ 4349891 h 5450835"/>
              <a:gd name="connsiteX3224" fmla="*/ 1272141 w 10450132"/>
              <a:gd name="connsiteY3224" fmla="*/ 4349037 h 5450835"/>
              <a:gd name="connsiteX3225" fmla="*/ 1276673 w 10450132"/>
              <a:gd name="connsiteY3225" fmla="*/ 4341156 h 5450835"/>
              <a:gd name="connsiteX3226" fmla="*/ 1277461 w 10450132"/>
              <a:gd name="connsiteY3226" fmla="*/ 4340696 h 5450835"/>
              <a:gd name="connsiteX3227" fmla="*/ 1023172 w 10450132"/>
              <a:gd name="connsiteY3227" fmla="*/ 4340696 h 5450835"/>
              <a:gd name="connsiteX3228" fmla="*/ 1032236 w 10450132"/>
              <a:gd name="connsiteY3228" fmla="*/ 4340696 h 5450835"/>
              <a:gd name="connsiteX3229" fmla="*/ 1033024 w 10450132"/>
              <a:gd name="connsiteY3229" fmla="*/ 4341156 h 5450835"/>
              <a:gd name="connsiteX3230" fmla="*/ 1037555 w 10450132"/>
              <a:gd name="connsiteY3230" fmla="*/ 4349037 h 5450835"/>
              <a:gd name="connsiteX3231" fmla="*/ 1037555 w 10450132"/>
              <a:gd name="connsiteY3231" fmla="*/ 4349891 h 5450835"/>
              <a:gd name="connsiteX3232" fmla="*/ 1033024 w 10450132"/>
              <a:gd name="connsiteY3232" fmla="*/ 4357772 h 5450835"/>
              <a:gd name="connsiteX3233" fmla="*/ 1032236 w 10450132"/>
              <a:gd name="connsiteY3233" fmla="*/ 4358232 h 5450835"/>
              <a:gd name="connsiteX3234" fmla="*/ 1023172 w 10450132"/>
              <a:gd name="connsiteY3234" fmla="*/ 4358232 h 5450835"/>
              <a:gd name="connsiteX3235" fmla="*/ 1022384 w 10450132"/>
              <a:gd name="connsiteY3235" fmla="*/ 4357772 h 5450835"/>
              <a:gd name="connsiteX3236" fmla="*/ 1017848 w 10450132"/>
              <a:gd name="connsiteY3236" fmla="*/ 4349891 h 5450835"/>
              <a:gd name="connsiteX3237" fmla="*/ 1017848 w 10450132"/>
              <a:gd name="connsiteY3237" fmla="*/ 4349037 h 5450835"/>
              <a:gd name="connsiteX3238" fmla="*/ 1022384 w 10450132"/>
              <a:gd name="connsiteY3238" fmla="*/ 4341156 h 5450835"/>
              <a:gd name="connsiteX3239" fmla="*/ 1023172 w 10450132"/>
              <a:gd name="connsiteY3239" fmla="*/ 4340696 h 5450835"/>
              <a:gd name="connsiteX3240" fmla="*/ 768612 w 10450132"/>
              <a:gd name="connsiteY3240" fmla="*/ 4340696 h 5450835"/>
              <a:gd name="connsiteX3241" fmla="*/ 777675 w 10450132"/>
              <a:gd name="connsiteY3241" fmla="*/ 4340696 h 5450835"/>
              <a:gd name="connsiteX3242" fmla="*/ 778464 w 10450132"/>
              <a:gd name="connsiteY3242" fmla="*/ 4341156 h 5450835"/>
              <a:gd name="connsiteX3243" fmla="*/ 782995 w 10450132"/>
              <a:gd name="connsiteY3243" fmla="*/ 4349037 h 5450835"/>
              <a:gd name="connsiteX3244" fmla="*/ 782995 w 10450132"/>
              <a:gd name="connsiteY3244" fmla="*/ 4349891 h 5450835"/>
              <a:gd name="connsiteX3245" fmla="*/ 778464 w 10450132"/>
              <a:gd name="connsiteY3245" fmla="*/ 4357772 h 5450835"/>
              <a:gd name="connsiteX3246" fmla="*/ 777675 w 10450132"/>
              <a:gd name="connsiteY3246" fmla="*/ 4358232 h 5450835"/>
              <a:gd name="connsiteX3247" fmla="*/ 768612 w 10450132"/>
              <a:gd name="connsiteY3247" fmla="*/ 4358232 h 5450835"/>
              <a:gd name="connsiteX3248" fmla="*/ 767824 w 10450132"/>
              <a:gd name="connsiteY3248" fmla="*/ 4357772 h 5450835"/>
              <a:gd name="connsiteX3249" fmla="*/ 763291 w 10450132"/>
              <a:gd name="connsiteY3249" fmla="*/ 4349891 h 5450835"/>
              <a:gd name="connsiteX3250" fmla="*/ 763291 w 10450132"/>
              <a:gd name="connsiteY3250" fmla="*/ 4349037 h 5450835"/>
              <a:gd name="connsiteX3251" fmla="*/ 767824 w 10450132"/>
              <a:gd name="connsiteY3251" fmla="*/ 4341156 h 5450835"/>
              <a:gd name="connsiteX3252" fmla="*/ 768612 w 10450132"/>
              <a:gd name="connsiteY3252" fmla="*/ 4340696 h 5450835"/>
              <a:gd name="connsiteX3253" fmla="*/ 514311 w 10450132"/>
              <a:gd name="connsiteY3253" fmla="*/ 4340696 h 5450835"/>
              <a:gd name="connsiteX3254" fmla="*/ 523375 w 10450132"/>
              <a:gd name="connsiteY3254" fmla="*/ 4340696 h 5450835"/>
              <a:gd name="connsiteX3255" fmla="*/ 524163 w 10450132"/>
              <a:gd name="connsiteY3255" fmla="*/ 4341156 h 5450835"/>
              <a:gd name="connsiteX3256" fmla="*/ 528695 w 10450132"/>
              <a:gd name="connsiteY3256" fmla="*/ 4349037 h 5450835"/>
              <a:gd name="connsiteX3257" fmla="*/ 528695 w 10450132"/>
              <a:gd name="connsiteY3257" fmla="*/ 4349891 h 5450835"/>
              <a:gd name="connsiteX3258" fmla="*/ 524163 w 10450132"/>
              <a:gd name="connsiteY3258" fmla="*/ 4357772 h 5450835"/>
              <a:gd name="connsiteX3259" fmla="*/ 523375 w 10450132"/>
              <a:gd name="connsiteY3259" fmla="*/ 4358232 h 5450835"/>
              <a:gd name="connsiteX3260" fmla="*/ 514311 w 10450132"/>
              <a:gd name="connsiteY3260" fmla="*/ 4358232 h 5450835"/>
              <a:gd name="connsiteX3261" fmla="*/ 513523 w 10450132"/>
              <a:gd name="connsiteY3261" fmla="*/ 4357772 h 5450835"/>
              <a:gd name="connsiteX3262" fmla="*/ 508990 w 10450132"/>
              <a:gd name="connsiteY3262" fmla="*/ 4349891 h 5450835"/>
              <a:gd name="connsiteX3263" fmla="*/ 508990 w 10450132"/>
              <a:gd name="connsiteY3263" fmla="*/ 4349037 h 5450835"/>
              <a:gd name="connsiteX3264" fmla="*/ 513523 w 10450132"/>
              <a:gd name="connsiteY3264" fmla="*/ 4341156 h 5450835"/>
              <a:gd name="connsiteX3265" fmla="*/ 514311 w 10450132"/>
              <a:gd name="connsiteY3265" fmla="*/ 4340696 h 5450835"/>
              <a:gd name="connsiteX3266" fmla="*/ 259924 w 10450132"/>
              <a:gd name="connsiteY3266" fmla="*/ 4340696 h 5450835"/>
              <a:gd name="connsiteX3267" fmla="*/ 268988 w 10450132"/>
              <a:gd name="connsiteY3267" fmla="*/ 4340696 h 5450835"/>
              <a:gd name="connsiteX3268" fmla="*/ 269776 w 10450132"/>
              <a:gd name="connsiteY3268" fmla="*/ 4341156 h 5450835"/>
              <a:gd name="connsiteX3269" fmla="*/ 274307 w 10450132"/>
              <a:gd name="connsiteY3269" fmla="*/ 4349037 h 5450835"/>
              <a:gd name="connsiteX3270" fmla="*/ 274307 w 10450132"/>
              <a:gd name="connsiteY3270" fmla="*/ 4349891 h 5450835"/>
              <a:gd name="connsiteX3271" fmla="*/ 269776 w 10450132"/>
              <a:gd name="connsiteY3271" fmla="*/ 4357772 h 5450835"/>
              <a:gd name="connsiteX3272" fmla="*/ 268988 w 10450132"/>
              <a:gd name="connsiteY3272" fmla="*/ 4358232 h 5450835"/>
              <a:gd name="connsiteX3273" fmla="*/ 259924 w 10450132"/>
              <a:gd name="connsiteY3273" fmla="*/ 4358232 h 5450835"/>
              <a:gd name="connsiteX3274" fmla="*/ 259135 w 10450132"/>
              <a:gd name="connsiteY3274" fmla="*/ 4357772 h 5450835"/>
              <a:gd name="connsiteX3275" fmla="*/ 254603 w 10450132"/>
              <a:gd name="connsiteY3275" fmla="*/ 4349891 h 5450835"/>
              <a:gd name="connsiteX3276" fmla="*/ 254603 w 10450132"/>
              <a:gd name="connsiteY3276" fmla="*/ 4349037 h 5450835"/>
              <a:gd name="connsiteX3277" fmla="*/ 259135 w 10450132"/>
              <a:gd name="connsiteY3277" fmla="*/ 4341156 h 5450835"/>
              <a:gd name="connsiteX3278" fmla="*/ 259924 w 10450132"/>
              <a:gd name="connsiteY3278" fmla="*/ 4340696 h 5450835"/>
              <a:gd name="connsiteX3279" fmla="*/ 5532 w 10450132"/>
              <a:gd name="connsiteY3279" fmla="*/ 4340696 h 5450835"/>
              <a:gd name="connsiteX3280" fmla="*/ 14596 w 10450132"/>
              <a:gd name="connsiteY3280" fmla="*/ 4340696 h 5450835"/>
              <a:gd name="connsiteX3281" fmla="*/ 15384 w 10450132"/>
              <a:gd name="connsiteY3281" fmla="*/ 4341156 h 5450835"/>
              <a:gd name="connsiteX3282" fmla="*/ 19916 w 10450132"/>
              <a:gd name="connsiteY3282" fmla="*/ 4349037 h 5450835"/>
              <a:gd name="connsiteX3283" fmla="*/ 19916 w 10450132"/>
              <a:gd name="connsiteY3283" fmla="*/ 4349891 h 5450835"/>
              <a:gd name="connsiteX3284" fmla="*/ 15384 w 10450132"/>
              <a:gd name="connsiteY3284" fmla="*/ 4357772 h 5450835"/>
              <a:gd name="connsiteX3285" fmla="*/ 14596 w 10450132"/>
              <a:gd name="connsiteY3285" fmla="*/ 4358232 h 5450835"/>
              <a:gd name="connsiteX3286" fmla="*/ 5532 w 10450132"/>
              <a:gd name="connsiteY3286" fmla="*/ 4358232 h 5450835"/>
              <a:gd name="connsiteX3287" fmla="*/ 4743 w 10450132"/>
              <a:gd name="connsiteY3287" fmla="*/ 4357772 h 5450835"/>
              <a:gd name="connsiteX3288" fmla="*/ 211 w 10450132"/>
              <a:gd name="connsiteY3288" fmla="*/ 4349891 h 5450835"/>
              <a:gd name="connsiteX3289" fmla="*/ 211 w 10450132"/>
              <a:gd name="connsiteY3289" fmla="*/ 4349037 h 5450835"/>
              <a:gd name="connsiteX3290" fmla="*/ 4743 w 10450132"/>
              <a:gd name="connsiteY3290" fmla="*/ 4341156 h 5450835"/>
              <a:gd name="connsiteX3291" fmla="*/ 5532 w 10450132"/>
              <a:gd name="connsiteY3291" fmla="*/ 4340696 h 5450835"/>
              <a:gd name="connsiteX3292" fmla="*/ 10435622 w 10450132"/>
              <a:gd name="connsiteY3292" fmla="*/ 4123622 h 5450835"/>
              <a:gd name="connsiteX3293" fmla="*/ 10444686 w 10450132"/>
              <a:gd name="connsiteY3293" fmla="*/ 4123622 h 5450835"/>
              <a:gd name="connsiteX3294" fmla="*/ 10445474 w 10450132"/>
              <a:gd name="connsiteY3294" fmla="*/ 4124081 h 5450835"/>
              <a:gd name="connsiteX3295" fmla="*/ 10450007 w 10450132"/>
              <a:gd name="connsiteY3295" fmla="*/ 4131963 h 5450835"/>
              <a:gd name="connsiteX3296" fmla="*/ 10450007 w 10450132"/>
              <a:gd name="connsiteY3296" fmla="*/ 4132817 h 5450835"/>
              <a:gd name="connsiteX3297" fmla="*/ 10445474 w 10450132"/>
              <a:gd name="connsiteY3297" fmla="*/ 4140698 h 5450835"/>
              <a:gd name="connsiteX3298" fmla="*/ 10444686 w 10450132"/>
              <a:gd name="connsiteY3298" fmla="*/ 4141158 h 5450835"/>
              <a:gd name="connsiteX3299" fmla="*/ 10435622 w 10450132"/>
              <a:gd name="connsiteY3299" fmla="*/ 4141158 h 5450835"/>
              <a:gd name="connsiteX3300" fmla="*/ 10434834 w 10450132"/>
              <a:gd name="connsiteY3300" fmla="*/ 4140698 h 5450835"/>
              <a:gd name="connsiteX3301" fmla="*/ 10430302 w 10450132"/>
              <a:gd name="connsiteY3301" fmla="*/ 4132817 h 5450835"/>
              <a:gd name="connsiteX3302" fmla="*/ 10430302 w 10450132"/>
              <a:gd name="connsiteY3302" fmla="*/ 4131963 h 5450835"/>
              <a:gd name="connsiteX3303" fmla="*/ 10434834 w 10450132"/>
              <a:gd name="connsiteY3303" fmla="*/ 4124081 h 5450835"/>
              <a:gd name="connsiteX3304" fmla="*/ 10435622 w 10450132"/>
              <a:gd name="connsiteY3304" fmla="*/ 4123622 h 5450835"/>
              <a:gd name="connsiteX3305" fmla="*/ 10181242 w 10450132"/>
              <a:gd name="connsiteY3305" fmla="*/ 4123622 h 5450835"/>
              <a:gd name="connsiteX3306" fmla="*/ 10190305 w 10450132"/>
              <a:gd name="connsiteY3306" fmla="*/ 4123622 h 5450835"/>
              <a:gd name="connsiteX3307" fmla="*/ 10191093 w 10450132"/>
              <a:gd name="connsiteY3307" fmla="*/ 4124081 h 5450835"/>
              <a:gd name="connsiteX3308" fmla="*/ 10195626 w 10450132"/>
              <a:gd name="connsiteY3308" fmla="*/ 4131963 h 5450835"/>
              <a:gd name="connsiteX3309" fmla="*/ 10195626 w 10450132"/>
              <a:gd name="connsiteY3309" fmla="*/ 4132817 h 5450835"/>
              <a:gd name="connsiteX3310" fmla="*/ 10191093 w 10450132"/>
              <a:gd name="connsiteY3310" fmla="*/ 4140698 h 5450835"/>
              <a:gd name="connsiteX3311" fmla="*/ 10190305 w 10450132"/>
              <a:gd name="connsiteY3311" fmla="*/ 4141158 h 5450835"/>
              <a:gd name="connsiteX3312" fmla="*/ 10181242 w 10450132"/>
              <a:gd name="connsiteY3312" fmla="*/ 4141158 h 5450835"/>
              <a:gd name="connsiteX3313" fmla="*/ 10180453 w 10450132"/>
              <a:gd name="connsiteY3313" fmla="*/ 4140698 h 5450835"/>
              <a:gd name="connsiteX3314" fmla="*/ 10175922 w 10450132"/>
              <a:gd name="connsiteY3314" fmla="*/ 4132817 h 5450835"/>
              <a:gd name="connsiteX3315" fmla="*/ 10175922 w 10450132"/>
              <a:gd name="connsiteY3315" fmla="*/ 4131963 h 5450835"/>
              <a:gd name="connsiteX3316" fmla="*/ 10180453 w 10450132"/>
              <a:gd name="connsiteY3316" fmla="*/ 4124081 h 5450835"/>
              <a:gd name="connsiteX3317" fmla="*/ 10181242 w 10450132"/>
              <a:gd name="connsiteY3317" fmla="*/ 4123622 h 5450835"/>
              <a:gd name="connsiteX3318" fmla="*/ 9926861 w 10450132"/>
              <a:gd name="connsiteY3318" fmla="*/ 4123622 h 5450835"/>
              <a:gd name="connsiteX3319" fmla="*/ 9935924 w 10450132"/>
              <a:gd name="connsiteY3319" fmla="*/ 4123622 h 5450835"/>
              <a:gd name="connsiteX3320" fmla="*/ 9936713 w 10450132"/>
              <a:gd name="connsiteY3320" fmla="*/ 4124081 h 5450835"/>
              <a:gd name="connsiteX3321" fmla="*/ 9941246 w 10450132"/>
              <a:gd name="connsiteY3321" fmla="*/ 4131963 h 5450835"/>
              <a:gd name="connsiteX3322" fmla="*/ 9941246 w 10450132"/>
              <a:gd name="connsiteY3322" fmla="*/ 4132817 h 5450835"/>
              <a:gd name="connsiteX3323" fmla="*/ 9936713 w 10450132"/>
              <a:gd name="connsiteY3323" fmla="*/ 4140698 h 5450835"/>
              <a:gd name="connsiteX3324" fmla="*/ 9935924 w 10450132"/>
              <a:gd name="connsiteY3324" fmla="*/ 4141158 h 5450835"/>
              <a:gd name="connsiteX3325" fmla="*/ 9926861 w 10450132"/>
              <a:gd name="connsiteY3325" fmla="*/ 4141158 h 5450835"/>
              <a:gd name="connsiteX3326" fmla="*/ 9926073 w 10450132"/>
              <a:gd name="connsiteY3326" fmla="*/ 4140698 h 5450835"/>
              <a:gd name="connsiteX3327" fmla="*/ 9921541 w 10450132"/>
              <a:gd name="connsiteY3327" fmla="*/ 4132817 h 5450835"/>
              <a:gd name="connsiteX3328" fmla="*/ 9921541 w 10450132"/>
              <a:gd name="connsiteY3328" fmla="*/ 4131963 h 5450835"/>
              <a:gd name="connsiteX3329" fmla="*/ 9926073 w 10450132"/>
              <a:gd name="connsiteY3329" fmla="*/ 4124081 h 5450835"/>
              <a:gd name="connsiteX3330" fmla="*/ 9926861 w 10450132"/>
              <a:gd name="connsiteY3330" fmla="*/ 4123622 h 5450835"/>
              <a:gd name="connsiteX3331" fmla="*/ 9672481 w 10450132"/>
              <a:gd name="connsiteY3331" fmla="*/ 4123622 h 5450835"/>
              <a:gd name="connsiteX3332" fmla="*/ 9681545 w 10450132"/>
              <a:gd name="connsiteY3332" fmla="*/ 4123622 h 5450835"/>
              <a:gd name="connsiteX3333" fmla="*/ 9682333 w 10450132"/>
              <a:gd name="connsiteY3333" fmla="*/ 4124081 h 5450835"/>
              <a:gd name="connsiteX3334" fmla="*/ 9686865 w 10450132"/>
              <a:gd name="connsiteY3334" fmla="*/ 4131963 h 5450835"/>
              <a:gd name="connsiteX3335" fmla="*/ 9686865 w 10450132"/>
              <a:gd name="connsiteY3335" fmla="*/ 4132817 h 5450835"/>
              <a:gd name="connsiteX3336" fmla="*/ 9682333 w 10450132"/>
              <a:gd name="connsiteY3336" fmla="*/ 4140698 h 5450835"/>
              <a:gd name="connsiteX3337" fmla="*/ 9681545 w 10450132"/>
              <a:gd name="connsiteY3337" fmla="*/ 4141158 h 5450835"/>
              <a:gd name="connsiteX3338" fmla="*/ 9672481 w 10450132"/>
              <a:gd name="connsiteY3338" fmla="*/ 4141158 h 5450835"/>
              <a:gd name="connsiteX3339" fmla="*/ 9671693 w 10450132"/>
              <a:gd name="connsiteY3339" fmla="*/ 4140698 h 5450835"/>
              <a:gd name="connsiteX3340" fmla="*/ 9667160 w 10450132"/>
              <a:gd name="connsiteY3340" fmla="*/ 4132817 h 5450835"/>
              <a:gd name="connsiteX3341" fmla="*/ 9667160 w 10450132"/>
              <a:gd name="connsiteY3341" fmla="*/ 4131963 h 5450835"/>
              <a:gd name="connsiteX3342" fmla="*/ 9671693 w 10450132"/>
              <a:gd name="connsiteY3342" fmla="*/ 4124081 h 5450835"/>
              <a:gd name="connsiteX3343" fmla="*/ 9672481 w 10450132"/>
              <a:gd name="connsiteY3343" fmla="*/ 4123622 h 5450835"/>
              <a:gd name="connsiteX3344" fmla="*/ 9418035 w 10450132"/>
              <a:gd name="connsiteY3344" fmla="*/ 4123622 h 5450835"/>
              <a:gd name="connsiteX3345" fmla="*/ 9427099 w 10450132"/>
              <a:gd name="connsiteY3345" fmla="*/ 4123622 h 5450835"/>
              <a:gd name="connsiteX3346" fmla="*/ 9427887 w 10450132"/>
              <a:gd name="connsiteY3346" fmla="*/ 4124081 h 5450835"/>
              <a:gd name="connsiteX3347" fmla="*/ 9432419 w 10450132"/>
              <a:gd name="connsiteY3347" fmla="*/ 4131963 h 5450835"/>
              <a:gd name="connsiteX3348" fmla="*/ 9432419 w 10450132"/>
              <a:gd name="connsiteY3348" fmla="*/ 4132817 h 5450835"/>
              <a:gd name="connsiteX3349" fmla="*/ 9427887 w 10450132"/>
              <a:gd name="connsiteY3349" fmla="*/ 4140698 h 5450835"/>
              <a:gd name="connsiteX3350" fmla="*/ 9427099 w 10450132"/>
              <a:gd name="connsiteY3350" fmla="*/ 4141158 h 5450835"/>
              <a:gd name="connsiteX3351" fmla="*/ 9418035 w 10450132"/>
              <a:gd name="connsiteY3351" fmla="*/ 4141158 h 5450835"/>
              <a:gd name="connsiteX3352" fmla="*/ 9417247 w 10450132"/>
              <a:gd name="connsiteY3352" fmla="*/ 4140698 h 5450835"/>
              <a:gd name="connsiteX3353" fmla="*/ 9412714 w 10450132"/>
              <a:gd name="connsiteY3353" fmla="*/ 4132817 h 5450835"/>
              <a:gd name="connsiteX3354" fmla="*/ 9412714 w 10450132"/>
              <a:gd name="connsiteY3354" fmla="*/ 4131963 h 5450835"/>
              <a:gd name="connsiteX3355" fmla="*/ 9417247 w 10450132"/>
              <a:gd name="connsiteY3355" fmla="*/ 4124081 h 5450835"/>
              <a:gd name="connsiteX3356" fmla="*/ 9418035 w 10450132"/>
              <a:gd name="connsiteY3356" fmla="*/ 4123622 h 5450835"/>
              <a:gd name="connsiteX3357" fmla="*/ 9163654 w 10450132"/>
              <a:gd name="connsiteY3357" fmla="*/ 4123622 h 5450835"/>
              <a:gd name="connsiteX3358" fmla="*/ 9172718 w 10450132"/>
              <a:gd name="connsiteY3358" fmla="*/ 4123622 h 5450835"/>
              <a:gd name="connsiteX3359" fmla="*/ 9173506 w 10450132"/>
              <a:gd name="connsiteY3359" fmla="*/ 4124081 h 5450835"/>
              <a:gd name="connsiteX3360" fmla="*/ 9178038 w 10450132"/>
              <a:gd name="connsiteY3360" fmla="*/ 4131963 h 5450835"/>
              <a:gd name="connsiteX3361" fmla="*/ 9178038 w 10450132"/>
              <a:gd name="connsiteY3361" fmla="*/ 4132817 h 5450835"/>
              <a:gd name="connsiteX3362" fmla="*/ 9173506 w 10450132"/>
              <a:gd name="connsiteY3362" fmla="*/ 4140698 h 5450835"/>
              <a:gd name="connsiteX3363" fmla="*/ 9172718 w 10450132"/>
              <a:gd name="connsiteY3363" fmla="*/ 4141158 h 5450835"/>
              <a:gd name="connsiteX3364" fmla="*/ 9163654 w 10450132"/>
              <a:gd name="connsiteY3364" fmla="*/ 4141158 h 5450835"/>
              <a:gd name="connsiteX3365" fmla="*/ 9162866 w 10450132"/>
              <a:gd name="connsiteY3365" fmla="*/ 4140698 h 5450835"/>
              <a:gd name="connsiteX3366" fmla="*/ 9158333 w 10450132"/>
              <a:gd name="connsiteY3366" fmla="*/ 4132817 h 5450835"/>
              <a:gd name="connsiteX3367" fmla="*/ 9158333 w 10450132"/>
              <a:gd name="connsiteY3367" fmla="*/ 4131963 h 5450835"/>
              <a:gd name="connsiteX3368" fmla="*/ 9162866 w 10450132"/>
              <a:gd name="connsiteY3368" fmla="*/ 4124081 h 5450835"/>
              <a:gd name="connsiteX3369" fmla="*/ 9163654 w 10450132"/>
              <a:gd name="connsiteY3369" fmla="*/ 4123622 h 5450835"/>
              <a:gd name="connsiteX3370" fmla="*/ 8909274 w 10450132"/>
              <a:gd name="connsiteY3370" fmla="*/ 4123622 h 5450835"/>
              <a:gd name="connsiteX3371" fmla="*/ 8918336 w 10450132"/>
              <a:gd name="connsiteY3371" fmla="*/ 4123622 h 5450835"/>
              <a:gd name="connsiteX3372" fmla="*/ 8919125 w 10450132"/>
              <a:gd name="connsiteY3372" fmla="*/ 4124081 h 5450835"/>
              <a:gd name="connsiteX3373" fmla="*/ 8923657 w 10450132"/>
              <a:gd name="connsiteY3373" fmla="*/ 4131963 h 5450835"/>
              <a:gd name="connsiteX3374" fmla="*/ 8923657 w 10450132"/>
              <a:gd name="connsiteY3374" fmla="*/ 4132817 h 5450835"/>
              <a:gd name="connsiteX3375" fmla="*/ 8919125 w 10450132"/>
              <a:gd name="connsiteY3375" fmla="*/ 4140698 h 5450835"/>
              <a:gd name="connsiteX3376" fmla="*/ 8918336 w 10450132"/>
              <a:gd name="connsiteY3376" fmla="*/ 4141158 h 5450835"/>
              <a:gd name="connsiteX3377" fmla="*/ 8909274 w 10450132"/>
              <a:gd name="connsiteY3377" fmla="*/ 4141158 h 5450835"/>
              <a:gd name="connsiteX3378" fmla="*/ 8908484 w 10450132"/>
              <a:gd name="connsiteY3378" fmla="*/ 4140698 h 5450835"/>
              <a:gd name="connsiteX3379" fmla="*/ 8903953 w 10450132"/>
              <a:gd name="connsiteY3379" fmla="*/ 4132817 h 5450835"/>
              <a:gd name="connsiteX3380" fmla="*/ 8903953 w 10450132"/>
              <a:gd name="connsiteY3380" fmla="*/ 4131963 h 5450835"/>
              <a:gd name="connsiteX3381" fmla="*/ 8908484 w 10450132"/>
              <a:gd name="connsiteY3381" fmla="*/ 4124081 h 5450835"/>
              <a:gd name="connsiteX3382" fmla="*/ 8909274 w 10450132"/>
              <a:gd name="connsiteY3382" fmla="*/ 4123622 h 5450835"/>
              <a:gd name="connsiteX3383" fmla="*/ 8654892 w 10450132"/>
              <a:gd name="connsiteY3383" fmla="*/ 4123622 h 5450835"/>
              <a:gd name="connsiteX3384" fmla="*/ 8663955 w 10450132"/>
              <a:gd name="connsiteY3384" fmla="*/ 4123622 h 5450835"/>
              <a:gd name="connsiteX3385" fmla="*/ 8664744 w 10450132"/>
              <a:gd name="connsiteY3385" fmla="*/ 4124081 h 5450835"/>
              <a:gd name="connsiteX3386" fmla="*/ 8669277 w 10450132"/>
              <a:gd name="connsiteY3386" fmla="*/ 4131963 h 5450835"/>
              <a:gd name="connsiteX3387" fmla="*/ 8669277 w 10450132"/>
              <a:gd name="connsiteY3387" fmla="*/ 4132817 h 5450835"/>
              <a:gd name="connsiteX3388" fmla="*/ 8664744 w 10450132"/>
              <a:gd name="connsiteY3388" fmla="*/ 4140698 h 5450835"/>
              <a:gd name="connsiteX3389" fmla="*/ 8663955 w 10450132"/>
              <a:gd name="connsiteY3389" fmla="*/ 4141158 h 5450835"/>
              <a:gd name="connsiteX3390" fmla="*/ 8654892 w 10450132"/>
              <a:gd name="connsiteY3390" fmla="*/ 4141158 h 5450835"/>
              <a:gd name="connsiteX3391" fmla="*/ 8654104 w 10450132"/>
              <a:gd name="connsiteY3391" fmla="*/ 4140698 h 5450835"/>
              <a:gd name="connsiteX3392" fmla="*/ 8649572 w 10450132"/>
              <a:gd name="connsiteY3392" fmla="*/ 4132817 h 5450835"/>
              <a:gd name="connsiteX3393" fmla="*/ 8649572 w 10450132"/>
              <a:gd name="connsiteY3393" fmla="*/ 4131963 h 5450835"/>
              <a:gd name="connsiteX3394" fmla="*/ 8654104 w 10450132"/>
              <a:gd name="connsiteY3394" fmla="*/ 4124081 h 5450835"/>
              <a:gd name="connsiteX3395" fmla="*/ 8654892 w 10450132"/>
              <a:gd name="connsiteY3395" fmla="*/ 4123622 h 5450835"/>
              <a:gd name="connsiteX3396" fmla="*/ 8400511 w 10450132"/>
              <a:gd name="connsiteY3396" fmla="*/ 4123622 h 5450835"/>
              <a:gd name="connsiteX3397" fmla="*/ 8409575 w 10450132"/>
              <a:gd name="connsiteY3397" fmla="*/ 4123622 h 5450835"/>
              <a:gd name="connsiteX3398" fmla="*/ 8410363 w 10450132"/>
              <a:gd name="connsiteY3398" fmla="*/ 4124081 h 5450835"/>
              <a:gd name="connsiteX3399" fmla="*/ 8414896 w 10450132"/>
              <a:gd name="connsiteY3399" fmla="*/ 4131963 h 5450835"/>
              <a:gd name="connsiteX3400" fmla="*/ 8414896 w 10450132"/>
              <a:gd name="connsiteY3400" fmla="*/ 4132817 h 5450835"/>
              <a:gd name="connsiteX3401" fmla="*/ 8410363 w 10450132"/>
              <a:gd name="connsiteY3401" fmla="*/ 4140698 h 5450835"/>
              <a:gd name="connsiteX3402" fmla="*/ 8409575 w 10450132"/>
              <a:gd name="connsiteY3402" fmla="*/ 4141158 h 5450835"/>
              <a:gd name="connsiteX3403" fmla="*/ 8400511 w 10450132"/>
              <a:gd name="connsiteY3403" fmla="*/ 4141158 h 5450835"/>
              <a:gd name="connsiteX3404" fmla="*/ 8399723 w 10450132"/>
              <a:gd name="connsiteY3404" fmla="*/ 4140698 h 5450835"/>
              <a:gd name="connsiteX3405" fmla="*/ 8395191 w 10450132"/>
              <a:gd name="connsiteY3405" fmla="*/ 4132817 h 5450835"/>
              <a:gd name="connsiteX3406" fmla="*/ 8395191 w 10450132"/>
              <a:gd name="connsiteY3406" fmla="*/ 4131963 h 5450835"/>
              <a:gd name="connsiteX3407" fmla="*/ 8399723 w 10450132"/>
              <a:gd name="connsiteY3407" fmla="*/ 4124081 h 5450835"/>
              <a:gd name="connsiteX3408" fmla="*/ 8400511 w 10450132"/>
              <a:gd name="connsiteY3408" fmla="*/ 4123622 h 5450835"/>
              <a:gd name="connsiteX3409" fmla="*/ 8146065 w 10450132"/>
              <a:gd name="connsiteY3409" fmla="*/ 4123622 h 5450835"/>
              <a:gd name="connsiteX3410" fmla="*/ 8155129 w 10450132"/>
              <a:gd name="connsiteY3410" fmla="*/ 4123622 h 5450835"/>
              <a:gd name="connsiteX3411" fmla="*/ 8155917 w 10450132"/>
              <a:gd name="connsiteY3411" fmla="*/ 4124081 h 5450835"/>
              <a:gd name="connsiteX3412" fmla="*/ 8160449 w 10450132"/>
              <a:gd name="connsiteY3412" fmla="*/ 4131963 h 5450835"/>
              <a:gd name="connsiteX3413" fmla="*/ 8160449 w 10450132"/>
              <a:gd name="connsiteY3413" fmla="*/ 4132817 h 5450835"/>
              <a:gd name="connsiteX3414" fmla="*/ 8155917 w 10450132"/>
              <a:gd name="connsiteY3414" fmla="*/ 4140698 h 5450835"/>
              <a:gd name="connsiteX3415" fmla="*/ 8155129 w 10450132"/>
              <a:gd name="connsiteY3415" fmla="*/ 4141158 h 5450835"/>
              <a:gd name="connsiteX3416" fmla="*/ 8146065 w 10450132"/>
              <a:gd name="connsiteY3416" fmla="*/ 4141158 h 5450835"/>
              <a:gd name="connsiteX3417" fmla="*/ 8145277 w 10450132"/>
              <a:gd name="connsiteY3417" fmla="*/ 4140698 h 5450835"/>
              <a:gd name="connsiteX3418" fmla="*/ 8140745 w 10450132"/>
              <a:gd name="connsiteY3418" fmla="*/ 4132817 h 5450835"/>
              <a:gd name="connsiteX3419" fmla="*/ 8140745 w 10450132"/>
              <a:gd name="connsiteY3419" fmla="*/ 4131963 h 5450835"/>
              <a:gd name="connsiteX3420" fmla="*/ 8145277 w 10450132"/>
              <a:gd name="connsiteY3420" fmla="*/ 4124081 h 5450835"/>
              <a:gd name="connsiteX3421" fmla="*/ 8146065 w 10450132"/>
              <a:gd name="connsiteY3421" fmla="*/ 4123622 h 5450835"/>
              <a:gd name="connsiteX3422" fmla="*/ 7891684 w 10450132"/>
              <a:gd name="connsiteY3422" fmla="*/ 4123622 h 5450835"/>
              <a:gd name="connsiteX3423" fmla="*/ 7900748 w 10450132"/>
              <a:gd name="connsiteY3423" fmla="*/ 4123622 h 5450835"/>
              <a:gd name="connsiteX3424" fmla="*/ 7901536 w 10450132"/>
              <a:gd name="connsiteY3424" fmla="*/ 4124081 h 5450835"/>
              <a:gd name="connsiteX3425" fmla="*/ 7906067 w 10450132"/>
              <a:gd name="connsiteY3425" fmla="*/ 4131963 h 5450835"/>
              <a:gd name="connsiteX3426" fmla="*/ 7906067 w 10450132"/>
              <a:gd name="connsiteY3426" fmla="*/ 4132817 h 5450835"/>
              <a:gd name="connsiteX3427" fmla="*/ 7901536 w 10450132"/>
              <a:gd name="connsiteY3427" fmla="*/ 4140698 h 5450835"/>
              <a:gd name="connsiteX3428" fmla="*/ 7900748 w 10450132"/>
              <a:gd name="connsiteY3428" fmla="*/ 4141158 h 5450835"/>
              <a:gd name="connsiteX3429" fmla="*/ 7891684 w 10450132"/>
              <a:gd name="connsiteY3429" fmla="*/ 4141158 h 5450835"/>
              <a:gd name="connsiteX3430" fmla="*/ 7890896 w 10450132"/>
              <a:gd name="connsiteY3430" fmla="*/ 4140698 h 5450835"/>
              <a:gd name="connsiteX3431" fmla="*/ 7886363 w 10450132"/>
              <a:gd name="connsiteY3431" fmla="*/ 4132817 h 5450835"/>
              <a:gd name="connsiteX3432" fmla="*/ 7886363 w 10450132"/>
              <a:gd name="connsiteY3432" fmla="*/ 4131963 h 5450835"/>
              <a:gd name="connsiteX3433" fmla="*/ 7890896 w 10450132"/>
              <a:gd name="connsiteY3433" fmla="*/ 4124081 h 5450835"/>
              <a:gd name="connsiteX3434" fmla="*/ 7891684 w 10450132"/>
              <a:gd name="connsiteY3434" fmla="*/ 4123622 h 5450835"/>
              <a:gd name="connsiteX3435" fmla="*/ 7637304 w 10450132"/>
              <a:gd name="connsiteY3435" fmla="*/ 4123622 h 5450835"/>
              <a:gd name="connsiteX3436" fmla="*/ 7646367 w 10450132"/>
              <a:gd name="connsiteY3436" fmla="*/ 4123622 h 5450835"/>
              <a:gd name="connsiteX3437" fmla="*/ 7647156 w 10450132"/>
              <a:gd name="connsiteY3437" fmla="*/ 4124081 h 5450835"/>
              <a:gd name="connsiteX3438" fmla="*/ 7651687 w 10450132"/>
              <a:gd name="connsiteY3438" fmla="*/ 4131963 h 5450835"/>
              <a:gd name="connsiteX3439" fmla="*/ 7651687 w 10450132"/>
              <a:gd name="connsiteY3439" fmla="*/ 4132817 h 5450835"/>
              <a:gd name="connsiteX3440" fmla="*/ 7647156 w 10450132"/>
              <a:gd name="connsiteY3440" fmla="*/ 4140698 h 5450835"/>
              <a:gd name="connsiteX3441" fmla="*/ 7646367 w 10450132"/>
              <a:gd name="connsiteY3441" fmla="*/ 4141158 h 5450835"/>
              <a:gd name="connsiteX3442" fmla="*/ 7637304 w 10450132"/>
              <a:gd name="connsiteY3442" fmla="*/ 4141158 h 5450835"/>
              <a:gd name="connsiteX3443" fmla="*/ 7636516 w 10450132"/>
              <a:gd name="connsiteY3443" fmla="*/ 4140698 h 5450835"/>
              <a:gd name="connsiteX3444" fmla="*/ 7631983 w 10450132"/>
              <a:gd name="connsiteY3444" fmla="*/ 4132817 h 5450835"/>
              <a:gd name="connsiteX3445" fmla="*/ 7631983 w 10450132"/>
              <a:gd name="connsiteY3445" fmla="*/ 4131963 h 5450835"/>
              <a:gd name="connsiteX3446" fmla="*/ 7636516 w 10450132"/>
              <a:gd name="connsiteY3446" fmla="*/ 4124081 h 5450835"/>
              <a:gd name="connsiteX3447" fmla="*/ 7637304 w 10450132"/>
              <a:gd name="connsiteY3447" fmla="*/ 4123622 h 5450835"/>
              <a:gd name="connsiteX3448" fmla="*/ 7382923 w 10450132"/>
              <a:gd name="connsiteY3448" fmla="*/ 4123622 h 5450835"/>
              <a:gd name="connsiteX3449" fmla="*/ 7391987 w 10450132"/>
              <a:gd name="connsiteY3449" fmla="*/ 4123622 h 5450835"/>
              <a:gd name="connsiteX3450" fmla="*/ 7392775 w 10450132"/>
              <a:gd name="connsiteY3450" fmla="*/ 4124081 h 5450835"/>
              <a:gd name="connsiteX3451" fmla="*/ 7397307 w 10450132"/>
              <a:gd name="connsiteY3451" fmla="*/ 4131963 h 5450835"/>
              <a:gd name="connsiteX3452" fmla="*/ 7397307 w 10450132"/>
              <a:gd name="connsiteY3452" fmla="*/ 4132817 h 5450835"/>
              <a:gd name="connsiteX3453" fmla="*/ 7392775 w 10450132"/>
              <a:gd name="connsiteY3453" fmla="*/ 4140698 h 5450835"/>
              <a:gd name="connsiteX3454" fmla="*/ 7391987 w 10450132"/>
              <a:gd name="connsiteY3454" fmla="*/ 4141158 h 5450835"/>
              <a:gd name="connsiteX3455" fmla="*/ 7382923 w 10450132"/>
              <a:gd name="connsiteY3455" fmla="*/ 4141158 h 5450835"/>
              <a:gd name="connsiteX3456" fmla="*/ 7382135 w 10450132"/>
              <a:gd name="connsiteY3456" fmla="*/ 4140698 h 5450835"/>
              <a:gd name="connsiteX3457" fmla="*/ 7377602 w 10450132"/>
              <a:gd name="connsiteY3457" fmla="*/ 4132817 h 5450835"/>
              <a:gd name="connsiteX3458" fmla="*/ 7377602 w 10450132"/>
              <a:gd name="connsiteY3458" fmla="*/ 4131963 h 5450835"/>
              <a:gd name="connsiteX3459" fmla="*/ 7382135 w 10450132"/>
              <a:gd name="connsiteY3459" fmla="*/ 4124081 h 5450835"/>
              <a:gd name="connsiteX3460" fmla="*/ 7382923 w 10450132"/>
              <a:gd name="connsiteY3460" fmla="*/ 4123622 h 5450835"/>
              <a:gd name="connsiteX3461" fmla="*/ 7128477 w 10450132"/>
              <a:gd name="connsiteY3461" fmla="*/ 4123622 h 5450835"/>
              <a:gd name="connsiteX3462" fmla="*/ 7137540 w 10450132"/>
              <a:gd name="connsiteY3462" fmla="*/ 4123622 h 5450835"/>
              <a:gd name="connsiteX3463" fmla="*/ 7138328 w 10450132"/>
              <a:gd name="connsiteY3463" fmla="*/ 4124081 h 5450835"/>
              <a:gd name="connsiteX3464" fmla="*/ 7142860 w 10450132"/>
              <a:gd name="connsiteY3464" fmla="*/ 4131963 h 5450835"/>
              <a:gd name="connsiteX3465" fmla="*/ 7142860 w 10450132"/>
              <a:gd name="connsiteY3465" fmla="*/ 4132817 h 5450835"/>
              <a:gd name="connsiteX3466" fmla="*/ 7138328 w 10450132"/>
              <a:gd name="connsiteY3466" fmla="*/ 4140698 h 5450835"/>
              <a:gd name="connsiteX3467" fmla="*/ 7137540 w 10450132"/>
              <a:gd name="connsiteY3467" fmla="*/ 4141158 h 5450835"/>
              <a:gd name="connsiteX3468" fmla="*/ 7128477 w 10450132"/>
              <a:gd name="connsiteY3468" fmla="*/ 4141158 h 5450835"/>
              <a:gd name="connsiteX3469" fmla="*/ 7127689 w 10450132"/>
              <a:gd name="connsiteY3469" fmla="*/ 4140698 h 5450835"/>
              <a:gd name="connsiteX3470" fmla="*/ 7123156 w 10450132"/>
              <a:gd name="connsiteY3470" fmla="*/ 4132817 h 5450835"/>
              <a:gd name="connsiteX3471" fmla="*/ 7123156 w 10450132"/>
              <a:gd name="connsiteY3471" fmla="*/ 4131963 h 5450835"/>
              <a:gd name="connsiteX3472" fmla="*/ 7127689 w 10450132"/>
              <a:gd name="connsiteY3472" fmla="*/ 4124081 h 5450835"/>
              <a:gd name="connsiteX3473" fmla="*/ 7128477 w 10450132"/>
              <a:gd name="connsiteY3473" fmla="*/ 4123622 h 5450835"/>
              <a:gd name="connsiteX3474" fmla="*/ 6874095 w 10450132"/>
              <a:gd name="connsiteY3474" fmla="*/ 4123622 h 5450835"/>
              <a:gd name="connsiteX3475" fmla="*/ 6883159 w 10450132"/>
              <a:gd name="connsiteY3475" fmla="*/ 4123622 h 5450835"/>
              <a:gd name="connsiteX3476" fmla="*/ 6883947 w 10450132"/>
              <a:gd name="connsiteY3476" fmla="*/ 4124081 h 5450835"/>
              <a:gd name="connsiteX3477" fmla="*/ 6888480 w 10450132"/>
              <a:gd name="connsiteY3477" fmla="*/ 4131963 h 5450835"/>
              <a:gd name="connsiteX3478" fmla="*/ 6888480 w 10450132"/>
              <a:gd name="connsiteY3478" fmla="*/ 4132817 h 5450835"/>
              <a:gd name="connsiteX3479" fmla="*/ 6883947 w 10450132"/>
              <a:gd name="connsiteY3479" fmla="*/ 4140698 h 5450835"/>
              <a:gd name="connsiteX3480" fmla="*/ 6883159 w 10450132"/>
              <a:gd name="connsiteY3480" fmla="*/ 4141158 h 5450835"/>
              <a:gd name="connsiteX3481" fmla="*/ 6874095 w 10450132"/>
              <a:gd name="connsiteY3481" fmla="*/ 4141158 h 5450835"/>
              <a:gd name="connsiteX3482" fmla="*/ 6873307 w 10450132"/>
              <a:gd name="connsiteY3482" fmla="*/ 4140698 h 5450835"/>
              <a:gd name="connsiteX3483" fmla="*/ 6868775 w 10450132"/>
              <a:gd name="connsiteY3483" fmla="*/ 4132817 h 5450835"/>
              <a:gd name="connsiteX3484" fmla="*/ 6868775 w 10450132"/>
              <a:gd name="connsiteY3484" fmla="*/ 4131963 h 5450835"/>
              <a:gd name="connsiteX3485" fmla="*/ 6873307 w 10450132"/>
              <a:gd name="connsiteY3485" fmla="*/ 4124081 h 5450835"/>
              <a:gd name="connsiteX3486" fmla="*/ 6874095 w 10450132"/>
              <a:gd name="connsiteY3486" fmla="*/ 4123622 h 5450835"/>
              <a:gd name="connsiteX3487" fmla="*/ 6619714 w 10450132"/>
              <a:gd name="connsiteY3487" fmla="*/ 4123622 h 5450835"/>
              <a:gd name="connsiteX3488" fmla="*/ 6628778 w 10450132"/>
              <a:gd name="connsiteY3488" fmla="*/ 4123622 h 5450835"/>
              <a:gd name="connsiteX3489" fmla="*/ 6629566 w 10450132"/>
              <a:gd name="connsiteY3489" fmla="*/ 4124081 h 5450835"/>
              <a:gd name="connsiteX3490" fmla="*/ 6634099 w 10450132"/>
              <a:gd name="connsiteY3490" fmla="*/ 4131963 h 5450835"/>
              <a:gd name="connsiteX3491" fmla="*/ 6634099 w 10450132"/>
              <a:gd name="connsiteY3491" fmla="*/ 4132817 h 5450835"/>
              <a:gd name="connsiteX3492" fmla="*/ 6629566 w 10450132"/>
              <a:gd name="connsiteY3492" fmla="*/ 4140698 h 5450835"/>
              <a:gd name="connsiteX3493" fmla="*/ 6628778 w 10450132"/>
              <a:gd name="connsiteY3493" fmla="*/ 4141158 h 5450835"/>
              <a:gd name="connsiteX3494" fmla="*/ 6619714 w 10450132"/>
              <a:gd name="connsiteY3494" fmla="*/ 4141158 h 5450835"/>
              <a:gd name="connsiteX3495" fmla="*/ 6618926 w 10450132"/>
              <a:gd name="connsiteY3495" fmla="*/ 4140698 h 5450835"/>
              <a:gd name="connsiteX3496" fmla="*/ 6614394 w 10450132"/>
              <a:gd name="connsiteY3496" fmla="*/ 4132817 h 5450835"/>
              <a:gd name="connsiteX3497" fmla="*/ 6614394 w 10450132"/>
              <a:gd name="connsiteY3497" fmla="*/ 4131963 h 5450835"/>
              <a:gd name="connsiteX3498" fmla="*/ 6618926 w 10450132"/>
              <a:gd name="connsiteY3498" fmla="*/ 4124081 h 5450835"/>
              <a:gd name="connsiteX3499" fmla="*/ 6619714 w 10450132"/>
              <a:gd name="connsiteY3499" fmla="*/ 4123622 h 5450835"/>
              <a:gd name="connsiteX3500" fmla="*/ 6365334 w 10450132"/>
              <a:gd name="connsiteY3500" fmla="*/ 4123622 h 5450835"/>
              <a:gd name="connsiteX3501" fmla="*/ 6374397 w 10450132"/>
              <a:gd name="connsiteY3501" fmla="*/ 4123622 h 5450835"/>
              <a:gd name="connsiteX3502" fmla="*/ 6375186 w 10450132"/>
              <a:gd name="connsiteY3502" fmla="*/ 4124081 h 5450835"/>
              <a:gd name="connsiteX3503" fmla="*/ 6379718 w 10450132"/>
              <a:gd name="connsiteY3503" fmla="*/ 4131963 h 5450835"/>
              <a:gd name="connsiteX3504" fmla="*/ 6379718 w 10450132"/>
              <a:gd name="connsiteY3504" fmla="*/ 4132817 h 5450835"/>
              <a:gd name="connsiteX3505" fmla="*/ 6375186 w 10450132"/>
              <a:gd name="connsiteY3505" fmla="*/ 4140698 h 5450835"/>
              <a:gd name="connsiteX3506" fmla="*/ 6374397 w 10450132"/>
              <a:gd name="connsiteY3506" fmla="*/ 4141158 h 5450835"/>
              <a:gd name="connsiteX3507" fmla="*/ 6365334 w 10450132"/>
              <a:gd name="connsiteY3507" fmla="*/ 4141158 h 5450835"/>
              <a:gd name="connsiteX3508" fmla="*/ 6364546 w 10450132"/>
              <a:gd name="connsiteY3508" fmla="*/ 4140698 h 5450835"/>
              <a:gd name="connsiteX3509" fmla="*/ 6360014 w 10450132"/>
              <a:gd name="connsiteY3509" fmla="*/ 4132817 h 5450835"/>
              <a:gd name="connsiteX3510" fmla="*/ 6360014 w 10450132"/>
              <a:gd name="connsiteY3510" fmla="*/ 4131963 h 5450835"/>
              <a:gd name="connsiteX3511" fmla="*/ 6364546 w 10450132"/>
              <a:gd name="connsiteY3511" fmla="*/ 4124081 h 5450835"/>
              <a:gd name="connsiteX3512" fmla="*/ 6365334 w 10450132"/>
              <a:gd name="connsiteY3512" fmla="*/ 4123622 h 5450835"/>
              <a:gd name="connsiteX3513" fmla="*/ 6110888 w 10450132"/>
              <a:gd name="connsiteY3513" fmla="*/ 4123622 h 5450835"/>
              <a:gd name="connsiteX3514" fmla="*/ 6119953 w 10450132"/>
              <a:gd name="connsiteY3514" fmla="*/ 4123622 h 5450835"/>
              <a:gd name="connsiteX3515" fmla="*/ 6120740 w 10450132"/>
              <a:gd name="connsiteY3515" fmla="*/ 4124081 h 5450835"/>
              <a:gd name="connsiteX3516" fmla="*/ 6125272 w 10450132"/>
              <a:gd name="connsiteY3516" fmla="*/ 4131963 h 5450835"/>
              <a:gd name="connsiteX3517" fmla="*/ 6125272 w 10450132"/>
              <a:gd name="connsiteY3517" fmla="*/ 4132817 h 5450835"/>
              <a:gd name="connsiteX3518" fmla="*/ 6120740 w 10450132"/>
              <a:gd name="connsiteY3518" fmla="*/ 4140698 h 5450835"/>
              <a:gd name="connsiteX3519" fmla="*/ 6119953 w 10450132"/>
              <a:gd name="connsiteY3519" fmla="*/ 4141158 h 5450835"/>
              <a:gd name="connsiteX3520" fmla="*/ 6110888 w 10450132"/>
              <a:gd name="connsiteY3520" fmla="*/ 4141158 h 5450835"/>
              <a:gd name="connsiteX3521" fmla="*/ 6110101 w 10450132"/>
              <a:gd name="connsiteY3521" fmla="*/ 4140698 h 5450835"/>
              <a:gd name="connsiteX3522" fmla="*/ 6105567 w 10450132"/>
              <a:gd name="connsiteY3522" fmla="*/ 4132817 h 5450835"/>
              <a:gd name="connsiteX3523" fmla="*/ 6105567 w 10450132"/>
              <a:gd name="connsiteY3523" fmla="*/ 4131963 h 5450835"/>
              <a:gd name="connsiteX3524" fmla="*/ 6110101 w 10450132"/>
              <a:gd name="connsiteY3524" fmla="*/ 4124081 h 5450835"/>
              <a:gd name="connsiteX3525" fmla="*/ 6110888 w 10450132"/>
              <a:gd name="connsiteY3525" fmla="*/ 4123622 h 5450835"/>
              <a:gd name="connsiteX3526" fmla="*/ 5856508 w 10450132"/>
              <a:gd name="connsiteY3526" fmla="*/ 4123622 h 5450835"/>
              <a:gd name="connsiteX3527" fmla="*/ 5865571 w 10450132"/>
              <a:gd name="connsiteY3527" fmla="*/ 4123622 h 5450835"/>
              <a:gd name="connsiteX3528" fmla="*/ 5866359 w 10450132"/>
              <a:gd name="connsiteY3528" fmla="*/ 4124081 h 5450835"/>
              <a:gd name="connsiteX3529" fmla="*/ 5870891 w 10450132"/>
              <a:gd name="connsiteY3529" fmla="*/ 4131963 h 5450835"/>
              <a:gd name="connsiteX3530" fmla="*/ 5870891 w 10450132"/>
              <a:gd name="connsiteY3530" fmla="*/ 4132817 h 5450835"/>
              <a:gd name="connsiteX3531" fmla="*/ 5866359 w 10450132"/>
              <a:gd name="connsiteY3531" fmla="*/ 4140698 h 5450835"/>
              <a:gd name="connsiteX3532" fmla="*/ 5865571 w 10450132"/>
              <a:gd name="connsiteY3532" fmla="*/ 4141158 h 5450835"/>
              <a:gd name="connsiteX3533" fmla="*/ 5856508 w 10450132"/>
              <a:gd name="connsiteY3533" fmla="*/ 4141158 h 5450835"/>
              <a:gd name="connsiteX3534" fmla="*/ 5855720 w 10450132"/>
              <a:gd name="connsiteY3534" fmla="*/ 4140698 h 5450835"/>
              <a:gd name="connsiteX3535" fmla="*/ 5851187 w 10450132"/>
              <a:gd name="connsiteY3535" fmla="*/ 4132817 h 5450835"/>
              <a:gd name="connsiteX3536" fmla="*/ 5851187 w 10450132"/>
              <a:gd name="connsiteY3536" fmla="*/ 4131963 h 5450835"/>
              <a:gd name="connsiteX3537" fmla="*/ 5855720 w 10450132"/>
              <a:gd name="connsiteY3537" fmla="*/ 4124081 h 5450835"/>
              <a:gd name="connsiteX3538" fmla="*/ 5856508 w 10450132"/>
              <a:gd name="connsiteY3538" fmla="*/ 4123622 h 5450835"/>
              <a:gd name="connsiteX3539" fmla="*/ 5602126 w 10450132"/>
              <a:gd name="connsiteY3539" fmla="*/ 4123622 h 5450835"/>
              <a:gd name="connsiteX3540" fmla="*/ 5611191 w 10450132"/>
              <a:gd name="connsiteY3540" fmla="*/ 4123622 h 5450835"/>
              <a:gd name="connsiteX3541" fmla="*/ 5611979 w 10450132"/>
              <a:gd name="connsiteY3541" fmla="*/ 4124081 h 5450835"/>
              <a:gd name="connsiteX3542" fmla="*/ 5616511 w 10450132"/>
              <a:gd name="connsiteY3542" fmla="*/ 4131963 h 5450835"/>
              <a:gd name="connsiteX3543" fmla="*/ 5616511 w 10450132"/>
              <a:gd name="connsiteY3543" fmla="*/ 4132817 h 5450835"/>
              <a:gd name="connsiteX3544" fmla="*/ 5611979 w 10450132"/>
              <a:gd name="connsiteY3544" fmla="*/ 4140698 h 5450835"/>
              <a:gd name="connsiteX3545" fmla="*/ 5611191 w 10450132"/>
              <a:gd name="connsiteY3545" fmla="*/ 4141158 h 5450835"/>
              <a:gd name="connsiteX3546" fmla="*/ 5602126 w 10450132"/>
              <a:gd name="connsiteY3546" fmla="*/ 4141158 h 5450835"/>
              <a:gd name="connsiteX3547" fmla="*/ 5601338 w 10450132"/>
              <a:gd name="connsiteY3547" fmla="*/ 4140698 h 5450835"/>
              <a:gd name="connsiteX3548" fmla="*/ 5596807 w 10450132"/>
              <a:gd name="connsiteY3548" fmla="*/ 4132817 h 5450835"/>
              <a:gd name="connsiteX3549" fmla="*/ 5596807 w 10450132"/>
              <a:gd name="connsiteY3549" fmla="*/ 4131963 h 5450835"/>
              <a:gd name="connsiteX3550" fmla="*/ 5601338 w 10450132"/>
              <a:gd name="connsiteY3550" fmla="*/ 4124081 h 5450835"/>
              <a:gd name="connsiteX3551" fmla="*/ 5602126 w 10450132"/>
              <a:gd name="connsiteY3551" fmla="*/ 4123622 h 5450835"/>
              <a:gd name="connsiteX3552" fmla="*/ 5347746 w 10450132"/>
              <a:gd name="connsiteY3552" fmla="*/ 4123622 h 5450835"/>
              <a:gd name="connsiteX3553" fmla="*/ 5356810 w 10450132"/>
              <a:gd name="connsiteY3553" fmla="*/ 4123622 h 5450835"/>
              <a:gd name="connsiteX3554" fmla="*/ 5357598 w 10450132"/>
              <a:gd name="connsiteY3554" fmla="*/ 4124081 h 5450835"/>
              <a:gd name="connsiteX3555" fmla="*/ 5362130 w 10450132"/>
              <a:gd name="connsiteY3555" fmla="*/ 4131963 h 5450835"/>
              <a:gd name="connsiteX3556" fmla="*/ 5362130 w 10450132"/>
              <a:gd name="connsiteY3556" fmla="*/ 4132817 h 5450835"/>
              <a:gd name="connsiteX3557" fmla="*/ 5357598 w 10450132"/>
              <a:gd name="connsiteY3557" fmla="*/ 4140698 h 5450835"/>
              <a:gd name="connsiteX3558" fmla="*/ 5356810 w 10450132"/>
              <a:gd name="connsiteY3558" fmla="*/ 4141158 h 5450835"/>
              <a:gd name="connsiteX3559" fmla="*/ 5347746 w 10450132"/>
              <a:gd name="connsiteY3559" fmla="*/ 4141158 h 5450835"/>
              <a:gd name="connsiteX3560" fmla="*/ 5346958 w 10450132"/>
              <a:gd name="connsiteY3560" fmla="*/ 4140698 h 5450835"/>
              <a:gd name="connsiteX3561" fmla="*/ 5342425 w 10450132"/>
              <a:gd name="connsiteY3561" fmla="*/ 4132817 h 5450835"/>
              <a:gd name="connsiteX3562" fmla="*/ 5342425 w 10450132"/>
              <a:gd name="connsiteY3562" fmla="*/ 4131963 h 5450835"/>
              <a:gd name="connsiteX3563" fmla="*/ 5346958 w 10450132"/>
              <a:gd name="connsiteY3563" fmla="*/ 4124081 h 5450835"/>
              <a:gd name="connsiteX3564" fmla="*/ 5347746 w 10450132"/>
              <a:gd name="connsiteY3564" fmla="*/ 4123622 h 5450835"/>
              <a:gd name="connsiteX3565" fmla="*/ 5093300 w 10450132"/>
              <a:gd name="connsiteY3565" fmla="*/ 4123622 h 5450835"/>
              <a:gd name="connsiteX3566" fmla="*/ 5102364 w 10450132"/>
              <a:gd name="connsiteY3566" fmla="*/ 4123622 h 5450835"/>
              <a:gd name="connsiteX3567" fmla="*/ 5103153 w 10450132"/>
              <a:gd name="connsiteY3567" fmla="*/ 4124081 h 5450835"/>
              <a:gd name="connsiteX3568" fmla="*/ 5107684 w 10450132"/>
              <a:gd name="connsiteY3568" fmla="*/ 4131963 h 5450835"/>
              <a:gd name="connsiteX3569" fmla="*/ 5107684 w 10450132"/>
              <a:gd name="connsiteY3569" fmla="*/ 4132817 h 5450835"/>
              <a:gd name="connsiteX3570" fmla="*/ 5103153 w 10450132"/>
              <a:gd name="connsiteY3570" fmla="*/ 4140698 h 5450835"/>
              <a:gd name="connsiteX3571" fmla="*/ 5102364 w 10450132"/>
              <a:gd name="connsiteY3571" fmla="*/ 4141158 h 5450835"/>
              <a:gd name="connsiteX3572" fmla="*/ 5093300 w 10450132"/>
              <a:gd name="connsiteY3572" fmla="*/ 4141158 h 5450835"/>
              <a:gd name="connsiteX3573" fmla="*/ 5092512 w 10450132"/>
              <a:gd name="connsiteY3573" fmla="*/ 4140698 h 5450835"/>
              <a:gd name="connsiteX3574" fmla="*/ 5087979 w 10450132"/>
              <a:gd name="connsiteY3574" fmla="*/ 4132817 h 5450835"/>
              <a:gd name="connsiteX3575" fmla="*/ 5087979 w 10450132"/>
              <a:gd name="connsiteY3575" fmla="*/ 4131963 h 5450835"/>
              <a:gd name="connsiteX3576" fmla="*/ 5092512 w 10450132"/>
              <a:gd name="connsiteY3576" fmla="*/ 4124081 h 5450835"/>
              <a:gd name="connsiteX3577" fmla="*/ 5093300 w 10450132"/>
              <a:gd name="connsiteY3577" fmla="*/ 4123622 h 5450835"/>
              <a:gd name="connsiteX3578" fmla="*/ 4838919 w 10450132"/>
              <a:gd name="connsiteY3578" fmla="*/ 4123622 h 5450835"/>
              <a:gd name="connsiteX3579" fmla="*/ 4847982 w 10450132"/>
              <a:gd name="connsiteY3579" fmla="*/ 4123622 h 5450835"/>
              <a:gd name="connsiteX3580" fmla="*/ 4848772 w 10450132"/>
              <a:gd name="connsiteY3580" fmla="*/ 4124081 h 5450835"/>
              <a:gd name="connsiteX3581" fmla="*/ 4853303 w 10450132"/>
              <a:gd name="connsiteY3581" fmla="*/ 4131963 h 5450835"/>
              <a:gd name="connsiteX3582" fmla="*/ 4853303 w 10450132"/>
              <a:gd name="connsiteY3582" fmla="*/ 4132817 h 5450835"/>
              <a:gd name="connsiteX3583" fmla="*/ 4848772 w 10450132"/>
              <a:gd name="connsiteY3583" fmla="*/ 4140698 h 5450835"/>
              <a:gd name="connsiteX3584" fmla="*/ 4847982 w 10450132"/>
              <a:gd name="connsiteY3584" fmla="*/ 4141158 h 5450835"/>
              <a:gd name="connsiteX3585" fmla="*/ 4838919 w 10450132"/>
              <a:gd name="connsiteY3585" fmla="*/ 4141158 h 5450835"/>
              <a:gd name="connsiteX3586" fmla="*/ 4838132 w 10450132"/>
              <a:gd name="connsiteY3586" fmla="*/ 4140698 h 5450835"/>
              <a:gd name="connsiteX3587" fmla="*/ 4833598 w 10450132"/>
              <a:gd name="connsiteY3587" fmla="*/ 4132817 h 5450835"/>
              <a:gd name="connsiteX3588" fmla="*/ 4833598 w 10450132"/>
              <a:gd name="connsiteY3588" fmla="*/ 4131963 h 5450835"/>
              <a:gd name="connsiteX3589" fmla="*/ 4838132 w 10450132"/>
              <a:gd name="connsiteY3589" fmla="*/ 4124081 h 5450835"/>
              <a:gd name="connsiteX3590" fmla="*/ 4838919 w 10450132"/>
              <a:gd name="connsiteY3590" fmla="*/ 4123622 h 5450835"/>
              <a:gd name="connsiteX3591" fmla="*/ 4584538 w 10450132"/>
              <a:gd name="connsiteY3591" fmla="*/ 4123622 h 5450835"/>
              <a:gd name="connsiteX3592" fmla="*/ 4593603 w 10450132"/>
              <a:gd name="connsiteY3592" fmla="*/ 4123622 h 5450835"/>
              <a:gd name="connsiteX3593" fmla="*/ 4594390 w 10450132"/>
              <a:gd name="connsiteY3593" fmla="*/ 4124081 h 5450835"/>
              <a:gd name="connsiteX3594" fmla="*/ 4598922 w 10450132"/>
              <a:gd name="connsiteY3594" fmla="*/ 4131963 h 5450835"/>
              <a:gd name="connsiteX3595" fmla="*/ 4598922 w 10450132"/>
              <a:gd name="connsiteY3595" fmla="*/ 4132817 h 5450835"/>
              <a:gd name="connsiteX3596" fmla="*/ 4594390 w 10450132"/>
              <a:gd name="connsiteY3596" fmla="*/ 4140698 h 5450835"/>
              <a:gd name="connsiteX3597" fmla="*/ 4593603 w 10450132"/>
              <a:gd name="connsiteY3597" fmla="*/ 4141158 h 5450835"/>
              <a:gd name="connsiteX3598" fmla="*/ 4584538 w 10450132"/>
              <a:gd name="connsiteY3598" fmla="*/ 4141158 h 5450835"/>
              <a:gd name="connsiteX3599" fmla="*/ 4583749 w 10450132"/>
              <a:gd name="connsiteY3599" fmla="*/ 4140698 h 5450835"/>
              <a:gd name="connsiteX3600" fmla="*/ 4579218 w 10450132"/>
              <a:gd name="connsiteY3600" fmla="*/ 4132817 h 5450835"/>
              <a:gd name="connsiteX3601" fmla="*/ 4579218 w 10450132"/>
              <a:gd name="connsiteY3601" fmla="*/ 4131963 h 5450835"/>
              <a:gd name="connsiteX3602" fmla="*/ 4583749 w 10450132"/>
              <a:gd name="connsiteY3602" fmla="*/ 4124081 h 5450835"/>
              <a:gd name="connsiteX3603" fmla="*/ 4584538 w 10450132"/>
              <a:gd name="connsiteY3603" fmla="*/ 4123622 h 5450835"/>
              <a:gd name="connsiteX3604" fmla="*/ 4330157 w 10450132"/>
              <a:gd name="connsiteY3604" fmla="*/ 4123622 h 5450835"/>
              <a:gd name="connsiteX3605" fmla="*/ 4339222 w 10450132"/>
              <a:gd name="connsiteY3605" fmla="*/ 4123622 h 5450835"/>
              <a:gd name="connsiteX3606" fmla="*/ 4340010 w 10450132"/>
              <a:gd name="connsiteY3606" fmla="*/ 4124081 h 5450835"/>
              <a:gd name="connsiteX3607" fmla="*/ 4344540 w 10450132"/>
              <a:gd name="connsiteY3607" fmla="*/ 4131963 h 5450835"/>
              <a:gd name="connsiteX3608" fmla="*/ 4344540 w 10450132"/>
              <a:gd name="connsiteY3608" fmla="*/ 4132817 h 5450835"/>
              <a:gd name="connsiteX3609" fmla="*/ 4340010 w 10450132"/>
              <a:gd name="connsiteY3609" fmla="*/ 4140698 h 5450835"/>
              <a:gd name="connsiteX3610" fmla="*/ 4339222 w 10450132"/>
              <a:gd name="connsiteY3610" fmla="*/ 4141158 h 5450835"/>
              <a:gd name="connsiteX3611" fmla="*/ 4330157 w 10450132"/>
              <a:gd name="connsiteY3611" fmla="*/ 4141158 h 5450835"/>
              <a:gd name="connsiteX3612" fmla="*/ 4329369 w 10450132"/>
              <a:gd name="connsiteY3612" fmla="*/ 4140698 h 5450835"/>
              <a:gd name="connsiteX3613" fmla="*/ 4324836 w 10450132"/>
              <a:gd name="connsiteY3613" fmla="*/ 4132817 h 5450835"/>
              <a:gd name="connsiteX3614" fmla="*/ 4324836 w 10450132"/>
              <a:gd name="connsiteY3614" fmla="*/ 4131963 h 5450835"/>
              <a:gd name="connsiteX3615" fmla="*/ 4329369 w 10450132"/>
              <a:gd name="connsiteY3615" fmla="*/ 4124081 h 5450835"/>
              <a:gd name="connsiteX3616" fmla="*/ 4330157 w 10450132"/>
              <a:gd name="connsiteY3616" fmla="*/ 4123622 h 5450835"/>
              <a:gd name="connsiteX3617" fmla="*/ 4075790 w 10450132"/>
              <a:gd name="connsiteY3617" fmla="*/ 4123622 h 5450835"/>
              <a:gd name="connsiteX3618" fmla="*/ 4084855 w 10450132"/>
              <a:gd name="connsiteY3618" fmla="*/ 4123622 h 5450835"/>
              <a:gd name="connsiteX3619" fmla="*/ 4085642 w 10450132"/>
              <a:gd name="connsiteY3619" fmla="*/ 4124081 h 5450835"/>
              <a:gd name="connsiteX3620" fmla="*/ 4090176 w 10450132"/>
              <a:gd name="connsiteY3620" fmla="*/ 4131963 h 5450835"/>
              <a:gd name="connsiteX3621" fmla="*/ 4090176 w 10450132"/>
              <a:gd name="connsiteY3621" fmla="*/ 4132817 h 5450835"/>
              <a:gd name="connsiteX3622" fmla="*/ 4085642 w 10450132"/>
              <a:gd name="connsiteY3622" fmla="*/ 4140698 h 5450835"/>
              <a:gd name="connsiteX3623" fmla="*/ 4084855 w 10450132"/>
              <a:gd name="connsiteY3623" fmla="*/ 4141158 h 5450835"/>
              <a:gd name="connsiteX3624" fmla="*/ 4075790 w 10450132"/>
              <a:gd name="connsiteY3624" fmla="*/ 4141158 h 5450835"/>
              <a:gd name="connsiteX3625" fmla="*/ 4075002 w 10450132"/>
              <a:gd name="connsiteY3625" fmla="*/ 4140698 h 5450835"/>
              <a:gd name="connsiteX3626" fmla="*/ 4070469 w 10450132"/>
              <a:gd name="connsiteY3626" fmla="*/ 4132817 h 5450835"/>
              <a:gd name="connsiteX3627" fmla="*/ 4070469 w 10450132"/>
              <a:gd name="connsiteY3627" fmla="*/ 4131963 h 5450835"/>
              <a:gd name="connsiteX3628" fmla="*/ 4075002 w 10450132"/>
              <a:gd name="connsiteY3628" fmla="*/ 4124081 h 5450835"/>
              <a:gd name="connsiteX3629" fmla="*/ 4075790 w 10450132"/>
              <a:gd name="connsiteY3629" fmla="*/ 4123622 h 5450835"/>
              <a:gd name="connsiteX3630" fmla="*/ 3821346 w 10450132"/>
              <a:gd name="connsiteY3630" fmla="*/ 4123622 h 5450835"/>
              <a:gd name="connsiteX3631" fmla="*/ 3830412 w 10450132"/>
              <a:gd name="connsiteY3631" fmla="*/ 4123622 h 5450835"/>
              <a:gd name="connsiteX3632" fmla="*/ 3831200 w 10450132"/>
              <a:gd name="connsiteY3632" fmla="*/ 4124081 h 5450835"/>
              <a:gd name="connsiteX3633" fmla="*/ 3835732 w 10450132"/>
              <a:gd name="connsiteY3633" fmla="*/ 4131963 h 5450835"/>
              <a:gd name="connsiteX3634" fmla="*/ 3835732 w 10450132"/>
              <a:gd name="connsiteY3634" fmla="*/ 4132817 h 5450835"/>
              <a:gd name="connsiteX3635" fmla="*/ 3831200 w 10450132"/>
              <a:gd name="connsiteY3635" fmla="*/ 4140698 h 5450835"/>
              <a:gd name="connsiteX3636" fmla="*/ 3830412 w 10450132"/>
              <a:gd name="connsiteY3636" fmla="*/ 4141158 h 5450835"/>
              <a:gd name="connsiteX3637" fmla="*/ 3821346 w 10450132"/>
              <a:gd name="connsiteY3637" fmla="*/ 4141158 h 5450835"/>
              <a:gd name="connsiteX3638" fmla="*/ 3820558 w 10450132"/>
              <a:gd name="connsiteY3638" fmla="*/ 4140698 h 5450835"/>
              <a:gd name="connsiteX3639" fmla="*/ 3816026 w 10450132"/>
              <a:gd name="connsiteY3639" fmla="*/ 4132817 h 5450835"/>
              <a:gd name="connsiteX3640" fmla="*/ 3816026 w 10450132"/>
              <a:gd name="connsiteY3640" fmla="*/ 4131963 h 5450835"/>
              <a:gd name="connsiteX3641" fmla="*/ 3820558 w 10450132"/>
              <a:gd name="connsiteY3641" fmla="*/ 4124081 h 5450835"/>
              <a:gd name="connsiteX3642" fmla="*/ 3821346 w 10450132"/>
              <a:gd name="connsiteY3642" fmla="*/ 4123622 h 5450835"/>
              <a:gd name="connsiteX3643" fmla="*/ 3567004 w 10450132"/>
              <a:gd name="connsiteY3643" fmla="*/ 4123622 h 5450835"/>
              <a:gd name="connsiteX3644" fmla="*/ 3576068 w 10450132"/>
              <a:gd name="connsiteY3644" fmla="*/ 4123622 h 5450835"/>
              <a:gd name="connsiteX3645" fmla="*/ 3576856 w 10450132"/>
              <a:gd name="connsiteY3645" fmla="*/ 4124081 h 5450835"/>
              <a:gd name="connsiteX3646" fmla="*/ 3581388 w 10450132"/>
              <a:gd name="connsiteY3646" fmla="*/ 4131963 h 5450835"/>
              <a:gd name="connsiteX3647" fmla="*/ 3581388 w 10450132"/>
              <a:gd name="connsiteY3647" fmla="*/ 4132817 h 5450835"/>
              <a:gd name="connsiteX3648" fmla="*/ 3576856 w 10450132"/>
              <a:gd name="connsiteY3648" fmla="*/ 4140698 h 5450835"/>
              <a:gd name="connsiteX3649" fmla="*/ 3576068 w 10450132"/>
              <a:gd name="connsiteY3649" fmla="*/ 4141158 h 5450835"/>
              <a:gd name="connsiteX3650" fmla="*/ 3567004 w 10450132"/>
              <a:gd name="connsiteY3650" fmla="*/ 4141158 h 5450835"/>
              <a:gd name="connsiteX3651" fmla="*/ 3566215 w 10450132"/>
              <a:gd name="connsiteY3651" fmla="*/ 4140698 h 5450835"/>
              <a:gd name="connsiteX3652" fmla="*/ 3561682 w 10450132"/>
              <a:gd name="connsiteY3652" fmla="*/ 4132817 h 5450835"/>
              <a:gd name="connsiteX3653" fmla="*/ 3561682 w 10450132"/>
              <a:gd name="connsiteY3653" fmla="*/ 4131963 h 5450835"/>
              <a:gd name="connsiteX3654" fmla="*/ 3566215 w 10450132"/>
              <a:gd name="connsiteY3654" fmla="*/ 4124081 h 5450835"/>
              <a:gd name="connsiteX3655" fmla="*/ 3567004 w 10450132"/>
              <a:gd name="connsiteY3655" fmla="*/ 4123622 h 5450835"/>
              <a:gd name="connsiteX3656" fmla="*/ 3312668 w 10450132"/>
              <a:gd name="connsiteY3656" fmla="*/ 4123622 h 5450835"/>
              <a:gd name="connsiteX3657" fmla="*/ 3321732 w 10450132"/>
              <a:gd name="connsiteY3657" fmla="*/ 4123622 h 5450835"/>
              <a:gd name="connsiteX3658" fmla="*/ 3322520 w 10450132"/>
              <a:gd name="connsiteY3658" fmla="*/ 4124081 h 5450835"/>
              <a:gd name="connsiteX3659" fmla="*/ 3327052 w 10450132"/>
              <a:gd name="connsiteY3659" fmla="*/ 4131963 h 5450835"/>
              <a:gd name="connsiteX3660" fmla="*/ 3327052 w 10450132"/>
              <a:gd name="connsiteY3660" fmla="*/ 4132817 h 5450835"/>
              <a:gd name="connsiteX3661" fmla="*/ 3322520 w 10450132"/>
              <a:gd name="connsiteY3661" fmla="*/ 4140698 h 5450835"/>
              <a:gd name="connsiteX3662" fmla="*/ 3321732 w 10450132"/>
              <a:gd name="connsiteY3662" fmla="*/ 4141158 h 5450835"/>
              <a:gd name="connsiteX3663" fmla="*/ 3312668 w 10450132"/>
              <a:gd name="connsiteY3663" fmla="*/ 4141158 h 5450835"/>
              <a:gd name="connsiteX3664" fmla="*/ 3311880 w 10450132"/>
              <a:gd name="connsiteY3664" fmla="*/ 4140698 h 5450835"/>
              <a:gd name="connsiteX3665" fmla="*/ 3307347 w 10450132"/>
              <a:gd name="connsiteY3665" fmla="*/ 4132817 h 5450835"/>
              <a:gd name="connsiteX3666" fmla="*/ 3307347 w 10450132"/>
              <a:gd name="connsiteY3666" fmla="*/ 4131963 h 5450835"/>
              <a:gd name="connsiteX3667" fmla="*/ 3311880 w 10450132"/>
              <a:gd name="connsiteY3667" fmla="*/ 4124081 h 5450835"/>
              <a:gd name="connsiteX3668" fmla="*/ 3312668 w 10450132"/>
              <a:gd name="connsiteY3668" fmla="*/ 4123622 h 5450835"/>
              <a:gd name="connsiteX3669" fmla="*/ 3058346 w 10450132"/>
              <a:gd name="connsiteY3669" fmla="*/ 4123622 h 5450835"/>
              <a:gd name="connsiteX3670" fmla="*/ 3067411 w 10450132"/>
              <a:gd name="connsiteY3670" fmla="*/ 4123622 h 5450835"/>
              <a:gd name="connsiteX3671" fmla="*/ 3068199 w 10450132"/>
              <a:gd name="connsiteY3671" fmla="*/ 4124081 h 5450835"/>
              <a:gd name="connsiteX3672" fmla="*/ 3072730 w 10450132"/>
              <a:gd name="connsiteY3672" fmla="*/ 4131963 h 5450835"/>
              <a:gd name="connsiteX3673" fmla="*/ 3072730 w 10450132"/>
              <a:gd name="connsiteY3673" fmla="*/ 4132817 h 5450835"/>
              <a:gd name="connsiteX3674" fmla="*/ 3068199 w 10450132"/>
              <a:gd name="connsiteY3674" fmla="*/ 4140698 h 5450835"/>
              <a:gd name="connsiteX3675" fmla="*/ 3067411 w 10450132"/>
              <a:gd name="connsiteY3675" fmla="*/ 4141158 h 5450835"/>
              <a:gd name="connsiteX3676" fmla="*/ 3058346 w 10450132"/>
              <a:gd name="connsiteY3676" fmla="*/ 4141158 h 5450835"/>
              <a:gd name="connsiteX3677" fmla="*/ 3057558 w 10450132"/>
              <a:gd name="connsiteY3677" fmla="*/ 4140698 h 5450835"/>
              <a:gd name="connsiteX3678" fmla="*/ 3053027 w 10450132"/>
              <a:gd name="connsiteY3678" fmla="*/ 4132817 h 5450835"/>
              <a:gd name="connsiteX3679" fmla="*/ 3053027 w 10450132"/>
              <a:gd name="connsiteY3679" fmla="*/ 4131963 h 5450835"/>
              <a:gd name="connsiteX3680" fmla="*/ 3057558 w 10450132"/>
              <a:gd name="connsiteY3680" fmla="*/ 4124081 h 5450835"/>
              <a:gd name="connsiteX3681" fmla="*/ 3058346 w 10450132"/>
              <a:gd name="connsiteY3681" fmla="*/ 4123622 h 5450835"/>
              <a:gd name="connsiteX3682" fmla="*/ 2803926 w 10450132"/>
              <a:gd name="connsiteY3682" fmla="*/ 4123622 h 5450835"/>
              <a:gd name="connsiteX3683" fmla="*/ 2812990 w 10450132"/>
              <a:gd name="connsiteY3683" fmla="*/ 4123622 h 5450835"/>
              <a:gd name="connsiteX3684" fmla="*/ 2813777 w 10450132"/>
              <a:gd name="connsiteY3684" fmla="*/ 4124081 h 5450835"/>
              <a:gd name="connsiteX3685" fmla="*/ 2818309 w 10450132"/>
              <a:gd name="connsiteY3685" fmla="*/ 4131963 h 5450835"/>
              <a:gd name="connsiteX3686" fmla="*/ 2818309 w 10450132"/>
              <a:gd name="connsiteY3686" fmla="*/ 4132817 h 5450835"/>
              <a:gd name="connsiteX3687" fmla="*/ 2813777 w 10450132"/>
              <a:gd name="connsiteY3687" fmla="*/ 4140698 h 5450835"/>
              <a:gd name="connsiteX3688" fmla="*/ 2812990 w 10450132"/>
              <a:gd name="connsiteY3688" fmla="*/ 4141158 h 5450835"/>
              <a:gd name="connsiteX3689" fmla="*/ 2803926 w 10450132"/>
              <a:gd name="connsiteY3689" fmla="*/ 4141158 h 5450835"/>
              <a:gd name="connsiteX3690" fmla="*/ 2803135 w 10450132"/>
              <a:gd name="connsiteY3690" fmla="*/ 4140698 h 5450835"/>
              <a:gd name="connsiteX3691" fmla="*/ 2798603 w 10450132"/>
              <a:gd name="connsiteY3691" fmla="*/ 4132817 h 5450835"/>
              <a:gd name="connsiteX3692" fmla="*/ 2798603 w 10450132"/>
              <a:gd name="connsiteY3692" fmla="*/ 4131963 h 5450835"/>
              <a:gd name="connsiteX3693" fmla="*/ 2803135 w 10450132"/>
              <a:gd name="connsiteY3693" fmla="*/ 4124081 h 5450835"/>
              <a:gd name="connsiteX3694" fmla="*/ 2803926 w 10450132"/>
              <a:gd name="connsiteY3694" fmla="*/ 4123622 h 5450835"/>
              <a:gd name="connsiteX3695" fmla="*/ 2549431 w 10450132"/>
              <a:gd name="connsiteY3695" fmla="*/ 4123622 h 5450835"/>
              <a:gd name="connsiteX3696" fmla="*/ 2558497 w 10450132"/>
              <a:gd name="connsiteY3696" fmla="*/ 4123622 h 5450835"/>
              <a:gd name="connsiteX3697" fmla="*/ 2559284 w 10450132"/>
              <a:gd name="connsiteY3697" fmla="*/ 4124081 h 5450835"/>
              <a:gd name="connsiteX3698" fmla="*/ 2563817 w 10450132"/>
              <a:gd name="connsiteY3698" fmla="*/ 4131963 h 5450835"/>
              <a:gd name="connsiteX3699" fmla="*/ 2563817 w 10450132"/>
              <a:gd name="connsiteY3699" fmla="*/ 4132817 h 5450835"/>
              <a:gd name="connsiteX3700" fmla="*/ 2559284 w 10450132"/>
              <a:gd name="connsiteY3700" fmla="*/ 4140698 h 5450835"/>
              <a:gd name="connsiteX3701" fmla="*/ 2558497 w 10450132"/>
              <a:gd name="connsiteY3701" fmla="*/ 4141158 h 5450835"/>
              <a:gd name="connsiteX3702" fmla="*/ 2549431 w 10450132"/>
              <a:gd name="connsiteY3702" fmla="*/ 4141158 h 5450835"/>
              <a:gd name="connsiteX3703" fmla="*/ 2548643 w 10450132"/>
              <a:gd name="connsiteY3703" fmla="*/ 4140698 h 5450835"/>
              <a:gd name="connsiteX3704" fmla="*/ 2544111 w 10450132"/>
              <a:gd name="connsiteY3704" fmla="*/ 4132817 h 5450835"/>
              <a:gd name="connsiteX3705" fmla="*/ 2544111 w 10450132"/>
              <a:gd name="connsiteY3705" fmla="*/ 4131963 h 5450835"/>
              <a:gd name="connsiteX3706" fmla="*/ 2548643 w 10450132"/>
              <a:gd name="connsiteY3706" fmla="*/ 4124081 h 5450835"/>
              <a:gd name="connsiteX3707" fmla="*/ 2549431 w 10450132"/>
              <a:gd name="connsiteY3707" fmla="*/ 4123622 h 5450835"/>
              <a:gd name="connsiteX3708" fmla="*/ 2295042 w 10450132"/>
              <a:gd name="connsiteY3708" fmla="*/ 4123622 h 5450835"/>
              <a:gd name="connsiteX3709" fmla="*/ 2304107 w 10450132"/>
              <a:gd name="connsiteY3709" fmla="*/ 4123622 h 5450835"/>
              <a:gd name="connsiteX3710" fmla="*/ 2304895 w 10450132"/>
              <a:gd name="connsiteY3710" fmla="*/ 4124081 h 5450835"/>
              <a:gd name="connsiteX3711" fmla="*/ 2309426 w 10450132"/>
              <a:gd name="connsiteY3711" fmla="*/ 4131963 h 5450835"/>
              <a:gd name="connsiteX3712" fmla="*/ 2309426 w 10450132"/>
              <a:gd name="connsiteY3712" fmla="*/ 4132817 h 5450835"/>
              <a:gd name="connsiteX3713" fmla="*/ 2304895 w 10450132"/>
              <a:gd name="connsiteY3713" fmla="*/ 4140698 h 5450835"/>
              <a:gd name="connsiteX3714" fmla="*/ 2304107 w 10450132"/>
              <a:gd name="connsiteY3714" fmla="*/ 4141158 h 5450835"/>
              <a:gd name="connsiteX3715" fmla="*/ 2295042 w 10450132"/>
              <a:gd name="connsiteY3715" fmla="*/ 4141158 h 5450835"/>
              <a:gd name="connsiteX3716" fmla="*/ 2294254 w 10450132"/>
              <a:gd name="connsiteY3716" fmla="*/ 4140698 h 5450835"/>
              <a:gd name="connsiteX3717" fmla="*/ 2289722 w 10450132"/>
              <a:gd name="connsiteY3717" fmla="*/ 4132817 h 5450835"/>
              <a:gd name="connsiteX3718" fmla="*/ 2289722 w 10450132"/>
              <a:gd name="connsiteY3718" fmla="*/ 4131963 h 5450835"/>
              <a:gd name="connsiteX3719" fmla="*/ 2294254 w 10450132"/>
              <a:gd name="connsiteY3719" fmla="*/ 4124081 h 5450835"/>
              <a:gd name="connsiteX3720" fmla="*/ 2295042 w 10450132"/>
              <a:gd name="connsiteY3720" fmla="*/ 4123622 h 5450835"/>
              <a:gd name="connsiteX3721" fmla="*/ 2040669 w 10450132"/>
              <a:gd name="connsiteY3721" fmla="*/ 4123622 h 5450835"/>
              <a:gd name="connsiteX3722" fmla="*/ 2049732 w 10450132"/>
              <a:gd name="connsiteY3722" fmla="*/ 4123622 h 5450835"/>
              <a:gd name="connsiteX3723" fmla="*/ 2050520 w 10450132"/>
              <a:gd name="connsiteY3723" fmla="*/ 4124081 h 5450835"/>
              <a:gd name="connsiteX3724" fmla="*/ 2055053 w 10450132"/>
              <a:gd name="connsiteY3724" fmla="*/ 4131963 h 5450835"/>
              <a:gd name="connsiteX3725" fmla="*/ 2055053 w 10450132"/>
              <a:gd name="connsiteY3725" fmla="*/ 4132817 h 5450835"/>
              <a:gd name="connsiteX3726" fmla="*/ 2050520 w 10450132"/>
              <a:gd name="connsiteY3726" fmla="*/ 4140698 h 5450835"/>
              <a:gd name="connsiteX3727" fmla="*/ 2049732 w 10450132"/>
              <a:gd name="connsiteY3727" fmla="*/ 4141158 h 5450835"/>
              <a:gd name="connsiteX3728" fmla="*/ 2040669 w 10450132"/>
              <a:gd name="connsiteY3728" fmla="*/ 4141158 h 5450835"/>
              <a:gd name="connsiteX3729" fmla="*/ 2039880 w 10450132"/>
              <a:gd name="connsiteY3729" fmla="*/ 4140698 h 5450835"/>
              <a:gd name="connsiteX3730" fmla="*/ 2035346 w 10450132"/>
              <a:gd name="connsiteY3730" fmla="*/ 4132817 h 5450835"/>
              <a:gd name="connsiteX3731" fmla="*/ 2035346 w 10450132"/>
              <a:gd name="connsiteY3731" fmla="*/ 4131963 h 5450835"/>
              <a:gd name="connsiteX3732" fmla="*/ 2039880 w 10450132"/>
              <a:gd name="connsiteY3732" fmla="*/ 4124081 h 5450835"/>
              <a:gd name="connsiteX3733" fmla="*/ 2040669 w 10450132"/>
              <a:gd name="connsiteY3733" fmla="*/ 4123622 h 5450835"/>
              <a:gd name="connsiteX3734" fmla="*/ 1786280 w 10450132"/>
              <a:gd name="connsiteY3734" fmla="*/ 4123622 h 5450835"/>
              <a:gd name="connsiteX3735" fmla="*/ 1795344 w 10450132"/>
              <a:gd name="connsiteY3735" fmla="*/ 4123622 h 5450835"/>
              <a:gd name="connsiteX3736" fmla="*/ 1796133 w 10450132"/>
              <a:gd name="connsiteY3736" fmla="*/ 4124081 h 5450835"/>
              <a:gd name="connsiteX3737" fmla="*/ 1800664 w 10450132"/>
              <a:gd name="connsiteY3737" fmla="*/ 4131963 h 5450835"/>
              <a:gd name="connsiteX3738" fmla="*/ 1800664 w 10450132"/>
              <a:gd name="connsiteY3738" fmla="*/ 4132817 h 5450835"/>
              <a:gd name="connsiteX3739" fmla="*/ 1796133 w 10450132"/>
              <a:gd name="connsiteY3739" fmla="*/ 4140698 h 5450835"/>
              <a:gd name="connsiteX3740" fmla="*/ 1795344 w 10450132"/>
              <a:gd name="connsiteY3740" fmla="*/ 4141158 h 5450835"/>
              <a:gd name="connsiteX3741" fmla="*/ 1786280 w 10450132"/>
              <a:gd name="connsiteY3741" fmla="*/ 4141158 h 5450835"/>
              <a:gd name="connsiteX3742" fmla="*/ 1785492 w 10450132"/>
              <a:gd name="connsiteY3742" fmla="*/ 4140698 h 5450835"/>
              <a:gd name="connsiteX3743" fmla="*/ 1780960 w 10450132"/>
              <a:gd name="connsiteY3743" fmla="*/ 4132817 h 5450835"/>
              <a:gd name="connsiteX3744" fmla="*/ 1780960 w 10450132"/>
              <a:gd name="connsiteY3744" fmla="*/ 4131963 h 5450835"/>
              <a:gd name="connsiteX3745" fmla="*/ 1785492 w 10450132"/>
              <a:gd name="connsiteY3745" fmla="*/ 4124081 h 5450835"/>
              <a:gd name="connsiteX3746" fmla="*/ 1786280 w 10450132"/>
              <a:gd name="connsiteY3746" fmla="*/ 4123622 h 5450835"/>
              <a:gd name="connsiteX3747" fmla="*/ 1531980 w 10450132"/>
              <a:gd name="connsiteY3747" fmla="*/ 4123622 h 5450835"/>
              <a:gd name="connsiteX3748" fmla="*/ 1541042 w 10450132"/>
              <a:gd name="connsiteY3748" fmla="*/ 4123622 h 5450835"/>
              <a:gd name="connsiteX3749" fmla="*/ 1541828 w 10450132"/>
              <a:gd name="connsiteY3749" fmla="*/ 4124081 h 5450835"/>
              <a:gd name="connsiteX3750" fmla="*/ 1546363 w 10450132"/>
              <a:gd name="connsiteY3750" fmla="*/ 4131963 h 5450835"/>
              <a:gd name="connsiteX3751" fmla="*/ 1546363 w 10450132"/>
              <a:gd name="connsiteY3751" fmla="*/ 4132817 h 5450835"/>
              <a:gd name="connsiteX3752" fmla="*/ 1541828 w 10450132"/>
              <a:gd name="connsiteY3752" fmla="*/ 4140698 h 5450835"/>
              <a:gd name="connsiteX3753" fmla="*/ 1541042 w 10450132"/>
              <a:gd name="connsiteY3753" fmla="*/ 4141158 h 5450835"/>
              <a:gd name="connsiteX3754" fmla="*/ 1531980 w 10450132"/>
              <a:gd name="connsiteY3754" fmla="*/ 4141158 h 5450835"/>
              <a:gd name="connsiteX3755" fmla="*/ 1531191 w 10450132"/>
              <a:gd name="connsiteY3755" fmla="*/ 4140698 h 5450835"/>
              <a:gd name="connsiteX3756" fmla="*/ 1526658 w 10450132"/>
              <a:gd name="connsiteY3756" fmla="*/ 4132817 h 5450835"/>
              <a:gd name="connsiteX3757" fmla="*/ 1526658 w 10450132"/>
              <a:gd name="connsiteY3757" fmla="*/ 4131963 h 5450835"/>
              <a:gd name="connsiteX3758" fmla="*/ 1531191 w 10450132"/>
              <a:gd name="connsiteY3758" fmla="*/ 4124081 h 5450835"/>
              <a:gd name="connsiteX3759" fmla="*/ 1531980 w 10450132"/>
              <a:gd name="connsiteY3759" fmla="*/ 4123622 h 5450835"/>
              <a:gd name="connsiteX3760" fmla="*/ 1277596 w 10450132"/>
              <a:gd name="connsiteY3760" fmla="*/ 4123622 h 5450835"/>
              <a:gd name="connsiteX3761" fmla="*/ 1286660 w 10450132"/>
              <a:gd name="connsiteY3761" fmla="*/ 4123622 h 5450835"/>
              <a:gd name="connsiteX3762" fmla="*/ 1287448 w 10450132"/>
              <a:gd name="connsiteY3762" fmla="*/ 4124081 h 5450835"/>
              <a:gd name="connsiteX3763" fmla="*/ 1291981 w 10450132"/>
              <a:gd name="connsiteY3763" fmla="*/ 4131963 h 5450835"/>
              <a:gd name="connsiteX3764" fmla="*/ 1291981 w 10450132"/>
              <a:gd name="connsiteY3764" fmla="*/ 4132817 h 5450835"/>
              <a:gd name="connsiteX3765" fmla="*/ 1287448 w 10450132"/>
              <a:gd name="connsiteY3765" fmla="*/ 4140698 h 5450835"/>
              <a:gd name="connsiteX3766" fmla="*/ 1286660 w 10450132"/>
              <a:gd name="connsiteY3766" fmla="*/ 4141158 h 5450835"/>
              <a:gd name="connsiteX3767" fmla="*/ 1277596 w 10450132"/>
              <a:gd name="connsiteY3767" fmla="*/ 4141158 h 5450835"/>
              <a:gd name="connsiteX3768" fmla="*/ 1276805 w 10450132"/>
              <a:gd name="connsiteY3768" fmla="*/ 4140698 h 5450835"/>
              <a:gd name="connsiteX3769" fmla="*/ 1272274 w 10450132"/>
              <a:gd name="connsiteY3769" fmla="*/ 4132817 h 5450835"/>
              <a:gd name="connsiteX3770" fmla="*/ 1272274 w 10450132"/>
              <a:gd name="connsiteY3770" fmla="*/ 4131963 h 5450835"/>
              <a:gd name="connsiteX3771" fmla="*/ 1276805 w 10450132"/>
              <a:gd name="connsiteY3771" fmla="*/ 4124081 h 5450835"/>
              <a:gd name="connsiteX3772" fmla="*/ 1277596 w 10450132"/>
              <a:gd name="connsiteY3772" fmla="*/ 4123622 h 5450835"/>
              <a:gd name="connsiteX3773" fmla="*/ 1023219 w 10450132"/>
              <a:gd name="connsiteY3773" fmla="*/ 4123622 h 5450835"/>
              <a:gd name="connsiteX3774" fmla="*/ 1032284 w 10450132"/>
              <a:gd name="connsiteY3774" fmla="*/ 4123622 h 5450835"/>
              <a:gd name="connsiteX3775" fmla="*/ 1033072 w 10450132"/>
              <a:gd name="connsiteY3775" fmla="*/ 4124081 h 5450835"/>
              <a:gd name="connsiteX3776" fmla="*/ 1037606 w 10450132"/>
              <a:gd name="connsiteY3776" fmla="*/ 4131963 h 5450835"/>
              <a:gd name="connsiteX3777" fmla="*/ 1037606 w 10450132"/>
              <a:gd name="connsiteY3777" fmla="*/ 4132817 h 5450835"/>
              <a:gd name="connsiteX3778" fmla="*/ 1033072 w 10450132"/>
              <a:gd name="connsiteY3778" fmla="*/ 4140698 h 5450835"/>
              <a:gd name="connsiteX3779" fmla="*/ 1032284 w 10450132"/>
              <a:gd name="connsiteY3779" fmla="*/ 4141158 h 5450835"/>
              <a:gd name="connsiteX3780" fmla="*/ 1023219 w 10450132"/>
              <a:gd name="connsiteY3780" fmla="*/ 4141158 h 5450835"/>
              <a:gd name="connsiteX3781" fmla="*/ 1022432 w 10450132"/>
              <a:gd name="connsiteY3781" fmla="*/ 4140698 h 5450835"/>
              <a:gd name="connsiteX3782" fmla="*/ 1017898 w 10450132"/>
              <a:gd name="connsiteY3782" fmla="*/ 4132817 h 5450835"/>
              <a:gd name="connsiteX3783" fmla="*/ 1017898 w 10450132"/>
              <a:gd name="connsiteY3783" fmla="*/ 4131963 h 5450835"/>
              <a:gd name="connsiteX3784" fmla="*/ 1022432 w 10450132"/>
              <a:gd name="connsiteY3784" fmla="*/ 4124081 h 5450835"/>
              <a:gd name="connsiteX3785" fmla="*/ 1023219 w 10450132"/>
              <a:gd name="connsiteY3785" fmla="*/ 4123622 h 5450835"/>
              <a:gd name="connsiteX3786" fmla="*/ 768624 w 10450132"/>
              <a:gd name="connsiteY3786" fmla="*/ 4123622 h 5450835"/>
              <a:gd name="connsiteX3787" fmla="*/ 777687 w 10450132"/>
              <a:gd name="connsiteY3787" fmla="*/ 4123622 h 5450835"/>
              <a:gd name="connsiteX3788" fmla="*/ 778476 w 10450132"/>
              <a:gd name="connsiteY3788" fmla="*/ 4124081 h 5450835"/>
              <a:gd name="connsiteX3789" fmla="*/ 783007 w 10450132"/>
              <a:gd name="connsiteY3789" fmla="*/ 4131963 h 5450835"/>
              <a:gd name="connsiteX3790" fmla="*/ 783007 w 10450132"/>
              <a:gd name="connsiteY3790" fmla="*/ 4132817 h 5450835"/>
              <a:gd name="connsiteX3791" fmla="*/ 778476 w 10450132"/>
              <a:gd name="connsiteY3791" fmla="*/ 4140698 h 5450835"/>
              <a:gd name="connsiteX3792" fmla="*/ 777687 w 10450132"/>
              <a:gd name="connsiteY3792" fmla="*/ 4141158 h 5450835"/>
              <a:gd name="connsiteX3793" fmla="*/ 768624 w 10450132"/>
              <a:gd name="connsiteY3793" fmla="*/ 4141158 h 5450835"/>
              <a:gd name="connsiteX3794" fmla="*/ 767835 w 10450132"/>
              <a:gd name="connsiteY3794" fmla="*/ 4140698 h 5450835"/>
              <a:gd name="connsiteX3795" fmla="*/ 763303 w 10450132"/>
              <a:gd name="connsiteY3795" fmla="*/ 4132817 h 5450835"/>
              <a:gd name="connsiteX3796" fmla="*/ 763303 w 10450132"/>
              <a:gd name="connsiteY3796" fmla="*/ 4131963 h 5450835"/>
              <a:gd name="connsiteX3797" fmla="*/ 767835 w 10450132"/>
              <a:gd name="connsiteY3797" fmla="*/ 4124081 h 5450835"/>
              <a:gd name="connsiteX3798" fmla="*/ 768624 w 10450132"/>
              <a:gd name="connsiteY3798" fmla="*/ 4123622 h 5450835"/>
              <a:gd name="connsiteX3799" fmla="*/ 514266 w 10450132"/>
              <a:gd name="connsiteY3799" fmla="*/ 4123622 h 5450835"/>
              <a:gd name="connsiteX3800" fmla="*/ 523330 w 10450132"/>
              <a:gd name="connsiteY3800" fmla="*/ 4123622 h 5450835"/>
              <a:gd name="connsiteX3801" fmla="*/ 524118 w 10450132"/>
              <a:gd name="connsiteY3801" fmla="*/ 4124081 h 5450835"/>
              <a:gd name="connsiteX3802" fmla="*/ 528650 w 10450132"/>
              <a:gd name="connsiteY3802" fmla="*/ 4131963 h 5450835"/>
              <a:gd name="connsiteX3803" fmla="*/ 528650 w 10450132"/>
              <a:gd name="connsiteY3803" fmla="*/ 4132817 h 5450835"/>
              <a:gd name="connsiteX3804" fmla="*/ 524118 w 10450132"/>
              <a:gd name="connsiteY3804" fmla="*/ 4140698 h 5450835"/>
              <a:gd name="connsiteX3805" fmla="*/ 523330 w 10450132"/>
              <a:gd name="connsiteY3805" fmla="*/ 4141158 h 5450835"/>
              <a:gd name="connsiteX3806" fmla="*/ 514266 w 10450132"/>
              <a:gd name="connsiteY3806" fmla="*/ 4141158 h 5450835"/>
              <a:gd name="connsiteX3807" fmla="*/ 513478 w 10450132"/>
              <a:gd name="connsiteY3807" fmla="*/ 4140698 h 5450835"/>
              <a:gd name="connsiteX3808" fmla="*/ 508945 w 10450132"/>
              <a:gd name="connsiteY3808" fmla="*/ 4132817 h 5450835"/>
              <a:gd name="connsiteX3809" fmla="*/ 508945 w 10450132"/>
              <a:gd name="connsiteY3809" fmla="*/ 4131963 h 5450835"/>
              <a:gd name="connsiteX3810" fmla="*/ 513478 w 10450132"/>
              <a:gd name="connsiteY3810" fmla="*/ 4124081 h 5450835"/>
              <a:gd name="connsiteX3811" fmla="*/ 514266 w 10450132"/>
              <a:gd name="connsiteY3811" fmla="*/ 4123622 h 5450835"/>
              <a:gd name="connsiteX3812" fmla="*/ 259972 w 10450132"/>
              <a:gd name="connsiteY3812" fmla="*/ 4123622 h 5450835"/>
              <a:gd name="connsiteX3813" fmla="*/ 269036 w 10450132"/>
              <a:gd name="connsiteY3813" fmla="*/ 4123622 h 5450835"/>
              <a:gd name="connsiteX3814" fmla="*/ 269824 w 10450132"/>
              <a:gd name="connsiteY3814" fmla="*/ 4124081 h 5450835"/>
              <a:gd name="connsiteX3815" fmla="*/ 274356 w 10450132"/>
              <a:gd name="connsiteY3815" fmla="*/ 4131963 h 5450835"/>
              <a:gd name="connsiteX3816" fmla="*/ 274356 w 10450132"/>
              <a:gd name="connsiteY3816" fmla="*/ 4132817 h 5450835"/>
              <a:gd name="connsiteX3817" fmla="*/ 269824 w 10450132"/>
              <a:gd name="connsiteY3817" fmla="*/ 4140698 h 5450835"/>
              <a:gd name="connsiteX3818" fmla="*/ 269036 w 10450132"/>
              <a:gd name="connsiteY3818" fmla="*/ 4141158 h 5450835"/>
              <a:gd name="connsiteX3819" fmla="*/ 259972 w 10450132"/>
              <a:gd name="connsiteY3819" fmla="*/ 4141158 h 5450835"/>
              <a:gd name="connsiteX3820" fmla="*/ 259183 w 10450132"/>
              <a:gd name="connsiteY3820" fmla="*/ 4140698 h 5450835"/>
              <a:gd name="connsiteX3821" fmla="*/ 254651 w 10450132"/>
              <a:gd name="connsiteY3821" fmla="*/ 4132817 h 5450835"/>
              <a:gd name="connsiteX3822" fmla="*/ 254651 w 10450132"/>
              <a:gd name="connsiteY3822" fmla="*/ 4131963 h 5450835"/>
              <a:gd name="connsiteX3823" fmla="*/ 259183 w 10450132"/>
              <a:gd name="connsiteY3823" fmla="*/ 4124081 h 5450835"/>
              <a:gd name="connsiteX3824" fmla="*/ 259972 w 10450132"/>
              <a:gd name="connsiteY3824" fmla="*/ 4123622 h 5450835"/>
              <a:gd name="connsiteX3825" fmla="*/ 5550 w 10450132"/>
              <a:gd name="connsiteY3825" fmla="*/ 4123622 h 5450835"/>
              <a:gd name="connsiteX3826" fmla="*/ 14613 w 10450132"/>
              <a:gd name="connsiteY3826" fmla="*/ 4123622 h 5450835"/>
              <a:gd name="connsiteX3827" fmla="*/ 15402 w 10450132"/>
              <a:gd name="connsiteY3827" fmla="*/ 4124081 h 5450835"/>
              <a:gd name="connsiteX3828" fmla="*/ 19933 w 10450132"/>
              <a:gd name="connsiteY3828" fmla="*/ 4131963 h 5450835"/>
              <a:gd name="connsiteX3829" fmla="*/ 19933 w 10450132"/>
              <a:gd name="connsiteY3829" fmla="*/ 4132817 h 5450835"/>
              <a:gd name="connsiteX3830" fmla="*/ 15402 w 10450132"/>
              <a:gd name="connsiteY3830" fmla="*/ 4140698 h 5450835"/>
              <a:gd name="connsiteX3831" fmla="*/ 14613 w 10450132"/>
              <a:gd name="connsiteY3831" fmla="*/ 4141158 h 5450835"/>
              <a:gd name="connsiteX3832" fmla="*/ 5550 w 10450132"/>
              <a:gd name="connsiteY3832" fmla="*/ 4141158 h 5450835"/>
              <a:gd name="connsiteX3833" fmla="*/ 4761 w 10450132"/>
              <a:gd name="connsiteY3833" fmla="*/ 4140698 h 5450835"/>
              <a:gd name="connsiteX3834" fmla="*/ 229 w 10450132"/>
              <a:gd name="connsiteY3834" fmla="*/ 4132817 h 5450835"/>
              <a:gd name="connsiteX3835" fmla="*/ 229 w 10450132"/>
              <a:gd name="connsiteY3835" fmla="*/ 4131963 h 5450835"/>
              <a:gd name="connsiteX3836" fmla="*/ 4761 w 10450132"/>
              <a:gd name="connsiteY3836" fmla="*/ 4124081 h 5450835"/>
              <a:gd name="connsiteX3837" fmla="*/ 5550 w 10450132"/>
              <a:gd name="connsiteY3837" fmla="*/ 4123622 h 5450835"/>
              <a:gd name="connsiteX3838" fmla="*/ 10435622 w 10450132"/>
              <a:gd name="connsiteY3838" fmla="*/ 3906613 h 5450835"/>
              <a:gd name="connsiteX3839" fmla="*/ 10444686 w 10450132"/>
              <a:gd name="connsiteY3839" fmla="*/ 3906613 h 5450835"/>
              <a:gd name="connsiteX3840" fmla="*/ 10445474 w 10450132"/>
              <a:gd name="connsiteY3840" fmla="*/ 3907073 h 5450835"/>
              <a:gd name="connsiteX3841" fmla="*/ 10450007 w 10450132"/>
              <a:gd name="connsiteY3841" fmla="*/ 3914954 h 5450835"/>
              <a:gd name="connsiteX3842" fmla="*/ 10450007 w 10450132"/>
              <a:gd name="connsiteY3842" fmla="*/ 3915808 h 5450835"/>
              <a:gd name="connsiteX3843" fmla="*/ 10445474 w 10450132"/>
              <a:gd name="connsiteY3843" fmla="*/ 3923690 h 5450835"/>
              <a:gd name="connsiteX3844" fmla="*/ 10444686 w 10450132"/>
              <a:gd name="connsiteY3844" fmla="*/ 3924150 h 5450835"/>
              <a:gd name="connsiteX3845" fmla="*/ 10435622 w 10450132"/>
              <a:gd name="connsiteY3845" fmla="*/ 3924150 h 5450835"/>
              <a:gd name="connsiteX3846" fmla="*/ 10434834 w 10450132"/>
              <a:gd name="connsiteY3846" fmla="*/ 3923690 h 5450835"/>
              <a:gd name="connsiteX3847" fmla="*/ 10430302 w 10450132"/>
              <a:gd name="connsiteY3847" fmla="*/ 3915808 h 5450835"/>
              <a:gd name="connsiteX3848" fmla="*/ 10430302 w 10450132"/>
              <a:gd name="connsiteY3848" fmla="*/ 3914954 h 5450835"/>
              <a:gd name="connsiteX3849" fmla="*/ 10434834 w 10450132"/>
              <a:gd name="connsiteY3849" fmla="*/ 3907073 h 5450835"/>
              <a:gd name="connsiteX3850" fmla="*/ 10435622 w 10450132"/>
              <a:gd name="connsiteY3850" fmla="*/ 3906613 h 5450835"/>
              <a:gd name="connsiteX3851" fmla="*/ 10181242 w 10450132"/>
              <a:gd name="connsiteY3851" fmla="*/ 3906613 h 5450835"/>
              <a:gd name="connsiteX3852" fmla="*/ 10190305 w 10450132"/>
              <a:gd name="connsiteY3852" fmla="*/ 3906613 h 5450835"/>
              <a:gd name="connsiteX3853" fmla="*/ 10191093 w 10450132"/>
              <a:gd name="connsiteY3853" fmla="*/ 3907073 h 5450835"/>
              <a:gd name="connsiteX3854" fmla="*/ 10195626 w 10450132"/>
              <a:gd name="connsiteY3854" fmla="*/ 3914954 h 5450835"/>
              <a:gd name="connsiteX3855" fmla="*/ 10195626 w 10450132"/>
              <a:gd name="connsiteY3855" fmla="*/ 3915808 h 5450835"/>
              <a:gd name="connsiteX3856" fmla="*/ 10191093 w 10450132"/>
              <a:gd name="connsiteY3856" fmla="*/ 3923690 h 5450835"/>
              <a:gd name="connsiteX3857" fmla="*/ 10190305 w 10450132"/>
              <a:gd name="connsiteY3857" fmla="*/ 3924150 h 5450835"/>
              <a:gd name="connsiteX3858" fmla="*/ 10181242 w 10450132"/>
              <a:gd name="connsiteY3858" fmla="*/ 3924150 h 5450835"/>
              <a:gd name="connsiteX3859" fmla="*/ 10180453 w 10450132"/>
              <a:gd name="connsiteY3859" fmla="*/ 3923690 h 5450835"/>
              <a:gd name="connsiteX3860" fmla="*/ 10175922 w 10450132"/>
              <a:gd name="connsiteY3860" fmla="*/ 3915808 h 5450835"/>
              <a:gd name="connsiteX3861" fmla="*/ 10175922 w 10450132"/>
              <a:gd name="connsiteY3861" fmla="*/ 3914954 h 5450835"/>
              <a:gd name="connsiteX3862" fmla="*/ 10180453 w 10450132"/>
              <a:gd name="connsiteY3862" fmla="*/ 3907073 h 5450835"/>
              <a:gd name="connsiteX3863" fmla="*/ 10181242 w 10450132"/>
              <a:gd name="connsiteY3863" fmla="*/ 3906613 h 5450835"/>
              <a:gd name="connsiteX3864" fmla="*/ 9926861 w 10450132"/>
              <a:gd name="connsiteY3864" fmla="*/ 3906613 h 5450835"/>
              <a:gd name="connsiteX3865" fmla="*/ 9935924 w 10450132"/>
              <a:gd name="connsiteY3865" fmla="*/ 3906613 h 5450835"/>
              <a:gd name="connsiteX3866" fmla="*/ 9936713 w 10450132"/>
              <a:gd name="connsiteY3866" fmla="*/ 3907073 h 5450835"/>
              <a:gd name="connsiteX3867" fmla="*/ 9941246 w 10450132"/>
              <a:gd name="connsiteY3867" fmla="*/ 3914954 h 5450835"/>
              <a:gd name="connsiteX3868" fmla="*/ 9941246 w 10450132"/>
              <a:gd name="connsiteY3868" fmla="*/ 3915808 h 5450835"/>
              <a:gd name="connsiteX3869" fmla="*/ 9936713 w 10450132"/>
              <a:gd name="connsiteY3869" fmla="*/ 3923690 h 5450835"/>
              <a:gd name="connsiteX3870" fmla="*/ 9935924 w 10450132"/>
              <a:gd name="connsiteY3870" fmla="*/ 3924150 h 5450835"/>
              <a:gd name="connsiteX3871" fmla="*/ 9926861 w 10450132"/>
              <a:gd name="connsiteY3871" fmla="*/ 3924150 h 5450835"/>
              <a:gd name="connsiteX3872" fmla="*/ 9926073 w 10450132"/>
              <a:gd name="connsiteY3872" fmla="*/ 3923690 h 5450835"/>
              <a:gd name="connsiteX3873" fmla="*/ 9921541 w 10450132"/>
              <a:gd name="connsiteY3873" fmla="*/ 3915808 h 5450835"/>
              <a:gd name="connsiteX3874" fmla="*/ 9921541 w 10450132"/>
              <a:gd name="connsiteY3874" fmla="*/ 3914954 h 5450835"/>
              <a:gd name="connsiteX3875" fmla="*/ 9926073 w 10450132"/>
              <a:gd name="connsiteY3875" fmla="*/ 3907073 h 5450835"/>
              <a:gd name="connsiteX3876" fmla="*/ 9926861 w 10450132"/>
              <a:gd name="connsiteY3876" fmla="*/ 3906613 h 5450835"/>
              <a:gd name="connsiteX3877" fmla="*/ 9672481 w 10450132"/>
              <a:gd name="connsiteY3877" fmla="*/ 3906613 h 5450835"/>
              <a:gd name="connsiteX3878" fmla="*/ 9681545 w 10450132"/>
              <a:gd name="connsiteY3878" fmla="*/ 3906613 h 5450835"/>
              <a:gd name="connsiteX3879" fmla="*/ 9682333 w 10450132"/>
              <a:gd name="connsiteY3879" fmla="*/ 3907073 h 5450835"/>
              <a:gd name="connsiteX3880" fmla="*/ 9686865 w 10450132"/>
              <a:gd name="connsiteY3880" fmla="*/ 3914954 h 5450835"/>
              <a:gd name="connsiteX3881" fmla="*/ 9686865 w 10450132"/>
              <a:gd name="connsiteY3881" fmla="*/ 3915808 h 5450835"/>
              <a:gd name="connsiteX3882" fmla="*/ 9682333 w 10450132"/>
              <a:gd name="connsiteY3882" fmla="*/ 3923690 h 5450835"/>
              <a:gd name="connsiteX3883" fmla="*/ 9681545 w 10450132"/>
              <a:gd name="connsiteY3883" fmla="*/ 3924150 h 5450835"/>
              <a:gd name="connsiteX3884" fmla="*/ 9672481 w 10450132"/>
              <a:gd name="connsiteY3884" fmla="*/ 3924150 h 5450835"/>
              <a:gd name="connsiteX3885" fmla="*/ 9671693 w 10450132"/>
              <a:gd name="connsiteY3885" fmla="*/ 3923690 h 5450835"/>
              <a:gd name="connsiteX3886" fmla="*/ 9667160 w 10450132"/>
              <a:gd name="connsiteY3886" fmla="*/ 3915808 h 5450835"/>
              <a:gd name="connsiteX3887" fmla="*/ 9667160 w 10450132"/>
              <a:gd name="connsiteY3887" fmla="*/ 3914954 h 5450835"/>
              <a:gd name="connsiteX3888" fmla="*/ 9671693 w 10450132"/>
              <a:gd name="connsiteY3888" fmla="*/ 3907073 h 5450835"/>
              <a:gd name="connsiteX3889" fmla="*/ 9672481 w 10450132"/>
              <a:gd name="connsiteY3889" fmla="*/ 3906613 h 5450835"/>
              <a:gd name="connsiteX3890" fmla="*/ 9418035 w 10450132"/>
              <a:gd name="connsiteY3890" fmla="*/ 3906613 h 5450835"/>
              <a:gd name="connsiteX3891" fmla="*/ 9427099 w 10450132"/>
              <a:gd name="connsiteY3891" fmla="*/ 3906613 h 5450835"/>
              <a:gd name="connsiteX3892" fmla="*/ 9427887 w 10450132"/>
              <a:gd name="connsiteY3892" fmla="*/ 3907073 h 5450835"/>
              <a:gd name="connsiteX3893" fmla="*/ 9432419 w 10450132"/>
              <a:gd name="connsiteY3893" fmla="*/ 3914954 h 5450835"/>
              <a:gd name="connsiteX3894" fmla="*/ 9432419 w 10450132"/>
              <a:gd name="connsiteY3894" fmla="*/ 3915808 h 5450835"/>
              <a:gd name="connsiteX3895" fmla="*/ 9427887 w 10450132"/>
              <a:gd name="connsiteY3895" fmla="*/ 3923690 h 5450835"/>
              <a:gd name="connsiteX3896" fmla="*/ 9427099 w 10450132"/>
              <a:gd name="connsiteY3896" fmla="*/ 3924150 h 5450835"/>
              <a:gd name="connsiteX3897" fmla="*/ 9418035 w 10450132"/>
              <a:gd name="connsiteY3897" fmla="*/ 3924150 h 5450835"/>
              <a:gd name="connsiteX3898" fmla="*/ 9417247 w 10450132"/>
              <a:gd name="connsiteY3898" fmla="*/ 3923690 h 5450835"/>
              <a:gd name="connsiteX3899" fmla="*/ 9412714 w 10450132"/>
              <a:gd name="connsiteY3899" fmla="*/ 3915808 h 5450835"/>
              <a:gd name="connsiteX3900" fmla="*/ 9412714 w 10450132"/>
              <a:gd name="connsiteY3900" fmla="*/ 3914954 h 5450835"/>
              <a:gd name="connsiteX3901" fmla="*/ 9417247 w 10450132"/>
              <a:gd name="connsiteY3901" fmla="*/ 3907073 h 5450835"/>
              <a:gd name="connsiteX3902" fmla="*/ 9418035 w 10450132"/>
              <a:gd name="connsiteY3902" fmla="*/ 3906613 h 5450835"/>
              <a:gd name="connsiteX3903" fmla="*/ 9163654 w 10450132"/>
              <a:gd name="connsiteY3903" fmla="*/ 3906613 h 5450835"/>
              <a:gd name="connsiteX3904" fmla="*/ 9172718 w 10450132"/>
              <a:gd name="connsiteY3904" fmla="*/ 3906613 h 5450835"/>
              <a:gd name="connsiteX3905" fmla="*/ 9173506 w 10450132"/>
              <a:gd name="connsiteY3905" fmla="*/ 3907073 h 5450835"/>
              <a:gd name="connsiteX3906" fmla="*/ 9178038 w 10450132"/>
              <a:gd name="connsiteY3906" fmla="*/ 3914954 h 5450835"/>
              <a:gd name="connsiteX3907" fmla="*/ 9178038 w 10450132"/>
              <a:gd name="connsiteY3907" fmla="*/ 3915808 h 5450835"/>
              <a:gd name="connsiteX3908" fmla="*/ 9173506 w 10450132"/>
              <a:gd name="connsiteY3908" fmla="*/ 3923690 h 5450835"/>
              <a:gd name="connsiteX3909" fmla="*/ 9172718 w 10450132"/>
              <a:gd name="connsiteY3909" fmla="*/ 3924150 h 5450835"/>
              <a:gd name="connsiteX3910" fmla="*/ 9163654 w 10450132"/>
              <a:gd name="connsiteY3910" fmla="*/ 3924150 h 5450835"/>
              <a:gd name="connsiteX3911" fmla="*/ 9162866 w 10450132"/>
              <a:gd name="connsiteY3911" fmla="*/ 3923690 h 5450835"/>
              <a:gd name="connsiteX3912" fmla="*/ 9158333 w 10450132"/>
              <a:gd name="connsiteY3912" fmla="*/ 3915808 h 5450835"/>
              <a:gd name="connsiteX3913" fmla="*/ 9158333 w 10450132"/>
              <a:gd name="connsiteY3913" fmla="*/ 3914954 h 5450835"/>
              <a:gd name="connsiteX3914" fmla="*/ 9162866 w 10450132"/>
              <a:gd name="connsiteY3914" fmla="*/ 3907073 h 5450835"/>
              <a:gd name="connsiteX3915" fmla="*/ 9163654 w 10450132"/>
              <a:gd name="connsiteY3915" fmla="*/ 3906613 h 5450835"/>
              <a:gd name="connsiteX3916" fmla="*/ 8909274 w 10450132"/>
              <a:gd name="connsiteY3916" fmla="*/ 3906613 h 5450835"/>
              <a:gd name="connsiteX3917" fmla="*/ 8918336 w 10450132"/>
              <a:gd name="connsiteY3917" fmla="*/ 3906613 h 5450835"/>
              <a:gd name="connsiteX3918" fmla="*/ 8919125 w 10450132"/>
              <a:gd name="connsiteY3918" fmla="*/ 3907073 h 5450835"/>
              <a:gd name="connsiteX3919" fmla="*/ 8923657 w 10450132"/>
              <a:gd name="connsiteY3919" fmla="*/ 3914954 h 5450835"/>
              <a:gd name="connsiteX3920" fmla="*/ 8923657 w 10450132"/>
              <a:gd name="connsiteY3920" fmla="*/ 3915808 h 5450835"/>
              <a:gd name="connsiteX3921" fmla="*/ 8919125 w 10450132"/>
              <a:gd name="connsiteY3921" fmla="*/ 3923690 h 5450835"/>
              <a:gd name="connsiteX3922" fmla="*/ 8918336 w 10450132"/>
              <a:gd name="connsiteY3922" fmla="*/ 3924150 h 5450835"/>
              <a:gd name="connsiteX3923" fmla="*/ 8909274 w 10450132"/>
              <a:gd name="connsiteY3923" fmla="*/ 3924150 h 5450835"/>
              <a:gd name="connsiteX3924" fmla="*/ 8908484 w 10450132"/>
              <a:gd name="connsiteY3924" fmla="*/ 3923690 h 5450835"/>
              <a:gd name="connsiteX3925" fmla="*/ 8903953 w 10450132"/>
              <a:gd name="connsiteY3925" fmla="*/ 3915808 h 5450835"/>
              <a:gd name="connsiteX3926" fmla="*/ 8903953 w 10450132"/>
              <a:gd name="connsiteY3926" fmla="*/ 3914954 h 5450835"/>
              <a:gd name="connsiteX3927" fmla="*/ 8908484 w 10450132"/>
              <a:gd name="connsiteY3927" fmla="*/ 3907073 h 5450835"/>
              <a:gd name="connsiteX3928" fmla="*/ 8909274 w 10450132"/>
              <a:gd name="connsiteY3928" fmla="*/ 3906613 h 5450835"/>
              <a:gd name="connsiteX3929" fmla="*/ 8654892 w 10450132"/>
              <a:gd name="connsiteY3929" fmla="*/ 3906613 h 5450835"/>
              <a:gd name="connsiteX3930" fmla="*/ 8663955 w 10450132"/>
              <a:gd name="connsiteY3930" fmla="*/ 3906613 h 5450835"/>
              <a:gd name="connsiteX3931" fmla="*/ 8664744 w 10450132"/>
              <a:gd name="connsiteY3931" fmla="*/ 3907073 h 5450835"/>
              <a:gd name="connsiteX3932" fmla="*/ 8669277 w 10450132"/>
              <a:gd name="connsiteY3932" fmla="*/ 3914954 h 5450835"/>
              <a:gd name="connsiteX3933" fmla="*/ 8669277 w 10450132"/>
              <a:gd name="connsiteY3933" fmla="*/ 3915808 h 5450835"/>
              <a:gd name="connsiteX3934" fmla="*/ 8664744 w 10450132"/>
              <a:gd name="connsiteY3934" fmla="*/ 3923690 h 5450835"/>
              <a:gd name="connsiteX3935" fmla="*/ 8663955 w 10450132"/>
              <a:gd name="connsiteY3935" fmla="*/ 3924150 h 5450835"/>
              <a:gd name="connsiteX3936" fmla="*/ 8654892 w 10450132"/>
              <a:gd name="connsiteY3936" fmla="*/ 3924150 h 5450835"/>
              <a:gd name="connsiteX3937" fmla="*/ 8654104 w 10450132"/>
              <a:gd name="connsiteY3937" fmla="*/ 3923690 h 5450835"/>
              <a:gd name="connsiteX3938" fmla="*/ 8649572 w 10450132"/>
              <a:gd name="connsiteY3938" fmla="*/ 3915808 h 5450835"/>
              <a:gd name="connsiteX3939" fmla="*/ 8649572 w 10450132"/>
              <a:gd name="connsiteY3939" fmla="*/ 3914954 h 5450835"/>
              <a:gd name="connsiteX3940" fmla="*/ 8654104 w 10450132"/>
              <a:gd name="connsiteY3940" fmla="*/ 3907073 h 5450835"/>
              <a:gd name="connsiteX3941" fmla="*/ 8654892 w 10450132"/>
              <a:gd name="connsiteY3941" fmla="*/ 3906613 h 5450835"/>
              <a:gd name="connsiteX3942" fmla="*/ 8400511 w 10450132"/>
              <a:gd name="connsiteY3942" fmla="*/ 3906613 h 5450835"/>
              <a:gd name="connsiteX3943" fmla="*/ 8409575 w 10450132"/>
              <a:gd name="connsiteY3943" fmla="*/ 3906613 h 5450835"/>
              <a:gd name="connsiteX3944" fmla="*/ 8410363 w 10450132"/>
              <a:gd name="connsiteY3944" fmla="*/ 3907073 h 5450835"/>
              <a:gd name="connsiteX3945" fmla="*/ 8414896 w 10450132"/>
              <a:gd name="connsiteY3945" fmla="*/ 3914954 h 5450835"/>
              <a:gd name="connsiteX3946" fmla="*/ 8414896 w 10450132"/>
              <a:gd name="connsiteY3946" fmla="*/ 3915808 h 5450835"/>
              <a:gd name="connsiteX3947" fmla="*/ 8410363 w 10450132"/>
              <a:gd name="connsiteY3947" fmla="*/ 3923690 h 5450835"/>
              <a:gd name="connsiteX3948" fmla="*/ 8409575 w 10450132"/>
              <a:gd name="connsiteY3948" fmla="*/ 3924150 h 5450835"/>
              <a:gd name="connsiteX3949" fmla="*/ 8400511 w 10450132"/>
              <a:gd name="connsiteY3949" fmla="*/ 3924150 h 5450835"/>
              <a:gd name="connsiteX3950" fmla="*/ 8399723 w 10450132"/>
              <a:gd name="connsiteY3950" fmla="*/ 3923690 h 5450835"/>
              <a:gd name="connsiteX3951" fmla="*/ 8395191 w 10450132"/>
              <a:gd name="connsiteY3951" fmla="*/ 3915808 h 5450835"/>
              <a:gd name="connsiteX3952" fmla="*/ 8395191 w 10450132"/>
              <a:gd name="connsiteY3952" fmla="*/ 3914954 h 5450835"/>
              <a:gd name="connsiteX3953" fmla="*/ 8399723 w 10450132"/>
              <a:gd name="connsiteY3953" fmla="*/ 3907073 h 5450835"/>
              <a:gd name="connsiteX3954" fmla="*/ 8400511 w 10450132"/>
              <a:gd name="connsiteY3954" fmla="*/ 3906613 h 5450835"/>
              <a:gd name="connsiteX3955" fmla="*/ 8146065 w 10450132"/>
              <a:gd name="connsiteY3955" fmla="*/ 3906613 h 5450835"/>
              <a:gd name="connsiteX3956" fmla="*/ 8155129 w 10450132"/>
              <a:gd name="connsiteY3956" fmla="*/ 3906613 h 5450835"/>
              <a:gd name="connsiteX3957" fmla="*/ 8155917 w 10450132"/>
              <a:gd name="connsiteY3957" fmla="*/ 3907073 h 5450835"/>
              <a:gd name="connsiteX3958" fmla="*/ 8160449 w 10450132"/>
              <a:gd name="connsiteY3958" fmla="*/ 3914954 h 5450835"/>
              <a:gd name="connsiteX3959" fmla="*/ 8160449 w 10450132"/>
              <a:gd name="connsiteY3959" fmla="*/ 3915808 h 5450835"/>
              <a:gd name="connsiteX3960" fmla="*/ 8155917 w 10450132"/>
              <a:gd name="connsiteY3960" fmla="*/ 3923690 h 5450835"/>
              <a:gd name="connsiteX3961" fmla="*/ 8155129 w 10450132"/>
              <a:gd name="connsiteY3961" fmla="*/ 3924150 h 5450835"/>
              <a:gd name="connsiteX3962" fmla="*/ 8146065 w 10450132"/>
              <a:gd name="connsiteY3962" fmla="*/ 3924150 h 5450835"/>
              <a:gd name="connsiteX3963" fmla="*/ 8145277 w 10450132"/>
              <a:gd name="connsiteY3963" fmla="*/ 3923690 h 5450835"/>
              <a:gd name="connsiteX3964" fmla="*/ 8140745 w 10450132"/>
              <a:gd name="connsiteY3964" fmla="*/ 3915808 h 5450835"/>
              <a:gd name="connsiteX3965" fmla="*/ 8140745 w 10450132"/>
              <a:gd name="connsiteY3965" fmla="*/ 3914954 h 5450835"/>
              <a:gd name="connsiteX3966" fmla="*/ 8145277 w 10450132"/>
              <a:gd name="connsiteY3966" fmla="*/ 3907073 h 5450835"/>
              <a:gd name="connsiteX3967" fmla="*/ 8146065 w 10450132"/>
              <a:gd name="connsiteY3967" fmla="*/ 3906613 h 5450835"/>
              <a:gd name="connsiteX3968" fmla="*/ 7891684 w 10450132"/>
              <a:gd name="connsiteY3968" fmla="*/ 3906613 h 5450835"/>
              <a:gd name="connsiteX3969" fmla="*/ 7900748 w 10450132"/>
              <a:gd name="connsiteY3969" fmla="*/ 3906613 h 5450835"/>
              <a:gd name="connsiteX3970" fmla="*/ 7901536 w 10450132"/>
              <a:gd name="connsiteY3970" fmla="*/ 3907073 h 5450835"/>
              <a:gd name="connsiteX3971" fmla="*/ 7906067 w 10450132"/>
              <a:gd name="connsiteY3971" fmla="*/ 3914954 h 5450835"/>
              <a:gd name="connsiteX3972" fmla="*/ 7906067 w 10450132"/>
              <a:gd name="connsiteY3972" fmla="*/ 3915808 h 5450835"/>
              <a:gd name="connsiteX3973" fmla="*/ 7901536 w 10450132"/>
              <a:gd name="connsiteY3973" fmla="*/ 3923690 h 5450835"/>
              <a:gd name="connsiteX3974" fmla="*/ 7900748 w 10450132"/>
              <a:gd name="connsiteY3974" fmla="*/ 3924150 h 5450835"/>
              <a:gd name="connsiteX3975" fmla="*/ 7891684 w 10450132"/>
              <a:gd name="connsiteY3975" fmla="*/ 3924150 h 5450835"/>
              <a:gd name="connsiteX3976" fmla="*/ 7890896 w 10450132"/>
              <a:gd name="connsiteY3976" fmla="*/ 3923690 h 5450835"/>
              <a:gd name="connsiteX3977" fmla="*/ 7886363 w 10450132"/>
              <a:gd name="connsiteY3977" fmla="*/ 3915808 h 5450835"/>
              <a:gd name="connsiteX3978" fmla="*/ 7886363 w 10450132"/>
              <a:gd name="connsiteY3978" fmla="*/ 3914954 h 5450835"/>
              <a:gd name="connsiteX3979" fmla="*/ 7890896 w 10450132"/>
              <a:gd name="connsiteY3979" fmla="*/ 3907073 h 5450835"/>
              <a:gd name="connsiteX3980" fmla="*/ 7891684 w 10450132"/>
              <a:gd name="connsiteY3980" fmla="*/ 3906613 h 5450835"/>
              <a:gd name="connsiteX3981" fmla="*/ 7637304 w 10450132"/>
              <a:gd name="connsiteY3981" fmla="*/ 3906613 h 5450835"/>
              <a:gd name="connsiteX3982" fmla="*/ 7646367 w 10450132"/>
              <a:gd name="connsiteY3982" fmla="*/ 3906613 h 5450835"/>
              <a:gd name="connsiteX3983" fmla="*/ 7647156 w 10450132"/>
              <a:gd name="connsiteY3983" fmla="*/ 3907073 h 5450835"/>
              <a:gd name="connsiteX3984" fmla="*/ 7651687 w 10450132"/>
              <a:gd name="connsiteY3984" fmla="*/ 3914954 h 5450835"/>
              <a:gd name="connsiteX3985" fmla="*/ 7651687 w 10450132"/>
              <a:gd name="connsiteY3985" fmla="*/ 3915808 h 5450835"/>
              <a:gd name="connsiteX3986" fmla="*/ 7647156 w 10450132"/>
              <a:gd name="connsiteY3986" fmla="*/ 3923690 h 5450835"/>
              <a:gd name="connsiteX3987" fmla="*/ 7646367 w 10450132"/>
              <a:gd name="connsiteY3987" fmla="*/ 3924150 h 5450835"/>
              <a:gd name="connsiteX3988" fmla="*/ 7637304 w 10450132"/>
              <a:gd name="connsiteY3988" fmla="*/ 3924150 h 5450835"/>
              <a:gd name="connsiteX3989" fmla="*/ 7636516 w 10450132"/>
              <a:gd name="connsiteY3989" fmla="*/ 3923690 h 5450835"/>
              <a:gd name="connsiteX3990" fmla="*/ 7631983 w 10450132"/>
              <a:gd name="connsiteY3990" fmla="*/ 3915808 h 5450835"/>
              <a:gd name="connsiteX3991" fmla="*/ 7631983 w 10450132"/>
              <a:gd name="connsiteY3991" fmla="*/ 3914954 h 5450835"/>
              <a:gd name="connsiteX3992" fmla="*/ 7636516 w 10450132"/>
              <a:gd name="connsiteY3992" fmla="*/ 3907073 h 5450835"/>
              <a:gd name="connsiteX3993" fmla="*/ 7637304 w 10450132"/>
              <a:gd name="connsiteY3993" fmla="*/ 3906613 h 5450835"/>
              <a:gd name="connsiteX3994" fmla="*/ 7382923 w 10450132"/>
              <a:gd name="connsiteY3994" fmla="*/ 3906613 h 5450835"/>
              <a:gd name="connsiteX3995" fmla="*/ 7391987 w 10450132"/>
              <a:gd name="connsiteY3995" fmla="*/ 3906613 h 5450835"/>
              <a:gd name="connsiteX3996" fmla="*/ 7392775 w 10450132"/>
              <a:gd name="connsiteY3996" fmla="*/ 3907073 h 5450835"/>
              <a:gd name="connsiteX3997" fmla="*/ 7397307 w 10450132"/>
              <a:gd name="connsiteY3997" fmla="*/ 3914954 h 5450835"/>
              <a:gd name="connsiteX3998" fmla="*/ 7397307 w 10450132"/>
              <a:gd name="connsiteY3998" fmla="*/ 3915808 h 5450835"/>
              <a:gd name="connsiteX3999" fmla="*/ 7392775 w 10450132"/>
              <a:gd name="connsiteY3999" fmla="*/ 3923690 h 5450835"/>
              <a:gd name="connsiteX4000" fmla="*/ 7391987 w 10450132"/>
              <a:gd name="connsiteY4000" fmla="*/ 3924150 h 5450835"/>
              <a:gd name="connsiteX4001" fmla="*/ 7382923 w 10450132"/>
              <a:gd name="connsiteY4001" fmla="*/ 3924150 h 5450835"/>
              <a:gd name="connsiteX4002" fmla="*/ 7382135 w 10450132"/>
              <a:gd name="connsiteY4002" fmla="*/ 3923690 h 5450835"/>
              <a:gd name="connsiteX4003" fmla="*/ 7377602 w 10450132"/>
              <a:gd name="connsiteY4003" fmla="*/ 3915808 h 5450835"/>
              <a:gd name="connsiteX4004" fmla="*/ 7377602 w 10450132"/>
              <a:gd name="connsiteY4004" fmla="*/ 3914954 h 5450835"/>
              <a:gd name="connsiteX4005" fmla="*/ 7382135 w 10450132"/>
              <a:gd name="connsiteY4005" fmla="*/ 3907073 h 5450835"/>
              <a:gd name="connsiteX4006" fmla="*/ 7382923 w 10450132"/>
              <a:gd name="connsiteY4006" fmla="*/ 3906613 h 5450835"/>
              <a:gd name="connsiteX4007" fmla="*/ 7128477 w 10450132"/>
              <a:gd name="connsiteY4007" fmla="*/ 3906613 h 5450835"/>
              <a:gd name="connsiteX4008" fmla="*/ 7137540 w 10450132"/>
              <a:gd name="connsiteY4008" fmla="*/ 3906613 h 5450835"/>
              <a:gd name="connsiteX4009" fmla="*/ 7138328 w 10450132"/>
              <a:gd name="connsiteY4009" fmla="*/ 3907073 h 5450835"/>
              <a:gd name="connsiteX4010" fmla="*/ 7142860 w 10450132"/>
              <a:gd name="connsiteY4010" fmla="*/ 3914954 h 5450835"/>
              <a:gd name="connsiteX4011" fmla="*/ 7142860 w 10450132"/>
              <a:gd name="connsiteY4011" fmla="*/ 3915808 h 5450835"/>
              <a:gd name="connsiteX4012" fmla="*/ 7138328 w 10450132"/>
              <a:gd name="connsiteY4012" fmla="*/ 3923690 h 5450835"/>
              <a:gd name="connsiteX4013" fmla="*/ 7137540 w 10450132"/>
              <a:gd name="connsiteY4013" fmla="*/ 3924150 h 5450835"/>
              <a:gd name="connsiteX4014" fmla="*/ 7128477 w 10450132"/>
              <a:gd name="connsiteY4014" fmla="*/ 3924150 h 5450835"/>
              <a:gd name="connsiteX4015" fmla="*/ 7127689 w 10450132"/>
              <a:gd name="connsiteY4015" fmla="*/ 3923690 h 5450835"/>
              <a:gd name="connsiteX4016" fmla="*/ 7123156 w 10450132"/>
              <a:gd name="connsiteY4016" fmla="*/ 3915808 h 5450835"/>
              <a:gd name="connsiteX4017" fmla="*/ 7123156 w 10450132"/>
              <a:gd name="connsiteY4017" fmla="*/ 3914954 h 5450835"/>
              <a:gd name="connsiteX4018" fmla="*/ 7127689 w 10450132"/>
              <a:gd name="connsiteY4018" fmla="*/ 3907073 h 5450835"/>
              <a:gd name="connsiteX4019" fmla="*/ 7128477 w 10450132"/>
              <a:gd name="connsiteY4019" fmla="*/ 3906613 h 5450835"/>
              <a:gd name="connsiteX4020" fmla="*/ 6874095 w 10450132"/>
              <a:gd name="connsiteY4020" fmla="*/ 3906613 h 5450835"/>
              <a:gd name="connsiteX4021" fmla="*/ 6883159 w 10450132"/>
              <a:gd name="connsiteY4021" fmla="*/ 3906613 h 5450835"/>
              <a:gd name="connsiteX4022" fmla="*/ 6883947 w 10450132"/>
              <a:gd name="connsiteY4022" fmla="*/ 3907073 h 5450835"/>
              <a:gd name="connsiteX4023" fmla="*/ 6888480 w 10450132"/>
              <a:gd name="connsiteY4023" fmla="*/ 3914954 h 5450835"/>
              <a:gd name="connsiteX4024" fmla="*/ 6888480 w 10450132"/>
              <a:gd name="connsiteY4024" fmla="*/ 3915808 h 5450835"/>
              <a:gd name="connsiteX4025" fmla="*/ 6883947 w 10450132"/>
              <a:gd name="connsiteY4025" fmla="*/ 3923690 h 5450835"/>
              <a:gd name="connsiteX4026" fmla="*/ 6883159 w 10450132"/>
              <a:gd name="connsiteY4026" fmla="*/ 3924150 h 5450835"/>
              <a:gd name="connsiteX4027" fmla="*/ 6874095 w 10450132"/>
              <a:gd name="connsiteY4027" fmla="*/ 3924150 h 5450835"/>
              <a:gd name="connsiteX4028" fmla="*/ 6873307 w 10450132"/>
              <a:gd name="connsiteY4028" fmla="*/ 3923690 h 5450835"/>
              <a:gd name="connsiteX4029" fmla="*/ 6868775 w 10450132"/>
              <a:gd name="connsiteY4029" fmla="*/ 3915808 h 5450835"/>
              <a:gd name="connsiteX4030" fmla="*/ 6868775 w 10450132"/>
              <a:gd name="connsiteY4030" fmla="*/ 3914954 h 5450835"/>
              <a:gd name="connsiteX4031" fmla="*/ 6873307 w 10450132"/>
              <a:gd name="connsiteY4031" fmla="*/ 3907073 h 5450835"/>
              <a:gd name="connsiteX4032" fmla="*/ 6874095 w 10450132"/>
              <a:gd name="connsiteY4032" fmla="*/ 3906613 h 5450835"/>
              <a:gd name="connsiteX4033" fmla="*/ 6619714 w 10450132"/>
              <a:gd name="connsiteY4033" fmla="*/ 3906613 h 5450835"/>
              <a:gd name="connsiteX4034" fmla="*/ 6628778 w 10450132"/>
              <a:gd name="connsiteY4034" fmla="*/ 3906613 h 5450835"/>
              <a:gd name="connsiteX4035" fmla="*/ 6629566 w 10450132"/>
              <a:gd name="connsiteY4035" fmla="*/ 3907073 h 5450835"/>
              <a:gd name="connsiteX4036" fmla="*/ 6634099 w 10450132"/>
              <a:gd name="connsiteY4036" fmla="*/ 3914954 h 5450835"/>
              <a:gd name="connsiteX4037" fmla="*/ 6634099 w 10450132"/>
              <a:gd name="connsiteY4037" fmla="*/ 3915808 h 5450835"/>
              <a:gd name="connsiteX4038" fmla="*/ 6629566 w 10450132"/>
              <a:gd name="connsiteY4038" fmla="*/ 3923690 h 5450835"/>
              <a:gd name="connsiteX4039" fmla="*/ 6628778 w 10450132"/>
              <a:gd name="connsiteY4039" fmla="*/ 3924150 h 5450835"/>
              <a:gd name="connsiteX4040" fmla="*/ 6619714 w 10450132"/>
              <a:gd name="connsiteY4040" fmla="*/ 3924150 h 5450835"/>
              <a:gd name="connsiteX4041" fmla="*/ 6618926 w 10450132"/>
              <a:gd name="connsiteY4041" fmla="*/ 3923690 h 5450835"/>
              <a:gd name="connsiteX4042" fmla="*/ 6614394 w 10450132"/>
              <a:gd name="connsiteY4042" fmla="*/ 3915808 h 5450835"/>
              <a:gd name="connsiteX4043" fmla="*/ 6614394 w 10450132"/>
              <a:gd name="connsiteY4043" fmla="*/ 3914954 h 5450835"/>
              <a:gd name="connsiteX4044" fmla="*/ 6618926 w 10450132"/>
              <a:gd name="connsiteY4044" fmla="*/ 3907073 h 5450835"/>
              <a:gd name="connsiteX4045" fmla="*/ 6619714 w 10450132"/>
              <a:gd name="connsiteY4045" fmla="*/ 3906613 h 5450835"/>
              <a:gd name="connsiteX4046" fmla="*/ 6365334 w 10450132"/>
              <a:gd name="connsiteY4046" fmla="*/ 3906613 h 5450835"/>
              <a:gd name="connsiteX4047" fmla="*/ 6374397 w 10450132"/>
              <a:gd name="connsiteY4047" fmla="*/ 3906613 h 5450835"/>
              <a:gd name="connsiteX4048" fmla="*/ 6375186 w 10450132"/>
              <a:gd name="connsiteY4048" fmla="*/ 3907073 h 5450835"/>
              <a:gd name="connsiteX4049" fmla="*/ 6379718 w 10450132"/>
              <a:gd name="connsiteY4049" fmla="*/ 3914954 h 5450835"/>
              <a:gd name="connsiteX4050" fmla="*/ 6379718 w 10450132"/>
              <a:gd name="connsiteY4050" fmla="*/ 3915808 h 5450835"/>
              <a:gd name="connsiteX4051" fmla="*/ 6375186 w 10450132"/>
              <a:gd name="connsiteY4051" fmla="*/ 3923690 h 5450835"/>
              <a:gd name="connsiteX4052" fmla="*/ 6374397 w 10450132"/>
              <a:gd name="connsiteY4052" fmla="*/ 3924150 h 5450835"/>
              <a:gd name="connsiteX4053" fmla="*/ 6365334 w 10450132"/>
              <a:gd name="connsiteY4053" fmla="*/ 3924150 h 5450835"/>
              <a:gd name="connsiteX4054" fmla="*/ 6364546 w 10450132"/>
              <a:gd name="connsiteY4054" fmla="*/ 3923690 h 5450835"/>
              <a:gd name="connsiteX4055" fmla="*/ 6360014 w 10450132"/>
              <a:gd name="connsiteY4055" fmla="*/ 3915808 h 5450835"/>
              <a:gd name="connsiteX4056" fmla="*/ 6360014 w 10450132"/>
              <a:gd name="connsiteY4056" fmla="*/ 3914954 h 5450835"/>
              <a:gd name="connsiteX4057" fmla="*/ 6364546 w 10450132"/>
              <a:gd name="connsiteY4057" fmla="*/ 3907073 h 5450835"/>
              <a:gd name="connsiteX4058" fmla="*/ 6365334 w 10450132"/>
              <a:gd name="connsiteY4058" fmla="*/ 3906613 h 5450835"/>
              <a:gd name="connsiteX4059" fmla="*/ 6110888 w 10450132"/>
              <a:gd name="connsiteY4059" fmla="*/ 3906613 h 5450835"/>
              <a:gd name="connsiteX4060" fmla="*/ 6119953 w 10450132"/>
              <a:gd name="connsiteY4060" fmla="*/ 3906613 h 5450835"/>
              <a:gd name="connsiteX4061" fmla="*/ 6120740 w 10450132"/>
              <a:gd name="connsiteY4061" fmla="*/ 3907073 h 5450835"/>
              <a:gd name="connsiteX4062" fmla="*/ 6125272 w 10450132"/>
              <a:gd name="connsiteY4062" fmla="*/ 3914954 h 5450835"/>
              <a:gd name="connsiteX4063" fmla="*/ 6125272 w 10450132"/>
              <a:gd name="connsiteY4063" fmla="*/ 3915808 h 5450835"/>
              <a:gd name="connsiteX4064" fmla="*/ 6120740 w 10450132"/>
              <a:gd name="connsiteY4064" fmla="*/ 3923690 h 5450835"/>
              <a:gd name="connsiteX4065" fmla="*/ 6119953 w 10450132"/>
              <a:gd name="connsiteY4065" fmla="*/ 3924150 h 5450835"/>
              <a:gd name="connsiteX4066" fmla="*/ 6110888 w 10450132"/>
              <a:gd name="connsiteY4066" fmla="*/ 3924150 h 5450835"/>
              <a:gd name="connsiteX4067" fmla="*/ 6110101 w 10450132"/>
              <a:gd name="connsiteY4067" fmla="*/ 3923690 h 5450835"/>
              <a:gd name="connsiteX4068" fmla="*/ 6105567 w 10450132"/>
              <a:gd name="connsiteY4068" fmla="*/ 3915808 h 5450835"/>
              <a:gd name="connsiteX4069" fmla="*/ 6105567 w 10450132"/>
              <a:gd name="connsiteY4069" fmla="*/ 3914954 h 5450835"/>
              <a:gd name="connsiteX4070" fmla="*/ 6110101 w 10450132"/>
              <a:gd name="connsiteY4070" fmla="*/ 3907073 h 5450835"/>
              <a:gd name="connsiteX4071" fmla="*/ 6110888 w 10450132"/>
              <a:gd name="connsiteY4071" fmla="*/ 3906613 h 5450835"/>
              <a:gd name="connsiteX4072" fmla="*/ 5856508 w 10450132"/>
              <a:gd name="connsiteY4072" fmla="*/ 3906613 h 5450835"/>
              <a:gd name="connsiteX4073" fmla="*/ 5865571 w 10450132"/>
              <a:gd name="connsiteY4073" fmla="*/ 3906613 h 5450835"/>
              <a:gd name="connsiteX4074" fmla="*/ 5866359 w 10450132"/>
              <a:gd name="connsiteY4074" fmla="*/ 3907073 h 5450835"/>
              <a:gd name="connsiteX4075" fmla="*/ 5870891 w 10450132"/>
              <a:gd name="connsiteY4075" fmla="*/ 3914954 h 5450835"/>
              <a:gd name="connsiteX4076" fmla="*/ 5870891 w 10450132"/>
              <a:gd name="connsiteY4076" fmla="*/ 3915808 h 5450835"/>
              <a:gd name="connsiteX4077" fmla="*/ 5866359 w 10450132"/>
              <a:gd name="connsiteY4077" fmla="*/ 3923690 h 5450835"/>
              <a:gd name="connsiteX4078" fmla="*/ 5865571 w 10450132"/>
              <a:gd name="connsiteY4078" fmla="*/ 3924150 h 5450835"/>
              <a:gd name="connsiteX4079" fmla="*/ 5856508 w 10450132"/>
              <a:gd name="connsiteY4079" fmla="*/ 3924150 h 5450835"/>
              <a:gd name="connsiteX4080" fmla="*/ 5855720 w 10450132"/>
              <a:gd name="connsiteY4080" fmla="*/ 3923690 h 5450835"/>
              <a:gd name="connsiteX4081" fmla="*/ 5851187 w 10450132"/>
              <a:gd name="connsiteY4081" fmla="*/ 3915808 h 5450835"/>
              <a:gd name="connsiteX4082" fmla="*/ 5851187 w 10450132"/>
              <a:gd name="connsiteY4082" fmla="*/ 3914954 h 5450835"/>
              <a:gd name="connsiteX4083" fmla="*/ 5855720 w 10450132"/>
              <a:gd name="connsiteY4083" fmla="*/ 3907073 h 5450835"/>
              <a:gd name="connsiteX4084" fmla="*/ 5856508 w 10450132"/>
              <a:gd name="connsiteY4084" fmla="*/ 3906613 h 5450835"/>
              <a:gd name="connsiteX4085" fmla="*/ 5602126 w 10450132"/>
              <a:gd name="connsiteY4085" fmla="*/ 3906613 h 5450835"/>
              <a:gd name="connsiteX4086" fmla="*/ 5611191 w 10450132"/>
              <a:gd name="connsiteY4086" fmla="*/ 3906613 h 5450835"/>
              <a:gd name="connsiteX4087" fmla="*/ 5611979 w 10450132"/>
              <a:gd name="connsiteY4087" fmla="*/ 3907073 h 5450835"/>
              <a:gd name="connsiteX4088" fmla="*/ 5616511 w 10450132"/>
              <a:gd name="connsiteY4088" fmla="*/ 3914954 h 5450835"/>
              <a:gd name="connsiteX4089" fmla="*/ 5616511 w 10450132"/>
              <a:gd name="connsiteY4089" fmla="*/ 3915808 h 5450835"/>
              <a:gd name="connsiteX4090" fmla="*/ 5611979 w 10450132"/>
              <a:gd name="connsiteY4090" fmla="*/ 3923690 h 5450835"/>
              <a:gd name="connsiteX4091" fmla="*/ 5611191 w 10450132"/>
              <a:gd name="connsiteY4091" fmla="*/ 3924150 h 5450835"/>
              <a:gd name="connsiteX4092" fmla="*/ 5602126 w 10450132"/>
              <a:gd name="connsiteY4092" fmla="*/ 3924150 h 5450835"/>
              <a:gd name="connsiteX4093" fmla="*/ 5601338 w 10450132"/>
              <a:gd name="connsiteY4093" fmla="*/ 3923690 h 5450835"/>
              <a:gd name="connsiteX4094" fmla="*/ 5596807 w 10450132"/>
              <a:gd name="connsiteY4094" fmla="*/ 3915808 h 5450835"/>
              <a:gd name="connsiteX4095" fmla="*/ 5596807 w 10450132"/>
              <a:gd name="connsiteY4095" fmla="*/ 3914954 h 5450835"/>
              <a:gd name="connsiteX4096" fmla="*/ 5601338 w 10450132"/>
              <a:gd name="connsiteY4096" fmla="*/ 3907073 h 5450835"/>
              <a:gd name="connsiteX4097" fmla="*/ 5602126 w 10450132"/>
              <a:gd name="connsiteY4097" fmla="*/ 3906613 h 5450835"/>
              <a:gd name="connsiteX4098" fmla="*/ 5347746 w 10450132"/>
              <a:gd name="connsiteY4098" fmla="*/ 3906613 h 5450835"/>
              <a:gd name="connsiteX4099" fmla="*/ 5356810 w 10450132"/>
              <a:gd name="connsiteY4099" fmla="*/ 3906613 h 5450835"/>
              <a:gd name="connsiteX4100" fmla="*/ 5357598 w 10450132"/>
              <a:gd name="connsiteY4100" fmla="*/ 3907073 h 5450835"/>
              <a:gd name="connsiteX4101" fmla="*/ 5362130 w 10450132"/>
              <a:gd name="connsiteY4101" fmla="*/ 3914954 h 5450835"/>
              <a:gd name="connsiteX4102" fmla="*/ 5362130 w 10450132"/>
              <a:gd name="connsiteY4102" fmla="*/ 3915808 h 5450835"/>
              <a:gd name="connsiteX4103" fmla="*/ 5357598 w 10450132"/>
              <a:gd name="connsiteY4103" fmla="*/ 3923690 h 5450835"/>
              <a:gd name="connsiteX4104" fmla="*/ 5356810 w 10450132"/>
              <a:gd name="connsiteY4104" fmla="*/ 3924150 h 5450835"/>
              <a:gd name="connsiteX4105" fmla="*/ 5347746 w 10450132"/>
              <a:gd name="connsiteY4105" fmla="*/ 3924150 h 5450835"/>
              <a:gd name="connsiteX4106" fmla="*/ 5346958 w 10450132"/>
              <a:gd name="connsiteY4106" fmla="*/ 3923690 h 5450835"/>
              <a:gd name="connsiteX4107" fmla="*/ 5342425 w 10450132"/>
              <a:gd name="connsiteY4107" fmla="*/ 3915808 h 5450835"/>
              <a:gd name="connsiteX4108" fmla="*/ 5342425 w 10450132"/>
              <a:gd name="connsiteY4108" fmla="*/ 3914954 h 5450835"/>
              <a:gd name="connsiteX4109" fmla="*/ 5346958 w 10450132"/>
              <a:gd name="connsiteY4109" fmla="*/ 3907073 h 5450835"/>
              <a:gd name="connsiteX4110" fmla="*/ 5347746 w 10450132"/>
              <a:gd name="connsiteY4110" fmla="*/ 3906613 h 5450835"/>
              <a:gd name="connsiteX4111" fmla="*/ 5093300 w 10450132"/>
              <a:gd name="connsiteY4111" fmla="*/ 3906613 h 5450835"/>
              <a:gd name="connsiteX4112" fmla="*/ 5102364 w 10450132"/>
              <a:gd name="connsiteY4112" fmla="*/ 3906613 h 5450835"/>
              <a:gd name="connsiteX4113" fmla="*/ 5103153 w 10450132"/>
              <a:gd name="connsiteY4113" fmla="*/ 3907073 h 5450835"/>
              <a:gd name="connsiteX4114" fmla="*/ 5107684 w 10450132"/>
              <a:gd name="connsiteY4114" fmla="*/ 3914954 h 5450835"/>
              <a:gd name="connsiteX4115" fmla="*/ 5107684 w 10450132"/>
              <a:gd name="connsiteY4115" fmla="*/ 3915808 h 5450835"/>
              <a:gd name="connsiteX4116" fmla="*/ 5103153 w 10450132"/>
              <a:gd name="connsiteY4116" fmla="*/ 3923690 h 5450835"/>
              <a:gd name="connsiteX4117" fmla="*/ 5102364 w 10450132"/>
              <a:gd name="connsiteY4117" fmla="*/ 3924150 h 5450835"/>
              <a:gd name="connsiteX4118" fmla="*/ 5093300 w 10450132"/>
              <a:gd name="connsiteY4118" fmla="*/ 3924150 h 5450835"/>
              <a:gd name="connsiteX4119" fmla="*/ 5092512 w 10450132"/>
              <a:gd name="connsiteY4119" fmla="*/ 3923690 h 5450835"/>
              <a:gd name="connsiteX4120" fmla="*/ 5087979 w 10450132"/>
              <a:gd name="connsiteY4120" fmla="*/ 3915808 h 5450835"/>
              <a:gd name="connsiteX4121" fmla="*/ 5087979 w 10450132"/>
              <a:gd name="connsiteY4121" fmla="*/ 3914954 h 5450835"/>
              <a:gd name="connsiteX4122" fmla="*/ 5092512 w 10450132"/>
              <a:gd name="connsiteY4122" fmla="*/ 3907073 h 5450835"/>
              <a:gd name="connsiteX4123" fmla="*/ 5093300 w 10450132"/>
              <a:gd name="connsiteY4123" fmla="*/ 3906613 h 5450835"/>
              <a:gd name="connsiteX4124" fmla="*/ 4838919 w 10450132"/>
              <a:gd name="connsiteY4124" fmla="*/ 3906613 h 5450835"/>
              <a:gd name="connsiteX4125" fmla="*/ 4847982 w 10450132"/>
              <a:gd name="connsiteY4125" fmla="*/ 3906613 h 5450835"/>
              <a:gd name="connsiteX4126" fmla="*/ 4848772 w 10450132"/>
              <a:gd name="connsiteY4126" fmla="*/ 3907073 h 5450835"/>
              <a:gd name="connsiteX4127" fmla="*/ 4853303 w 10450132"/>
              <a:gd name="connsiteY4127" fmla="*/ 3914954 h 5450835"/>
              <a:gd name="connsiteX4128" fmla="*/ 4853303 w 10450132"/>
              <a:gd name="connsiteY4128" fmla="*/ 3915808 h 5450835"/>
              <a:gd name="connsiteX4129" fmla="*/ 4848772 w 10450132"/>
              <a:gd name="connsiteY4129" fmla="*/ 3923690 h 5450835"/>
              <a:gd name="connsiteX4130" fmla="*/ 4847982 w 10450132"/>
              <a:gd name="connsiteY4130" fmla="*/ 3924150 h 5450835"/>
              <a:gd name="connsiteX4131" fmla="*/ 4838919 w 10450132"/>
              <a:gd name="connsiteY4131" fmla="*/ 3924150 h 5450835"/>
              <a:gd name="connsiteX4132" fmla="*/ 4838132 w 10450132"/>
              <a:gd name="connsiteY4132" fmla="*/ 3923690 h 5450835"/>
              <a:gd name="connsiteX4133" fmla="*/ 4833598 w 10450132"/>
              <a:gd name="connsiteY4133" fmla="*/ 3915808 h 5450835"/>
              <a:gd name="connsiteX4134" fmla="*/ 4833598 w 10450132"/>
              <a:gd name="connsiteY4134" fmla="*/ 3914954 h 5450835"/>
              <a:gd name="connsiteX4135" fmla="*/ 4838132 w 10450132"/>
              <a:gd name="connsiteY4135" fmla="*/ 3907073 h 5450835"/>
              <a:gd name="connsiteX4136" fmla="*/ 4838919 w 10450132"/>
              <a:gd name="connsiteY4136" fmla="*/ 3906613 h 5450835"/>
              <a:gd name="connsiteX4137" fmla="*/ 4584538 w 10450132"/>
              <a:gd name="connsiteY4137" fmla="*/ 3906613 h 5450835"/>
              <a:gd name="connsiteX4138" fmla="*/ 4593603 w 10450132"/>
              <a:gd name="connsiteY4138" fmla="*/ 3906613 h 5450835"/>
              <a:gd name="connsiteX4139" fmla="*/ 4594390 w 10450132"/>
              <a:gd name="connsiteY4139" fmla="*/ 3907073 h 5450835"/>
              <a:gd name="connsiteX4140" fmla="*/ 4598922 w 10450132"/>
              <a:gd name="connsiteY4140" fmla="*/ 3914954 h 5450835"/>
              <a:gd name="connsiteX4141" fmla="*/ 4598922 w 10450132"/>
              <a:gd name="connsiteY4141" fmla="*/ 3915808 h 5450835"/>
              <a:gd name="connsiteX4142" fmla="*/ 4594390 w 10450132"/>
              <a:gd name="connsiteY4142" fmla="*/ 3923690 h 5450835"/>
              <a:gd name="connsiteX4143" fmla="*/ 4593603 w 10450132"/>
              <a:gd name="connsiteY4143" fmla="*/ 3924150 h 5450835"/>
              <a:gd name="connsiteX4144" fmla="*/ 4584538 w 10450132"/>
              <a:gd name="connsiteY4144" fmla="*/ 3924150 h 5450835"/>
              <a:gd name="connsiteX4145" fmla="*/ 4583749 w 10450132"/>
              <a:gd name="connsiteY4145" fmla="*/ 3923690 h 5450835"/>
              <a:gd name="connsiteX4146" fmla="*/ 4579218 w 10450132"/>
              <a:gd name="connsiteY4146" fmla="*/ 3915808 h 5450835"/>
              <a:gd name="connsiteX4147" fmla="*/ 4579218 w 10450132"/>
              <a:gd name="connsiteY4147" fmla="*/ 3914954 h 5450835"/>
              <a:gd name="connsiteX4148" fmla="*/ 4583749 w 10450132"/>
              <a:gd name="connsiteY4148" fmla="*/ 3907073 h 5450835"/>
              <a:gd name="connsiteX4149" fmla="*/ 4584538 w 10450132"/>
              <a:gd name="connsiteY4149" fmla="*/ 3906613 h 5450835"/>
              <a:gd name="connsiteX4150" fmla="*/ 4330157 w 10450132"/>
              <a:gd name="connsiteY4150" fmla="*/ 3906613 h 5450835"/>
              <a:gd name="connsiteX4151" fmla="*/ 4339222 w 10450132"/>
              <a:gd name="connsiteY4151" fmla="*/ 3906613 h 5450835"/>
              <a:gd name="connsiteX4152" fmla="*/ 4340010 w 10450132"/>
              <a:gd name="connsiteY4152" fmla="*/ 3907073 h 5450835"/>
              <a:gd name="connsiteX4153" fmla="*/ 4344540 w 10450132"/>
              <a:gd name="connsiteY4153" fmla="*/ 3914954 h 5450835"/>
              <a:gd name="connsiteX4154" fmla="*/ 4344540 w 10450132"/>
              <a:gd name="connsiteY4154" fmla="*/ 3915808 h 5450835"/>
              <a:gd name="connsiteX4155" fmla="*/ 4340010 w 10450132"/>
              <a:gd name="connsiteY4155" fmla="*/ 3923690 h 5450835"/>
              <a:gd name="connsiteX4156" fmla="*/ 4339222 w 10450132"/>
              <a:gd name="connsiteY4156" fmla="*/ 3924150 h 5450835"/>
              <a:gd name="connsiteX4157" fmla="*/ 4330157 w 10450132"/>
              <a:gd name="connsiteY4157" fmla="*/ 3924150 h 5450835"/>
              <a:gd name="connsiteX4158" fmla="*/ 4329369 w 10450132"/>
              <a:gd name="connsiteY4158" fmla="*/ 3923690 h 5450835"/>
              <a:gd name="connsiteX4159" fmla="*/ 4324836 w 10450132"/>
              <a:gd name="connsiteY4159" fmla="*/ 3915808 h 5450835"/>
              <a:gd name="connsiteX4160" fmla="*/ 4324836 w 10450132"/>
              <a:gd name="connsiteY4160" fmla="*/ 3914954 h 5450835"/>
              <a:gd name="connsiteX4161" fmla="*/ 4329369 w 10450132"/>
              <a:gd name="connsiteY4161" fmla="*/ 3907073 h 5450835"/>
              <a:gd name="connsiteX4162" fmla="*/ 4330157 w 10450132"/>
              <a:gd name="connsiteY4162" fmla="*/ 3906613 h 5450835"/>
              <a:gd name="connsiteX4163" fmla="*/ 4075834 w 10450132"/>
              <a:gd name="connsiteY4163" fmla="*/ 3906613 h 5450835"/>
              <a:gd name="connsiteX4164" fmla="*/ 4084899 w 10450132"/>
              <a:gd name="connsiteY4164" fmla="*/ 3906613 h 5450835"/>
              <a:gd name="connsiteX4165" fmla="*/ 4085687 w 10450132"/>
              <a:gd name="connsiteY4165" fmla="*/ 3907073 h 5450835"/>
              <a:gd name="connsiteX4166" fmla="*/ 4090218 w 10450132"/>
              <a:gd name="connsiteY4166" fmla="*/ 3914954 h 5450835"/>
              <a:gd name="connsiteX4167" fmla="*/ 4090218 w 10450132"/>
              <a:gd name="connsiteY4167" fmla="*/ 3915808 h 5450835"/>
              <a:gd name="connsiteX4168" fmla="*/ 4085687 w 10450132"/>
              <a:gd name="connsiteY4168" fmla="*/ 3923690 h 5450835"/>
              <a:gd name="connsiteX4169" fmla="*/ 4084899 w 10450132"/>
              <a:gd name="connsiteY4169" fmla="*/ 3924150 h 5450835"/>
              <a:gd name="connsiteX4170" fmla="*/ 4075834 w 10450132"/>
              <a:gd name="connsiteY4170" fmla="*/ 3924150 h 5450835"/>
              <a:gd name="connsiteX4171" fmla="*/ 4075046 w 10450132"/>
              <a:gd name="connsiteY4171" fmla="*/ 3923690 h 5450835"/>
              <a:gd name="connsiteX4172" fmla="*/ 4070513 w 10450132"/>
              <a:gd name="connsiteY4172" fmla="*/ 3915808 h 5450835"/>
              <a:gd name="connsiteX4173" fmla="*/ 4070513 w 10450132"/>
              <a:gd name="connsiteY4173" fmla="*/ 3914954 h 5450835"/>
              <a:gd name="connsiteX4174" fmla="*/ 4075046 w 10450132"/>
              <a:gd name="connsiteY4174" fmla="*/ 3907073 h 5450835"/>
              <a:gd name="connsiteX4175" fmla="*/ 4075834 w 10450132"/>
              <a:gd name="connsiteY4175" fmla="*/ 3906613 h 5450835"/>
              <a:gd name="connsiteX4176" fmla="*/ 3821440 w 10450132"/>
              <a:gd name="connsiteY4176" fmla="*/ 3906613 h 5450835"/>
              <a:gd name="connsiteX4177" fmla="*/ 3830507 w 10450132"/>
              <a:gd name="connsiteY4177" fmla="*/ 3906613 h 5450835"/>
              <a:gd name="connsiteX4178" fmla="*/ 3831294 w 10450132"/>
              <a:gd name="connsiteY4178" fmla="*/ 3907073 h 5450835"/>
              <a:gd name="connsiteX4179" fmla="*/ 3835828 w 10450132"/>
              <a:gd name="connsiteY4179" fmla="*/ 3914954 h 5450835"/>
              <a:gd name="connsiteX4180" fmla="*/ 3835828 w 10450132"/>
              <a:gd name="connsiteY4180" fmla="*/ 3915808 h 5450835"/>
              <a:gd name="connsiteX4181" fmla="*/ 3831294 w 10450132"/>
              <a:gd name="connsiteY4181" fmla="*/ 3923690 h 5450835"/>
              <a:gd name="connsiteX4182" fmla="*/ 3830507 w 10450132"/>
              <a:gd name="connsiteY4182" fmla="*/ 3924150 h 5450835"/>
              <a:gd name="connsiteX4183" fmla="*/ 3821440 w 10450132"/>
              <a:gd name="connsiteY4183" fmla="*/ 3924150 h 5450835"/>
              <a:gd name="connsiteX4184" fmla="*/ 3820653 w 10450132"/>
              <a:gd name="connsiteY4184" fmla="*/ 3923690 h 5450835"/>
              <a:gd name="connsiteX4185" fmla="*/ 3816120 w 10450132"/>
              <a:gd name="connsiteY4185" fmla="*/ 3915808 h 5450835"/>
              <a:gd name="connsiteX4186" fmla="*/ 3816120 w 10450132"/>
              <a:gd name="connsiteY4186" fmla="*/ 3914954 h 5450835"/>
              <a:gd name="connsiteX4187" fmla="*/ 3820653 w 10450132"/>
              <a:gd name="connsiteY4187" fmla="*/ 3907073 h 5450835"/>
              <a:gd name="connsiteX4188" fmla="*/ 3821440 w 10450132"/>
              <a:gd name="connsiteY4188" fmla="*/ 3906613 h 5450835"/>
              <a:gd name="connsiteX4189" fmla="*/ 3567185 w 10450132"/>
              <a:gd name="connsiteY4189" fmla="*/ 3906613 h 5450835"/>
              <a:gd name="connsiteX4190" fmla="*/ 3576249 w 10450132"/>
              <a:gd name="connsiteY4190" fmla="*/ 3906613 h 5450835"/>
              <a:gd name="connsiteX4191" fmla="*/ 3577036 w 10450132"/>
              <a:gd name="connsiteY4191" fmla="*/ 3907073 h 5450835"/>
              <a:gd name="connsiteX4192" fmla="*/ 3581569 w 10450132"/>
              <a:gd name="connsiteY4192" fmla="*/ 3914954 h 5450835"/>
              <a:gd name="connsiteX4193" fmla="*/ 3581569 w 10450132"/>
              <a:gd name="connsiteY4193" fmla="*/ 3915808 h 5450835"/>
              <a:gd name="connsiteX4194" fmla="*/ 3577036 w 10450132"/>
              <a:gd name="connsiteY4194" fmla="*/ 3923690 h 5450835"/>
              <a:gd name="connsiteX4195" fmla="*/ 3576249 w 10450132"/>
              <a:gd name="connsiteY4195" fmla="*/ 3924150 h 5450835"/>
              <a:gd name="connsiteX4196" fmla="*/ 3567185 w 10450132"/>
              <a:gd name="connsiteY4196" fmla="*/ 3924150 h 5450835"/>
              <a:gd name="connsiteX4197" fmla="*/ 3566396 w 10450132"/>
              <a:gd name="connsiteY4197" fmla="*/ 3923690 h 5450835"/>
              <a:gd name="connsiteX4198" fmla="*/ 3561863 w 10450132"/>
              <a:gd name="connsiteY4198" fmla="*/ 3915808 h 5450835"/>
              <a:gd name="connsiteX4199" fmla="*/ 3561863 w 10450132"/>
              <a:gd name="connsiteY4199" fmla="*/ 3914954 h 5450835"/>
              <a:gd name="connsiteX4200" fmla="*/ 3566396 w 10450132"/>
              <a:gd name="connsiteY4200" fmla="*/ 3907073 h 5450835"/>
              <a:gd name="connsiteX4201" fmla="*/ 3567185 w 10450132"/>
              <a:gd name="connsiteY4201" fmla="*/ 3906613 h 5450835"/>
              <a:gd name="connsiteX4202" fmla="*/ 3312664 w 10450132"/>
              <a:gd name="connsiteY4202" fmla="*/ 3906613 h 5450835"/>
              <a:gd name="connsiteX4203" fmla="*/ 3321728 w 10450132"/>
              <a:gd name="connsiteY4203" fmla="*/ 3906613 h 5450835"/>
              <a:gd name="connsiteX4204" fmla="*/ 3322515 w 10450132"/>
              <a:gd name="connsiteY4204" fmla="*/ 3907073 h 5450835"/>
              <a:gd name="connsiteX4205" fmla="*/ 3327049 w 10450132"/>
              <a:gd name="connsiteY4205" fmla="*/ 3914954 h 5450835"/>
              <a:gd name="connsiteX4206" fmla="*/ 3327049 w 10450132"/>
              <a:gd name="connsiteY4206" fmla="*/ 3915808 h 5450835"/>
              <a:gd name="connsiteX4207" fmla="*/ 3322515 w 10450132"/>
              <a:gd name="connsiteY4207" fmla="*/ 3923690 h 5450835"/>
              <a:gd name="connsiteX4208" fmla="*/ 3321728 w 10450132"/>
              <a:gd name="connsiteY4208" fmla="*/ 3924150 h 5450835"/>
              <a:gd name="connsiteX4209" fmla="*/ 3312664 w 10450132"/>
              <a:gd name="connsiteY4209" fmla="*/ 3924150 h 5450835"/>
              <a:gd name="connsiteX4210" fmla="*/ 3311877 w 10450132"/>
              <a:gd name="connsiteY4210" fmla="*/ 3923690 h 5450835"/>
              <a:gd name="connsiteX4211" fmla="*/ 3307343 w 10450132"/>
              <a:gd name="connsiteY4211" fmla="*/ 3915808 h 5450835"/>
              <a:gd name="connsiteX4212" fmla="*/ 3307343 w 10450132"/>
              <a:gd name="connsiteY4212" fmla="*/ 3914954 h 5450835"/>
              <a:gd name="connsiteX4213" fmla="*/ 3311877 w 10450132"/>
              <a:gd name="connsiteY4213" fmla="*/ 3907073 h 5450835"/>
              <a:gd name="connsiteX4214" fmla="*/ 3312664 w 10450132"/>
              <a:gd name="connsiteY4214" fmla="*/ 3906613 h 5450835"/>
              <a:gd name="connsiteX4215" fmla="*/ 3058287 w 10450132"/>
              <a:gd name="connsiteY4215" fmla="*/ 3906613 h 5450835"/>
              <a:gd name="connsiteX4216" fmla="*/ 3067351 w 10450132"/>
              <a:gd name="connsiteY4216" fmla="*/ 3906613 h 5450835"/>
              <a:gd name="connsiteX4217" fmla="*/ 3068139 w 10450132"/>
              <a:gd name="connsiteY4217" fmla="*/ 3907073 h 5450835"/>
              <a:gd name="connsiteX4218" fmla="*/ 3072671 w 10450132"/>
              <a:gd name="connsiteY4218" fmla="*/ 3914954 h 5450835"/>
              <a:gd name="connsiteX4219" fmla="*/ 3072671 w 10450132"/>
              <a:gd name="connsiteY4219" fmla="*/ 3915808 h 5450835"/>
              <a:gd name="connsiteX4220" fmla="*/ 3068139 w 10450132"/>
              <a:gd name="connsiteY4220" fmla="*/ 3923690 h 5450835"/>
              <a:gd name="connsiteX4221" fmla="*/ 3067351 w 10450132"/>
              <a:gd name="connsiteY4221" fmla="*/ 3924150 h 5450835"/>
              <a:gd name="connsiteX4222" fmla="*/ 3058287 w 10450132"/>
              <a:gd name="connsiteY4222" fmla="*/ 3924150 h 5450835"/>
              <a:gd name="connsiteX4223" fmla="*/ 3057498 w 10450132"/>
              <a:gd name="connsiteY4223" fmla="*/ 3923690 h 5450835"/>
              <a:gd name="connsiteX4224" fmla="*/ 3052966 w 10450132"/>
              <a:gd name="connsiteY4224" fmla="*/ 3915808 h 5450835"/>
              <a:gd name="connsiteX4225" fmla="*/ 3052966 w 10450132"/>
              <a:gd name="connsiteY4225" fmla="*/ 3914954 h 5450835"/>
              <a:gd name="connsiteX4226" fmla="*/ 3057498 w 10450132"/>
              <a:gd name="connsiteY4226" fmla="*/ 3907073 h 5450835"/>
              <a:gd name="connsiteX4227" fmla="*/ 3058287 w 10450132"/>
              <a:gd name="connsiteY4227" fmla="*/ 3906613 h 5450835"/>
              <a:gd name="connsiteX4228" fmla="*/ 2803942 w 10450132"/>
              <a:gd name="connsiteY4228" fmla="*/ 3906613 h 5450835"/>
              <a:gd name="connsiteX4229" fmla="*/ 2813007 w 10450132"/>
              <a:gd name="connsiteY4229" fmla="*/ 3906613 h 5450835"/>
              <a:gd name="connsiteX4230" fmla="*/ 2813794 w 10450132"/>
              <a:gd name="connsiteY4230" fmla="*/ 3907073 h 5450835"/>
              <a:gd name="connsiteX4231" fmla="*/ 2818327 w 10450132"/>
              <a:gd name="connsiteY4231" fmla="*/ 3914954 h 5450835"/>
              <a:gd name="connsiteX4232" fmla="*/ 2818327 w 10450132"/>
              <a:gd name="connsiteY4232" fmla="*/ 3915808 h 5450835"/>
              <a:gd name="connsiteX4233" fmla="*/ 2813794 w 10450132"/>
              <a:gd name="connsiteY4233" fmla="*/ 3923690 h 5450835"/>
              <a:gd name="connsiteX4234" fmla="*/ 2813007 w 10450132"/>
              <a:gd name="connsiteY4234" fmla="*/ 3924150 h 5450835"/>
              <a:gd name="connsiteX4235" fmla="*/ 2803942 w 10450132"/>
              <a:gd name="connsiteY4235" fmla="*/ 3924150 h 5450835"/>
              <a:gd name="connsiteX4236" fmla="*/ 2803152 w 10450132"/>
              <a:gd name="connsiteY4236" fmla="*/ 3923690 h 5450835"/>
              <a:gd name="connsiteX4237" fmla="*/ 2798621 w 10450132"/>
              <a:gd name="connsiteY4237" fmla="*/ 3915808 h 5450835"/>
              <a:gd name="connsiteX4238" fmla="*/ 2798621 w 10450132"/>
              <a:gd name="connsiteY4238" fmla="*/ 3914954 h 5450835"/>
              <a:gd name="connsiteX4239" fmla="*/ 2803152 w 10450132"/>
              <a:gd name="connsiteY4239" fmla="*/ 3907073 h 5450835"/>
              <a:gd name="connsiteX4240" fmla="*/ 2803942 w 10450132"/>
              <a:gd name="connsiteY4240" fmla="*/ 3906613 h 5450835"/>
              <a:gd name="connsiteX4241" fmla="*/ 2549573 w 10450132"/>
              <a:gd name="connsiteY4241" fmla="*/ 3906613 h 5450835"/>
              <a:gd name="connsiteX4242" fmla="*/ 2558638 w 10450132"/>
              <a:gd name="connsiteY4242" fmla="*/ 3906613 h 5450835"/>
              <a:gd name="connsiteX4243" fmla="*/ 2559427 w 10450132"/>
              <a:gd name="connsiteY4243" fmla="*/ 3907073 h 5450835"/>
              <a:gd name="connsiteX4244" fmla="*/ 2563960 w 10450132"/>
              <a:gd name="connsiteY4244" fmla="*/ 3914954 h 5450835"/>
              <a:gd name="connsiteX4245" fmla="*/ 2563960 w 10450132"/>
              <a:gd name="connsiteY4245" fmla="*/ 3915808 h 5450835"/>
              <a:gd name="connsiteX4246" fmla="*/ 2559427 w 10450132"/>
              <a:gd name="connsiteY4246" fmla="*/ 3923690 h 5450835"/>
              <a:gd name="connsiteX4247" fmla="*/ 2558638 w 10450132"/>
              <a:gd name="connsiteY4247" fmla="*/ 3924150 h 5450835"/>
              <a:gd name="connsiteX4248" fmla="*/ 2549573 w 10450132"/>
              <a:gd name="connsiteY4248" fmla="*/ 3924150 h 5450835"/>
              <a:gd name="connsiteX4249" fmla="*/ 2548784 w 10450132"/>
              <a:gd name="connsiteY4249" fmla="*/ 3923690 h 5450835"/>
              <a:gd name="connsiteX4250" fmla="*/ 2544253 w 10450132"/>
              <a:gd name="connsiteY4250" fmla="*/ 3915808 h 5450835"/>
              <a:gd name="connsiteX4251" fmla="*/ 2544253 w 10450132"/>
              <a:gd name="connsiteY4251" fmla="*/ 3914954 h 5450835"/>
              <a:gd name="connsiteX4252" fmla="*/ 2548784 w 10450132"/>
              <a:gd name="connsiteY4252" fmla="*/ 3907073 h 5450835"/>
              <a:gd name="connsiteX4253" fmla="*/ 2549573 w 10450132"/>
              <a:gd name="connsiteY4253" fmla="*/ 3906613 h 5450835"/>
              <a:gd name="connsiteX4254" fmla="*/ 2294995 w 10450132"/>
              <a:gd name="connsiteY4254" fmla="*/ 3906613 h 5450835"/>
              <a:gd name="connsiteX4255" fmla="*/ 2304059 w 10450132"/>
              <a:gd name="connsiteY4255" fmla="*/ 3906613 h 5450835"/>
              <a:gd name="connsiteX4256" fmla="*/ 2304847 w 10450132"/>
              <a:gd name="connsiteY4256" fmla="*/ 3907073 h 5450835"/>
              <a:gd name="connsiteX4257" fmla="*/ 2309379 w 10450132"/>
              <a:gd name="connsiteY4257" fmla="*/ 3914954 h 5450835"/>
              <a:gd name="connsiteX4258" fmla="*/ 2309379 w 10450132"/>
              <a:gd name="connsiteY4258" fmla="*/ 3915808 h 5450835"/>
              <a:gd name="connsiteX4259" fmla="*/ 2304847 w 10450132"/>
              <a:gd name="connsiteY4259" fmla="*/ 3923690 h 5450835"/>
              <a:gd name="connsiteX4260" fmla="*/ 2304059 w 10450132"/>
              <a:gd name="connsiteY4260" fmla="*/ 3924150 h 5450835"/>
              <a:gd name="connsiteX4261" fmla="*/ 2294995 w 10450132"/>
              <a:gd name="connsiteY4261" fmla="*/ 3924150 h 5450835"/>
              <a:gd name="connsiteX4262" fmla="*/ 2294206 w 10450132"/>
              <a:gd name="connsiteY4262" fmla="*/ 3923690 h 5450835"/>
              <a:gd name="connsiteX4263" fmla="*/ 2289675 w 10450132"/>
              <a:gd name="connsiteY4263" fmla="*/ 3915808 h 5450835"/>
              <a:gd name="connsiteX4264" fmla="*/ 2289675 w 10450132"/>
              <a:gd name="connsiteY4264" fmla="*/ 3914954 h 5450835"/>
              <a:gd name="connsiteX4265" fmla="*/ 2294206 w 10450132"/>
              <a:gd name="connsiteY4265" fmla="*/ 3907073 h 5450835"/>
              <a:gd name="connsiteX4266" fmla="*/ 2294995 w 10450132"/>
              <a:gd name="connsiteY4266" fmla="*/ 3906613 h 5450835"/>
              <a:gd name="connsiteX4267" fmla="*/ 2040770 w 10450132"/>
              <a:gd name="connsiteY4267" fmla="*/ 3906613 h 5450835"/>
              <a:gd name="connsiteX4268" fmla="*/ 2049835 w 10450132"/>
              <a:gd name="connsiteY4268" fmla="*/ 3906613 h 5450835"/>
              <a:gd name="connsiteX4269" fmla="*/ 2050623 w 10450132"/>
              <a:gd name="connsiteY4269" fmla="*/ 3907073 h 5450835"/>
              <a:gd name="connsiteX4270" fmla="*/ 2055154 w 10450132"/>
              <a:gd name="connsiteY4270" fmla="*/ 3914954 h 5450835"/>
              <a:gd name="connsiteX4271" fmla="*/ 2055154 w 10450132"/>
              <a:gd name="connsiteY4271" fmla="*/ 3915808 h 5450835"/>
              <a:gd name="connsiteX4272" fmla="*/ 2050623 w 10450132"/>
              <a:gd name="connsiteY4272" fmla="*/ 3923690 h 5450835"/>
              <a:gd name="connsiteX4273" fmla="*/ 2049835 w 10450132"/>
              <a:gd name="connsiteY4273" fmla="*/ 3924150 h 5450835"/>
              <a:gd name="connsiteX4274" fmla="*/ 2040770 w 10450132"/>
              <a:gd name="connsiteY4274" fmla="*/ 3924150 h 5450835"/>
              <a:gd name="connsiteX4275" fmla="*/ 2039981 w 10450132"/>
              <a:gd name="connsiteY4275" fmla="*/ 3923690 h 5450835"/>
              <a:gd name="connsiteX4276" fmla="*/ 2035449 w 10450132"/>
              <a:gd name="connsiteY4276" fmla="*/ 3915808 h 5450835"/>
              <a:gd name="connsiteX4277" fmla="*/ 2035449 w 10450132"/>
              <a:gd name="connsiteY4277" fmla="*/ 3914954 h 5450835"/>
              <a:gd name="connsiteX4278" fmla="*/ 2039981 w 10450132"/>
              <a:gd name="connsiteY4278" fmla="*/ 3907073 h 5450835"/>
              <a:gd name="connsiteX4279" fmla="*/ 2040770 w 10450132"/>
              <a:gd name="connsiteY4279" fmla="*/ 3906613 h 5450835"/>
              <a:gd name="connsiteX4280" fmla="*/ 1786153 w 10450132"/>
              <a:gd name="connsiteY4280" fmla="*/ 3906613 h 5450835"/>
              <a:gd name="connsiteX4281" fmla="*/ 1795218 w 10450132"/>
              <a:gd name="connsiteY4281" fmla="*/ 3906613 h 5450835"/>
              <a:gd name="connsiteX4282" fmla="*/ 1796006 w 10450132"/>
              <a:gd name="connsiteY4282" fmla="*/ 3907073 h 5450835"/>
              <a:gd name="connsiteX4283" fmla="*/ 1800538 w 10450132"/>
              <a:gd name="connsiteY4283" fmla="*/ 3914954 h 5450835"/>
              <a:gd name="connsiteX4284" fmla="*/ 1800538 w 10450132"/>
              <a:gd name="connsiteY4284" fmla="*/ 3915808 h 5450835"/>
              <a:gd name="connsiteX4285" fmla="*/ 1796006 w 10450132"/>
              <a:gd name="connsiteY4285" fmla="*/ 3923690 h 5450835"/>
              <a:gd name="connsiteX4286" fmla="*/ 1795218 w 10450132"/>
              <a:gd name="connsiteY4286" fmla="*/ 3924150 h 5450835"/>
              <a:gd name="connsiteX4287" fmla="*/ 1786153 w 10450132"/>
              <a:gd name="connsiteY4287" fmla="*/ 3924150 h 5450835"/>
              <a:gd name="connsiteX4288" fmla="*/ 1785365 w 10450132"/>
              <a:gd name="connsiteY4288" fmla="*/ 3923690 h 5450835"/>
              <a:gd name="connsiteX4289" fmla="*/ 1780833 w 10450132"/>
              <a:gd name="connsiteY4289" fmla="*/ 3915808 h 5450835"/>
              <a:gd name="connsiteX4290" fmla="*/ 1780833 w 10450132"/>
              <a:gd name="connsiteY4290" fmla="*/ 3914954 h 5450835"/>
              <a:gd name="connsiteX4291" fmla="*/ 1785365 w 10450132"/>
              <a:gd name="connsiteY4291" fmla="*/ 3907073 h 5450835"/>
              <a:gd name="connsiteX4292" fmla="*/ 1786153 w 10450132"/>
              <a:gd name="connsiteY4292" fmla="*/ 3906613 h 5450835"/>
              <a:gd name="connsiteX4293" fmla="*/ 1531837 w 10450132"/>
              <a:gd name="connsiteY4293" fmla="*/ 3906613 h 5450835"/>
              <a:gd name="connsiteX4294" fmla="*/ 1540900 w 10450132"/>
              <a:gd name="connsiteY4294" fmla="*/ 3906613 h 5450835"/>
              <a:gd name="connsiteX4295" fmla="*/ 1541689 w 10450132"/>
              <a:gd name="connsiteY4295" fmla="*/ 3907073 h 5450835"/>
              <a:gd name="connsiteX4296" fmla="*/ 1546220 w 10450132"/>
              <a:gd name="connsiteY4296" fmla="*/ 3914954 h 5450835"/>
              <a:gd name="connsiteX4297" fmla="*/ 1546220 w 10450132"/>
              <a:gd name="connsiteY4297" fmla="*/ 3915808 h 5450835"/>
              <a:gd name="connsiteX4298" fmla="*/ 1541689 w 10450132"/>
              <a:gd name="connsiteY4298" fmla="*/ 3923690 h 5450835"/>
              <a:gd name="connsiteX4299" fmla="*/ 1540900 w 10450132"/>
              <a:gd name="connsiteY4299" fmla="*/ 3924150 h 5450835"/>
              <a:gd name="connsiteX4300" fmla="*/ 1531837 w 10450132"/>
              <a:gd name="connsiteY4300" fmla="*/ 3924150 h 5450835"/>
              <a:gd name="connsiteX4301" fmla="*/ 1531049 w 10450132"/>
              <a:gd name="connsiteY4301" fmla="*/ 3923690 h 5450835"/>
              <a:gd name="connsiteX4302" fmla="*/ 1526515 w 10450132"/>
              <a:gd name="connsiteY4302" fmla="*/ 3915808 h 5450835"/>
              <a:gd name="connsiteX4303" fmla="*/ 1526515 w 10450132"/>
              <a:gd name="connsiteY4303" fmla="*/ 3914954 h 5450835"/>
              <a:gd name="connsiteX4304" fmla="*/ 1531049 w 10450132"/>
              <a:gd name="connsiteY4304" fmla="*/ 3907073 h 5450835"/>
              <a:gd name="connsiteX4305" fmla="*/ 1531837 w 10450132"/>
              <a:gd name="connsiteY4305" fmla="*/ 3906613 h 5450835"/>
              <a:gd name="connsiteX4306" fmla="*/ 1277436 w 10450132"/>
              <a:gd name="connsiteY4306" fmla="*/ 3906613 h 5450835"/>
              <a:gd name="connsiteX4307" fmla="*/ 1286500 w 10450132"/>
              <a:gd name="connsiteY4307" fmla="*/ 3906613 h 5450835"/>
              <a:gd name="connsiteX4308" fmla="*/ 1287289 w 10450132"/>
              <a:gd name="connsiteY4308" fmla="*/ 3907073 h 5450835"/>
              <a:gd name="connsiteX4309" fmla="*/ 1291820 w 10450132"/>
              <a:gd name="connsiteY4309" fmla="*/ 3914954 h 5450835"/>
              <a:gd name="connsiteX4310" fmla="*/ 1291820 w 10450132"/>
              <a:gd name="connsiteY4310" fmla="*/ 3915808 h 5450835"/>
              <a:gd name="connsiteX4311" fmla="*/ 1287289 w 10450132"/>
              <a:gd name="connsiteY4311" fmla="*/ 3923690 h 5450835"/>
              <a:gd name="connsiteX4312" fmla="*/ 1286500 w 10450132"/>
              <a:gd name="connsiteY4312" fmla="*/ 3924150 h 5450835"/>
              <a:gd name="connsiteX4313" fmla="*/ 1277436 w 10450132"/>
              <a:gd name="connsiteY4313" fmla="*/ 3924150 h 5450835"/>
              <a:gd name="connsiteX4314" fmla="*/ 1276648 w 10450132"/>
              <a:gd name="connsiteY4314" fmla="*/ 3923690 h 5450835"/>
              <a:gd name="connsiteX4315" fmla="*/ 1272117 w 10450132"/>
              <a:gd name="connsiteY4315" fmla="*/ 3915808 h 5450835"/>
              <a:gd name="connsiteX4316" fmla="*/ 1272117 w 10450132"/>
              <a:gd name="connsiteY4316" fmla="*/ 3914954 h 5450835"/>
              <a:gd name="connsiteX4317" fmla="*/ 1276648 w 10450132"/>
              <a:gd name="connsiteY4317" fmla="*/ 3907073 h 5450835"/>
              <a:gd name="connsiteX4318" fmla="*/ 1277436 w 10450132"/>
              <a:gd name="connsiteY4318" fmla="*/ 3906613 h 5450835"/>
              <a:gd name="connsiteX4319" fmla="*/ 1023161 w 10450132"/>
              <a:gd name="connsiteY4319" fmla="*/ 3906613 h 5450835"/>
              <a:gd name="connsiteX4320" fmla="*/ 1032224 w 10450132"/>
              <a:gd name="connsiteY4320" fmla="*/ 3906613 h 5450835"/>
              <a:gd name="connsiteX4321" fmla="*/ 1033011 w 10450132"/>
              <a:gd name="connsiteY4321" fmla="*/ 3907073 h 5450835"/>
              <a:gd name="connsiteX4322" fmla="*/ 1037544 w 10450132"/>
              <a:gd name="connsiteY4322" fmla="*/ 3914954 h 5450835"/>
              <a:gd name="connsiteX4323" fmla="*/ 1037544 w 10450132"/>
              <a:gd name="connsiteY4323" fmla="*/ 3915808 h 5450835"/>
              <a:gd name="connsiteX4324" fmla="*/ 1033011 w 10450132"/>
              <a:gd name="connsiteY4324" fmla="*/ 3923690 h 5450835"/>
              <a:gd name="connsiteX4325" fmla="*/ 1032224 w 10450132"/>
              <a:gd name="connsiteY4325" fmla="*/ 3924150 h 5450835"/>
              <a:gd name="connsiteX4326" fmla="*/ 1023161 w 10450132"/>
              <a:gd name="connsiteY4326" fmla="*/ 3924150 h 5450835"/>
              <a:gd name="connsiteX4327" fmla="*/ 1022373 w 10450132"/>
              <a:gd name="connsiteY4327" fmla="*/ 3923690 h 5450835"/>
              <a:gd name="connsiteX4328" fmla="*/ 1017838 w 10450132"/>
              <a:gd name="connsiteY4328" fmla="*/ 3915808 h 5450835"/>
              <a:gd name="connsiteX4329" fmla="*/ 1017838 w 10450132"/>
              <a:gd name="connsiteY4329" fmla="*/ 3914954 h 5450835"/>
              <a:gd name="connsiteX4330" fmla="*/ 1022373 w 10450132"/>
              <a:gd name="connsiteY4330" fmla="*/ 3907073 h 5450835"/>
              <a:gd name="connsiteX4331" fmla="*/ 1023161 w 10450132"/>
              <a:gd name="connsiteY4331" fmla="*/ 3906613 h 5450835"/>
              <a:gd name="connsiteX4332" fmla="*/ 768674 w 10450132"/>
              <a:gd name="connsiteY4332" fmla="*/ 3906613 h 5450835"/>
              <a:gd name="connsiteX4333" fmla="*/ 777737 w 10450132"/>
              <a:gd name="connsiteY4333" fmla="*/ 3906613 h 5450835"/>
              <a:gd name="connsiteX4334" fmla="*/ 778525 w 10450132"/>
              <a:gd name="connsiteY4334" fmla="*/ 3907073 h 5450835"/>
              <a:gd name="connsiteX4335" fmla="*/ 783058 w 10450132"/>
              <a:gd name="connsiteY4335" fmla="*/ 3914954 h 5450835"/>
              <a:gd name="connsiteX4336" fmla="*/ 783058 w 10450132"/>
              <a:gd name="connsiteY4336" fmla="*/ 3915808 h 5450835"/>
              <a:gd name="connsiteX4337" fmla="*/ 778525 w 10450132"/>
              <a:gd name="connsiteY4337" fmla="*/ 3923690 h 5450835"/>
              <a:gd name="connsiteX4338" fmla="*/ 777737 w 10450132"/>
              <a:gd name="connsiteY4338" fmla="*/ 3924150 h 5450835"/>
              <a:gd name="connsiteX4339" fmla="*/ 768674 w 10450132"/>
              <a:gd name="connsiteY4339" fmla="*/ 3924150 h 5450835"/>
              <a:gd name="connsiteX4340" fmla="*/ 767886 w 10450132"/>
              <a:gd name="connsiteY4340" fmla="*/ 3923690 h 5450835"/>
              <a:gd name="connsiteX4341" fmla="*/ 763353 w 10450132"/>
              <a:gd name="connsiteY4341" fmla="*/ 3915808 h 5450835"/>
              <a:gd name="connsiteX4342" fmla="*/ 763353 w 10450132"/>
              <a:gd name="connsiteY4342" fmla="*/ 3914954 h 5450835"/>
              <a:gd name="connsiteX4343" fmla="*/ 767886 w 10450132"/>
              <a:gd name="connsiteY4343" fmla="*/ 3907073 h 5450835"/>
              <a:gd name="connsiteX4344" fmla="*/ 768674 w 10450132"/>
              <a:gd name="connsiteY4344" fmla="*/ 3906613 h 5450835"/>
              <a:gd name="connsiteX4345" fmla="*/ 514312 w 10450132"/>
              <a:gd name="connsiteY4345" fmla="*/ 3906613 h 5450835"/>
              <a:gd name="connsiteX4346" fmla="*/ 523376 w 10450132"/>
              <a:gd name="connsiteY4346" fmla="*/ 3906613 h 5450835"/>
              <a:gd name="connsiteX4347" fmla="*/ 524164 w 10450132"/>
              <a:gd name="connsiteY4347" fmla="*/ 3907073 h 5450835"/>
              <a:gd name="connsiteX4348" fmla="*/ 528696 w 10450132"/>
              <a:gd name="connsiteY4348" fmla="*/ 3914954 h 5450835"/>
              <a:gd name="connsiteX4349" fmla="*/ 528696 w 10450132"/>
              <a:gd name="connsiteY4349" fmla="*/ 3915808 h 5450835"/>
              <a:gd name="connsiteX4350" fmla="*/ 524164 w 10450132"/>
              <a:gd name="connsiteY4350" fmla="*/ 3923690 h 5450835"/>
              <a:gd name="connsiteX4351" fmla="*/ 523376 w 10450132"/>
              <a:gd name="connsiteY4351" fmla="*/ 3924150 h 5450835"/>
              <a:gd name="connsiteX4352" fmla="*/ 514312 w 10450132"/>
              <a:gd name="connsiteY4352" fmla="*/ 3924150 h 5450835"/>
              <a:gd name="connsiteX4353" fmla="*/ 513524 w 10450132"/>
              <a:gd name="connsiteY4353" fmla="*/ 3923690 h 5450835"/>
              <a:gd name="connsiteX4354" fmla="*/ 508991 w 10450132"/>
              <a:gd name="connsiteY4354" fmla="*/ 3915808 h 5450835"/>
              <a:gd name="connsiteX4355" fmla="*/ 508991 w 10450132"/>
              <a:gd name="connsiteY4355" fmla="*/ 3914954 h 5450835"/>
              <a:gd name="connsiteX4356" fmla="*/ 513524 w 10450132"/>
              <a:gd name="connsiteY4356" fmla="*/ 3907073 h 5450835"/>
              <a:gd name="connsiteX4357" fmla="*/ 514312 w 10450132"/>
              <a:gd name="connsiteY4357" fmla="*/ 3906613 h 5450835"/>
              <a:gd name="connsiteX4358" fmla="*/ 259860 w 10450132"/>
              <a:gd name="connsiteY4358" fmla="*/ 3906613 h 5450835"/>
              <a:gd name="connsiteX4359" fmla="*/ 268924 w 10450132"/>
              <a:gd name="connsiteY4359" fmla="*/ 3906613 h 5450835"/>
              <a:gd name="connsiteX4360" fmla="*/ 269712 w 10450132"/>
              <a:gd name="connsiteY4360" fmla="*/ 3907073 h 5450835"/>
              <a:gd name="connsiteX4361" fmla="*/ 274244 w 10450132"/>
              <a:gd name="connsiteY4361" fmla="*/ 3914954 h 5450835"/>
              <a:gd name="connsiteX4362" fmla="*/ 274244 w 10450132"/>
              <a:gd name="connsiteY4362" fmla="*/ 3915808 h 5450835"/>
              <a:gd name="connsiteX4363" fmla="*/ 269712 w 10450132"/>
              <a:gd name="connsiteY4363" fmla="*/ 3923690 h 5450835"/>
              <a:gd name="connsiteX4364" fmla="*/ 268924 w 10450132"/>
              <a:gd name="connsiteY4364" fmla="*/ 3924150 h 5450835"/>
              <a:gd name="connsiteX4365" fmla="*/ 259860 w 10450132"/>
              <a:gd name="connsiteY4365" fmla="*/ 3924150 h 5450835"/>
              <a:gd name="connsiteX4366" fmla="*/ 259071 w 10450132"/>
              <a:gd name="connsiteY4366" fmla="*/ 3923690 h 5450835"/>
              <a:gd name="connsiteX4367" fmla="*/ 254539 w 10450132"/>
              <a:gd name="connsiteY4367" fmla="*/ 3915808 h 5450835"/>
              <a:gd name="connsiteX4368" fmla="*/ 254539 w 10450132"/>
              <a:gd name="connsiteY4368" fmla="*/ 3914954 h 5450835"/>
              <a:gd name="connsiteX4369" fmla="*/ 259071 w 10450132"/>
              <a:gd name="connsiteY4369" fmla="*/ 3907073 h 5450835"/>
              <a:gd name="connsiteX4370" fmla="*/ 259860 w 10450132"/>
              <a:gd name="connsiteY4370" fmla="*/ 3906613 h 5450835"/>
              <a:gd name="connsiteX4371" fmla="*/ 5563 w 10450132"/>
              <a:gd name="connsiteY4371" fmla="*/ 3906613 h 5450835"/>
              <a:gd name="connsiteX4372" fmla="*/ 14627 w 10450132"/>
              <a:gd name="connsiteY4372" fmla="*/ 3906613 h 5450835"/>
              <a:gd name="connsiteX4373" fmla="*/ 15415 w 10450132"/>
              <a:gd name="connsiteY4373" fmla="*/ 3907073 h 5450835"/>
              <a:gd name="connsiteX4374" fmla="*/ 19947 w 10450132"/>
              <a:gd name="connsiteY4374" fmla="*/ 3914954 h 5450835"/>
              <a:gd name="connsiteX4375" fmla="*/ 19947 w 10450132"/>
              <a:gd name="connsiteY4375" fmla="*/ 3915808 h 5450835"/>
              <a:gd name="connsiteX4376" fmla="*/ 15415 w 10450132"/>
              <a:gd name="connsiteY4376" fmla="*/ 3923690 h 5450835"/>
              <a:gd name="connsiteX4377" fmla="*/ 14627 w 10450132"/>
              <a:gd name="connsiteY4377" fmla="*/ 3924150 h 5450835"/>
              <a:gd name="connsiteX4378" fmla="*/ 5563 w 10450132"/>
              <a:gd name="connsiteY4378" fmla="*/ 3924150 h 5450835"/>
              <a:gd name="connsiteX4379" fmla="*/ 4774 w 10450132"/>
              <a:gd name="connsiteY4379" fmla="*/ 3923690 h 5450835"/>
              <a:gd name="connsiteX4380" fmla="*/ 242 w 10450132"/>
              <a:gd name="connsiteY4380" fmla="*/ 3915808 h 5450835"/>
              <a:gd name="connsiteX4381" fmla="*/ 242 w 10450132"/>
              <a:gd name="connsiteY4381" fmla="*/ 3914954 h 5450835"/>
              <a:gd name="connsiteX4382" fmla="*/ 4774 w 10450132"/>
              <a:gd name="connsiteY4382" fmla="*/ 3907073 h 5450835"/>
              <a:gd name="connsiteX4383" fmla="*/ 5563 w 10450132"/>
              <a:gd name="connsiteY4383" fmla="*/ 3906613 h 5450835"/>
              <a:gd name="connsiteX4384" fmla="*/ 10435622 w 10450132"/>
              <a:gd name="connsiteY4384" fmla="*/ 3689539 h 5450835"/>
              <a:gd name="connsiteX4385" fmla="*/ 10444686 w 10450132"/>
              <a:gd name="connsiteY4385" fmla="*/ 3689539 h 5450835"/>
              <a:gd name="connsiteX4386" fmla="*/ 10445474 w 10450132"/>
              <a:gd name="connsiteY4386" fmla="*/ 3689998 h 5450835"/>
              <a:gd name="connsiteX4387" fmla="*/ 10450007 w 10450132"/>
              <a:gd name="connsiteY4387" fmla="*/ 3697880 h 5450835"/>
              <a:gd name="connsiteX4388" fmla="*/ 10450007 w 10450132"/>
              <a:gd name="connsiteY4388" fmla="*/ 3698734 h 5450835"/>
              <a:gd name="connsiteX4389" fmla="*/ 10445474 w 10450132"/>
              <a:gd name="connsiteY4389" fmla="*/ 3706616 h 5450835"/>
              <a:gd name="connsiteX4390" fmla="*/ 10444686 w 10450132"/>
              <a:gd name="connsiteY4390" fmla="*/ 3707075 h 5450835"/>
              <a:gd name="connsiteX4391" fmla="*/ 10435622 w 10450132"/>
              <a:gd name="connsiteY4391" fmla="*/ 3707075 h 5450835"/>
              <a:gd name="connsiteX4392" fmla="*/ 10434834 w 10450132"/>
              <a:gd name="connsiteY4392" fmla="*/ 3706616 h 5450835"/>
              <a:gd name="connsiteX4393" fmla="*/ 10430302 w 10450132"/>
              <a:gd name="connsiteY4393" fmla="*/ 3698734 h 5450835"/>
              <a:gd name="connsiteX4394" fmla="*/ 10430302 w 10450132"/>
              <a:gd name="connsiteY4394" fmla="*/ 3697880 h 5450835"/>
              <a:gd name="connsiteX4395" fmla="*/ 10434834 w 10450132"/>
              <a:gd name="connsiteY4395" fmla="*/ 3689998 h 5450835"/>
              <a:gd name="connsiteX4396" fmla="*/ 10435622 w 10450132"/>
              <a:gd name="connsiteY4396" fmla="*/ 3689539 h 5450835"/>
              <a:gd name="connsiteX4397" fmla="*/ 10181242 w 10450132"/>
              <a:gd name="connsiteY4397" fmla="*/ 3689539 h 5450835"/>
              <a:gd name="connsiteX4398" fmla="*/ 10190305 w 10450132"/>
              <a:gd name="connsiteY4398" fmla="*/ 3689539 h 5450835"/>
              <a:gd name="connsiteX4399" fmla="*/ 10191093 w 10450132"/>
              <a:gd name="connsiteY4399" fmla="*/ 3689998 h 5450835"/>
              <a:gd name="connsiteX4400" fmla="*/ 10195626 w 10450132"/>
              <a:gd name="connsiteY4400" fmla="*/ 3697880 h 5450835"/>
              <a:gd name="connsiteX4401" fmla="*/ 10195626 w 10450132"/>
              <a:gd name="connsiteY4401" fmla="*/ 3698734 h 5450835"/>
              <a:gd name="connsiteX4402" fmla="*/ 10191093 w 10450132"/>
              <a:gd name="connsiteY4402" fmla="*/ 3706616 h 5450835"/>
              <a:gd name="connsiteX4403" fmla="*/ 10190305 w 10450132"/>
              <a:gd name="connsiteY4403" fmla="*/ 3707075 h 5450835"/>
              <a:gd name="connsiteX4404" fmla="*/ 10181242 w 10450132"/>
              <a:gd name="connsiteY4404" fmla="*/ 3707075 h 5450835"/>
              <a:gd name="connsiteX4405" fmla="*/ 10180453 w 10450132"/>
              <a:gd name="connsiteY4405" fmla="*/ 3706616 h 5450835"/>
              <a:gd name="connsiteX4406" fmla="*/ 10175922 w 10450132"/>
              <a:gd name="connsiteY4406" fmla="*/ 3698734 h 5450835"/>
              <a:gd name="connsiteX4407" fmla="*/ 10175922 w 10450132"/>
              <a:gd name="connsiteY4407" fmla="*/ 3697880 h 5450835"/>
              <a:gd name="connsiteX4408" fmla="*/ 10180453 w 10450132"/>
              <a:gd name="connsiteY4408" fmla="*/ 3689998 h 5450835"/>
              <a:gd name="connsiteX4409" fmla="*/ 10181242 w 10450132"/>
              <a:gd name="connsiteY4409" fmla="*/ 3689539 h 5450835"/>
              <a:gd name="connsiteX4410" fmla="*/ 9926861 w 10450132"/>
              <a:gd name="connsiteY4410" fmla="*/ 3689539 h 5450835"/>
              <a:gd name="connsiteX4411" fmla="*/ 9935924 w 10450132"/>
              <a:gd name="connsiteY4411" fmla="*/ 3689539 h 5450835"/>
              <a:gd name="connsiteX4412" fmla="*/ 9936713 w 10450132"/>
              <a:gd name="connsiteY4412" fmla="*/ 3689998 h 5450835"/>
              <a:gd name="connsiteX4413" fmla="*/ 9941246 w 10450132"/>
              <a:gd name="connsiteY4413" fmla="*/ 3697880 h 5450835"/>
              <a:gd name="connsiteX4414" fmla="*/ 9941246 w 10450132"/>
              <a:gd name="connsiteY4414" fmla="*/ 3698734 h 5450835"/>
              <a:gd name="connsiteX4415" fmla="*/ 9936713 w 10450132"/>
              <a:gd name="connsiteY4415" fmla="*/ 3706616 h 5450835"/>
              <a:gd name="connsiteX4416" fmla="*/ 9935924 w 10450132"/>
              <a:gd name="connsiteY4416" fmla="*/ 3707075 h 5450835"/>
              <a:gd name="connsiteX4417" fmla="*/ 9926861 w 10450132"/>
              <a:gd name="connsiteY4417" fmla="*/ 3707075 h 5450835"/>
              <a:gd name="connsiteX4418" fmla="*/ 9926073 w 10450132"/>
              <a:gd name="connsiteY4418" fmla="*/ 3706616 h 5450835"/>
              <a:gd name="connsiteX4419" fmla="*/ 9921541 w 10450132"/>
              <a:gd name="connsiteY4419" fmla="*/ 3698734 h 5450835"/>
              <a:gd name="connsiteX4420" fmla="*/ 9921541 w 10450132"/>
              <a:gd name="connsiteY4420" fmla="*/ 3697880 h 5450835"/>
              <a:gd name="connsiteX4421" fmla="*/ 9926073 w 10450132"/>
              <a:gd name="connsiteY4421" fmla="*/ 3689998 h 5450835"/>
              <a:gd name="connsiteX4422" fmla="*/ 9926861 w 10450132"/>
              <a:gd name="connsiteY4422" fmla="*/ 3689539 h 5450835"/>
              <a:gd name="connsiteX4423" fmla="*/ 9672481 w 10450132"/>
              <a:gd name="connsiteY4423" fmla="*/ 3689539 h 5450835"/>
              <a:gd name="connsiteX4424" fmla="*/ 9681545 w 10450132"/>
              <a:gd name="connsiteY4424" fmla="*/ 3689539 h 5450835"/>
              <a:gd name="connsiteX4425" fmla="*/ 9682333 w 10450132"/>
              <a:gd name="connsiteY4425" fmla="*/ 3689998 h 5450835"/>
              <a:gd name="connsiteX4426" fmla="*/ 9686865 w 10450132"/>
              <a:gd name="connsiteY4426" fmla="*/ 3697880 h 5450835"/>
              <a:gd name="connsiteX4427" fmla="*/ 9686865 w 10450132"/>
              <a:gd name="connsiteY4427" fmla="*/ 3698734 h 5450835"/>
              <a:gd name="connsiteX4428" fmla="*/ 9682333 w 10450132"/>
              <a:gd name="connsiteY4428" fmla="*/ 3706616 h 5450835"/>
              <a:gd name="connsiteX4429" fmla="*/ 9681545 w 10450132"/>
              <a:gd name="connsiteY4429" fmla="*/ 3707075 h 5450835"/>
              <a:gd name="connsiteX4430" fmla="*/ 9672481 w 10450132"/>
              <a:gd name="connsiteY4430" fmla="*/ 3707075 h 5450835"/>
              <a:gd name="connsiteX4431" fmla="*/ 9671693 w 10450132"/>
              <a:gd name="connsiteY4431" fmla="*/ 3706616 h 5450835"/>
              <a:gd name="connsiteX4432" fmla="*/ 9667160 w 10450132"/>
              <a:gd name="connsiteY4432" fmla="*/ 3698734 h 5450835"/>
              <a:gd name="connsiteX4433" fmla="*/ 9667160 w 10450132"/>
              <a:gd name="connsiteY4433" fmla="*/ 3697880 h 5450835"/>
              <a:gd name="connsiteX4434" fmla="*/ 9671693 w 10450132"/>
              <a:gd name="connsiteY4434" fmla="*/ 3689998 h 5450835"/>
              <a:gd name="connsiteX4435" fmla="*/ 9672481 w 10450132"/>
              <a:gd name="connsiteY4435" fmla="*/ 3689539 h 5450835"/>
              <a:gd name="connsiteX4436" fmla="*/ 9418035 w 10450132"/>
              <a:gd name="connsiteY4436" fmla="*/ 3689539 h 5450835"/>
              <a:gd name="connsiteX4437" fmla="*/ 9427099 w 10450132"/>
              <a:gd name="connsiteY4437" fmla="*/ 3689539 h 5450835"/>
              <a:gd name="connsiteX4438" fmla="*/ 9427887 w 10450132"/>
              <a:gd name="connsiteY4438" fmla="*/ 3689998 h 5450835"/>
              <a:gd name="connsiteX4439" fmla="*/ 9432419 w 10450132"/>
              <a:gd name="connsiteY4439" fmla="*/ 3697880 h 5450835"/>
              <a:gd name="connsiteX4440" fmla="*/ 9432419 w 10450132"/>
              <a:gd name="connsiteY4440" fmla="*/ 3698734 h 5450835"/>
              <a:gd name="connsiteX4441" fmla="*/ 9427887 w 10450132"/>
              <a:gd name="connsiteY4441" fmla="*/ 3706616 h 5450835"/>
              <a:gd name="connsiteX4442" fmla="*/ 9427099 w 10450132"/>
              <a:gd name="connsiteY4442" fmla="*/ 3707075 h 5450835"/>
              <a:gd name="connsiteX4443" fmla="*/ 9418035 w 10450132"/>
              <a:gd name="connsiteY4443" fmla="*/ 3707075 h 5450835"/>
              <a:gd name="connsiteX4444" fmla="*/ 9417247 w 10450132"/>
              <a:gd name="connsiteY4444" fmla="*/ 3706616 h 5450835"/>
              <a:gd name="connsiteX4445" fmla="*/ 9412714 w 10450132"/>
              <a:gd name="connsiteY4445" fmla="*/ 3698734 h 5450835"/>
              <a:gd name="connsiteX4446" fmla="*/ 9412714 w 10450132"/>
              <a:gd name="connsiteY4446" fmla="*/ 3697880 h 5450835"/>
              <a:gd name="connsiteX4447" fmla="*/ 9417247 w 10450132"/>
              <a:gd name="connsiteY4447" fmla="*/ 3689998 h 5450835"/>
              <a:gd name="connsiteX4448" fmla="*/ 9418035 w 10450132"/>
              <a:gd name="connsiteY4448" fmla="*/ 3689539 h 5450835"/>
              <a:gd name="connsiteX4449" fmla="*/ 9163654 w 10450132"/>
              <a:gd name="connsiteY4449" fmla="*/ 3689539 h 5450835"/>
              <a:gd name="connsiteX4450" fmla="*/ 9172718 w 10450132"/>
              <a:gd name="connsiteY4450" fmla="*/ 3689539 h 5450835"/>
              <a:gd name="connsiteX4451" fmla="*/ 9173506 w 10450132"/>
              <a:gd name="connsiteY4451" fmla="*/ 3689998 h 5450835"/>
              <a:gd name="connsiteX4452" fmla="*/ 9178038 w 10450132"/>
              <a:gd name="connsiteY4452" fmla="*/ 3697880 h 5450835"/>
              <a:gd name="connsiteX4453" fmla="*/ 9178038 w 10450132"/>
              <a:gd name="connsiteY4453" fmla="*/ 3698734 h 5450835"/>
              <a:gd name="connsiteX4454" fmla="*/ 9173506 w 10450132"/>
              <a:gd name="connsiteY4454" fmla="*/ 3706616 h 5450835"/>
              <a:gd name="connsiteX4455" fmla="*/ 9172718 w 10450132"/>
              <a:gd name="connsiteY4455" fmla="*/ 3707075 h 5450835"/>
              <a:gd name="connsiteX4456" fmla="*/ 9163654 w 10450132"/>
              <a:gd name="connsiteY4456" fmla="*/ 3707075 h 5450835"/>
              <a:gd name="connsiteX4457" fmla="*/ 9162866 w 10450132"/>
              <a:gd name="connsiteY4457" fmla="*/ 3706616 h 5450835"/>
              <a:gd name="connsiteX4458" fmla="*/ 9158333 w 10450132"/>
              <a:gd name="connsiteY4458" fmla="*/ 3698734 h 5450835"/>
              <a:gd name="connsiteX4459" fmla="*/ 9158333 w 10450132"/>
              <a:gd name="connsiteY4459" fmla="*/ 3697880 h 5450835"/>
              <a:gd name="connsiteX4460" fmla="*/ 9162866 w 10450132"/>
              <a:gd name="connsiteY4460" fmla="*/ 3689998 h 5450835"/>
              <a:gd name="connsiteX4461" fmla="*/ 9163654 w 10450132"/>
              <a:gd name="connsiteY4461" fmla="*/ 3689539 h 5450835"/>
              <a:gd name="connsiteX4462" fmla="*/ 8909274 w 10450132"/>
              <a:gd name="connsiteY4462" fmla="*/ 3689539 h 5450835"/>
              <a:gd name="connsiteX4463" fmla="*/ 8918336 w 10450132"/>
              <a:gd name="connsiteY4463" fmla="*/ 3689539 h 5450835"/>
              <a:gd name="connsiteX4464" fmla="*/ 8919125 w 10450132"/>
              <a:gd name="connsiteY4464" fmla="*/ 3689998 h 5450835"/>
              <a:gd name="connsiteX4465" fmla="*/ 8923657 w 10450132"/>
              <a:gd name="connsiteY4465" fmla="*/ 3697880 h 5450835"/>
              <a:gd name="connsiteX4466" fmla="*/ 8923657 w 10450132"/>
              <a:gd name="connsiteY4466" fmla="*/ 3698734 h 5450835"/>
              <a:gd name="connsiteX4467" fmla="*/ 8919125 w 10450132"/>
              <a:gd name="connsiteY4467" fmla="*/ 3706616 h 5450835"/>
              <a:gd name="connsiteX4468" fmla="*/ 8918336 w 10450132"/>
              <a:gd name="connsiteY4468" fmla="*/ 3707075 h 5450835"/>
              <a:gd name="connsiteX4469" fmla="*/ 8909274 w 10450132"/>
              <a:gd name="connsiteY4469" fmla="*/ 3707075 h 5450835"/>
              <a:gd name="connsiteX4470" fmla="*/ 8908484 w 10450132"/>
              <a:gd name="connsiteY4470" fmla="*/ 3706616 h 5450835"/>
              <a:gd name="connsiteX4471" fmla="*/ 8903953 w 10450132"/>
              <a:gd name="connsiteY4471" fmla="*/ 3698734 h 5450835"/>
              <a:gd name="connsiteX4472" fmla="*/ 8903953 w 10450132"/>
              <a:gd name="connsiteY4472" fmla="*/ 3697880 h 5450835"/>
              <a:gd name="connsiteX4473" fmla="*/ 8908484 w 10450132"/>
              <a:gd name="connsiteY4473" fmla="*/ 3689998 h 5450835"/>
              <a:gd name="connsiteX4474" fmla="*/ 8909274 w 10450132"/>
              <a:gd name="connsiteY4474" fmla="*/ 3689539 h 5450835"/>
              <a:gd name="connsiteX4475" fmla="*/ 8654892 w 10450132"/>
              <a:gd name="connsiteY4475" fmla="*/ 3689539 h 5450835"/>
              <a:gd name="connsiteX4476" fmla="*/ 8663955 w 10450132"/>
              <a:gd name="connsiteY4476" fmla="*/ 3689539 h 5450835"/>
              <a:gd name="connsiteX4477" fmla="*/ 8664744 w 10450132"/>
              <a:gd name="connsiteY4477" fmla="*/ 3689998 h 5450835"/>
              <a:gd name="connsiteX4478" fmla="*/ 8669277 w 10450132"/>
              <a:gd name="connsiteY4478" fmla="*/ 3697880 h 5450835"/>
              <a:gd name="connsiteX4479" fmla="*/ 8669277 w 10450132"/>
              <a:gd name="connsiteY4479" fmla="*/ 3698734 h 5450835"/>
              <a:gd name="connsiteX4480" fmla="*/ 8664744 w 10450132"/>
              <a:gd name="connsiteY4480" fmla="*/ 3706616 h 5450835"/>
              <a:gd name="connsiteX4481" fmla="*/ 8663955 w 10450132"/>
              <a:gd name="connsiteY4481" fmla="*/ 3707075 h 5450835"/>
              <a:gd name="connsiteX4482" fmla="*/ 8654892 w 10450132"/>
              <a:gd name="connsiteY4482" fmla="*/ 3707075 h 5450835"/>
              <a:gd name="connsiteX4483" fmla="*/ 8654104 w 10450132"/>
              <a:gd name="connsiteY4483" fmla="*/ 3706616 h 5450835"/>
              <a:gd name="connsiteX4484" fmla="*/ 8649572 w 10450132"/>
              <a:gd name="connsiteY4484" fmla="*/ 3698734 h 5450835"/>
              <a:gd name="connsiteX4485" fmla="*/ 8649572 w 10450132"/>
              <a:gd name="connsiteY4485" fmla="*/ 3697880 h 5450835"/>
              <a:gd name="connsiteX4486" fmla="*/ 8654104 w 10450132"/>
              <a:gd name="connsiteY4486" fmla="*/ 3689998 h 5450835"/>
              <a:gd name="connsiteX4487" fmla="*/ 8654892 w 10450132"/>
              <a:gd name="connsiteY4487" fmla="*/ 3689539 h 5450835"/>
              <a:gd name="connsiteX4488" fmla="*/ 8400511 w 10450132"/>
              <a:gd name="connsiteY4488" fmla="*/ 3689539 h 5450835"/>
              <a:gd name="connsiteX4489" fmla="*/ 8409575 w 10450132"/>
              <a:gd name="connsiteY4489" fmla="*/ 3689539 h 5450835"/>
              <a:gd name="connsiteX4490" fmla="*/ 8410363 w 10450132"/>
              <a:gd name="connsiteY4490" fmla="*/ 3689998 h 5450835"/>
              <a:gd name="connsiteX4491" fmla="*/ 8414896 w 10450132"/>
              <a:gd name="connsiteY4491" fmla="*/ 3697880 h 5450835"/>
              <a:gd name="connsiteX4492" fmla="*/ 8414896 w 10450132"/>
              <a:gd name="connsiteY4492" fmla="*/ 3698734 h 5450835"/>
              <a:gd name="connsiteX4493" fmla="*/ 8410363 w 10450132"/>
              <a:gd name="connsiteY4493" fmla="*/ 3706616 h 5450835"/>
              <a:gd name="connsiteX4494" fmla="*/ 8409575 w 10450132"/>
              <a:gd name="connsiteY4494" fmla="*/ 3707075 h 5450835"/>
              <a:gd name="connsiteX4495" fmla="*/ 8400511 w 10450132"/>
              <a:gd name="connsiteY4495" fmla="*/ 3707075 h 5450835"/>
              <a:gd name="connsiteX4496" fmla="*/ 8399723 w 10450132"/>
              <a:gd name="connsiteY4496" fmla="*/ 3706616 h 5450835"/>
              <a:gd name="connsiteX4497" fmla="*/ 8395191 w 10450132"/>
              <a:gd name="connsiteY4497" fmla="*/ 3698734 h 5450835"/>
              <a:gd name="connsiteX4498" fmla="*/ 8395191 w 10450132"/>
              <a:gd name="connsiteY4498" fmla="*/ 3697880 h 5450835"/>
              <a:gd name="connsiteX4499" fmla="*/ 8399723 w 10450132"/>
              <a:gd name="connsiteY4499" fmla="*/ 3689998 h 5450835"/>
              <a:gd name="connsiteX4500" fmla="*/ 8400511 w 10450132"/>
              <a:gd name="connsiteY4500" fmla="*/ 3689539 h 5450835"/>
              <a:gd name="connsiteX4501" fmla="*/ 8146065 w 10450132"/>
              <a:gd name="connsiteY4501" fmla="*/ 3689539 h 5450835"/>
              <a:gd name="connsiteX4502" fmla="*/ 8155129 w 10450132"/>
              <a:gd name="connsiteY4502" fmla="*/ 3689539 h 5450835"/>
              <a:gd name="connsiteX4503" fmla="*/ 8155917 w 10450132"/>
              <a:gd name="connsiteY4503" fmla="*/ 3689998 h 5450835"/>
              <a:gd name="connsiteX4504" fmla="*/ 8160449 w 10450132"/>
              <a:gd name="connsiteY4504" fmla="*/ 3697880 h 5450835"/>
              <a:gd name="connsiteX4505" fmla="*/ 8160449 w 10450132"/>
              <a:gd name="connsiteY4505" fmla="*/ 3698734 h 5450835"/>
              <a:gd name="connsiteX4506" fmla="*/ 8155917 w 10450132"/>
              <a:gd name="connsiteY4506" fmla="*/ 3706616 h 5450835"/>
              <a:gd name="connsiteX4507" fmla="*/ 8155129 w 10450132"/>
              <a:gd name="connsiteY4507" fmla="*/ 3707075 h 5450835"/>
              <a:gd name="connsiteX4508" fmla="*/ 8146065 w 10450132"/>
              <a:gd name="connsiteY4508" fmla="*/ 3707075 h 5450835"/>
              <a:gd name="connsiteX4509" fmla="*/ 8145277 w 10450132"/>
              <a:gd name="connsiteY4509" fmla="*/ 3706616 h 5450835"/>
              <a:gd name="connsiteX4510" fmla="*/ 8140745 w 10450132"/>
              <a:gd name="connsiteY4510" fmla="*/ 3698734 h 5450835"/>
              <a:gd name="connsiteX4511" fmla="*/ 8140745 w 10450132"/>
              <a:gd name="connsiteY4511" fmla="*/ 3697880 h 5450835"/>
              <a:gd name="connsiteX4512" fmla="*/ 8145277 w 10450132"/>
              <a:gd name="connsiteY4512" fmla="*/ 3689998 h 5450835"/>
              <a:gd name="connsiteX4513" fmla="*/ 8146065 w 10450132"/>
              <a:gd name="connsiteY4513" fmla="*/ 3689539 h 5450835"/>
              <a:gd name="connsiteX4514" fmla="*/ 7891684 w 10450132"/>
              <a:gd name="connsiteY4514" fmla="*/ 3689539 h 5450835"/>
              <a:gd name="connsiteX4515" fmla="*/ 7900748 w 10450132"/>
              <a:gd name="connsiteY4515" fmla="*/ 3689539 h 5450835"/>
              <a:gd name="connsiteX4516" fmla="*/ 7901536 w 10450132"/>
              <a:gd name="connsiteY4516" fmla="*/ 3689998 h 5450835"/>
              <a:gd name="connsiteX4517" fmla="*/ 7906067 w 10450132"/>
              <a:gd name="connsiteY4517" fmla="*/ 3697880 h 5450835"/>
              <a:gd name="connsiteX4518" fmla="*/ 7906067 w 10450132"/>
              <a:gd name="connsiteY4518" fmla="*/ 3698734 h 5450835"/>
              <a:gd name="connsiteX4519" fmla="*/ 7901536 w 10450132"/>
              <a:gd name="connsiteY4519" fmla="*/ 3706616 h 5450835"/>
              <a:gd name="connsiteX4520" fmla="*/ 7900748 w 10450132"/>
              <a:gd name="connsiteY4520" fmla="*/ 3707075 h 5450835"/>
              <a:gd name="connsiteX4521" fmla="*/ 7891684 w 10450132"/>
              <a:gd name="connsiteY4521" fmla="*/ 3707075 h 5450835"/>
              <a:gd name="connsiteX4522" fmla="*/ 7890896 w 10450132"/>
              <a:gd name="connsiteY4522" fmla="*/ 3706616 h 5450835"/>
              <a:gd name="connsiteX4523" fmla="*/ 7886363 w 10450132"/>
              <a:gd name="connsiteY4523" fmla="*/ 3698734 h 5450835"/>
              <a:gd name="connsiteX4524" fmla="*/ 7886363 w 10450132"/>
              <a:gd name="connsiteY4524" fmla="*/ 3697880 h 5450835"/>
              <a:gd name="connsiteX4525" fmla="*/ 7890896 w 10450132"/>
              <a:gd name="connsiteY4525" fmla="*/ 3689998 h 5450835"/>
              <a:gd name="connsiteX4526" fmla="*/ 7891684 w 10450132"/>
              <a:gd name="connsiteY4526" fmla="*/ 3689539 h 5450835"/>
              <a:gd name="connsiteX4527" fmla="*/ 7637304 w 10450132"/>
              <a:gd name="connsiteY4527" fmla="*/ 3689539 h 5450835"/>
              <a:gd name="connsiteX4528" fmla="*/ 7646367 w 10450132"/>
              <a:gd name="connsiteY4528" fmla="*/ 3689539 h 5450835"/>
              <a:gd name="connsiteX4529" fmla="*/ 7647156 w 10450132"/>
              <a:gd name="connsiteY4529" fmla="*/ 3689998 h 5450835"/>
              <a:gd name="connsiteX4530" fmla="*/ 7651687 w 10450132"/>
              <a:gd name="connsiteY4530" fmla="*/ 3697880 h 5450835"/>
              <a:gd name="connsiteX4531" fmla="*/ 7651687 w 10450132"/>
              <a:gd name="connsiteY4531" fmla="*/ 3698734 h 5450835"/>
              <a:gd name="connsiteX4532" fmla="*/ 7647156 w 10450132"/>
              <a:gd name="connsiteY4532" fmla="*/ 3706616 h 5450835"/>
              <a:gd name="connsiteX4533" fmla="*/ 7646367 w 10450132"/>
              <a:gd name="connsiteY4533" fmla="*/ 3707075 h 5450835"/>
              <a:gd name="connsiteX4534" fmla="*/ 7637304 w 10450132"/>
              <a:gd name="connsiteY4534" fmla="*/ 3707075 h 5450835"/>
              <a:gd name="connsiteX4535" fmla="*/ 7636516 w 10450132"/>
              <a:gd name="connsiteY4535" fmla="*/ 3706616 h 5450835"/>
              <a:gd name="connsiteX4536" fmla="*/ 7631983 w 10450132"/>
              <a:gd name="connsiteY4536" fmla="*/ 3698734 h 5450835"/>
              <a:gd name="connsiteX4537" fmla="*/ 7631983 w 10450132"/>
              <a:gd name="connsiteY4537" fmla="*/ 3697880 h 5450835"/>
              <a:gd name="connsiteX4538" fmla="*/ 7636516 w 10450132"/>
              <a:gd name="connsiteY4538" fmla="*/ 3689998 h 5450835"/>
              <a:gd name="connsiteX4539" fmla="*/ 7637304 w 10450132"/>
              <a:gd name="connsiteY4539" fmla="*/ 3689539 h 5450835"/>
              <a:gd name="connsiteX4540" fmla="*/ 7382923 w 10450132"/>
              <a:gd name="connsiteY4540" fmla="*/ 3689539 h 5450835"/>
              <a:gd name="connsiteX4541" fmla="*/ 7391987 w 10450132"/>
              <a:gd name="connsiteY4541" fmla="*/ 3689539 h 5450835"/>
              <a:gd name="connsiteX4542" fmla="*/ 7392775 w 10450132"/>
              <a:gd name="connsiteY4542" fmla="*/ 3689998 h 5450835"/>
              <a:gd name="connsiteX4543" fmla="*/ 7397307 w 10450132"/>
              <a:gd name="connsiteY4543" fmla="*/ 3697880 h 5450835"/>
              <a:gd name="connsiteX4544" fmla="*/ 7397307 w 10450132"/>
              <a:gd name="connsiteY4544" fmla="*/ 3698734 h 5450835"/>
              <a:gd name="connsiteX4545" fmla="*/ 7392775 w 10450132"/>
              <a:gd name="connsiteY4545" fmla="*/ 3706616 h 5450835"/>
              <a:gd name="connsiteX4546" fmla="*/ 7391987 w 10450132"/>
              <a:gd name="connsiteY4546" fmla="*/ 3707075 h 5450835"/>
              <a:gd name="connsiteX4547" fmla="*/ 7382923 w 10450132"/>
              <a:gd name="connsiteY4547" fmla="*/ 3707075 h 5450835"/>
              <a:gd name="connsiteX4548" fmla="*/ 7382135 w 10450132"/>
              <a:gd name="connsiteY4548" fmla="*/ 3706616 h 5450835"/>
              <a:gd name="connsiteX4549" fmla="*/ 7377602 w 10450132"/>
              <a:gd name="connsiteY4549" fmla="*/ 3698734 h 5450835"/>
              <a:gd name="connsiteX4550" fmla="*/ 7377602 w 10450132"/>
              <a:gd name="connsiteY4550" fmla="*/ 3697880 h 5450835"/>
              <a:gd name="connsiteX4551" fmla="*/ 7382135 w 10450132"/>
              <a:gd name="connsiteY4551" fmla="*/ 3689998 h 5450835"/>
              <a:gd name="connsiteX4552" fmla="*/ 7382923 w 10450132"/>
              <a:gd name="connsiteY4552" fmla="*/ 3689539 h 5450835"/>
              <a:gd name="connsiteX4553" fmla="*/ 7128477 w 10450132"/>
              <a:gd name="connsiteY4553" fmla="*/ 3689539 h 5450835"/>
              <a:gd name="connsiteX4554" fmla="*/ 7137540 w 10450132"/>
              <a:gd name="connsiteY4554" fmla="*/ 3689539 h 5450835"/>
              <a:gd name="connsiteX4555" fmla="*/ 7138328 w 10450132"/>
              <a:gd name="connsiteY4555" fmla="*/ 3689998 h 5450835"/>
              <a:gd name="connsiteX4556" fmla="*/ 7142860 w 10450132"/>
              <a:gd name="connsiteY4556" fmla="*/ 3697880 h 5450835"/>
              <a:gd name="connsiteX4557" fmla="*/ 7142860 w 10450132"/>
              <a:gd name="connsiteY4557" fmla="*/ 3698734 h 5450835"/>
              <a:gd name="connsiteX4558" fmla="*/ 7138328 w 10450132"/>
              <a:gd name="connsiteY4558" fmla="*/ 3706616 h 5450835"/>
              <a:gd name="connsiteX4559" fmla="*/ 7137540 w 10450132"/>
              <a:gd name="connsiteY4559" fmla="*/ 3707075 h 5450835"/>
              <a:gd name="connsiteX4560" fmla="*/ 7128477 w 10450132"/>
              <a:gd name="connsiteY4560" fmla="*/ 3707075 h 5450835"/>
              <a:gd name="connsiteX4561" fmla="*/ 7127689 w 10450132"/>
              <a:gd name="connsiteY4561" fmla="*/ 3706616 h 5450835"/>
              <a:gd name="connsiteX4562" fmla="*/ 7123156 w 10450132"/>
              <a:gd name="connsiteY4562" fmla="*/ 3698734 h 5450835"/>
              <a:gd name="connsiteX4563" fmla="*/ 7123156 w 10450132"/>
              <a:gd name="connsiteY4563" fmla="*/ 3697880 h 5450835"/>
              <a:gd name="connsiteX4564" fmla="*/ 7127689 w 10450132"/>
              <a:gd name="connsiteY4564" fmla="*/ 3689998 h 5450835"/>
              <a:gd name="connsiteX4565" fmla="*/ 7128477 w 10450132"/>
              <a:gd name="connsiteY4565" fmla="*/ 3689539 h 5450835"/>
              <a:gd name="connsiteX4566" fmla="*/ 6874095 w 10450132"/>
              <a:gd name="connsiteY4566" fmla="*/ 3689539 h 5450835"/>
              <a:gd name="connsiteX4567" fmla="*/ 6883159 w 10450132"/>
              <a:gd name="connsiteY4567" fmla="*/ 3689539 h 5450835"/>
              <a:gd name="connsiteX4568" fmla="*/ 6883947 w 10450132"/>
              <a:gd name="connsiteY4568" fmla="*/ 3689998 h 5450835"/>
              <a:gd name="connsiteX4569" fmla="*/ 6888480 w 10450132"/>
              <a:gd name="connsiteY4569" fmla="*/ 3697880 h 5450835"/>
              <a:gd name="connsiteX4570" fmla="*/ 6888480 w 10450132"/>
              <a:gd name="connsiteY4570" fmla="*/ 3698734 h 5450835"/>
              <a:gd name="connsiteX4571" fmla="*/ 6883947 w 10450132"/>
              <a:gd name="connsiteY4571" fmla="*/ 3706616 h 5450835"/>
              <a:gd name="connsiteX4572" fmla="*/ 6883159 w 10450132"/>
              <a:gd name="connsiteY4572" fmla="*/ 3707075 h 5450835"/>
              <a:gd name="connsiteX4573" fmla="*/ 6874095 w 10450132"/>
              <a:gd name="connsiteY4573" fmla="*/ 3707075 h 5450835"/>
              <a:gd name="connsiteX4574" fmla="*/ 6873307 w 10450132"/>
              <a:gd name="connsiteY4574" fmla="*/ 3706616 h 5450835"/>
              <a:gd name="connsiteX4575" fmla="*/ 6868775 w 10450132"/>
              <a:gd name="connsiteY4575" fmla="*/ 3698734 h 5450835"/>
              <a:gd name="connsiteX4576" fmla="*/ 6868775 w 10450132"/>
              <a:gd name="connsiteY4576" fmla="*/ 3697880 h 5450835"/>
              <a:gd name="connsiteX4577" fmla="*/ 6873307 w 10450132"/>
              <a:gd name="connsiteY4577" fmla="*/ 3689998 h 5450835"/>
              <a:gd name="connsiteX4578" fmla="*/ 6874095 w 10450132"/>
              <a:gd name="connsiteY4578" fmla="*/ 3689539 h 5450835"/>
              <a:gd name="connsiteX4579" fmla="*/ 6619714 w 10450132"/>
              <a:gd name="connsiteY4579" fmla="*/ 3689539 h 5450835"/>
              <a:gd name="connsiteX4580" fmla="*/ 6628778 w 10450132"/>
              <a:gd name="connsiteY4580" fmla="*/ 3689539 h 5450835"/>
              <a:gd name="connsiteX4581" fmla="*/ 6629566 w 10450132"/>
              <a:gd name="connsiteY4581" fmla="*/ 3689998 h 5450835"/>
              <a:gd name="connsiteX4582" fmla="*/ 6634099 w 10450132"/>
              <a:gd name="connsiteY4582" fmla="*/ 3697880 h 5450835"/>
              <a:gd name="connsiteX4583" fmla="*/ 6634099 w 10450132"/>
              <a:gd name="connsiteY4583" fmla="*/ 3698734 h 5450835"/>
              <a:gd name="connsiteX4584" fmla="*/ 6629566 w 10450132"/>
              <a:gd name="connsiteY4584" fmla="*/ 3706616 h 5450835"/>
              <a:gd name="connsiteX4585" fmla="*/ 6628778 w 10450132"/>
              <a:gd name="connsiteY4585" fmla="*/ 3707075 h 5450835"/>
              <a:gd name="connsiteX4586" fmla="*/ 6619714 w 10450132"/>
              <a:gd name="connsiteY4586" fmla="*/ 3707075 h 5450835"/>
              <a:gd name="connsiteX4587" fmla="*/ 6618926 w 10450132"/>
              <a:gd name="connsiteY4587" fmla="*/ 3706616 h 5450835"/>
              <a:gd name="connsiteX4588" fmla="*/ 6614394 w 10450132"/>
              <a:gd name="connsiteY4588" fmla="*/ 3698734 h 5450835"/>
              <a:gd name="connsiteX4589" fmla="*/ 6614394 w 10450132"/>
              <a:gd name="connsiteY4589" fmla="*/ 3697880 h 5450835"/>
              <a:gd name="connsiteX4590" fmla="*/ 6618926 w 10450132"/>
              <a:gd name="connsiteY4590" fmla="*/ 3689998 h 5450835"/>
              <a:gd name="connsiteX4591" fmla="*/ 6619714 w 10450132"/>
              <a:gd name="connsiteY4591" fmla="*/ 3689539 h 5450835"/>
              <a:gd name="connsiteX4592" fmla="*/ 6365334 w 10450132"/>
              <a:gd name="connsiteY4592" fmla="*/ 3689539 h 5450835"/>
              <a:gd name="connsiteX4593" fmla="*/ 6374397 w 10450132"/>
              <a:gd name="connsiteY4593" fmla="*/ 3689539 h 5450835"/>
              <a:gd name="connsiteX4594" fmla="*/ 6375186 w 10450132"/>
              <a:gd name="connsiteY4594" fmla="*/ 3689998 h 5450835"/>
              <a:gd name="connsiteX4595" fmla="*/ 6379718 w 10450132"/>
              <a:gd name="connsiteY4595" fmla="*/ 3697880 h 5450835"/>
              <a:gd name="connsiteX4596" fmla="*/ 6379718 w 10450132"/>
              <a:gd name="connsiteY4596" fmla="*/ 3698734 h 5450835"/>
              <a:gd name="connsiteX4597" fmla="*/ 6375186 w 10450132"/>
              <a:gd name="connsiteY4597" fmla="*/ 3706616 h 5450835"/>
              <a:gd name="connsiteX4598" fmla="*/ 6374397 w 10450132"/>
              <a:gd name="connsiteY4598" fmla="*/ 3707075 h 5450835"/>
              <a:gd name="connsiteX4599" fmla="*/ 6365334 w 10450132"/>
              <a:gd name="connsiteY4599" fmla="*/ 3707075 h 5450835"/>
              <a:gd name="connsiteX4600" fmla="*/ 6364546 w 10450132"/>
              <a:gd name="connsiteY4600" fmla="*/ 3706616 h 5450835"/>
              <a:gd name="connsiteX4601" fmla="*/ 6360014 w 10450132"/>
              <a:gd name="connsiteY4601" fmla="*/ 3698734 h 5450835"/>
              <a:gd name="connsiteX4602" fmla="*/ 6360014 w 10450132"/>
              <a:gd name="connsiteY4602" fmla="*/ 3697880 h 5450835"/>
              <a:gd name="connsiteX4603" fmla="*/ 6364546 w 10450132"/>
              <a:gd name="connsiteY4603" fmla="*/ 3689998 h 5450835"/>
              <a:gd name="connsiteX4604" fmla="*/ 6365334 w 10450132"/>
              <a:gd name="connsiteY4604" fmla="*/ 3689539 h 5450835"/>
              <a:gd name="connsiteX4605" fmla="*/ 6110888 w 10450132"/>
              <a:gd name="connsiteY4605" fmla="*/ 3689539 h 5450835"/>
              <a:gd name="connsiteX4606" fmla="*/ 6119953 w 10450132"/>
              <a:gd name="connsiteY4606" fmla="*/ 3689539 h 5450835"/>
              <a:gd name="connsiteX4607" fmla="*/ 6120740 w 10450132"/>
              <a:gd name="connsiteY4607" fmla="*/ 3689998 h 5450835"/>
              <a:gd name="connsiteX4608" fmla="*/ 6125272 w 10450132"/>
              <a:gd name="connsiteY4608" fmla="*/ 3697880 h 5450835"/>
              <a:gd name="connsiteX4609" fmla="*/ 6125272 w 10450132"/>
              <a:gd name="connsiteY4609" fmla="*/ 3698734 h 5450835"/>
              <a:gd name="connsiteX4610" fmla="*/ 6120740 w 10450132"/>
              <a:gd name="connsiteY4610" fmla="*/ 3706616 h 5450835"/>
              <a:gd name="connsiteX4611" fmla="*/ 6119953 w 10450132"/>
              <a:gd name="connsiteY4611" fmla="*/ 3707075 h 5450835"/>
              <a:gd name="connsiteX4612" fmla="*/ 6110888 w 10450132"/>
              <a:gd name="connsiteY4612" fmla="*/ 3707075 h 5450835"/>
              <a:gd name="connsiteX4613" fmla="*/ 6110101 w 10450132"/>
              <a:gd name="connsiteY4613" fmla="*/ 3706616 h 5450835"/>
              <a:gd name="connsiteX4614" fmla="*/ 6105567 w 10450132"/>
              <a:gd name="connsiteY4614" fmla="*/ 3698734 h 5450835"/>
              <a:gd name="connsiteX4615" fmla="*/ 6105567 w 10450132"/>
              <a:gd name="connsiteY4615" fmla="*/ 3697880 h 5450835"/>
              <a:gd name="connsiteX4616" fmla="*/ 6110101 w 10450132"/>
              <a:gd name="connsiteY4616" fmla="*/ 3689998 h 5450835"/>
              <a:gd name="connsiteX4617" fmla="*/ 6110888 w 10450132"/>
              <a:gd name="connsiteY4617" fmla="*/ 3689539 h 5450835"/>
              <a:gd name="connsiteX4618" fmla="*/ 5856508 w 10450132"/>
              <a:gd name="connsiteY4618" fmla="*/ 3689539 h 5450835"/>
              <a:gd name="connsiteX4619" fmla="*/ 5865571 w 10450132"/>
              <a:gd name="connsiteY4619" fmla="*/ 3689539 h 5450835"/>
              <a:gd name="connsiteX4620" fmla="*/ 5866359 w 10450132"/>
              <a:gd name="connsiteY4620" fmla="*/ 3689998 h 5450835"/>
              <a:gd name="connsiteX4621" fmla="*/ 5870891 w 10450132"/>
              <a:gd name="connsiteY4621" fmla="*/ 3697880 h 5450835"/>
              <a:gd name="connsiteX4622" fmla="*/ 5870891 w 10450132"/>
              <a:gd name="connsiteY4622" fmla="*/ 3698734 h 5450835"/>
              <a:gd name="connsiteX4623" fmla="*/ 5866359 w 10450132"/>
              <a:gd name="connsiteY4623" fmla="*/ 3706616 h 5450835"/>
              <a:gd name="connsiteX4624" fmla="*/ 5865571 w 10450132"/>
              <a:gd name="connsiteY4624" fmla="*/ 3707075 h 5450835"/>
              <a:gd name="connsiteX4625" fmla="*/ 5856508 w 10450132"/>
              <a:gd name="connsiteY4625" fmla="*/ 3707075 h 5450835"/>
              <a:gd name="connsiteX4626" fmla="*/ 5855720 w 10450132"/>
              <a:gd name="connsiteY4626" fmla="*/ 3706616 h 5450835"/>
              <a:gd name="connsiteX4627" fmla="*/ 5851187 w 10450132"/>
              <a:gd name="connsiteY4627" fmla="*/ 3698734 h 5450835"/>
              <a:gd name="connsiteX4628" fmla="*/ 5851187 w 10450132"/>
              <a:gd name="connsiteY4628" fmla="*/ 3697880 h 5450835"/>
              <a:gd name="connsiteX4629" fmla="*/ 5855720 w 10450132"/>
              <a:gd name="connsiteY4629" fmla="*/ 3689998 h 5450835"/>
              <a:gd name="connsiteX4630" fmla="*/ 5856508 w 10450132"/>
              <a:gd name="connsiteY4630" fmla="*/ 3689539 h 5450835"/>
              <a:gd name="connsiteX4631" fmla="*/ 5602126 w 10450132"/>
              <a:gd name="connsiteY4631" fmla="*/ 3689539 h 5450835"/>
              <a:gd name="connsiteX4632" fmla="*/ 5611191 w 10450132"/>
              <a:gd name="connsiteY4632" fmla="*/ 3689539 h 5450835"/>
              <a:gd name="connsiteX4633" fmla="*/ 5611979 w 10450132"/>
              <a:gd name="connsiteY4633" fmla="*/ 3689998 h 5450835"/>
              <a:gd name="connsiteX4634" fmla="*/ 5616511 w 10450132"/>
              <a:gd name="connsiteY4634" fmla="*/ 3697880 h 5450835"/>
              <a:gd name="connsiteX4635" fmla="*/ 5616511 w 10450132"/>
              <a:gd name="connsiteY4635" fmla="*/ 3698734 h 5450835"/>
              <a:gd name="connsiteX4636" fmla="*/ 5611979 w 10450132"/>
              <a:gd name="connsiteY4636" fmla="*/ 3706616 h 5450835"/>
              <a:gd name="connsiteX4637" fmla="*/ 5611191 w 10450132"/>
              <a:gd name="connsiteY4637" fmla="*/ 3707075 h 5450835"/>
              <a:gd name="connsiteX4638" fmla="*/ 5602126 w 10450132"/>
              <a:gd name="connsiteY4638" fmla="*/ 3707075 h 5450835"/>
              <a:gd name="connsiteX4639" fmla="*/ 5601338 w 10450132"/>
              <a:gd name="connsiteY4639" fmla="*/ 3706616 h 5450835"/>
              <a:gd name="connsiteX4640" fmla="*/ 5596807 w 10450132"/>
              <a:gd name="connsiteY4640" fmla="*/ 3698734 h 5450835"/>
              <a:gd name="connsiteX4641" fmla="*/ 5596807 w 10450132"/>
              <a:gd name="connsiteY4641" fmla="*/ 3697880 h 5450835"/>
              <a:gd name="connsiteX4642" fmla="*/ 5601338 w 10450132"/>
              <a:gd name="connsiteY4642" fmla="*/ 3689998 h 5450835"/>
              <a:gd name="connsiteX4643" fmla="*/ 5602126 w 10450132"/>
              <a:gd name="connsiteY4643" fmla="*/ 3689539 h 5450835"/>
              <a:gd name="connsiteX4644" fmla="*/ 5347746 w 10450132"/>
              <a:gd name="connsiteY4644" fmla="*/ 3689539 h 5450835"/>
              <a:gd name="connsiteX4645" fmla="*/ 5356810 w 10450132"/>
              <a:gd name="connsiteY4645" fmla="*/ 3689539 h 5450835"/>
              <a:gd name="connsiteX4646" fmla="*/ 5357598 w 10450132"/>
              <a:gd name="connsiteY4646" fmla="*/ 3689998 h 5450835"/>
              <a:gd name="connsiteX4647" fmla="*/ 5362130 w 10450132"/>
              <a:gd name="connsiteY4647" fmla="*/ 3697880 h 5450835"/>
              <a:gd name="connsiteX4648" fmla="*/ 5362130 w 10450132"/>
              <a:gd name="connsiteY4648" fmla="*/ 3698734 h 5450835"/>
              <a:gd name="connsiteX4649" fmla="*/ 5357598 w 10450132"/>
              <a:gd name="connsiteY4649" fmla="*/ 3706616 h 5450835"/>
              <a:gd name="connsiteX4650" fmla="*/ 5356810 w 10450132"/>
              <a:gd name="connsiteY4650" fmla="*/ 3707075 h 5450835"/>
              <a:gd name="connsiteX4651" fmla="*/ 5347746 w 10450132"/>
              <a:gd name="connsiteY4651" fmla="*/ 3707075 h 5450835"/>
              <a:gd name="connsiteX4652" fmla="*/ 5346958 w 10450132"/>
              <a:gd name="connsiteY4652" fmla="*/ 3706616 h 5450835"/>
              <a:gd name="connsiteX4653" fmla="*/ 5342425 w 10450132"/>
              <a:gd name="connsiteY4653" fmla="*/ 3698734 h 5450835"/>
              <a:gd name="connsiteX4654" fmla="*/ 5342425 w 10450132"/>
              <a:gd name="connsiteY4654" fmla="*/ 3697880 h 5450835"/>
              <a:gd name="connsiteX4655" fmla="*/ 5346958 w 10450132"/>
              <a:gd name="connsiteY4655" fmla="*/ 3689998 h 5450835"/>
              <a:gd name="connsiteX4656" fmla="*/ 5347746 w 10450132"/>
              <a:gd name="connsiteY4656" fmla="*/ 3689539 h 5450835"/>
              <a:gd name="connsiteX4657" fmla="*/ 5093300 w 10450132"/>
              <a:gd name="connsiteY4657" fmla="*/ 3689539 h 5450835"/>
              <a:gd name="connsiteX4658" fmla="*/ 5102364 w 10450132"/>
              <a:gd name="connsiteY4658" fmla="*/ 3689539 h 5450835"/>
              <a:gd name="connsiteX4659" fmla="*/ 5103153 w 10450132"/>
              <a:gd name="connsiteY4659" fmla="*/ 3689998 h 5450835"/>
              <a:gd name="connsiteX4660" fmla="*/ 5107684 w 10450132"/>
              <a:gd name="connsiteY4660" fmla="*/ 3697880 h 5450835"/>
              <a:gd name="connsiteX4661" fmla="*/ 5107684 w 10450132"/>
              <a:gd name="connsiteY4661" fmla="*/ 3698734 h 5450835"/>
              <a:gd name="connsiteX4662" fmla="*/ 5103153 w 10450132"/>
              <a:gd name="connsiteY4662" fmla="*/ 3706616 h 5450835"/>
              <a:gd name="connsiteX4663" fmla="*/ 5102364 w 10450132"/>
              <a:gd name="connsiteY4663" fmla="*/ 3707075 h 5450835"/>
              <a:gd name="connsiteX4664" fmla="*/ 5093300 w 10450132"/>
              <a:gd name="connsiteY4664" fmla="*/ 3707075 h 5450835"/>
              <a:gd name="connsiteX4665" fmla="*/ 5092512 w 10450132"/>
              <a:gd name="connsiteY4665" fmla="*/ 3706616 h 5450835"/>
              <a:gd name="connsiteX4666" fmla="*/ 5087979 w 10450132"/>
              <a:gd name="connsiteY4666" fmla="*/ 3698734 h 5450835"/>
              <a:gd name="connsiteX4667" fmla="*/ 5087979 w 10450132"/>
              <a:gd name="connsiteY4667" fmla="*/ 3697880 h 5450835"/>
              <a:gd name="connsiteX4668" fmla="*/ 5092512 w 10450132"/>
              <a:gd name="connsiteY4668" fmla="*/ 3689998 h 5450835"/>
              <a:gd name="connsiteX4669" fmla="*/ 5093300 w 10450132"/>
              <a:gd name="connsiteY4669" fmla="*/ 3689539 h 5450835"/>
              <a:gd name="connsiteX4670" fmla="*/ 4838919 w 10450132"/>
              <a:gd name="connsiteY4670" fmla="*/ 3689539 h 5450835"/>
              <a:gd name="connsiteX4671" fmla="*/ 4847982 w 10450132"/>
              <a:gd name="connsiteY4671" fmla="*/ 3689539 h 5450835"/>
              <a:gd name="connsiteX4672" fmla="*/ 4848772 w 10450132"/>
              <a:gd name="connsiteY4672" fmla="*/ 3689998 h 5450835"/>
              <a:gd name="connsiteX4673" fmla="*/ 4853303 w 10450132"/>
              <a:gd name="connsiteY4673" fmla="*/ 3697880 h 5450835"/>
              <a:gd name="connsiteX4674" fmla="*/ 4853303 w 10450132"/>
              <a:gd name="connsiteY4674" fmla="*/ 3698734 h 5450835"/>
              <a:gd name="connsiteX4675" fmla="*/ 4848772 w 10450132"/>
              <a:gd name="connsiteY4675" fmla="*/ 3706616 h 5450835"/>
              <a:gd name="connsiteX4676" fmla="*/ 4847982 w 10450132"/>
              <a:gd name="connsiteY4676" fmla="*/ 3707075 h 5450835"/>
              <a:gd name="connsiteX4677" fmla="*/ 4838919 w 10450132"/>
              <a:gd name="connsiteY4677" fmla="*/ 3707075 h 5450835"/>
              <a:gd name="connsiteX4678" fmla="*/ 4838132 w 10450132"/>
              <a:gd name="connsiteY4678" fmla="*/ 3706616 h 5450835"/>
              <a:gd name="connsiteX4679" fmla="*/ 4833598 w 10450132"/>
              <a:gd name="connsiteY4679" fmla="*/ 3698734 h 5450835"/>
              <a:gd name="connsiteX4680" fmla="*/ 4833598 w 10450132"/>
              <a:gd name="connsiteY4680" fmla="*/ 3697880 h 5450835"/>
              <a:gd name="connsiteX4681" fmla="*/ 4838132 w 10450132"/>
              <a:gd name="connsiteY4681" fmla="*/ 3689998 h 5450835"/>
              <a:gd name="connsiteX4682" fmla="*/ 4838919 w 10450132"/>
              <a:gd name="connsiteY4682" fmla="*/ 3689539 h 5450835"/>
              <a:gd name="connsiteX4683" fmla="*/ 4584538 w 10450132"/>
              <a:gd name="connsiteY4683" fmla="*/ 3689539 h 5450835"/>
              <a:gd name="connsiteX4684" fmla="*/ 4593603 w 10450132"/>
              <a:gd name="connsiteY4684" fmla="*/ 3689539 h 5450835"/>
              <a:gd name="connsiteX4685" fmla="*/ 4594390 w 10450132"/>
              <a:gd name="connsiteY4685" fmla="*/ 3689998 h 5450835"/>
              <a:gd name="connsiteX4686" fmla="*/ 4598922 w 10450132"/>
              <a:gd name="connsiteY4686" fmla="*/ 3697880 h 5450835"/>
              <a:gd name="connsiteX4687" fmla="*/ 4598922 w 10450132"/>
              <a:gd name="connsiteY4687" fmla="*/ 3698734 h 5450835"/>
              <a:gd name="connsiteX4688" fmla="*/ 4594390 w 10450132"/>
              <a:gd name="connsiteY4688" fmla="*/ 3706616 h 5450835"/>
              <a:gd name="connsiteX4689" fmla="*/ 4593603 w 10450132"/>
              <a:gd name="connsiteY4689" fmla="*/ 3707075 h 5450835"/>
              <a:gd name="connsiteX4690" fmla="*/ 4584538 w 10450132"/>
              <a:gd name="connsiteY4690" fmla="*/ 3707075 h 5450835"/>
              <a:gd name="connsiteX4691" fmla="*/ 4583749 w 10450132"/>
              <a:gd name="connsiteY4691" fmla="*/ 3706616 h 5450835"/>
              <a:gd name="connsiteX4692" fmla="*/ 4579218 w 10450132"/>
              <a:gd name="connsiteY4692" fmla="*/ 3698734 h 5450835"/>
              <a:gd name="connsiteX4693" fmla="*/ 4579218 w 10450132"/>
              <a:gd name="connsiteY4693" fmla="*/ 3697880 h 5450835"/>
              <a:gd name="connsiteX4694" fmla="*/ 4583749 w 10450132"/>
              <a:gd name="connsiteY4694" fmla="*/ 3689998 h 5450835"/>
              <a:gd name="connsiteX4695" fmla="*/ 4584538 w 10450132"/>
              <a:gd name="connsiteY4695" fmla="*/ 3689539 h 5450835"/>
              <a:gd name="connsiteX4696" fmla="*/ 4330157 w 10450132"/>
              <a:gd name="connsiteY4696" fmla="*/ 3689539 h 5450835"/>
              <a:gd name="connsiteX4697" fmla="*/ 4339222 w 10450132"/>
              <a:gd name="connsiteY4697" fmla="*/ 3689539 h 5450835"/>
              <a:gd name="connsiteX4698" fmla="*/ 4340010 w 10450132"/>
              <a:gd name="connsiteY4698" fmla="*/ 3689998 h 5450835"/>
              <a:gd name="connsiteX4699" fmla="*/ 4344540 w 10450132"/>
              <a:gd name="connsiteY4699" fmla="*/ 3697880 h 5450835"/>
              <a:gd name="connsiteX4700" fmla="*/ 4344540 w 10450132"/>
              <a:gd name="connsiteY4700" fmla="*/ 3698734 h 5450835"/>
              <a:gd name="connsiteX4701" fmla="*/ 4340010 w 10450132"/>
              <a:gd name="connsiteY4701" fmla="*/ 3706616 h 5450835"/>
              <a:gd name="connsiteX4702" fmla="*/ 4339222 w 10450132"/>
              <a:gd name="connsiteY4702" fmla="*/ 3707075 h 5450835"/>
              <a:gd name="connsiteX4703" fmla="*/ 4330157 w 10450132"/>
              <a:gd name="connsiteY4703" fmla="*/ 3707075 h 5450835"/>
              <a:gd name="connsiteX4704" fmla="*/ 4329369 w 10450132"/>
              <a:gd name="connsiteY4704" fmla="*/ 3706616 h 5450835"/>
              <a:gd name="connsiteX4705" fmla="*/ 4324836 w 10450132"/>
              <a:gd name="connsiteY4705" fmla="*/ 3698734 h 5450835"/>
              <a:gd name="connsiteX4706" fmla="*/ 4324836 w 10450132"/>
              <a:gd name="connsiteY4706" fmla="*/ 3697880 h 5450835"/>
              <a:gd name="connsiteX4707" fmla="*/ 4329369 w 10450132"/>
              <a:gd name="connsiteY4707" fmla="*/ 3689998 h 5450835"/>
              <a:gd name="connsiteX4708" fmla="*/ 4330157 w 10450132"/>
              <a:gd name="connsiteY4708" fmla="*/ 3689539 h 5450835"/>
              <a:gd name="connsiteX4709" fmla="*/ 4075763 w 10450132"/>
              <a:gd name="connsiteY4709" fmla="*/ 3689539 h 5450835"/>
              <a:gd name="connsiteX4710" fmla="*/ 4084828 w 10450132"/>
              <a:gd name="connsiteY4710" fmla="*/ 3689539 h 5450835"/>
              <a:gd name="connsiteX4711" fmla="*/ 4085617 w 10450132"/>
              <a:gd name="connsiteY4711" fmla="*/ 3689998 h 5450835"/>
              <a:gd name="connsiteX4712" fmla="*/ 4090147 w 10450132"/>
              <a:gd name="connsiteY4712" fmla="*/ 3697880 h 5450835"/>
              <a:gd name="connsiteX4713" fmla="*/ 4090147 w 10450132"/>
              <a:gd name="connsiteY4713" fmla="*/ 3698734 h 5450835"/>
              <a:gd name="connsiteX4714" fmla="*/ 4085617 w 10450132"/>
              <a:gd name="connsiteY4714" fmla="*/ 3706616 h 5450835"/>
              <a:gd name="connsiteX4715" fmla="*/ 4084828 w 10450132"/>
              <a:gd name="connsiteY4715" fmla="*/ 3707075 h 5450835"/>
              <a:gd name="connsiteX4716" fmla="*/ 4075763 w 10450132"/>
              <a:gd name="connsiteY4716" fmla="*/ 3707075 h 5450835"/>
              <a:gd name="connsiteX4717" fmla="*/ 4074975 w 10450132"/>
              <a:gd name="connsiteY4717" fmla="*/ 3706616 h 5450835"/>
              <a:gd name="connsiteX4718" fmla="*/ 4070442 w 10450132"/>
              <a:gd name="connsiteY4718" fmla="*/ 3698734 h 5450835"/>
              <a:gd name="connsiteX4719" fmla="*/ 4070442 w 10450132"/>
              <a:gd name="connsiteY4719" fmla="*/ 3697880 h 5450835"/>
              <a:gd name="connsiteX4720" fmla="*/ 4074975 w 10450132"/>
              <a:gd name="connsiteY4720" fmla="*/ 3689998 h 5450835"/>
              <a:gd name="connsiteX4721" fmla="*/ 4075763 w 10450132"/>
              <a:gd name="connsiteY4721" fmla="*/ 3689539 h 5450835"/>
              <a:gd name="connsiteX4722" fmla="*/ 3821532 w 10450132"/>
              <a:gd name="connsiteY4722" fmla="*/ 3689539 h 5450835"/>
              <a:gd name="connsiteX4723" fmla="*/ 3830597 w 10450132"/>
              <a:gd name="connsiteY4723" fmla="*/ 3689539 h 5450835"/>
              <a:gd name="connsiteX4724" fmla="*/ 3831386 w 10450132"/>
              <a:gd name="connsiteY4724" fmla="*/ 3689998 h 5450835"/>
              <a:gd name="connsiteX4725" fmla="*/ 3835918 w 10450132"/>
              <a:gd name="connsiteY4725" fmla="*/ 3697880 h 5450835"/>
              <a:gd name="connsiteX4726" fmla="*/ 3835918 w 10450132"/>
              <a:gd name="connsiteY4726" fmla="*/ 3698734 h 5450835"/>
              <a:gd name="connsiteX4727" fmla="*/ 3831386 w 10450132"/>
              <a:gd name="connsiteY4727" fmla="*/ 3706616 h 5450835"/>
              <a:gd name="connsiteX4728" fmla="*/ 3830597 w 10450132"/>
              <a:gd name="connsiteY4728" fmla="*/ 3707075 h 5450835"/>
              <a:gd name="connsiteX4729" fmla="*/ 3821532 w 10450132"/>
              <a:gd name="connsiteY4729" fmla="*/ 3707075 h 5450835"/>
              <a:gd name="connsiteX4730" fmla="*/ 3820745 w 10450132"/>
              <a:gd name="connsiteY4730" fmla="*/ 3706616 h 5450835"/>
              <a:gd name="connsiteX4731" fmla="*/ 3816213 w 10450132"/>
              <a:gd name="connsiteY4731" fmla="*/ 3698734 h 5450835"/>
              <a:gd name="connsiteX4732" fmla="*/ 3816213 w 10450132"/>
              <a:gd name="connsiteY4732" fmla="*/ 3697880 h 5450835"/>
              <a:gd name="connsiteX4733" fmla="*/ 3820745 w 10450132"/>
              <a:gd name="connsiteY4733" fmla="*/ 3689998 h 5450835"/>
              <a:gd name="connsiteX4734" fmla="*/ 3821532 w 10450132"/>
              <a:gd name="connsiteY4734" fmla="*/ 3689539 h 5450835"/>
              <a:gd name="connsiteX4735" fmla="*/ 3567119 w 10450132"/>
              <a:gd name="connsiteY4735" fmla="*/ 3689539 h 5450835"/>
              <a:gd name="connsiteX4736" fmla="*/ 3576184 w 10450132"/>
              <a:gd name="connsiteY4736" fmla="*/ 3689539 h 5450835"/>
              <a:gd name="connsiteX4737" fmla="*/ 3576971 w 10450132"/>
              <a:gd name="connsiteY4737" fmla="*/ 3689998 h 5450835"/>
              <a:gd name="connsiteX4738" fmla="*/ 3581503 w 10450132"/>
              <a:gd name="connsiteY4738" fmla="*/ 3697880 h 5450835"/>
              <a:gd name="connsiteX4739" fmla="*/ 3581503 w 10450132"/>
              <a:gd name="connsiteY4739" fmla="*/ 3698734 h 5450835"/>
              <a:gd name="connsiteX4740" fmla="*/ 3576971 w 10450132"/>
              <a:gd name="connsiteY4740" fmla="*/ 3706616 h 5450835"/>
              <a:gd name="connsiteX4741" fmla="*/ 3576184 w 10450132"/>
              <a:gd name="connsiteY4741" fmla="*/ 3707075 h 5450835"/>
              <a:gd name="connsiteX4742" fmla="*/ 3567119 w 10450132"/>
              <a:gd name="connsiteY4742" fmla="*/ 3707075 h 5450835"/>
              <a:gd name="connsiteX4743" fmla="*/ 3566331 w 10450132"/>
              <a:gd name="connsiteY4743" fmla="*/ 3706616 h 5450835"/>
              <a:gd name="connsiteX4744" fmla="*/ 3561797 w 10450132"/>
              <a:gd name="connsiteY4744" fmla="*/ 3698734 h 5450835"/>
              <a:gd name="connsiteX4745" fmla="*/ 3561797 w 10450132"/>
              <a:gd name="connsiteY4745" fmla="*/ 3697880 h 5450835"/>
              <a:gd name="connsiteX4746" fmla="*/ 3566331 w 10450132"/>
              <a:gd name="connsiteY4746" fmla="*/ 3689998 h 5450835"/>
              <a:gd name="connsiteX4747" fmla="*/ 3567119 w 10450132"/>
              <a:gd name="connsiteY4747" fmla="*/ 3689539 h 5450835"/>
              <a:gd name="connsiteX4748" fmla="*/ 3312716 w 10450132"/>
              <a:gd name="connsiteY4748" fmla="*/ 3689539 h 5450835"/>
              <a:gd name="connsiteX4749" fmla="*/ 3321780 w 10450132"/>
              <a:gd name="connsiteY4749" fmla="*/ 3689539 h 5450835"/>
              <a:gd name="connsiteX4750" fmla="*/ 3322567 w 10450132"/>
              <a:gd name="connsiteY4750" fmla="*/ 3689998 h 5450835"/>
              <a:gd name="connsiteX4751" fmla="*/ 3327100 w 10450132"/>
              <a:gd name="connsiteY4751" fmla="*/ 3697880 h 5450835"/>
              <a:gd name="connsiteX4752" fmla="*/ 3327100 w 10450132"/>
              <a:gd name="connsiteY4752" fmla="*/ 3698734 h 5450835"/>
              <a:gd name="connsiteX4753" fmla="*/ 3322567 w 10450132"/>
              <a:gd name="connsiteY4753" fmla="*/ 3706616 h 5450835"/>
              <a:gd name="connsiteX4754" fmla="*/ 3321780 w 10450132"/>
              <a:gd name="connsiteY4754" fmla="*/ 3707075 h 5450835"/>
              <a:gd name="connsiteX4755" fmla="*/ 3312716 w 10450132"/>
              <a:gd name="connsiteY4755" fmla="*/ 3707075 h 5450835"/>
              <a:gd name="connsiteX4756" fmla="*/ 3311927 w 10450132"/>
              <a:gd name="connsiteY4756" fmla="*/ 3706616 h 5450835"/>
              <a:gd name="connsiteX4757" fmla="*/ 3307394 w 10450132"/>
              <a:gd name="connsiteY4757" fmla="*/ 3698734 h 5450835"/>
              <a:gd name="connsiteX4758" fmla="*/ 3307394 w 10450132"/>
              <a:gd name="connsiteY4758" fmla="*/ 3697880 h 5450835"/>
              <a:gd name="connsiteX4759" fmla="*/ 3311927 w 10450132"/>
              <a:gd name="connsiteY4759" fmla="*/ 3689998 h 5450835"/>
              <a:gd name="connsiteX4760" fmla="*/ 3312716 w 10450132"/>
              <a:gd name="connsiteY4760" fmla="*/ 3689539 h 5450835"/>
              <a:gd name="connsiteX4761" fmla="*/ 3058437 w 10450132"/>
              <a:gd name="connsiteY4761" fmla="*/ 3689539 h 5450835"/>
              <a:gd name="connsiteX4762" fmla="*/ 3067508 w 10450132"/>
              <a:gd name="connsiteY4762" fmla="*/ 3689539 h 5450835"/>
              <a:gd name="connsiteX4763" fmla="*/ 3068295 w 10450132"/>
              <a:gd name="connsiteY4763" fmla="*/ 3689998 h 5450835"/>
              <a:gd name="connsiteX4764" fmla="*/ 3072826 w 10450132"/>
              <a:gd name="connsiteY4764" fmla="*/ 3697880 h 5450835"/>
              <a:gd name="connsiteX4765" fmla="*/ 3072826 w 10450132"/>
              <a:gd name="connsiteY4765" fmla="*/ 3698734 h 5450835"/>
              <a:gd name="connsiteX4766" fmla="*/ 3068295 w 10450132"/>
              <a:gd name="connsiteY4766" fmla="*/ 3706616 h 5450835"/>
              <a:gd name="connsiteX4767" fmla="*/ 3067508 w 10450132"/>
              <a:gd name="connsiteY4767" fmla="*/ 3707075 h 5450835"/>
              <a:gd name="connsiteX4768" fmla="*/ 3058437 w 10450132"/>
              <a:gd name="connsiteY4768" fmla="*/ 3707075 h 5450835"/>
              <a:gd name="connsiteX4769" fmla="*/ 3057652 w 10450132"/>
              <a:gd name="connsiteY4769" fmla="*/ 3706616 h 5450835"/>
              <a:gd name="connsiteX4770" fmla="*/ 3053119 w 10450132"/>
              <a:gd name="connsiteY4770" fmla="*/ 3698734 h 5450835"/>
              <a:gd name="connsiteX4771" fmla="*/ 3053119 w 10450132"/>
              <a:gd name="connsiteY4771" fmla="*/ 3697880 h 5450835"/>
              <a:gd name="connsiteX4772" fmla="*/ 3057652 w 10450132"/>
              <a:gd name="connsiteY4772" fmla="*/ 3689998 h 5450835"/>
              <a:gd name="connsiteX4773" fmla="*/ 3058437 w 10450132"/>
              <a:gd name="connsiteY4773" fmla="*/ 3689539 h 5450835"/>
              <a:gd name="connsiteX4774" fmla="*/ 2803837 w 10450132"/>
              <a:gd name="connsiteY4774" fmla="*/ 3689539 h 5450835"/>
              <a:gd name="connsiteX4775" fmla="*/ 2812900 w 10450132"/>
              <a:gd name="connsiteY4775" fmla="*/ 3689539 h 5450835"/>
              <a:gd name="connsiteX4776" fmla="*/ 2813689 w 10450132"/>
              <a:gd name="connsiteY4776" fmla="*/ 3689998 h 5450835"/>
              <a:gd name="connsiteX4777" fmla="*/ 2818220 w 10450132"/>
              <a:gd name="connsiteY4777" fmla="*/ 3697880 h 5450835"/>
              <a:gd name="connsiteX4778" fmla="*/ 2818220 w 10450132"/>
              <a:gd name="connsiteY4778" fmla="*/ 3698734 h 5450835"/>
              <a:gd name="connsiteX4779" fmla="*/ 2813689 w 10450132"/>
              <a:gd name="connsiteY4779" fmla="*/ 3706616 h 5450835"/>
              <a:gd name="connsiteX4780" fmla="*/ 2812900 w 10450132"/>
              <a:gd name="connsiteY4780" fmla="*/ 3707075 h 5450835"/>
              <a:gd name="connsiteX4781" fmla="*/ 2803837 w 10450132"/>
              <a:gd name="connsiteY4781" fmla="*/ 3707075 h 5450835"/>
              <a:gd name="connsiteX4782" fmla="*/ 2803048 w 10450132"/>
              <a:gd name="connsiteY4782" fmla="*/ 3706616 h 5450835"/>
              <a:gd name="connsiteX4783" fmla="*/ 2798515 w 10450132"/>
              <a:gd name="connsiteY4783" fmla="*/ 3698734 h 5450835"/>
              <a:gd name="connsiteX4784" fmla="*/ 2798515 w 10450132"/>
              <a:gd name="connsiteY4784" fmla="*/ 3697880 h 5450835"/>
              <a:gd name="connsiteX4785" fmla="*/ 2803048 w 10450132"/>
              <a:gd name="connsiteY4785" fmla="*/ 3689998 h 5450835"/>
              <a:gd name="connsiteX4786" fmla="*/ 2803837 w 10450132"/>
              <a:gd name="connsiteY4786" fmla="*/ 3689539 h 5450835"/>
              <a:gd name="connsiteX4787" fmla="*/ 2549554 w 10450132"/>
              <a:gd name="connsiteY4787" fmla="*/ 3689539 h 5450835"/>
              <a:gd name="connsiteX4788" fmla="*/ 2558619 w 10450132"/>
              <a:gd name="connsiteY4788" fmla="*/ 3689539 h 5450835"/>
              <a:gd name="connsiteX4789" fmla="*/ 2559407 w 10450132"/>
              <a:gd name="connsiteY4789" fmla="*/ 3689998 h 5450835"/>
              <a:gd name="connsiteX4790" fmla="*/ 2563941 w 10450132"/>
              <a:gd name="connsiteY4790" fmla="*/ 3697880 h 5450835"/>
              <a:gd name="connsiteX4791" fmla="*/ 2563941 w 10450132"/>
              <a:gd name="connsiteY4791" fmla="*/ 3698734 h 5450835"/>
              <a:gd name="connsiteX4792" fmla="*/ 2559407 w 10450132"/>
              <a:gd name="connsiteY4792" fmla="*/ 3706616 h 5450835"/>
              <a:gd name="connsiteX4793" fmla="*/ 2558619 w 10450132"/>
              <a:gd name="connsiteY4793" fmla="*/ 3707075 h 5450835"/>
              <a:gd name="connsiteX4794" fmla="*/ 2549554 w 10450132"/>
              <a:gd name="connsiteY4794" fmla="*/ 3707075 h 5450835"/>
              <a:gd name="connsiteX4795" fmla="*/ 2548767 w 10450132"/>
              <a:gd name="connsiteY4795" fmla="*/ 3706616 h 5450835"/>
              <a:gd name="connsiteX4796" fmla="*/ 2544235 w 10450132"/>
              <a:gd name="connsiteY4796" fmla="*/ 3698734 h 5450835"/>
              <a:gd name="connsiteX4797" fmla="*/ 2544235 w 10450132"/>
              <a:gd name="connsiteY4797" fmla="*/ 3697880 h 5450835"/>
              <a:gd name="connsiteX4798" fmla="*/ 2548767 w 10450132"/>
              <a:gd name="connsiteY4798" fmla="*/ 3689998 h 5450835"/>
              <a:gd name="connsiteX4799" fmla="*/ 2549554 w 10450132"/>
              <a:gd name="connsiteY4799" fmla="*/ 3689539 h 5450835"/>
              <a:gd name="connsiteX4800" fmla="*/ 2295138 w 10450132"/>
              <a:gd name="connsiteY4800" fmla="*/ 3689539 h 5450835"/>
              <a:gd name="connsiteX4801" fmla="*/ 2304204 w 10450132"/>
              <a:gd name="connsiteY4801" fmla="*/ 3689539 h 5450835"/>
              <a:gd name="connsiteX4802" fmla="*/ 2304992 w 10450132"/>
              <a:gd name="connsiteY4802" fmla="*/ 3689998 h 5450835"/>
              <a:gd name="connsiteX4803" fmla="*/ 2309523 w 10450132"/>
              <a:gd name="connsiteY4803" fmla="*/ 3697880 h 5450835"/>
              <a:gd name="connsiteX4804" fmla="*/ 2309523 w 10450132"/>
              <a:gd name="connsiteY4804" fmla="*/ 3698734 h 5450835"/>
              <a:gd name="connsiteX4805" fmla="*/ 2304992 w 10450132"/>
              <a:gd name="connsiteY4805" fmla="*/ 3706616 h 5450835"/>
              <a:gd name="connsiteX4806" fmla="*/ 2304204 w 10450132"/>
              <a:gd name="connsiteY4806" fmla="*/ 3707075 h 5450835"/>
              <a:gd name="connsiteX4807" fmla="*/ 2295138 w 10450132"/>
              <a:gd name="connsiteY4807" fmla="*/ 3707075 h 5450835"/>
              <a:gd name="connsiteX4808" fmla="*/ 2294350 w 10450132"/>
              <a:gd name="connsiteY4808" fmla="*/ 3706616 h 5450835"/>
              <a:gd name="connsiteX4809" fmla="*/ 2289819 w 10450132"/>
              <a:gd name="connsiteY4809" fmla="*/ 3698734 h 5450835"/>
              <a:gd name="connsiteX4810" fmla="*/ 2289819 w 10450132"/>
              <a:gd name="connsiteY4810" fmla="*/ 3697880 h 5450835"/>
              <a:gd name="connsiteX4811" fmla="*/ 2294350 w 10450132"/>
              <a:gd name="connsiteY4811" fmla="*/ 3689998 h 5450835"/>
              <a:gd name="connsiteX4812" fmla="*/ 2295138 w 10450132"/>
              <a:gd name="connsiteY4812" fmla="*/ 3689539 h 5450835"/>
              <a:gd name="connsiteX4813" fmla="*/ 2040623 w 10450132"/>
              <a:gd name="connsiteY4813" fmla="*/ 3689539 h 5450835"/>
              <a:gd name="connsiteX4814" fmla="*/ 2049686 w 10450132"/>
              <a:gd name="connsiteY4814" fmla="*/ 3689539 h 5450835"/>
              <a:gd name="connsiteX4815" fmla="*/ 2050474 w 10450132"/>
              <a:gd name="connsiteY4815" fmla="*/ 3689998 h 5450835"/>
              <a:gd name="connsiteX4816" fmla="*/ 2055006 w 10450132"/>
              <a:gd name="connsiteY4816" fmla="*/ 3697880 h 5450835"/>
              <a:gd name="connsiteX4817" fmla="*/ 2055006 w 10450132"/>
              <a:gd name="connsiteY4817" fmla="*/ 3698734 h 5450835"/>
              <a:gd name="connsiteX4818" fmla="*/ 2050474 w 10450132"/>
              <a:gd name="connsiteY4818" fmla="*/ 3706616 h 5450835"/>
              <a:gd name="connsiteX4819" fmla="*/ 2049686 w 10450132"/>
              <a:gd name="connsiteY4819" fmla="*/ 3707075 h 5450835"/>
              <a:gd name="connsiteX4820" fmla="*/ 2040623 w 10450132"/>
              <a:gd name="connsiteY4820" fmla="*/ 3707075 h 5450835"/>
              <a:gd name="connsiteX4821" fmla="*/ 2039833 w 10450132"/>
              <a:gd name="connsiteY4821" fmla="*/ 3706616 h 5450835"/>
              <a:gd name="connsiteX4822" fmla="*/ 2035302 w 10450132"/>
              <a:gd name="connsiteY4822" fmla="*/ 3698734 h 5450835"/>
              <a:gd name="connsiteX4823" fmla="*/ 2035302 w 10450132"/>
              <a:gd name="connsiteY4823" fmla="*/ 3697880 h 5450835"/>
              <a:gd name="connsiteX4824" fmla="*/ 2039833 w 10450132"/>
              <a:gd name="connsiteY4824" fmla="*/ 3689998 h 5450835"/>
              <a:gd name="connsiteX4825" fmla="*/ 2040623 w 10450132"/>
              <a:gd name="connsiteY4825" fmla="*/ 3689539 h 5450835"/>
              <a:gd name="connsiteX4826" fmla="*/ 1786229 w 10450132"/>
              <a:gd name="connsiteY4826" fmla="*/ 3689539 h 5450835"/>
              <a:gd name="connsiteX4827" fmla="*/ 1795292 w 10450132"/>
              <a:gd name="connsiteY4827" fmla="*/ 3689539 h 5450835"/>
              <a:gd name="connsiteX4828" fmla="*/ 1796082 w 10450132"/>
              <a:gd name="connsiteY4828" fmla="*/ 3689998 h 5450835"/>
              <a:gd name="connsiteX4829" fmla="*/ 1800613 w 10450132"/>
              <a:gd name="connsiteY4829" fmla="*/ 3697880 h 5450835"/>
              <a:gd name="connsiteX4830" fmla="*/ 1800613 w 10450132"/>
              <a:gd name="connsiteY4830" fmla="*/ 3698734 h 5450835"/>
              <a:gd name="connsiteX4831" fmla="*/ 1796082 w 10450132"/>
              <a:gd name="connsiteY4831" fmla="*/ 3706616 h 5450835"/>
              <a:gd name="connsiteX4832" fmla="*/ 1795292 w 10450132"/>
              <a:gd name="connsiteY4832" fmla="*/ 3707075 h 5450835"/>
              <a:gd name="connsiteX4833" fmla="*/ 1786229 w 10450132"/>
              <a:gd name="connsiteY4833" fmla="*/ 3707075 h 5450835"/>
              <a:gd name="connsiteX4834" fmla="*/ 1785441 w 10450132"/>
              <a:gd name="connsiteY4834" fmla="*/ 3706616 h 5450835"/>
              <a:gd name="connsiteX4835" fmla="*/ 1780909 w 10450132"/>
              <a:gd name="connsiteY4835" fmla="*/ 3698734 h 5450835"/>
              <a:gd name="connsiteX4836" fmla="*/ 1780909 w 10450132"/>
              <a:gd name="connsiteY4836" fmla="*/ 3697880 h 5450835"/>
              <a:gd name="connsiteX4837" fmla="*/ 1785441 w 10450132"/>
              <a:gd name="connsiteY4837" fmla="*/ 3689998 h 5450835"/>
              <a:gd name="connsiteX4838" fmla="*/ 1786229 w 10450132"/>
              <a:gd name="connsiteY4838" fmla="*/ 3689539 h 5450835"/>
              <a:gd name="connsiteX4839" fmla="*/ 1531943 w 10450132"/>
              <a:gd name="connsiteY4839" fmla="*/ 3689539 h 5450835"/>
              <a:gd name="connsiteX4840" fmla="*/ 1541008 w 10450132"/>
              <a:gd name="connsiteY4840" fmla="*/ 3689539 h 5450835"/>
              <a:gd name="connsiteX4841" fmla="*/ 1541795 w 10450132"/>
              <a:gd name="connsiteY4841" fmla="*/ 3689998 h 5450835"/>
              <a:gd name="connsiteX4842" fmla="*/ 1546328 w 10450132"/>
              <a:gd name="connsiteY4842" fmla="*/ 3697880 h 5450835"/>
              <a:gd name="connsiteX4843" fmla="*/ 1546328 w 10450132"/>
              <a:gd name="connsiteY4843" fmla="*/ 3698734 h 5450835"/>
              <a:gd name="connsiteX4844" fmla="*/ 1541795 w 10450132"/>
              <a:gd name="connsiteY4844" fmla="*/ 3706616 h 5450835"/>
              <a:gd name="connsiteX4845" fmla="*/ 1541008 w 10450132"/>
              <a:gd name="connsiteY4845" fmla="*/ 3707075 h 5450835"/>
              <a:gd name="connsiteX4846" fmla="*/ 1531943 w 10450132"/>
              <a:gd name="connsiteY4846" fmla="*/ 3707075 h 5450835"/>
              <a:gd name="connsiteX4847" fmla="*/ 1531156 w 10450132"/>
              <a:gd name="connsiteY4847" fmla="*/ 3706616 h 5450835"/>
              <a:gd name="connsiteX4848" fmla="*/ 1526622 w 10450132"/>
              <a:gd name="connsiteY4848" fmla="*/ 3698734 h 5450835"/>
              <a:gd name="connsiteX4849" fmla="*/ 1526622 w 10450132"/>
              <a:gd name="connsiteY4849" fmla="*/ 3697880 h 5450835"/>
              <a:gd name="connsiteX4850" fmla="*/ 1531156 w 10450132"/>
              <a:gd name="connsiteY4850" fmla="*/ 3689998 h 5450835"/>
              <a:gd name="connsiteX4851" fmla="*/ 1531943 w 10450132"/>
              <a:gd name="connsiteY4851" fmla="*/ 3689539 h 5450835"/>
              <a:gd name="connsiteX4852" fmla="*/ 1277466 w 10450132"/>
              <a:gd name="connsiteY4852" fmla="*/ 3689539 h 5450835"/>
              <a:gd name="connsiteX4853" fmla="*/ 1286530 w 10450132"/>
              <a:gd name="connsiteY4853" fmla="*/ 3689539 h 5450835"/>
              <a:gd name="connsiteX4854" fmla="*/ 1287319 w 10450132"/>
              <a:gd name="connsiteY4854" fmla="*/ 3689998 h 5450835"/>
              <a:gd name="connsiteX4855" fmla="*/ 1291852 w 10450132"/>
              <a:gd name="connsiteY4855" fmla="*/ 3697880 h 5450835"/>
              <a:gd name="connsiteX4856" fmla="*/ 1291852 w 10450132"/>
              <a:gd name="connsiteY4856" fmla="*/ 3698734 h 5450835"/>
              <a:gd name="connsiteX4857" fmla="*/ 1287319 w 10450132"/>
              <a:gd name="connsiteY4857" fmla="*/ 3706616 h 5450835"/>
              <a:gd name="connsiteX4858" fmla="*/ 1286530 w 10450132"/>
              <a:gd name="connsiteY4858" fmla="*/ 3707075 h 5450835"/>
              <a:gd name="connsiteX4859" fmla="*/ 1277466 w 10450132"/>
              <a:gd name="connsiteY4859" fmla="*/ 3707075 h 5450835"/>
              <a:gd name="connsiteX4860" fmla="*/ 1276678 w 10450132"/>
              <a:gd name="connsiteY4860" fmla="*/ 3706616 h 5450835"/>
              <a:gd name="connsiteX4861" fmla="*/ 1272145 w 10450132"/>
              <a:gd name="connsiteY4861" fmla="*/ 3698734 h 5450835"/>
              <a:gd name="connsiteX4862" fmla="*/ 1272145 w 10450132"/>
              <a:gd name="connsiteY4862" fmla="*/ 3697880 h 5450835"/>
              <a:gd name="connsiteX4863" fmla="*/ 1276678 w 10450132"/>
              <a:gd name="connsiteY4863" fmla="*/ 3689998 h 5450835"/>
              <a:gd name="connsiteX4864" fmla="*/ 1277466 w 10450132"/>
              <a:gd name="connsiteY4864" fmla="*/ 3689539 h 5450835"/>
              <a:gd name="connsiteX4865" fmla="*/ 1023078 w 10450132"/>
              <a:gd name="connsiteY4865" fmla="*/ 3689539 h 5450835"/>
              <a:gd name="connsiteX4866" fmla="*/ 1032143 w 10450132"/>
              <a:gd name="connsiteY4866" fmla="*/ 3689539 h 5450835"/>
              <a:gd name="connsiteX4867" fmla="*/ 1032930 w 10450132"/>
              <a:gd name="connsiteY4867" fmla="*/ 3689998 h 5450835"/>
              <a:gd name="connsiteX4868" fmla="*/ 1037463 w 10450132"/>
              <a:gd name="connsiteY4868" fmla="*/ 3697880 h 5450835"/>
              <a:gd name="connsiteX4869" fmla="*/ 1037463 w 10450132"/>
              <a:gd name="connsiteY4869" fmla="*/ 3698734 h 5450835"/>
              <a:gd name="connsiteX4870" fmla="*/ 1032930 w 10450132"/>
              <a:gd name="connsiteY4870" fmla="*/ 3706616 h 5450835"/>
              <a:gd name="connsiteX4871" fmla="*/ 1032143 w 10450132"/>
              <a:gd name="connsiteY4871" fmla="*/ 3707075 h 5450835"/>
              <a:gd name="connsiteX4872" fmla="*/ 1023078 w 10450132"/>
              <a:gd name="connsiteY4872" fmla="*/ 3707075 h 5450835"/>
              <a:gd name="connsiteX4873" fmla="*/ 1022291 w 10450132"/>
              <a:gd name="connsiteY4873" fmla="*/ 3706616 h 5450835"/>
              <a:gd name="connsiteX4874" fmla="*/ 1017757 w 10450132"/>
              <a:gd name="connsiteY4874" fmla="*/ 3698734 h 5450835"/>
              <a:gd name="connsiteX4875" fmla="*/ 1017757 w 10450132"/>
              <a:gd name="connsiteY4875" fmla="*/ 3697880 h 5450835"/>
              <a:gd name="connsiteX4876" fmla="*/ 1022291 w 10450132"/>
              <a:gd name="connsiteY4876" fmla="*/ 3689998 h 5450835"/>
              <a:gd name="connsiteX4877" fmla="*/ 1023078 w 10450132"/>
              <a:gd name="connsiteY4877" fmla="*/ 3689539 h 5450835"/>
              <a:gd name="connsiteX4878" fmla="*/ 768714 w 10450132"/>
              <a:gd name="connsiteY4878" fmla="*/ 3689539 h 5450835"/>
              <a:gd name="connsiteX4879" fmla="*/ 777777 w 10450132"/>
              <a:gd name="connsiteY4879" fmla="*/ 3689539 h 5450835"/>
              <a:gd name="connsiteX4880" fmla="*/ 778566 w 10450132"/>
              <a:gd name="connsiteY4880" fmla="*/ 3689998 h 5450835"/>
              <a:gd name="connsiteX4881" fmla="*/ 783097 w 10450132"/>
              <a:gd name="connsiteY4881" fmla="*/ 3697880 h 5450835"/>
              <a:gd name="connsiteX4882" fmla="*/ 783097 w 10450132"/>
              <a:gd name="connsiteY4882" fmla="*/ 3698734 h 5450835"/>
              <a:gd name="connsiteX4883" fmla="*/ 778566 w 10450132"/>
              <a:gd name="connsiteY4883" fmla="*/ 3706616 h 5450835"/>
              <a:gd name="connsiteX4884" fmla="*/ 777777 w 10450132"/>
              <a:gd name="connsiteY4884" fmla="*/ 3707075 h 5450835"/>
              <a:gd name="connsiteX4885" fmla="*/ 768714 w 10450132"/>
              <a:gd name="connsiteY4885" fmla="*/ 3707075 h 5450835"/>
              <a:gd name="connsiteX4886" fmla="*/ 767926 w 10450132"/>
              <a:gd name="connsiteY4886" fmla="*/ 3706616 h 5450835"/>
              <a:gd name="connsiteX4887" fmla="*/ 763394 w 10450132"/>
              <a:gd name="connsiteY4887" fmla="*/ 3698734 h 5450835"/>
              <a:gd name="connsiteX4888" fmla="*/ 763394 w 10450132"/>
              <a:gd name="connsiteY4888" fmla="*/ 3697880 h 5450835"/>
              <a:gd name="connsiteX4889" fmla="*/ 767926 w 10450132"/>
              <a:gd name="connsiteY4889" fmla="*/ 3689998 h 5450835"/>
              <a:gd name="connsiteX4890" fmla="*/ 768714 w 10450132"/>
              <a:gd name="connsiteY4890" fmla="*/ 3689539 h 5450835"/>
              <a:gd name="connsiteX4891" fmla="*/ 514239 w 10450132"/>
              <a:gd name="connsiteY4891" fmla="*/ 3689539 h 5450835"/>
              <a:gd name="connsiteX4892" fmla="*/ 523301 w 10450132"/>
              <a:gd name="connsiteY4892" fmla="*/ 3689539 h 5450835"/>
              <a:gd name="connsiteX4893" fmla="*/ 524091 w 10450132"/>
              <a:gd name="connsiteY4893" fmla="*/ 3689998 h 5450835"/>
              <a:gd name="connsiteX4894" fmla="*/ 528621 w 10450132"/>
              <a:gd name="connsiteY4894" fmla="*/ 3697880 h 5450835"/>
              <a:gd name="connsiteX4895" fmla="*/ 528621 w 10450132"/>
              <a:gd name="connsiteY4895" fmla="*/ 3698734 h 5450835"/>
              <a:gd name="connsiteX4896" fmla="*/ 524091 w 10450132"/>
              <a:gd name="connsiteY4896" fmla="*/ 3706616 h 5450835"/>
              <a:gd name="connsiteX4897" fmla="*/ 523301 w 10450132"/>
              <a:gd name="connsiteY4897" fmla="*/ 3707075 h 5450835"/>
              <a:gd name="connsiteX4898" fmla="*/ 514239 w 10450132"/>
              <a:gd name="connsiteY4898" fmla="*/ 3707075 h 5450835"/>
              <a:gd name="connsiteX4899" fmla="*/ 513451 w 10450132"/>
              <a:gd name="connsiteY4899" fmla="*/ 3706616 h 5450835"/>
              <a:gd name="connsiteX4900" fmla="*/ 508918 w 10450132"/>
              <a:gd name="connsiteY4900" fmla="*/ 3698734 h 5450835"/>
              <a:gd name="connsiteX4901" fmla="*/ 508918 w 10450132"/>
              <a:gd name="connsiteY4901" fmla="*/ 3697880 h 5450835"/>
              <a:gd name="connsiteX4902" fmla="*/ 513451 w 10450132"/>
              <a:gd name="connsiteY4902" fmla="*/ 3689998 h 5450835"/>
              <a:gd name="connsiteX4903" fmla="*/ 514239 w 10450132"/>
              <a:gd name="connsiteY4903" fmla="*/ 3689539 h 5450835"/>
              <a:gd name="connsiteX4904" fmla="*/ 259924 w 10450132"/>
              <a:gd name="connsiteY4904" fmla="*/ 3689539 h 5450835"/>
              <a:gd name="connsiteX4905" fmla="*/ 268988 w 10450132"/>
              <a:gd name="connsiteY4905" fmla="*/ 3689539 h 5450835"/>
              <a:gd name="connsiteX4906" fmla="*/ 269776 w 10450132"/>
              <a:gd name="connsiteY4906" fmla="*/ 3689998 h 5450835"/>
              <a:gd name="connsiteX4907" fmla="*/ 274306 w 10450132"/>
              <a:gd name="connsiteY4907" fmla="*/ 3697880 h 5450835"/>
              <a:gd name="connsiteX4908" fmla="*/ 274306 w 10450132"/>
              <a:gd name="connsiteY4908" fmla="*/ 3698734 h 5450835"/>
              <a:gd name="connsiteX4909" fmla="*/ 269776 w 10450132"/>
              <a:gd name="connsiteY4909" fmla="*/ 3706616 h 5450835"/>
              <a:gd name="connsiteX4910" fmla="*/ 268988 w 10450132"/>
              <a:gd name="connsiteY4910" fmla="*/ 3707075 h 5450835"/>
              <a:gd name="connsiteX4911" fmla="*/ 259924 w 10450132"/>
              <a:gd name="connsiteY4911" fmla="*/ 3707075 h 5450835"/>
              <a:gd name="connsiteX4912" fmla="*/ 259135 w 10450132"/>
              <a:gd name="connsiteY4912" fmla="*/ 3706616 h 5450835"/>
              <a:gd name="connsiteX4913" fmla="*/ 254603 w 10450132"/>
              <a:gd name="connsiteY4913" fmla="*/ 3698734 h 5450835"/>
              <a:gd name="connsiteX4914" fmla="*/ 254603 w 10450132"/>
              <a:gd name="connsiteY4914" fmla="*/ 3697880 h 5450835"/>
              <a:gd name="connsiteX4915" fmla="*/ 259135 w 10450132"/>
              <a:gd name="connsiteY4915" fmla="*/ 3689998 h 5450835"/>
              <a:gd name="connsiteX4916" fmla="*/ 259924 w 10450132"/>
              <a:gd name="connsiteY4916" fmla="*/ 3689539 h 5450835"/>
              <a:gd name="connsiteX4917" fmla="*/ 5476 w 10450132"/>
              <a:gd name="connsiteY4917" fmla="*/ 3689539 h 5450835"/>
              <a:gd name="connsiteX4918" fmla="*/ 14540 w 10450132"/>
              <a:gd name="connsiteY4918" fmla="*/ 3689539 h 5450835"/>
              <a:gd name="connsiteX4919" fmla="*/ 15328 w 10450132"/>
              <a:gd name="connsiteY4919" fmla="*/ 3689998 h 5450835"/>
              <a:gd name="connsiteX4920" fmla="*/ 19861 w 10450132"/>
              <a:gd name="connsiteY4920" fmla="*/ 3697880 h 5450835"/>
              <a:gd name="connsiteX4921" fmla="*/ 19861 w 10450132"/>
              <a:gd name="connsiteY4921" fmla="*/ 3698734 h 5450835"/>
              <a:gd name="connsiteX4922" fmla="*/ 15328 w 10450132"/>
              <a:gd name="connsiteY4922" fmla="*/ 3706616 h 5450835"/>
              <a:gd name="connsiteX4923" fmla="*/ 14540 w 10450132"/>
              <a:gd name="connsiteY4923" fmla="*/ 3707075 h 5450835"/>
              <a:gd name="connsiteX4924" fmla="*/ 5476 w 10450132"/>
              <a:gd name="connsiteY4924" fmla="*/ 3707075 h 5450835"/>
              <a:gd name="connsiteX4925" fmla="*/ 4688 w 10450132"/>
              <a:gd name="connsiteY4925" fmla="*/ 3706616 h 5450835"/>
              <a:gd name="connsiteX4926" fmla="*/ 155 w 10450132"/>
              <a:gd name="connsiteY4926" fmla="*/ 3698734 h 5450835"/>
              <a:gd name="connsiteX4927" fmla="*/ 155 w 10450132"/>
              <a:gd name="connsiteY4927" fmla="*/ 3697880 h 5450835"/>
              <a:gd name="connsiteX4928" fmla="*/ 4688 w 10450132"/>
              <a:gd name="connsiteY4928" fmla="*/ 3689998 h 5450835"/>
              <a:gd name="connsiteX4929" fmla="*/ 5476 w 10450132"/>
              <a:gd name="connsiteY4929" fmla="*/ 3689539 h 5450835"/>
              <a:gd name="connsiteX4930" fmla="*/ 10435622 w 10450132"/>
              <a:gd name="connsiteY4930" fmla="*/ 3472530 h 5450835"/>
              <a:gd name="connsiteX4931" fmla="*/ 10444686 w 10450132"/>
              <a:gd name="connsiteY4931" fmla="*/ 3472530 h 5450835"/>
              <a:gd name="connsiteX4932" fmla="*/ 10445474 w 10450132"/>
              <a:gd name="connsiteY4932" fmla="*/ 3472990 h 5450835"/>
              <a:gd name="connsiteX4933" fmla="*/ 10450007 w 10450132"/>
              <a:gd name="connsiteY4933" fmla="*/ 3480871 h 5450835"/>
              <a:gd name="connsiteX4934" fmla="*/ 10450007 w 10450132"/>
              <a:gd name="connsiteY4934" fmla="*/ 3481725 h 5450835"/>
              <a:gd name="connsiteX4935" fmla="*/ 10445474 w 10450132"/>
              <a:gd name="connsiteY4935" fmla="*/ 3489606 h 5450835"/>
              <a:gd name="connsiteX4936" fmla="*/ 10444686 w 10450132"/>
              <a:gd name="connsiteY4936" fmla="*/ 3490066 h 5450835"/>
              <a:gd name="connsiteX4937" fmla="*/ 10435622 w 10450132"/>
              <a:gd name="connsiteY4937" fmla="*/ 3490066 h 5450835"/>
              <a:gd name="connsiteX4938" fmla="*/ 10434834 w 10450132"/>
              <a:gd name="connsiteY4938" fmla="*/ 3489606 h 5450835"/>
              <a:gd name="connsiteX4939" fmla="*/ 10430302 w 10450132"/>
              <a:gd name="connsiteY4939" fmla="*/ 3481725 h 5450835"/>
              <a:gd name="connsiteX4940" fmla="*/ 10430302 w 10450132"/>
              <a:gd name="connsiteY4940" fmla="*/ 3480871 h 5450835"/>
              <a:gd name="connsiteX4941" fmla="*/ 10434834 w 10450132"/>
              <a:gd name="connsiteY4941" fmla="*/ 3472990 h 5450835"/>
              <a:gd name="connsiteX4942" fmla="*/ 10435622 w 10450132"/>
              <a:gd name="connsiteY4942" fmla="*/ 3472530 h 5450835"/>
              <a:gd name="connsiteX4943" fmla="*/ 10181242 w 10450132"/>
              <a:gd name="connsiteY4943" fmla="*/ 3472530 h 5450835"/>
              <a:gd name="connsiteX4944" fmla="*/ 10190305 w 10450132"/>
              <a:gd name="connsiteY4944" fmla="*/ 3472530 h 5450835"/>
              <a:gd name="connsiteX4945" fmla="*/ 10191093 w 10450132"/>
              <a:gd name="connsiteY4945" fmla="*/ 3472990 h 5450835"/>
              <a:gd name="connsiteX4946" fmla="*/ 10195626 w 10450132"/>
              <a:gd name="connsiteY4946" fmla="*/ 3480871 h 5450835"/>
              <a:gd name="connsiteX4947" fmla="*/ 10195626 w 10450132"/>
              <a:gd name="connsiteY4947" fmla="*/ 3481725 h 5450835"/>
              <a:gd name="connsiteX4948" fmla="*/ 10191093 w 10450132"/>
              <a:gd name="connsiteY4948" fmla="*/ 3489606 h 5450835"/>
              <a:gd name="connsiteX4949" fmla="*/ 10190305 w 10450132"/>
              <a:gd name="connsiteY4949" fmla="*/ 3490066 h 5450835"/>
              <a:gd name="connsiteX4950" fmla="*/ 10181242 w 10450132"/>
              <a:gd name="connsiteY4950" fmla="*/ 3490066 h 5450835"/>
              <a:gd name="connsiteX4951" fmla="*/ 10180453 w 10450132"/>
              <a:gd name="connsiteY4951" fmla="*/ 3489606 h 5450835"/>
              <a:gd name="connsiteX4952" fmla="*/ 10175922 w 10450132"/>
              <a:gd name="connsiteY4952" fmla="*/ 3481725 h 5450835"/>
              <a:gd name="connsiteX4953" fmla="*/ 10175922 w 10450132"/>
              <a:gd name="connsiteY4953" fmla="*/ 3480871 h 5450835"/>
              <a:gd name="connsiteX4954" fmla="*/ 10180453 w 10450132"/>
              <a:gd name="connsiteY4954" fmla="*/ 3472990 h 5450835"/>
              <a:gd name="connsiteX4955" fmla="*/ 10181242 w 10450132"/>
              <a:gd name="connsiteY4955" fmla="*/ 3472530 h 5450835"/>
              <a:gd name="connsiteX4956" fmla="*/ 9926861 w 10450132"/>
              <a:gd name="connsiteY4956" fmla="*/ 3472530 h 5450835"/>
              <a:gd name="connsiteX4957" fmla="*/ 9935924 w 10450132"/>
              <a:gd name="connsiteY4957" fmla="*/ 3472530 h 5450835"/>
              <a:gd name="connsiteX4958" fmla="*/ 9936713 w 10450132"/>
              <a:gd name="connsiteY4958" fmla="*/ 3472990 h 5450835"/>
              <a:gd name="connsiteX4959" fmla="*/ 9941246 w 10450132"/>
              <a:gd name="connsiteY4959" fmla="*/ 3480871 h 5450835"/>
              <a:gd name="connsiteX4960" fmla="*/ 9941246 w 10450132"/>
              <a:gd name="connsiteY4960" fmla="*/ 3481725 h 5450835"/>
              <a:gd name="connsiteX4961" fmla="*/ 9936713 w 10450132"/>
              <a:gd name="connsiteY4961" fmla="*/ 3489606 h 5450835"/>
              <a:gd name="connsiteX4962" fmla="*/ 9935924 w 10450132"/>
              <a:gd name="connsiteY4962" fmla="*/ 3490066 h 5450835"/>
              <a:gd name="connsiteX4963" fmla="*/ 9926861 w 10450132"/>
              <a:gd name="connsiteY4963" fmla="*/ 3490066 h 5450835"/>
              <a:gd name="connsiteX4964" fmla="*/ 9926073 w 10450132"/>
              <a:gd name="connsiteY4964" fmla="*/ 3489606 h 5450835"/>
              <a:gd name="connsiteX4965" fmla="*/ 9921541 w 10450132"/>
              <a:gd name="connsiteY4965" fmla="*/ 3481725 h 5450835"/>
              <a:gd name="connsiteX4966" fmla="*/ 9921541 w 10450132"/>
              <a:gd name="connsiteY4966" fmla="*/ 3480871 h 5450835"/>
              <a:gd name="connsiteX4967" fmla="*/ 9926073 w 10450132"/>
              <a:gd name="connsiteY4967" fmla="*/ 3472990 h 5450835"/>
              <a:gd name="connsiteX4968" fmla="*/ 9926861 w 10450132"/>
              <a:gd name="connsiteY4968" fmla="*/ 3472530 h 5450835"/>
              <a:gd name="connsiteX4969" fmla="*/ 9672481 w 10450132"/>
              <a:gd name="connsiteY4969" fmla="*/ 3472530 h 5450835"/>
              <a:gd name="connsiteX4970" fmla="*/ 9681545 w 10450132"/>
              <a:gd name="connsiteY4970" fmla="*/ 3472530 h 5450835"/>
              <a:gd name="connsiteX4971" fmla="*/ 9682333 w 10450132"/>
              <a:gd name="connsiteY4971" fmla="*/ 3472990 h 5450835"/>
              <a:gd name="connsiteX4972" fmla="*/ 9686865 w 10450132"/>
              <a:gd name="connsiteY4972" fmla="*/ 3480871 h 5450835"/>
              <a:gd name="connsiteX4973" fmla="*/ 9686865 w 10450132"/>
              <a:gd name="connsiteY4973" fmla="*/ 3481725 h 5450835"/>
              <a:gd name="connsiteX4974" fmla="*/ 9682333 w 10450132"/>
              <a:gd name="connsiteY4974" fmla="*/ 3489606 h 5450835"/>
              <a:gd name="connsiteX4975" fmla="*/ 9681545 w 10450132"/>
              <a:gd name="connsiteY4975" fmla="*/ 3490066 h 5450835"/>
              <a:gd name="connsiteX4976" fmla="*/ 9672481 w 10450132"/>
              <a:gd name="connsiteY4976" fmla="*/ 3490066 h 5450835"/>
              <a:gd name="connsiteX4977" fmla="*/ 9671693 w 10450132"/>
              <a:gd name="connsiteY4977" fmla="*/ 3489606 h 5450835"/>
              <a:gd name="connsiteX4978" fmla="*/ 9667160 w 10450132"/>
              <a:gd name="connsiteY4978" fmla="*/ 3481725 h 5450835"/>
              <a:gd name="connsiteX4979" fmla="*/ 9667160 w 10450132"/>
              <a:gd name="connsiteY4979" fmla="*/ 3480871 h 5450835"/>
              <a:gd name="connsiteX4980" fmla="*/ 9671693 w 10450132"/>
              <a:gd name="connsiteY4980" fmla="*/ 3472990 h 5450835"/>
              <a:gd name="connsiteX4981" fmla="*/ 9672481 w 10450132"/>
              <a:gd name="connsiteY4981" fmla="*/ 3472530 h 5450835"/>
              <a:gd name="connsiteX4982" fmla="*/ 9418035 w 10450132"/>
              <a:gd name="connsiteY4982" fmla="*/ 3472530 h 5450835"/>
              <a:gd name="connsiteX4983" fmla="*/ 9427099 w 10450132"/>
              <a:gd name="connsiteY4983" fmla="*/ 3472530 h 5450835"/>
              <a:gd name="connsiteX4984" fmla="*/ 9427887 w 10450132"/>
              <a:gd name="connsiteY4984" fmla="*/ 3472990 h 5450835"/>
              <a:gd name="connsiteX4985" fmla="*/ 9432419 w 10450132"/>
              <a:gd name="connsiteY4985" fmla="*/ 3480871 h 5450835"/>
              <a:gd name="connsiteX4986" fmla="*/ 9432419 w 10450132"/>
              <a:gd name="connsiteY4986" fmla="*/ 3481725 h 5450835"/>
              <a:gd name="connsiteX4987" fmla="*/ 9427887 w 10450132"/>
              <a:gd name="connsiteY4987" fmla="*/ 3489606 h 5450835"/>
              <a:gd name="connsiteX4988" fmla="*/ 9427099 w 10450132"/>
              <a:gd name="connsiteY4988" fmla="*/ 3490066 h 5450835"/>
              <a:gd name="connsiteX4989" fmla="*/ 9418035 w 10450132"/>
              <a:gd name="connsiteY4989" fmla="*/ 3490066 h 5450835"/>
              <a:gd name="connsiteX4990" fmla="*/ 9417247 w 10450132"/>
              <a:gd name="connsiteY4990" fmla="*/ 3489606 h 5450835"/>
              <a:gd name="connsiteX4991" fmla="*/ 9412714 w 10450132"/>
              <a:gd name="connsiteY4991" fmla="*/ 3481725 h 5450835"/>
              <a:gd name="connsiteX4992" fmla="*/ 9412714 w 10450132"/>
              <a:gd name="connsiteY4992" fmla="*/ 3480871 h 5450835"/>
              <a:gd name="connsiteX4993" fmla="*/ 9417247 w 10450132"/>
              <a:gd name="connsiteY4993" fmla="*/ 3472990 h 5450835"/>
              <a:gd name="connsiteX4994" fmla="*/ 9418035 w 10450132"/>
              <a:gd name="connsiteY4994" fmla="*/ 3472530 h 5450835"/>
              <a:gd name="connsiteX4995" fmla="*/ 9163654 w 10450132"/>
              <a:gd name="connsiteY4995" fmla="*/ 3472530 h 5450835"/>
              <a:gd name="connsiteX4996" fmla="*/ 9172718 w 10450132"/>
              <a:gd name="connsiteY4996" fmla="*/ 3472530 h 5450835"/>
              <a:gd name="connsiteX4997" fmla="*/ 9173506 w 10450132"/>
              <a:gd name="connsiteY4997" fmla="*/ 3472990 h 5450835"/>
              <a:gd name="connsiteX4998" fmla="*/ 9178038 w 10450132"/>
              <a:gd name="connsiteY4998" fmla="*/ 3480871 h 5450835"/>
              <a:gd name="connsiteX4999" fmla="*/ 9178038 w 10450132"/>
              <a:gd name="connsiteY4999" fmla="*/ 3481725 h 5450835"/>
              <a:gd name="connsiteX5000" fmla="*/ 9173506 w 10450132"/>
              <a:gd name="connsiteY5000" fmla="*/ 3489606 h 5450835"/>
              <a:gd name="connsiteX5001" fmla="*/ 9172718 w 10450132"/>
              <a:gd name="connsiteY5001" fmla="*/ 3490066 h 5450835"/>
              <a:gd name="connsiteX5002" fmla="*/ 9163654 w 10450132"/>
              <a:gd name="connsiteY5002" fmla="*/ 3490066 h 5450835"/>
              <a:gd name="connsiteX5003" fmla="*/ 9162866 w 10450132"/>
              <a:gd name="connsiteY5003" fmla="*/ 3489606 h 5450835"/>
              <a:gd name="connsiteX5004" fmla="*/ 9158333 w 10450132"/>
              <a:gd name="connsiteY5004" fmla="*/ 3481725 h 5450835"/>
              <a:gd name="connsiteX5005" fmla="*/ 9158333 w 10450132"/>
              <a:gd name="connsiteY5005" fmla="*/ 3480871 h 5450835"/>
              <a:gd name="connsiteX5006" fmla="*/ 9162866 w 10450132"/>
              <a:gd name="connsiteY5006" fmla="*/ 3472990 h 5450835"/>
              <a:gd name="connsiteX5007" fmla="*/ 9163654 w 10450132"/>
              <a:gd name="connsiteY5007" fmla="*/ 3472530 h 5450835"/>
              <a:gd name="connsiteX5008" fmla="*/ 8909274 w 10450132"/>
              <a:gd name="connsiteY5008" fmla="*/ 3472530 h 5450835"/>
              <a:gd name="connsiteX5009" fmla="*/ 8918336 w 10450132"/>
              <a:gd name="connsiteY5009" fmla="*/ 3472530 h 5450835"/>
              <a:gd name="connsiteX5010" fmla="*/ 8919125 w 10450132"/>
              <a:gd name="connsiteY5010" fmla="*/ 3472990 h 5450835"/>
              <a:gd name="connsiteX5011" fmla="*/ 8923657 w 10450132"/>
              <a:gd name="connsiteY5011" fmla="*/ 3480871 h 5450835"/>
              <a:gd name="connsiteX5012" fmla="*/ 8923657 w 10450132"/>
              <a:gd name="connsiteY5012" fmla="*/ 3481725 h 5450835"/>
              <a:gd name="connsiteX5013" fmla="*/ 8919125 w 10450132"/>
              <a:gd name="connsiteY5013" fmla="*/ 3489606 h 5450835"/>
              <a:gd name="connsiteX5014" fmla="*/ 8918336 w 10450132"/>
              <a:gd name="connsiteY5014" fmla="*/ 3490066 h 5450835"/>
              <a:gd name="connsiteX5015" fmla="*/ 8909274 w 10450132"/>
              <a:gd name="connsiteY5015" fmla="*/ 3490066 h 5450835"/>
              <a:gd name="connsiteX5016" fmla="*/ 8908484 w 10450132"/>
              <a:gd name="connsiteY5016" fmla="*/ 3489606 h 5450835"/>
              <a:gd name="connsiteX5017" fmla="*/ 8903953 w 10450132"/>
              <a:gd name="connsiteY5017" fmla="*/ 3481725 h 5450835"/>
              <a:gd name="connsiteX5018" fmla="*/ 8903953 w 10450132"/>
              <a:gd name="connsiteY5018" fmla="*/ 3480871 h 5450835"/>
              <a:gd name="connsiteX5019" fmla="*/ 8908484 w 10450132"/>
              <a:gd name="connsiteY5019" fmla="*/ 3472990 h 5450835"/>
              <a:gd name="connsiteX5020" fmla="*/ 8909274 w 10450132"/>
              <a:gd name="connsiteY5020" fmla="*/ 3472530 h 5450835"/>
              <a:gd name="connsiteX5021" fmla="*/ 8654892 w 10450132"/>
              <a:gd name="connsiteY5021" fmla="*/ 3472530 h 5450835"/>
              <a:gd name="connsiteX5022" fmla="*/ 8663955 w 10450132"/>
              <a:gd name="connsiteY5022" fmla="*/ 3472530 h 5450835"/>
              <a:gd name="connsiteX5023" fmla="*/ 8664744 w 10450132"/>
              <a:gd name="connsiteY5023" fmla="*/ 3472990 h 5450835"/>
              <a:gd name="connsiteX5024" fmla="*/ 8669277 w 10450132"/>
              <a:gd name="connsiteY5024" fmla="*/ 3480871 h 5450835"/>
              <a:gd name="connsiteX5025" fmla="*/ 8669277 w 10450132"/>
              <a:gd name="connsiteY5025" fmla="*/ 3481725 h 5450835"/>
              <a:gd name="connsiteX5026" fmla="*/ 8664744 w 10450132"/>
              <a:gd name="connsiteY5026" fmla="*/ 3489606 h 5450835"/>
              <a:gd name="connsiteX5027" fmla="*/ 8663955 w 10450132"/>
              <a:gd name="connsiteY5027" fmla="*/ 3490066 h 5450835"/>
              <a:gd name="connsiteX5028" fmla="*/ 8654892 w 10450132"/>
              <a:gd name="connsiteY5028" fmla="*/ 3490066 h 5450835"/>
              <a:gd name="connsiteX5029" fmla="*/ 8654104 w 10450132"/>
              <a:gd name="connsiteY5029" fmla="*/ 3489606 h 5450835"/>
              <a:gd name="connsiteX5030" fmla="*/ 8649572 w 10450132"/>
              <a:gd name="connsiteY5030" fmla="*/ 3481725 h 5450835"/>
              <a:gd name="connsiteX5031" fmla="*/ 8649572 w 10450132"/>
              <a:gd name="connsiteY5031" fmla="*/ 3480871 h 5450835"/>
              <a:gd name="connsiteX5032" fmla="*/ 8654104 w 10450132"/>
              <a:gd name="connsiteY5032" fmla="*/ 3472990 h 5450835"/>
              <a:gd name="connsiteX5033" fmla="*/ 8654892 w 10450132"/>
              <a:gd name="connsiteY5033" fmla="*/ 3472530 h 5450835"/>
              <a:gd name="connsiteX5034" fmla="*/ 8400511 w 10450132"/>
              <a:gd name="connsiteY5034" fmla="*/ 3472530 h 5450835"/>
              <a:gd name="connsiteX5035" fmla="*/ 8409575 w 10450132"/>
              <a:gd name="connsiteY5035" fmla="*/ 3472530 h 5450835"/>
              <a:gd name="connsiteX5036" fmla="*/ 8410363 w 10450132"/>
              <a:gd name="connsiteY5036" fmla="*/ 3472990 h 5450835"/>
              <a:gd name="connsiteX5037" fmla="*/ 8414896 w 10450132"/>
              <a:gd name="connsiteY5037" fmla="*/ 3480871 h 5450835"/>
              <a:gd name="connsiteX5038" fmla="*/ 8414896 w 10450132"/>
              <a:gd name="connsiteY5038" fmla="*/ 3481725 h 5450835"/>
              <a:gd name="connsiteX5039" fmla="*/ 8410363 w 10450132"/>
              <a:gd name="connsiteY5039" fmla="*/ 3489606 h 5450835"/>
              <a:gd name="connsiteX5040" fmla="*/ 8409575 w 10450132"/>
              <a:gd name="connsiteY5040" fmla="*/ 3490066 h 5450835"/>
              <a:gd name="connsiteX5041" fmla="*/ 8400511 w 10450132"/>
              <a:gd name="connsiteY5041" fmla="*/ 3490066 h 5450835"/>
              <a:gd name="connsiteX5042" fmla="*/ 8399723 w 10450132"/>
              <a:gd name="connsiteY5042" fmla="*/ 3489606 h 5450835"/>
              <a:gd name="connsiteX5043" fmla="*/ 8395191 w 10450132"/>
              <a:gd name="connsiteY5043" fmla="*/ 3481725 h 5450835"/>
              <a:gd name="connsiteX5044" fmla="*/ 8395191 w 10450132"/>
              <a:gd name="connsiteY5044" fmla="*/ 3480871 h 5450835"/>
              <a:gd name="connsiteX5045" fmla="*/ 8399723 w 10450132"/>
              <a:gd name="connsiteY5045" fmla="*/ 3472990 h 5450835"/>
              <a:gd name="connsiteX5046" fmla="*/ 8400511 w 10450132"/>
              <a:gd name="connsiteY5046" fmla="*/ 3472530 h 5450835"/>
              <a:gd name="connsiteX5047" fmla="*/ 8146065 w 10450132"/>
              <a:gd name="connsiteY5047" fmla="*/ 3472530 h 5450835"/>
              <a:gd name="connsiteX5048" fmla="*/ 8155129 w 10450132"/>
              <a:gd name="connsiteY5048" fmla="*/ 3472530 h 5450835"/>
              <a:gd name="connsiteX5049" fmla="*/ 8155917 w 10450132"/>
              <a:gd name="connsiteY5049" fmla="*/ 3472990 h 5450835"/>
              <a:gd name="connsiteX5050" fmla="*/ 8160449 w 10450132"/>
              <a:gd name="connsiteY5050" fmla="*/ 3480871 h 5450835"/>
              <a:gd name="connsiteX5051" fmla="*/ 8160449 w 10450132"/>
              <a:gd name="connsiteY5051" fmla="*/ 3481725 h 5450835"/>
              <a:gd name="connsiteX5052" fmla="*/ 8155917 w 10450132"/>
              <a:gd name="connsiteY5052" fmla="*/ 3489606 h 5450835"/>
              <a:gd name="connsiteX5053" fmla="*/ 8155129 w 10450132"/>
              <a:gd name="connsiteY5053" fmla="*/ 3490066 h 5450835"/>
              <a:gd name="connsiteX5054" fmla="*/ 8146065 w 10450132"/>
              <a:gd name="connsiteY5054" fmla="*/ 3490066 h 5450835"/>
              <a:gd name="connsiteX5055" fmla="*/ 8145277 w 10450132"/>
              <a:gd name="connsiteY5055" fmla="*/ 3489606 h 5450835"/>
              <a:gd name="connsiteX5056" fmla="*/ 8140745 w 10450132"/>
              <a:gd name="connsiteY5056" fmla="*/ 3481725 h 5450835"/>
              <a:gd name="connsiteX5057" fmla="*/ 8140745 w 10450132"/>
              <a:gd name="connsiteY5057" fmla="*/ 3480871 h 5450835"/>
              <a:gd name="connsiteX5058" fmla="*/ 8145277 w 10450132"/>
              <a:gd name="connsiteY5058" fmla="*/ 3472990 h 5450835"/>
              <a:gd name="connsiteX5059" fmla="*/ 8146065 w 10450132"/>
              <a:gd name="connsiteY5059" fmla="*/ 3472530 h 5450835"/>
              <a:gd name="connsiteX5060" fmla="*/ 7891684 w 10450132"/>
              <a:gd name="connsiteY5060" fmla="*/ 3472530 h 5450835"/>
              <a:gd name="connsiteX5061" fmla="*/ 7900748 w 10450132"/>
              <a:gd name="connsiteY5061" fmla="*/ 3472530 h 5450835"/>
              <a:gd name="connsiteX5062" fmla="*/ 7901536 w 10450132"/>
              <a:gd name="connsiteY5062" fmla="*/ 3472990 h 5450835"/>
              <a:gd name="connsiteX5063" fmla="*/ 7906067 w 10450132"/>
              <a:gd name="connsiteY5063" fmla="*/ 3480871 h 5450835"/>
              <a:gd name="connsiteX5064" fmla="*/ 7906067 w 10450132"/>
              <a:gd name="connsiteY5064" fmla="*/ 3481725 h 5450835"/>
              <a:gd name="connsiteX5065" fmla="*/ 7901536 w 10450132"/>
              <a:gd name="connsiteY5065" fmla="*/ 3489606 h 5450835"/>
              <a:gd name="connsiteX5066" fmla="*/ 7900748 w 10450132"/>
              <a:gd name="connsiteY5066" fmla="*/ 3490066 h 5450835"/>
              <a:gd name="connsiteX5067" fmla="*/ 7891684 w 10450132"/>
              <a:gd name="connsiteY5067" fmla="*/ 3490066 h 5450835"/>
              <a:gd name="connsiteX5068" fmla="*/ 7890896 w 10450132"/>
              <a:gd name="connsiteY5068" fmla="*/ 3489606 h 5450835"/>
              <a:gd name="connsiteX5069" fmla="*/ 7886363 w 10450132"/>
              <a:gd name="connsiteY5069" fmla="*/ 3481725 h 5450835"/>
              <a:gd name="connsiteX5070" fmla="*/ 7886363 w 10450132"/>
              <a:gd name="connsiteY5070" fmla="*/ 3480871 h 5450835"/>
              <a:gd name="connsiteX5071" fmla="*/ 7890896 w 10450132"/>
              <a:gd name="connsiteY5071" fmla="*/ 3472990 h 5450835"/>
              <a:gd name="connsiteX5072" fmla="*/ 7891684 w 10450132"/>
              <a:gd name="connsiteY5072" fmla="*/ 3472530 h 5450835"/>
              <a:gd name="connsiteX5073" fmla="*/ 7637304 w 10450132"/>
              <a:gd name="connsiteY5073" fmla="*/ 3472530 h 5450835"/>
              <a:gd name="connsiteX5074" fmla="*/ 7646367 w 10450132"/>
              <a:gd name="connsiteY5074" fmla="*/ 3472530 h 5450835"/>
              <a:gd name="connsiteX5075" fmla="*/ 7647156 w 10450132"/>
              <a:gd name="connsiteY5075" fmla="*/ 3472990 h 5450835"/>
              <a:gd name="connsiteX5076" fmla="*/ 7651687 w 10450132"/>
              <a:gd name="connsiteY5076" fmla="*/ 3480871 h 5450835"/>
              <a:gd name="connsiteX5077" fmla="*/ 7651687 w 10450132"/>
              <a:gd name="connsiteY5077" fmla="*/ 3481725 h 5450835"/>
              <a:gd name="connsiteX5078" fmla="*/ 7647156 w 10450132"/>
              <a:gd name="connsiteY5078" fmla="*/ 3489606 h 5450835"/>
              <a:gd name="connsiteX5079" fmla="*/ 7646367 w 10450132"/>
              <a:gd name="connsiteY5079" fmla="*/ 3490066 h 5450835"/>
              <a:gd name="connsiteX5080" fmla="*/ 7637304 w 10450132"/>
              <a:gd name="connsiteY5080" fmla="*/ 3490066 h 5450835"/>
              <a:gd name="connsiteX5081" fmla="*/ 7636516 w 10450132"/>
              <a:gd name="connsiteY5081" fmla="*/ 3489606 h 5450835"/>
              <a:gd name="connsiteX5082" fmla="*/ 7631983 w 10450132"/>
              <a:gd name="connsiteY5082" fmla="*/ 3481725 h 5450835"/>
              <a:gd name="connsiteX5083" fmla="*/ 7631983 w 10450132"/>
              <a:gd name="connsiteY5083" fmla="*/ 3480871 h 5450835"/>
              <a:gd name="connsiteX5084" fmla="*/ 7636516 w 10450132"/>
              <a:gd name="connsiteY5084" fmla="*/ 3472990 h 5450835"/>
              <a:gd name="connsiteX5085" fmla="*/ 7637304 w 10450132"/>
              <a:gd name="connsiteY5085" fmla="*/ 3472530 h 5450835"/>
              <a:gd name="connsiteX5086" fmla="*/ 7382923 w 10450132"/>
              <a:gd name="connsiteY5086" fmla="*/ 3472530 h 5450835"/>
              <a:gd name="connsiteX5087" fmla="*/ 7391987 w 10450132"/>
              <a:gd name="connsiteY5087" fmla="*/ 3472530 h 5450835"/>
              <a:gd name="connsiteX5088" fmla="*/ 7392775 w 10450132"/>
              <a:gd name="connsiteY5088" fmla="*/ 3472990 h 5450835"/>
              <a:gd name="connsiteX5089" fmla="*/ 7397307 w 10450132"/>
              <a:gd name="connsiteY5089" fmla="*/ 3480871 h 5450835"/>
              <a:gd name="connsiteX5090" fmla="*/ 7397307 w 10450132"/>
              <a:gd name="connsiteY5090" fmla="*/ 3481725 h 5450835"/>
              <a:gd name="connsiteX5091" fmla="*/ 7392775 w 10450132"/>
              <a:gd name="connsiteY5091" fmla="*/ 3489606 h 5450835"/>
              <a:gd name="connsiteX5092" fmla="*/ 7391987 w 10450132"/>
              <a:gd name="connsiteY5092" fmla="*/ 3490066 h 5450835"/>
              <a:gd name="connsiteX5093" fmla="*/ 7382923 w 10450132"/>
              <a:gd name="connsiteY5093" fmla="*/ 3490066 h 5450835"/>
              <a:gd name="connsiteX5094" fmla="*/ 7382135 w 10450132"/>
              <a:gd name="connsiteY5094" fmla="*/ 3489606 h 5450835"/>
              <a:gd name="connsiteX5095" fmla="*/ 7377602 w 10450132"/>
              <a:gd name="connsiteY5095" fmla="*/ 3481725 h 5450835"/>
              <a:gd name="connsiteX5096" fmla="*/ 7377602 w 10450132"/>
              <a:gd name="connsiteY5096" fmla="*/ 3480871 h 5450835"/>
              <a:gd name="connsiteX5097" fmla="*/ 7382135 w 10450132"/>
              <a:gd name="connsiteY5097" fmla="*/ 3472990 h 5450835"/>
              <a:gd name="connsiteX5098" fmla="*/ 7382923 w 10450132"/>
              <a:gd name="connsiteY5098" fmla="*/ 3472530 h 5450835"/>
              <a:gd name="connsiteX5099" fmla="*/ 7128477 w 10450132"/>
              <a:gd name="connsiteY5099" fmla="*/ 3472530 h 5450835"/>
              <a:gd name="connsiteX5100" fmla="*/ 7137540 w 10450132"/>
              <a:gd name="connsiteY5100" fmla="*/ 3472530 h 5450835"/>
              <a:gd name="connsiteX5101" fmla="*/ 7138328 w 10450132"/>
              <a:gd name="connsiteY5101" fmla="*/ 3472990 h 5450835"/>
              <a:gd name="connsiteX5102" fmla="*/ 7142860 w 10450132"/>
              <a:gd name="connsiteY5102" fmla="*/ 3480871 h 5450835"/>
              <a:gd name="connsiteX5103" fmla="*/ 7142860 w 10450132"/>
              <a:gd name="connsiteY5103" fmla="*/ 3481725 h 5450835"/>
              <a:gd name="connsiteX5104" fmla="*/ 7138328 w 10450132"/>
              <a:gd name="connsiteY5104" fmla="*/ 3489606 h 5450835"/>
              <a:gd name="connsiteX5105" fmla="*/ 7137540 w 10450132"/>
              <a:gd name="connsiteY5105" fmla="*/ 3490066 h 5450835"/>
              <a:gd name="connsiteX5106" fmla="*/ 7128477 w 10450132"/>
              <a:gd name="connsiteY5106" fmla="*/ 3490066 h 5450835"/>
              <a:gd name="connsiteX5107" fmla="*/ 7127689 w 10450132"/>
              <a:gd name="connsiteY5107" fmla="*/ 3489606 h 5450835"/>
              <a:gd name="connsiteX5108" fmla="*/ 7123156 w 10450132"/>
              <a:gd name="connsiteY5108" fmla="*/ 3481725 h 5450835"/>
              <a:gd name="connsiteX5109" fmla="*/ 7123156 w 10450132"/>
              <a:gd name="connsiteY5109" fmla="*/ 3480871 h 5450835"/>
              <a:gd name="connsiteX5110" fmla="*/ 7127689 w 10450132"/>
              <a:gd name="connsiteY5110" fmla="*/ 3472990 h 5450835"/>
              <a:gd name="connsiteX5111" fmla="*/ 7128477 w 10450132"/>
              <a:gd name="connsiteY5111" fmla="*/ 3472530 h 5450835"/>
              <a:gd name="connsiteX5112" fmla="*/ 6874095 w 10450132"/>
              <a:gd name="connsiteY5112" fmla="*/ 3472530 h 5450835"/>
              <a:gd name="connsiteX5113" fmla="*/ 6883159 w 10450132"/>
              <a:gd name="connsiteY5113" fmla="*/ 3472530 h 5450835"/>
              <a:gd name="connsiteX5114" fmla="*/ 6883947 w 10450132"/>
              <a:gd name="connsiteY5114" fmla="*/ 3472990 h 5450835"/>
              <a:gd name="connsiteX5115" fmla="*/ 6888480 w 10450132"/>
              <a:gd name="connsiteY5115" fmla="*/ 3480871 h 5450835"/>
              <a:gd name="connsiteX5116" fmla="*/ 6888480 w 10450132"/>
              <a:gd name="connsiteY5116" fmla="*/ 3481725 h 5450835"/>
              <a:gd name="connsiteX5117" fmla="*/ 6883947 w 10450132"/>
              <a:gd name="connsiteY5117" fmla="*/ 3489606 h 5450835"/>
              <a:gd name="connsiteX5118" fmla="*/ 6883159 w 10450132"/>
              <a:gd name="connsiteY5118" fmla="*/ 3490066 h 5450835"/>
              <a:gd name="connsiteX5119" fmla="*/ 6874095 w 10450132"/>
              <a:gd name="connsiteY5119" fmla="*/ 3490066 h 5450835"/>
              <a:gd name="connsiteX5120" fmla="*/ 6873307 w 10450132"/>
              <a:gd name="connsiteY5120" fmla="*/ 3489606 h 5450835"/>
              <a:gd name="connsiteX5121" fmla="*/ 6868775 w 10450132"/>
              <a:gd name="connsiteY5121" fmla="*/ 3481725 h 5450835"/>
              <a:gd name="connsiteX5122" fmla="*/ 6868775 w 10450132"/>
              <a:gd name="connsiteY5122" fmla="*/ 3480871 h 5450835"/>
              <a:gd name="connsiteX5123" fmla="*/ 6873307 w 10450132"/>
              <a:gd name="connsiteY5123" fmla="*/ 3472990 h 5450835"/>
              <a:gd name="connsiteX5124" fmla="*/ 6874095 w 10450132"/>
              <a:gd name="connsiteY5124" fmla="*/ 3472530 h 5450835"/>
              <a:gd name="connsiteX5125" fmla="*/ 6619714 w 10450132"/>
              <a:gd name="connsiteY5125" fmla="*/ 3472530 h 5450835"/>
              <a:gd name="connsiteX5126" fmla="*/ 6628778 w 10450132"/>
              <a:gd name="connsiteY5126" fmla="*/ 3472530 h 5450835"/>
              <a:gd name="connsiteX5127" fmla="*/ 6629566 w 10450132"/>
              <a:gd name="connsiteY5127" fmla="*/ 3472990 h 5450835"/>
              <a:gd name="connsiteX5128" fmla="*/ 6634099 w 10450132"/>
              <a:gd name="connsiteY5128" fmla="*/ 3480871 h 5450835"/>
              <a:gd name="connsiteX5129" fmla="*/ 6634099 w 10450132"/>
              <a:gd name="connsiteY5129" fmla="*/ 3481725 h 5450835"/>
              <a:gd name="connsiteX5130" fmla="*/ 6629566 w 10450132"/>
              <a:gd name="connsiteY5130" fmla="*/ 3489606 h 5450835"/>
              <a:gd name="connsiteX5131" fmla="*/ 6628778 w 10450132"/>
              <a:gd name="connsiteY5131" fmla="*/ 3490066 h 5450835"/>
              <a:gd name="connsiteX5132" fmla="*/ 6619714 w 10450132"/>
              <a:gd name="connsiteY5132" fmla="*/ 3490066 h 5450835"/>
              <a:gd name="connsiteX5133" fmla="*/ 6618926 w 10450132"/>
              <a:gd name="connsiteY5133" fmla="*/ 3489606 h 5450835"/>
              <a:gd name="connsiteX5134" fmla="*/ 6614394 w 10450132"/>
              <a:gd name="connsiteY5134" fmla="*/ 3481725 h 5450835"/>
              <a:gd name="connsiteX5135" fmla="*/ 6614394 w 10450132"/>
              <a:gd name="connsiteY5135" fmla="*/ 3480871 h 5450835"/>
              <a:gd name="connsiteX5136" fmla="*/ 6618926 w 10450132"/>
              <a:gd name="connsiteY5136" fmla="*/ 3472990 h 5450835"/>
              <a:gd name="connsiteX5137" fmla="*/ 6619714 w 10450132"/>
              <a:gd name="connsiteY5137" fmla="*/ 3472530 h 5450835"/>
              <a:gd name="connsiteX5138" fmla="*/ 6365334 w 10450132"/>
              <a:gd name="connsiteY5138" fmla="*/ 3472530 h 5450835"/>
              <a:gd name="connsiteX5139" fmla="*/ 6374397 w 10450132"/>
              <a:gd name="connsiteY5139" fmla="*/ 3472530 h 5450835"/>
              <a:gd name="connsiteX5140" fmla="*/ 6375186 w 10450132"/>
              <a:gd name="connsiteY5140" fmla="*/ 3472990 h 5450835"/>
              <a:gd name="connsiteX5141" fmla="*/ 6379718 w 10450132"/>
              <a:gd name="connsiteY5141" fmla="*/ 3480871 h 5450835"/>
              <a:gd name="connsiteX5142" fmla="*/ 6379718 w 10450132"/>
              <a:gd name="connsiteY5142" fmla="*/ 3481725 h 5450835"/>
              <a:gd name="connsiteX5143" fmla="*/ 6375186 w 10450132"/>
              <a:gd name="connsiteY5143" fmla="*/ 3489606 h 5450835"/>
              <a:gd name="connsiteX5144" fmla="*/ 6374397 w 10450132"/>
              <a:gd name="connsiteY5144" fmla="*/ 3490066 h 5450835"/>
              <a:gd name="connsiteX5145" fmla="*/ 6365334 w 10450132"/>
              <a:gd name="connsiteY5145" fmla="*/ 3490066 h 5450835"/>
              <a:gd name="connsiteX5146" fmla="*/ 6364546 w 10450132"/>
              <a:gd name="connsiteY5146" fmla="*/ 3489606 h 5450835"/>
              <a:gd name="connsiteX5147" fmla="*/ 6360014 w 10450132"/>
              <a:gd name="connsiteY5147" fmla="*/ 3481725 h 5450835"/>
              <a:gd name="connsiteX5148" fmla="*/ 6360014 w 10450132"/>
              <a:gd name="connsiteY5148" fmla="*/ 3480871 h 5450835"/>
              <a:gd name="connsiteX5149" fmla="*/ 6364546 w 10450132"/>
              <a:gd name="connsiteY5149" fmla="*/ 3472990 h 5450835"/>
              <a:gd name="connsiteX5150" fmla="*/ 6365334 w 10450132"/>
              <a:gd name="connsiteY5150" fmla="*/ 3472530 h 5450835"/>
              <a:gd name="connsiteX5151" fmla="*/ 6110888 w 10450132"/>
              <a:gd name="connsiteY5151" fmla="*/ 3472530 h 5450835"/>
              <a:gd name="connsiteX5152" fmla="*/ 6119953 w 10450132"/>
              <a:gd name="connsiteY5152" fmla="*/ 3472530 h 5450835"/>
              <a:gd name="connsiteX5153" fmla="*/ 6120740 w 10450132"/>
              <a:gd name="connsiteY5153" fmla="*/ 3472990 h 5450835"/>
              <a:gd name="connsiteX5154" fmla="*/ 6125272 w 10450132"/>
              <a:gd name="connsiteY5154" fmla="*/ 3480871 h 5450835"/>
              <a:gd name="connsiteX5155" fmla="*/ 6125272 w 10450132"/>
              <a:gd name="connsiteY5155" fmla="*/ 3481725 h 5450835"/>
              <a:gd name="connsiteX5156" fmla="*/ 6120740 w 10450132"/>
              <a:gd name="connsiteY5156" fmla="*/ 3489606 h 5450835"/>
              <a:gd name="connsiteX5157" fmla="*/ 6119953 w 10450132"/>
              <a:gd name="connsiteY5157" fmla="*/ 3490066 h 5450835"/>
              <a:gd name="connsiteX5158" fmla="*/ 6110888 w 10450132"/>
              <a:gd name="connsiteY5158" fmla="*/ 3490066 h 5450835"/>
              <a:gd name="connsiteX5159" fmla="*/ 6110101 w 10450132"/>
              <a:gd name="connsiteY5159" fmla="*/ 3489606 h 5450835"/>
              <a:gd name="connsiteX5160" fmla="*/ 6105567 w 10450132"/>
              <a:gd name="connsiteY5160" fmla="*/ 3481725 h 5450835"/>
              <a:gd name="connsiteX5161" fmla="*/ 6105567 w 10450132"/>
              <a:gd name="connsiteY5161" fmla="*/ 3480871 h 5450835"/>
              <a:gd name="connsiteX5162" fmla="*/ 6110101 w 10450132"/>
              <a:gd name="connsiteY5162" fmla="*/ 3472990 h 5450835"/>
              <a:gd name="connsiteX5163" fmla="*/ 6110888 w 10450132"/>
              <a:gd name="connsiteY5163" fmla="*/ 3472530 h 5450835"/>
              <a:gd name="connsiteX5164" fmla="*/ 5856508 w 10450132"/>
              <a:gd name="connsiteY5164" fmla="*/ 3472530 h 5450835"/>
              <a:gd name="connsiteX5165" fmla="*/ 5865571 w 10450132"/>
              <a:gd name="connsiteY5165" fmla="*/ 3472530 h 5450835"/>
              <a:gd name="connsiteX5166" fmla="*/ 5866359 w 10450132"/>
              <a:gd name="connsiteY5166" fmla="*/ 3472990 h 5450835"/>
              <a:gd name="connsiteX5167" fmla="*/ 5870891 w 10450132"/>
              <a:gd name="connsiteY5167" fmla="*/ 3480871 h 5450835"/>
              <a:gd name="connsiteX5168" fmla="*/ 5870891 w 10450132"/>
              <a:gd name="connsiteY5168" fmla="*/ 3481725 h 5450835"/>
              <a:gd name="connsiteX5169" fmla="*/ 5866359 w 10450132"/>
              <a:gd name="connsiteY5169" fmla="*/ 3489606 h 5450835"/>
              <a:gd name="connsiteX5170" fmla="*/ 5865571 w 10450132"/>
              <a:gd name="connsiteY5170" fmla="*/ 3490066 h 5450835"/>
              <a:gd name="connsiteX5171" fmla="*/ 5856508 w 10450132"/>
              <a:gd name="connsiteY5171" fmla="*/ 3490066 h 5450835"/>
              <a:gd name="connsiteX5172" fmla="*/ 5855720 w 10450132"/>
              <a:gd name="connsiteY5172" fmla="*/ 3489606 h 5450835"/>
              <a:gd name="connsiteX5173" fmla="*/ 5851187 w 10450132"/>
              <a:gd name="connsiteY5173" fmla="*/ 3481725 h 5450835"/>
              <a:gd name="connsiteX5174" fmla="*/ 5851187 w 10450132"/>
              <a:gd name="connsiteY5174" fmla="*/ 3480871 h 5450835"/>
              <a:gd name="connsiteX5175" fmla="*/ 5855720 w 10450132"/>
              <a:gd name="connsiteY5175" fmla="*/ 3472990 h 5450835"/>
              <a:gd name="connsiteX5176" fmla="*/ 5856508 w 10450132"/>
              <a:gd name="connsiteY5176" fmla="*/ 3472530 h 5450835"/>
              <a:gd name="connsiteX5177" fmla="*/ 5602126 w 10450132"/>
              <a:gd name="connsiteY5177" fmla="*/ 3472530 h 5450835"/>
              <a:gd name="connsiteX5178" fmla="*/ 5611191 w 10450132"/>
              <a:gd name="connsiteY5178" fmla="*/ 3472530 h 5450835"/>
              <a:gd name="connsiteX5179" fmla="*/ 5611979 w 10450132"/>
              <a:gd name="connsiteY5179" fmla="*/ 3472990 h 5450835"/>
              <a:gd name="connsiteX5180" fmla="*/ 5616511 w 10450132"/>
              <a:gd name="connsiteY5180" fmla="*/ 3480871 h 5450835"/>
              <a:gd name="connsiteX5181" fmla="*/ 5616511 w 10450132"/>
              <a:gd name="connsiteY5181" fmla="*/ 3481725 h 5450835"/>
              <a:gd name="connsiteX5182" fmla="*/ 5611979 w 10450132"/>
              <a:gd name="connsiteY5182" fmla="*/ 3489606 h 5450835"/>
              <a:gd name="connsiteX5183" fmla="*/ 5611191 w 10450132"/>
              <a:gd name="connsiteY5183" fmla="*/ 3490066 h 5450835"/>
              <a:gd name="connsiteX5184" fmla="*/ 5602126 w 10450132"/>
              <a:gd name="connsiteY5184" fmla="*/ 3490066 h 5450835"/>
              <a:gd name="connsiteX5185" fmla="*/ 5601338 w 10450132"/>
              <a:gd name="connsiteY5185" fmla="*/ 3489606 h 5450835"/>
              <a:gd name="connsiteX5186" fmla="*/ 5596807 w 10450132"/>
              <a:gd name="connsiteY5186" fmla="*/ 3481725 h 5450835"/>
              <a:gd name="connsiteX5187" fmla="*/ 5596807 w 10450132"/>
              <a:gd name="connsiteY5187" fmla="*/ 3480871 h 5450835"/>
              <a:gd name="connsiteX5188" fmla="*/ 5601338 w 10450132"/>
              <a:gd name="connsiteY5188" fmla="*/ 3472990 h 5450835"/>
              <a:gd name="connsiteX5189" fmla="*/ 5602126 w 10450132"/>
              <a:gd name="connsiteY5189" fmla="*/ 3472530 h 5450835"/>
              <a:gd name="connsiteX5190" fmla="*/ 5347746 w 10450132"/>
              <a:gd name="connsiteY5190" fmla="*/ 3472530 h 5450835"/>
              <a:gd name="connsiteX5191" fmla="*/ 5356810 w 10450132"/>
              <a:gd name="connsiteY5191" fmla="*/ 3472530 h 5450835"/>
              <a:gd name="connsiteX5192" fmla="*/ 5357598 w 10450132"/>
              <a:gd name="connsiteY5192" fmla="*/ 3472990 h 5450835"/>
              <a:gd name="connsiteX5193" fmla="*/ 5362130 w 10450132"/>
              <a:gd name="connsiteY5193" fmla="*/ 3480871 h 5450835"/>
              <a:gd name="connsiteX5194" fmla="*/ 5362130 w 10450132"/>
              <a:gd name="connsiteY5194" fmla="*/ 3481725 h 5450835"/>
              <a:gd name="connsiteX5195" fmla="*/ 5357598 w 10450132"/>
              <a:gd name="connsiteY5195" fmla="*/ 3489606 h 5450835"/>
              <a:gd name="connsiteX5196" fmla="*/ 5356810 w 10450132"/>
              <a:gd name="connsiteY5196" fmla="*/ 3490066 h 5450835"/>
              <a:gd name="connsiteX5197" fmla="*/ 5347746 w 10450132"/>
              <a:gd name="connsiteY5197" fmla="*/ 3490066 h 5450835"/>
              <a:gd name="connsiteX5198" fmla="*/ 5346958 w 10450132"/>
              <a:gd name="connsiteY5198" fmla="*/ 3489606 h 5450835"/>
              <a:gd name="connsiteX5199" fmla="*/ 5342425 w 10450132"/>
              <a:gd name="connsiteY5199" fmla="*/ 3481725 h 5450835"/>
              <a:gd name="connsiteX5200" fmla="*/ 5342425 w 10450132"/>
              <a:gd name="connsiteY5200" fmla="*/ 3480871 h 5450835"/>
              <a:gd name="connsiteX5201" fmla="*/ 5346958 w 10450132"/>
              <a:gd name="connsiteY5201" fmla="*/ 3472990 h 5450835"/>
              <a:gd name="connsiteX5202" fmla="*/ 5347746 w 10450132"/>
              <a:gd name="connsiteY5202" fmla="*/ 3472530 h 5450835"/>
              <a:gd name="connsiteX5203" fmla="*/ 5093300 w 10450132"/>
              <a:gd name="connsiteY5203" fmla="*/ 3472530 h 5450835"/>
              <a:gd name="connsiteX5204" fmla="*/ 5102364 w 10450132"/>
              <a:gd name="connsiteY5204" fmla="*/ 3472530 h 5450835"/>
              <a:gd name="connsiteX5205" fmla="*/ 5103153 w 10450132"/>
              <a:gd name="connsiteY5205" fmla="*/ 3472990 h 5450835"/>
              <a:gd name="connsiteX5206" fmla="*/ 5107684 w 10450132"/>
              <a:gd name="connsiteY5206" fmla="*/ 3480871 h 5450835"/>
              <a:gd name="connsiteX5207" fmla="*/ 5107684 w 10450132"/>
              <a:gd name="connsiteY5207" fmla="*/ 3481725 h 5450835"/>
              <a:gd name="connsiteX5208" fmla="*/ 5103153 w 10450132"/>
              <a:gd name="connsiteY5208" fmla="*/ 3489606 h 5450835"/>
              <a:gd name="connsiteX5209" fmla="*/ 5102364 w 10450132"/>
              <a:gd name="connsiteY5209" fmla="*/ 3490066 h 5450835"/>
              <a:gd name="connsiteX5210" fmla="*/ 5093300 w 10450132"/>
              <a:gd name="connsiteY5210" fmla="*/ 3490066 h 5450835"/>
              <a:gd name="connsiteX5211" fmla="*/ 5092512 w 10450132"/>
              <a:gd name="connsiteY5211" fmla="*/ 3489606 h 5450835"/>
              <a:gd name="connsiteX5212" fmla="*/ 5087979 w 10450132"/>
              <a:gd name="connsiteY5212" fmla="*/ 3481725 h 5450835"/>
              <a:gd name="connsiteX5213" fmla="*/ 5087979 w 10450132"/>
              <a:gd name="connsiteY5213" fmla="*/ 3480871 h 5450835"/>
              <a:gd name="connsiteX5214" fmla="*/ 5092512 w 10450132"/>
              <a:gd name="connsiteY5214" fmla="*/ 3472990 h 5450835"/>
              <a:gd name="connsiteX5215" fmla="*/ 5093300 w 10450132"/>
              <a:gd name="connsiteY5215" fmla="*/ 3472530 h 5450835"/>
              <a:gd name="connsiteX5216" fmla="*/ 4838919 w 10450132"/>
              <a:gd name="connsiteY5216" fmla="*/ 3472530 h 5450835"/>
              <a:gd name="connsiteX5217" fmla="*/ 4847982 w 10450132"/>
              <a:gd name="connsiteY5217" fmla="*/ 3472530 h 5450835"/>
              <a:gd name="connsiteX5218" fmla="*/ 4848772 w 10450132"/>
              <a:gd name="connsiteY5218" fmla="*/ 3472990 h 5450835"/>
              <a:gd name="connsiteX5219" fmla="*/ 4853303 w 10450132"/>
              <a:gd name="connsiteY5219" fmla="*/ 3480871 h 5450835"/>
              <a:gd name="connsiteX5220" fmla="*/ 4853303 w 10450132"/>
              <a:gd name="connsiteY5220" fmla="*/ 3481725 h 5450835"/>
              <a:gd name="connsiteX5221" fmla="*/ 4848772 w 10450132"/>
              <a:gd name="connsiteY5221" fmla="*/ 3489606 h 5450835"/>
              <a:gd name="connsiteX5222" fmla="*/ 4847982 w 10450132"/>
              <a:gd name="connsiteY5222" fmla="*/ 3490066 h 5450835"/>
              <a:gd name="connsiteX5223" fmla="*/ 4838919 w 10450132"/>
              <a:gd name="connsiteY5223" fmla="*/ 3490066 h 5450835"/>
              <a:gd name="connsiteX5224" fmla="*/ 4838132 w 10450132"/>
              <a:gd name="connsiteY5224" fmla="*/ 3489606 h 5450835"/>
              <a:gd name="connsiteX5225" fmla="*/ 4833598 w 10450132"/>
              <a:gd name="connsiteY5225" fmla="*/ 3481725 h 5450835"/>
              <a:gd name="connsiteX5226" fmla="*/ 4833598 w 10450132"/>
              <a:gd name="connsiteY5226" fmla="*/ 3480871 h 5450835"/>
              <a:gd name="connsiteX5227" fmla="*/ 4838132 w 10450132"/>
              <a:gd name="connsiteY5227" fmla="*/ 3472990 h 5450835"/>
              <a:gd name="connsiteX5228" fmla="*/ 4838919 w 10450132"/>
              <a:gd name="connsiteY5228" fmla="*/ 3472530 h 5450835"/>
              <a:gd name="connsiteX5229" fmla="*/ 4584538 w 10450132"/>
              <a:gd name="connsiteY5229" fmla="*/ 3472530 h 5450835"/>
              <a:gd name="connsiteX5230" fmla="*/ 4593603 w 10450132"/>
              <a:gd name="connsiteY5230" fmla="*/ 3472530 h 5450835"/>
              <a:gd name="connsiteX5231" fmla="*/ 4594390 w 10450132"/>
              <a:gd name="connsiteY5231" fmla="*/ 3472990 h 5450835"/>
              <a:gd name="connsiteX5232" fmla="*/ 4598922 w 10450132"/>
              <a:gd name="connsiteY5232" fmla="*/ 3480871 h 5450835"/>
              <a:gd name="connsiteX5233" fmla="*/ 4598922 w 10450132"/>
              <a:gd name="connsiteY5233" fmla="*/ 3481725 h 5450835"/>
              <a:gd name="connsiteX5234" fmla="*/ 4594390 w 10450132"/>
              <a:gd name="connsiteY5234" fmla="*/ 3489606 h 5450835"/>
              <a:gd name="connsiteX5235" fmla="*/ 4593603 w 10450132"/>
              <a:gd name="connsiteY5235" fmla="*/ 3490066 h 5450835"/>
              <a:gd name="connsiteX5236" fmla="*/ 4584538 w 10450132"/>
              <a:gd name="connsiteY5236" fmla="*/ 3490066 h 5450835"/>
              <a:gd name="connsiteX5237" fmla="*/ 4583749 w 10450132"/>
              <a:gd name="connsiteY5237" fmla="*/ 3489606 h 5450835"/>
              <a:gd name="connsiteX5238" fmla="*/ 4579218 w 10450132"/>
              <a:gd name="connsiteY5238" fmla="*/ 3481725 h 5450835"/>
              <a:gd name="connsiteX5239" fmla="*/ 4579218 w 10450132"/>
              <a:gd name="connsiteY5239" fmla="*/ 3480871 h 5450835"/>
              <a:gd name="connsiteX5240" fmla="*/ 4583749 w 10450132"/>
              <a:gd name="connsiteY5240" fmla="*/ 3472990 h 5450835"/>
              <a:gd name="connsiteX5241" fmla="*/ 4584538 w 10450132"/>
              <a:gd name="connsiteY5241" fmla="*/ 3472530 h 5450835"/>
              <a:gd name="connsiteX5242" fmla="*/ 4330157 w 10450132"/>
              <a:gd name="connsiteY5242" fmla="*/ 3472530 h 5450835"/>
              <a:gd name="connsiteX5243" fmla="*/ 4339222 w 10450132"/>
              <a:gd name="connsiteY5243" fmla="*/ 3472530 h 5450835"/>
              <a:gd name="connsiteX5244" fmla="*/ 4340010 w 10450132"/>
              <a:gd name="connsiteY5244" fmla="*/ 3472990 h 5450835"/>
              <a:gd name="connsiteX5245" fmla="*/ 4344540 w 10450132"/>
              <a:gd name="connsiteY5245" fmla="*/ 3480871 h 5450835"/>
              <a:gd name="connsiteX5246" fmla="*/ 4344540 w 10450132"/>
              <a:gd name="connsiteY5246" fmla="*/ 3481725 h 5450835"/>
              <a:gd name="connsiteX5247" fmla="*/ 4340010 w 10450132"/>
              <a:gd name="connsiteY5247" fmla="*/ 3489606 h 5450835"/>
              <a:gd name="connsiteX5248" fmla="*/ 4339222 w 10450132"/>
              <a:gd name="connsiteY5248" fmla="*/ 3490066 h 5450835"/>
              <a:gd name="connsiteX5249" fmla="*/ 4330157 w 10450132"/>
              <a:gd name="connsiteY5249" fmla="*/ 3490066 h 5450835"/>
              <a:gd name="connsiteX5250" fmla="*/ 4329369 w 10450132"/>
              <a:gd name="connsiteY5250" fmla="*/ 3489606 h 5450835"/>
              <a:gd name="connsiteX5251" fmla="*/ 4324836 w 10450132"/>
              <a:gd name="connsiteY5251" fmla="*/ 3481725 h 5450835"/>
              <a:gd name="connsiteX5252" fmla="*/ 4324836 w 10450132"/>
              <a:gd name="connsiteY5252" fmla="*/ 3480871 h 5450835"/>
              <a:gd name="connsiteX5253" fmla="*/ 4329369 w 10450132"/>
              <a:gd name="connsiteY5253" fmla="*/ 3472990 h 5450835"/>
              <a:gd name="connsiteX5254" fmla="*/ 4330157 w 10450132"/>
              <a:gd name="connsiteY5254" fmla="*/ 3472530 h 5450835"/>
              <a:gd name="connsiteX5255" fmla="*/ 4075772 w 10450132"/>
              <a:gd name="connsiteY5255" fmla="*/ 3472530 h 5450835"/>
              <a:gd name="connsiteX5256" fmla="*/ 4084835 w 10450132"/>
              <a:gd name="connsiteY5256" fmla="*/ 3472530 h 5450835"/>
              <a:gd name="connsiteX5257" fmla="*/ 4085622 w 10450132"/>
              <a:gd name="connsiteY5257" fmla="*/ 3472990 h 5450835"/>
              <a:gd name="connsiteX5258" fmla="*/ 4090154 w 10450132"/>
              <a:gd name="connsiteY5258" fmla="*/ 3480871 h 5450835"/>
              <a:gd name="connsiteX5259" fmla="*/ 4090154 w 10450132"/>
              <a:gd name="connsiteY5259" fmla="*/ 3481725 h 5450835"/>
              <a:gd name="connsiteX5260" fmla="*/ 4085622 w 10450132"/>
              <a:gd name="connsiteY5260" fmla="*/ 3489606 h 5450835"/>
              <a:gd name="connsiteX5261" fmla="*/ 4084835 w 10450132"/>
              <a:gd name="connsiteY5261" fmla="*/ 3490066 h 5450835"/>
              <a:gd name="connsiteX5262" fmla="*/ 4075772 w 10450132"/>
              <a:gd name="connsiteY5262" fmla="*/ 3490066 h 5450835"/>
              <a:gd name="connsiteX5263" fmla="*/ 4074983 w 10450132"/>
              <a:gd name="connsiteY5263" fmla="*/ 3489606 h 5450835"/>
              <a:gd name="connsiteX5264" fmla="*/ 4070451 w 10450132"/>
              <a:gd name="connsiteY5264" fmla="*/ 3481725 h 5450835"/>
              <a:gd name="connsiteX5265" fmla="*/ 4070451 w 10450132"/>
              <a:gd name="connsiteY5265" fmla="*/ 3480871 h 5450835"/>
              <a:gd name="connsiteX5266" fmla="*/ 4074983 w 10450132"/>
              <a:gd name="connsiteY5266" fmla="*/ 3472990 h 5450835"/>
              <a:gd name="connsiteX5267" fmla="*/ 4075772 w 10450132"/>
              <a:gd name="connsiteY5267" fmla="*/ 3472530 h 5450835"/>
              <a:gd name="connsiteX5268" fmla="*/ 3821358 w 10450132"/>
              <a:gd name="connsiteY5268" fmla="*/ 3472530 h 5450835"/>
              <a:gd name="connsiteX5269" fmla="*/ 3830423 w 10450132"/>
              <a:gd name="connsiteY5269" fmla="*/ 3472530 h 5450835"/>
              <a:gd name="connsiteX5270" fmla="*/ 3831212 w 10450132"/>
              <a:gd name="connsiteY5270" fmla="*/ 3472990 h 5450835"/>
              <a:gd name="connsiteX5271" fmla="*/ 3835745 w 10450132"/>
              <a:gd name="connsiteY5271" fmla="*/ 3480871 h 5450835"/>
              <a:gd name="connsiteX5272" fmla="*/ 3835745 w 10450132"/>
              <a:gd name="connsiteY5272" fmla="*/ 3481725 h 5450835"/>
              <a:gd name="connsiteX5273" fmla="*/ 3831212 w 10450132"/>
              <a:gd name="connsiteY5273" fmla="*/ 3489606 h 5450835"/>
              <a:gd name="connsiteX5274" fmla="*/ 3830423 w 10450132"/>
              <a:gd name="connsiteY5274" fmla="*/ 3490066 h 5450835"/>
              <a:gd name="connsiteX5275" fmla="*/ 3821358 w 10450132"/>
              <a:gd name="connsiteY5275" fmla="*/ 3490066 h 5450835"/>
              <a:gd name="connsiteX5276" fmla="*/ 3820571 w 10450132"/>
              <a:gd name="connsiteY5276" fmla="*/ 3489606 h 5450835"/>
              <a:gd name="connsiteX5277" fmla="*/ 3816038 w 10450132"/>
              <a:gd name="connsiteY5277" fmla="*/ 3481725 h 5450835"/>
              <a:gd name="connsiteX5278" fmla="*/ 3816038 w 10450132"/>
              <a:gd name="connsiteY5278" fmla="*/ 3480871 h 5450835"/>
              <a:gd name="connsiteX5279" fmla="*/ 3820571 w 10450132"/>
              <a:gd name="connsiteY5279" fmla="*/ 3472990 h 5450835"/>
              <a:gd name="connsiteX5280" fmla="*/ 3821358 w 10450132"/>
              <a:gd name="connsiteY5280" fmla="*/ 3472530 h 5450835"/>
              <a:gd name="connsiteX5281" fmla="*/ 3567111 w 10450132"/>
              <a:gd name="connsiteY5281" fmla="*/ 3472530 h 5450835"/>
              <a:gd name="connsiteX5282" fmla="*/ 3576176 w 10450132"/>
              <a:gd name="connsiteY5282" fmla="*/ 3472530 h 5450835"/>
              <a:gd name="connsiteX5283" fmla="*/ 3576964 w 10450132"/>
              <a:gd name="connsiteY5283" fmla="*/ 3472990 h 5450835"/>
              <a:gd name="connsiteX5284" fmla="*/ 3581496 w 10450132"/>
              <a:gd name="connsiteY5284" fmla="*/ 3480871 h 5450835"/>
              <a:gd name="connsiteX5285" fmla="*/ 3581496 w 10450132"/>
              <a:gd name="connsiteY5285" fmla="*/ 3481725 h 5450835"/>
              <a:gd name="connsiteX5286" fmla="*/ 3576964 w 10450132"/>
              <a:gd name="connsiteY5286" fmla="*/ 3489606 h 5450835"/>
              <a:gd name="connsiteX5287" fmla="*/ 3576176 w 10450132"/>
              <a:gd name="connsiteY5287" fmla="*/ 3490066 h 5450835"/>
              <a:gd name="connsiteX5288" fmla="*/ 3567111 w 10450132"/>
              <a:gd name="connsiteY5288" fmla="*/ 3490066 h 5450835"/>
              <a:gd name="connsiteX5289" fmla="*/ 3566322 w 10450132"/>
              <a:gd name="connsiteY5289" fmla="*/ 3489606 h 5450835"/>
              <a:gd name="connsiteX5290" fmla="*/ 3561790 w 10450132"/>
              <a:gd name="connsiteY5290" fmla="*/ 3481725 h 5450835"/>
              <a:gd name="connsiteX5291" fmla="*/ 3561790 w 10450132"/>
              <a:gd name="connsiteY5291" fmla="*/ 3480871 h 5450835"/>
              <a:gd name="connsiteX5292" fmla="*/ 3566322 w 10450132"/>
              <a:gd name="connsiteY5292" fmla="*/ 3472990 h 5450835"/>
              <a:gd name="connsiteX5293" fmla="*/ 3567111 w 10450132"/>
              <a:gd name="connsiteY5293" fmla="*/ 3472530 h 5450835"/>
              <a:gd name="connsiteX5294" fmla="*/ 3312632 w 10450132"/>
              <a:gd name="connsiteY5294" fmla="*/ 3472530 h 5450835"/>
              <a:gd name="connsiteX5295" fmla="*/ 3321696 w 10450132"/>
              <a:gd name="connsiteY5295" fmla="*/ 3472530 h 5450835"/>
              <a:gd name="connsiteX5296" fmla="*/ 3322484 w 10450132"/>
              <a:gd name="connsiteY5296" fmla="*/ 3472990 h 5450835"/>
              <a:gd name="connsiteX5297" fmla="*/ 3327016 w 10450132"/>
              <a:gd name="connsiteY5297" fmla="*/ 3480871 h 5450835"/>
              <a:gd name="connsiteX5298" fmla="*/ 3327016 w 10450132"/>
              <a:gd name="connsiteY5298" fmla="*/ 3481725 h 5450835"/>
              <a:gd name="connsiteX5299" fmla="*/ 3322484 w 10450132"/>
              <a:gd name="connsiteY5299" fmla="*/ 3489606 h 5450835"/>
              <a:gd name="connsiteX5300" fmla="*/ 3321696 w 10450132"/>
              <a:gd name="connsiteY5300" fmla="*/ 3490066 h 5450835"/>
              <a:gd name="connsiteX5301" fmla="*/ 3312632 w 10450132"/>
              <a:gd name="connsiteY5301" fmla="*/ 3490066 h 5450835"/>
              <a:gd name="connsiteX5302" fmla="*/ 3311844 w 10450132"/>
              <a:gd name="connsiteY5302" fmla="*/ 3489606 h 5450835"/>
              <a:gd name="connsiteX5303" fmla="*/ 3307311 w 10450132"/>
              <a:gd name="connsiteY5303" fmla="*/ 3481725 h 5450835"/>
              <a:gd name="connsiteX5304" fmla="*/ 3307311 w 10450132"/>
              <a:gd name="connsiteY5304" fmla="*/ 3480871 h 5450835"/>
              <a:gd name="connsiteX5305" fmla="*/ 3311844 w 10450132"/>
              <a:gd name="connsiteY5305" fmla="*/ 3472990 h 5450835"/>
              <a:gd name="connsiteX5306" fmla="*/ 3312632 w 10450132"/>
              <a:gd name="connsiteY5306" fmla="*/ 3472530 h 5450835"/>
              <a:gd name="connsiteX5307" fmla="*/ 3058270 w 10450132"/>
              <a:gd name="connsiteY5307" fmla="*/ 3472530 h 5450835"/>
              <a:gd name="connsiteX5308" fmla="*/ 3067335 w 10450132"/>
              <a:gd name="connsiteY5308" fmla="*/ 3472530 h 5450835"/>
              <a:gd name="connsiteX5309" fmla="*/ 3068123 w 10450132"/>
              <a:gd name="connsiteY5309" fmla="*/ 3472990 h 5450835"/>
              <a:gd name="connsiteX5310" fmla="*/ 3072655 w 10450132"/>
              <a:gd name="connsiteY5310" fmla="*/ 3480871 h 5450835"/>
              <a:gd name="connsiteX5311" fmla="*/ 3072655 w 10450132"/>
              <a:gd name="connsiteY5311" fmla="*/ 3481725 h 5450835"/>
              <a:gd name="connsiteX5312" fmla="*/ 3068123 w 10450132"/>
              <a:gd name="connsiteY5312" fmla="*/ 3489606 h 5450835"/>
              <a:gd name="connsiteX5313" fmla="*/ 3067335 w 10450132"/>
              <a:gd name="connsiteY5313" fmla="*/ 3490066 h 5450835"/>
              <a:gd name="connsiteX5314" fmla="*/ 3058270 w 10450132"/>
              <a:gd name="connsiteY5314" fmla="*/ 3490066 h 5450835"/>
              <a:gd name="connsiteX5315" fmla="*/ 3057482 w 10450132"/>
              <a:gd name="connsiteY5315" fmla="*/ 3489606 h 5450835"/>
              <a:gd name="connsiteX5316" fmla="*/ 3052949 w 10450132"/>
              <a:gd name="connsiteY5316" fmla="*/ 3481725 h 5450835"/>
              <a:gd name="connsiteX5317" fmla="*/ 3052949 w 10450132"/>
              <a:gd name="connsiteY5317" fmla="*/ 3480871 h 5450835"/>
              <a:gd name="connsiteX5318" fmla="*/ 3057482 w 10450132"/>
              <a:gd name="connsiteY5318" fmla="*/ 3472990 h 5450835"/>
              <a:gd name="connsiteX5319" fmla="*/ 3058270 w 10450132"/>
              <a:gd name="connsiteY5319" fmla="*/ 3472530 h 5450835"/>
              <a:gd name="connsiteX5320" fmla="*/ 2803819 w 10450132"/>
              <a:gd name="connsiteY5320" fmla="*/ 3472530 h 5450835"/>
              <a:gd name="connsiteX5321" fmla="*/ 2812884 w 10450132"/>
              <a:gd name="connsiteY5321" fmla="*/ 3472530 h 5450835"/>
              <a:gd name="connsiteX5322" fmla="*/ 2813670 w 10450132"/>
              <a:gd name="connsiteY5322" fmla="*/ 3472990 h 5450835"/>
              <a:gd name="connsiteX5323" fmla="*/ 2818203 w 10450132"/>
              <a:gd name="connsiteY5323" fmla="*/ 3480871 h 5450835"/>
              <a:gd name="connsiteX5324" fmla="*/ 2818203 w 10450132"/>
              <a:gd name="connsiteY5324" fmla="*/ 3481725 h 5450835"/>
              <a:gd name="connsiteX5325" fmla="*/ 2813670 w 10450132"/>
              <a:gd name="connsiteY5325" fmla="*/ 3489606 h 5450835"/>
              <a:gd name="connsiteX5326" fmla="*/ 2812884 w 10450132"/>
              <a:gd name="connsiteY5326" fmla="*/ 3490066 h 5450835"/>
              <a:gd name="connsiteX5327" fmla="*/ 2803819 w 10450132"/>
              <a:gd name="connsiteY5327" fmla="*/ 3490066 h 5450835"/>
              <a:gd name="connsiteX5328" fmla="*/ 2803029 w 10450132"/>
              <a:gd name="connsiteY5328" fmla="*/ 3489606 h 5450835"/>
              <a:gd name="connsiteX5329" fmla="*/ 2798497 w 10450132"/>
              <a:gd name="connsiteY5329" fmla="*/ 3481725 h 5450835"/>
              <a:gd name="connsiteX5330" fmla="*/ 2798497 w 10450132"/>
              <a:gd name="connsiteY5330" fmla="*/ 3480871 h 5450835"/>
              <a:gd name="connsiteX5331" fmla="*/ 2803029 w 10450132"/>
              <a:gd name="connsiteY5331" fmla="*/ 3472990 h 5450835"/>
              <a:gd name="connsiteX5332" fmla="*/ 2803819 w 10450132"/>
              <a:gd name="connsiteY5332" fmla="*/ 3472530 h 5450835"/>
              <a:gd name="connsiteX5333" fmla="*/ 2549484 w 10450132"/>
              <a:gd name="connsiteY5333" fmla="*/ 3472530 h 5450835"/>
              <a:gd name="connsiteX5334" fmla="*/ 2558549 w 10450132"/>
              <a:gd name="connsiteY5334" fmla="*/ 3472530 h 5450835"/>
              <a:gd name="connsiteX5335" fmla="*/ 2559338 w 10450132"/>
              <a:gd name="connsiteY5335" fmla="*/ 3472990 h 5450835"/>
              <a:gd name="connsiteX5336" fmla="*/ 2563870 w 10450132"/>
              <a:gd name="connsiteY5336" fmla="*/ 3480871 h 5450835"/>
              <a:gd name="connsiteX5337" fmla="*/ 2563870 w 10450132"/>
              <a:gd name="connsiteY5337" fmla="*/ 3481725 h 5450835"/>
              <a:gd name="connsiteX5338" fmla="*/ 2559338 w 10450132"/>
              <a:gd name="connsiteY5338" fmla="*/ 3489606 h 5450835"/>
              <a:gd name="connsiteX5339" fmla="*/ 2558549 w 10450132"/>
              <a:gd name="connsiteY5339" fmla="*/ 3490066 h 5450835"/>
              <a:gd name="connsiteX5340" fmla="*/ 2549484 w 10450132"/>
              <a:gd name="connsiteY5340" fmla="*/ 3490066 h 5450835"/>
              <a:gd name="connsiteX5341" fmla="*/ 2548695 w 10450132"/>
              <a:gd name="connsiteY5341" fmla="*/ 3489606 h 5450835"/>
              <a:gd name="connsiteX5342" fmla="*/ 2544165 w 10450132"/>
              <a:gd name="connsiteY5342" fmla="*/ 3481725 h 5450835"/>
              <a:gd name="connsiteX5343" fmla="*/ 2544165 w 10450132"/>
              <a:gd name="connsiteY5343" fmla="*/ 3480871 h 5450835"/>
              <a:gd name="connsiteX5344" fmla="*/ 2548695 w 10450132"/>
              <a:gd name="connsiteY5344" fmla="*/ 3472990 h 5450835"/>
              <a:gd name="connsiteX5345" fmla="*/ 2549484 w 10450132"/>
              <a:gd name="connsiteY5345" fmla="*/ 3472530 h 5450835"/>
              <a:gd name="connsiteX5346" fmla="*/ 2295159 w 10450132"/>
              <a:gd name="connsiteY5346" fmla="*/ 3472530 h 5450835"/>
              <a:gd name="connsiteX5347" fmla="*/ 2304223 w 10450132"/>
              <a:gd name="connsiteY5347" fmla="*/ 3472530 h 5450835"/>
              <a:gd name="connsiteX5348" fmla="*/ 2305011 w 10450132"/>
              <a:gd name="connsiteY5348" fmla="*/ 3472990 h 5450835"/>
              <a:gd name="connsiteX5349" fmla="*/ 2309543 w 10450132"/>
              <a:gd name="connsiteY5349" fmla="*/ 3480871 h 5450835"/>
              <a:gd name="connsiteX5350" fmla="*/ 2309543 w 10450132"/>
              <a:gd name="connsiteY5350" fmla="*/ 3481725 h 5450835"/>
              <a:gd name="connsiteX5351" fmla="*/ 2305011 w 10450132"/>
              <a:gd name="connsiteY5351" fmla="*/ 3489606 h 5450835"/>
              <a:gd name="connsiteX5352" fmla="*/ 2304223 w 10450132"/>
              <a:gd name="connsiteY5352" fmla="*/ 3490066 h 5450835"/>
              <a:gd name="connsiteX5353" fmla="*/ 2295159 w 10450132"/>
              <a:gd name="connsiteY5353" fmla="*/ 3490066 h 5450835"/>
              <a:gd name="connsiteX5354" fmla="*/ 2294370 w 10450132"/>
              <a:gd name="connsiteY5354" fmla="*/ 3489606 h 5450835"/>
              <a:gd name="connsiteX5355" fmla="*/ 2289838 w 10450132"/>
              <a:gd name="connsiteY5355" fmla="*/ 3481725 h 5450835"/>
              <a:gd name="connsiteX5356" fmla="*/ 2289838 w 10450132"/>
              <a:gd name="connsiteY5356" fmla="*/ 3480871 h 5450835"/>
              <a:gd name="connsiteX5357" fmla="*/ 2294370 w 10450132"/>
              <a:gd name="connsiteY5357" fmla="*/ 3472990 h 5450835"/>
              <a:gd name="connsiteX5358" fmla="*/ 2295159 w 10450132"/>
              <a:gd name="connsiteY5358" fmla="*/ 3472530 h 5450835"/>
              <a:gd name="connsiteX5359" fmla="*/ 2040723 w 10450132"/>
              <a:gd name="connsiteY5359" fmla="*/ 3472530 h 5450835"/>
              <a:gd name="connsiteX5360" fmla="*/ 2049788 w 10450132"/>
              <a:gd name="connsiteY5360" fmla="*/ 3472530 h 5450835"/>
              <a:gd name="connsiteX5361" fmla="*/ 2050576 w 10450132"/>
              <a:gd name="connsiteY5361" fmla="*/ 3472990 h 5450835"/>
              <a:gd name="connsiteX5362" fmla="*/ 2055108 w 10450132"/>
              <a:gd name="connsiteY5362" fmla="*/ 3480871 h 5450835"/>
              <a:gd name="connsiteX5363" fmla="*/ 2055108 w 10450132"/>
              <a:gd name="connsiteY5363" fmla="*/ 3481725 h 5450835"/>
              <a:gd name="connsiteX5364" fmla="*/ 2050576 w 10450132"/>
              <a:gd name="connsiteY5364" fmla="*/ 3489606 h 5450835"/>
              <a:gd name="connsiteX5365" fmla="*/ 2049788 w 10450132"/>
              <a:gd name="connsiteY5365" fmla="*/ 3490066 h 5450835"/>
              <a:gd name="connsiteX5366" fmla="*/ 2040723 w 10450132"/>
              <a:gd name="connsiteY5366" fmla="*/ 3490066 h 5450835"/>
              <a:gd name="connsiteX5367" fmla="*/ 2039937 w 10450132"/>
              <a:gd name="connsiteY5367" fmla="*/ 3489606 h 5450835"/>
              <a:gd name="connsiteX5368" fmla="*/ 2035402 w 10450132"/>
              <a:gd name="connsiteY5368" fmla="*/ 3481725 h 5450835"/>
              <a:gd name="connsiteX5369" fmla="*/ 2035402 w 10450132"/>
              <a:gd name="connsiteY5369" fmla="*/ 3480871 h 5450835"/>
              <a:gd name="connsiteX5370" fmla="*/ 2039937 w 10450132"/>
              <a:gd name="connsiteY5370" fmla="*/ 3472990 h 5450835"/>
              <a:gd name="connsiteX5371" fmla="*/ 2040723 w 10450132"/>
              <a:gd name="connsiteY5371" fmla="*/ 3472530 h 5450835"/>
              <a:gd name="connsiteX5372" fmla="*/ 1786223 w 10450132"/>
              <a:gd name="connsiteY5372" fmla="*/ 3472530 h 5450835"/>
              <a:gd name="connsiteX5373" fmla="*/ 1795287 w 10450132"/>
              <a:gd name="connsiteY5373" fmla="*/ 3472530 h 5450835"/>
              <a:gd name="connsiteX5374" fmla="*/ 1796075 w 10450132"/>
              <a:gd name="connsiteY5374" fmla="*/ 3472990 h 5450835"/>
              <a:gd name="connsiteX5375" fmla="*/ 1800607 w 10450132"/>
              <a:gd name="connsiteY5375" fmla="*/ 3480871 h 5450835"/>
              <a:gd name="connsiteX5376" fmla="*/ 1800607 w 10450132"/>
              <a:gd name="connsiteY5376" fmla="*/ 3481725 h 5450835"/>
              <a:gd name="connsiteX5377" fmla="*/ 1796075 w 10450132"/>
              <a:gd name="connsiteY5377" fmla="*/ 3489606 h 5450835"/>
              <a:gd name="connsiteX5378" fmla="*/ 1795287 w 10450132"/>
              <a:gd name="connsiteY5378" fmla="*/ 3490066 h 5450835"/>
              <a:gd name="connsiteX5379" fmla="*/ 1786223 w 10450132"/>
              <a:gd name="connsiteY5379" fmla="*/ 3490066 h 5450835"/>
              <a:gd name="connsiteX5380" fmla="*/ 1785434 w 10450132"/>
              <a:gd name="connsiteY5380" fmla="*/ 3489606 h 5450835"/>
              <a:gd name="connsiteX5381" fmla="*/ 1780902 w 10450132"/>
              <a:gd name="connsiteY5381" fmla="*/ 3481725 h 5450835"/>
              <a:gd name="connsiteX5382" fmla="*/ 1780902 w 10450132"/>
              <a:gd name="connsiteY5382" fmla="*/ 3480871 h 5450835"/>
              <a:gd name="connsiteX5383" fmla="*/ 1785434 w 10450132"/>
              <a:gd name="connsiteY5383" fmla="*/ 3472990 h 5450835"/>
              <a:gd name="connsiteX5384" fmla="*/ 1786223 w 10450132"/>
              <a:gd name="connsiteY5384" fmla="*/ 3472530 h 5450835"/>
              <a:gd name="connsiteX5385" fmla="*/ 1531893 w 10450132"/>
              <a:gd name="connsiteY5385" fmla="*/ 3472530 h 5450835"/>
              <a:gd name="connsiteX5386" fmla="*/ 1540956 w 10450132"/>
              <a:gd name="connsiteY5386" fmla="*/ 3472530 h 5450835"/>
              <a:gd name="connsiteX5387" fmla="*/ 1541744 w 10450132"/>
              <a:gd name="connsiteY5387" fmla="*/ 3472990 h 5450835"/>
              <a:gd name="connsiteX5388" fmla="*/ 1546275 w 10450132"/>
              <a:gd name="connsiteY5388" fmla="*/ 3480871 h 5450835"/>
              <a:gd name="connsiteX5389" fmla="*/ 1546275 w 10450132"/>
              <a:gd name="connsiteY5389" fmla="*/ 3481725 h 5450835"/>
              <a:gd name="connsiteX5390" fmla="*/ 1541744 w 10450132"/>
              <a:gd name="connsiteY5390" fmla="*/ 3489606 h 5450835"/>
              <a:gd name="connsiteX5391" fmla="*/ 1540956 w 10450132"/>
              <a:gd name="connsiteY5391" fmla="*/ 3490066 h 5450835"/>
              <a:gd name="connsiteX5392" fmla="*/ 1531893 w 10450132"/>
              <a:gd name="connsiteY5392" fmla="*/ 3490066 h 5450835"/>
              <a:gd name="connsiteX5393" fmla="*/ 1531104 w 10450132"/>
              <a:gd name="connsiteY5393" fmla="*/ 3489606 h 5450835"/>
              <a:gd name="connsiteX5394" fmla="*/ 1526571 w 10450132"/>
              <a:gd name="connsiteY5394" fmla="*/ 3481725 h 5450835"/>
              <a:gd name="connsiteX5395" fmla="*/ 1526571 w 10450132"/>
              <a:gd name="connsiteY5395" fmla="*/ 3480871 h 5450835"/>
              <a:gd name="connsiteX5396" fmla="*/ 1531104 w 10450132"/>
              <a:gd name="connsiteY5396" fmla="*/ 3472990 h 5450835"/>
              <a:gd name="connsiteX5397" fmla="*/ 1531893 w 10450132"/>
              <a:gd name="connsiteY5397" fmla="*/ 3472530 h 5450835"/>
              <a:gd name="connsiteX5398" fmla="*/ 1277531 w 10450132"/>
              <a:gd name="connsiteY5398" fmla="*/ 3472530 h 5450835"/>
              <a:gd name="connsiteX5399" fmla="*/ 1286596 w 10450132"/>
              <a:gd name="connsiteY5399" fmla="*/ 3472530 h 5450835"/>
              <a:gd name="connsiteX5400" fmla="*/ 1287385 w 10450132"/>
              <a:gd name="connsiteY5400" fmla="*/ 3472990 h 5450835"/>
              <a:gd name="connsiteX5401" fmla="*/ 1291918 w 10450132"/>
              <a:gd name="connsiteY5401" fmla="*/ 3480871 h 5450835"/>
              <a:gd name="connsiteX5402" fmla="*/ 1291918 w 10450132"/>
              <a:gd name="connsiteY5402" fmla="*/ 3481725 h 5450835"/>
              <a:gd name="connsiteX5403" fmla="*/ 1287385 w 10450132"/>
              <a:gd name="connsiteY5403" fmla="*/ 3489606 h 5450835"/>
              <a:gd name="connsiteX5404" fmla="*/ 1286596 w 10450132"/>
              <a:gd name="connsiteY5404" fmla="*/ 3490066 h 5450835"/>
              <a:gd name="connsiteX5405" fmla="*/ 1277531 w 10450132"/>
              <a:gd name="connsiteY5405" fmla="*/ 3490066 h 5450835"/>
              <a:gd name="connsiteX5406" fmla="*/ 1276743 w 10450132"/>
              <a:gd name="connsiteY5406" fmla="*/ 3489606 h 5450835"/>
              <a:gd name="connsiteX5407" fmla="*/ 1272212 w 10450132"/>
              <a:gd name="connsiteY5407" fmla="*/ 3481725 h 5450835"/>
              <a:gd name="connsiteX5408" fmla="*/ 1272212 w 10450132"/>
              <a:gd name="connsiteY5408" fmla="*/ 3480871 h 5450835"/>
              <a:gd name="connsiteX5409" fmla="*/ 1276743 w 10450132"/>
              <a:gd name="connsiteY5409" fmla="*/ 3472990 h 5450835"/>
              <a:gd name="connsiteX5410" fmla="*/ 1277531 w 10450132"/>
              <a:gd name="connsiteY5410" fmla="*/ 3472530 h 5450835"/>
              <a:gd name="connsiteX5411" fmla="*/ 1023117 w 10450132"/>
              <a:gd name="connsiteY5411" fmla="*/ 3472530 h 5450835"/>
              <a:gd name="connsiteX5412" fmla="*/ 1032183 w 10450132"/>
              <a:gd name="connsiteY5412" fmla="*/ 3472530 h 5450835"/>
              <a:gd name="connsiteX5413" fmla="*/ 1032970 w 10450132"/>
              <a:gd name="connsiteY5413" fmla="*/ 3472990 h 5450835"/>
              <a:gd name="connsiteX5414" fmla="*/ 1037502 w 10450132"/>
              <a:gd name="connsiteY5414" fmla="*/ 3480871 h 5450835"/>
              <a:gd name="connsiteX5415" fmla="*/ 1037502 w 10450132"/>
              <a:gd name="connsiteY5415" fmla="*/ 3481725 h 5450835"/>
              <a:gd name="connsiteX5416" fmla="*/ 1032970 w 10450132"/>
              <a:gd name="connsiteY5416" fmla="*/ 3489606 h 5450835"/>
              <a:gd name="connsiteX5417" fmla="*/ 1032183 w 10450132"/>
              <a:gd name="connsiteY5417" fmla="*/ 3490066 h 5450835"/>
              <a:gd name="connsiteX5418" fmla="*/ 1023117 w 10450132"/>
              <a:gd name="connsiteY5418" fmla="*/ 3490066 h 5450835"/>
              <a:gd name="connsiteX5419" fmla="*/ 1022330 w 10450132"/>
              <a:gd name="connsiteY5419" fmla="*/ 3489606 h 5450835"/>
              <a:gd name="connsiteX5420" fmla="*/ 1017796 w 10450132"/>
              <a:gd name="connsiteY5420" fmla="*/ 3481725 h 5450835"/>
              <a:gd name="connsiteX5421" fmla="*/ 1017796 w 10450132"/>
              <a:gd name="connsiteY5421" fmla="*/ 3480871 h 5450835"/>
              <a:gd name="connsiteX5422" fmla="*/ 1022330 w 10450132"/>
              <a:gd name="connsiteY5422" fmla="*/ 3472990 h 5450835"/>
              <a:gd name="connsiteX5423" fmla="*/ 1023117 w 10450132"/>
              <a:gd name="connsiteY5423" fmla="*/ 3472530 h 5450835"/>
              <a:gd name="connsiteX5424" fmla="*/ 768588 w 10450132"/>
              <a:gd name="connsiteY5424" fmla="*/ 3472530 h 5450835"/>
              <a:gd name="connsiteX5425" fmla="*/ 777651 w 10450132"/>
              <a:gd name="connsiteY5425" fmla="*/ 3472530 h 5450835"/>
              <a:gd name="connsiteX5426" fmla="*/ 778439 w 10450132"/>
              <a:gd name="connsiteY5426" fmla="*/ 3472990 h 5450835"/>
              <a:gd name="connsiteX5427" fmla="*/ 782971 w 10450132"/>
              <a:gd name="connsiteY5427" fmla="*/ 3480871 h 5450835"/>
              <a:gd name="connsiteX5428" fmla="*/ 782971 w 10450132"/>
              <a:gd name="connsiteY5428" fmla="*/ 3481725 h 5450835"/>
              <a:gd name="connsiteX5429" fmla="*/ 778439 w 10450132"/>
              <a:gd name="connsiteY5429" fmla="*/ 3489606 h 5450835"/>
              <a:gd name="connsiteX5430" fmla="*/ 777651 w 10450132"/>
              <a:gd name="connsiteY5430" fmla="*/ 3490066 h 5450835"/>
              <a:gd name="connsiteX5431" fmla="*/ 768588 w 10450132"/>
              <a:gd name="connsiteY5431" fmla="*/ 3490066 h 5450835"/>
              <a:gd name="connsiteX5432" fmla="*/ 767800 w 10450132"/>
              <a:gd name="connsiteY5432" fmla="*/ 3489606 h 5450835"/>
              <a:gd name="connsiteX5433" fmla="*/ 763266 w 10450132"/>
              <a:gd name="connsiteY5433" fmla="*/ 3481725 h 5450835"/>
              <a:gd name="connsiteX5434" fmla="*/ 763266 w 10450132"/>
              <a:gd name="connsiteY5434" fmla="*/ 3480871 h 5450835"/>
              <a:gd name="connsiteX5435" fmla="*/ 767800 w 10450132"/>
              <a:gd name="connsiteY5435" fmla="*/ 3472990 h 5450835"/>
              <a:gd name="connsiteX5436" fmla="*/ 768588 w 10450132"/>
              <a:gd name="connsiteY5436" fmla="*/ 3472530 h 5450835"/>
              <a:gd name="connsiteX5437" fmla="*/ 514286 w 10450132"/>
              <a:gd name="connsiteY5437" fmla="*/ 3472530 h 5450835"/>
              <a:gd name="connsiteX5438" fmla="*/ 523350 w 10450132"/>
              <a:gd name="connsiteY5438" fmla="*/ 3472530 h 5450835"/>
              <a:gd name="connsiteX5439" fmla="*/ 524138 w 10450132"/>
              <a:gd name="connsiteY5439" fmla="*/ 3472990 h 5450835"/>
              <a:gd name="connsiteX5440" fmla="*/ 528669 w 10450132"/>
              <a:gd name="connsiteY5440" fmla="*/ 3480871 h 5450835"/>
              <a:gd name="connsiteX5441" fmla="*/ 528669 w 10450132"/>
              <a:gd name="connsiteY5441" fmla="*/ 3481725 h 5450835"/>
              <a:gd name="connsiteX5442" fmla="*/ 524138 w 10450132"/>
              <a:gd name="connsiteY5442" fmla="*/ 3489606 h 5450835"/>
              <a:gd name="connsiteX5443" fmla="*/ 523350 w 10450132"/>
              <a:gd name="connsiteY5443" fmla="*/ 3490066 h 5450835"/>
              <a:gd name="connsiteX5444" fmla="*/ 514286 w 10450132"/>
              <a:gd name="connsiteY5444" fmla="*/ 3490066 h 5450835"/>
              <a:gd name="connsiteX5445" fmla="*/ 513498 w 10450132"/>
              <a:gd name="connsiteY5445" fmla="*/ 3489606 h 5450835"/>
              <a:gd name="connsiteX5446" fmla="*/ 508965 w 10450132"/>
              <a:gd name="connsiteY5446" fmla="*/ 3481725 h 5450835"/>
              <a:gd name="connsiteX5447" fmla="*/ 508965 w 10450132"/>
              <a:gd name="connsiteY5447" fmla="*/ 3480871 h 5450835"/>
              <a:gd name="connsiteX5448" fmla="*/ 513498 w 10450132"/>
              <a:gd name="connsiteY5448" fmla="*/ 3472990 h 5450835"/>
              <a:gd name="connsiteX5449" fmla="*/ 514286 w 10450132"/>
              <a:gd name="connsiteY5449" fmla="*/ 3472530 h 5450835"/>
              <a:gd name="connsiteX5450" fmla="*/ 259959 w 10450132"/>
              <a:gd name="connsiteY5450" fmla="*/ 3472530 h 5450835"/>
              <a:gd name="connsiteX5451" fmla="*/ 269023 w 10450132"/>
              <a:gd name="connsiteY5451" fmla="*/ 3472530 h 5450835"/>
              <a:gd name="connsiteX5452" fmla="*/ 269811 w 10450132"/>
              <a:gd name="connsiteY5452" fmla="*/ 3472990 h 5450835"/>
              <a:gd name="connsiteX5453" fmla="*/ 274343 w 10450132"/>
              <a:gd name="connsiteY5453" fmla="*/ 3480871 h 5450835"/>
              <a:gd name="connsiteX5454" fmla="*/ 274343 w 10450132"/>
              <a:gd name="connsiteY5454" fmla="*/ 3481725 h 5450835"/>
              <a:gd name="connsiteX5455" fmla="*/ 269811 w 10450132"/>
              <a:gd name="connsiteY5455" fmla="*/ 3489606 h 5450835"/>
              <a:gd name="connsiteX5456" fmla="*/ 269023 w 10450132"/>
              <a:gd name="connsiteY5456" fmla="*/ 3490066 h 5450835"/>
              <a:gd name="connsiteX5457" fmla="*/ 259959 w 10450132"/>
              <a:gd name="connsiteY5457" fmla="*/ 3490066 h 5450835"/>
              <a:gd name="connsiteX5458" fmla="*/ 259170 w 10450132"/>
              <a:gd name="connsiteY5458" fmla="*/ 3489606 h 5450835"/>
              <a:gd name="connsiteX5459" fmla="*/ 254638 w 10450132"/>
              <a:gd name="connsiteY5459" fmla="*/ 3481725 h 5450835"/>
              <a:gd name="connsiteX5460" fmla="*/ 254638 w 10450132"/>
              <a:gd name="connsiteY5460" fmla="*/ 3480871 h 5450835"/>
              <a:gd name="connsiteX5461" fmla="*/ 259170 w 10450132"/>
              <a:gd name="connsiteY5461" fmla="*/ 3472990 h 5450835"/>
              <a:gd name="connsiteX5462" fmla="*/ 259959 w 10450132"/>
              <a:gd name="connsiteY5462" fmla="*/ 3472530 h 5450835"/>
              <a:gd name="connsiteX5463" fmla="*/ 5523 w 10450132"/>
              <a:gd name="connsiteY5463" fmla="*/ 3472530 h 5450835"/>
              <a:gd name="connsiteX5464" fmla="*/ 14587 w 10450132"/>
              <a:gd name="connsiteY5464" fmla="*/ 3472530 h 5450835"/>
              <a:gd name="connsiteX5465" fmla="*/ 15375 w 10450132"/>
              <a:gd name="connsiteY5465" fmla="*/ 3472990 h 5450835"/>
              <a:gd name="connsiteX5466" fmla="*/ 19907 w 10450132"/>
              <a:gd name="connsiteY5466" fmla="*/ 3480871 h 5450835"/>
              <a:gd name="connsiteX5467" fmla="*/ 19907 w 10450132"/>
              <a:gd name="connsiteY5467" fmla="*/ 3481725 h 5450835"/>
              <a:gd name="connsiteX5468" fmla="*/ 15375 w 10450132"/>
              <a:gd name="connsiteY5468" fmla="*/ 3489606 h 5450835"/>
              <a:gd name="connsiteX5469" fmla="*/ 14587 w 10450132"/>
              <a:gd name="connsiteY5469" fmla="*/ 3490066 h 5450835"/>
              <a:gd name="connsiteX5470" fmla="*/ 5523 w 10450132"/>
              <a:gd name="connsiteY5470" fmla="*/ 3490066 h 5450835"/>
              <a:gd name="connsiteX5471" fmla="*/ 4734 w 10450132"/>
              <a:gd name="connsiteY5471" fmla="*/ 3489606 h 5450835"/>
              <a:gd name="connsiteX5472" fmla="*/ 202 w 10450132"/>
              <a:gd name="connsiteY5472" fmla="*/ 3481725 h 5450835"/>
              <a:gd name="connsiteX5473" fmla="*/ 202 w 10450132"/>
              <a:gd name="connsiteY5473" fmla="*/ 3480871 h 5450835"/>
              <a:gd name="connsiteX5474" fmla="*/ 4734 w 10450132"/>
              <a:gd name="connsiteY5474" fmla="*/ 3472990 h 5450835"/>
              <a:gd name="connsiteX5475" fmla="*/ 5523 w 10450132"/>
              <a:gd name="connsiteY5475" fmla="*/ 3472530 h 5450835"/>
              <a:gd name="connsiteX5476" fmla="*/ 10435622 w 10450132"/>
              <a:gd name="connsiteY5476" fmla="*/ 3255521 h 5450835"/>
              <a:gd name="connsiteX5477" fmla="*/ 10444686 w 10450132"/>
              <a:gd name="connsiteY5477" fmla="*/ 3255521 h 5450835"/>
              <a:gd name="connsiteX5478" fmla="*/ 10445474 w 10450132"/>
              <a:gd name="connsiteY5478" fmla="*/ 3255981 h 5450835"/>
              <a:gd name="connsiteX5479" fmla="*/ 10450007 w 10450132"/>
              <a:gd name="connsiteY5479" fmla="*/ 3263863 h 5450835"/>
              <a:gd name="connsiteX5480" fmla="*/ 10450007 w 10450132"/>
              <a:gd name="connsiteY5480" fmla="*/ 3264716 h 5450835"/>
              <a:gd name="connsiteX5481" fmla="*/ 10445474 w 10450132"/>
              <a:gd name="connsiteY5481" fmla="*/ 3272599 h 5450835"/>
              <a:gd name="connsiteX5482" fmla="*/ 10444686 w 10450132"/>
              <a:gd name="connsiteY5482" fmla="*/ 3273059 h 5450835"/>
              <a:gd name="connsiteX5483" fmla="*/ 10435622 w 10450132"/>
              <a:gd name="connsiteY5483" fmla="*/ 3273059 h 5450835"/>
              <a:gd name="connsiteX5484" fmla="*/ 10434834 w 10450132"/>
              <a:gd name="connsiteY5484" fmla="*/ 3272599 h 5450835"/>
              <a:gd name="connsiteX5485" fmla="*/ 10430302 w 10450132"/>
              <a:gd name="connsiteY5485" fmla="*/ 3264716 h 5450835"/>
              <a:gd name="connsiteX5486" fmla="*/ 10430302 w 10450132"/>
              <a:gd name="connsiteY5486" fmla="*/ 3263863 h 5450835"/>
              <a:gd name="connsiteX5487" fmla="*/ 10434834 w 10450132"/>
              <a:gd name="connsiteY5487" fmla="*/ 3255981 h 5450835"/>
              <a:gd name="connsiteX5488" fmla="*/ 10435622 w 10450132"/>
              <a:gd name="connsiteY5488" fmla="*/ 3255521 h 5450835"/>
              <a:gd name="connsiteX5489" fmla="*/ 10181242 w 10450132"/>
              <a:gd name="connsiteY5489" fmla="*/ 3255521 h 5450835"/>
              <a:gd name="connsiteX5490" fmla="*/ 10190305 w 10450132"/>
              <a:gd name="connsiteY5490" fmla="*/ 3255521 h 5450835"/>
              <a:gd name="connsiteX5491" fmla="*/ 10191093 w 10450132"/>
              <a:gd name="connsiteY5491" fmla="*/ 3255981 h 5450835"/>
              <a:gd name="connsiteX5492" fmla="*/ 10195626 w 10450132"/>
              <a:gd name="connsiteY5492" fmla="*/ 3263863 h 5450835"/>
              <a:gd name="connsiteX5493" fmla="*/ 10195626 w 10450132"/>
              <a:gd name="connsiteY5493" fmla="*/ 3264716 h 5450835"/>
              <a:gd name="connsiteX5494" fmla="*/ 10191093 w 10450132"/>
              <a:gd name="connsiteY5494" fmla="*/ 3272599 h 5450835"/>
              <a:gd name="connsiteX5495" fmla="*/ 10190305 w 10450132"/>
              <a:gd name="connsiteY5495" fmla="*/ 3273059 h 5450835"/>
              <a:gd name="connsiteX5496" fmla="*/ 10181242 w 10450132"/>
              <a:gd name="connsiteY5496" fmla="*/ 3273059 h 5450835"/>
              <a:gd name="connsiteX5497" fmla="*/ 10180453 w 10450132"/>
              <a:gd name="connsiteY5497" fmla="*/ 3272599 h 5450835"/>
              <a:gd name="connsiteX5498" fmla="*/ 10175922 w 10450132"/>
              <a:gd name="connsiteY5498" fmla="*/ 3264716 h 5450835"/>
              <a:gd name="connsiteX5499" fmla="*/ 10175922 w 10450132"/>
              <a:gd name="connsiteY5499" fmla="*/ 3263863 h 5450835"/>
              <a:gd name="connsiteX5500" fmla="*/ 10180453 w 10450132"/>
              <a:gd name="connsiteY5500" fmla="*/ 3255981 h 5450835"/>
              <a:gd name="connsiteX5501" fmla="*/ 10181242 w 10450132"/>
              <a:gd name="connsiteY5501" fmla="*/ 3255521 h 5450835"/>
              <a:gd name="connsiteX5502" fmla="*/ 9926861 w 10450132"/>
              <a:gd name="connsiteY5502" fmla="*/ 3255521 h 5450835"/>
              <a:gd name="connsiteX5503" fmla="*/ 9935924 w 10450132"/>
              <a:gd name="connsiteY5503" fmla="*/ 3255521 h 5450835"/>
              <a:gd name="connsiteX5504" fmla="*/ 9936713 w 10450132"/>
              <a:gd name="connsiteY5504" fmla="*/ 3255981 h 5450835"/>
              <a:gd name="connsiteX5505" fmla="*/ 9941246 w 10450132"/>
              <a:gd name="connsiteY5505" fmla="*/ 3263863 h 5450835"/>
              <a:gd name="connsiteX5506" fmla="*/ 9941246 w 10450132"/>
              <a:gd name="connsiteY5506" fmla="*/ 3264716 h 5450835"/>
              <a:gd name="connsiteX5507" fmla="*/ 9936713 w 10450132"/>
              <a:gd name="connsiteY5507" fmla="*/ 3272599 h 5450835"/>
              <a:gd name="connsiteX5508" fmla="*/ 9935924 w 10450132"/>
              <a:gd name="connsiteY5508" fmla="*/ 3273059 h 5450835"/>
              <a:gd name="connsiteX5509" fmla="*/ 9926861 w 10450132"/>
              <a:gd name="connsiteY5509" fmla="*/ 3273059 h 5450835"/>
              <a:gd name="connsiteX5510" fmla="*/ 9926073 w 10450132"/>
              <a:gd name="connsiteY5510" fmla="*/ 3272599 h 5450835"/>
              <a:gd name="connsiteX5511" fmla="*/ 9921541 w 10450132"/>
              <a:gd name="connsiteY5511" fmla="*/ 3264716 h 5450835"/>
              <a:gd name="connsiteX5512" fmla="*/ 9921541 w 10450132"/>
              <a:gd name="connsiteY5512" fmla="*/ 3263863 h 5450835"/>
              <a:gd name="connsiteX5513" fmla="*/ 9926073 w 10450132"/>
              <a:gd name="connsiteY5513" fmla="*/ 3255981 h 5450835"/>
              <a:gd name="connsiteX5514" fmla="*/ 9926861 w 10450132"/>
              <a:gd name="connsiteY5514" fmla="*/ 3255521 h 5450835"/>
              <a:gd name="connsiteX5515" fmla="*/ 9672481 w 10450132"/>
              <a:gd name="connsiteY5515" fmla="*/ 3255521 h 5450835"/>
              <a:gd name="connsiteX5516" fmla="*/ 9681545 w 10450132"/>
              <a:gd name="connsiteY5516" fmla="*/ 3255521 h 5450835"/>
              <a:gd name="connsiteX5517" fmla="*/ 9682333 w 10450132"/>
              <a:gd name="connsiteY5517" fmla="*/ 3255981 h 5450835"/>
              <a:gd name="connsiteX5518" fmla="*/ 9686865 w 10450132"/>
              <a:gd name="connsiteY5518" fmla="*/ 3263863 h 5450835"/>
              <a:gd name="connsiteX5519" fmla="*/ 9686865 w 10450132"/>
              <a:gd name="connsiteY5519" fmla="*/ 3264716 h 5450835"/>
              <a:gd name="connsiteX5520" fmla="*/ 9682333 w 10450132"/>
              <a:gd name="connsiteY5520" fmla="*/ 3272599 h 5450835"/>
              <a:gd name="connsiteX5521" fmla="*/ 9681545 w 10450132"/>
              <a:gd name="connsiteY5521" fmla="*/ 3273059 h 5450835"/>
              <a:gd name="connsiteX5522" fmla="*/ 9672481 w 10450132"/>
              <a:gd name="connsiteY5522" fmla="*/ 3273059 h 5450835"/>
              <a:gd name="connsiteX5523" fmla="*/ 9671693 w 10450132"/>
              <a:gd name="connsiteY5523" fmla="*/ 3272599 h 5450835"/>
              <a:gd name="connsiteX5524" fmla="*/ 9667160 w 10450132"/>
              <a:gd name="connsiteY5524" fmla="*/ 3264716 h 5450835"/>
              <a:gd name="connsiteX5525" fmla="*/ 9667160 w 10450132"/>
              <a:gd name="connsiteY5525" fmla="*/ 3263863 h 5450835"/>
              <a:gd name="connsiteX5526" fmla="*/ 9671693 w 10450132"/>
              <a:gd name="connsiteY5526" fmla="*/ 3255981 h 5450835"/>
              <a:gd name="connsiteX5527" fmla="*/ 9672481 w 10450132"/>
              <a:gd name="connsiteY5527" fmla="*/ 3255521 h 5450835"/>
              <a:gd name="connsiteX5528" fmla="*/ 9418035 w 10450132"/>
              <a:gd name="connsiteY5528" fmla="*/ 3255521 h 5450835"/>
              <a:gd name="connsiteX5529" fmla="*/ 9427099 w 10450132"/>
              <a:gd name="connsiteY5529" fmla="*/ 3255521 h 5450835"/>
              <a:gd name="connsiteX5530" fmla="*/ 9427887 w 10450132"/>
              <a:gd name="connsiteY5530" fmla="*/ 3255981 h 5450835"/>
              <a:gd name="connsiteX5531" fmla="*/ 9432419 w 10450132"/>
              <a:gd name="connsiteY5531" fmla="*/ 3263863 h 5450835"/>
              <a:gd name="connsiteX5532" fmla="*/ 9432419 w 10450132"/>
              <a:gd name="connsiteY5532" fmla="*/ 3264716 h 5450835"/>
              <a:gd name="connsiteX5533" fmla="*/ 9427887 w 10450132"/>
              <a:gd name="connsiteY5533" fmla="*/ 3272599 h 5450835"/>
              <a:gd name="connsiteX5534" fmla="*/ 9427099 w 10450132"/>
              <a:gd name="connsiteY5534" fmla="*/ 3273059 h 5450835"/>
              <a:gd name="connsiteX5535" fmla="*/ 9418035 w 10450132"/>
              <a:gd name="connsiteY5535" fmla="*/ 3273059 h 5450835"/>
              <a:gd name="connsiteX5536" fmla="*/ 9417247 w 10450132"/>
              <a:gd name="connsiteY5536" fmla="*/ 3272599 h 5450835"/>
              <a:gd name="connsiteX5537" fmla="*/ 9412714 w 10450132"/>
              <a:gd name="connsiteY5537" fmla="*/ 3264716 h 5450835"/>
              <a:gd name="connsiteX5538" fmla="*/ 9412714 w 10450132"/>
              <a:gd name="connsiteY5538" fmla="*/ 3263863 h 5450835"/>
              <a:gd name="connsiteX5539" fmla="*/ 9417247 w 10450132"/>
              <a:gd name="connsiteY5539" fmla="*/ 3255981 h 5450835"/>
              <a:gd name="connsiteX5540" fmla="*/ 9418035 w 10450132"/>
              <a:gd name="connsiteY5540" fmla="*/ 3255521 h 5450835"/>
              <a:gd name="connsiteX5541" fmla="*/ 9163654 w 10450132"/>
              <a:gd name="connsiteY5541" fmla="*/ 3255521 h 5450835"/>
              <a:gd name="connsiteX5542" fmla="*/ 9172718 w 10450132"/>
              <a:gd name="connsiteY5542" fmla="*/ 3255521 h 5450835"/>
              <a:gd name="connsiteX5543" fmla="*/ 9173506 w 10450132"/>
              <a:gd name="connsiteY5543" fmla="*/ 3255981 h 5450835"/>
              <a:gd name="connsiteX5544" fmla="*/ 9178038 w 10450132"/>
              <a:gd name="connsiteY5544" fmla="*/ 3263863 h 5450835"/>
              <a:gd name="connsiteX5545" fmla="*/ 9178038 w 10450132"/>
              <a:gd name="connsiteY5545" fmla="*/ 3264716 h 5450835"/>
              <a:gd name="connsiteX5546" fmla="*/ 9173506 w 10450132"/>
              <a:gd name="connsiteY5546" fmla="*/ 3272599 h 5450835"/>
              <a:gd name="connsiteX5547" fmla="*/ 9172718 w 10450132"/>
              <a:gd name="connsiteY5547" fmla="*/ 3273059 h 5450835"/>
              <a:gd name="connsiteX5548" fmla="*/ 9163654 w 10450132"/>
              <a:gd name="connsiteY5548" fmla="*/ 3273059 h 5450835"/>
              <a:gd name="connsiteX5549" fmla="*/ 9162866 w 10450132"/>
              <a:gd name="connsiteY5549" fmla="*/ 3272599 h 5450835"/>
              <a:gd name="connsiteX5550" fmla="*/ 9158333 w 10450132"/>
              <a:gd name="connsiteY5550" fmla="*/ 3264716 h 5450835"/>
              <a:gd name="connsiteX5551" fmla="*/ 9158333 w 10450132"/>
              <a:gd name="connsiteY5551" fmla="*/ 3263863 h 5450835"/>
              <a:gd name="connsiteX5552" fmla="*/ 9162866 w 10450132"/>
              <a:gd name="connsiteY5552" fmla="*/ 3255981 h 5450835"/>
              <a:gd name="connsiteX5553" fmla="*/ 9163654 w 10450132"/>
              <a:gd name="connsiteY5553" fmla="*/ 3255521 h 5450835"/>
              <a:gd name="connsiteX5554" fmla="*/ 8909274 w 10450132"/>
              <a:gd name="connsiteY5554" fmla="*/ 3255521 h 5450835"/>
              <a:gd name="connsiteX5555" fmla="*/ 8918336 w 10450132"/>
              <a:gd name="connsiteY5555" fmla="*/ 3255521 h 5450835"/>
              <a:gd name="connsiteX5556" fmla="*/ 8919125 w 10450132"/>
              <a:gd name="connsiteY5556" fmla="*/ 3255981 h 5450835"/>
              <a:gd name="connsiteX5557" fmla="*/ 8923657 w 10450132"/>
              <a:gd name="connsiteY5557" fmla="*/ 3263863 h 5450835"/>
              <a:gd name="connsiteX5558" fmla="*/ 8923657 w 10450132"/>
              <a:gd name="connsiteY5558" fmla="*/ 3264716 h 5450835"/>
              <a:gd name="connsiteX5559" fmla="*/ 8919125 w 10450132"/>
              <a:gd name="connsiteY5559" fmla="*/ 3272599 h 5450835"/>
              <a:gd name="connsiteX5560" fmla="*/ 8918336 w 10450132"/>
              <a:gd name="connsiteY5560" fmla="*/ 3273059 h 5450835"/>
              <a:gd name="connsiteX5561" fmla="*/ 8909274 w 10450132"/>
              <a:gd name="connsiteY5561" fmla="*/ 3273059 h 5450835"/>
              <a:gd name="connsiteX5562" fmla="*/ 8908484 w 10450132"/>
              <a:gd name="connsiteY5562" fmla="*/ 3272599 h 5450835"/>
              <a:gd name="connsiteX5563" fmla="*/ 8903953 w 10450132"/>
              <a:gd name="connsiteY5563" fmla="*/ 3264716 h 5450835"/>
              <a:gd name="connsiteX5564" fmla="*/ 8903953 w 10450132"/>
              <a:gd name="connsiteY5564" fmla="*/ 3263863 h 5450835"/>
              <a:gd name="connsiteX5565" fmla="*/ 8908484 w 10450132"/>
              <a:gd name="connsiteY5565" fmla="*/ 3255981 h 5450835"/>
              <a:gd name="connsiteX5566" fmla="*/ 8909274 w 10450132"/>
              <a:gd name="connsiteY5566" fmla="*/ 3255521 h 5450835"/>
              <a:gd name="connsiteX5567" fmla="*/ 8654892 w 10450132"/>
              <a:gd name="connsiteY5567" fmla="*/ 3255521 h 5450835"/>
              <a:gd name="connsiteX5568" fmla="*/ 8663955 w 10450132"/>
              <a:gd name="connsiteY5568" fmla="*/ 3255521 h 5450835"/>
              <a:gd name="connsiteX5569" fmla="*/ 8664744 w 10450132"/>
              <a:gd name="connsiteY5569" fmla="*/ 3255981 h 5450835"/>
              <a:gd name="connsiteX5570" fmla="*/ 8669277 w 10450132"/>
              <a:gd name="connsiteY5570" fmla="*/ 3263863 h 5450835"/>
              <a:gd name="connsiteX5571" fmla="*/ 8669277 w 10450132"/>
              <a:gd name="connsiteY5571" fmla="*/ 3264716 h 5450835"/>
              <a:gd name="connsiteX5572" fmla="*/ 8664744 w 10450132"/>
              <a:gd name="connsiteY5572" fmla="*/ 3272599 h 5450835"/>
              <a:gd name="connsiteX5573" fmla="*/ 8663955 w 10450132"/>
              <a:gd name="connsiteY5573" fmla="*/ 3273059 h 5450835"/>
              <a:gd name="connsiteX5574" fmla="*/ 8654892 w 10450132"/>
              <a:gd name="connsiteY5574" fmla="*/ 3273059 h 5450835"/>
              <a:gd name="connsiteX5575" fmla="*/ 8654104 w 10450132"/>
              <a:gd name="connsiteY5575" fmla="*/ 3272599 h 5450835"/>
              <a:gd name="connsiteX5576" fmla="*/ 8649572 w 10450132"/>
              <a:gd name="connsiteY5576" fmla="*/ 3264716 h 5450835"/>
              <a:gd name="connsiteX5577" fmla="*/ 8649572 w 10450132"/>
              <a:gd name="connsiteY5577" fmla="*/ 3263863 h 5450835"/>
              <a:gd name="connsiteX5578" fmla="*/ 8654104 w 10450132"/>
              <a:gd name="connsiteY5578" fmla="*/ 3255981 h 5450835"/>
              <a:gd name="connsiteX5579" fmla="*/ 8654892 w 10450132"/>
              <a:gd name="connsiteY5579" fmla="*/ 3255521 h 5450835"/>
              <a:gd name="connsiteX5580" fmla="*/ 8400511 w 10450132"/>
              <a:gd name="connsiteY5580" fmla="*/ 3255521 h 5450835"/>
              <a:gd name="connsiteX5581" fmla="*/ 8409575 w 10450132"/>
              <a:gd name="connsiteY5581" fmla="*/ 3255521 h 5450835"/>
              <a:gd name="connsiteX5582" fmla="*/ 8410363 w 10450132"/>
              <a:gd name="connsiteY5582" fmla="*/ 3255981 h 5450835"/>
              <a:gd name="connsiteX5583" fmla="*/ 8414896 w 10450132"/>
              <a:gd name="connsiteY5583" fmla="*/ 3263863 h 5450835"/>
              <a:gd name="connsiteX5584" fmla="*/ 8414896 w 10450132"/>
              <a:gd name="connsiteY5584" fmla="*/ 3264716 h 5450835"/>
              <a:gd name="connsiteX5585" fmla="*/ 8410363 w 10450132"/>
              <a:gd name="connsiteY5585" fmla="*/ 3272599 h 5450835"/>
              <a:gd name="connsiteX5586" fmla="*/ 8409575 w 10450132"/>
              <a:gd name="connsiteY5586" fmla="*/ 3273059 h 5450835"/>
              <a:gd name="connsiteX5587" fmla="*/ 8400511 w 10450132"/>
              <a:gd name="connsiteY5587" fmla="*/ 3273059 h 5450835"/>
              <a:gd name="connsiteX5588" fmla="*/ 8399723 w 10450132"/>
              <a:gd name="connsiteY5588" fmla="*/ 3272599 h 5450835"/>
              <a:gd name="connsiteX5589" fmla="*/ 8395191 w 10450132"/>
              <a:gd name="connsiteY5589" fmla="*/ 3264716 h 5450835"/>
              <a:gd name="connsiteX5590" fmla="*/ 8395191 w 10450132"/>
              <a:gd name="connsiteY5590" fmla="*/ 3263863 h 5450835"/>
              <a:gd name="connsiteX5591" fmla="*/ 8399723 w 10450132"/>
              <a:gd name="connsiteY5591" fmla="*/ 3255981 h 5450835"/>
              <a:gd name="connsiteX5592" fmla="*/ 8400511 w 10450132"/>
              <a:gd name="connsiteY5592" fmla="*/ 3255521 h 5450835"/>
              <a:gd name="connsiteX5593" fmla="*/ 8146065 w 10450132"/>
              <a:gd name="connsiteY5593" fmla="*/ 3255521 h 5450835"/>
              <a:gd name="connsiteX5594" fmla="*/ 8155129 w 10450132"/>
              <a:gd name="connsiteY5594" fmla="*/ 3255521 h 5450835"/>
              <a:gd name="connsiteX5595" fmla="*/ 8155917 w 10450132"/>
              <a:gd name="connsiteY5595" fmla="*/ 3255981 h 5450835"/>
              <a:gd name="connsiteX5596" fmla="*/ 8160449 w 10450132"/>
              <a:gd name="connsiteY5596" fmla="*/ 3263863 h 5450835"/>
              <a:gd name="connsiteX5597" fmla="*/ 8160449 w 10450132"/>
              <a:gd name="connsiteY5597" fmla="*/ 3264716 h 5450835"/>
              <a:gd name="connsiteX5598" fmla="*/ 8155917 w 10450132"/>
              <a:gd name="connsiteY5598" fmla="*/ 3272599 h 5450835"/>
              <a:gd name="connsiteX5599" fmla="*/ 8155129 w 10450132"/>
              <a:gd name="connsiteY5599" fmla="*/ 3273059 h 5450835"/>
              <a:gd name="connsiteX5600" fmla="*/ 8146065 w 10450132"/>
              <a:gd name="connsiteY5600" fmla="*/ 3273059 h 5450835"/>
              <a:gd name="connsiteX5601" fmla="*/ 8145277 w 10450132"/>
              <a:gd name="connsiteY5601" fmla="*/ 3272599 h 5450835"/>
              <a:gd name="connsiteX5602" fmla="*/ 8140745 w 10450132"/>
              <a:gd name="connsiteY5602" fmla="*/ 3264716 h 5450835"/>
              <a:gd name="connsiteX5603" fmla="*/ 8140745 w 10450132"/>
              <a:gd name="connsiteY5603" fmla="*/ 3263863 h 5450835"/>
              <a:gd name="connsiteX5604" fmla="*/ 8145277 w 10450132"/>
              <a:gd name="connsiteY5604" fmla="*/ 3255981 h 5450835"/>
              <a:gd name="connsiteX5605" fmla="*/ 8146065 w 10450132"/>
              <a:gd name="connsiteY5605" fmla="*/ 3255521 h 5450835"/>
              <a:gd name="connsiteX5606" fmla="*/ 7891684 w 10450132"/>
              <a:gd name="connsiteY5606" fmla="*/ 3255521 h 5450835"/>
              <a:gd name="connsiteX5607" fmla="*/ 7900748 w 10450132"/>
              <a:gd name="connsiteY5607" fmla="*/ 3255521 h 5450835"/>
              <a:gd name="connsiteX5608" fmla="*/ 7901536 w 10450132"/>
              <a:gd name="connsiteY5608" fmla="*/ 3255981 h 5450835"/>
              <a:gd name="connsiteX5609" fmla="*/ 7906067 w 10450132"/>
              <a:gd name="connsiteY5609" fmla="*/ 3263863 h 5450835"/>
              <a:gd name="connsiteX5610" fmla="*/ 7906067 w 10450132"/>
              <a:gd name="connsiteY5610" fmla="*/ 3264716 h 5450835"/>
              <a:gd name="connsiteX5611" fmla="*/ 7901536 w 10450132"/>
              <a:gd name="connsiteY5611" fmla="*/ 3272599 h 5450835"/>
              <a:gd name="connsiteX5612" fmla="*/ 7900748 w 10450132"/>
              <a:gd name="connsiteY5612" fmla="*/ 3273059 h 5450835"/>
              <a:gd name="connsiteX5613" fmla="*/ 7891684 w 10450132"/>
              <a:gd name="connsiteY5613" fmla="*/ 3273059 h 5450835"/>
              <a:gd name="connsiteX5614" fmla="*/ 7890896 w 10450132"/>
              <a:gd name="connsiteY5614" fmla="*/ 3272599 h 5450835"/>
              <a:gd name="connsiteX5615" fmla="*/ 7886363 w 10450132"/>
              <a:gd name="connsiteY5615" fmla="*/ 3264716 h 5450835"/>
              <a:gd name="connsiteX5616" fmla="*/ 7886363 w 10450132"/>
              <a:gd name="connsiteY5616" fmla="*/ 3263863 h 5450835"/>
              <a:gd name="connsiteX5617" fmla="*/ 7890896 w 10450132"/>
              <a:gd name="connsiteY5617" fmla="*/ 3255981 h 5450835"/>
              <a:gd name="connsiteX5618" fmla="*/ 7891684 w 10450132"/>
              <a:gd name="connsiteY5618" fmla="*/ 3255521 h 5450835"/>
              <a:gd name="connsiteX5619" fmla="*/ 7637304 w 10450132"/>
              <a:gd name="connsiteY5619" fmla="*/ 3255521 h 5450835"/>
              <a:gd name="connsiteX5620" fmla="*/ 7646367 w 10450132"/>
              <a:gd name="connsiteY5620" fmla="*/ 3255521 h 5450835"/>
              <a:gd name="connsiteX5621" fmla="*/ 7647156 w 10450132"/>
              <a:gd name="connsiteY5621" fmla="*/ 3255981 h 5450835"/>
              <a:gd name="connsiteX5622" fmla="*/ 7651687 w 10450132"/>
              <a:gd name="connsiteY5622" fmla="*/ 3263863 h 5450835"/>
              <a:gd name="connsiteX5623" fmla="*/ 7651687 w 10450132"/>
              <a:gd name="connsiteY5623" fmla="*/ 3264716 h 5450835"/>
              <a:gd name="connsiteX5624" fmla="*/ 7647156 w 10450132"/>
              <a:gd name="connsiteY5624" fmla="*/ 3272599 h 5450835"/>
              <a:gd name="connsiteX5625" fmla="*/ 7646367 w 10450132"/>
              <a:gd name="connsiteY5625" fmla="*/ 3273059 h 5450835"/>
              <a:gd name="connsiteX5626" fmla="*/ 7637304 w 10450132"/>
              <a:gd name="connsiteY5626" fmla="*/ 3273059 h 5450835"/>
              <a:gd name="connsiteX5627" fmla="*/ 7636516 w 10450132"/>
              <a:gd name="connsiteY5627" fmla="*/ 3272599 h 5450835"/>
              <a:gd name="connsiteX5628" fmla="*/ 7631983 w 10450132"/>
              <a:gd name="connsiteY5628" fmla="*/ 3264716 h 5450835"/>
              <a:gd name="connsiteX5629" fmla="*/ 7631983 w 10450132"/>
              <a:gd name="connsiteY5629" fmla="*/ 3263863 h 5450835"/>
              <a:gd name="connsiteX5630" fmla="*/ 7636516 w 10450132"/>
              <a:gd name="connsiteY5630" fmla="*/ 3255981 h 5450835"/>
              <a:gd name="connsiteX5631" fmla="*/ 7637304 w 10450132"/>
              <a:gd name="connsiteY5631" fmla="*/ 3255521 h 5450835"/>
              <a:gd name="connsiteX5632" fmla="*/ 7382923 w 10450132"/>
              <a:gd name="connsiteY5632" fmla="*/ 3255521 h 5450835"/>
              <a:gd name="connsiteX5633" fmla="*/ 7391987 w 10450132"/>
              <a:gd name="connsiteY5633" fmla="*/ 3255521 h 5450835"/>
              <a:gd name="connsiteX5634" fmla="*/ 7392775 w 10450132"/>
              <a:gd name="connsiteY5634" fmla="*/ 3255981 h 5450835"/>
              <a:gd name="connsiteX5635" fmla="*/ 7397307 w 10450132"/>
              <a:gd name="connsiteY5635" fmla="*/ 3263863 h 5450835"/>
              <a:gd name="connsiteX5636" fmla="*/ 7397307 w 10450132"/>
              <a:gd name="connsiteY5636" fmla="*/ 3264716 h 5450835"/>
              <a:gd name="connsiteX5637" fmla="*/ 7392775 w 10450132"/>
              <a:gd name="connsiteY5637" fmla="*/ 3272599 h 5450835"/>
              <a:gd name="connsiteX5638" fmla="*/ 7391987 w 10450132"/>
              <a:gd name="connsiteY5638" fmla="*/ 3273059 h 5450835"/>
              <a:gd name="connsiteX5639" fmla="*/ 7382923 w 10450132"/>
              <a:gd name="connsiteY5639" fmla="*/ 3273059 h 5450835"/>
              <a:gd name="connsiteX5640" fmla="*/ 7382135 w 10450132"/>
              <a:gd name="connsiteY5640" fmla="*/ 3272599 h 5450835"/>
              <a:gd name="connsiteX5641" fmla="*/ 7377602 w 10450132"/>
              <a:gd name="connsiteY5641" fmla="*/ 3264716 h 5450835"/>
              <a:gd name="connsiteX5642" fmla="*/ 7377602 w 10450132"/>
              <a:gd name="connsiteY5642" fmla="*/ 3263863 h 5450835"/>
              <a:gd name="connsiteX5643" fmla="*/ 7382135 w 10450132"/>
              <a:gd name="connsiteY5643" fmla="*/ 3255981 h 5450835"/>
              <a:gd name="connsiteX5644" fmla="*/ 7382923 w 10450132"/>
              <a:gd name="connsiteY5644" fmla="*/ 3255521 h 5450835"/>
              <a:gd name="connsiteX5645" fmla="*/ 7128477 w 10450132"/>
              <a:gd name="connsiteY5645" fmla="*/ 3255521 h 5450835"/>
              <a:gd name="connsiteX5646" fmla="*/ 7137540 w 10450132"/>
              <a:gd name="connsiteY5646" fmla="*/ 3255521 h 5450835"/>
              <a:gd name="connsiteX5647" fmla="*/ 7138328 w 10450132"/>
              <a:gd name="connsiteY5647" fmla="*/ 3255981 h 5450835"/>
              <a:gd name="connsiteX5648" fmla="*/ 7142860 w 10450132"/>
              <a:gd name="connsiteY5648" fmla="*/ 3263863 h 5450835"/>
              <a:gd name="connsiteX5649" fmla="*/ 7142860 w 10450132"/>
              <a:gd name="connsiteY5649" fmla="*/ 3264716 h 5450835"/>
              <a:gd name="connsiteX5650" fmla="*/ 7138328 w 10450132"/>
              <a:gd name="connsiteY5650" fmla="*/ 3272599 h 5450835"/>
              <a:gd name="connsiteX5651" fmla="*/ 7137540 w 10450132"/>
              <a:gd name="connsiteY5651" fmla="*/ 3273059 h 5450835"/>
              <a:gd name="connsiteX5652" fmla="*/ 7128477 w 10450132"/>
              <a:gd name="connsiteY5652" fmla="*/ 3273059 h 5450835"/>
              <a:gd name="connsiteX5653" fmla="*/ 7127689 w 10450132"/>
              <a:gd name="connsiteY5653" fmla="*/ 3272599 h 5450835"/>
              <a:gd name="connsiteX5654" fmla="*/ 7123156 w 10450132"/>
              <a:gd name="connsiteY5654" fmla="*/ 3264716 h 5450835"/>
              <a:gd name="connsiteX5655" fmla="*/ 7123156 w 10450132"/>
              <a:gd name="connsiteY5655" fmla="*/ 3263863 h 5450835"/>
              <a:gd name="connsiteX5656" fmla="*/ 7127689 w 10450132"/>
              <a:gd name="connsiteY5656" fmla="*/ 3255981 h 5450835"/>
              <a:gd name="connsiteX5657" fmla="*/ 7128477 w 10450132"/>
              <a:gd name="connsiteY5657" fmla="*/ 3255521 h 5450835"/>
              <a:gd name="connsiteX5658" fmla="*/ 6874095 w 10450132"/>
              <a:gd name="connsiteY5658" fmla="*/ 3255521 h 5450835"/>
              <a:gd name="connsiteX5659" fmla="*/ 6883159 w 10450132"/>
              <a:gd name="connsiteY5659" fmla="*/ 3255521 h 5450835"/>
              <a:gd name="connsiteX5660" fmla="*/ 6883947 w 10450132"/>
              <a:gd name="connsiteY5660" fmla="*/ 3255981 h 5450835"/>
              <a:gd name="connsiteX5661" fmla="*/ 6888480 w 10450132"/>
              <a:gd name="connsiteY5661" fmla="*/ 3263863 h 5450835"/>
              <a:gd name="connsiteX5662" fmla="*/ 6888480 w 10450132"/>
              <a:gd name="connsiteY5662" fmla="*/ 3264716 h 5450835"/>
              <a:gd name="connsiteX5663" fmla="*/ 6883947 w 10450132"/>
              <a:gd name="connsiteY5663" fmla="*/ 3272599 h 5450835"/>
              <a:gd name="connsiteX5664" fmla="*/ 6883159 w 10450132"/>
              <a:gd name="connsiteY5664" fmla="*/ 3273059 h 5450835"/>
              <a:gd name="connsiteX5665" fmla="*/ 6874095 w 10450132"/>
              <a:gd name="connsiteY5665" fmla="*/ 3273059 h 5450835"/>
              <a:gd name="connsiteX5666" fmla="*/ 6873307 w 10450132"/>
              <a:gd name="connsiteY5666" fmla="*/ 3272599 h 5450835"/>
              <a:gd name="connsiteX5667" fmla="*/ 6868775 w 10450132"/>
              <a:gd name="connsiteY5667" fmla="*/ 3264716 h 5450835"/>
              <a:gd name="connsiteX5668" fmla="*/ 6868775 w 10450132"/>
              <a:gd name="connsiteY5668" fmla="*/ 3263863 h 5450835"/>
              <a:gd name="connsiteX5669" fmla="*/ 6873307 w 10450132"/>
              <a:gd name="connsiteY5669" fmla="*/ 3255981 h 5450835"/>
              <a:gd name="connsiteX5670" fmla="*/ 6874095 w 10450132"/>
              <a:gd name="connsiteY5670" fmla="*/ 3255521 h 5450835"/>
              <a:gd name="connsiteX5671" fmla="*/ 6619714 w 10450132"/>
              <a:gd name="connsiteY5671" fmla="*/ 3255521 h 5450835"/>
              <a:gd name="connsiteX5672" fmla="*/ 6628778 w 10450132"/>
              <a:gd name="connsiteY5672" fmla="*/ 3255521 h 5450835"/>
              <a:gd name="connsiteX5673" fmla="*/ 6629566 w 10450132"/>
              <a:gd name="connsiteY5673" fmla="*/ 3255981 h 5450835"/>
              <a:gd name="connsiteX5674" fmla="*/ 6634099 w 10450132"/>
              <a:gd name="connsiteY5674" fmla="*/ 3263863 h 5450835"/>
              <a:gd name="connsiteX5675" fmla="*/ 6634099 w 10450132"/>
              <a:gd name="connsiteY5675" fmla="*/ 3264716 h 5450835"/>
              <a:gd name="connsiteX5676" fmla="*/ 6629566 w 10450132"/>
              <a:gd name="connsiteY5676" fmla="*/ 3272599 h 5450835"/>
              <a:gd name="connsiteX5677" fmla="*/ 6628778 w 10450132"/>
              <a:gd name="connsiteY5677" fmla="*/ 3273059 h 5450835"/>
              <a:gd name="connsiteX5678" fmla="*/ 6619714 w 10450132"/>
              <a:gd name="connsiteY5678" fmla="*/ 3273059 h 5450835"/>
              <a:gd name="connsiteX5679" fmla="*/ 6618926 w 10450132"/>
              <a:gd name="connsiteY5679" fmla="*/ 3272599 h 5450835"/>
              <a:gd name="connsiteX5680" fmla="*/ 6614394 w 10450132"/>
              <a:gd name="connsiteY5680" fmla="*/ 3264716 h 5450835"/>
              <a:gd name="connsiteX5681" fmla="*/ 6614394 w 10450132"/>
              <a:gd name="connsiteY5681" fmla="*/ 3263863 h 5450835"/>
              <a:gd name="connsiteX5682" fmla="*/ 6618926 w 10450132"/>
              <a:gd name="connsiteY5682" fmla="*/ 3255981 h 5450835"/>
              <a:gd name="connsiteX5683" fmla="*/ 6619714 w 10450132"/>
              <a:gd name="connsiteY5683" fmla="*/ 3255521 h 5450835"/>
              <a:gd name="connsiteX5684" fmla="*/ 6365334 w 10450132"/>
              <a:gd name="connsiteY5684" fmla="*/ 3255521 h 5450835"/>
              <a:gd name="connsiteX5685" fmla="*/ 6374397 w 10450132"/>
              <a:gd name="connsiteY5685" fmla="*/ 3255521 h 5450835"/>
              <a:gd name="connsiteX5686" fmla="*/ 6375186 w 10450132"/>
              <a:gd name="connsiteY5686" fmla="*/ 3255981 h 5450835"/>
              <a:gd name="connsiteX5687" fmla="*/ 6379718 w 10450132"/>
              <a:gd name="connsiteY5687" fmla="*/ 3263863 h 5450835"/>
              <a:gd name="connsiteX5688" fmla="*/ 6379718 w 10450132"/>
              <a:gd name="connsiteY5688" fmla="*/ 3264716 h 5450835"/>
              <a:gd name="connsiteX5689" fmla="*/ 6375186 w 10450132"/>
              <a:gd name="connsiteY5689" fmla="*/ 3272599 h 5450835"/>
              <a:gd name="connsiteX5690" fmla="*/ 6374397 w 10450132"/>
              <a:gd name="connsiteY5690" fmla="*/ 3273059 h 5450835"/>
              <a:gd name="connsiteX5691" fmla="*/ 6365334 w 10450132"/>
              <a:gd name="connsiteY5691" fmla="*/ 3273059 h 5450835"/>
              <a:gd name="connsiteX5692" fmla="*/ 6364546 w 10450132"/>
              <a:gd name="connsiteY5692" fmla="*/ 3272599 h 5450835"/>
              <a:gd name="connsiteX5693" fmla="*/ 6360014 w 10450132"/>
              <a:gd name="connsiteY5693" fmla="*/ 3264716 h 5450835"/>
              <a:gd name="connsiteX5694" fmla="*/ 6360014 w 10450132"/>
              <a:gd name="connsiteY5694" fmla="*/ 3263863 h 5450835"/>
              <a:gd name="connsiteX5695" fmla="*/ 6364546 w 10450132"/>
              <a:gd name="connsiteY5695" fmla="*/ 3255981 h 5450835"/>
              <a:gd name="connsiteX5696" fmla="*/ 6365334 w 10450132"/>
              <a:gd name="connsiteY5696" fmla="*/ 3255521 h 5450835"/>
              <a:gd name="connsiteX5697" fmla="*/ 6110888 w 10450132"/>
              <a:gd name="connsiteY5697" fmla="*/ 3255521 h 5450835"/>
              <a:gd name="connsiteX5698" fmla="*/ 6119953 w 10450132"/>
              <a:gd name="connsiteY5698" fmla="*/ 3255521 h 5450835"/>
              <a:gd name="connsiteX5699" fmla="*/ 6120740 w 10450132"/>
              <a:gd name="connsiteY5699" fmla="*/ 3255981 h 5450835"/>
              <a:gd name="connsiteX5700" fmla="*/ 6125272 w 10450132"/>
              <a:gd name="connsiteY5700" fmla="*/ 3263863 h 5450835"/>
              <a:gd name="connsiteX5701" fmla="*/ 6125272 w 10450132"/>
              <a:gd name="connsiteY5701" fmla="*/ 3264716 h 5450835"/>
              <a:gd name="connsiteX5702" fmla="*/ 6120740 w 10450132"/>
              <a:gd name="connsiteY5702" fmla="*/ 3272599 h 5450835"/>
              <a:gd name="connsiteX5703" fmla="*/ 6119953 w 10450132"/>
              <a:gd name="connsiteY5703" fmla="*/ 3273059 h 5450835"/>
              <a:gd name="connsiteX5704" fmla="*/ 6110888 w 10450132"/>
              <a:gd name="connsiteY5704" fmla="*/ 3273059 h 5450835"/>
              <a:gd name="connsiteX5705" fmla="*/ 6110101 w 10450132"/>
              <a:gd name="connsiteY5705" fmla="*/ 3272599 h 5450835"/>
              <a:gd name="connsiteX5706" fmla="*/ 6105567 w 10450132"/>
              <a:gd name="connsiteY5706" fmla="*/ 3264716 h 5450835"/>
              <a:gd name="connsiteX5707" fmla="*/ 6105567 w 10450132"/>
              <a:gd name="connsiteY5707" fmla="*/ 3263863 h 5450835"/>
              <a:gd name="connsiteX5708" fmla="*/ 6110101 w 10450132"/>
              <a:gd name="connsiteY5708" fmla="*/ 3255981 h 5450835"/>
              <a:gd name="connsiteX5709" fmla="*/ 6110888 w 10450132"/>
              <a:gd name="connsiteY5709" fmla="*/ 3255521 h 5450835"/>
              <a:gd name="connsiteX5710" fmla="*/ 5856508 w 10450132"/>
              <a:gd name="connsiteY5710" fmla="*/ 3255521 h 5450835"/>
              <a:gd name="connsiteX5711" fmla="*/ 5865571 w 10450132"/>
              <a:gd name="connsiteY5711" fmla="*/ 3255521 h 5450835"/>
              <a:gd name="connsiteX5712" fmla="*/ 5866359 w 10450132"/>
              <a:gd name="connsiteY5712" fmla="*/ 3255981 h 5450835"/>
              <a:gd name="connsiteX5713" fmla="*/ 5870891 w 10450132"/>
              <a:gd name="connsiteY5713" fmla="*/ 3263863 h 5450835"/>
              <a:gd name="connsiteX5714" fmla="*/ 5870891 w 10450132"/>
              <a:gd name="connsiteY5714" fmla="*/ 3264716 h 5450835"/>
              <a:gd name="connsiteX5715" fmla="*/ 5866359 w 10450132"/>
              <a:gd name="connsiteY5715" fmla="*/ 3272599 h 5450835"/>
              <a:gd name="connsiteX5716" fmla="*/ 5865571 w 10450132"/>
              <a:gd name="connsiteY5716" fmla="*/ 3273059 h 5450835"/>
              <a:gd name="connsiteX5717" fmla="*/ 5856508 w 10450132"/>
              <a:gd name="connsiteY5717" fmla="*/ 3273059 h 5450835"/>
              <a:gd name="connsiteX5718" fmla="*/ 5855720 w 10450132"/>
              <a:gd name="connsiteY5718" fmla="*/ 3272599 h 5450835"/>
              <a:gd name="connsiteX5719" fmla="*/ 5851187 w 10450132"/>
              <a:gd name="connsiteY5719" fmla="*/ 3264716 h 5450835"/>
              <a:gd name="connsiteX5720" fmla="*/ 5851187 w 10450132"/>
              <a:gd name="connsiteY5720" fmla="*/ 3263863 h 5450835"/>
              <a:gd name="connsiteX5721" fmla="*/ 5855720 w 10450132"/>
              <a:gd name="connsiteY5721" fmla="*/ 3255981 h 5450835"/>
              <a:gd name="connsiteX5722" fmla="*/ 5856508 w 10450132"/>
              <a:gd name="connsiteY5722" fmla="*/ 3255521 h 5450835"/>
              <a:gd name="connsiteX5723" fmla="*/ 5602126 w 10450132"/>
              <a:gd name="connsiteY5723" fmla="*/ 3255521 h 5450835"/>
              <a:gd name="connsiteX5724" fmla="*/ 5611191 w 10450132"/>
              <a:gd name="connsiteY5724" fmla="*/ 3255521 h 5450835"/>
              <a:gd name="connsiteX5725" fmla="*/ 5611979 w 10450132"/>
              <a:gd name="connsiteY5725" fmla="*/ 3255981 h 5450835"/>
              <a:gd name="connsiteX5726" fmla="*/ 5616511 w 10450132"/>
              <a:gd name="connsiteY5726" fmla="*/ 3263863 h 5450835"/>
              <a:gd name="connsiteX5727" fmla="*/ 5616511 w 10450132"/>
              <a:gd name="connsiteY5727" fmla="*/ 3264716 h 5450835"/>
              <a:gd name="connsiteX5728" fmla="*/ 5611979 w 10450132"/>
              <a:gd name="connsiteY5728" fmla="*/ 3272599 h 5450835"/>
              <a:gd name="connsiteX5729" fmla="*/ 5611191 w 10450132"/>
              <a:gd name="connsiteY5729" fmla="*/ 3273059 h 5450835"/>
              <a:gd name="connsiteX5730" fmla="*/ 5602126 w 10450132"/>
              <a:gd name="connsiteY5730" fmla="*/ 3273059 h 5450835"/>
              <a:gd name="connsiteX5731" fmla="*/ 5601338 w 10450132"/>
              <a:gd name="connsiteY5731" fmla="*/ 3272599 h 5450835"/>
              <a:gd name="connsiteX5732" fmla="*/ 5596807 w 10450132"/>
              <a:gd name="connsiteY5732" fmla="*/ 3264716 h 5450835"/>
              <a:gd name="connsiteX5733" fmla="*/ 5596807 w 10450132"/>
              <a:gd name="connsiteY5733" fmla="*/ 3263863 h 5450835"/>
              <a:gd name="connsiteX5734" fmla="*/ 5601338 w 10450132"/>
              <a:gd name="connsiteY5734" fmla="*/ 3255981 h 5450835"/>
              <a:gd name="connsiteX5735" fmla="*/ 5602126 w 10450132"/>
              <a:gd name="connsiteY5735" fmla="*/ 3255521 h 5450835"/>
              <a:gd name="connsiteX5736" fmla="*/ 5347746 w 10450132"/>
              <a:gd name="connsiteY5736" fmla="*/ 3255521 h 5450835"/>
              <a:gd name="connsiteX5737" fmla="*/ 5356810 w 10450132"/>
              <a:gd name="connsiteY5737" fmla="*/ 3255521 h 5450835"/>
              <a:gd name="connsiteX5738" fmla="*/ 5357598 w 10450132"/>
              <a:gd name="connsiteY5738" fmla="*/ 3255981 h 5450835"/>
              <a:gd name="connsiteX5739" fmla="*/ 5362130 w 10450132"/>
              <a:gd name="connsiteY5739" fmla="*/ 3263863 h 5450835"/>
              <a:gd name="connsiteX5740" fmla="*/ 5362130 w 10450132"/>
              <a:gd name="connsiteY5740" fmla="*/ 3264716 h 5450835"/>
              <a:gd name="connsiteX5741" fmla="*/ 5357598 w 10450132"/>
              <a:gd name="connsiteY5741" fmla="*/ 3272599 h 5450835"/>
              <a:gd name="connsiteX5742" fmla="*/ 5356810 w 10450132"/>
              <a:gd name="connsiteY5742" fmla="*/ 3273059 h 5450835"/>
              <a:gd name="connsiteX5743" fmla="*/ 5347746 w 10450132"/>
              <a:gd name="connsiteY5743" fmla="*/ 3273059 h 5450835"/>
              <a:gd name="connsiteX5744" fmla="*/ 5346958 w 10450132"/>
              <a:gd name="connsiteY5744" fmla="*/ 3272599 h 5450835"/>
              <a:gd name="connsiteX5745" fmla="*/ 5342425 w 10450132"/>
              <a:gd name="connsiteY5745" fmla="*/ 3264716 h 5450835"/>
              <a:gd name="connsiteX5746" fmla="*/ 5342425 w 10450132"/>
              <a:gd name="connsiteY5746" fmla="*/ 3263863 h 5450835"/>
              <a:gd name="connsiteX5747" fmla="*/ 5346958 w 10450132"/>
              <a:gd name="connsiteY5747" fmla="*/ 3255981 h 5450835"/>
              <a:gd name="connsiteX5748" fmla="*/ 5347746 w 10450132"/>
              <a:gd name="connsiteY5748" fmla="*/ 3255521 h 5450835"/>
              <a:gd name="connsiteX5749" fmla="*/ 5093300 w 10450132"/>
              <a:gd name="connsiteY5749" fmla="*/ 3255521 h 5450835"/>
              <a:gd name="connsiteX5750" fmla="*/ 5102364 w 10450132"/>
              <a:gd name="connsiteY5750" fmla="*/ 3255521 h 5450835"/>
              <a:gd name="connsiteX5751" fmla="*/ 5103153 w 10450132"/>
              <a:gd name="connsiteY5751" fmla="*/ 3255981 h 5450835"/>
              <a:gd name="connsiteX5752" fmla="*/ 5107684 w 10450132"/>
              <a:gd name="connsiteY5752" fmla="*/ 3263863 h 5450835"/>
              <a:gd name="connsiteX5753" fmla="*/ 5107684 w 10450132"/>
              <a:gd name="connsiteY5753" fmla="*/ 3264716 h 5450835"/>
              <a:gd name="connsiteX5754" fmla="*/ 5103153 w 10450132"/>
              <a:gd name="connsiteY5754" fmla="*/ 3272599 h 5450835"/>
              <a:gd name="connsiteX5755" fmla="*/ 5102364 w 10450132"/>
              <a:gd name="connsiteY5755" fmla="*/ 3273059 h 5450835"/>
              <a:gd name="connsiteX5756" fmla="*/ 5093300 w 10450132"/>
              <a:gd name="connsiteY5756" fmla="*/ 3273059 h 5450835"/>
              <a:gd name="connsiteX5757" fmla="*/ 5092512 w 10450132"/>
              <a:gd name="connsiteY5757" fmla="*/ 3272599 h 5450835"/>
              <a:gd name="connsiteX5758" fmla="*/ 5087979 w 10450132"/>
              <a:gd name="connsiteY5758" fmla="*/ 3264716 h 5450835"/>
              <a:gd name="connsiteX5759" fmla="*/ 5087979 w 10450132"/>
              <a:gd name="connsiteY5759" fmla="*/ 3263863 h 5450835"/>
              <a:gd name="connsiteX5760" fmla="*/ 5092512 w 10450132"/>
              <a:gd name="connsiteY5760" fmla="*/ 3255981 h 5450835"/>
              <a:gd name="connsiteX5761" fmla="*/ 5093300 w 10450132"/>
              <a:gd name="connsiteY5761" fmla="*/ 3255521 h 5450835"/>
              <a:gd name="connsiteX5762" fmla="*/ 4838919 w 10450132"/>
              <a:gd name="connsiteY5762" fmla="*/ 3255521 h 5450835"/>
              <a:gd name="connsiteX5763" fmla="*/ 4847982 w 10450132"/>
              <a:gd name="connsiteY5763" fmla="*/ 3255521 h 5450835"/>
              <a:gd name="connsiteX5764" fmla="*/ 4848772 w 10450132"/>
              <a:gd name="connsiteY5764" fmla="*/ 3255981 h 5450835"/>
              <a:gd name="connsiteX5765" fmla="*/ 4853303 w 10450132"/>
              <a:gd name="connsiteY5765" fmla="*/ 3263863 h 5450835"/>
              <a:gd name="connsiteX5766" fmla="*/ 4853303 w 10450132"/>
              <a:gd name="connsiteY5766" fmla="*/ 3264716 h 5450835"/>
              <a:gd name="connsiteX5767" fmla="*/ 4848772 w 10450132"/>
              <a:gd name="connsiteY5767" fmla="*/ 3272599 h 5450835"/>
              <a:gd name="connsiteX5768" fmla="*/ 4847982 w 10450132"/>
              <a:gd name="connsiteY5768" fmla="*/ 3273059 h 5450835"/>
              <a:gd name="connsiteX5769" fmla="*/ 4838919 w 10450132"/>
              <a:gd name="connsiteY5769" fmla="*/ 3273059 h 5450835"/>
              <a:gd name="connsiteX5770" fmla="*/ 4838132 w 10450132"/>
              <a:gd name="connsiteY5770" fmla="*/ 3272599 h 5450835"/>
              <a:gd name="connsiteX5771" fmla="*/ 4833598 w 10450132"/>
              <a:gd name="connsiteY5771" fmla="*/ 3264716 h 5450835"/>
              <a:gd name="connsiteX5772" fmla="*/ 4833598 w 10450132"/>
              <a:gd name="connsiteY5772" fmla="*/ 3263863 h 5450835"/>
              <a:gd name="connsiteX5773" fmla="*/ 4838132 w 10450132"/>
              <a:gd name="connsiteY5773" fmla="*/ 3255981 h 5450835"/>
              <a:gd name="connsiteX5774" fmla="*/ 4838919 w 10450132"/>
              <a:gd name="connsiteY5774" fmla="*/ 3255521 h 5450835"/>
              <a:gd name="connsiteX5775" fmla="*/ 4584538 w 10450132"/>
              <a:gd name="connsiteY5775" fmla="*/ 3255521 h 5450835"/>
              <a:gd name="connsiteX5776" fmla="*/ 4593603 w 10450132"/>
              <a:gd name="connsiteY5776" fmla="*/ 3255521 h 5450835"/>
              <a:gd name="connsiteX5777" fmla="*/ 4594390 w 10450132"/>
              <a:gd name="connsiteY5777" fmla="*/ 3255981 h 5450835"/>
              <a:gd name="connsiteX5778" fmla="*/ 4598922 w 10450132"/>
              <a:gd name="connsiteY5778" fmla="*/ 3263863 h 5450835"/>
              <a:gd name="connsiteX5779" fmla="*/ 4598922 w 10450132"/>
              <a:gd name="connsiteY5779" fmla="*/ 3264716 h 5450835"/>
              <a:gd name="connsiteX5780" fmla="*/ 4594390 w 10450132"/>
              <a:gd name="connsiteY5780" fmla="*/ 3272599 h 5450835"/>
              <a:gd name="connsiteX5781" fmla="*/ 4593603 w 10450132"/>
              <a:gd name="connsiteY5781" fmla="*/ 3273059 h 5450835"/>
              <a:gd name="connsiteX5782" fmla="*/ 4584538 w 10450132"/>
              <a:gd name="connsiteY5782" fmla="*/ 3273059 h 5450835"/>
              <a:gd name="connsiteX5783" fmla="*/ 4583749 w 10450132"/>
              <a:gd name="connsiteY5783" fmla="*/ 3272599 h 5450835"/>
              <a:gd name="connsiteX5784" fmla="*/ 4579218 w 10450132"/>
              <a:gd name="connsiteY5784" fmla="*/ 3264716 h 5450835"/>
              <a:gd name="connsiteX5785" fmla="*/ 4579218 w 10450132"/>
              <a:gd name="connsiteY5785" fmla="*/ 3263863 h 5450835"/>
              <a:gd name="connsiteX5786" fmla="*/ 4583749 w 10450132"/>
              <a:gd name="connsiteY5786" fmla="*/ 3255981 h 5450835"/>
              <a:gd name="connsiteX5787" fmla="*/ 4584538 w 10450132"/>
              <a:gd name="connsiteY5787" fmla="*/ 3255521 h 5450835"/>
              <a:gd name="connsiteX5788" fmla="*/ 4330157 w 10450132"/>
              <a:gd name="connsiteY5788" fmla="*/ 3255521 h 5450835"/>
              <a:gd name="connsiteX5789" fmla="*/ 4339222 w 10450132"/>
              <a:gd name="connsiteY5789" fmla="*/ 3255521 h 5450835"/>
              <a:gd name="connsiteX5790" fmla="*/ 4340010 w 10450132"/>
              <a:gd name="connsiteY5790" fmla="*/ 3255981 h 5450835"/>
              <a:gd name="connsiteX5791" fmla="*/ 4344540 w 10450132"/>
              <a:gd name="connsiteY5791" fmla="*/ 3263863 h 5450835"/>
              <a:gd name="connsiteX5792" fmla="*/ 4344540 w 10450132"/>
              <a:gd name="connsiteY5792" fmla="*/ 3264716 h 5450835"/>
              <a:gd name="connsiteX5793" fmla="*/ 4340010 w 10450132"/>
              <a:gd name="connsiteY5793" fmla="*/ 3272599 h 5450835"/>
              <a:gd name="connsiteX5794" fmla="*/ 4339222 w 10450132"/>
              <a:gd name="connsiteY5794" fmla="*/ 3273059 h 5450835"/>
              <a:gd name="connsiteX5795" fmla="*/ 4330157 w 10450132"/>
              <a:gd name="connsiteY5795" fmla="*/ 3273059 h 5450835"/>
              <a:gd name="connsiteX5796" fmla="*/ 4329369 w 10450132"/>
              <a:gd name="connsiteY5796" fmla="*/ 3272599 h 5450835"/>
              <a:gd name="connsiteX5797" fmla="*/ 4324836 w 10450132"/>
              <a:gd name="connsiteY5797" fmla="*/ 3264716 h 5450835"/>
              <a:gd name="connsiteX5798" fmla="*/ 4324836 w 10450132"/>
              <a:gd name="connsiteY5798" fmla="*/ 3263863 h 5450835"/>
              <a:gd name="connsiteX5799" fmla="*/ 4329369 w 10450132"/>
              <a:gd name="connsiteY5799" fmla="*/ 3255981 h 5450835"/>
              <a:gd name="connsiteX5800" fmla="*/ 4330157 w 10450132"/>
              <a:gd name="connsiteY5800" fmla="*/ 3255521 h 5450835"/>
              <a:gd name="connsiteX5801" fmla="*/ 4075825 w 10450132"/>
              <a:gd name="connsiteY5801" fmla="*/ 3255521 h 5450835"/>
              <a:gd name="connsiteX5802" fmla="*/ 4084889 w 10450132"/>
              <a:gd name="connsiteY5802" fmla="*/ 3255521 h 5450835"/>
              <a:gd name="connsiteX5803" fmla="*/ 4085677 w 10450132"/>
              <a:gd name="connsiteY5803" fmla="*/ 3255981 h 5450835"/>
              <a:gd name="connsiteX5804" fmla="*/ 4090210 w 10450132"/>
              <a:gd name="connsiteY5804" fmla="*/ 3263863 h 5450835"/>
              <a:gd name="connsiteX5805" fmla="*/ 4090210 w 10450132"/>
              <a:gd name="connsiteY5805" fmla="*/ 3264716 h 5450835"/>
              <a:gd name="connsiteX5806" fmla="*/ 4085677 w 10450132"/>
              <a:gd name="connsiteY5806" fmla="*/ 3272599 h 5450835"/>
              <a:gd name="connsiteX5807" fmla="*/ 4084889 w 10450132"/>
              <a:gd name="connsiteY5807" fmla="*/ 3273059 h 5450835"/>
              <a:gd name="connsiteX5808" fmla="*/ 4075825 w 10450132"/>
              <a:gd name="connsiteY5808" fmla="*/ 3273059 h 5450835"/>
              <a:gd name="connsiteX5809" fmla="*/ 4075038 w 10450132"/>
              <a:gd name="connsiteY5809" fmla="*/ 3272599 h 5450835"/>
              <a:gd name="connsiteX5810" fmla="*/ 4070503 w 10450132"/>
              <a:gd name="connsiteY5810" fmla="*/ 3264716 h 5450835"/>
              <a:gd name="connsiteX5811" fmla="*/ 4070503 w 10450132"/>
              <a:gd name="connsiteY5811" fmla="*/ 3263863 h 5450835"/>
              <a:gd name="connsiteX5812" fmla="*/ 4075038 w 10450132"/>
              <a:gd name="connsiteY5812" fmla="*/ 3255981 h 5450835"/>
              <a:gd name="connsiteX5813" fmla="*/ 4075825 w 10450132"/>
              <a:gd name="connsiteY5813" fmla="*/ 3255521 h 5450835"/>
              <a:gd name="connsiteX5814" fmla="*/ 3821617 w 10450132"/>
              <a:gd name="connsiteY5814" fmla="*/ 3255521 h 5450835"/>
              <a:gd name="connsiteX5815" fmla="*/ 3830678 w 10450132"/>
              <a:gd name="connsiteY5815" fmla="*/ 3255521 h 5450835"/>
              <a:gd name="connsiteX5816" fmla="*/ 3831467 w 10450132"/>
              <a:gd name="connsiteY5816" fmla="*/ 3255981 h 5450835"/>
              <a:gd name="connsiteX5817" fmla="*/ 3836001 w 10450132"/>
              <a:gd name="connsiteY5817" fmla="*/ 3263863 h 5450835"/>
              <a:gd name="connsiteX5818" fmla="*/ 3836001 w 10450132"/>
              <a:gd name="connsiteY5818" fmla="*/ 3264716 h 5450835"/>
              <a:gd name="connsiteX5819" fmla="*/ 3831467 w 10450132"/>
              <a:gd name="connsiteY5819" fmla="*/ 3272599 h 5450835"/>
              <a:gd name="connsiteX5820" fmla="*/ 3830678 w 10450132"/>
              <a:gd name="connsiteY5820" fmla="*/ 3273059 h 5450835"/>
              <a:gd name="connsiteX5821" fmla="*/ 3821617 w 10450132"/>
              <a:gd name="connsiteY5821" fmla="*/ 3273059 h 5450835"/>
              <a:gd name="connsiteX5822" fmla="*/ 3820826 w 10450132"/>
              <a:gd name="connsiteY5822" fmla="*/ 3272599 h 5450835"/>
              <a:gd name="connsiteX5823" fmla="*/ 3816294 w 10450132"/>
              <a:gd name="connsiteY5823" fmla="*/ 3264716 h 5450835"/>
              <a:gd name="connsiteX5824" fmla="*/ 3816294 w 10450132"/>
              <a:gd name="connsiteY5824" fmla="*/ 3263863 h 5450835"/>
              <a:gd name="connsiteX5825" fmla="*/ 3820826 w 10450132"/>
              <a:gd name="connsiteY5825" fmla="*/ 3255981 h 5450835"/>
              <a:gd name="connsiteX5826" fmla="*/ 3821617 w 10450132"/>
              <a:gd name="connsiteY5826" fmla="*/ 3255521 h 5450835"/>
              <a:gd name="connsiteX5827" fmla="*/ 3566958 w 10450132"/>
              <a:gd name="connsiteY5827" fmla="*/ 3255521 h 5450835"/>
              <a:gd name="connsiteX5828" fmla="*/ 3576023 w 10450132"/>
              <a:gd name="connsiteY5828" fmla="*/ 3255521 h 5450835"/>
              <a:gd name="connsiteX5829" fmla="*/ 3576811 w 10450132"/>
              <a:gd name="connsiteY5829" fmla="*/ 3255981 h 5450835"/>
              <a:gd name="connsiteX5830" fmla="*/ 3581342 w 10450132"/>
              <a:gd name="connsiteY5830" fmla="*/ 3263863 h 5450835"/>
              <a:gd name="connsiteX5831" fmla="*/ 3581342 w 10450132"/>
              <a:gd name="connsiteY5831" fmla="*/ 3264716 h 5450835"/>
              <a:gd name="connsiteX5832" fmla="*/ 3576811 w 10450132"/>
              <a:gd name="connsiteY5832" fmla="*/ 3272599 h 5450835"/>
              <a:gd name="connsiteX5833" fmla="*/ 3576023 w 10450132"/>
              <a:gd name="connsiteY5833" fmla="*/ 3273059 h 5450835"/>
              <a:gd name="connsiteX5834" fmla="*/ 3566958 w 10450132"/>
              <a:gd name="connsiteY5834" fmla="*/ 3273059 h 5450835"/>
              <a:gd name="connsiteX5835" fmla="*/ 3566170 w 10450132"/>
              <a:gd name="connsiteY5835" fmla="*/ 3272599 h 5450835"/>
              <a:gd name="connsiteX5836" fmla="*/ 3561638 w 10450132"/>
              <a:gd name="connsiteY5836" fmla="*/ 3264716 h 5450835"/>
              <a:gd name="connsiteX5837" fmla="*/ 3561638 w 10450132"/>
              <a:gd name="connsiteY5837" fmla="*/ 3263863 h 5450835"/>
              <a:gd name="connsiteX5838" fmla="*/ 3566170 w 10450132"/>
              <a:gd name="connsiteY5838" fmla="*/ 3255981 h 5450835"/>
              <a:gd name="connsiteX5839" fmla="*/ 3566958 w 10450132"/>
              <a:gd name="connsiteY5839" fmla="*/ 3255521 h 5450835"/>
              <a:gd name="connsiteX5840" fmla="*/ 3312606 w 10450132"/>
              <a:gd name="connsiteY5840" fmla="*/ 3255521 h 5450835"/>
              <a:gd name="connsiteX5841" fmla="*/ 3321670 w 10450132"/>
              <a:gd name="connsiteY5841" fmla="*/ 3255521 h 5450835"/>
              <a:gd name="connsiteX5842" fmla="*/ 3322458 w 10450132"/>
              <a:gd name="connsiteY5842" fmla="*/ 3255981 h 5450835"/>
              <a:gd name="connsiteX5843" fmla="*/ 3326989 w 10450132"/>
              <a:gd name="connsiteY5843" fmla="*/ 3263863 h 5450835"/>
              <a:gd name="connsiteX5844" fmla="*/ 3326989 w 10450132"/>
              <a:gd name="connsiteY5844" fmla="*/ 3264716 h 5450835"/>
              <a:gd name="connsiteX5845" fmla="*/ 3322458 w 10450132"/>
              <a:gd name="connsiteY5845" fmla="*/ 3272599 h 5450835"/>
              <a:gd name="connsiteX5846" fmla="*/ 3321670 w 10450132"/>
              <a:gd name="connsiteY5846" fmla="*/ 3273059 h 5450835"/>
              <a:gd name="connsiteX5847" fmla="*/ 3312606 w 10450132"/>
              <a:gd name="connsiteY5847" fmla="*/ 3273059 h 5450835"/>
              <a:gd name="connsiteX5848" fmla="*/ 3311818 w 10450132"/>
              <a:gd name="connsiteY5848" fmla="*/ 3272599 h 5450835"/>
              <a:gd name="connsiteX5849" fmla="*/ 3307285 w 10450132"/>
              <a:gd name="connsiteY5849" fmla="*/ 3264716 h 5450835"/>
              <a:gd name="connsiteX5850" fmla="*/ 3307285 w 10450132"/>
              <a:gd name="connsiteY5850" fmla="*/ 3263863 h 5450835"/>
              <a:gd name="connsiteX5851" fmla="*/ 3311818 w 10450132"/>
              <a:gd name="connsiteY5851" fmla="*/ 3255981 h 5450835"/>
              <a:gd name="connsiteX5852" fmla="*/ 3312606 w 10450132"/>
              <a:gd name="connsiteY5852" fmla="*/ 3255521 h 5450835"/>
              <a:gd name="connsiteX5853" fmla="*/ 3058220 w 10450132"/>
              <a:gd name="connsiteY5853" fmla="*/ 3255521 h 5450835"/>
              <a:gd name="connsiteX5854" fmla="*/ 3067285 w 10450132"/>
              <a:gd name="connsiteY5854" fmla="*/ 3255521 h 5450835"/>
              <a:gd name="connsiteX5855" fmla="*/ 3068072 w 10450132"/>
              <a:gd name="connsiteY5855" fmla="*/ 3255981 h 5450835"/>
              <a:gd name="connsiteX5856" fmla="*/ 3072604 w 10450132"/>
              <a:gd name="connsiteY5856" fmla="*/ 3263863 h 5450835"/>
              <a:gd name="connsiteX5857" fmla="*/ 3072604 w 10450132"/>
              <a:gd name="connsiteY5857" fmla="*/ 3264716 h 5450835"/>
              <a:gd name="connsiteX5858" fmla="*/ 3068072 w 10450132"/>
              <a:gd name="connsiteY5858" fmla="*/ 3272599 h 5450835"/>
              <a:gd name="connsiteX5859" fmla="*/ 3067285 w 10450132"/>
              <a:gd name="connsiteY5859" fmla="*/ 3273059 h 5450835"/>
              <a:gd name="connsiteX5860" fmla="*/ 3058220 w 10450132"/>
              <a:gd name="connsiteY5860" fmla="*/ 3273059 h 5450835"/>
              <a:gd name="connsiteX5861" fmla="*/ 3057432 w 10450132"/>
              <a:gd name="connsiteY5861" fmla="*/ 3272599 h 5450835"/>
              <a:gd name="connsiteX5862" fmla="*/ 3052900 w 10450132"/>
              <a:gd name="connsiteY5862" fmla="*/ 3264716 h 5450835"/>
              <a:gd name="connsiteX5863" fmla="*/ 3052900 w 10450132"/>
              <a:gd name="connsiteY5863" fmla="*/ 3263863 h 5450835"/>
              <a:gd name="connsiteX5864" fmla="*/ 3057432 w 10450132"/>
              <a:gd name="connsiteY5864" fmla="*/ 3255981 h 5450835"/>
              <a:gd name="connsiteX5865" fmla="*/ 3058220 w 10450132"/>
              <a:gd name="connsiteY5865" fmla="*/ 3255521 h 5450835"/>
              <a:gd name="connsiteX5866" fmla="*/ 2803911 w 10450132"/>
              <a:gd name="connsiteY5866" fmla="*/ 3255521 h 5450835"/>
              <a:gd name="connsiteX5867" fmla="*/ 2812976 w 10450132"/>
              <a:gd name="connsiteY5867" fmla="*/ 3255521 h 5450835"/>
              <a:gd name="connsiteX5868" fmla="*/ 2813764 w 10450132"/>
              <a:gd name="connsiteY5868" fmla="*/ 3255981 h 5450835"/>
              <a:gd name="connsiteX5869" fmla="*/ 2818296 w 10450132"/>
              <a:gd name="connsiteY5869" fmla="*/ 3263863 h 5450835"/>
              <a:gd name="connsiteX5870" fmla="*/ 2818296 w 10450132"/>
              <a:gd name="connsiteY5870" fmla="*/ 3264716 h 5450835"/>
              <a:gd name="connsiteX5871" fmla="*/ 2813764 w 10450132"/>
              <a:gd name="connsiteY5871" fmla="*/ 3272599 h 5450835"/>
              <a:gd name="connsiteX5872" fmla="*/ 2812976 w 10450132"/>
              <a:gd name="connsiteY5872" fmla="*/ 3273059 h 5450835"/>
              <a:gd name="connsiteX5873" fmla="*/ 2803911 w 10450132"/>
              <a:gd name="connsiteY5873" fmla="*/ 3273059 h 5450835"/>
              <a:gd name="connsiteX5874" fmla="*/ 2803123 w 10450132"/>
              <a:gd name="connsiteY5874" fmla="*/ 3272599 h 5450835"/>
              <a:gd name="connsiteX5875" fmla="*/ 2798591 w 10450132"/>
              <a:gd name="connsiteY5875" fmla="*/ 3264716 h 5450835"/>
              <a:gd name="connsiteX5876" fmla="*/ 2798591 w 10450132"/>
              <a:gd name="connsiteY5876" fmla="*/ 3263863 h 5450835"/>
              <a:gd name="connsiteX5877" fmla="*/ 2803123 w 10450132"/>
              <a:gd name="connsiteY5877" fmla="*/ 3255981 h 5450835"/>
              <a:gd name="connsiteX5878" fmla="*/ 2803911 w 10450132"/>
              <a:gd name="connsiteY5878" fmla="*/ 3255521 h 5450835"/>
              <a:gd name="connsiteX5879" fmla="*/ 2549529 w 10450132"/>
              <a:gd name="connsiteY5879" fmla="*/ 3255521 h 5450835"/>
              <a:gd name="connsiteX5880" fmla="*/ 2558594 w 10450132"/>
              <a:gd name="connsiteY5880" fmla="*/ 3255521 h 5450835"/>
              <a:gd name="connsiteX5881" fmla="*/ 2559382 w 10450132"/>
              <a:gd name="connsiteY5881" fmla="*/ 3255981 h 5450835"/>
              <a:gd name="connsiteX5882" fmla="*/ 2563914 w 10450132"/>
              <a:gd name="connsiteY5882" fmla="*/ 3263863 h 5450835"/>
              <a:gd name="connsiteX5883" fmla="*/ 2563914 w 10450132"/>
              <a:gd name="connsiteY5883" fmla="*/ 3264716 h 5450835"/>
              <a:gd name="connsiteX5884" fmla="*/ 2559382 w 10450132"/>
              <a:gd name="connsiteY5884" fmla="*/ 3272599 h 5450835"/>
              <a:gd name="connsiteX5885" fmla="*/ 2558594 w 10450132"/>
              <a:gd name="connsiteY5885" fmla="*/ 3273059 h 5450835"/>
              <a:gd name="connsiteX5886" fmla="*/ 2549529 w 10450132"/>
              <a:gd name="connsiteY5886" fmla="*/ 3273059 h 5450835"/>
              <a:gd name="connsiteX5887" fmla="*/ 2548740 w 10450132"/>
              <a:gd name="connsiteY5887" fmla="*/ 3272599 h 5450835"/>
              <a:gd name="connsiteX5888" fmla="*/ 2544210 w 10450132"/>
              <a:gd name="connsiteY5888" fmla="*/ 3264716 h 5450835"/>
              <a:gd name="connsiteX5889" fmla="*/ 2544210 w 10450132"/>
              <a:gd name="connsiteY5889" fmla="*/ 3263863 h 5450835"/>
              <a:gd name="connsiteX5890" fmla="*/ 2548740 w 10450132"/>
              <a:gd name="connsiteY5890" fmla="*/ 3255981 h 5450835"/>
              <a:gd name="connsiteX5891" fmla="*/ 2549529 w 10450132"/>
              <a:gd name="connsiteY5891" fmla="*/ 3255521 h 5450835"/>
              <a:gd name="connsiteX5892" fmla="*/ 2295036 w 10450132"/>
              <a:gd name="connsiteY5892" fmla="*/ 3255521 h 5450835"/>
              <a:gd name="connsiteX5893" fmla="*/ 2304101 w 10450132"/>
              <a:gd name="connsiteY5893" fmla="*/ 3255521 h 5450835"/>
              <a:gd name="connsiteX5894" fmla="*/ 2304889 w 10450132"/>
              <a:gd name="connsiteY5894" fmla="*/ 3255981 h 5450835"/>
              <a:gd name="connsiteX5895" fmla="*/ 2309419 w 10450132"/>
              <a:gd name="connsiteY5895" fmla="*/ 3263863 h 5450835"/>
              <a:gd name="connsiteX5896" fmla="*/ 2309419 w 10450132"/>
              <a:gd name="connsiteY5896" fmla="*/ 3264716 h 5450835"/>
              <a:gd name="connsiteX5897" fmla="*/ 2304889 w 10450132"/>
              <a:gd name="connsiteY5897" fmla="*/ 3272599 h 5450835"/>
              <a:gd name="connsiteX5898" fmla="*/ 2304101 w 10450132"/>
              <a:gd name="connsiteY5898" fmla="*/ 3273059 h 5450835"/>
              <a:gd name="connsiteX5899" fmla="*/ 2295036 w 10450132"/>
              <a:gd name="connsiteY5899" fmla="*/ 3273059 h 5450835"/>
              <a:gd name="connsiteX5900" fmla="*/ 2294247 w 10450132"/>
              <a:gd name="connsiteY5900" fmla="*/ 3272599 h 5450835"/>
              <a:gd name="connsiteX5901" fmla="*/ 2289716 w 10450132"/>
              <a:gd name="connsiteY5901" fmla="*/ 3264716 h 5450835"/>
              <a:gd name="connsiteX5902" fmla="*/ 2289716 w 10450132"/>
              <a:gd name="connsiteY5902" fmla="*/ 3263863 h 5450835"/>
              <a:gd name="connsiteX5903" fmla="*/ 2294247 w 10450132"/>
              <a:gd name="connsiteY5903" fmla="*/ 3255981 h 5450835"/>
              <a:gd name="connsiteX5904" fmla="*/ 2295036 w 10450132"/>
              <a:gd name="connsiteY5904" fmla="*/ 3255521 h 5450835"/>
              <a:gd name="connsiteX5905" fmla="*/ 2040652 w 10450132"/>
              <a:gd name="connsiteY5905" fmla="*/ 3255521 h 5450835"/>
              <a:gd name="connsiteX5906" fmla="*/ 2049716 w 10450132"/>
              <a:gd name="connsiteY5906" fmla="*/ 3255521 h 5450835"/>
              <a:gd name="connsiteX5907" fmla="*/ 2050504 w 10450132"/>
              <a:gd name="connsiteY5907" fmla="*/ 3255981 h 5450835"/>
              <a:gd name="connsiteX5908" fmla="*/ 2055037 w 10450132"/>
              <a:gd name="connsiteY5908" fmla="*/ 3263863 h 5450835"/>
              <a:gd name="connsiteX5909" fmla="*/ 2055037 w 10450132"/>
              <a:gd name="connsiteY5909" fmla="*/ 3264716 h 5450835"/>
              <a:gd name="connsiteX5910" fmla="*/ 2050504 w 10450132"/>
              <a:gd name="connsiteY5910" fmla="*/ 3272599 h 5450835"/>
              <a:gd name="connsiteX5911" fmla="*/ 2049716 w 10450132"/>
              <a:gd name="connsiteY5911" fmla="*/ 3273059 h 5450835"/>
              <a:gd name="connsiteX5912" fmla="*/ 2040652 w 10450132"/>
              <a:gd name="connsiteY5912" fmla="*/ 3273059 h 5450835"/>
              <a:gd name="connsiteX5913" fmla="*/ 2039864 w 10450132"/>
              <a:gd name="connsiteY5913" fmla="*/ 3272599 h 5450835"/>
              <a:gd name="connsiteX5914" fmla="*/ 2035330 w 10450132"/>
              <a:gd name="connsiteY5914" fmla="*/ 3264716 h 5450835"/>
              <a:gd name="connsiteX5915" fmla="*/ 2035330 w 10450132"/>
              <a:gd name="connsiteY5915" fmla="*/ 3263863 h 5450835"/>
              <a:gd name="connsiteX5916" fmla="*/ 2039864 w 10450132"/>
              <a:gd name="connsiteY5916" fmla="*/ 3255981 h 5450835"/>
              <a:gd name="connsiteX5917" fmla="*/ 2040652 w 10450132"/>
              <a:gd name="connsiteY5917" fmla="*/ 3255521 h 5450835"/>
              <a:gd name="connsiteX5918" fmla="*/ 1786338 w 10450132"/>
              <a:gd name="connsiteY5918" fmla="*/ 3255521 h 5450835"/>
              <a:gd name="connsiteX5919" fmla="*/ 1795401 w 10450132"/>
              <a:gd name="connsiteY5919" fmla="*/ 3255521 h 5450835"/>
              <a:gd name="connsiteX5920" fmla="*/ 1796189 w 10450132"/>
              <a:gd name="connsiteY5920" fmla="*/ 3255981 h 5450835"/>
              <a:gd name="connsiteX5921" fmla="*/ 1800721 w 10450132"/>
              <a:gd name="connsiteY5921" fmla="*/ 3263863 h 5450835"/>
              <a:gd name="connsiteX5922" fmla="*/ 1800721 w 10450132"/>
              <a:gd name="connsiteY5922" fmla="*/ 3264716 h 5450835"/>
              <a:gd name="connsiteX5923" fmla="*/ 1796189 w 10450132"/>
              <a:gd name="connsiteY5923" fmla="*/ 3272599 h 5450835"/>
              <a:gd name="connsiteX5924" fmla="*/ 1795401 w 10450132"/>
              <a:gd name="connsiteY5924" fmla="*/ 3273059 h 5450835"/>
              <a:gd name="connsiteX5925" fmla="*/ 1786338 w 10450132"/>
              <a:gd name="connsiteY5925" fmla="*/ 3273059 h 5450835"/>
              <a:gd name="connsiteX5926" fmla="*/ 1785549 w 10450132"/>
              <a:gd name="connsiteY5926" fmla="*/ 3272599 h 5450835"/>
              <a:gd name="connsiteX5927" fmla="*/ 1781017 w 10450132"/>
              <a:gd name="connsiteY5927" fmla="*/ 3264716 h 5450835"/>
              <a:gd name="connsiteX5928" fmla="*/ 1781017 w 10450132"/>
              <a:gd name="connsiteY5928" fmla="*/ 3263863 h 5450835"/>
              <a:gd name="connsiteX5929" fmla="*/ 1785549 w 10450132"/>
              <a:gd name="connsiteY5929" fmla="*/ 3255981 h 5450835"/>
              <a:gd name="connsiteX5930" fmla="*/ 1786338 w 10450132"/>
              <a:gd name="connsiteY5930" fmla="*/ 3255521 h 5450835"/>
              <a:gd name="connsiteX5931" fmla="*/ 1531859 w 10450132"/>
              <a:gd name="connsiteY5931" fmla="*/ 3255521 h 5450835"/>
              <a:gd name="connsiteX5932" fmla="*/ 1540925 w 10450132"/>
              <a:gd name="connsiteY5932" fmla="*/ 3255521 h 5450835"/>
              <a:gd name="connsiteX5933" fmla="*/ 1541711 w 10450132"/>
              <a:gd name="connsiteY5933" fmla="*/ 3255981 h 5450835"/>
              <a:gd name="connsiteX5934" fmla="*/ 1546244 w 10450132"/>
              <a:gd name="connsiteY5934" fmla="*/ 3263863 h 5450835"/>
              <a:gd name="connsiteX5935" fmla="*/ 1546244 w 10450132"/>
              <a:gd name="connsiteY5935" fmla="*/ 3264716 h 5450835"/>
              <a:gd name="connsiteX5936" fmla="*/ 1541711 w 10450132"/>
              <a:gd name="connsiteY5936" fmla="*/ 3272599 h 5450835"/>
              <a:gd name="connsiteX5937" fmla="*/ 1540925 w 10450132"/>
              <a:gd name="connsiteY5937" fmla="*/ 3273059 h 5450835"/>
              <a:gd name="connsiteX5938" fmla="*/ 1531859 w 10450132"/>
              <a:gd name="connsiteY5938" fmla="*/ 3273059 h 5450835"/>
              <a:gd name="connsiteX5939" fmla="*/ 1531072 w 10450132"/>
              <a:gd name="connsiteY5939" fmla="*/ 3272599 h 5450835"/>
              <a:gd name="connsiteX5940" fmla="*/ 1526539 w 10450132"/>
              <a:gd name="connsiteY5940" fmla="*/ 3264716 h 5450835"/>
              <a:gd name="connsiteX5941" fmla="*/ 1526539 w 10450132"/>
              <a:gd name="connsiteY5941" fmla="*/ 3263863 h 5450835"/>
              <a:gd name="connsiteX5942" fmla="*/ 1531072 w 10450132"/>
              <a:gd name="connsiteY5942" fmla="*/ 3255981 h 5450835"/>
              <a:gd name="connsiteX5943" fmla="*/ 1531859 w 10450132"/>
              <a:gd name="connsiteY5943" fmla="*/ 3255521 h 5450835"/>
              <a:gd name="connsiteX5944" fmla="*/ 1277597 w 10450132"/>
              <a:gd name="connsiteY5944" fmla="*/ 3255521 h 5450835"/>
              <a:gd name="connsiteX5945" fmla="*/ 1286661 w 10450132"/>
              <a:gd name="connsiteY5945" fmla="*/ 3255521 h 5450835"/>
              <a:gd name="connsiteX5946" fmla="*/ 1287450 w 10450132"/>
              <a:gd name="connsiteY5946" fmla="*/ 3255981 h 5450835"/>
              <a:gd name="connsiteX5947" fmla="*/ 1291983 w 10450132"/>
              <a:gd name="connsiteY5947" fmla="*/ 3263863 h 5450835"/>
              <a:gd name="connsiteX5948" fmla="*/ 1291983 w 10450132"/>
              <a:gd name="connsiteY5948" fmla="*/ 3264716 h 5450835"/>
              <a:gd name="connsiteX5949" fmla="*/ 1287450 w 10450132"/>
              <a:gd name="connsiteY5949" fmla="*/ 3272599 h 5450835"/>
              <a:gd name="connsiteX5950" fmla="*/ 1286661 w 10450132"/>
              <a:gd name="connsiteY5950" fmla="*/ 3273059 h 5450835"/>
              <a:gd name="connsiteX5951" fmla="*/ 1277597 w 10450132"/>
              <a:gd name="connsiteY5951" fmla="*/ 3273059 h 5450835"/>
              <a:gd name="connsiteX5952" fmla="*/ 1276808 w 10450132"/>
              <a:gd name="connsiteY5952" fmla="*/ 3272599 h 5450835"/>
              <a:gd name="connsiteX5953" fmla="*/ 1272280 w 10450132"/>
              <a:gd name="connsiteY5953" fmla="*/ 3264716 h 5450835"/>
              <a:gd name="connsiteX5954" fmla="*/ 1272280 w 10450132"/>
              <a:gd name="connsiteY5954" fmla="*/ 3263863 h 5450835"/>
              <a:gd name="connsiteX5955" fmla="*/ 1276808 w 10450132"/>
              <a:gd name="connsiteY5955" fmla="*/ 3255981 h 5450835"/>
              <a:gd name="connsiteX5956" fmla="*/ 1277597 w 10450132"/>
              <a:gd name="connsiteY5956" fmla="*/ 3255521 h 5450835"/>
              <a:gd name="connsiteX5957" fmla="*/ 1023111 w 10450132"/>
              <a:gd name="connsiteY5957" fmla="*/ 3255521 h 5450835"/>
              <a:gd name="connsiteX5958" fmla="*/ 1032175 w 10450132"/>
              <a:gd name="connsiteY5958" fmla="*/ 3255521 h 5450835"/>
              <a:gd name="connsiteX5959" fmla="*/ 1032964 w 10450132"/>
              <a:gd name="connsiteY5959" fmla="*/ 3255981 h 5450835"/>
              <a:gd name="connsiteX5960" fmla="*/ 1037495 w 10450132"/>
              <a:gd name="connsiteY5960" fmla="*/ 3263863 h 5450835"/>
              <a:gd name="connsiteX5961" fmla="*/ 1037495 w 10450132"/>
              <a:gd name="connsiteY5961" fmla="*/ 3264716 h 5450835"/>
              <a:gd name="connsiteX5962" fmla="*/ 1032964 w 10450132"/>
              <a:gd name="connsiteY5962" fmla="*/ 3272599 h 5450835"/>
              <a:gd name="connsiteX5963" fmla="*/ 1032175 w 10450132"/>
              <a:gd name="connsiteY5963" fmla="*/ 3273059 h 5450835"/>
              <a:gd name="connsiteX5964" fmla="*/ 1023111 w 10450132"/>
              <a:gd name="connsiteY5964" fmla="*/ 3273059 h 5450835"/>
              <a:gd name="connsiteX5965" fmla="*/ 1022323 w 10450132"/>
              <a:gd name="connsiteY5965" fmla="*/ 3272599 h 5450835"/>
              <a:gd name="connsiteX5966" fmla="*/ 1017790 w 10450132"/>
              <a:gd name="connsiteY5966" fmla="*/ 3264716 h 5450835"/>
              <a:gd name="connsiteX5967" fmla="*/ 1017790 w 10450132"/>
              <a:gd name="connsiteY5967" fmla="*/ 3263863 h 5450835"/>
              <a:gd name="connsiteX5968" fmla="*/ 1022323 w 10450132"/>
              <a:gd name="connsiteY5968" fmla="*/ 3255981 h 5450835"/>
              <a:gd name="connsiteX5969" fmla="*/ 1023111 w 10450132"/>
              <a:gd name="connsiteY5969" fmla="*/ 3255521 h 5450835"/>
              <a:gd name="connsiteX5970" fmla="*/ 768688 w 10450132"/>
              <a:gd name="connsiteY5970" fmla="*/ 3255521 h 5450835"/>
              <a:gd name="connsiteX5971" fmla="*/ 777751 w 10450132"/>
              <a:gd name="connsiteY5971" fmla="*/ 3255521 h 5450835"/>
              <a:gd name="connsiteX5972" fmla="*/ 778539 w 10450132"/>
              <a:gd name="connsiteY5972" fmla="*/ 3255981 h 5450835"/>
              <a:gd name="connsiteX5973" fmla="*/ 783071 w 10450132"/>
              <a:gd name="connsiteY5973" fmla="*/ 3263863 h 5450835"/>
              <a:gd name="connsiteX5974" fmla="*/ 783071 w 10450132"/>
              <a:gd name="connsiteY5974" fmla="*/ 3264716 h 5450835"/>
              <a:gd name="connsiteX5975" fmla="*/ 778539 w 10450132"/>
              <a:gd name="connsiteY5975" fmla="*/ 3272599 h 5450835"/>
              <a:gd name="connsiteX5976" fmla="*/ 777751 w 10450132"/>
              <a:gd name="connsiteY5976" fmla="*/ 3273059 h 5450835"/>
              <a:gd name="connsiteX5977" fmla="*/ 768688 w 10450132"/>
              <a:gd name="connsiteY5977" fmla="*/ 3273059 h 5450835"/>
              <a:gd name="connsiteX5978" fmla="*/ 767899 w 10450132"/>
              <a:gd name="connsiteY5978" fmla="*/ 3272599 h 5450835"/>
              <a:gd name="connsiteX5979" fmla="*/ 763367 w 10450132"/>
              <a:gd name="connsiteY5979" fmla="*/ 3264716 h 5450835"/>
              <a:gd name="connsiteX5980" fmla="*/ 763367 w 10450132"/>
              <a:gd name="connsiteY5980" fmla="*/ 3263863 h 5450835"/>
              <a:gd name="connsiteX5981" fmla="*/ 767899 w 10450132"/>
              <a:gd name="connsiteY5981" fmla="*/ 3255981 h 5450835"/>
              <a:gd name="connsiteX5982" fmla="*/ 768688 w 10450132"/>
              <a:gd name="connsiteY5982" fmla="*/ 3255521 h 5450835"/>
              <a:gd name="connsiteX5983" fmla="*/ 514328 w 10450132"/>
              <a:gd name="connsiteY5983" fmla="*/ 3255521 h 5450835"/>
              <a:gd name="connsiteX5984" fmla="*/ 523391 w 10450132"/>
              <a:gd name="connsiteY5984" fmla="*/ 3255521 h 5450835"/>
              <a:gd name="connsiteX5985" fmla="*/ 524179 w 10450132"/>
              <a:gd name="connsiteY5985" fmla="*/ 3255981 h 5450835"/>
              <a:gd name="connsiteX5986" fmla="*/ 528711 w 10450132"/>
              <a:gd name="connsiteY5986" fmla="*/ 3263863 h 5450835"/>
              <a:gd name="connsiteX5987" fmla="*/ 528711 w 10450132"/>
              <a:gd name="connsiteY5987" fmla="*/ 3264716 h 5450835"/>
              <a:gd name="connsiteX5988" fmla="*/ 524179 w 10450132"/>
              <a:gd name="connsiteY5988" fmla="*/ 3272599 h 5450835"/>
              <a:gd name="connsiteX5989" fmla="*/ 523391 w 10450132"/>
              <a:gd name="connsiteY5989" fmla="*/ 3273059 h 5450835"/>
              <a:gd name="connsiteX5990" fmla="*/ 514328 w 10450132"/>
              <a:gd name="connsiteY5990" fmla="*/ 3273059 h 5450835"/>
              <a:gd name="connsiteX5991" fmla="*/ 513539 w 10450132"/>
              <a:gd name="connsiteY5991" fmla="*/ 3272599 h 5450835"/>
              <a:gd name="connsiteX5992" fmla="*/ 509007 w 10450132"/>
              <a:gd name="connsiteY5992" fmla="*/ 3264716 h 5450835"/>
              <a:gd name="connsiteX5993" fmla="*/ 509007 w 10450132"/>
              <a:gd name="connsiteY5993" fmla="*/ 3263863 h 5450835"/>
              <a:gd name="connsiteX5994" fmla="*/ 513539 w 10450132"/>
              <a:gd name="connsiteY5994" fmla="*/ 3255981 h 5450835"/>
              <a:gd name="connsiteX5995" fmla="*/ 514328 w 10450132"/>
              <a:gd name="connsiteY5995" fmla="*/ 3255521 h 5450835"/>
              <a:gd name="connsiteX5996" fmla="*/ 259813 w 10450132"/>
              <a:gd name="connsiteY5996" fmla="*/ 3255521 h 5450835"/>
              <a:gd name="connsiteX5997" fmla="*/ 268878 w 10450132"/>
              <a:gd name="connsiteY5997" fmla="*/ 3255521 h 5450835"/>
              <a:gd name="connsiteX5998" fmla="*/ 269666 w 10450132"/>
              <a:gd name="connsiteY5998" fmla="*/ 3255981 h 5450835"/>
              <a:gd name="connsiteX5999" fmla="*/ 274197 w 10450132"/>
              <a:gd name="connsiteY5999" fmla="*/ 3263863 h 5450835"/>
              <a:gd name="connsiteX6000" fmla="*/ 274197 w 10450132"/>
              <a:gd name="connsiteY6000" fmla="*/ 3264716 h 5450835"/>
              <a:gd name="connsiteX6001" fmla="*/ 269666 w 10450132"/>
              <a:gd name="connsiteY6001" fmla="*/ 3272599 h 5450835"/>
              <a:gd name="connsiteX6002" fmla="*/ 268878 w 10450132"/>
              <a:gd name="connsiteY6002" fmla="*/ 3273059 h 5450835"/>
              <a:gd name="connsiteX6003" fmla="*/ 259813 w 10450132"/>
              <a:gd name="connsiteY6003" fmla="*/ 3273059 h 5450835"/>
              <a:gd name="connsiteX6004" fmla="*/ 259025 w 10450132"/>
              <a:gd name="connsiteY6004" fmla="*/ 3272599 h 5450835"/>
              <a:gd name="connsiteX6005" fmla="*/ 254494 w 10450132"/>
              <a:gd name="connsiteY6005" fmla="*/ 3264716 h 5450835"/>
              <a:gd name="connsiteX6006" fmla="*/ 254494 w 10450132"/>
              <a:gd name="connsiteY6006" fmla="*/ 3263863 h 5450835"/>
              <a:gd name="connsiteX6007" fmla="*/ 259025 w 10450132"/>
              <a:gd name="connsiteY6007" fmla="*/ 3255981 h 5450835"/>
              <a:gd name="connsiteX6008" fmla="*/ 259813 w 10450132"/>
              <a:gd name="connsiteY6008" fmla="*/ 3255521 h 5450835"/>
              <a:gd name="connsiteX6009" fmla="*/ 5481 w 10450132"/>
              <a:gd name="connsiteY6009" fmla="*/ 3255521 h 5450835"/>
              <a:gd name="connsiteX6010" fmla="*/ 14545 w 10450132"/>
              <a:gd name="connsiteY6010" fmla="*/ 3255521 h 5450835"/>
              <a:gd name="connsiteX6011" fmla="*/ 15333 w 10450132"/>
              <a:gd name="connsiteY6011" fmla="*/ 3255981 h 5450835"/>
              <a:gd name="connsiteX6012" fmla="*/ 19864 w 10450132"/>
              <a:gd name="connsiteY6012" fmla="*/ 3263863 h 5450835"/>
              <a:gd name="connsiteX6013" fmla="*/ 19864 w 10450132"/>
              <a:gd name="connsiteY6013" fmla="*/ 3264716 h 5450835"/>
              <a:gd name="connsiteX6014" fmla="*/ 15333 w 10450132"/>
              <a:gd name="connsiteY6014" fmla="*/ 3272599 h 5450835"/>
              <a:gd name="connsiteX6015" fmla="*/ 14545 w 10450132"/>
              <a:gd name="connsiteY6015" fmla="*/ 3273059 h 5450835"/>
              <a:gd name="connsiteX6016" fmla="*/ 5481 w 10450132"/>
              <a:gd name="connsiteY6016" fmla="*/ 3273059 h 5450835"/>
              <a:gd name="connsiteX6017" fmla="*/ 4692 w 10450132"/>
              <a:gd name="connsiteY6017" fmla="*/ 3272599 h 5450835"/>
              <a:gd name="connsiteX6018" fmla="*/ 160 w 10450132"/>
              <a:gd name="connsiteY6018" fmla="*/ 3264716 h 5450835"/>
              <a:gd name="connsiteX6019" fmla="*/ 160 w 10450132"/>
              <a:gd name="connsiteY6019" fmla="*/ 3263863 h 5450835"/>
              <a:gd name="connsiteX6020" fmla="*/ 4692 w 10450132"/>
              <a:gd name="connsiteY6020" fmla="*/ 3255981 h 5450835"/>
              <a:gd name="connsiteX6021" fmla="*/ 5481 w 10450132"/>
              <a:gd name="connsiteY6021" fmla="*/ 3255521 h 5450835"/>
              <a:gd name="connsiteX6022" fmla="*/ 10435622 w 10450132"/>
              <a:gd name="connsiteY6022" fmla="*/ 3038447 h 5450835"/>
              <a:gd name="connsiteX6023" fmla="*/ 10444686 w 10450132"/>
              <a:gd name="connsiteY6023" fmla="*/ 3038447 h 5450835"/>
              <a:gd name="connsiteX6024" fmla="*/ 10445474 w 10450132"/>
              <a:gd name="connsiteY6024" fmla="*/ 3038907 h 5450835"/>
              <a:gd name="connsiteX6025" fmla="*/ 10450007 w 10450132"/>
              <a:gd name="connsiteY6025" fmla="*/ 3046788 h 5450835"/>
              <a:gd name="connsiteX6026" fmla="*/ 10450007 w 10450132"/>
              <a:gd name="connsiteY6026" fmla="*/ 3047642 h 5450835"/>
              <a:gd name="connsiteX6027" fmla="*/ 10445474 w 10450132"/>
              <a:gd name="connsiteY6027" fmla="*/ 3055525 h 5450835"/>
              <a:gd name="connsiteX6028" fmla="*/ 10444686 w 10450132"/>
              <a:gd name="connsiteY6028" fmla="*/ 3055984 h 5450835"/>
              <a:gd name="connsiteX6029" fmla="*/ 10435622 w 10450132"/>
              <a:gd name="connsiteY6029" fmla="*/ 3055984 h 5450835"/>
              <a:gd name="connsiteX6030" fmla="*/ 10434834 w 10450132"/>
              <a:gd name="connsiteY6030" fmla="*/ 3055525 h 5450835"/>
              <a:gd name="connsiteX6031" fmla="*/ 10430302 w 10450132"/>
              <a:gd name="connsiteY6031" fmla="*/ 3047642 h 5450835"/>
              <a:gd name="connsiteX6032" fmla="*/ 10430302 w 10450132"/>
              <a:gd name="connsiteY6032" fmla="*/ 3046788 h 5450835"/>
              <a:gd name="connsiteX6033" fmla="*/ 10434834 w 10450132"/>
              <a:gd name="connsiteY6033" fmla="*/ 3038907 h 5450835"/>
              <a:gd name="connsiteX6034" fmla="*/ 10435622 w 10450132"/>
              <a:gd name="connsiteY6034" fmla="*/ 3038447 h 5450835"/>
              <a:gd name="connsiteX6035" fmla="*/ 10181242 w 10450132"/>
              <a:gd name="connsiteY6035" fmla="*/ 3038447 h 5450835"/>
              <a:gd name="connsiteX6036" fmla="*/ 10190305 w 10450132"/>
              <a:gd name="connsiteY6036" fmla="*/ 3038447 h 5450835"/>
              <a:gd name="connsiteX6037" fmla="*/ 10191093 w 10450132"/>
              <a:gd name="connsiteY6037" fmla="*/ 3038907 h 5450835"/>
              <a:gd name="connsiteX6038" fmla="*/ 10195626 w 10450132"/>
              <a:gd name="connsiteY6038" fmla="*/ 3046788 h 5450835"/>
              <a:gd name="connsiteX6039" fmla="*/ 10195626 w 10450132"/>
              <a:gd name="connsiteY6039" fmla="*/ 3047642 h 5450835"/>
              <a:gd name="connsiteX6040" fmla="*/ 10191093 w 10450132"/>
              <a:gd name="connsiteY6040" fmla="*/ 3055525 h 5450835"/>
              <a:gd name="connsiteX6041" fmla="*/ 10190305 w 10450132"/>
              <a:gd name="connsiteY6041" fmla="*/ 3055984 h 5450835"/>
              <a:gd name="connsiteX6042" fmla="*/ 10181242 w 10450132"/>
              <a:gd name="connsiteY6042" fmla="*/ 3055984 h 5450835"/>
              <a:gd name="connsiteX6043" fmla="*/ 10180453 w 10450132"/>
              <a:gd name="connsiteY6043" fmla="*/ 3055525 h 5450835"/>
              <a:gd name="connsiteX6044" fmla="*/ 10175922 w 10450132"/>
              <a:gd name="connsiteY6044" fmla="*/ 3047642 h 5450835"/>
              <a:gd name="connsiteX6045" fmla="*/ 10175922 w 10450132"/>
              <a:gd name="connsiteY6045" fmla="*/ 3046788 h 5450835"/>
              <a:gd name="connsiteX6046" fmla="*/ 10180453 w 10450132"/>
              <a:gd name="connsiteY6046" fmla="*/ 3038907 h 5450835"/>
              <a:gd name="connsiteX6047" fmla="*/ 10181242 w 10450132"/>
              <a:gd name="connsiteY6047" fmla="*/ 3038447 h 5450835"/>
              <a:gd name="connsiteX6048" fmla="*/ 9926861 w 10450132"/>
              <a:gd name="connsiteY6048" fmla="*/ 3038447 h 5450835"/>
              <a:gd name="connsiteX6049" fmla="*/ 9935924 w 10450132"/>
              <a:gd name="connsiteY6049" fmla="*/ 3038447 h 5450835"/>
              <a:gd name="connsiteX6050" fmla="*/ 9936713 w 10450132"/>
              <a:gd name="connsiteY6050" fmla="*/ 3038907 h 5450835"/>
              <a:gd name="connsiteX6051" fmla="*/ 9941246 w 10450132"/>
              <a:gd name="connsiteY6051" fmla="*/ 3046788 h 5450835"/>
              <a:gd name="connsiteX6052" fmla="*/ 9941246 w 10450132"/>
              <a:gd name="connsiteY6052" fmla="*/ 3047642 h 5450835"/>
              <a:gd name="connsiteX6053" fmla="*/ 9936713 w 10450132"/>
              <a:gd name="connsiteY6053" fmla="*/ 3055525 h 5450835"/>
              <a:gd name="connsiteX6054" fmla="*/ 9935924 w 10450132"/>
              <a:gd name="connsiteY6054" fmla="*/ 3055984 h 5450835"/>
              <a:gd name="connsiteX6055" fmla="*/ 9926861 w 10450132"/>
              <a:gd name="connsiteY6055" fmla="*/ 3055984 h 5450835"/>
              <a:gd name="connsiteX6056" fmla="*/ 9926073 w 10450132"/>
              <a:gd name="connsiteY6056" fmla="*/ 3055525 h 5450835"/>
              <a:gd name="connsiteX6057" fmla="*/ 9921541 w 10450132"/>
              <a:gd name="connsiteY6057" fmla="*/ 3047642 h 5450835"/>
              <a:gd name="connsiteX6058" fmla="*/ 9921541 w 10450132"/>
              <a:gd name="connsiteY6058" fmla="*/ 3046788 h 5450835"/>
              <a:gd name="connsiteX6059" fmla="*/ 9926073 w 10450132"/>
              <a:gd name="connsiteY6059" fmla="*/ 3038907 h 5450835"/>
              <a:gd name="connsiteX6060" fmla="*/ 9926861 w 10450132"/>
              <a:gd name="connsiteY6060" fmla="*/ 3038447 h 5450835"/>
              <a:gd name="connsiteX6061" fmla="*/ 9672481 w 10450132"/>
              <a:gd name="connsiteY6061" fmla="*/ 3038447 h 5450835"/>
              <a:gd name="connsiteX6062" fmla="*/ 9681545 w 10450132"/>
              <a:gd name="connsiteY6062" fmla="*/ 3038447 h 5450835"/>
              <a:gd name="connsiteX6063" fmla="*/ 9682333 w 10450132"/>
              <a:gd name="connsiteY6063" fmla="*/ 3038907 h 5450835"/>
              <a:gd name="connsiteX6064" fmla="*/ 9686865 w 10450132"/>
              <a:gd name="connsiteY6064" fmla="*/ 3046788 h 5450835"/>
              <a:gd name="connsiteX6065" fmla="*/ 9686865 w 10450132"/>
              <a:gd name="connsiteY6065" fmla="*/ 3047642 h 5450835"/>
              <a:gd name="connsiteX6066" fmla="*/ 9682333 w 10450132"/>
              <a:gd name="connsiteY6066" fmla="*/ 3055525 h 5450835"/>
              <a:gd name="connsiteX6067" fmla="*/ 9681545 w 10450132"/>
              <a:gd name="connsiteY6067" fmla="*/ 3055984 h 5450835"/>
              <a:gd name="connsiteX6068" fmla="*/ 9672481 w 10450132"/>
              <a:gd name="connsiteY6068" fmla="*/ 3055984 h 5450835"/>
              <a:gd name="connsiteX6069" fmla="*/ 9671693 w 10450132"/>
              <a:gd name="connsiteY6069" fmla="*/ 3055525 h 5450835"/>
              <a:gd name="connsiteX6070" fmla="*/ 9667160 w 10450132"/>
              <a:gd name="connsiteY6070" fmla="*/ 3047642 h 5450835"/>
              <a:gd name="connsiteX6071" fmla="*/ 9667160 w 10450132"/>
              <a:gd name="connsiteY6071" fmla="*/ 3046788 h 5450835"/>
              <a:gd name="connsiteX6072" fmla="*/ 9671693 w 10450132"/>
              <a:gd name="connsiteY6072" fmla="*/ 3038907 h 5450835"/>
              <a:gd name="connsiteX6073" fmla="*/ 9672481 w 10450132"/>
              <a:gd name="connsiteY6073" fmla="*/ 3038447 h 5450835"/>
              <a:gd name="connsiteX6074" fmla="*/ 9418035 w 10450132"/>
              <a:gd name="connsiteY6074" fmla="*/ 3038447 h 5450835"/>
              <a:gd name="connsiteX6075" fmla="*/ 9427099 w 10450132"/>
              <a:gd name="connsiteY6075" fmla="*/ 3038447 h 5450835"/>
              <a:gd name="connsiteX6076" fmla="*/ 9427887 w 10450132"/>
              <a:gd name="connsiteY6076" fmla="*/ 3038907 h 5450835"/>
              <a:gd name="connsiteX6077" fmla="*/ 9432419 w 10450132"/>
              <a:gd name="connsiteY6077" fmla="*/ 3046788 h 5450835"/>
              <a:gd name="connsiteX6078" fmla="*/ 9432419 w 10450132"/>
              <a:gd name="connsiteY6078" fmla="*/ 3047642 h 5450835"/>
              <a:gd name="connsiteX6079" fmla="*/ 9427887 w 10450132"/>
              <a:gd name="connsiteY6079" fmla="*/ 3055525 h 5450835"/>
              <a:gd name="connsiteX6080" fmla="*/ 9427099 w 10450132"/>
              <a:gd name="connsiteY6080" fmla="*/ 3055984 h 5450835"/>
              <a:gd name="connsiteX6081" fmla="*/ 9418035 w 10450132"/>
              <a:gd name="connsiteY6081" fmla="*/ 3055984 h 5450835"/>
              <a:gd name="connsiteX6082" fmla="*/ 9417247 w 10450132"/>
              <a:gd name="connsiteY6082" fmla="*/ 3055525 h 5450835"/>
              <a:gd name="connsiteX6083" fmla="*/ 9412714 w 10450132"/>
              <a:gd name="connsiteY6083" fmla="*/ 3047642 h 5450835"/>
              <a:gd name="connsiteX6084" fmla="*/ 9412714 w 10450132"/>
              <a:gd name="connsiteY6084" fmla="*/ 3046788 h 5450835"/>
              <a:gd name="connsiteX6085" fmla="*/ 9417247 w 10450132"/>
              <a:gd name="connsiteY6085" fmla="*/ 3038907 h 5450835"/>
              <a:gd name="connsiteX6086" fmla="*/ 9418035 w 10450132"/>
              <a:gd name="connsiteY6086" fmla="*/ 3038447 h 5450835"/>
              <a:gd name="connsiteX6087" fmla="*/ 9163654 w 10450132"/>
              <a:gd name="connsiteY6087" fmla="*/ 3038447 h 5450835"/>
              <a:gd name="connsiteX6088" fmla="*/ 9172718 w 10450132"/>
              <a:gd name="connsiteY6088" fmla="*/ 3038447 h 5450835"/>
              <a:gd name="connsiteX6089" fmla="*/ 9173506 w 10450132"/>
              <a:gd name="connsiteY6089" fmla="*/ 3038907 h 5450835"/>
              <a:gd name="connsiteX6090" fmla="*/ 9178038 w 10450132"/>
              <a:gd name="connsiteY6090" fmla="*/ 3046788 h 5450835"/>
              <a:gd name="connsiteX6091" fmla="*/ 9178038 w 10450132"/>
              <a:gd name="connsiteY6091" fmla="*/ 3047642 h 5450835"/>
              <a:gd name="connsiteX6092" fmla="*/ 9173506 w 10450132"/>
              <a:gd name="connsiteY6092" fmla="*/ 3055525 h 5450835"/>
              <a:gd name="connsiteX6093" fmla="*/ 9172718 w 10450132"/>
              <a:gd name="connsiteY6093" fmla="*/ 3055984 h 5450835"/>
              <a:gd name="connsiteX6094" fmla="*/ 9163654 w 10450132"/>
              <a:gd name="connsiteY6094" fmla="*/ 3055984 h 5450835"/>
              <a:gd name="connsiteX6095" fmla="*/ 9162866 w 10450132"/>
              <a:gd name="connsiteY6095" fmla="*/ 3055525 h 5450835"/>
              <a:gd name="connsiteX6096" fmla="*/ 9158333 w 10450132"/>
              <a:gd name="connsiteY6096" fmla="*/ 3047642 h 5450835"/>
              <a:gd name="connsiteX6097" fmla="*/ 9158333 w 10450132"/>
              <a:gd name="connsiteY6097" fmla="*/ 3046788 h 5450835"/>
              <a:gd name="connsiteX6098" fmla="*/ 9162866 w 10450132"/>
              <a:gd name="connsiteY6098" fmla="*/ 3038907 h 5450835"/>
              <a:gd name="connsiteX6099" fmla="*/ 9163654 w 10450132"/>
              <a:gd name="connsiteY6099" fmla="*/ 3038447 h 5450835"/>
              <a:gd name="connsiteX6100" fmla="*/ 8909274 w 10450132"/>
              <a:gd name="connsiteY6100" fmla="*/ 3038447 h 5450835"/>
              <a:gd name="connsiteX6101" fmla="*/ 8918336 w 10450132"/>
              <a:gd name="connsiteY6101" fmla="*/ 3038447 h 5450835"/>
              <a:gd name="connsiteX6102" fmla="*/ 8919125 w 10450132"/>
              <a:gd name="connsiteY6102" fmla="*/ 3038907 h 5450835"/>
              <a:gd name="connsiteX6103" fmla="*/ 8923657 w 10450132"/>
              <a:gd name="connsiteY6103" fmla="*/ 3046788 h 5450835"/>
              <a:gd name="connsiteX6104" fmla="*/ 8923657 w 10450132"/>
              <a:gd name="connsiteY6104" fmla="*/ 3047642 h 5450835"/>
              <a:gd name="connsiteX6105" fmla="*/ 8919125 w 10450132"/>
              <a:gd name="connsiteY6105" fmla="*/ 3055525 h 5450835"/>
              <a:gd name="connsiteX6106" fmla="*/ 8918336 w 10450132"/>
              <a:gd name="connsiteY6106" fmla="*/ 3055984 h 5450835"/>
              <a:gd name="connsiteX6107" fmla="*/ 8909274 w 10450132"/>
              <a:gd name="connsiteY6107" fmla="*/ 3055984 h 5450835"/>
              <a:gd name="connsiteX6108" fmla="*/ 8908484 w 10450132"/>
              <a:gd name="connsiteY6108" fmla="*/ 3055525 h 5450835"/>
              <a:gd name="connsiteX6109" fmla="*/ 8903953 w 10450132"/>
              <a:gd name="connsiteY6109" fmla="*/ 3047642 h 5450835"/>
              <a:gd name="connsiteX6110" fmla="*/ 8903953 w 10450132"/>
              <a:gd name="connsiteY6110" fmla="*/ 3046788 h 5450835"/>
              <a:gd name="connsiteX6111" fmla="*/ 8908484 w 10450132"/>
              <a:gd name="connsiteY6111" fmla="*/ 3038907 h 5450835"/>
              <a:gd name="connsiteX6112" fmla="*/ 8909274 w 10450132"/>
              <a:gd name="connsiteY6112" fmla="*/ 3038447 h 5450835"/>
              <a:gd name="connsiteX6113" fmla="*/ 8654892 w 10450132"/>
              <a:gd name="connsiteY6113" fmla="*/ 3038447 h 5450835"/>
              <a:gd name="connsiteX6114" fmla="*/ 8663955 w 10450132"/>
              <a:gd name="connsiteY6114" fmla="*/ 3038447 h 5450835"/>
              <a:gd name="connsiteX6115" fmla="*/ 8664744 w 10450132"/>
              <a:gd name="connsiteY6115" fmla="*/ 3038907 h 5450835"/>
              <a:gd name="connsiteX6116" fmla="*/ 8669277 w 10450132"/>
              <a:gd name="connsiteY6116" fmla="*/ 3046788 h 5450835"/>
              <a:gd name="connsiteX6117" fmla="*/ 8669277 w 10450132"/>
              <a:gd name="connsiteY6117" fmla="*/ 3047642 h 5450835"/>
              <a:gd name="connsiteX6118" fmla="*/ 8664744 w 10450132"/>
              <a:gd name="connsiteY6118" fmla="*/ 3055525 h 5450835"/>
              <a:gd name="connsiteX6119" fmla="*/ 8663955 w 10450132"/>
              <a:gd name="connsiteY6119" fmla="*/ 3055984 h 5450835"/>
              <a:gd name="connsiteX6120" fmla="*/ 8654892 w 10450132"/>
              <a:gd name="connsiteY6120" fmla="*/ 3055984 h 5450835"/>
              <a:gd name="connsiteX6121" fmla="*/ 8654104 w 10450132"/>
              <a:gd name="connsiteY6121" fmla="*/ 3055525 h 5450835"/>
              <a:gd name="connsiteX6122" fmla="*/ 8649572 w 10450132"/>
              <a:gd name="connsiteY6122" fmla="*/ 3047642 h 5450835"/>
              <a:gd name="connsiteX6123" fmla="*/ 8649572 w 10450132"/>
              <a:gd name="connsiteY6123" fmla="*/ 3046788 h 5450835"/>
              <a:gd name="connsiteX6124" fmla="*/ 8654104 w 10450132"/>
              <a:gd name="connsiteY6124" fmla="*/ 3038907 h 5450835"/>
              <a:gd name="connsiteX6125" fmla="*/ 8654892 w 10450132"/>
              <a:gd name="connsiteY6125" fmla="*/ 3038447 h 5450835"/>
              <a:gd name="connsiteX6126" fmla="*/ 8400511 w 10450132"/>
              <a:gd name="connsiteY6126" fmla="*/ 3038447 h 5450835"/>
              <a:gd name="connsiteX6127" fmla="*/ 8409575 w 10450132"/>
              <a:gd name="connsiteY6127" fmla="*/ 3038447 h 5450835"/>
              <a:gd name="connsiteX6128" fmla="*/ 8410363 w 10450132"/>
              <a:gd name="connsiteY6128" fmla="*/ 3038907 h 5450835"/>
              <a:gd name="connsiteX6129" fmla="*/ 8414896 w 10450132"/>
              <a:gd name="connsiteY6129" fmla="*/ 3046788 h 5450835"/>
              <a:gd name="connsiteX6130" fmla="*/ 8414896 w 10450132"/>
              <a:gd name="connsiteY6130" fmla="*/ 3047642 h 5450835"/>
              <a:gd name="connsiteX6131" fmla="*/ 8410363 w 10450132"/>
              <a:gd name="connsiteY6131" fmla="*/ 3055525 h 5450835"/>
              <a:gd name="connsiteX6132" fmla="*/ 8409575 w 10450132"/>
              <a:gd name="connsiteY6132" fmla="*/ 3055984 h 5450835"/>
              <a:gd name="connsiteX6133" fmla="*/ 8400511 w 10450132"/>
              <a:gd name="connsiteY6133" fmla="*/ 3055984 h 5450835"/>
              <a:gd name="connsiteX6134" fmla="*/ 8399723 w 10450132"/>
              <a:gd name="connsiteY6134" fmla="*/ 3055525 h 5450835"/>
              <a:gd name="connsiteX6135" fmla="*/ 8395191 w 10450132"/>
              <a:gd name="connsiteY6135" fmla="*/ 3047642 h 5450835"/>
              <a:gd name="connsiteX6136" fmla="*/ 8395191 w 10450132"/>
              <a:gd name="connsiteY6136" fmla="*/ 3046788 h 5450835"/>
              <a:gd name="connsiteX6137" fmla="*/ 8399723 w 10450132"/>
              <a:gd name="connsiteY6137" fmla="*/ 3038907 h 5450835"/>
              <a:gd name="connsiteX6138" fmla="*/ 8400511 w 10450132"/>
              <a:gd name="connsiteY6138" fmla="*/ 3038447 h 5450835"/>
              <a:gd name="connsiteX6139" fmla="*/ 8146065 w 10450132"/>
              <a:gd name="connsiteY6139" fmla="*/ 3038447 h 5450835"/>
              <a:gd name="connsiteX6140" fmla="*/ 8155129 w 10450132"/>
              <a:gd name="connsiteY6140" fmla="*/ 3038447 h 5450835"/>
              <a:gd name="connsiteX6141" fmla="*/ 8155917 w 10450132"/>
              <a:gd name="connsiteY6141" fmla="*/ 3038907 h 5450835"/>
              <a:gd name="connsiteX6142" fmla="*/ 8160449 w 10450132"/>
              <a:gd name="connsiteY6142" fmla="*/ 3046788 h 5450835"/>
              <a:gd name="connsiteX6143" fmla="*/ 8160449 w 10450132"/>
              <a:gd name="connsiteY6143" fmla="*/ 3047642 h 5450835"/>
              <a:gd name="connsiteX6144" fmla="*/ 8155917 w 10450132"/>
              <a:gd name="connsiteY6144" fmla="*/ 3055525 h 5450835"/>
              <a:gd name="connsiteX6145" fmla="*/ 8155129 w 10450132"/>
              <a:gd name="connsiteY6145" fmla="*/ 3055984 h 5450835"/>
              <a:gd name="connsiteX6146" fmla="*/ 8146065 w 10450132"/>
              <a:gd name="connsiteY6146" fmla="*/ 3055984 h 5450835"/>
              <a:gd name="connsiteX6147" fmla="*/ 8145277 w 10450132"/>
              <a:gd name="connsiteY6147" fmla="*/ 3055525 h 5450835"/>
              <a:gd name="connsiteX6148" fmla="*/ 8140745 w 10450132"/>
              <a:gd name="connsiteY6148" fmla="*/ 3047642 h 5450835"/>
              <a:gd name="connsiteX6149" fmla="*/ 8140745 w 10450132"/>
              <a:gd name="connsiteY6149" fmla="*/ 3046788 h 5450835"/>
              <a:gd name="connsiteX6150" fmla="*/ 8145277 w 10450132"/>
              <a:gd name="connsiteY6150" fmla="*/ 3038907 h 5450835"/>
              <a:gd name="connsiteX6151" fmla="*/ 8146065 w 10450132"/>
              <a:gd name="connsiteY6151" fmla="*/ 3038447 h 5450835"/>
              <a:gd name="connsiteX6152" fmla="*/ 7891684 w 10450132"/>
              <a:gd name="connsiteY6152" fmla="*/ 3038447 h 5450835"/>
              <a:gd name="connsiteX6153" fmla="*/ 7900748 w 10450132"/>
              <a:gd name="connsiteY6153" fmla="*/ 3038447 h 5450835"/>
              <a:gd name="connsiteX6154" fmla="*/ 7901536 w 10450132"/>
              <a:gd name="connsiteY6154" fmla="*/ 3038907 h 5450835"/>
              <a:gd name="connsiteX6155" fmla="*/ 7906067 w 10450132"/>
              <a:gd name="connsiteY6155" fmla="*/ 3046788 h 5450835"/>
              <a:gd name="connsiteX6156" fmla="*/ 7906067 w 10450132"/>
              <a:gd name="connsiteY6156" fmla="*/ 3047642 h 5450835"/>
              <a:gd name="connsiteX6157" fmla="*/ 7901536 w 10450132"/>
              <a:gd name="connsiteY6157" fmla="*/ 3055525 h 5450835"/>
              <a:gd name="connsiteX6158" fmla="*/ 7900748 w 10450132"/>
              <a:gd name="connsiteY6158" fmla="*/ 3055984 h 5450835"/>
              <a:gd name="connsiteX6159" fmla="*/ 7891684 w 10450132"/>
              <a:gd name="connsiteY6159" fmla="*/ 3055984 h 5450835"/>
              <a:gd name="connsiteX6160" fmla="*/ 7890896 w 10450132"/>
              <a:gd name="connsiteY6160" fmla="*/ 3055525 h 5450835"/>
              <a:gd name="connsiteX6161" fmla="*/ 7886363 w 10450132"/>
              <a:gd name="connsiteY6161" fmla="*/ 3047642 h 5450835"/>
              <a:gd name="connsiteX6162" fmla="*/ 7886363 w 10450132"/>
              <a:gd name="connsiteY6162" fmla="*/ 3046788 h 5450835"/>
              <a:gd name="connsiteX6163" fmla="*/ 7890896 w 10450132"/>
              <a:gd name="connsiteY6163" fmla="*/ 3038907 h 5450835"/>
              <a:gd name="connsiteX6164" fmla="*/ 7891684 w 10450132"/>
              <a:gd name="connsiteY6164" fmla="*/ 3038447 h 5450835"/>
              <a:gd name="connsiteX6165" fmla="*/ 7637304 w 10450132"/>
              <a:gd name="connsiteY6165" fmla="*/ 3038447 h 5450835"/>
              <a:gd name="connsiteX6166" fmla="*/ 7646367 w 10450132"/>
              <a:gd name="connsiteY6166" fmla="*/ 3038447 h 5450835"/>
              <a:gd name="connsiteX6167" fmla="*/ 7647156 w 10450132"/>
              <a:gd name="connsiteY6167" fmla="*/ 3038907 h 5450835"/>
              <a:gd name="connsiteX6168" fmla="*/ 7651687 w 10450132"/>
              <a:gd name="connsiteY6168" fmla="*/ 3046788 h 5450835"/>
              <a:gd name="connsiteX6169" fmla="*/ 7651687 w 10450132"/>
              <a:gd name="connsiteY6169" fmla="*/ 3047642 h 5450835"/>
              <a:gd name="connsiteX6170" fmla="*/ 7647156 w 10450132"/>
              <a:gd name="connsiteY6170" fmla="*/ 3055525 h 5450835"/>
              <a:gd name="connsiteX6171" fmla="*/ 7646367 w 10450132"/>
              <a:gd name="connsiteY6171" fmla="*/ 3055984 h 5450835"/>
              <a:gd name="connsiteX6172" fmla="*/ 7637304 w 10450132"/>
              <a:gd name="connsiteY6172" fmla="*/ 3055984 h 5450835"/>
              <a:gd name="connsiteX6173" fmla="*/ 7636516 w 10450132"/>
              <a:gd name="connsiteY6173" fmla="*/ 3055525 h 5450835"/>
              <a:gd name="connsiteX6174" fmla="*/ 7631983 w 10450132"/>
              <a:gd name="connsiteY6174" fmla="*/ 3047642 h 5450835"/>
              <a:gd name="connsiteX6175" fmla="*/ 7631983 w 10450132"/>
              <a:gd name="connsiteY6175" fmla="*/ 3046788 h 5450835"/>
              <a:gd name="connsiteX6176" fmla="*/ 7636516 w 10450132"/>
              <a:gd name="connsiteY6176" fmla="*/ 3038907 h 5450835"/>
              <a:gd name="connsiteX6177" fmla="*/ 7637304 w 10450132"/>
              <a:gd name="connsiteY6177" fmla="*/ 3038447 h 5450835"/>
              <a:gd name="connsiteX6178" fmla="*/ 7382923 w 10450132"/>
              <a:gd name="connsiteY6178" fmla="*/ 3038447 h 5450835"/>
              <a:gd name="connsiteX6179" fmla="*/ 7391987 w 10450132"/>
              <a:gd name="connsiteY6179" fmla="*/ 3038447 h 5450835"/>
              <a:gd name="connsiteX6180" fmla="*/ 7392775 w 10450132"/>
              <a:gd name="connsiteY6180" fmla="*/ 3038907 h 5450835"/>
              <a:gd name="connsiteX6181" fmla="*/ 7397307 w 10450132"/>
              <a:gd name="connsiteY6181" fmla="*/ 3046788 h 5450835"/>
              <a:gd name="connsiteX6182" fmla="*/ 7397307 w 10450132"/>
              <a:gd name="connsiteY6182" fmla="*/ 3047642 h 5450835"/>
              <a:gd name="connsiteX6183" fmla="*/ 7392775 w 10450132"/>
              <a:gd name="connsiteY6183" fmla="*/ 3055525 h 5450835"/>
              <a:gd name="connsiteX6184" fmla="*/ 7391987 w 10450132"/>
              <a:gd name="connsiteY6184" fmla="*/ 3055984 h 5450835"/>
              <a:gd name="connsiteX6185" fmla="*/ 7382923 w 10450132"/>
              <a:gd name="connsiteY6185" fmla="*/ 3055984 h 5450835"/>
              <a:gd name="connsiteX6186" fmla="*/ 7382135 w 10450132"/>
              <a:gd name="connsiteY6186" fmla="*/ 3055525 h 5450835"/>
              <a:gd name="connsiteX6187" fmla="*/ 7377602 w 10450132"/>
              <a:gd name="connsiteY6187" fmla="*/ 3047642 h 5450835"/>
              <a:gd name="connsiteX6188" fmla="*/ 7377602 w 10450132"/>
              <a:gd name="connsiteY6188" fmla="*/ 3046788 h 5450835"/>
              <a:gd name="connsiteX6189" fmla="*/ 7382135 w 10450132"/>
              <a:gd name="connsiteY6189" fmla="*/ 3038907 h 5450835"/>
              <a:gd name="connsiteX6190" fmla="*/ 7382923 w 10450132"/>
              <a:gd name="connsiteY6190" fmla="*/ 3038447 h 5450835"/>
              <a:gd name="connsiteX6191" fmla="*/ 7128477 w 10450132"/>
              <a:gd name="connsiteY6191" fmla="*/ 3038447 h 5450835"/>
              <a:gd name="connsiteX6192" fmla="*/ 7137540 w 10450132"/>
              <a:gd name="connsiteY6192" fmla="*/ 3038447 h 5450835"/>
              <a:gd name="connsiteX6193" fmla="*/ 7138328 w 10450132"/>
              <a:gd name="connsiteY6193" fmla="*/ 3038907 h 5450835"/>
              <a:gd name="connsiteX6194" fmla="*/ 7142860 w 10450132"/>
              <a:gd name="connsiteY6194" fmla="*/ 3046788 h 5450835"/>
              <a:gd name="connsiteX6195" fmla="*/ 7142860 w 10450132"/>
              <a:gd name="connsiteY6195" fmla="*/ 3047642 h 5450835"/>
              <a:gd name="connsiteX6196" fmla="*/ 7138328 w 10450132"/>
              <a:gd name="connsiteY6196" fmla="*/ 3055525 h 5450835"/>
              <a:gd name="connsiteX6197" fmla="*/ 7137540 w 10450132"/>
              <a:gd name="connsiteY6197" fmla="*/ 3055984 h 5450835"/>
              <a:gd name="connsiteX6198" fmla="*/ 7128477 w 10450132"/>
              <a:gd name="connsiteY6198" fmla="*/ 3055984 h 5450835"/>
              <a:gd name="connsiteX6199" fmla="*/ 7127689 w 10450132"/>
              <a:gd name="connsiteY6199" fmla="*/ 3055525 h 5450835"/>
              <a:gd name="connsiteX6200" fmla="*/ 7123156 w 10450132"/>
              <a:gd name="connsiteY6200" fmla="*/ 3047642 h 5450835"/>
              <a:gd name="connsiteX6201" fmla="*/ 7123156 w 10450132"/>
              <a:gd name="connsiteY6201" fmla="*/ 3046788 h 5450835"/>
              <a:gd name="connsiteX6202" fmla="*/ 7127689 w 10450132"/>
              <a:gd name="connsiteY6202" fmla="*/ 3038907 h 5450835"/>
              <a:gd name="connsiteX6203" fmla="*/ 7128477 w 10450132"/>
              <a:gd name="connsiteY6203" fmla="*/ 3038447 h 5450835"/>
              <a:gd name="connsiteX6204" fmla="*/ 6874095 w 10450132"/>
              <a:gd name="connsiteY6204" fmla="*/ 3038447 h 5450835"/>
              <a:gd name="connsiteX6205" fmla="*/ 6883159 w 10450132"/>
              <a:gd name="connsiteY6205" fmla="*/ 3038447 h 5450835"/>
              <a:gd name="connsiteX6206" fmla="*/ 6883947 w 10450132"/>
              <a:gd name="connsiteY6206" fmla="*/ 3038907 h 5450835"/>
              <a:gd name="connsiteX6207" fmla="*/ 6888480 w 10450132"/>
              <a:gd name="connsiteY6207" fmla="*/ 3046788 h 5450835"/>
              <a:gd name="connsiteX6208" fmla="*/ 6888480 w 10450132"/>
              <a:gd name="connsiteY6208" fmla="*/ 3047642 h 5450835"/>
              <a:gd name="connsiteX6209" fmla="*/ 6883947 w 10450132"/>
              <a:gd name="connsiteY6209" fmla="*/ 3055525 h 5450835"/>
              <a:gd name="connsiteX6210" fmla="*/ 6883159 w 10450132"/>
              <a:gd name="connsiteY6210" fmla="*/ 3055984 h 5450835"/>
              <a:gd name="connsiteX6211" fmla="*/ 6874095 w 10450132"/>
              <a:gd name="connsiteY6211" fmla="*/ 3055984 h 5450835"/>
              <a:gd name="connsiteX6212" fmla="*/ 6873307 w 10450132"/>
              <a:gd name="connsiteY6212" fmla="*/ 3055525 h 5450835"/>
              <a:gd name="connsiteX6213" fmla="*/ 6868775 w 10450132"/>
              <a:gd name="connsiteY6213" fmla="*/ 3047642 h 5450835"/>
              <a:gd name="connsiteX6214" fmla="*/ 6868775 w 10450132"/>
              <a:gd name="connsiteY6214" fmla="*/ 3046788 h 5450835"/>
              <a:gd name="connsiteX6215" fmla="*/ 6873307 w 10450132"/>
              <a:gd name="connsiteY6215" fmla="*/ 3038907 h 5450835"/>
              <a:gd name="connsiteX6216" fmla="*/ 6874095 w 10450132"/>
              <a:gd name="connsiteY6216" fmla="*/ 3038447 h 5450835"/>
              <a:gd name="connsiteX6217" fmla="*/ 6619714 w 10450132"/>
              <a:gd name="connsiteY6217" fmla="*/ 3038447 h 5450835"/>
              <a:gd name="connsiteX6218" fmla="*/ 6628778 w 10450132"/>
              <a:gd name="connsiteY6218" fmla="*/ 3038447 h 5450835"/>
              <a:gd name="connsiteX6219" fmla="*/ 6629566 w 10450132"/>
              <a:gd name="connsiteY6219" fmla="*/ 3038907 h 5450835"/>
              <a:gd name="connsiteX6220" fmla="*/ 6634099 w 10450132"/>
              <a:gd name="connsiteY6220" fmla="*/ 3046788 h 5450835"/>
              <a:gd name="connsiteX6221" fmla="*/ 6634099 w 10450132"/>
              <a:gd name="connsiteY6221" fmla="*/ 3047642 h 5450835"/>
              <a:gd name="connsiteX6222" fmla="*/ 6629566 w 10450132"/>
              <a:gd name="connsiteY6222" fmla="*/ 3055525 h 5450835"/>
              <a:gd name="connsiteX6223" fmla="*/ 6628778 w 10450132"/>
              <a:gd name="connsiteY6223" fmla="*/ 3055984 h 5450835"/>
              <a:gd name="connsiteX6224" fmla="*/ 6619714 w 10450132"/>
              <a:gd name="connsiteY6224" fmla="*/ 3055984 h 5450835"/>
              <a:gd name="connsiteX6225" fmla="*/ 6618926 w 10450132"/>
              <a:gd name="connsiteY6225" fmla="*/ 3055525 h 5450835"/>
              <a:gd name="connsiteX6226" fmla="*/ 6614394 w 10450132"/>
              <a:gd name="connsiteY6226" fmla="*/ 3047642 h 5450835"/>
              <a:gd name="connsiteX6227" fmla="*/ 6614394 w 10450132"/>
              <a:gd name="connsiteY6227" fmla="*/ 3046788 h 5450835"/>
              <a:gd name="connsiteX6228" fmla="*/ 6618926 w 10450132"/>
              <a:gd name="connsiteY6228" fmla="*/ 3038907 h 5450835"/>
              <a:gd name="connsiteX6229" fmla="*/ 6619714 w 10450132"/>
              <a:gd name="connsiteY6229" fmla="*/ 3038447 h 5450835"/>
              <a:gd name="connsiteX6230" fmla="*/ 6365334 w 10450132"/>
              <a:gd name="connsiteY6230" fmla="*/ 3038447 h 5450835"/>
              <a:gd name="connsiteX6231" fmla="*/ 6374397 w 10450132"/>
              <a:gd name="connsiteY6231" fmla="*/ 3038447 h 5450835"/>
              <a:gd name="connsiteX6232" fmla="*/ 6375186 w 10450132"/>
              <a:gd name="connsiteY6232" fmla="*/ 3038907 h 5450835"/>
              <a:gd name="connsiteX6233" fmla="*/ 6379718 w 10450132"/>
              <a:gd name="connsiteY6233" fmla="*/ 3046788 h 5450835"/>
              <a:gd name="connsiteX6234" fmla="*/ 6379718 w 10450132"/>
              <a:gd name="connsiteY6234" fmla="*/ 3047642 h 5450835"/>
              <a:gd name="connsiteX6235" fmla="*/ 6375186 w 10450132"/>
              <a:gd name="connsiteY6235" fmla="*/ 3055525 h 5450835"/>
              <a:gd name="connsiteX6236" fmla="*/ 6374397 w 10450132"/>
              <a:gd name="connsiteY6236" fmla="*/ 3055984 h 5450835"/>
              <a:gd name="connsiteX6237" fmla="*/ 6365334 w 10450132"/>
              <a:gd name="connsiteY6237" fmla="*/ 3055984 h 5450835"/>
              <a:gd name="connsiteX6238" fmla="*/ 6364546 w 10450132"/>
              <a:gd name="connsiteY6238" fmla="*/ 3055525 h 5450835"/>
              <a:gd name="connsiteX6239" fmla="*/ 6360014 w 10450132"/>
              <a:gd name="connsiteY6239" fmla="*/ 3047642 h 5450835"/>
              <a:gd name="connsiteX6240" fmla="*/ 6360014 w 10450132"/>
              <a:gd name="connsiteY6240" fmla="*/ 3046788 h 5450835"/>
              <a:gd name="connsiteX6241" fmla="*/ 6364546 w 10450132"/>
              <a:gd name="connsiteY6241" fmla="*/ 3038907 h 5450835"/>
              <a:gd name="connsiteX6242" fmla="*/ 6365334 w 10450132"/>
              <a:gd name="connsiteY6242" fmla="*/ 3038447 h 5450835"/>
              <a:gd name="connsiteX6243" fmla="*/ 6110888 w 10450132"/>
              <a:gd name="connsiteY6243" fmla="*/ 3038447 h 5450835"/>
              <a:gd name="connsiteX6244" fmla="*/ 6119953 w 10450132"/>
              <a:gd name="connsiteY6244" fmla="*/ 3038447 h 5450835"/>
              <a:gd name="connsiteX6245" fmla="*/ 6120740 w 10450132"/>
              <a:gd name="connsiteY6245" fmla="*/ 3038907 h 5450835"/>
              <a:gd name="connsiteX6246" fmla="*/ 6125272 w 10450132"/>
              <a:gd name="connsiteY6246" fmla="*/ 3046788 h 5450835"/>
              <a:gd name="connsiteX6247" fmla="*/ 6125272 w 10450132"/>
              <a:gd name="connsiteY6247" fmla="*/ 3047642 h 5450835"/>
              <a:gd name="connsiteX6248" fmla="*/ 6120740 w 10450132"/>
              <a:gd name="connsiteY6248" fmla="*/ 3055525 h 5450835"/>
              <a:gd name="connsiteX6249" fmla="*/ 6119953 w 10450132"/>
              <a:gd name="connsiteY6249" fmla="*/ 3055984 h 5450835"/>
              <a:gd name="connsiteX6250" fmla="*/ 6110888 w 10450132"/>
              <a:gd name="connsiteY6250" fmla="*/ 3055984 h 5450835"/>
              <a:gd name="connsiteX6251" fmla="*/ 6110101 w 10450132"/>
              <a:gd name="connsiteY6251" fmla="*/ 3055525 h 5450835"/>
              <a:gd name="connsiteX6252" fmla="*/ 6105567 w 10450132"/>
              <a:gd name="connsiteY6252" fmla="*/ 3047642 h 5450835"/>
              <a:gd name="connsiteX6253" fmla="*/ 6105567 w 10450132"/>
              <a:gd name="connsiteY6253" fmla="*/ 3046788 h 5450835"/>
              <a:gd name="connsiteX6254" fmla="*/ 6110101 w 10450132"/>
              <a:gd name="connsiteY6254" fmla="*/ 3038907 h 5450835"/>
              <a:gd name="connsiteX6255" fmla="*/ 6110888 w 10450132"/>
              <a:gd name="connsiteY6255" fmla="*/ 3038447 h 5450835"/>
              <a:gd name="connsiteX6256" fmla="*/ 5856508 w 10450132"/>
              <a:gd name="connsiteY6256" fmla="*/ 3038447 h 5450835"/>
              <a:gd name="connsiteX6257" fmla="*/ 5865571 w 10450132"/>
              <a:gd name="connsiteY6257" fmla="*/ 3038447 h 5450835"/>
              <a:gd name="connsiteX6258" fmla="*/ 5866359 w 10450132"/>
              <a:gd name="connsiteY6258" fmla="*/ 3038907 h 5450835"/>
              <a:gd name="connsiteX6259" fmla="*/ 5870891 w 10450132"/>
              <a:gd name="connsiteY6259" fmla="*/ 3046788 h 5450835"/>
              <a:gd name="connsiteX6260" fmla="*/ 5870891 w 10450132"/>
              <a:gd name="connsiteY6260" fmla="*/ 3047642 h 5450835"/>
              <a:gd name="connsiteX6261" fmla="*/ 5866359 w 10450132"/>
              <a:gd name="connsiteY6261" fmla="*/ 3055525 h 5450835"/>
              <a:gd name="connsiteX6262" fmla="*/ 5865571 w 10450132"/>
              <a:gd name="connsiteY6262" fmla="*/ 3055984 h 5450835"/>
              <a:gd name="connsiteX6263" fmla="*/ 5856508 w 10450132"/>
              <a:gd name="connsiteY6263" fmla="*/ 3055984 h 5450835"/>
              <a:gd name="connsiteX6264" fmla="*/ 5855720 w 10450132"/>
              <a:gd name="connsiteY6264" fmla="*/ 3055525 h 5450835"/>
              <a:gd name="connsiteX6265" fmla="*/ 5851187 w 10450132"/>
              <a:gd name="connsiteY6265" fmla="*/ 3047642 h 5450835"/>
              <a:gd name="connsiteX6266" fmla="*/ 5851187 w 10450132"/>
              <a:gd name="connsiteY6266" fmla="*/ 3046788 h 5450835"/>
              <a:gd name="connsiteX6267" fmla="*/ 5855720 w 10450132"/>
              <a:gd name="connsiteY6267" fmla="*/ 3038907 h 5450835"/>
              <a:gd name="connsiteX6268" fmla="*/ 5856508 w 10450132"/>
              <a:gd name="connsiteY6268" fmla="*/ 3038447 h 5450835"/>
              <a:gd name="connsiteX6269" fmla="*/ 5602126 w 10450132"/>
              <a:gd name="connsiteY6269" fmla="*/ 3038447 h 5450835"/>
              <a:gd name="connsiteX6270" fmla="*/ 5611191 w 10450132"/>
              <a:gd name="connsiteY6270" fmla="*/ 3038447 h 5450835"/>
              <a:gd name="connsiteX6271" fmla="*/ 5611979 w 10450132"/>
              <a:gd name="connsiteY6271" fmla="*/ 3038907 h 5450835"/>
              <a:gd name="connsiteX6272" fmla="*/ 5616511 w 10450132"/>
              <a:gd name="connsiteY6272" fmla="*/ 3046788 h 5450835"/>
              <a:gd name="connsiteX6273" fmla="*/ 5616511 w 10450132"/>
              <a:gd name="connsiteY6273" fmla="*/ 3047642 h 5450835"/>
              <a:gd name="connsiteX6274" fmla="*/ 5611979 w 10450132"/>
              <a:gd name="connsiteY6274" fmla="*/ 3055525 h 5450835"/>
              <a:gd name="connsiteX6275" fmla="*/ 5611191 w 10450132"/>
              <a:gd name="connsiteY6275" fmla="*/ 3055984 h 5450835"/>
              <a:gd name="connsiteX6276" fmla="*/ 5602126 w 10450132"/>
              <a:gd name="connsiteY6276" fmla="*/ 3055984 h 5450835"/>
              <a:gd name="connsiteX6277" fmla="*/ 5601338 w 10450132"/>
              <a:gd name="connsiteY6277" fmla="*/ 3055525 h 5450835"/>
              <a:gd name="connsiteX6278" fmla="*/ 5596807 w 10450132"/>
              <a:gd name="connsiteY6278" fmla="*/ 3047642 h 5450835"/>
              <a:gd name="connsiteX6279" fmla="*/ 5596807 w 10450132"/>
              <a:gd name="connsiteY6279" fmla="*/ 3046788 h 5450835"/>
              <a:gd name="connsiteX6280" fmla="*/ 5601338 w 10450132"/>
              <a:gd name="connsiteY6280" fmla="*/ 3038907 h 5450835"/>
              <a:gd name="connsiteX6281" fmla="*/ 5602126 w 10450132"/>
              <a:gd name="connsiteY6281" fmla="*/ 3038447 h 5450835"/>
              <a:gd name="connsiteX6282" fmla="*/ 5347746 w 10450132"/>
              <a:gd name="connsiteY6282" fmla="*/ 3038447 h 5450835"/>
              <a:gd name="connsiteX6283" fmla="*/ 5356810 w 10450132"/>
              <a:gd name="connsiteY6283" fmla="*/ 3038447 h 5450835"/>
              <a:gd name="connsiteX6284" fmla="*/ 5357598 w 10450132"/>
              <a:gd name="connsiteY6284" fmla="*/ 3038907 h 5450835"/>
              <a:gd name="connsiteX6285" fmla="*/ 5362130 w 10450132"/>
              <a:gd name="connsiteY6285" fmla="*/ 3046788 h 5450835"/>
              <a:gd name="connsiteX6286" fmla="*/ 5362130 w 10450132"/>
              <a:gd name="connsiteY6286" fmla="*/ 3047642 h 5450835"/>
              <a:gd name="connsiteX6287" fmla="*/ 5357598 w 10450132"/>
              <a:gd name="connsiteY6287" fmla="*/ 3055525 h 5450835"/>
              <a:gd name="connsiteX6288" fmla="*/ 5356810 w 10450132"/>
              <a:gd name="connsiteY6288" fmla="*/ 3055984 h 5450835"/>
              <a:gd name="connsiteX6289" fmla="*/ 5347746 w 10450132"/>
              <a:gd name="connsiteY6289" fmla="*/ 3055984 h 5450835"/>
              <a:gd name="connsiteX6290" fmla="*/ 5346958 w 10450132"/>
              <a:gd name="connsiteY6290" fmla="*/ 3055525 h 5450835"/>
              <a:gd name="connsiteX6291" fmla="*/ 5342425 w 10450132"/>
              <a:gd name="connsiteY6291" fmla="*/ 3047642 h 5450835"/>
              <a:gd name="connsiteX6292" fmla="*/ 5342425 w 10450132"/>
              <a:gd name="connsiteY6292" fmla="*/ 3046788 h 5450835"/>
              <a:gd name="connsiteX6293" fmla="*/ 5346958 w 10450132"/>
              <a:gd name="connsiteY6293" fmla="*/ 3038907 h 5450835"/>
              <a:gd name="connsiteX6294" fmla="*/ 5347746 w 10450132"/>
              <a:gd name="connsiteY6294" fmla="*/ 3038447 h 5450835"/>
              <a:gd name="connsiteX6295" fmla="*/ 5093300 w 10450132"/>
              <a:gd name="connsiteY6295" fmla="*/ 3038447 h 5450835"/>
              <a:gd name="connsiteX6296" fmla="*/ 5102364 w 10450132"/>
              <a:gd name="connsiteY6296" fmla="*/ 3038447 h 5450835"/>
              <a:gd name="connsiteX6297" fmla="*/ 5103153 w 10450132"/>
              <a:gd name="connsiteY6297" fmla="*/ 3038907 h 5450835"/>
              <a:gd name="connsiteX6298" fmla="*/ 5107684 w 10450132"/>
              <a:gd name="connsiteY6298" fmla="*/ 3046788 h 5450835"/>
              <a:gd name="connsiteX6299" fmla="*/ 5107684 w 10450132"/>
              <a:gd name="connsiteY6299" fmla="*/ 3047642 h 5450835"/>
              <a:gd name="connsiteX6300" fmla="*/ 5103153 w 10450132"/>
              <a:gd name="connsiteY6300" fmla="*/ 3055525 h 5450835"/>
              <a:gd name="connsiteX6301" fmla="*/ 5102364 w 10450132"/>
              <a:gd name="connsiteY6301" fmla="*/ 3055984 h 5450835"/>
              <a:gd name="connsiteX6302" fmla="*/ 5093300 w 10450132"/>
              <a:gd name="connsiteY6302" fmla="*/ 3055984 h 5450835"/>
              <a:gd name="connsiteX6303" fmla="*/ 5092512 w 10450132"/>
              <a:gd name="connsiteY6303" fmla="*/ 3055525 h 5450835"/>
              <a:gd name="connsiteX6304" fmla="*/ 5087979 w 10450132"/>
              <a:gd name="connsiteY6304" fmla="*/ 3047642 h 5450835"/>
              <a:gd name="connsiteX6305" fmla="*/ 5087979 w 10450132"/>
              <a:gd name="connsiteY6305" fmla="*/ 3046788 h 5450835"/>
              <a:gd name="connsiteX6306" fmla="*/ 5092512 w 10450132"/>
              <a:gd name="connsiteY6306" fmla="*/ 3038907 h 5450835"/>
              <a:gd name="connsiteX6307" fmla="*/ 5093300 w 10450132"/>
              <a:gd name="connsiteY6307" fmla="*/ 3038447 h 5450835"/>
              <a:gd name="connsiteX6308" fmla="*/ 4838919 w 10450132"/>
              <a:gd name="connsiteY6308" fmla="*/ 3038447 h 5450835"/>
              <a:gd name="connsiteX6309" fmla="*/ 4847982 w 10450132"/>
              <a:gd name="connsiteY6309" fmla="*/ 3038447 h 5450835"/>
              <a:gd name="connsiteX6310" fmla="*/ 4848772 w 10450132"/>
              <a:gd name="connsiteY6310" fmla="*/ 3038907 h 5450835"/>
              <a:gd name="connsiteX6311" fmla="*/ 4853303 w 10450132"/>
              <a:gd name="connsiteY6311" fmla="*/ 3046788 h 5450835"/>
              <a:gd name="connsiteX6312" fmla="*/ 4853303 w 10450132"/>
              <a:gd name="connsiteY6312" fmla="*/ 3047642 h 5450835"/>
              <a:gd name="connsiteX6313" fmla="*/ 4848772 w 10450132"/>
              <a:gd name="connsiteY6313" fmla="*/ 3055525 h 5450835"/>
              <a:gd name="connsiteX6314" fmla="*/ 4847982 w 10450132"/>
              <a:gd name="connsiteY6314" fmla="*/ 3055984 h 5450835"/>
              <a:gd name="connsiteX6315" fmla="*/ 4838919 w 10450132"/>
              <a:gd name="connsiteY6315" fmla="*/ 3055984 h 5450835"/>
              <a:gd name="connsiteX6316" fmla="*/ 4838132 w 10450132"/>
              <a:gd name="connsiteY6316" fmla="*/ 3055525 h 5450835"/>
              <a:gd name="connsiteX6317" fmla="*/ 4833598 w 10450132"/>
              <a:gd name="connsiteY6317" fmla="*/ 3047642 h 5450835"/>
              <a:gd name="connsiteX6318" fmla="*/ 4833598 w 10450132"/>
              <a:gd name="connsiteY6318" fmla="*/ 3046788 h 5450835"/>
              <a:gd name="connsiteX6319" fmla="*/ 4838132 w 10450132"/>
              <a:gd name="connsiteY6319" fmla="*/ 3038907 h 5450835"/>
              <a:gd name="connsiteX6320" fmla="*/ 4838919 w 10450132"/>
              <a:gd name="connsiteY6320" fmla="*/ 3038447 h 5450835"/>
              <a:gd name="connsiteX6321" fmla="*/ 4584538 w 10450132"/>
              <a:gd name="connsiteY6321" fmla="*/ 3038447 h 5450835"/>
              <a:gd name="connsiteX6322" fmla="*/ 4593603 w 10450132"/>
              <a:gd name="connsiteY6322" fmla="*/ 3038447 h 5450835"/>
              <a:gd name="connsiteX6323" fmla="*/ 4594390 w 10450132"/>
              <a:gd name="connsiteY6323" fmla="*/ 3038907 h 5450835"/>
              <a:gd name="connsiteX6324" fmla="*/ 4598922 w 10450132"/>
              <a:gd name="connsiteY6324" fmla="*/ 3046788 h 5450835"/>
              <a:gd name="connsiteX6325" fmla="*/ 4598922 w 10450132"/>
              <a:gd name="connsiteY6325" fmla="*/ 3047642 h 5450835"/>
              <a:gd name="connsiteX6326" fmla="*/ 4594390 w 10450132"/>
              <a:gd name="connsiteY6326" fmla="*/ 3055525 h 5450835"/>
              <a:gd name="connsiteX6327" fmla="*/ 4593603 w 10450132"/>
              <a:gd name="connsiteY6327" fmla="*/ 3055984 h 5450835"/>
              <a:gd name="connsiteX6328" fmla="*/ 4584538 w 10450132"/>
              <a:gd name="connsiteY6328" fmla="*/ 3055984 h 5450835"/>
              <a:gd name="connsiteX6329" fmla="*/ 4583749 w 10450132"/>
              <a:gd name="connsiteY6329" fmla="*/ 3055525 h 5450835"/>
              <a:gd name="connsiteX6330" fmla="*/ 4579218 w 10450132"/>
              <a:gd name="connsiteY6330" fmla="*/ 3047642 h 5450835"/>
              <a:gd name="connsiteX6331" fmla="*/ 4579218 w 10450132"/>
              <a:gd name="connsiteY6331" fmla="*/ 3046788 h 5450835"/>
              <a:gd name="connsiteX6332" fmla="*/ 4583749 w 10450132"/>
              <a:gd name="connsiteY6332" fmla="*/ 3038907 h 5450835"/>
              <a:gd name="connsiteX6333" fmla="*/ 4584538 w 10450132"/>
              <a:gd name="connsiteY6333" fmla="*/ 3038447 h 5450835"/>
              <a:gd name="connsiteX6334" fmla="*/ 4330157 w 10450132"/>
              <a:gd name="connsiteY6334" fmla="*/ 3038447 h 5450835"/>
              <a:gd name="connsiteX6335" fmla="*/ 4339222 w 10450132"/>
              <a:gd name="connsiteY6335" fmla="*/ 3038447 h 5450835"/>
              <a:gd name="connsiteX6336" fmla="*/ 4340010 w 10450132"/>
              <a:gd name="connsiteY6336" fmla="*/ 3038907 h 5450835"/>
              <a:gd name="connsiteX6337" fmla="*/ 4344540 w 10450132"/>
              <a:gd name="connsiteY6337" fmla="*/ 3046788 h 5450835"/>
              <a:gd name="connsiteX6338" fmla="*/ 4344540 w 10450132"/>
              <a:gd name="connsiteY6338" fmla="*/ 3047642 h 5450835"/>
              <a:gd name="connsiteX6339" fmla="*/ 4340010 w 10450132"/>
              <a:gd name="connsiteY6339" fmla="*/ 3055525 h 5450835"/>
              <a:gd name="connsiteX6340" fmla="*/ 4339222 w 10450132"/>
              <a:gd name="connsiteY6340" fmla="*/ 3055984 h 5450835"/>
              <a:gd name="connsiteX6341" fmla="*/ 4330157 w 10450132"/>
              <a:gd name="connsiteY6341" fmla="*/ 3055984 h 5450835"/>
              <a:gd name="connsiteX6342" fmla="*/ 4329369 w 10450132"/>
              <a:gd name="connsiteY6342" fmla="*/ 3055525 h 5450835"/>
              <a:gd name="connsiteX6343" fmla="*/ 4324836 w 10450132"/>
              <a:gd name="connsiteY6343" fmla="*/ 3047642 h 5450835"/>
              <a:gd name="connsiteX6344" fmla="*/ 4324836 w 10450132"/>
              <a:gd name="connsiteY6344" fmla="*/ 3046788 h 5450835"/>
              <a:gd name="connsiteX6345" fmla="*/ 4329369 w 10450132"/>
              <a:gd name="connsiteY6345" fmla="*/ 3038907 h 5450835"/>
              <a:gd name="connsiteX6346" fmla="*/ 4330157 w 10450132"/>
              <a:gd name="connsiteY6346" fmla="*/ 3038447 h 5450835"/>
              <a:gd name="connsiteX6347" fmla="*/ 4075895 w 10450132"/>
              <a:gd name="connsiteY6347" fmla="*/ 3038447 h 5450835"/>
              <a:gd name="connsiteX6348" fmla="*/ 4084959 w 10450132"/>
              <a:gd name="connsiteY6348" fmla="*/ 3038447 h 5450835"/>
              <a:gd name="connsiteX6349" fmla="*/ 4085745 w 10450132"/>
              <a:gd name="connsiteY6349" fmla="*/ 3038907 h 5450835"/>
              <a:gd name="connsiteX6350" fmla="*/ 4090279 w 10450132"/>
              <a:gd name="connsiteY6350" fmla="*/ 3046788 h 5450835"/>
              <a:gd name="connsiteX6351" fmla="*/ 4090279 w 10450132"/>
              <a:gd name="connsiteY6351" fmla="*/ 3047642 h 5450835"/>
              <a:gd name="connsiteX6352" fmla="*/ 4085745 w 10450132"/>
              <a:gd name="connsiteY6352" fmla="*/ 3055525 h 5450835"/>
              <a:gd name="connsiteX6353" fmla="*/ 4084959 w 10450132"/>
              <a:gd name="connsiteY6353" fmla="*/ 3055984 h 5450835"/>
              <a:gd name="connsiteX6354" fmla="*/ 4075895 w 10450132"/>
              <a:gd name="connsiteY6354" fmla="*/ 3055984 h 5450835"/>
              <a:gd name="connsiteX6355" fmla="*/ 4075105 w 10450132"/>
              <a:gd name="connsiteY6355" fmla="*/ 3055525 h 5450835"/>
              <a:gd name="connsiteX6356" fmla="*/ 4070574 w 10450132"/>
              <a:gd name="connsiteY6356" fmla="*/ 3047642 h 5450835"/>
              <a:gd name="connsiteX6357" fmla="*/ 4070574 w 10450132"/>
              <a:gd name="connsiteY6357" fmla="*/ 3046788 h 5450835"/>
              <a:gd name="connsiteX6358" fmla="*/ 4075105 w 10450132"/>
              <a:gd name="connsiteY6358" fmla="*/ 3038907 h 5450835"/>
              <a:gd name="connsiteX6359" fmla="*/ 4075895 w 10450132"/>
              <a:gd name="connsiteY6359" fmla="*/ 3038447 h 5450835"/>
              <a:gd name="connsiteX6360" fmla="*/ 3821481 w 10450132"/>
              <a:gd name="connsiteY6360" fmla="*/ 3038447 h 5450835"/>
              <a:gd name="connsiteX6361" fmla="*/ 3830546 w 10450132"/>
              <a:gd name="connsiteY6361" fmla="*/ 3038447 h 5450835"/>
              <a:gd name="connsiteX6362" fmla="*/ 3831334 w 10450132"/>
              <a:gd name="connsiteY6362" fmla="*/ 3038907 h 5450835"/>
              <a:gd name="connsiteX6363" fmla="*/ 3835867 w 10450132"/>
              <a:gd name="connsiteY6363" fmla="*/ 3046788 h 5450835"/>
              <a:gd name="connsiteX6364" fmla="*/ 3835867 w 10450132"/>
              <a:gd name="connsiteY6364" fmla="*/ 3047642 h 5450835"/>
              <a:gd name="connsiteX6365" fmla="*/ 3831334 w 10450132"/>
              <a:gd name="connsiteY6365" fmla="*/ 3055525 h 5450835"/>
              <a:gd name="connsiteX6366" fmla="*/ 3830546 w 10450132"/>
              <a:gd name="connsiteY6366" fmla="*/ 3055984 h 5450835"/>
              <a:gd name="connsiteX6367" fmla="*/ 3821481 w 10450132"/>
              <a:gd name="connsiteY6367" fmla="*/ 3055984 h 5450835"/>
              <a:gd name="connsiteX6368" fmla="*/ 3820693 w 10450132"/>
              <a:gd name="connsiteY6368" fmla="*/ 3055525 h 5450835"/>
              <a:gd name="connsiteX6369" fmla="*/ 3816160 w 10450132"/>
              <a:gd name="connsiteY6369" fmla="*/ 3047642 h 5450835"/>
              <a:gd name="connsiteX6370" fmla="*/ 3816160 w 10450132"/>
              <a:gd name="connsiteY6370" fmla="*/ 3046788 h 5450835"/>
              <a:gd name="connsiteX6371" fmla="*/ 3820693 w 10450132"/>
              <a:gd name="connsiteY6371" fmla="*/ 3038907 h 5450835"/>
              <a:gd name="connsiteX6372" fmla="*/ 3821481 w 10450132"/>
              <a:gd name="connsiteY6372" fmla="*/ 3038447 h 5450835"/>
              <a:gd name="connsiteX6373" fmla="*/ 3567018 w 10450132"/>
              <a:gd name="connsiteY6373" fmla="*/ 3038447 h 5450835"/>
              <a:gd name="connsiteX6374" fmla="*/ 3576083 w 10450132"/>
              <a:gd name="connsiteY6374" fmla="*/ 3038447 h 5450835"/>
              <a:gd name="connsiteX6375" fmla="*/ 3576871 w 10450132"/>
              <a:gd name="connsiteY6375" fmla="*/ 3038907 h 5450835"/>
              <a:gd name="connsiteX6376" fmla="*/ 3581403 w 10450132"/>
              <a:gd name="connsiteY6376" fmla="*/ 3046788 h 5450835"/>
              <a:gd name="connsiteX6377" fmla="*/ 3581403 w 10450132"/>
              <a:gd name="connsiteY6377" fmla="*/ 3047642 h 5450835"/>
              <a:gd name="connsiteX6378" fmla="*/ 3576871 w 10450132"/>
              <a:gd name="connsiteY6378" fmla="*/ 3055525 h 5450835"/>
              <a:gd name="connsiteX6379" fmla="*/ 3576083 w 10450132"/>
              <a:gd name="connsiteY6379" fmla="*/ 3055984 h 5450835"/>
              <a:gd name="connsiteX6380" fmla="*/ 3567018 w 10450132"/>
              <a:gd name="connsiteY6380" fmla="*/ 3055984 h 5450835"/>
              <a:gd name="connsiteX6381" fmla="*/ 3566231 w 10450132"/>
              <a:gd name="connsiteY6381" fmla="*/ 3055525 h 5450835"/>
              <a:gd name="connsiteX6382" fmla="*/ 3561697 w 10450132"/>
              <a:gd name="connsiteY6382" fmla="*/ 3047642 h 5450835"/>
              <a:gd name="connsiteX6383" fmla="*/ 3561697 w 10450132"/>
              <a:gd name="connsiteY6383" fmla="*/ 3046788 h 5450835"/>
              <a:gd name="connsiteX6384" fmla="*/ 3566231 w 10450132"/>
              <a:gd name="connsiteY6384" fmla="*/ 3038907 h 5450835"/>
              <a:gd name="connsiteX6385" fmla="*/ 3567018 w 10450132"/>
              <a:gd name="connsiteY6385" fmla="*/ 3038447 h 5450835"/>
              <a:gd name="connsiteX6386" fmla="*/ 3312589 w 10450132"/>
              <a:gd name="connsiteY6386" fmla="*/ 3038447 h 5450835"/>
              <a:gd name="connsiteX6387" fmla="*/ 3321653 w 10450132"/>
              <a:gd name="connsiteY6387" fmla="*/ 3038447 h 5450835"/>
              <a:gd name="connsiteX6388" fmla="*/ 3322441 w 10450132"/>
              <a:gd name="connsiteY6388" fmla="*/ 3038907 h 5450835"/>
              <a:gd name="connsiteX6389" fmla="*/ 3326973 w 10450132"/>
              <a:gd name="connsiteY6389" fmla="*/ 3046788 h 5450835"/>
              <a:gd name="connsiteX6390" fmla="*/ 3326973 w 10450132"/>
              <a:gd name="connsiteY6390" fmla="*/ 3047642 h 5450835"/>
              <a:gd name="connsiteX6391" fmla="*/ 3322441 w 10450132"/>
              <a:gd name="connsiteY6391" fmla="*/ 3055525 h 5450835"/>
              <a:gd name="connsiteX6392" fmla="*/ 3321653 w 10450132"/>
              <a:gd name="connsiteY6392" fmla="*/ 3055984 h 5450835"/>
              <a:gd name="connsiteX6393" fmla="*/ 3312589 w 10450132"/>
              <a:gd name="connsiteY6393" fmla="*/ 3055984 h 5450835"/>
              <a:gd name="connsiteX6394" fmla="*/ 3311801 w 10450132"/>
              <a:gd name="connsiteY6394" fmla="*/ 3055525 h 5450835"/>
              <a:gd name="connsiteX6395" fmla="*/ 3307268 w 10450132"/>
              <a:gd name="connsiteY6395" fmla="*/ 3047642 h 5450835"/>
              <a:gd name="connsiteX6396" fmla="*/ 3307268 w 10450132"/>
              <a:gd name="connsiteY6396" fmla="*/ 3046788 h 5450835"/>
              <a:gd name="connsiteX6397" fmla="*/ 3311801 w 10450132"/>
              <a:gd name="connsiteY6397" fmla="*/ 3038907 h 5450835"/>
              <a:gd name="connsiteX6398" fmla="*/ 3312589 w 10450132"/>
              <a:gd name="connsiteY6398" fmla="*/ 3038447 h 5450835"/>
              <a:gd name="connsiteX6399" fmla="*/ 3058329 w 10450132"/>
              <a:gd name="connsiteY6399" fmla="*/ 3038447 h 5450835"/>
              <a:gd name="connsiteX6400" fmla="*/ 3067394 w 10450132"/>
              <a:gd name="connsiteY6400" fmla="*/ 3038447 h 5450835"/>
              <a:gd name="connsiteX6401" fmla="*/ 3068182 w 10450132"/>
              <a:gd name="connsiteY6401" fmla="*/ 3038907 h 5450835"/>
              <a:gd name="connsiteX6402" fmla="*/ 3072714 w 10450132"/>
              <a:gd name="connsiteY6402" fmla="*/ 3046788 h 5450835"/>
              <a:gd name="connsiteX6403" fmla="*/ 3072714 w 10450132"/>
              <a:gd name="connsiteY6403" fmla="*/ 3047642 h 5450835"/>
              <a:gd name="connsiteX6404" fmla="*/ 3068182 w 10450132"/>
              <a:gd name="connsiteY6404" fmla="*/ 3055525 h 5450835"/>
              <a:gd name="connsiteX6405" fmla="*/ 3067394 w 10450132"/>
              <a:gd name="connsiteY6405" fmla="*/ 3055984 h 5450835"/>
              <a:gd name="connsiteX6406" fmla="*/ 3058329 w 10450132"/>
              <a:gd name="connsiteY6406" fmla="*/ 3055984 h 5450835"/>
              <a:gd name="connsiteX6407" fmla="*/ 3057541 w 10450132"/>
              <a:gd name="connsiteY6407" fmla="*/ 3055525 h 5450835"/>
              <a:gd name="connsiteX6408" fmla="*/ 3053008 w 10450132"/>
              <a:gd name="connsiteY6408" fmla="*/ 3047642 h 5450835"/>
              <a:gd name="connsiteX6409" fmla="*/ 3053008 w 10450132"/>
              <a:gd name="connsiteY6409" fmla="*/ 3046788 h 5450835"/>
              <a:gd name="connsiteX6410" fmla="*/ 3057541 w 10450132"/>
              <a:gd name="connsiteY6410" fmla="*/ 3038907 h 5450835"/>
              <a:gd name="connsiteX6411" fmla="*/ 3058329 w 10450132"/>
              <a:gd name="connsiteY6411" fmla="*/ 3038447 h 5450835"/>
              <a:gd name="connsiteX6412" fmla="*/ 2803914 w 10450132"/>
              <a:gd name="connsiteY6412" fmla="*/ 3038447 h 5450835"/>
              <a:gd name="connsiteX6413" fmla="*/ 2812976 w 10450132"/>
              <a:gd name="connsiteY6413" fmla="*/ 3038447 h 5450835"/>
              <a:gd name="connsiteX6414" fmla="*/ 2813765 w 10450132"/>
              <a:gd name="connsiteY6414" fmla="*/ 3038907 h 5450835"/>
              <a:gd name="connsiteX6415" fmla="*/ 2818297 w 10450132"/>
              <a:gd name="connsiteY6415" fmla="*/ 3046788 h 5450835"/>
              <a:gd name="connsiteX6416" fmla="*/ 2818297 w 10450132"/>
              <a:gd name="connsiteY6416" fmla="*/ 3047642 h 5450835"/>
              <a:gd name="connsiteX6417" fmla="*/ 2813765 w 10450132"/>
              <a:gd name="connsiteY6417" fmla="*/ 3055525 h 5450835"/>
              <a:gd name="connsiteX6418" fmla="*/ 2812976 w 10450132"/>
              <a:gd name="connsiteY6418" fmla="*/ 3055984 h 5450835"/>
              <a:gd name="connsiteX6419" fmla="*/ 2803914 w 10450132"/>
              <a:gd name="connsiteY6419" fmla="*/ 3055984 h 5450835"/>
              <a:gd name="connsiteX6420" fmla="*/ 2803123 w 10450132"/>
              <a:gd name="connsiteY6420" fmla="*/ 3055525 h 5450835"/>
              <a:gd name="connsiteX6421" fmla="*/ 2798591 w 10450132"/>
              <a:gd name="connsiteY6421" fmla="*/ 3047642 h 5450835"/>
              <a:gd name="connsiteX6422" fmla="*/ 2798591 w 10450132"/>
              <a:gd name="connsiteY6422" fmla="*/ 3046788 h 5450835"/>
              <a:gd name="connsiteX6423" fmla="*/ 2803123 w 10450132"/>
              <a:gd name="connsiteY6423" fmla="*/ 3038907 h 5450835"/>
              <a:gd name="connsiteX6424" fmla="*/ 2803914 w 10450132"/>
              <a:gd name="connsiteY6424" fmla="*/ 3038447 h 5450835"/>
              <a:gd name="connsiteX6425" fmla="*/ 2549393 w 10450132"/>
              <a:gd name="connsiteY6425" fmla="*/ 3038447 h 5450835"/>
              <a:gd name="connsiteX6426" fmla="*/ 2558457 w 10450132"/>
              <a:gd name="connsiteY6426" fmla="*/ 3038447 h 5450835"/>
              <a:gd name="connsiteX6427" fmla="*/ 2559246 w 10450132"/>
              <a:gd name="connsiteY6427" fmla="*/ 3038907 h 5450835"/>
              <a:gd name="connsiteX6428" fmla="*/ 2563777 w 10450132"/>
              <a:gd name="connsiteY6428" fmla="*/ 3046788 h 5450835"/>
              <a:gd name="connsiteX6429" fmla="*/ 2563777 w 10450132"/>
              <a:gd name="connsiteY6429" fmla="*/ 3047642 h 5450835"/>
              <a:gd name="connsiteX6430" fmla="*/ 2559246 w 10450132"/>
              <a:gd name="connsiteY6430" fmla="*/ 3055525 h 5450835"/>
              <a:gd name="connsiteX6431" fmla="*/ 2558457 w 10450132"/>
              <a:gd name="connsiteY6431" fmla="*/ 3055984 h 5450835"/>
              <a:gd name="connsiteX6432" fmla="*/ 2549393 w 10450132"/>
              <a:gd name="connsiteY6432" fmla="*/ 3055984 h 5450835"/>
              <a:gd name="connsiteX6433" fmla="*/ 2548605 w 10450132"/>
              <a:gd name="connsiteY6433" fmla="*/ 3055525 h 5450835"/>
              <a:gd name="connsiteX6434" fmla="*/ 2544073 w 10450132"/>
              <a:gd name="connsiteY6434" fmla="*/ 3047642 h 5450835"/>
              <a:gd name="connsiteX6435" fmla="*/ 2544073 w 10450132"/>
              <a:gd name="connsiteY6435" fmla="*/ 3046788 h 5450835"/>
              <a:gd name="connsiteX6436" fmla="*/ 2548605 w 10450132"/>
              <a:gd name="connsiteY6436" fmla="*/ 3038907 h 5450835"/>
              <a:gd name="connsiteX6437" fmla="*/ 2549393 w 10450132"/>
              <a:gd name="connsiteY6437" fmla="*/ 3038447 h 5450835"/>
              <a:gd name="connsiteX6438" fmla="*/ 2295179 w 10450132"/>
              <a:gd name="connsiteY6438" fmla="*/ 3038447 h 5450835"/>
              <a:gd name="connsiteX6439" fmla="*/ 2304243 w 10450132"/>
              <a:gd name="connsiteY6439" fmla="*/ 3038447 h 5450835"/>
              <a:gd name="connsiteX6440" fmla="*/ 2305030 w 10450132"/>
              <a:gd name="connsiteY6440" fmla="*/ 3038907 h 5450835"/>
              <a:gd name="connsiteX6441" fmla="*/ 2309563 w 10450132"/>
              <a:gd name="connsiteY6441" fmla="*/ 3046788 h 5450835"/>
              <a:gd name="connsiteX6442" fmla="*/ 2309563 w 10450132"/>
              <a:gd name="connsiteY6442" fmla="*/ 3047642 h 5450835"/>
              <a:gd name="connsiteX6443" fmla="*/ 2305030 w 10450132"/>
              <a:gd name="connsiteY6443" fmla="*/ 3055525 h 5450835"/>
              <a:gd name="connsiteX6444" fmla="*/ 2304243 w 10450132"/>
              <a:gd name="connsiteY6444" fmla="*/ 3055984 h 5450835"/>
              <a:gd name="connsiteX6445" fmla="*/ 2295179 w 10450132"/>
              <a:gd name="connsiteY6445" fmla="*/ 3055984 h 5450835"/>
              <a:gd name="connsiteX6446" fmla="*/ 2294390 w 10450132"/>
              <a:gd name="connsiteY6446" fmla="*/ 3055525 h 5450835"/>
              <a:gd name="connsiteX6447" fmla="*/ 2289857 w 10450132"/>
              <a:gd name="connsiteY6447" fmla="*/ 3047642 h 5450835"/>
              <a:gd name="connsiteX6448" fmla="*/ 2289857 w 10450132"/>
              <a:gd name="connsiteY6448" fmla="*/ 3046788 h 5450835"/>
              <a:gd name="connsiteX6449" fmla="*/ 2294390 w 10450132"/>
              <a:gd name="connsiteY6449" fmla="*/ 3038907 h 5450835"/>
              <a:gd name="connsiteX6450" fmla="*/ 2295179 w 10450132"/>
              <a:gd name="connsiteY6450" fmla="*/ 3038447 h 5450835"/>
              <a:gd name="connsiteX6451" fmla="*/ 2040696 w 10450132"/>
              <a:gd name="connsiteY6451" fmla="*/ 3038447 h 5450835"/>
              <a:gd name="connsiteX6452" fmla="*/ 2049761 w 10450132"/>
              <a:gd name="connsiteY6452" fmla="*/ 3038447 h 5450835"/>
              <a:gd name="connsiteX6453" fmla="*/ 2050550 w 10450132"/>
              <a:gd name="connsiteY6453" fmla="*/ 3038907 h 5450835"/>
              <a:gd name="connsiteX6454" fmla="*/ 2055082 w 10450132"/>
              <a:gd name="connsiteY6454" fmla="*/ 3046788 h 5450835"/>
              <a:gd name="connsiteX6455" fmla="*/ 2055082 w 10450132"/>
              <a:gd name="connsiteY6455" fmla="*/ 3047642 h 5450835"/>
              <a:gd name="connsiteX6456" fmla="*/ 2050550 w 10450132"/>
              <a:gd name="connsiteY6456" fmla="*/ 3055525 h 5450835"/>
              <a:gd name="connsiteX6457" fmla="*/ 2049761 w 10450132"/>
              <a:gd name="connsiteY6457" fmla="*/ 3055984 h 5450835"/>
              <a:gd name="connsiteX6458" fmla="*/ 2040696 w 10450132"/>
              <a:gd name="connsiteY6458" fmla="*/ 3055984 h 5450835"/>
              <a:gd name="connsiteX6459" fmla="*/ 2039908 w 10450132"/>
              <a:gd name="connsiteY6459" fmla="*/ 3055525 h 5450835"/>
              <a:gd name="connsiteX6460" fmla="*/ 2035375 w 10450132"/>
              <a:gd name="connsiteY6460" fmla="*/ 3047642 h 5450835"/>
              <a:gd name="connsiteX6461" fmla="*/ 2035375 w 10450132"/>
              <a:gd name="connsiteY6461" fmla="*/ 3046788 h 5450835"/>
              <a:gd name="connsiteX6462" fmla="*/ 2039908 w 10450132"/>
              <a:gd name="connsiteY6462" fmla="*/ 3038907 h 5450835"/>
              <a:gd name="connsiteX6463" fmla="*/ 2040696 w 10450132"/>
              <a:gd name="connsiteY6463" fmla="*/ 3038447 h 5450835"/>
              <a:gd name="connsiteX6464" fmla="*/ 1786170 w 10450132"/>
              <a:gd name="connsiteY6464" fmla="*/ 3038447 h 5450835"/>
              <a:gd name="connsiteX6465" fmla="*/ 1795234 w 10450132"/>
              <a:gd name="connsiteY6465" fmla="*/ 3038447 h 5450835"/>
              <a:gd name="connsiteX6466" fmla="*/ 1796023 w 10450132"/>
              <a:gd name="connsiteY6466" fmla="*/ 3038907 h 5450835"/>
              <a:gd name="connsiteX6467" fmla="*/ 1800554 w 10450132"/>
              <a:gd name="connsiteY6467" fmla="*/ 3046788 h 5450835"/>
              <a:gd name="connsiteX6468" fmla="*/ 1800554 w 10450132"/>
              <a:gd name="connsiteY6468" fmla="*/ 3047642 h 5450835"/>
              <a:gd name="connsiteX6469" fmla="*/ 1796023 w 10450132"/>
              <a:gd name="connsiteY6469" fmla="*/ 3055525 h 5450835"/>
              <a:gd name="connsiteX6470" fmla="*/ 1795234 w 10450132"/>
              <a:gd name="connsiteY6470" fmla="*/ 3055984 h 5450835"/>
              <a:gd name="connsiteX6471" fmla="*/ 1786170 w 10450132"/>
              <a:gd name="connsiteY6471" fmla="*/ 3055984 h 5450835"/>
              <a:gd name="connsiteX6472" fmla="*/ 1785382 w 10450132"/>
              <a:gd name="connsiteY6472" fmla="*/ 3055525 h 5450835"/>
              <a:gd name="connsiteX6473" fmla="*/ 1780850 w 10450132"/>
              <a:gd name="connsiteY6473" fmla="*/ 3047642 h 5450835"/>
              <a:gd name="connsiteX6474" fmla="*/ 1780850 w 10450132"/>
              <a:gd name="connsiteY6474" fmla="*/ 3046788 h 5450835"/>
              <a:gd name="connsiteX6475" fmla="*/ 1785382 w 10450132"/>
              <a:gd name="connsiteY6475" fmla="*/ 3038907 h 5450835"/>
              <a:gd name="connsiteX6476" fmla="*/ 1786170 w 10450132"/>
              <a:gd name="connsiteY6476" fmla="*/ 3038447 h 5450835"/>
              <a:gd name="connsiteX6477" fmla="*/ 1531969 w 10450132"/>
              <a:gd name="connsiteY6477" fmla="*/ 3038447 h 5450835"/>
              <a:gd name="connsiteX6478" fmla="*/ 1541032 w 10450132"/>
              <a:gd name="connsiteY6478" fmla="*/ 3038447 h 5450835"/>
              <a:gd name="connsiteX6479" fmla="*/ 1541820 w 10450132"/>
              <a:gd name="connsiteY6479" fmla="*/ 3038907 h 5450835"/>
              <a:gd name="connsiteX6480" fmla="*/ 1546354 w 10450132"/>
              <a:gd name="connsiteY6480" fmla="*/ 3046788 h 5450835"/>
              <a:gd name="connsiteX6481" fmla="*/ 1546354 w 10450132"/>
              <a:gd name="connsiteY6481" fmla="*/ 3047642 h 5450835"/>
              <a:gd name="connsiteX6482" fmla="*/ 1541820 w 10450132"/>
              <a:gd name="connsiteY6482" fmla="*/ 3055525 h 5450835"/>
              <a:gd name="connsiteX6483" fmla="*/ 1541032 w 10450132"/>
              <a:gd name="connsiteY6483" fmla="*/ 3055984 h 5450835"/>
              <a:gd name="connsiteX6484" fmla="*/ 1531969 w 10450132"/>
              <a:gd name="connsiteY6484" fmla="*/ 3055984 h 5450835"/>
              <a:gd name="connsiteX6485" fmla="*/ 1531181 w 10450132"/>
              <a:gd name="connsiteY6485" fmla="*/ 3055525 h 5450835"/>
              <a:gd name="connsiteX6486" fmla="*/ 1526649 w 10450132"/>
              <a:gd name="connsiteY6486" fmla="*/ 3047642 h 5450835"/>
              <a:gd name="connsiteX6487" fmla="*/ 1526649 w 10450132"/>
              <a:gd name="connsiteY6487" fmla="*/ 3046788 h 5450835"/>
              <a:gd name="connsiteX6488" fmla="*/ 1531181 w 10450132"/>
              <a:gd name="connsiteY6488" fmla="*/ 3038907 h 5450835"/>
              <a:gd name="connsiteX6489" fmla="*/ 1531969 w 10450132"/>
              <a:gd name="connsiteY6489" fmla="*/ 3038447 h 5450835"/>
              <a:gd name="connsiteX6490" fmla="*/ 1277464 w 10450132"/>
              <a:gd name="connsiteY6490" fmla="*/ 3038447 h 5450835"/>
              <a:gd name="connsiteX6491" fmla="*/ 1286529 w 10450132"/>
              <a:gd name="connsiteY6491" fmla="*/ 3038447 h 5450835"/>
              <a:gd name="connsiteX6492" fmla="*/ 1287316 w 10450132"/>
              <a:gd name="connsiteY6492" fmla="*/ 3038907 h 5450835"/>
              <a:gd name="connsiteX6493" fmla="*/ 1291849 w 10450132"/>
              <a:gd name="connsiteY6493" fmla="*/ 3046788 h 5450835"/>
              <a:gd name="connsiteX6494" fmla="*/ 1291849 w 10450132"/>
              <a:gd name="connsiteY6494" fmla="*/ 3047642 h 5450835"/>
              <a:gd name="connsiteX6495" fmla="*/ 1287316 w 10450132"/>
              <a:gd name="connsiteY6495" fmla="*/ 3055525 h 5450835"/>
              <a:gd name="connsiteX6496" fmla="*/ 1286529 w 10450132"/>
              <a:gd name="connsiteY6496" fmla="*/ 3055984 h 5450835"/>
              <a:gd name="connsiteX6497" fmla="*/ 1277464 w 10450132"/>
              <a:gd name="connsiteY6497" fmla="*/ 3055984 h 5450835"/>
              <a:gd name="connsiteX6498" fmla="*/ 1276675 w 10450132"/>
              <a:gd name="connsiteY6498" fmla="*/ 3055525 h 5450835"/>
              <a:gd name="connsiteX6499" fmla="*/ 1272145 w 10450132"/>
              <a:gd name="connsiteY6499" fmla="*/ 3047642 h 5450835"/>
              <a:gd name="connsiteX6500" fmla="*/ 1272145 w 10450132"/>
              <a:gd name="connsiteY6500" fmla="*/ 3046788 h 5450835"/>
              <a:gd name="connsiteX6501" fmla="*/ 1276675 w 10450132"/>
              <a:gd name="connsiteY6501" fmla="*/ 3038907 h 5450835"/>
              <a:gd name="connsiteX6502" fmla="*/ 1277464 w 10450132"/>
              <a:gd name="connsiteY6502" fmla="*/ 3038447 h 5450835"/>
              <a:gd name="connsiteX6503" fmla="*/ 1023195 w 10450132"/>
              <a:gd name="connsiteY6503" fmla="*/ 3038447 h 5450835"/>
              <a:gd name="connsiteX6504" fmla="*/ 1032260 w 10450132"/>
              <a:gd name="connsiteY6504" fmla="*/ 3038447 h 5450835"/>
              <a:gd name="connsiteX6505" fmla="*/ 1033047 w 10450132"/>
              <a:gd name="connsiteY6505" fmla="*/ 3038907 h 5450835"/>
              <a:gd name="connsiteX6506" fmla="*/ 1037579 w 10450132"/>
              <a:gd name="connsiteY6506" fmla="*/ 3046788 h 5450835"/>
              <a:gd name="connsiteX6507" fmla="*/ 1037579 w 10450132"/>
              <a:gd name="connsiteY6507" fmla="*/ 3047642 h 5450835"/>
              <a:gd name="connsiteX6508" fmla="*/ 1033047 w 10450132"/>
              <a:gd name="connsiteY6508" fmla="*/ 3055525 h 5450835"/>
              <a:gd name="connsiteX6509" fmla="*/ 1032260 w 10450132"/>
              <a:gd name="connsiteY6509" fmla="*/ 3055984 h 5450835"/>
              <a:gd name="connsiteX6510" fmla="*/ 1023195 w 10450132"/>
              <a:gd name="connsiteY6510" fmla="*/ 3055984 h 5450835"/>
              <a:gd name="connsiteX6511" fmla="*/ 1022407 w 10450132"/>
              <a:gd name="connsiteY6511" fmla="*/ 3055525 h 5450835"/>
              <a:gd name="connsiteX6512" fmla="*/ 1017873 w 10450132"/>
              <a:gd name="connsiteY6512" fmla="*/ 3047642 h 5450835"/>
              <a:gd name="connsiteX6513" fmla="*/ 1017873 w 10450132"/>
              <a:gd name="connsiteY6513" fmla="*/ 3046788 h 5450835"/>
              <a:gd name="connsiteX6514" fmla="*/ 1022407 w 10450132"/>
              <a:gd name="connsiteY6514" fmla="*/ 3038907 h 5450835"/>
              <a:gd name="connsiteX6515" fmla="*/ 1023195 w 10450132"/>
              <a:gd name="connsiteY6515" fmla="*/ 3038447 h 5450835"/>
              <a:gd name="connsiteX6516" fmla="*/ 768632 w 10450132"/>
              <a:gd name="connsiteY6516" fmla="*/ 3038447 h 5450835"/>
              <a:gd name="connsiteX6517" fmla="*/ 777695 w 10450132"/>
              <a:gd name="connsiteY6517" fmla="*/ 3038447 h 5450835"/>
              <a:gd name="connsiteX6518" fmla="*/ 778483 w 10450132"/>
              <a:gd name="connsiteY6518" fmla="*/ 3038907 h 5450835"/>
              <a:gd name="connsiteX6519" fmla="*/ 783015 w 10450132"/>
              <a:gd name="connsiteY6519" fmla="*/ 3046788 h 5450835"/>
              <a:gd name="connsiteX6520" fmla="*/ 783015 w 10450132"/>
              <a:gd name="connsiteY6520" fmla="*/ 3047642 h 5450835"/>
              <a:gd name="connsiteX6521" fmla="*/ 778483 w 10450132"/>
              <a:gd name="connsiteY6521" fmla="*/ 3055525 h 5450835"/>
              <a:gd name="connsiteX6522" fmla="*/ 777695 w 10450132"/>
              <a:gd name="connsiteY6522" fmla="*/ 3055984 h 5450835"/>
              <a:gd name="connsiteX6523" fmla="*/ 768632 w 10450132"/>
              <a:gd name="connsiteY6523" fmla="*/ 3055984 h 5450835"/>
              <a:gd name="connsiteX6524" fmla="*/ 767843 w 10450132"/>
              <a:gd name="connsiteY6524" fmla="*/ 3055525 h 5450835"/>
              <a:gd name="connsiteX6525" fmla="*/ 763311 w 10450132"/>
              <a:gd name="connsiteY6525" fmla="*/ 3047642 h 5450835"/>
              <a:gd name="connsiteX6526" fmla="*/ 763311 w 10450132"/>
              <a:gd name="connsiteY6526" fmla="*/ 3046788 h 5450835"/>
              <a:gd name="connsiteX6527" fmla="*/ 767843 w 10450132"/>
              <a:gd name="connsiteY6527" fmla="*/ 3038907 h 5450835"/>
              <a:gd name="connsiteX6528" fmla="*/ 768632 w 10450132"/>
              <a:gd name="connsiteY6528" fmla="*/ 3038447 h 5450835"/>
              <a:gd name="connsiteX6529" fmla="*/ 514208 w 10450132"/>
              <a:gd name="connsiteY6529" fmla="*/ 3038447 h 5450835"/>
              <a:gd name="connsiteX6530" fmla="*/ 523272 w 10450132"/>
              <a:gd name="connsiteY6530" fmla="*/ 3038447 h 5450835"/>
              <a:gd name="connsiteX6531" fmla="*/ 524060 w 10450132"/>
              <a:gd name="connsiteY6531" fmla="*/ 3038907 h 5450835"/>
              <a:gd name="connsiteX6532" fmla="*/ 528592 w 10450132"/>
              <a:gd name="connsiteY6532" fmla="*/ 3046788 h 5450835"/>
              <a:gd name="connsiteX6533" fmla="*/ 528592 w 10450132"/>
              <a:gd name="connsiteY6533" fmla="*/ 3047642 h 5450835"/>
              <a:gd name="connsiteX6534" fmla="*/ 524060 w 10450132"/>
              <a:gd name="connsiteY6534" fmla="*/ 3055525 h 5450835"/>
              <a:gd name="connsiteX6535" fmla="*/ 523272 w 10450132"/>
              <a:gd name="connsiteY6535" fmla="*/ 3055984 h 5450835"/>
              <a:gd name="connsiteX6536" fmla="*/ 514208 w 10450132"/>
              <a:gd name="connsiteY6536" fmla="*/ 3055984 h 5450835"/>
              <a:gd name="connsiteX6537" fmla="*/ 513420 w 10450132"/>
              <a:gd name="connsiteY6537" fmla="*/ 3055525 h 5450835"/>
              <a:gd name="connsiteX6538" fmla="*/ 508887 w 10450132"/>
              <a:gd name="connsiteY6538" fmla="*/ 3047642 h 5450835"/>
              <a:gd name="connsiteX6539" fmla="*/ 508887 w 10450132"/>
              <a:gd name="connsiteY6539" fmla="*/ 3046788 h 5450835"/>
              <a:gd name="connsiteX6540" fmla="*/ 513420 w 10450132"/>
              <a:gd name="connsiteY6540" fmla="*/ 3038907 h 5450835"/>
              <a:gd name="connsiteX6541" fmla="*/ 514208 w 10450132"/>
              <a:gd name="connsiteY6541" fmla="*/ 3038447 h 5450835"/>
              <a:gd name="connsiteX6542" fmla="*/ 259915 w 10450132"/>
              <a:gd name="connsiteY6542" fmla="*/ 3038447 h 5450835"/>
              <a:gd name="connsiteX6543" fmla="*/ 268979 w 10450132"/>
              <a:gd name="connsiteY6543" fmla="*/ 3038447 h 5450835"/>
              <a:gd name="connsiteX6544" fmla="*/ 269767 w 10450132"/>
              <a:gd name="connsiteY6544" fmla="*/ 3038907 h 5450835"/>
              <a:gd name="connsiteX6545" fmla="*/ 274299 w 10450132"/>
              <a:gd name="connsiteY6545" fmla="*/ 3046788 h 5450835"/>
              <a:gd name="connsiteX6546" fmla="*/ 274299 w 10450132"/>
              <a:gd name="connsiteY6546" fmla="*/ 3047642 h 5450835"/>
              <a:gd name="connsiteX6547" fmla="*/ 269767 w 10450132"/>
              <a:gd name="connsiteY6547" fmla="*/ 3055525 h 5450835"/>
              <a:gd name="connsiteX6548" fmla="*/ 268979 w 10450132"/>
              <a:gd name="connsiteY6548" fmla="*/ 3055984 h 5450835"/>
              <a:gd name="connsiteX6549" fmla="*/ 259915 w 10450132"/>
              <a:gd name="connsiteY6549" fmla="*/ 3055984 h 5450835"/>
              <a:gd name="connsiteX6550" fmla="*/ 259126 w 10450132"/>
              <a:gd name="connsiteY6550" fmla="*/ 3055525 h 5450835"/>
              <a:gd name="connsiteX6551" fmla="*/ 254594 w 10450132"/>
              <a:gd name="connsiteY6551" fmla="*/ 3047642 h 5450835"/>
              <a:gd name="connsiteX6552" fmla="*/ 254594 w 10450132"/>
              <a:gd name="connsiteY6552" fmla="*/ 3046788 h 5450835"/>
              <a:gd name="connsiteX6553" fmla="*/ 259126 w 10450132"/>
              <a:gd name="connsiteY6553" fmla="*/ 3038907 h 5450835"/>
              <a:gd name="connsiteX6554" fmla="*/ 259915 w 10450132"/>
              <a:gd name="connsiteY6554" fmla="*/ 3038447 h 5450835"/>
              <a:gd name="connsiteX6555" fmla="*/ 5499 w 10450132"/>
              <a:gd name="connsiteY6555" fmla="*/ 3038447 h 5450835"/>
              <a:gd name="connsiteX6556" fmla="*/ 14563 w 10450132"/>
              <a:gd name="connsiteY6556" fmla="*/ 3038447 h 5450835"/>
              <a:gd name="connsiteX6557" fmla="*/ 15351 w 10450132"/>
              <a:gd name="connsiteY6557" fmla="*/ 3038907 h 5450835"/>
              <a:gd name="connsiteX6558" fmla="*/ 19883 w 10450132"/>
              <a:gd name="connsiteY6558" fmla="*/ 3046788 h 5450835"/>
              <a:gd name="connsiteX6559" fmla="*/ 19883 w 10450132"/>
              <a:gd name="connsiteY6559" fmla="*/ 3047642 h 5450835"/>
              <a:gd name="connsiteX6560" fmla="*/ 15351 w 10450132"/>
              <a:gd name="connsiteY6560" fmla="*/ 3055525 h 5450835"/>
              <a:gd name="connsiteX6561" fmla="*/ 14563 w 10450132"/>
              <a:gd name="connsiteY6561" fmla="*/ 3055984 h 5450835"/>
              <a:gd name="connsiteX6562" fmla="*/ 5499 w 10450132"/>
              <a:gd name="connsiteY6562" fmla="*/ 3055984 h 5450835"/>
              <a:gd name="connsiteX6563" fmla="*/ 4710 w 10450132"/>
              <a:gd name="connsiteY6563" fmla="*/ 3055525 h 5450835"/>
              <a:gd name="connsiteX6564" fmla="*/ 179 w 10450132"/>
              <a:gd name="connsiteY6564" fmla="*/ 3047642 h 5450835"/>
              <a:gd name="connsiteX6565" fmla="*/ 179 w 10450132"/>
              <a:gd name="connsiteY6565" fmla="*/ 3046788 h 5450835"/>
              <a:gd name="connsiteX6566" fmla="*/ 4710 w 10450132"/>
              <a:gd name="connsiteY6566" fmla="*/ 3038907 h 5450835"/>
              <a:gd name="connsiteX6567" fmla="*/ 5499 w 10450132"/>
              <a:gd name="connsiteY6567" fmla="*/ 3038447 h 5450835"/>
              <a:gd name="connsiteX6568" fmla="*/ 10435622 w 10450132"/>
              <a:gd name="connsiteY6568" fmla="*/ 2821440 h 5450835"/>
              <a:gd name="connsiteX6569" fmla="*/ 10444686 w 10450132"/>
              <a:gd name="connsiteY6569" fmla="*/ 2821440 h 5450835"/>
              <a:gd name="connsiteX6570" fmla="*/ 10445474 w 10450132"/>
              <a:gd name="connsiteY6570" fmla="*/ 2821899 h 5450835"/>
              <a:gd name="connsiteX6571" fmla="*/ 10450007 w 10450132"/>
              <a:gd name="connsiteY6571" fmla="*/ 2829781 h 5450835"/>
              <a:gd name="connsiteX6572" fmla="*/ 10450007 w 10450132"/>
              <a:gd name="connsiteY6572" fmla="*/ 2830635 h 5450835"/>
              <a:gd name="connsiteX6573" fmla="*/ 10445474 w 10450132"/>
              <a:gd name="connsiteY6573" fmla="*/ 2838517 h 5450835"/>
              <a:gd name="connsiteX6574" fmla="*/ 10444686 w 10450132"/>
              <a:gd name="connsiteY6574" fmla="*/ 2838976 h 5450835"/>
              <a:gd name="connsiteX6575" fmla="*/ 10435622 w 10450132"/>
              <a:gd name="connsiteY6575" fmla="*/ 2838976 h 5450835"/>
              <a:gd name="connsiteX6576" fmla="*/ 10434834 w 10450132"/>
              <a:gd name="connsiteY6576" fmla="*/ 2838517 h 5450835"/>
              <a:gd name="connsiteX6577" fmla="*/ 10430302 w 10450132"/>
              <a:gd name="connsiteY6577" fmla="*/ 2830635 h 5450835"/>
              <a:gd name="connsiteX6578" fmla="*/ 10430302 w 10450132"/>
              <a:gd name="connsiteY6578" fmla="*/ 2829781 h 5450835"/>
              <a:gd name="connsiteX6579" fmla="*/ 10434834 w 10450132"/>
              <a:gd name="connsiteY6579" fmla="*/ 2821899 h 5450835"/>
              <a:gd name="connsiteX6580" fmla="*/ 10435622 w 10450132"/>
              <a:gd name="connsiteY6580" fmla="*/ 2821440 h 5450835"/>
              <a:gd name="connsiteX6581" fmla="*/ 10181242 w 10450132"/>
              <a:gd name="connsiteY6581" fmla="*/ 2821440 h 5450835"/>
              <a:gd name="connsiteX6582" fmla="*/ 10190305 w 10450132"/>
              <a:gd name="connsiteY6582" fmla="*/ 2821440 h 5450835"/>
              <a:gd name="connsiteX6583" fmla="*/ 10191093 w 10450132"/>
              <a:gd name="connsiteY6583" fmla="*/ 2821899 h 5450835"/>
              <a:gd name="connsiteX6584" fmla="*/ 10195626 w 10450132"/>
              <a:gd name="connsiteY6584" fmla="*/ 2829781 h 5450835"/>
              <a:gd name="connsiteX6585" fmla="*/ 10195626 w 10450132"/>
              <a:gd name="connsiteY6585" fmla="*/ 2830635 h 5450835"/>
              <a:gd name="connsiteX6586" fmla="*/ 10191093 w 10450132"/>
              <a:gd name="connsiteY6586" fmla="*/ 2838517 h 5450835"/>
              <a:gd name="connsiteX6587" fmla="*/ 10190305 w 10450132"/>
              <a:gd name="connsiteY6587" fmla="*/ 2838976 h 5450835"/>
              <a:gd name="connsiteX6588" fmla="*/ 10181242 w 10450132"/>
              <a:gd name="connsiteY6588" fmla="*/ 2838976 h 5450835"/>
              <a:gd name="connsiteX6589" fmla="*/ 10180453 w 10450132"/>
              <a:gd name="connsiteY6589" fmla="*/ 2838517 h 5450835"/>
              <a:gd name="connsiteX6590" fmla="*/ 10175922 w 10450132"/>
              <a:gd name="connsiteY6590" fmla="*/ 2830635 h 5450835"/>
              <a:gd name="connsiteX6591" fmla="*/ 10175922 w 10450132"/>
              <a:gd name="connsiteY6591" fmla="*/ 2829781 h 5450835"/>
              <a:gd name="connsiteX6592" fmla="*/ 10180453 w 10450132"/>
              <a:gd name="connsiteY6592" fmla="*/ 2821899 h 5450835"/>
              <a:gd name="connsiteX6593" fmla="*/ 10181242 w 10450132"/>
              <a:gd name="connsiteY6593" fmla="*/ 2821440 h 5450835"/>
              <a:gd name="connsiteX6594" fmla="*/ 9926861 w 10450132"/>
              <a:gd name="connsiteY6594" fmla="*/ 2821440 h 5450835"/>
              <a:gd name="connsiteX6595" fmla="*/ 9935924 w 10450132"/>
              <a:gd name="connsiteY6595" fmla="*/ 2821440 h 5450835"/>
              <a:gd name="connsiteX6596" fmla="*/ 9936713 w 10450132"/>
              <a:gd name="connsiteY6596" fmla="*/ 2821899 h 5450835"/>
              <a:gd name="connsiteX6597" fmla="*/ 9941246 w 10450132"/>
              <a:gd name="connsiteY6597" fmla="*/ 2829781 h 5450835"/>
              <a:gd name="connsiteX6598" fmla="*/ 9941246 w 10450132"/>
              <a:gd name="connsiteY6598" fmla="*/ 2830635 h 5450835"/>
              <a:gd name="connsiteX6599" fmla="*/ 9936713 w 10450132"/>
              <a:gd name="connsiteY6599" fmla="*/ 2838517 h 5450835"/>
              <a:gd name="connsiteX6600" fmla="*/ 9935924 w 10450132"/>
              <a:gd name="connsiteY6600" fmla="*/ 2838976 h 5450835"/>
              <a:gd name="connsiteX6601" fmla="*/ 9926861 w 10450132"/>
              <a:gd name="connsiteY6601" fmla="*/ 2838976 h 5450835"/>
              <a:gd name="connsiteX6602" fmla="*/ 9926073 w 10450132"/>
              <a:gd name="connsiteY6602" fmla="*/ 2838517 h 5450835"/>
              <a:gd name="connsiteX6603" fmla="*/ 9921541 w 10450132"/>
              <a:gd name="connsiteY6603" fmla="*/ 2830635 h 5450835"/>
              <a:gd name="connsiteX6604" fmla="*/ 9921541 w 10450132"/>
              <a:gd name="connsiteY6604" fmla="*/ 2829781 h 5450835"/>
              <a:gd name="connsiteX6605" fmla="*/ 9926073 w 10450132"/>
              <a:gd name="connsiteY6605" fmla="*/ 2821899 h 5450835"/>
              <a:gd name="connsiteX6606" fmla="*/ 9926861 w 10450132"/>
              <a:gd name="connsiteY6606" fmla="*/ 2821440 h 5450835"/>
              <a:gd name="connsiteX6607" fmla="*/ 9672481 w 10450132"/>
              <a:gd name="connsiteY6607" fmla="*/ 2821440 h 5450835"/>
              <a:gd name="connsiteX6608" fmla="*/ 9681545 w 10450132"/>
              <a:gd name="connsiteY6608" fmla="*/ 2821440 h 5450835"/>
              <a:gd name="connsiteX6609" fmla="*/ 9682333 w 10450132"/>
              <a:gd name="connsiteY6609" fmla="*/ 2821899 h 5450835"/>
              <a:gd name="connsiteX6610" fmla="*/ 9686865 w 10450132"/>
              <a:gd name="connsiteY6610" fmla="*/ 2829781 h 5450835"/>
              <a:gd name="connsiteX6611" fmla="*/ 9686865 w 10450132"/>
              <a:gd name="connsiteY6611" fmla="*/ 2830635 h 5450835"/>
              <a:gd name="connsiteX6612" fmla="*/ 9682333 w 10450132"/>
              <a:gd name="connsiteY6612" fmla="*/ 2838517 h 5450835"/>
              <a:gd name="connsiteX6613" fmla="*/ 9681545 w 10450132"/>
              <a:gd name="connsiteY6613" fmla="*/ 2838976 h 5450835"/>
              <a:gd name="connsiteX6614" fmla="*/ 9672481 w 10450132"/>
              <a:gd name="connsiteY6614" fmla="*/ 2838976 h 5450835"/>
              <a:gd name="connsiteX6615" fmla="*/ 9671693 w 10450132"/>
              <a:gd name="connsiteY6615" fmla="*/ 2838517 h 5450835"/>
              <a:gd name="connsiteX6616" fmla="*/ 9667160 w 10450132"/>
              <a:gd name="connsiteY6616" fmla="*/ 2830635 h 5450835"/>
              <a:gd name="connsiteX6617" fmla="*/ 9667160 w 10450132"/>
              <a:gd name="connsiteY6617" fmla="*/ 2829781 h 5450835"/>
              <a:gd name="connsiteX6618" fmla="*/ 9671693 w 10450132"/>
              <a:gd name="connsiteY6618" fmla="*/ 2821899 h 5450835"/>
              <a:gd name="connsiteX6619" fmla="*/ 9672481 w 10450132"/>
              <a:gd name="connsiteY6619" fmla="*/ 2821440 h 5450835"/>
              <a:gd name="connsiteX6620" fmla="*/ 9418035 w 10450132"/>
              <a:gd name="connsiteY6620" fmla="*/ 2821440 h 5450835"/>
              <a:gd name="connsiteX6621" fmla="*/ 9427099 w 10450132"/>
              <a:gd name="connsiteY6621" fmla="*/ 2821440 h 5450835"/>
              <a:gd name="connsiteX6622" fmla="*/ 9427887 w 10450132"/>
              <a:gd name="connsiteY6622" fmla="*/ 2821899 h 5450835"/>
              <a:gd name="connsiteX6623" fmla="*/ 9432419 w 10450132"/>
              <a:gd name="connsiteY6623" fmla="*/ 2829781 h 5450835"/>
              <a:gd name="connsiteX6624" fmla="*/ 9432419 w 10450132"/>
              <a:gd name="connsiteY6624" fmla="*/ 2830635 h 5450835"/>
              <a:gd name="connsiteX6625" fmla="*/ 9427887 w 10450132"/>
              <a:gd name="connsiteY6625" fmla="*/ 2838517 h 5450835"/>
              <a:gd name="connsiteX6626" fmla="*/ 9427099 w 10450132"/>
              <a:gd name="connsiteY6626" fmla="*/ 2838976 h 5450835"/>
              <a:gd name="connsiteX6627" fmla="*/ 9418035 w 10450132"/>
              <a:gd name="connsiteY6627" fmla="*/ 2838976 h 5450835"/>
              <a:gd name="connsiteX6628" fmla="*/ 9417247 w 10450132"/>
              <a:gd name="connsiteY6628" fmla="*/ 2838517 h 5450835"/>
              <a:gd name="connsiteX6629" fmla="*/ 9412714 w 10450132"/>
              <a:gd name="connsiteY6629" fmla="*/ 2830635 h 5450835"/>
              <a:gd name="connsiteX6630" fmla="*/ 9412714 w 10450132"/>
              <a:gd name="connsiteY6630" fmla="*/ 2829781 h 5450835"/>
              <a:gd name="connsiteX6631" fmla="*/ 9417247 w 10450132"/>
              <a:gd name="connsiteY6631" fmla="*/ 2821899 h 5450835"/>
              <a:gd name="connsiteX6632" fmla="*/ 9418035 w 10450132"/>
              <a:gd name="connsiteY6632" fmla="*/ 2821440 h 5450835"/>
              <a:gd name="connsiteX6633" fmla="*/ 9163654 w 10450132"/>
              <a:gd name="connsiteY6633" fmla="*/ 2821440 h 5450835"/>
              <a:gd name="connsiteX6634" fmla="*/ 9172718 w 10450132"/>
              <a:gd name="connsiteY6634" fmla="*/ 2821440 h 5450835"/>
              <a:gd name="connsiteX6635" fmla="*/ 9173506 w 10450132"/>
              <a:gd name="connsiteY6635" fmla="*/ 2821899 h 5450835"/>
              <a:gd name="connsiteX6636" fmla="*/ 9178038 w 10450132"/>
              <a:gd name="connsiteY6636" fmla="*/ 2829781 h 5450835"/>
              <a:gd name="connsiteX6637" fmla="*/ 9178038 w 10450132"/>
              <a:gd name="connsiteY6637" fmla="*/ 2830635 h 5450835"/>
              <a:gd name="connsiteX6638" fmla="*/ 9173506 w 10450132"/>
              <a:gd name="connsiteY6638" fmla="*/ 2838517 h 5450835"/>
              <a:gd name="connsiteX6639" fmla="*/ 9172718 w 10450132"/>
              <a:gd name="connsiteY6639" fmla="*/ 2838976 h 5450835"/>
              <a:gd name="connsiteX6640" fmla="*/ 9163654 w 10450132"/>
              <a:gd name="connsiteY6640" fmla="*/ 2838976 h 5450835"/>
              <a:gd name="connsiteX6641" fmla="*/ 9162866 w 10450132"/>
              <a:gd name="connsiteY6641" fmla="*/ 2838517 h 5450835"/>
              <a:gd name="connsiteX6642" fmla="*/ 9158333 w 10450132"/>
              <a:gd name="connsiteY6642" fmla="*/ 2830635 h 5450835"/>
              <a:gd name="connsiteX6643" fmla="*/ 9158333 w 10450132"/>
              <a:gd name="connsiteY6643" fmla="*/ 2829781 h 5450835"/>
              <a:gd name="connsiteX6644" fmla="*/ 9162866 w 10450132"/>
              <a:gd name="connsiteY6644" fmla="*/ 2821899 h 5450835"/>
              <a:gd name="connsiteX6645" fmla="*/ 9163654 w 10450132"/>
              <a:gd name="connsiteY6645" fmla="*/ 2821440 h 5450835"/>
              <a:gd name="connsiteX6646" fmla="*/ 8909274 w 10450132"/>
              <a:gd name="connsiteY6646" fmla="*/ 2821440 h 5450835"/>
              <a:gd name="connsiteX6647" fmla="*/ 8918336 w 10450132"/>
              <a:gd name="connsiteY6647" fmla="*/ 2821440 h 5450835"/>
              <a:gd name="connsiteX6648" fmla="*/ 8919125 w 10450132"/>
              <a:gd name="connsiteY6648" fmla="*/ 2821899 h 5450835"/>
              <a:gd name="connsiteX6649" fmla="*/ 8923657 w 10450132"/>
              <a:gd name="connsiteY6649" fmla="*/ 2829781 h 5450835"/>
              <a:gd name="connsiteX6650" fmla="*/ 8923657 w 10450132"/>
              <a:gd name="connsiteY6650" fmla="*/ 2830635 h 5450835"/>
              <a:gd name="connsiteX6651" fmla="*/ 8919125 w 10450132"/>
              <a:gd name="connsiteY6651" fmla="*/ 2838517 h 5450835"/>
              <a:gd name="connsiteX6652" fmla="*/ 8918336 w 10450132"/>
              <a:gd name="connsiteY6652" fmla="*/ 2838976 h 5450835"/>
              <a:gd name="connsiteX6653" fmla="*/ 8909274 w 10450132"/>
              <a:gd name="connsiteY6653" fmla="*/ 2838976 h 5450835"/>
              <a:gd name="connsiteX6654" fmla="*/ 8908484 w 10450132"/>
              <a:gd name="connsiteY6654" fmla="*/ 2838517 h 5450835"/>
              <a:gd name="connsiteX6655" fmla="*/ 8903953 w 10450132"/>
              <a:gd name="connsiteY6655" fmla="*/ 2830635 h 5450835"/>
              <a:gd name="connsiteX6656" fmla="*/ 8903953 w 10450132"/>
              <a:gd name="connsiteY6656" fmla="*/ 2829781 h 5450835"/>
              <a:gd name="connsiteX6657" fmla="*/ 8908484 w 10450132"/>
              <a:gd name="connsiteY6657" fmla="*/ 2821899 h 5450835"/>
              <a:gd name="connsiteX6658" fmla="*/ 8909274 w 10450132"/>
              <a:gd name="connsiteY6658" fmla="*/ 2821440 h 5450835"/>
              <a:gd name="connsiteX6659" fmla="*/ 8654892 w 10450132"/>
              <a:gd name="connsiteY6659" fmla="*/ 2821440 h 5450835"/>
              <a:gd name="connsiteX6660" fmla="*/ 8663955 w 10450132"/>
              <a:gd name="connsiteY6660" fmla="*/ 2821440 h 5450835"/>
              <a:gd name="connsiteX6661" fmla="*/ 8664744 w 10450132"/>
              <a:gd name="connsiteY6661" fmla="*/ 2821899 h 5450835"/>
              <a:gd name="connsiteX6662" fmla="*/ 8669277 w 10450132"/>
              <a:gd name="connsiteY6662" fmla="*/ 2829781 h 5450835"/>
              <a:gd name="connsiteX6663" fmla="*/ 8669277 w 10450132"/>
              <a:gd name="connsiteY6663" fmla="*/ 2830635 h 5450835"/>
              <a:gd name="connsiteX6664" fmla="*/ 8664744 w 10450132"/>
              <a:gd name="connsiteY6664" fmla="*/ 2838517 h 5450835"/>
              <a:gd name="connsiteX6665" fmla="*/ 8663955 w 10450132"/>
              <a:gd name="connsiteY6665" fmla="*/ 2838976 h 5450835"/>
              <a:gd name="connsiteX6666" fmla="*/ 8654892 w 10450132"/>
              <a:gd name="connsiteY6666" fmla="*/ 2838976 h 5450835"/>
              <a:gd name="connsiteX6667" fmla="*/ 8654104 w 10450132"/>
              <a:gd name="connsiteY6667" fmla="*/ 2838517 h 5450835"/>
              <a:gd name="connsiteX6668" fmla="*/ 8649572 w 10450132"/>
              <a:gd name="connsiteY6668" fmla="*/ 2830635 h 5450835"/>
              <a:gd name="connsiteX6669" fmla="*/ 8649572 w 10450132"/>
              <a:gd name="connsiteY6669" fmla="*/ 2829781 h 5450835"/>
              <a:gd name="connsiteX6670" fmla="*/ 8654104 w 10450132"/>
              <a:gd name="connsiteY6670" fmla="*/ 2821899 h 5450835"/>
              <a:gd name="connsiteX6671" fmla="*/ 8654892 w 10450132"/>
              <a:gd name="connsiteY6671" fmla="*/ 2821440 h 5450835"/>
              <a:gd name="connsiteX6672" fmla="*/ 8400511 w 10450132"/>
              <a:gd name="connsiteY6672" fmla="*/ 2821440 h 5450835"/>
              <a:gd name="connsiteX6673" fmla="*/ 8409575 w 10450132"/>
              <a:gd name="connsiteY6673" fmla="*/ 2821440 h 5450835"/>
              <a:gd name="connsiteX6674" fmla="*/ 8410363 w 10450132"/>
              <a:gd name="connsiteY6674" fmla="*/ 2821899 h 5450835"/>
              <a:gd name="connsiteX6675" fmla="*/ 8414896 w 10450132"/>
              <a:gd name="connsiteY6675" fmla="*/ 2829781 h 5450835"/>
              <a:gd name="connsiteX6676" fmla="*/ 8414896 w 10450132"/>
              <a:gd name="connsiteY6676" fmla="*/ 2830635 h 5450835"/>
              <a:gd name="connsiteX6677" fmla="*/ 8410363 w 10450132"/>
              <a:gd name="connsiteY6677" fmla="*/ 2838517 h 5450835"/>
              <a:gd name="connsiteX6678" fmla="*/ 8409575 w 10450132"/>
              <a:gd name="connsiteY6678" fmla="*/ 2838976 h 5450835"/>
              <a:gd name="connsiteX6679" fmla="*/ 8400511 w 10450132"/>
              <a:gd name="connsiteY6679" fmla="*/ 2838976 h 5450835"/>
              <a:gd name="connsiteX6680" fmla="*/ 8399723 w 10450132"/>
              <a:gd name="connsiteY6680" fmla="*/ 2838517 h 5450835"/>
              <a:gd name="connsiteX6681" fmla="*/ 8395191 w 10450132"/>
              <a:gd name="connsiteY6681" fmla="*/ 2830635 h 5450835"/>
              <a:gd name="connsiteX6682" fmla="*/ 8395191 w 10450132"/>
              <a:gd name="connsiteY6682" fmla="*/ 2829781 h 5450835"/>
              <a:gd name="connsiteX6683" fmla="*/ 8399723 w 10450132"/>
              <a:gd name="connsiteY6683" fmla="*/ 2821899 h 5450835"/>
              <a:gd name="connsiteX6684" fmla="*/ 8400511 w 10450132"/>
              <a:gd name="connsiteY6684" fmla="*/ 2821440 h 5450835"/>
              <a:gd name="connsiteX6685" fmla="*/ 8146065 w 10450132"/>
              <a:gd name="connsiteY6685" fmla="*/ 2821440 h 5450835"/>
              <a:gd name="connsiteX6686" fmla="*/ 8155129 w 10450132"/>
              <a:gd name="connsiteY6686" fmla="*/ 2821440 h 5450835"/>
              <a:gd name="connsiteX6687" fmla="*/ 8155917 w 10450132"/>
              <a:gd name="connsiteY6687" fmla="*/ 2821899 h 5450835"/>
              <a:gd name="connsiteX6688" fmla="*/ 8160449 w 10450132"/>
              <a:gd name="connsiteY6688" fmla="*/ 2829781 h 5450835"/>
              <a:gd name="connsiteX6689" fmla="*/ 8160449 w 10450132"/>
              <a:gd name="connsiteY6689" fmla="*/ 2830635 h 5450835"/>
              <a:gd name="connsiteX6690" fmla="*/ 8155917 w 10450132"/>
              <a:gd name="connsiteY6690" fmla="*/ 2838517 h 5450835"/>
              <a:gd name="connsiteX6691" fmla="*/ 8155129 w 10450132"/>
              <a:gd name="connsiteY6691" fmla="*/ 2838976 h 5450835"/>
              <a:gd name="connsiteX6692" fmla="*/ 8146065 w 10450132"/>
              <a:gd name="connsiteY6692" fmla="*/ 2838976 h 5450835"/>
              <a:gd name="connsiteX6693" fmla="*/ 8145277 w 10450132"/>
              <a:gd name="connsiteY6693" fmla="*/ 2838517 h 5450835"/>
              <a:gd name="connsiteX6694" fmla="*/ 8140745 w 10450132"/>
              <a:gd name="connsiteY6694" fmla="*/ 2830635 h 5450835"/>
              <a:gd name="connsiteX6695" fmla="*/ 8140745 w 10450132"/>
              <a:gd name="connsiteY6695" fmla="*/ 2829781 h 5450835"/>
              <a:gd name="connsiteX6696" fmla="*/ 8145277 w 10450132"/>
              <a:gd name="connsiteY6696" fmla="*/ 2821899 h 5450835"/>
              <a:gd name="connsiteX6697" fmla="*/ 8146065 w 10450132"/>
              <a:gd name="connsiteY6697" fmla="*/ 2821440 h 5450835"/>
              <a:gd name="connsiteX6698" fmla="*/ 7891684 w 10450132"/>
              <a:gd name="connsiteY6698" fmla="*/ 2821440 h 5450835"/>
              <a:gd name="connsiteX6699" fmla="*/ 7900748 w 10450132"/>
              <a:gd name="connsiteY6699" fmla="*/ 2821440 h 5450835"/>
              <a:gd name="connsiteX6700" fmla="*/ 7901536 w 10450132"/>
              <a:gd name="connsiteY6700" fmla="*/ 2821899 h 5450835"/>
              <a:gd name="connsiteX6701" fmla="*/ 7906067 w 10450132"/>
              <a:gd name="connsiteY6701" fmla="*/ 2829781 h 5450835"/>
              <a:gd name="connsiteX6702" fmla="*/ 7906067 w 10450132"/>
              <a:gd name="connsiteY6702" fmla="*/ 2830635 h 5450835"/>
              <a:gd name="connsiteX6703" fmla="*/ 7901536 w 10450132"/>
              <a:gd name="connsiteY6703" fmla="*/ 2838517 h 5450835"/>
              <a:gd name="connsiteX6704" fmla="*/ 7900748 w 10450132"/>
              <a:gd name="connsiteY6704" fmla="*/ 2838976 h 5450835"/>
              <a:gd name="connsiteX6705" fmla="*/ 7891684 w 10450132"/>
              <a:gd name="connsiteY6705" fmla="*/ 2838976 h 5450835"/>
              <a:gd name="connsiteX6706" fmla="*/ 7890896 w 10450132"/>
              <a:gd name="connsiteY6706" fmla="*/ 2838517 h 5450835"/>
              <a:gd name="connsiteX6707" fmla="*/ 7886363 w 10450132"/>
              <a:gd name="connsiteY6707" fmla="*/ 2830635 h 5450835"/>
              <a:gd name="connsiteX6708" fmla="*/ 7886363 w 10450132"/>
              <a:gd name="connsiteY6708" fmla="*/ 2829781 h 5450835"/>
              <a:gd name="connsiteX6709" fmla="*/ 7890896 w 10450132"/>
              <a:gd name="connsiteY6709" fmla="*/ 2821899 h 5450835"/>
              <a:gd name="connsiteX6710" fmla="*/ 7891684 w 10450132"/>
              <a:gd name="connsiteY6710" fmla="*/ 2821440 h 5450835"/>
              <a:gd name="connsiteX6711" fmla="*/ 7637304 w 10450132"/>
              <a:gd name="connsiteY6711" fmla="*/ 2821440 h 5450835"/>
              <a:gd name="connsiteX6712" fmla="*/ 7646367 w 10450132"/>
              <a:gd name="connsiteY6712" fmla="*/ 2821440 h 5450835"/>
              <a:gd name="connsiteX6713" fmla="*/ 7647156 w 10450132"/>
              <a:gd name="connsiteY6713" fmla="*/ 2821899 h 5450835"/>
              <a:gd name="connsiteX6714" fmla="*/ 7651687 w 10450132"/>
              <a:gd name="connsiteY6714" fmla="*/ 2829781 h 5450835"/>
              <a:gd name="connsiteX6715" fmla="*/ 7651687 w 10450132"/>
              <a:gd name="connsiteY6715" fmla="*/ 2830635 h 5450835"/>
              <a:gd name="connsiteX6716" fmla="*/ 7647156 w 10450132"/>
              <a:gd name="connsiteY6716" fmla="*/ 2838517 h 5450835"/>
              <a:gd name="connsiteX6717" fmla="*/ 7646367 w 10450132"/>
              <a:gd name="connsiteY6717" fmla="*/ 2838976 h 5450835"/>
              <a:gd name="connsiteX6718" fmla="*/ 7637304 w 10450132"/>
              <a:gd name="connsiteY6718" fmla="*/ 2838976 h 5450835"/>
              <a:gd name="connsiteX6719" fmla="*/ 7636516 w 10450132"/>
              <a:gd name="connsiteY6719" fmla="*/ 2838517 h 5450835"/>
              <a:gd name="connsiteX6720" fmla="*/ 7631983 w 10450132"/>
              <a:gd name="connsiteY6720" fmla="*/ 2830635 h 5450835"/>
              <a:gd name="connsiteX6721" fmla="*/ 7631983 w 10450132"/>
              <a:gd name="connsiteY6721" fmla="*/ 2829781 h 5450835"/>
              <a:gd name="connsiteX6722" fmla="*/ 7636516 w 10450132"/>
              <a:gd name="connsiteY6722" fmla="*/ 2821899 h 5450835"/>
              <a:gd name="connsiteX6723" fmla="*/ 7637304 w 10450132"/>
              <a:gd name="connsiteY6723" fmla="*/ 2821440 h 5450835"/>
              <a:gd name="connsiteX6724" fmla="*/ 7382923 w 10450132"/>
              <a:gd name="connsiteY6724" fmla="*/ 2821440 h 5450835"/>
              <a:gd name="connsiteX6725" fmla="*/ 7391987 w 10450132"/>
              <a:gd name="connsiteY6725" fmla="*/ 2821440 h 5450835"/>
              <a:gd name="connsiteX6726" fmla="*/ 7392775 w 10450132"/>
              <a:gd name="connsiteY6726" fmla="*/ 2821899 h 5450835"/>
              <a:gd name="connsiteX6727" fmla="*/ 7397307 w 10450132"/>
              <a:gd name="connsiteY6727" fmla="*/ 2829781 h 5450835"/>
              <a:gd name="connsiteX6728" fmla="*/ 7397307 w 10450132"/>
              <a:gd name="connsiteY6728" fmla="*/ 2830635 h 5450835"/>
              <a:gd name="connsiteX6729" fmla="*/ 7392775 w 10450132"/>
              <a:gd name="connsiteY6729" fmla="*/ 2838517 h 5450835"/>
              <a:gd name="connsiteX6730" fmla="*/ 7391987 w 10450132"/>
              <a:gd name="connsiteY6730" fmla="*/ 2838976 h 5450835"/>
              <a:gd name="connsiteX6731" fmla="*/ 7382923 w 10450132"/>
              <a:gd name="connsiteY6731" fmla="*/ 2838976 h 5450835"/>
              <a:gd name="connsiteX6732" fmla="*/ 7382135 w 10450132"/>
              <a:gd name="connsiteY6732" fmla="*/ 2838517 h 5450835"/>
              <a:gd name="connsiteX6733" fmla="*/ 7377602 w 10450132"/>
              <a:gd name="connsiteY6733" fmla="*/ 2830635 h 5450835"/>
              <a:gd name="connsiteX6734" fmla="*/ 7377602 w 10450132"/>
              <a:gd name="connsiteY6734" fmla="*/ 2829781 h 5450835"/>
              <a:gd name="connsiteX6735" fmla="*/ 7382135 w 10450132"/>
              <a:gd name="connsiteY6735" fmla="*/ 2821899 h 5450835"/>
              <a:gd name="connsiteX6736" fmla="*/ 7382923 w 10450132"/>
              <a:gd name="connsiteY6736" fmla="*/ 2821440 h 5450835"/>
              <a:gd name="connsiteX6737" fmla="*/ 7128477 w 10450132"/>
              <a:gd name="connsiteY6737" fmla="*/ 2821440 h 5450835"/>
              <a:gd name="connsiteX6738" fmla="*/ 7137540 w 10450132"/>
              <a:gd name="connsiteY6738" fmla="*/ 2821440 h 5450835"/>
              <a:gd name="connsiteX6739" fmla="*/ 7138328 w 10450132"/>
              <a:gd name="connsiteY6739" fmla="*/ 2821899 h 5450835"/>
              <a:gd name="connsiteX6740" fmla="*/ 7142860 w 10450132"/>
              <a:gd name="connsiteY6740" fmla="*/ 2829781 h 5450835"/>
              <a:gd name="connsiteX6741" fmla="*/ 7142860 w 10450132"/>
              <a:gd name="connsiteY6741" fmla="*/ 2830635 h 5450835"/>
              <a:gd name="connsiteX6742" fmla="*/ 7138328 w 10450132"/>
              <a:gd name="connsiteY6742" fmla="*/ 2838517 h 5450835"/>
              <a:gd name="connsiteX6743" fmla="*/ 7137540 w 10450132"/>
              <a:gd name="connsiteY6743" fmla="*/ 2838976 h 5450835"/>
              <a:gd name="connsiteX6744" fmla="*/ 7128477 w 10450132"/>
              <a:gd name="connsiteY6744" fmla="*/ 2838976 h 5450835"/>
              <a:gd name="connsiteX6745" fmla="*/ 7127689 w 10450132"/>
              <a:gd name="connsiteY6745" fmla="*/ 2838517 h 5450835"/>
              <a:gd name="connsiteX6746" fmla="*/ 7123156 w 10450132"/>
              <a:gd name="connsiteY6746" fmla="*/ 2830635 h 5450835"/>
              <a:gd name="connsiteX6747" fmla="*/ 7123156 w 10450132"/>
              <a:gd name="connsiteY6747" fmla="*/ 2829781 h 5450835"/>
              <a:gd name="connsiteX6748" fmla="*/ 7127689 w 10450132"/>
              <a:gd name="connsiteY6748" fmla="*/ 2821899 h 5450835"/>
              <a:gd name="connsiteX6749" fmla="*/ 7128477 w 10450132"/>
              <a:gd name="connsiteY6749" fmla="*/ 2821440 h 5450835"/>
              <a:gd name="connsiteX6750" fmla="*/ 6874095 w 10450132"/>
              <a:gd name="connsiteY6750" fmla="*/ 2821440 h 5450835"/>
              <a:gd name="connsiteX6751" fmla="*/ 6883159 w 10450132"/>
              <a:gd name="connsiteY6751" fmla="*/ 2821440 h 5450835"/>
              <a:gd name="connsiteX6752" fmla="*/ 6883947 w 10450132"/>
              <a:gd name="connsiteY6752" fmla="*/ 2821899 h 5450835"/>
              <a:gd name="connsiteX6753" fmla="*/ 6888480 w 10450132"/>
              <a:gd name="connsiteY6753" fmla="*/ 2829781 h 5450835"/>
              <a:gd name="connsiteX6754" fmla="*/ 6888480 w 10450132"/>
              <a:gd name="connsiteY6754" fmla="*/ 2830635 h 5450835"/>
              <a:gd name="connsiteX6755" fmla="*/ 6883947 w 10450132"/>
              <a:gd name="connsiteY6755" fmla="*/ 2838517 h 5450835"/>
              <a:gd name="connsiteX6756" fmla="*/ 6883159 w 10450132"/>
              <a:gd name="connsiteY6756" fmla="*/ 2838976 h 5450835"/>
              <a:gd name="connsiteX6757" fmla="*/ 6874095 w 10450132"/>
              <a:gd name="connsiteY6757" fmla="*/ 2838976 h 5450835"/>
              <a:gd name="connsiteX6758" fmla="*/ 6873307 w 10450132"/>
              <a:gd name="connsiteY6758" fmla="*/ 2838517 h 5450835"/>
              <a:gd name="connsiteX6759" fmla="*/ 6868775 w 10450132"/>
              <a:gd name="connsiteY6759" fmla="*/ 2830635 h 5450835"/>
              <a:gd name="connsiteX6760" fmla="*/ 6868775 w 10450132"/>
              <a:gd name="connsiteY6760" fmla="*/ 2829781 h 5450835"/>
              <a:gd name="connsiteX6761" fmla="*/ 6873307 w 10450132"/>
              <a:gd name="connsiteY6761" fmla="*/ 2821899 h 5450835"/>
              <a:gd name="connsiteX6762" fmla="*/ 6874095 w 10450132"/>
              <a:gd name="connsiteY6762" fmla="*/ 2821440 h 5450835"/>
              <a:gd name="connsiteX6763" fmla="*/ 6619714 w 10450132"/>
              <a:gd name="connsiteY6763" fmla="*/ 2821440 h 5450835"/>
              <a:gd name="connsiteX6764" fmla="*/ 6628778 w 10450132"/>
              <a:gd name="connsiteY6764" fmla="*/ 2821440 h 5450835"/>
              <a:gd name="connsiteX6765" fmla="*/ 6629566 w 10450132"/>
              <a:gd name="connsiteY6765" fmla="*/ 2821899 h 5450835"/>
              <a:gd name="connsiteX6766" fmla="*/ 6634099 w 10450132"/>
              <a:gd name="connsiteY6766" fmla="*/ 2829781 h 5450835"/>
              <a:gd name="connsiteX6767" fmla="*/ 6634099 w 10450132"/>
              <a:gd name="connsiteY6767" fmla="*/ 2830635 h 5450835"/>
              <a:gd name="connsiteX6768" fmla="*/ 6629566 w 10450132"/>
              <a:gd name="connsiteY6768" fmla="*/ 2838517 h 5450835"/>
              <a:gd name="connsiteX6769" fmla="*/ 6628778 w 10450132"/>
              <a:gd name="connsiteY6769" fmla="*/ 2838976 h 5450835"/>
              <a:gd name="connsiteX6770" fmla="*/ 6619714 w 10450132"/>
              <a:gd name="connsiteY6770" fmla="*/ 2838976 h 5450835"/>
              <a:gd name="connsiteX6771" fmla="*/ 6618926 w 10450132"/>
              <a:gd name="connsiteY6771" fmla="*/ 2838517 h 5450835"/>
              <a:gd name="connsiteX6772" fmla="*/ 6614394 w 10450132"/>
              <a:gd name="connsiteY6772" fmla="*/ 2830635 h 5450835"/>
              <a:gd name="connsiteX6773" fmla="*/ 6614394 w 10450132"/>
              <a:gd name="connsiteY6773" fmla="*/ 2829781 h 5450835"/>
              <a:gd name="connsiteX6774" fmla="*/ 6618926 w 10450132"/>
              <a:gd name="connsiteY6774" fmla="*/ 2821899 h 5450835"/>
              <a:gd name="connsiteX6775" fmla="*/ 6619714 w 10450132"/>
              <a:gd name="connsiteY6775" fmla="*/ 2821440 h 5450835"/>
              <a:gd name="connsiteX6776" fmla="*/ 6365334 w 10450132"/>
              <a:gd name="connsiteY6776" fmla="*/ 2821440 h 5450835"/>
              <a:gd name="connsiteX6777" fmla="*/ 6374397 w 10450132"/>
              <a:gd name="connsiteY6777" fmla="*/ 2821440 h 5450835"/>
              <a:gd name="connsiteX6778" fmla="*/ 6375186 w 10450132"/>
              <a:gd name="connsiteY6778" fmla="*/ 2821899 h 5450835"/>
              <a:gd name="connsiteX6779" fmla="*/ 6379718 w 10450132"/>
              <a:gd name="connsiteY6779" fmla="*/ 2829781 h 5450835"/>
              <a:gd name="connsiteX6780" fmla="*/ 6379718 w 10450132"/>
              <a:gd name="connsiteY6780" fmla="*/ 2830635 h 5450835"/>
              <a:gd name="connsiteX6781" fmla="*/ 6375186 w 10450132"/>
              <a:gd name="connsiteY6781" fmla="*/ 2838517 h 5450835"/>
              <a:gd name="connsiteX6782" fmla="*/ 6374397 w 10450132"/>
              <a:gd name="connsiteY6782" fmla="*/ 2838976 h 5450835"/>
              <a:gd name="connsiteX6783" fmla="*/ 6365334 w 10450132"/>
              <a:gd name="connsiteY6783" fmla="*/ 2838976 h 5450835"/>
              <a:gd name="connsiteX6784" fmla="*/ 6364546 w 10450132"/>
              <a:gd name="connsiteY6784" fmla="*/ 2838517 h 5450835"/>
              <a:gd name="connsiteX6785" fmla="*/ 6360014 w 10450132"/>
              <a:gd name="connsiteY6785" fmla="*/ 2830635 h 5450835"/>
              <a:gd name="connsiteX6786" fmla="*/ 6360014 w 10450132"/>
              <a:gd name="connsiteY6786" fmla="*/ 2829781 h 5450835"/>
              <a:gd name="connsiteX6787" fmla="*/ 6364546 w 10450132"/>
              <a:gd name="connsiteY6787" fmla="*/ 2821899 h 5450835"/>
              <a:gd name="connsiteX6788" fmla="*/ 6365334 w 10450132"/>
              <a:gd name="connsiteY6788" fmla="*/ 2821440 h 5450835"/>
              <a:gd name="connsiteX6789" fmla="*/ 6110888 w 10450132"/>
              <a:gd name="connsiteY6789" fmla="*/ 2821440 h 5450835"/>
              <a:gd name="connsiteX6790" fmla="*/ 6119953 w 10450132"/>
              <a:gd name="connsiteY6790" fmla="*/ 2821440 h 5450835"/>
              <a:gd name="connsiteX6791" fmla="*/ 6120740 w 10450132"/>
              <a:gd name="connsiteY6791" fmla="*/ 2821899 h 5450835"/>
              <a:gd name="connsiteX6792" fmla="*/ 6125272 w 10450132"/>
              <a:gd name="connsiteY6792" fmla="*/ 2829781 h 5450835"/>
              <a:gd name="connsiteX6793" fmla="*/ 6125272 w 10450132"/>
              <a:gd name="connsiteY6793" fmla="*/ 2830635 h 5450835"/>
              <a:gd name="connsiteX6794" fmla="*/ 6120740 w 10450132"/>
              <a:gd name="connsiteY6794" fmla="*/ 2838517 h 5450835"/>
              <a:gd name="connsiteX6795" fmla="*/ 6119953 w 10450132"/>
              <a:gd name="connsiteY6795" fmla="*/ 2838976 h 5450835"/>
              <a:gd name="connsiteX6796" fmla="*/ 6110888 w 10450132"/>
              <a:gd name="connsiteY6796" fmla="*/ 2838976 h 5450835"/>
              <a:gd name="connsiteX6797" fmla="*/ 6110101 w 10450132"/>
              <a:gd name="connsiteY6797" fmla="*/ 2838517 h 5450835"/>
              <a:gd name="connsiteX6798" fmla="*/ 6105567 w 10450132"/>
              <a:gd name="connsiteY6798" fmla="*/ 2830635 h 5450835"/>
              <a:gd name="connsiteX6799" fmla="*/ 6105567 w 10450132"/>
              <a:gd name="connsiteY6799" fmla="*/ 2829781 h 5450835"/>
              <a:gd name="connsiteX6800" fmla="*/ 6110101 w 10450132"/>
              <a:gd name="connsiteY6800" fmla="*/ 2821899 h 5450835"/>
              <a:gd name="connsiteX6801" fmla="*/ 6110888 w 10450132"/>
              <a:gd name="connsiteY6801" fmla="*/ 2821440 h 5450835"/>
              <a:gd name="connsiteX6802" fmla="*/ 5856508 w 10450132"/>
              <a:gd name="connsiteY6802" fmla="*/ 2821440 h 5450835"/>
              <a:gd name="connsiteX6803" fmla="*/ 5865571 w 10450132"/>
              <a:gd name="connsiteY6803" fmla="*/ 2821440 h 5450835"/>
              <a:gd name="connsiteX6804" fmla="*/ 5866359 w 10450132"/>
              <a:gd name="connsiteY6804" fmla="*/ 2821899 h 5450835"/>
              <a:gd name="connsiteX6805" fmla="*/ 5870891 w 10450132"/>
              <a:gd name="connsiteY6805" fmla="*/ 2829781 h 5450835"/>
              <a:gd name="connsiteX6806" fmla="*/ 5870891 w 10450132"/>
              <a:gd name="connsiteY6806" fmla="*/ 2830635 h 5450835"/>
              <a:gd name="connsiteX6807" fmla="*/ 5866359 w 10450132"/>
              <a:gd name="connsiteY6807" fmla="*/ 2838517 h 5450835"/>
              <a:gd name="connsiteX6808" fmla="*/ 5865571 w 10450132"/>
              <a:gd name="connsiteY6808" fmla="*/ 2838976 h 5450835"/>
              <a:gd name="connsiteX6809" fmla="*/ 5856508 w 10450132"/>
              <a:gd name="connsiteY6809" fmla="*/ 2838976 h 5450835"/>
              <a:gd name="connsiteX6810" fmla="*/ 5855720 w 10450132"/>
              <a:gd name="connsiteY6810" fmla="*/ 2838517 h 5450835"/>
              <a:gd name="connsiteX6811" fmla="*/ 5851187 w 10450132"/>
              <a:gd name="connsiteY6811" fmla="*/ 2830635 h 5450835"/>
              <a:gd name="connsiteX6812" fmla="*/ 5851187 w 10450132"/>
              <a:gd name="connsiteY6812" fmla="*/ 2829781 h 5450835"/>
              <a:gd name="connsiteX6813" fmla="*/ 5855720 w 10450132"/>
              <a:gd name="connsiteY6813" fmla="*/ 2821899 h 5450835"/>
              <a:gd name="connsiteX6814" fmla="*/ 5856508 w 10450132"/>
              <a:gd name="connsiteY6814" fmla="*/ 2821440 h 5450835"/>
              <a:gd name="connsiteX6815" fmla="*/ 5602126 w 10450132"/>
              <a:gd name="connsiteY6815" fmla="*/ 2821440 h 5450835"/>
              <a:gd name="connsiteX6816" fmla="*/ 5611191 w 10450132"/>
              <a:gd name="connsiteY6816" fmla="*/ 2821440 h 5450835"/>
              <a:gd name="connsiteX6817" fmla="*/ 5611979 w 10450132"/>
              <a:gd name="connsiteY6817" fmla="*/ 2821899 h 5450835"/>
              <a:gd name="connsiteX6818" fmla="*/ 5616511 w 10450132"/>
              <a:gd name="connsiteY6818" fmla="*/ 2829781 h 5450835"/>
              <a:gd name="connsiteX6819" fmla="*/ 5616511 w 10450132"/>
              <a:gd name="connsiteY6819" fmla="*/ 2830635 h 5450835"/>
              <a:gd name="connsiteX6820" fmla="*/ 5611979 w 10450132"/>
              <a:gd name="connsiteY6820" fmla="*/ 2838517 h 5450835"/>
              <a:gd name="connsiteX6821" fmla="*/ 5611191 w 10450132"/>
              <a:gd name="connsiteY6821" fmla="*/ 2838976 h 5450835"/>
              <a:gd name="connsiteX6822" fmla="*/ 5602126 w 10450132"/>
              <a:gd name="connsiteY6822" fmla="*/ 2838976 h 5450835"/>
              <a:gd name="connsiteX6823" fmla="*/ 5601338 w 10450132"/>
              <a:gd name="connsiteY6823" fmla="*/ 2838517 h 5450835"/>
              <a:gd name="connsiteX6824" fmla="*/ 5596807 w 10450132"/>
              <a:gd name="connsiteY6824" fmla="*/ 2830635 h 5450835"/>
              <a:gd name="connsiteX6825" fmla="*/ 5596807 w 10450132"/>
              <a:gd name="connsiteY6825" fmla="*/ 2829781 h 5450835"/>
              <a:gd name="connsiteX6826" fmla="*/ 5601338 w 10450132"/>
              <a:gd name="connsiteY6826" fmla="*/ 2821899 h 5450835"/>
              <a:gd name="connsiteX6827" fmla="*/ 5602126 w 10450132"/>
              <a:gd name="connsiteY6827" fmla="*/ 2821440 h 5450835"/>
              <a:gd name="connsiteX6828" fmla="*/ 5347746 w 10450132"/>
              <a:gd name="connsiteY6828" fmla="*/ 2821440 h 5450835"/>
              <a:gd name="connsiteX6829" fmla="*/ 5356810 w 10450132"/>
              <a:gd name="connsiteY6829" fmla="*/ 2821440 h 5450835"/>
              <a:gd name="connsiteX6830" fmla="*/ 5357598 w 10450132"/>
              <a:gd name="connsiteY6830" fmla="*/ 2821899 h 5450835"/>
              <a:gd name="connsiteX6831" fmla="*/ 5362130 w 10450132"/>
              <a:gd name="connsiteY6831" fmla="*/ 2829781 h 5450835"/>
              <a:gd name="connsiteX6832" fmla="*/ 5362130 w 10450132"/>
              <a:gd name="connsiteY6832" fmla="*/ 2830635 h 5450835"/>
              <a:gd name="connsiteX6833" fmla="*/ 5357598 w 10450132"/>
              <a:gd name="connsiteY6833" fmla="*/ 2838517 h 5450835"/>
              <a:gd name="connsiteX6834" fmla="*/ 5356810 w 10450132"/>
              <a:gd name="connsiteY6834" fmla="*/ 2838976 h 5450835"/>
              <a:gd name="connsiteX6835" fmla="*/ 5347746 w 10450132"/>
              <a:gd name="connsiteY6835" fmla="*/ 2838976 h 5450835"/>
              <a:gd name="connsiteX6836" fmla="*/ 5346958 w 10450132"/>
              <a:gd name="connsiteY6836" fmla="*/ 2838517 h 5450835"/>
              <a:gd name="connsiteX6837" fmla="*/ 5342425 w 10450132"/>
              <a:gd name="connsiteY6837" fmla="*/ 2830635 h 5450835"/>
              <a:gd name="connsiteX6838" fmla="*/ 5342425 w 10450132"/>
              <a:gd name="connsiteY6838" fmla="*/ 2829781 h 5450835"/>
              <a:gd name="connsiteX6839" fmla="*/ 5346958 w 10450132"/>
              <a:gd name="connsiteY6839" fmla="*/ 2821899 h 5450835"/>
              <a:gd name="connsiteX6840" fmla="*/ 5347746 w 10450132"/>
              <a:gd name="connsiteY6840" fmla="*/ 2821440 h 5450835"/>
              <a:gd name="connsiteX6841" fmla="*/ 5093300 w 10450132"/>
              <a:gd name="connsiteY6841" fmla="*/ 2821440 h 5450835"/>
              <a:gd name="connsiteX6842" fmla="*/ 5102364 w 10450132"/>
              <a:gd name="connsiteY6842" fmla="*/ 2821440 h 5450835"/>
              <a:gd name="connsiteX6843" fmla="*/ 5103153 w 10450132"/>
              <a:gd name="connsiteY6843" fmla="*/ 2821899 h 5450835"/>
              <a:gd name="connsiteX6844" fmla="*/ 5107684 w 10450132"/>
              <a:gd name="connsiteY6844" fmla="*/ 2829781 h 5450835"/>
              <a:gd name="connsiteX6845" fmla="*/ 5107684 w 10450132"/>
              <a:gd name="connsiteY6845" fmla="*/ 2830635 h 5450835"/>
              <a:gd name="connsiteX6846" fmla="*/ 5103153 w 10450132"/>
              <a:gd name="connsiteY6846" fmla="*/ 2838517 h 5450835"/>
              <a:gd name="connsiteX6847" fmla="*/ 5102364 w 10450132"/>
              <a:gd name="connsiteY6847" fmla="*/ 2838976 h 5450835"/>
              <a:gd name="connsiteX6848" fmla="*/ 5093300 w 10450132"/>
              <a:gd name="connsiteY6848" fmla="*/ 2838976 h 5450835"/>
              <a:gd name="connsiteX6849" fmla="*/ 5092512 w 10450132"/>
              <a:gd name="connsiteY6849" fmla="*/ 2838517 h 5450835"/>
              <a:gd name="connsiteX6850" fmla="*/ 5087979 w 10450132"/>
              <a:gd name="connsiteY6850" fmla="*/ 2830635 h 5450835"/>
              <a:gd name="connsiteX6851" fmla="*/ 5087979 w 10450132"/>
              <a:gd name="connsiteY6851" fmla="*/ 2829781 h 5450835"/>
              <a:gd name="connsiteX6852" fmla="*/ 5092512 w 10450132"/>
              <a:gd name="connsiteY6852" fmla="*/ 2821899 h 5450835"/>
              <a:gd name="connsiteX6853" fmla="*/ 5093300 w 10450132"/>
              <a:gd name="connsiteY6853" fmla="*/ 2821440 h 5450835"/>
              <a:gd name="connsiteX6854" fmla="*/ 4838919 w 10450132"/>
              <a:gd name="connsiteY6854" fmla="*/ 2821440 h 5450835"/>
              <a:gd name="connsiteX6855" fmla="*/ 4847982 w 10450132"/>
              <a:gd name="connsiteY6855" fmla="*/ 2821440 h 5450835"/>
              <a:gd name="connsiteX6856" fmla="*/ 4848772 w 10450132"/>
              <a:gd name="connsiteY6856" fmla="*/ 2821899 h 5450835"/>
              <a:gd name="connsiteX6857" fmla="*/ 4853303 w 10450132"/>
              <a:gd name="connsiteY6857" fmla="*/ 2829781 h 5450835"/>
              <a:gd name="connsiteX6858" fmla="*/ 4853303 w 10450132"/>
              <a:gd name="connsiteY6858" fmla="*/ 2830635 h 5450835"/>
              <a:gd name="connsiteX6859" fmla="*/ 4848772 w 10450132"/>
              <a:gd name="connsiteY6859" fmla="*/ 2838517 h 5450835"/>
              <a:gd name="connsiteX6860" fmla="*/ 4847982 w 10450132"/>
              <a:gd name="connsiteY6860" fmla="*/ 2838976 h 5450835"/>
              <a:gd name="connsiteX6861" fmla="*/ 4838919 w 10450132"/>
              <a:gd name="connsiteY6861" fmla="*/ 2838976 h 5450835"/>
              <a:gd name="connsiteX6862" fmla="*/ 4838132 w 10450132"/>
              <a:gd name="connsiteY6862" fmla="*/ 2838517 h 5450835"/>
              <a:gd name="connsiteX6863" fmla="*/ 4833598 w 10450132"/>
              <a:gd name="connsiteY6863" fmla="*/ 2830635 h 5450835"/>
              <a:gd name="connsiteX6864" fmla="*/ 4833598 w 10450132"/>
              <a:gd name="connsiteY6864" fmla="*/ 2829781 h 5450835"/>
              <a:gd name="connsiteX6865" fmla="*/ 4838132 w 10450132"/>
              <a:gd name="connsiteY6865" fmla="*/ 2821899 h 5450835"/>
              <a:gd name="connsiteX6866" fmla="*/ 4838919 w 10450132"/>
              <a:gd name="connsiteY6866" fmla="*/ 2821440 h 5450835"/>
              <a:gd name="connsiteX6867" fmla="*/ 4584538 w 10450132"/>
              <a:gd name="connsiteY6867" fmla="*/ 2821440 h 5450835"/>
              <a:gd name="connsiteX6868" fmla="*/ 4593603 w 10450132"/>
              <a:gd name="connsiteY6868" fmla="*/ 2821440 h 5450835"/>
              <a:gd name="connsiteX6869" fmla="*/ 4594390 w 10450132"/>
              <a:gd name="connsiteY6869" fmla="*/ 2821899 h 5450835"/>
              <a:gd name="connsiteX6870" fmla="*/ 4598922 w 10450132"/>
              <a:gd name="connsiteY6870" fmla="*/ 2829781 h 5450835"/>
              <a:gd name="connsiteX6871" fmla="*/ 4598922 w 10450132"/>
              <a:gd name="connsiteY6871" fmla="*/ 2830635 h 5450835"/>
              <a:gd name="connsiteX6872" fmla="*/ 4594390 w 10450132"/>
              <a:gd name="connsiteY6872" fmla="*/ 2838517 h 5450835"/>
              <a:gd name="connsiteX6873" fmla="*/ 4593603 w 10450132"/>
              <a:gd name="connsiteY6873" fmla="*/ 2838976 h 5450835"/>
              <a:gd name="connsiteX6874" fmla="*/ 4584538 w 10450132"/>
              <a:gd name="connsiteY6874" fmla="*/ 2838976 h 5450835"/>
              <a:gd name="connsiteX6875" fmla="*/ 4583749 w 10450132"/>
              <a:gd name="connsiteY6875" fmla="*/ 2838517 h 5450835"/>
              <a:gd name="connsiteX6876" fmla="*/ 4579218 w 10450132"/>
              <a:gd name="connsiteY6876" fmla="*/ 2830635 h 5450835"/>
              <a:gd name="connsiteX6877" fmla="*/ 4579218 w 10450132"/>
              <a:gd name="connsiteY6877" fmla="*/ 2829781 h 5450835"/>
              <a:gd name="connsiteX6878" fmla="*/ 4583749 w 10450132"/>
              <a:gd name="connsiteY6878" fmla="*/ 2821899 h 5450835"/>
              <a:gd name="connsiteX6879" fmla="*/ 4584538 w 10450132"/>
              <a:gd name="connsiteY6879" fmla="*/ 2821440 h 5450835"/>
              <a:gd name="connsiteX6880" fmla="*/ 4330157 w 10450132"/>
              <a:gd name="connsiteY6880" fmla="*/ 2821440 h 5450835"/>
              <a:gd name="connsiteX6881" fmla="*/ 4339222 w 10450132"/>
              <a:gd name="connsiteY6881" fmla="*/ 2821440 h 5450835"/>
              <a:gd name="connsiteX6882" fmla="*/ 4340010 w 10450132"/>
              <a:gd name="connsiteY6882" fmla="*/ 2821899 h 5450835"/>
              <a:gd name="connsiteX6883" fmla="*/ 4344540 w 10450132"/>
              <a:gd name="connsiteY6883" fmla="*/ 2829781 h 5450835"/>
              <a:gd name="connsiteX6884" fmla="*/ 4344540 w 10450132"/>
              <a:gd name="connsiteY6884" fmla="*/ 2830635 h 5450835"/>
              <a:gd name="connsiteX6885" fmla="*/ 4340010 w 10450132"/>
              <a:gd name="connsiteY6885" fmla="*/ 2838517 h 5450835"/>
              <a:gd name="connsiteX6886" fmla="*/ 4339222 w 10450132"/>
              <a:gd name="connsiteY6886" fmla="*/ 2838976 h 5450835"/>
              <a:gd name="connsiteX6887" fmla="*/ 4330157 w 10450132"/>
              <a:gd name="connsiteY6887" fmla="*/ 2838976 h 5450835"/>
              <a:gd name="connsiteX6888" fmla="*/ 4329369 w 10450132"/>
              <a:gd name="connsiteY6888" fmla="*/ 2838517 h 5450835"/>
              <a:gd name="connsiteX6889" fmla="*/ 4324836 w 10450132"/>
              <a:gd name="connsiteY6889" fmla="*/ 2830635 h 5450835"/>
              <a:gd name="connsiteX6890" fmla="*/ 4324836 w 10450132"/>
              <a:gd name="connsiteY6890" fmla="*/ 2829781 h 5450835"/>
              <a:gd name="connsiteX6891" fmla="*/ 4329369 w 10450132"/>
              <a:gd name="connsiteY6891" fmla="*/ 2821899 h 5450835"/>
              <a:gd name="connsiteX6892" fmla="*/ 4330157 w 10450132"/>
              <a:gd name="connsiteY6892" fmla="*/ 2821440 h 5450835"/>
              <a:gd name="connsiteX6893" fmla="*/ 4075935 w 10450132"/>
              <a:gd name="connsiteY6893" fmla="*/ 2821440 h 5450835"/>
              <a:gd name="connsiteX6894" fmla="*/ 4084998 w 10450132"/>
              <a:gd name="connsiteY6894" fmla="*/ 2821440 h 5450835"/>
              <a:gd name="connsiteX6895" fmla="*/ 4085787 w 10450132"/>
              <a:gd name="connsiteY6895" fmla="*/ 2821899 h 5450835"/>
              <a:gd name="connsiteX6896" fmla="*/ 4090317 w 10450132"/>
              <a:gd name="connsiteY6896" fmla="*/ 2829781 h 5450835"/>
              <a:gd name="connsiteX6897" fmla="*/ 4090317 w 10450132"/>
              <a:gd name="connsiteY6897" fmla="*/ 2830635 h 5450835"/>
              <a:gd name="connsiteX6898" fmla="*/ 4085787 w 10450132"/>
              <a:gd name="connsiteY6898" fmla="*/ 2838517 h 5450835"/>
              <a:gd name="connsiteX6899" fmla="*/ 4084998 w 10450132"/>
              <a:gd name="connsiteY6899" fmla="*/ 2838976 h 5450835"/>
              <a:gd name="connsiteX6900" fmla="*/ 4075935 w 10450132"/>
              <a:gd name="connsiteY6900" fmla="*/ 2838976 h 5450835"/>
              <a:gd name="connsiteX6901" fmla="*/ 4075147 w 10450132"/>
              <a:gd name="connsiteY6901" fmla="*/ 2838517 h 5450835"/>
              <a:gd name="connsiteX6902" fmla="*/ 4070614 w 10450132"/>
              <a:gd name="connsiteY6902" fmla="*/ 2830635 h 5450835"/>
              <a:gd name="connsiteX6903" fmla="*/ 4070614 w 10450132"/>
              <a:gd name="connsiteY6903" fmla="*/ 2829781 h 5450835"/>
              <a:gd name="connsiteX6904" fmla="*/ 4075147 w 10450132"/>
              <a:gd name="connsiteY6904" fmla="*/ 2821899 h 5450835"/>
              <a:gd name="connsiteX6905" fmla="*/ 4075935 w 10450132"/>
              <a:gd name="connsiteY6905" fmla="*/ 2821440 h 5450835"/>
              <a:gd name="connsiteX6906" fmla="*/ 3821423 w 10450132"/>
              <a:gd name="connsiteY6906" fmla="*/ 2821440 h 5450835"/>
              <a:gd name="connsiteX6907" fmla="*/ 3830488 w 10450132"/>
              <a:gd name="connsiteY6907" fmla="*/ 2821440 h 5450835"/>
              <a:gd name="connsiteX6908" fmla="*/ 3831274 w 10450132"/>
              <a:gd name="connsiteY6908" fmla="*/ 2821899 h 5450835"/>
              <a:gd name="connsiteX6909" fmla="*/ 3835806 w 10450132"/>
              <a:gd name="connsiteY6909" fmla="*/ 2829781 h 5450835"/>
              <a:gd name="connsiteX6910" fmla="*/ 3835806 w 10450132"/>
              <a:gd name="connsiteY6910" fmla="*/ 2830635 h 5450835"/>
              <a:gd name="connsiteX6911" fmla="*/ 3831274 w 10450132"/>
              <a:gd name="connsiteY6911" fmla="*/ 2838517 h 5450835"/>
              <a:gd name="connsiteX6912" fmla="*/ 3830488 w 10450132"/>
              <a:gd name="connsiteY6912" fmla="*/ 2838976 h 5450835"/>
              <a:gd name="connsiteX6913" fmla="*/ 3821423 w 10450132"/>
              <a:gd name="connsiteY6913" fmla="*/ 2838976 h 5450835"/>
              <a:gd name="connsiteX6914" fmla="*/ 3820635 w 10450132"/>
              <a:gd name="connsiteY6914" fmla="*/ 2838517 h 5450835"/>
              <a:gd name="connsiteX6915" fmla="*/ 3816104 w 10450132"/>
              <a:gd name="connsiteY6915" fmla="*/ 2830635 h 5450835"/>
              <a:gd name="connsiteX6916" fmla="*/ 3816104 w 10450132"/>
              <a:gd name="connsiteY6916" fmla="*/ 2829781 h 5450835"/>
              <a:gd name="connsiteX6917" fmla="*/ 3820635 w 10450132"/>
              <a:gd name="connsiteY6917" fmla="*/ 2821899 h 5450835"/>
              <a:gd name="connsiteX6918" fmla="*/ 3821423 w 10450132"/>
              <a:gd name="connsiteY6918" fmla="*/ 2821440 h 5450835"/>
              <a:gd name="connsiteX6919" fmla="*/ 3567049 w 10450132"/>
              <a:gd name="connsiteY6919" fmla="*/ 2821440 h 5450835"/>
              <a:gd name="connsiteX6920" fmla="*/ 3576114 w 10450132"/>
              <a:gd name="connsiteY6920" fmla="*/ 2821440 h 5450835"/>
              <a:gd name="connsiteX6921" fmla="*/ 3576902 w 10450132"/>
              <a:gd name="connsiteY6921" fmla="*/ 2821899 h 5450835"/>
              <a:gd name="connsiteX6922" fmla="*/ 3581432 w 10450132"/>
              <a:gd name="connsiteY6922" fmla="*/ 2829781 h 5450835"/>
              <a:gd name="connsiteX6923" fmla="*/ 3581432 w 10450132"/>
              <a:gd name="connsiteY6923" fmla="*/ 2830635 h 5450835"/>
              <a:gd name="connsiteX6924" fmla="*/ 3576902 w 10450132"/>
              <a:gd name="connsiteY6924" fmla="*/ 2838517 h 5450835"/>
              <a:gd name="connsiteX6925" fmla="*/ 3576114 w 10450132"/>
              <a:gd name="connsiteY6925" fmla="*/ 2838976 h 5450835"/>
              <a:gd name="connsiteX6926" fmla="*/ 3567049 w 10450132"/>
              <a:gd name="connsiteY6926" fmla="*/ 2838976 h 5450835"/>
              <a:gd name="connsiteX6927" fmla="*/ 3566261 w 10450132"/>
              <a:gd name="connsiteY6927" fmla="*/ 2838517 h 5450835"/>
              <a:gd name="connsiteX6928" fmla="*/ 3561728 w 10450132"/>
              <a:gd name="connsiteY6928" fmla="*/ 2830635 h 5450835"/>
              <a:gd name="connsiteX6929" fmla="*/ 3561728 w 10450132"/>
              <a:gd name="connsiteY6929" fmla="*/ 2829781 h 5450835"/>
              <a:gd name="connsiteX6930" fmla="*/ 3566261 w 10450132"/>
              <a:gd name="connsiteY6930" fmla="*/ 2821899 h 5450835"/>
              <a:gd name="connsiteX6931" fmla="*/ 3567049 w 10450132"/>
              <a:gd name="connsiteY6931" fmla="*/ 2821440 h 5450835"/>
              <a:gd name="connsiteX6932" fmla="*/ 3312652 w 10450132"/>
              <a:gd name="connsiteY6932" fmla="*/ 2821440 h 5450835"/>
              <a:gd name="connsiteX6933" fmla="*/ 3321716 w 10450132"/>
              <a:gd name="connsiteY6933" fmla="*/ 2821440 h 5450835"/>
              <a:gd name="connsiteX6934" fmla="*/ 3322504 w 10450132"/>
              <a:gd name="connsiteY6934" fmla="*/ 2821899 h 5450835"/>
              <a:gd name="connsiteX6935" fmla="*/ 3327035 w 10450132"/>
              <a:gd name="connsiteY6935" fmla="*/ 2829781 h 5450835"/>
              <a:gd name="connsiteX6936" fmla="*/ 3327035 w 10450132"/>
              <a:gd name="connsiteY6936" fmla="*/ 2830635 h 5450835"/>
              <a:gd name="connsiteX6937" fmla="*/ 3322504 w 10450132"/>
              <a:gd name="connsiteY6937" fmla="*/ 2838517 h 5450835"/>
              <a:gd name="connsiteX6938" fmla="*/ 3321716 w 10450132"/>
              <a:gd name="connsiteY6938" fmla="*/ 2838976 h 5450835"/>
              <a:gd name="connsiteX6939" fmla="*/ 3312652 w 10450132"/>
              <a:gd name="connsiteY6939" fmla="*/ 2838976 h 5450835"/>
              <a:gd name="connsiteX6940" fmla="*/ 3311864 w 10450132"/>
              <a:gd name="connsiteY6940" fmla="*/ 2838517 h 5450835"/>
              <a:gd name="connsiteX6941" fmla="*/ 3307331 w 10450132"/>
              <a:gd name="connsiteY6941" fmla="*/ 2830635 h 5450835"/>
              <a:gd name="connsiteX6942" fmla="*/ 3307331 w 10450132"/>
              <a:gd name="connsiteY6942" fmla="*/ 2829781 h 5450835"/>
              <a:gd name="connsiteX6943" fmla="*/ 3311864 w 10450132"/>
              <a:gd name="connsiteY6943" fmla="*/ 2821899 h 5450835"/>
              <a:gd name="connsiteX6944" fmla="*/ 3312652 w 10450132"/>
              <a:gd name="connsiteY6944" fmla="*/ 2821440 h 5450835"/>
              <a:gd name="connsiteX6945" fmla="*/ 3058343 w 10450132"/>
              <a:gd name="connsiteY6945" fmla="*/ 2821440 h 5450835"/>
              <a:gd name="connsiteX6946" fmla="*/ 3067409 w 10450132"/>
              <a:gd name="connsiteY6946" fmla="*/ 2821440 h 5450835"/>
              <a:gd name="connsiteX6947" fmla="*/ 3068197 w 10450132"/>
              <a:gd name="connsiteY6947" fmla="*/ 2821899 h 5450835"/>
              <a:gd name="connsiteX6948" fmla="*/ 3072729 w 10450132"/>
              <a:gd name="connsiteY6948" fmla="*/ 2829781 h 5450835"/>
              <a:gd name="connsiteX6949" fmla="*/ 3072729 w 10450132"/>
              <a:gd name="connsiteY6949" fmla="*/ 2830635 h 5450835"/>
              <a:gd name="connsiteX6950" fmla="*/ 3068197 w 10450132"/>
              <a:gd name="connsiteY6950" fmla="*/ 2838517 h 5450835"/>
              <a:gd name="connsiteX6951" fmla="*/ 3067409 w 10450132"/>
              <a:gd name="connsiteY6951" fmla="*/ 2838976 h 5450835"/>
              <a:gd name="connsiteX6952" fmla="*/ 3058343 w 10450132"/>
              <a:gd name="connsiteY6952" fmla="*/ 2838976 h 5450835"/>
              <a:gd name="connsiteX6953" fmla="*/ 3057556 w 10450132"/>
              <a:gd name="connsiteY6953" fmla="*/ 2838517 h 5450835"/>
              <a:gd name="connsiteX6954" fmla="*/ 3053025 w 10450132"/>
              <a:gd name="connsiteY6954" fmla="*/ 2830635 h 5450835"/>
              <a:gd name="connsiteX6955" fmla="*/ 3053025 w 10450132"/>
              <a:gd name="connsiteY6955" fmla="*/ 2829781 h 5450835"/>
              <a:gd name="connsiteX6956" fmla="*/ 3057556 w 10450132"/>
              <a:gd name="connsiteY6956" fmla="*/ 2821899 h 5450835"/>
              <a:gd name="connsiteX6957" fmla="*/ 3058343 w 10450132"/>
              <a:gd name="connsiteY6957" fmla="*/ 2821440 h 5450835"/>
              <a:gd name="connsiteX6958" fmla="*/ 2803756 w 10450132"/>
              <a:gd name="connsiteY6958" fmla="*/ 2821440 h 5450835"/>
              <a:gd name="connsiteX6959" fmla="*/ 2812820 w 10450132"/>
              <a:gd name="connsiteY6959" fmla="*/ 2821440 h 5450835"/>
              <a:gd name="connsiteX6960" fmla="*/ 2813608 w 10450132"/>
              <a:gd name="connsiteY6960" fmla="*/ 2821899 h 5450835"/>
              <a:gd name="connsiteX6961" fmla="*/ 2818139 w 10450132"/>
              <a:gd name="connsiteY6961" fmla="*/ 2829781 h 5450835"/>
              <a:gd name="connsiteX6962" fmla="*/ 2818139 w 10450132"/>
              <a:gd name="connsiteY6962" fmla="*/ 2830635 h 5450835"/>
              <a:gd name="connsiteX6963" fmla="*/ 2813608 w 10450132"/>
              <a:gd name="connsiteY6963" fmla="*/ 2838517 h 5450835"/>
              <a:gd name="connsiteX6964" fmla="*/ 2812820 w 10450132"/>
              <a:gd name="connsiteY6964" fmla="*/ 2838976 h 5450835"/>
              <a:gd name="connsiteX6965" fmla="*/ 2803756 w 10450132"/>
              <a:gd name="connsiteY6965" fmla="*/ 2838976 h 5450835"/>
              <a:gd name="connsiteX6966" fmla="*/ 2802967 w 10450132"/>
              <a:gd name="connsiteY6966" fmla="*/ 2838517 h 5450835"/>
              <a:gd name="connsiteX6967" fmla="*/ 2798435 w 10450132"/>
              <a:gd name="connsiteY6967" fmla="*/ 2830635 h 5450835"/>
              <a:gd name="connsiteX6968" fmla="*/ 2798435 w 10450132"/>
              <a:gd name="connsiteY6968" fmla="*/ 2829781 h 5450835"/>
              <a:gd name="connsiteX6969" fmla="*/ 2802967 w 10450132"/>
              <a:gd name="connsiteY6969" fmla="*/ 2821899 h 5450835"/>
              <a:gd name="connsiteX6970" fmla="*/ 2803756 w 10450132"/>
              <a:gd name="connsiteY6970" fmla="*/ 2821440 h 5450835"/>
              <a:gd name="connsiteX6971" fmla="*/ 2549476 w 10450132"/>
              <a:gd name="connsiteY6971" fmla="*/ 2821440 h 5450835"/>
              <a:gd name="connsiteX6972" fmla="*/ 2558541 w 10450132"/>
              <a:gd name="connsiteY6972" fmla="*/ 2821440 h 5450835"/>
              <a:gd name="connsiteX6973" fmla="*/ 2559330 w 10450132"/>
              <a:gd name="connsiteY6973" fmla="*/ 2821899 h 5450835"/>
              <a:gd name="connsiteX6974" fmla="*/ 2563862 w 10450132"/>
              <a:gd name="connsiteY6974" fmla="*/ 2829781 h 5450835"/>
              <a:gd name="connsiteX6975" fmla="*/ 2563862 w 10450132"/>
              <a:gd name="connsiteY6975" fmla="*/ 2830635 h 5450835"/>
              <a:gd name="connsiteX6976" fmla="*/ 2559330 w 10450132"/>
              <a:gd name="connsiteY6976" fmla="*/ 2838517 h 5450835"/>
              <a:gd name="connsiteX6977" fmla="*/ 2558541 w 10450132"/>
              <a:gd name="connsiteY6977" fmla="*/ 2838976 h 5450835"/>
              <a:gd name="connsiteX6978" fmla="*/ 2549476 w 10450132"/>
              <a:gd name="connsiteY6978" fmla="*/ 2838976 h 5450835"/>
              <a:gd name="connsiteX6979" fmla="*/ 2548688 w 10450132"/>
              <a:gd name="connsiteY6979" fmla="*/ 2838517 h 5450835"/>
              <a:gd name="connsiteX6980" fmla="*/ 2544156 w 10450132"/>
              <a:gd name="connsiteY6980" fmla="*/ 2830635 h 5450835"/>
              <a:gd name="connsiteX6981" fmla="*/ 2544156 w 10450132"/>
              <a:gd name="connsiteY6981" fmla="*/ 2829781 h 5450835"/>
              <a:gd name="connsiteX6982" fmla="*/ 2548688 w 10450132"/>
              <a:gd name="connsiteY6982" fmla="*/ 2821899 h 5450835"/>
              <a:gd name="connsiteX6983" fmla="*/ 2549476 w 10450132"/>
              <a:gd name="connsiteY6983" fmla="*/ 2821440 h 5450835"/>
              <a:gd name="connsiteX6984" fmla="*/ 2295027 w 10450132"/>
              <a:gd name="connsiteY6984" fmla="*/ 2821440 h 5450835"/>
              <a:gd name="connsiteX6985" fmla="*/ 2304092 w 10450132"/>
              <a:gd name="connsiteY6985" fmla="*/ 2821440 h 5450835"/>
              <a:gd name="connsiteX6986" fmla="*/ 2304881 w 10450132"/>
              <a:gd name="connsiteY6986" fmla="*/ 2821899 h 5450835"/>
              <a:gd name="connsiteX6987" fmla="*/ 2309412 w 10450132"/>
              <a:gd name="connsiteY6987" fmla="*/ 2829781 h 5450835"/>
              <a:gd name="connsiteX6988" fmla="*/ 2309412 w 10450132"/>
              <a:gd name="connsiteY6988" fmla="*/ 2830635 h 5450835"/>
              <a:gd name="connsiteX6989" fmla="*/ 2304881 w 10450132"/>
              <a:gd name="connsiteY6989" fmla="*/ 2838517 h 5450835"/>
              <a:gd name="connsiteX6990" fmla="*/ 2304092 w 10450132"/>
              <a:gd name="connsiteY6990" fmla="*/ 2838976 h 5450835"/>
              <a:gd name="connsiteX6991" fmla="*/ 2295027 w 10450132"/>
              <a:gd name="connsiteY6991" fmla="*/ 2838976 h 5450835"/>
              <a:gd name="connsiteX6992" fmla="*/ 2294239 w 10450132"/>
              <a:gd name="connsiteY6992" fmla="*/ 2838517 h 5450835"/>
              <a:gd name="connsiteX6993" fmla="*/ 2289707 w 10450132"/>
              <a:gd name="connsiteY6993" fmla="*/ 2830635 h 5450835"/>
              <a:gd name="connsiteX6994" fmla="*/ 2289707 w 10450132"/>
              <a:gd name="connsiteY6994" fmla="*/ 2829781 h 5450835"/>
              <a:gd name="connsiteX6995" fmla="*/ 2294239 w 10450132"/>
              <a:gd name="connsiteY6995" fmla="*/ 2821899 h 5450835"/>
              <a:gd name="connsiteX6996" fmla="*/ 2295027 w 10450132"/>
              <a:gd name="connsiteY6996" fmla="*/ 2821440 h 5450835"/>
              <a:gd name="connsiteX6997" fmla="*/ 2040609 w 10450132"/>
              <a:gd name="connsiteY6997" fmla="*/ 2821440 h 5450835"/>
              <a:gd name="connsiteX6998" fmla="*/ 2049673 w 10450132"/>
              <a:gd name="connsiteY6998" fmla="*/ 2821440 h 5450835"/>
              <a:gd name="connsiteX6999" fmla="*/ 2050461 w 10450132"/>
              <a:gd name="connsiteY6999" fmla="*/ 2821899 h 5450835"/>
              <a:gd name="connsiteX7000" fmla="*/ 2054993 w 10450132"/>
              <a:gd name="connsiteY7000" fmla="*/ 2829781 h 5450835"/>
              <a:gd name="connsiteX7001" fmla="*/ 2054993 w 10450132"/>
              <a:gd name="connsiteY7001" fmla="*/ 2830635 h 5450835"/>
              <a:gd name="connsiteX7002" fmla="*/ 2050461 w 10450132"/>
              <a:gd name="connsiteY7002" fmla="*/ 2838517 h 5450835"/>
              <a:gd name="connsiteX7003" fmla="*/ 2049673 w 10450132"/>
              <a:gd name="connsiteY7003" fmla="*/ 2838976 h 5450835"/>
              <a:gd name="connsiteX7004" fmla="*/ 2040609 w 10450132"/>
              <a:gd name="connsiteY7004" fmla="*/ 2838976 h 5450835"/>
              <a:gd name="connsiteX7005" fmla="*/ 2039821 w 10450132"/>
              <a:gd name="connsiteY7005" fmla="*/ 2838517 h 5450835"/>
              <a:gd name="connsiteX7006" fmla="*/ 2035288 w 10450132"/>
              <a:gd name="connsiteY7006" fmla="*/ 2830635 h 5450835"/>
              <a:gd name="connsiteX7007" fmla="*/ 2035288 w 10450132"/>
              <a:gd name="connsiteY7007" fmla="*/ 2829781 h 5450835"/>
              <a:gd name="connsiteX7008" fmla="*/ 2039821 w 10450132"/>
              <a:gd name="connsiteY7008" fmla="*/ 2821899 h 5450835"/>
              <a:gd name="connsiteX7009" fmla="*/ 2040609 w 10450132"/>
              <a:gd name="connsiteY7009" fmla="*/ 2821440 h 5450835"/>
              <a:gd name="connsiteX7010" fmla="*/ 1786361 w 10450132"/>
              <a:gd name="connsiteY7010" fmla="*/ 2821440 h 5450835"/>
              <a:gd name="connsiteX7011" fmla="*/ 1795426 w 10450132"/>
              <a:gd name="connsiteY7011" fmla="*/ 2821440 h 5450835"/>
              <a:gd name="connsiteX7012" fmla="*/ 1796214 w 10450132"/>
              <a:gd name="connsiteY7012" fmla="*/ 2821899 h 5450835"/>
              <a:gd name="connsiteX7013" fmla="*/ 1800745 w 10450132"/>
              <a:gd name="connsiteY7013" fmla="*/ 2829781 h 5450835"/>
              <a:gd name="connsiteX7014" fmla="*/ 1800745 w 10450132"/>
              <a:gd name="connsiteY7014" fmla="*/ 2830635 h 5450835"/>
              <a:gd name="connsiteX7015" fmla="*/ 1796214 w 10450132"/>
              <a:gd name="connsiteY7015" fmla="*/ 2838517 h 5450835"/>
              <a:gd name="connsiteX7016" fmla="*/ 1795426 w 10450132"/>
              <a:gd name="connsiteY7016" fmla="*/ 2838976 h 5450835"/>
              <a:gd name="connsiteX7017" fmla="*/ 1786361 w 10450132"/>
              <a:gd name="connsiteY7017" fmla="*/ 2838976 h 5450835"/>
              <a:gd name="connsiteX7018" fmla="*/ 1785574 w 10450132"/>
              <a:gd name="connsiteY7018" fmla="*/ 2838517 h 5450835"/>
              <a:gd name="connsiteX7019" fmla="*/ 1781042 w 10450132"/>
              <a:gd name="connsiteY7019" fmla="*/ 2830635 h 5450835"/>
              <a:gd name="connsiteX7020" fmla="*/ 1781042 w 10450132"/>
              <a:gd name="connsiteY7020" fmla="*/ 2829781 h 5450835"/>
              <a:gd name="connsiteX7021" fmla="*/ 1785574 w 10450132"/>
              <a:gd name="connsiteY7021" fmla="*/ 2821899 h 5450835"/>
              <a:gd name="connsiteX7022" fmla="*/ 1786361 w 10450132"/>
              <a:gd name="connsiteY7022" fmla="*/ 2821440 h 5450835"/>
              <a:gd name="connsiteX7023" fmla="*/ 1531882 w 10450132"/>
              <a:gd name="connsiteY7023" fmla="*/ 2821440 h 5450835"/>
              <a:gd name="connsiteX7024" fmla="*/ 1540946 w 10450132"/>
              <a:gd name="connsiteY7024" fmla="*/ 2821440 h 5450835"/>
              <a:gd name="connsiteX7025" fmla="*/ 1541735 w 10450132"/>
              <a:gd name="connsiteY7025" fmla="*/ 2821899 h 5450835"/>
              <a:gd name="connsiteX7026" fmla="*/ 1546267 w 10450132"/>
              <a:gd name="connsiteY7026" fmla="*/ 2829781 h 5450835"/>
              <a:gd name="connsiteX7027" fmla="*/ 1546267 w 10450132"/>
              <a:gd name="connsiteY7027" fmla="*/ 2830635 h 5450835"/>
              <a:gd name="connsiteX7028" fmla="*/ 1541735 w 10450132"/>
              <a:gd name="connsiteY7028" fmla="*/ 2838517 h 5450835"/>
              <a:gd name="connsiteX7029" fmla="*/ 1540946 w 10450132"/>
              <a:gd name="connsiteY7029" fmla="*/ 2838976 h 5450835"/>
              <a:gd name="connsiteX7030" fmla="*/ 1531882 w 10450132"/>
              <a:gd name="connsiteY7030" fmla="*/ 2838976 h 5450835"/>
              <a:gd name="connsiteX7031" fmla="*/ 1531093 w 10450132"/>
              <a:gd name="connsiteY7031" fmla="*/ 2838517 h 5450835"/>
              <a:gd name="connsiteX7032" fmla="*/ 1526561 w 10450132"/>
              <a:gd name="connsiteY7032" fmla="*/ 2830635 h 5450835"/>
              <a:gd name="connsiteX7033" fmla="*/ 1526561 w 10450132"/>
              <a:gd name="connsiteY7033" fmla="*/ 2829781 h 5450835"/>
              <a:gd name="connsiteX7034" fmla="*/ 1531093 w 10450132"/>
              <a:gd name="connsiteY7034" fmla="*/ 2821899 h 5450835"/>
              <a:gd name="connsiteX7035" fmla="*/ 1531882 w 10450132"/>
              <a:gd name="connsiteY7035" fmla="*/ 2821440 h 5450835"/>
              <a:gd name="connsiteX7036" fmla="*/ 1277510 w 10450132"/>
              <a:gd name="connsiteY7036" fmla="*/ 2821440 h 5450835"/>
              <a:gd name="connsiteX7037" fmla="*/ 1286575 w 10450132"/>
              <a:gd name="connsiteY7037" fmla="*/ 2821440 h 5450835"/>
              <a:gd name="connsiteX7038" fmla="*/ 1287363 w 10450132"/>
              <a:gd name="connsiteY7038" fmla="*/ 2821899 h 5450835"/>
              <a:gd name="connsiteX7039" fmla="*/ 1291896 w 10450132"/>
              <a:gd name="connsiteY7039" fmla="*/ 2829781 h 5450835"/>
              <a:gd name="connsiteX7040" fmla="*/ 1291896 w 10450132"/>
              <a:gd name="connsiteY7040" fmla="*/ 2830635 h 5450835"/>
              <a:gd name="connsiteX7041" fmla="*/ 1287363 w 10450132"/>
              <a:gd name="connsiteY7041" fmla="*/ 2838517 h 5450835"/>
              <a:gd name="connsiteX7042" fmla="*/ 1286575 w 10450132"/>
              <a:gd name="connsiteY7042" fmla="*/ 2838976 h 5450835"/>
              <a:gd name="connsiteX7043" fmla="*/ 1277510 w 10450132"/>
              <a:gd name="connsiteY7043" fmla="*/ 2838976 h 5450835"/>
              <a:gd name="connsiteX7044" fmla="*/ 1276722 w 10450132"/>
              <a:gd name="connsiteY7044" fmla="*/ 2838517 h 5450835"/>
              <a:gd name="connsiteX7045" fmla="*/ 1272191 w 10450132"/>
              <a:gd name="connsiteY7045" fmla="*/ 2830635 h 5450835"/>
              <a:gd name="connsiteX7046" fmla="*/ 1272191 w 10450132"/>
              <a:gd name="connsiteY7046" fmla="*/ 2829781 h 5450835"/>
              <a:gd name="connsiteX7047" fmla="*/ 1276722 w 10450132"/>
              <a:gd name="connsiteY7047" fmla="*/ 2821899 h 5450835"/>
              <a:gd name="connsiteX7048" fmla="*/ 1277510 w 10450132"/>
              <a:gd name="connsiteY7048" fmla="*/ 2821440 h 5450835"/>
              <a:gd name="connsiteX7049" fmla="*/ 1023071 w 10450132"/>
              <a:gd name="connsiteY7049" fmla="*/ 2821440 h 5450835"/>
              <a:gd name="connsiteX7050" fmla="*/ 1032136 w 10450132"/>
              <a:gd name="connsiteY7050" fmla="*/ 2821440 h 5450835"/>
              <a:gd name="connsiteX7051" fmla="*/ 1032923 w 10450132"/>
              <a:gd name="connsiteY7051" fmla="*/ 2821899 h 5450835"/>
              <a:gd name="connsiteX7052" fmla="*/ 1037456 w 10450132"/>
              <a:gd name="connsiteY7052" fmla="*/ 2829781 h 5450835"/>
              <a:gd name="connsiteX7053" fmla="*/ 1037456 w 10450132"/>
              <a:gd name="connsiteY7053" fmla="*/ 2830635 h 5450835"/>
              <a:gd name="connsiteX7054" fmla="*/ 1032923 w 10450132"/>
              <a:gd name="connsiteY7054" fmla="*/ 2838517 h 5450835"/>
              <a:gd name="connsiteX7055" fmla="*/ 1032136 w 10450132"/>
              <a:gd name="connsiteY7055" fmla="*/ 2838976 h 5450835"/>
              <a:gd name="connsiteX7056" fmla="*/ 1023071 w 10450132"/>
              <a:gd name="connsiteY7056" fmla="*/ 2838976 h 5450835"/>
              <a:gd name="connsiteX7057" fmla="*/ 1022283 w 10450132"/>
              <a:gd name="connsiteY7057" fmla="*/ 2838517 h 5450835"/>
              <a:gd name="connsiteX7058" fmla="*/ 1017750 w 10450132"/>
              <a:gd name="connsiteY7058" fmla="*/ 2830635 h 5450835"/>
              <a:gd name="connsiteX7059" fmla="*/ 1017750 w 10450132"/>
              <a:gd name="connsiteY7059" fmla="*/ 2829781 h 5450835"/>
              <a:gd name="connsiteX7060" fmla="*/ 1022283 w 10450132"/>
              <a:gd name="connsiteY7060" fmla="*/ 2821899 h 5450835"/>
              <a:gd name="connsiteX7061" fmla="*/ 1023071 w 10450132"/>
              <a:gd name="connsiteY7061" fmla="*/ 2821440 h 5450835"/>
              <a:gd name="connsiteX7062" fmla="*/ 768576 w 10450132"/>
              <a:gd name="connsiteY7062" fmla="*/ 2821440 h 5450835"/>
              <a:gd name="connsiteX7063" fmla="*/ 777640 w 10450132"/>
              <a:gd name="connsiteY7063" fmla="*/ 2821440 h 5450835"/>
              <a:gd name="connsiteX7064" fmla="*/ 778427 w 10450132"/>
              <a:gd name="connsiteY7064" fmla="*/ 2821899 h 5450835"/>
              <a:gd name="connsiteX7065" fmla="*/ 782959 w 10450132"/>
              <a:gd name="connsiteY7065" fmla="*/ 2829781 h 5450835"/>
              <a:gd name="connsiteX7066" fmla="*/ 782959 w 10450132"/>
              <a:gd name="connsiteY7066" fmla="*/ 2830635 h 5450835"/>
              <a:gd name="connsiteX7067" fmla="*/ 778427 w 10450132"/>
              <a:gd name="connsiteY7067" fmla="*/ 2838517 h 5450835"/>
              <a:gd name="connsiteX7068" fmla="*/ 777640 w 10450132"/>
              <a:gd name="connsiteY7068" fmla="*/ 2838976 h 5450835"/>
              <a:gd name="connsiteX7069" fmla="*/ 768576 w 10450132"/>
              <a:gd name="connsiteY7069" fmla="*/ 2838976 h 5450835"/>
              <a:gd name="connsiteX7070" fmla="*/ 767788 w 10450132"/>
              <a:gd name="connsiteY7070" fmla="*/ 2838517 h 5450835"/>
              <a:gd name="connsiteX7071" fmla="*/ 763255 w 10450132"/>
              <a:gd name="connsiteY7071" fmla="*/ 2830635 h 5450835"/>
              <a:gd name="connsiteX7072" fmla="*/ 763255 w 10450132"/>
              <a:gd name="connsiteY7072" fmla="*/ 2829781 h 5450835"/>
              <a:gd name="connsiteX7073" fmla="*/ 767788 w 10450132"/>
              <a:gd name="connsiteY7073" fmla="*/ 2821899 h 5450835"/>
              <a:gd name="connsiteX7074" fmla="*/ 768576 w 10450132"/>
              <a:gd name="connsiteY7074" fmla="*/ 2821440 h 5450835"/>
              <a:gd name="connsiteX7075" fmla="*/ 514312 w 10450132"/>
              <a:gd name="connsiteY7075" fmla="*/ 2821440 h 5450835"/>
              <a:gd name="connsiteX7076" fmla="*/ 523376 w 10450132"/>
              <a:gd name="connsiteY7076" fmla="*/ 2821440 h 5450835"/>
              <a:gd name="connsiteX7077" fmla="*/ 524164 w 10450132"/>
              <a:gd name="connsiteY7077" fmla="*/ 2821899 h 5450835"/>
              <a:gd name="connsiteX7078" fmla="*/ 528696 w 10450132"/>
              <a:gd name="connsiteY7078" fmla="*/ 2829781 h 5450835"/>
              <a:gd name="connsiteX7079" fmla="*/ 528696 w 10450132"/>
              <a:gd name="connsiteY7079" fmla="*/ 2830635 h 5450835"/>
              <a:gd name="connsiteX7080" fmla="*/ 524164 w 10450132"/>
              <a:gd name="connsiteY7080" fmla="*/ 2838517 h 5450835"/>
              <a:gd name="connsiteX7081" fmla="*/ 523376 w 10450132"/>
              <a:gd name="connsiteY7081" fmla="*/ 2838976 h 5450835"/>
              <a:gd name="connsiteX7082" fmla="*/ 514312 w 10450132"/>
              <a:gd name="connsiteY7082" fmla="*/ 2838976 h 5450835"/>
              <a:gd name="connsiteX7083" fmla="*/ 513524 w 10450132"/>
              <a:gd name="connsiteY7083" fmla="*/ 2838517 h 5450835"/>
              <a:gd name="connsiteX7084" fmla="*/ 508991 w 10450132"/>
              <a:gd name="connsiteY7084" fmla="*/ 2830635 h 5450835"/>
              <a:gd name="connsiteX7085" fmla="*/ 508991 w 10450132"/>
              <a:gd name="connsiteY7085" fmla="*/ 2829781 h 5450835"/>
              <a:gd name="connsiteX7086" fmla="*/ 513524 w 10450132"/>
              <a:gd name="connsiteY7086" fmla="*/ 2821899 h 5450835"/>
              <a:gd name="connsiteX7087" fmla="*/ 514312 w 10450132"/>
              <a:gd name="connsiteY7087" fmla="*/ 2821440 h 5450835"/>
              <a:gd name="connsiteX7088" fmla="*/ 259839 w 10450132"/>
              <a:gd name="connsiteY7088" fmla="*/ 2821440 h 5450835"/>
              <a:gd name="connsiteX7089" fmla="*/ 268902 w 10450132"/>
              <a:gd name="connsiteY7089" fmla="*/ 2821440 h 5450835"/>
              <a:gd name="connsiteX7090" fmla="*/ 269690 w 10450132"/>
              <a:gd name="connsiteY7090" fmla="*/ 2821899 h 5450835"/>
              <a:gd name="connsiteX7091" fmla="*/ 274222 w 10450132"/>
              <a:gd name="connsiteY7091" fmla="*/ 2829781 h 5450835"/>
              <a:gd name="connsiteX7092" fmla="*/ 274222 w 10450132"/>
              <a:gd name="connsiteY7092" fmla="*/ 2830635 h 5450835"/>
              <a:gd name="connsiteX7093" fmla="*/ 269690 w 10450132"/>
              <a:gd name="connsiteY7093" fmla="*/ 2838517 h 5450835"/>
              <a:gd name="connsiteX7094" fmla="*/ 268902 w 10450132"/>
              <a:gd name="connsiteY7094" fmla="*/ 2838976 h 5450835"/>
              <a:gd name="connsiteX7095" fmla="*/ 259839 w 10450132"/>
              <a:gd name="connsiteY7095" fmla="*/ 2838976 h 5450835"/>
              <a:gd name="connsiteX7096" fmla="*/ 259049 w 10450132"/>
              <a:gd name="connsiteY7096" fmla="*/ 2838517 h 5450835"/>
              <a:gd name="connsiteX7097" fmla="*/ 254518 w 10450132"/>
              <a:gd name="connsiteY7097" fmla="*/ 2830635 h 5450835"/>
              <a:gd name="connsiteX7098" fmla="*/ 254518 w 10450132"/>
              <a:gd name="connsiteY7098" fmla="*/ 2829781 h 5450835"/>
              <a:gd name="connsiteX7099" fmla="*/ 259049 w 10450132"/>
              <a:gd name="connsiteY7099" fmla="*/ 2821899 h 5450835"/>
              <a:gd name="connsiteX7100" fmla="*/ 259839 w 10450132"/>
              <a:gd name="connsiteY7100" fmla="*/ 2821440 h 5450835"/>
              <a:gd name="connsiteX7101" fmla="*/ 5575 w 10450132"/>
              <a:gd name="connsiteY7101" fmla="*/ 2821440 h 5450835"/>
              <a:gd name="connsiteX7102" fmla="*/ 14639 w 10450132"/>
              <a:gd name="connsiteY7102" fmla="*/ 2821440 h 5450835"/>
              <a:gd name="connsiteX7103" fmla="*/ 15427 w 10450132"/>
              <a:gd name="connsiteY7103" fmla="*/ 2821899 h 5450835"/>
              <a:gd name="connsiteX7104" fmla="*/ 19959 w 10450132"/>
              <a:gd name="connsiteY7104" fmla="*/ 2829781 h 5450835"/>
              <a:gd name="connsiteX7105" fmla="*/ 19959 w 10450132"/>
              <a:gd name="connsiteY7105" fmla="*/ 2830635 h 5450835"/>
              <a:gd name="connsiteX7106" fmla="*/ 15427 w 10450132"/>
              <a:gd name="connsiteY7106" fmla="*/ 2838517 h 5450835"/>
              <a:gd name="connsiteX7107" fmla="*/ 14639 w 10450132"/>
              <a:gd name="connsiteY7107" fmla="*/ 2838976 h 5450835"/>
              <a:gd name="connsiteX7108" fmla="*/ 5575 w 10450132"/>
              <a:gd name="connsiteY7108" fmla="*/ 2838976 h 5450835"/>
              <a:gd name="connsiteX7109" fmla="*/ 4786 w 10450132"/>
              <a:gd name="connsiteY7109" fmla="*/ 2838517 h 5450835"/>
              <a:gd name="connsiteX7110" fmla="*/ 254 w 10450132"/>
              <a:gd name="connsiteY7110" fmla="*/ 2830635 h 5450835"/>
              <a:gd name="connsiteX7111" fmla="*/ 254 w 10450132"/>
              <a:gd name="connsiteY7111" fmla="*/ 2829781 h 5450835"/>
              <a:gd name="connsiteX7112" fmla="*/ 4786 w 10450132"/>
              <a:gd name="connsiteY7112" fmla="*/ 2821899 h 5450835"/>
              <a:gd name="connsiteX7113" fmla="*/ 5575 w 10450132"/>
              <a:gd name="connsiteY7113" fmla="*/ 2821440 h 5450835"/>
              <a:gd name="connsiteX7114" fmla="*/ 10435622 w 10450132"/>
              <a:gd name="connsiteY7114" fmla="*/ 2604431 h 5450835"/>
              <a:gd name="connsiteX7115" fmla="*/ 10444686 w 10450132"/>
              <a:gd name="connsiteY7115" fmla="*/ 2604431 h 5450835"/>
              <a:gd name="connsiteX7116" fmla="*/ 10445474 w 10450132"/>
              <a:gd name="connsiteY7116" fmla="*/ 2604891 h 5450835"/>
              <a:gd name="connsiteX7117" fmla="*/ 10450007 w 10450132"/>
              <a:gd name="connsiteY7117" fmla="*/ 2612772 h 5450835"/>
              <a:gd name="connsiteX7118" fmla="*/ 10450007 w 10450132"/>
              <a:gd name="connsiteY7118" fmla="*/ 2613626 h 5450835"/>
              <a:gd name="connsiteX7119" fmla="*/ 10445474 w 10450132"/>
              <a:gd name="connsiteY7119" fmla="*/ 2621508 h 5450835"/>
              <a:gd name="connsiteX7120" fmla="*/ 10444686 w 10450132"/>
              <a:gd name="connsiteY7120" fmla="*/ 2621968 h 5450835"/>
              <a:gd name="connsiteX7121" fmla="*/ 10435622 w 10450132"/>
              <a:gd name="connsiteY7121" fmla="*/ 2621968 h 5450835"/>
              <a:gd name="connsiteX7122" fmla="*/ 10434834 w 10450132"/>
              <a:gd name="connsiteY7122" fmla="*/ 2621508 h 5450835"/>
              <a:gd name="connsiteX7123" fmla="*/ 10430302 w 10450132"/>
              <a:gd name="connsiteY7123" fmla="*/ 2613626 h 5450835"/>
              <a:gd name="connsiteX7124" fmla="*/ 10430302 w 10450132"/>
              <a:gd name="connsiteY7124" fmla="*/ 2612772 h 5450835"/>
              <a:gd name="connsiteX7125" fmla="*/ 10434834 w 10450132"/>
              <a:gd name="connsiteY7125" fmla="*/ 2604891 h 5450835"/>
              <a:gd name="connsiteX7126" fmla="*/ 10435622 w 10450132"/>
              <a:gd name="connsiteY7126" fmla="*/ 2604431 h 5450835"/>
              <a:gd name="connsiteX7127" fmla="*/ 10181242 w 10450132"/>
              <a:gd name="connsiteY7127" fmla="*/ 2604431 h 5450835"/>
              <a:gd name="connsiteX7128" fmla="*/ 10190305 w 10450132"/>
              <a:gd name="connsiteY7128" fmla="*/ 2604431 h 5450835"/>
              <a:gd name="connsiteX7129" fmla="*/ 10191093 w 10450132"/>
              <a:gd name="connsiteY7129" fmla="*/ 2604891 h 5450835"/>
              <a:gd name="connsiteX7130" fmla="*/ 10195626 w 10450132"/>
              <a:gd name="connsiteY7130" fmla="*/ 2612772 h 5450835"/>
              <a:gd name="connsiteX7131" fmla="*/ 10195626 w 10450132"/>
              <a:gd name="connsiteY7131" fmla="*/ 2613626 h 5450835"/>
              <a:gd name="connsiteX7132" fmla="*/ 10191093 w 10450132"/>
              <a:gd name="connsiteY7132" fmla="*/ 2621508 h 5450835"/>
              <a:gd name="connsiteX7133" fmla="*/ 10190305 w 10450132"/>
              <a:gd name="connsiteY7133" fmla="*/ 2621968 h 5450835"/>
              <a:gd name="connsiteX7134" fmla="*/ 10181242 w 10450132"/>
              <a:gd name="connsiteY7134" fmla="*/ 2621968 h 5450835"/>
              <a:gd name="connsiteX7135" fmla="*/ 10180453 w 10450132"/>
              <a:gd name="connsiteY7135" fmla="*/ 2621508 h 5450835"/>
              <a:gd name="connsiteX7136" fmla="*/ 10175922 w 10450132"/>
              <a:gd name="connsiteY7136" fmla="*/ 2613626 h 5450835"/>
              <a:gd name="connsiteX7137" fmla="*/ 10175922 w 10450132"/>
              <a:gd name="connsiteY7137" fmla="*/ 2612772 h 5450835"/>
              <a:gd name="connsiteX7138" fmla="*/ 10180453 w 10450132"/>
              <a:gd name="connsiteY7138" fmla="*/ 2604891 h 5450835"/>
              <a:gd name="connsiteX7139" fmla="*/ 10181242 w 10450132"/>
              <a:gd name="connsiteY7139" fmla="*/ 2604431 h 5450835"/>
              <a:gd name="connsiteX7140" fmla="*/ 9926861 w 10450132"/>
              <a:gd name="connsiteY7140" fmla="*/ 2604431 h 5450835"/>
              <a:gd name="connsiteX7141" fmla="*/ 9935924 w 10450132"/>
              <a:gd name="connsiteY7141" fmla="*/ 2604431 h 5450835"/>
              <a:gd name="connsiteX7142" fmla="*/ 9936713 w 10450132"/>
              <a:gd name="connsiteY7142" fmla="*/ 2604891 h 5450835"/>
              <a:gd name="connsiteX7143" fmla="*/ 9941246 w 10450132"/>
              <a:gd name="connsiteY7143" fmla="*/ 2612772 h 5450835"/>
              <a:gd name="connsiteX7144" fmla="*/ 9941246 w 10450132"/>
              <a:gd name="connsiteY7144" fmla="*/ 2613626 h 5450835"/>
              <a:gd name="connsiteX7145" fmla="*/ 9936713 w 10450132"/>
              <a:gd name="connsiteY7145" fmla="*/ 2621508 h 5450835"/>
              <a:gd name="connsiteX7146" fmla="*/ 9935924 w 10450132"/>
              <a:gd name="connsiteY7146" fmla="*/ 2621968 h 5450835"/>
              <a:gd name="connsiteX7147" fmla="*/ 9926861 w 10450132"/>
              <a:gd name="connsiteY7147" fmla="*/ 2621968 h 5450835"/>
              <a:gd name="connsiteX7148" fmla="*/ 9926073 w 10450132"/>
              <a:gd name="connsiteY7148" fmla="*/ 2621508 h 5450835"/>
              <a:gd name="connsiteX7149" fmla="*/ 9921541 w 10450132"/>
              <a:gd name="connsiteY7149" fmla="*/ 2613626 h 5450835"/>
              <a:gd name="connsiteX7150" fmla="*/ 9921541 w 10450132"/>
              <a:gd name="connsiteY7150" fmla="*/ 2612772 h 5450835"/>
              <a:gd name="connsiteX7151" fmla="*/ 9926073 w 10450132"/>
              <a:gd name="connsiteY7151" fmla="*/ 2604891 h 5450835"/>
              <a:gd name="connsiteX7152" fmla="*/ 9926861 w 10450132"/>
              <a:gd name="connsiteY7152" fmla="*/ 2604431 h 5450835"/>
              <a:gd name="connsiteX7153" fmla="*/ 9672481 w 10450132"/>
              <a:gd name="connsiteY7153" fmla="*/ 2604431 h 5450835"/>
              <a:gd name="connsiteX7154" fmla="*/ 9681545 w 10450132"/>
              <a:gd name="connsiteY7154" fmla="*/ 2604431 h 5450835"/>
              <a:gd name="connsiteX7155" fmla="*/ 9682333 w 10450132"/>
              <a:gd name="connsiteY7155" fmla="*/ 2604891 h 5450835"/>
              <a:gd name="connsiteX7156" fmla="*/ 9686865 w 10450132"/>
              <a:gd name="connsiteY7156" fmla="*/ 2612772 h 5450835"/>
              <a:gd name="connsiteX7157" fmla="*/ 9686865 w 10450132"/>
              <a:gd name="connsiteY7157" fmla="*/ 2613626 h 5450835"/>
              <a:gd name="connsiteX7158" fmla="*/ 9682333 w 10450132"/>
              <a:gd name="connsiteY7158" fmla="*/ 2621508 h 5450835"/>
              <a:gd name="connsiteX7159" fmla="*/ 9681545 w 10450132"/>
              <a:gd name="connsiteY7159" fmla="*/ 2621968 h 5450835"/>
              <a:gd name="connsiteX7160" fmla="*/ 9672481 w 10450132"/>
              <a:gd name="connsiteY7160" fmla="*/ 2621968 h 5450835"/>
              <a:gd name="connsiteX7161" fmla="*/ 9671693 w 10450132"/>
              <a:gd name="connsiteY7161" fmla="*/ 2621508 h 5450835"/>
              <a:gd name="connsiteX7162" fmla="*/ 9667160 w 10450132"/>
              <a:gd name="connsiteY7162" fmla="*/ 2613626 h 5450835"/>
              <a:gd name="connsiteX7163" fmla="*/ 9667160 w 10450132"/>
              <a:gd name="connsiteY7163" fmla="*/ 2612772 h 5450835"/>
              <a:gd name="connsiteX7164" fmla="*/ 9671693 w 10450132"/>
              <a:gd name="connsiteY7164" fmla="*/ 2604891 h 5450835"/>
              <a:gd name="connsiteX7165" fmla="*/ 9672481 w 10450132"/>
              <a:gd name="connsiteY7165" fmla="*/ 2604431 h 5450835"/>
              <a:gd name="connsiteX7166" fmla="*/ 9418035 w 10450132"/>
              <a:gd name="connsiteY7166" fmla="*/ 2604431 h 5450835"/>
              <a:gd name="connsiteX7167" fmla="*/ 9427099 w 10450132"/>
              <a:gd name="connsiteY7167" fmla="*/ 2604431 h 5450835"/>
              <a:gd name="connsiteX7168" fmla="*/ 9427887 w 10450132"/>
              <a:gd name="connsiteY7168" fmla="*/ 2604891 h 5450835"/>
              <a:gd name="connsiteX7169" fmla="*/ 9432419 w 10450132"/>
              <a:gd name="connsiteY7169" fmla="*/ 2612772 h 5450835"/>
              <a:gd name="connsiteX7170" fmla="*/ 9432419 w 10450132"/>
              <a:gd name="connsiteY7170" fmla="*/ 2613626 h 5450835"/>
              <a:gd name="connsiteX7171" fmla="*/ 9427887 w 10450132"/>
              <a:gd name="connsiteY7171" fmla="*/ 2621508 h 5450835"/>
              <a:gd name="connsiteX7172" fmla="*/ 9427099 w 10450132"/>
              <a:gd name="connsiteY7172" fmla="*/ 2621968 h 5450835"/>
              <a:gd name="connsiteX7173" fmla="*/ 9418035 w 10450132"/>
              <a:gd name="connsiteY7173" fmla="*/ 2621968 h 5450835"/>
              <a:gd name="connsiteX7174" fmla="*/ 9417247 w 10450132"/>
              <a:gd name="connsiteY7174" fmla="*/ 2621508 h 5450835"/>
              <a:gd name="connsiteX7175" fmla="*/ 9412714 w 10450132"/>
              <a:gd name="connsiteY7175" fmla="*/ 2613626 h 5450835"/>
              <a:gd name="connsiteX7176" fmla="*/ 9412714 w 10450132"/>
              <a:gd name="connsiteY7176" fmla="*/ 2612772 h 5450835"/>
              <a:gd name="connsiteX7177" fmla="*/ 9417247 w 10450132"/>
              <a:gd name="connsiteY7177" fmla="*/ 2604891 h 5450835"/>
              <a:gd name="connsiteX7178" fmla="*/ 9418035 w 10450132"/>
              <a:gd name="connsiteY7178" fmla="*/ 2604431 h 5450835"/>
              <a:gd name="connsiteX7179" fmla="*/ 9163654 w 10450132"/>
              <a:gd name="connsiteY7179" fmla="*/ 2604431 h 5450835"/>
              <a:gd name="connsiteX7180" fmla="*/ 9172718 w 10450132"/>
              <a:gd name="connsiteY7180" fmla="*/ 2604431 h 5450835"/>
              <a:gd name="connsiteX7181" fmla="*/ 9173506 w 10450132"/>
              <a:gd name="connsiteY7181" fmla="*/ 2604891 h 5450835"/>
              <a:gd name="connsiteX7182" fmla="*/ 9178038 w 10450132"/>
              <a:gd name="connsiteY7182" fmla="*/ 2612772 h 5450835"/>
              <a:gd name="connsiteX7183" fmla="*/ 9178038 w 10450132"/>
              <a:gd name="connsiteY7183" fmla="*/ 2613626 h 5450835"/>
              <a:gd name="connsiteX7184" fmla="*/ 9173506 w 10450132"/>
              <a:gd name="connsiteY7184" fmla="*/ 2621508 h 5450835"/>
              <a:gd name="connsiteX7185" fmla="*/ 9172718 w 10450132"/>
              <a:gd name="connsiteY7185" fmla="*/ 2621968 h 5450835"/>
              <a:gd name="connsiteX7186" fmla="*/ 9163654 w 10450132"/>
              <a:gd name="connsiteY7186" fmla="*/ 2621968 h 5450835"/>
              <a:gd name="connsiteX7187" fmla="*/ 9162866 w 10450132"/>
              <a:gd name="connsiteY7187" fmla="*/ 2621508 h 5450835"/>
              <a:gd name="connsiteX7188" fmla="*/ 9158333 w 10450132"/>
              <a:gd name="connsiteY7188" fmla="*/ 2613626 h 5450835"/>
              <a:gd name="connsiteX7189" fmla="*/ 9158333 w 10450132"/>
              <a:gd name="connsiteY7189" fmla="*/ 2612772 h 5450835"/>
              <a:gd name="connsiteX7190" fmla="*/ 9162866 w 10450132"/>
              <a:gd name="connsiteY7190" fmla="*/ 2604891 h 5450835"/>
              <a:gd name="connsiteX7191" fmla="*/ 9163654 w 10450132"/>
              <a:gd name="connsiteY7191" fmla="*/ 2604431 h 5450835"/>
              <a:gd name="connsiteX7192" fmla="*/ 8909274 w 10450132"/>
              <a:gd name="connsiteY7192" fmla="*/ 2604431 h 5450835"/>
              <a:gd name="connsiteX7193" fmla="*/ 8918336 w 10450132"/>
              <a:gd name="connsiteY7193" fmla="*/ 2604431 h 5450835"/>
              <a:gd name="connsiteX7194" fmla="*/ 8919125 w 10450132"/>
              <a:gd name="connsiteY7194" fmla="*/ 2604891 h 5450835"/>
              <a:gd name="connsiteX7195" fmla="*/ 8923657 w 10450132"/>
              <a:gd name="connsiteY7195" fmla="*/ 2612772 h 5450835"/>
              <a:gd name="connsiteX7196" fmla="*/ 8923657 w 10450132"/>
              <a:gd name="connsiteY7196" fmla="*/ 2613626 h 5450835"/>
              <a:gd name="connsiteX7197" fmla="*/ 8919125 w 10450132"/>
              <a:gd name="connsiteY7197" fmla="*/ 2621508 h 5450835"/>
              <a:gd name="connsiteX7198" fmla="*/ 8918336 w 10450132"/>
              <a:gd name="connsiteY7198" fmla="*/ 2621968 h 5450835"/>
              <a:gd name="connsiteX7199" fmla="*/ 8909274 w 10450132"/>
              <a:gd name="connsiteY7199" fmla="*/ 2621968 h 5450835"/>
              <a:gd name="connsiteX7200" fmla="*/ 8908484 w 10450132"/>
              <a:gd name="connsiteY7200" fmla="*/ 2621508 h 5450835"/>
              <a:gd name="connsiteX7201" fmla="*/ 8903953 w 10450132"/>
              <a:gd name="connsiteY7201" fmla="*/ 2613626 h 5450835"/>
              <a:gd name="connsiteX7202" fmla="*/ 8903953 w 10450132"/>
              <a:gd name="connsiteY7202" fmla="*/ 2612772 h 5450835"/>
              <a:gd name="connsiteX7203" fmla="*/ 8908484 w 10450132"/>
              <a:gd name="connsiteY7203" fmla="*/ 2604891 h 5450835"/>
              <a:gd name="connsiteX7204" fmla="*/ 8909274 w 10450132"/>
              <a:gd name="connsiteY7204" fmla="*/ 2604431 h 5450835"/>
              <a:gd name="connsiteX7205" fmla="*/ 8654892 w 10450132"/>
              <a:gd name="connsiteY7205" fmla="*/ 2604431 h 5450835"/>
              <a:gd name="connsiteX7206" fmla="*/ 8663955 w 10450132"/>
              <a:gd name="connsiteY7206" fmla="*/ 2604431 h 5450835"/>
              <a:gd name="connsiteX7207" fmla="*/ 8664744 w 10450132"/>
              <a:gd name="connsiteY7207" fmla="*/ 2604891 h 5450835"/>
              <a:gd name="connsiteX7208" fmla="*/ 8669277 w 10450132"/>
              <a:gd name="connsiteY7208" fmla="*/ 2612772 h 5450835"/>
              <a:gd name="connsiteX7209" fmla="*/ 8669277 w 10450132"/>
              <a:gd name="connsiteY7209" fmla="*/ 2613626 h 5450835"/>
              <a:gd name="connsiteX7210" fmla="*/ 8664744 w 10450132"/>
              <a:gd name="connsiteY7210" fmla="*/ 2621508 h 5450835"/>
              <a:gd name="connsiteX7211" fmla="*/ 8663955 w 10450132"/>
              <a:gd name="connsiteY7211" fmla="*/ 2621968 h 5450835"/>
              <a:gd name="connsiteX7212" fmla="*/ 8654892 w 10450132"/>
              <a:gd name="connsiteY7212" fmla="*/ 2621968 h 5450835"/>
              <a:gd name="connsiteX7213" fmla="*/ 8654104 w 10450132"/>
              <a:gd name="connsiteY7213" fmla="*/ 2621508 h 5450835"/>
              <a:gd name="connsiteX7214" fmla="*/ 8649572 w 10450132"/>
              <a:gd name="connsiteY7214" fmla="*/ 2613626 h 5450835"/>
              <a:gd name="connsiteX7215" fmla="*/ 8649572 w 10450132"/>
              <a:gd name="connsiteY7215" fmla="*/ 2612772 h 5450835"/>
              <a:gd name="connsiteX7216" fmla="*/ 8654104 w 10450132"/>
              <a:gd name="connsiteY7216" fmla="*/ 2604891 h 5450835"/>
              <a:gd name="connsiteX7217" fmla="*/ 8654892 w 10450132"/>
              <a:gd name="connsiteY7217" fmla="*/ 2604431 h 5450835"/>
              <a:gd name="connsiteX7218" fmla="*/ 8400511 w 10450132"/>
              <a:gd name="connsiteY7218" fmla="*/ 2604431 h 5450835"/>
              <a:gd name="connsiteX7219" fmla="*/ 8409575 w 10450132"/>
              <a:gd name="connsiteY7219" fmla="*/ 2604431 h 5450835"/>
              <a:gd name="connsiteX7220" fmla="*/ 8410363 w 10450132"/>
              <a:gd name="connsiteY7220" fmla="*/ 2604891 h 5450835"/>
              <a:gd name="connsiteX7221" fmla="*/ 8414896 w 10450132"/>
              <a:gd name="connsiteY7221" fmla="*/ 2612772 h 5450835"/>
              <a:gd name="connsiteX7222" fmla="*/ 8414896 w 10450132"/>
              <a:gd name="connsiteY7222" fmla="*/ 2613626 h 5450835"/>
              <a:gd name="connsiteX7223" fmla="*/ 8410363 w 10450132"/>
              <a:gd name="connsiteY7223" fmla="*/ 2621508 h 5450835"/>
              <a:gd name="connsiteX7224" fmla="*/ 8409575 w 10450132"/>
              <a:gd name="connsiteY7224" fmla="*/ 2621968 h 5450835"/>
              <a:gd name="connsiteX7225" fmla="*/ 8400511 w 10450132"/>
              <a:gd name="connsiteY7225" fmla="*/ 2621968 h 5450835"/>
              <a:gd name="connsiteX7226" fmla="*/ 8399723 w 10450132"/>
              <a:gd name="connsiteY7226" fmla="*/ 2621508 h 5450835"/>
              <a:gd name="connsiteX7227" fmla="*/ 8395191 w 10450132"/>
              <a:gd name="connsiteY7227" fmla="*/ 2613626 h 5450835"/>
              <a:gd name="connsiteX7228" fmla="*/ 8395191 w 10450132"/>
              <a:gd name="connsiteY7228" fmla="*/ 2612772 h 5450835"/>
              <a:gd name="connsiteX7229" fmla="*/ 8399723 w 10450132"/>
              <a:gd name="connsiteY7229" fmla="*/ 2604891 h 5450835"/>
              <a:gd name="connsiteX7230" fmla="*/ 8400511 w 10450132"/>
              <a:gd name="connsiteY7230" fmla="*/ 2604431 h 5450835"/>
              <a:gd name="connsiteX7231" fmla="*/ 8146065 w 10450132"/>
              <a:gd name="connsiteY7231" fmla="*/ 2604431 h 5450835"/>
              <a:gd name="connsiteX7232" fmla="*/ 8155129 w 10450132"/>
              <a:gd name="connsiteY7232" fmla="*/ 2604431 h 5450835"/>
              <a:gd name="connsiteX7233" fmla="*/ 8155917 w 10450132"/>
              <a:gd name="connsiteY7233" fmla="*/ 2604891 h 5450835"/>
              <a:gd name="connsiteX7234" fmla="*/ 8160449 w 10450132"/>
              <a:gd name="connsiteY7234" fmla="*/ 2612772 h 5450835"/>
              <a:gd name="connsiteX7235" fmla="*/ 8160449 w 10450132"/>
              <a:gd name="connsiteY7235" fmla="*/ 2613626 h 5450835"/>
              <a:gd name="connsiteX7236" fmla="*/ 8155917 w 10450132"/>
              <a:gd name="connsiteY7236" fmla="*/ 2621508 h 5450835"/>
              <a:gd name="connsiteX7237" fmla="*/ 8155129 w 10450132"/>
              <a:gd name="connsiteY7237" fmla="*/ 2621968 h 5450835"/>
              <a:gd name="connsiteX7238" fmla="*/ 8146065 w 10450132"/>
              <a:gd name="connsiteY7238" fmla="*/ 2621968 h 5450835"/>
              <a:gd name="connsiteX7239" fmla="*/ 8145277 w 10450132"/>
              <a:gd name="connsiteY7239" fmla="*/ 2621508 h 5450835"/>
              <a:gd name="connsiteX7240" fmla="*/ 8140745 w 10450132"/>
              <a:gd name="connsiteY7240" fmla="*/ 2613626 h 5450835"/>
              <a:gd name="connsiteX7241" fmla="*/ 8140745 w 10450132"/>
              <a:gd name="connsiteY7241" fmla="*/ 2612772 h 5450835"/>
              <a:gd name="connsiteX7242" fmla="*/ 8145277 w 10450132"/>
              <a:gd name="connsiteY7242" fmla="*/ 2604891 h 5450835"/>
              <a:gd name="connsiteX7243" fmla="*/ 8146065 w 10450132"/>
              <a:gd name="connsiteY7243" fmla="*/ 2604431 h 5450835"/>
              <a:gd name="connsiteX7244" fmla="*/ 7891684 w 10450132"/>
              <a:gd name="connsiteY7244" fmla="*/ 2604431 h 5450835"/>
              <a:gd name="connsiteX7245" fmla="*/ 7900748 w 10450132"/>
              <a:gd name="connsiteY7245" fmla="*/ 2604431 h 5450835"/>
              <a:gd name="connsiteX7246" fmla="*/ 7901536 w 10450132"/>
              <a:gd name="connsiteY7246" fmla="*/ 2604891 h 5450835"/>
              <a:gd name="connsiteX7247" fmla="*/ 7906067 w 10450132"/>
              <a:gd name="connsiteY7247" fmla="*/ 2612772 h 5450835"/>
              <a:gd name="connsiteX7248" fmla="*/ 7906067 w 10450132"/>
              <a:gd name="connsiteY7248" fmla="*/ 2613626 h 5450835"/>
              <a:gd name="connsiteX7249" fmla="*/ 7901536 w 10450132"/>
              <a:gd name="connsiteY7249" fmla="*/ 2621508 h 5450835"/>
              <a:gd name="connsiteX7250" fmla="*/ 7900748 w 10450132"/>
              <a:gd name="connsiteY7250" fmla="*/ 2621968 h 5450835"/>
              <a:gd name="connsiteX7251" fmla="*/ 7891684 w 10450132"/>
              <a:gd name="connsiteY7251" fmla="*/ 2621968 h 5450835"/>
              <a:gd name="connsiteX7252" fmla="*/ 7890896 w 10450132"/>
              <a:gd name="connsiteY7252" fmla="*/ 2621508 h 5450835"/>
              <a:gd name="connsiteX7253" fmla="*/ 7886363 w 10450132"/>
              <a:gd name="connsiteY7253" fmla="*/ 2613626 h 5450835"/>
              <a:gd name="connsiteX7254" fmla="*/ 7886363 w 10450132"/>
              <a:gd name="connsiteY7254" fmla="*/ 2612772 h 5450835"/>
              <a:gd name="connsiteX7255" fmla="*/ 7890896 w 10450132"/>
              <a:gd name="connsiteY7255" fmla="*/ 2604891 h 5450835"/>
              <a:gd name="connsiteX7256" fmla="*/ 7891684 w 10450132"/>
              <a:gd name="connsiteY7256" fmla="*/ 2604431 h 5450835"/>
              <a:gd name="connsiteX7257" fmla="*/ 7637304 w 10450132"/>
              <a:gd name="connsiteY7257" fmla="*/ 2604431 h 5450835"/>
              <a:gd name="connsiteX7258" fmla="*/ 7646367 w 10450132"/>
              <a:gd name="connsiteY7258" fmla="*/ 2604431 h 5450835"/>
              <a:gd name="connsiteX7259" fmla="*/ 7647156 w 10450132"/>
              <a:gd name="connsiteY7259" fmla="*/ 2604891 h 5450835"/>
              <a:gd name="connsiteX7260" fmla="*/ 7651687 w 10450132"/>
              <a:gd name="connsiteY7260" fmla="*/ 2612772 h 5450835"/>
              <a:gd name="connsiteX7261" fmla="*/ 7651687 w 10450132"/>
              <a:gd name="connsiteY7261" fmla="*/ 2613626 h 5450835"/>
              <a:gd name="connsiteX7262" fmla="*/ 7647156 w 10450132"/>
              <a:gd name="connsiteY7262" fmla="*/ 2621508 h 5450835"/>
              <a:gd name="connsiteX7263" fmla="*/ 7646367 w 10450132"/>
              <a:gd name="connsiteY7263" fmla="*/ 2621968 h 5450835"/>
              <a:gd name="connsiteX7264" fmla="*/ 7637304 w 10450132"/>
              <a:gd name="connsiteY7264" fmla="*/ 2621968 h 5450835"/>
              <a:gd name="connsiteX7265" fmla="*/ 7636516 w 10450132"/>
              <a:gd name="connsiteY7265" fmla="*/ 2621508 h 5450835"/>
              <a:gd name="connsiteX7266" fmla="*/ 7631983 w 10450132"/>
              <a:gd name="connsiteY7266" fmla="*/ 2613626 h 5450835"/>
              <a:gd name="connsiteX7267" fmla="*/ 7631983 w 10450132"/>
              <a:gd name="connsiteY7267" fmla="*/ 2612772 h 5450835"/>
              <a:gd name="connsiteX7268" fmla="*/ 7636516 w 10450132"/>
              <a:gd name="connsiteY7268" fmla="*/ 2604891 h 5450835"/>
              <a:gd name="connsiteX7269" fmla="*/ 7637304 w 10450132"/>
              <a:gd name="connsiteY7269" fmla="*/ 2604431 h 5450835"/>
              <a:gd name="connsiteX7270" fmla="*/ 7382923 w 10450132"/>
              <a:gd name="connsiteY7270" fmla="*/ 2604431 h 5450835"/>
              <a:gd name="connsiteX7271" fmla="*/ 7391987 w 10450132"/>
              <a:gd name="connsiteY7271" fmla="*/ 2604431 h 5450835"/>
              <a:gd name="connsiteX7272" fmla="*/ 7392775 w 10450132"/>
              <a:gd name="connsiteY7272" fmla="*/ 2604891 h 5450835"/>
              <a:gd name="connsiteX7273" fmla="*/ 7397307 w 10450132"/>
              <a:gd name="connsiteY7273" fmla="*/ 2612772 h 5450835"/>
              <a:gd name="connsiteX7274" fmla="*/ 7397307 w 10450132"/>
              <a:gd name="connsiteY7274" fmla="*/ 2613626 h 5450835"/>
              <a:gd name="connsiteX7275" fmla="*/ 7392775 w 10450132"/>
              <a:gd name="connsiteY7275" fmla="*/ 2621508 h 5450835"/>
              <a:gd name="connsiteX7276" fmla="*/ 7391987 w 10450132"/>
              <a:gd name="connsiteY7276" fmla="*/ 2621968 h 5450835"/>
              <a:gd name="connsiteX7277" fmla="*/ 7382923 w 10450132"/>
              <a:gd name="connsiteY7277" fmla="*/ 2621968 h 5450835"/>
              <a:gd name="connsiteX7278" fmla="*/ 7382135 w 10450132"/>
              <a:gd name="connsiteY7278" fmla="*/ 2621508 h 5450835"/>
              <a:gd name="connsiteX7279" fmla="*/ 7377602 w 10450132"/>
              <a:gd name="connsiteY7279" fmla="*/ 2613626 h 5450835"/>
              <a:gd name="connsiteX7280" fmla="*/ 7377602 w 10450132"/>
              <a:gd name="connsiteY7280" fmla="*/ 2612772 h 5450835"/>
              <a:gd name="connsiteX7281" fmla="*/ 7382135 w 10450132"/>
              <a:gd name="connsiteY7281" fmla="*/ 2604891 h 5450835"/>
              <a:gd name="connsiteX7282" fmla="*/ 7382923 w 10450132"/>
              <a:gd name="connsiteY7282" fmla="*/ 2604431 h 5450835"/>
              <a:gd name="connsiteX7283" fmla="*/ 7128477 w 10450132"/>
              <a:gd name="connsiteY7283" fmla="*/ 2604431 h 5450835"/>
              <a:gd name="connsiteX7284" fmla="*/ 7137540 w 10450132"/>
              <a:gd name="connsiteY7284" fmla="*/ 2604431 h 5450835"/>
              <a:gd name="connsiteX7285" fmla="*/ 7138328 w 10450132"/>
              <a:gd name="connsiteY7285" fmla="*/ 2604891 h 5450835"/>
              <a:gd name="connsiteX7286" fmla="*/ 7142860 w 10450132"/>
              <a:gd name="connsiteY7286" fmla="*/ 2612772 h 5450835"/>
              <a:gd name="connsiteX7287" fmla="*/ 7142860 w 10450132"/>
              <a:gd name="connsiteY7287" fmla="*/ 2613626 h 5450835"/>
              <a:gd name="connsiteX7288" fmla="*/ 7138328 w 10450132"/>
              <a:gd name="connsiteY7288" fmla="*/ 2621508 h 5450835"/>
              <a:gd name="connsiteX7289" fmla="*/ 7137540 w 10450132"/>
              <a:gd name="connsiteY7289" fmla="*/ 2621968 h 5450835"/>
              <a:gd name="connsiteX7290" fmla="*/ 7128477 w 10450132"/>
              <a:gd name="connsiteY7290" fmla="*/ 2621968 h 5450835"/>
              <a:gd name="connsiteX7291" fmla="*/ 7127689 w 10450132"/>
              <a:gd name="connsiteY7291" fmla="*/ 2621508 h 5450835"/>
              <a:gd name="connsiteX7292" fmla="*/ 7123156 w 10450132"/>
              <a:gd name="connsiteY7292" fmla="*/ 2613626 h 5450835"/>
              <a:gd name="connsiteX7293" fmla="*/ 7123156 w 10450132"/>
              <a:gd name="connsiteY7293" fmla="*/ 2612772 h 5450835"/>
              <a:gd name="connsiteX7294" fmla="*/ 7127689 w 10450132"/>
              <a:gd name="connsiteY7294" fmla="*/ 2604891 h 5450835"/>
              <a:gd name="connsiteX7295" fmla="*/ 7128477 w 10450132"/>
              <a:gd name="connsiteY7295" fmla="*/ 2604431 h 5450835"/>
              <a:gd name="connsiteX7296" fmla="*/ 6874095 w 10450132"/>
              <a:gd name="connsiteY7296" fmla="*/ 2604431 h 5450835"/>
              <a:gd name="connsiteX7297" fmla="*/ 6883159 w 10450132"/>
              <a:gd name="connsiteY7297" fmla="*/ 2604431 h 5450835"/>
              <a:gd name="connsiteX7298" fmla="*/ 6883947 w 10450132"/>
              <a:gd name="connsiteY7298" fmla="*/ 2604891 h 5450835"/>
              <a:gd name="connsiteX7299" fmla="*/ 6888480 w 10450132"/>
              <a:gd name="connsiteY7299" fmla="*/ 2612772 h 5450835"/>
              <a:gd name="connsiteX7300" fmla="*/ 6888480 w 10450132"/>
              <a:gd name="connsiteY7300" fmla="*/ 2613626 h 5450835"/>
              <a:gd name="connsiteX7301" fmla="*/ 6883947 w 10450132"/>
              <a:gd name="connsiteY7301" fmla="*/ 2621508 h 5450835"/>
              <a:gd name="connsiteX7302" fmla="*/ 6883159 w 10450132"/>
              <a:gd name="connsiteY7302" fmla="*/ 2621968 h 5450835"/>
              <a:gd name="connsiteX7303" fmla="*/ 6874095 w 10450132"/>
              <a:gd name="connsiteY7303" fmla="*/ 2621968 h 5450835"/>
              <a:gd name="connsiteX7304" fmla="*/ 6873307 w 10450132"/>
              <a:gd name="connsiteY7304" fmla="*/ 2621508 h 5450835"/>
              <a:gd name="connsiteX7305" fmla="*/ 6868775 w 10450132"/>
              <a:gd name="connsiteY7305" fmla="*/ 2613626 h 5450835"/>
              <a:gd name="connsiteX7306" fmla="*/ 6868775 w 10450132"/>
              <a:gd name="connsiteY7306" fmla="*/ 2612772 h 5450835"/>
              <a:gd name="connsiteX7307" fmla="*/ 6873307 w 10450132"/>
              <a:gd name="connsiteY7307" fmla="*/ 2604891 h 5450835"/>
              <a:gd name="connsiteX7308" fmla="*/ 6874095 w 10450132"/>
              <a:gd name="connsiteY7308" fmla="*/ 2604431 h 5450835"/>
              <a:gd name="connsiteX7309" fmla="*/ 6619714 w 10450132"/>
              <a:gd name="connsiteY7309" fmla="*/ 2604431 h 5450835"/>
              <a:gd name="connsiteX7310" fmla="*/ 6628778 w 10450132"/>
              <a:gd name="connsiteY7310" fmla="*/ 2604431 h 5450835"/>
              <a:gd name="connsiteX7311" fmla="*/ 6629566 w 10450132"/>
              <a:gd name="connsiteY7311" fmla="*/ 2604891 h 5450835"/>
              <a:gd name="connsiteX7312" fmla="*/ 6634099 w 10450132"/>
              <a:gd name="connsiteY7312" fmla="*/ 2612772 h 5450835"/>
              <a:gd name="connsiteX7313" fmla="*/ 6634099 w 10450132"/>
              <a:gd name="connsiteY7313" fmla="*/ 2613626 h 5450835"/>
              <a:gd name="connsiteX7314" fmla="*/ 6629566 w 10450132"/>
              <a:gd name="connsiteY7314" fmla="*/ 2621508 h 5450835"/>
              <a:gd name="connsiteX7315" fmla="*/ 6628778 w 10450132"/>
              <a:gd name="connsiteY7315" fmla="*/ 2621968 h 5450835"/>
              <a:gd name="connsiteX7316" fmla="*/ 6619714 w 10450132"/>
              <a:gd name="connsiteY7316" fmla="*/ 2621968 h 5450835"/>
              <a:gd name="connsiteX7317" fmla="*/ 6618926 w 10450132"/>
              <a:gd name="connsiteY7317" fmla="*/ 2621508 h 5450835"/>
              <a:gd name="connsiteX7318" fmla="*/ 6614394 w 10450132"/>
              <a:gd name="connsiteY7318" fmla="*/ 2613626 h 5450835"/>
              <a:gd name="connsiteX7319" fmla="*/ 6614394 w 10450132"/>
              <a:gd name="connsiteY7319" fmla="*/ 2612772 h 5450835"/>
              <a:gd name="connsiteX7320" fmla="*/ 6618926 w 10450132"/>
              <a:gd name="connsiteY7320" fmla="*/ 2604891 h 5450835"/>
              <a:gd name="connsiteX7321" fmla="*/ 6619714 w 10450132"/>
              <a:gd name="connsiteY7321" fmla="*/ 2604431 h 5450835"/>
              <a:gd name="connsiteX7322" fmla="*/ 6365334 w 10450132"/>
              <a:gd name="connsiteY7322" fmla="*/ 2604431 h 5450835"/>
              <a:gd name="connsiteX7323" fmla="*/ 6374397 w 10450132"/>
              <a:gd name="connsiteY7323" fmla="*/ 2604431 h 5450835"/>
              <a:gd name="connsiteX7324" fmla="*/ 6375186 w 10450132"/>
              <a:gd name="connsiteY7324" fmla="*/ 2604891 h 5450835"/>
              <a:gd name="connsiteX7325" fmla="*/ 6379718 w 10450132"/>
              <a:gd name="connsiteY7325" fmla="*/ 2612772 h 5450835"/>
              <a:gd name="connsiteX7326" fmla="*/ 6379718 w 10450132"/>
              <a:gd name="connsiteY7326" fmla="*/ 2613626 h 5450835"/>
              <a:gd name="connsiteX7327" fmla="*/ 6375186 w 10450132"/>
              <a:gd name="connsiteY7327" fmla="*/ 2621508 h 5450835"/>
              <a:gd name="connsiteX7328" fmla="*/ 6374397 w 10450132"/>
              <a:gd name="connsiteY7328" fmla="*/ 2621968 h 5450835"/>
              <a:gd name="connsiteX7329" fmla="*/ 6365334 w 10450132"/>
              <a:gd name="connsiteY7329" fmla="*/ 2621968 h 5450835"/>
              <a:gd name="connsiteX7330" fmla="*/ 6364546 w 10450132"/>
              <a:gd name="connsiteY7330" fmla="*/ 2621508 h 5450835"/>
              <a:gd name="connsiteX7331" fmla="*/ 6360014 w 10450132"/>
              <a:gd name="connsiteY7331" fmla="*/ 2613626 h 5450835"/>
              <a:gd name="connsiteX7332" fmla="*/ 6360014 w 10450132"/>
              <a:gd name="connsiteY7332" fmla="*/ 2612772 h 5450835"/>
              <a:gd name="connsiteX7333" fmla="*/ 6364546 w 10450132"/>
              <a:gd name="connsiteY7333" fmla="*/ 2604891 h 5450835"/>
              <a:gd name="connsiteX7334" fmla="*/ 6365334 w 10450132"/>
              <a:gd name="connsiteY7334" fmla="*/ 2604431 h 5450835"/>
              <a:gd name="connsiteX7335" fmla="*/ 6110888 w 10450132"/>
              <a:gd name="connsiteY7335" fmla="*/ 2604431 h 5450835"/>
              <a:gd name="connsiteX7336" fmla="*/ 6119953 w 10450132"/>
              <a:gd name="connsiteY7336" fmla="*/ 2604431 h 5450835"/>
              <a:gd name="connsiteX7337" fmla="*/ 6120740 w 10450132"/>
              <a:gd name="connsiteY7337" fmla="*/ 2604891 h 5450835"/>
              <a:gd name="connsiteX7338" fmla="*/ 6125272 w 10450132"/>
              <a:gd name="connsiteY7338" fmla="*/ 2612772 h 5450835"/>
              <a:gd name="connsiteX7339" fmla="*/ 6125272 w 10450132"/>
              <a:gd name="connsiteY7339" fmla="*/ 2613626 h 5450835"/>
              <a:gd name="connsiteX7340" fmla="*/ 6120740 w 10450132"/>
              <a:gd name="connsiteY7340" fmla="*/ 2621508 h 5450835"/>
              <a:gd name="connsiteX7341" fmla="*/ 6119953 w 10450132"/>
              <a:gd name="connsiteY7341" fmla="*/ 2621968 h 5450835"/>
              <a:gd name="connsiteX7342" fmla="*/ 6110888 w 10450132"/>
              <a:gd name="connsiteY7342" fmla="*/ 2621968 h 5450835"/>
              <a:gd name="connsiteX7343" fmla="*/ 6110101 w 10450132"/>
              <a:gd name="connsiteY7343" fmla="*/ 2621508 h 5450835"/>
              <a:gd name="connsiteX7344" fmla="*/ 6105567 w 10450132"/>
              <a:gd name="connsiteY7344" fmla="*/ 2613626 h 5450835"/>
              <a:gd name="connsiteX7345" fmla="*/ 6105567 w 10450132"/>
              <a:gd name="connsiteY7345" fmla="*/ 2612772 h 5450835"/>
              <a:gd name="connsiteX7346" fmla="*/ 6110101 w 10450132"/>
              <a:gd name="connsiteY7346" fmla="*/ 2604891 h 5450835"/>
              <a:gd name="connsiteX7347" fmla="*/ 6110888 w 10450132"/>
              <a:gd name="connsiteY7347" fmla="*/ 2604431 h 5450835"/>
              <a:gd name="connsiteX7348" fmla="*/ 5856508 w 10450132"/>
              <a:gd name="connsiteY7348" fmla="*/ 2604431 h 5450835"/>
              <a:gd name="connsiteX7349" fmla="*/ 5865571 w 10450132"/>
              <a:gd name="connsiteY7349" fmla="*/ 2604431 h 5450835"/>
              <a:gd name="connsiteX7350" fmla="*/ 5866359 w 10450132"/>
              <a:gd name="connsiteY7350" fmla="*/ 2604891 h 5450835"/>
              <a:gd name="connsiteX7351" fmla="*/ 5870891 w 10450132"/>
              <a:gd name="connsiteY7351" fmla="*/ 2612772 h 5450835"/>
              <a:gd name="connsiteX7352" fmla="*/ 5870891 w 10450132"/>
              <a:gd name="connsiteY7352" fmla="*/ 2613626 h 5450835"/>
              <a:gd name="connsiteX7353" fmla="*/ 5866359 w 10450132"/>
              <a:gd name="connsiteY7353" fmla="*/ 2621508 h 5450835"/>
              <a:gd name="connsiteX7354" fmla="*/ 5865571 w 10450132"/>
              <a:gd name="connsiteY7354" fmla="*/ 2621968 h 5450835"/>
              <a:gd name="connsiteX7355" fmla="*/ 5856508 w 10450132"/>
              <a:gd name="connsiteY7355" fmla="*/ 2621968 h 5450835"/>
              <a:gd name="connsiteX7356" fmla="*/ 5855720 w 10450132"/>
              <a:gd name="connsiteY7356" fmla="*/ 2621508 h 5450835"/>
              <a:gd name="connsiteX7357" fmla="*/ 5851187 w 10450132"/>
              <a:gd name="connsiteY7357" fmla="*/ 2613626 h 5450835"/>
              <a:gd name="connsiteX7358" fmla="*/ 5851187 w 10450132"/>
              <a:gd name="connsiteY7358" fmla="*/ 2612772 h 5450835"/>
              <a:gd name="connsiteX7359" fmla="*/ 5855720 w 10450132"/>
              <a:gd name="connsiteY7359" fmla="*/ 2604891 h 5450835"/>
              <a:gd name="connsiteX7360" fmla="*/ 5856508 w 10450132"/>
              <a:gd name="connsiteY7360" fmla="*/ 2604431 h 5450835"/>
              <a:gd name="connsiteX7361" fmla="*/ 5602126 w 10450132"/>
              <a:gd name="connsiteY7361" fmla="*/ 2604431 h 5450835"/>
              <a:gd name="connsiteX7362" fmla="*/ 5611191 w 10450132"/>
              <a:gd name="connsiteY7362" fmla="*/ 2604431 h 5450835"/>
              <a:gd name="connsiteX7363" fmla="*/ 5611979 w 10450132"/>
              <a:gd name="connsiteY7363" fmla="*/ 2604891 h 5450835"/>
              <a:gd name="connsiteX7364" fmla="*/ 5616511 w 10450132"/>
              <a:gd name="connsiteY7364" fmla="*/ 2612772 h 5450835"/>
              <a:gd name="connsiteX7365" fmla="*/ 5616511 w 10450132"/>
              <a:gd name="connsiteY7365" fmla="*/ 2613626 h 5450835"/>
              <a:gd name="connsiteX7366" fmla="*/ 5611979 w 10450132"/>
              <a:gd name="connsiteY7366" fmla="*/ 2621508 h 5450835"/>
              <a:gd name="connsiteX7367" fmla="*/ 5611191 w 10450132"/>
              <a:gd name="connsiteY7367" fmla="*/ 2621968 h 5450835"/>
              <a:gd name="connsiteX7368" fmla="*/ 5602126 w 10450132"/>
              <a:gd name="connsiteY7368" fmla="*/ 2621968 h 5450835"/>
              <a:gd name="connsiteX7369" fmla="*/ 5601338 w 10450132"/>
              <a:gd name="connsiteY7369" fmla="*/ 2621508 h 5450835"/>
              <a:gd name="connsiteX7370" fmla="*/ 5596807 w 10450132"/>
              <a:gd name="connsiteY7370" fmla="*/ 2613626 h 5450835"/>
              <a:gd name="connsiteX7371" fmla="*/ 5596807 w 10450132"/>
              <a:gd name="connsiteY7371" fmla="*/ 2612772 h 5450835"/>
              <a:gd name="connsiteX7372" fmla="*/ 5601338 w 10450132"/>
              <a:gd name="connsiteY7372" fmla="*/ 2604891 h 5450835"/>
              <a:gd name="connsiteX7373" fmla="*/ 5602126 w 10450132"/>
              <a:gd name="connsiteY7373" fmla="*/ 2604431 h 5450835"/>
              <a:gd name="connsiteX7374" fmla="*/ 5347746 w 10450132"/>
              <a:gd name="connsiteY7374" fmla="*/ 2604431 h 5450835"/>
              <a:gd name="connsiteX7375" fmla="*/ 5356810 w 10450132"/>
              <a:gd name="connsiteY7375" fmla="*/ 2604431 h 5450835"/>
              <a:gd name="connsiteX7376" fmla="*/ 5357598 w 10450132"/>
              <a:gd name="connsiteY7376" fmla="*/ 2604891 h 5450835"/>
              <a:gd name="connsiteX7377" fmla="*/ 5362130 w 10450132"/>
              <a:gd name="connsiteY7377" fmla="*/ 2612772 h 5450835"/>
              <a:gd name="connsiteX7378" fmla="*/ 5362130 w 10450132"/>
              <a:gd name="connsiteY7378" fmla="*/ 2613626 h 5450835"/>
              <a:gd name="connsiteX7379" fmla="*/ 5357598 w 10450132"/>
              <a:gd name="connsiteY7379" fmla="*/ 2621508 h 5450835"/>
              <a:gd name="connsiteX7380" fmla="*/ 5356810 w 10450132"/>
              <a:gd name="connsiteY7380" fmla="*/ 2621968 h 5450835"/>
              <a:gd name="connsiteX7381" fmla="*/ 5347746 w 10450132"/>
              <a:gd name="connsiteY7381" fmla="*/ 2621968 h 5450835"/>
              <a:gd name="connsiteX7382" fmla="*/ 5346958 w 10450132"/>
              <a:gd name="connsiteY7382" fmla="*/ 2621508 h 5450835"/>
              <a:gd name="connsiteX7383" fmla="*/ 5342425 w 10450132"/>
              <a:gd name="connsiteY7383" fmla="*/ 2613626 h 5450835"/>
              <a:gd name="connsiteX7384" fmla="*/ 5342425 w 10450132"/>
              <a:gd name="connsiteY7384" fmla="*/ 2612772 h 5450835"/>
              <a:gd name="connsiteX7385" fmla="*/ 5346958 w 10450132"/>
              <a:gd name="connsiteY7385" fmla="*/ 2604891 h 5450835"/>
              <a:gd name="connsiteX7386" fmla="*/ 5347746 w 10450132"/>
              <a:gd name="connsiteY7386" fmla="*/ 2604431 h 5450835"/>
              <a:gd name="connsiteX7387" fmla="*/ 5093300 w 10450132"/>
              <a:gd name="connsiteY7387" fmla="*/ 2604431 h 5450835"/>
              <a:gd name="connsiteX7388" fmla="*/ 5102364 w 10450132"/>
              <a:gd name="connsiteY7388" fmla="*/ 2604431 h 5450835"/>
              <a:gd name="connsiteX7389" fmla="*/ 5103153 w 10450132"/>
              <a:gd name="connsiteY7389" fmla="*/ 2604891 h 5450835"/>
              <a:gd name="connsiteX7390" fmla="*/ 5107684 w 10450132"/>
              <a:gd name="connsiteY7390" fmla="*/ 2612772 h 5450835"/>
              <a:gd name="connsiteX7391" fmla="*/ 5107684 w 10450132"/>
              <a:gd name="connsiteY7391" fmla="*/ 2613626 h 5450835"/>
              <a:gd name="connsiteX7392" fmla="*/ 5103153 w 10450132"/>
              <a:gd name="connsiteY7392" fmla="*/ 2621508 h 5450835"/>
              <a:gd name="connsiteX7393" fmla="*/ 5102364 w 10450132"/>
              <a:gd name="connsiteY7393" fmla="*/ 2621968 h 5450835"/>
              <a:gd name="connsiteX7394" fmla="*/ 5093300 w 10450132"/>
              <a:gd name="connsiteY7394" fmla="*/ 2621968 h 5450835"/>
              <a:gd name="connsiteX7395" fmla="*/ 5092512 w 10450132"/>
              <a:gd name="connsiteY7395" fmla="*/ 2621508 h 5450835"/>
              <a:gd name="connsiteX7396" fmla="*/ 5087979 w 10450132"/>
              <a:gd name="connsiteY7396" fmla="*/ 2613626 h 5450835"/>
              <a:gd name="connsiteX7397" fmla="*/ 5087979 w 10450132"/>
              <a:gd name="connsiteY7397" fmla="*/ 2612772 h 5450835"/>
              <a:gd name="connsiteX7398" fmla="*/ 5092512 w 10450132"/>
              <a:gd name="connsiteY7398" fmla="*/ 2604891 h 5450835"/>
              <a:gd name="connsiteX7399" fmla="*/ 5093300 w 10450132"/>
              <a:gd name="connsiteY7399" fmla="*/ 2604431 h 5450835"/>
              <a:gd name="connsiteX7400" fmla="*/ 4838919 w 10450132"/>
              <a:gd name="connsiteY7400" fmla="*/ 2604431 h 5450835"/>
              <a:gd name="connsiteX7401" fmla="*/ 4847982 w 10450132"/>
              <a:gd name="connsiteY7401" fmla="*/ 2604431 h 5450835"/>
              <a:gd name="connsiteX7402" fmla="*/ 4848772 w 10450132"/>
              <a:gd name="connsiteY7402" fmla="*/ 2604891 h 5450835"/>
              <a:gd name="connsiteX7403" fmla="*/ 4853303 w 10450132"/>
              <a:gd name="connsiteY7403" fmla="*/ 2612772 h 5450835"/>
              <a:gd name="connsiteX7404" fmla="*/ 4853303 w 10450132"/>
              <a:gd name="connsiteY7404" fmla="*/ 2613626 h 5450835"/>
              <a:gd name="connsiteX7405" fmla="*/ 4848772 w 10450132"/>
              <a:gd name="connsiteY7405" fmla="*/ 2621508 h 5450835"/>
              <a:gd name="connsiteX7406" fmla="*/ 4847982 w 10450132"/>
              <a:gd name="connsiteY7406" fmla="*/ 2621968 h 5450835"/>
              <a:gd name="connsiteX7407" fmla="*/ 4838919 w 10450132"/>
              <a:gd name="connsiteY7407" fmla="*/ 2621968 h 5450835"/>
              <a:gd name="connsiteX7408" fmla="*/ 4838132 w 10450132"/>
              <a:gd name="connsiteY7408" fmla="*/ 2621508 h 5450835"/>
              <a:gd name="connsiteX7409" fmla="*/ 4833598 w 10450132"/>
              <a:gd name="connsiteY7409" fmla="*/ 2613626 h 5450835"/>
              <a:gd name="connsiteX7410" fmla="*/ 4833598 w 10450132"/>
              <a:gd name="connsiteY7410" fmla="*/ 2612772 h 5450835"/>
              <a:gd name="connsiteX7411" fmla="*/ 4838132 w 10450132"/>
              <a:gd name="connsiteY7411" fmla="*/ 2604891 h 5450835"/>
              <a:gd name="connsiteX7412" fmla="*/ 4838919 w 10450132"/>
              <a:gd name="connsiteY7412" fmla="*/ 2604431 h 5450835"/>
              <a:gd name="connsiteX7413" fmla="*/ 4584538 w 10450132"/>
              <a:gd name="connsiteY7413" fmla="*/ 2604431 h 5450835"/>
              <a:gd name="connsiteX7414" fmla="*/ 4593603 w 10450132"/>
              <a:gd name="connsiteY7414" fmla="*/ 2604431 h 5450835"/>
              <a:gd name="connsiteX7415" fmla="*/ 4594390 w 10450132"/>
              <a:gd name="connsiteY7415" fmla="*/ 2604891 h 5450835"/>
              <a:gd name="connsiteX7416" fmla="*/ 4598922 w 10450132"/>
              <a:gd name="connsiteY7416" fmla="*/ 2612772 h 5450835"/>
              <a:gd name="connsiteX7417" fmla="*/ 4598922 w 10450132"/>
              <a:gd name="connsiteY7417" fmla="*/ 2613626 h 5450835"/>
              <a:gd name="connsiteX7418" fmla="*/ 4594390 w 10450132"/>
              <a:gd name="connsiteY7418" fmla="*/ 2621508 h 5450835"/>
              <a:gd name="connsiteX7419" fmla="*/ 4593603 w 10450132"/>
              <a:gd name="connsiteY7419" fmla="*/ 2621968 h 5450835"/>
              <a:gd name="connsiteX7420" fmla="*/ 4584538 w 10450132"/>
              <a:gd name="connsiteY7420" fmla="*/ 2621968 h 5450835"/>
              <a:gd name="connsiteX7421" fmla="*/ 4583749 w 10450132"/>
              <a:gd name="connsiteY7421" fmla="*/ 2621508 h 5450835"/>
              <a:gd name="connsiteX7422" fmla="*/ 4579218 w 10450132"/>
              <a:gd name="connsiteY7422" fmla="*/ 2613626 h 5450835"/>
              <a:gd name="connsiteX7423" fmla="*/ 4579218 w 10450132"/>
              <a:gd name="connsiteY7423" fmla="*/ 2612772 h 5450835"/>
              <a:gd name="connsiteX7424" fmla="*/ 4583749 w 10450132"/>
              <a:gd name="connsiteY7424" fmla="*/ 2604891 h 5450835"/>
              <a:gd name="connsiteX7425" fmla="*/ 4584538 w 10450132"/>
              <a:gd name="connsiteY7425" fmla="*/ 2604431 h 5450835"/>
              <a:gd name="connsiteX7426" fmla="*/ 4330157 w 10450132"/>
              <a:gd name="connsiteY7426" fmla="*/ 2604431 h 5450835"/>
              <a:gd name="connsiteX7427" fmla="*/ 4339222 w 10450132"/>
              <a:gd name="connsiteY7427" fmla="*/ 2604431 h 5450835"/>
              <a:gd name="connsiteX7428" fmla="*/ 4340010 w 10450132"/>
              <a:gd name="connsiteY7428" fmla="*/ 2604891 h 5450835"/>
              <a:gd name="connsiteX7429" fmla="*/ 4344540 w 10450132"/>
              <a:gd name="connsiteY7429" fmla="*/ 2612772 h 5450835"/>
              <a:gd name="connsiteX7430" fmla="*/ 4344540 w 10450132"/>
              <a:gd name="connsiteY7430" fmla="*/ 2613626 h 5450835"/>
              <a:gd name="connsiteX7431" fmla="*/ 4340010 w 10450132"/>
              <a:gd name="connsiteY7431" fmla="*/ 2621508 h 5450835"/>
              <a:gd name="connsiteX7432" fmla="*/ 4339222 w 10450132"/>
              <a:gd name="connsiteY7432" fmla="*/ 2621968 h 5450835"/>
              <a:gd name="connsiteX7433" fmla="*/ 4330157 w 10450132"/>
              <a:gd name="connsiteY7433" fmla="*/ 2621968 h 5450835"/>
              <a:gd name="connsiteX7434" fmla="*/ 4329369 w 10450132"/>
              <a:gd name="connsiteY7434" fmla="*/ 2621508 h 5450835"/>
              <a:gd name="connsiteX7435" fmla="*/ 4324836 w 10450132"/>
              <a:gd name="connsiteY7435" fmla="*/ 2613626 h 5450835"/>
              <a:gd name="connsiteX7436" fmla="*/ 4324836 w 10450132"/>
              <a:gd name="connsiteY7436" fmla="*/ 2612772 h 5450835"/>
              <a:gd name="connsiteX7437" fmla="*/ 4329369 w 10450132"/>
              <a:gd name="connsiteY7437" fmla="*/ 2604891 h 5450835"/>
              <a:gd name="connsiteX7438" fmla="*/ 4330157 w 10450132"/>
              <a:gd name="connsiteY7438" fmla="*/ 2604431 h 5450835"/>
              <a:gd name="connsiteX7439" fmla="*/ 4075728 w 10450132"/>
              <a:gd name="connsiteY7439" fmla="*/ 2604431 h 5450835"/>
              <a:gd name="connsiteX7440" fmla="*/ 4084791 w 10450132"/>
              <a:gd name="connsiteY7440" fmla="*/ 2604431 h 5450835"/>
              <a:gd name="connsiteX7441" fmla="*/ 4085580 w 10450132"/>
              <a:gd name="connsiteY7441" fmla="*/ 2604891 h 5450835"/>
              <a:gd name="connsiteX7442" fmla="*/ 4090110 w 10450132"/>
              <a:gd name="connsiteY7442" fmla="*/ 2612772 h 5450835"/>
              <a:gd name="connsiteX7443" fmla="*/ 4090110 w 10450132"/>
              <a:gd name="connsiteY7443" fmla="*/ 2613626 h 5450835"/>
              <a:gd name="connsiteX7444" fmla="*/ 4085580 w 10450132"/>
              <a:gd name="connsiteY7444" fmla="*/ 2621508 h 5450835"/>
              <a:gd name="connsiteX7445" fmla="*/ 4084791 w 10450132"/>
              <a:gd name="connsiteY7445" fmla="*/ 2621968 h 5450835"/>
              <a:gd name="connsiteX7446" fmla="*/ 4075728 w 10450132"/>
              <a:gd name="connsiteY7446" fmla="*/ 2621968 h 5450835"/>
              <a:gd name="connsiteX7447" fmla="*/ 4074939 w 10450132"/>
              <a:gd name="connsiteY7447" fmla="*/ 2621508 h 5450835"/>
              <a:gd name="connsiteX7448" fmla="*/ 4070407 w 10450132"/>
              <a:gd name="connsiteY7448" fmla="*/ 2613626 h 5450835"/>
              <a:gd name="connsiteX7449" fmla="*/ 4070407 w 10450132"/>
              <a:gd name="connsiteY7449" fmla="*/ 2612772 h 5450835"/>
              <a:gd name="connsiteX7450" fmla="*/ 4074939 w 10450132"/>
              <a:gd name="connsiteY7450" fmla="*/ 2604891 h 5450835"/>
              <a:gd name="connsiteX7451" fmla="*/ 4075728 w 10450132"/>
              <a:gd name="connsiteY7451" fmla="*/ 2604431 h 5450835"/>
              <a:gd name="connsiteX7452" fmla="*/ 3821398 w 10450132"/>
              <a:gd name="connsiteY7452" fmla="*/ 2604431 h 5450835"/>
              <a:gd name="connsiteX7453" fmla="*/ 3830462 w 10450132"/>
              <a:gd name="connsiteY7453" fmla="*/ 2604431 h 5450835"/>
              <a:gd name="connsiteX7454" fmla="*/ 3831251 w 10450132"/>
              <a:gd name="connsiteY7454" fmla="*/ 2604891 h 5450835"/>
              <a:gd name="connsiteX7455" fmla="*/ 3835782 w 10450132"/>
              <a:gd name="connsiteY7455" fmla="*/ 2612772 h 5450835"/>
              <a:gd name="connsiteX7456" fmla="*/ 3835782 w 10450132"/>
              <a:gd name="connsiteY7456" fmla="*/ 2613626 h 5450835"/>
              <a:gd name="connsiteX7457" fmla="*/ 3831251 w 10450132"/>
              <a:gd name="connsiteY7457" fmla="*/ 2621508 h 5450835"/>
              <a:gd name="connsiteX7458" fmla="*/ 3830462 w 10450132"/>
              <a:gd name="connsiteY7458" fmla="*/ 2621968 h 5450835"/>
              <a:gd name="connsiteX7459" fmla="*/ 3821398 w 10450132"/>
              <a:gd name="connsiteY7459" fmla="*/ 2621968 h 5450835"/>
              <a:gd name="connsiteX7460" fmla="*/ 3820611 w 10450132"/>
              <a:gd name="connsiteY7460" fmla="*/ 2621508 h 5450835"/>
              <a:gd name="connsiteX7461" fmla="*/ 3816079 w 10450132"/>
              <a:gd name="connsiteY7461" fmla="*/ 2613626 h 5450835"/>
              <a:gd name="connsiteX7462" fmla="*/ 3816079 w 10450132"/>
              <a:gd name="connsiteY7462" fmla="*/ 2612772 h 5450835"/>
              <a:gd name="connsiteX7463" fmla="*/ 3820611 w 10450132"/>
              <a:gd name="connsiteY7463" fmla="*/ 2604891 h 5450835"/>
              <a:gd name="connsiteX7464" fmla="*/ 3821398 w 10450132"/>
              <a:gd name="connsiteY7464" fmla="*/ 2604431 h 5450835"/>
              <a:gd name="connsiteX7465" fmla="*/ 3567032 w 10450132"/>
              <a:gd name="connsiteY7465" fmla="*/ 2604431 h 5450835"/>
              <a:gd name="connsiteX7466" fmla="*/ 3576097 w 10450132"/>
              <a:gd name="connsiteY7466" fmla="*/ 2604431 h 5450835"/>
              <a:gd name="connsiteX7467" fmla="*/ 3576887 w 10450132"/>
              <a:gd name="connsiteY7467" fmla="*/ 2604891 h 5450835"/>
              <a:gd name="connsiteX7468" fmla="*/ 3581417 w 10450132"/>
              <a:gd name="connsiteY7468" fmla="*/ 2612772 h 5450835"/>
              <a:gd name="connsiteX7469" fmla="*/ 3581417 w 10450132"/>
              <a:gd name="connsiteY7469" fmla="*/ 2613626 h 5450835"/>
              <a:gd name="connsiteX7470" fmla="*/ 3576887 w 10450132"/>
              <a:gd name="connsiteY7470" fmla="*/ 2621508 h 5450835"/>
              <a:gd name="connsiteX7471" fmla="*/ 3576097 w 10450132"/>
              <a:gd name="connsiteY7471" fmla="*/ 2621968 h 5450835"/>
              <a:gd name="connsiteX7472" fmla="*/ 3567032 w 10450132"/>
              <a:gd name="connsiteY7472" fmla="*/ 2621968 h 5450835"/>
              <a:gd name="connsiteX7473" fmla="*/ 3566246 w 10450132"/>
              <a:gd name="connsiteY7473" fmla="*/ 2621508 h 5450835"/>
              <a:gd name="connsiteX7474" fmla="*/ 3561713 w 10450132"/>
              <a:gd name="connsiteY7474" fmla="*/ 2613626 h 5450835"/>
              <a:gd name="connsiteX7475" fmla="*/ 3561713 w 10450132"/>
              <a:gd name="connsiteY7475" fmla="*/ 2612772 h 5450835"/>
              <a:gd name="connsiteX7476" fmla="*/ 3566246 w 10450132"/>
              <a:gd name="connsiteY7476" fmla="*/ 2604891 h 5450835"/>
              <a:gd name="connsiteX7477" fmla="*/ 3567032 w 10450132"/>
              <a:gd name="connsiteY7477" fmla="*/ 2604431 h 5450835"/>
              <a:gd name="connsiteX7478" fmla="*/ 3312819 w 10450132"/>
              <a:gd name="connsiteY7478" fmla="*/ 2604431 h 5450835"/>
              <a:gd name="connsiteX7479" fmla="*/ 3321883 w 10450132"/>
              <a:gd name="connsiteY7479" fmla="*/ 2604431 h 5450835"/>
              <a:gd name="connsiteX7480" fmla="*/ 3322672 w 10450132"/>
              <a:gd name="connsiteY7480" fmla="*/ 2604891 h 5450835"/>
              <a:gd name="connsiteX7481" fmla="*/ 3327204 w 10450132"/>
              <a:gd name="connsiteY7481" fmla="*/ 2612772 h 5450835"/>
              <a:gd name="connsiteX7482" fmla="*/ 3327204 w 10450132"/>
              <a:gd name="connsiteY7482" fmla="*/ 2613626 h 5450835"/>
              <a:gd name="connsiteX7483" fmla="*/ 3322672 w 10450132"/>
              <a:gd name="connsiteY7483" fmla="*/ 2621508 h 5450835"/>
              <a:gd name="connsiteX7484" fmla="*/ 3321883 w 10450132"/>
              <a:gd name="connsiteY7484" fmla="*/ 2621968 h 5450835"/>
              <a:gd name="connsiteX7485" fmla="*/ 3312819 w 10450132"/>
              <a:gd name="connsiteY7485" fmla="*/ 2621968 h 5450835"/>
              <a:gd name="connsiteX7486" fmla="*/ 3312031 w 10450132"/>
              <a:gd name="connsiteY7486" fmla="*/ 2621508 h 5450835"/>
              <a:gd name="connsiteX7487" fmla="*/ 3307496 w 10450132"/>
              <a:gd name="connsiteY7487" fmla="*/ 2613626 h 5450835"/>
              <a:gd name="connsiteX7488" fmla="*/ 3307496 w 10450132"/>
              <a:gd name="connsiteY7488" fmla="*/ 2612772 h 5450835"/>
              <a:gd name="connsiteX7489" fmla="*/ 3312031 w 10450132"/>
              <a:gd name="connsiteY7489" fmla="*/ 2604891 h 5450835"/>
              <a:gd name="connsiteX7490" fmla="*/ 3312819 w 10450132"/>
              <a:gd name="connsiteY7490" fmla="*/ 2604431 h 5450835"/>
              <a:gd name="connsiteX7491" fmla="*/ 3058421 w 10450132"/>
              <a:gd name="connsiteY7491" fmla="*/ 2604431 h 5450835"/>
              <a:gd name="connsiteX7492" fmla="*/ 3067487 w 10450132"/>
              <a:gd name="connsiteY7492" fmla="*/ 2604431 h 5450835"/>
              <a:gd name="connsiteX7493" fmla="*/ 3068275 w 10450132"/>
              <a:gd name="connsiteY7493" fmla="*/ 2604891 h 5450835"/>
              <a:gd name="connsiteX7494" fmla="*/ 3072807 w 10450132"/>
              <a:gd name="connsiteY7494" fmla="*/ 2612772 h 5450835"/>
              <a:gd name="connsiteX7495" fmla="*/ 3072807 w 10450132"/>
              <a:gd name="connsiteY7495" fmla="*/ 2613626 h 5450835"/>
              <a:gd name="connsiteX7496" fmla="*/ 3068275 w 10450132"/>
              <a:gd name="connsiteY7496" fmla="*/ 2621508 h 5450835"/>
              <a:gd name="connsiteX7497" fmla="*/ 3067487 w 10450132"/>
              <a:gd name="connsiteY7497" fmla="*/ 2621968 h 5450835"/>
              <a:gd name="connsiteX7498" fmla="*/ 3058421 w 10450132"/>
              <a:gd name="connsiteY7498" fmla="*/ 2621968 h 5450835"/>
              <a:gd name="connsiteX7499" fmla="*/ 3057633 w 10450132"/>
              <a:gd name="connsiteY7499" fmla="*/ 2621508 h 5450835"/>
              <a:gd name="connsiteX7500" fmla="*/ 3053100 w 10450132"/>
              <a:gd name="connsiteY7500" fmla="*/ 2613626 h 5450835"/>
              <a:gd name="connsiteX7501" fmla="*/ 3053100 w 10450132"/>
              <a:gd name="connsiteY7501" fmla="*/ 2612772 h 5450835"/>
              <a:gd name="connsiteX7502" fmla="*/ 3057633 w 10450132"/>
              <a:gd name="connsiteY7502" fmla="*/ 2604891 h 5450835"/>
              <a:gd name="connsiteX7503" fmla="*/ 3058421 w 10450132"/>
              <a:gd name="connsiteY7503" fmla="*/ 2604431 h 5450835"/>
              <a:gd name="connsiteX7504" fmla="*/ 2803841 w 10450132"/>
              <a:gd name="connsiteY7504" fmla="*/ 2604431 h 5450835"/>
              <a:gd name="connsiteX7505" fmla="*/ 2812906 w 10450132"/>
              <a:gd name="connsiteY7505" fmla="*/ 2604431 h 5450835"/>
              <a:gd name="connsiteX7506" fmla="*/ 2813693 w 10450132"/>
              <a:gd name="connsiteY7506" fmla="*/ 2604891 h 5450835"/>
              <a:gd name="connsiteX7507" fmla="*/ 2818225 w 10450132"/>
              <a:gd name="connsiteY7507" fmla="*/ 2612772 h 5450835"/>
              <a:gd name="connsiteX7508" fmla="*/ 2818225 w 10450132"/>
              <a:gd name="connsiteY7508" fmla="*/ 2613626 h 5450835"/>
              <a:gd name="connsiteX7509" fmla="*/ 2813693 w 10450132"/>
              <a:gd name="connsiteY7509" fmla="*/ 2621508 h 5450835"/>
              <a:gd name="connsiteX7510" fmla="*/ 2812906 w 10450132"/>
              <a:gd name="connsiteY7510" fmla="*/ 2621968 h 5450835"/>
              <a:gd name="connsiteX7511" fmla="*/ 2803841 w 10450132"/>
              <a:gd name="connsiteY7511" fmla="*/ 2621968 h 5450835"/>
              <a:gd name="connsiteX7512" fmla="*/ 2803053 w 10450132"/>
              <a:gd name="connsiteY7512" fmla="*/ 2621508 h 5450835"/>
              <a:gd name="connsiteX7513" fmla="*/ 2798521 w 10450132"/>
              <a:gd name="connsiteY7513" fmla="*/ 2613626 h 5450835"/>
              <a:gd name="connsiteX7514" fmla="*/ 2798521 w 10450132"/>
              <a:gd name="connsiteY7514" fmla="*/ 2612772 h 5450835"/>
              <a:gd name="connsiteX7515" fmla="*/ 2803053 w 10450132"/>
              <a:gd name="connsiteY7515" fmla="*/ 2604891 h 5450835"/>
              <a:gd name="connsiteX7516" fmla="*/ 2803841 w 10450132"/>
              <a:gd name="connsiteY7516" fmla="*/ 2604431 h 5450835"/>
              <a:gd name="connsiteX7517" fmla="*/ 2549516 w 10450132"/>
              <a:gd name="connsiteY7517" fmla="*/ 2604431 h 5450835"/>
              <a:gd name="connsiteX7518" fmla="*/ 2558580 w 10450132"/>
              <a:gd name="connsiteY7518" fmla="*/ 2604431 h 5450835"/>
              <a:gd name="connsiteX7519" fmla="*/ 2559369 w 10450132"/>
              <a:gd name="connsiteY7519" fmla="*/ 2604891 h 5450835"/>
              <a:gd name="connsiteX7520" fmla="*/ 2563902 w 10450132"/>
              <a:gd name="connsiteY7520" fmla="*/ 2612772 h 5450835"/>
              <a:gd name="connsiteX7521" fmla="*/ 2563902 w 10450132"/>
              <a:gd name="connsiteY7521" fmla="*/ 2613626 h 5450835"/>
              <a:gd name="connsiteX7522" fmla="*/ 2559369 w 10450132"/>
              <a:gd name="connsiteY7522" fmla="*/ 2621508 h 5450835"/>
              <a:gd name="connsiteX7523" fmla="*/ 2558580 w 10450132"/>
              <a:gd name="connsiteY7523" fmla="*/ 2621968 h 5450835"/>
              <a:gd name="connsiteX7524" fmla="*/ 2549516 w 10450132"/>
              <a:gd name="connsiteY7524" fmla="*/ 2621968 h 5450835"/>
              <a:gd name="connsiteX7525" fmla="*/ 2548727 w 10450132"/>
              <a:gd name="connsiteY7525" fmla="*/ 2621508 h 5450835"/>
              <a:gd name="connsiteX7526" fmla="*/ 2544195 w 10450132"/>
              <a:gd name="connsiteY7526" fmla="*/ 2613626 h 5450835"/>
              <a:gd name="connsiteX7527" fmla="*/ 2544195 w 10450132"/>
              <a:gd name="connsiteY7527" fmla="*/ 2612772 h 5450835"/>
              <a:gd name="connsiteX7528" fmla="*/ 2548727 w 10450132"/>
              <a:gd name="connsiteY7528" fmla="*/ 2604891 h 5450835"/>
              <a:gd name="connsiteX7529" fmla="*/ 2549516 w 10450132"/>
              <a:gd name="connsiteY7529" fmla="*/ 2604431 h 5450835"/>
              <a:gd name="connsiteX7530" fmla="*/ 2295000 w 10450132"/>
              <a:gd name="connsiteY7530" fmla="*/ 2604431 h 5450835"/>
              <a:gd name="connsiteX7531" fmla="*/ 2304065 w 10450132"/>
              <a:gd name="connsiteY7531" fmla="*/ 2604431 h 5450835"/>
              <a:gd name="connsiteX7532" fmla="*/ 2304853 w 10450132"/>
              <a:gd name="connsiteY7532" fmla="*/ 2604891 h 5450835"/>
              <a:gd name="connsiteX7533" fmla="*/ 2309386 w 10450132"/>
              <a:gd name="connsiteY7533" fmla="*/ 2612772 h 5450835"/>
              <a:gd name="connsiteX7534" fmla="*/ 2309386 w 10450132"/>
              <a:gd name="connsiteY7534" fmla="*/ 2613626 h 5450835"/>
              <a:gd name="connsiteX7535" fmla="*/ 2304853 w 10450132"/>
              <a:gd name="connsiteY7535" fmla="*/ 2621508 h 5450835"/>
              <a:gd name="connsiteX7536" fmla="*/ 2304065 w 10450132"/>
              <a:gd name="connsiteY7536" fmla="*/ 2621968 h 5450835"/>
              <a:gd name="connsiteX7537" fmla="*/ 2295000 w 10450132"/>
              <a:gd name="connsiteY7537" fmla="*/ 2621968 h 5450835"/>
              <a:gd name="connsiteX7538" fmla="*/ 2294212 w 10450132"/>
              <a:gd name="connsiteY7538" fmla="*/ 2621508 h 5450835"/>
              <a:gd name="connsiteX7539" fmla="*/ 2289680 w 10450132"/>
              <a:gd name="connsiteY7539" fmla="*/ 2613626 h 5450835"/>
              <a:gd name="connsiteX7540" fmla="*/ 2289680 w 10450132"/>
              <a:gd name="connsiteY7540" fmla="*/ 2612772 h 5450835"/>
              <a:gd name="connsiteX7541" fmla="*/ 2294212 w 10450132"/>
              <a:gd name="connsiteY7541" fmla="*/ 2604891 h 5450835"/>
              <a:gd name="connsiteX7542" fmla="*/ 2295000 w 10450132"/>
              <a:gd name="connsiteY7542" fmla="*/ 2604431 h 5450835"/>
              <a:gd name="connsiteX7543" fmla="*/ 2040756 w 10450132"/>
              <a:gd name="connsiteY7543" fmla="*/ 2604431 h 5450835"/>
              <a:gd name="connsiteX7544" fmla="*/ 2049821 w 10450132"/>
              <a:gd name="connsiteY7544" fmla="*/ 2604431 h 5450835"/>
              <a:gd name="connsiteX7545" fmla="*/ 2050609 w 10450132"/>
              <a:gd name="connsiteY7545" fmla="*/ 2604891 h 5450835"/>
              <a:gd name="connsiteX7546" fmla="*/ 2055141 w 10450132"/>
              <a:gd name="connsiteY7546" fmla="*/ 2612772 h 5450835"/>
              <a:gd name="connsiteX7547" fmla="*/ 2055141 w 10450132"/>
              <a:gd name="connsiteY7547" fmla="*/ 2613626 h 5450835"/>
              <a:gd name="connsiteX7548" fmla="*/ 2050609 w 10450132"/>
              <a:gd name="connsiteY7548" fmla="*/ 2621508 h 5450835"/>
              <a:gd name="connsiteX7549" fmla="*/ 2049821 w 10450132"/>
              <a:gd name="connsiteY7549" fmla="*/ 2621968 h 5450835"/>
              <a:gd name="connsiteX7550" fmla="*/ 2040756 w 10450132"/>
              <a:gd name="connsiteY7550" fmla="*/ 2621968 h 5450835"/>
              <a:gd name="connsiteX7551" fmla="*/ 2039968 w 10450132"/>
              <a:gd name="connsiteY7551" fmla="*/ 2621508 h 5450835"/>
              <a:gd name="connsiteX7552" fmla="*/ 2035435 w 10450132"/>
              <a:gd name="connsiteY7552" fmla="*/ 2613626 h 5450835"/>
              <a:gd name="connsiteX7553" fmla="*/ 2035435 w 10450132"/>
              <a:gd name="connsiteY7553" fmla="*/ 2612772 h 5450835"/>
              <a:gd name="connsiteX7554" fmla="*/ 2039968 w 10450132"/>
              <a:gd name="connsiteY7554" fmla="*/ 2604891 h 5450835"/>
              <a:gd name="connsiteX7555" fmla="*/ 2040756 w 10450132"/>
              <a:gd name="connsiteY7555" fmla="*/ 2604431 h 5450835"/>
              <a:gd name="connsiteX7556" fmla="*/ 1786201 w 10450132"/>
              <a:gd name="connsiteY7556" fmla="*/ 2604431 h 5450835"/>
              <a:gd name="connsiteX7557" fmla="*/ 1795266 w 10450132"/>
              <a:gd name="connsiteY7557" fmla="*/ 2604431 h 5450835"/>
              <a:gd name="connsiteX7558" fmla="*/ 1796055 w 10450132"/>
              <a:gd name="connsiteY7558" fmla="*/ 2604891 h 5450835"/>
              <a:gd name="connsiteX7559" fmla="*/ 1800586 w 10450132"/>
              <a:gd name="connsiteY7559" fmla="*/ 2612772 h 5450835"/>
              <a:gd name="connsiteX7560" fmla="*/ 1800586 w 10450132"/>
              <a:gd name="connsiteY7560" fmla="*/ 2613626 h 5450835"/>
              <a:gd name="connsiteX7561" fmla="*/ 1796055 w 10450132"/>
              <a:gd name="connsiteY7561" fmla="*/ 2621508 h 5450835"/>
              <a:gd name="connsiteX7562" fmla="*/ 1795266 w 10450132"/>
              <a:gd name="connsiteY7562" fmla="*/ 2621968 h 5450835"/>
              <a:gd name="connsiteX7563" fmla="*/ 1786201 w 10450132"/>
              <a:gd name="connsiteY7563" fmla="*/ 2621968 h 5450835"/>
              <a:gd name="connsiteX7564" fmla="*/ 1785414 w 10450132"/>
              <a:gd name="connsiteY7564" fmla="*/ 2621508 h 5450835"/>
              <a:gd name="connsiteX7565" fmla="*/ 1780882 w 10450132"/>
              <a:gd name="connsiteY7565" fmla="*/ 2613626 h 5450835"/>
              <a:gd name="connsiteX7566" fmla="*/ 1780882 w 10450132"/>
              <a:gd name="connsiteY7566" fmla="*/ 2612772 h 5450835"/>
              <a:gd name="connsiteX7567" fmla="*/ 1785414 w 10450132"/>
              <a:gd name="connsiteY7567" fmla="*/ 2604891 h 5450835"/>
              <a:gd name="connsiteX7568" fmla="*/ 1786201 w 10450132"/>
              <a:gd name="connsiteY7568" fmla="*/ 2604431 h 5450835"/>
              <a:gd name="connsiteX7569" fmla="*/ 1531885 w 10450132"/>
              <a:gd name="connsiteY7569" fmla="*/ 2604431 h 5450835"/>
              <a:gd name="connsiteX7570" fmla="*/ 1540949 w 10450132"/>
              <a:gd name="connsiteY7570" fmla="*/ 2604431 h 5450835"/>
              <a:gd name="connsiteX7571" fmla="*/ 1541737 w 10450132"/>
              <a:gd name="connsiteY7571" fmla="*/ 2604891 h 5450835"/>
              <a:gd name="connsiteX7572" fmla="*/ 1546269 w 10450132"/>
              <a:gd name="connsiteY7572" fmla="*/ 2612772 h 5450835"/>
              <a:gd name="connsiteX7573" fmla="*/ 1546269 w 10450132"/>
              <a:gd name="connsiteY7573" fmla="*/ 2613626 h 5450835"/>
              <a:gd name="connsiteX7574" fmla="*/ 1541737 w 10450132"/>
              <a:gd name="connsiteY7574" fmla="*/ 2621508 h 5450835"/>
              <a:gd name="connsiteX7575" fmla="*/ 1540949 w 10450132"/>
              <a:gd name="connsiteY7575" fmla="*/ 2621968 h 5450835"/>
              <a:gd name="connsiteX7576" fmla="*/ 1531885 w 10450132"/>
              <a:gd name="connsiteY7576" fmla="*/ 2621968 h 5450835"/>
              <a:gd name="connsiteX7577" fmla="*/ 1531098 w 10450132"/>
              <a:gd name="connsiteY7577" fmla="*/ 2621508 h 5450835"/>
              <a:gd name="connsiteX7578" fmla="*/ 1526565 w 10450132"/>
              <a:gd name="connsiteY7578" fmla="*/ 2613626 h 5450835"/>
              <a:gd name="connsiteX7579" fmla="*/ 1526565 w 10450132"/>
              <a:gd name="connsiteY7579" fmla="*/ 2612772 h 5450835"/>
              <a:gd name="connsiteX7580" fmla="*/ 1531098 w 10450132"/>
              <a:gd name="connsiteY7580" fmla="*/ 2604891 h 5450835"/>
              <a:gd name="connsiteX7581" fmla="*/ 1531885 w 10450132"/>
              <a:gd name="connsiteY7581" fmla="*/ 2604431 h 5450835"/>
              <a:gd name="connsiteX7582" fmla="*/ 1277494 w 10450132"/>
              <a:gd name="connsiteY7582" fmla="*/ 2604431 h 5450835"/>
              <a:gd name="connsiteX7583" fmla="*/ 1286560 w 10450132"/>
              <a:gd name="connsiteY7583" fmla="*/ 2604431 h 5450835"/>
              <a:gd name="connsiteX7584" fmla="*/ 1287348 w 10450132"/>
              <a:gd name="connsiteY7584" fmla="*/ 2604891 h 5450835"/>
              <a:gd name="connsiteX7585" fmla="*/ 1291879 w 10450132"/>
              <a:gd name="connsiteY7585" fmla="*/ 2612772 h 5450835"/>
              <a:gd name="connsiteX7586" fmla="*/ 1291879 w 10450132"/>
              <a:gd name="connsiteY7586" fmla="*/ 2613626 h 5450835"/>
              <a:gd name="connsiteX7587" fmla="*/ 1287348 w 10450132"/>
              <a:gd name="connsiteY7587" fmla="*/ 2621508 h 5450835"/>
              <a:gd name="connsiteX7588" fmla="*/ 1286560 w 10450132"/>
              <a:gd name="connsiteY7588" fmla="*/ 2621968 h 5450835"/>
              <a:gd name="connsiteX7589" fmla="*/ 1277494 w 10450132"/>
              <a:gd name="connsiteY7589" fmla="*/ 2621968 h 5450835"/>
              <a:gd name="connsiteX7590" fmla="*/ 1276707 w 10450132"/>
              <a:gd name="connsiteY7590" fmla="*/ 2621508 h 5450835"/>
              <a:gd name="connsiteX7591" fmla="*/ 1272176 w 10450132"/>
              <a:gd name="connsiteY7591" fmla="*/ 2613626 h 5450835"/>
              <a:gd name="connsiteX7592" fmla="*/ 1272176 w 10450132"/>
              <a:gd name="connsiteY7592" fmla="*/ 2612772 h 5450835"/>
              <a:gd name="connsiteX7593" fmla="*/ 1276707 w 10450132"/>
              <a:gd name="connsiteY7593" fmla="*/ 2604891 h 5450835"/>
              <a:gd name="connsiteX7594" fmla="*/ 1277494 w 10450132"/>
              <a:gd name="connsiteY7594" fmla="*/ 2604431 h 5450835"/>
              <a:gd name="connsiteX7595" fmla="*/ 1023121 w 10450132"/>
              <a:gd name="connsiteY7595" fmla="*/ 2604431 h 5450835"/>
              <a:gd name="connsiteX7596" fmla="*/ 1032185 w 10450132"/>
              <a:gd name="connsiteY7596" fmla="*/ 2604431 h 5450835"/>
              <a:gd name="connsiteX7597" fmla="*/ 1032973 w 10450132"/>
              <a:gd name="connsiteY7597" fmla="*/ 2604891 h 5450835"/>
              <a:gd name="connsiteX7598" fmla="*/ 1037505 w 10450132"/>
              <a:gd name="connsiteY7598" fmla="*/ 2612772 h 5450835"/>
              <a:gd name="connsiteX7599" fmla="*/ 1037505 w 10450132"/>
              <a:gd name="connsiteY7599" fmla="*/ 2613626 h 5450835"/>
              <a:gd name="connsiteX7600" fmla="*/ 1032973 w 10450132"/>
              <a:gd name="connsiteY7600" fmla="*/ 2621508 h 5450835"/>
              <a:gd name="connsiteX7601" fmla="*/ 1032185 w 10450132"/>
              <a:gd name="connsiteY7601" fmla="*/ 2621968 h 5450835"/>
              <a:gd name="connsiteX7602" fmla="*/ 1023121 w 10450132"/>
              <a:gd name="connsiteY7602" fmla="*/ 2621968 h 5450835"/>
              <a:gd name="connsiteX7603" fmla="*/ 1022334 w 10450132"/>
              <a:gd name="connsiteY7603" fmla="*/ 2621508 h 5450835"/>
              <a:gd name="connsiteX7604" fmla="*/ 1017801 w 10450132"/>
              <a:gd name="connsiteY7604" fmla="*/ 2613626 h 5450835"/>
              <a:gd name="connsiteX7605" fmla="*/ 1017801 w 10450132"/>
              <a:gd name="connsiteY7605" fmla="*/ 2612772 h 5450835"/>
              <a:gd name="connsiteX7606" fmla="*/ 1022334 w 10450132"/>
              <a:gd name="connsiteY7606" fmla="*/ 2604891 h 5450835"/>
              <a:gd name="connsiteX7607" fmla="*/ 1023121 w 10450132"/>
              <a:gd name="connsiteY7607" fmla="*/ 2604431 h 5450835"/>
              <a:gd name="connsiteX7608" fmla="*/ 768691 w 10450132"/>
              <a:gd name="connsiteY7608" fmla="*/ 2604431 h 5450835"/>
              <a:gd name="connsiteX7609" fmla="*/ 777753 w 10450132"/>
              <a:gd name="connsiteY7609" fmla="*/ 2604431 h 5450835"/>
              <a:gd name="connsiteX7610" fmla="*/ 778541 w 10450132"/>
              <a:gd name="connsiteY7610" fmla="*/ 2604891 h 5450835"/>
              <a:gd name="connsiteX7611" fmla="*/ 783074 w 10450132"/>
              <a:gd name="connsiteY7611" fmla="*/ 2612772 h 5450835"/>
              <a:gd name="connsiteX7612" fmla="*/ 783074 w 10450132"/>
              <a:gd name="connsiteY7612" fmla="*/ 2613626 h 5450835"/>
              <a:gd name="connsiteX7613" fmla="*/ 778541 w 10450132"/>
              <a:gd name="connsiteY7613" fmla="*/ 2621508 h 5450835"/>
              <a:gd name="connsiteX7614" fmla="*/ 777753 w 10450132"/>
              <a:gd name="connsiteY7614" fmla="*/ 2621968 h 5450835"/>
              <a:gd name="connsiteX7615" fmla="*/ 768691 w 10450132"/>
              <a:gd name="connsiteY7615" fmla="*/ 2621968 h 5450835"/>
              <a:gd name="connsiteX7616" fmla="*/ 767903 w 10450132"/>
              <a:gd name="connsiteY7616" fmla="*/ 2621508 h 5450835"/>
              <a:gd name="connsiteX7617" fmla="*/ 763369 w 10450132"/>
              <a:gd name="connsiteY7617" fmla="*/ 2613626 h 5450835"/>
              <a:gd name="connsiteX7618" fmla="*/ 763369 w 10450132"/>
              <a:gd name="connsiteY7618" fmla="*/ 2612772 h 5450835"/>
              <a:gd name="connsiteX7619" fmla="*/ 767903 w 10450132"/>
              <a:gd name="connsiteY7619" fmla="*/ 2604891 h 5450835"/>
              <a:gd name="connsiteX7620" fmla="*/ 768691 w 10450132"/>
              <a:gd name="connsiteY7620" fmla="*/ 2604431 h 5450835"/>
              <a:gd name="connsiteX7621" fmla="*/ 514184 w 10450132"/>
              <a:gd name="connsiteY7621" fmla="*/ 2604431 h 5450835"/>
              <a:gd name="connsiteX7622" fmla="*/ 523248 w 10450132"/>
              <a:gd name="connsiteY7622" fmla="*/ 2604431 h 5450835"/>
              <a:gd name="connsiteX7623" fmla="*/ 524037 w 10450132"/>
              <a:gd name="connsiteY7623" fmla="*/ 2604891 h 5450835"/>
              <a:gd name="connsiteX7624" fmla="*/ 528568 w 10450132"/>
              <a:gd name="connsiteY7624" fmla="*/ 2612772 h 5450835"/>
              <a:gd name="connsiteX7625" fmla="*/ 528568 w 10450132"/>
              <a:gd name="connsiteY7625" fmla="*/ 2613626 h 5450835"/>
              <a:gd name="connsiteX7626" fmla="*/ 524037 w 10450132"/>
              <a:gd name="connsiteY7626" fmla="*/ 2621508 h 5450835"/>
              <a:gd name="connsiteX7627" fmla="*/ 523248 w 10450132"/>
              <a:gd name="connsiteY7627" fmla="*/ 2621968 h 5450835"/>
              <a:gd name="connsiteX7628" fmla="*/ 514184 w 10450132"/>
              <a:gd name="connsiteY7628" fmla="*/ 2621968 h 5450835"/>
              <a:gd name="connsiteX7629" fmla="*/ 513396 w 10450132"/>
              <a:gd name="connsiteY7629" fmla="*/ 2621508 h 5450835"/>
              <a:gd name="connsiteX7630" fmla="*/ 508864 w 10450132"/>
              <a:gd name="connsiteY7630" fmla="*/ 2613626 h 5450835"/>
              <a:gd name="connsiteX7631" fmla="*/ 508864 w 10450132"/>
              <a:gd name="connsiteY7631" fmla="*/ 2612772 h 5450835"/>
              <a:gd name="connsiteX7632" fmla="*/ 513396 w 10450132"/>
              <a:gd name="connsiteY7632" fmla="*/ 2604891 h 5450835"/>
              <a:gd name="connsiteX7633" fmla="*/ 514184 w 10450132"/>
              <a:gd name="connsiteY7633" fmla="*/ 2604431 h 5450835"/>
              <a:gd name="connsiteX7634" fmla="*/ 259911 w 10450132"/>
              <a:gd name="connsiteY7634" fmla="*/ 2604431 h 5450835"/>
              <a:gd name="connsiteX7635" fmla="*/ 268974 w 10450132"/>
              <a:gd name="connsiteY7635" fmla="*/ 2604431 h 5450835"/>
              <a:gd name="connsiteX7636" fmla="*/ 269763 w 10450132"/>
              <a:gd name="connsiteY7636" fmla="*/ 2604891 h 5450835"/>
              <a:gd name="connsiteX7637" fmla="*/ 274294 w 10450132"/>
              <a:gd name="connsiteY7637" fmla="*/ 2612772 h 5450835"/>
              <a:gd name="connsiteX7638" fmla="*/ 274294 w 10450132"/>
              <a:gd name="connsiteY7638" fmla="*/ 2613626 h 5450835"/>
              <a:gd name="connsiteX7639" fmla="*/ 269763 w 10450132"/>
              <a:gd name="connsiteY7639" fmla="*/ 2621508 h 5450835"/>
              <a:gd name="connsiteX7640" fmla="*/ 268974 w 10450132"/>
              <a:gd name="connsiteY7640" fmla="*/ 2621968 h 5450835"/>
              <a:gd name="connsiteX7641" fmla="*/ 259911 w 10450132"/>
              <a:gd name="connsiteY7641" fmla="*/ 2621968 h 5450835"/>
              <a:gd name="connsiteX7642" fmla="*/ 259122 w 10450132"/>
              <a:gd name="connsiteY7642" fmla="*/ 2621508 h 5450835"/>
              <a:gd name="connsiteX7643" fmla="*/ 254590 w 10450132"/>
              <a:gd name="connsiteY7643" fmla="*/ 2613626 h 5450835"/>
              <a:gd name="connsiteX7644" fmla="*/ 254590 w 10450132"/>
              <a:gd name="connsiteY7644" fmla="*/ 2612772 h 5450835"/>
              <a:gd name="connsiteX7645" fmla="*/ 259122 w 10450132"/>
              <a:gd name="connsiteY7645" fmla="*/ 2604891 h 5450835"/>
              <a:gd name="connsiteX7646" fmla="*/ 259911 w 10450132"/>
              <a:gd name="connsiteY7646" fmla="*/ 2604431 h 5450835"/>
              <a:gd name="connsiteX7647" fmla="*/ 5483 w 10450132"/>
              <a:gd name="connsiteY7647" fmla="*/ 2604431 h 5450835"/>
              <a:gd name="connsiteX7648" fmla="*/ 14547 w 10450132"/>
              <a:gd name="connsiteY7648" fmla="*/ 2604431 h 5450835"/>
              <a:gd name="connsiteX7649" fmla="*/ 15335 w 10450132"/>
              <a:gd name="connsiteY7649" fmla="*/ 2604891 h 5450835"/>
              <a:gd name="connsiteX7650" fmla="*/ 19867 w 10450132"/>
              <a:gd name="connsiteY7650" fmla="*/ 2612772 h 5450835"/>
              <a:gd name="connsiteX7651" fmla="*/ 19867 w 10450132"/>
              <a:gd name="connsiteY7651" fmla="*/ 2613626 h 5450835"/>
              <a:gd name="connsiteX7652" fmla="*/ 15335 w 10450132"/>
              <a:gd name="connsiteY7652" fmla="*/ 2621508 h 5450835"/>
              <a:gd name="connsiteX7653" fmla="*/ 14547 w 10450132"/>
              <a:gd name="connsiteY7653" fmla="*/ 2621968 h 5450835"/>
              <a:gd name="connsiteX7654" fmla="*/ 5483 w 10450132"/>
              <a:gd name="connsiteY7654" fmla="*/ 2621968 h 5450835"/>
              <a:gd name="connsiteX7655" fmla="*/ 4694 w 10450132"/>
              <a:gd name="connsiteY7655" fmla="*/ 2621508 h 5450835"/>
              <a:gd name="connsiteX7656" fmla="*/ 162 w 10450132"/>
              <a:gd name="connsiteY7656" fmla="*/ 2613626 h 5450835"/>
              <a:gd name="connsiteX7657" fmla="*/ 162 w 10450132"/>
              <a:gd name="connsiteY7657" fmla="*/ 2612772 h 5450835"/>
              <a:gd name="connsiteX7658" fmla="*/ 4694 w 10450132"/>
              <a:gd name="connsiteY7658" fmla="*/ 2604891 h 5450835"/>
              <a:gd name="connsiteX7659" fmla="*/ 5483 w 10450132"/>
              <a:gd name="connsiteY7659" fmla="*/ 2604431 h 5450835"/>
              <a:gd name="connsiteX7660" fmla="*/ 10435622 w 10450132"/>
              <a:gd name="connsiteY7660" fmla="*/ 2387357 h 5450835"/>
              <a:gd name="connsiteX7661" fmla="*/ 10444686 w 10450132"/>
              <a:gd name="connsiteY7661" fmla="*/ 2387357 h 5450835"/>
              <a:gd name="connsiteX7662" fmla="*/ 10445474 w 10450132"/>
              <a:gd name="connsiteY7662" fmla="*/ 2387816 h 5450835"/>
              <a:gd name="connsiteX7663" fmla="*/ 10450007 w 10450132"/>
              <a:gd name="connsiteY7663" fmla="*/ 2395698 h 5450835"/>
              <a:gd name="connsiteX7664" fmla="*/ 10450007 w 10450132"/>
              <a:gd name="connsiteY7664" fmla="*/ 2396552 h 5450835"/>
              <a:gd name="connsiteX7665" fmla="*/ 10445474 w 10450132"/>
              <a:gd name="connsiteY7665" fmla="*/ 2404434 h 5450835"/>
              <a:gd name="connsiteX7666" fmla="*/ 10444686 w 10450132"/>
              <a:gd name="connsiteY7666" fmla="*/ 2404893 h 5450835"/>
              <a:gd name="connsiteX7667" fmla="*/ 10435622 w 10450132"/>
              <a:gd name="connsiteY7667" fmla="*/ 2404893 h 5450835"/>
              <a:gd name="connsiteX7668" fmla="*/ 10434834 w 10450132"/>
              <a:gd name="connsiteY7668" fmla="*/ 2404434 h 5450835"/>
              <a:gd name="connsiteX7669" fmla="*/ 10430302 w 10450132"/>
              <a:gd name="connsiteY7669" fmla="*/ 2396552 h 5450835"/>
              <a:gd name="connsiteX7670" fmla="*/ 10430302 w 10450132"/>
              <a:gd name="connsiteY7670" fmla="*/ 2395698 h 5450835"/>
              <a:gd name="connsiteX7671" fmla="*/ 10434834 w 10450132"/>
              <a:gd name="connsiteY7671" fmla="*/ 2387816 h 5450835"/>
              <a:gd name="connsiteX7672" fmla="*/ 10435622 w 10450132"/>
              <a:gd name="connsiteY7672" fmla="*/ 2387357 h 5450835"/>
              <a:gd name="connsiteX7673" fmla="*/ 10181242 w 10450132"/>
              <a:gd name="connsiteY7673" fmla="*/ 2387357 h 5450835"/>
              <a:gd name="connsiteX7674" fmla="*/ 10190305 w 10450132"/>
              <a:gd name="connsiteY7674" fmla="*/ 2387357 h 5450835"/>
              <a:gd name="connsiteX7675" fmla="*/ 10191093 w 10450132"/>
              <a:gd name="connsiteY7675" fmla="*/ 2387816 h 5450835"/>
              <a:gd name="connsiteX7676" fmla="*/ 10195626 w 10450132"/>
              <a:gd name="connsiteY7676" fmla="*/ 2395698 h 5450835"/>
              <a:gd name="connsiteX7677" fmla="*/ 10195626 w 10450132"/>
              <a:gd name="connsiteY7677" fmla="*/ 2396552 h 5450835"/>
              <a:gd name="connsiteX7678" fmla="*/ 10191093 w 10450132"/>
              <a:gd name="connsiteY7678" fmla="*/ 2404434 h 5450835"/>
              <a:gd name="connsiteX7679" fmla="*/ 10190305 w 10450132"/>
              <a:gd name="connsiteY7679" fmla="*/ 2404893 h 5450835"/>
              <a:gd name="connsiteX7680" fmla="*/ 10181242 w 10450132"/>
              <a:gd name="connsiteY7680" fmla="*/ 2404893 h 5450835"/>
              <a:gd name="connsiteX7681" fmla="*/ 10180453 w 10450132"/>
              <a:gd name="connsiteY7681" fmla="*/ 2404434 h 5450835"/>
              <a:gd name="connsiteX7682" fmla="*/ 10175922 w 10450132"/>
              <a:gd name="connsiteY7682" fmla="*/ 2396552 h 5450835"/>
              <a:gd name="connsiteX7683" fmla="*/ 10175922 w 10450132"/>
              <a:gd name="connsiteY7683" fmla="*/ 2395698 h 5450835"/>
              <a:gd name="connsiteX7684" fmla="*/ 10180453 w 10450132"/>
              <a:gd name="connsiteY7684" fmla="*/ 2387816 h 5450835"/>
              <a:gd name="connsiteX7685" fmla="*/ 10181242 w 10450132"/>
              <a:gd name="connsiteY7685" fmla="*/ 2387357 h 5450835"/>
              <a:gd name="connsiteX7686" fmla="*/ 9926861 w 10450132"/>
              <a:gd name="connsiteY7686" fmla="*/ 2387357 h 5450835"/>
              <a:gd name="connsiteX7687" fmla="*/ 9935924 w 10450132"/>
              <a:gd name="connsiteY7687" fmla="*/ 2387357 h 5450835"/>
              <a:gd name="connsiteX7688" fmla="*/ 9936713 w 10450132"/>
              <a:gd name="connsiteY7688" fmla="*/ 2387816 h 5450835"/>
              <a:gd name="connsiteX7689" fmla="*/ 9941246 w 10450132"/>
              <a:gd name="connsiteY7689" fmla="*/ 2395698 h 5450835"/>
              <a:gd name="connsiteX7690" fmla="*/ 9941246 w 10450132"/>
              <a:gd name="connsiteY7690" fmla="*/ 2396552 h 5450835"/>
              <a:gd name="connsiteX7691" fmla="*/ 9936713 w 10450132"/>
              <a:gd name="connsiteY7691" fmla="*/ 2404434 h 5450835"/>
              <a:gd name="connsiteX7692" fmla="*/ 9935924 w 10450132"/>
              <a:gd name="connsiteY7692" fmla="*/ 2404893 h 5450835"/>
              <a:gd name="connsiteX7693" fmla="*/ 9926861 w 10450132"/>
              <a:gd name="connsiteY7693" fmla="*/ 2404893 h 5450835"/>
              <a:gd name="connsiteX7694" fmla="*/ 9926073 w 10450132"/>
              <a:gd name="connsiteY7694" fmla="*/ 2404434 h 5450835"/>
              <a:gd name="connsiteX7695" fmla="*/ 9921541 w 10450132"/>
              <a:gd name="connsiteY7695" fmla="*/ 2396552 h 5450835"/>
              <a:gd name="connsiteX7696" fmla="*/ 9921541 w 10450132"/>
              <a:gd name="connsiteY7696" fmla="*/ 2395698 h 5450835"/>
              <a:gd name="connsiteX7697" fmla="*/ 9926073 w 10450132"/>
              <a:gd name="connsiteY7697" fmla="*/ 2387816 h 5450835"/>
              <a:gd name="connsiteX7698" fmla="*/ 9926861 w 10450132"/>
              <a:gd name="connsiteY7698" fmla="*/ 2387357 h 5450835"/>
              <a:gd name="connsiteX7699" fmla="*/ 9672481 w 10450132"/>
              <a:gd name="connsiteY7699" fmla="*/ 2387357 h 5450835"/>
              <a:gd name="connsiteX7700" fmla="*/ 9681545 w 10450132"/>
              <a:gd name="connsiteY7700" fmla="*/ 2387357 h 5450835"/>
              <a:gd name="connsiteX7701" fmla="*/ 9682333 w 10450132"/>
              <a:gd name="connsiteY7701" fmla="*/ 2387816 h 5450835"/>
              <a:gd name="connsiteX7702" fmla="*/ 9686865 w 10450132"/>
              <a:gd name="connsiteY7702" fmla="*/ 2395698 h 5450835"/>
              <a:gd name="connsiteX7703" fmla="*/ 9686865 w 10450132"/>
              <a:gd name="connsiteY7703" fmla="*/ 2396552 h 5450835"/>
              <a:gd name="connsiteX7704" fmla="*/ 9682333 w 10450132"/>
              <a:gd name="connsiteY7704" fmla="*/ 2404434 h 5450835"/>
              <a:gd name="connsiteX7705" fmla="*/ 9681545 w 10450132"/>
              <a:gd name="connsiteY7705" fmla="*/ 2404893 h 5450835"/>
              <a:gd name="connsiteX7706" fmla="*/ 9672481 w 10450132"/>
              <a:gd name="connsiteY7706" fmla="*/ 2404893 h 5450835"/>
              <a:gd name="connsiteX7707" fmla="*/ 9671693 w 10450132"/>
              <a:gd name="connsiteY7707" fmla="*/ 2404434 h 5450835"/>
              <a:gd name="connsiteX7708" fmla="*/ 9667160 w 10450132"/>
              <a:gd name="connsiteY7708" fmla="*/ 2396552 h 5450835"/>
              <a:gd name="connsiteX7709" fmla="*/ 9667160 w 10450132"/>
              <a:gd name="connsiteY7709" fmla="*/ 2395698 h 5450835"/>
              <a:gd name="connsiteX7710" fmla="*/ 9671693 w 10450132"/>
              <a:gd name="connsiteY7710" fmla="*/ 2387816 h 5450835"/>
              <a:gd name="connsiteX7711" fmla="*/ 9672481 w 10450132"/>
              <a:gd name="connsiteY7711" fmla="*/ 2387357 h 5450835"/>
              <a:gd name="connsiteX7712" fmla="*/ 9418035 w 10450132"/>
              <a:gd name="connsiteY7712" fmla="*/ 2387357 h 5450835"/>
              <a:gd name="connsiteX7713" fmla="*/ 9427099 w 10450132"/>
              <a:gd name="connsiteY7713" fmla="*/ 2387357 h 5450835"/>
              <a:gd name="connsiteX7714" fmla="*/ 9427887 w 10450132"/>
              <a:gd name="connsiteY7714" fmla="*/ 2387816 h 5450835"/>
              <a:gd name="connsiteX7715" fmla="*/ 9432419 w 10450132"/>
              <a:gd name="connsiteY7715" fmla="*/ 2395698 h 5450835"/>
              <a:gd name="connsiteX7716" fmla="*/ 9432419 w 10450132"/>
              <a:gd name="connsiteY7716" fmla="*/ 2396552 h 5450835"/>
              <a:gd name="connsiteX7717" fmla="*/ 9427887 w 10450132"/>
              <a:gd name="connsiteY7717" fmla="*/ 2404434 h 5450835"/>
              <a:gd name="connsiteX7718" fmla="*/ 9427099 w 10450132"/>
              <a:gd name="connsiteY7718" fmla="*/ 2404893 h 5450835"/>
              <a:gd name="connsiteX7719" fmla="*/ 9418035 w 10450132"/>
              <a:gd name="connsiteY7719" fmla="*/ 2404893 h 5450835"/>
              <a:gd name="connsiteX7720" fmla="*/ 9417247 w 10450132"/>
              <a:gd name="connsiteY7720" fmla="*/ 2404434 h 5450835"/>
              <a:gd name="connsiteX7721" fmla="*/ 9412714 w 10450132"/>
              <a:gd name="connsiteY7721" fmla="*/ 2396552 h 5450835"/>
              <a:gd name="connsiteX7722" fmla="*/ 9412714 w 10450132"/>
              <a:gd name="connsiteY7722" fmla="*/ 2395698 h 5450835"/>
              <a:gd name="connsiteX7723" fmla="*/ 9417247 w 10450132"/>
              <a:gd name="connsiteY7723" fmla="*/ 2387816 h 5450835"/>
              <a:gd name="connsiteX7724" fmla="*/ 9418035 w 10450132"/>
              <a:gd name="connsiteY7724" fmla="*/ 2387357 h 5450835"/>
              <a:gd name="connsiteX7725" fmla="*/ 9163654 w 10450132"/>
              <a:gd name="connsiteY7725" fmla="*/ 2387357 h 5450835"/>
              <a:gd name="connsiteX7726" fmla="*/ 9172718 w 10450132"/>
              <a:gd name="connsiteY7726" fmla="*/ 2387357 h 5450835"/>
              <a:gd name="connsiteX7727" fmla="*/ 9173506 w 10450132"/>
              <a:gd name="connsiteY7727" fmla="*/ 2387816 h 5450835"/>
              <a:gd name="connsiteX7728" fmla="*/ 9178038 w 10450132"/>
              <a:gd name="connsiteY7728" fmla="*/ 2395698 h 5450835"/>
              <a:gd name="connsiteX7729" fmla="*/ 9178038 w 10450132"/>
              <a:gd name="connsiteY7729" fmla="*/ 2396552 h 5450835"/>
              <a:gd name="connsiteX7730" fmla="*/ 9173506 w 10450132"/>
              <a:gd name="connsiteY7730" fmla="*/ 2404434 h 5450835"/>
              <a:gd name="connsiteX7731" fmla="*/ 9172718 w 10450132"/>
              <a:gd name="connsiteY7731" fmla="*/ 2404893 h 5450835"/>
              <a:gd name="connsiteX7732" fmla="*/ 9163654 w 10450132"/>
              <a:gd name="connsiteY7732" fmla="*/ 2404893 h 5450835"/>
              <a:gd name="connsiteX7733" fmla="*/ 9162866 w 10450132"/>
              <a:gd name="connsiteY7733" fmla="*/ 2404434 h 5450835"/>
              <a:gd name="connsiteX7734" fmla="*/ 9158333 w 10450132"/>
              <a:gd name="connsiteY7734" fmla="*/ 2396552 h 5450835"/>
              <a:gd name="connsiteX7735" fmla="*/ 9158333 w 10450132"/>
              <a:gd name="connsiteY7735" fmla="*/ 2395698 h 5450835"/>
              <a:gd name="connsiteX7736" fmla="*/ 9162866 w 10450132"/>
              <a:gd name="connsiteY7736" fmla="*/ 2387816 h 5450835"/>
              <a:gd name="connsiteX7737" fmla="*/ 9163654 w 10450132"/>
              <a:gd name="connsiteY7737" fmla="*/ 2387357 h 5450835"/>
              <a:gd name="connsiteX7738" fmla="*/ 8909274 w 10450132"/>
              <a:gd name="connsiteY7738" fmla="*/ 2387357 h 5450835"/>
              <a:gd name="connsiteX7739" fmla="*/ 8918336 w 10450132"/>
              <a:gd name="connsiteY7739" fmla="*/ 2387357 h 5450835"/>
              <a:gd name="connsiteX7740" fmla="*/ 8919125 w 10450132"/>
              <a:gd name="connsiteY7740" fmla="*/ 2387816 h 5450835"/>
              <a:gd name="connsiteX7741" fmla="*/ 8923657 w 10450132"/>
              <a:gd name="connsiteY7741" fmla="*/ 2395698 h 5450835"/>
              <a:gd name="connsiteX7742" fmla="*/ 8923657 w 10450132"/>
              <a:gd name="connsiteY7742" fmla="*/ 2396552 h 5450835"/>
              <a:gd name="connsiteX7743" fmla="*/ 8919125 w 10450132"/>
              <a:gd name="connsiteY7743" fmla="*/ 2404434 h 5450835"/>
              <a:gd name="connsiteX7744" fmla="*/ 8918336 w 10450132"/>
              <a:gd name="connsiteY7744" fmla="*/ 2404893 h 5450835"/>
              <a:gd name="connsiteX7745" fmla="*/ 8909274 w 10450132"/>
              <a:gd name="connsiteY7745" fmla="*/ 2404893 h 5450835"/>
              <a:gd name="connsiteX7746" fmla="*/ 8908484 w 10450132"/>
              <a:gd name="connsiteY7746" fmla="*/ 2404434 h 5450835"/>
              <a:gd name="connsiteX7747" fmla="*/ 8903953 w 10450132"/>
              <a:gd name="connsiteY7747" fmla="*/ 2396552 h 5450835"/>
              <a:gd name="connsiteX7748" fmla="*/ 8903953 w 10450132"/>
              <a:gd name="connsiteY7748" fmla="*/ 2395698 h 5450835"/>
              <a:gd name="connsiteX7749" fmla="*/ 8908484 w 10450132"/>
              <a:gd name="connsiteY7749" fmla="*/ 2387816 h 5450835"/>
              <a:gd name="connsiteX7750" fmla="*/ 8909274 w 10450132"/>
              <a:gd name="connsiteY7750" fmla="*/ 2387357 h 5450835"/>
              <a:gd name="connsiteX7751" fmla="*/ 8654892 w 10450132"/>
              <a:gd name="connsiteY7751" fmla="*/ 2387357 h 5450835"/>
              <a:gd name="connsiteX7752" fmla="*/ 8663955 w 10450132"/>
              <a:gd name="connsiteY7752" fmla="*/ 2387357 h 5450835"/>
              <a:gd name="connsiteX7753" fmla="*/ 8664744 w 10450132"/>
              <a:gd name="connsiteY7753" fmla="*/ 2387816 h 5450835"/>
              <a:gd name="connsiteX7754" fmla="*/ 8669277 w 10450132"/>
              <a:gd name="connsiteY7754" fmla="*/ 2395698 h 5450835"/>
              <a:gd name="connsiteX7755" fmla="*/ 8669277 w 10450132"/>
              <a:gd name="connsiteY7755" fmla="*/ 2396552 h 5450835"/>
              <a:gd name="connsiteX7756" fmla="*/ 8664744 w 10450132"/>
              <a:gd name="connsiteY7756" fmla="*/ 2404434 h 5450835"/>
              <a:gd name="connsiteX7757" fmla="*/ 8663955 w 10450132"/>
              <a:gd name="connsiteY7757" fmla="*/ 2404893 h 5450835"/>
              <a:gd name="connsiteX7758" fmla="*/ 8654892 w 10450132"/>
              <a:gd name="connsiteY7758" fmla="*/ 2404893 h 5450835"/>
              <a:gd name="connsiteX7759" fmla="*/ 8654104 w 10450132"/>
              <a:gd name="connsiteY7759" fmla="*/ 2404434 h 5450835"/>
              <a:gd name="connsiteX7760" fmla="*/ 8649572 w 10450132"/>
              <a:gd name="connsiteY7760" fmla="*/ 2396552 h 5450835"/>
              <a:gd name="connsiteX7761" fmla="*/ 8649572 w 10450132"/>
              <a:gd name="connsiteY7761" fmla="*/ 2395698 h 5450835"/>
              <a:gd name="connsiteX7762" fmla="*/ 8654104 w 10450132"/>
              <a:gd name="connsiteY7762" fmla="*/ 2387816 h 5450835"/>
              <a:gd name="connsiteX7763" fmla="*/ 8654892 w 10450132"/>
              <a:gd name="connsiteY7763" fmla="*/ 2387357 h 5450835"/>
              <a:gd name="connsiteX7764" fmla="*/ 8400511 w 10450132"/>
              <a:gd name="connsiteY7764" fmla="*/ 2387357 h 5450835"/>
              <a:gd name="connsiteX7765" fmla="*/ 8409575 w 10450132"/>
              <a:gd name="connsiteY7765" fmla="*/ 2387357 h 5450835"/>
              <a:gd name="connsiteX7766" fmla="*/ 8410363 w 10450132"/>
              <a:gd name="connsiteY7766" fmla="*/ 2387816 h 5450835"/>
              <a:gd name="connsiteX7767" fmla="*/ 8414896 w 10450132"/>
              <a:gd name="connsiteY7767" fmla="*/ 2395698 h 5450835"/>
              <a:gd name="connsiteX7768" fmla="*/ 8414896 w 10450132"/>
              <a:gd name="connsiteY7768" fmla="*/ 2396552 h 5450835"/>
              <a:gd name="connsiteX7769" fmla="*/ 8410363 w 10450132"/>
              <a:gd name="connsiteY7769" fmla="*/ 2404434 h 5450835"/>
              <a:gd name="connsiteX7770" fmla="*/ 8409575 w 10450132"/>
              <a:gd name="connsiteY7770" fmla="*/ 2404893 h 5450835"/>
              <a:gd name="connsiteX7771" fmla="*/ 8400511 w 10450132"/>
              <a:gd name="connsiteY7771" fmla="*/ 2404893 h 5450835"/>
              <a:gd name="connsiteX7772" fmla="*/ 8399723 w 10450132"/>
              <a:gd name="connsiteY7772" fmla="*/ 2404434 h 5450835"/>
              <a:gd name="connsiteX7773" fmla="*/ 8395191 w 10450132"/>
              <a:gd name="connsiteY7773" fmla="*/ 2396552 h 5450835"/>
              <a:gd name="connsiteX7774" fmla="*/ 8395191 w 10450132"/>
              <a:gd name="connsiteY7774" fmla="*/ 2395698 h 5450835"/>
              <a:gd name="connsiteX7775" fmla="*/ 8399723 w 10450132"/>
              <a:gd name="connsiteY7775" fmla="*/ 2387816 h 5450835"/>
              <a:gd name="connsiteX7776" fmla="*/ 8400511 w 10450132"/>
              <a:gd name="connsiteY7776" fmla="*/ 2387357 h 5450835"/>
              <a:gd name="connsiteX7777" fmla="*/ 8146065 w 10450132"/>
              <a:gd name="connsiteY7777" fmla="*/ 2387357 h 5450835"/>
              <a:gd name="connsiteX7778" fmla="*/ 8155129 w 10450132"/>
              <a:gd name="connsiteY7778" fmla="*/ 2387357 h 5450835"/>
              <a:gd name="connsiteX7779" fmla="*/ 8155917 w 10450132"/>
              <a:gd name="connsiteY7779" fmla="*/ 2387816 h 5450835"/>
              <a:gd name="connsiteX7780" fmla="*/ 8160449 w 10450132"/>
              <a:gd name="connsiteY7780" fmla="*/ 2395698 h 5450835"/>
              <a:gd name="connsiteX7781" fmla="*/ 8160449 w 10450132"/>
              <a:gd name="connsiteY7781" fmla="*/ 2396552 h 5450835"/>
              <a:gd name="connsiteX7782" fmla="*/ 8155917 w 10450132"/>
              <a:gd name="connsiteY7782" fmla="*/ 2404434 h 5450835"/>
              <a:gd name="connsiteX7783" fmla="*/ 8155129 w 10450132"/>
              <a:gd name="connsiteY7783" fmla="*/ 2404893 h 5450835"/>
              <a:gd name="connsiteX7784" fmla="*/ 8146065 w 10450132"/>
              <a:gd name="connsiteY7784" fmla="*/ 2404893 h 5450835"/>
              <a:gd name="connsiteX7785" fmla="*/ 8145277 w 10450132"/>
              <a:gd name="connsiteY7785" fmla="*/ 2404434 h 5450835"/>
              <a:gd name="connsiteX7786" fmla="*/ 8140745 w 10450132"/>
              <a:gd name="connsiteY7786" fmla="*/ 2396552 h 5450835"/>
              <a:gd name="connsiteX7787" fmla="*/ 8140745 w 10450132"/>
              <a:gd name="connsiteY7787" fmla="*/ 2395698 h 5450835"/>
              <a:gd name="connsiteX7788" fmla="*/ 8145277 w 10450132"/>
              <a:gd name="connsiteY7788" fmla="*/ 2387816 h 5450835"/>
              <a:gd name="connsiteX7789" fmla="*/ 8146065 w 10450132"/>
              <a:gd name="connsiteY7789" fmla="*/ 2387357 h 5450835"/>
              <a:gd name="connsiteX7790" fmla="*/ 7891684 w 10450132"/>
              <a:gd name="connsiteY7790" fmla="*/ 2387357 h 5450835"/>
              <a:gd name="connsiteX7791" fmla="*/ 7900748 w 10450132"/>
              <a:gd name="connsiteY7791" fmla="*/ 2387357 h 5450835"/>
              <a:gd name="connsiteX7792" fmla="*/ 7901536 w 10450132"/>
              <a:gd name="connsiteY7792" fmla="*/ 2387816 h 5450835"/>
              <a:gd name="connsiteX7793" fmla="*/ 7906067 w 10450132"/>
              <a:gd name="connsiteY7793" fmla="*/ 2395698 h 5450835"/>
              <a:gd name="connsiteX7794" fmla="*/ 7906067 w 10450132"/>
              <a:gd name="connsiteY7794" fmla="*/ 2396552 h 5450835"/>
              <a:gd name="connsiteX7795" fmla="*/ 7901536 w 10450132"/>
              <a:gd name="connsiteY7795" fmla="*/ 2404434 h 5450835"/>
              <a:gd name="connsiteX7796" fmla="*/ 7900748 w 10450132"/>
              <a:gd name="connsiteY7796" fmla="*/ 2404893 h 5450835"/>
              <a:gd name="connsiteX7797" fmla="*/ 7891684 w 10450132"/>
              <a:gd name="connsiteY7797" fmla="*/ 2404893 h 5450835"/>
              <a:gd name="connsiteX7798" fmla="*/ 7890896 w 10450132"/>
              <a:gd name="connsiteY7798" fmla="*/ 2404434 h 5450835"/>
              <a:gd name="connsiteX7799" fmla="*/ 7886363 w 10450132"/>
              <a:gd name="connsiteY7799" fmla="*/ 2396552 h 5450835"/>
              <a:gd name="connsiteX7800" fmla="*/ 7886363 w 10450132"/>
              <a:gd name="connsiteY7800" fmla="*/ 2395698 h 5450835"/>
              <a:gd name="connsiteX7801" fmla="*/ 7890896 w 10450132"/>
              <a:gd name="connsiteY7801" fmla="*/ 2387816 h 5450835"/>
              <a:gd name="connsiteX7802" fmla="*/ 7891684 w 10450132"/>
              <a:gd name="connsiteY7802" fmla="*/ 2387357 h 5450835"/>
              <a:gd name="connsiteX7803" fmla="*/ 7637304 w 10450132"/>
              <a:gd name="connsiteY7803" fmla="*/ 2387357 h 5450835"/>
              <a:gd name="connsiteX7804" fmla="*/ 7646367 w 10450132"/>
              <a:gd name="connsiteY7804" fmla="*/ 2387357 h 5450835"/>
              <a:gd name="connsiteX7805" fmla="*/ 7647156 w 10450132"/>
              <a:gd name="connsiteY7805" fmla="*/ 2387816 h 5450835"/>
              <a:gd name="connsiteX7806" fmla="*/ 7651687 w 10450132"/>
              <a:gd name="connsiteY7806" fmla="*/ 2395698 h 5450835"/>
              <a:gd name="connsiteX7807" fmla="*/ 7651687 w 10450132"/>
              <a:gd name="connsiteY7807" fmla="*/ 2396552 h 5450835"/>
              <a:gd name="connsiteX7808" fmla="*/ 7647156 w 10450132"/>
              <a:gd name="connsiteY7808" fmla="*/ 2404434 h 5450835"/>
              <a:gd name="connsiteX7809" fmla="*/ 7646367 w 10450132"/>
              <a:gd name="connsiteY7809" fmla="*/ 2404893 h 5450835"/>
              <a:gd name="connsiteX7810" fmla="*/ 7637304 w 10450132"/>
              <a:gd name="connsiteY7810" fmla="*/ 2404893 h 5450835"/>
              <a:gd name="connsiteX7811" fmla="*/ 7636516 w 10450132"/>
              <a:gd name="connsiteY7811" fmla="*/ 2404434 h 5450835"/>
              <a:gd name="connsiteX7812" fmla="*/ 7631983 w 10450132"/>
              <a:gd name="connsiteY7812" fmla="*/ 2396552 h 5450835"/>
              <a:gd name="connsiteX7813" fmla="*/ 7631983 w 10450132"/>
              <a:gd name="connsiteY7813" fmla="*/ 2395698 h 5450835"/>
              <a:gd name="connsiteX7814" fmla="*/ 7636516 w 10450132"/>
              <a:gd name="connsiteY7814" fmla="*/ 2387816 h 5450835"/>
              <a:gd name="connsiteX7815" fmla="*/ 7637304 w 10450132"/>
              <a:gd name="connsiteY7815" fmla="*/ 2387357 h 5450835"/>
              <a:gd name="connsiteX7816" fmla="*/ 7382923 w 10450132"/>
              <a:gd name="connsiteY7816" fmla="*/ 2387357 h 5450835"/>
              <a:gd name="connsiteX7817" fmla="*/ 7391987 w 10450132"/>
              <a:gd name="connsiteY7817" fmla="*/ 2387357 h 5450835"/>
              <a:gd name="connsiteX7818" fmla="*/ 7392775 w 10450132"/>
              <a:gd name="connsiteY7818" fmla="*/ 2387816 h 5450835"/>
              <a:gd name="connsiteX7819" fmla="*/ 7397307 w 10450132"/>
              <a:gd name="connsiteY7819" fmla="*/ 2395698 h 5450835"/>
              <a:gd name="connsiteX7820" fmla="*/ 7397307 w 10450132"/>
              <a:gd name="connsiteY7820" fmla="*/ 2396552 h 5450835"/>
              <a:gd name="connsiteX7821" fmla="*/ 7392775 w 10450132"/>
              <a:gd name="connsiteY7821" fmla="*/ 2404434 h 5450835"/>
              <a:gd name="connsiteX7822" fmla="*/ 7391987 w 10450132"/>
              <a:gd name="connsiteY7822" fmla="*/ 2404893 h 5450835"/>
              <a:gd name="connsiteX7823" fmla="*/ 7382923 w 10450132"/>
              <a:gd name="connsiteY7823" fmla="*/ 2404893 h 5450835"/>
              <a:gd name="connsiteX7824" fmla="*/ 7382135 w 10450132"/>
              <a:gd name="connsiteY7824" fmla="*/ 2404434 h 5450835"/>
              <a:gd name="connsiteX7825" fmla="*/ 7377602 w 10450132"/>
              <a:gd name="connsiteY7825" fmla="*/ 2396552 h 5450835"/>
              <a:gd name="connsiteX7826" fmla="*/ 7377602 w 10450132"/>
              <a:gd name="connsiteY7826" fmla="*/ 2395698 h 5450835"/>
              <a:gd name="connsiteX7827" fmla="*/ 7382135 w 10450132"/>
              <a:gd name="connsiteY7827" fmla="*/ 2387816 h 5450835"/>
              <a:gd name="connsiteX7828" fmla="*/ 7382923 w 10450132"/>
              <a:gd name="connsiteY7828" fmla="*/ 2387357 h 5450835"/>
              <a:gd name="connsiteX7829" fmla="*/ 7128477 w 10450132"/>
              <a:gd name="connsiteY7829" fmla="*/ 2387357 h 5450835"/>
              <a:gd name="connsiteX7830" fmla="*/ 7137540 w 10450132"/>
              <a:gd name="connsiteY7830" fmla="*/ 2387357 h 5450835"/>
              <a:gd name="connsiteX7831" fmla="*/ 7138328 w 10450132"/>
              <a:gd name="connsiteY7831" fmla="*/ 2387816 h 5450835"/>
              <a:gd name="connsiteX7832" fmla="*/ 7142860 w 10450132"/>
              <a:gd name="connsiteY7832" fmla="*/ 2395698 h 5450835"/>
              <a:gd name="connsiteX7833" fmla="*/ 7142860 w 10450132"/>
              <a:gd name="connsiteY7833" fmla="*/ 2396552 h 5450835"/>
              <a:gd name="connsiteX7834" fmla="*/ 7138328 w 10450132"/>
              <a:gd name="connsiteY7834" fmla="*/ 2404434 h 5450835"/>
              <a:gd name="connsiteX7835" fmla="*/ 7137540 w 10450132"/>
              <a:gd name="connsiteY7835" fmla="*/ 2404893 h 5450835"/>
              <a:gd name="connsiteX7836" fmla="*/ 7128477 w 10450132"/>
              <a:gd name="connsiteY7836" fmla="*/ 2404893 h 5450835"/>
              <a:gd name="connsiteX7837" fmla="*/ 7127689 w 10450132"/>
              <a:gd name="connsiteY7837" fmla="*/ 2404434 h 5450835"/>
              <a:gd name="connsiteX7838" fmla="*/ 7123156 w 10450132"/>
              <a:gd name="connsiteY7838" fmla="*/ 2396552 h 5450835"/>
              <a:gd name="connsiteX7839" fmla="*/ 7123156 w 10450132"/>
              <a:gd name="connsiteY7839" fmla="*/ 2395698 h 5450835"/>
              <a:gd name="connsiteX7840" fmla="*/ 7127689 w 10450132"/>
              <a:gd name="connsiteY7840" fmla="*/ 2387816 h 5450835"/>
              <a:gd name="connsiteX7841" fmla="*/ 7128477 w 10450132"/>
              <a:gd name="connsiteY7841" fmla="*/ 2387357 h 5450835"/>
              <a:gd name="connsiteX7842" fmla="*/ 6874095 w 10450132"/>
              <a:gd name="connsiteY7842" fmla="*/ 2387357 h 5450835"/>
              <a:gd name="connsiteX7843" fmla="*/ 6883159 w 10450132"/>
              <a:gd name="connsiteY7843" fmla="*/ 2387357 h 5450835"/>
              <a:gd name="connsiteX7844" fmla="*/ 6883947 w 10450132"/>
              <a:gd name="connsiteY7844" fmla="*/ 2387816 h 5450835"/>
              <a:gd name="connsiteX7845" fmla="*/ 6888480 w 10450132"/>
              <a:gd name="connsiteY7845" fmla="*/ 2395698 h 5450835"/>
              <a:gd name="connsiteX7846" fmla="*/ 6888480 w 10450132"/>
              <a:gd name="connsiteY7846" fmla="*/ 2396552 h 5450835"/>
              <a:gd name="connsiteX7847" fmla="*/ 6883947 w 10450132"/>
              <a:gd name="connsiteY7847" fmla="*/ 2404434 h 5450835"/>
              <a:gd name="connsiteX7848" fmla="*/ 6883159 w 10450132"/>
              <a:gd name="connsiteY7848" fmla="*/ 2404893 h 5450835"/>
              <a:gd name="connsiteX7849" fmla="*/ 6874095 w 10450132"/>
              <a:gd name="connsiteY7849" fmla="*/ 2404893 h 5450835"/>
              <a:gd name="connsiteX7850" fmla="*/ 6873307 w 10450132"/>
              <a:gd name="connsiteY7850" fmla="*/ 2404434 h 5450835"/>
              <a:gd name="connsiteX7851" fmla="*/ 6868775 w 10450132"/>
              <a:gd name="connsiteY7851" fmla="*/ 2396552 h 5450835"/>
              <a:gd name="connsiteX7852" fmla="*/ 6868775 w 10450132"/>
              <a:gd name="connsiteY7852" fmla="*/ 2395698 h 5450835"/>
              <a:gd name="connsiteX7853" fmla="*/ 6873307 w 10450132"/>
              <a:gd name="connsiteY7853" fmla="*/ 2387816 h 5450835"/>
              <a:gd name="connsiteX7854" fmla="*/ 6874095 w 10450132"/>
              <a:gd name="connsiteY7854" fmla="*/ 2387357 h 5450835"/>
              <a:gd name="connsiteX7855" fmla="*/ 6619714 w 10450132"/>
              <a:gd name="connsiteY7855" fmla="*/ 2387357 h 5450835"/>
              <a:gd name="connsiteX7856" fmla="*/ 6628778 w 10450132"/>
              <a:gd name="connsiteY7856" fmla="*/ 2387357 h 5450835"/>
              <a:gd name="connsiteX7857" fmla="*/ 6629566 w 10450132"/>
              <a:gd name="connsiteY7857" fmla="*/ 2387816 h 5450835"/>
              <a:gd name="connsiteX7858" fmla="*/ 6634099 w 10450132"/>
              <a:gd name="connsiteY7858" fmla="*/ 2395698 h 5450835"/>
              <a:gd name="connsiteX7859" fmla="*/ 6634099 w 10450132"/>
              <a:gd name="connsiteY7859" fmla="*/ 2396552 h 5450835"/>
              <a:gd name="connsiteX7860" fmla="*/ 6629566 w 10450132"/>
              <a:gd name="connsiteY7860" fmla="*/ 2404434 h 5450835"/>
              <a:gd name="connsiteX7861" fmla="*/ 6628778 w 10450132"/>
              <a:gd name="connsiteY7861" fmla="*/ 2404893 h 5450835"/>
              <a:gd name="connsiteX7862" fmla="*/ 6619714 w 10450132"/>
              <a:gd name="connsiteY7862" fmla="*/ 2404893 h 5450835"/>
              <a:gd name="connsiteX7863" fmla="*/ 6618926 w 10450132"/>
              <a:gd name="connsiteY7863" fmla="*/ 2404434 h 5450835"/>
              <a:gd name="connsiteX7864" fmla="*/ 6614394 w 10450132"/>
              <a:gd name="connsiteY7864" fmla="*/ 2396552 h 5450835"/>
              <a:gd name="connsiteX7865" fmla="*/ 6614394 w 10450132"/>
              <a:gd name="connsiteY7865" fmla="*/ 2395698 h 5450835"/>
              <a:gd name="connsiteX7866" fmla="*/ 6618926 w 10450132"/>
              <a:gd name="connsiteY7866" fmla="*/ 2387816 h 5450835"/>
              <a:gd name="connsiteX7867" fmla="*/ 6619714 w 10450132"/>
              <a:gd name="connsiteY7867" fmla="*/ 2387357 h 5450835"/>
              <a:gd name="connsiteX7868" fmla="*/ 6365334 w 10450132"/>
              <a:gd name="connsiteY7868" fmla="*/ 2387357 h 5450835"/>
              <a:gd name="connsiteX7869" fmla="*/ 6374397 w 10450132"/>
              <a:gd name="connsiteY7869" fmla="*/ 2387357 h 5450835"/>
              <a:gd name="connsiteX7870" fmla="*/ 6375186 w 10450132"/>
              <a:gd name="connsiteY7870" fmla="*/ 2387816 h 5450835"/>
              <a:gd name="connsiteX7871" fmla="*/ 6379718 w 10450132"/>
              <a:gd name="connsiteY7871" fmla="*/ 2395698 h 5450835"/>
              <a:gd name="connsiteX7872" fmla="*/ 6379718 w 10450132"/>
              <a:gd name="connsiteY7872" fmla="*/ 2396552 h 5450835"/>
              <a:gd name="connsiteX7873" fmla="*/ 6375186 w 10450132"/>
              <a:gd name="connsiteY7873" fmla="*/ 2404434 h 5450835"/>
              <a:gd name="connsiteX7874" fmla="*/ 6374397 w 10450132"/>
              <a:gd name="connsiteY7874" fmla="*/ 2404893 h 5450835"/>
              <a:gd name="connsiteX7875" fmla="*/ 6365334 w 10450132"/>
              <a:gd name="connsiteY7875" fmla="*/ 2404893 h 5450835"/>
              <a:gd name="connsiteX7876" fmla="*/ 6364546 w 10450132"/>
              <a:gd name="connsiteY7876" fmla="*/ 2404434 h 5450835"/>
              <a:gd name="connsiteX7877" fmla="*/ 6360014 w 10450132"/>
              <a:gd name="connsiteY7877" fmla="*/ 2396552 h 5450835"/>
              <a:gd name="connsiteX7878" fmla="*/ 6360014 w 10450132"/>
              <a:gd name="connsiteY7878" fmla="*/ 2395698 h 5450835"/>
              <a:gd name="connsiteX7879" fmla="*/ 6364546 w 10450132"/>
              <a:gd name="connsiteY7879" fmla="*/ 2387816 h 5450835"/>
              <a:gd name="connsiteX7880" fmla="*/ 6365334 w 10450132"/>
              <a:gd name="connsiteY7880" fmla="*/ 2387357 h 5450835"/>
              <a:gd name="connsiteX7881" fmla="*/ 6110888 w 10450132"/>
              <a:gd name="connsiteY7881" fmla="*/ 2387357 h 5450835"/>
              <a:gd name="connsiteX7882" fmla="*/ 6119953 w 10450132"/>
              <a:gd name="connsiteY7882" fmla="*/ 2387357 h 5450835"/>
              <a:gd name="connsiteX7883" fmla="*/ 6120740 w 10450132"/>
              <a:gd name="connsiteY7883" fmla="*/ 2387816 h 5450835"/>
              <a:gd name="connsiteX7884" fmla="*/ 6125272 w 10450132"/>
              <a:gd name="connsiteY7884" fmla="*/ 2395698 h 5450835"/>
              <a:gd name="connsiteX7885" fmla="*/ 6125272 w 10450132"/>
              <a:gd name="connsiteY7885" fmla="*/ 2396552 h 5450835"/>
              <a:gd name="connsiteX7886" fmla="*/ 6120740 w 10450132"/>
              <a:gd name="connsiteY7886" fmla="*/ 2404434 h 5450835"/>
              <a:gd name="connsiteX7887" fmla="*/ 6119953 w 10450132"/>
              <a:gd name="connsiteY7887" fmla="*/ 2404893 h 5450835"/>
              <a:gd name="connsiteX7888" fmla="*/ 6110888 w 10450132"/>
              <a:gd name="connsiteY7888" fmla="*/ 2404893 h 5450835"/>
              <a:gd name="connsiteX7889" fmla="*/ 6110101 w 10450132"/>
              <a:gd name="connsiteY7889" fmla="*/ 2404434 h 5450835"/>
              <a:gd name="connsiteX7890" fmla="*/ 6105567 w 10450132"/>
              <a:gd name="connsiteY7890" fmla="*/ 2396552 h 5450835"/>
              <a:gd name="connsiteX7891" fmla="*/ 6105567 w 10450132"/>
              <a:gd name="connsiteY7891" fmla="*/ 2395698 h 5450835"/>
              <a:gd name="connsiteX7892" fmla="*/ 6110101 w 10450132"/>
              <a:gd name="connsiteY7892" fmla="*/ 2387816 h 5450835"/>
              <a:gd name="connsiteX7893" fmla="*/ 6110888 w 10450132"/>
              <a:gd name="connsiteY7893" fmla="*/ 2387357 h 5450835"/>
              <a:gd name="connsiteX7894" fmla="*/ 5856508 w 10450132"/>
              <a:gd name="connsiteY7894" fmla="*/ 2387357 h 5450835"/>
              <a:gd name="connsiteX7895" fmla="*/ 5865571 w 10450132"/>
              <a:gd name="connsiteY7895" fmla="*/ 2387357 h 5450835"/>
              <a:gd name="connsiteX7896" fmla="*/ 5866359 w 10450132"/>
              <a:gd name="connsiteY7896" fmla="*/ 2387816 h 5450835"/>
              <a:gd name="connsiteX7897" fmla="*/ 5870891 w 10450132"/>
              <a:gd name="connsiteY7897" fmla="*/ 2395698 h 5450835"/>
              <a:gd name="connsiteX7898" fmla="*/ 5870891 w 10450132"/>
              <a:gd name="connsiteY7898" fmla="*/ 2396552 h 5450835"/>
              <a:gd name="connsiteX7899" fmla="*/ 5866359 w 10450132"/>
              <a:gd name="connsiteY7899" fmla="*/ 2404434 h 5450835"/>
              <a:gd name="connsiteX7900" fmla="*/ 5865571 w 10450132"/>
              <a:gd name="connsiteY7900" fmla="*/ 2404893 h 5450835"/>
              <a:gd name="connsiteX7901" fmla="*/ 5856508 w 10450132"/>
              <a:gd name="connsiteY7901" fmla="*/ 2404893 h 5450835"/>
              <a:gd name="connsiteX7902" fmla="*/ 5855720 w 10450132"/>
              <a:gd name="connsiteY7902" fmla="*/ 2404434 h 5450835"/>
              <a:gd name="connsiteX7903" fmla="*/ 5851187 w 10450132"/>
              <a:gd name="connsiteY7903" fmla="*/ 2396552 h 5450835"/>
              <a:gd name="connsiteX7904" fmla="*/ 5851187 w 10450132"/>
              <a:gd name="connsiteY7904" fmla="*/ 2395698 h 5450835"/>
              <a:gd name="connsiteX7905" fmla="*/ 5855720 w 10450132"/>
              <a:gd name="connsiteY7905" fmla="*/ 2387816 h 5450835"/>
              <a:gd name="connsiteX7906" fmla="*/ 5856508 w 10450132"/>
              <a:gd name="connsiteY7906" fmla="*/ 2387357 h 5450835"/>
              <a:gd name="connsiteX7907" fmla="*/ 5602126 w 10450132"/>
              <a:gd name="connsiteY7907" fmla="*/ 2387357 h 5450835"/>
              <a:gd name="connsiteX7908" fmla="*/ 5611191 w 10450132"/>
              <a:gd name="connsiteY7908" fmla="*/ 2387357 h 5450835"/>
              <a:gd name="connsiteX7909" fmla="*/ 5611979 w 10450132"/>
              <a:gd name="connsiteY7909" fmla="*/ 2387816 h 5450835"/>
              <a:gd name="connsiteX7910" fmla="*/ 5616511 w 10450132"/>
              <a:gd name="connsiteY7910" fmla="*/ 2395698 h 5450835"/>
              <a:gd name="connsiteX7911" fmla="*/ 5616511 w 10450132"/>
              <a:gd name="connsiteY7911" fmla="*/ 2396552 h 5450835"/>
              <a:gd name="connsiteX7912" fmla="*/ 5611979 w 10450132"/>
              <a:gd name="connsiteY7912" fmla="*/ 2404434 h 5450835"/>
              <a:gd name="connsiteX7913" fmla="*/ 5611191 w 10450132"/>
              <a:gd name="connsiteY7913" fmla="*/ 2404893 h 5450835"/>
              <a:gd name="connsiteX7914" fmla="*/ 5602126 w 10450132"/>
              <a:gd name="connsiteY7914" fmla="*/ 2404893 h 5450835"/>
              <a:gd name="connsiteX7915" fmla="*/ 5601338 w 10450132"/>
              <a:gd name="connsiteY7915" fmla="*/ 2404434 h 5450835"/>
              <a:gd name="connsiteX7916" fmla="*/ 5596807 w 10450132"/>
              <a:gd name="connsiteY7916" fmla="*/ 2396552 h 5450835"/>
              <a:gd name="connsiteX7917" fmla="*/ 5596807 w 10450132"/>
              <a:gd name="connsiteY7917" fmla="*/ 2395698 h 5450835"/>
              <a:gd name="connsiteX7918" fmla="*/ 5601338 w 10450132"/>
              <a:gd name="connsiteY7918" fmla="*/ 2387816 h 5450835"/>
              <a:gd name="connsiteX7919" fmla="*/ 5602126 w 10450132"/>
              <a:gd name="connsiteY7919" fmla="*/ 2387357 h 5450835"/>
              <a:gd name="connsiteX7920" fmla="*/ 5347746 w 10450132"/>
              <a:gd name="connsiteY7920" fmla="*/ 2387357 h 5450835"/>
              <a:gd name="connsiteX7921" fmla="*/ 5356810 w 10450132"/>
              <a:gd name="connsiteY7921" fmla="*/ 2387357 h 5450835"/>
              <a:gd name="connsiteX7922" fmla="*/ 5357598 w 10450132"/>
              <a:gd name="connsiteY7922" fmla="*/ 2387816 h 5450835"/>
              <a:gd name="connsiteX7923" fmla="*/ 5362130 w 10450132"/>
              <a:gd name="connsiteY7923" fmla="*/ 2395698 h 5450835"/>
              <a:gd name="connsiteX7924" fmla="*/ 5362130 w 10450132"/>
              <a:gd name="connsiteY7924" fmla="*/ 2396552 h 5450835"/>
              <a:gd name="connsiteX7925" fmla="*/ 5357598 w 10450132"/>
              <a:gd name="connsiteY7925" fmla="*/ 2404434 h 5450835"/>
              <a:gd name="connsiteX7926" fmla="*/ 5356810 w 10450132"/>
              <a:gd name="connsiteY7926" fmla="*/ 2404893 h 5450835"/>
              <a:gd name="connsiteX7927" fmla="*/ 5347746 w 10450132"/>
              <a:gd name="connsiteY7927" fmla="*/ 2404893 h 5450835"/>
              <a:gd name="connsiteX7928" fmla="*/ 5346958 w 10450132"/>
              <a:gd name="connsiteY7928" fmla="*/ 2404434 h 5450835"/>
              <a:gd name="connsiteX7929" fmla="*/ 5342425 w 10450132"/>
              <a:gd name="connsiteY7929" fmla="*/ 2396552 h 5450835"/>
              <a:gd name="connsiteX7930" fmla="*/ 5342425 w 10450132"/>
              <a:gd name="connsiteY7930" fmla="*/ 2395698 h 5450835"/>
              <a:gd name="connsiteX7931" fmla="*/ 5346958 w 10450132"/>
              <a:gd name="connsiteY7931" fmla="*/ 2387816 h 5450835"/>
              <a:gd name="connsiteX7932" fmla="*/ 5347746 w 10450132"/>
              <a:gd name="connsiteY7932" fmla="*/ 2387357 h 5450835"/>
              <a:gd name="connsiteX7933" fmla="*/ 5093300 w 10450132"/>
              <a:gd name="connsiteY7933" fmla="*/ 2387357 h 5450835"/>
              <a:gd name="connsiteX7934" fmla="*/ 5102364 w 10450132"/>
              <a:gd name="connsiteY7934" fmla="*/ 2387357 h 5450835"/>
              <a:gd name="connsiteX7935" fmla="*/ 5103153 w 10450132"/>
              <a:gd name="connsiteY7935" fmla="*/ 2387816 h 5450835"/>
              <a:gd name="connsiteX7936" fmla="*/ 5107684 w 10450132"/>
              <a:gd name="connsiteY7936" fmla="*/ 2395698 h 5450835"/>
              <a:gd name="connsiteX7937" fmla="*/ 5107684 w 10450132"/>
              <a:gd name="connsiteY7937" fmla="*/ 2396552 h 5450835"/>
              <a:gd name="connsiteX7938" fmla="*/ 5103153 w 10450132"/>
              <a:gd name="connsiteY7938" fmla="*/ 2404434 h 5450835"/>
              <a:gd name="connsiteX7939" fmla="*/ 5102364 w 10450132"/>
              <a:gd name="connsiteY7939" fmla="*/ 2404893 h 5450835"/>
              <a:gd name="connsiteX7940" fmla="*/ 5093300 w 10450132"/>
              <a:gd name="connsiteY7940" fmla="*/ 2404893 h 5450835"/>
              <a:gd name="connsiteX7941" fmla="*/ 5092512 w 10450132"/>
              <a:gd name="connsiteY7941" fmla="*/ 2404434 h 5450835"/>
              <a:gd name="connsiteX7942" fmla="*/ 5087979 w 10450132"/>
              <a:gd name="connsiteY7942" fmla="*/ 2396552 h 5450835"/>
              <a:gd name="connsiteX7943" fmla="*/ 5087979 w 10450132"/>
              <a:gd name="connsiteY7943" fmla="*/ 2395698 h 5450835"/>
              <a:gd name="connsiteX7944" fmla="*/ 5092512 w 10450132"/>
              <a:gd name="connsiteY7944" fmla="*/ 2387816 h 5450835"/>
              <a:gd name="connsiteX7945" fmla="*/ 5093300 w 10450132"/>
              <a:gd name="connsiteY7945" fmla="*/ 2387357 h 5450835"/>
              <a:gd name="connsiteX7946" fmla="*/ 4838919 w 10450132"/>
              <a:gd name="connsiteY7946" fmla="*/ 2387357 h 5450835"/>
              <a:gd name="connsiteX7947" fmla="*/ 4847982 w 10450132"/>
              <a:gd name="connsiteY7947" fmla="*/ 2387357 h 5450835"/>
              <a:gd name="connsiteX7948" fmla="*/ 4848772 w 10450132"/>
              <a:gd name="connsiteY7948" fmla="*/ 2387816 h 5450835"/>
              <a:gd name="connsiteX7949" fmla="*/ 4853303 w 10450132"/>
              <a:gd name="connsiteY7949" fmla="*/ 2395698 h 5450835"/>
              <a:gd name="connsiteX7950" fmla="*/ 4853303 w 10450132"/>
              <a:gd name="connsiteY7950" fmla="*/ 2396552 h 5450835"/>
              <a:gd name="connsiteX7951" fmla="*/ 4848772 w 10450132"/>
              <a:gd name="connsiteY7951" fmla="*/ 2404434 h 5450835"/>
              <a:gd name="connsiteX7952" fmla="*/ 4847982 w 10450132"/>
              <a:gd name="connsiteY7952" fmla="*/ 2404893 h 5450835"/>
              <a:gd name="connsiteX7953" fmla="*/ 4838919 w 10450132"/>
              <a:gd name="connsiteY7953" fmla="*/ 2404893 h 5450835"/>
              <a:gd name="connsiteX7954" fmla="*/ 4838132 w 10450132"/>
              <a:gd name="connsiteY7954" fmla="*/ 2404434 h 5450835"/>
              <a:gd name="connsiteX7955" fmla="*/ 4833598 w 10450132"/>
              <a:gd name="connsiteY7955" fmla="*/ 2396552 h 5450835"/>
              <a:gd name="connsiteX7956" fmla="*/ 4833598 w 10450132"/>
              <a:gd name="connsiteY7956" fmla="*/ 2395698 h 5450835"/>
              <a:gd name="connsiteX7957" fmla="*/ 4838132 w 10450132"/>
              <a:gd name="connsiteY7957" fmla="*/ 2387816 h 5450835"/>
              <a:gd name="connsiteX7958" fmla="*/ 4838919 w 10450132"/>
              <a:gd name="connsiteY7958" fmla="*/ 2387357 h 5450835"/>
              <a:gd name="connsiteX7959" fmla="*/ 4584538 w 10450132"/>
              <a:gd name="connsiteY7959" fmla="*/ 2387357 h 5450835"/>
              <a:gd name="connsiteX7960" fmla="*/ 4593603 w 10450132"/>
              <a:gd name="connsiteY7960" fmla="*/ 2387357 h 5450835"/>
              <a:gd name="connsiteX7961" fmla="*/ 4594390 w 10450132"/>
              <a:gd name="connsiteY7961" fmla="*/ 2387816 h 5450835"/>
              <a:gd name="connsiteX7962" fmla="*/ 4598922 w 10450132"/>
              <a:gd name="connsiteY7962" fmla="*/ 2395698 h 5450835"/>
              <a:gd name="connsiteX7963" fmla="*/ 4598922 w 10450132"/>
              <a:gd name="connsiteY7963" fmla="*/ 2396552 h 5450835"/>
              <a:gd name="connsiteX7964" fmla="*/ 4594390 w 10450132"/>
              <a:gd name="connsiteY7964" fmla="*/ 2404434 h 5450835"/>
              <a:gd name="connsiteX7965" fmla="*/ 4593603 w 10450132"/>
              <a:gd name="connsiteY7965" fmla="*/ 2404893 h 5450835"/>
              <a:gd name="connsiteX7966" fmla="*/ 4584538 w 10450132"/>
              <a:gd name="connsiteY7966" fmla="*/ 2404893 h 5450835"/>
              <a:gd name="connsiteX7967" fmla="*/ 4583749 w 10450132"/>
              <a:gd name="connsiteY7967" fmla="*/ 2404434 h 5450835"/>
              <a:gd name="connsiteX7968" fmla="*/ 4579218 w 10450132"/>
              <a:gd name="connsiteY7968" fmla="*/ 2396552 h 5450835"/>
              <a:gd name="connsiteX7969" fmla="*/ 4579218 w 10450132"/>
              <a:gd name="connsiteY7969" fmla="*/ 2395698 h 5450835"/>
              <a:gd name="connsiteX7970" fmla="*/ 4583749 w 10450132"/>
              <a:gd name="connsiteY7970" fmla="*/ 2387816 h 5450835"/>
              <a:gd name="connsiteX7971" fmla="*/ 4584538 w 10450132"/>
              <a:gd name="connsiteY7971" fmla="*/ 2387357 h 5450835"/>
              <a:gd name="connsiteX7972" fmla="*/ 4330157 w 10450132"/>
              <a:gd name="connsiteY7972" fmla="*/ 2387357 h 5450835"/>
              <a:gd name="connsiteX7973" fmla="*/ 4339222 w 10450132"/>
              <a:gd name="connsiteY7973" fmla="*/ 2387357 h 5450835"/>
              <a:gd name="connsiteX7974" fmla="*/ 4340010 w 10450132"/>
              <a:gd name="connsiteY7974" fmla="*/ 2387816 h 5450835"/>
              <a:gd name="connsiteX7975" fmla="*/ 4344540 w 10450132"/>
              <a:gd name="connsiteY7975" fmla="*/ 2395698 h 5450835"/>
              <a:gd name="connsiteX7976" fmla="*/ 4344540 w 10450132"/>
              <a:gd name="connsiteY7976" fmla="*/ 2396552 h 5450835"/>
              <a:gd name="connsiteX7977" fmla="*/ 4340010 w 10450132"/>
              <a:gd name="connsiteY7977" fmla="*/ 2404434 h 5450835"/>
              <a:gd name="connsiteX7978" fmla="*/ 4339222 w 10450132"/>
              <a:gd name="connsiteY7978" fmla="*/ 2404893 h 5450835"/>
              <a:gd name="connsiteX7979" fmla="*/ 4330157 w 10450132"/>
              <a:gd name="connsiteY7979" fmla="*/ 2404893 h 5450835"/>
              <a:gd name="connsiteX7980" fmla="*/ 4329369 w 10450132"/>
              <a:gd name="connsiteY7980" fmla="*/ 2404434 h 5450835"/>
              <a:gd name="connsiteX7981" fmla="*/ 4324836 w 10450132"/>
              <a:gd name="connsiteY7981" fmla="*/ 2396552 h 5450835"/>
              <a:gd name="connsiteX7982" fmla="*/ 4324836 w 10450132"/>
              <a:gd name="connsiteY7982" fmla="*/ 2395698 h 5450835"/>
              <a:gd name="connsiteX7983" fmla="*/ 4329369 w 10450132"/>
              <a:gd name="connsiteY7983" fmla="*/ 2387816 h 5450835"/>
              <a:gd name="connsiteX7984" fmla="*/ 4330157 w 10450132"/>
              <a:gd name="connsiteY7984" fmla="*/ 2387357 h 5450835"/>
              <a:gd name="connsiteX7985" fmla="*/ 4075960 w 10450132"/>
              <a:gd name="connsiteY7985" fmla="*/ 2387357 h 5450835"/>
              <a:gd name="connsiteX7986" fmla="*/ 4085024 w 10450132"/>
              <a:gd name="connsiteY7986" fmla="*/ 2387357 h 5450835"/>
              <a:gd name="connsiteX7987" fmla="*/ 4085812 w 10450132"/>
              <a:gd name="connsiteY7987" fmla="*/ 2387816 h 5450835"/>
              <a:gd name="connsiteX7988" fmla="*/ 4090345 w 10450132"/>
              <a:gd name="connsiteY7988" fmla="*/ 2395698 h 5450835"/>
              <a:gd name="connsiteX7989" fmla="*/ 4090345 w 10450132"/>
              <a:gd name="connsiteY7989" fmla="*/ 2396552 h 5450835"/>
              <a:gd name="connsiteX7990" fmla="*/ 4085812 w 10450132"/>
              <a:gd name="connsiteY7990" fmla="*/ 2404434 h 5450835"/>
              <a:gd name="connsiteX7991" fmla="*/ 4085024 w 10450132"/>
              <a:gd name="connsiteY7991" fmla="*/ 2404893 h 5450835"/>
              <a:gd name="connsiteX7992" fmla="*/ 4075960 w 10450132"/>
              <a:gd name="connsiteY7992" fmla="*/ 2404893 h 5450835"/>
              <a:gd name="connsiteX7993" fmla="*/ 4075171 w 10450132"/>
              <a:gd name="connsiteY7993" fmla="*/ 2404434 h 5450835"/>
              <a:gd name="connsiteX7994" fmla="*/ 4070639 w 10450132"/>
              <a:gd name="connsiteY7994" fmla="*/ 2396552 h 5450835"/>
              <a:gd name="connsiteX7995" fmla="*/ 4070639 w 10450132"/>
              <a:gd name="connsiteY7995" fmla="*/ 2395698 h 5450835"/>
              <a:gd name="connsiteX7996" fmla="*/ 4075171 w 10450132"/>
              <a:gd name="connsiteY7996" fmla="*/ 2387816 h 5450835"/>
              <a:gd name="connsiteX7997" fmla="*/ 4075960 w 10450132"/>
              <a:gd name="connsiteY7997" fmla="*/ 2387357 h 5450835"/>
              <a:gd name="connsiteX7998" fmla="*/ 3821617 w 10450132"/>
              <a:gd name="connsiteY7998" fmla="*/ 2387357 h 5450835"/>
              <a:gd name="connsiteX7999" fmla="*/ 3830683 w 10450132"/>
              <a:gd name="connsiteY7999" fmla="*/ 2387357 h 5450835"/>
              <a:gd name="connsiteX8000" fmla="*/ 3831470 w 10450132"/>
              <a:gd name="connsiteY8000" fmla="*/ 2387816 h 5450835"/>
              <a:gd name="connsiteX8001" fmla="*/ 3836003 w 10450132"/>
              <a:gd name="connsiteY8001" fmla="*/ 2395698 h 5450835"/>
              <a:gd name="connsiteX8002" fmla="*/ 3836003 w 10450132"/>
              <a:gd name="connsiteY8002" fmla="*/ 2396552 h 5450835"/>
              <a:gd name="connsiteX8003" fmla="*/ 3831470 w 10450132"/>
              <a:gd name="connsiteY8003" fmla="*/ 2404434 h 5450835"/>
              <a:gd name="connsiteX8004" fmla="*/ 3830683 w 10450132"/>
              <a:gd name="connsiteY8004" fmla="*/ 2404893 h 5450835"/>
              <a:gd name="connsiteX8005" fmla="*/ 3821617 w 10450132"/>
              <a:gd name="connsiteY8005" fmla="*/ 2404893 h 5450835"/>
              <a:gd name="connsiteX8006" fmla="*/ 3820828 w 10450132"/>
              <a:gd name="connsiteY8006" fmla="*/ 2404434 h 5450835"/>
              <a:gd name="connsiteX8007" fmla="*/ 3816298 w 10450132"/>
              <a:gd name="connsiteY8007" fmla="*/ 2396552 h 5450835"/>
              <a:gd name="connsiteX8008" fmla="*/ 3816298 w 10450132"/>
              <a:gd name="connsiteY8008" fmla="*/ 2395698 h 5450835"/>
              <a:gd name="connsiteX8009" fmla="*/ 3820828 w 10450132"/>
              <a:gd name="connsiteY8009" fmla="*/ 2387816 h 5450835"/>
              <a:gd name="connsiteX8010" fmla="*/ 3821617 w 10450132"/>
              <a:gd name="connsiteY8010" fmla="*/ 2387357 h 5450835"/>
              <a:gd name="connsiteX8011" fmla="*/ 3567079 w 10450132"/>
              <a:gd name="connsiteY8011" fmla="*/ 2387357 h 5450835"/>
              <a:gd name="connsiteX8012" fmla="*/ 3576143 w 10450132"/>
              <a:gd name="connsiteY8012" fmla="*/ 2387357 h 5450835"/>
              <a:gd name="connsiteX8013" fmla="*/ 3576931 w 10450132"/>
              <a:gd name="connsiteY8013" fmla="*/ 2387816 h 5450835"/>
              <a:gd name="connsiteX8014" fmla="*/ 3581463 w 10450132"/>
              <a:gd name="connsiteY8014" fmla="*/ 2395698 h 5450835"/>
              <a:gd name="connsiteX8015" fmla="*/ 3581463 w 10450132"/>
              <a:gd name="connsiteY8015" fmla="*/ 2396552 h 5450835"/>
              <a:gd name="connsiteX8016" fmla="*/ 3576931 w 10450132"/>
              <a:gd name="connsiteY8016" fmla="*/ 2404434 h 5450835"/>
              <a:gd name="connsiteX8017" fmla="*/ 3576143 w 10450132"/>
              <a:gd name="connsiteY8017" fmla="*/ 2404893 h 5450835"/>
              <a:gd name="connsiteX8018" fmla="*/ 3567079 w 10450132"/>
              <a:gd name="connsiteY8018" fmla="*/ 2404893 h 5450835"/>
              <a:gd name="connsiteX8019" fmla="*/ 3566290 w 10450132"/>
              <a:gd name="connsiteY8019" fmla="*/ 2404434 h 5450835"/>
              <a:gd name="connsiteX8020" fmla="*/ 3561758 w 10450132"/>
              <a:gd name="connsiteY8020" fmla="*/ 2396552 h 5450835"/>
              <a:gd name="connsiteX8021" fmla="*/ 3561758 w 10450132"/>
              <a:gd name="connsiteY8021" fmla="*/ 2395698 h 5450835"/>
              <a:gd name="connsiteX8022" fmla="*/ 3566290 w 10450132"/>
              <a:gd name="connsiteY8022" fmla="*/ 2387816 h 5450835"/>
              <a:gd name="connsiteX8023" fmla="*/ 3567079 w 10450132"/>
              <a:gd name="connsiteY8023" fmla="*/ 2387357 h 5450835"/>
              <a:gd name="connsiteX8024" fmla="*/ 3312804 w 10450132"/>
              <a:gd name="connsiteY8024" fmla="*/ 2387357 h 5450835"/>
              <a:gd name="connsiteX8025" fmla="*/ 3321868 w 10450132"/>
              <a:gd name="connsiteY8025" fmla="*/ 2387357 h 5450835"/>
              <a:gd name="connsiteX8026" fmla="*/ 3322657 w 10450132"/>
              <a:gd name="connsiteY8026" fmla="*/ 2387816 h 5450835"/>
              <a:gd name="connsiteX8027" fmla="*/ 3327189 w 10450132"/>
              <a:gd name="connsiteY8027" fmla="*/ 2395698 h 5450835"/>
              <a:gd name="connsiteX8028" fmla="*/ 3327189 w 10450132"/>
              <a:gd name="connsiteY8028" fmla="*/ 2396552 h 5450835"/>
              <a:gd name="connsiteX8029" fmla="*/ 3322657 w 10450132"/>
              <a:gd name="connsiteY8029" fmla="*/ 2404434 h 5450835"/>
              <a:gd name="connsiteX8030" fmla="*/ 3321868 w 10450132"/>
              <a:gd name="connsiteY8030" fmla="*/ 2404893 h 5450835"/>
              <a:gd name="connsiteX8031" fmla="*/ 3312804 w 10450132"/>
              <a:gd name="connsiteY8031" fmla="*/ 2404893 h 5450835"/>
              <a:gd name="connsiteX8032" fmla="*/ 3312016 w 10450132"/>
              <a:gd name="connsiteY8032" fmla="*/ 2404434 h 5450835"/>
              <a:gd name="connsiteX8033" fmla="*/ 3307483 w 10450132"/>
              <a:gd name="connsiteY8033" fmla="*/ 2396552 h 5450835"/>
              <a:gd name="connsiteX8034" fmla="*/ 3307483 w 10450132"/>
              <a:gd name="connsiteY8034" fmla="*/ 2395698 h 5450835"/>
              <a:gd name="connsiteX8035" fmla="*/ 3312016 w 10450132"/>
              <a:gd name="connsiteY8035" fmla="*/ 2387816 h 5450835"/>
              <a:gd name="connsiteX8036" fmla="*/ 3312804 w 10450132"/>
              <a:gd name="connsiteY8036" fmla="*/ 2387357 h 5450835"/>
              <a:gd name="connsiteX8037" fmla="*/ 3058437 w 10450132"/>
              <a:gd name="connsiteY8037" fmla="*/ 2387357 h 5450835"/>
              <a:gd name="connsiteX8038" fmla="*/ 3067503 w 10450132"/>
              <a:gd name="connsiteY8038" fmla="*/ 2387357 h 5450835"/>
              <a:gd name="connsiteX8039" fmla="*/ 3068292 w 10450132"/>
              <a:gd name="connsiteY8039" fmla="*/ 2387816 h 5450835"/>
              <a:gd name="connsiteX8040" fmla="*/ 3072824 w 10450132"/>
              <a:gd name="connsiteY8040" fmla="*/ 2395698 h 5450835"/>
              <a:gd name="connsiteX8041" fmla="*/ 3072824 w 10450132"/>
              <a:gd name="connsiteY8041" fmla="*/ 2396552 h 5450835"/>
              <a:gd name="connsiteX8042" fmla="*/ 3068292 w 10450132"/>
              <a:gd name="connsiteY8042" fmla="*/ 2404434 h 5450835"/>
              <a:gd name="connsiteX8043" fmla="*/ 3067503 w 10450132"/>
              <a:gd name="connsiteY8043" fmla="*/ 2404893 h 5450835"/>
              <a:gd name="connsiteX8044" fmla="*/ 3058437 w 10450132"/>
              <a:gd name="connsiteY8044" fmla="*/ 2404893 h 5450835"/>
              <a:gd name="connsiteX8045" fmla="*/ 3057649 w 10450132"/>
              <a:gd name="connsiteY8045" fmla="*/ 2404434 h 5450835"/>
              <a:gd name="connsiteX8046" fmla="*/ 3053119 w 10450132"/>
              <a:gd name="connsiteY8046" fmla="*/ 2396552 h 5450835"/>
              <a:gd name="connsiteX8047" fmla="*/ 3053119 w 10450132"/>
              <a:gd name="connsiteY8047" fmla="*/ 2395698 h 5450835"/>
              <a:gd name="connsiteX8048" fmla="*/ 3057649 w 10450132"/>
              <a:gd name="connsiteY8048" fmla="*/ 2387816 h 5450835"/>
              <a:gd name="connsiteX8049" fmla="*/ 3058437 w 10450132"/>
              <a:gd name="connsiteY8049" fmla="*/ 2387357 h 5450835"/>
              <a:gd name="connsiteX8050" fmla="*/ 2803838 w 10450132"/>
              <a:gd name="connsiteY8050" fmla="*/ 2387357 h 5450835"/>
              <a:gd name="connsiteX8051" fmla="*/ 2812903 w 10450132"/>
              <a:gd name="connsiteY8051" fmla="*/ 2387357 h 5450835"/>
              <a:gd name="connsiteX8052" fmla="*/ 2813691 w 10450132"/>
              <a:gd name="connsiteY8052" fmla="*/ 2387816 h 5450835"/>
              <a:gd name="connsiteX8053" fmla="*/ 2818223 w 10450132"/>
              <a:gd name="connsiteY8053" fmla="*/ 2395698 h 5450835"/>
              <a:gd name="connsiteX8054" fmla="*/ 2818223 w 10450132"/>
              <a:gd name="connsiteY8054" fmla="*/ 2396552 h 5450835"/>
              <a:gd name="connsiteX8055" fmla="*/ 2813691 w 10450132"/>
              <a:gd name="connsiteY8055" fmla="*/ 2404434 h 5450835"/>
              <a:gd name="connsiteX8056" fmla="*/ 2812903 w 10450132"/>
              <a:gd name="connsiteY8056" fmla="*/ 2404893 h 5450835"/>
              <a:gd name="connsiteX8057" fmla="*/ 2803838 w 10450132"/>
              <a:gd name="connsiteY8057" fmla="*/ 2404893 h 5450835"/>
              <a:gd name="connsiteX8058" fmla="*/ 2803049 w 10450132"/>
              <a:gd name="connsiteY8058" fmla="*/ 2404434 h 5450835"/>
              <a:gd name="connsiteX8059" fmla="*/ 2798517 w 10450132"/>
              <a:gd name="connsiteY8059" fmla="*/ 2396552 h 5450835"/>
              <a:gd name="connsiteX8060" fmla="*/ 2798517 w 10450132"/>
              <a:gd name="connsiteY8060" fmla="*/ 2395698 h 5450835"/>
              <a:gd name="connsiteX8061" fmla="*/ 2803049 w 10450132"/>
              <a:gd name="connsiteY8061" fmla="*/ 2387816 h 5450835"/>
              <a:gd name="connsiteX8062" fmla="*/ 2803838 w 10450132"/>
              <a:gd name="connsiteY8062" fmla="*/ 2387357 h 5450835"/>
              <a:gd name="connsiteX8063" fmla="*/ 2549521 w 10450132"/>
              <a:gd name="connsiteY8063" fmla="*/ 2387357 h 5450835"/>
              <a:gd name="connsiteX8064" fmla="*/ 2558587 w 10450132"/>
              <a:gd name="connsiteY8064" fmla="*/ 2387357 h 5450835"/>
              <a:gd name="connsiteX8065" fmla="*/ 2559375 w 10450132"/>
              <a:gd name="connsiteY8065" fmla="*/ 2387816 h 5450835"/>
              <a:gd name="connsiteX8066" fmla="*/ 2563905 w 10450132"/>
              <a:gd name="connsiteY8066" fmla="*/ 2395698 h 5450835"/>
              <a:gd name="connsiteX8067" fmla="*/ 2563905 w 10450132"/>
              <a:gd name="connsiteY8067" fmla="*/ 2396552 h 5450835"/>
              <a:gd name="connsiteX8068" fmla="*/ 2559375 w 10450132"/>
              <a:gd name="connsiteY8068" fmla="*/ 2404434 h 5450835"/>
              <a:gd name="connsiteX8069" fmla="*/ 2558587 w 10450132"/>
              <a:gd name="connsiteY8069" fmla="*/ 2404893 h 5450835"/>
              <a:gd name="connsiteX8070" fmla="*/ 2549521 w 10450132"/>
              <a:gd name="connsiteY8070" fmla="*/ 2404893 h 5450835"/>
              <a:gd name="connsiteX8071" fmla="*/ 2548733 w 10450132"/>
              <a:gd name="connsiteY8071" fmla="*/ 2404434 h 5450835"/>
              <a:gd name="connsiteX8072" fmla="*/ 2544202 w 10450132"/>
              <a:gd name="connsiteY8072" fmla="*/ 2396552 h 5450835"/>
              <a:gd name="connsiteX8073" fmla="*/ 2544202 w 10450132"/>
              <a:gd name="connsiteY8073" fmla="*/ 2395698 h 5450835"/>
              <a:gd name="connsiteX8074" fmla="*/ 2548733 w 10450132"/>
              <a:gd name="connsiteY8074" fmla="*/ 2387816 h 5450835"/>
              <a:gd name="connsiteX8075" fmla="*/ 2549521 w 10450132"/>
              <a:gd name="connsiteY8075" fmla="*/ 2387357 h 5450835"/>
              <a:gd name="connsiteX8076" fmla="*/ 2295138 w 10450132"/>
              <a:gd name="connsiteY8076" fmla="*/ 2387357 h 5450835"/>
              <a:gd name="connsiteX8077" fmla="*/ 2304204 w 10450132"/>
              <a:gd name="connsiteY8077" fmla="*/ 2387357 h 5450835"/>
              <a:gd name="connsiteX8078" fmla="*/ 2304992 w 10450132"/>
              <a:gd name="connsiteY8078" fmla="*/ 2387816 h 5450835"/>
              <a:gd name="connsiteX8079" fmla="*/ 2309523 w 10450132"/>
              <a:gd name="connsiteY8079" fmla="*/ 2395698 h 5450835"/>
              <a:gd name="connsiteX8080" fmla="*/ 2309523 w 10450132"/>
              <a:gd name="connsiteY8080" fmla="*/ 2396552 h 5450835"/>
              <a:gd name="connsiteX8081" fmla="*/ 2304992 w 10450132"/>
              <a:gd name="connsiteY8081" fmla="*/ 2404434 h 5450835"/>
              <a:gd name="connsiteX8082" fmla="*/ 2304204 w 10450132"/>
              <a:gd name="connsiteY8082" fmla="*/ 2404893 h 5450835"/>
              <a:gd name="connsiteX8083" fmla="*/ 2295138 w 10450132"/>
              <a:gd name="connsiteY8083" fmla="*/ 2404893 h 5450835"/>
              <a:gd name="connsiteX8084" fmla="*/ 2294350 w 10450132"/>
              <a:gd name="connsiteY8084" fmla="*/ 2404434 h 5450835"/>
              <a:gd name="connsiteX8085" fmla="*/ 2289819 w 10450132"/>
              <a:gd name="connsiteY8085" fmla="*/ 2396552 h 5450835"/>
              <a:gd name="connsiteX8086" fmla="*/ 2289819 w 10450132"/>
              <a:gd name="connsiteY8086" fmla="*/ 2395698 h 5450835"/>
              <a:gd name="connsiteX8087" fmla="*/ 2294350 w 10450132"/>
              <a:gd name="connsiteY8087" fmla="*/ 2387816 h 5450835"/>
              <a:gd name="connsiteX8088" fmla="*/ 2295138 w 10450132"/>
              <a:gd name="connsiteY8088" fmla="*/ 2387357 h 5450835"/>
              <a:gd name="connsiteX8089" fmla="*/ 2040693 w 10450132"/>
              <a:gd name="connsiteY8089" fmla="*/ 2387357 h 5450835"/>
              <a:gd name="connsiteX8090" fmla="*/ 2049755 w 10450132"/>
              <a:gd name="connsiteY8090" fmla="*/ 2387357 h 5450835"/>
              <a:gd name="connsiteX8091" fmla="*/ 2050543 w 10450132"/>
              <a:gd name="connsiteY8091" fmla="*/ 2387816 h 5450835"/>
              <a:gd name="connsiteX8092" fmla="*/ 2055075 w 10450132"/>
              <a:gd name="connsiteY8092" fmla="*/ 2395698 h 5450835"/>
              <a:gd name="connsiteX8093" fmla="*/ 2055075 w 10450132"/>
              <a:gd name="connsiteY8093" fmla="*/ 2396552 h 5450835"/>
              <a:gd name="connsiteX8094" fmla="*/ 2050543 w 10450132"/>
              <a:gd name="connsiteY8094" fmla="*/ 2404434 h 5450835"/>
              <a:gd name="connsiteX8095" fmla="*/ 2049755 w 10450132"/>
              <a:gd name="connsiteY8095" fmla="*/ 2404893 h 5450835"/>
              <a:gd name="connsiteX8096" fmla="*/ 2040693 w 10450132"/>
              <a:gd name="connsiteY8096" fmla="*/ 2404893 h 5450835"/>
              <a:gd name="connsiteX8097" fmla="*/ 2039905 w 10450132"/>
              <a:gd name="connsiteY8097" fmla="*/ 2404434 h 5450835"/>
              <a:gd name="connsiteX8098" fmla="*/ 2035368 w 10450132"/>
              <a:gd name="connsiteY8098" fmla="*/ 2396552 h 5450835"/>
              <a:gd name="connsiteX8099" fmla="*/ 2035368 w 10450132"/>
              <a:gd name="connsiteY8099" fmla="*/ 2395698 h 5450835"/>
              <a:gd name="connsiteX8100" fmla="*/ 2039905 w 10450132"/>
              <a:gd name="connsiteY8100" fmla="*/ 2387816 h 5450835"/>
              <a:gd name="connsiteX8101" fmla="*/ 2040693 w 10450132"/>
              <a:gd name="connsiteY8101" fmla="*/ 2387357 h 5450835"/>
              <a:gd name="connsiteX8102" fmla="*/ 1786336 w 10450132"/>
              <a:gd name="connsiteY8102" fmla="*/ 2387357 h 5450835"/>
              <a:gd name="connsiteX8103" fmla="*/ 1795401 w 10450132"/>
              <a:gd name="connsiteY8103" fmla="*/ 2387357 h 5450835"/>
              <a:gd name="connsiteX8104" fmla="*/ 1796188 w 10450132"/>
              <a:gd name="connsiteY8104" fmla="*/ 2387816 h 5450835"/>
              <a:gd name="connsiteX8105" fmla="*/ 1800721 w 10450132"/>
              <a:gd name="connsiteY8105" fmla="*/ 2395698 h 5450835"/>
              <a:gd name="connsiteX8106" fmla="*/ 1800721 w 10450132"/>
              <a:gd name="connsiteY8106" fmla="*/ 2396552 h 5450835"/>
              <a:gd name="connsiteX8107" fmla="*/ 1796188 w 10450132"/>
              <a:gd name="connsiteY8107" fmla="*/ 2404434 h 5450835"/>
              <a:gd name="connsiteX8108" fmla="*/ 1795401 w 10450132"/>
              <a:gd name="connsiteY8108" fmla="*/ 2404893 h 5450835"/>
              <a:gd name="connsiteX8109" fmla="*/ 1786336 w 10450132"/>
              <a:gd name="connsiteY8109" fmla="*/ 2404893 h 5450835"/>
              <a:gd name="connsiteX8110" fmla="*/ 1785548 w 10450132"/>
              <a:gd name="connsiteY8110" fmla="*/ 2404434 h 5450835"/>
              <a:gd name="connsiteX8111" fmla="*/ 1781016 w 10450132"/>
              <a:gd name="connsiteY8111" fmla="*/ 2396552 h 5450835"/>
              <a:gd name="connsiteX8112" fmla="*/ 1781016 w 10450132"/>
              <a:gd name="connsiteY8112" fmla="*/ 2395698 h 5450835"/>
              <a:gd name="connsiteX8113" fmla="*/ 1785548 w 10450132"/>
              <a:gd name="connsiteY8113" fmla="*/ 2387816 h 5450835"/>
              <a:gd name="connsiteX8114" fmla="*/ 1786336 w 10450132"/>
              <a:gd name="connsiteY8114" fmla="*/ 2387357 h 5450835"/>
              <a:gd name="connsiteX8115" fmla="*/ 1531890 w 10450132"/>
              <a:gd name="connsiteY8115" fmla="*/ 2387357 h 5450835"/>
              <a:gd name="connsiteX8116" fmla="*/ 1540953 w 10450132"/>
              <a:gd name="connsiteY8116" fmla="*/ 2387357 h 5450835"/>
              <a:gd name="connsiteX8117" fmla="*/ 1541741 w 10450132"/>
              <a:gd name="connsiteY8117" fmla="*/ 2387816 h 5450835"/>
              <a:gd name="connsiteX8118" fmla="*/ 1546273 w 10450132"/>
              <a:gd name="connsiteY8118" fmla="*/ 2395698 h 5450835"/>
              <a:gd name="connsiteX8119" fmla="*/ 1546273 w 10450132"/>
              <a:gd name="connsiteY8119" fmla="*/ 2396552 h 5450835"/>
              <a:gd name="connsiteX8120" fmla="*/ 1541741 w 10450132"/>
              <a:gd name="connsiteY8120" fmla="*/ 2404434 h 5450835"/>
              <a:gd name="connsiteX8121" fmla="*/ 1540953 w 10450132"/>
              <a:gd name="connsiteY8121" fmla="*/ 2404893 h 5450835"/>
              <a:gd name="connsiteX8122" fmla="*/ 1531890 w 10450132"/>
              <a:gd name="connsiteY8122" fmla="*/ 2404893 h 5450835"/>
              <a:gd name="connsiteX8123" fmla="*/ 1531103 w 10450132"/>
              <a:gd name="connsiteY8123" fmla="*/ 2404434 h 5450835"/>
              <a:gd name="connsiteX8124" fmla="*/ 1526569 w 10450132"/>
              <a:gd name="connsiteY8124" fmla="*/ 2396552 h 5450835"/>
              <a:gd name="connsiteX8125" fmla="*/ 1526569 w 10450132"/>
              <a:gd name="connsiteY8125" fmla="*/ 2395698 h 5450835"/>
              <a:gd name="connsiteX8126" fmla="*/ 1531103 w 10450132"/>
              <a:gd name="connsiteY8126" fmla="*/ 2387816 h 5450835"/>
              <a:gd name="connsiteX8127" fmla="*/ 1531890 w 10450132"/>
              <a:gd name="connsiteY8127" fmla="*/ 2387357 h 5450835"/>
              <a:gd name="connsiteX8128" fmla="*/ 1277563 w 10450132"/>
              <a:gd name="connsiteY8128" fmla="*/ 2387357 h 5450835"/>
              <a:gd name="connsiteX8129" fmla="*/ 1286627 w 10450132"/>
              <a:gd name="connsiteY8129" fmla="*/ 2387357 h 5450835"/>
              <a:gd name="connsiteX8130" fmla="*/ 1287417 w 10450132"/>
              <a:gd name="connsiteY8130" fmla="*/ 2387816 h 5450835"/>
              <a:gd name="connsiteX8131" fmla="*/ 1291948 w 10450132"/>
              <a:gd name="connsiteY8131" fmla="*/ 2395698 h 5450835"/>
              <a:gd name="connsiteX8132" fmla="*/ 1291948 w 10450132"/>
              <a:gd name="connsiteY8132" fmla="*/ 2396552 h 5450835"/>
              <a:gd name="connsiteX8133" fmla="*/ 1287417 w 10450132"/>
              <a:gd name="connsiteY8133" fmla="*/ 2404434 h 5450835"/>
              <a:gd name="connsiteX8134" fmla="*/ 1286627 w 10450132"/>
              <a:gd name="connsiteY8134" fmla="*/ 2404893 h 5450835"/>
              <a:gd name="connsiteX8135" fmla="*/ 1277563 w 10450132"/>
              <a:gd name="connsiteY8135" fmla="*/ 2404893 h 5450835"/>
              <a:gd name="connsiteX8136" fmla="*/ 1276775 w 10450132"/>
              <a:gd name="connsiteY8136" fmla="*/ 2404434 h 5450835"/>
              <a:gd name="connsiteX8137" fmla="*/ 1272243 w 10450132"/>
              <a:gd name="connsiteY8137" fmla="*/ 2396552 h 5450835"/>
              <a:gd name="connsiteX8138" fmla="*/ 1272243 w 10450132"/>
              <a:gd name="connsiteY8138" fmla="*/ 2395698 h 5450835"/>
              <a:gd name="connsiteX8139" fmla="*/ 1276775 w 10450132"/>
              <a:gd name="connsiteY8139" fmla="*/ 2387816 h 5450835"/>
              <a:gd name="connsiteX8140" fmla="*/ 1277563 w 10450132"/>
              <a:gd name="connsiteY8140" fmla="*/ 2387357 h 5450835"/>
              <a:gd name="connsiteX8141" fmla="*/ 1023071 w 10450132"/>
              <a:gd name="connsiteY8141" fmla="*/ 2387357 h 5450835"/>
              <a:gd name="connsiteX8142" fmla="*/ 1032135 w 10450132"/>
              <a:gd name="connsiteY8142" fmla="*/ 2387357 h 5450835"/>
              <a:gd name="connsiteX8143" fmla="*/ 1032923 w 10450132"/>
              <a:gd name="connsiteY8143" fmla="*/ 2387816 h 5450835"/>
              <a:gd name="connsiteX8144" fmla="*/ 1037455 w 10450132"/>
              <a:gd name="connsiteY8144" fmla="*/ 2395698 h 5450835"/>
              <a:gd name="connsiteX8145" fmla="*/ 1037455 w 10450132"/>
              <a:gd name="connsiteY8145" fmla="*/ 2396552 h 5450835"/>
              <a:gd name="connsiteX8146" fmla="*/ 1032923 w 10450132"/>
              <a:gd name="connsiteY8146" fmla="*/ 2404434 h 5450835"/>
              <a:gd name="connsiteX8147" fmla="*/ 1032135 w 10450132"/>
              <a:gd name="connsiteY8147" fmla="*/ 2404893 h 5450835"/>
              <a:gd name="connsiteX8148" fmla="*/ 1023071 w 10450132"/>
              <a:gd name="connsiteY8148" fmla="*/ 2404893 h 5450835"/>
              <a:gd name="connsiteX8149" fmla="*/ 1022283 w 10450132"/>
              <a:gd name="connsiteY8149" fmla="*/ 2404434 h 5450835"/>
              <a:gd name="connsiteX8150" fmla="*/ 1017750 w 10450132"/>
              <a:gd name="connsiteY8150" fmla="*/ 2396552 h 5450835"/>
              <a:gd name="connsiteX8151" fmla="*/ 1017750 w 10450132"/>
              <a:gd name="connsiteY8151" fmla="*/ 2395698 h 5450835"/>
              <a:gd name="connsiteX8152" fmla="*/ 1022283 w 10450132"/>
              <a:gd name="connsiteY8152" fmla="*/ 2387816 h 5450835"/>
              <a:gd name="connsiteX8153" fmla="*/ 1023071 w 10450132"/>
              <a:gd name="connsiteY8153" fmla="*/ 2387357 h 5450835"/>
              <a:gd name="connsiteX8154" fmla="*/ 768604 w 10450132"/>
              <a:gd name="connsiteY8154" fmla="*/ 2387357 h 5450835"/>
              <a:gd name="connsiteX8155" fmla="*/ 777668 w 10450132"/>
              <a:gd name="connsiteY8155" fmla="*/ 2387357 h 5450835"/>
              <a:gd name="connsiteX8156" fmla="*/ 778456 w 10450132"/>
              <a:gd name="connsiteY8156" fmla="*/ 2387816 h 5450835"/>
              <a:gd name="connsiteX8157" fmla="*/ 782988 w 10450132"/>
              <a:gd name="connsiteY8157" fmla="*/ 2395698 h 5450835"/>
              <a:gd name="connsiteX8158" fmla="*/ 782988 w 10450132"/>
              <a:gd name="connsiteY8158" fmla="*/ 2396552 h 5450835"/>
              <a:gd name="connsiteX8159" fmla="*/ 778456 w 10450132"/>
              <a:gd name="connsiteY8159" fmla="*/ 2404434 h 5450835"/>
              <a:gd name="connsiteX8160" fmla="*/ 777668 w 10450132"/>
              <a:gd name="connsiteY8160" fmla="*/ 2404893 h 5450835"/>
              <a:gd name="connsiteX8161" fmla="*/ 768604 w 10450132"/>
              <a:gd name="connsiteY8161" fmla="*/ 2404893 h 5450835"/>
              <a:gd name="connsiteX8162" fmla="*/ 767816 w 10450132"/>
              <a:gd name="connsiteY8162" fmla="*/ 2404434 h 5450835"/>
              <a:gd name="connsiteX8163" fmla="*/ 763283 w 10450132"/>
              <a:gd name="connsiteY8163" fmla="*/ 2396552 h 5450835"/>
              <a:gd name="connsiteX8164" fmla="*/ 763283 w 10450132"/>
              <a:gd name="connsiteY8164" fmla="*/ 2395698 h 5450835"/>
              <a:gd name="connsiteX8165" fmla="*/ 767816 w 10450132"/>
              <a:gd name="connsiteY8165" fmla="*/ 2387816 h 5450835"/>
              <a:gd name="connsiteX8166" fmla="*/ 768604 w 10450132"/>
              <a:gd name="connsiteY8166" fmla="*/ 2387357 h 5450835"/>
              <a:gd name="connsiteX8167" fmla="*/ 514313 w 10450132"/>
              <a:gd name="connsiteY8167" fmla="*/ 2387357 h 5450835"/>
              <a:gd name="connsiteX8168" fmla="*/ 523377 w 10450132"/>
              <a:gd name="connsiteY8168" fmla="*/ 2387357 h 5450835"/>
              <a:gd name="connsiteX8169" fmla="*/ 524165 w 10450132"/>
              <a:gd name="connsiteY8169" fmla="*/ 2387816 h 5450835"/>
              <a:gd name="connsiteX8170" fmla="*/ 528697 w 10450132"/>
              <a:gd name="connsiteY8170" fmla="*/ 2395698 h 5450835"/>
              <a:gd name="connsiteX8171" fmla="*/ 528697 w 10450132"/>
              <a:gd name="connsiteY8171" fmla="*/ 2396552 h 5450835"/>
              <a:gd name="connsiteX8172" fmla="*/ 524165 w 10450132"/>
              <a:gd name="connsiteY8172" fmla="*/ 2404434 h 5450835"/>
              <a:gd name="connsiteX8173" fmla="*/ 523377 w 10450132"/>
              <a:gd name="connsiteY8173" fmla="*/ 2404893 h 5450835"/>
              <a:gd name="connsiteX8174" fmla="*/ 514313 w 10450132"/>
              <a:gd name="connsiteY8174" fmla="*/ 2404893 h 5450835"/>
              <a:gd name="connsiteX8175" fmla="*/ 513526 w 10450132"/>
              <a:gd name="connsiteY8175" fmla="*/ 2404434 h 5450835"/>
              <a:gd name="connsiteX8176" fmla="*/ 508992 w 10450132"/>
              <a:gd name="connsiteY8176" fmla="*/ 2396552 h 5450835"/>
              <a:gd name="connsiteX8177" fmla="*/ 508992 w 10450132"/>
              <a:gd name="connsiteY8177" fmla="*/ 2395698 h 5450835"/>
              <a:gd name="connsiteX8178" fmla="*/ 513526 w 10450132"/>
              <a:gd name="connsiteY8178" fmla="*/ 2387816 h 5450835"/>
              <a:gd name="connsiteX8179" fmla="*/ 514313 w 10450132"/>
              <a:gd name="connsiteY8179" fmla="*/ 2387357 h 5450835"/>
              <a:gd name="connsiteX8180" fmla="*/ 259899 w 10450132"/>
              <a:gd name="connsiteY8180" fmla="*/ 2387357 h 5450835"/>
              <a:gd name="connsiteX8181" fmla="*/ 268962 w 10450132"/>
              <a:gd name="connsiteY8181" fmla="*/ 2387357 h 5450835"/>
              <a:gd name="connsiteX8182" fmla="*/ 269751 w 10450132"/>
              <a:gd name="connsiteY8182" fmla="*/ 2387816 h 5450835"/>
              <a:gd name="connsiteX8183" fmla="*/ 274282 w 10450132"/>
              <a:gd name="connsiteY8183" fmla="*/ 2395698 h 5450835"/>
              <a:gd name="connsiteX8184" fmla="*/ 274282 w 10450132"/>
              <a:gd name="connsiteY8184" fmla="*/ 2396552 h 5450835"/>
              <a:gd name="connsiteX8185" fmla="*/ 269751 w 10450132"/>
              <a:gd name="connsiteY8185" fmla="*/ 2404434 h 5450835"/>
              <a:gd name="connsiteX8186" fmla="*/ 268962 w 10450132"/>
              <a:gd name="connsiteY8186" fmla="*/ 2404893 h 5450835"/>
              <a:gd name="connsiteX8187" fmla="*/ 259899 w 10450132"/>
              <a:gd name="connsiteY8187" fmla="*/ 2404893 h 5450835"/>
              <a:gd name="connsiteX8188" fmla="*/ 259110 w 10450132"/>
              <a:gd name="connsiteY8188" fmla="*/ 2404434 h 5450835"/>
              <a:gd name="connsiteX8189" fmla="*/ 254578 w 10450132"/>
              <a:gd name="connsiteY8189" fmla="*/ 2396552 h 5450835"/>
              <a:gd name="connsiteX8190" fmla="*/ 254578 w 10450132"/>
              <a:gd name="connsiteY8190" fmla="*/ 2395698 h 5450835"/>
              <a:gd name="connsiteX8191" fmla="*/ 259110 w 10450132"/>
              <a:gd name="connsiteY8191" fmla="*/ 2387816 h 5450835"/>
              <a:gd name="connsiteX8192" fmla="*/ 259899 w 10450132"/>
              <a:gd name="connsiteY8192" fmla="*/ 2387357 h 5450835"/>
              <a:gd name="connsiteX8193" fmla="*/ 5451 w 10450132"/>
              <a:gd name="connsiteY8193" fmla="*/ 2387357 h 5450835"/>
              <a:gd name="connsiteX8194" fmla="*/ 14515 w 10450132"/>
              <a:gd name="connsiteY8194" fmla="*/ 2387357 h 5450835"/>
              <a:gd name="connsiteX8195" fmla="*/ 15302 w 10450132"/>
              <a:gd name="connsiteY8195" fmla="*/ 2387816 h 5450835"/>
              <a:gd name="connsiteX8196" fmla="*/ 19835 w 10450132"/>
              <a:gd name="connsiteY8196" fmla="*/ 2395698 h 5450835"/>
              <a:gd name="connsiteX8197" fmla="*/ 19835 w 10450132"/>
              <a:gd name="connsiteY8197" fmla="*/ 2396552 h 5450835"/>
              <a:gd name="connsiteX8198" fmla="*/ 15302 w 10450132"/>
              <a:gd name="connsiteY8198" fmla="*/ 2404434 h 5450835"/>
              <a:gd name="connsiteX8199" fmla="*/ 14515 w 10450132"/>
              <a:gd name="connsiteY8199" fmla="*/ 2404893 h 5450835"/>
              <a:gd name="connsiteX8200" fmla="*/ 5451 w 10450132"/>
              <a:gd name="connsiteY8200" fmla="*/ 2404893 h 5450835"/>
              <a:gd name="connsiteX8201" fmla="*/ 4662 w 10450132"/>
              <a:gd name="connsiteY8201" fmla="*/ 2404434 h 5450835"/>
              <a:gd name="connsiteX8202" fmla="*/ 129 w 10450132"/>
              <a:gd name="connsiteY8202" fmla="*/ 2396552 h 5450835"/>
              <a:gd name="connsiteX8203" fmla="*/ 129 w 10450132"/>
              <a:gd name="connsiteY8203" fmla="*/ 2395698 h 5450835"/>
              <a:gd name="connsiteX8204" fmla="*/ 4662 w 10450132"/>
              <a:gd name="connsiteY8204" fmla="*/ 2387816 h 5450835"/>
              <a:gd name="connsiteX8205" fmla="*/ 5451 w 10450132"/>
              <a:gd name="connsiteY8205" fmla="*/ 2387357 h 5450835"/>
              <a:gd name="connsiteX8206" fmla="*/ 10435622 w 10450132"/>
              <a:gd name="connsiteY8206" fmla="*/ 2170348 h 5450835"/>
              <a:gd name="connsiteX8207" fmla="*/ 10444686 w 10450132"/>
              <a:gd name="connsiteY8207" fmla="*/ 2170348 h 5450835"/>
              <a:gd name="connsiteX8208" fmla="*/ 10445474 w 10450132"/>
              <a:gd name="connsiteY8208" fmla="*/ 2170808 h 5450835"/>
              <a:gd name="connsiteX8209" fmla="*/ 10450007 w 10450132"/>
              <a:gd name="connsiteY8209" fmla="*/ 2178689 h 5450835"/>
              <a:gd name="connsiteX8210" fmla="*/ 10450007 w 10450132"/>
              <a:gd name="connsiteY8210" fmla="*/ 2179543 h 5450835"/>
              <a:gd name="connsiteX8211" fmla="*/ 10445474 w 10450132"/>
              <a:gd name="connsiteY8211" fmla="*/ 2187426 h 5450835"/>
              <a:gd name="connsiteX8212" fmla="*/ 10444686 w 10450132"/>
              <a:gd name="connsiteY8212" fmla="*/ 2187886 h 5450835"/>
              <a:gd name="connsiteX8213" fmla="*/ 10435622 w 10450132"/>
              <a:gd name="connsiteY8213" fmla="*/ 2187886 h 5450835"/>
              <a:gd name="connsiteX8214" fmla="*/ 10434834 w 10450132"/>
              <a:gd name="connsiteY8214" fmla="*/ 2187426 h 5450835"/>
              <a:gd name="connsiteX8215" fmla="*/ 10430302 w 10450132"/>
              <a:gd name="connsiteY8215" fmla="*/ 2179543 h 5450835"/>
              <a:gd name="connsiteX8216" fmla="*/ 10430302 w 10450132"/>
              <a:gd name="connsiteY8216" fmla="*/ 2178689 h 5450835"/>
              <a:gd name="connsiteX8217" fmla="*/ 10434834 w 10450132"/>
              <a:gd name="connsiteY8217" fmla="*/ 2170808 h 5450835"/>
              <a:gd name="connsiteX8218" fmla="*/ 10435622 w 10450132"/>
              <a:gd name="connsiteY8218" fmla="*/ 2170348 h 5450835"/>
              <a:gd name="connsiteX8219" fmla="*/ 10181242 w 10450132"/>
              <a:gd name="connsiteY8219" fmla="*/ 2170348 h 5450835"/>
              <a:gd name="connsiteX8220" fmla="*/ 10190305 w 10450132"/>
              <a:gd name="connsiteY8220" fmla="*/ 2170348 h 5450835"/>
              <a:gd name="connsiteX8221" fmla="*/ 10191093 w 10450132"/>
              <a:gd name="connsiteY8221" fmla="*/ 2170808 h 5450835"/>
              <a:gd name="connsiteX8222" fmla="*/ 10195626 w 10450132"/>
              <a:gd name="connsiteY8222" fmla="*/ 2178689 h 5450835"/>
              <a:gd name="connsiteX8223" fmla="*/ 10195626 w 10450132"/>
              <a:gd name="connsiteY8223" fmla="*/ 2179543 h 5450835"/>
              <a:gd name="connsiteX8224" fmla="*/ 10191093 w 10450132"/>
              <a:gd name="connsiteY8224" fmla="*/ 2187426 h 5450835"/>
              <a:gd name="connsiteX8225" fmla="*/ 10190305 w 10450132"/>
              <a:gd name="connsiteY8225" fmla="*/ 2187886 h 5450835"/>
              <a:gd name="connsiteX8226" fmla="*/ 10181242 w 10450132"/>
              <a:gd name="connsiteY8226" fmla="*/ 2187886 h 5450835"/>
              <a:gd name="connsiteX8227" fmla="*/ 10180453 w 10450132"/>
              <a:gd name="connsiteY8227" fmla="*/ 2187426 h 5450835"/>
              <a:gd name="connsiteX8228" fmla="*/ 10175922 w 10450132"/>
              <a:gd name="connsiteY8228" fmla="*/ 2179543 h 5450835"/>
              <a:gd name="connsiteX8229" fmla="*/ 10175922 w 10450132"/>
              <a:gd name="connsiteY8229" fmla="*/ 2178689 h 5450835"/>
              <a:gd name="connsiteX8230" fmla="*/ 10180453 w 10450132"/>
              <a:gd name="connsiteY8230" fmla="*/ 2170808 h 5450835"/>
              <a:gd name="connsiteX8231" fmla="*/ 10181242 w 10450132"/>
              <a:gd name="connsiteY8231" fmla="*/ 2170348 h 5450835"/>
              <a:gd name="connsiteX8232" fmla="*/ 9926861 w 10450132"/>
              <a:gd name="connsiteY8232" fmla="*/ 2170348 h 5450835"/>
              <a:gd name="connsiteX8233" fmla="*/ 9935924 w 10450132"/>
              <a:gd name="connsiteY8233" fmla="*/ 2170348 h 5450835"/>
              <a:gd name="connsiteX8234" fmla="*/ 9936713 w 10450132"/>
              <a:gd name="connsiteY8234" fmla="*/ 2170808 h 5450835"/>
              <a:gd name="connsiteX8235" fmla="*/ 9941246 w 10450132"/>
              <a:gd name="connsiteY8235" fmla="*/ 2178689 h 5450835"/>
              <a:gd name="connsiteX8236" fmla="*/ 9941246 w 10450132"/>
              <a:gd name="connsiteY8236" fmla="*/ 2179543 h 5450835"/>
              <a:gd name="connsiteX8237" fmla="*/ 9936713 w 10450132"/>
              <a:gd name="connsiteY8237" fmla="*/ 2187426 h 5450835"/>
              <a:gd name="connsiteX8238" fmla="*/ 9935924 w 10450132"/>
              <a:gd name="connsiteY8238" fmla="*/ 2187886 h 5450835"/>
              <a:gd name="connsiteX8239" fmla="*/ 9926861 w 10450132"/>
              <a:gd name="connsiteY8239" fmla="*/ 2187886 h 5450835"/>
              <a:gd name="connsiteX8240" fmla="*/ 9926073 w 10450132"/>
              <a:gd name="connsiteY8240" fmla="*/ 2187426 h 5450835"/>
              <a:gd name="connsiteX8241" fmla="*/ 9921541 w 10450132"/>
              <a:gd name="connsiteY8241" fmla="*/ 2179543 h 5450835"/>
              <a:gd name="connsiteX8242" fmla="*/ 9921541 w 10450132"/>
              <a:gd name="connsiteY8242" fmla="*/ 2178689 h 5450835"/>
              <a:gd name="connsiteX8243" fmla="*/ 9926073 w 10450132"/>
              <a:gd name="connsiteY8243" fmla="*/ 2170808 h 5450835"/>
              <a:gd name="connsiteX8244" fmla="*/ 9926861 w 10450132"/>
              <a:gd name="connsiteY8244" fmla="*/ 2170348 h 5450835"/>
              <a:gd name="connsiteX8245" fmla="*/ 9672481 w 10450132"/>
              <a:gd name="connsiteY8245" fmla="*/ 2170348 h 5450835"/>
              <a:gd name="connsiteX8246" fmla="*/ 9681545 w 10450132"/>
              <a:gd name="connsiteY8246" fmla="*/ 2170348 h 5450835"/>
              <a:gd name="connsiteX8247" fmla="*/ 9682333 w 10450132"/>
              <a:gd name="connsiteY8247" fmla="*/ 2170808 h 5450835"/>
              <a:gd name="connsiteX8248" fmla="*/ 9686865 w 10450132"/>
              <a:gd name="connsiteY8248" fmla="*/ 2178689 h 5450835"/>
              <a:gd name="connsiteX8249" fmla="*/ 9686865 w 10450132"/>
              <a:gd name="connsiteY8249" fmla="*/ 2179543 h 5450835"/>
              <a:gd name="connsiteX8250" fmla="*/ 9682333 w 10450132"/>
              <a:gd name="connsiteY8250" fmla="*/ 2187426 h 5450835"/>
              <a:gd name="connsiteX8251" fmla="*/ 9681545 w 10450132"/>
              <a:gd name="connsiteY8251" fmla="*/ 2187886 h 5450835"/>
              <a:gd name="connsiteX8252" fmla="*/ 9672481 w 10450132"/>
              <a:gd name="connsiteY8252" fmla="*/ 2187886 h 5450835"/>
              <a:gd name="connsiteX8253" fmla="*/ 9671693 w 10450132"/>
              <a:gd name="connsiteY8253" fmla="*/ 2187426 h 5450835"/>
              <a:gd name="connsiteX8254" fmla="*/ 9667160 w 10450132"/>
              <a:gd name="connsiteY8254" fmla="*/ 2179543 h 5450835"/>
              <a:gd name="connsiteX8255" fmla="*/ 9667160 w 10450132"/>
              <a:gd name="connsiteY8255" fmla="*/ 2178689 h 5450835"/>
              <a:gd name="connsiteX8256" fmla="*/ 9671693 w 10450132"/>
              <a:gd name="connsiteY8256" fmla="*/ 2170808 h 5450835"/>
              <a:gd name="connsiteX8257" fmla="*/ 9672481 w 10450132"/>
              <a:gd name="connsiteY8257" fmla="*/ 2170348 h 5450835"/>
              <a:gd name="connsiteX8258" fmla="*/ 9418035 w 10450132"/>
              <a:gd name="connsiteY8258" fmla="*/ 2170348 h 5450835"/>
              <a:gd name="connsiteX8259" fmla="*/ 9427099 w 10450132"/>
              <a:gd name="connsiteY8259" fmla="*/ 2170348 h 5450835"/>
              <a:gd name="connsiteX8260" fmla="*/ 9427887 w 10450132"/>
              <a:gd name="connsiteY8260" fmla="*/ 2170808 h 5450835"/>
              <a:gd name="connsiteX8261" fmla="*/ 9432419 w 10450132"/>
              <a:gd name="connsiteY8261" fmla="*/ 2178689 h 5450835"/>
              <a:gd name="connsiteX8262" fmla="*/ 9432419 w 10450132"/>
              <a:gd name="connsiteY8262" fmla="*/ 2179543 h 5450835"/>
              <a:gd name="connsiteX8263" fmla="*/ 9427887 w 10450132"/>
              <a:gd name="connsiteY8263" fmla="*/ 2187426 h 5450835"/>
              <a:gd name="connsiteX8264" fmla="*/ 9427099 w 10450132"/>
              <a:gd name="connsiteY8264" fmla="*/ 2187886 h 5450835"/>
              <a:gd name="connsiteX8265" fmla="*/ 9418035 w 10450132"/>
              <a:gd name="connsiteY8265" fmla="*/ 2187886 h 5450835"/>
              <a:gd name="connsiteX8266" fmla="*/ 9417247 w 10450132"/>
              <a:gd name="connsiteY8266" fmla="*/ 2187426 h 5450835"/>
              <a:gd name="connsiteX8267" fmla="*/ 9412714 w 10450132"/>
              <a:gd name="connsiteY8267" fmla="*/ 2179543 h 5450835"/>
              <a:gd name="connsiteX8268" fmla="*/ 9412714 w 10450132"/>
              <a:gd name="connsiteY8268" fmla="*/ 2178689 h 5450835"/>
              <a:gd name="connsiteX8269" fmla="*/ 9417247 w 10450132"/>
              <a:gd name="connsiteY8269" fmla="*/ 2170808 h 5450835"/>
              <a:gd name="connsiteX8270" fmla="*/ 9418035 w 10450132"/>
              <a:gd name="connsiteY8270" fmla="*/ 2170348 h 5450835"/>
              <a:gd name="connsiteX8271" fmla="*/ 9163654 w 10450132"/>
              <a:gd name="connsiteY8271" fmla="*/ 2170348 h 5450835"/>
              <a:gd name="connsiteX8272" fmla="*/ 9172718 w 10450132"/>
              <a:gd name="connsiteY8272" fmla="*/ 2170348 h 5450835"/>
              <a:gd name="connsiteX8273" fmla="*/ 9173506 w 10450132"/>
              <a:gd name="connsiteY8273" fmla="*/ 2170808 h 5450835"/>
              <a:gd name="connsiteX8274" fmla="*/ 9178038 w 10450132"/>
              <a:gd name="connsiteY8274" fmla="*/ 2178689 h 5450835"/>
              <a:gd name="connsiteX8275" fmla="*/ 9178038 w 10450132"/>
              <a:gd name="connsiteY8275" fmla="*/ 2179543 h 5450835"/>
              <a:gd name="connsiteX8276" fmla="*/ 9173506 w 10450132"/>
              <a:gd name="connsiteY8276" fmla="*/ 2187426 h 5450835"/>
              <a:gd name="connsiteX8277" fmla="*/ 9172718 w 10450132"/>
              <a:gd name="connsiteY8277" fmla="*/ 2187886 h 5450835"/>
              <a:gd name="connsiteX8278" fmla="*/ 9163654 w 10450132"/>
              <a:gd name="connsiteY8278" fmla="*/ 2187886 h 5450835"/>
              <a:gd name="connsiteX8279" fmla="*/ 9162866 w 10450132"/>
              <a:gd name="connsiteY8279" fmla="*/ 2187426 h 5450835"/>
              <a:gd name="connsiteX8280" fmla="*/ 9158333 w 10450132"/>
              <a:gd name="connsiteY8280" fmla="*/ 2179543 h 5450835"/>
              <a:gd name="connsiteX8281" fmla="*/ 9158333 w 10450132"/>
              <a:gd name="connsiteY8281" fmla="*/ 2178689 h 5450835"/>
              <a:gd name="connsiteX8282" fmla="*/ 9162866 w 10450132"/>
              <a:gd name="connsiteY8282" fmla="*/ 2170808 h 5450835"/>
              <a:gd name="connsiteX8283" fmla="*/ 9163654 w 10450132"/>
              <a:gd name="connsiteY8283" fmla="*/ 2170348 h 5450835"/>
              <a:gd name="connsiteX8284" fmla="*/ 8909274 w 10450132"/>
              <a:gd name="connsiteY8284" fmla="*/ 2170348 h 5450835"/>
              <a:gd name="connsiteX8285" fmla="*/ 8918336 w 10450132"/>
              <a:gd name="connsiteY8285" fmla="*/ 2170348 h 5450835"/>
              <a:gd name="connsiteX8286" fmla="*/ 8919125 w 10450132"/>
              <a:gd name="connsiteY8286" fmla="*/ 2170808 h 5450835"/>
              <a:gd name="connsiteX8287" fmla="*/ 8923657 w 10450132"/>
              <a:gd name="connsiteY8287" fmla="*/ 2178689 h 5450835"/>
              <a:gd name="connsiteX8288" fmla="*/ 8923657 w 10450132"/>
              <a:gd name="connsiteY8288" fmla="*/ 2179543 h 5450835"/>
              <a:gd name="connsiteX8289" fmla="*/ 8919125 w 10450132"/>
              <a:gd name="connsiteY8289" fmla="*/ 2187426 h 5450835"/>
              <a:gd name="connsiteX8290" fmla="*/ 8918336 w 10450132"/>
              <a:gd name="connsiteY8290" fmla="*/ 2187886 h 5450835"/>
              <a:gd name="connsiteX8291" fmla="*/ 8909274 w 10450132"/>
              <a:gd name="connsiteY8291" fmla="*/ 2187886 h 5450835"/>
              <a:gd name="connsiteX8292" fmla="*/ 8908484 w 10450132"/>
              <a:gd name="connsiteY8292" fmla="*/ 2187426 h 5450835"/>
              <a:gd name="connsiteX8293" fmla="*/ 8903953 w 10450132"/>
              <a:gd name="connsiteY8293" fmla="*/ 2179543 h 5450835"/>
              <a:gd name="connsiteX8294" fmla="*/ 8903953 w 10450132"/>
              <a:gd name="connsiteY8294" fmla="*/ 2178689 h 5450835"/>
              <a:gd name="connsiteX8295" fmla="*/ 8908484 w 10450132"/>
              <a:gd name="connsiteY8295" fmla="*/ 2170808 h 5450835"/>
              <a:gd name="connsiteX8296" fmla="*/ 8909274 w 10450132"/>
              <a:gd name="connsiteY8296" fmla="*/ 2170348 h 5450835"/>
              <a:gd name="connsiteX8297" fmla="*/ 8654892 w 10450132"/>
              <a:gd name="connsiteY8297" fmla="*/ 2170348 h 5450835"/>
              <a:gd name="connsiteX8298" fmla="*/ 8663955 w 10450132"/>
              <a:gd name="connsiteY8298" fmla="*/ 2170348 h 5450835"/>
              <a:gd name="connsiteX8299" fmla="*/ 8664744 w 10450132"/>
              <a:gd name="connsiteY8299" fmla="*/ 2170808 h 5450835"/>
              <a:gd name="connsiteX8300" fmla="*/ 8669277 w 10450132"/>
              <a:gd name="connsiteY8300" fmla="*/ 2178689 h 5450835"/>
              <a:gd name="connsiteX8301" fmla="*/ 8669277 w 10450132"/>
              <a:gd name="connsiteY8301" fmla="*/ 2179543 h 5450835"/>
              <a:gd name="connsiteX8302" fmla="*/ 8664744 w 10450132"/>
              <a:gd name="connsiteY8302" fmla="*/ 2187426 h 5450835"/>
              <a:gd name="connsiteX8303" fmla="*/ 8663955 w 10450132"/>
              <a:gd name="connsiteY8303" fmla="*/ 2187886 h 5450835"/>
              <a:gd name="connsiteX8304" fmla="*/ 8654892 w 10450132"/>
              <a:gd name="connsiteY8304" fmla="*/ 2187886 h 5450835"/>
              <a:gd name="connsiteX8305" fmla="*/ 8654104 w 10450132"/>
              <a:gd name="connsiteY8305" fmla="*/ 2187426 h 5450835"/>
              <a:gd name="connsiteX8306" fmla="*/ 8649572 w 10450132"/>
              <a:gd name="connsiteY8306" fmla="*/ 2179543 h 5450835"/>
              <a:gd name="connsiteX8307" fmla="*/ 8649572 w 10450132"/>
              <a:gd name="connsiteY8307" fmla="*/ 2178689 h 5450835"/>
              <a:gd name="connsiteX8308" fmla="*/ 8654104 w 10450132"/>
              <a:gd name="connsiteY8308" fmla="*/ 2170808 h 5450835"/>
              <a:gd name="connsiteX8309" fmla="*/ 8654892 w 10450132"/>
              <a:gd name="connsiteY8309" fmla="*/ 2170348 h 5450835"/>
              <a:gd name="connsiteX8310" fmla="*/ 8400511 w 10450132"/>
              <a:gd name="connsiteY8310" fmla="*/ 2170348 h 5450835"/>
              <a:gd name="connsiteX8311" fmla="*/ 8409575 w 10450132"/>
              <a:gd name="connsiteY8311" fmla="*/ 2170348 h 5450835"/>
              <a:gd name="connsiteX8312" fmla="*/ 8410363 w 10450132"/>
              <a:gd name="connsiteY8312" fmla="*/ 2170808 h 5450835"/>
              <a:gd name="connsiteX8313" fmla="*/ 8414896 w 10450132"/>
              <a:gd name="connsiteY8313" fmla="*/ 2178689 h 5450835"/>
              <a:gd name="connsiteX8314" fmla="*/ 8414896 w 10450132"/>
              <a:gd name="connsiteY8314" fmla="*/ 2179543 h 5450835"/>
              <a:gd name="connsiteX8315" fmla="*/ 8410363 w 10450132"/>
              <a:gd name="connsiteY8315" fmla="*/ 2187426 h 5450835"/>
              <a:gd name="connsiteX8316" fmla="*/ 8409575 w 10450132"/>
              <a:gd name="connsiteY8316" fmla="*/ 2187886 h 5450835"/>
              <a:gd name="connsiteX8317" fmla="*/ 8400511 w 10450132"/>
              <a:gd name="connsiteY8317" fmla="*/ 2187886 h 5450835"/>
              <a:gd name="connsiteX8318" fmla="*/ 8399723 w 10450132"/>
              <a:gd name="connsiteY8318" fmla="*/ 2187426 h 5450835"/>
              <a:gd name="connsiteX8319" fmla="*/ 8395191 w 10450132"/>
              <a:gd name="connsiteY8319" fmla="*/ 2179543 h 5450835"/>
              <a:gd name="connsiteX8320" fmla="*/ 8395191 w 10450132"/>
              <a:gd name="connsiteY8320" fmla="*/ 2178689 h 5450835"/>
              <a:gd name="connsiteX8321" fmla="*/ 8399723 w 10450132"/>
              <a:gd name="connsiteY8321" fmla="*/ 2170808 h 5450835"/>
              <a:gd name="connsiteX8322" fmla="*/ 8400511 w 10450132"/>
              <a:gd name="connsiteY8322" fmla="*/ 2170348 h 5450835"/>
              <a:gd name="connsiteX8323" fmla="*/ 8146065 w 10450132"/>
              <a:gd name="connsiteY8323" fmla="*/ 2170348 h 5450835"/>
              <a:gd name="connsiteX8324" fmla="*/ 8155129 w 10450132"/>
              <a:gd name="connsiteY8324" fmla="*/ 2170348 h 5450835"/>
              <a:gd name="connsiteX8325" fmla="*/ 8155917 w 10450132"/>
              <a:gd name="connsiteY8325" fmla="*/ 2170808 h 5450835"/>
              <a:gd name="connsiteX8326" fmla="*/ 8160449 w 10450132"/>
              <a:gd name="connsiteY8326" fmla="*/ 2178689 h 5450835"/>
              <a:gd name="connsiteX8327" fmla="*/ 8160449 w 10450132"/>
              <a:gd name="connsiteY8327" fmla="*/ 2179543 h 5450835"/>
              <a:gd name="connsiteX8328" fmla="*/ 8155917 w 10450132"/>
              <a:gd name="connsiteY8328" fmla="*/ 2187426 h 5450835"/>
              <a:gd name="connsiteX8329" fmla="*/ 8155129 w 10450132"/>
              <a:gd name="connsiteY8329" fmla="*/ 2187886 h 5450835"/>
              <a:gd name="connsiteX8330" fmla="*/ 8146065 w 10450132"/>
              <a:gd name="connsiteY8330" fmla="*/ 2187886 h 5450835"/>
              <a:gd name="connsiteX8331" fmla="*/ 8145277 w 10450132"/>
              <a:gd name="connsiteY8331" fmla="*/ 2187426 h 5450835"/>
              <a:gd name="connsiteX8332" fmla="*/ 8140745 w 10450132"/>
              <a:gd name="connsiteY8332" fmla="*/ 2179543 h 5450835"/>
              <a:gd name="connsiteX8333" fmla="*/ 8140745 w 10450132"/>
              <a:gd name="connsiteY8333" fmla="*/ 2178689 h 5450835"/>
              <a:gd name="connsiteX8334" fmla="*/ 8145277 w 10450132"/>
              <a:gd name="connsiteY8334" fmla="*/ 2170808 h 5450835"/>
              <a:gd name="connsiteX8335" fmla="*/ 8146065 w 10450132"/>
              <a:gd name="connsiteY8335" fmla="*/ 2170348 h 5450835"/>
              <a:gd name="connsiteX8336" fmla="*/ 7891684 w 10450132"/>
              <a:gd name="connsiteY8336" fmla="*/ 2170348 h 5450835"/>
              <a:gd name="connsiteX8337" fmla="*/ 7900748 w 10450132"/>
              <a:gd name="connsiteY8337" fmla="*/ 2170348 h 5450835"/>
              <a:gd name="connsiteX8338" fmla="*/ 7901536 w 10450132"/>
              <a:gd name="connsiteY8338" fmla="*/ 2170808 h 5450835"/>
              <a:gd name="connsiteX8339" fmla="*/ 7906067 w 10450132"/>
              <a:gd name="connsiteY8339" fmla="*/ 2178689 h 5450835"/>
              <a:gd name="connsiteX8340" fmla="*/ 7906067 w 10450132"/>
              <a:gd name="connsiteY8340" fmla="*/ 2179543 h 5450835"/>
              <a:gd name="connsiteX8341" fmla="*/ 7901536 w 10450132"/>
              <a:gd name="connsiteY8341" fmla="*/ 2187426 h 5450835"/>
              <a:gd name="connsiteX8342" fmla="*/ 7900748 w 10450132"/>
              <a:gd name="connsiteY8342" fmla="*/ 2187886 h 5450835"/>
              <a:gd name="connsiteX8343" fmla="*/ 7891684 w 10450132"/>
              <a:gd name="connsiteY8343" fmla="*/ 2187886 h 5450835"/>
              <a:gd name="connsiteX8344" fmla="*/ 7890896 w 10450132"/>
              <a:gd name="connsiteY8344" fmla="*/ 2187426 h 5450835"/>
              <a:gd name="connsiteX8345" fmla="*/ 7886363 w 10450132"/>
              <a:gd name="connsiteY8345" fmla="*/ 2179543 h 5450835"/>
              <a:gd name="connsiteX8346" fmla="*/ 7886363 w 10450132"/>
              <a:gd name="connsiteY8346" fmla="*/ 2178689 h 5450835"/>
              <a:gd name="connsiteX8347" fmla="*/ 7890896 w 10450132"/>
              <a:gd name="connsiteY8347" fmla="*/ 2170808 h 5450835"/>
              <a:gd name="connsiteX8348" fmla="*/ 7891684 w 10450132"/>
              <a:gd name="connsiteY8348" fmla="*/ 2170348 h 5450835"/>
              <a:gd name="connsiteX8349" fmla="*/ 7637304 w 10450132"/>
              <a:gd name="connsiteY8349" fmla="*/ 2170348 h 5450835"/>
              <a:gd name="connsiteX8350" fmla="*/ 7646367 w 10450132"/>
              <a:gd name="connsiteY8350" fmla="*/ 2170348 h 5450835"/>
              <a:gd name="connsiteX8351" fmla="*/ 7647156 w 10450132"/>
              <a:gd name="connsiteY8351" fmla="*/ 2170808 h 5450835"/>
              <a:gd name="connsiteX8352" fmla="*/ 7651687 w 10450132"/>
              <a:gd name="connsiteY8352" fmla="*/ 2178689 h 5450835"/>
              <a:gd name="connsiteX8353" fmla="*/ 7651687 w 10450132"/>
              <a:gd name="connsiteY8353" fmla="*/ 2179543 h 5450835"/>
              <a:gd name="connsiteX8354" fmla="*/ 7647156 w 10450132"/>
              <a:gd name="connsiteY8354" fmla="*/ 2187426 h 5450835"/>
              <a:gd name="connsiteX8355" fmla="*/ 7646367 w 10450132"/>
              <a:gd name="connsiteY8355" fmla="*/ 2187886 h 5450835"/>
              <a:gd name="connsiteX8356" fmla="*/ 7637304 w 10450132"/>
              <a:gd name="connsiteY8356" fmla="*/ 2187886 h 5450835"/>
              <a:gd name="connsiteX8357" fmla="*/ 7636516 w 10450132"/>
              <a:gd name="connsiteY8357" fmla="*/ 2187426 h 5450835"/>
              <a:gd name="connsiteX8358" fmla="*/ 7631983 w 10450132"/>
              <a:gd name="connsiteY8358" fmla="*/ 2179543 h 5450835"/>
              <a:gd name="connsiteX8359" fmla="*/ 7631983 w 10450132"/>
              <a:gd name="connsiteY8359" fmla="*/ 2178689 h 5450835"/>
              <a:gd name="connsiteX8360" fmla="*/ 7636516 w 10450132"/>
              <a:gd name="connsiteY8360" fmla="*/ 2170808 h 5450835"/>
              <a:gd name="connsiteX8361" fmla="*/ 7637304 w 10450132"/>
              <a:gd name="connsiteY8361" fmla="*/ 2170348 h 5450835"/>
              <a:gd name="connsiteX8362" fmla="*/ 7382923 w 10450132"/>
              <a:gd name="connsiteY8362" fmla="*/ 2170348 h 5450835"/>
              <a:gd name="connsiteX8363" fmla="*/ 7391987 w 10450132"/>
              <a:gd name="connsiteY8363" fmla="*/ 2170348 h 5450835"/>
              <a:gd name="connsiteX8364" fmla="*/ 7392775 w 10450132"/>
              <a:gd name="connsiteY8364" fmla="*/ 2170808 h 5450835"/>
              <a:gd name="connsiteX8365" fmla="*/ 7397307 w 10450132"/>
              <a:gd name="connsiteY8365" fmla="*/ 2178689 h 5450835"/>
              <a:gd name="connsiteX8366" fmla="*/ 7397307 w 10450132"/>
              <a:gd name="connsiteY8366" fmla="*/ 2179543 h 5450835"/>
              <a:gd name="connsiteX8367" fmla="*/ 7392775 w 10450132"/>
              <a:gd name="connsiteY8367" fmla="*/ 2187426 h 5450835"/>
              <a:gd name="connsiteX8368" fmla="*/ 7391987 w 10450132"/>
              <a:gd name="connsiteY8368" fmla="*/ 2187886 h 5450835"/>
              <a:gd name="connsiteX8369" fmla="*/ 7382923 w 10450132"/>
              <a:gd name="connsiteY8369" fmla="*/ 2187886 h 5450835"/>
              <a:gd name="connsiteX8370" fmla="*/ 7382135 w 10450132"/>
              <a:gd name="connsiteY8370" fmla="*/ 2187426 h 5450835"/>
              <a:gd name="connsiteX8371" fmla="*/ 7377602 w 10450132"/>
              <a:gd name="connsiteY8371" fmla="*/ 2179543 h 5450835"/>
              <a:gd name="connsiteX8372" fmla="*/ 7377602 w 10450132"/>
              <a:gd name="connsiteY8372" fmla="*/ 2178689 h 5450835"/>
              <a:gd name="connsiteX8373" fmla="*/ 7382135 w 10450132"/>
              <a:gd name="connsiteY8373" fmla="*/ 2170808 h 5450835"/>
              <a:gd name="connsiteX8374" fmla="*/ 7382923 w 10450132"/>
              <a:gd name="connsiteY8374" fmla="*/ 2170348 h 5450835"/>
              <a:gd name="connsiteX8375" fmla="*/ 7128477 w 10450132"/>
              <a:gd name="connsiteY8375" fmla="*/ 2170348 h 5450835"/>
              <a:gd name="connsiteX8376" fmla="*/ 7137540 w 10450132"/>
              <a:gd name="connsiteY8376" fmla="*/ 2170348 h 5450835"/>
              <a:gd name="connsiteX8377" fmla="*/ 7138328 w 10450132"/>
              <a:gd name="connsiteY8377" fmla="*/ 2170808 h 5450835"/>
              <a:gd name="connsiteX8378" fmla="*/ 7142860 w 10450132"/>
              <a:gd name="connsiteY8378" fmla="*/ 2178689 h 5450835"/>
              <a:gd name="connsiteX8379" fmla="*/ 7142860 w 10450132"/>
              <a:gd name="connsiteY8379" fmla="*/ 2179543 h 5450835"/>
              <a:gd name="connsiteX8380" fmla="*/ 7138328 w 10450132"/>
              <a:gd name="connsiteY8380" fmla="*/ 2187426 h 5450835"/>
              <a:gd name="connsiteX8381" fmla="*/ 7137540 w 10450132"/>
              <a:gd name="connsiteY8381" fmla="*/ 2187886 h 5450835"/>
              <a:gd name="connsiteX8382" fmla="*/ 7128477 w 10450132"/>
              <a:gd name="connsiteY8382" fmla="*/ 2187886 h 5450835"/>
              <a:gd name="connsiteX8383" fmla="*/ 7127689 w 10450132"/>
              <a:gd name="connsiteY8383" fmla="*/ 2187426 h 5450835"/>
              <a:gd name="connsiteX8384" fmla="*/ 7123156 w 10450132"/>
              <a:gd name="connsiteY8384" fmla="*/ 2179543 h 5450835"/>
              <a:gd name="connsiteX8385" fmla="*/ 7123156 w 10450132"/>
              <a:gd name="connsiteY8385" fmla="*/ 2178689 h 5450835"/>
              <a:gd name="connsiteX8386" fmla="*/ 7127689 w 10450132"/>
              <a:gd name="connsiteY8386" fmla="*/ 2170808 h 5450835"/>
              <a:gd name="connsiteX8387" fmla="*/ 7128477 w 10450132"/>
              <a:gd name="connsiteY8387" fmla="*/ 2170348 h 5450835"/>
              <a:gd name="connsiteX8388" fmla="*/ 6874095 w 10450132"/>
              <a:gd name="connsiteY8388" fmla="*/ 2170348 h 5450835"/>
              <a:gd name="connsiteX8389" fmla="*/ 6883159 w 10450132"/>
              <a:gd name="connsiteY8389" fmla="*/ 2170348 h 5450835"/>
              <a:gd name="connsiteX8390" fmla="*/ 6883947 w 10450132"/>
              <a:gd name="connsiteY8390" fmla="*/ 2170808 h 5450835"/>
              <a:gd name="connsiteX8391" fmla="*/ 6888480 w 10450132"/>
              <a:gd name="connsiteY8391" fmla="*/ 2178689 h 5450835"/>
              <a:gd name="connsiteX8392" fmla="*/ 6888480 w 10450132"/>
              <a:gd name="connsiteY8392" fmla="*/ 2179543 h 5450835"/>
              <a:gd name="connsiteX8393" fmla="*/ 6883947 w 10450132"/>
              <a:gd name="connsiteY8393" fmla="*/ 2187426 h 5450835"/>
              <a:gd name="connsiteX8394" fmla="*/ 6883159 w 10450132"/>
              <a:gd name="connsiteY8394" fmla="*/ 2187886 h 5450835"/>
              <a:gd name="connsiteX8395" fmla="*/ 6874095 w 10450132"/>
              <a:gd name="connsiteY8395" fmla="*/ 2187886 h 5450835"/>
              <a:gd name="connsiteX8396" fmla="*/ 6873307 w 10450132"/>
              <a:gd name="connsiteY8396" fmla="*/ 2187426 h 5450835"/>
              <a:gd name="connsiteX8397" fmla="*/ 6868775 w 10450132"/>
              <a:gd name="connsiteY8397" fmla="*/ 2179543 h 5450835"/>
              <a:gd name="connsiteX8398" fmla="*/ 6868775 w 10450132"/>
              <a:gd name="connsiteY8398" fmla="*/ 2178689 h 5450835"/>
              <a:gd name="connsiteX8399" fmla="*/ 6873307 w 10450132"/>
              <a:gd name="connsiteY8399" fmla="*/ 2170808 h 5450835"/>
              <a:gd name="connsiteX8400" fmla="*/ 6874095 w 10450132"/>
              <a:gd name="connsiteY8400" fmla="*/ 2170348 h 5450835"/>
              <a:gd name="connsiteX8401" fmla="*/ 6619714 w 10450132"/>
              <a:gd name="connsiteY8401" fmla="*/ 2170348 h 5450835"/>
              <a:gd name="connsiteX8402" fmla="*/ 6628778 w 10450132"/>
              <a:gd name="connsiteY8402" fmla="*/ 2170348 h 5450835"/>
              <a:gd name="connsiteX8403" fmla="*/ 6629566 w 10450132"/>
              <a:gd name="connsiteY8403" fmla="*/ 2170808 h 5450835"/>
              <a:gd name="connsiteX8404" fmla="*/ 6634099 w 10450132"/>
              <a:gd name="connsiteY8404" fmla="*/ 2178689 h 5450835"/>
              <a:gd name="connsiteX8405" fmla="*/ 6634099 w 10450132"/>
              <a:gd name="connsiteY8405" fmla="*/ 2179543 h 5450835"/>
              <a:gd name="connsiteX8406" fmla="*/ 6629566 w 10450132"/>
              <a:gd name="connsiteY8406" fmla="*/ 2187426 h 5450835"/>
              <a:gd name="connsiteX8407" fmla="*/ 6628778 w 10450132"/>
              <a:gd name="connsiteY8407" fmla="*/ 2187886 h 5450835"/>
              <a:gd name="connsiteX8408" fmla="*/ 6619714 w 10450132"/>
              <a:gd name="connsiteY8408" fmla="*/ 2187886 h 5450835"/>
              <a:gd name="connsiteX8409" fmla="*/ 6618926 w 10450132"/>
              <a:gd name="connsiteY8409" fmla="*/ 2187426 h 5450835"/>
              <a:gd name="connsiteX8410" fmla="*/ 6614394 w 10450132"/>
              <a:gd name="connsiteY8410" fmla="*/ 2179543 h 5450835"/>
              <a:gd name="connsiteX8411" fmla="*/ 6614394 w 10450132"/>
              <a:gd name="connsiteY8411" fmla="*/ 2178689 h 5450835"/>
              <a:gd name="connsiteX8412" fmla="*/ 6618926 w 10450132"/>
              <a:gd name="connsiteY8412" fmla="*/ 2170808 h 5450835"/>
              <a:gd name="connsiteX8413" fmla="*/ 6619714 w 10450132"/>
              <a:gd name="connsiteY8413" fmla="*/ 2170348 h 5450835"/>
              <a:gd name="connsiteX8414" fmla="*/ 6365334 w 10450132"/>
              <a:gd name="connsiteY8414" fmla="*/ 2170348 h 5450835"/>
              <a:gd name="connsiteX8415" fmla="*/ 6374397 w 10450132"/>
              <a:gd name="connsiteY8415" fmla="*/ 2170348 h 5450835"/>
              <a:gd name="connsiteX8416" fmla="*/ 6375186 w 10450132"/>
              <a:gd name="connsiteY8416" fmla="*/ 2170808 h 5450835"/>
              <a:gd name="connsiteX8417" fmla="*/ 6379718 w 10450132"/>
              <a:gd name="connsiteY8417" fmla="*/ 2178689 h 5450835"/>
              <a:gd name="connsiteX8418" fmla="*/ 6379718 w 10450132"/>
              <a:gd name="connsiteY8418" fmla="*/ 2179543 h 5450835"/>
              <a:gd name="connsiteX8419" fmla="*/ 6375186 w 10450132"/>
              <a:gd name="connsiteY8419" fmla="*/ 2187426 h 5450835"/>
              <a:gd name="connsiteX8420" fmla="*/ 6374397 w 10450132"/>
              <a:gd name="connsiteY8420" fmla="*/ 2187886 h 5450835"/>
              <a:gd name="connsiteX8421" fmla="*/ 6365334 w 10450132"/>
              <a:gd name="connsiteY8421" fmla="*/ 2187886 h 5450835"/>
              <a:gd name="connsiteX8422" fmla="*/ 6364546 w 10450132"/>
              <a:gd name="connsiteY8422" fmla="*/ 2187426 h 5450835"/>
              <a:gd name="connsiteX8423" fmla="*/ 6360014 w 10450132"/>
              <a:gd name="connsiteY8423" fmla="*/ 2179543 h 5450835"/>
              <a:gd name="connsiteX8424" fmla="*/ 6360014 w 10450132"/>
              <a:gd name="connsiteY8424" fmla="*/ 2178689 h 5450835"/>
              <a:gd name="connsiteX8425" fmla="*/ 6364546 w 10450132"/>
              <a:gd name="connsiteY8425" fmla="*/ 2170808 h 5450835"/>
              <a:gd name="connsiteX8426" fmla="*/ 6365334 w 10450132"/>
              <a:gd name="connsiteY8426" fmla="*/ 2170348 h 5450835"/>
              <a:gd name="connsiteX8427" fmla="*/ 6110888 w 10450132"/>
              <a:gd name="connsiteY8427" fmla="*/ 2170348 h 5450835"/>
              <a:gd name="connsiteX8428" fmla="*/ 6119953 w 10450132"/>
              <a:gd name="connsiteY8428" fmla="*/ 2170348 h 5450835"/>
              <a:gd name="connsiteX8429" fmla="*/ 6120740 w 10450132"/>
              <a:gd name="connsiteY8429" fmla="*/ 2170808 h 5450835"/>
              <a:gd name="connsiteX8430" fmla="*/ 6125272 w 10450132"/>
              <a:gd name="connsiteY8430" fmla="*/ 2178689 h 5450835"/>
              <a:gd name="connsiteX8431" fmla="*/ 6125272 w 10450132"/>
              <a:gd name="connsiteY8431" fmla="*/ 2179543 h 5450835"/>
              <a:gd name="connsiteX8432" fmla="*/ 6120740 w 10450132"/>
              <a:gd name="connsiteY8432" fmla="*/ 2187426 h 5450835"/>
              <a:gd name="connsiteX8433" fmla="*/ 6119953 w 10450132"/>
              <a:gd name="connsiteY8433" fmla="*/ 2187886 h 5450835"/>
              <a:gd name="connsiteX8434" fmla="*/ 6110888 w 10450132"/>
              <a:gd name="connsiteY8434" fmla="*/ 2187886 h 5450835"/>
              <a:gd name="connsiteX8435" fmla="*/ 6110101 w 10450132"/>
              <a:gd name="connsiteY8435" fmla="*/ 2187426 h 5450835"/>
              <a:gd name="connsiteX8436" fmla="*/ 6105567 w 10450132"/>
              <a:gd name="connsiteY8436" fmla="*/ 2179543 h 5450835"/>
              <a:gd name="connsiteX8437" fmla="*/ 6105567 w 10450132"/>
              <a:gd name="connsiteY8437" fmla="*/ 2178689 h 5450835"/>
              <a:gd name="connsiteX8438" fmla="*/ 6110101 w 10450132"/>
              <a:gd name="connsiteY8438" fmla="*/ 2170808 h 5450835"/>
              <a:gd name="connsiteX8439" fmla="*/ 6110888 w 10450132"/>
              <a:gd name="connsiteY8439" fmla="*/ 2170348 h 5450835"/>
              <a:gd name="connsiteX8440" fmla="*/ 5856508 w 10450132"/>
              <a:gd name="connsiteY8440" fmla="*/ 2170348 h 5450835"/>
              <a:gd name="connsiteX8441" fmla="*/ 5865571 w 10450132"/>
              <a:gd name="connsiteY8441" fmla="*/ 2170348 h 5450835"/>
              <a:gd name="connsiteX8442" fmla="*/ 5866359 w 10450132"/>
              <a:gd name="connsiteY8442" fmla="*/ 2170808 h 5450835"/>
              <a:gd name="connsiteX8443" fmla="*/ 5870891 w 10450132"/>
              <a:gd name="connsiteY8443" fmla="*/ 2178689 h 5450835"/>
              <a:gd name="connsiteX8444" fmla="*/ 5870891 w 10450132"/>
              <a:gd name="connsiteY8444" fmla="*/ 2179543 h 5450835"/>
              <a:gd name="connsiteX8445" fmla="*/ 5866359 w 10450132"/>
              <a:gd name="connsiteY8445" fmla="*/ 2187426 h 5450835"/>
              <a:gd name="connsiteX8446" fmla="*/ 5865571 w 10450132"/>
              <a:gd name="connsiteY8446" fmla="*/ 2187886 h 5450835"/>
              <a:gd name="connsiteX8447" fmla="*/ 5856508 w 10450132"/>
              <a:gd name="connsiteY8447" fmla="*/ 2187886 h 5450835"/>
              <a:gd name="connsiteX8448" fmla="*/ 5855720 w 10450132"/>
              <a:gd name="connsiteY8448" fmla="*/ 2187426 h 5450835"/>
              <a:gd name="connsiteX8449" fmla="*/ 5851187 w 10450132"/>
              <a:gd name="connsiteY8449" fmla="*/ 2179543 h 5450835"/>
              <a:gd name="connsiteX8450" fmla="*/ 5851187 w 10450132"/>
              <a:gd name="connsiteY8450" fmla="*/ 2178689 h 5450835"/>
              <a:gd name="connsiteX8451" fmla="*/ 5855720 w 10450132"/>
              <a:gd name="connsiteY8451" fmla="*/ 2170808 h 5450835"/>
              <a:gd name="connsiteX8452" fmla="*/ 5856508 w 10450132"/>
              <a:gd name="connsiteY8452" fmla="*/ 2170348 h 5450835"/>
              <a:gd name="connsiteX8453" fmla="*/ 5602126 w 10450132"/>
              <a:gd name="connsiteY8453" fmla="*/ 2170348 h 5450835"/>
              <a:gd name="connsiteX8454" fmla="*/ 5611191 w 10450132"/>
              <a:gd name="connsiteY8454" fmla="*/ 2170348 h 5450835"/>
              <a:gd name="connsiteX8455" fmla="*/ 5611979 w 10450132"/>
              <a:gd name="connsiteY8455" fmla="*/ 2170808 h 5450835"/>
              <a:gd name="connsiteX8456" fmla="*/ 5616511 w 10450132"/>
              <a:gd name="connsiteY8456" fmla="*/ 2178689 h 5450835"/>
              <a:gd name="connsiteX8457" fmla="*/ 5616511 w 10450132"/>
              <a:gd name="connsiteY8457" fmla="*/ 2179543 h 5450835"/>
              <a:gd name="connsiteX8458" fmla="*/ 5611979 w 10450132"/>
              <a:gd name="connsiteY8458" fmla="*/ 2187426 h 5450835"/>
              <a:gd name="connsiteX8459" fmla="*/ 5611191 w 10450132"/>
              <a:gd name="connsiteY8459" fmla="*/ 2187886 h 5450835"/>
              <a:gd name="connsiteX8460" fmla="*/ 5602126 w 10450132"/>
              <a:gd name="connsiteY8460" fmla="*/ 2187886 h 5450835"/>
              <a:gd name="connsiteX8461" fmla="*/ 5601338 w 10450132"/>
              <a:gd name="connsiteY8461" fmla="*/ 2187426 h 5450835"/>
              <a:gd name="connsiteX8462" fmla="*/ 5596807 w 10450132"/>
              <a:gd name="connsiteY8462" fmla="*/ 2179543 h 5450835"/>
              <a:gd name="connsiteX8463" fmla="*/ 5596807 w 10450132"/>
              <a:gd name="connsiteY8463" fmla="*/ 2178689 h 5450835"/>
              <a:gd name="connsiteX8464" fmla="*/ 5601338 w 10450132"/>
              <a:gd name="connsiteY8464" fmla="*/ 2170808 h 5450835"/>
              <a:gd name="connsiteX8465" fmla="*/ 5602126 w 10450132"/>
              <a:gd name="connsiteY8465" fmla="*/ 2170348 h 5450835"/>
              <a:gd name="connsiteX8466" fmla="*/ 5347746 w 10450132"/>
              <a:gd name="connsiteY8466" fmla="*/ 2170348 h 5450835"/>
              <a:gd name="connsiteX8467" fmla="*/ 5356810 w 10450132"/>
              <a:gd name="connsiteY8467" fmla="*/ 2170348 h 5450835"/>
              <a:gd name="connsiteX8468" fmla="*/ 5357598 w 10450132"/>
              <a:gd name="connsiteY8468" fmla="*/ 2170808 h 5450835"/>
              <a:gd name="connsiteX8469" fmla="*/ 5362130 w 10450132"/>
              <a:gd name="connsiteY8469" fmla="*/ 2178689 h 5450835"/>
              <a:gd name="connsiteX8470" fmla="*/ 5362130 w 10450132"/>
              <a:gd name="connsiteY8470" fmla="*/ 2179543 h 5450835"/>
              <a:gd name="connsiteX8471" fmla="*/ 5357598 w 10450132"/>
              <a:gd name="connsiteY8471" fmla="*/ 2187426 h 5450835"/>
              <a:gd name="connsiteX8472" fmla="*/ 5356810 w 10450132"/>
              <a:gd name="connsiteY8472" fmla="*/ 2187886 h 5450835"/>
              <a:gd name="connsiteX8473" fmla="*/ 5347746 w 10450132"/>
              <a:gd name="connsiteY8473" fmla="*/ 2187886 h 5450835"/>
              <a:gd name="connsiteX8474" fmla="*/ 5346958 w 10450132"/>
              <a:gd name="connsiteY8474" fmla="*/ 2187426 h 5450835"/>
              <a:gd name="connsiteX8475" fmla="*/ 5342425 w 10450132"/>
              <a:gd name="connsiteY8475" fmla="*/ 2179543 h 5450835"/>
              <a:gd name="connsiteX8476" fmla="*/ 5342425 w 10450132"/>
              <a:gd name="connsiteY8476" fmla="*/ 2178689 h 5450835"/>
              <a:gd name="connsiteX8477" fmla="*/ 5346958 w 10450132"/>
              <a:gd name="connsiteY8477" fmla="*/ 2170808 h 5450835"/>
              <a:gd name="connsiteX8478" fmla="*/ 5347746 w 10450132"/>
              <a:gd name="connsiteY8478" fmla="*/ 2170348 h 5450835"/>
              <a:gd name="connsiteX8479" fmla="*/ 5093300 w 10450132"/>
              <a:gd name="connsiteY8479" fmla="*/ 2170348 h 5450835"/>
              <a:gd name="connsiteX8480" fmla="*/ 5102364 w 10450132"/>
              <a:gd name="connsiteY8480" fmla="*/ 2170348 h 5450835"/>
              <a:gd name="connsiteX8481" fmla="*/ 5103153 w 10450132"/>
              <a:gd name="connsiteY8481" fmla="*/ 2170808 h 5450835"/>
              <a:gd name="connsiteX8482" fmla="*/ 5107684 w 10450132"/>
              <a:gd name="connsiteY8482" fmla="*/ 2178689 h 5450835"/>
              <a:gd name="connsiteX8483" fmla="*/ 5107684 w 10450132"/>
              <a:gd name="connsiteY8483" fmla="*/ 2179543 h 5450835"/>
              <a:gd name="connsiteX8484" fmla="*/ 5103153 w 10450132"/>
              <a:gd name="connsiteY8484" fmla="*/ 2187426 h 5450835"/>
              <a:gd name="connsiteX8485" fmla="*/ 5102364 w 10450132"/>
              <a:gd name="connsiteY8485" fmla="*/ 2187886 h 5450835"/>
              <a:gd name="connsiteX8486" fmla="*/ 5093300 w 10450132"/>
              <a:gd name="connsiteY8486" fmla="*/ 2187886 h 5450835"/>
              <a:gd name="connsiteX8487" fmla="*/ 5092512 w 10450132"/>
              <a:gd name="connsiteY8487" fmla="*/ 2187426 h 5450835"/>
              <a:gd name="connsiteX8488" fmla="*/ 5087979 w 10450132"/>
              <a:gd name="connsiteY8488" fmla="*/ 2179543 h 5450835"/>
              <a:gd name="connsiteX8489" fmla="*/ 5087979 w 10450132"/>
              <a:gd name="connsiteY8489" fmla="*/ 2178689 h 5450835"/>
              <a:gd name="connsiteX8490" fmla="*/ 5092512 w 10450132"/>
              <a:gd name="connsiteY8490" fmla="*/ 2170808 h 5450835"/>
              <a:gd name="connsiteX8491" fmla="*/ 5093300 w 10450132"/>
              <a:gd name="connsiteY8491" fmla="*/ 2170348 h 5450835"/>
              <a:gd name="connsiteX8492" fmla="*/ 4838919 w 10450132"/>
              <a:gd name="connsiteY8492" fmla="*/ 2170348 h 5450835"/>
              <a:gd name="connsiteX8493" fmla="*/ 4847982 w 10450132"/>
              <a:gd name="connsiteY8493" fmla="*/ 2170348 h 5450835"/>
              <a:gd name="connsiteX8494" fmla="*/ 4848772 w 10450132"/>
              <a:gd name="connsiteY8494" fmla="*/ 2170808 h 5450835"/>
              <a:gd name="connsiteX8495" fmla="*/ 4853303 w 10450132"/>
              <a:gd name="connsiteY8495" fmla="*/ 2178689 h 5450835"/>
              <a:gd name="connsiteX8496" fmla="*/ 4853303 w 10450132"/>
              <a:gd name="connsiteY8496" fmla="*/ 2179543 h 5450835"/>
              <a:gd name="connsiteX8497" fmla="*/ 4848772 w 10450132"/>
              <a:gd name="connsiteY8497" fmla="*/ 2187426 h 5450835"/>
              <a:gd name="connsiteX8498" fmla="*/ 4847982 w 10450132"/>
              <a:gd name="connsiteY8498" fmla="*/ 2187886 h 5450835"/>
              <a:gd name="connsiteX8499" fmla="*/ 4838919 w 10450132"/>
              <a:gd name="connsiteY8499" fmla="*/ 2187886 h 5450835"/>
              <a:gd name="connsiteX8500" fmla="*/ 4838132 w 10450132"/>
              <a:gd name="connsiteY8500" fmla="*/ 2187426 h 5450835"/>
              <a:gd name="connsiteX8501" fmla="*/ 4833598 w 10450132"/>
              <a:gd name="connsiteY8501" fmla="*/ 2179543 h 5450835"/>
              <a:gd name="connsiteX8502" fmla="*/ 4833598 w 10450132"/>
              <a:gd name="connsiteY8502" fmla="*/ 2178689 h 5450835"/>
              <a:gd name="connsiteX8503" fmla="*/ 4838132 w 10450132"/>
              <a:gd name="connsiteY8503" fmla="*/ 2170808 h 5450835"/>
              <a:gd name="connsiteX8504" fmla="*/ 4838919 w 10450132"/>
              <a:gd name="connsiteY8504" fmla="*/ 2170348 h 5450835"/>
              <a:gd name="connsiteX8505" fmla="*/ 4584538 w 10450132"/>
              <a:gd name="connsiteY8505" fmla="*/ 2170348 h 5450835"/>
              <a:gd name="connsiteX8506" fmla="*/ 4593603 w 10450132"/>
              <a:gd name="connsiteY8506" fmla="*/ 2170348 h 5450835"/>
              <a:gd name="connsiteX8507" fmla="*/ 4594390 w 10450132"/>
              <a:gd name="connsiteY8507" fmla="*/ 2170808 h 5450835"/>
              <a:gd name="connsiteX8508" fmla="*/ 4598922 w 10450132"/>
              <a:gd name="connsiteY8508" fmla="*/ 2178689 h 5450835"/>
              <a:gd name="connsiteX8509" fmla="*/ 4598922 w 10450132"/>
              <a:gd name="connsiteY8509" fmla="*/ 2179543 h 5450835"/>
              <a:gd name="connsiteX8510" fmla="*/ 4594390 w 10450132"/>
              <a:gd name="connsiteY8510" fmla="*/ 2187426 h 5450835"/>
              <a:gd name="connsiteX8511" fmla="*/ 4593603 w 10450132"/>
              <a:gd name="connsiteY8511" fmla="*/ 2187886 h 5450835"/>
              <a:gd name="connsiteX8512" fmla="*/ 4584538 w 10450132"/>
              <a:gd name="connsiteY8512" fmla="*/ 2187886 h 5450835"/>
              <a:gd name="connsiteX8513" fmla="*/ 4583749 w 10450132"/>
              <a:gd name="connsiteY8513" fmla="*/ 2187426 h 5450835"/>
              <a:gd name="connsiteX8514" fmla="*/ 4579218 w 10450132"/>
              <a:gd name="connsiteY8514" fmla="*/ 2179543 h 5450835"/>
              <a:gd name="connsiteX8515" fmla="*/ 4579218 w 10450132"/>
              <a:gd name="connsiteY8515" fmla="*/ 2178689 h 5450835"/>
              <a:gd name="connsiteX8516" fmla="*/ 4583749 w 10450132"/>
              <a:gd name="connsiteY8516" fmla="*/ 2170808 h 5450835"/>
              <a:gd name="connsiteX8517" fmla="*/ 4584538 w 10450132"/>
              <a:gd name="connsiteY8517" fmla="*/ 2170348 h 5450835"/>
              <a:gd name="connsiteX8518" fmla="*/ 4330157 w 10450132"/>
              <a:gd name="connsiteY8518" fmla="*/ 2170348 h 5450835"/>
              <a:gd name="connsiteX8519" fmla="*/ 4339222 w 10450132"/>
              <a:gd name="connsiteY8519" fmla="*/ 2170348 h 5450835"/>
              <a:gd name="connsiteX8520" fmla="*/ 4340010 w 10450132"/>
              <a:gd name="connsiteY8520" fmla="*/ 2170808 h 5450835"/>
              <a:gd name="connsiteX8521" fmla="*/ 4344540 w 10450132"/>
              <a:gd name="connsiteY8521" fmla="*/ 2178689 h 5450835"/>
              <a:gd name="connsiteX8522" fmla="*/ 4344540 w 10450132"/>
              <a:gd name="connsiteY8522" fmla="*/ 2179543 h 5450835"/>
              <a:gd name="connsiteX8523" fmla="*/ 4340010 w 10450132"/>
              <a:gd name="connsiteY8523" fmla="*/ 2187426 h 5450835"/>
              <a:gd name="connsiteX8524" fmla="*/ 4339222 w 10450132"/>
              <a:gd name="connsiteY8524" fmla="*/ 2187886 h 5450835"/>
              <a:gd name="connsiteX8525" fmla="*/ 4330157 w 10450132"/>
              <a:gd name="connsiteY8525" fmla="*/ 2187886 h 5450835"/>
              <a:gd name="connsiteX8526" fmla="*/ 4329369 w 10450132"/>
              <a:gd name="connsiteY8526" fmla="*/ 2187426 h 5450835"/>
              <a:gd name="connsiteX8527" fmla="*/ 4324836 w 10450132"/>
              <a:gd name="connsiteY8527" fmla="*/ 2179543 h 5450835"/>
              <a:gd name="connsiteX8528" fmla="*/ 4324836 w 10450132"/>
              <a:gd name="connsiteY8528" fmla="*/ 2178689 h 5450835"/>
              <a:gd name="connsiteX8529" fmla="*/ 4329369 w 10450132"/>
              <a:gd name="connsiteY8529" fmla="*/ 2170808 h 5450835"/>
              <a:gd name="connsiteX8530" fmla="*/ 4330157 w 10450132"/>
              <a:gd name="connsiteY8530" fmla="*/ 2170348 h 5450835"/>
              <a:gd name="connsiteX8531" fmla="*/ 4075987 w 10450132"/>
              <a:gd name="connsiteY8531" fmla="*/ 2170348 h 5450835"/>
              <a:gd name="connsiteX8532" fmla="*/ 4085051 w 10450132"/>
              <a:gd name="connsiteY8532" fmla="*/ 2170348 h 5450835"/>
              <a:gd name="connsiteX8533" fmla="*/ 4085839 w 10450132"/>
              <a:gd name="connsiteY8533" fmla="*/ 2170808 h 5450835"/>
              <a:gd name="connsiteX8534" fmla="*/ 4090371 w 10450132"/>
              <a:gd name="connsiteY8534" fmla="*/ 2178689 h 5450835"/>
              <a:gd name="connsiteX8535" fmla="*/ 4090371 w 10450132"/>
              <a:gd name="connsiteY8535" fmla="*/ 2179543 h 5450835"/>
              <a:gd name="connsiteX8536" fmla="*/ 4085839 w 10450132"/>
              <a:gd name="connsiteY8536" fmla="*/ 2187426 h 5450835"/>
              <a:gd name="connsiteX8537" fmla="*/ 4085051 w 10450132"/>
              <a:gd name="connsiteY8537" fmla="*/ 2187886 h 5450835"/>
              <a:gd name="connsiteX8538" fmla="*/ 4075987 w 10450132"/>
              <a:gd name="connsiteY8538" fmla="*/ 2187886 h 5450835"/>
              <a:gd name="connsiteX8539" fmla="*/ 4075198 w 10450132"/>
              <a:gd name="connsiteY8539" fmla="*/ 2187426 h 5450835"/>
              <a:gd name="connsiteX8540" fmla="*/ 4070667 w 10450132"/>
              <a:gd name="connsiteY8540" fmla="*/ 2179543 h 5450835"/>
              <a:gd name="connsiteX8541" fmla="*/ 4070667 w 10450132"/>
              <a:gd name="connsiteY8541" fmla="*/ 2178689 h 5450835"/>
              <a:gd name="connsiteX8542" fmla="*/ 4075198 w 10450132"/>
              <a:gd name="connsiteY8542" fmla="*/ 2170808 h 5450835"/>
              <a:gd name="connsiteX8543" fmla="*/ 4075987 w 10450132"/>
              <a:gd name="connsiteY8543" fmla="*/ 2170348 h 5450835"/>
              <a:gd name="connsiteX8544" fmla="*/ 3821399 w 10450132"/>
              <a:gd name="connsiteY8544" fmla="*/ 2170348 h 5450835"/>
              <a:gd name="connsiteX8545" fmla="*/ 3830464 w 10450132"/>
              <a:gd name="connsiteY8545" fmla="*/ 2170348 h 5450835"/>
              <a:gd name="connsiteX8546" fmla="*/ 3831253 w 10450132"/>
              <a:gd name="connsiteY8546" fmla="*/ 2170808 h 5450835"/>
              <a:gd name="connsiteX8547" fmla="*/ 3835785 w 10450132"/>
              <a:gd name="connsiteY8547" fmla="*/ 2178689 h 5450835"/>
              <a:gd name="connsiteX8548" fmla="*/ 3835785 w 10450132"/>
              <a:gd name="connsiteY8548" fmla="*/ 2179543 h 5450835"/>
              <a:gd name="connsiteX8549" fmla="*/ 3831253 w 10450132"/>
              <a:gd name="connsiteY8549" fmla="*/ 2187426 h 5450835"/>
              <a:gd name="connsiteX8550" fmla="*/ 3830464 w 10450132"/>
              <a:gd name="connsiteY8550" fmla="*/ 2187886 h 5450835"/>
              <a:gd name="connsiteX8551" fmla="*/ 3821399 w 10450132"/>
              <a:gd name="connsiteY8551" fmla="*/ 2187886 h 5450835"/>
              <a:gd name="connsiteX8552" fmla="*/ 3820612 w 10450132"/>
              <a:gd name="connsiteY8552" fmla="*/ 2187426 h 5450835"/>
              <a:gd name="connsiteX8553" fmla="*/ 3816080 w 10450132"/>
              <a:gd name="connsiteY8553" fmla="*/ 2179543 h 5450835"/>
              <a:gd name="connsiteX8554" fmla="*/ 3816080 w 10450132"/>
              <a:gd name="connsiteY8554" fmla="*/ 2178689 h 5450835"/>
              <a:gd name="connsiteX8555" fmla="*/ 3820612 w 10450132"/>
              <a:gd name="connsiteY8555" fmla="*/ 2170808 h 5450835"/>
              <a:gd name="connsiteX8556" fmla="*/ 3821399 w 10450132"/>
              <a:gd name="connsiteY8556" fmla="*/ 2170348 h 5450835"/>
              <a:gd name="connsiteX8557" fmla="*/ 3567155 w 10450132"/>
              <a:gd name="connsiteY8557" fmla="*/ 2170348 h 5450835"/>
              <a:gd name="connsiteX8558" fmla="*/ 3576220 w 10450132"/>
              <a:gd name="connsiteY8558" fmla="*/ 2170348 h 5450835"/>
              <a:gd name="connsiteX8559" fmla="*/ 3577008 w 10450132"/>
              <a:gd name="connsiteY8559" fmla="*/ 2170808 h 5450835"/>
              <a:gd name="connsiteX8560" fmla="*/ 3581540 w 10450132"/>
              <a:gd name="connsiteY8560" fmla="*/ 2178689 h 5450835"/>
              <a:gd name="connsiteX8561" fmla="*/ 3581540 w 10450132"/>
              <a:gd name="connsiteY8561" fmla="*/ 2179543 h 5450835"/>
              <a:gd name="connsiteX8562" fmla="*/ 3577008 w 10450132"/>
              <a:gd name="connsiteY8562" fmla="*/ 2187426 h 5450835"/>
              <a:gd name="connsiteX8563" fmla="*/ 3576220 w 10450132"/>
              <a:gd name="connsiteY8563" fmla="*/ 2187886 h 5450835"/>
              <a:gd name="connsiteX8564" fmla="*/ 3567155 w 10450132"/>
              <a:gd name="connsiteY8564" fmla="*/ 2187886 h 5450835"/>
              <a:gd name="connsiteX8565" fmla="*/ 3566367 w 10450132"/>
              <a:gd name="connsiteY8565" fmla="*/ 2187426 h 5450835"/>
              <a:gd name="connsiteX8566" fmla="*/ 3561834 w 10450132"/>
              <a:gd name="connsiteY8566" fmla="*/ 2179543 h 5450835"/>
              <a:gd name="connsiteX8567" fmla="*/ 3561834 w 10450132"/>
              <a:gd name="connsiteY8567" fmla="*/ 2178689 h 5450835"/>
              <a:gd name="connsiteX8568" fmla="*/ 3566367 w 10450132"/>
              <a:gd name="connsiteY8568" fmla="*/ 2170808 h 5450835"/>
              <a:gd name="connsiteX8569" fmla="*/ 3567155 w 10450132"/>
              <a:gd name="connsiteY8569" fmla="*/ 2170348 h 5450835"/>
              <a:gd name="connsiteX8570" fmla="*/ 3312696 w 10450132"/>
              <a:gd name="connsiteY8570" fmla="*/ 2170348 h 5450835"/>
              <a:gd name="connsiteX8571" fmla="*/ 3321758 w 10450132"/>
              <a:gd name="connsiteY8571" fmla="*/ 2170348 h 5450835"/>
              <a:gd name="connsiteX8572" fmla="*/ 3322546 w 10450132"/>
              <a:gd name="connsiteY8572" fmla="*/ 2170808 h 5450835"/>
              <a:gd name="connsiteX8573" fmla="*/ 3327079 w 10450132"/>
              <a:gd name="connsiteY8573" fmla="*/ 2178689 h 5450835"/>
              <a:gd name="connsiteX8574" fmla="*/ 3327079 w 10450132"/>
              <a:gd name="connsiteY8574" fmla="*/ 2179543 h 5450835"/>
              <a:gd name="connsiteX8575" fmla="*/ 3322546 w 10450132"/>
              <a:gd name="connsiteY8575" fmla="*/ 2187426 h 5450835"/>
              <a:gd name="connsiteX8576" fmla="*/ 3321758 w 10450132"/>
              <a:gd name="connsiteY8576" fmla="*/ 2187886 h 5450835"/>
              <a:gd name="connsiteX8577" fmla="*/ 3312696 w 10450132"/>
              <a:gd name="connsiteY8577" fmla="*/ 2187886 h 5450835"/>
              <a:gd name="connsiteX8578" fmla="*/ 3311906 w 10450132"/>
              <a:gd name="connsiteY8578" fmla="*/ 2187426 h 5450835"/>
              <a:gd name="connsiteX8579" fmla="*/ 3307374 w 10450132"/>
              <a:gd name="connsiteY8579" fmla="*/ 2179543 h 5450835"/>
              <a:gd name="connsiteX8580" fmla="*/ 3307374 w 10450132"/>
              <a:gd name="connsiteY8580" fmla="*/ 2178689 h 5450835"/>
              <a:gd name="connsiteX8581" fmla="*/ 3311906 w 10450132"/>
              <a:gd name="connsiteY8581" fmla="*/ 2170808 h 5450835"/>
              <a:gd name="connsiteX8582" fmla="*/ 3312696 w 10450132"/>
              <a:gd name="connsiteY8582" fmla="*/ 2170348 h 5450835"/>
              <a:gd name="connsiteX8583" fmla="*/ 3058419 w 10450132"/>
              <a:gd name="connsiteY8583" fmla="*/ 2170348 h 5450835"/>
              <a:gd name="connsiteX8584" fmla="*/ 3067485 w 10450132"/>
              <a:gd name="connsiteY8584" fmla="*/ 2170348 h 5450835"/>
              <a:gd name="connsiteX8585" fmla="*/ 3068274 w 10450132"/>
              <a:gd name="connsiteY8585" fmla="*/ 2170808 h 5450835"/>
              <a:gd name="connsiteX8586" fmla="*/ 3072805 w 10450132"/>
              <a:gd name="connsiteY8586" fmla="*/ 2178689 h 5450835"/>
              <a:gd name="connsiteX8587" fmla="*/ 3072805 w 10450132"/>
              <a:gd name="connsiteY8587" fmla="*/ 2179543 h 5450835"/>
              <a:gd name="connsiteX8588" fmla="*/ 3068274 w 10450132"/>
              <a:gd name="connsiteY8588" fmla="*/ 2187426 h 5450835"/>
              <a:gd name="connsiteX8589" fmla="*/ 3067485 w 10450132"/>
              <a:gd name="connsiteY8589" fmla="*/ 2187886 h 5450835"/>
              <a:gd name="connsiteX8590" fmla="*/ 3058419 w 10450132"/>
              <a:gd name="connsiteY8590" fmla="*/ 2187886 h 5450835"/>
              <a:gd name="connsiteX8591" fmla="*/ 3057632 w 10450132"/>
              <a:gd name="connsiteY8591" fmla="*/ 2187426 h 5450835"/>
              <a:gd name="connsiteX8592" fmla="*/ 3053099 w 10450132"/>
              <a:gd name="connsiteY8592" fmla="*/ 2179543 h 5450835"/>
              <a:gd name="connsiteX8593" fmla="*/ 3053099 w 10450132"/>
              <a:gd name="connsiteY8593" fmla="*/ 2178689 h 5450835"/>
              <a:gd name="connsiteX8594" fmla="*/ 3057632 w 10450132"/>
              <a:gd name="connsiteY8594" fmla="*/ 2170808 h 5450835"/>
              <a:gd name="connsiteX8595" fmla="*/ 3058419 w 10450132"/>
              <a:gd name="connsiteY8595" fmla="*/ 2170348 h 5450835"/>
              <a:gd name="connsiteX8596" fmla="*/ 2803955 w 10450132"/>
              <a:gd name="connsiteY8596" fmla="*/ 2170348 h 5450835"/>
              <a:gd name="connsiteX8597" fmla="*/ 2813020 w 10450132"/>
              <a:gd name="connsiteY8597" fmla="*/ 2170348 h 5450835"/>
              <a:gd name="connsiteX8598" fmla="*/ 2813807 w 10450132"/>
              <a:gd name="connsiteY8598" fmla="*/ 2170808 h 5450835"/>
              <a:gd name="connsiteX8599" fmla="*/ 2818340 w 10450132"/>
              <a:gd name="connsiteY8599" fmla="*/ 2178689 h 5450835"/>
              <a:gd name="connsiteX8600" fmla="*/ 2818340 w 10450132"/>
              <a:gd name="connsiteY8600" fmla="*/ 2179543 h 5450835"/>
              <a:gd name="connsiteX8601" fmla="*/ 2813807 w 10450132"/>
              <a:gd name="connsiteY8601" fmla="*/ 2187426 h 5450835"/>
              <a:gd name="connsiteX8602" fmla="*/ 2813020 w 10450132"/>
              <a:gd name="connsiteY8602" fmla="*/ 2187886 h 5450835"/>
              <a:gd name="connsiteX8603" fmla="*/ 2803955 w 10450132"/>
              <a:gd name="connsiteY8603" fmla="*/ 2187886 h 5450835"/>
              <a:gd name="connsiteX8604" fmla="*/ 2803164 w 10450132"/>
              <a:gd name="connsiteY8604" fmla="*/ 2187426 h 5450835"/>
              <a:gd name="connsiteX8605" fmla="*/ 2798634 w 10450132"/>
              <a:gd name="connsiteY8605" fmla="*/ 2179543 h 5450835"/>
              <a:gd name="connsiteX8606" fmla="*/ 2798634 w 10450132"/>
              <a:gd name="connsiteY8606" fmla="*/ 2178689 h 5450835"/>
              <a:gd name="connsiteX8607" fmla="*/ 2803164 w 10450132"/>
              <a:gd name="connsiteY8607" fmla="*/ 2170808 h 5450835"/>
              <a:gd name="connsiteX8608" fmla="*/ 2803955 w 10450132"/>
              <a:gd name="connsiteY8608" fmla="*/ 2170348 h 5450835"/>
              <a:gd name="connsiteX8609" fmla="*/ 2549558 w 10450132"/>
              <a:gd name="connsiteY8609" fmla="*/ 2170348 h 5450835"/>
              <a:gd name="connsiteX8610" fmla="*/ 2558623 w 10450132"/>
              <a:gd name="connsiteY8610" fmla="*/ 2170348 h 5450835"/>
              <a:gd name="connsiteX8611" fmla="*/ 2559412 w 10450132"/>
              <a:gd name="connsiteY8611" fmla="*/ 2170808 h 5450835"/>
              <a:gd name="connsiteX8612" fmla="*/ 2563944 w 10450132"/>
              <a:gd name="connsiteY8612" fmla="*/ 2178689 h 5450835"/>
              <a:gd name="connsiteX8613" fmla="*/ 2563944 w 10450132"/>
              <a:gd name="connsiteY8613" fmla="*/ 2179543 h 5450835"/>
              <a:gd name="connsiteX8614" fmla="*/ 2559412 w 10450132"/>
              <a:gd name="connsiteY8614" fmla="*/ 2187426 h 5450835"/>
              <a:gd name="connsiteX8615" fmla="*/ 2558623 w 10450132"/>
              <a:gd name="connsiteY8615" fmla="*/ 2187886 h 5450835"/>
              <a:gd name="connsiteX8616" fmla="*/ 2549558 w 10450132"/>
              <a:gd name="connsiteY8616" fmla="*/ 2187886 h 5450835"/>
              <a:gd name="connsiteX8617" fmla="*/ 2548770 w 10450132"/>
              <a:gd name="connsiteY8617" fmla="*/ 2187426 h 5450835"/>
              <a:gd name="connsiteX8618" fmla="*/ 2544238 w 10450132"/>
              <a:gd name="connsiteY8618" fmla="*/ 2179543 h 5450835"/>
              <a:gd name="connsiteX8619" fmla="*/ 2544238 w 10450132"/>
              <a:gd name="connsiteY8619" fmla="*/ 2178689 h 5450835"/>
              <a:gd name="connsiteX8620" fmla="*/ 2548770 w 10450132"/>
              <a:gd name="connsiteY8620" fmla="*/ 2170808 h 5450835"/>
              <a:gd name="connsiteX8621" fmla="*/ 2549558 w 10450132"/>
              <a:gd name="connsiteY8621" fmla="*/ 2170348 h 5450835"/>
              <a:gd name="connsiteX8622" fmla="*/ 2295176 w 10450132"/>
              <a:gd name="connsiteY8622" fmla="*/ 2170348 h 5450835"/>
              <a:gd name="connsiteX8623" fmla="*/ 2304242 w 10450132"/>
              <a:gd name="connsiteY8623" fmla="*/ 2170348 h 5450835"/>
              <a:gd name="connsiteX8624" fmla="*/ 2305030 w 10450132"/>
              <a:gd name="connsiteY8624" fmla="*/ 2170808 h 5450835"/>
              <a:gd name="connsiteX8625" fmla="*/ 2309562 w 10450132"/>
              <a:gd name="connsiteY8625" fmla="*/ 2178689 h 5450835"/>
              <a:gd name="connsiteX8626" fmla="*/ 2309562 w 10450132"/>
              <a:gd name="connsiteY8626" fmla="*/ 2179543 h 5450835"/>
              <a:gd name="connsiteX8627" fmla="*/ 2305030 w 10450132"/>
              <a:gd name="connsiteY8627" fmla="*/ 2187426 h 5450835"/>
              <a:gd name="connsiteX8628" fmla="*/ 2304242 w 10450132"/>
              <a:gd name="connsiteY8628" fmla="*/ 2187886 h 5450835"/>
              <a:gd name="connsiteX8629" fmla="*/ 2295176 w 10450132"/>
              <a:gd name="connsiteY8629" fmla="*/ 2187886 h 5450835"/>
              <a:gd name="connsiteX8630" fmla="*/ 2294388 w 10450132"/>
              <a:gd name="connsiteY8630" fmla="*/ 2187426 h 5450835"/>
              <a:gd name="connsiteX8631" fmla="*/ 2289857 w 10450132"/>
              <a:gd name="connsiteY8631" fmla="*/ 2179543 h 5450835"/>
              <a:gd name="connsiteX8632" fmla="*/ 2289857 w 10450132"/>
              <a:gd name="connsiteY8632" fmla="*/ 2178689 h 5450835"/>
              <a:gd name="connsiteX8633" fmla="*/ 2294388 w 10450132"/>
              <a:gd name="connsiteY8633" fmla="*/ 2170808 h 5450835"/>
              <a:gd name="connsiteX8634" fmla="*/ 2295176 w 10450132"/>
              <a:gd name="connsiteY8634" fmla="*/ 2170348 h 5450835"/>
              <a:gd name="connsiteX8635" fmla="*/ 2040660 w 10450132"/>
              <a:gd name="connsiteY8635" fmla="*/ 2170348 h 5450835"/>
              <a:gd name="connsiteX8636" fmla="*/ 2049725 w 10450132"/>
              <a:gd name="connsiteY8636" fmla="*/ 2170348 h 5450835"/>
              <a:gd name="connsiteX8637" fmla="*/ 2050513 w 10450132"/>
              <a:gd name="connsiteY8637" fmla="*/ 2170808 h 5450835"/>
              <a:gd name="connsiteX8638" fmla="*/ 2055044 w 10450132"/>
              <a:gd name="connsiteY8638" fmla="*/ 2178689 h 5450835"/>
              <a:gd name="connsiteX8639" fmla="*/ 2055044 w 10450132"/>
              <a:gd name="connsiteY8639" fmla="*/ 2179543 h 5450835"/>
              <a:gd name="connsiteX8640" fmla="*/ 2050513 w 10450132"/>
              <a:gd name="connsiteY8640" fmla="*/ 2187426 h 5450835"/>
              <a:gd name="connsiteX8641" fmla="*/ 2049725 w 10450132"/>
              <a:gd name="connsiteY8641" fmla="*/ 2187886 h 5450835"/>
              <a:gd name="connsiteX8642" fmla="*/ 2040660 w 10450132"/>
              <a:gd name="connsiteY8642" fmla="*/ 2187886 h 5450835"/>
              <a:gd name="connsiteX8643" fmla="*/ 2039873 w 10450132"/>
              <a:gd name="connsiteY8643" fmla="*/ 2187426 h 5450835"/>
              <a:gd name="connsiteX8644" fmla="*/ 2035339 w 10450132"/>
              <a:gd name="connsiteY8644" fmla="*/ 2179543 h 5450835"/>
              <a:gd name="connsiteX8645" fmla="*/ 2035339 w 10450132"/>
              <a:gd name="connsiteY8645" fmla="*/ 2178689 h 5450835"/>
              <a:gd name="connsiteX8646" fmla="*/ 2039873 w 10450132"/>
              <a:gd name="connsiteY8646" fmla="*/ 2170808 h 5450835"/>
              <a:gd name="connsiteX8647" fmla="*/ 2040660 w 10450132"/>
              <a:gd name="connsiteY8647" fmla="*/ 2170348 h 5450835"/>
              <a:gd name="connsiteX8648" fmla="*/ 1786362 w 10450132"/>
              <a:gd name="connsiteY8648" fmla="*/ 2170348 h 5450835"/>
              <a:gd name="connsiteX8649" fmla="*/ 1795426 w 10450132"/>
              <a:gd name="connsiteY8649" fmla="*/ 2170348 h 5450835"/>
              <a:gd name="connsiteX8650" fmla="*/ 1796214 w 10450132"/>
              <a:gd name="connsiteY8650" fmla="*/ 2170808 h 5450835"/>
              <a:gd name="connsiteX8651" fmla="*/ 1800746 w 10450132"/>
              <a:gd name="connsiteY8651" fmla="*/ 2178689 h 5450835"/>
              <a:gd name="connsiteX8652" fmla="*/ 1800746 w 10450132"/>
              <a:gd name="connsiteY8652" fmla="*/ 2179543 h 5450835"/>
              <a:gd name="connsiteX8653" fmla="*/ 1796214 w 10450132"/>
              <a:gd name="connsiteY8653" fmla="*/ 2187426 h 5450835"/>
              <a:gd name="connsiteX8654" fmla="*/ 1795426 w 10450132"/>
              <a:gd name="connsiteY8654" fmla="*/ 2187886 h 5450835"/>
              <a:gd name="connsiteX8655" fmla="*/ 1786362 w 10450132"/>
              <a:gd name="connsiteY8655" fmla="*/ 2187886 h 5450835"/>
              <a:gd name="connsiteX8656" fmla="*/ 1785574 w 10450132"/>
              <a:gd name="connsiteY8656" fmla="*/ 2187426 h 5450835"/>
              <a:gd name="connsiteX8657" fmla="*/ 1781042 w 10450132"/>
              <a:gd name="connsiteY8657" fmla="*/ 2179543 h 5450835"/>
              <a:gd name="connsiteX8658" fmla="*/ 1781042 w 10450132"/>
              <a:gd name="connsiteY8658" fmla="*/ 2178689 h 5450835"/>
              <a:gd name="connsiteX8659" fmla="*/ 1785574 w 10450132"/>
              <a:gd name="connsiteY8659" fmla="*/ 2170808 h 5450835"/>
              <a:gd name="connsiteX8660" fmla="*/ 1786362 w 10450132"/>
              <a:gd name="connsiteY8660" fmla="*/ 2170348 h 5450835"/>
              <a:gd name="connsiteX8661" fmla="*/ 1531980 w 10450132"/>
              <a:gd name="connsiteY8661" fmla="*/ 2170348 h 5450835"/>
              <a:gd name="connsiteX8662" fmla="*/ 1541043 w 10450132"/>
              <a:gd name="connsiteY8662" fmla="*/ 2170348 h 5450835"/>
              <a:gd name="connsiteX8663" fmla="*/ 1541831 w 10450132"/>
              <a:gd name="connsiteY8663" fmla="*/ 2170808 h 5450835"/>
              <a:gd name="connsiteX8664" fmla="*/ 1546364 w 10450132"/>
              <a:gd name="connsiteY8664" fmla="*/ 2178689 h 5450835"/>
              <a:gd name="connsiteX8665" fmla="*/ 1546364 w 10450132"/>
              <a:gd name="connsiteY8665" fmla="*/ 2179543 h 5450835"/>
              <a:gd name="connsiteX8666" fmla="*/ 1541831 w 10450132"/>
              <a:gd name="connsiteY8666" fmla="*/ 2187426 h 5450835"/>
              <a:gd name="connsiteX8667" fmla="*/ 1541043 w 10450132"/>
              <a:gd name="connsiteY8667" fmla="*/ 2187886 h 5450835"/>
              <a:gd name="connsiteX8668" fmla="*/ 1531980 w 10450132"/>
              <a:gd name="connsiteY8668" fmla="*/ 2187886 h 5450835"/>
              <a:gd name="connsiteX8669" fmla="*/ 1531194 w 10450132"/>
              <a:gd name="connsiteY8669" fmla="*/ 2187426 h 5450835"/>
              <a:gd name="connsiteX8670" fmla="*/ 1526658 w 10450132"/>
              <a:gd name="connsiteY8670" fmla="*/ 2179543 h 5450835"/>
              <a:gd name="connsiteX8671" fmla="*/ 1526658 w 10450132"/>
              <a:gd name="connsiteY8671" fmla="*/ 2178689 h 5450835"/>
              <a:gd name="connsiteX8672" fmla="*/ 1531194 w 10450132"/>
              <a:gd name="connsiteY8672" fmla="*/ 2170808 h 5450835"/>
              <a:gd name="connsiteX8673" fmla="*/ 1531980 w 10450132"/>
              <a:gd name="connsiteY8673" fmla="*/ 2170348 h 5450835"/>
              <a:gd name="connsiteX8674" fmla="*/ 1277607 w 10450132"/>
              <a:gd name="connsiteY8674" fmla="*/ 2170348 h 5450835"/>
              <a:gd name="connsiteX8675" fmla="*/ 1286671 w 10450132"/>
              <a:gd name="connsiteY8675" fmla="*/ 2170348 h 5450835"/>
              <a:gd name="connsiteX8676" fmla="*/ 1287460 w 10450132"/>
              <a:gd name="connsiteY8676" fmla="*/ 2170808 h 5450835"/>
              <a:gd name="connsiteX8677" fmla="*/ 1291992 w 10450132"/>
              <a:gd name="connsiteY8677" fmla="*/ 2178689 h 5450835"/>
              <a:gd name="connsiteX8678" fmla="*/ 1291992 w 10450132"/>
              <a:gd name="connsiteY8678" fmla="*/ 2179543 h 5450835"/>
              <a:gd name="connsiteX8679" fmla="*/ 1287460 w 10450132"/>
              <a:gd name="connsiteY8679" fmla="*/ 2187426 h 5450835"/>
              <a:gd name="connsiteX8680" fmla="*/ 1286671 w 10450132"/>
              <a:gd name="connsiteY8680" fmla="*/ 2187886 h 5450835"/>
              <a:gd name="connsiteX8681" fmla="*/ 1277607 w 10450132"/>
              <a:gd name="connsiteY8681" fmla="*/ 2187886 h 5450835"/>
              <a:gd name="connsiteX8682" fmla="*/ 1276817 w 10450132"/>
              <a:gd name="connsiteY8682" fmla="*/ 2187426 h 5450835"/>
              <a:gd name="connsiteX8683" fmla="*/ 1272288 w 10450132"/>
              <a:gd name="connsiteY8683" fmla="*/ 2179543 h 5450835"/>
              <a:gd name="connsiteX8684" fmla="*/ 1272288 w 10450132"/>
              <a:gd name="connsiteY8684" fmla="*/ 2178689 h 5450835"/>
              <a:gd name="connsiteX8685" fmla="*/ 1276817 w 10450132"/>
              <a:gd name="connsiteY8685" fmla="*/ 2170808 h 5450835"/>
              <a:gd name="connsiteX8686" fmla="*/ 1277607 w 10450132"/>
              <a:gd name="connsiteY8686" fmla="*/ 2170348 h 5450835"/>
              <a:gd name="connsiteX8687" fmla="*/ 1023155 w 10450132"/>
              <a:gd name="connsiteY8687" fmla="*/ 2170348 h 5450835"/>
              <a:gd name="connsiteX8688" fmla="*/ 1032219 w 10450132"/>
              <a:gd name="connsiteY8688" fmla="*/ 2170348 h 5450835"/>
              <a:gd name="connsiteX8689" fmla="*/ 1033005 w 10450132"/>
              <a:gd name="connsiteY8689" fmla="*/ 2170808 h 5450835"/>
              <a:gd name="connsiteX8690" fmla="*/ 1037539 w 10450132"/>
              <a:gd name="connsiteY8690" fmla="*/ 2178689 h 5450835"/>
              <a:gd name="connsiteX8691" fmla="*/ 1037539 w 10450132"/>
              <a:gd name="connsiteY8691" fmla="*/ 2179543 h 5450835"/>
              <a:gd name="connsiteX8692" fmla="*/ 1033005 w 10450132"/>
              <a:gd name="connsiteY8692" fmla="*/ 2187426 h 5450835"/>
              <a:gd name="connsiteX8693" fmla="*/ 1032219 w 10450132"/>
              <a:gd name="connsiteY8693" fmla="*/ 2187886 h 5450835"/>
              <a:gd name="connsiteX8694" fmla="*/ 1023155 w 10450132"/>
              <a:gd name="connsiteY8694" fmla="*/ 2187886 h 5450835"/>
              <a:gd name="connsiteX8695" fmla="*/ 1022366 w 10450132"/>
              <a:gd name="connsiteY8695" fmla="*/ 2187426 h 5450835"/>
              <a:gd name="connsiteX8696" fmla="*/ 1017831 w 10450132"/>
              <a:gd name="connsiteY8696" fmla="*/ 2179543 h 5450835"/>
              <a:gd name="connsiteX8697" fmla="*/ 1017831 w 10450132"/>
              <a:gd name="connsiteY8697" fmla="*/ 2178689 h 5450835"/>
              <a:gd name="connsiteX8698" fmla="*/ 1022366 w 10450132"/>
              <a:gd name="connsiteY8698" fmla="*/ 2170808 h 5450835"/>
              <a:gd name="connsiteX8699" fmla="*/ 1023155 w 10450132"/>
              <a:gd name="connsiteY8699" fmla="*/ 2170348 h 5450835"/>
              <a:gd name="connsiteX8700" fmla="*/ 768589 w 10450132"/>
              <a:gd name="connsiteY8700" fmla="*/ 2170348 h 5450835"/>
              <a:gd name="connsiteX8701" fmla="*/ 777652 w 10450132"/>
              <a:gd name="connsiteY8701" fmla="*/ 2170348 h 5450835"/>
              <a:gd name="connsiteX8702" fmla="*/ 778441 w 10450132"/>
              <a:gd name="connsiteY8702" fmla="*/ 2170808 h 5450835"/>
              <a:gd name="connsiteX8703" fmla="*/ 782972 w 10450132"/>
              <a:gd name="connsiteY8703" fmla="*/ 2178689 h 5450835"/>
              <a:gd name="connsiteX8704" fmla="*/ 782972 w 10450132"/>
              <a:gd name="connsiteY8704" fmla="*/ 2179543 h 5450835"/>
              <a:gd name="connsiteX8705" fmla="*/ 778441 w 10450132"/>
              <a:gd name="connsiteY8705" fmla="*/ 2187426 h 5450835"/>
              <a:gd name="connsiteX8706" fmla="*/ 777652 w 10450132"/>
              <a:gd name="connsiteY8706" fmla="*/ 2187886 h 5450835"/>
              <a:gd name="connsiteX8707" fmla="*/ 768589 w 10450132"/>
              <a:gd name="connsiteY8707" fmla="*/ 2187886 h 5450835"/>
              <a:gd name="connsiteX8708" fmla="*/ 767801 w 10450132"/>
              <a:gd name="connsiteY8708" fmla="*/ 2187426 h 5450835"/>
              <a:gd name="connsiteX8709" fmla="*/ 763268 w 10450132"/>
              <a:gd name="connsiteY8709" fmla="*/ 2179543 h 5450835"/>
              <a:gd name="connsiteX8710" fmla="*/ 763268 w 10450132"/>
              <a:gd name="connsiteY8710" fmla="*/ 2178689 h 5450835"/>
              <a:gd name="connsiteX8711" fmla="*/ 767801 w 10450132"/>
              <a:gd name="connsiteY8711" fmla="*/ 2170808 h 5450835"/>
              <a:gd name="connsiteX8712" fmla="*/ 768589 w 10450132"/>
              <a:gd name="connsiteY8712" fmla="*/ 2170348 h 5450835"/>
              <a:gd name="connsiteX8713" fmla="*/ 514283 w 10450132"/>
              <a:gd name="connsiteY8713" fmla="*/ 2170348 h 5450835"/>
              <a:gd name="connsiteX8714" fmla="*/ 523346 w 10450132"/>
              <a:gd name="connsiteY8714" fmla="*/ 2170348 h 5450835"/>
              <a:gd name="connsiteX8715" fmla="*/ 524134 w 10450132"/>
              <a:gd name="connsiteY8715" fmla="*/ 2170808 h 5450835"/>
              <a:gd name="connsiteX8716" fmla="*/ 528666 w 10450132"/>
              <a:gd name="connsiteY8716" fmla="*/ 2178689 h 5450835"/>
              <a:gd name="connsiteX8717" fmla="*/ 528666 w 10450132"/>
              <a:gd name="connsiteY8717" fmla="*/ 2179543 h 5450835"/>
              <a:gd name="connsiteX8718" fmla="*/ 524134 w 10450132"/>
              <a:gd name="connsiteY8718" fmla="*/ 2187426 h 5450835"/>
              <a:gd name="connsiteX8719" fmla="*/ 523346 w 10450132"/>
              <a:gd name="connsiteY8719" fmla="*/ 2187886 h 5450835"/>
              <a:gd name="connsiteX8720" fmla="*/ 514283 w 10450132"/>
              <a:gd name="connsiteY8720" fmla="*/ 2187886 h 5450835"/>
              <a:gd name="connsiteX8721" fmla="*/ 513495 w 10450132"/>
              <a:gd name="connsiteY8721" fmla="*/ 2187426 h 5450835"/>
              <a:gd name="connsiteX8722" fmla="*/ 508963 w 10450132"/>
              <a:gd name="connsiteY8722" fmla="*/ 2179543 h 5450835"/>
              <a:gd name="connsiteX8723" fmla="*/ 508963 w 10450132"/>
              <a:gd name="connsiteY8723" fmla="*/ 2178689 h 5450835"/>
              <a:gd name="connsiteX8724" fmla="*/ 513495 w 10450132"/>
              <a:gd name="connsiteY8724" fmla="*/ 2170808 h 5450835"/>
              <a:gd name="connsiteX8725" fmla="*/ 514283 w 10450132"/>
              <a:gd name="connsiteY8725" fmla="*/ 2170348 h 5450835"/>
              <a:gd name="connsiteX8726" fmla="*/ 259976 w 10450132"/>
              <a:gd name="connsiteY8726" fmla="*/ 2170348 h 5450835"/>
              <a:gd name="connsiteX8727" fmla="*/ 269039 w 10450132"/>
              <a:gd name="connsiteY8727" fmla="*/ 2170348 h 5450835"/>
              <a:gd name="connsiteX8728" fmla="*/ 269827 w 10450132"/>
              <a:gd name="connsiteY8728" fmla="*/ 2170808 h 5450835"/>
              <a:gd name="connsiteX8729" fmla="*/ 274359 w 10450132"/>
              <a:gd name="connsiteY8729" fmla="*/ 2178689 h 5450835"/>
              <a:gd name="connsiteX8730" fmla="*/ 274359 w 10450132"/>
              <a:gd name="connsiteY8730" fmla="*/ 2179543 h 5450835"/>
              <a:gd name="connsiteX8731" fmla="*/ 269827 w 10450132"/>
              <a:gd name="connsiteY8731" fmla="*/ 2187426 h 5450835"/>
              <a:gd name="connsiteX8732" fmla="*/ 269039 w 10450132"/>
              <a:gd name="connsiteY8732" fmla="*/ 2187886 h 5450835"/>
              <a:gd name="connsiteX8733" fmla="*/ 259976 w 10450132"/>
              <a:gd name="connsiteY8733" fmla="*/ 2187886 h 5450835"/>
              <a:gd name="connsiteX8734" fmla="*/ 259187 w 10450132"/>
              <a:gd name="connsiteY8734" fmla="*/ 2187426 h 5450835"/>
              <a:gd name="connsiteX8735" fmla="*/ 254655 w 10450132"/>
              <a:gd name="connsiteY8735" fmla="*/ 2179543 h 5450835"/>
              <a:gd name="connsiteX8736" fmla="*/ 254655 w 10450132"/>
              <a:gd name="connsiteY8736" fmla="*/ 2178689 h 5450835"/>
              <a:gd name="connsiteX8737" fmla="*/ 259187 w 10450132"/>
              <a:gd name="connsiteY8737" fmla="*/ 2170808 h 5450835"/>
              <a:gd name="connsiteX8738" fmla="*/ 259976 w 10450132"/>
              <a:gd name="connsiteY8738" fmla="*/ 2170348 h 5450835"/>
              <a:gd name="connsiteX8739" fmla="*/ 5449 w 10450132"/>
              <a:gd name="connsiteY8739" fmla="*/ 2170348 h 5450835"/>
              <a:gd name="connsiteX8740" fmla="*/ 14513 w 10450132"/>
              <a:gd name="connsiteY8740" fmla="*/ 2170348 h 5450835"/>
              <a:gd name="connsiteX8741" fmla="*/ 15301 w 10450132"/>
              <a:gd name="connsiteY8741" fmla="*/ 2170808 h 5450835"/>
              <a:gd name="connsiteX8742" fmla="*/ 19833 w 10450132"/>
              <a:gd name="connsiteY8742" fmla="*/ 2178689 h 5450835"/>
              <a:gd name="connsiteX8743" fmla="*/ 19833 w 10450132"/>
              <a:gd name="connsiteY8743" fmla="*/ 2179543 h 5450835"/>
              <a:gd name="connsiteX8744" fmla="*/ 15301 w 10450132"/>
              <a:gd name="connsiteY8744" fmla="*/ 2187426 h 5450835"/>
              <a:gd name="connsiteX8745" fmla="*/ 14513 w 10450132"/>
              <a:gd name="connsiteY8745" fmla="*/ 2187886 h 5450835"/>
              <a:gd name="connsiteX8746" fmla="*/ 5449 w 10450132"/>
              <a:gd name="connsiteY8746" fmla="*/ 2187886 h 5450835"/>
              <a:gd name="connsiteX8747" fmla="*/ 4660 w 10450132"/>
              <a:gd name="connsiteY8747" fmla="*/ 2187426 h 5450835"/>
              <a:gd name="connsiteX8748" fmla="*/ 128 w 10450132"/>
              <a:gd name="connsiteY8748" fmla="*/ 2179543 h 5450835"/>
              <a:gd name="connsiteX8749" fmla="*/ 128 w 10450132"/>
              <a:gd name="connsiteY8749" fmla="*/ 2178689 h 5450835"/>
              <a:gd name="connsiteX8750" fmla="*/ 4660 w 10450132"/>
              <a:gd name="connsiteY8750" fmla="*/ 2170808 h 5450835"/>
              <a:gd name="connsiteX8751" fmla="*/ 5449 w 10450132"/>
              <a:gd name="connsiteY8751" fmla="*/ 2170348 h 5450835"/>
              <a:gd name="connsiteX8752" fmla="*/ 10435622 w 10450132"/>
              <a:gd name="connsiteY8752" fmla="*/ 1953340 h 5450835"/>
              <a:gd name="connsiteX8753" fmla="*/ 10444686 w 10450132"/>
              <a:gd name="connsiteY8753" fmla="*/ 1953340 h 5450835"/>
              <a:gd name="connsiteX8754" fmla="*/ 10445474 w 10450132"/>
              <a:gd name="connsiteY8754" fmla="*/ 1953799 h 5450835"/>
              <a:gd name="connsiteX8755" fmla="*/ 10450007 w 10450132"/>
              <a:gd name="connsiteY8755" fmla="*/ 1961681 h 5450835"/>
              <a:gd name="connsiteX8756" fmla="*/ 10450007 w 10450132"/>
              <a:gd name="connsiteY8756" fmla="*/ 1962535 h 5450835"/>
              <a:gd name="connsiteX8757" fmla="*/ 10445474 w 10450132"/>
              <a:gd name="connsiteY8757" fmla="*/ 1970417 h 5450835"/>
              <a:gd name="connsiteX8758" fmla="*/ 10444686 w 10450132"/>
              <a:gd name="connsiteY8758" fmla="*/ 1970877 h 5450835"/>
              <a:gd name="connsiteX8759" fmla="*/ 10435622 w 10450132"/>
              <a:gd name="connsiteY8759" fmla="*/ 1970877 h 5450835"/>
              <a:gd name="connsiteX8760" fmla="*/ 10434834 w 10450132"/>
              <a:gd name="connsiteY8760" fmla="*/ 1970417 h 5450835"/>
              <a:gd name="connsiteX8761" fmla="*/ 10430302 w 10450132"/>
              <a:gd name="connsiteY8761" fmla="*/ 1962535 h 5450835"/>
              <a:gd name="connsiteX8762" fmla="*/ 10430302 w 10450132"/>
              <a:gd name="connsiteY8762" fmla="*/ 1961681 h 5450835"/>
              <a:gd name="connsiteX8763" fmla="*/ 10434834 w 10450132"/>
              <a:gd name="connsiteY8763" fmla="*/ 1953799 h 5450835"/>
              <a:gd name="connsiteX8764" fmla="*/ 10435622 w 10450132"/>
              <a:gd name="connsiteY8764" fmla="*/ 1953340 h 5450835"/>
              <a:gd name="connsiteX8765" fmla="*/ 10181242 w 10450132"/>
              <a:gd name="connsiteY8765" fmla="*/ 1953340 h 5450835"/>
              <a:gd name="connsiteX8766" fmla="*/ 10190305 w 10450132"/>
              <a:gd name="connsiteY8766" fmla="*/ 1953340 h 5450835"/>
              <a:gd name="connsiteX8767" fmla="*/ 10191093 w 10450132"/>
              <a:gd name="connsiteY8767" fmla="*/ 1953799 h 5450835"/>
              <a:gd name="connsiteX8768" fmla="*/ 10195626 w 10450132"/>
              <a:gd name="connsiteY8768" fmla="*/ 1961681 h 5450835"/>
              <a:gd name="connsiteX8769" fmla="*/ 10195626 w 10450132"/>
              <a:gd name="connsiteY8769" fmla="*/ 1962535 h 5450835"/>
              <a:gd name="connsiteX8770" fmla="*/ 10191093 w 10450132"/>
              <a:gd name="connsiteY8770" fmla="*/ 1970417 h 5450835"/>
              <a:gd name="connsiteX8771" fmla="*/ 10190305 w 10450132"/>
              <a:gd name="connsiteY8771" fmla="*/ 1970877 h 5450835"/>
              <a:gd name="connsiteX8772" fmla="*/ 10181242 w 10450132"/>
              <a:gd name="connsiteY8772" fmla="*/ 1970877 h 5450835"/>
              <a:gd name="connsiteX8773" fmla="*/ 10180453 w 10450132"/>
              <a:gd name="connsiteY8773" fmla="*/ 1970417 h 5450835"/>
              <a:gd name="connsiteX8774" fmla="*/ 10175922 w 10450132"/>
              <a:gd name="connsiteY8774" fmla="*/ 1962535 h 5450835"/>
              <a:gd name="connsiteX8775" fmla="*/ 10175922 w 10450132"/>
              <a:gd name="connsiteY8775" fmla="*/ 1961681 h 5450835"/>
              <a:gd name="connsiteX8776" fmla="*/ 10180453 w 10450132"/>
              <a:gd name="connsiteY8776" fmla="*/ 1953799 h 5450835"/>
              <a:gd name="connsiteX8777" fmla="*/ 10181242 w 10450132"/>
              <a:gd name="connsiteY8777" fmla="*/ 1953340 h 5450835"/>
              <a:gd name="connsiteX8778" fmla="*/ 9926861 w 10450132"/>
              <a:gd name="connsiteY8778" fmla="*/ 1953340 h 5450835"/>
              <a:gd name="connsiteX8779" fmla="*/ 9935924 w 10450132"/>
              <a:gd name="connsiteY8779" fmla="*/ 1953340 h 5450835"/>
              <a:gd name="connsiteX8780" fmla="*/ 9936713 w 10450132"/>
              <a:gd name="connsiteY8780" fmla="*/ 1953799 h 5450835"/>
              <a:gd name="connsiteX8781" fmla="*/ 9941246 w 10450132"/>
              <a:gd name="connsiteY8781" fmla="*/ 1961681 h 5450835"/>
              <a:gd name="connsiteX8782" fmla="*/ 9941246 w 10450132"/>
              <a:gd name="connsiteY8782" fmla="*/ 1962535 h 5450835"/>
              <a:gd name="connsiteX8783" fmla="*/ 9936713 w 10450132"/>
              <a:gd name="connsiteY8783" fmla="*/ 1970417 h 5450835"/>
              <a:gd name="connsiteX8784" fmla="*/ 9935924 w 10450132"/>
              <a:gd name="connsiteY8784" fmla="*/ 1970877 h 5450835"/>
              <a:gd name="connsiteX8785" fmla="*/ 9926861 w 10450132"/>
              <a:gd name="connsiteY8785" fmla="*/ 1970877 h 5450835"/>
              <a:gd name="connsiteX8786" fmla="*/ 9926073 w 10450132"/>
              <a:gd name="connsiteY8786" fmla="*/ 1970417 h 5450835"/>
              <a:gd name="connsiteX8787" fmla="*/ 9921541 w 10450132"/>
              <a:gd name="connsiteY8787" fmla="*/ 1962535 h 5450835"/>
              <a:gd name="connsiteX8788" fmla="*/ 9921541 w 10450132"/>
              <a:gd name="connsiteY8788" fmla="*/ 1961681 h 5450835"/>
              <a:gd name="connsiteX8789" fmla="*/ 9926073 w 10450132"/>
              <a:gd name="connsiteY8789" fmla="*/ 1953799 h 5450835"/>
              <a:gd name="connsiteX8790" fmla="*/ 9926861 w 10450132"/>
              <a:gd name="connsiteY8790" fmla="*/ 1953340 h 5450835"/>
              <a:gd name="connsiteX8791" fmla="*/ 9672481 w 10450132"/>
              <a:gd name="connsiteY8791" fmla="*/ 1953340 h 5450835"/>
              <a:gd name="connsiteX8792" fmla="*/ 9681545 w 10450132"/>
              <a:gd name="connsiteY8792" fmla="*/ 1953340 h 5450835"/>
              <a:gd name="connsiteX8793" fmla="*/ 9682333 w 10450132"/>
              <a:gd name="connsiteY8793" fmla="*/ 1953799 h 5450835"/>
              <a:gd name="connsiteX8794" fmla="*/ 9686865 w 10450132"/>
              <a:gd name="connsiteY8794" fmla="*/ 1961681 h 5450835"/>
              <a:gd name="connsiteX8795" fmla="*/ 9686865 w 10450132"/>
              <a:gd name="connsiteY8795" fmla="*/ 1962535 h 5450835"/>
              <a:gd name="connsiteX8796" fmla="*/ 9682333 w 10450132"/>
              <a:gd name="connsiteY8796" fmla="*/ 1970417 h 5450835"/>
              <a:gd name="connsiteX8797" fmla="*/ 9681545 w 10450132"/>
              <a:gd name="connsiteY8797" fmla="*/ 1970877 h 5450835"/>
              <a:gd name="connsiteX8798" fmla="*/ 9672481 w 10450132"/>
              <a:gd name="connsiteY8798" fmla="*/ 1970877 h 5450835"/>
              <a:gd name="connsiteX8799" fmla="*/ 9671693 w 10450132"/>
              <a:gd name="connsiteY8799" fmla="*/ 1970417 h 5450835"/>
              <a:gd name="connsiteX8800" fmla="*/ 9667160 w 10450132"/>
              <a:gd name="connsiteY8800" fmla="*/ 1962535 h 5450835"/>
              <a:gd name="connsiteX8801" fmla="*/ 9667160 w 10450132"/>
              <a:gd name="connsiteY8801" fmla="*/ 1961681 h 5450835"/>
              <a:gd name="connsiteX8802" fmla="*/ 9671693 w 10450132"/>
              <a:gd name="connsiteY8802" fmla="*/ 1953799 h 5450835"/>
              <a:gd name="connsiteX8803" fmla="*/ 9672481 w 10450132"/>
              <a:gd name="connsiteY8803" fmla="*/ 1953340 h 5450835"/>
              <a:gd name="connsiteX8804" fmla="*/ 9418035 w 10450132"/>
              <a:gd name="connsiteY8804" fmla="*/ 1953340 h 5450835"/>
              <a:gd name="connsiteX8805" fmla="*/ 9427099 w 10450132"/>
              <a:gd name="connsiteY8805" fmla="*/ 1953340 h 5450835"/>
              <a:gd name="connsiteX8806" fmla="*/ 9427887 w 10450132"/>
              <a:gd name="connsiteY8806" fmla="*/ 1953799 h 5450835"/>
              <a:gd name="connsiteX8807" fmla="*/ 9432419 w 10450132"/>
              <a:gd name="connsiteY8807" fmla="*/ 1961681 h 5450835"/>
              <a:gd name="connsiteX8808" fmla="*/ 9432419 w 10450132"/>
              <a:gd name="connsiteY8808" fmla="*/ 1962535 h 5450835"/>
              <a:gd name="connsiteX8809" fmla="*/ 9427887 w 10450132"/>
              <a:gd name="connsiteY8809" fmla="*/ 1970417 h 5450835"/>
              <a:gd name="connsiteX8810" fmla="*/ 9427099 w 10450132"/>
              <a:gd name="connsiteY8810" fmla="*/ 1970877 h 5450835"/>
              <a:gd name="connsiteX8811" fmla="*/ 9418035 w 10450132"/>
              <a:gd name="connsiteY8811" fmla="*/ 1970877 h 5450835"/>
              <a:gd name="connsiteX8812" fmla="*/ 9417247 w 10450132"/>
              <a:gd name="connsiteY8812" fmla="*/ 1970417 h 5450835"/>
              <a:gd name="connsiteX8813" fmla="*/ 9412714 w 10450132"/>
              <a:gd name="connsiteY8813" fmla="*/ 1962535 h 5450835"/>
              <a:gd name="connsiteX8814" fmla="*/ 9412714 w 10450132"/>
              <a:gd name="connsiteY8814" fmla="*/ 1961681 h 5450835"/>
              <a:gd name="connsiteX8815" fmla="*/ 9417247 w 10450132"/>
              <a:gd name="connsiteY8815" fmla="*/ 1953799 h 5450835"/>
              <a:gd name="connsiteX8816" fmla="*/ 9418035 w 10450132"/>
              <a:gd name="connsiteY8816" fmla="*/ 1953340 h 5450835"/>
              <a:gd name="connsiteX8817" fmla="*/ 9163654 w 10450132"/>
              <a:gd name="connsiteY8817" fmla="*/ 1953340 h 5450835"/>
              <a:gd name="connsiteX8818" fmla="*/ 9172718 w 10450132"/>
              <a:gd name="connsiteY8818" fmla="*/ 1953340 h 5450835"/>
              <a:gd name="connsiteX8819" fmla="*/ 9173506 w 10450132"/>
              <a:gd name="connsiteY8819" fmla="*/ 1953799 h 5450835"/>
              <a:gd name="connsiteX8820" fmla="*/ 9178038 w 10450132"/>
              <a:gd name="connsiteY8820" fmla="*/ 1961681 h 5450835"/>
              <a:gd name="connsiteX8821" fmla="*/ 9178038 w 10450132"/>
              <a:gd name="connsiteY8821" fmla="*/ 1962535 h 5450835"/>
              <a:gd name="connsiteX8822" fmla="*/ 9173506 w 10450132"/>
              <a:gd name="connsiteY8822" fmla="*/ 1970417 h 5450835"/>
              <a:gd name="connsiteX8823" fmla="*/ 9172718 w 10450132"/>
              <a:gd name="connsiteY8823" fmla="*/ 1970877 h 5450835"/>
              <a:gd name="connsiteX8824" fmla="*/ 9163654 w 10450132"/>
              <a:gd name="connsiteY8824" fmla="*/ 1970877 h 5450835"/>
              <a:gd name="connsiteX8825" fmla="*/ 9162866 w 10450132"/>
              <a:gd name="connsiteY8825" fmla="*/ 1970417 h 5450835"/>
              <a:gd name="connsiteX8826" fmla="*/ 9158333 w 10450132"/>
              <a:gd name="connsiteY8826" fmla="*/ 1962535 h 5450835"/>
              <a:gd name="connsiteX8827" fmla="*/ 9158333 w 10450132"/>
              <a:gd name="connsiteY8827" fmla="*/ 1961681 h 5450835"/>
              <a:gd name="connsiteX8828" fmla="*/ 9162866 w 10450132"/>
              <a:gd name="connsiteY8828" fmla="*/ 1953799 h 5450835"/>
              <a:gd name="connsiteX8829" fmla="*/ 9163654 w 10450132"/>
              <a:gd name="connsiteY8829" fmla="*/ 1953340 h 5450835"/>
              <a:gd name="connsiteX8830" fmla="*/ 8909274 w 10450132"/>
              <a:gd name="connsiteY8830" fmla="*/ 1953340 h 5450835"/>
              <a:gd name="connsiteX8831" fmla="*/ 8918336 w 10450132"/>
              <a:gd name="connsiteY8831" fmla="*/ 1953340 h 5450835"/>
              <a:gd name="connsiteX8832" fmla="*/ 8919125 w 10450132"/>
              <a:gd name="connsiteY8832" fmla="*/ 1953799 h 5450835"/>
              <a:gd name="connsiteX8833" fmla="*/ 8923657 w 10450132"/>
              <a:gd name="connsiteY8833" fmla="*/ 1961681 h 5450835"/>
              <a:gd name="connsiteX8834" fmla="*/ 8923657 w 10450132"/>
              <a:gd name="connsiteY8834" fmla="*/ 1962535 h 5450835"/>
              <a:gd name="connsiteX8835" fmla="*/ 8919125 w 10450132"/>
              <a:gd name="connsiteY8835" fmla="*/ 1970417 h 5450835"/>
              <a:gd name="connsiteX8836" fmla="*/ 8918336 w 10450132"/>
              <a:gd name="connsiteY8836" fmla="*/ 1970877 h 5450835"/>
              <a:gd name="connsiteX8837" fmla="*/ 8909274 w 10450132"/>
              <a:gd name="connsiteY8837" fmla="*/ 1970877 h 5450835"/>
              <a:gd name="connsiteX8838" fmla="*/ 8908484 w 10450132"/>
              <a:gd name="connsiteY8838" fmla="*/ 1970417 h 5450835"/>
              <a:gd name="connsiteX8839" fmla="*/ 8903953 w 10450132"/>
              <a:gd name="connsiteY8839" fmla="*/ 1962535 h 5450835"/>
              <a:gd name="connsiteX8840" fmla="*/ 8903953 w 10450132"/>
              <a:gd name="connsiteY8840" fmla="*/ 1961681 h 5450835"/>
              <a:gd name="connsiteX8841" fmla="*/ 8908484 w 10450132"/>
              <a:gd name="connsiteY8841" fmla="*/ 1953799 h 5450835"/>
              <a:gd name="connsiteX8842" fmla="*/ 8909274 w 10450132"/>
              <a:gd name="connsiteY8842" fmla="*/ 1953340 h 5450835"/>
              <a:gd name="connsiteX8843" fmla="*/ 8654892 w 10450132"/>
              <a:gd name="connsiteY8843" fmla="*/ 1953340 h 5450835"/>
              <a:gd name="connsiteX8844" fmla="*/ 8663955 w 10450132"/>
              <a:gd name="connsiteY8844" fmla="*/ 1953340 h 5450835"/>
              <a:gd name="connsiteX8845" fmla="*/ 8664744 w 10450132"/>
              <a:gd name="connsiteY8845" fmla="*/ 1953799 h 5450835"/>
              <a:gd name="connsiteX8846" fmla="*/ 8669277 w 10450132"/>
              <a:gd name="connsiteY8846" fmla="*/ 1961681 h 5450835"/>
              <a:gd name="connsiteX8847" fmla="*/ 8669277 w 10450132"/>
              <a:gd name="connsiteY8847" fmla="*/ 1962535 h 5450835"/>
              <a:gd name="connsiteX8848" fmla="*/ 8664744 w 10450132"/>
              <a:gd name="connsiteY8848" fmla="*/ 1970417 h 5450835"/>
              <a:gd name="connsiteX8849" fmla="*/ 8663955 w 10450132"/>
              <a:gd name="connsiteY8849" fmla="*/ 1970877 h 5450835"/>
              <a:gd name="connsiteX8850" fmla="*/ 8654892 w 10450132"/>
              <a:gd name="connsiteY8850" fmla="*/ 1970877 h 5450835"/>
              <a:gd name="connsiteX8851" fmla="*/ 8654104 w 10450132"/>
              <a:gd name="connsiteY8851" fmla="*/ 1970417 h 5450835"/>
              <a:gd name="connsiteX8852" fmla="*/ 8649572 w 10450132"/>
              <a:gd name="connsiteY8852" fmla="*/ 1962535 h 5450835"/>
              <a:gd name="connsiteX8853" fmla="*/ 8649572 w 10450132"/>
              <a:gd name="connsiteY8853" fmla="*/ 1961681 h 5450835"/>
              <a:gd name="connsiteX8854" fmla="*/ 8654104 w 10450132"/>
              <a:gd name="connsiteY8854" fmla="*/ 1953799 h 5450835"/>
              <a:gd name="connsiteX8855" fmla="*/ 8654892 w 10450132"/>
              <a:gd name="connsiteY8855" fmla="*/ 1953340 h 5450835"/>
              <a:gd name="connsiteX8856" fmla="*/ 8400511 w 10450132"/>
              <a:gd name="connsiteY8856" fmla="*/ 1953340 h 5450835"/>
              <a:gd name="connsiteX8857" fmla="*/ 8409575 w 10450132"/>
              <a:gd name="connsiteY8857" fmla="*/ 1953340 h 5450835"/>
              <a:gd name="connsiteX8858" fmla="*/ 8410363 w 10450132"/>
              <a:gd name="connsiteY8858" fmla="*/ 1953799 h 5450835"/>
              <a:gd name="connsiteX8859" fmla="*/ 8414896 w 10450132"/>
              <a:gd name="connsiteY8859" fmla="*/ 1961681 h 5450835"/>
              <a:gd name="connsiteX8860" fmla="*/ 8414896 w 10450132"/>
              <a:gd name="connsiteY8860" fmla="*/ 1962535 h 5450835"/>
              <a:gd name="connsiteX8861" fmla="*/ 8410363 w 10450132"/>
              <a:gd name="connsiteY8861" fmla="*/ 1970417 h 5450835"/>
              <a:gd name="connsiteX8862" fmla="*/ 8409575 w 10450132"/>
              <a:gd name="connsiteY8862" fmla="*/ 1970877 h 5450835"/>
              <a:gd name="connsiteX8863" fmla="*/ 8400511 w 10450132"/>
              <a:gd name="connsiteY8863" fmla="*/ 1970877 h 5450835"/>
              <a:gd name="connsiteX8864" fmla="*/ 8399723 w 10450132"/>
              <a:gd name="connsiteY8864" fmla="*/ 1970417 h 5450835"/>
              <a:gd name="connsiteX8865" fmla="*/ 8395191 w 10450132"/>
              <a:gd name="connsiteY8865" fmla="*/ 1962535 h 5450835"/>
              <a:gd name="connsiteX8866" fmla="*/ 8395191 w 10450132"/>
              <a:gd name="connsiteY8866" fmla="*/ 1961681 h 5450835"/>
              <a:gd name="connsiteX8867" fmla="*/ 8399723 w 10450132"/>
              <a:gd name="connsiteY8867" fmla="*/ 1953799 h 5450835"/>
              <a:gd name="connsiteX8868" fmla="*/ 8400511 w 10450132"/>
              <a:gd name="connsiteY8868" fmla="*/ 1953340 h 5450835"/>
              <a:gd name="connsiteX8869" fmla="*/ 8146065 w 10450132"/>
              <a:gd name="connsiteY8869" fmla="*/ 1953340 h 5450835"/>
              <a:gd name="connsiteX8870" fmla="*/ 8155129 w 10450132"/>
              <a:gd name="connsiteY8870" fmla="*/ 1953340 h 5450835"/>
              <a:gd name="connsiteX8871" fmla="*/ 8155917 w 10450132"/>
              <a:gd name="connsiteY8871" fmla="*/ 1953799 h 5450835"/>
              <a:gd name="connsiteX8872" fmla="*/ 8160449 w 10450132"/>
              <a:gd name="connsiteY8872" fmla="*/ 1961681 h 5450835"/>
              <a:gd name="connsiteX8873" fmla="*/ 8160449 w 10450132"/>
              <a:gd name="connsiteY8873" fmla="*/ 1962535 h 5450835"/>
              <a:gd name="connsiteX8874" fmla="*/ 8155917 w 10450132"/>
              <a:gd name="connsiteY8874" fmla="*/ 1970417 h 5450835"/>
              <a:gd name="connsiteX8875" fmla="*/ 8155129 w 10450132"/>
              <a:gd name="connsiteY8875" fmla="*/ 1970877 h 5450835"/>
              <a:gd name="connsiteX8876" fmla="*/ 8146065 w 10450132"/>
              <a:gd name="connsiteY8876" fmla="*/ 1970877 h 5450835"/>
              <a:gd name="connsiteX8877" fmla="*/ 8145277 w 10450132"/>
              <a:gd name="connsiteY8877" fmla="*/ 1970417 h 5450835"/>
              <a:gd name="connsiteX8878" fmla="*/ 8140745 w 10450132"/>
              <a:gd name="connsiteY8878" fmla="*/ 1962535 h 5450835"/>
              <a:gd name="connsiteX8879" fmla="*/ 8140745 w 10450132"/>
              <a:gd name="connsiteY8879" fmla="*/ 1961681 h 5450835"/>
              <a:gd name="connsiteX8880" fmla="*/ 8145277 w 10450132"/>
              <a:gd name="connsiteY8880" fmla="*/ 1953799 h 5450835"/>
              <a:gd name="connsiteX8881" fmla="*/ 8146065 w 10450132"/>
              <a:gd name="connsiteY8881" fmla="*/ 1953340 h 5450835"/>
              <a:gd name="connsiteX8882" fmla="*/ 7891684 w 10450132"/>
              <a:gd name="connsiteY8882" fmla="*/ 1953340 h 5450835"/>
              <a:gd name="connsiteX8883" fmla="*/ 7900748 w 10450132"/>
              <a:gd name="connsiteY8883" fmla="*/ 1953340 h 5450835"/>
              <a:gd name="connsiteX8884" fmla="*/ 7901536 w 10450132"/>
              <a:gd name="connsiteY8884" fmla="*/ 1953799 h 5450835"/>
              <a:gd name="connsiteX8885" fmla="*/ 7906067 w 10450132"/>
              <a:gd name="connsiteY8885" fmla="*/ 1961681 h 5450835"/>
              <a:gd name="connsiteX8886" fmla="*/ 7906067 w 10450132"/>
              <a:gd name="connsiteY8886" fmla="*/ 1962535 h 5450835"/>
              <a:gd name="connsiteX8887" fmla="*/ 7901536 w 10450132"/>
              <a:gd name="connsiteY8887" fmla="*/ 1970417 h 5450835"/>
              <a:gd name="connsiteX8888" fmla="*/ 7900748 w 10450132"/>
              <a:gd name="connsiteY8888" fmla="*/ 1970877 h 5450835"/>
              <a:gd name="connsiteX8889" fmla="*/ 7891684 w 10450132"/>
              <a:gd name="connsiteY8889" fmla="*/ 1970877 h 5450835"/>
              <a:gd name="connsiteX8890" fmla="*/ 7890896 w 10450132"/>
              <a:gd name="connsiteY8890" fmla="*/ 1970417 h 5450835"/>
              <a:gd name="connsiteX8891" fmla="*/ 7886363 w 10450132"/>
              <a:gd name="connsiteY8891" fmla="*/ 1962535 h 5450835"/>
              <a:gd name="connsiteX8892" fmla="*/ 7886363 w 10450132"/>
              <a:gd name="connsiteY8892" fmla="*/ 1961681 h 5450835"/>
              <a:gd name="connsiteX8893" fmla="*/ 7890896 w 10450132"/>
              <a:gd name="connsiteY8893" fmla="*/ 1953799 h 5450835"/>
              <a:gd name="connsiteX8894" fmla="*/ 7891684 w 10450132"/>
              <a:gd name="connsiteY8894" fmla="*/ 1953340 h 5450835"/>
              <a:gd name="connsiteX8895" fmla="*/ 7637304 w 10450132"/>
              <a:gd name="connsiteY8895" fmla="*/ 1953340 h 5450835"/>
              <a:gd name="connsiteX8896" fmla="*/ 7646367 w 10450132"/>
              <a:gd name="connsiteY8896" fmla="*/ 1953340 h 5450835"/>
              <a:gd name="connsiteX8897" fmla="*/ 7647156 w 10450132"/>
              <a:gd name="connsiteY8897" fmla="*/ 1953799 h 5450835"/>
              <a:gd name="connsiteX8898" fmla="*/ 7651687 w 10450132"/>
              <a:gd name="connsiteY8898" fmla="*/ 1961681 h 5450835"/>
              <a:gd name="connsiteX8899" fmla="*/ 7651687 w 10450132"/>
              <a:gd name="connsiteY8899" fmla="*/ 1962535 h 5450835"/>
              <a:gd name="connsiteX8900" fmla="*/ 7647156 w 10450132"/>
              <a:gd name="connsiteY8900" fmla="*/ 1970417 h 5450835"/>
              <a:gd name="connsiteX8901" fmla="*/ 7646367 w 10450132"/>
              <a:gd name="connsiteY8901" fmla="*/ 1970877 h 5450835"/>
              <a:gd name="connsiteX8902" fmla="*/ 7637304 w 10450132"/>
              <a:gd name="connsiteY8902" fmla="*/ 1970877 h 5450835"/>
              <a:gd name="connsiteX8903" fmla="*/ 7636516 w 10450132"/>
              <a:gd name="connsiteY8903" fmla="*/ 1970417 h 5450835"/>
              <a:gd name="connsiteX8904" fmla="*/ 7631983 w 10450132"/>
              <a:gd name="connsiteY8904" fmla="*/ 1962535 h 5450835"/>
              <a:gd name="connsiteX8905" fmla="*/ 7631983 w 10450132"/>
              <a:gd name="connsiteY8905" fmla="*/ 1961681 h 5450835"/>
              <a:gd name="connsiteX8906" fmla="*/ 7636516 w 10450132"/>
              <a:gd name="connsiteY8906" fmla="*/ 1953799 h 5450835"/>
              <a:gd name="connsiteX8907" fmla="*/ 7637304 w 10450132"/>
              <a:gd name="connsiteY8907" fmla="*/ 1953340 h 5450835"/>
              <a:gd name="connsiteX8908" fmla="*/ 7382923 w 10450132"/>
              <a:gd name="connsiteY8908" fmla="*/ 1953340 h 5450835"/>
              <a:gd name="connsiteX8909" fmla="*/ 7391987 w 10450132"/>
              <a:gd name="connsiteY8909" fmla="*/ 1953340 h 5450835"/>
              <a:gd name="connsiteX8910" fmla="*/ 7392775 w 10450132"/>
              <a:gd name="connsiteY8910" fmla="*/ 1953799 h 5450835"/>
              <a:gd name="connsiteX8911" fmla="*/ 7397307 w 10450132"/>
              <a:gd name="connsiteY8911" fmla="*/ 1961681 h 5450835"/>
              <a:gd name="connsiteX8912" fmla="*/ 7397307 w 10450132"/>
              <a:gd name="connsiteY8912" fmla="*/ 1962535 h 5450835"/>
              <a:gd name="connsiteX8913" fmla="*/ 7392775 w 10450132"/>
              <a:gd name="connsiteY8913" fmla="*/ 1970417 h 5450835"/>
              <a:gd name="connsiteX8914" fmla="*/ 7391987 w 10450132"/>
              <a:gd name="connsiteY8914" fmla="*/ 1970877 h 5450835"/>
              <a:gd name="connsiteX8915" fmla="*/ 7382923 w 10450132"/>
              <a:gd name="connsiteY8915" fmla="*/ 1970877 h 5450835"/>
              <a:gd name="connsiteX8916" fmla="*/ 7382135 w 10450132"/>
              <a:gd name="connsiteY8916" fmla="*/ 1970417 h 5450835"/>
              <a:gd name="connsiteX8917" fmla="*/ 7377602 w 10450132"/>
              <a:gd name="connsiteY8917" fmla="*/ 1962535 h 5450835"/>
              <a:gd name="connsiteX8918" fmla="*/ 7377602 w 10450132"/>
              <a:gd name="connsiteY8918" fmla="*/ 1961681 h 5450835"/>
              <a:gd name="connsiteX8919" fmla="*/ 7382135 w 10450132"/>
              <a:gd name="connsiteY8919" fmla="*/ 1953799 h 5450835"/>
              <a:gd name="connsiteX8920" fmla="*/ 7382923 w 10450132"/>
              <a:gd name="connsiteY8920" fmla="*/ 1953340 h 5450835"/>
              <a:gd name="connsiteX8921" fmla="*/ 7128477 w 10450132"/>
              <a:gd name="connsiteY8921" fmla="*/ 1953340 h 5450835"/>
              <a:gd name="connsiteX8922" fmla="*/ 7137540 w 10450132"/>
              <a:gd name="connsiteY8922" fmla="*/ 1953340 h 5450835"/>
              <a:gd name="connsiteX8923" fmla="*/ 7138328 w 10450132"/>
              <a:gd name="connsiteY8923" fmla="*/ 1953799 h 5450835"/>
              <a:gd name="connsiteX8924" fmla="*/ 7142860 w 10450132"/>
              <a:gd name="connsiteY8924" fmla="*/ 1961681 h 5450835"/>
              <a:gd name="connsiteX8925" fmla="*/ 7142860 w 10450132"/>
              <a:gd name="connsiteY8925" fmla="*/ 1962535 h 5450835"/>
              <a:gd name="connsiteX8926" fmla="*/ 7138328 w 10450132"/>
              <a:gd name="connsiteY8926" fmla="*/ 1970417 h 5450835"/>
              <a:gd name="connsiteX8927" fmla="*/ 7137540 w 10450132"/>
              <a:gd name="connsiteY8927" fmla="*/ 1970877 h 5450835"/>
              <a:gd name="connsiteX8928" fmla="*/ 7128477 w 10450132"/>
              <a:gd name="connsiteY8928" fmla="*/ 1970877 h 5450835"/>
              <a:gd name="connsiteX8929" fmla="*/ 7127689 w 10450132"/>
              <a:gd name="connsiteY8929" fmla="*/ 1970417 h 5450835"/>
              <a:gd name="connsiteX8930" fmla="*/ 7123156 w 10450132"/>
              <a:gd name="connsiteY8930" fmla="*/ 1962535 h 5450835"/>
              <a:gd name="connsiteX8931" fmla="*/ 7123156 w 10450132"/>
              <a:gd name="connsiteY8931" fmla="*/ 1961681 h 5450835"/>
              <a:gd name="connsiteX8932" fmla="*/ 7127689 w 10450132"/>
              <a:gd name="connsiteY8932" fmla="*/ 1953799 h 5450835"/>
              <a:gd name="connsiteX8933" fmla="*/ 7128477 w 10450132"/>
              <a:gd name="connsiteY8933" fmla="*/ 1953340 h 5450835"/>
              <a:gd name="connsiteX8934" fmla="*/ 6874095 w 10450132"/>
              <a:gd name="connsiteY8934" fmla="*/ 1953340 h 5450835"/>
              <a:gd name="connsiteX8935" fmla="*/ 6883159 w 10450132"/>
              <a:gd name="connsiteY8935" fmla="*/ 1953340 h 5450835"/>
              <a:gd name="connsiteX8936" fmla="*/ 6883947 w 10450132"/>
              <a:gd name="connsiteY8936" fmla="*/ 1953799 h 5450835"/>
              <a:gd name="connsiteX8937" fmla="*/ 6888480 w 10450132"/>
              <a:gd name="connsiteY8937" fmla="*/ 1961681 h 5450835"/>
              <a:gd name="connsiteX8938" fmla="*/ 6888480 w 10450132"/>
              <a:gd name="connsiteY8938" fmla="*/ 1962535 h 5450835"/>
              <a:gd name="connsiteX8939" fmla="*/ 6883947 w 10450132"/>
              <a:gd name="connsiteY8939" fmla="*/ 1970417 h 5450835"/>
              <a:gd name="connsiteX8940" fmla="*/ 6883159 w 10450132"/>
              <a:gd name="connsiteY8940" fmla="*/ 1970877 h 5450835"/>
              <a:gd name="connsiteX8941" fmla="*/ 6874095 w 10450132"/>
              <a:gd name="connsiteY8941" fmla="*/ 1970877 h 5450835"/>
              <a:gd name="connsiteX8942" fmla="*/ 6873307 w 10450132"/>
              <a:gd name="connsiteY8942" fmla="*/ 1970417 h 5450835"/>
              <a:gd name="connsiteX8943" fmla="*/ 6868775 w 10450132"/>
              <a:gd name="connsiteY8943" fmla="*/ 1962535 h 5450835"/>
              <a:gd name="connsiteX8944" fmla="*/ 6868775 w 10450132"/>
              <a:gd name="connsiteY8944" fmla="*/ 1961681 h 5450835"/>
              <a:gd name="connsiteX8945" fmla="*/ 6873307 w 10450132"/>
              <a:gd name="connsiteY8945" fmla="*/ 1953799 h 5450835"/>
              <a:gd name="connsiteX8946" fmla="*/ 6874095 w 10450132"/>
              <a:gd name="connsiteY8946" fmla="*/ 1953340 h 5450835"/>
              <a:gd name="connsiteX8947" fmla="*/ 6619714 w 10450132"/>
              <a:gd name="connsiteY8947" fmla="*/ 1953340 h 5450835"/>
              <a:gd name="connsiteX8948" fmla="*/ 6628778 w 10450132"/>
              <a:gd name="connsiteY8948" fmla="*/ 1953340 h 5450835"/>
              <a:gd name="connsiteX8949" fmla="*/ 6629566 w 10450132"/>
              <a:gd name="connsiteY8949" fmla="*/ 1953799 h 5450835"/>
              <a:gd name="connsiteX8950" fmla="*/ 6634099 w 10450132"/>
              <a:gd name="connsiteY8950" fmla="*/ 1961681 h 5450835"/>
              <a:gd name="connsiteX8951" fmla="*/ 6634099 w 10450132"/>
              <a:gd name="connsiteY8951" fmla="*/ 1962535 h 5450835"/>
              <a:gd name="connsiteX8952" fmla="*/ 6629566 w 10450132"/>
              <a:gd name="connsiteY8952" fmla="*/ 1970417 h 5450835"/>
              <a:gd name="connsiteX8953" fmla="*/ 6628778 w 10450132"/>
              <a:gd name="connsiteY8953" fmla="*/ 1970877 h 5450835"/>
              <a:gd name="connsiteX8954" fmla="*/ 6619714 w 10450132"/>
              <a:gd name="connsiteY8954" fmla="*/ 1970877 h 5450835"/>
              <a:gd name="connsiteX8955" fmla="*/ 6618926 w 10450132"/>
              <a:gd name="connsiteY8955" fmla="*/ 1970417 h 5450835"/>
              <a:gd name="connsiteX8956" fmla="*/ 6614394 w 10450132"/>
              <a:gd name="connsiteY8956" fmla="*/ 1962535 h 5450835"/>
              <a:gd name="connsiteX8957" fmla="*/ 6614394 w 10450132"/>
              <a:gd name="connsiteY8957" fmla="*/ 1961681 h 5450835"/>
              <a:gd name="connsiteX8958" fmla="*/ 6618926 w 10450132"/>
              <a:gd name="connsiteY8958" fmla="*/ 1953799 h 5450835"/>
              <a:gd name="connsiteX8959" fmla="*/ 6619714 w 10450132"/>
              <a:gd name="connsiteY8959" fmla="*/ 1953340 h 5450835"/>
              <a:gd name="connsiteX8960" fmla="*/ 6365334 w 10450132"/>
              <a:gd name="connsiteY8960" fmla="*/ 1953340 h 5450835"/>
              <a:gd name="connsiteX8961" fmla="*/ 6374397 w 10450132"/>
              <a:gd name="connsiteY8961" fmla="*/ 1953340 h 5450835"/>
              <a:gd name="connsiteX8962" fmla="*/ 6375186 w 10450132"/>
              <a:gd name="connsiteY8962" fmla="*/ 1953799 h 5450835"/>
              <a:gd name="connsiteX8963" fmla="*/ 6379718 w 10450132"/>
              <a:gd name="connsiteY8963" fmla="*/ 1961681 h 5450835"/>
              <a:gd name="connsiteX8964" fmla="*/ 6379718 w 10450132"/>
              <a:gd name="connsiteY8964" fmla="*/ 1962535 h 5450835"/>
              <a:gd name="connsiteX8965" fmla="*/ 6375186 w 10450132"/>
              <a:gd name="connsiteY8965" fmla="*/ 1970417 h 5450835"/>
              <a:gd name="connsiteX8966" fmla="*/ 6374397 w 10450132"/>
              <a:gd name="connsiteY8966" fmla="*/ 1970877 h 5450835"/>
              <a:gd name="connsiteX8967" fmla="*/ 6365334 w 10450132"/>
              <a:gd name="connsiteY8967" fmla="*/ 1970877 h 5450835"/>
              <a:gd name="connsiteX8968" fmla="*/ 6364546 w 10450132"/>
              <a:gd name="connsiteY8968" fmla="*/ 1970417 h 5450835"/>
              <a:gd name="connsiteX8969" fmla="*/ 6360014 w 10450132"/>
              <a:gd name="connsiteY8969" fmla="*/ 1962535 h 5450835"/>
              <a:gd name="connsiteX8970" fmla="*/ 6360014 w 10450132"/>
              <a:gd name="connsiteY8970" fmla="*/ 1961681 h 5450835"/>
              <a:gd name="connsiteX8971" fmla="*/ 6364546 w 10450132"/>
              <a:gd name="connsiteY8971" fmla="*/ 1953799 h 5450835"/>
              <a:gd name="connsiteX8972" fmla="*/ 6365334 w 10450132"/>
              <a:gd name="connsiteY8972" fmla="*/ 1953340 h 5450835"/>
              <a:gd name="connsiteX8973" fmla="*/ 6110888 w 10450132"/>
              <a:gd name="connsiteY8973" fmla="*/ 1953340 h 5450835"/>
              <a:gd name="connsiteX8974" fmla="*/ 6119953 w 10450132"/>
              <a:gd name="connsiteY8974" fmla="*/ 1953340 h 5450835"/>
              <a:gd name="connsiteX8975" fmla="*/ 6120740 w 10450132"/>
              <a:gd name="connsiteY8975" fmla="*/ 1953799 h 5450835"/>
              <a:gd name="connsiteX8976" fmla="*/ 6125272 w 10450132"/>
              <a:gd name="connsiteY8976" fmla="*/ 1961681 h 5450835"/>
              <a:gd name="connsiteX8977" fmla="*/ 6125272 w 10450132"/>
              <a:gd name="connsiteY8977" fmla="*/ 1962535 h 5450835"/>
              <a:gd name="connsiteX8978" fmla="*/ 6120740 w 10450132"/>
              <a:gd name="connsiteY8978" fmla="*/ 1970417 h 5450835"/>
              <a:gd name="connsiteX8979" fmla="*/ 6119953 w 10450132"/>
              <a:gd name="connsiteY8979" fmla="*/ 1970877 h 5450835"/>
              <a:gd name="connsiteX8980" fmla="*/ 6110888 w 10450132"/>
              <a:gd name="connsiteY8980" fmla="*/ 1970877 h 5450835"/>
              <a:gd name="connsiteX8981" fmla="*/ 6110101 w 10450132"/>
              <a:gd name="connsiteY8981" fmla="*/ 1970417 h 5450835"/>
              <a:gd name="connsiteX8982" fmla="*/ 6105567 w 10450132"/>
              <a:gd name="connsiteY8982" fmla="*/ 1962535 h 5450835"/>
              <a:gd name="connsiteX8983" fmla="*/ 6105567 w 10450132"/>
              <a:gd name="connsiteY8983" fmla="*/ 1961681 h 5450835"/>
              <a:gd name="connsiteX8984" fmla="*/ 6110101 w 10450132"/>
              <a:gd name="connsiteY8984" fmla="*/ 1953799 h 5450835"/>
              <a:gd name="connsiteX8985" fmla="*/ 6110888 w 10450132"/>
              <a:gd name="connsiteY8985" fmla="*/ 1953340 h 5450835"/>
              <a:gd name="connsiteX8986" fmla="*/ 5856508 w 10450132"/>
              <a:gd name="connsiteY8986" fmla="*/ 1953340 h 5450835"/>
              <a:gd name="connsiteX8987" fmla="*/ 5865571 w 10450132"/>
              <a:gd name="connsiteY8987" fmla="*/ 1953340 h 5450835"/>
              <a:gd name="connsiteX8988" fmla="*/ 5866359 w 10450132"/>
              <a:gd name="connsiteY8988" fmla="*/ 1953799 h 5450835"/>
              <a:gd name="connsiteX8989" fmla="*/ 5870891 w 10450132"/>
              <a:gd name="connsiteY8989" fmla="*/ 1961681 h 5450835"/>
              <a:gd name="connsiteX8990" fmla="*/ 5870891 w 10450132"/>
              <a:gd name="connsiteY8990" fmla="*/ 1962535 h 5450835"/>
              <a:gd name="connsiteX8991" fmla="*/ 5866359 w 10450132"/>
              <a:gd name="connsiteY8991" fmla="*/ 1970417 h 5450835"/>
              <a:gd name="connsiteX8992" fmla="*/ 5865571 w 10450132"/>
              <a:gd name="connsiteY8992" fmla="*/ 1970877 h 5450835"/>
              <a:gd name="connsiteX8993" fmla="*/ 5856508 w 10450132"/>
              <a:gd name="connsiteY8993" fmla="*/ 1970877 h 5450835"/>
              <a:gd name="connsiteX8994" fmla="*/ 5855720 w 10450132"/>
              <a:gd name="connsiteY8994" fmla="*/ 1970417 h 5450835"/>
              <a:gd name="connsiteX8995" fmla="*/ 5851187 w 10450132"/>
              <a:gd name="connsiteY8995" fmla="*/ 1962535 h 5450835"/>
              <a:gd name="connsiteX8996" fmla="*/ 5851187 w 10450132"/>
              <a:gd name="connsiteY8996" fmla="*/ 1961681 h 5450835"/>
              <a:gd name="connsiteX8997" fmla="*/ 5855720 w 10450132"/>
              <a:gd name="connsiteY8997" fmla="*/ 1953799 h 5450835"/>
              <a:gd name="connsiteX8998" fmla="*/ 5856508 w 10450132"/>
              <a:gd name="connsiteY8998" fmla="*/ 1953340 h 5450835"/>
              <a:gd name="connsiteX8999" fmla="*/ 5602126 w 10450132"/>
              <a:gd name="connsiteY8999" fmla="*/ 1953340 h 5450835"/>
              <a:gd name="connsiteX9000" fmla="*/ 5611191 w 10450132"/>
              <a:gd name="connsiteY9000" fmla="*/ 1953340 h 5450835"/>
              <a:gd name="connsiteX9001" fmla="*/ 5611979 w 10450132"/>
              <a:gd name="connsiteY9001" fmla="*/ 1953799 h 5450835"/>
              <a:gd name="connsiteX9002" fmla="*/ 5616511 w 10450132"/>
              <a:gd name="connsiteY9002" fmla="*/ 1961681 h 5450835"/>
              <a:gd name="connsiteX9003" fmla="*/ 5616511 w 10450132"/>
              <a:gd name="connsiteY9003" fmla="*/ 1962535 h 5450835"/>
              <a:gd name="connsiteX9004" fmla="*/ 5611979 w 10450132"/>
              <a:gd name="connsiteY9004" fmla="*/ 1970417 h 5450835"/>
              <a:gd name="connsiteX9005" fmla="*/ 5611191 w 10450132"/>
              <a:gd name="connsiteY9005" fmla="*/ 1970877 h 5450835"/>
              <a:gd name="connsiteX9006" fmla="*/ 5602126 w 10450132"/>
              <a:gd name="connsiteY9006" fmla="*/ 1970877 h 5450835"/>
              <a:gd name="connsiteX9007" fmla="*/ 5601338 w 10450132"/>
              <a:gd name="connsiteY9007" fmla="*/ 1970417 h 5450835"/>
              <a:gd name="connsiteX9008" fmla="*/ 5596807 w 10450132"/>
              <a:gd name="connsiteY9008" fmla="*/ 1962535 h 5450835"/>
              <a:gd name="connsiteX9009" fmla="*/ 5596807 w 10450132"/>
              <a:gd name="connsiteY9009" fmla="*/ 1961681 h 5450835"/>
              <a:gd name="connsiteX9010" fmla="*/ 5601338 w 10450132"/>
              <a:gd name="connsiteY9010" fmla="*/ 1953799 h 5450835"/>
              <a:gd name="connsiteX9011" fmla="*/ 5602126 w 10450132"/>
              <a:gd name="connsiteY9011" fmla="*/ 1953340 h 5450835"/>
              <a:gd name="connsiteX9012" fmla="*/ 5347746 w 10450132"/>
              <a:gd name="connsiteY9012" fmla="*/ 1953340 h 5450835"/>
              <a:gd name="connsiteX9013" fmla="*/ 5356810 w 10450132"/>
              <a:gd name="connsiteY9013" fmla="*/ 1953340 h 5450835"/>
              <a:gd name="connsiteX9014" fmla="*/ 5357598 w 10450132"/>
              <a:gd name="connsiteY9014" fmla="*/ 1953799 h 5450835"/>
              <a:gd name="connsiteX9015" fmla="*/ 5362130 w 10450132"/>
              <a:gd name="connsiteY9015" fmla="*/ 1961681 h 5450835"/>
              <a:gd name="connsiteX9016" fmla="*/ 5362130 w 10450132"/>
              <a:gd name="connsiteY9016" fmla="*/ 1962535 h 5450835"/>
              <a:gd name="connsiteX9017" fmla="*/ 5357598 w 10450132"/>
              <a:gd name="connsiteY9017" fmla="*/ 1970417 h 5450835"/>
              <a:gd name="connsiteX9018" fmla="*/ 5356810 w 10450132"/>
              <a:gd name="connsiteY9018" fmla="*/ 1970877 h 5450835"/>
              <a:gd name="connsiteX9019" fmla="*/ 5347746 w 10450132"/>
              <a:gd name="connsiteY9019" fmla="*/ 1970877 h 5450835"/>
              <a:gd name="connsiteX9020" fmla="*/ 5346958 w 10450132"/>
              <a:gd name="connsiteY9020" fmla="*/ 1970417 h 5450835"/>
              <a:gd name="connsiteX9021" fmla="*/ 5342425 w 10450132"/>
              <a:gd name="connsiteY9021" fmla="*/ 1962535 h 5450835"/>
              <a:gd name="connsiteX9022" fmla="*/ 5342425 w 10450132"/>
              <a:gd name="connsiteY9022" fmla="*/ 1961681 h 5450835"/>
              <a:gd name="connsiteX9023" fmla="*/ 5346958 w 10450132"/>
              <a:gd name="connsiteY9023" fmla="*/ 1953799 h 5450835"/>
              <a:gd name="connsiteX9024" fmla="*/ 5347746 w 10450132"/>
              <a:gd name="connsiteY9024" fmla="*/ 1953340 h 5450835"/>
              <a:gd name="connsiteX9025" fmla="*/ 5093300 w 10450132"/>
              <a:gd name="connsiteY9025" fmla="*/ 1953340 h 5450835"/>
              <a:gd name="connsiteX9026" fmla="*/ 5102364 w 10450132"/>
              <a:gd name="connsiteY9026" fmla="*/ 1953340 h 5450835"/>
              <a:gd name="connsiteX9027" fmla="*/ 5103153 w 10450132"/>
              <a:gd name="connsiteY9027" fmla="*/ 1953799 h 5450835"/>
              <a:gd name="connsiteX9028" fmla="*/ 5107684 w 10450132"/>
              <a:gd name="connsiteY9028" fmla="*/ 1961681 h 5450835"/>
              <a:gd name="connsiteX9029" fmla="*/ 5107684 w 10450132"/>
              <a:gd name="connsiteY9029" fmla="*/ 1962535 h 5450835"/>
              <a:gd name="connsiteX9030" fmla="*/ 5103153 w 10450132"/>
              <a:gd name="connsiteY9030" fmla="*/ 1970417 h 5450835"/>
              <a:gd name="connsiteX9031" fmla="*/ 5102364 w 10450132"/>
              <a:gd name="connsiteY9031" fmla="*/ 1970877 h 5450835"/>
              <a:gd name="connsiteX9032" fmla="*/ 5093300 w 10450132"/>
              <a:gd name="connsiteY9032" fmla="*/ 1970877 h 5450835"/>
              <a:gd name="connsiteX9033" fmla="*/ 5092512 w 10450132"/>
              <a:gd name="connsiteY9033" fmla="*/ 1970417 h 5450835"/>
              <a:gd name="connsiteX9034" fmla="*/ 5087979 w 10450132"/>
              <a:gd name="connsiteY9034" fmla="*/ 1962535 h 5450835"/>
              <a:gd name="connsiteX9035" fmla="*/ 5087979 w 10450132"/>
              <a:gd name="connsiteY9035" fmla="*/ 1961681 h 5450835"/>
              <a:gd name="connsiteX9036" fmla="*/ 5092512 w 10450132"/>
              <a:gd name="connsiteY9036" fmla="*/ 1953799 h 5450835"/>
              <a:gd name="connsiteX9037" fmla="*/ 5093300 w 10450132"/>
              <a:gd name="connsiteY9037" fmla="*/ 1953340 h 5450835"/>
              <a:gd name="connsiteX9038" fmla="*/ 4838919 w 10450132"/>
              <a:gd name="connsiteY9038" fmla="*/ 1953340 h 5450835"/>
              <a:gd name="connsiteX9039" fmla="*/ 4847982 w 10450132"/>
              <a:gd name="connsiteY9039" fmla="*/ 1953340 h 5450835"/>
              <a:gd name="connsiteX9040" fmla="*/ 4848772 w 10450132"/>
              <a:gd name="connsiteY9040" fmla="*/ 1953799 h 5450835"/>
              <a:gd name="connsiteX9041" fmla="*/ 4853303 w 10450132"/>
              <a:gd name="connsiteY9041" fmla="*/ 1961681 h 5450835"/>
              <a:gd name="connsiteX9042" fmla="*/ 4853303 w 10450132"/>
              <a:gd name="connsiteY9042" fmla="*/ 1962535 h 5450835"/>
              <a:gd name="connsiteX9043" fmla="*/ 4848772 w 10450132"/>
              <a:gd name="connsiteY9043" fmla="*/ 1970417 h 5450835"/>
              <a:gd name="connsiteX9044" fmla="*/ 4847982 w 10450132"/>
              <a:gd name="connsiteY9044" fmla="*/ 1970877 h 5450835"/>
              <a:gd name="connsiteX9045" fmla="*/ 4838919 w 10450132"/>
              <a:gd name="connsiteY9045" fmla="*/ 1970877 h 5450835"/>
              <a:gd name="connsiteX9046" fmla="*/ 4838132 w 10450132"/>
              <a:gd name="connsiteY9046" fmla="*/ 1970417 h 5450835"/>
              <a:gd name="connsiteX9047" fmla="*/ 4833598 w 10450132"/>
              <a:gd name="connsiteY9047" fmla="*/ 1962535 h 5450835"/>
              <a:gd name="connsiteX9048" fmla="*/ 4833598 w 10450132"/>
              <a:gd name="connsiteY9048" fmla="*/ 1961681 h 5450835"/>
              <a:gd name="connsiteX9049" fmla="*/ 4838132 w 10450132"/>
              <a:gd name="connsiteY9049" fmla="*/ 1953799 h 5450835"/>
              <a:gd name="connsiteX9050" fmla="*/ 4838919 w 10450132"/>
              <a:gd name="connsiteY9050" fmla="*/ 1953340 h 5450835"/>
              <a:gd name="connsiteX9051" fmla="*/ 4584538 w 10450132"/>
              <a:gd name="connsiteY9051" fmla="*/ 1953340 h 5450835"/>
              <a:gd name="connsiteX9052" fmla="*/ 4593603 w 10450132"/>
              <a:gd name="connsiteY9052" fmla="*/ 1953340 h 5450835"/>
              <a:gd name="connsiteX9053" fmla="*/ 4594390 w 10450132"/>
              <a:gd name="connsiteY9053" fmla="*/ 1953799 h 5450835"/>
              <a:gd name="connsiteX9054" fmla="*/ 4598922 w 10450132"/>
              <a:gd name="connsiteY9054" fmla="*/ 1961681 h 5450835"/>
              <a:gd name="connsiteX9055" fmla="*/ 4598922 w 10450132"/>
              <a:gd name="connsiteY9055" fmla="*/ 1962535 h 5450835"/>
              <a:gd name="connsiteX9056" fmla="*/ 4594390 w 10450132"/>
              <a:gd name="connsiteY9056" fmla="*/ 1970417 h 5450835"/>
              <a:gd name="connsiteX9057" fmla="*/ 4593603 w 10450132"/>
              <a:gd name="connsiteY9057" fmla="*/ 1970877 h 5450835"/>
              <a:gd name="connsiteX9058" fmla="*/ 4584538 w 10450132"/>
              <a:gd name="connsiteY9058" fmla="*/ 1970877 h 5450835"/>
              <a:gd name="connsiteX9059" fmla="*/ 4583749 w 10450132"/>
              <a:gd name="connsiteY9059" fmla="*/ 1970417 h 5450835"/>
              <a:gd name="connsiteX9060" fmla="*/ 4579218 w 10450132"/>
              <a:gd name="connsiteY9060" fmla="*/ 1962535 h 5450835"/>
              <a:gd name="connsiteX9061" fmla="*/ 4579218 w 10450132"/>
              <a:gd name="connsiteY9061" fmla="*/ 1961681 h 5450835"/>
              <a:gd name="connsiteX9062" fmla="*/ 4583749 w 10450132"/>
              <a:gd name="connsiteY9062" fmla="*/ 1953799 h 5450835"/>
              <a:gd name="connsiteX9063" fmla="*/ 4584538 w 10450132"/>
              <a:gd name="connsiteY9063" fmla="*/ 1953340 h 5450835"/>
              <a:gd name="connsiteX9064" fmla="*/ 4330157 w 10450132"/>
              <a:gd name="connsiteY9064" fmla="*/ 1953340 h 5450835"/>
              <a:gd name="connsiteX9065" fmla="*/ 4339222 w 10450132"/>
              <a:gd name="connsiteY9065" fmla="*/ 1953340 h 5450835"/>
              <a:gd name="connsiteX9066" fmla="*/ 4340010 w 10450132"/>
              <a:gd name="connsiteY9066" fmla="*/ 1953799 h 5450835"/>
              <a:gd name="connsiteX9067" fmla="*/ 4344540 w 10450132"/>
              <a:gd name="connsiteY9067" fmla="*/ 1961681 h 5450835"/>
              <a:gd name="connsiteX9068" fmla="*/ 4344540 w 10450132"/>
              <a:gd name="connsiteY9068" fmla="*/ 1962535 h 5450835"/>
              <a:gd name="connsiteX9069" fmla="*/ 4340010 w 10450132"/>
              <a:gd name="connsiteY9069" fmla="*/ 1970417 h 5450835"/>
              <a:gd name="connsiteX9070" fmla="*/ 4339222 w 10450132"/>
              <a:gd name="connsiteY9070" fmla="*/ 1970877 h 5450835"/>
              <a:gd name="connsiteX9071" fmla="*/ 4330157 w 10450132"/>
              <a:gd name="connsiteY9071" fmla="*/ 1970877 h 5450835"/>
              <a:gd name="connsiteX9072" fmla="*/ 4329369 w 10450132"/>
              <a:gd name="connsiteY9072" fmla="*/ 1970417 h 5450835"/>
              <a:gd name="connsiteX9073" fmla="*/ 4324836 w 10450132"/>
              <a:gd name="connsiteY9073" fmla="*/ 1962535 h 5450835"/>
              <a:gd name="connsiteX9074" fmla="*/ 4324836 w 10450132"/>
              <a:gd name="connsiteY9074" fmla="*/ 1961681 h 5450835"/>
              <a:gd name="connsiteX9075" fmla="*/ 4329369 w 10450132"/>
              <a:gd name="connsiteY9075" fmla="*/ 1953799 h 5450835"/>
              <a:gd name="connsiteX9076" fmla="*/ 4330157 w 10450132"/>
              <a:gd name="connsiteY9076" fmla="*/ 1953340 h 5450835"/>
              <a:gd name="connsiteX9077" fmla="*/ 4075985 w 10450132"/>
              <a:gd name="connsiteY9077" fmla="*/ 1953340 h 5450835"/>
              <a:gd name="connsiteX9078" fmla="*/ 4085050 w 10450132"/>
              <a:gd name="connsiteY9078" fmla="*/ 1953340 h 5450835"/>
              <a:gd name="connsiteX9079" fmla="*/ 4085839 w 10450132"/>
              <a:gd name="connsiteY9079" fmla="*/ 1953799 h 5450835"/>
              <a:gd name="connsiteX9080" fmla="*/ 4090370 w 10450132"/>
              <a:gd name="connsiteY9080" fmla="*/ 1961681 h 5450835"/>
              <a:gd name="connsiteX9081" fmla="*/ 4090370 w 10450132"/>
              <a:gd name="connsiteY9081" fmla="*/ 1962535 h 5450835"/>
              <a:gd name="connsiteX9082" fmla="*/ 4085839 w 10450132"/>
              <a:gd name="connsiteY9082" fmla="*/ 1970417 h 5450835"/>
              <a:gd name="connsiteX9083" fmla="*/ 4085050 w 10450132"/>
              <a:gd name="connsiteY9083" fmla="*/ 1970877 h 5450835"/>
              <a:gd name="connsiteX9084" fmla="*/ 4075985 w 10450132"/>
              <a:gd name="connsiteY9084" fmla="*/ 1970877 h 5450835"/>
              <a:gd name="connsiteX9085" fmla="*/ 4075197 w 10450132"/>
              <a:gd name="connsiteY9085" fmla="*/ 1970417 h 5450835"/>
              <a:gd name="connsiteX9086" fmla="*/ 4070667 w 10450132"/>
              <a:gd name="connsiteY9086" fmla="*/ 1962535 h 5450835"/>
              <a:gd name="connsiteX9087" fmla="*/ 4070667 w 10450132"/>
              <a:gd name="connsiteY9087" fmla="*/ 1961681 h 5450835"/>
              <a:gd name="connsiteX9088" fmla="*/ 4075197 w 10450132"/>
              <a:gd name="connsiteY9088" fmla="*/ 1953799 h 5450835"/>
              <a:gd name="connsiteX9089" fmla="*/ 4075985 w 10450132"/>
              <a:gd name="connsiteY9089" fmla="*/ 1953340 h 5450835"/>
              <a:gd name="connsiteX9090" fmla="*/ 3821334 w 10450132"/>
              <a:gd name="connsiteY9090" fmla="*/ 1953340 h 5450835"/>
              <a:gd name="connsiteX9091" fmla="*/ 3830399 w 10450132"/>
              <a:gd name="connsiteY9091" fmla="*/ 1953340 h 5450835"/>
              <a:gd name="connsiteX9092" fmla="*/ 3831189 w 10450132"/>
              <a:gd name="connsiteY9092" fmla="*/ 1953799 h 5450835"/>
              <a:gd name="connsiteX9093" fmla="*/ 3835720 w 10450132"/>
              <a:gd name="connsiteY9093" fmla="*/ 1961681 h 5450835"/>
              <a:gd name="connsiteX9094" fmla="*/ 3835720 w 10450132"/>
              <a:gd name="connsiteY9094" fmla="*/ 1962535 h 5450835"/>
              <a:gd name="connsiteX9095" fmla="*/ 3831189 w 10450132"/>
              <a:gd name="connsiteY9095" fmla="*/ 1970417 h 5450835"/>
              <a:gd name="connsiteX9096" fmla="*/ 3830399 w 10450132"/>
              <a:gd name="connsiteY9096" fmla="*/ 1970877 h 5450835"/>
              <a:gd name="connsiteX9097" fmla="*/ 3821334 w 10450132"/>
              <a:gd name="connsiteY9097" fmla="*/ 1970877 h 5450835"/>
              <a:gd name="connsiteX9098" fmla="*/ 3820547 w 10450132"/>
              <a:gd name="connsiteY9098" fmla="*/ 1970417 h 5450835"/>
              <a:gd name="connsiteX9099" fmla="*/ 3816014 w 10450132"/>
              <a:gd name="connsiteY9099" fmla="*/ 1962535 h 5450835"/>
              <a:gd name="connsiteX9100" fmla="*/ 3816014 w 10450132"/>
              <a:gd name="connsiteY9100" fmla="*/ 1961681 h 5450835"/>
              <a:gd name="connsiteX9101" fmla="*/ 3820547 w 10450132"/>
              <a:gd name="connsiteY9101" fmla="*/ 1953799 h 5450835"/>
              <a:gd name="connsiteX9102" fmla="*/ 3821334 w 10450132"/>
              <a:gd name="connsiteY9102" fmla="*/ 1953340 h 5450835"/>
              <a:gd name="connsiteX9103" fmla="*/ 3567051 w 10450132"/>
              <a:gd name="connsiteY9103" fmla="*/ 1953340 h 5450835"/>
              <a:gd name="connsiteX9104" fmla="*/ 3576117 w 10450132"/>
              <a:gd name="connsiteY9104" fmla="*/ 1953340 h 5450835"/>
              <a:gd name="connsiteX9105" fmla="*/ 3576905 w 10450132"/>
              <a:gd name="connsiteY9105" fmla="*/ 1953799 h 5450835"/>
              <a:gd name="connsiteX9106" fmla="*/ 3581437 w 10450132"/>
              <a:gd name="connsiteY9106" fmla="*/ 1961681 h 5450835"/>
              <a:gd name="connsiteX9107" fmla="*/ 3581437 w 10450132"/>
              <a:gd name="connsiteY9107" fmla="*/ 1962535 h 5450835"/>
              <a:gd name="connsiteX9108" fmla="*/ 3576905 w 10450132"/>
              <a:gd name="connsiteY9108" fmla="*/ 1970417 h 5450835"/>
              <a:gd name="connsiteX9109" fmla="*/ 3576117 w 10450132"/>
              <a:gd name="connsiteY9109" fmla="*/ 1970877 h 5450835"/>
              <a:gd name="connsiteX9110" fmla="*/ 3567051 w 10450132"/>
              <a:gd name="connsiteY9110" fmla="*/ 1970877 h 5450835"/>
              <a:gd name="connsiteX9111" fmla="*/ 3566264 w 10450132"/>
              <a:gd name="connsiteY9111" fmla="*/ 1970417 h 5450835"/>
              <a:gd name="connsiteX9112" fmla="*/ 3561730 w 10450132"/>
              <a:gd name="connsiteY9112" fmla="*/ 1962535 h 5450835"/>
              <a:gd name="connsiteX9113" fmla="*/ 3561730 w 10450132"/>
              <a:gd name="connsiteY9113" fmla="*/ 1961681 h 5450835"/>
              <a:gd name="connsiteX9114" fmla="*/ 3566264 w 10450132"/>
              <a:gd name="connsiteY9114" fmla="*/ 1953799 h 5450835"/>
              <a:gd name="connsiteX9115" fmla="*/ 3567051 w 10450132"/>
              <a:gd name="connsiteY9115" fmla="*/ 1953340 h 5450835"/>
              <a:gd name="connsiteX9116" fmla="*/ 3312675 w 10450132"/>
              <a:gd name="connsiteY9116" fmla="*/ 1953340 h 5450835"/>
              <a:gd name="connsiteX9117" fmla="*/ 3321739 w 10450132"/>
              <a:gd name="connsiteY9117" fmla="*/ 1953340 h 5450835"/>
              <a:gd name="connsiteX9118" fmla="*/ 3322527 w 10450132"/>
              <a:gd name="connsiteY9118" fmla="*/ 1953799 h 5450835"/>
              <a:gd name="connsiteX9119" fmla="*/ 3327058 w 10450132"/>
              <a:gd name="connsiteY9119" fmla="*/ 1961681 h 5450835"/>
              <a:gd name="connsiteX9120" fmla="*/ 3327058 w 10450132"/>
              <a:gd name="connsiteY9120" fmla="*/ 1962535 h 5450835"/>
              <a:gd name="connsiteX9121" fmla="*/ 3322527 w 10450132"/>
              <a:gd name="connsiteY9121" fmla="*/ 1970417 h 5450835"/>
              <a:gd name="connsiteX9122" fmla="*/ 3321739 w 10450132"/>
              <a:gd name="connsiteY9122" fmla="*/ 1970877 h 5450835"/>
              <a:gd name="connsiteX9123" fmla="*/ 3312675 w 10450132"/>
              <a:gd name="connsiteY9123" fmla="*/ 1970877 h 5450835"/>
              <a:gd name="connsiteX9124" fmla="*/ 3311887 w 10450132"/>
              <a:gd name="connsiteY9124" fmla="*/ 1970417 h 5450835"/>
              <a:gd name="connsiteX9125" fmla="*/ 3307354 w 10450132"/>
              <a:gd name="connsiteY9125" fmla="*/ 1962535 h 5450835"/>
              <a:gd name="connsiteX9126" fmla="*/ 3307354 w 10450132"/>
              <a:gd name="connsiteY9126" fmla="*/ 1961681 h 5450835"/>
              <a:gd name="connsiteX9127" fmla="*/ 3311887 w 10450132"/>
              <a:gd name="connsiteY9127" fmla="*/ 1953799 h 5450835"/>
              <a:gd name="connsiteX9128" fmla="*/ 3312675 w 10450132"/>
              <a:gd name="connsiteY9128" fmla="*/ 1953340 h 5450835"/>
              <a:gd name="connsiteX9129" fmla="*/ 3058409 w 10450132"/>
              <a:gd name="connsiteY9129" fmla="*/ 1953340 h 5450835"/>
              <a:gd name="connsiteX9130" fmla="*/ 3067475 w 10450132"/>
              <a:gd name="connsiteY9130" fmla="*/ 1953340 h 5450835"/>
              <a:gd name="connsiteX9131" fmla="*/ 3068263 w 10450132"/>
              <a:gd name="connsiteY9131" fmla="*/ 1953799 h 5450835"/>
              <a:gd name="connsiteX9132" fmla="*/ 3072795 w 10450132"/>
              <a:gd name="connsiteY9132" fmla="*/ 1961681 h 5450835"/>
              <a:gd name="connsiteX9133" fmla="*/ 3072795 w 10450132"/>
              <a:gd name="connsiteY9133" fmla="*/ 1962535 h 5450835"/>
              <a:gd name="connsiteX9134" fmla="*/ 3068263 w 10450132"/>
              <a:gd name="connsiteY9134" fmla="*/ 1970417 h 5450835"/>
              <a:gd name="connsiteX9135" fmla="*/ 3067475 w 10450132"/>
              <a:gd name="connsiteY9135" fmla="*/ 1970877 h 5450835"/>
              <a:gd name="connsiteX9136" fmla="*/ 3058409 w 10450132"/>
              <a:gd name="connsiteY9136" fmla="*/ 1970877 h 5450835"/>
              <a:gd name="connsiteX9137" fmla="*/ 3057623 w 10450132"/>
              <a:gd name="connsiteY9137" fmla="*/ 1970417 h 5450835"/>
              <a:gd name="connsiteX9138" fmla="*/ 3053089 w 10450132"/>
              <a:gd name="connsiteY9138" fmla="*/ 1962535 h 5450835"/>
              <a:gd name="connsiteX9139" fmla="*/ 3053089 w 10450132"/>
              <a:gd name="connsiteY9139" fmla="*/ 1961681 h 5450835"/>
              <a:gd name="connsiteX9140" fmla="*/ 3057623 w 10450132"/>
              <a:gd name="connsiteY9140" fmla="*/ 1953799 h 5450835"/>
              <a:gd name="connsiteX9141" fmla="*/ 3058409 w 10450132"/>
              <a:gd name="connsiteY9141" fmla="*/ 1953340 h 5450835"/>
              <a:gd name="connsiteX9142" fmla="*/ 2803911 w 10450132"/>
              <a:gd name="connsiteY9142" fmla="*/ 1953340 h 5450835"/>
              <a:gd name="connsiteX9143" fmla="*/ 2812976 w 10450132"/>
              <a:gd name="connsiteY9143" fmla="*/ 1953340 h 5450835"/>
              <a:gd name="connsiteX9144" fmla="*/ 2813764 w 10450132"/>
              <a:gd name="connsiteY9144" fmla="*/ 1953799 h 5450835"/>
              <a:gd name="connsiteX9145" fmla="*/ 2818296 w 10450132"/>
              <a:gd name="connsiteY9145" fmla="*/ 1961681 h 5450835"/>
              <a:gd name="connsiteX9146" fmla="*/ 2818296 w 10450132"/>
              <a:gd name="connsiteY9146" fmla="*/ 1962535 h 5450835"/>
              <a:gd name="connsiteX9147" fmla="*/ 2813764 w 10450132"/>
              <a:gd name="connsiteY9147" fmla="*/ 1970417 h 5450835"/>
              <a:gd name="connsiteX9148" fmla="*/ 2812976 w 10450132"/>
              <a:gd name="connsiteY9148" fmla="*/ 1970877 h 5450835"/>
              <a:gd name="connsiteX9149" fmla="*/ 2803911 w 10450132"/>
              <a:gd name="connsiteY9149" fmla="*/ 1970877 h 5450835"/>
              <a:gd name="connsiteX9150" fmla="*/ 2803123 w 10450132"/>
              <a:gd name="connsiteY9150" fmla="*/ 1970417 h 5450835"/>
              <a:gd name="connsiteX9151" fmla="*/ 2798591 w 10450132"/>
              <a:gd name="connsiteY9151" fmla="*/ 1962535 h 5450835"/>
              <a:gd name="connsiteX9152" fmla="*/ 2798591 w 10450132"/>
              <a:gd name="connsiteY9152" fmla="*/ 1961681 h 5450835"/>
              <a:gd name="connsiteX9153" fmla="*/ 2803123 w 10450132"/>
              <a:gd name="connsiteY9153" fmla="*/ 1953799 h 5450835"/>
              <a:gd name="connsiteX9154" fmla="*/ 2803911 w 10450132"/>
              <a:gd name="connsiteY9154" fmla="*/ 1953340 h 5450835"/>
              <a:gd name="connsiteX9155" fmla="*/ 2549390 w 10450132"/>
              <a:gd name="connsiteY9155" fmla="*/ 1953340 h 5450835"/>
              <a:gd name="connsiteX9156" fmla="*/ 2558454 w 10450132"/>
              <a:gd name="connsiteY9156" fmla="*/ 1953340 h 5450835"/>
              <a:gd name="connsiteX9157" fmla="*/ 2559242 w 10450132"/>
              <a:gd name="connsiteY9157" fmla="*/ 1953799 h 5450835"/>
              <a:gd name="connsiteX9158" fmla="*/ 2563775 w 10450132"/>
              <a:gd name="connsiteY9158" fmla="*/ 1961681 h 5450835"/>
              <a:gd name="connsiteX9159" fmla="*/ 2563775 w 10450132"/>
              <a:gd name="connsiteY9159" fmla="*/ 1962535 h 5450835"/>
              <a:gd name="connsiteX9160" fmla="*/ 2559242 w 10450132"/>
              <a:gd name="connsiteY9160" fmla="*/ 1970417 h 5450835"/>
              <a:gd name="connsiteX9161" fmla="*/ 2558454 w 10450132"/>
              <a:gd name="connsiteY9161" fmla="*/ 1970877 h 5450835"/>
              <a:gd name="connsiteX9162" fmla="*/ 2549390 w 10450132"/>
              <a:gd name="connsiteY9162" fmla="*/ 1970877 h 5450835"/>
              <a:gd name="connsiteX9163" fmla="*/ 2548601 w 10450132"/>
              <a:gd name="connsiteY9163" fmla="*/ 1970417 h 5450835"/>
              <a:gd name="connsiteX9164" fmla="*/ 2544070 w 10450132"/>
              <a:gd name="connsiteY9164" fmla="*/ 1962535 h 5450835"/>
              <a:gd name="connsiteX9165" fmla="*/ 2544070 w 10450132"/>
              <a:gd name="connsiteY9165" fmla="*/ 1961681 h 5450835"/>
              <a:gd name="connsiteX9166" fmla="*/ 2548601 w 10450132"/>
              <a:gd name="connsiteY9166" fmla="*/ 1953799 h 5450835"/>
              <a:gd name="connsiteX9167" fmla="*/ 2549390 w 10450132"/>
              <a:gd name="connsiteY9167" fmla="*/ 1953340 h 5450835"/>
              <a:gd name="connsiteX9168" fmla="*/ 2295060 w 10450132"/>
              <a:gd name="connsiteY9168" fmla="*/ 1953340 h 5450835"/>
              <a:gd name="connsiteX9169" fmla="*/ 2304125 w 10450132"/>
              <a:gd name="connsiteY9169" fmla="*/ 1953340 h 5450835"/>
              <a:gd name="connsiteX9170" fmla="*/ 2304914 w 10450132"/>
              <a:gd name="connsiteY9170" fmla="*/ 1953799 h 5450835"/>
              <a:gd name="connsiteX9171" fmla="*/ 2309446 w 10450132"/>
              <a:gd name="connsiteY9171" fmla="*/ 1961681 h 5450835"/>
              <a:gd name="connsiteX9172" fmla="*/ 2309446 w 10450132"/>
              <a:gd name="connsiteY9172" fmla="*/ 1962535 h 5450835"/>
              <a:gd name="connsiteX9173" fmla="*/ 2304914 w 10450132"/>
              <a:gd name="connsiteY9173" fmla="*/ 1970417 h 5450835"/>
              <a:gd name="connsiteX9174" fmla="*/ 2304125 w 10450132"/>
              <a:gd name="connsiteY9174" fmla="*/ 1970877 h 5450835"/>
              <a:gd name="connsiteX9175" fmla="*/ 2295060 w 10450132"/>
              <a:gd name="connsiteY9175" fmla="*/ 1970877 h 5450835"/>
              <a:gd name="connsiteX9176" fmla="*/ 2294273 w 10450132"/>
              <a:gd name="connsiteY9176" fmla="*/ 1970417 h 5450835"/>
              <a:gd name="connsiteX9177" fmla="*/ 2289740 w 10450132"/>
              <a:gd name="connsiteY9177" fmla="*/ 1962535 h 5450835"/>
              <a:gd name="connsiteX9178" fmla="*/ 2289740 w 10450132"/>
              <a:gd name="connsiteY9178" fmla="*/ 1961681 h 5450835"/>
              <a:gd name="connsiteX9179" fmla="*/ 2294273 w 10450132"/>
              <a:gd name="connsiteY9179" fmla="*/ 1953799 h 5450835"/>
              <a:gd name="connsiteX9180" fmla="*/ 2295060 w 10450132"/>
              <a:gd name="connsiteY9180" fmla="*/ 1953340 h 5450835"/>
              <a:gd name="connsiteX9181" fmla="*/ 2040665 w 10450132"/>
              <a:gd name="connsiteY9181" fmla="*/ 1953340 h 5450835"/>
              <a:gd name="connsiteX9182" fmla="*/ 2049730 w 10450132"/>
              <a:gd name="connsiteY9182" fmla="*/ 1953340 h 5450835"/>
              <a:gd name="connsiteX9183" fmla="*/ 2050518 w 10450132"/>
              <a:gd name="connsiteY9183" fmla="*/ 1953799 h 5450835"/>
              <a:gd name="connsiteX9184" fmla="*/ 2055050 w 10450132"/>
              <a:gd name="connsiteY9184" fmla="*/ 1961681 h 5450835"/>
              <a:gd name="connsiteX9185" fmla="*/ 2055050 w 10450132"/>
              <a:gd name="connsiteY9185" fmla="*/ 1962535 h 5450835"/>
              <a:gd name="connsiteX9186" fmla="*/ 2050518 w 10450132"/>
              <a:gd name="connsiteY9186" fmla="*/ 1970417 h 5450835"/>
              <a:gd name="connsiteX9187" fmla="*/ 2049730 w 10450132"/>
              <a:gd name="connsiteY9187" fmla="*/ 1970877 h 5450835"/>
              <a:gd name="connsiteX9188" fmla="*/ 2040665 w 10450132"/>
              <a:gd name="connsiteY9188" fmla="*/ 1970877 h 5450835"/>
              <a:gd name="connsiteX9189" fmla="*/ 2039877 w 10450132"/>
              <a:gd name="connsiteY9189" fmla="*/ 1970417 h 5450835"/>
              <a:gd name="connsiteX9190" fmla="*/ 2035344 w 10450132"/>
              <a:gd name="connsiteY9190" fmla="*/ 1962535 h 5450835"/>
              <a:gd name="connsiteX9191" fmla="*/ 2035344 w 10450132"/>
              <a:gd name="connsiteY9191" fmla="*/ 1961681 h 5450835"/>
              <a:gd name="connsiteX9192" fmla="*/ 2039877 w 10450132"/>
              <a:gd name="connsiteY9192" fmla="*/ 1953799 h 5450835"/>
              <a:gd name="connsiteX9193" fmla="*/ 2040665 w 10450132"/>
              <a:gd name="connsiteY9193" fmla="*/ 1953340 h 5450835"/>
              <a:gd name="connsiteX9194" fmla="*/ 1786216 w 10450132"/>
              <a:gd name="connsiteY9194" fmla="*/ 1953340 h 5450835"/>
              <a:gd name="connsiteX9195" fmla="*/ 1795280 w 10450132"/>
              <a:gd name="connsiteY9195" fmla="*/ 1953340 h 5450835"/>
              <a:gd name="connsiteX9196" fmla="*/ 1796067 w 10450132"/>
              <a:gd name="connsiteY9196" fmla="*/ 1953799 h 5450835"/>
              <a:gd name="connsiteX9197" fmla="*/ 1800599 w 10450132"/>
              <a:gd name="connsiteY9197" fmla="*/ 1961681 h 5450835"/>
              <a:gd name="connsiteX9198" fmla="*/ 1800599 w 10450132"/>
              <a:gd name="connsiteY9198" fmla="*/ 1962535 h 5450835"/>
              <a:gd name="connsiteX9199" fmla="*/ 1796067 w 10450132"/>
              <a:gd name="connsiteY9199" fmla="*/ 1970417 h 5450835"/>
              <a:gd name="connsiteX9200" fmla="*/ 1795280 w 10450132"/>
              <a:gd name="connsiteY9200" fmla="*/ 1970877 h 5450835"/>
              <a:gd name="connsiteX9201" fmla="*/ 1786216 w 10450132"/>
              <a:gd name="connsiteY9201" fmla="*/ 1970877 h 5450835"/>
              <a:gd name="connsiteX9202" fmla="*/ 1785426 w 10450132"/>
              <a:gd name="connsiteY9202" fmla="*/ 1970417 h 5450835"/>
              <a:gd name="connsiteX9203" fmla="*/ 1780895 w 10450132"/>
              <a:gd name="connsiteY9203" fmla="*/ 1962535 h 5450835"/>
              <a:gd name="connsiteX9204" fmla="*/ 1780895 w 10450132"/>
              <a:gd name="connsiteY9204" fmla="*/ 1961681 h 5450835"/>
              <a:gd name="connsiteX9205" fmla="*/ 1785426 w 10450132"/>
              <a:gd name="connsiteY9205" fmla="*/ 1953799 h 5450835"/>
              <a:gd name="connsiteX9206" fmla="*/ 1786216 w 10450132"/>
              <a:gd name="connsiteY9206" fmla="*/ 1953340 h 5450835"/>
              <a:gd name="connsiteX9207" fmla="*/ 1531980 w 10450132"/>
              <a:gd name="connsiteY9207" fmla="*/ 1953340 h 5450835"/>
              <a:gd name="connsiteX9208" fmla="*/ 1541042 w 10450132"/>
              <a:gd name="connsiteY9208" fmla="*/ 1953340 h 5450835"/>
              <a:gd name="connsiteX9209" fmla="*/ 1541831 w 10450132"/>
              <a:gd name="connsiteY9209" fmla="*/ 1953799 h 5450835"/>
              <a:gd name="connsiteX9210" fmla="*/ 1546363 w 10450132"/>
              <a:gd name="connsiteY9210" fmla="*/ 1961681 h 5450835"/>
              <a:gd name="connsiteX9211" fmla="*/ 1546363 w 10450132"/>
              <a:gd name="connsiteY9211" fmla="*/ 1962535 h 5450835"/>
              <a:gd name="connsiteX9212" fmla="*/ 1541831 w 10450132"/>
              <a:gd name="connsiteY9212" fmla="*/ 1970417 h 5450835"/>
              <a:gd name="connsiteX9213" fmla="*/ 1541042 w 10450132"/>
              <a:gd name="connsiteY9213" fmla="*/ 1970877 h 5450835"/>
              <a:gd name="connsiteX9214" fmla="*/ 1531980 w 10450132"/>
              <a:gd name="connsiteY9214" fmla="*/ 1970877 h 5450835"/>
              <a:gd name="connsiteX9215" fmla="*/ 1531191 w 10450132"/>
              <a:gd name="connsiteY9215" fmla="*/ 1970417 h 5450835"/>
              <a:gd name="connsiteX9216" fmla="*/ 1526658 w 10450132"/>
              <a:gd name="connsiteY9216" fmla="*/ 1962535 h 5450835"/>
              <a:gd name="connsiteX9217" fmla="*/ 1526658 w 10450132"/>
              <a:gd name="connsiteY9217" fmla="*/ 1961681 h 5450835"/>
              <a:gd name="connsiteX9218" fmla="*/ 1531191 w 10450132"/>
              <a:gd name="connsiteY9218" fmla="*/ 1953799 h 5450835"/>
              <a:gd name="connsiteX9219" fmla="*/ 1531980 w 10450132"/>
              <a:gd name="connsiteY9219" fmla="*/ 1953340 h 5450835"/>
              <a:gd name="connsiteX9220" fmla="*/ 1277458 w 10450132"/>
              <a:gd name="connsiteY9220" fmla="*/ 1953340 h 5450835"/>
              <a:gd name="connsiteX9221" fmla="*/ 1286522 w 10450132"/>
              <a:gd name="connsiteY9221" fmla="*/ 1953340 h 5450835"/>
              <a:gd name="connsiteX9222" fmla="*/ 1287310 w 10450132"/>
              <a:gd name="connsiteY9222" fmla="*/ 1953799 h 5450835"/>
              <a:gd name="connsiteX9223" fmla="*/ 1291842 w 10450132"/>
              <a:gd name="connsiteY9223" fmla="*/ 1961681 h 5450835"/>
              <a:gd name="connsiteX9224" fmla="*/ 1291842 w 10450132"/>
              <a:gd name="connsiteY9224" fmla="*/ 1962535 h 5450835"/>
              <a:gd name="connsiteX9225" fmla="*/ 1287310 w 10450132"/>
              <a:gd name="connsiteY9225" fmla="*/ 1970417 h 5450835"/>
              <a:gd name="connsiteX9226" fmla="*/ 1286522 w 10450132"/>
              <a:gd name="connsiteY9226" fmla="*/ 1970877 h 5450835"/>
              <a:gd name="connsiteX9227" fmla="*/ 1277458 w 10450132"/>
              <a:gd name="connsiteY9227" fmla="*/ 1970877 h 5450835"/>
              <a:gd name="connsiteX9228" fmla="*/ 1276668 w 10450132"/>
              <a:gd name="connsiteY9228" fmla="*/ 1970417 h 5450835"/>
              <a:gd name="connsiteX9229" fmla="*/ 1272138 w 10450132"/>
              <a:gd name="connsiteY9229" fmla="*/ 1962535 h 5450835"/>
              <a:gd name="connsiteX9230" fmla="*/ 1272138 w 10450132"/>
              <a:gd name="connsiteY9230" fmla="*/ 1961681 h 5450835"/>
              <a:gd name="connsiteX9231" fmla="*/ 1276668 w 10450132"/>
              <a:gd name="connsiteY9231" fmla="*/ 1953799 h 5450835"/>
              <a:gd name="connsiteX9232" fmla="*/ 1277458 w 10450132"/>
              <a:gd name="connsiteY9232" fmla="*/ 1953340 h 5450835"/>
              <a:gd name="connsiteX9233" fmla="*/ 1023028 w 10450132"/>
              <a:gd name="connsiteY9233" fmla="*/ 1953340 h 5450835"/>
              <a:gd name="connsiteX9234" fmla="*/ 1032091 w 10450132"/>
              <a:gd name="connsiteY9234" fmla="*/ 1953340 h 5450835"/>
              <a:gd name="connsiteX9235" fmla="*/ 1032879 w 10450132"/>
              <a:gd name="connsiteY9235" fmla="*/ 1953799 h 5450835"/>
              <a:gd name="connsiteX9236" fmla="*/ 1037411 w 10450132"/>
              <a:gd name="connsiteY9236" fmla="*/ 1961681 h 5450835"/>
              <a:gd name="connsiteX9237" fmla="*/ 1037411 w 10450132"/>
              <a:gd name="connsiteY9237" fmla="*/ 1962535 h 5450835"/>
              <a:gd name="connsiteX9238" fmla="*/ 1032879 w 10450132"/>
              <a:gd name="connsiteY9238" fmla="*/ 1970417 h 5450835"/>
              <a:gd name="connsiteX9239" fmla="*/ 1032091 w 10450132"/>
              <a:gd name="connsiteY9239" fmla="*/ 1970877 h 5450835"/>
              <a:gd name="connsiteX9240" fmla="*/ 1023028 w 10450132"/>
              <a:gd name="connsiteY9240" fmla="*/ 1970877 h 5450835"/>
              <a:gd name="connsiteX9241" fmla="*/ 1022239 w 10450132"/>
              <a:gd name="connsiteY9241" fmla="*/ 1970417 h 5450835"/>
              <a:gd name="connsiteX9242" fmla="*/ 1017707 w 10450132"/>
              <a:gd name="connsiteY9242" fmla="*/ 1962535 h 5450835"/>
              <a:gd name="connsiteX9243" fmla="*/ 1017707 w 10450132"/>
              <a:gd name="connsiteY9243" fmla="*/ 1961681 h 5450835"/>
              <a:gd name="connsiteX9244" fmla="*/ 1022239 w 10450132"/>
              <a:gd name="connsiteY9244" fmla="*/ 1953799 h 5450835"/>
              <a:gd name="connsiteX9245" fmla="*/ 1023028 w 10450132"/>
              <a:gd name="connsiteY9245" fmla="*/ 1953340 h 5450835"/>
              <a:gd name="connsiteX9246" fmla="*/ 768711 w 10450132"/>
              <a:gd name="connsiteY9246" fmla="*/ 1953340 h 5450835"/>
              <a:gd name="connsiteX9247" fmla="*/ 777774 w 10450132"/>
              <a:gd name="connsiteY9247" fmla="*/ 1953340 h 5450835"/>
              <a:gd name="connsiteX9248" fmla="*/ 778562 w 10450132"/>
              <a:gd name="connsiteY9248" fmla="*/ 1953799 h 5450835"/>
              <a:gd name="connsiteX9249" fmla="*/ 783093 w 10450132"/>
              <a:gd name="connsiteY9249" fmla="*/ 1961681 h 5450835"/>
              <a:gd name="connsiteX9250" fmla="*/ 783093 w 10450132"/>
              <a:gd name="connsiteY9250" fmla="*/ 1962535 h 5450835"/>
              <a:gd name="connsiteX9251" fmla="*/ 778562 w 10450132"/>
              <a:gd name="connsiteY9251" fmla="*/ 1970417 h 5450835"/>
              <a:gd name="connsiteX9252" fmla="*/ 777774 w 10450132"/>
              <a:gd name="connsiteY9252" fmla="*/ 1970877 h 5450835"/>
              <a:gd name="connsiteX9253" fmla="*/ 768711 w 10450132"/>
              <a:gd name="connsiteY9253" fmla="*/ 1970877 h 5450835"/>
              <a:gd name="connsiteX9254" fmla="*/ 767922 w 10450132"/>
              <a:gd name="connsiteY9254" fmla="*/ 1970417 h 5450835"/>
              <a:gd name="connsiteX9255" fmla="*/ 763390 w 10450132"/>
              <a:gd name="connsiteY9255" fmla="*/ 1962535 h 5450835"/>
              <a:gd name="connsiteX9256" fmla="*/ 763390 w 10450132"/>
              <a:gd name="connsiteY9256" fmla="*/ 1961681 h 5450835"/>
              <a:gd name="connsiteX9257" fmla="*/ 767922 w 10450132"/>
              <a:gd name="connsiteY9257" fmla="*/ 1953799 h 5450835"/>
              <a:gd name="connsiteX9258" fmla="*/ 768711 w 10450132"/>
              <a:gd name="connsiteY9258" fmla="*/ 1953340 h 5450835"/>
              <a:gd name="connsiteX9259" fmla="*/ 514236 w 10450132"/>
              <a:gd name="connsiteY9259" fmla="*/ 1953340 h 5450835"/>
              <a:gd name="connsiteX9260" fmla="*/ 523298 w 10450132"/>
              <a:gd name="connsiteY9260" fmla="*/ 1953340 h 5450835"/>
              <a:gd name="connsiteX9261" fmla="*/ 524086 w 10450132"/>
              <a:gd name="connsiteY9261" fmla="*/ 1953799 h 5450835"/>
              <a:gd name="connsiteX9262" fmla="*/ 528619 w 10450132"/>
              <a:gd name="connsiteY9262" fmla="*/ 1961681 h 5450835"/>
              <a:gd name="connsiteX9263" fmla="*/ 528619 w 10450132"/>
              <a:gd name="connsiteY9263" fmla="*/ 1962535 h 5450835"/>
              <a:gd name="connsiteX9264" fmla="*/ 524086 w 10450132"/>
              <a:gd name="connsiteY9264" fmla="*/ 1970417 h 5450835"/>
              <a:gd name="connsiteX9265" fmla="*/ 523298 w 10450132"/>
              <a:gd name="connsiteY9265" fmla="*/ 1970877 h 5450835"/>
              <a:gd name="connsiteX9266" fmla="*/ 514236 w 10450132"/>
              <a:gd name="connsiteY9266" fmla="*/ 1970877 h 5450835"/>
              <a:gd name="connsiteX9267" fmla="*/ 513447 w 10450132"/>
              <a:gd name="connsiteY9267" fmla="*/ 1970417 h 5450835"/>
              <a:gd name="connsiteX9268" fmla="*/ 508915 w 10450132"/>
              <a:gd name="connsiteY9268" fmla="*/ 1962535 h 5450835"/>
              <a:gd name="connsiteX9269" fmla="*/ 508915 w 10450132"/>
              <a:gd name="connsiteY9269" fmla="*/ 1961681 h 5450835"/>
              <a:gd name="connsiteX9270" fmla="*/ 513447 w 10450132"/>
              <a:gd name="connsiteY9270" fmla="*/ 1953799 h 5450835"/>
              <a:gd name="connsiteX9271" fmla="*/ 514236 w 10450132"/>
              <a:gd name="connsiteY9271" fmla="*/ 1953340 h 5450835"/>
              <a:gd name="connsiteX9272" fmla="*/ 259956 w 10450132"/>
              <a:gd name="connsiteY9272" fmla="*/ 1953340 h 5450835"/>
              <a:gd name="connsiteX9273" fmla="*/ 269018 w 10450132"/>
              <a:gd name="connsiteY9273" fmla="*/ 1953340 h 5450835"/>
              <a:gd name="connsiteX9274" fmla="*/ 269806 w 10450132"/>
              <a:gd name="connsiteY9274" fmla="*/ 1953799 h 5450835"/>
              <a:gd name="connsiteX9275" fmla="*/ 274338 w 10450132"/>
              <a:gd name="connsiteY9275" fmla="*/ 1961681 h 5450835"/>
              <a:gd name="connsiteX9276" fmla="*/ 274338 w 10450132"/>
              <a:gd name="connsiteY9276" fmla="*/ 1962535 h 5450835"/>
              <a:gd name="connsiteX9277" fmla="*/ 269806 w 10450132"/>
              <a:gd name="connsiteY9277" fmla="*/ 1970417 h 5450835"/>
              <a:gd name="connsiteX9278" fmla="*/ 269018 w 10450132"/>
              <a:gd name="connsiteY9278" fmla="*/ 1970877 h 5450835"/>
              <a:gd name="connsiteX9279" fmla="*/ 259956 w 10450132"/>
              <a:gd name="connsiteY9279" fmla="*/ 1970877 h 5450835"/>
              <a:gd name="connsiteX9280" fmla="*/ 259166 w 10450132"/>
              <a:gd name="connsiteY9280" fmla="*/ 1970417 h 5450835"/>
              <a:gd name="connsiteX9281" fmla="*/ 254635 w 10450132"/>
              <a:gd name="connsiteY9281" fmla="*/ 1962535 h 5450835"/>
              <a:gd name="connsiteX9282" fmla="*/ 254635 w 10450132"/>
              <a:gd name="connsiteY9282" fmla="*/ 1961681 h 5450835"/>
              <a:gd name="connsiteX9283" fmla="*/ 259166 w 10450132"/>
              <a:gd name="connsiteY9283" fmla="*/ 1953799 h 5450835"/>
              <a:gd name="connsiteX9284" fmla="*/ 259956 w 10450132"/>
              <a:gd name="connsiteY9284" fmla="*/ 1953340 h 5450835"/>
              <a:gd name="connsiteX9285" fmla="*/ 5542 w 10450132"/>
              <a:gd name="connsiteY9285" fmla="*/ 1953340 h 5450835"/>
              <a:gd name="connsiteX9286" fmla="*/ 14606 w 10450132"/>
              <a:gd name="connsiteY9286" fmla="*/ 1953340 h 5450835"/>
              <a:gd name="connsiteX9287" fmla="*/ 15394 w 10450132"/>
              <a:gd name="connsiteY9287" fmla="*/ 1953799 h 5450835"/>
              <a:gd name="connsiteX9288" fmla="*/ 19926 w 10450132"/>
              <a:gd name="connsiteY9288" fmla="*/ 1961681 h 5450835"/>
              <a:gd name="connsiteX9289" fmla="*/ 19926 w 10450132"/>
              <a:gd name="connsiteY9289" fmla="*/ 1962535 h 5450835"/>
              <a:gd name="connsiteX9290" fmla="*/ 15394 w 10450132"/>
              <a:gd name="connsiteY9290" fmla="*/ 1970417 h 5450835"/>
              <a:gd name="connsiteX9291" fmla="*/ 14606 w 10450132"/>
              <a:gd name="connsiteY9291" fmla="*/ 1970877 h 5450835"/>
              <a:gd name="connsiteX9292" fmla="*/ 5542 w 10450132"/>
              <a:gd name="connsiteY9292" fmla="*/ 1970877 h 5450835"/>
              <a:gd name="connsiteX9293" fmla="*/ 4753 w 10450132"/>
              <a:gd name="connsiteY9293" fmla="*/ 1970417 h 5450835"/>
              <a:gd name="connsiteX9294" fmla="*/ 221 w 10450132"/>
              <a:gd name="connsiteY9294" fmla="*/ 1962535 h 5450835"/>
              <a:gd name="connsiteX9295" fmla="*/ 221 w 10450132"/>
              <a:gd name="connsiteY9295" fmla="*/ 1961681 h 5450835"/>
              <a:gd name="connsiteX9296" fmla="*/ 4753 w 10450132"/>
              <a:gd name="connsiteY9296" fmla="*/ 1953799 h 5450835"/>
              <a:gd name="connsiteX9297" fmla="*/ 5542 w 10450132"/>
              <a:gd name="connsiteY9297" fmla="*/ 1953340 h 5450835"/>
              <a:gd name="connsiteX9298" fmla="*/ 10181242 w 10450132"/>
              <a:gd name="connsiteY9298" fmla="*/ 1736398 h 5450835"/>
              <a:gd name="connsiteX9299" fmla="*/ 10190305 w 10450132"/>
              <a:gd name="connsiteY9299" fmla="*/ 1736398 h 5450835"/>
              <a:gd name="connsiteX9300" fmla="*/ 10191093 w 10450132"/>
              <a:gd name="connsiteY9300" fmla="*/ 1736856 h 5450835"/>
              <a:gd name="connsiteX9301" fmla="*/ 10195626 w 10450132"/>
              <a:gd name="connsiteY9301" fmla="*/ 1744739 h 5450835"/>
              <a:gd name="connsiteX9302" fmla="*/ 10195626 w 10450132"/>
              <a:gd name="connsiteY9302" fmla="*/ 1745593 h 5450835"/>
              <a:gd name="connsiteX9303" fmla="*/ 10191093 w 10450132"/>
              <a:gd name="connsiteY9303" fmla="*/ 1753475 h 5450835"/>
              <a:gd name="connsiteX9304" fmla="*/ 10190305 w 10450132"/>
              <a:gd name="connsiteY9304" fmla="*/ 1753934 h 5450835"/>
              <a:gd name="connsiteX9305" fmla="*/ 10181242 w 10450132"/>
              <a:gd name="connsiteY9305" fmla="*/ 1753934 h 5450835"/>
              <a:gd name="connsiteX9306" fmla="*/ 10180453 w 10450132"/>
              <a:gd name="connsiteY9306" fmla="*/ 1753475 h 5450835"/>
              <a:gd name="connsiteX9307" fmla="*/ 10175922 w 10450132"/>
              <a:gd name="connsiteY9307" fmla="*/ 1745593 h 5450835"/>
              <a:gd name="connsiteX9308" fmla="*/ 10175922 w 10450132"/>
              <a:gd name="connsiteY9308" fmla="*/ 1744739 h 5450835"/>
              <a:gd name="connsiteX9309" fmla="*/ 10180453 w 10450132"/>
              <a:gd name="connsiteY9309" fmla="*/ 1736856 h 5450835"/>
              <a:gd name="connsiteX9310" fmla="*/ 10181242 w 10450132"/>
              <a:gd name="connsiteY9310" fmla="*/ 1736398 h 5450835"/>
              <a:gd name="connsiteX9311" fmla="*/ 2040784 w 10450132"/>
              <a:gd name="connsiteY9311" fmla="*/ 1736397 h 5450835"/>
              <a:gd name="connsiteX9312" fmla="*/ 2049847 w 10450132"/>
              <a:gd name="connsiteY9312" fmla="*/ 1736397 h 5450835"/>
              <a:gd name="connsiteX9313" fmla="*/ 2050636 w 10450132"/>
              <a:gd name="connsiteY9313" fmla="*/ 1736856 h 5450835"/>
              <a:gd name="connsiteX9314" fmla="*/ 2055168 w 10450132"/>
              <a:gd name="connsiteY9314" fmla="*/ 1744738 h 5450835"/>
              <a:gd name="connsiteX9315" fmla="*/ 2055168 w 10450132"/>
              <a:gd name="connsiteY9315" fmla="*/ 1745591 h 5450835"/>
              <a:gd name="connsiteX9316" fmla="*/ 2050636 w 10450132"/>
              <a:gd name="connsiteY9316" fmla="*/ 1753474 h 5450835"/>
              <a:gd name="connsiteX9317" fmla="*/ 2049847 w 10450132"/>
              <a:gd name="connsiteY9317" fmla="*/ 1753934 h 5450835"/>
              <a:gd name="connsiteX9318" fmla="*/ 2040784 w 10450132"/>
              <a:gd name="connsiteY9318" fmla="*/ 1753934 h 5450835"/>
              <a:gd name="connsiteX9319" fmla="*/ 2039994 w 10450132"/>
              <a:gd name="connsiteY9319" fmla="*/ 1753474 h 5450835"/>
              <a:gd name="connsiteX9320" fmla="*/ 2035461 w 10450132"/>
              <a:gd name="connsiteY9320" fmla="*/ 1745591 h 5450835"/>
              <a:gd name="connsiteX9321" fmla="*/ 2035461 w 10450132"/>
              <a:gd name="connsiteY9321" fmla="*/ 1744738 h 5450835"/>
              <a:gd name="connsiteX9322" fmla="*/ 2039994 w 10450132"/>
              <a:gd name="connsiteY9322" fmla="*/ 1736856 h 5450835"/>
              <a:gd name="connsiteX9323" fmla="*/ 2040784 w 10450132"/>
              <a:gd name="connsiteY9323" fmla="*/ 1736397 h 5450835"/>
              <a:gd name="connsiteX9324" fmla="*/ 4584538 w 10450132"/>
              <a:gd name="connsiteY9324" fmla="*/ 1736392 h 5450835"/>
              <a:gd name="connsiteX9325" fmla="*/ 4593603 w 10450132"/>
              <a:gd name="connsiteY9325" fmla="*/ 1736392 h 5450835"/>
              <a:gd name="connsiteX9326" fmla="*/ 4594390 w 10450132"/>
              <a:gd name="connsiteY9326" fmla="*/ 1736852 h 5450835"/>
              <a:gd name="connsiteX9327" fmla="*/ 4598922 w 10450132"/>
              <a:gd name="connsiteY9327" fmla="*/ 1744733 h 5450835"/>
              <a:gd name="connsiteX9328" fmla="*/ 4598922 w 10450132"/>
              <a:gd name="connsiteY9328" fmla="*/ 1745588 h 5450835"/>
              <a:gd name="connsiteX9329" fmla="*/ 4594390 w 10450132"/>
              <a:gd name="connsiteY9329" fmla="*/ 1753471 h 5450835"/>
              <a:gd name="connsiteX9330" fmla="*/ 4593603 w 10450132"/>
              <a:gd name="connsiteY9330" fmla="*/ 1753928 h 5450835"/>
              <a:gd name="connsiteX9331" fmla="*/ 4584538 w 10450132"/>
              <a:gd name="connsiteY9331" fmla="*/ 1753928 h 5450835"/>
              <a:gd name="connsiteX9332" fmla="*/ 4583749 w 10450132"/>
              <a:gd name="connsiteY9332" fmla="*/ 1753471 h 5450835"/>
              <a:gd name="connsiteX9333" fmla="*/ 4579218 w 10450132"/>
              <a:gd name="connsiteY9333" fmla="*/ 1745588 h 5450835"/>
              <a:gd name="connsiteX9334" fmla="*/ 4579218 w 10450132"/>
              <a:gd name="connsiteY9334" fmla="*/ 1744733 h 5450835"/>
              <a:gd name="connsiteX9335" fmla="*/ 4583749 w 10450132"/>
              <a:gd name="connsiteY9335" fmla="*/ 1736852 h 5450835"/>
              <a:gd name="connsiteX9336" fmla="*/ 4584538 w 10450132"/>
              <a:gd name="connsiteY9336" fmla="*/ 1736392 h 5450835"/>
              <a:gd name="connsiteX9337" fmla="*/ 3821624 w 10450132"/>
              <a:gd name="connsiteY9337" fmla="*/ 1736390 h 5450835"/>
              <a:gd name="connsiteX9338" fmla="*/ 3830689 w 10450132"/>
              <a:gd name="connsiteY9338" fmla="*/ 1736390 h 5450835"/>
              <a:gd name="connsiteX9339" fmla="*/ 3831475 w 10450132"/>
              <a:gd name="connsiteY9339" fmla="*/ 1736851 h 5450835"/>
              <a:gd name="connsiteX9340" fmla="*/ 3836011 w 10450132"/>
              <a:gd name="connsiteY9340" fmla="*/ 1744732 h 5450835"/>
              <a:gd name="connsiteX9341" fmla="*/ 3836011 w 10450132"/>
              <a:gd name="connsiteY9341" fmla="*/ 1745586 h 5450835"/>
              <a:gd name="connsiteX9342" fmla="*/ 3831475 w 10450132"/>
              <a:gd name="connsiteY9342" fmla="*/ 1753470 h 5450835"/>
              <a:gd name="connsiteX9343" fmla="*/ 3830689 w 10450132"/>
              <a:gd name="connsiteY9343" fmla="*/ 1753928 h 5450835"/>
              <a:gd name="connsiteX9344" fmla="*/ 3821624 w 10450132"/>
              <a:gd name="connsiteY9344" fmla="*/ 1753928 h 5450835"/>
              <a:gd name="connsiteX9345" fmla="*/ 3820835 w 10450132"/>
              <a:gd name="connsiteY9345" fmla="*/ 1753470 h 5450835"/>
              <a:gd name="connsiteX9346" fmla="*/ 3816303 w 10450132"/>
              <a:gd name="connsiteY9346" fmla="*/ 1745586 h 5450835"/>
              <a:gd name="connsiteX9347" fmla="*/ 3816303 w 10450132"/>
              <a:gd name="connsiteY9347" fmla="*/ 1744732 h 5450835"/>
              <a:gd name="connsiteX9348" fmla="*/ 3820835 w 10450132"/>
              <a:gd name="connsiteY9348" fmla="*/ 1736851 h 5450835"/>
              <a:gd name="connsiteX9349" fmla="*/ 3821624 w 10450132"/>
              <a:gd name="connsiteY9349" fmla="*/ 1736390 h 5450835"/>
              <a:gd name="connsiteX9350" fmla="*/ 8909274 w 10450132"/>
              <a:gd name="connsiteY9350" fmla="*/ 1736382 h 5450835"/>
              <a:gd name="connsiteX9351" fmla="*/ 8918336 w 10450132"/>
              <a:gd name="connsiteY9351" fmla="*/ 1736382 h 5450835"/>
              <a:gd name="connsiteX9352" fmla="*/ 8919125 w 10450132"/>
              <a:gd name="connsiteY9352" fmla="*/ 1736842 h 5450835"/>
              <a:gd name="connsiteX9353" fmla="*/ 8923657 w 10450132"/>
              <a:gd name="connsiteY9353" fmla="*/ 1744722 h 5450835"/>
              <a:gd name="connsiteX9354" fmla="*/ 8923657 w 10450132"/>
              <a:gd name="connsiteY9354" fmla="*/ 1745577 h 5450835"/>
              <a:gd name="connsiteX9355" fmla="*/ 8919125 w 10450132"/>
              <a:gd name="connsiteY9355" fmla="*/ 1753460 h 5450835"/>
              <a:gd name="connsiteX9356" fmla="*/ 8918336 w 10450132"/>
              <a:gd name="connsiteY9356" fmla="*/ 1753918 h 5450835"/>
              <a:gd name="connsiteX9357" fmla="*/ 8909274 w 10450132"/>
              <a:gd name="connsiteY9357" fmla="*/ 1753918 h 5450835"/>
              <a:gd name="connsiteX9358" fmla="*/ 8908484 w 10450132"/>
              <a:gd name="connsiteY9358" fmla="*/ 1753460 h 5450835"/>
              <a:gd name="connsiteX9359" fmla="*/ 8903953 w 10450132"/>
              <a:gd name="connsiteY9359" fmla="*/ 1745577 h 5450835"/>
              <a:gd name="connsiteX9360" fmla="*/ 8903953 w 10450132"/>
              <a:gd name="connsiteY9360" fmla="*/ 1744722 h 5450835"/>
              <a:gd name="connsiteX9361" fmla="*/ 8908484 w 10450132"/>
              <a:gd name="connsiteY9361" fmla="*/ 1736842 h 5450835"/>
              <a:gd name="connsiteX9362" fmla="*/ 8909274 w 10450132"/>
              <a:gd name="connsiteY9362" fmla="*/ 1736382 h 5450835"/>
              <a:gd name="connsiteX9363" fmla="*/ 6619714 w 10450132"/>
              <a:gd name="connsiteY9363" fmla="*/ 1736382 h 5450835"/>
              <a:gd name="connsiteX9364" fmla="*/ 6628778 w 10450132"/>
              <a:gd name="connsiteY9364" fmla="*/ 1736382 h 5450835"/>
              <a:gd name="connsiteX9365" fmla="*/ 6629566 w 10450132"/>
              <a:gd name="connsiteY9365" fmla="*/ 1736843 h 5450835"/>
              <a:gd name="connsiteX9366" fmla="*/ 6634099 w 10450132"/>
              <a:gd name="connsiteY9366" fmla="*/ 1744725 h 5450835"/>
              <a:gd name="connsiteX9367" fmla="*/ 6634099 w 10450132"/>
              <a:gd name="connsiteY9367" fmla="*/ 1745578 h 5450835"/>
              <a:gd name="connsiteX9368" fmla="*/ 6629566 w 10450132"/>
              <a:gd name="connsiteY9368" fmla="*/ 1753461 h 5450835"/>
              <a:gd name="connsiteX9369" fmla="*/ 6628778 w 10450132"/>
              <a:gd name="connsiteY9369" fmla="*/ 1753919 h 5450835"/>
              <a:gd name="connsiteX9370" fmla="*/ 6619714 w 10450132"/>
              <a:gd name="connsiteY9370" fmla="*/ 1753919 h 5450835"/>
              <a:gd name="connsiteX9371" fmla="*/ 6618926 w 10450132"/>
              <a:gd name="connsiteY9371" fmla="*/ 1753461 h 5450835"/>
              <a:gd name="connsiteX9372" fmla="*/ 6614394 w 10450132"/>
              <a:gd name="connsiteY9372" fmla="*/ 1745578 h 5450835"/>
              <a:gd name="connsiteX9373" fmla="*/ 6614394 w 10450132"/>
              <a:gd name="connsiteY9373" fmla="*/ 1744725 h 5450835"/>
              <a:gd name="connsiteX9374" fmla="*/ 6618926 w 10450132"/>
              <a:gd name="connsiteY9374" fmla="*/ 1736843 h 5450835"/>
              <a:gd name="connsiteX9375" fmla="*/ 6619714 w 10450132"/>
              <a:gd name="connsiteY9375" fmla="*/ 1736382 h 5450835"/>
              <a:gd name="connsiteX9376" fmla="*/ 2295149 w 10450132"/>
              <a:gd name="connsiteY9376" fmla="*/ 1736377 h 5450835"/>
              <a:gd name="connsiteX9377" fmla="*/ 2304214 w 10450132"/>
              <a:gd name="connsiteY9377" fmla="*/ 1736377 h 5450835"/>
              <a:gd name="connsiteX9378" fmla="*/ 2305003 w 10450132"/>
              <a:gd name="connsiteY9378" fmla="*/ 1736837 h 5450835"/>
              <a:gd name="connsiteX9379" fmla="*/ 2309535 w 10450132"/>
              <a:gd name="connsiteY9379" fmla="*/ 1744719 h 5450835"/>
              <a:gd name="connsiteX9380" fmla="*/ 2309535 w 10450132"/>
              <a:gd name="connsiteY9380" fmla="*/ 1745573 h 5450835"/>
              <a:gd name="connsiteX9381" fmla="*/ 2305003 w 10450132"/>
              <a:gd name="connsiteY9381" fmla="*/ 1753455 h 5450835"/>
              <a:gd name="connsiteX9382" fmla="*/ 2304214 w 10450132"/>
              <a:gd name="connsiteY9382" fmla="*/ 1753914 h 5450835"/>
              <a:gd name="connsiteX9383" fmla="*/ 2295149 w 10450132"/>
              <a:gd name="connsiteY9383" fmla="*/ 1753914 h 5450835"/>
              <a:gd name="connsiteX9384" fmla="*/ 2294362 w 10450132"/>
              <a:gd name="connsiteY9384" fmla="*/ 1753455 h 5450835"/>
              <a:gd name="connsiteX9385" fmla="*/ 2289829 w 10450132"/>
              <a:gd name="connsiteY9385" fmla="*/ 1745573 h 5450835"/>
              <a:gd name="connsiteX9386" fmla="*/ 2289829 w 10450132"/>
              <a:gd name="connsiteY9386" fmla="*/ 1744719 h 5450835"/>
              <a:gd name="connsiteX9387" fmla="*/ 2294362 w 10450132"/>
              <a:gd name="connsiteY9387" fmla="*/ 1736837 h 5450835"/>
              <a:gd name="connsiteX9388" fmla="*/ 2295149 w 10450132"/>
              <a:gd name="connsiteY9388" fmla="*/ 1736377 h 5450835"/>
              <a:gd name="connsiteX9389" fmla="*/ 259995 w 10450132"/>
              <a:gd name="connsiteY9389" fmla="*/ 1736377 h 5450835"/>
              <a:gd name="connsiteX9390" fmla="*/ 269059 w 10450132"/>
              <a:gd name="connsiteY9390" fmla="*/ 1736377 h 5450835"/>
              <a:gd name="connsiteX9391" fmla="*/ 269847 w 10450132"/>
              <a:gd name="connsiteY9391" fmla="*/ 1736837 h 5450835"/>
              <a:gd name="connsiteX9392" fmla="*/ 274379 w 10450132"/>
              <a:gd name="connsiteY9392" fmla="*/ 1744717 h 5450835"/>
              <a:gd name="connsiteX9393" fmla="*/ 274379 w 10450132"/>
              <a:gd name="connsiteY9393" fmla="*/ 1745572 h 5450835"/>
              <a:gd name="connsiteX9394" fmla="*/ 269847 w 10450132"/>
              <a:gd name="connsiteY9394" fmla="*/ 1753454 h 5450835"/>
              <a:gd name="connsiteX9395" fmla="*/ 269059 w 10450132"/>
              <a:gd name="connsiteY9395" fmla="*/ 1753914 h 5450835"/>
              <a:gd name="connsiteX9396" fmla="*/ 259995 w 10450132"/>
              <a:gd name="connsiteY9396" fmla="*/ 1753914 h 5450835"/>
              <a:gd name="connsiteX9397" fmla="*/ 259206 w 10450132"/>
              <a:gd name="connsiteY9397" fmla="*/ 1753454 h 5450835"/>
              <a:gd name="connsiteX9398" fmla="*/ 254675 w 10450132"/>
              <a:gd name="connsiteY9398" fmla="*/ 1745572 h 5450835"/>
              <a:gd name="connsiteX9399" fmla="*/ 254675 w 10450132"/>
              <a:gd name="connsiteY9399" fmla="*/ 1744717 h 5450835"/>
              <a:gd name="connsiteX9400" fmla="*/ 259206 w 10450132"/>
              <a:gd name="connsiteY9400" fmla="*/ 1736837 h 5450835"/>
              <a:gd name="connsiteX9401" fmla="*/ 259995 w 10450132"/>
              <a:gd name="connsiteY9401" fmla="*/ 1736377 h 5450835"/>
              <a:gd name="connsiteX9402" fmla="*/ 5856508 w 10450132"/>
              <a:gd name="connsiteY9402" fmla="*/ 1736371 h 5450835"/>
              <a:gd name="connsiteX9403" fmla="*/ 5865571 w 10450132"/>
              <a:gd name="connsiteY9403" fmla="*/ 1736371 h 5450835"/>
              <a:gd name="connsiteX9404" fmla="*/ 5866359 w 10450132"/>
              <a:gd name="connsiteY9404" fmla="*/ 1736830 h 5450835"/>
              <a:gd name="connsiteX9405" fmla="*/ 5870891 w 10450132"/>
              <a:gd name="connsiteY9405" fmla="*/ 1744713 h 5450835"/>
              <a:gd name="connsiteX9406" fmla="*/ 5870891 w 10450132"/>
              <a:gd name="connsiteY9406" fmla="*/ 1745566 h 5450835"/>
              <a:gd name="connsiteX9407" fmla="*/ 5866359 w 10450132"/>
              <a:gd name="connsiteY9407" fmla="*/ 1753450 h 5450835"/>
              <a:gd name="connsiteX9408" fmla="*/ 5865571 w 10450132"/>
              <a:gd name="connsiteY9408" fmla="*/ 1753908 h 5450835"/>
              <a:gd name="connsiteX9409" fmla="*/ 5856508 w 10450132"/>
              <a:gd name="connsiteY9409" fmla="*/ 1753908 h 5450835"/>
              <a:gd name="connsiteX9410" fmla="*/ 5855720 w 10450132"/>
              <a:gd name="connsiteY9410" fmla="*/ 1753450 h 5450835"/>
              <a:gd name="connsiteX9411" fmla="*/ 5851187 w 10450132"/>
              <a:gd name="connsiteY9411" fmla="*/ 1745566 h 5450835"/>
              <a:gd name="connsiteX9412" fmla="*/ 5851187 w 10450132"/>
              <a:gd name="connsiteY9412" fmla="*/ 1744713 h 5450835"/>
              <a:gd name="connsiteX9413" fmla="*/ 5855720 w 10450132"/>
              <a:gd name="connsiteY9413" fmla="*/ 1736830 h 5450835"/>
              <a:gd name="connsiteX9414" fmla="*/ 5856508 w 10450132"/>
              <a:gd name="connsiteY9414" fmla="*/ 1736371 h 5450835"/>
              <a:gd name="connsiteX9415" fmla="*/ 5596 w 10450132"/>
              <a:gd name="connsiteY9415" fmla="*/ 1736364 h 5450835"/>
              <a:gd name="connsiteX9416" fmla="*/ 14659 w 10450132"/>
              <a:gd name="connsiteY9416" fmla="*/ 1736364 h 5450835"/>
              <a:gd name="connsiteX9417" fmla="*/ 15448 w 10450132"/>
              <a:gd name="connsiteY9417" fmla="*/ 1736823 h 5450835"/>
              <a:gd name="connsiteX9418" fmla="*/ 19979 w 10450132"/>
              <a:gd name="connsiteY9418" fmla="*/ 1744706 h 5450835"/>
              <a:gd name="connsiteX9419" fmla="*/ 19979 w 10450132"/>
              <a:gd name="connsiteY9419" fmla="*/ 1745559 h 5450835"/>
              <a:gd name="connsiteX9420" fmla="*/ 15448 w 10450132"/>
              <a:gd name="connsiteY9420" fmla="*/ 1753441 h 5450835"/>
              <a:gd name="connsiteX9421" fmla="*/ 14659 w 10450132"/>
              <a:gd name="connsiteY9421" fmla="*/ 1753901 h 5450835"/>
              <a:gd name="connsiteX9422" fmla="*/ 5596 w 10450132"/>
              <a:gd name="connsiteY9422" fmla="*/ 1753901 h 5450835"/>
              <a:gd name="connsiteX9423" fmla="*/ 4807 w 10450132"/>
              <a:gd name="connsiteY9423" fmla="*/ 1753441 h 5450835"/>
              <a:gd name="connsiteX9424" fmla="*/ 275 w 10450132"/>
              <a:gd name="connsiteY9424" fmla="*/ 1745559 h 5450835"/>
              <a:gd name="connsiteX9425" fmla="*/ 275 w 10450132"/>
              <a:gd name="connsiteY9425" fmla="*/ 1744706 h 5450835"/>
              <a:gd name="connsiteX9426" fmla="*/ 4807 w 10450132"/>
              <a:gd name="connsiteY9426" fmla="*/ 1736823 h 5450835"/>
              <a:gd name="connsiteX9427" fmla="*/ 5596 w 10450132"/>
              <a:gd name="connsiteY9427" fmla="*/ 1736364 h 5450835"/>
              <a:gd name="connsiteX9428" fmla="*/ 6110888 w 10450132"/>
              <a:gd name="connsiteY9428" fmla="*/ 1736362 h 5450835"/>
              <a:gd name="connsiteX9429" fmla="*/ 6119953 w 10450132"/>
              <a:gd name="connsiteY9429" fmla="*/ 1736362 h 5450835"/>
              <a:gd name="connsiteX9430" fmla="*/ 6120740 w 10450132"/>
              <a:gd name="connsiteY9430" fmla="*/ 1736822 h 5450835"/>
              <a:gd name="connsiteX9431" fmla="*/ 6125272 w 10450132"/>
              <a:gd name="connsiteY9431" fmla="*/ 1744703 h 5450835"/>
              <a:gd name="connsiteX9432" fmla="*/ 6125272 w 10450132"/>
              <a:gd name="connsiteY9432" fmla="*/ 1745558 h 5450835"/>
              <a:gd name="connsiteX9433" fmla="*/ 6120740 w 10450132"/>
              <a:gd name="connsiteY9433" fmla="*/ 1753440 h 5450835"/>
              <a:gd name="connsiteX9434" fmla="*/ 6119953 w 10450132"/>
              <a:gd name="connsiteY9434" fmla="*/ 1753898 h 5450835"/>
              <a:gd name="connsiteX9435" fmla="*/ 6110888 w 10450132"/>
              <a:gd name="connsiteY9435" fmla="*/ 1753898 h 5450835"/>
              <a:gd name="connsiteX9436" fmla="*/ 6110101 w 10450132"/>
              <a:gd name="connsiteY9436" fmla="*/ 1753440 h 5450835"/>
              <a:gd name="connsiteX9437" fmla="*/ 6105567 w 10450132"/>
              <a:gd name="connsiteY9437" fmla="*/ 1745558 h 5450835"/>
              <a:gd name="connsiteX9438" fmla="*/ 6105567 w 10450132"/>
              <a:gd name="connsiteY9438" fmla="*/ 1744703 h 5450835"/>
              <a:gd name="connsiteX9439" fmla="*/ 6110101 w 10450132"/>
              <a:gd name="connsiteY9439" fmla="*/ 1736822 h 5450835"/>
              <a:gd name="connsiteX9440" fmla="*/ 6110888 w 10450132"/>
              <a:gd name="connsiteY9440" fmla="*/ 1736362 h 5450835"/>
              <a:gd name="connsiteX9441" fmla="*/ 4075937 w 10450132"/>
              <a:gd name="connsiteY9441" fmla="*/ 1736357 h 5450835"/>
              <a:gd name="connsiteX9442" fmla="*/ 4085001 w 10450132"/>
              <a:gd name="connsiteY9442" fmla="*/ 1736357 h 5450835"/>
              <a:gd name="connsiteX9443" fmla="*/ 4085791 w 10450132"/>
              <a:gd name="connsiteY9443" fmla="*/ 1736816 h 5450835"/>
              <a:gd name="connsiteX9444" fmla="*/ 4090321 w 10450132"/>
              <a:gd name="connsiteY9444" fmla="*/ 1744698 h 5450835"/>
              <a:gd name="connsiteX9445" fmla="*/ 4090321 w 10450132"/>
              <a:gd name="connsiteY9445" fmla="*/ 1745553 h 5450835"/>
              <a:gd name="connsiteX9446" fmla="*/ 4085791 w 10450132"/>
              <a:gd name="connsiteY9446" fmla="*/ 1753435 h 5450835"/>
              <a:gd name="connsiteX9447" fmla="*/ 4085001 w 10450132"/>
              <a:gd name="connsiteY9447" fmla="*/ 1753893 h 5450835"/>
              <a:gd name="connsiteX9448" fmla="*/ 4075937 w 10450132"/>
              <a:gd name="connsiteY9448" fmla="*/ 1753893 h 5450835"/>
              <a:gd name="connsiteX9449" fmla="*/ 4075151 w 10450132"/>
              <a:gd name="connsiteY9449" fmla="*/ 1753435 h 5450835"/>
              <a:gd name="connsiteX9450" fmla="*/ 4070616 w 10450132"/>
              <a:gd name="connsiteY9450" fmla="*/ 1745553 h 5450835"/>
              <a:gd name="connsiteX9451" fmla="*/ 4070616 w 10450132"/>
              <a:gd name="connsiteY9451" fmla="*/ 1744698 h 5450835"/>
              <a:gd name="connsiteX9452" fmla="*/ 4075151 w 10450132"/>
              <a:gd name="connsiteY9452" fmla="*/ 1736816 h 5450835"/>
              <a:gd name="connsiteX9453" fmla="*/ 4075937 w 10450132"/>
              <a:gd name="connsiteY9453" fmla="*/ 1736357 h 5450835"/>
              <a:gd name="connsiteX9454" fmla="*/ 8654892 w 10450132"/>
              <a:gd name="connsiteY9454" fmla="*/ 1736352 h 5450835"/>
              <a:gd name="connsiteX9455" fmla="*/ 8663955 w 10450132"/>
              <a:gd name="connsiteY9455" fmla="*/ 1736352 h 5450835"/>
              <a:gd name="connsiteX9456" fmla="*/ 8664744 w 10450132"/>
              <a:gd name="connsiteY9456" fmla="*/ 1736813 h 5450835"/>
              <a:gd name="connsiteX9457" fmla="*/ 8669277 w 10450132"/>
              <a:gd name="connsiteY9457" fmla="*/ 1744693 h 5450835"/>
              <a:gd name="connsiteX9458" fmla="*/ 8669277 w 10450132"/>
              <a:gd name="connsiteY9458" fmla="*/ 1745547 h 5450835"/>
              <a:gd name="connsiteX9459" fmla="*/ 8664744 w 10450132"/>
              <a:gd name="connsiteY9459" fmla="*/ 1753430 h 5450835"/>
              <a:gd name="connsiteX9460" fmla="*/ 8663955 w 10450132"/>
              <a:gd name="connsiteY9460" fmla="*/ 1753888 h 5450835"/>
              <a:gd name="connsiteX9461" fmla="*/ 8654892 w 10450132"/>
              <a:gd name="connsiteY9461" fmla="*/ 1753888 h 5450835"/>
              <a:gd name="connsiteX9462" fmla="*/ 8654104 w 10450132"/>
              <a:gd name="connsiteY9462" fmla="*/ 1753430 h 5450835"/>
              <a:gd name="connsiteX9463" fmla="*/ 8649572 w 10450132"/>
              <a:gd name="connsiteY9463" fmla="*/ 1745547 h 5450835"/>
              <a:gd name="connsiteX9464" fmla="*/ 8649572 w 10450132"/>
              <a:gd name="connsiteY9464" fmla="*/ 1744693 h 5450835"/>
              <a:gd name="connsiteX9465" fmla="*/ 8654104 w 10450132"/>
              <a:gd name="connsiteY9465" fmla="*/ 1736813 h 5450835"/>
              <a:gd name="connsiteX9466" fmla="*/ 8654892 w 10450132"/>
              <a:gd name="connsiteY9466" fmla="*/ 1736352 h 5450835"/>
              <a:gd name="connsiteX9467" fmla="*/ 768704 w 10450132"/>
              <a:gd name="connsiteY9467" fmla="*/ 1736351 h 5450835"/>
              <a:gd name="connsiteX9468" fmla="*/ 777768 w 10450132"/>
              <a:gd name="connsiteY9468" fmla="*/ 1736351 h 5450835"/>
              <a:gd name="connsiteX9469" fmla="*/ 778557 w 10450132"/>
              <a:gd name="connsiteY9469" fmla="*/ 1736809 h 5450835"/>
              <a:gd name="connsiteX9470" fmla="*/ 783088 w 10450132"/>
              <a:gd name="connsiteY9470" fmla="*/ 1744692 h 5450835"/>
              <a:gd name="connsiteX9471" fmla="*/ 783088 w 10450132"/>
              <a:gd name="connsiteY9471" fmla="*/ 1745546 h 5450835"/>
              <a:gd name="connsiteX9472" fmla="*/ 778557 w 10450132"/>
              <a:gd name="connsiteY9472" fmla="*/ 1753429 h 5450835"/>
              <a:gd name="connsiteX9473" fmla="*/ 777768 w 10450132"/>
              <a:gd name="connsiteY9473" fmla="*/ 1753887 h 5450835"/>
              <a:gd name="connsiteX9474" fmla="*/ 768704 w 10450132"/>
              <a:gd name="connsiteY9474" fmla="*/ 1753887 h 5450835"/>
              <a:gd name="connsiteX9475" fmla="*/ 767916 w 10450132"/>
              <a:gd name="connsiteY9475" fmla="*/ 1753429 h 5450835"/>
              <a:gd name="connsiteX9476" fmla="*/ 763383 w 10450132"/>
              <a:gd name="connsiteY9476" fmla="*/ 1745546 h 5450835"/>
              <a:gd name="connsiteX9477" fmla="*/ 763383 w 10450132"/>
              <a:gd name="connsiteY9477" fmla="*/ 1744692 h 5450835"/>
              <a:gd name="connsiteX9478" fmla="*/ 767916 w 10450132"/>
              <a:gd name="connsiteY9478" fmla="*/ 1736809 h 5450835"/>
              <a:gd name="connsiteX9479" fmla="*/ 768704 w 10450132"/>
              <a:gd name="connsiteY9479" fmla="*/ 1736351 h 5450835"/>
              <a:gd name="connsiteX9480" fmla="*/ 1023151 w 10450132"/>
              <a:gd name="connsiteY9480" fmla="*/ 1736350 h 5450835"/>
              <a:gd name="connsiteX9481" fmla="*/ 1032214 w 10450132"/>
              <a:gd name="connsiteY9481" fmla="*/ 1736350 h 5450835"/>
              <a:gd name="connsiteX9482" fmla="*/ 1033003 w 10450132"/>
              <a:gd name="connsiteY9482" fmla="*/ 1736809 h 5450835"/>
              <a:gd name="connsiteX9483" fmla="*/ 1037535 w 10450132"/>
              <a:gd name="connsiteY9483" fmla="*/ 1744692 h 5450835"/>
              <a:gd name="connsiteX9484" fmla="*/ 1037535 w 10450132"/>
              <a:gd name="connsiteY9484" fmla="*/ 1745544 h 5450835"/>
              <a:gd name="connsiteX9485" fmla="*/ 1033003 w 10450132"/>
              <a:gd name="connsiteY9485" fmla="*/ 1753428 h 5450835"/>
              <a:gd name="connsiteX9486" fmla="*/ 1032214 w 10450132"/>
              <a:gd name="connsiteY9486" fmla="*/ 1753887 h 5450835"/>
              <a:gd name="connsiteX9487" fmla="*/ 1023151 w 10450132"/>
              <a:gd name="connsiteY9487" fmla="*/ 1753887 h 5450835"/>
              <a:gd name="connsiteX9488" fmla="*/ 1022362 w 10450132"/>
              <a:gd name="connsiteY9488" fmla="*/ 1753428 h 5450835"/>
              <a:gd name="connsiteX9489" fmla="*/ 1017829 w 10450132"/>
              <a:gd name="connsiteY9489" fmla="*/ 1745544 h 5450835"/>
              <a:gd name="connsiteX9490" fmla="*/ 1017829 w 10450132"/>
              <a:gd name="connsiteY9490" fmla="*/ 1744692 h 5450835"/>
              <a:gd name="connsiteX9491" fmla="*/ 1022362 w 10450132"/>
              <a:gd name="connsiteY9491" fmla="*/ 1736809 h 5450835"/>
              <a:gd name="connsiteX9492" fmla="*/ 1023151 w 10450132"/>
              <a:gd name="connsiteY9492" fmla="*/ 1736350 h 5450835"/>
              <a:gd name="connsiteX9493" fmla="*/ 10435622 w 10450132"/>
              <a:gd name="connsiteY9493" fmla="*/ 1736349 h 5450835"/>
              <a:gd name="connsiteX9494" fmla="*/ 10444686 w 10450132"/>
              <a:gd name="connsiteY9494" fmla="*/ 1736349 h 5450835"/>
              <a:gd name="connsiteX9495" fmla="*/ 10445474 w 10450132"/>
              <a:gd name="connsiteY9495" fmla="*/ 1736808 h 5450835"/>
              <a:gd name="connsiteX9496" fmla="*/ 10450007 w 10450132"/>
              <a:gd name="connsiteY9496" fmla="*/ 1744690 h 5450835"/>
              <a:gd name="connsiteX9497" fmla="*/ 10450007 w 10450132"/>
              <a:gd name="connsiteY9497" fmla="*/ 1745543 h 5450835"/>
              <a:gd name="connsiteX9498" fmla="*/ 10445474 w 10450132"/>
              <a:gd name="connsiteY9498" fmla="*/ 1753426 h 5450835"/>
              <a:gd name="connsiteX9499" fmla="*/ 10444686 w 10450132"/>
              <a:gd name="connsiteY9499" fmla="*/ 1753884 h 5450835"/>
              <a:gd name="connsiteX9500" fmla="*/ 10435622 w 10450132"/>
              <a:gd name="connsiteY9500" fmla="*/ 1753884 h 5450835"/>
              <a:gd name="connsiteX9501" fmla="*/ 10434834 w 10450132"/>
              <a:gd name="connsiteY9501" fmla="*/ 1753426 h 5450835"/>
              <a:gd name="connsiteX9502" fmla="*/ 10430302 w 10450132"/>
              <a:gd name="connsiteY9502" fmla="*/ 1745543 h 5450835"/>
              <a:gd name="connsiteX9503" fmla="*/ 10430302 w 10450132"/>
              <a:gd name="connsiteY9503" fmla="*/ 1744690 h 5450835"/>
              <a:gd name="connsiteX9504" fmla="*/ 10434834 w 10450132"/>
              <a:gd name="connsiteY9504" fmla="*/ 1736808 h 5450835"/>
              <a:gd name="connsiteX9505" fmla="*/ 10435622 w 10450132"/>
              <a:gd name="connsiteY9505" fmla="*/ 1736349 h 5450835"/>
              <a:gd name="connsiteX9506" fmla="*/ 9418035 w 10450132"/>
              <a:gd name="connsiteY9506" fmla="*/ 1736349 h 5450835"/>
              <a:gd name="connsiteX9507" fmla="*/ 9427099 w 10450132"/>
              <a:gd name="connsiteY9507" fmla="*/ 1736349 h 5450835"/>
              <a:gd name="connsiteX9508" fmla="*/ 9427887 w 10450132"/>
              <a:gd name="connsiteY9508" fmla="*/ 1736808 h 5450835"/>
              <a:gd name="connsiteX9509" fmla="*/ 9432419 w 10450132"/>
              <a:gd name="connsiteY9509" fmla="*/ 1744691 h 5450835"/>
              <a:gd name="connsiteX9510" fmla="*/ 9432419 w 10450132"/>
              <a:gd name="connsiteY9510" fmla="*/ 1745543 h 5450835"/>
              <a:gd name="connsiteX9511" fmla="*/ 9427887 w 10450132"/>
              <a:gd name="connsiteY9511" fmla="*/ 1753427 h 5450835"/>
              <a:gd name="connsiteX9512" fmla="*/ 9427099 w 10450132"/>
              <a:gd name="connsiteY9512" fmla="*/ 1753886 h 5450835"/>
              <a:gd name="connsiteX9513" fmla="*/ 9418035 w 10450132"/>
              <a:gd name="connsiteY9513" fmla="*/ 1753886 h 5450835"/>
              <a:gd name="connsiteX9514" fmla="*/ 9417247 w 10450132"/>
              <a:gd name="connsiteY9514" fmla="*/ 1753427 h 5450835"/>
              <a:gd name="connsiteX9515" fmla="*/ 9412714 w 10450132"/>
              <a:gd name="connsiteY9515" fmla="*/ 1745543 h 5450835"/>
              <a:gd name="connsiteX9516" fmla="*/ 9412714 w 10450132"/>
              <a:gd name="connsiteY9516" fmla="*/ 1744691 h 5450835"/>
              <a:gd name="connsiteX9517" fmla="*/ 9417247 w 10450132"/>
              <a:gd name="connsiteY9517" fmla="*/ 1736808 h 5450835"/>
              <a:gd name="connsiteX9518" fmla="*/ 9418035 w 10450132"/>
              <a:gd name="connsiteY9518" fmla="*/ 1736349 h 5450835"/>
              <a:gd name="connsiteX9519" fmla="*/ 4330157 w 10450132"/>
              <a:gd name="connsiteY9519" fmla="*/ 1736346 h 5450835"/>
              <a:gd name="connsiteX9520" fmla="*/ 4339222 w 10450132"/>
              <a:gd name="connsiteY9520" fmla="*/ 1736346 h 5450835"/>
              <a:gd name="connsiteX9521" fmla="*/ 4340010 w 10450132"/>
              <a:gd name="connsiteY9521" fmla="*/ 1736805 h 5450835"/>
              <a:gd name="connsiteX9522" fmla="*/ 4344540 w 10450132"/>
              <a:gd name="connsiteY9522" fmla="*/ 1744688 h 5450835"/>
              <a:gd name="connsiteX9523" fmla="*/ 4344540 w 10450132"/>
              <a:gd name="connsiteY9523" fmla="*/ 1745541 h 5450835"/>
              <a:gd name="connsiteX9524" fmla="*/ 4340010 w 10450132"/>
              <a:gd name="connsiteY9524" fmla="*/ 1753424 h 5450835"/>
              <a:gd name="connsiteX9525" fmla="*/ 4339222 w 10450132"/>
              <a:gd name="connsiteY9525" fmla="*/ 1753882 h 5450835"/>
              <a:gd name="connsiteX9526" fmla="*/ 4330157 w 10450132"/>
              <a:gd name="connsiteY9526" fmla="*/ 1753882 h 5450835"/>
              <a:gd name="connsiteX9527" fmla="*/ 4329369 w 10450132"/>
              <a:gd name="connsiteY9527" fmla="*/ 1753424 h 5450835"/>
              <a:gd name="connsiteX9528" fmla="*/ 4324836 w 10450132"/>
              <a:gd name="connsiteY9528" fmla="*/ 1745541 h 5450835"/>
              <a:gd name="connsiteX9529" fmla="*/ 4324836 w 10450132"/>
              <a:gd name="connsiteY9529" fmla="*/ 1744688 h 5450835"/>
              <a:gd name="connsiteX9530" fmla="*/ 4329369 w 10450132"/>
              <a:gd name="connsiteY9530" fmla="*/ 1736805 h 5450835"/>
              <a:gd name="connsiteX9531" fmla="*/ 4330157 w 10450132"/>
              <a:gd name="connsiteY9531" fmla="*/ 1736346 h 5450835"/>
              <a:gd name="connsiteX9532" fmla="*/ 9672481 w 10450132"/>
              <a:gd name="connsiteY9532" fmla="*/ 1736342 h 5450835"/>
              <a:gd name="connsiteX9533" fmla="*/ 9681545 w 10450132"/>
              <a:gd name="connsiteY9533" fmla="*/ 1736342 h 5450835"/>
              <a:gd name="connsiteX9534" fmla="*/ 9682333 w 10450132"/>
              <a:gd name="connsiteY9534" fmla="*/ 1736801 h 5450835"/>
              <a:gd name="connsiteX9535" fmla="*/ 9686865 w 10450132"/>
              <a:gd name="connsiteY9535" fmla="*/ 1744682 h 5450835"/>
              <a:gd name="connsiteX9536" fmla="*/ 9686865 w 10450132"/>
              <a:gd name="connsiteY9536" fmla="*/ 1745537 h 5450835"/>
              <a:gd name="connsiteX9537" fmla="*/ 9682333 w 10450132"/>
              <a:gd name="connsiteY9537" fmla="*/ 1753419 h 5450835"/>
              <a:gd name="connsiteX9538" fmla="*/ 9681545 w 10450132"/>
              <a:gd name="connsiteY9538" fmla="*/ 1753878 h 5450835"/>
              <a:gd name="connsiteX9539" fmla="*/ 9672481 w 10450132"/>
              <a:gd name="connsiteY9539" fmla="*/ 1753878 h 5450835"/>
              <a:gd name="connsiteX9540" fmla="*/ 9671693 w 10450132"/>
              <a:gd name="connsiteY9540" fmla="*/ 1753419 h 5450835"/>
              <a:gd name="connsiteX9541" fmla="*/ 9667160 w 10450132"/>
              <a:gd name="connsiteY9541" fmla="*/ 1745537 h 5450835"/>
              <a:gd name="connsiteX9542" fmla="*/ 9667160 w 10450132"/>
              <a:gd name="connsiteY9542" fmla="*/ 1744682 h 5450835"/>
              <a:gd name="connsiteX9543" fmla="*/ 9671693 w 10450132"/>
              <a:gd name="connsiteY9543" fmla="*/ 1736801 h 5450835"/>
              <a:gd name="connsiteX9544" fmla="*/ 9672481 w 10450132"/>
              <a:gd name="connsiteY9544" fmla="*/ 1736342 h 5450835"/>
              <a:gd name="connsiteX9545" fmla="*/ 5347746 w 10450132"/>
              <a:gd name="connsiteY9545" fmla="*/ 1736339 h 5450835"/>
              <a:gd name="connsiteX9546" fmla="*/ 5356810 w 10450132"/>
              <a:gd name="connsiteY9546" fmla="*/ 1736339 h 5450835"/>
              <a:gd name="connsiteX9547" fmla="*/ 5357598 w 10450132"/>
              <a:gd name="connsiteY9547" fmla="*/ 1736798 h 5450835"/>
              <a:gd name="connsiteX9548" fmla="*/ 5362130 w 10450132"/>
              <a:gd name="connsiteY9548" fmla="*/ 1744680 h 5450835"/>
              <a:gd name="connsiteX9549" fmla="*/ 5362130 w 10450132"/>
              <a:gd name="connsiteY9549" fmla="*/ 1745533 h 5450835"/>
              <a:gd name="connsiteX9550" fmla="*/ 5357598 w 10450132"/>
              <a:gd name="connsiteY9550" fmla="*/ 1753416 h 5450835"/>
              <a:gd name="connsiteX9551" fmla="*/ 5356810 w 10450132"/>
              <a:gd name="connsiteY9551" fmla="*/ 1753875 h 5450835"/>
              <a:gd name="connsiteX9552" fmla="*/ 5347746 w 10450132"/>
              <a:gd name="connsiteY9552" fmla="*/ 1753875 h 5450835"/>
              <a:gd name="connsiteX9553" fmla="*/ 5346958 w 10450132"/>
              <a:gd name="connsiteY9553" fmla="*/ 1753416 h 5450835"/>
              <a:gd name="connsiteX9554" fmla="*/ 5342425 w 10450132"/>
              <a:gd name="connsiteY9554" fmla="*/ 1745533 h 5450835"/>
              <a:gd name="connsiteX9555" fmla="*/ 5342425 w 10450132"/>
              <a:gd name="connsiteY9555" fmla="*/ 1744680 h 5450835"/>
              <a:gd name="connsiteX9556" fmla="*/ 5346958 w 10450132"/>
              <a:gd name="connsiteY9556" fmla="*/ 1736798 h 5450835"/>
              <a:gd name="connsiteX9557" fmla="*/ 5347746 w 10450132"/>
              <a:gd name="connsiteY9557" fmla="*/ 1736339 h 5450835"/>
              <a:gd name="connsiteX9558" fmla="*/ 1531895 w 10450132"/>
              <a:gd name="connsiteY9558" fmla="*/ 1736339 h 5450835"/>
              <a:gd name="connsiteX9559" fmla="*/ 1540959 w 10450132"/>
              <a:gd name="connsiteY9559" fmla="*/ 1736339 h 5450835"/>
              <a:gd name="connsiteX9560" fmla="*/ 1541748 w 10450132"/>
              <a:gd name="connsiteY9560" fmla="*/ 1736798 h 5450835"/>
              <a:gd name="connsiteX9561" fmla="*/ 1546279 w 10450132"/>
              <a:gd name="connsiteY9561" fmla="*/ 1744680 h 5450835"/>
              <a:gd name="connsiteX9562" fmla="*/ 1546279 w 10450132"/>
              <a:gd name="connsiteY9562" fmla="*/ 1745533 h 5450835"/>
              <a:gd name="connsiteX9563" fmla="*/ 1541748 w 10450132"/>
              <a:gd name="connsiteY9563" fmla="*/ 1753416 h 5450835"/>
              <a:gd name="connsiteX9564" fmla="*/ 1540959 w 10450132"/>
              <a:gd name="connsiteY9564" fmla="*/ 1753875 h 5450835"/>
              <a:gd name="connsiteX9565" fmla="*/ 1531895 w 10450132"/>
              <a:gd name="connsiteY9565" fmla="*/ 1753875 h 5450835"/>
              <a:gd name="connsiteX9566" fmla="*/ 1531107 w 10450132"/>
              <a:gd name="connsiteY9566" fmla="*/ 1753416 h 5450835"/>
              <a:gd name="connsiteX9567" fmla="*/ 1526574 w 10450132"/>
              <a:gd name="connsiteY9567" fmla="*/ 1745533 h 5450835"/>
              <a:gd name="connsiteX9568" fmla="*/ 1526574 w 10450132"/>
              <a:gd name="connsiteY9568" fmla="*/ 1744680 h 5450835"/>
              <a:gd name="connsiteX9569" fmla="*/ 1531107 w 10450132"/>
              <a:gd name="connsiteY9569" fmla="*/ 1736798 h 5450835"/>
              <a:gd name="connsiteX9570" fmla="*/ 1531895 w 10450132"/>
              <a:gd name="connsiteY9570" fmla="*/ 1736339 h 5450835"/>
              <a:gd name="connsiteX9571" fmla="*/ 3058323 w 10450132"/>
              <a:gd name="connsiteY9571" fmla="*/ 1736335 h 5450835"/>
              <a:gd name="connsiteX9572" fmla="*/ 3067388 w 10450132"/>
              <a:gd name="connsiteY9572" fmla="*/ 1736335 h 5450835"/>
              <a:gd name="connsiteX9573" fmla="*/ 3068176 w 10450132"/>
              <a:gd name="connsiteY9573" fmla="*/ 1736795 h 5450835"/>
              <a:gd name="connsiteX9574" fmla="*/ 3072708 w 10450132"/>
              <a:gd name="connsiteY9574" fmla="*/ 1744678 h 5450835"/>
              <a:gd name="connsiteX9575" fmla="*/ 3072708 w 10450132"/>
              <a:gd name="connsiteY9575" fmla="*/ 1745530 h 5450835"/>
              <a:gd name="connsiteX9576" fmla="*/ 3068176 w 10450132"/>
              <a:gd name="connsiteY9576" fmla="*/ 1753414 h 5450835"/>
              <a:gd name="connsiteX9577" fmla="*/ 3067388 w 10450132"/>
              <a:gd name="connsiteY9577" fmla="*/ 1753873 h 5450835"/>
              <a:gd name="connsiteX9578" fmla="*/ 3058323 w 10450132"/>
              <a:gd name="connsiteY9578" fmla="*/ 1753873 h 5450835"/>
              <a:gd name="connsiteX9579" fmla="*/ 3057534 w 10450132"/>
              <a:gd name="connsiteY9579" fmla="*/ 1753414 h 5450835"/>
              <a:gd name="connsiteX9580" fmla="*/ 3053003 w 10450132"/>
              <a:gd name="connsiteY9580" fmla="*/ 1745530 h 5450835"/>
              <a:gd name="connsiteX9581" fmla="*/ 3053003 w 10450132"/>
              <a:gd name="connsiteY9581" fmla="*/ 1744678 h 5450835"/>
              <a:gd name="connsiteX9582" fmla="*/ 3057534 w 10450132"/>
              <a:gd name="connsiteY9582" fmla="*/ 1736795 h 5450835"/>
              <a:gd name="connsiteX9583" fmla="*/ 3058323 w 10450132"/>
              <a:gd name="connsiteY9583" fmla="*/ 1736335 h 5450835"/>
              <a:gd name="connsiteX9584" fmla="*/ 7382923 w 10450132"/>
              <a:gd name="connsiteY9584" fmla="*/ 1736331 h 5450835"/>
              <a:gd name="connsiteX9585" fmla="*/ 7391987 w 10450132"/>
              <a:gd name="connsiteY9585" fmla="*/ 1736331 h 5450835"/>
              <a:gd name="connsiteX9586" fmla="*/ 7392775 w 10450132"/>
              <a:gd name="connsiteY9586" fmla="*/ 1736791 h 5450835"/>
              <a:gd name="connsiteX9587" fmla="*/ 7397307 w 10450132"/>
              <a:gd name="connsiteY9587" fmla="*/ 1744672 h 5450835"/>
              <a:gd name="connsiteX9588" fmla="*/ 7397307 w 10450132"/>
              <a:gd name="connsiteY9588" fmla="*/ 1745526 h 5450835"/>
              <a:gd name="connsiteX9589" fmla="*/ 7392775 w 10450132"/>
              <a:gd name="connsiteY9589" fmla="*/ 1753408 h 5450835"/>
              <a:gd name="connsiteX9590" fmla="*/ 7391987 w 10450132"/>
              <a:gd name="connsiteY9590" fmla="*/ 1753867 h 5450835"/>
              <a:gd name="connsiteX9591" fmla="*/ 7382923 w 10450132"/>
              <a:gd name="connsiteY9591" fmla="*/ 1753867 h 5450835"/>
              <a:gd name="connsiteX9592" fmla="*/ 7382135 w 10450132"/>
              <a:gd name="connsiteY9592" fmla="*/ 1753408 h 5450835"/>
              <a:gd name="connsiteX9593" fmla="*/ 7377602 w 10450132"/>
              <a:gd name="connsiteY9593" fmla="*/ 1745526 h 5450835"/>
              <a:gd name="connsiteX9594" fmla="*/ 7377602 w 10450132"/>
              <a:gd name="connsiteY9594" fmla="*/ 1744672 h 5450835"/>
              <a:gd name="connsiteX9595" fmla="*/ 7382135 w 10450132"/>
              <a:gd name="connsiteY9595" fmla="*/ 1736791 h 5450835"/>
              <a:gd name="connsiteX9596" fmla="*/ 7382923 w 10450132"/>
              <a:gd name="connsiteY9596" fmla="*/ 1736331 h 5450835"/>
              <a:gd name="connsiteX9597" fmla="*/ 5093300 w 10450132"/>
              <a:gd name="connsiteY9597" fmla="*/ 1736331 h 5450835"/>
              <a:gd name="connsiteX9598" fmla="*/ 5102364 w 10450132"/>
              <a:gd name="connsiteY9598" fmla="*/ 1736331 h 5450835"/>
              <a:gd name="connsiteX9599" fmla="*/ 5103153 w 10450132"/>
              <a:gd name="connsiteY9599" fmla="*/ 1736791 h 5450835"/>
              <a:gd name="connsiteX9600" fmla="*/ 5107684 w 10450132"/>
              <a:gd name="connsiteY9600" fmla="*/ 1744672 h 5450835"/>
              <a:gd name="connsiteX9601" fmla="*/ 5107684 w 10450132"/>
              <a:gd name="connsiteY9601" fmla="*/ 1745527 h 5450835"/>
              <a:gd name="connsiteX9602" fmla="*/ 5103153 w 10450132"/>
              <a:gd name="connsiteY9602" fmla="*/ 1753408 h 5450835"/>
              <a:gd name="connsiteX9603" fmla="*/ 5102364 w 10450132"/>
              <a:gd name="connsiteY9603" fmla="*/ 1753867 h 5450835"/>
              <a:gd name="connsiteX9604" fmla="*/ 5093300 w 10450132"/>
              <a:gd name="connsiteY9604" fmla="*/ 1753867 h 5450835"/>
              <a:gd name="connsiteX9605" fmla="*/ 5092512 w 10450132"/>
              <a:gd name="connsiteY9605" fmla="*/ 1753408 h 5450835"/>
              <a:gd name="connsiteX9606" fmla="*/ 5087979 w 10450132"/>
              <a:gd name="connsiteY9606" fmla="*/ 1745527 h 5450835"/>
              <a:gd name="connsiteX9607" fmla="*/ 5087979 w 10450132"/>
              <a:gd name="connsiteY9607" fmla="*/ 1744672 h 5450835"/>
              <a:gd name="connsiteX9608" fmla="*/ 5092512 w 10450132"/>
              <a:gd name="connsiteY9608" fmla="*/ 1736791 h 5450835"/>
              <a:gd name="connsiteX9609" fmla="*/ 5093300 w 10450132"/>
              <a:gd name="connsiteY9609" fmla="*/ 1736331 h 5450835"/>
              <a:gd name="connsiteX9610" fmla="*/ 514293 w 10450132"/>
              <a:gd name="connsiteY9610" fmla="*/ 1736331 h 5450835"/>
              <a:gd name="connsiteX9611" fmla="*/ 523356 w 10450132"/>
              <a:gd name="connsiteY9611" fmla="*/ 1736331 h 5450835"/>
              <a:gd name="connsiteX9612" fmla="*/ 524144 w 10450132"/>
              <a:gd name="connsiteY9612" fmla="*/ 1736790 h 5450835"/>
              <a:gd name="connsiteX9613" fmla="*/ 528676 w 10450132"/>
              <a:gd name="connsiteY9613" fmla="*/ 1744671 h 5450835"/>
              <a:gd name="connsiteX9614" fmla="*/ 528676 w 10450132"/>
              <a:gd name="connsiteY9614" fmla="*/ 1745525 h 5450835"/>
              <a:gd name="connsiteX9615" fmla="*/ 524144 w 10450132"/>
              <a:gd name="connsiteY9615" fmla="*/ 1753408 h 5450835"/>
              <a:gd name="connsiteX9616" fmla="*/ 523356 w 10450132"/>
              <a:gd name="connsiteY9616" fmla="*/ 1753867 h 5450835"/>
              <a:gd name="connsiteX9617" fmla="*/ 514293 w 10450132"/>
              <a:gd name="connsiteY9617" fmla="*/ 1753867 h 5450835"/>
              <a:gd name="connsiteX9618" fmla="*/ 513505 w 10450132"/>
              <a:gd name="connsiteY9618" fmla="*/ 1753408 h 5450835"/>
              <a:gd name="connsiteX9619" fmla="*/ 508971 w 10450132"/>
              <a:gd name="connsiteY9619" fmla="*/ 1745525 h 5450835"/>
              <a:gd name="connsiteX9620" fmla="*/ 508971 w 10450132"/>
              <a:gd name="connsiteY9620" fmla="*/ 1744671 h 5450835"/>
              <a:gd name="connsiteX9621" fmla="*/ 513505 w 10450132"/>
              <a:gd name="connsiteY9621" fmla="*/ 1736790 h 5450835"/>
              <a:gd name="connsiteX9622" fmla="*/ 514293 w 10450132"/>
              <a:gd name="connsiteY9622" fmla="*/ 1736331 h 5450835"/>
              <a:gd name="connsiteX9623" fmla="*/ 4838919 w 10450132"/>
              <a:gd name="connsiteY9623" fmla="*/ 1736330 h 5450835"/>
              <a:gd name="connsiteX9624" fmla="*/ 4847982 w 10450132"/>
              <a:gd name="connsiteY9624" fmla="*/ 1736330 h 5450835"/>
              <a:gd name="connsiteX9625" fmla="*/ 4848772 w 10450132"/>
              <a:gd name="connsiteY9625" fmla="*/ 1736788 h 5450835"/>
              <a:gd name="connsiteX9626" fmla="*/ 4853303 w 10450132"/>
              <a:gd name="connsiteY9626" fmla="*/ 1744671 h 5450835"/>
              <a:gd name="connsiteX9627" fmla="*/ 4853303 w 10450132"/>
              <a:gd name="connsiteY9627" fmla="*/ 1745525 h 5450835"/>
              <a:gd name="connsiteX9628" fmla="*/ 4848772 w 10450132"/>
              <a:gd name="connsiteY9628" fmla="*/ 1753407 h 5450835"/>
              <a:gd name="connsiteX9629" fmla="*/ 4847982 w 10450132"/>
              <a:gd name="connsiteY9629" fmla="*/ 1753866 h 5450835"/>
              <a:gd name="connsiteX9630" fmla="*/ 4838919 w 10450132"/>
              <a:gd name="connsiteY9630" fmla="*/ 1753866 h 5450835"/>
              <a:gd name="connsiteX9631" fmla="*/ 4838132 w 10450132"/>
              <a:gd name="connsiteY9631" fmla="*/ 1753407 h 5450835"/>
              <a:gd name="connsiteX9632" fmla="*/ 4833598 w 10450132"/>
              <a:gd name="connsiteY9632" fmla="*/ 1745525 h 5450835"/>
              <a:gd name="connsiteX9633" fmla="*/ 4833598 w 10450132"/>
              <a:gd name="connsiteY9633" fmla="*/ 1744671 h 5450835"/>
              <a:gd name="connsiteX9634" fmla="*/ 4838132 w 10450132"/>
              <a:gd name="connsiteY9634" fmla="*/ 1736788 h 5450835"/>
              <a:gd name="connsiteX9635" fmla="*/ 4838919 w 10450132"/>
              <a:gd name="connsiteY9635" fmla="*/ 1736330 h 5450835"/>
              <a:gd name="connsiteX9636" fmla="*/ 2803852 w 10450132"/>
              <a:gd name="connsiteY9636" fmla="*/ 1736326 h 5450835"/>
              <a:gd name="connsiteX9637" fmla="*/ 2812917 w 10450132"/>
              <a:gd name="connsiteY9637" fmla="*/ 1736326 h 5450835"/>
              <a:gd name="connsiteX9638" fmla="*/ 2813705 w 10450132"/>
              <a:gd name="connsiteY9638" fmla="*/ 1736787 h 5450835"/>
              <a:gd name="connsiteX9639" fmla="*/ 2818237 w 10450132"/>
              <a:gd name="connsiteY9639" fmla="*/ 1744669 h 5450835"/>
              <a:gd name="connsiteX9640" fmla="*/ 2818237 w 10450132"/>
              <a:gd name="connsiteY9640" fmla="*/ 1745523 h 5450835"/>
              <a:gd name="connsiteX9641" fmla="*/ 2813705 w 10450132"/>
              <a:gd name="connsiteY9641" fmla="*/ 1753405 h 5450835"/>
              <a:gd name="connsiteX9642" fmla="*/ 2812917 w 10450132"/>
              <a:gd name="connsiteY9642" fmla="*/ 1753864 h 5450835"/>
              <a:gd name="connsiteX9643" fmla="*/ 2803852 w 10450132"/>
              <a:gd name="connsiteY9643" fmla="*/ 1753864 h 5450835"/>
              <a:gd name="connsiteX9644" fmla="*/ 2803063 w 10450132"/>
              <a:gd name="connsiteY9644" fmla="*/ 1753405 h 5450835"/>
              <a:gd name="connsiteX9645" fmla="*/ 2798531 w 10450132"/>
              <a:gd name="connsiteY9645" fmla="*/ 1745523 h 5450835"/>
              <a:gd name="connsiteX9646" fmla="*/ 2798531 w 10450132"/>
              <a:gd name="connsiteY9646" fmla="*/ 1744669 h 5450835"/>
              <a:gd name="connsiteX9647" fmla="*/ 2803063 w 10450132"/>
              <a:gd name="connsiteY9647" fmla="*/ 1736787 h 5450835"/>
              <a:gd name="connsiteX9648" fmla="*/ 2803852 w 10450132"/>
              <a:gd name="connsiteY9648" fmla="*/ 1736326 h 5450835"/>
              <a:gd name="connsiteX9649" fmla="*/ 1277494 w 10450132"/>
              <a:gd name="connsiteY9649" fmla="*/ 1736326 h 5450835"/>
              <a:gd name="connsiteX9650" fmla="*/ 1286560 w 10450132"/>
              <a:gd name="connsiteY9650" fmla="*/ 1736326 h 5450835"/>
              <a:gd name="connsiteX9651" fmla="*/ 1287346 w 10450132"/>
              <a:gd name="connsiteY9651" fmla="*/ 1736786 h 5450835"/>
              <a:gd name="connsiteX9652" fmla="*/ 1291879 w 10450132"/>
              <a:gd name="connsiteY9652" fmla="*/ 1744668 h 5450835"/>
              <a:gd name="connsiteX9653" fmla="*/ 1291879 w 10450132"/>
              <a:gd name="connsiteY9653" fmla="*/ 1745523 h 5450835"/>
              <a:gd name="connsiteX9654" fmla="*/ 1287346 w 10450132"/>
              <a:gd name="connsiteY9654" fmla="*/ 1753404 h 5450835"/>
              <a:gd name="connsiteX9655" fmla="*/ 1286560 w 10450132"/>
              <a:gd name="connsiteY9655" fmla="*/ 1753864 h 5450835"/>
              <a:gd name="connsiteX9656" fmla="*/ 1277494 w 10450132"/>
              <a:gd name="connsiteY9656" fmla="*/ 1753864 h 5450835"/>
              <a:gd name="connsiteX9657" fmla="*/ 1276706 w 10450132"/>
              <a:gd name="connsiteY9657" fmla="*/ 1753404 h 5450835"/>
              <a:gd name="connsiteX9658" fmla="*/ 1272175 w 10450132"/>
              <a:gd name="connsiteY9658" fmla="*/ 1745523 h 5450835"/>
              <a:gd name="connsiteX9659" fmla="*/ 1272175 w 10450132"/>
              <a:gd name="connsiteY9659" fmla="*/ 1744668 h 5450835"/>
              <a:gd name="connsiteX9660" fmla="*/ 1276706 w 10450132"/>
              <a:gd name="connsiteY9660" fmla="*/ 1736786 h 5450835"/>
              <a:gd name="connsiteX9661" fmla="*/ 1277494 w 10450132"/>
              <a:gd name="connsiteY9661" fmla="*/ 1736326 h 5450835"/>
              <a:gd name="connsiteX9662" fmla="*/ 8400511 w 10450132"/>
              <a:gd name="connsiteY9662" fmla="*/ 1736321 h 5450835"/>
              <a:gd name="connsiteX9663" fmla="*/ 8409575 w 10450132"/>
              <a:gd name="connsiteY9663" fmla="*/ 1736321 h 5450835"/>
              <a:gd name="connsiteX9664" fmla="*/ 8410363 w 10450132"/>
              <a:gd name="connsiteY9664" fmla="*/ 1736781 h 5450835"/>
              <a:gd name="connsiteX9665" fmla="*/ 8414896 w 10450132"/>
              <a:gd name="connsiteY9665" fmla="*/ 1744662 h 5450835"/>
              <a:gd name="connsiteX9666" fmla="*/ 8414896 w 10450132"/>
              <a:gd name="connsiteY9666" fmla="*/ 1745517 h 5450835"/>
              <a:gd name="connsiteX9667" fmla="*/ 8410363 w 10450132"/>
              <a:gd name="connsiteY9667" fmla="*/ 1753400 h 5450835"/>
              <a:gd name="connsiteX9668" fmla="*/ 8409575 w 10450132"/>
              <a:gd name="connsiteY9668" fmla="*/ 1753857 h 5450835"/>
              <a:gd name="connsiteX9669" fmla="*/ 8400511 w 10450132"/>
              <a:gd name="connsiteY9669" fmla="*/ 1753857 h 5450835"/>
              <a:gd name="connsiteX9670" fmla="*/ 8399723 w 10450132"/>
              <a:gd name="connsiteY9670" fmla="*/ 1753400 h 5450835"/>
              <a:gd name="connsiteX9671" fmla="*/ 8395191 w 10450132"/>
              <a:gd name="connsiteY9671" fmla="*/ 1745517 h 5450835"/>
              <a:gd name="connsiteX9672" fmla="*/ 8395191 w 10450132"/>
              <a:gd name="connsiteY9672" fmla="*/ 1744662 h 5450835"/>
              <a:gd name="connsiteX9673" fmla="*/ 8399723 w 10450132"/>
              <a:gd name="connsiteY9673" fmla="*/ 1736781 h 5450835"/>
              <a:gd name="connsiteX9674" fmla="*/ 8400511 w 10450132"/>
              <a:gd name="connsiteY9674" fmla="*/ 1736321 h 5450835"/>
              <a:gd name="connsiteX9675" fmla="*/ 2549446 w 10450132"/>
              <a:gd name="connsiteY9675" fmla="*/ 1736319 h 5450835"/>
              <a:gd name="connsiteX9676" fmla="*/ 2558512 w 10450132"/>
              <a:gd name="connsiteY9676" fmla="*/ 1736319 h 5450835"/>
              <a:gd name="connsiteX9677" fmla="*/ 2559300 w 10450132"/>
              <a:gd name="connsiteY9677" fmla="*/ 1736778 h 5450835"/>
              <a:gd name="connsiteX9678" fmla="*/ 2563831 w 10450132"/>
              <a:gd name="connsiteY9678" fmla="*/ 1744660 h 5450835"/>
              <a:gd name="connsiteX9679" fmla="*/ 2563831 w 10450132"/>
              <a:gd name="connsiteY9679" fmla="*/ 1745514 h 5450835"/>
              <a:gd name="connsiteX9680" fmla="*/ 2559300 w 10450132"/>
              <a:gd name="connsiteY9680" fmla="*/ 1753395 h 5450835"/>
              <a:gd name="connsiteX9681" fmla="*/ 2558512 w 10450132"/>
              <a:gd name="connsiteY9681" fmla="*/ 1753855 h 5450835"/>
              <a:gd name="connsiteX9682" fmla="*/ 2549446 w 10450132"/>
              <a:gd name="connsiteY9682" fmla="*/ 1753855 h 5450835"/>
              <a:gd name="connsiteX9683" fmla="*/ 2548658 w 10450132"/>
              <a:gd name="connsiteY9683" fmla="*/ 1753395 h 5450835"/>
              <a:gd name="connsiteX9684" fmla="*/ 2544126 w 10450132"/>
              <a:gd name="connsiteY9684" fmla="*/ 1745514 h 5450835"/>
              <a:gd name="connsiteX9685" fmla="*/ 2544126 w 10450132"/>
              <a:gd name="connsiteY9685" fmla="*/ 1744660 h 5450835"/>
              <a:gd name="connsiteX9686" fmla="*/ 2548658 w 10450132"/>
              <a:gd name="connsiteY9686" fmla="*/ 1736778 h 5450835"/>
              <a:gd name="connsiteX9687" fmla="*/ 2549446 w 10450132"/>
              <a:gd name="connsiteY9687" fmla="*/ 1736319 h 5450835"/>
              <a:gd name="connsiteX9688" fmla="*/ 3567061 w 10450132"/>
              <a:gd name="connsiteY9688" fmla="*/ 1736317 h 5450835"/>
              <a:gd name="connsiteX9689" fmla="*/ 3576125 w 10450132"/>
              <a:gd name="connsiteY9689" fmla="*/ 1736317 h 5450835"/>
              <a:gd name="connsiteX9690" fmla="*/ 3576914 w 10450132"/>
              <a:gd name="connsiteY9690" fmla="*/ 1736775 h 5450835"/>
              <a:gd name="connsiteX9691" fmla="*/ 3581446 w 10450132"/>
              <a:gd name="connsiteY9691" fmla="*/ 1744658 h 5450835"/>
              <a:gd name="connsiteX9692" fmla="*/ 3581446 w 10450132"/>
              <a:gd name="connsiteY9692" fmla="*/ 1745510 h 5450835"/>
              <a:gd name="connsiteX9693" fmla="*/ 3576914 w 10450132"/>
              <a:gd name="connsiteY9693" fmla="*/ 1753393 h 5450835"/>
              <a:gd name="connsiteX9694" fmla="*/ 3576125 w 10450132"/>
              <a:gd name="connsiteY9694" fmla="*/ 1753853 h 5450835"/>
              <a:gd name="connsiteX9695" fmla="*/ 3567061 w 10450132"/>
              <a:gd name="connsiteY9695" fmla="*/ 1753853 h 5450835"/>
              <a:gd name="connsiteX9696" fmla="*/ 3566273 w 10450132"/>
              <a:gd name="connsiteY9696" fmla="*/ 1753393 h 5450835"/>
              <a:gd name="connsiteX9697" fmla="*/ 3561739 w 10450132"/>
              <a:gd name="connsiteY9697" fmla="*/ 1745510 h 5450835"/>
              <a:gd name="connsiteX9698" fmla="*/ 3561739 w 10450132"/>
              <a:gd name="connsiteY9698" fmla="*/ 1744658 h 5450835"/>
              <a:gd name="connsiteX9699" fmla="*/ 3566273 w 10450132"/>
              <a:gd name="connsiteY9699" fmla="*/ 1736775 h 5450835"/>
              <a:gd name="connsiteX9700" fmla="*/ 3567061 w 10450132"/>
              <a:gd name="connsiteY9700" fmla="*/ 1736317 h 5450835"/>
              <a:gd name="connsiteX9701" fmla="*/ 3312668 w 10450132"/>
              <a:gd name="connsiteY9701" fmla="*/ 1736314 h 5450835"/>
              <a:gd name="connsiteX9702" fmla="*/ 3321733 w 10450132"/>
              <a:gd name="connsiteY9702" fmla="*/ 1736314 h 5450835"/>
              <a:gd name="connsiteX9703" fmla="*/ 3322522 w 10450132"/>
              <a:gd name="connsiteY9703" fmla="*/ 1736774 h 5450835"/>
              <a:gd name="connsiteX9704" fmla="*/ 3327053 w 10450132"/>
              <a:gd name="connsiteY9704" fmla="*/ 1744654 h 5450835"/>
              <a:gd name="connsiteX9705" fmla="*/ 3327053 w 10450132"/>
              <a:gd name="connsiteY9705" fmla="*/ 1745509 h 5450835"/>
              <a:gd name="connsiteX9706" fmla="*/ 3322522 w 10450132"/>
              <a:gd name="connsiteY9706" fmla="*/ 1753392 h 5450835"/>
              <a:gd name="connsiteX9707" fmla="*/ 3321733 w 10450132"/>
              <a:gd name="connsiteY9707" fmla="*/ 1753851 h 5450835"/>
              <a:gd name="connsiteX9708" fmla="*/ 3312668 w 10450132"/>
              <a:gd name="connsiteY9708" fmla="*/ 1753851 h 5450835"/>
              <a:gd name="connsiteX9709" fmla="*/ 3311880 w 10450132"/>
              <a:gd name="connsiteY9709" fmla="*/ 1753392 h 5450835"/>
              <a:gd name="connsiteX9710" fmla="*/ 3307348 w 10450132"/>
              <a:gd name="connsiteY9710" fmla="*/ 1745509 h 5450835"/>
              <a:gd name="connsiteX9711" fmla="*/ 3307348 w 10450132"/>
              <a:gd name="connsiteY9711" fmla="*/ 1744654 h 5450835"/>
              <a:gd name="connsiteX9712" fmla="*/ 3311880 w 10450132"/>
              <a:gd name="connsiteY9712" fmla="*/ 1736774 h 5450835"/>
              <a:gd name="connsiteX9713" fmla="*/ 3312668 w 10450132"/>
              <a:gd name="connsiteY9713" fmla="*/ 1736314 h 5450835"/>
              <a:gd name="connsiteX9714" fmla="*/ 7128477 w 10450132"/>
              <a:gd name="connsiteY9714" fmla="*/ 1736310 h 5450835"/>
              <a:gd name="connsiteX9715" fmla="*/ 7137540 w 10450132"/>
              <a:gd name="connsiteY9715" fmla="*/ 1736310 h 5450835"/>
              <a:gd name="connsiteX9716" fmla="*/ 7138328 w 10450132"/>
              <a:gd name="connsiteY9716" fmla="*/ 1736770 h 5450835"/>
              <a:gd name="connsiteX9717" fmla="*/ 7142860 w 10450132"/>
              <a:gd name="connsiteY9717" fmla="*/ 1744651 h 5450835"/>
              <a:gd name="connsiteX9718" fmla="*/ 7142860 w 10450132"/>
              <a:gd name="connsiteY9718" fmla="*/ 1745505 h 5450835"/>
              <a:gd name="connsiteX9719" fmla="*/ 7138328 w 10450132"/>
              <a:gd name="connsiteY9719" fmla="*/ 1753389 h 5450835"/>
              <a:gd name="connsiteX9720" fmla="*/ 7137540 w 10450132"/>
              <a:gd name="connsiteY9720" fmla="*/ 1753846 h 5450835"/>
              <a:gd name="connsiteX9721" fmla="*/ 7128477 w 10450132"/>
              <a:gd name="connsiteY9721" fmla="*/ 1753846 h 5450835"/>
              <a:gd name="connsiteX9722" fmla="*/ 7127689 w 10450132"/>
              <a:gd name="connsiteY9722" fmla="*/ 1753389 h 5450835"/>
              <a:gd name="connsiteX9723" fmla="*/ 7123156 w 10450132"/>
              <a:gd name="connsiteY9723" fmla="*/ 1745505 h 5450835"/>
              <a:gd name="connsiteX9724" fmla="*/ 7123156 w 10450132"/>
              <a:gd name="connsiteY9724" fmla="*/ 1744651 h 5450835"/>
              <a:gd name="connsiteX9725" fmla="*/ 7127689 w 10450132"/>
              <a:gd name="connsiteY9725" fmla="*/ 1736770 h 5450835"/>
              <a:gd name="connsiteX9726" fmla="*/ 7128477 w 10450132"/>
              <a:gd name="connsiteY9726" fmla="*/ 1736310 h 5450835"/>
              <a:gd name="connsiteX9727" fmla="*/ 6874095 w 10450132"/>
              <a:gd name="connsiteY9727" fmla="*/ 1736310 h 5450835"/>
              <a:gd name="connsiteX9728" fmla="*/ 6883159 w 10450132"/>
              <a:gd name="connsiteY9728" fmla="*/ 1736310 h 5450835"/>
              <a:gd name="connsiteX9729" fmla="*/ 6883947 w 10450132"/>
              <a:gd name="connsiteY9729" fmla="*/ 1736770 h 5450835"/>
              <a:gd name="connsiteX9730" fmla="*/ 6888480 w 10450132"/>
              <a:gd name="connsiteY9730" fmla="*/ 1744651 h 5450835"/>
              <a:gd name="connsiteX9731" fmla="*/ 6888480 w 10450132"/>
              <a:gd name="connsiteY9731" fmla="*/ 1745505 h 5450835"/>
              <a:gd name="connsiteX9732" fmla="*/ 6883947 w 10450132"/>
              <a:gd name="connsiteY9732" fmla="*/ 1753389 h 5450835"/>
              <a:gd name="connsiteX9733" fmla="*/ 6883159 w 10450132"/>
              <a:gd name="connsiteY9733" fmla="*/ 1753846 h 5450835"/>
              <a:gd name="connsiteX9734" fmla="*/ 6874095 w 10450132"/>
              <a:gd name="connsiteY9734" fmla="*/ 1753846 h 5450835"/>
              <a:gd name="connsiteX9735" fmla="*/ 6873307 w 10450132"/>
              <a:gd name="connsiteY9735" fmla="*/ 1753389 h 5450835"/>
              <a:gd name="connsiteX9736" fmla="*/ 6868775 w 10450132"/>
              <a:gd name="connsiteY9736" fmla="*/ 1745505 h 5450835"/>
              <a:gd name="connsiteX9737" fmla="*/ 6868775 w 10450132"/>
              <a:gd name="connsiteY9737" fmla="*/ 1744651 h 5450835"/>
              <a:gd name="connsiteX9738" fmla="*/ 6873307 w 10450132"/>
              <a:gd name="connsiteY9738" fmla="*/ 1736770 h 5450835"/>
              <a:gd name="connsiteX9739" fmla="*/ 6874095 w 10450132"/>
              <a:gd name="connsiteY9739" fmla="*/ 1736310 h 5450835"/>
              <a:gd name="connsiteX9740" fmla="*/ 9926861 w 10450132"/>
              <a:gd name="connsiteY9740" fmla="*/ 1736307 h 5450835"/>
              <a:gd name="connsiteX9741" fmla="*/ 9935924 w 10450132"/>
              <a:gd name="connsiteY9741" fmla="*/ 1736307 h 5450835"/>
              <a:gd name="connsiteX9742" fmla="*/ 9936713 w 10450132"/>
              <a:gd name="connsiteY9742" fmla="*/ 1736767 h 5450835"/>
              <a:gd name="connsiteX9743" fmla="*/ 9941246 w 10450132"/>
              <a:gd name="connsiteY9743" fmla="*/ 1744649 h 5450835"/>
              <a:gd name="connsiteX9744" fmla="*/ 9941246 w 10450132"/>
              <a:gd name="connsiteY9744" fmla="*/ 1745503 h 5450835"/>
              <a:gd name="connsiteX9745" fmla="*/ 9936713 w 10450132"/>
              <a:gd name="connsiteY9745" fmla="*/ 1753385 h 5450835"/>
              <a:gd name="connsiteX9746" fmla="*/ 9935924 w 10450132"/>
              <a:gd name="connsiteY9746" fmla="*/ 1753844 h 5450835"/>
              <a:gd name="connsiteX9747" fmla="*/ 9926861 w 10450132"/>
              <a:gd name="connsiteY9747" fmla="*/ 1753844 h 5450835"/>
              <a:gd name="connsiteX9748" fmla="*/ 9926073 w 10450132"/>
              <a:gd name="connsiteY9748" fmla="*/ 1753385 h 5450835"/>
              <a:gd name="connsiteX9749" fmla="*/ 9921541 w 10450132"/>
              <a:gd name="connsiteY9749" fmla="*/ 1745503 h 5450835"/>
              <a:gd name="connsiteX9750" fmla="*/ 9921541 w 10450132"/>
              <a:gd name="connsiteY9750" fmla="*/ 1744649 h 5450835"/>
              <a:gd name="connsiteX9751" fmla="*/ 9926073 w 10450132"/>
              <a:gd name="connsiteY9751" fmla="*/ 1736767 h 5450835"/>
              <a:gd name="connsiteX9752" fmla="*/ 9926861 w 10450132"/>
              <a:gd name="connsiteY9752" fmla="*/ 1736307 h 5450835"/>
              <a:gd name="connsiteX9753" fmla="*/ 6365334 w 10450132"/>
              <a:gd name="connsiteY9753" fmla="*/ 1736292 h 5450835"/>
              <a:gd name="connsiteX9754" fmla="*/ 6374397 w 10450132"/>
              <a:gd name="connsiteY9754" fmla="*/ 1736292 h 5450835"/>
              <a:gd name="connsiteX9755" fmla="*/ 6375186 w 10450132"/>
              <a:gd name="connsiteY9755" fmla="*/ 1736751 h 5450835"/>
              <a:gd name="connsiteX9756" fmla="*/ 6379718 w 10450132"/>
              <a:gd name="connsiteY9756" fmla="*/ 1744633 h 5450835"/>
              <a:gd name="connsiteX9757" fmla="*/ 6379718 w 10450132"/>
              <a:gd name="connsiteY9757" fmla="*/ 1745487 h 5450835"/>
              <a:gd name="connsiteX9758" fmla="*/ 6375186 w 10450132"/>
              <a:gd name="connsiteY9758" fmla="*/ 1753369 h 5450835"/>
              <a:gd name="connsiteX9759" fmla="*/ 6374397 w 10450132"/>
              <a:gd name="connsiteY9759" fmla="*/ 1753828 h 5450835"/>
              <a:gd name="connsiteX9760" fmla="*/ 6365334 w 10450132"/>
              <a:gd name="connsiteY9760" fmla="*/ 1753828 h 5450835"/>
              <a:gd name="connsiteX9761" fmla="*/ 6364546 w 10450132"/>
              <a:gd name="connsiteY9761" fmla="*/ 1753369 h 5450835"/>
              <a:gd name="connsiteX9762" fmla="*/ 6360014 w 10450132"/>
              <a:gd name="connsiteY9762" fmla="*/ 1745487 h 5450835"/>
              <a:gd name="connsiteX9763" fmla="*/ 6360014 w 10450132"/>
              <a:gd name="connsiteY9763" fmla="*/ 1744633 h 5450835"/>
              <a:gd name="connsiteX9764" fmla="*/ 6364546 w 10450132"/>
              <a:gd name="connsiteY9764" fmla="*/ 1736751 h 5450835"/>
              <a:gd name="connsiteX9765" fmla="*/ 6365334 w 10450132"/>
              <a:gd name="connsiteY9765" fmla="*/ 1736292 h 5450835"/>
              <a:gd name="connsiteX9766" fmla="*/ 7891684 w 10450132"/>
              <a:gd name="connsiteY9766" fmla="*/ 1736287 h 5450835"/>
              <a:gd name="connsiteX9767" fmla="*/ 7900748 w 10450132"/>
              <a:gd name="connsiteY9767" fmla="*/ 1736287 h 5450835"/>
              <a:gd name="connsiteX9768" fmla="*/ 7901536 w 10450132"/>
              <a:gd name="connsiteY9768" fmla="*/ 1736747 h 5450835"/>
              <a:gd name="connsiteX9769" fmla="*/ 7906067 w 10450132"/>
              <a:gd name="connsiteY9769" fmla="*/ 1744628 h 5450835"/>
              <a:gd name="connsiteX9770" fmla="*/ 7906067 w 10450132"/>
              <a:gd name="connsiteY9770" fmla="*/ 1745482 h 5450835"/>
              <a:gd name="connsiteX9771" fmla="*/ 7901536 w 10450132"/>
              <a:gd name="connsiteY9771" fmla="*/ 1753365 h 5450835"/>
              <a:gd name="connsiteX9772" fmla="*/ 7900748 w 10450132"/>
              <a:gd name="connsiteY9772" fmla="*/ 1753823 h 5450835"/>
              <a:gd name="connsiteX9773" fmla="*/ 7891684 w 10450132"/>
              <a:gd name="connsiteY9773" fmla="*/ 1753823 h 5450835"/>
              <a:gd name="connsiteX9774" fmla="*/ 7890896 w 10450132"/>
              <a:gd name="connsiteY9774" fmla="*/ 1753365 h 5450835"/>
              <a:gd name="connsiteX9775" fmla="*/ 7886363 w 10450132"/>
              <a:gd name="connsiteY9775" fmla="*/ 1745482 h 5450835"/>
              <a:gd name="connsiteX9776" fmla="*/ 7886363 w 10450132"/>
              <a:gd name="connsiteY9776" fmla="*/ 1744628 h 5450835"/>
              <a:gd name="connsiteX9777" fmla="*/ 7890896 w 10450132"/>
              <a:gd name="connsiteY9777" fmla="*/ 1736747 h 5450835"/>
              <a:gd name="connsiteX9778" fmla="*/ 7891684 w 10450132"/>
              <a:gd name="connsiteY9778" fmla="*/ 1736287 h 5450835"/>
              <a:gd name="connsiteX9779" fmla="*/ 8146065 w 10450132"/>
              <a:gd name="connsiteY9779" fmla="*/ 1736284 h 5450835"/>
              <a:gd name="connsiteX9780" fmla="*/ 8155129 w 10450132"/>
              <a:gd name="connsiteY9780" fmla="*/ 1736284 h 5450835"/>
              <a:gd name="connsiteX9781" fmla="*/ 8155917 w 10450132"/>
              <a:gd name="connsiteY9781" fmla="*/ 1736744 h 5450835"/>
              <a:gd name="connsiteX9782" fmla="*/ 8160449 w 10450132"/>
              <a:gd name="connsiteY9782" fmla="*/ 1744626 h 5450835"/>
              <a:gd name="connsiteX9783" fmla="*/ 8160449 w 10450132"/>
              <a:gd name="connsiteY9783" fmla="*/ 1745479 h 5450835"/>
              <a:gd name="connsiteX9784" fmla="*/ 8155917 w 10450132"/>
              <a:gd name="connsiteY9784" fmla="*/ 1753362 h 5450835"/>
              <a:gd name="connsiteX9785" fmla="*/ 8155129 w 10450132"/>
              <a:gd name="connsiteY9785" fmla="*/ 1753821 h 5450835"/>
              <a:gd name="connsiteX9786" fmla="*/ 8146065 w 10450132"/>
              <a:gd name="connsiteY9786" fmla="*/ 1753821 h 5450835"/>
              <a:gd name="connsiteX9787" fmla="*/ 8145277 w 10450132"/>
              <a:gd name="connsiteY9787" fmla="*/ 1753362 h 5450835"/>
              <a:gd name="connsiteX9788" fmla="*/ 8140745 w 10450132"/>
              <a:gd name="connsiteY9788" fmla="*/ 1745479 h 5450835"/>
              <a:gd name="connsiteX9789" fmla="*/ 8140745 w 10450132"/>
              <a:gd name="connsiteY9789" fmla="*/ 1744626 h 5450835"/>
              <a:gd name="connsiteX9790" fmla="*/ 8145277 w 10450132"/>
              <a:gd name="connsiteY9790" fmla="*/ 1736744 h 5450835"/>
              <a:gd name="connsiteX9791" fmla="*/ 8146065 w 10450132"/>
              <a:gd name="connsiteY9791" fmla="*/ 1736284 h 5450835"/>
              <a:gd name="connsiteX9792" fmla="*/ 5602126 w 10450132"/>
              <a:gd name="connsiteY9792" fmla="*/ 1736284 h 5450835"/>
              <a:gd name="connsiteX9793" fmla="*/ 5611191 w 10450132"/>
              <a:gd name="connsiteY9793" fmla="*/ 1736284 h 5450835"/>
              <a:gd name="connsiteX9794" fmla="*/ 5611979 w 10450132"/>
              <a:gd name="connsiteY9794" fmla="*/ 1736744 h 5450835"/>
              <a:gd name="connsiteX9795" fmla="*/ 5616511 w 10450132"/>
              <a:gd name="connsiteY9795" fmla="*/ 1744626 h 5450835"/>
              <a:gd name="connsiteX9796" fmla="*/ 5616511 w 10450132"/>
              <a:gd name="connsiteY9796" fmla="*/ 1745479 h 5450835"/>
              <a:gd name="connsiteX9797" fmla="*/ 5611979 w 10450132"/>
              <a:gd name="connsiteY9797" fmla="*/ 1753362 h 5450835"/>
              <a:gd name="connsiteX9798" fmla="*/ 5611191 w 10450132"/>
              <a:gd name="connsiteY9798" fmla="*/ 1753821 h 5450835"/>
              <a:gd name="connsiteX9799" fmla="*/ 5602126 w 10450132"/>
              <a:gd name="connsiteY9799" fmla="*/ 1753821 h 5450835"/>
              <a:gd name="connsiteX9800" fmla="*/ 5601338 w 10450132"/>
              <a:gd name="connsiteY9800" fmla="*/ 1753362 h 5450835"/>
              <a:gd name="connsiteX9801" fmla="*/ 5596807 w 10450132"/>
              <a:gd name="connsiteY9801" fmla="*/ 1745479 h 5450835"/>
              <a:gd name="connsiteX9802" fmla="*/ 5596807 w 10450132"/>
              <a:gd name="connsiteY9802" fmla="*/ 1744626 h 5450835"/>
              <a:gd name="connsiteX9803" fmla="*/ 5601338 w 10450132"/>
              <a:gd name="connsiteY9803" fmla="*/ 1736744 h 5450835"/>
              <a:gd name="connsiteX9804" fmla="*/ 5602126 w 10450132"/>
              <a:gd name="connsiteY9804" fmla="*/ 1736284 h 5450835"/>
              <a:gd name="connsiteX9805" fmla="*/ 9163654 w 10450132"/>
              <a:gd name="connsiteY9805" fmla="*/ 1736273 h 5450835"/>
              <a:gd name="connsiteX9806" fmla="*/ 9172718 w 10450132"/>
              <a:gd name="connsiteY9806" fmla="*/ 1736273 h 5450835"/>
              <a:gd name="connsiteX9807" fmla="*/ 9173506 w 10450132"/>
              <a:gd name="connsiteY9807" fmla="*/ 1736733 h 5450835"/>
              <a:gd name="connsiteX9808" fmla="*/ 9178038 w 10450132"/>
              <a:gd name="connsiteY9808" fmla="*/ 1744614 h 5450835"/>
              <a:gd name="connsiteX9809" fmla="*/ 9178038 w 10450132"/>
              <a:gd name="connsiteY9809" fmla="*/ 1745468 h 5450835"/>
              <a:gd name="connsiteX9810" fmla="*/ 9173506 w 10450132"/>
              <a:gd name="connsiteY9810" fmla="*/ 1753350 h 5450835"/>
              <a:gd name="connsiteX9811" fmla="*/ 9172718 w 10450132"/>
              <a:gd name="connsiteY9811" fmla="*/ 1753809 h 5450835"/>
              <a:gd name="connsiteX9812" fmla="*/ 9163654 w 10450132"/>
              <a:gd name="connsiteY9812" fmla="*/ 1753809 h 5450835"/>
              <a:gd name="connsiteX9813" fmla="*/ 9162866 w 10450132"/>
              <a:gd name="connsiteY9813" fmla="*/ 1753350 h 5450835"/>
              <a:gd name="connsiteX9814" fmla="*/ 9158333 w 10450132"/>
              <a:gd name="connsiteY9814" fmla="*/ 1745468 h 5450835"/>
              <a:gd name="connsiteX9815" fmla="*/ 9158333 w 10450132"/>
              <a:gd name="connsiteY9815" fmla="*/ 1744614 h 5450835"/>
              <a:gd name="connsiteX9816" fmla="*/ 9162866 w 10450132"/>
              <a:gd name="connsiteY9816" fmla="*/ 1736733 h 5450835"/>
              <a:gd name="connsiteX9817" fmla="*/ 9163654 w 10450132"/>
              <a:gd name="connsiteY9817" fmla="*/ 1736273 h 5450835"/>
              <a:gd name="connsiteX9818" fmla="*/ 1786162 w 10450132"/>
              <a:gd name="connsiteY9818" fmla="*/ 1736271 h 5450835"/>
              <a:gd name="connsiteX9819" fmla="*/ 1795227 w 10450132"/>
              <a:gd name="connsiteY9819" fmla="*/ 1736271 h 5450835"/>
              <a:gd name="connsiteX9820" fmla="*/ 1796015 w 10450132"/>
              <a:gd name="connsiteY9820" fmla="*/ 1736731 h 5450835"/>
              <a:gd name="connsiteX9821" fmla="*/ 1800547 w 10450132"/>
              <a:gd name="connsiteY9821" fmla="*/ 1744612 h 5450835"/>
              <a:gd name="connsiteX9822" fmla="*/ 1800547 w 10450132"/>
              <a:gd name="connsiteY9822" fmla="*/ 1745466 h 5450835"/>
              <a:gd name="connsiteX9823" fmla="*/ 1796015 w 10450132"/>
              <a:gd name="connsiteY9823" fmla="*/ 1753349 h 5450835"/>
              <a:gd name="connsiteX9824" fmla="*/ 1795227 w 10450132"/>
              <a:gd name="connsiteY9824" fmla="*/ 1753807 h 5450835"/>
              <a:gd name="connsiteX9825" fmla="*/ 1786162 w 10450132"/>
              <a:gd name="connsiteY9825" fmla="*/ 1753807 h 5450835"/>
              <a:gd name="connsiteX9826" fmla="*/ 1785374 w 10450132"/>
              <a:gd name="connsiteY9826" fmla="*/ 1753349 h 5450835"/>
              <a:gd name="connsiteX9827" fmla="*/ 1780842 w 10450132"/>
              <a:gd name="connsiteY9827" fmla="*/ 1745466 h 5450835"/>
              <a:gd name="connsiteX9828" fmla="*/ 1780842 w 10450132"/>
              <a:gd name="connsiteY9828" fmla="*/ 1744612 h 5450835"/>
              <a:gd name="connsiteX9829" fmla="*/ 1785374 w 10450132"/>
              <a:gd name="connsiteY9829" fmla="*/ 1736731 h 5450835"/>
              <a:gd name="connsiteX9830" fmla="*/ 1786162 w 10450132"/>
              <a:gd name="connsiteY9830" fmla="*/ 1736271 h 5450835"/>
              <a:gd name="connsiteX9831" fmla="*/ 7637304 w 10450132"/>
              <a:gd name="connsiteY9831" fmla="*/ 1736266 h 5450835"/>
              <a:gd name="connsiteX9832" fmla="*/ 7646367 w 10450132"/>
              <a:gd name="connsiteY9832" fmla="*/ 1736266 h 5450835"/>
              <a:gd name="connsiteX9833" fmla="*/ 7647156 w 10450132"/>
              <a:gd name="connsiteY9833" fmla="*/ 1736726 h 5450835"/>
              <a:gd name="connsiteX9834" fmla="*/ 7651687 w 10450132"/>
              <a:gd name="connsiteY9834" fmla="*/ 1744607 h 5450835"/>
              <a:gd name="connsiteX9835" fmla="*/ 7651687 w 10450132"/>
              <a:gd name="connsiteY9835" fmla="*/ 1745461 h 5450835"/>
              <a:gd name="connsiteX9836" fmla="*/ 7647156 w 10450132"/>
              <a:gd name="connsiteY9836" fmla="*/ 1753344 h 5450835"/>
              <a:gd name="connsiteX9837" fmla="*/ 7646367 w 10450132"/>
              <a:gd name="connsiteY9837" fmla="*/ 1753802 h 5450835"/>
              <a:gd name="connsiteX9838" fmla="*/ 7637304 w 10450132"/>
              <a:gd name="connsiteY9838" fmla="*/ 1753802 h 5450835"/>
              <a:gd name="connsiteX9839" fmla="*/ 7636516 w 10450132"/>
              <a:gd name="connsiteY9839" fmla="*/ 1753344 h 5450835"/>
              <a:gd name="connsiteX9840" fmla="*/ 7631983 w 10450132"/>
              <a:gd name="connsiteY9840" fmla="*/ 1745461 h 5450835"/>
              <a:gd name="connsiteX9841" fmla="*/ 7631983 w 10450132"/>
              <a:gd name="connsiteY9841" fmla="*/ 1744607 h 5450835"/>
              <a:gd name="connsiteX9842" fmla="*/ 7636516 w 10450132"/>
              <a:gd name="connsiteY9842" fmla="*/ 1736726 h 5450835"/>
              <a:gd name="connsiteX9843" fmla="*/ 7637304 w 10450132"/>
              <a:gd name="connsiteY9843" fmla="*/ 1736266 h 5450835"/>
              <a:gd name="connsiteX9844" fmla="*/ 3312837 w 10450132"/>
              <a:gd name="connsiteY9844" fmla="*/ 1519373 h 5450835"/>
              <a:gd name="connsiteX9845" fmla="*/ 3321901 w 10450132"/>
              <a:gd name="connsiteY9845" fmla="*/ 1519373 h 5450835"/>
              <a:gd name="connsiteX9846" fmla="*/ 3322689 w 10450132"/>
              <a:gd name="connsiteY9846" fmla="*/ 1519835 h 5450835"/>
              <a:gd name="connsiteX9847" fmla="*/ 3327222 w 10450132"/>
              <a:gd name="connsiteY9847" fmla="*/ 1527714 h 5450835"/>
              <a:gd name="connsiteX9848" fmla="*/ 3327222 w 10450132"/>
              <a:gd name="connsiteY9848" fmla="*/ 1528568 h 5450835"/>
              <a:gd name="connsiteX9849" fmla="*/ 3322689 w 10450132"/>
              <a:gd name="connsiteY9849" fmla="*/ 1536452 h 5450835"/>
              <a:gd name="connsiteX9850" fmla="*/ 3321901 w 10450132"/>
              <a:gd name="connsiteY9850" fmla="*/ 1536911 h 5450835"/>
              <a:gd name="connsiteX9851" fmla="*/ 3312837 w 10450132"/>
              <a:gd name="connsiteY9851" fmla="*/ 1536911 h 5450835"/>
              <a:gd name="connsiteX9852" fmla="*/ 3312048 w 10450132"/>
              <a:gd name="connsiteY9852" fmla="*/ 1536452 h 5450835"/>
              <a:gd name="connsiteX9853" fmla="*/ 3307516 w 10450132"/>
              <a:gd name="connsiteY9853" fmla="*/ 1528568 h 5450835"/>
              <a:gd name="connsiteX9854" fmla="*/ 3307516 w 10450132"/>
              <a:gd name="connsiteY9854" fmla="*/ 1527714 h 5450835"/>
              <a:gd name="connsiteX9855" fmla="*/ 3312048 w 10450132"/>
              <a:gd name="connsiteY9855" fmla="*/ 1519835 h 5450835"/>
              <a:gd name="connsiteX9856" fmla="*/ 3312837 w 10450132"/>
              <a:gd name="connsiteY9856" fmla="*/ 1519373 h 5450835"/>
              <a:gd name="connsiteX9857" fmla="*/ 9672481 w 10450132"/>
              <a:gd name="connsiteY9857" fmla="*/ 1519370 h 5450835"/>
              <a:gd name="connsiteX9858" fmla="*/ 9681545 w 10450132"/>
              <a:gd name="connsiteY9858" fmla="*/ 1519370 h 5450835"/>
              <a:gd name="connsiteX9859" fmla="*/ 9682333 w 10450132"/>
              <a:gd name="connsiteY9859" fmla="*/ 1519830 h 5450835"/>
              <a:gd name="connsiteX9860" fmla="*/ 9686865 w 10450132"/>
              <a:gd name="connsiteY9860" fmla="*/ 1527710 h 5450835"/>
              <a:gd name="connsiteX9861" fmla="*/ 9686865 w 10450132"/>
              <a:gd name="connsiteY9861" fmla="*/ 1528565 h 5450835"/>
              <a:gd name="connsiteX9862" fmla="*/ 9682333 w 10450132"/>
              <a:gd name="connsiteY9862" fmla="*/ 1536448 h 5450835"/>
              <a:gd name="connsiteX9863" fmla="*/ 9681545 w 10450132"/>
              <a:gd name="connsiteY9863" fmla="*/ 1536906 h 5450835"/>
              <a:gd name="connsiteX9864" fmla="*/ 9672481 w 10450132"/>
              <a:gd name="connsiteY9864" fmla="*/ 1536906 h 5450835"/>
              <a:gd name="connsiteX9865" fmla="*/ 9671693 w 10450132"/>
              <a:gd name="connsiteY9865" fmla="*/ 1536448 h 5450835"/>
              <a:gd name="connsiteX9866" fmla="*/ 9667160 w 10450132"/>
              <a:gd name="connsiteY9866" fmla="*/ 1528565 h 5450835"/>
              <a:gd name="connsiteX9867" fmla="*/ 9667160 w 10450132"/>
              <a:gd name="connsiteY9867" fmla="*/ 1527710 h 5450835"/>
              <a:gd name="connsiteX9868" fmla="*/ 9671693 w 10450132"/>
              <a:gd name="connsiteY9868" fmla="*/ 1519830 h 5450835"/>
              <a:gd name="connsiteX9869" fmla="*/ 9672481 w 10450132"/>
              <a:gd name="connsiteY9869" fmla="*/ 1519370 h 5450835"/>
              <a:gd name="connsiteX9870" fmla="*/ 1531980 w 10450132"/>
              <a:gd name="connsiteY9870" fmla="*/ 1519369 h 5450835"/>
              <a:gd name="connsiteX9871" fmla="*/ 1541043 w 10450132"/>
              <a:gd name="connsiteY9871" fmla="*/ 1519369 h 5450835"/>
              <a:gd name="connsiteX9872" fmla="*/ 1541831 w 10450132"/>
              <a:gd name="connsiteY9872" fmla="*/ 1519827 h 5450835"/>
              <a:gd name="connsiteX9873" fmla="*/ 1546364 w 10450132"/>
              <a:gd name="connsiteY9873" fmla="*/ 1527710 h 5450835"/>
              <a:gd name="connsiteX9874" fmla="*/ 1546364 w 10450132"/>
              <a:gd name="connsiteY9874" fmla="*/ 1528564 h 5450835"/>
              <a:gd name="connsiteX9875" fmla="*/ 1541831 w 10450132"/>
              <a:gd name="connsiteY9875" fmla="*/ 1536447 h 5450835"/>
              <a:gd name="connsiteX9876" fmla="*/ 1541043 w 10450132"/>
              <a:gd name="connsiteY9876" fmla="*/ 1536906 h 5450835"/>
              <a:gd name="connsiteX9877" fmla="*/ 1531980 w 10450132"/>
              <a:gd name="connsiteY9877" fmla="*/ 1536906 h 5450835"/>
              <a:gd name="connsiteX9878" fmla="*/ 1531194 w 10450132"/>
              <a:gd name="connsiteY9878" fmla="*/ 1536447 h 5450835"/>
              <a:gd name="connsiteX9879" fmla="*/ 1526658 w 10450132"/>
              <a:gd name="connsiteY9879" fmla="*/ 1528564 h 5450835"/>
              <a:gd name="connsiteX9880" fmla="*/ 1526658 w 10450132"/>
              <a:gd name="connsiteY9880" fmla="*/ 1527710 h 5450835"/>
              <a:gd name="connsiteX9881" fmla="*/ 1531194 w 10450132"/>
              <a:gd name="connsiteY9881" fmla="*/ 1519827 h 5450835"/>
              <a:gd name="connsiteX9882" fmla="*/ 1531980 w 10450132"/>
              <a:gd name="connsiteY9882" fmla="*/ 1519369 h 5450835"/>
              <a:gd name="connsiteX9883" fmla="*/ 7891684 w 10450132"/>
              <a:gd name="connsiteY9883" fmla="*/ 1519367 h 5450835"/>
              <a:gd name="connsiteX9884" fmla="*/ 7900748 w 10450132"/>
              <a:gd name="connsiteY9884" fmla="*/ 1519367 h 5450835"/>
              <a:gd name="connsiteX9885" fmla="*/ 7901536 w 10450132"/>
              <a:gd name="connsiteY9885" fmla="*/ 1519826 h 5450835"/>
              <a:gd name="connsiteX9886" fmla="*/ 7906067 w 10450132"/>
              <a:gd name="connsiteY9886" fmla="*/ 1527709 h 5450835"/>
              <a:gd name="connsiteX9887" fmla="*/ 7906067 w 10450132"/>
              <a:gd name="connsiteY9887" fmla="*/ 1528562 h 5450835"/>
              <a:gd name="connsiteX9888" fmla="*/ 7901536 w 10450132"/>
              <a:gd name="connsiteY9888" fmla="*/ 1536445 h 5450835"/>
              <a:gd name="connsiteX9889" fmla="*/ 7900748 w 10450132"/>
              <a:gd name="connsiteY9889" fmla="*/ 1536905 h 5450835"/>
              <a:gd name="connsiteX9890" fmla="*/ 7891684 w 10450132"/>
              <a:gd name="connsiteY9890" fmla="*/ 1536905 h 5450835"/>
              <a:gd name="connsiteX9891" fmla="*/ 7890896 w 10450132"/>
              <a:gd name="connsiteY9891" fmla="*/ 1536445 h 5450835"/>
              <a:gd name="connsiteX9892" fmla="*/ 7886363 w 10450132"/>
              <a:gd name="connsiteY9892" fmla="*/ 1528562 h 5450835"/>
              <a:gd name="connsiteX9893" fmla="*/ 7886363 w 10450132"/>
              <a:gd name="connsiteY9893" fmla="*/ 1527709 h 5450835"/>
              <a:gd name="connsiteX9894" fmla="*/ 7890896 w 10450132"/>
              <a:gd name="connsiteY9894" fmla="*/ 1519826 h 5450835"/>
              <a:gd name="connsiteX9895" fmla="*/ 7891684 w 10450132"/>
              <a:gd name="connsiteY9895" fmla="*/ 1519367 h 5450835"/>
              <a:gd name="connsiteX9896" fmla="*/ 8400511 w 10450132"/>
              <a:gd name="connsiteY9896" fmla="*/ 1519365 h 5450835"/>
              <a:gd name="connsiteX9897" fmla="*/ 8409575 w 10450132"/>
              <a:gd name="connsiteY9897" fmla="*/ 1519365 h 5450835"/>
              <a:gd name="connsiteX9898" fmla="*/ 8410363 w 10450132"/>
              <a:gd name="connsiteY9898" fmla="*/ 1519824 h 5450835"/>
              <a:gd name="connsiteX9899" fmla="*/ 8414896 w 10450132"/>
              <a:gd name="connsiteY9899" fmla="*/ 1527707 h 5450835"/>
              <a:gd name="connsiteX9900" fmla="*/ 8414896 w 10450132"/>
              <a:gd name="connsiteY9900" fmla="*/ 1528560 h 5450835"/>
              <a:gd name="connsiteX9901" fmla="*/ 8410363 w 10450132"/>
              <a:gd name="connsiteY9901" fmla="*/ 1536443 h 5450835"/>
              <a:gd name="connsiteX9902" fmla="*/ 8409575 w 10450132"/>
              <a:gd name="connsiteY9902" fmla="*/ 1536904 h 5450835"/>
              <a:gd name="connsiteX9903" fmla="*/ 8400511 w 10450132"/>
              <a:gd name="connsiteY9903" fmla="*/ 1536904 h 5450835"/>
              <a:gd name="connsiteX9904" fmla="*/ 8399723 w 10450132"/>
              <a:gd name="connsiteY9904" fmla="*/ 1536443 h 5450835"/>
              <a:gd name="connsiteX9905" fmla="*/ 8395191 w 10450132"/>
              <a:gd name="connsiteY9905" fmla="*/ 1528560 h 5450835"/>
              <a:gd name="connsiteX9906" fmla="*/ 8395191 w 10450132"/>
              <a:gd name="connsiteY9906" fmla="*/ 1527707 h 5450835"/>
              <a:gd name="connsiteX9907" fmla="*/ 8399723 w 10450132"/>
              <a:gd name="connsiteY9907" fmla="*/ 1519824 h 5450835"/>
              <a:gd name="connsiteX9908" fmla="*/ 8400511 w 10450132"/>
              <a:gd name="connsiteY9908" fmla="*/ 1519365 h 5450835"/>
              <a:gd name="connsiteX9909" fmla="*/ 9163654 w 10450132"/>
              <a:gd name="connsiteY9909" fmla="*/ 1519363 h 5450835"/>
              <a:gd name="connsiteX9910" fmla="*/ 9172718 w 10450132"/>
              <a:gd name="connsiteY9910" fmla="*/ 1519363 h 5450835"/>
              <a:gd name="connsiteX9911" fmla="*/ 9173506 w 10450132"/>
              <a:gd name="connsiteY9911" fmla="*/ 1519824 h 5450835"/>
              <a:gd name="connsiteX9912" fmla="*/ 9178038 w 10450132"/>
              <a:gd name="connsiteY9912" fmla="*/ 1527705 h 5450835"/>
              <a:gd name="connsiteX9913" fmla="*/ 9178038 w 10450132"/>
              <a:gd name="connsiteY9913" fmla="*/ 1528559 h 5450835"/>
              <a:gd name="connsiteX9914" fmla="*/ 9173506 w 10450132"/>
              <a:gd name="connsiteY9914" fmla="*/ 1536441 h 5450835"/>
              <a:gd name="connsiteX9915" fmla="*/ 9172718 w 10450132"/>
              <a:gd name="connsiteY9915" fmla="*/ 1536901 h 5450835"/>
              <a:gd name="connsiteX9916" fmla="*/ 9163654 w 10450132"/>
              <a:gd name="connsiteY9916" fmla="*/ 1536901 h 5450835"/>
              <a:gd name="connsiteX9917" fmla="*/ 9162866 w 10450132"/>
              <a:gd name="connsiteY9917" fmla="*/ 1536441 h 5450835"/>
              <a:gd name="connsiteX9918" fmla="*/ 9158333 w 10450132"/>
              <a:gd name="connsiteY9918" fmla="*/ 1528559 h 5450835"/>
              <a:gd name="connsiteX9919" fmla="*/ 9158333 w 10450132"/>
              <a:gd name="connsiteY9919" fmla="*/ 1527705 h 5450835"/>
              <a:gd name="connsiteX9920" fmla="*/ 9162866 w 10450132"/>
              <a:gd name="connsiteY9920" fmla="*/ 1519824 h 5450835"/>
              <a:gd name="connsiteX9921" fmla="*/ 9163654 w 10450132"/>
              <a:gd name="connsiteY9921" fmla="*/ 1519363 h 5450835"/>
              <a:gd name="connsiteX9922" fmla="*/ 9418035 w 10450132"/>
              <a:gd name="connsiteY9922" fmla="*/ 1519362 h 5450835"/>
              <a:gd name="connsiteX9923" fmla="*/ 9427099 w 10450132"/>
              <a:gd name="connsiteY9923" fmla="*/ 1519362 h 5450835"/>
              <a:gd name="connsiteX9924" fmla="*/ 9427887 w 10450132"/>
              <a:gd name="connsiteY9924" fmla="*/ 1519824 h 5450835"/>
              <a:gd name="connsiteX9925" fmla="*/ 9432419 w 10450132"/>
              <a:gd name="connsiteY9925" fmla="*/ 1527704 h 5450835"/>
              <a:gd name="connsiteX9926" fmla="*/ 9432419 w 10450132"/>
              <a:gd name="connsiteY9926" fmla="*/ 1528558 h 5450835"/>
              <a:gd name="connsiteX9927" fmla="*/ 9427887 w 10450132"/>
              <a:gd name="connsiteY9927" fmla="*/ 1536441 h 5450835"/>
              <a:gd name="connsiteX9928" fmla="*/ 9427099 w 10450132"/>
              <a:gd name="connsiteY9928" fmla="*/ 1536900 h 5450835"/>
              <a:gd name="connsiteX9929" fmla="*/ 9418035 w 10450132"/>
              <a:gd name="connsiteY9929" fmla="*/ 1536900 h 5450835"/>
              <a:gd name="connsiteX9930" fmla="*/ 9417247 w 10450132"/>
              <a:gd name="connsiteY9930" fmla="*/ 1536441 h 5450835"/>
              <a:gd name="connsiteX9931" fmla="*/ 9412714 w 10450132"/>
              <a:gd name="connsiteY9931" fmla="*/ 1528558 h 5450835"/>
              <a:gd name="connsiteX9932" fmla="*/ 9412714 w 10450132"/>
              <a:gd name="connsiteY9932" fmla="*/ 1527704 h 5450835"/>
              <a:gd name="connsiteX9933" fmla="*/ 9417247 w 10450132"/>
              <a:gd name="connsiteY9933" fmla="*/ 1519824 h 5450835"/>
              <a:gd name="connsiteX9934" fmla="*/ 9418035 w 10450132"/>
              <a:gd name="connsiteY9934" fmla="*/ 1519362 h 5450835"/>
              <a:gd name="connsiteX9935" fmla="*/ 5602126 w 10450132"/>
              <a:gd name="connsiteY9935" fmla="*/ 1519362 h 5450835"/>
              <a:gd name="connsiteX9936" fmla="*/ 5611191 w 10450132"/>
              <a:gd name="connsiteY9936" fmla="*/ 1519362 h 5450835"/>
              <a:gd name="connsiteX9937" fmla="*/ 5611979 w 10450132"/>
              <a:gd name="connsiteY9937" fmla="*/ 1519822 h 5450835"/>
              <a:gd name="connsiteX9938" fmla="*/ 5616511 w 10450132"/>
              <a:gd name="connsiteY9938" fmla="*/ 1527703 h 5450835"/>
              <a:gd name="connsiteX9939" fmla="*/ 5616511 w 10450132"/>
              <a:gd name="connsiteY9939" fmla="*/ 1528557 h 5450835"/>
              <a:gd name="connsiteX9940" fmla="*/ 5611979 w 10450132"/>
              <a:gd name="connsiteY9940" fmla="*/ 1536440 h 5450835"/>
              <a:gd name="connsiteX9941" fmla="*/ 5611191 w 10450132"/>
              <a:gd name="connsiteY9941" fmla="*/ 1536900 h 5450835"/>
              <a:gd name="connsiteX9942" fmla="*/ 5602126 w 10450132"/>
              <a:gd name="connsiteY9942" fmla="*/ 1536900 h 5450835"/>
              <a:gd name="connsiteX9943" fmla="*/ 5601338 w 10450132"/>
              <a:gd name="connsiteY9943" fmla="*/ 1536440 h 5450835"/>
              <a:gd name="connsiteX9944" fmla="*/ 5596807 w 10450132"/>
              <a:gd name="connsiteY9944" fmla="*/ 1528557 h 5450835"/>
              <a:gd name="connsiteX9945" fmla="*/ 5596807 w 10450132"/>
              <a:gd name="connsiteY9945" fmla="*/ 1527703 h 5450835"/>
              <a:gd name="connsiteX9946" fmla="*/ 5601338 w 10450132"/>
              <a:gd name="connsiteY9946" fmla="*/ 1519822 h 5450835"/>
              <a:gd name="connsiteX9947" fmla="*/ 5602126 w 10450132"/>
              <a:gd name="connsiteY9947" fmla="*/ 1519362 h 5450835"/>
              <a:gd name="connsiteX9948" fmla="*/ 1023202 w 10450132"/>
              <a:gd name="connsiteY9948" fmla="*/ 1519361 h 5450835"/>
              <a:gd name="connsiteX9949" fmla="*/ 1032268 w 10450132"/>
              <a:gd name="connsiteY9949" fmla="*/ 1519361 h 5450835"/>
              <a:gd name="connsiteX9950" fmla="*/ 1033053 w 10450132"/>
              <a:gd name="connsiteY9950" fmla="*/ 1519821 h 5450835"/>
              <a:gd name="connsiteX9951" fmla="*/ 1037585 w 10450132"/>
              <a:gd name="connsiteY9951" fmla="*/ 1527702 h 5450835"/>
              <a:gd name="connsiteX9952" fmla="*/ 1037585 w 10450132"/>
              <a:gd name="connsiteY9952" fmla="*/ 1528557 h 5450835"/>
              <a:gd name="connsiteX9953" fmla="*/ 1033053 w 10450132"/>
              <a:gd name="connsiteY9953" fmla="*/ 1536440 h 5450835"/>
              <a:gd name="connsiteX9954" fmla="*/ 1032268 w 10450132"/>
              <a:gd name="connsiteY9954" fmla="*/ 1536899 h 5450835"/>
              <a:gd name="connsiteX9955" fmla="*/ 1023202 w 10450132"/>
              <a:gd name="connsiteY9955" fmla="*/ 1536899 h 5450835"/>
              <a:gd name="connsiteX9956" fmla="*/ 1022413 w 10450132"/>
              <a:gd name="connsiteY9956" fmla="*/ 1536440 h 5450835"/>
              <a:gd name="connsiteX9957" fmla="*/ 1017882 w 10450132"/>
              <a:gd name="connsiteY9957" fmla="*/ 1528557 h 5450835"/>
              <a:gd name="connsiteX9958" fmla="*/ 1017882 w 10450132"/>
              <a:gd name="connsiteY9958" fmla="*/ 1527702 h 5450835"/>
              <a:gd name="connsiteX9959" fmla="*/ 1022413 w 10450132"/>
              <a:gd name="connsiteY9959" fmla="*/ 1519821 h 5450835"/>
              <a:gd name="connsiteX9960" fmla="*/ 1023202 w 10450132"/>
              <a:gd name="connsiteY9960" fmla="*/ 1519361 h 5450835"/>
              <a:gd name="connsiteX9961" fmla="*/ 514370 w 10450132"/>
              <a:gd name="connsiteY9961" fmla="*/ 1519357 h 5450835"/>
              <a:gd name="connsiteX9962" fmla="*/ 523433 w 10450132"/>
              <a:gd name="connsiteY9962" fmla="*/ 1519357 h 5450835"/>
              <a:gd name="connsiteX9963" fmla="*/ 524222 w 10450132"/>
              <a:gd name="connsiteY9963" fmla="*/ 1519816 h 5450835"/>
              <a:gd name="connsiteX9964" fmla="*/ 528753 w 10450132"/>
              <a:gd name="connsiteY9964" fmla="*/ 1527698 h 5450835"/>
              <a:gd name="connsiteX9965" fmla="*/ 528753 w 10450132"/>
              <a:gd name="connsiteY9965" fmla="*/ 1528552 h 5450835"/>
              <a:gd name="connsiteX9966" fmla="*/ 524222 w 10450132"/>
              <a:gd name="connsiteY9966" fmla="*/ 1536434 h 5450835"/>
              <a:gd name="connsiteX9967" fmla="*/ 523433 w 10450132"/>
              <a:gd name="connsiteY9967" fmla="*/ 1536894 h 5450835"/>
              <a:gd name="connsiteX9968" fmla="*/ 514370 w 10450132"/>
              <a:gd name="connsiteY9968" fmla="*/ 1536894 h 5450835"/>
              <a:gd name="connsiteX9969" fmla="*/ 513582 w 10450132"/>
              <a:gd name="connsiteY9969" fmla="*/ 1536434 h 5450835"/>
              <a:gd name="connsiteX9970" fmla="*/ 509049 w 10450132"/>
              <a:gd name="connsiteY9970" fmla="*/ 1528552 h 5450835"/>
              <a:gd name="connsiteX9971" fmla="*/ 509049 w 10450132"/>
              <a:gd name="connsiteY9971" fmla="*/ 1527698 h 5450835"/>
              <a:gd name="connsiteX9972" fmla="*/ 513582 w 10450132"/>
              <a:gd name="connsiteY9972" fmla="*/ 1519816 h 5450835"/>
              <a:gd name="connsiteX9973" fmla="*/ 514370 w 10450132"/>
              <a:gd name="connsiteY9973" fmla="*/ 1519357 h 5450835"/>
              <a:gd name="connsiteX9974" fmla="*/ 4584538 w 10450132"/>
              <a:gd name="connsiteY9974" fmla="*/ 1519344 h 5450835"/>
              <a:gd name="connsiteX9975" fmla="*/ 4593603 w 10450132"/>
              <a:gd name="connsiteY9975" fmla="*/ 1519344 h 5450835"/>
              <a:gd name="connsiteX9976" fmla="*/ 4594390 w 10450132"/>
              <a:gd name="connsiteY9976" fmla="*/ 1519804 h 5450835"/>
              <a:gd name="connsiteX9977" fmla="*/ 4598922 w 10450132"/>
              <a:gd name="connsiteY9977" fmla="*/ 1527687 h 5450835"/>
              <a:gd name="connsiteX9978" fmla="*/ 4598922 w 10450132"/>
              <a:gd name="connsiteY9978" fmla="*/ 1528540 h 5450835"/>
              <a:gd name="connsiteX9979" fmla="*/ 4594390 w 10450132"/>
              <a:gd name="connsiteY9979" fmla="*/ 1536423 h 5450835"/>
              <a:gd name="connsiteX9980" fmla="*/ 4593603 w 10450132"/>
              <a:gd name="connsiteY9980" fmla="*/ 1536884 h 5450835"/>
              <a:gd name="connsiteX9981" fmla="*/ 4584538 w 10450132"/>
              <a:gd name="connsiteY9981" fmla="*/ 1536884 h 5450835"/>
              <a:gd name="connsiteX9982" fmla="*/ 4583749 w 10450132"/>
              <a:gd name="connsiteY9982" fmla="*/ 1536423 h 5450835"/>
              <a:gd name="connsiteX9983" fmla="*/ 4579218 w 10450132"/>
              <a:gd name="connsiteY9983" fmla="*/ 1528540 h 5450835"/>
              <a:gd name="connsiteX9984" fmla="*/ 4579218 w 10450132"/>
              <a:gd name="connsiteY9984" fmla="*/ 1527687 h 5450835"/>
              <a:gd name="connsiteX9985" fmla="*/ 4583749 w 10450132"/>
              <a:gd name="connsiteY9985" fmla="*/ 1519804 h 5450835"/>
              <a:gd name="connsiteX9986" fmla="*/ 4584538 w 10450132"/>
              <a:gd name="connsiteY9986" fmla="*/ 1519344 h 5450835"/>
              <a:gd name="connsiteX9987" fmla="*/ 6110888 w 10450132"/>
              <a:gd name="connsiteY9987" fmla="*/ 1519343 h 5450835"/>
              <a:gd name="connsiteX9988" fmla="*/ 6119953 w 10450132"/>
              <a:gd name="connsiteY9988" fmla="*/ 1519343 h 5450835"/>
              <a:gd name="connsiteX9989" fmla="*/ 6120740 w 10450132"/>
              <a:gd name="connsiteY9989" fmla="*/ 1519803 h 5450835"/>
              <a:gd name="connsiteX9990" fmla="*/ 6125272 w 10450132"/>
              <a:gd name="connsiteY9990" fmla="*/ 1527684 h 5450835"/>
              <a:gd name="connsiteX9991" fmla="*/ 6125272 w 10450132"/>
              <a:gd name="connsiteY9991" fmla="*/ 1528537 h 5450835"/>
              <a:gd name="connsiteX9992" fmla="*/ 6120740 w 10450132"/>
              <a:gd name="connsiteY9992" fmla="*/ 1536420 h 5450835"/>
              <a:gd name="connsiteX9993" fmla="*/ 6119953 w 10450132"/>
              <a:gd name="connsiteY9993" fmla="*/ 1536880 h 5450835"/>
              <a:gd name="connsiteX9994" fmla="*/ 6110888 w 10450132"/>
              <a:gd name="connsiteY9994" fmla="*/ 1536880 h 5450835"/>
              <a:gd name="connsiteX9995" fmla="*/ 6110101 w 10450132"/>
              <a:gd name="connsiteY9995" fmla="*/ 1536420 h 5450835"/>
              <a:gd name="connsiteX9996" fmla="*/ 6105567 w 10450132"/>
              <a:gd name="connsiteY9996" fmla="*/ 1528537 h 5450835"/>
              <a:gd name="connsiteX9997" fmla="*/ 6105567 w 10450132"/>
              <a:gd name="connsiteY9997" fmla="*/ 1527684 h 5450835"/>
              <a:gd name="connsiteX9998" fmla="*/ 6110101 w 10450132"/>
              <a:gd name="connsiteY9998" fmla="*/ 1519803 h 5450835"/>
              <a:gd name="connsiteX9999" fmla="*/ 6110888 w 10450132"/>
              <a:gd name="connsiteY9999" fmla="*/ 1519343 h 5450835"/>
              <a:gd name="connsiteX10000" fmla="*/ 2803911 w 10450132"/>
              <a:gd name="connsiteY10000" fmla="*/ 1519343 h 5450835"/>
              <a:gd name="connsiteX10001" fmla="*/ 2812976 w 10450132"/>
              <a:gd name="connsiteY10001" fmla="*/ 1519343 h 5450835"/>
              <a:gd name="connsiteX10002" fmla="*/ 2813764 w 10450132"/>
              <a:gd name="connsiteY10002" fmla="*/ 1519804 h 5450835"/>
              <a:gd name="connsiteX10003" fmla="*/ 2818296 w 10450132"/>
              <a:gd name="connsiteY10003" fmla="*/ 1527685 h 5450835"/>
              <a:gd name="connsiteX10004" fmla="*/ 2818296 w 10450132"/>
              <a:gd name="connsiteY10004" fmla="*/ 1528539 h 5450835"/>
              <a:gd name="connsiteX10005" fmla="*/ 2813764 w 10450132"/>
              <a:gd name="connsiteY10005" fmla="*/ 1536421 h 5450835"/>
              <a:gd name="connsiteX10006" fmla="*/ 2812976 w 10450132"/>
              <a:gd name="connsiteY10006" fmla="*/ 1536881 h 5450835"/>
              <a:gd name="connsiteX10007" fmla="*/ 2803911 w 10450132"/>
              <a:gd name="connsiteY10007" fmla="*/ 1536881 h 5450835"/>
              <a:gd name="connsiteX10008" fmla="*/ 2803123 w 10450132"/>
              <a:gd name="connsiteY10008" fmla="*/ 1536421 h 5450835"/>
              <a:gd name="connsiteX10009" fmla="*/ 2798591 w 10450132"/>
              <a:gd name="connsiteY10009" fmla="*/ 1528539 h 5450835"/>
              <a:gd name="connsiteX10010" fmla="*/ 2798591 w 10450132"/>
              <a:gd name="connsiteY10010" fmla="*/ 1527685 h 5450835"/>
              <a:gd name="connsiteX10011" fmla="*/ 2803123 w 10450132"/>
              <a:gd name="connsiteY10011" fmla="*/ 1519804 h 5450835"/>
              <a:gd name="connsiteX10012" fmla="*/ 2803911 w 10450132"/>
              <a:gd name="connsiteY10012" fmla="*/ 1519343 h 5450835"/>
              <a:gd name="connsiteX10013" fmla="*/ 4838919 w 10450132"/>
              <a:gd name="connsiteY10013" fmla="*/ 1519342 h 5450835"/>
              <a:gd name="connsiteX10014" fmla="*/ 4847982 w 10450132"/>
              <a:gd name="connsiteY10014" fmla="*/ 1519342 h 5450835"/>
              <a:gd name="connsiteX10015" fmla="*/ 4848772 w 10450132"/>
              <a:gd name="connsiteY10015" fmla="*/ 1519803 h 5450835"/>
              <a:gd name="connsiteX10016" fmla="*/ 4853303 w 10450132"/>
              <a:gd name="connsiteY10016" fmla="*/ 1527683 h 5450835"/>
              <a:gd name="connsiteX10017" fmla="*/ 4853303 w 10450132"/>
              <a:gd name="connsiteY10017" fmla="*/ 1528537 h 5450835"/>
              <a:gd name="connsiteX10018" fmla="*/ 4848772 w 10450132"/>
              <a:gd name="connsiteY10018" fmla="*/ 1536420 h 5450835"/>
              <a:gd name="connsiteX10019" fmla="*/ 4847982 w 10450132"/>
              <a:gd name="connsiteY10019" fmla="*/ 1536879 h 5450835"/>
              <a:gd name="connsiteX10020" fmla="*/ 4838919 w 10450132"/>
              <a:gd name="connsiteY10020" fmla="*/ 1536879 h 5450835"/>
              <a:gd name="connsiteX10021" fmla="*/ 4838132 w 10450132"/>
              <a:gd name="connsiteY10021" fmla="*/ 1536420 h 5450835"/>
              <a:gd name="connsiteX10022" fmla="*/ 4833598 w 10450132"/>
              <a:gd name="connsiteY10022" fmla="*/ 1528537 h 5450835"/>
              <a:gd name="connsiteX10023" fmla="*/ 4833598 w 10450132"/>
              <a:gd name="connsiteY10023" fmla="*/ 1527683 h 5450835"/>
              <a:gd name="connsiteX10024" fmla="*/ 4838132 w 10450132"/>
              <a:gd name="connsiteY10024" fmla="*/ 1519803 h 5450835"/>
              <a:gd name="connsiteX10025" fmla="*/ 4838919 w 10450132"/>
              <a:gd name="connsiteY10025" fmla="*/ 1519342 h 5450835"/>
              <a:gd name="connsiteX10026" fmla="*/ 5583 w 10450132"/>
              <a:gd name="connsiteY10026" fmla="*/ 1519340 h 5450835"/>
              <a:gd name="connsiteX10027" fmla="*/ 14645 w 10450132"/>
              <a:gd name="connsiteY10027" fmla="*/ 1519340 h 5450835"/>
              <a:gd name="connsiteX10028" fmla="*/ 15433 w 10450132"/>
              <a:gd name="connsiteY10028" fmla="*/ 1519798 h 5450835"/>
              <a:gd name="connsiteX10029" fmla="*/ 19965 w 10450132"/>
              <a:gd name="connsiteY10029" fmla="*/ 1527680 h 5450835"/>
              <a:gd name="connsiteX10030" fmla="*/ 19965 w 10450132"/>
              <a:gd name="connsiteY10030" fmla="*/ 1528535 h 5450835"/>
              <a:gd name="connsiteX10031" fmla="*/ 15433 w 10450132"/>
              <a:gd name="connsiteY10031" fmla="*/ 1536416 h 5450835"/>
              <a:gd name="connsiteX10032" fmla="*/ 14645 w 10450132"/>
              <a:gd name="connsiteY10032" fmla="*/ 1536877 h 5450835"/>
              <a:gd name="connsiteX10033" fmla="*/ 5583 w 10450132"/>
              <a:gd name="connsiteY10033" fmla="*/ 1536877 h 5450835"/>
              <a:gd name="connsiteX10034" fmla="*/ 4793 w 10450132"/>
              <a:gd name="connsiteY10034" fmla="*/ 1536416 h 5450835"/>
              <a:gd name="connsiteX10035" fmla="*/ 262 w 10450132"/>
              <a:gd name="connsiteY10035" fmla="*/ 1528535 h 5450835"/>
              <a:gd name="connsiteX10036" fmla="*/ 262 w 10450132"/>
              <a:gd name="connsiteY10036" fmla="*/ 1527680 h 5450835"/>
              <a:gd name="connsiteX10037" fmla="*/ 4793 w 10450132"/>
              <a:gd name="connsiteY10037" fmla="*/ 1519798 h 5450835"/>
              <a:gd name="connsiteX10038" fmla="*/ 5583 w 10450132"/>
              <a:gd name="connsiteY10038" fmla="*/ 1519340 h 5450835"/>
              <a:gd name="connsiteX10039" fmla="*/ 7128477 w 10450132"/>
              <a:gd name="connsiteY10039" fmla="*/ 1519338 h 5450835"/>
              <a:gd name="connsiteX10040" fmla="*/ 7137540 w 10450132"/>
              <a:gd name="connsiteY10040" fmla="*/ 1519338 h 5450835"/>
              <a:gd name="connsiteX10041" fmla="*/ 7138328 w 10450132"/>
              <a:gd name="connsiteY10041" fmla="*/ 1519797 h 5450835"/>
              <a:gd name="connsiteX10042" fmla="*/ 7142860 w 10450132"/>
              <a:gd name="connsiteY10042" fmla="*/ 1527679 h 5450835"/>
              <a:gd name="connsiteX10043" fmla="*/ 7142860 w 10450132"/>
              <a:gd name="connsiteY10043" fmla="*/ 1528534 h 5450835"/>
              <a:gd name="connsiteX10044" fmla="*/ 7138328 w 10450132"/>
              <a:gd name="connsiteY10044" fmla="*/ 1536416 h 5450835"/>
              <a:gd name="connsiteX10045" fmla="*/ 7137540 w 10450132"/>
              <a:gd name="connsiteY10045" fmla="*/ 1536875 h 5450835"/>
              <a:gd name="connsiteX10046" fmla="*/ 7128477 w 10450132"/>
              <a:gd name="connsiteY10046" fmla="*/ 1536875 h 5450835"/>
              <a:gd name="connsiteX10047" fmla="*/ 7127689 w 10450132"/>
              <a:gd name="connsiteY10047" fmla="*/ 1536416 h 5450835"/>
              <a:gd name="connsiteX10048" fmla="*/ 7123156 w 10450132"/>
              <a:gd name="connsiteY10048" fmla="*/ 1528534 h 5450835"/>
              <a:gd name="connsiteX10049" fmla="*/ 7123156 w 10450132"/>
              <a:gd name="connsiteY10049" fmla="*/ 1527679 h 5450835"/>
              <a:gd name="connsiteX10050" fmla="*/ 7127689 w 10450132"/>
              <a:gd name="connsiteY10050" fmla="*/ 1519797 h 5450835"/>
              <a:gd name="connsiteX10051" fmla="*/ 7128477 w 10450132"/>
              <a:gd name="connsiteY10051" fmla="*/ 1519338 h 5450835"/>
              <a:gd name="connsiteX10052" fmla="*/ 4330157 w 10450132"/>
              <a:gd name="connsiteY10052" fmla="*/ 1519333 h 5450835"/>
              <a:gd name="connsiteX10053" fmla="*/ 4339222 w 10450132"/>
              <a:gd name="connsiteY10053" fmla="*/ 1519333 h 5450835"/>
              <a:gd name="connsiteX10054" fmla="*/ 4340010 w 10450132"/>
              <a:gd name="connsiteY10054" fmla="*/ 1519793 h 5450835"/>
              <a:gd name="connsiteX10055" fmla="*/ 4344540 w 10450132"/>
              <a:gd name="connsiteY10055" fmla="*/ 1527674 h 5450835"/>
              <a:gd name="connsiteX10056" fmla="*/ 4344540 w 10450132"/>
              <a:gd name="connsiteY10056" fmla="*/ 1528528 h 5450835"/>
              <a:gd name="connsiteX10057" fmla="*/ 4340010 w 10450132"/>
              <a:gd name="connsiteY10057" fmla="*/ 1536411 h 5450835"/>
              <a:gd name="connsiteX10058" fmla="*/ 4339222 w 10450132"/>
              <a:gd name="connsiteY10058" fmla="*/ 1536870 h 5450835"/>
              <a:gd name="connsiteX10059" fmla="*/ 4330157 w 10450132"/>
              <a:gd name="connsiteY10059" fmla="*/ 1536870 h 5450835"/>
              <a:gd name="connsiteX10060" fmla="*/ 4329369 w 10450132"/>
              <a:gd name="connsiteY10060" fmla="*/ 1536411 h 5450835"/>
              <a:gd name="connsiteX10061" fmla="*/ 4324836 w 10450132"/>
              <a:gd name="connsiteY10061" fmla="*/ 1528528 h 5450835"/>
              <a:gd name="connsiteX10062" fmla="*/ 4324836 w 10450132"/>
              <a:gd name="connsiteY10062" fmla="*/ 1527674 h 5450835"/>
              <a:gd name="connsiteX10063" fmla="*/ 4329369 w 10450132"/>
              <a:gd name="connsiteY10063" fmla="*/ 1519793 h 5450835"/>
              <a:gd name="connsiteX10064" fmla="*/ 4330157 w 10450132"/>
              <a:gd name="connsiteY10064" fmla="*/ 1519333 h 5450835"/>
              <a:gd name="connsiteX10065" fmla="*/ 7382923 w 10450132"/>
              <a:gd name="connsiteY10065" fmla="*/ 1519329 h 5450835"/>
              <a:gd name="connsiteX10066" fmla="*/ 7391987 w 10450132"/>
              <a:gd name="connsiteY10066" fmla="*/ 1519329 h 5450835"/>
              <a:gd name="connsiteX10067" fmla="*/ 7392775 w 10450132"/>
              <a:gd name="connsiteY10067" fmla="*/ 1519790 h 5450835"/>
              <a:gd name="connsiteX10068" fmla="*/ 7397307 w 10450132"/>
              <a:gd name="connsiteY10068" fmla="*/ 1527671 h 5450835"/>
              <a:gd name="connsiteX10069" fmla="*/ 7397307 w 10450132"/>
              <a:gd name="connsiteY10069" fmla="*/ 1528525 h 5450835"/>
              <a:gd name="connsiteX10070" fmla="*/ 7392775 w 10450132"/>
              <a:gd name="connsiteY10070" fmla="*/ 1536407 h 5450835"/>
              <a:gd name="connsiteX10071" fmla="*/ 7391987 w 10450132"/>
              <a:gd name="connsiteY10071" fmla="*/ 1536866 h 5450835"/>
              <a:gd name="connsiteX10072" fmla="*/ 7382923 w 10450132"/>
              <a:gd name="connsiteY10072" fmla="*/ 1536866 h 5450835"/>
              <a:gd name="connsiteX10073" fmla="*/ 7382135 w 10450132"/>
              <a:gd name="connsiteY10073" fmla="*/ 1536407 h 5450835"/>
              <a:gd name="connsiteX10074" fmla="*/ 7377602 w 10450132"/>
              <a:gd name="connsiteY10074" fmla="*/ 1528525 h 5450835"/>
              <a:gd name="connsiteX10075" fmla="*/ 7377602 w 10450132"/>
              <a:gd name="connsiteY10075" fmla="*/ 1527671 h 5450835"/>
              <a:gd name="connsiteX10076" fmla="*/ 7382135 w 10450132"/>
              <a:gd name="connsiteY10076" fmla="*/ 1519790 h 5450835"/>
              <a:gd name="connsiteX10077" fmla="*/ 7382923 w 10450132"/>
              <a:gd name="connsiteY10077" fmla="*/ 1519329 h 5450835"/>
              <a:gd name="connsiteX10078" fmla="*/ 5347746 w 10450132"/>
              <a:gd name="connsiteY10078" fmla="*/ 1519329 h 5450835"/>
              <a:gd name="connsiteX10079" fmla="*/ 5356810 w 10450132"/>
              <a:gd name="connsiteY10079" fmla="*/ 1519329 h 5450835"/>
              <a:gd name="connsiteX10080" fmla="*/ 5357598 w 10450132"/>
              <a:gd name="connsiteY10080" fmla="*/ 1519790 h 5450835"/>
              <a:gd name="connsiteX10081" fmla="*/ 5362130 w 10450132"/>
              <a:gd name="connsiteY10081" fmla="*/ 1527670 h 5450835"/>
              <a:gd name="connsiteX10082" fmla="*/ 5362130 w 10450132"/>
              <a:gd name="connsiteY10082" fmla="*/ 1528524 h 5450835"/>
              <a:gd name="connsiteX10083" fmla="*/ 5357598 w 10450132"/>
              <a:gd name="connsiteY10083" fmla="*/ 1536407 h 5450835"/>
              <a:gd name="connsiteX10084" fmla="*/ 5356810 w 10450132"/>
              <a:gd name="connsiteY10084" fmla="*/ 1536866 h 5450835"/>
              <a:gd name="connsiteX10085" fmla="*/ 5347746 w 10450132"/>
              <a:gd name="connsiteY10085" fmla="*/ 1536866 h 5450835"/>
              <a:gd name="connsiteX10086" fmla="*/ 5346958 w 10450132"/>
              <a:gd name="connsiteY10086" fmla="*/ 1536407 h 5450835"/>
              <a:gd name="connsiteX10087" fmla="*/ 5342425 w 10450132"/>
              <a:gd name="connsiteY10087" fmla="*/ 1528524 h 5450835"/>
              <a:gd name="connsiteX10088" fmla="*/ 5342425 w 10450132"/>
              <a:gd name="connsiteY10088" fmla="*/ 1527670 h 5450835"/>
              <a:gd name="connsiteX10089" fmla="*/ 5346958 w 10450132"/>
              <a:gd name="connsiteY10089" fmla="*/ 1519790 h 5450835"/>
              <a:gd name="connsiteX10090" fmla="*/ 5347746 w 10450132"/>
              <a:gd name="connsiteY10090" fmla="*/ 1519329 h 5450835"/>
              <a:gd name="connsiteX10091" fmla="*/ 3058339 w 10450132"/>
              <a:gd name="connsiteY10091" fmla="*/ 1519329 h 5450835"/>
              <a:gd name="connsiteX10092" fmla="*/ 3067405 w 10450132"/>
              <a:gd name="connsiteY10092" fmla="*/ 1519329 h 5450835"/>
              <a:gd name="connsiteX10093" fmla="*/ 3068192 w 10450132"/>
              <a:gd name="connsiteY10093" fmla="*/ 1519789 h 5450835"/>
              <a:gd name="connsiteX10094" fmla="*/ 3072725 w 10450132"/>
              <a:gd name="connsiteY10094" fmla="*/ 1527670 h 5450835"/>
              <a:gd name="connsiteX10095" fmla="*/ 3072725 w 10450132"/>
              <a:gd name="connsiteY10095" fmla="*/ 1528524 h 5450835"/>
              <a:gd name="connsiteX10096" fmla="*/ 3068192 w 10450132"/>
              <a:gd name="connsiteY10096" fmla="*/ 1536406 h 5450835"/>
              <a:gd name="connsiteX10097" fmla="*/ 3067405 w 10450132"/>
              <a:gd name="connsiteY10097" fmla="*/ 1536866 h 5450835"/>
              <a:gd name="connsiteX10098" fmla="*/ 3058339 w 10450132"/>
              <a:gd name="connsiteY10098" fmla="*/ 1536866 h 5450835"/>
              <a:gd name="connsiteX10099" fmla="*/ 3057551 w 10450132"/>
              <a:gd name="connsiteY10099" fmla="*/ 1536406 h 5450835"/>
              <a:gd name="connsiteX10100" fmla="*/ 3053019 w 10450132"/>
              <a:gd name="connsiteY10100" fmla="*/ 1528524 h 5450835"/>
              <a:gd name="connsiteX10101" fmla="*/ 3053019 w 10450132"/>
              <a:gd name="connsiteY10101" fmla="*/ 1527670 h 5450835"/>
              <a:gd name="connsiteX10102" fmla="*/ 3057551 w 10450132"/>
              <a:gd name="connsiteY10102" fmla="*/ 1519789 h 5450835"/>
              <a:gd name="connsiteX10103" fmla="*/ 3058339 w 10450132"/>
              <a:gd name="connsiteY10103" fmla="*/ 1519329 h 5450835"/>
              <a:gd name="connsiteX10104" fmla="*/ 768694 w 10450132"/>
              <a:gd name="connsiteY10104" fmla="*/ 1519328 h 5450835"/>
              <a:gd name="connsiteX10105" fmla="*/ 777758 w 10450132"/>
              <a:gd name="connsiteY10105" fmla="*/ 1519328 h 5450835"/>
              <a:gd name="connsiteX10106" fmla="*/ 778546 w 10450132"/>
              <a:gd name="connsiteY10106" fmla="*/ 1519787 h 5450835"/>
              <a:gd name="connsiteX10107" fmla="*/ 783078 w 10450132"/>
              <a:gd name="connsiteY10107" fmla="*/ 1527669 h 5450835"/>
              <a:gd name="connsiteX10108" fmla="*/ 783078 w 10450132"/>
              <a:gd name="connsiteY10108" fmla="*/ 1528524 h 5450835"/>
              <a:gd name="connsiteX10109" fmla="*/ 778546 w 10450132"/>
              <a:gd name="connsiteY10109" fmla="*/ 1536406 h 5450835"/>
              <a:gd name="connsiteX10110" fmla="*/ 777758 w 10450132"/>
              <a:gd name="connsiteY10110" fmla="*/ 1536865 h 5450835"/>
              <a:gd name="connsiteX10111" fmla="*/ 768694 w 10450132"/>
              <a:gd name="connsiteY10111" fmla="*/ 1536865 h 5450835"/>
              <a:gd name="connsiteX10112" fmla="*/ 767906 w 10450132"/>
              <a:gd name="connsiteY10112" fmla="*/ 1536406 h 5450835"/>
              <a:gd name="connsiteX10113" fmla="*/ 763373 w 10450132"/>
              <a:gd name="connsiteY10113" fmla="*/ 1528524 h 5450835"/>
              <a:gd name="connsiteX10114" fmla="*/ 763373 w 10450132"/>
              <a:gd name="connsiteY10114" fmla="*/ 1527669 h 5450835"/>
              <a:gd name="connsiteX10115" fmla="*/ 767906 w 10450132"/>
              <a:gd name="connsiteY10115" fmla="*/ 1519787 h 5450835"/>
              <a:gd name="connsiteX10116" fmla="*/ 768694 w 10450132"/>
              <a:gd name="connsiteY10116" fmla="*/ 1519328 h 5450835"/>
              <a:gd name="connsiteX10117" fmla="*/ 10435622 w 10450132"/>
              <a:gd name="connsiteY10117" fmla="*/ 1519319 h 5450835"/>
              <a:gd name="connsiteX10118" fmla="*/ 10444686 w 10450132"/>
              <a:gd name="connsiteY10118" fmla="*/ 1519319 h 5450835"/>
              <a:gd name="connsiteX10119" fmla="*/ 10445474 w 10450132"/>
              <a:gd name="connsiteY10119" fmla="*/ 1519779 h 5450835"/>
              <a:gd name="connsiteX10120" fmla="*/ 10450007 w 10450132"/>
              <a:gd name="connsiteY10120" fmla="*/ 1527660 h 5450835"/>
              <a:gd name="connsiteX10121" fmla="*/ 10450007 w 10450132"/>
              <a:gd name="connsiteY10121" fmla="*/ 1528514 h 5450835"/>
              <a:gd name="connsiteX10122" fmla="*/ 10445474 w 10450132"/>
              <a:gd name="connsiteY10122" fmla="*/ 1536397 h 5450835"/>
              <a:gd name="connsiteX10123" fmla="*/ 10444686 w 10450132"/>
              <a:gd name="connsiteY10123" fmla="*/ 1536856 h 5450835"/>
              <a:gd name="connsiteX10124" fmla="*/ 10435622 w 10450132"/>
              <a:gd name="connsiteY10124" fmla="*/ 1536856 h 5450835"/>
              <a:gd name="connsiteX10125" fmla="*/ 10434834 w 10450132"/>
              <a:gd name="connsiteY10125" fmla="*/ 1536397 h 5450835"/>
              <a:gd name="connsiteX10126" fmla="*/ 10430302 w 10450132"/>
              <a:gd name="connsiteY10126" fmla="*/ 1528514 h 5450835"/>
              <a:gd name="connsiteX10127" fmla="*/ 10430302 w 10450132"/>
              <a:gd name="connsiteY10127" fmla="*/ 1527660 h 5450835"/>
              <a:gd name="connsiteX10128" fmla="*/ 10434834 w 10450132"/>
              <a:gd name="connsiteY10128" fmla="*/ 1519779 h 5450835"/>
              <a:gd name="connsiteX10129" fmla="*/ 10435622 w 10450132"/>
              <a:gd name="connsiteY10129" fmla="*/ 1519319 h 5450835"/>
              <a:gd name="connsiteX10130" fmla="*/ 3567100 w 10450132"/>
              <a:gd name="connsiteY10130" fmla="*/ 1519319 h 5450835"/>
              <a:gd name="connsiteX10131" fmla="*/ 3576165 w 10450132"/>
              <a:gd name="connsiteY10131" fmla="*/ 1519319 h 5450835"/>
              <a:gd name="connsiteX10132" fmla="*/ 3576953 w 10450132"/>
              <a:gd name="connsiteY10132" fmla="*/ 1519779 h 5450835"/>
              <a:gd name="connsiteX10133" fmla="*/ 3581486 w 10450132"/>
              <a:gd name="connsiteY10133" fmla="*/ 1527660 h 5450835"/>
              <a:gd name="connsiteX10134" fmla="*/ 3581486 w 10450132"/>
              <a:gd name="connsiteY10134" fmla="*/ 1528514 h 5450835"/>
              <a:gd name="connsiteX10135" fmla="*/ 3576953 w 10450132"/>
              <a:gd name="connsiteY10135" fmla="*/ 1536396 h 5450835"/>
              <a:gd name="connsiteX10136" fmla="*/ 3576165 w 10450132"/>
              <a:gd name="connsiteY10136" fmla="*/ 1536856 h 5450835"/>
              <a:gd name="connsiteX10137" fmla="*/ 3567100 w 10450132"/>
              <a:gd name="connsiteY10137" fmla="*/ 1536856 h 5450835"/>
              <a:gd name="connsiteX10138" fmla="*/ 3566312 w 10450132"/>
              <a:gd name="connsiteY10138" fmla="*/ 1536396 h 5450835"/>
              <a:gd name="connsiteX10139" fmla="*/ 3561779 w 10450132"/>
              <a:gd name="connsiteY10139" fmla="*/ 1528514 h 5450835"/>
              <a:gd name="connsiteX10140" fmla="*/ 3561779 w 10450132"/>
              <a:gd name="connsiteY10140" fmla="*/ 1527660 h 5450835"/>
              <a:gd name="connsiteX10141" fmla="*/ 3566312 w 10450132"/>
              <a:gd name="connsiteY10141" fmla="*/ 1519779 h 5450835"/>
              <a:gd name="connsiteX10142" fmla="*/ 3567100 w 10450132"/>
              <a:gd name="connsiteY10142" fmla="*/ 1519319 h 5450835"/>
              <a:gd name="connsiteX10143" fmla="*/ 1277506 w 10450132"/>
              <a:gd name="connsiteY10143" fmla="*/ 1519319 h 5450835"/>
              <a:gd name="connsiteX10144" fmla="*/ 1286569 w 10450132"/>
              <a:gd name="connsiteY10144" fmla="*/ 1519319 h 5450835"/>
              <a:gd name="connsiteX10145" fmla="*/ 1287359 w 10450132"/>
              <a:gd name="connsiteY10145" fmla="*/ 1519779 h 5450835"/>
              <a:gd name="connsiteX10146" fmla="*/ 1291890 w 10450132"/>
              <a:gd name="connsiteY10146" fmla="*/ 1527660 h 5450835"/>
              <a:gd name="connsiteX10147" fmla="*/ 1291890 w 10450132"/>
              <a:gd name="connsiteY10147" fmla="*/ 1528514 h 5450835"/>
              <a:gd name="connsiteX10148" fmla="*/ 1287359 w 10450132"/>
              <a:gd name="connsiteY10148" fmla="*/ 1536396 h 5450835"/>
              <a:gd name="connsiteX10149" fmla="*/ 1286569 w 10450132"/>
              <a:gd name="connsiteY10149" fmla="*/ 1536856 h 5450835"/>
              <a:gd name="connsiteX10150" fmla="*/ 1277506 w 10450132"/>
              <a:gd name="connsiteY10150" fmla="*/ 1536856 h 5450835"/>
              <a:gd name="connsiteX10151" fmla="*/ 1276717 w 10450132"/>
              <a:gd name="connsiteY10151" fmla="*/ 1536396 h 5450835"/>
              <a:gd name="connsiteX10152" fmla="*/ 1272186 w 10450132"/>
              <a:gd name="connsiteY10152" fmla="*/ 1528514 h 5450835"/>
              <a:gd name="connsiteX10153" fmla="*/ 1272186 w 10450132"/>
              <a:gd name="connsiteY10153" fmla="*/ 1527660 h 5450835"/>
              <a:gd name="connsiteX10154" fmla="*/ 1276717 w 10450132"/>
              <a:gd name="connsiteY10154" fmla="*/ 1519779 h 5450835"/>
              <a:gd name="connsiteX10155" fmla="*/ 1277506 w 10450132"/>
              <a:gd name="connsiteY10155" fmla="*/ 1519319 h 5450835"/>
              <a:gd name="connsiteX10156" fmla="*/ 8909274 w 10450132"/>
              <a:gd name="connsiteY10156" fmla="*/ 1519308 h 5450835"/>
              <a:gd name="connsiteX10157" fmla="*/ 8918336 w 10450132"/>
              <a:gd name="connsiteY10157" fmla="*/ 1519308 h 5450835"/>
              <a:gd name="connsiteX10158" fmla="*/ 8919125 w 10450132"/>
              <a:gd name="connsiteY10158" fmla="*/ 1519769 h 5450835"/>
              <a:gd name="connsiteX10159" fmla="*/ 8923657 w 10450132"/>
              <a:gd name="connsiteY10159" fmla="*/ 1527649 h 5450835"/>
              <a:gd name="connsiteX10160" fmla="*/ 8923657 w 10450132"/>
              <a:gd name="connsiteY10160" fmla="*/ 1528503 h 5450835"/>
              <a:gd name="connsiteX10161" fmla="*/ 8919125 w 10450132"/>
              <a:gd name="connsiteY10161" fmla="*/ 1536387 h 5450835"/>
              <a:gd name="connsiteX10162" fmla="*/ 8918336 w 10450132"/>
              <a:gd name="connsiteY10162" fmla="*/ 1536845 h 5450835"/>
              <a:gd name="connsiteX10163" fmla="*/ 8909274 w 10450132"/>
              <a:gd name="connsiteY10163" fmla="*/ 1536845 h 5450835"/>
              <a:gd name="connsiteX10164" fmla="*/ 8908484 w 10450132"/>
              <a:gd name="connsiteY10164" fmla="*/ 1536387 h 5450835"/>
              <a:gd name="connsiteX10165" fmla="*/ 8903953 w 10450132"/>
              <a:gd name="connsiteY10165" fmla="*/ 1528503 h 5450835"/>
              <a:gd name="connsiteX10166" fmla="*/ 8903953 w 10450132"/>
              <a:gd name="connsiteY10166" fmla="*/ 1527649 h 5450835"/>
              <a:gd name="connsiteX10167" fmla="*/ 8908484 w 10450132"/>
              <a:gd name="connsiteY10167" fmla="*/ 1519769 h 5450835"/>
              <a:gd name="connsiteX10168" fmla="*/ 8909274 w 10450132"/>
              <a:gd name="connsiteY10168" fmla="*/ 1519308 h 5450835"/>
              <a:gd name="connsiteX10169" fmla="*/ 9926861 w 10450132"/>
              <a:gd name="connsiteY10169" fmla="*/ 1519304 h 5450835"/>
              <a:gd name="connsiteX10170" fmla="*/ 9935924 w 10450132"/>
              <a:gd name="connsiteY10170" fmla="*/ 1519304 h 5450835"/>
              <a:gd name="connsiteX10171" fmla="*/ 9936713 w 10450132"/>
              <a:gd name="connsiteY10171" fmla="*/ 1519763 h 5450835"/>
              <a:gd name="connsiteX10172" fmla="*/ 9941246 w 10450132"/>
              <a:gd name="connsiteY10172" fmla="*/ 1527645 h 5450835"/>
              <a:gd name="connsiteX10173" fmla="*/ 9941246 w 10450132"/>
              <a:gd name="connsiteY10173" fmla="*/ 1528499 h 5450835"/>
              <a:gd name="connsiteX10174" fmla="*/ 9936713 w 10450132"/>
              <a:gd name="connsiteY10174" fmla="*/ 1536382 h 5450835"/>
              <a:gd name="connsiteX10175" fmla="*/ 9935924 w 10450132"/>
              <a:gd name="connsiteY10175" fmla="*/ 1536842 h 5450835"/>
              <a:gd name="connsiteX10176" fmla="*/ 9926861 w 10450132"/>
              <a:gd name="connsiteY10176" fmla="*/ 1536842 h 5450835"/>
              <a:gd name="connsiteX10177" fmla="*/ 9926073 w 10450132"/>
              <a:gd name="connsiteY10177" fmla="*/ 1536382 h 5450835"/>
              <a:gd name="connsiteX10178" fmla="*/ 9921541 w 10450132"/>
              <a:gd name="connsiteY10178" fmla="*/ 1528499 h 5450835"/>
              <a:gd name="connsiteX10179" fmla="*/ 9921541 w 10450132"/>
              <a:gd name="connsiteY10179" fmla="*/ 1527645 h 5450835"/>
              <a:gd name="connsiteX10180" fmla="*/ 9926073 w 10450132"/>
              <a:gd name="connsiteY10180" fmla="*/ 1519763 h 5450835"/>
              <a:gd name="connsiteX10181" fmla="*/ 9926861 w 10450132"/>
              <a:gd name="connsiteY10181" fmla="*/ 1519304 h 5450835"/>
              <a:gd name="connsiteX10182" fmla="*/ 2295056 w 10450132"/>
              <a:gd name="connsiteY10182" fmla="*/ 1519303 h 5450835"/>
              <a:gd name="connsiteX10183" fmla="*/ 2304122 w 10450132"/>
              <a:gd name="connsiteY10183" fmla="*/ 1519303 h 5450835"/>
              <a:gd name="connsiteX10184" fmla="*/ 2304910 w 10450132"/>
              <a:gd name="connsiteY10184" fmla="*/ 1519762 h 5450835"/>
              <a:gd name="connsiteX10185" fmla="*/ 2309441 w 10450132"/>
              <a:gd name="connsiteY10185" fmla="*/ 1527644 h 5450835"/>
              <a:gd name="connsiteX10186" fmla="*/ 2309441 w 10450132"/>
              <a:gd name="connsiteY10186" fmla="*/ 1528499 h 5450835"/>
              <a:gd name="connsiteX10187" fmla="*/ 2304910 w 10450132"/>
              <a:gd name="connsiteY10187" fmla="*/ 1536380 h 5450835"/>
              <a:gd name="connsiteX10188" fmla="*/ 2304122 w 10450132"/>
              <a:gd name="connsiteY10188" fmla="*/ 1536840 h 5450835"/>
              <a:gd name="connsiteX10189" fmla="*/ 2295056 w 10450132"/>
              <a:gd name="connsiteY10189" fmla="*/ 1536840 h 5450835"/>
              <a:gd name="connsiteX10190" fmla="*/ 2294268 w 10450132"/>
              <a:gd name="connsiteY10190" fmla="*/ 1536380 h 5450835"/>
              <a:gd name="connsiteX10191" fmla="*/ 2289737 w 10450132"/>
              <a:gd name="connsiteY10191" fmla="*/ 1528499 h 5450835"/>
              <a:gd name="connsiteX10192" fmla="*/ 2289737 w 10450132"/>
              <a:gd name="connsiteY10192" fmla="*/ 1527644 h 5450835"/>
              <a:gd name="connsiteX10193" fmla="*/ 2294268 w 10450132"/>
              <a:gd name="connsiteY10193" fmla="*/ 1519762 h 5450835"/>
              <a:gd name="connsiteX10194" fmla="*/ 2295056 w 10450132"/>
              <a:gd name="connsiteY10194" fmla="*/ 1519303 h 5450835"/>
              <a:gd name="connsiteX10195" fmla="*/ 6874095 w 10450132"/>
              <a:gd name="connsiteY10195" fmla="*/ 1519296 h 5450835"/>
              <a:gd name="connsiteX10196" fmla="*/ 6883159 w 10450132"/>
              <a:gd name="connsiteY10196" fmla="*/ 1519296 h 5450835"/>
              <a:gd name="connsiteX10197" fmla="*/ 6883947 w 10450132"/>
              <a:gd name="connsiteY10197" fmla="*/ 1519756 h 5450835"/>
              <a:gd name="connsiteX10198" fmla="*/ 6888480 w 10450132"/>
              <a:gd name="connsiteY10198" fmla="*/ 1527637 h 5450835"/>
              <a:gd name="connsiteX10199" fmla="*/ 6888480 w 10450132"/>
              <a:gd name="connsiteY10199" fmla="*/ 1528491 h 5450835"/>
              <a:gd name="connsiteX10200" fmla="*/ 6883947 w 10450132"/>
              <a:gd name="connsiteY10200" fmla="*/ 1536373 h 5450835"/>
              <a:gd name="connsiteX10201" fmla="*/ 6883159 w 10450132"/>
              <a:gd name="connsiteY10201" fmla="*/ 1536833 h 5450835"/>
              <a:gd name="connsiteX10202" fmla="*/ 6874095 w 10450132"/>
              <a:gd name="connsiteY10202" fmla="*/ 1536833 h 5450835"/>
              <a:gd name="connsiteX10203" fmla="*/ 6873307 w 10450132"/>
              <a:gd name="connsiteY10203" fmla="*/ 1536373 h 5450835"/>
              <a:gd name="connsiteX10204" fmla="*/ 6868775 w 10450132"/>
              <a:gd name="connsiteY10204" fmla="*/ 1528491 h 5450835"/>
              <a:gd name="connsiteX10205" fmla="*/ 6868775 w 10450132"/>
              <a:gd name="connsiteY10205" fmla="*/ 1527637 h 5450835"/>
              <a:gd name="connsiteX10206" fmla="*/ 6873307 w 10450132"/>
              <a:gd name="connsiteY10206" fmla="*/ 1519756 h 5450835"/>
              <a:gd name="connsiteX10207" fmla="*/ 6874095 w 10450132"/>
              <a:gd name="connsiteY10207" fmla="*/ 1519296 h 5450835"/>
              <a:gd name="connsiteX10208" fmla="*/ 259879 w 10450132"/>
              <a:gd name="connsiteY10208" fmla="*/ 1519296 h 5450835"/>
              <a:gd name="connsiteX10209" fmla="*/ 268942 w 10450132"/>
              <a:gd name="connsiteY10209" fmla="*/ 1519296 h 5450835"/>
              <a:gd name="connsiteX10210" fmla="*/ 269730 w 10450132"/>
              <a:gd name="connsiteY10210" fmla="*/ 1519756 h 5450835"/>
              <a:gd name="connsiteX10211" fmla="*/ 274262 w 10450132"/>
              <a:gd name="connsiteY10211" fmla="*/ 1527637 h 5450835"/>
              <a:gd name="connsiteX10212" fmla="*/ 274262 w 10450132"/>
              <a:gd name="connsiteY10212" fmla="*/ 1528492 h 5450835"/>
              <a:gd name="connsiteX10213" fmla="*/ 269730 w 10450132"/>
              <a:gd name="connsiteY10213" fmla="*/ 1536374 h 5450835"/>
              <a:gd name="connsiteX10214" fmla="*/ 268942 w 10450132"/>
              <a:gd name="connsiteY10214" fmla="*/ 1536833 h 5450835"/>
              <a:gd name="connsiteX10215" fmla="*/ 259879 w 10450132"/>
              <a:gd name="connsiteY10215" fmla="*/ 1536833 h 5450835"/>
              <a:gd name="connsiteX10216" fmla="*/ 259089 w 10450132"/>
              <a:gd name="connsiteY10216" fmla="*/ 1536374 h 5450835"/>
              <a:gd name="connsiteX10217" fmla="*/ 254558 w 10450132"/>
              <a:gd name="connsiteY10217" fmla="*/ 1528492 h 5450835"/>
              <a:gd name="connsiteX10218" fmla="*/ 254558 w 10450132"/>
              <a:gd name="connsiteY10218" fmla="*/ 1527637 h 5450835"/>
              <a:gd name="connsiteX10219" fmla="*/ 259089 w 10450132"/>
              <a:gd name="connsiteY10219" fmla="*/ 1519756 h 5450835"/>
              <a:gd name="connsiteX10220" fmla="*/ 259879 w 10450132"/>
              <a:gd name="connsiteY10220" fmla="*/ 1519296 h 5450835"/>
              <a:gd name="connsiteX10221" fmla="*/ 1786214 w 10450132"/>
              <a:gd name="connsiteY10221" fmla="*/ 1519292 h 5450835"/>
              <a:gd name="connsiteX10222" fmla="*/ 1795278 w 10450132"/>
              <a:gd name="connsiteY10222" fmla="*/ 1519292 h 5450835"/>
              <a:gd name="connsiteX10223" fmla="*/ 1796066 w 10450132"/>
              <a:gd name="connsiteY10223" fmla="*/ 1519751 h 5450835"/>
              <a:gd name="connsiteX10224" fmla="*/ 1800597 w 10450132"/>
              <a:gd name="connsiteY10224" fmla="*/ 1527632 h 5450835"/>
              <a:gd name="connsiteX10225" fmla="*/ 1800597 w 10450132"/>
              <a:gd name="connsiteY10225" fmla="*/ 1528487 h 5450835"/>
              <a:gd name="connsiteX10226" fmla="*/ 1796066 w 10450132"/>
              <a:gd name="connsiteY10226" fmla="*/ 1536369 h 5450835"/>
              <a:gd name="connsiteX10227" fmla="*/ 1795278 w 10450132"/>
              <a:gd name="connsiteY10227" fmla="*/ 1536829 h 5450835"/>
              <a:gd name="connsiteX10228" fmla="*/ 1786214 w 10450132"/>
              <a:gd name="connsiteY10228" fmla="*/ 1536829 h 5450835"/>
              <a:gd name="connsiteX10229" fmla="*/ 1785424 w 10450132"/>
              <a:gd name="connsiteY10229" fmla="*/ 1536369 h 5450835"/>
              <a:gd name="connsiteX10230" fmla="*/ 1780894 w 10450132"/>
              <a:gd name="connsiteY10230" fmla="*/ 1528487 h 5450835"/>
              <a:gd name="connsiteX10231" fmla="*/ 1780894 w 10450132"/>
              <a:gd name="connsiteY10231" fmla="*/ 1527632 h 5450835"/>
              <a:gd name="connsiteX10232" fmla="*/ 1785424 w 10450132"/>
              <a:gd name="connsiteY10232" fmla="*/ 1519751 h 5450835"/>
              <a:gd name="connsiteX10233" fmla="*/ 1786214 w 10450132"/>
              <a:gd name="connsiteY10233" fmla="*/ 1519292 h 5450835"/>
              <a:gd name="connsiteX10234" fmla="*/ 8654892 w 10450132"/>
              <a:gd name="connsiteY10234" fmla="*/ 1519288 h 5450835"/>
              <a:gd name="connsiteX10235" fmla="*/ 8663955 w 10450132"/>
              <a:gd name="connsiteY10235" fmla="*/ 1519288 h 5450835"/>
              <a:gd name="connsiteX10236" fmla="*/ 8664744 w 10450132"/>
              <a:gd name="connsiteY10236" fmla="*/ 1519749 h 5450835"/>
              <a:gd name="connsiteX10237" fmla="*/ 8669277 w 10450132"/>
              <a:gd name="connsiteY10237" fmla="*/ 1527629 h 5450835"/>
              <a:gd name="connsiteX10238" fmla="*/ 8669277 w 10450132"/>
              <a:gd name="connsiteY10238" fmla="*/ 1528484 h 5450835"/>
              <a:gd name="connsiteX10239" fmla="*/ 8664744 w 10450132"/>
              <a:gd name="connsiteY10239" fmla="*/ 1536367 h 5450835"/>
              <a:gd name="connsiteX10240" fmla="*/ 8663955 w 10450132"/>
              <a:gd name="connsiteY10240" fmla="*/ 1536827 h 5450835"/>
              <a:gd name="connsiteX10241" fmla="*/ 8654892 w 10450132"/>
              <a:gd name="connsiteY10241" fmla="*/ 1536827 h 5450835"/>
              <a:gd name="connsiteX10242" fmla="*/ 8654104 w 10450132"/>
              <a:gd name="connsiteY10242" fmla="*/ 1536367 h 5450835"/>
              <a:gd name="connsiteX10243" fmla="*/ 8649572 w 10450132"/>
              <a:gd name="connsiteY10243" fmla="*/ 1528484 h 5450835"/>
              <a:gd name="connsiteX10244" fmla="*/ 8649572 w 10450132"/>
              <a:gd name="connsiteY10244" fmla="*/ 1527629 h 5450835"/>
              <a:gd name="connsiteX10245" fmla="*/ 8654104 w 10450132"/>
              <a:gd name="connsiteY10245" fmla="*/ 1519749 h 5450835"/>
              <a:gd name="connsiteX10246" fmla="*/ 8654892 w 10450132"/>
              <a:gd name="connsiteY10246" fmla="*/ 1519288 h 5450835"/>
              <a:gd name="connsiteX10247" fmla="*/ 6365334 w 10450132"/>
              <a:gd name="connsiteY10247" fmla="*/ 1519282 h 5450835"/>
              <a:gd name="connsiteX10248" fmla="*/ 6374397 w 10450132"/>
              <a:gd name="connsiteY10248" fmla="*/ 1519282 h 5450835"/>
              <a:gd name="connsiteX10249" fmla="*/ 6375186 w 10450132"/>
              <a:gd name="connsiteY10249" fmla="*/ 1519741 h 5450835"/>
              <a:gd name="connsiteX10250" fmla="*/ 6379718 w 10450132"/>
              <a:gd name="connsiteY10250" fmla="*/ 1527623 h 5450835"/>
              <a:gd name="connsiteX10251" fmla="*/ 6379718 w 10450132"/>
              <a:gd name="connsiteY10251" fmla="*/ 1528477 h 5450835"/>
              <a:gd name="connsiteX10252" fmla="*/ 6375186 w 10450132"/>
              <a:gd name="connsiteY10252" fmla="*/ 1536359 h 5450835"/>
              <a:gd name="connsiteX10253" fmla="*/ 6374397 w 10450132"/>
              <a:gd name="connsiteY10253" fmla="*/ 1536819 h 5450835"/>
              <a:gd name="connsiteX10254" fmla="*/ 6365334 w 10450132"/>
              <a:gd name="connsiteY10254" fmla="*/ 1536819 h 5450835"/>
              <a:gd name="connsiteX10255" fmla="*/ 6364546 w 10450132"/>
              <a:gd name="connsiteY10255" fmla="*/ 1536359 h 5450835"/>
              <a:gd name="connsiteX10256" fmla="*/ 6360014 w 10450132"/>
              <a:gd name="connsiteY10256" fmla="*/ 1528477 h 5450835"/>
              <a:gd name="connsiteX10257" fmla="*/ 6360014 w 10450132"/>
              <a:gd name="connsiteY10257" fmla="*/ 1527623 h 5450835"/>
              <a:gd name="connsiteX10258" fmla="*/ 6364546 w 10450132"/>
              <a:gd name="connsiteY10258" fmla="*/ 1519741 h 5450835"/>
              <a:gd name="connsiteX10259" fmla="*/ 6365334 w 10450132"/>
              <a:gd name="connsiteY10259" fmla="*/ 1519282 h 5450835"/>
              <a:gd name="connsiteX10260" fmla="*/ 7637304 w 10450132"/>
              <a:gd name="connsiteY10260" fmla="*/ 1519281 h 5450835"/>
              <a:gd name="connsiteX10261" fmla="*/ 7646367 w 10450132"/>
              <a:gd name="connsiteY10261" fmla="*/ 1519281 h 5450835"/>
              <a:gd name="connsiteX10262" fmla="*/ 7647156 w 10450132"/>
              <a:gd name="connsiteY10262" fmla="*/ 1519740 h 5450835"/>
              <a:gd name="connsiteX10263" fmla="*/ 7651687 w 10450132"/>
              <a:gd name="connsiteY10263" fmla="*/ 1527622 h 5450835"/>
              <a:gd name="connsiteX10264" fmla="*/ 7651687 w 10450132"/>
              <a:gd name="connsiteY10264" fmla="*/ 1528476 h 5450835"/>
              <a:gd name="connsiteX10265" fmla="*/ 7647156 w 10450132"/>
              <a:gd name="connsiteY10265" fmla="*/ 1536358 h 5450835"/>
              <a:gd name="connsiteX10266" fmla="*/ 7646367 w 10450132"/>
              <a:gd name="connsiteY10266" fmla="*/ 1536819 h 5450835"/>
              <a:gd name="connsiteX10267" fmla="*/ 7637304 w 10450132"/>
              <a:gd name="connsiteY10267" fmla="*/ 1536819 h 5450835"/>
              <a:gd name="connsiteX10268" fmla="*/ 7636516 w 10450132"/>
              <a:gd name="connsiteY10268" fmla="*/ 1536358 h 5450835"/>
              <a:gd name="connsiteX10269" fmla="*/ 7631983 w 10450132"/>
              <a:gd name="connsiteY10269" fmla="*/ 1528476 h 5450835"/>
              <a:gd name="connsiteX10270" fmla="*/ 7631983 w 10450132"/>
              <a:gd name="connsiteY10270" fmla="*/ 1527622 h 5450835"/>
              <a:gd name="connsiteX10271" fmla="*/ 7636516 w 10450132"/>
              <a:gd name="connsiteY10271" fmla="*/ 1519740 h 5450835"/>
              <a:gd name="connsiteX10272" fmla="*/ 7637304 w 10450132"/>
              <a:gd name="connsiteY10272" fmla="*/ 1519281 h 5450835"/>
              <a:gd name="connsiteX10273" fmla="*/ 3821390 w 10450132"/>
              <a:gd name="connsiteY10273" fmla="*/ 1519280 h 5450835"/>
              <a:gd name="connsiteX10274" fmla="*/ 3830453 w 10450132"/>
              <a:gd name="connsiteY10274" fmla="*/ 1519280 h 5450835"/>
              <a:gd name="connsiteX10275" fmla="*/ 3831241 w 10450132"/>
              <a:gd name="connsiteY10275" fmla="*/ 1519739 h 5450835"/>
              <a:gd name="connsiteX10276" fmla="*/ 3835772 w 10450132"/>
              <a:gd name="connsiteY10276" fmla="*/ 1527621 h 5450835"/>
              <a:gd name="connsiteX10277" fmla="*/ 3835772 w 10450132"/>
              <a:gd name="connsiteY10277" fmla="*/ 1528474 h 5450835"/>
              <a:gd name="connsiteX10278" fmla="*/ 3831241 w 10450132"/>
              <a:gd name="connsiteY10278" fmla="*/ 1536357 h 5450835"/>
              <a:gd name="connsiteX10279" fmla="*/ 3830453 w 10450132"/>
              <a:gd name="connsiteY10279" fmla="*/ 1536818 h 5450835"/>
              <a:gd name="connsiteX10280" fmla="*/ 3821390 w 10450132"/>
              <a:gd name="connsiteY10280" fmla="*/ 1536818 h 5450835"/>
              <a:gd name="connsiteX10281" fmla="*/ 3820601 w 10450132"/>
              <a:gd name="connsiteY10281" fmla="*/ 1536357 h 5450835"/>
              <a:gd name="connsiteX10282" fmla="*/ 3816068 w 10450132"/>
              <a:gd name="connsiteY10282" fmla="*/ 1528474 h 5450835"/>
              <a:gd name="connsiteX10283" fmla="*/ 3816068 w 10450132"/>
              <a:gd name="connsiteY10283" fmla="*/ 1527621 h 5450835"/>
              <a:gd name="connsiteX10284" fmla="*/ 3820601 w 10450132"/>
              <a:gd name="connsiteY10284" fmla="*/ 1519739 h 5450835"/>
              <a:gd name="connsiteX10285" fmla="*/ 3821390 w 10450132"/>
              <a:gd name="connsiteY10285" fmla="*/ 1519280 h 5450835"/>
              <a:gd name="connsiteX10286" fmla="*/ 10181242 w 10450132"/>
              <a:gd name="connsiteY10286" fmla="*/ 1519277 h 5450835"/>
              <a:gd name="connsiteX10287" fmla="*/ 10190305 w 10450132"/>
              <a:gd name="connsiteY10287" fmla="*/ 1519277 h 5450835"/>
              <a:gd name="connsiteX10288" fmla="*/ 10191093 w 10450132"/>
              <a:gd name="connsiteY10288" fmla="*/ 1519738 h 5450835"/>
              <a:gd name="connsiteX10289" fmla="*/ 10195626 w 10450132"/>
              <a:gd name="connsiteY10289" fmla="*/ 1527618 h 5450835"/>
              <a:gd name="connsiteX10290" fmla="*/ 10195626 w 10450132"/>
              <a:gd name="connsiteY10290" fmla="*/ 1528472 h 5450835"/>
              <a:gd name="connsiteX10291" fmla="*/ 10191093 w 10450132"/>
              <a:gd name="connsiteY10291" fmla="*/ 1536356 h 5450835"/>
              <a:gd name="connsiteX10292" fmla="*/ 10190305 w 10450132"/>
              <a:gd name="connsiteY10292" fmla="*/ 1536814 h 5450835"/>
              <a:gd name="connsiteX10293" fmla="*/ 10181242 w 10450132"/>
              <a:gd name="connsiteY10293" fmla="*/ 1536814 h 5450835"/>
              <a:gd name="connsiteX10294" fmla="*/ 10180453 w 10450132"/>
              <a:gd name="connsiteY10294" fmla="*/ 1536356 h 5450835"/>
              <a:gd name="connsiteX10295" fmla="*/ 10175922 w 10450132"/>
              <a:gd name="connsiteY10295" fmla="*/ 1528472 h 5450835"/>
              <a:gd name="connsiteX10296" fmla="*/ 10175922 w 10450132"/>
              <a:gd name="connsiteY10296" fmla="*/ 1527618 h 5450835"/>
              <a:gd name="connsiteX10297" fmla="*/ 10180453 w 10450132"/>
              <a:gd name="connsiteY10297" fmla="*/ 1519738 h 5450835"/>
              <a:gd name="connsiteX10298" fmla="*/ 10181242 w 10450132"/>
              <a:gd name="connsiteY10298" fmla="*/ 1519277 h 5450835"/>
              <a:gd name="connsiteX10299" fmla="*/ 5093300 w 10450132"/>
              <a:gd name="connsiteY10299" fmla="*/ 1519277 h 5450835"/>
              <a:gd name="connsiteX10300" fmla="*/ 5102364 w 10450132"/>
              <a:gd name="connsiteY10300" fmla="*/ 1519277 h 5450835"/>
              <a:gd name="connsiteX10301" fmla="*/ 5103153 w 10450132"/>
              <a:gd name="connsiteY10301" fmla="*/ 1519737 h 5450835"/>
              <a:gd name="connsiteX10302" fmla="*/ 5107684 w 10450132"/>
              <a:gd name="connsiteY10302" fmla="*/ 1527618 h 5450835"/>
              <a:gd name="connsiteX10303" fmla="*/ 5107684 w 10450132"/>
              <a:gd name="connsiteY10303" fmla="*/ 1528472 h 5450835"/>
              <a:gd name="connsiteX10304" fmla="*/ 5103153 w 10450132"/>
              <a:gd name="connsiteY10304" fmla="*/ 1536355 h 5450835"/>
              <a:gd name="connsiteX10305" fmla="*/ 5102364 w 10450132"/>
              <a:gd name="connsiteY10305" fmla="*/ 1536814 h 5450835"/>
              <a:gd name="connsiteX10306" fmla="*/ 5093300 w 10450132"/>
              <a:gd name="connsiteY10306" fmla="*/ 1536814 h 5450835"/>
              <a:gd name="connsiteX10307" fmla="*/ 5092512 w 10450132"/>
              <a:gd name="connsiteY10307" fmla="*/ 1536355 h 5450835"/>
              <a:gd name="connsiteX10308" fmla="*/ 5087979 w 10450132"/>
              <a:gd name="connsiteY10308" fmla="*/ 1528472 h 5450835"/>
              <a:gd name="connsiteX10309" fmla="*/ 5087979 w 10450132"/>
              <a:gd name="connsiteY10309" fmla="*/ 1527618 h 5450835"/>
              <a:gd name="connsiteX10310" fmla="*/ 5092512 w 10450132"/>
              <a:gd name="connsiteY10310" fmla="*/ 1519737 h 5450835"/>
              <a:gd name="connsiteX10311" fmla="*/ 5093300 w 10450132"/>
              <a:gd name="connsiteY10311" fmla="*/ 1519277 h 5450835"/>
              <a:gd name="connsiteX10312" fmla="*/ 4075766 w 10450132"/>
              <a:gd name="connsiteY10312" fmla="*/ 1519277 h 5450835"/>
              <a:gd name="connsiteX10313" fmla="*/ 4084832 w 10450132"/>
              <a:gd name="connsiteY10313" fmla="*/ 1519277 h 5450835"/>
              <a:gd name="connsiteX10314" fmla="*/ 4085618 w 10450132"/>
              <a:gd name="connsiteY10314" fmla="*/ 1519736 h 5450835"/>
              <a:gd name="connsiteX10315" fmla="*/ 4090151 w 10450132"/>
              <a:gd name="connsiteY10315" fmla="*/ 1527618 h 5450835"/>
              <a:gd name="connsiteX10316" fmla="*/ 4090151 w 10450132"/>
              <a:gd name="connsiteY10316" fmla="*/ 1528472 h 5450835"/>
              <a:gd name="connsiteX10317" fmla="*/ 4085618 w 10450132"/>
              <a:gd name="connsiteY10317" fmla="*/ 1536355 h 5450835"/>
              <a:gd name="connsiteX10318" fmla="*/ 4084832 w 10450132"/>
              <a:gd name="connsiteY10318" fmla="*/ 1536814 h 5450835"/>
              <a:gd name="connsiteX10319" fmla="*/ 4075766 w 10450132"/>
              <a:gd name="connsiteY10319" fmla="*/ 1536814 h 5450835"/>
              <a:gd name="connsiteX10320" fmla="*/ 4074978 w 10450132"/>
              <a:gd name="connsiteY10320" fmla="*/ 1536355 h 5450835"/>
              <a:gd name="connsiteX10321" fmla="*/ 4070445 w 10450132"/>
              <a:gd name="connsiteY10321" fmla="*/ 1528472 h 5450835"/>
              <a:gd name="connsiteX10322" fmla="*/ 4070445 w 10450132"/>
              <a:gd name="connsiteY10322" fmla="*/ 1527618 h 5450835"/>
              <a:gd name="connsiteX10323" fmla="*/ 4074978 w 10450132"/>
              <a:gd name="connsiteY10323" fmla="*/ 1519736 h 5450835"/>
              <a:gd name="connsiteX10324" fmla="*/ 4075766 w 10450132"/>
              <a:gd name="connsiteY10324" fmla="*/ 1519277 h 5450835"/>
              <a:gd name="connsiteX10325" fmla="*/ 8146065 w 10450132"/>
              <a:gd name="connsiteY10325" fmla="*/ 1519275 h 5450835"/>
              <a:gd name="connsiteX10326" fmla="*/ 8155129 w 10450132"/>
              <a:gd name="connsiteY10326" fmla="*/ 1519275 h 5450835"/>
              <a:gd name="connsiteX10327" fmla="*/ 8155917 w 10450132"/>
              <a:gd name="connsiteY10327" fmla="*/ 1519735 h 5450835"/>
              <a:gd name="connsiteX10328" fmla="*/ 8160449 w 10450132"/>
              <a:gd name="connsiteY10328" fmla="*/ 1527616 h 5450835"/>
              <a:gd name="connsiteX10329" fmla="*/ 8160449 w 10450132"/>
              <a:gd name="connsiteY10329" fmla="*/ 1528470 h 5450835"/>
              <a:gd name="connsiteX10330" fmla="*/ 8155917 w 10450132"/>
              <a:gd name="connsiteY10330" fmla="*/ 1536353 h 5450835"/>
              <a:gd name="connsiteX10331" fmla="*/ 8155129 w 10450132"/>
              <a:gd name="connsiteY10331" fmla="*/ 1536812 h 5450835"/>
              <a:gd name="connsiteX10332" fmla="*/ 8146065 w 10450132"/>
              <a:gd name="connsiteY10332" fmla="*/ 1536812 h 5450835"/>
              <a:gd name="connsiteX10333" fmla="*/ 8145277 w 10450132"/>
              <a:gd name="connsiteY10333" fmla="*/ 1536353 h 5450835"/>
              <a:gd name="connsiteX10334" fmla="*/ 8140745 w 10450132"/>
              <a:gd name="connsiteY10334" fmla="*/ 1528470 h 5450835"/>
              <a:gd name="connsiteX10335" fmla="*/ 8140745 w 10450132"/>
              <a:gd name="connsiteY10335" fmla="*/ 1527616 h 5450835"/>
              <a:gd name="connsiteX10336" fmla="*/ 8145277 w 10450132"/>
              <a:gd name="connsiteY10336" fmla="*/ 1519735 h 5450835"/>
              <a:gd name="connsiteX10337" fmla="*/ 8146065 w 10450132"/>
              <a:gd name="connsiteY10337" fmla="*/ 1519275 h 5450835"/>
              <a:gd name="connsiteX10338" fmla="*/ 5856508 w 10450132"/>
              <a:gd name="connsiteY10338" fmla="*/ 1519265 h 5450835"/>
              <a:gd name="connsiteX10339" fmla="*/ 5865571 w 10450132"/>
              <a:gd name="connsiteY10339" fmla="*/ 1519265 h 5450835"/>
              <a:gd name="connsiteX10340" fmla="*/ 5866359 w 10450132"/>
              <a:gd name="connsiteY10340" fmla="*/ 1519725 h 5450835"/>
              <a:gd name="connsiteX10341" fmla="*/ 5870891 w 10450132"/>
              <a:gd name="connsiteY10341" fmla="*/ 1527606 h 5450835"/>
              <a:gd name="connsiteX10342" fmla="*/ 5870891 w 10450132"/>
              <a:gd name="connsiteY10342" fmla="*/ 1528460 h 5450835"/>
              <a:gd name="connsiteX10343" fmla="*/ 5866359 w 10450132"/>
              <a:gd name="connsiteY10343" fmla="*/ 1536343 h 5450835"/>
              <a:gd name="connsiteX10344" fmla="*/ 5865571 w 10450132"/>
              <a:gd name="connsiteY10344" fmla="*/ 1536802 h 5450835"/>
              <a:gd name="connsiteX10345" fmla="*/ 5856508 w 10450132"/>
              <a:gd name="connsiteY10345" fmla="*/ 1536802 h 5450835"/>
              <a:gd name="connsiteX10346" fmla="*/ 5855720 w 10450132"/>
              <a:gd name="connsiteY10346" fmla="*/ 1536343 h 5450835"/>
              <a:gd name="connsiteX10347" fmla="*/ 5851187 w 10450132"/>
              <a:gd name="connsiteY10347" fmla="*/ 1528460 h 5450835"/>
              <a:gd name="connsiteX10348" fmla="*/ 5851187 w 10450132"/>
              <a:gd name="connsiteY10348" fmla="*/ 1527606 h 5450835"/>
              <a:gd name="connsiteX10349" fmla="*/ 5855720 w 10450132"/>
              <a:gd name="connsiteY10349" fmla="*/ 1519725 h 5450835"/>
              <a:gd name="connsiteX10350" fmla="*/ 5856508 w 10450132"/>
              <a:gd name="connsiteY10350" fmla="*/ 1519265 h 5450835"/>
              <a:gd name="connsiteX10351" fmla="*/ 6619714 w 10450132"/>
              <a:gd name="connsiteY10351" fmla="*/ 1519261 h 5450835"/>
              <a:gd name="connsiteX10352" fmla="*/ 6628778 w 10450132"/>
              <a:gd name="connsiteY10352" fmla="*/ 1519261 h 5450835"/>
              <a:gd name="connsiteX10353" fmla="*/ 6629566 w 10450132"/>
              <a:gd name="connsiteY10353" fmla="*/ 1519721 h 5450835"/>
              <a:gd name="connsiteX10354" fmla="*/ 6634099 w 10450132"/>
              <a:gd name="connsiteY10354" fmla="*/ 1527602 h 5450835"/>
              <a:gd name="connsiteX10355" fmla="*/ 6634099 w 10450132"/>
              <a:gd name="connsiteY10355" fmla="*/ 1528456 h 5450835"/>
              <a:gd name="connsiteX10356" fmla="*/ 6629566 w 10450132"/>
              <a:gd name="connsiteY10356" fmla="*/ 1536338 h 5450835"/>
              <a:gd name="connsiteX10357" fmla="*/ 6628778 w 10450132"/>
              <a:gd name="connsiteY10357" fmla="*/ 1536798 h 5450835"/>
              <a:gd name="connsiteX10358" fmla="*/ 6619714 w 10450132"/>
              <a:gd name="connsiteY10358" fmla="*/ 1536798 h 5450835"/>
              <a:gd name="connsiteX10359" fmla="*/ 6618926 w 10450132"/>
              <a:gd name="connsiteY10359" fmla="*/ 1536338 h 5450835"/>
              <a:gd name="connsiteX10360" fmla="*/ 6614394 w 10450132"/>
              <a:gd name="connsiteY10360" fmla="*/ 1528456 h 5450835"/>
              <a:gd name="connsiteX10361" fmla="*/ 6614394 w 10450132"/>
              <a:gd name="connsiteY10361" fmla="*/ 1527602 h 5450835"/>
              <a:gd name="connsiteX10362" fmla="*/ 6618926 w 10450132"/>
              <a:gd name="connsiteY10362" fmla="*/ 1519721 h 5450835"/>
              <a:gd name="connsiteX10363" fmla="*/ 6619714 w 10450132"/>
              <a:gd name="connsiteY10363" fmla="*/ 1519261 h 5450835"/>
              <a:gd name="connsiteX10364" fmla="*/ 2040604 w 10450132"/>
              <a:gd name="connsiteY10364" fmla="*/ 1519260 h 5450835"/>
              <a:gd name="connsiteX10365" fmla="*/ 2049668 w 10450132"/>
              <a:gd name="connsiteY10365" fmla="*/ 1519260 h 5450835"/>
              <a:gd name="connsiteX10366" fmla="*/ 2050456 w 10450132"/>
              <a:gd name="connsiteY10366" fmla="*/ 1519720 h 5450835"/>
              <a:gd name="connsiteX10367" fmla="*/ 2054988 w 10450132"/>
              <a:gd name="connsiteY10367" fmla="*/ 1527601 h 5450835"/>
              <a:gd name="connsiteX10368" fmla="*/ 2054988 w 10450132"/>
              <a:gd name="connsiteY10368" fmla="*/ 1528455 h 5450835"/>
              <a:gd name="connsiteX10369" fmla="*/ 2050456 w 10450132"/>
              <a:gd name="connsiteY10369" fmla="*/ 1536337 h 5450835"/>
              <a:gd name="connsiteX10370" fmla="*/ 2049668 w 10450132"/>
              <a:gd name="connsiteY10370" fmla="*/ 1536797 h 5450835"/>
              <a:gd name="connsiteX10371" fmla="*/ 2040604 w 10450132"/>
              <a:gd name="connsiteY10371" fmla="*/ 1536797 h 5450835"/>
              <a:gd name="connsiteX10372" fmla="*/ 2039816 w 10450132"/>
              <a:gd name="connsiteY10372" fmla="*/ 1536337 h 5450835"/>
              <a:gd name="connsiteX10373" fmla="*/ 2035283 w 10450132"/>
              <a:gd name="connsiteY10373" fmla="*/ 1528455 h 5450835"/>
              <a:gd name="connsiteX10374" fmla="*/ 2035283 w 10450132"/>
              <a:gd name="connsiteY10374" fmla="*/ 1527601 h 5450835"/>
              <a:gd name="connsiteX10375" fmla="*/ 2039816 w 10450132"/>
              <a:gd name="connsiteY10375" fmla="*/ 1519720 h 5450835"/>
              <a:gd name="connsiteX10376" fmla="*/ 2040604 w 10450132"/>
              <a:gd name="connsiteY10376" fmla="*/ 1519260 h 5450835"/>
              <a:gd name="connsiteX10377" fmla="*/ 2549364 w 10450132"/>
              <a:gd name="connsiteY10377" fmla="*/ 1519259 h 5450835"/>
              <a:gd name="connsiteX10378" fmla="*/ 2558429 w 10450132"/>
              <a:gd name="connsiteY10378" fmla="*/ 1519259 h 5450835"/>
              <a:gd name="connsiteX10379" fmla="*/ 2559217 w 10450132"/>
              <a:gd name="connsiteY10379" fmla="*/ 1519718 h 5450835"/>
              <a:gd name="connsiteX10380" fmla="*/ 2563749 w 10450132"/>
              <a:gd name="connsiteY10380" fmla="*/ 1527601 h 5450835"/>
              <a:gd name="connsiteX10381" fmla="*/ 2563749 w 10450132"/>
              <a:gd name="connsiteY10381" fmla="*/ 1528454 h 5450835"/>
              <a:gd name="connsiteX10382" fmla="*/ 2559217 w 10450132"/>
              <a:gd name="connsiteY10382" fmla="*/ 1536336 h 5450835"/>
              <a:gd name="connsiteX10383" fmla="*/ 2558429 w 10450132"/>
              <a:gd name="connsiteY10383" fmla="*/ 1536797 h 5450835"/>
              <a:gd name="connsiteX10384" fmla="*/ 2549364 w 10450132"/>
              <a:gd name="connsiteY10384" fmla="*/ 1536797 h 5450835"/>
              <a:gd name="connsiteX10385" fmla="*/ 2548576 w 10450132"/>
              <a:gd name="connsiteY10385" fmla="*/ 1536336 h 5450835"/>
              <a:gd name="connsiteX10386" fmla="*/ 2544044 w 10450132"/>
              <a:gd name="connsiteY10386" fmla="*/ 1528454 h 5450835"/>
              <a:gd name="connsiteX10387" fmla="*/ 2544044 w 10450132"/>
              <a:gd name="connsiteY10387" fmla="*/ 1527601 h 5450835"/>
              <a:gd name="connsiteX10388" fmla="*/ 2548576 w 10450132"/>
              <a:gd name="connsiteY10388" fmla="*/ 1519718 h 5450835"/>
              <a:gd name="connsiteX10389" fmla="*/ 2549364 w 10450132"/>
              <a:gd name="connsiteY10389" fmla="*/ 1519259 h 5450835"/>
              <a:gd name="connsiteX10390" fmla="*/ 8654892 w 10450132"/>
              <a:gd name="connsiteY10390" fmla="*/ 1302363 h 5450835"/>
              <a:gd name="connsiteX10391" fmla="*/ 8663955 w 10450132"/>
              <a:gd name="connsiteY10391" fmla="*/ 1302363 h 5450835"/>
              <a:gd name="connsiteX10392" fmla="*/ 8664744 w 10450132"/>
              <a:gd name="connsiteY10392" fmla="*/ 1302819 h 5450835"/>
              <a:gd name="connsiteX10393" fmla="*/ 8669277 w 10450132"/>
              <a:gd name="connsiteY10393" fmla="*/ 1310701 h 5450835"/>
              <a:gd name="connsiteX10394" fmla="*/ 8669277 w 10450132"/>
              <a:gd name="connsiteY10394" fmla="*/ 1311555 h 5450835"/>
              <a:gd name="connsiteX10395" fmla="*/ 8664744 w 10450132"/>
              <a:gd name="connsiteY10395" fmla="*/ 1319435 h 5450835"/>
              <a:gd name="connsiteX10396" fmla="*/ 8663955 w 10450132"/>
              <a:gd name="connsiteY10396" fmla="*/ 1319895 h 5450835"/>
              <a:gd name="connsiteX10397" fmla="*/ 8654892 w 10450132"/>
              <a:gd name="connsiteY10397" fmla="*/ 1319895 h 5450835"/>
              <a:gd name="connsiteX10398" fmla="*/ 8654104 w 10450132"/>
              <a:gd name="connsiteY10398" fmla="*/ 1319435 h 5450835"/>
              <a:gd name="connsiteX10399" fmla="*/ 8649572 w 10450132"/>
              <a:gd name="connsiteY10399" fmla="*/ 1311555 h 5450835"/>
              <a:gd name="connsiteX10400" fmla="*/ 8649572 w 10450132"/>
              <a:gd name="connsiteY10400" fmla="*/ 1310701 h 5450835"/>
              <a:gd name="connsiteX10401" fmla="*/ 8654104 w 10450132"/>
              <a:gd name="connsiteY10401" fmla="*/ 1302819 h 5450835"/>
              <a:gd name="connsiteX10402" fmla="*/ 8654892 w 10450132"/>
              <a:gd name="connsiteY10402" fmla="*/ 1302363 h 5450835"/>
              <a:gd name="connsiteX10403" fmla="*/ 2803967 w 10450132"/>
              <a:gd name="connsiteY10403" fmla="*/ 1302363 h 5450835"/>
              <a:gd name="connsiteX10404" fmla="*/ 2813034 w 10450132"/>
              <a:gd name="connsiteY10404" fmla="*/ 1302363 h 5450835"/>
              <a:gd name="connsiteX10405" fmla="*/ 2813820 w 10450132"/>
              <a:gd name="connsiteY10405" fmla="*/ 1302818 h 5450835"/>
              <a:gd name="connsiteX10406" fmla="*/ 2818352 w 10450132"/>
              <a:gd name="connsiteY10406" fmla="*/ 1310700 h 5450835"/>
              <a:gd name="connsiteX10407" fmla="*/ 2818352 w 10450132"/>
              <a:gd name="connsiteY10407" fmla="*/ 1311553 h 5450835"/>
              <a:gd name="connsiteX10408" fmla="*/ 2813820 w 10450132"/>
              <a:gd name="connsiteY10408" fmla="*/ 1319435 h 5450835"/>
              <a:gd name="connsiteX10409" fmla="*/ 2813034 w 10450132"/>
              <a:gd name="connsiteY10409" fmla="*/ 1319895 h 5450835"/>
              <a:gd name="connsiteX10410" fmla="*/ 2803967 w 10450132"/>
              <a:gd name="connsiteY10410" fmla="*/ 1319895 h 5450835"/>
              <a:gd name="connsiteX10411" fmla="*/ 2803179 w 10450132"/>
              <a:gd name="connsiteY10411" fmla="*/ 1319435 h 5450835"/>
              <a:gd name="connsiteX10412" fmla="*/ 2798648 w 10450132"/>
              <a:gd name="connsiteY10412" fmla="*/ 1311553 h 5450835"/>
              <a:gd name="connsiteX10413" fmla="*/ 2798648 w 10450132"/>
              <a:gd name="connsiteY10413" fmla="*/ 1310700 h 5450835"/>
              <a:gd name="connsiteX10414" fmla="*/ 2803179 w 10450132"/>
              <a:gd name="connsiteY10414" fmla="*/ 1302818 h 5450835"/>
              <a:gd name="connsiteX10415" fmla="*/ 2803967 w 10450132"/>
              <a:gd name="connsiteY10415" fmla="*/ 1302363 h 5450835"/>
              <a:gd name="connsiteX10416" fmla="*/ 5602126 w 10450132"/>
              <a:gd name="connsiteY10416" fmla="*/ 1302362 h 5450835"/>
              <a:gd name="connsiteX10417" fmla="*/ 5611191 w 10450132"/>
              <a:gd name="connsiteY10417" fmla="*/ 1302362 h 5450835"/>
              <a:gd name="connsiteX10418" fmla="*/ 5611979 w 10450132"/>
              <a:gd name="connsiteY10418" fmla="*/ 1302818 h 5450835"/>
              <a:gd name="connsiteX10419" fmla="*/ 5616511 w 10450132"/>
              <a:gd name="connsiteY10419" fmla="*/ 1310700 h 5450835"/>
              <a:gd name="connsiteX10420" fmla="*/ 5616511 w 10450132"/>
              <a:gd name="connsiteY10420" fmla="*/ 1311550 h 5450835"/>
              <a:gd name="connsiteX10421" fmla="*/ 5611979 w 10450132"/>
              <a:gd name="connsiteY10421" fmla="*/ 1319435 h 5450835"/>
              <a:gd name="connsiteX10422" fmla="*/ 5611191 w 10450132"/>
              <a:gd name="connsiteY10422" fmla="*/ 1319895 h 5450835"/>
              <a:gd name="connsiteX10423" fmla="*/ 5602126 w 10450132"/>
              <a:gd name="connsiteY10423" fmla="*/ 1319895 h 5450835"/>
              <a:gd name="connsiteX10424" fmla="*/ 5601338 w 10450132"/>
              <a:gd name="connsiteY10424" fmla="*/ 1319435 h 5450835"/>
              <a:gd name="connsiteX10425" fmla="*/ 5596807 w 10450132"/>
              <a:gd name="connsiteY10425" fmla="*/ 1311550 h 5450835"/>
              <a:gd name="connsiteX10426" fmla="*/ 5596807 w 10450132"/>
              <a:gd name="connsiteY10426" fmla="*/ 1310700 h 5450835"/>
              <a:gd name="connsiteX10427" fmla="*/ 5601338 w 10450132"/>
              <a:gd name="connsiteY10427" fmla="*/ 1302818 h 5450835"/>
              <a:gd name="connsiteX10428" fmla="*/ 5602126 w 10450132"/>
              <a:gd name="connsiteY10428" fmla="*/ 1302362 h 5450835"/>
              <a:gd name="connsiteX10429" fmla="*/ 3821617 w 10450132"/>
              <a:gd name="connsiteY10429" fmla="*/ 1302358 h 5450835"/>
              <a:gd name="connsiteX10430" fmla="*/ 3830685 w 10450132"/>
              <a:gd name="connsiteY10430" fmla="*/ 1302358 h 5450835"/>
              <a:gd name="connsiteX10431" fmla="*/ 3831471 w 10450132"/>
              <a:gd name="connsiteY10431" fmla="*/ 1302818 h 5450835"/>
              <a:gd name="connsiteX10432" fmla="*/ 3836006 w 10450132"/>
              <a:gd name="connsiteY10432" fmla="*/ 1310694 h 5450835"/>
              <a:gd name="connsiteX10433" fmla="*/ 3836006 w 10450132"/>
              <a:gd name="connsiteY10433" fmla="*/ 1311549 h 5450835"/>
              <a:gd name="connsiteX10434" fmla="*/ 3831471 w 10450132"/>
              <a:gd name="connsiteY10434" fmla="*/ 1319430 h 5450835"/>
              <a:gd name="connsiteX10435" fmla="*/ 3830685 w 10450132"/>
              <a:gd name="connsiteY10435" fmla="*/ 1319890 h 5450835"/>
              <a:gd name="connsiteX10436" fmla="*/ 3821617 w 10450132"/>
              <a:gd name="connsiteY10436" fmla="*/ 1319890 h 5450835"/>
              <a:gd name="connsiteX10437" fmla="*/ 3820830 w 10450132"/>
              <a:gd name="connsiteY10437" fmla="*/ 1319430 h 5450835"/>
              <a:gd name="connsiteX10438" fmla="*/ 3816298 w 10450132"/>
              <a:gd name="connsiteY10438" fmla="*/ 1311549 h 5450835"/>
              <a:gd name="connsiteX10439" fmla="*/ 3816298 w 10450132"/>
              <a:gd name="connsiteY10439" fmla="*/ 1310694 h 5450835"/>
              <a:gd name="connsiteX10440" fmla="*/ 3820830 w 10450132"/>
              <a:gd name="connsiteY10440" fmla="*/ 1302818 h 5450835"/>
              <a:gd name="connsiteX10441" fmla="*/ 3821617 w 10450132"/>
              <a:gd name="connsiteY10441" fmla="*/ 1302358 h 5450835"/>
              <a:gd name="connsiteX10442" fmla="*/ 8909274 w 10450132"/>
              <a:gd name="connsiteY10442" fmla="*/ 1302346 h 5450835"/>
              <a:gd name="connsiteX10443" fmla="*/ 8918336 w 10450132"/>
              <a:gd name="connsiteY10443" fmla="*/ 1302346 h 5450835"/>
              <a:gd name="connsiteX10444" fmla="*/ 8919125 w 10450132"/>
              <a:gd name="connsiteY10444" fmla="*/ 1302806 h 5450835"/>
              <a:gd name="connsiteX10445" fmla="*/ 8923657 w 10450132"/>
              <a:gd name="connsiteY10445" fmla="*/ 1310684 h 5450835"/>
              <a:gd name="connsiteX10446" fmla="*/ 8923657 w 10450132"/>
              <a:gd name="connsiteY10446" fmla="*/ 1311538 h 5450835"/>
              <a:gd name="connsiteX10447" fmla="*/ 8919125 w 10450132"/>
              <a:gd name="connsiteY10447" fmla="*/ 1319421 h 5450835"/>
              <a:gd name="connsiteX10448" fmla="*/ 8918336 w 10450132"/>
              <a:gd name="connsiteY10448" fmla="*/ 1319879 h 5450835"/>
              <a:gd name="connsiteX10449" fmla="*/ 8909274 w 10450132"/>
              <a:gd name="connsiteY10449" fmla="*/ 1319879 h 5450835"/>
              <a:gd name="connsiteX10450" fmla="*/ 8908484 w 10450132"/>
              <a:gd name="connsiteY10450" fmla="*/ 1319421 h 5450835"/>
              <a:gd name="connsiteX10451" fmla="*/ 8903953 w 10450132"/>
              <a:gd name="connsiteY10451" fmla="*/ 1311538 h 5450835"/>
              <a:gd name="connsiteX10452" fmla="*/ 8903953 w 10450132"/>
              <a:gd name="connsiteY10452" fmla="*/ 1310684 h 5450835"/>
              <a:gd name="connsiteX10453" fmla="*/ 8908484 w 10450132"/>
              <a:gd name="connsiteY10453" fmla="*/ 1302806 h 5450835"/>
              <a:gd name="connsiteX10454" fmla="*/ 8909274 w 10450132"/>
              <a:gd name="connsiteY10454" fmla="*/ 1302346 h 5450835"/>
              <a:gd name="connsiteX10455" fmla="*/ 6619714 w 10450132"/>
              <a:gd name="connsiteY10455" fmla="*/ 1302346 h 5450835"/>
              <a:gd name="connsiteX10456" fmla="*/ 6628778 w 10450132"/>
              <a:gd name="connsiteY10456" fmla="*/ 1302346 h 5450835"/>
              <a:gd name="connsiteX10457" fmla="*/ 6629566 w 10450132"/>
              <a:gd name="connsiteY10457" fmla="*/ 1302809 h 5450835"/>
              <a:gd name="connsiteX10458" fmla="*/ 6634099 w 10450132"/>
              <a:gd name="connsiteY10458" fmla="*/ 1310689 h 5450835"/>
              <a:gd name="connsiteX10459" fmla="*/ 6634099 w 10450132"/>
              <a:gd name="connsiteY10459" fmla="*/ 1311538 h 5450835"/>
              <a:gd name="connsiteX10460" fmla="*/ 6629566 w 10450132"/>
              <a:gd name="connsiteY10460" fmla="*/ 1319422 h 5450835"/>
              <a:gd name="connsiteX10461" fmla="*/ 6628778 w 10450132"/>
              <a:gd name="connsiteY10461" fmla="*/ 1319881 h 5450835"/>
              <a:gd name="connsiteX10462" fmla="*/ 6619714 w 10450132"/>
              <a:gd name="connsiteY10462" fmla="*/ 1319881 h 5450835"/>
              <a:gd name="connsiteX10463" fmla="*/ 6618926 w 10450132"/>
              <a:gd name="connsiteY10463" fmla="*/ 1319422 h 5450835"/>
              <a:gd name="connsiteX10464" fmla="*/ 6614394 w 10450132"/>
              <a:gd name="connsiteY10464" fmla="*/ 1311538 h 5450835"/>
              <a:gd name="connsiteX10465" fmla="*/ 6614394 w 10450132"/>
              <a:gd name="connsiteY10465" fmla="*/ 1310689 h 5450835"/>
              <a:gd name="connsiteX10466" fmla="*/ 6618926 w 10450132"/>
              <a:gd name="connsiteY10466" fmla="*/ 1302809 h 5450835"/>
              <a:gd name="connsiteX10467" fmla="*/ 6619714 w 10450132"/>
              <a:gd name="connsiteY10467" fmla="*/ 1302346 h 5450835"/>
              <a:gd name="connsiteX10468" fmla="*/ 1786331 w 10450132"/>
              <a:gd name="connsiteY10468" fmla="*/ 1302346 h 5450835"/>
              <a:gd name="connsiteX10469" fmla="*/ 1795394 w 10450132"/>
              <a:gd name="connsiteY10469" fmla="*/ 1302346 h 5450835"/>
              <a:gd name="connsiteX10470" fmla="*/ 1796183 w 10450132"/>
              <a:gd name="connsiteY10470" fmla="*/ 1302807 h 5450835"/>
              <a:gd name="connsiteX10471" fmla="*/ 1800715 w 10450132"/>
              <a:gd name="connsiteY10471" fmla="*/ 1310684 h 5450835"/>
              <a:gd name="connsiteX10472" fmla="*/ 1800715 w 10450132"/>
              <a:gd name="connsiteY10472" fmla="*/ 1311538 h 5450835"/>
              <a:gd name="connsiteX10473" fmla="*/ 1796183 w 10450132"/>
              <a:gd name="connsiteY10473" fmla="*/ 1319421 h 5450835"/>
              <a:gd name="connsiteX10474" fmla="*/ 1795394 w 10450132"/>
              <a:gd name="connsiteY10474" fmla="*/ 1319880 h 5450835"/>
              <a:gd name="connsiteX10475" fmla="*/ 1786331 w 10450132"/>
              <a:gd name="connsiteY10475" fmla="*/ 1319880 h 5450835"/>
              <a:gd name="connsiteX10476" fmla="*/ 1785542 w 10450132"/>
              <a:gd name="connsiteY10476" fmla="*/ 1319421 h 5450835"/>
              <a:gd name="connsiteX10477" fmla="*/ 1781012 w 10450132"/>
              <a:gd name="connsiteY10477" fmla="*/ 1311538 h 5450835"/>
              <a:gd name="connsiteX10478" fmla="*/ 1781012 w 10450132"/>
              <a:gd name="connsiteY10478" fmla="*/ 1310684 h 5450835"/>
              <a:gd name="connsiteX10479" fmla="*/ 1785542 w 10450132"/>
              <a:gd name="connsiteY10479" fmla="*/ 1302807 h 5450835"/>
              <a:gd name="connsiteX10480" fmla="*/ 1786331 w 10450132"/>
              <a:gd name="connsiteY10480" fmla="*/ 1302346 h 5450835"/>
              <a:gd name="connsiteX10481" fmla="*/ 7128477 w 10450132"/>
              <a:gd name="connsiteY10481" fmla="*/ 1302344 h 5450835"/>
              <a:gd name="connsiteX10482" fmla="*/ 7137540 w 10450132"/>
              <a:gd name="connsiteY10482" fmla="*/ 1302344 h 5450835"/>
              <a:gd name="connsiteX10483" fmla="*/ 7138328 w 10450132"/>
              <a:gd name="connsiteY10483" fmla="*/ 1302803 h 5450835"/>
              <a:gd name="connsiteX10484" fmla="*/ 7142860 w 10450132"/>
              <a:gd name="connsiteY10484" fmla="*/ 1310681 h 5450835"/>
              <a:gd name="connsiteX10485" fmla="*/ 7142860 w 10450132"/>
              <a:gd name="connsiteY10485" fmla="*/ 1311534 h 5450835"/>
              <a:gd name="connsiteX10486" fmla="*/ 7138328 w 10450132"/>
              <a:gd name="connsiteY10486" fmla="*/ 1319415 h 5450835"/>
              <a:gd name="connsiteX10487" fmla="*/ 7137540 w 10450132"/>
              <a:gd name="connsiteY10487" fmla="*/ 1319878 h 5450835"/>
              <a:gd name="connsiteX10488" fmla="*/ 7128477 w 10450132"/>
              <a:gd name="connsiteY10488" fmla="*/ 1319878 h 5450835"/>
              <a:gd name="connsiteX10489" fmla="*/ 7127689 w 10450132"/>
              <a:gd name="connsiteY10489" fmla="*/ 1319415 h 5450835"/>
              <a:gd name="connsiteX10490" fmla="*/ 7123156 w 10450132"/>
              <a:gd name="connsiteY10490" fmla="*/ 1311534 h 5450835"/>
              <a:gd name="connsiteX10491" fmla="*/ 7123156 w 10450132"/>
              <a:gd name="connsiteY10491" fmla="*/ 1310681 h 5450835"/>
              <a:gd name="connsiteX10492" fmla="*/ 7127689 w 10450132"/>
              <a:gd name="connsiteY10492" fmla="*/ 1302803 h 5450835"/>
              <a:gd name="connsiteX10493" fmla="*/ 7128477 w 10450132"/>
              <a:gd name="connsiteY10493" fmla="*/ 1302344 h 5450835"/>
              <a:gd name="connsiteX10494" fmla="*/ 514366 w 10450132"/>
              <a:gd name="connsiteY10494" fmla="*/ 1302344 h 5450835"/>
              <a:gd name="connsiteX10495" fmla="*/ 523429 w 10450132"/>
              <a:gd name="connsiteY10495" fmla="*/ 1302344 h 5450835"/>
              <a:gd name="connsiteX10496" fmla="*/ 524218 w 10450132"/>
              <a:gd name="connsiteY10496" fmla="*/ 1302803 h 5450835"/>
              <a:gd name="connsiteX10497" fmla="*/ 528749 w 10450132"/>
              <a:gd name="connsiteY10497" fmla="*/ 1310683 h 5450835"/>
              <a:gd name="connsiteX10498" fmla="*/ 528749 w 10450132"/>
              <a:gd name="connsiteY10498" fmla="*/ 1311538 h 5450835"/>
              <a:gd name="connsiteX10499" fmla="*/ 524218 w 10450132"/>
              <a:gd name="connsiteY10499" fmla="*/ 1319418 h 5450835"/>
              <a:gd name="connsiteX10500" fmla="*/ 523429 w 10450132"/>
              <a:gd name="connsiteY10500" fmla="*/ 1319878 h 5450835"/>
              <a:gd name="connsiteX10501" fmla="*/ 514366 w 10450132"/>
              <a:gd name="connsiteY10501" fmla="*/ 1319878 h 5450835"/>
              <a:gd name="connsiteX10502" fmla="*/ 513578 w 10450132"/>
              <a:gd name="connsiteY10502" fmla="*/ 1319418 h 5450835"/>
              <a:gd name="connsiteX10503" fmla="*/ 509045 w 10450132"/>
              <a:gd name="connsiteY10503" fmla="*/ 1311538 h 5450835"/>
              <a:gd name="connsiteX10504" fmla="*/ 509045 w 10450132"/>
              <a:gd name="connsiteY10504" fmla="*/ 1310683 h 5450835"/>
              <a:gd name="connsiteX10505" fmla="*/ 513578 w 10450132"/>
              <a:gd name="connsiteY10505" fmla="*/ 1302803 h 5450835"/>
              <a:gd name="connsiteX10506" fmla="*/ 514366 w 10450132"/>
              <a:gd name="connsiteY10506" fmla="*/ 1302344 h 5450835"/>
              <a:gd name="connsiteX10507" fmla="*/ 5610 w 10450132"/>
              <a:gd name="connsiteY10507" fmla="*/ 1302344 h 5450835"/>
              <a:gd name="connsiteX10508" fmla="*/ 14674 w 10450132"/>
              <a:gd name="connsiteY10508" fmla="*/ 1302344 h 5450835"/>
              <a:gd name="connsiteX10509" fmla="*/ 15462 w 10450132"/>
              <a:gd name="connsiteY10509" fmla="*/ 1302803 h 5450835"/>
              <a:gd name="connsiteX10510" fmla="*/ 19994 w 10450132"/>
              <a:gd name="connsiteY10510" fmla="*/ 1310681 h 5450835"/>
              <a:gd name="connsiteX10511" fmla="*/ 19994 w 10450132"/>
              <a:gd name="connsiteY10511" fmla="*/ 1311534 h 5450835"/>
              <a:gd name="connsiteX10512" fmla="*/ 15462 w 10450132"/>
              <a:gd name="connsiteY10512" fmla="*/ 1319415 h 5450835"/>
              <a:gd name="connsiteX10513" fmla="*/ 14674 w 10450132"/>
              <a:gd name="connsiteY10513" fmla="*/ 1319877 h 5450835"/>
              <a:gd name="connsiteX10514" fmla="*/ 5610 w 10450132"/>
              <a:gd name="connsiteY10514" fmla="*/ 1319877 h 5450835"/>
              <a:gd name="connsiteX10515" fmla="*/ 4821 w 10450132"/>
              <a:gd name="connsiteY10515" fmla="*/ 1319415 h 5450835"/>
              <a:gd name="connsiteX10516" fmla="*/ 289 w 10450132"/>
              <a:gd name="connsiteY10516" fmla="*/ 1311534 h 5450835"/>
              <a:gd name="connsiteX10517" fmla="*/ 289 w 10450132"/>
              <a:gd name="connsiteY10517" fmla="*/ 1310681 h 5450835"/>
              <a:gd name="connsiteX10518" fmla="*/ 4821 w 10450132"/>
              <a:gd name="connsiteY10518" fmla="*/ 1302803 h 5450835"/>
              <a:gd name="connsiteX10519" fmla="*/ 5610 w 10450132"/>
              <a:gd name="connsiteY10519" fmla="*/ 1302344 h 5450835"/>
              <a:gd name="connsiteX10520" fmla="*/ 9418035 w 10450132"/>
              <a:gd name="connsiteY10520" fmla="*/ 1302339 h 5450835"/>
              <a:gd name="connsiteX10521" fmla="*/ 9427099 w 10450132"/>
              <a:gd name="connsiteY10521" fmla="*/ 1302339 h 5450835"/>
              <a:gd name="connsiteX10522" fmla="*/ 9427887 w 10450132"/>
              <a:gd name="connsiteY10522" fmla="*/ 1302800 h 5450835"/>
              <a:gd name="connsiteX10523" fmla="*/ 9432419 w 10450132"/>
              <a:gd name="connsiteY10523" fmla="*/ 1310679 h 5450835"/>
              <a:gd name="connsiteX10524" fmla="*/ 9432419 w 10450132"/>
              <a:gd name="connsiteY10524" fmla="*/ 1311534 h 5450835"/>
              <a:gd name="connsiteX10525" fmla="*/ 9427887 w 10450132"/>
              <a:gd name="connsiteY10525" fmla="*/ 1319413 h 5450835"/>
              <a:gd name="connsiteX10526" fmla="*/ 9427099 w 10450132"/>
              <a:gd name="connsiteY10526" fmla="*/ 1319872 h 5450835"/>
              <a:gd name="connsiteX10527" fmla="*/ 9418035 w 10450132"/>
              <a:gd name="connsiteY10527" fmla="*/ 1319872 h 5450835"/>
              <a:gd name="connsiteX10528" fmla="*/ 9417247 w 10450132"/>
              <a:gd name="connsiteY10528" fmla="*/ 1319413 h 5450835"/>
              <a:gd name="connsiteX10529" fmla="*/ 9412714 w 10450132"/>
              <a:gd name="connsiteY10529" fmla="*/ 1311534 h 5450835"/>
              <a:gd name="connsiteX10530" fmla="*/ 9412714 w 10450132"/>
              <a:gd name="connsiteY10530" fmla="*/ 1310679 h 5450835"/>
              <a:gd name="connsiteX10531" fmla="*/ 9417247 w 10450132"/>
              <a:gd name="connsiteY10531" fmla="*/ 1302800 h 5450835"/>
              <a:gd name="connsiteX10532" fmla="*/ 9418035 w 10450132"/>
              <a:gd name="connsiteY10532" fmla="*/ 1302339 h 5450835"/>
              <a:gd name="connsiteX10533" fmla="*/ 1277559 w 10450132"/>
              <a:gd name="connsiteY10533" fmla="*/ 1302339 h 5450835"/>
              <a:gd name="connsiteX10534" fmla="*/ 1286623 w 10450132"/>
              <a:gd name="connsiteY10534" fmla="*/ 1302339 h 5450835"/>
              <a:gd name="connsiteX10535" fmla="*/ 1287414 w 10450132"/>
              <a:gd name="connsiteY10535" fmla="*/ 1302800 h 5450835"/>
              <a:gd name="connsiteX10536" fmla="*/ 1291946 w 10450132"/>
              <a:gd name="connsiteY10536" fmla="*/ 1310679 h 5450835"/>
              <a:gd name="connsiteX10537" fmla="*/ 1291946 w 10450132"/>
              <a:gd name="connsiteY10537" fmla="*/ 1311529 h 5450835"/>
              <a:gd name="connsiteX10538" fmla="*/ 1287414 w 10450132"/>
              <a:gd name="connsiteY10538" fmla="*/ 1319412 h 5450835"/>
              <a:gd name="connsiteX10539" fmla="*/ 1286623 w 10450132"/>
              <a:gd name="connsiteY10539" fmla="*/ 1319872 h 5450835"/>
              <a:gd name="connsiteX10540" fmla="*/ 1277559 w 10450132"/>
              <a:gd name="connsiteY10540" fmla="*/ 1319872 h 5450835"/>
              <a:gd name="connsiteX10541" fmla="*/ 1276772 w 10450132"/>
              <a:gd name="connsiteY10541" fmla="*/ 1319412 h 5450835"/>
              <a:gd name="connsiteX10542" fmla="*/ 1272242 w 10450132"/>
              <a:gd name="connsiteY10542" fmla="*/ 1311529 h 5450835"/>
              <a:gd name="connsiteX10543" fmla="*/ 1272242 w 10450132"/>
              <a:gd name="connsiteY10543" fmla="*/ 1310679 h 5450835"/>
              <a:gd name="connsiteX10544" fmla="*/ 1276772 w 10450132"/>
              <a:gd name="connsiteY10544" fmla="*/ 1302800 h 5450835"/>
              <a:gd name="connsiteX10545" fmla="*/ 1277559 w 10450132"/>
              <a:gd name="connsiteY10545" fmla="*/ 1302339 h 5450835"/>
              <a:gd name="connsiteX10546" fmla="*/ 3567171 w 10450132"/>
              <a:gd name="connsiteY10546" fmla="*/ 1302337 h 5450835"/>
              <a:gd name="connsiteX10547" fmla="*/ 3576235 w 10450132"/>
              <a:gd name="connsiteY10547" fmla="*/ 1302337 h 5450835"/>
              <a:gd name="connsiteX10548" fmla="*/ 3577024 w 10450132"/>
              <a:gd name="connsiteY10548" fmla="*/ 1302800 h 5450835"/>
              <a:gd name="connsiteX10549" fmla="*/ 3581555 w 10450132"/>
              <a:gd name="connsiteY10549" fmla="*/ 1310679 h 5450835"/>
              <a:gd name="connsiteX10550" fmla="*/ 3581555 w 10450132"/>
              <a:gd name="connsiteY10550" fmla="*/ 1311529 h 5450835"/>
              <a:gd name="connsiteX10551" fmla="*/ 3577024 w 10450132"/>
              <a:gd name="connsiteY10551" fmla="*/ 1319412 h 5450835"/>
              <a:gd name="connsiteX10552" fmla="*/ 3576235 w 10450132"/>
              <a:gd name="connsiteY10552" fmla="*/ 1319872 h 5450835"/>
              <a:gd name="connsiteX10553" fmla="*/ 3567171 w 10450132"/>
              <a:gd name="connsiteY10553" fmla="*/ 1319872 h 5450835"/>
              <a:gd name="connsiteX10554" fmla="*/ 3566382 w 10450132"/>
              <a:gd name="connsiteY10554" fmla="*/ 1319412 h 5450835"/>
              <a:gd name="connsiteX10555" fmla="*/ 3561851 w 10450132"/>
              <a:gd name="connsiteY10555" fmla="*/ 1311529 h 5450835"/>
              <a:gd name="connsiteX10556" fmla="*/ 3561851 w 10450132"/>
              <a:gd name="connsiteY10556" fmla="*/ 1310679 h 5450835"/>
              <a:gd name="connsiteX10557" fmla="*/ 3566382 w 10450132"/>
              <a:gd name="connsiteY10557" fmla="*/ 1302800 h 5450835"/>
              <a:gd name="connsiteX10558" fmla="*/ 3567171 w 10450132"/>
              <a:gd name="connsiteY10558" fmla="*/ 1302337 h 5450835"/>
              <a:gd name="connsiteX10559" fmla="*/ 2549516 w 10450132"/>
              <a:gd name="connsiteY10559" fmla="*/ 1302334 h 5450835"/>
              <a:gd name="connsiteX10560" fmla="*/ 2558582 w 10450132"/>
              <a:gd name="connsiteY10560" fmla="*/ 1302334 h 5450835"/>
              <a:gd name="connsiteX10561" fmla="*/ 2559370 w 10450132"/>
              <a:gd name="connsiteY10561" fmla="*/ 1302793 h 5450835"/>
              <a:gd name="connsiteX10562" fmla="*/ 2563903 w 10450132"/>
              <a:gd name="connsiteY10562" fmla="*/ 1310672 h 5450835"/>
              <a:gd name="connsiteX10563" fmla="*/ 2563903 w 10450132"/>
              <a:gd name="connsiteY10563" fmla="*/ 1311527 h 5450835"/>
              <a:gd name="connsiteX10564" fmla="*/ 2559370 w 10450132"/>
              <a:gd name="connsiteY10564" fmla="*/ 1319409 h 5450835"/>
              <a:gd name="connsiteX10565" fmla="*/ 2558582 w 10450132"/>
              <a:gd name="connsiteY10565" fmla="*/ 1319867 h 5450835"/>
              <a:gd name="connsiteX10566" fmla="*/ 2549516 w 10450132"/>
              <a:gd name="connsiteY10566" fmla="*/ 1319867 h 5450835"/>
              <a:gd name="connsiteX10567" fmla="*/ 2548728 w 10450132"/>
              <a:gd name="connsiteY10567" fmla="*/ 1319409 h 5450835"/>
              <a:gd name="connsiteX10568" fmla="*/ 2544197 w 10450132"/>
              <a:gd name="connsiteY10568" fmla="*/ 1311527 h 5450835"/>
              <a:gd name="connsiteX10569" fmla="*/ 2544197 w 10450132"/>
              <a:gd name="connsiteY10569" fmla="*/ 1310672 h 5450835"/>
              <a:gd name="connsiteX10570" fmla="*/ 2548728 w 10450132"/>
              <a:gd name="connsiteY10570" fmla="*/ 1302793 h 5450835"/>
              <a:gd name="connsiteX10571" fmla="*/ 2549516 w 10450132"/>
              <a:gd name="connsiteY10571" fmla="*/ 1302334 h 5450835"/>
              <a:gd name="connsiteX10572" fmla="*/ 5093300 w 10450132"/>
              <a:gd name="connsiteY10572" fmla="*/ 1302325 h 5450835"/>
              <a:gd name="connsiteX10573" fmla="*/ 5102364 w 10450132"/>
              <a:gd name="connsiteY10573" fmla="*/ 1302325 h 5450835"/>
              <a:gd name="connsiteX10574" fmla="*/ 5103153 w 10450132"/>
              <a:gd name="connsiteY10574" fmla="*/ 1302786 h 5450835"/>
              <a:gd name="connsiteX10575" fmla="*/ 5107684 w 10450132"/>
              <a:gd name="connsiteY10575" fmla="*/ 1310663 h 5450835"/>
              <a:gd name="connsiteX10576" fmla="*/ 5107684 w 10450132"/>
              <a:gd name="connsiteY10576" fmla="*/ 1311517 h 5450835"/>
              <a:gd name="connsiteX10577" fmla="*/ 5103153 w 10450132"/>
              <a:gd name="connsiteY10577" fmla="*/ 1319400 h 5450835"/>
              <a:gd name="connsiteX10578" fmla="*/ 5102364 w 10450132"/>
              <a:gd name="connsiteY10578" fmla="*/ 1319860 h 5450835"/>
              <a:gd name="connsiteX10579" fmla="*/ 5093300 w 10450132"/>
              <a:gd name="connsiteY10579" fmla="*/ 1319860 h 5450835"/>
              <a:gd name="connsiteX10580" fmla="*/ 5092512 w 10450132"/>
              <a:gd name="connsiteY10580" fmla="*/ 1319400 h 5450835"/>
              <a:gd name="connsiteX10581" fmla="*/ 5087979 w 10450132"/>
              <a:gd name="connsiteY10581" fmla="*/ 1311517 h 5450835"/>
              <a:gd name="connsiteX10582" fmla="*/ 5087979 w 10450132"/>
              <a:gd name="connsiteY10582" fmla="*/ 1310663 h 5450835"/>
              <a:gd name="connsiteX10583" fmla="*/ 5092512 w 10450132"/>
              <a:gd name="connsiteY10583" fmla="*/ 1302786 h 5450835"/>
              <a:gd name="connsiteX10584" fmla="*/ 5093300 w 10450132"/>
              <a:gd name="connsiteY10584" fmla="*/ 1302325 h 5450835"/>
              <a:gd name="connsiteX10585" fmla="*/ 9672481 w 10450132"/>
              <a:gd name="connsiteY10585" fmla="*/ 1302321 h 5450835"/>
              <a:gd name="connsiteX10586" fmla="*/ 9681545 w 10450132"/>
              <a:gd name="connsiteY10586" fmla="*/ 1302321 h 5450835"/>
              <a:gd name="connsiteX10587" fmla="*/ 9682333 w 10450132"/>
              <a:gd name="connsiteY10587" fmla="*/ 1302781 h 5450835"/>
              <a:gd name="connsiteX10588" fmla="*/ 9686865 w 10450132"/>
              <a:gd name="connsiteY10588" fmla="*/ 1310661 h 5450835"/>
              <a:gd name="connsiteX10589" fmla="*/ 9686865 w 10450132"/>
              <a:gd name="connsiteY10589" fmla="*/ 1311514 h 5450835"/>
              <a:gd name="connsiteX10590" fmla="*/ 9682333 w 10450132"/>
              <a:gd name="connsiteY10590" fmla="*/ 1319395 h 5450835"/>
              <a:gd name="connsiteX10591" fmla="*/ 9681545 w 10450132"/>
              <a:gd name="connsiteY10591" fmla="*/ 1319854 h 5450835"/>
              <a:gd name="connsiteX10592" fmla="*/ 9672481 w 10450132"/>
              <a:gd name="connsiteY10592" fmla="*/ 1319854 h 5450835"/>
              <a:gd name="connsiteX10593" fmla="*/ 9671693 w 10450132"/>
              <a:gd name="connsiteY10593" fmla="*/ 1319395 h 5450835"/>
              <a:gd name="connsiteX10594" fmla="*/ 9667160 w 10450132"/>
              <a:gd name="connsiteY10594" fmla="*/ 1311514 h 5450835"/>
              <a:gd name="connsiteX10595" fmla="*/ 9667160 w 10450132"/>
              <a:gd name="connsiteY10595" fmla="*/ 1310661 h 5450835"/>
              <a:gd name="connsiteX10596" fmla="*/ 9671693 w 10450132"/>
              <a:gd name="connsiteY10596" fmla="*/ 1302781 h 5450835"/>
              <a:gd name="connsiteX10597" fmla="*/ 9672481 w 10450132"/>
              <a:gd name="connsiteY10597" fmla="*/ 1302321 h 5450835"/>
              <a:gd name="connsiteX10598" fmla="*/ 7637304 w 10450132"/>
              <a:gd name="connsiteY10598" fmla="*/ 1302317 h 5450835"/>
              <a:gd name="connsiteX10599" fmla="*/ 7646367 w 10450132"/>
              <a:gd name="connsiteY10599" fmla="*/ 1302317 h 5450835"/>
              <a:gd name="connsiteX10600" fmla="*/ 7647156 w 10450132"/>
              <a:gd name="connsiteY10600" fmla="*/ 1302777 h 5450835"/>
              <a:gd name="connsiteX10601" fmla="*/ 7651687 w 10450132"/>
              <a:gd name="connsiteY10601" fmla="*/ 1310656 h 5450835"/>
              <a:gd name="connsiteX10602" fmla="*/ 7651687 w 10450132"/>
              <a:gd name="connsiteY10602" fmla="*/ 1311509 h 5450835"/>
              <a:gd name="connsiteX10603" fmla="*/ 7647156 w 10450132"/>
              <a:gd name="connsiteY10603" fmla="*/ 1319393 h 5450835"/>
              <a:gd name="connsiteX10604" fmla="*/ 7646367 w 10450132"/>
              <a:gd name="connsiteY10604" fmla="*/ 1319852 h 5450835"/>
              <a:gd name="connsiteX10605" fmla="*/ 7637304 w 10450132"/>
              <a:gd name="connsiteY10605" fmla="*/ 1319852 h 5450835"/>
              <a:gd name="connsiteX10606" fmla="*/ 7636516 w 10450132"/>
              <a:gd name="connsiteY10606" fmla="*/ 1319393 h 5450835"/>
              <a:gd name="connsiteX10607" fmla="*/ 7631983 w 10450132"/>
              <a:gd name="connsiteY10607" fmla="*/ 1311509 h 5450835"/>
              <a:gd name="connsiteX10608" fmla="*/ 7631983 w 10450132"/>
              <a:gd name="connsiteY10608" fmla="*/ 1310656 h 5450835"/>
              <a:gd name="connsiteX10609" fmla="*/ 7636516 w 10450132"/>
              <a:gd name="connsiteY10609" fmla="*/ 1302777 h 5450835"/>
              <a:gd name="connsiteX10610" fmla="*/ 7637304 w 10450132"/>
              <a:gd name="connsiteY10610" fmla="*/ 1302317 h 5450835"/>
              <a:gd name="connsiteX10611" fmla="*/ 10181242 w 10450132"/>
              <a:gd name="connsiteY10611" fmla="*/ 1302308 h 5450835"/>
              <a:gd name="connsiteX10612" fmla="*/ 10190305 w 10450132"/>
              <a:gd name="connsiteY10612" fmla="*/ 1302308 h 5450835"/>
              <a:gd name="connsiteX10613" fmla="*/ 10191093 w 10450132"/>
              <a:gd name="connsiteY10613" fmla="*/ 1302769 h 5450835"/>
              <a:gd name="connsiteX10614" fmla="*/ 10195626 w 10450132"/>
              <a:gd name="connsiteY10614" fmla="*/ 1310648 h 5450835"/>
              <a:gd name="connsiteX10615" fmla="*/ 10195626 w 10450132"/>
              <a:gd name="connsiteY10615" fmla="*/ 1311502 h 5450835"/>
              <a:gd name="connsiteX10616" fmla="*/ 10191093 w 10450132"/>
              <a:gd name="connsiteY10616" fmla="*/ 1319383 h 5450835"/>
              <a:gd name="connsiteX10617" fmla="*/ 10190305 w 10450132"/>
              <a:gd name="connsiteY10617" fmla="*/ 1319843 h 5450835"/>
              <a:gd name="connsiteX10618" fmla="*/ 10181242 w 10450132"/>
              <a:gd name="connsiteY10618" fmla="*/ 1319843 h 5450835"/>
              <a:gd name="connsiteX10619" fmla="*/ 10180453 w 10450132"/>
              <a:gd name="connsiteY10619" fmla="*/ 1319383 h 5450835"/>
              <a:gd name="connsiteX10620" fmla="*/ 10175922 w 10450132"/>
              <a:gd name="connsiteY10620" fmla="*/ 1311502 h 5450835"/>
              <a:gd name="connsiteX10621" fmla="*/ 10175922 w 10450132"/>
              <a:gd name="connsiteY10621" fmla="*/ 1310648 h 5450835"/>
              <a:gd name="connsiteX10622" fmla="*/ 10180453 w 10450132"/>
              <a:gd name="connsiteY10622" fmla="*/ 1302769 h 5450835"/>
              <a:gd name="connsiteX10623" fmla="*/ 10181242 w 10450132"/>
              <a:gd name="connsiteY10623" fmla="*/ 1302308 h 5450835"/>
              <a:gd name="connsiteX10624" fmla="*/ 4584538 w 10450132"/>
              <a:gd name="connsiteY10624" fmla="*/ 1302308 h 5450835"/>
              <a:gd name="connsiteX10625" fmla="*/ 4593603 w 10450132"/>
              <a:gd name="connsiteY10625" fmla="*/ 1302308 h 5450835"/>
              <a:gd name="connsiteX10626" fmla="*/ 4594390 w 10450132"/>
              <a:gd name="connsiteY10626" fmla="*/ 1302769 h 5450835"/>
              <a:gd name="connsiteX10627" fmla="*/ 4598922 w 10450132"/>
              <a:gd name="connsiteY10627" fmla="*/ 1310648 h 5450835"/>
              <a:gd name="connsiteX10628" fmla="*/ 4598922 w 10450132"/>
              <a:gd name="connsiteY10628" fmla="*/ 1311502 h 5450835"/>
              <a:gd name="connsiteX10629" fmla="*/ 4594390 w 10450132"/>
              <a:gd name="connsiteY10629" fmla="*/ 1319383 h 5450835"/>
              <a:gd name="connsiteX10630" fmla="*/ 4593603 w 10450132"/>
              <a:gd name="connsiteY10630" fmla="*/ 1319843 h 5450835"/>
              <a:gd name="connsiteX10631" fmla="*/ 4584538 w 10450132"/>
              <a:gd name="connsiteY10631" fmla="*/ 1319843 h 5450835"/>
              <a:gd name="connsiteX10632" fmla="*/ 4583749 w 10450132"/>
              <a:gd name="connsiteY10632" fmla="*/ 1319383 h 5450835"/>
              <a:gd name="connsiteX10633" fmla="*/ 4579218 w 10450132"/>
              <a:gd name="connsiteY10633" fmla="*/ 1311502 h 5450835"/>
              <a:gd name="connsiteX10634" fmla="*/ 4579218 w 10450132"/>
              <a:gd name="connsiteY10634" fmla="*/ 1310648 h 5450835"/>
              <a:gd name="connsiteX10635" fmla="*/ 4583749 w 10450132"/>
              <a:gd name="connsiteY10635" fmla="*/ 1302769 h 5450835"/>
              <a:gd name="connsiteX10636" fmla="*/ 4584538 w 10450132"/>
              <a:gd name="connsiteY10636" fmla="*/ 1302308 h 5450835"/>
              <a:gd name="connsiteX10637" fmla="*/ 3058319 w 10450132"/>
              <a:gd name="connsiteY10637" fmla="*/ 1302308 h 5450835"/>
              <a:gd name="connsiteX10638" fmla="*/ 3067384 w 10450132"/>
              <a:gd name="connsiteY10638" fmla="*/ 1302308 h 5450835"/>
              <a:gd name="connsiteX10639" fmla="*/ 3068172 w 10450132"/>
              <a:gd name="connsiteY10639" fmla="*/ 1302769 h 5450835"/>
              <a:gd name="connsiteX10640" fmla="*/ 3072704 w 10450132"/>
              <a:gd name="connsiteY10640" fmla="*/ 1310648 h 5450835"/>
              <a:gd name="connsiteX10641" fmla="*/ 3072704 w 10450132"/>
              <a:gd name="connsiteY10641" fmla="*/ 1311503 h 5450835"/>
              <a:gd name="connsiteX10642" fmla="*/ 3068172 w 10450132"/>
              <a:gd name="connsiteY10642" fmla="*/ 1319384 h 5450835"/>
              <a:gd name="connsiteX10643" fmla="*/ 3067384 w 10450132"/>
              <a:gd name="connsiteY10643" fmla="*/ 1319843 h 5450835"/>
              <a:gd name="connsiteX10644" fmla="*/ 3058319 w 10450132"/>
              <a:gd name="connsiteY10644" fmla="*/ 1319843 h 5450835"/>
              <a:gd name="connsiteX10645" fmla="*/ 3057531 w 10450132"/>
              <a:gd name="connsiteY10645" fmla="*/ 1319384 h 5450835"/>
              <a:gd name="connsiteX10646" fmla="*/ 3052999 w 10450132"/>
              <a:gd name="connsiteY10646" fmla="*/ 1311503 h 5450835"/>
              <a:gd name="connsiteX10647" fmla="*/ 3052999 w 10450132"/>
              <a:gd name="connsiteY10647" fmla="*/ 1310648 h 5450835"/>
              <a:gd name="connsiteX10648" fmla="*/ 3057531 w 10450132"/>
              <a:gd name="connsiteY10648" fmla="*/ 1302769 h 5450835"/>
              <a:gd name="connsiteX10649" fmla="*/ 3058319 w 10450132"/>
              <a:gd name="connsiteY10649" fmla="*/ 1302308 h 5450835"/>
              <a:gd name="connsiteX10650" fmla="*/ 7891684 w 10450132"/>
              <a:gd name="connsiteY10650" fmla="*/ 1302305 h 5450835"/>
              <a:gd name="connsiteX10651" fmla="*/ 7900748 w 10450132"/>
              <a:gd name="connsiteY10651" fmla="*/ 1302305 h 5450835"/>
              <a:gd name="connsiteX10652" fmla="*/ 7901536 w 10450132"/>
              <a:gd name="connsiteY10652" fmla="*/ 1302767 h 5450835"/>
              <a:gd name="connsiteX10653" fmla="*/ 7906067 w 10450132"/>
              <a:gd name="connsiteY10653" fmla="*/ 1310644 h 5450835"/>
              <a:gd name="connsiteX10654" fmla="*/ 7906067 w 10450132"/>
              <a:gd name="connsiteY10654" fmla="*/ 1311499 h 5450835"/>
              <a:gd name="connsiteX10655" fmla="*/ 7901536 w 10450132"/>
              <a:gd name="connsiteY10655" fmla="*/ 1319380 h 5450835"/>
              <a:gd name="connsiteX10656" fmla="*/ 7900748 w 10450132"/>
              <a:gd name="connsiteY10656" fmla="*/ 1319839 h 5450835"/>
              <a:gd name="connsiteX10657" fmla="*/ 7891684 w 10450132"/>
              <a:gd name="connsiteY10657" fmla="*/ 1319839 h 5450835"/>
              <a:gd name="connsiteX10658" fmla="*/ 7890896 w 10450132"/>
              <a:gd name="connsiteY10658" fmla="*/ 1319380 h 5450835"/>
              <a:gd name="connsiteX10659" fmla="*/ 7886363 w 10450132"/>
              <a:gd name="connsiteY10659" fmla="*/ 1311499 h 5450835"/>
              <a:gd name="connsiteX10660" fmla="*/ 7886363 w 10450132"/>
              <a:gd name="connsiteY10660" fmla="*/ 1310644 h 5450835"/>
              <a:gd name="connsiteX10661" fmla="*/ 7890896 w 10450132"/>
              <a:gd name="connsiteY10661" fmla="*/ 1302767 h 5450835"/>
              <a:gd name="connsiteX10662" fmla="*/ 7891684 w 10450132"/>
              <a:gd name="connsiteY10662" fmla="*/ 1302305 h 5450835"/>
              <a:gd name="connsiteX10663" fmla="*/ 3312699 w 10450132"/>
              <a:gd name="connsiteY10663" fmla="*/ 1302305 h 5450835"/>
              <a:gd name="connsiteX10664" fmla="*/ 3321764 w 10450132"/>
              <a:gd name="connsiteY10664" fmla="*/ 1302305 h 5450835"/>
              <a:gd name="connsiteX10665" fmla="*/ 3322551 w 10450132"/>
              <a:gd name="connsiteY10665" fmla="*/ 1302765 h 5450835"/>
              <a:gd name="connsiteX10666" fmla="*/ 3327083 w 10450132"/>
              <a:gd name="connsiteY10666" fmla="*/ 1310643 h 5450835"/>
              <a:gd name="connsiteX10667" fmla="*/ 3327083 w 10450132"/>
              <a:gd name="connsiteY10667" fmla="*/ 1311497 h 5450835"/>
              <a:gd name="connsiteX10668" fmla="*/ 3322551 w 10450132"/>
              <a:gd name="connsiteY10668" fmla="*/ 1319380 h 5450835"/>
              <a:gd name="connsiteX10669" fmla="*/ 3321764 w 10450132"/>
              <a:gd name="connsiteY10669" fmla="*/ 1319839 h 5450835"/>
              <a:gd name="connsiteX10670" fmla="*/ 3312699 w 10450132"/>
              <a:gd name="connsiteY10670" fmla="*/ 1319839 h 5450835"/>
              <a:gd name="connsiteX10671" fmla="*/ 3311911 w 10450132"/>
              <a:gd name="connsiteY10671" fmla="*/ 1319380 h 5450835"/>
              <a:gd name="connsiteX10672" fmla="*/ 3307378 w 10450132"/>
              <a:gd name="connsiteY10672" fmla="*/ 1311497 h 5450835"/>
              <a:gd name="connsiteX10673" fmla="*/ 3307378 w 10450132"/>
              <a:gd name="connsiteY10673" fmla="*/ 1310643 h 5450835"/>
              <a:gd name="connsiteX10674" fmla="*/ 3311911 w 10450132"/>
              <a:gd name="connsiteY10674" fmla="*/ 1302765 h 5450835"/>
              <a:gd name="connsiteX10675" fmla="*/ 3312699 w 10450132"/>
              <a:gd name="connsiteY10675" fmla="*/ 1302305 h 5450835"/>
              <a:gd name="connsiteX10676" fmla="*/ 5856508 w 10450132"/>
              <a:gd name="connsiteY10676" fmla="*/ 1302303 h 5450835"/>
              <a:gd name="connsiteX10677" fmla="*/ 5865571 w 10450132"/>
              <a:gd name="connsiteY10677" fmla="*/ 1302303 h 5450835"/>
              <a:gd name="connsiteX10678" fmla="*/ 5866359 w 10450132"/>
              <a:gd name="connsiteY10678" fmla="*/ 1302761 h 5450835"/>
              <a:gd name="connsiteX10679" fmla="*/ 5870891 w 10450132"/>
              <a:gd name="connsiteY10679" fmla="*/ 1310643 h 5450835"/>
              <a:gd name="connsiteX10680" fmla="*/ 5870891 w 10450132"/>
              <a:gd name="connsiteY10680" fmla="*/ 1311497 h 5450835"/>
              <a:gd name="connsiteX10681" fmla="*/ 5866359 w 10450132"/>
              <a:gd name="connsiteY10681" fmla="*/ 1319377 h 5450835"/>
              <a:gd name="connsiteX10682" fmla="*/ 5865571 w 10450132"/>
              <a:gd name="connsiteY10682" fmla="*/ 1319838 h 5450835"/>
              <a:gd name="connsiteX10683" fmla="*/ 5856508 w 10450132"/>
              <a:gd name="connsiteY10683" fmla="*/ 1319838 h 5450835"/>
              <a:gd name="connsiteX10684" fmla="*/ 5855720 w 10450132"/>
              <a:gd name="connsiteY10684" fmla="*/ 1319377 h 5450835"/>
              <a:gd name="connsiteX10685" fmla="*/ 5851187 w 10450132"/>
              <a:gd name="connsiteY10685" fmla="*/ 1311497 h 5450835"/>
              <a:gd name="connsiteX10686" fmla="*/ 5851187 w 10450132"/>
              <a:gd name="connsiteY10686" fmla="*/ 1310643 h 5450835"/>
              <a:gd name="connsiteX10687" fmla="*/ 5855720 w 10450132"/>
              <a:gd name="connsiteY10687" fmla="*/ 1302761 h 5450835"/>
              <a:gd name="connsiteX10688" fmla="*/ 5856508 w 10450132"/>
              <a:gd name="connsiteY10688" fmla="*/ 1302303 h 5450835"/>
              <a:gd name="connsiteX10689" fmla="*/ 8400511 w 10450132"/>
              <a:gd name="connsiteY10689" fmla="*/ 1302301 h 5450835"/>
              <a:gd name="connsiteX10690" fmla="*/ 8409575 w 10450132"/>
              <a:gd name="connsiteY10690" fmla="*/ 1302301 h 5450835"/>
              <a:gd name="connsiteX10691" fmla="*/ 8410363 w 10450132"/>
              <a:gd name="connsiteY10691" fmla="*/ 1302758 h 5450835"/>
              <a:gd name="connsiteX10692" fmla="*/ 8414896 w 10450132"/>
              <a:gd name="connsiteY10692" fmla="*/ 1310642 h 5450835"/>
              <a:gd name="connsiteX10693" fmla="*/ 8414896 w 10450132"/>
              <a:gd name="connsiteY10693" fmla="*/ 1311494 h 5450835"/>
              <a:gd name="connsiteX10694" fmla="*/ 8410363 w 10450132"/>
              <a:gd name="connsiteY10694" fmla="*/ 1319377 h 5450835"/>
              <a:gd name="connsiteX10695" fmla="*/ 8409575 w 10450132"/>
              <a:gd name="connsiteY10695" fmla="*/ 1319835 h 5450835"/>
              <a:gd name="connsiteX10696" fmla="*/ 8400511 w 10450132"/>
              <a:gd name="connsiteY10696" fmla="*/ 1319835 h 5450835"/>
              <a:gd name="connsiteX10697" fmla="*/ 8399723 w 10450132"/>
              <a:gd name="connsiteY10697" fmla="*/ 1319377 h 5450835"/>
              <a:gd name="connsiteX10698" fmla="*/ 8395191 w 10450132"/>
              <a:gd name="connsiteY10698" fmla="*/ 1311494 h 5450835"/>
              <a:gd name="connsiteX10699" fmla="*/ 8395191 w 10450132"/>
              <a:gd name="connsiteY10699" fmla="*/ 1310642 h 5450835"/>
              <a:gd name="connsiteX10700" fmla="*/ 8399723 w 10450132"/>
              <a:gd name="connsiteY10700" fmla="*/ 1302758 h 5450835"/>
              <a:gd name="connsiteX10701" fmla="*/ 8400511 w 10450132"/>
              <a:gd name="connsiteY10701" fmla="*/ 1302301 h 5450835"/>
              <a:gd name="connsiteX10702" fmla="*/ 10435622 w 10450132"/>
              <a:gd name="connsiteY10702" fmla="*/ 1302299 h 5450835"/>
              <a:gd name="connsiteX10703" fmla="*/ 10444686 w 10450132"/>
              <a:gd name="connsiteY10703" fmla="*/ 1302299 h 5450835"/>
              <a:gd name="connsiteX10704" fmla="*/ 10445474 w 10450132"/>
              <a:gd name="connsiteY10704" fmla="*/ 1302757 h 5450835"/>
              <a:gd name="connsiteX10705" fmla="*/ 10450007 w 10450132"/>
              <a:gd name="connsiteY10705" fmla="*/ 1310638 h 5450835"/>
              <a:gd name="connsiteX10706" fmla="*/ 10450007 w 10450132"/>
              <a:gd name="connsiteY10706" fmla="*/ 1311492 h 5450835"/>
              <a:gd name="connsiteX10707" fmla="*/ 10445474 w 10450132"/>
              <a:gd name="connsiteY10707" fmla="*/ 1319375 h 5450835"/>
              <a:gd name="connsiteX10708" fmla="*/ 10444686 w 10450132"/>
              <a:gd name="connsiteY10708" fmla="*/ 1319833 h 5450835"/>
              <a:gd name="connsiteX10709" fmla="*/ 10435622 w 10450132"/>
              <a:gd name="connsiteY10709" fmla="*/ 1319833 h 5450835"/>
              <a:gd name="connsiteX10710" fmla="*/ 10434834 w 10450132"/>
              <a:gd name="connsiteY10710" fmla="*/ 1319375 h 5450835"/>
              <a:gd name="connsiteX10711" fmla="*/ 10430302 w 10450132"/>
              <a:gd name="connsiteY10711" fmla="*/ 1311492 h 5450835"/>
              <a:gd name="connsiteX10712" fmla="*/ 10430302 w 10450132"/>
              <a:gd name="connsiteY10712" fmla="*/ 1310638 h 5450835"/>
              <a:gd name="connsiteX10713" fmla="*/ 10434834 w 10450132"/>
              <a:gd name="connsiteY10713" fmla="*/ 1302757 h 5450835"/>
              <a:gd name="connsiteX10714" fmla="*/ 10435622 w 10450132"/>
              <a:gd name="connsiteY10714" fmla="*/ 1302299 h 5450835"/>
              <a:gd name="connsiteX10715" fmla="*/ 2040678 w 10450132"/>
              <a:gd name="connsiteY10715" fmla="*/ 1302299 h 5450835"/>
              <a:gd name="connsiteX10716" fmla="*/ 2049743 w 10450132"/>
              <a:gd name="connsiteY10716" fmla="*/ 1302299 h 5450835"/>
              <a:gd name="connsiteX10717" fmla="*/ 2050531 w 10450132"/>
              <a:gd name="connsiteY10717" fmla="*/ 1302757 h 5450835"/>
              <a:gd name="connsiteX10718" fmla="*/ 2055063 w 10450132"/>
              <a:gd name="connsiteY10718" fmla="*/ 1310638 h 5450835"/>
              <a:gd name="connsiteX10719" fmla="*/ 2055063 w 10450132"/>
              <a:gd name="connsiteY10719" fmla="*/ 1311492 h 5450835"/>
              <a:gd name="connsiteX10720" fmla="*/ 2050531 w 10450132"/>
              <a:gd name="connsiteY10720" fmla="*/ 1319375 h 5450835"/>
              <a:gd name="connsiteX10721" fmla="*/ 2049743 w 10450132"/>
              <a:gd name="connsiteY10721" fmla="*/ 1319834 h 5450835"/>
              <a:gd name="connsiteX10722" fmla="*/ 2040678 w 10450132"/>
              <a:gd name="connsiteY10722" fmla="*/ 1319834 h 5450835"/>
              <a:gd name="connsiteX10723" fmla="*/ 2039890 w 10450132"/>
              <a:gd name="connsiteY10723" fmla="*/ 1319375 h 5450835"/>
              <a:gd name="connsiteX10724" fmla="*/ 2035356 w 10450132"/>
              <a:gd name="connsiteY10724" fmla="*/ 1311492 h 5450835"/>
              <a:gd name="connsiteX10725" fmla="*/ 2035356 w 10450132"/>
              <a:gd name="connsiteY10725" fmla="*/ 1310638 h 5450835"/>
              <a:gd name="connsiteX10726" fmla="*/ 2039890 w 10450132"/>
              <a:gd name="connsiteY10726" fmla="*/ 1302757 h 5450835"/>
              <a:gd name="connsiteX10727" fmla="*/ 2040678 w 10450132"/>
              <a:gd name="connsiteY10727" fmla="*/ 1302299 h 5450835"/>
              <a:gd name="connsiteX10728" fmla="*/ 6874095 w 10450132"/>
              <a:gd name="connsiteY10728" fmla="*/ 1302296 h 5450835"/>
              <a:gd name="connsiteX10729" fmla="*/ 6883159 w 10450132"/>
              <a:gd name="connsiteY10729" fmla="*/ 1302296 h 5450835"/>
              <a:gd name="connsiteX10730" fmla="*/ 6883947 w 10450132"/>
              <a:gd name="connsiteY10730" fmla="*/ 1302757 h 5450835"/>
              <a:gd name="connsiteX10731" fmla="*/ 6888480 w 10450132"/>
              <a:gd name="connsiteY10731" fmla="*/ 1310638 h 5450835"/>
              <a:gd name="connsiteX10732" fmla="*/ 6888480 w 10450132"/>
              <a:gd name="connsiteY10732" fmla="*/ 1311488 h 5450835"/>
              <a:gd name="connsiteX10733" fmla="*/ 6883947 w 10450132"/>
              <a:gd name="connsiteY10733" fmla="*/ 1319372 h 5450835"/>
              <a:gd name="connsiteX10734" fmla="*/ 6883159 w 10450132"/>
              <a:gd name="connsiteY10734" fmla="*/ 1319833 h 5450835"/>
              <a:gd name="connsiteX10735" fmla="*/ 6874095 w 10450132"/>
              <a:gd name="connsiteY10735" fmla="*/ 1319833 h 5450835"/>
              <a:gd name="connsiteX10736" fmla="*/ 6873307 w 10450132"/>
              <a:gd name="connsiteY10736" fmla="*/ 1319372 h 5450835"/>
              <a:gd name="connsiteX10737" fmla="*/ 6868775 w 10450132"/>
              <a:gd name="connsiteY10737" fmla="*/ 1311488 h 5450835"/>
              <a:gd name="connsiteX10738" fmla="*/ 6868775 w 10450132"/>
              <a:gd name="connsiteY10738" fmla="*/ 1310638 h 5450835"/>
              <a:gd name="connsiteX10739" fmla="*/ 6873307 w 10450132"/>
              <a:gd name="connsiteY10739" fmla="*/ 1302757 h 5450835"/>
              <a:gd name="connsiteX10740" fmla="*/ 6874095 w 10450132"/>
              <a:gd name="connsiteY10740" fmla="*/ 1302296 h 5450835"/>
              <a:gd name="connsiteX10741" fmla="*/ 6110888 w 10450132"/>
              <a:gd name="connsiteY10741" fmla="*/ 1302295 h 5450835"/>
              <a:gd name="connsiteX10742" fmla="*/ 6119953 w 10450132"/>
              <a:gd name="connsiteY10742" fmla="*/ 1302295 h 5450835"/>
              <a:gd name="connsiteX10743" fmla="*/ 6120740 w 10450132"/>
              <a:gd name="connsiteY10743" fmla="*/ 1302755 h 5450835"/>
              <a:gd name="connsiteX10744" fmla="*/ 6125272 w 10450132"/>
              <a:gd name="connsiteY10744" fmla="*/ 1310633 h 5450835"/>
              <a:gd name="connsiteX10745" fmla="*/ 6125272 w 10450132"/>
              <a:gd name="connsiteY10745" fmla="*/ 1311488 h 5450835"/>
              <a:gd name="connsiteX10746" fmla="*/ 6120740 w 10450132"/>
              <a:gd name="connsiteY10746" fmla="*/ 1319370 h 5450835"/>
              <a:gd name="connsiteX10747" fmla="*/ 6119953 w 10450132"/>
              <a:gd name="connsiteY10747" fmla="*/ 1319830 h 5450835"/>
              <a:gd name="connsiteX10748" fmla="*/ 6110888 w 10450132"/>
              <a:gd name="connsiteY10748" fmla="*/ 1319830 h 5450835"/>
              <a:gd name="connsiteX10749" fmla="*/ 6110101 w 10450132"/>
              <a:gd name="connsiteY10749" fmla="*/ 1319370 h 5450835"/>
              <a:gd name="connsiteX10750" fmla="*/ 6105567 w 10450132"/>
              <a:gd name="connsiteY10750" fmla="*/ 1311488 h 5450835"/>
              <a:gd name="connsiteX10751" fmla="*/ 6105567 w 10450132"/>
              <a:gd name="connsiteY10751" fmla="*/ 1310633 h 5450835"/>
              <a:gd name="connsiteX10752" fmla="*/ 6110101 w 10450132"/>
              <a:gd name="connsiteY10752" fmla="*/ 1302755 h 5450835"/>
              <a:gd name="connsiteX10753" fmla="*/ 6110888 w 10450132"/>
              <a:gd name="connsiteY10753" fmla="*/ 1302295 h 5450835"/>
              <a:gd name="connsiteX10754" fmla="*/ 1531853 w 10450132"/>
              <a:gd name="connsiteY10754" fmla="*/ 1302291 h 5450835"/>
              <a:gd name="connsiteX10755" fmla="*/ 1540916 w 10450132"/>
              <a:gd name="connsiteY10755" fmla="*/ 1302291 h 5450835"/>
              <a:gd name="connsiteX10756" fmla="*/ 1541704 w 10450132"/>
              <a:gd name="connsiteY10756" fmla="*/ 1302749 h 5450835"/>
              <a:gd name="connsiteX10757" fmla="*/ 1546236 w 10450132"/>
              <a:gd name="connsiteY10757" fmla="*/ 1310631 h 5450835"/>
              <a:gd name="connsiteX10758" fmla="*/ 1546236 w 10450132"/>
              <a:gd name="connsiteY10758" fmla="*/ 1311484 h 5450835"/>
              <a:gd name="connsiteX10759" fmla="*/ 1541704 w 10450132"/>
              <a:gd name="connsiteY10759" fmla="*/ 1319366 h 5450835"/>
              <a:gd name="connsiteX10760" fmla="*/ 1540916 w 10450132"/>
              <a:gd name="connsiteY10760" fmla="*/ 1319825 h 5450835"/>
              <a:gd name="connsiteX10761" fmla="*/ 1531853 w 10450132"/>
              <a:gd name="connsiteY10761" fmla="*/ 1319825 h 5450835"/>
              <a:gd name="connsiteX10762" fmla="*/ 1531064 w 10450132"/>
              <a:gd name="connsiteY10762" fmla="*/ 1319366 h 5450835"/>
              <a:gd name="connsiteX10763" fmla="*/ 1526532 w 10450132"/>
              <a:gd name="connsiteY10763" fmla="*/ 1311484 h 5450835"/>
              <a:gd name="connsiteX10764" fmla="*/ 1526532 w 10450132"/>
              <a:gd name="connsiteY10764" fmla="*/ 1310631 h 5450835"/>
              <a:gd name="connsiteX10765" fmla="*/ 1531064 w 10450132"/>
              <a:gd name="connsiteY10765" fmla="*/ 1302749 h 5450835"/>
              <a:gd name="connsiteX10766" fmla="*/ 1531853 w 10450132"/>
              <a:gd name="connsiteY10766" fmla="*/ 1302291 h 5450835"/>
              <a:gd name="connsiteX10767" fmla="*/ 7382923 w 10450132"/>
              <a:gd name="connsiteY10767" fmla="*/ 1302290 h 5450835"/>
              <a:gd name="connsiteX10768" fmla="*/ 7391987 w 10450132"/>
              <a:gd name="connsiteY10768" fmla="*/ 1302290 h 5450835"/>
              <a:gd name="connsiteX10769" fmla="*/ 7392775 w 10450132"/>
              <a:gd name="connsiteY10769" fmla="*/ 1302749 h 5450835"/>
              <a:gd name="connsiteX10770" fmla="*/ 7397307 w 10450132"/>
              <a:gd name="connsiteY10770" fmla="*/ 1310631 h 5450835"/>
              <a:gd name="connsiteX10771" fmla="*/ 7397307 w 10450132"/>
              <a:gd name="connsiteY10771" fmla="*/ 1311482 h 5450835"/>
              <a:gd name="connsiteX10772" fmla="*/ 7392775 w 10450132"/>
              <a:gd name="connsiteY10772" fmla="*/ 1319365 h 5450835"/>
              <a:gd name="connsiteX10773" fmla="*/ 7391987 w 10450132"/>
              <a:gd name="connsiteY10773" fmla="*/ 1319825 h 5450835"/>
              <a:gd name="connsiteX10774" fmla="*/ 7382923 w 10450132"/>
              <a:gd name="connsiteY10774" fmla="*/ 1319825 h 5450835"/>
              <a:gd name="connsiteX10775" fmla="*/ 7382135 w 10450132"/>
              <a:gd name="connsiteY10775" fmla="*/ 1319365 h 5450835"/>
              <a:gd name="connsiteX10776" fmla="*/ 7377602 w 10450132"/>
              <a:gd name="connsiteY10776" fmla="*/ 1311482 h 5450835"/>
              <a:gd name="connsiteX10777" fmla="*/ 7377602 w 10450132"/>
              <a:gd name="connsiteY10777" fmla="*/ 1310631 h 5450835"/>
              <a:gd name="connsiteX10778" fmla="*/ 7382135 w 10450132"/>
              <a:gd name="connsiteY10778" fmla="*/ 1302749 h 5450835"/>
              <a:gd name="connsiteX10779" fmla="*/ 7382923 w 10450132"/>
              <a:gd name="connsiteY10779" fmla="*/ 1302290 h 5450835"/>
              <a:gd name="connsiteX10780" fmla="*/ 1023087 w 10450132"/>
              <a:gd name="connsiteY10780" fmla="*/ 1302287 h 5450835"/>
              <a:gd name="connsiteX10781" fmla="*/ 1032150 w 10450132"/>
              <a:gd name="connsiteY10781" fmla="*/ 1302287 h 5450835"/>
              <a:gd name="connsiteX10782" fmla="*/ 1032940 w 10450132"/>
              <a:gd name="connsiteY10782" fmla="*/ 1302748 h 5450835"/>
              <a:gd name="connsiteX10783" fmla="*/ 1037470 w 10450132"/>
              <a:gd name="connsiteY10783" fmla="*/ 1310628 h 5450835"/>
              <a:gd name="connsiteX10784" fmla="*/ 1037470 w 10450132"/>
              <a:gd name="connsiteY10784" fmla="*/ 1311482 h 5450835"/>
              <a:gd name="connsiteX10785" fmla="*/ 1032940 w 10450132"/>
              <a:gd name="connsiteY10785" fmla="*/ 1319365 h 5450835"/>
              <a:gd name="connsiteX10786" fmla="*/ 1032150 w 10450132"/>
              <a:gd name="connsiteY10786" fmla="*/ 1319823 h 5450835"/>
              <a:gd name="connsiteX10787" fmla="*/ 1023087 w 10450132"/>
              <a:gd name="connsiteY10787" fmla="*/ 1319823 h 5450835"/>
              <a:gd name="connsiteX10788" fmla="*/ 1022299 w 10450132"/>
              <a:gd name="connsiteY10788" fmla="*/ 1319365 h 5450835"/>
              <a:gd name="connsiteX10789" fmla="*/ 1017766 w 10450132"/>
              <a:gd name="connsiteY10789" fmla="*/ 1311482 h 5450835"/>
              <a:gd name="connsiteX10790" fmla="*/ 1017766 w 10450132"/>
              <a:gd name="connsiteY10790" fmla="*/ 1310628 h 5450835"/>
              <a:gd name="connsiteX10791" fmla="*/ 1022299 w 10450132"/>
              <a:gd name="connsiteY10791" fmla="*/ 1302748 h 5450835"/>
              <a:gd name="connsiteX10792" fmla="*/ 1023087 w 10450132"/>
              <a:gd name="connsiteY10792" fmla="*/ 1302287 h 5450835"/>
              <a:gd name="connsiteX10793" fmla="*/ 9163654 w 10450132"/>
              <a:gd name="connsiteY10793" fmla="*/ 1302280 h 5450835"/>
              <a:gd name="connsiteX10794" fmla="*/ 9172718 w 10450132"/>
              <a:gd name="connsiteY10794" fmla="*/ 1302280 h 5450835"/>
              <a:gd name="connsiteX10795" fmla="*/ 9173506 w 10450132"/>
              <a:gd name="connsiteY10795" fmla="*/ 1302742 h 5450835"/>
              <a:gd name="connsiteX10796" fmla="*/ 9178038 w 10450132"/>
              <a:gd name="connsiteY10796" fmla="*/ 1310621 h 5450835"/>
              <a:gd name="connsiteX10797" fmla="*/ 9178038 w 10450132"/>
              <a:gd name="connsiteY10797" fmla="*/ 1311474 h 5450835"/>
              <a:gd name="connsiteX10798" fmla="*/ 9173506 w 10450132"/>
              <a:gd name="connsiteY10798" fmla="*/ 1319357 h 5450835"/>
              <a:gd name="connsiteX10799" fmla="*/ 9172718 w 10450132"/>
              <a:gd name="connsiteY10799" fmla="*/ 1319816 h 5450835"/>
              <a:gd name="connsiteX10800" fmla="*/ 9163654 w 10450132"/>
              <a:gd name="connsiteY10800" fmla="*/ 1319816 h 5450835"/>
              <a:gd name="connsiteX10801" fmla="*/ 9162866 w 10450132"/>
              <a:gd name="connsiteY10801" fmla="*/ 1319357 h 5450835"/>
              <a:gd name="connsiteX10802" fmla="*/ 9158333 w 10450132"/>
              <a:gd name="connsiteY10802" fmla="*/ 1311474 h 5450835"/>
              <a:gd name="connsiteX10803" fmla="*/ 9158333 w 10450132"/>
              <a:gd name="connsiteY10803" fmla="*/ 1310621 h 5450835"/>
              <a:gd name="connsiteX10804" fmla="*/ 9162866 w 10450132"/>
              <a:gd name="connsiteY10804" fmla="*/ 1302742 h 5450835"/>
              <a:gd name="connsiteX10805" fmla="*/ 9163654 w 10450132"/>
              <a:gd name="connsiteY10805" fmla="*/ 1302280 h 5450835"/>
              <a:gd name="connsiteX10806" fmla="*/ 5347746 w 10450132"/>
              <a:gd name="connsiteY10806" fmla="*/ 1302274 h 5450835"/>
              <a:gd name="connsiteX10807" fmla="*/ 5356810 w 10450132"/>
              <a:gd name="connsiteY10807" fmla="*/ 1302274 h 5450835"/>
              <a:gd name="connsiteX10808" fmla="*/ 5357598 w 10450132"/>
              <a:gd name="connsiteY10808" fmla="*/ 1302735 h 5450835"/>
              <a:gd name="connsiteX10809" fmla="*/ 5362130 w 10450132"/>
              <a:gd name="connsiteY10809" fmla="*/ 1310615 h 5450835"/>
              <a:gd name="connsiteX10810" fmla="*/ 5362130 w 10450132"/>
              <a:gd name="connsiteY10810" fmla="*/ 1311469 h 5450835"/>
              <a:gd name="connsiteX10811" fmla="*/ 5357598 w 10450132"/>
              <a:gd name="connsiteY10811" fmla="*/ 1319349 h 5450835"/>
              <a:gd name="connsiteX10812" fmla="*/ 5356810 w 10450132"/>
              <a:gd name="connsiteY10812" fmla="*/ 1319810 h 5450835"/>
              <a:gd name="connsiteX10813" fmla="*/ 5347746 w 10450132"/>
              <a:gd name="connsiteY10813" fmla="*/ 1319810 h 5450835"/>
              <a:gd name="connsiteX10814" fmla="*/ 5346958 w 10450132"/>
              <a:gd name="connsiteY10814" fmla="*/ 1319349 h 5450835"/>
              <a:gd name="connsiteX10815" fmla="*/ 5342425 w 10450132"/>
              <a:gd name="connsiteY10815" fmla="*/ 1311469 h 5450835"/>
              <a:gd name="connsiteX10816" fmla="*/ 5342425 w 10450132"/>
              <a:gd name="connsiteY10816" fmla="*/ 1310615 h 5450835"/>
              <a:gd name="connsiteX10817" fmla="*/ 5346958 w 10450132"/>
              <a:gd name="connsiteY10817" fmla="*/ 1302735 h 5450835"/>
              <a:gd name="connsiteX10818" fmla="*/ 5347746 w 10450132"/>
              <a:gd name="connsiteY10818" fmla="*/ 1302274 h 5450835"/>
              <a:gd name="connsiteX10819" fmla="*/ 8146065 w 10450132"/>
              <a:gd name="connsiteY10819" fmla="*/ 1302270 h 5450835"/>
              <a:gd name="connsiteX10820" fmla="*/ 8155129 w 10450132"/>
              <a:gd name="connsiteY10820" fmla="*/ 1302270 h 5450835"/>
              <a:gd name="connsiteX10821" fmla="*/ 8155917 w 10450132"/>
              <a:gd name="connsiteY10821" fmla="*/ 1302730 h 5450835"/>
              <a:gd name="connsiteX10822" fmla="*/ 8160449 w 10450132"/>
              <a:gd name="connsiteY10822" fmla="*/ 1310610 h 5450835"/>
              <a:gd name="connsiteX10823" fmla="*/ 8160449 w 10450132"/>
              <a:gd name="connsiteY10823" fmla="*/ 1311464 h 5450835"/>
              <a:gd name="connsiteX10824" fmla="*/ 8155917 w 10450132"/>
              <a:gd name="connsiteY10824" fmla="*/ 1319346 h 5450835"/>
              <a:gd name="connsiteX10825" fmla="*/ 8155129 w 10450132"/>
              <a:gd name="connsiteY10825" fmla="*/ 1319806 h 5450835"/>
              <a:gd name="connsiteX10826" fmla="*/ 8146065 w 10450132"/>
              <a:gd name="connsiteY10826" fmla="*/ 1319806 h 5450835"/>
              <a:gd name="connsiteX10827" fmla="*/ 8145277 w 10450132"/>
              <a:gd name="connsiteY10827" fmla="*/ 1319346 h 5450835"/>
              <a:gd name="connsiteX10828" fmla="*/ 8140745 w 10450132"/>
              <a:gd name="connsiteY10828" fmla="*/ 1311464 h 5450835"/>
              <a:gd name="connsiteX10829" fmla="*/ 8140745 w 10450132"/>
              <a:gd name="connsiteY10829" fmla="*/ 1310610 h 5450835"/>
              <a:gd name="connsiteX10830" fmla="*/ 8145277 w 10450132"/>
              <a:gd name="connsiteY10830" fmla="*/ 1302730 h 5450835"/>
              <a:gd name="connsiteX10831" fmla="*/ 8146065 w 10450132"/>
              <a:gd name="connsiteY10831" fmla="*/ 1302270 h 5450835"/>
              <a:gd name="connsiteX10832" fmla="*/ 2295015 w 10450132"/>
              <a:gd name="connsiteY10832" fmla="*/ 1302270 h 5450835"/>
              <a:gd name="connsiteX10833" fmla="*/ 2304080 w 10450132"/>
              <a:gd name="connsiteY10833" fmla="*/ 1302270 h 5450835"/>
              <a:gd name="connsiteX10834" fmla="*/ 2304868 w 10450132"/>
              <a:gd name="connsiteY10834" fmla="*/ 1302730 h 5450835"/>
              <a:gd name="connsiteX10835" fmla="*/ 2309400 w 10450132"/>
              <a:gd name="connsiteY10835" fmla="*/ 1310610 h 5450835"/>
              <a:gd name="connsiteX10836" fmla="*/ 2309400 w 10450132"/>
              <a:gd name="connsiteY10836" fmla="*/ 1311464 h 5450835"/>
              <a:gd name="connsiteX10837" fmla="*/ 2304868 w 10450132"/>
              <a:gd name="connsiteY10837" fmla="*/ 1319346 h 5450835"/>
              <a:gd name="connsiteX10838" fmla="*/ 2304080 w 10450132"/>
              <a:gd name="connsiteY10838" fmla="*/ 1319806 h 5450835"/>
              <a:gd name="connsiteX10839" fmla="*/ 2295015 w 10450132"/>
              <a:gd name="connsiteY10839" fmla="*/ 1319806 h 5450835"/>
              <a:gd name="connsiteX10840" fmla="*/ 2294227 w 10450132"/>
              <a:gd name="connsiteY10840" fmla="*/ 1319346 h 5450835"/>
              <a:gd name="connsiteX10841" fmla="*/ 2289695 w 10450132"/>
              <a:gd name="connsiteY10841" fmla="*/ 1311464 h 5450835"/>
              <a:gd name="connsiteX10842" fmla="*/ 2289695 w 10450132"/>
              <a:gd name="connsiteY10842" fmla="*/ 1310610 h 5450835"/>
              <a:gd name="connsiteX10843" fmla="*/ 2294227 w 10450132"/>
              <a:gd name="connsiteY10843" fmla="*/ 1302730 h 5450835"/>
              <a:gd name="connsiteX10844" fmla="*/ 2295015 w 10450132"/>
              <a:gd name="connsiteY10844" fmla="*/ 1302270 h 5450835"/>
              <a:gd name="connsiteX10845" fmla="*/ 4330157 w 10450132"/>
              <a:gd name="connsiteY10845" fmla="*/ 1302267 h 5450835"/>
              <a:gd name="connsiteX10846" fmla="*/ 4339222 w 10450132"/>
              <a:gd name="connsiteY10846" fmla="*/ 1302267 h 5450835"/>
              <a:gd name="connsiteX10847" fmla="*/ 4340010 w 10450132"/>
              <a:gd name="connsiteY10847" fmla="*/ 1302726 h 5450835"/>
              <a:gd name="connsiteX10848" fmla="*/ 4344540 w 10450132"/>
              <a:gd name="connsiteY10848" fmla="*/ 1310607 h 5450835"/>
              <a:gd name="connsiteX10849" fmla="*/ 4344540 w 10450132"/>
              <a:gd name="connsiteY10849" fmla="*/ 1311461 h 5450835"/>
              <a:gd name="connsiteX10850" fmla="*/ 4340010 w 10450132"/>
              <a:gd name="connsiteY10850" fmla="*/ 1319343 h 5450835"/>
              <a:gd name="connsiteX10851" fmla="*/ 4339222 w 10450132"/>
              <a:gd name="connsiteY10851" fmla="*/ 1319803 h 5450835"/>
              <a:gd name="connsiteX10852" fmla="*/ 4330157 w 10450132"/>
              <a:gd name="connsiteY10852" fmla="*/ 1319803 h 5450835"/>
              <a:gd name="connsiteX10853" fmla="*/ 4329369 w 10450132"/>
              <a:gd name="connsiteY10853" fmla="*/ 1319343 h 5450835"/>
              <a:gd name="connsiteX10854" fmla="*/ 4324836 w 10450132"/>
              <a:gd name="connsiteY10854" fmla="*/ 1311461 h 5450835"/>
              <a:gd name="connsiteX10855" fmla="*/ 4324836 w 10450132"/>
              <a:gd name="connsiteY10855" fmla="*/ 1310607 h 5450835"/>
              <a:gd name="connsiteX10856" fmla="*/ 4329369 w 10450132"/>
              <a:gd name="connsiteY10856" fmla="*/ 1302726 h 5450835"/>
              <a:gd name="connsiteX10857" fmla="*/ 4330157 w 10450132"/>
              <a:gd name="connsiteY10857" fmla="*/ 1302267 h 5450835"/>
              <a:gd name="connsiteX10858" fmla="*/ 4838919 w 10450132"/>
              <a:gd name="connsiteY10858" fmla="*/ 1302263 h 5450835"/>
              <a:gd name="connsiteX10859" fmla="*/ 4847982 w 10450132"/>
              <a:gd name="connsiteY10859" fmla="*/ 1302263 h 5450835"/>
              <a:gd name="connsiteX10860" fmla="*/ 4848772 w 10450132"/>
              <a:gd name="connsiteY10860" fmla="*/ 1302723 h 5450835"/>
              <a:gd name="connsiteX10861" fmla="*/ 4853303 w 10450132"/>
              <a:gd name="connsiteY10861" fmla="*/ 1310604 h 5450835"/>
              <a:gd name="connsiteX10862" fmla="*/ 4853303 w 10450132"/>
              <a:gd name="connsiteY10862" fmla="*/ 1311457 h 5450835"/>
              <a:gd name="connsiteX10863" fmla="*/ 4848772 w 10450132"/>
              <a:gd name="connsiteY10863" fmla="*/ 1319341 h 5450835"/>
              <a:gd name="connsiteX10864" fmla="*/ 4847982 w 10450132"/>
              <a:gd name="connsiteY10864" fmla="*/ 1319800 h 5450835"/>
              <a:gd name="connsiteX10865" fmla="*/ 4838919 w 10450132"/>
              <a:gd name="connsiteY10865" fmla="*/ 1319800 h 5450835"/>
              <a:gd name="connsiteX10866" fmla="*/ 4838132 w 10450132"/>
              <a:gd name="connsiteY10866" fmla="*/ 1319341 h 5450835"/>
              <a:gd name="connsiteX10867" fmla="*/ 4833598 w 10450132"/>
              <a:gd name="connsiteY10867" fmla="*/ 1311457 h 5450835"/>
              <a:gd name="connsiteX10868" fmla="*/ 4833598 w 10450132"/>
              <a:gd name="connsiteY10868" fmla="*/ 1310604 h 5450835"/>
              <a:gd name="connsiteX10869" fmla="*/ 4838132 w 10450132"/>
              <a:gd name="connsiteY10869" fmla="*/ 1302723 h 5450835"/>
              <a:gd name="connsiteX10870" fmla="*/ 4838919 w 10450132"/>
              <a:gd name="connsiteY10870" fmla="*/ 1302263 h 5450835"/>
              <a:gd name="connsiteX10871" fmla="*/ 9926861 w 10450132"/>
              <a:gd name="connsiteY10871" fmla="*/ 1302261 h 5450835"/>
              <a:gd name="connsiteX10872" fmla="*/ 9935924 w 10450132"/>
              <a:gd name="connsiteY10872" fmla="*/ 1302261 h 5450835"/>
              <a:gd name="connsiteX10873" fmla="*/ 9936713 w 10450132"/>
              <a:gd name="connsiteY10873" fmla="*/ 1302721 h 5450835"/>
              <a:gd name="connsiteX10874" fmla="*/ 9941246 w 10450132"/>
              <a:gd name="connsiteY10874" fmla="*/ 1310601 h 5450835"/>
              <a:gd name="connsiteX10875" fmla="*/ 9941246 w 10450132"/>
              <a:gd name="connsiteY10875" fmla="*/ 1311455 h 5450835"/>
              <a:gd name="connsiteX10876" fmla="*/ 9936713 w 10450132"/>
              <a:gd name="connsiteY10876" fmla="*/ 1319337 h 5450835"/>
              <a:gd name="connsiteX10877" fmla="*/ 9935924 w 10450132"/>
              <a:gd name="connsiteY10877" fmla="*/ 1319797 h 5450835"/>
              <a:gd name="connsiteX10878" fmla="*/ 9926861 w 10450132"/>
              <a:gd name="connsiteY10878" fmla="*/ 1319797 h 5450835"/>
              <a:gd name="connsiteX10879" fmla="*/ 9926073 w 10450132"/>
              <a:gd name="connsiteY10879" fmla="*/ 1319337 h 5450835"/>
              <a:gd name="connsiteX10880" fmla="*/ 9921541 w 10450132"/>
              <a:gd name="connsiteY10880" fmla="*/ 1311455 h 5450835"/>
              <a:gd name="connsiteX10881" fmla="*/ 9921541 w 10450132"/>
              <a:gd name="connsiteY10881" fmla="*/ 1310601 h 5450835"/>
              <a:gd name="connsiteX10882" fmla="*/ 9926073 w 10450132"/>
              <a:gd name="connsiteY10882" fmla="*/ 1302721 h 5450835"/>
              <a:gd name="connsiteX10883" fmla="*/ 9926861 w 10450132"/>
              <a:gd name="connsiteY10883" fmla="*/ 1302261 h 5450835"/>
              <a:gd name="connsiteX10884" fmla="*/ 6365334 w 10450132"/>
              <a:gd name="connsiteY10884" fmla="*/ 1302260 h 5450835"/>
              <a:gd name="connsiteX10885" fmla="*/ 6374397 w 10450132"/>
              <a:gd name="connsiteY10885" fmla="*/ 1302260 h 5450835"/>
              <a:gd name="connsiteX10886" fmla="*/ 6375186 w 10450132"/>
              <a:gd name="connsiteY10886" fmla="*/ 1302720 h 5450835"/>
              <a:gd name="connsiteX10887" fmla="*/ 6379718 w 10450132"/>
              <a:gd name="connsiteY10887" fmla="*/ 1310601 h 5450835"/>
              <a:gd name="connsiteX10888" fmla="*/ 6379718 w 10450132"/>
              <a:gd name="connsiteY10888" fmla="*/ 1311455 h 5450835"/>
              <a:gd name="connsiteX10889" fmla="*/ 6375186 w 10450132"/>
              <a:gd name="connsiteY10889" fmla="*/ 1319337 h 5450835"/>
              <a:gd name="connsiteX10890" fmla="*/ 6374397 w 10450132"/>
              <a:gd name="connsiteY10890" fmla="*/ 1319797 h 5450835"/>
              <a:gd name="connsiteX10891" fmla="*/ 6365334 w 10450132"/>
              <a:gd name="connsiteY10891" fmla="*/ 1319797 h 5450835"/>
              <a:gd name="connsiteX10892" fmla="*/ 6364546 w 10450132"/>
              <a:gd name="connsiteY10892" fmla="*/ 1319337 h 5450835"/>
              <a:gd name="connsiteX10893" fmla="*/ 6360014 w 10450132"/>
              <a:gd name="connsiteY10893" fmla="*/ 1311455 h 5450835"/>
              <a:gd name="connsiteX10894" fmla="*/ 6360014 w 10450132"/>
              <a:gd name="connsiteY10894" fmla="*/ 1310601 h 5450835"/>
              <a:gd name="connsiteX10895" fmla="*/ 6364546 w 10450132"/>
              <a:gd name="connsiteY10895" fmla="*/ 1302720 h 5450835"/>
              <a:gd name="connsiteX10896" fmla="*/ 6365334 w 10450132"/>
              <a:gd name="connsiteY10896" fmla="*/ 1302260 h 5450835"/>
              <a:gd name="connsiteX10897" fmla="*/ 768582 w 10450132"/>
              <a:gd name="connsiteY10897" fmla="*/ 1302259 h 5450835"/>
              <a:gd name="connsiteX10898" fmla="*/ 777646 w 10450132"/>
              <a:gd name="connsiteY10898" fmla="*/ 1302259 h 5450835"/>
              <a:gd name="connsiteX10899" fmla="*/ 778434 w 10450132"/>
              <a:gd name="connsiteY10899" fmla="*/ 1302720 h 5450835"/>
              <a:gd name="connsiteX10900" fmla="*/ 782966 w 10450132"/>
              <a:gd name="connsiteY10900" fmla="*/ 1310600 h 5450835"/>
              <a:gd name="connsiteX10901" fmla="*/ 782966 w 10450132"/>
              <a:gd name="connsiteY10901" fmla="*/ 1311453 h 5450835"/>
              <a:gd name="connsiteX10902" fmla="*/ 778434 w 10450132"/>
              <a:gd name="connsiteY10902" fmla="*/ 1319335 h 5450835"/>
              <a:gd name="connsiteX10903" fmla="*/ 777646 w 10450132"/>
              <a:gd name="connsiteY10903" fmla="*/ 1319795 h 5450835"/>
              <a:gd name="connsiteX10904" fmla="*/ 768582 w 10450132"/>
              <a:gd name="connsiteY10904" fmla="*/ 1319795 h 5450835"/>
              <a:gd name="connsiteX10905" fmla="*/ 767794 w 10450132"/>
              <a:gd name="connsiteY10905" fmla="*/ 1319335 h 5450835"/>
              <a:gd name="connsiteX10906" fmla="*/ 763263 w 10450132"/>
              <a:gd name="connsiteY10906" fmla="*/ 1311453 h 5450835"/>
              <a:gd name="connsiteX10907" fmla="*/ 763263 w 10450132"/>
              <a:gd name="connsiteY10907" fmla="*/ 1310600 h 5450835"/>
              <a:gd name="connsiteX10908" fmla="*/ 767794 w 10450132"/>
              <a:gd name="connsiteY10908" fmla="*/ 1302720 h 5450835"/>
              <a:gd name="connsiteX10909" fmla="*/ 768582 w 10450132"/>
              <a:gd name="connsiteY10909" fmla="*/ 1302259 h 5450835"/>
              <a:gd name="connsiteX10910" fmla="*/ 259824 w 10450132"/>
              <a:gd name="connsiteY10910" fmla="*/ 1302259 h 5450835"/>
              <a:gd name="connsiteX10911" fmla="*/ 268888 w 10450132"/>
              <a:gd name="connsiteY10911" fmla="*/ 1302259 h 5450835"/>
              <a:gd name="connsiteX10912" fmla="*/ 269676 w 10450132"/>
              <a:gd name="connsiteY10912" fmla="*/ 1302720 h 5450835"/>
              <a:gd name="connsiteX10913" fmla="*/ 274208 w 10450132"/>
              <a:gd name="connsiteY10913" fmla="*/ 1310600 h 5450835"/>
              <a:gd name="connsiteX10914" fmla="*/ 274208 w 10450132"/>
              <a:gd name="connsiteY10914" fmla="*/ 1311454 h 5450835"/>
              <a:gd name="connsiteX10915" fmla="*/ 269676 w 10450132"/>
              <a:gd name="connsiteY10915" fmla="*/ 1319336 h 5450835"/>
              <a:gd name="connsiteX10916" fmla="*/ 268888 w 10450132"/>
              <a:gd name="connsiteY10916" fmla="*/ 1319796 h 5450835"/>
              <a:gd name="connsiteX10917" fmla="*/ 259824 w 10450132"/>
              <a:gd name="connsiteY10917" fmla="*/ 1319796 h 5450835"/>
              <a:gd name="connsiteX10918" fmla="*/ 259035 w 10450132"/>
              <a:gd name="connsiteY10918" fmla="*/ 1319336 h 5450835"/>
              <a:gd name="connsiteX10919" fmla="*/ 254503 w 10450132"/>
              <a:gd name="connsiteY10919" fmla="*/ 1311454 h 5450835"/>
              <a:gd name="connsiteX10920" fmla="*/ 254503 w 10450132"/>
              <a:gd name="connsiteY10920" fmla="*/ 1310600 h 5450835"/>
              <a:gd name="connsiteX10921" fmla="*/ 259035 w 10450132"/>
              <a:gd name="connsiteY10921" fmla="*/ 1302720 h 5450835"/>
              <a:gd name="connsiteX10922" fmla="*/ 259824 w 10450132"/>
              <a:gd name="connsiteY10922" fmla="*/ 1302259 h 5450835"/>
              <a:gd name="connsiteX10923" fmla="*/ 4075714 w 10450132"/>
              <a:gd name="connsiteY10923" fmla="*/ 1302249 h 5450835"/>
              <a:gd name="connsiteX10924" fmla="*/ 4084777 w 10450132"/>
              <a:gd name="connsiteY10924" fmla="*/ 1302249 h 5450835"/>
              <a:gd name="connsiteX10925" fmla="*/ 4085565 w 10450132"/>
              <a:gd name="connsiteY10925" fmla="*/ 1302709 h 5450835"/>
              <a:gd name="connsiteX10926" fmla="*/ 4090098 w 10450132"/>
              <a:gd name="connsiteY10926" fmla="*/ 1310590 h 5450835"/>
              <a:gd name="connsiteX10927" fmla="*/ 4090098 w 10450132"/>
              <a:gd name="connsiteY10927" fmla="*/ 1311444 h 5450835"/>
              <a:gd name="connsiteX10928" fmla="*/ 4085565 w 10450132"/>
              <a:gd name="connsiteY10928" fmla="*/ 1319326 h 5450835"/>
              <a:gd name="connsiteX10929" fmla="*/ 4084777 w 10450132"/>
              <a:gd name="connsiteY10929" fmla="*/ 1319786 h 5450835"/>
              <a:gd name="connsiteX10930" fmla="*/ 4075714 w 10450132"/>
              <a:gd name="connsiteY10930" fmla="*/ 1319786 h 5450835"/>
              <a:gd name="connsiteX10931" fmla="*/ 4074925 w 10450132"/>
              <a:gd name="connsiteY10931" fmla="*/ 1319326 h 5450835"/>
              <a:gd name="connsiteX10932" fmla="*/ 4070392 w 10450132"/>
              <a:gd name="connsiteY10932" fmla="*/ 1311444 h 5450835"/>
              <a:gd name="connsiteX10933" fmla="*/ 4070392 w 10450132"/>
              <a:gd name="connsiteY10933" fmla="*/ 1310590 h 5450835"/>
              <a:gd name="connsiteX10934" fmla="*/ 4074925 w 10450132"/>
              <a:gd name="connsiteY10934" fmla="*/ 1302709 h 5450835"/>
              <a:gd name="connsiteX10935" fmla="*/ 4075714 w 10450132"/>
              <a:gd name="connsiteY10935" fmla="*/ 1302249 h 5450835"/>
              <a:gd name="connsiteX10936" fmla="*/ 2549570 w 10450132"/>
              <a:gd name="connsiteY10936" fmla="*/ 1085278 h 5450835"/>
              <a:gd name="connsiteX10937" fmla="*/ 2558636 w 10450132"/>
              <a:gd name="connsiteY10937" fmla="*/ 1085278 h 5450835"/>
              <a:gd name="connsiteX10938" fmla="*/ 2559425 w 10450132"/>
              <a:gd name="connsiteY10938" fmla="*/ 1085734 h 5450835"/>
              <a:gd name="connsiteX10939" fmla="*/ 2563957 w 10450132"/>
              <a:gd name="connsiteY10939" fmla="*/ 1093615 h 5450835"/>
              <a:gd name="connsiteX10940" fmla="*/ 2563957 w 10450132"/>
              <a:gd name="connsiteY10940" fmla="*/ 1094469 h 5450835"/>
              <a:gd name="connsiteX10941" fmla="*/ 2559425 w 10450132"/>
              <a:gd name="connsiteY10941" fmla="*/ 1102352 h 5450835"/>
              <a:gd name="connsiteX10942" fmla="*/ 2558636 w 10450132"/>
              <a:gd name="connsiteY10942" fmla="*/ 1102808 h 5450835"/>
              <a:gd name="connsiteX10943" fmla="*/ 2549570 w 10450132"/>
              <a:gd name="connsiteY10943" fmla="*/ 1102808 h 5450835"/>
              <a:gd name="connsiteX10944" fmla="*/ 2548783 w 10450132"/>
              <a:gd name="connsiteY10944" fmla="*/ 1102352 h 5450835"/>
              <a:gd name="connsiteX10945" fmla="*/ 2544251 w 10450132"/>
              <a:gd name="connsiteY10945" fmla="*/ 1094469 h 5450835"/>
              <a:gd name="connsiteX10946" fmla="*/ 2544251 w 10450132"/>
              <a:gd name="connsiteY10946" fmla="*/ 1093615 h 5450835"/>
              <a:gd name="connsiteX10947" fmla="*/ 2548783 w 10450132"/>
              <a:gd name="connsiteY10947" fmla="*/ 1085734 h 5450835"/>
              <a:gd name="connsiteX10948" fmla="*/ 2549570 w 10450132"/>
              <a:gd name="connsiteY10948" fmla="*/ 1085278 h 5450835"/>
              <a:gd name="connsiteX10949" fmla="*/ 8654892 w 10450132"/>
              <a:gd name="connsiteY10949" fmla="*/ 1085274 h 5450835"/>
              <a:gd name="connsiteX10950" fmla="*/ 8663955 w 10450132"/>
              <a:gd name="connsiteY10950" fmla="*/ 1085274 h 5450835"/>
              <a:gd name="connsiteX10951" fmla="*/ 8664744 w 10450132"/>
              <a:gd name="connsiteY10951" fmla="*/ 1085734 h 5450835"/>
              <a:gd name="connsiteX10952" fmla="*/ 8669277 w 10450132"/>
              <a:gd name="connsiteY10952" fmla="*/ 1093612 h 5450835"/>
              <a:gd name="connsiteX10953" fmla="*/ 8669277 w 10450132"/>
              <a:gd name="connsiteY10953" fmla="*/ 1094466 h 5450835"/>
              <a:gd name="connsiteX10954" fmla="*/ 8664744 w 10450132"/>
              <a:gd name="connsiteY10954" fmla="*/ 1102352 h 5450835"/>
              <a:gd name="connsiteX10955" fmla="*/ 8663955 w 10450132"/>
              <a:gd name="connsiteY10955" fmla="*/ 1102808 h 5450835"/>
              <a:gd name="connsiteX10956" fmla="*/ 8654892 w 10450132"/>
              <a:gd name="connsiteY10956" fmla="*/ 1102808 h 5450835"/>
              <a:gd name="connsiteX10957" fmla="*/ 8654104 w 10450132"/>
              <a:gd name="connsiteY10957" fmla="*/ 1102352 h 5450835"/>
              <a:gd name="connsiteX10958" fmla="*/ 8649572 w 10450132"/>
              <a:gd name="connsiteY10958" fmla="*/ 1094466 h 5450835"/>
              <a:gd name="connsiteX10959" fmla="*/ 8649572 w 10450132"/>
              <a:gd name="connsiteY10959" fmla="*/ 1093612 h 5450835"/>
              <a:gd name="connsiteX10960" fmla="*/ 8654104 w 10450132"/>
              <a:gd name="connsiteY10960" fmla="*/ 1085734 h 5450835"/>
              <a:gd name="connsiteX10961" fmla="*/ 8654892 w 10450132"/>
              <a:gd name="connsiteY10961" fmla="*/ 1085274 h 5450835"/>
              <a:gd name="connsiteX10962" fmla="*/ 9163654 w 10450132"/>
              <a:gd name="connsiteY10962" fmla="*/ 1085272 h 5450835"/>
              <a:gd name="connsiteX10963" fmla="*/ 9172718 w 10450132"/>
              <a:gd name="connsiteY10963" fmla="*/ 1085272 h 5450835"/>
              <a:gd name="connsiteX10964" fmla="*/ 9173506 w 10450132"/>
              <a:gd name="connsiteY10964" fmla="*/ 1085732 h 5450835"/>
              <a:gd name="connsiteX10965" fmla="*/ 9178038 w 10450132"/>
              <a:gd name="connsiteY10965" fmla="*/ 1093612 h 5450835"/>
              <a:gd name="connsiteX10966" fmla="*/ 9178038 w 10450132"/>
              <a:gd name="connsiteY10966" fmla="*/ 1094466 h 5450835"/>
              <a:gd name="connsiteX10967" fmla="*/ 9173506 w 10450132"/>
              <a:gd name="connsiteY10967" fmla="*/ 1102352 h 5450835"/>
              <a:gd name="connsiteX10968" fmla="*/ 9172718 w 10450132"/>
              <a:gd name="connsiteY10968" fmla="*/ 1102808 h 5450835"/>
              <a:gd name="connsiteX10969" fmla="*/ 9163654 w 10450132"/>
              <a:gd name="connsiteY10969" fmla="*/ 1102808 h 5450835"/>
              <a:gd name="connsiteX10970" fmla="*/ 9162866 w 10450132"/>
              <a:gd name="connsiteY10970" fmla="*/ 1102352 h 5450835"/>
              <a:gd name="connsiteX10971" fmla="*/ 9158333 w 10450132"/>
              <a:gd name="connsiteY10971" fmla="*/ 1094466 h 5450835"/>
              <a:gd name="connsiteX10972" fmla="*/ 9158333 w 10450132"/>
              <a:gd name="connsiteY10972" fmla="*/ 1093612 h 5450835"/>
              <a:gd name="connsiteX10973" fmla="*/ 9162866 w 10450132"/>
              <a:gd name="connsiteY10973" fmla="*/ 1085732 h 5450835"/>
              <a:gd name="connsiteX10974" fmla="*/ 9163654 w 10450132"/>
              <a:gd name="connsiteY10974" fmla="*/ 1085272 h 5450835"/>
              <a:gd name="connsiteX10975" fmla="*/ 8400511 w 10450132"/>
              <a:gd name="connsiteY10975" fmla="*/ 1085269 h 5450835"/>
              <a:gd name="connsiteX10976" fmla="*/ 8409575 w 10450132"/>
              <a:gd name="connsiteY10976" fmla="*/ 1085269 h 5450835"/>
              <a:gd name="connsiteX10977" fmla="*/ 8410363 w 10450132"/>
              <a:gd name="connsiteY10977" fmla="*/ 1085729 h 5450835"/>
              <a:gd name="connsiteX10978" fmla="*/ 8414896 w 10450132"/>
              <a:gd name="connsiteY10978" fmla="*/ 1093607 h 5450835"/>
              <a:gd name="connsiteX10979" fmla="*/ 8414896 w 10450132"/>
              <a:gd name="connsiteY10979" fmla="*/ 1094461 h 5450835"/>
              <a:gd name="connsiteX10980" fmla="*/ 8410363 w 10450132"/>
              <a:gd name="connsiteY10980" fmla="*/ 1102344 h 5450835"/>
              <a:gd name="connsiteX10981" fmla="*/ 8409575 w 10450132"/>
              <a:gd name="connsiteY10981" fmla="*/ 1102805 h 5450835"/>
              <a:gd name="connsiteX10982" fmla="*/ 8400511 w 10450132"/>
              <a:gd name="connsiteY10982" fmla="*/ 1102805 h 5450835"/>
              <a:gd name="connsiteX10983" fmla="*/ 8399723 w 10450132"/>
              <a:gd name="connsiteY10983" fmla="*/ 1102344 h 5450835"/>
              <a:gd name="connsiteX10984" fmla="*/ 8395191 w 10450132"/>
              <a:gd name="connsiteY10984" fmla="*/ 1094461 h 5450835"/>
              <a:gd name="connsiteX10985" fmla="*/ 8395191 w 10450132"/>
              <a:gd name="connsiteY10985" fmla="*/ 1093607 h 5450835"/>
              <a:gd name="connsiteX10986" fmla="*/ 8399723 w 10450132"/>
              <a:gd name="connsiteY10986" fmla="*/ 1085729 h 5450835"/>
              <a:gd name="connsiteX10987" fmla="*/ 8400511 w 10450132"/>
              <a:gd name="connsiteY10987" fmla="*/ 1085269 h 5450835"/>
              <a:gd name="connsiteX10988" fmla="*/ 8909274 w 10450132"/>
              <a:gd name="connsiteY10988" fmla="*/ 1085268 h 5450835"/>
              <a:gd name="connsiteX10989" fmla="*/ 8918336 w 10450132"/>
              <a:gd name="connsiteY10989" fmla="*/ 1085268 h 5450835"/>
              <a:gd name="connsiteX10990" fmla="*/ 8919125 w 10450132"/>
              <a:gd name="connsiteY10990" fmla="*/ 1085725 h 5450835"/>
              <a:gd name="connsiteX10991" fmla="*/ 8923657 w 10450132"/>
              <a:gd name="connsiteY10991" fmla="*/ 1093605 h 5450835"/>
              <a:gd name="connsiteX10992" fmla="*/ 8923657 w 10450132"/>
              <a:gd name="connsiteY10992" fmla="*/ 1094457 h 5450835"/>
              <a:gd name="connsiteX10993" fmla="*/ 8919125 w 10450132"/>
              <a:gd name="connsiteY10993" fmla="*/ 1102342 h 5450835"/>
              <a:gd name="connsiteX10994" fmla="*/ 8918336 w 10450132"/>
              <a:gd name="connsiteY10994" fmla="*/ 1102798 h 5450835"/>
              <a:gd name="connsiteX10995" fmla="*/ 8909274 w 10450132"/>
              <a:gd name="connsiteY10995" fmla="*/ 1102798 h 5450835"/>
              <a:gd name="connsiteX10996" fmla="*/ 8908484 w 10450132"/>
              <a:gd name="connsiteY10996" fmla="*/ 1102342 h 5450835"/>
              <a:gd name="connsiteX10997" fmla="*/ 8903953 w 10450132"/>
              <a:gd name="connsiteY10997" fmla="*/ 1094457 h 5450835"/>
              <a:gd name="connsiteX10998" fmla="*/ 8903953 w 10450132"/>
              <a:gd name="connsiteY10998" fmla="*/ 1093605 h 5450835"/>
              <a:gd name="connsiteX10999" fmla="*/ 8908484 w 10450132"/>
              <a:gd name="connsiteY10999" fmla="*/ 1085725 h 5450835"/>
              <a:gd name="connsiteX11000" fmla="*/ 8909274 w 10450132"/>
              <a:gd name="connsiteY11000" fmla="*/ 1085268 h 5450835"/>
              <a:gd name="connsiteX11001" fmla="*/ 8146065 w 10450132"/>
              <a:gd name="connsiteY11001" fmla="*/ 1085268 h 5450835"/>
              <a:gd name="connsiteX11002" fmla="*/ 8155129 w 10450132"/>
              <a:gd name="connsiteY11002" fmla="*/ 1085268 h 5450835"/>
              <a:gd name="connsiteX11003" fmla="*/ 8155917 w 10450132"/>
              <a:gd name="connsiteY11003" fmla="*/ 1085725 h 5450835"/>
              <a:gd name="connsiteX11004" fmla="*/ 8160449 w 10450132"/>
              <a:gd name="connsiteY11004" fmla="*/ 1093605 h 5450835"/>
              <a:gd name="connsiteX11005" fmla="*/ 8160449 w 10450132"/>
              <a:gd name="connsiteY11005" fmla="*/ 1094457 h 5450835"/>
              <a:gd name="connsiteX11006" fmla="*/ 8155917 w 10450132"/>
              <a:gd name="connsiteY11006" fmla="*/ 1102342 h 5450835"/>
              <a:gd name="connsiteX11007" fmla="*/ 8155129 w 10450132"/>
              <a:gd name="connsiteY11007" fmla="*/ 1102798 h 5450835"/>
              <a:gd name="connsiteX11008" fmla="*/ 8146065 w 10450132"/>
              <a:gd name="connsiteY11008" fmla="*/ 1102798 h 5450835"/>
              <a:gd name="connsiteX11009" fmla="*/ 8145277 w 10450132"/>
              <a:gd name="connsiteY11009" fmla="*/ 1102342 h 5450835"/>
              <a:gd name="connsiteX11010" fmla="*/ 8140745 w 10450132"/>
              <a:gd name="connsiteY11010" fmla="*/ 1094457 h 5450835"/>
              <a:gd name="connsiteX11011" fmla="*/ 8140745 w 10450132"/>
              <a:gd name="connsiteY11011" fmla="*/ 1093605 h 5450835"/>
              <a:gd name="connsiteX11012" fmla="*/ 8145277 w 10450132"/>
              <a:gd name="connsiteY11012" fmla="*/ 1085725 h 5450835"/>
              <a:gd name="connsiteX11013" fmla="*/ 8146065 w 10450132"/>
              <a:gd name="connsiteY11013" fmla="*/ 1085268 h 5450835"/>
              <a:gd name="connsiteX11014" fmla="*/ 6110888 w 10450132"/>
              <a:gd name="connsiteY11014" fmla="*/ 1085268 h 5450835"/>
              <a:gd name="connsiteX11015" fmla="*/ 6119953 w 10450132"/>
              <a:gd name="connsiteY11015" fmla="*/ 1085268 h 5450835"/>
              <a:gd name="connsiteX11016" fmla="*/ 6120740 w 10450132"/>
              <a:gd name="connsiteY11016" fmla="*/ 1085726 h 5450835"/>
              <a:gd name="connsiteX11017" fmla="*/ 6125272 w 10450132"/>
              <a:gd name="connsiteY11017" fmla="*/ 1093606 h 5450835"/>
              <a:gd name="connsiteX11018" fmla="*/ 6125272 w 10450132"/>
              <a:gd name="connsiteY11018" fmla="*/ 1094457 h 5450835"/>
              <a:gd name="connsiteX11019" fmla="*/ 6120740 w 10450132"/>
              <a:gd name="connsiteY11019" fmla="*/ 1102344 h 5450835"/>
              <a:gd name="connsiteX11020" fmla="*/ 6119953 w 10450132"/>
              <a:gd name="connsiteY11020" fmla="*/ 1102798 h 5450835"/>
              <a:gd name="connsiteX11021" fmla="*/ 6110888 w 10450132"/>
              <a:gd name="connsiteY11021" fmla="*/ 1102798 h 5450835"/>
              <a:gd name="connsiteX11022" fmla="*/ 6110101 w 10450132"/>
              <a:gd name="connsiteY11022" fmla="*/ 1102344 h 5450835"/>
              <a:gd name="connsiteX11023" fmla="*/ 6105567 w 10450132"/>
              <a:gd name="connsiteY11023" fmla="*/ 1094457 h 5450835"/>
              <a:gd name="connsiteX11024" fmla="*/ 6105567 w 10450132"/>
              <a:gd name="connsiteY11024" fmla="*/ 1093606 h 5450835"/>
              <a:gd name="connsiteX11025" fmla="*/ 6110101 w 10450132"/>
              <a:gd name="connsiteY11025" fmla="*/ 1085726 h 5450835"/>
              <a:gd name="connsiteX11026" fmla="*/ 6110888 w 10450132"/>
              <a:gd name="connsiteY11026" fmla="*/ 1085268 h 5450835"/>
              <a:gd name="connsiteX11027" fmla="*/ 4838919 w 10450132"/>
              <a:gd name="connsiteY11027" fmla="*/ 1085268 h 5450835"/>
              <a:gd name="connsiteX11028" fmla="*/ 4847982 w 10450132"/>
              <a:gd name="connsiteY11028" fmla="*/ 1085268 h 5450835"/>
              <a:gd name="connsiteX11029" fmla="*/ 4848772 w 10450132"/>
              <a:gd name="connsiteY11029" fmla="*/ 1085726 h 5450835"/>
              <a:gd name="connsiteX11030" fmla="*/ 4853303 w 10450132"/>
              <a:gd name="connsiteY11030" fmla="*/ 1093606 h 5450835"/>
              <a:gd name="connsiteX11031" fmla="*/ 4853303 w 10450132"/>
              <a:gd name="connsiteY11031" fmla="*/ 1094457 h 5450835"/>
              <a:gd name="connsiteX11032" fmla="*/ 4848772 w 10450132"/>
              <a:gd name="connsiteY11032" fmla="*/ 1102344 h 5450835"/>
              <a:gd name="connsiteX11033" fmla="*/ 4847982 w 10450132"/>
              <a:gd name="connsiteY11033" fmla="*/ 1102798 h 5450835"/>
              <a:gd name="connsiteX11034" fmla="*/ 4838919 w 10450132"/>
              <a:gd name="connsiteY11034" fmla="*/ 1102798 h 5450835"/>
              <a:gd name="connsiteX11035" fmla="*/ 4838132 w 10450132"/>
              <a:gd name="connsiteY11035" fmla="*/ 1102344 h 5450835"/>
              <a:gd name="connsiteX11036" fmla="*/ 4833598 w 10450132"/>
              <a:gd name="connsiteY11036" fmla="*/ 1094457 h 5450835"/>
              <a:gd name="connsiteX11037" fmla="*/ 4833598 w 10450132"/>
              <a:gd name="connsiteY11037" fmla="*/ 1093606 h 5450835"/>
              <a:gd name="connsiteX11038" fmla="*/ 4838132 w 10450132"/>
              <a:gd name="connsiteY11038" fmla="*/ 1085726 h 5450835"/>
              <a:gd name="connsiteX11039" fmla="*/ 4838919 w 10450132"/>
              <a:gd name="connsiteY11039" fmla="*/ 1085268 h 5450835"/>
              <a:gd name="connsiteX11040" fmla="*/ 6365334 w 10450132"/>
              <a:gd name="connsiteY11040" fmla="*/ 1085264 h 5450835"/>
              <a:gd name="connsiteX11041" fmla="*/ 6374397 w 10450132"/>
              <a:gd name="connsiteY11041" fmla="*/ 1085264 h 5450835"/>
              <a:gd name="connsiteX11042" fmla="*/ 6375186 w 10450132"/>
              <a:gd name="connsiteY11042" fmla="*/ 1085722 h 5450835"/>
              <a:gd name="connsiteX11043" fmla="*/ 6379718 w 10450132"/>
              <a:gd name="connsiteY11043" fmla="*/ 1093602 h 5450835"/>
              <a:gd name="connsiteX11044" fmla="*/ 6379718 w 10450132"/>
              <a:gd name="connsiteY11044" fmla="*/ 1094457 h 5450835"/>
              <a:gd name="connsiteX11045" fmla="*/ 6375186 w 10450132"/>
              <a:gd name="connsiteY11045" fmla="*/ 1102338 h 5450835"/>
              <a:gd name="connsiteX11046" fmla="*/ 6374397 w 10450132"/>
              <a:gd name="connsiteY11046" fmla="*/ 1102798 h 5450835"/>
              <a:gd name="connsiteX11047" fmla="*/ 6365334 w 10450132"/>
              <a:gd name="connsiteY11047" fmla="*/ 1102798 h 5450835"/>
              <a:gd name="connsiteX11048" fmla="*/ 6364546 w 10450132"/>
              <a:gd name="connsiteY11048" fmla="*/ 1102338 h 5450835"/>
              <a:gd name="connsiteX11049" fmla="*/ 6360014 w 10450132"/>
              <a:gd name="connsiteY11049" fmla="*/ 1094457 h 5450835"/>
              <a:gd name="connsiteX11050" fmla="*/ 6360014 w 10450132"/>
              <a:gd name="connsiteY11050" fmla="*/ 1093602 h 5450835"/>
              <a:gd name="connsiteX11051" fmla="*/ 6364546 w 10450132"/>
              <a:gd name="connsiteY11051" fmla="*/ 1085722 h 5450835"/>
              <a:gd name="connsiteX11052" fmla="*/ 6365334 w 10450132"/>
              <a:gd name="connsiteY11052" fmla="*/ 1085264 h 5450835"/>
              <a:gd name="connsiteX11053" fmla="*/ 2040745 w 10450132"/>
              <a:gd name="connsiteY11053" fmla="*/ 1085260 h 5450835"/>
              <a:gd name="connsiteX11054" fmla="*/ 2049810 w 10450132"/>
              <a:gd name="connsiteY11054" fmla="*/ 1085260 h 5450835"/>
              <a:gd name="connsiteX11055" fmla="*/ 2050599 w 10450132"/>
              <a:gd name="connsiteY11055" fmla="*/ 1085721 h 5450835"/>
              <a:gd name="connsiteX11056" fmla="*/ 2055131 w 10450132"/>
              <a:gd name="connsiteY11056" fmla="*/ 1093600 h 5450835"/>
              <a:gd name="connsiteX11057" fmla="*/ 2055131 w 10450132"/>
              <a:gd name="connsiteY11057" fmla="*/ 1094453 h 5450835"/>
              <a:gd name="connsiteX11058" fmla="*/ 2050599 w 10450132"/>
              <a:gd name="connsiteY11058" fmla="*/ 1102336 h 5450835"/>
              <a:gd name="connsiteX11059" fmla="*/ 2049810 w 10450132"/>
              <a:gd name="connsiteY11059" fmla="*/ 1102795 h 5450835"/>
              <a:gd name="connsiteX11060" fmla="*/ 2040745 w 10450132"/>
              <a:gd name="connsiteY11060" fmla="*/ 1102795 h 5450835"/>
              <a:gd name="connsiteX11061" fmla="*/ 2039957 w 10450132"/>
              <a:gd name="connsiteY11061" fmla="*/ 1102336 h 5450835"/>
              <a:gd name="connsiteX11062" fmla="*/ 2035424 w 10450132"/>
              <a:gd name="connsiteY11062" fmla="*/ 1094453 h 5450835"/>
              <a:gd name="connsiteX11063" fmla="*/ 2035424 w 10450132"/>
              <a:gd name="connsiteY11063" fmla="*/ 1093600 h 5450835"/>
              <a:gd name="connsiteX11064" fmla="*/ 2039957 w 10450132"/>
              <a:gd name="connsiteY11064" fmla="*/ 1085721 h 5450835"/>
              <a:gd name="connsiteX11065" fmla="*/ 2040745 w 10450132"/>
              <a:gd name="connsiteY11065" fmla="*/ 1085260 h 5450835"/>
              <a:gd name="connsiteX11066" fmla="*/ 1023188 w 10450132"/>
              <a:gd name="connsiteY11066" fmla="*/ 1085260 h 5450835"/>
              <a:gd name="connsiteX11067" fmla="*/ 1032252 w 10450132"/>
              <a:gd name="connsiteY11067" fmla="*/ 1085260 h 5450835"/>
              <a:gd name="connsiteX11068" fmla="*/ 1033039 w 10450132"/>
              <a:gd name="connsiteY11068" fmla="*/ 1085721 h 5450835"/>
              <a:gd name="connsiteX11069" fmla="*/ 1037572 w 10450132"/>
              <a:gd name="connsiteY11069" fmla="*/ 1093600 h 5450835"/>
              <a:gd name="connsiteX11070" fmla="*/ 1037572 w 10450132"/>
              <a:gd name="connsiteY11070" fmla="*/ 1094453 h 5450835"/>
              <a:gd name="connsiteX11071" fmla="*/ 1033039 w 10450132"/>
              <a:gd name="connsiteY11071" fmla="*/ 1102336 h 5450835"/>
              <a:gd name="connsiteX11072" fmla="*/ 1032252 w 10450132"/>
              <a:gd name="connsiteY11072" fmla="*/ 1102795 h 5450835"/>
              <a:gd name="connsiteX11073" fmla="*/ 1023188 w 10450132"/>
              <a:gd name="connsiteY11073" fmla="*/ 1102795 h 5450835"/>
              <a:gd name="connsiteX11074" fmla="*/ 1022399 w 10450132"/>
              <a:gd name="connsiteY11074" fmla="*/ 1102336 h 5450835"/>
              <a:gd name="connsiteX11075" fmla="*/ 1017865 w 10450132"/>
              <a:gd name="connsiteY11075" fmla="*/ 1094453 h 5450835"/>
              <a:gd name="connsiteX11076" fmla="*/ 1017865 w 10450132"/>
              <a:gd name="connsiteY11076" fmla="*/ 1093600 h 5450835"/>
              <a:gd name="connsiteX11077" fmla="*/ 1022399 w 10450132"/>
              <a:gd name="connsiteY11077" fmla="*/ 1085721 h 5450835"/>
              <a:gd name="connsiteX11078" fmla="*/ 1023188 w 10450132"/>
              <a:gd name="connsiteY11078" fmla="*/ 1085260 h 5450835"/>
              <a:gd name="connsiteX11079" fmla="*/ 5856508 w 10450132"/>
              <a:gd name="connsiteY11079" fmla="*/ 1085257 h 5450835"/>
              <a:gd name="connsiteX11080" fmla="*/ 5865571 w 10450132"/>
              <a:gd name="connsiteY11080" fmla="*/ 1085257 h 5450835"/>
              <a:gd name="connsiteX11081" fmla="*/ 5866359 w 10450132"/>
              <a:gd name="connsiteY11081" fmla="*/ 1085719 h 5450835"/>
              <a:gd name="connsiteX11082" fmla="*/ 5870891 w 10450132"/>
              <a:gd name="connsiteY11082" fmla="*/ 1093595 h 5450835"/>
              <a:gd name="connsiteX11083" fmla="*/ 5870891 w 10450132"/>
              <a:gd name="connsiteY11083" fmla="*/ 1094447 h 5450835"/>
              <a:gd name="connsiteX11084" fmla="*/ 5866359 w 10450132"/>
              <a:gd name="connsiteY11084" fmla="*/ 1102333 h 5450835"/>
              <a:gd name="connsiteX11085" fmla="*/ 5865571 w 10450132"/>
              <a:gd name="connsiteY11085" fmla="*/ 1102792 h 5450835"/>
              <a:gd name="connsiteX11086" fmla="*/ 5856508 w 10450132"/>
              <a:gd name="connsiteY11086" fmla="*/ 1102792 h 5450835"/>
              <a:gd name="connsiteX11087" fmla="*/ 5855720 w 10450132"/>
              <a:gd name="connsiteY11087" fmla="*/ 1102333 h 5450835"/>
              <a:gd name="connsiteX11088" fmla="*/ 5851187 w 10450132"/>
              <a:gd name="connsiteY11088" fmla="*/ 1094447 h 5450835"/>
              <a:gd name="connsiteX11089" fmla="*/ 5851187 w 10450132"/>
              <a:gd name="connsiteY11089" fmla="*/ 1093595 h 5450835"/>
              <a:gd name="connsiteX11090" fmla="*/ 5855720 w 10450132"/>
              <a:gd name="connsiteY11090" fmla="*/ 1085719 h 5450835"/>
              <a:gd name="connsiteX11091" fmla="*/ 5856508 w 10450132"/>
              <a:gd name="connsiteY11091" fmla="*/ 1085257 h 5450835"/>
              <a:gd name="connsiteX11092" fmla="*/ 1531929 w 10450132"/>
              <a:gd name="connsiteY11092" fmla="*/ 1085250 h 5450835"/>
              <a:gd name="connsiteX11093" fmla="*/ 1540993 w 10450132"/>
              <a:gd name="connsiteY11093" fmla="*/ 1085250 h 5450835"/>
              <a:gd name="connsiteX11094" fmla="*/ 1541781 w 10450132"/>
              <a:gd name="connsiteY11094" fmla="*/ 1085710 h 5450835"/>
              <a:gd name="connsiteX11095" fmla="*/ 1546314 w 10450132"/>
              <a:gd name="connsiteY11095" fmla="*/ 1093589 h 5450835"/>
              <a:gd name="connsiteX11096" fmla="*/ 1546314 w 10450132"/>
              <a:gd name="connsiteY11096" fmla="*/ 1094441 h 5450835"/>
              <a:gd name="connsiteX11097" fmla="*/ 1541781 w 10450132"/>
              <a:gd name="connsiteY11097" fmla="*/ 1102324 h 5450835"/>
              <a:gd name="connsiteX11098" fmla="*/ 1540993 w 10450132"/>
              <a:gd name="connsiteY11098" fmla="*/ 1102787 h 5450835"/>
              <a:gd name="connsiteX11099" fmla="*/ 1531929 w 10450132"/>
              <a:gd name="connsiteY11099" fmla="*/ 1102787 h 5450835"/>
              <a:gd name="connsiteX11100" fmla="*/ 1531141 w 10450132"/>
              <a:gd name="connsiteY11100" fmla="*/ 1102324 h 5450835"/>
              <a:gd name="connsiteX11101" fmla="*/ 1526609 w 10450132"/>
              <a:gd name="connsiteY11101" fmla="*/ 1094441 h 5450835"/>
              <a:gd name="connsiteX11102" fmla="*/ 1526609 w 10450132"/>
              <a:gd name="connsiteY11102" fmla="*/ 1093589 h 5450835"/>
              <a:gd name="connsiteX11103" fmla="*/ 1531141 w 10450132"/>
              <a:gd name="connsiteY11103" fmla="*/ 1085710 h 5450835"/>
              <a:gd name="connsiteX11104" fmla="*/ 1531929 w 10450132"/>
              <a:gd name="connsiteY11104" fmla="*/ 1085250 h 5450835"/>
              <a:gd name="connsiteX11105" fmla="*/ 7128477 w 10450132"/>
              <a:gd name="connsiteY11105" fmla="*/ 1085248 h 5450835"/>
              <a:gd name="connsiteX11106" fmla="*/ 7137540 w 10450132"/>
              <a:gd name="connsiteY11106" fmla="*/ 1085248 h 5450835"/>
              <a:gd name="connsiteX11107" fmla="*/ 7138328 w 10450132"/>
              <a:gd name="connsiteY11107" fmla="*/ 1085710 h 5450835"/>
              <a:gd name="connsiteX11108" fmla="*/ 7142860 w 10450132"/>
              <a:gd name="connsiteY11108" fmla="*/ 1093589 h 5450835"/>
              <a:gd name="connsiteX11109" fmla="*/ 7142860 w 10450132"/>
              <a:gd name="connsiteY11109" fmla="*/ 1094441 h 5450835"/>
              <a:gd name="connsiteX11110" fmla="*/ 7138328 w 10450132"/>
              <a:gd name="connsiteY11110" fmla="*/ 1102324 h 5450835"/>
              <a:gd name="connsiteX11111" fmla="*/ 7137540 w 10450132"/>
              <a:gd name="connsiteY11111" fmla="*/ 1102787 h 5450835"/>
              <a:gd name="connsiteX11112" fmla="*/ 7128477 w 10450132"/>
              <a:gd name="connsiteY11112" fmla="*/ 1102787 h 5450835"/>
              <a:gd name="connsiteX11113" fmla="*/ 7127689 w 10450132"/>
              <a:gd name="connsiteY11113" fmla="*/ 1102324 h 5450835"/>
              <a:gd name="connsiteX11114" fmla="*/ 7123156 w 10450132"/>
              <a:gd name="connsiteY11114" fmla="*/ 1094441 h 5450835"/>
              <a:gd name="connsiteX11115" fmla="*/ 7123156 w 10450132"/>
              <a:gd name="connsiteY11115" fmla="*/ 1093589 h 5450835"/>
              <a:gd name="connsiteX11116" fmla="*/ 7127689 w 10450132"/>
              <a:gd name="connsiteY11116" fmla="*/ 1085710 h 5450835"/>
              <a:gd name="connsiteX11117" fmla="*/ 7128477 w 10450132"/>
              <a:gd name="connsiteY11117" fmla="*/ 1085248 h 5450835"/>
              <a:gd name="connsiteX11118" fmla="*/ 5093300 w 10450132"/>
              <a:gd name="connsiteY11118" fmla="*/ 1085248 h 5450835"/>
              <a:gd name="connsiteX11119" fmla="*/ 5102364 w 10450132"/>
              <a:gd name="connsiteY11119" fmla="*/ 1085248 h 5450835"/>
              <a:gd name="connsiteX11120" fmla="*/ 5103153 w 10450132"/>
              <a:gd name="connsiteY11120" fmla="*/ 1085710 h 5450835"/>
              <a:gd name="connsiteX11121" fmla="*/ 5107684 w 10450132"/>
              <a:gd name="connsiteY11121" fmla="*/ 1093589 h 5450835"/>
              <a:gd name="connsiteX11122" fmla="*/ 5107684 w 10450132"/>
              <a:gd name="connsiteY11122" fmla="*/ 1094441 h 5450835"/>
              <a:gd name="connsiteX11123" fmla="*/ 5103153 w 10450132"/>
              <a:gd name="connsiteY11123" fmla="*/ 1102324 h 5450835"/>
              <a:gd name="connsiteX11124" fmla="*/ 5102364 w 10450132"/>
              <a:gd name="connsiteY11124" fmla="*/ 1102787 h 5450835"/>
              <a:gd name="connsiteX11125" fmla="*/ 5093300 w 10450132"/>
              <a:gd name="connsiteY11125" fmla="*/ 1102787 h 5450835"/>
              <a:gd name="connsiteX11126" fmla="*/ 5092512 w 10450132"/>
              <a:gd name="connsiteY11126" fmla="*/ 1102324 h 5450835"/>
              <a:gd name="connsiteX11127" fmla="*/ 5087979 w 10450132"/>
              <a:gd name="connsiteY11127" fmla="*/ 1094441 h 5450835"/>
              <a:gd name="connsiteX11128" fmla="*/ 5087979 w 10450132"/>
              <a:gd name="connsiteY11128" fmla="*/ 1093589 h 5450835"/>
              <a:gd name="connsiteX11129" fmla="*/ 5092512 w 10450132"/>
              <a:gd name="connsiteY11129" fmla="*/ 1085710 h 5450835"/>
              <a:gd name="connsiteX11130" fmla="*/ 5093300 w 10450132"/>
              <a:gd name="connsiteY11130" fmla="*/ 1085248 h 5450835"/>
              <a:gd name="connsiteX11131" fmla="*/ 3312750 w 10450132"/>
              <a:gd name="connsiteY11131" fmla="*/ 1085247 h 5450835"/>
              <a:gd name="connsiteX11132" fmla="*/ 3321814 w 10450132"/>
              <a:gd name="connsiteY11132" fmla="*/ 1085247 h 5450835"/>
              <a:gd name="connsiteX11133" fmla="*/ 3322602 w 10450132"/>
              <a:gd name="connsiteY11133" fmla="*/ 1085705 h 5450835"/>
              <a:gd name="connsiteX11134" fmla="*/ 3327134 w 10450132"/>
              <a:gd name="connsiteY11134" fmla="*/ 1093583 h 5450835"/>
              <a:gd name="connsiteX11135" fmla="*/ 3327134 w 10450132"/>
              <a:gd name="connsiteY11135" fmla="*/ 1094438 h 5450835"/>
              <a:gd name="connsiteX11136" fmla="*/ 3322602 w 10450132"/>
              <a:gd name="connsiteY11136" fmla="*/ 1102321 h 5450835"/>
              <a:gd name="connsiteX11137" fmla="*/ 3321814 w 10450132"/>
              <a:gd name="connsiteY11137" fmla="*/ 1102780 h 5450835"/>
              <a:gd name="connsiteX11138" fmla="*/ 3312750 w 10450132"/>
              <a:gd name="connsiteY11138" fmla="*/ 1102780 h 5450835"/>
              <a:gd name="connsiteX11139" fmla="*/ 3311962 w 10450132"/>
              <a:gd name="connsiteY11139" fmla="*/ 1102321 h 5450835"/>
              <a:gd name="connsiteX11140" fmla="*/ 3307429 w 10450132"/>
              <a:gd name="connsiteY11140" fmla="*/ 1094438 h 5450835"/>
              <a:gd name="connsiteX11141" fmla="*/ 3307429 w 10450132"/>
              <a:gd name="connsiteY11141" fmla="*/ 1093583 h 5450835"/>
              <a:gd name="connsiteX11142" fmla="*/ 3311962 w 10450132"/>
              <a:gd name="connsiteY11142" fmla="*/ 1085705 h 5450835"/>
              <a:gd name="connsiteX11143" fmla="*/ 3312750 w 10450132"/>
              <a:gd name="connsiteY11143" fmla="*/ 1085247 h 5450835"/>
              <a:gd name="connsiteX11144" fmla="*/ 6874095 w 10450132"/>
              <a:gd name="connsiteY11144" fmla="*/ 1085241 h 5450835"/>
              <a:gd name="connsiteX11145" fmla="*/ 6883159 w 10450132"/>
              <a:gd name="connsiteY11145" fmla="*/ 1085241 h 5450835"/>
              <a:gd name="connsiteX11146" fmla="*/ 6883947 w 10450132"/>
              <a:gd name="connsiteY11146" fmla="*/ 1085700 h 5450835"/>
              <a:gd name="connsiteX11147" fmla="*/ 6888480 w 10450132"/>
              <a:gd name="connsiteY11147" fmla="*/ 1093579 h 5450835"/>
              <a:gd name="connsiteX11148" fmla="*/ 6888480 w 10450132"/>
              <a:gd name="connsiteY11148" fmla="*/ 1094434 h 5450835"/>
              <a:gd name="connsiteX11149" fmla="*/ 6883947 w 10450132"/>
              <a:gd name="connsiteY11149" fmla="*/ 1102318 h 5450835"/>
              <a:gd name="connsiteX11150" fmla="*/ 6883159 w 10450132"/>
              <a:gd name="connsiteY11150" fmla="*/ 1102777 h 5450835"/>
              <a:gd name="connsiteX11151" fmla="*/ 6874095 w 10450132"/>
              <a:gd name="connsiteY11151" fmla="*/ 1102777 h 5450835"/>
              <a:gd name="connsiteX11152" fmla="*/ 6873307 w 10450132"/>
              <a:gd name="connsiteY11152" fmla="*/ 1102318 h 5450835"/>
              <a:gd name="connsiteX11153" fmla="*/ 6868775 w 10450132"/>
              <a:gd name="connsiteY11153" fmla="*/ 1094434 h 5450835"/>
              <a:gd name="connsiteX11154" fmla="*/ 6868775 w 10450132"/>
              <a:gd name="connsiteY11154" fmla="*/ 1093579 h 5450835"/>
              <a:gd name="connsiteX11155" fmla="*/ 6873307 w 10450132"/>
              <a:gd name="connsiteY11155" fmla="*/ 1085700 h 5450835"/>
              <a:gd name="connsiteX11156" fmla="*/ 6874095 w 10450132"/>
              <a:gd name="connsiteY11156" fmla="*/ 1085241 h 5450835"/>
              <a:gd name="connsiteX11157" fmla="*/ 4584538 w 10450132"/>
              <a:gd name="connsiteY11157" fmla="*/ 1085241 h 5450835"/>
              <a:gd name="connsiteX11158" fmla="*/ 4593603 w 10450132"/>
              <a:gd name="connsiteY11158" fmla="*/ 1085241 h 5450835"/>
              <a:gd name="connsiteX11159" fmla="*/ 4594390 w 10450132"/>
              <a:gd name="connsiteY11159" fmla="*/ 1085700 h 5450835"/>
              <a:gd name="connsiteX11160" fmla="*/ 4598922 w 10450132"/>
              <a:gd name="connsiteY11160" fmla="*/ 1093582 h 5450835"/>
              <a:gd name="connsiteX11161" fmla="*/ 4598922 w 10450132"/>
              <a:gd name="connsiteY11161" fmla="*/ 1094434 h 5450835"/>
              <a:gd name="connsiteX11162" fmla="*/ 4594390 w 10450132"/>
              <a:gd name="connsiteY11162" fmla="*/ 1102318 h 5450835"/>
              <a:gd name="connsiteX11163" fmla="*/ 4593603 w 10450132"/>
              <a:gd name="connsiteY11163" fmla="*/ 1102777 h 5450835"/>
              <a:gd name="connsiteX11164" fmla="*/ 4584538 w 10450132"/>
              <a:gd name="connsiteY11164" fmla="*/ 1102777 h 5450835"/>
              <a:gd name="connsiteX11165" fmla="*/ 4583749 w 10450132"/>
              <a:gd name="connsiteY11165" fmla="*/ 1102318 h 5450835"/>
              <a:gd name="connsiteX11166" fmla="*/ 4579218 w 10450132"/>
              <a:gd name="connsiteY11166" fmla="*/ 1094434 h 5450835"/>
              <a:gd name="connsiteX11167" fmla="*/ 4579218 w 10450132"/>
              <a:gd name="connsiteY11167" fmla="*/ 1093582 h 5450835"/>
              <a:gd name="connsiteX11168" fmla="*/ 4583749 w 10450132"/>
              <a:gd name="connsiteY11168" fmla="*/ 1085700 h 5450835"/>
              <a:gd name="connsiteX11169" fmla="*/ 4584538 w 10450132"/>
              <a:gd name="connsiteY11169" fmla="*/ 1085241 h 5450835"/>
              <a:gd name="connsiteX11170" fmla="*/ 3058346 w 10450132"/>
              <a:gd name="connsiteY11170" fmla="*/ 1085241 h 5450835"/>
              <a:gd name="connsiteX11171" fmla="*/ 3067410 w 10450132"/>
              <a:gd name="connsiteY11171" fmla="*/ 1085241 h 5450835"/>
              <a:gd name="connsiteX11172" fmla="*/ 3068199 w 10450132"/>
              <a:gd name="connsiteY11172" fmla="*/ 1085700 h 5450835"/>
              <a:gd name="connsiteX11173" fmla="*/ 3072730 w 10450132"/>
              <a:gd name="connsiteY11173" fmla="*/ 1093579 h 5450835"/>
              <a:gd name="connsiteX11174" fmla="*/ 3072730 w 10450132"/>
              <a:gd name="connsiteY11174" fmla="*/ 1094432 h 5450835"/>
              <a:gd name="connsiteX11175" fmla="*/ 3068199 w 10450132"/>
              <a:gd name="connsiteY11175" fmla="*/ 1102313 h 5450835"/>
              <a:gd name="connsiteX11176" fmla="*/ 3067410 w 10450132"/>
              <a:gd name="connsiteY11176" fmla="*/ 1102777 h 5450835"/>
              <a:gd name="connsiteX11177" fmla="*/ 3058346 w 10450132"/>
              <a:gd name="connsiteY11177" fmla="*/ 1102777 h 5450835"/>
              <a:gd name="connsiteX11178" fmla="*/ 3057556 w 10450132"/>
              <a:gd name="connsiteY11178" fmla="*/ 1102313 h 5450835"/>
              <a:gd name="connsiteX11179" fmla="*/ 3053025 w 10450132"/>
              <a:gd name="connsiteY11179" fmla="*/ 1094432 h 5450835"/>
              <a:gd name="connsiteX11180" fmla="*/ 3053025 w 10450132"/>
              <a:gd name="connsiteY11180" fmla="*/ 1093579 h 5450835"/>
              <a:gd name="connsiteX11181" fmla="*/ 3057556 w 10450132"/>
              <a:gd name="connsiteY11181" fmla="*/ 1085700 h 5450835"/>
              <a:gd name="connsiteX11182" fmla="*/ 3058346 w 10450132"/>
              <a:gd name="connsiteY11182" fmla="*/ 1085241 h 5450835"/>
              <a:gd name="connsiteX11183" fmla="*/ 514319 w 10450132"/>
              <a:gd name="connsiteY11183" fmla="*/ 1085237 h 5450835"/>
              <a:gd name="connsiteX11184" fmla="*/ 523382 w 10450132"/>
              <a:gd name="connsiteY11184" fmla="*/ 1085237 h 5450835"/>
              <a:gd name="connsiteX11185" fmla="*/ 524171 w 10450132"/>
              <a:gd name="connsiteY11185" fmla="*/ 1085700 h 5450835"/>
              <a:gd name="connsiteX11186" fmla="*/ 528701 w 10450132"/>
              <a:gd name="connsiteY11186" fmla="*/ 1093575 h 5450835"/>
              <a:gd name="connsiteX11187" fmla="*/ 528701 w 10450132"/>
              <a:gd name="connsiteY11187" fmla="*/ 1094430 h 5450835"/>
              <a:gd name="connsiteX11188" fmla="*/ 524171 w 10450132"/>
              <a:gd name="connsiteY11188" fmla="*/ 1102313 h 5450835"/>
              <a:gd name="connsiteX11189" fmla="*/ 523382 w 10450132"/>
              <a:gd name="connsiteY11189" fmla="*/ 1102775 h 5450835"/>
              <a:gd name="connsiteX11190" fmla="*/ 514319 w 10450132"/>
              <a:gd name="connsiteY11190" fmla="*/ 1102775 h 5450835"/>
              <a:gd name="connsiteX11191" fmla="*/ 513531 w 10450132"/>
              <a:gd name="connsiteY11191" fmla="*/ 1102313 h 5450835"/>
              <a:gd name="connsiteX11192" fmla="*/ 508998 w 10450132"/>
              <a:gd name="connsiteY11192" fmla="*/ 1094430 h 5450835"/>
              <a:gd name="connsiteX11193" fmla="*/ 508998 w 10450132"/>
              <a:gd name="connsiteY11193" fmla="*/ 1093575 h 5450835"/>
              <a:gd name="connsiteX11194" fmla="*/ 513531 w 10450132"/>
              <a:gd name="connsiteY11194" fmla="*/ 1085700 h 5450835"/>
              <a:gd name="connsiteX11195" fmla="*/ 514319 w 10450132"/>
              <a:gd name="connsiteY11195" fmla="*/ 1085237 h 5450835"/>
              <a:gd name="connsiteX11196" fmla="*/ 6619714 w 10450132"/>
              <a:gd name="connsiteY11196" fmla="*/ 1085236 h 5450835"/>
              <a:gd name="connsiteX11197" fmla="*/ 6628778 w 10450132"/>
              <a:gd name="connsiteY11197" fmla="*/ 1085236 h 5450835"/>
              <a:gd name="connsiteX11198" fmla="*/ 6629566 w 10450132"/>
              <a:gd name="connsiteY11198" fmla="*/ 1085695 h 5450835"/>
              <a:gd name="connsiteX11199" fmla="*/ 6634099 w 10450132"/>
              <a:gd name="connsiteY11199" fmla="*/ 1093574 h 5450835"/>
              <a:gd name="connsiteX11200" fmla="*/ 6634099 w 10450132"/>
              <a:gd name="connsiteY11200" fmla="*/ 1094428 h 5450835"/>
              <a:gd name="connsiteX11201" fmla="*/ 6629566 w 10450132"/>
              <a:gd name="connsiteY11201" fmla="*/ 1102313 h 5450835"/>
              <a:gd name="connsiteX11202" fmla="*/ 6628778 w 10450132"/>
              <a:gd name="connsiteY11202" fmla="*/ 1102770 h 5450835"/>
              <a:gd name="connsiteX11203" fmla="*/ 6619714 w 10450132"/>
              <a:gd name="connsiteY11203" fmla="*/ 1102770 h 5450835"/>
              <a:gd name="connsiteX11204" fmla="*/ 6618926 w 10450132"/>
              <a:gd name="connsiteY11204" fmla="*/ 1102313 h 5450835"/>
              <a:gd name="connsiteX11205" fmla="*/ 6614394 w 10450132"/>
              <a:gd name="connsiteY11205" fmla="*/ 1094428 h 5450835"/>
              <a:gd name="connsiteX11206" fmla="*/ 6614394 w 10450132"/>
              <a:gd name="connsiteY11206" fmla="*/ 1093574 h 5450835"/>
              <a:gd name="connsiteX11207" fmla="*/ 6618926 w 10450132"/>
              <a:gd name="connsiteY11207" fmla="*/ 1085695 h 5450835"/>
              <a:gd name="connsiteX11208" fmla="*/ 6619714 w 10450132"/>
              <a:gd name="connsiteY11208" fmla="*/ 1085236 h 5450835"/>
              <a:gd name="connsiteX11209" fmla="*/ 3821513 w 10450132"/>
              <a:gd name="connsiteY11209" fmla="*/ 1085236 h 5450835"/>
              <a:gd name="connsiteX11210" fmla="*/ 3830578 w 10450132"/>
              <a:gd name="connsiteY11210" fmla="*/ 1085236 h 5450835"/>
              <a:gd name="connsiteX11211" fmla="*/ 3831365 w 10450132"/>
              <a:gd name="connsiteY11211" fmla="*/ 1085698 h 5450835"/>
              <a:gd name="connsiteX11212" fmla="*/ 3835899 w 10450132"/>
              <a:gd name="connsiteY11212" fmla="*/ 1093575 h 5450835"/>
              <a:gd name="connsiteX11213" fmla="*/ 3835899 w 10450132"/>
              <a:gd name="connsiteY11213" fmla="*/ 1094430 h 5450835"/>
              <a:gd name="connsiteX11214" fmla="*/ 3831365 w 10450132"/>
              <a:gd name="connsiteY11214" fmla="*/ 1102313 h 5450835"/>
              <a:gd name="connsiteX11215" fmla="*/ 3830578 w 10450132"/>
              <a:gd name="connsiteY11215" fmla="*/ 1102775 h 5450835"/>
              <a:gd name="connsiteX11216" fmla="*/ 3821513 w 10450132"/>
              <a:gd name="connsiteY11216" fmla="*/ 1102775 h 5450835"/>
              <a:gd name="connsiteX11217" fmla="*/ 3820723 w 10450132"/>
              <a:gd name="connsiteY11217" fmla="*/ 1102313 h 5450835"/>
              <a:gd name="connsiteX11218" fmla="*/ 3816193 w 10450132"/>
              <a:gd name="connsiteY11218" fmla="*/ 1094430 h 5450835"/>
              <a:gd name="connsiteX11219" fmla="*/ 3816193 w 10450132"/>
              <a:gd name="connsiteY11219" fmla="*/ 1093575 h 5450835"/>
              <a:gd name="connsiteX11220" fmla="*/ 3820723 w 10450132"/>
              <a:gd name="connsiteY11220" fmla="*/ 1085698 h 5450835"/>
              <a:gd name="connsiteX11221" fmla="*/ 3821513 w 10450132"/>
              <a:gd name="connsiteY11221" fmla="*/ 1085236 h 5450835"/>
              <a:gd name="connsiteX11222" fmla="*/ 5602126 w 10450132"/>
              <a:gd name="connsiteY11222" fmla="*/ 1085234 h 5450835"/>
              <a:gd name="connsiteX11223" fmla="*/ 5611191 w 10450132"/>
              <a:gd name="connsiteY11223" fmla="*/ 1085234 h 5450835"/>
              <a:gd name="connsiteX11224" fmla="*/ 5611979 w 10450132"/>
              <a:gd name="connsiteY11224" fmla="*/ 1085692 h 5450835"/>
              <a:gd name="connsiteX11225" fmla="*/ 5616511 w 10450132"/>
              <a:gd name="connsiteY11225" fmla="*/ 1093574 h 5450835"/>
              <a:gd name="connsiteX11226" fmla="*/ 5616511 w 10450132"/>
              <a:gd name="connsiteY11226" fmla="*/ 1094427 h 5450835"/>
              <a:gd name="connsiteX11227" fmla="*/ 5611979 w 10450132"/>
              <a:gd name="connsiteY11227" fmla="*/ 1102310 h 5450835"/>
              <a:gd name="connsiteX11228" fmla="*/ 5611191 w 10450132"/>
              <a:gd name="connsiteY11228" fmla="*/ 1102769 h 5450835"/>
              <a:gd name="connsiteX11229" fmla="*/ 5602126 w 10450132"/>
              <a:gd name="connsiteY11229" fmla="*/ 1102769 h 5450835"/>
              <a:gd name="connsiteX11230" fmla="*/ 5601338 w 10450132"/>
              <a:gd name="connsiteY11230" fmla="*/ 1102310 h 5450835"/>
              <a:gd name="connsiteX11231" fmla="*/ 5596807 w 10450132"/>
              <a:gd name="connsiteY11231" fmla="*/ 1094427 h 5450835"/>
              <a:gd name="connsiteX11232" fmla="*/ 5596807 w 10450132"/>
              <a:gd name="connsiteY11232" fmla="*/ 1093574 h 5450835"/>
              <a:gd name="connsiteX11233" fmla="*/ 5601338 w 10450132"/>
              <a:gd name="connsiteY11233" fmla="*/ 1085692 h 5450835"/>
              <a:gd name="connsiteX11234" fmla="*/ 5602126 w 10450132"/>
              <a:gd name="connsiteY11234" fmla="*/ 1085234 h 5450835"/>
              <a:gd name="connsiteX11235" fmla="*/ 2295088 w 10450132"/>
              <a:gd name="connsiteY11235" fmla="*/ 1085234 h 5450835"/>
              <a:gd name="connsiteX11236" fmla="*/ 2304152 w 10450132"/>
              <a:gd name="connsiteY11236" fmla="*/ 1085234 h 5450835"/>
              <a:gd name="connsiteX11237" fmla="*/ 2304940 w 10450132"/>
              <a:gd name="connsiteY11237" fmla="*/ 1085692 h 5450835"/>
              <a:gd name="connsiteX11238" fmla="*/ 2309472 w 10450132"/>
              <a:gd name="connsiteY11238" fmla="*/ 1093571 h 5450835"/>
              <a:gd name="connsiteX11239" fmla="*/ 2309472 w 10450132"/>
              <a:gd name="connsiteY11239" fmla="*/ 1094427 h 5450835"/>
              <a:gd name="connsiteX11240" fmla="*/ 2304940 w 10450132"/>
              <a:gd name="connsiteY11240" fmla="*/ 1102307 h 5450835"/>
              <a:gd name="connsiteX11241" fmla="*/ 2304152 w 10450132"/>
              <a:gd name="connsiteY11241" fmla="*/ 1102769 h 5450835"/>
              <a:gd name="connsiteX11242" fmla="*/ 2295088 w 10450132"/>
              <a:gd name="connsiteY11242" fmla="*/ 1102769 h 5450835"/>
              <a:gd name="connsiteX11243" fmla="*/ 2294299 w 10450132"/>
              <a:gd name="connsiteY11243" fmla="*/ 1102307 h 5450835"/>
              <a:gd name="connsiteX11244" fmla="*/ 2289768 w 10450132"/>
              <a:gd name="connsiteY11244" fmla="*/ 1094427 h 5450835"/>
              <a:gd name="connsiteX11245" fmla="*/ 2289768 w 10450132"/>
              <a:gd name="connsiteY11245" fmla="*/ 1093571 h 5450835"/>
              <a:gd name="connsiteX11246" fmla="*/ 2294299 w 10450132"/>
              <a:gd name="connsiteY11246" fmla="*/ 1085692 h 5450835"/>
              <a:gd name="connsiteX11247" fmla="*/ 2295088 w 10450132"/>
              <a:gd name="connsiteY11247" fmla="*/ 1085234 h 5450835"/>
              <a:gd name="connsiteX11248" fmla="*/ 1277516 w 10450132"/>
              <a:gd name="connsiteY11248" fmla="*/ 1085234 h 5450835"/>
              <a:gd name="connsiteX11249" fmla="*/ 1286580 w 10450132"/>
              <a:gd name="connsiteY11249" fmla="*/ 1085234 h 5450835"/>
              <a:gd name="connsiteX11250" fmla="*/ 1287369 w 10450132"/>
              <a:gd name="connsiteY11250" fmla="*/ 1085695 h 5450835"/>
              <a:gd name="connsiteX11251" fmla="*/ 1291901 w 10450132"/>
              <a:gd name="connsiteY11251" fmla="*/ 1093574 h 5450835"/>
              <a:gd name="connsiteX11252" fmla="*/ 1291901 w 10450132"/>
              <a:gd name="connsiteY11252" fmla="*/ 1094427 h 5450835"/>
              <a:gd name="connsiteX11253" fmla="*/ 1287369 w 10450132"/>
              <a:gd name="connsiteY11253" fmla="*/ 1102310 h 5450835"/>
              <a:gd name="connsiteX11254" fmla="*/ 1286580 w 10450132"/>
              <a:gd name="connsiteY11254" fmla="*/ 1102769 h 5450835"/>
              <a:gd name="connsiteX11255" fmla="*/ 1277516 w 10450132"/>
              <a:gd name="connsiteY11255" fmla="*/ 1102769 h 5450835"/>
              <a:gd name="connsiteX11256" fmla="*/ 1276726 w 10450132"/>
              <a:gd name="connsiteY11256" fmla="*/ 1102310 h 5450835"/>
              <a:gd name="connsiteX11257" fmla="*/ 1272195 w 10450132"/>
              <a:gd name="connsiteY11257" fmla="*/ 1094427 h 5450835"/>
              <a:gd name="connsiteX11258" fmla="*/ 1272195 w 10450132"/>
              <a:gd name="connsiteY11258" fmla="*/ 1093574 h 5450835"/>
              <a:gd name="connsiteX11259" fmla="*/ 1276726 w 10450132"/>
              <a:gd name="connsiteY11259" fmla="*/ 1085695 h 5450835"/>
              <a:gd name="connsiteX11260" fmla="*/ 1277516 w 10450132"/>
              <a:gd name="connsiteY11260" fmla="*/ 1085234 h 5450835"/>
              <a:gd name="connsiteX11261" fmla="*/ 5535 w 10450132"/>
              <a:gd name="connsiteY11261" fmla="*/ 1085226 h 5450835"/>
              <a:gd name="connsiteX11262" fmla="*/ 14597 w 10450132"/>
              <a:gd name="connsiteY11262" fmla="*/ 1085226 h 5450835"/>
              <a:gd name="connsiteX11263" fmla="*/ 15385 w 10450132"/>
              <a:gd name="connsiteY11263" fmla="*/ 1085685 h 5450835"/>
              <a:gd name="connsiteX11264" fmla="*/ 19918 w 10450132"/>
              <a:gd name="connsiteY11264" fmla="*/ 1093564 h 5450835"/>
              <a:gd name="connsiteX11265" fmla="*/ 19918 w 10450132"/>
              <a:gd name="connsiteY11265" fmla="*/ 1094419 h 5450835"/>
              <a:gd name="connsiteX11266" fmla="*/ 15385 w 10450132"/>
              <a:gd name="connsiteY11266" fmla="*/ 1102302 h 5450835"/>
              <a:gd name="connsiteX11267" fmla="*/ 14597 w 10450132"/>
              <a:gd name="connsiteY11267" fmla="*/ 1102760 h 5450835"/>
              <a:gd name="connsiteX11268" fmla="*/ 5535 w 10450132"/>
              <a:gd name="connsiteY11268" fmla="*/ 1102760 h 5450835"/>
              <a:gd name="connsiteX11269" fmla="*/ 4745 w 10450132"/>
              <a:gd name="connsiteY11269" fmla="*/ 1102302 h 5450835"/>
              <a:gd name="connsiteX11270" fmla="*/ 213 w 10450132"/>
              <a:gd name="connsiteY11270" fmla="*/ 1094419 h 5450835"/>
              <a:gd name="connsiteX11271" fmla="*/ 213 w 10450132"/>
              <a:gd name="connsiteY11271" fmla="*/ 1093564 h 5450835"/>
              <a:gd name="connsiteX11272" fmla="*/ 4745 w 10450132"/>
              <a:gd name="connsiteY11272" fmla="*/ 1085685 h 5450835"/>
              <a:gd name="connsiteX11273" fmla="*/ 5535 w 10450132"/>
              <a:gd name="connsiteY11273" fmla="*/ 1085226 h 5450835"/>
              <a:gd name="connsiteX11274" fmla="*/ 9418035 w 10450132"/>
              <a:gd name="connsiteY11274" fmla="*/ 1085221 h 5450835"/>
              <a:gd name="connsiteX11275" fmla="*/ 9427099 w 10450132"/>
              <a:gd name="connsiteY11275" fmla="*/ 1085221 h 5450835"/>
              <a:gd name="connsiteX11276" fmla="*/ 9427887 w 10450132"/>
              <a:gd name="connsiteY11276" fmla="*/ 1085680 h 5450835"/>
              <a:gd name="connsiteX11277" fmla="*/ 9432419 w 10450132"/>
              <a:gd name="connsiteY11277" fmla="*/ 1093561 h 5450835"/>
              <a:gd name="connsiteX11278" fmla="*/ 9432419 w 10450132"/>
              <a:gd name="connsiteY11278" fmla="*/ 1094415 h 5450835"/>
              <a:gd name="connsiteX11279" fmla="*/ 9427887 w 10450132"/>
              <a:gd name="connsiteY11279" fmla="*/ 1102297 h 5450835"/>
              <a:gd name="connsiteX11280" fmla="*/ 9427099 w 10450132"/>
              <a:gd name="connsiteY11280" fmla="*/ 1102759 h 5450835"/>
              <a:gd name="connsiteX11281" fmla="*/ 9418035 w 10450132"/>
              <a:gd name="connsiteY11281" fmla="*/ 1102759 h 5450835"/>
              <a:gd name="connsiteX11282" fmla="*/ 9417247 w 10450132"/>
              <a:gd name="connsiteY11282" fmla="*/ 1102297 h 5450835"/>
              <a:gd name="connsiteX11283" fmla="*/ 9412714 w 10450132"/>
              <a:gd name="connsiteY11283" fmla="*/ 1094415 h 5450835"/>
              <a:gd name="connsiteX11284" fmla="*/ 9412714 w 10450132"/>
              <a:gd name="connsiteY11284" fmla="*/ 1093561 h 5450835"/>
              <a:gd name="connsiteX11285" fmla="*/ 9417247 w 10450132"/>
              <a:gd name="connsiteY11285" fmla="*/ 1085680 h 5450835"/>
              <a:gd name="connsiteX11286" fmla="*/ 9418035 w 10450132"/>
              <a:gd name="connsiteY11286" fmla="*/ 1085221 h 5450835"/>
              <a:gd name="connsiteX11287" fmla="*/ 768643 w 10450132"/>
              <a:gd name="connsiteY11287" fmla="*/ 1085212 h 5450835"/>
              <a:gd name="connsiteX11288" fmla="*/ 777705 w 10450132"/>
              <a:gd name="connsiteY11288" fmla="*/ 1085212 h 5450835"/>
              <a:gd name="connsiteX11289" fmla="*/ 778494 w 10450132"/>
              <a:gd name="connsiteY11289" fmla="*/ 1085673 h 5450835"/>
              <a:gd name="connsiteX11290" fmla="*/ 783026 w 10450132"/>
              <a:gd name="connsiteY11290" fmla="*/ 1093553 h 5450835"/>
              <a:gd name="connsiteX11291" fmla="*/ 783026 w 10450132"/>
              <a:gd name="connsiteY11291" fmla="*/ 1094406 h 5450835"/>
              <a:gd name="connsiteX11292" fmla="*/ 778494 w 10450132"/>
              <a:gd name="connsiteY11292" fmla="*/ 1102290 h 5450835"/>
              <a:gd name="connsiteX11293" fmla="*/ 777705 w 10450132"/>
              <a:gd name="connsiteY11293" fmla="*/ 1102750 h 5450835"/>
              <a:gd name="connsiteX11294" fmla="*/ 768643 w 10450132"/>
              <a:gd name="connsiteY11294" fmla="*/ 1102750 h 5450835"/>
              <a:gd name="connsiteX11295" fmla="*/ 767855 w 10450132"/>
              <a:gd name="connsiteY11295" fmla="*/ 1102290 h 5450835"/>
              <a:gd name="connsiteX11296" fmla="*/ 763321 w 10450132"/>
              <a:gd name="connsiteY11296" fmla="*/ 1094406 h 5450835"/>
              <a:gd name="connsiteX11297" fmla="*/ 763321 w 10450132"/>
              <a:gd name="connsiteY11297" fmla="*/ 1093553 h 5450835"/>
              <a:gd name="connsiteX11298" fmla="*/ 767855 w 10450132"/>
              <a:gd name="connsiteY11298" fmla="*/ 1085673 h 5450835"/>
              <a:gd name="connsiteX11299" fmla="*/ 768643 w 10450132"/>
              <a:gd name="connsiteY11299" fmla="*/ 1085212 h 5450835"/>
              <a:gd name="connsiteX11300" fmla="*/ 7382923 w 10450132"/>
              <a:gd name="connsiteY11300" fmla="*/ 1085211 h 5450835"/>
              <a:gd name="connsiteX11301" fmla="*/ 7391987 w 10450132"/>
              <a:gd name="connsiteY11301" fmla="*/ 1085211 h 5450835"/>
              <a:gd name="connsiteX11302" fmla="*/ 7392775 w 10450132"/>
              <a:gd name="connsiteY11302" fmla="*/ 1085671 h 5450835"/>
              <a:gd name="connsiteX11303" fmla="*/ 7397307 w 10450132"/>
              <a:gd name="connsiteY11303" fmla="*/ 1093553 h 5450835"/>
              <a:gd name="connsiteX11304" fmla="*/ 7397307 w 10450132"/>
              <a:gd name="connsiteY11304" fmla="*/ 1094406 h 5450835"/>
              <a:gd name="connsiteX11305" fmla="*/ 7392775 w 10450132"/>
              <a:gd name="connsiteY11305" fmla="*/ 1102286 h 5450835"/>
              <a:gd name="connsiteX11306" fmla="*/ 7391987 w 10450132"/>
              <a:gd name="connsiteY11306" fmla="*/ 1102747 h 5450835"/>
              <a:gd name="connsiteX11307" fmla="*/ 7382923 w 10450132"/>
              <a:gd name="connsiteY11307" fmla="*/ 1102747 h 5450835"/>
              <a:gd name="connsiteX11308" fmla="*/ 7382135 w 10450132"/>
              <a:gd name="connsiteY11308" fmla="*/ 1102286 h 5450835"/>
              <a:gd name="connsiteX11309" fmla="*/ 7377602 w 10450132"/>
              <a:gd name="connsiteY11309" fmla="*/ 1094406 h 5450835"/>
              <a:gd name="connsiteX11310" fmla="*/ 7377602 w 10450132"/>
              <a:gd name="connsiteY11310" fmla="*/ 1093553 h 5450835"/>
              <a:gd name="connsiteX11311" fmla="*/ 7382135 w 10450132"/>
              <a:gd name="connsiteY11311" fmla="*/ 1085671 h 5450835"/>
              <a:gd name="connsiteX11312" fmla="*/ 7382923 w 10450132"/>
              <a:gd name="connsiteY11312" fmla="*/ 1085211 h 5450835"/>
              <a:gd name="connsiteX11313" fmla="*/ 259881 w 10450132"/>
              <a:gd name="connsiteY11313" fmla="*/ 1085211 h 5450835"/>
              <a:gd name="connsiteX11314" fmla="*/ 268946 w 10450132"/>
              <a:gd name="connsiteY11314" fmla="*/ 1085211 h 5450835"/>
              <a:gd name="connsiteX11315" fmla="*/ 269734 w 10450132"/>
              <a:gd name="connsiteY11315" fmla="*/ 1085671 h 5450835"/>
              <a:gd name="connsiteX11316" fmla="*/ 274266 w 10450132"/>
              <a:gd name="connsiteY11316" fmla="*/ 1093553 h 5450835"/>
              <a:gd name="connsiteX11317" fmla="*/ 274266 w 10450132"/>
              <a:gd name="connsiteY11317" fmla="*/ 1094406 h 5450835"/>
              <a:gd name="connsiteX11318" fmla="*/ 269734 w 10450132"/>
              <a:gd name="connsiteY11318" fmla="*/ 1102286 h 5450835"/>
              <a:gd name="connsiteX11319" fmla="*/ 268946 w 10450132"/>
              <a:gd name="connsiteY11319" fmla="*/ 1102747 h 5450835"/>
              <a:gd name="connsiteX11320" fmla="*/ 259881 w 10450132"/>
              <a:gd name="connsiteY11320" fmla="*/ 1102747 h 5450835"/>
              <a:gd name="connsiteX11321" fmla="*/ 259093 w 10450132"/>
              <a:gd name="connsiteY11321" fmla="*/ 1102286 h 5450835"/>
              <a:gd name="connsiteX11322" fmla="*/ 254561 w 10450132"/>
              <a:gd name="connsiteY11322" fmla="*/ 1094406 h 5450835"/>
              <a:gd name="connsiteX11323" fmla="*/ 254561 w 10450132"/>
              <a:gd name="connsiteY11323" fmla="*/ 1093553 h 5450835"/>
              <a:gd name="connsiteX11324" fmla="*/ 259093 w 10450132"/>
              <a:gd name="connsiteY11324" fmla="*/ 1085671 h 5450835"/>
              <a:gd name="connsiteX11325" fmla="*/ 259881 w 10450132"/>
              <a:gd name="connsiteY11325" fmla="*/ 1085211 h 5450835"/>
              <a:gd name="connsiteX11326" fmla="*/ 10435622 w 10450132"/>
              <a:gd name="connsiteY11326" fmla="*/ 1085203 h 5450835"/>
              <a:gd name="connsiteX11327" fmla="*/ 10444686 w 10450132"/>
              <a:gd name="connsiteY11327" fmla="*/ 1085203 h 5450835"/>
              <a:gd name="connsiteX11328" fmla="*/ 10445474 w 10450132"/>
              <a:gd name="connsiteY11328" fmla="*/ 1085663 h 5450835"/>
              <a:gd name="connsiteX11329" fmla="*/ 10450007 w 10450132"/>
              <a:gd name="connsiteY11329" fmla="*/ 1093543 h 5450835"/>
              <a:gd name="connsiteX11330" fmla="*/ 10450007 w 10450132"/>
              <a:gd name="connsiteY11330" fmla="*/ 1094396 h 5450835"/>
              <a:gd name="connsiteX11331" fmla="*/ 10445474 w 10450132"/>
              <a:gd name="connsiteY11331" fmla="*/ 1102281 h 5450835"/>
              <a:gd name="connsiteX11332" fmla="*/ 10444686 w 10450132"/>
              <a:gd name="connsiteY11332" fmla="*/ 1102740 h 5450835"/>
              <a:gd name="connsiteX11333" fmla="*/ 10435622 w 10450132"/>
              <a:gd name="connsiteY11333" fmla="*/ 1102740 h 5450835"/>
              <a:gd name="connsiteX11334" fmla="*/ 10434834 w 10450132"/>
              <a:gd name="connsiteY11334" fmla="*/ 1102281 h 5450835"/>
              <a:gd name="connsiteX11335" fmla="*/ 10430302 w 10450132"/>
              <a:gd name="connsiteY11335" fmla="*/ 1094396 h 5450835"/>
              <a:gd name="connsiteX11336" fmla="*/ 10430302 w 10450132"/>
              <a:gd name="connsiteY11336" fmla="*/ 1093543 h 5450835"/>
              <a:gd name="connsiteX11337" fmla="*/ 10434834 w 10450132"/>
              <a:gd name="connsiteY11337" fmla="*/ 1085663 h 5450835"/>
              <a:gd name="connsiteX11338" fmla="*/ 10435622 w 10450132"/>
              <a:gd name="connsiteY11338" fmla="*/ 1085203 h 5450835"/>
              <a:gd name="connsiteX11339" fmla="*/ 9672481 w 10450132"/>
              <a:gd name="connsiteY11339" fmla="*/ 1085203 h 5450835"/>
              <a:gd name="connsiteX11340" fmla="*/ 9681545 w 10450132"/>
              <a:gd name="connsiteY11340" fmla="*/ 1085203 h 5450835"/>
              <a:gd name="connsiteX11341" fmla="*/ 9682333 w 10450132"/>
              <a:gd name="connsiteY11341" fmla="*/ 1085663 h 5450835"/>
              <a:gd name="connsiteX11342" fmla="*/ 9686865 w 10450132"/>
              <a:gd name="connsiteY11342" fmla="*/ 1093543 h 5450835"/>
              <a:gd name="connsiteX11343" fmla="*/ 9686865 w 10450132"/>
              <a:gd name="connsiteY11343" fmla="*/ 1094396 h 5450835"/>
              <a:gd name="connsiteX11344" fmla="*/ 9682333 w 10450132"/>
              <a:gd name="connsiteY11344" fmla="*/ 1102278 h 5450835"/>
              <a:gd name="connsiteX11345" fmla="*/ 9681545 w 10450132"/>
              <a:gd name="connsiteY11345" fmla="*/ 1102740 h 5450835"/>
              <a:gd name="connsiteX11346" fmla="*/ 9672481 w 10450132"/>
              <a:gd name="connsiteY11346" fmla="*/ 1102740 h 5450835"/>
              <a:gd name="connsiteX11347" fmla="*/ 9671693 w 10450132"/>
              <a:gd name="connsiteY11347" fmla="*/ 1102278 h 5450835"/>
              <a:gd name="connsiteX11348" fmla="*/ 9667160 w 10450132"/>
              <a:gd name="connsiteY11348" fmla="*/ 1094396 h 5450835"/>
              <a:gd name="connsiteX11349" fmla="*/ 9667160 w 10450132"/>
              <a:gd name="connsiteY11349" fmla="*/ 1093543 h 5450835"/>
              <a:gd name="connsiteX11350" fmla="*/ 9671693 w 10450132"/>
              <a:gd name="connsiteY11350" fmla="*/ 1085663 h 5450835"/>
              <a:gd name="connsiteX11351" fmla="*/ 9672481 w 10450132"/>
              <a:gd name="connsiteY11351" fmla="*/ 1085203 h 5450835"/>
              <a:gd name="connsiteX11352" fmla="*/ 4330157 w 10450132"/>
              <a:gd name="connsiteY11352" fmla="*/ 1085198 h 5450835"/>
              <a:gd name="connsiteX11353" fmla="*/ 4339222 w 10450132"/>
              <a:gd name="connsiteY11353" fmla="*/ 1085198 h 5450835"/>
              <a:gd name="connsiteX11354" fmla="*/ 4340010 w 10450132"/>
              <a:gd name="connsiteY11354" fmla="*/ 1085656 h 5450835"/>
              <a:gd name="connsiteX11355" fmla="*/ 4344540 w 10450132"/>
              <a:gd name="connsiteY11355" fmla="*/ 1093538 h 5450835"/>
              <a:gd name="connsiteX11356" fmla="*/ 4344540 w 10450132"/>
              <a:gd name="connsiteY11356" fmla="*/ 1094392 h 5450835"/>
              <a:gd name="connsiteX11357" fmla="*/ 4340010 w 10450132"/>
              <a:gd name="connsiteY11357" fmla="*/ 1102274 h 5450835"/>
              <a:gd name="connsiteX11358" fmla="*/ 4339222 w 10450132"/>
              <a:gd name="connsiteY11358" fmla="*/ 1102734 h 5450835"/>
              <a:gd name="connsiteX11359" fmla="*/ 4330157 w 10450132"/>
              <a:gd name="connsiteY11359" fmla="*/ 1102734 h 5450835"/>
              <a:gd name="connsiteX11360" fmla="*/ 4329369 w 10450132"/>
              <a:gd name="connsiteY11360" fmla="*/ 1102274 h 5450835"/>
              <a:gd name="connsiteX11361" fmla="*/ 4324836 w 10450132"/>
              <a:gd name="connsiteY11361" fmla="*/ 1094392 h 5450835"/>
              <a:gd name="connsiteX11362" fmla="*/ 4324836 w 10450132"/>
              <a:gd name="connsiteY11362" fmla="*/ 1093538 h 5450835"/>
              <a:gd name="connsiteX11363" fmla="*/ 4329369 w 10450132"/>
              <a:gd name="connsiteY11363" fmla="*/ 1085656 h 5450835"/>
              <a:gd name="connsiteX11364" fmla="*/ 4330157 w 10450132"/>
              <a:gd name="connsiteY11364" fmla="*/ 1085198 h 5450835"/>
              <a:gd name="connsiteX11365" fmla="*/ 7637304 w 10450132"/>
              <a:gd name="connsiteY11365" fmla="*/ 1085194 h 5450835"/>
              <a:gd name="connsiteX11366" fmla="*/ 7646367 w 10450132"/>
              <a:gd name="connsiteY11366" fmla="*/ 1085194 h 5450835"/>
              <a:gd name="connsiteX11367" fmla="*/ 7647156 w 10450132"/>
              <a:gd name="connsiteY11367" fmla="*/ 1085653 h 5450835"/>
              <a:gd name="connsiteX11368" fmla="*/ 7651687 w 10450132"/>
              <a:gd name="connsiteY11368" fmla="*/ 1093536 h 5450835"/>
              <a:gd name="connsiteX11369" fmla="*/ 7651687 w 10450132"/>
              <a:gd name="connsiteY11369" fmla="*/ 1094388 h 5450835"/>
              <a:gd name="connsiteX11370" fmla="*/ 7647156 w 10450132"/>
              <a:gd name="connsiteY11370" fmla="*/ 1102272 h 5450835"/>
              <a:gd name="connsiteX11371" fmla="*/ 7646367 w 10450132"/>
              <a:gd name="connsiteY11371" fmla="*/ 1102732 h 5450835"/>
              <a:gd name="connsiteX11372" fmla="*/ 7637304 w 10450132"/>
              <a:gd name="connsiteY11372" fmla="*/ 1102732 h 5450835"/>
              <a:gd name="connsiteX11373" fmla="*/ 7636516 w 10450132"/>
              <a:gd name="connsiteY11373" fmla="*/ 1102272 h 5450835"/>
              <a:gd name="connsiteX11374" fmla="*/ 7631983 w 10450132"/>
              <a:gd name="connsiteY11374" fmla="*/ 1094388 h 5450835"/>
              <a:gd name="connsiteX11375" fmla="*/ 7631983 w 10450132"/>
              <a:gd name="connsiteY11375" fmla="*/ 1093536 h 5450835"/>
              <a:gd name="connsiteX11376" fmla="*/ 7636516 w 10450132"/>
              <a:gd name="connsiteY11376" fmla="*/ 1085653 h 5450835"/>
              <a:gd name="connsiteX11377" fmla="*/ 7637304 w 10450132"/>
              <a:gd name="connsiteY11377" fmla="*/ 1085194 h 5450835"/>
              <a:gd name="connsiteX11378" fmla="*/ 10181242 w 10450132"/>
              <a:gd name="connsiteY11378" fmla="*/ 1085190 h 5450835"/>
              <a:gd name="connsiteX11379" fmla="*/ 10190305 w 10450132"/>
              <a:gd name="connsiteY11379" fmla="*/ 1085190 h 5450835"/>
              <a:gd name="connsiteX11380" fmla="*/ 10191093 w 10450132"/>
              <a:gd name="connsiteY11380" fmla="*/ 1085649 h 5450835"/>
              <a:gd name="connsiteX11381" fmla="*/ 10195626 w 10450132"/>
              <a:gd name="connsiteY11381" fmla="*/ 1093530 h 5450835"/>
              <a:gd name="connsiteX11382" fmla="*/ 10195626 w 10450132"/>
              <a:gd name="connsiteY11382" fmla="*/ 1094383 h 5450835"/>
              <a:gd name="connsiteX11383" fmla="*/ 10191093 w 10450132"/>
              <a:gd name="connsiteY11383" fmla="*/ 1102265 h 5450835"/>
              <a:gd name="connsiteX11384" fmla="*/ 10190305 w 10450132"/>
              <a:gd name="connsiteY11384" fmla="*/ 1102725 h 5450835"/>
              <a:gd name="connsiteX11385" fmla="*/ 10181242 w 10450132"/>
              <a:gd name="connsiteY11385" fmla="*/ 1102725 h 5450835"/>
              <a:gd name="connsiteX11386" fmla="*/ 10180453 w 10450132"/>
              <a:gd name="connsiteY11386" fmla="*/ 1102265 h 5450835"/>
              <a:gd name="connsiteX11387" fmla="*/ 10175922 w 10450132"/>
              <a:gd name="connsiteY11387" fmla="*/ 1094383 h 5450835"/>
              <a:gd name="connsiteX11388" fmla="*/ 10175922 w 10450132"/>
              <a:gd name="connsiteY11388" fmla="*/ 1093530 h 5450835"/>
              <a:gd name="connsiteX11389" fmla="*/ 10180453 w 10450132"/>
              <a:gd name="connsiteY11389" fmla="*/ 1085649 h 5450835"/>
              <a:gd name="connsiteX11390" fmla="*/ 10181242 w 10450132"/>
              <a:gd name="connsiteY11390" fmla="*/ 1085190 h 5450835"/>
              <a:gd name="connsiteX11391" fmla="*/ 2803772 w 10450132"/>
              <a:gd name="connsiteY11391" fmla="*/ 1085190 h 5450835"/>
              <a:gd name="connsiteX11392" fmla="*/ 2812836 w 10450132"/>
              <a:gd name="connsiteY11392" fmla="*/ 1085190 h 5450835"/>
              <a:gd name="connsiteX11393" fmla="*/ 2813624 w 10450132"/>
              <a:gd name="connsiteY11393" fmla="*/ 1085649 h 5450835"/>
              <a:gd name="connsiteX11394" fmla="*/ 2818156 w 10450132"/>
              <a:gd name="connsiteY11394" fmla="*/ 1093530 h 5450835"/>
              <a:gd name="connsiteX11395" fmla="*/ 2818156 w 10450132"/>
              <a:gd name="connsiteY11395" fmla="*/ 1094383 h 5450835"/>
              <a:gd name="connsiteX11396" fmla="*/ 2813624 w 10450132"/>
              <a:gd name="connsiteY11396" fmla="*/ 1102265 h 5450835"/>
              <a:gd name="connsiteX11397" fmla="*/ 2812836 w 10450132"/>
              <a:gd name="connsiteY11397" fmla="*/ 1102725 h 5450835"/>
              <a:gd name="connsiteX11398" fmla="*/ 2803772 w 10450132"/>
              <a:gd name="connsiteY11398" fmla="*/ 1102725 h 5450835"/>
              <a:gd name="connsiteX11399" fmla="*/ 2802983 w 10450132"/>
              <a:gd name="connsiteY11399" fmla="*/ 1102265 h 5450835"/>
              <a:gd name="connsiteX11400" fmla="*/ 2798451 w 10450132"/>
              <a:gd name="connsiteY11400" fmla="*/ 1094383 h 5450835"/>
              <a:gd name="connsiteX11401" fmla="*/ 2798451 w 10450132"/>
              <a:gd name="connsiteY11401" fmla="*/ 1093530 h 5450835"/>
              <a:gd name="connsiteX11402" fmla="*/ 2802983 w 10450132"/>
              <a:gd name="connsiteY11402" fmla="*/ 1085649 h 5450835"/>
              <a:gd name="connsiteX11403" fmla="*/ 2803772 w 10450132"/>
              <a:gd name="connsiteY11403" fmla="*/ 1085190 h 5450835"/>
              <a:gd name="connsiteX11404" fmla="*/ 1786182 w 10450132"/>
              <a:gd name="connsiteY11404" fmla="*/ 1085190 h 5450835"/>
              <a:gd name="connsiteX11405" fmla="*/ 1795245 w 10450132"/>
              <a:gd name="connsiteY11405" fmla="*/ 1085190 h 5450835"/>
              <a:gd name="connsiteX11406" fmla="*/ 1796034 w 10450132"/>
              <a:gd name="connsiteY11406" fmla="*/ 1085650 h 5450835"/>
              <a:gd name="connsiteX11407" fmla="*/ 1800566 w 10450132"/>
              <a:gd name="connsiteY11407" fmla="*/ 1093530 h 5450835"/>
              <a:gd name="connsiteX11408" fmla="*/ 1800566 w 10450132"/>
              <a:gd name="connsiteY11408" fmla="*/ 1094383 h 5450835"/>
              <a:gd name="connsiteX11409" fmla="*/ 1796034 w 10450132"/>
              <a:gd name="connsiteY11409" fmla="*/ 1102265 h 5450835"/>
              <a:gd name="connsiteX11410" fmla="*/ 1795245 w 10450132"/>
              <a:gd name="connsiteY11410" fmla="*/ 1102725 h 5450835"/>
              <a:gd name="connsiteX11411" fmla="*/ 1786182 w 10450132"/>
              <a:gd name="connsiteY11411" fmla="*/ 1102725 h 5450835"/>
              <a:gd name="connsiteX11412" fmla="*/ 1785394 w 10450132"/>
              <a:gd name="connsiteY11412" fmla="*/ 1102265 h 5450835"/>
              <a:gd name="connsiteX11413" fmla="*/ 1780862 w 10450132"/>
              <a:gd name="connsiteY11413" fmla="*/ 1094383 h 5450835"/>
              <a:gd name="connsiteX11414" fmla="*/ 1780862 w 10450132"/>
              <a:gd name="connsiteY11414" fmla="*/ 1093530 h 5450835"/>
              <a:gd name="connsiteX11415" fmla="*/ 1785394 w 10450132"/>
              <a:gd name="connsiteY11415" fmla="*/ 1085650 h 5450835"/>
              <a:gd name="connsiteX11416" fmla="*/ 1786182 w 10450132"/>
              <a:gd name="connsiteY11416" fmla="*/ 1085190 h 5450835"/>
              <a:gd name="connsiteX11417" fmla="*/ 9926861 w 10450132"/>
              <a:gd name="connsiteY11417" fmla="*/ 1085185 h 5450835"/>
              <a:gd name="connsiteX11418" fmla="*/ 9935924 w 10450132"/>
              <a:gd name="connsiteY11418" fmla="*/ 1085185 h 5450835"/>
              <a:gd name="connsiteX11419" fmla="*/ 9936713 w 10450132"/>
              <a:gd name="connsiteY11419" fmla="*/ 1085644 h 5450835"/>
              <a:gd name="connsiteX11420" fmla="*/ 9941246 w 10450132"/>
              <a:gd name="connsiteY11420" fmla="*/ 1093526 h 5450835"/>
              <a:gd name="connsiteX11421" fmla="*/ 9941246 w 10450132"/>
              <a:gd name="connsiteY11421" fmla="*/ 1094381 h 5450835"/>
              <a:gd name="connsiteX11422" fmla="*/ 9936713 w 10450132"/>
              <a:gd name="connsiteY11422" fmla="*/ 1102262 h 5450835"/>
              <a:gd name="connsiteX11423" fmla="*/ 9935924 w 10450132"/>
              <a:gd name="connsiteY11423" fmla="*/ 1102722 h 5450835"/>
              <a:gd name="connsiteX11424" fmla="*/ 9926861 w 10450132"/>
              <a:gd name="connsiteY11424" fmla="*/ 1102722 h 5450835"/>
              <a:gd name="connsiteX11425" fmla="*/ 9926073 w 10450132"/>
              <a:gd name="connsiteY11425" fmla="*/ 1102262 h 5450835"/>
              <a:gd name="connsiteX11426" fmla="*/ 9921541 w 10450132"/>
              <a:gd name="connsiteY11426" fmla="*/ 1094381 h 5450835"/>
              <a:gd name="connsiteX11427" fmla="*/ 9921541 w 10450132"/>
              <a:gd name="connsiteY11427" fmla="*/ 1093526 h 5450835"/>
              <a:gd name="connsiteX11428" fmla="*/ 9926073 w 10450132"/>
              <a:gd name="connsiteY11428" fmla="*/ 1085644 h 5450835"/>
              <a:gd name="connsiteX11429" fmla="*/ 9926861 w 10450132"/>
              <a:gd name="connsiteY11429" fmla="*/ 1085185 h 5450835"/>
              <a:gd name="connsiteX11430" fmla="*/ 5347746 w 10450132"/>
              <a:gd name="connsiteY11430" fmla="*/ 1085182 h 5450835"/>
              <a:gd name="connsiteX11431" fmla="*/ 5356810 w 10450132"/>
              <a:gd name="connsiteY11431" fmla="*/ 1085182 h 5450835"/>
              <a:gd name="connsiteX11432" fmla="*/ 5357598 w 10450132"/>
              <a:gd name="connsiteY11432" fmla="*/ 1085641 h 5450835"/>
              <a:gd name="connsiteX11433" fmla="*/ 5362130 w 10450132"/>
              <a:gd name="connsiteY11433" fmla="*/ 1093524 h 5450835"/>
              <a:gd name="connsiteX11434" fmla="*/ 5362130 w 10450132"/>
              <a:gd name="connsiteY11434" fmla="*/ 1094377 h 5450835"/>
              <a:gd name="connsiteX11435" fmla="*/ 5357598 w 10450132"/>
              <a:gd name="connsiteY11435" fmla="*/ 1102260 h 5450835"/>
              <a:gd name="connsiteX11436" fmla="*/ 5356810 w 10450132"/>
              <a:gd name="connsiteY11436" fmla="*/ 1102720 h 5450835"/>
              <a:gd name="connsiteX11437" fmla="*/ 5347746 w 10450132"/>
              <a:gd name="connsiteY11437" fmla="*/ 1102720 h 5450835"/>
              <a:gd name="connsiteX11438" fmla="*/ 5346958 w 10450132"/>
              <a:gd name="connsiteY11438" fmla="*/ 1102260 h 5450835"/>
              <a:gd name="connsiteX11439" fmla="*/ 5342425 w 10450132"/>
              <a:gd name="connsiteY11439" fmla="*/ 1094377 h 5450835"/>
              <a:gd name="connsiteX11440" fmla="*/ 5342425 w 10450132"/>
              <a:gd name="connsiteY11440" fmla="*/ 1093524 h 5450835"/>
              <a:gd name="connsiteX11441" fmla="*/ 5346958 w 10450132"/>
              <a:gd name="connsiteY11441" fmla="*/ 1085641 h 5450835"/>
              <a:gd name="connsiteX11442" fmla="*/ 5347746 w 10450132"/>
              <a:gd name="connsiteY11442" fmla="*/ 1085182 h 5450835"/>
              <a:gd name="connsiteX11443" fmla="*/ 4075734 w 10450132"/>
              <a:gd name="connsiteY11443" fmla="*/ 1085182 h 5450835"/>
              <a:gd name="connsiteX11444" fmla="*/ 4084796 w 10450132"/>
              <a:gd name="connsiteY11444" fmla="*/ 1085182 h 5450835"/>
              <a:gd name="connsiteX11445" fmla="*/ 4085584 w 10450132"/>
              <a:gd name="connsiteY11445" fmla="*/ 1085641 h 5450835"/>
              <a:gd name="connsiteX11446" fmla="*/ 4090116 w 10450132"/>
              <a:gd name="connsiteY11446" fmla="*/ 1093522 h 5450835"/>
              <a:gd name="connsiteX11447" fmla="*/ 4090116 w 10450132"/>
              <a:gd name="connsiteY11447" fmla="*/ 1094377 h 5450835"/>
              <a:gd name="connsiteX11448" fmla="*/ 4085584 w 10450132"/>
              <a:gd name="connsiteY11448" fmla="*/ 1102259 h 5450835"/>
              <a:gd name="connsiteX11449" fmla="*/ 4084796 w 10450132"/>
              <a:gd name="connsiteY11449" fmla="*/ 1102720 h 5450835"/>
              <a:gd name="connsiteX11450" fmla="*/ 4075734 w 10450132"/>
              <a:gd name="connsiteY11450" fmla="*/ 1102720 h 5450835"/>
              <a:gd name="connsiteX11451" fmla="*/ 4074945 w 10450132"/>
              <a:gd name="connsiteY11451" fmla="*/ 1102259 h 5450835"/>
              <a:gd name="connsiteX11452" fmla="*/ 4070413 w 10450132"/>
              <a:gd name="connsiteY11452" fmla="*/ 1094377 h 5450835"/>
              <a:gd name="connsiteX11453" fmla="*/ 4070413 w 10450132"/>
              <a:gd name="connsiteY11453" fmla="*/ 1093522 h 5450835"/>
              <a:gd name="connsiteX11454" fmla="*/ 4074945 w 10450132"/>
              <a:gd name="connsiteY11454" fmla="*/ 1085641 h 5450835"/>
              <a:gd name="connsiteX11455" fmla="*/ 4075734 w 10450132"/>
              <a:gd name="connsiteY11455" fmla="*/ 1085182 h 5450835"/>
              <a:gd name="connsiteX11456" fmla="*/ 7891684 w 10450132"/>
              <a:gd name="connsiteY11456" fmla="*/ 1085178 h 5450835"/>
              <a:gd name="connsiteX11457" fmla="*/ 7900748 w 10450132"/>
              <a:gd name="connsiteY11457" fmla="*/ 1085178 h 5450835"/>
              <a:gd name="connsiteX11458" fmla="*/ 7901536 w 10450132"/>
              <a:gd name="connsiteY11458" fmla="*/ 1085639 h 5450835"/>
              <a:gd name="connsiteX11459" fmla="*/ 7906067 w 10450132"/>
              <a:gd name="connsiteY11459" fmla="*/ 1093520 h 5450835"/>
              <a:gd name="connsiteX11460" fmla="*/ 7906067 w 10450132"/>
              <a:gd name="connsiteY11460" fmla="*/ 1094373 h 5450835"/>
              <a:gd name="connsiteX11461" fmla="*/ 7901536 w 10450132"/>
              <a:gd name="connsiteY11461" fmla="*/ 1102257 h 5450835"/>
              <a:gd name="connsiteX11462" fmla="*/ 7900748 w 10450132"/>
              <a:gd name="connsiteY11462" fmla="*/ 1102716 h 5450835"/>
              <a:gd name="connsiteX11463" fmla="*/ 7891684 w 10450132"/>
              <a:gd name="connsiteY11463" fmla="*/ 1102716 h 5450835"/>
              <a:gd name="connsiteX11464" fmla="*/ 7890896 w 10450132"/>
              <a:gd name="connsiteY11464" fmla="*/ 1102257 h 5450835"/>
              <a:gd name="connsiteX11465" fmla="*/ 7886363 w 10450132"/>
              <a:gd name="connsiteY11465" fmla="*/ 1094373 h 5450835"/>
              <a:gd name="connsiteX11466" fmla="*/ 7886363 w 10450132"/>
              <a:gd name="connsiteY11466" fmla="*/ 1093520 h 5450835"/>
              <a:gd name="connsiteX11467" fmla="*/ 7890896 w 10450132"/>
              <a:gd name="connsiteY11467" fmla="*/ 1085639 h 5450835"/>
              <a:gd name="connsiteX11468" fmla="*/ 7891684 w 10450132"/>
              <a:gd name="connsiteY11468" fmla="*/ 1085178 h 5450835"/>
              <a:gd name="connsiteX11469" fmla="*/ 3566959 w 10450132"/>
              <a:gd name="connsiteY11469" fmla="*/ 1085178 h 5450835"/>
              <a:gd name="connsiteX11470" fmla="*/ 3576023 w 10450132"/>
              <a:gd name="connsiteY11470" fmla="*/ 1085178 h 5450835"/>
              <a:gd name="connsiteX11471" fmla="*/ 3576811 w 10450132"/>
              <a:gd name="connsiteY11471" fmla="*/ 1085639 h 5450835"/>
              <a:gd name="connsiteX11472" fmla="*/ 3581343 w 10450132"/>
              <a:gd name="connsiteY11472" fmla="*/ 1093519 h 5450835"/>
              <a:gd name="connsiteX11473" fmla="*/ 3581343 w 10450132"/>
              <a:gd name="connsiteY11473" fmla="*/ 1094373 h 5450835"/>
              <a:gd name="connsiteX11474" fmla="*/ 3576811 w 10450132"/>
              <a:gd name="connsiteY11474" fmla="*/ 1102255 h 5450835"/>
              <a:gd name="connsiteX11475" fmla="*/ 3576023 w 10450132"/>
              <a:gd name="connsiteY11475" fmla="*/ 1102715 h 5450835"/>
              <a:gd name="connsiteX11476" fmla="*/ 3566959 w 10450132"/>
              <a:gd name="connsiteY11476" fmla="*/ 1102715 h 5450835"/>
              <a:gd name="connsiteX11477" fmla="*/ 3566171 w 10450132"/>
              <a:gd name="connsiteY11477" fmla="*/ 1102255 h 5450835"/>
              <a:gd name="connsiteX11478" fmla="*/ 3561638 w 10450132"/>
              <a:gd name="connsiteY11478" fmla="*/ 1094373 h 5450835"/>
              <a:gd name="connsiteX11479" fmla="*/ 3561638 w 10450132"/>
              <a:gd name="connsiteY11479" fmla="*/ 1093519 h 5450835"/>
              <a:gd name="connsiteX11480" fmla="*/ 3566171 w 10450132"/>
              <a:gd name="connsiteY11480" fmla="*/ 1085639 h 5450835"/>
              <a:gd name="connsiteX11481" fmla="*/ 3566959 w 10450132"/>
              <a:gd name="connsiteY11481" fmla="*/ 1085178 h 5450835"/>
              <a:gd name="connsiteX11482" fmla="*/ 5602126 w 10450132"/>
              <a:gd name="connsiteY11482" fmla="*/ 868278 h 5450835"/>
              <a:gd name="connsiteX11483" fmla="*/ 5611191 w 10450132"/>
              <a:gd name="connsiteY11483" fmla="*/ 868278 h 5450835"/>
              <a:gd name="connsiteX11484" fmla="*/ 5611979 w 10450132"/>
              <a:gd name="connsiteY11484" fmla="*/ 868735 h 5450835"/>
              <a:gd name="connsiteX11485" fmla="*/ 5616511 w 10450132"/>
              <a:gd name="connsiteY11485" fmla="*/ 876618 h 5450835"/>
              <a:gd name="connsiteX11486" fmla="*/ 5616511 w 10450132"/>
              <a:gd name="connsiteY11486" fmla="*/ 877469 h 5450835"/>
              <a:gd name="connsiteX11487" fmla="*/ 5611979 w 10450132"/>
              <a:gd name="connsiteY11487" fmla="*/ 885352 h 5450835"/>
              <a:gd name="connsiteX11488" fmla="*/ 5611191 w 10450132"/>
              <a:gd name="connsiteY11488" fmla="*/ 885814 h 5450835"/>
              <a:gd name="connsiteX11489" fmla="*/ 5602126 w 10450132"/>
              <a:gd name="connsiteY11489" fmla="*/ 885814 h 5450835"/>
              <a:gd name="connsiteX11490" fmla="*/ 5601338 w 10450132"/>
              <a:gd name="connsiteY11490" fmla="*/ 885352 h 5450835"/>
              <a:gd name="connsiteX11491" fmla="*/ 5596807 w 10450132"/>
              <a:gd name="connsiteY11491" fmla="*/ 877469 h 5450835"/>
              <a:gd name="connsiteX11492" fmla="*/ 5596807 w 10450132"/>
              <a:gd name="connsiteY11492" fmla="*/ 876618 h 5450835"/>
              <a:gd name="connsiteX11493" fmla="*/ 5601338 w 10450132"/>
              <a:gd name="connsiteY11493" fmla="*/ 868735 h 5450835"/>
              <a:gd name="connsiteX11494" fmla="*/ 5602126 w 10450132"/>
              <a:gd name="connsiteY11494" fmla="*/ 868278 h 5450835"/>
              <a:gd name="connsiteX11495" fmla="*/ 9926861 w 10450132"/>
              <a:gd name="connsiteY11495" fmla="*/ 868276 h 5450835"/>
              <a:gd name="connsiteX11496" fmla="*/ 9935924 w 10450132"/>
              <a:gd name="connsiteY11496" fmla="*/ 868276 h 5450835"/>
              <a:gd name="connsiteX11497" fmla="*/ 9936713 w 10450132"/>
              <a:gd name="connsiteY11497" fmla="*/ 868733 h 5450835"/>
              <a:gd name="connsiteX11498" fmla="*/ 9941246 w 10450132"/>
              <a:gd name="connsiteY11498" fmla="*/ 876616 h 5450835"/>
              <a:gd name="connsiteX11499" fmla="*/ 9941246 w 10450132"/>
              <a:gd name="connsiteY11499" fmla="*/ 877469 h 5450835"/>
              <a:gd name="connsiteX11500" fmla="*/ 9936713 w 10450132"/>
              <a:gd name="connsiteY11500" fmla="*/ 885350 h 5450835"/>
              <a:gd name="connsiteX11501" fmla="*/ 9935924 w 10450132"/>
              <a:gd name="connsiteY11501" fmla="*/ 885812 h 5450835"/>
              <a:gd name="connsiteX11502" fmla="*/ 9926861 w 10450132"/>
              <a:gd name="connsiteY11502" fmla="*/ 885812 h 5450835"/>
              <a:gd name="connsiteX11503" fmla="*/ 9926073 w 10450132"/>
              <a:gd name="connsiteY11503" fmla="*/ 885350 h 5450835"/>
              <a:gd name="connsiteX11504" fmla="*/ 9921541 w 10450132"/>
              <a:gd name="connsiteY11504" fmla="*/ 877469 h 5450835"/>
              <a:gd name="connsiteX11505" fmla="*/ 9921541 w 10450132"/>
              <a:gd name="connsiteY11505" fmla="*/ 876616 h 5450835"/>
              <a:gd name="connsiteX11506" fmla="*/ 9926073 w 10450132"/>
              <a:gd name="connsiteY11506" fmla="*/ 868733 h 5450835"/>
              <a:gd name="connsiteX11507" fmla="*/ 9926861 w 10450132"/>
              <a:gd name="connsiteY11507" fmla="*/ 868276 h 5450835"/>
              <a:gd name="connsiteX11508" fmla="*/ 3567229 w 10450132"/>
              <a:gd name="connsiteY11508" fmla="*/ 868276 h 5450835"/>
              <a:gd name="connsiteX11509" fmla="*/ 3576295 w 10450132"/>
              <a:gd name="connsiteY11509" fmla="*/ 868276 h 5450835"/>
              <a:gd name="connsiteX11510" fmla="*/ 3577084 w 10450132"/>
              <a:gd name="connsiteY11510" fmla="*/ 868733 h 5450835"/>
              <a:gd name="connsiteX11511" fmla="*/ 3581615 w 10450132"/>
              <a:gd name="connsiteY11511" fmla="*/ 876613 h 5450835"/>
              <a:gd name="connsiteX11512" fmla="*/ 3581615 w 10450132"/>
              <a:gd name="connsiteY11512" fmla="*/ 877467 h 5450835"/>
              <a:gd name="connsiteX11513" fmla="*/ 3577084 w 10450132"/>
              <a:gd name="connsiteY11513" fmla="*/ 885350 h 5450835"/>
              <a:gd name="connsiteX11514" fmla="*/ 3576295 w 10450132"/>
              <a:gd name="connsiteY11514" fmla="*/ 885809 h 5450835"/>
              <a:gd name="connsiteX11515" fmla="*/ 3567229 w 10450132"/>
              <a:gd name="connsiteY11515" fmla="*/ 885809 h 5450835"/>
              <a:gd name="connsiteX11516" fmla="*/ 3566441 w 10450132"/>
              <a:gd name="connsiteY11516" fmla="*/ 885350 h 5450835"/>
              <a:gd name="connsiteX11517" fmla="*/ 3561907 w 10450132"/>
              <a:gd name="connsiteY11517" fmla="*/ 877467 h 5450835"/>
              <a:gd name="connsiteX11518" fmla="*/ 3561907 w 10450132"/>
              <a:gd name="connsiteY11518" fmla="*/ 876613 h 5450835"/>
              <a:gd name="connsiteX11519" fmla="*/ 3566441 w 10450132"/>
              <a:gd name="connsiteY11519" fmla="*/ 868733 h 5450835"/>
              <a:gd name="connsiteX11520" fmla="*/ 3567229 w 10450132"/>
              <a:gd name="connsiteY11520" fmla="*/ 868276 h 5450835"/>
              <a:gd name="connsiteX11521" fmla="*/ 7891684 w 10450132"/>
              <a:gd name="connsiteY11521" fmla="*/ 868271 h 5450835"/>
              <a:gd name="connsiteX11522" fmla="*/ 7900748 w 10450132"/>
              <a:gd name="connsiteY11522" fmla="*/ 868271 h 5450835"/>
              <a:gd name="connsiteX11523" fmla="*/ 7901536 w 10450132"/>
              <a:gd name="connsiteY11523" fmla="*/ 868733 h 5450835"/>
              <a:gd name="connsiteX11524" fmla="*/ 7906067 w 10450132"/>
              <a:gd name="connsiteY11524" fmla="*/ 876613 h 5450835"/>
              <a:gd name="connsiteX11525" fmla="*/ 7906067 w 10450132"/>
              <a:gd name="connsiteY11525" fmla="*/ 877465 h 5450835"/>
              <a:gd name="connsiteX11526" fmla="*/ 7901536 w 10450132"/>
              <a:gd name="connsiteY11526" fmla="*/ 885349 h 5450835"/>
              <a:gd name="connsiteX11527" fmla="*/ 7900748 w 10450132"/>
              <a:gd name="connsiteY11527" fmla="*/ 885809 h 5450835"/>
              <a:gd name="connsiteX11528" fmla="*/ 7891684 w 10450132"/>
              <a:gd name="connsiteY11528" fmla="*/ 885809 h 5450835"/>
              <a:gd name="connsiteX11529" fmla="*/ 7890896 w 10450132"/>
              <a:gd name="connsiteY11529" fmla="*/ 885349 h 5450835"/>
              <a:gd name="connsiteX11530" fmla="*/ 7886363 w 10450132"/>
              <a:gd name="connsiteY11530" fmla="*/ 877465 h 5450835"/>
              <a:gd name="connsiteX11531" fmla="*/ 7886363 w 10450132"/>
              <a:gd name="connsiteY11531" fmla="*/ 876613 h 5450835"/>
              <a:gd name="connsiteX11532" fmla="*/ 7890896 w 10450132"/>
              <a:gd name="connsiteY11532" fmla="*/ 868733 h 5450835"/>
              <a:gd name="connsiteX11533" fmla="*/ 7891684 w 10450132"/>
              <a:gd name="connsiteY11533" fmla="*/ 868271 h 5450835"/>
              <a:gd name="connsiteX11534" fmla="*/ 7382923 w 10450132"/>
              <a:gd name="connsiteY11534" fmla="*/ 868271 h 5450835"/>
              <a:gd name="connsiteX11535" fmla="*/ 7391987 w 10450132"/>
              <a:gd name="connsiteY11535" fmla="*/ 868271 h 5450835"/>
              <a:gd name="connsiteX11536" fmla="*/ 7392775 w 10450132"/>
              <a:gd name="connsiteY11536" fmla="*/ 868733 h 5450835"/>
              <a:gd name="connsiteX11537" fmla="*/ 7397307 w 10450132"/>
              <a:gd name="connsiteY11537" fmla="*/ 876613 h 5450835"/>
              <a:gd name="connsiteX11538" fmla="*/ 7397307 w 10450132"/>
              <a:gd name="connsiteY11538" fmla="*/ 877466 h 5450835"/>
              <a:gd name="connsiteX11539" fmla="*/ 7392775 w 10450132"/>
              <a:gd name="connsiteY11539" fmla="*/ 885350 h 5450835"/>
              <a:gd name="connsiteX11540" fmla="*/ 7391987 w 10450132"/>
              <a:gd name="connsiteY11540" fmla="*/ 885809 h 5450835"/>
              <a:gd name="connsiteX11541" fmla="*/ 7382923 w 10450132"/>
              <a:gd name="connsiteY11541" fmla="*/ 885809 h 5450835"/>
              <a:gd name="connsiteX11542" fmla="*/ 7382135 w 10450132"/>
              <a:gd name="connsiteY11542" fmla="*/ 885350 h 5450835"/>
              <a:gd name="connsiteX11543" fmla="*/ 7377602 w 10450132"/>
              <a:gd name="connsiteY11543" fmla="*/ 877466 h 5450835"/>
              <a:gd name="connsiteX11544" fmla="*/ 7377602 w 10450132"/>
              <a:gd name="connsiteY11544" fmla="*/ 876613 h 5450835"/>
              <a:gd name="connsiteX11545" fmla="*/ 7382135 w 10450132"/>
              <a:gd name="connsiteY11545" fmla="*/ 868733 h 5450835"/>
              <a:gd name="connsiteX11546" fmla="*/ 7382923 w 10450132"/>
              <a:gd name="connsiteY11546" fmla="*/ 868271 h 5450835"/>
              <a:gd name="connsiteX11547" fmla="*/ 3312831 w 10450132"/>
              <a:gd name="connsiteY11547" fmla="*/ 868271 h 5450835"/>
              <a:gd name="connsiteX11548" fmla="*/ 3321896 w 10450132"/>
              <a:gd name="connsiteY11548" fmla="*/ 868271 h 5450835"/>
              <a:gd name="connsiteX11549" fmla="*/ 3322683 w 10450132"/>
              <a:gd name="connsiteY11549" fmla="*/ 868733 h 5450835"/>
              <a:gd name="connsiteX11550" fmla="*/ 3327215 w 10450132"/>
              <a:gd name="connsiteY11550" fmla="*/ 876613 h 5450835"/>
              <a:gd name="connsiteX11551" fmla="*/ 3327215 w 10450132"/>
              <a:gd name="connsiteY11551" fmla="*/ 877466 h 5450835"/>
              <a:gd name="connsiteX11552" fmla="*/ 3322683 w 10450132"/>
              <a:gd name="connsiteY11552" fmla="*/ 885350 h 5450835"/>
              <a:gd name="connsiteX11553" fmla="*/ 3321896 w 10450132"/>
              <a:gd name="connsiteY11553" fmla="*/ 885809 h 5450835"/>
              <a:gd name="connsiteX11554" fmla="*/ 3312831 w 10450132"/>
              <a:gd name="connsiteY11554" fmla="*/ 885809 h 5450835"/>
              <a:gd name="connsiteX11555" fmla="*/ 3312042 w 10450132"/>
              <a:gd name="connsiteY11555" fmla="*/ 885350 h 5450835"/>
              <a:gd name="connsiteX11556" fmla="*/ 3307509 w 10450132"/>
              <a:gd name="connsiteY11556" fmla="*/ 877466 h 5450835"/>
              <a:gd name="connsiteX11557" fmla="*/ 3307509 w 10450132"/>
              <a:gd name="connsiteY11557" fmla="*/ 876613 h 5450835"/>
              <a:gd name="connsiteX11558" fmla="*/ 3312042 w 10450132"/>
              <a:gd name="connsiteY11558" fmla="*/ 868733 h 5450835"/>
              <a:gd name="connsiteX11559" fmla="*/ 3312831 w 10450132"/>
              <a:gd name="connsiteY11559" fmla="*/ 868271 h 5450835"/>
              <a:gd name="connsiteX11560" fmla="*/ 2295169 w 10450132"/>
              <a:gd name="connsiteY11560" fmla="*/ 868271 h 5450835"/>
              <a:gd name="connsiteX11561" fmla="*/ 2304232 w 10450132"/>
              <a:gd name="connsiteY11561" fmla="*/ 868271 h 5450835"/>
              <a:gd name="connsiteX11562" fmla="*/ 2305020 w 10450132"/>
              <a:gd name="connsiteY11562" fmla="*/ 868733 h 5450835"/>
              <a:gd name="connsiteX11563" fmla="*/ 2309551 w 10450132"/>
              <a:gd name="connsiteY11563" fmla="*/ 876611 h 5450835"/>
              <a:gd name="connsiteX11564" fmla="*/ 2309551 w 10450132"/>
              <a:gd name="connsiteY11564" fmla="*/ 877465 h 5450835"/>
              <a:gd name="connsiteX11565" fmla="*/ 2305020 w 10450132"/>
              <a:gd name="connsiteY11565" fmla="*/ 885349 h 5450835"/>
              <a:gd name="connsiteX11566" fmla="*/ 2304232 w 10450132"/>
              <a:gd name="connsiteY11566" fmla="*/ 885807 h 5450835"/>
              <a:gd name="connsiteX11567" fmla="*/ 2295169 w 10450132"/>
              <a:gd name="connsiteY11567" fmla="*/ 885807 h 5450835"/>
              <a:gd name="connsiteX11568" fmla="*/ 2294379 w 10450132"/>
              <a:gd name="connsiteY11568" fmla="*/ 885349 h 5450835"/>
              <a:gd name="connsiteX11569" fmla="*/ 2289848 w 10450132"/>
              <a:gd name="connsiteY11569" fmla="*/ 877465 h 5450835"/>
              <a:gd name="connsiteX11570" fmla="*/ 2289848 w 10450132"/>
              <a:gd name="connsiteY11570" fmla="*/ 876611 h 5450835"/>
              <a:gd name="connsiteX11571" fmla="*/ 2294379 w 10450132"/>
              <a:gd name="connsiteY11571" fmla="*/ 868733 h 5450835"/>
              <a:gd name="connsiteX11572" fmla="*/ 2295169 w 10450132"/>
              <a:gd name="connsiteY11572" fmla="*/ 868271 h 5450835"/>
              <a:gd name="connsiteX11573" fmla="*/ 10181242 w 10450132"/>
              <a:gd name="connsiteY11573" fmla="*/ 868269 h 5450835"/>
              <a:gd name="connsiteX11574" fmla="*/ 10190305 w 10450132"/>
              <a:gd name="connsiteY11574" fmla="*/ 868269 h 5450835"/>
              <a:gd name="connsiteX11575" fmla="*/ 10191093 w 10450132"/>
              <a:gd name="connsiteY11575" fmla="*/ 868730 h 5450835"/>
              <a:gd name="connsiteX11576" fmla="*/ 10195626 w 10450132"/>
              <a:gd name="connsiteY11576" fmla="*/ 876609 h 5450835"/>
              <a:gd name="connsiteX11577" fmla="*/ 10195626 w 10450132"/>
              <a:gd name="connsiteY11577" fmla="*/ 877463 h 5450835"/>
              <a:gd name="connsiteX11578" fmla="*/ 10191093 w 10450132"/>
              <a:gd name="connsiteY11578" fmla="*/ 885343 h 5450835"/>
              <a:gd name="connsiteX11579" fmla="*/ 10190305 w 10450132"/>
              <a:gd name="connsiteY11579" fmla="*/ 885804 h 5450835"/>
              <a:gd name="connsiteX11580" fmla="*/ 10181242 w 10450132"/>
              <a:gd name="connsiteY11580" fmla="*/ 885804 h 5450835"/>
              <a:gd name="connsiteX11581" fmla="*/ 10180453 w 10450132"/>
              <a:gd name="connsiteY11581" fmla="*/ 885343 h 5450835"/>
              <a:gd name="connsiteX11582" fmla="*/ 10175922 w 10450132"/>
              <a:gd name="connsiteY11582" fmla="*/ 877463 h 5450835"/>
              <a:gd name="connsiteX11583" fmla="*/ 10175922 w 10450132"/>
              <a:gd name="connsiteY11583" fmla="*/ 876609 h 5450835"/>
              <a:gd name="connsiteX11584" fmla="*/ 10180453 w 10450132"/>
              <a:gd name="connsiteY11584" fmla="*/ 868730 h 5450835"/>
              <a:gd name="connsiteX11585" fmla="*/ 10181242 w 10450132"/>
              <a:gd name="connsiteY11585" fmla="*/ 868269 h 5450835"/>
              <a:gd name="connsiteX11586" fmla="*/ 9672481 w 10450132"/>
              <a:gd name="connsiteY11586" fmla="*/ 868265 h 5450835"/>
              <a:gd name="connsiteX11587" fmla="*/ 9681545 w 10450132"/>
              <a:gd name="connsiteY11587" fmla="*/ 868265 h 5450835"/>
              <a:gd name="connsiteX11588" fmla="*/ 9682333 w 10450132"/>
              <a:gd name="connsiteY11588" fmla="*/ 868724 h 5450835"/>
              <a:gd name="connsiteX11589" fmla="*/ 9686865 w 10450132"/>
              <a:gd name="connsiteY11589" fmla="*/ 876605 h 5450835"/>
              <a:gd name="connsiteX11590" fmla="*/ 9686865 w 10450132"/>
              <a:gd name="connsiteY11590" fmla="*/ 877458 h 5450835"/>
              <a:gd name="connsiteX11591" fmla="*/ 9682333 w 10450132"/>
              <a:gd name="connsiteY11591" fmla="*/ 885342 h 5450835"/>
              <a:gd name="connsiteX11592" fmla="*/ 9681545 w 10450132"/>
              <a:gd name="connsiteY11592" fmla="*/ 885801 h 5450835"/>
              <a:gd name="connsiteX11593" fmla="*/ 9672481 w 10450132"/>
              <a:gd name="connsiteY11593" fmla="*/ 885801 h 5450835"/>
              <a:gd name="connsiteX11594" fmla="*/ 9671693 w 10450132"/>
              <a:gd name="connsiteY11594" fmla="*/ 885342 h 5450835"/>
              <a:gd name="connsiteX11595" fmla="*/ 9667160 w 10450132"/>
              <a:gd name="connsiteY11595" fmla="*/ 877458 h 5450835"/>
              <a:gd name="connsiteX11596" fmla="*/ 9667160 w 10450132"/>
              <a:gd name="connsiteY11596" fmla="*/ 876605 h 5450835"/>
              <a:gd name="connsiteX11597" fmla="*/ 9671693 w 10450132"/>
              <a:gd name="connsiteY11597" fmla="*/ 868724 h 5450835"/>
              <a:gd name="connsiteX11598" fmla="*/ 9672481 w 10450132"/>
              <a:gd name="connsiteY11598" fmla="*/ 868265 h 5450835"/>
              <a:gd name="connsiteX11599" fmla="*/ 8654892 w 10450132"/>
              <a:gd name="connsiteY11599" fmla="*/ 868265 h 5450835"/>
              <a:gd name="connsiteX11600" fmla="*/ 8663955 w 10450132"/>
              <a:gd name="connsiteY11600" fmla="*/ 868265 h 5450835"/>
              <a:gd name="connsiteX11601" fmla="*/ 8664744 w 10450132"/>
              <a:gd name="connsiteY11601" fmla="*/ 868724 h 5450835"/>
              <a:gd name="connsiteX11602" fmla="*/ 8669277 w 10450132"/>
              <a:gd name="connsiteY11602" fmla="*/ 876605 h 5450835"/>
              <a:gd name="connsiteX11603" fmla="*/ 8669277 w 10450132"/>
              <a:gd name="connsiteY11603" fmla="*/ 877458 h 5450835"/>
              <a:gd name="connsiteX11604" fmla="*/ 8664744 w 10450132"/>
              <a:gd name="connsiteY11604" fmla="*/ 885342 h 5450835"/>
              <a:gd name="connsiteX11605" fmla="*/ 8663955 w 10450132"/>
              <a:gd name="connsiteY11605" fmla="*/ 885802 h 5450835"/>
              <a:gd name="connsiteX11606" fmla="*/ 8654892 w 10450132"/>
              <a:gd name="connsiteY11606" fmla="*/ 885802 h 5450835"/>
              <a:gd name="connsiteX11607" fmla="*/ 8654104 w 10450132"/>
              <a:gd name="connsiteY11607" fmla="*/ 885342 h 5450835"/>
              <a:gd name="connsiteX11608" fmla="*/ 8649572 w 10450132"/>
              <a:gd name="connsiteY11608" fmla="*/ 877458 h 5450835"/>
              <a:gd name="connsiteX11609" fmla="*/ 8649572 w 10450132"/>
              <a:gd name="connsiteY11609" fmla="*/ 876605 h 5450835"/>
              <a:gd name="connsiteX11610" fmla="*/ 8654104 w 10450132"/>
              <a:gd name="connsiteY11610" fmla="*/ 868724 h 5450835"/>
              <a:gd name="connsiteX11611" fmla="*/ 8654892 w 10450132"/>
              <a:gd name="connsiteY11611" fmla="*/ 868265 h 5450835"/>
              <a:gd name="connsiteX11612" fmla="*/ 6365334 w 10450132"/>
              <a:gd name="connsiteY11612" fmla="*/ 868265 h 5450835"/>
              <a:gd name="connsiteX11613" fmla="*/ 6374397 w 10450132"/>
              <a:gd name="connsiteY11613" fmla="*/ 868265 h 5450835"/>
              <a:gd name="connsiteX11614" fmla="*/ 6375186 w 10450132"/>
              <a:gd name="connsiteY11614" fmla="*/ 868724 h 5450835"/>
              <a:gd name="connsiteX11615" fmla="*/ 6379718 w 10450132"/>
              <a:gd name="connsiteY11615" fmla="*/ 876604 h 5450835"/>
              <a:gd name="connsiteX11616" fmla="*/ 6379718 w 10450132"/>
              <a:gd name="connsiteY11616" fmla="*/ 877458 h 5450835"/>
              <a:gd name="connsiteX11617" fmla="*/ 6375186 w 10450132"/>
              <a:gd name="connsiteY11617" fmla="*/ 885339 h 5450835"/>
              <a:gd name="connsiteX11618" fmla="*/ 6374397 w 10450132"/>
              <a:gd name="connsiteY11618" fmla="*/ 885798 h 5450835"/>
              <a:gd name="connsiteX11619" fmla="*/ 6365334 w 10450132"/>
              <a:gd name="connsiteY11619" fmla="*/ 885798 h 5450835"/>
              <a:gd name="connsiteX11620" fmla="*/ 6364546 w 10450132"/>
              <a:gd name="connsiteY11620" fmla="*/ 885339 h 5450835"/>
              <a:gd name="connsiteX11621" fmla="*/ 6360014 w 10450132"/>
              <a:gd name="connsiteY11621" fmla="*/ 877458 h 5450835"/>
              <a:gd name="connsiteX11622" fmla="*/ 6360014 w 10450132"/>
              <a:gd name="connsiteY11622" fmla="*/ 876604 h 5450835"/>
              <a:gd name="connsiteX11623" fmla="*/ 6364546 w 10450132"/>
              <a:gd name="connsiteY11623" fmla="*/ 868724 h 5450835"/>
              <a:gd name="connsiteX11624" fmla="*/ 6365334 w 10450132"/>
              <a:gd name="connsiteY11624" fmla="*/ 868265 h 5450835"/>
              <a:gd name="connsiteX11625" fmla="*/ 4075999 w 10450132"/>
              <a:gd name="connsiteY11625" fmla="*/ 868265 h 5450835"/>
              <a:gd name="connsiteX11626" fmla="*/ 4085064 w 10450132"/>
              <a:gd name="connsiteY11626" fmla="*/ 868265 h 5450835"/>
              <a:gd name="connsiteX11627" fmla="*/ 4085852 w 10450132"/>
              <a:gd name="connsiteY11627" fmla="*/ 868724 h 5450835"/>
              <a:gd name="connsiteX11628" fmla="*/ 4090383 w 10450132"/>
              <a:gd name="connsiteY11628" fmla="*/ 876605 h 5450835"/>
              <a:gd name="connsiteX11629" fmla="*/ 4090383 w 10450132"/>
              <a:gd name="connsiteY11629" fmla="*/ 877458 h 5450835"/>
              <a:gd name="connsiteX11630" fmla="*/ 4085852 w 10450132"/>
              <a:gd name="connsiteY11630" fmla="*/ 885340 h 5450835"/>
              <a:gd name="connsiteX11631" fmla="*/ 4085064 w 10450132"/>
              <a:gd name="connsiteY11631" fmla="*/ 885801 h 5450835"/>
              <a:gd name="connsiteX11632" fmla="*/ 4075999 w 10450132"/>
              <a:gd name="connsiteY11632" fmla="*/ 885801 h 5450835"/>
              <a:gd name="connsiteX11633" fmla="*/ 4075214 w 10450132"/>
              <a:gd name="connsiteY11633" fmla="*/ 885340 h 5450835"/>
              <a:gd name="connsiteX11634" fmla="*/ 4070679 w 10450132"/>
              <a:gd name="connsiteY11634" fmla="*/ 877458 h 5450835"/>
              <a:gd name="connsiteX11635" fmla="*/ 4070679 w 10450132"/>
              <a:gd name="connsiteY11635" fmla="*/ 876605 h 5450835"/>
              <a:gd name="connsiteX11636" fmla="*/ 4075214 w 10450132"/>
              <a:gd name="connsiteY11636" fmla="*/ 868724 h 5450835"/>
              <a:gd name="connsiteX11637" fmla="*/ 4075999 w 10450132"/>
              <a:gd name="connsiteY11637" fmla="*/ 868265 h 5450835"/>
              <a:gd name="connsiteX11638" fmla="*/ 1531971 w 10450132"/>
              <a:gd name="connsiteY11638" fmla="*/ 868265 h 5450835"/>
              <a:gd name="connsiteX11639" fmla="*/ 1541034 w 10450132"/>
              <a:gd name="connsiteY11639" fmla="*/ 868265 h 5450835"/>
              <a:gd name="connsiteX11640" fmla="*/ 1541822 w 10450132"/>
              <a:gd name="connsiteY11640" fmla="*/ 868724 h 5450835"/>
              <a:gd name="connsiteX11641" fmla="*/ 1546355 w 10450132"/>
              <a:gd name="connsiteY11641" fmla="*/ 876605 h 5450835"/>
              <a:gd name="connsiteX11642" fmla="*/ 1546355 w 10450132"/>
              <a:gd name="connsiteY11642" fmla="*/ 877458 h 5450835"/>
              <a:gd name="connsiteX11643" fmla="*/ 1541822 w 10450132"/>
              <a:gd name="connsiteY11643" fmla="*/ 885342 h 5450835"/>
              <a:gd name="connsiteX11644" fmla="*/ 1541034 w 10450132"/>
              <a:gd name="connsiteY11644" fmla="*/ 885802 h 5450835"/>
              <a:gd name="connsiteX11645" fmla="*/ 1531971 w 10450132"/>
              <a:gd name="connsiteY11645" fmla="*/ 885802 h 5450835"/>
              <a:gd name="connsiteX11646" fmla="*/ 1531181 w 10450132"/>
              <a:gd name="connsiteY11646" fmla="*/ 885342 h 5450835"/>
              <a:gd name="connsiteX11647" fmla="*/ 1526650 w 10450132"/>
              <a:gd name="connsiteY11647" fmla="*/ 877458 h 5450835"/>
              <a:gd name="connsiteX11648" fmla="*/ 1526650 w 10450132"/>
              <a:gd name="connsiteY11648" fmla="*/ 876605 h 5450835"/>
              <a:gd name="connsiteX11649" fmla="*/ 1531181 w 10450132"/>
              <a:gd name="connsiteY11649" fmla="*/ 868724 h 5450835"/>
              <a:gd name="connsiteX11650" fmla="*/ 1531971 w 10450132"/>
              <a:gd name="connsiteY11650" fmla="*/ 868265 h 5450835"/>
              <a:gd name="connsiteX11651" fmla="*/ 1786333 w 10450132"/>
              <a:gd name="connsiteY11651" fmla="*/ 868261 h 5450835"/>
              <a:gd name="connsiteX11652" fmla="*/ 1795396 w 10450132"/>
              <a:gd name="connsiteY11652" fmla="*/ 868261 h 5450835"/>
              <a:gd name="connsiteX11653" fmla="*/ 1796185 w 10450132"/>
              <a:gd name="connsiteY11653" fmla="*/ 868721 h 5450835"/>
              <a:gd name="connsiteX11654" fmla="*/ 1800716 w 10450132"/>
              <a:gd name="connsiteY11654" fmla="*/ 876600 h 5450835"/>
              <a:gd name="connsiteX11655" fmla="*/ 1800716 w 10450132"/>
              <a:gd name="connsiteY11655" fmla="*/ 877456 h 5450835"/>
              <a:gd name="connsiteX11656" fmla="*/ 1796185 w 10450132"/>
              <a:gd name="connsiteY11656" fmla="*/ 885334 h 5450835"/>
              <a:gd name="connsiteX11657" fmla="*/ 1795396 w 10450132"/>
              <a:gd name="connsiteY11657" fmla="*/ 885797 h 5450835"/>
              <a:gd name="connsiteX11658" fmla="*/ 1786333 w 10450132"/>
              <a:gd name="connsiteY11658" fmla="*/ 885797 h 5450835"/>
              <a:gd name="connsiteX11659" fmla="*/ 1785545 w 10450132"/>
              <a:gd name="connsiteY11659" fmla="*/ 885334 h 5450835"/>
              <a:gd name="connsiteX11660" fmla="*/ 1781013 w 10450132"/>
              <a:gd name="connsiteY11660" fmla="*/ 877456 h 5450835"/>
              <a:gd name="connsiteX11661" fmla="*/ 1781013 w 10450132"/>
              <a:gd name="connsiteY11661" fmla="*/ 876600 h 5450835"/>
              <a:gd name="connsiteX11662" fmla="*/ 1785545 w 10450132"/>
              <a:gd name="connsiteY11662" fmla="*/ 868721 h 5450835"/>
              <a:gd name="connsiteX11663" fmla="*/ 1786333 w 10450132"/>
              <a:gd name="connsiteY11663" fmla="*/ 868261 h 5450835"/>
              <a:gd name="connsiteX11664" fmla="*/ 5093300 w 10450132"/>
              <a:gd name="connsiteY11664" fmla="*/ 868259 h 5450835"/>
              <a:gd name="connsiteX11665" fmla="*/ 5102364 w 10450132"/>
              <a:gd name="connsiteY11665" fmla="*/ 868259 h 5450835"/>
              <a:gd name="connsiteX11666" fmla="*/ 5103153 w 10450132"/>
              <a:gd name="connsiteY11666" fmla="*/ 868720 h 5450835"/>
              <a:gd name="connsiteX11667" fmla="*/ 5107684 w 10450132"/>
              <a:gd name="connsiteY11667" fmla="*/ 876600 h 5450835"/>
              <a:gd name="connsiteX11668" fmla="*/ 5107684 w 10450132"/>
              <a:gd name="connsiteY11668" fmla="*/ 877455 h 5450835"/>
              <a:gd name="connsiteX11669" fmla="*/ 5103153 w 10450132"/>
              <a:gd name="connsiteY11669" fmla="*/ 885334 h 5450835"/>
              <a:gd name="connsiteX11670" fmla="*/ 5102364 w 10450132"/>
              <a:gd name="connsiteY11670" fmla="*/ 885796 h 5450835"/>
              <a:gd name="connsiteX11671" fmla="*/ 5093300 w 10450132"/>
              <a:gd name="connsiteY11671" fmla="*/ 885796 h 5450835"/>
              <a:gd name="connsiteX11672" fmla="*/ 5092512 w 10450132"/>
              <a:gd name="connsiteY11672" fmla="*/ 885334 h 5450835"/>
              <a:gd name="connsiteX11673" fmla="*/ 5087979 w 10450132"/>
              <a:gd name="connsiteY11673" fmla="*/ 877455 h 5450835"/>
              <a:gd name="connsiteX11674" fmla="*/ 5087979 w 10450132"/>
              <a:gd name="connsiteY11674" fmla="*/ 876600 h 5450835"/>
              <a:gd name="connsiteX11675" fmla="*/ 5092512 w 10450132"/>
              <a:gd name="connsiteY11675" fmla="*/ 868720 h 5450835"/>
              <a:gd name="connsiteX11676" fmla="*/ 5093300 w 10450132"/>
              <a:gd name="connsiteY11676" fmla="*/ 868259 h 5450835"/>
              <a:gd name="connsiteX11677" fmla="*/ 7128477 w 10450132"/>
              <a:gd name="connsiteY11677" fmla="*/ 868250 h 5450835"/>
              <a:gd name="connsiteX11678" fmla="*/ 7137540 w 10450132"/>
              <a:gd name="connsiteY11678" fmla="*/ 868250 h 5450835"/>
              <a:gd name="connsiteX11679" fmla="*/ 7138328 w 10450132"/>
              <a:gd name="connsiteY11679" fmla="*/ 868712 h 5450835"/>
              <a:gd name="connsiteX11680" fmla="*/ 7142860 w 10450132"/>
              <a:gd name="connsiteY11680" fmla="*/ 876594 h 5450835"/>
              <a:gd name="connsiteX11681" fmla="*/ 7142860 w 10450132"/>
              <a:gd name="connsiteY11681" fmla="*/ 877446 h 5450835"/>
              <a:gd name="connsiteX11682" fmla="*/ 7138328 w 10450132"/>
              <a:gd name="connsiteY11682" fmla="*/ 885328 h 5450835"/>
              <a:gd name="connsiteX11683" fmla="*/ 7137540 w 10450132"/>
              <a:gd name="connsiteY11683" fmla="*/ 885789 h 5450835"/>
              <a:gd name="connsiteX11684" fmla="*/ 7128477 w 10450132"/>
              <a:gd name="connsiteY11684" fmla="*/ 885789 h 5450835"/>
              <a:gd name="connsiteX11685" fmla="*/ 7127689 w 10450132"/>
              <a:gd name="connsiteY11685" fmla="*/ 885328 h 5450835"/>
              <a:gd name="connsiteX11686" fmla="*/ 7123156 w 10450132"/>
              <a:gd name="connsiteY11686" fmla="*/ 877446 h 5450835"/>
              <a:gd name="connsiteX11687" fmla="*/ 7123156 w 10450132"/>
              <a:gd name="connsiteY11687" fmla="*/ 876594 h 5450835"/>
              <a:gd name="connsiteX11688" fmla="*/ 7127689 w 10450132"/>
              <a:gd name="connsiteY11688" fmla="*/ 868712 h 5450835"/>
              <a:gd name="connsiteX11689" fmla="*/ 7128477 w 10450132"/>
              <a:gd name="connsiteY11689" fmla="*/ 868250 h 5450835"/>
              <a:gd name="connsiteX11690" fmla="*/ 4584538 w 10450132"/>
              <a:gd name="connsiteY11690" fmla="*/ 868247 h 5450835"/>
              <a:gd name="connsiteX11691" fmla="*/ 4593603 w 10450132"/>
              <a:gd name="connsiteY11691" fmla="*/ 868247 h 5450835"/>
              <a:gd name="connsiteX11692" fmla="*/ 4594390 w 10450132"/>
              <a:gd name="connsiteY11692" fmla="*/ 868705 h 5450835"/>
              <a:gd name="connsiteX11693" fmla="*/ 4598922 w 10450132"/>
              <a:gd name="connsiteY11693" fmla="*/ 876587 h 5450835"/>
              <a:gd name="connsiteX11694" fmla="*/ 4598922 w 10450132"/>
              <a:gd name="connsiteY11694" fmla="*/ 877440 h 5450835"/>
              <a:gd name="connsiteX11695" fmla="*/ 4594390 w 10450132"/>
              <a:gd name="connsiteY11695" fmla="*/ 885321 h 5450835"/>
              <a:gd name="connsiteX11696" fmla="*/ 4593603 w 10450132"/>
              <a:gd name="connsiteY11696" fmla="*/ 885782 h 5450835"/>
              <a:gd name="connsiteX11697" fmla="*/ 4584538 w 10450132"/>
              <a:gd name="connsiteY11697" fmla="*/ 885782 h 5450835"/>
              <a:gd name="connsiteX11698" fmla="*/ 4583749 w 10450132"/>
              <a:gd name="connsiteY11698" fmla="*/ 885321 h 5450835"/>
              <a:gd name="connsiteX11699" fmla="*/ 4579218 w 10450132"/>
              <a:gd name="connsiteY11699" fmla="*/ 877440 h 5450835"/>
              <a:gd name="connsiteX11700" fmla="*/ 4579218 w 10450132"/>
              <a:gd name="connsiteY11700" fmla="*/ 876587 h 5450835"/>
              <a:gd name="connsiteX11701" fmla="*/ 4583749 w 10450132"/>
              <a:gd name="connsiteY11701" fmla="*/ 868705 h 5450835"/>
              <a:gd name="connsiteX11702" fmla="*/ 4584538 w 10450132"/>
              <a:gd name="connsiteY11702" fmla="*/ 868247 h 5450835"/>
              <a:gd name="connsiteX11703" fmla="*/ 2803909 w 10450132"/>
              <a:gd name="connsiteY11703" fmla="*/ 868245 h 5450835"/>
              <a:gd name="connsiteX11704" fmla="*/ 2812974 w 10450132"/>
              <a:gd name="connsiteY11704" fmla="*/ 868245 h 5450835"/>
              <a:gd name="connsiteX11705" fmla="*/ 2813763 w 10450132"/>
              <a:gd name="connsiteY11705" fmla="*/ 868705 h 5450835"/>
              <a:gd name="connsiteX11706" fmla="*/ 2818293 w 10450132"/>
              <a:gd name="connsiteY11706" fmla="*/ 876587 h 5450835"/>
              <a:gd name="connsiteX11707" fmla="*/ 2818293 w 10450132"/>
              <a:gd name="connsiteY11707" fmla="*/ 877440 h 5450835"/>
              <a:gd name="connsiteX11708" fmla="*/ 2813763 w 10450132"/>
              <a:gd name="connsiteY11708" fmla="*/ 885321 h 5450835"/>
              <a:gd name="connsiteX11709" fmla="*/ 2812974 w 10450132"/>
              <a:gd name="connsiteY11709" fmla="*/ 885782 h 5450835"/>
              <a:gd name="connsiteX11710" fmla="*/ 2803909 w 10450132"/>
              <a:gd name="connsiteY11710" fmla="*/ 885782 h 5450835"/>
              <a:gd name="connsiteX11711" fmla="*/ 2803120 w 10450132"/>
              <a:gd name="connsiteY11711" fmla="*/ 885321 h 5450835"/>
              <a:gd name="connsiteX11712" fmla="*/ 2798588 w 10450132"/>
              <a:gd name="connsiteY11712" fmla="*/ 877440 h 5450835"/>
              <a:gd name="connsiteX11713" fmla="*/ 2798588 w 10450132"/>
              <a:gd name="connsiteY11713" fmla="*/ 876587 h 5450835"/>
              <a:gd name="connsiteX11714" fmla="*/ 2803120 w 10450132"/>
              <a:gd name="connsiteY11714" fmla="*/ 868705 h 5450835"/>
              <a:gd name="connsiteX11715" fmla="*/ 2803909 w 10450132"/>
              <a:gd name="connsiteY11715" fmla="*/ 868245 h 5450835"/>
              <a:gd name="connsiteX11716" fmla="*/ 6110888 w 10450132"/>
              <a:gd name="connsiteY11716" fmla="*/ 868238 h 5450835"/>
              <a:gd name="connsiteX11717" fmla="*/ 6119953 w 10450132"/>
              <a:gd name="connsiteY11717" fmla="*/ 868238 h 5450835"/>
              <a:gd name="connsiteX11718" fmla="*/ 6120740 w 10450132"/>
              <a:gd name="connsiteY11718" fmla="*/ 868698 h 5450835"/>
              <a:gd name="connsiteX11719" fmla="*/ 6125272 w 10450132"/>
              <a:gd name="connsiteY11719" fmla="*/ 876578 h 5450835"/>
              <a:gd name="connsiteX11720" fmla="*/ 6125272 w 10450132"/>
              <a:gd name="connsiteY11720" fmla="*/ 877432 h 5450835"/>
              <a:gd name="connsiteX11721" fmla="*/ 6120740 w 10450132"/>
              <a:gd name="connsiteY11721" fmla="*/ 885315 h 5450835"/>
              <a:gd name="connsiteX11722" fmla="*/ 6119953 w 10450132"/>
              <a:gd name="connsiteY11722" fmla="*/ 885774 h 5450835"/>
              <a:gd name="connsiteX11723" fmla="*/ 6110888 w 10450132"/>
              <a:gd name="connsiteY11723" fmla="*/ 885774 h 5450835"/>
              <a:gd name="connsiteX11724" fmla="*/ 6110101 w 10450132"/>
              <a:gd name="connsiteY11724" fmla="*/ 885315 h 5450835"/>
              <a:gd name="connsiteX11725" fmla="*/ 6105567 w 10450132"/>
              <a:gd name="connsiteY11725" fmla="*/ 877432 h 5450835"/>
              <a:gd name="connsiteX11726" fmla="*/ 6105567 w 10450132"/>
              <a:gd name="connsiteY11726" fmla="*/ 876578 h 5450835"/>
              <a:gd name="connsiteX11727" fmla="*/ 6110101 w 10450132"/>
              <a:gd name="connsiteY11727" fmla="*/ 868698 h 5450835"/>
              <a:gd name="connsiteX11728" fmla="*/ 6110888 w 10450132"/>
              <a:gd name="connsiteY11728" fmla="*/ 868238 h 5450835"/>
              <a:gd name="connsiteX11729" fmla="*/ 3058346 w 10450132"/>
              <a:gd name="connsiteY11729" fmla="*/ 868237 h 5450835"/>
              <a:gd name="connsiteX11730" fmla="*/ 3067410 w 10450132"/>
              <a:gd name="connsiteY11730" fmla="*/ 868237 h 5450835"/>
              <a:gd name="connsiteX11731" fmla="*/ 3068199 w 10450132"/>
              <a:gd name="connsiteY11731" fmla="*/ 868694 h 5450835"/>
              <a:gd name="connsiteX11732" fmla="*/ 3072730 w 10450132"/>
              <a:gd name="connsiteY11732" fmla="*/ 876577 h 5450835"/>
              <a:gd name="connsiteX11733" fmla="*/ 3072730 w 10450132"/>
              <a:gd name="connsiteY11733" fmla="*/ 877430 h 5450835"/>
              <a:gd name="connsiteX11734" fmla="*/ 3068199 w 10450132"/>
              <a:gd name="connsiteY11734" fmla="*/ 885311 h 5450835"/>
              <a:gd name="connsiteX11735" fmla="*/ 3067410 w 10450132"/>
              <a:gd name="connsiteY11735" fmla="*/ 885772 h 5450835"/>
              <a:gd name="connsiteX11736" fmla="*/ 3058346 w 10450132"/>
              <a:gd name="connsiteY11736" fmla="*/ 885772 h 5450835"/>
              <a:gd name="connsiteX11737" fmla="*/ 3057558 w 10450132"/>
              <a:gd name="connsiteY11737" fmla="*/ 885311 h 5450835"/>
              <a:gd name="connsiteX11738" fmla="*/ 3053025 w 10450132"/>
              <a:gd name="connsiteY11738" fmla="*/ 877430 h 5450835"/>
              <a:gd name="connsiteX11739" fmla="*/ 3053025 w 10450132"/>
              <a:gd name="connsiteY11739" fmla="*/ 876577 h 5450835"/>
              <a:gd name="connsiteX11740" fmla="*/ 3057558 w 10450132"/>
              <a:gd name="connsiteY11740" fmla="*/ 868694 h 5450835"/>
              <a:gd name="connsiteX11741" fmla="*/ 3058346 w 10450132"/>
              <a:gd name="connsiteY11741" fmla="*/ 868237 h 5450835"/>
              <a:gd name="connsiteX11742" fmla="*/ 10435622 w 10450132"/>
              <a:gd name="connsiteY11742" fmla="*/ 868231 h 5450835"/>
              <a:gd name="connsiteX11743" fmla="*/ 10444686 w 10450132"/>
              <a:gd name="connsiteY11743" fmla="*/ 868231 h 5450835"/>
              <a:gd name="connsiteX11744" fmla="*/ 10445474 w 10450132"/>
              <a:gd name="connsiteY11744" fmla="*/ 868693 h 5450835"/>
              <a:gd name="connsiteX11745" fmla="*/ 10450007 w 10450132"/>
              <a:gd name="connsiteY11745" fmla="*/ 876574 h 5450835"/>
              <a:gd name="connsiteX11746" fmla="*/ 10450007 w 10450132"/>
              <a:gd name="connsiteY11746" fmla="*/ 877426 h 5450835"/>
              <a:gd name="connsiteX11747" fmla="*/ 10445474 w 10450132"/>
              <a:gd name="connsiteY11747" fmla="*/ 885308 h 5450835"/>
              <a:gd name="connsiteX11748" fmla="*/ 10444686 w 10450132"/>
              <a:gd name="connsiteY11748" fmla="*/ 885771 h 5450835"/>
              <a:gd name="connsiteX11749" fmla="*/ 10435622 w 10450132"/>
              <a:gd name="connsiteY11749" fmla="*/ 885771 h 5450835"/>
              <a:gd name="connsiteX11750" fmla="*/ 10434834 w 10450132"/>
              <a:gd name="connsiteY11750" fmla="*/ 885308 h 5450835"/>
              <a:gd name="connsiteX11751" fmla="*/ 10430302 w 10450132"/>
              <a:gd name="connsiteY11751" fmla="*/ 877426 h 5450835"/>
              <a:gd name="connsiteX11752" fmla="*/ 10430302 w 10450132"/>
              <a:gd name="connsiteY11752" fmla="*/ 876574 h 5450835"/>
              <a:gd name="connsiteX11753" fmla="*/ 10434834 w 10450132"/>
              <a:gd name="connsiteY11753" fmla="*/ 868693 h 5450835"/>
              <a:gd name="connsiteX11754" fmla="*/ 10435622 w 10450132"/>
              <a:gd name="connsiteY11754" fmla="*/ 868231 h 5450835"/>
              <a:gd name="connsiteX11755" fmla="*/ 8400511 w 10450132"/>
              <a:gd name="connsiteY11755" fmla="*/ 868228 h 5450835"/>
              <a:gd name="connsiteX11756" fmla="*/ 8409575 w 10450132"/>
              <a:gd name="connsiteY11756" fmla="*/ 868228 h 5450835"/>
              <a:gd name="connsiteX11757" fmla="*/ 8410363 w 10450132"/>
              <a:gd name="connsiteY11757" fmla="*/ 868691 h 5450835"/>
              <a:gd name="connsiteX11758" fmla="*/ 8414896 w 10450132"/>
              <a:gd name="connsiteY11758" fmla="*/ 876570 h 5450835"/>
              <a:gd name="connsiteX11759" fmla="*/ 8414896 w 10450132"/>
              <a:gd name="connsiteY11759" fmla="*/ 877424 h 5450835"/>
              <a:gd name="connsiteX11760" fmla="*/ 8410363 w 10450132"/>
              <a:gd name="connsiteY11760" fmla="*/ 885307 h 5450835"/>
              <a:gd name="connsiteX11761" fmla="*/ 8409575 w 10450132"/>
              <a:gd name="connsiteY11761" fmla="*/ 885766 h 5450835"/>
              <a:gd name="connsiteX11762" fmla="*/ 8400511 w 10450132"/>
              <a:gd name="connsiteY11762" fmla="*/ 885766 h 5450835"/>
              <a:gd name="connsiteX11763" fmla="*/ 8399723 w 10450132"/>
              <a:gd name="connsiteY11763" fmla="*/ 885307 h 5450835"/>
              <a:gd name="connsiteX11764" fmla="*/ 8395191 w 10450132"/>
              <a:gd name="connsiteY11764" fmla="*/ 877424 h 5450835"/>
              <a:gd name="connsiteX11765" fmla="*/ 8395191 w 10450132"/>
              <a:gd name="connsiteY11765" fmla="*/ 876570 h 5450835"/>
              <a:gd name="connsiteX11766" fmla="*/ 8399723 w 10450132"/>
              <a:gd name="connsiteY11766" fmla="*/ 868691 h 5450835"/>
              <a:gd name="connsiteX11767" fmla="*/ 8400511 w 10450132"/>
              <a:gd name="connsiteY11767" fmla="*/ 868228 h 5450835"/>
              <a:gd name="connsiteX11768" fmla="*/ 4330157 w 10450132"/>
              <a:gd name="connsiteY11768" fmla="*/ 868228 h 5450835"/>
              <a:gd name="connsiteX11769" fmla="*/ 4339222 w 10450132"/>
              <a:gd name="connsiteY11769" fmla="*/ 868228 h 5450835"/>
              <a:gd name="connsiteX11770" fmla="*/ 4340010 w 10450132"/>
              <a:gd name="connsiteY11770" fmla="*/ 868688 h 5450835"/>
              <a:gd name="connsiteX11771" fmla="*/ 4344540 w 10450132"/>
              <a:gd name="connsiteY11771" fmla="*/ 876567 h 5450835"/>
              <a:gd name="connsiteX11772" fmla="*/ 4344540 w 10450132"/>
              <a:gd name="connsiteY11772" fmla="*/ 877422 h 5450835"/>
              <a:gd name="connsiteX11773" fmla="*/ 4340010 w 10450132"/>
              <a:gd name="connsiteY11773" fmla="*/ 885304 h 5450835"/>
              <a:gd name="connsiteX11774" fmla="*/ 4339222 w 10450132"/>
              <a:gd name="connsiteY11774" fmla="*/ 885765 h 5450835"/>
              <a:gd name="connsiteX11775" fmla="*/ 4330157 w 10450132"/>
              <a:gd name="connsiteY11775" fmla="*/ 885765 h 5450835"/>
              <a:gd name="connsiteX11776" fmla="*/ 4329369 w 10450132"/>
              <a:gd name="connsiteY11776" fmla="*/ 885304 h 5450835"/>
              <a:gd name="connsiteX11777" fmla="*/ 4324836 w 10450132"/>
              <a:gd name="connsiteY11777" fmla="*/ 877422 h 5450835"/>
              <a:gd name="connsiteX11778" fmla="*/ 4324836 w 10450132"/>
              <a:gd name="connsiteY11778" fmla="*/ 876567 h 5450835"/>
              <a:gd name="connsiteX11779" fmla="*/ 4329369 w 10450132"/>
              <a:gd name="connsiteY11779" fmla="*/ 868688 h 5450835"/>
              <a:gd name="connsiteX11780" fmla="*/ 4330157 w 10450132"/>
              <a:gd name="connsiteY11780" fmla="*/ 868228 h 5450835"/>
              <a:gd name="connsiteX11781" fmla="*/ 9418035 w 10450132"/>
              <a:gd name="connsiteY11781" fmla="*/ 868224 h 5450835"/>
              <a:gd name="connsiteX11782" fmla="*/ 9427099 w 10450132"/>
              <a:gd name="connsiteY11782" fmla="*/ 868224 h 5450835"/>
              <a:gd name="connsiteX11783" fmla="*/ 9427887 w 10450132"/>
              <a:gd name="connsiteY11783" fmla="*/ 868682 h 5450835"/>
              <a:gd name="connsiteX11784" fmla="*/ 9432419 w 10450132"/>
              <a:gd name="connsiteY11784" fmla="*/ 876564 h 5450835"/>
              <a:gd name="connsiteX11785" fmla="*/ 9432419 w 10450132"/>
              <a:gd name="connsiteY11785" fmla="*/ 877417 h 5450835"/>
              <a:gd name="connsiteX11786" fmla="*/ 9427887 w 10450132"/>
              <a:gd name="connsiteY11786" fmla="*/ 885298 h 5450835"/>
              <a:gd name="connsiteX11787" fmla="*/ 9427099 w 10450132"/>
              <a:gd name="connsiteY11787" fmla="*/ 885761 h 5450835"/>
              <a:gd name="connsiteX11788" fmla="*/ 9418035 w 10450132"/>
              <a:gd name="connsiteY11788" fmla="*/ 885761 h 5450835"/>
              <a:gd name="connsiteX11789" fmla="*/ 9417247 w 10450132"/>
              <a:gd name="connsiteY11789" fmla="*/ 885298 h 5450835"/>
              <a:gd name="connsiteX11790" fmla="*/ 9412714 w 10450132"/>
              <a:gd name="connsiteY11790" fmla="*/ 877417 h 5450835"/>
              <a:gd name="connsiteX11791" fmla="*/ 9412714 w 10450132"/>
              <a:gd name="connsiteY11791" fmla="*/ 876564 h 5450835"/>
              <a:gd name="connsiteX11792" fmla="*/ 9417247 w 10450132"/>
              <a:gd name="connsiteY11792" fmla="*/ 868682 h 5450835"/>
              <a:gd name="connsiteX11793" fmla="*/ 9418035 w 10450132"/>
              <a:gd name="connsiteY11793" fmla="*/ 868224 h 5450835"/>
              <a:gd name="connsiteX11794" fmla="*/ 5347746 w 10450132"/>
              <a:gd name="connsiteY11794" fmla="*/ 868217 h 5450835"/>
              <a:gd name="connsiteX11795" fmla="*/ 5356810 w 10450132"/>
              <a:gd name="connsiteY11795" fmla="*/ 868217 h 5450835"/>
              <a:gd name="connsiteX11796" fmla="*/ 5357598 w 10450132"/>
              <a:gd name="connsiteY11796" fmla="*/ 868675 h 5450835"/>
              <a:gd name="connsiteX11797" fmla="*/ 5362130 w 10450132"/>
              <a:gd name="connsiteY11797" fmla="*/ 876558 h 5450835"/>
              <a:gd name="connsiteX11798" fmla="*/ 5362130 w 10450132"/>
              <a:gd name="connsiteY11798" fmla="*/ 877411 h 5450835"/>
              <a:gd name="connsiteX11799" fmla="*/ 5357598 w 10450132"/>
              <a:gd name="connsiteY11799" fmla="*/ 885291 h 5450835"/>
              <a:gd name="connsiteX11800" fmla="*/ 5356810 w 10450132"/>
              <a:gd name="connsiteY11800" fmla="*/ 885752 h 5450835"/>
              <a:gd name="connsiteX11801" fmla="*/ 5347746 w 10450132"/>
              <a:gd name="connsiteY11801" fmla="*/ 885752 h 5450835"/>
              <a:gd name="connsiteX11802" fmla="*/ 5346958 w 10450132"/>
              <a:gd name="connsiteY11802" fmla="*/ 885291 h 5450835"/>
              <a:gd name="connsiteX11803" fmla="*/ 5342425 w 10450132"/>
              <a:gd name="connsiteY11803" fmla="*/ 877411 h 5450835"/>
              <a:gd name="connsiteX11804" fmla="*/ 5342425 w 10450132"/>
              <a:gd name="connsiteY11804" fmla="*/ 876558 h 5450835"/>
              <a:gd name="connsiteX11805" fmla="*/ 5346958 w 10450132"/>
              <a:gd name="connsiteY11805" fmla="*/ 868675 h 5450835"/>
              <a:gd name="connsiteX11806" fmla="*/ 5347746 w 10450132"/>
              <a:gd name="connsiteY11806" fmla="*/ 868217 h 5450835"/>
              <a:gd name="connsiteX11807" fmla="*/ 1023112 w 10450132"/>
              <a:gd name="connsiteY11807" fmla="*/ 868217 h 5450835"/>
              <a:gd name="connsiteX11808" fmla="*/ 1032177 w 10450132"/>
              <a:gd name="connsiteY11808" fmla="*/ 868217 h 5450835"/>
              <a:gd name="connsiteX11809" fmla="*/ 1032965 w 10450132"/>
              <a:gd name="connsiteY11809" fmla="*/ 868678 h 5450835"/>
              <a:gd name="connsiteX11810" fmla="*/ 1037495 w 10450132"/>
              <a:gd name="connsiteY11810" fmla="*/ 876559 h 5450835"/>
              <a:gd name="connsiteX11811" fmla="*/ 1037495 w 10450132"/>
              <a:gd name="connsiteY11811" fmla="*/ 877412 h 5450835"/>
              <a:gd name="connsiteX11812" fmla="*/ 1032965 w 10450132"/>
              <a:gd name="connsiteY11812" fmla="*/ 885294 h 5450835"/>
              <a:gd name="connsiteX11813" fmla="*/ 1032177 w 10450132"/>
              <a:gd name="connsiteY11813" fmla="*/ 885754 h 5450835"/>
              <a:gd name="connsiteX11814" fmla="*/ 1023112 w 10450132"/>
              <a:gd name="connsiteY11814" fmla="*/ 885754 h 5450835"/>
              <a:gd name="connsiteX11815" fmla="*/ 1022325 w 10450132"/>
              <a:gd name="connsiteY11815" fmla="*/ 885294 h 5450835"/>
              <a:gd name="connsiteX11816" fmla="*/ 1017790 w 10450132"/>
              <a:gd name="connsiteY11816" fmla="*/ 877412 h 5450835"/>
              <a:gd name="connsiteX11817" fmla="*/ 1017790 w 10450132"/>
              <a:gd name="connsiteY11817" fmla="*/ 876559 h 5450835"/>
              <a:gd name="connsiteX11818" fmla="*/ 1022325 w 10450132"/>
              <a:gd name="connsiteY11818" fmla="*/ 868678 h 5450835"/>
              <a:gd name="connsiteX11819" fmla="*/ 1023112 w 10450132"/>
              <a:gd name="connsiteY11819" fmla="*/ 868217 h 5450835"/>
              <a:gd name="connsiteX11820" fmla="*/ 768660 w 10450132"/>
              <a:gd name="connsiteY11820" fmla="*/ 868215 h 5450835"/>
              <a:gd name="connsiteX11821" fmla="*/ 777724 w 10450132"/>
              <a:gd name="connsiteY11821" fmla="*/ 868215 h 5450835"/>
              <a:gd name="connsiteX11822" fmla="*/ 778512 w 10450132"/>
              <a:gd name="connsiteY11822" fmla="*/ 868674 h 5450835"/>
              <a:gd name="connsiteX11823" fmla="*/ 783044 w 10450132"/>
              <a:gd name="connsiteY11823" fmla="*/ 876556 h 5450835"/>
              <a:gd name="connsiteX11824" fmla="*/ 783044 w 10450132"/>
              <a:gd name="connsiteY11824" fmla="*/ 877409 h 5450835"/>
              <a:gd name="connsiteX11825" fmla="*/ 778512 w 10450132"/>
              <a:gd name="connsiteY11825" fmla="*/ 885291 h 5450835"/>
              <a:gd name="connsiteX11826" fmla="*/ 777724 w 10450132"/>
              <a:gd name="connsiteY11826" fmla="*/ 885751 h 5450835"/>
              <a:gd name="connsiteX11827" fmla="*/ 768660 w 10450132"/>
              <a:gd name="connsiteY11827" fmla="*/ 885751 h 5450835"/>
              <a:gd name="connsiteX11828" fmla="*/ 767872 w 10450132"/>
              <a:gd name="connsiteY11828" fmla="*/ 885291 h 5450835"/>
              <a:gd name="connsiteX11829" fmla="*/ 763339 w 10450132"/>
              <a:gd name="connsiteY11829" fmla="*/ 877409 h 5450835"/>
              <a:gd name="connsiteX11830" fmla="*/ 763339 w 10450132"/>
              <a:gd name="connsiteY11830" fmla="*/ 876556 h 5450835"/>
              <a:gd name="connsiteX11831" fmla="*/ 767872 w 10450132"/>
              <a:gd name="connsiteY11831" fmla="*/ 868674 h 5450835"/>
              <a:gd name="connsiteX11832" fmla="*/ 768660 w 10450132"/>
              <a:gd name="connsiteY11832" fmla="*/ 868215 h 5450835"/>
              <a:gd name="connsiteX11833" fmla="*/ 8146065 w 10450132"/>
              <a:gd name="connsiteY11833" fmla="*/ 868208 h 5450835"/>
              <a:gd name="connsiteX11834" fmla="*/ 8155129 w 10450132"/>
              <a:gd name="connsiteY11834" fmla="*/ 868208 h 5450835"/>
              <a:gd name="connsiteX11835" fmla="*/ 8155917 w 10450132"/>
              <a:gd name="connsiteY11835" fmla="*/ 868667 h 5450835"/>
              <a:gd name="connsiteX11836" fmla="*/ 8160449 w 10450132"/>
              <a:gd name="connsiteY11836" fmla="*/ 876547 h 5450835"/>
              <a:gd name="connsiteX11837" fmla="*/ 8160449 w 10450132"/>
              <a:gd name="connsiteY11837" fmla="*/ 877401 h 5450835"/>
              <a:gd name="connsiteX11838" fmla="*/ 8155917 w 10450132"/>
              <a:gd name="connsiteY11838" fmla="*/ 885283 h 5450835"/>
              <a:gd name="connsiteX11839" fmla="*/ 8155129 w 10450132"/>
              <a:gd name="connsiteY11839" fmla="*/ 885744 h 5450835"/>
              <a:gd name="connsiteX11840" fmla="*/ 8146065 w 10450132"/>
              <a:gd name="connsiteY11840" fmla="*/ 885744 h 5450835"/>
              <a:gd name="connsiteX11841" fmla="*/ 8145277 w 10450132"/>
              <a:gd name="connsiteY11841" fmla="*/ 885283 h 5450835"/>
              <a:gd name="connsiteX11842" fmla="*/ 8140745 w 10450132"/>
              <a:gd name="connsiteY11842" fmla="*/ 877401 h 5450835"/>
              <a:gd name="connsiteX11843" fmla="*/ 8140745 w 10450132"/>
              <a:gd name="connsiteY11843" fmla="*/ 876547 h 5450835"/>
              <a:gd name="connsiteX11844" fmla="*/ 8145277 w 10450132"/>
              <a:gd name="connsiteY11844" fmla="*/ 868667 h 5450835"/>
              <a:gd name="connsiteX11845" fmla="*/ 8146065 w 10450132"/>
              <a:gd name="connsiteY11845" fmla="*/ 868208 h 5450835"/>
              <a:gd name="connsiteX11846" fmla="*/ 7637304 w 10450132"/>
              <a:gd name="connsiteY11846" fmla="*/ 868208 h 5450835"/>
              <a:gd name="connsiteX11847" fmla="*/ 7646367 w 10450132"/>
              <a:gd name="connsiteY11847" fmla="*/ 868208 h 5450835"/>
              <a:gd name="connsiteX11848" fmla="*/ 7647156 w 10450132"/>
              <a:gd name="connsiteY11848" fmla="*/ 868667 h 5450835"/>
              <a:gd name="connsiteX11849" fmla="*/ 7651687 w 10450132"/>
              <a:gd name="connsiteY11849" fmla="*/ 876548 h 5450835"/>
              <a:gd name="connsiteX11850" fmla="*/ 7651687 w 10450132"/>
              <a:gd name="connsiteY11850" fmla="*/ 877403 h 5450835"/>
              <a:gd name="connsiteX11851" fmla="*/ 7647156 w 10450132"/>
              <a:gd name="connsiteY11851" fmla="*/ 885284 h 5450835"/>
              <a:gd name="connsiteX11852" fmla="*/ 7646367 w 10450132"/>
              <a:gd name="connsiteY11852" fmla="*/ 885744 h 5450835"/>
              <a:gd name="connsiteX11853" fmla="*/ 7637304 w 10450132"/>
              <a:gd name="connsiteY11853" fmla="*/ 885744 h 5450835"/>
              <a:gd name="connsiteX11854" fmla="*/ 7636516 w 10450132"/>
              <a:gd name="connsiteY11854" fmla="*/ 885284 h 5450835"/>
              <a:gd name="connsiteX11855" fmla="*/ 7631983 w 10450132"/>
              <a:gd name="connsiteY11855" fmla="*/ 877403 h 5450835"/>
              <a:gd name="connsiteX11856" fmla="*/ 7631983 w 10450132"/>
              <a:gd name="connsiteY11856" fmla="*/ 876548 h 5450835"/>
              <a:gd name="connsiteX11857" fmla="*/ 7636516 w 10450132"/>
              <a:gd name="connsiteY11857" fmla="*/ 868667 h 5450835"/>
              <a:gd name="connsiteX11858" fmla="*/ 7637304 w 10450132"/>
              <a:gd name="connsiteY11858" fmla="*/ 868208 h 5450835"/>
              <a:gd name="connsiteX11859" fmla="*/ 1277462 w 10450132"/>
              <a:gd name="connsiteY11859" fmla="*/ 868201 h 5450835"/>
              <a:gd name="connsiteX11860" fmla="*/ 1286526 w 10450132"/>
              <a:gd name="connsiteY11860" fmla="*/ 868201 h 5450835"/>
              <a:gd name="connsiteX11861" fmla="*/ 1287315 w 10450132"/>
              <a:gd name="connsiteY11861" fmla="*/ 868661 h 5450835"/>
              <a:gd name="connsiteX11862" fmla="*/ 1291847 w 10450132"/>
              <a:gd name="connsiteY11862" fmla="*/ 876543 h 5450835"/>
              <a:gd name="connsiteX11863" fmla="*/ 1291847 w 10450132"/>
              <a:gd name="connsiteY11863" fmla="*/ 877397 h 5450835"/>
              <a:gd name="connsiteX11864" fmla="*/ 1287315 w 10450132"/>
              <a:gd name="connsiteY11864" fmla="*/ 885278 h 5450835"/>
              <a:gd name="connsiteX11865" fmla="*/ 1286526 w 10450132"/>
              <a:gd name="connsiteY11865" fmla="*/ 885739 h 5450835"/>
              <a:gd name="connsiteX11866" fmla="*/ 1277462 w 10450132"/>
              <a:gd name="connsiteY11866" fmla="*/ 885739 h 5450835"/>
              <a:gd name="connsiteX11867" fmla="*/ 1276673 w 10450132"/>
              <a:gd name="connsiteY11867" fmla="*/ 885278 h 5450835"/>
              <a:gd name="connsiteX11868" fmla="*/ 1272141 w 10450132"/>
              <a:gd name="connsiteY11868" fmla="*/ 877397 h 5450835"/>
              <a:gd name="connsiteX11869" fmla="*/ 1272141 w 10450132"/>
              <a:gd name="connsiteY11869" fmla="*/ 876543 h 5450835"/>
              <a:gd name="connsiteX11870" fmla="*/ 1276673 w 10450132"/>
              <a:gd name="connsiteY11870" fmla="*/ 868661 h 5450835"/>
              <a:gd name="connsiteX11871" fmla="*/ 1277462 w 10450132"/>
              <a:gd name="connsiteY11871" fmla="*/ 868201 h 5450835"/>
              <a:gd name="connsiteX11872" fmla="*/ 259872 w 10450132"/>
              <a:gd name="connsiteY11872" fmla="*/ 868200 h 5450835"/>
              <a:gd name="connsiteX11873" fmla="*/ 268936 w 10450132"/>
              <a:gd name="connsiteY11873" fmla="*/ 868200 h 5450835"/>
              <a:gd name="connsiteX11874" fmla="*/ 269724 w 10450132"/>
              <a:gd name="connsiteY11874" fmla="*/ 868661 h 5450835"/>
              <a:gd name="connsiteX11875" fmla="*/ 274256 w 10450132"/>
              <a:gd name="connsiteY11875" fmla="*/ 876541 h 5450835"/>
              <a:gd name="connsiteX11876" fmla="*/ 274256 w 10450132"/>
              <a:gd name="connsiteY11876" fmla="*/ 877394 h 5450835"/>
              <a:gd name="connsiteX11877" fmla="*/ 269724 w 10450132"/>
              <a:gd name="connsiteY11877" fmla="*/ 885277 h 5450835"/>
              <a:gd name="connsiteX11878" fmla="*/ 268936 w 10450132"/>
              <a:gd name="connsiteY11878" fmla="*/ 885737 h 5450835"/>
              <a:gd name="connsiteX11879" fmla="*/ 259872 w 10450132"/>
              <a:gd name="connsiteY11879" fmla="*/ 885737 h 5450835"/>
              <a:gd name="connsiteX11880" fmla="*/ 259083 w 10450132"/>
              <a:gd name="connsiteY11880" fmla="*/ 885277 h 5450835"/>
              <a:gd name="connsiteX11881" fmla="*/ 254552 w 10450132"/>
              <a:gd name="connsiteY11881" fmla="*/ 877394 h 5450835"/>
              <a:gd name="connsiteX11882" fmla="*/ 254552 w 10450132"/>
              <a:gd name="connsiteY11882" fmla="*/ 876541 h 5450835"/>
              <a:gd name="connsiteX11883" fmla="*/ 259083 w 10450132"/>
              <a:gd name="connsiteY11883" fmla="*/ 868661 h 5450835"/>
              <a:gd name="connsiteX11884" fmla="*/ 259872 w 10450132"/>
              <a:gd name="connsiteY11884" fmla="*/ 868200 h 5450835"/>
              <a:gd name="connsiteX11885" fmla="*/ 514249 w 10450132"/>
              <a:gd name="connsiteY11885" fmla="*/ 868198 h 5450835"/>
              <a:gd name="connsiteX11886" fmla="*/ 523311 w 10450132"/>
              <a:gd name="connsiteY11886" fmla="*/ 868198 h 5450835"/>
              <a:gd name="connsiteX11887" fmla="*/ 524101 w 10450132"/>
              <a:gd name="connsiteY11887" fmla="*/ 868659 h 5450835"/>
              <a:gd name="connsiteX11888" fmla="*/ 528631 w 10450132"/>
              <a:gd name="connsiteY11888" fmla="*/ 876539 h 5450835"/>
              <a:gd name="connsiteX11889" fmla="*/ 528631 w 10450132"/>
              <a:gd name="connsiteY11889" fmla="*/ 877393 h 5450835"/>
              <a:gd name="connsiteX11890" fmla="*/ 524101 w 10450132"/>
              <a:gd name="connsiteY11890" fmla="*/ 885275 h 5450835"/>
              <a:gd name="connsiteX11891" fmla="*/ 523311 w 10450132"/>
              <a:gd name="connsiteY11891" fmla="*/ 885734 h 5450835"/>
              <a:gd name="connsiteX11892" fmla="*/ 514249 w 10450132"/>
              <a:gd name="connsiteY11892" fmla="*/ 885734 h 5450835"/>
              <a:gd name="connsiteX11893" fmla="*/ 513461 w 10450132"/>
              <a:gd name="connsiteY11893" fmla="*/ 885275 h 5450835"/>
              <a:gd name="connsiteX11894" fmla="*/ 508928 w 10450132"/>
              <a:gd name="connsiteY11894" fmla="*/ 877393 h 5450835"/>
              <a:gd name="connsiteX11895" fmla="*/ 508928 w 10450132"/>
              <a:gd name="connsiteY11895" fmla="*/ 876539 h 5450835"/>
              <a:gd name="connsiteX11896" fmla="*/ 513461 w 10450132"/>
              <a:gd name="connsiteY11896" fmla="*/ 868659 h 5450835"/>
              <a:gd name="connsiteX11897" fmla="*/ 514249 w 10450132"/>
              <a:gd name="connsiteY11897" fmla="*/ 868198 h 5450835"/>
              <a:gd name="connsiteX11898" fmla="*/ 2040651 w 10450132"/>
              <a:gd name="connsiteY11898" fmla="*/ 868197 h 5450835"/>
              <a:gd name="connsiteX11899" fmla="*/ 2049715 w 10450132"/>
              <a:gd name="connsiteY11899" fmla="*/ 868197 h 5450835"/>
              <a:gd name="connsiteX11900" fmla="*/ 2050503 w 10450132"/>
              <a:gd name="connsiteY11900" fmla="*/ 868658 h 5450835"/>
              <a:gd name="connsiteX11901" fmla="*/ 2055035 w 10450132"/>
              <a:gd name="connsiteY11901" fmla="*/ 876538 h 5450835"/>
              <a:gd name="connsiteX11902" fmla="*/ 2055035 w 10450132"/>
              <a:gd name="connsiteY11902" fmla="*/ 877393 h 5450835"/>
              <a:gd name="connsiteX11903" fmla="*/ 2050503 w 10450132"/>
              <a:gd name="connsiteY11903" fmla="*/ 885273 h 5450835"/>
              <a:gd name="connsiteX11904" fmla="*/ 2049715 w 10450132"/>
              <a:gd name="connsiteY11904" fmla="*/ 885734 h 5450835"/>
              <a:gd name="connsiteX11905" fmla="*/ 2040651 w 10450132"/>
              <a:gd name="connsiteY11905" fmla="*/ 885734 h 5450835"/>
              <a:gd name="connsiteX11906" fmla="*/ 2039863 w 10450132"/>
              <a:gd name="connsiteY11906" fmla="*/ 885273 h 5450835"/>
              <a:gd name="connsiteX11907" fmla="*/ 2035328 w 10450132"/>
              <a:gd name="connsiteY11907" fmla="*/ 877393 h 5450835"/>
              <a:gd name="connsiteX11908" fmla="*/ 2035328 w 10450132"/>
              <a:gd name="connsiteY11908" fmla="*/ 876538 h 5450835"/>
              <a:gd name="connsiteX11909" fmla="*/ 2039863 w 10450132"/>
              <a:gd name="connsiteY11909" fmla="*/ 868658 h 5450835"/>
              <a:gd name="connsiteX11910" fmla="*/ 2040651 w 10450132"/>
              <a:gd name="connsiteY11910" fmla="*/ 868197 h 5450835"/>
              <a:gd name="connsiteX11911" fmla="*/ 5856508 w 10450132"/>
              <a:gd name="connsiteY11911" fmla="*/ 868193 h 5450835"/>
              <a:gd name="connsiteX11912" fmla="*/ 5865571 w 10450132"/>
              <a:gd name="connsiteY11912" fmla="*/ 868193 h 5450835"/>
              <a:gd name="connsiteX11913" fmla="*/ 5866359 w 10450132"/>
              <a:gd name="connsiteY11913" fmla="*/ 868653 h 5450835"/>
              <a:gd name="connsiteX11914" fmla="*/ 5870891 w 10450132"/>
              <a:gd name="connsiteY11914" fmla="*/ 876535 h 5450835"/>
              <a:gd name="connsiteX11915" fmla="*/ 5870891 w 10450132"/>
              <a:gd name="connsiteY11915" fmla="*/ 877386 h 5450835"/>
              <a:gd name="connsiteX11916" fmla="*/ 5866359 w 10450132"/>
              <a:gd name="connsiteY11916" fmla="*/ 885269 h 5450835"/>
              <a:gd name="connsiteX11917" fmla="*/ 5865571 w 10450132"/>
              <a:gd name="connsiteY11917" fmla="*/ 885731 h 5450835"/>
              <a:gd name="connsiteX11918" fmla="*/ 5856508 w 10450132"/>
              <a:gd name="connsiteY11918" fmla="*/ 885731 h 5450835"/>
              <a:gd name="connsiteX11919" fmla="*/ 5855720 w 10450132"/>
              <a:gd name="connsiteY11919" fmla="*/ 885269 h 5450835"/>
              <a:gd name="connsiteX11920" fmla="*/ 5851187 w 10450132"/>
              <a:gd name="connsiteY11920" fmla="*/ 877386 h 5450835"/>
              <a:gd name="connsiteX11921" fmla="*/ 5851187 w 10450132"/>
              <a:gd name="connsiteY11921" fmla="*/ 876535 h 5450835"/>
              <a:gd name="connsiteX11922" fmla="*/ 5855720 w 10450132"/>
              <a:gd name="connsiteY11922" fmla="*/ 868653 h 5450835"/>
              <a:gd name="connsiteX11923" fmla="*/ 5856508 w 10450132"/>
              <a:gd name="connsiteY11923" fmla="*/ 868193 h 5450835"/>
              <a:gd name="connsiteX11924" fmla="*/ 4838919 w 10450132"/>
              <a:gd name="connsiteY11924" fmla="*/ 868187 h 5450835"/>
              <a:gd name="connsiteX11925" fmla="*/ 4847982 w 10450132"/>
              <a:gd name="connsiteY11925" fmla="*/ 868187 h 5450835"/>
              <a:gd name="connsiteX11926" fmla="*/ 4848772 w 10450132"/>
              <a:gd name="connsiteY11926" fmla="*/ 868649 h 5450835"/>
              <a:gd name="connsiteX11927" fmla="*/ 4853303 w 10450132"/>
              <a:gd name="connsiteY11927" fmla="*/ 876529 h 5450835"/>
              <a:gd name="connsiteX11928" fmla="*/ 4853303 w 10450132"/>
              <a:gd name="connsiteY11928" fmla="*/ 877383 h 5450835"/>
              <a:gd name="connsiteX11929" fmla="*/ 4848772 w 10450132"/>
              <a:gd name="connsiteY11929" fmla="*/ 885265 h 5450835"/>
              <a:gd name="connsiteX11930" fmla="*/ 4847982 w 10450132"/>
              <a:gd name="connsiteY11930" fmla="*/ 885724 h 5450835"/>
              <a:gd name="connsiteX11931" fmla="*/ 4838919 w 10450132"/>
              <a:gd name="connsiteY11931" fmla="*/ 885724 h 5450835"/>
              <a:gd name="connsiteX11932" fmla="*/ 4838132 w 10450132"/>
              <a:gd name="connsiteY11932" fmla="*/ 885265 h 5450835"/>
              <a:gd name="connsiteX11933" fmla="*/ 4833598 w 10450132"/>
              <a:gd name="connsiteY11933" fmla="*/ 877383 h 5450835"/>
              <a:gd name="connsiteX11934" fmla="*/ 4833598 w 10450132"/>
              <a:gd name="connsiteY11934" fmla="*/ 876529 h 5450835"/>
              <a:gd name="connsiteX11935" fmla="*/ 4838132 w 10450132"/>
              <a:gd name="connsiteY11935" fmla="*/ 868649 h 5450835"/>
              <a:gd name="connsiteX11936" fmla="*/ 4838919 w 10450132"/>
              <a:gd name="connsiteY11936" fmla="*/ 868187 h 5450835"/>
              <a:gd name="connsiteX11937" fmla="*/ 3821382 w 10450132"/>
              <a:gd name="connsiteY11937" fmla="*/ 868186 h 5450835"/>
              <a:gd name="connsiteX11938" fmla="*/ 3830447 w 10450132"/>
              <a:gd name="connsiteY11938" fmla="*/ 868186 h 5450835"/>
              <a:gd name="connsiteX11939" fmla="*/ 3831236 w 10450132"/>
              <a:gd name="connsiteY11939" fmla="*/ 868644 h 5450835"/>
              <a:gd name="connsiteX11940" fmla="*/ 3835768 w 10450132"/>
              <a:gd name="connsiteY11940" fmla="*/ 876527 h 5450835"/>
              <a:gd name="connsiteX11941" fmla="*/ 3835768 w 10450132"/>
              <a:gd name="connsiteY11941" fmla="*/ 877381 h 5450835"/>
              <a:gd name="connsiteX11942" fmla="*/ 3831236 w 10450132"/>
              <a:gd name="connsiteY11942" fmla="*/ 885261 h 5450835"/>
              <a:gd name="connsiteX11943" fmla="*/ 3830447 w 10450132"/>
              <a:gd name="connsiteY11943" fmla="*/ 885722 h 5450835"/>
              <a:gd name="connsiteX11944" fmla="*/ 3821382 w 10450132"/>
              <a:gd name="connsiteY11944" fmla="*/ 885722 h 5450835"/>
              <a:gd name="connsiteX11945" fmla="*/ 3820594 w 10450132"/>
              <a:gd name="connsiteY11945" fmla="*/ 885261 h 5450835"/>
              <a:gd name="connsiteX11946" fmla="*/ 3816063 w 10450132"/>
              <a:gd name="connsiteY11946" fmla="*/ 877381 h 5450835"/>
              <a:gd name="connsiteX11947" fmla="*/ 3816063 w 10450132"/>
              <a:gd name="connsiteY11947" fmla="*/ 876527 h 5450835"/>
              <a:gd name="connsiteX11948" fmla="*/ 3820594 w 10450132"/>
              <a:gd name="connsiteY11948" fmla="*/ 868644 h 5450835"/>
              <a:gd name="connsiteX11949" fmla="*/ 3821382 w 10450132"/>
              <a:gd name="connsiteY11949" fmla="*/ 868186 h 5450835"/>
              <a:gd name="connsiteX11950" fmla="*/ 8909274 w 10450132"/>
              <a:gd name="connsiteY11950" fmla="*/ 868180 h 5450835"/>
              <a:gd name="connsiteX11951" fmla="*/ 8918336 w 10450132"/>
              <a:gd name="connsiteY11951" fmla="*/ 868180 h 5450835"/>
              <a:gd name="connsiteX11952" fmla="*/ 8919125 w 10450132"/>
              <a:gd name="connsiteY11952" fmla="*/ 868641 h 5450835"/>
              <a:gd name="connsiteX11953" fmla="*/ 8923657 w 10450132"/>
              <a:gd name="connsiteY11953" fmla="*/ 876521 h 5450835"/>
              <a:gd name="connsiteX11954" fmla="*/ 8923657 w 10450132"/>
              <a:gd name="connsiteY11954" fmla="*/ 877375 h 5450835"/>
              <a:gd name="connsiteX11955" fmla="*/ 8919125 w 10450132"/>
              <a:gd name="connsiteY11955" fmla="*/ 885258 h 5450835"/>
              <a:gd name="connsiteX11956" fmla="*/ 8918336 w 10450132"/>
              <a:gd name="connsiteY11956" fmla="*/ 885717 h 5450835"/>
              <a:gd name="connsiteX11957" fmla="*/ 8909274 w 10450132"/>
              <a:gd name="connsiteY11957" fmla="*/ 885717 h 5450835"/>
              <a:gd name="connsiteX11958" fmla="*/ 8908484 w 10450132"/>
              <a:gd name="connsiteY11958" fmla="*/ 885258 h 5450835"/>
              <a:gd name="connsiteX11959" fmla="*/ 8903953 w 10450132"/>
              <a:gd name="connsiteY11959" fmla="*/ 877375 h 5450835"/>
              <a:gd name="connsiteX11960" fmla="*/ 8903953 w 10450132"/>
              <a:gd name="connsiteY11960" fmla="*/ 876521 h 5450835"/>
              <a:gd name="connsiteX11961" fmla="*/ 8908484 w 10450132"/>
              <a:gd name="connsiteY11961" fmla="*/ 868641 h 5450835"/>
              <a:gd name="connsiteX11962" fmla="*/ 8909274 w 10450132"/>
              <a:gd name="connsiteY11962" fmla="*/ 868180 h 5450835"/>
              <a:gd name="connsiteX11963" fmla="*/ 6619714 w 10450132"/>
              <a:gd name="connsiteY11963" fmla="*/ 868175 h 5450835"/>
              <a:gd name="connsiteX11964" fmla="*/ 6628778 w 10450132"/>
              <a:gd name="connsiteY11964" fmla="*/ 868175 h 5450835"/>
              <a:gd name="connsiteX11965" fmla="*/ 6629566 w 10450132"/>
              <a:gd name="connsiteY11965" fmla="*/ 868635 h 5450835"/>
              <a:gd name="connsiteX11966" fmla="*/ 6634099 w 10450132"/>
              <a:gd name="connsiteY11966" fmla="*/ 876515 h 5450835"/>
              <a:gd name="connsiteX11967" fmla="*/ 6634099 w 10450132"/>
              <a:gd name="connsiteY11967" fmla="*/ 877370 h 5450835"/>
              <a:gd name="connsiteX11968" fmla="*/ 6629566 w 10450132"/>
              <a:gd name="connsiteY11968" fmla="*/ 885250 h 5450835"/>
              <a:gd name="connsiteX11969" fmla="*/ 6628778 w 10450132"/>
              <a:gd name="connsiteY11969" fmla="*/ 885711 h 5450835"/>
              <a:gd name="connsiteX11970" fmla="*/ 6619714 w 10450132"/>
              <a:gd name="connsiteY11970" fmla="*/ 885711 h 5450835"/>
              <a:gd name="connsiteX11971" fmla="*/ 6618926 w 10450132"/>
              <a:gd name="connsiteY11971" fmla="*/ 885250 h 5450835"/>
              <a:gd name="connsiteX11972" fmla="*/ 6614394 w 10450132"/>
              <a:gd name="connsiteY11972" fmla="*/ 877370 h 5450835"/>
              <a:gd name="connsiteX11973" fmla="*/ 6614394 w 10450132"/>
              <a:gd name="connsiteY11973" fmla="*/ 876515 h 5450835"/>
              <a:gd name="connsiteX11974" fmla="*/ 6618926 w 10450132"/>
              <a:gd name="connsiteY11974" fmla="*/ 868635 h 5450835"/>
              <a:gd name="connsiteX11975" fmla="*/ 6619714 w 10450132"/>
              <a:gd name="connsiteY11975" fmla="*/ 868175 h 5450835"/>
              <a:gd name="connsiteX11976" fmla="*/ 6874095 w 10450132"/>
              <a:gd name="connsiteY11976" fmla="*/ 868173 h 5450835"/>
              <a:gd name="connsiteX11977" fmla="*/ 6883159 w 10450132"/>
              <a:gd name="connsiteY11977" fmla="*/ 868173 h 5450835"/>
              <a:gd name="connsiteX11978" fmla="*/ 6883947 w 10450132"/>
              <a:gd name="connsiteY11978" fmla="*/ 868632 h 5450835"/>
              <a:gd name="connsiteX11979" fmla="*/ 6888480 w 10450132"/>
              <a:gd name="connsiteY11979" fmla="*/ 876514 h 5450835"/>
              <a:gd name="connsiteX11980" fmla="*/ 6888480 w 10450132"/>
              <a:gd name="connsiteY11980" fmla="*/ 877368 h 5450835"/>
              <a:gd name="connsiteX11981" fmla="*/ 6883947 w 10450132"/>
              <a:gd name="connsiteY11981" fmla="*/ 885250 h 5450835"/>
              <a:gd name="connsiteX11982" fmla="*/ 6883159 w 10450132"/>
              <a:gd name="connsiteY11982" fmla="*/ 885710 h 5450835"/>
              <a:gd name="connsiteX11983" fmla="*/ 6874095 w 10450132"/>
              <a:gd name="connsiteY11983" fmla="*/ 885710 h 5450835"/>
              <a:gd name="connsiteX11984" fmla="*/ 6873307 w 10450132"/>
              <a:gd name="connsiteY11984" fmla="*/ 885250 h 5450835"/>
              <a:gd name="connsiteX11985" fmla="*/ 6868775 w 10450132"/>
              <a:gd name="connsiteY11985" fmla="*/ 877368 h 5450835"/>
              <a:gd name="connsiteX11986" fmla="*/ 6868775 w 10450132"/>
              <a:gd name="connsiteY11986" fmla="*/ 876514 h 5450835"/>
              <a:gd name="connsiteX11987" fmla="*/ 6873307 w 10450132"/>
              <a:gd name="connsiteY11987" fmla="*/ 868632 h 5450835"/>
              <a:gd name="connsiteX11988" fmla="*/ 6874095 w 10450132"/>
              <a:gd name="connsiteY11988" fmla="*/ 868173 h 5450835"/>
              <a:gd name="connsiteX11989" fmla="*/ 9163654 w 10450132"/>
              <a:gd name="connsiteY11989" fmla="*/ 868170 h 5450835"/>
              <a:gd name="connsiteX11990" fmla="*/ 9172718 w 10450132"/>
              <a:gd name="connsiteY11990" fmla="*/ 868170 h 5450835"/>
              <a:gd name="connsiteX11991" fmla="*/ 9173506 w 10450132"/>
              <a:gd name="connsiteY11991" fmla="*/ 868631 h 5450835"/>
              <a:gd name="connsiteX11992" fmla="*/ 9178038 w 10450132"/>
              <a:gd name="connsiteY11992" fmla="*/ 876512 h 5450835"/>
              <a:gd name="connsiteX11993" fmla="*/ 9178038 w 10450132"/>
              <a:gd name="connsiteY11993" fmla="*/ 877365 h 5450835"/>
              <a:gd name="connsiteX11994" fmla="*/ 9173506 w 10450132"/>
              <a:gd name="connsiteY11994" fmla="*/ 885247 h 5450835"/>
              <a:gd name="connsiteX11995" fmla="*/ 9172718 w 10450132"/>
              <a:gd name="connsiteY11995" fmla="*/ 885708 h 5450835"/>
              <a:gd name="connsiteX11996" fmla="*/ 9163654 w 10450132"/>
              <a:gd name="connsiteY11996" fmla="*/ 885708 h 5450835"/>
              <a:gd name="connsiteX11997" fmla="*/ 9162866 w 10450132"/>
              <a:gd name="connsiteY11997" fmla="*/ 885247 h 5450835"/>
              <a:gd name="connsiteX11998" fmla="*/ 9158333 w 10450132"/>
              <a:gd name="connsiteY11998" fmla="*/ 877365 h 5450835"/>
              <a:gd name="connsiteX11999" fmla="*/ 9158333 w 10450132"/>
              <a:gd name="connsiteY11999" fmla="*/ 876512 h 5450835"/>
              <a:gd name="connsiteX12000" fmla="*/ 9162866 w 10450132"/>
              <a:gd name="connsiteY12000" fmla="*/ 868631 h 5450835"/>
              <a:gd name="connsiteX12001" fmla="*/ 9163654 w 10450132"/>
              <a:gd name="connsiteY12001" fmla="*/ 868170 h 5450835"/>
              <a:gd name="connsiteX12002" fmla="*/ 5433 w 10450132"/>
              <a:gd name="connsiteY12002" fmla="*/ 868170 h 5450835"/>
              <a:gd name="connsiteX12003" fmla="*/ 14496 w 10450132"/>
              <a:gd name="connsiteY12003" fmla="*/ 868170 h 5450835"/>
              <a:gd name="connsiteX12004" fmla="*/ 15285 w 10450132"/>
              <a:gd name="connsiteY12004" fmla="*/ 868631 h 5450835"/>
              <a:gd name="connsiteX12005" fmla="*/ 19816 w 10450132"/>
              <a:gd name="connsiteY12005" fmla="*/ 876513 h 5450835"/>
              <a:gd name="connsiteX12006" fmla="*/ 19816 w 10450132"/>
              <a:gd name="connsiteY12006" fmla="*/ 877365 h 5450835"/>
              <a:gd name="connsiteX12007" fmla="*/ 15285 w 10450132"/>
              <a:gd name="connsiteY12007" fmla="*/ 885248 h 5450835"/>
              <a:gd name="connsiteX12008" fmla="*/ 14496 w 10450132"/>
              <a:gd name="connsiteY12008" fmla="*/ 885709 h 5450835"/>
              <a:gd name="connsiteX12009" fmla="*/ 5433 w 10450132"/>
              <a:gd name="connsiteY12009" fmla="*/ 885709 h 5450835"/>
              <a:gd name="connsiteX12010" fmla="*/ 4643 w 10450132"/>
              <a:gd name="connsiteY12010" fmla="*/ 885248 h 5450835"/>
              <a:gd name="connsiteX12011" fmla="*/ 112 w 10450132"/>
              <a:gd name="connsiteY12011" fmla="*/ 877365 h 5450835"/>
              <a:gd name="connsiteX12012" fmla="*/ 112 w 10450132"/>
              <a:gd name="connsiteY12012" fmla="*/ 876513 h 5450835"/>
              <a:gd name="connsiteX12013" fmla="*/ 4643 w 10450132"/>
              <a:gd name="connsiteY12013" fmla="*/ 868631 h 5450835"/>
              <a:gd name="connsiteX12014" fmla="*/ 5433 w 10450132"/>
              <a:gd name="connsiteY12014" fmla="*/ 868170 h 5450835"/>
              <a:gd name="connsiteX12015" fmla="*/ 2549368 w 10450132"/>
              <a:gd name="connsiteY12015" fmla="*/ 868169 h 5450835"/>
              <a:gd name="connsiteX12016" fmla="*/ 2558432 w 10450132"/>
              <a:gd name="connsiteY12016" fmla="*/ 868169 h 5450835"/>
              <a:gd name="connsiteX12017" fmla="*/ 2559219 w 10450132"/>
              <a:gd name="connsiteY12017" fmla="*/ 868630 h 5450835"/>
              <a:gd name="connsiteX12018" fmla="*/ 2563752 w 10450132"/>
              <a:gd name="connsiteY12018" fmla="*/ 876510 h 5450835"/>
              <a:gd name="connsiteX12019" fmla="*/ 2563752 w 10450132"/>
              <a:gd name="connsiteY12019" fmla="*/ 877364 h 5450835"/>
              <a:gd name="connsiteX12020" fmla="*/ 2559219 w 10450132"/>
              <a:gd name="connsiteY12020" fmla="*/ 885247 h 5450835"/>
              <a:gd name="connsiteX12021" fmla="*/ 2558432 w 10450132"/>
              <a:gd name="connsiteY12021" fmla="*/ 885707 h 5450835"/>
              <a:gd name="connsiteX12022" fmla="*/ 2549368 w 10450132"/>
              <a:gd name="connsiteY12022" fmla="*/ 885707 h 5450835"/>
              <a:gd name="connsiteX12023" fmla="*/ 2548579 w 10450132"/>
              <a:gd name="connsiteY12023" fmla="*/ 885247 h 5450835"/>
              <a:gd name="connsiteX12024" fmla="*/ 2544047 w 10450132"/>
              <a:gd name="connsiteY12024" fmla="*/ 877364 h 5450835"/>
              <a:gd name="connsiteX12025" fmla="*/ 2544047 w 10450132"/>
              <a:gd name="connsiteY12025" fmla="*/ 876510 h 5450835"/>
              <a:gd name="connsiteX12026" fmla="*/ 2548579 w 10450132"/>
              <a:gd name="connsiteY12026" fmla="*/ 868630 h 5450835"/>
              <a:gd name="connsiteX12027" fmla="*/ 2549368 w 10450132"/>
              <a:gd name="connsiteY12027" fmla="*/ 868169 h 5450835"/>
              <a:gd name="connsiteX12028" fmla="*/ 5602126 w 10450132"/>
              <a:gd name="connsiteY12028" fmla="*/ 651266 h 5450835"/>
              <a:gd name="connsiteX12029" fmla="*/ 5611191 w 10450132"/>
              <a:gd name="connsiteY12029" fmla="*/ 651266 h 5450835"/>
              <a:gd name="connsiteX12030" fmla="*/ 5611979 w 10450132"/>
              <a:gd name="connsiteY12030" fmla="*/ 651729 h 5450835"/>
              <a:gd name="connsiteX12031" fmla="*/ 5616511 w 10450132"/>
              <a:gd name="connsiteY12031" fmla="*/ 659606 h 5450835"/>
              <a:gd name="connsiteX12032" fmla="*/ 5616511 w 10450132"/>
              <a:gd name="connsiteY12032" fmla="*/ 660464 h 5450835"/>
              <a:gd name="connsiteX12033" fmla="*/ 5611979 w 10450132"/>
              <a:gd name="connsiteY12033" fmla="*/ 668349 h 5450835"/>
              <a:gd name="connsiteX12034" fmla="*/ 5611191 w 10450132"/>
              <a:gd name="connsiteY12034" fmla="*/ 668806 h 5450835"/>
              <a:gd name="connsiteX12035" fmla="*/ 5602126 w 10450132"/>
              <a:gd name="connsiteY12035" fmla="*/ 668806 h 5450835"/>
              <a:gd name="connsiteX12036" fmla="*/ 5601338 w 10450132"/>
              <a:gd name="connsiteY12036" fmla="*/ 668349 h 5450835"/>
              <a:gd name="connsiteX12037" fmla="*/ 5596807 w 10450132"/>
              <a:gd name="connsiteY12037" fmla="*/ 660464 h 5450835"/>
              <a:gd name="connsiteX12038" fmla="*/ 5596807 w 10450132"/>
              <a:gd name="connsiteY12038" fmla="*/ 659606 h 5450835"/>
              <a:gd name="connsiteX12039" fmla="*/ 5601338 w 10450132"/>
              <a:gd name="connsiteY12039" fmla="*/ 651729 h 5450835"/>
              <a:gd name="connsiteX12040" fmla="*/ 5602126 w 10450132"/>
              <a:gd name="connsiteY12040" fmla="*/ 651266 h 5450835"/>
              <a:gd name="connsiteX12041" fmla="*/ 4330157 w 10450132"/>
              <a:gd name="connsiteY12041" fmla="*/ 651262 h 5450835"/>
              <a:gd name="connsiteX12042" fmla="*/ 4339222 w 10450132"/>
              <a:gd name="connsiteY12042" fmla="*/ 651262 h 5450835"/>
              <a:gd name="connsiteX12043" fmla="*/ 4340010 w 10450132"/>
              <a:gd name="connsiteY12043" fmla="*/ 651720 h 5450835"/>
              <a:gd name="connsiteX12044" fmla="*/ 4344540 w 10450132"/>
              <a:gd name="connsiteY12044" fmla="*/ 659604 h 5450835"/>
              <a:gd name="connsiteX12045" fmla="*/ 4344540 w 10450132"/>
              <a:gd name="connsiteY12045" fmla="*/ 660459 h 5450835"/>
              <a:gd name="connsiteX12046" fmla="*/ 4340010 w 10450132"/>
              <a:gd name="connsiteY12046" fmla="*/ 668342 h 5450835"/>
              <a:gd name="connsiteX12047" fmla="*/ 4339222 w 10450132"/>
              <a:gd name="connsiteY12047" fmla="*/ 668802 h 5450835"/>
              <a:gd name="connsiteX12048" fmla="*/ 4330157 w 10450132"/>
              <a:gd name="connsiteY12048" fmla="*/ 668802 h 5450835"/>
              <a:gd name="connsiteX12049" fmla="*/ 4329369 w 10450132"/>
              <a:gd name="connsiteY12049" fmla="*/ 668342 h 5450835"/>
              <a:gd name="connsiteX12050" fmla="*/ 4324836 w 10450132"/>
              <a:gd name="connsiteY12050" fmla="*/ 660459 h 5450835"/>
              <a:gd name="connsiteX12051" fmla="*/ 4324836 w 10450132"/>
              <a:gd name="connsiteY12051" fmla="*/ 659604 h 5450835"/>
              <a:gd name="connsiteX12052" fmla="*/ 4329369 w 10450132"/>
              <a:gd name="connsiteY12052" fmla="*/ 651720 h 5450835"/>
              <a:gd name="connsiteX12053" fmla="*/ 4330157 w 10450132"/>
              <a:gd name="connsiteY12053" fmla="*/ 651262 h 5450835"/>
              <a:gd name="connsiteX12054" fmla="*/ 2295163 w 10450132"/>
              <a:gd name="connsiteY12054" fmla="*/ 651262 h 5450835"/>
              <a:gd name="connsiteX12055" fmla="*/ 2304228 w 10450132"/>
              <a:gd name="connsiteY12055" fmla="*/ 651262 h 5450835"/>
              <a:gd name="connsiteX12056" fmla="*/ 2305017 w 10450132"/>
              <a:gd name="connsiteY12056" fmla="*/ 651720 h 5450835"/>
              <a:gd name="connsiteX12057" fmla="*/ 2309548 w 10450132"/>
              <a:gd name="connsiteY12057" fmla="*/ 659604 h 5450835"/>
              <a:gd name="connsiteX12058" fmla="*/ 2309548 w 10450132"/>
              <a:gd name="connsiteY12058" fmla="*/ 660459 h 5450835"/>
              <a:gd name="connsiteX12059" fmla="*/ 2305017 w 10450132"/>
              <a:gd name="connsiteY12059" fmla="*/ 668342 h 5450835"/>
              <a:gd name="connsiteX12060" fmla="*/ 2304228 w 10450132"/>
              <a:gd name="connsiteY12060" fmla="*/ 668802 h 5450835"/>
              <a:gd name="connsiteX12061" fmla="*/ 2295163 w 10450132"/>
              <a:gd name="connsiteY12061" fmla="*/ 668802 h 5450835"/>
              <a:gd name="connsiteX12062" fmla="*/ 2294376 w 10450132"/>
              <a:gd name="connsiteY12062" fmla="*/ 668342 h 5450835"/>
              <a:gd name="connsiteX12063" fmla="*/ 2289843 w 10450132"/>
              <a:gd name="connsiteY12063" fmla="*/ 660459 h 5450835"/>
              <a:gd name="connsiteX12064" fmla="*/ 2289843 w 10450132"/>
              <a:gd name="connsiteY12064" fmla="*/ 659604 h 5450835"/>
              <a:gd name="connsiteX12065" fmla="*/ 2294376 w 10450132"/>
              <a:gd name="connsiteY12065" fmla="*/ 651720 h 5450835"/>
              <a:gd name="connsiteX12066" fmla="*/ 2295163 w 10450132"/>
              <a:gd name="connsiteY12066" fmla="*/ 651262 h 5450835"/>
              <a:gd name="connsiteX12067" fmla="*/ 7382923 w 10450132"/>
              <a:gd name="connsiteY12067" fmla="*/ 651256 h 5450835"/>
              <a:gd name="connsiteX12068" fmla="*/ 7391987 w 10450132"/>
              <a:gd name="connsiteY12068" fmla="*/ 651256 h 5450835"/>
              <a:gd name="connsiteX12069" fmla="*/ 7392775 w 10450132"/>
              <a:gd name="connsiteY12069" fmla="*/ 651718 h 5450835"/>
              <a:gd name="connsiteX12070" fmla="*/ 7397307 w 10450132"/>
              <a:gd name="connsiteY12070" fmla="*/ 659601 h 5450835"/>
              <a:gd name="connsiteX12071" fmla="*/ 7397307 w 10450132"/>
              <a:gd name="connsiteY12071" fmla="*/ 660454 h 5450835"/>
              <a:gd name="connsiteX12072" fmla="*/ 7392775 w 10450132"/>
              <a:gd name="connsiteY12072" fmla="*/ 668340 h 5450835"/>
              <a:gd name="connsiteX12073" fmla="*/ 7391987 w 10450132"/>
              <a:gd name="connsiteY12073" fmla="*/ 668797 h 5450835"/>
              <a:gd name="connsiteX12074" fmla="*/ 7382923 w 10450132"/>
              <a:gd name="connsiteY12074" fmla="*/ 668797 h 5450835"/>
              <a:gd name="connsiteX12075" fmla="*/ 7382135 w 10450132"/>
              <a:gd name="connsiteY12075" fmla="*/ 668340 h 5450835"/>
              <a:gd name="connsiteX12076" fmla="*/ 7377602 w 10450132"/>
              <a:gd name="connsiteY12076" fmla="*/ 660454 h 5450835"/>
              <a:gd name="connsiteX12077" fmla="*/ 7377602 w 10450132"/>
              <a:gd name="connsiteY12077" fmla="*/ 659601 h 5450835"/>
              <a:gd name="connsiteX12078" fmla="*/ 7382135 w 10450132"/>
              <a:gd name="connsiteY12078" fmla="*/ 651718 h 5450835"/>
              <a:gd name="connsiteX12079" fmla="*/ 7382923 w 10450132"/>
              <a:gd name="connsiteY12079" fmla="*/ 651256 h 5450835"/>
              <a:gd name="connsiteX12080" fmla="*/ 5856508 w 10450132"/>
              <a:gd name="connsiteY12080" fmla="*/ 651255 h 5450835"/>
              <a:gd name="connsiteX12081" fmla="*/ 5865571 w 10450132"/>
              <a:gd name="connsiteY12081" fmla="*/ 651255 h 5450835"/>
              <a:gd name="connsiteX12082" fmla="*/ 5866359 w 10450132"/>
              <a:gd name="connsiteY12082" fmla="*/ 651709 h 5450835"/>
              <a:gd name="connsiteX12083" fmla="*/ 5870891 w 10450132"/>
              <a:gd name="connsiteY12083" fmla="*/ 659596 h 5450835"/>
              <a:gd name="connsiteX12084" fmla="*/ 5870891 w 10450132"/>
              <a:gd name="connsiteY12084" fmla="*/ 660451 h 5450835"/>
              <a:gd name="connsiteX12085" fmla="*/ 5866359 w 10450132"/>
              <a:gd name="connsiteY12085" fmla="*/ 668332 h 5450835"/>
              <a:gd name="connsiteX12086" fmla="*/ 5865571 w 10450132"/>
              <a:gd name="connsiteY12086" fmla="*/ 668793 h 5450835"/>
              <a:gd name="connsiteX12087" fmla="*/ 5856508 w 10450132"/>
              <a:gd name="connsiteY12087" fmla="*/ 668793 h 5450835"/>
              <a:gd name="connsiteX12088" fmla="*/ 5855720 w 10450132"/>
              <a:gd name="connsiteY12088" fmla="*/ 668332 h 5450835"/>
              <a:gd name="connsiteX12089" fmla="*/ 5851187 w 10450132"/>
              <a:gd name="connsiteY12089" fmla="*/ 660451 h 5450835"/>
              <a:gd name="connsiteX12090" fmla="*/ 5851187 w 10450132"/>
              <a:gd name="connsiteY12090" fmla="*/ 659596 h 5450835"/>
              <a:gd name="connsiteX12091" fmla="*/ 5855720 w 10450132"/>
              <a:gd name="connsiteY12091" fmla="*/ 651709 h 5450835"/>
              <a:gd name="connsiteX12092" fmla="*/ 5856508 w 10450132"/>
              <a:gd name="connsiteY12092" fmla="*/ 651255 h 5450835"/>
              <a:gd name="connsiteX12093" fmla="*/ 7891684 w 10450132"/>
              <a:gd name="connsiteY12093" fmla="*/ 651245 h 5450835"/>
              <a:gd name="connsiteX12094" fmla="*/ 7900748 w 10450132"/>
              <a:gd name="connsiteY12094" fmla="*/ 651245 h 5450835"/>
              <a:gd name="connsiteX12095" fmla="*/ 7901536 w 10450132"/>
              <a:gd name="connsiteY12095" fmla="*/ 651699 h 5450835"/>
              <a:gd name="connsiteX12096" fmla="*/ 7906067 w 10450132"/>
              <a:gd name="connsiteY12096" fmla="*/ 659583 h 5450835"/>
              <a:gd name="connsiteX12097" fmla="*/ 7906067 w 10450132"/>
              <a:gd name="connsiteY12097" fmla="*/ 660438 h 5450835"/>
              <a:gd name="connsiteX12098" fmla="*/ 7901536 w 10450132"/>
              <a:gd name="connsiteY12098" fmla="*/ 668321 h 5450835"/>
              <a:gd name="connsiteX12099" fmla="*/ 7900748 w 10450132"/>
              <a:gd name="connsiteY12099" fmla="*/ 668781 h 5450835"/>
              <a:gd name="connsiteX12100" fmla="*/ 7891684 w 10450132"/>
              <a:gd name="connsiteY12100" fmla="*/ 668781 h 5450835"/>
              <a:gd name="connsiteX12101" fmla="*/ 7890896 w 10450132"/>
              <a:gd name="connsiteY12101" fmla="*/ 668321 h 5450835"/>
              <a:gd name="connsiteX12102" fmla="*/ 7886363 w 10450132"/>
              <a:gd name="connsiteY12102" fmla="*/ 660438 h 5450835"/>
              <a:gd name="connsiteX12103" fmla="*/ 7886363 w 10450132"/>
              <a:gd name="connsiteY12103" fmla="*/ 659583 h 5450835"/>
              <a:gd name="connsiteX12104" fmla="*/ 7890896 w 10450132"/>
              <a:gd name="connsiteY12104" fmla="*/ 651699 h 5450835"/>
              <a:gd name="connsiteX12105" fmla="*/ 7891684 w 10450132"/>
              <a:gd name="connsiteY12105" fmla="*/ 651245 h 5450835"/>
              <a:gd name="connsiteX12106" fmla="*/ 259979 w 10450132"/>
              <a:gd name="connsiteY12106" fmla="*/ 651245 h 5450835"/>
              <a:gd name="connsiteX12107" fmla="*/ 269042 w 10450132"/>
              <a:gd name="connsiteY12107" fmla="*/ 651245 h 5450835"/>
              <a:gd name="connsiteX12108" fmla="*/ 269047 w 10450132"/>
              <a:gd name="connsiteY12108" fmla="*/ 651246 h 5450835"/>
              <a:gd name="connsiteX12109" fmla="*/ 269048 w 10450132"/>
              <a:gd name="connsiteY12109" fmla="*/ 651246 h 5450835"/>
              <a:gd name="connsiteX12110" fmla="*/ 269836 w 10450132"/>
              <a:gd name="connsiteY12110" fmla="*/ 651707 h 5450835"/>
              <a:gd name="connsiteX12111" fmla="*/ 274368 w 10450132"/>
              <a:gd name="connsiteY12111" fmla="*/ 659586 h 5450835"/>
              <a:gd name="connsiteX12112" fmla="*/ 274368 w 10450132"/>
              <a:gd name="connsiteY12112" fmla="*/ 660441 h 5450835"/>
              <a:gd name="connsiteX12113" fmla="*/ 269836 w 10450132"/>
              <a:gd name="connsiteY12113" fmla="*/ 668328 h 5450835"/>
              <a:gd name="connsiteX12114" fmla="*/ 269048 w 10450132"/>
              <a:gd name="connsiteY12114" fmla="*/ 668785 h 5450835"/>
              <a:gd name="connsiteX12115" fmla="*/ 259984 w 10450132"/>
              <a:gd name="connsiteY12115" fmla="*/ 668785 h 5450835"/>
              <a:gd name="connsiteX12116" fmla="*/ 259979 w 10450132"/>
              <a:gd name="connsiteY12116" fmla="*/ 668781 h 5450835"/>
              <a:gd name="connsiteX12117" fmla="*/ 259189 w 10450132"/>
              <a:gd name="connsiteY12117" fmla="*/ 668324 h 5450835"/>
              <a:gd name="connsiteX12118" fmla="*/ 254658 w 10450132"/>
              <a:gd name="connsiteY12118" fmla="*/ 660438 h 5450835"/>
              <a:gd name="connsiteX12119" fmla="*/ 254658 w 10450132"/>
              <a:gd name="connsiteY12119" fmla="*/ 659586 h 5450835"/>
              <a:gd name="connsiteX12120" fmla="*/ 259189 w 10450132"/>
              <a:gd name="connsiteY12120" fmla="*/ 651706 h 5450835"/>
              <a:gd name="connsiteX12121" fmla="*/ 259979 w 10450132"/>
              <a:gd name="connsiteY12121" fmla="*/ 651245 h 5450835"/>
              <a:gd name="connsiteX12122" fmla="*/ 3821551 w 10450132"/>
              <a:gd name="connsiteY12122" fmla="*/ 651241 h 5450835"/>
              <a:gd name="connsiteX12123" fmla="*/ 3830617 w 10450132"/>
              <a:gd name="connsiteY12123" fmla="*/ 651241 h 5450835"/>
              <a:gd name="connsiteX12124" fmla="*/ 3831407 w 10450132"/>
              <a:gd name="connsiteY12124" fmla="*/ 651699 h 5450835"/>
              <a:gd name="connsiteX12125" fmla="*/ 3835939 w 10450132"/>
              <a:gd name="connsiteY12125" fmla="*/ 659583 h 5450835"/>
              <a:gd name="connsiteX12126" fmla="*/ 3835939 w 10450132"/>
              <a:gd name="connsiteY12126" fmla="*/ 660431 h 5450835"/>
              <a:gd name="connsiteX12127" fmla="*/ 3831407 w 10450132"/>
              <a:gd name="connsiteY12127" fmla="*/ 668318 h 5450835"/>
              <a:gd name="connsiteX12128" fmla="*/ 3830617 w 10450132"/>
              <a:gd name="connsiteY12128" fmla="*/ 668778 h 5450835"/>
              <a:gd name="connsiteX12129" fmla="*/ 3821551 w 10450132"/>
              <a:gd name="connsiteY12129" fmla="*/ 668778 h 5450835"/>
              <a:gd name="connsiteX12130" fmla="*/ 3820764 w 10450132"/>
              <a:gd name="connsiteY12130" fmla="*/ 668318 h 5450835"/>
              <a:gd name="connsiteX12131" fmla="*/ 3816231 w 10450132"/>
              <a:gd name="connsiteY12131" fmla="*/ 660431 h 5450835"/>
              <a:gd name="connsiteX12132" fmla="*/ 3816231 w 10450132"/>
              <a:gd name="connsiteY12132" fmla="*/ 659583 h 5450835"/>
              <a:gd name="connsiteX12133" fmla="*/ 3820764 w 10450132"/>
              <a:gd name="connsiteY12133" fmla="*/ 651699 h 5450835"/>
              <a:gd name="connsiteX12134" fmla="*/ 3821551 w 10450132"/>
              <a:gd name="connsiteY12134" fmla="*/ 651241 h 5450835"/>
              <a:gd name="connsiteX12135" fmla="*/ 8909274 w 10450132"/>
              <a:gd name="connsiteY12135" fmla="*/ 651233 h 5450835"/>
              <a:gd name="connsiteX12136" fmla="*/ 8918336 w 10450132"/>
              <a:gd name="connsiteY12136" fmla="*/ 651233 h 5450835"/>
              <a:gd name="connsiteX12137" fmla="*/ 8919125 w 10450132"/>
              <a:gd name="connsiteY12137" fmla="*/ 651695 h 5450835"/>
              <a:gd name="connsiteX12138" fmla="*/ 8923657 w 10450132"/>
              <a:gd name="connsiteY12138" fmla="*/ 659575 h 5450835"/>
              <a:gd name="connsiteX12139" fmla="*/ 8923657 w 10450132"/>
              <a:gd name="connsiteY12139" fmla="*/ 660428 h 5450835"/>
              <a:gd name="connsiteX12140" fmla="*/ 8919125 w 10450132"/>
              <a:gd name="connsiteY12140" fmla="*/ 668314 h 5450835"/>
              <a:gd name="connsiteX12141" fmla="*/ 8918336 w 10450132"/>
              <a:gd name="connsiteY12141" fmla="*/ 668773 h 5450835"/>
              <a:gd name="connsiteX12142" fmla="*/ 8909274 w 10450132"/>
              <a:gd name="connsiteY12142" fmla="*/ 668773 h 5450835"/>
              <a:gd name="connsiteX12143" fmla="*/ 8908484 w 10450132"/>
              <a:gd name="connsiteY12143" fmla="*/ 668314 h 5450835"/>
              <a:gd name="connsiteX12144" fmla="*/ 8903953 w 10450132"/>
              <a:gd name="connsiteY12144" fmla="*/ 660428 h 5450835"/>
              <a:gd name="connsiteX12145" fmla="*/ 8903953 w 10450132"/>
              <a:gd name="connsiteY12145" fmla="*/ 659575 h 5450835"/>
              <a:gd name="connsiteX12146" fmla="*/ 8908484 w 10450132"/>
              <a:gd name="connsiteY12146" fmla="*/ 651695 h 5450835"/>
              <a:gd name="connsiteX12147" fmla="*/ 8909274 w 10450132"/>
              <a:gd name="connsiteY12147" fmla="*/ 651233 h 5450835"/>
              <a:gd name="connsiteX12148" fmla="*/ 6110888 w 10450132"/>
              <a:gd name="connsiteY12148" fmla="*/ 651233 h 5450835"/>
              <a:gd name="connsiteX12149" fmla="*/ 6119953 w 10450132"/>
              <a:gd name="connsiteY12149" fmla="*/ 651233 h 5450835"/>
              <a:gd name="connsiteX12150" fmla="*/ 6120740 w 10450132"/>
              <a:gd name="connsiteY12150" fmla="*/ 651692 h 5450835"/>
              <a:gd name="connsiteX12151" fmla="*/ 6125272 w 10450132"/>
              <a:gd name="connsiteY12151" fmla="*/ 659575 h 5450835"/>
              <a:gd name="connsiteX12152" fmla="*/ 6125272 w 10450132"/>
              <a:gd name="connsiteY12152" fmla="*/ 660428 h 5450835"/>
              <a:gd name="connsiteX12153" fmla="*/ 6120740 w 10450132"/>
              <a:gd name="connsiteY12153" fmla="*/ 668311 h 5450835"/>
              <a:gd name="connsiteX12154" fmla="*/ 6119953 w 10450132"/>
              <a:gd name="connsiteY12154" fmla="*/ 668773 h 5450835"/>
              <a:gd name="connsiteX12155" fmla="*/ 6110888 w 10450132"/>
              <a:gd name="connsiteY12155" fmla="*/ 668773 h 5450835"/>
              <a:gd name="connsiteX12156" fmla="*/ 6110101 w 10450132"/>
              <a:gd name="connsiteY12156" fmla="*/ 668311 h 5450835"/>
              <a:gd name="connsiteX12157" fmla="*/ 6105567 w 10450132"/>
              <a:gd name="connsiteY12157" fmla="*/ 660428 h 5450835"/>
              <a:gd name="connsiteX12158" fmla="*/ 6105567 w 10450132"/>
              <a:gd name="connsiteY12158" fmla="*/ 659575 h 5450835"/>
              <a:gd name="connsiteX12159" fmla="*/ 6110101 w 10450132"/>
              <a:gd name="connsiteY12159" fmla="*/ 651692 h 5450835"/>
              <a:gd name="connsiteX12160" fmla="*/ 6110888 w 10450132"/>
              <a:gd name="connsiteY12160" fmla="*/ 651233 h 5450835"/>
              <a:gd name="connsiteX12161" fmla="*/ 5347746 w 10450132"/>
              <a:gd name="connsiteY12161" fmla="*/ 651233 h 5450835"/>
              <a:gd name="connsiteX12162" fmla="*/ 5356810 w 10450132"/>
              <a:gd name="connsiteY12162" fmla="*/ 651233 h 5450835"/>
              <a:gd name="connsiteX12163" fmla="*/ 5357598 w 10450132"/>
              <a:gd name="connsiteY12163" fmla="*/ 651695 h 5450835"/>
              <a:gd name="connsiteX12164" fmla="*/ 5362130 w 10450132"/>
              <a:gd name="connsiteY12164" fmla="*/ 659575 h 5450835"/>
              <a:gd name="connsiteX12165" fmla="*/ 5362130 w 10450132"/>
              <a:gd name="connsiteY12165" fmla="*/ 660428 h 5450835"/>
              <a:gd name="connsiteX12166" fmla="*/ 5357598 w 10450132"/>
              <a:gd name="connsiteY12166" fmla="*/ 668314 h 5450835"/>
              <a:gd name="connsiteX12167" fmla="*/ 5356810 w 10450132"/>
              <a:gd name="connsiteY12167" fmla="*/ 668773 h 5450835"/>
              <a:gd name="connsiteX12168" fmla="*/ 5347746 w 10450132"/>
              <a:gd name="connsiteY12168" fmla="*/ 668773 h 5450835"/>
              <a:gd name="connsiteX12169" fmla="*/ 5346958 w 10450132"/>
              <a:gd name="connsiteY12169" fmla="*/ 668314 h 5450835"/>
              <a:gd name="connsiteX12170" fmla="*/ 5342425 w 10450132"/>
              <a:gd name="connsiteY12170" fmla="*/ 660428 h 5450835"/>
              <a:gd name="connsiteX12171" fmla="*/ 5342425 w 10450132"/>
              <a:gd name="connsiteY12171" fmla="*/ 659575 h 5450835"/>
              <a:gd name="connsiteX12172" fmla="*/ 5346958 w 10450132"/>
              <a:gd name="connsiteY12172" fmla="*/ 651695 h 5450835"/>
              <a:gd name="connsiteX12173" fmla="*/ 5347746 w 10450132"/>
              <a:gd name="connsiteY12173" fmla="*/ 651233 h 5450835"/>
              <a:gd name="connsiteX12174" fmla="*/ 8654892 w 10450132"/>
              <a:gd name="connsiteY12174" fmla="*/ 651223 h 5450835"/>
              <a:gd name="connsiteX12175" fmla="*/ 8663955 w 10450132"/>
              <a:gd name="connsiteY12175" fmla="*/ 651223 h 5450835"/>
              <a:gd name="connsiteX12176" fmla="*/ 8664744 w 10450132"/>
              <a:gd name="connsiteY12176" fmla="*/ 651685 h 5450835"/>
              <a:gd name="connsiteX12177" fmla="*/ 8669277 w 10450132"/>
              <a:gd name="connsiteY12177" fmla="*/ 659565 h 5450835"/>
              <a:gd name="connsiteX12178" fmla="*/ 8669277 w 10450132"/>
              <a:gd name="connsiteY12178" fmla="*/ 660421 h 5450835"/>
              <a:gd name="connsiteX12179" fmla="*/ 8664744 w 10450132"/>
              <a:gd name="connsiteY12179" fmla="*/ 668304 h 5450835"/>
              <a:gd name="connsiteX12180" fmla="*/ 8663955 w 10450132"/>
              <a:gd name="connsiteY12180" fmla="*/ 668764 h 5450835"/>
              <a:gd name="connsiteX12181" fmla="*/ 8654892 w 10450132"/>
              <a:gd name="connsiteY12181" fmla="*/ 668764 h 5450835"/>
              <a:gd name="connsiteX12182" fmla="*/ 8654104 w 10450132"/>
              <a:gd name="connsiteY12182" fmla="*/ 668304 h 5450835"/>
              <a:gd name="connsiteX12183" fmla="*/ 8649572 w 10450132"/>
              <a:gd name="connsiteY12183" fmla="*/ 660421 h 5450835"/>
              <a:gd name="connsiteX12184" fmla="*/ 8649572 w 10450132"/>
              <a:gd name="connsiteY12184" fmla="*/ 659565 h 5450835"/>
              <a:gd name="connsiteX12185" fmla="*/ 8654104 w 10450132"/>
              <a:gd name="connsiteY12185" fmla="*/ 651685 h 5450835"/>
              <a:gd name="connsiteX12186" fmla="*/ 8654892 w 10450132"/>
              <a:gd name="connsiteY12186" fmla="*/ 651223 h 5450835"/>
              <a:gd name="connsiteX12187" fmla="*/ 5493 w 10450132"/>
              <a:gd name="connsiteY12187" fmla="*/ 651223 h 5450835"/>
              <a:gd name="connsiteX12188" fmla="*/ 14556 w 10450132"/>
              <a:gd name="connsiteY12188" fmla="*/ 651223 h 5450835"/>
              <a:gd name="connsiteX12189" fmla="*/ 14559 w 10450132"/>
              <a:gd name="connsiteY12189" fmla="*/ 651223 h 5450835"/>
              <a:gd name="connsiteX12190" fmla="*/ 14624 w 10450132"/>
              <a:gd name="connsiteY12190" fmla="*/ 651223 h 5450835"/>
              <a:gd name="connsiteX12191" fmla="*/ 15412 w 10450132"/>
              <a:gd name="connsiteY12191" fmla="*/ 651685 h 5450835"/>
              <a:gd name="connsiteX12192" fmla="*/ 19944 w 10450132"/>
              <a:gd name="connsiteY12192" fmla="*/ 659565 h 5450835"/>
              <a:gd name="connsiteX12193" fmla="*/ 19944 w 10450132"/>
              <a:gd name="connsiteY12193" fmla="*/ 660421 h 5450835"/>
              <a:gd name="connsiteX12194" fmla="*/ 15412 w 10450132"/>
              <a:gd name="connsiteY12194" fmla="*/ 668304 h 5450835"/>
              <a:gd name="connsiteX12195" fmla="*/ 14624 w 10450132"/>
              <a:gd name="connsiteY12195" fmla="*/ 668764 h 5450835"/>
              <a:gd name="connsiteX12196" fmla="*/ 5561 w 10450132"/>
              <a:gd name="connsiteY12196" fmla="*/ 668764 h 5450835"/>
              <a:gd name="connsiteX12197" fmla="*/ 5559 w 10450132"/>
              <a:gd name="connsiteY12197" fmla="*/ 668764 h 5450835"/>
              <a:gd name="connsiteX12198" fmla="*/ 5493 w 10450132"/>
              <a:gd name="connsiteY12198" fmla="*/ 668764 h 5450835"/>
              <a:gd name="connsiteX12199" fmla="*/ 4705 w 10450132"/>
              <a:gd name="connsiteY12199" fmla="*/ 668304 h 5450835"/>
              <a:gd name="connsiteX12200" fmla="*/ 173 w 10450132"/>
              <a:gd name="connsiteY12200" fmla="*/ 660421 h 5450835"/>
              <a:gd name="connsiteX12201" fmla="*/ 173 w 10450132"/>
              <a:gd name="connsiteY12201" fmla="*/ 659565 h 5450835"/>
              <a:gd name="connsiteX12202" fmla="*/ 4705 w 10450132"/>
              <a:gd name="connsiteY12202" fmla="*/ 651685 h 5450835"/>
              <a:gd name="connsiteX12203" fmla="*/ 5493 w 10450132"/>
              <a:gd name="connsiteY12203" fmla="*/ 651223 h 5450835"/>
              <a:gd name="connsiteX12204" fmla="*/ 3567119 w 10450132"/>
              <a:gd name="connsiteY12204" fmla="*/ 651222 h 5450835"/>
              <a:gd name="connsiteX12205" fmla="*/ 3576182 w 10450132"/>
              <a:gd name="connsiteY12205" fmla="*/ 651222 h 5450835"/>
              <a:gd name="connsiteX12206" fmla="*/ 3576971 w 10450132"/>
              <a:gd name="connsiteY12206" fmla="*/ 651682 h 5450835"/>
              <a:gd name="connsiteX12207" fmla="*/ 3581503 w 10450132"/>
              <a:gd name="connsiteY12207" fmla="*/ 659565 h 5450835"/>
              <a:gd name="connsiteX12208" fmla="*/ 3581503 w 10450132"/>
              <a:gd name="connsiteY12208" fmla="*/ 660421 h 5450835"/>
              <a:gd name="connsiteX12209" fmla="*/ 3576971 w 10450132"/>
              <a:gd name="connsiteY12209" fmla="*/ 668302 h 5450835"/>
              <a:gd name="connsiteX12210" fmla="*/ 3576182 w 10450132"/>
              <a:gd name="connsiteY12210" fmla="*/ 668764 h 5450835"/>
              <a:gd name="connsiteX12211" fmla="*/ 3567119 w 10450132"/>
              <a:gd name="connsiteY12211" fmla="*/ 668764 h 5450835"/>
              <a:gd name="connsiteX12212" fmla="*/ 3566331 w 10450132"/>
              <a:gd name="connsiteY12212" fmla="*/ 668302 h 5450835"/>
              <a:gd name="connsiteX12213" fmla="*/ 3561796 w 10450132"/>
              <a:gd name="connsiteY12213" fmla="*/ 660421 h 5450835"/>
              <a:gd name="connsiteX12214" fmla="*/ 3561796 w 10450132"/>
              <a:gd name="connsiteY12214" fmla="*/ 659565 h 5450835"/>
              <a:gd name="connsiteX12215" fmla="*/ 3566331 w 10450132"/>
              <a:gd name="connsiteY12215" fmla="*/ 651682 h 5450835"/>
              <a:gd name="connsiteX12216" fmla="*/ 3567119 w 10450132"/>
              <a:gd name="connsiteY12216" fmla="*/ 651222 h 5450835"/>
              <a:gd name="connsiteX12217" fmla="*/ 7637304 w 10450132"/>
              <a:gd name="connsiteY12217" fmla="*/ 651214 h 5450835"/>
              <a:gd name="connsiteX12218" fmla="*/ 7646367 w 10450132"/>
              <a:gd name="connsiteY12218" fmla="*/ 651214 h 5450835"/>
              <a:gd name="connsiteX12219" fmla="*/ 7647156 w 10450132"/>
              <a:gd name="connsiteY12219" fmla="*/ 651678 h 5450835"/>
              <a:gd name="connsiteX12220" fmla="*/ 7651687 w 10450132"/>
              <a:gd name="connsiteY12220" fmla="*/ 659557 h 5450835"/>
              <a:gd name="connsiteX12221" fmla="*/ 7651687 w 10450132"/>
              <a:gd name="connsiteY12221" fmla="*/ 660410 h 5450835"/>
              <a:gd name="connsiteX12222" fmla="*/ 7647156 w 10450132"/>
              <a:gd name="connsiteY12222" fmla="*/ 668297 h 5450835"/>
              <a:gd name="connsiteX12223" fmla="*/ 7646367 w 10450132"/>
              <a:gd name="connsiteY12223" fmla="*/ 668755 h 5450835"/>
              <a:gd name="connsiteX12224" fmla="*/ 7637304 w 10450132"/>
              <a:gd name="connsiteY12224" fmla="*/ 668755 h 5450835"/>
              <a:gd name="connsiteX12225" fmla="*/ 7636516 w 10450132"/>
              <a:gd name="connsiteY12225" fmla="*/ 668297 h 5450835"/>
              <a:gd name="connsiteX12226" fmla="*/ 7631983 w 10450132"/>
              <a:gd name="connsiteY12226" fmla="*/ 660410 h 5450835"/>
              <a:gd name="connsiteX12227" fmla="*/ 7631983 w 10450132"/>
              <a:gd name="connsiteY12227" fmla="*/ 659557 h 5450835"/>
              <a:gd name="connsiteX12228" fmla="*/ 7636516 w 10450132"/>
              <a:gd name="connsiteY12228" fmla="*/ 651678 h 5450835"/>
              <a:gd name="connsiteX12229" fmla="*/ 7637304 w 10450132"/>
              <a:gd name="connsiteY12229" fmla="*/ 651214 h 5450835"/>
              <a:gd name="connsiteX12230" fmla="*/ 4075880 w 10450132"/>
              <a:gd name="connsiteY12230" fmla="*/ 651214 h 5450835"/>
              <a:gd name="connsiteX12231" fmla="*/ 4084943 w 10450132"/>
              <a:gd name="connsiteY12231" fmla="*/ 651214 h 5450835"/>
              <a:gd name="connsiteX12232" fmla="*/ 4085730 w 10450132"/>
              <a:gd name="connsiteY12232" fmla="*/ 651678 h 5450835"/>
              <a:gd name="connsiteX12233" fmla="*/ 4090262 w 10450132"/>
              <a:gd name="connsiteY12233" fmla="*/ 659555 h 5450835"/>
              <a:gd name="connsiteX12234" fmla="*/ 4090262 w 10450132"/>
              <a:gd name="connsiteY12234" fmla="*/ 660410 h 5450835"/>
              <a:gd name="connsiteX12235" fmla="*/ 4085730 w 10450132"/>
              <a:gd name="connsiteY12235" fmla="*/ 668294 h 5450835"/>
              <a:gd name="connsiteX12236" fmla="*/ 4084943 w 10450132"/>
              <a:gd name="connsiteY12236" fmla="*/ 668755 h 5450835"/>
              <a:gd name="connsiteX12237" fmla="*/ 4075880 w 10450132"/>
              <a:gd name="connsiteY12237" fmla="*/ 668755 h 5450835"/>
              <a:gd name="connsiteX12238" fmla="*/ 4075092 w 10450132"/>
              <a:gd name="connsiteY12238" fmla="*/ 668294 h 5450835"/>
              <a:gd name="connsiteX12239" fmla="*/ 4070560 w 10450132"/>
              <a:gd name="connsiteY12239" fmla="*/ 660410 h 5450835"/>
              <a:gd name="connsiteX12240" fmla="*/ 4070560 w 10450132"/>
              <a:gd name="connsiteY12240" fmla="*/ 659555 h 5450835"/>
              <a:gd name="connsiteX12241" fmla="*/ 4075092 w 10450132"/>
              <a:gd name="connsiteY12241" fmla="*/ 651678 h 5450835"/>
              <a:gd name="connsiteX12242" fmla="*/ 4075880 w 10450132"/>
              <a:gd name="connsiteY12242" fmla="*/ 651214 h 5450835"/>
              <a:gd name="connsiteX12243" fmla="*/ 3058310 w 10450132"/>
              <a:gd name="connsiteY12243" fmla="*/ 651212 h 5450835"/>
              <a:gd name="connsiteX12244" fmla="*/ 3067374 w 10450132"/>
              <a:gd name="connsiteY12244" fmla="*/ 651212 h 5450835"/>
              <a:gd name="connsiteX12245" fmla="*/ 3068163 w 10450132"/>
              <a:gd name="connsiteY12245" fmla="*/ 651670 h 5450835"/>
              <a:gd name="connsiteX12246" fmla="*/ 3072695 w 10450132"/>
              <a:gd name="connsiteY12246" fmla="*/ 659552 h 5450835"/>
              <a:gd name="connsiteX12247" fmla="*/ 3072695 w 10450132"/>
              <a:gd name="connsiteY12247" fmla="*/ 660408 h 5450835"/>
              <a:gd name="connsiteX12248" fmla="*/ 3068163 w 10450132"/>
              <a:gd name="connsiteY12248" fmla="*/ 668291 h 5450835"/>
              <a:gd name="connsiteX12249" fmla="*/ 3067374 w 10450132"/>
              <a:gd name="connsiteY12249" fmla="*/ 668750 h 5450835"/>
              <a:gd name="connsiteX12250" fmla="*/ 3058310 w 10450132"/>
              <a:gd name="connsiteY12250" fmla="*/ 668750 h 5450835"/>
              <a:gd name="connsiteX12251" fmla="*/ 3057521 w 10450132"/>
              <a:gd name="connsiteY12251" fmla="*/ 668291 h 5450835"/>
              <a:gd name="connsiteX12252" fmla="*/ 3052991 w 10450132"/>
              <a:gd name="connsiteY12252" fmla="*/ 660408 h 5450835"/>
              <a:gd name="connsiteX12253" fmla="*/ 3052991 w 10450132"/>
              <a:gd name="connsiteY12253" fmla="*/ 659552 h 5450835"/>
              <a:gd name="connsiteX12254" fmla="*/ 3057521 w 10450132"/>
              <a:gd name="connsiteY12254" fmla="*/ 651670 h 5450835"/>
              <a:gd name="connsiteX12255" fmla="*/ 3058310 w 10450132"/>
              <a:gd name="connsiteY12255" fmla="*/ 651212 h 5450835"/>
              <a:gd name="connsiteX12256" fmla="*/ 4838919 w 10450132"/>
              <a:gd name="connsiteY12256" fmla="*/ 651208 h 5450835"/>
              <a:gd name="connsiteX12257" fmla="*/ 4847982 w 10450132"/>
              <a:gd name="connsiteY12257" fmla="*/ 651208 h 5450835"/>
              <a:gd name="connsiteX12258" fmla="*/ 4848772 w 10450132"/>
              <a:gd name="connsiteY12258" fmla="*/ 651668 h 5450835"/>
              <a:gd name="connsiteX12259" fmla="*/ 4853303 w 10450132"/>
              <a:gd name="connsiteY12259" fmla="*/ 659552 h 5450835"/>
              <a:gd name="connsiteX12260" fmla="*/ 4853303 w 10450132"/>
              <a:gd name="connsiteY12260" fmla="*/ 660405 h 5450835"/>
              <a:gd name="connsiteX12261" fmla="*/ 4848772 w 10450132"/>
              <a:gd name="connsiteY12261" fmla="*/ 668286 h 5450835"/>
              <a:gd name="connsiteX12262" fmla="*/ 4847982 w 10450132"/>
              <a:gd name="connsiteY12262" fmla="*/ 668746 h 5450835"/>
              <a:gd name="connsiteX12263" fmla="*/ 4838919 w 10450132"/>
              <a:gd name="connsiteY12263" fmla="*/ 668746 h 5450835"/>
              <a:gd name="connsiteX12264" fmla="*/ 4838132 w 10450132"/>
              <a:gd name="connsiteY12264" fmla="*/ 668286 h 5450835"/>
              <a:gd name="connsiteX12265" fmla="*/ 4833598 w 10450132"/>
              <a:gd name="connsiteY12265" fmla="*/ 660405 h 5450835"/>
              <a:gd name="connsiteX12266" fmla="*/ 4833598 w 10450132"/>
              <a:gd name="connsiteY12266" fmla="*/ 659552 h 5450835"/>
              <a:gd name="connsiteX12267" fmla="*/ 4838132 w 10450132"/>
              <a:gd name="connsiteY12267" fmla="*/ 651668 h 5450835"/>
              <a:gd name="connsiteX12268" fmla="*/ 4838919 w 10450132"/>
              <a:gd name="connsiteY12268" fmla="*/ 651208 h 5450835"/>
              <a:gd name="connsiteX12269" fmla="*/ 6365334 w 10450132"/>
              <a:gd name="connsiteY12269" fmla="*/ 651204 h 5450835"/>
              <a:gd name="connsiteX12270" fmla="*/ 6374397 w 10450132"/>
              <a:gd name="connsiteY12270" fmla="*/ 651204 h 5450835"/>
              <a:gd name="connsiteX12271" fmla="*/ 6375186 w 10450132"/>
              <a:gd name="connsiteY12271" fmla="*/ 651668 h 5450835"/>
              <a:gd name="connsiteX12272" fmla="*/ 6379718 w 10450132"/>
              <a:gd name="connsiteY12272" fmla="*/ 659548 h 5450835"/>
              <a:gd name="connsiteX12273" fmla="*/ 6379718 w 10450132"/>
              <a:gd name="connsiteY12273" fmla="*/ 660401 h 5450835"/>
              <a:gd name="connsiteX12274" fmla="*/ 6375186 w 10450132"/>
              <a:gd name="connsiteY12274" fmla="*/ 668282 h 5450835"/>
              <a:gd name="connsiteX12275" fmla="*/ 6374397 w 10450132"/>
              <a:gd name="connsiteY12275" fmla="*/ 668745 h 5450835"/>
              <a:gd name="connsiteX12276" fmla="*/ 6365334 w 10450132"/>
              <a:gd name="connsiteY12276" fmla="*/ 668745 h 5450835"/>
              <a:gd name="connsiteX12277" fmla="*/ 6364546 w 10450132"/>
              <a:gd name="connsiteY12277" fmla="*/ 668282 h 5450835"/>
              <a:gd name="connsiteX12278" fmla="*/ 6360014 w 10450132"/>
              <a:gd name="connsiteY12278" fmla="*/ 660401 h 5450835"/>
              <a:gd name="connsiteX12279" fmla="*/ 6360014 w 10450132"/>
              <a:gd name="connsiteY12279" fmla="*/ 659548 h 5450835"/>
              <a:gd name="connsiteX12280" fmla="*/ 6364546 w 10450132"/>
              <a:gd name="connsiteY12280" fmla="*/ 651668 h 5450835"/>
              <a:gd name="connsiteX12281" fmla="*/ 6365334 w 10450132"/>
              <a:gd name="connsiteY12281" fmla="*/ 651204 h 5450835"/>
              <a:gd name="connsiteX12282" fmla="*/ 2803838 w 10450132"/>
              <a:gd name="connsiteY12282" fmla="*/ 651204 h 5450835"/>
              <a:gd name="connsiteX12283" fmla="*/ 2812903 w 10450132"/>
              <a:gd name="connsiteY12283" fmla="*/ 651204 h 5450835"/>
              <a:gd name="connsiteX12284" fmla="*/ 2813691 w 10450132"/>
              <a:gd name="connsiteY12284" fmla="*/ 651663 h 5450835"/>
              <a:gd name="connsiteX12285" fmla="*/ 2818223 w 10450132"/>
              <a:gd name="connsiteY12285" fmla="*/ 659544 h 5450835"/>
              <a:gd name="connsiteX12286" fmla="*/ 2818223 w 10450132"/>
              <a:gd name="connsiteY12286" fmla="*/ 660399 h 5450835"/>
              <a:gd name="connsiteX12287" fmla="*/ 2813691 w 10450132"/>
              <a:gd name="connsiteY12287" fmla="*/ 668282 h 5450835"/>
              <a:gd name="connsiteX12288" fmla="*/ 2812903 w 10450132"/>
              <a:gd name="connsiteY12288" fmla="*/ 668743 h 5450835"/>
              <a:gd name="connsiteX12289" fmla="*/ 2803838 w 10450132"/>
              <a:gd name="connsiteY12289" fmla="*/ 668743 h 5450835"/>
              <a:gd name="connsiteX12290" fmla="*/ 2803049 w 10450132"/>
              <a:gd name="connsiteY12290" fmla="*/ 668282 h 5450835"/>
              <a:gd name="connsiteX12291" fmla="*/ 2798517 w 10450132"/>
              <a:gd name="connsiteY12291" fmla="*/ 660399 h 5450835"/>
              <a:gd name="connsiteX12292" fmla="*/ 2798517 w 10450132"/>
              <a:gd name="connsiteY12292" fmla="*/ 659544 h 5450835"/>
              <a:gd name="connsiteX12293" fmla="*/ 2803049 w 10450132"/>
              <a:gd name="connsiteY12293" fmla="*/ 651663 h 5450835"/>
              <a:gd name="connsiteX12294" fmla="*/ 2803838 w 10450132"/>
              <a:gd name="connsiteY12294" fmla="*/ 651204 h 5450835"/>
              <a:gd name="connsiteX12295" fmla="*/ 5093300 w 10450132"/>
              <a:gd name="connsiteY12295" fmla="*/ 651202 h 5450835"/>
              <a:gd name="connsiteX12296" fmla="*/ 5102364 w 10450132"/>
              <a:gd name="connsiteY12296" fmla="*/ 651202 h 5450835"/>
              <a:gd name="connsiteX12297" fmla="*/ 5103153 w 10450132"/>
              <a:gd name="connsiteY12297" fmla="*/ 651660 h 5450835"/>
              <a:gd name="connsiteX12298" fmla="*/ 5107684 w 10450132"/>
              <a:gd name="connsiteY12298" fmla="*/ 659540 h 5450835"/>
              <a:gd name="connsiteX12299" fmla="*/ 5107684 w 10450132"/>
              <a:gd name="connsiteY12299" fmla="*/ 660397 h 5450835"/>
              <a:gd name="connsiteX12300" fmla="*/ 5103153 w 10450132"/>
              <a:gd name="connsiteY12300" fmla="*/ 668279 h 5450835"/>
              <a:gd name="connsiteX12301" fmla="*/ 5102364 w 10450132"/>
              <a:gd name="connsiteY12301" fmla="*/ 668739 h 5450835"/>
              <a:gd name="connsiteX12302" fmla="*/ 5093300 w 10450132"/>
              <a:gd name="connsiteY12302" fmla="*/ 668739 h 5450835"/>
              <a:gd name="connsiteX12303" fmla="*/ 5092512 w 10450132"/>
              <a:gd name="connsiteY12303" fmla="*/ 668279 h 5450835"/>
              <a:gd name="connsiteX12304" fmla="*/ 5087979 w 10450132"/>
              <a:gd name="connsiteY12304" fmla="*/ 660397 h 5450835"/>
              <a:gd name="connsiteX12305" fmla="*/ 5087979 w 10450132"/>
              <a:gd name="connsiteY12305" fmla="*/ 659540 h 5450835"/>
              <a:gd name="connsiteX12306" fmla="*/ 5092512 w 10450132"/>
              <a:gd name="connsiteY12306" fmla="*/ 651660 h 5450835"/>
              <a:gd name="connsiteX12307" fmla="*/ 5093300 w 10450132"/>
              <a:gd name="connsiteY12307" fmla="*/ 651202 h 5450835"/>
              <a:gd name="connsiteX12308" fmla="*/ 3312672 w 10450132"/>
              <a:gd name="connsiteY12308" fmla="*/ 651200 h 5450835"/>
              <a:gd name="connsiteX12309" fmla="*/ 3321735 w 10450132"/>
              <a:gd name="connsiteY12309" fmla="*/ 651200 h 5450835"/>
              <a:gd name="connsiteX12310" fmla="*/ 3322524 w 10450132"/>
              <a:gd name="connsiteY12310" fmla="*/ 651658 h 5450835"/>
              <a:gd name="connsiteX12311" fmla="*/ 3327056 w 10450132"/>
              <a:gd name="connsiteY12311" fmla="*/ 659540 h 5450835"/>
              <a:gd name="connsiteX12312" fmla="*/ 3327056 w 10450132"/>
              <a:gd name="connsiteY12312" fmla="*/ 660397 h 5450835"/>
              <a:gd name="connsiteX12313" fmla="*/ 3322524 w 10450132"/>
              <a:gd name="connsiteY12313" fmla="*/ 668279 h 5450835"/>
              <a:gd name="connsiteX12314" fmla="*/ 3321735 w 10450132"/>
              <a:gd name="connsiteY12314" fmla="*/ 668736 h 5450835"/>
              <a:gd name="connsiteX12315" fmla="*/ 3312672 w 10450132"/>
              <a:gd name="connsiteY12315" fmla="*/ 668736 h 5450835"/>
              <a:gd name="connsiteX12316" fmla="*/ 3311883 w 10450132"/>
              <a:gd name="connsiteY12316" fmla="*/ 668279 h 5450835"/>
              <a:gd name="connsiteX12317" fmla="*/ 3307351 w 10450132"/>
              <a:gd name="connsiteY12317" fmla="*/ 660397 h 5450835"/>
              <a:gd name="connsiteX12318" fmla="*/ 3307351 w 10450132"/>
              <a:gd name="connsiteY12318" fmla="*/ 659540 h 5450835"/>
              <a:gd name="connsiteX12319" fmla="*/ 3311883 w 10450132"/>
              <a:gd name="connsiteY12319" fmla="*/ 651658 h 5450835"/>
              <a:gd name="connsiteX12320" fmla="*/ 3312672 w 10450132"/>
              <a:gd name="connsiteY12320" fmla="*/ 651200 h 5450835"/>
              <a:gd name="connsiteX12321" fmla="*/ 9163654 w 10450132"/>
              <a:gd name="connsiteY12321" fmla="*/ 651192 h 5450835"/>
              <a:gd name="connsiteX12322" fmla="*/ 9172718 w 10450132"/>
              <a:gd name="connsiteY12322" fmla="*/ 651192 h 5450835"/>
              <a:gd name="connsiteX12323" fmla="*/ 9173506 w 10450132"/>
              <a:gd name="connsiteY12323" fmla="*/ 651651 h 5450835"/>
              <a:gd name="connsiteX12324" fmla="*/ 9178038 w 10450132"/>
              <a:gd name="connsiteY12324" fmla="*/ 659535 h 5450835"/>
              <a:gd name="connsiteX12325" fmla="*/ 9178038 w 10450132"/>
              <a:gd name="connsiteY12325" fmla="*/ 660387 h 5450835"/>
              <a:gd name="connsiteX12326" fmla="*/ 9173506 w 10450132"/>
              <a:gd name="connsiteY12326" fmla="*/ 668270 h 5450835"/>
              <a:gd name="connsiteX12327" fmla="*/ 9172718 w 10450132"/>
              <a:gd name="connsiteY12327" fmla="*/ 668732 h 5450835"/>
              <a:gd name="connsiteX12328" fmla="*/ 9163654 w 10450132"/>
              <a:gd name="connsiteY12328" fmla="*/ 668732 h 5450835"/>
              <a:gd name="connsiteX12329" fmla="*/ 9162866 w 10450132"/>
              <a:gd name="connsiteY12329" fmla="*/ 668270 h 5450835"/>
              <a:gd name="connsiteX12330" fmla="*/ 9158333 w 10450132"/>
              <a:gd name="connsiteY12330" fmla="*/ 660387 h 5450835"/>
              <a:gd name="connsiteX12331" fmla="*/ 9158333 w 10450132"/>
              <a:gd name="connsiteY12331" fmla="*/ 659535 h 5450835"/>
              <a:gd name="connsiteX12332" fmla="*/ 9162866 w 10450132"/>
              <a:gd name="connsiteY12332" fmla="*/ 651651 h 5450835"/>
              <a:gd name="connsiteX12333" fmla="*/ 9163654 w 10450132"/>
              <a:gd name="connsiteY12333" fmla="*/ 651192 h 5450835"/>
              <a:gd name="connsiteX12334" fmla="*/ 8400511 w 10450132"/>
              <a:gd name="connsiteY12334" fmla="*/ 651192 h 5450835"/>
              <a:gd name="connsiteX12335" fmla="*/ 8409575 w 10450132"/>
              <a:gd name="connsiteY12335" fmla="*/ 651192 h 5450835"/>
              <a:gd name="connsiteX12336" fmla="*/ 8410363 w 10450132"/>
              <a:gd name="connsiteY12336" fmla="*/ 651654 h 5450835"/>
              <a:gd name="connsiteX12337" fmla="*/ 8414896 w 10450132"/>
              <a:gd name="connsiteY12337" fmla="*/ 659535 h 5450835"/>
              <a:gd name="connsiteX12338" fmla="*/ 8414896 w 10450132"/>
              <a:gd name="connsiteY12338" fmla="*/ 660390 h 5450835"/>
              <a:gd name="connsiteX12339" fmla="*/ 8410363 w 10450132"/>
              <a:gd name="connsiteY12339" fmla="*/ 668272 h 5450835"/>
              <a:gd name="connsiteX12340" fmla="*/ 8409575 w 10450132"/>
              <a:gd name="connsiteY12340" fmla="*/ 668732 h 5450835"/>
              <a:gd name="connsiteX12341" fmla="*/ 8400511 w 10450132"/>
              <a:gd name="connsiteY12341" fmla="*/ 668732 h 5450835"/>
              <a:gd name="connsiteX12342" fmla="*/ 8399723 w 10450132"/>
              <a:gd name="connsiteY12342" fmla="*/ 668272 h 5450835"/>
              <a:gd name="connsiteX12343" fmla="*/ 8395191 w 10450132"/>
              <a:gd name="connsiteY12343" fmla="*/ 660390 h 5450835"/>
              <a:gd name="connsiteX12344" fmla="*/ 8395191 w 10450132"/>
              <a:gd name="connsiteY12344" fmla="*/ 659535 h 5450835"/>
              <a:gd name="connsiteX12345" fmla="*/ 8399723 w 10450132"/>
              <a:gd name="connsiteY12345" fmla="*/ 651654 h 5450835"/>
              <a:gd name="connsiteX12346" fmla="*/ 8400511 w 10450132"/>
              <a:gd name="connsiteY12346" fmla="*/ 651192 h 5450835"/>
              <a:gd name="connsiteX12347" fmla="*/ 6619714 w 10450132"/>
              <a:gd name="connsiteY12347" fmla="*/ 651181 h 5450835"/>
              <a:gd name="connsiteX12348" fmla="*/ 6628778 w 10450132"/>
              <a:gd name="connsiteY12348" fmla="*/ 651181 h 5450835"/>
              <a:gd name="connsiteX12349" fmla="*/ 6629566 w 10450132"/>
              <a:gd name="connsiteY12349" fmla="*/ 651639 h 5450835"/>
              <a:gd name="connsiteX12350" fmla="*/ 6634099 w 10450132"/>
              <a:gd name="connsiteY12350" fmla="*/ 659524 h 5450835"/>
              <a:gd name="connsiteX12351" fmla="*/ 6634099 w 10450132"/>
              <a:gd name="connsiteY12351" fmla="*/ 660376 h 5450835"/>
              <a:gd name="connsiteX12352" fmla="*/ 6629566 w 10450132"/>
              <a:gd name="connsiteY12352" fmla="*/ 668258 h 5450835"/>
              <a:gd name="connsiteX12353" fmla="*/ 6628778 w 10450132"/>
              <a:gd name="connsiteY12353" fmla="*/ 668720 h 5450835"/>
              <a:gd name="connsiteX12354" fmla="*/ 6619714 w 10450132"/>
              <a:gd name="connsiteY12354" fmla="*/ 668720 h 5450835"/>
              <a:gd name="connsiteX12355" fmla="*/ 6618926 w 10450132"/>
              <a:gd name="connsiteY12355" fmla="*/ 668258 h 5450835"/>
              <a:gd name="connsiteX12356" fmla="*/ 6614394 w 10450132"/>
              <a:gd name="connsiteY12356" fmla="*/ 660376 h 5450835"/>
              <a:gd name="connsiteX12357" fmla="*/ 6614394 w 10450132"/>
              <a:gd name="connsiteY12357" fmla="*/ 659524 h 5450835"/>
              <a:gd name="connsiteX12358" fmla="*/ 6618926 w 10450132"/>
              <a:gd name="connsiteY12358" fmla="*/ 651639 h 5450835"/>
              <a:gd name="connsiteX12359" fmla="*/ 6619714 w 10450132"/>
              <a:gd name="connsiteY12359" fmla="*/ 651181 h 5450835"/>
              <a:gd name="connsiteX12360" fmla="*/ 2549382 w 10450132"/>
              <a:gd name="connsiteY12360" fmla="*/ 651169 h 5450835"/>
              <a:gd name="connsiteX12361" fmla="*/ 2558448 w 10450132"/>
              <a:gd name="connsiteY12361" fmla="*/ 651169 h 5450835"/>
              <a:gd name="connsiteX12362" fmla="*/ 2559236 w 10450132"/>
              <a:gd name="connsiteY12362" fmla="*/ 651629 h 5450835"/>
              <a:gd name="connsiteX12363" fmla="*/ 2563768 w 10450132"/>
              <a:gd name="connsiteY12363" fmla="*/ 659511 h 5450835"/>
              <a:gd name="connsiteX12364" fmla="*/ 2563768 w 10450132"/>
              <a:gd name="connsiteY12364" fmla="*/ 660364 h 5450835"/>
              <a:gd name="connsiteX12365" fmla="*/ 2559236 w 10450132"/>
              <a:gd name="connsiteY12365" fmla="*/ 668247 h 5450835"/>
              <a:gd name="connsiteX12366" fmla="*/ 2558448 w 10450132"/>
              <a:gd name="connsiteY12366" fmla="*/ 668708 h 5450835"/>
              <a:gd name="connsiteX12367" fmla="*/ 2549382 w 10450132"/>
              <a:gd name="connsiteY12367" fmla="*/ 668708 h 5450835"/>
              <a:gd name="connsiteX12368" fmla="*/ 2548594 w 10450132"/>
              <a:gd name="connsiteY12368" fmla="*/ 668247 h 5450835"/>
              <a:gd name="connsiteX12369" fmla="*/ 2544063 w 10450132"/>
              <a:gd name="connsiteY12369" fmla="*/ 660364 h 5450835"/>
              <a:gd name="connsiteX12370" fmla="*/ 2544063 w 10450132"/>
              <a:gd name="connsiteY12370" fmla="*/ 659511 h 5450835"/>
              <a:gd name="connsiteX12371" fmla="*/ 2548594 w 10450132"/>
              <a:gd name="connsiteY12371" fmla="*/ 651629 h 5450835"/>
              <a:gd name="connsiteX12372" fmla="*/ 2549382 w 10450132"/>
              <a:gd name="connsiteY12372" fmla="*/ 651169 h 5450835"/>
              <a:gd name="connsiteX12373" fmla="*/ 7128477 w 10450132"/>
              <a:gd name="connsiteY12373" fmla="*/ 651167 h 5450835"/>
              <a:gd name="connsiteX12374" fmla="*/ 7137540 w 10450132"/>
              <a:gd name="connsiteY12374" fmla="*/ 651167 h 5450835"/>
              <a:gd name="connsiteX12375" fmla="*/ 7138328 w 10450132"/>
              <a:gd name="connsiteY12375" fmla="*/ 651628 h 5450835"/>
              <a:gd name="connsiteX12376" fmla="*/ 7142860 w 10450132"/>
              <a:gd name="connsiteY12376" fmla="*/ 659508 h 5450835"/>
              <a:gd name="connsiteX12377" fmla="*/ 7142860 w 10450132"/>
              <a:gd name="connsiteY12377" fmla="*/ 660362 h 5450835"/>
              <a:gd name="connsiteX12378" fmla="*/ 7138328 w 10450132"/>
              <a:gd name="connsiteY12378" fmla="*/ 668246 h 5450835"/>
              <a:gd name="connsiteX12379" fmla="*/ 7137540 w 10450132"/>
              <a:gd name="connsiteY12379" fmla="*/ 668704 h 5450835"/>
              <a:gd name="connsiteX12380" fmla="*/ 7128477 w 10450132"/>
              <a:gd name="connsiteY12380" fmla="*/ 668704 h 5450835"/>
              <a:gd name="connsiteX12381" fmla="*/ 7127689 w 10450132"/>
              <a:gd name="connsiteY12381" fmla="*/ 668246 h 5450835"/>
              <a:gd name="connsiteX12382" fmla="*/ 7123156 w 10450132"/>
              <a:gd name="connsiteY12382" fmla="*/ 660362 h 5450835"/>
              <a:gd name="connsiteX12383" fmla="*/ 7123156 w 10450132"/>
              <a:gd name="connsiteY12383" fmla="*/ 659508 h 5450835"/>
              <a:gd name="connsiteX12384" fmla="*/ 7127689 w 10450132"/>
              <a:gd name="connsiteY12384" fmla="*/ 651628 h 5450835"/>
              <a:gd name="connsiteX12385" fmla="*/ 7128477 w 10450132"/>
              <a:gd name="connsiteY12385" fmla="*/ 651167 h 5450835"/>
              <a:gd name="connsiteX12386" fmla="*/ 4584538 w 10450132"/>
              <a:gd name="connsiteY12386" fmla="*/ 651167 h 5450835"/>
              <a:gd name="connsiteX12387" fmla="*/ 4593603 w 10450132"/>
              <a:gd name="connsiteY12387" fmla="*/ 651167 h 5450835"/>
              <a:gd name="connsiteX12388" fmla="*/ 4594390 w 10450132"/>
              <a:gd name="connsiteY12388" fmla="*/ 651628 h 5450835"/>
              <a:gd name="connsiteX12389" fmla="*/ 4598922 w 10450132"/>
              <a:gd name="connsiteY12389" fmla="*/ 659508 h 5450835"/>
              <a:gd name="connsiteX12390" fmla="*/ 4598922 w 10450132"/>
              <a:gd name="connsiteY12390" fmla="*/ 660362 h 5450835"/>
              <a:gd name="connsiteX12391" fmla="*/ 4594390 w 10450132"/>
              <a:gd name="connsiteY12391" fmla="*/ 668246 h 5450835"/>
              <a:gd name="connsiteX12392" fmla="*/ 4593603 w 10450132"/>
              <a:gd name="connsiteY12392" fmla="*/ 668704 h 5450835"/>
              <a:gd name="connsiteX12393" fmla="*/ 4584538 w 10450132"/>
              <a:gd name="connsiteY12393" fmla="*/ 668704 h 5450835"/>
              <a:gd name="connsiteX12394" fmla="*/ 4583749 w 10450132"/>
              <a:gd name="connsiteY12394" fmla="*/ 668246 h 5450835"/>
              <a:gd name="connsiteX12395" fmla="*/ 4579218 w 10450132"/>
              <a:gd name="connsiteY12395" fmla="*/ 660362 h 5450835"/>
              <a:gd name="connsiteX12396" fmla="*/ 4579218 w 10450132"/>
              <a:gd name="connsiteY12396" fmla="*/ 659508 h 5450835"/>
              <a:gd name="connsiteX12397" fmla="*/ 4583749 w 10450132"/>
              <a:gd name="connsiteY12397" fmla="*/ 651628 h 5450835"/>
              <a:gd name="connsiteX12398" fmla="*/ 4584538 w 10450132"/>
              <a:gd name="connsiteY12398" fmla="*/ 651167 h 5450835"/>
              <a:gd name="connsiteX12399" fmla="*/ 9418035 w 10450132"/>
              <a:gd name="connsiteY12399" fmla="*/ 651165 h 5450835"/>
              <a:gd name="connsiteX12400" fmla="*/ 9427099 w 10450132"/>
              <a:gd name="connsiteY12400" fmla="*/ 651165 h 5450835"/>
              <a:gd name="connsiteX12401" fmla="*/ 9427887 w 10450132"/>
              <a:gd name="connsiteY12401" fmla="*/ 651626 h 5450835"/>
              <a:gd name="connsiteX12402" fmla="*/ 9432419 w 10450132"/>
              <a:gd name="connsiteY12402" fmla="*/ 659507 h 5450835"/>
              <a:gd name="connsiteX12403" fmla="*/ 9432419 w 10450132"/>
              <a:gd name="connsiteY12403" fmla="*/ 660361 h 5450835"/>
              <a:gd name="connsiteX12404" fmla="*/ 9427887 w 10450132"/>
              <a:gd name="connsiteY12404" fmla="*/ 668244 h 5450835"/>
              <a:gd name="connsiteX12405" fmla="*/ 9427099 w 10450132"/>
              <a:gd name="connsiteY12405" fmla="*/ 668703 h 5450835"/>
              <a:gd name="connsiteX12406" fmla="*/ 9418035 w 10450132"/>
              <a:gd name="connsiteY12406" fmla="*/ 668703 h 5450835"/>
              <a:gd name="connsiteX12407" fmla="*/ 9417247 w 10450132"/>
              <a:gd name="connsiteY12407" fmla="*/ 668244 h 5450835"/>
              <a:gd name="connsiteX12408" fmla="*/ 9412714 w 10450132"/>
              <a:gd name="connsiteY12408" fmla="*/ 660361 h 5450835"/>
              <a:gd name="connsiteX12409" fmla="*/ 9412714 w 10450132"/>
              <a:gd name="connsiteY12409" fmla="*/ 659507 h 5450835"/>
              <a:gd name="connsiteX12410" fmla="*/ 9417247 w 10450132"/>
              <a:gd name="connsiteY12410" fmla="*/ 651626 h 5450835"/>
              <a:gd name="connsiteX12411" fmla="*/ 9418035 w 10450132"/>
              <a:gd name="connsiteY12411" fmla="*/ 651165 h 5450835"/>
              <a:gd name="connsiteX12412" fmla="*/ 6874095 w 10450132"/>
              <a:gd name="connsiteY12412" fmla="*/ 651165 h 5450835"/>
              <a:gd name="connsiteX12413" fmla="*/ 6883159 w 10450132"/>
              <a:gd name="connsiteY12413" fmla="*/ 651165 h 5450835"/>
              <a:gd name="connsiteX12414" fmla="*/ 6883947 w 10450132"/>
              <a:gd name="connsiteY12414" fmla="*/ 651625 h 5450835"/>
              <a:gd name="connsiteX12415" fmla="*/ 6888480 w 10450132"/>
              <a:gd name="connsiteY12415" fmla="*/ 659505 h 5450835"/>
              <a:gd name="connsiteX12416" fmla="*/ 6888480 w 10450132"/>
              <a:gd name="connsiteY12416" fmla="*/ 660360 h 5450835"/>
              <a:gd name="connsiteX12417" fmla="*/ 6883947 w 10450132"/>
              <a:gd name="connsiteY12417" fmla="*/ 668243 h 5450835"/>
              <a:gd name="connsiteX12418" fmla="*/ 6883159 w 10450132"/>
              <a:gd name="connsiteY12418" fmla="*/ 668701 h 5450835"/>
              <a:gd name="connsiteX12419" fmla="*/ 6874095 w 10450132"/>
              <a:gd name="connsiteY12419" fmla="*/ 668701 h 5450835"/>
              <a:gd name="connsiteX12420" fmla="*/ 6873307 w 10450132"/>
              <a:gd name="connsiteY12420" fmla="*/ 668243 h 5450835"/>
              <a:gd name="connsiteX12421" fmla="*/ 6868775 w 10450132"/>
              <a:gd name="connsiteY12421" fmla="*/ 660360 h 5450835"/>
              <a:gd name="connsiteX12422" fmla="*/ 6868775 w 10450132"/>
              <a:gd name="connsiteY12422" fmla="*/ 659505 h 5450835"/>
              <a:gd name="connsiteX12423" fmla="*/ 6873307 w 10450132"/>
              <a:gd name="connsiteY12423" fmla="*/ 651625 h 5450835"/>
              <a:gd name="connsiteX12424" fmla="*/ 6874095 w 10450132"/>
              <a:gd name="connsiteY12424" fmla="*/ 651165 h 5450835"/>
              <a:gd name="connsiteX12425" fmla="*/ 8146065 w 10450132"/>
              <a:gd name="connsiteY12425" fmla="*/ 651158 h 5450835"/>
              <a:gd name="connsiteX12426" fmla="*/ 8155129 w 10450132"/>
              <a:gd name="connsiteY12426" fmla="*/ 651158 h 5450835"/>
              <a:gd name="connsiteX12427" fmla="*/ 8155917 w 10450132"/>
              <a:gd name="connsiteY12427" fmla="*/ 651618 h 5450835"/>
              <a:gd name="connsiteX12428" fmla="*/ 8160449 w 10450132"/>
              <a:gd name="connsiteY12428" fmla="*/ 659500 h 5450835"/>
              <a:gd name="connsiteX12429" fmla="*/ 8160449 w 10450132"/>
              <a:gd name="connsiteY12429" fmla="*/ 660353 h 5450835"/>
              <a:gd name="connsiteX12430" fmla="*/ 8155917 w 10450132"/>
              <a:gd name="connsiteY12430" fmla="*/ 668236 h 5450835"/>
              <a:gd name="connsiteX12431" fmla="*/ 8155129 w 10450132"/>
              <a:gd name="connsiteY12431" fmla="*/ 668696 h 5450835"/>
              <a:gd name="connsiteX12432" fmla="*/ 8146065 w 10450132"/>
              <a:gd name="connsiteY12432" fmla="*/ 668696 h 5450835"/>
              <a:gd name="connsiteX12433" fmla="*/ 8145277 w 10450132"/>
              <a:gd name="connsiteY12433" fmla="*/ 668236 h 5450835"/>
              <a:gd name="connsiteX12434" fmla="*/ 8140745 w 10450132"/>
              <a:gd name="connsiteY12434" fmla="*/ 660353 h 5450835"/>
              <a:gd name="connsiteX12435" fmla="*/ 8140745 w 10450132"/>
              <a:gd name="connsiteY12435" fmla="*/ 659500 h 5450835"/>
              <a:gd name="connsiteX12436" fmla="*/ 8145277 w 10450132"/>
              <a:gd name="connsiteY12436" fmla="*/ 651618 h 5450835"/>
              <a:gd name="connsiteX12437" fmla="*/ 8146065 w 10450132"/>
              <a:gd name="connsiteY12437" fmla="*/ 651158 h 5450835"/>
              <a:gd name="connsiteX12438" fmla="*/ 10435623 w 10450132"/>
              <a:gd name="connsiteY12438" fmla="*/ 651157 h 5450835"/>
              <a:gd name="connsiteX12439" fmla="*/ 10444687 w 10450132"/>
              <a:gd name="connsiteY12439" fmla="*/ 651157 h 5450835"/>
              <a:gd name="connsiteX12440" fmla="*/ 10445475 w 10450132"/>
              <a:gd name="connsiteY12440" fmla="*/ 651617 h 5450835"/>
              <a:gd name="connsiteX12441" fmla="*/ 10450008 w 10450132"/>
              <a:gd name="connsiteY12441" fmla="*/ 659499 h 5450835"/>
              <a:gd name="connsiteX12442" fmla="*/ 10450008 w 10450132"/>
              <a:gd name="connsiteY12442" fmla="*/ 660352 h 5450835"/>
              <a:gd name="connsiteX12443" fmla="*/ 10445475 w 10450132"/>
              <a:gd name="connsiteY12443" fmla="*/ 668235 h 5450835"/>
              <a:gd name="connsiteX12444" fmla="*/ 10444687 w 10450132"/>
              <a:gd name="connsiteY12444" fmla="*/ 668695 h 5450835"/>
              <a:gd name="connsiteX12445" fmla="*/ 10435623 w 10450132"/>
              <a:gd name="connsiteY12445" fmla="*/ 668695 h 5450835"/>
              <a:gd name="connsiteX12446" fmla="*/ 10434835 w 10450132"/>
              <a:gd name="connsiteY12446" fmla="*/ 668235 h 5450835"/>
              <a:gd name="connsiteX12447" fmla="*/ 10430303 w 10450132"/>
              <a:gd name="connsiteY12447" fmla="*/ 660352 h 5450835"/>
              <a:gd name="connsiteX12448" fmla="*/ 10430303 w 10450132"/>
              <a:gd name="connsiteY12448" fmla="*/ 659499 h 5450835"/>
              <a:gd name="connsiteX12449" fmla="*/ 10434835 w 10450132"/>
              <a:gd name="connsiteY12449" fmla="*/ 651617 h 5450835"/>
              <a:gd name="connsiteX12450" fmla="*/ 10435623 w 10450132"/>
              <a:gd name="connsiteY12450" fmla="*/ 651157 h 5450835"/>
              <a:gd name="connsiteX12451" fmla="*/ 10181243 w 10450132"/>
              <a:gd name="connsiteY12451" fmla="*/ 651157 h 5450835"/>
              <a:gd name="connsiteX12452" fmla="*/ 10190306 w 10450132"/>
              <a:gd name="connsiteY12452" fmla="*/ 651157 h 5450835"/>
              <a:gd name="connsiteX12453" fmla="*/ 10191094 w 10450132"/>
              <a:gd name="connsiteY12453" fmla="*/ 651617 h 5450835"/>
              <a:gd name="connsiteX12454" fmla="*/ 10195627 w 10450132"/>
              <a:gd name="connsiteY12454" fmla="*/ 659499 h 5450835"/>
              <a:gd name="connsiteX12455" fmla="*/ 10195627 w 10450132"/>
              <a:gd name="connsiteY12455" fmla="*/ 660352 h 5450835"/>
              <a:gd name="connsiteX12456" fmla="*/ 10191094 w 10450132"/>
              <a:gd name="connsiteY12456" fmla="*/ 668235 h 5450835"/>
              <a:gd name="connsiteX12457" fmla="*/ 10190306 w 10450132"/>
              <a:gd name="connsiteY12457" fmla="*/ 668695 h 5450835"/>
              <a:gd name="connsiteX12458" fmla="*/ 10181243 w 10450132"/>
              <a:gd name="connsiteY12458" fmla="*/ 668695 h 5450835"/>
              <a:gd name="connsiteX12459" fmla="*/ 10180455 w 10450132"/>
              <a:gd name="connsiteY12459" fmla="*/ 668235 h 5450835"/>
              <a:gd name="connsiteX12460" fmla="*/ 10175923 w 10450132"/>
              <a:gd name="connsiteY12460" fmla="*/ 660352 h 5450835"/>
              <a:gd name="connsiteX12461" fmla="*/ 10175923 w 10450132"/>
              <a:gd name="connsiteY12461" fmla="*/ 659499 h 5450835"/>
              <a:gd name="connsiteX12462" fmla="*/ 10180455 w 10450132"/>
              <a:gd name="connsiteY12462" fmla="*/ 651617 h 5450835"/>
              <a:gd name="connsiteX12463" fmla="*/ 10181243 w 10450132"/>
              <a:gd name="connsiteY12463" fmla="*/ 651157 h 5450835"/>
              <a:gd name="connsiteX12464" fmla="*/ 9926862 w 10450132"/>
              <a:gd name="connsiteY12464" fmla="*/ 651157 h 5450835"/>
              <a:gd name="connsiteX12465" fmla="*/ 9935926 w 10450132"/>
              <a:gd name="connsiteY12465" fmla="*/ 651157 h 5450835"/>
              <a:gd name="connsiteX12466" fmla="*/ 9936714 w 10450132"/>
              <a:gd name="connsiteY12466" fmla="*/ 651617 h 5450835"/>
              <a:gd name="connsiteX12467" fmla="*/ 9941247 w 10450132"/>
              <a:gd name="connsiteY12467" fmla="*/ 659499 h 5450835"/>
              <a:gd name="connsiteX12468" fmla="*/ 9941247 w 10450132"/>
              <a:gd name="connsiteY12468" fmla="*/ 660352 h 5450835"/>
              <a:gd name="connsiteX12469" fmla="*/ 9936714 w 10450132"/>
              <a:gd name="connsiteY12469" fmla="*/ 668235 h 5450835"/>
              <a:gd name="connsiteX12470" fmla="*/ 9935926 w 10450132"/>
              <a:gd name="connsiteY12470" fmla="*/ 668695 h 5450835"/>
              <a:gd name="connsiteX12471" fmla="*/ 9926862 w 10450132"/>
              <a:gd name="connsiteY12471" fmla="*/ 668695 h 5450835"/>
              <a:gd name="connsiteX12472" fmla="*/ 9926074 w 10450132"/>
              <a:gd name="connsiteY12472" fmla="*/ 668235 h 5450835"/>
              <a:gd name="connsiteX12473" fmla="*/ 9921542 w 10450132"/>
              <a:gd name="connsiteY12473" fmla="*/ 660352 h 5450835"/>
              <a:gd name="connsiteX12474" fmla="*/ 9921542 w 10450132"/>
              <a:gd name="connsiteY12474" fmla="*/ 659499 h 5450835"/>
              <a:gd name="connsiteX12475" fmla="*/ 9926074 w 10450132"/>
              <a:gd name="connsiteY12475" fmla="*/ 651617 h 5450835"/>
              <a:gd name="connsiteX12476" fmla="*/ 9926862 w 10450132"/>
              <a:gd name="connsiteY12476" fmla="*/ 651157 h 5450835"/>
              <a:gd name="connsiteX12477" fmla="*/ 9672482 w 10450132"/>
              <a:gd name="connsiteY12477" fmla="*/ 651157 h 5450835"/>
              <a:gd name="connsiteX12478" fmla="*/ 9681546 w 10450132"/>
              <a:gd name="connsiteY12478" fmla="*/ 651157 h 5450835"/>
              <a:gd name="connsiteX12479" fmla="*/ 9682334 w 10450132"/>
              <a:gd name="connsiteY12479" fmla="*/ 651617 h 5450835"/>
              <a:gd name="connsiteX12480" fmla="*/ 9686866 w 10450132"/>
              <a:gd name="connsiteY12480" fmla="*/ 659499 h 5450835"/>
              <a:gd name="connsiteX12481" fmla="*/ 9686866 w 10450132"/>
              <a:gd name="connsiteY12481" fmla="*/ 660352 h 5450835"/>
              <a:gd name="connsiteX12482" fmla="*/ 9682334 w 10450132"/>
              <a:gd name="connsiteY12482" fmla="*/ 668235 h 5450835"/>
              <a:gd name="connsiteX12483" fmla="*/ 9681546 w 10450132"/>
              <a:gd name="connsiteY12483" fmla="*/ 668695 h 5450835"/>
              <a:gd name="connsiteX12484" fmla="*/ 9672482 w 10450132"/>
              <a:gd name="connsiteY12484" fmla="*/ 668695 h 5450835"/>
              <a:gd name="connsiteX12485" fmla="*/ 9671694 w 10450132"/>
              <a:gd name="connsiteY12485" fmla="*/ 668235 h 5450835"/>
              <a:gd name="connsiteX12486" fmla="*/ 9667161 w 10450132"/>
              <a:gd name="connsiteY12486" fmla="*/ 660352 h 5450835"/>
              <a:gd name="connsiteX12487" fmla="*/ 9667161 w 10450132"/>
              <a:gd name="connsiteY12487" fmla="*/ 659499 h 5450835"/>
              <a:gd name="connsiteX12488" fmla="*/ 9671694 w 10450132"/>
              <a:gd name="connsiteY12488" fmla="*/ 651617 h 5450835"/>
              <a:gd name="connsiteX12489" fmla="*/ 9672482 w 10450132"/>
              <a:gd name="connsiteY12489" fmla="*/ 651157 h 5450835"/>
              <a:gd name="connsiteX12490" fmla="*/ 3567234 w 10450132"/>
              <a:gd name="connsiteY12490" fmla="*/ 434192 h 5450835"/>
              <a:gd name="connsiteX12491" fmla="*/ 3576300 w 10450132"/>
              <a:gd name="connsiteY12491" fmla="*/ 434192 h 5450835"/>
              <a:gd name="connsiteX12492" fmla="*/ 3577088 w 10450132"/>
              <a:gd name="connsiteY12492" fmla="*/ 434653 h 5450835"/>
              <a:gd name="connsiteX12493" fmla="*/ 3581619 w 10450132"/>
              <a:gd name="connsiteY12493" fmla="*/ 442534 h 5450835"/>
              <a:gd name="connsiteX12494" fmla="*/ 3581619 w 10450132"/>
              <a:gd name="connsiteY12494" fmla="*/ 443388 h 5450835"/>
              <a:gd name="connsiteX12495" fmla="*/ 3577088 w 10450132"/>
              <a:gd name="connsiteY12495" fmla="*/ 451269 h 5450835"/>
              <a:gd name="connsiteX12496" fmla="*/ 3576300 w 10450132"/>
              <a:gd name="connsiteY12496" fmla="*/ 451730 h 5450835"/>
              <a:gd name="connsiteX12497" fmla="*/ 3567234 w 10450132"/>
              <a:gd name="connsiteY12497" fmla="*/ 451730 h 5450835"/>
              <a:gd name="connsiteX12498" fmla="*/ 3566446 w 10450132"/>
              <a:gd name="connsiteY12498" fmla="*/ 451269 h 5450835"/>
              <a:gd name="connsiteX12499" fmla="*/ 3561913 w 10450132"/>
              <a:gd name="connsiteY12499" fmla="*/ 443388 h 5450835"/>
              <a:gd name="connsiteX12500" fmla="*/ 3561913 w 10450132"/>
              <a:gd name="connsiteY12500" fmla="*/ 442534 h 5450835"/>
              <a:gd name="connsiteX12501" fmla="*/ 3566446 w 10450132"/>
              <a:gd name="connsiteY12501" fmla="*/ 434653 h 5450835"/>
              <a:gd name="connsiteX12502" fmla="*/ 3567234 w 10450132"/>
              <a:gd name="connsiteY12502" fmla="*/ 434192 h 5450835"/>
              <a:gd name="connsiteX12503" fmla="*/ 4076004 w 10450132"/>
              <a:gd name="connsiteY12503" fmla="*/ 434184 h 5450835"/>
              <a:gd name="connsiteX12504" fmla="*/ 4085071 w 10450132"/>
              <a:gd name="connsiteY12504" fmla="*/ 434184 h 5450835"/>
              <a:gd name="connsiteX12505" fmla="*/ 4085856 w 10450132"/>
              <a:gd name="connsiteY12505" fmla="*/ 434644 h 5450835"/>
              <a:gd name="connsiteX12506" fmla="*/ 4090390 w 10450132"/>
              <a:gd name="connsiteY12506" fmla="*/ 442524 h 5450835"/>
              <a:gd name="connsiteX12507" fmla="*/ 4090390 w 10450132"/>
              <a:gd name="connsiteY12507" fmla="*/ 443378 h 5450835"/>
              <a:gd name="connsiteX12508" fmla="*/ 4085856 w 10450132"/>
              <a:gd name="connsiteY12508" fmla="*/ 451261 h 5450835"/>
              <a:gd name="connsiteX12509" fmla="*/ 4085071 w 10450132"/>
              <a:gd name="connsiteY12509" fmla="*/ 451720 h 5450835"/>
              <a:gd name="connsiteX12510" fmla="*/ 4076004 w 10450132"/>
              <a:gd name="connsiteY12510" fmla="*/ 451720 h 5450835"/>
              <a:gd name="connsiteX12511" fmla="*/ 4075216 w 10450132"/>
              <a:gd name="connsiteY12511" fmla="*/ 451261 h 5450835"/>
              <a:gd name="connsiteX12512" fmla="*/ 4070683 w 10450132"/>
              <a:gd name="connsiteY12512" fmla="*/ 443378 h 5450835"/>
              <a:gd name="connsiteX12513" fmla="*/ 4070683 w 10450132"/>
              <a:gd name="connsiteY12513" fmla="*/ 442524 h 5450835"/>
              <a:gd name="connsiteX12514" fmla="*/ 4075216 w 10450132"/>
              <a:gd name="connsiteY12514" fmla="*/ 434644 h 5450835"/>
              <a:gd name="connsiteX12515" fmla="*/ 4076004 w 10450132"/>
              <a:gd name="connsiteY12515" fmla="*/ 434184 h 5450835"/>
              <a:gd name="connsiteX12516" fmla="*/ 5602126 w 10450132"/>
              <a:gd name="connsiteY12516" fmla="*/ 434183 h 5450835"/>
              <a:gd name="connsiteX12517" fmla="*/ 5611191 w 10450132"/>
              <a:gd name="connsiteY12517" fmla="*/ 434183 h 5450835"/>
              <a:gd name="connsiteX12518" fmla="*/ 5611979 w 10450132"/>
              <a:gd name="connsiteY12518" fmla="*/ 434642 h 5450835"/>
              <a:gd name="connsiteX12519" fmla="*/ 5616511 w 10450132"/>
              <a:gd name="connsiteY12519" fmla="*/ 442523 h 5450835"/>
              <a:gd name="connsiteX12520" fmla="*/ 5616511 w 10450132"/>
              <a:gd name="connsiteY12520" fmla="*/ 443377 h 5450835"/>
              <a:gd name="connsiteX12521" fmla="*/ 5611979 w 10450132"/>
              <a:gd name="connsiteY12521" fmla="*/ 451259 h 5450835"/>
              <a:gd name="connsiteX12522" fmla="*/ 5611191 w 10450132"/>
              <a:gd name="connsiteY12522" fmla="*/ 451719 h 5450835"/>
              <a:gd name="connsiteX12523" fmla="*/ 5602126 w 10450132"/>
              <a:gd name="connsiteY12523" fmla="*/ 451719 h 5450835"/>
              <a:gd name="connsiteX12524" fmla="*/ 5601338 w 10450132"/>
              <a:gd name="connsiteY12524" fmla="*/ 451259 h 5450835"/>
              <a:gd name="connsiteX12525" fmla="*/ 5596807 w 10450132"/>
              <a:gd name="connsiteY12525" fmla="*/ 443377 h 5450835"/>
              <a:gd name="connsiteX12526" fmla="*/ 5596807 w 10450132"/>
              <a:gd name="connsiteY12526" fmla="*/ 442523 h 5450835"/>
              <a:gd name="connsiteX12527" fmla="*/ 5601338 w 10450132"/>
              <a:gd name="connsiteY12527" fmla="*/ 434642 h 5450835"/>
              <a:gd name="connsiteX12528" fmla="*/ 5602126 w 10450132"/>
              <a:gd name="connsiteY12528" fmla="*/ 434183 h 5450835"/>
              <a:gd name="connsiteX12529" fmla="*/ 9418035 w 10450132"/>
              <a:gd name="connsiteY12529" fmla="*/ 434176 h 5450835"/>
              <a:gd name="connsiteX12530" fmla="*/ 9427099 w 10450132"/>
              <a:gd name="connsiteY12530" fmla="*/ 434176 h 5450835"/>
              <a:gd name="connsiteX12531" fmla="*/ 9427887 w 10450132"/>
              <a:gd name="connsiteY12531" fmla="*/ 434636 h 5450835"/>
              <a:gd name="connsiteX12532" fmla="*/ 9432419 w 10450132"/>
              <a:gd name="connsiteY12532" fmla="*/ 442517 h 5450835"/>
              <a:gd name="connsiteX12533" fmla="*/ 9432419 w 10450132"/>
              <a:gd name="connsiteY12533" fmla="*/ 443371 h 5450835"/>
              <a:gd name="connsiteX12534" fmla="*/ 9427887 w 10450132"/>
              <a:gd name="connsiteY12534" fmla="*/ 451254 h 5450835"/>
              <a:gd name="connsiteX12535" fmla="*/ 9427099 w 10450132"/>
              <a:gd name="connsiteY12535" fmla="*/ 451712 h 5450835"/>
              <a:gd name="connsiteX12536" fmla="*/ 9418035 w 10450132"/>
              <a:gd name="connsiteY12536" fmla="*/ 451712 h 5450835"/>
              <a:gd name="connsiteX12537" fmla="*/ 9417247 w 10450132"/>
              <a:gd name="connsiteY12537" fmla="*/ 451254 h 5450835"/>
              <a:gd name="connsiteX12538" fmla="*/ 9412714 w 10450132"/>
              <a:gd name="connsiteY12538" fmla="*/ 443371 h 5450835"/>
              <a:gd name="connsiteX12539" fmla="*/ 9412714 w 10450132"/>
              <a:gd name="connsiteY12539" fmla="*/ 442517 h 5450835"/>
              <a:gd name="connsiteX12540" fmla="*/ 9417247 w 10450132"/>
              <a:gd name="connsiteY12540" fmla="*/ 434636 h 5450835"/>
              <a:gd name="connsiteX12541" fmla="*/ 9418035 w 10450132"/>
              <a:gd name="connsiteY12541" fmla="*/ 434176 h 5450835"/>
              <a:gd name="connsiteX12542" fmla="*/ 3312784 w 10450132"/>
              <a:gd name="connsiteY12542" fmla="*/ 434172 h 5450835"/>
              <a:gd name="connsiteX12543" fmla="*/ 3321848 w 10450132"/>
              <a:gd name="connsiteY12543" fmla="*/ 434172 h 5450835"/>
              <a:gd name="connsiteX12544" fmla="*/ 3322637 w 10450132"/>
              <a:gd name="connsiteY12544" fmla="*/ 434632 h 5450835"/>
              <a:gd name="connsiteX12545" fmla="*/ 3327168 w 10450132"/>
              <a:gd name="connsiteY12545" fmla="*/ 442512 h 5450835"/>
              <a:gd name="connsiteX12546" fmla="*/ 3327168 w 10450132"/>
              <a:gd name="connsiteY12546" fmla="*/ 443366 h 5450835"/>
              <a:gd name="connsiteX12547" fmla="*/ 3322637 w 10450132"/>
              <a:gd name="connsiteY12547" fmla="*/ 451248 h 5450835"/>
              <a:gd name="connsiteX12548" fmla="*/ 3321848 w 10450132"/>
              <a:gd name="connsiteY12548" fmla="*/ 451709 h 5450835"/>
              <a:gd name="connsiteX12549" fmla="*/ 3312784 w 10450132"/>
              <a:gd name="connsiteY12549" fmla="*/ 451709 h 5450835"/>
              <a:gd name="connsiteX12550" fmla="*/ 3311996 w 10450132"/>
              <a:gd name="connsiteY12550" fmla="*/ 451248 h 5450835"/>
              <a:gd name="connsiteX12551" fmla="*/ 3307463 w 10450132"/>
              <a:gd name="connsiteY12551" fmla="*/ 443366 h 5450835"/>
              <a:gd name="connsiteX12552" fmla="*/ 3307463 w 10450132"/>
              <a:gd name="connsiteY12552" fmla="*/ 442512 h 5450835"/>
              <a:gd name="connsiteX12553" fmla="*/ 3311996 w 10450132"/>
              <a:gd name="connsiteY12553" fmla="*/ 434632 h 5450835"/>
              <a:gd name="connsiteX12554" fmla="*/ 3312784 w 10450132"/>
              <a:gd name="connsiteY12554" fmla="*/ 434172 h 5450835"/>
              <a:gd name="connsiteX12555" fmla="*/ 259982 w 10450132"/>
              <a:gd name="connsiteY12555" fmla="*/ 434171 h 5450835"/>
              <a:gd name="connsiteX12556" fmla="*/ 269046 w 10450132"/>
              <a:gd name="connsiteY12556" fmla="*/ 434171 h 5450835"/>
              <a:gd name="connsiteX12557" fmla="*/ 269047 w 10450132"/>
              <a:gd name="connsiteY12557" fmla="*/ 434171 h 5450835"/>
              <a:gd name="connsiteX12558" fmla="*/ 269835 w 10450132"/>
              <a:gd name="connsiteY12558" fmla="*/ 434632 h 5450835"/>
              <a:gd name="connsiteX12559" fmla="*/ 274367 w 10450132"/>
              <a:gd name="connsiteY12559" fmla="*/ 442512 h 5450835"/>
              <a:gd name="connsiteX12560" fmla="*/ 274367 w 10450132"/>
              <a:gd name="connsiteY12560" fmla="*/ 443366 h 5450835"/>
              <a:gd name="connsiteX12561" fmla="*/ 269835 w 10450132"/>
              <a:gd name="connsiteY12561" fmla="*/ 451248 h 5450835"/>
              <a:gd name="connsiteX12562" fmla="*/ 269047 w 10450132"/>
              <a:gd name="connsiteY12562" fmla="*/ 451709 h 5450835"/>
              <a:gd name="connsiteX12563" fmla="*/ 259983 w 10450132"/>
              <a:gd name="connsiteY12563" fmla="*/ 451709 h 5450835"/>
              <a:gd name="connsiteX12564" fmla="*/ 259982 w 10450132"/>
              <a:gd name="connsiteY12564" fmla="*/ 451707 h 5450835"/>
              <a:gd name="connsiteX12565" fmla="*/ 259193 w 10450132"/>
              <a:gd name="connsiteY12565" fmla="*/ 451248 h 5450835"/>
              <a:gd name="connsiteX12566" fmla="*/ 254662 w 10450132"/>
              <a:gd name="connsiteY12566" fmla="*/ 443366 h 5450835"/>
              <a:gd name="connsiteX12567" fmla="*/ 254662 w 10450132"/>
              <a:gd name="connsiteY12567" fmla="*/ 442512 h 5450835"/>
              <a:gd name="connsiteX12568" fmla="*/ 259193 w 10450132"/>
              <a:gd name="connsiteY12568" fmla="*/ 434630 h 5450835"/>
              <a:gd name="connsiteX12569" fmla="*/ 259982 w 10450132"/>
              <a:gd name="connsiteY12569" fmla="*/ 434171 h 5450835"/>
              <a:gd name="connsiteX12570" fmla="*/ 3821544 w 10450132"/>
              <a:gd name="connsiteY12570" fmla="*/ 434162 h 5450835"/>
              <a:gd name="connsiteX12571" fmla="*/ 3830611 w 10450132"/>
              <a:gd name="connsiteY12571" fmla="*/ 434162 h 5450835"/>
              <a:gd name="connsiteX12572" fmla="*/ 3831397 w 10450132"/>
              <a:gd name="connsiteY12572" fmla="*/ 434622 h 5450835"/>
              <a:gd name="connsiteX12573" fmla="*/ 3835931 w 10450132"/>
              <a:gd name="connsiteY12573" fmla="*/ 442503 h 5450835"/>
              <a:gd name="connsiteX12574" fmla="*/ 3835931 w 10450132"/>
              <a:gd name="connsiteY12574" fmla="*/ 443356 h 5450835"/>
              <a:gd name="connsiteX12575" fmla="*/ 3831397 w 10450132"/>
              <a:gd name="connsiteY12575" fmla="*/ 451238 h 5450835"/>
              <a:gd name="connsiteX12576" fmla="*/ 3830611 w 10450132"/>
              <a:gd name="connsiteY12576" fmla="*/ 451699 h 5450835"/>
              <a:gd name="connsiteX12577" fmla="*/ 3821544 w 10450132"/>
              <a:gd name="connsiteY12577" fmla="*/ 451699 h 5450835"/>
              <a:gd name="connsiteX12578" fmla="*/ 3820758 w 10450132"/>
              <a:gd name="connsiteY12578" fmla="*/ 451238 h 5450835"/>
              <a:gd name="connsiteX12579" fmla="*/ 3816227 w 10450132"/>
              <a:gd name="connsiteY12579" fmla="*/ 443356 h 5450835"/>
              <a:gd name="connsiteX12580" fmla="*/ 3816227 w 10450132"/>
              <a:gd name="connsiteY12580" fmla="*/ 442503 h 5450835"/>
              <a:gd name="connsiteX12581" fmla="*/ 3820758 w 10450132"/>
              <a:gd name="connsiteY12581" fmla="*/ 434622 h 5450835"/>
              <a:gd name="connsiteX12582" fmla="*/ 3821544 w 10450132"/>
              <a:gd name="connsiteY12582" fmla="*/ 434162 h 5450835"/>
              <a:gd name="connsiteX12583" fmla="*/ 2803903 w 10450132"/>
              <a:gd name="connsiteY12583" fmla="*/ 434160 h 5450835"/>
              <a:gd name="connsiteX12584" fmla="*/ 2812966 w 10450132"/>
              <a:gd name="connsiteY12584" fmla="*/ 434160 h 5450835"/>
              <a:gd name="connsiteX12585" fmla="*/ 2813754 w 10450132"/>
              <a:gd name="connsiteY12585" fmla="*/ 434618 h 5450835"/>
              <a:gd name="connsiteX12586" fmla="*/ 2818286 w 10450132"/>
              <a:gd name="connsiteY12586" fmla="*/ 442500 h 5450835"/>
              <a:gd name="connsiteX12587" fmla="*/ 2818286 w 10450132"/>
              <a:gd name="connsiteY12587" fmla="*/ 443355 h 5450835"/>
              <a:gd name="connsiteX12588" fmla="*/ 2813754 w 10450132"/>
              <a:gd name="connsiteY12588" fmla="*/ 451236 h 5450835"/>
              <a:gd name="connsiteX12589" fmla="*/ 2812966 w 10450132"/>
              <a:gd name="connsiteY12589" fmla="*/ 451697 h 5450835"/>
              <a:gd name="connsiteX12590" fmla="*/ 2803903 w 10450132"/>
              <a:gd name="connsiteY12590" fmla="*/ 451697 h 5450835"/>
              <a:gd name="connsiteX12591" fmla="*/ 2803112 w 10450132"/>
              <a:gd name="connsiteY12591" fmla="*/ 451236 h 5450835"/>
              <a:gd name="connsiteX12592" fmla="*/ 2798580 w 10450132"/>
              <a:gd name="connsiteY12592" fmla="*/ 443355 h 5450835"/>
              <a:gd name="connsiteX12593" fmla="*/ 2798580 w 10450132"/>
              <a:gd name="connsiteY12593" fmla="*/ 442500 h 5450835"/>
              <a:gd name="connsiteX12594" fmla="*/ 2803112 w 10450132"/>
              <a:gd name="connsiteY12594" fmla="*/ 434618 h 5450835"/>
              <a:gd name="connsiteX12595" fmla="*/ 2803903 w 10450132"/>
              <a:gd name="connsiteY12595" fmla="*/ 434160 h 5450835"/>
              <a:gd name="connsiteX12596" fmla="*/ 2295114 w 10450132"/>
              <a:gd name="connsiteY12596" fmla="*/ 434159 h 5450835"/>
              <a:gd name="connsiteX12597" fmla="*/ 2304179 w 10450132"/>
              <a:gd name="connsiteY12597" fmla="*/ 434159 h 5450835"/>
              <a:gd name="connsiteX12598" fmla="*/ 2304968 w 10450132"/>
              <a:gd name="connsiteY12598" fmla="*/ 434618 h 5450835"/>
              <a:gd name="connsiteX12599" fmla="*/ 2309499 w 10450132"/>
              <a:gd name="connsiteY12599" fmla="*/ 442500 h 5450835"/>
              <a:gd name="connsiteX12600" fmla="*/ 2309499 w 10450132"/>
              <a:gd name="connsiteY12600" fmla="*/ 443354 h 5450835"/>
              <a:gd name="connsiteX12601" fmla="*/ 2304968 w 10450132"/>
              <a:gd name="connsiteY12601" fmla="*/ 451236 h 5450835"/>
              <a:gd name="connsiteX12602" fmla="*/ 2304179 w 10450132"/>
              <a:gd name="connsiteY12602" fmla="*/ 451695 h 5450835"/>
              <a:gd name="connsiteX12603" fmla="*/ 2295114 w 10450132"/>
              <a:gd name="connsiteY12603" fmla="*/ 451695 h 5450835"/>
              <a:gd name="connsiteX12604" fmla="*/ 2294325 w 10450132"/>
              <a:gd name="connsiteY12604" fmla="*/ 451236 h 5450835"/>
              <a:gd name="connsiteX12605" fmla="*/ 2289794 w 10450132"/>
              <a:gd name="connsiteY12605" fmla="*/ 443354 h 5450835"/>
              <a:gd name="connsiteX12606" fmla="*/ 2289794 w 10450132"/>
              <a:gd name="connsiteY12606" fmla="*/ 442500 h 5450835"/>
              <a:gd name="connsiteX12607" fmla="*/ 2294325 w 10450132"/>
              <a:gd name="connsiteY12607" fmla="*/ 434618 h 5450835"/>
              <a:gd name="connsiteX12608" fmla="*/ 2295114 w 10450132"/>
              <a:gd name="connsiteY12608" fmla="*/ 434159 h 5450835"/>
              <a:gd name="connsiteX12609" fmla="*/ 6619714 w 10450132"/>
              <a:gd name="connsiteY12609" fmla="*/ 434154 h 5450835"/>
              <a:gd name="connsiteX12610" fmla="*/ 6628778 w 10450132"/>
              <a:gd name="connsiteY12610" fmla="*/ 434154 h 5450835"/>
              <a:gd name="connsiteX12611" fmla="*/ 6629566 w 10450132"/>
              <a:gd name="connsiteY12611" fmla="*/ 434614 h 5450835"/>
              <a:gd name="connsiteX12612" fmla="*/ 6634099 w 10450132"/>
              <a:gd name="connsiteY12612" fmla="*/ 442495 h 5450835"/>
              <a:gd name="connsiteX12613" fmla="*/ 6634099 w 10450132"/>
              <a:gd name="connsiteY12613" fmla="*/ 443349 h 5450835"/>
              <a:gd name="connsiteX12614" fmla="*/ 6629566 w 10450132"/>
              <a:gd name="connsiteY12614" fmla="*/ 451231 h 5450835"/>
              <a:gd name="connsiteX12615" fmla="*/ 6628778 w 10450132"/>
              <a:gd name="connsiteY12615" fmla="*/ 451691 h 5450835"/>
              <a:gd name="connsiteX12616" fmla="*/ 6619714 w 10450132"/>
              <a:gd name="connsiteY12616" fmla="*/ 451691 h 5450835"/>
              <a:gd name="connsiteX12617" fmla="*/ 6618926 w 10450132"/>
              <a:gd name="connsiteY12617" fmla="*/ 451231 h 5450835"/>
              <a:gd name="connsiteX12618" fmla="*/ 6614394 w 10450132"/>
              <a:gd name="connsiteY12618" fmla="*/ 443349 h 5450835"/>
              <a:gd name="connsiteX12619" fmla="*/ 6614394 w 10450132"/>
              <a:gd name="connsiteY12619" fmla="*/ 442495 h 5450835"/>
              <a:gd name="connsiteX12620" fmla="*/ 6618926 w 10450132"/>
              <a:gd name="connsiteY12620" fmla="*/ 434614 h 5450835"/>
              <a:gd name="connsiteX12621" fmla="*/ 6619714 w 10450132"/>
              <a:gd name="connsiteY12621" fmla="*/ 434154 h 5450835"/>
              <a:gd name="connsiteX12622" fmla="*/ 7128477 w 10450132"/>
              <a:gd name="connsiteY12622" fmla="*/ 434152 h 5450835"/>
              <a:gd name="connsiteX12623" fmla="*/ 7137540 w 10450132"/>
              <a:gd name="connsiteY12623" fmla="*/ 434152 h 5450835"/>
              <a:gd name="connsiteX12624" fmla="*/ 7138328 w 10450132"/>
              <a:gd name="connsiteY12624" fmla="*/ 434612 h 5450835"/>
              <a:gd name="connsiteX12625" fmla="*/ 7142860 w 10450132"/>
              <a:gd name="connsiteY12625" fmla="*/ 442494 h 5450835"/>
              <a:gd name="connsiteX12626" fmla="*/ 7142860 w 10450132"/>
              <a:gd name="connsiteY12626" fmla="*/ 443347 h 5450835"/>
              <a:gd name="connsiteX12627" fmla="*/ 7138328 w 10450132"/>
              <a:gd name="connsiteY12627" fmla="*/ 451230 h 5450835"/>
              <a:gd name="connsiteX12628" fmla="*/ 7137540 w 10450132"/>
              <a:gd name="connsiteY12628" fmla="*/ 451689 h 5450835"/>
              <a:gd name="connsiteX12629" fmla="*/ 7128477 w 10450132"/>
              <a:gd name="connsiteY12629" fmla="*/ 451689 h 5450835"/>
              <a:gd name="connsiteX12630" fmla="*/ 7127689 w 10450132"/>
              <a:gd name="connsiteY12630" fmla="*/ 451230 h 5450835"/>
              <a:gd name="connsiteX12631" fmla="*/ 7123156 w 10450132"/>
              <a:gd name="connsiteY12631" fmla="*/ 443347 h 5450835"/>
              <a:gd name="connsiteX12632" fmla="*/ 7123156 w 10450132"/>
              <a:gd name="connsiteY12632" fmla="*/ 442494 h 5450835"/>
              <a:gd name="connsiteX12633" fmla="*/ 7127689 w 10450132"/>
              <a:gd name="connsiteY12633" fmla="*/ 434612 h 5450835"/>
              <a:gd name="connsiteX12634" fmla="*/ 7128477 w 10450132"/>
              <a:gd name="connsiteY12634" fmla="*/ 434152 h 5450835"/>
              <a:gd name="connsiteX12635" fmla="*/ 8909274 w 10450132"/>
              <a:gd name="connsiteY12635" fmla="*/ 434148 h 5450835"/>
              <a:gd name="connsiteX12636" fmla="*/ 8918336 w 10450132"/>
              <a:gd name="connsiteY12636" fmla="*/ 434148 h 5450835"/>
              <a:gd name="connsiteX12637" fmla="*/ 8919125 w 10450132"/>
              <a:gd name="connsiteY12637" fmla="*/ 434607 h 5450835"/>
              <a:gd name="connsiteX12638" fmla="*/ 8923657 w 10450132"/>
              <a:gd name="connsiteY12638" fmla="*/ 442489 h 5450835"/>
              <a:gd name="connsiteX12639" fmla="*/ 8923657 w 10450132"/>
              <a:gd name="connsiteY12639" fmla="*/ 443344 h 5450835"/>
              <a:gd name="connsiteX12640" fmla="*/ 8919125 w 10450132"/>
              <a:gd name="connsiteY12640" fmla="*/ 451225 h 5450835"/>
              <a:gd name="connsiteX12641" fmla="*/ 8918336 w 10450132"/>
              <a:gd name="connsiteY12641" fmla="*/ 451685 h 5450835"/>
              <a:gd name="connsiteX12642" fmla="*/ 8909274 w 10450132"/>
              <a:gd name="connsiteY12642" fmla="*/ 451685 h 5450835"/>
              <a:gd name="connsiteX12643" fmla="*/ 8908484 w 10450132"/>
              <a:gd name="connsiteY12643" fmla="*/ 451225 h 5450835"/>
              <a:gd name="connsiteX12644" fmla="*/ 8903953 w 10450132"/>
              <a:gd name="connsiteY12644" fmla="*/ 443344 h 5450835"/>
              <a:gd name="connsiteX12645" fmla="*/ 8903953 w 10450132"/>
              <a:gd name="connsiteY12645" fmla="*/ 442489 h 5450835"/>
              <a:gd name="connsiteX12646" fmla="*/ 8908484 w 10450132"/>
              <a:gd name="connsiteY12646" fmla="*/ 434607 h 5450835"/>
              <a:gd name="connsiteX12647" fmla="*/ 8909274 w 10450132"/>
              <a:gd name="connsiteY12647" fmla="*/ 434148 h 5450835"/>
              <a:gd name="connsiteX12648" fmla="*/ 6110888 w 10450132"/>
              <a:gd name="connsiteY12648" fmla="*/ 434146 h 5450835"/>
              <a:gd name="connsiteX12649" fmla="*/ 6119953 w 10450132"/>
              <a:gd name="connsiteY12649" fmla="*/ 434146 h 5450835"/>
              <a:gd name="connsiteX12650" fmla="*/ 6120740 w 10450132"/>
              <a:gd name="connsiteY12650" fmla="*/ 434605 h 5450835"/>
              <a:gd name="connsiteX12651" fmla="*/ 6125272 w 10450132"/>
              <a:gd name="connsiteY12651" fmla="*/ 442487 h 5450835"/>
              <a:gd name="connsiteX12652" fmla="*/ 6125272 w 10450132"/>
              <a:gd name="connsiteY12652" fmla="*/ 443340 h 5450835"/>
              <a:gd name="connsiteX12653" fmla="*/ 6120740 w 10450132"/>
              <a:gd name="connsiteY12653" fmla="*/ 451223 h 5450835"/>
              <a:gd name="connsiteX12654" fmla="*/ 6119953 w 10450132"/>
              <a:gd name="connsiteY12654" fmla="*/ 451683 h 5450835"/>
              <a:gd name="connsiteX12655" fmla="*/ 6110888 w 10450132"/>
              <a:gd name="connsiteY12655" fmla="*/ 451683 h 5450835"/>
              <a:gd name="connsiteX12656" fmla="*/ 6110101 w 10450132"/>
              <a:gd name="connsiteY12656" fmla="*/ 451223 h 5450835"/>
              <a:gd name="connsiteX12657" fmla="*/ 6105567 w 10450132"/>
              <a:gd name="connsiteY12657" fmla="*/ 443340 h 5450835"/>
              <a:gd name="connsiteX12658" fmla="*/ 6105567 w 10450132"/>
              <a:gd name="connsiteY12658" fmla="*/ 442487 h 5450835"/>
              <a:gd name="connsiteX12659" fmla="*/ 6110101 w 10450132"/>
              <a:gd name="connsiteY12659" fmla="*/ 434605 h 5450835"/>
              <a:gd name="connsiteX12660" fmla="*/ 6110888 w 10450132"/>
              <a:gd name="connsiteY12660" fmla="*/ 434146 h 5450835"/>
              <a:gd name="connsiteX12661" fmla="*/ 6365334 w 10450132"/>
              <a:gd name="connsiteY12661" fmla="*/ 434130 h 5450835"/>
              <a:gd name="connsiteX12662" fmla="*/ 6374397 w 10450132"/>
              <a:gd name="connsiteY12662" fmla="*/ 434130 h 5450835"/>
              <a:gd name="connsiteX12663" fmla="*/ 6375186 w 10450132"/>
              <a:gd name="connsiteY12663" fmla="*/ 434590 h 5450835"/>
              <a:gd name="connsiteX12664" fmla="*/ 6379718 w 10450132"/>
              <a:gd name="connsiteY12664" fmla="*/ 442471 h 5450835"/>
              <a:gd name="connsiteX12665" fmla="*/ 6379718 w 10450132"/>
              <a:gd name="connsiteY12665" fmla="*/ 443324 h 5450835"/>
              <a:gd name="connsiteX12666" fmla="*/ 6375186 w 10450132"/>
              <a:gd name="connsiteY12666" fmla="*/ 451208 h 5450835"/>
              <a:gd name="connsiteX12667" fmla="*/ 6374397 w 10450132"/>
              <a:gd name="connsiteY12667" fmla="*/ 451667 h 5450835"/>
              <a:gd name="connsiteX12668" fmla="*/ 6365334 w 10450132"/>
              <a:gd name="connsiteY12668" fmla="*/ 451667 h 5450835"/>
              <a:gd name="connsiteX12669" fmla="*/ 6364546 w 10450132"/>
              <a:gd name="connsiteY12669" fmla="*/ 451208 h 5450835"/>
              <a:gd name="connsiteX12670" fmla="*/ 6360014 w 10450132"/>
              <a:gd name="connsiteY12670" fmla="*/ 443324 h 5450835"/>
              <a:gd name="connsiteX12671" fmla="*/ 6360014 w 10450132"/>
              <a:gd name="connsiteY12671" fmla="*/ 442471 h 5450835"/>
              <a:gd name="connsiteX12672" fmla="*/ 6364546 w 10450132"/>
              <a:gd name="connsiteY12672" fmla="*/ 434590 h 5450835"/>
              <a:gd name="connsiteX12673" fmla="*/ 6365334 w 10450132"/>
              <a:gd name="connsiteY12673" fmla="*/ 434130 h 5450835"/>
              <a:gd name="connsiteX12674" fmla="*/ 1786371 w 10450132"/>
              <a:gd name="connsiteY12674" fmla="*/ 434129 h 5450835"/>
              <a:gd name="connsiteX12675" fmla="*/ 1795434 w 10450132"/>
              <a:gd name="connsiteY12675" fmla="*/ 434129 h 5450835"/>
              <a:gd name="connsiteX12676" fmla="*/ 1796222 w 10450132"/>
              <a:gd name="connsiteY12676" fmla="*/ 434588 h 5450835"/>
              <a:gd name="connsiteX12677" fmla="*/ 1800754 w 10450132"/>
              <a:gd name="connsiteY12677" fmla="*/ 442469 h 5450835"/>
              <a:gd name="connsiteX12678" fmla="*/ 1800754 w 10450132"/>
              <a:gd name="connsiteY12678" fmla="*/ 443323 h 5450835"/>
              <a:gd name="connsiteX12679" fmla="*/ 1796222 w 10450132"/>
              <a:gd name="connsiteY12679" fmla="*/ 451205 h 5450835"/>
              <a:gd name="connsiteX12680" fmla="*/ 1795434 w 10450132"/>
              <a:gd name="connsiteY12680" fmla="*/ 451665 h 5450835"/>
              <a:gd name="connsiteX12681" fmla="*/ 1795395 w 10450132"/>
              <a:gd name="connsiteY12681" fmla="*/ 451665 h 5450835"/>
              <a:gd name="connsiteX12682" fmla="*/ 1795352 w 10450132"/>
              <a:gd name="connsiteY12682" fmla="*/ 451691 h 5450835"/>
              <a:gd name="connsiteX12683" fmla="*/ 1786287 w 10450132"/>
              <a:gd name="connsiteY12683" fmla="*/ 451691 h 5450835"/>
              <a:gd name="connsiteX12684" fmla="*/ 1785499 w 10450132"/>
              <a:gd name="connsiteY12684" fmla="*/ 451231 h 5450835"/>
              <a:gd name="connsiteX12685" fmla="*/ 1780967 w 10450132"/>
              <a:gd name="connsiteY12685" fmla="*/ 443349 h 5450835"/>
              <a:gd name="connsiteX12686" fmla="*/ 1780967 w 10450132"/>
              <a:gd name="connsiteY12686" fmla="*/ 442495 h 5450835"/>
              <a:gd name="connsiteX12687" fmla="*/ 1785499 w 10450132"/>
              <a:gd name="connsiteY12687" fmla="*/ 434614 h 5450835"/>
              <a:gd name="connsiteX12688" fmla="*/ 1786287 w 10450132"/>
              <a:gd name="connsiteY12688" fmla="*/ 434154 h 5450835"/>
              <a:gd name="connsiteX12689" fmla="*/ 1786326 w 10450132"/>
              <a:gd name="connsiteY12689" fmla="*/ 434154 h 5450835"/>
              <a:gd name="connsiteX12690" fmla="*/ 8654892 w 10450132"/>
              <a:gd name="connsiteY12690" fmla="*/ 434127 h 5450835"/>
              <a:gd name="connsiteX12691" fmla="*/ 8663955 w 10450132"/>
              <a:gd name="connsiteY12691" fmla="*/ 434127 h 5450835"/>
              <a:gd name="connsiteX12692" fmla="*/ 8664744 w 10450132"/>
              <a:gd name="connsiteY12692" fmla="*/ 434585 h 5450835"/>
              <a:gd name="connsiteX12693" fmla="*/ 8669277 w 10450132"/>
              <a:gd name="connsiteY12693" fmla="*/ 442467 h 5450835"/>
              <a:gd name="connsiteX12694" fmla="*/ 8669277 w 10450132"/>
              <a:gd name="connsiteY12694" fmla="*/ 443322 h 5450835"/>
              <a:gd name="connsiteX12695" fmla="*/ 8664744 w 10450132"/>
              <a:gd name="connsiteY12695" fmla="*/ 451203 h 5450835"/>
              <a:gd name="connsiteX12696" fmla="*/ 8663955 w 10450132"/>
              <a:gd name="connsiteY12696" fmla="*/ 451664 h 5450835"/>
              <a:gd name="connsiteX12697" fmla="*/ 8654892 w 10450132"/>
              <a:gd name="connsiteY12697" fmla="*/ 451664 h 5450835"/>
              <a:gd name="connsiteX12698" fmla="*/ 8654104 w 10450132"/>
              <a:gd name="connsiteY12698" fmla="*/ 451203 h 5450835"/>
              <a:gd name="connsiteX12699" fmla="*/ 8649572 w 10450132"/>
              <a:gd name="connsiteY12699" fmla="*/ 443322 h 5450835"/>
              <a:gd name="connsiteX12700" fmla="*/ 8649572 w 10450132"/>
              <a:gd name="connsiteY12700" fmla="*/ 442467 h 5450835"/>
              <a:gd name="connsiteX12701" fmla="*/ 8654104 w 10450132"/>
              <a:gd name="connsiteY12701" fmla="*/ 434585 h 5450835"/>
              <a:gd name="connsiteX12702" fmla="*/ 8654892 w 10450132"/>
              <a:gd name="connsiteY12702" fmla="*/ 434127 h 5450835"/>
              <a:gd name="connsiteX12703" fmla="*/ 5856508 w 10450132"/>
              <a:gd name="connsiteY12703" fmla="*/ 434126 h 5450835"/>
              <a:gd name="connsiteX12704" fmla="*/ 5865571 w 10450132"/>
              <a:gd name="connsiteY12704" fmla="*/ 434126 h 5450835"/>
              <a:gd name="connsiteX12705" fmla="*/ 5866359 w 10450132"/>
              <a:gd name="connsiteY12705" fmla="*/ 434585 h 5450835"/>
              <a:gd name="connsiteX12706" fmla="*/ 5870891 w 10450132"/>
              <a:gd name="connsiteY12706" fmla="*/ 442466 h 5450835"/>
              <a:gd name="connsiteX12707" fmla="*/ 5870891 w 10450132"/>
              <a:gd name="connsiteY12707" fmla="*/ 443320 h 5450835"/>
              <a:gd name="connsiteX12708" fmla="*/ 5866359 w 10450132"/>
              <a:gd name="connsiteY12708" fmla="*/ 451202 h 5450835"/>
              <a:gd name="connsiteX12709" fmla="*/ 5865571 w 10450132"/>
              <a:gd name="connsiteY12709" fmla="*/ 451662 h 5450835"/>
              <a:gd name="connsiteX12710" fmla="*/ 5856508 w 10450132"/>
              <a:gd name="connsiteY12710" fmla="*/ 451662 h 5450835"/>
              <a:gd name="connsiteX12711" fmla="*/ 5855720 w 10450132"/>
              <a:gd name="connsiteY12711" fmla="*/ 451202 h 5450835"/>
              <a:gd name="connsiteX12712" fmla="*/ 5851187 w 10450132"/>
              <a:gd name="connsiteY12712" fmla="*/ 443320 h 5450835"/>
              <a:gd name="connsiteX12713" fmla="*/ 5851187 w 10450132"/>
              <a:gd name="connsiteY12713" fmla="*/ 442466 h 5450835"/>
              <a:gd name="connsiteX12714" fmla="*/ 5855720 w 10450132"/>
              <a:gd name="connsiteY12714" fmla="*/ 434585 h 5450835"/>
              <a:gd name="connsiteX12715" fmla="*/ 5856508 w 10450132"/>
              <a:gd name="connsiteY12715" fmla="*/ 434126 h 5450835"/>
              <a:gd name="connsiteX12716" fmla="*/ 4330157 w 10450132"/>
              <a:gd name="connsiteY12716" fmla="*/ 434117 h 5450835"/>
              <a:gd name="connsiteX12717" fmla="*/ 4339222 w 10450132"/>
              <a:gd name="connsiteY12717" fmla="*/ 434117 h 5450835"/>
              <a:gd name="connsiteX12718" fmla="*/ 4340010 w 10450132"/>
              <a:gd name="connsiteY12718" fmla="*/ 434576 h 5450835"/>
              <a:gd name="connsiteX12719" fmla="*/ 4344540 w 10450132"/>
              <a:gd name="connsiteY12719" fmla="*/ 442458 h 5450835"/>
              <a:gd name="connsiteX12720" fmla="*/ 4344540 w 10450132"/>
              <a:gd name="connsiteY12720" fmla="*/ 443311 h 5450835"/>
              <a:gd name="connsiteX12721" fmla="*/ 4340010 w 10450132"/>
              <a:gd name="connsiteY12721" fmla="*/ 451193 h 5450835"/>
              <a:gd name="connsiteX12722" fmla="*/ 4339222 w 10450132"/>
              <a:gd name="connsiteY12722" fmla="*/ 451653 h 5450835"/>
              <a:gd name="connsiteX12723" fmla="*/ 4330157 w 10450132"/>
              <a:gd name="connsiteY12723" fmla="*/ 451653 h 5450835"/>
              <a:gd name="connsiteX12724" fmla="*/ 4329369 w 10450132"/>
              <a:gd name="connsiteY12724" fmla="*/ 451193 h 5450835"/>
              <a:gd name="connsiteX12725" fmla="*/ 4324836 w 10450132"/>
              <a:gd name="connsiteY12725" fmla="*/ 443311 h 5450835"/>
              <a:gd name="connsiteX12726" fmla="*/ 4324836 w 10450132"/>
              <a:gd name="connsiteY12726" fmla="*/ 442458 h 5450835"/>
              <a:gd name="connsiteX12727" fmla="*/ 4329369 w 10450132"/>
              <a:gd name="connsiteY12727" fmla="*/ 434576 h 5450835"/>
              <a:gd name="connsiteX12728" fmla="*/ 4330157 w 10450132"/>
              <a:gd name="connsiteY12728" fmla="*/ 434117 h 5450835"/>
              <a:gd name="connsiteX12729" fmla="*/ 9163654 w 10450132"/>
              <a:gd name="connsiteY12729" fmla="*/ 434113 h 5450835"/>
              <a:gd name="connsiteX12730" fmla="*/ 9172718 w 10450132"/>
              <a:gd name="connsiteY12730" fmla="*/ 434113 h 5450835"/>
              <a:gd name="connsiteX12731" fmla="*/ 9173506 w 10450132"/>
              <a:gd name="connsiteY12731" fmla="*/ 434572 h 5450835"/>
              <a:gd name="connsiteX12732" fmla="*/ 9178038 w 10450132"/>
              <a:gd name="connsiteY12732" fmla="*/ 442454 h 5450835"/>
              <a:gd name="connsiteX12733" fmla="*/ 9178038 w 10450132"/>
              <a:gd name="connsiteY12733" fmla="*/ 443308 h 5450835"/>
              <a:gd name="connsiteX12734" fmla="*/ 9173506 w 10450132"/>
              <a:gd name="connsiteY12734" fmla="*/ 451190 h 5450835"/>
              <a:gd name="connsiteX12735" fmla="*/ 9172718 w 10450132"/>
              <a:gd name="connsiteY12735" fmla="*/ 451650 h 5450835"/>
              <a:gd name="connsiteX12736" fmla="*/ 9163654 w 10450132"/>
              <a:gd name="connsiteY12736" fmla="*/ 451650 h 5450835"/>
              <a:gd name="connsiteX12737" fmla="*/ 9162866 w 10450132"/>
              <a:gd name="connsiteY12737" fmla="*/ 451190 h 5450835"/>
              <a:gd name="connsiteX12738" fmla="*/ 9158333 w 10450132"/>
              <a:gd name="connsiteY12738" fmla="*/ 443308 h 5450835"/>
              <a:gd name="connsiteX12739" fmla="*/ 9158333 w 10450132"/>
              <a:gd name="connsiteY12739" fmla="*/ 442454 h 5450835"/>
              <a:gd name="connsiteX12740" fmla="*/ 9162866 w 10450132"/>
              <a:gd name="connsiteY12740" fmla="*/ 434572 h 5450835"/>
              <a:gd name="connsiteX12741" fmla="*/ 9163654 w 10450132"/>
              <a:gd name="connsiteY12741" fmla="*/ 434113 h 5450835"/>
              <a:gd name="connsiteX12742" fmla="*/ 5347746 w 10450132"/>
              <a:gd name="connsiteY12742" fmla="*/ 434113 h 5450835"/>
              <a:gd name="connsiteX12743" fmla="*/ 5356810 w 10450132"/>
              <a:gd name="connsiteY12743" fmla="*/ 434113 h 5450835"/>
              <a:gd name="connsiteX12744" fmla="*/ 5357598 w 10450132"/>
              <a:gd name="connsiteY12744" fmla="*/ 434572 h 5450835"/>
              <a:gd name="connsiteX12745" fmla="*/ 5362130 w 10450132"/>
              <a:gd name="connsiteY12745" fmla="*/ 442454 h 5450835"/>
              <a:gd name="connsiteX12746" fmla="*/ 5362130 w 10450132"/>
              <a:gd name="connsiteY12746" fmla="*/ 443308 h 5450835"/>
              <a:gd name="connsiteX12747" fmla="*/ 5357598 w 10450132"/>
              <a:gd name="connsiteY12747" fmla="*/ 451190 h 5450835"/>
              <a:gd name="connsiteX12748" fmla="*/ 5356810 w 10450132"/>
              <a:gd name="connsiteY12748" fmla="*/ 451649 h 5450835"/>
              <a:gd name="connsiteX12749" fmla="*/ 5347746 w 10450132"/>
              <a:gd name="connsiteY12749" fmla="*/ 451649 h 5450835"/>
              <a:gd name="connsiteX12750" fmla="*/ 5346958 w 10450132"/>
              <a:gd name="connsiteY12750" fmla="*/ 451190 h 5450835"/>
              <a:gd name="connsiteX12751" fmla="*/ 5342425 w 10450132"/>
              <a:gd name="connsiteY12751" fmla="*/ 443308 h 5450835"/>
              <a:gd name="connsiteX12752" fmla="*/ 5342425 w 10450132"/>
              <a:gd name="connsiteY12752" fmla="*/ 442454 h 5450835"/>
              <a:gd name="connsiteX12753" fmla="*/ 5346958 w 10450132"/>
              <a:gd name="connsiteY12753" fmla="*/ 434572 h 5450835"/>
              <a:gd name="connsiteX12754" fmla="*/ 5347746 w 10450132"/>
              <a:gd name="connsiteY12754" fmla="*/ 434113 h 5450835"/>
              <a:gd name="connsiteX12755" fmla="*/ 4838919 w 10450132"/>
              <a:gd name="connsiteY12755" fmla="*/ 434113 h 5450835"/>
              <a:gd name="connsiteX12756" fmla="*/ 4847982 w 10450132"/>
              <a:gd name="connsiteY12756" fmla="*/ 434113 h 5450835"/>
              <a:gd name="connsiteX12757" fmla="*/ 4848772 w 10450132"/>
              <a:gd name="connsiteY12757" fmla="*/ 434572 h 5450835"/>
              <a:gd name="connsiteX12758" fmla="*/ 4853303 w 10450132"/>
              <a:gd name="connsiteY12758" fmla="*/ 442454 h 5450835"/>
              <a:gd name="connsiteX12759" fmla="*/ 4853303 w 10450132"/>
              <a:gd name="connsiteY12759" fmla="*/ 443308 h 5450835"/>
              <a:gd name="connsiteX12760" fmla="*/ 4848772 w 10450132"/>
              <a:gd name="connsiteY12760" fmla="*/ 451190 h 5450835"/>
              <a:gd name="connsiteX12761" fmla="*/ 4847982 w 10450132"/>
              <a:gd name="connsiteY12761" fmla="*/ 451649 h 5450835"/>
              <a:gd name="connsiteX12762" fmla="*/ 4838919 w 10450132"/>
              <a:gd name="connsiteY12762" fmla="*/ 451649 h 5450835"/>
              <a:gd name="connsiteX12763" fmla="*/ 4838132 w 10450132"/>
              <a:gd name="connsiteY12763" fmla="*/ 451190 h 5450835"/>
              <a:gd name="connsiteX12764" fmla="*/ 4833598 w 10450132"/>
              <a:gd name="connsiteY12764" fmla="*/ 443308 h 5450835"/>
              <a:gd name="connsiteX12765" fmla="*/ 4833598 w 10450132"/>
              <a:gd name="connsiteY12765" fmla="*/ 442454 h 5450835"/>
              <a:gd name="connsiteX12766" fmla="*/ 4838132 w 10450132"/>
              <a:gd name="connsiteY12766" fmla="*/ 434572 h 5450835"/>
              <a:gd name="connsiteX12767" fmla="*/ 4838919 w 10450132"/>
              <a:gd name="connsiteY12767" fmla="*/ 434113 h 5450835"/>
              <a:gd name="connsiteX12768" fmla="*/ 4584538 w 10450132"/>
              <a:gd name="connsiteY12768" fmla="*/ 434113 h 5450835"/>
              <a:gd name="connsiteX12769" fmla="*/ 4593603 w 10450132"/>
              <a:gd name="connsiteY12769" fmla="*/ 434113 h 5450835"/>
              <a:gd name="connsiteX12770" fmla="*/ 4594390 w 10450132"/>
              <a:gd name="connsiteY12770" fmla="*/ 434571 h 5450835"/>
              <a:gd name="connsiteX12771" fmla="*/ 4598922 w 10450132"/>
              <a:gd name="connsiteY12771" fmla="*/ 442453 h 5450835"/>
              <a:gd name="connsiteX12772" fmla="*/ 4598922 w 10450132"/>
              <a:gd name="connsiteY12772" fmla="*/ 443308 h 5450835"/>
              <a:gd name="connsiteX12773" fmla="*/ 4594390 w 10450132"/>
              <a:gd name="connsiteY12773" fmla="*/ 451189 h 5450835"/>
              <a:gd name="connsiteX12774" fmla="*/ 4593603 w 10450132"/>
              <a:gd name="connsiteY12774" fmla="*/ 451649 h 5450835"/>
              <a:gd name="connsiteX12775" fmla="*/ 4584538 w 10450132"/>
              <a:gd name="connsiteY12775" fmla="*/ 451649 h 5450835"/>
              <a:gd name="connsiteX12776" fmla="*/ 4583749 w 10450132"/>
              <a:gd name="connsiteY12776" fmla="*/ 451189 h 5450835"/>
              <a:gd name="connsiteX12777" fmla="*/ 4579218 w 10450132"/>
              <a:gd name="connsiteY12777" fmla="*/ 443308 h 5450835"/>
              <a:gd name="connsiteX12778" fmla="*/ 4579218 w 10450132"/>
              <a:gd name="connsiteY12778" fmla="*/ 442453 h 5450835"/>
              <a:gd name="connsiteX12779" fmla="*/ 4583749 w 10450132"/>
              <a:gd name="connsiteY12779" fmla="*/ 434571 h 5450835"/>
              <a:gd name="connsiteX12780" fmla="*/ 4584538 w 10450132"/>
              <a:gd name="connsiteY12780" fmla="*/ 434113 h 5450835"/>
              <a:gd name="connsiteX12781" fmla="*/ 7891684 w 10450132"/>
              <a:gd name="connsiteY12781" fmla="*/ 434112 h 5450835"/>
              <a:gd name="connsiteX12782" fmla="*/ 7900748 w 10450132"/>
              <a:gd name="connsiteY12782" fmla="*/ 434112 h 5450835"/>
              <a:gd name="connsiteX12783" fmla="*/ 7901536 w 10450132"/>
              <a:gd name="connsiteY12783" fmla="*/ 434571 h 5450835"/>
              <a:gd name="connsiteX12784" fmla="*/ 7906067 w 10450132"/>
              <a:gd name="connsiteY12784" fmla="*/ 442453 h 5450835"/>
              <a:gd name="connsiteX12785" fmla="*/ 7906067 w 10450132"/>
              <a:gd name="connsiteY12785" fmla="*/ 443305 h 5450835"/>
              <a:gd name="connsiteX12786" fmla="*/ 7901536 w 10450132"/>
              <a:gd name="connsiteY12786" fmla="*/ 451189 h 5450835"/>
              <a:gd name="connsiteX12787" fmla="*/ 7900748 w 10450132"/>
              <a:gd name="connsiteY12787" fmla="*/ 451649 h 5450835"/>
              <a:gd name="connsiteX12788" fmla="*/ 7891684 w 10450132"/>
              <a:gd name="connsiteY12788" fmla="*/ 451649 h 5450835"/>
              <a:gd name="connsiteX12789" fmla="*/ 7890896 w 10450132"/>
              <a:gd name="connsiteY12789" fmla="*/ 451189 h 5450835"/>
              <a:gd name="connsiteX12790" fmla="*/ 7886363 w 10450132"/>
              <a:gd name="connsiteY12790" fmla="*/ 443305 h 5450835"/>
              <a:gd name="connsiteX12791" fmla="*/ 7886363 w 10450132"/>
              <a:gd name="connsiteY12791" fmla="*/ 442453 h 5450835"/>
              <a:gd name="connsiteX12792" fmla="*/ 7890896 w 10450132"/>
              <a:gd name="connsiteY12792" fmla="*/ 434571 h 5450835"/>
              <a:gd name="connsiteX12793" fmla="*/ 7891684 w 10450132"/>
              <a:gd name="connsiteY12793" fmla="*/ 434112 h 5450835"/>
              <a:gd name="connsiteX12794" fmla="*/ 2040647 w 10450132"/>
              <a:gd name="connsiteY12794" fmla="*/ 434112 h 5450835"/>
              <a:gd name="connsiteX12795" fmla="*/ 2049710 w 10450132"/>
              <a:gd name="connsiteY12795" fmla="*/ 434112 h 5450835"/>
              <a:gd name="connsiteX12796" fmla="*/ 2049811 w 10450132"/>
              <a:gd name="connsiteY12796" fmla="*/ 434171 h 5450835"/>
              <a:gd name="connsiteX12797" fmla="*/ 2049872 w 10450132"/>
              <a:gd name="connsiteY12797" fmla="*/ 434171 h 5450835"/>
              <a:gd name="connsiteX12798" fmla="*/ 2050660 w 10450132"/>
              <a:gd name="connsiteY12798" fmla="*/ 434630 h 5450835"/>
              <a:gd name="connsiteX12799" fmla="*/ 2055191 w 10450132"/>
              <a:gd name="connsiteY12799" fmla="*/ 442511 h 5450835"/>
              <a:gd name="connsiteX12800" fmla="*/ 2055191 w 10450132"/>
              <a:gd name="connsiteY12800" fmla="*/ 443366 h 5450835"/>
              <a:gd name="connsiteX12801" fmla="*/ 2050660 w 10450132"/>
              <a:gd name="connsiteY12801" fmla="*/ 451248 h 5450835"/>
              <a:gd name="connsiteX12802" fmla="*/ 2049872 w 10450132"/>
              <a:gd name="connsiteY12802" fmla="*/ 451707 h 5450835"/>
              <a:gd name="connsiteX12803" fmla="*/ 2040805 w 10450132"/>
              <a:gd name="connsiteY12803" fmla="*/ 451707 h 5450835"/>
              <a:gd name="connsiteX12804" fmla="*/ 2040706 w 10450132"/>
              <a:gd name="connsiteY12804" fmla="*/ 451649 h 5450835"/>
              <a:gd name="connsiteX12805" fmla="*/ 2040647 w 10450132"/>
              <a:gd name="connsiteY12805" fmla="*/ 451649 h 5450835"/>
              <a:gd name="connsiteX12806" fmla="*/ 2039859 w 10450132"/>
              <a:gd name="connsiteY12806" fmla="*/ 451189 h 5450835"/>
              <a:gd name="connsiteX12807" fmla="*/ 2035323 w 10450132"/>
              <a:gd name="connsiteY12807" fmla="*/ 443306 h 5450835"/>
              <a:gd name="connsiteX12808" fmla="*/ 2035323 w 10450132"/>
              <a:gd name="connsiteY12808" fmla="*/ 442453 h 5450835"/>
              <a:gd name="connsiteX12809" fmla="*/ 2039859 w 10450132"/>
              <a:gd name="connsiteY12809" fmla="*/ 434571 h 5450835"/>
              <a:gd name="connsiteX12810" fmla="*/ 2040647 w 10450132"/>
              <a:gd name="connsiteY12810" fmla="*/ 434112 h 5450835"/>
              <a:gd name="connsiteX12811" fmla="*/ 8400511 w 10450132"/>
              <a:gd name="connsiteY12811" fmla="*/ 434108 h 5450835"/>
              <a:gd name="connsiteX12812" fmla="*/ 8409575 w 10450132"/>
              <a:gd name="connsiteY12812" fmla="*/ 434108 h 5450835"/>
              <a:gd name="connsiteX12813" fmla="*/ 8410363 w 10450132"/>
              <a:gd name="connsiteY12813" fmla="*/ 434568 h 5450835"/>
              <a:gd name="connsiteX12814" fmla="*/ 8414896 w 10450132"/>
              <a:gd name="connsiteY12814" fmla="*/ 442449 h 5450835"/>
              <a:gd name="connsiteX12815" fmla="*/ 8414896 w 10450132"/>
              <a:gd name="connsiteY12815" fmla="*/ 443302 h 5450835"/>
              <a:gd name="connsiteX12816" fmla="*/ 8410363 w 10450132"/>
              <a:gd name="connsiteY12816" fmla="*/ 451185 h 5450835"/>
              <a:gd name="connsiteX12817" fmla="*/ 8409575 w 10450132"/>
              <a:gd name="connsiteY12817" fmla="*/ 451644 h 5450835"/>
              <a:gd name="connsiteX12818" fmla="*/ 8400511 w 10450132"/>
              <a:gd name="connsiteY12818" fmla="*/ 451644 h 5450835"/>
              <a:gd name="connsiteX12819" fmla="*/ 8399723 w 10450132"/>
              <a:gd name="connsiteY12819" fmla="*/ 451185 h 5450835"/>
              <a:gd name="connsiteX12820" fmla="*/ 8395191 w 10450132"/>
              <a:gd name="connsiteY12820" fmla="*/ 443302 h 5450835"/>
              <a:gd name="connsiteX12821" fmla="*/ 8395191 w 10450132"/>
              <a:gd name="connsiteY12821" fmla="*/ 442449 h 5450835"/>
              <a:gd name="connsiteX12822" fmla="*/ 8399723 w 10450132"/>
              <a:gd name="connsiteY12822" fmla="*/ 434568 h 5450835"/>
              <a:gd name="connsiteX12823" fmla="*/ 8400511 w 10450132"/>
              <a:gd name="connsiteY12823" fmla="*/ 434108 h 5450835"/>
              <a:gd name="connsiteX12824" fmla="*/ 3058243 w 10450132"/>
              <a:gd name="connsiteY12824" fmla="*/ 434108 h 5450835"/>
              <a:gd name="connsiteX12825" fmla="*/ 3067307 w 10450132"/>
              <a:gd name="connsiteY12825" fmla="*/ 434108 h 5450835"/>
              <a:gd name="connsiteX12826" fmla="*/ 3068097 w 10450132"/>
              <a:gd name="connsiteY12826" fmla="*/ 434568 h 5450835"/>
              <a:gd name="connsiteX12827" fmla="*/ 3072627 w 10450132"/>
              <a:gd name="connsiteY12827" fmla="*/ 442449 h 5450835"/>
              <a:gd name="connsiteX12828" fmla="*/ 3072627 w 10450132"/>
              <a:gd name="connsiteY12828" fmla="*/ 443303 h 5450835"/>
              <a:gd name="connsiteX12829" fmla="*/ 3068097 w 10450132"/>
              <a:gd name="connsiteY12829" fmla="*/ 451185 h 5450835"/>
              <a:gd name="connsiteX12830" fmla="*/ 3067307 w 10450132"/>
              <a:gd name="connsiteY12830" fmla="*/ 451645 h 5450835"/>
              <a:gd name="connsiteX12831" fmla="*/ 3058243 w 10450132"/>
              <a:gd name="connsiteY12831" fmla="*/ 451645 h 5450835"/>
              <a:gd name="connsiteX12832" fmla="*/ 3057454 w 10450132"/>
              <a:gd name="connsiteY12832" fmla="*/ 451185 h 5450835"/>
              <a:gd name="connsiteX12833" fmla="*/ 3052923 w 10450132"/>
              <a:gd name="connsiteY12833" fmla="*/ 443303 h 5450835"/>
              <a:gd name="connsiteX12834" fmla="*/ 3052923 w 10450132"/>
              <a:gd name="connsiteY12834" fmla="*/ 442449 h 5450835"/>
              <a:gd name="connsiteX12835" fmla="*/ 3057454 w 10450132"/>
              <a:gd name="connsiteY12835" fmla="*/ 434568 h 5450835"/>
              <a:gd name="connsiteX12836" fmla="*/ 3058243 w 10450132"/>
              <a:gd name="connsiteY12836" fmla="*/ 434108 h 5450835"/>
              <a:gd name="connsiteX12837" fmla="*/ 5093300 w 10450132"/>
              <a:gd name="connsiteY12837" fmla="*/ 434106 h 5450835"/>
              <a:gd name="connsiteX12838" fmla="*/ 5102364 w 10450132"/>
              <a:gd name="connsiteY12838" fmla="*/ 434106 h 5450835"/>
              <a:gd name="connsiteX12839" fmla="*/ 5103153 w 10450132"/>
              <a:gd name="connsiteY12839" fmla="*/ 434566 h 5450835"/>
              <a:gd name="connsiteX12840" fmla="*/ 5107684 w 10450132"/>
              <a:gd name="connsiteY12840" fmla="*/ 442447 h 5450835"/>
              <a:gd name="connsiteX12841" fmla="*/ 5107684 w 10450132"/>
              <a:gd name="connsiteY12841" fmla="*/ 443301 h 5450835"/>
              <a:gd name="connsiteX12842" fmla="*/ 5103153 w 10450132"/>
              <a:gd name="connsiteY12842" fmla="*/ 451183 h 5450835"/>
              <a:gd name="connsiteX12843" fmla="*/ 5102364 w 10450132"/>
              <a:gd name="connsiteY12843" fmla="*/ 451643 h 5450835"/>
              <a:gd name="connsiteX12844" fmla="*/ 5093300 w 10450132"/>
              <a:gd name="connsiteY12844" fmla="*/ 451643 h 5450835"/>
              <a:gd name="connsiteX12845" fmla="*/ 5092512 w 10450132"/>
              <a:gd name="connsiteY12845" fmla="*/ 451183 h 5450835"/>
              <a:gd name="connsiteX12846" fmla="*/ 5087979 w 10450132"/>
              <a:gd name="connsiteY12846" fmla="*/ 443301 h 5450835"/>
              <a:gd name="connsiteX12847" fmla="*/ 5087979 w 10450132"/>
              <a:gd name="connsiteY12847" fmla="*/ 442447 h 5450835"/>
              <a:gd name="connsiteX12848" fmla="*/ 5092512 w 10450132"/>
              <a:gd name="connsiteY12848" fmla="*/ 434566 h 5450835"/>
              <a:gd name="connsiteX12849" fmla="*/ 5093300 w 10450132"/>
              <a:gd name="connsiteY12849" fmla="*/ 434106 h 5450835"/>
              <a:gd name="connsiteX12850" fmla="*/ 2549404 w 10450132"/>
              <a:gd name="connsiteY12850" fmla="*/ 434106 h 5450835"/>
              <a:gd name="connsiteX12851" fmla="*/ 2558470 w 10450132"/>
              <a:gd name="connsiteY12851" fmla="*/ 434106 h 5450835"/>
              <a:gd name="connsiteX12852" fmla="*/ 2559258 w 10450132"/>
              <a:gd name="connsiteY12852" fmla="*/ 434566 h 5450835"/>
              <a:gd name="connsiteX12853" fmla="*/ 2563789 w 10450132"/>
              <a:gd name="connsiteY12853" fmla="*/ 442447 h 5450835"/>
              <a:gd name="connsiteX12854" fmla="*/ 2563789 w 10450132"/>
              <a:gd name="connsiteY12854" fmla="*/ 443301 h 5450835"/>
              <a:gd name="connsiteX12855" fmla="*/ 2559258 w 10450132"/>
              <a:gd name="connsiteY12855" fmla="*/ 451183 h 5450835"/>
              <a:gd name="connsiteX12856" fmla="*/ 2558470 w 10450132"/>
              <a:gd name="connsiteY12856" fmla="*/ 451643 h 5450835"/>
              <a:gd name="connsiteX12857" fmla="*/ 2549404 w 10450132"/>
              <a:gd name="connsiteY12857" fmla="*/ 451643 h 5450835"/>
              <a:gd name="connsiteX12858" fmla="*/ 2548615 w 10450132"/>
              <a:gd name="connsiteY12858" fmla="*/ 451183 h 5450835"/>
              <a:gd name="connsiteX12859" fmla="*/ 2544084 w 10450132"/>
              <a:gd name="connsiteY12859" fmla="*/ 443301 h 5450835"/>
              <a:gd name="connsiteX12860" fmla="*/ 2544084 w 10450132"/>
              <a:gd name="connsiteY12860" fmla="*/ 442447 h 5450835"/>
              <a:gd name="connsiteX12861" fmla="*/ 2548615 w 10450132"/>
              <a:gd name="connsiteY12861" fmla="*/ 434566 h 5450835"/>
              <a:gd name="connsiteX12862" fmla="*/ 2549404 w 10450132"/>
              <a:gd name="connsiteY12862" fmla="*/ 434106 h 5450835"/>
              <a:gd name="connsiteX12863" fmla="*/ 6874095 w 10450132"/>
              <a:gd name="connsiteY12863" fmla="*/ 434105 h 5450835"/>
              <a:gd name="connsiteX12864" fmla="*/ 6883159 w 10450132"/>
              <a:gd name="connsiteY12864" fmla="*/ 434105 h 5450835"/>
              <a:gd name="connsiteX12865" fmla="*/ 6883947 w 10450132"/>
              <a:gd name="connsiteY12865" fmla="*/ 434565 h 5450835"/>
              <a:gd name="connsiteX12866" fmla="*/ 6888480 w 10450132"/>
              <a:gd name="connsiteY12866" fmla="*/ 442446 h 5450835"/>
              <a:gd name="connsiteX12867" fmla="*/ 6888480 w 10450132"/>
              <a:gd name="connsiteY12867" fmla="*/ 443300 h 5450835"/>
              <a:gd name="connsiteX12868" fmla="*/ 6883947 w 10450132"/>
              <a:gd name="connsiteY12868" fmla="*/ 451182 h 5450835"/>
              <a:gd name="connsiteX12869" fmla="*/ 6883159 w 10450132"/>
              <a:gd name="connsiteY12869" fmla="*/ 451642 h 5450835"/>
              <a:gd name="connsiteX12870" fmla="*/ 6874095 w 10450132"/>
              <a:gd name="connsiteY12870" fmla="*/ 451642 h 5450835"/>
              <a:gd name="connsiteX12871" fmla="*/ 6873307 w 10450132"/>
              <a:gd name="connsiteY12871" fmla="*/ 451182 h 5450835"/>
              <a:gd name="connsiteX12872" fmla="*/ 6868775 w 10450132"/>
              <a:gd name="connsiteY12872" fmla="*/ 443300 h 5450835"/>
              <a:gd name="connsiteX12873" fmla="*/ 6868775 w 10450132"/>
              <a:gd name="connsiteY12873" fmla="*/ 442446 h 5450835"/>
              <a:gd name="connsiteX12874" fmla="*/ 6873307 w 10450132"/>
              <a:gd name="connsiteY12874" fmla="*/ 434565 h 5450835"/>
              <a:gd name="connsiteX12875" fmla="*/ 6874095 w 10450132"/>
              <a:gd name="connsiteY12875" fmla="*/ 434105 h 5450835"/>
              <a:gd name="connsiteX12876" fmla="*/ 7382923 w 10450132"/>
              <a:gd name="connsiteY12876" fmla="*/ 434094 h 5450835"/>
              <a:gd name="connsiteX12877" fmla="*/ 7391987 w 10450132"/>
              <a:gd name="connsiteY12877" fmla="*/ 434094 h 5450835"/>
              <a:gd name="connsiteX12878" fmla="*/ 7392775 w 10450132"/>
              <a:gd name="connsiteY12878" fmla="*/ 434554 h 5450835"/>
              <a:gd name="connsiteX12879" fmla="*/ 7397307 w 10450132"/>
              <a:gd name="connsiteY12879" fmla="*/ 442435 h 5450835"/>
              <a:gd name="connsiteX12880" fmla="*/ 7397307 w 10450132"/>
              <a:gd name="connsiteY12880" fmla="*/ 443289 h 5450835"/>
              <a:gd name="connsiteX12881" fmla="*/ 7392775 w 10450132"/>
              <a:gd name="connsiteY12881" fmla="*/ 451172 h 5450835"/>
              <a:gd name="connsiteX12882" fmla="*/ 7391987 w 10450132"/>
              <a:gd name="connsiteY12882" fmla="*/ 451631 h 5450835"/>
              <a:gd name="connsiteX12883" fmla="*/ 7382923 w 10450132"/>
              <a:gd name="connsiteY12883" fmla="*/ 451631 h 5450835"/>
              <a:gd name="connsiteX12884" fmla="*/ 7382135 w 10450132"/>
              <a:gd name="connsiteY12884" fmla="*/ 451172 h 5450835"/>
              <a:gd name="connsiteX12885" fmla="*/ 7377602 w 10450132"/>
              <a:gd name="connsiteY12885" fmla="*/ 443289 h 5450835"/>
              <a:gd name="connsiteX12886" fmla="*/ 7377602 w 10450132"/>
              <a:gd name="connsiteY12886" fmla="*/ 442435 h 5450835"/>
              <a:gd name="connsiteX12887" fmla="*/ 7382135 w 10450132"/>
              <a:gd name="connsiteY12887" fmla="*/ 434554 h 5450835"/>
              <a:gd name="connsiteX12888" fmla="*/ 7382923 w 10450132"/>
              <a:gd name="connsiteY12888" fmla="*/ 434094 h 5450835"/>
              <a:gd name="connsiteX12889" fmla="*/ 5380 w 10450132"/>
              <a:gd name="connsiteY12889" fmla="*/ 434094 h 5450835"/>
              <a:gd name="connsiteX12890" fmla="*/ 14444 w 10450132"/>
              <a:gd name="connsiteY12890" fmla="*/ 434094 h 5450835"/>
              <a:gd name="connsiteX12891" fmla="*/ 14574 w 10450132"/>
              <a:gd name="connsiteY12891" fmla="*/ 434171 h 5450835"/>
              <a:gd name="connsiteX12892" fmla="*/ 14668 w 10450132"/>
              <a:gd name="connsiteY12892" fmla="*/ 434171 h 5450835"/>
              <a:gd name="connsiteX12893" fmla="*/ 15456 w 10450132"/>
              <a:gd name="connsiteY12893" fmla="*/ 434630 h 5450835"/>
              <a:gd name="connsiteX12894" fmla="*/ 19988 w 10450132"/>
              <a:gd name="connsiteY12894" fmla="*/ 442511 h 5450835"/>
              <a:gd name="connsiteX12895" fmla="*/ 19988 w 10450132"/>
              <a:gd name="connsiteY12895" fmla="*/ 443366 h 5450835"/>
              <a:gd name="connsiteX12896" fmla="*/ 15456 w 10450132"/>
              <a:gd name="connsiteY12896" fmla="*/ 451248 h 5450835"/>
              <a:gd name="connsiteX12897" fmla="*/ 14668 w 10450132"/>
              <a:gd name="connsiteY12897" fmla="*/ 451707 h 5450835"/>
              <a:gd name="connsiteX12898" fmla="*/ 5605 w 10450132"/>
              <a:gd name="connsiteY12898" fmla="*/ 451707 h 5450835"/>
              <a:gd name="connsiteX12899" fmla="*/ 5475 w 10450132"/>
              <a:gd name="connsiteY12899" fmla="*/ 451632 h 5450835"/>
              <a:gd name="connsiteX12900" fmla="*/ 5380 w 10450132"/>
              <a:gd name="connsiteY12900" fmla="*/ 451632 h 5450835"/>
              <a:gd name="connsiteX12901" fmla="*/ 4592 w 10450132"/>
              <a:gd name="connsiteY12901" fmla="*/ 451173 h 5450835"/>
              <a:gd name="connsiteX12902" fmla="*/ 59 w 10450132"/>
              <a:gd name="connsiteY12902" fmla="*/ 443289 h 5450835"/>
              <a:gd name="connsiteX12903" fmla="*/ 59 w 10450132"/>
              <a:gd name="connsiteY12903" fmla="*/ 442435 h 5450835"/>
              <a:gd name="connsiteX12904" fmla="*/ 4592 w 10450132"/>
              <a:gd name="connsiteY12904" fmla="*/ 434555 h 5450835"/>
              <a:gd name="connsiteX12905" fmla="*/ 5380 w 10450132"/>
              <a:gd name="connsiteY12905" fmla="*/ 434094 h 5450835"/>
              <a:gd name="connsiteX12906" fmla="*/ 8146065 w 10450132"/>
              <a:gd name="connsiteY12906" fmla="*/ 434093 h 5450835"/>
              <a:gd name="connsiteX12907" fmla="*/ 8155129 w 10450132"/>
              <a:gd name="connsiteY12907" fmla="*/ 434093 h 5450835"/>
              <a:gd name="connsiteX12908" fmla="*/ 8155917 w 10450132"/>
              <a:gd name="connsiteY12908" fmla="*/ 434553 h 5450835"/>
              <a:gd name="connsiteX12909" fmla="*/ 8160449 w 10450132"/>
              <a:gd name="connsiteY12909" fmla="*/ 442434 h 5450835"/>
              <a:gd name="connsiteX12910" fmla="*/ 8160449 w 10450132"/>
              <a:gd name="connsiteY12910" fmla="*/ 443288 h 5450835"/>
              <a:gd name="connsiteX12911" fmla="*/ 8155917 w 10450132"/>
              <a:gd name="connsiteY12911" fmla="*/ 451169 h 5450835"/>
              <a:gd name="connsiteX12912" fmla="*/ 8155129 w 10450132"/>
              <a:gd name="connsiteY12912" fmla="*/ 451630 h 5450835"/>
              <a:gd name="connsiteX12913" fmla="*/ 8146065 w 10450132"/>
              <a:gd name="connsiteY12913" fmla="*/ 451630 h 5450835"/>
              <a:gd name="connsiteX12914" fmla="*/ 8145277 w 10450132"/>
              <a:gd name="connsiteY12914" fmla="*/ 451169 h 5450835"/>
              <a:gd name="connsiteX12915" fmla="*/ 8140745 w 10450132"/>
              <a:gd name="connsiteY12915" fmla="*/ 443288 h 5450835"/>
              <a:gd name="connsiteX12916" fmla="*/ 8140745 w 10450132"/>
              <a:gd name="connsiteY12916" fmla="*/ 442434 h 5450835"/>
              <a:gd name="connsiteX12917" fmla="*/ 8145277 w 10450132"/>
              <a:gd name="connsiteY12917" fmla="*/ 434553 h 5450835"/>
              <a:gd name="connsiteX12918" fmla="*/ 8146065 w 10450132"/>
              <a:gd name="connsiteY12918" fmla="*/ 434093 h 5450835"/>
              <a:gd name="connsiteX12919" fmla="*/ 7637304 w 10450132"/>
              <a:gd name="connsiteY12919" fmla="*/ 434089 h 5450835"/>
              <a:gd name="connsiteX12920" fmla="*/ 7646367 w 10450132"/>
              <a:gd name="connsiteY12920" fmla="*/ 434089 h 5450835"/>
              <a:gd name="connsiteX12921" fmla="*/ 7647156 w 10450132"/>
              <a:gd name="connsiteY12921" fmla="*/ 434548 h 5450835"/>
              <a:gd name="connsiteX12922" fmla="*/ 7651687 w 10450132"/>
              <a:gd name="connsiteY12922" fmla="*/ 442430 h 5450835"/>
              <a:gd name="connsiteX12923" fmla="*/ 7651687 w 10450132"/>
              <a:gd name="connsiteY12923" fmla="*/ 443284 h 5450835"/>
              <a:gd name="connsiteX12924" fmla="*/ 7647156 w 10450132"/>
              <a:gd name="connsiteY12924" fmla="*/ 451166 h 5450835"/>
              <a:gd name="connsiteX12925" fmla="*/ 7646367 w 10450132"/>
              <a:gd name="connsiteY12925" fmla="*/ 451626 h 5450835"/>
              <a:gd name="connsiteX12926" fmla="*/ 7637304 w 10450132"/>
              <a:gd name="connsiteY12926" fmla="*/ 451626 h 5450835"/>
              <a:gd name="connsiteX12927" fmla="*/ 7636516 w 10450132"/>
              <a:gd name="connsiteY12927" fmla="*/ 451166 h 5450835"/>
              <a:gd name="connsiteX12928" fmla="*/ 7631983 w 10450132"/>
              <a:gd name="connsiteY12928" fmla="*/ 443284 h 5450835"/>
              <a:gd name="connsiteX12929" fmla="*/ 7631983 w 10450132"/>
              <a:gd name="connsiteY12929" fmla="*/ 442430 h 5450835"/>
              <a:gd name="connsiteX12930" fmla="*/ 7636516 w 10450132"/>
              <a:gd name="connsiteY12930" fmla="*/ 434548 h 5450835"/>
              <a:gd name="connsiteX12931" fmla="*/ 7637304 w 10450132"/>
              <a:gd name="connsiteY12931" fmla="*/ 434089 h 5450835"/>
              <a:gd name="connsiteX12932" fmla="*/ 10435623 w 10450132"/>
              <a:gd name="connsiteY12932" fmla="*/ 434083 h 5450835"/>
              <a:gd name="connsiteX12933" fmla="*/ 10444687 w 10450132"/>
              <a:gd name="connsiteY12933" fmla="*/ 434083 h 5450835"/>
              <a:gd name="connsiteX12934" fmla="*/ 10445475 w 10450132"/>
              <a:gd name="connsiteY12934" fmla="*/ 434543 h 5450835"/>
              <a:gd name="connsiteX12935" fmla="*/ 10450008 w 10450132"/>
              <a:gd name="connsiteY12935" fmla="*/ 442424 h 5450835"/>
              <a:gd name="connsiteX12936" fmla="*/ 10450008 w 10450132"/>
              <a:gd name="connsiteY12936" fmla="*/ 443278 h 5450835"/>
              <a:gd name="connsiteX12937" fmla="*/ 10445475 w 10450132"/>
              <a:gd name="connsiteY12937" fmla="*/ 451161 h 5450835"/>
              <a:gd name="connsiteX12938" fmla="*/ 10444687 w 10450132"/>
              <a:gd name="connsiteY12938" fmla="*/ 451620 h 5450835"/>
              <a:gd name="connsiteX12939" fmla="*/ 10435623 w 10450132"/>
              <a:gd name="connsiteY12939" fmla="*/ 451620 h 5450835"/>
              <a:gd name="connsiteX12940" fmla="*/ 10434835 w 10450132"/>
              <a:gd name="connsiteY12940" fmla="*/ 451161 h 5450835"/>
              <a:gd name="connsiteX12941" fmla="*/ 10430303 w 10450132"/>
              <a:gd name="connsiteY12941" fmla="*/ 443278 h 5450835"/>
              <a:gd name="connsiteX12942" fmla="*/ 10430303 w 10450132"/>
              <a:gd name="connsiteY12942" fmla="*/ 442424 h 5450835"/>
              <a:gd name="connsiteX12943" fmla="*/ 10434835 w 10450132"/>
              <a:gd name="connsiteY12943" fmla="*/ 434543 h 5450835"/>
              <a:gd name="connsiteX12944" fmla="*/ 10435623 w 10450132"/>
              <a:gd name="connsiteY12944" fmla="*/ 434083 h 5450835"/>
              <a:gd name="connsiteX12945" fmla="*/ 10181243 w 10450132"/>
              <a:gd name="connsiteY12945" fmla="*/ 434083 h 5450835"/>
              <a:gd name="connsiteX12946" fmla="*/ 10190306 w 10450132"/>
              <a:gd name="connsiteY12946" fmla="*/ 434083 h 5450835"/>
              <a:gd name="connsiteX12947" fmla="*/ 10191094 w 10450132"/>
              <a:gd name="connsiteY12947" fmla="*/ 434543 h 5450835"/>
              <a:gd name="connsiteX12948" fmla="*/ 10195627 w 10450132"/>
              <a:gd name="connsiteY12948" fmla="*/ 442424 h 5450835"/>
              <a:gd name="connsiteX12949" fmla="*/ 10195627 w 10450132"/>
              <a:gd name="connsiteY12949" fmla="*/ 443278 h 5450835"/>
              <a:gd name="connsiteX12950" fmla="*/ 10191094 w 10450132"/>
              <a:gd name="connsiteY12950" fmla="*/ 451161 h 5450835"/>
              <a:gd name="connsiteX12951" fmla="*/ 10190306 w 10450132"/>
              <a:gd name="connsiteY12951" fmla="*/ 451620 h 5450835"/>
              <a:gd name="connsiteX12952" fmla="*/ 10181243 w 10450132"/>
              <a:gd name="connsiteY12952" fmla="*/ 451620 h 5450835"/>
              <a:gd name="connsiteX12953" fmla="*/ 10180455 w 10450132"/>
              <a:gd name="connsiteY12953" fmla="*/ 451161 h 5450835"/>
              <a:gd name="connsiteX12954" fmla="*/ 10175923 w 10450132"/>
              <a:gd name="connsiteY12954" fmla="*/ 443278 h 5450835"/>
              <a:gd name="connsiteX12955" fmla="*/ 10175923 w 10450132"/>
              <a:gd name="connsiteY12955" fmla="*/ 442424 h 5450835"/>
              <a:gd name="connsiteX12956" fmla="*/ 10180455 w 10450132"/>
              <a:gd name="connsiteY12956" fmla="*/ 434543 h 5450835"/>
              <a:gd name="connsiteX12957" fmla="*/ 10181243 w 10450132"/>
              <a:gd name="connsiteY12957" fmla="*/ 434083 h 5450835"/>
              <a:gd name="connsiteX12958" fmla="*/ 9926862 w 10450132"/>
              <a:gd name="connsiteY12958" fmla="*/ 434083 h 5450835"/>
              <a:gd name="connsiteX12959" fmla="*/ 9935926 w 10450132"/>
              <a:gd name="connsiteY12959" fmla="*/ 434083 h 5450835"/>
              <a:gd name="connsiteX12960" fmla="*/ 9936714 w 10450132"/>
              <a:gd name="connsiteY12960" fmla="*/ 434543 h 5450835"/>
              <a:gd name="connsiteX12961" fmla="*/ 9941247 w 10450132"/>
              <a:gd name="connsiteY12961" fmla="*/ 442424 h 5450835"/>
              <a:gd name="connsiteX12962" fmla="*/ 9941247 w 10450132"/>
              <a:gd name="connsiteY12962" fmla="*/ 443278 h 5450835"/>
              <a:gd name="connsiteX12963" fmla="*/ 9936714 w 10450132"/>
              <a:gd name="connsiteY12963" fmla="*/ 451161 h 5450835"/>
              <a:gd name="connsiteX12964" fmla="*/ 9935926 w 10450132"/>
              <a:gd name="connsiteY12964" fmla="*/ 451620 h 5450835"/>
              <a:gd name="connsiteX12965" fmla="*/ 9926862 w 10450132"/>
              <a:gd name="connsiteY12965" fmla="*/ 451620 h 5450835"/>
              <a:gd name="connsiteX12966" fmla="*/ 9926074 w 10450132"/>
              <a:gd name="connsiteY12966" fmla="*/ 451161 h 5450835"/>
              <a:gd name="connsiteX12967" fmla="*/ 9921542 w 10450132"/>
              <a:gd name="connsiteY12967" fmla="*/ 443278 h 5450835"/>
              <a:gd name="connsiteX12968" fmla="*/ 9921542 w 10450132"/>
              <a:gd name="connsiteY12968" fmla="*/ 442424 h 5450835"/>
              <a:gd name="connsiteX12969" fmla="*/ 9926074 w 10450132"/>
              <a:gd name="connsiteY12969" fmla="*/ 434543 h 5450835"/>
              <a:gd name="connsiteX12970" fmla="*/ 9926862 w 10450132"/>
              <a:gd name="connsiteY12970" fmla="*/ 434083 h 5450835"/>
              <a:gd name="connsiteX12971" fmla="*/ 9672482 w 10450132"/>
              <a:gd name="connsiteY12971" fmla="*/ 434083 h 5450835"/>
              <a:gd name="connsiteX12972" fmla="*/ 9681546 w 10450132"/>
              <a:gd name="connsiteY12972" fmla="*/ 434083 h 5450835"/>
              <a:gd name="connsiteX12973" fmla="*/ 9682334 w 10450132"/>
              <a:gd name="connsiteY12973" fmla="*/ 434543 h 5450835"/>
              <a:gd name="connsiteX12974" fmla="*/ 9686866 w 10450132"/>
              <a:gd name="connsiteY12974" fmla="*/ 442424 h 5450835"/>
              <a:gd name="connsiteX12975" fmla="*/ 9686866 w 10450132"/>
              <a:gd name="connsiteY12975" fmla="*/ 443278 h 5450835"/>
              <a:gd name="connsiteX12976" fmla="*/ 9682334 w 10450132"/>
              <a:gd name="connsiteY12976" fmla="*/ 451161 h 5450835"/>
              <a:gd name="connsiteX12977" fmla="*/ 9681546 w 10450132"/>
              <a:gd name="connsiteY12977" fmla="*/ 451620 h 5450835"/>
              <a:gd name="connsiteX12978" fmla="*/ 9672482 w 10450132"/>
              <a:gd name="connsiteY12978" fmla="*/ 451620 h 5450835"/>
              <a:gd name="connsiteX12979" fmla="*/ 9671694 w 10450132"/>
              <a:gd name="connsiteY12979" fmla="*/ 451161 h 5450835"/>
              <a:gd name="connsiteX12980" fmla="*/ 9667161 w 10450132"/>
              <a:gd name="connsiteY12980" fmla="*/ 443278 h 5450835"/>
              <a:gd name="connsiteX12981" fmla="*/ 9667161 w 10450132"/>
              <a:gd name="connsiteY12981" fmla="*/ 442424 h 5450835"/>
              <a:gd name="connsiteX12982" fmla="*/ 9671694 w 10450132"/>
              <a:gd name="connsiteY12982" fmla="*/ 434543 h 5450835"/>
              <a:gd name="connsiteX12983" fmla="*/ 9672482 w 10450132"/>
              <a:gd name="connsiteY12983" fmla="*/ 434083 h 5450835"/>
              <a:gd name="connsiteX12984" fmla="*/ 8654892 w 10450132"/>
              <a:gd name="connsiteY12984" fmla="*/ 217187 h 5450835"/>
              <a:gd name="connsiteX12985" fmla="*/ 8663955 w 10450132"/>
              <a:gd name="connsiteY12985" fmla="*/ 217187 h 5450835"/>
              <a:gd name="connsiteX12986" fmla="*/ 8664744 w 10450132"/>
              <a:gd name="connsiteY12986" fmla="*/ 217647 h 5450835"/>
              <a:gd name="connsiteX12987" fmla="*/ 8669277 w 10450132"/>
              <a:gd name="connsiteY12987" fmla="*/ 225528 h 5450835"/>
              <a:gd name="connsiteX12988" fmla="*/ 8669277 w 10450132"/>
              <a:gd name="connsiteY12988" fmla="*/ 226382 h 5450835"/>
              <a:gd name="connsiteX12989" fmla="*/ 8664744 w 10450132"/>
              <a:gd name="connsiteY12989" fmla="*/ 234265 h 5450835"/>
              <a:gd name="connsiteX12990" fmla="*/ 8663955 w 10450132"/>
              <a:gd name="connsiteY12990" fmla="*/ 234724 h 5450835"/>
              <a:gd name="connsiteX12991" fmla="*/ 8654892 w 10450132"/>
              <a:gd name="connsiteY12991" fmla="*/ 234724 h 5450835"/>
              <a:gd name="connsiteX12992" fmla="*/ 8654104 w 10450132"/>
              <a:gd name="connsiteY12992" fmla="*/ 234265 h 5450835"/>
              <a:gd name="connsiteX12993" fmla="*/ 8649572 w 10450132"/>
              <a:gd name="connsiteY12993" fmla="*/ 226382 h 5450835"/>
              <a:gd name="connsiteX12994" fmla="*/ 8649572 w 10450132"/>
              <a:gd name="connsiteY12994" fmla="*/ 225528 h 5450835"/>
              <a:gd name="connsiteX12995" fmla="*/ 8654104 w 10450132"/>
              <a:gd name="connsiteY12995" fmla="*/ 217647 h 5450835"/>
              <a:gd name="connsiteX12996" fmla="*/ 8654892 w 10450132"/>
              <a:gd name="connsiteY12996" fmla="*/ 217187 h 5450835"/>
              <a:gd name="connsiteX12997" fmla="*/ 5093300 w 10450132"/>
              <a:gd name="connsiteY12997" fmla="*/ 217186 h 5450835"/>
              <a:gd name="connsiteX12998" fmla="*/ 5102364 w 10450132"/>
              <a:gd name="connsiteY12998" fmla="*/ 217186 h 5450835"/>
              <a:gd name="connsiteX12999" fmla="*/ 5103153 w 10450132"/>
              <a:gd name="connsiteY12999" fmla="*/ 217645 h 5450835"/>
              <a:gd name="connsiteX13000" fmla="*/ 5107684 w 10450132"/>
              <a:gd name="connsiteY13000" fmla="*/ 225526 h 5450835"/>
              <a:gd name="connsiteX13001" fmla="*/ 5107684 w 10450132"/>
              <a:gd name="connsiteY13001" fmla="*/ 226380 h 5450835"/>
              <a:gd name="connsiteX13002" fmla="*/ 5103153 w 10450132"/>
              <a:gd name="connsiteY13002" fmla="*/ 234262 h 5450835"/>
              <a:gd name="connsiteX13003" fmla="*/ 5102364 w 10450132"/>
              <a:gd name="connsiteY13003" fmla="*/ 234722 h 5450835"/>
              <a:gd name="connsiteX13004" fmla="*/ 5093300 w 10450132"/>
              <a:gd name="connsiteY13004" fmla="*/ 234722 h 5450835"/>
              <a:gd name="connsiteX13005" fmla="*/ 5092512 w 10450132"/>
              <a:gd name="connsiteY13005" fmla="*/ 234262 h 5450835"/>
              <a:gd name="connsiteX13006" fmla="*/ 5087979 w 10450132"/>
              <a:gd name="connsiteY13006" fmla="*/ 226380 h 5450835"/>
              <a:gd name="connsiteX13007" fmla="*/ 5087979 w 10450132"/>
              <a:gd name="connsiteY13007" fmla="*/ 225526 h 5450835"/>
              <a:gd name="connsiteX13008" fmla="*/ 5092512 w 10450132"/>
              <a:gd name="connsiteY13008" fmla="*/ 217645 h 5450835"/>
              <a:gd name="connsiteX13009" fmla="*/ 5093300 w 10450132"/>
              <a:gd name="connsiteY13009" fmla="*/ 217186 h 5450835"/>
              <a:gd name="connsiteX13010" fmla="*/ 8400511 w 10450132"/>
              <a:gd name="connsiteY13010" fmla="*/ 217184 h 5450835"/>
              <a:gd name="connsiteX13011" fmla="*/ 8409575 w 10450132"/>
              <a:gd name="connsiteY13011" fmla="*/ 217184 h 5450835"/>
              <a:gd name="connsiteX13012" fmla="*/ 8410363 w 10450132"/>
              <a:gd name="connsiteY13012" fmla="*/ 217643 h 5450835"/>
              <a:gd name="connsiteX13013" fmla="*/ 8414896 w 10450132"/>
              <a:gd name="connsiteY13013" fmla="*/ 225524 h 5450835"/>
              <a:gd name="connsiteX13014" fmla="*/ 8414896 w 10450132"/>
              <a:gd name="connsiteY13014" fmla="*/ 226378 h 5450835"/>
              <a:gd name="connsiteX13015" fmla="*/ 8410363 w 10450132"/>
              <a:gd name="connsiteY13015" fmla="*/ 234260 h 5450835"/>
              <a:gd name="connsiteX13016" fmla="*/ 8409575 w 10450132"/>
              <a:gd name="connsiteY13016" fmla="*/ 234721 h 5450835"/>
              <a:gd name="connsiteX13017" fmla="*/ 8400511 w 10450132"/>
              <a:gd name="connsiteY13017" fmla="*/ 234721 h 5450835"/>
              <a:gd name="connsiteX13018" fmla="*/ 8399723 w 10450132"/>
              <a:gd name="connsiteY13018" fmla="*/ 234260 h 5450835"/>
              <a:gd name="connsiteX13019" fmla="*/ 8395191 w 10450132"/>
              <a:gd name="connsiteY13019" fmla="*/ 226378 h 5450835"/>
              <a:gd name="connsiteX13020" fmla="*/ 8395191 w 10450132"/>
              <a:gd name="connsiteY13020" fmla="*/ 225524 h 5450835"/>
              <a:gd name="connsiteX13021" fmla="*/ 8399723 w 10450132"/>
              <a:gd name="connsiteY13021" fmla="*/ 217643 h 5450835"/>
              <a:gd name="connsiteX13022" fmla="*/ 8400511 w 10450132"/>
              <a:gd name="connsiteY13022" fmla="*/ 217184 h 5450835"/>
              <a:gd name="connsiteX13023" fmla="*/ 2295170 w 10450132"/>
              <a:gd name="connsiteY13023" fmla="*/ 217183 h 5450835"/>
              <a:gd name="connsiteX13024" fmla="*/ 2304234 w 10450132"/>
              <a:gd name="connsiteY13024" fmla="*/ 217183 h 5450835"/>
              <a:gd name="connsiteX13025" fmla="*/ 2305023 w 10450132"/>
              <a:gd name="connsiteY13025" fmla="*/ 217643 h 5450835"/>
              <a:gd name="connsiteX13026" fmla="*/ 2309554 w 10450132"/>
              <a:gd name="connsiteY13026" fmla="*/ 225524 h 5450835"/>
              <a:gd name="connsiteX13027" fmla="*/ 2309554 w 10450132"/>
              <a:gd name="connsiteY13027" fmla="*/ 226378 h 5450835"/>
              <a:gd name="connsiteX13028" fmla="*/ 2305023 w 10450132"/>
              <a:gd name="connsiteY13028" fmla="*/ 234260 h 5450835"/>
              <a:gd name="connsiteX13029" fmla="*/ 2304234 w 10450132"/>
              <a:gd name="connsiteY13029" fmla="*/ 234720 h 5450835"/>
              <a:gd name="connsiteX13030" fmla="*/ 2295170 w 10450132"/>
              <a:gd name="connsiteY13030" fmla="*/ 234720 h 5450835"/>
              <a:gd name="connsiteX13031" fmla="*/ 2294383 w 10450132"/>
              <a:gd name="connsiteY13031" fmla="*/ 234260 h 5450835"/>
              <a:gd name="connsiteX13032" fmla="*/ 2289850 w 10450132"/>
              <a:gd name="connsiteY13032" fmla="*/ 226378 h 5450835"/>
              <a:gd name="connsiteX13033" fmla="*/ 2289850 w 10450132"/>
              <a:gd name="connsiteY13033" fmla="*/ 225524 h 5450835"/>
              <a:gd name="connsiteX13034" fmla="*/ 2294383 w 10450132"/>
              <a:gd name="connsiteY13034" fmla="*/ 217643 h 5450835"/>
              <a:gd name="connsiteX13035" fmla="*/ 2295170 w 10450132"/>
              <a:gd name="connsiteY13035" fmla="*/ 217183 h 5450835"/>
              <a:gd name="connsiteX13036" fmla="*/ 260009 w 10450132"/>
              <a:gd name="connsiteY13036" fmla="*/ 217177 h 5450835"/>
              <a:gd name="connsiteX13037" fmla="*/ 269073 w 10450132"/>
              <a:gd name="connsiteY13037" fmla="*/ 217177 h 5450835"/>
              <a:gd name="connsiteX13038" fmla="*/ 269087 w 10450132"/>
              <a:gd name="connsiteY13038" fmla="*/ 217186 h 5450835"/>
              <a:gd name="connsiteX13039" fmla="*/ 269089 w 10450132"/>
              <a:gd name="connsiteY13039" fmla="*/ 217186 h 5450835"/>
              <a:gd name="connsiteX13040" fmla="*/ 269878 w 10450132"/>
              <a:gd name="connsiteY13040" fmla="*/ 217646 h 5450835"/>
              <a:gd name="connsiteX13041" fmla="*/ 274409 w 10450132"/>
              <a:gd name="connsiteY13041" fmla="*/ 225527 h 5450835"/>
              <a:gd name="connsiteX13042" fmla="*/ 274409 w 10450132"/>
              <a:gd name="connsiteY13042" fmla="*/ 226381 h 5450835"/>
              <a:gd name="connsiteX13043" fmla="*/ 269878 w 10450132"/>
              <a:gd name="connsiteY13043" fmla="*/ 234264 h 5450835"/>
              <a:gd name="connsiteX13044" fmla="*/ 269089 w 10450132"/>
              <a:gd name="connsiteY13044" fmla="*/ 234723 h 5450835"/>
              <a:gd name="connsiteX13045" fmla="*/ 260026 w 10450132"/>
              <a:gd name="connsiteY13045" fmla="*/ 234723 h 5450835"/>
              <a:gd name="connsiteX13046" fmla="*/ 260010 w 10450132"/>
              <a:gd name="connsiteY13046" fmla="*/ 234715 h 5450835"/>
              <a:gd name="connsiteX13047" fmla="*/ 260009 w 10450132"/>
              <a:gd name="connsiteY13047" fmla="*/ 234715 h 5450835"/>
              <a:gd name="connsiteX13048" fmla="*/ 259220 w 10450132"/>
              <a:gd name="connsiteY13048" fmla="*/ 234255 h 5450835"/>
              <a:gd name="connsiteX13049" fmla="*/ 254688 w 10450132"/>
              <a:gd name="connsiteY13049" fmla="*/ 226372 h 5450835"/>
              <a:gd name="connsiteX13050" fmla="*/ 254688 w 10450132"/>
              <a:gd name="connsiteY13050" fmla="*/ 225517 h 5450835"/>
              <a:gd name="connsiteX13051" fmla="*/ 259220 w 10450132"/>
              <a:gd name="connsiteY13051" fmla="*/ 217637 h 5450835"/>
              <a:gd name="connsiteX13052" fmla="*/ 260009 w 10450132"/>
              <a:gd name="connsiteY13052" fmla="*/ 217177 h 5450835"/>
              <a:gd name="connsiteX13053" fmla="*/ 6110888 w 10450132"/>
              <a:gd name="connsiteY13053" fmla="*/ 217169 h 5450835"/>
              <a:gd name="connsiteX13054" fmla="*/ 6119953 w 10450132"/>
              <a:gd name="connsiteY13054" fmla="*/ 217169 h 5450835"/>
              <a:gd name="connsiteX13055" fmla="*/ 6120740 w 10450132"/>
              <a:gd name="connsiteY13055" fmla="*/ 217628 h 5450835"/>
              <a:gd name="connsiteX13056" fmla="*/ 6125272 w 10450132"/>
              <a:gd name="connsiteY13056" fmla="*/ 225509 h 5450835"/>
              <a:gd name="connsiteX13057" fmla="*/ 6125272 w 10450132"/>
              <a:gd name="connsiteY13057" fmla="*/ 226364 h 5450835"/>
              <a:gd name="connsiteX13058" fmla="*/ 6120740 w 10450132"/>
              <a:gd name="connsiteY13058" fmla="*/ 234246 h 5450835"/>
              <a:gd name="connsiteX13059" fmla="*/ 6119953 w 10450132"/>
              <a:gd name="connsiteY13059" fmla="*/ 234706 h 5450835"/>
              <a:gd name="connsiteX13060" fmla="*/ 6110888 w 10450132"/>
              <a:gd name="connsiteY13060" fmla="*/ 234706 h 5450835"/>
              <a:gd name="connsiteX13061" fmla="*/ 6110101 w 10450132"/>
              <a:gd name="connsiteY13061" fmla="*/ 234246 h 5450835"/>
              <a:gd name="connsiteX13062" fmla="*/ 6105567 w 10450132"/>
              <a:gd name="connsiteY13062" fmla="*/ 226364 h 5450835"/>
              <a:gd name="connsiteX13063" fmla="*/ 6105567 w 10450132"/>
              <a:gd name="connsiteY13063" fmla="*/ 225509 h 5450835"/>
              <a:gd name="connsiteX13064" fmla="*/ 6110101 w 10450132"/>
              <a:gd name="connsiteY13064" fmla="*/ 217628 h 5450835"/>
              <a:gd name="connsiteX13065" fmla="*/ 6110888 w 10450132"/>
              <a:gd name="connsiteY13065" fmla="*/ 217169 h 5450835"/>
              <a:gd name="connsiteX13066" fmla="*/ 7891684 w 10450132"/>
              <a:gd name="connsiteY13066" fmla="*/ 217163 h 5450835"/>
              <a:gd name="connsiteX13067" fmla="*/ 7900748 w 10450132"/>
              <a:gd name="connsiteY13067" fmla="*/ 217163 h 5450835"/>
              <a:gd name="connsiteX13068" fmla="*/ 7901536 w 10450132"/>
              <a:gd name="connsiteY13068" fmla="*/ 217624 h 5450835"/>
              <a:gd name="connsiteX13069" fmla="*/ 7906067 w 10450132"/>
              <a:gd name="connsiteY13069" fmla="*/ 225504 h 5450835"/>
              <a:gd name="connsiteX13070" fmla="*/ 7906067 w 10450132"/>
              <a:gd name="connsiteY13070" fmla="*/ 226358 h 5450835"/>
              <a:gd name="connsiteX13071" fmla="*/ 7901536 w 10450132"/>
              <a:gd name="connsiteY13071" fmla="*/ 234239 h 5450835"/>
              <a:gd name="connsiteX13072" fmla="*/ 7900748 w 10450132"/>
              <a:gd name="connsiteY13072" fmla="*/ 234700 h 5450835"/>
              <a:gd name="connsiteX13073" fmla="*/ 7891684 w 10450132"/>
              <a:gd name="connsiteY13073" fmla="*/ 234700 h 5450835"/>
              <a:gd name="connsiteX13074" fmla="*/ 7890896 w 10450132"/>
              <a:gd name="connsiteY13074" fmla="*/ 234239 h 5450835"/>
              <a:gd name="connsiteX13075" fmla="*/ 7886363 w 10450132"/>
              <a:gd name="connsiteY13075" fmla="*/ 226358 h 5450835"/>
              <a:gd name="connsiteX13076" fmla="*/ 7886363 w 10450132"/>
              <a:gd name="connsiteY13076" fmla="*/ 225504 h 5450835"/>
              <a:gd name="connsiteX13077" fmla="*/ 7890896 w 10450132"/>
              <a:gd name="connsiteY13077" fmla="*/ 217624 h 5450835"/>
              <a:gd name="connsiteX13078" fmla="*/ 7891684 w 10450132"/>
              <a:gd name="connsiteY13078" fmla="*/ 217163 h 5450835"/>
              <a:gd name="connsiteX13079" fmla="*/ 4838919 w 10450132"/>
              <a:gd name="connsiteY13079" fmla="*/ 217163 h 5450835"/>
              <a:gd name="connsiteX13080" fmla="*/ 4847982 w 10450132"/>
              <a:gd name="connsiteY13080" fmla="*/ 217163 h 5450835"/>
              <a:gd name="connsiteX13081" fmla="*/ 4848772 w 10450132"/>
              <a:gd name="connsiteY13081" fmla="*/ 217624 h 5450835"/>
              <a:gd name="connsiteX13082" fmla="*/ 4853303 w 10450132"/>
              <a:gd name="connsiteY13082" fmla="*/ 225504 h 5450835"/>
              <a:gd name="connsiteX13083" fmla="*/ 4853303 w 10450132"/>
              <a:gd name="connsiteY13083" fmla="*/ 226358 h 5450835"/>
              <a:gd name="connsiteX13084" fmla="*/ 4848772 w 10450132"/>
              <a:gd name="connsiteY13084" fmla="*/ 234239 h 5450835"/>
              <a:gd name="connsiteX13085" fmla="*/ 4847982 w 10450132"/>
              <a:gd name="connsiteY13085" fmla="*/ 234701 h 5450835"/>
              <a:gd name="connsiteX13086" fmla="*/ 4838919 w 10450132"/>
              <a:gd name="connsiteY13086" fmla="*/ 234701 h 5450835"/>
              <a:gd name="connsiteX13087" fmla="*/ 4838132 w 10450132"/>
              <a:gd name="connsiteY13087" fmla="*/ 234239 h 5450835"/>
              <a:gd name="connsiteX13088" fmla="*/ 4833598 w 10450132"/>
              <a:gd name="connsiteY13088" fmla="*/ 226358 h 5450835"/>
              <a:gd name="connsiteX13089" fmla="*/ 4833598 w 10450132"/>
              <a:gd name="connsiteY13089" fmla="*/ 225504 h 5450835"/>
              <a:gd name="connsiteX13090" fmla="*/ 4838132 w 10450132"/>
              <a:gd name="connsiteY13090" fmla="*/ 217624 h 5450835"/>
              <a:gd name="connsiteX13091" fmla="*/ 4838919 w 10450132"/>
              <a:gd name="connsiteY13091" fmla="*/ 217163 h 5450835"/>
              <a:gd name="connsiteX13092" fmla="*/ 7637304 w 10450132"/>
              <a:gd name="connsiteY13092" fmla="*/ 217162 h 5450835"/>
              <a:gd name="connsiteX13093" fmla="*/ 7646367 w 10450132"/>
              <a:gd name="connsiteY13093" fmla="*/ 217162 h 5450835"/>
              <a:gd name="connsiteX13094" fmla="*/ 7647156 w 10450132"/>
              <a:gd name="connsiteY13094" fmla="*/ 217622 h 5450835"/>
              <a:gd name="connsiteX13095" fmla="*/ 7651687 w 10450132"/>
              <a:gd name="connsiteY13095" fmla="*/ 225502 h 5450835"/>
              <a:gd name="connsiteX13096" fmla="*/ 7651687 w 10450132"/>
              <a:gd name="connsiteY13096" fmla="*/ 226357 h 5450835"/>
              <a:gd name="connsiteX13097" fmla="*/ 7647156 w 10450132"/>
              <a:gd name="connsiteY13097" fmla="*/ 234239 h 5450835"/>
              <a:gd name="connsiteX13098" fmla="*/ 7646367 w 10450132"/>
              <a:gd name="connsiteY13098" fmla="*/ 234699 h 5450835"/>
              <a:gd name="connsiteX13099" fmla="*/ 7637304 w 10450132"/>
              <a:gd name="connsiteY13099" fmla="*/ 234699 h 5450835"/>
              <a:gd name="connsiteX13100" fmla="*/ 7636516 w 10450132"/>
              <a:gd name="connsiteY13100" fmla="*/ 234239 h 5450835"/>
              <a:gd name="connsiteX13101" fmla="*/ 7631983 w 10450132"/>
              <a:gd name="connsiteY13101" fmla="*/ 226357 h 5450835"/>
              <a:gd name="connsiteX13102" fmla="*/ 7631983 w 10450132"/>
              <a:gd name="connsiteY13102" fmla="*/ 225502 h 5450835"/>
              <a:gd name="connsiteX13103" fmla="*/ 7636516 w 10450132"/>
              <a:gd name="connsiteY13103" fmla="*/ 217622 h 5450835"/>
              <a:gd name="connsiteX13104" fmla="*/ 7637304 w 10450132"/>
              <a:gd name="connsiteY13104" fmla="*/ 217162 h 5450835"/>
              <a:gd name="connsiteX13105" fmla="*/ 2549524 w 10450132"/>
              <a:gd name="connsiteY13105" fmla="*/ 217161 h 5450835"/>
              <a:gd name="connsiteX13106" fmla="*/ 2558590 w 10450132"/>
              <a:gd name="connsiteY13106" fmla="*/ 217161 h 5450835"/>
              <a:gd name="connsiteX13107" fmla="*/ 2559377 w 10450132"/>
              <a:gd name="connsiteY13107" fmla="*/ 217621 h 5450835"/>
              <a:gd name="connsiteX13108" fmla="*/ 2563911 w 10450132"/>
              <a:gd name="connsiteY13108" fmla="*/ 225502 h 5450835"/>
              <a:gd name="connsiteX13109" fmla="*/ 2563911 w 10450132"/>
              <a:gd name="connsiteY13109" fmla="*/ 226356 h 5450835"/>
              <a:gd name="connsiteX13110" fmla="*/ 2559377 w 10450132"/>
              <a:gd name="connsiteY13110" fmla="*/ 234238 h 5450835"/>
              <a:gd name="connsiteX13111" fmla="*/ 2558590 w 10450132"/>
              <a:gd name="connsiteY13111" fmla="*/ 234698 h 5450835"/>
              <a:gd name="connsiteX13112" fmla="*/ 2549524 w 10450132"/>
              <a:gd name="connsiteY13112" fmla="*/ 234698 h 5450835"/>
              <a:gd name="connsiteX13113" fmla="*/ 2548736 w 10450132"/>
              <a:gd name="connsiteY13113" fmla="*/ 234238 h 5450835"/>
              <a:gd name="connsiteX13114" fmla="*/ 2544204 w 10450132"/>
              <a:gd name="connsiteY13114" fmla="*/ 226356 h 5450835"/>
              <a:gd name="connsiteX13115" fmla="*/ 2544204 w 10450132"/>
              <a:gd name="connsiteY13115" fmla="*/ 225502 h 5450835"/>
              <a:gd name="connsiteX13116" fmla="*/ 2548736 w 10450132"/>
              <a:gd name="connsiteY13116" fmla="*/ 217621 h 5450835"/>
              <a:gd name="connsiteX13117" fmla="*/ 2549524 w 10450132"/>
              <a:gd name="connsiteY13117" fmla="*/ 217161 h 5450835"/>
              <a:gd name="connsiteX13118" fmla="*/ 9926861 w 10450132"/>
              <a:gd name="connsiteY13118" fmla="*/ 217155 h 5450835"/>
              <a:gd name="connsiteX13119" fmla="*/ 9935924 w 10450132"/>
              <a:gd name="connsiteY13119" fmla="*/ 217155 h 5450835"/>
              <a:gd name="connsiteX13120" fmla="*/ 9936713 w 10450132"/>
              <a:gd name="connsiteY13120" fmla="*/ 217615 h 5450835"/>
              <a:gd name="connsiteX13121" fmla="*/ 9941246 w 10450132"/>
              <a:gd name="connsiteY13121" fmla="*/ 225497 h 5450835"/>
              <a:gd name="connsiteX13122" fmla="*/ 9941246 w 10450132"/>
              <a:gd name="connsiteY13122" fmla="*/ 225506 h 5450835"/>
              <a:gd name="connsiteX13123" fmla="*/ 9941246 w 10450132"/>
              <a:gd name="connsiteY13123" fmla="*/ 226350 h 5450835"/>
              <a:gd name="connsiteX13124" fmla="*/ 9941246 w 10450132"/>
              <a:gd name="connsiteY13124" fmla="*/ 226360 h 5450835"/>
              <a:gd name="connsiteX13125" fmla="*/ 9936713 w 10450132"/>
              <a:gd name="connsiteY13125" fmla="*/ 234244 h 5450835"/>
              <a:gd name="connsiteX13126" fmla="*/ 9935924 w 10450132"/>
              <a:gd name="connsiteY13126" fmla="*/ 234702 h 5450835"/>
              <a:gd name="connsiteX13127" fmla="*/ 9926861 w 10450132"/>
              <a:gd name="connsiteY13127" fmla="*/ 234702 h 5450835"/>
              <a:gd name="connsiteX13128" fmla="*/ 9926073 w 10450132"/>
              <a:gd name="connsiteY13128" fmla="*/ 234244 h 5450835"/>
              <a:gd name="connsiteX13129" fmla="*/ 9921541 w 10450132"/>
              <a:gd name="connsiteY13129" fmla="*/ 226360 h 5450835"/>
              <a:gd name="connsiteX13130" fmla="*/ 9921541 w 10450132"/>
              <a:gd name="connsiteY13130" fmla="*/ 226350 h 5450835"/>
              <a:gd name="connsiteX13131" fmla="*/ 9921541 w 10450132"/>
              <a:gd name="connsiteY13131" fmla="*/ 225506 h 5450835"/>
              <a:gd name="connsiteX13132" fmla="*/ 9921541 w 10450132"/>
              <a:gd name="connsiteY13132" fmla="*/ 225497 h 5450835"/>
              <a:gd name="connsiteX13133" fmla="*/ 9926073 w 10450132"/>
              <a:gd name="connsiteY13133" fmla="*/ 217615 h 5450835"/>
              <a:gd name="connsiteX13134" fmla="*/ 9926861 w 10450132"/>
              <a:gd name="connsiteY13134" fmla="*/ 217155 h 5450835"/>
              <a:gd name="connsiteX13135" fmla="*/ 3312761 w 10450132"/>
              <a:gd name="connsiteY13135" fmla="*/ 217155 h 5450835"/>
              <a:gd name="connsiteX13136" fmla="*/ 3321826 w 10450132"/>
              <a:gd name="connsiteY13136" fmla="*/ 217155 h 5450835"/>
              <a:gd name="connsiteX13137" fmla="*/ 3322614 w 10450132"/>
              <a:gd name="connsiteY13137" fmla="*/ 217615 h 5450835"/>
              <a:gd name="connsiteX13138" fmla="*/ 3327146 w 10450132"/>
              <a:gd name="connsiteY13138" fmla="*/ 225497 h 5450835"/>
              <a:gd name="connsiteX13139" fmla="*/ 3327146 w 10450132"/>
              <a:gd name="connsiteY13139" fmla="*/ 226350 h 5450835"/>
              <a:gd name="connsiteX13140" fmla="*/ 3322614 w 10450132"/>
              <a:gd name="connsiteY13140" fmla="*/ 234233 h 5450835"/>
              <a:gd name="connsiteX13141" fmla="*/ 3321826 w 10450132"/>
              <a:gd name="connsiteY13141" fmla="*/ 234693 h 5450835"/>
              <a:gd name="connsiteX13142" fmla="*/ 3312761 w 10450132"/>
              <a:gd name="connsiteY13142" fmla="*/ 234693 h 5450835"/>
              <a:gd name="connsiteX13143" fmla="*/ 3311973 w 10450132"/>
              <a:gd name="connsiteY13143" fmla="*/ 234233 h 5450835"/>
              <a:gd name="connsiteX13144" fmla="*/ 3307440 w 10450132"/>
              <a:gd name="connsiteY13144" fmla="*/ 226350 h 5450835"/>
              <a:gd name="connsiteX13145" fmla="*/ 3307440 w 10450132"/>
              <a:gd name="connsiteY13145" fmla="*/ 225497 h 5450835"/>
              <a:gd name="connsiteX13146" fmla="*/ 3311973 w 10450132"/>
              <a:gd name="connsiteY13146" fmla="*/ 217615 h 5450835"/>
              <a:gd name="connsiteX13147" fmla="*/ 3312761 w 10450132"/>
              <a:gd name="connsiteY13147" fmla="*/ 217155 h 5450835"/>
              <a:gd name="connsiteX13148" fmla="*/ 3821543 w 10450132"/>
              <a:gd name="connsiteY13148" fmla="*/ 217153 h 5450835"/>
              <a:gd name="connsiteX13149" fmla="*/ 3830608 w 10450132"/>
              <a:gd name="connsiteY13149" fmla="*/ 217153 h 5450835"/>
              <a:gd name="connsiteX13150" fmla="*/ 3831395 w 10450132"/>
              <a:gd name="connsiteY13150" fmla="*/ 217613 h 5450835"/>
              <a:gd name="connsiteX13151" fmla="*/ 3835928 w 10450132"/>
              <a:gd name="connsiteY13151" fmla="*/ 225494 h 5450835"/>
              <a:gd name="connsiteX13152" fmla="*/ 3835928 w 10450132"/>
              <a:gd name="connsiteY13152" fmla="*/ 226348 h 5450835"/>
              <a:gd name="connsiteX13153" fmla="*/ 3831395 w 10450132"/>
              <a:gd name="connsiteY13153" fmla="*/ 234231 h 5450835"/>
              <a:gd name="connsiteX13154" fmla="*/ 3830608 w 10450132"/>
              <a:gd name="connsiteY13154" fmla="*/ 234690 h 5450835"/>
              <a:gd name="connsiteX13155" fmla="*/ 3821543 w 10450132"/>
              <a:gd name="connsiteY13155" fmla="*/ 234690 h 5450835"/>
              <a:gd name="connsiteX13156" fmla="*/ 3820754 w 10450132"/>
              <a:gd name="connsiteY13156" fmla="*/ 234231 h 5450835"/>
              <a:gd name="connsiteX13157" fmla="*/ 3816221 w 10450132"/>
              <a:gd name="connsiteY13157" fmla="*/ 226348 h 5450835"/>
              <a:gd name="connsiteX13158" fmla="*/ 3816221 w 10450132"/>
              <a:gd name="connsiteY13158" fmla="*/ 225494 h 5450835"/>
              <a:gd name="connsiteX13159" fmla="*/ 3820754 w 10450132"/>
              <a:gd name="connsiteY13159" fmla="*/ 217613 h 5450835"/>
              <a:gd name="connsiteX13160" fmla="*/ 3821543 w 10450132"/>
              <a:gd name="connsiteY13160" fmla="*/ 217153 h 5450835"/>
              <a:gd name="connsiteX13161" fmla="*/ 8909274 w 10450132"/>
              <a:gd name="connsiteY13161" fmla="*/ 217150 h 5450835"/>
              <a:gd name="connsiteX13162" fmla="*/ 8918336 w 10450132"/>
              <a:gd name="connsiteY13162" fmla="*/ 217150 h 5450835"/>
              <a:gd name="connsiteX13163" fmla="*/ 8919125 w 10450132"/>
              <a:gd name="connsiteY13163" fmla="*/ 217610 h 5450835"/>
              <a:gd name="connsiteX13164" fmla="*/ 8923657 w 10450132"/>
              <a:gd name="connsiteY13164" fmla="*/ 225491 h 5450835"/>
              <a:gd name="connsiteX13165" fmla="*/ 8923657 w 10450132"/>
              <a:gd name="connsiteY13165" fmla="*/ 226345 h 5450835"/>
              <a:gd name="connsiteX13166" fmla="*/ 8919125 w 10450132"/>
              <a:gd name="connsiteY13166" fmla="*/ 234227 h 5450835"/>
              <a:gd name="connsiteX13167" fmla="*/ 8918336 w 10450132"/>
              <a:gd name="connsiteY13167" fmla="*/ 234687 h 5450835"/>
              <a:gd name="connsiteX13168" fmla="*/ 8909274 w 10450132"/>
              <a:gd name="connsiteY13168" fmla="*/ 234687 h 5450835"/>
              <a:gd name="connsiteX13169" fmla="*/ 8908484 w 10450132"/>
              <a:gd name="connsiteY13169" fmla="*/ 234227 h 5450835"/>
              <a:gd name="connsiteX13170" fmla="*/ 8903953 w 10450132"/>
              <a:gd name="connsiteY13170" fmla="*/ 226345 h 5450835"/>
              <a:gd name="connsiteX13171" fmla="*/ 8903953 w 10450132"/>
              <a:gd name="connsiteY13171" fmla="*/ 225491 h 5450835"/>
              <a:gd name="connsiteX13172" fmla="*/ 8908484 w 10450132"/>
              <a:gd name="connsiteY13172" fmla="*/ 217610 h 5450835"/>
              <a:gd name="connsiteX13173" fmla="*/ 8909274 w 10450132"/>
              <a:gd name="connsiteY13173" fmla="*/ 217150 h 5450835"/>
              <a:gd name="connsiteX13174" fmla="*/ 9163654 w 10450132"/>
              <a:gd name="connsiteY13174" fmla="*/ 217149 h 5450835"/>
              <a:gd name="connsiteX13175" fmla="*/ 9172718 w 10450132"/>
              <a:gd name="connsiteY13175" fmla="*/ 217149 h 5450835"/>
              <a:gd name="connsiteX13176" fmla="*/ 9173506 w 10450132"/>
              <a:gd name="connsiteY13176" fmla="*/ 217609 h 5450835"/>
              <a:gd name="connsiteX13177" fmla="*/ 9178038 w 10450132"/>
              <a:gd name="connsiteY13177" fmla="*/ 225490 h 5450835"/>
              <a:gd name="connsiteX13178" fmla="*/ 9178038 w 10450132"/>
              <a:gd name="connsiteY13178" fmla="*/ 226344 h 5450835"/>
              <a:gd name="connsiteX13179" fmla="*/ 9173506 w 10450132"/>
              <a:gd name="connsiteY13179" fmla="*/ 234226 h 5450835"/>
              <a:gd name="connsiteX13180" fmla="*/ 9172718 w 10450132"/>
              <a:gd name="connsiteY13180" fmla="*/ 234686 h 5450835"/>
              <a:gd name="connsiteX13181" fmla="*/ 9163654 w 10450132"/>
              <a:gd name="connsiteY13181" fmla="*/ 234686 h 5450835"/>
              <a:gd name="connsiteX13182" fmla="*/ 9162866 w 10450132"/>
              <a:gd name="connsiteY13182" fmla="*/ 234226 h 5450835"/>
              <a:gd name="connsiteX13183" fmla="*/ 9158333 w 10450132"/>
              <a:gd name="connsiteY13183" fmla="*/ 226344 h 5450835"/>
              <a:gd name="connsiteX13184" fmla="*/ 9158333 w 10450132"/>
              <a:gd name="connsiteY13184" fmla="*/ 225490 h 5450835"/>
              <a:gd name="connsiteX13185" fmla="*/ 9162866 w 10450132"/>
              <a:gd name="connsiteY13185" fmla="*/ 217609 h 5450835"/>
              <a:gd name="connsiteX13186" fmla="*/ 9163654 w 10450132"/>
              <a:gd name="connsiteY13186" fmla="*/ 217149 h 5450835"/>
              <a:gd name="connsiteX13187" fmla="*/ 6874095 w 10450132"/>
              <a:gd name="connsiteY13187" fmla="*/ 217148 h 5450835"/>
              <a:gd name="connsiteX13188" fmla="*/ 6883159 w 10450132"/>
              <a:gd name="connsiteY13188" fmla="*/ 217148 h 5450835"/>
              <a:gd name="connsiteX13189" fmla="*/ 6883947 w 10450132"/>
              <a:gd name="connsiteY13189" fmla="*/ 217606 h 5450835"/>
              <a:gd name="connsiteX13190" fmla="*/ 6888480 w 10450132"/>
              <a:gd name="connsiteY13190" fmla="*/ 225488 h 5450835"/>
              <a:gd name="connsiteX13191" fmla="*/ 6888480 w 10450132"/>
              <a:gd name="connsiteY13191" fmla="*/ 226342 h 5450835"/>
              <a:gd name="connsiteX13192" fmla="*/ 6883947 w 10450132"/>
              <a:gd name="connsiteY13192" fmla="*/ 234224 h 5450835"/>
              <a:gd name="connsiteX13193" fmla="*/ 6883159 w 10450132"/>
              <a:gd name="connsiteY13193" fmla="*/ 234685 h 5450835"/>
              <a:gd name="connsiteX13194" fmla="*/ 6874095 w 10450132"/>
              <a:gd name="connsiteY13194" fmla="*/ 234685 h 5450835"/>
              <a:gd name="connsiteX13195" fmla="*/ 6873307 w 10450132"/>
              <a:gd name="connsiteY13195" fmla="*/ 234224 h 5450835"/>
              <a:gd name="connsiteX13196" fmla="*/ 6868775 w 10450132"/>
              <a:gd name="connsiteY13196" fmla="*/ 226342 h 5450835"/>
              <a:gd name="connsiteX13197" fmla="*/ 6868775 w 10450132"/>
              <a:gd name="connsiteY13197" fmla="*/ 225488 h 5450835"/>
              <a:gd name="connsiteX13198" fmla="*/ 6873307 w 10450132"/>
              <a:gd name="connsiteY13198" fmla="*/ 217606 h 5450835"/>
              <a:gd name="connsiteX13199" fmla="*/ 6874095 w 10450132"/>
              <a:gd name="connsiteY13199" fmla="*/ 217148 h 5450835"/>
              <a:gd name="connsiteX13200" fmla="*/ 5347746 w 10450132"/>
              <a:gd name="connsiteY13200" fmla="*/ 217137 h 5450835"/>
              <a:gd name="connsiteX13201" fmla="*/ 5356810 w 10450132"/>
              <a:gd name="connsiteY13201" fmla="*/ 217137 h 5450835"/>
              <a:gd name="connsiteX13202" fmla="*/ 5357598 w 10450132"/>
              <a:gd name="connsiteY13202" fmla="*/ 217597 h 5450835"/>
              <a:gd name="connsiteX13203" fmla="*/ 5362130 w 10450132"/>
              <a:gd name="connsiteY13203" fmla="*/ 225478 h 5450835"/>
              <a:gd name="connsiteX13204" fmla="*/ 5362130 w 10450132"/>
              <a:gd name="connsiteY13204" fmla="*/ 226332 h 5450835"/>
              <a:gd name="connsiteX13205" fmla="*/ 5357598 w 10450132"/>
              <a:gd name="connsiteY13205" fmla="*/ 234214 h 5450835"/>
              <a:gd name="connsiteX13206" fmla="*/ 5356810 w 10450132"/>
              <a:gd name="connsiteY13206" fmla="*/ 234674 h 5450835"/>
              <a:gd name="connsiteX13207" fmla="*/ 5347746 w 10450132"/>
              <a:gd name="connsiteY13207" fmla="*/ 234674 h 5450835"/>
              <a:gd name="connsiteX13208" fmla="*/ 5346958 w 10450132"/>
              <a:gd name="connsiteY13208" fmla="*/ 234214 h 5450835"/>
              <a:gd name="connsiteX13209" fmla="*/ 5342425 w 10450132"/>
              <a:gd name="connsiteY13209" fmla="*/ 226332 h 5450835"/>
              <a:gd name="connsiteX13210" fmla="*/ 5342425 w 10450132"/>
              <a:gd name="connsiteY13210" fmla="*/ 225478 h 5450835"/>
              <a:gd name="connsiteX13211" fmla="*/ 5346958 w 10450132"/>
              <a:gd name="connsiteY13211" fmla="*/ 217597 h 5450835"/>
              <a:gd name="connsiteX13212" fmla="*/ 5347746 w 10450132"/>
              <a:gd name="connsiteY13212" fmla="*/ 217137 h 5450835"/>
              <a:gd name="connsiteX13213" fmla="*/ 768683 w 10450132"/>
              <a:gd name="connsiteY13213" fmla="*/ 217137 h 5450835"/>
              <a:gd name="connsiteX13214" fmla="*/ 777747 w 10450132"/>
              <a:gd name="connsiteY13214" fmla="*/ 217137 h 5450835"/>
              <a:gd name="connsiteX13215" fmla="*/ 777809 w 10450132"/>
              <a:gd name="connsiteY13215" fmla="*/ 217173 h 5450835"/>
              <a:gd name="connsiteX13216" fmla="*/ 777881 w 10450132"/>
              <a:gd name="connsiteY13216" fmla="*/ 217173 h 5450835"/>
              <a:gd name="connsiteX13217" fmla="*/ 778670 w 10450132"/>
              <a:gd name="connsiteY13217" fmla="*/ 217633 h 5450835"/>
              <a:gd name="connsiteX13218" fmla="*/ 783201 w 10450132"/>
              <a:gd name="connsiteY13218" fmla="*/ 225513 h 5450835"/>
              <a:gd name="connsiteX13219" fmla="*/ 783201 w 10450132"/>
              <a:gd name="connsiteY13219" fmla="*/ 226368 h 5450835"/>
              <a:gd name="connsiteX13220" fmla="*/ 778670 w 10450132"/>
              <a:gd name="connsiteY13220" fmla="*/ 234250 h 5450835"/>
              <a:gd name="connsiteX13221" fmla="*/ 777881 w 10450132"/>
              <a:gd name="connsiteY13221" fmla="*/ 234710 h 5450835"/>
              <a:gd name="connsiteX13222" fmla="*/ 768818 w 10450132"/>
              <a:gd name="connsiteY13222" fmla="*/ 234710 h 5450835"/>
              <a:gd name="connsiteX13223" fmla="*/ 768755 w 10450132"/>
              <a:gd name="connsiteY13223" fmla="*/ 234674 h 5450835"/>
              <a:gd name="connsiteX13224" fmla="*/ 768683 w 10450132"/>
              <a:gd name="connsiteY13224" fmla="*/ 234674 h 5450835"/>
              <a:gd name="connsiteX13225" fmla="*/ 767895 w 10450132"/>
              <a:gd name="connsiteY13225" fmla="*/ 234214 h 5450835"/>
              <a:gd name="connsiteX13226" fmla="*/ 763362 w 10450132"/>
              <a:gd name="connsiteY13226" fmla="*/ 226332 h 5450835"/>
              <a:gd name="connsiteX13227" fmla="*/ 763362 w 10450132"/>
              <a:gd name="connsiteY13227" fmla="*/ 225478 h 5450835"/>
              <a:gd name="connsiteX13228" fmla="*/ 767895 w 10450132"/>
              <a:gd name="connsiteY13228" fmla="*/ 217597 h 5450835"/>
              <a:gd name="connsiteX13229" fmla="*/ 768683 w 10450132"/>
              <a:gd name="connsiteY13229" fmla="*/ 217137 h 5450835"/>
              <a:gd name="connsiteX13230" fmla="*/ 4330157 w 10450132"/>
              <a:gd name="connsiteY13230" fmla="*/ 217136 h 5450835"/>
              <a:gd name="connsiteX13231" fmla="*/ 4339222 w 10450132"/>
              <a:gd name="connsiteY13231" fmla="*/ 217136 h 5450835"/>
              <a:gd name="connsiteX13232" fmla="*/ 4340010 w 10450132"/>
              <a:gd name="connsiteY13232" fmla="*/ 217596 h 5450835"/>
              <a:gd name="connsiteX13233" fmla="*/ 4344540 w 10450132"/>
              <a:gd name="connsiteY13233" fmla="*/ 225477 h 5450835"/>
              <a:gd name="connsiteX13234" fmla="*/ 4344540 w 10450132"/>
              <a:gd name="connsiteY13234" fmla="*/ 226331 h 5450835"/>
              <a:gd name="connsiteX13235" fmla="*/ 4340010 w 10450132"/>
              <a:gd name="connsiteY13235" fmla="*/ 234213 h 5450835"/>
              <a:gd name="connsiteX13236" fmla="*/ 4339222 w 10450132"/>
              <a:gd name="connsiteY13236" fmla="*/ 234673 h 5450835"/>
              <a:gd name="connsiteX13237" fmla="*/ 4330157 w 10450132"/>
              <a:gd name="connsiteY13237" fmla="*/ 234673 h 5450835"/>
              <a:gd name="connsiteX13238" fmla="*/ 4329369 w 10450132"/>
              <a:gd name="connsiteY13238" fmla="*/ 234213 h 5450835"/>
              <a:gd name="connsiteX13239" fmla="*/ 4324836 w 10450132"/>
              <a:gd name="connsiteY13239" fmla="*/ 226331 h 5450835"/>
              <a:gd name="connsiteX13240" fmla="*/ 4324836 w 10450132"/>
              <a:gd name="connsiteY13240" fmla="*/ 225477 h 5450835"/>
              <a:gd name="connsiteX13241" fmla="*/ 4329369 w 10450132"/>
              <a:gd name="connsiteY13241" fmla="*/ 217596 h 5450835"/>
              <a:gd name="connsiteX13242" fmla="*/ 4330157 w 10450132"/>
              <a:gd name="connsiteY13242" fmla="*/ 217136 h 5450835"/>
              <a:gd name="connsiteX13243" fmla="*/ 5856508 w 10450132"/>
              <a:gd name="connsiteY13243" fmla="*/ 217135 h 5450835"/>
              <a:gd name="connsiteX13244" fmla="*/ 5865571 w 10450132"/>
              <a:gd name="connsiteY13244" fmla="*/ 217135 h 5450835"/>
              <a:gd name="connsiteX13245" fmla="*/ 5866359 w 10450132"/>
              <a:gd name="connsiteY13245" fmla="*/ 217594 h 5450835"/>
              <a:gd name="connsiteX13246" fmla="*/ 5870891 w 10450132"/>
              <a:gd name="connsiteY13246" fmla="*/ 225476 h 5450835"/>
              <a:gd name="connsiteX13247" fmla="*/ 5870891 w 10450132"/>
              <a:gd name="connsiteY13247" fmla="*/ 226330 h 5450835"/>
              <a:gd name="connsiteX13248" fmla="*/ 5866359 w 10450132"/>
              <a:gd name="connsiteY13248" fmla="*/ 234212 h 5450835"/>
              <a:gd name="connsiteX13249" fmla="*/ 5865571 w 10450132"/>
              <a:gd name="connsiteY13249" fmla="*/ 234672 h 5450835"/>
              <a:gd name="connsiteX13250" fmla="*/ 5856508 w 10450132"/>
              <a:gd name="connsiteY13250" fmla="*/ 234672 h 5450835"/>
              <a:gd name="connsiteX13251" fmla="*/ 5855720 w 10450132"/>
              <a:gd name="connsiteY13251" fmla="*/ 234212 h 5450835"/>
              <a:gd name="connsiteX13252" fmla="*/ 5851187 w 10450132"/>
              <a:gd name="connsiteY13252" fmla="*/ 226330 h 5450835"/>
              <a:gd name="connsiteX13253" fmla="*/ 5851187 w 10450132"/>
              <a:gd name="connsiteY13253" fmla="*/ 225476 h 5450835"/>
              <a:gd name="connsiteX13254" fmla="*/ 5855720 w 10450132"/>
              <a:gd name="connsiteY13254" fmla="*/ 217594 h 5450835"/>
              <a:gd name="connsiteX13255" fmla="*/ 5856508 w 10450132"/>
              <a:gd name="connsiteY13255" fmla="*/ 217135 h 5450835"/>
              <a:gd name="connsiteX13256" fmla="*/ 2040693 w 10450132"/>
              <a:gd name="connsiteY13256" fmla="*/ 217132 h 5450835"/>
              <a:gd name="connsiteX13257" fmla="*/ 2049757 w 10450132"/>
              <a:gd name="connsiteY13257" fmla="*/ 217132 h 5450835"/>
              <a:gd name="connsiteX13258" fmla="*/ 2049833 w 10450132"/>
              <a:gd name="connsiteY13258" fmla="*/ 217177 h 5450835"/>
              <a:gd name="connsiteX13259" fmla="*/ 2049893 w 10450132"/>
              <a:gd name="connsiteY13259" fmla="*/ 217177 h 5450835"/>
              <a:gd name="connsiteX13260" fmla="*/ 2050681 w 10450132"/>
              <a:gd name="connsiteY13260" fmla="*/ 217637 h 5450835"/>
              <a:gd name="connsiteX13261" fmla="*/ 2055213 w 10450132"/>
              <a:gd name="connsiteY13261" fmla="*/ 225517 h 5450835"/>
              <a:gd name="connsiteX13262" fmla="*/ 2055213 w 10450132"/>
              <a:gd name="connsiteY13262" fmla="*/ 226372 h 5450835"/>
              <a:gd name="connsiteX13263" fmla="*/ 2050681 w 10450132"/>
              <a:gd name="connsiteY13263" fmla="*/ 234254 h 5450835"/>
              <a:gd name="connsiteX13264" fmla="*/ 2049893 w 10450132"/>
              <a:gd name="connsiteY13264" fmla="*/ 234715 h 5450835"/>
              <a:gd name="connsiteX13265" fmla="*/ 2040827 w 10450132"/>
              <a:gd name="connsiteY13265" fmla="*/ 234715 h 5450835"/>
              <a:gd name="connsiteX13266" fmla="*/ 2040752 w 10450132"/>
              <a:gd name="connsiteY13266" fmla="*/ 234671 h 5450835"/>
              <a:gd name="connsiteX13267" fmla="*/ 2040693 w 10450132"/>
              <a:gd name="connsiteY13267" fmla="*/ 234671 h 5450835"/>
              <a:gd name="connsiteX13268" fmla="*/ 2039905 w 10450132"/>
              <a:gd name="connsiteY13268" fmla="*/ 234210 h 5450835"/>
              <a:gd name="connsiteX13269" fmla="*/ 2035372 w 10450132"/>
              <a:gd name="connsiteY13269" fmla="*/ 226327 h 5450835"/>
              <a:gd name="connsiteX13270" fmla="*/ 2035372 w 10450132"/>
              <a:gd name="connsiteY13270" fmla="*/ 225474 h 5450835"/>
              <a:gd name="connsiteX13271" fmla="*/ 2039905 w 10450132"/>
              <a:gd name="connsiteY13271" fmla="*/ 217592 h 5450835"/>
              <a:gd name="connsiteX13272" fmla="*/ 2040693 w 10450132"/>
              <a:gd name="connsiteY13272" fmla="*/ 217132 h 5450835"/>
              <a:gd name="connsiteX13273" fmla="*/ 6365334 w 10450132"/>
              <a:gd name="connsiteY13273" fmla="*/ 217130 h 5450835"/>
              <a:gd name="connsiteX13274" fmla="*/ 6374397 w 10450132"/>
              <a:gd name="connsiteY13274" fmla="*/ 217130 h 5450835"/>
              <a:gd name="connsiteX13275" fmla="*/ 6375186 w 10450132"/>
              <a:gd name="connsiteY13275" fmla="*/ 217589 h 5450835"/>
              <a:gd name="connsiteX13276" fmla="*/ 6379718 w 10450132"/>
              <a:gd name="connsiteY13276" fmla="*/ 225470 h 5450835"/>
              <a:gd name="connsiteX13277" fmla="*/ 6379718 w 10450132"/>
              <a:gd name="connsiteY13277" fmla="*/ 226324 h 5450835"/>
              <a:gd name="connsiteX13278" fmla="*/ 6375186 w 10450132"/>
              <a:gd name="connsiteY13278" fmla="*/ 234207 h 5450835"/>
              <a:gd name="connsiteX13279" fmla="*/ 6374397 w 10450132"/>
              <a:gd name="connsiteY13279" fmla="*/ 234666 h 5450835"/>
              <a:gd name="connsiteX13280" fmla="*/ 6365334 w 10450132"/>
              <a:gd name="connsiteY13280" fmla="*/ 234666 h 5450835"/>
              <a:gd name="connsiteX13281" fmla="*/ 6364546 w 10450132"/>
              <a:gd name="connsiteY13281" fmla="*/ 234207 h 5450835"/>
              <a:gd name="connsiteX13282" fmla="*/ 6360014 w 10450132"/>
              <a:gd name="connsiteY13282" fmla="*/ 226324 h 5450835"/>
              <a:gd name="connsiteX13283" fmla="*/ 6360014 w 10450132"/>
              <a:gd name="connsiteY13283" fmla="*/ 225470 h 5450835"/>
              <a:gd name="connsiteX13284" fmla="*/ 6364546 w 10450132"/>
              <a:gd name="connsiteY13284" fmla="*/ 217589 h 5450835"/>
              <a:gd name="connsiteX13285" fmla="*/ 6365334 w 10450132"/>
              <a:gd name="connsiteY13285" fmla="*/ 217130 h 5450835"/>
              <a:gd name="connsiteX13286" fmla="*/ 3567083 w 10450132"/>
              <a:gd name="connsiteY13286" fmla="*/ 217127 h 5450835"/>
              <a:gd name="connsiteX13287" fmla="*/ 3576149 w 10450132"/>
              <a:gd name="connsiteY13287" fmla="*/ 217127 h 5450835"/>
              <a:gd name="connsiteX13288" fmla="*/ 3576937 w 10450132"/>
              <a:gd name="connsiteY13288" fmla="*/ 217587 h 5450835"/>
              <a:gd name="connsiteX13289" fmla="*/ 3581469 w 10450132"/>
              <a:gd name="connsiteY13289" fmla="*/ 225468 h 5450835"/>
              <a:gd name="connsiteX13290" fmla="*/ 3581469 w 10450132"/>
              <a:gd name="connsiteY13290" fmla="*/ 226322 h 5450835"/>
              <a:gd name="connsiteX13291" fmla="*/ 3576937 w 10450132"/>
              <a:gd name="connsiteY13291" fmla="*/ 234204 h 5450835"/>
              <a:gd name="connsiteX13292" fmla="*/ 3576149 w 10450132"/>
              <a:gd name="connsiteY13292" fmla="*/ 234664 h 5450835"/>
              <a:gd name="connsiteX13293" fmla="*/ 3567083 w 10450132"/>
              <a:gd name="connsiteY13293" fmla="*/ 234664 h 5450835"/>
              <a:gd name="connsiteX13294" fmla="*/ 3566297 w 10450132"/>
              <a:gd name="connsiteY13294" fmla="*/ 234204 h 5450835"/>
              <a:gd name="connsiteX13295" fmla="*/ 3561763 w 10450132"/>
              <a:gd name="connsiteY13295" fmla="*/ 226322 h 5450835"/>
              <a:gd name="connsiteX13296" fmla="*/ 3561763 w 10450132"/>
              <a:gd name="connsiteY13296" fmla="*/ 225468 h 5450835"/>
              <a:gd name="connsiteX13297" fmla="*/ 3566297 w 10450132"/>
              <a:gd name="connsiteY13297" fmla="*/ 217587 h 5450835"/>
              <a:gd name="connsiteX13298" fmla="*/ 3567083 w 10450132"/>
              <a:gd name="connsiteY13298" fmla="*/ 217127 h 5450835"/>
              <a:gd name="connsiteX13299" fmla="*/ 514282 w 10450132"/>
              <a:gd name="connsiteY13299" fmla="*/ 217125 h 5450835"/>
              <a:gd name="connsiteX13300" fmla="*/ 523345 w 10450132"/>
              <a:gd name="connsiteY13300" fmla="*/ 217125 h 5450835"/>
              <a:gd name="connsiteX13301" fmla="*/ 523375 w 10450132"/>
              <a:gd name="connsiteY13301" fmla="*/ 217141 h 5450835"/>
              <a:gd name="connsiteX13302" fmla="*/ 523378 w 10450132"/>
              <a:gd name="connsiteY13302" fmla="*/ 217141 h 5450835"/>
              <a:gd name="connsiteX13303" fmla="*/ 524166 w 10450132"/>
              <a:gd name="connsiteY13303" fmla="*/ 217601 h 5450835"/>
              <a:gd name="connsiteX13304" fmla="*/ 528698 w 10450132"/>
              <a:gd name="connsiteY13304" fmla="*/ 225482 h 5450835"/>
              <a:gd name="connsiteX13305" fmla="*/ 528698 w 10450132"/>
              <a:gd name="connsiteY13305" fmla="*/ 226336 h 5450835"/>
              <a:gd name="connsiteX13306" fmla="*/ 524166 w 10450132"/>
              <a:gd name="connsiteY13306" fmla="*/ 234219 h 5450835"/>
              <a:gd name="connsiteX13307" fmla="*/ 523378 w 10450132"/>
              <a:gd name="connsiteY13307" fmla="*/ 234678 h 5450835"/>
              <a:gd name="connsiteX13308" fmla="*/ 514315 w 10450132"/>
              <a:gd name="connsiteY13308" fmla="*/ 234678 h 5450835"/>
              <a:gd name="connsiteX13309" fmla="*/ 514286 w 10450132"/>
              <a:gd name="connsiteY13309" fmla="*/ 234662 h 5450835"/>
              <a:gd name="connsiteX13310" fmla="*/ 514282 w 10450132"/>
              <a:gd name="connsiteY13310" fmla="*/ 234662 h 5450835"/>
              <a:gd name="connsiteX13311" fmla="*/ 513493 w 10450132"/>
              <a:gd name="connsiteY13311" fmla="*/ 234202 h 5450835"/>
              <a:gd name="connsiteX13312" fmla="*/ 508961 w 10450132"/>
              <a:gd name="connsiteY13312" fmla="*/ 226320 h 5450835"/>
              <a:gd name="connsiteX13313" fmla="*/ 508961 w 10450132"/>
              <a:gd name="connsiteY13313" fmla="*/ 225466 h 5450835"/>
              <a:gd name="connsiteX13314" fmla="*/ 513493 w 10450132"/>
              <a:gd name="connsiteY13314" fmla="*/ 217585 h 5450835"/>
              <a:gd name="connsiteX13315" fmla="*/ 514282 w 10450132"/>
              <a:gd name="connsiteY13315" fmla="*/ 217125 h 5450835"/>
              <a:gd name="connsiteX13316" fmla="*/ 7382923 w 10450132"/>
              <a:gd name="connsiteY13316" fmla="*/ 217123 h 5450835"/>
              <a:gd name="connsiteX13317" fmla="*/ 7391987 w 10450132"/>
              <a:gd name="connsiteY13317" fmla="*/ 217123 h 5450835"/>
              <a:gd name="connsiteX13318" fmla="*/ 7392775 w 10450132"/>
              <a:gd name="connsiteY13318" fmla="*/ 217583 h 5450835"/>
              <a:gd name="connsiteX13319" fmla="*/ 7397307 w 10450132"/>
              <a:gd name="connsiteY13319" fmla="*/ 225464 h 5450835"/>
              <a:gd name="connsiteX13320" fmla="*/ 7397307 w 10450132"/>
              <a:gd name="connsiteY13320" fmla="*/ 226318 h 5450835"/>
              <a:gd name="connsiteX13321" fmla="*/ 7392775 w 10450132"/>
              <a:gd name="connsiteY13321" fmla="*/ 234201 h 5450835"/>
              <a:gd name="connsiteX13322" fmla="*/ 7391987 w 10450132"/>
              <a:gd name="connsiteY13322" fmla="*/ 234660 h 5450835"/>
              <a:gd name="connsiteX13323" fmla="*/ 7382923 w 10450132"/>
              <a:gd name="connsiteY13323" fmla="*/ 234660 h 5450835"/>
              <a:gd name="connsiteX13324" fmla="*/ 7382135 w 10450132"/>
              <a:gd name="connsiteY13324" fmla="*/ 234201 h 5450835"/>
              <a:gd name="connsiteX13325" fmla="*/ 7377602 w 10450132"/>
              <a:gd name="connsiteY13325" fmla="*/ 226318 h 5450835"/>
              <a:gd name="connsiteX13326" fmla="*/ 7377602 w 10450132"/>
              <a:gd name="connsiteY13326" fmla="*/ 225464 h 5450835"/>
              <a:gd name="connsiteX13327" fmla="*/ 7382135 w 10450132"/>
              <a:gd name="connsiteY13327" fmla="*/ 217583 h 5450835"/>
              <a:gd name="connsiteX13328" fmla="*/ 7382923 w 10450132"/>
              <a:gd name="connsiteY13328" fmla="*/ 217123 h 5450835"/>
              <a:gd name="connsiteX13329" fmla="*/ 6619714 w 10450132"/>
              <a:gd name="connsiteY13329" fmla="*/ 217123 h 5450835"/>
              <a:gd name="connsiteX13330" fmla="*/ 6628778 w 10450132"/>
              <a:gd name="connsiteY13330" fmla="*/ 217123 h 5450835"/>
              <a:gd name="connsiteX13331" fmla="*/ 6629566 w 10450132"/>
              <a:gd name="connsiteY13331" fmla="*/ 217582 h 5450835"/>
              <a:gd name="connsiteX13332" fmla="*/ 6634099 w 10450132"/>
              <a:gd name="connsiteY13332" fmla="*/ 225464 h 5450835"/>
              <a:gd name="connsiteX13333" fmla="*/ 6634099 w 10450132"/>
              <a:gd name="connsiteY13333" fmla="*/ 226318 h 5450835"/>
              <a:gd name="connsiteX13334" fmla="*/ 6629566 w 10450132"/>
              <a:gd name="connsiteY13334" fmla="*/ 234200 h 5450835"/>
              <a:gd name="connsiteX13335" fmla="*/ 6628778 w 10450132"/>
              <a:gd name="connsiteY13335" fmla="*/ 234660 h 5450835"/>
              <a:gd name="connsiteX13336" fmla="*/ 6619714 w 10450132"/>
              <a:gd name="connsiteY13336" fmla="*/ 234660 h 5450835"/>
              <a:gd name="connsiteX13337" fmla="*/ 6618926 w 10450132"/>
              <a:gd name="connsiteY13337" fmla="*/ 234200 h 5450835"/>
              <a:gd name="connsiteX13338" fmla="*/ 6614394 w 10450132"/>
              <a:gd name="connsiteY13338" fmla="*/ 226318 h 5450835"/>
              <a:gd name="connsiteX13339" fmla="*/ 6614394 w 10450132"/>
              <a:gd name="connsiteY13339" fmla="*/ 225464 h 5450835"/>
              <a:gd name="connsiteX13340" fmla="*/ 6618926 w 10450132"/>
              <a:gd name="connsiteY13340" fmla="*/ 217582 h 5450835"/>
              <a:gd name="connsiteX13341" fmla="*/ 6619714 w 10450132"/>
              <a:gd name="connsiteY13341" fmla="*/ 217123 h 5450835"/>
              <a:gd name="connsiteX13342" fmla="*/ 3058295 w 10450132"/>
              <a:gd name="connsiteY13342" fmla="*/ 217123 h 5450835"/>
              <a:gd name="connsiteX13343" fmla="*/ 3067360 w 10450132"/>
              <a:gd name="connsiteY13343" fmla="*/ 217123 h 5450835"/>
              <a:gd name="connsiteX13344" fmla="*/ 3068148 w 10450132"/>
              <a:gd name="connsiteY13344" fmla="*/ 217582 h 5450835"/>
              <a:gd name="connsiteX13345" fmla="*/ 3072680 w 10450132"/>
              <a:gd name="connsiteY13345" fmla="*/ 225464 h 5450835"/>
              <a:gd name="connsiteX13346" fmla="*/ 3072680 w 10450132"/>
              <a:gd name="connsiteY13346" fmla="*/ 226318 h 5450835"/>
              <a:gd name="connsiteX13347" fmla="*/ 3068148 w 10450132"/>
              <a:gd name="connsiteY13347" fmla="*/ 234200 h 5450835"/>
              <a:gd name="connsiteX13348" fmla="*/ 3067360 w 10450132"/>
              <a:gd name="connsiteY13348" fmla="*/ 234660 h 5450835"/>
              <a:gd name="connsiteX13349" fmla="*/ 3058295 w 10450132"/>
              <a:gd name="connsiteY13349" fmla="*/ 234660 h 5450835"/>
              <a:gd name="connsiteX13350" fmla="*/ 3057507 w 10450132"/>
              <a:gd name="connsiteY13350" fmla="*/ 234200 h 5450835"/>
              <a:gd name="connsiteX13351" fmla="*/ 3052974 w 10450132"/>
              <a:gd name="connsiteY13351" fmla="*/ 226318 h 5450835"/>
              <a:gd name="connsiteX13352" fmla="*/ 3052974 w 10450132"/>
              <a:gd name="connsiteY13352" fmla="*/ 225464 h 5450835"/>
              <a:gd name="connsiteX13353" fmla="*/ 3057507 w 10450132"/>
              <a:gd name="connsiteY13353" fmla="*/ 217582 h 5450835"/>
              <a:gd name="connsiteX13354" fmla="*/ 3058295 w 10450132"/>
              <a:gd name="connsiteY13354" fmla="*/ 217123 h 5450835"/>
              <a:gd name="connsiteX13355" fmla="*/ 9672481 w 10450132"/>
              <a:gd name="connsiteY13355" fmla="*/ 217117 h 5450835"/>
              <a:gd name="connsiteX13356" fmla="*/ 9681545 w 10450132"/>
              <a:gd name="connsiteY13356" fmla="*/ 217117 h 5450835"/>
              <a:gd name="connsiteX13357" fmla="*/ 9682333 w 10450132"/>
              <a:gd name="connsiteY13357" fmla="*/ 217578 h 5450835"/>
              <a:gd name="connsiteX13358" fmla="*/ 9686865 w 10450132"/>
              <a:gd name="connsiteY13358" fmla="*/ 225459 h 5450835"/>
              <a:gd name="connsiteX13359" fmla="*/ 9686865 w 10450132"/>
              <a:gd name="connsiteY13359" fmla="*/ 226312 h 5450835"/>
              <a:gd name="connsiteX13360" fmla="*/ 9682333 w 10450132"/>
              <a:gd name="connsiteY13360" fmla="*/ 234195 h 5450835"/>
              <a:gd name="connsiteX13361" fmla="*/ 9681545 w 10450132"/>
              <a:gd name="connsiteY13361" fmla="*/ 234654 h 5450835"/>
              <a:gd name="connsiteX13362" fmla="*/ 9681518 w 10450132"/>
              <a:gd name="connsiteY13362" fmla="*/ 234654 h 5450835"/>
              <a:gd name="connsiteX13363" fmla="*/ 9681479 w 10450132"/>
              <a:gd name="connsiteY13363" fmla="*/ 234677 h 5450835"/>
              <a:gd name="connsiteX13364" fmla="*/ 9672416 w 10450132"/>
              <a:gd name="connsiteY13364" fmla="*/ 234677 h 5450835"/>
              <a:gd name="connsiteX13365" fmla="*/ 9671627 w 10450132"/>
              <a:gd name="connsiteY13365" fmla="*/ 234218 h 5450835"/>
              <a:gd name="connsiteX13366" fmla="*/ 9667095 w 10450132"/>
              <a:gd name="connsiteY13366" fmla="*/ 226335 h 5450835"/>
              <a:gd name="connsiteX13367" fmla="*/ 9667095 w 10450132"/>
              <a:gd name="connsiteY13367" fmla="*/ 225481 h 5450835"/>
              <a:gd name="connsiteX13368" fmla="*/ 9671627 w 10450132"/>
              <a:gd name="connsiteY13368" fmla="*/ 217601 h 5450835"/>
              <a:gd name="connsiteX13369" fmla="*/ 9672416 w 10450132"/>
              <a:gd name="connsiteY13369" fmla="*/ 217140 h 5450835"/>
              <a:gd name="connsiteX13370" fmla="*/ 9672442 w 10450132"/>
              <a:gd name="connsiteY13370" fmla="*/ 217140 h 5450835"/>
              <a:gd name="connsiteX13371" fmla="*/ 1023079 w 10450132"/>
              <a:gd name="connsiteY13371" fmla="*/ 217111 h 5450835"/>
              <a:gd name="connsiteX13372" fmla="*/ 1032144 w 10450132"/>
              <a:gd name="connsiteY13372" fmla="*/ 217111 h 5450835"/>
              <a:gd name="connsiteX13373" fmla="*/ 1032275 w 10450132"/>
              <a:gd name="connsiteY13373" fmla="*/ 217187 h 5450835"/>
              <a:gd name="connsiteX13374" fmla="*/ 1032291 w 10450132"/>
              <a:gd name="connsiteY13374" fmla="*/ 217187 h 5450835"/>
              <a:gd name="connsiteX13375" fmla="*/ 1033081 w 10450132"/>
              <a:gd name="connsiteY13375" fmla="*/ 217647 h 5450835"/>
              <a:gd name="connsiteX13376" fmla="*/ 1037612 w 10450132"/>
              <a:gd name="connsiteY13376" fmla="*/ 225527 h 5450835"/>
              <a:gd name="connsiteX13377" fmla="*/ 1037612 w 10450132"/>
              <a:gd name="connsiteY13377" fmla="*/ 226381 h 5450835"/>
              <a:gd name="connsiteX13378" fmla="*/ 1033081 w 10450132"/>
              <a:gd name="connsiteY13378" fmla="*/ 234265 h 5450835"/>
              <a:gd name="connsiteX13379" fmla="*/ 1032291 w 10450132"/>
              <a:gd name="connsiteY13379" fmla="*/ 234723 h 5450835"/>
              <a:gd name="connsiteX13380" fmla="*/ 1023227 w 10450132"/>
              <a:gd name="connsiteY13380" fmla="*/ 234723 h 5450835"/>
              <a:gd name="connsiteX13381" fmla="*/ 1023097 w 10450132"/>
              <a:gd name="connsiteY13381" fmla="*/ 234647 h 5450835"/>
              <a:gd name="connsiteX13382" fmla="*/ 1023079 w 10450132"/>
              <a:gd name="connsiteY13382" fmla="*/ 234647 h 5450835"/>
              <a:gd name="connsiteX13383" fmla="*/ 1022292 w 10450132"/>
              <a:gd name="connsiteY13383" fmla="*/ 234187 h 5450835"/>
              <a:gd name="connsiteX13384" fmla="*/ 1017759 w 10450132"/>
              <a:gd name="connsiteY13384" fmla="*/ 226304 h 5450835"/>
              <a:gd name="connsiteX13385" fmla="*/ 1017759 w 10450132"/>
              <a:gd name="connsiteY13385" fmla="*/ 225451 h 5450835"/>
              <a:gd name="connsiteX13386" fmla="*/ 1022292 w 10450132"/>
              <a:gd name="connsiteY13386" fmla="*/ 217570 h 5450835"/>
              <a:gd name="connsiteX13387" fmla="*/ 1023079 w 10450132"/>
              <a:gd name="connsiteY13387" fmla="*/ 217111 h 5450835"/>
              <a:gd name="connsiteX13388" fmla="*/ 5602126 w 10450132"/>
              <a:gd name="connsiteY13388" fmla="*/ 217110 h 5450835"/>
              <a:gd name="connsiteX13389" fmla="*/ 5611191 w 10450132"/>
              <a:gd name="connsiteY13389" fmla="*/ 217110 h 5450835"/>
              <a:gd name="connsiteX13390" fmla="*/ 5611979 w 10450132"/>
              <a:gd name="connsiteY13390" fmla="*/ 217569 h 5450835"/>
              <a:gd name="connsiteX13391" fmla="*/ 5616511 w 10450132"/>
              <a:gd name="connsiteY13391" fmla="*/ 225451 h 5450835"/>
              <a:gd name="connsiteX13392" fmla="*/ 5616511 w 10450132"/>
              <a:gd name="connsiteY13392" fmla="*/ 226304 h 5450835"/>
              <a:gd name="connsiteX13393" fmla="*/ 5611979 w 10450132"/>
              <a:gd name="connsiteY13393" fmla="*/ 234187 h 5450835"/>
              <a:gd name="connsiteX13394" fmla="*/ 5611191 w 10450132"/>
              <a:gd name="connsiteY13394" fmla="*/ 234647 h 5450835"/>
              <a:gd name="connsiteX13395" fmla="*/ 5602126 w 10450132"/>
              <a:gd name="connsiteY13395" fmla="*/ 234647 h 5450835"/>
              <a:gd name="connsiteX13396" fmla="*/ 5601338 w 10450132"/>
              <a:gd name="connsiteY13396" fmla="*/ 234187 h 5450835"/>
              <a:gd name="connsiteX13397" fmla="*/ 5596807 w 10450132"/>
              <a:gd name="connsiteY13397" fmla="*/ 226304 h 5450835"/>
              <a:gd name="connsiteX13398" fmla="*/ 5596807 w 10450132"/>
              <a:gd name="connsiteY13398" fmla="*/ 225451 h 5450835"/>
              <a:gd name="connsiteX13399" fmla="*/ 5601338 w 10450132"/>
              <a:gd name="connsiteY13399" fmla="*/ 217569 h 5450835"/>
              <a:gd name="connsiteX13400" fmla="*/ 5602126 w 10450132"/>
              <a:gd name="connsiteY13400" fmla="*/ 217110 h 5450835"/>
              <a:gd name="connsiteX13401" fmla="*/ 8146065 w 10450132"/>
              <a:gd name="connsiteY13401" fmla="*/ 217102 h 5450835"/>
              <a:gd name="connsiteX13402" fmla="*/ 8155129 w 10450132"/>
              <a:gd name="connsiteY13402" fmla="*/ 217102 h 5450835"/>
              <a:gd name="connsiteX13403" fmla="*/ 8155917 w 10450132"/>
              <a:gd name="connsiteY13403" fmla="*/ 217562 h 5450835"/>
              <a:gd name="connsiteX13404" fmla="*/ 8160449 w 10450132"/>
              <a:gd name="connsiteY13404" fmla="*/ 225443 h 5450835"/>
              <a:gd name="connsiteX13405" fmla="*/ 8160449 w 10450132"/>
              <a:gd name="connsiteY13405" fmla="*/ 226297 h 5450835"/>
              <a:gd name="connsiteX13406" fmla="*/ 8155917 w 10450132"/>
              <a:gd name="connsiteY13406" fmla="*/ 234179 h 5450835"/>
              <a:gd name="connsiteX13407" fmla="*/ 8155129 w 10450132"/>
              <a:gd name="connsiteY13407" fmla="*/ 234639 h 5450835"/>
              <a:gd name="connsiteX13408" fmla="*/ 8146065 w 10450132"/>
              <a:gd name="connsiteY13408" fmla="*/ 234639 h 5450835"/>
              <a:gd name="connsiteX13409" fmla="*/ 8145277 w 10450132"/>
              <a:gd name="connsiteY13409" fmla="*/ 234179 h 5450835"/>
              <a:gd name="connsiteX13410" fmla="*/ 8140745 w 10450132"/>
              <a:gd name="connsiteY13410" fmla="*/ 226297 h 5450835"/>
              <a:gd name="connsiteX13411" fmla="*/ 8140745 w 10450132"/>
              <a:gd name="connsiteY13411" fmla="*/ 225443 h 5450835"/>
              <a:gd name="connsiteX13412" fmla="*/ 8145277 w 10450132"/>
              <a:gd name="connsiteY13412" fmla="*/ 217562 h 5450835"/>
              <a:gd name="connsiteX13413" fmla="*/ 8146065 w 10450132"/>
              <a:gd name="connsiteY13413" fmla="*/ 217102 h 5450835"/>
              <a:gd name="connsiteX13414" fmla="*/ 7128477 w 10450132"/>
              <a:gd name="connsiteY13414" fmla="*/ 217099 h 5450835"/>
              <a:gd name="connsiteX13415" fmla="*/ 7137540 w 10450132"/>
              <a:gd name="connsiteY13415" fmla="*/ 217099 h 5450835"/>
              <a:gd name="connsiteX13416" fmla="*/ 7138328 w 10450132"/>
              <a:gd name="connsiteY13416" fmla="*/ 217558 h 5450835"/>
              <a:gd name="connsiteX13417" fmla="*/ 7142860 w 10450132"/>
              <a:gd name="connsiteY13417" fmla="*/ 225440 h 5450835"/>
              <a:gd name="connsiteX13418" fmla="*/ 7142860 w 10450132"/>
              <a:gd name="connsiteY13418" fmla="*/ 226293 h 5450835"/>
              <a:gd name="connsiteX13419" fmla="*/ 7138328 w 10450132"/>
              <a:gd name="connsiteY13419" fmla="*/ 234176 h 5450835"/>
              <a:gd name="connsiteX13420" fmla="*/ 7137540 w 10450132"/>
              <a:gd name="connsiteY13420" fmla="*/ 234636 h 5450835"/>
              <a:gd name="connsiteX13421" fmla="*/ 7128477 w 10450132"/>
              <a:gd name="connsiteY13421" fmla="*/ 234636 h 5450835"/>
              <a:gd name="connsiteX13422" fmla="*/ 7127689 w 10450132"/>
              <a:gd name="connsiteY13422" fmla="*/ 234176 h 5450835"/>
              <a:gd name="connsiteX13423" fmla="*/ 7123156 w 10450132"/>
              <a:gd name="connsiteY13423" fmla="*/ 226293 h 5450835"/>
              <a:gd name="connsiteX13424" fmla="*/ 7123156 w 10450132"/>
              <a:gd name="connsiteY13424" fmla="*/ 225440 h 5450835"/>
              <a:gd name="connsiteX13425" fmla="*/ 7127689 w 10450132"/>
              <a:gd name="connsiteY13425" fmla="*/ 217558 h 5450835"/>
              <a:gd name="connsiteX13426" fmla="*/ 7128477 w 10450132"/>
              <a:gd name="connsiteY13426" fmla="*/ 217099 h 5450835"/>
              <a:gd name="connsiteX13427" fmla="*/ 9418035 w 10450132"/>
              <a:gd name="connsiteY13427" fmla="*/ 217095 h 5450835"/>
              <a:gd name="connsiteX13428" fmla="*/ 9427099 w 10450132"/>
              <a:gd name="connsiteY13428" fmla="*/ 217095 h 5450835"/>
              <a:gd name="connsiteX13429" fmla="*/ 9427887 w 10450132"/>
              <a:gd name="connsiteY13429" fmla="*/ 217555 h 5450835"/>
              <a:gd name="connsiteX13430" fmla="*/ 9432419 w 10450132"/>
              <a:gd name="connsiteY13430" fmla="*/ 225436 h 5450835"/>
              <a:gd name="connsiteX13431" fmla="*/ 9432419 w 10450132"/>
              <a:gd name="connsiteY13431" fmla="*/ 226290 h 5450835"/>
              <a:gd name="connsiteX13432" fmla="*/ 9427887 w 10450132"/>
              <a:gd name="connsiteY13432" fmla="*/ 234173 h 5450835"/>
              <a:gd name="connsiteX13433" fmla="*/ 9427099 w 10450132"/>
              <a:gd name="connsiteY13433" fmla="*/ 234632 h 5450835"/>
              <a:gd name="connsiteX13434" fmla="*/ 9418035 w 10450132"/>
              <a:gd name="connsiteY13434" fmla="*/ 234632 h 5450835"/>
              <a:gd name="connsiteX13435" fmla="*/ 9417247 w 10450132"/>
              <a:gd name="connsiteY13435" fmla="*/ 234173 h 5450835"/>
              <a:gd name="connsiteX13436" fmla="*/ 9412714 w 10450132"/>
              <a:gd name="connsiteY13436" fmla="*/ 226290 h 5450835"/>
              <a:gd name="connsiteX13437" fmla="*/ 9412714 w 10450132"/>
              <a:gd name="connsiteY13437" fmla="*/ 225436 h 5450835"/>
              <a:gd name="connsiteX13438" fmla="*/ 9417247 w 10450132"/>
              <a:gd name="connsiteY13438" fmla="*/ 217555 h 5450835"/>
              <a:gd name="connsiteX13439" fmla="*/ 9418035 w 10450132"/>
              <a:gd name="connsiteY13439" fmla="*/ 217095 h 5450835"/>
              <a:gd name="connsiteX13440" fmla="*/ 1786188 w 10450132"/>
              <a:gd name="connsiteY13440" fmla="*/ 217094 h 5450835"/>
              <a:gd name="connsiteX13441" fmla="*/ 1795253 w 10450132"/>
              <a:gd name="connsiteY13441" fmla="*/ 217094 h 5450835"/>
              <a:gd name="connsiteX13442" fmla="*/ 1795398 w 10450132"/>
              <a:gd name="connsiteY13442" fmla="*/ 217178 h 5450835"/>
              <a:gd name="connsiteX13443" fmla="*/ 1795540 w 10450132"/>
              <a:gd name="connsiteY13443" fmla="*/ 217178 h 5450835"/>
              <a:gd name="connsiteX13444" fmla="*/ 1796329 w 10450132"/>
              <a:gd name="connsiteY13444" fmla="*/ 217637 h 5450835"/>
              <a:gd name="connsiteX13445" fmla="*/ 1800861 w 10450132"/>
              <a:gd name="connsiteY13445" fmla="*/ 225519 h 5450835"/>
              <a:gd name="connsiteX13446" fmla="*/ 1800861 w 10450132"/>
              <a:gd name="connsiteY13446" fmla="*/ 226372 h 5450835"/>
              <a:gd name="connsiteX13447" fmla="*/ 1796329 w 10450132"/>
              <a:gd name="connsiteY13447" fmla="*/ 234256 h 5450835"/>
              <a:gd name="connsiteX13448" fmla="*/ 1795540 w 10450132"/>
              <a:gd name="connsiteY13448" fmla="*/ 234716 h 5450835"/>
              <a:gd name="connsiteX13449" fmla="*/ 1786477 w 10450132"/>
              <a:gd name="connsiteY13449" fmla="*/ 234716 h 5450835"/>
              <a:gd name="connsiteX13450" fmla="*/ 1786333 w 10450132"/>
              <a:gd name="connsiteY13450" fmla="*/ 234631 h 5450835"/>
              <a:gd name="connsiteX13451" fmla="*/ 1786188 w 10450132"/>
              <a:gd name="connsiteY13451" fmla="*/ 234631 h 5450835"/>
              <a:gd name="connsiteX13452" fmla="*/ 1785400 w 10450132"/>
              <a:gd name="connsiteY13452" fmla="*/ 234171 h 5450835"/>
              <a:gd name="connsiteX13453" fmla="*/ 1780868 w 10450132"/>
              <a:gd name="connsiteY13453" fmla="*/ 226288 h 5450835"/>
              <a:gd name="connsiteX13454" fmla="*/ 1780868 w 10450132"/>
              <a:gd name="connsiteY13454" fmla="*/ 225435 h 5450835"/>
              <a:gd name="connsiteX13455" fmla="*/ 1785400 w 10450132"/>
              <a:gd name="connsiteY13455" fmla="*/ 217553 h 5450835"/>
              <a:gd name="connsiteX13456" fmla="*/ 1786188 w 10450132"/>
              <a:gd name="connsiteY13456" fmla="*/ 217094 h 5450835"/>
              <a:gd name="connsiteX13457" fmla="*/ 4584538 w 10450132"/>
              <a:gd name="connsiteY13457" fmla="*/ 217084 h 5450835"/>
              <a:gd name="connsiteX13458" fmla="*/ 4593603 w 10450132"/>
              <a:gd name="connsiteY13458" fmla="*/ 217084 h 5450835"/>
              <a:gd name="connsiteX13459" fmla="*/ 4594390 w 10450132"/>
              <a:gd name="connsiteY13459" fmla="*/ 217544 h 5450835"/>
              <a:gd name="connsiteX13460" fmla="*/ 4598922 w 10450132"/>
              <a:gd name="connsiteY13460" fmla="*/ 225425 h 5450835"/>
              <a:gd name="connsiteX13461" fmla="*/ 4598922 w 10450132"/>
              <a:gd name="connsiteY13461" fmla="*/ 226279 h 5450835"/>
              <a:gd name="connsiteX13462" fmla="*/ 4594390 w 10450132"/>
              <a:gd name="connsiteY13462" fmla="*/ 234162 h 5450835"/>
              <a:gd name="connsiteX13463" fmla="*/ 4593603 w 10450132"/>
              <a:gd name="connsiteY13463" fmla="*/ 234622 h 5450835"/>
              <a:gd name="connsiteX13464" fmla="*/ 4584538 w 10450132"/>
              <a:gd name="connsiteY13464" fmla="*/ 234622 h 5450835"/>
              <a:gd name="connsiteX13465" fmla="*/ 4583749 w 10450132"/>
              <a:gd name="connsiteY13465" fmla="*/ 234162 h 5450835"/>
              <a:gd name="connsiteX13466" fmla="*/ 4579218 w 10450132"/>
              <a:gd name="connsiteY13466" fmla="*/ 226279 h 5450835"/>
              <a:gd name="connsiteX13467" fmla="*/ 4579218 w 10450132"/>
              <a:gd name="connsiteY13467" fmla="*/ 225425 h 5450835"/>
              <a:gd name="connsiteX13468" fmla="*/ 4583749 w 10450132"/>
              <a:gd name="connsiteY13468" fmla="*/ 217544 h 5450835"/>
              <a:gd name="connsiteX13469" fmla="*/ 4584538 w 10450132"/>
              <a:gd name="connsiteY13469" fmla="*/ 217084 h 5450835"/>
              <a:gd name="connsiteX13470" fmla="*/ 10181242 w 10450132"/>
              <a:gd name="connsiteY13470" fmla="*/ 217081 h 5450835"/>
              <a:gd name="connsiteX13471" fmla="*/ 10190305 w 10450132"/>
              <a:gd name="connsiteY13471" fmla="*/ 217081 h 5450835"/>
              <a:gd name="connsiteX13472" fmla="*/ 10191093 w 10450132"/>
              <a:gd name="connsiteY13472" fmla="*/ 217541 h 5450835"/>
              <a:gd name="connsiteX13473" fmla="*/ 10195626 w 10450132"/>
              <a:gd name="connsiteY13473" fmla="*/ 225422 h 5450835"/>
              <a:gd name="connsiteX13474" fmla="*/ 10195626 w 10450132"/>
              <a:gd name="connsiteY13474" fmla="*/ 225502 h 5450835"/>
              <a:gd name="connsiteX13475" fmla="*/ 10195626 w 10450132"/>
              <a:gd name="connsiteY13475" fmla="*/ 226276 h 5450835"/>
              <a:gd name="connsiteX13476" fmla="*/ 10195626 w 10450132"/>
              <a:gd name="connsiteY13476" fmla="*/ 226356 h 5450835"/>
              <a:gd name="connsiteX13477" fmla="*/ 10191093 w 10450132"/>
              <a:gd name="connsiteY13477" fmla="*/ 234238 h 5450835"/>
              <a:gd name="connsiteX13478" fmla="*/ 10190305 w 10450132"/>
              <a:gd name="connsiteY13478" fmla="*/ 234698 h 5450835"/>
              <a:gd name="connsiteX13479" fmla="*/ 10181242 w 10450132"/>
              <a:gd name="connsiteY13479" fmla="*/ 234698 h 5450835"/>
              <a:gd name="connsiteX13480" fmla="*/ 10180453 w 10450132"/>
              <a:gd name="connsiteY13480" fmla="*/ 234238 h 5450835"/>
              <a:gd name="connsiteX13481" fmla="*/ 10175922 w 10450132"/>
              <a:gd name="connsiteY13481" fmla="*/ 226356 h 5450835"/>
              <a:gd name="connsiteX13482" fmla="*/ 10175922 w 10450132"/>
              <a:gd name="connsiteY13482" fmla="*/ 226276 h 5450835"/>
              <a:gd name="connsiteX13483" fmla="*/ 10175922 w 10450132"/>
              <a:gd name="connsiteY13483" fmla="*/ 225502 h 5450835"/>
              <a:gd name="connsiteX13484" fmla="*/ 10175922 w 10450132"/>
              <a:gd name="connsiteY13484" fmla="*/ 225422 h 5450835"/>
              <a:gd name="connsiteX13485" fmla="*/ 10180453 w 10450132"/>
              <a:gd name="connsiteY13485" fmla="*/ 217541 h 5450835"/>
              <a:gd name="connsiteX13486" fmla="*/ 10181242 w 10450132"/>
              <a:gd name="connsiteY13486" fmla="*/ 217081 h 5450835"/>
              <a:gd name="connsiteX13487" fmla="*/ 1531845 w 10450132"/>
              <a:gd name="connsiteY13487" fmla="*/ 217078 h 5450835"/>
              <a:gd name="connsiteX13488" fmla="*/ 1540908 w 10450132"/>
              <a:gd name="connsiteY13488" fmla="*/ 217078 h 5450835"/>
              <a:gd name="connsiteX13489" fmla="*/ 1541698 w 10450132"/>
              <a:gd name="connsiteY13489" fmla="*/ 217537 h 5450835"/>
              <a:gd name="connsiteX13490" fmla="*/ 1546228 w 10450132"/>
              <a:gd name="connsiteY13490" fmla="*/ 225419 h 5450835"/>
              <a:gd name="connsiteX13491" fmla="*/ 1546228 w 10450132"/>
              <a:gd name="connsiteY13491" fmla="*/ 226273 h 5450835"/>
              <a:gd name="connsiteX13492" fmla="*/ 1541698 w 10450132"/>
              <a:gd name="connsiteY13492" fmla="*/ 234155 h 5450835"/>
              <a:gd name="connsiteX13493" fmla="*/ 1540908 w 10450132"/>
              <a:gd name="connsiteY13493" fmla="*/ 234615 h 5450835"/>
              <a:gd name="connsiteX13494" fmla="*/ 1540866 w 10450132"/>
              <a:gd name="connsiteY13494" fmla="*/ 234615 h 5450835"/>
              <a:gd name="connsiteX13495" fmla="*/ 1540856 w 10450132"/>
              <a:gd name="connsiteY13495" fmla="*/ 234622 h 5450835"/>
              <a:gd name="connsiteX13496" fmla="*/ 1531792 w 10450132"/>
              <a:gd name="connsiteY13496" fmla="*/ 234622 h 5450835"/>
              <a:gd name="connsiteX13497" fmla="*/ 1531003 w 10450132"/>
              <a:gd name="connsiteY13497" fmla="*/ 234162 h 5450835"/>
              <a:gd name="connsiteX13498" fmla="*/ 1526470 w 10450132"/>
              <a:gd name="connsiteY13498" fmla="*/ 226279 h 5450835"/>
              <a:gd name="connsiteX13499" fmla="*/ 1526470 w 10450132"/>
              <a:gd name="connsiteY13499" fmla="*/ 225425 h 5450835"/>
              <a:gd name="connsiteX13500" fmla="*/ 1531003 w 10450132"/>
              <a:gd name="connsiteY13500" fmla="*/ 217544 h 5450835"/>
              <a:gd name="connsiteX13501" fmla="*/ 1531792 w 10450132"/>
              <a:gd name="connsiteY13501" fmla="*/ 217084 h 5450835"/>
              <a:gd name="connsiteX13502" fmla="*/ 1531834 w 10450132"/>
              <a:gd name="connsiteY13502" fmla="*/ 217084 h 5450835"/>
              <a:gd name="connsiteX13503" fmla="*/ 2803744 w 10450132"/>
              <a:gd name="connsiteY13503" fmla="*/ 217076 h 5450835"/>
              <a:gd name="connsiteX13504" fmla="*/ 2812808 w 10450132"/>
              <a:gd name="connsiteY13504" fmla="*/ 217076 h 5450835"/>
              <a:gd name="connsiteX13505" fmla="*/ 2813596 w 10450132"/>
              <a:gd name="connsiteY13505" fmla="*/ 217535 h 5450835"/>
              <a:gd name="connsiteX13506" fmla="*/ 2818127 w 10450132"/>
              <a:gd name="connsiteY13506" fmla="*/ 225417 h 5450835"/>
              <a:gd name="connsiteX13507" fmla="*/ 2818127 w 10450132"/>
              <a:gd name="connsiteY13507" fmla="*/ 226271 h 5450835"/>
              <a:gd name="connsiteX13508" fmla="*/ 2813596 w 10450132"/>
              <a:gd name="connsiteY13508" fmla="*/ 234153 h 5450835"/>
              <a:gd name="connsiteX13509" fmla="*/ 2812808 w 10450132"/>
              <a:gd name="connsiteY13509" fmla="*/ 234613 h 5450835"/>
              <a:gd name="connsiteX13510" fmla="*/ 2803744 w 10450132"/>
              <a:gd name="connsiteY13510" fmla="*/ 234613 h 5450835"/>
              <a:gd name="connsiteX13511" fmla="*/ 2802955 w 10450132"/>
              <a:gd name="connsiteY13511" fmla="*/ 234153 h 5450835"/>
              <a:gd name="connsiteX13512" fmla="*/ 2798423 w 10450132"/>
              <a:gd name="connsiteY13512" fmla="*/ 226271 h 5450835"/>
              <a:gd name="connsiteX13513" fmla="*/ 2798423 w 10450132"/>
              <a:gd name="connsiteY13513" fmla="*/ 225417 h 5450835"/>
              <a:gd name="connsiteX13514" fmla="*/ 2802955 w 10450132"/>
              <a:gd name="connsiteY13514" fmla="*/ 217535 h 5450835"/>
              <a:gd name="connsiteX13515" fmla="*/ 2803744 w 10450132"/>
              <a:gd name="connsiteY13515" fmla="*/ 217076 h 5450835"/>
              <a:gd name="connsiteX13516" fmla="*/ 10435623 w 10450132"/>
              <a:gd name="connsiteY13516" fmla="*/ 217074 h 5450835"/>
              <a:gd name="connsiteX13517" fmla="*/ 10435689 w 10450132"/>
              <a:gd name="connsiteY13517" fmla="*/ 217074 h 5450835"/>
              <a:gd name="connsiteX13518" fmla="*/ 10444687 w 10450132"/>
              <a:gd name="connsiteY13518" fmla="*/ 217074 h 5450835"/>
              <a:gd name="connsiteX13519" fmla="*/ 10444753 w 10450132"/>
              <a:gd name="connsiteY13519" fmla="*/ 217074 h 5450835"/>
              <a:gd name="connsiteX13520" fmla="*/ 10445541 w 10450132"/>
              <a:gd name="connsiteY13520" fmla="*/ 217534 h 5450835"/>
              <a:gd name="connsiteX13521" fmla="*/ 10450074 w 10450132"/>
              <a:gd name="connsiteY13521" fmla="*/ 225416 h 5450835"/>
              <a:gd name="connsiteX13522" fmla="*/ 10450074 w 10450132"/>
              <a:gd name="connsiteY13522" fmla="*/ 226269 h 5450835"/>
              <a:gd name="connsiteX13523" fmla="*/ 10445541 w 10450132"/>
              <a:gd name="connsiteY13523" fmla="*/ 234152 h 5450835"/>
              <a:gd name="connsiteX13524" fmla="*/ 10444753 w 10450132"/>
              <a:gd name="connsiteY13524" fmla="*/ 234612 h 5450835"/>
              <a:gd name="connsiteX13525" fmla="*/ 10444687 w 10450132"/>
              <a:gd name="connsiteY13525" fmla="*/ 234612 h 5450835"/>
              <a:gd name="connsiteX13526" fmla="*/ 10435689 w 10450132"/>
              <a:gd name="connsiteY13526" fmla="*/ 234612 h 5450835"/>
              <a:gd name="connsiteX13527" fmla="*/ 10435623 w 10450132"/>
              <a:gd name="connsiteY13527" fmla="*/ 234612 h 5450835"/>
              <a:gd name="connsiteX13528" fmla="*/ 10434835 w 10450132"/>
              <a:gd name="connsiteY13528" fmla="*/ 234152 h 5450835"/>
              <a:gd name="connsiteX13529" fmla="*/ 10430303 w 10450132"/>
              <a:gd name="connsiteY13529" fmla="*/ 226269 h 5450835"/>
              <a:gd name="connsiteX13530" fmla="*/ 10430303 w 10450132"/>
              <a:gd name="connsiteY13530" fmla="*/ 225416 h 5450835"/>
              <a:gd name="connsiteX13531" fmla="*/ 10434835 w 10450132"/>
              <a:gd name="connsiteY13531" fmla="*/ 217534 h 5450835"/>
              <a:gd name="connsiteX13532" fmla="*/ 10435623 w 10450132"/>
              <a:gd name="connsiteY13532" fmla="*/ 217074 h 5450835"/>
              <a:gd name="connsiteX13533" fmla="*/ 4075712 w 10450132"/>
              <a:gd name="connsiteY13533" fmla="*/ 217074 h 5450835"/>
              <a:gd name="connsiteX13534" fmla="*/ 4084775 w 10450132"/>
              <a:gd name="connsiteY13534" fmla="*/ 217074 h 5450835"/>
              <a:gd name="connsiteX13535" fmla="*/ 4085564 w 10450132"/>
              <a:gd name="connsiteY13535" fmla="*/ 217534 h 5450835"/>
              <a:gd name="connsiteX13536" fmla="*/ 4090096 w 10450132"/>
              <a:gd name="connsiteY13536" fmla="*/ 225416 h 5450835"/>
              <a:gd name="connsiteX13537" fmla="*/ 4090096 w 10450132"/>
              <a:gd name="connsiteY13537" fmla="*/ 226269 h 5450835"/>
              <a:gd name="connsiteX13538" fmla="*/ 4085564 w 10450132"/>
              <a:gd name="connsiteY13538" fmla="*/ 234152 h 5450835"/>
              <a:gd name="connsiteX13539" fmla="*/ 4084775 w 10450132"/>
              <a:gd name="connsiteY13539" fmla="*/ 234612 h 5450835"/>
              <a:gd name="connsiteX13540" fmla="*/ 4075712 w 10450132"/>
              <a:gd name="connsiteY13540" fmla="*/ 234612 h 5450835"/>
              <a:gd name="connsiteX13541" fmla="*/ 4074924 w 10450132"/>
              <a:gd name="connsiteY13541" fmla="*/ 234152 h 5450835"/>
              <a:gd name="connsiteX13542" fmla="*/ 4070391 w 10450132"/>
              <a:gd name="connsiteY13542" fmla="*/ 226269 h 5450835"/>
              <a:gd name="connsiteX13543" fmla="*/ 4070391 w 10450132"/>
              <a:gd name="connsiteY13543" fmla="*/ 225416 h 5450835"/>
              <a:gd name="connsiteX13544" fmla="*/ 4074924 w 10450132"/>
              <a:gd name="connsiteY13544" fmla="*/ 217534 h 5450835"/>
              <a:gd name="connsiteX13545" fmla="*/ 4075712 w 10450132"/>
              <a:gd name="connsiteY13545" fmla="*/ 217074 h 5450835"/>
              <a:gd name="connsiteX13546" fmla="*/ 8909274 w 10450132"/>
              <a:gd name="connsiteY13546" fmla="*/ 116 h 5450835"/>
              <a:gd name="connsiteX13547" fmla="*/ 8918336 w 10450132"/>
              <a:gd name="connsiteY13547" fmla="*/ 116 h 5450835"/>
              <a:gd name="connsiteX13548" fmla="*/ 8919125 w 10450132"/>
              <a:gd name="connsiteY13548" fmla="*/ 575 h 5450835"/>
              <a:gd name="connsiteX13549" fmla="*/ 8923657 w 10450132"/>
              <a:gd name="connsiteY13549" fmla="*/ 8456 h 5450835"/>
              <a:gd name="connsiteX13550" fmla="*/ 8923657 w 10450132"/>
              <a:gd name="connsiteY13550" fmla="*/ 9311 h 5450835"/>
              <a:gd name="connsiteX13551" fmla="*/ 8919125 w 10450132"/>
              <a:gd name="connsiteY13551" fmla="*/ 17194 h 5450835"/>
              <a:gd name="connsiteX13552" fmla="*/ 8918336 w 10450132"/>
              <a:gd name="connsiteY13552" fmla="*/ 17652 h 5450835"/>
              <a:gd name="connsiteX13553" fmla="*/ 8909274 w 10450132"/>
              <a:gd name="connsiteY13553" fmla="*/ 17652 h 5450835"/>
              <a:gd name="connsiteX13554" fmla="*/ 8908484 w 10450132"/>
              <a:gd name="connsiteY13554" fmla="*/ 17194 h 5450835"/>
              <a:gd name="connsiteX13555" fmla="*/ 8903953 w 10450132"/>
              <a:gd name="connsiteY13555" fmla="*/ 9311 h 5450835"/>
              <a:gd name="connsiteX13556" fmla="*/ 8903953 w 10450132"/>
              <a:gd name="connsiteY13556" fmla="*/ 8456 h 5450835"/>
              <a:gd name="connsiteX13557" fmla="*/ 8908484 w 10450132"/>
              <a:gd name="connsiteY13557" fmla="*/ 575 h 5450835"/>
              <a:gd name="connsiteX13558" fmla="*/ 8909274 w 10450132"/>
              <a:gd name="connsiteY13558" fmla="*/ 116 h 5450835"/>
              <a:gd name="connsiteX13559" fmla="*/ 5856508 w 10450132"/>
              <a:gd name="connsiteY13559" fmla="*/ 116 h 5450835"/>
              <a:gd name="connsiteX13560" fmla="*/ 5865571 w 10450132"/>
              <a:gd name="connsiteY13560" fmla="*/ 116 h 5450835"/>
              <a:gd name="connsiteX13561" fmla="*/ 5866359 w 10450132"/>
              <a:gd name="connsiteY13561" fmla="*/ 577 h 5450835"/>
              <a:gd name="connsiteX13562" fmla="*/ 5870891 w 10450132"/>
              <a:gd name="connsiteY13562" fmla="*/ 8457 h 5450835"/>
              <a:gd name="connsiteX13563" fmla="*/ 5870891 w 10450132"/>
              <a:gd name="connsiteY13563" fmla="*/ 9311 h 5450835"/>
              <a:gd name="connsiteX13564" fmla="*/ 5866359 w 10450132"/>
              <a:gd name="connsiteY13564" fmla="*/ 17194 h 5450835"/>
              <a:gd name="connsiteX13565" fmla="*/ 5865571 w 10450132"/>
              <a:gd name="connsiteY13565" fmla="*/ 17653 h 5450835"/>
              <a:gd name="connsiteX13566" fmla="*/ 5856508 w 10450132"/>
              <a:gd name="connsiteY13566" fmla="*/ 17653 h 5450835"/>
              <a:gd name="connsiteX13567" fmla="*/ 5855720 w 10450132"/>
              <a:gd name="connsiteY13567" fmla="*/ 17194 h 5450835"/>
              <a:gd name="connsiteX13568" fmla="*/ 5851187 w 10450132"/>
              <a:gd name="connsiteY13568" fmla="*/ 9311 h 5450835"/>
              <a:gd name="connsiteX13569" fmla="*/ 5851187 w 10450132"/>
              <a:gd name="connsiteY13569" fmla="*/ 8457 h 5450835"/>
              <a:gd name="connsiteX13570" fmla="*/ 5855720 w 10450132"/>
              <a:gd name="connsiteY13570" fmla="*/ 577 h 5450835"/>
              <a:gd name="connsiteX13571" fmla="*/ 5856508 w 10450132"/>
              <a:gd name="connsiteY13571" fmla="*/ 116 h 5450835"/>
              <a:gd name="connsiteX13572" fmla="*/ 7128477 w 10450132"/>
              <a:gd name="connsiteY13572" fmla="*/ 115 h 5450835"/>
              <a:gd name="connsiteX13573" fmla="*/ 7137540 w 10450132"/>
              <a:gd name="connsiteY13573" fmla="*/ 115 h 5450835"/>
              <a:gd name="connsiteX13574" fmla="*/ 7138328 w 10450132"/>
              <a:gd name="connsiteY13574" fmla="*/ 575 h 5450835"/>
              <a:gd name="connsiteX13575" fmla="*/ 7142860 w 10450132"/>
              <a:gd name="connsiteY13575" fmla="*/ 8456 h 5450835"/>
              <a:gd name="connsiteX13576" fmla="*/ 7142860 w 10450132"/>
              <a:gd name="connsiteY13576" fmla="*/ 9310 h 5450835"/>
              <a:gd name="connsiteX13577" fmla="*/ 7138328 w 10450132"/>
              <a:gd name="connsiteY13577" fmla="*/ 17191 h 5450835"/>
              <a:gd name="connsiteX13578" fmla="*/ 7137540 w 10450132"/>
              <a:gd name="connsiteY13578" fmla="*/ 17652 h 5450835"/>
              <a:gd name="connsiteX13579" fmla="*/ 7128477 w 10450132"/>
              <a:gd name="connsiteY13579" fmla="*/ 17652 h 5450835"/>
              <a:gd name="connsiteX13580" fmla="*/ 7127689 w 10450132"/>
              <a:gd name="connsiteY13580" fmla="*/ 17191 h 5450835"/>
              <a:gd name="connsiteX13581" fmla="*/ 7123156 w 10450132"/>
              <a:gd name="connsiteY13581" fmla="*/ 9310 h 5450835"/>
              <a:gd name="connsiteX13582" fmla="*/ 7123156 w 10450132"/>
              <a:gd name="connsiteY13582" fmla="*/ 8456 h 5450835"/>
              <a:gd name="connsiteX13583" fmla="*/ 7127689 w 10450132"/>
              <a:gd name="connsiteY13583" fmla="*/ 575 h 5450835"/>
              <a:gd name="connsiteX13584" fmla="*/ 7128477 w 10450132"/>
              <a:gd name="connsiteY13584" fmla="*/ 115 h 5450835"/>
              <a:gd name="connsiteX13585" fmla="*/ 4584538 w 10450132"/>
              <a:gd name="connsiteY13585" fmla="*/ 109 h 5450835"/>
              <a:gd name="connsiteX13586" fmla="*/ 4593603 w 10450132"/>
              <a:gd name="connsiteY13586" fmla="*/ 109 h 5450835"/>
              <a:gd name="connsiteX13587" fmla="*/ 4594390 w 10450132"/>
              <a:gd name="connsiteY13587" fmla="*/ 569 h 5450835"/>
              <a:gd name="connsiteX13588" fmla="*/ 4598922 w 10450132"/>
              <a:gd name="connsiteY13588" fmla="*/ 8450 h 5450835"/>
              <a:gd name="connsiteX13589" fmla="*/ 4598922 w 10450132"/>
              <a:gd name="connsiteY13589" fmla="*/ 9303 h 5450835"/>
              <a:gd name="connsiteX13590" fmla="*/ 4594390 w 10450132"/>
              <a:gd name="connsiteY13590" fmla="*/ 17186 h 5450835"/>
              <a:gd name="connsiteX13591" fmla="*/ 4593603 w 10450132"/>
              <a:gd name="connsiteY13591" fmla="*/ 17646 h 5450835"/>
              <a:gd name="connsiteX13592" fmla="*/ 4584538 w 10450132"/>
              <a:gd name="connsiteY13592" fmla="*/ 17646 h 5450835"/>
              <a:gd name="connsiteX13593" fmla="*/ 4583749 w 10450132"/>
              <a:gd name="connsiteY13593" fmla="*/ 17186 h 5450835"/>
              <a:gd name="connsiteX13594" fmla="*/ 4579218 w 10450132"/>
              <a:gd name="connsiteY13594" fmla="*/ 9303 h 5450835"/>
              <a:gd name="connsiteX13595" fmla="*/ 4579218 w 10450132"/>
              <a:gd name="connsiteY13595" fmla="*/ 8450 h 5450835"/>
              <a:gd name="connsiteX13596" fmla="*/ 4583749 w 10450132"/>
              <a:gd name="connsiteY13596" fmla="*/ 569 h 5450835"/>
              <a:gd name="connsiteX13597" fmla="*/ 4584538 w 10450132"/>
              <a:gd name="connsiteY13597" fmla="*/ 109 h 5450835"/>
              <a:gd name="connsiteX13598" fmla="*/ 4076010 w 10450132"/>
              <a:gd name="connsiteY13598" fmla="*/ 109 h 5450835"/>
              <a:gd name="connsiteX13599" fmla="*/ 4085076 w 10450132"/>
              <a:gd name="connsiteY13599" fmla="*/ 109 h 5450835"/>
              <a:gd name="connsiteX13600" fmla="*/ 4085863 w 10450132"/>
              <a:gd name="connsiteY13600" fmla="*/ 567 h 5450835"/>
              <a:gd name="connsiteX13601" fmla="*/ 4090397 w 10450132"/>
              <a:gd name="connsiteY13601" fmla="*/ 8449 h 5450835"/>
              <a:gd name="connsiteX13602" fmla="*/ 4090397 w 10450132"/>
              <a:gd name="connsiteY13602" fmla="*/ 9302 h 5450835"/>
              <a:gd name="connsiteX13603" fmla="*/ 4085863 w 10450132"/>
              <a:gd name="connsiteY13603" fmla="*/ 17185 h 5450835"/>
              <a:gd name="connsiteX13604" fmla="*/ 4085076 w 10450132"/>
              <a:gd name="connsiteY13604" fmla="*/ 17645 h 5450835"/>
              <a:gd name="connsiteX13605" fmla="*/ 4076010 w 10450132"/>
              <a:gd name="connsiteY13605" fmla="*/ 17645 h 5450835"/>
              <a:gd name="connsiteX13606" fmla="*/ 4075224 w 10450132"/>
              <a:gd name="connsiteY13606" fmla="*/ 17185 h 5450835"/>
              <a:gd name="connsiteX13607" fmla="*/ 4070691 w 10450132"/>
              <a:gd name="connsiteY13607" fmla="*/ 9302 h 5450835"/>
              <a:gd name="connsiteX13608" fmla="*/ 4070691 w 10450132"/>
              <a:gd name="connsiteY13608" fmla="*/ 8449 h 5450835"/>
              <a:gd name="connsiteX13609" fmla="*/ 4075224 w 10450132"/>
              <a:gd name="connsiteY13609" fmla="*/ 567 h 5450835"/>
              <a:gd name="connsiteX13610" fmla="*/ 4076010 w 10450132"/>
              <a:gd name="connsiteY13610" fmla="*/ 109 h 5450835"/>
              <a:gd name="connsiteX13611" fmla="*/ 7891684 w 10450132"/>
              <a:gd name="connsiteY13611" fmla="*/ 103 h 5450835"/>
              <a:gd name="connsiteX13612" fmla="*/ 7900748 w 10450132"/>
              <a:gd name="connsiteY13612" fmla="*/ 103 h 5450835"/>
              <a:gd name="connsiteX13613" fmla="*/ 7901536 w 10450132"/>
              <a:gd name="connsiteY13613" fmla="*/ 563 h 5450835"/>
              <a:gd name="connsiteX13614" fmla="*/ 7906067 w 10450132"/>
              <a:gd name="connsiteY13614" fmla="*/ 8444 h 5450835"/>
              <a:gd name="connsiteX13615" fmla="*/ 7906067 w 10450132"/>
              <a:gd name="connsiteY13615" fmla="*/ 9298 h 5450835"/>
              <a:gd name="connsiteX13616" fmla="*/ 7901536 w 10450132"/>
              <a:gd name="connsiteY13616" fmla="*/ 17180 h 5450835"/>
              <a:gd name="connsiteX13617" fmla="*/ 7900748 w 10450132"/>
              <a:gd name="connsiteY13617" fmla="*/ 17640 h 5450835"/>
              <a:gd name="connsiteX13618" fmla="*/ 7891684 w 10450132"/>
              <a:gd name="connsiteY13618" fmla="*/ 17640 h 5450835"/>
              <a:gd name="connsiteX13619" fmla="*/ 7890896 w 10450132"/>
              <a:gd name="connsiteY13619" fmla="*/ 17180 h 5450835"/>
              <a:gd name="connsiteX13620" fmla="*/ 7886363 w 10450132"/>
              <a:gd name="connsiteY13620" fmla="*/ 9298 h 5450835"/>
              <a:gd name="connsiteX13621" fmla="*/ 7886363 w 10450132"/>
              <a:gd name="connsiteY13621" fmla="*/ 8444 h 5450835"/>
              <a:gd name="connsiteX13622" fmla="*/ 7890896 w 10450132"/>
              <a:gd name="connsiteY13622" fmla="*/ 563 h 5450835"/>
              <a:gd name="connsiteX13623" fmla="*/ 7891684 w 10450132"/>
              <a:gd name="connsiteY13623" fmla="*/ 103 h 5450835"/>
              <a:gd name="connsiteX13624" fmla="*/ 3058400 w 10450132"/>
              <a:gd name="connsiteY13624" fmla="*/ 99 h 5450835"/>
              <a:gd name="connsiteX13625" fmla="*/ 3067466 w 10450132"/>
              <a:gd name="connsiteY13625" fmla="*/ 99 h 5450835"/>
              <a:gd name="connsiteX13626" fmla="*/ 3068253 w 10450132"/>
              <a:gd name="connsiteY13626" fmla="*/ 558 h 5450835"/>
              <a:gd name="connsiteX13627" fmla="*/ 3072786 w 10450132"/>
              <a:gd name="connsiteY13627" fmla="*/ 8440 h 5450835"/>
              <a:gd name="connsiteX13628" fmla="*/ 3072786 w 10450132"/>
              <a:gd name="connsiteY13628" fmla="*/ 9294 h 5450835"/>
              <a:gd name="connsiteX13629" fmla="*/ 3068253 w 10450132"/>
              <a:gd name="connsiteY13629" fmla="*/ 17176 h 5450835"/>
              <a:gd name="connsiteX13630" fmla="*/ 3067466 w 10450132"/>
              <a:gd name="connsiteY13630" fmla="*/ 17636 h 5450835"/>
              <a:gd name="connsiteX13631" fmla="*/ 3058400 w 10450132"/>
              <a:gd name="connsiteY13631" fmla="*/ 17636 h 5450835"/>
              <a:gd name="connsiteX13632" fmla="*/ 3057611 w 10450132"/>
              <a:gd name="connsiteY13632" fmla="*/ 17176 h 5450835"/>
              <a:gd name="connsiteX13633" fmla="*/ 3053080 w 10450132"/>
              <a:gd name="connsiteY13633" fmla="*/ 9294 h 5450835"/>
              <a:gd name="connsiteX13634" fmla="*/ 3053080 w 10450132"/>
              <a:gd name="connsiteY13634" fmla="*/ 8440 h 5450835"/>
              <a:gd name="connsiteX13635" fmla="*/ 3057611 w 10450132"/>
              <a:gd name="connsiteY13635" fmla="*/ 558 h 5450835"/>
              <a:gd name="connsiteX13636" fmla="*/ 3058400 w 10450132"/>
              <a:gd name="connsiteY13636" fmla="*/ 99 h 5450835"/>
              <a:gd name="connsiteX13637" fmla="*/ 9672481 w 10450132"/>
              <a:gd name="connsiteY13637" fmla="*/ 98 h 5450835"/>
              <a:gd name="connsiteX13638" fmla="*/ 9681545 w 10450132"/>
              <a:gd name="connsiteY13638" fmla="*/ 98 h 5450835"/>
              <a:gd name="connsiteX13639" fmla="*/ 9682333 w 10450132"/>
              <a:gd name="connsiteY13639" fmla="*/ 557 h 5450835"/>
              <a:gd name="connsiteX13640" fmla="*/ 9686865 w 10450132"/>
              <a:gd name="connsiteY13640" fmla="*/ 8439 h 5450835"/>
              <a:gd name="connsiteX13641" fmla="*/ 9686865 w 10450132"/>
              <a:gd name="connsiteY13641" fmla="*/ 9293 h 5450835"/>
              <a:gd name="connsiteX13642" fmla="*/ 9682333 w 10450132"/>
              <a:gd name="connsiteY13642" fmla="*/ 17175 h 5450835"/>
              <a:gd name="connsiteX13643" fmla="*/ 9681545 w 10450132"/>
              <a:gd name="connsiteY13643" fmla="*/ 17635 h 5450835"/>
              <a:gd name="connsiteX13644" fmla="*/ 9681495 w 10450132"/>
              <a:gd name="connsiteY13644" fmla="*/ 17635 h 5450835"/>
              <a:gd name="connsiteX13645" fmla="*/ 9681479 w 10450132"/>
              <a:gd name="connsiteY13645" fmla="*/ 17644 h 5450835"/>
              <a:gd name="connsiteX13646" fmla="*/ 9672416 w 10450132"/>
              <a:gd name="connsiteY13646" fmla="*/ 17644 h 5450835"/>
              <a:gd name="connsiteX13647" fmla="*/ 9671627 w 10450132"/>
              <a:gd name="connsiteY13647" fmla="*/ 17184 h 5450835"/>
              <a:gd name="connsiteX13648" fmla="*/ 9667095 w 10450132"/>
              <a:gd name="connsiteY13648" fmla="*/ 9301 h 5450835"/>
              <a:gd name="connsiteX13649" fmla="*/ 9667095 w 10450132"/>
              <a:gd name="connsiteY13649" fmla="*/ 8447 h 5450835"/>
              <a:gd name="connsiteX13650" fmla="*/ 9671627 w 10450132"/>
              <a:gd name="connsiteY13650" fmla="*/ 566 h 5450835"/>
              <a:gd name="connsiteX13651" fmla="*/ 9672416 w 10450132"/>
              <a:gd name="connsiteY13651" fmla="*/ 106 h 5450835"/>
              <a:gd name="connsiteX13652" fmla="*/ 9672466 w 10450132"/>
              <a:gd name="connsiteY13652" fmla="*/ 106 h 5450835"/>
              <a:gd name="connsiteX13653" fmla="*/ 259982 w 10450132"/>
              <a:gd name="connsiteY13653" fmla="*/ 92 h 5450835"/>
              <a:gd name="connsiteX13654" fmla="*/ 269046 w 10450132"/>
              <a:gd name="connsiteY13654" fmla="*/ 92 h 5450835"/>
              <a:gd name="connsiteX13655" fmla="*/ 269087 w 10450132"/>
              <a:gd name="connsiteY13655" fmla="*/ 116 h 5450835"/>
              <a:gd name="connsiteX13656" fmla="*/ 269092 w 10450132"/>
              <a:gd name="connsiteY13656" fmla="*/ 116 h 5450835"/>
              <a:gd name="connsiteX13657" fmla="*/ 269881 w 10450132"/>
              <a:gd name="connsiteY13657" fmla="*/ 577 h 5450835"/>
              <a:gd name="connsiteX13658" fmla="*/ 274411 w 10450132"/>
              <a:gd name="connsiteY13658" fmla="*/ 8457 h 5450835"/>
              <a:gd name="connsiteX13659" fmla="*/ 274411 w 10450132"/>
              <a:gd name="connsiteY13659" fmla="*/ 9311 h 5450835"/>
              <a:gd name="connsiteX13660" fmla="*/ 269881 w 10450132"/>
              <a:gd name="connsiteY13660" fmla="*/ 17194 h 5450835"/>
              <a:gd name="connsiteX13661" fmla="*/ 269092 w 10450132"/>
              <a:gd name="connsiteY13661" fmla="*/ 17653 h 5450835"/>
              <a:gd name="connsiteX13662" fmla="*/ 260029 w 10450132"/>
              <a:gd name="connsiteY13662" fmla="*/ 17653 h 5450835"/>
              <a:gd name="connsiteX13663" fmla="*/ 259987 w 10450132"/>
              <a:gd name="connsiteY13663" fmla="*/ 17629 h 5450835"/>
              <a:gd name="connsiteX13664" fmla="*/ 259982 w 10450132"/>
              <a:gd name="connsiteY13664" fmla="*/ 17629 h 5450835"/>
              <a:gd name="connsiteX13665" fmla="*/ 259194 w 10450132"/>
              <a:gd name="connsiteY13665" fmla="*/ 17169 h 5450835"/>
              <a:gd name="connsiteX13666" fmla="*/ 254662 w 10450132"/>
              <a:gd name="connsiteY13666" fmla="*/ 9287 h 5450835"/>
              <a:gd name="connsiteX13667" fmla="*/ 254662 w 10450132"/>
              <a:gd name="connsiteY13667" fmla="*/ 8433 h 5450835"/>
              <a:gd name="connsiteX13668" fmla="*/ 259194 w 10450132"/>
              <a:gd name="connsiteY13668" fmla="*/ 552 h 5450835"/>
              <a:gd name="connsiteX13669" fmla="*/ 259982 w 10450132"/>
              <a:gd name="connsiteY13669" fmla="*/ 92 h 5450835"/>
              <a:gd name="connsiteX13670" fmla="*/ 3312762 w 10450132"/>
              <a:gd name="connsiteY13670" fmla="*/ 83 h 5450835"/>
              <a:gd name="connsiteX13671" fmla="*/ 3321826 w 10450132"/>
              <a:gd name="connsiteY13671" fmla="*/ 83 h 5450835"/>
              <a:gd name="connsiteX13672" fmla="*/ 3322616 w 10450132"/>
              <a:gd name="connsiteY13672" fmla="*/ 543 h 5450835"/>
              <a:gd name="connsiteX13673" fmla="*/ 3327147 w 10450132"/>
              <a:gd name="connsiteY13673" fmla="*/ 8424 h 5450835"/>
              <a:gd name="connsiteX13674" fmla="*/ 3327147 w 10450132"/>
              <a:gd name="connsiteY13674" fmla="*/ 9278 h 5450835"/>
              <a:gd name="connsiteX13675" fmla="*/ 3322616 w 10450132"/>
              <a:gd name="connsiteY13675" fmla="*/ 17161 h 5450835"/>
              <a:gd name="connsiteX13676" fmla="*/ 3321826 w 10450132"/>
              <a:gd name="connsiteY13676" fmla="*/ 17620 h 5450835"/>
              <a:gd name="connsiteX13677" fmla="*/ 3312762 w 10450132"/>
              <a:gd name="connsiteY13677" fmla="*/ 17620 h 5450835"/>
              <a:gd name="connsiteX13678" fmla="*/ 3311974 w 10450132"/>
              <a:gd name="connsiteY13678" fmla="*/ 17161 h 5450835"/>
              <a:gd name="connsiteX13679" fmla="*/ 3307441 w 10450132"/>
              <a:gd name="connsiteY13679" fmla="*/ 9278 h 5450835"/>
              <a:gd name="connsiteX13680" fmla="*/ 3307441 w 10450132"/>
              <a:gd name="connsiteY13680" fmla="*/ 8424 h 5450835"/>
              <a:gd name="connsiteX13681" fmla="*/ 3311974 w 10450132"/>
              <a:gd name="connsiteY13681" fmla="*/ 543 h 5450835"/>
              <a:gd name="connsiteX13682" fmla="*/ 3312762 w 10450132"/>
              <a:gd name="connsiteY13682" fmla="*/ 83 h 5450835"/>
              <a:gd name="connsiteX13683" fmla="*/ 3567152 w 10450132"/>
              <a:gd name="connsiteY13683" fmla="*/ 82 h 5450835"/>
              <a:gd name="connsiteX13684" fmla="*/ 3576217 w 10450132"/>
              <a:gd name="connsiteY13684" fmla="*/ 82 h 5450835"/>
              <a:gd name="connsiteX13685" fmla="*/ 3577006 w 10450132"/>
              <a:gd name="connsiteY13685" fmla="*/ 542 h 5450835"/>
              <a:gd name="connsiteX13686" fmla="*/ 3581538 w 10450132"/>
              <a:gd name="connsiteY13686" fmla="*/ 8423 h 5450835"/>
              <a:gd name="connsiteX13687" fmla="*/ 3581538 w 10450132"/>
              <a:gd name="connsiteY13687" fmla="*/ 9277 h 5450835"/>
              <a:gd name="connsiteX13688" fmla="*/ 3577006 w 10450132"/>
              <a:gd name="connsiteY13688" fmla="*/ 17160 h 5450835"/>
              <a:gd name="connsiteX13689" fmla="*/ 3576217 w 10450132"/>
              <a:gd name="connsiteY13689" fmla="*/ 17619 h 5450835"/>
              <a:gd name="connsiteX13690" fmla="*/ 3567152 w 10450132"/>
              <a:gd name="connsiteY13690" fmla="*/ 17619 h 5450835"/>
              <a:gd name="connsiteX13691" fmla="*/ 3566365 w 10450132"/>
              <a:gd name="connsiteY13691" fmla="*/ 17160 h 5450835"/>
              <a:gd name="connsiteX13692" fmla="*/ 3561831 w 10450132"/>
              <a:gd name="connsiteY13692" fmla="*/ 9277 h 5450835"/>
              <a:gd name="connsiteX13693" fmla="*/ 3561831 w 10450132"/>
              <a:gd name="connsiteY13693" fmla="*/ 8423 h 5450835"/>
              <a:gd name="connsiteX13694" fmla="*/ 3566365 w 10450132"/>
              <a:gd name="connsiteY13694" fmla="*/ 542 h 5450835"/>
              <a:gd name="connsiteX13695" fmla="*/ 3567152 w 10450132"/>
              <a:gd name="connsiteY13695" fmla="*/ 82 h 5450835"/>
              <a:gd name="connsiteX13696" fmla="*/ 8654892 w 10450132"/>
              <a:gd name="connsiteY13696" fmla="*/ 80 h 5450835"/>
              <a:gd name="connsiteX13697" fmla="*/ 8663955 w 10450132"/>
              <a:gd name="connsiteY13697" fmla="*/ 80 h 5450835"/>
              <a:gd name="connsiteX13698" fmla="*/ 8664744 w 10450132"/>
              <a:gd name="connsiteY13698" fmla="*/ 540 h 5450835"/>
              <a:gd name="connsiteX13699" fmla="*/ 8669277 w 10450132"/>
              <a:gd name="connsiteY13699" fmla="*/ 8421 h 5450835"/>
              <a:gd name="connsiteX13700" fmla="*/ 8669277 w 10450132"/>
              <a:gd name="connsiteY13700" fmla="*/ 9275 h 5450835"/>
              <a:gd name="connsiteX13701" fmla="*/ 8664744 w 10450132"/>
              <a:gd name="connsiteY13701" fmla="*/ 17158 h 5450835"/>
              <a:gd name="connsiteX13702" fmla="*/ 8663955 w 10450132"/>
              <a:gd name="connsiteY13702" fmla="*/ 17617 h 5450835"/>
              <a:gd name="connsiteX13703" fmla="*/ 8654892 w 10450132"/>
              <a:gd name="connsiteY13703" fmla="*/ 17617 h 5450835"/>
              <a:gd name="connsiteX13704" fmla="*/ 8654104 w 10450132"/>
              <a:gd name="connsiteY13704" fmla="*/ 17158 h 5450835"/>
              <a:gd name="connsiteX13705" fmla="*/ 8649572 w 10450132"/>
              <a:gd name="connsiteY13705" fmla="*/ 9275 h 5450835"/>
              <a:gd name="connsiteX13706" fmla="*/ 8649572 w 10450132"/>
              <a:gd name="connsiteY13706" fmla="*/ 8421 h 5450835"/>
              <a:gd name="connsiteX13707" fmla="*/ 8654104 w 10450132"/>
              <a:gd name="connsiteY13707" fmla="*/ 540 h 5450835"/>
              <a:gd name="connsiteX13708" fmla="*/ 8654892 w 10450132"/>
              <a:gd name="connsiteY13708" fmla="*/ 80 h 5450835"/>
              <a:gd name="connsiteX13709" fmla="*/ 8400511 w 10450132"/>
              <a:gd name="connsiteY13709" fmla="*/ 80 h 5450835"/>
              <a:gd name="connsiteX13710" fmla="*/ 8409575 w 10450132"/>
              <a:gd name="connsiteY13710" fmla="*/ 80 h 5450835"/>
              <a:gd name="connsiteX13711" fmla="*/ 8410363 w 10450132"/>
              <a:gd name="connsiteY13711" fmla="*/ 539 h 5450835"/>
              <a:gd name="connsiteX13712" fmla="*/ 8414896 w 10450132"/>
              <a:gd name="connsiteY13712" fmla="*/ 8420 h 5450835"/>
              <a:gd name="connsiteX13713" fmla="*/ 8414896 w 10450132"/>
              <a:gd name="connsiteY13713" fmla="*/ 9274 h 5450835"/>
              <a:gd name="connsiteX13714" fmla="*/ 8410363 w 10450132"/>
              <a:gd name="connsiteY13714" fmla="*/ 17156 h 5450835"/>
              <a:gd name="connsiteX13715" fmla="*/ 8409575 w 10450132"/>
              <a:gd name="connsiteY13715" fmla="*/ 17616 h 5450835"/>
              <a:gd name="connsiteX13716" fmla="*/ 8400511 w 10450132"/>
              <a:gd name="connsiteY13716" fmla="*/ 17616 h 5450835"/>
              <a:gd name="connsiteX13717" fmla="*/ 8399723 w 10450132"/>
              <a:gd name="connsiteY13717" fmla="*/ 17156 h 5450835"/>
              <a:gd name="connsiteX13718" fmla="*/ 8395191 w 10450132"/>
              <a:gd name="connsiteY13718" fmla="*/ 9274 h 5450835"/>
              <a:gd name="connsiteX13719" fmla="*/ 8395191 w 10450132"/>
              <a:gd name="connsiteY13719" fmla="*/ 8420 h 5450835"/>
              <a:gd name="connsiteX13720" fmla="*/ 8399723 w 10450132"/>
              <a:gd name="connsiteY13720" fmla="*/ 539 h 5450835"/>
              <a:gd name="connsiteX13721" fmla="*/ 8400511 w 10450132"/>
              <a:gd name="connsiteY13721" fmla="*/ 80 h 5450835"/>
              <a:gd name="connsiteX13722" fmla="*/ 4330157 w 10450132"/>
              <a:gd name="connsiteY13722" fmla="*/ 79 h 5450835"/>
              <a:gd name="connsiteX13723" fmla="*/ 4339222 w 10450132"/>
              <a:gd name="connsiteY13723" fmla="*/ 79 h 5450835"/>
              <a:gd name="connsiteX13724" fmla="*/ 4340010 w 10450132"/>
              <a:gd name="connsiteY13724" fmla="*/ 539 h 5450835"/>
              <a:gd name="connsiteX13725" fmla="*/ 4344540 w 10450132"/>
              <a:gd name="connsiteY13725" fmla="*/ 8420 h 5450835"/>
              <a:gd name="connsiteX13726" fmla="*/ 4344540 w 10450132"/>
              <a:gd name="connsiteY13726" fmla="*/ 9273 h 5450835"/>
              <a:gd name="connsiteX13727" fmla="*/ 4340010 w 10450132"/>
              <a:gd name="connsiteY13727" fmla="*/ 17155 h 5450835"/>
              <a:gd name="connsiteX13728" fmla="*/ 4339222 w 10450132"/>
              <a:gd name="connsiteY13728" fmla="*/ 17615 h 5450835"/>
              <a:gd name="connsiteX13729" fmla="*/ 4330157 w 10450132"/>
              <a:gd name="connsiteY13729" fmla="*/ 17615 h 5450835"/>
              <a:gd name="connsiteX13730" fmla="*/ 4329369 w 10450132"/>
              <a:gd name="connsiteY13730" fmla="*/ 17155 h 5450835"/>
              <a:gd name="connsiteX13731" fmla="*/ 4324836 w 10450132"/>
              <a:gd name="connsiteY13731" fmla="*/ 9273 h 5450835"/>
              <a:gd name="connsiteX13732" fmla="*/ 4324836 w 10450132"/>
              <a:gd name="connsiteY13732" fmla="*/ 8420 h 5450835"/>
              <a:gd name="connsiteX13733" fmla="*/ 4329369 w 10450132"/>
              <a:gd name="connsiteY13733" fmla="*/ 539 h 5450835"/>
              <a:gd name="connsiteX13734" fmla="*/ 4330157 w 10450132"/>
              <a:gd name="connsiteY13734" fmla="*/ 79 h 5450835"/>
              <a:gd name="connsiteX13735" fmla="*/ 6874095 w 10450132"/>
              <a:gd name="connsiteY13735" fmla="*/ 77 h 5450835"/>
              <a:gd name="connsiteX13736" fmla="*/ 6883159 w 10450132"/>
              <a:gd name="connsiteY13736" fmla="*/ 77 h 5450835"/>
              <a:gd name="connsiteX13737" fmla="*/ 6883947 w 10450132"/>
              <a:gd name="connsiteY13737" fmla="*/ 537 h 5450835"/>
              <a:gd name="connsiteX13738" fmla="*/ 6888480 w 10450132"/>
              <a:gd name="connsiteY13738" fmla="*/ 8418 h 5450835"/>
              <a:gd name="connsiteX13739" fmla="*/ 6888480 w 10450132"/>
              <a:gd name="connsiteY13739" fmla="*/ 9272 h 5450835"/>
              <a:gd name="connsiteX13740" fmla="*/ 6883947 w 10450132"/>
              <a:gd name="connsiteY13740" fmla="*/ 17154 h 5450835"/>
              <a:gd name="connsiteX13741" fmla="*/ 6883159 w 10450132"/>
              <a:gd name="connsiteY13741" fmla="*/ 17614 h 5450835"/>
              <a:gd name="connsiteX13742" fmla="*/ 6874095 w 10450132"/>
              <a:gd name="connsiteY13742" fmla="*/ 17614 h 5450835"/>
              <a:gd name="connsiteX13743" fmla="*/ 6873307 w 10450132"/>
              <a:gd name="connsiteY13743" fmla="*/ 17154 h 5450835"/>
              <a:gd name="connsiteX13744" fmla="*/ 6868775 w 10450132"/>
              <a:gd name="connsiteY13744" fmla="*/ 9272 h 5450835"/>
              <a:gd name="connsiteX13745" fmla="*/ 6868775 w 10450132"/>
              <a:gd name="connsiteY13745" fmla="*/ 8418 h 5450835"/>
              <a:gd name="connsiteX13746" fmla="*/ 6873307 w 10450132"/>
              <a:gd name="connsiteY13746" fmla="*/ 537 h 5450835"/>
              <a:gd name="connsiteX13747" fmla="*/ 6874095 w 10450132"/>
              <a:gd name="connsiteY13747" fmla="*/ 77 h 5450835"/>
              <a:gd name="connsiteX13748" fmla="*/ 9163654 w 10450132"/>
              <a:gd name="connsiteY13748" fmla="*/ 72 h 5450835"/>
              <a:gd name="connsiteX13749" fmla="*/ 9172718 w 10450132"/>
              <a:gd name="connsiteY13749" fmla="*/ 72 h 5450835"/>
              <a:gd name="connsiteX13750" fmla="*/ 9173506 w 10450132"/>
              <a:gd name="connsiteY13750" fmla="*/ 533 h 5450835"/>
              <a:gd name="connsiteX13751" fmla="*/ 9178038 w 10450132"/>
              <a:gd name="connsiteY13751" fmla="*/ 8414 h 5450835"/>
              <a:gd name="connsiteX13752" fmla="*/ 9178038 w 10450132"/>
              <a:gd name="connsiteY13752" fmla="*/ 9267 h 5450835"/>
              <a:gd name="connsiteX13753" fmla="*/ 9173506 w 10450132"/>
              <a:gd name="connsiteY13753" fmla="*/ 17151 h 5450835"/>
              <a:gd name="connsiteX13754" fmla="*/ 9172718 w 10450132"/>
              <a:gd name="connsiteY13754" fmla="*/ 17610 h 5450835"/>
              <a:gd name="connsiteX13755" fmla="*/ 9163654 w 10450132"/>
              <a:gd name="connsiteY13755" fmla="*/ 17610 h 5450835"/>
              <a:gd name="connsiteX13756" fmla="*/ 9162866 w 10450132"/>
              <a:gd name="connsiteY13756" fmla="*/ 17151 h 5450835"/>
              <a:gd name="connsiteX13757" fmla="*/ 9158333 w 10450132"/>
              <a:gd name="connsiteY13757" fmla="*/ 9267 h 5450835"/>
              <a:gd name="connsiteX13758" fmla="*/ 9158333 w 10450132"/>
              <a:gd name="connsiteY13758" fmla="*/ 8414 h 5450835"/>
              <a:gd name="connsiteX13759" fmla="*/ 9162866 w 10450132"/>
              <a:gd name="connsiteY13759" fmla="*/ 533 h 5450835"/>
              <a:gd name="connsiteX13760" fmla="*/ 9163654 w 10450132"/>
              <a:gd name="connsiteY13760" fmla="*/ 72 h 5450835"/>
              <a:gd name="connsiteX13761" fmla="*/ 8146065 w 10450132"/>
              <a:gd name="connsiteY13761" fmla="*/ 72 h 5450835"/>
              <a:gd name="connsiteX13762" fmla="*/ 8155129 w 10450132"/>
              <a:gd name="connsiteY13762" fmla="*/ 72 h 5450835"/>
              <a:gd name="connsiteX13763" fmla="*/ 8155917 w 10450132"/>
              <a:gd name="connsiteY13763" fmla="*/ 532 h 5450835"/>
              <a:gd name="connsiteX13764" fmla="*/ 8160449 w 10450132"/>
              <a:gd name="connsiteY13764" fmla="*/ 8414 h 5450835"/>
              <a:gd name="connsiteX13765" fmla="*/ 8160449 w 10450132"/>
              <a:gd name="connsiteY13765" fmla="*/ 9267 h 5450835"/>
              <a:gd name="connsiteX13766" fmla="*/ 8155917 w 10450132"/>
              <a:gd name="connsiteY13766" fmla="*/ 17150 h 5450835"/>
              <a:gd name="connsiteX13767" fmla="*/ 8155129 w 10450132"/>
              <a:gd name="connsiteY13767" fmla="*/ 17610 h 5450835"/>
              <a:gd name="connsiteX13768" fmla="*/ 8146065 w 10450132"/>
              <a:gd name="connsiteY13768" fmla="*/ 17610 h 5450835"/>
              <a:gd name="connsiteX13769" fmla="*/ 8145277 w 10450132"/>
              <a:gd name="connsiteY13769" fmla="*/ 17150 h 5450835"/>
              <a:gd name="connsiteX13770" fmla="*/ 8140745 w 10450132"/>
              <a:gd name="connsiteY13770" fmla="*/ 9267 h 5450835"/>
              <a:gd name="connsiteX13771" fmla="*/ 8140745 w 10450132"/>
              <a:gd name="connsiteY13771" fmla="*/ 8414 h 5450835"/>
              <a:gd name="connsiteX13772" fmla="*/ 8145277 w 10450132"/>
              <a:gd name="connsiteY13772" fmla="*/ 532 h 5450835"/>
              <a:gd name="connsiteX13773" fmla="*/ 8146065 w 10450132"/>
              <a:gd name="connsiteY13773" fmla="*/ 72 h 5450835"/>
              <a:gd name="connsiteX13774" fmla="*/ 2295096 w 10450132"/>
              <a:gd name="connsiteY13774" fmla="*/ 69 h 5450835"/>
              <a:gd name="connsiteX13775" fmla="*/ 2304161 w 10450132"/>
              <a:gd name="connsiteY13775" fmla="*/ 69 h 5450835"/>
              <a:gd name="connsiteX13776" fmla="*/ 2304949 w 10450132"/>
              <a:gd name="connsiteY13776" fmla="*/ 529 h 5450835"/>
              <a:gd name="connsiteX13777" fmla="*/ 2309481 w 10450132"/>
              <a:gd name="connsiteY13777" fmla="*/ 8410 h 5450835"/>
              <a:gd name="connsiteX13778" fmla="*/ 2309481 w 10450132"/>
              <a:gd name="connsiteY13778" fmla="*/ 9264 h 5450835"/>
              <a:gd name="connsiteX13779" fmla="*/ 2304949 w 10450132"/>
              <a:gd name="connsiteY13779" fmla="*/ 17146 h 5450835"/>
              <a:gd name="connsiteX13780" fmla="*/ 2304161 w 10450132"/>
              <a:gd name="connsiteY13780" fmla="*/ 17606 h 5450835"/>
              <a:gd name="connsiteX13781" fmla="*/ 2295096 w 10450132"/>
              <a:gd name="connsiteY13781" fmla="*/ 17606 h 5450835"/>
              <a:gd name="connsiteX13782" fmla="*/ 2294308 w 10450132"/>
              <a:gd name="connsiteY13782" fmla="*/ 17146 h 5450835"/>
              <a:gd name="connsiteX13783" fmla="*/ 2289775 w 10450132"/>
              <a:gd name="connsiteY13783" fmla="*/ 9264 h 5450835"/>
              <a:gd name="connsiteX13784" fmla="*/ 2289775 w 10450132"/>
              <a:gd name="connsiteY13784" fmla="*/ 8410 h 5450835"/>
              <a:gd name="connsiteX13785" fmla="*/ 2294308 w 10450132"/>
              <a:gd name="connsiteY13785" fmla="*/ 529 h 5450835"/>
              <a:gd name="connsiteX13786" fmla="*/ 2295096 w 10450132"/>
              <a:gd name="connsiteY13786" fmla="*/ 69 h 5450835"/>
              <a:gd name="connsiteX13787" fmla="*/ 7637304 w 10450132"/>
              <a:gd name="connsiteY13787" fmla="*/ 67 h 5450835"/>
              <a:gd name="connsiteX13788" fmla="*/ 7646367 w 10450132"/>
              <a:gd name="connsiteY13788" fmla="*/ 67 h 5450835"/>
              <a:gd name="connsiteX13789" fmla="*/ 7647156 w 10450132"/>
              <a:gd name="connsiteY13789" fmla="*/ 527 h 5450835"/>
              <a:gd name="connsiteX13790" fmla="*/ 7651687 w 10450132"/>
              <a:gd name="connsiteY13790" fmla="*/ 8408 h 5450835"/>
              <a:gd name="connsiteX13791" fmla="*/ 7651687 w 10450132"/>
              <a:gd name="connsiteY13791" fmla="*/ 9262 h 5450835"/>
              <a:gd name="connsiteX13792" fmla="*/ 7647156 w 10450132"/>
              <a:gd name="connsiteY13792" fmla="*/ 17144 h 5450835"/>
              <a:gd name="connsiteX13793" fmla="*/ 7646367 w 10450132"/>
              <a:gd name="connsiteY13793" fmla="*/ 17604 h 5450835"/>
              <a:gd name="connsiteX13794" fmla="*/ 7637304 w 10450132"/>
              <a:gd name="connsiteY13794" fmla="*/ 17604 h 5450835"/>
              <a:gd name="connsiteX13795" fmla="*/ 7636516 w 10450132"/>
              <a:gd name="connsiteY13795" fmla="*/ 17144 h 5450835"/>
              <a:gd name="connsiteX13796" fmla="*/ 7631983 w 10450132"/>
              <a:gd name="connsiteY13796" fmla="*/ 9262 h 5450835"/>
              <a:gd name="connsiteX13797" fmla="*/ 7631983 w 10450132"/>
              <a:gd name="connsiteY13797" fmla="*/ 8408 h 5450835"/>
              <a:gd name="connsiteX13798" fmla="*/ 7636516 w 10450132"/>
              <a:gd name="connsiteY13798" fmla="*/ 527 h 5450835"/>
              <a:gd name="connsiteX13799" fmla="*/ 7637304 w 10450132"/>
              <a:gd name="connsiteY13799" fmla="*/ 67 h 5450835"/>
              <a:gd name="connsiteX13800" fmla="*/ 514300 w 10450132"/>
              <a:gd name="connsiteY13800" fmla="*/ 61 h 5450835"/>
              <a:gd name="connsiteX13801" fmla="*/ 523364 w 10450132"/>
              <a:gd name="connsiteY13801" fmla="*/ 61 h 5450835"/>
              <a:gd name="connsiteX13802" fmla="*/ 523380 w 10450132"/>
              <a:gd name="connsiteY13802" fmla="*/ 71 h 5450835"/>
              <a:gd name="connsiteX13803" fmla="*/ 523382 w 10450132"/>
              <a:gd name="connsiteY13803" fmla="*/ 71 h 5450835"/>
              <a:gd name="connsiteX13804" fmla="*/ 524171 w 10450132"/>
              <a:gd name="connsiteY13804" fmla="*/ 531 h 5450835"/>
              <a:gd name="connsiteX13805" fmla="*/ 528702 w 10450132"/>
              <a:gd name="connsiteY13805" fmla="*/ 8412 h 5450835"/>
              <a:gd name="connsiteX13806" fmla="*/ 528702 w 10450132"/>
              <a:gd name="connsiteY13806" fmla="*/ 9265 h 5450835"/>
              <a:gd name="connsiteX13807" fmla="*/ 524171 w 10450132"/>
              <a:gd name="connsiteY13807" fmla="*/ 17149 h 5450835"/>
              <a:gd name="connsiteX13808" fmla="*/ 523382 w 10450132"/>
              <a:gd name="connsiteY13808" fmla="*/ 17608 h 5450835"/>
              <a:gd name="connsiteX13809" fmla="*/ 514319 w 10450132"/>
              <a:gd name="connsiteY13809" fmla="*/ 17608 h 5450835"/>
              <a:gd name="connsiteX13810" fmla="*/ 514302 w 10450132"/>
              <a:gd name="connsiteY13810" fmla="*/ 17599 h 5450835"/>
              <a:gd name="connsiteX13811" fmla="*/ 514300 w 10450132"/>
              <a:gd name="connsiteY13811" fmla="*/ 17599 h 5450835"/>
              <a:gd name="connsiteX13812" fmla="*/ 513512 w 10450132"/>
              <a:gd name="connsiteY13812" fmla="*/ 17139 h 5450835"/>
              <a:gd name="connsiteX13813" fmla="*/ 508979 w 10450132"/>
              <a:gd name="connsiteY13813" fmla="*/ 9256 h 5450835"/>
              <a:gd name="connsiteX13814" fmla="*/ 508979 w 10450132"/>
              <a:gd name="connsiteY13814" fmla="*/ 8403 h 5450835"/>
              <a:gd name="connsiteX13815" fmla="*/ 513512 w 10450132"/>
              <a:gd name="connsiteY13815" fmla="*/ 521 h 5450835"/>
              <a:gd name="connsiteX13816" fmla="*/ 514300 w 10450132"/>
              <a:gd name="connsiteY13816" fmla="*/ 61 h 5450835"/>
              <a:gd name="connsiteX13817" fmla="*/ 1786391 w 10450132"/>
              <a:gd name="connsiteY13817" fmla="*/ 59 h 5450835"/>
              <a:gd name="connsiteX13818" fmla="*/ 1795454 w 10450132"/>
              <a:gd name="connsiteY13818" fmla="*/ 59 h 5450835"/>
              <a:gd name="connsiteX13819" fmla="*/ 1796243 w 10450132"/>
              <a:gd name="connsiteY13819" fmla="*/ 519 h 5450835"/>
              <a:gd name="connsiteX13820" fmla="*/ 1800774 w 10450132"/>
              <a:gd name="connsiteY13820" fmla="*/ 8399 h 5450835"/>
              <a:gd name="connsiteX13821" fmla="*/ 1800774 w 10450132"/>
              <a:gd name="connsiteY13821" fmla="*/ 9254 h 5450835"/>
              <a:gd name="connsiteX13822" fmla="*/ 1796243 w 10450132"/>
              <a:gd name="connsiteY13822" fmla="*/ 17137 h 5450835"/>
              <a:gd name="connsiteX13823" fmla="*/ 1795454 w 10450132"/>
              <a:gd name="connsiteY13823" fmla="*/ 17595 h 5450835"/>
              <a:gd name="connsiteX13824" fmla="*/ 1795355 w 10450132"/>
              <a:gd name="connsiteY13824" fmla="*/ 17595 h 5450835"/>
              <a:gd name="connsiteX13825" fmla="*/ 1795339 w 10450132"/>
              <a:gd name="connsiteY13825" fmla="*/ 17605 h 5450835"/>
              <a:gd name="connsiteX13826" fmla="*/ 1786275 w 10450132"/>
              <a:gd name="connsiteY13826" fmla="*/ 17605 h 5450835"/>
              <a:gd name="connsiteX13827" fmla="*/ 1785487 w 10450132"/>
              <a:gd name="connsiteY13827" fmla="*/ 17145 h 5450835"/>
              <a:gd name="connsiteX13828" fmla="*/ 1780955 w 10450132"/>
              <a:gd name="connsiteY13828" fmla="*/ 9263 h 5450835"/>
              <a:gd name="connsiteX13829" fmla="*/ 1780955 w 10450132"/>
              <a:gd name="connsiteY13829" fmla="*/ 8409 h 5450835"/>
              <a:gd name="connsiteX13830" fmla="*/ 1785487 w 10450132"/>
              <a:gd name="connsiteY13830" fmla="*/ 528 h 5450835"/>
              <a:gd name="connsiteX13831" fmla="*/ 1786275 w 10450132"/>
              <a:gd name="connsiteY13831" fmla="*/ 68 h 5450835"/>
              <a:gd name="connsiteX13832" fmla="*/ 1786376 w 10450132"/>
              <a:gd name="connsiteY13832" fmla="*/ 68 h 5450835"/>
              <a:gd name="connsiteX13833" fmla="*/ 6110888 w 10450132"/>
              <a:gd name="connsiteY13833" fmla="*/ 56 h 5450835"/>
              <a:gd name="connsiteX13834" fmla="*/ 6119953 w 10450132"/>
              <a:gd name="connsiteY13834" fmla="*/ 56 h 5450835"/>
              <a:gd name="connsiteX13835" fmla="*/ 6120740 w 10450132"/>
              <a:gd name="connsiteY13835" fmla="*/ 516 h 5450835"/>
              <a:gd name="connsiteX13836" fmla="*/ 6125272 w 10450132"/>
              <a:gd name="connsiteY13836" fmla="*/ 8397 h 5450835"/>
              <a:gd name="connsiteX13837" fmla="*/ 6125272 w 10450132"/>
              <a:gd name="connsiteY13837" fmla="*/ 9251 h 5450835"/>
              <a:gd name="connsiteX13838" fmla="*/ 6120740 w 10450132"/>
              <a:gd name="connsiteY13838" fmla="*/ 17133 h 5450835"/>
              <a:gd name="connsiteX13839" fmla="*/ 6119953 w 10450132"/>
              <a:gd name="connsiteY13839" fmla="*/ 17593 h 5450835"/>
              <a:gd name="connsiteX13840" fmla="*/ 6110888 w 10450132"/>
              <a:gd name="connsiteY13840" fmla="*/ 17593 h 5450835"/>
              <a:gd name="connsiteX13841" fmla="*/ 6110101 w 10450132"/>
              <a:gd name="connsiteY13841" fmla="*/ 17133 h 5450835"/>
              <a:gd name="connsiteX13842" fmla="*/ 6105567 w 10450132"/>
              <a:gd name="connsiteY13842" fmla="*/ 9251 h 5450835"/>
              <a:gd name="connsiteX13843" fmla="*/ 6105567 w 10450132"/>
              <a:gd name="connsiteY13843" fmla="*/ 8397 h 5450835"/>
              <a:gd name="connsiteX13844" fmla="*/ 6110101 w 10450132"/>
              <a:gd name="connsiteY13844" fmla="*/ 516 h 5450835"/>
              <a:gd name="connsiteX13845" fmla="*/ 6110888 w 10450132"/>
              <a:gd name="connsiteY13845" fmla="*/ 56 h 5450835"/>
              <a:gd name="connsiteX13846" fmla="*/ 3821474 w 10450132"/>
              <a:gd name="connsiteY13846" fmla="*/ 55 h 5450835"/>
              <a:gd name="connsiteX13847" fmla="*/ 3830539 w 10450132"/>
              <a:gd name="connsiteY13847" fmla="*/ 55 h 5450835"/>
              <a:gd name="connsiteX13848" fmla="*/ 3831326 w 10450132"/>
              <a:gd name="connsiteY13848" fmla="*/ 515 h 5450835"/>
              <a:gd name="connsiteX13849" fmla="*/ 3835860 w 10450132"/>
              <a:gd name="connsiteY13849" fmla="*/ 8396 h 5450835"/>
              <a:gd name="connsiteX13850" fmla="*/ 3835860 w 10450132"/>
              <a:gd name="connsiteY13850" fmla="*/ 9250 h 5450835"/>
              <a:gd name="connsiteX13851" fmla="*/ 3831326 w 10450132"/>
              <a:gd name="connsiteY13851" fmla="*/ 17132 h 5450835"/>
              <a:gd name="connsiteX13852" fmla="*/ 3830539 w 10450132"/>
              <a:gd name="connsiteY13852" fmla="*/ 17592 h 5450835"/>
              <a:gd name="connsiteX13853" fmla="*/ 3821474 w 10450132"/>
              <a:gd name="connsiteY13853" fmla="*/ 17592 h 5450835"/>
              <a:gd name="connsiteX13854" fmla="*/ 3820685 w 10450132"/>
              <a:gd name="connsiteY13854" fmla="*/ 17132 h 5450835"/>
              <a:gd name="connsiteX13855" fmla="*/ 3816153 w 10450132"/>
              <a:gd name="connsiteY13855" fmla="*/ 9250 h 5450835"/>
              <a:gd name="connsiteX13856" fmla="*/ 3816153 w 10450132"/>
              <a:gd name="connsiteY13856" fmla="*/ 8396 h 5450835"/>
              <a:gd name="connsiteX13857" fmla="*/ 3820685 w 10450132"/>
              <a:gd name="connsiteY13857" fmla="*/ 515 h 5450835"/>
              <a:gd name="connsiteX13858" fmla="*/ 3821474 w 10450132"/>
              <a:gd name="connsiteY13858" fmla="*/ 55 h 5450835"/>
              <a:gd name="connsiteX13859" fmla="*/ 7382923 w 10450132"/>
              <a:gd name="connsiteY13859" fmla="*/ 54 h 5450835"/>
              <a:gd name="connsiteX13860" fmla="*/ 7391987 w 10450132"/>
              <a:gd name="connsiteY13860" fmla="*/ 54 h 5450835"/>
              <a:gd name="connsiteX13861" fmla="*/ 7392775 w 10450132"/>
              <a:gd name="connsiteY13861" fmla="*/ 514 h 5450835"/>
              <a:gd name="connsiteX13862" fmla="*/ 7397307 w 10450132"/>
              <a:gd name="connsiteY13862" fmla="*/ 8395 h 5450835"/>
              <a:gd name="connsiteX13863" fmla="*/ 7397307 w 10450132"/>
              <a:gd name="connsiteY13863" fmla="*/ 9249 h 5450835"/>
              <a:gd name="connsiteX13864" fmla="*/ 7392775 w 10450132"/>
              <a:gd name="connsiteY13864" fmla="*/ 17131 h 5450835"/>
              <a:gd name="connsiteX13865" fmla="*/ 7391987 w 10450132"/>
              <a:gd name="connsiteY13865" fmla="*/ 17591 h 5450835"/>
              <a:gd name="connsiteX13866" fmla="*/ 7382923 w 10450132"/>
              <a:gd name="connsiteY13866" fmla="*/ 17591 h 5450835"/>
              <a:gd name="connsiteX13867" fmla="*/ 7382135 w 10450132"/>
              <a:gd name="connsiteY13867" fmla="*/ 17131 h 5450835"/>
              <a:gd name="connsiteX13868" fmla="*/ 7377602 w 10450132"/>
              <a:gd name="connsiteY13868" fmla="*/ 9249 h 5450835"/>
              <a:gd name="connsiteX13869" fmla="*/ 7377602 w 10450132"/>
              <a:gd name="connsiteY13869" fmla="*/ 8395 h 5450835"/>
              <a:gd name="connsiteX13870" fmla="*/ 7382135 w 10450132"/>
              <a:gd name="connsiteY13870" fmla="*/ 514 h 5450835"/>
              <a:gd name="connsiteX13871" fmla="*/ 7382923 w 10450132"/>
              <a:gd name="connsiteY13871" fmla="*/ 54 h 5450835"/>
              <a:gd name="connsiteX13872" fmla="*/ 10181242 w 10450132"/>
              <a:gd name="connsiteY13872" fmla="*/ 46 h 5450835"/>
              <a:gd name="connsiteX13873" fmla="*/ 10190305 w 10450132"/>
              <a:gd name="connsiteY13873" fmla="*/ 46 h 5450835"/>
              <a:gd name="connsiteX13874" fmla="*/ 10191093 w 10450132"/>
              <a:gd name="connsiteY13874" fmla="*/ 506 h 5450835"/>
              <a:gd name="connsiteX13875" fmla="*/ 10195626 w 10450132"/>
              <a:gd name="connsiteY13875" fmla="*/ 8387 h 5450835"/>
              <a:gd name="connsiteX13876" fmla="*/ 10195626 w 10450132"/>
              <a:gd name="connsiteY13876" fmla="*/ 8398 h 5450835"/>
              <a:gd name="connsiteX13877" fmla="*/ 10195626 w 10450132"/>
              <a:gd name="connsiteY13877" fmla="*/ 9241 h 5450835"/>
              <a:gd name="connsiteX13878" fmla="*/ 10195626 w 10450132"/>
              <a:gd name="connsiteY13878" fmla="*/ 9251 h 5450835"/>
              <a:gd name="connsiteX13879" fmla="*/ 10191093 w 10450132"/>
              <a:gd name="connsiteY13879" fmla="*/ 17135 h 5450835"/>
              <a:gd name="connsiteX13880" fmla="*/ 10190305 w 10450132"/>
              <a:gd name="connsiteY13880" fmla="*/ 17593 h 5450835"/>
              <a:gd name="connsiteX13881" fmla="*/ 10181242 w 10450132"/>
              <a:gd name="connsiteY13881" fmla="*/ 17593 h 5450835"/>
              <a:gd name="connsiteX13882" fmla="*/ 10180453 w 10450132"/>
              <a:gd name="connsiteY13882" fmla="*/ 17135 h 5450835"/>
              <a:gd name="connsiteX13883" fmla="*/ 10175922 w 10450132"/>
              <a:gd name="connsiteY13883" fmla="*/ 9251 h 5450835"/>
              <a:gd name="connsiteX13884" fmla="*/ 10175922 w 10450132"/>
              <a:gd name="connsiteY13884" fmla="*/ 9241 h 5450835"/>
              <a:gd name="connsiteX13885" fmla="*/ 10175922 w 10450132"/>
              <a:gd name="connsiteY13885" fmla="*/ 8398 h 5450835"/>
              <a:gd name="connsiteX13886" fmla="*/ 10175922 w 10450132"/>
              <a:gd name="connsiteY13886" fmla="*/ 8387 h 5450835"/>
              <a:gd name="connsiteX13887" fmla="*/ 10180453 w 10450132"/>
              <a:gd name="connsiteY13887" fmla="*/ 506 h 5450835"/>
              <a:gd name="connsiteX13888" fmla="*/ 10181242 w 10450132"/>
              <a:gd name="connsiteY13888" fmla="*/ 46 h 5450835"/>
              <a:gd name="connsiteX13889" fmla="*/ 4838919 w 10450132"/>
              <a:gd name="connsiteY13889" fmla="*/ 40 h 5450835"/>
              <a:gd name="connsiteX13890" fmla="*/ 4847982 w 10450132"/>
              <a:gd name="connsiteY13890" fmla="*/ 40 h 5450835"/>
              <a:gd name="connsiteX13891" fmla="*/ 4848772 w 10450132"/>
              <a:gd name="connsiteY13891" fmla="*/ 499 h 5450835"/>
              <a:gd name="connsiteX13892" fmla="*/ 4853303 w 10450132"/>
              <a:gd name="connsiteY13892" fmla="*/ 8381 h 5450835"/>
              <a:gd name="connsiteX13893" fmla="*/ 4853303 w 10450132"/>
              <a:gd name="connsiteY13893" fmla="*/ 9235 h 5450835"/>
              <a:gd name="connsiteX13894" fmla="*/ 4848772 w 10450132"/>
              <a:gd name="connsiteY13894" fmla="*/ 17117 h 5450835"/>
              <a:gd name="connsiteX13895" fmla="*/ 4847982 w 10450132"/>
              <a:gd name="connsiteY13895" fmla="*/ 17577 h 5450835"/>
              <a:gd name="connsiteX13896" fmla="*/ 4838919 w 10450132"/>
              <a:gd name="connsiteY13896" fmla="*/ 17577 h 5450835"/>
              <a:gd name="connsiteX13897" fmla="*/ 4838132 w 10450132"/>
              <a:gd name="connsiteY13897" fmla="*/ 17117 h 5450835"/>
              <a:gd name="connsiteX13898" fmla="*/ 4833598 w 10450132"/>
              <a:gd name="connsiteY13898" fmla="*/ 9235 h 5450835"/>
              <a:gd name="connsiteX13899" fmla="*/ 4833598 w 10450132"/>
              <a:gd name="connsiteY13899" fmla="*/ 8381 h 5450835"/>
              <a:gd name="connsiteX13900" fmla="*/ 4838132 w 10450132"/>
              <a:gd name="connsiteY13900" fmla="*/ 499 h 5450835"/>
              <a:gd name="connsiteX13901" fmla="*/ 4838919 w 10450132"/>
              <a:gd name="connsiteY13901" fmla="*/ 40 h 5450835"/>
              <a:gd name="connsiteX13902" fmla="*/ 2549430 w 10450132"/>
              <a:gd name="connsiteY13902" fmla="*/ 37 h 5450835"/>
              <a:gd name="connsiteX13903" fmla="*/ 2558495 w 10450132"/>
              <a:gd name="connsiteY13903" fmla="*/ 37 h 5450835"/>
              <a:gd name="connsiteX13904" fmla="*/ 2559283 w 10450132"/>
              <a:gd name="connsiteY13904" fmla="*/ 497 h 5450835"/>
              <a:gd name="connsiteX13905" fmla="*/ 2563815 w 10450132"/>
              <a:gd name="connsiteY13905" fmla="*/ 8379 h 5450835"/>
              <a:gd name="connsiteX13906" fmla="*/ 2563815 w 10450132"/>
              <a:gd name="connsiteY13906" fmla="*/ 9232 h 5450835"/>
              <a:gd name="connsiteX13907" fmla="*/ 2559283 w 10450132"/>
              <a:gd name="connsiteY13907" fmla="*/ 17115 h 5450835"/>
              <a:gd name="connsiteX13908" fmla="*/ 2558495 w 10450132"/>
              <a:gd name="connsiteY13908" fmla="*/ 17575 h 5450835"/>
              <a:gd name="connsiteX13909" fmla="*/ 2549430 w 10450132"/>
              <a:gd name="connsiteY13909" fmla="*/ 17575 h 5450835"/>
              <a:gd name="connsiteX13910" fmla="*/ 2548642 w 10450132"/>
              <a:gd name="connsiteY13910" fmla="*/ 17115 h 5450835"/>
              <a:gd name="connsiteX13911" fmla="*/ 2544110 w 10450132"/>
              <a:gd name="connsiteY13911" fmla="*/ 9232 h 5450835"/>
              <a:gd name="connsiteX13912" fmla="*/ 2544110 w 10450132"/>
              <a:gd name="connsiteY13912" fmla="*/ 8379 h 5450835"/>
              <a:gd name="connsiteX13913" fmla="*/ 2548642 w 10450132"/>
              <a:gd name="connsiteY13913" fmla="*/ 497 h 5450835"/>
              <a:gd name="connsiteX13914" fmla="*/ 2549430 w 10450132"/>
              <a:gd name="connsiteY13914" fmla="*/ 37 h 5450835"/>
              <a:gd name="connsiteX13915" fmla="*/ 1531844 w 10450132"/>
              <a:gd name="connsiteY13915" fmla="*/ 37 h 5450835"/>
              <a:gd name="connsiteX13916" fmla="*/ 1540907 w 10450132"/>
              <a:gd name="connsiteY13916" fmla="*/ 37 h 5450835"/>
              <a:gd name="connsiteX13917" fmla="*/ 1540917 w 10450132"/>
              <a:gd name="connsiteY13917" fmla="*/ 44 h 5450835"/>
              <a:gd name="connsiteX13918" fmla="*/ 1540985 w 10450132"/>
              <a:gd name="connsiteY13918" fmla="*/ 44 h 5450835"/>
              <a:gd name="connsiteX13919" fmla="*/ 1541772 w 10450132"/>
              <a:gd name="connsiteY13919" fmla="*/ 504 h 5450835"/>
              <a:gd name="connsiteX13920" fmla="*/ 1546305 w 10450132"/>
              <a:gd name="connsiteY13920" fmla="*/ 8385 h 5450835"/>
              <a:gd name="connsiteX13921" fmla="*/ 1546305 w 10450132"/>
              <a:gd name="connsiteY13921" fmla="*/ 9239 h 5450835"/>
              <a:gd name="connsiteX13922" fmla="*/ 1541772 w 10450132"/>
              <a:gd name="connsiteY13922" fmla="*/ 17121 h 5450835"/>
              <a:gd name="connsiteX13923" fmla="*/ 1540985 w 10450132"/>
              <a:gd name="connsiteY13923" fmla="*/ 17581 h 5450835"/>
              <a:gd name="connsiteX13924" fmla="*/ 1531920 w 10450132"/>
              <a:gd name="connsiteY13924" fmla="*/ 17581 h 5450835"/>
              <a:gd name="connsiteX13925" fmla="*/ 1531909 w 10450132"/>
              <a:gd name="connsiteY13925" fmla="*/ 17575 h 5450835"/>
              <a:gd name="connsiteX13926" fmla="*/ 1531844 w 10450132"/>
              <a:gd name="connsiteY13926" fmla="*/ 17575 h 5450835"/>
              <a:gd name="connsiteX13927" fmla="*/ 1531054 w 10450132"/>
              <a:gd name="connsiteY13927" fmla="*/ 17115 h 5450835"/>
              <a:gd name="connsiteX13928" fmla="*/ 1526522 w 10450132"/>
              <a:gd name="connsiteY13928" fmla="*/ 9232 h 5450835"/>
              <a:gd name="connsiteX13929" fmla="*/ 1526522 w 10450132"/>
              <a:gd name="connsiteY13929" fmla="*/ 8379 h 5450835"/>
              <a:gd name="connsiteX13930" fmla="*/ 1531054 w 10450132"/>
              <a:gd name="connsiteY13930" fmla="*/ 497 h 5450835"/>
              <a:gd name="connsiteX13931" fmla="*/ 1531844 w 10450132"/>
              <a:gd name="connsiteY13931" fmla="*/ 37 h 5450835"/>
              <a:gd name="connsiteX13932" fmla="*/ 5602126 w 10450132"/>
              <a:gd name="connsiteY13932" fmla="*/ 35 h 5450835"/>
              <a:gd name="connsiteX13933" fmla="*/ 5611191 w 10450132"/>
              <a:gd name="connsiteY13933" fmla="*/ 35 h 5450835"/>
              <a:gd name="connsiteX13934" fmla="*/ 5611979 w 10450132"/>
              <a:gd name="connsiteY13934" fmla="*/ 495 h 5450835"/>
              <a:gd name="connsiteX13935" fmla="*/ 5616511 w 10450132"/>
              <a:gd name="connsiteY13935" fmla="*/ 8376 h 5450835"/>
              <a:gd name="connsiteX13936" fmla="*/ 5616511 w 10450132"/>
              <a:gd name="connsiteY13936" fmla="*/ 9230 h 5450835"/>
              <a:gd name="connsiteX13937" fmla="*/ 5611979 w 10450132"/>
              <a:gd name="connsiteY13937" fmla="*/ 17113 h 5450835"/>
              <a:gd name="connsiteX13938" fmla="*/ 5611191 w 10450132"/>
              <a:gd name="connsiteY13938" fmla="*/ 17572 h 5450835"/>
              <a:gd name="connsiteX13939" fmla="*/ 5602126 w 10450132"/>
              <a:gd name="connsiteY13939" fmla="*/ 17572 h 5450835"/>
              <a:gd name="connsiteX13940" fmla="*/ 5601338 w 10450132"/>
              <a:gd name="connsiteY13940" fmla="*/ 17113 h 5450835"/>
              <a:gd name="connsiteX13941" fmla="*/ 5596807 w 10450132"/>
              <a:gd name="connsiteY13941" fmla="*/ 9230 h 5450835"/>
              <a:gd name="connsiteX13942" fmla="*/ 5596807 w 10450132"/>
              <a:gd name="connsiteY13942" fmla="*/ 8376 h 5450835"/>
              <a:gd name="connsiteX13943" fmla="*/ 5601338 w 10450132"/>
              <a:gd name="connsiteY13943" fmla="*/ 495 h 5450835"/>
              <a:gd name="connsiteX13944" fmla="*/ 5602126 w 10450132"/>
              <a:gd name="connsiteY13944" fmla="*/ 35 h 5450835"/>
              <a:gd name="connsiteX13945" fmla="*/ 5486 w 10450132"/>
              <a:gd name="connsiteY13945" fmla="*/ 33 h 5450835"/>
              <a:gd name="connsiteX13946" fmla="*/ 14550 w 10450132"/>
              <a:gd name="connsiteY13946" fmla="*/ 33 h 5450835"/>
              <a:gd name="connsiteX13947" fmla="*/ 15338 w 10450132"/>
              <a:gd name="connsiteY13947" fmla="*/ 493 h 5450835"/>
              <a:gd name="connsiteX13948" fmla="*/ 15363 w 10450132"/>
              <a:gd name="connsiteY13948" fmla="*/ 537 h 5450835"/>
              <a:gd name="connsiteX13949" fmla="*/ 15388 w 10450132"/>
              <a:gd name="connsiteY13949" fmla="*/ 551 h 5450835"/>
              <a:gd name="connsiteX13950" fmla="*/ 19920 w 10450132"/>
              <a:gd name="connsiteY13950" fmla="*/ 8432 h 5450835"/>
              <a:gd name="connsiteX13951" fmla="*/ 19920 w 10450132"/>
              <a:gd name="connsiteY13951" fmla="*/ 9286 h 5450835"/>
              <a:gd name="connsiteX13952" fmla="*/ 15388 w 10450132"/>
              <a:gd name="connsiteY13952" fmla="*/ 17169 h 5450835"/>
              <a:gd name="connsiteX13953" fmla="*/ 14600 w 10450132"/>
              <a:gd name="connsiteY13953" fmla="*/ 17627 h 5450835"/>
              <a:gd name="connsiteX13954" fmla="*/ 5537 w 10450132"/>
              <a:gd name="connsiteY13954" fmla="*/ 17627 h 5450835"/>
              <a:gd name="connsiteX13955" fmla="*/ 4749 w 10450132"/>
              <a:gd name="connsiteY13955" fmla="*/ 17169 h 5450835"/>
              <a:gd name="connsiteX13956" fmla="*/ 4723 w 10450132"/>
              <a:gd name="connsiteY13956" fmla="*/ 17126 h 5450835"/>
              <a:gd name="connsiteX13957" fmla="*/ 4697 w 10450132"/>
              <a:gd name="connsiteY13957" fmla="*/ 17110 h 5450835"/>
              <a:gd name="connsiteX13958" fmla="*/ 165 w 10450132"/>
              <a:gd name="connsiteY13958" fmla="*/ 9227 h 5450835"/>
              <a:gd name="connsiteX13959" fmla="*/ 165 w 10450132"/>
              <a:gd name="connsiteY13959" fmla="*/ 8373 h 5450835"/>
              <a:gd name="connsiteX13960" fmla="*/ 4697 w 10450132"/>
              <a:gd name="connsiteY13960" fmla="*/ 493 h 5450835"/>
              <a:gd name="connsiteX13961" fmla="*/ 5486 w 10450132"/>
              <a:gd name="connsiteY13961" fmla="*/ 33 h 5450835"/>
              <a:gd name="connsiteX13962" fmla="*/ 5347746 w 10450132"/>
              <a:gd name="connsiteY13962" fmla="*/ 32 h 5450835"/>
              <a:gd name="connsiteX13963" fmla="*/ 5356810 w 10450132"/>
              <a:gd name="connsiteY13963" fmla="*/ 32 h 5450835"/>
              <a:gd name="connsiteX13964" fmla="*/ 5357598 w 10450132"/>
              <a:gd name="connsiteY13964" fmla="*/ 492 h 5450835"/>
              <a:gd name="connsiteX13965" fmla="*/ 5362130 w 10450132"/>
              <a:gd name="connsiteY13965" fmla="*/ 8373 h 5450835"/>
              <a:gd name="connsiteX13966" fmla="*/ 5362130 w 10450132"/>
              <a:gd name="connsiteY13966" fmla="*/ 9227 h 5450835"/>
              <a:gd name="connsiteX13967" fmla="*/ 5357598 w 10450132"/>
              <a:gd name="connsiteY13967" fmla="*/ 17109 h 5450835"/>
              <a:gd name="connsiteX13968" fmla="*/ 5356810 w 10450132"/>
              <a:gd name="connsiteY13968" fmla="*/ 17569 h 5450835"/>
              <a:gd name="connsiteX13969" fmla="*/ 5347746 w 10450132"/>
              <a:gd name="connsiteY13969" fmla="*/ 17569 h 5450835"/>
              <a:gd name="connsiteX13970" fmla="*/ 5346958 w 10450132"/>
              <a:gd name="connsiteY13970" fmla="*/ 17109 h 5450835"/>
              <a:gd name="connsiteX13971" fmla="*/ 5342425 w 10450132"/>
              <a:gd name="connsiteY13971" fmla="*/ 9227 h 5450835"/>
              <a:gd name="connsiteX13972" fmla="*/ 5342425 w 10450132"/>
              <a:gd name="connsiteY13972" fmla="*/ 8373 h 5450835"/>
              <a:gd name="connsiteX13973" fmla="*/ 5346958 w 10450132"/>
              <a:gd name="connsiteY13973" fmla="*/ 492 h 5450835"/>
              <a:gd name="connsiteX13974" fmla="*/ 5347746 w 10450132"/>
              <a:gd name="connsiteY13974" fmla="*/ 32 h 5450835"/>
              <a:gd name="connsiteX13975" fmla="*/ 2040642 w 10450132"/>
              <a:gd name="connsiteY13975" fmla="*/ 28 h 5450835"/>
              <a:gd name="connsiteX13976" fmla="*/ 2049706 w 10450132"/>
              <a:gd name="connsiteY13976" fmla="*/ 28 h 5450835"/>
              <a:gd name="connsiteX13977" fmla="*/ 2049801 w 10450132"/>
              <a:gd name="connsiteY13977" fmla="*/ 83 h 5450835"/>
              <a:gd name="connsiteX13978" fmla="*/ 2049858 w 10450132"/>
              <a:gd name="connsiteY13978" fmla="*/ 83 h 5450835"/>
              <a:gd name="connsiteX13979" fmla="*/ 2050646 w 10450132"/>
              <a:gd name="connsiteY13979" fmla="*/ 543 h 5450835"/>
              <a:gd name="connsiteX13980" fmla="*/ 2055178 w 10450132"/>
              <a:gd name="connsiteY13980" fmla="*/ 8424 h 5450835"/>
              <a:gd name="connsiteX13981" fmla="*/ 2055178 w 10450132"/>
              <a:gd name="connsiteY13981" fmla="*/ 9278 h 5450835"/>
              <a:gd name="connsiteX13982" fmla="*/ 2050646 w 10450132"/>
              <a:gd name="connsiteY13982" fmla="*/ 17161 h 5450835"/>
              <a:gd name="connsiteX13983" fmla="*/ 2049858 w 10450132"/>
              <a:gd name="connsiteY13983" fmla="*/ 17620 h 5450835"/>
              <a:gd name="connsiteX13984" fmla="*/ 2040793 w 10450132"/>
              <a:gd name="connsiteY13984" fmla="*/ 17620 h 5450835"/>
              <a:gd name="connsiteX13985" fmla="*/ 2040699 w 10450132"/>
              <a:gd name="connsiteY13985" fmla="*/ 17565 h 5450835"/>
              <a:gd name="connsiteX13986" fmla="*/ 2040642 w 10450132"/>
              <a:gd name="connsiteY13986" fmla="*/ 17565 h 5450835"/>
              <a:gd name="connsiteX13987" fmla="*/ 2039855 w 10450132"/>
              <a:gd name="connsiteY13987" fmla="*/ 17105 h 5450835"/>
              <a:gd name="connsiteX13988" fmla="*/ 2035321 w 10450132"/>
              <a:gd name="connsiteY13988" fmla="*/ 9222 h 5450835"/>
              <a:gd name="connsiteX13989" fmla="*/ 2035321 w 10450132"/>
              <a:gd name="connsiteY13989" fmla="*/ 8369 h 5450835"/>
              <a:gd name="connsiteX13990" fmla="*/ 2039855 w 10450132"/>
              <a:gd name="connsiteY13990" fmla="*/ 487 h 5450835"/>
              <a:gd name="connsiteX13991" fmla="*/ 2040642 w 10450132"/>
              <a:gd name="connsiteY13991" fmla="*/ 28 h 5450835"/>
              <a:gd name="connsiteX13992" fmla="*/ 1277496 w 10450132"/>
              <a:gd name="connsiteY13992" fmla="*/ 21 h 5450835"/>
              <a:gd name="connsiteX13993" fmla="*/ 1286560 w 10450132"/>
              <a:gd name="connsiteY13993" fmla="*/ 21 h 5450835"/>
              <a:gd name="connsiteX13994" fmla="*/ 1287349 w 10450132"/>
              <a:gd name="connsiteY13994" fmla="*/ 481 h 5450835"/>
              <a:gd name="connsiteX13995" fmla="*/ 1291879 w 10450132"/>
              <a:gd name="connsiteY13995" fmla="*/ 8362 h 5450835"/>
              <a:gd name="connsiteX13996" fmla="*/ 1291879 w 10450132"/>
              <a:gd name="connsiteY13996" fmla="*/ 9216 h 5450835"/>
              <a:gd name="connsiteX13997" fmla="*/ 1287349 w 10450132"/>
              <a:gd name="connsiteY13997" fmla="*/ 17098 h 5450835"/>
              <a:gd name="connsiteX13998" fmla="*/ 1286560 w 10450132"/>
              <a:gd name="connsiteY13998" fmla="*/ 17558 h 5450835"/>
              <a:gd name="connsiteX13999" fmla="*/ 1286509 w 10450132"/>
              <a:gd name="connsiteY13999" fmla="*/ 17558 h 5450835"/>
              <a:gd name="connsiteX14000" fmla="*/ 1286504 w 10450132"/>
              <a:gd name="connsiteY14000" fmla="*/ 17562 h 5450835"/>
              <a:gd name="connsiteX14001" fmla="*/ 1277438 w 10450132"/>
              <a:gd name="connsiteY14001" fmla="*/ 17562 h 5450835"/>
              <a:gd name="connsiteX14002" fmla="*/ 1276650 w 10450132"/>
              <a:gd name="connsiteY14002" fmla="*/ 17103 h 5450835"/>
              <a:gd name="connsiteX14003" fmla="*/ 1272119 w 10450132"/>
              <a:gd name="connsiteY14003" fmla="*/ 9220 h 5450835"/>
              <a:gd name="connsiteX14004" fmla="*/ 1272119 w 10450132"/>
              <a:gd name="connsiteY14004" fmla="*/ 8366 h 5450835"/>
              <a:gd name="connsiteX14005" fmla="*/ 1276650 w 10450132"/>
              <a:gd name="connsiteY14005" fmla="*/ 485 h 5450835"/>
              <a:gd name="connsiteX14006" fmla="*/ 1277438 w 10450132"/>
              <a:gd name="connsiteY14006" fmla="*/ 25 h 5450835"/>
              <a:gd name="connsiteX14007" fmla="*/ 1277488 w 10450132"/>
              <a:gd name="connsiteY14007" fmla="*/ 25 h 5450835"/>
              <a:gd name="connsiteX14008" fmla="*/ 10435622 w 10450132"/>
              <a:gd name="connsiteY14008" fmla="*/ 20 h 5450835"/>
              <a:gd name="connsiteX14009" fmla="*/ 10444686 w 10450132"/>
              <a:gd name="connsiteY14009" fmla="*/ 20 h 5450835"/>
              <a:gd name="connsiteX14010" fmla="*/ 10445474 w 10450132"/>
              <a:gd name="connsiteY14010" fmla="*/ 480 h 5450835"/>
              <a:gd name="connsiteX14011" fmla="*/ 10445481 w 10450132"/>
              <a:gd name="connsiteY14011" fmla="*/ 492 h 5450835"/>
              <a:gd name="connsiteX14012" fmla="*/ 10445540 w 10450132"/>
              <a:gd name="connsiteY14012" fmla="*/ 527 h 5450835"/>
              <a:gd name="connsiteX14013" fmla="*/ 10450073 w 10450132"/>
              <a:gd name="connsiteY14013" fmla="*/ 8408 h 5450835"/>
              <a:gd name="connsiteX14014" fmla="*/ 10450073 w 10450132"/>
              <a:gd name="connsiteY14014" fmla="*/ 9262 h 5450835"/>
              <a:gd name="connsiteX14015" fmla="*/ 10445540 w 10450132"/>
              <a:gd name="connsiteY14015" fmla="*/ 17144 h 5450835"/>
              <a:gd name="connsiteX14016" fmla="*/ 10444752 w 10450132"/>
              <a:gd name="connsiteY14016" fmla="*/ 17604 h 5450835"/>
              <a:gd name="connsiteX14017" fmla="*/ 10435688 w 10450132"/>
              <a:gd name="connsiteY14017" fmla="*/ 17604 h 5450835"/>
              <a:gd name="connsiteX14018" fmla="*/ 10434900 w 10450132"/>
              <a:gd name="connsiteY14018" fmla="*/ 17144 h 5450835"/>
              <a:gd name="connsiteX14019" fmla="*/ 10434893 w 10450132"/>
              <a:gd name="connsiteY14019" fmla="*/ 17132 h 5450835"/>
              <a:gd name="connsiteX14020" fmla="*/ 10434834 w 10450132"/>
              <a:gd name="connsiteY14020" fmla="*/ 17097 h 5450835"/>
              <a:gd name="connsiteX14021" fmla="*/ 10430302 w 10450132"/>
              <a:gd name="connsiteY14021" fmla="*/ 9215 h 5450835"/>
              <a:gd name="connsiteX14022" fmla="*/ 10430302 w 10450132"/>
              <a:gd name="connsiteY14022" fmla="*/ 8361 h 5450835"/>
              <a:gd name="connsiteX14023" fmla="*/ 10434834 w 10450132"/>
              <a:gd name="connsiteY14023" fmla="*/ 480 h 5450835"/>
              <a:gd name="connsiteX14024" fmla="*/ 10435622 w 10450132"/>
              <a:gd name="connsiteY14024" fmla="*/ 20 h 5450835"/>
              <a:gd name="connsiteX14025" fmla="*/ 9418035 w 10450132"/>
              <a:gd name="connsiteY14025" fmla="*/ 20 h 5450835"/>
              <a:gd name="connsiteX14026" fmla="*/ 9427099 w 10450132"/>
              <a:gd name="connsiteY14026" fmla="*/ 20 h 5450835"/>
              <a:gd name="connsiteX14027" fmla="*/ 9427887 w 10450132"/>
              <a:gd name="connsiteY14027" fmla="*/ 480 h 5450835"/>
              <a:gd name="connsiteX14028" fmla="*/ 9432419 w 10450132"/>
              <a:gd name="connsiteY14028" fmla="*/ 8361 h 5450835"/>
              <a:gd name="connsiteX14029" fmla="*/ 9432419 w 10450132"/>
              <a:gd name="connsiteY14029" fmla="*/ 9215 h 5450835"/>
              <a:gd name="connsiteX14030" fmla="*/ 9427887 w 10450132"/>
              <a:gd name="connsiteY14030" fmla="*/ 17097 h 5450835"/>
              <a:gd name="connsiteX14031" fmla="*/ 9427099 w 10450132"/>
              <a:gd name="connsiteY14031" fmla="*/ 17557 h 5450835"/>
              <a:gd name="connsiteX14032" fmla="*/ 9418035 w 10450132"/>
              <a:gd name="connsiteY14032" fmla="*/ 17557 h 5450835"/>
              <a:gd name="connsiteX14033" fmla="*/ 9417247 w 10450132"/>
              <a:gd name="connsiteY14033" fmla="*/ 17097 h 5450835"/>
              <a:gd name="connsiteX14034" fmla="*/ 9412714 w 10450132"/>
              <a:gd name="connsiteY14034" fmla="*/ 9215 h 5450835"/>
              <a:gd name="connsiteX14035" fmla="*/ 9412714 w 10450132"/>
              <a:gd name="connsiteY14035" fmla="*/ 8361 h 5450835"/>
              <a:gd name="connsiteX14036" fmla="*/ 9417247 w 10450132"/>
              <a:gd name="connsiteY14036" fmla="*/ 480 h 5450835"/>
              <a:gd name="connsiteX14037" fmla="*/ 9418035 w 10450132"/>
              <a:gd name="connsiteY14037" fmla="*/ 20 h 5450835"/>
              <a:gd name="connsiteX14038" fmla="*/ 6365334 w 10450132"/>
              <a:gd name="connsiteY14038" fmla="*/ 14 h 5450835"/>
              <a:gd name="connsiteX14039" fmla="*/ 6374397 w 10450132"/>
              <a:gd name="connsiteY14039" fmla="*/ 14 h 5450835"/>
              <a:gd name="connsiteX14040" fmla="*/ 6375186 w 10450132"/>
              <a:gd name="connsiteY14040" fmla="*/ 474 h 5450835"/>
              <a:gd name="connsiteX14041" fmla="*/ 6379718 w 10450132"/>
              <a:gd name="connsiteY14041" fmla="*/ 8356 h 5450835"/>
              <a:gd name="connsiteX14042" fmla="*/ 6379718 w 10450132"/>
              <a:gd name="connsiteY14042" fmla="*/ 9209 h 5450835"/>
              <a:gd name="connsiteX14043" fmla="*/ 6375186 w 10450132"/>
              <a:gd name="connsiteY14043" fmla="*/ 17092 h 5450835"/>
              <a:gd name="connsiteX14044" fmla="*/ 6374397 w 10450132"/>
              <a:gd name="connsiteY14044" fmla="*/ 17552 h 5450835"/>
              <a:gd name="connsiteX14045" fmla="*/ 6365334 w 10450132"/>
              <a:gd name="connsiteY14045" fmla="*/ 17552 h 5450835"/>
              <a:gd name="connsiteX14046" fmla="*/ 6364546 w 10450132"/>
              <a:gd name="connsiteY14046" fmla="*/ 17092 h 5450835"/>
              <a:gd name="connsiteX14047" fmla="*/ 6360014 w 10450132"/>
              <a:gd name="connsiteY14047" fmla="*/ 9209 h 5450835"/>
              <a:gd name="connsiteX14048" fmla="*/ 6360014 w 10450132"/>
              <a:gd name="connsiteY14048" fmla="*/ 8356 h 5450835"/>
              <a:gd name="connsiteX14049" fmla="*/ 6364546 w 10450132"/>
              <a:gd name="connsiteY14049" fmla="*/ 474 h 5450835"/>
              <a:gd name="connsiteX14050" fmla="*/ 6365334 w 10450132"/>
              <a:gd name="connsiteY14050" fmla="*/ 14 h 5450835"/>
              <a:gd name="connsiteX14051" fmla="*/ 6619714 w 10450132"/>
              <a:gd name="connsiteY14051" fmla="*/ 11 h 5450835"/>
              <a:gd name="connsiteX14052" fmla="*/ 6628778 w 10450132"/>
              <a:gd name="connsiteY14052" fmla="*/ 11 h 5450835"/>
              <a:gd name="connsiteX14053" fmla="*/ 6629566 w 10450132"/>
              <a:gd name="connsiteY14053" fmla="*/ 471 h 5450835"/>
              <a:gd name="connsiteX14054" fmla="*/ 6634099 w 10450132"/>
              <a:gd name="connsiteY14054" fmla="*/ 8352 h 5450835"/>
              <a:gd name="connsiteX14055" fmla="*/ 6634099 w 10450132"/>
              <a:gd name="connsiteY14055" fmla="*/ 9206 h 5450835"/>
              <a:gd name="connsiteX14056" fmla="*/ 6629566 w 10450132"/>
              <a:gd name="connsiteY14056" fmla="*/ 17089 h 5450835"/>
              <a:gd name="connsiteX14057" fmla="*/ 6628778 w 10450132"/>
              <a:gd name="connsiteY14057" fmla="*/ 17548 h 5450835"/>
              <a:gd name="connsiteX14058" fmla="*/ 6619714 w 10450132"/>
              <a:gd name="connsiteY14058" fmla="*/ 17548 h 5450835"/>
              <a:gd name="connsiteX14059" fmla="*/ 6618926 w 10450132"/>
              <a:gd name="connsiteY14059" fmla="*/ 17089 h 5450835"/>
              <a:gd name="connsiteX14060" fmla="*/ 6614394 w 10450132"/>
              <a:gd name="connsiteY14060" fmla="*/ 9206 h 5450835"/>
              <a:gd name="connsiteX14061" fmla="*/ 6614394 w 10450132"/>
              <a:gd name="connsiteY14061" fmla="*/ 8352 h 5450835"/>
              <a:gd name="connsiteX14062" fmla="*/ 6618926 w 10450132"/>
              <a:gd name="connsiteY14062" fmla="*/ 471 h 5450835"/>
              <a:gd name="connsiteX14063" fmla="*/ 6619714 w 10450132"/>
              <a:gd name="connsiteY14063" fmla="*/ 11 h 5450835"/>
              <a:gd name="connsiteX14064" fmla="*/ 5093300 w 10450132"/>
              <a:gd name="connsiteY14064" fmla="*/ 7 h 5450835"/>
              <a:gd name="connsiteX14065" fmla="*/ 5102364 w 10450132"/>
              <a:gd name="connsiteY14065" fmla="*/ 7 h 5450835"/>
              <a:gd name="connsiteX14066" fmla="*/ 5103153 w 10450132"/>
              <a:gd name="connsiteY14066" fmla="*/ 468 h 5450835"/>
              <a:gd name="connsiteX14067" fmla="*/ 5107684 w 10450132"/>
              <a:gd name="connsiteY14067" fmla="*/ 8349 h 5450835"/>
              <a:gd name="connsiteX14068" fmla="*/ 5107684 w 10450132"/>
              <a:gd name="connsiteY14068" fmla="*/ 9202 h 5450835"/>
              <a:gd name="connsiteX14069" fmla="*/ 5103153 w 10450132"/>
              <a:gd name="connsiteY14069" fmla="*/ 17085 h 5450835"/>
              <a:gd name="connsiteX14070" fmla="*/ 5102364 w 10450132"/>
              <a:gd name="connsiteY14070" fmla="*/ 17545 h 5450835"/>
              <a:gd name="connsiteX14071" fmla="*/ 5093300 w 10450132"/>
              <a:gd name="connsiteY14071" fmla="*/ 17545 h 5450835"/>
              <a:gd name="connsiteX14072" fmla="*/ 5092512 w 10450132"/>
              <a:gd name="connsiteY14072" fmla="*/ 17085 h 5450835"/>
              <a:gd name="connsiteX14073" fmla="*/ 5087979 w 10450132"/>
              <a:gd name="connsiteY14073" fmla="*/ 9202 h 5450835"/>
              <a:gd name="connsiteX14074" fmla="*/ 5087979 w 10450132"/>
              <a:gd name="connsiteY14074" fmla="*/ 8349 h 5450835"/>
              <a:gd name="connsiteX14075" fmla="*/ 5092512 w 10450132"/>
              <a:gd name="connsiteY14075" fmla="*/ 468 h 5450835"/>
              <a:gd name="connsiteX14076" fmla="*/ 5093300 w 10450132"/>
              <a:gd name="connsiteY14076" fmla="*/ 7 h 5450835"/>
              <a:gd name="connsiteX14077" fmla="*/ 2803747 w 10450132"/>
              <a:gd name="connsiteY14077" fmla="*/ 3 h 5450835"/>
              <a:gd name="connsiteX14078" fmla="*/ 2812811 w 10450132"/>
              <a:gd name="connsiteY14078" fmla="*/ 3 h 5450835"/>
              <a:gd name="connsiteX14079" fmla="*/ 2813599 w 10450132"/>
              <a:gd name="connsiteY14079" fmla="*/ 463 h 5450835"/>
              <a:gd name="connsiteX14080" fmla="*/ 2818131 w 10450132"/>
              <a:gd name="connsiteY14080" fmla="*/ 8345 h 5450835"/>
              <a:gd name="connsiteX14081" fmla="*/ 2818131 w 10450132"/>
              <a:gd name="connsiteY14081" fmla="*/ 9198 h 5450835"/>
              <a:gd name="connsiteX14082" fmla="*/ 2813599 w 10450132"/>
              <a:gd name="connsiteY14082" fmla="*/ 17081 h 5450835"/>
              <a:gd name="connsiteX14083" fmla="*/ 2812811 w 10450132"/>
              <a:gd name="connsiteY14083" fmla="*/ 17541 h 5450835"/>
              <a:gd name="connsiteX14084" fmla="*/ 2803747 w 10450132"/>
              <a:gd name="connsiteY14084" fmla="*/ 17541 h 5450835"/>
              <a:gd name="connsiteX14085" fmla="*/ 2802958 w 10450132"/>
              <a:gd name="connsiteY14085" fmla="*/ 17081 h 5450835"/>
              <a:gd name="connsiteX14086" fmla="*/ 2798426 w 10450132"/>
              <a:gd name="connsiteY14086" fmla="*/ 9198 h 5450835"/>
              <a:gd name="connsiteX14087" fmla="*/ 2798426 w 10450132"/>
              <a:gd name="connsiteY14087" fmla="*/ 8345 h 5450835"/>
              <a:gd name="connsiteX14088" fmla="*/ 2802958 w 10450132"/>
              <a:gd name="connsiteY14088" fmla="*/ 463 h 5450835"/>
              <a:gd name="connsiteX14089" fmla="*/ 2803747 w 10450132"/>
              <a:gd name="connsiteY14089" fmla="*/ 3 h 5450835"/>
              <a:gd name="connsiteX14090" fmla="*/ 1023014 w 10450132"/>
              <a:gd name="connsiteY14090" fmla="*/ 1 h 5450835"/>
              <a:gd name="connsiteX14091" fmla="*/ 1032077 w 10450132"/>
              <a:gd name="connsiteY14091" fmla="*/ 1 h 5450835"/>
              <a:gd name="connsiteX14092" fmla="*/ 1032140 w 10450132"/>
              <a:gd name="connsiteY14092" fmla="*/ 37 h 5450835"/>
              <a:gd name="connsiteX14093" fmla="*/ 1032145 w 10450132"/>
              <a:gd name="connsiteY14093" fmla="*/ 37 h 5450835"/>
              <a:gd name="connsiteX14094" fmla="*/ 1032934 w 10450132"/>
              <a:gd name="connsiteY14094" fmla="*/ 497 h 5450835"/>
              <a:gd name="connsiteX14095" fmla="*/ 1037465 w 10450132"/>
              <a:gd name="connsiteY14095" fmla="*/ 8379 h 5450835"/>
              <a:gd name="connsiteX14096" fmla="*/ 1037465 w 10450132"/>
              <a:gd name="connsiteY14096" fmla="*/ 9232 h 5450835"/>
              <a:gd name="connsiteX14097" fmla="*/ 1032934 w 10450132"/>
              <a:gd name="connsiteY14097" fmla="*/ 17115 h 5450835"/>
              <a:gd name="connsiteX14098" fmla="*/ 1032145 w 10450132"/>
              <a:gd name="connsiteY14098" fmla="*/ 17575 h 5450835"/>
              <a:gd name="connsiteX14099" fmla="*/ 1023082 w 10450132"/>
              <a:gd name="connsiteY14099" fmla="*/ 17575 h 5450835"/>
              <a:gd name="connsiteX14100" fmla="*/ 1023020 w 10450132"/>
              <a:gd name="connsiteY14100" fmla="*/ 17538 h 5450835"/>
              <a:gd name="connsiteX14101" fmla="*/ 1023014 w 10450132"/>
              <a:gd name="connsiteY14101" fmla="*/ 17538 h 5450835"/>
              <a:gd name="connsiteX14102" fmla="*/ 1022225 w 10450132"/>
              <a:gd name="connsiteY14102" fmla="*/ 17079 h 5450835"/>
              <a:gd name="connsiteX14103" fmla="*/ 1017693 w 10450132"/>
              <a:gd name="connsiteY14103" fmla="*/ 9196 h 5450835"/>
              <a:gd name="connsiteX14104" fmla="*/ 1017693 w 10450132"/>
              <a:gd name="connsiteY14104" fmla="*/ 8342 h 5450835"/>
              <a:gd name="connsiteX14105" fmla="*/ 1022225 w 10450132"/>
              <a:gd name="connsiteY14105" fmla="*/ 461 h 5450835"/>
              <a:gd name="connsiteX14106" fmla="*/ 1023014 w 10450132"/>
              <a:gd name="connsiteY14106" fmla="*/ 1 h 5450835"/>
              <a:gd name="connsiteX14107" fmla="*/ 9926862 w 10450132"/>
              <a:gd name="connsiteY14107" fmla="*/ 0 h 5450835"/>
              <a:gd name="connsiteX14108" fmla="*/ 9935926 w 10450132"/>
              <a:gd name="connsiteY14108" fmla="*/ 0 h 5450835"/>
              <a:gd name="connsiteX14109" fmla="*/ 9936714 w 10450132"/>
              <a:gd name="connsiteY14109" fmla="*/ 460 h 5450835"/>
              <a:gd name="connsiteX14110" fmla="*/ 9941247 w 10450132"/>
              <a:gd name="connsiteY14110" fmla="*/ 8341 h 5450835"/>
              <a:gd name="connsiteX14111" fmla="*/ 9941247 w 10450132"/>
              <a:gd name="connsiteY14111" fmla="*/ 9195 h 5450835"/>
              <a:gd name="connsiteX14112" fmla="*/ 9936714 w 10450132"/>
              <a:gd name="connsiteY14112" fmla="*/ 17078 h 5450835"/>
              <a:gd name="connsiteX14113" fmla="*/ 9935926 w 10450132"/>
              <a:gd name="connsiteY14113" fmla="*/ 17537 h 5450835"/>
              <a:gd name="connsiteX14114" fmla="*/ 9926862 w 10450132"/>
              <a:gd name="connsiteY14114" fmla="*/ 17537 h 5450835"/>
              <a:gd name="connsiteX14115" fmla="*/ 9926074 w 10450132"/>
              <a:gd name="connsiteY14115" fmla="*/ 17078 h 5450835"/>
              <a:gd name="connsiteX14116" fmla="*/ 9921542 w 10450132"/>
              <a:gd name="connsiteY14116" fmla="*/ 9195 h 5450835"/>
              <a:gd name="connsiteX14117" fmla="*/ 9921542 w 10450132"/>
              <a:gd name="connsiteY14117" fmla="*/ 8341 h 5450835"/>
              <a:gd name="connsiteX14118" fmla="*/ 9926074 w 10450132"/>
              <a:gd name="connsiteY14118" fmla="*/ 460 h 5450835"/>
              <a:gd name="connsiteX14119" fmla="*/ 9926862 w 10450132"/>
              <a:gd name="connsiteY14119" fmla="*/ 0 h 545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</a:cxnLst>
            <a:rect l="l" t="t" r="r" b="b"/>
            <a:pathLst>
              <a:path w="10450132" h="5450835">
                <a:moveTo>
                  <a:pt x="2294981" y="5433298"/>
                </a:moveTo>
                <a:lnTo>
                  <a:pt x="2304046" y="5433298"/>
                </a:lnTo>
                <a:cubicBezTo>
                  <a:pt x="2304375" y="5433298"/>
                  <a:pt x="2304834" y="5433758"/>
                  <a:pt x="2304834" y="5433758"/>
                </a:cubicBezTo>
                <a:lnTo>
                  <a:pt x="2309366" y="5441639"/>
                </a:lnTo>
                <a:cubicBezTo>
                  <a:pt x="2309497" y="5441902"/>
                  <a:pt x="2309366" y="5442493"/>
                  <a:pt x="2309366" y="5442493"/>
                </a:cubicBezTo>
                <a:lnTo>
                  <a:pt x="2304834" y="5450375"/>
                </a:lnTo>
                <a:cubicBezTo>
                  <a:pt x="2304637" y="5450638"/>
                  <a:pt x="2304046" y="5450835"/>
                  <a:pt x="2304046" y="5450835"/>
                </a:cubicBezTo>
                <a:lnTo>
                  <a:pt x="2294981" y="5450835"/>
                </a:lnTo>
                <a:cubicBezTo>
                  <a:pt x="2294654" y="5450835"/>
                  <a:pt x="2294193" y="5450375"/>
                  <a:pt x="2294193" y="5450375"/>
                </a:cubicBezTo>
                <a:lnTo>
                  <a:pt x="2289662" y="5442493"/>
                </a:lnTo>
                <a:cubicBezTo>
                  <a:pt x="2289530" y="5442230"/>
                  <a:pt x="2289662" y="5441639"/>
                  <a:pt x="2289662" y="5441639"/>
                </a:cubicBezTo>
                <a:lnTo>
                  <a:pt x="2294193" y="5433758"/>
                </a:lnTo>
                <a:cubicBezTo>
                  <a:pt x="2294390" y="5433495"/>
                  <a:pt x="2294981" y="5433298"/>
                  <a:pt x="2294981" y="5433298"/>
                </a:cubicBezTo>
                <a:close/>
                <a:moveTo>
                  <a:pt x="10435623" y="5425804"/>
                </a:moveTo>
                <a:lnTo>
                  <a:pt x="10444687" y="5425804"/>
                </a:lnTo>
                <a:cubicBezTo>
                  <a:pt x="10445016" y="5425804"/>
                  <a:pt x="10445475" y="5426264"/>
                  <a:pt x="10445475" y="5426264"/>
                </a:cubicBezTo>
                <a:lnTo>
                  <a:pt x="10450008" y="5434145"/>
                </a:lnTo>
                <a:cubicBezTo>
                  <a:pt x="10450139" y="5434408"/>
                  <a:pt x="10450008" y="5434999"/>
                  <a:pt x="10450008" y="5434999"/>
                </a:cubicBezTo>
                <a:lnTo>
                  <a:pt x="10445475" y="5442880"/>
                </a:lnTo>
                <a:cubicBezTo>
                  <a:pt x="10445279" y="5443143"/>
                  <a:pt x="10444687" y="5443340"/>
                  <a:pt x="10444687" y="5443340"/>
                </a:cubicBezTo>
                <a:lnTo>
                  <a:pt x="10435623" y="5443340"/>
                </a:lnTo>
                <a:cubicBezTo>
                  <a:pt x="10435296" y="5443340"/>
                  <a:pt x="10434835" y="5442880"/>
                  <a:pt x="10434835" y="5442880"/>
                </a:cubicBezTo>
                <a:lnTo>
                  <a:pt x="10430303" y="5434999"/>
                </a:lnTo>
                <a:cubicBezTo>
                  <a:pt x="10430172" y="5434736"/>
                  <a:pt x="10430303" y="5434145"/>
                  <a:pt x="10430303" y="5434145"/>
                </a:cubicBezTo>
                <a:lnTo>
                  <a:pt x="10434835" y="5426264"/>
                </a:lnTo>
                <a:cubicBezTo>
                  <a:pt x="10435032" y="5426001"/>
                  <a:pt x="10435623" y="5425804"/>
                  <a:pt x="10435623" y="5425804"/>
                </a:cubicBezTo>
                <a:close/>
                <a:moveTo>
                  <a:pt x="10181243" y="5425804"/>
                </a:moveTo>
                <a:lnTo>
                  <a:pt x="10190306" y="5425804"/>
                </a:lnTo>
                <a:cubicBezTo>
                  <a:pt x="10190636" y="5425804"/>
                  <a:pt x="10191094" y="5426264"/>
                  <a:pt x="10191094" y="5426264"/>
                </a:cubicBezTo>
                <a:lnTo>
                  <a:pt x="10195627" y="5434145"/>
                </a:lnTo>
                <a:cubicBezTo>
                  <a:pt x="10195759" y="5434408"/>
                  <a:pt x="10195627" y="5434999"/>
                  <a:pt x="10195627" y="5434999"/>
                </a:cubicBezTo>
                <a:lnTo>
                  <a:pt x="10191094" y="5442880"/>
                </a:lnTo>
                <a:cubicBezTo>
                  <a:pt x="10190897" y="5443143"/>
                  <a:pt x="10190306" y="5443340"/>
                  <a:pt x="10190306" y="5443340"/>
                </a:cubicBezTo>
                <a:lnTo>
                  <a:pt x="10181243" y="5443340"/>
                </a:lnTo>
                <a:cubicBezTo>
                  <a:pt x="10180915" y="5443340"/>
                  <a:pt x="10180455" y="5442880"/>
                  <a:pt x="10180455" y="5442880"/>
                </a:cubicBezTo>
                <a:lnTo>
                  <a:pt x="10175923" y="5434999"/>
                </a:lnTo>
                <a:cubicBezTo>
                  <a:pt x="10175791" y="5434736"/>
                  <a:pt x="10175923" y="5434145"/>
                  <a:pt x="10175923" y="5434145"/>
                </a:cubicBezTo>
                <a:lnTo>
                  <a:pt x="10180455" y="5426264"/>
                </a:lnTo>
                <a:cubicBezTo>
                  <a:pt x="10180652" y="5426001"/>
                  <a:pt x="10181243" y="5425804"/>
                  <a:pt x="10181243" y="5425804"/>
                </a:cubicBezTo>
                <a:close/>
                <a:moveTo>
                  <a:pt x="9926862" y="5425804"/>
                </a:moveTo>
                <a:lnTo>
                  <a:pt x="9935926" y="5425804"/>
                </a:lnTo>
                <a:cubicBezTo>
                  <a:pt x="9936255" y="5425804"/>
                  <a:pt x="9936714" y="5426264"/>
                  <a:pt x="9936714" y="5426264"/>
                </a:cubicBezTo>
                <a:lnTo>
                  <a:pt x="9941247" y="5434145"/>
                </a:lnTo>
                <a:cubicBezTo>
                  <a:pt x="9941377" y="5434408"/>
                  <a:pt x="9941247" y="5434999"/>
                  <a:pt x="9941247" y="5434999"/>
                </a:cubicBezTo>
                <a:lnTo>
                  <a:pt x="9936714" y="5442880"/>
                </a:lnTo>
                <a:cubicBezTo>
                  <a:pt x="9936517" y="5443143"/>
                  <a:pt x="9935926" y="5443340"/>
                  <a:pt x="9935926" y="5443340"/>
                </a:cubicBezTo>
                <a:lnTo>
                  <a:pt x="9926862" y="5443340"/>
                </a:lnTo>
                <a:cubicBezTo>
                  <a:pt x="9926534" y="5443340"/>
                  <a:pt x="9926074" y="5442880"/>
                  <a:pt x="9926074" y="5442880"/>
                </a:cubicBezTo>
                <a:lnTo>
                  <a:pt x="9921542" y="5434999"/>
                </a:lnTo>
                <a:cubicBezTo>
                  <a:pt x="9921411" y="5434736"/>
                  <a:pt x="9921542" y="5434145"/>
                  <a:pt x="9921542" y="5434145"/>
                </a:cubicBezTo>
                <a:lnTo>
                  <a:pt x="9926074" y="5426264"/>
                </a:lnTo>
                <a:cubicBezTo>
                  <a:pt x="9926271" y="5426001"/>
                  <a:pt x="9926862" y="5425804"/>
                  <a:pt x="9926862" y="5425804"/>
                </a:cubicBezTo>
                <a:close/>
                <a:moveTo>
                  <a:pt x="9672482" y="5425804"/>
                </a:moveTo>
                <a:lnTo>
                  <a:pt x="9681546" y="5425804"/>
                </a:lnTo>
                <a:cubicBezTo>
                  <a:pt x="9681873" y="5425804"/>
                  <a:pt x="9682334" y="5426264"/>
                  <a:pt x="9682334" y="5426264"/>
                </a:cubicBezTo>
                <a:lnTo>
                  <a:pt x="9686866" y="5434145"/>
                </a:lnTo>
                <a:cubicBezTo>
                  <a:pt x="9686997" y="5434408"/>
                  <a:pt x="9686866" y="5434999"/>
                  <a:pt x="9686866" y="5434999"/>
                </a:cubicBezTo>
                <a:lnTo>
                  <a:pt x="9682334" y="5442880"/>
                </a:lnTo>
                <a:cubicBezTo>
                  <a:pt x="9682137" y="5443143"/>
                  <a:pt x="9681546" y="5443340"/>
                  <a:pt x="9681546" y="5443340"/>
                </a:cubicBezTo>
                <a:lnTo>
                  <a:pt x="9672482" y="5443340"/>
                </a:lnTo>
                <a:cubicBezTo>
                  <a:pt x="9672153" y="5443340"/>
                  <a:pt x="9671694" y="5442880"/>
                  <a:pt x="9671694" y="5442880"/>
                </a:cubicBezTo>
                <a:lnTo>
                  <a:pt x="9667161" y="5434999"/>
                </a:lnTo>
                <a:cubicBezTo>
                  <a:pt x="9667031" y="5434736"/>
                  <a:pt x="9667161" y="5434145"/>
                  <a:pt x="9667161" y="5434145"/>
                </a:cubicBezTo>
                <a:lnTo>
                  <a:pt x="9671694" y="5426264"/>
                </a:lnTo>
                <a:cubicBezTo>
                  <a:pt x="9671891" y="5426001"/>
                  <a:pt x="9672482" y="5425804"/>
                  <a:pt x="9672482" y="5425804"/>
                </a:cubicBezTo>
                <a:close/>
                <a:moveTo>
                  <a:pt x="9418035" y="5425804"/>
                </a:moveTo>
                <a:lnTo>
                  <a:pt x="9427099" y="5425804"/>
                </a:lnTo>
                <a:cubicBezTo>
                  <a:pt x="9427427" y="5425804"/>
                  <a:pt x="9427887" y="5426264"/>
                  <a:pt x="9427887" y="5426264"/>
                </a:cubicBezTo>
                <a:lnTo>
                  <a:pt x="9432419" y="5434145"/>
                </a:lnTo>
                <a:cubicBezTo>
                  <a:pt x="9432550" y="5434408"/>
                  <a:pt x="9432419" y="5434999"/>
                  <a:pt x="9432419" y="5434999"/>
                </a:cubicBezTo>
                <a:lnTo>
                  <a:pt x="9427887" y="5442880"/>
                </a:lnTo>
                <a:cubicBezTo>
                  <a:pt x="9427690" y="5443143"/>
                  <a:pt x="9427099" y="5443340"/>
                  <a:pt x="9427099" y="5443340"/>
                </a:cubicBezTo>
                <a:lnTo>
                  <a:pt x="9418035" y="5443340"/>
                </a:lnTo>
                <a:cubicBezTo>
                  <a:pt x="9417707" y="5443340"/>
                  <a:pt x="9417247" y="5442880"/>
                  <a:pt x="9417247" y="5442880"/>
                </a:cubicBezTo>
                <a:lnTo>
                  <a:pt x="9412714" y="5434999"/>
                </a:lnTo>
                <a:cubicBezTo>
                  <a:pt x="9412583" y="5434736"/>
                  <a:pt x="9412714" y="5434145"/>
                  <a:pt x="9412714" y="5434145"/>
                </a:cubicBezTo>
                <a:lnTo>
                  <a:pt x="9417247" y="5426264"/>
                </a:lnTo>
                <a:cubicBezTo>
                  <a:pt x="9417444" y="5426001"/>
                  <a:pt x="9418035" y="5425804"/>
                  <a:pt x="9418035" y="5425804"/>
                </a:cubicBezTo>
                <a:close/>
                <a:moveTo>
                  <a:pt x="9163654" y="5425804"/>
                </a:moveTo>
                <a:lnTo>
                  <a:pt x="9172718" y="5425804"/>
                </a:lnTo>
                <a:cubicBezTo>
                  <a:pt x="9173046" y="5425804"/>
                  <a:pt x="9173506" y="5426264"/>
                  <a:pt x="9173506" y="5426264"/>
                </a:cubicBezTo>
                <a:lnTo>
                  <a:pt x="9178038" y="5434145"/>
                </a:lnTo>
                <a:cubicBezTo>
                  <a:pt x="9178169" y="5434408"/>
                  <a:pt x="9178038" y="5434999"/>
                  <a:pt x="9178038" y="5434999"/>
                </a:cubicBezTo>
                <a:lnTo>
                  <a:pt x="9173506" y="5442880"/>
                </a:lnTo>
                <a:cubicBezTo>
                  <a:pt x="9173309" y="5443143"/>
                  <a:pt x="9172718" y="5443340"/>
                  <a:pt x="9172718" y="5443340"/>
                </a:cubicBezTo>
                <a:lnTo>
                  <a:pt x="9163654" y="5443340"/>
                </a:lnTo>
                <a:cubicBezTo>
                  <a:pt x="9163326" y="5443340"/>
                  <a:pt x="9162866" y="5442880"/>
                  <a:pt x="9162866" y="5442880"/>
                </a:cubicBezTo>
                <a:lnTo>
                  <a:pt x="9158333" y="5434999"/>
                </a:lnTo>
                <a:cubicBezTo>
                  <a:pt x="9158202" y="5434736"/>
                  <a:pt x="9158333" y="5434145"/>
                  <a:pt x="9158333" y="5434145"/>
                </a:cubicBezTo>
                <a:lnTo>
                  <a:pt x="9162866" y="5426264"/>
                </a:lnTo>
                <a:cubicBezTo>
                  <a:pt x="9163062" y="5426001"/>
                  <a:pt x="9163654" y="5425804"/>
                  <a:pt x="9163654" y="5425804"/>
                </a:cubicBezTo>
                <a:close/>
                <a:moveTo>
                  <a:pt x="8909274" y="5425804"/>
                </a:moveTo>
                <a:lnTo>
                  <a:pt x="8918336" y="5425804"/>
                </a:lnTo>
                <a:cubicBezTo>
                  <a:pt x="8918666" y="5425804"/>
                  <a:pt x="8919125" y="5426264"/>
                  <a:pt x="8919125" y="5426264"/>
                </a:cubicBezTo>
                <a:lnTo>
                  <a:pt x="8923657" y="5434145"/>
                </a:lnTo>
                <a:cubicBezTo>
                  <a:pt x="8923789" y="5434408"/>
                  <a:pt x="8923657" y="5434999"/>
                  <a:pt x="8923657" y="5434999"/>
                </a:cubicBezTo>
                <a:lnTo>
                  <a:pt x="8919125" y="5442880"/>
                </a:lnTo>
                <a:cubicBezTo>
                  <a:pt x="8918928" y="5443143"/>
                  <a:pt x="8918336" y="5443340"/>
                  <a:pt x="8918336" y="5443340"/>
                </a:cubicBezTo>
                <a:lnTo>
                  <a:pt x="8909274" y="5443340"/>
                </a:lnTo>
                <a:cubicBezTo>
                  <a:pt x="8908945" y="5443340"/>
                  <a:pt x="8908484" y="5442880"/>
                  <a:pt x="8908484" y="5442880"/>
                </a:cubicBezTo>
                <a:lnTo>
                  <a:pt x="8903953" y="5434999"/>
                </a:lnTo>
                <a:cubicBezTo>
                  <a:pt x="8903821" y="5434736"/>
                  <a:pt x="8903953" y="5434145"/>
                  <a:pt x="8903953" y="5434145"/>
                </a:cubicBezTo>
                <a:lnTo>
                  <a:pt x="8908484" y="5426264"/>
                </a:lnTo>
                <a:cubicBezTo>
                  <a:pt x="8908681" y="5426001"/>
                  <a:pt x="8909274" y="5425804"/>
                  <a:pt x="8909274" y="5425804"/>
                </a:cubicBezTo>
                <a:close/>
                <a:moveTo>
                  <a:pt x="8654892" y="5425804"/>
                </a:moveTo>
                <a:lnTo>
                  <a:pt x="8663955" y="5425804"/>
                </a:lnTo>
                <a:cubicBezTo>
                  <a:pt x="8664285" y="5425804"/>
                  <a:pt x="8664744" y="5426264"/>
                  <a:pt x="8664744" y="5426264"/>
                </a:cubicBezTo>
                <a:lnTo>
                  <a:pt x="8669277" y="5434145"/>
                </a:lnTo>
                <a:cubicBezTo>
                  <a:pt x="8669408" y="5434408"/>
                  <a:pt x="8669277" y="5434999"/>
                  <a:pt x="8669277" y="5434999"/>
                </a:cubicBezTo>
                <a:lnTo>
                  <a:pt x="8664744" y="5442880"/>
                </a:lnTo>
                <a:cubicBezTo>
                  <a:pt x="8664548" y="5443143"/>
                  <a:pt x="8663955" y="5443340"/>
                  <a:pt x="8663955" y="5443340"/>
                </a:cubicBezTo>
                <a:lnTo>
                  <a:pt x="8654892" y="5443340"/>
                </a:lnTo>
                <a:cubicBezTo>
                  <a:pt x="8654565" y="5443340"/>
                  <a:pt x="8654104" y="5442880"/>
                  <a:pt x="8654104" y="5442880"/>
                </a:cubicBezTo>
                <a:lnTo>
                  <a:pt x="8649572" y="5434999"/>
                </a:lnTo>
                <a:cubicBezTo>
                  <a:pt x="8649441" y="5434736"/>
                  <a:pt x="8649572" y="5434145"/>
                  <a:pt x="8649572" y="5434145"/>
                </a:cubicBezTo>
                <a:lnTo>
                  <a:pt x="8654104" y="5426264"/>
                </a:lnTo>
                <a:cubicBezTo>
                  <a:pt x="8654301" y="5426001"/>
                  <a:pt x="8654892" y="5425804"/>
                  <a:pt x="8654892" y="5425804"/>
                </a:cubicBezTo>
                <a:close/>
                <a:moveTo>
                  <a:pt x="8400511" y="5425804"/>
                </a:moveTo>
                <a:lnTo>
                  <a:pt x="8409575" y="5425804"/>
                </a:lnTo>
                <a:cubicBezTo>
                  <a:pt x="8409904" y="5425804"/>
                  <a:pt x="8410363" y="5426264"/>
                  <a:pt x="8410363" y="5426264"/>
                </a:cubicBezTo>
                <a:lnTo>
                  <a:pt x="8414896" y="5434145"/>
                </a:lnTo>
                <a:cubicBezTo>
                  <a:pt x="8415027" y="5434408"/>
                  <a:pt x="8414896" y="5434999"/>
                  <a:pt x="8414896" y="5434999"/>
                </a:cubicBezTo>
                <a:lnTo>
                  <a:pt x="8410363" y="5442880"/>
                </a:lnTo>
                <a:cubicBezTo>
                  <a:pt x="8410166" y="5443143"/>
                  <a:pt x="8409575" y="5443340"/>
                  <a:pt x="8409575" y="5443340"/>
                </a:cubicBezTo>
                <a:lnTo>
                  <a:pt x="8400511" y="5443340"/>
                </a:lnTo>
                <a:cubicBezTo>
                  <a:pt x="8400184" y="5443340"/>
                  <a:pt x="8399723" y="5442880"/>
                  <a:pt x="8399723" y="5442880"/>
                </a:cubicBezTo>
                <a:lnTo>
                  <a:pt x="8395191" y="5434999"/>
                </a:lnTo>
                <a:cubicBezTo>
                  <a:pt x="8395060" y="5434736"/>
                  <a:pt x="8395191" y="5434145"/>
                  <a:pt x="8395191" y="5434145"/>
                </a:cubicBezTo>
                <a:lnTo>
                  <a:pt x="8399723" y="5426264"/>
                </a:lnTo>
                <a:cubicBezTo>
                  <a:pt x="8399920" y="5426001"/>
                  <a:pt x="8400511" y="5425804"/>
                  <a:pt x="8400511" y="5425804"/>
                </a:cubicBezTo>
                <a:close/>
                <a:moveTo>
                  <a:pt x="8146065" y="5425804"/>
                </a:moveTo>
                <a:lnTo>
                  <a:pt x="8155129" y="5425804"/>
                </a:lnTo>
                <a:cubicBezTo>
                  <a:pt x="8155458" y="5425804"/>
                  <a:pt x="8155917" y="5426264"/>
                  <a:pt x="8155917" y="5426264"/>
                </a:cubicBezTo>
                <a:lnTo>
                  <a:pt x="8160449" y="5434145"/>
                </a:lnTo>
                <a:cubicBezTo>
                  <a:pt x="8160580" y="5434408"/>
                  <a:pt x="8160449" y="5434999"/>
                  <a:pt x="8160449" y="5434999"/>
                </a:cubicBezTo>
                <a:lnTo>
                  <a:pt x="8155917" y="5442880"/>
                </a:lnTo>
                <a:cubicBezTo>
                  <a:pt x="8155719" y="5443143"/>
                  <a:pt x="8155129" y="5443340"/>
                  <a:pt x="8155129" y="5443340"/>
                </a:cubicBezTo>
                <a:lnTo>
                  <a:pt x="8146065" y="5443340"/>
                </a:lnTo>
                <a:cubicBezTo>
                  <a:pt x="8145737" y="5443340"/>
                  <a:pt x="8145277" y="5442880"/>
                  <a:pt x="8145277" y="5442880"/>
                </a:cubicBezTo>
                <a:lnTo>
                  <a:pt x="8140745" y="5434999"/>
                </a:lnTo>
                <a:cubicBezTo>
                  <a:pt x="8140613" y="5434736"/>
                  <a:pt x="8140745" y="5434145"/>
                  <a:pt x="8140745" y="5434145"/>
                </a:cubicBezTo>
                <a:lnTo>
                  <a:pt x="8145277" y="5426264"/>
                </a:lnTo>
                <a:cubicBezTo>
                  <a:pt x="8145474" y="5426001"/>
                  <a:pt x="8146065" y="5425804"/>
                  <a:pt x="8146065" y="5425804"/>
                </a:cubicBezTo>
                <a:close/>
                <a:moveTo>
                  <a:pt x="7891684" y="5425804"/>
                </a:moveTo>
                <a:lnTo>
                  <a:pt x="7900748" y="5425804"/>
                </a:lnTo>
                <a:cubicBezTo>
                  <a:pt x="7901076" y="5425804"/>
                  <a:pt x="7901536" y="5426264"/>
                  <a:pt x="7901536" y="5426264"/>
                </a:cubicBezTo>
                <a:lnTo>
                  <a:pt x="7906067" y="5434145"/>
                </a:lnTo>
                <a:cubicBezTo>
                  <a:pt x="7906199" y="5434408"/>
                  <a:pt x="7906067" y="5434999"/>
                  <a:pt x="7906067" y="5434999"/>
                </a:cubicBezTo>
                <a:lnTo>
                  <a:pt x="7901536" y="5442880"/>
                </a:lnTo>
                <a:cubicBezTo>
                  <a:pt x="7901339" y="5443143"/>
                  <a:pt x="7900748" y="5443340"/>
                  <a:pt x="7900748" y="5443340"/>
                </a:cubicBezTo>
                <a:lnTo>
                  <a:pt x="7891684" y="5443340"/>
                </a:lnTo>
                <a:cubicBezTo>
                  <a:pt x="7891355" y="5443340"/>
                  <a:pt x="7890896" y="5442880"/>
                  <a:pt x="7890896" y="5442880"/>
                </a:cubicBezTo>
                <a:lnTo>
                  <a:pt x="7886363" y="5434999"/>
                </a:lnTo>
                <a:cubicBezTo>
                  <a:pt x="7886233" y="5434736"/>
                  <a:pt x="7886363" y="5434145"/>
                  <a:pt x="7886363" y="5434145"/>
                </a:cubicBezTo>
                <a:lnTo>
                  <a:pt x="7890896" y="5426264"/>
                </a:lnTo>
                <a:cubicBezTo>
                  <a:pt x="7891093" y="5426001"/>
                  <a:pt x="7891684" y="5425804"/>
                  <a:pt x="7891684" y="5425804"/>
                </a:cubicBezTo>
                <a:close/>
                <a:moveTo>
                  <a:pt x="7637304" y="5425804"/>
                </a:moveTo>
                <a:lnTo>
                  <a:pt x="7646367" y="5425804"/>
                </a:lnTo>
                <a:cubicBezTo>
                  <a:pt x="7646696" y="5425804"/>
                  <a:pt x="7647156" y="5426264"/>
                  <a:pt x="7647156" y="5426264"/>
                </a:cubicBezTo>
                <a:lnTo>
                  <a:pt x="7651687" y="5434145"/>
                </a:lnTo>
                <a:cubicBezTo>
                  <a:pt x="7651819" y="5434408"/>
                  <a:pt x="7651687" y="5434999"/>
                  <a:pt x="7651687" y="5434999"/>
                </a:cubicBezTo>
                <a:lnTo>
                  <a:pt x="7647156" y="5442880"/>
                </a:lnTo>
                <a:cubicBezTo>
                  <a:pt x="7646958" y="5443143"/>
                  <a:pt x="7646367" y="5443340"/>
                  <a:pt x="7646367" y="5443340"/>
                </a:cubicBezTo>
                <a:lnTo>
                  <a:pt x="7637304" y="5443340"/>
                </a:lnTo>
                <a:cubicBezTo>
                  <a:pt x="7636975" y="5443340"/>
                  <a:pt x="7636516" y="5442880"/>
                  <a:pt x="7636516" y="5442880"/>
                </a:cubicBezTo>
                <a:lnTo>
                  <a:pt x="7631983" y="5434999"/>
                </a:lnTo>
                <a:cubicBezTo>
                  <a:pt x="7631851" y="5434736"/>
                  <a:pt x="7631983" y="5434145"/>
                  <a:pt x="7631983" y="5434145"/>
                </a:cubicBezTo>
                <a:lnTo>
                  <a:pt x="7636516" y="5426264"/>
                </a:lnTo>
                <a:cubicBezTo>
                  <a:pt x="7636713" y="5426001"/>
                  <a:pt x="7637304" y="5425804"/>
                  <a:pt x="7637304" y="5425804"/>
                </a:cubicBezTo>
                <a:close/>
                <a:moveTo>
                  <a:pt x="7382923" y="5425804"/>
                </a:moveTo>
                <a:lnTo>
                  <a:pt x="7391987" y="5425804"/>
                </a:lnTo>
                <a:cubicBezTo>
                  <a:pt x="7392315" y="5425804"/>
                  <a:pt x="7392775" y="5426264"/>
                  <a:pt x="7392775" y="5426264"/>
                </a:cubicBezTo>
                <a:lnTo>
                  <a:pt x="7397307" y="5434145"/>
                </a:lnTo>
                <a:cubicBezTo>
                  <a:pt x="7397438" y="5434408"/>
                  <a:pt x="7397307" y="5434999"/>
                  <a:pt x="7397307" y="5434999"/>
                </a:cubicBezTo>
                <a:lnTo>
                  <a:pt x="7392775" y="5442880"/>
                </a:lnTo>
                <a:cubicBezTo>
                  <a:pt x="7392578" y="5443143"/>
                  <a:pt x="7391987" y="5443340"/>
                  <a:pt x="7391987" y="5443340"/>
                </a:cubicBezTo>
                <a:lnTo>
                  <a:pt x="7382923" y="5443340"/>
                </a:lnTo>
                <a:cubicBezTo>
                  <a:pt x="7382595" y="5443340"/>
                  <a:pt x="7382135" y="5442880"/>
                  <a:pt x="7382135" y="5442880"/>
                </a:cubicBezTo>
                <a:lnTo>
                  <a:pt x="7377602" y="5434999"/>
                </a:lnTo>
                <a:cubicBezTo>
                  <a:pt x="7377471" y="5434736"/>
                  <a:pt x="7377602" y="5434145"/>
                  <a:pt x="7377602" y="5434145"/>
                </a:cubicBezTo>
                <a:lnTo>
                  <a:pt x="7382135" y="5426264"/>
                </a:lnTo>
                <a:cubicBezTo>
                  <a:pt x="7382331" y="5426001"/>
                  <a:pt x="7382923" y="5425804"/>
                  <a:pt x="7382923" y="5425804"/>
                </a:cubicBezTo>
                <a:close/>
                <a:moveTo>
                  <a:pt x="7128477" y="5425804"/>
                </a:moveTo>
                <a:lnTo>
                  <a:pt x="7137540" y="5425804"/>
                </a:lnTo>
                <a:cubicBezTo>
                  <a:pt x="7137869" y="5425804"/>
                  <a:pt x="7138328" y="5426264"/>
                  <a:pt x="7138328" y="5426264"/>
                </a:cubicBezTo>
                <a:lnTo>
                  <a:pt x="7142860" y="5434145"/>
                </a:lnTo>
                <a:cubicBezTo>
                  <a:pt x="7142992" y="5434408"/>
                  <a:pt x="7142860" y="5434999"/>
                  <a:pt x="7142860" y="5434999"/>
                </a:cubicBezTo>
                <a:lnTo>
                  <a:pt x="7138328" y="5442880"/>
                </a:lnTo>
                <a:cubicBezTo>
                  <a:pt x="7138131" y="5443143"/>
                  <a:pt x="7137540" y="5443340"/>
                  <a:pt x="7137540" y="5443340"/>
                </a:cubicBezTo>
                <a:lnTo>
                  <a:pt x="7128477" y="5443340"/>
                </a:lnTo>
                <a:cubicBezTo>
                  <a:pt x="7128148" y="5443340"/>
                  <a:pt x="7127689" y="5442880"/>
                  <a:pt x="7127689" y="5442880"/>
                </a:cubicBezTo>
                <a:lnTo>
                  <a:pt x="7123156" y="5434999"/>
                </a:lnTo>
                <a:cubicBezTo>
                  <a:pt x="7123024" y="5434736"/>
                  <a:pt x="7123156" y="5434145"/>
                  <a:pt x="7123156" y="5434145"/>
                </a:cubicBezTo>
                <a:lnTo>
                  <a:pt x="7127689" y="5426264"/>
                </a:lnTo>
                <a:cubicBezTo>
                  <a:pt x="7127885" y="5426001"/>
                  <a:pt x="7128477" y="5425804"/>
                  <a:pt x="7128477" y="5425804"/>
                </a:cubicBezTo>
                <a:close/>
                <a:moveTo>
                  <a:pt x="6874095" y="5425804"/>
                </a:moveTo>
                <a:lnTo>
                  <a:pt x="6883159" y="5425804"/>
                </a:lnTo>
                <a:cubicBezTo>
                  <a:pt x="6883488" y="5425804"/>
                  <a:pt x="6883947" y="5426264"/>
                  <a:pt x="6883947" y="5426264"/>
                </a:cubicBezTo>
                <a:lnTo>
                  <a:pt x="6888480" y="5434145"/>
                </a:lnTo>
                <a:cubicBezTo>
                  <a:pt x="6888611" y="5434408"/>
                  <a:pt x="6888480" y="5434999"/>
                  <a:pt x="6888480" y="5434999"/>
                </a:cubicBezTo>
                <a:lnTo>
                  <a:pt x="6883947" y="5442880"/>
                </a:lnTo>
                <a:cubicBezTo>
                  <a:pt x="6883751" y="5443143"/>
                  <a:pt x="6883159" y="5443340"/>
                  <a:pt x="6883159" y="5443340"/>
                </a:cubicBezTo>
                <a:lnTo>
                  <a:pt x="6874095" y="5443340"/>
                </a:lnTo>
                <a:cubicBezTo>
                  <a:pt x="6873768" y="5443340"/>
                  <a:pt x="6873307" y="5442880"/>
                  <a:pt x="6873307" y="5442880"/>
                </a:cubicBezTo>
                <a:lnTo>
                  <a:pt x="6868775" y="5434999"/>
                </a:lnTo>
                <a:cubicBezTo>
                  <a:pt x="6868644" y="5434736"/>
                  <a:pt x="6868775" y="5434145"/>
                  <a:pt x="6868775" y="5434145"/>
                </a:cubicBezTo>
                <a:lnTo>
                  <a:pt x="6873307" y="5426264"/>
                </a:lnTo>
                <a:cubicBezTo>
                  <a:pt x="6873504" y="5426001"/>
                  <a:pt x="6874095" y="5425804"/>
                  <a:pt x="6874095" y="5425804"/>
                </a:cubicBezTo>
                <a:close/>
                <a:moveTo>
                  <a:pt x="6619714" y="5425804"/>
                </a:moveTo>
                <a:lnTo>
                  <a:pt x="6628778" y="5425804"/>
                </a:lnTo>
                <a:cubicBezTo>
                  <a:pt x="6629107" y="5425804"/>
                  <a:pt x="6629566" y="5426264"/>
                  <a:pt x="6629566" y="5426264"/>
                </a:cubicBezTo>
                <a:lnTo>
                  <a:pt x="6634099" y="5434145"/>
                </a:lnTo>
                <a:cubicBezTo>
                  <a:pt x="6634230" y="5434408"/>
                  <a:pt x="6634099" y="5434999"/>
                  <a:pt x="6634099" y="5434999"/>
                </a:cubicBezTo>
                <a:lnTo>
                  <a:pt x="6629566" y="5442880"/>
                </a:lnTo>
                <a:cubicBezTo>
                  <a:pt x="6629369" y="5443143"/>
                  <a:pt x="6628778" y="5443340"/>
                  <a:pt x="6628778" y="5443340"/>
                </a:cubicBezTo>
                <a:lnTo>
                  <a:pt x="6619714" y="5443340"/>
                </a:lnTo>
                <a:cubicBezTo>
                  <a:pt x="6619387" y="5443340"/>
                  <a:pt x="6618926" y="5442880"/>
                  <a:pt x="6618926" y="5442880"/>
                </a:cubicBezTo>
                <a:lnTo>
                  <a:pt x="6614394" y="5434999"/>
                </a:lnTo>
                <a:cubicBezTo>
                  <a:pt x="6614263" y="5434736"/>
                  <a:pt x="6614394" y="5434145"/>
                  <a:pt x="6614394" y="5434145"/>
                </a:cubicBezTo>
                <a:lnTo>
                  <a:pt x="6618926" y="5426264"/>
                </a:lnTo>
                <a:cubicBezTo>
                  <a:pt x="6619123" y="5426001"/>
                  <a:pt x="6619714" y="5425804"/>
                  <a:pt x="6619714" y="5425804"/>
                </a:cubicBezTo>
                <a:close/>
                <a:moveTo>
                  <a:pt x="6365334" y="5425804"/>
                </a:moveTo>
                <a:lnTo>
                  <a:pt x="6374397" y="5425804"/>
                </a:lnTo>
                <a:cubicBezTo>
                  <a:pt x="6374727" y="5425804"/>
                  <a:pt x="6375186" y="5426264"/>
                  <a:pt x="6375186" y="5426264"/>
                </a:cubicBezTo>
                <a:lnTo>
                  <a:pt x="6379718" y="5434145"/>
                </a:lnTo>
                <a:cubicBezTo>
                  <a:pt x="6379849" y="5434408"/>
                  <a:pt x="6379718" y="5434999"/>
                  <a:pt x="6379718" y="5434999"/>
                </a:cubicBezTo>
                <a:lnTo>
                  <a:pt x="6375186" y="5442880"/>
                </a:lnTo>
                <a:cubicBezTo>
                  <a:pt x="6374988" y="5443143"/>
                  <a:pt x="6374397" y="5443340"/>
                  <a:pt x="6374397" y="5443340"/>
                </a:cubicBezTo>
                <a:lnTo>
                  <a:pt x="6365334" y="5443340"/>
                </a:lnTo>
                <a:cubicBezTo>
                  <a:pt x="6365005" y="5443340"/>
                  <a:pt x="6364546" y="5442880"/>
                  <a:pt x="6364546" y="5442880"/>
                </a:cubicBezTo>
                <a:lnTo>
                  <a:pt x="6360014" y="5434999"/>
                </a:lnTo>
                <a:cubicBezTo>
                  <a:pt x="6359882" y="5434736"/>
                  <a:pt x="6360014" y="5434145"/>
                  <a:pt x="6360014" y="5434145"/>
                </a:cubicBezTo>
                <a:lnTo>
                  <a:pt x="6364546" y="5426264"/>
                </a:lnTo>
                <a:cubicBezTo>
                  <a:pt x="6364743" y="5426001"/>
                  <a:pt x="6365334" y="5425804"/>
                  <a:pt x="6365334" y="5425804"/>
                </a:cubicBezTo>
                <a:close/>
                <a:moveTo>
                  <a:pt x="6110888" y="5425804"/>
                </a:moveTo>
                <a:lnTo>
                  <a:pt x="6119953" y="5425804"/>
                </a:lnTo>
                <a:cubicBezTo>
                  <a:pt x="6120280" y="5425804"/>
                  <a:pt x="6120740" y="5426264"/>
                  <a:pt x="6120740" y="5426264"/>
                </a:cubicBezTo>
                <a:lnTo>
                  <a:pt x="6125272" y="5434145"/>
                </a:lnTo>
                <a:cubicBezTo>
                  <a:pt x="6125403" y="5434408"/>
                  <a:pt x="6125272" y="5434999"/>
                  <a:pt x="6125272" y="5434999"/>
                </a:cubicBezTo>
                <a:lnTo>
                  <a:pt x="6120740" y="5442880"/>
                </a:lnTo>
                <a:cubicBezTo>
                  <a:pt x="6120543" y="5443143"/>
                  <a:pt x="6119953" y="5443340"/>
                  <a:pt x="6119953" y="5443340"/>
                </a:cubicBezTo>
                <a:lnTo>
                  <a:pt x="6110888" y="5443340"/>
                </a:lnTo>
                <a:cubicBezTo>
                  <a:pt x="6110560" y="5443340"/>
                  <a:pt x="6110101" y="5442880"/>
                  <a:pt x="6110101" y="5442880"/>
                </a:cubicBezTo>
                <a:lnTo>
                  <a:pt x="6105567" y="5434999"/>
                </a:lnTo>
                <a:cubicBezTo>
                  <a:pt x="6105436" y="5434736"/>
                  <a:pt x="6105567" y="5434145"/>
                  <a:pt x="6105567" y="5434145"/>
                </a:cubicBezTo>
                <a:lnTo>
                  <a:pt x="6110101" y="5426264"/>
                </a:lnTo>
                <a:cubicBezTo>
                  <a:pt x="6110296" y="5426001"/>
                  <a:pt x="6110888" y="5425804"/>
                  <a:pt x="6110888" y="5425804"/>
                </a:cubicBezTo>
                <a:close/>
                <a:moveTo>
                  <a:pt x="5856508" y="5425804"/>
                </a:moveTo>
                <a:lnTo>
                  <a:pt x="5865571" y="5425804"/>
                </a:lnTo>
                <a:cubicBezTo>
                  <a:pt x="5865900" y="5425804"/>
                  <a:pt x="5866359" y="5426264"/>
                  <a:pt x="5866359" y="5426264"/>
                </a:cubicBezTo>
                <a:lnTo>
                  <a:pt x="5870891" y="5434145"/>
                </a:lnTo>
                <a:cubicBezTo>
                  <a:pt x="5871023" y="5434408"/>
                  <a:pt x="5870891" y="5434999"/>
                  <a:pt x="5870891" y="5434999"/>
                </a:cubicBezTo>
                <a:lnTo>
                  <a:pt x="5866359" y="5442880"/>
                </a:lnTo>
                <a:cubicBezTo>
                  <a:pt x="5866163" y="5443143"/>
                  <a:pt x="5865571" y="5443340"/>
                  <a:pt x="5865571" y="5443340"/>
                </a:cubicBezTo>
                <a:lnTo>
                  <a:pt x="5856508" y="5443340"/>
                </a:lnTo>
                <a:cubicBezTo>
                  <a:pt x="5856178" y="5443340"/>
                  <a:pt x="5855720" y="5442880"/>
                  <a:pt x="5855720" y="5442880"/>
                </a:cubicBezTo>
                <a:lnTo>
                  <a:pt x="5851187" y="5434999"/>
                </a:lnTo>
                <a:cubicBezTo>
                  <a:pt x="5851055" y="5434736"/>
                  <a:pt x="5851187" y="5434145"/>
                  <a:pt x="5851187" y="5434145"/>
                </a:cubicBezTo>
                <a:lnTo>
                  <a:pt x="5855720" y="5426264"/>
                </a:lnTo>
                <a:cubicBezTo>
                  <a:pt x="5855916" y="5426001"/>
                  <a:pt x="5856508" y="5425804"/>
                  <a:pt x="5856508" y="5425804"/>
                </a:cubicBezTo>
                <a:close/>
                <a:moveTo>
                  <a:pt x="5602126" y="5425804"/>
                </a:moveTo>
                <a:lnTo>
                  <a:pt x="5611191" y="5425804"/>
                </a:lnTo>
                <a:cubicBezTo>
                  <a:pt x="5611519" y="5425804"/>
                  <a:pt x="5611979" y="5426264"/>
                  <a:pt x="5611979" y="5426264"/>
                </a:cubicBezTo>
                <a:lnTo>
                  <a:pt x="5616511" y="5434145"/>
                </a:lnTo>
                <a:cubicBezTo>
                  <a:pt x="5616642" y="5434408"/>
                  <a:pt x="5616511" y="5434999"/>
                  <a:pt x="5616511" y="5434999"/>
                </a:cubicBezTo>
                <a:lnTo>
                  <a:pt x="5611979" y="5442880"/>
                </a:lnTo>
                <a:cubicBezTo>
                  <a:pt x="5611782" y="5443143"/>
                  <a:pt x="5611191" y="5443340"/>
                  <a:pt x="5611191" y="5443340"/>
                </a:cubicBezTo>
                <a:lnTo>
                  <a:pt x="5602126" y="5443340"/>
                </a:lnTo>
                <a:cubicBezTo>
                  <a:pt x="5601798" y="5443340"/>
                  <a:pt x="5601338" y="5442880"/>
                  <a:pt x="5601338" y="5442880"/>
                </a:cubicBezTo>
                <a:lnTo>
                  <a:pt x="5596807" y="5434999"/>
                </a:lnTo>
                <a:cubicBezTo>
                  <a:pt x="5596675" y="5434736"/>
                  <a:pt x="5596807" y="5434145"/>
                  <a:pt x="5596807" y="5434145"/>
                </a:cubicBezTo>
                <a:lnTo>
                  <a:pt x="5601338" y="5426264"/>
                </a:lnTo>
                <a:cubicBezTo>
                  <a:pt x="5601536" y="5426001"/>
                  <a:pt x="5602126" y="5425804"/>
                  <a:pt x="5602126" y="5425804"/>
                </a:cubicBezTo>
                <a:close/>
                <a:moveTo>
                  <a:pt x="5347746" y="5425804"/>
                </a:moveTo>
                <a:lnTo>
                  <a:pt x="5356810" y="5425804"/>
                </a:lnTo>
                <a:cubicBezTo>
                  <a:pt x="5357138" y="5425804"/>
                  <a:pt x="5357598" y="5426264"/>
                  <a:pt x="5357598" y="5426264"/>
                </a:cubicBezTo>
                <a:lnTo>
                  <a:pt x="5362130" y="5434145"/>
                </a:lnTo>
                <a:cubicBezTo>
                  <a:pt x="5362261" y="5434408"/>
                  <a:pt x="5362130" y="5434999"/>
                  <a:pt x="5362130" y="5434999"/>
                </a:cubicBezTo>
                <a:lnTo>
                  <a:pt x="5357598" y="5442880"/>
                </a:lnTo>
                <a:cubicBezTo>
                  <a:pt x="5357401" y="5443143"/>
                  <a:pt x="5356810" y="5443340"/>
                  <a:pt x="5356810" y="5443340"/>
                </a:cubicBezTo>
                <a:lnTo>
                  <a:pt x="5347746" y="5443340"/>
                </a:lnTo>
                <a:cubicBezTo>
                  <a:pt x="5347418" y="5443340"/>
                  <a:pt x="5346958" y="5442880"/>
                  <a:pt x="5346958" y="5442880"/>
                </a:cubicBezTo>
                <a:lnTo>
                  <a:pt x="5342425" y="5434999"/>
                </a:lnTo>
                <a:cubicBezTo>
                  <a:pt x="5342295" y="5434736"/>
                  <a:pt x="5342425" y="5434145"/>
                  <a:pt x="5342425" y="5434145"/>
                </a:cubicBezTo>
                <a:lnTo>
                  <a:pt x="5346958" y="5426264"/>
                </a:lnTo>
                <a:cubicBezTo>
                  <a:pt x="5347154" y="5426001"/>
                  <a:pt x="5347746" y="5425804"/>
                  <a:pt x="5347746" y="5425804"/>
                </a:cubicBezTo>
                <a:close/>
                <a:moveTo>
                  <a:pt x="5093300" y="5425804"/>
                </a:moveTo>
                <a:lnTo>
                  <a:pt x="5102364" y="5425804"/>
                </a:lnTo>
                <a:cubicBezTo>
                  <a:pt x="5102693" y="5425804"/>
                  <a:pt x="5103153" y="5426264"/>
                  <a:pt x="5103153" y="5426264"/>
                </a:cubicBezTo>
                <a:lnTo>
                  <a:pt x="5107684" y="5434145"/>
                </a:lnTo>
                <a:cubicBezTo>
                  <a:pt x="5107815" y="5434408"/>
                  <a:pt x="5107684" y="5434999"/>
                  <a:pt x="5107684" y="5434999"/>
                </a:cubicBezTo>
                <a:lnTo>
                  <a:pt x="5103153" y="5442880"/>
                </a:lnTo>
                <a:cubicBezTo>
                  <a:pt x="5102955" y="5443143"/>
                  <a:pt x="5102364" y="5443340"/>
                  <a:pt x="5102364" y="5443340"/>
                </a:cubicBezTo>
                <a:lnTo>
                  <a:pt x="5093300" y="5443340"/>
                </a:lnTo>
                <a:cubicBezTo>
                  <a:pt x="5092972" y="5443340"/>
                  <a:pt x="5092512" y="5442880"/>
                  <a:pt x="5092512" y="5442880"/>
                </a:cubicBezTo>
                <a:lnTo>
                  <a:pt x="5087979" y="5434999"/>
                </a:lnTo>
                <a:cubicBezTo>
                  <a:pt x="5087848" y="5434736"/>
                  <a:pt x="5087979" y="5434145"/>
                  <a:pt x="5087979" y="5434145"/>
                </a:cubicBezTo>
                <a:lnTo>
                  <a:pt x="5092512" y="5426264"/>
                </a:lnTo>
                <a:cubicBezTo>
                  <a:pt x="5092708" y="5426001"/>
                  <a:pt x="5093300" y="5425804"/>
                  <a:pt x="5093300" y="5425804"/>
                </a:cubicBezTo>
                <a:close/>
                <a:moveTo>
                  <a:pt x="4838919" y="5425804"/>
                </a:moveTo>
                <a:lnTo>
                  <a:pt x="4847982" y="5425804"/>
                </a:lnTo>
                <a:cubicBezTo>
                  <a:pt x="4848311" y="5425804"/>
                  <a:pt x="4848772" y="5426264"/>
                  <a:pt x="4848772" y="5426264"/>
                </a:cubicBezTo>
                <a:lnTo>
                  <a:pt x="4853303" y="5434145"/>
                </a:lnTo>
                <a:cubicBezTo>
                  <a:pt x="4853435" y="5434408"/>
                  <a:pt x="4853303" y="5434999"/>
                  <a:pt x="4853303" y="5434999"/>
                </a:cubicBezTo>
                <a:lnTo>
                  <a:pt x="4848772" y="5442880"/>
                </a:lnTo>
                <a:cubicBezTo>
                  <a:pt x="4848575" y="5443143"/>
                  <a:pt x="4847982" y="5443340"/>
                  <a:pt x="4847982" y="5443340"/>
                </a:cubicBezTo>
                <a:lnTo>
                  <a:pt x="4838919" y="5443340"/>
                </a:lnTo>
                <a:cubicBezTo>
                  <a:pt x="4838590" y="5443340"/>
                  <a:pt x="4838132" y="5442880"/>
                  <a:pt x="4838132" y="5442880"/>
                </a:cubicBezTo>
                <a:lnTo>
                  <a:pt x="4833598" y="5434999"/>
                </a:lnTo>
                <a:cubicBezTo>
                  <a:pt x="4833467" y="5434736"/>
                  <a:pt x="4833598" y="5434145"/>
                  <a:pt x="4833598" y="5434145"/>
                </a:cubicBezTo>
                <a:lnTo>
                  <a:pt x="4838132" y="5426264"/>
                </a:lnTo>
                <a:cubicBezTo>
                  <a:pt x="4838328" y="5426001"/>
                  <a:pt x="4838919" y="5425804"/>
                  <a:pt x="4838919" y="5425804"/>
                </a:cubicBezTo>
                <a:close/>
                <a:moveTo>
                  <a:pt x="4584538" y="5425804"/>
                </a:moveTo>
                <a:lnTo>
                  <a:pt x="4593603" y="5425804"/>
                </a:lnTo>
                <a:cubicBezTo>
                  <a:pt x="4593932" y="5425804"/>
                  <a:pt x="4594390" y="5426264"/>
                  <a:pt x="4594390" y="5426264"/>
                </a:cubicBezTo>
                <a:lnTo>
                  <a:pt x="4598922" y="5434145"/>
                </a:lnTo>
                <a:cubicBezTo>
                  <a:pt x="4599054" y="5434408"/>
                  <a:pt x="4598922" y="5434999"/>
                  <a:pt x="4598922" y="5434999"/>
                </a:cubicBezTo>
                <a:lnTo>
                  <a:pt x="4594390" y="5442880"/>
                </a:lnTo>
                <a:cubicBezTo>
                  <a:pt x="4594193" y="5443143"/>
                  <a:pt x="4593603" y="5443340"/>
                  <a:pt x="4593603" y="5443340"/>
                </a:cubicBezTo>
                <a:lnTo>
                  <a:pt x="4584538" y="5443340"/>
                </a:lnTo>
                <a:cubicBezTo>
                  <a:pt x="4584210" y="5443340"/>
                  <a:pt x="4583749" y="5442880"/>
                  <a:pt x="4583749" y="5442880"/>
                </a:cubicBezTo>
                <a:lnTo>
                  <a:pt x="4579218" y="5434999"/>
                </a:lnTo>
                <a:cubicBezTo>
                  <a:pt x="4579087" y="5434736"/>
                  <a:pt x="4579218" y="5434145"/>
                  <a:pt x="4579218" y="5434145"/>
                </a:cubicBezTo>
                <a:lnTo>
                  <a:pt x="4583749" y="5426264"/>
                </a:lnTo>
                <a:cubicBezTo>
                  <a:pt x="4583948" y="5426001"/>
                  <a:pt x="4584538" y="5425804"/>
                  <a:pt x="4584538" y="5425804"/>
                </a:cubicBezTo>
                <a:close/>
                <a:moveTo>
                  <a:pt x="4330157" y="5425804"/>
                </a:moveTo>
                <a:lnTo>
                  <a:pt x="4339222" y="5425804"/>
                </a:lnTo>
                <a:cubicBezTo>
                  <a:pt x="4339550" y="5425804"/>
                  <a:pt x="4340010" y="5426264"/>
                  <a:pt x="4340010" y="5426264"/>
                </a:cubicBezTo>
                <a:lnTo>
                  <a:pt x="4344540" y="5434145"/>
                </a:lnTo>
                <a:cubicBezTo>
                  <a:pt x="4344672" y="5434408"/>
                  <a:pt x="4344540" y="5434999"/>
                  <a:pt x="4344540" y="5434999"/>
                </a:cubicBezTo>
                <a:lnTo>
                  <a:pt x="4340010" y="5442880"/>
                </a:lnTo>
                <a:cubicBezTo>
                  <a:pt x="4339812" y="5443143"/>
                  <a:pt x="4339222" y="5443340"/>
                  <a:pt x="4339222" y="5443340"/>
                </a:cubicBezTo>
                <a:lnTo>
                  <a:pt x="4330157" y="5443340"/>
                </a:lnTo>
                <a:cubicBezTo>
                  <a:pt x="4329829" y="5443340"/>
                  <a:pt x="4329369" y="5442880"/>
                  <a:pt x="4329369" y="5442880"/>
                </a:cubicBezTo>
                <a:lnTo>
                  <a:pt x="4324836" y="5434999"/>
                </a:lnTo>
                <a:cubicBezTo>
                  <a:pt x="4324706" y="5434736"/>
                  <a:pt x="4324836" y="5434145"/>
                  <a:pt x="4324836" y="5434145"/>
                </a:cubicBezTo>
                <a:lnTo>
                  <a:pt x="4329369" y="5426264"/>
                </a:lnTo>
                <a:cubicBezTo>
                  <a:pt x="4329565" y="5426001"/>
                  <a:pt x="4330157" y="5425804"/>
                  <a:pt x="4330157" y="5425804"/>
                </a:cubicBezTo>
                <a:close/>
                <a:moveTo>
                  <a:pt x="4075973" y="5425804"/>
                </a:moveTo>
                <a:lnTo>
                  <a:pt x="4085038" y="5425804"/>
                </a:lnTo>
                <a:cubicBezTo>
                  <a:pt x="4085365" y="5425804"/>
                  <a:pt x="4085825" y="5426264"/>
                  <a:pt x="4085825" y="5426264"/>
                </a:cubicBezTo>
                <a:lnTo>
                  <a:pt x="4090358" y="5434145"/>
                </a:lnTo>
                <a:cubicBezTo>
                  <a:pt x="4090489" y="5434408"/>
                  <a:pt x="4090358" y="5434999"/>
                  <a:pt x="4090358" y="5434999"/>
                </a:cubicBezTo>
                <a:lnTo>
                  <a:pt x="4085825" y="5442880"/>
                </a:lnTo>
                <a:cubicBezTo>
                  <a:pt x="4085629" y="5443143"/>
                  <a:pt x="4085038" y="5443340"/>
                  <a:pt x="4085038" y="5443340"/>
                </a:cubicBezTo>
                <a:lnTo>
                  <a:pt x="4075973" y="5443340"/>
                </a:lnTo>
                <a:cubicBezTo>
                  <a:pt x="4075647" y="5443340"/>
                  <a:pt x="4075184" y="5442880"/>
                  <a:pt x="4075184" y="5442880"/>
                </a:cubicBezTo>
                <a:lnTo>
                  <a:pt x="4070652" y="5434999"/>
                </a:lnTo>
                <a:cubicBezTo>
                  <a:pt x="4070522" y="5434736"/>
                  <a:pt x="4070652" y="5434145"/>
                  <a:pt x="4070652" y="5434145"/>
                </a:cubicBezTo>
                <a:lnTo>
                  <a:pt x="4075184" y="5426264"/>
                </a:lnTo>
                <a:cubicBezTo>
                  <a:pt x="4075382" y="5426001"/>
                  <a:pt x="4075973" y="5425804"/>
                  <a:pt x="4075973" y="5425804"/>
                </a:cubicBezTo>
                <a:close/>
                <a:moveTo>
                  <a:pt x="3821357" y="5425804"/>
                </a:moveTo>
                <a:lnTo>
                  <a:pt x="3830422" y="5425804"/>
                </a:lnTo>
                <a:cubicBezTo>
                  <a:pt x="3830751" y="5425804"/>
                  <a:pt x="3831211" y="5426264"/>
                  <a:pt x="3831211" y="5426264"/>
                </a:cubicBezTo>
                <a:lnTo>
                  <a:pt x="3835743" y="5434145"/>
                </a:lnTo>
                <a:cubicBezTo>
                  <a:pt x="3835874" y="5434408"/>
                  <a:pt x="3835743" y="5434999"/>
                  <a:pt x="3835743" y="5434999"/>
                </a:cubicBezTo>
                <a:lnTo>
                  <a:pt x="3831211" y="5442880"/>
                </a:lnTo>
                <a:cubicBezTo>
                  <a:pt x="3831016" y="5443143"/>
                  <a:pt x="3830422" y="5443340"/>
                  <a:pt x="3830422" y="5443340"/>
                </a:cubicBezTo>
                <a:lnTo>
                  <a:pt x="3821357" y="5443340"/>
                </a:lnTo>
                <a:cubicBezTo>
                  <a:pt x="3821029" y="5443340"/>
                  <a:pt x="3820571" y="5442880"/>
                  <a:pt x="3820571" y="5442880"/>
                </a:cubicBezTo>
                <a:lnTo>
                  <a:pt x="3816037" y="5434999"/>
                </a:lnTo>
                <a:cubicBezTo>
                  <a:pt x="3815906" y="5434736"/>
                  <a:pt x="3816037" y="5434145"/>
                  <a:pt x="3816037" y="5434145"/>
                </a:cubicBezTo>
                <a:lnTo>
                  <a:pt x="3820571" y="5426264"/>
                </a:lnTo>
                <a:cubicBezTo>
                  <a:pt x="3820769" y="5426001"/>
                  <a:pt x="3821357" y="5425804"/>
                  <a:pt x="3821357" y="5425804"/>
                </a:cubicBezTo>
                <a:close/>
                <a:moveTo>
                  <a:pt x="3566988" y="5425804"/>
                </a:moveTo>
                <a:lnTo>
                  <a:pt x="3576051" y="5425804"/>
                </a:lnTo>
                <a:cubicBezTo>
                  <a:pt x="3576380" y="5425804"/>
                  <a:pt x="3576838" y="5426264"/>
                  <a:pt x="3576838" y="5426264"/>
                </a:cubicBezTo>
                <a:lnTo>
                  <a:pt x="3581371" y="5434145"/>
                </a:lnTo>
                <a:cubicBezTo>
                  <a:pt x="3581503" y="5434408"/>
                  <a:pt x="3581371" y="5434999"/>
                  <a:pt x="3581371" y="5434999"/>
                </a:cubicBezTo>
                <a:lnTo>
                  <a:pt x="3576838" y="5442880"/>
                </a:lnTo>
                <a:cubicBezTo>
                  <a:pt x="3576642" y="5443143"/>
                  <a:pt x="3576051" y="5443340"/>
                  <a:pt x="3576051" y="5443340"/>
                </a:cubicBezTo>
                <a:lnTo>
                  <a:pt x="3566988" y="5443340"/>
                </a:lnTo>
                <a:cubicBezTo>
                  <a:pt x="3566658" y="5443340"/>
                  <a:pt x="3566198" y="5442880"/>
                  <a:pt x="3566198" y="5442880"/>
                </a:cubicBezTo>
                <a:lnTo>
                  <a:pt x="3561666" y="5434999"/>
                </a:lnTo>
                <a:cubicBezTo>
                  <a:pt x="3561534" y="5434736"/>
                  <a:pt x="3561666" y="5434145"/>
                  <a:pt x="3561666" y="5434145"/>
                </a:cubicBezTo>
                <a:lnTo>
                  <a:pt x="3566198" y="5426264"/>
                </a:lnTo>
                <a:cubicBezTo>
                  <a:pt x="3566396" y="5426001"/>
                  <a:pt x="3566988" y="5425804"/>
                  <a:pt x="3566988" y="5425804"/>
                </a:cubicBezTo>
                <a:close/>
                <a:moveTo>
                  <a:pt x="3312699" y="5425804"/>
                </a:moveTo>
                <a:lnTo>
                  <a:pt x="3321763" y="5425804"/>
                </a:lnTo>
                <a:cubicBezTo>
                  <a:pt x="3322091" y="5425804"/>
                  <a:pt x="3322551" y="5426264"/>
                  <a:pt x="3322551" y="5426264"/>
                </a:cubicBezTo>
                <a:lnTo>
                  <a:pt x="3327083" y="5434145"/>
                </a:lnTo>
                <a:cubicBezTo>
                  <a:pt x="3327215" y="5434408"/>
                  <a:pt x="3327083" y="5434999"/>
                  <a:pt x="3327083" y="5434999"/>
                </a:cubicBezTo>
                <a:lnTo>
                  <a:pt x="3322551" y="5442880"/>
                </a:lnTo>
                <a:cubicBezTo>
                  <a:pt x="3322354" y="5443143"/>
                  <a:pt x="3321763" y="5443340"/>
                  <a:pt x="3321763" y="5443340"/>
                </a:cubicBezTo>
                <a:lnTo>
                  <a:pt x="3312699" y="5443340"/>
                </a:lnTo>
                <a:cubicBezTo>
                  <a:pt x="3312371" y="5443340"/>
                  <a:pt x="3311911" y="5442880"/>
                  <a:pt x="3311911" y="5442880"/>
                </a:cubicBezTo>
                <a:lnTo>
                  <a:pt x="3307378" y="5434999"/>
                </a:lnTo>
                <a:cubicBezTo>
                  <a:pt x="3307247" y="5434736"/>
                  <a:pt x="3307378" y="5434145"/>
                  <a:pt x="3307378" y="5434145"/>
                </a:cubicBezTo>
                <a:lnTo>
                  <a:pt x="3311911" y="5426264"/>
                </a:lnTo>
                <a:cubicBezTo>
                  <a:pt x="3312106" y="5426001"/>
                  <a:pt x="3312699" y="5425804"/>
                  <a:pt x="3312699" y="5425804"/>
                </a:cubicBezTo>
                <a:close/>
                <a:moveTo>
                  <a:pt x="3058374" y="5425804"/>
                </a:moveTo>
                <a:lnTo>
                  <a:pt x="3067440" y="5425804"/>
                </a:lnTo>
                <a:cubicBezTo>
                  <a:pt x="3067767" y="5425804"/>
                  <a:pt x="3068227" y="5426264"/>
                  <a:pt x="3068227" y="5426264"/>
                </a:cubicBezTo>
                <a:lnTo>
                  <a:pt x="3072759" y="5434145"/>
                </a:lnTo>
                <a:cubicBezTo>
                  <a:pt x="3072890" y="5434408"/>
                  <a:pt x="3072759" y="5434999"/>
                  <a:pt x="3072759" y="5434999"/>
                </a:cubicBezTo>
                <a:lnTo>
                  <a:pt x="3068227" y="5442880"/>
                </a:lnTo>
                <a:cubicBezTo>
                  <a:pt x="3068030" y="5443143"/>
                  <a:pt x="3067440" y="5443340"/>
                  <a:pt x="3067440" y="5443340"/>
                </a:cubicBezTo>
                <a:lnTo>
                  <a:pt x="3058374" y="5443340"/>
                </a:lnTo>
                <a:cubicBezTo>
                  <a:pt x="3058046" y="5443340"/>
                  <a:pt x="3057586" y="5442880"/>
                  <a:pt x="3057586" y="5442880"/>
                </a:cubicBezTo>
                <a:lnTo>
                  <a:pt x="3053055" y="5434999"/>
                </a:lnTo>
                <a:cubicBezTo>
                  <a:pt x="3052922" y="5434736"/>
                  <a:pt x="3053055" y="5434145"/>
                  <a:pt x="3053055" y="5434145"/>
                </a:cubicBezTo>
                <a:lnTo>
                  <a:pt x="3057586" y="5426264"/>
                </a:lnTo>
                <a:cubicBezTo>
                  <a:pt x="3057784" y="5426001"/>
                  <a:pt x="3058374" y="5425804"/>
                  <a:pt x="3058374" y="5425804"/>
                </a:cubicBezTo>
                <a:close/>
                <a:moveTo>
                  <a:pt x="2803884" y="5425804"/>
                </a:moveTo>
                <a:lnTo>
                  <a:pt x="2812947" y="5425804"/>
                </a:lnTo>
                <a:cubicBezTo>
                  <a:pt x="2813276" y="5425804"/>
                  <a:pt x="2813736" y="5426264"/>
                  <a:pt x="2813736" y="5426264"/>
                </a:cubicBezTo>
                <a:lnTo>
                  <a:pt x="2818268" y="5434145"/>
                </a:lnTo>
                <a:cubicBezTo>
                  <a:pt x="2818399" y="5434408"/>
                  <a:pt x="2818268" y="5434999"/>
                  <a:pt x="2818268" y="5434999"/>
                </a:cubicBezTo>
                <a:lnTo>
                  <a:pt x="2813736" y="5442880"/>
                </a:lnTo>
                <a:cubicBezTo>
                  <a:pt x="2813539" y="5443143"/>
                  <a:pt x="2812947" y="5443340"/>
                  <a:pt x="2812947" y="5443340"/>
                </a:cubicBezTo>
                <a:lnTo>
                  <a:pt x="2803884" y="5443340"/>
                </a:lnTo>
                <a:cubicBezTo>
                  <a:pt x="2803555" y="5443340"/>
                  <a:pt x="2803094" y="5442880"/>
                  <a:pt x="2803094" y="5442880"/>
                </a:cubicBezTo>
                <a:lnTo>
                  <a:pt x="2798562" y="5434999"/>
                </a:lnTo>
                <a:cubicBezTo>
                  <a:pt x="2798431" y="5434736"/>
                  <a:pt x="2798562" y="5434145"/>
                  <a:pt x="2798562" y="5434145"/>
                </a:cubicBezTo>
                <a:lnTo>
                  <a:pt x="2803094" y="5426264"/>
                </a:lnTo>
                <a:cubicBezTo>
                  <a:pt x="2803293" y="5426001"/>
                  <a:pt x="2803884" y="5425804"/>
                  <a:pt x="2803884" y="5425804"/>
                </a:cubicBezTo>
                <a:close/>
                <a:moveTo>
                  <a:pt x="2549364" y="5425804"/>
                </a:moveTo>
                <a:lnTo>
                  <a:pt x="2558429" y="5425804"/>
                </a:lnTo>
                <a:cubicBezTo>
                  <a:pt x="2558757" y="5425804"/>
                  <a:pt x="2559217" y="5426264"/>
                  <a:pt x="2559217" y="5426264"/>
                </a:cubicBezTo>
                <a:lnTo>
                  <a:pt x="2563749" y="5434145"/>
                </a:lnTo>
                <a:cubicBezTo>
                  <a:pt x="2563880" y="5434408"/>
                  <a:pt x="2563749" y="5434999"/>
                  <a:pt x="2563749" y="5434999"/>
                </a:cubicBezTo>
                <a:lnTo>
                  <a:pt x="2559217" y="5442880"/>
                </a:lnTo>
                <a:cubicBezTo>
                  <a:pt x="2559020" y="5443143"/>
                  <a:pt x="2558429" y="5443340"/>
                  <a:pt x="2558429" y="5443340"/>
                </a:cubicBezTo>
                <a:lnTo>
                  <a:pt x="2549364" y="5443340"/>
                </a:lnTo>
                <a:cubicBezTo>
                  <a:pt x="2549037" y="5443340"/>
                  <a:pt x="2548576" y="5442880"/>
                  <a:pt x="2548576" y="5442880"/>
                </a:cubicBezTo>
                <a:lnTo>
                  <a:pt x="2544044" y="5434999"/>
                </a:lnTo>
                <a:cubicBezTo>
                  <a:pt x="2543913" y="5434736"/>
                  <a:pt x="2544044" y="5434145"/>
                  <a:pt x="2544044" y="5434145"/>
                </a:cubicBezTo>
                <a:lnTo>
                  <a:pt x="2548576" y="5426264"/>
                </a:lnTo>
                <a:cubicBezTo>
                  <a:pt x="2548773" y="5426001"/>
                  <a:pt x="2549364" y="5425804"/>
                  <a:pt x="2549364" y="5425804"/>
                </a:cubicBezTo>
                <a:close/>
                <a:moveTo>
                  <a:pt x="2040698" y="5425804"/>
                </a:moveTo>
                <a:lnTo>
                  <a:pt x="2049763" y="5425804"/>
                </a:lnTo>
                <a:cubicBezTo>
                  <a:pt x="2050092" y="5425804"/>
                  <a:pt x="2050552" y="5426264"/>
                  <a:pt x="2050552" y="5426264"/>
                </a:cubicBezTo>
                <a:lnTo>
                  <a:pt x="2055083" y="5434145"/>
                </a:lnTo>
                <a:cubicBezTo>
                  <a:pt x="2055214" y="5434408"/>
                  <a:pt x="2055083" y="5434999"/>
                  <a:pt x="2055083" y="5434999"/>
                </a:cubicBezTo>
                <a:lnTo>
                  <a:pt x="2055001" y="5435140"/>
                </a:lnTo>
                <a:lnTo>
                  <a:pt x="2055001" y="5435196"/>
                </a:lnTo>
                <a:lnTo>
                  <a:pt x="2050470" y="5443078"/>
                </a:lnTo>
                <a:cubicBezTo>
                  <a:pt x="2050273" y="5443341"/>
                  <a:pt x="2049682" y="5443537"/>
                  <a:pt x="2049682" y="5443537"/>
                </a:cubicBezTo>
                <a:lnTo>
                  <a:pt x="2040617" y="5443537"/>
                </a:lnTo>
                <a:cubicBezTo>
                  <a:pt x="2040288" y="5443537"/>
                  <a:pt x="2039829" y="5443078"/>
                  <a:pt x="2039829" y="5443078"/>
                </a:cubicBezTo>
                <a:lnTo>
                  <a:pt x="2035297" y="5435196"/>
                </a:lnTo>
                <a:cubicBezTo>
                  <a:pt x="2035166" y="5434933"/>
                  <a:pt x="2035297" y="5434342"/>
                  <a:pt x="2035297" y="5434342"/>
                </a:cubicBezTo>
                <a:lnTo>
                  <a:pt x="2035377" y="5434202"/>
                </a:lnTo>
                <a:lnTo>
                  <a:pt x="2035377" y="5434145"/>
                </a:lnTo>
                <a:lnTo>
                  <a:pt x="2039910" y="5426264"/>
                </a:lnTo>
                <a:cubicBezTo>
                  <a:pt x="2040107" y="5426001"/>
                  <a:pt x="2040698" y="5425804"/>
                  <a:pt x="2040698" y="5425804"/>
                </a:cubicBezTo>
                <a:close/>
                <a:moveTo>
                  <a:pt x="1786299" y="5425804"/>
                </a:moveTo>
                <a:lnTo>
                  <a:pt x="1795363" y="5425804"/>
                </a:lnTo>
                <a:cubicBezTo>
                  <a:pt x="1795692" y="5425804"/>
                  <a:pt x="1796152" y="5426264"/>
                  <a:pt x="1796152" y="5426264"/>
                </a:cubicBezTo>
                <a:lnTo>
                  <a:pt x="1800682" y="5434145"/>
                </a:lnTo>
                <a:lnTo>
                  <a:pt x="1800682" y="5434248"/>
                </a:lnTo>
                <a:lnTo>
                  <a:pt x="1800737" y="5434342"/>
                </a:lnTo>
                <a:cubicBezTo>
                  <a:pt x="1800869" y="5434605"/>
                  <a:pt x="1800737" y="5435196"/>
                  <a:pt x="1800737" y="5435196"/>
                </a:cubicBezTo>
                <a:lnTo>
                  <a:pt x="1796205" y="5443078"/>
                </a:lnTo>
                <a:cubicBezTo>
                  <a:pt x="1796008" y="5443341"/>
                  <a:pt x="1795417" y="5443537"/>
                  <a:pt x="1795417" y="5443537"/>
                </a:cubicBezTo>
                <a:lnTo>
                  <a:pt x="1786353" y="5443537"/>
                </a:lnTo>
                <a:cubicBezTo>
                  <a:pt x="1786026" y="5443537"/>
                  <a:pt x="1785564" y="5443078"/>
                  <a:pt x="1785564" y="5443078"/>
                </a:cubicBezTo>
                <a:lnTo>
                  <a:pt x="1781033" y="5435196"/>
                </a:lnTo>
                <a:lnTo>
                  <a:pt x="1781033" y="5435092"/>
                </a:lnTo>
                <a:lnTo>
                  <a:pt x="1780980" y="5434999"/>
                </a:lnTo>
                <a:cubicBezTo>
                  <a:pt x="1780848" y="5434736"/>
                  <a:pt x="1780980" y="5434145"/>
                  <a:pt x="1780980" y="5434145"/>
                </a:cubicBezTo>
                <a:lnTo>
                  <a:pt x="1785511" y="5426264"/>
                </a:lnTo>
                <a:cubicBezTo>
                  <a:pt x="1785708" y="5426001"/>
                  <a:pt x="1786299" y="5425804"/>
                  <a:pt x="1786299" y="5425804"/>
                </a:cubicBezTo>
                <a:close/>
                <a:moveTo>
                  <a:pt x="1531775" y="5425804"/>
                </a:moveTo>
                <a:lnTo>
                  <a:pt x="1540838" y="5425804"/>
                </a:lnTo>
                <a:cubicBezTo>
                  <a:pt x="1541167" y="5425804"/>
                  <a:pt x="1541627" y="5426264"/>
                  <a:pt x="1541627" y="5426264"/>
                </a:cubicBezTo>
                <a:lnTo>
                  <a:pt x="1546158" y="5434145"/>
                </a:lnTo>
                <a:cubicBezTo>
                  <a:pt x="1546290" y="5434408"/>
                  <a:pt x="1546158" y="5434999"/>
                  <a:pt x="1546158" y="5434999"/>
                </a:cubicBezTo>
                <a:lnTo>
                  <a:pt x="1541627" y="5442880"/>
                </a:lnTo>
                <a:cubicBezTo>
                  <a:pt x="1541430" y="5443143"/>
                  <a:pt x="1540838" y="5443340"/>
                  <a:pt x="1540838" y="5443340"/>
                </a:cubicBezTo>
                <a:lnTo>
                  <a:pt x="1531775" y="5443340"/>
                </a:lnTo>
                <a:cubicBezTo>
                  <a:pt x="1531445" y="5443340"/>
                  <a:pt x="1530987" y="5442880"/>
                  <a:pt x="1530987" y="5442880"/>
                </a:cubicBezTo>
                <a:lnTo>
                  <a:pt x="1526454" y="5434999"/>
                </a:lnTo>
                <a:cubicBezTo>
                  <a:pt x="1526322" y="5434736"/>
                  <a:pt x="1526454" y="5434145"/>
                  <a:pt x="1526454" y="5434145"/>
                </a:cubicBezTo>
                <a:lnTo>
                  <a:pt x="1530987" y="5426264"/>
                </a:lnTo>
                <a:cubicBezTo>
                  <a:pt x="1531184" y="5426001"/>
                  <a:pt x="1531775" y="5425804"/>
                  <a:pt x="1531775" y="5425804"/>
                </a:cubicBezTo>
                <a:close/>
                <a:moveTo>
                  <a:pt x="1277393" y="5425804"/>
                </a:moveTo>
                <a:lnTo>
                  <a:pt x="1286458" y="5425804"/>
                </a:lnTo>
                <a:cubicBezTo>
                  <a:pt x="1286786" y="5425804"/>
                  <a:pt x="1287246" y="5426264"/>
                  <a:pt x="1287246" y="5426264"/>
                </a:cubicBezTo>
                <a:lnTo>
                  <a:pt x="1291778" y="5434145"/>
                </a:lnTo>
                <a:cubicBezTo>
                  <a:pt x="1291909" y="5434408"/>
                  <a:pt x="1291778" y="5434999"/>
                  <a:pt x="1291778" y="5434999"/>
                </a:cubicBezTo>
                <a:lnTo>
                  <a:pt x="1287246" y="5442880"/>
                </a:lnTo>
                <a:cubicBezTo>
                  <a:pt x="1287049" y="5443143"/>
                  <a:pt x="1286458" y="5443340"/>
                  <a:pt x="1286458" y="5443340"/>
                </a:cubicBezTo>
                <a:lnTo>
                  <a:pt x="1277393" y="5443340"/>
                </a:lnTo>
                <a:cubicBezTo>
                  <a:pt x="1277066" y="5443340"/>
                  <a:pt x="1276605" y="5442880"/>
                  <a:pt x="1276605" y="5442880"/>
                </a:cubicBezTo>
                <a:lnTo>
                  <a:pt x="1272073" y="5434999"/>
                </a:lnTo>
                <a:cubicBezTo>
                  <a:pt x="1271942" y="5434736"/>
                  <a:pt x="1272073" y="5434145"/>
                  <a:pt x="1272073" y="5434145"/>
                </a:cubicBezTo>
                <a:lnTo>
                  <a:pt x="1276605" y="5426264"/>
                </a:lnTo>
                <a:cubicBezTo>
                  <a:pt x="1276802" y="5426001"/>
                  <a:pt x="1277393" y="5425804"/>
                  <a:pt x="1277393" y="5425804"/>
                </a:cubicBezTo>
                <a:close/>
                <a:moveTo>
                  <a:pt x="1023014" y="5425804"/>
                </a:moveTo>
                <a:lnTo>
                  <a:pt x="1032077" y="5425804"/>
                </a:lnTo>
                <a:cubicBezTo>
                  <a:pt x="1032405" y="5425804"/>
                  <a:pt x="1032865" y="5426264"/>
                  <a:pt x="1032865" y="5426264"/>
                </a:cubicBezTo>
                <a:lnTo>
                  <a:pt x="1037397" y="5434145"/>
                </a:lnTo>
                <a:cubicBezTo>
                  <a:pt x="1037528" y="5434408"/>
                  <a:pt x="1037397" y="5434999"/>
                  <a:pt x="1037397" y="5434999"/>
                </a:cubicBezTo>
                <a:lnTo>
                  <a:pt x="1032865" y="5442880"/>
                </a:lnTo>
                <a:cubicBezTo>
                  <a:pt x="1032668" y="5443143"/>
                  <a:pt x="1032077" y="5443340"/>
                  <a:pt x="1032077" y="5443340"/>
                </a:cubicBezTo>
                <a:lnTo>
                  <a:pt x="1023014" y="5443340"/>
                </a:lnTo>
                <a:cubicBezTo>
                  <a:pt x="1022684" y="5443340"/>
                  <a:pt x="1022225" y="5442880"/>
                  <a:pt x="1022225" y="5442880"/>
                </a:cubicBezTo>
                <a:lnTo>
                  <a:pt x="1017692" y="5434999"/>
                </a:lnTo>
                <a:cubicBezTo>
                  <a:pt x="1017561" y="5434736"/>
                  <a:pt x="1017692" y="5434145"/>
                  <a:pt x="1017692" y="5434145"/>
                </a:cubicBezTo>
                <a:lnTo>
                  <a:pt x="1022225" y="5426264"/>
                </a:lnTo>
                <a:cubicBezTo>
                  <a:pt x="1022422" y="5426001"/>
                  <a:pt x="1023014" y="5425804"/>
                  <a:pt x="1023014" y="5425804"/>
                </a:cubicBezTo>
                <a:close/>
                <a:moveTo>
                  <a:pt x="768566" y="5425804"/>
                </a:moveTo>
                <a:lnTo>
                  <a:pt x="777630" y="5425804"/>
                </a:lnTo>
                <a:cubicBezTo>
                  <a:pt x="777958" y="5425804"/>
                  <a:pt x="778418" y="5426264"/>
                  <a:pt x="778418" y="5426264"/>
                </a:cubicBezTo>
                <a:lnTo>
                  <a:pt x="782949" y="5434145"/>
                </a:lnTo>
                <a:cubicBezTo>
                  <a:pt x="783081" y="5434408"/>
                  <a:pt x="782949" y="5434999"/>
                  <a:pt x="782949" y="5434999"/>
                </a:cubicBezTo>
                <a:lnTo>
                  <a:pt x="778418" y="5442880"/>
                </a:lnTo>
                <a:cubicBezTo>
                  <a:pt x="778221" y="5443143"/>
                  <a:pt x="777630" y="5443340"/>
                  <a:pt x="777630" y="5443340"/>
                </a:cubicBezTo>
                <a:lnTo>
                  <a:pt x="768566" y="5443340"/>
                </a:lnTo>
                <a:cubicBezTo>
                  <a:pt x="768237" y="5443340"/>
                  <a:pt x="767778" y="5442880"/>
                  <a:pt x="767778" y="5442880"/>
                </a:cubicBezTo>
                <a:lnTo>
                  <a:pt x="763245" y="5434999"/>
                </a:lnTo>
                <a:cubicBezTo>
                  <a:pt x="763113" y="5434736"/>
                  <a:pt x="763245" y="5434145"/>
                  <a:pt x="763245" y="5434145"/>
                </a:cubicBezTo>
                <a:lnTo>
                  <a:pt x="767778" y="5426264"/>
                </a:lnTo>
                <a:cubicBezTo>
                  <a:pt x="767975" y="5426001"/>
                  <a:pt x="768566" y="5425804"/>
                  <a:pt x="768566" y="5425804"/>
                </a:cubicBezTo>
                <a:close/>
                <a:moveTo>
                  <a:pt x="514185" y="5425804"/>
                </a:moveTo>
                <a:lnTo>
                  <a:pt x="523249" y="5425804"/>
                </a:lnTo>
                <a:cubicBezTo>
                  <a:pt x="523577" y="5425804"/>
                  <a:pt x="524037" y="5426264"/>
                  <a:pt x="524037" y="5426264"/>
                </a:cubicBezTo>
                <a:lnTo>
                  <a:pt x="528569" y="5434145"/>
                </a:lnTo>
                <a:cubicBezTo>
                  <a:pt x="528700" y="5434408"/>
                  <a:pt x="528569" y="5434999"/>
                  <a:pt x="528569" y="5434999"/>
                </a:cubicBezTo>
                <a:lnTo>
                  <a:pt x="524037" y="5442880"/>
                </a:lnTo>
                <a:cubicBezTo>
                  <a:pt x="523840" y="5443143"/>
                  <a:pt x="523249" y="5443340"/>
                  <a:pt x="523249" y="5443340"/>
                </a:cubicBezTo>
                <a:lnTo>
                  <a:pt x="514185" y="5443340"/>
                </a:lnTo>
                <a:cubicBezTo>
                  <a:pt x="513856" y="5443340"/>
                  <a:pt x="513397" y="5442880"/>
                  <a:pt x="513397" y="5442880"/>
                </a:cubicBezTo>
                <a:lnTo>
                  <a:pt x="508864" y="5434999"/>
                </a:lnTo>
                <a:cubicBezTo>
                  <a:pt x="508733" y="5434736"/>
                  <a:pt x="508864" y="5434145"/>
                  <a:pt x="508864" y="5434145"/>
                </a:cubicBezTo>
                <a:lnTo>
                  <a:pt x="513397" y="5426264"/>
                </a:lnTo>
                <a:cubicBezTo>
                  <a:pt x="513594" y="5426001"/>
                  <a:pt x="514185" y="5425804"/>
                  <a:pt x="514185" y="5425804"/>
                </a:cubicBezTo>
                <a:close/>
                <a:moveTo>
                  <a:pt x="259890" y="5425804"/>
                </a:moveTo>
                <a:lnTo>
                  <a:pt x="268954" y="5425804"/>
                </a:lnTo>
                <a:cubicBezTo>
                  <a:pt x="269282" y="5425804"/>
                  <a:pt x="269742" y="5426264"/>
                  <a:pt x="269742" y="5426264"/>
                </a:cubicBezTo>
                <a:lnTo>
                  <a:pt x="274273" y="5434145"/>
                </a:lnTo>
                <a:cubicBezTo>
                  <a:pt x="274405" y="5434408"/>
                  <a:pt x="274273" y="5434999"/>
                  <a:pt x="274273" y="5434999"/>
                </a:cubicBezTo>
                <a:lnTo>
                  <a:pt x="274187" y="5435148"/>
                </a:lnTo>
                <a:lnTo>
                  <a:pt x="274187" y="5435196"/>
                </a:lnTo>
                <a:lnTo>
                  <a:pt x="269655" y="5443078"/>
                </a:lnTo>
                <a:cubicBezTo>
                  <a:pt x="269458" y="5443341"/>
                  <a:pt x="268867" y="5443537"/>
                  <a:pt x="268867" y="5443537"/>
                </a:cubicBezTo>
                <a:lnTo>
                  <a:pt x="259804" y="5443537"/>
                </a:lnTo>
                <a:cubicBezTo>
                  <a:pt x="259474" y="5443537"/>
                  <a:pt x="259014" y="5443078"/>
                  <a:pt x="259014" y="5443078"/>
                </a:cubicBezTo>
                <a:lnTo>
                  <a:pt x="254482" y="5435196"/>
                </a:lnTo>
                <a:cubicBezTo>
                  <a:pt x="254351" y="5434933"/>
                  <a:pt x="254482" y="5434342"/>
                  <a:pt x="254482" y="5434342"/>
                </a:cubicBezTo>
                <a:lnTo>
                  <a:pt x="254569" y="5434192"/>
                </a:lnTo>
                <a:lnTo>
                  <a:pt x="254569" y="5434145"/>
                </a:lnTo>
                <a:lnTo>
                  <a:pt x="259101" y="5426264"/>
                </a:lnTo>
                <a:cubicBezTo>
                  <a:pt x="259298" y="5426001"/>
                  <a:pt x="259890" y="5425804"/>
                  <a:pt x="259890" y="5425804"/>
                </a:cubicBezTo>
                <a:close/>
                <a:moveTo>
                  <a:pt x="5475" y="5425804"/>
                </a:moveTo>
                <a:lnTo>
                  <a:pt x="14539" y="5425804"/>
                </a:lnTo>
                <a:cubicBezTo>
                  <a:pt x="14867" y="5425804"/>
                  <a:pt x="15327" y="5426264"/>
                  <a:pt x="15327" y="5426264"/>
                </a:cubicBezTo>
                <a:lnTo>
                  <a:pt x="19859" y="5434145"/>
                </a:lnTo>
                <a:cubicBezTo>
                  <a:pt x="19990" y="5434408"/>
                  <a:pt x="19859" y="5434999"/>
                  <a:pt x="19859" y="5434999"/>
                </a:cubicBezTo>
                <a:lnTo>
                  <a:pt x="19794" y="5435110"/>
                </a:lnTo>
                <a:lnTo>
                  <a:pt x="19794" y="5435196"/>
                </a:lnTo>
                <a:lnTo>
                  <a:pt x="15262" y="5443078"/>
                </a:lnTo>
                <a:cubicBezTo>
                  <a:pt x="15066" y="5443341"/>
                  <a:pt x="14474" y="5443537"/>
                  <a:pt x="14474" y="5443537"/>
                </a:cubicBezTo>
                <a:lnTo>
                  <a:pt x="5411" y="5443537"/>
                </a:lnTo>
                <a:cubicBezTo>
                  <a:pt x="5082" y="5443537"/>
                  <a:pt x="4623" y="5443078"/>
                  <a:pt x="4623" y="5443078"/>
                </a:cubicBezTo>
                <a:lnTo>
                  <a:pt x="90" y="5435196"/>
                </a:lnTo>
                <a:cubicBezTo>
                  <a:pt x="-42" y="5434933"/>
                  <a:pt x="90" y="5434342"/>
                  <a:pt x="90" y="5434342"/>
                </a:cubicBezTo>
                <a:lnTo>
                  <a:pt x="154" y="5434229"/>
                </a:lnTo>
                <a:lnTo>
                  <a:pt x="154" y="5434145"/>
                </a:lnTo>
                <a:lnTo>
                  <a:pt x="4686" y="5426264"/>
                </a:lnTo>
                <a:cubicBezTo>
                  <a:pt x="4883" y="5426001"/>
                  <a:pt x="5475" y="5425804"/>
                  <a:pt x="5475" y="5425804"/>
                </a:cubicBezTo>
                <a:close/>
                <a:moveTo>
                  <a:pt x="10435622" y="5208795"/>
                </a:moveTo>
                <a:lnTo>
                  <a:pt x="10444686" y="5208795"/>
                </a:lnTo>
                <a:cubicBezTo>
                  <a:pt x="10445015" y="5208795"/>
                  <a:pt x="10445474" y="5209255"/>
                  <a:pt x="10445474" y="5209255"/>
                </a:cubicBezTo>
                <a:lnTo>
                  <a:pt x="10450007" y="5217136"/>
                </a:lnTo>
                <a:cubicBezTo>
                  <a:pt x="10450138" y="5217399"/>
                  <a:pt x="10450007" y="5217990"/>
                  <a:pt x="10450007" y="5217990"/>
                </a:cubicBezTo>
                <a:lnTo>
                  <a:pt x="10445474" y="5225873"/>
                </a:lnTo>
                <a:cubicBezTo>
                  <a:pt x="10445278" y="5226135"/>
                  <a:pt x="10444686" y="5226332"/>
                  <a:pt x="10444686" y="5226332"/>
                </a:cubicBezTo>
                <a:lnTo>
                  <a:pt x="10435622" y="5226332"/>
                </a:lnTo>
                <a:cubicBezTo>
                  <a:pt x="10435295" y="5226332"/>
                  <a:pt x="10434834" y="5225873"/>
                  <a:pt x="10434834" y="5225873"/>
                </a:cubicBezTo>
                <a:lnTo>
                  <a:pt x="10430302" y="5217990"/>
                </a:lnTo>
                <a:cubicBezTo>
                  <a:pt x="10430171" y="5217727"/>
                  <a:pt x="10430302" y="5217136"/>
                  <a:pt x="10430302" y="5217136"/>
                </a:cubicBezTo>
                <a:lnTo>
                  <a:pt x="10434834" y="5209255"/>
                </a:lnTo>
                <a:cubicBezTo>
                  <a:pt x="10435031" y="5208992"/>
                  <a:pt x="10435622" y="5208795"/>
                  <a:pt x="10435622" y="5208795"/>
                </a:cubicBezTo>
                <a:close/>
                <a:moveTo>
                  <a:pt x="10181242" y="5208795"/>
                </a:moveTo>
                <a:lnTo>
                  <a:pt x="10190305" y="5208795"/>
                </a:lnTo>
                <a:cubicBezTo>
                  <a:pt x="10190635" y="5208795"/>
                  <a:pt x="10191093" y="5209255"/>
                  <a:pt x="10191093" y="5209255"/>
                </a:cubicBezTo>
                <a:lnTo>
                  <a:pt x="10195626" y="5217136"/>
                </a:lnTo>
                <a:cubicBezTo>
                  <a:pt x="10195758" y="5217399"/>
                  <a:pt x="10195626" y="5217990"/>
                  <a:pt x="10195626" y="5217990"/>
                </a:cubicBezTo>
                <a:lnTo>
                  <a:pt x="10191093" y="5225873"/>
                </a:lnTo>
                <a:cubicBezTo>
                  <a:pt x="10190896" y="5226135"/>
                  <a:pt x="10190305" y="5226332"/>
                  <a:pt x="10190305" y="5226332"/>
                </a:cubicBezTo>
                <a:lnTo>
                  <a:pt x="10181242" y="5226332"/>
                </a:lnTo>
                <a:cubicBezTo>
                  <a:pt x="10180914" y="5226332"/>
                  <a:pt x="10180453" y="5225873"/>
                  <a:pt x="10180453" y="5225873"/>
                </a:cubicBezTo>
                <a:lnTo>
                  <a:pt x="10175922" y="5217990"/>
                </a:lnTo>
                <a:cubicBezTo>
                  <a:pt x="10175790" y="5217727"/>
                  <a:pt x="10175922" y="5217136"/>
                  <a:pt x="10175922" y="5217136"/>
                </a:cubicBezTo>
                <a:lnTo>
                  <a:pt x="10180453" y="5209255"/>
                </a:lnTo>
                <a:cubicBezTo>
                  <a:pt x="10180650" y="5208992"/>
                  <a:pt x="10181242" y="5208795"/>
                  <a:pt x="10181242" y="5208795"/>
                </a:cubicBezTo>
                <a:close/>
                <a:moveTo>
                  <a:pt x="9926861" y="5208795"/>
                </a:moveTo>
                <a:lnTo>
                  <a:pt x="9935924" y="5208795"/>
                </a:lnTo>
                <a:cubicBezTo>
                  <a:pt x="9936254" y="5208795"/>
                  <a:pt x="9936713" y="5209255"/>
                  <a:pt x="9936713" y="5209255"/>
                </a:cubicBezTo>
                <a:lnTo>
                  <a:pt x="9941246" y="5217136"/>
                </a:lnTo>
                <a:cubicBezTo>
                  <a:pt x="9941376" y="5217399"/>
                  <a:pt x="9941246" y="5217990"/>
                  <a:pt x="9941246" y="5217990"/>
                </a:cubicBezTo>
                <a:lnTo>
                  <a:pt x="9936713" y="5225873"/>
                </a:lnTo>
                <a:cubicBezTo>
                  <a:pt x="9936516" y="5226135"/>
                  <a:pt x="9935924" y="5226332"/>
                  <a:pt x="9935924" y="5226332"/>
                </a:cubicBezTo>
                <a:lnTo>
                  <a:pt x="9926861" y="5226332"/>
                </a:lnTo>
                <a:cubicBezTo>
                  <a:pt x="9926532" y="5226332"/>
                  <a:pt x="9926073" y="5225873"/>
                  <a:pt x="9926073" y="5225873"/>
                </a:cubicBezTo>
                <a:lnTo>
                  <a:pt x="9921541" y="5217990"/>
                </a:lnTo>
                <a:cubicBezTo>
                  <a:pt x="9921410" y="5217727"/>
                  <a:pt x="9921541" y="5217136"/>
                  <a:pt x="9921541" y="5217136"/>
                </a:cubicBezTo>
                <a:lnTo>
                  <a:pt x="9926073" y="5209255"/>
                </a:lnTo>
                <a:cubicBezTo>
                  <a:pt x="9926270" y="5208992"/>
                  <a:pt x="9926861" y="5208795"/>
                  <a:pt x="9926861" y="5208795"/>
                </a:cubicBezTo>
                <a:close/>
                <a:moveTo>
                  <a:pt x="9672481" y="5208795"/>
                </a:moveTo>
                <a:lnTo>
                  <a:pt x="9681545" y="5208795"/>
                </a:lnTo>
                <a:cubicBezTo>
                  <a:pt x="9681872" y="5208795"/>
                  <a:pt x="9682333" y="5209255"/>
                  <a:pt x="9682333" y="5209255"/>
                </a:cubicBezTo>
                <a:lnTo>
                  <a:pt x="9686865" y="5217136"/>
                </a:lnTo>
                <a:cubicBezTo>
                  <a:pt x="9686996" y="5217399"/>
                  <a:pt x="9686865" y="5217990"/>
                  <a:pt x="9686865" y="5217990"/>
                </a:cubicBezTo>
                <a:lnTo>
                  <a:pt x="9682333" y="5225873"/>
                </a:lnTo>
                <a:cubicBezTo>
                  <a:pt x="9682136" y="5226135"/>
                  <a:pt x="9681545" y="5226332"/>
                  <a:pt x="9681545" y="5226332"/>
                </a:cubicBezTo>
                <a:lnTo>
                  <a:pt x="9672481" y="5226332"/>
                </a:lnTo>
                <a:cubicBezTo>
                  <a:pt x="9672152" y="5226332"/>
                  <a:pt x="9671693" y="5225873"/>
                  <a:pt x="9671693" y="5225873"/>
                </a:cubicBezTo>
                <a:lnTo>
                  <a:pt x="9667160" y="5217990"/>
                </a:lnTo>
                <a:cubicBezTo>
                  <a:pt x="9667030" y="5217727"/>
                  <a:pt x="9667160" y="5217136"/>
                  <a:pt x="9667160" y="5217136"/>
                </a:cubicBezTo>
                <a:lnTo>
                  <a:pt x="9671693" y="5209255"/>
                </a:lnTo>
                <a:cubicBezTo>
                  <a:pt x="9671890" y="5208992"/>
                  <a:pt x="9672481" y="5208795"/>
                  <a:pt x="9672481" y="5208795"/>
                </a:cubicBezTo>
                <a:close/>
                <a:moveTo>
                  <a:pt x="9418035" y="5208795"/>
                </a:moveTo>
                <a:lnTo>
                  <a:pt x="9427099" y="5208795"/>
                </a:lnTo>
                <a:cubicBezTo>
                  <a:pt x="9427427" y="5208795"/>
                  <a:pt x="9427887" y="5209255"/>
                  <a:pt x="9427887" y="5209255"/>
                </a:cubicBezTo>
                <a:lnTo>
                  <a:pt x="9432419" y="5217136"/>
                </a:lnTo>
                <a:cubicBezTo>
                  <a:pt x="9432550" y="5217399"/>
                  <a:pt x="9432419" y="5217990"/>
                  <a:pt x="9432419" y="5217990"/>
                </a:cubicBezTo>
                <a:lnTo>
                  <a:pt x="9427887" y="5225873"/>
                </a:lnTo>
                <a:cubicBezTo>
                  <a:pt x="9427690" y="5226135"/>
                  <a:pt x="9427099" y="5226332"/>
                  <a:pt x="9427099" y="5226332"/>
                </a:cubicBezTo>
                <a:lnTo>
                  <a:pt x="9418035" y="5226332"/>
                </a:lnTo>
                <a:cubicBezTo>
                  <a:pt x="9417707" y="5226332"/>
                  <a:pt x="9417247" y="5225873"/>
                  <a:pt x="9417247" y="5225873"/>
                </a:cubicBezTo>
                <a:lnTo>
                  <a:pt x="9412714" y="5217990"/>
                </a:lnTo>
                <a:cubicBezTo>
                  <a:pt x="9412583" y="5217727"/>
                  <a:pt x="9412714" y="5217136"/>
                  <a:pt x="9412714" y="5217136"/>
                </a:cubicBezTo>
                <a:lnTo>
                  <a:pt x="9417247" y="5209255"/>
                </a:lnTo>
                <a:cubicBezTo>
                  <a:pt x="9417444" y="5208992"/>
                  <a:pt x="9418035" y="5208795"/>
                  <a:pt x="9418035" y="5208795"/>
                </a:cubicBezTo>
                <a:close/>
                <a:moveTo>
                  <a:pt x="9163654" y="5208795"/>
                </a:moveTo>
                <a:lnTo>
                  <a:pt x="9172718" y="5208795"/>
                </a:lnTo>
                <a:cubicBezTo>
                  <a:pt x="9173046" y="5208795"/>
                  <a:pt x="9173506" y="5209255"/>
                  <a:pt x="9173506" y="5209255"/>
                </a:cubicBezTo>
                <a:lnTo>
                  <a:pt x="9178038" y="5217136"/>
                </a:lnTo>
                <a:cubicBezTo>
                  <a:pt x="9178169" y="5217399"/>
                  <a:pt x="9178038" y="5217990"/>
                  <a:pt x="9178038" y="5217990"/>
                </a:cubicBezTo>
                <a:lnTo>
                  <a:pt x="9173506" y="5225873"/>
                </a:lnTo>
                <a:cubicBezTo>
                  <a:pt x="9173309" y="5226135"/>
                  <a:pt x="9172718" y="5226332"/>
                  <a:pt x="9172718" y="5226332"/>
                </a:cubicBezTo>
                <a:lnTo>
                  <a:pt x="9163654" y="5226332"/>
                </a:lnTo>
                <a:cubicBezTo>
                  <a:pt x="9163326" y="5226332"/>
                  <a:pt x="9162866" y="5225873"/>
                  <a:pt x="9162866" y="5225873"/>
                </a:cubicBezTo>
                <a:lnTo>
                  <a:pt x="9158333" y="5217990"/>
                </a:lnTo>
                <a:cubicBezTo>
                  <a:pt x="9158202" y="5217727"/>
                  <a:pt x="9158333" y="5217136"/>
                  <a:pt x="9158333" y="5217136"/>
                </a:cubicBezTo>
                <a:lnTo>
                  <a:pt x="9162866" y="5209255"/>
                </a:lnTo>
                <a:cubicBezTo>
                  <a:pt x="9163062" y="5208992"/>
                  <a:pt x="9163654" y="5208795"/>
                  <a:pt x="9163654" y="5208795"/>
                </a:cubicBezTo>
                <a:close/>
                <a:moveTo>
                  <a:pt x="8909274" y="5208795"/>
                </a:moveTo>
                <a:lnTo>
                  <a:pt x="8918336" y="5208795"/>
                </a:lnTo>
                <a:cubicBezTo>
                  <a:pt x="8918666" y="5208795"/>
                  <a:pt x="8919125" y="5209255"/>
                  <a:pt x="8919125" y="5209255"/>
                </a:cubicBezTo>
                <a:lnTo>
                  <a:pt x="8923657" y="5217136"/>
                </a:lnTo>
                <a:cubicBezTo>
                  <a:pt x="8923789" y="5217399"/>
                  <a:pt x="8923657" y="5217990"/>
                  <a:pt x="8923657" y="5217990"/>
                </a:cubicBezTo>
                <a:lnTo>
                  <a:pt x="8919125" y="5225873"/>
                </a:lnTo>
                <a:cubicBezTo>
                  <a:pt x="8918928" y="5226135"/>
                  <a:pt x="8918336" y="5226332"/>
                  <a:pt x="8918336" y="5226332"/>
                </a:cubicBezTo>
                <a:lnTo>
                  <a:pt x="8909274" y="5226332"/>
                </a:lnTo>
                <a:cubicBezTo>
                  <a:pt x="8908945" y="5226332"/>
                  <a:pt x="8908484" y="5225873"/>
                  <a:pt x="8908484" y="5225873"/>
                </a:cubicBezTo>
                <a:lnTo>
                  <a:pt x="8903953" y="5217990"/>
                </a:lnTo>
                <a:cubicBezTo>
                  <a:pt x="8903821" y="5217727"/>
                  <a:pt x="8903953" y="5217136"/>
                  <a:pt x="8903953" y="5217136"/>
                </a:cubicBezTo>
                <a:lnTo>
                  <a:pt x="8908484" y="5209255"/>
                </a:lnTo>
                <a:cubicBezTo>
                  <a:pt x="8908681" y="5208992"/>
                  <a:pt x="8909274" y="5208795"/>
                  <a:pt x="8909274" y="5208795"/>
                </a:cubicBezTo>
                <a:close/>
                <a:moveTo>
                  <a:pt x="8654892" y="5208795"/>
                </a:moveTo>
                <a:lnTo>
                  <a:pt x="8663955" y="5208795"/>
                </a:lnTo>
                <a:cubicBezTo>
                  <a:pt x="8664285" y="5208795"/>
                  <a:pt x="8664744" y="5209255"/>
                  <a:pt x="8664744" y="5209255"/>
                </a:cubicBezTo>
                <a:lnTo>
                  <a:pt x="8669277" y="5217136"/>
                </a:lnTo>
                <a:cubicBezTo>
                  <a:pt x="8669408" y="5217399"/>
                  <a:pt x="8669277" y="5217990"/>
                  <a:pt x="8669277" y="5217990"/>
                </a:cubicBezTo>
                <a:lnTo>
                  <a:pt x="8664744" y="5225873"/>
                </a:lnTo>
                <a:cubicBezTo>
                  <a:pt x="8664548" y="5226135"/>
                  <a:pt x="8663955" y="5226332"/>
                  <a:pt x="8663955" y="5226332"/>
                </a:cubicBezTo>
                <a:lnTo>
                  <a:pt x="8654892" y="5226332"/>
                </a:lnTo>
                <a:cubicBezTo>
                  <a:pt x="8654565" y="5226332"/>
                  <a:pt x="8654104" y="5225873"/>
                  <a:pt x="8654104" y="5225873"/>
                </a:cubicBezTo>
                <a:lnTo>
                  <a:pt x="8649572" y="5217990"/>
                </a:lnTo>
                <a:cubicBezTo>
                  <a:pt x="8649441" y="5217727"/>
                  <a:pt x="8649572" y="5217136"/>
                  <a:pt x="8649572" y="5217136"/>
                </a:cubicBezTo>
                <a:lnTo>
                  <a:pt x="8654104" y="5209255"/>
                </a:lnTo>
                <a:cubicBezTo>
                  <a:pt x="8654301" y="5208992"/>
                  <a:pt x="8654892" y="5208795"/>
                  <a:pt x="8654892" y="5208795"/>
                </a:cubicBezTo>
                <a:close/>
                <a:moveTo>
                  <a:pt x="8400511" y="5208795"/>
                </a:moveTo>
                <a:lnTo>
                  <a:pt x="8409575" y="5208795"/>
                </a:lnTo>
                <a:cubicBezTo>
                  <a:pt x="8409904" y="5208795"/>
                  <a:pt x="8410363" y="5209255"/>
                  <a:pt x="8410363" y="5209255"/>
                </a:cubicBezTo>
                <a:lnTo>
                  <a:pt x="8414896" y="5217136"/>
                </a:lnTo>
                <a:cubicBezTo>
                  <a:pt x="8415027" y="5217399"/>
                  <a:pt x="8414896" y="5217990"/>
                  <a:pt x="8414896" y="5217990"/>
                </a:cubicBezTo>
                <a:lnTo>
                  <a:pt x="8410363" y="5225873"/>
                </a:lnTo>
                <a:cubicBezTo>
                  <a:pt x="8410166" y="5226135"/>
                  <a:pt x="8409575" y="5226332"/>
                  <a:pt x="8409575" y="5226332"/>
                </a:cubicBezTo>
                <a:lnTo>
                  <a:pt x="8400511" y="5226332"/>
                </a:lnTo>
                <a:cubicBezTo>
                  <a:pt x="8400184" y="5226332"/>
                  <a:pt x="8399723" y="5225873"/>
                  <a:pt x="8399723" y="5225873"/>
                </a:cubicBezTo>
                <a:lnTo>
                  <a:pt x="8395191" y="5217990"/>
                </a:lnTo>
                <a:cubicBezTo>
                  <a:pt x="8395060" y="5217727"/>
                  <a:pt x="8395191" y="5217136"/>
                  <a:pt x="8395191" y="5217136"/>
                </a:cubicBezTo>
                <a:lnTo>
                  <a:pt x="8399723" y="5209255"/>
                </a:lnTo>
                <a:cubicBezTo>
                  <a:pt x="8399920" y="5208992"/>
                  <a:pt x="8400511" y="5208795"/>
                  <a:pt x="8400511" y="5208795"/>
                </a:cubicBezTo>
                <a:close/>
                <a:moveTo>
                  <a:pt x="8146065" y="5208795"/>
                </a:moveTo>
                <a:lnTo>
                  <a:pt x="8155129" y="5208795"/>
                </a:lnTo>
                <a:cubicBezTo>
                  <a:pt x="8155458" y="5208795"/>
                  <a:pt x="8155917" y="5209255"/>
                  <a:pt x="8155917" y="5209255"/>
                </a:cubicBezTo>
                <a:lnTo>
                  <a:pt x="8160449" y="5217136"/>
                </a:lnTo>
                <a:cubicBezTo>
                  <a:pt x="8160580" y="5217399"/>
                  <a:pt x="8160449" y="5217990"/>
                  <a:pt x="8160449" y="5217990"/>
                </a:cubicBezTo>
                <a:lnTo>
                  <a:pt x="8155917" y="5225873"/>
                </a:lnTo>
                <a:cubicBezTo>
                  <a:pt x="8155719" y="5226135"/>
                  <a:pt x="8155129" y="5226332"/>
                  <a:pt x="8155129" y="5226332"/>
                </a:cubicBezTo>
                <a:lnTo>
                  <a:pt x="8146065" y="5226332"/>
                </a:lnTo>
                <a:cubicBezTo>
                  <a:pt x="8145737" y="5226332"/>
                  <a:pt x="8145277" y="5225873"/>
                  <a:pt x="8145277" y="5225873"/>
                </a:cubicBezTo>
                <a:lnTo>
                  <a:pt x="8140745" y="5217990"/>
                </a:lnTo>
                <a:cubicBezTo>
                  <a:pt x="8140613" y="5217727"/>
                  <a:pt x="8140745" y="5217136"/>
                  <a:pt x="8140745" y="5217136"/>
                </a:cubicBezTo>
                <a:lnTo>
                  <a:pt x="8145277" y="5209255"/>
                </a:lnTo>
                <a:cubicBezTo>
                  <a:pt x="8145474" y="5208992"/>
                  <a:pt x="8146065" y="5208795"/>
                  <a:pt x="8146065" y="5208795"/>
                </a:cubicBezTo>
                <a:close/>
                <a:moveTo>
                  <a:pt x="7891684" y="5208795"/>
                </a:moveTo>
                <a:lnTo>
                  <a:pt x="7900748" y="5208795"/>
                </a:lnTo>
                <a:cubicBezTo>
                  <a:pt x="7901076" y="5208795"/>
                  <a:pt x="7901536" y="5209255"/>
                  <a:pt x="7901536" y="5209255"/>
                </a:cubicBezTo>
                <a:lnTo>
                  <a:pt x="7906067" y="5217136"/>
                </a:lnTo>
                <a:cubicBezTo>
                  <a:pt x="7906199" y="5217399"/>
                  <a:pt x="7906067" y="5217990"/>
                  <a:pt x="7906067" y="5217990"/>
                </a:cubicBezTo>
                <a:lnTo>
                  <a:pt x="7901536" y="5225873"/>
                </a:lnTo>
                <a:cubicBezTo>
                  <a:pt x="7901339" y="5226135"/>
                  <a:pt x="7900748" y="5226332"/>
                  <a:pt x="7900748" y="5226332"/>
                </a:cubicBezTo>
                <a:lnTo>
                  <a:pt x="7891684" y="5226332"/>
                </a:lnTo>
                <a:cubicBezTo>
                  <a:pt x="7891355" y="5226332"/>
                  <a:pt x="7890896" y="5225873"/>
                  <a:pt x="7890896" y="5225873"/>
                </a:cubicBezTo>
                <a:lnTo>
                  <a:pt x="7886363" y="5217990"/>
                </a:lnTo>
                <a:cubicBezTo>
                  <a:pt x="7886233" y="5217727"/>
                  <a:pt x="7886363" y="5217136"/>
                  <a:pt x="7886363" y="5217136"/>
                </a:cubicBezTo>
                <a:lnTo>
                  <a:pt x="7890896" y="5209255"/>
                </a:lnTo>
                <a:cubicBezTo>
                  <a:pt x="7891093" y="5208992"/>
                  <a:pt x="7891684" y="5208795"/>
                  <a:pt x="7891684" y="5208795"/>
                </a:cubicBezTo>
                <a:close/>
                <a:moveTo>
                  <a:pt x="7637304" y="5208795"/>
                </a:moveTo>
                <a:lnTo>
                  <a:pt x="7646367" y="5208795"/>
                </a:lnTo>
                <a:cubicBezTo>
                  <a:pt x="7646696" y="5208795"/>
                  <a:pt x="7647156" y="5209255"/>
                  <a:pt x="7647156" y="5209255"/>
                </a:cubicBezTo>
                <a:lnTo>
                  <a:pt x="7651687" y="5217136"/>
                </a:lnTo>
                <a:cubicBezTo>
                  <a:pt x="7651819" y="5217399"/>
                  <a:pt x="7651687" y="5217990"/>
                  <a:pt x="7651687" y="5217990"/>
                </a:cubicBezTo>
                <a:lnTo>
                  <a:pt x="7647156" y="5225873"/>
                </a:lnTo>
                <a:cubicBezTo>
                  <a:pt x="7646958" y="5226135"/>
                  <a:pt x="7646367" y="5226332"/>
                  <a:pt x="7646367" y="5226332"/>
                </a:cubicBezTo>
                <a:lnTo>
                  <a:pt x="7637304" y="5226332"/>
                </a:lnTo>
                <a:cubicBezTo>
                  <a:pt x="7636975" y="5226332"/>
                  <a:pt x="7636516" y="5225873"/>
                  <a:pt x="7636516" y="5225873"/>
                </a:cubicBezTo>
                <a:lnTo>
                  <a:pt x="7631983" y="5217990"/>
                </a:lnTo>
                <a:cubicBezTo>
                  <a:pt x="7631851" y="5217727"/>
                  <a:pt x="7631983" y="5217136"/>
                  <a:pt x="7631983" y="5217136"/>
                </a:cubicBezTo>
                <a:lnTo>
                  <a:pt x="7636516" y="5209255"/>
                </a:lnTo>
                <a:cubicBezTo>
                  <a:pt x="7636713" y="5208992"/>
                  <a:pt x="7637304" y="5208795"/>
                  <a:pt x="7637304" y="5208795"/>
                </a:cubicBezTo>
                <a:close/>
                <a:moveTo>
                  <a:pt x="7382923" y="5208795"/>
                </a:moveTo>
                <a:lnTo>
                  <a:pt x="7391987" y="5208795"/>
                </a:lnTo>
                <a:cubicBezTo>
                  <a:pt x="7392315" y="5208795"/>
                  <a:pt x="7392775" y="5209255"/>
                  <a:pt x="7392775" y="5209255"/>
                </a:cubicBezTo>
                <a:lnTo>
                  <a:pt x="7397307" y="5217136"/>
                </a:lnTo>
                <a:cubicBezTo>
                  <a:pt x="7397438" y="5217399"/>
                  <a:pt x="7397307" y="5217990"/>
                  <a:pt x="7397307" y="5217990"/>
                </a:cubicBezTo>
                <a:lnTo>
                  <a:pt x="7392775" y="5225873"/>
                </a:lnTo>
                <a:cubicBezTo>
                  <a:pt x="7392578" y="5226135"/>
                  <a:pt x="7391987" y="5226332"/>
                  <a:pt x="7391987" y="5226332"/>
                </a:cubicBezTo>
                <a:lnTo>
                  <a:pt x="7382923" y="5226332"/>
                </a:lnTo>
                <a:cubicBezTo>
                  <a:pt x="7382595" y="5226332"/>
                  <a:pt x="7382135" y="5225873"/>
                  <a:pt x="7382135" y="5225873"/>
                </a:cubicBezTo>
                <a:lnTo>
                  <a:pt x="7377602" y="5217990"/>
                </a:lnTo>
                <a:cubicBezTo>
                  <a:pt x="7377471" y="5217727"/>
                  <a:pt x="7377602" y="5217136"/>
                  <a:pt x="7377602" y="5217136"/>
                </a:cubicBezTo>
                <a:lnTo>
                  <a:pt x="7382135" y="5209255"/>
                </a:lnTo>
                <a:cubicBezTo>
                  <a:pt x="7382331" y="5208992"/>
                  <a:pt x="7382923" y="5208795"/>
                  <a:pt x="7382923" y="5208795"/>
                </a:cubicBezTo>
                <a:close/>
                <a:moveTo>
                  <a:pt x="7128477" y="5208795"/>
                </a:moveTo>
                <a:lnTo>
                  <a:pt x="7137540" y="5208795"/>
                </a:lnTo>
                <a:cubicBezTo>
                  <a:pt x="7137869" y="5208795"/>
                  <a:pt x="7138328" y="5209255"/>
                  <a:pt x="7138328" y="5209255"/>
                </a:cubicBezTo>
                <a:lnTo>
                  <a:pt x="7142860" y="5217136"/>
                </a:lnTo>
                <a:cubicBezTo>
                  <a:pt x="7142992" y="5217399"/>
                  <a:pt x="7142860" y="5217990"/>
                  <a:pt x="7142860" y="5217990"/>
                </a:cubicBezTo>
                <a:lnTo>
                  <a:pt x="7138328" y="5225873"/>
                </a:lnTo>
                <a:cubicBezTo>
                  <a:pt x="7138131" y="5226135"/>
                  <a:pt x="7137540" y="5226332"/>
                  <a:pt x="7137540" y="5226332"/>
                </a:cubicBezTo>
                <a:lnTo>
                  <a:pt x="7128477" y="5226332"/>
                </a:lnTo>
                <a:cubicBezTo>
                  <a:pt x="7128148" y="5226332"/>
                  <a:pt x="7127689" y="5225873"/>
                  <a:pt x="7127689" y="5225873"/>
                </a:cubicBezTo>
                <a:lnTo>
                  <a:pt x="7123156" y="5217990"/>
                </a:lnTo>
                <a:cubicBezTo>
                  <a:pt x="7123024" y="5217727"/>
                  <a:pt x="7123156" y="5217136"/>
                  <a:pt x="7123156" y="5217136"/>
                </a:cubicBezTo>
                <a:lnTo>
                  <a:pt x="7127689" y="5209255"/>
                </a:lnTo>
                <a:cubicBezTo>
                  <a:pt x="7127885" y="5208992"/>
                  <a:pt x="7128477" y="5208795"/>
                  <a:pt x="7128477" y="5208795"/>
                </a:cubicBezTo>
                <a:close/>
                <a:moveTo>
                  <a:pt x="6874095" y="5208795"/>
                </a:moveTo>
                <a:lnTo>
                  <a:pt x="6883159" y="5208795"/>
                </a:lnTo>
                <a:cubicBezTo>
                  <a:pt x="6883488" y="5208795"/>
                  <a:pt x="6883947" y="5209255"/>
                  <a:pt x="6883947" y="5209255"/>
                </a:cubicBezTo>
                <a:lnTo>
                  <a:pt x="6888480" y="5217136"/>
                </a:lnTo>
                <a:cubicBezTo>
                  <a:pt x="6888611" y="5217399"/>
                  <a:pt x="6888480" y="5217990"/>
                  <a:pt x="6888480" y="5217990"/>
                </a:cubicBezTo>
                <a:lnTo>
                  <a:pt x="6883947" y="5225873"/>
                </a:lnTo>
                <a:cubicBezTo>
                  <a:pt x="6883751" y="5226135"/>
                  <a:pt x="6883159" y="5226332"/>
                  <a:pt x="6883159" y="5226332"/>
                </a:cubicBezTo>
                <a:lnTo>
                  <a:pt x="6874095" y="5226332"/>
                </a:lnTo>
                <a:cubicBezTo>
                  <a:pt x="6873768" y="5226332"/>
                  <a:pt x="6873307" y="5225873"/>
                  <a:pt x="6873307" y="5225873"/>
                </a:cubicBezTo>
                <a:lnTo>
                  <a:pt x="6868775" y="5217990"/>
                </a:lnTo>
                <a:cubicBezTo>
                  <a:pt x="6868644" y="5217727"/>
                  <a:pt x="6868775" y="5217136"/>
                  <a:pt x="6868775" y="5217136"/>
                </a:cubicBezTo>
                <a:lnTo>
                  <a:pt x="6873307" y="5209255"/>
                </a:lnTo>
                <a:cubicBezTo>
                  <a:pt x="6873504" y="5208992"/>
                  <a:pt x="6874095" y="5208795"/>
                  <a:pt x="6874095" y="5208795"/>
                </a:cubicBezTo>
                <a:close/>
                <a:moveTo>
                  <a:pt x="6619714" y="5208795"/>
                </a:moveTo>
                <a:lnTo>
                  <a:pt x="6628778" y="5208795"/>
                </a:lnTo>
                <a:cubicBezTo>
                  <a:pt x="6629107" y="5208795"/>
                  <a:pt x="6629566" y="5209255"/>
                  <a:pt x="6629566" y="5209255"/>
                </a:cubicBezTo>
                <a:lnTo>
                  <a:pt x="6634099" y="5217136"/>
                </a:lnTo>
                <a:cubicBezTo>
                  <a:pt x="6634230" y="5217399"/>
                  <a:pt x="6634099" y="5217990"/>
                  <a:pt x="6634099" y="5217990"/>
                </a:cubicBezTo>
                <a:lnTo>
                  <a:pt x="6629566" y="5225873"/>
                </a:lnTo>
                <a:cubicBezTo>
                  <a:pt x="6629369" y="5226135"/>
                  <a:pt x="6628778" y="5226332"/>
                  <a:pt x="6628778" y="5226332"/>
                </a:cubicBezTo>
                <a:lnTo>
                  <a:pt x="6619714" y="5226332"/>
                </a:lnTo>
                <a:cubicBezTo>
                  <a:pt x="6619387" y="5226332"/>
                  <a:pt x="6618926" y="5225873"/>
                  <a:pt x="6618926" y="5225873"/>
                </a:cubicBezTo>
                <a:lnTo>
                  <a:pt x="6614394" y="5217990"/>
                </a:lnTo>
                <a:cubicBezTo>
                  <a:pt x="6614263" y="5217727"/>
                  <a:pt x="6614394" y="5217136"/>
                  <a:pt x="6614394" y="5217136"/>
                </a:cubicBezTo>
                <a:lnTo>
                  <a:pt x="6618926" y="5209255"/>
                </a:lnTo>
                <a:cubicBezTo>
                  <a:pt x="6619123" y="5208992"/>
                  <a:pt x="6619714" y="5208795"/>
                  <a:pt x="6619714" y="5208795"/>
                </a:cubicBezTo>
                <a:close/>
                <a:moveTo>
                  <a:pt x="6365334" y="5208795"/>
                </a:moveTo>
                <a:lnTo>
                  <a:pt x="6374397" y="5208795"/>
                </a:lnTo>
                <a:cubicBezTo>
                  <a:pt x="6374727" y="5208795"/>
                  <a:pt x="6375186" y="5209255"/>
                  <a:pt x="6375186" y="5209255"/>
                </a:cubicBezTo>
                <a:lnTo>
                  <a:pt x="6379718" y="5217136"/>
                </a:lnTo>
                <a:cubicBezTo>
                  <a:pt x="6379849" y="5217399"/>
                  <a:pt x="6379718" y="5217990"/>
                  <a:pt x="6379718" y="5217990"/>
                </a:cubicBezTo>
                <a:lnTo>
                  <a:pt x="6375186" y="5225873"/>
                </a:lnTo>
                <a:cubicBezTo>
                  <a:pt x="6374988" y="5226135"/>
                  <a:pt x="6374397" y="5226332"/>
                  <a:pt x="6374397" y="5226332"/>
                </a:cubicBezTo>
                <a:lnTo>
                  <a:pt x="6365334" y="5226332"/>
                </a:lnTo>
                <a:cubicBezTo>
                  <a:pt x="6365005" y="5226332"/>
                  <a:pt x="6364546" y="5225873"/>
                  <a:pt x="6364546" y="5225873"/>
                </a:cubicBezTo>
                <a:lnTo>
                  <a:pt x="6360014" y="5217990"/>
                </a:lnTo>
                <a:cubicBezTo>
                  <a:pt x="6359882" y="5217727"/>
                  <a:pt x="6360014" y="5217136"/>
                  <a:pt x="6360014" y="5217136"/>
                </a:cubicBezTo>
                <a:lnTo>
                  <a:pt x="6364546" y="5209255"/>
                </a:lnTo>
                <a:cubicBezTo>
                  <a:pt x="6364743" y="5208992"/>
                  <a:pt x="6365334" y="5208795"/>
                  <a:pt x="6365334" y="5208795"/>
                </a:cubicBezTo>
                <a:close/>
                <a:moveTo>
                  <a:pt x="6110888" y="5208795"/>
                </a:moveTo>
                <a:lnTo>
                  <a:pt x="6119953" y="5208795"/>
                </a:lnTo>
                <a:cubicBezTo>
                  <a:pt x="6120280" y="5208795"/>
                  <a:pt x="6120740" y="5209255"/>
                  <a:pt x="6120740" y="5209255"/>
                </a:cubicBezTo>
                <a:lnTo>
                  <a:pt x="6125272" y="5217136"/>
                </a:lnTo>
                <a:cubicBezTo>
                  <a:pt x="6125403" y="5217399"/>
                  <a:pt x="6125272" y="5217990"/>
                  <a:pt x="6125272" y="5217990"/>
                </a:cubicBezTo>
                <a:lnTo>
                  <a:pt x="6120740" y="5225873"/>
                </a:lnTo>
                <a:cubicBezTo>
                  <a:pt x="6120543" y="5226135"/>
                  <a:pt x="6119953" y="5226332"/>
                  <a:pt x="6119953" y="5226332"/>
                </a:cubicBezTo>
                <a:lnTo>
                  <a:pt x="6110888" y="5226332"/>
                </a:lnTo>
                <a:cubicBezTo>
                  <a:pt x="6110560" y="5226332"/>
                  <a:pt x="6110101" y="5225873"/>
                  <a:pt x="6110101" y="5225873"/>
                </a:cubicBezTo>
                <a:lnTo>
                  <a:pt x="6105567" y="5217990"/>
                </a:lnTo>
                <a:cubicBezTo>
                  <a:pt x="6105436" y="5217727"/>
                  <a:pt x="6105567" y="5217136"/>
                  <a:pt x="6105567" y="5217136"/>
                </a:cubicBezTo>
                <a:lnTo>
                  <a:pt x="6110101" y="5209255"/>
                </a:lnTo>
                <a:cubicBezTo>
                  <a:pt x="6110296" y="5208992"/>
                  <a:pt x="6110888" y="5208795"/>
                  <a:pt x="6110888" y="5208795"/>
                </a:cubicBezTo>
                <a:close/>
                <a:moveTo>
                  <a:pt x="5856508" y="5208795"/>
                </a:moveTo>
                <a:lnTo>
                  <a:pt x="5865571" y="5208795"/>
                </a:lnTo>
                <a:cubicBezTo>
                  <a:pt x="5865900" y="5208795"/>
                  <a:pt x="5866359" y="5209255"/>
                  <a:pt x="5866359" y="5209255"/>
                </a:cubicBezTo>
                <a:lnTo>
                  <a:pt x="5870891" y="5217136"/>
                </a:lnTo>
                <a:cubicBezTo>
                  <a:pt x="5871023" y="5217399"/>
                  <a:pt x="5870891" y="5217990"/>
                  <a:pt x="5870891" y="5217990"/>
                </a:cubicBezTo>
                <a:lnTo>
                  <a:pt x="5866359" y="5225873"/>
                </a:lnTo>
                <a:cubicBezTo>
                  <a:pt x="5866163" y="5226135"/>
                  <a:pt x="5865571" y="5226332"/>
                  <a:pt x="5865571" y="5226332"/>
                </a:cubicBezTo>
                <a:lnTo>
                  <a:pt x="5856508" y="5226332"/>
                </a:lnTo>
                <a:cubicBezTo>
                  <a:pt x="5856178" y="5226332"/>
                  <a:pt x="5855720" y="5225873"/>
                  <a:pt x="5855720" y="5225873"/>
                </a:cubicBezTo>
                <a:lnTo>
                  <a:pt x="5851187" y="5217990"/>
                </a:lnTo>
                <a:cubicBezTo>
                  <a:pt x="5851055" y="5217727"/>
                  <a:pt x="5851187" y="5217136"/>
                  <a:pt x="5851187" y="5217136"/>
                </a:cubicBezTo>
                <a:lnTo>
                  <a:pt x="5855720" y="5209255"/>
                </a:lnTo>
                <a:cubicBezTo>
                  <a:pt x="5855916" y="5208992"/>
                  <a:pt x="5856508" y="5208795"/>
                  <a:pt x="5856508" y="5208795"/>
                </a:cubicBezTo>
                <a:close/>
                <a:moveTo>
                  <a:pt x="5602126" y="5208795"/>
                </a:moveTo>
                <a:lnTo>
                  <a:pt x="5611191" y="5208795"/>
                </a:lnTo>
                <a:cubicBezTo>
                  <a:pt x="5611519" y="5208795"/>
                  <a:pt x="5611979" y="5209255"/>
                  <a:pt x="5611979" y="5209255"/>
                </a:cubicBezTo>
                <a:lnTo>
                  <a:pt x="5616511" y="5217136"/>
                </a:lnTo>
                <a:cubicBezTo>
                  <a:pt x="5616642" y="5217399"/>
                  <a:pt x="5616511" y="5217990"/>
                  <a:pt x="5616511" y="5217990"/>
                </a:cubicBezTo>
                <a:lnTo>
                  <a:pt x="5611979" y="5225873"/>
                </a:lnTo>
                <a:cubicBezTo>
                  <a:pt x="5611782" y="5226135"/>
                  <a:pt x="5611191" y="5226332"/>
                  <a:pt x="5611191" y="5226332"/>
                </a:cubicBezTo>
                <a:lnTo>
                  <a:pt x="5602126" y="5226332"/>
                </a:lnTo>
                <a:cubicBezTo>
                  <a:pt x="5601798" y="5226332"/>
                  <a:pt x="5601338" y="5225873"/>
                  <a:pt x="5601338" y="5225873"/>
                </a:cubicBezTo>
                <a:lnTo>
                  <a:pt x="5596807" y="5217990"/>
                </a:lnTo>
                <a:cubicBezTo>
                  <a:pt x="5596675" y="5217727"/>
                  <a:pt x="5596807" y="5217136"/>
                  <a:pt x="5596807" y="5217136"/>
                </a:cubicBezTo>
                <a:lnTo>
                  <a:pt x="5601338" y="5209255"/>
                </a:lnTo>
                <a:cubicBezTo>
                  <a:pt x="5601536" y="5208992"/>
                  <a:pt x="5602126" y="5208795"/>
                  <a:pt x="5602126" y="5208795"/>
                </a:cubicBezTo>
                <a:close/>
                <a:moveTo>
                  <a:pt x="5347746" y="5208795"/>
                </a:moveTo>
                <a:lnTo>
                  <a:pt x="5356810" y="5208795"/>
                </a:lnTo>
                <a:cubicBezTo>
                  <a:pt x="5357138" y="5208795"/>
                  <a:pt x="5357598" y="5209255"/>
                  <a:pt x="5357598" y="5209255"/>
                </a:cubicBezTo>
                <a:lnTo>
                  <a:pt x="5362130" y="5217136"/>
                </a:lnTo>
                <a:cubicBezTo>
                  <a:pt x="5362261" y="5217399"/>
                  <a:pt x="5362130" y="5217990"/>
                  <a:pt x="5362130" y="5217990"/>
                </a:cubicBezTo>
                <a:lnTo>
                  <a:pt x="5357598" y="5225873"/>
                </a:lnTo>
                <a:cubicBezTo>
                  <a:pt x="5357401" y="5226135"/>
                  <a:pt x="5356810" y="5226332"/>
                  <a:pt x="5356810" y="5226332"/>
                </a:cubicBezTo>
                <a:lnTo>
                  <a:pt x="5347746" y="5226332"/>
                </a:lnTo>
                <a:cubicBezTo>
                  <a:pt x="5347418" y="5226332"/>
                  <a:pt x="5346958" y="5225873"/>
                  <a:pt x="5346958" y="5225873"/>
                </a:cubicBezTo>
                <a:lnTo>
                  <a:pt x="5342425" y="5217990"/>
                </a:lnTo>
                <a:cubicBezTo>
                  <a:pt x="5342295" y="5217727"/>
                  <a:pt x="5342425" y="5217136"/>
                  <a:pt x="5342425" y="5217136"/>
                </a:cubicBezTo>
                <a:lnTo>
                  <a:pt x="5346958" y="5209255"/>
                </a:lnTo>
                <a:cubicBezTo>
                  <a:pt x="5347154" y="5208992"/>
                  <a:pt x="5347746" y="5208795"/>
                  <a:pt x="5347746" y="5208795"/>
                </a:cubicBezTo>
                <a:close/>
                <a:moveTo>
                  <a:pt x="5093300" y="5208795"/>
                </a:moveTo>
                <a:lnTo>
                  <a:pt x="5102364" y="5208795"/>
                </a:lnTo>
                <a:cubicBezTo>
                  <a:pt x="5102693" y="5208795"/>
                  <a:pt x="5103153" y="5209255"/>
                  <a:pt x="5103153" y="5209255"/>
                </a:cubicBezTo>
                <a:lnTo>
                  <a:pt x="5107684" y="5217136"/>
                </a:lnTo>
                <a:cubicBezTo>
                  <a:pt x="5107815" y="5217399"/>
                  <a:pt x="5107684" y="5217990"/>
                  <a:pt x="5107684" y="5217990"/>
                </a:cubicBezTo>
                <a:lnTo>
                  <a:pt x="5103153" y="5225873"/>
                </a:lnTo>
                <a:cubicBezTo>
                  <a:pt x="5102955" y="5226135"/>
                  <a:pt x="5102364" y="5226332"/>
                  <a:pt x="5102364" y="5226332"/>
                </a:cubicBezTo>
                <a:lnTo>
                  <a:pt x="5093300" y="5226332"/>
                </a:lnTo>
                <a:cubicBezTo>
                  <a:pt x="5092972" y="5226332"/>
                  <a:pt x="5092512" y="5225873"/>
                  <a:pt x="5092512" y="5225873"/>
                </a:cubicBezTo>
                <a:lnTo>
                  <a:pt x="5087979" y="5217990"/>
                </a:lnTo>
                <a:cubicBezTo>
                  <a:pt x="5087848" y="5217727"/>
                  <a:pt x="5087979" y="5217136"/>
                  <a:pt x="5087979" y="5217136"/>
                </a:cubicBezTo>
                <a:lnTo>
                  <a:pt x="5092512" y="5209255"/>
                </a:lnTo>
                <a:cubicBezTo>
                  <a:pt x="5092708" y="5208992"/>
                  <a:pt x="5093300" y="5208795"/>
                  <a:pt x="5093300" y="5208795"/>
                </a:cubicBezTo>
                <a:close/>
                <a:moveTo>
                  <a:pt x="4838919" y="5208795"/>
                </a:moveTo>
                <a:lnTo>
                  <a:pt x="4847982" y="5208795"/>
                </a:lnTo>
                <a:cubicBezTo>
                  <a:pt x="4848311" y="5208795"/>
                  <a:pt x="4848772" y="5209255"/>
                  <a:pt x="4848772" y="5209255"/>
                </a:cubicBezTo>
                <a:lnTo>
                  <a:pt x="4853303" y="5217136"/>
                </a:lnTo>
                <a:cubicBezTo>
                  <a:pt x="4853435" y="5217399"/>
                  <a:pt x="4853303" y="5217990"/>
                  <a:pt x="4853303" y="5217990"/>
                </a:cubicBezTo>
                <a:lnTo>
                  <a:pt x="4848772" y="5225873"/>
                </a:lnTo>
                <a:cubicBezTo>
                  <a:pt x="4848575" y="5226135"/>
                  <a:pt x="4847982" y="5226332"/>
                  <a:pt x="4847982" y="5226332"/>
                </a:cubicBezTo>
                <a:lnTo>
                  <a:pt x="4838919" y="5226332"/>
                </a:lnTo>
                <a:cubicBezTo>
                  <a:pt x="4838590" y="5226332"/>
                  <a:pt x="4838132" y="5225873"/>
                  <a:pt x="4838132" y="5225873"/>
                </a:cubicBezTo>
                <a:lnTo>
                  <a:pt x="4833598" y="5217990"/>
                </a:lnTo>
                <a:cubicBezTo>
                  <a:pt x="4833467" y="5217727"/>
                  <a:pt x="4833598" y="5217136"/>
                  <a:pt x="4833598" y="5217136"/>
                </a:cubicBezTo>
                <a:lnTo>
                  <a:pt x="4838132" y="5209255"/>
                </a:lnTo>
                <a:cubicBezTo>
                  <a:pt x="4838328" y="5208992"/>
                  <a:pt x="4838919" y="5208795"/>
                  <a:pt x="4838919" y="5208795"/>
                </a:cubicBezTo>
                <a:close/>
                <a:moveTo>
                  <a:pt x="4584538" y="5208795"/>
                </a:moveTo>
                <a:lnTo>
                  <a:pt x="4593603" y="5208795"/>
                </a:lnTo>
                <a:cubicBezTo>
                  <a:pt x="4593932" y="5208795"/>
                  <a:pt x="4594390" y="5209255"/>
                  <a:pt x="4594390" y="5209255"/>
                </a:cubicBezTo>
                <a:lnTo>
                  <a:pt x="4598922" y="5217136"/>
                </a:lnTo>
                <a:cubicBezTo>
                  <a:pt x="4599054" y="5217399"/>
                  <a:pt x="4598922" y="5217990"/>
                  <a:pt x="4598922" y="5217990"/>
                </a:cubicBezTo>
                <a:lnTo>
                  <a:pt x="4594390" y="5225873"/>
                </a:lnTo>
                <a:cubicBezTo>
                  <a:pt x="4594193" y="5226135"/>
                  <a:pt x="4593603" y="5226332"/>
                  <a:pt x="4593603" y="5226332"/>
                </a:cubicBezTo>
                <a:lnTo>
                  <a:pt x="4584538" y="5226332"/>
                </a:lnTo>
                <a:cubicBezTo>
                  <a:pt x="4584210" y="5226332"/>
                  <a:pt x="4583749" y="5225873"/>
                  <a:pt x="4583749" y="5225873"/>
                </a:cubicBezTo>
                <a:lnTo>
                  <a:pt x="4579218" y="5217990"/>
                </a:lnTo>
                <a:cubicBezTo>
                  <a:pt x="4579087" y="5217727"/>
                  <a:pt x="4579218" y="5217136"/>
                  <a:pt x="4579218" y="5217136"/>
                </a:cubicBezTo>
                <a:lnTo>
                  <a:pt x="4583749" y="5209255"/>
                </a:lnTo>
                <a:cubicBezTo>
                  <a:pt x="4583948" y="5208992"/>
                  <a:pt x="4584538" y="5208795"/>
                  <a:pt x="4584538" y="5208795"/>
                </a:cubicBezTo>
                <a:close/>
                <a:moveTo>
                  <a:pt x="4330157" y="5208795"/>
                </a:moveTo>
                <a:lnTo>
                  <a:pt x="4339222" y="5208795"/>
                </a:lnTo>
                <a:cubicBezTo>
                  <a:pt x="4339550" y="5208795"/>
                  <a:pt x="4340010" y="5209255"/>
                  <a:pt x="4340010" y="5209255"/>
                </a:cubicBezTo>
                <a:lnTo>
                  <a:pt x="4344540" y="5217136"/>
                </a:lnTo>
                <a:cubicBezTo>
                  <a:pt x="4344672" y="5217399"/>
                  <a:pt x="4344540" y="5217990"/>
                  <a:pt x="4344540" y="5217990"/>
                </a:cubicBezTo>
                <a:lnTo>
                  <a:pt x="4340010" y="5225873"/>
                </a:lnTo>
                <a:cubicBezTo>
                  <a:pt x="4339812" y="5226135"/>
                  <a:pt x="4339222" y="5226332"/>
                  <a:pt x="4339222" y="5226332"/>
                </a:cubicBezTo>
                <a:lnTo>
                  <a:pt x="4330157" y="5226332"/>
                </a:lnTo>
                <a:cubicBezTo>
                  <a:pt x="4329829" y="5226332"/>
                  <a:pt x="4329369" y="5225873"/>
                  <a:pt x="4329369" y="5225873"/>
                </a:cubicBezTo>
                <a:lnTo>
                  <a:pt x="4324836" y="5217990"/>
                </a:lnTo>
                <a:cubicBezTo>
                  <a:pt x="4324706" y="5217727"/>
                  <a:pt x="4324836" y="5217136"/>
                  <a:pt x="4324836" y="5217136"/>
                </a:cubicBezTo>
                <a:lnTo>
                  <a:pt x="4329369" y="5209255"/>
                </a:lnTo>
                <a:cubicBezTo>
                  <a:pt x="4329565" y="5208992"/>
                  <a:pt x="4330157" y="5208795"/>
                  <a:pt x="4330157" y="5208795"/>
                </a:cubicBezTo>
                <a:close/>
                <a:moveTo>
                  <a:pt x="4076028" y="5208795"/>
                </a:moveTo>
                <a:lnTo>
                  <a:pt x="4085093" y="5208795"/>
                </a:lnTo>
                <a:cubicBezTo>
                  <a:pt x="4085421" y="5208795"/>
                  <a:pt x="4085880" y="5209255"/>
                  <a:pt x="4085880" y="5209255"/>
                </a:cubicBezTo>
                <a:lnTo>
                  <a:pt x="4090413" y="5217136"/>
                </a:lnTo>
                <a:cubicBezTo>
                  <a:pt x="4090544" y="5217399"/>
                  <a:pt x="4090413" y="5217990"/>
                  <a:pt x="4090413" y="5217990"/>
                </a:cubicBezTo>
                <a:lnTo>
                  <a:pt x="4085880" y="5225873"/>
                </a:lnTo>
                <a:cubicBezTo>
                  <a:pt x="4085684" y="5226135"/>
                  <a:pt x="4085093" y="5226332"/>
                  <a:pt x="4085093" y="5226332"/>
                </a:cubicBezTo>
                <a:lnTo>
                  <a:pt x="4076028" y="5226332"/>
                </a:lnTo>
                <a:cubicBezTo>
                  <a:pt x="4075700" y="5226332"/>
                  <a:pt x="4075240" y="5225873"/>
                  <a:pt x="4075240" y="5225873"/>
                </a:cubicBezTo>
                <a:lnTo>
                  <a:pt x="4070708" y="5217990"/>
                </a:lnTo>
                <a:cubicBezTo>
                  <a:pt x="4070577" y="5217727"/>
                  <a:pt x="4070708" y="5217136"/>
                  <a:pt x="4070708" y="5217136"/>
                </a:cubicBezTo>
                <a:lnTo>
                  <a:pt x="4075240" y="5209255"/>
                </a:lnTo>
                <a:cubicBezTo>
                  <a:pt x="4075436" y="5208992"/>
                  <a:pt x="4076028" y="5208795"/>
                  <a:pt x="4076028" y="5208795"/>
                </a:cubicBezTo>
                <a:close/>
                <a:moveTo>
                  <a:pt x="3821479" y="5208795"/>
                </a:moveTo>
                <a:lnTo>
                  <a:pt x="3830543" y="5208795"/>
                </a:lnTo>
                <a:cubicBezTo>
                  <a:pt x="3830873" y="5208795"/>
                  <a:pt x="3831333" y="5209255"/>
                  <a:pt x="3831333" y="5209255"/>
                </a:cubicBezTo>
                <a:lnTo>
                  <a:pt x="3835865" y="5217136"/>
                </a:lnTo>
                <a:cubicBezTo>
                  <a:pt x="3835996" y="5217399"/>
                  <a:pt x="3835865" y="5217990"/>
                  <a:pt x="3835865" y="5217990"/>
                </a:cubicBezTo>
                <a:lnTo>
                  <a:pt x="3831333" y="5225873"/>
                </a:lnTo>
                <a:cubicBezTo>
                  <a:pt x="3831134" y="5226135"/>
                  <a:pt x="3830543" y="5226332"/>
                  <a:pt x="3830543" y="5226332"/>
                </a:cubicBezTo>
                <a:lnTo>
                  <a:pt x="3821479" y="5226332"/>
                </a:lnTo>
                <a:cubicBezTo>
                  <a:pt x="3821150" y="5226332"/>
                  <a:pt x="3820691" y="5225873"/>
                  <a:pt x="3820691" y="5225873"/>
                </a:cubicBezTo>
                <a:lnTo>
                  <a:pt x="3816158" y="5217990"/>
                </a:lnTo>
                <a:cubicBezTo>
                  <a:pt x="3816026" y="5217727"/>
                  <a:pt x="3816158" y="5217136"/>
                  <a:pt x="3816158" y="5217136"/>
                </a:cubicBezTo>
                <a:lnTo>
                  <a:pt x="3820691" y="5209255"/>
                </a:lnTo>
                <a:cubicBezTo>
                  <a:pt x="3820891" y="5208992"/>
                  <a:pt x="3821479" y="5208795"/>
                  <a:pt x="3821479" y="5208795"/>
                </a:cubicBezTo>
                <a:close/>
                <a:moveTo>
                  <a:pt x="3567110" y="5208795"/>
                </a:moveTo>
                <a:lnTo>
                  <a:pt x="3576174" y="5208795"/>
                </a:lnTo>
                <a:cubicBezTo>
                  <a:pt x="3576502" y="5208795"/>
                  <a:pt x="3576963" y="5209255"/>
                  <a:pt x="3576963" y="5209255"/>
                </a:cubicBezTo>
                <a:lnTo>
                  <a:pt x="3581495" y="5217136"/>
                </a:lnTo>
                <a:cubicBezTo>
                  <a:pt x="3581626" y="5217399"/>
                  <a:pt x="3581495" y="5217990"/>
                  <a:pt x="3581495" y="5217990"/>
                </a:cubicBezTo>
                <a:lnTo>
                  <a:pt x="3576963" y="5225873"/>
                </a:lnTo>
                <a:cubicBezTo>
                  <a:pt x="3576766" y="5226135"/>
                  <a:pt x="3576174" y="5226332"/>
                  <a:pt x="3576174" y="5226332"/>
                </a:cubicBezTo>
                <a:lnTo>
                  <a:pt x="3567110" y="5226332"/>
                </a:lnTo>
                <a:cubicBezTo>
                  <a:pt x="3566782" y="5226332"/>
                  <a:pt x="3566322" y="5225873"/>
                  <a:pt x="3566322" y="5225873"/>
                </a:cubicBezTo>
                <a:lnTo>
                  <a:pt x="3561788" y="5217990"/>
                </a:lnTo>
                <a:cubicBezTo>
                  <a:pt x="3561657" y="5217727"/>
                  <a:pt x="3561788" y="5217136"/>
                  <a:pt x="3561788" y="5217136"/>
                </a:cubicBezTo>
                <a:lnTo>
                  <a:pt x="3566322" y="5209255"/>
                </a:lnTo>
                <a:cubicBezTo>
                  <a:pt x="3566519" y="5208992"/>
                  <a:pt x="3567110" y="5208795"/>
                  <a:pt x="3567110" y="5208795"/>
                </a:cubicBezTo>
                <a:close/>
                <a:moveTo>
                  <a:pt x="3312607" y="5208795"/>
                </a:moveTo>
                <a:lnTo>
                  <a:pt x="3321671" y="5208795"/>
                </a:lnTo>
                <a:cubicBezTo>
                  <a:pt x="3321999" y="5208795"/>
                  <a:pt x="3322459" y="5209255"/>
                  <a:pt x="3322459" y="5209255"/>
                </a:cubicBezTo>
                <a:lnTo>
                  <a:pt x="3326991" y="5217136"/>
                </a:lnTo>
                <a:cubicBezTo>
                  <a:pt x="3327122" y="5217399"/>
                  <a:pt x="3326991" y="5217990"/>
                  <a:pt x="3326991" y="5217990"/>
                </a:cubicBezTo>
                <a:lnTo>
                  <a:pt x="3322459" y="5225873"/>
                </a:lnTo>
                <a:cubicBezTo>
                  <a:pt x="3322261" y="5226135"/>
                  <a:pt x="3321671" y="5226332"/>
                  <a:pt x="3321671" y="5226332"/>
                </a:cubicBezTo>
                <a:lnTo>
                  <a:pt x="3312607" y="5226332"/>
                </a:lnTo>
                <a:cubicBezTo>
                  <a:pt x="3312278" y="5226332"/>
                  <a:pt x="3311819" y="5225873"/>
                  <a:pt x="3311819" y="5225873"/>
                </a:cubicBezTo>
                <a:lnTo>
                  <a:pt x="3307286" y="5217990"/>
                </a:lnTo>
                <a:cubicBezTo>
                  <a:pt x="3307155" y="5217727"/>
                  <a:pt x="3307286" y="5217136"/>
                  <a:pt x="3307286" y="5217136"/>
                </a:cubicBezTo>
                <a:lnTo>
                  <a:pt x="3311819" y="5209255"/>
                </a:lnTo>
                <a:cubicBezTo>
                  <a:pt x="3312015" y="5208992"/>
                  <a:pt x="3312607" y="5208795"/>
                  <a:pt x="3312607" y="5208795"/>
                </a:cubicBezTo>
                <a:close/>
                <a:moveTo>
                  <a:pt x="3058377" y="5208795"/>
                </a:moveTo>
                <a:lnTo>
                  <a:pt x="3067441" y="5208795"/>
                </a:lnTo>
                <a:cubicBezTo>
                  <a:pt x="3067771" y="5208795"/>
                  <a:pt x="3068230" y="5209255"/>
                  <a:pt x="3068230" y="5209255"/>
                </a:cubicBezTo>
                <a:lnTo>
                  <a:pt x="3072762" y="5217136"/>
                </a:lnTo>
                <a:cubicBezTo>
                  <a:pt x="3072893" y="5217399"/>
                  <a:pt x="3072762" y="5217990"/>
                  <a:pt x="3072762" y="5217990"/>
                </a:cubicBezTo>
                <a:lnTo>
                  <a:pt x="3068230" y="5225873"/>
                </a:lnTo>
                <a:cubicBezTo>
                  <a:pt x="3068033" y="5226135"/>
                  <a:pt x="3067441" y="5226332"/>
                  <a:pt x="3067441" y="5226332"/>
                </a:cubicBezTo>
                <a:lnTo>
                  <a:pt x="3058377" y="5226332"/>
                </a:lnTo>
                <a:cubicBezTo>
                  <a:pt x="3058050" y="5226332"/>
                  <a:pt x="3057589" y="5225873"/>
                  <a:pt x="3057589" y="5225873"/>
                </a:cubicBezTo>
                <a:lnTo>
                  <a:pt x="3053056" y="5217990"/>
                </a:lnTo>
                <a:cubicBezTo>
                  <a:pt x="3052925" y="5217727"/>
                  <a:pt x="3053056" y="5217136"/>
                  <a:pt x="3053056" y="5217136"/>
                </a:cubicBezTo>
                <a:lnTo>
                  <a:pt x="3057589" y="5209255"/>
                </a:lnTo>
                <a:cubicBezTo>
                  <a:pt x="3057787" y="5208992"/>
                  <a:pt x="3058377" y="5208795"/>
                  <a:pt x="3058377" y="5208795"/>
                </a:cubicBezTo>
                <a:close/>
                <a:moveTo>
                  <a:pt x="2803834" y="5208795"/>
                </a:moveTo>
                <a:lnTo>
                  <a:pt x="2812898" y="5208795"/>
                </a:lnTo>
                <a:cubicBezTo>
                  <a:pt x="2813227" y="5208795"/>
                  <a:pt x="2813685" y="5209255"/>
                  <a:pt x="2813685" y="5209255"/>
                </a:cubicBezTo>
                <a:lnTo>
                  <a:pt x="2818217" y="5217136"/>
                </a:lnTo>
                <a:cubicBezTo>
                  <a:pt x="2818348" y="5217399"/>
                  <a:pt x="2818217" y="5217990"/>
                  <a:pt x="2818217" y="5217990"/>
                </a:cubicBezTo>
                <a:lnTo>
                  <a:pt x="2813685" y="5225873"/>
                </a:lnTo>
                <a:cubicBezTo>
                  <a:pt x="2813488" y="5226135"/>
                  <a:pt x="2812898" y="5226332"/>
                  <a:pt x="2812898" y="5226332"/>
                </a:cubicBezTo>
                <a:lnTo>
                  <a:pt x="2803834" y="5226332"/>
                </a:lnTo>
                <a:cubicBezTo>
                  <a:pt x="2803504" y="5226332"/>
                  <a:pt x="2803044" y="5225873"/>
                  <a:pt x="2803044" y="5225873"/>
                </a:cubicBezTo>
                <a:lnTo>
                  <a:pt x="2798513" y="5217990"/>
                </a:lnTo>
                <a:cubicBezTo>
                  <a:pt x="2798381" y="5217727"/>
                  <a:pt x="2798513" y="5217136"/>
                  <a:pt x="2798513" y="5217136"/>
                </a:cubicBezTo>
                <a:lnTo>
                  <a:pt x="2803044" y="5209255"/>
                </a:lnTo>
                <a:cubicBezTo>
                  <a:pt x="2803241" y="5208992"/>
                  <a:pt x="2803834" y="5208795"/>
                  <a:pt x="2803834" y="5208795"/>
                </a:cubicBezTo>
                <a:close/>
                <a:moveTo>
                  <a:pt x="2549481" y="5208795"/>
                </a:moveTo>
                <a:lnTo>
                  <a:pt x="2558547" y="5208795"/>
                </a:lnTo>
                <a:cubicBezTo>
                  <a:pt x="2558876" y="5208795"/>
                  <a:pt x="2559334" y="5209255"/>
                  <a:pt x="2559334" y="5209255"/>
                </a:cubicBezTo>
                <a:lnTo>
                  <a:pt x="2563866" y="5217136"/>
                </a:lnTo>
                <a:cubicBezTo>
                  <a:pt x="2563997" y="5217399"/>
                  <a:pt x="2563866" y="5217990"/>
                  <a:pt x="2563866" y="5217990"/>
                </a:cubicBezTo>
                <a:lnTo>
                  <a:pt x="2559334" y="5225873"/>
                </a:lnTo>
                <a:cubicBezTo>
                  <a:pt x="2559137" y="5226135"/>
                  <a:pt x="2558547" y="5226332"/>
                  <a:pt x="2558547" y="5226332"/>
                </a:cubicBezTo>
                <a:lnTo>
                  <a:pt x="2549481" y="5226332"/>
                </a:lnTo>
                <a:cubicBezTo>
                  <a:pt x="2549154" y="5226332"/>
                  <a:pt x="2548693" y="5225873"/>
                  <a:pt x="2548693" y="5225873"/>
                </a:cubicBezTo>
                <a:lnTo>
                  <a:pt x="2544162" y="5217990"/>
                </a:lnTo>
                <a:cubicBezTo>
                  <a:pt x="2544029" y="5217727"/>
                  <a:pt x="2544162" y="5217136"/>
                  <a:pt x="2544162" y="5217136"/>
                </a:cubicBezTo>
                <a:lnTo>
                  <a:pt x="2548693" y="5209255"/>
                </a:lnTo>
                <a:cubicBezTo>
                  <a:pt x="2548890" y="5208992"/>
                  <a:pt x="2549481" y="5208795"/>
                  <a:pt x="2549481" y="5208795"/>
                </a:cubicBezTo>
                <a:close/>
                <a:moveTo>
                  <a:pt x="2294981" y="5208795"/>
                </a:moveTo>
                <a:lnTo>
                  <a:pt x="2304046" y="5208795"/>
                </a:lnTo>
                <a:cubicBezTo>
                  <a:pt x="2304375" y="5208795"/>
                  <a:pt x="2304834" y="5209255"/>
                  <a:pt x="2304834" y="5209255"/>
                </a:cubicBezTo>
                <a:lnTo>
                  <a:pt x="2309366" y="5217136"/>
                </a:lnTo>
                <a:cubicBezTo>
                  <a:pt x="2309497" y="5217399"/>
                  <a:pt x="2309366" y="5217990"/>
                  <a:pt x="2309366" y="5217990"/>
                </a:cubicBezTo>
                <a:lnTo>
                  <a:pt x="2304834" y="5225872"/>
                </a:lnTo>
                <a:cubicBezTo>
                  <a:pt x="2304637" y="5226134"/>
                  <a:pt x="2304046" y="5226331"/>
                  <a:pt x="2304046" y="5226331"/>
                </a:cubicBezTo>
                <a:lnTo>
                  <a:pt x="2294981" y="5226331"/>
                </a:lnTo>
                <a:cubicBezTo>
                  <a:pt x="2294654" y="5226331"/>
                  <a:pt x="2294193" y="5225872"/>
                  <a:pt x="2294193" y="5225872"/>
                </a:cubicBezTo>
                <a:lnTo>
                  <a:pt x="2289662" y="5217990"/>
                </a:lnTo>
                <a:cubicBezTo>
                  <a:pt x="2289530" y="5217727"/>
                  <a:pt x="2289662" y="5217136"/>
                  <a:pt x="2289662" y="5217136"/>
                </a:cubicBezTo>
                <a:lnTo>
                  <a:pt x="2294193" y="5209255"/>
                </a:lnTo>
                <a:cubicBezTo>
                  <a:pt x="2294390" y="5208992"/>
                  <a:pt x="2294981" y="5208795"/>
                  <a:pt x="2294981" y="5208795"/>
                </a:cubicBezTo>
                <a:close/>
                <a:moveTo>
                  <a:pt x="2040691" y="5208795"/>
                </a:moveTo>
                <a:lnTo>
                  <a:pt x="2049755" y="5208795"/>
                </a:lnTo>
                <a:cubicBezTo>
                  <a:pt x="2050084" y="5208795"/>
                  <a:pt x="2050543" y="5209255"/>
                  <a:pt x="2050543" y="5209255"/>
                </a:cubicBezTo>
                <a:lnTo>
                  <a:pt x="2055074" y="5217136"/>
                </a:lnTo>
                <a:cubicBezTo>
                  <a:pt x="2055206" y="5217399"/>
                  <a:pt x="2055074" y="5217990"/>
                  <a:pt x="2055074" y="5217990"/>
                </a:cubicBezTo>
                <a:lnTo>
                  <a:pt x="2050543" y="5225873"/>
                </a:lnTo>
                <a:cubicBezTo>
                  <a:pt x="2050346" y="5226135"/>
                  <a:pt x="2049755" y="5226332"/>
                  <a:pt x="2049755" y="5226332"/>
                </a:cubicBezTo>
                <a:lnTo>
                  <a:pt x="2040691" y="5226332"/>
                </a:lnTo>
                <a:cubicBezTo>
                  <a:pt x="2040362" y="5226332"/>
                  <a:pt x="2039902" y="5225873"/>
                  <a:pt x="2039902" y="5225873"/>
                </a:cubicBezTo>
                <a:lnTo>
                  <a:pt x="2035368" y="5217990"/>
                </a:lnTo>
                <a:cubicBezTo>
                  <a:pt x="2035237" y="5217727"/>
                  <a:pt x="2035368" y="5217136"/>
                  <a:pt x="2035368" y="5217136"/>
                </a:cubicBezTo>
                <a:lnTo>
                  <a:pt x="2039902" y="5209255"/>
                </a:lnTo>
                <a:cubicBezTo>
                  <a:pt x="2040099" y="5208992"/>
                  <a:pt x="2040691" y="5208795"/>
                  <a:pt x="2040691" y="5208795"/>
                </a:cubicBezTo>
                <a:close/>
                <a:moveTo>
                  <a:pt x="1786206" y="5208795"/>
                </a:moveTo>
                <a:lnTo>
                  <a:pt x="1795271" y="5208795"/>
                </a:lnTo>
                <a:cubicBezTo>
                  <a:pt x="1795599" y="5208795"/>
                  <a:pt x="1796059" y="5209255"/>
                  <a:pt x="1796059" y="5209255"/>
                </a:cubicBezTo>
                <a:lnTo>
                  <a:pt x="1800590" y="5217136"/>
                </a:lnTo>
                <a:cubicBezTo>
                  <a:pt x="1800722" y="5217399"/>
                  <a:pt x="1800590" y="5217990"/>
                  <a:pt x="1800590" y="5217990"/>
                </a:cubicBezTo>
                <a:lnTo>
                  <a:pt x="1796059" y="5225873"/>
                </a:lnTo>
                <a:cubicBezTo>
                  <a:pt x="1795862" y="5226135"/>
                  <a:pt x="1795271" y="5226332"/>
                  <a:pt x="1795271" y="5226332"/>
                </a:cubicBezTo>
                <a:lnTo>
                  <a:pt x="1786206" y="5226332"/>
                </a:lnTo>
                <a:cubicBezTo>
                  <a:pt x="1785879" y="5226332"/>
                  <a:pt x="1785418" y="5225873"/>
                  <a:pt x="1785418" y="5225873"/>
                </a:cubicBezTo>
                <a:lnTo>
                  <a:pt x="1780886" y="5217990"/>
                </a:lnTo>
                <a:cubicBezTo>
                  <a:pt x="1780755" y="5217727"/>
                  <a:pt x="1780886" y="5217136"/>
                  <a:pt x="1780886" y="5217136"/>
                </a:cubicBezTo>
                <a:lnTo>
                  <a:pt x="1785418" y="5209255"/>
                </a:lnTo>
                <a:cubicBezTo>
                  <a:pt x="1785615" y="5208992"/>
                  <a:pt x="1786206" y="5208795"/>
                  <a:pt x="1786206" y="5208795"/>
                </a:cubicBezTo>
                <a:close/>
                <a:moveTo>
                  <a:pt x="1531849" y="5208795"/>
                </a:moveTo>
                <a:lnTo>
                  <a:pt x="1540912" y="5208795"/>
                </a:lnTo>
                <a:cubicBezTo>
                  <a:pt x="1541241" y="5208795"/>
                  <a:pt x="1541701" y="5209255"/>
                  <a:pt x="1541701" y="5209255"/>
                </a:cubicBezTo>
                <a:lnTo>
                  <a:pt x="1546233" y="5217136"/>
                </a:lnTo>
                <a:cubicBezTo>
                  <a:pt x="1546364" y="5217399"/>
                  <a:pt x="1546233" y="5217990"/>
                  <a:pt x="1546233" y="5217990"/>
                </a:cubicBezTo>
                <a:lnTo>
                  <a:pt x="1541701" y="5225873"/>
                </a:lnTo>
                <a:cubicBezTo>
                  <a:pt x="1541503" y="5226135"/>
                  <a:pt x="1540912" y="5226332"/>
                  <a:pt x="1540912" y="5226332"/>
                </a:cubicBezTo>
                <a:lnTo>
                  <a:pt x="1531849" y="5226332"/>
                </a:lnTo>
                <a:cubicBezTo>
                  <a:pt x="1531520" y="5226332"/>
                  <a:pt x="1531061" y="5225873"/>
                  <a:pt x="1531061" y="5225873"/>
                </a:cubicBezTo>
                <a:lnTo>
                  <a:pt x="1526528" y="5217990"/>
                </a:lnTo>
                <a:cubicBezTo>
                  <a:pt x="1526397" y="5217727"/>
                  <a:pt x="1526528" y="5217136"/>
                  <a:pt x="1526528" y="5217136"/>
                </a:cubicBezTo>
                <a:lnTo>
                  <a:pt x="1531061" y="5209255"/>
                </a:lnTo>
                <a:cubicBezTo>
                  <a:pt x="1531258" y="5208992"/>
                  <a:pt x="1531849" y="5208795"/>
                  <a:pt x="1531849" y="5208795"/>
                </a:cubicBezTo>
                <a:close/>
                <a:moveTo>
                  <a:pt x="1277530" y="5208795"/>
                </a:moveTo>
                <a:lnTo>
                  <a:pt x="1286594" y="5208795"/>
                </a:lnTo>
                <a:cubicBezTo>
                  <a:pt x="1286924" y="5208795"/>
                  <a:pt x="1287384" y="5209255"/>
                  <a:pt x="1287384" y="5209255"/>
                </a:cubicBezTo>
                <a:lnTo>
                  <a:pt x="1291914" y="5217136"/>
                </a:lnTo>
                <a:cubicBezTo>
                  <a:pt x="1292047" y="5217399"/>
                  <a:pt x="1291914" y="5217990"/>
                  <a:pt x="1291914" y="5217990"/>
                </a:cubicBezTo>
                <a:lnTo>
                  <a:pt x="1287384" y="5225873"/>
                </a:lnTo>
                <a:cubicBezTo>
                  <a:pt x="1287186" y="5226135"/>
                  <a:pt x="1286594" y="5226332"/>
                  <a:pt x="1286594" y="5226332"/>
                </a:cubicBezTo>
                <a:lnTo>
                  <a:pt x="1277530" y="5226332"/>
                </a:lnTo>
                <a:cubicBezTo>
                  <a:pt x="1277201" y="5226332"/>
                  <a:pt x="1276743" y="5225873"/>
                  <a:pt x="1276743" y="5225873"/>
                </a:cubicBezTo>
                <a:lnTo>
                  <a:pt x="1272211" y="5217990"/>
                </a:lnTo>
                <a:cubicBezTo>
                  <a:pt x="1272079" y="5217727"/>
                  <a:pt x="1272211" y="5217136"/>
                  <a:pt x="1272211" y="5217136"/>
                </a:cubicBezTo>
                <a:lnTo>
                  <a:pt x="1276743" y="5209255"/>
                </a:lnTo>
                <a:cubicBezTo>
                  <a:pt x="1276938" y="5208992"/>
                  <a:pt x="1277530" y="5208795"/>
                  <a:pt x="1277530" y="5208795"/>
                </a:cubicBezTo>
                <a:close/>
                <a:moveTo>
                  <a:pt x="1023075" y="5208795"/>
                </a:moveTo>
                <a:lnTo>
                  <a:pt x="1032138" y="5208795"/>
                </a:lnTo>
                <a:cubicBezTo>
                  <a:pt x="1032467" y="5208795"/>
                  <a:pt x="1032926" y="5209255"/>
                  <a:pt x="1032926" y="5209255"/>
                </a:cubicBezTo>
                <a:lnTo>
                  <a:pt x="1037458" y="5217136"/>
                </a:lnTo>
                <a:cubicBezTo>
                  <a:pt x="1037590" y="5217399"/>
                  <a:pt x="1037458" y="5217990"/>
                  <a:pt x="1037458" y="5217990"/>
                </a:cubicBezTo>
                <a:lnTo>
                  <a:pt x="1032926" y="5225873"/>
                </a:lnTo>
                <a:cubicBezTo>
                  <a:pt x="1032730" y="5226135"/>
                  <a:pt x="1032138" y="5226332"/>
                  <a:pt x="1032138" y="5226332"/>
                </a:cubicBezTo>
                <a:lnTo>
                  <a:pt x="1023075" y="5226332"/>
                </a:lnTo>
                <a:cubicBezTo>
                  <a:pt x="1022745" y="5226332"/>
                  <a:pt x="1022288" y="5225873"/>
                  <a:pt x="1022288" y="5225873"/>
                </a:cubicBezTo>
                <a:lnTo>
                  <a:pt x="1017753" y="5217990"/>
                </a:lnTo>
                <a:cubicBezTo>
                  <a:pt x="1017622" y="5217727"/>
                  <a:pt x="1017753" y="5217136"/>
                  <a:pt x="1017753" y="5217136"/>
                </a:cubicBezTo>
                <a:lnTo>
                  <a:pt x="1022288" y="5209255"/>
                </a:lnTo>
                <a:cubicBezTo>
                  <a:pt x="1022484" y="5208992"/>
                  <a:pt x="1023075" y="5208795"/>
                  <a:pt x="1023075" y="5208795"/>
                </a:cubicBezTo>
                <a:close/>
                <a:moveTo>
                  <a:pt x="768610" y="5208795"/>
                </a:moveTo>
                <a:lnTo>
                  <a:pt x="777673" y="5208795"/>
                </a:lnTo>
                <a:cubicBezTo>
                  <a:pt x="778002" y="5208795"/>
                  <a:pt x="778461" y="5209255"/>
                  <a:pt x="778461" y="5209255"/>
                </a:cubicBezTo>
                <a:lnTo>
                  <a:pt x="782993" y="5217136"/>
                </a:lnTo>
                <a:cubicBezTo>
                  <a:pt x="783125" y="5217399"/>
                  <a:pt x="782993" y="5217990"/>
                  <a:pt x="782993" y="5217990"/>
                </a:cubicBezTo>
                <a:lnTo>
                  <a:pt x="778461" y="5225873"/>
                </a:lnTo>
                <a:cubicBezTo>
                  <a:pt x="778265" y="5226135"/>
                  <a:pt x="777673" y="5226332"/>
                  <a:pt x="777673" y="5226332"/>
                </a:cubicBezTo>
                <a:lnTo>
                  <a:pt x="768610" y="5226332"/>
                </a:lnTo>
                <a:cubicBezTo>
                  <a:pt x="768281" y="5226332"/>
                  <a:pt x="767822" y="5225873"/>
                  <a:pt x="767822" y="5225873"/>
                </a:cubicBezTo>
                <a:lnTo>
                  <a:pt x="763289" y="5217990"/>
                </a:lnTo>
                <a:cubicBezTo>
                  <a:pt x="763157" y="5217727"/>
                  <a:pt x="763289" y="5217136"/>
                  <a:pt x="763289" y="5217136"/>
                </a:cubicBezTo>
                <a:lnTo>
                  <a:pt x="767822" y="5209255"/>
                </a:lnTo>
                <a:cubicBezTo>
                  <a:pt x="768019" y="5208992"/>
                  <a:pt x="768610" y="5208795"/>
                  <a:pt x="768610" y="5208795"/>
                </a:cubicBezTo>
                <a:close/>
                <a:moveTo>
                  <a:pt x="514340" y="5208795"/>
                </a:moveTo>
                <a:lnTo>
                  <a:pt x="523403" y="5208795"/>
                </a:lnTo>
                <a:cubicBezTo>
                  <a:pt x="523732" y="5208795"/>
                  <a:pt x="524191" y="5209255"/>
                  <a:pt x="524191" y="5209255"/>
                </a:cubicBezTo>
                <a:lnTo>
                  <a:pt x="528723" y="5217136"/>
                </a:lnTo>
                <a:cubicBezTo>
                  <a:pt x="528854" y="5217399"/>
                  <a:pt x="528723" y="5217990"/>
                  <a:pt x="528723" y="5217990"/>
                </a:cubicBezTo>
                <a:lnTo>
                  <a:pt x="524191" y="5225873"/>
                </a:lnTo>
                <a:cubicBezTo>
                  <a:pt x="523996" y="5226135"/>
                  <a:pt x="523403" y="5226332"/>
                  <a:pt x="523403" y="5226332"/>
                </a:cubicBezTo>
                <a:lnTo>
                  <a:pt x="514340" y="5226332"/>
                </a:lnTo>
                <a:cubicBezTo>
                  <a:pt x="514010" y="5226332"/>
                  <a:pt x="513553" y="5225873"/>
                  <a:pt x="513553" y="5225873"/>
                </a:cubicBezTo>
                <a:lnTo>
                  <a:pt x="509020" y="5217990"/>
                </a:lnTo>
                <a:cubicBezTo>
                  <a:pt x="508888" y="5217727"/>
                  <a:pt x="509020" y="5217136"/>
                  <a:pt x="509020" y="5217136"/>
                </a:cubicBezTo>
                <a:lnTo>
                  <a:pt x="513553" y="5209255"/>
                </a:lnTo>
                <a:cubicBezTo>
                  <a:pt x="513750" y="5208992"/>
                  <a:pt x="514340" y="5208795"/>
                  <a:pt x="514340" y="5208795"/>
                </a:cubicBezTo>
                <a:close/>
                <a:moveTo>
                  <a:pt x="259963" y="5208795"/>
                </a:moveTo>
                <a:lnTo>
                  <a:pt x="269027" y="5208795"/>
                </a:lnTo>
                <a:cubicBezTo>
                  <a:pt x="269355" y="5208795"/>
                  <a:pt x="269815" y="5209255"/>
                  <a:pt x="269815" y="5209255"/>
                </a:cubicBezTo>
                <a:lnTo>
                  <a:pt x="274346" y="5217136"/>
                </a:lnTo>
                <a:cubicBezTo>
                  <a:pt x="274477" y="5217399"/>
                  <a:pt x="274346" y="5217990"/>
                  <a:pt x="274346" y="5217990"/>
                </a:cubicBezTo>
                <a:lnTo>
                  <a:pt x="269815" y="5225873"/>
                </a:lnTo>
                <a:cubicBezTo>
                  <a:pt x="269618" y="5226135"/>
                  <a:pt x="269027" y="5226332"/>
                  <a:pt x="269027" y="5226332"/>
                </a:cubicBezTo>
                <a:lnTo>
                  <a:pt x="259963" y="5226332"/>
                </a:lnTo>
                <a:cubicBezTo>
                  <a:pt x="259634" y="5226332"/>
                  <a:pt x="259174" y="5225873"/>
                  <a:pt x="259174" y="5225873"/>
                </a:cubicBezTo>
                <a:lnTo>
                  <a:pt x="254642" y="5217990"/>
                </a:lnTo>
                <a:cubicBezTo>
                  <a:pt x="254511" y="5217727"/>
                  <a:pt x="254642" y="5217136"/>
                  <a:pt x="254642" y="5217136"/>
                </a:cubicBezTo>
                <a:lnTo>
                  <a:pt x="259174" y="5209255"/>
                </a:lnTo>
                <a:cubicBezTo>
                  <a:pt x="259371" y="5208992"/>
                  <a:pt x="259963" y="5208795"/>
                  <a:pt x="259963" y="5208795"/>
                </a:cubicBezTo>
                <a:close/>
                <a:moveTo>
                  <a:pt x="5521" y="5208795"/>
                </a:moveTo>
                <a:lnTo>
                  <a:pt x="14585" y="5208795"/>
                </a:lnTo>
                <a:cubicBezTo>
                  <a:pt x="14913" y="5208795"/>
                  <a:pt x="15373" y="5209255"/>
                  <a:pt x="15373" y="5209255"/>
                </a:cubicBezTo>
                <a:lnTo>
                  <a:pt x="19905" y="5217136"/>
                </a:lnTo>
                <a:cubicBezTo>
                  <a:pt x="20036" y="5217399"/>
                  <a:pt x="19905" y="5217990"/>
                  <a:pt x="19905" y="5217990"/>
                </a:cubicBezTo>
                <a:lnTo>
                  <a:pt x="15373" y="5225873"/>
                </a:lnTo>
                <a:cubicBezTo>
                  <a:pt x="15176" y="5226135"/>
                  <a:pt x="14585" y="5226332"/>
                  <a:pt x="14585" y="5226332"/>
                </a:cubicBezTo>
                <a:lnTo>
                  <a:pt x="5521" y="5226332"/>
                </a:lnTo>
                <a:cubicBezTo>
                  <a:pt x="5192" y="5226332"/>
                  <a:pt x="4732" y="5225873"/>
                  <a:pt x="4732" y="5225873"/>
                </a:cubicBezTo>
                <a:lnTo>
                  <a:pt x="200" y="5217990"/>
                </a:lnTo>
                <a:cubicBezTo>
                  <a:pt x="69" y="5217727"/>
                  <a:pt x="200" y="5217136"/>
                  <a:pt x="200" y="5217136"/>
                </a:cubicBezTo>
                <a:lnTo>
                  <a:pt x="4732" y="5209255"/>
                </a:lnTo>
                <a:cubicBezTo>
                  <a:pt x="4929" y="5208992"/>
                  <a:pt x="5521" y="5208795"/>
                  <a:pt x="5521" y="5208795"/>
                </a:cubicBezTo>
                <a:close/>
                <a:moveTo>
                  <a:pt x="10435622" y="4991788"/>
                </a:moveTo>
                <a:lnTo>
                  <a:pt x="10444686" y="4991788"/>
                </a:lnTo>
                <a:cubicBezTo>
                  <a:pt x="10445015" y="4991788"/>
                  <a:pt x="10445474" y="4992247"/>
                  <a:pt x="10445474" y="4992247"/>
                </a:cubicBezTo>
                <a:lnTo>
                  <a:pt x="10450007" y="5000129"/>
                </a:lnTo>
                <a:cubicBezTo>
                  <a:pt x="10450138" y="5000392"/>
                  <a:pt x="10450007" y="5000983"/>
                  <a:pt x="10450007" y="5000983"/>
                </a:cubicBezTo>
                <a:lnTo>
                  <a:pt x="10445474" y="5008864"/>
                </a:lnTo>
                <a:cubicBezTo>
                  <a:pt x="10445278" y="5009128"/>
                  <a:pt x="10444686" y="5009324"/>
                  <a:pt x="10444686" y="5009324"/>
                </a:cubicBezTo>
                <a:lnTo>
                  <a:pt x="10435622" y="5009324"/>
                </a:lnTo>
                <a:cubicBezTo>
                  <a:pt x="10435295" y="5009324"/>
                  <a:pt x="10434834" y="5008864"/>
                  <a:pt x="10434834" y="5008864"/>
                </a:cubicBezTo>
                <a:lnTo>
                  <a:pt x="10430302" y="5000983"/>
                </a:lnTo>
                <a:cubicBezTo>
                  <a:pt x="10430171" y="5000720"/>
                  <a:pt x="10430302" y="5000129"/>
                  <a:pt x="10430302" y="5000129"/>
                </a:cubicBezTo>
                <a:lnTo>
                  <a:pt x="10434834" y="4992247"/>
                </a:lnTo>
                <a:cubicBezTo>
                  <a:pt x="10435031" y="4991985"/>
                  <a:pt x="10435622" y="4991788"/>
                  <a:pt x="10435622" y="4991788"/>
                </a:cubicBezTo>
                <a:close/>
                <a:moveTo>
                  <a:pt x="10181242" y="4991788"/>
                </a:moveTo>
                <a:lnTo>
                  <a:pt x="10190305" y="4991788"/>
                </a:lnTo>
                <a:cubicBezTo>
                  <a:pt x="10190635" y="4991788"/>
                  <a:pt x="10191093" y="4992247"/>
                  <a:pt x="10191093" y="4992247"/>
                </a:cubicBezTo>
                <a:lnTo>
                  <a:pt x="10195626" y="5000129"/>
                </a:lnTo>
                <a:cubicBezTo>
                  <a:pt x="10195758" y="5000392"/>
                  <a:pt x="10195626" y="5000983"/>
                  <a:pt x="10195626" y="5000983"/>
                </a:cubicBezTo>
                <a:lnTo>
                  <a:pt x="10191093" y="5008864"/>
                </a:lnTo>
                <a:cubicBezTo>
                  <a:pt x="10190896" y="5009128"/>
                  <a:pt x="10190305" y="5009324"/>
                  <a:pt x="10190305" y="5009324"/>
                </a:cubicBezTo>
                <a:lnTo>
                  <a:pt x="10181242" y="5009324"/>
                </a:lnTo>
                <a:cubicBezTo>
                  <a:pt x="10180914" y="5009324"/>
                  <a:pt x="10180453" y="5008864"/>
                  <a:pt x="10180453" y="5008864"/>
                </a:cubicBezTo>
                <a:lnTo>
                  <a:pt x="10175922" y="5000983"/>
                </a:lnTo>
                <a:cubicBezTo>
                  <a:pt x="10175790" y="5000720"/>
                  <a:pt x="10175922" y="5000129"/>
                  <a:pt x="10175922" y="5000129"/>
                </a:cubicBezTo>
                <a:lnTo>
                  <a:pt x="10180453" y="4992247"/>
                </a:lnTo>
                <a:cubicBezTo>
                  <a:pt x="10180650" y="4991985"/>
                  <a:pt x="10181242" y="4991788"/>
                  <a:pt x="10181242" y="4991788"/>
                </a:cubicBezTo>
                <a:close/>
                <a:moveTo>
                  <a:pt x="9926861" y="4991788"/>
                </a:moveTo>
                <a:lnTo>
                  <a:pt x="9935924" y="4991788"/>
                </a:lnTo>
                <a:cubicBezTo>
                  <a:pt x="9936254" y="4991788"/>
                  <a:pt x="9936713" y="4992247"/>
                  <a:pt x="9936713" y="4992247"/>
                </a:cubicBezTo>
                <a:lnTo>
                  <a:pt x="9941246" y="5000129"/>
                </a:lnTo>
                <a:cubicBezTo>
                  <a:pt x="9941376" y="5000392"/>
                  <a:pt x="9941246" y="5000983"/>
                  <a:pt x="9941246" y="5000983"/>
                </a:cubicBezTo>
                <a:lnTo>
                  <a:pt x="9936713" y="5008864"/>
                </a:lnTo>
                <a:cubicBezTo>
                  <a:pt x="9936516" y="5009128"/>
                  <a:pt x="9935924" y="5009324"/>
                  <a:pt x="9935924" y="5009324"/>
                </a:cubicBezTo>
                <a:lnTo>
                  <a:pt x="9926861" y="5009324"/>
                </a:lnTo>
                <a:cubicBezTo>
                  <a:pt x="9926532" y="5009324"/>
                  <a:pt x="9926073" y="5008864"/>
                  <a:pt x="9926073" y="5008864"/>
                </a:cubicBezTo>
                <a:lnTo>
                  <a:pt x="9921541" y="5000983"/>
                </a:lnTo>
                <a:cubicBezTo>
                  <a:pt x="9921410" y="5000720"/>
                  <a:pt x="9921541" y="5000129"/>
                  <a:pt x="9921541" y="5000129"/>
                </a:cubicBezTo>
                <a:lnTo>
                  <a:pt x="9926073" y="4992247"/>
                </a:lnTo>
                <a:cubicBezTo>
                  <a:pt x="9926270" y="4991985"/>
                  <a:pt x="9926861" y="4991788"/>
                  <a:pt x="9926861" y="4991788"/>
                </a:cubicBezTo>
                <a:close/>
                <a:moveTo>
                  <a:pt x="9672481" y="4991788"/>
                </a:moveTo>
                <a:lnTo>
                  <a:pt x="9681545" y="4991788"/>
                </a:lnTo>
                <a:cubicBezTo>
                  <a:pt x="9681872" y="4991788"/>
                  <a:pt x="9682333" y="4992247"/>
                  <a:pt x="9682333" y="4992247"/>
                </a:cubicBezTo>
                <a:lnTo>
                  <a:pt x="9686865" y="5000129"/>
                </a:lnTo>
                <a:cubicBezTo>
                  <a:pt x="9686996" y="5000392"/>
                  <a:pt x="9686865" y="5000983"/>
                  <a:pt x="9686865" y="5000983"/>
                </a:cubicBezTo>
                <a:lnTo>
                  <a:pt x="9682333" y="5008864"/>
                </a:lnTo>
                <a:cubicBezTo>
                  <a:pt x="9682136" y="5009128"/>
                  <a:pt x="9681545" y="5009324"/>
                  <a:pt x="9681545" y="5009324"/>
                </a:cubicBezTo>
                <a:lnTo>
                  <a:pt x="9672481" y="5009324"/>
                </a:lnTo>
                <a:cubicBezTo>
                  <a:pt x="9672152" y="5009324"/>
                  <a:pt x="9671693" y="5008864"/>
                  <a:pt x="9671693" y="5008864"/>
                </a:cubicBezTo>
                <a:lnTo>
                  <a:pt x="9667160" y="5000983"/>
                </a:lnTo>
                <a:cubicBezTo>
                  <a:pt x="9667030" y="5000720"/>
                  <a:pt x="9667160" y="5000129"/>
                  <a:pt x="9667160" y="5000129"/>
                </a:cubicBezTo>
                <a:lnTo>
                  <a:pt x="9671693" y="4992247"/>
                </a:lnTo>
                <a:cubicBezTo>
                  <a:pt x="9671890" y="4991985"/>
                  <a:pt x="9672481" y="4991788"/>
                  <a:pt x="9672481" y="4991788"/>
                </a:cubicBezTo>
                <a:close/>
                <a:moveTo>
                  <a:pt x="9418035" y="4991788"/>
                </a:moveTo>
                <a:lnTo>
                  <a:pt x="9427099" y="4991788"/>
                </a:lnTo>
                <a:cubicBezTo>
                  <a:pt x="9427427" y="4991788"/>
                  <a:pt x="9427887" y="4992247"/>
                  <a:pt x="9427887" y="4992247"/>
                </a:cubicBezTo>
                <a:lnTo>
                  <a:pt x="9432419" y="5000129"/>
                </a:lnTo>
                <a:cubicBezTo>
                  <a:pt x="9432550" y="5000392"/>
                  <a:pt x="9432419" y="5000983"/>
                  <a:pt x="9432419" y="5000983"/>
                </a:cubicBezTo>
                <a:lnTo>
                  <a:pt x="9427887" y="5008864"/>
                </a:lnTo>
                <a:cubicBezTo>
                  <a:pt x="9427690" y="5009128"/>
                  <a:pt x="9427099" y="5009324"/>
                  <a:pt x="9427099" y="5009324"/>
                </a:cubicBezTo>
                <a:lnTo>
                  <a:pt x="9418035" y="5009324"/>
                </a:lnTo>
                <a:cubicBezTo>
                  <a:pt x="9417707" y="5009324"/>
                  <a:pt x="9417247" y="5008864"/>
                  <a:pt x="9417247" y="5008864"/>
                </a:cubicBezTo>
                <a:lnTo>
                  <a:pt x="9412714" y="5000983"/>
                </a:lnTo>
                <a:cubicBezTo>
                  <a:pt x="9412583" y="5000720"/>
                  <a:pt x="9412714" y="5000129"/>
                  <a:pt x="9412714" y="5000129"/>
                </a:cubicBezTo>
                <a:lnTo>
                  <a:pt x="9417247" y="4992247"/>
                </a:lnTo>
                <a:cubicBezTo>
                  <a:pt x="9417444" y="4991985"/>
                  <a:pt x="9418035" y="4991788"/>
                  <a:pt x="9418035" y="4991788"/>
                </a:cubicBezTo>
                <a:close/>
                <a:moveTo>
                  <a:pt x="9163654" y="4991788"/>
                </a:moveTo>
                <a:lnTo>
                  <a:pt x="9172718" y="4991788"/>
                </a:lnTo>
                <a:cubicBezTo>
                  <a:pt x="9173046" y="4991788"/>
                  <a:pt x="9173506" y="4992247"/>
                  <a:pt x="9173506" y="4992247"/>
                </a:cubicBezTo>
                <a:lnTo>
                  <a:pt x="9178038" y="5000129"/>
                </a:lnTo>
                <a:cubicBezTo>
                  <a:pt x="9178169" y="5000392"/>
                  <a:pt x="9178038" y="5000983"/>
                  <a:pt x="9178038" y="5000983"/>
                </a:cubicBezTo>
                <a:lnTo>
                  <a:pt x="9173506" y="5008864"/>
                </a:lnTo>
                <a:cubicBezTo>
                  <a:pt x="9173309" y="5009128"/>
                  <a:pt x="9172718" y="5009324"/>
                  <a:pt x="9172718" y="5009324"/>
                </a:cubicBezTo>
                <a:lnTo>
                  <a:pt x="9163654" y="5009324"/>
                </a:lnTo>
                <a:cubicBezTo>
                  <a:pt x="9163326" y="5009324"/>
                  <a:pt x="9162866" y="5008864"/>
                  <a:pt x="9162866" y="5008864"/>
                </a:cubicBezTo>
                <a:lnTo>
                  <a:pt x="9158333" y="5000983"/>
                </a:lnTo>
                <a:cubicBezTo>
                  <a:pt x="9158202" y="5000720"/>
                  <a:pt x="9158333" y="5000129"/>
                  <a:pt x="9158333" y="5000129"/>
                </a:cubicBezTo>
                <a:lnTo>
                  <a:pt x="9162866" y="4992247"/>
                </a:lnTo>
                <a:cubicBezTo>
                  <a:pt x="9163062" y="4991985"/>
                  <a:pt x="9163654" y="4991788"/>
                  <a:pt x="9163654" y="4991788"/>
                </a:cubicBezTo>
                <a:close/>
                <a:moveTo>
                  <a:pt x="8909274" y="4991788"/>
                </a:moveTo>
                <a:lnTo>
                  <a:pt x="8918336" y="4991788"/>
                </a:lnTo>
                <a:cubicBezTo>
                  <a:pt x="8918666" y="4991788"/>
                  <a:pt x="8919125" y="4992247"/>
                  <a:pt x="8919125" y="4992247"/>
                </a:cubicBezTo>
                <a:lnTo>
                  <a:pt x="8923657" y="5000129"/>
                </a:lnTo>
                <a:cubicBezTo>
                  <a:pt x="8923789" y="5000392"/>
                  <a:pt x="8923657" y="5000983"/>
                  <a:pt x="8923657" y="5000983"/>
                </a:cubicBezTo>
                <a:lnTo>
                  <a:pt x="8919125" y="5008864"/>
                </a:lnTo>
                <a:cubicBezTo>
                  <a:pt x="8918928" y="5009128"/>
                  <a:pt x="8918336" y="5009324"/>
                  <a:pt x="8918336" y="5009324"/>
                </a:cubicBezTo>
                <a:lnTo>
                  <a:pt x="8909274" y="5009324"/>
                </a:lnTo>
                <a:cubicBezTo>
                  <a:pt x="8908945" y="5009324"/>
                  <a:pt x="8908484" y="5008864"/>
                  <a:pt x="8908484" y="5008864"/>
                </a:cubicBezTo>
                <a:lnTo>
                  <a:pt x="8903953" y="5000983"/>
                </a:lnTo>
                <a:cubicBezTo>
                  <a:pt x="8903821" y="5000720"/>
                  <a:pt x="8903953" y="5000129"/>
                  <a:pt x="8903953" y="5000129"/>
                </a:cubicBezTo>
                <a:lnTo>
                  <a:pt x="8908484" y="4992247"/>
                </a:lnTo>
                <a:cubicBezTo>
                  <a:pt x="8908681" y="4991985"/>
                  <a:pt x="8909274" y="4991788"/>
                  <a:pt x="8909274" y="4991788"/>
                </a:cubicBezTo>
                <a:close/>
                <a:moveTo>
                  <a:pt x="8654892" y="4991788"/>
                </a:moveTo>
                <a:lnTo>
                  <a:pt x="8663955" y="4991788"/>
                </a:lnTo>
                <a:cubicBezTo>
                  <a:pt x="8664285" y="4991788"/>
                  <a:pt x="8664744" y="4992247"/>
                  <a:pt x="8664744" y="4992247"/>
                </a:cubicBezTo>
                <a:lnTo>
                  <a:pt x="8669277" y="5000129"/>
                </a:lnTo>
                <a:cubicBezTo>
                  <a:pt x="8669408" y="5000392"/>
                  <a:pt x="8669277" y="5000983"/>
                  <a:pt x="8669277" y="5000983"/>
                </a:cubicBezTo>
                <a:lnTo>
                  <a:pt x="8664744" y="5008864"/>
                </a:lnTo>
                <a:cubicBezTo>
                  <a:pt x="8664548" y="5009128"/>
                  <a:pt x="8663955" y="5009324"/>
                  <a:pt x="8663955" y="5009324"/>
                </a:cubicBezTo>
                <a:lnTo>
                  <a:pt x="8654892" y="5009324"/>
                </a:lnTo>
                <a:cubicBezTo>
                  <a:pt x="8654565" y="5009324"/>
                  <a:pt x="8654104" y="5008864"/>
                  <a:pt x="8654104" y="5008864"/>
                </a:cubicBezTo>
                <a:lnTo>
                  <a:pt x="8649572" y="5000983"/>
                </a:lnTo>
                <a:cubicBezTo>
                  <a:pt x="8649441" y="5000720"/>
                  <a:pt x="8649572" y="5000129"/>
                  <a:pt x="8649572" y="5000129"/>
                </a:cubicBezTo>
                <a:lnTo>
                  <a:pt x="8654104" y="4992247"/>
                </a:lnTo>
                <a:cubicBezTo>
                  <a:pt x="8654301" y="4991985"/>
                  <a:pt x="8654892" y="4991788"/>
                  <a:pt x="8654892" y="4991788"/>
                </a:cubicBezTo>
                <a:close/>
                <a:moveTo>
                  <a:pt x="8400511" y="4991788"/>
                </a:moveTo>
                <a:lnTo>
                  <a:pt x="8409575" y="4991788"/>
                </a:lnTo>
                <a:cubicBezTo>
                  <a:pt x="8409904" y="4991788"/>
                  <a:pt x="8410363" y="4992247"/>
                  <a:pt x="8410363" y="4992247"/>
                </a:cubicBezTo>
                <a:lnTo>
                  <a:pt x="8414896" y="5000129"/>
                </a:lnTo>
                <a:cubicBezTo>
                  <a:pt x="8415027" y="5000392"/>
                  <a:pt x="8414896" y="5000983"/>
                  <a:pt x="8414896" y="5000983"/>
                </a:cubicBezTo>
                <a:lnTo>
                  <a:pt x="8410363" y="5008864"/>
                </a:lnTo>
                <a:cubicBezTo>
                  <a:pt x="8410166" y="5009128"/>
                  <a:pt x="8409575" y="5009324"/>
                  <a:pt x="8409575" y="5009324"/>
                </a:cubicBezTo>
                <a:lnTo>
                  <a:pt x="8400511" y="5009324"/>
                </a:lnTo>
                <a:cubicBezTo>
                  <a:pt x="8400184" y="5009324"/>
                  <a:pt x="8399723" y="5008864"/>
                  <a:pt x="8399723" y="5008864"/>
                </a:cubicBezTo>
                <a:lnTo>
                  <a:pt x="8395191" y="5000983"/>
                </a:lnTo>
                <a:cubicBezTo>
                  <a:pt x="8395060" y="5000720"/>
                  <a:pt x="8395191" y="5000129"/>
                  <a:pt x="8395191" y="5000129"/>
                </a:cubicBezTo>
                <a:lnTo>
                  <a:pt x="8399723" y="4992247"/>
                </a:lnTo>
                <a:cubicBezTo>
                  <a:pt x="8399920" y="4991985"/>
                  <a:pt x="8400511" y="4991788"/>
                  <a:pt x="8400511" y="4991788"/>
                </a:cubicBezTo>
                <a:close/>
                <a:moveTo>
                  <a:pt x="8146065" y="4991788"/>
                </a:moveTo>
                <a:lnTo>
                  <a:pt x="8155129" y="4991788"/>
                </a:lnTo>
                <a:cubicBezTo>
                  <a:pt x="8155458" y="4991788"/>
                  <a:pt x="8155917" y="4992247"/>
                  <a:pt x="8155917" y="4992247"/>
                </a:cubicBezTo>
                <a:lnTo>
                  <a:pt x="8160449" y="5000129"/>
                </a:lnTo>
                <a:cubicBezTo>
                  <a:pt x="8160580" y="5000392"/>
                  <a:pt x="8160449" y="5000983"/>
                  <a:pt x="8160449" y="5000983"/>
                </a:cubicBezTo>
                <a:lnTo>
                  <a:pt x="8155917" y="5008864"/>
                </a:lnTo>
                <a:cubicBezTo>
                  <a:pt x="8155719" y="5009128"/>
                  <a:pt x="8155129" y="5009324"/>
                  <a:pt x="8155129" y="5009324"/>
                </a:cubicBezTo>
                <a:lnTo>
                  <a:pt x="8146065" y="5009324"/>
                </a:lnTo>
                <a:cubicBezTo>
                  <a:pt x="8145737" y="5009324"/>
                  <a:pt x="8145277" y="5008864"/>
                  <a:pt x="8145277" y="5008864"/>
                </a:cubicBezTo>
                <a:lnTo>
                  <a:pt x="8140745" y="5000983"/>
                </a:lnTo>
                <a:cubicBezTo>
                  <a:pt x="8140613" y="5000720"/>
                  <a:pt x="8140745" y="5000129"/>
                  <a:pt x="8140745" y="5000129"/>
                </a:cubicBezTo>
                <a:lnTo>
                  <a:pt x="8145277" y="4992247"/>
                </a:lnTo>
                <a:cubicBezTo>
                  <a:pt x="8145474" y="4991985"/>
                  <a:pt x="8146065" y="4991788"/>
                  <a:pt x="8146065" y="4991788"/>
                </a:cubicBezTo>
                <a:close/>
                <a:moveTo>
                  <a:pt x="7891684" y="4991788"/>
                </a:moveTo>
                <a:lnTo>
                  <a:pt x="7900748" y="4991788"/>
                </a:lnTo>
                <a:cubicBezTo>
                  <a:pt x="7901076" y="4991788"/>
                  <a:pt x="7901536" y="4992247"/>
                  <a:pt x="7901536" y="4992247"/>
                </a:cubicBezTo>
                <a:lnTo>
                  <a:pt x="7906067" y="5000129"/>
                </a:lnTo>
                <a:cubicBezTo>
                  <a:pt x="7906199" y="5000392"/>
                  <a:pt x="7906067" y="5000983"/>
                  <a:pt x="7906067" y="5000983"/>
                </a:cubicBezTo>
                <a:lnTo>
                  <a:pt x="7901536" y="5008864"/>
                </a:lnTo>
                <a:cubicBezTo>
                  <a:pt x="7901339" y="5009128"/>
                  <a:pt x="7900748" y="5009324"/>
                  <a:pt x="7900748" y="5009324"/>
                </a:cubicBezTo>
                <a:lnTo>
                  <a:pt x="7891684" y="5009324"/>
                </a:lnTo>
                <a:cubicBezTo>
                  <a:pt x="7891355" y="5009324"/>
                  <a:pt x="7890896" y="5008864"/>
                  <a:pt x="7890896" y="5008864"/>
                </a:cubicBezTo>
                <a:lnTo>
                  <a:pt x="7886363" y="5000983"/>
                </a:lnTo>
                <a:cubicBezTo>
                  <a:pt x="7886233" y="5000720"/>
                  <a:pt x="7886363" y="5000129"/>
                  <a:pt x="7886363" y="5000129"/>
                </a:cubicBezTo>
                <a:lnTo>
                  <a:pt x="7890896" y="4992247"/>
                </a:lnTo>
                <a:cubicBezTo>
                  <a:pt x="7891093" y="4991985"/>
                  <a:pt x="7891684" y="4991788"/>
                  <a:pt x="7891684" y="4991788"/>
                </a:cubicBezTo>
                <a:close/>
                <a:moveTo>
                  <a:pt x="7637304" y="4991788"/>
                </a:moveTo>
                <a:lnTo>
                  <a:pt x="7646367" y="4991788"/>
                </a:lnTo>
                <a:cubicBezTo>
                  <a:pt x="7646696" y="4991788"/>
                  <a:pt x="7647156" y="4992247"/>
                  <a:pt x="7647156" y="4992247"/>
                </a:cubicBezTo>
                <a:lnTo>
                  <a:pt x="7651687" y="5000129"/>
                </a:lnTo>
                <a:cubicBezTo>
                  <a:pt x="7651819" y="5000392"/>
                  <a:pt x="7651687" y="5000983"/>
                  <a:pt x="7651687" y="5000983"/>
                </a:cubicBezTo>
                <a:lnTo>
                  <a:pt x="7647156" y="5008864"/>
                </a:lnTo>
                <a:cubicBezTo>
                  <a:pt x="7646958" y="5009128"/>
                  <a:pt x="7646367" y="5009324"/>
                  <a:pt x="7646367" y="5009324"/>
                </a:cubicBezTo>
                <a:lnTo>
                  <a:pt x="7637304" y="5009324"/>
                </a:lnTo>
                <a:cubicBezTo>
                  <a:pt x="7636975" y="5009324"/>
                  <a:pt x="7636516" y="5008864"/>
                  <a:pt x="7636516" y="5008864"/>
                </a:cubicBezTo>
                <a:lnTo>
                  <a:pt x="7631983" y="5000983"/>
                </a:lnTo>
                <a:cubicBezTo>
                  <a:pt x="7631851" y="5000720"/>
                  <a:pt x="7631983" y="5000129"/>
                  <a:pt x="7631983" y="5000129"/>
                </a:cubicBezTo>
                <a:lnTo>
                  <a:pt x="7636516" y="4992247"/>
                </a:lnTo>
                <a:cubicBezTo>
                  <a:pt x="7636713" y="4991985"/>
                  <a:pt x="7637304" y="4991788"/>
                  <a:pt x="7637304" y="4991788"/>
                </a:cubicBezTo>
                <a:close/>
                <a:moveTo>
                  <a:pt x="7382923" y="4991788"/>
                </a:moveTo>
                <a:lnTo>
                  <a:pt x="7391987" y="4991788"/>
                </a:lnTo>
                <a:cubicBezTo>
                  <a:pt x="7392315" y="4991788"/>
                  <a:pt x="7392775" y="4992247"/>
                  <a:pt x="7392775" y="4992247"/>
                </a:cubicBezTo>
                <a:lnTo>
                  <a:pt x="7397307" y="5000129"/>
                </a:lnTo>
                <a:cubicBezTo>
                  <a:pt x="7397438" y="5000392"/>
                  <a:pt x="7397307" y="5000983"/>
                  <a:pt x="7397307" y="5000983"/>
                </a:cubicBezTo>
                <a:lnTo>
                  <a:pt x="7392775" y="5008864"/>
                </a:lnTo>
                <a:cubicBezTo>
                  <a:pt x="7392578" y="5009128"/>
                  <a:pt x="7391987" y="5009324"/>
                  <a:pt x="7391987" y="5009324"/>
                </a:cubicBezTo>
                <a:lnTo>
                  <a:pt x="7382923" y="5009324"/>
                </a:lnTo>
                <a:cubicBezTo>
                  <a:pt x="7382595" y="5009324"/>
                  <a:pt x="7382135" y="5008864"/>
                  <a:pt x="7382135" y="5008864"/>
                </a:cubicBezTo>
                <a:lnTo>
                  <a:pt x="7377602" y="5000983"/>
                </a:lnTo>
                <a:cubicBezTo>
                  <a:pt x="7377471" y="5000720"/>
                  <a:pt x="7377602" y="5000129"/>
                  <a:pt x="7377602" y="5000129"/>
                </a:cubicBezTo>
                <a:lnTo>
                  <a:pt x="7382135" y="4992247"/>
                </a:lnTo>
                <a:cubicBezTo>
                  <a:pt x="7382331" y="4991985"/>
                  <a:pt x="7382923" y="4991788"/>
                  <a:pt x="7382923" y="4991788"/>
                </a:cubicBezTo>
                <a:close/>
                <a:moveTo>
                  <a:pt x="7128477" y="4991788"/>
                </a:moveTo>
                <a:lnTo>
                  <a:pt x="7137540" y="4991788"/>
                </a:lnTo>
                <a:cubicBezTo>
                  <a:pt x="7137869" y="4991788"/>
                  <a:pt x="7138328" y="4992247"/>
                  <a:pt x="7138328" y="4992247"/>
                </a:cubicBezTo>
                <a:lnTo>
                  <a:pt x="7142860" y="5000129"/>
                </a:lnTo>
                <a:cubicBezTo>
                  <a:pt x="7142992" y="5000392"/>
                  <a:pt x="7142860" y="5000983"/>
                  <a:pt x="7142860" y="5000983"/>
                </a:cubicBezTo>
                <a:lnTo>
                  <a:pt x="7138328" y="5008864"/>
                </a:lnTo>
                <a:cubicBezTo>
                  <a:pt x="7138131" y="5009128"/>
                  <a:pt x="7137540" y="5009324"/>
                  <a:pt x="7137540" y="5009324"/>
                </a:cubicBezTo>
                <a:lnTo>
                  <a:pt x="7128477" y="5009324"/>
                </a:lnTo>
                <a:cubicBezTo>
                  <a:pt x="7128148" y="5009324"/>
                  <a:pt x="7127689" y="5008864"/>
                  <a:pt x="7127689" y="5008864"/>
                </a:cubicBezTo>
                <a:lnTo>
                  <a:pt x="7123156" y="5000983"/>
                </a:lnTo>
                <a:cubicBezTo>
                  <a:pt x="7123024" y="5000720"/>
                  <a:pt x="7123156" y="5000129"/>
                  <a:pt x="7123156" y="5000129"/>
                </a:cubicBezTo>
                <a:lnTo>
                  <a:pt x="7127689" y="4992247"/>
                </a:lnTo>
                <a:cubicBezTo>
                  <a:pt x="7127885" y="4991985"/>
                  <a:pt x="7128477" y="4991788"/>
                  <a:pt x="7128477" y="4991788"/>
                </a:cubicBezTo>
                <a:close/>
                <a:moveTo>
                  <a:pt x="6874095" y="4991788"/>
                </a:moveTo>
                <a:lnTo>
                  <a:pt x="6883159" y="4991788"/>
                </a:lnTo>
                <a:cubicBezTo>
                  <a:pt x="6883488" y="4991788"/>
                  <a:pt x="6883947" y="4992247"/>
                  <a:pt x="6883947" y="4992247"/>
                </a:cubicBezTo>
                <a:lnTo>
                  <a:pt x="6888480" y="5000129"/>
                </a:lnTo>
                <a:cubicBezTo>
                  <a:pt x="6888611" y="5000392"/>
                  <a:pt x="6888480" y="5000983"/>
                  <a:pt x="6888480" y="5000983"/>
                </a:cubicBezTo>
                <a:lnTo>
                  <a:pt x="6883947" y="5008864"/>
                </a:lnTo>
                <a:cubicBezTo>
                  <a:pt x="6883751" y="5009128"/>
                  <a:pt x="6883159" y="5009324"/>
                  <a:pt x="6883159" y="5009324"/>
                </a:cubicBezTo>
                <a:lnTo>
                  <a:pt x="6874095" y="5009324"/>
                </a:lnTo>
                <a:cubicBezTo>
                  <a:pt x="6873768" y="5009324"/>
                  <a:pt x="6873307" y="5008864"/>
                  <a:pt x="6873307" y="5008864"/>
                </a:cubicBezTo>
                <a:lnTo>
                  <a:pt x="6868775" y="5000983"/>
                </a:lnTo>
                <a:cubicBezTo>
                  <a:pt x="6868644" y="5000720"/>
                  <a:pt x="6868775" y="5000129"/>
                  <a:pt x="6868775" y="5000129"/>
                </a:cubicBezTo>
                <a:lnTo>
                  <a:pt x="6873307" y="4992247"/>
                </a:lnTo>
                <a:cubicBezTo>
                  <a:pt x="6873504" y="4991985"/>
                  <a:pt x="6874095" y="4991788"/>
                  <a:pt x="6874095" y="4991788"/>
                </a:cubicBezTo>
                <a:close/>
                <a:moveTo>
                  <a:pt x="6619714" y="4991788"/>
                </a:moveTo>
                <a:lnTo>
                  <a:pt x="6628778" y="4991788"/>
                </a:lnTo>
                <a:cubicBezTo>
                  <a:pt x="6629107" y="4991788"/>
                  <a:pt x="6629566" y="4992247"/>
                  <a:pt x="6629566" y="4992247"/>
                </a:cubicBezTo>
                <a:lnTo>
                  <a:pt x="6634099" y="5000129"/>
                </a:lnTo>
                <a:cubicBezTo>
                  <a:pt x="6634230" y="5000392"/>
                  <a:pt x="6634099" y="5000983"/>
                  <a:pt x="6634099" y="5000983"/>
                </a:cubicBezTo>
                <a:lnTo>
                  <a:pt x="6629566" y="5008864"/>
                </a:lnTo>
                <a:cubicBezTo>
                  <a:pt x="6629369" y="5009128"/>
                  <a:pt x="6628778" y="5009324"/>
                  <a:pt x="6628778" y="5009324"/>
                </a:cubicBezTo>
                <a:lnTo>
                  <a:pt x="6619714" y="5009324"/>
                </a:lnTo>
                <a:cubicBezTo>
                  <a:pt x="6619387" y="5009324"/>
                  <a:pt x="6618926" y="5008864"/>
                  <a:pt x="6618926" y="5008864"/>
                </a:cubicBezTo>
                <a:lnTo>
                  <a:pt x="6614394" y="5000983"/>
                </a:lnTo>
                <a:cubicBezTo>
                  <a:pt x="6614263" y="5000720"/>
                  <a:pt x="6614394" y="5000129"/>
                  <a:pt x="6614394" y="5000129"/>
                </a:cubicBezTo>
                <a:lnTo>
                  <a:pt x="6618926" y="4992247"/>
                </a:lnTo>
                <a:cubicBezTo>
                  <a:pt x="6619123" y="4991985"/>
                  <a:pt x="6619714" y="4991788"/>
                  <a:pt x="6619714" y="4991788"/>
                </a:cubicBezTo>
                <a:close/>
                <a:moveTo>
                  <a:pt x="6365334" y="4991788"/>
                </a:moveTo>
                <a:lnTo>
                  <a:pt x="6374397" y="4991788"/>
                </a:lnTo>
                <a:cubicBezTo>
                  <a:pt x="6374727" y="4991788"/>
                  <a:pt x="6375186" y="4992247"/>
                  <a:pt x="6375186" y="4992247"/>
                </a:cubicBezTo>
                <a:lnTo>
                  <a:pt x="6379718" y="5000129"/>
                </a:lnTo>
                <a:cubicBezTo>
                  <a:pt x="6379849" y="5000392"/>
                  <a:pt x="6379718" y="5000983"/>
                  <a:pt x="6379718" y="5000983"/>
                </a:cubicBezTo>
                <a:lnTo>
                  <a:pt x="6375186" y="5008864"/>
                </a:lnTo>
                <a:cubicBezTo>
                  <a:pt x="6374988" y="5009128"/>
                  <a:pt x="6374397" y="5009324"/>
                  <a:pt x="6374397" y="5009324"/>
                </a:cubicBezTo>
                <a:lnTo>
                  <a:pt x="6365334" y="5009324"/>
                </a:lnTo>
                <a:cubicBezTo>
                  <a:pt x="6365005" y="5009324"/>
                  <a:pt x="6364546" y="5008864"/>
                  <a:pt x="6364546" y="5008864"/>
                </a:cubicBezTo>
                <a:lnTo>
                  <a:pt x="6360014" y="5000983"/>
                </a:lnTo>
                <a:cubicBezTo>
                  <a:pt x="6359882" y="5000720"/>
                  <a:pt x="6360014" y="5000129"/>
                  <a:pt x="6360014" y="5000129"/>
                </a:cubicBezTo>
                <a:lnTo>
                  <a:pt x="6364546" y="4992247"/>
                </a:lnTo>
                <a:cubicBezTo>
                  <a:pt x="6364743" y="4991985"/>
                  <a:pt x="6365334" y="4991788"/>
                  <a:pt x="6365334" y="4991788"/>
                </a:cubicBezTo>
                <a:close/>
                <a:moveTo>
                  <a:pt x="6110888" y="4991788"/>
                </a:moveTo>
                <a:lnTo>
                  <a:pt x="6119953" y="4991788"/>
                </a:lnTo>
                <a:cubicBezTo>
                  <a:pt x="6120280" y="4991788"/>
                  <a:pt x="6120740" y="4992247"/>
                  <a:pt x="6120740" y="4992247"/>
                </a:cubicBezTo>
                <a:lnTo>
                  <a:pt x="6125272" y="5000129"/>
                </a:lnTo>
                <a:cubicBezTo>
                  <a:pt x="6125403" y="5000392"/>
                  <a:pt x="6125272" y="5000983"/>
                  <a:pt x="6125272" y="5000983"/>
                </a:cubicBezTo>
                <a:lnTo>
                  <a:pt x="6120740" y="5008864"/>
                </a:lnTo>
                <a:cubicBezTo>
                  <a:pt x="6120543" y="5009128"/>
                  <a:pt x="6119953" y="5009324"/>
                  <a:pt x="6119953" y="5009324"/>
                </a:cubicBezTo>
                <a:lnTo>
                  <a:pt x="6110888" y="5009324"/>
                </a:lnTo>
                <a:cubicBezTo>
                  <a:pt x="6110560" y="5009324"/>
                  <a:pt x="6110101" y="5008864"/>
                  <a:pt x="6110101" y="5008864"/>
                </a:cubicBezTo>
                <a:lnTo>
                  <a:pt x="6105567" y="5000983"/>
                </a:lnTo>
                <a:cubicBezTo>
                  <a:pt x="6105436" y="5000720"/>
                  <a:pt x="6105567" y="5000129"/>
                  <a:pt x="6105567" y="5000129"/>
                </a:cubicBezTo>
                <a:lnTo>
                  <a:pt x="6110101" y="4992247"/>
                </a:lnTo>
                <a:cubicBezTo>
                  <a:pt x="6110296" y="4991985"/>
                  <a:pt x="6110888" y="4991788"/>
                  <a:pt x="6110888" y="4991788"/>
                </a:cubicBezTo>
                <a:close/>
                <a:moveTo>
                  <a:pt x="5856508" y="4991788"/>
                </a:moveTo>
                <a:lnTo>
                  <a:pt x="5865571" y="4991788"/>
                </a:lnTo>
                <a:cubicBezTo>
                  <a:pt x="5865900" y="4991788"/>
                  <a:pt x="5866359" y="4992247"/>
                  <a:pt x="5866359" y="4992247"/>
                </a:cubicBezTo>
                <a:lnTo>
                  <a:pt x="5870891" y="5000129"/>
                </a:lnTo>
                <a:cubicBezTo>
                  <a:pt x="5871023" y="5000392"/>
                  <a:pt x="5870891" y="5000983"/>
                  <a:pt x="5870891" y="5000983"/>
                </a:cubicBezTo>
                <a:lnTo>
                  <a:pt x="5866359" y="5008864"/>
                </a:lnTo>
                <a:cubicBezTo>
                  <a:pt x="5866163" y="5009128"/>
                  <a:pt x="5865571" y="5009324"/>
                  <a:pt x="5865571" y="5009324"/>
                </a:cubicBezTo>
                <a:lnTo>
                  <a:pt x="5856508" y="5009324"/>
                </a:lnTo>
                <a:cubicBezTo>
                  <a:pt x="5856178" y="5009324"/>
                  <a:pt x="5855720" y="5008864"/>
                  <a:pt x="5855720" y="5008864"/>
                </a:cubicBezTo>
                <a:lnTo>
                  <a:pt x="5851187" y="5000983"/>
                </a:lnTo>
                <a:cubicBezTo>
                  <a:pt x="5851055" y="5000720"/>
                  <a:pt x="5851187" y="5000129"/>
                  <a:pt x="5851187" y="5000129"/>
                </a:cubicBezTo>
                <a:lnTo>
                  <a:pt x="5855720" y="4992247"/>
                </a:lnTo>
                <a:cubicBezTo>
                  <a:pt x="5855916" y="4991985"/>
                  <a:pt x="5856508" y="4991788"/>
                  <a:pt x="5856508" y="4991788"/>
                </a:cubicBezTo>
                <a:close/>
                <a:moveTo>
                  <a:pt x="5602126" y="4991788"/>
                </a:moveTo>
                <a:lnTo>
                  <a:pt x="5611191" y="4991788"/>
                </a:lnTo>
                <a:cubicBezTo>
                  <a:pt x="5611519" y="4991788"/>
                  <a:pt x="5611979" y="4992247"/>
                  <a:pt x="5611979" y="4992247"/>
                </a:cubicBezTo>
                <a:lnTo>
                  <a:pt x="5616511" y="5000129"/>
                </a:lnTo>
                <a:cubicBezTo>
                  <a:pt x="5616642" y="5000392"/>
                  <a:pt x="5616511" y="5000983"/>
                  <a:pt x="5616511" y="5000983"/>
                </a:cubicBezTo>
                <a:lnTo>
                  <a:pt x="5611979" y="5008864"/>
                </a:lnTo>
                <a:cubicBezTo>
                  <a:pt x="5611782" y="5009128"/>
                  <a:pt x="5611191" y="5009324"/>
                  <a:pt x="5611191" y="5009324"/>
                </a:cubicBezTo>
                <a:lnTo>
                  <a:pt x="5602126" y="5009324"/>
                </a:lnTo>
                <a:cubicBezTo>
                  <a:pt x="5601798" y="5009324"/>
                  <a:pt x="5601338" y="5008864"/>
                  <a:pt x="5601338" y="5008864"/>
                </a:cubicBezTo>
                <a:lnTo>
                  <a:pt x="5596807" y="5000983"/>
                </a:lnTo>
                <a:cubicBezTo>
                  <a:pt x="5596675" y="5000720"/>
                  <a:pt x="5596807" y="5000129"/>
                  <a:pt x="5596807" y="5000129"/>
                </a:cubicBezTo>
                <a:lnTo>
                  <a:pt x="5601338" y="4992247"/>
                </a:lnTo>
                <a:cubicBezTo>
                  <a:pt x="5601536" y="4991985"/>
                  <a:pt x="5602126" y="4991788"/>
                  <a:pt x="5602126" y="4991788"/>
                </a:cubicBezTo>
                <a:close/>
                <a:moveTo>
                  <a:pt x="5347746" y="4991788"/>
                </a:moveTo>
                <a:lnTo>
                  <a:pt x="5356810" y="4991788"/>
                </a:lnTo>
                <a:cubicBezTo>
                  <a:pt x="5357138" y="4991788"/>
                  <a:pt x="5357598" y="4992247"/>
                  <a:pt x="5357598" y="4992247"/>
                </a:cubicBezTo>
                <a:lnTo>
                  <a:pt x="5362130" y="5000129"/>
                </a:lnTo>
                <a:cubicBezTo>
                  <a:pt x="5362261" y="5000392"/>
                  <a:pt x="5362130" y="5000983"/>
                  <a:pt x="5362130" y="5000983"/>
                </a:cubicBezTo>
                <a:lnTo>
                  <a:pt x="5357598" y="5008864"/>
                </a:lnTo>
                <a:cubicBezTo>
                  <a:pt x="5357401" y="5009128"/>
                  <a:pt x="5356810" y="5009324"/>
                  <a:pt x="5356810" y="5009324"/>
                </a:cubicBezTo>
                <a:lnTo>
                  <a:pt x="5347746" y="5009324"/>
                </a:lnTo>
                <a:cubicBezTo>
                  <a:pt x="5347418" y="5009324"/>
                  <a:pt x="5346958" y="5008864"/>
                  <a:pt x="5346958" y="5008864"/>
                </a:cubicBezTo>
                <a:lnTo>
                  <a:pt x="5342425" y="5000983"/>
                </a:lnTo>
                <a:cubicBezTo>
                  <a:pt x="5342295" y="5000720"/>
                  <a:pt x="5342425" y="5000129"/>
                  <a:pt x="5342425" y="5000129"/>
                </a:cubicBezTo>
                <a:lnTo>
                  <a:pt x="5346958" y="4992247"/>
                </a:lnTo>
                <a:cubicBezTo>
                  <a:pt x="5347154" y="4991985"/>
                  <a:pt x="5347746" y="4991788"/>
                  <a:pt x="5347746" y="4991788"/>
                </a:cubicBezTo>
                <a:close/>
                <a:moveTo>
                  <a:pt x="5093300" y="4991788"/>
                </a:moveTo>
                <a:lnTo>
                  <a:pt x="5102364" y="4991788"/>
                </a:lnTo>
                <a:cubicBezTo>
                  <a:pt x="5102693" y="4991788"/>
                  <a:pt x="5103153" y="4992247"/>
                  <a:pt x="5103153" y="4992247"/>
                </a:cubicBezTo>
                <a:lnTo>
                  <a:pt x="5107684" y="5000129"/>
                </a:lnTo>
                <a:cubicBezTo>
                  <a:pt x="5107815" y="5000392"/>
                  <a:pt x="5107684" y="5000983"/>
                  <a:pt x="5107684" y="5000983"/>
                </a:cubicBezTo>
                <a:lnTo>
                  <a:pt x="5103153" y="5008864"/>
                </a:lnTo>
                <a:cubicBezTo>
                  <a:pt x="5102955" y="5009128"/>
                  <a:pt x="5102364" y="5009324"/>
                  <a:pt x="5102364" y="5009324"/>
                </a:cubicBezTo>
                <a:lnTo>
                  <a:pt x="5093300" y="5009324"/>
                </a:lnTo>
                <a:cubicBezTo>
                  <a:pt x="5092972" y="5009324"/>
                  <a:pt x="5092512" y="5008864"/>
                  <a:pt x="5092512" y="5008864"/>
                </a:cubicBezTo>
                <a:lnTo>
                  <a:pt x="5087979" y="5000983"/>
                </a:lnTo>
                <a:cubicBezTo>
                  <a:pt x="5087848" y="5000720"/>
                  <a:pt x="5087979" y="5000129"/>
                  <a:pt x="5087979" y="5000129"/>
                </a:cubicBezTo>
                <a:lnTo>
                  <a:pt x="5092512" y="4992247"/>
                </a:lnTo>
                <a:cubicBezTo>
                  <a:pt x="5092708" y="4991985"/>
                  <a:pt x="5093300" y="4991788"/>
                  <a:pt x="5093300" y="4991788"/>
                </a:cubicBezTo>
                <a:close/>
                <a:moveTo>
                  <a:pt x="4838919" y="4991788"/>
                </a:moveTo>
                <a:lnTo>
                  <a:pt x="4847982" y="4991788"/>
                </a:lnTo>
                <a:cubicBezTo>
                  <a:pt x="4848311" y="4991788"/>
                  <a:pt x="4848772" y="4992247"/>
                  <a:pt x="4848772" y="4992247"/>
                </a:cubicBezTo>
                <a:lnTo>
                  <a:pt x="4853303" y="5000129"/>
                </a:lnTo>
                <a:cubicBezTo>
                  <a:pt x="4853435" y="5000392"/>
                  <a:pt x="4853303" y="5000983"/>
                  <a:pt x="4853303" y="5000983"/>
                </a:cubicBezTo>
                <a:lnTo>
                  <a:pt x="4848772" y="5008864"/>
                </a:lnTo>
                <a:cubicBezTo>
                  <a:pt x="4848575" y="5009128"/>
                  <a:pt x="4847982" y="5009324"/>
                  <a:pt x="4847982" y="5009324"/>
                </a:cubicBezTo>
                <a:lnTo>
                  <a:pt x="4838919" y="5009324"/>
                </a:lnTo>
                <a:cubicBezTo>
                  <a:pt x="4838590" y="5009324"/>
                  <a:pt x="4838132" y="5008864"/>
                  <a:pt x="4838132" y="5008864"/>
                </a:cubicBezTo>
                <a:lnTo>
                  <a:pt x="4833598" y="5000983"/>
                </a:lnTo>
                <a:cubicBezTo>
                  <a:pt x="4833467" y="5000720"/>
                  <a:pt x="4833598" y="5000129"/>
                  <a:pt x="4833598" y="5000129"/>
                </a:cubicBezTo>
                <a:lnTo>
                  <a:pt x="4838132" y="4992247"/>
                </a:lnTo>
                <a:cubicBezTo>
                  <a:pt x="4838328" y="4991985"/>
                  <a:pt x="4838919" y="4991788"/>
                  <a:pt x="4838919" y="4991788"/>
                </a:cubicBezTo>
                <a:close/>
                <a:moveTo>
                  <a:pt x="4584538" y="4991788"/>
                </a:moveTo>
                <a:lnTo>
                  <a:pt x="4593603" y="4991788"/>
                </a:lnTo>
                <a:cubicBezTo>
                  <a:pt x="4593932" y="4991788"/>
                  <a:pt x="4594390" y="4992247"/>
                  <a:pt x="4594390" y="4992247"/>
                </a:cubicBezTo>
                <a:lnTo>
                  <a:pt x="4598922" y="5000129"/>
                </a:lnTo>
                <a:cubicBezTo>
                  <a:pt x="4599054" y="5000392"/>
                  <a:pt x="4598922" y="5000983"/>
                  <a:pt x="4598922" y="5000983"/>
                </a:cubicBezTo>
                <a:lnTo>
                  <a:pt x="4594390" y="5008864"/>
                </a:lnTo>
                <a:cubicBezTo>
                  <a:pt x="4594193" y="5009128"/>
                  <a:pt x="4593603" y="5009324"/>
                  <a:pt x="4593603" y="5009324"/>
                </a:cubicBezTo>
                <a:lnTo>
                  <a:pt x="4584538" y="5009324"/>
                </a:lnTo>
                <a:cubicBezTo>
                  <a:pt x="4584210" y="5009324"/>
                  <a:pt x="4583749" y="5008864"/>
                  <a:pt x="4583749" y="5008864"/>
                </a:cubicBezTo>
                <a:lnTo>
                  <a:pt x="4579218" y="5000983"/>
                </a:lnTo>
                <a:cubicBezTo>
                  <a:pt x="4579087" y="5000720"/>
                  <a:pt x="4579218" y="5000129"/>
                  <a:pt x="4579218" y="5000129"/>
                </a:cubicBezTo>
                <a:lnTo>
                  <a:pt x="4583749" y="4992247"/>
                </a:lnTo>
                <a:cubicBezTo>
                  <a:pt x="4583948" y="4991985"/>
                  <a:pt x="4584538" y="4991788"/>
                  <a:pt x="4584538" y="4991788"/>
                </a:cubicBezTo>
                <a:close/>
                <a:moveTo>
                  <a:pt x="4330157" y="4991788"/>
                </a:moveTo>
                <a:lnTo>
                  <a:pt x="4339222" y="4991788"/>
                </a:lnTo>
                <a:cubicBezTo>
                  <a:pt x="4339550" y="4991788"/>
                  <a:pt x="4340010" y="4992247"/>
                  <a:pt x="4340010" y="4992247"/>
                </a:cubicBezTo>
                <a:lnTo>
                  <a:pt x="4344540" y="5000129"/>
                </a:lnTo>
                <a:cubicBezTo>
                  <a:pt x="4344672" y="5000392"/>
                  <a:pt x="4344540" y="5000983"/>
                  <a:pt x="4344540" y="5000983"/>
                </a:cubicBezTo>
                <a:lnTo>
                  <a:pt x="4340010" y="5008864"/>
                </a:lnTo>
                <a:cubicBezTo>
                  <a:pt x="4339812" y="5009128"/>
                  <a:pt x="4339222" y="5009324"/>
                  <a:pt x="4339222" y="5009324"/>
                </a:cubicBezTo>
                <a:lnTo>
                  <a:pt x="4330157" y="5009324"/>
                </a:lnTo>
                <a:cubicBezTo>
                  <a:pt x="4329829" y="5009324"/>
                  <a:pt x="4329369" y="5008864"/>
                  <a:pt x="4329369" y="5008864"/>
                </a:cubicBezTo>
                <a:lnTo>
                  <a:pt x="4324836" y="5000983"/>
                </a:lnTo>
                <a:cubicBezTo>
                  <a:pt x="4324706" y="5000720"/>
                  <a:pt x="4324836" y="5000129"/>
                  <a:pt x="4324836" y="5000129"/>
                </a:cubicBezTo>
                <a:lnTo>
                  <a:pt x="4329369" y="4992247"/>
                </a:lnTo>
                <a:cubicBezTo>
                  <a:pt x="4329565" y="4991985"/>
                  <a:pt x="4330157" y="4991788"/>
                  <a:pt x="4330157" y="4991788"/>
                </a:cubicBezTo>
                <a:close/>
                <a:moveTo>
                  <a:pt x="4075860" y="4991788"/>
                </a:moveTo>
                <a:lnTo>
                  <a:pt x="4084924" y="4991788"/>
                </a:lnTo>
                <a:cubicBezTo>
                  <a:pt x="4085252" y="4991788"/>
                  <a:pt x="4085713" y="4992247"/>
                  <a:pt x="4085713" y="4992247"/>
                </a:cubicBezTo>
                <a:lnTo>
                  <a:pt x="4090242" y="5000129"/>
                </a:lnTo>
                <a:cubicBezTo>
                  <a:pt x="4090373" y="5000392"/>
                  <a:pt x="4090242" y="5000983"/>
                  <a:pt x="4090242" y="5000983"/>
                </a:cubicBezTo>
                <a:lnTo>
                  <a:pt x="4085713" y="5008864"/>
                </a:lnTo>
                <a:cubicBezTo>
                  <a:pt x="4085514" y="5009128"/>
                  <a:pt x="4084924" y="5009324"/>
                  <a:pt x="4084924" y="5009324"/>
                </a:cubicBezTo>
                <a:lnTo>
                  <a:pt x="4075860" y="5009324"/>
                </a:lnTo>
                <a:cubicBezTo>
                  <a:pt x="4075531" y="5009324"/>
                  <a:pt x="4075070" y="5008864"/>
                  <a:pt x="4075070" y="5008864"/>
                </a:cubicBezTo>
                <a:lnTo>
                  <a:pt x="4070539" y="5000983"/>
                </a:lnTo>
                <a:cubicBezTo>
                  <a:pt x="4070407" y="5000720"/>
                  <a:pt x="4070539" y="5000129"/>
                  <a:pt x="4070539" y="5000129"/>
                </a:cubicBezTo>
                <a:lnTo>
                  <a:pt x="4075070" y="4992247"/>
                </a:lnTo>
                <a:cubicBezTo>
                  <a:pt x="4075267" y="4991985"/>
                  <a:pt x="4075860" y="4991788"/>
                  <a:pt x="4075860" y="4991788"/>
                </a:cubicBezTo>
                <a:close/>
                <a:moveTo>
                  <a:pt x="3821406" y="4991788"/>
                </a:moveTo>
                <a:lnTo>
                  <a:pt x="3830474" y="4991788"/>
                </a:lnTo>
                <a:cubicBezTo>
                  <a:pt x="3830800" y="4991788"/>
                  <a:pt x="3831260" y="4992247"/>
                  <a:pt x="3831260" y="4992247"/>
                </a:cubicBezTo>
                <a:lnTo>
                  <a:pt x="3835794" y="5000129"/>
                </a:lnTo>
                <a:cubicBezTo>
                  <a:pt x="3835927" y="5000392"/>
                  <a:pt x="3835794" y="5000983"/>
                  <a:pt x="3835794" y="5000983"/>
                </a:cubicBezTo>
                <a:lnTo>
                  <a:pt x="3831260" y="5008864"/>
                </a:lnTo>
                <a:cubicBezTo>
                  <a:pt x="3831062" y="5009128"/>
                  <a:pt x="3830474" y="5009324"/>
                  <a:pt x="3830474" y="5009324"/>
                </a:cubicBezTo>
                <a:lnTo>
                  <a:pt x="3821406" y="5009324"/>
                </a:lnTo>
                <a:cubicBezTo>
                  <a:pt x="3821078" y="5009324"/>
                  <a:pt x="3820618" y="5008864"/>
                  <a:pt x="3820618" y="5008864"/>
                </a:cubicBezTo>
                <a:lnTo>
                  <a:pt x="3816087" y="5000983"/>
                </a:lnTo>
                <a:cubicBezTo>
                  <a:pt x="3815957" y="5000720"/>
                  <a:pt x="3816087" y="5000129"/>
                  <a:pt x="3816087" y="5000129"/>
                </a:cubicBezTo>
                <a:lnTo>
                  <a:pt x="3820618" y="4992247"/>
                </a:lnTo>
                <a:cubicBezTo>
                  <a:pt x="3820819" y="4991985"/>
                  <a:pt x="3821406" y="4991788"/>
                  <a:pt x="3821406" y="4991788"/>
                </a:cubicBezTo>
                <a:close/>
                <a:moveTo>
                  <a:pt x="3567142" y="4991788"/>
                </a:moveTo>
                <a:lnTo>
                  <a:pt x="3576205" y="4991788"/>
                </a:lnTo>
                <a:cubicBezTo>
                  <a:pt x="3576533" y="4991788"/>
                  <a:pt x="3576994" y="4992247"/>
                  <a:pt x="3576994" y="4992247"/>
                </a:cubicBezTo>
                <a:lnTo>
                  <a:pt x="3581526" y="5000129"/>
                </a:lnTo>
                <a:cubicBezTo>
                  <a:pt x="3581658" y="5000392"/>
                  <a:pt x="3581526" y="5000983"/>
                  <a:pt x="3581526" y="5000983"/>
                </a:cubicBezTo>
                <a:lnTo>
                  <a:pt x="3576994" y="5008864"/>
                </a:lnTo>
                <a:cubicBezTo>
                  <a:pt x="3576796" y="5009128"/>
                  <a:pt x="3576205" y="5009324"/>
                  <a:pt x="3576205" y="5009324"/>
                </a:cubicBezTo>
                <a:lnTo>
                  <a:pt x="3567142" y="5009324"/>
                </a:lnTo>
                <a:cubicBezTo>
                  <a:pt x="3566813" y="5009324"/>
                  <a:pt x="3566354" y="5008864"/>
                  <a:pt x="3566354" y="5008864"/>
                </a:cubicBezTo>
                <a:lnTo>
                  <a:pt x="3561819" y="5000983"/>
                </a:lnTo>
                <a:cubicBezTo>
                  <a:pt x="3561687" y="5000720"/>
                  <a:pt x="3561819" y="5000129"/>
                  <a:pt x="3561819" y="5000129"/>
                </a:cubicBezTo>
                <a:lnTo>
                  <a:pt x="3566354" y="4992247"/>
                </a:lnTo>
                <a:cubicBezTo>
                  <a:pt x="3566551" y="4991985"/>
                  <a:pt x="3567142" y="4991788"/>
                  <a:pt x="3567142" y="4991788"/>
                </a:cubicBezTo>
                <a:close/>
                <a:moveTo>
                  <a:pt x="3312748" y="4991788"/>
                </a:moveTo>
                <a:lnTo>
                  <a:pt x="3321812" y="4991788"/>
                </a:lnTo>
                <a:cubicBezTo>
                  <a:pt x="3322140" y="4991788"/>
                  <a:pt x="3322600" y="4992247"/>
                  <a:pt x="3322600" y="4992247"/>
                </a:cubicBezTo>
                <a:lnTo>
                  <a:pt x="3327132" y="5000129"/>
                </a:lnTo>
                <a:cubicBezTo>
                  <a:pt x="3327263" y="5000392"/>
                  <a:pt x="3327132" y="5000983"/>
                  <a:pt x="3327132" y="5000983"/>
                </a:cubicBezTo>
                <a:lnTo>
                  <a:pt x="3322600" y="5008864"/>
                </a:lnTo>
                <a:cubicBezTo>
                  <a:pt x="3322404" y="5009128"/>
                  <a:pt x="3321812" y="5009324"/>
                  <a:pt x="3321812" y="5009324"/>
                </a:cubicBezTo>
                <a:lnTo>
                  <a:pt x="3312748" y="5009324"/>
                </a:lnTo>
                <a:cubicBezTo>
                  <a:pt x="3312419" y="5009324"/>
                  <a:pt x="3311960" y="5008864"/>
                  <a:pt x="3311960" y="5008864"/>
                </a:cubicBezTo>
                <a:lnTo>
                  <a:pt x="3307426" y="5000983"/>
                </a:lnTo>
                <a:cubicBezTo>
                  <a:pt x="3307295" y="5000720"/>
                  <a:pt x="3307426" y="5000129"/>
                  <a:pt x="3307426" y="5000129"/>
                </a:cubicBezTo>
                <a:lnTo>
                  <a:pt x="3311960" y="4992247"/>
                </a:lnTo>
                <a:cubicBezTo>
                  <a:pt x="3312155" y="4991985"/>
                  <a:pt x="3312748" y="4991788"/>
                  <a:pt x="3312748" y="4991788"/>
                </a:cubicBezTo>
                <a:close/>
                <a:moveTo>
                  <a:pt x="3058399" y="4991788"/>
                </a:moveTo>
                <a:lnTo>
                  <a:pt x="3067465" y="4991788"/>
                </a:lnTo>
                <a:cubicBezTo>
                  <a:pt x="3067794" y="4991788"/>
                  <a:pt x="3068253" y="4992247"/>
                  <a:pt x="3068253" y="4992247"/>
                </a:cubicBezTo>
                <a:lnTo>
                  <a:pt x="3072785" y="5000129"/>
                </a:lnTo>
                <a:cubicBezTo>
                  <a:pt x="3072916" y="5000392"/>
                  <a:pt x="3072785" y="5000983"/>
                  <a:pt x="3072785" y="5000983"/>
                </a:cubicBezTo>
                <a:lnTo>
                  <a:pt x="3068253" y="5008864"/>
                </a:lnTo>
                <a:cubicBezTo>
                  <a:pt x="3068056" y="5009128"/>
                  <a:pt x="3067465" y="5009324"/>
                  <a:pt x="3067465" y="5009324"/>
                </a:cubicBezTo>
                <a:lnTo>
                  <a:pt x="3058399" y="5009324"/>
                </a:lnTo>
                <a:cubicBezTo>
                  <a:pt x="3058071" y="5009324"/>
                  <a:pt x="3057611" y="5008864"/>
                  <a:pt x="3057611" y="5008864"/>
                </a:cubicBezTo>
                <a:lnTo>
                  <a:pt x="3053079" y="5000983"/>
                </a:lnTo>
                <a:cubicBezTo>
                  <a:pt x="3052948" y="5000720"/>
                  <a:pt x="3053079" y="5000129"/>
                  <a:pt x="3053079" y="5000129"/>
                </a:cubicBezTo>
                <a:lnTo>
                  <a:pt x="3057611" y="4992247"/>
                </a:lnTo>
                <a:cubicBezTo>
                  <a:pt x="3057809" y="4991985"/>
                  <a:pt x="3058399" y="4991788"/>
                  <a:pt x="3058399" y="4991788"/>
                </a:cubicBezTo>
                <a:close/>
                <a:moveTo>
                  <a:pt x="2803975" y="4991788"/>
                </a:moveTo>
                <a:lnTo>
                  <a:pt x="2813040" y="4991788"/>
                </a:lnTo>
                <a:cubicBezTo>
                  <a:pt x="2813369" y="4991788"/>
                  <a:pt x="2813829" y="4992247"/>
                  <a:pt x="2813829" y="4992247"/>
                </a:cubicBezTo>
                <a:lnTo>
                  <a:pt x="2818361" y="5000129"/>
                </a:lnTo>
                <a:cubicBezTo>
                  <a:pt x="2818492" y="5000392"/>
                  <a:pt x="2818361" y="5000983"/>
                  <a:pt x="2818361" y="5000983"/>
                </a:cubicBezTo>
                <a:lnTo>
                  <a:pt x="2813829" y="5008864"/>
                </a:lnTo>
                <a:cubicBezTo>
                  <a:pt x="2813632" y="5009128"/>
                  <a:pt x="2813040" y="5009324"/>
                  <a:pt x="2813040" y="5009324"/>
                </a:cubicBezTo>
                <a:lnTo>
                  <a:pt x="2803975" y="5009324"/>
                </a:lnTo>
                <a:cubicBezTo>
                  <a:pt x="2803644" y="5009324"/>
                  <a:pt x="2803187" y="5008864"/>
                  <a:pt x="2803187" y="5008864"/>
                </a:cubicBezTo>
                <a:lnTo>
                  <a:pt x="2798654" y="5000983"/>
                </a:lnTo>
                <a:cubicBezTo>
                  <a:pt x="2798523" y="5000720"/>
                  <a:pt x="2798654" y="5000129"/>
                  <a:pt x="2798654" y="5000129"/>
                </a:cubicBezTo>
                <a:lnTo>
                  <a:pt x="2803187" y="4992247"/>
                </a:lnTo>
                <a:cubicBezTo>
                  <a:pt x="2803384" y="4991985"/>
                  <a:pt x="2803975" y="4991788"/>
                  <a:pt x="2803975" y="4991788"/>
                </a:cubicBezTo>
                <a:close/>
                <a:moveTo>
                  <a:pt x="2549406" y="4991788"/>
                </a:moveTo>
                <a:lnTo>
                  <a:pt x="2558471" y="4991788"/>
                </a:lnTo>
                <a:cubicBezTo>
                  <a:pt x="2558799" y="4991788"/>
                  <a:pt x="2559259" y="4992247"/>
                  <a:pt x="2559259" y="4992247"/>
                </a:cubicBezTo>
                <a:lnTo>
                  <a:pt x="2563791" y="5000129"/>
                </a:lnTo>
                <a:cubicBezTo>
                  <a:pt x="2563922" y="5000392"/>
                  <a:pt x="2563791" y="5000983"/>
                  <a:pt x="2563791" y="5000983"/>
                </a:cubicBezTo>
                <a:lnTo>
                  <a:pt x="2559259" y="5008864"/>
                </a:lnTo>
                <a:cubicBezTo>
                  <a:pt x="2559062" y="5009128"/>
                  <a:pt x="2558471" y="5009324"/>
                  <a:pt x="2558471" y="5009324"/>
                </a:cubicBezTo>
                <a:lnTo>
                  <a:pt x="2549406" y="5009324"/>
                </a:lnTo>
                <a:cubicBezTo>
                  <a:pt x="2549079" y="5009324"/>
                  <a:pt x="2548618" y="5008864"/>
                  <a:pt x="2548618" y="5008864"/>
                </a:cubicBezTo>
                <a:lnTo>
                  <a:pt x="2544086" y="5000983"/>
                </a:lnTo>
                <a:cubicBezTo>
                  <a:pt x="2543955" y="5000720"/>
                  <a:pt x="2544086" y="5000129"/>
                  <a:pt x="2544086" y="5000129"/>
                </a:cubicBezTo>
                <a:lnTo>
                  <a:pt x="2548618" y="4992247"/>
                </a:lnTo>
                <a:cubicBezTo>
                  <a:pt x="2548815" y="4991985"/>
                  <a:pt x="2549406" y="4991788"/>
                  <a:pt x="2549406" y="4991788"/>
                </a:cubicBezTo>
                <a:close/>
                <a:moveTo>
                  <a:pt x="2295020" y="4991788"/>
                </a:moveTo>
                <a:lnTo>
                  <a:pt x="2304084" y="4991788"/>
                </a:lnTo>
                <a:cubicBezTo>
                  <a:pt x="2304413" y="4991788"/>
                  <a:pt x="2304873" y="4992247"/>
                  <a:pt x="2304873" y="4992247"/>
                </a:cubicBezTo>
                <a:lnTo>
                  <a:pt x="2309404" y="5000129"/>
                </a:lnTo>
                <a:cubicBezTo>
                  <a:pt x="2309536" y="5000392"/>
                  <a:pt x="2309404" y="5000983"/>
                  <a:pt x="2309404" y="5000983"/>
                </a:cubicBezTo>
                <a:lnTo>
                  <a:pt x="2304873" y="5008864"/>
                </a:lnTo>
                <a:cubicBezTo>
                  <a:pt x="2304676" y="5009128"/>
                  <a:pt x="2304084" y="5009324"/>
                  <a:pt x="2304084" y="5009324"/>
                </a:cubicBezTo>
                <a:lnTo>
                  <a:pt x="2295020" y="5009324"/>
                </a:lnTo>
                <a:cubicBezTo>
                  <a:pt x="2294692" y="5009324"/>
                  <a:pt x="2294231" y="5008864"/>
                  <a:pt x="2294231" y="5008864"/>
                </a:cubicBezTo>
                <a:lnTo>
                  <a:pt x="2289700" y="5000983"/>
                </a:lnTo>
                <a:cubicBezTo>
                  <a:pt x="2289568" y="5000720"/>
                  <a:pt x="2289700" y="5000129"/>
                  <a:pt x="2289700" y="5000129"/>
                </a:cubicBezTo>
                <a:lnTo>
                  <a:pt x="2294231" y="4992247"/>
                </a:lnTo>
                <a:cubicBezTo>
                  <a:pt x="2294428" y="4991985"/>
                  <a:pt x="2295020" y="4991788"/>
                  <a:pt x="2295020" y="4991788"/>
                </a:cubicBezTo>
                <a:close/>
                <a:moveTo>
                  <a:pt x="2040735" y="4991788"/>
                </a:moveTo>
                <a:lnTo>
                  <a:pt x="2049800" y="4991788"/>
                </a:lnTo>
                <a:cubicBezTo>
                  <a:pt x="2050128" y="4991788"/>
                  <a:pt x="2050589" y="4992247"/>
                  <a:pt x="2050589" y="4992247"/>
                </a:cubicBezTo>
                <a:lnTo>
                  <a:pt x="2055121" y="5000129"/>
                </a:lnTo>
                <a:cubicBezTo>
                  <a:pt x="2055252" y="5000392"/>
                  <a:pt x="2055121" y="5000983"/>
                  <a:pt x="2055121" y="5000983"/>
                </a:cubicBezTo>
                <a:lnTo>
                  <a:pt x="2050589" y="5008864"/>
                </a:lnTo>
                <a:cubicBezTo>
                  <a:pt x="2050392" y="5009128"/>
                  <a:pt x="2049800" y="5009324"/>
                  <a:pt x="2049800" y="5009324"/>
                </a:cubicBezTo>
                <a:lnTo>
                  <a:pt x="2040735" y="5009324"/>
                </a:lnTo>
                <a:cubicBezTo>
                  <a:pt x="2040407" y="5009324"/>
                  <a:pt x="2039947" y="5008864"/>
                  <a:pt x="2039947" y="5008864"/>
                </a:cubicBezTo>
                <a:lnTo>
                  <a:pt x="2035414" y="5000983"/>
                </a:lnTo>
                <a:cubicBezTo>
                  <a:pt x="2035283" y="5000720"/>
                  <a:pt x="2035414" y="5000129"/>
                  <a:pt x="2035414" y="5000129"/>
                </a:cubicBezTo>
                <a:lnTo>
                  <a:pt x="2039947" y="4992247"/>
                </a:lnTo>
                <a:cubicBezTo>
                  <a:pt x="2040144" y="4991985"/>
                  <a:pt x="2040735" y="4991788"/>
                  <a:pt x="2040735" y="4991788"/>
                </a:cubicBezTo>
                <a:close/>
                <a:moveTo>
                  <a:pt x="1786240" y="4991788"/>
                </a:moveTo>
                <a:lnTo>
                  <a:pt x="1795304" y="4991788"/>
                </a:lnTo>
                <a:cubicBezTo>
                  <a:pt x="1795633" y="4991788"/>
                  <a:pt x="1796092" y="4992247"/>
                  <a:pt x="1796092" y="4992247"/>
                </a:cubicBezTo>
                <a:lnTo>
                  <a:pt x="1800624" y="5000129"/>
                </a:lnTo>
                <a:cubicBezTo>
                  <a:pt x="1800755" y="5000392"/>
                  <a:pt x="1800624" y="5000983"/>
                  <a:pt x="1800624" y="5000983"/>
                </a:cubicBezTo>
                <a:lnTo>
                  <a:pt x="1796092" y="5008864"/>
                </a:lnTo>
                <a:cubicBezTo>
                  <a:pt x="1795896" y="5009128"/>
                  <a:pt x="1795304" y="5009324"/>
                  <a:pt x="1795304" y="5009324"/>
                </a:cubicBezTo>
                <a:lnTo>
                  <a:pt x="1786240" y="5009324"/>
                </a:lnTo>
                <a:cubicBezTo>
                  <a:pt x="1785912" y="5009324"/>
                  <a:pt x="1785452" y="5008864"/>
                  <a:pt x="1785452" y="5008864"/>
                </a:cubicBezTo>
                <a:lnTo>
                  <a:pt x="1780920" y="5000983"/>
                </a:lnTo>
                <a:cubicBezTo>
                  <a:pt x="1780788" y="5000720"/>
                  <a:pt x="1780920" y="5000129"/>
                  <a:pt x="1780920" y="5000129"/>
                </a:cubicBezTo>
                <a:lnTo>
                  <a:pt x="1785452" y="4992247"/>
                </a:lnTo>
                <a:cubicBezTo>
                  <a:pt x="1785649" y="4991985"/>
                  <a:pt x="1786240" y="4991788"/>
                  <a:pt x="1786240" y="4991788"/>
                </a:cubicBezTo>
                <a:close/>
                <a:moveTo>
                  <a:pt x="1531853" y="4991788"/>
                </a:moveTo>
                <a:lnTo>
                  <a:pt x="1540916" y="4991788"/>
                </a:lnTo>
                <a:cubicBezTo>
                  <a:pt x="1541244" y="4991788"/>
                  <a:pt x="1541703" y="4992247"/>
                  <a:pt x="1541703" y="4992247"/>
                </a:cubicBezTo>
                <a:lnTo>
                  <a:pt x="1546236" y="5000129"/>
                </a:lnTo>
                <a:cubicBezTo>
                  <a:pt x="1546367" y="5000392"/>
                  <a:pt x="1546236" y="5000983"/>
                  <a:pt x="1546236" y="5000983"/>
                </a:cubicBezTo>
                <a:lnTo>
                  <a:pt x="1541703" y="5008864"/>
                </a:lnTo>
                <a:cubicBezTo>
                  <a:pt x="1541507" y="5009128"/>
                  <a:pt x="1540916" y="5009324"/>
                  <a:pt x="1540916" y="5009324"/>
                </a:cubicBezTo>
                <a:lnTo>
                  <a:pt x="1531853" y="5009324"/>
                </a:lnTo>
                <a:cubicBezTo>
                  <a:pt x="1531523" y="5009324"/>
                  <a:pt x="1531064" y="5008864"/>
                  <a:pt x="1531064" y="5008864"/>
                </a:cubicBezTo>
                <a:lnTo>
                  <a:pt x="1526532" y="5000983"/>
                </a:lnTo>
                <a:cubicBezTo>
                  <a:pt x="1526400" y="5000720"/>
                  <a:pt x="1526532" y="5000129"/>
                  <a:pt x="1526532" y="5000129"/>
                </a:cubicBezTo>
                <a:lnTo>
                  <a:pt x="1531064" y="4992247"/>
                </a:lnTo>
                <a:cubicBezTo>
                  <a:pt x="1531260" y="4991985"/>
                  <a:pt x="1531853" y="4991788"/>
                  <a:pt x="1531853" y="4991788"/>
                </a:cubicBezTo>
                <a:close/>
                <a:moveTo>
                  <a:pt x="1277438" y="4991788"/>
                </a:moveTo>
                <a:lnTo>
                  <a:pt x="1286504" y="4991788"/>
                </a:lnTo>
                <a:cubicBezTo>
                  <a:pt x="1286832" y="4991788"/>
                  <a:pt x="1287292" y="4992247"/>
                  <a:pt x="1287292" y="4992247"/>
                </a:cubicBezTo>
                <a:lnTo>
                  <a:pt x="1291824" y="5000129"/>
                </a:lnTo>
                <a:cubicBezTo>
                  <a:pt x="1291955" y="5000392"/>
                  <a:pt x="1291824" y="5000983"/>
                  <a:pt x="1291824" y="5000983"/>
                </a:cubicBezTo>
                <a:lnTo>
                  <a:pt x="1287292" y="5008864"/>
                </a:lnTo>
                <a:cubicBezTo>
                  <a:pt x="1287095" y="5009128"/>
                  <a:pt x="1286504" y="5009324"/>
                  <a:pt x="1286504" y="5009324"/>
                </a:cubicBezTo>
                <a:lnTo>
                  <a:pt x="1277438" y="5009324"/>
                </a:lnTo>
                <a:cubicBezTo>
                  <a:pt x="1277111" y="5009324"/>
                  <a:pt x="1276650" y="5008864"/>
                  <a:pt x="1276650" y="5008864"/>
                </a:cubicBezTo>
                <a:lnTo>
                  <a:pt x="1272119" y="5000983"/>
                </a:lnTo>
                <a:cubicBezTo>
                  <a:pt x="1271987" y="5000720"/>
                  <a:pt x="1272119" y="5000129"/>
                  <a:pt x="1272119" y="5000129"/>
                </a:cubicBezTo>
                <a:lnTo>
                  <a:pt x="1276650" y="4992247"/>
                </a:lnTo>
                <a:cubicBezTo>
                  <a:pt x="1276847" y="4991985"/>
                  <a:pt x="1277438" y="4991788"/>
                  <a:pt x="1277438" y="4991788"/>
                </a:cubicBezTo>
                <a:close/>
                <a:moveTo>
                  <a:pt x="1023011" y="4991788"/>
                </a:moveTo>
                <a:lnTo>
                  <a:pt x="1032075" y="4991788"/>
                </a:lnTo>
                <a:cubicBezTo>
                  <a:pt x="1032403" y="4991788"/>
                  <a:pt x="1032863" y="4992247"/>
                  <a:pt x="1032863" y="4992247"/>
                </a:cubicBezTo>
                <a:lnTo>
                  <a:pt x="1037395" y="5000129"/>
                </a:lnTo>
                <a:cubicBezTo>
                  <a:pt x="1037526" y="5000392"/>
                  <a:pt x="1037395" y="5000983"/>
                  <a:pt x="1037395" y="5000983"/>
                </a:cubicBezTo>
                <a:lnTo>
                  <a:pt x="1032863" y="5008864"/>
                </a:lnTo>
                <a:cubicBezTo>
                  <a:pt x="1032666" y="5009128"/>
                  <a:pt x="1032075" y="5009324"/>
                  <a:pt x="1032075" y="5009324"/>
                </a:cubicBezTo>
                <a:lnTo>
                  <a:pt x="1023011" y="5009324"/>
                </a:lnTo>
                <a:cubicBezTo>
                  <a:pt x="1022682" y="5009324"/>
                  <a:pt x="1022223" y="5008864"/>
                  <a:pt x="1022223" y="5008864"/>
                </a:cubicBezTo>
                <a:lnTo>
                  <a:pt x="1017690" y="5000983"/>
                </a:lnTo>
                <a:cubicBezTo>
                  <a:pt x="1017559" y="5000720"/>
                  <a:pt x="1017690" y="5000129"/>
                  <a:pt x="1017690" y="5000129"/>
                </a:cubicBezTo>
                <a:lnTo>
                  <a:pt x="1022223" y="4992247"/>
                </a:lnTo>
                <a:cubicBezTo>
                  <a:pt x="1022420" y="4991985"/>
                  <a:pt x="1023011" y="4991788"/>
                  <a:pt x="1023011" y="4991788"/>
                </a:cubicBezTo>
                <a:close/>
                <a:moveTo>
                  <a:pt x="768631" y="4991788"/>
                </a:moveTo>
                <a:lnTo>
                  <a:pt x="777694" y="4991788"/>
                </a:lnTo>
                <a:cubicBezTo>
                  <a:pt x="778022" y="4991788"/>
                  <a:pt x="778482" y="4992247"/>
                  <a:pt x="778482" y="4992247"/>
                </a:cubicBezTo>
                <a:lnTo>
                  <a:pt x="783014" y="5000129"/>
                </a:lnTo>
                <a:cubicBezTo>
                  <a:pt x="783145" y="5000392"/>
                  <a:pt x="783014" y="5000983"/>
                  <a:pt x="783014" y="5000983"/>
                </a:cubicBezTo>
                <a:lnTo>
                  <a:pt x="778482" y="5008864"/>
                </a:lnTo>
                <a:cubicBezTo>
                  <a:pt x="778285" y="5009128"/>
                  <a:pt x="777694" y="5009324"/>
                  <a:pt x="777694" y="5009324"/>
                </a:cubicBezTo>
                <a:lnTo>
                  <a:pt x="768631" y="5009324"/>
                </a:lnTo>
                <a:cubicBezTo>
                  <a:pt x="768302" y="5009324"/>
                  <a:pt x="767842" y="5008864"/>
                  <a:pt x="767842" y="5008864"/>
                </a:cubicBezTo>
                <a:lnTo>
                  <a:pt x="763311" y="5000983"/>
                </a:lnTo>
                <a:cubicBezTo>
                  <a:pt x="763179" y="5000720"/>
                  <a:pt x="763311" y="5000129"/>
                  <a:pt x="763311" y="5000129"/>
                </a:cubicBezTo>
                <a:lnTo>
                  <a:pt x="767842" y="4992247"/>
                </a:lnTo>
                <a:cubicBezTo>
                  <a:pt x="768039" y="4991985"/>
                  <a:pt x="768631" y="4991788"/>
                  <a:pt x="768631" y="4991788"/>
                </a:cubicBezTo>
                <a:close/>
                <a:moveTo>
                  <a:pt x="514388" y="4991788"/>
                </a:moveTo>
                <a:lnTo>
                  <a:pt x="523450" y="4991788"/>
                </a:lnTo>
                <a:cubicBezTo>
                  <a:pt x="523780" y="4991788"/>
                  <a:pt x="524239" y="4992247"/>
                  <a:pt x="524239" y="4992247"/>
                </a:cubicBezTo>
                <a:lnTo>
                  <a:pt x="528771" y="5000129"/>
                </a:lnTo>
                <a:cubicBezTo>
                  <a:pt x="528903" y="5000392"/>
                  <a:pt x="528771" y="5000983"/>
                  <a:pt x="528771" y="5000983"/>
                </a:cubicBezTo>
                <a:lnTo>
                  <a:pt x="524239" y="5008864"/>
                </a:lnTo>
                <a:cubicBezTo>
                  <a:pt x="524043" y="5009128"/>
                  <a:pt x="523450" y="5009324"/>
                  <a:pt x="523450" y="5009324"/>
                </a:cubicBezTo>
                <a:lnTo>
                  <a:pt x="514388" y="5009324"/>
                </a:lnTo>
                <a:cubicBezTo>
                  <a:pt x="514058" y="5009324"/>
                  <a:pt x="513600" y="5008864"/>
                  <a:pt x="513600" y="5008864"/>
                </a:cubicBezTo>
                <a:lnTo>
                  <a:pt x="509067" y="5000983"/>
                </a:lnTo>
                <a:cubicBezTo>
                  <a:pt x="508935" y="5000720"/>
                  <a:pt x="509067" y="5000129"/>
                  <a:pt x="509067" y="5000129"/>
                </a:cubicBezTo>
                <a:lnTo>
                  <a:pt x="513600" y="4992247"/>
                </a:lnTo>
                <a:cubicBezTo>
                  <a:pt x="513797" y="4991985"/>
                  <a:pt x="514388" y="4991788"/>
                  <a:pt x="514388" y="4991788"/>
                </a:cubicBezTo>
                <a:close/>
                <a:moveTo>
                  <a:pt x="259919" y="4991788"/>
                </a:moveTo>
                <a:lnTo>
                  <a:pt x="268982" y="4991788"/>
                </a:lnTo>
                <a:cubicBezTo>
                  <a:pt x="269310" y="4991788"/>
                  <a:pt x="269770" y="4992247"/>
                  <a:pt x="269770" y="4992247"/>
                </a:cubicBezTo>
                <a:lnTo>
                  <a:pt x="274302" y="5000129"/>
                </a:lnTo>
                <a:cubicBezTo>
                  <a:pt x="274433" y="5000392"/>
                  <a:pt x="274302" y="5000983"/>
                  <a:pt x="274302" y="5000983"/>
                </a:cubicBezTo>
                <a:lnTo>
                  <a:pt x="269770" y="5008864"/>
                </a:lnTo>
                <a:cubicBezTo>
                  <a:pt x="269573" y="5009128"/>
                  <a:pt x="268982" y="5009324"/>
                  <a:pt x="268982" y="5009324"/>
                </a:cubicBezTo>
                <a:lnTo>
                  <a:pt x="259919" y="5009324"/>
                </a:lnTo>
                <a:cubicBezTo>
                  <a:pt x="259589" y="5009324"/>
                  <a:pt x="259129" y="5008864"/>
                  <a:pt x="259129" y="5008864"/>
                </a:cubicBezTo>
                <a:lnTo>
                  <a:pt x="254597" y="5000983"/>
                </a:lnTo>
                <a:cubicBezTo>
                  <a:pt x="254466" y="5000720"/>
                  <a:pt x="254597" y="5000129"/>
                  <a:pt x="254597" y="5000129"/>
                </a:cubicBezTo>
                <a:lnTo>
                  <a:pt x="259129" y="4992247"/>
                </a:lnTo>
                <a:cubicBezTo>
                  <a:pt x="259326" y="4991985"/>
                  <a:pt x="259919" y="4991788"/>
                  <a:pt x="259919" y="4991788"/>
                </a:cubicBezTo>
                <a:close/>
                <a:moveTo>
                  <a:pt x="5471" y="4991788"/>
                </a:moveTo>
                <a:lnTo>
                  <a:pt x="14535" y="4991788"/>
                </a:lnTo>
                <a:cubicBezTo>
                  <a:pt x="14863" y="4991788"/>
                  <a:pt x="15323" y="4992247"/>
                  <a:pt x="15323" y="4992247"/>
                </a:cubicBezTo>
                <a:lnTo>
                  <a:pt x="19855" y="5000129"/>
                </a:lnTo>
                <a:cubicBezTo>
                  <a:pt x="19986" y="5000392"/>
                  <a:pt x="19855" y="5000983"/>
                  <a:pt x="19855" y="5000983"/>
                </a:cubicBezTo>
                <a:lnTo>
                  <a:pt x="15323" y="5008864"/>
                </a:lnTo>
                <a:cubicBezTo>
                  <a:pt x="15126" y="5009128"/>
                  <a:pt x="14535" y="5009324"/>
                  <a:pt x="14535" y="5009324"/>
                </a:cubicBezTo>
                <a:lnTo>
                  <a:pt x="5471" y="5009324"/>
                </a:lnTo>
                <a:cubicBezTo>
                  <a:pt x="5142" y="5009324"/>
                  <a:pt x="4682" y="5008864"/>
                  <a:pt x="4682" y="5008864"/>
                </a:cubicBezTo>
                <a:lnTo>
                  <a:pt x="150" y="5000983"/>
                </a:lnTo>
                <a:cubicBezTo>
                  <a:pt x="19" y="5000720"/>
                  <a:pt x="150" y="5000129"/>
                  <a:pt x="150" y="5000129"/>
                </a:cubicBezTo>
                <a:lnTo>
                  <a:pt x="4682" y="4992247"/>
                </a:lnTo>
                <a:cubicBezTo>
                  <a:pt x="4879" y="4991985"/>
                  <a:pt x="5471" y="4991788"/>
                  <a:pt x="5471" y="4991788"/>
                </a:cubicBezTo>
                <a:close/>
                <a:moveTo>
                  <a:pt x="10435622" y="4774713"/>
                </a:moveTo>
                <a:lnTo>
                  <a:pt x="10444686" y="4774713"/>
                </a:lnTo>
                <a:cubicBezTo>
                  <a:pt x="10445015" y="4774713"/>
                  <a:pt x="10445474" y="4775173"/>
                  <a:pt x="10445474" y="4775173"/>
                </a:cubicBezTo>
                <a:lnTo>
                  <a:pt x="10450007" y="4783055"/>
                </a:lnTo>
                <a:cubicBezTo>
                  <a:pt x="10450138" y="4783317"/>
                  <a:pt x="10450007" y="4783908"/>
                  <a:pt x="10450007" y="4783908"/>
                </a:cubicBezTo>
                <a:lnTo>
                  <a:pt x="10445474" y="4791790"/>
                </a:lnTo>
                <a:cubicBezTo>
                  <a:pt x="10445278" y="4792052"/>
                  <a:pt x="10444686" y="4792249"/>
                  <a:pt x="10444686" y="4792249"/>
                </a:cubicBezTo>
                <a:lnTo>
                  <a:pt x="10435622" y="4792249"/>
                </a:lnTo>
                <a:cubicBezTo>
                  <a:pt x="10435295" y="4792249"/>
                  <a:pt x="10434834" y="4791790"/>
                  <a:pt x="10434834" y="4791790"/>
                </a:cubicBezTo>
                <a:lnTo>
                  <a:pt x="10430302" y="4783908"/>
                </a:lnTo>
                <a:cubicBezTo>
                  <a:pt x="10430171" y="4783646"/>
                  <a:pt x="10430302" y="4783055"/>
                  <a:pt x="10430302" y="4783055"/>
                </a:cubicBezTo>
                <a:lnTo>
                  <a:pt x="10434834" y="4775173"/>
                </a:lnTo>
                <a:cubicBezTo>
                  <a:pt x="10435031" y="4774910"/>
                  <a:pt x="10435622" y="4774713"/>
                  <a:pt x="10435622" y="4774713"/>
                </a:cubicBezTo>
                <a:close/>
                <a:moveTo>
                  <a:pt x="10181242" y="4774713"/>
                </a:moveTo>
                <a:lnTo>
                  <a:pt x="10190305" y="4774713"/>
                </a:lnTo>
                <a:cubicBezTo>
                  <a:pt x="10190635" y="4774713"/>
                  <a:pt x="10191093" y="4775173"/>
                  <a:pt x="10191093" y="4775173"/>
                </a:cubicBezTo>
                <a:lnTo>
                  <a:pt x="10195626" y="4783055"/>
                </a:lnTo>
                <a:cubicBezTo>
                  <a:pt x="10195758" y="4783317"/>
                  <a:pt x="10195626" y="4783908"/>
                  <a:pt x="10195626" y="4783908"/>
                </a:cubicBezTo>
                <a:lnTo>
                  <a:pt x="10191093" y="4791790"/>
                </a:lnTo>
                <a:cubicBezTo>
                  <a:pt x="10190896" y="4792052"/>
                  <a:pt x="10190305" y="4792249"/>
                  <a:pt x="10190305" y="4792249"/>
                </a:cubicBezTo>
                <a:lnTo>
                  <a:pt x="10181242" y="4792249"/>
                </a:lnTo>
                <a:cubicBezTo>
                  <a:pt x="10180914" y="4792249"/>
                  <a:pt x="10180453" y="4791790"/>
                  <a:pt x="10180453" y="4791790"/>
                </a:cubicBezTo>
                <a:lnTo>
                  <a:pt x="10175922" y="4783908"/>
                </a:lnTo>
                <a:cubicBezTo>
                  <a:pt x="10175790" y="4783646"/>
                  <a:pt x="10175922" y="4783055"/>
                  <a:pt x="10175922" y="4783055"/>
                </a:cubicBezTo>
                <a:lnTo>
                  <a:pt x="10180453" y="4775173"/>
                </a:lnTo>
                <a:cubicBezTo>
                  <a:pt x="10180650" y="4774910"/>
                  <a:pt x="10181242" y="4774713"/>
                  <a:pt x="10181242" y="4774713"/>
                </a:cubicBezTo>
                <a:close/>
                <a:moveTo>
                  <a:pt x="9926861" y="4774713"/>
                </a:moveTo>
                <a:lnTo>
                  <a:pt x="9935924" y="4774713"/>
                </a:lnTo>
                <a:cubicBezTo>
                  <a:pt x="9936254" y="4774713"/>
                  <a:pt x="9936713" y="4775173"/>
                  <a:pt x="9936713" y="4775173"/>
                </a:cubicBezTo>
                <a:lnTo>
                  <a:pt x="9941246" y="4783055"/>
                </a:lnTo>
                <a:cubicBezTo>
                  <a:pt x="9941376" y="4783317"/>
                  <a:pt x="9941246" y="4783908"/>
                  <a:pt x="9941246" y="4783908"/>
                </a:cubicBezTo>
                <a:lnTo>
                  <a:pt x="9936713" y="4791790"/>
                </a:lnTo>
                <a:cubicBezTo>
                  <a:pt x="9936516" y="4792052"/>
                  <a:pt x="9935924" y="4792249"/>
                  <a:pt x="9935924" y="4792249"/>
                </a:cubicBezTo>
                <a:lnTo>
                  <a:pt x="9926861" y="4792249"/>
                </a:lnTo>
                <a:cubicBezTo>
                  <a:pt x="9926532" y="4792249"/>
                  <a:pt x="9926073" y="4791790"/>
                  <a:pt x="9926073" y="4791790"/>
                </a:cubicBezTo>
                <a:lnTo>
                  <a:pt x="9921541" y="4783908"/>
                </a:lnTo>
                <a:cubicBezTo>
                  <a:pt x="9921410" y="4783646"/>
                  <a:pt x="9921541" y="4783055"/>
                  <a:pt x="9921541" y="4783055"/>
                </a:cubicBezTo>
                <a:lnTo>
                  <a:pt x="9926073" y="4775173"/>
                </a:lnTo>
                <a:cubicBezTo>
                  <a:pt x="9926270" y="4774910"/>
                  <a:pt x="9926861" y="4774713"/>
                  <a:pt x="9926861" y="4774713"/>
                </a:cubicBezTo>
                <a:close/>
                <a:moveTo>
                  <a:pt x="9672481" y="4774713"/>
                </a:moveTo>
                <a:lnTo>
                  <a:pt x="9681545" y="4774713"/>
                </a:lnTo>
                <a:cubicBezTo>
                  <a:pt x="9681872" y="4774713"/>
                  <a:pt x="9682333" y="4775173"/>
                  <a:pt x="9682333" y="4775173"/>
                </a:cubicBezTo>
                <a:lnTo>
                  <a:pt x="9686865" y="4783055"/>
                </a:lnTo>
                <a:cubicBezTo>
                  <a:pt x="9686996" y="4783317"/>
                  <a:pt x="9686865" y="4783908"/>
                  <a:pt x="9686865" y="4783908"/>
                </a:cubicBezTo>
                <a:lnTo>
                  <a:pt x="9682333" y="4791790"/>
                </a:lnTo>
                <a:cubicBezTo>
                  <a:pt x="9682136" y="4792052"/>
                  <a:pt x="9681545" y="4792249"/>
                  <a:pt x="9681545" y="4792249"/>
                </a:cubicBezTo>
                <a:lnTo>
                  <a:pt x="9672481" y="4792249"/>
                </a:lnTo>
                <a:cubicBezTo>
                  <a:pt x="9672152" y="4792249"/>
                  <a:pt x="9671693" y="4791790"/>
                  <a:pt x="9671693" y="4791790"/>
                </a:cubicBezTo>
                <a:lnTo>
                  <a:pt x="9667160" y="4783908"/>
                </a:lnTo>
                <a:cubicBezTo>
                  <a:pt x="9667030" y="4783646"/>
                  <a:pt x="9667160" y="4783055"/>
                  <a:pt x="9667160" y="4783055"/>
                </a:cubicBezTo>
                <a:lnTo>
                  <a:pt x="9671693" y="4775173"/>
                </a:lnTo>
                <a:cubicBezTo>
                  <a:pt x="9671890" y="4774910"/>
                  <a:pt x="9672481" y="4774713"/>
                  <a:pt x="9672481" y="4774713"/>
                </a:cubicBezTo>
                <a:close/>
                <a:moveTo>
                  <a:pt x="9418035" y="4774713"/>
                </a:moveTo>
                <a:lnTo>
                  <a:pt x="9427099" y="4774713"/>
                </a:lnTo>
                <a:cubicBezTo>
                  <a:pt x="9427427" y="4774713"/>
                  <a:pt x="9427887" y="4775173"/>
                  <a:pt x="9427887" y="4775173"/>
                </a:cubicBezTo>
                <a:lnTo>
                  <a:pt x="9432419" y="4783055"/>
                </a:lnTo>
                <a:cubicBezTo>
                  <a:pt x="9432550" y="4783317"/>
                  <a:pt x="9432419" y="4783908"/>
                  <a:pt x="9432419" y="4783908"/>
                </a:cubicBezTo>
                <a:lnTo>
                  <a:pt x="9427887" y="4791790"/>
                </a:lnTo>
                <a:cubicBezTo>
                  <a:pt x="9427690" y="4792052"/>
                  <a:pt x="9427099" y="4792249"/>
                  <a:pt x="9427099" y="4792249"/>
                </a:cubicBezTo>
                <a:lnTo>
                  <a:pt x="9418035" y="4792249"/>
                </a:lnTo>
                <a:cubicBezTo>
                  <a:pt x="9417707" y="4792249"/>
                  <a:pt x="9417247" y="4791790"/>
                  <a:pt x="9417247" y="4791790"/>
                </a:cubicBezTo>
                <a:lnTo>
                  <a:pt x="9412714" y="4783908"/>
                </a:lnTo>
                <a:cubicBezTo>
                  <a:pt x="9412583" y="4783646"/>
                  <a:pt x="9412714" y="4783055"/>
                  <a:pt x="9412714" y="4783055"/>
                </a:cubicBezTo>
                <a:lnTo>
                  <a:pt x="9417247" y="4775173"/>
                </a:lnTo>
                <a:cubicBezTo>
                  <a:pt x="9417444" y="4774910"/>
                  <a:pt x="9418035" y="4774713"/>
                  <a:pt x="9418035" y="4774713"/>
                </a:cubicBezTo>
                <a:close/>
                <a:moveTo>
                  <a:pt x="9163654" y="4774713"/>
                </a:moveTo>
                <a:lnTo>
                  <a:pt x="9172718" y="4774713"/>
                </a:lnTo>
                <a:cubicBezTo>
                  <a:pt x="9173046" y="4774713"/>
                  <a:pt x="9173506" y="4775173"/>
                  <a:pt x="9173506" y="4775173"/>
                </a:cubicBezTo>
                <a:lnTo>
                  <a:pt x="9178038" y="4783055"/>
                </a:lnTo>
                <a:cubicBezTo>
                  <a:pt x="9178169" y="4783317"/>
                  <a:pt x="9178038" y="4783908"/>
                  <a:pt x="9178038" y="4783908"/>
                </a:cubicBezTo>
                <a:lnTo>
                  <a:pt x="9173506" y="4791790"/>
                </a:lnTo>
                <a:cubicBezTo>
                  <a:pt x="9173309" y="4792052"/>
                  <a:pt x="9172718" y="4792249"/>
                  <a:pt x="9172718" y="4792249"/>
                </a:cubicBezTo>
                <a:lnTo>
                  <a:pt x="9163654" y="4792249"/>
                </a:lnTo>
                <a:cubicBezTo>
                  <a:pt x="9163326" y="4792249"/>
                  <a:pt x="9162866" y="4791790"/>
                  <a:pt x="9162866" y="4791790"/>
                </a:cubicBezTo>
                <a:lnTo>
                  <a:pt x="9158333" y="4783908"/>
                </a:lnTo>
                <a:cubicBezTo>
                  <a:pt x="9158202" y="4783646"/>
                  <a:pt x="9158333" y="4783055"/>
                  <a:pt x="9158333" y="4783055"/>
                </a:cubicBezTo>
                <a:lnTo>
                  <a:pt x="9162866" y="4775173"/>
                </a:lnTo>
                <a:cubicBezTo>
                  <a:pt x="9163062" y="4774910"/>
                  <a:pt x="9163654" y="4774713"/>
                  <a:pt x="9163654" y="4774713"/>
                </a:cubicBezTo>
                <a:close/>
                <a:moveTo>
                  <a:pt x="8909274" y="4774713"/>
                </a:moveTo>
                <a:lnTo>
                  <a:pt x="8918336" y="4774713"/>
                </a:lnTo>
                <a:cubicBezTo>
                  <a:pt x="8918666" y="4774713"/>
                  <a:pt x="8919125" y="4775173"/>
                  <a:pt x="8919125" y="4775173"/>
                </a:cubicBezTo>
                <a:lnTo>
                  <a:pt x="8923657" y="4783055"/>
                </a:lnTo>
                <a:cubicBezTo>
                  <a:pt x="8923789" y="4783317"/>
                  <a:pt x="8923657" y="4783908"/>
                  <a:pt x="8923657" y="4783908"/>
                </a:cubicBezTo>
                <a:lnTo>
                  <a:pt x="8919125" y="4791790"/>
                </a:lnTo>
                <a:cubicBezTo>
                  <a:pt x="8918928" y="4792052"/>
                  <a:pt x="8918336" y="4792249"/>
                  <a:pt x="8918336" y="4792249"/>
                </a:cubicBezTo>
                <a:lnTo>
                  <a:pt x="8909274" y="4792249"/>
                </a:lnTo>
                <a:cubicBezTo>
                  <a:pt x="8908945" y="4792249"/>
                  <a:pt x="8908484" y="4791790"/>
                  <a:pt x="8908484" y="4791790"/>
                </a:cubicBezTo>
                <a:lnTo>
                  <a:pt x="8903953" y="4783908"/>
                </a:lnTo>
                <a:cubicBezTo>
                  <a:pt x="8903821" y="4783646"/>
                  <a:pt x="8903953" y="4783055"/>
                  <a:pt x="8903953" y="4783055"/>
                </a:cubicBezTo>
                <a:lnTo>
                  <a:pt x="8908484" y="4775173"/>
                </a:lnTo>
                <a:cubicBezTo>
                  <a:pt x="8908681" y="4774910"/>
                  <a:pt x="8909274" y="4774713"/>
                  <a:pt x="8909274" y="4774713"/>
                </a:cubicBezTo>
                <a:close/>
                <a:moveTo>
                  <a:pt x="8654892" y="4774713"/>
                </a:moveTo>
                <a:lnTo>
                  <a:pt x="8663955" y="4774713"/>
                </a:lnTo>
                <a:cubicBezTo>
                  <a:pt x="8664285" y="4774713"/>
                  <a:pt x="8664744" y="4775173"/>
                  <a:pt x="8664744" y="4775173"/>
                </a:cubicBezTo>
                <a:lnTo>
                  <a:pt x="8669277" y="4783055"/>
                </a:lnTo>
                <a:cubicBezTo>
                  <a:pt x="8669408" y="4783317"/>
                  <a:pt x="8669277" y="4783908"/>
                  <a:pt x="8669277" y="4783908"/>
                </a:cubicBezTo>
                <a:lnTo>
                  <a:pt x="8664744" y="4791790"/>
                </a:lnTo>
                <a:cubicBezTo>
                  <a:pt x="8664548" y="4792052"/>
                  <a:pt x="8663955" y="4792249"/>
                  <a:pt x="8663955" y="4792249"/>
                </a:cubicBezTo>
                <a:lnTo>
                  <a:pt x="8654892" y="4792249"/>
                </a:lnTo>
                <a:cubicBezTo>
                  <a:pt x="8654565" y="4792249"/>
                  <a:pt x="8654104" y="4791790"/>
                  <a:pt x="8654104" y="4791790"/>
                </a:cubicBezTo>
                <a:lnTo>
                  <a:pt x="8649572" y="4783908"/>
                </a:lnTo>
                <a:cubicBezTo>
                  <a:pt x="8649441" y="4783646"/>
                  <a:pt x="8649572" y="4783055"/>
                  <a:pt x="8649572" y="4783055"/>
                </a:cubicBezTo>
                <a:lnTo>
                  <a:pt x="8654104" y="4775173"/>
                </a:lnTo>
                <a:cubicBezTo>
                  <a:pt x="8654301" y="4774910"/>
                  <a:pt x="8654892" y="4774713"/>
                  <a:pt x="8654892" y="4774713"/>
                </a:cubicBezTo>
                <a:close/>
                <a:moveTo>
                  <a:pt x="8400511" y="4774713"/>
                </a:moveTo>
                <a:lnTo>
                  <a:pt x="8409575" y="4774713"/>
                </a:lnTo>
                <a:cubicBezTo>
                  <a:pt x="8409904" y="4774713"/>
                  <a:pt x="8410363" y="4775173"/>
                  <a:pt x="8410363" y="4775173"/>
                </a:cubicBezTo>
                <a:lnTo>
                  <a:pt x="8414896" y="4783055"/>
                </a:lnTo>
                <a:cubicBezTo>
                  <a:pt x="8415027" y="4783317"/>
                  <a:pt x="8414896" y="4783908"/>
                  <a:pt x="8414896" y="4783908"/>
                </a:cubicBezTo>
                <a:lnTo>
                  <a:pt x="8410363" y="4791790"/>
                </a:lnTo>
                <a:cubicBezTo>
                  <a:pt x="8410166" y="4792052"/>
                  <a:pt x="8409575" y="4792249"/>
                  <a:pt x="8409575" y="4792249"/>
                </a:cubicBezTo>
                <a:lnTo>
                  <a:pt x="8400511" y="4792249"/>
                </a:lnTo>
                <a:cubicBezTo>
                  <a:pt x="8400184" y="4792249"/>
                  <a:pt x="8399723" y="4791790"/>
                  <a:pt x="8399723" y="4791790"/>
                </a:cubicBezTo>
                <a:lnTo>
                  <a:pt x="8395191" y="4783908"/>
                </a:lnTo>
                <a:cubicBezTo>
                  <a:pt x="8395060" y="4783646"/>
                  <a:pt x="8395191" y="4783055"/>
                  <a:pt x="8395191" y="4783055"/>
                </a:cubicBezTo>
                <a:lnTo>
                  <a:pt x="8399723" y="4775173"/>
                </a:lnTo>
                <a:cubicBezTo>
                  <a:pt x="8399920" y="4774910"/>
                  <a:pt x="8400511" y="4774713"/>
                  <a:pt x="8400511" y="4774713"/>
                </a:cubicBezTo>
                <a:close/>
                <a:moveTo>
                  <a:pt x="8146065" y="4774713"/>
                </a:moveTo>
                <a:lnTo>
                  <a:pt x="8155129" y="4774713"/>
                </a:lnTo>
                <a:cubicBezTo>
                  <a:pt x="8155458" y="4774713"/>
                  <a:pt x="8155917" y="4775173"/>
                  <a:pt x="8155917" y="4775173"/>
                </a:cubicBezTo>
                <a:lnTo>
                  <a:pt x="8160449" y="4783055"/>
                </a:lnTo>
                <a:cubicBezTo>
                  <a:pt x="8160580" y="4783317"/>
                  <a:pt x="8160449" y="4783908"/>
                  <a:pt x="8160449" y="4783908"/>
                </a:cubicBezTo>
                <a:lnTo>
                  <a:pt x="8155917" y="4791790"/>
                </a:lnTo>
                <a:cubicBezTo>
                  <a:pt x="8155719" y="4792052"/>
                  <a:pt x="8155129" y="4792249"/>
                  <a:pt x="8155129" y="4792249"/>
                </a:cubicBezTo>
                <a:lnTo>
                  <a:pt x="8146065" y="4792249"/>
                </a:lnTo>
                <a:cubicBezTo>
                  <a:pt x="8145737" y="4792249"/>
                  <a:pt x="8145277" y="4791790"/>
                  <a:pt x="8145277" y="4791790"/>
                </a:cubicBezTo>
                <a:lnTo>
                  <a:pt x="8140745" y="4783908"/>
                </a:lnTo>
                <a:cubicBezTo>
                  <a:pt x="8140613" y="4783646"/>
                  <a:pt x="8140745" y="4783055"/>
                  <a:pt x="8140745" y="4783055"/>
                </a:cubicBezTo>
                <a:lnTo>
                  <a:pt x="8145277" y="4775173"/>
                </a:lnTo>
                <a:cubicBezTo>
                  <a:pt x="8145474" y="4774910"/>
                  <a:pt x="8146065" y="4774713"/>
                  <a:pt x="8146065" y="4774713"/>
                </a:cubicBezTo>
                <a:close/>
                <a:moveTo>
                  <a:pt x="7891684" y="4774713"/>
                </a:moveTo>
                <a:lnTo>
                  <a:pt x="7900748" y="4774713"/>
                </a:lnTo>
                <a:cubicBezTo>
                  <a:pt x="7901076" y="4774713"/>
                  <a:pt x="7901536" y="4775173"/>
                  <a:pt x="7901536" y="4775173"/>
                </a:cubicBezTo>
                <a:lnTo>
                  <a:pt x="7906067" y="4783055"/>
                </a:lnTo>
                <a:cubicBezTo>
                  <a:pt x="7906199" y="4783317"/>
                  <a:pt x="7906067" y="4783908"/>
                  <a:pt x="7906067" y="4783908"/>
                </a:cubicBezTo>
                <a:lnTo>
                  <a:pt x="7901536" y="4791790"/>
                </a:lnTo>
                <a:cubicBezTo>
                  <a:pt x="7901339" y="4792052"/>
                  <a:pt x="7900748" y="4792249"/>
                  <a:pt x="7900748" y="4792249"/>
                </a:cubicBezTo>
                <a:lnTo>
                  <a:pt x="7891684" y="4792249"/>
                </a:lnTo>
                <a:cubicBezTo>
                  <a:pt x="7891355" y="4792249"/>
                  <a:pt x="7890896" y="4791790"/>
                  <a:pt x="7890896" y="4791790"/>
                </a:cubicBezTo>
                <a:lnTo>
                  <a:pt x="7886363" y="4783908"/>
                </a:lnTo>
                <a:cubicBezTo>
                  <a:pt x="7886233" y="4783646"/>
                  <a:pt x="7886363" y="4783055"/>
                  <a:pt x="7886363" y="4783055"/>
                </a:cubicBezTo>
                <a:lnTo>
                  <a:pt x="7890896" y="4775173"/>
                </a:lnTo>
                <a:cubicBezTo>
                  <a:pt x="7891093" y="4774910"/>
                  <a:pt x="7891684" y="4774713"/>
                  <a:pt x="7891684" y="4774713"/>
                </a:cubicBezTo>
                <a:close/>
                <a:moveTo>
                  <a:pt x="7637304" y="4774713"/>
                </a:moveTo>
                <a:lnTo>
                  <a:pt x="7646367" y="4774713"/>
                </a:lnTo>
                <a:cubicBezTo>
                  <a:pt x="7646696" y="4774713"/>
                  <a:pt x="7647156" y="4775173"/>
                  <a:pt x="7647156" y="4775173"/>
                </a:cubicBezTo>
                <a:lnTo>
                  <a:pt x="7651687" y="4783055"/>
                </a:lnTo>
                <a:cubicBezTo>
                  <a:pt x="7651819" y="4783317"/>
                  <a:pt x="7651687" y="4783908"/>
                  <a:pt x="7651687" y="4783908"/>
                </a:cubicBezTo>
                <a:lnTo>
                  <a:pt x="7647156" y="4791790"/>
                </a:lnTo>
                <a:cubicBezTo>
                  <a:pt x="7646958" y="4792052"/>
                  <a:pt x="7646367" y="4792249"/>
                  <a:pt x="7646367" y="4792249"/>
                </a:cubicBezTo>
                <a:lnTo>
                  <a:pt x="7637304" y="4792249"/>
                </a:lnTo>
                <a:cubicBezTo>
                  <a:pt x="7636975" y="4792249"/>
                  <a:pt x="7636516" y="4791790"/>
                  <a:pt x="7636516" y="4791790"/>
                </a:cubicBezTo>
                <a:lnTo>
                  <a:pt x="7631983" y="4783908"/>
                </a:lnTo>
                <a:cubicBezTo>
                  <a:pt x="7631851" y="4783646"/>
                  <a:pt x="7631983" y="4783055"/>
                  <a:pt x="7631983" y="4783055"/>
                </a:cubicBezTo>
                <a:lnTo>
                  <a:pt x="7636516" y="4775173"/>
                </a:lnTo>
                <a:cubicBezTo>
                  <a:pt x="7636713" y="4774910"/>
                  <a:pt x="7637304" y="4774713"/>
                  <a:pt x="7637304" y="4774713"/>
                </a:cubicBezTo>
                <a:close/>
                <a:moveTo>
                  <a:pt x="7382923" y="4774713"/>
                </a:moveTo>
                <a:lnTo>
                  <a:pt x="7391987" y="4774713"/>
                </a:lnTo>
                <a:cubicBezTo>
                  <a:pt x="7392315" y="4774713"/>
                  <a:pt x="7392775" y="4775173"/>
                  <a:pt x="7392775" y="4775173"/>
                </a:cubicBezTo>
                <a:lnTo>
                  <a:pt x="7397307" y="4783055"/>
                </a:lnTo>
                <a:cubicBezTo>
                  <a:pt x="7397438" y="4783317"/>
                  <a:pt x="7397307" y="4783908"/>
                  <a:pt x="7397307" y="4783908"/>
                </a:cubicBezTo>
                <a:lnTo>
                  <a:pt x="7392775" y="4791790"/>
                </a:lnTo>
                <a:cubicBezTo>
                  <a:pt x="7392578" y="4792052"/>
                  <a:pt x="7391987" y="4792249"/>
                  <a:pt x="7391987" y="4792249"/>
                </a:cubicBezTo>
                <a:lnTo>
                  <a:pt x="7382923" y="4792249"/>
                </a:lnTo>
                <a:cubicBezTo>
                  <a:pt x="7382595" y="4792249"/>
                  <a:pt x="7382135" y="4791790"/>
                  <a:pt x="7382135" y="4791790"/>
                </a:cubicBezTo>
                <a:lnTo>
                  <a:pt x="7377602" y="4783908"/>
                </a:lnTo>
                <a:cubicBezTo>
                  <a:pt x="7377471" y="4783646"/>
                  <a:pt x="7377602" y="4783055"/>
                  <a:pt x="7377602" y="4783055"/>
                </a:cubicBezTo>
                <a:lnTo>
                  <a:pt x="7382135" y="4775173"/>
                </a:lnTo>
                <a:cubicBezTo>
                  <a:pt x="7382331" y="4774910"/>
                  <a:pt x="7382923" y="4774713"/>
                  <a:pt x="7382923" y="4774713"/>
                </a:cubicBezTo>
                <a:close/>
                <a:moveTo>
                  <a:pt x="7128477" y="4774713"/>
                </a:moveTo>
                <a:lnTo>
                  <a:pt x="7137540" y="4774713"/>
                </a:lnTo>
                <a:cubicBezTo>
                  <a:pt x="7137869" y="4774713"/>
                  <a:pt x="7138328" y="4775173"/>
                  <a:pt x="7138328" y="4775173"/>
                </a:cubicBezTo>
                <a:lnTo>
                  <a:pt x="7142860" y="4783055"/>
                </a:lnTo>
                <a:cubicBezTo>
                  <a:pt x="7142992" y="4783317"/>
                  <a:pt x="7142860" y="4783908"/>
                  <a:pt x="7142860" y="4783908"/>
                </a:cubicBezTo>
                <a:lnTo>
                  <a:pt x="7138328" y="4791790"/>
                </a:lnTo>
                <a:cubicBezTo>
                  <a:pt x="7138131" y="4792052"/>
                  <a:pt x="7137540" y="4792249"/>
                  <a:pt x="7137540" y="4792249"/>
                </a:cubicBezTo>
                <a:lnTo>
                  <a:pt x="7128477" y="4792249"/>
                </a:lnTo>
                <a:cubicBezTo>
                  <a:pt x="7128148" y="4792249"/>
                  <a:pt x="7127689" y="4791790"/>
                  <a:pt x="7127689" y="4791790"/>
                </a:cubicBezTo>
                <a:lnTo>
                  <a:pt x="7123156" y="4783908"/>
                </a:lnTo>
                <a:cubicBezTo>
                  <a:pt x="7123024" y="4783646"/>
                  <a:pt x="7123156" y="4783055"/>
                  <a:pt x="7123156" y="4783055"/>
                </a:cubicBezTo>
                <a:lnTo>
                  <a:pt x="7127689" y="4775173"/>
                </a:lnTo>
                <a:cubicBezTo>
                  <a:pt x="7127885" y="4774910"/>
                  <a:pt x="7128477" y="4774713"/>
                  <a:pt x="7128477" y="4774713"/>
                </a:cubicBezTo>
                <a:close/>
                <a:moveTo>
                  <a:pt x="6874095" y="4774713"/>
                </a:moveTo>
                <a:lnTo>
                  <a:pt x="6883159" y="4774713"/>
                </a:lnTo>
                <a:cubicBezTo>
                  <a:pt x="6883488" y="4774713"/>
                  <a:pt x="6883947" y="4775173"/>
                  <a:pt x="6883947" y="4775173"/>
                </a:cubicBezTo>
                <a:lnTo>
                  <a:pt x="6888480" y="4783055"/>
                </a:lnTo>
                <a:cubicBezTo>
                  <a:pt x="6888611" y="4783317"/>
                  <a:pt x="6888480" y="4783908"/>
                  <a:pt x="6888480" y="4783908"/>
                </a:cubicBezTo>
                <a:lnTo>
                  <a:pt x="6883947" y="4791790"/>
                </a:lnTo>
                <a:cubicBezTo>
                  <a:pt x="6883751" y="4792052"/>
                  <a:pt x="6883159" y="4792249"/>
                  <a:pt x="6883159" y="4792249"/>
                </a:cubicBezTo>
                <a:lnTo>
                  <a:pt x="6874095" y="4792249"/>
                </a:lnTo>
                <a:cubicBezTo>
                  <a:pt x="6873768" y="4792249"/>
                  <a:pt x="6873307" y="4791790"/>
                  <a:pt x="6873307" y="4791790"/>
                </a:cubicBezTo>
                <a:lnTo>
                  <a:pt x="6868775" y="4783908"/>
                </a:lnTo>
                <a:cubicBezTo>
                  <a:pt x="6868644" y="4783646"/>
                  <a:pt x="6868775" y="4783055"/>
                  <a:pt x="6868775" y="4783055"/>
                </a:cubicBezTo>
                <a:lnTo>
                  <a:pt x="6873307" y="4775173"/>
                </a:lnTo>
                <a:cubicBezTo>
                  <a:pt x="6873504" y="4774910"/>
                  <a:pt x="6874095" y="4774713"/>
                  <a:pt x="6874095" y="4774713"/>
                </a:cubicBezTo>
                <a:close/>
                <a:moveTo>
                  <a:pt x="6619714" y="4774713"/>
                </a:moveTo>
                <a:lnTo>
                  <a:pt x="6628778" y="4774713"/>
                </a:lnTo>
                <a:cubicBezTo>
                  <a:pt x="6629107" y="4774713"/>
                  <a:pt x="6629566" y="4775173"/>
                  <a:pt x="6629566" y="4775173"/>
                </a:cubicBezTo>
                <a:lnTo>
                  <a:pt x="6634099" y="4783055"/>
                </a:lnTo>
                <a:cubicBezTo>
                  <a:pt x="6634230" y="4783317"/>
                  <a:pt x="6634099" y="4783908"/>
                  <a:pt x="6634099" y="4783908"/>
                </a:cubicBezTo>
                <a:lnTo>
                  <a:pt x="6629566" y="4791790"/>
                </a:lnTo>
                <a:cubicBezTo>
                  <a:pt x="6629369" y="4792052"/>
                  <a:pt x="6628778" y="4792249"/>
                  <a:pt x="6628778" y="4792249"/>
                </a:cubicBezTo>
                <a:lnTo>
                  <a:pt x="6619714" y="4792249"/>
                </a:lnTo>
                <a:cubicBezTo>
                  <a:pt x="6619387" y="4792249"/>
                  <a:pt x="6618926" y="4791790"/>
                  <a:pt x="6618926" y="4791790"/>
                </a:cubicBezTo>
                <a:lnTo>
                  <a:pt x="6614394" y="4783908"/>
                </a:lnTo>
                <a:cubicBezTo>
                  <a:pt x="6614263" y="4783646"/>
                  <a:pt x="6614394" y="4783055"/>
                  <a:pt x="6614394" y="4783055"/>
                </a:cubicBezTo>
                <a:lnTo>
                  <a:pt x="6618926" y="4775173"/>
                </a:lnTo>
                <a:cubicBezTo>
                  <a:pt x="6619123" y="4774910"/>
                  <a:pt x="6619714" y="4774713"/>
                  <a:pt x="6619714" y="4774713"/>
                </a:cubicBezTo>
                <a:close/>
                <a:moveTo>
                  <a:pt x="6365334" y="4774713"/>
                </a:moveTo>
                <a:lnTo>
                  <a:pt x="6374397" y="4774713"/>
                </a:lnTo>
                <a:cubicBezTo>
                  <a:pt x="6374727" y="4774713"/>
                  <a:pt x="6375186" y="4775173"/>
                  <a:pt x="6375186" y="4775173"/>
                </a:cubicBezTo>
                <a:lnTo>
                  <a:pt x="6379718" y="4783055"/>
                </a:lnTo>
                <a:cubicBezTo>
                  <a:pt x="6379849" y="4783317"/>
                  <a:pt x="6379718" y="4783908"/>
                  <a:pt x="6379718" y="4783908"/>
                </a:cubicBezTo>
                <a:lnTo>
                  <a:pt x="6375186" y="4791790"/>
                </a:lnTo>
                <a:cubicBezTo>
                  <a:pt x="6374988" y="4792052"/>
                  <a:pt x="6374397" y="4792249"/>
                  <a:pt x="6374397" y="4792249"/>
                </a:cubicBezTo>
                <a:lnTo>
                  <a:pt x="6365334" y="4792249"/>
                </a:lnTo>
                <a:cubicBezTo>
                  <a:pt x="6365005" y="4792249"/>
                  <a:pt x="6364546" y="4791790"/>
                  <a:pt x="6364546" y="4791790"/>
                </a:cubicBezTo>
                <a:lnTo>
                  <a:pt x="6360014" y="4783908"/>
                </a:lnTo>
                <a:cubicBezTo>
                  <a:pt x="6359882" y="4783646"/>
                  <a:pt x="6360014" y="4783055"/>
                  <a:pt x="6360014" y="4783055"/>
                </a:cubicBezTo>
                <a:lnTo>
                  <a:pt x="6364546" y="4775173"/>
                </a:lnTo>
                <a:cubicBezTo>
                  <a:pt x="6364743" y="4774910"/>
                  <a:pt x="6365334" y="4774713"/>
                  <a:pt x="6365334" y="4774713"/>
                </a:cubicBezTo>
                <a:close/>
                <a:moveTo>
                  <a:pt x="6110888" y="4774713"/>
                </a:moveTo>
                <a:lnTo>
                  <a:pt x="6119953" y="4774713"/>
                </a:lnTo>
                <a:cubicBezTo>
                  <a:pt x="6120280" y="4774713"/>
                  <a:pt x="6120740" y="4775173"/>
                  <a:pt x="6120740" y="4775173"/>
                </a:cubicBezTo>
                <a:lnTo>
                  <a:pt x="6125272" y="4783055"/>
                </a:lnTo>
                <a:cubicBezTo>
                  <a:pt x="6125403" y="4783317"/>
                  <a:pt x="6125272" y="4783908"/>
                  <a:pt x="6125272" y="4783908"/>
                </a:cubicBezTo>
                <a:lnTo>
                  <a:pt x="6120740" y="4791790"/>
                </a:lnTo>
                <a:cubicBezTo>
                  <a:pt x="6120543" y="4792052"/>
                  <a:pt x="6119953" y="4792249"/>
                  <a:pt x="6119953" y="4792249"/>
                </a:cubicBezTo>
                <a:lnTo>
                  <a:pt x="6110888" y="4792249"/>
                </a:lnTo>
                <a:cubicBezTo>
                  <a:pt x="6110560" y="4792249"/>
                  <a:pt x="6110101" y="4791790"/>
                  <a:pt x="6110101" y="4791790"/>
                </a:cubicBezTo>
                <a:lnTo>
                  <a:pt x="6105567" y="4783908"/>
                </a:lnTo>
                <a:cubicBezTo>
                  <a:pt x="6105436" y="4783646"/>
                  <a:pt x="6105567" y="4783055"/>
                  <a:pt x="6105567" y="4783055"/>
                </a:cubicBezTo>
                <a:lnTo>
                  <a:pt x="6110101" y="4775173"/>
                </a:lnTo>
                <a:cubicBezTo>
                  <a:pt x="6110296" y="4774910"/>
                  <a:pt x="6110888" y="4774713"/>
                  <a:pt x="6110888" y="4774713"/>
                </a:cubicBezTo>
                <a:close/>
                <a:moveTo>
                  <a:pt x="5856508" y="4774713"/>
                </a:moveTo>
                <a:lnTo>
                  <a:pt x="5865571" y="4774713"/>
                </a:lnTo>
                <a:cubicBezTo>
                  <a:pt x="5865900" y="4774713"/>
                  <a:pt x="5866359" y="4775173"/>
                  <a:pt x="5866359" y="4775173"/>
                </a:cubicBezTo>
                <a:lnTo>
                  <a:pt x="5870891" y="4783055"/>
                </a:lnTo>
                <a:cubicBezTo>
                  <a:pt x="5871023" y="4783317"/>
                  <a:pt x="5870891" y="4783908"/>
                  <a:pt x="5870891" y="4783908"/>
                </a:cubicBezTo>
                <a:lnTo>
                  <a:pt x="5866359" y="4791790"/>
                </a:lnTo>
                <a:cubicBezTo>
                  <a:pt x="5866163" y="4792052"/>
                  <a:pt x="5865571" y="4792249"/>
                  <a:pt x="5865571" y="4792249"/>
                </a:cubicBezTo>
                <a:lnTo>
                  <a:pt x="5856508" y="4792249"/>
                </a:lnTo>
                <a:cubicBezTo>
                  <a:pt x="5856178" y="4792249"/>
                  <a:pt x="5855720" y="4791790"/>
                  <a:pt x="5855720" y="4791790"/>
                </a:cubicBezTo>
                <a:lnTo>
                  <a:pt x="5851187" y="4783908"/>
                </a:lnTo>
                <a:cubicBezTo>
                  <a:pt x="5851055" y="4783646"/>
                  <a:pt x="5851187" y="4783055"/>
                  <a:pt x="5851187" y="4783055"/>
                </a:cubicBezTo>
                <a:lnTo>
                  <a:pt x="5855720" y="4775173"/>
                </a:lnTo>
                <a:cubicBezTo>
                  <a:pt x="5855916" y="4774910"/>
                  <a:pt x="5856508" y="4774713"/>
                  <a:pt x="5856508" y="4774713"/>
                </a:cubicBezTo>
                <a:close/>
                <a:moveTo>
                  <a:pt x="5602126" y="4774713"/>
                </a:moveTo>
                <a:lnTo>
                  <a:pt x="5611191" y="4774713"/>
                </a:lnTo>
                <a:cubicBezTo>
                  <a:pt x="5611519" y="4774713"/>
                  <a:pt x="5611979" y="4775173"/>
                  <a:pt x="5611979" y="4775173"/>
                </a:cubicBezTo>
                <a:lnTo>
                  <a:pt x="5616511" y="4783055"/>
                </a:lnTo>
                <a:cubicBezTo>
                  <a:pt x="5616642" y="4783317"/>
                  <a:pt x="5616511" y="4783908"/>
                  <a:pt x="5616511" y="4783908"/>
                </a:cubicBezTo>
                <a:lnTo>
                  <a:pt x="5611979" y="4791790"/>
                </a:lnTo>
                <a:cubicBezTo>
                  <a:pt x="5611782" y="4792052"/>
                  <a:pt x="5611191" y="4792249"/>
                  <a:pt x="5611191" y="4792249"/>
                </a:cubicBezTo>
                <a:lnTo>
                  <a:pt x="5602126" y="4792249"/>
                </a:lnTo>
                <a:cubicBezTo>
                  <a:pt x="5601798" y="4792249"/>
                  <a:pt x="5601338" y="4791790"/>
                  <a:pt x="5601338" y="4791790"/>
                </a:cubicBezTo>
                <a:lnTo>
                  <a:pt x="5596807" y="4783908"/>
                </a:lnTo>
                <a:cubicBezTo>
                  <a:pt x="5596675" y="4783646"/>
                  <a:pt x="5596807" y="4783055"/>
                  <a:pt x="5596807" y="4783055"/>
                </a:cubicBezTo>
                <a:lnTo>
                  <a:pt x="5601338" y="4775173"/>
                </a:lnTo>
                <a:cubicBezTo>
                  <a:pt x="5601536" y="4774910"/>
                  <a:pt x="5602126" y="4774713"/>
                  <a:pt x="5602126" y="4774713"/>
                </a:cubicBezTo>
                <a:close/>
                <a:moveTo>
                  <a:pt x="5347746" y="4774713"/>
                </a:moveTo>
                <a:lnTo>
                  <a:pt x="5356810" y="4774713"/>
                </a:lnTo>
                <a:cubicBezTo>
                  <a:pt x="5357138" y="4774713"/>
                  <a:pt x="5357598" y="4775173"/>
                  <a:pt x="5357598" y="4775173"/>
                </a:cubicBezTo>
                <a:lnTo>
                  <a:pt x="5362130" y="4783055"/>
                </a:lnTo>
                <a:cubicBezTo>
                  <a:pt x="5362261" y="4783317"/>
                  <a:pt x="5362130" y="4783908"/>
                  <a:pt x="5362130" y="4783908"/>
                </a:cubicBezTo>
                <a:lnTo>
                  <a:pt x="5357598" y="4791790"/>
                </a:lnTo>
                <a:cubicBezTo>
                  <a:pt x="5357401" y="4792052"/>
                  <a:pt x="5356810" y="4792249"/>
                  <a:pt x="5356810" y="4792249"/>
                </a:cubicBezTo>
                <a:lnTo>
                  <a:pt x="5347746" y="4792249"/>
                </a:lnTo>
                <a:cubicBezTo>
                  <a:pt x="5347418" y="4792249"/>
                  <a:pt x="5346958" y="4791790"/>
                  <a:pt x="5346958" y="4791790"/>
                </a:cubicBezTo>
                <a:lnTo>
                  <a:pt x="5342425" y="4783908"/>
                </a:lnTo>
                <a:cubicBezTo>
                  <a:pt x="5342295" y="4783646"/>
                  <a:pt x="5342425" y="4783055"/>
                  <a:pt x="5342425" y="4783055"/>
                </a:cubicBezTo>
                <a:lnTo>
                  <a:pt x="5346958" y="4775173"/>
                </a:lnTo>
                <a:cubicBezTo>
                  <a:pt x="5347154" y="4774910"/>
                  <a:pt x="5347746" y="4774713"/>
                  <a:pt x="5347746" y="4774713"/>
                </a:cubicBezTo>
                <a:close/>
                <a:moveTo>
                  <a:pt x="5093300" y="4774713"/>
                </a:moveTo>
                <a:lnTo>
                  <a:pt x="5102364" y="4774713"/>
                </a:lnTo>
                <a:cubicBezTo>
                  <a:pt x="5102693" y="4774713"/>
                  <a:pt x="5103153" y="4775173"/>
                  <a:pt x="5103153" y="4775173"/>
                </a:cubicBezTo>
                <a:lnTo>
                  <a:pt x="5107684" y="4783055"/>
                </a:lnTo>
                <a:cubicBezTo>
                  <a:pt x="5107815" y="4783317"/>
                  <a:pt x="5107684" y="4783908"/>
                  <a:pt x="5107684" y="4783908"/>
                </a:cubicBezTo>
                <a:lnTo>
                  <a:pt x="5103153" y="4791790"/>
                </a:lnTo>
                <a:cubicBezTo>
                  <a:pt x="5102955" y="4792052"/>
                  <a:pt x="5102364" y="4792249"/>
                  <a:pt x="5102364" y="4792249"/>
                </a:cubicBezTo>
                <a:lnTo>
                  <a:pt x="5093300" y="4792249"/>
                </a:lnTo>
                <a:cubicBezTo>
                  <a:pt x="5092972" y="4792249"/>
                  <a:pt x="5092512" y="4791790"/>
                  <a:pt x="5092512" y="4791790"/>
                </a:cubicBezTo>
                <a:lnTo>
                  <a:pt x="5087979" y="4783908"/>
                </a:lnTo>
                <a:cubicBezTo>
                  <a:pt x="5087848" y="4783646"/>
                  <a:pt x="5087979" y="4783055"/>
                  <a:pt x="5087979" y="4783055"/>
                </a:cubicBezTo>
                <a:lnTo>
                  <a:pt x="5092512" y="4775173"/>
                </a:lnTo>
                <a:cubicBezTo>
                  <a:pt x="5092708" y="4774910"/>
                  <a:pt x="5093300" y="4774713"/>
                  <a:pt x="5093300" y="4774713"/>
                </a:cubicBezTo>
                <a:close/>
                <a:moveTo>
                  <a:pt x="4838919" y="4774713"/>
                </a:moveTo>
                <a:lnTo>
                  <a:pt x="4847982" y="4774713"/>
                </a:lnTo>
                <a:cubicBezTo>
                  <a:pt x="4848311" y="4774713"/>
                  <a:pt x="4848772" y="4775173"/>
                  <a:pt x="4848772" y="4775173"/>
                </a:cubicBezTo>
                <a:lnTo>
                  <a:pt x="4853303" y="4783055"/>
                </a:lnTo>
                <a:cubicBezTo>
                  <a:pt x="4853435" y="4783317"/>
                  <a:pt x="4853303" y="4783908"/>
                  <a:pt x="4853303" y="4783908"/>
                </a:cubicBezTo>
                <a:lnTo>
                  <a:pt x="4848772" y="4791790"/>
                </a:lnTo>
                <a:cubicBezTo>
                  <a:pt x="4848575" y="4792052"/>
                  <a:pt x="4847982" y="4792249"/>
                  <a:pt x="4847982" y="4792249"/>
                </a:cubicBezTo>
                <a:lnTo>
                  <a:pt x="4838919" y="4792249"/>
                </a:lnTo>
                <a:cubicBezTo>
                  <a:pt x="4838590" y="4792249"/>
                  <a:pt x="4838132" y="4791790"/>
                  <a:pt x="4838132" y="4791790"/>
                </a:cubicBezTo>
                <a:lnTo>
                  <a:pt x="4833598" y="4783908"/>
                </a:lnTo>
                <a:cubicBezTo>
                  <a:pt x="4833467" y="4783646"/>
                  <a:pt x="4833598" y="4783055"/>
                  <a:pt x="4833598" y="4783055"/>
                </a:cubicBezTo>
                <a:lnTo>
                  <a:pt x="4838132" y="4775173"/>
                </a:lnTo>
                <a:cubicBezTo>
                  <a:pt x="4838328" y="4774910"/>
                  <a:pt x="4838919" y="4774713"/>
                  <a:pt x="4838919" y="4774713"/>
                </a:cubicBezTo>
                <a:close/>
                <a:moveTo>
                  <a:pt x="4584538" y="4774713"/>
                </a:moveTo>
                <a:lnTo>
                  <a:pt x="4593603" y="4774713"/>
                </a:lnTo>
                <a:cubicBezTo>
                  <a:pt x="4593932" y="4774713"/>
                  <a:pt x="4594390" y="4775173"/>
                  <a:pt x="4594390" y="4775173"/>
                </a:cubicBezTo>
                <a:lnTo>
                  <a:pt x="4598922" y="4783055"/>
                </a:lnTo>
                <a:cubicBezTo>
                  <a:pt x="4599054" y="4783317"/>
                  <a:pt x="4598922" y="4783908"/>
                  <a:pt x="4598922" y="4783908"/>
                </a:cubicBezTo>
                <a:lnTo>
                  <a:pt x="4594390" y="4791790"/>
                </a:lnTo>
                <a:cubicBezTo>
                  <a:pt x="4594193" y="4792052"/>
                  <a:pt x="4593603" y="4792249"/>
                  <a:pt x="4593603" y="4792249"/>
                </a:cubicBezTo>
                <a:lnTo>
                  <a:pt x="4584538" y="4792249"/>
                </a:lnTo>
                <a:cubicBezTo>
                  <a:pt x="4584210" y="4792249"/>
                  <a:pt x="4583749" y="4791790"/>
                  <a:pt x="4583749" y="4791790"/>
                </a:cubicBezTo>
                <a:lnTo>
                  <a:pt x="4579218" y="4783908"/>
                </a:lnTo>
                <a:cubicBezTo>
                  <a:pt x="4579087" y="4783646"/>
                  <a:pt x="4579218" y="4783055"/>
                  <a:pt x="4579218" y="4783055"/>
                </a:cubicBezTo>
                <a:lnTo>
                  <a:pt x="4583749" y="4775173"/>
                </a:lnTo>
                <a:cubicBezTo>
                  <a:pt x="4583948" y="4774910"/>
                  <a:pt x="4584538" y="4774713"/>
                  <a:pt x="4584538" y="4774713"/>
                </a:cubicBezTo>
                <a:close/>
                <a:moveTo>
                  <a:pt x="4330157" y="4774713"/>
                </a:moveTo>
                <a:lnTo>
                  <a:pt x="4339222" y="4774713"/>
                </a:lnTo>
                <a:cubicBezTo>
                  <a:pt x="4339550" y="4774713"/>
                  <a:pt x="4340010" y="4775173"/>
                  <a:pt x="4340010" y="4775173"/>
                </a:cubicBezTo>
                <a:lnTo>
                  <a:pt x="4344540" y="4783055"/>
                </a:lnTo>
                <a:cubicBezTo>
                  <a:pt x="4344672" y="4783317"/>
                  <a:pt x="4344540" y="4783908"/>
                  <a:pt x="4344540" y="4783908"/>
                </a:cubicBezTo>
                <a:lnTo>
                  <a:pt x="4340010" y="4791790"/>
                </a:lnTo>
                <a:cubicBezTo>
                  <a:pt x="4339812" y="4792052"/>
                  <a:pt x="4339222" y="4792249"/>
                  <a:pt x="4339222" y="4792249"/>
                </a:cubicBezTo>
                <a:lnTo>
                  <a:pt x="4330157" y="4792249"/>
                </a:lnTo>
                <a:cubicBezTo>
                  <a:pt x="4329829" y="4792249"/>
                  <a:pt x="4329369" y="4791790"/>
                  <a:pt x="4329369" y="4791790"/>
                </a:cubicBezTo>
                <a:lnTo>
                  <a:pt x="4324836" y="4783908"/>
                </a:lnTo>
                <a:cubicBezTo>
                  <a:pt x="4324706" y="4783646"/>
                  <a:pt x="4324836" y="4783055"/>
                  <a:pt x="4324836" y="4783055"/>
                </a:cubicBezTo>
                <a:lnTo>
                  <a:pt x="4329369" y="4775173"/>
                </a:lnTo>
                <a:cubicBezTo>
                  <a:pt x="4329565" y="4774910"/>
                  <a:pt x="4330157" y="4774713"/>
                  <a:pt x="4330157" y="4774713"/>
                </a:cubicBezTo>
                <a:close/>
                <a:moveTo>
                  <a:pt x="4075851" y="4774713"/>
                </a:moveTo>
                <a:lnTo>
                  <a:pt x="4084913" y="4774713"/>
                </a:lnTo>
                <a:cubicBezTo>
                  <a:pt x="4085241" y="4774713"/>
                  <a:pt x="4085703" y="4775173"/>
                  <a:pt x="4085703" y="4775173"/>
                </a:cubicBezTo>
                <a:lnTo>
                  <a:pt x="4090235" y="4783055"/>
                </a:lnTo>
                <a:cubicBezTo>
                  <a:pt x="4090366" y="4783317"/>
                  <a:pt x="4090235" y="4783908"/>
                  <a:pt x="4090235" y="4783908"/>
                </a:cubicBezTo>
                <a:lnTo>
                  <a:pt x="4085703" y="4791790"/>
                </a:lnTo>
                <a:cubicBezTo>
                  <a:pt x="4085504" y="4792052"/>
                  <a:pt x="4084913" y="4792249"/>
                  <a:pt x="4084913" y="4792249"/>
                </a:cubicBezTo>
                <a:lnTo>
                  <a:pt x="4075851" y="4792249"/>
                </a:lnTo>
                <a:cubicBezTo>
                  <a:pt x="4075521" y="4792249"/>
                  <a:pt x="4075061" y="4791790"/>
                  <a:pt x="4075061" y="4791790"/>
                </a:cubicBezTo>
                <a:lnTo>
                  <a:pt x="4070528" y="4783908"/>
                </a:lnTo>
                <a:cubicBezTo>
                  <a:pt x="4070399" y="4783646"/>
                  <a:pt x="4070528" y="4783055"/>
                  <a:pt x="4070528" y="4783055"/>
                </a:cubicBezTo>
                <a:lnTo>
                  <a:pt x="4075061" y="4775173"/>
                </a:lnTo>
                <a:cubicBezTo>
                  <a:pt x="4075258" y="4774910"/>
                  <a:pt x="4075851" y="4774713"/>
                  <a:pt x="4075851" y="4774713"/>
                </a:cubicBezTo>
                <a:close/>
                <a:moveTo>
                  <a:pt x="3821532" y="4774713"/>
                </a:moveTo>
                <a:lnTo>
                  <a:pt x="3830597" y="4774713"/>
                </a:lnTo>
                <a:cubicBezTo>
                  <a:pt x="3830925" y="4774713"/>
                  <a:pt x="3831386" y="4775173"/>
                  <a:pt x="3831386" y="4775173"/>
                </a:cubicBezTo>
                <a:lnTo>
                  <a:pt x="3835918" y="4783055"/>
                </a:lnTo>
                <a:cubicBezTo>
                  <a:pt x="3836049" y="4783317"/>
                  <a:pt x="3835918" y="4783908"/>
                  <a:pt x="3835918" y="4783908"/>
                </a:cubicBezTo>
                <a:lnTo>
                  <a:pt x="3831386" y="4791790"/>
                </a:lnTo>
                <a:cubicBezTo>
                  <a:pt x="3831189" y="4792052"/>
                  <a:pt x="3830597" y="4792249"/>
                  <a:pt x="3830597" y="4792249"/>
                </a:cubicBezTo>
                <a:lnTo>
                  <a:pt x="3821532" y="4792249"/>
                </a:lnTo>
                <a:cubicBezTo>
                  <a:pt x="3821205" y="4792249"/>
                  <a:pt x="3820745" y="4791790"/>
                  <a:pt x="3820745" y="4791790"/>
                </a:cubicBezTo>
                <a:lnTo>
                  <a:pt x="3816213" y="4783908"/>
                </a:lnTo>
                <a:cubicBezTo>
                  <a:pt x="3816080" y="4783646"/>
                  <a:pt x="3816213" y="4783055"/>
                  <a:pt x="3816213" y="4783055"/>
                </a:cubicBezTo>
                <a:lnTo>
                  <a:pt x="3820745" y="4775173"/>
                </a:lnTo>
                <a:cubicBezTo>
                  <a:pt x="3820942" y="4774910"/>
                  <a:pt x="3821532" y="4774713"/>
                  <a:pt x="3821532" y="4774713"/>
                </a:cubicBezTo>
                <a:close/>
                <a:moveTo>
                  <a:pt x="3567131" y="4774713"/>
                </a:moveTo>
                <a:lnTo>
                  <a:pt x="3576197" y="4774713"/>
                </a:lnTo>
                <a:cubicBezTo>
                  <a:pt x="3576525" y="4774713"/>
                  <a:pt x="3576985" y="4775173"/>
                  <a:pt x="3576985" y="4775173"/>
                </a:cubicBezTo>
                <a:lnTo>
                  <a:pt x="3581517" y="4783055"/>
                </a:lnTo>
                <a:cubicBezTo>
                  <a:pt x="3581648" y="4783317"/>
                  <a:pt x="3581517" y="4783908"/>
                  <a:pt x="3581517" y="4783908"/>
                </a:cubicBezTo>
                <a:lnTo>
                  <a:pt x="3576985" y="4791790"/>
                </a:lnTo>
                <a:cubicBezTo>
                  <a:pt x="3576788" y="4792052"/>
                  <a:pt x="3576197" y="4792249"/>
                  <a:pt x="3576197" y="4792249"/>
                </a:cubicBezTo>
                <a:lnTo>
                  <a:pt x="3567131" y="4792249"/>
                </a:lnTo>
                <a:cubicBezTo>
                  <a:pt x="3566804" y="4792249"/>
                  <a:pt x="3566344" y="4791790"/>
                  <a:pt x="3566344" y="4791790"/>
                </a:cubicBezTo>
                <a:lnTo>
                  <a:pt x="3561811" y="4783908"/>
                </a:lnTo>
                <a:cubicBezTo>
                  <a:pt x="3561680" y="4783646"/>
                  <a:pt x="3561811" y="4783055"/>
                  <a:pt x="3561811" y="4783055"/>
                </a:cubicBezTo>
                <a:lnTo>
                  <a:pt x="3566344" y="4775173"/>
                </a:lnTo>
                <a:cubicBezTo>
                  <a:pt x="3566541" y="4774910"/>
                  <a:pt x="3567131" y="4774713"/>
                  <a:pt x="3567131" y="4774713"/>
                </a:cubicBezTo>
                <a:close/>
                <a:moveTo>
                  <a:pt x="3312732" y="4774713"/>
                </a:moveTo>
                <a:lnTo>
                  <a:pt x="3321795" y="4774713"/>
                </a:lnTo>
                <a:cubicBezTo>
                  <a:pt x="3322124" y="4774713"/>
                  <a:pt x="3322584" y="4775173"/>
                  <a:pt x="3322584" y="4775173"/>
                </a:cubicBezTo>
                <a:lnTo>
                  <a:pt x="3327116" y="4783055"/>
                </a:lnTo>
                <a:cubicBezTo>
                  <a:pt x="3327248" y="4783317"/>
                  <a:pt x="3327116" y="4783908"/>
                  <a:pt x="3327116" y="4783908"/>
                </a:cubicBezTo>
                <a:lnTo>
                  <a:pt x="3322584" y="4791790"/>
                </a:lnTo>
                <a:cubicBezTo>
                  <a:pt x="3322388" y="4792052"/>
                  <a:pt x="3321795" y="4792249"/>
                  <a:pt x="3321795" y="4792249"/>
                </a:cubicBezTo>
                <a:lnTo>
                  <a:pt x="3312732" y="4792249"/>
                </a:lnTo>
                <a:cubicBezTo>
                  <a:pt x="3312403" y="4792249"/>
                  <a:pt x="3311944" y="4791790"/>
                  <a:pt x="3311944" y="4791790"/>
                </a:cubicBezTo>
                <a:lnTo>
                  <a:pt x="3307411" y="4783908"/>
                </a:lnTo>
                <a:cubicBezTo>
                  <a:pt x="3307279" y="4783646"/>
                  <a:pt x="3307411" y="4783055"/>
                  <a:pt x="3307411" y="4783055"/>
                </a:cubicBezTo>
                <a:lnTo>
                  <a:pt x="3311944" y="4775173"/>
                </a:lnTo>
                <a:cubicBezTo>
                  <a:pt x="3312139" y="4774910"/>
                  <a:pt x="3312732" y="4774713"/>
                  <a:pt x="3312732" y="4774713"/>
                </a:cubicBezTo>
                <a:close/>
                <a:moveTo>
                  <a:pt x="3058203" y="4774713"/>
                </a:moveTo>
                <a:lnTo>
                  <a:pt x="3067268" y="4774713"/>
                </a:lnTo>
                <a:cubicBezTo>
                  <a:pt x="3067596" y="4774713"/>
                  <a:pt x="3068056" y="4775173"/>
                  <a:pt x="3068056" y="4775173"/>
                </a:cubicBezTo>
                <a:lnTo>
                  <a:pt x="3072588" y="4783055"/>
                </a:lnTo>
                <a:cubicBezTo>
                  <a:pt x="3072719" y="4783317"/>
                  <a:pt x="3072588" y="4783908"/>
                  <a:pt x="3072588" y="4783908"/>
                </a:cubicBezTo>
                <a:lnTo>
                  <a:pt x="3068056" y="4791790"/>
                </a:lnTo>
                <a:cubicBezTo>
                  <a:pt x="3067859" y="4792052"/>
                  <a:pt x="3067268" y="4792249"/>
                  <a:pt x="3067268" y="4792249"/>
                </a:cubicBezTo>
                <a:lnTo>
                  <a:pt x="3058203" y="4792249"/>
                </a:lnTo>
                <a:cubicBezTo>
                  <a:pt x="3057875" y="4792249"/>
                  <a:pt x="3057415" y="4791790"/>
                  <a:pt x="3057415" y="4791790"/>
                </a:cubicBezTo>
                <a:lnTo>
                  <a:pt x="3052883" y="4783908"/>
                </a:lnTo>
                <a:cubicBezTo>
                  <a:pt x="3052752" y="4783646"/>
                  <a:pt x="3052883" y="4783055"/>
                  <a:pt x="3052883" y="4783055"/>
                </a:cubicBezTo>
                <a:lnTo>
                  <a:pt x="3057415" y="4775173"/>
                </a:lnTo>
                <a:cubicBezTo>
                  <a:pt x="3057612" y="4774910"/>
                  <a:pt x="3058203" y="4774713"/>
                  <a:pt x="3058203" y="4774713"/>
                </a:cubicBezTo>
                <a:close/>
                <a:moveTo>
                  <a:pt x="2803967" y="4774713"/>
                </a:moveTo>
                <a:lnTo>
                  <a:pt x="2813032" y="4774713"/>
                </a:lnTo>
                <a:cubicBezTo>
                  <a:pt x="2813360" y="4774713"/>
                  <a:pt x="2813820" y="4775173"/>
                  <a:pt x="2813820" y="4775173"/>
                </a:cubicBezTo>
                <a:lnTo>
                  <a:pt x="2818352" y="4783055"/>
                </a:lnTo>
                <a:cubicBezTo>
                  <a:pt x="2818483" y="4783317"/>
                  <a:pt x="2818352" y="4783908"/>
                  <a:pt x="2818352" y="4783908"/>
                </a:cubicBezTo>
                <a:lnTo>
                  <a:pt x="2813820" y="4791790"/>
                </a:lnTo>
                <a:cubicBezTo>
                  <a:pt x="2813623" y="4792052"/>
                  <a:pt x="2813032" y="4792249"/>
                  <a:pt x="2813032" y="4792249"/>
                </a:cubicBezTo>
                <a:lnTo>
                  <a:pt x="2803967" y="4792249"/>
                </a:lnTo>
                <a:cubicBezTo>
                  <a:pt x="2803639" y="4792249"/>
                  <a:pt x="2803178" y="4791790"/>
                  <a:pt x="2803178" y="4791790"/>
                </a:cubicBezTo>
                <a:lnTo>
                  <a:pt x="2798646" y="4783908"/>
                </a:lnTo>
                <a:cubicBezTo>
                  <a:pt x="2798515" y="4783646"/>
                  <a:pt x="2798646" y="4783055"/>
                  <a:pt x="2798646" y="4783055"/>
                </a:cubicBezTo>
                <a:lnTo>
                  <a:pt x="2803178" y="4775173"/>
                </a:lnTo>
                <a:cubicBezTo>
                  <a:pt x="2803376" y="4774910"/>
                  <a:pt x="2803967" y="4774713"/>
                  <a:pt x="2803967" y="4774713"/>
                </a:cubicBezTo>
                <a:close/>
                <a:moveTo>
                  <a:pt x="2549548" y="4774713"/>
                </a:moveTo>
                <a:lnTo>
                  <a:pt x="2558613" y="4774713"/>
                </a:lnTo>
                <a:cubicBezTo>
                  <a:pt x="2558941" y="4774713"/>
                  <a:pt x="2559402" y="4775173"/>
                  <a:pt x="2559402" y="4775173"/>
                </a:cubicBezTo>
                <a:lnTo>
                  <a:pt x="2563935" y="4783055"/>
                </a:lnTo>
                <a:cubicBezTo>
                  <a:pt x="2564065" y="4783317"/>
                  <a:pt x="2563935" y="4783908"/>
                  <a:pt x="2563935" y="4783908"/>
                </a:cubicBezTo>
                <a:lnTo>
                  <a:pt x="2559402" y="4791790"/>
                </a:lnTo>
                <a:cubicBezTo>
                  <a:pt x="2559205" y="4792052"/>
                  <a:pt x="2558613" y="4792249"/>
                  <a:pt x="2558613" y="4792249"/>
                </a:cubicBezTo>
                <a:lnTo>
                  <a:pt x="2549548" y="4792249"/>
                </a:lnTo>
                <a:cubicBezTo>
                  <a:pt x="2549221" y="4792249"/>
                  <a:pt x="2548760" y="4791790"/>
                  <a:pt x="2548760" y="4791790"/>
                </a:cubicBezTo>
                <a:lnTo>
                  <a:pt x="2544228" y="4783908"/>
                </a:lnTo>
                <a:cubicBezTo>
                  <a:pt x="2544097" y="4783646"/>
                  <a:pt x="2544228" y="4783055"/>
                  <a:pt x="2544228" y="4783055"/>
                </a:cubicBezTo>
                <a:lnTo>
                  <a:pt x="2548760" y="4775173"/>
                </a:lnTo>
                <a:cubicBezTo>
                  <a:pt x="2548957" y="4774910"/>
                  <a:pt x="2549548" y="4774713"/>
                  <a:pt x="2549548" y="4774713"/>
                </a:cubicBezTo>
                <a:close/>
                <a:moveTo>
                  <a:pt x="2295018" y="4774713"/>
                </a:moveTo>
                <a:lnTo>
                  <a:pt x="2304082" y="4774713"/>
                </a:lnTo>
                <a:cubicBezTo>
                  <a:pt x="2304411" y="4774713"/>
                  <a:pt x="2304872" y="4775173"/>
                  <a:pt x="2304872" y="4775173"/>
                </a:cubicBezTo>
                <a:lnTo>
                  <a:pt x="2309403" y="4783055"/>
                </a:lnTo>
                <a:cubicBezTo>
                  <a:pt x="2309535" y="4783317"/>
                  <a:pt x="2309403" y="4783908"/>
                  <a:pt x="2309403" y="4783908"/>
                </a:cubicBezTo>
                <a:lnTo>
                  <a:pt x="2304872" y="4791790"/>
                </a:lnTo>
                <a:cubicBezTo>
                  <a:pt x="2304674" y="4792052"/>
                  <a:pt x="2304082" y="4792249"/>
                  <a:pt x="2304082" y="4792249"/>
                </a:cubicBezTo>
                <a:lnTo>
                  <a:pt x="2295018" y="4792249"/>
                </a:lnTo>
                <a:cubicBezTo>
                  <a:pt x="2294690" y="4792249"/>
                  <a:pt x="2294231" y="4791790"/>
                  <a:pt x="2294231" y="4791790"/>
                </a:cubicBezTo>
                <a:lnTo>
                  <a:pt x="2289698" y="4783908"/>
                </a:lnTo>
                <a:cubicBezTo>
                  <a:pt x="2289566" y="4783646"/>
                  <a:pt x="2289698" y="4783055"/>
                  <a:pt x="2289698" y="4783055"/>
                </a:cubicBezTo>
                <a:lnTo>
                  <a:pt x="2294231" y="4775173"/>
                </a:lnTo>
                <a:cubicBezTo>
                  <a:pt x="2294428" y="4774910"/>
                  <a:pt x="2295018" y="4774713"/>
                  <a:pt x="2295018" y="4774713"/>
                </a:cubicBezTo>
                <a:close/>
                <a:moveTo>
                  <a:pt x="2040623" y="4774713"/>
                </a:moveTo>
                <a:lnTo>
                  <a:pt x="2049686" y="4774713"/>
                </a:lnTo>
                <a:cubicBezTo>
                  <a:pt x="2050015" y="4774713"/>
                  <a:pt x="2050474" y="4775173"/>
                  <a:pt x="2050474" y="4775173"/>
                </a:cubicBezTo>
                <a:lnTo>
                  <a:pt x="2055006" y="4783055"/>
                </a:lnTo>
                <a:cubicBezTo>
                  <a:pt x="2055138" y="4783317"/>
                  <a:pt x="2055006" y="4783908"/>
                  <a:pt x="2055006" y="4783908"/>
                </a:cubicBezTo>
                <a:lnTo>
                  <a:pt x="2050474" y="4791790"/>
                </a:lnTo>
                <a:cubicBezTo>
                  <a:pt x="2050277" y="4792052"/>
                  <a:pt x="2049686" y="4792249"/>
                  <a:pt x="2049686" y="4792249"/>
                </a:cubicBezTo>
                <a:lnTo>
                  <a:pt x="2040623" y="4792249"/>
                </a:lnTo>
                <a:cubicBezTo>
                  <a:pt x="2040293" y="4792249"/>
                  <a:pt x="2039833" y="4791790"/>
                  <a:pt x="2039833" y="4791790"/>
                </a:cubicBezTo>
                <a:lnTo>
                  <a:pt x="2035302" y="4783908"/>
                </a:lnTo>
                <a:cubicBezTo>
                  <a:pt x="2035170" y="4783646"/>
                  <a:pt x="2035302" y="4783055"/>
                  <a:pt x="2035302" y="4783055"/>
                </a:cubicBezTo>
                <a:lnTo>
                  <a:pt x="2039833" y="4775173"/>
                </a:lnTo>
                <a:cubicBezTo>
                  <a:pt x="2040030" y="4774910"/>
                  <a:pt x="2040623" y="4774713"/>
                  <a:pt x="2040623" y="4774713"/>
                </a:cubicBezTo>
                <a:close/>
                <a:moveTo>
                  <a:pt x="1786207" y="4774713"/>
                </a:moveTo>
                <a:lnTo>
                  <a:pt x="1795272" y="4774713"/>
                </a:lnTo>
                <a:cubicBezTo>
                  <a:pt x="1795600" y="4774713"/>
                  <a:pt x="1796060" y="4775173"/>
                  <a:pt x="1796060" y="4775173"/>
                </a:cubicBezTo>
                <a:lnTo>
                  <a:pt x="1800592" y="4783055"/>
                </a:lnTo>
                <a:cubicBezTo>
                  <a:pt x="1800724" y="4783317"/>
                  <a:pt x="1800592" y="4783908"/>
                  <a:pt x="1800592" y="4783908"/>
                </a:cubicBezTo>
                <a:lnTo>
                  <a:pt x="1796060" y="4791790"/>
                </a:lnTo>
                <a:cubicBezTo>
                  <a:pt x="1795864" y="4792052"/>
                  <a:pt x="1795272" y="4792249"/>
                  <a:pt x="1795272" y="4792249"/>
                </a:cubicBezTo>
                <a:lnTo>
                  <a:pt x="1786207" y="4792249"/>
                </a:lnTo>
                <a:cubicBezTo>
                  <a:pt x="1785880" y="4792249"/>
                  <a:pt x="1785419" y="4791790"/>
                  <a:pt x="1785419" y="4791790"/>
                </a:cubicBezTo>
                <a:lnTo>
                  <a:pt x="1780887" y="4783908"/>
                </a:lnTo>
                <a:cubicBezTo>
                  <a:pt x="1780756" y="4783646"/>
                  <a:pt x="1780887" y="4783055"/>
                  <a:pt x="1780887" y="4783055"/>
                </a:cubicBezTo>
                <a:lnTo>
                  <a:pt x="1785419" y="4775173"/>
                </a:lnTo>
                <a:cubicBezTo>
                  <a:pt x="1785616" y="4774910"/>
                  <a:pt x="1786207" y="4774713"/>
                  <a:pt x="1786207" y="4774713"/>
                </a:cubicBezTo>
                <a:close/>
                <a:moveTo>
                  <a:pt x="1531965" y="4774713"/>
                </a:moveTo>
                <a:lnTo>
                  <a:pt x="1541028" y="4774713"/>
                </a:lnTo>
                <a:cubicBezTo>
                  <a:pt x="1541355" y="4774713"/>
                  <a:pt x="1541817" y="4775173"/>
                  <a:pt x="1541817" y="4775173"/>
                </a:cubicBezTo>
                <a:lnTo>
                  <a:pt x="1546348" y="4783055"/>
                </a:lnTo>
                <a:cubicBezTo>
                  <a:pt x="1546479" y="4783317"/>
                  <a:pt x="1546348" y="4783908"/>
                  <a:pt x="1546348" y="4783908"/>
                </a:cubicBezTo>
                <a:lnTo>
                  <a:pt x="1541817" y="4791790"/>
                </a:lnTo>
                <a:cubicBezTo>
                  <a:pt x="1541617" y="4792052"/>
                  <a:pt x="1541028" y="4792249"/>
                  <a:pt x="1541028" y="4792249"/>
                </a:cubicBezTo>
                <a:lnTo>
                  <a:pt x="1531965" y="4792249"/>
                </a:lnTo>
                <a:cubicBezTo>
                  <a:pt x="1531636" y="4792249"/>
                  <a:pt x="1531177" y="4791790"/>
                  <a:pt x="1531177" y="4791790"/>
                </a:cubicBezTo>
                <a:lnTo>
                  <a:pt x="1526642" y="4783908"/>
                </a:lnTo>
                <a:cubicBezTo>
                  <a:pt x="1526511" y="4783646"/>
                  <a:pt x="1526642" y="4783055"/>
                  <a:pt x="1526642" y="4783055"/>
                </a:cubicBezTo>
                <a:lnTo>
                  <a:pt x="1531177" y="4775173"/>
                </a:lnTo>
                <a:cubicBezTo>
                  <a:pt x="1531373" y="4774910"/>
                  <a:pt x="1531965" y="4774713"/>
                  <a:pt x="1531965" y="4774713"/>
                </a:cubicBezTo>
                <a:close/>
                <a:moveTo>
                  <a:pt x="1277399" y="4774713"/>
                </a:moveTo>
                <a:lnTo>
                  <a:pt x="1286463" y="4774713"/>
                </a:lnTo>
                <a:cubicBezTo>
                  <a:pt x="1286791" y="4774713"/>
                  <a:pt x="1287252" y="4775173"/>
                  <a:pt x="1287252" y="4775173"/>
                </a:cubicBezTo>
                <a:lnTo>
                  <a:pt x="1291783" y="4783055"/>
                </a:lnTo>
                <a:cubicBezTo>
                  <a:pt x="1291914" y="4783317"/>
                  <a:pt x="1291783" y="4783908"/>
                  <a:pt x="1291783" y="4783908"/>
                </a:cubicBezTo>
                <a:lnTo>
                  <a:pt x="1287252" y="4791790"/>
                </a:lnTo>
                <a:cubicBezTo>
                  <a:pt x="1287054" y="4792052"/>
                  <a:pt x="1286463" y="4792249"/>
                  <a:pt x="1286463" y="4792249"/>
                </a:cubicBezTo>
                <a:lnTo>
                  <a:pt x="1277399" y="4792249"/>
                </a:lnTo>
                <a:cubicBezTo>
                  <a:pt x="1277071" y="4792249"/>
                  <a:pt x="1276610" y="4791790"/>
                  <a:pt x="1276610" y="4791790"/>
                </a:cubicBezTo>
                <a:lnTo>
                  <a:pt x="1272079" y="4783908"/>
                </a:lnTo>
                <a:cubicBezTo>
                  <a:pt x="1271947" y="4783646"/>
                  <a:pt x="1272079" y="4783055"/>
                  <a:pt x="1272079" y="4783055"/>
                </a:cubicBezTo>
                <a:lnTo>
                  <a:pt x="1276610" y="4775173"/>
                </a:lnTo>
                <a:cubicBezTo>
                  <a:pt x="1276807" y="4774910"/>
                  <a:pt x="1277399" y="4774713"/>
                  <a:pt x="1277399" y="4774713"/>
                </a:cubicBezTo>
                <a:close/>
                <a:moveTo>
                  <a:pt x="1023061" y="4774713"/>
                </a:moveTo>
                <a:lnTo>
                  <a:pt x="1032125" y="4774713"/>
                </a:lnTo>
                <a:cubicBezTo>
                  <a:pt x="1032454" y="4774713"/>
                  <a:pt x="1032912" y="4775173"/>
                  <a:pt x="1032912" y="4775173"/>
                </a:cubicBezTo>
                <a:lnTo>
                  <a:pt x="1037445" y="4783055"/>
                </a:lnTo>
                <a:cubicBezTo>
                  <a:pt x="1037577" y="4783317"/>
                  <a:pt x="1037445" y="4783908"/>
                  <a:pt x="1037445" y="4783908"/>
                </a:cubicBezTo>
                <a:lnTo>
                  <a:pt x="1032912" y="4791790"/>
                </a:lnTo>
                <a:cubicBezTo>
                  <a:pt x="1032716" y="4792052"/>
                  <a:pt x="1032125" y="4792249"/>
                  <a:pt x="1032125" y="4792249"/>
                </a:cubicBezTo>
                <a:lnTo>
                  <a:pt x="1023061" y="4792249"/>
                </a:lnTo>
                <a:cubicBezTo>
                  <a:pt x="1022731" y="4792249"/>
                  <a:pt x="1022272" y="4791790"/>
                  <a:pt x="1022272" y="4791790"/>
                </a:cubicBezTo>
                <a:lnTo>
                  <a:pt x="1017740" y="4783908"/>
                </a:lnTo>
                <a:cubicBezTo>
                  <a:pt x="1017608" y="4783646"/>
                  <a:pt x="1017740" y="4783055"/>
                  <a:pt x="1017740" y="4783055"/>
                </a:cubicBezTo>
                <a:lnTo>
                  <a:pt x="1022272" y="4775173"/>
                </a:lnTo>
                <a:cubicBezTo>
                  <a:pt x="1022471" y="4774910"/>
                  <a:pt x="1023061" y="4774713"/>
                  <a:pt x="1023061" y="4774713"/>
                </a:cubicBezTo>
                <a:close/>
                <a:moveTo>
                  <a:pt x="768737" y="4774713"/>
                </a:moveTo>
                <a:lnTo>
                  <a:pt x="777799" y="4774713"/>
                </a:lnTo>
                <a:cubicBezTo>
                  <a:pt x="778129" y="4774713"/>
                  <a:pt x="778588" y="4775173"/>
                  <a:pt x="778588" y="4775173"/>
                </a:cubicBezTo>
                <a:lnTo>
                  <a:pt x="783120" y="4783055"/>
                </a:lnTo>
                <a:cubicBezTo>
                  <a:pt x="783252" y="4783317"/>
                  <a:pt x="783120" y="4783908"/>
                  <a:pt x="783120" y="4783908"/>
                </a:cubicBezTo>
                <a:lnTo>
                  <a:pt x="778588" y="4791790"/>
                </a:lnTo>
                <a:cubicBezTo>
                  <a:pt x="778392" y="4792052"/>
                  <a:pt x="777799" y="4792249"/>
                  <a:pt x="777799" y="4792249"/>
                </a:cubicBezTo>
                <a:lnTo>
                  <a:pt x="768737" y="4792249"/>
                </a:lnTo>
                <a:cubicBezTo>
                  <a:pt x="768408" y="4792249"/>
                  <a:pt x="767949" y="4791790"/>
                  <a:pt x="767949" y="4791790"/>
                </a:cubicBezTo>
                <a:lnTo>
                  <a:pt x="763416" y="4783908"/>
                </a:lnTo>
                <a:cubicBezTo>
                  <a:pt x="763283" y="4783646"/>
                  <a:pt x="763416" y="4783055"/>
                  <a:pt x="763416" y="4783055"/>
                </a:cubicBezTo>
                <a:lnTo>
                  <a:pt x="767949" y="4775173"/>
                </a:lnTo>
                <a:cubicBezTo>
                  <a:pt x="768146" y="4774910"/>
                  <a:pt x="768737" y="4774713"/>
                  <a:pt x="768737" y="4774713"/>
                </a:cubicBezTo>
                <a:close/>
                <a:moveTo>
                  <a:pt x="514331" y="4774713"/>
                </a:moveTo>
                <a:lnTo>
                  <a:pt x="523395" y="4774713"/>
                </a:lnTo>
                <a:cubicBezTo>
                  <a:pt x="523723" y="4774713"/>
                  <a:pt x="524183" y="4775173"/>
                  <a:pt x="524183" y="4775173"/>
                </a:cubicBezTo>
                <a:lnTo>
                  <a:pt x="528715" y="4783055"/>
                </a:lnTo>
                <a:cubicBezTo>
                  <a:pt x="528846" y="4783317"/>
                  <a:pt x="528715" y="4783908"/>
                  <a:pt x="528715" y="4783908"/>
                </a:cubicBezTo>
                <a:lnTo>
                  <a:pt x="524183" y="4791790"/>
                </a:lnTo>
                <a:cubicBezTo>
                  <a:pt x="523986" y="4792052"/>
                  <a:pt x="523395" y="4792249"/>
                  <a:pt x="523395" y="4792249"/>
                </a:cubicBezTo>
                <a:lnTo>
                  <a:pt x="514331" y="4792249"/>
                </a:lnTo>
                <a:cubicBezTo>
                  <a:pt x="514001" y="4792249"/>
                  <a:pt x="513543" y="4791790"/>
                  <a:pt x="513543" y="4791790"/>
                </a:cubicBezTo>
                <a:lnTo>
                  <a:pt x="509010" y="4783908"/>
                </a:lnTo>
                <a:cubicBezTo>
                  <a:pt x="508878" y="4783646"/>
                  <a:pt x="509010" y="4783055"/>
                  <a:pt x="509010" y="4783055"/>
                </a:cubicBezTo>
                <a:lnTo>
                  <a:pt x="513543" y="4775173"/>
                </a:lnTo>
                <a:cubicBezTo>
                  <a:pt x="513740" y="4774910"/>
                  <a:pt x="514331" y="4774713"/>
                  <a:pt x="514331" y="4774713"/>
                </a:cubicBezTo>
                <a:close/>
                <a:moveTo>
                  <a:pt x="259829" y="4774713"/>
                </a:moveTo>
                <a:lnTo>
                  <a:pt x="268892" y="4774713"/>
                </a:lnTo>
                <a:cubicBezTo>
                  <a:pt x="269221" y="4774713"/>
                  <a:pt x="269681" y="4775173"/>
                  <a:pt x="269681" y="4775173"/>
                </a:cubicBezTo>
                <a:lnTo>
                  <a:pt x="274212" y="4783055"/>
                </a:lnTo>
                <a:cubicBezTo>
                  <a:pt x="274344" y="4783317"/>
                  <a:pt x="274212" y="4783908"/>
                  <a:pt x="274212" y="4783908"/>
                </a:cubicBezTo>
                <a:lnTo>
                  <a:pt x="269681" y="4791790"/>
                </a:lnTo>
                <a:cubicBezTo>
                  <a:pt x="269483" y="4792052"/>
                  <a:pt x="268892" y="4792249"/>
                  <a:pt x="268892" y="4792249"/>
                </a:cubicBezTo>
                <a:lnTo>
                  <a:pt x="259829" y="4792249"/>
                </a:lnTo>
                <a:cubicBezTo>
                  <a:pt x="259499" y="4792249"/>
                  <a:pt x="259039" y="4791790"/>
                  <a:pt x="259039" y="4791790"/>
                </a:cubicBezTo>
                <a:lnTo>
                  <a:pt x="254508" y="4783908"/>
                </a:lnTo>
                <a:cubicBezTo>
                  <a:pt x="254376" y="4783646"/>
                  <a:pt x="254508" y="4783055"/>
                  <a:pt x="254508" y="4783055"/>
                </a:cubicBezTo>
                <a:lnTo>
                  <a:pt x="259039" y="4775173"/>
                </a:lnTo>
                <a:cubicBezTo>
                  <a:pt x="259237" y="4774910"/>
                  <a:pt x="259829" y="4774713"/>
                  <a:pt x="259829" y="4774713"/>
                </a:cubicBezTo>
                <a:close/>
                <a:moveTo>
                  <a:pt x="5582" y="4774713"/>
                </a:moveTo>
                <a:lnTo>
                  <a:pt x="14644" y="4774713"/>
                </a:lnTo>
                <a:cubicBezTo>
                  <a:pt x="14974" y="4774713"/>
                  <a:pt x="15432" y="4775173"/>
                  <a:pt x="15432" y="4775173"/>
                </a:cubicBezTo>
                <a:lnTo>
                  <a:pt x="19964" y="4783055"/>
                </a:lnTo>
                <a:cubicBezTo>
                  <a:pt x="20095" y="4783317"/>
                  <a:pt x="19964" y="4783908"/>
                  <a:pt x="19964" y="4783908"/>
                </a:cubicBezTo>
                <a:lnTo>
                  <a:pt x="15432" y="4791790"/>
                </a:lnTo>
                <a:cubicBezTo>
                  <a:pt x="15235" y="4792052"/>
                  <a:pt x="14644" y="4792249"/>
                  <a:pt x="14644" y="4792249"/>
                </a:cubicBezTo>
                <a:lnTo>
                  <a:pt x="5582" y="4792249"/>
                </a:lnTo>
                <a:cubicBezTo>
                  <a:pt x="5252" y="4792249"/>
                  <a:pt x="4792" y="4791790"/>
                  <a:pt x="4792" y="4791790"/>
                </a:cubicBezTo>
                <a:lnTo>
                  <a:pt x="261" y="4783908"/>
                </a:lnTo>
                <a:cubicBezTo>
                  <a:pt x="129" y="4783646"/>
                  <a:pt x="261" y="4783055"/>
                  <a:pt x="261" y="4783055"/>
                </a:cubicBezTo>
                <a:lnTo>
                  <a:pt x="4792" y="4775173"/>
                </a:lnTo>
                <a:cubicBezTo>
                  <a:pt x="4989" y="4774910"/>
                  <a:pt x="5582" y="4774713"/>
                  <a:pt x="5582" y="4774713"/>
                </a:cubicBezTo>
                <a:close/>
                <a:moveTo>
                  <a:pt x="10435622" y="4557705"/>
                </a:moveTo>
                <a:lnTo>
                  <a:pt x="10444686" y="4557705"/>
                </a:lnTo>
                <a:cubicBezTo>
                  <a:pt x="10445015" y="4557705"/>
                  <a:pt x="10445474" y="4558165"/>
                  <a:pt x="10445474" y="4558165"/>
                </a:cubicBezTo>
                <a:lnTo>
                  <a:pt x="10450007" y="4566046"/>
                </a:lnTo>
                <a:cubicBezTo>
                  <a:pt x="10450138" y="4566309"/>
                  <a:pt x="10450007" y="4566900"/>
                  <a:pt x="10450007" y="4566900"/>
                </a:cubicBezTo>
                <a:lnTo>
                  <a:pt x="10445474" y="4574782"/>
                </a:lnTo>
                <a:cubicBezTo>
                  <a:pt x="10445278" y="4575045"/>
                  <a:pt x="10444686" y="4575242"/>
                  <a:pt x="10444686" y="4575242"/>
                </a:cubicBezTo>
                <a:lnTo>
                  <a:pt x="10435622" y="4575242"/>
                </a:lnTo>
                <a:cubicBezTo>
                  <a:pt x="10435295" y="4575242"/>
                  <a:pt x="10434834" y="4574782"/>
                  <a:pt x="10434834" y="4574782"/>
                </a:cubicBezTo>
                <a:lnTo>
                  <a:pt x="10430302" y="4566900"/>
                </a:lnTo>
                <a:cubicBezTo>
                  <a:pt x="10430171" y="4566638"/>
                  <a:pt x="10430302" y="4566046"/>
                  <a:pt x="10430302" y="4566046"/>
                </a:cubicBezTo>
                <a:lnTo>
                  <a:pt x="10434834" y="4558165"/>
                </a:lnTo>
                <a:cubicBezTo>
                  <a:pt x="10435031" y="4557902"/>
                  <a:pt x="10435622" y="4557705"/>
                  <a:pt x="10435622" y="4557705"/>
                </a:cubicBezTo>
                <a:close/>
                <a:moveTo>
                  <a:pt x="10181242" y="4557705"/>
                </a:moveTo>
                <a:lnTo>
                  <a:pt x="10190305" y="4557705"/>
                </a:lnTo>
                <a:cubicBezTo>
                  <a:pt x="10190635" y="4557705"/>
                  <a:pt x="10191093" y="4558165"/>
                  <a:pt x="10191093" y="4558165"/>
                </a:cubicBezTo>
                <a:lnTo>
                  <a:pt x="10195626" y="4566046"/>
                </a:lnTo>
                <a:cubicBezTo>
                  <a:pt x="10195758" y="4566309"/>
                  <a:pt x="10195626" y="4566900"/>
                  <a:pt x="10195626" y="4566900"/>
                </a:cubicBezTo>
                <a:lnTo>
                  <a:pt x="10191093" y="4574782"/>
                </a:lnTo>
                <a:cubicBezTo>
                  <a:pt x="10190896" y="4575045"/>
                  <a:pt x="10190305" y="4575242"/>
                  <a:pt x="10190305" y="4575242"/>
                </a:cubicBezTo>
                <a:lnTo>
                  <a:pt x="10181242" y="4575242"/>
                </a:lnTo>
                <a:cubicBezTo>
                  <a:pt x="10180914" y="4575242"/>
                  <a:pt x="10180453" y="4574782"/>
                  <a:pt x="10180453" y="4574782"/>
                </a:cubicBezTo>
                <a:lnTo>
                  <a:pt x="10175922" y="4566900"/>
                </a:lnTo>
                <a:cubicBezTo>
                  <a:pt x="10175790" y="4566638"/>
                  <a:pt x="10175922" y="4566046"/>
                  <a:pt x="10175922" y="4566046"/>
                </a:cubicBezTo>
                <a:lnTo>
                  <a:pt x="10180453" y="4558165"/>
                </a:lnTo>
                <a:cubicBezTo>
                  <a:pt x="10180650" y="4557902"/>
                  <a:pt x="10181242" y="4557705"/>
                  <a:pt x="10181242" y="4557705"/>
                </a:cubicBezTo>
                <a:close/>
                <a:moveTo>
                  <a:pt x="9926861" y="4557705"/>
                </a:moveTo>
                <a:lnTo>
                  <a:pt x="9935924" y="4557705"/>
                </a:lnTo>
                <a:cubicBezTo>
                  <a:pt x="9936254" y="4557705"/>
                  <a:pt x="9936713" y="4558165"/>
                  <a:pt x="9936713" y="4558165"/>
                </a:cubicBezTo>
                <a:lnTo>
                  <a:pt x="9941246" y="4566046"/>
                </a:lnTo>
                <a:cubicBezTo>
                  <a:pt x="9941376" y="4566309"/>
                  <a:pt x="9941246" y="4566900"/>
                  <a:pt x="9941246" y="4566900"/>
                </a:cubicBezTo>
                <a:lnTo>
                  <a:pt x="9936713" y="4574782"/>
                </a:lnTo>
                <a:cubicBezTo>
                  <a:pt x="9936516" y="4575045"/>
                  <a:pt x="9935924" y="4575242"/>
                  <a:pt x="9935924" y="4575242"/>
                </a:cubicBezTo>
                <a:lnTo>
                  <a:pt x="9926861" y="4575242"/>
                </a:lnTo>
                <a:cubicBezTo>
                  <a:pt x="9926532" y="4575242"/>
                  <a:pt x="9926073" y="4574782"/>
                  <a:pt x="9926073" y="4574782"/>
                </a:cubicBezTo>
                <a:lnTo>
                  <a:pt x="9921541" y="4566900"/>
                </a:lnTo>
                <a:cubicBezTo>
                  <a:pt x="9921410" y="4566638"/>
                  <a:pt x="9921541" y="4566046"/>
                  <a:pt x="9921541" y="4566046"/>
                </a:cubicBezTo>
                <a:lnTo>
                  <a:pt x="9926073" y="4558165"/>
                </a:lnTo>
                <a:cubicBezTo>
                  <a:pt x="9926270" y="4557902"/>
                  <a:pt x="9926861" y="4557705"/>
                  <a:pt x="9926861" y="4557705"/>
                </a:cubicBezTo>
                <a:close/>
                <a:moveTo>
                  <a:pt x="9672481" y="4557705"/>
                </a:moveTo>
                <a:lnTo>
                  <a:pt x="9681545" y="4557705"/>
                </a:lnTo>
                <a:cubicBezTo>
                  <a:pt x="9681872" y="4557705"/>
                  <a:pt x="9682333" y="4558165"/>
                  <a:pt x="9682333" y="4558165"/>
                </a:cubicBezTo>
                <a:lnTo>
                  <a:pt x="9686865" y="4566046"/>
                </a:lnTo>
                <a:cubicBezTo>
                  <a:pt x="9686996" y="4566309"/>
                  <a:pt x="9686865" y="4566900"/>
                  <a:pt x="9686865" y="4566900"/>
                </a:cubicBezTo>
                <a:lnTo>
                  <a:pt x="9682333" y="4574782"/>
                </a:lnTo>
                <a:cubicBezTo>
                  <a:pt x="9682136" y="4575045"/>
                  <a:pt x="9681545" y="4575242"/>
                  <a:pt x="9681545" y="4575242"/>
                </a:cubicBezTo>
                <a:lnTo>
                  <a:pt x="9672481" y="4575242"/>
                </a:lnTo>
                <a:cubicBezTo>
                  <a:pt x="9672152" y="4575242"/>
                  <a:pt x="9671693" y="4574782"/>
                  <a:pt x="9671693" y="4574782"/>
                </a:cubicBezTo>
                <a:lnTo>
                  <a:pt x="9667160" y="4566900"/>
                </a:lnTo>
                <a:cubicBezTo>
                  <a:pt x="9667030" y="4566638"/>
                  <a:pt x="9667160" y="4566046"/>
                  <a:pt x="9667160" y="4566046"/>
                </a:cubicBezTo>
                <a:lnTo>
                  <a:pt x="9671693" y="4558165"/>
                </a:lnTo>
                <a:cubicBezTo>
                  <a:pt x="9671890" y="4557902"/>
                  <a:pt x="9672481" y="4557705"/>
                  <a:pt x="9672481" y="4557705"/>
                </a:cubicBezTo>
                <a:close/>
                <a:moveTo>
                  <a:pt x="9418035" y="4557705"/>
                </a:moveTo>
                <a:lnTo>
                  <a:pt x="9427099" y="4557705"/>
                </a:lnTo>
                <a:cubicBezTo>
                  <a:pt x="9427427" y="4557705"/>
                  <a:pt x="9427887" y="4558165"/>
                  <a:pt x="9427887" y="4558165"/>
                </a:cubicBezTo>
                <a:lnTo>
                  <a:pt x="9432419" y="4566046"/>
                </a:lnTo>
                <a:cubicBezTo>
                  <a:pt x="9432550" y="4566309"/>
                  <a:pt x="9432419" y="4566900"/>
                  <a:pt x="9432419" y="4566900"/>
                </a:cubicBezTo>
                <a:lnTo>
                  <a:pt x="9427887" y="4574782"/>
                </a:lnTo>
                <a:cubicBezTo>
                  <a:pt x="9427690" y="4575045"/>
                  <a:pt x="9427099" y="4575242"/>
                  <a:pt x="9427099" y="4575242"/>
                </a:cubicBezTo>
                <a:lnTo>
                  <a:pt x="9418035" y="4575242"/>
                </a:lnTo>
                <a:cubicBezTo>
                  <a:pt x="9417707" y="4575242"/>
                  <a:pt x="9417247" y="4574782"/>
                  <a:pt x="9417247" y="4574782"/>
                </a:cubicBezTo>
                <a:lnTo>
                  <a:pt x="9412714" y="4566900"/>
                </a:lnTo>
                <a:cubicBezTo>
                  <a:pt x="9412583" y="4566638"/>
                  <a:pt x="9412714" y="4566046"/>
                  <a:pt x="9412714" y="4566046"/>
                </a:cubicBezTo>
                <a:lnTo>
                  <a:pt x="9417247" y="4558165"/>
                </a:lnTo>
                <a:cubicBezTo>
                  <a:pt x="9417444" y="4557902"/>
                  <a:pt x="9418035" y="4557705"/>
                  <a:pt x="9418035" y="4557705"/>
                </a:cubicBezTo>
                <a:close/>
                <a:moveTo>
                  <a:pt x="9163654" y="4557705"/>
                </a:moveTo>
                <a:lnTo>
                  <a:pt x="9172718" y="4557705"/>
                </a:lnTo>
                <a:cubicBezTo>
                  <a:pt x="9173046" y="4557705"/>
                  <a:pt x="9173506" y="4558165"/>
                  <a:pt x="9173506" y="4558165"/>
                </a:cubicBezTo>
                <a:lnTo>
                  <a:pt x="9178038" y="4566046"/>
                </a:lnTo>
                <a:cubicBezTo>
                  <a:pt x="9178169" y="4566309"/>
                  <a:pt x="9178038" y="4566900"/>
                  <a:pt x="9178038" y="4566900"/>
                </a:cubicBezTo>
                <a:lnTo>
                  <a:pt x="9173506" y="4574782"/>
                </a:lnTo>
                <a:cubicBezTo>
                  <a:pt x="9173309" y="4575045"/>
                  <a:pt x="9172718" y="4575242"/>
                  <a:pt x="9172718" y="4575242"/>
                </a:cubicBezTo>
                <a:lnTo>
                  <a:pt x="9163654" y="4575242"/>
                </a:lnTo>
                <a:cubicBezTo>
                  <a:pt x="9163326" y="4575242"/>
                  <a:pt x="9162866" y="4574782"/>
                  <a:pt x="9162866" y="4574782"/>
                </a:cubicBezTo>
                <a:lnTo>
                  <a:pt x="9158333" y="4566900"/>
                </a:lnTo>
                <a:cubicBezTo>
                  <a:pt x="9158202" y="4566638"/>
                  <a:pt x="9158333" y="4566046"/>
                  <a:pt x="9158333" y="4566046"/>
                </a:cubicBezTo>
                <a:lnTo>
                  <a:pt x="9162866" y="4558165"/>
                </a:lnTo>
                <a:cubicBezTo>
                  <a:pt x="9163062" y="4557902"/>
                  <a:pt x="9163654" y="4557705"/>
                  <a:pt x="9163654" y="4557705"/>
                </a:cubicBezTo>
                <a:close/>
                <a:moveTo>
                  <a:pt x="8909274" y="4557705"/>
                </a:moveTo>
                <a:lnTo>
                  <a:pt x="8918336" y="4557705"/>
                </a:lnTo>
                <a:cubicBezTo>
                  <a:pt x="8918666" y="4557705"/>
                  <a:pt x="8919125" y="4558165"/>
                  <a:pt x="8919125" y="4558165"/>
                </a:cubicBezTo>
                <a:lnTo>
                  <a:pt x="8923657" y="4566046"/>
                </a:lnTo>
                <a:cubicBezTo>
                  <a:pt x="8923789" y="4566309"/>
                  <a:pt x="8923657" y="4566900"/>
                  <a:pt x="8923657" y="4566900"/>
                </a:cubicBezTo>
                <a:lnTo>
                  <a:pt x="8919125" y="4574782"/>
                </a:lnTo>
                <a:cubicBezTo>
                  <a:pt x="8918928" y="4575045"/>
                  <a:pt x="8918336" y="4575242"/>
                  <a:pt x="8918336" y="4575242"/>
                </a:cubicBezTo>
                <a:lnTo>
                  <a:pt x="8909274" y="4575242"/>
                </a:lnTo>
                <a:cubicBezTo>
                  <a:pt x="8908945" y="4575242"/>
                  <a:pt x="8908484" y="4574782"/>
                  <a:pt x="8908484" y="4574782"/>
                </a:cubicBezTo>
                <a:lnTo>
                  <a:pt x="8903953" y="4566900"/>
                </a:lnTo>
                <a:cubicBezTo>
                  <a:pt x="8903821" y="4566638"/>
                  <a:pt x="8903953" y="4566046"/>
                  <a:pt x="8903953" y="4566046"/>
                </a:cubicBezTo>
                <a:lnTo>
                  <a:pt x="8908484" y="4558165"/>
                </a:lnTo>
                <a:cubicBezTo>
                  <a:pt x="8908681" y="4557902"/>
                  <a:pt x="8909274" y="4557705"/>
                  <a:pt x="8909274" y="4557705"/>
                </a:cubicBezTo>
                <a:close/>
                <a:moveTo>
                  <a:pt x="8654892" y="4557705"/>
                </a:moveTo>
                <a:lnTo>
                  <a:pt x="8663955" y="4557705"/>
                </a:lnTo>
                <a:cubicBezTo>
                  <a:pt x="8664285" y="4557705"/>
                  <a:pt x="8664744" y="4558165"/>
                  <a:pt x="8664744" y="4558165"/>
                </a:cubicBezTo>
                <a:lnTo>
                  <a:pt x="8669277" y="4566046"/>
                </a:lnTo>
                <a:cubicBezTo>
                  <a:pt x="8669408" y="4566309"/>
                  <a:pt x="8669277" y="4566900"/>
                  <a:pt x="8669277" y="4566900"/>
                </a:cubicBezTo>
                <a:lnTo>
                  <a:pt x="8664744" y="4574782"/>
                </a:lnTo>
                <a:cubicBezTo>
                  <a:pt x="8664548" y="4575045"/>
                  <a:pt x="8663955" y="4575242"/>
                  <a:pt x="8663955" y="4575242"/>
                </a:cubicBezTo>
                <a:lnTo>
                  <a:pt x="8654892" y="4575242"/>
                </a:lnTo>
                <a:cubicBezTo>
                  <a:pt x="8654565" y="4575242"/>
                  <a:pt x="8654104" y="4574782"/>
                  <a:pt x="8654104" y="4574782"/>
                </a:cubicBezTo>
                <a:lnTo>
                  <a:pt x="8649572" y="4566900"/>
                </a:lnTo>
                <a:cubicBezTo>
                  <a:pt x="8649441" y="4566638"/>
                  <a:pt x="8649572" y="4566046"/>
                  <a:pt x="8649572" y="4566046"/>
                </a:cubicBezTo>
                <a:lnTo>
                  <a:pt x="8654104" y="4558165"/>
                </a:lnTo>
                <a:cubicBezTo>
                  <a:pt x="8654301" y="4557902"/>
                  <a:pt x="8654892" y="4557705"/>
                  <a:pt x="8654892" y="4557705"/>
                </a:cubicBezTo>
                <a:close/>
                <a:moveTo>
                  <a:pt x="8400511" y="4557705"/>
                </a:moveTo>
                <a:lnTo>
                  <a:pt x="8409575" y="4557705"/>
                </a:lnTo>
                <a:cubicBezTo>
                  <a:pt x="8409904" y="4557705"/>
                  <a:pt x="8410363" y="4558165"/>
                  <a:pt x="8410363" y="4558165"/>
                </a:cubicBezTo>
                <a:lnTo>
                  <a:pt x="8414896" y="4566046"/>
                </a:lnTo>
                <a:cubicBezTo>
                  <a:pt x="8415027" y="4566309"/>
                  <a:pt x="8414896" y="4566900"/>
                  <a:pt x="8414896" y="4566900"/>
                </a:cubicBezTo>
                <a:lnTo>
                  <a:pt x="8410363" y="4574782"/>
                </a:lnTo>
                <a:cubicBezTo>
                  <a:pt x="8410166" y="4575045"/>
                  <a:pt x="8409575" y="4575242"/>
                  <a:pt x="8409575" y="4575242"/>
                </a:cubicBezTo>
                <a:lnTo>
                  <a:pt x="8400511" y="4575242"/>
                </a:lnTo>
                <a:cubicBezTo>
                  <a:pt x="8400184" y="4575242"/>
                  <a:pt x="8399723" y="4574782"/>
                  <a:pt x="8399723" y="4574782"/>
                </a:cubicBezTo>
                <a:lnTo>
                  <a:pt x="8395191" y="4566900"/>
                </a:lnTo>
                <a:cubicBezTo>
                  <a:pt x="8395060" y="4566638"/>
                  <a:pt x="8395191" y="4566046"/>
                  <a:pt x="8395191" y="4566046"/>
                </a:cubicBezTo>
                <a:lnTo>
                  <a:pt x="8399723" y="4558165"/>
                </a:lnTo>
                <a:cubicBezTo>
                  <a:pt x="8399920" y="4557902"/>
                  <a:pt x="8400511" y="4557705"/>
                  <a:pt x="8400511" y="4557705"/>
                </a:cubicBezTo>
                <a:close/>
                <a:moveTo>
                  <a:pt x="8146065" y="4557705"/>
                </a:moveTo>
                <a:lnTo>
                  <a:pt x="8155129" y="4557705"/>
                </a:lnTo>
                <a:cubicBezTo>
                  <a:pt x="8155458" y="4557705"/>
                  <a:pt x="8155917" y="4558165"/>
                  <a:pt x="8155917" y="4558165"/>
                </a:cubicBezTo>
                <a:lnTo>
                  <a:pt x="8160449" y="4566046"/>
                </a:lnTo>
                <a:cubicBezTo>
                  <a:pt x="8160580" y="4566309"/>
                  <a:pt x="8160449" y="4566900"/>
                  <a:pt x="8160449" y="4566900"/>
                </a:cubicBezTo>
                <a:lnTo>
                  <a:pt x="8155917" y="4574782"/>
                </a:lnTo>
                <a:cubicBezTo>
                  <a:pt x="8155719" y="4575045"/>
                  <a:pt x="8155129" y="4575242"/>
                  <a:pt x="8155129" y="4575242"/>
                </a:cubicBezTo>
                <a:lnTo>
                  <a:pt x="8146065" y="4575242"/>
                </a:lnTo>
                <a:cubicBezTo>
                  <a:pt x="8145737" y="4575242"/>
                  <a:pt x="8145277" y="4574782"/>
                  <a:pt x="8145277" y="4574782"/>
                </a:cubicBezTo>
                <a:lnTo>
                  <a:pt x="8140745" y="4566900"/>
                </a:lnTo>
                <a:cubicBezTo>
                  <a:pt x="8140613" y="4566638"/>
                  <a:pt x="8140745" y="4566046"/>
                  <a:pt x="8140745" y="4566046"/>
                </a:cubicBezTo>
                <a:lnTo>
                  <a:pt x="8145277" y="4558165"/>
                </a:lnTo>
                <a:cubicBezTo>
                  <a:pt x="8145474" y="4557902"/>
                  <a:pt x="8146065" y="4557705"/>
                  <a:pt x="8146065" y="4557705"/>
                </a:cubicBezTo>
                <a:close/>
                <a:moveTo>
                  <a:pt x="7891684" y="4557705"/>
                </a:moveTo>
                <a:lnTo>
                  <a:pt x="7900748" y="4557705"/>
                </a:lnTo>
                <a:cubicBezTo>
                  <a:pt x="7901076" y="4557705"/>
                  <a:pt x="7901536" y="4558165"/>
                  <a:pt x="7901536" y="4558165"/>
                </a:cubicBezTo>
                <a:lnTo>
                  <a:pt x="7906067" y="4566046"/>
                </a:lnTo>
                <a:cubicBezTo>
                  <a:pt x="7906199" y="4566309"/>
                  <a:pt x="7906067" y="4566900"/>
                  <a:pt x="7906067" y="4566900"/>
                </a:cubicBezTo>
                <a:lnTo>
                  <a:pt x="7901536" y="4574782"/>
                </a:lnTo>
                <a:cubicBezTo>
                  <a:pt x="7901339" y="4575045"/>
                  <a:pt x="7900748" y="4575242"/>
                  <a:pt x="7900748" y="4575242"/>
                </a:cubicBezTo>
                <a:lnTo>
                  <a:pt x="7891684" y="4575242"/>
                </a:lnTo>
                <a:cubicBezTo>
                  <a:pt x="7891355" y="4575242"/>
                  <a:pt x="7890896" y="4574782"/>
                  <a:pt x="7890896" y="4574782"/>
                </a:cubicBezTo>
                <a:lnTo>
                  <a:pt x="7886363" y="4566900"/>
                </a:lnTo>
                <a:cubicBezTo>
                  <a:pt x="7886233" y="4566638"/>
                  <a:pt x="7886363" y="4566046"/>
                  <a:pt x="7886363" y="4566046"/>
                </a:cubicBezTo>
                <a:lnTo>
                  <a:pt x="7890896" y="4558165"/>
                </a:lnTo>
                <a:cubicBezTo>
                  <a:pt x="7891093" y="4557902"/>
                  <a:pt x="7891684" y="4557705"/>
                  <a:pt x="7891684" y="4557705"/>
                </a:cubicBezTo>
                <a:close/>
                <a:moveTo>
                  <a:pt x="7637304" y="4557705"/>
                </a:moveTo>
                <a:lnTo>
                  <a:pt x="7646367" y="4557705"/>
                </a:lnTo>
                <a:cubicBezTo>
                  <a:pt x="7646696" y="4557705"/>
                  <a:pt x="7647156" y="4558165"/>
                  <a:pt x="7647156" y="4558165"/>
                </a:cubicBezTo>
                <a:lnTo>
                  <a:pt x="7651687" y="4566046"/>
                </a:lnTo>
                <a:cubicBezTo>
                  <a:pt x="7651819" y="4566309"/>
                  <a:pt x="7651687" y="4566900"/>
                  <a:pt x="7651687" y="4566900"/>
                </a:cubicBezTo>
                <a:lnTo>
                  <a:pt x="7647156" y="4574782"/>
                </a:lnTo>
                <a:cubicBezTo>
                  <a:pt x="7646958" y="4575045"/>
                  <a:pt x="7646367" y="4575242"/>
                  <a:pt x="7646367" y="4575242"/>
                </a:cubicBezTo>
                <a:lnTo>
                  <a:pt x="7637304" y="4575242"/>
                </a:lnTo>
                <a:cubicBezTo>
                  <a:pt x="7636975" y="4575242"/>
                  <a:pt x="7636516" y="4574782"/>
                  <a:pt x="7636516" y="4574782"/>
                </a:cubicBezTo>
                <a:lnTo>
                  <a:pt x="7631983" y="4566900"/>
                </a:lnTo>
                <a:cubicBezTo>
                  <a:pt x="7631851" y="4566638"/>
                  <a:pt x="7631983" y="4566046"/>
                  <a:pt x="7631983" y="4566046"/>
                </a:cubicBezTo>
                <a:lnTo>
                  <a:pt x="7636516" y="4558165"/>
                </a:lnTo>
                <a:cubicBezTo>
                  <a:pt x="7636713" y="4557902"/>
                  <a:pt x="7637304" y="4557705"/>
                  <a:pt x="7637304" y="4557705"/>
                </a:cubicBezTo>
                <a:close/>
                <a:moveTo>
                  <a:pt x="7382923" y="4557705"/>
                </a:moveTo>
                <a:lnTo>
                  <a:pt x="7391987" y="4557705"/>
                </a:lnTo>
                <a:cubicBezTo>
                  <a:pt x="7392315" y="4557705"/>
                  <a:pt x="7392775" y="4558165"/>
                  <a:pt x="7392775" y="4558165"/>
                </a:cubicBezTo>
                <a:lnTo>
                  <a:pt x="7397307" y="4566046"/>
                </a:lnTo>
                <a:cubicBezTo>
                  <a:pt x="7397438" y="4566309"/>
                  <a:pt x="7397307" y="4566900"/>
                  <a:pt x="7397307" y="4566900"/>
                </a:cubicBezTo>
                <a:lnTo>
                  <a:pt x="7392775" y="4574782"/>
                </a:lnTo>
                <a:cubicBezTo>
                  <a:pt x="7392578" y="4575045"/>
                  <a:pt x="7391987" y="4575242"/>
                  <a:pt x="7391987" y="4575242"/>
                </a:cubicBezTo>
                <a:lnTo>
                  <a:pt x="7382923" y="4575242"/>
                </a:lnTo>
                <a:cubicBezTo>
                  <a:pt x="7382595" y="4575242"/>
                  <a:pt x="7382135" y="4574782"/>
                  <a:pt x="7382135" y="4574782"/>
                </a:cubicBezTo>
                <a:lnTo>
                  <a:pt x="7377602" y="4566900"/>
                </a:lnTo>
                <a:cubicBezTo>
                  <a:pt x="7377471" y="4566638"/>
                  <a:pt x="7377602" y="4566046"/>
                  <a:pt x="7377602" y="4566046"/>
                </a:cubicBezTo>
                <a:lnTo>
                  <a:pt x="7382135" y="4558165"/>
                </a:lnTo>
                <a:cubicBezTo>
                  <a:pt x="7382331" y="4557902"/>
                  <a:pt x="7382923" y="4557705"/>
                  <a:pt x="7382923" y="4557705"/>
                </a:cubicBezTo>
                <a:close/>
                <a:moveTo>
                  <a:pt x="7128477" y="4557705"/>
                </a:moveTo>
                <a:lnTo>
                  <a:pt x="7137540" y="4557705"/>
                </a:lnTo>
                <a:cubicBezTo>
                  <a:pt x="7137869" y="4557705"/>
                  <a:pt x="7138328" y="4558165"/>
                  <a:pt x="7138328" y="4558165"/>
                </a:cubicBezTo>
                <a:lnTo>
                  <a:pt x="7142860" y="4566046"/>
                </a:lnTo>
                <a:cubicBezTo>
                  <a:pt x="7142992" y="4566309"/>
                  <a:pt x="7142860" y="4566900"/>
                  <a:pt x="7142860" y="4566900"/>
                </a:cubicBezTo>
                <a:lnTo>
                  <a:pt x="7138328" y="4574782"/>
                </a:lnTo>
                <a:cubicBezTo>
                  <a:pt x="7138131" y="4575045"/>
                  <a:pt x="7137540" y="4575242"/>
                  <a:pt x="7137540" y="4575242"/>
                </a:cubicBezTo>
                <a:lnTo>
                  <a:pt x="7128477" y="4575242"/>
                </a:lnTo>
                <a:cubicBezTo>
                  <a:pt x="7128148" y="4575242"/>
                  <a:pt x="7127689" y="4574782"/>
                  <a:pt x="7127689" y="4574782"/>
                </a:cubicBezTo>
                <a:lnTo>
                  <a:pt x="7123156" y="4566900"/>
                </a:lnTo>
                <a:cubicBezTo>
                  <a:pt x="7123024" y="4566638"/>
                  <a:pt x="7123156" y="4566046"/>
                  <a:pt x="7123156" y="4566046"/>
                </a:cubicBezTo>
                <a:lnTo>
                  <a:pt x="7127689" y="4558165"/>
                </a:lnTo>
                <a:cubicBezTo>
                  <a:pt x="7127885" y="4557902"/>
                  <a:pt x="7128477" y="4557705"/>
                  <a:pt x="7128477" y="4557705"/>
                </a:cubicBezTo>
                <a:close/>
                <a:moveTo>
                  <a:pt x="6874095" y="4557705"/>
                </a:moveTo>
                <a:lnTo>
                  <a:pt x="6883159" y="4557705"/>
                </a:lnTo>
                <a:cubicBezTo>
                  <a:pt x="6883488" y="4557705"/>
                  <a:pt x="6883947" y="4558165"/>
                  <a:pt x="6883947" y="4558165"/>
                </a:cubicBezTo>
                <a:lnTo>
                  <a:pt x="6888480" y="4566046"/>
                </a:lnTo>
                <a:cubicBezTo>
                  <a:pt x="6888611" y="4566309"/>
                  <a:pt x="6888480" y="4566900"/>
                  <a:pt x="6888480" y="4566900"/>
                </a:cubicBezTo>
                <a:lnTo>
                  <a:pt x="6883947" y="4574782"/>
                </a:lnTo>
                <a:cubicBezTo>
                  <a:pt x="6883751" y="4575045"/>
                  <a:pt x="6883159" y="4575242"/>
                  <a:pt x="6883159" y="4575242"/>
                </a:cubicBezTo>
                <a:lnTo>
                  <a:pt x="6874095" y="4575242"/>
                </a:lnTo>
                <a:cubicBezTo>
                  <a:pt x="6873768" y="4575242"/>
                  <a:pt x="6873307" y="4574782"/>
                  <a:pt x="6873307" y="4574782"/>
                </a:cubicBezTo>
                <a:lnTo>
                  <a:pt x="6868775" y="4566900"/>
                </a:lnTo>
                <a:cubicBezTo>
                  <a:pt x="6868644" y="4566638"/>
                  <a:pt x="6868775" y="4566046"/>
                  <a:pt x="6868775" y="4566046"/>
                </a:cubicBezTo>
                <a:lnTo>
                  <a:pt x="6873307" y="4558165"/>
                </a:lnTo>
                <a:cubicBezTo>
                  <a:pt x="6873504" y="4557902"/>
                  <a:pt x="6874095" y="4557705"/>
                  <a:pt x="6874095" y="4557705"/>
                </a:cubicBezTo>
                <a:close/>
                <a:moveTo>
                  <a:pt x="6619714" y="4557705"/>
                </a:moveTo>
                <a:lnTo>
                  <a:pt x="6628778" y="4557705"/>
                </a:lnTo>
                <a:cubicBezTo>
                  <a:pt x="6629107" y="4557705"/>
                  <a:pt x="6629566" y="4558165"/>
                  <a:pt x="6629566" y="4558165"/>
                </a:cubicBezTo>
                <a:lnTo>
                  <a:pt x="6634099" y="4566046"/>
                </a:lnTo>
                <a:cubicBezTo>
                  <a:pt x="6634230" y="4566309"/>
                  <a:pt x="6634099" y="4566900"/>
                  <a:pt x="6634099" y="4566900"/>
                </a:cubicBezTo>
                <a:lnTo>
                  <a:pt x="6629566" y="4574782"/>
                </a:lnTo>
                <a:cubicBezTo>
                  <a:pt x="6629369" y="4575045"/>
                  <a:pt x="6628778" y="4575242"/>
                  <a:pt x="6628778" y="4575242"/>
                </a:cubicBezTo>
                <a:lnTo>
                  <a:pt x="6619714" y="4575242"/>
                </a:lnTo>
                <a:cubicBezTo>
                  <a:pt x="6619387" y="4575242"/>
                  <a:pt x="6618926" y="4574782"/>
                  <a:pt x="6618926" y="4574782"/>
                </a:cubicBezTo>
                <a:lnTo>
                  <a:pt x="6614394" y="4566900"/>
                </a:lnTo>
                <a:cubicBezTo>
                  <a:pt x="6614263" y="4566638"/>
                  <a:pt x="6614394" y="4566046"/>
                  <a:pt x="6614394" y="4566046"/>
                </a:cubicBezTo>
                <a:lnTo>
                  <a:pt x="6618926" y="4558165"/>
                </a:lnTo>
                <a:cubicBezTo>
                  <a:pt x="6619123" y="4557902"/>
                  <a:pt x="6619714" y="4557705"/>
                  <a:pt x="6619714" y="4557705"/>
                </a:cubicBezTo>
                <a:close/>
                <a:moveTo>
                  <a:pt x="6365334" y="4557705"/>
                </a:moveTo>
                <a:lnTo>
                  <a:pt x="6374397" y="4557705"/>
                </a:lnTo>
                <a:cubicBezTo>
                  <a:pt x="6374727" y="4557705"/>
                  <a:pt x="6375186" y="4558165"/>
                  <a:pt x="6375186" y="4558165"/>
                </a:cubicBezTo>
                <a:lnTo>
                  <a:pt x="6379718" y="4566046"/>
                </a:lnTo>
                <a:cubicBezTo>
                  <a:pt x="6379849" y="4566309"/>
                  <a:pt x="6379718" y="4566900"/>
                  <a:pt x="6379718" y="4566900"/>
                </a:cubicBezTo>
                <a:lnTo>
                  <a:pt x="6375186" y="4574782"/>
                </a:lnTo>
                <a:cubicBezTo>
                  <a:pt x="6374988" y="4575045"/>
                  <a:pt x="6374397" y="4575242"/>
                  <a:pt x="6374397" y="4575242"/>
                </a:cubicBezTo>
                <a:lnTo>
                  <a:pt x="6365334" y="4575242"/>
                </a:lnTo>
                <a:cubicBezTo>
                  <a:pt x="6365005" y="4575242"/>
                  <a:pt x="6364546" y="4574782"/>
                  <a:pt x="6364546" y="4574782"/>
                </a:cubicBezTo>
                <a:lnTo>
                  <a:pt x="6360014" y="4566900"/>
                </a:lnTo>
                <a:cubicBezTo>
                  <a:pt x="6359882" y="4566638"/>
                  <a:pt x="6360014" y="4566046"/>
                  <a:pt x="6360014" y="4566046"/>
                </a:cubicBezTo>
                <a:lnTo>
                  <a:pt x="6364546" y="4558165"/>
                </a:lnTo>
                <a:cubicBezTo>
                  <a:pt x="6364743" y="4557902"/>
                  <a:pt x="6365334" y="4557705"/>
                  <a:pt x="6365334" y="4557705"/>
                </a:cubicBezTo>
                <a:close/>
                <a:moveTo>
                  <a:pt x="6110888" y="4557705"/>
                </a:moveTo>
                <a:lnTo>
                  <a:pt x="6119953" y="4557705"/>
                </a:lnTo>
                <a:cubicBezTo>
                  <a:pt x="6120280" y="4557705"/>
                  <a:pt x="6120740" y="4558165"/>
                  <a:pt x="6120740" y="4558165"/>
                </a:cubicBezTo>
                <a:lnTo>
                  <a:pt x="6125272" y="4566046"/>
                </a:lnTo>
                <a:cubicBezTo>
                  <a:pt x="6125403" y="4566309"/>
                  <a:pt x="6125272" y="4566900"/>
                  <a:pt x="6125272" y="4566900"/>
                </a:cubicBezTo>
                <a:lnTo>
                  <a:pt x="6120740" y="4574782"/>
                </a:lnTo>
                <a:cubicBezTo>
                  <a:pt x="6120543" y="4575045"/>
                  <a:pt x="6119953" y="4575242"/>
                  <a:pt x="6119953" y="4575242"/>
                </a:cubicBezTo>
                <a:lnTo>
                  <a:pt x="6110888" y="4575242"/>
                </a:lnTo>
                <a:cubicBezTo>
                  <a:pt x="6110560" y="4575242"/>
                  <a:pt x="6110101" y="4574782"/>
                  <a:pt x="6110101" y="4574782"/>
                </a:cubicBezTo>
                <a:lnTo>
                  <a:pt x="6105567" y="4566900"/>
                </a:lnTo>
                <a:cubicBezTo>
                  <a:pt x="6105436" y="4566638"/>
                  <a:pt x="6105567" y="4566046"/>
                  <a:pt x="6105567" y="4566046"/>
                </a:cubicBezTo>
                <a:lnTo>
                  <a:pt x="6110101" y="4558165"/>
                </a:lnTo>
                <a:cubicBezTo>
                  <a:pt x="6110296" y="4557902"/>
                  <a:pt x="6110888" y="4557705"/>
                  <a:pt x="6110888" y="4557705"/>
                </a:cubicBezTo>
                <a:close/>
                <a:moveTo>
                  <a:pt x="5856508" y="4557705"/>
                </a:moveTo>
                <a:lnTo>
                  <a:pt x="5865571" y="4557705"/>
                </a:lnTo>
                <a:cubicBezTo>
                  <a:pt x="5865900" y="4557705"/>
                  <a:pt x="5866359" y="4558165"/>
                  <a:pt x="5866359" y="4558165"/>
                </a:cubicBezTo>
                <a:lnTo>
                  <a:pt x="5870891" y="4566046"/>
                </a:lnTo>
                <a:cubicBezTo>
                  <a:pt x="5871023" y="4566309"/>
                  <a:pt x="5870891" y="4566900"/>
                  <a:pt x="5870891" y="4566900"/>
                </a:cubicBezTo>
                <a:lnTo>
                  <a:pt x="5866359" y="4574782"/>
                </a:lnTo>
                <a:cubicBezTo>
                  <a:pt x="5866163" y="4575045"/>
                  <a:pt x="5865571" y="4575242"/>
                  <a:pt x="5865571" y="4575242"/>
                </a:cubicBezTo>
                <a:lnTo>
                  <a:pt x="5856508" y="4575242"/>
                </a:lnTo>
                <a:cubicBezTo>
                  <a:pt x="5856178" y="4575242"/>
                  <a:pt x="5855720" y="4574782"/>
                  <a:pt x="5855720" y="4574782"/>
                </a:cubicBezTo>
                <a:lnTo>
                  <a:pt x="5851187" y="4566900"/>
                </a:lnTo>
                <a:cubicBezTo>
                  <a:pt x="5851055" y="4566638"/>
                  <a:pt x="5851187" y="4566046"/>
                  <a:pt x="5851187" y="4566046"/>
                </a:cubicBezTo>
                <a:lnTo>
                  <a:pt x="5855720" y="4558165"/>
                </a:lnTo>
                <a:cubicBezTo>
                  <a:pt x="5855916" y="4557902"/>
                  <a:pt x="5856508" y="4557705"/>
                  <a:pt x="5856508" y="4557705"/>
                </a:cubicBezTo>
                <a:close/>
                <a:moveTo>
                  <a:pt x="5602126" y="4557705"/>
                </a:moveTo>
                <a:lnTo>
                  <a:pt x="5611191" y="4557705"/>
                </a:lnTo>
                <a:cubicBezTo>
                  <a:pt x="5611519" y="4557705"/>
                  <a:pt x="5611979" y="4558165"/>
                  <a:pt x="5611979" y="4558165"/>
                </a:cubicBezTo>
                <a:lnTo>
                  <a:pt x="5616511" y="4566046"/>
                </a:lnTo>
                <a:cubicBezTo>
                  <a:pt x="5616642" y="4566309"/>
                  <a:pt x="5616511" y="4566900"/>
                  <a:pt x="5616511" y="4566900"/>
                </a:cubicBezTo>
                <a:lnTo>
                  <a:pt x="5611979" y="4574782"/>
                </a:lnTo>
                <a:cubicBezTo>
                  <a:pt x="5611782" y="4575045"/>
                  <a:pt x="5611191" y="4575242"/>
                  <a:pt x="5611191" y="4575242"/>
                </a:cubicBezTo>
                <a:lnTo>
                  <a:pt x="5602126" y="4575242"/>
                </a:lnTo>
                <a:cubicBezTo>
                  <a:pt x="5601798" y="4575242"/>
                  <a:pt x="5601338" y="4574782"/>
                  <a:pt x="5601338" y="4574782"/>
                </a:cubicBezTo>
                <a:lnTo>
                  <a:pt x="5596807" y="4566900"/>
                </a:lnTo>
                <a:cubicBezTo>
                  <a:pt x="5596675" y="4566638"/>
                  <a:pt x="5596807" y="4566046"/>
                  <a:pt x="5596807" y="4566046"/>
                </a:cubicBezTo>
                <a:lnTo>
                  <a:pt x="5601338" y="4558165"/>
                </a:lnTo>
                <a:cubicBezTo>
                  <a:pt x="5601536" y="4557902"/>
                  <a:pt x="5602126" y="4557705"/>
                  <a:pt x="5602126" y="4557705"/>
                </a:cubicBezTo>
                <a:close/>
                <a:moveTo>
                  <a:pt x="5347746" y="4557705"/>
                </a:moveTo>
                <a:lnTo>
                  <a:pt x="5356810" y="4557705"/>
                </a:lnTo>
                <a:cubicBezTo>
                  <a:pt x="5357138" y="4557705"/>
                  <a:pt x="5357598" y="4558165"/>
                  <a:pt x="5357598" y="4558165"/>
                </a:cubicBezTo>
                <a:lnTo>
                  <a:pt x="5362130" y="4566046"/>
                </a:lnTo>
                <a:cubicBezTo>
                  <a:pt x="5362261" y="4566309"/>
                  <a:pt x="5362130" y="4566900"/>
                  <a:pt x="5362130" y="4566900"/>
                </a:cubicBezTo>
                <a:lnTo>
                  <a:pt x="5357598" y="4574782"/>
                </a:lnTo>
                <a:cubicBezTo>
                  <a:pt x="5357401" y="4575045"/>
                  <a:pt x="5356810" y="4575242"/>
                  <a:pt x="5356810" y="4575242"/>
                </a:cubicBezTo>
                <a:lnTo>
                  <a:pt x="5347746" y="4575242"/>
                </a:lnTo>
                <a:cubicBezTo>
                  <a:pt x="5347418" y="4575242"/>
                  <a:pt x="5346958" y="4574782"/>
                  <a:pt x="5346958" y="4574782"/>
                </a:cubicBezTo>
                <a:lnTo>
                  <a:pt x="5342425" y="4566900"/>
                </a:lnTo>
                <a:cubicBezTo>
                  <a:pt x="5342295" y="4566638"/>
                  <a:pt x="5342425" y="4566046"/>
                  <a:pt x="5342425" y="4566046"/>
                </a:cubicBezTo>
                <a:lnTo>
                  <a:pt x="5346958" y="4558165"/>
                </a:lnTo>
                <a:cubicBezTo>
                  <a:pt x="5347154" y="4557902"/>
                  <a:pt x="5347746" y="4557705"/>
                  <a:pt x="5347746" y="4557705"/>
                </a:cubicBezTo>
                <a:close/>
                <a:moveTo>
                  <a:pt x="5093300" y="4557705"/>
                </a:moveTo>
                <a:lnTo>
                  <a:pt x="5102364" y="4557705"/>
                </a:lnTo>
                <a:cubicBezTo>
                  <a:pt x="5102693" y="4557705"/>
                  <a:pt x="5103153" y="4558165"/>
                  <a:pt x="5103153" y="4558165"/>
                </a:cubicBezTo>
                <a:lnTo>
                  <a:pt x="5107684" y="4566046"/>
                </a:lnTo>
                <a:cubicBezTo>
                  <a:pt x="5107815" y="4566309"/>
                  <a:pt x="5107684" y="4566900"/>
                  <a:pt x="5107684" y="4566900"/>
                </a:cubicBezTo>
                <a:lnTo>
                  <a:pt x="5103153" y="4574782"/>
                </a:lnTo>
                <a:cubicBezTo>
                  <a:pt x="5102955" y="4575045"/>
                  <a:pt x="5102364" y="4575242"/>
                  <a:pt x="5102364" y="4575242"/>
                </a:cubicBezTo>
                <a:lnTo>
                  <a:pt x="5093300" y="4575242"/>
                </a:lnTo>
                <a:cubicBezTo>
                  <a:pt x="5092972" y="4575242"/>
                  <a:pt x="5092512" y="4574782"/>
                  <a:pt x="5092512" y="4574782"/>
                </a:cubicBezTo>
                <a:lnTo>
                  <a:pt x="5087979" y="4566900"/>
                </a:lnTo>
                <a:cubicBezTo>
                  <a:pt x="5087848" y="4566638"/>
                  <a:pt x="5087979" y="4566046"/>
                  <a:pt x="5087979" y="4566046"/>
                </a:cubicBezTo>
                <a:lnTo>
                  <a:pt x="5092512" y="4558165"/>
                </a:lnTo>
                <a:cubicBezTo>
                  <a:pt x="5092708" y="4557902"/>
                  <a:pt x="5093300" y="4557705"/>
                  <a:pt x="5093300" y="4557705"/>
                </a:cubicBezTo>
                <a:close/>
                <a:moveTo>
                  <a:pt x="4838919" y="4557705"/>
                </a:moveTo>
                <a:lnTo>
                  <a:pt x="4847982" y="4557705"/>
                </a:lnTo>
                <a:cubicBezTo>
                  <a:pt x="4848311" y="4557705"/>
                  <a:pt x="4848772" y="4558165"/>
                  <a:pt x="4848772" y="4558165"/>
                </a:cubicBezTo>
                <a:lnTo>
                  <a:pt x="4853303" y="4566046"/>
                </a:lnTo>
                <a:cubicBezTo>
                  <a:pt x="4853435" y="4566309"/>
                  <a:pt x="4853303" y="4566900"/>
                  <a:pt x="4853303" y="4566900"/>
                </a:cubicBezTo>
                <a:lnTo>
                  <a:pt x="4848772" y="4574782"/>
                </a:lnTo>
                <a:cubicBezTo>
                  <a:pt x="4848575" y="4575045"/>
                  <a:pt x="4847982" y="4575242"/>
                  <a:pt x="4847982" y="4575242"/>
                </a:cubicBezTo>
                <a:lnTo>
                  <a:pt x="4838919" y="4575242"/>
                </a:lnTo>
                <a:cubicBezTo>
                  <a:pt x="4838590" y="4575242"/>
                  <a:pt x="4838132" y="4574782"/>
                  <a:pt x="4838132" y="4574782"/>
                </a:cubicBezTo>
                <a:lnTo>
                  <a:pt x="4833598" y="4566900"/>
                </a:lnTo>
                <a:cubicBezTo>
                  <a:pt x="4833467" y="4566638"/>
                  <a:pt x="4833598" y="4566046"/>
                  <a:pt x="4833598" y="4566046"/>
                </a:cubicBezTo>
                <a:lnTo>
                  <a:pt x="4838132" y="4558165"/>
                </a:lnTo>
                <a:cubicBezTo>
                  <a:pt x="4838328" y="4557902"/>
                  <a:pt x="4838919" y="4557705"/>
                  <a:pt x="4838919" y="4557705"/>
                </a:cubicBezTo>
                <a:close/>
                <a:moveTo>
                  <a:pt x="4584538" y="4557705"/>
                </a:moveTo>
                <a:lnTo>
                  <a:pt x="4593603" y="4557705"/>
                </a:lnTo>
                <a:cubicBezTo>
                  <a:pt x="4593932" y="4557705"/>
                  <a:pt x="4594390" y="4558165"/>
                  <a:pt x="4594390" y="4558165"/>
                </a:cubicBezTo>
                <a:lnTo>
                  <a:pt x="4598922" y="4566046"/>
                </a:lnTo>
                <a:cubicBezTo>
                  <a:pt x="4599054" y="4566309"/>
                  <a:pt x="4598922" y="4566900"/>
                  <a:pt x="4598922" y="4566900"/>
                </a:cubicBezTo>
                <a:lnTo>
                  <a:pt x="4594390" y="4574782"/>
                </a:lnTo>
                <a:cubicBezTo>
                  <a:pt x="4594193" y="4575045"/>
                  <a:pt x="4593603" y="4575242"/>
                  <a:pt x="4593603" y="4575242"/>
                </a:cubicBezTo>
                <a:lnTo>
                  <a:pt x="4584538" y="4575242"/>
                </a:lnTo>
                <a:cubicBezTo>
                  <a:pt x="4584210" y="4575242"/>
                  <a:pt x="4583749" y="4574782"/>
                  <a:pt x="4583749" y="4574782"/>
                </a:cubicBezTo>
                <a:lnTo>
                  <a:pt x="4579218" y="4566900"/>
                </a:lnTo>
                <a:cubicBezTo>
                  <a:pt x="4579087" y="4566638"/>
                  <a:pt x="4579218" y="4566046"/>
                  <a:pt x="4579218" y="4566046"/>
                </a:cubicBezTo>
                <a:lnTo>
                  <a:pt x="4583749" y="4558165"/>
                </a:lnTo>
                <a:cubicBezTo>
                  <a:pt x="4583948" y="4557902"/>
                  <a:pt x="4584538" y="4557705"/>
                  <a:pt x="4584538" y="4557705"/>
                </a:cubicBezTo>
                <a:close/>
                <a:moveTo>
                  <a:pt x="4330157" y="4557705"/>
                </a:moveTo>
                <a:lnTo>
                  <a:pt x="4339222" y="4557705"/>
                </a:lnTo>
                <a:cubicBezTo>
                  <a:pt x="4339550" y="4557705"/>
                  <a:pt x="4340010" y="4558165"/>
                  <a:pt x="4340010" y="4558165"/>
                </a:cubicBezTo>
                <a:lnTo>
                  <a:pt x="4344540" y="4566046"/>
                </a:lnTo>
                <a:cubicBezTo>
                  <a:pt x="4344672" y="4566309"/>
                  <a:pt x="4344540" y="4566900"/>
                  <a:pt x="4344540" y="4566900"/>
                </a:cubicBezTo>
                <a:lnTo>
                  <a:pt x="4340010" y="4574782"/>
                </a:lnTo>
                <a:cubicBezTo>
                  <a:pt x="4339812" y="4575045"/>
                  <a:pt x="4339222" y="4575242"/>
                  <a:pt x="4339222" y="4575242"/>
                </a:cubicBezTo>
                <a:lnTo>
                  <a:pt x="4330157" y="4575242"/>
                </a:lnTo>
                <a:cubicBezTo>
                  <a:pt x="4329829" y="4575242"/>
                  <a:pt x="4329369" y="4574782"/>
                  <a:pt x="4329369" y="4574782"/>
                </a:cubicBezTo>
                <a:lnTo>
                  <a:pt x="4324836" y="4566900"/>
                </a:lnTo>
                <a:cubicBezTo>
                  <a:pt x="4324706" y="4566638"/>
                  <a:pt x="4324836" y="4566046"/>
                  <a:pt x="4324836" y="4566046"/>
                </a:cubicBezTo>
                <a:lnTo>
                  <a:pt x="4329369" y="4558165"/>
                </a:lnTo>
                <a:cubicBezTo>
                  <a:pt x="4329565" y="4557902"/>
                  <a:pt x="4330157" y="4557705"/>
                  <a:pt x="4330157" y="4557705"/>
                </a:cubicBezTo>
                <a:close/>
                <a:moveTo>
                  <a:pt x="4076017" y="4557705"/>
                </a:moveTo>
                <a:lnTo>
                  <a:pt x="4085082" y="4557705"/>
                </a:lnTo>
                <a:cubicBezTo>
                  <a:pt x="4085411" y="4557705"/>
                  <a:pt x="4085872" y="4558165"/>
                  <a:pt x="4085872" y="4558165"/>
                </a:cubicBezTo>
                <a:lnTo>
                  <a:pt x="4090404" y="4566046"/>
                </a:lnTo>
                <a:cubicBezTo>
                  <a:pt x="4090534" y="4566309"/>
                  <a:pt x="4090404" y="4566900"/>
                  <a:pt x="4090404" y="4566900"/>
                </a:cubicBezTo>
                <a:lnTo>
                  <a:pt x="4085872" y="4574782"/>
                </a:lnTo>
                <a:cubicBezTo>
                  <a:pt x="4085674" y="4575045"/>
                  <a:pt x="4085082" y="4575242"/>
                  <a:pt x="4085082" y="4575242"/>
                </a:cubicBezTo>
                <a:lnTo>
                  <a:pt x="4076017" y="4575242"/>
                </a:lnTo>
                <a:cubicBezTo>
                  <a:pt x="4075690" y="4575242"/>
                  <a:pt x="4075230" y="4574782"/>
                  <a:pt x="4075230" y="4574782"/>
                </a:cubicBezTo>
                <a:lnTo>
                  <a:pt x="4070697" y="4566900"/>
                </a:lnTo>
                <a:cubicBezTo>
                  <a:pt x="4070563" y="4566638"/>
                  <a:pt x="4070697" y="4566046"/>
                  <a:pt x="4070697" y="4566046"/>
                </a:cubicBezTo>
                <a:lnTo>
                  <a:pt x="4075230" y="4558165"/>
                </a:lnTo>
                <a:cubicBezTo>
                  <a:pt x="4075425" y="4557902"/>
                  <a:pt x="4076017" y="4557705"/>
                  <a:pt x="4076017" y="4557705"/>
                </a:cubicBezTo>
                <a:close/>
                <a:moveTo>
                  <a:pt x="3821427" y="4557705"/>
                </a:moveTo>
                <a:lnTo>
                  <a:pt x="3830490" y="4557705"/>
                </a:lnTo>
                <a:cubicBezTo>
                  <a:pt x="3830818" y="4557705"/>
                  <a:pt x="3831279" y="4558165"/>
                  <a:pt x="3831279" y="4558165"/>
                </a:cubicBezTo>
                <a:lnTo>
                  <a:pt x="3835811" y="4566046"/>
                </a:lnTo>
                <a:cubicBezTo>
                  <a:pt x="3835942" y="4566309"/>
                  <a:pt x="3835811" y="4566900"/>
                  <a:pt x="3835811" y="4566900"/>
                </a:cubicBezTo>
                <a:lnTo>
                  <a:pt x="3831279" y="4574782"/>
                </a:lnTo>
                <a:cubicBezTo>
                  <a:pt x="3831083" y="4575045"/>
                  <a:pt x="3830490" y="4575242"/>
                  <a:pt x="3830490" y="4575242"/>
                </a:cubicBezTo>
                <a:lnTo>
                  <a:pt x="3821427" y="4575242"/>
                </a:lnTo>
                <a:cubicBezTo>
                  <a:pt x="3821099" y="4575242"/>
                  <a:pt x="3820638" y="4574782"/>
                  <a:pt x="3820638" y="4574782"/>
                </a:cubicBezTo>
                <a:lnTo>
                  <a:pt x="3816104" y="4566900"/>
                </a:lnTo>
                <a:cubicBezTo>
                  <a:pt x="3815973" y="4566638"/>
                  <a:pt x="3816104" y="4566046"/>
                  <a:pt x="3816104" y="4566046"/>
                </a:cubicBezTo>
                <a:lnTo>
                  <a:pt x="3820638" y="4558165"/>
                </a:lnTo>
                <a:cubicBezTo>
                  <a:pt x="3820836" y="4557902"/>
                  <a:pt x="3821427" y="4557705"/>
                  <a:pt x="3821427" y="4557705"/>
                </a:cubicBezTo>
                <a:close/>
                <a:moveTo>
                  <a:pt x="3567049" y="4557705"/>
                </a:moveTo>
                <a:lnTo>
                  <a:pt x="3576115" y="4557705"/>
                </a:lnTo>
                <a:cubicBezTo>
                  <a:pt x="3576443" y="4557705"/>
                  <a:pt x="3576903" y="4558165"/>
                  <a:pt x="3576903" y="4558165"/>
                </a:cubicBezTo>
                <a:lnTo>
                  <a:pt x="3581435" y="4566046"/>
                </a:lnTo>
                <a:cubicBezTo>
                  <a:pt x="3581566" y="4566309"/>
                  <a:pt x="3581435" y="4566900"/>
                  <a:pt x="3581435" y="4566900"/>
                </a:cubicBezTo>
                <a:lnTo>
                  <a:pt x="3576903" y="4574782"/>
                </a:lnTo>
                <a:cubicBezTo>
                  <a:pt x="3576706" y="4575045"/>
                  <a:pt x="3576115" y="4575242"/>
                  <a:pt x="3576115" y="4575242"/>
                </a:cubicBezTo>
                <a:lnTo>
                  <a:pt x="3567049" y="4575242"/>
                </a:lnTo>
                <a:cubicBezTo>
                  <a:pt x="3566721" y="4575242"/>
                  <a:pt x="3566263" y="4574782"/>
                  <a:pt x="3566263" y="4574782"/>
                </a:cubicBezTo>
                <a:lnTo>
                  <a:pt x="3561729" y="4566900"/>
                </a:lnTo>
                <a:cubicBezTo>
                  <a:pt x="3561598" y="4566638"/>
                  <a:pt x="3561729" y="4566046"/>
                  <a:pt x="3561729" y="4566046"/>
                </a:cubicBezTo>
                <a:lnTo>
                  <a:pt x="3566263" y="4558165"/>
                </a:lnTo>
                <a:cubicBezTo>
                  <a:pt x="3566459" y="4557902"/>
                  <a:pt x="3567049" y="4557705"/>
                  <a:pt x="3567049" y="4557705"/>
                </a:cubicBezTo>
                <a:close/>
                <a:moveTo>
                  <a:pt x="3312600" y="4557705"/>
                </a:moveTo>
                <a:lnTo>
                  <a:pt x="3321664" y="4557705"/>
                </a:lnTo>
                <a:cubicBezTo>
                  <a:pt x="3321992" y="4557705"/>
                  <a:pt x="3322452" y="4558165"/>
                  <a:pt x="3322452" y="4558165"/>
                </a:cubicBezTo>
                <a:lnTo>
                  <a:pt x="3326984" y="4566046"/>
                </a:lnTo>
                <a:cubicBezTo>
                  <a:pt x="3327115" y="4566309"/>
                  <a:pt x="3326984" y="4566900"/>
                  <a:pt x="3326984" y="4566900"/>
                </a:cubicBezTo>
                <a:lnTo>
                  <a:pt x="3322452" y="4574782"/>
                </a:lnTo>
                <a:cubicBezTo>
                  <a:pt x="3322255" y="4575045"/>
                  <a:pt x="3321664" y="4575242"/>
                  <a:pt x="3321664" y="4575242"/>
                </a:cubicBezTo>
                <a:lnTo>
                  <a:pt x="3312600" y="4575242"/>
                </a:lnTo>
                <a:cubicBezTo>
                  <a:pt x="3312272" y="4575242"/>
                  <a:pt x="3311812" y="4574782"/>
                  <a:pt x="3311812" y="4574782"/>
                </a:cubicBezTo>
                <a:lnTo>
                  <a:pt x="3307279" y="4566900"/>
                </a:lnTo>
                <a:cubicBezTo>
                  <a:pt x="3307148" y="4566638"/>
                  <a:pt x="3307279" y="4566046"/>
                  <a:pt x="3307279" y="4566046"/>
                </a:cubicBezTo>
                <a:lnTo>
                  <a:pt x="3311812" y="4558165"/>
                </a:lnTo>
                <a:cubicBezTo>
                  <a:pt x="3312008" y="4557902"/>
                  <a:pt x="3312600" y="4557705"/>
                  <a:pt x="3312600" y="4557705"/>
                </a:cubicBezTo>
                <a:close/>
                <a:moveTo>
                  <a:pt x="3058221" y="4557705"/>
                </a:moveTo>
                <a:lnTo>
                  <a:pt x="3067286" y="4557705"/>
                </a:lnTo>
                <a:cubicBezTo>
                  <a:pt x="3067614" y="4557705"/>
                  <a:pt x="3068074" y="4558165"/>
                  <a:pt x="3068074" y="4558165"/>
                </a:cubicBezTo>
                <a:lnTo>
                  <a:pt x="3072606" y="4566046"/>
                </a:lnTo>
                <a:cubicBezTo>
                  <a:pt x="3072737" y="4566309"/>
                  <a:pt x="3072606" y="4566900"/>
                  <a:pt x="3072606" y="4566900"/>
                </a:cubicBezTo>
                <a:lnTo>
                  <a:pt x="3068074" y="4574782"/>
                </a:lnTo>
                <a:cubicBezTo>
                  <a:pt x="3067877" y="4575045"/>
                  <a:pt x="3067286" y="4575242"/>
                  <a:pt x="3067286" y="4575242"/>
                </a:cubicBezTo>
                <a:lnTo>
                  <a:pt x="3058221" y="4575242"/>
                </a:lnTo>
                <a:cubicBezTo>
                  <a:pt x="3057893" y="4575242"/>
                  <a:pt x="3057433" y="4574782"/>
                  <a:pt x="3057433" y="4574782"/>
                </a:cubicBezTo>
                <a:lnTo>
                  <a:pt x="3052901" y="4566900"/>
                </a:lnTo>
                <a:cubicBezTo>
                  <a:pt x="3052770" y="4566638"/>
                  <a:pt x="3052901" y="4566046"/>
                  <a:pt x="3052901" y="4566046"/>
                </a:cubicBezTo>
                <a:lnTo>
                  <a:pt x="3057433" y="4558165"/>
                </a:lnTo>
                <a:cubicBezTo>
                  <a:pt x="3057631" y="4557902"/>
                  <a:pt x="3058221" y="4557705"/>
                  <a:pt x="3058221" y="4557705"/>
                </a:cubicBezTo>
                <a:close/>
                <a:moveTo>
                  <a:pt x="2803919" y="4557705"/>
                </a:moveTo>
                <a:lnTo>
                  <a:pt x="2812983" y="4557705"/>
                </a:lnTo>
                <a:cubicBezTo>
                  <a:pt x="2813311" y="4557705"/>
                  <a:pt x="2813771" y="4558165"/>
                  <a:pt x="2813771" y="4558165"/>
                </a:cubicBezTo>
                <a:lnTo>
                  <a:pt x="2818303" y="4566046"/>
                </a:lnTo>
                <a:cubicBezTo>
                  <a:pt x="2818434" y="4566309"/>
                  <a:pt x="2818303" y="4566900"/>
                  <a:pt x="2818303" y="4566900"/>
                </a:cubicBezTo>
                <a:lnTo>
                  <a:pt x="2813771" y="4574782"/>
                </a:lnTo>
                <a:cubicBezTo>
                  <a:pt x="2813574" y="4575045"/>
                  <a:pt x="2812983" y="4575242"/>
                  <a:pt x="2812983" y="4575242"/>
                </a:cubicBezTo>
                <a:lnTo>
                  <a:pt x="2803919" y="4575242"/>
                </a:lnTo>
                <a:cubicBezTo>
                  <a:pt x="2803590" y="4575242"/>
                  <a:pt x="2803129" y="4574782"/>
                  <a:pt x="2803129" y="4574782"/>
                </a:cubicBezTo>
                <a:lnTo>
                  <a:pt x="2798597" y="4566900"/>
                </a:lnTo>
                <a:cubicBezTo>
                  <a:pt x="2798466" y="4566638"/>
                  <a:pt x="2798597" y="4566046"/>
                  <a:pt x="2798597" y="4566046"/>
                </a:cubicBezTo>
                <a:lnTo>
                  <a:pt x="2803129" y="4558165"/>
                </a:lnTo>
                <a:cubicBezTo>
                  <a:pt x="2803327" y="4557902"/>
                  <a:pt x="2803919" y="4557705"/>
                  <a:pt x="2803919" y="4557705"/>
                </a:cubicBezTo>
                <a:close/>
                <a:moveTo>
                  <a:pt x="2549520" y="4557705"/>
                </a:moveTo>
                <a:lnTo>
                  <a:pt x="2558584" y="4557705"/>
                </a:lnTo>
                <a:cubicBezTo>
                  <a:pt x="2558913" y="4557705"/>
                  <a:pt x="2559373" y="4558165"/>
                  <a:pt x="2559373" y="4558165"/>
                </a:cubicBezTo>
                <a:lnTo>
                  <a:pt x="2563904" y="4566046"/>
                </a:lnTo>
                <a:cubicBezTo>
                  <a:pt x="2564036" y="4566309"/>
                  <a:pt x="2563904" y="4566900"/>
                  <a:pt x="2563904" y="4566900"/>
                </a:cubicBezTo>
                <a:lnTo>
                  <a:pt x="2559373" y="4574782"/>
                </a:lnTo>
                <a:cubicBezTo>
                  <a:pt x="2559176" y="4575045"/>
                  <a:pt x="2558584" y="4575242"/>
                  <a:pt x="2558584" y="4575242"/>
                </a:cubicBezTo>
                <a:lnTo>
                  <a:pt x="2549520" y="4575242"/>
                </a:lnTo>
                <a:cubicBezTo>
                  <a:pt x="2549192" y="4575242"/>
                  <a:pt x="2548732" y="4574782"/>
                  <a:pt x="2548732" y="4574782"/>
                </a:cubicBezTo>
                <a:lnTo>
                  <a:pt x="2544200" y="4566900"/>
                </a:lnTo>
                <a:cubicBezTo>
                  <a:pt x="2544067" y="4566638"/>
                  <a:pt x="2544200" y="4566046"/>
                  <a:pt x="2544200" y="4566046"/>
                </a:cubicBezTo>
                <a:lnTo>
                  <a:pt x="2548732" y="4558165"/>
                </a:lnTo>
                <a:cubicBezTo>
                  <a:pt x="2548929" y="4557902"/>
                  <a:pt x="2549520" y="4557705"/>
                  <a:pt x="2549520" y="4557705"/>
                </a:cubicBezTo>
                <a:close/>
                <a:moveTo>
                  <a:pt x="2295038" y="4557705"/>
                </a:moveTo>
                <a:lnTo>
                  <a:pt x="2304103" y="4557705"/>
                </a:lnTo>
                <a:cubicBezTo>
                  <a:pt x="2304431" y="4557705"/>
                  <a:pt x="2304891" y="4558165"/>
                  <a:pt x="2304891" y="4558165"/>
                </a:cubicBezTo>
                <a:lnTo>
                  <a:pt x="2309422" y="4566046"/>
                </a:lnTo>
                <a:cubicBezTo>
                  <a:pt x="2309554" y="4566309"/>
                  <a:pt x="2309422" y="4566900"/>
                  <a:pt x="2309422" y="4566900"/>
                </a:cubicBezTo>
                <a:lnTo>
                  <a:pt x="2304891" y="4574782"/>
                </a:lnTo>
                <a:cubicBezTo>
                  <a:pt x="2304694" y="4575045"/>
                  <a:pt x="2304103" y="4575242"/>
                  <a:pt x="2304103" y="4575242"/>
                </a:cubicBezTo>
                <a:lnTo>
                  <a:pt x="2295038" y="4575242"/>
                </a:lnTo>
                <a:cubicBezTo>
                  <a:pt x="2294711" y="4575242"/>
                  <a:pt x="2294250" y="4574782"/>
                  <a:pt x="2294250" y="4574782"/>
                </a:cubicBezTo>
                <a:lnTo>
                  <a:pt x="2289717" y="4566900"/>
                </a:lnTo>
                <a:cubicBezTo>
                  <a:pt x="2289586" y="4566638"/>
                  <a:pt x="2289717" y="4566046"/>
                  <a:pt x="2289717" y="4566046"/>
                </a:cubicBezTo>
                <a:lnTo>
                  <a:pt x="2294250" y="4558165"/>
                </a:lnTo>
                <a:cubicBezTo>
                  <a:pt x="2294448" y="4557902"/>
                  <a:pt x="2295038" y="4557705"/>
                  <a:pt x="2295038" y="4557705"/>
                </a:cubicBezTo>
                <a:close/>
                <a:moveTo>
                  <a:pt x="2040711" y="4557705"/>
                </a:moveTo>
                <a:lnTo>
                  <a:pt x="2049775" y="4557705"/>
                </a:lnTo>
                <a:cubicBezTo>
                  <a:pt x="2050103" y="4557705"/>
                  <a:pt x="2050562" y="4558165"/>
                  <a:pt x="2050562" y="4558165"/>
                </a:cubicBezTo>
                <a:lnTo>
                  <a:pt x="2055095" y="4566046"/>
                </a:lnTo>
                <a:cubicBezTo>
                  <a:pt x="2055226" y="4566309"/>
                  <a:pt x="2055095" y="4566900"/>
                  <a:pt x="2055095" y="4566900"/>
                </a:cubicBezTo>
                <a:lnTo>
                  <a:pt x="2050562" y="4574782"/>
                </a:lnTo>
                <a:cubicBezTo>
                  <a:pt x="2050366" y="4575045"/>
                  <a:pt x="2049775" y="4575242"/>
                  <a:pt x="2049775" y="4575242"/>
                </a:cubicBezTo>
                <a:lnTo>
                  <a:pt x="2040711" y="4575242"/>
                </a:lnTo>
                <a:cubicBezTo>
                  <a:pt x="2040380" y="4575242"/>
                  <a:pt x="2039922" y="4574782"/>
                  <a:pt x="2039922" y="4574782"/>
                </a:cubicBezTo>
                <a:lnTo>
                  <a:pt x="2035389" y="4566900"/>
                </a:lnTo>
                <a:cubicBezTo>
                  <a:pt x="2035258" y="4566638"/>
                  <a:pt x="2035389" y="4566046"/>
                  <a:pt x="2035389" y="4566046"/>
                </a:cubicBezTo>
                <a:lnTo>
                  <a:pt x="2039922" y="4558165"/>
                </a:lnTo>
                <a:cubicBezTo>
                  <a:pt x="2040119" y="4557902"/>
                  <a:pt x="2040711" y="4557705"/>
                  <a:pt x="2040711" y="4557705"/>
                </a:cubicBezTo>
                <a:close/>
                <a:moveTo>
                  <a:pt x="1786212" y="4557705"/>
                </a:moveTo>
                <a:lnTo>
                  <a:pt x="1795277" y="4557705"/>
                </a:lnTo>
                <a:cubicBezTo>
                  <a:pt x="1795605" y="4557705"/>
                  <a:pt x="1796065" y="4558165"/>
                  <a:pt x="1796065" y="4558165"/>
                </a:cubicBezTo>
                <a:lnTo>
                  <a:pt x="1800597" y="4566046"/>
                </a:lnTo>
                <a:cubicBezTo>
                  <a:pt x="1800728" y="4566309"/>
                  <a:pt x="1800597" y="4566900"/>
                  <a:pt x="1800597" y="4566900"/>
                </a:cubicBezTo>
                <a:lnTo>
                  <a:pt x="1796065" y="4574782"/>
                </a:lnTo>
                <a:cubicBezTo>
                  <a:pt x="1795868" y="4575045"/>
                  <a:pt x="1795277" y="4575242"/>
                  <a:pt x="1795277" y="4575242"/>
                </a:cubicBezTo>
                <a:lnTo>
                  <a:pt x="1786212" y="4575242"/>
                </a:lnTo>
                <a:cubicBezTo>
                  <a:pt x="1785885" y="4575242"/>
                  <a:pt x="1785424" y="4574782"/>
                  <a:pt x="1785424" y="4574782"/>
                </a:cubicBezTo>
                <a:lnTo>
                  <a:pt x="1780894" y="4566900"/>
                </a:lnTo>
                <a:cubicBezTo>
                  <a:pt x="1780762" y="4566638"/>
                  <a:pt x="1780894" y="4566046"/>
                  <a:pt x="1780894" y="4566046"/>
                </a:cubicBezTo>
                <a:lnTo>
                  <a:pt x="1785424" y="4558165"/>
                </a:lnTo>
                <a:cubicBezTo>
                  <a:pt x="1785621" y="4557902"/>
                  <a:pt x="1786212" y="4557705"/>
                  <a:pt x="1786212" y="4557705"/>
                </a:cubicBezTo>
                <a:close/>
                <a:moveTo>
                  <a:pt x="1531980" y="4557705"/>
                </a:moveTo>
                <a:lnTo>
                  <a:pt x="1541044" y="4557705"/>
                </a:lnTo>
                <a:cubicBezTo>
                  <a:pt x="1541373" y="4557705"/>
                  <a:pt x="1541832" y="4558165"/>
                  <a:pt x="1541832" y="4558165"/>
                </a:cubicBezTo>
                <a:lnTo>
                  <a:pt x="1546365" y="4566046"/>
                </a:lnTo>
                <a:cubicBezTo>
                  <a:pt x="1546497" y="4566309"/>
                  <a:pt x="1546365" y="4566900"/>
                  <a:pt x="1546365" y="4566900"/>
                </a:cubicBezTo>
                <a:lnTo>
                  <a:pt x="1541832" y="4574782"/>
                </a:lnTo>
                <a:cubicBezTo>
                  <a:pt x="1541635" y="4575045"/>
                  <a:pt x="1541044" y="4575242"/>
                  <a:pt x="1541044" y="4575242"/>
                </a:cubicBezTo>
                <a:lnTo>
                  <a:pt x="1531980" y="4575242"/>
                </a:lnTo>
                <a:cubicBezTo>
                  <a:pt x="1531652" y="4575242"/>
                  <a:pt x="1531194" y="4574782"/>
                  <a:pt x="1531194" y="4574782"/>
                </a:cubicBezTo>
                <a:lnTo>
                  <a:pt x="1526661" y="4566900"/>
                </a:lnTo>
                <a:cubicBezTo>
                  <a:pt x="1526528" y="4566638"/>
                  <a:pt x="1526661" y="4566046"/>
                  <a:pt x="1526661" y="4566046"/>
                </a:cubicBezTo>
                <a:lnTo>
                  <a:pt x="1531194" y="4558165"/>
                </a:lnTo>
                <a:cubicBezTo>
                  <a:pt x="1531391" y="4557902"/>
                  <a:pt x="1531980" y="4557705"/>
                  <a:pt x="1531980" y="4557705"/>
                </a:cubicBezTo>
                <a:close/>
                <a:moveTo>
                  <a:pt x="1277510" y="4557705"/>
                </a:moveTo>
                <a:lnTo>
                  <a:pt x="1286575" y="4557705"/>
                </a:lnTo>
                <a:cubicBezTo>
                  <a:pt x="1286904" y="4557705"/>
                  <a:pt x="1287364" y="4558165"/>
                  <a:pt x="1287364" y="4558165"/>
                </a:cubicBezTo>
                <a:lnTo>
                  <a:pt x="1291897" y="4566046"/>
                </a:lnTo>
                <a:cubicBezTo>
                  <a:pt x="1292027" y="4566309"/>
                  <a:pt x="1291897" y="4566900"/>
                  <a:pt x="1291897" y="4566900"/>
                </a:cubicBezTo>
                <a:lnTo>
                  <a:pt x="1287364" y="4574782"/>
                </a:lnTo>
                <a:cubicBezTo>
                  <a:pt x="1287167" y="4575045"/>
                  <a:pt x="1286575" y="4575242"/>
                  <a:pt x="1286575" y="4575242"/>
                </a:cubicBezTo>
                <a:lnTo>
                  <a:pt x="1277510" y="4575242"/>
                </a:lnTo>
                <a:cubicBezTo>
                  <a:pt x="1277183" y="4575242"/>
                  <a:pt x="1276722" y="4574782"/>
                  <a:pt x="1276722" y="4574782"/>
                </a:cubicBezTo>
                <a:lnTo>
                  <a:pt x="1272192" y="4566900"/>
                </a:lnTo>
                <a:cubicBezTo>
                  <a:pt x="1272060" y="4566638"/>
                  <a:pt x="1272192" y="4566046"/>
                  <a:pt x="1272192" y="4566046"/>
                </a:cubicBezTo>
                <a:lnTo>
                  <a:pt x="1276722" y="4558165"/>
                </a:lnTo>
                <a:cubicBezTo>
                  <a:pt x="1276918" y="4557902"/>
                  <a:pt x="1277510" y="4557705"/>
                  <a:pt x="1277510" y="4557705"/>
                </a:cubicBezTo>
                <a:close/>
                <a:moveTo>
                  <a:pt x="1023202" y="4557705"/>
                </a:moveTo>
                <a:lnTo>
                  <a:pt x="1032265" y="4557705"/>
                </a:lnTo>
                <a:cubicBezTo>
                  <a:pt x="1032595" y="4557705"/>
                  <a:pt x="1033053" y="4558165"/>
                  <a:pt x="1033053" y="4558165"/>
                </a:cubicBezTo>
                <a:lnTo>
                  <a:pt x="1037585" y="4566046"/>
                </a:lnTo>
                <a:cubicBezTo>
                  <a:pt x="1037719" y="4566309"/>
                  <a:pt x="1037585" y="4566900"/>
                  <a:pt x="1037585" y="4566900"/>
                </a:cubicBezTo>
                <a:lnTo>
                  <a:pt x="1033053" y="4574782"/>
                </a:lnTo>
                <a:cubicBezTo>
                  <a:pt x="1032857" y="4575045"/>
                  <a:pt x="1032265" y="4575242"/>
                  <a:pt x="1032265" y="4575242"/>
                </a:cubicBezTo>
                <a:lnTo>
                  <a:pt x="1023202" y="4575242"/>
                </a:lnTo>
                <a:cubicBezTo>
                  <a:pt x="1022872" y="4575242"/>
                  <a:pt x="1022413" y="4574782"/>
                  <a:pt x="1022413" y="4574782"/>
                </a:cubicBezTo>
                <a:lnTo>
                  <a:pt x="1017882" y="4566900"/>
                </a:lnTo>
                <a:cubicBezTo>
                  <a:pt x="1017749" y="4566638"/>
                  <a:pt x="1017882" y="4566046"/>
                  <a:pt x="1017882" y="4566046"/>
                </a:cubicBezTo>
                <a:lnTo>
                  <a:pt x="1022413" y="4558165"/>
                </a:lnTo>
                <a:cubicBezTo>
                  <a:pt x="1022613" y="4557902"/>
                  <a:pt x="1023202" y="4557705"/>
                  <a:pt x="1023202" y="4557705"/>
                </a:cubicBezTo>
                <a:close/>
                <a:moveTo>
                  <a:pt x="768654" y="4557705"/>
                </a:moveTo>
                <a:lnTo>
                  <a:pt x="777717" y="4557705"/>
                </a:lnTo>
                <a:cubicBezTo>
                  <a:pt x="778045" y="4557705"/>
                  <a:pt x="778505" y="4558165"/>
                  <a:pt x="778505" y="4558165"/>
                </a:cubicBezTo>
                <a:lnTo>
                  <a:pt x="783037" y="4566046"/>
                </a:lnTo>
                <a:cubicBezTo>
                  <a:pt x="783169" y="4566309"/>
                  <a:pt x="783037" y="4566900"/>
                  <a:pt x="783037" y="4566900"/>
                </a:cubicBezTo>
                <a:lnTo>
                  <a:pt x="778505" y="4574782"/>
                </a:lnTo>
                <a:cubicBezTo>
                  <a:pt x="778308" y="4575045"/>
                  <a:pt x="777717" y="4575242"/>
                  <a:pt x="777717" y="4575242"/>
                </a:cubicBezTo>
                <a:lnTo>
                  <a:pt x="768654" y="4575242"/>
                </a:lnTo>
                <a:cubicBezTo>
                  <a:pt x="768325" y="4575242"/>
                  <a:pt x="767865" y="4574782"/>
                  <a:pt x="767865" y="4574782"/>
                </a:cubicBezTo>
                <a:lnTo>
                  <a:pt x="763333" y="4566900"/>
                </a:lnTo>
                <a:cubicBezTo>
                  <a:pt x="763201" y="4566638"/>
                  <a:pt x="763333" y="4566046"/>
                  <a:pt x="763333" y="4566046"/>
                </a:cubicBezTo>
                <a:lnTo>
                  <a:pt x="767865" y="4558165"/>
                </a:lnTo>
                <a:cubicBezTo>
                  <a:pt x="768063" y="4557902"/>
                  <a:pt x="768654" y="4557705"/>
                  <a:pt x="768654" y="4557705"/>
                </a:cubicBezTo>
                <a:close/>
                <a:moveTo>
                  <a:pt x="514201" y="4557705"/>
                </a:moveTo>
                <a:lnTo>
                  <a:pt x="523264" y="4557705"/>
                </a:lnTo>
                <a:cubicBezTo>
                  <a:pt x="523593" y="4557705"/>
                  <a:pt x="524052" y="4558165"/>
                  <a:pt x="524052" y="4558165"/>
                </a:cubicBezTo>
                <a:lnTo>
                  <a:pt x="528584" y="4566046"/>
                </a:lnTo>
                <a:cubicBezTo>
                  <a:pt x="528716" y="4566309"/>
                  <a:pt x="528584" y="4566900"/>
                  <a:pt x="528584" y="4566900"/>
                </a:cubicBezTo>
                <a:lnTo>
                  <a:pt x="524052" y="4574782"/>
                </a:lnTo>
                <a:cubicBezTo>
                  <a:pt x="523855" y="4575045"/>
                  <a:pt x="523264" y="4575242"/>
                  <a:pt x="523264" y="4575242"/>
                </a:cubicBezTo>
                <a:lnTo>
                  <a:pt x="514201" y="4575242"/>
                </a:lnTo>
                <a:cubicBezTo>
                  <a:pt x="513871" y="4575242"/>
                  <a:pt x="513412" y="4574782"/>
                  <a:pt x="513412" y="4574782"/>
                </a:cubicBezTo>
                <a:lnTo>
                  <a:pt x="508880" y="4566900"/>
                </a:lnTo>
                <a:cubicBezTo>
                  <a:pt x="508748" y="4566638"/>
                  <a:pt x="508880" y="4566046"/>
                  <a:pt x="508880" y="4566046"/>
                </a:cubicBezTo>
                <a:lnTo>
                  <a:pt x="513412" y="4558165"/>
                </a:lnTo>
                <a:cubicBezTo>
                  <a:pt x="513610" y="4557902"/>
                  <a:pt x="514201" y="4557705"/>
                  <a:pt x="514201" y="4557705"/>
                </a:cubicBezTo>
                <a:close/>
                <a:moveTo>
                  <a:pt x="259962" y="4557705"/>
                </a:moveTo>
                <a:lnTo>
                  <a:pt x="269026" y="4557705"/>
                </a:lnTo>
                <a:cubicBezTo>
                  <a:pt x="269354" y="4557705"/>
                  <a:pt x="269814" y="4558165"/>
                  <a:pt x="269814" y="4558165"/>
                </a:cubicBezTo>
                <a:lnTo>
                  <a:pt x="274346" y="4566046"/>
                </a:lnTo>
                <a:cubicBezTo>
                  <a:pt x="274477" y="4566309"/>
                  <a:pt x="274346" y="4566900"/>
                  <a:pt x="274346" y="4566900"/>
                </a:cubicBezTo>
                <a:lnTo>
                  <a:pt x="269814" y="4574782"/>
                </a:lnTo>
                <a:cubicBezTo>
                  <a:pt x="269617" y="4575045"/>
                  <a:pt x="269026" y="4575242"/>
                  <a:pt x="269026" y="4575242"/>
                </a:cubicBezTo>
                <a:lnTo>
                  <a:pt x="259962" y="4575242"/>
                </a:lnTo>
                <a:cubicBezTo>
                  <a:pt x="259633" y="4575242"/>
                  <a:pt x="259173" y="4574782"/>
                  <a:pt x="259173" y="4574782"/>
                </a:cubicBezTo>
                <a:lnTo>
                  <a:pt x="254642" y="4566900"/>
                </a:lnTo>
                <a:cubicBezTo>
                  <a:pt x="254511" y="4566638"/>
                  <a:pt x="254642" y="4566046"/>
                  <a:pt x="254642" y="4566046"/>
                </a:cubicBezTo>
                <a:lnTo>
                  <a:pt x="259173" y="4558165"/>
                </a:lnTo>
                <a:cubicBezTo>
                  <a:pt x="259370" y="4557902"/>
                  <a:pt x="259962" y="4557705"/>
                  <a:pt x="259962" y="4557705"/>
                </a:cubicBezTo>
                <a:close/>
                <a:moveTo>
                  <a:pt x="5635" y="4557705"/>
                </a:moveTo>
                <a:lnTo>
                  <a:pt x="14699" y="4557705"/>
                </a:lnTo>
                <a:cubicBezTo>
                  <a:pt x="15027" y="4557705"/>
                  <a:pt x="15487" y="4558165"/>
                  <a:pt x="15487" y="4558165"/>
                </a:cubicBezTo>
                <a:lnTo>
                  <a:pt x="20019" y="4566046"/>
                </a:lnTo>
                <a:cubicBezTo>
                  <a:pt x="20150" y="4566309"/>
                  <a:pt x="20019" y="4566900"/>
                  <a:pt x="20019" y="4566900"/>
                </a:cubicBezTo>
                <a:lnTo>
                  <a:pt x="15487" y="4574782"/>
                </a:lnTo>
                <a:cubicBezTo>
                  <a:pt x="15290" y="4575045"/>
                  <a:pt x="14699" y="4575242"/>
                  <a:pt x="14699" y="4575242"/>
                </a:cubicBezTo>
                <a:lnTo>
                  <a:pt x="5635" y="4575242"/>
                </a:lnTo>
                <a:cubicBezTo>
                  <a:pt x="5306" y="4575242"/>
                  <a:pt x="4846" y="4574782"/>
                  <a:pt x="4846" y="4574782"/>
                </a:cubicBezTo>
                <a:lnTo>
                  <a:pt x="314" y="4566900"/>
                </a:lnTo>
                <a:cubicBezTo>
                  <a:pt x="183" y="4566638"/>
                  <a:pt x="314" y="4566046"/>
                  <a:pt x="314" y="4566046"/>
                </a:cubicBezTo>
                <a:lnTo>
                  <a:pt x="4846" y="4558165"/>
                </a:lnTo>
                <a:cubicBezTo>
                  <a:pt x="5043" y="4557902"/>
                  <a:pt x="5635" y="4557705"/>
                  <a:pt x="5635" y="4557705"/>
                </a:cubicBezTo>
                <a:close/>
                <a:moveTo>
                  <a:pt x="10435622" y="4340696"/>
                </a:moveTo>
                <a:lnTo>
                  <a:pt x="10444686" y="4340696"/>
                </a:lnTo>
                <a:cubicBezTo>
                  <a:pt x="10445015" y="4340696"/>
                  <a:pt x="10445474" y="4341156"/>
                  <a:pt x="10445474" y="4341156"/>
                </a:cubicBezTo>
                <a:lnTo>
                  <a:pt x="10450007" y="4349037"/>
                </a:lnTo>
                <a:cubicBezTo>
                  <a:pt x="10450138" y="4349300"/>
                  <a:pt x="10450007" y="4349891"/>
                  <a:pt x="10450007" y="4349891"/>
                </a:cubicBezTo>
                <a:lnTo>
                  <a:pt x="10445474" y="4357772"/>
                </a:lnTo>
                <a:cubicBezTo>
                  <a:pt x="10445278" y="4358036"/>
                  <a:pt x="10444686" y="4358232"/>
                  <a:pt x="10444686" y="4358232"/>
                </a:cubicBezTo>
                <a:lnTo>
                  <a:pt x="10435622" y="4358232"/>
                </a:lnTo>
                <a:cubicBezTo>
                  <a:pt x="10435295" y="4358232"/>
                  <a:pt x="10434834" y="4357772"/>
                  <a:pt x="10434834" y="4357772"/>
                </a:cubicBezTo>
                <a:lnTo>
                  <a:pt x="10430302" y="4349891"/>
                </a:lnTo>
                <a:cubicBezTo>
                  <a:pt x="10430171" y="4349628"/>
                  <a:pt x="10430302" y="4349037"/>
                  <a:pt x="10430302" y="4349037"/>
                </a:cubicBezTo>
                <a:lnTo>
                  <a:pt x="10434834" y="4341156"/>
                </a:lnTo>
                <a:cubicBezTo>
                  <a:pt x="10435031" y="4340893"/>
                  <a:pt x="10435622" y="4340696"/>
                  <a:pt x="10435622" y="4340696"/>
                </a:cubicBezTo>
                <a:close/>
                <a:moveTo>
                  <a:pt x="10181242" y="4340696"/>
                </a:moveTo>
                <a:lnTo>
                  <a:pt x="10190305" y="4340696"/>
                </a:lnTo>
                <a:cubicBezTo>
                  <a:pt x="10190635" y="4340696"/>
                  <a:pt x="10191093" y="4341156"/>
                  <a:pt x="10191093" y="4341156"/>
                </a:cubicBezTo>
                <a:lnTo>
                  <a:pt x="10195626" y="4349037"/>
                </a:lnTo>
                <a:cubicBezTo>
                  <a:pt x="10195758" y="4349300"/>
                  <a:pt x="10195626" y="4349891"/>
                  <a:pt x="10195626" y="4349891"/>
                </a:cubicBezTo>
                <a:lnTo>
                  <a:pt x="10191093" y="4357772"/>
                </a:lnTo>
                <a:cubicBezTo>
                  <a:pt x="10190896" y="4358036"/>
                  <a:pt x="10190305" y="4358232"/>
                  <a:pt x="10190305" y="4358232"/>
                </a:cubicBezTo>
                <a:lnTo>
                  <a:pt x="10181242" y="4358232"/>
                </a:lnTo>
                <a:cubicBezTo>
                  <a:pt x="10180914" y="4358232"/>
                  <a:pt x="10180453" y="4357772"/>
                  <a:pt x="10180453" y="4357772"/>
                </a:cubicBezTo>
                <a:lnTo>
                  <a:pt x="10175922" y="4349891"/>
                </a:lnTo>
                <a:cubicBezTo>
                  <a:pt x="10175790" y="4349628"/>
                  <a:pt x="10175922" y="4349037"/>
                  <a:pt x="10175922" y="4349037"/>
                </a:cubicBezTo>
                <a:lnTo>
                  <a:pt x="10180453" y="4341156"/>
                </a:lnTo>
                <a:cubicBezTo>
                  <a:pt x="10180650" y="4340893"/>
                  <a:pt x="10181242" y="4340696"/>
                  <a:pt x="10181242" y="4340696"/>
                </a:cubicBezTo>
                <a:close/>
                <a:moveTo>
                  <a:pt x="9926861" y="4340696"/>
                </a:moveTo>
                <a:lnTo>
                  <a:pt x="9935924" y="4340696"/>
                </a:lnTo>
                <a:cubicBezTo>
                  <a:pt x="9936254" y="4340696"/>
                  <a:pt x="9936713" y="4341156"/>
                  <a:pt x="9936713" y="4341156"/>
                </a:cubicBezTo>
                <a:lnTo>
                  <a:pt x="9941246" y="4349037"/>
                </a:lnTo>
                <a:cubicBezTo>
                  <a:pt x="9941376" y="4349300"/>
                  <a:pt x="9941246" y="4349891"/>
                  <a:pt x="9941246" y="4349891"/>
                </a:cubicBezTo>
                <a:lnTo>
                  <a:pt x="9936713" y="4357772"/>
                </a:lnTo>
                <a:cubicBezTo>
                  <a:pt x="9936516" y="4358036"/>
                  <a:pt x="9935924" y="4358232"/>
                  <a:pt x="9935924" y="4358232"/>
                </a:cubicBezTo>
                <a:lnTo>
                  <a:pt x="9926861" y="4358232"/>
                </a:lnTo>
                <a:cubicBezTo>
                  <a:pt x="9926532" y="4358232"/>
                  <a:pt x="9926073" y="4357772"/>
                  <a:pt x="9926073" y="4357772"/>
                </a:cubicBezTo>
                <a:lnTo>
                  <a:pt x="9921541" y="4349891"/>
                </a:lnTo>
                <a:cubicBezTo>
                  <a:pt x="9921410" y="4349628"/>
                  <a:pt x="9921541" y="4349037"/>
                  <a:pt x="9921541" y="4349037"/>
                </a:cubicBezTo>
                <a:lnTo>
                  <a:pt x="9926073" y="4341156"/>
                </a:lnTo>
                <a:cubicBezTo>
                  <a:pt x="9926270" y="4340893"/>
                  <a:pt x="9926861" y="4340696"/>
                  <a:pt x="9926861" y="4340696"/>
                </a:cubicBezTo>
                <a:close/>
                <a:moveTo>
                  <a:pt x="9672481" y="4340696"/>
                </a:moveTo>
                <a:lnTo>
                  <a:pt x="9681545" y="4340696"/>
                </a:lnTo>
                <a:cubicBezTo>
                  <a:pt x="9681872" y="4340696"/>
                  <a:pt x="9682333" y="4341156"/>
                  <a:pt x="9682333" y="4341156"/>
                </a:cubicBezTo>
                <a:lnTo>
                  <a:pt x="9686865" y="4349037"/>
                </a:lnTo>
                <a:cubicBezTo>
                  <a:pt x="9686996" y="4349300"/>
                  <a:pt x="9686865" y="4349891"/>
                  <a:pt x="9686865" y="4349891"/>
                </a:cubicBezTo>
                <a:lnTo>
                  <a:pt x="9682333" y="4357772"/>
                </a:lnTo>
                <a:cubicBezTo>
                  <a:pt x="9682136" y="4358036"/>
                  <a:pt x="9681545" y="4358232"/>
                  <a:pt x="9681545" y="4358232"/>
                </a:cubicBezTo>
                <a:lnTo>
                  <a:pt x="9672481" y="4358232"/>
                </a:lnTo>
                <a:cubicBezTo>
                  <a:pt x="9672152" y="4358232"/>
                  <a:pt x="9671693" y="4357772"/>
                  <a:pt x="9671693" y="4357772"/>
                </a:cubicBezTo>
                <a:lnTo>
                  <a:pt x="9667160" y="4349891"/>
                </a:lnTo>
                <a:cubicBezTo>
                  <a:pt x="9667030" y="4349628"/>
                  <a:pt x="9667160" y="4349037"/>
                  <a:pt x="9667160" y="4349037"/>
                </a:cubicBezTo>
                <a:lnTo>
                  <a:pt x="9671693" y="4341156"/>
                </a:lnTo>
                <a:cubicBezTo>
                  <a:pt x="9671890" y="4340893"/>
                  <a:pt x="9672481" y="4340696"/>
                  <a:pt x="9672481" y="4340696"/>
                </a:cubicBezTo>
                <a:close/>
                <a:moveTo>
                  <a:pt x="9418035" y="4340696"/>
                </a:moveTo>
                <a:lnTo>
                  <a:pt x="9427099" y="4340696"/>
                </a:lnTo>
                <a:cubicBezTo>
                  <a:pt x="9427427" y="4340696"/>
                  <a:pt x="9427887" y="4341156"/>
                  <a:pt x="9427887" y="4341156"/>
                </a:cubicBezTo>
                <a:lnTo>
                  <a:pt x="9432419" y="4349037"/>
                </a:lnTo>
                <a:cubicBezTo>
                  <a:pt x="9432550" y="4349300"/>
                  <a:pt x="9432419" y="4349891"/>
                  <a:pt x="9432419" y="4349891"/>
                </a:cubicBezTo>
                <a:lnTo>
                  <a:pt x="9427887" y="4357772"/>
                </a:lnTo>
                <a:cubicBezTo>
                  <a:pt x="9427690" y="4358036"/>
                  <a:pt x="9427099" y="4358232"/>
                  <a:pt x="9427099" y="4358232"/>
                </a:cubicBezTo>
                <a:lnTo>
                  <a:pt x="9418035" y="4358232"/>
                </a:lnTo>
                <a:cubicBezTo>
                  <a:pt x="9417707" y="4358232"/>
                  <a:pt x="9417247" y="4357772"/>
                  <a:pt x="9417247" y="4357772"/>
                </a:cubicBezTo>
                <a:lnTo>
                  <a:pt x="9412714" y="4349891"/>
                </a:lnTo>
                <a:cubicBezTo>
                  <a:pt x="9412583" y="4349628"/>
                  <a:pt x="9412714" y="4349037"/>
                  <a:pt x="9412714" y="4349037"/>
                </a:cubicBezTo>
                <a:lnTo>
                  <a:pt x="9417247" y="4341156"/>
                </a:lnTo>
                <a:cubicBezTo>
                  <a:pt x="9417444" y="4340893"/>
                  <a:pt x="9418035" y="4340696"/>
                  <a:pt x="9418035" y="4340696"/>
                </a:cubicBezTo>
                <a:close/>
                <a:moveTo>
                  <a:pt x="9163654" y="4340696"/>
                </a:moveTo>
                <a:lnTo>
                  <a:pt x="9172718" y="4340696"/>
                </a:lnTo>
                <a:cubicBezTo>
                  <a:pt x="9173046" y="4340696"/>
                  <a:pt x="9173506" y="4341156"/>
                  <a:pt x="9173506" y="4341156"/>
                </a:cubicBezTo>
                <a:lnTo>
                  <a:pt x="9178038" y="4349037"/>
                </a:lnTo>
                <a:cubicBezTo>
                  <a:pt x="9178169" y="4349300"/>
                  <a:pt x="9178038" y="4349891"/>
                  <a:pt x="9178038" y="4349891"/>
                </a:cubicBezTo>
                <a:lnTo>
                  <a:pt x="9173506" y="4357772"/>
                </a:lnTo>
                <a:cubicBezTo>
                  <a:pt x="9173309" y="4358036"/>
                  <a:pt x="9172718" y="4358232"/>
                  <a:pt x="9172718" y="4358232"/>
                </a:cubicBezTo>
                <a:lnTo>
                  <a:pt x="9163654" y="4358232"/>
                </a:lnTo>
                <a:cubicBezTo>
                  <a:pt x="9163326" y="4358232"/>
                  <a:pt x="9162866" y="4357772"/>
                  <a:pt x="9162866" y="4357772"/>
                </a:cubicBezTo>
                <a:lnTo>
                  <a:pt x="9158333" y="4349891"/>
                </a:lnTo>
                <a:cubicBezTo>
                  <a:pt x="9158202" y="4349628"/>
                  <a:pt x="9158333" y="4349037"/>
                  <a:pt x="9158333" y="4349037"/>
                </a:cubicBezTo>
                <a:lnTo>
                  <a:pt x="9162866" y="4341156"/>
                </a:lnTo>
                <a:cubicBezTo>
                  <a:pt x="9163062" y="4340893"/>
                  <a:pt x="9163654" y="4340696"/>
                  <a:pt x="9163654" y="4340696"/>
                </a:cubicBezTo>
                <a:close/>
                <a:moveTo>
                  <a:pt x="8909274" y="4340696"/>
                </a:moveTo>
                <a:lnTo>
                  <a:pt x="8918336" y="4340696"/>
                </a:lnTo>
                <a:cubicBezTo>
                  <a:pt x="8918666" y="4340696"/>
                  <a:pt x="8919125" y="4341156"/>
                  <a:pt x="8919125" y="4341156"/>
                </a:cubicBezTo>
                <a:lnTo>
                  <a:pt x="8923657" y="4349037"/>
                </a:lnTo>
                <a:cubicBezTo>
                  <a:pt x="8923789" y="4349300"/>
                  <a:pt x="8923657" y="4349891"/>
                  <a:pt x="8923657" y="4349891"/>
                </a:cubicBezTo>
                <a:lnTo>
                  <a:pt x="8919125" y="4357772"/>
                </a:lnTo>
                <a:cubicBezTo>
                  <a:pt x="8918928" y="4358036"/>
                  <a:pt x="8918336" y="4358232"/>
                  <a:pt x="8918336" y="4358232"/>
                </a:cubicBezTo>
                <a:lnTo>
                  <a:pt x="8909274" y="4358232"/>
                </a:lnTo>
                <a:cubicBezTo>
                  <a:pt x="8908945" y="4358232"/>
                  <a:pt x="8908484" y="4357772"/>
                  <a:pt x="8908484" y="4357772"/>
                </a:cubicBezTo>
                <a:lnTo>
                  <a:pt x="8903953" y="4349891"/>
                </a:lnTo>
                <a:cubicBezTo>
                  <a:pt x="8903821" y="4349628"/>
                  <a:pt x="8903953" y="4349037"/>
                  <a:pt x="8903953" y="4349037"/>
                </a:cubicBezTo>
                <a:lnTo>
                  <a:pt x="8908484" y="4341156"/>
                </a:lnTo>
                <a:cubicBezTo>
                  <a:pt x="8908681" y="4340893"/>
                  <a:pt x="8909274" y="4340696"/>
                  <a:pt x="8909274" y="4340696"/>
                </a:cubicBezTo>
                <a:close/>
                <a:moveTo>
                  <a:pt x="8654892" y="4340696"/>
                </a:moveTo>
                <a:lnTo>
                  <a:pt x="8663955" y="4340696"/>
                </a:lnTo>
                <a:cubicBezTo>
                  <a:pt x="8664285" y="4340696"/>
                  <a:pt x="8664744" y="4341156"/>
                  <a:pt x="8664744" y="4341156"/>
                </a:cubicBezTo>
                <a:lnTo>
                  <a:pt x="8669277" y="4349037"/>
                </a:lnTo>
                <a:cubicBezTo>
                  <a:pt x="8669408" y="4349300"/>
                  <a:pt x="8669277" y="4349891"/>
                  <a:pt x="8669277" y="4349891"/>
                </a:cubicBezTo>
                <a:lnTo>
                  <a:pt x="8664744" y="4357772"/>
                </a:lnTo>
                <a:cubicBezTo>
                  <a:pt x="8664548" y="4358036"/>
                  <a:pt x="8663955" y="4358232"/>
                  <a:pt x="8663955" y="4358232"/>
                </a:cubicBezTo>
                <a:lnTo>
                  <a:pt x="8654892" y="4358232"/>
                </a:lnTo>
                <a:cubicBezTo>
                  <a:pt x="8654565" y="4358232"/>
                  <a:pt x="8654104" y="4357772"/>
                  <a:pt x="8654104" y="4357772"/>
                </a:cubicBezTo>
                <a:lnTo>
                  <a:pt x="8649572" y="4349891"/>
                </a:lnTo>
                <a:cubicBezTo>
                  <a:pt x="8649441" y="4349628"/>
                  <a:pt x="8649572" y="4349037"/>
                  <a:pt x="8649572" y="4349037"/>
                </a:cubicBezTo>
                <a:lnTo>
                  <a:pt x="8654104" y="4341156"/>
                </a:lnTo>
                <a:cubicBezTo>
                  <a:pt x="8654301" y="4340893"/>
                  <a:pt x="8654892" y="4340696"/>
                  <a:pt x="8654892" y="4340696"/>
                </a:cubicBezTo>
                <a:close/>
                <a:moveTo>
                  <a:pt x="8400511" y="4340696"/>
                </a:moveTo>
                <a:lnTo>
                  <a:pt x="8409575" y="4340696"/>
                </a:lnTo>
                <a:cubicBezTo>
                  <a:pt x="8409904" y="4340696"/>
                  <a:pt x="8410363" y="4341156"/>
                  <a:pt x="8410363" y="4341156"/>
                </a:cubicBezTo>
                <a:lnTo>
                  <a:pt x="8414896" y="4349037"/>
                </a:lnTo>
                <a:cubicBezTo>
                  <a:pt x="8415027" y="4349300"/>
                  <a:pt x="8414896" y="4349891"/>
                  <a:pt x="8414896" y="4349891"/>
                </a:cubicBezTo>
                <a:lnTo>
                  <a:pt x="8410363" y="4357772"/>
                </a:lnTo>
                <a:cubicBezTo>
                  <a:pt x="8410166" y="4358036"/>
                  <a:pt x="8409575" y="4358232"/>
                  <a:pt x="8409575" y="4358232"/>
                </a:cubicBezTo>
                <a:lnTo>
                  <a:pt x="8400511" y="4358232"/>
                </a:lnTo>
                <a:cubicBezTo>
                  <a:pt x="8400184" y="4358232"/>
                  <a:pt x="8399723" y="4357772"/>
                  <a:pt x="8399723" y="4357772"/>
                </a:cubicBezTo>
                <a:lnTo>
                  <a:pt x="8395191" y="4349891"/>
                </a:lnTo>
                <a:cubicBezTo>
                  <a:pt x="8395060" y="4349628"/>
                  <a:pt x="8395191" y="4349037"/>
                  <a:pt x="8395191" y="4349037"/>
                </a:cubicBezTo>
                <a:lnTo>
                  <a:pt x="8399723" y="4341156"/>
                </a:lnTo>
                <a:cubicBezTo>
                  <a:pt x="8399920" y="4340893"/>
                  <a:pt x="8400511" y="4340696"/>
                  <a:pt x="8400511" y="4340696"/>
                </a:cubicBezTo>
                <a:close/>
                <a:moveTo>
                  <a:pt x="8146065" y="4340696"/>
                </a:moveTo>
                <a:lnTo>
                  <a:pt x="8155129" y="4340696"/>
                </a:lnTo>
                <a:cubicBezTo>
                  <a:pt x="8155458" y="4340696"/>
                  <a:pt x="8155917" y="4341156"/>
                  <a:pt x="8155917" y="4341156"/>
                </a:cubicBezTo>
                <a:lnTo>
                  <a:pt x="8160449" y="4349037"/>
                </a:lnTo>
                <a:cubicBezTo>
                  <a:pt x="8160580" y="4349300"/>
                  <a:pt x="8160449" y="4349891"/>
                  <a:pt x="8160449" y="4349891"/>
                </a:cubicBezTo>
                <a:lnTo>
                  <a:pt x="8155917" y="4357772"/>
                </a:lnTo>
                <a:cubicBezTo>
                  <a:pt x="8155719" y="4358036"/>
                  <a:pt x="8155129" y="4358232"/>
                  <a:pt x="8155129" y="4358232"/>
                </a:cubicBezTo>
                <a:lnTo>
                  <a:pt x="8146065" y="4358232"/>
                </a:lnTo>
                <a:cubicBezTo>
                  <a:pt x="8145737" y="4358232"/>
                  <a:pt x="8145277" y="4357772"/>
                  <a:pt x="8145277" y="4357772"/>
                </a:cubicBezTo>
                <a:lnTo>
                  <a:pt x="8140745" y="4349891"/>
                </a:lnTo>
                <a:cubicBezTo>
                  <a:pt x="8140613" y="4349628"/>
                  <a:pt x="8140745" y="4349037"/>
                  <a:pt x="8140745" y="4349037"/>
                </a:cubicBezTo>
                <a:lnTo>
                  <a:pt x="8145277" y="4341156"/>
                </a:lnTo>
                <a:cubicBezTo>
                  <a:pt x="8145474" y="4340893"/>
                  <a:pt x="8146065" y="4340696"/>
                  <a:pt x="8146065" y="4340696"/>
                </a:cubicBezTo>
                <a:close/>
                <a:moveTo>
                  <a:pt x="7891684" y="4340696"/>
                </a:moveTo>
                <a:lnTo>
                  <a:pt x="7900748" y="4340696"/>
                </a:lnTo>
                <a:cubicBezTo>
                  <a:pt x="7901076" y="4340696"/>
                  <a:pt x="7901536" y="4341156"/>
                  <a:pt x="7901536" y="4341156"/>
                </a:cubicBezTo>
                <a:lnTo>
                  <a:pt x="7906067" y="4349037"/>
                </a:lnTo>
                <a:cubicBezTo>
                  <a:pt x="7906199" y="4349300"/>
                  <a:pt x="7906067" y="4349891"/>
                  <a:pt x="7906067" y="4349891"/>
                </a:cubicBezTo>
                <a:lnTo>
                  <a:pt x="7901536" y="4357772"/>
                </a:lnTo>
                <a:cubicBezTo>
                  <a:pt x="7901339" y="4358036"/>
                  <a:pt x="7900748" y="4358232"/>
                  <a:pt x="7900748" y="4358232"/>
                </a:cubicBezTo>
                <a:lnTo>
                  <a:pt x="7891684" y="4358232"/>
                </a:lnTo>
                <a:cubicBezTo>
                  <a:pt x="7891355" y="4358232"/>
                  <a:pt x="7890896" y="4357772"/>
                  <a:pt x="7890896" y="4357772"/>
                </a:cubicBezTo>
                <a:lnTo>
                  <a:pt x="7886363" y="4349891"/>
                </a:lnTo>
                <a:cubicBezTo>
                  <a:pt x="7886233" y="4349628"/>
                  <a:pt x="7886363" y="4349037"/>
                  <a:pt x="7886363" y="4349037"/>
                </a:cubicBezTo>
                <a:lnTo>
                  <a:pt x="7890896" y="4341156"/>
                </a:lnTo>
                <a:cubicBezTo>
                  <a:pt x="7891093" y="4340893"/>
                  <a:pt x="7891684" y="4340696"/>
                  <a:pt x="7891684" y="4340696"/>
                </a:cubicBezTo>
                <a:close/>
                <a:moveTo>
                  <a:pt x="7637304" y="4340696"/>
                </a:moveTo>
                <a:lnTo>
                  <a:pt x="7646367" y="4340696"/>
                </a:lnTo>
                <a:cubicBezTo>
                  <a:pt x="7646696" y="4340696"/>
                  <a:pt x="7647156" y="4341156"/>
                  <a:pt x="7647156" y="4341156"/>
                </a:cubicBezTo>
                <a:lnTo>
                  <a:pt x="7651687" y="4349037"/>
                </a:lnTo>
                <a:cubicBezTo>
                  <a:pt x="7651819" y="4349300"/>
                  <a:pt x="7651687" y="4349891"/>
                  <a:pt x="7651687" y="4349891"/>
                </a:cubicBezTo>
                <a:lnTo>
                  <a:pt x="7647156" y="4357772"/>
                </a:lnTo>
                <a:cubicBezTo>
                  <a:pt x="7646958" y="4358036"/>
                  <a:pt x="7646367" y="4358232"/>
                  <a:pt x="7646367" y="4358232"/>
                </a:cubicBezTo>
                <a:lnTo>
                  <a:pt x="7637304" y="4358232"/>
                </a:lnTo>
                <a:cubicBezTo>
                  <a:pt x="7636975" y="4358232"/>
                  <a:pt x="7636516" y="4357772"/>
                  <a:pt x="7636516" y="4357772"/>
                </a:cubicBezTo>
                <a:lnTo>
                  <a:pt x="7631983" y="4349891"/>
                </a:lnTo>
                <a:cubicBezTo>
                  <a:pt x="7631851" y="4349628"/>
                  <a:pt x="7631983" y="4349037"/>
                  <a:pt x="7631983" y="4349037"/>
                </a:cubicBezTo>
                <a:lnTo>
                  <a:pt x="7636516" y="4341156"/>
                </a:lnTo>
                <a:cubicBezTo>
                  <a:pt x="7636713" y="4340893"/>
                  <a:pt x="7637304" y="4340696"/>
                  <a:pt x="7637304" y="4340696"/>
                </a:cubicBezTo>
                <a:close/>
                <a:moveTo>
                  <a:pt x="7382923" y="4340696"/>
                </a:moveTo>
                <a:lnTo>
                  <a:pt x="7391987" y="4340696"/>
                </a:lnTo>
                <a:cubicBezTo>
                  <a:pt x="7392315" y="4340696"/>
                  <a:pt x="7392775" y="4341156"/>
                  <a:pt x="7392775" y="4341156"/>
                </a:cubicBezTo>
                <a:lnTo>
                  <a:pt x="7397307" y="4349037"/>
                </a:lnTo>
                <a:cubicBezTo>
                  <a:pt x="7397438" y="4349300"/>
                  <a:pt x="7397307" y="4349891"/>
                  <a:pt x="7397307" y="4349891"/>
                </a:cubicBezTo>
                <a:lnTo>
                  <a:pt x="7392775" y="4357772"/>
                </a:lnTo>
                <a:cubicBezTo>
                  <a:pt x="7392578" y="4358036"/>
                  <a:pt x="7391987" y="4358232"/>
                  <a:pt x="7391987" y="4358232"/>
                </a:cubicBezTo>
                <a:lnTo>
                  <a:pt x="7382923" y="4358232"/>
                </a:lnTo>
                <a:cubicBezTo>
                  <a:pt x="7382595" y="4358232"/>
                  <a:pt x="7382135" y="4357772"/>
                  <a:pt x="7382135" y="4357772"/>
                </a:cubicBezTo>
                <a:lnTo>
                  <a:pt x="7377602" y="4349891"/>
                </a:lnTo>
                <a:cubicBezTo>
                  <a:pt x="7377471" y="4349628"/>
                  <a:pt x="7377602" y="4349037"/>
                  <a:pt x="7377602" y="4349037"/>
                </a:cubicBezTo>
                <a:lnTo>
                  <a:pt x="7382135" y="4341156"/>
                </a:lnTo>
                <a:cubicBezTo>
                  <a:pt x="7382331" y="4340893"/>
                  <a:pt x="7382923" y="4340696"/>
                  <a:pt x="7382923" y="4340696"/>
                </a:cubicBezTo>
                <a:close/>
                <a:moveTo>
                  <a:pt x="7128477" y="4340696"/>
                </a:moveTo>
                <a:lnTo>
                  <a:pt x="7137540" y="4340696"/>
                </a:lnTo>
                <a:cubicBezTo>
                  <a:pt x="7137869" y="4340696"/>
                  <a:pt x="7138328" y="4341156"/>
                  <a:pt x="7138328" y="4341156"/>
                </a:cubicBezTo>
                <a:lnTo>
                  <a:pt x="7142860" y="4349037"/>
                </a:lnTo>
                <a:cubicBezTo>
                  <a:pt x="7142992" y="4349300"/>
                  <a:pt x="7142860" y="4349891"/>
                  <a:pt x="7142860" y="4349891"/>
                </a:cubicBezTo>
                <a:lnTo>
                  <a:pt x="7138328" y="4357772"/>
                </a:lnTo>
                <a:cubicBezTo>
                  <a:pt x="7138131" y="4358036"/>
                  <a:pt x="7137540" y="4358232"/>
                  <a:pt x="7137540" y="4358232"/>
                </a:cubicBezTo>
                <a:lnTo>
                  <a:pt x="7128477" y="4358232"/>
                </a:lnTo>
                <a:cubicBezTo>
                  <a:pt x="7128148" y="4358232"/>
                  <a:pt x="7127689" y="4357772"/>
                  <a:pt x="7127689" y="4357772"/>
                </a:cubicBezTo>
                <a:lnTo>
                  <a:pt x="7123156" y="4349891"/>
                </a:lnTo>
                <a:cubicBezTo>
                  <a:pt x="7123024" y="4349628"/>
                  <a:pt x="7123156" y="4349037"/>
                  <a:pt x="7123156" y="4349037"/>
                </a:cubicBezTo>
                <a:lnTo>
                  <a:pt x="7127689" y="4341156"/>
                </a:lnTo>
                <a:cubicBezTo>
                  <a:pt x="7127885" y="4340893"/>
                  <a:pt x="7128477" y="4340696"/>
                  <a:pt x="7128477" y="4340696"/>
                </a:cubicBezTo>
                <a:close/>
                <a:moveTo>
                  <a:pt x="6874095" y="4340696"/>
                </a:moveTo>
                <a:lnTo>
                  <a:pt x="6883159" y="4340696"/>
                </a:lnTo>
                <a:cubicBezTo>
                  <a:pt x="6883488" y="4340696"/>
                  <a:pt x="6883947" y="4341156"/>
                  <a:pt x="6883947" y="4341156"/>
                </a:cubicBezTo>
                <a:lnTo>
                  <a:pt x="6888480" y="4349037"/>
                </a:lnTo>
                <a:cubicBezTo>
                  <a:pt x="6888611" y="4349300"/>
                  <a:pt x="6888480" y="4349891"/>
                  <a:pt x="6888480" y="4349891"/>
                </a:cubicBezTo>
                <a:lnTo>
                  <a:pt x="6883947" y="4357772"/>
                </a:lnTo>
                <a:cubicBezTo>
                  <a:pt x="6883751" y="4358036"/>
                  <a:pt x="6883159" y="4358232"/>
                  <a:pt x="6883159" y="4358232"/>
                </a:cubicBezTo>
                <a:lnTo>
                  <a:pt x="6874095" y="4358232"/>
                </a:lnTo>
                <a:cubicBezTo>
                  <a:pt x="6873768" y="4358232"/>
                  <a:pt x="6873307" y="4357772"/>
                  <a:pt x="6873307" y="4357772"/>
                </a:cubicBezTo>
                <a:lnTo>
                  <a:pt x="6868775" y="4349891"/>
                </a:lnTo>
                <a:cubicBezTo>
                  <a:pt x="6868644" y="4349628"/>
                  <a:pt x="6868775" y="4349037"/>
                  <a:pt x="6868775" y="4349037"/>
                </a:cubicBezTo>
                <a:lnTo>
                  <a:pt x="6873307" y="4341156"/>
                </a:lnTo>
                <a:cubicBezTo>
                  <a:pt x="6873504" y="4340893"/>
                  <a:pt x="6874095" y="4340696"/>
                  <a:pt x="6874095" y="4340696"/>
                </a:cubicBezTo>
                <a:close/>
                <a:moveTo>
                  <a:pt x="6619714" y="4340696"/>
                </a:moveTo>
                <a:lnTo>
                  <a:pt x="6628778" y="4340696"/>
                </a:lnTo>
                <a:cubicBezTo>
                  <a:pt x="6629107" y="4340696"/>
                  <a:pt x="6629566" y="4341156"/>
                  <a:pt x="6629566" y="4341156"/>
                </a:cubicBezTo>
                <a:lnTo>
                  <a:pt x="6634099" y="4349037"/>
                </a:lnTo>
                <a:cubicBezTo>
                  <a:pt x="6634230" y="4349300"/>
                  <a:pt x="6634099" y="4349891"/>
                  <a:pt x="6634099" y="4349891"/>
                </a:cubicBezTo>
                <a:lnTo>
                  <a:pt x="6629566" y="4357772"/>
                </a:lnTo>
                <a:cubicBezTo>
                  <a:pt x="6629369" y="4358036"/>
                  <a:pt x="6628778" y="4358232"/>
                  <a:pt x="6628778" y="4358232"/>
                </a:cubicBezTo>
                <a:lnTo>
                  <a:pt x="6619714" y="4358232"/>
                </a:lnTo>
                <a:cubicBezTo>
                  <a:pt x="6619387" y="4358232"/>
                  <a:pt x="6618926" y="4357772"/>
                  <a:pt x="6618926" y="4357772"/>
                </a:cubicBezTo>
                <a:lnTo>
                  <a:pt x="6614394" y="4349891"/>
                </a:lnTo>
                <a:cubicBezTo>
                  <a:pt x="6614263" y="4349628"/>
                  <a:pt x="6614394" y="4349037"/>
                  <a:pt x="6614394" y="4349037"/>
                </a:cubicBezTo>
                <a:lnTo>
                  <a:pt x="6618926" y="4341156"/>
                </a:lnTo>
                <a:cubicBezTo>
                  <a:pt x="6619123" y="4340893"/>
                  <a:pt x="6619714" y="4340696"/>
                  <a:pt x="6619714" y="4340696"/>
                </a:cubicBezTo>
                <a:close/>
                <a:moveTo>
                  <a:pt x="6365334" y="4340696"/>
                </a:moveTo>
                <a:lnTo>
                  <a:pt x="6374397" y="4340696"/>
                </a:lnTo>
                <a:cubicBezTo>
                  <a:pt x="6374727" y="4340696"/>
                  <a:pt x="6375186" y="4341156"/>
                  <a:pt x="6375186" y="4341156"/>
                </a:cubicBezTo>
                <a:lnTo>
                  <a:pt x="6379718" y="4349037"/>
                </a:lnTo>
                <a:cubicBezTo>
                  <a:pt x="6379849" y="4349300"/>
                  <a:pt x="6379718" y="4349891"/>
                  <a:pt x="6379718" y="4349891"/>
                </a:cubicBezTo>
                <a:lnTo>
                  <a:pt x="6375186" y="4357772"/>
                </a:lnTo>
                <a:cubicBezTo>
                  <a:pt x="6374988" y="4358036"/>
                  <a:pt x="6374397" y="4358232"/>
                  <a:pt x="6374397" y="4358232"/>
                </a:cubicBezTo>
                <a:lnTo>
                  <a:pt x="6365334" y="4358232"/>
                </a:lnTo>
                <a:cubicBezTo>
                  <a:pt x="6365005" y="4358232"/>
                  <a:pt x="6364546" y="4357772"/>
                  <a:pt x="6364546" y="4357772"/>
                </a:cubicBezTo>
                <a:lnTo>
                  <a:pt x="6360014" y="4349891"/>
                </a:lnTo>
                <a:cubicBezTo>
                  <a:pt x="6359882" y="4349628"/>
                  <a:pt x="6360014" y="4349037"/>
                  <a:pt x="6360014" y="4349037"/>
                </a:cubicBezTo>
                <a:lnTo>
                  <a:pt x="6364546" y="4341156"/>
                </a:lnTo>
                <a:cubicBezTo>
                  <a:pt x="6364743" y="4340893"/>
                  <a:pt x="6365334" y="4340696"/>
                  <a:pt x="6365334" y="4340696"/>
                </a:cubicBezTo>
                <a:close/>
                <a:moveTo>
                  <a:pt x="6110888" y="4340696"/>
                </a:moveTo>
                <a:lnTo>
                  <a:pt x="6119953" y="4340696"/>
                </a:lnTo>
                <a:cubicBezTo>
                  <a:pt x="6120280" y="4340696"/>
                  <a:pt x="6120740" y="4341156"/>
                  <a:pt x="6120740" y="4341156"/>
                </a:cubicBezTo>
                <a:lnTo>
                  <a:pt x="6125272" y="4349037"/>
                </a:lnTo>
                <a:cubicBezTo>
                  <a:pt x="6125403" y="4349300"/>
                  <a:pt x="6125272" y="4349891"/>
                  <a:pt x="6125272" y="4349891"/>
                </a:cubicBezTo>
                <a:lnTo>
                  <a:pt x="6120740" y="4357772"/>
                </a:lnTo>
                <a:cubicBezTo>
                  <a:pt x="6120543" y="4358036"/>
                  <a:pt x="6119953" y="4358232"/>
                  <a:pt x="6119953" y="4358232"/>
                </a:cubicBezTo>
                <a:lnTo>
                  <a:pt x="6110888" y="4358232"/>
                </a:lnTo>
                <a:cubicBezTo>
                  <a:pt x="6110560" y="4358232"/>
                  <a:pt x="6110101" y="4357772"/>
                  <a:pt x="6110101" y="4357772"/>
                </a:cubicBezTo>
                <a:lnTo>
                  <a:pt x="6105567" y="4349891"/>
                </a:lnTo>
                <a:cubicBezTo>
                  <a:pt x="6105436" y="4349628"/>
                  <a:pt x="6105567" y="4349037"/>
                  <a:pt x="6105567" y="4349037"/>
                </a:cubicBezTo>
                <a:lnTo>
                  <a:pt x="6110101" y="4341156"/>
                </a:lnTo>
                <a:cubicBezTo>
                  <a:pt x="6110296" y="4340893"/>
                  <a:pt x="6110888" y="4340696"/>
                  <a:pt x="6110888" y="4340696"/>
                </a:cubicBezTo>
                <a:close/>
                <a:moveTo>
                  <a:pt x="5856508" y="4340696"/>
                </a:moveTo>
                <a:lnTo>
                  <a:pt x="5865571" y="4340696"/>
                </a:lnTo>
                <a:cubicBezTo>
                  <a:pt x="5865900" y="4340696"/>
                  <a:pt x="5866359" y="4341156"/>
                  <a:pt x="5866359" y="4341156"/>
                </a:cubicBezTo>
                <a:lnTo>
                  <a:pt x="5870891" y="4349037"/>
                </a:lnTo>
                <a:cubicBezTo>
                  <a:pt x="5871023" y="4349300"/>
                  <a:pt x="5870891" y="4349891"/>
                  <a:pt x="5870891" y="4349891"/>
                </a:cubicBezTo>
                <a:lnTo>
                  <a:pt x="5866359" y="4357772"/>
                </a:lnTo>
                <a:cubicBezTo>
                  <a:pt x="5866163" y="4358036"/>
                  <a:pt x="5865571" y="4358232"/>
                  <a:pt x="5865571" y="4358232"/>
                </a:cubicBezTo>
                <a:lnTo>
                  <a:pt x="5856508" y="4358232"/>
                </a:lnTo>
                <a:cubicBezTo>
                  <a:pt x="5856178" y="4358232"/>
                  <a:pt x="5855720" y="4357772"/>
                  <a:pt x="5855720" y="4357772"/>
                </a:cubicBezTo>
                <a:lnTo>
                  <a:pt x="5851187" y="4349891"/>
                </a:lnTo>
                <a:cubicBezTo>
                  <a:pt x="5851055" y="4349628"/>
                  <a:pt x="5851187" y="4349037"/>
                  <a:pt x="5851187" y="4349037"/>
                </a:cubicBezTo>
                <a:lnTo>
                  <a:pt x="5855720" y="4341156"/>
                </a:lnTo>
                <a:cubicBezTo>
                  <a:pt x="5855916" y="4340893"/>
                  <a:pt x="5856508" y="4340696"/>
                  <a:pt x="5856508" y="4340696"/>
                </a:cubicBezTo>
                <a:close/>
                <a:moveTo>
                  <a:pt x="5602126" y="4340696"/>
                </a:moveTo>
                <a:lnTo>
                  <a:pt x="5611191" y="4340696"/>
                </a:lnTo>
                <a:cubicBezTo>
                  <a:pt x="5611519" y="4340696"/>
                  <a:pt x="5611979" y="4341156"/>
                  <a:pt x="5611979" y="4341156"/>
                </a:cubicBezTo>
                <a:lnTo>
                  <a:pt x="5616511" y="4349037"/>
                </a:lnTo>
                <a:cubicBezTo>
                  <a:pt x="5616642" y="4349300"/>
                  <a:pt x="5616511" y="4349891"/>
                  <a:pt x="5616511" y="4349891"/>
                </a:cubicBezTo>
                <a:lnTo>
                  <a:pt x="5611979" y="4357772"/>
                </a:lnTo>
                <a:cubicBezTo>
                  <a:pt x="5611782" y="4358036"/>
                  <a:pt x="5611191" y="4358232"/>
                  <a:pt x="5611191" y="4358232"/>
                </a:cubicBezTo>
                <a:lnTo>
                  <a:pt x="5602126" y="4358232"/>
                </a:lnTo>
                <a:cubicBezTo>
                  <a:pt x="5601798" y="4358232"/>
                  <a:pt x="5601338" y="4357772"/>
                  <a:pt x="5601338" y="4357772"/>
                </a:cubicBezTo>
                <a:lnTo>
                  <a:pt x="5596807" y="4349891"/>
                </a:lnTo>
                <a:cubicBezTo>
                  <a:pt x="5596675" y="4349628"/>
                  <a:pt x="5596807" y="4349037"/>
                  <a:pt x="5596807" y="4349037"/>
                </a:cubicBezTo>
                <a:lnTo>
                  <a:pt x="5601338" y="4341156"/>
                </a:lnTo>
                <a:cubicBezTo>
                  <a:pt x="5601536" y="4340893"/>
                  <a:pt x="5602126" y="4340696"/>
                  <a:pt x="5602126" y="4340696"/>
                </a:cubicBezTo>
                <a:close/>
                <a:moveTo>
                  <a:pt x="5347746" y="4340696"/>
                </a:moveTo>
                <a:lnTo>
                  <a:pt x="5356810" y="4340696"/>
                </a:lnTo>
                <a:cubicBezTo>
                  <a:pt x="5357138" y="4340696"/>
                  <a:pt x="5357598" y="4341156"/>
                  <a:pt x="5357598" y="4341156"/>
                </a:cubicBezTo>
                <a:lnTo>
                  <a:pt x="5362130" y="4349037"/>
                </a:lnTo>
                <a:cubicBezTo>
                  <a:pt x="5362261" y="4349300"/>
                  <a:pt x="5362130" y="4349891"/>
                  <a:pt x="5362130" y="4349891"/>
                </a:cubicBezTo>
                <a:lnTo>
                  <a:pt x="5357598" y="4357772"/>
                </a:lnTo>
                <a:cubicBezTo>
                  <a:pt x="5357401" y="4358036"/>
                  <a:pt x="5356810" y="4358232"/>
                  <a:pt x="5356810" y="4358232"/>
                </a:cubicBezTo>
                <a:lnTo>
                  <a:pt x="5347746" y="4358232"/>
                </a:lnTo>
                <a:cubicBezTo>
                  <a:pt x="5347418" y="4358232"/>
                  <a:pt x="5346958" y="4357772"/>
                  <a:pt x="5346958" y="4357772"/>
                </a:cubicBezTo>
                <a:lnTo>
                  <a:pt x="5342425" y="4349891"/>
                </a:lnTo>
                <a:cubicBezTo>
                  <a:pt x="5342295" y="4349628"/>
                  <a:pt x="5342425" y="4349037"/>
                  <a:pt x="5342425" y="4349037"/>
                </a:cubicBezTo>
                <a:lnTo>
                  <a:pt x="5346958" y="4341156"/>
                </a:lnTo>
                <a:cubicBezTo>
                  <a:pt x="5347154" y="4340893"/>
                  <a:pt x="5347746" y="4340696"/>
                  <a:pt x="5347746" y="4340696"/>
                </a:cubicBezTo>
                <a:close/>
                <a:moveTo>
                  <a:pt x="5093300" y="4340696"/>
                </a:moveTo>
                <a:lnTo>
                  <a:pt x="5102364" y="4340696"/>
                </a:lnTo>
                <a:cubicBezTo>
                  <a:pt x="5102693" y="4340696"/>
                  <a:pt x="5103153" y="4341156"/>
                  <a:pt x="5103153" y="4341156"/>
                </a:cubicBezTo>
                <a:lnTo>
                  <a:pt x="5107684" y="4349037"/>
                </a:lnTo>
                <a:cubicBezTo>
                  <a:pt x="5107815" y="4349300"/>
                  <a:pt x="5107684" y="4349891"/>
                  <a:pt x="5107684" y="4349891"/>
                </a:cubicBezTo>
                <a:lnTo>
                  <a:pt x="5103153" y="4357772"/>
                </a:lnTo>
                <a:cubicBezTo>
                  <a:pt x="5102955" y="4358036"/>
                  <a:pt x="5102364" y="4358232"/>
                  <a:pt x="5102364" y="4358232"/>
                </a:cubicBezTo>
                <a:lnTo>
                  <a:pt x="5093300" y="4358232"/>
                </a:lnTo>
                <a:cubicBezTo>
                  <a:pt x="5092972" y="4358232"/>
                  <a:pt x="5092512" y="4357772"/>
                  <a:pt x="5092512" y="4357772"/>
                </a:cubicBezTo>
                <a:lnTo>
                  <a:pt x="5087979" y="4349891"/>
                </a:lnTo>
                <a:cubicBezTo>
                  <a:pt x="5087848" y="4349628"/>
                  <a:pt x="5087979" y="4349037"/>
                  <a:pt x="5087979" y="4349037"/>
                </a:cubicBezTo>
                <a:lnTo>
                  <a:pt x="5092512" y="4341156"/>
                </a:lnTo>
                <a:cubicBezTo>
                  <a:pt x="5092708" y="4340893"/>
                  <a:pt x="5093300" y="4340696"/>
                  <a:pt x="5093300" y="4340696"/>
                </a:cubicBezTo>
                <a:close/>
                <a:moveTo>
                  <a:pt x="4838919" y="4340696"/>
                </a:moveTo>
                <a:lnTo>
                  <a:pt x="4847982" y="4340696"/>
                </a:lnTo>
                <a:cubicBezTo>
                  <a:pt x="4848311" y="4340696"/>
                  <a:pt x="4848772" y="4341156"/>
                  <a:pt x="4848772" y="4341156"/>
                </a:cubicBezTo>
                <a:lnTo>
                  <a:pt x="4853303" y="4349037"/>
                </a:lnTo>
                <a:cubicBezTo>
                  <a:pt x="4853435" y="4349300"/>
                  <a:pt x="4853303" y="4349891"/>
                  <a:pt x="4853303" y="4349891"/>
                </a:cubicBezTo>
                <a:lnTo>
                  <a:pt x="4848772" y="4357772"/>
                </a:lnTo>
                <a:cubicBezTo>
                  <a:pt x="4848575" y="4358036"/>
                  <a:pt x="4847982" y="4358232"/>
                  <a:pt x="4847982" y="4358232"/>
                </a:cubicBezTo>
                <a:lnTo>
                  <a:pt x="4838919" y="4358232"/>
                </a:lnTo>
                <a:cubicBezTo>
                  <a:pt x="4838590" y="4358232"/>
                  <a:pt x="4838132" y="4357772"/>
                  <a:pt x="4838132" y="4357772"/>
                </a:cubicBezTo>
                <a:lnTo>
                  <a:pt x="4833598" y="4349891"/>
                </a:lnTo>
                <a:cubicBezTo>
                  <a:pt x="4833467" y="4349628"/>
                  <a:pt x="4833598" y="4349037"/>
                  <a:pt x="4833598" y="4349037"/>
                </a:cubicBezTo>
                <a:lnTo>
                  <a:pt x="4838132" y="4341156"/>
                </a:lnTo>
                <a:cubicBezTo>
                  <a:pt x="4838328" y="4340893"/>
                  <a:pt x="4838919" y="4340696"/>
                  <a:pt x="4838919" y="4340696"/>
                </a:cubicBezTo>
                <a:close/>
                <a:moveTo>
                  <a:pt x="4584538" y="4340696"/>
                </a:moveTo>
                <a:lnTo>
                  <a:pt x="4593603" y="4340696"/>
                </a:lnTo>
                <a:cubicBezTo>
                  <a:pt x="4593932" y="4340696"/>
                  <a:pt x="4594390" y="4341156"/>
                  <a:pt x="4594390" y="4341156"/>
                </a:cubicBezTo>
                <a:lnTo>
                  <a:pt x="4598922" y="4349037"/>
                </a:lnTo>
                <a:cubicBezTo>
                  <a:pt x="4599054" y="4349300"/>
                  <a:pt x="4598922" y="4349891"/>
                  <a:pt x="4598922" y="4349891"/>
                </a:cubicBezTo>
                <a:lnTo>
                  <a:pt x="4594390" y="4357772"/>
                </a:lnTo>
                <a:cubicBezTo>
                  <a:pt x="4594193" y="4358036"/>
                  <a:pt x="4593603" y="4358232"/>
                  <a:pt x="4593603" y="4358232"/>
                </a:cubicBezTo>
                <a:lnTo>
                  <a:pt x="4584538" y="4358232"/>
                </a:lnTo>
                <a:cubicBezTo>
                  <a:pt x="4584210" y="4358232"/>
                  <a:pt x="4583749" y="4357772"/>
                  <a:pt x="4583749" y="4357772"/>
                </a:cubicBezTo>
                <a:lnTo>
                  <a:pt x="4579218" y="4349891"/>
                </a:lnTo>
                <a:cubicBezTo>
                  <a:pt x="4579087" y="4349628"/>
                  <a:pt x="4579218" y="4349037"/>
                  <a:pt x="4579218" y="4349037"/>
                </a:cubicBezTo>
                <a:lnTo>
                  <a:pt x="4583749" y="4341156"/>
                </a:lnTo>
                <a:cubicBezTo>
                  <a:pt x="4583948" y="4340893"/>
                  <a:pt x="4584538" y="4340696"/>
                  <a:pt x="4584538" y="4340696"/>
                </a:cubicBezTo>
                <a:close/>
                <a:moveTo>
                  <a:pt x="4330157" y="4340696"/>
                </a:moveTo>
                <a:lnTo>
                  <a:pt x="4339222" y="4340696"/>
                </a:lnTo>
                <a:cubicBezTo>
                  <a:pt x="4339550" y="4340696"/>
                  <a:pt x="4340010" y="4341156"/>
                  <a:pt x="4340010" y="4341156"/>
                </a:cubicBezTo>
                <a:lnTo>
                  <a:pt x="4344540" y="4349037"/>
                </a:lnTo>
                <a:cubicBezTo>
                  <a:pt x="4344672" y="4349300"/>
                  <a:pt x="4344540" y="4349891"/>
                  <a:pt x="4344540" y="4349891"/>
                </a:cubicBezTo>
                <a:lnTo>
                  <a:pt x="4340010" y="4357772"/>
                </a:lnTo>
                <a:cubicBezTo>
                  <a:pt x="4339812" y="4358036"/>
                  <a:pt x="4339222" y="4358232"/>
                  <a:pt x="4339222" y="4358232"/>
                </a:cubicBezTo>
                <a:lnTo>
                  <a:pt x="4330157" y="4358232"/>
                </a:lnTo>
                <a:cubicBezTo>
                  <a:pt x="4329829" y="4358232"/>
                  <a:pt x="4329369" y="4357772"/>
                  <a:pt x="4329369" y="4357772"/>
                </a:cubicBezTo>
                <a:lnTo>
                  <a:pt x="4324836" y="4349891"/>
                </a:lnTo>
                <a:cubicBezTo>
                  <a:pt x="4324706" y="4349628"/>
                  <a:pt x="4324836" y="4349037"/>
                  <a:pt x="4324836" y="4349037"/>
                </a:cubicBezTo>
                <a:lnTo>
                  <a:pt x="4329369" y="4341156"/>
                </a:lnTo>
                <a:cubicBezTo>
                  <a:pt x="4329565" y="4340893"/>
                  <a:pt x="4330157" y="4340696"/>
                  <a:pt x="4330157" y="4340696"/>
                </a:cubicBezTo>
                <a:close/>
                <a:moveTo>
                  <a:pt x="4075847" y="4340696"/>
                </a:moveTo>
                <a:lnTo>
                  <a:pt x="4084912" y="4340696"/>
                </a:lnTo>
                <a:cubicBezTo>
                  <a:pt x="4085240" y="4340696"/>
                  <a:pt x="4085699" y="4341156"/>
                  <a:pt x="4085699" y="4341156"/>
                </a:cubicBezTo>
                <a:lnTo>
                  <a:pt x="4090232" y="4349037"/>
                </a:lnTo>
                <a:cubicBezTo>
                  <a:pt x="4090364" y="4349300"/>
                  <a:pt x="4090232" y="4349891"/>
                  <a:pt x="4090232" y="4349891"/>
                </a:cubicBezTo>
                <a:lnTo>
                  <a:pt x="4085699" y="4357772"/>
                </a:lnTo>
                <a:cubicBezTo>
                  <a:pt x="4085502" y="4358036"/>
                  <a:pt x="4084912" y="4358232"/>
                  <a:pt x="4084912" y="4358232"/>
                </a:cubicBezTo>
                <a:lnTo>
                  <a:pt x="4075847" y="4358232"/>
                </a:lnTo>
                <a:cubicBezTo>
                  <a:pt x="4075519" y="4358232"/>
                  <a:pt x="4075060" y="4357772"/>
                  <a:pt x="4075060" y="4357772"/>
                </a:cubicBezTo>
                <a:lnTo>
                  <a:pt x="4070526" y="4349891"/>
                </a:lnTo>
                <a:cubicBezTo>
                  <a:pt x="4070395" y="4349628"/>
                  <a:pt x="4070526" y="4349037"/>
                  <a:pt x="4070526" y="4349037"/>
                </a:cubicBezTo>
                <a:lnTo>
                  <a:pt x="4075060" y="4341156"/>
                </a:lnTo>
                <a:cubicBezTo>
                  <a:pt x="4075256" y="4340893"/>
                  <a:pt x="4075847" y="4340696"/>
                  <a:pt x="4075847" y="4340696"/>
                </a:cubicBezTo>
                <a:close/>
                <a:moveTo>
                  <a:pt x="3821622" y="4340696"/>
                </a:moveTo>
                <a:lnTo>
                  <a:pt x="3830689" y="4340696"/>
                </a:lnTo>
                <a:cubicBezTo>
                  <a:pt x="3831016" y="4340696"/>
                  <a:pt x="3831475" y="4341156"/>
                  <a:pt x="3831475" y="4341156"/>
                </a:cubicBezTo>
                <a:lnTo>
                  <a:pt x="3836008" y="4349037"/>
                </a:lnTo>
                <a:cubicBezTo>
                  <a:pt x="3836139" y="4349300"/>
                  <a:pt x="3836008" y="4349891"/>
                  <a:pt x="3836008" y="4349891"/>
                </a:cubicBezTo>
                <a:lnTo>
                  <a:pt x="3831475" y="4357772"/>
                </a:lnTo>
                <a:cubicBezTo>
                  <a:pt x="3831279" y="4358036"/>
                  <a:pt x="3830689" y="4358232"/>
                  <a:pt x="3830689" y="4358232"/>
                </a:cubicBezTo>
                <a:lnTo>
                  <a:pt x="3821622" y="4358232"/>
                </a:lnTo>
                <a:cubicBezTo>
                  <a:pt x="3821294" y="4358232"/>
                  <a:pt x="3820834" y="4357772"/>
                  <a:pt x="3820834" y="4357772"/>
                </a:cubicBezTo>
                <a:lnTo>
                  <a:pt x="3816300" y="4349891"/>
                </a:lnTo>
                <a:cubicBezTo>
                  <a:pt x="3816169" y="4349628"/>
                  <a:pt x="3816300" y="4349037"/>
                  <a:pt x="3816300" y="4349037"/>
                </a:cubicBezTo>
                <a:lnTo>
                  <a:pt x="3820834" y="4341156"/>
                </a:lnTo>
                <a:cubicBezTo>
                  <a:pt x="3821032" y="4340893"/>
                  <a:pt x="3821622" y="4340696"/>
                  <a:pt x="3821622" y="4340696"/>
                </a:cubicBezTo>
                <a:close/>
                <a:moveTo>
                  <a:pt x="3566979" y="4340696"/>
                </a:moveTo>
                <a:lnTo>
                  <a:pt x="3576043" y="4340696"/>
                </a:lnTo>
                <a:cubicBezTo>
                  <a:pt x="3576371" y="4340696"/>
                  <a:pt x="3576831" y="4341156"/>
                  <a:pt x="3576831" y="4341156"/>
                </a:cubicBezTo>
                <a:lnTo>
                  <a:pt x="3581362" y="4349037"/>
                </a:lnTo>
                <a:cubicBezTo>
                  <a:pt x="3581494" y="4349300"/>
                  <a:pt x="3581362" y="4349891"/>
                  <a:pt x="3581362" y="4349891"/>
                </a:cubicBezTo>
                <a:lnTo>
                  <a:pt x="3576831" y="4357772"/>
                </a:lnTo>
                <a:cubicBezTo>
                  <a:pt x="3576634" y="4358036"/>
                  <a:pt x="3576043" y="4358232"/>
                  <a:pt x="3576043" y="4358232"/>
                </a:cubicBezTo>
                <a:lnTo>
                  <a:pt x="3566979" y="4358232"/>
                </a:lnTo>
                <a:cubicBezTo>
                  <a:pt x="3566651" y="4358232"/>
                  <a:pt x="3566191" y="4357772"/>
                  <a:pt x="3566191" y="4357772"/>
                </a:cubicBezTo>
                <a:lnTo>
                  <a:pt x="3561658" y="4349891"/>
                </a:lnTo>
                <a:cubicBezTo>
                  <a:pt x="3561527" y="4349628"/>
                  <a:pt x="3561658" y="4349037"/>
                  <a:pt x="3561658" y="4349037"/>
                </a:cubicBezTo>
                <a:lnTo>
                  <a:pt x="3566191" y="4341156"/>
                </a:lnTo>
                <a:cubicBezTo>
                  <a:pt x="3566388" y="4340893"/>
                  <a:pt x="3566979" y="4340696"/>
                  <a:pt x="3566979" y="4340696"/>
                </a:cubicBezTo>
                <a:close/>
                <a:moveTo>
                  <a:pt x="3312773" y="4340696"/>
                </a:moveTo>
                <a:lnTo>
                  <a:pt x="3321836" y="4340696"/>
                </a:lnTo>
                <a:cubicBezTo>
                  <a:pt x="3322164" y="4340696"/>
                  <a:pt x="3322625" y="4341156"/>
                  <a:pt x="3322625" y="4341156"/>
                </a:cubicBezTo>
                <a:lnTo>
                  <a:pt x="3327157" y="4349037"/>
                </a:lnTo>
                <a:cubicBezTo>
                  <a:pt x="3327288" y="4349300"/>
                  <a:pt x="3327157" y="4349891"/>
                  <a:pt x="3327157" y="4349891"/>
                </a:cubicBezTo>
                <a:lnTo>
                  <a:pt x="3322625" y="4357772"/>
                </a:lnTo>
                <a:cubicBezTo>
                  <a:pt x="3322428" y="4358036"/>
                  <a:pt x="3321836" y="4358232"/>
                  <a:pt x="3321836" y="4358232"/>
                </a:cubicBezTo>
                <a:lnTo>
                  <a:pt x="3312773" y="4358232"/>
                </a:lnTo>
                <a:cubicBezTo>
                  <a:pt x="3312445" y="4358232"/>
                  <a:pt x="3311985" y="4357772"/>
                  <a:pt x="3311985" y="4357772"/>
                </a:cubicBezTo>
                <a:lnTo>
                  <a:pt x="3307451" y="4349891"/>
                </a:lnTo>
                <a:cubicBezTo>
                  <a:pt x="3307320" y="4349628"/>
                  <a:pt x="3307451" y="4349037"/>
                  <a:pt x="3307451" y="4349037"/>
                </a:cubicBezTo>
                <a:lnTo>
                  <a:pt x="3311985" y="4341156"/>
                </a:lnTo>
                <a:cubicBezTo>
                  <a:pt x="3312180" y="4340893"/>
                  <a:pt x="3312773" y="4340696"/>
                  <a:pt x="3312773" y="4340696"/>
                </a:cubicBezTo>
                <a:close/>
                <a:moveTo>
                  <a:pt x="3058290" y="4340696"/>
                </a:moveTo>
                <a:lnTo>
                  <a:pt x="3067355" y="4340696"/>
                </a:lnTo>
                <a:cubicBezTo>
                  <a:pt x="3067683" y="4340696"/>
                  <a:pt x="3068143" y="4341156"/>
                  <a:pt x="3068143" y="4341156"/>
                </a:cubicBezTo>
                <a:lnTo>
                  <a:pt x="3072676" y="4349037"/>
                </a:lnTo>
                <a:cubicBezTo>
                  <a:pt x="3072806" y="4349300"/>
                  <a:pt x="3072676" y="4349891"/>
                  <a:pt x="3072676" y="4349891"/>
                </a:cubicBezTo>
                <a:lnTo>
                  <a:pt x="3068143" y="4357772"/>
                </a:lnTo>
                <a:cubicBezTo>
                  <a:pt x="3067945" y="4358036"/>
                  <a:pt x="3067355" y="4358232"/>
                  <a:pt x="3067355" y="4358232"/>
                </a:cubicBezTo>
                <a:lnTo>
                  <a:pt x="3058290" y="4358232"/>
                </a:lnTo>
                <a:cubicBezTo>
                  <a:pt x="3057961" y="4358232"/>
                  <a:pt x="3057501" y="4357772"/>
                  <a:pt x="3057501" y="4357772"/>
                </a:cubicBezTo>
                <a:lnTo>
                  <a:pt x="3052970" y="4349891"/>
                </a:lnTo>
                <a:cubicBezTo>
                  <a:pt x="3052839" y="4349628"/>
                  <a:pt x="3052970" y="4349037"/>
                  <a:pt x="3052970" y="4349037"/>
                </a:cubicBezTo>
                <a:lnTo>
                  <a:pt x="3057501" y="4341156"/>
                </a:lnTo>
                <a:cubicBezTo>
                  <a:pt x="3057701" y="4340893"/>
                  <a:pt x="3058290" y="4340696"/>
                  <a:pt x="3058290" y="4340696"/>
                </a:cubicBezTo>
                <a:close/>
                <a:moveTo>
                  <a:pt x="2803829" y="4340696"/>
                </a:moveTo>
                <a:lnTo>
                  <a:pt x="2812894" y="4340696"/>
                </a:lnTo>
                <a:cubicBezTo>
                  <a:pt x="2813222" y="4340696"/>
                  <a:pt x="2813682" y="4341156"/>
                  <a:pt x="2813682" y="4341156"/>
                </a:cubicBezTo>
                <a:lnTo>
                  <a:pt x="2818213" y="4349037"/>
                </a:lnTo>
                <a:cubicBezTo>
                  <a:pt x="2818344" y="4349300"/>
                  <a:pt x="2818213" y="4349891"/>
                  <a:pt x="2818213" y="4349891"/>
                </a:cubicBezTo>
                <a:lnTo>
                  <a:pt x="2813682" y="4357772"/>
                </a:lnTo>
                <a:cubicBezTo>
                  <a:pt x="2813485" y="4358036"/>
                  <a:pt x="2812894" y="4358232"/>
                  <a:pt x="2812894" y="4358232"/>
                </a:cubicBezTo>
                <a:lnTo>
                  <a:pt x="2803829" y="4358232"/>
                </a:lnTo>
                <a:cubicBezTo>
                  <a:pt x="2803501" y="4358232"/>
                  <a:pt x="2803041" y="4357772"/>
                  <a:pt x="2803041" y="4357772"/>
                </a:cubicBezTo>
                <a:lnTo>
                  <a:pt x="2798509" y="4349891"/>
                </a:lnTo>
                <a:cubicBezTo>
                  <a:pt x="2798377" y="4349628"/>
                  <a:pt x="2798509" y="4349037"/>
                  <a:pt x="2798509" y="4349037"/>
                </a:cubicBezTo>
                <a:lnTo>
                  <a:pt x="2803041" y="4341156"/>
                </a:lnTo>
                <a:cubicBezTo>
                  <a:pt x="2803238" y="4340893"/>
                  <a:pt x="2803829" y="4340696"/>
                  <a:pt x="2803829" y="4340696"/>
                </a:cubicBezTo>
                <a:close/>
                <a:moveTo>
                  <a:pt x="2549448" y="4340696"/>
                </a:moveTo>
                <a:lnTo>
                  <a:pt x="2558512" y="4340696"/>
                </a:lnTo>
                <a:cubicBezTo>
                  <a:pt x="2558841" y="4340696"/>
                  <a:pt x="2559300" y="4341156"/>
                  <a:pt x="2559300" y="4341156"/>
                </a:cubicBezTo>
                <a:lnTo>
                  <a:pt x="2563833" y="4349037"/>
                </a:lnTo>
                <a:cubicBezTo>
                  <a:pt x="2563965" y="4349300"/>
                  <a:pt x="2563833" y="4349891"/>
                  <a:pt x="2563833" y="4349891"/>
                </a:cubicBezTo>
                <a:lnTo>
                  <a:pt x="2559300" y="4357772"/>
                </a:lnTo>
                <a:cubicBezTo>
                  <a:pt x="2559103" y="4358036"/>
                  <a:pt x="2558512" y="4358232"/>
                  <a:pt x="2558512" y="4358232"/>
                </a:cubicBezTo>
                <a:lnTo>
                  <a:pt x="2549448" y="4358232"/>
                </a:lnTo>
                <a:cubicBezTo>
                  <a:pt x="2549121" y="4358232"/>
                  <a:pt x="2548659" y="4357772"/>
                  <a:pt x="2548659" y="4357772"/>
                </a:cubicBezTo>
                <a:lnTo>
                  <a:pt x="2544127" y="4349891"/>
                </a:lnTo>
                <a:cubicBezTo>
                  <a:pt x="2543996" y="4349628"/>
                  <a:pt x="2544127" y="4349037"/>
                  <a:pt x="2544127" y="4349037"/>
                </a:cubicBezTo>
                <a:lnTo>
                  <a:pt x="2548659" y="4341156"/>
                </a:lnTo>
                <a:cubicBezTo>
                  <a:pt x="2548856" y="4340893"/>
                  <a:pt x="2549448" y="4340696"/>
                  <a:pt x="2549448" y="4340696"/>
                </a:cubicBezTo>
                <a:close/>
                <a:moveTo>
                  <a:pt x="2295044" y="4340696"/>
                </a:moveTo>
                <a:lnTo>
                  <a:pt x="2304108" y="4340696"/>
                </a:lnTo>
                <a:cubicBezTo>
                  <a:pt x="2304438" y="4340696"/>
                  <a:pt x="2304898" y="4341156"/>
                  <a:pt x="2304898" y="4341156"/>
                </a:cubicBezTo>
                <a:lnTo>
                  <a:pt x="2309429" y="4349037"/>
                </a:lnTo>
                <a:cubicBezTo>
                  <a:pt x="2309560" y="4349300"/>
                  <a:pt x="2309429" y="4349891"/>
                  <a:pt x="2309429" y="4349891"/>
                </a:cubicBezTo>
                <a:lnTo>
                  <a:pt x="2304898" y="4357772"/>
                </a:lnTo>
                <a:cubicBezTo>
                  <a:pt x="2304701" y="4358036"/>
                  <a:pt x="2304108" y="4358232"/>
                  <a:pt x="2304108" y="4358232"/>
                </a:cubicBezTo>
                <a:lnTo>
                  <a:pt x="2295044" y="4358232"/>
                </a:lnTo>
                <a:cubicBezTo>
                  <a:pt x="2294717" y="4358232"/>
                  <a:pt x="2294256" y="4357772"/>
                  <a:pt x="2294256" y="4357772"/>
                </a:cubicBezTo>
                <a:lnTo>
                  <a:pt x="2289724" y="4349891"/>
                </a:lnTo>
                <a:cubicBezTo>
                  <a:pt x="2289593" y="4349628"/>
                  <a:pt x="2289724" y="4349037"/>
                  <a:pt x="2289724" y="4349037"/>
                </a:cubicBezTo>
                <a:lnTo>
                  <a:pt x="2294256" y="4341156"/>
                </a:lnTo>
                <a:cubicBezTo>
                  <a:pt x="2294453" y="4340893"/>
                  <a:pt x="2295044" y="4340696"/>
                  <a:pt x="2295044" y="4340696"/>
                </a:cubicBezTo>
                <a:close/>
                <a:moveTo>
                  <a:pt x="2040630" y="4340696"/>
                </a:moveTo>
                <a:lnTo>
                  <a:pt x="2049694" y="4340696"/>
                </a:lnTo>
                <a:cubicBezTo>
                  <a:pt x="2050022" y="4340696"/>
                  <a:pt x="2050482" y="4341156"/>
                  <a:pt x="2050482" y="4341156"/>
                </a:cubicBezTo>
                <a:lnTo>
                  <a:pt x="2055014" y="4349037"/>
                </a:lnTo>
                <a:cubicBezTo>
                  <a:pt x="2055145" y="4349300"/>
                  <a:pt x="2055014" y="4349891"/>
                  <a:pt x="2055014" y="4349891"/>
                </a:cubicBezTo>
                <a:lnTo>
                  <a:pt x="2050482" y="4357772"/>
                </a:lnTo>
                <a:cubicBezTo>
                  <a:pt x="2050285" y="4358036"/>
                  <a:pt x="2049694" y="4358232"/>
                  <a:pt x="2049694" y="4358232"/>
                </a:cubicBezTo>
                <a:lnTo>
                  <a:pt x="2040630" y="4358232"/>
                </a:lnTo>
                <a:cubicBezTo>
                  <a:pt x="2040301" y="4358232"/>
                  <a:pt x="2039842" y="4357772"/>
                  <a:pt x="2039842" y="4357772"/>
                </a:cubicBezTo>
                <a:lnTo>
                  <a:pt x="2035309" y="4349891"/>
                </a:lnTo>
                <a:cubicBezTo>
                  <a:pt x="2035178" y="4349628"/>
                  <a:pt x="2035309" y="4349037"/>
                  <a:pt x="2035309" y="4349037"/>
                </a:cubicBezTo>
                <a:lnTo>
                  <a:pt x="2039842" y="4341156"/>
                </a:lnTo>
                <a:cubicBezTo>
                  <a:pt x="2040039" y="4340893"/>
                  <a:pt x="2040630" y="4340696"/>
                  <a:pt x="2040630" y="4340696"/>
                </a:cubicBezTo>
                <a:close/>
                <a:moveTo>
                  <a:pt x="1786207" y="4340696"/>
                </a:moveTo>
                <a:lnTo>
                  <a:pt x="1795272" y="4340696"/>
                </a:lnTo>
                <a:cubicBezTo>
                  <a:pt x="1795600" y="4340696"/>
                  <a:pt x="1796061" y="4341156"/>
                  <a:pt x="1796061" y="4341156"/>
                </a:cubicBezTo>
                <a:lnTo>
                  <a:pt x="1800593" y="4349037"/>
                </a:lnTo>
                <a:cubicBezTo>
                  <a:pt x="1800724" y="4349300"/>
                  <a:pt x="1800593" y="4349891"/>
                  <a:pt x="1800593" y="4349891"/>
                </a:cubicBezTo>
                <a:lnTo>
                  <a:pt x="1796061" y="4357772"/>
                </a:lnTo>
                <a:cubicBezTo>
                  <a:pt x="1795864" y="4358036"/>
                  <a:pt x="1795272" y="4358232"/>
                  <a:pt x="1795272" y="4358232"/>
                </a:cubicBezTo>
                <a:lnTo>
                  <a:pt x="1786207" y="4358232"/>
                </a:lnTo>
                <a:cubicBezTo>
                  <a:pt x="1785880" y="4358232"/>
                  <a:pt x="1785419" y="4357772"/>
                  <a:pt x="1785419" y="4357772"/>
                </a:cubicBezTo>
                <a:lnTo>
                  <a:pt x="1780888" y="4349891"/>
                </a:lnTo>
                <a:cubicBezTo>
                  <a:pt x="1780757" y="4349628"/>
                  <a:pt x="1780888" y="4349037"/>
                  <a:pt x="1780888" y="4349037"/>
                </a:cubicBezTo>
                <a:lnTo>
                  <a:pt x="1785419" y="4341156"/>
                </a:lnTo>
                <a:cubicBezTo>
                  <a:pt x="1785616" y="4340893"/>
                  <a:pt x="1786207" y="4340696"/>
                  <a:pt x="1786207" y="4340696"/>
                </a:cubicBezTo>
                <a:close/>
                <a:moveTo>
                  <a:pt x="1531944" y="4340696"/>
                </a:moveTo>
                <a:lnTo>
                  <a:pt x="1541009" y="4340696"/>
                </a:lnTo>
                <a:cubicBezTo>
                  <a:pt x="1541336" y="4340696"/>
                  <a:pt x="1541796" y="4341156"/>
                  <a:pt x="1541796" y="4341156"/>
                </a:cubicBezTo>
                <a:lnTo>
                  <a:pt x="1546330" y="4349037"/>
                </a:lnTo>
                <a:cubicBezTo>
                  <a:pt x="1546460" y="4349300"/>
                  <a:pt x="1546330" y="4349891"/>
                  <a:pt x="1546330" y="4349891"/>
                </a:cubicBezTo>
                <a:lnTo>
                  <a:pt x="1541796" y="4357772"/>
                </a:lnTo>
                <a:cubicBezTo>
                  <a:pt x="1541598" y="4358036"/>
                  <a:pt x="1541009" y="4358232"/>
                  <a:pt x="1541009" y="4358232"/>
                </a:cubicBezTo>
                <a:lnTo>
                  <a:pt x="1531944" y="4358232"/>
                </a:lnTo>
                <a:cubicBezTo>
                  <a:pt x="1531616" y="4358232"/>
                  <a:pt x="1531156" y="4357772"/>
                  <a:pt x="1531156" y="4357772"/>
                </a:cubicBezTo>
                <a:lnTo>
                  <a:pt x="1526623" y="4349891"/>
                </a:lnTo>
                <a:cubicBezTo>
                  <a:pt x="1526492" y="4349628"/>
                  <a:pt x="1526623" y="4349037"/>
                  <a:pt x="1526623" y="4349037"/>
                </a:cubicBezTo>
                <a:lnTo>
                  <a:pt x="1531156" y="4341156"/>
                </a:lnTo>
                <a:cubicBezTo>
                  <a:pt x="1531353" y="4340893"/>
                  <a:pt x="1531944" y="4340696"/>
                  <a:pt x="1531944" y="4340696"/>
                </a:cubicBezTo>
                <a:close/>
                <a:moveTo>
                  <a:pt x="1277461" y="4340696"/>
                </a:moveTo>
                <a:lnTo>
                  <a:pt x="1286526" y="4340696"/>
                </a:lnTo>
                <a:cubicBezTo>
                  <a:pt x="1286855" y="4340696"/>
                  <a:pt x="1287315" y="4341156"/>
                  <a:pt x="1287315" y="4341156"/>
                </a:cubicBezTo>
                <a:lnTo>
                  <a:pt x="1291847" y="4349037"/>
                </a:lnTo>
                <a:cubicBezTo>
                  <a:pt x="1291978" y="4349300"/>
                  <a:pt x="1291847" y="4349891"/>
                  <a:pt x="1291847" y="4349891"/>
                </a:cubicBezTo>
                <a:lnTo>
                  <a:pt x="1287315" y="4357772"/>
                </a:lnTo>
                <a:cubicBezTo>
                  <a:pt x="1287117" y="4358036"/>
                  <a:pt x="1286526" y="4358232"/>
                  <a:pt x="1286526" y="4358232"/>
                </a:cubicBezTo>
                <a:lnTo>
                  <a:pt x="1277461" y="4358232"/>
                </a:lnTo>
                <a:cubicBezTo>
                  <a:pt x="1277132" y="4358232"/>
                  <a:pt x="1276673" y="4357772"/>
                  <a:pt x="1276673" y="4357772"/>
                </a:cubicBezTo>
                <a:lnTo>
                  <a:pt x="1272141" y="4349891"/>
                </a:lnTo>
                <a:cubicBezTo>
                  <a:pt x="1272011" y="4349628"/>
                  <a:pt x="1272141" y="4349037"/>
                  <a:pt x="1272141" y="4349037"/>
                </a:cubicBezTo>
                <a:lnTo>
                  <a:pt x="1276673" y="4341156"/>
                </a:lnTo>
                <a:cubicBezTo>
                  <a:pt x="1276871" y="4340893"/>
                  <a:pt x="1277461" y="4340696"/>
                  <a:pt x="1277461" y="4340696"/>
                </a:cubicBezTo>
                <a:close/>
                <a:moveTo>
                  <a:pt x="1023172" y="4340696"/>
                </a:moveTo>
                <a:lnTo>
                  <a:pt x="1032236" y="4340696"/>
                </a:lnTo>
                <a:cubicBezTo>
                  <a:pt x="1032564" y="4340696"/>
                  <a:pt x="1033024" y="4341156"/>
                  <a:pt x="1033024" y="4341156"/>
                </a:cubicBezTo>
                <a:lnTo>
                  <a:pt x="1037555" y="4349037"/>
                </a:lnTo>
                <a:cubicBezTo>
                  <a:pt x="1037686" y="4349300"/>
                  <a:pt x="1037555" y="4349891"/>
                  <a:pt x="1037555" y="4349891"/>
                </a:cubicBezTo>
                <a:lnTo>
                  <a:pt x="1033024" y="4357772"/>
                </a:lnTo>
                <a:cubicBezTo>
                  <a:pt x="1032826" y="4358036"/>
                  <a:pt x="1032236" y="4358232"/>
                  <a:pt x="1032236" y="4358232"/>
                </a:cubicBezTo>
                <a:lnTo>
                  <a:pt x="1023172" y="4358232"/>
                </a:lnTo>
                <a:cubicBezTo>
                  <a:pt x="1022841" y="4358232"/>
                  <a:pt x="1022384" y="4357772"/>
                  <a:pt x="1022384" y="4357772"/>
                </a:cubicBezTo>
                <a:lnTo>
                  <a:pt x="1017848" y="4349891"/>
                </a:lnTo>
                <a:cubicBezTo>
                  <a:pt x="1017717" y="4349628"/>
                  <a:pt x="1017848" y="4349037"/>
                  <a:pt x="1017848" y="4349037"/>
                </a:cubicBezTo>
                <a:lnTo>
                  <a:pt x="1022384" y="4341156"/>
                </a:lnTo>
                <a:cubicBezTo>
                  <a:pt x="1022581" y="4340893"/>
                  <a:pt x="1023172" y="4340696"/>
                  <a:pt x="1023172" y="4340696"/>
                </a:cubicBezTo>
                <a:close/>
                <a:moveTo>
                  <a:pt x="768612" y="4340696"/>
                </a:moveTo>
                <a:lnTo>
                  <a:pt x="777675" y="4340696"/>
                </a:lnTo>
                <a:cubicBezTo>
                  <a:pt x="778004" y="4340696"/>
                  <a:pt x="778464" y="4341156"/>
                  <a:pt x="778464" y="4341156"/>
                </a:cubicBezTo>
                <a:lnTo>
                  <a:pt x="782995" y="4349037"/>
                </a:lnTo>
                <a:cubicBezTo>
                  <a:pt x="783127" y="4349300"/>
                  <a:pt x="782995" y="4349891"/>
                  <a:pt x="782995" y="4349891"/>
                </a:cubicBezTo>
                <a:lnTo>
                  <a:pt x="778464" y="4357772"/>
                </a:lnTo>
                <a:cubicBezTo>
                  <a:pt x="778267" y="4358036"/>
                  <a:pt x="777675" y="4358232"/>
                  <a:pt x="777675" y="4358232"/>
                </a:cubicBezTo>
                <a:lnTo>
                  <a:pt x="768612" y="4358232"/>
                </a:lnTo>
                <a:cubicBezTo>
                  <a:pt x="768284" y="4358232"/>
                  <a:pt x="767824" y="4357772"/>
                  <a:pt x="767824" y="4357772"/>
                </a:cubicBezTo>
                <a:lnTo>
                  <a:pt x="763291" y="4349891"/>
                </a:lnTo>
                <a:cubicBezTo>
                  <a:pt x="763160" y="4349628"/>
                  <a:pt x="763291" y="4349037"/>
                  <a:pt x="763291" y="4349037"/>
                </a:cubicBezTo>
                <a:lnTo>
                  <a:pt x="767824" y="4341156"/>
                </a:lnTo>
                <a:cubicBezTo>
                  <a:pt x="768021" y="4340893"/>
                  <a:pt x="768612" y="4340696"/>
                  <a:pt x="768612" y="4340696"/>
                </a:cubicBezTo>
                <a:close/>
                <a:moveTo>
                  <a:pt x="514311" y="4340696"/>
                </a:moveTo>
                <a:lnTo>
                  <a:pt x="523375" y="4340696"/>
                </a:lnTo>
                <a:cubicBezTo>
                  <a:pt x="523703" y="4340696"/>
                  <a:pt x="524163" y="4341156"/>
                  <a:pt x="524163" y="4341156"/>
                </a:cubicBezTo>
                <a:lnTo>
                  <a:pt x="528695" y="4349037"/>
                </a:lnTo>
                <a:cubicBezTo>
                  <a:pt x="528826" y="4349300"/>
                  <a:pt x="528695" y="4349891"/>
                  <a:pt x="528695" y="4349891"/>
                </a:cubicBezTo>
                <a:lnTo>
                  <a:pt x="524163" y="4357772"/>
                </a:lnTo>
                <a:cubicBezTo>
                  <a:pt x="523966" y="4358036"/>
                  <a:pt x="523375" y="4358232"/>
                  <a:pt x="523375" y="4358232"/>
                </a:cubicBezTo>
                <a:lnTo>
                  <a:pt x="514311" y="4358232"/>
                </a:lnTo>
                <a:cubicBezTo>
                  <a:pt x="513982" y="4358232"/>
                  <a:pt x="513523" y="4357772"/>
                  <a:pt x="513523" y="4357772"/>
                </a:cubicBezTo>
                <a:lnTo>
                  <a:pt x="508990" y="4349891"/>
                </a:lnTo>
                <a:cubicBezTo>
                  <a:pt x="508859" y="4349628"/>
                  <a:pt x="508990" y="4349037"/>
                  <a:pt x="508990" y="4349037"/>
                </a:cubicBezTo>
                <a:lnTo>
                  <a:pt x="513523" y="4341156"/>
                </a:lnTo>
                <a:cubicBezTo>
                  <a:pt x="513720" y="4340893"/>
                  <a:pt x="514311" y="4340696"/>
                  <a:pt x="514311" y="4340696"/>
                </a:cubicBezTo>
                <a:close/>
                <a:moveTo>
                  <a:pt x="259924" y="4340696"/>
                </a:moveTo>
                <a:lnTo>
                  <a:pt x="268988" y="4340696"/>
                </a:lnTo>
                <a:cubicBezTo>
                  <a:pt x="269316" y="4340696"/>
                  <a:pt x="269776" y="4341156"/>
                  <a:pt x="269776" y="4341156"/>
                </a:cubicBezTo>
                <a:lnTo>
                  <a:pt x="274307" y="4349037"/>
                </a:lnTo>
                <a:cubicBezTo>
                  <a:pt x="274439" y="4349300"/>
                  <a:pt x="274307" y="4349891"/>
                  <a:pt x="274307" y="4349891"/>
                </a:cubicBezTo>
                <a:lnTo>
                  <a:pt x="269776" y="4357772"/>
                </a:lnTo>
                <a:cubicBezTo>
                  <a:pt x="269579" y="4358036"/>
                  <a:pt x="268988" y="4358232"/>
                  <a:pt x="268988" y="4358232"/>
                </a:cubicBezTo>
                <a:lnTo>
                  <a:pt x="259924" y="4358232"/>
                </a:lnTo>
                <a:cubicBezTo>
                  <a:pt x="259594" y="4358232"/>
                  <a:pt x="259135" y="4357772"/>
                  <a:pt x="259135" y="4357772"/>
                </a:cubicBezTo>
                <a:lnTo>
                  <a:pt x="254603" y="4349891"/>
                </a:lnTo>
                <a:cubicBezTo>
                  <a:pt x="254471" y="4349628"/>
                  <a:pt x="254603" y="4349037"/>
                  <a:pt x="254603" y="4349037"/>
                </a:cubicBezTo>
                <a:lnTo>
                  <a:pt x="259135" y="4341156"/>
                </a:lnTo>
                <a:cubicBezTo>
                  <a:pt x="259332" y="4340893"/>
                  <a:pt x="259924" y="4340696"/>
                  <a:pt x="259924" y="4340696"/>
                </a:cubicBezTo>
                <a:close/>
                <a:moveTo>
                  <a:pt x="5532" y="4340696"/>
                </a:moveTo>
                <a:lnTo>
                  <a:pt x="14596" y="4340696"/>
                </a:lnTo>
                <a:cubicBezTo>
                  <a:pt x="14924" y="4340696"/>
                  <a:pt x="15384" y="4341156"/>
                  <a:pt x="15384" y="4341156"/>
                </a:cubicBezTo>
                <a:lnTo>
                  <a:pt x="19916" y="4349037"/>
                </a:lnTo>
                <a:cubicBezTo>
                  <a:pt x="20047" y="4349300"/>
                  <a:pt x="19916" y="4349891"/>
                  <a:pt x="19916" y="4349891"/>
                </a:cubicBezTo>
                <a:lnTo>
                  <a:pt x="15384" y="4357772"/>
                </a:lnTo>
                <a:cubicBezTo>
                  <a:pt x="15187" y="4358036"/>
                  <a:pt x="14596" y="4358232"/>
                  <a:pt x="14596" y="4358232"/>
                </a:cubicBezTo>
                <a:lnTo>
                  <a:pt x="5532" y="4358232"/>
                </a:lnTo>
                <a:cubicBezTo>
                  <a:pt x="5203" y="4358232"/>
                  <a:pt x="4743" y="4357772"/>
                  <a:pt x="4743" y="4357772"/>
                </a:cubicBezTo>
                <a:lnTo>
                  <a:pt x="211" y="4349891"/>
                </a:lnTo>
                <a:cubicBezTo>
                  <a:pt x="80" y="4349628"/>
                  <a:pt x="211" y="4349037"/>
                  <a:pt x="211" y="4349037"/>
                </a:cubicBezTo>
                <a:lnTo>
                  <a:pt x="4743" y="4341156"/>
                </a:lnTo>
                <a:cubicBezTo>
                  <a:pt x="4940" y="4340893"/>
                  <a:pt x="5532" y="4340696"/>
                  <a:pt x="5532" y="4340696"/>
                </a:cubicBezTo>
                <a:close/>
                <a:moveTo>
                  <a:pt x="10435622" y="4123622"/>
                </a:moveTo>
                <a:lnTo>
                  <a:pt x="10444686" y="4123622"/>
                </a:lnTo>
                <a:cubicBezTo>
                  <a:pt x="10445015" y="4123622"/>
                  <a:pt x="10445474" y="4124081"/>
                  <a:pt x="10445474" y="4124081"/>
                </a:cubicBezTo>
                <a:lnTo>
                  <a:pt x="10450007" y="4131963"/>
                </a:lnTo>
                <a:cubicBezTo>
                  <a:pt x="10450138" y="4132226"/>
                  <a:pt x="10450007" y="4132817"/>
                  <a:pt x="10450007" y="4132817"/>
                </a:cubicBezTo>
                <a:lnTo>
                  <a:pt x="10445474" y="4140698"/>
                </a:lnTo>
                <a:cubicBezTo>
                  <a:pt x="10445278" y="4140962"/>
                  <a:pt x="10444686" y="4141158"/>
                  <a:pt x="10444686" y="4141158"/>
                </a:cubicBezTo>
                <a:lnTo>
                  <a:pt x="10435622" y="4141158"/>
                </a:lnTo>
                <a:cubicBezTo>
                  <a:pt x="10435295" y="4141158"/>
                  <a:pt x="10434834" y="4140698"/>
                  <a:pt x="10434834" y="4140698"/>
                </a:cubicBezTo>
                <a:lnTo>
                  <a:pt x="10430302" y="4132817"/>
                </a:lnTo>
                <a:cubicBezTo>
                  <a:pt x="10430171" y="4132554"/>
                  <a:pt x="10430302" y="4131963"/>
                  <a:pt x="10430302" y="4131963"/>
                </a:cubicBezTo>
                <a:lnTo>
                  <a:pt x="10434834" y="4124081"/>
                </a:lnTo>
                <a:cubicBezTo>
                  <a:pt x="10435031" y="4123819"/>
                  <a:pt x="10435622" y="4123622"/>
                  <a:pt x="10435622" y="4123622"/>
                </a:cubicBezTo>
                <a:close/>
                <a:moveTo>
                  <a:pt x="10181242" y="4123622"/>
                </a:moveTo>
                <a:lnTo>
                  <a:pt x="10190305" y="4123622"/>
                </a:lnTo>
                <a:cubicBezTo>
                  <a:pt x="10190635" y="4123622"/>
                  <a:pt x="10191093" y="4124081"/>
                  <a:pt x="10191093" y="4124081"/>
                </a:cubicBezTo>
                <a:lnTo>
                  <a:pt x="10195626" y="4131963"/>
                </a:lnTo>
                <a:cubicBezTo>
                  <a:pt x="10195758" y="4132226"/>
                  <a:pt x="10195626" y="4132817"/>
                  <a:pt x="10195626" y="4132817"/>
                </a:cubicBezTo>
                <a:lnTo>
                  <a:pt x="10191093" y="4140698"/>
                </a:lnTo>
                <a:cubicBezTo>
                  <a:pt x="10190896" y="4140962"/>
                  <a:pt x="10190305" y="4141158"/>
                  <a:pt x="10190305" y="4141158"/>
                </a:cubicBezTo>
                <a:lnTo>
                  <a:pt x="10181242" y="4141158"/>
                </a:lnTo>
                <a:cubicBezTo>
                  <a:pt x="10180914" y="4141158"/>
                  <a:pt x="10180453" y="4140698"/>
                  <a:pt x="10180453" y="4140698"/>
                </a:cubicBezTo>
                <a:lnTo>
                  <a:pt x="10175922" y="4132817"/>
                </a:lnTo>
                <a:cubicBezTo>
                  <a:pt x="10175790" y="4132554"/>
                  <a:pt x="10175922" y="4131963"/>
                  <a:pt x="10175922" y="4131963"/>
                </a:cubicBezTo>
                <a:lnTo>
                  <a:pt x="10180453" y="4124081"/>
                </a:lnTo>
                <a:cubicBezTo>
                  <a:pt x="10180650" y="4123819"/>
                  <a:pt x="10181242" y="4123622"/>
                  <a:pt x="10181242" y="4123622"/>
                </a:cubicBezTo>
                <a:close/>
                <a:moveTo>
                  <a:pt x="9926861" y="4123622"/>
                </a:moveTo>
                <a:lnTo>
                  <a:pt x="9935924" y="4123622"/>
                </a:lnTo>
                <a:cubicBezTo>
                  <a:pt x="9936254" y="4123622"/>
                  <a:pt x="9936713" y="4124081"/>
                  <a:pt x="9936713" y="4124081"/>
                </a:cubicBezTo>
                <a:lnTo>
                  <a:pt x="9941246" y="4131963"/>
                </a:lnTo>
                <a:cubicBezTo>
                  <a:pt x="9941376" y="4132226"/>
                  <a:pt x="9941246" y="4132817"/>
                  <a:pt x="9941246" y="4132817"/>
                </a:cubicBezTo>
                <a:lnTo>
                  <a:pt x="9936713" y="4140698"/>
                </a:lnTo>
                <a:cubicBezTo>
                  <a:pt x="9936516" y="4140962"/>
                  <a:pt x="9935924" y="4141158"/>
                  <a:pt x="9935924" y="4141158"/>
                </a:cubicBezTo>
                <a:lnTo>
                  <a:pt x="9926861" y="4141158"/>
                </a:lnTo>
                <a:cubicBezTo>
                  <a:pt x="9926532" y="4141158"/>
                  <a:pt x="9926073" y="4140698"/>
                  <a:pt x="9926073" y="4140698"/>
                </a:cubicBezTo>
                <a:lnTo>
                  <a:pt x="9921541" y="4132817"/>
                </a:lnTo>
                <a:cubicBezTo>
                  <a:pt x="9921410" y="4132554"/>
                  <a:pt x="9921541" y="4131963"/>
                  <a:pt x="9921541" y="4131963"/>
                </a:cubicBezTo>
                <a:lnTo>
                  <a:pt x="9926073" y="4124081"/>
                </a:lnTo>
                <a:cubicBezTo>
                  <a:pt x="9926270" y="4123819"/>
                  <a:pt x="9926861" y="4123622"/>
                  <a:pt x="9926861" y="4123622"/>
                </a:cubicBezTo>
                <a:close/>
                <a:moveTo>
                  <a:pt x="9672481" y="4123622"/>
                </a:moveTo>
                <a:lnTo>
                  <a:pt x="9681545" y="4123622"/>
                </a:lnTo>
                <a:cubicBezTo>
                  <a:pt x="9681872" y="4123622"/>
                  <a:pt x="9682333" y="4124081"/>
                  <a:pt x="9682333" y="4124081"/>
                </a:cubicBezTo>
                <a:lnTo>
                  <a:pt x="9686865" y="4131963"/>
                </a:lnTo>
                <a:cubicBezTo>
                  <a:pt x="9686996" y="4132226"/>
                  <a:pt x="9686865" y="4132817"/>
                  <a:pt x="9686865" y="4132817"/>
                </a:cubicBezTo>
                <a:lnTo>
                  <a:pt x="9682333" y="4140698"/>
                </a:lnTo>
                <a:cubicBezTo>
                  <a:pt x="9682136" y="4140962"/>
                  <a:pt x="9681545" y="4141158"/>
                  <a:pt x="9681545" y="4141158"/>
                </a:cubicBezTo>
                <a:lnTo>
                  <a:pt x="9672481" y="4141158"/>
                </a:lnTo>
                <a:cubicBezTo>
                  <a:pt x="9672152" y="4141158"/>
                  <a:pt x="9671693" y="4140698"/>
                  <a:pt x="9671693" y="4140698"/>
                </a:cubicBezTo>
                <a:lnTo>
                  <a:pt x="9667160" y="4132817"/>
                </a:lnTo>
                <a:cubicBezTo>
                  <a:pt x="9667030" y="4132554"/>
                  <a:pt x="9667160" y="4131963"/>
                  <a:pt x="9667160" y="4131963"/>
                </a:cubicBezTo>
                <a:lnTo>
                  <a:pt x="9671693" y="4124081"/>
                </a:lnTo>
                <a:cubicBezTo>
                  <a:pt x="9671890" y="4123819"/>
                  <a:pt x="9672481" y="4123622"/>
                  <a:pt x="9672481" y="4123622"/>
                </a:cubicBezTo>
                <a:close/>
                <a:moveTo>
                  <a:pt x="9418035" y="4123622"/>
                </a:moveTo>
                <a:lnTo>
                  <a:pt x="9427099" y="4123622"/>
                </a:lnTo>
                <a:cubicBezTo>
                  <a:pt x="9427427" y="4123622"/>
                  <a:pt x="9427887" y="4124081"/>
                  <a:pt x="9427887" y="4124081"/>
                </a:cubicBezTo>
                <a:lnTo>
                  <a:pt x="9432419" y="4131963"/>
                </a:lnTo>
                <a:cubicBezTo>
                  <a:pt x="9432550" y="4132226"/>
                  <a:pt x="9432419" y="4132817"/>
                  <a:pt x="9432419" y="4132817"/>
                </a:cubicBezTo>
                <a:lnTo>
                  <a:pt x="9427887" y="4140698"/>
                </a:lnTo>
                <a:cubicBezTo>
                  <a:pt x="9427690" y="4140962"/>
                  <a:pt x="9427099" y="4141158"/>
                  <a:pt x="9427099" y="4141158"/>
                </a:cubicBezTo>
                <a:lnTo>
                  <a:pt x="9418035" y="4141158"/>
                </a:lnTo>
                <a:cubicBezTo>
                  <a:pt x="9417707" y="4141158"/>
                  <a:pt x="9417247" y="4140698"/>
                  <a:pt x="9417247" y="4140698"/>
                </a:cubicBezTo>
                <a:lnTo>
                  <a:pt x="9412714" y="4132817"/>
                </a:lnTo>
                <a:cubicBezTo>
                  <a:pt x="9412583" y="4132554"/>
                  <a:pt x="9412714" y="4131963"/>
                  <a:pt x="9412714" y="4131963"/>
                </a:cubicBezTo>
                <a:lnTo>
                  <a:pt x="9417247" y="4124081"/>
                </a:lnTo>
                <a:cubicBezTo>
                  <a:pt x="9417444" y="4123819"/>
                  <a:pt x="9418035" y="4123622"/>
                  <a:pt x="9418035" y="4123622"/>
                </a:cubicBezTo>
                <a:close/>
                <a:moveTo>
                  <a:pt x="9163654" y="4123622"/>
                </a:moveTo>
                <a:lnTo>
                  <a:pt x="9172718" y="4123622"/>
                </a:lnTo>
                <a:cubicBezTo>
                  <a:pt x="9173046" y="4123622"/>
                  <a:pt x="9173506" y="4124081"/>
                  <a:pt x="9173506" y="4124081"/>
                </a:cubicBezTo>
                <a:lnTo>
                  <a:pt x="9178038" y="4131963"/>
                </a:lnTo>
                <a:cubicBezTo>
                  <a:pt x="9178169" y="4132226"/>
                  <a:pt x="9178038" y="4132817"/>
                  <a:pt x="9178038" y="4132817"/>
                </a:cubicBezTo>
                <a:lnTo>
                  <a:pt x="9173506" y="4140698"/>
                </a:lnTo>
                <a:cubicBezTo>
                  <a:pt x="9173309" y="4140962"/>
                  <a:pt x="9172718" y="4141158"/>
                  <a:pt x="9172718" y="4141158"/>
                </a:cubicBezTo>
                <a:lnTo>
                  <a:pt x="9163654" y="4141158"/>
                </a:lnTo>
                <a:cubicBezTo>
                  <a:pt x="9163326" y="4141158"/>
                  <a:pt x="9162866" y="4140698"/>
                  <a:pt x="9162866" y="4140698"/>
                </a:cubicBezTo>
                <a:lnTo>
                  <a:pt x="9158333" y="4132817"/>
                </a:lnTo>
                <a:cubicBezTo>
                  <a:pt x="9158202" y="4132554"/>
                  <a:pt x="9158333" y="4131963"/>
                  <a:pt x="9158333" y="4131963"/>
                </a:cubicBezTo>
                <a:lnTo>
                  <a:pt x="9162866" y="4124081"/>
                </a:lnTo>
                <a:cubicBezTo>
                  <a:pt x="9163062" y="4123819"/>
                  <a:pt x="9163654" y="4123622"/>
                  <a:pt x="9163654" y="4123622"/>
                </a:cubicBezTo>
                <a:close/>
                <a:moveTo>
                  <a:pt x="8909274" y="4123622"/>
                </a:moveTo>
                <a:lnTo>
                  <a:pt x="8918336" y="4123622"/>
                </a:lnTo>
                <a:cubicBezTo>
                  <a:pt x="8918666" y="4123622"/>
                  <a:pt x="8919125" y="4124081"/>
                  <a:pt x="8919125" y="4124081"/>
                </a:cubicBezTo>
                <a:lnTo>
                  <a:pt x="8923657" y="4131963"/>
                </a:lnTo>
                <a:cubicBezTo>
                  <a:pt x="8923789" y="4132226"/>
                  <a:pt x="8923657" y="4132817"/>
                  <a:pt x="8923657" y="4132817"/>
                </a:cubicBezTo>
                <a:lnTo>
                  <a:pt x="8919125" y="4140698"/>
                </a:lnTo>
                <a:cubicBezTo>
                  <a:pt x="8918928" y="4140962"/>
                  <a:pt x="8918336" y="4141158"/>
                  <a:pt x="8918336" y="4141158"/>
                </a:cubicBezTo>
                <a:lnTo>
                  <a:pt x="8909274" y="4141158"/>
                </a:lnTo>
                <a:cubicBezTo>
                  <a:pt x="8908945" y="4141158"/>
                  <a:pt x="8908484" y="4140698"/>
                  <a:pt x="8908484" y="4140698"/>
                </a:cubicBezTo>
                <a:lnTo>
                  <a:pt x="8903953" y="4132817"/>
                </a:lnTo>
                <a:cubicBezTo>
                  <a:pt x="8903821" y="4132554"/>
                  <a:pt x="8903953" y="4131963"/>
                  <a:pt x="8903953" y="4131963"/>
                </a:cubicBezTo>
                <a:lnTo>
                  <a:pt x="8908484" y="4124081"/>
                </a:lnTo>
                <a:cubicBezTo>
                  <a:pt x="8908681" y="4123819"/>
                  <a:pt x="8909274" y="4123622"/>
                  <a:pt x="8909274" y="4123622"/>
                </a:cubicBezTo>
                <a:close/>
                <a:moveTo>
                  <a:pt x="8654892" y="4123622"/>
                </a:moveTo>
                <a:lnTo>
                  <a:pt x="8663955" y="4123622"/>
                </a:lnTo>
                <a:cubicBezTo>
                  <a:pt x="8664285" y="4123622"/>
                  <a:pt x="8664744" y="4124081"/>
                  <a:pt x="8664744" y="4124081"/>
                </a:cubicBezTo>
                <a:lnTo>
                  <a:pt x="8669277" y="4131963"/>
                </a:lnTo>
                <a:cubicBezTo>
                  <a:pt x="8669408" y="4132226"/>
                  <a:pt x="8669277" y="4132817"/>
                  <a:pt x="8669277" y="4132817"/>
                </a:cubicBezTo>
                <a:lnTo>
                  <a:pt x="8664744" y="4140698"/>
                </a:lnTo>
                <a:cubicBezTo>
                  <a:pt x="8664548" y="4140962"/>
                  <a:pt x="8663955" y="4141158"/>
                  <a:pt x="8663955" y="4141158"/>
                </a:cubicBezTo>
                <a:lnTo>
                  <a:pt x="8654892" y="4141158"/>
                </a:lnTo>
                <a:cubicBezTo>
                  <a:pt x="8654565" y="4141158"/>
                  <a:pt x="8654104" y="4140698"/>
                  <a:pt x="8654104" y="4140698"/>
                </a:cubicBezTo>
                <a:lnTo>
                  <a:pt x="8649572" y="4132817"/>
                </a:lnTo>
                <a:cubicBezTo>
                  <a:pt x="8649441" y="4132554"/>
                  <a:pt x="8649572" y="4131963"/>
                  <a:pt x="8649572" y="4131963"/>
                </a:cubicBezTo>
                <a:lnTo>
                  <a:pt x="8654104" y="4124081"/>
                </a:lnTo>
                <a:cubicBezTo>
                  <a:pt x="8654301" y="4123819"/>
                  <a:pt x="8654892" y="4123622"/>
                  <a:pt x="8654892" y="4123622"/>
                </a:cubicBezTo>
                <a:close/>
                <a:moveTo>
                  <a:pt x="8400511" y="4123622"/>
                </a:moveTo>
                <a:lnTo>
                  <a:pt x="8409575" y="4123622"/>
                </a:lnTo>
                <a:cubicBezTo>
                  <a:pt x="8409904" y="4123622"/>
                  <a:pt x="8410363" y="4124081"/>
                  <a:pt x="8410363" y="4124081"/>
                </a:cubicBezTo>
                <a:lnTo>
                  <a:pt x="8414896" y="4131963"/>
                </a:lnTo>
                <a:cubicBezTo>
                  <a:pt x="8415027" y="4132226"/>
                  <a:pt x="8414896" y="4132817"/>
                  <a:pt x="8414896" y="4132817"/>
                </a:cubicBezTo>
                <a:lnTo>
                  <a:pt x="8410363" y="4140698"/>
                </a:lnTo>
                <a:cubicBezTo>
                  <a:pt x="8410166" y="4140962"/>
                  <a:pt x="8409575" y="4141158"/>
                  <a:pt x="8409575" y="4141158"/>
                </a:cubicBezTo>
                <a:lnTo>
                  <a:pt x="8400511" y="4141158"/>
                </a:lnTo>
                <a:cubicBezTo>
                  <a:pt x="8400184" y="4141158"/>
                  <a:pt x="8399723" y="4140698"/>
                  <a:pt x="8399723" y="4140698"/>
                </a:cubicBezTo>
                <a:lnTo>
                  <a:pt x="8395191" y="4132817"/>
                </a:lnTo>
                <a:cubicBezTo>
                  <a:pt x="8395060" y="4132554"/>
                  <a:pt x="8395191" y="4131963"/>
                  <a:pt x="8395191" y="4131963"/>
                </a:cubicBezTo>
                <a:lnTo>
                  <a:pt x="8399723" y="4124081"/>
                </a:lnTo>
                <a:cubicBezTo>
                  <a:pt x="8399920" y="4123819"/>
                  <a:pt x="8400511" y="4123622"/>
                  <a:pt x="8400511" y="4123622"/>
                </a:cubicBezTo>
                <a:close/>
                <a:moveTo>
                  <a:pt x="8146065" y="4123622"/>
                </a:moveTo>
                <a:lnTo>
                  <a:pt x="8155129" y="4123622"/>
                </a:lnTo>
                <a:cubicBezTo>
                  <a:pt x="8155458" y="4123622"/>
                  <a:pt x="8155917" y="4124081"/>
                  <a:pt x="8155917" y="4124081"/>
                </a:cubicBezTo>
                <a:lnTo>
                  <a:pt x="8160449" y="4131963"/>
                </a:lnTo>
                <a:cubicBezTo>
                  <a:pt x="8160580" y="4132226"/>
                  <a:pt x="8160449" y="4132817"/>
                  <a:pt x="8160449" y="4132817"/>
                </a:cubicBezTo>
                <a:lnTo>
                  <a:pt x="8155917" y="4140698"/>
                </a:lnTo>
                <a:cubicBezTo>
                  <a:pt x="8155719" y="4140962"/>
                  <a:pt x="8155129" y="4141158"/>
                  <a:pt x="8155129" y="4141158"/>
                </a:cubicBezTo>
                <a:lnTo>
                  <a:pt x="8146065" y="4141158"/>
                </a:lnTo>
                <a:cubicBezTo>
                  <a:pt x="8145737" y="4141158"/>
                  <a:pt x="8145277" y="4140698"/>
                  <a:pt x="8145277" y="4140698"/>
                </a:cubicBezTo>
                <a:lnTo>
                  <a:pt x="8140745" y="4132817"/>
                </a:lnTo>
                <a:cubicBezTo>
                  <a:pt x="8140613" y="4132554"/>
                  <a:pt x="8140745" y="4131963"/>
                  <a:pt x="8140745" y="4131963"/>
                </a:cubicBezTo>
                <a:lnTo>
                  <a:pt x="8145277" y="4124081"/>
                </a:lnTo>
                <a:cubicBezTo>
                  <a:pt x="8145474" y="4123819"/>
                  <a:pt x="8146065" y="4123622"/>
                  <a:pt x="8146065" y="4123622"/>
                </a:cubicBezTo>
                <a:close/>
                <a:moveTo>
                  <a:pt x="7891684" y="4123622"/>
                </a:moveTo>
                <a:lnTo>
                  <a:pt x="7900748" y="4123622"/>
                </a:lnTo>
                <a:cubicBezTo>
                  <a:pt x="7901076" y="4123622"/>
                  <a:pt x="7901536" y="4124081"/>
                  <a:pt x="7901536" y="4124081"/>
                </a:cubicBezTo>
                <a:lnTo>
                  <a:pt x="7906067" y="4131963"/>
                </a:lnTo>
                <a:cubicBezTo>
                  <a:pt x="7906199" y="4132226"/>
                  <a:pt x="7906067" y="4132817"/>
                  <a:pt x="7906067" y="4132817"/>
                </a:cubicBezTo>
                <a:lnTo>
                  <a:pt x="7901536" y="4140698"/>
                </a:lnTo>
                <a:cubicBezTo>
                  <a:pt x="7901339" y="4140962"/>
                  <a:pt x="7900748" y="4141158"/>
                  <a:pt x="7900748" y="4141158"/>
                </a:cubicBezTo>
                <a:lnTo>
                  <a:pt x="7891684" y="4141158"/>
                </a:lnTo>
                <a:cubicBezTo>
                  <a:pt x="7891355" y="4141158"/>
                  <a:pt x="7890896" y="4140698"/>
                  <a:pt x="7890896" y="4140698"/>
                </a:cubicBezTo>
                <a:lnTo>
                  <a:pt x="7886363" y="4132817"/>
                </a:lnTo>
                <a:cubicBezTo>
                  <a:pt x="7886233" y="4132554"/>
                  <a:pt x="7886363" y="4131963"/>
                  <a:pt x="7886363" y="4131963"/>
                </a:cubicBezTo>
                <a:lnTo>
                  <a:pt x="7890896" y="4124081"/>
                </a:lnTo>
                <a:cubicBezTo>
                  <a:pt x="7891093" y="4123819"/>
                  <a:pt x="7891684" y="4123622"/>
                  <a:pt x="7891684" y="4123622"/>
                </a:cubicBezTo>
                <a:close/>
                <a:moveTo>
                  <a:pt x="7637304" y="4123622"/>
                </a:moveTo>
                <a:lnTo>
                  <a:pt x="7646367" y="4123622"/>
                </a:lnTo>
                <a:cubicBezTo>
                  <a:pt x="7646696" y="4123622"/>
                  <a:pt x="7647156" y="4124081"/>
                  <a:pt x="7647156" y="4124081"/>
                </a:cubicBezTo>
                <a:lnTo>
                  <a:pt x="7651687" y="4131963"/>
                </a:lnTo>
                <a:cubicBezTo>
                  <a:pt x="7651819" y="4132226"/>
                  <a:pt x="7651687" y="4132817"/>
                  <a:pt x="7651687" y="4132817"/>
                </a:cubicBezTo>
                <a:lnTo>
                  <a:pt x="7647156" y="4140698"/>
                </a:lnTo>
                <a:cubicBezTo>
                  <a:pt x="7646958" y="4140962"/>
                  <a:pt x="7646367" y="4141158"/>
                  <a:pt x="7646367" y="4141158"/>
                </a:cubicBezTo>
                <a:lnTo>
                  <a:pt x="7637304" y="4141158"/>
                </a:lnTo>
                <a:cubicBezTo>
                  <a:pt x="7636975" y="4141158"/>
                  <a:pt x="7636516" y="4140698"/>
                  <a:pt x="7636516" y="4140698"/>
                </a:cubicBezTo>
                <a:lnTo>
                  <a:pt x="7631983" y="4132817"/>
                </a:lnTo>
                <a:cubicBezTo>
                  <a:pt x="7631851" y="4132554"/>
                  <a:pt x="7631983" y="4131963"/>
                  <a:pt x="7631983" y="4131963"/>
                </a:cubicBezTo>
                <a:lnTo>
                  <a:pt x="7636516" y="4124081"/>
                </a:lnTo>
                <a:cubicBezTo>
                  <a:pt x="7636713" y="4123819"/>
                  <a:pt x="7637304" y="4123622"/>
                  <a:pt x="7637304" y="4123622"/>
                </a:cubicBezTo>
                <a:close/>
                <a:moveTo>
                  <a:pt x="7382923" y="4123622"/>
                </a:moveTo>
                <a:lnTo>
                  <a:pt x="7391987" y="4123622"/>
                </a:lnTo>
                <a:cubicBezTo>
                  <a:pt x="7392315" y="4123622"/>
                  <a:pt x="7392775" y="4124081"/>
                  <a:pt x="7392775" y="4124081"/>
                </a:cubicBezTo>
                <a:lnTo>
                  <a:pt x="7397307" y="4131963"/>
                </a:lnTo>
                <a:cubicBezTo>
                  <a:pt x="7397438" y="4132226"/>
                  <a:pt x="7397307" y="4132817"/>
                  <a:pt x="7397307" y="4132817"/>
                </a:cubicBezTo>
                <a:lnTo>
                  <a:pt x="7392775" y="4140698"/>
                </a:lnTo>
                <a:cubicBezTo>
                  <a:pt x="7392578" y="4140962"/>
                  <a:pt x="7391987" y="4141158"/>
                  <a:pt x="7391987" y="4141158"/>
                </a:cubicBezTo>
                <a:lnTo>
                  <a:pt x="7382923" y="4141158"/>
                </a:lnTo>
                <a:cubicBezTo>
                  <a:pt x="7382595" y="4141158"/>
                  <a:pt x="7382135" y="4140698"/>
                  <a:pt x="7382135" y="4140698"/>
                </a:cubicBezTo>
                <a:lnTo>
                  <a:pt x="7377602" y="4132817"/>
                </a:lnTo>
                <a:cubicBezTo>
                  <a:pt x="7377471" y="4132554"/>
                  <a:pt x="7377602" y="4131963"/>
                  <a:pt x="7377602" y="4131963"/>
                </a:cubicBezTo>
                <a:lnTo>
                  <a:pt x="7382135" y="4124081"/>
                </a:lnTo>
                <a:cubicBezTo>
                  <a:pt x="7382331" y="4123819"/>
                  <a:pt x="7382923" y="4123622"/>
                  <a:pt x="7382923" y="4123622"/>
                </a:cubicBezTo>
                <a:close/>
                <a:moveTo>
                  <a:pt x="7128477" y="4123622"/>
                </a:moveTo>
                <a:lnTo>
                  <a:pt x="7137540" y="4123622"/>
                </a:lnTo>
                <a:cubicBezTo>
                  <a:pt x="7137869" y="4123622"/>
                  <a:pt x="7138328" y="4124081"/>
                  <a:pt x="7138328" y="4124081"/>
                </a:cubicBezTo>
                <a:lnTo>
                  <a:pt x="7142860" y="4131963"/>
                </a:lnTo>
                <a:cubicBezTo>
                  <a:pt x="7142992" y="4132226"/>
                  <a:pt x="7142860" y="4132817"/>
                  <a:pt x="7142860" y="4132817"/>
                </a:cubicBezTo>
                <a:lnTo>
                  <a:pt x="7138328" y="4140698"/>
                </a:lnTo>
                <a:cubicBezTo>
                  <a:pt x="7138131" y="4140962"/>
                  <a:pt x="7137540" y="4141158"/>
                  <a:pt x="7137540" y="4141158"/>
                </a:cubicBezTo>
                <a:lnTo>
                  <a:pt x="7128477" y="4141158"/>
                </a:lnTo>
                <a:cubicBezTo>
                  <a:pt x="7128148" y="4141158"/>
                  <a:pt x="7127689" y="4140698"/>
                  <a:pt x="7127689" y="4140698"/>
                </a:cubicBezTo>
                <a:lnTo>
                  <a:pt x="7123156" y="4132817"/>
                </a:lnTo>
                <a:cubicBezTo>
                  <a:pt x="7123024" y="4132554"/>
                  <a:pt x="7123156" y="4131963"/>
                  <a:pt x="7123156" y="4131963"/>
                </a:cubicBezTo>
                <a:lnTo>
                  <a:pt x="7127689" y="4124081"/>
                </a:lnTo>
                <a:cubicBezTo>
                  <a:pt x="7127885" y="4123819"/>
                  <a:pt x="7128477" y="4123622"/>
                  <a:pt x="7128477" y="4123622"/>
                </a:cubicBezTo>
                <a:close/>
                <a:moveTo>
                  <a:pt x="6874095" y="4123622"/>
                </a:moveTo>
                <a:lnTo>
                  <a:pt x="6883159" y="4123622"/>
                </a:lnTo>
                <a:cubicBezTo>
                  <a:pt x="6883488" y="4123622"/>
                  <a:pt x="6883947" y="4124081"/>
                  <a:pt x="6883947" y="4124081"/>
                </a:cubicBezTo>
                <a:lnTo>
                  <a:pt x="6888480" y="4131963"/>
                </a:lnTo>
                <a:cubicBezTo>
                  <a:pt x="6888611" y="4132226"/>
                  <a:pt x="6888480" y="4132817"/>
                  <a:pt x="6888480" y="4132817"/>
                </a:cubicBezTo>
                <a:lnTo>
                  <a:pt x="6883947" y="4140698"/>
                </a:lnTo>
                <a:cubicBezTo>
                  <a:pt x="6883751" y="4140962"/>
                  <a:pt x="6883159" y="4141158"/>
                  <a:pt x="6883159" y="4141158"/>
                </a:cubicBezTo>
                <a:lnTo>
                  <a:pt x="6874095" y="4141158"/>
                </a:lnTo>
                <a:cubicBezTo>
                  <a:pt x="6873768" y="4141158"/>
                  <a:pt x="6873307" y="4140698"/>
                  <a:pt x="6873307" y="4140698"/>
                </a:cubicBezTo>
                <a:lnTo>
                  <a:pt x="6868775" y="4132817"/>
                </a:lnTo>
                <a:cubicBezTo>
                  <a:pt x="6868644" y="4132554"/>
                  <a:pt x="6868775" y="4131963"/>
                  <a:pt x="6868775" y="4131963"/>
                </a:cubicBezTo>
                <a:lnTo>
                  <a:pt x="6873307" y="4124081"/>
                </a:lnTo>
                <a:cubicBezTo>
                  <a:pt x="6873504" y="4123819"/>
                  <a:pt x="6874095" y="4123622"/>
                  <a:pt x="6874095" y="4123622"/>
                </a:cubicBezTo>
                <a:close/>
                <a:moveTo>
                  <a:pt x="6619714" y="4123622"/>
                </a:moveTo>
                <a:lnTo>
                  <a:pt x="6628778" y="4123622"/>
                </a:lnTo>
                <a:cubicBezTo>
                  <a:pt x="6629107" y="4123622"/>
                  <a:pt x="6629566" y="4124081"/>
                  <a:pt x="6629566" y="4124081"/>
                </a:cubicBezTo>
                <a:lnTo>
                  <a:pt x="6634099" y="4131963"/>
                </a:lnTo>
                <a:cubicBezTo>
                  <a:pt x="6634230" y="4132226"/>
                  <a:pt x="6634099" y="4132817"/>
                  <a:pt x="6634099" y="4132817"/>
                </a:cubicBezTo>
                <a:lnTo>
                  <a:pt x="6629566" y="4140698"/>
                </a:lnTo>
                <a:cubicBezTo>
                  <a:pt x="6629369" y="4140962"/>
                  <a:pt x="6628778" y="4141158"/>
                  <a:pt x="6628778" y="4141158"/>
                </a:cubicBezTo>
                <a:lnTo>
                  <a:pt x="6619714" y="4141158"/>
                </a:lnTo>
                <a:cubicBezTo>
                  <a:pt x="6619387" y="4141158"/>
                  <a:pt x="6618926" y="4140698"/>
                  <a:pt x="6618926" y="4140698"/>
                </a:cubicBezTo>
                <a:lnTo>
                  <a:pt x="6614394" y="4132817"/>
                </a:lnTo>
                <a:cubicBezTo>
                  <a:pt x="6614263" y="4132554"/>
                  <a:pt x="6614394" y="4131963"/>
                  <a:pt x="6614394" y="4131963"/>
                </a:cubicBezTo>
                <a:lnTo>
                  <a:pt x="6618926" y="4124081"/>
                </a:lnTo>
                <a:cubicBezTo>
                  <a:pt x="6619123" y="4123819"/>
                  <a:pt x="6619714" y="4123622"/>
                  <a:pt x="6619714" y="4123622"/>
                </a:cubicBezTo>
                <a:close/>
                <a:moveTo>
                  <a:pt x="6365334" y="4123622"/>
                </a:moveTo>
                <a:lnTo>
                  <a:pt x="6374397" y="4123622"/>
                </a:lnTo>
                <a:cubicBezTo>
                  <a:pt x="6374727" y="4123622"/>
                  <a:pt x="6375186" y="4124081"/>
                  <a:pt x="6375186" y="4124081"/>
                </a:cubicBezTo>
                <a:lnTo>
                  <a:pt x="6379718" y="4131963"/>
                </a:lnTo>
                <a:cubicBezTo>
                  <a:pt x="6379849" y="4132226"/>
                  <a:pt x="6379718" y="4132817"/>
                  <a:pt x="6379718" y="4132817"/>
                </a:cubicBezTo>
                <a:lnTo>
                  <a:pt x="6375186" y="4140698"/>
                </a:lnTo>
                <a:cubicBezTo>
                  <a:pt x="6374988" y="4140962"/>
                  <a:pt x="6374397" y="4141158"/>
                  <a:pt x="6374397" y="4141158"/>
                </a:cubicBezTo>
                <a:lnTo>
                  <a:pt x="6365334" y="4141158"/>
                </a:lnTo>
                <a:cubicBezTo>
                  <a:pt x="6365005" y="4141158"/>
                  <a:pt x="6364546" y="4140698"/>
                  <a:pt x="6364546" y="4140698"/>
                </a:cubicBezTo>
                <a:lnTo>
                  <a:pt x="6360014" y="4132817"/>
                </a:lnTo>
                <a:cubicBezTo>
                  <a:pt x="6359882" y="4132554"/>
                  <a:pt x="6360014" y="4131963"/>
                  <a:pt x="6360014" y="4131963"/>
                </a:cubicBezTo>
                <a:lnTo>
                  <a:pt x="6364546" y="4124081"/>
                </a:lnTo>
                <a:cubicBezTo>
                  <a:pt x="6364743" y="4123819"/>
                  <a:pt x="6365334" y="4123622"/>
                  <a:pt x="6365334" y="4123622"/>
                </a:cubicBezTo>
                <a:close/>
                <a:moveTo>
                  <a:pt x="6110888" y="4123622"/>
                </a:moveTo>
                <a:lnTo>
                  <a:pt x="6119953" y="4123622"/>
                </a:lnTo>
                <a:cubicBezTo>
                  <a:pt x="6120280" y="4123622"/>
                  <a:pt x="6120740" y="4124081"/>
                  <a:pt x="6120740" y="4124081"/>
                </a:cubicBezTo>
                <a:lnTo>
                  <a:pt x="6125272" y="4131963"/>
                </a:lnTo>
                <a:cubicBezTo>
                  <a:pt x="6125403" y="4132226"/>
                  <a:pt x="6125272" y="4132817"/>
                  <a:pt x="6125272" y="4132817"/>
                </a:cubicBezTo>
                <a:lnTo>
                  <a:pt x="6120740" y="4140698"/>
                </a:lnTo>
                <a:cubicBezTo>
                  <a:pt x="6120543" y="4140962"/>
                  <a:pt x="6119953" y="4141158"/>
                  <a:pt x="6119953" y="4141158"/>
                </a:cubicBezTo>
                <a:lnTo>
                  <a:pt x="6110888" y="4141158"/>
                </a:lnTo>
                <a:cubicBezTo>
                  <a:pt x="6110560" y="4141158"/>
                  <a:pt x="6110101" y="4140698"/>
                  <a:pt x="6110101" y="4140698"/>
                </a:cubicBezTo>
                <a:lnTo>
                  <a:pt x="6105567" y="4132817"/>
                </a:lnTo>
                <a:cubicBezTo>
                  <a:pt x="6105436" y="4132554"/>
                  <a:pt x="6105567" y="4131963"/>
                  <a:pt x="6105567" y="4131963"/>
                </a:cubicBezTo>
                <a:lnTo>
                  <a:pt x="6110101" y="4124081"/>
                </a:lnTo>
                <a:cubicBezTo>
                  <a:pt x="6110296" y="4123819"/>
                  <a:pt x="6110888" y="4123622"/>
                  <a:pt x="6110888" y="4123622"/>
                </a:cubicBezTo>
                <a:close/>
                <a:moveTo>
                  <a:pt x="5856508" y="4123622"/>
                </a:moveTo>
                <a:lnTo>
                  <a:pt x="5865571" y="4123622"/>
                </a:lnTo>
                <a:cubicBezTo>
                  <a:pt x="5865900" y="4123622"/>
                  <a:pt x="5866359" y="4124081"/>
                  <a:pt x="5866359" y="4124081"/>
                </a:cubicBezTo>
                <a:lnTo>
                  <a:pt x="5870891" y="4131963"/>
                </a:lnTo>
                <a:cubicBezTo>
                  <a:pt x="5871023" y="4132226"/>
                  <a:pt x="5870891" y="4132817"/>
                  <a:pt x="5870891" y="4132817"/>
                </a:cubicBezTo>
                <a:lnTo>
                  <a:pt x="5866359" y="4140698"/>
                </a:lnTo>
                <a:cubicBezTo>
                  <a:pt x="5866163" y="4140962"/>
                  <a:pt x="5865571" y="4141158"/>
                  <a:pt x="5865571" y="4141158"/>
                </a:cubicBezTo>
                <a:lnTo>
                  <a:pt x="5856508" y="4141158"/>
                </a:lnTo>
                <a:cubicBezTo>
                  <a:pt x="5856178" y="4141158"/>
                  <a:pt x="5855720" y="4140698"/>
                  <a:pt x="5855720" y="4140698"/>
                </a:cubicBezTo>
                <a:lnTo>
                  <a:pt x="5851187" y="4132817"/>
                </a:lnTo>
                <a:cubicBezTo>
                  <a:pt x="5851055" y="4132554"/>
                  <a:pt x="5851187" y="4131963"/>
                  <a:pt x="5851187" y="4131963"/>
                </a:cubicBezTo>
                <a:lnTo>
                  <a:pt x="5855720" y="4124081"/>
                </a:lnTo>
                <a:cubicBezTo>
                  <a:pt x="5855916" y="4123819"/>
                  <a:pt x="5856508" y="4123622"/>
                  <a:pt x="5856508" y="4123622"/>
                </a:cubicBezTo>
                <a:close/>
                <a:moveTo>
                  <a:pt x="5602126" y="4123622"/>
                </a:moveTo>
                <a:lnTo>
                  <a:pt x="5611191" y="4123622"/>
                </a:lnTo>
                <a:cubicBezTo>
                  <a:pt x="5611519" y="4123622"/>
                  <a:pt x="5611979" y="4124081"/>
                  <a:pt x="5611979" y="4124081"/>
                </a:cubicBezTo>
                <a:lnTo>
                  <a:pt x="5616511" y="4131963"/>
                </a:lnTo>
                <a:cubicBezTo>
                  <a:pt x="5616642" y="4132226"/>
                  <a:pt x="5616511" y="4132817"/>
                  <a:pt x="5616511" y="4132817"/>
                </a:cubicBezTo>
                <a:lnTo>
                  <a:pt x="5611979" y="4140698"/>
                </a:lnTo>
                <a:cubicBezTo>
                  <a:pt x="5611782" y="4140962"/>
                  <a:pt x="5611191" y="4141158"/>
                  <a:pt x="5611191" y="4141158"/>
                </a:cubicBezTo>
                <a:lnTo>
                  <a:pt x="5602126" y="4141158"/>
                </a:lnTo>
                <a:cubicBezTo>
                  <a:pt x="5601798" y="4141158"/>
                  <a:pt x="5601338" y="4140698"/>
                  <a:pt x="5601338" y="4140698"/>
                </a:cubicBezTo>
                <a:lnTo>
                  <a:pt x="5596807" y="4132817"/>
                </a:lnTo>
                <a:cubicBezTo>
                  <a:pt x="5596675" y="4132554"/>
                  <a:pt x="5596807" y="4131963"/>
                  <a:pt x="5596807" y="4131963"/>
                </a:cubicBezTo>
                <a:lnTo>
                  <a:pt x="5601338" y="4124081"/>
                </a:lnTo>
                <a:cubicBezTo>
                  <a:pt x="5601536" y="4123819"/>
                  <a:pt x="5602126" y="4123622"/>
                  <a:pt x="5602126" y="4123622"/>
                </a:cubicBezTo>
                <a:close/>
                <a:moveTo>
                  <a:pt x="5347746" y="4123622"/>
                </a:moveTo>
                <a:lnTo>
                  <a:pt x="5356810" y="4123622"/>
                </a:lnTo>
                <a:cubicBezTo>
                  <a:pt x="5357138" y="4123622"/>
                  <a:pt x="5357598" y="4124081"/>
                  <a:pt x="5357598" y="4124081"/>
                </a:cubicBezTo>
                <a:lnTo>
                  <a:pt x="5362130" y="4131963"/>
                </a:lnTo>
                <a:cubicBezTo>
                  <a:pt x="5362261" y="4132226"/>
                  <a:pt x="5362130" y="4132817"/>
                  <a:pt x="5362130" y="4132817"/>
                </a:cubicBezTo>
                <a:lnTo>
                  <a:pt x="5357598" y="4140698"/>
                </a:lnTo>
                <a:cubicBezTo>
                  <a:pt x="5357401" y="4140962"/>
                  <a:pt x="5356810" y="4141158"/>
                  <a:pt x="5356810" y="4141158"/>
                </a:cubicBezTo>
                <a:lnTo>
                  <a:pt x="5347746" y="4141158"/>
                </a:lnTo>
                <a:cubicBezTo>
                  <a:pt x="5347418" y="4141158"/>
                  <a:pt x="5346958" y="4140698"/>
                  <a:pt x="5346958" y="4140698"/>
                </a:cubicBezTo>
                <a:lnTo>
                  <a:pt x="5342425" y="4132817"/>
                </a:lnTo>
                <a:cubicBezTo>
                  <a:pt x="5342295" y="4132554"/>
                  <a:pt x="5342425" y="4131963"/>
                  <a:pt x="5342425" y="4131963"/>
                </a:cubicBezTo>
                <a:lnTo>
                  <a:pt x="5346958" y="4124081"/>
                </a:lnTo>
                <a:cubicBezTo>
                  <a:pt x="5347154" y="4123819"/>
                  <a:pt x="5347746" y="4123622"/>
                  <a:pt x="5347746" y="4123622"/>
                </a:cubicBezTo>
                <a:close/>
                <a:moveTo>
                  <a:pt x="5093300" y="4123622"/>
                </a:moveTo>
                <a:lnTo>
                  <a:pt x="5102364" y="4123622"/>
                </a:lnTo>
                <a:cubicBezTo>
                  <a:pt x="5102693" y="4123622"/>
                  <a:pt x="5103153" y="4124081"/>
                  <a:pt x="5103153" y="4124081"/>
                </a:cubicBezTo>
                <a:lnTo>
                  <a:pt x="5107684" y="4131963"/>
                </a:lnTo>
                <a:cubicBezTo>
                  <a:pt x="5107815" y="4132226"/>
                  <a:pt x="5107684" y="4132817"/>
                  <a:pt x="5107684" y="4132817"/>
                </a:cubicBezTo>
                <a:lnTo>
                  <a:pt x="5103153" y="4140698"/>
                </a:lnTo>
                <a:cubicBezTo>
                  <a:pt x="5102955" y="4140962"/>
                  <a:pt x="5102364" y="4141158"/>
                  <a:pt x="5102364" y="4141158"/>
                </a:cubicBezTo>
                <a:lnTo>
                  <a:pt x="5093300" y="4141158"/>
                </a:lnTo>
                <a:cubicBezTo>
                  <a:pt x="5092972" y="4141158"/>
                  <a:pt x="5092512" y="4140698"/>
                  <a:pt x="5092512" y="4140698"/>
                </a:cubicBezTo>
                <a:lnTo>
                  <a:pt x="5087979" y="4132817"/>
                </a:lnTo>
                <a:cubicBezTo>
                  <a:pt x="5087848" y="4132554"/>
                  <a:pt x="5087979" y="4131963"/>
                  <a:pt x="5087979" y="4131963"/>
                </a:cubicBezTo>
                <a:lnTo>
                  <a:pt x="5092512" y="4124081"/>
                </a:lnTo>
                <a:cubicBezTo>
                  <a:pt x="5092708" y="4123819"/>
                  <a:pt x="5093300" y="4123622"/>
                  <a:pt x="5093300" y="4123622"/>
                </a:cubicBezTo>
                <a:close/>
                <a:moveTo>
                  <a:pt x="4838919" y="4123622"/>
                </a:moveTo>
                <a:lnTo>
                  <a:pt x="4847982" y="4123622"/>
                </a:lnTo>
                <a:cubicBezTo>
                  <a:pt x="4848311" y="4123622"/>
                  <a:pt x="4848772" y="4124081"/>
                  <a:pt x="4848772" y="4124081"/>
                </a:cubicBezTo>
                <a:lnTo>
                  <a:pt x="4853303" y="4131963"/>
                </a:lnTo>
                <a:cubicBezTo>
                  <a:pt x="4853435" y="4132226"/>
                  <a:pt x="4853303" y="4132817"/>
                  <a:pt x="4853303" y="4132817"/>
                </a:cubicBezTo>
                <a:lnTo>
                  <a:pt x="4848772" y="4140698"/>
                </a:lnTo>
                <a:cubicBezTo>
                  <a:pt x="4848575" y="4140962"/>
                  <a:pt x="4847982" y="4141158"/>
                  <a:pt x="4847982" y="4141158"/>
                </a:cubicBezTo>
                <a:lnTo>
                  <a:pt x="4838919" y="4141158"/>
                </a:lnTo>
                <a:cubicBezTo>
                  <a:pt x="4838590" y="4141158"/>
                  <a:pt x="4838132" y="4140698"/>
                  <a:pt x="4838132" y="4140698"/>
                </a:cubicBezTo>
                <a:lnTo>
                  <a:pt x="4833598" y="4132817"/>
                </a:lnTo>
                <a:cubicBezTo>
                  <a:pt x="4833467" y="4132554"/>
                  <a:pt x="4833598" y="4131963"/>
                  <a:pt x="4833598" y="4131963"/>
                </a:cubicBezTo>
                <a:lnTo>
                  <a:pt x="4838132" y="4124081"/>
                </a:lnTo>
                <a:cubicBezTo>
                  <a:pt x="4838328" y="4123819"/>
                  <a:pt x="4838919" y="4123622"/>
                  <a:pt x="4838919" y="4123622"/>
                </a:cubicBezTo>
                <a:close/>
                <a:moveTo>
                  <a:pt x="4584538" y="4123622"/>
                </a:moveTo>
                <a:lnTo>
                  <a:pt x="4593603" y="4123622"/>
                </a:lnTo>
                <a:cubicBezTo>
                  <a:pt x="4593932" y="4123622"/>
                  <a:pt x="4594390" y="4124081"/>
                  <a:pt x="4594390" y="4124081"/>
                </a:cubicBezTo>
                <a:lnTo>
                  <a:pt x="4598922" y="4131963"/>
                </a:lnTo>
                <a:cubicBezTo>
                  <a:pt x="4599054" y="4132226"/>
                  <a:pt x="4598922" y="4132817"/>
                  <a:pt x="4598922" y="4132817"/>
                </a:cubicBezTo>
                <a:lnTo>
                  <a:pt x="4594390" y="4140698"/>
                </a:lnTo>
                <a:cubicBezTo>
                  <a:pt x="4594193" y="4140962"/>
                  <a:pt x="4593603" y="4141158"/>
                  <a:pt x="4593603" y="4141158"/>
                </a:cubicBezTo>
                <a:lnTo>
                  <a:pt x="4584538" y="4141158"/>
                </a:lnTo>
                <a:cubicBezTo>
                  <a:pt x="4584210" y="4141158"/>
                  <a:pt x="4583749" y="4140698"/>
                  <a:pt x="4583749" y="4140698"/>
                </a:cubicBezTo>
                <a:lnTo>
                  <a:pt x="4579218" y="4132817"/>
                </a:lnTo>
                <a:cubicBezTo>
                  <a:pt x="4579087" y="4132554"/>
                  <a:pt x="4579218" y="4131963"/>
                  <a:pt x="4579218" y="4131963"/>
                </a:cubicBezTo>
                <a:lnTo>
                  <a:pt x="4583749" y="4124081"/>
                </a:lnTo>
                <a:cubicBezTo>
                  <a:pt x="4583948" y="4123819"/>
                  <a:pt x="4584538" y="4123622"/>
                  <a:pt x="4584538" y="4123622"/>
                </a:cubicBezTo>
                <a:close/>
                <a:moveTo>
                  <a:pt x="4330157" y="4123622"/>
                </a:moveTo>
                <a:lnTo>
                  <a:pt x="4339222" y="4123622"/>
                </a:lnTo>
                <a:cubicBezTo>
                  <a:pt x="4339550" y="4123622"/>
                  <a:pt x="4340010" y="4124081"/>
                  <a:pt x="4340010" y="4124081"/>
                </a:cubicBezTo>
                <a:lnTo>
                  <a:pt x="4344540" y="4131963"/>
                </a:lnTo>
                <a:cubicBezTo>
                  <a:pt x="4344672" y="4132226"/>
                  <a:pt x="4344540" y="4132817"/>
                  <a:pt x="4344540" y="4132817"/>
                </a:cubicBezTo>
                <a:lnTo>
                  <a:pt x="4340010" y="4140698"/>
                </a:lnTo>
                <a:cubicBezTo>
                  <a:pt x="4339812" y="4140962"/>
                  <a:pt x="4339222" y="4141158"/>
                  <a:pt x="4339222" y="4141158"/>
                </a:cubicBezTo>
                <a:lnTo>
                  <a:pt x="4330157" y="4141158"/>
                </a:lnTo>
                <a:cubicBezTo>
                  <a:pt x="4329829" y="4141158"/>
                  <a:pt x="4329369" y="4140698"/>
                  <a:pt x="4329369" y="4140698"/>
                </a:cubicBezTo>
                <a:lnTo>
                  <a:pt x="4324836" y="4132817"/>
                </a:lnTo>
                <a:cubicBezTo>
                  <a:pt x="4324706" y="4132554"/>
                  <a:pt x="4324836" y="4131963"/>
                  <a:pt x="4324836" y="4131963"/>
                </a:cubicBezTo>
                <a:lnTo>
                  <a:pt x="4329369" y="4124081"/>
                </a:lnTo>
                <a:cubicBezTo>
                  <a:pt x="4329565" y="4123819"/>
                  <a:pt x="4330157" y="4123622"/>
                  <a:pt x="4330157" y="4123622"/>
                </a:cubicBezTo>
                <a:close/>
                <a:moveTo>
                  <a:pt x="4075790" y="4123622"/>
                </a:moveTo>
                <a:lnTo>
                  <a:pt x="4084855" y="4123622"/>
                </a:lnTo>
                <a:cubicBezTo>
                  <a:pt x="4085182" y="4123622"/>
                  <a:pt x="4085642" y="4124081"/>
                  <a:pt x="4085642" y="4124081"/>
                </a:cubicBezTo>
                <a:lnTo>
                  <a:pt x="4090176" y="4131963"/>
                </a:lnTo>
                <a:cubicBezTo>
                  <a:pt x="4090305" y="4132226"/>
                  <a:pt x="4090176" y="4132817"/>
                  <a:pt x="4090176" y="4132817"/>
                </a:cubicBezTo>
                <a:lnTo>
                  <a:pt x="4085642" y="4140698"/>
                </a:lnTo>
                <a:cubicBezTo>
                  <a:pt x="4085446" y="4140962"/>
                  <a:pt x="4084855" y="4141158"/>
                  <a:pt x="4084855" y="4141158"/>
                </a:cubicBezTo>
                <a:lnTo>
                  <a:pt x="4075790" y="4141158"/>
                </a:lnTo>
                <a:cubicBezTo>
                  <a:pt x="4075462" y="4141158"/>
                  <a:pt x="4075002" y="4140698"/>
                  <a:pt x="4075002" y="4140698"/>
                </a:cubicBezTo>
                <a:lnTo>
                  <a:pt x="4070469" y="4132817"/>
                </a:lnTo>
                <a:cubicBezTo>
                  <a:pt x="4070339" y="4132554"/>
                  <a:pt x="4070469" y="4131963"/>
                  <a:pt x="4070469" y="4131963"/>
                </a:cubicBezTo>
                <a:lnTo>
                  <a:pt x="4075002" y="4124081"/>
                </a:lnTo>
                <a:cubicBezTo>
                  <a:pt x="4075198" y="4123819"/>
                  <a:pt x="4075790" y="4123622"/>
                  <a:pt x="4075790" y="4123622"/>
                </a:cubicBezTo>
                <a:close/>
                <a:moveTo>
                  <a:pt x="3821346" y="4123622"/>
                </a:moveTo>
                <a:lnTo>
                  <a:pt x="3830412" y="4123622"/>
                </a:lnTo>
                <a:cubicBezTo>
                  <a:pt x="3830739" y="4123622"/>
                  <a:pt x="3831200" y="4124081"/>
                  <a:pt x="3831200" y="4124081"/>
                </a:cubicBezTo>
                <a:lnTo>
                  <a:pt x="3835732" y="4131963"/>
                </a:lnTo>
                <a:cubicBezTo>
                  <a:pt x="3835862" y="4132226"/>
                  <a:pt x="3835732" y="4132817"/>
                  <a:pt x="3835732" y="4132817"/>
                </a:cubicBezTo>
                <a:lnTo>
                  <a:pt x="3831200" y="4140698"/>
                </a:lnTo>
                <a:cubicBezTo>
                  <a:pt x="3831003" y="4140962"/>
                  <a:pt x="3830412" y="4141158"/>
                  <a:pt x="3830412" y="4141158"/>
                </a:cubicBezTo>
                <a:lnTo>
                  <a:pt x="3821346" y="4141158"/>
                </a:lnTo>
                <a:cubicBezTo>
                  <a:pt x="3821018" y="4141158"/>
                  <a:pt x="3820558" y="4140698"/>
                  <a:pt x="3820558" y="4140698"/>
                </a:cubicBezTo>
                <a:lnTo>
                  <a:pt x="3816026" y="4132817"/>
                </a:lnTo>
                <a:cubicBezTo>
                  <a:pt x="3815896" y="4132554"/>
                  <a:pt x="3816026" y="4131963"/>
                  <a:pt x="3816026" y="4131963"/>
                </a:cubicBezTo>
                <a:lnTo>
                  <a:pt x="3820558" y="4124081"/>
                </a:lnTo>
                <a:cubicBezTo>
                  <a:pt x="3820758" y="4123819"/>
                  <a:pt x="3821346" y="4123622"/>
                  <a:pt x="3821346" y="4123622"/>
                </a:cubicBezTo>
                <a:close/>
                <a:moveTo>
                  <a:pt x="3567004" y="4123622"/>
                </a:moveTo>
                <a:lnTo>
                  <a:pt x="3576068" y="4123622"/>
                </a:lnTo>
                <a:cubicBezTo>
                  <a:pt x="3576396" y="4123622"/>
                  <a:pt x="3576856" y="4124081"/>
                  <a:pt x="3576856" y="4124081"/>
                </a:cubicBezTo>
                <a:lnTo>
                  <a:pt x="3581388" y="4131963"/>
                </a:lnTo>
                <a:cubicBezTo>
                  <a:pt x="3581519" y="4132226"/>
                  <a:pt x="3581388" y="4132817"/>
                  <a:pt x="3581388" y="4132817"/>
                </a:cubicBezTo>
                <a:lnTo>
                  <a:pt x="3576856" y="4140698"/>
                </a:lnTo>
                <a:cubicBezTo>
                  <a:pt x="3576659" y="4140962"/>
                  <a:pt x="3576068" y="4141158"/>
                  <a:pt x="3576068" y="4141158"/>
                </a:cubicBezTo>
                <a:lnTo>
                  <a:pt x="3567004" y="4141158"/>
                </a:lnTo>
                <a:cubicBezTo>
                  <a:pt x="3566674" y="4141158"/>
                  <a:pt x="3566215" y="4140698"/>
                  <a:pt x="3566215" y="4140698"/>
                </a:cubicBezTo>
                <a:lnTo>
                  <a:pt x="3561682" y="4132817"/>
                </a:lnTo>
                <a:cubicBezTo>
                  <a:pt x="3561551" y="4132554"/>
                  <a:pt x="3561682" y="4131963"/>
                  <a:pt x="3561682" y="4131963"/>
                </a:cubicBezTo>
                <a:lnTo>
                  <a:pt x="3566215" y="4124081"/>
                </a:lnTo>
                <a:cubicBezTo>
                  <a:pt x="3566412" y="4123819"/>
                  <a:pt x="3567004" y="4123622"/>
                  <a:pt x="3567004" y="4123622"/>
                </a:cubicBezTo>
                <a:close/>
                <a:moveTo>
                  <a:pt x="3312668" y="4123622"/>
                </a:moveTo>
                <a:lnTo>
                  <a:pt x="3321732" y="4123622"/>
                </a:lnTo>
                <a:cubicBezTo>
                  <a:pt x="3322060" y="4123622"/>
                  <a:pt x="3322520" y="4124081"/>
                  <a:pt x="3322520" y="4124081"/>
                </a:cubicBezTo>
                <a:lnTo>
                  <a:pt x="3327052" y="4131963"/>
                </a:lnTo>
                <a:cubicBezTo>
                  <a:pt x="3327183" y="4132226"/>
                  <a:pt x="3327052" y="4132817"/>
                  <a:pt x="3327052" y="4132817"/>
                </a:cubicBezTo>
                <a:lnTo>
                  <a:pt x="3322520" y="4140698"/>
                </a:lnTo>
                <a:cubicBezTo>
                  <a:pt x="3322323" y="4140962"/>
                  <a:pt x="3321732" y="4141158"/>
                  <a:pt x="3321732" y="4141158"/>
                </a:cubicBezTo>
                <a:lnTo>
                  <a:pt x="3312668" y="4141158"/>
                </a:lnTo>
                <a:cubicBezTo>
                  <a:pt x="3312340" y="4141158"/>
                  <a:pt x="3311880" y="4140698"/>
                  <a:pt x="3311880" y="4140698"/>
                </a:cubicBezTo>
                <a:lnTo>
                  <a:pt x="3307347" y="4132817"/>
                </a:lnTo>
                <a:cubicBezTo>
                  <a:pt x="3307216" y="4132554"/>
                  <a:pt x="3307347" y="4131963"/>
                  <a:pt x="3307347" y="4131963"/>
                </a:cubicBezTo>
                <a:lnTo>
                  <a:pt x="3311880" y="4124081"/>
                </a:lnTo>
                <a:cubicBezTo>
                  <a:pt x="3312075" y="4123819"/>
                  <a:pt x="3312668" y="4123622"/>
                  <a:pt x="3312668" y="4123622"/>
                </a:cubicBezTo>
                <a:close/>
                <a:moveTo>
                  <a:pt x="3058346" y="4123622"/>
                </a:moveTo>
                <a:lnTo>
                  <a:pt x="3067411" y="4123622"/>
                </a:lnTo>
                <a:cubicBezTo>
                  <a:pt x="3067740" y="4123622"/>
                  <a:pt x="3068199" y="4124081"/>
                  <a:pt x="3068199" y="4124081"/>
                </a:cubicBezTo>
                <a:lnTo>
                  <a:pt x="3072730" y="4131963"/>
                </a:lnTo>
                <a:cubicBezTo>
                  <a:pt x="3072861" y="4132226"/>
                  <a:pt x="3072730" y="4132817"/>
                  <a:pt x="3072730" y="4132817"/>
                </a:cubicBezTo>
                <a:lnTo>
                  <a:pt x="3068199" y="4140698"/>
                </a:lnTo>
                <a:cubicBezTo>
                  <a:pt x="3068003" y="4140962"/>
                  <a:pt x="3067411" y="4141158"/>
                  <a:pt x="3067411" y="4141158"/>
                </a:cubicBezTo>
                <a:lnTo>
                  <a:pt x="3058346" y="4141158"/>
                </a:lnTo>
                <a:cubicBezTo>
                  <a:pt x="3058017" y="4141158"/>
                  <a:pt x="3057558" y="4140698"/>
                  <a:pt x="3057558" y="4140698"/>
                </a:cubicBezTo>
                <a:lnTo>
                  <a:pt x="3053027" y="4132817"/>
                </a:lnTo>
                <a:cubicBezTo>
                  <a:pt x="3052895" y="4132554"/>
                  <a:pt x="3053027" y="4131963"/>
                  <a:pt x="3053027" y="4131963"/>
                </a:cubicBezTo>
                <a:lnTo>
                  <a:pt x="3057558" y="4124081"/>
                </a:lnTo>
                <a:cubicBezTo>
                  <a:pt x="3057755" y="4123819"/>
                  <a:pt x="3058346" y="4123622"/>
                  <a:pt x="3058346" y="4123622"/>
                </a:cubicBezTo>
                <a:close/>
                <a:moveTo>
                  <a:pt x="2803926" y="4123622"/>
                </a:moveTo>
                <a:lnTo>
                  <a:pt x="2812990" y="4123622"/>
                </a:lnTo>
                <a:cubicBezTo>
                  <a:pt x="2813318" y="4123622"/>
                  <a:pt x="2813777" y="4124081"/>
                  <a:pt x="2813777" y="4124081"/>
                </a:cubicBezTo>
                <a:lnTo>
                  <a:pt x="2818309" y="4131963"/>
                </a:lnTo>
                <a:cubicBezTo>
                  <a:pt x="2818441" y="4132226"/>
                  <a:pt x="2818309" y="4132817"/>
                  <a:pt x="2818309" y="4132817"/>
                </a:cubicBezTo>
                <a:lnTo>
                  <a:pt x="2813777" y="4140698"/>
                </a:lnTo>
                <a:cubicBezTo>
                  <a:pt x="2813580" y="4140962"/>
                  <a:pt x="2812990" y="4141158"/>
                  <a:pt x="2812990" y="4141158"/>
                </a:cubicBezTo>
                <a:lnTo>
                  <a:pt x="2803926" y="4141158"/>
                </a:lnTo>
                <a:cubicBezTo>
                  <a:pt x="2803595" y="4141158"/>
                  <a:pt x="2803135" y="4140698"/>
                  <a:pt x="2803135" y="4140698"/>
                </a:cubicBezTo>
                <a:lnTo>
                  <a:pt x="2798603" y="4132817"/>
                </a:lnTo>
                <a:cubicBezTo>
                  <a:pt x="2798472" y="4132554"/>
                  <a:pt x="2798603" y="4131963"/>
                  <a:pt x="2798603" y="4131963"/>
                </a:cubicBezTo>
                <a:lnTo>
                  <a:pt x="2803135" y="4124081"/>
                </a:lnTo>
                <a:cubicBezTo>
                  <a:pt x="2803332" y="4123819"/>
                  <a:pt x="2803926" y="4123622"/>
                  <a:pt x="2803926" y="4123622"/>
                </a:cubicBezTo>
                <a:close/>
                <a:moveTo>
                  <a:pt x="2549431" y="4123622"/>
                </a:moveTo>
                <a:lnTo>
                  <a:pt x="2558497" y="4123622"/>
                </a:lnTo>
                <a:cubicBezTo>
                  <a:pt x="2558824" y="4123622"/>
                  <a:pt x="2559284" y="4124081"/>
                  <a:pt x="2559284" y="4124081"/>
                </a:cubicBezTo>
                <a:lnTo>
                  <a:pt x="2563817" y="4131963"/>
                </a:lnTo>
                <a:cubicBezTo>
                  <a:pt x="2563948" y="4132226"/>
                  <a:pt x="2563817" y="4132817"/>
                  <a:pt x="2563817" y="4132817"/>
                </a:cubicBezTo>
                <a:lnTo>
                  <a:pt x="2559284" y="4140698"/>
                </a:lnTo>
                <a:cubicBezTo>
                  <a:pt x="2559087" y="4140962"/>
                  <a:pt x="2558497" y="4141158"/>
                  <a:pt x="2558497" y="4141158"/>
                </a:cubicBezTo>
                <a:lnTo>
                  <a:pt x="2549431" y="4141158"/>
                </a:lnTo>
                <a:cubicBezTo>
                  <a:pt x="2549105" y="4141158"/>
                  <a:pt x="2548643" y="4140698"/>
                  <a:pt x="2548643" y="4140698"/>
                </a:cubicBezTo>
                <a:lnTo>
                  <a:pt x="2544111" y="4132817"/>
                </a:lnTo>
                <a:cubicBezTo>
                  <a:pt x="2543980" y="4132554"/>
                  <a:pt x="2544111" y="4131963"/>
                  <a:pt x="2544111" y="4131963"/>
                </a:cubicBezTo>
                <a:lnTo>
                  <a:pt x="2548643" y="4124081"/>
                </a:lnTo>
                <a:cubicBezTo>
                  <a:pt x="2548840" y="4123819"/>
                  <a:pt x="2549431" y="4123622"/>
                  <a:pt x="2549431" y="4123622"/>
                </a:cubicBezTo>
                <a:close/>
                <a:moveTo>
                  <a:pt x="2295042" y="4123622"/>
                </a:moveTo>
                <a:lnTo>
                  <a:pt x="2304107" y="4123622"/>
                </a:lnTo>
                <a:cubicBezTo>
                  <a:pt x="2304435" y="4123622"/>
                  <a:pt x="2304895" y="4124081"/>
                  <a:pt x="2304895" y="4124081"/>
                </a:cubicBezTo>
                <a:lnTo>
                  <a:pt x="2309426" y="4131963"/>
                </a:lnTo>
                <a:cubicBezTo>
                  <a:pt x="2309558" y="4132226"/>
                  <a:pt x="2309426" y="4132817"/>
                  <a:pt x="2309426" y="4132817"/>
                </a:cubicBezTo>
                <a:lnTo>
                  <a:pt x="2304895" y="4140698"/>
                </a:lnTo>
                <a:cubicBezTo>
                  <a:pt x="2304699" y="4140962"/>
                  <a:pt x="2304107" y="4141158"/>
                  <a:pt x="2304107" y="4141158"/>
                </a:cubicBezTo>
                <a:lnTo>
                  <a:pt x="2295042" y="4141158"/>
                </a:lnTo>
                <a:cubicBezTo>
                  <a:pt x="2294714" y="4141158"/>
                  <a:pt x="2294254" y="4140698"/>
                  <a:pt x="2294254" y="4140698"/>
                </a:cubicBezTo>
                <a:lnTo>
                  <a:pt x="2289722" y="4132817"/>
                </a:lnTo>
                <a:cubicBezTo>
                  <a:pt x="2289590" y="4132554"/>
                  <a:pt x="2289722" y="4131963"/>
                  <a:pt x="2289722" y="4131963"/>
                </a:cubicBezTo>
                <a:lnTo>
                  <a:pt x="2294254" y="4124081"/>
                </a:lnTo>
                <a:cubicBezTo>
                  <a:pt x="2294451" y="4123819"/>
                  <a:pt x="2295042" y="4123622"/>
                  <a:pt x="2295042" y="4123622"/>
                </a:cubicBezTo>
                <a:close/>
                <a:moveTo>
                  <a:pt x="2040669" y="4123622"/>
                </a:moveTo>
                <a:lnTo>
                  <a:pt x="2049732" y="4123622"/>
                </a:lnTo>
                <a:cubicBezTo>
                  <a:pt x="2050060" y="4123622"/>
                  <a:pt x="2050520" y="4124081"/>
                  <a:pt x="2050520" y="4124081"/>
                </a:cubicBezTo>
                <a:lnTo>
                  <a:pt x="2055053" y="4131963"/>
                </a:lnTo>
                <a:cubicBezTo>
                  <a:pt x="2055185" y="4132226"/>
                  <a:pt x="2055053" y="4132817"/>
                  <a:pt x="2055053" y="4132817"/>
                </a:cubicBezTo>
                <a:lnTo>
                  <a:pt x="2050520" y="4140698"/>
                </a:lnTo>
                <a:cubicBezTo>
                  <a:pt x="2050323" y="4140962"/>
                  <a:pt x="2049732" y="4141158"/>
                  <a:pt x="2049732" y="4141158"/>
                </a:cubicBezTo>
                <a:lnTo>
                  <a:pt x="2040669" y="4141158"/>
                </a:lnTo>
                <a:cubicBezTo>
                  <a:pt x="2040339" y="4141158"/>
                  <a:pt x="2039880" y="4140698"/>
                  <a:pt x="2039880" y="4140698"/>
                </a:cubicBezTo>
                <a:lnTo>
                  <a:pt x="2035346" y="4132817"/>
                </a:lnTo>
                <a:cubicBezTo>
                  <a:pt x="2035215" y="4132554"/>
                  <a:pt x="2035346" y="4131963"/>
                  <a:pt x="2035346" y="4131963"/>
                </a:cubicBezTo>
                <a:lnTo>
                  <a:pt x="2039880" y="4124081"/>
                </a:lnTo>
                <a:cubicBezTo>
                  <a:pt x="2040077" y="4123819"/>
                  <a:pt x="2040669" y="4123622"/>
                  <a:pt x="2040669" y="4123622"/>
                </a:cubicBezTo>
                <a:close/>
                <a:moveTo>
                  <a:pt x="1786280" y="4123622"/>
                </a:moveTo>
                <a:lnTo>
                  <a:pt x="1795344" y="4123622"/>
                </a:lnTo>
                <a:cubicBezTo>
                  <a:pt x="1795673" y="4123622"/>
                  <a:pt x="1796133" y="4124081"/>
                  <a:pt x="1796133" y="4124081"/>
                </a:cubicBezTo>
                <a:lnTo>
                  <a:pt x="1800664" y="4131963"/>
                </a:lnTo>
                <a:cubicBezTo>
                  <a:pt x="1800795" y="4132226"/>
                  <a:pt x="1800664" y="4132817"/>
                  <a:pt x="1800664" y="4132817"/>
                </a:cubicBezTo>
                <a:lnTo>
                  <a:pt x="1796133" y="4140698"/>
                </a:lnTo>
                <a:cubicBezTo>
                  <a:pt x="1795936" y="4140962"/>
                  <a:pt x="1795344" y="4141158"/>
                  <a:pt x="1795344" y="4141158"/>
                </a:cubicBezTo>
                <a:lnTo>
                  <a:pt x="1786280" y="4141158"/>
                </a:lnTo>
                <a:cubicBezTo>
                  <a:pt x="1785953" y="4141158"/>
                  <a:pt x="1785492" y="4140698"/>
                  <a:pt x="1785492" y="4140698"/>
                </a:cubicBezTo>
                <a:lnTo>
                  <a:pt x="1780960" y="4132817"/>
                </a:lnTo>
                <a:cubicBezTo>
                  <a:pt x="1780829" y="4132554"/>
                  <a:pt x="1780960" y="4131963"/>
                  <a:pt x="1780960" y="4131963"/>
                </a:cubicBezTo>
                <a:lnTo>
                  <a:pt x="1785492" y="4124081"/>
                </a:lnTo>
                <a:cubicBezTo>
                  <a:pt x="1785688" y="4123819"/>
                  <a:pt x="1786280" y="4123622"/>
                  <a:pt x="1786280" y="4123622"/>
                </a:cubicBezTo>
                <a:close/>
                <a:moveTo>
                  <a:pt x="1531980" y="4123622"/>
                </a:moveTo>
                <a:lnTo>
                  <a:pt x="1541042" y="4123622"/>
                </a:lnTo>
                <a:cubicBezTo>
                  <a:pt x="1541370" y="4123622"/>
                  <a:pt x="1541828" y="4124081"/>
                  <a:pt x="1541828" y="4124081"/>
                </a:cubicBezTo>
                <a:lnTo>
                  <a:pt x="1546363" y="4131963"/>
                </a:lnTo>
                <a:cubicBezTo>
                  <a:pt x="1546494" y="4132226"/>
                  <a:pt x="1546363" y="4132817"/>
                  <a:pt x="1546363" y="4132817"/>
                </a:cubicBezTo>
                <a:lnTo>
                  <a:pt x="1541828" y="4140698"/>
                </a:lnTo>
                <a:cubicBezTo>
                  <a:pt x="1541633" y="4140962"/>
                  <a:pt x="1541042" y="4141158"/>
                  <a:pt x="1541042" y="4141158"/>
                </a:cubicBezTo>
                <a:lnTo>
                  <a:pt x="1531980" y="4141158"/>
                </a:lnTo>
                <a:cubicBezTo>
                  <a:pt x="1531651" y="4141158"/>
                  <a:pt x="1531191" y="4140698"/>
                  <a:pt x="1531191" y="4140698"/>
                </a:cubicBezTo>
                <a:lnTo>
                  <a:pt x="1526658" y="4132817"/>
                </a:lnTo>
                <a:cubicBezTo>
                  <a:pt x="1526526" y="4132554"/>
                  <a:pt x="1526658" y="4131963"/>
                  <a:pt x="1526658" y="4131963"/>
                </a:cubicBezTo>
                <a:lnTo>
                  <a:pt x="1531191" y="4124081"/>
                </a:lnTo>
                <a:cubicBezTo>
                  <a:pt x="1531388" y="4123819"/>
                  <a:pt x="1531980" y="4123622"/>
                  <a:pt x="1531980" y="4123622"/>
                </a:cubicBezTo>
                <a:close/>
                <a:moveTo>
                  <a:pt x="1277596" y="4123622"/>
                </a:moveTo>
                <a:lnTo>
                  <a:pt x="1286660" y="4123622"/>
                </a:lnTo>
                <a:cubicBezTo>
                  <a:pt x="1286988" y="4123622"/>
                  <a:pt x="1287448" y="4124081"/>
                  <a:pt x="1287448" y="4124081"/>
                </a:cubicBezTo>
                <a:lnTo>
                  <a:pt x="1291981" y="4131963"/>
                </a:lnTo>
                <a:cubicBezTo>
                  <a:pt x="1292113" y="4132226"/>
                  <a:pt x="1291981" y="4132817"/>
                  <a:pt x="1291981" y="4132817"/>
                </a:cubicBezTo>
                <a:lnTo>
                  <a:pt x="1287448" y="4140698"/>
                </a:lnTo>
                <a:cubicBezTo>
                  <a:pt x="1287252" y="4140962"/>
                  <a:pt x="1286660" y="4141158"/>
                  <a:pt x="1286660" y="4141158"/>
                </a:cubicBezTo>
                <a:lnTo>
                  <a:pt x="1277596" y="4141158"/>
                </a:lnTo>
                <a:cubicBezTo>
                  <a:pt x="1277266" y="4141158"/>
                  <a:pt x="1276805" y="4140698"/>
                  <a:pt x="1276805" y="4140698"/>
                </a:cubicBezTo>
                <a:lnTo>
                  <a:pt x="1272274" y="4132817"/>
                </a:lnTo>
                <a:cubicBezTo>
                  <a:pt x="1272144" y="4132554"/>
                  <a:pt x="1272274" y="4131963"/>
                  <a:pt x="1272274" y="4131963"/>
                </a:cubicBezTo>
                <a:lnTo>
                  <a:pt x="1276805" y="4124081"/>
                </a:lnTo>
                <a:cubicBezTo>
                  <a:pt x="1277003" y="4123819"/>
                  <a:pt x="1277596" y="4123622"/>
                  <a:pt x="1277596" y="4123622"/>
                </a:cubicBezTo>
                <a:close/>
                <a:moveTo>
                  <a:pt x="1023219" y="4123622"/>
                </a:moveTo>
                <a:lnTo>
                  <a:pt x="1032284" y="4123622"/>
                </a:lnTo>
                <a:cubicBezTo>
                  <a:pt x="1032613" y="4123622"/>
                  <a:pt x="1033072" y="4124081"/>
                  <a:pt x="1033072" y="4124081"/>
                </a:cubicBezTo>
                <a:lnTo>
                  <a:pt x="1037606" y="4131963"/>
                </a:lnTo>
                <a:cubicBezTo>
                  <a:pt x="1037735" y="4132226"/>
                  <a:pt x="1037606" y="4132817"/>
                  <a:pt x="1037606" y="4132817"/>
                </a:cubicBezTo>
                <a:lnTo>
                  <a:pt x="1033072" y="4140698"/>
                </a:lnTo>
                <a:cubicBezTo>
                  <a:pt x="1032874" y="4140962"/>
                  <a:pt x="1032284" y="4141158"/>
                  <a:pt x="1032284" y="4141158"/>
                </a:cubicBezTo>
                <a:lnTo>
                  <a:pt x="1023219" y="4141158"/>
                </a:lnTo>
                <a:cubicBezTo>
                  <a:pt x="1022891" y="4141158"/>
                  <a:pt x="1022432" y="4140698"/>
                  <a:pt x="1022432" y="4140698"/>
                </a:cubicBezTo>
                <a:lnTo>
                  <a:pt x="1017898" y="4132817"/>
                </a:lnTo>
                <a:cubicBezTo>
                  <a:pt x="1017767" y="4132554"/>
                  <a:pt x="1017898" y="4131963"/>
                  <a:pt x="1017898" y="4131963"/>
                </a:cubicBezTo>
                <a:lnTo>
                  <a:pt x="1022432" y="4124081"/>
                </a:lnTo>
                <a:cubicBezTo>
                  <a:pt x="1022629" y="4123819"/>
                  <a:pt x="1023219" y="4123622"/>
                  <a:pt x="1023219" y="4123622"/>
                </a:cubicBezTo>
                <a:close/>
                <a:moveTo>
                  <a:pt x="768624" y="4123622"/>
                </a:moveTo>
                <a:lnTo>
                  <a:pt x="777687" y="4123622"/>
                </a:lnTo>
                <a:cubicBezTo>
                  <a:pt x="778015" y="4123622"/>
                  <a:pt x="778476" y="4124081"/>
                  <a:pt x="778476" y="4124081"/>
                </a:cubicBezTo>
                <a:lnTo>
                  <a:pt x="783007" y="4131963"/>
                </a:lnTo>
                <a:cubicBezTo>
                  <a:pt x="783138" y="4132226"/>
                  <a:pt x="783007" y="4132817"/>
                  <a:pt x="783007" y="4132817"/>
                </a:cubicBezTo>
                <a:lnTo>
                  <a:pt x="778476" y="4140698"/>
                </a:lnTo>
                <a:cubicBezTo>
                  <a:pt x="778279" y="4140962"/>
                  <a:pt x="777687" y="4141158"/>
                  <a:pt x="777687" y="4141158"/>
                </a:cubicBezTo>
                <a:lnTo>
                  <a:pt x="768624" y="4141158"/>
                </a:lnTo>
                <a:cubicBezTo>
                  <a:pt x="768294" y="4141158"/>
                  <a:pt x="767835" y="4140698"/>
                  <a:pt x="767835" y="4140698"/>
                </a:cubicBezTo>
                <a:lnTo>
                  <a:pt x="763303" y="4132817"/>
                </a:lnTo>
                <a:cubicBezTo>
                  <a:pt x="763172" y="4132554"/>
                  <a:pt x="763303" y="4131963"/>
                  <a:pt x="763303" y="4131963"/>
                </a:cubicBezTo>
                <a:lnTo>
                  <a:pt x="767835" y="4124081"/>
                </a:lnTo>
                <a:cubicBezTo>
                  <a:pt x="768032" y="4123819"/>
                  <a:pt x="768624" y="4123622"/>
                  <a:pt x="768624" y="4123622"/>
                </a:cubicBezTo>
                <a:close/>
                <a:moveTo>
                  <a:pt x="514266" y="4123622"/>
                </a:moveTo>
                <a:lnTo>
                  <a:pt x="523330" y="4123622"/>
                </a:lnTo>
                <a:cubicBezTo>
                  <a:pt x="523658" y="4123622"/>
                  <a:pt x="524118" y="4124081"/>
                  <a:pt x="524118" y="4124081"/>
                </a:cubicBezTo>
                <a:lnTo>
                  <a:pt x="528650" y="4131963"/>
                </a:lnTo>
                <a:cubicBezTo>
                  <a:pt x="528781" y="4132226"/>
                  <a:pt x="528650" y="4132817"/>
                  <a:pt x="528650" y="4132817"/>
                </a:cubicBezTo>
                <a:lnTo>
                  <a:pt x="524118" y="4140698"/>
                </a:lnTo>
                <a:cubicBezTo>
                  <a:pt x="523921" y="4140962"/>
                  <a:pt x="523330" y="4141158"/>
                  <a:pt x="523330" y="4141158"/>
                </a:cubicBezTo>
                <a:lnTo>
                  <a:pt x="514266" y="4141158"/>
                </a:lnTo>
                <a:cubicBezTo>
                  <a:pt x="513937" y="4141158"/>
                  <a:pt x="513478" y="4140698"/>
                  <a:pt x="513478" y="4140698"/>
                </a:cubicBezTo>
                <a:lnTo>
                  <a:pt x="508945" y="4132817"/>
                </a:lnTo>
                <a:cubicBezTo>
                  <a:pt x="508814" y="4132554"/>
                  <a:pt x="508945" y="4131963"/>
                  <a:pt x="508945" y="4131963"/>
                </a:cubicBezTo>
                <a:lnTo>
                  <a:pt x="513478" y="4124081"/>
                </a:lnTo>
                <a:cubicBezTo>
                  <a:pt x="513675" y="4123819"/>
                  <a:pt x="514266" y="4123622"/>
                  <a:pt x="514266" y="4123622"/>
                </a:cubicBezTo>
                <a:close/>
                <a:moveTo>
                  <a:pt x="259972" y="4123622"/>
                </a:moveTo>
                <a:lnTo>
                  <a:pt x="269036" y="4123622"/>
                </a:lnTo>
                <a:cubicBezTo>
                  <a:pt x="269364" y="4123622"/>
                  <a:pt x="269824" y="4124081"/>
                  <a:pt x="269824" y="4124081"/>
                </a:cubicBezTo>
                <a:lnTo>
                  <a:pt x="274356" y="4131963"/>
                </a:lnTo>
                <a:cubicBezTo>
                  <a:pt x="274487" y="4132226"/>
                  <a:pt x="274356" y="4132817"/>
                  <a:pt x="274356" y="4132817"/>
                </a:cubicBezTo>
                <a:lnTo>
                  <a:pt x="269824" y="4140698"/>
                </a:lnTo>
                <a:cubicBezTo>
                  <a:pt x="269627" y="4140962"/>
                  <a:pt x="269036" y="4141158"/>
                  <a:pt x="269036" y="4141158"/>
                </a:cubicBezTo>
                <a:lnTo>
                  <a:pt x="259972" y="4141158"/>
                </a:lnTo>
                <a:cubicBezTo>
                  <a:pt x="259643" y="4141158"/>
                  <a:pt x="259183" y="4140698"/>
                  <a:pt x="259183" y="4140698"/>
                </a:cubicBezTo>
                <a:lnTo>
                  <a:pt x="254651" y="4132817"/>
                </a:lnTo>
                <a:cubicBezTo>
                  <a:pt x="254520" y="4132554"/>
                  <a:pt x="254651" y="4131963"/>
                  <a:pt x="254651" y="4131963"/>
                </a:cubicBezTo>
                <a:lnTo>
                  <a:pt x="259183" y="4124081"/>
                </a:lnTo>
                <a:cubicBezTo>
                  <a:pt x="259380" y="4123819"/>
                  <a:pt x="259972" y="4123622"/>
                  <a:pt x="259972" y="4123622"/>
                </a:cubicBezTo>
                <a:close/>
                <a:moveTo>
                  <a:pt x="5550" y="4123622"/>
                </a:moveTo>
                <a:lnTo>
                  <a:pt x="14613" y="4123622"/>
                </a:lnTo>
                <a:cubicBezTo>
                  <a:pt x="14942" y="4123622"/>
                  <a:pt x="15402" y="4124081"/>
                  <a:pt x="15402" y="4124081"/>
                </a:cubicBezTo>
                <a:lnTo>
                  <a:pt x="19933" y="4131963"/>
                </a:lnTo>
                <a:cubicBezTo>
                  <a:pt x="20065" y="4132226"/>
                  <a:pt x="19933" y="4132817"/>
                  <a:pt x="19933" y="4132817"/>
                </a:cubicBezTo>
                <a:lnTo>
                  <a:pt x="15402" y="4140698"/>
                </a:lnTo>
                <a:cubicBezTo>
                  <a:pt x="15205" y="4140962"/>
                  <a:pt x="14613" y="4141158"/>
                  <a:pt x="14613" y="4141158"/>
                </a:cubicBezTo>
                <a:lnTo>
                  <a:pt x="5550" y="4141158"/>
                </a:lnTo>
                <a:cubicBezTo>
                  <a:pt x="5220" y="4141158"/>
                  <a:pt x="4761" y="4140698"/>
                  <a:pt x="4761" y="4140698"/>
                </a:cubicBezTo>
                <a:lnTo>
                  <a:pt x="229" y="4132817"/>
                </a:lnTo>
                <a:cubicBezTo>
                  <a:pt x="98" y="4132554"/>
                  <a:pt x="229" y="4131963"/>
                  <a:pt x="229" y="4131963"/>
                </a:cubicBezTo>
                <a:lnTo>
                  <a:pt x="4761" y="4124081"/>
                </a:lnTo>
                <a:cubicBezTo>
                  <a:pt x="4958" y="4123819"/>
                  <a:pt x="5550" y="4123622"/>
                  <a:pt x="5550" y="4123622"/>
                </a:cubicBezTo>
                <a:close/>
                <a:moveTo>
                  <a:pt x="10435622" y="3906613"/>
                </a:moveTo>
                <a:lnTo>
                  <a:pt x="10444686" y="3906613"/>
                </a:lnTo>
                <a:cubicBezTo>
                  <a:pt x="10445015" y="3906613"/>
                  <a:pt x="10445474" y="3907073"/>
                  <a:pt x="10445474" y="3907073"/>
                </a:cubicBezTo>
                <a:lnTo>
                  <a:pt x="10450007" y="3914954"/>
                </a:lnTo>
                <a:cubicBezTo>
                  <a:pt x="10450138" y="3915217"/>
                  <a:pt x="10450007" y="3915808"/>
                  <a:pt x="10450007" y="3915808"/>
                </a:cubicBezTo>
                <a:lnTo>
                  <a:pt x="10445474" y="3923690"/>
                </a:lnTo>
                <a:cubicBezTo>
                  <a:pt x="10445278" y="3923953"/>
                  <a:pt x="10444686" y="3924150"/>
                  <a:pt x="10444686" y="3924150"/>
                </a:cubicBezTo>
                <a:lnTo>
                  <a:pt x="10435622" y="3924150"/>
                </a:lnTo>
                <a:cubicBezTo>
                  <a:pt x="10435295" y="3924150"/>
                  <a:pt x="10434834" y="3923690"/>
                  <a:pt x="10434834" y="3923690"/>
                </a:cubicBezTo>
                <a:lnTo>
                  <a:pt x="10430302" y="3915808"/>
                </a:lnTo>
                <a:cubicBezTo>
                  <a:pt x="10430171" y="3915546"/>
                  <a:pt x="10430302" y="3914954"/>
                  <a:pt x="10430302" y="3914954"/>
                </a:cubicBezTo>
                <a:lnTo>
                  <a:pt x="10434834" y="3907073"/>
                </a:lnTo>
                <a:cubicBezTo>
                  <a:pt x="10435031" y="3906810"/>
                  <a:pt x="10435622" y="3906613"/>
                  <a:pt x="10435622" y="3906613"/>
                </a:cubicBezTo>
                <a:close/>
                <a:moveTo>
                  <a:pt x="10181242" y="3906613"/>
                </a:moveTo>
                <a:lnTo>
                  <a:pt x="10190305" y="3906613"/>
                </a:lnTo>
                <a:cubicBezTo>
                  <a:pt x="10190635" y="3906613"/>
                  <a:pt x="10191093" y="3907073"/>
                  <a:pt x="10191093" y="3907073"/>
                </a:cubicBezTo>
                <a:lnTo>
                  <a:pt x="10195626" y="3914954"/>
                </a:lnTo>
                <a:cubicBezTo>
                  <a:pt x="10195758" y="3915217"/>
                  <a:pt x="10195626" y="3915808"/>
                  <a:pt x="10195626" y="3915808"/>
                </a:cubicBezTo>
                <a:lnTo>
                  <a:pt x="10191093" y="3923690"/>
                </a:lnTo>
                <a:cubicBezTo>
                  <a:pt x="10190896" y="3923953"/>
                  <a:pt x="10190305" y="3924150"/>
                  <a:pt x="10190305" y="3924150"/>
                </a:cubicBezTo>
                <a:lnTo>
                  <a:pt x="10181242" y="3924150"/>
                </a:lnTo>
                <a:cubicBezTo>
                  <a:pt x="10180914" y="3924150"/>
                  <a:pt x="10180453" y="3923690"/>
                  <a:pt x="10180453" y="3923690"/>
                </a:cubicBezTo>
                <a:lnTo>
                  <a:pt x="10175922" y="3915808"/>
                </a:lnTo>
                <a:cubicBezTo>
                  <a:pt x="10175790" y="3915546"/>
                  <a:pt x="10175922" y="3914954"/>
                  <a:pt x="10175922" y="3914954"/>
                </a:cubicBezTo>
                <a:lnTo>
                  <a:pt x="10180453" y="3907073"/>
                </a:lnTo>
                <a:cubicBezTo>
                  <a:pt x="10180650" y="3906810"/>
                  <a:pt x="10181242" y="3906613"/>
                  <a:pt x="10181242" y="3906613"/>
                </a:cubicBezTo>
                <a:close/>
                <a:moveTo>
                  <a:pt x="9926861" y="3906613"/>
                </a:moveTo>
                <a:lnTo>
                  <a:pt x="9935924" y="3906613"/>
                </a:lnTo>
                <a:cubicBezTo>
                  <a:pt x="9936254" y="3906613"/>
                  <a:pt x="9936713" y="3907073"/>
                  <a:pt x="9936713" y="3907073"/>
                </a:cubicBezTo>
                <a:lnTo>
                  <a:pt x="9941246" y="3914954"/>
                </a:lnTo>
                <a:cubicBezTo>
                  <a:pt x="9941376" y="3915217"/>
                  <a:pt x="9941246" y="3915808"/>
                  <a:pt x="9941246" y="3915808"/>
                </a:cubicBezTo>
                <a:lnTo>
                  <a:pt x="9936713" y="3923690"/>
                </a:lnTo>
                <a:cubicBezTo>
                  <a:pt x="9936516" y="3923953"/>
                  <a:pt x="9935924" y="3924150"/>
                  <a:pt x="9935924" y="3924150"/>
                </a:cubicBezTo>
                <a:lnTo>
                  <a:pt x="9926861" y="3924150"/>
                </a:lnTo>
                <a:cubicBezTo>
                  <a:pt x="9926532" y="3924150"/>
                  <a:pt x="9926073" y="3923690"/>
                  <a:pt x="9926073" y="3923690"/>
                </a:cubicBezTo>
                <a:lnTo>
                  <a:pt x="9921541" y="3915808"/>
                </a:lnTo>
                <a:cubicBezTo>
                  <a:pt x="9921410" y="3915546"/>
                  <a:pt x="9921541" y="3914954"/>
                  <a:pt x="9921541" y="3914954"/>
                </a:cubicBezTo>
                <a:lnTo>
                  <a:pt x="9926073" y="3907073"/>
                </a:lnTo>
                <a:cubicBezTo>
                  <a:pt x="9926270" y="3906810"/>
                  <a:pt x="9926861" y="3906613"/>
                  <a:pt x="9926861" y="3906613"/>
                </a:cubicBezTo>
                <a:close/>
                <a:moveTo>
                  <a:pt x="9672481" y="3906613"/>
                </a:moveTo>
                <a:lnTo>
                  <a:pt x="9681545" y="3906613"/>
                </a:lnTo>
                <a:cubicBezTo>
                  <a:pt x="9681872" y="3906613"/>
                  <a:pt x="9682333" y="3907073"/>
                  <a:pt x="9682333" y="3907073"/>
                </a:cubicBezTo>
                <a:lnTo>
                  <a:pt x="9686865" y="3914954"/>
                </a:lnTo>
                <a:cubicBezTo>
                  <a:pt x="9686996" y="3915217"/>
                  <a:pt x="9686865" y="3915808"/>
                  <a:pt x="9686865" y="3915808"/>
                </a:cubicBezTo>
                <a:lnTo>
                  <a:pt x="9682333" y="3923690"/>
                </a:lnTo>
                <a:cubicBezTo>
                  <a:pt x="9682136" y="3923953"/>
                  <a:pt x="9681545" y="3924150"/>
                  <a:pt x="9681545" y="3924150"/>
                </a:cubicBezTo>
                <a:lnTo>
                  <a:pt x="9672481" y="3924150"/>
                </a:lnTo>
                <a:cubicBezTo>
                  <a:pt x="9672152" y="3924150"/>
                  <a:pt x="9671693" y="3923690"/>
                  <a:pt x="9671693" y="3923690"/>
                </a:cubicBezTo>
                <a:lnTo>
                  <a:pt x="9667160" y="3915808"/>
                </a:lnTo>
                <a:cubicBezTo>
                  <a:pt x="9667030" y="3915546"/>
                  <a:pt x="9667160" y="3914954"/>
                  <a:pt x="9667160" y="3914954"/>
                </a:cubicBezTo>
                <a:lnTo>
                  <a:pt x="9671693" y="3907073"/>
                </a:lnTo>
                <a:cubicBezTo>
                  <a:pt x="9671890" y="3906810"/>
                  <a:pt x="9672481" y="3906613"/>
                  <a:pt x="9672481" y="3906613"/>
                </a:cubicBezTo>
                <a:close/>
                <a:moveTo>
                  <a:pt x="9418035" y="3906613"/>
                </a:moveTo>
                <a:lnTo>
                  <a:pt x="9427099" y="3906613"/>
                </a:lnTo>
                <a:cubicBezTo>
                  <a:pt x="9427427" y="3906613"/>
                  <a:pt x="9427887" y="3907073"/>
                  <a:pt x="9427887" y="3907073"/>
                </a:cubicBezTo>
                <a:lnTo>
                  <a:pt x="9432419" y="3914954"/>
                </a:lnTo>
                <a:cubicBezTo>
                  <a:pt x="9432550" y="3915217"/>
                  <a:pt x="9432419" y="3915808"/>
                  <a:pt x="9432419" y="3915808"/>
                </a:cubicBezTo>
                <a:lnTo>
                  <a:pt x="9427887" y="3923690"/>
                </a:lnTo>
                <a:cubicBezTo>
                  <a:pt x="9427690" y="3923953"/>
                  <a:pt x="9427099" y="3924150"/>
                  <a:pt x="9427099" y="3924150"/>
                </a:cubicBezTo>
                <a:lnTo>
                  <a:pt x="9418035" y="3924150"/>
                </a:lnTo>
                <a:cubicBezTo>
                  <a:pt x="9417707" y="3924150"/>
                  <a:pt x="9417247" y="3923690"/>
                  <a:pt x="9417247" y="3923690"/>
                </a:cubicBezTo>
                <a:lnTo>
                  <a:pt x="9412714" y="3915808"/>
                </a:lnTo>
                <a:cubicBezTo>
                  <a:pt x="9412583" y="3915546"/>
                  <a:pt x="9412714" y="3914954"/>
                  <a:pt x="9412714" y="3914954"/>
                </a:cubicBezTo>
                <a:lnTo>
                  <a:pt x="9417247" y="3907073"/>
                </a:lnTo>
                <a:cubicBezTo>
                  <a:pt x="9417444" y="3906810"/>
                  <a:pt x="9418035" y="3906613"/>
                  <a:pt x="9418035" y="3906613"/>
                </a:cubicBezTo>
                <a:close/>
                <a:moveTo>
                  <a:pt x="9163654" y="3906613"/>
                </a:moveTo>
                <a:lnTo>
                  <a:pt x="9172718" y="3906613"/>
                </a:lnTo>
                <a:cubicBezTo>
                  <a:pt x="9173046" y="3906613"/>
                  <a:pt x="9173506" y="3907073"/>
                  <a:pt x="9173506" y="3907073"/>
                </a:cubicBezTo>
                <a:lnTo>
                  <a:pt x="9178038" y="3914954"/>
                </a:lnTo>
                <a:cubicBezTo>
                  <a:pt x="9178169" y="3915217"/>
                  <a:pt x="9178038" y="3915808"/>
                  <a:pt x="9178038" y="3915808"/>
                </a:cubicBezTo>
                <a:lnTo>
                  <a:pt x="9173506" y="3923690"/>
                </a:lnTo>
                <a:cubicBezTo>
                  <a:pt x="9173309" y="3923953"/>
                  <a:pt x="9172718" y="3924150"/>
                  <a:pt x="9172718" y="3924150"/>
                </a:cubicBezTo>
                <a:lnTo>
                  <a:pt x="9163654" y="3924150"/>
                </a:lnTo>
                <a:cubicBezTo>
                  <a:pt x="9163326" y="3924150"/>
                  <a:pt x="9162866" y="3923690"/>
                  <a:pt x="9162866" y="3923690"/>
                </a:cubicBezTo>
                <a:lnTo>
                  <a:pt x="9158333" y="3915808"/>
                </a:lnTo>
                <a:cubicBezTo>
                  <a:pt x="9158202" y="3915546"/>
                  <a:pt x="9158333" y="3914954"/>
                  <a:pt x="9158333" y="3914954"/>
                </a:cubicBezTo>
                <a:lnTo>
                  <a:pt x="9162866" y="3907073"/>
                </a:lnTo>
                <a:cubicBezTo>
                  <a:pt x="9163062" y="3906810"/>
                  <a:pt x="9163654" y="3906613"/>
                  <a:pt x="9163654" y="3906613"/>
                </a:cubicBezTo>
                <a:close/>
                <a:moveTo>
                  <a:pt x="8909274" y="3906613"/>
                </a:moveTo>
                <a:lnTo>
                  <a:pt x="8918336" y="3906613"/>
                </a:lnTo>
                <a:cubicBezTo>
                  <a:pt x="8918666" y="3906613"/>
                  <a:pt x="8919125" y="3907073"/>
                  <a:pt x="8919125" y="3907073"/>
                </a:cubicBezTo>
                <a:lnTo>
                  <a:pt x="8923657" y="3914954"/>
                </a:lnTo>
                <a:cubicBezTo>
                  <a:pt x="8923789" y="3915217"/>
                  <a:pt x="8923657" y="3915808"/>
                  <a:pt x="8923657" y="3915808"/>
                </a:cubicBezTo>
                <a:lnTo>
                  <a:pt x="8919125" y="3923690"/>
                </a:lnTo>
                <a:cubicBezTo>
                  <a:pt x="8918928" y="3923953"/>
                  <a:pt x="8918336" y="3924150"/>
                  <a:pt x="8918336" y="3924150"/>
                </a:cubicBezTo>
                <a:lnTo>
                  <a:pt x="8909274" y="3924150"/>
                </a:lnTo>
                <a:cubicBezTo>
                  <a:pt x="8908945" y="3924150"/>
                  <a:pt x="8908484" y="3923690"/>
                  <a:pt x="8908484" y="3923690"/>
                </a:cubicBezTo>
                <a:lnTo>
                  <a:pt x="8903953" y="3915808"/>
                </a:lnTo>
                <a:cubicBezTo>
                  <a:pt x="8903821" y="3915546"/>
                  <a:pt x="8903953" y="3914954"/>
                  <a:pt x="8903953" y="3914954"/>
                </a:cubicBezTo>
                <a:lnTo>
                  <a:pt x="8908484" y="3907073"/>
                </a:lnTo>
                <a:cubicBezTo>
                  <a:pt x="8908681" y="3906810"/>
                  <a:pt x="8909274" y="3906613"/>
                  <a:pt x="8909274" y="3906613"/>
                </a:cubicBezTo>
                <a:close/>
                <a:moveTo>
                  <a:pt x="8654892" y="3906613"/>
                </a:moveTo>
                <a:lnTo>
                  <a:pt x="8663955" y="3906613"/>
                </a:lnTo>
                <a:cubicBezTo>
                  <a:pt x="8664285" y="3906613"/>
                  <a:pt x="8664744" y="3907073"/>
                  <a:pt x="8664744" y="3907073"/>
                </a:cubicBezTo>
                <a:lnTo>
                  <a:pt x="8669277" y="3914954"/>
                </a:lnTo>
                <a:cubicBezTo>
                  <a:pt x="8669408" y="3915217"/>
                  <a:pt x="8669277" y="3915808"/>
                  <a:pt x="8669277" y="3915808"/>
                </a:cubicBezTo>
                <a:lnTo>
                  <a:pt x="8664744" y="3923690"/>
                </a:lnTo>
                <a:cubicBezTo>
                  <a:pt x="8664548" y="3923953"/>
                  <a:pt x="8663955" y="3924150"/>
                  <a:pt x="8663955" y="3924150"/>
                </a:cubicBezTo>
                <a:lnTo>
                  <a:pt x="8654892" y="3924150"/>
                </a:lnTo>
                <a:cubicBezTo>
                  <a:pt x="8654565" y="3924150"/>
                  <a:pt x="8654104" y="3923690"/>
                  <a:pt x="8654104" y="3923690"/>
                </a:cubicBezTo>
                <a:lnTo>
                  <a:pt x="8649572" y="3915808"/>
                </a:lnTo>
                <a:cubicBezTo>
                  <a:pt x="8649441" y="3915546"/>
                  <a:pt x="8649572" y="3914954"/>
                  <a:pt x="8649572" y="3914954"/>
                </a:cubicBezTo>
                <a:lnTo>
                  <a:pt x="8654104" y="3907073"/>
                </a:lnTo>
                <a:cubicBezTo>
                  <a:pt x="8654301" y="3906810"/>
                  <a:pt x="8654892" y="3906613"/>
                  <a:pt x="8654892" y="3906613"/>
                </a:cubicBezTo>
                <a:close/>
                <a:moveTo>
                  <a:pt x="8400511" y="3906613"/>
                </a:moveTo>
                <a:lnTo>
                  <a:pt x="8409575" y="3906613"/>
                </a:lnTo>
                <a:cubicBezTo>
                  <a:pt x="8409904" y="3906613"/>
                  <a:pt x="8410363" y="3907073"/>
                  <a:pt x="8410363" y="3907073"/>
                </a:cubicBezTo>
                <a:lnTo>
                  <a:pt x="8414896" y="3914954"/>
                </a:lnTo>
                <a:cubicBezTo>
                  <a:pt x="8415027" y="3915217"/>
                  <a:pt x="8414896" y="3915808"/>
                  <a:pt x="8414896" y="3915808"/>
                </a:cubicBezTo>
                <a:lnTo>
                  <a:pt x="8410363" y="3923690"/>
                </a:lnTo>
                <a:cubicBezTo>
                  <a:pt x="8410166" y="3923953"/>
                  <a:pt x="8409575" y="3924150"/>
                  <a:pt x="8409575" y="3924150"/>
                </a:cubicBezTo>
                <a:lnTo>
                  <a:pt x="8400511" y="3924150"/>
                </a:lnTo>
                <a:cubicBezTo>
                  <a:pt x="8400184" y="3924150"/>
                  <a:pt x="8399723" y="3923690"/>
                  <a:pt x="8399723" y="3923690"/>
                </a:cubicBezTo>
                <a:lnTo>
                  <a:pt x="8395191" y="3915808"/>
                </a:lnTo>
                <a:cubicBezTo>
                  <a:pt x="8395060" y="3915546"/>
                  <a:pt x="8395191" y="3914954"/>
                  <a:pt x="8395191" y="3914954"/>
                </a:cubicBezTo>
                <a:lnTo>
                  <a:pt x="8399723" y="3907073"/>
                </a:lnTo>
                <a:cubicBezTo>
                  <a:pt x="8399920" y="3906810"/>
                  <a:pt x="8400511" y="3906613"/>
                  <a:pt x="8400511" y="3906613"/>
                </a:cubicBezTo>
                <a:close/>
                <a:moveTo>
                  <a:pt x="8146065" y="3906613"/>
                </a:moveTo>
                <a:lnTo>
                  <a:pt x="8155129" y="3906613"/>
                </a:lnTo>
                <a:cubicBezTo>
                  <a:pt x="8155458" y="3906613"/>
                  <a:pt x="8155917" y="3907073"/>
                  <a:pt x="8155917" y="3907073"/>
                </a:cubicBezTo>
                <a:lnTo>
                  <a:pt x="8160449" y="3914954"/>
                </a:lnTo>
                <a:cubicBezTo>
                  <a:pt x="8160580" y="3915217"/>
                  <a:pt x="8160449" y="3915808"/>
                  <a:pt x="8160449" y="3915808"/>
                </a:cubicBezTo>
                <a:lnTo>
                  <a:pt x="8155917" y="3923690"/>
                </a:lnTo>
                <a:cubicBezTo>
                  <a:pt x="8155719" y="3923953"/>
                  <a:pt x="8155129" y="3924150"/>
                  <a:pt x="8155129" y="3924150"/>
                </a:cubicBezTo>
                <a:lnTo>
                  <a:pt x="8146065" y="3924150"/>
                </a:lnTo>
                <a:cubicBezTo>
                  <a:pt x="8145737" y="3924150"/>
                  <a:pt x="8145277" y="3923690"/>
                  <a:pt x="8145277" y="3923690"/>
                </a:cubicBezTo>
                <a:lnTo>
                  <a:pt x="8140745" y="3915808"/>
                </a:lnTo>
                <a:cubicBezTo>
                  <a:pt x="8140613" y="3915546"/>
                  <a:pt x="8140745" y="3914954"/>
                  <a:pt x="8140745" y="3914954"/>
                </a:cubicBezTo>
                <a:lnTo>
                  <a:pt x="8145277" y="3907073"/>
                </a:lnTo>
                <a:cubicBezTo>
                  <a:pt x="8145474" y="3906810"/>
                  <a:pt x="8146065" y="3906613"/>
                  <a:pt x="8146065" y="3906613"/>
                </a:cubicBezTo>
                <a:close/>
                <a:moveTo>
                  <a:pt x="7891684" y="3906613"/>
                </a:moveTo>
                <a:lnTo>
                  <a:pt x="7900748" y="3906613"/>
                </a:lnTo>
                <a:cubicBezTo>
                  <a:pt x="7901076" y="3906613"/>
                  <a:pt x="7901536" y="3907073"/>
                  <a:pt x="7901536" y="3907073"/>
                </a:cubicBezTo>
                <a:lnTo>
                  <a:pt x="7906067" y="3914954"/>
                </a:lnTo>
                <a:cubicBezTo>
                  <a:pt x="7906199" y="3915217"/>
                  <a:pt x="7906067" y="3915808"/>
                  <a:pt x="7906067" y="3915808"/>
                </a:cubicBezTo>
                <a:lnTo>
                  <a:pt x="7901536" y="3923690"/>
                </a:lnTo>
                <a:cubicBezTo>
                  <a:pt x="7901339" y="3923953"/>
                  <a:pt x="7900748" y="3924150"/>
                  <a:pt x="7900748" y="3924150"/>
                </a:cubicBezTo>
                <a:lnTo>
                  <a:pt x="7891684" y="3924150"/>
                </a:lnTo>
                <a:cubicBezTo>
                  <a:pt x="7891355" y="3924150"/>
                  <a:pt x="7890896" y="3923690"/>
                  <a:pt x="7890896" y="3923690"/>
                </a:cubicBezTo>
                <a:lnTo>
                  <a:pt x="7886363" y="3915808"/>
                </a:lnTo>
                <a:cubicBezTo>
                  <a:pt x="7886233" y="3915546"/>
                  <a:pt x="7886363" y="3914954"/>
                  <a:pt x="7886363" y="3914954"/>
                </a:cubicBezTo>
                <a:lnTo>
                  <a:pt x="7890896" y="3907073"/>
                </a:lnTo>
                <a:cubicBezTo>
                  <a:pt x="7891093" y="3906810"/>
                  <a:pt x="7891684" y="3906613"/>
                  <a:pt x="7891684" y="3906613"/>
                </a:cubicBezTo>
                <a:close/>
                <a:moveTo>
                  <a:pt x="7637304" y="3906613"/>
                </a:moveTo>
                <a:lnTo>
                  <a:pt x="7646367" y="3906613"/>
                </a:lnTo>
                <a:cubicBezTo>
                  <a:pt x="7646696" y="3906613"/>
                  <a:pt x="7647156" y="3907073"/>
                  <a:pt x="7647156" y="3907073"/>
                </a:cubicBezTo>
                <a:lnTo>
                  <a:pt x="7651687" y="3914954"/>
                </a:lnTo>
                <a:cubicBezTo>
                  <a:pt x="7651819" y="3915217"/>
                  <a:pt x="7651687" y="3915808"/>
                  <a:pt x="7651687" y="3915808"/>
                </a:cubicBezTo>
                <a:lnTo>
                  <a:pt x="7647156" y="3923690"/>
                </a:lnTo>
                <a:cubicBezTo>
                  <a:pt x="7646958" y="3923953"/>
                  <a:pt x="7646367" y="3924150"/>
                  <a:pt x="7646367" y="3924150"/>
                </a:cubicBezTo>
                <a:lnTo>
                  <a:pt x="7637304" y="3924150"/>
                </a:lnTo>
                <a:cubicBezTo>
                  <a:pt x="7636975" y="3924150"/>
                  <a:pt x="7636516" y="3923690"/>
                  <a:pt x="7636516" y="3923690"/>
                </a:cubicBezTo>
                <a:lnTo>
                  <a:pt x="7631983" y="3915808"/>
                </a:lnTo>
                <a:cubicBezTo>
                  <a:pt x="7631851" y="3915546"/>
                  <a:pt x="7631983" y="3914954"/>
                  <a:pt x="7631983" y="3914954"/>
                </a:cubicBezTo>
                <a:lnTo>
                  <a:pt x="7636516" y="3907073"/>
                </a:lnTo>
                <a:cubicBezTo>
                  <a:pt x="7636713" y="3906810"/>
                  <a:pt x="7637304" y="3906613"/>
                  <a:pt x="7637304" y="3906613"/>
                </a:cubicBezTo>
                <a:close/>
                <a:moveTo>
                  <a:pt x="7382923" y="3906613"/>
                </a:moveTo>
                <a:lnTo>
                  <a:pt x="7391987" y="3906613"/>
                </a:lnTo>
                <a:cubicBezTo>
                  <a:pt x="7392315" y="3906613"/>
                  <a:pt x="7392775" y="3907073"/>
                  <a:pt x="7392775" y="3907073"/>
                </a:cubicBezTo>
                <a:lnTo>
                  <a:pt x="7397307" y="3914954"/>
                </a:lnTo>
                <a:cubicBezTo>
                  <a:pt x="7397438" y="3915217"/>
                  <a:pt x="7397307" y="3915808"/>
                  <a:pt x="7397307" y="3915808"/>
                </a:cubicBezTo>
                <a:lnTo>
                  <a:pt x="7392775" y="3923690"/>
                </a:lnTo>
                <a:cubicBezTo>
                  <a:pt x="7392578" y="3923953"/>
                  <a:pt x="7391987" y="3924150"/>
                  <a:pt x="7391987" y="3924150"/>
                </a:cubicBezTo>
                <a:lnTo>
                  <a:pt x="7382923" y="3924150"/>
                </a:lnTo>
                <a:cubicBezTo>
                  <a:pt x="7382595" y="3924150"/>
                  <a:pt x="7382135" y="3923690"/>
                  <a:pt x="7382135" y="3923690"/>
                </a:cubicBezTo>
                <a:lnTo>
                  <a:pt x="7377602" y="3915808"/>
                </a:lnTo>
                <a:cubicBezTo>
                  <a:pt x="7377471" y="3915546"/>
                  <a:pt x="7377602" y="3914954"/>
                  <a:pt x="7377602" y="3914954"/>
                </a:cubicBezTo>
                <a:lnTo>
                  <a:pt x="7382135" y="3907073"/>
                </a:lnTo>
                <a:cubicBezTo>
                  <a:pt x="7382331" y="3906810"/>
                  <a:pt x="7382923" y="3906613"/>
                  <a:pt x="7382923" y="3906613"/>
                </a:cubicBezTo>
                <a:close/>
                <a:moveTo>
                  <a:pt x="7128477" y="3906613"/>
                </a:moveTo>
                <a:lnTo>
                  <a:pt x="7137540" y="3906613"/>
                </a:lnTo>
                <a:cubicBezTo>
                  <a:pt x="7137869" y="3906613"/>
                  <a:pt x="7138328" y="3907073"/>
                  <a:pt x="7138328" y="3907073"/>
                </a:cubicBezTo>
                <a:lnTo>
                  <a:pt x="7142860" y="3914954"/>
                </a:lnTo>
                <a:cubicBezTo>
                  <a:pt x="7142992" y="3915217"/>
                  <a:pt x="7142860" y="3915808"/>
                  <a:pt x="7142860" y="3915808"/>
                </a:cubicBezTo>
                <a:lnTo>
                  <a:pt x="7138328" y="3923690"/>
                </a:lnTo>
                <a:cubicBezTo>
                  <a:pt x="7138131" y="3923953"/>
                  <a:pt x="7137540" y="3924150"/>
                  <a:pt x="7137540" y="3924150"/>
                </a:cubicBezTo>
                <a:lnTo>
                  <a:pt x="7128477" y="3924150"/>
                </a:lnTo>
                <a:cubicBezTo>
                  <a:pt x="7128148" y="3924150"/>
                  <a:pt x="7127689" y="3923690"/>
                  <a:pt x="7127689" y="3923690"/>
                </a:cubicBezTo>
                <a:lnTo>
                  <a:pt x="7123156" y="3915808"/>
                </a:lnTo>
                <a:cubicBezTo>
                  <a:pt x="7123024" y="3915546"/>
                  <a:pt x="7123156" y="3914954"/>
                  <a:pt x="7123156" y="3914954"/>
                </a:cubicBezTo>
                <a:lnTo>
                  <a:pt x="7127689" y="3907073"/>
                </a:lnTo>
                <a:cubicBezTo>
                  <a:pt x="7127885" y="3906810"/>
                  <a:pt x="7128477" y="3906613"/>
                  <a:pt x="7128477" y="3906613"/>
                </a:cubicBezTo>
                <a:close/>
                <a:moveTo>
                  <a:pt x="6874095" y="3906613"/>
                </a:moveTo>
                <a:lnTo>
                  <a:pt x="6883159" y="3906613"/>
                </a:lnTo>
                <a:cubicBezTo>
                  <a:pt x="6883488" y="3906613"/>
                  <a:pt x="6883947" y="3907073"/>
                  <a:pt x="6883947" y="3907073"/>
                </a:cubicBezTo>
                <a:lnTo>
                  <a:pt x="6888480" y="3914954"/>
                </a:lnTo>
                <a:cubicBezTo>
                  <a:pt x="6888611" y="3915217"/>
                  <a:pt x="6888480" y="3915808"/>
                  <a:pt x="6888480" y="3915808"/>
                </a:cubicBezTo>
                <a:lnTo>
                  <a:pt x="6883947" y="3923690"/>
                </a:lnTo>
                <a:cubicBezTo>
                  <a:pt x="6883751" y="3923953"/>
                  <a:pt x="6883159" y="3924150"/>
                  <a:pt x="6883159" y="3924150"/>
                </a:cubicBezTo>
                <a:lnTo>
                  <a:pt x="6874095" y="3924150"/>
                </a:lnTo>
                <a:cubicBezTo>
                  <a:pt x="6873768" y="3924150"/>
                  <a:pt x="6873307" y="3923690"/>
                  <a:pt x="6873307" y="3923690"/>
                </a:cubicBezTo>
                <a:lnTo>
                  <a:pt x="6868775" y="3915808"/>
                </a:lnTo>
                <a:cubicBezTo>
                  <a:pt x="6868644" y="3915546"/>
                  <a:pt x="6868775" y="3914954"/>
                  <a:pt x="6868775" y="3914954"/>
                </a:cubicBezTo>
                <a:lnTo>
                  <a:pt x="6873307" y="3907073"/>
                </a:lnTo>
                <a:cubicBezTo>
                  <a:pt x="6873504" y="3906810"/>
                  <a:pt x="6874095" y="3906613"/>
                  <a:pt x="6874095" y="3906613"/>
                </a:cubicBezTo>
                <a:close/>
                <a:moveTo>
                  <a:pt x="6619714" y="3906613"/>
                </a:moveTo>
                <a:lnTo>
                  <a:pt x="6628778" y="3906613"/>
                </a:lnTo>
                <a:cubicBezTo>
                  <a:pt x="6629107" y="3906613"/>
                  <a:pt x="6629566" y="3907073"/>
                  <a:pt x="6629566" y="3907073"/>
                </a:cubicBezTo>
                <a:lnTo>
                  <a:pt x="6634099" y="3914954"/>
                </a:lnTo>
                <a:cubicBezTo>
                  <a:pt x="6634230" y="3915217"/>
                  <a:pt x="6634099" y="3915808"/>
                  <a:pt x="6634099" y="3915808"/>
                </a:cubicBezTo>
                <a:lnTo>
                  <a:pt x="6629566" y="3923690"/>
                </a:lnTo>
                <a:cubicBezTo>
                  <a:pt x="6629369" y="3923953"/>
                  <a:pt x="6628778" y="3924150"/>
                  <a:pt x="6628778" y="3924150"/>
                </a:cubicBezTo>
                <a:lnTo>
                  <a:pt x="6619714" y="3924150"/>
                </a:lnTo>
                <a:cubicBezTo>
                  <a:pt x="6619387" y="3924150"/>
                  <a:pt x="6618926" y="3923690"/>
                  <a:pt x="6618926" y="3923690"/>
                </a:cubicBezTo>
                <a:lnTo>
                  <a:pt x="6614394" y="3915808"/>
                </a:lnTo>
                <a:cubicBezTo>
                  <a:pt x="6614263" y="3915546"/>
                  <a:pt x="6614394" y="3914954"/>
                  <a:pt x="6614394" y="3914954"/>
                </a:cubicBezTo>
                <a:lnTo>
                  <a:pt x="6618926" y="3907073"/>
                </a:lnTo>
                <a:cubicBezTo>
                  <a:pt x="6619123" y="3906810"/>
                  <a:pt x="6619714" y="3906613"/>
                  <a:pt x="6619714" y="3906613"/>
                </a:cubicBezTo>
                <a:close/>
                <a:moveTo>
                  <a:pt x="6365334" y="3906613"/>
                </a:moveTo>
                <a:lnTo>
                  <a:pt x="6374397" y="3906613"/>
                </a:lnTo>
                <a:cubicBezTo>
                  <a:pt x="6374727" y="3906613"/>
                  <a:pt x="6375186" y="3907073"/>
                  <a:pt x="6375186" y="3907073"/>
                </a:cubicBezTo>
                <a:lnTo>
                  <a:pt x="6379718" y="3914954"/>
                </a:lnTo>
                <a:cubicBezTo>
                  <a:pt x="6379849" y="3915217"/>
                  <a:pt x="6379718" y="3915808"/>
                  <a:pt x="6379718" y="3915808"/>
                </a:cubicBezTo>
                <a:lnTo>
                  <a:pt x="6375186" y="3923690"/>
                </a:lnTo>
                <a:cubicBezTo>
                  <a:pt x="6374988" y="3923953"/>
                  <a:pt x="6374397" y="3924150"/>
                  <a:pt x="6374397" y="3924150"/>
                </a:cubicBezTo>
                <a:lnTo>
                  <a:pt x="6365334" y="3924150"/>
                </a:lnTo>
                <a:cubicBezTo>
                  <a:pt x="6365005" y="3924150"/>
                  <a:pt x="6364546" y="3923690"/>
                  <a:pt x="6364546" y="3923690"/>
                </a:cubicBezTo>
                <a:lnTo>
                  <a:pt x="6360014" y="3915808"/>
                </a:lnTo>
                <a:cubicBezTo>
                  <a:pt x="6359882" y="3915546"/>
                  <a:pt x="6360014" y="3914954"/>
                  <a:pt x="6360014" y="3914954"/>
                </a:cubicBezTo>
                <a:lnTo>
                  <a:pt x="6364546" y="3907073"/>
                </a:lnTo>
                <a:cubicBezTo>
                  <a:pt x="6364743" y="3906810"/>
                  <a:pt x="6365334" y="3906613"/>
                  <a:pt x="6365334" y="3906613"/>
                </a:cubicBezTo>
                <a:close/>
                <a:moveTo>
                  <a:pt x="6110888" y="3906613"/>
                </a:moveTo>
                <a:lnTo>
                  <a:pt x="6119953" y="3906613"/>
                </a:lnTo>
                <a:cubicBezTo>
                  <a:pt x="6120280" y="3906613"/>
                  <a:pt x="6120740" y="3907073"/>
                  <a:pt x="6120740" y="3907073"/>
                </a:cubicBezTo>
                <a:lnTo>
                  <a:pt x="6125272" y="3914954"/>
                </a:lnTo>
                <a:cubicBezTo>
                  <a:pt x="6125403" y="3915217"/>
                  <a:pt x="6125272" y="3915808"/>
                  <a:pt x="6125272" y="3915808"/>
                </a:cubicBezTo>
                <a:lnTo>
                  <a:pt x="6120740" y="3923690"/>
                </a:lnTo>
                <a:cubicBezTo>
                  <a:pt x="6120543" y="3923953"/>
                  <a:pt x="6119953" y="3924150"/>
                  <a:pt x="6119953" y="3924150"/>
                </a:cubicBezTo>
                <a:lnTo>
                  <a:pt x="6110888" y="3924150"/>
                </a:lnTo>
                <a:cubicBezTo>
                  <a:pt x="6110560" y="3924150"/>
                  <a:pt x="6110101" y="3923690"/>
                  <a:pt x="6110101" y="3923690"/>
                </a:cubicBezTo>
                <a:lnTo>
                  <a:pt x="6105567" y="3915808"/>
                </a:lnTo>
                <a:cubicBezTo>
                  <a:pt x="6105436" y="3915546"/>
                  <a:pt x="6105567" y="3914954"/>
                  <a:pt x="6105567" y="3914954"/>
                </a:cubicBezTo>
                <a:lnTo>
                  <a:pt x="6110101" y="3907073"/>
                </a:lnTo>
                <a:cubicBezTo>
                  <a:pt x="6110296" y="3906810"/>
                  <a:pt x="6110888" y="3906613"/>
                  <a:pt x="6110888" y="3906613"/>
                </a:cubicBezTo>
                <a:close/>
                <a:moveTo>
                  <a:pt x="5856508" y="3906613"/>
                </a:moveTo>
                <a:lnTo>
                  <a:pt x="5865571" y="3906613"/>
                </a:lnTo>
                <a:cubicBezTo>
                  <a:pt x="5865900" y="3906613"/>
                  <a:pt x="5866359" y="3907073"/>
                  <a:pt x="5866359" y="3907073"/>
                </a:cubicBezTo>
                <a:lnTo>
                  <a:pt x="5870891" y="3914954"/>
                </a:lnTo>
                <a:cubicBezTo>
                  <a:pt x="5871023" y="3915217"/>
                  <a:pt x="5870891" y="3915808"/>
                  <a:pt x="5870891" y="3915808"/>
                </a:cubicBezTo>
                <a:lnTo>
                  <a:pt x="5866359" y="3923690"/>
                </a:lnTo>
                <a:cubicBezTo>
                  <a:pt x="5866163" y="3923953"/>
                  <a:pt x="5865571" y="3924150"/>
                  <a:pt x="5865571" y="3924150"/>
                </a:cubicBezTo>
                <a:lnTo>
                  <a:pt x="5856508" y="3924150"/>
                </a:lnTo>
                <a:cubicBezTo>
                  <a:pt x="5856178" y="3924150"/>
                  <a:pt x="5855720" y="3923690"/>
                  <a:pt x="5855720" y="3923690"/>
                </a:cubicBezTo>
                <a:lnTo>
                  <a:pt x="5851187" y="3915808"/>
                </a:lnTo>
                <a:cubicBezTo>
                  <a:pt x="5851055" y="3915546"/>
                  <a:pt x="5851187" y="3914954"/>
                  <a:pt x="5851187" y="3914954"/>
                </a:cubicBezTo>
                <a:lnTo>
                  <a:pt x="5855720" y="3907073"/>
                </a:lnTo>
                <a:cubicBezTo>
                  <a:pt x="5855916" y="3906810"/>
                  <a:pt x="5856508" y="3906613"/>
                  <a:pt x="5856508" y="3906613"/>
                </a:cubicBezTo>
                <a:close/>
                <a:moveTo>
                  <a:pt x="5602126" y="3906613"/>
                </a:moveTo>
                <a:lnTo>
                  <a:pt x="5611191" y="3906613"/>
                </a:lnTo>
                <a:cubicBezTo>
                  <a:pt x="5611519" y="3906613"/>
                  <a:pt x="5611979" y="3907073"/>
                  <a:pt x="5611979" y="3907073"/>
                </a:cubicBezTo>
                <a:lnTo>
                  <a:pt x="5616511" y="3914954"/>
                </a:lnTo>
                <a:cubicBezTo>
                  <a:pt x="5616642" y="3915217"/>
                  <a:pt x="5616511" y="3915808"/>
                  <a:pt x="5616511" y="3915808"/>
                </a:cubicBezTo>
                <a:lnTo>
                  <a:pt x="5611979" y="3923690"/>
                </a:lnTo>
                <a:cubicBezTo>
                  <a:pt x="5611782" y="3923953"/>
                  <a:pt x="5611191" y="3924150"/>
                  <a:pt x="5611191" y="3924150"/>
                </a:cubicBezTo>
                <a:lnTo>
                  <a:pt x="5602126" y="3924150"/>
                </a:lnTo>
                <a:cubicBezTo>
                  <a:pt x="5601798" y="3924150"/>
                  <a:pt x="5601338" y="3923690"/>
                  <a:pt x="5601338" y="3923690"/>
                </a:cubicBezTo>
                <a:lnTo>
                  <a:pt x="5596807" y="3915808"/>
                </a:lnTo>
                <a:cubicBezTo>
                  <a:pt x="5596675" y="3915546"/>
                  <a:pt x="5596807" y="3914954"/>
                  <a:pt x="5596807" y="3914954"/>
                </a:cubicBezTo>
                <a:lnTo>
                  <a:pt x="5601338" y="3907073"/>
                </a:lnTo>
                <a:cubicBezTo>
                  <a:pt x="5601536" y="3906810"/>
                  <a:pt x="5602126" y="3906613"/>
                  <a:pt x="5602126" y="3906613"/>
                </a:cubicBezTo>
                <a:close/>
                <a:moveTo>
                  <a:pt x="5347746" y="3906613"/>
                </a:moveTo>
                <a:lnTo>
                  <a:pt x="5356810" y="3906613"/>
                </a:lnTo>
                <a:cubicBezTo>
                  <a:pt x="5357138" y="3906613"/>
                  <a:pt x="5357598" y="3907073"/>
                  <a:pt x="5357598" y="3907073"/>
                </a:cubicBezTo>
                <a:lnTo>
                  <a:pt x="5362130" y="3914954"/>
                </a:lnTo>
                <a:cubicBezTo>
                  <a:pt x="5362261" y="3915217"/>
                  <a:pt x="5362130" y="3915808"/>
                  <a:pt x="5362130" y="3915808"/>
                </a:cubicBezTo>
                <a:lnTo>
                  <a:pt x="5357598" y="3923690"/>
                </a:lnTo>
                <a:cubicBezTo>
                  <a:pt x="5357401" y="3923953"/>
                  <a:pt x="5356810" y="3924150"/>
                  <a:pt x="5356810" y="3924150"/>
                </a:cubicBezTo>
                <a:lnTo>
                  <a:pt x="5347746" y="3924150"/>
                </a:lnTo>
                <a:cubicBezTo>
                  <a:pt x="5347418" y="3924150"/>
                  <a:pt x="5346958" y="3923690"/>
                  <a:pt x="5346958" y="3923690"/>
                </a:cubicBezTo>
                <a:lnTo>
                  <a:pt x="5342425" y="3915808"/>
                </a:lnTo>
                <a:cubicBezTo>
                  <a:pt x="5342295" y="3915546"/>
                  <a:pt x="5342425" y="3914954"/>
                  <a:pt x="5342425" y="3914954"/>
                </a:cubicBezTo>
                <a:lnTo>
                  <a:pt x="5346958" y="3907073"/>
                </a:lnTo>
                <a:cubicBezTo>
                  <a:pt x="5347154" y="3906810"/>
                  <a:pt x="5347746" y="3906613"/>
                  <a:pt x="5347746" y="3906613"/>
                </a:cubicBezTo>
                <a:close/>
                <a:moveTo>
                  <a:pt x="5093300" y="3906613"/>
                </a:moveTo>
                <a:lnTo>
                  <a:pt x="5102364" y="3906613"/>
                </a:lnTo>
                <a:cubicBezTo>
                  <a:pt x="5102693" y="3906613"/>
                  <a:pt x="5103153" y="3907073"/>
                  <a:pt x="5103153" y="3907073"/>
                </a:cubicBezTo>
                <a:lnTo>
                  <a:pt x="5107684" y="3914954"/>
                </a:lnTo>
                <a:cubicBezTo>
                  <a:pt x="5107815" y="3915217"/>
                  <a:pt x="5107684" y="3915808"/>
                  <a:pt x="5107684" y="3915808"/>
                </a:cubicBezTo>
                <a:lnTo>
                  <a:pt x="5103153" y="3923690"/>
                </a:lnTo>
                <a:cubicBezTo>
                  <a:pt x="5102955" y="3923953"/>
                  <a:pt x="5102364" y="3924150"/>
                  <a:pt x="5102364" y="3924150"/>
                </a:cubicBezTo>
                <a:lnTo>
                  <a:pt x="5093300" y="3924150"/>
                </a:lnTo>
                <a:cubicBezTo>
                  <a:pt x="5092972" y="3924150"/>
                  <a:pt x="5092512" y="3923690"/>
                  <a:pt x="5092512" y="3923690"/>
                </a:cubicBezTo>
                <a:lnTo>
                  <a:pt x="5087979" y="3915808"/>
                </a:lnTo>
                <a:cubicBezTo>
                  <a:pt x="5087848" y="3915546"/>
                  <a:pt x="5087979" y="3914954"/>
                  <a:pt x="5087979" y="3914954"/>
                </a:cubicBezTo>
                <a:lnTo>
                  <a:pt x="5092512" y="3907073"/>
                </a:lnTo>
                <a:cubicBezTo>
                  <a:pt x="5092708" y="3906810"/>
                  <a:pt x="5093300" y="3906613"/>
                  <a:pt x="5093300" y="3906613"/>
                </a:cubicBezTo>
                <a:close/>
                <a:moveTo>
                  <a:pt x="4838919" y="3906613"/>
                </a:moveTo>
                <a:lnTo>
                  <a:pt x="4847982" y="3906613"/>
                </a:lnTo>
                <a:cubicBezTo>
                  <a:pt x="4848311" y="3906613"/>
                  <a:pt x="4848772" y="3907073"/>
                  <a:pt x="4848772" y="3907073"/>
                </a:cubicBezTo>
                <a:lnTo>
                  <a:pt x="4853303" y="3914954"/>
                </a:lnTo>
                <a:cubicBezTo>
                  <a:pt x="4853435" y="3915217"/>
                  <a:pt x="4853303" y="3915808"/>
                  <a:pt x="4853303" y="3915808"/>
                </a:cubicBezTo>
                <a:lnTo>
                  <a:pt x="4848772" y="3923690"/>
                </a:lnTo>
                <a:cubicBezTo>
                  <a:pt x="4848575" y="3923953"/>
                  <a:pt x="4847982" y="3924150"/>
                  <a:pt x="4847982" y="3924150"/>
                </a:cubicBezTo>
                <a:lnTo>
                  <a:pt x="4838919" y="3924150"/>
                </a:lnTo>
                <a:cubicBezTo>
                  <a:pt x="4838590" y="3924150"/>
                  <a:pt x="4838132" y="3923690"/>
                  <a:pt x="4838132" y="3923690"/>
                </a:cubicBezTo>
                <a:lnTo>
                  <a:pt x="4833598" y="3915808"/>
                </a:lnTo>
                <a:cubicBezTo>
                  <a:pt x="4833467" y="3915546"/>
                  <a:pt x="4833598" y="3914954"/>
                  <a:pt x="4833598" y="3914954"/>
                </a:cubicBezTo>
                <a:lnTo>
                  <a:pt x="4838132" y="3907073"/>
                </a:lnTo>
                <a:cubicBezTo>
                  <a:pt x="4838328" y="3906810"/>
                  <a:pt x="4838919" y="3906613"/>
                  <a:pt x="4838919" y="3906613"/>
                </a:cubicBezTo>
                <a:close/>
                <a:moveTo>
                  <a:pt x="4584538" y="3906613"/>
                </a:moveTo>
                <a:lnTo>
                  <a:pt x="4593603" y="3906613"/>
                </a:lnTo>
                <a:cubicBezTo>
                  <a:pt x="4593932" y="3906613"/>
                  <a:pt x="4594390" y="3907073"/>
                  <a:pt x="4594390" y="3907073"/>
                </a:cubicBezTo>
                <a:lnTo>
                  <a:pt x="4598922" y="3914954"/>
                </a:lnTo>
                <a:cubicBezTo>
                  <a:pt x="4599054" y="3915217"/>
                  <a:pt x="4598922" y="3915808"/>
                  <a:pt x="4598922" y="3915808"/>
                </a:cubicBezTo>
                <a:lnTo>
                  <a:pt x="4594390" y="3923690"/>
                </a:lnTo>
                <a:cubicBezTo>
                  <a:pt x="4594193" y="3923953"/>
                  <a:pt x="4593603" y="3924150"/>
                  <a:pt x="4593603" y="3924150"/>
                </a:cubicBezTo>
                <a:lnTo>
                  <a:pt x="4584538" y="3924150"/>
                </a:lnTo>
                <a:cubicBezTo>
                  <a:pt x="4584210" y="3924150"/>
                  <a:pt x="4583749" y="3923690"/>
                  <a:pt x="4583749" y="3923690"/>
                </a:cubicBezTo>
                <a:lnTo>
                  <a:pt x="4579218" y="3915808"/>
                </a:lnTo>
                <a:cubicBezTo>
                  <a:pt x="4579087" y="3915546"/>
                  <a:pt x="4579218" y="3914954"/>
                  <a:pt x="4579218" y="3914954"/>
                </a:cubicBezTo>
                <a:lnTo>
                  <a:pt x="4583749" y="3907073"/>
                </a:lnTo>
                <a:cubicBezTo>
                  <a:pt x="4583948" y="3906810"/>
                  <a:pt x="4584538" y="3906613"/>
                  <a:pt x="4584538" y="3906613"/>
                </a:cubicBezTo>
                <a:close/>
                <a:moveTo>
                  <a:pt x="4330157" y="3906613"/>
                </a:moveTo>
                <a:lnTo>
                  <a:pt x="4339222" y="3906613"/>
                </a:lnTo>
                <a:cubicBezTo>
                  <a:pt x="4339550" y="3906613"/>
                  <a:pt x="4340010" y="3907073"/>
                  <a:pt x="4340010" y="3907073"/>
                </a:cubicBezTo>
                <a:lnTo>
                  <a:pt x="4344540" y="3914954"/>
                </a:lnTo>
                <a:cubicBezTo>
                  <a:pt x="4344672" y="3915217"/>
                  <a:pt x="4344540" y="3915808"/>
                  <a:pt x="4344540" y="3915808"/>
                </a:cubicBezTo>
                <a:lnTo>
                  <a:pt x="4340010" y="3923690"/>
                </a:lnTo>
                <a:cubicBezTo>
                  <a:pt x="4339812" y="3923953"/>
                  <a:pt x="4339222" y="3924150"/>
                  <a:pt x="4339222" y="3924150"/>
                </a:cubicBezTo>
                <a:lnTo>
                  <a:pt x="4330157" y="3924150"/>
                </a:lnTo>
                <a:cubicBezTo>
                  <a:pt x="4329829" y="3924150"/>
                  <a:pt x="4329369" y="3923690"/>
                  <a:pt x="4329369" y="3923690"/>
                </a:cubicBezTo>
                <a:lnTo>
                  <a:pt x="4324836" y="3915808"/>
                </a:lnTo>
                <a:cubicBezTo>
                  <a:pt x="4324706" y="3915546"/>
                  <a:pt x="4324836" y="3914954"/>
                  <a:pt x="4324836" y="3914954"/>
                </a:cubicBezTo>
                <a:lnTo>
                  <a:pt x="4329369" y="3907073"/>
                </a:lnTo>
                <a:cubicBezTo>
                  <a:pt x="4329565" y="3906810"/>
                  <a:pt x="4330157" y="3906613"/>
                  <a:pt x="4330157" y="3906613"/>
                </a:cubicBezTo>
                <a:close/>
                <a:moveTo>
                  <a:pt x="4075834" y="3906613"/>
                </a:moveTo>
                <a:lnTo>
                  <a:pt x="4084899" y="3906613"/>
                </a:lnTo>
                <a:cubicBezTo>
                  <a:pt x="4085228" y="3906613"/>
                  <a:pt x="4085687" y="3907073"/>
                  <a:pt x="4085687" y="3907073"/>
                </a:cubicBezTo>
                <a:lnTo>
                  <a:pt x="4090218" y="3914954"/>
                </a:lnTo>
                <a:cubicBezTo>
                  <a:pt x="4090350" y="3915217"/>
                  <a:pt x="4090218" y="3915808"/>
                  <a:pt x="4090218" y="3915808"/>
                </a:cubicBezTo>
                <a:lnTo>
                  <a:pt x="4085687" y="3923690"/>
                </a:lnTo>
                <a:cubicBezTo>
                  <a:pt x="4085490" y="3923953"/>
                  <a:pt x="4084899" y="3924150"/>
                  <a:pt x="4084899" y="3924150"/>
                </a:cubicBezTo>
                <a:lnTo>
                  <a:pt x="4075834" y="3924150"/>
                </a:lnTo>
                <a:cubicBezTo>
                  <a:pt x="4075507" y="3924150"/>
                  <a:pt x="4075046" y="3923690"/>
                  <a:pt x="4075046" y="3923690"/>
                </a:cubicBezTo>
                <a:lnTo>
                  <a:pt x="4070513" y="3915808"/>
                </a:lnTo>
                <a:cubicBezTo>
                  <a:pt x="4070382" y="3915546"/>
                  <a:pt x="4070513" y="3914954"/>
                  <a:pt x="4070513" y="3914954"/>
                </a:cubicBezTo>
                <a:lnTo>
                  <a:pt x="4075046" y="3907073"/>
                </a:lnTo>
                <a:cubicBezTo>
                  <a:pt x="4075242" y="3906810"/>
                  <a:pt x="4075834" y="3906613"/>
                  <a:pt x="4075834" y="3906613"/>
                </a:cubicBezTo>
                <a:close/>
                <a:moveTo>
                  <a:pt x="3821440" y="3906613"/>
                </a:moveTo>
                <a:lnTo>
                  <a:pt x="3830507" y="3906613"/>
                </a:lnTo>
                <a:cubicBezTo>
                  <a:pt x="3830835" y="3906613"/>
                  <a:pt x="3831294" y="3907073"/>
                  <a:pt x="3831294" y="3907073"/>
                </a:cubicBezTo>
                <a:lnTo>
                  <a:pt x="3835828" y="3914954"/>
                </a:lnTo>
                <a:cubicBezTo>
                  <a:pt x="3835957" y="3915217"/>
                  <a:pt x="3835828" y="3915808"/>
                  <a:pt x="3835828" y="3915808"/>
                </a:cubicBezTo>
                <a:lnTo>
                  <a:pt x="3831294" y="3923690"/>
                </a:lnTo>
                <a:cubicBezTo>
                  <a:pt x="3831097" y="3923953"/>
                  <a:pt x="3830507" y="3924150"/>
                  <a:pt x="3830507" y="3924150"/>
                </a:cubicBezTo>
                <a:lnTo>
                  <a:pt x="3821440" y="3924150"/>
                </a:lnTo>
                <a:cubicBezTo>
                  <a:pt x="3821113" y="3924150"/>
                  <a:pt x="3820653" y="3923690"/>
                  <a:pt x="3820653" y="3923690"/>
                </a:cubicBezTo>
                <a:lnTo>
                  <a:pt x="3816120" y="3915808"/>
                </a:lnTo>
                <a:cubicBezTo>
                  <a:pt x="3815989" y="3915546"/>
                  <a:pt x="3816120" y="3914954"/>
                  <a:pt x="3816120" y="3914954"/>
                </a:cubicBezTo>
                <a:lnTo>
                  <a:pt x="3820653" y="3907073"/>
                </a:lnTo>
                <a:cubicBezTo>
                  <a:pt x="3820850" y="3906810"/>
                  <a:pt x="3821440" y="3906613"/>
                  <a:pt x="3821440" y="3906613"/>
                </a:cubicBezTo>
                <a:close/>
                <a:moveTo>
                  <a:pt x="3567185" y="3906613"/>
                </a:moveTo>
                <a:lnTo>
                  <a:pt x="3576249" y="3906613"/>
                </a:lnTo>
                <a:cubicBezTo>
                  <a:pt x="3576578" y="3906613"/>
                  <a:pt x="3577036" y="3907073"/>
                  <a:pt x="3577036" y="3907073"/>
                </a:cubicBezTo>
                <a:lnTo>
                  <a:pt x="3581569" y="3914954"/>
                </a:lnTo>
                <a:cubicBezTo>
                  <a:pt x="3581701" y="3915217"/>
                  <a:pt x="3581569" y="3915808"/>
                  <a:pt x="3581569" y="3915808"/>
                </a:cubicBezTo>
                <a:lnTo>
                  <a:pt x="3577036" y="3923690"/>
                </a:lnTo>
                <a:cubicBezTo>
                  <a:pt x="3576841" y="3923953"/>
                  <a:pt x="3576249" y="3924150"/>
                  <a:pt x="3576249" y="3924150"/>
                </a:cubicBezTo>
                <a:lnTo>
                  <a:pt x="3567185" y="3924150"/>
                </a:lnTo>
                <a:cubicBezTo>
                  <a:pt x="3566855" y="3924150"/>
                  <a:pt x="3566396" y="3923690"/>
                  <a:pt x="3566396" y="3923690"/>
                </a:cubicBezTo>
                <a:lnTo>
                  <a:pt x="3561863" y="3915808"/>
                </a:lnTo>
                <a:cubicBezTo>
                  <a:pt x="3561731" y="3915546"/>
                  <a:pt x="3561863" y="3914954"/>
                  <a:pt x="3561863" y="3914954"/>
                </a:cubicBezTo>
                <a:lnTo>
                  <a:pt x="3566396" y="3907073"/>
                </a:lnTo>
                <a:cubicBezTo>
                  <a:pt x="3566593" y="3906810"/>
                  <a:pt x="3567185" y="3906613"/>
                  <a:pt x="3567185" y="3906613"/>
                </a:cubicBezTo>
                <a:close/>
                <a:moveTo>
                  <a:pt x="3312664" y="3906613"/>
                </a:moveTo>
                <a:lnTo>
                  <a:pt x="3321728" y="3906613"/>
                </a:lnTo>
                <a:cubicBezTo>
                  <a:pt x="3322056" y="3906613"/>
                  <a:pt x="3322515" y="3907073"/>
                  <a:pt x="3322515" y="3907073"/>
                </a:cubicBezTo>
                <a:lnTo>
                  <a:pt x="3327049" y="3914954"/>
                </a:lnTo>
                <a:cubicBezTo>
                  <a:pt x="3327180" y="3915217"/>
                  <a:pt x="3327049" y="3915808"/>
                  <a:pt x="3327049" y="3915808"/>
                </a:cubicBezTo>
                <a:lnTo>
                  <a:pt x="3322515" y="3923690"/>
                </a:lnTo>
                <a:cubicBezTo>
                  <a:pt x="3322319" y="3923953"/>
                  <a:pt x="3321728" y="3924150"/>
                  <a:pt x="3321728" y="3924150"/>
                </a:cubicBezTo>
                <a:lnTo>
                  <a:pt x="3312664" y="3924150"/>
                </a:lnTo>
                <a:cubicBezTo>
                  <a:pt x="3312336" y="3924150"/>
                  <a:pt x="3311877" y="3923690"/>
                  <a:pt x="3311877" y="3923690"/>
                </a:cubicBezTo>
                <a:lnTo>
                  <a:pt x="3307343" y="3915808"/>
                </a:lnTo>
                <a:cubicBezTo>
                  <a:pt x="3307212" y="3915546"/>
                  <a:pt x="3307343" y="3914954"/>
                  <a:pt x="3307343" y="3914954"/>
                </a:cubicBezTo>
                <a:lnTo>
                  <a:pt x="3311877" y="3907073"/>
                </a:lnTo>
                <a:cubicBezTo>
                  <a:pt x="3312072" y="3906810"/>
                  <a:pt x="3312664" y="3906613"/>
                  <a:pt x="3312664" y="3906613"/>
                </a:cubicBezTo>
                <a:close/>
                <a:moveTo>
                  <a:pt x="3058287" y="3906613"/>
                </a:moveTo>
                <a:lnTo>
                  <a:pt x="3067351" y="3906613"/>
                </a:lnTo>
                <a:cubicBezTo>
                  <a:pt x="3067680" y="3906613"/>
                  <a:pt x="3068139" y="3907073"/>
                  <a:pt x="3068139" y="3907073"/>
                </a:cubicBezTo>
                <a:lnTo>
                  <a:pt x="3072671" y="3914954"/>
                </a:lnTo>
                <a:cubicBezTo>
                  <a:pt x="3072803" y="3915217"/>
                  <a:pt x="3072671" y="3915808"/>
                  <a:pt x="3072671" y="3915808"/>
                </a:cubicBezTo>
                <a:lnTo>
                  <a:pt x="3068139" y="3923690"/>
                </a:lnTo>
                <a:cubicBezTo>
                  <a:pt x="3067942" y="3923953"/>
                  <a:pt x="3067351" y="3924150"/>
                  <a:pt x="3067351" y="3924150"/>
                </a:cubicBezTo>
                <a:lnTo>
                  <a:pt x="3058287" y="3924150"/>
                </a:lnTo>
                <a:cubicBezTo>
                  <a:pt x="3057958" y="3924150"/>
                  <a:pt x="3057498" y="3923690"/>
                  <a:pt x="3057498" y="3923690"/>
                </a:cubicBezTo>
                <a:lnTo>
                  <a:pt x="3052966" y="3915808"/>
                </a:lnTo>
                <a:cubicBezTo>
                  <a:pt x="3052835" y="3915546"/>
                  <a:pt x="3052966" y="3914954"/>
                  <a:pt x="3052966" y="3914954"/>
                </a:cubicBezTo>
                <a:lnTo>
                  <a:pt x="3057498" y="3907073"/>
                </a:lnTo>
                <a:cubicBezTo>
                  <a:pt x="3057697" y="3906810"/>
                  <a:pt x="3058287" y="3906613"/>
                  <a:pt x="3058287" y="3906613"/>
                </a:cubicBezTo>
                <a:close/>
                <a:moveTo>
                  <a:pt x="2803942" y="3906613"/>
                </a:moveTo>
                <a:lnTo>
                  <a:pt x="2813007" y="3906613"/>
                </a:lnTo>
                <a:cubicBezTo>
                  <a:pt x="2813336" y="3906613"/>
                  <a:pt x="2813794" y="3907073"/>
                  <a:pt x="2813794" y="3907073"/>
                </a:cubicBezTo>
                <a:lnTo>
                  <a:pt x="2818327" y="3914954"/>
                </a:lnTo>
                <a:cubicBezTo>
                  <a:pt x="2818458" y="3915217"/>
                  <a:pt x="2818327" y="3915808"/>
                  <a:pt x="2818327" y="3915808"/>
                </a:cubicBezTo>
                <a:lnTo>
                  <a:pt x="2813794" y="3923690"/>
                </a:lnTo>
                <a:cubicBezTo>
                  <a:pt x="2813596" y="3923953"/>
                  <a:pt x="2813007" y="3924150"/>
                  <a:pt x="2813007" y="3924150"/>
                </a:cubicBezTo>
                <a:lnTo>
                  <a:pt x="2803942" y="3924150"/>
                </a:lnTo>
                <a:cubicBezTo>
                  <a:pt x="2803611" y="3924150"/>
                  <a:pt x="2803152" y="3923690"/>
                  <a:pt x="2803152" y="3923690"/>
                </a:cubicBezTo>
                <a:lnTo>
                  <a:pt x="2798621" y="3915808"/>
                </a:lnTo>
                <a:cubicBezTo>
                  <a:pt x="2798490" y="3915546"/>
                  <a:pt x="2798621" y="3914954"/>
                  <a:pt x="2798621" y="3914954"/>
                </a:cubicBezTo>
                <a:lnTo>
                  <a:pt x="2803152" y="3907073"/>
                </a:lnTo>
                <a:cubicBezTo>
                  <a:pt x="2803351" y="3906810"/>
                  <a:pt x="2803942" y="3906613"/>
                  <a:pt x="2803942" y="3906613"/>
                </a:cubicBezTo>
                <a:close/>
                <a:moveTo>
                  <a:pt x="2549573" y="3906613"/>
                </a:moveTo>
                <a:lnTo>
                  <a:pt x="2558638" y="3906613"/>
                </a:lnTo>
                <a:cubicBezTo>
                  <a:pt x="2558968" y="3906613"/>
                  <a:pt x="2559427" y="3907073"/>
                  <a:pt x="2559427" y="3907073"/>
                </a:cubicBezTo>
                <a:lnTo>
                  <a:pt x="2563960" y="3914954"/>
                </a:lnTo>
                <a:cubicBezTo>
                  <a:pt x="2564090" y="3915217"/>
                  <a:pt x="2563960" y="3915808"/>
                  <a:pt x="2563960" y="3915808"/>
                </a:cubicBezTo>
                <a:lnTo>
                  <a:pt x="2559427" y="3923690"/>
                </a:lnTo>
                <a:cubicBezTo>
                  <a:pt x="2559229" y="3923953"/>
                  <a:pt x="2558638" y="3924150"/>
                  <a:pt x="2558638" y="3924150"/>
                </a:cubicBezTo>
                <a:lnTo>
                  <a:pt x="2549573" y="3924150"/>
                </a:lnTo>
                <a:cubicBezTo>
                  <a:pt x="2549246" y="3924150"/>
                  <a:pt x="2548784" y="3923690"/>
                  <a:pt x="2548784" y="3923690"/>
                </a:cubicBezTo>
                <a:lnTo>
                  <a:pt x="2544253" y="3915808"/>
                </a:lnTo>
                <a:cubicBezTo>
                  <a:pt x="2544122" y="3915546"/>
                  <a:pt x="2544253" y="3914954"/>
                  <a:pt x="2544253" y="3914954"/>
                </a:cubicBezTo>
                <a:lnTo>
                  <a:pt x="2548784" y="3907073"/>
                </a:lnTo>
                <a:cubicBezTo>
                  <a:pt x="2548982" y="3906810"/>
                  <a:pt x="2549573" y="3906613"/>
                  <a:pt x="2549573" y="3906613"/>
                </a:cubicBezTo>
                <a:close/>
                <a:moveTo>
                  <a:pt x="2294995" y="3906613"/>
                </a:moveTo>
                <a:lnTo>
                  <a:pt x="2304059" y="3906613"/>
                </a:lnTo>
                <a:cubicBezTo>
                  <a:pt x="2304388" y="3906613"/>
                  <a:pt x="2304847" y="3907073"/>
                  <a:pt x="2304847" y="3907073"/>
                </a:cubicBezTo>
                <a:lnTo>
                  <a:pt x="2309379" y="3914954"/>
                </a:lnTo>
                <a:cubicBezTo>
                  <a:pt x="2309511" y="3915217"/>
                  <a:pt x="2309379" y="3915808"/>
                  <a:pt x="2309379" y="3915808"/>
                </a:cubicBezTo>
                <a:lnTo>
                  <a:pt x="2304847" y="3923690"/>
                </a:lnTo>
                <a:cubicBezTo>
                  <a:pt x="2304650" y="3923953"/>
                  <a:pt x="2304059" y="3924150"/>
                  <a:pt x="2304059" y="3924150"/>
                </a:cubicBezTo>
                <a:lnTo>
                  <a:pt x="2294995" y="3924150"/>
                </a:lnTo>
                <a:cubicBezTo>
                  <a:pt x="2294667" y="3924150"/>
                  <a:pt x="2294206" y="3923690"/>
                  <a:pt x="2294206" y="3923690"/>
                </a:cubicBezTo>
                <a:lnTo>
                  <a:pt x="2289675" y="3915808"/>
                </a:lnTo>
                <a:cubicBezTo>
                  <a:pt x="2289543" y="3915546"/>
                  <a:pt x="2289675" y="3914954"/>
                  <a:pt x="2289675" y="3914954"/>
                </a:cubicBezTo>
                <a:lnTo>
                  <a:pt x="2294206" y="3907073"/>
                </a:lnTo>
                <a:cubicBezTo>
                  <a:pt x="2294404" y="3906810"/>
                  <a:pt x="2294995" y="3906613"/>
                  <a:pt x="2294995" y="3906613"/>
                </a:cubicBezTo>
                <a:close/>
                <a:moveTo>
                  <a:pt x="2040770" y="3906613"/>
                </a:moveTo>
                <a:lnTo>
                  <a:pt x="2049835" y="3906613"/>
                </a:lnTo>
                <a:cubicBezTo>
                  <a:pt x="2050163" y="3906613"/>
                  <a:pt x="2050623" y="3907073"/>
                  <a:pt x="2050623" y="3907073"/>
                </a:cubicBezTo>
                <a:lnTo>
                  <a:pt x="2055154" y="3914954"/>
                </a:lnTo>
                <a:cubicBezTo>
                  <a:pt x="2055285" y="3915217"/>
                  <a:pt x="2055154" y="3915808"/>
                  <a:pt x="2055154" y="3915808"/>
                </a:cubicBezTo>
                <a:lnTo>
                  <a:pt x="2050623" y="3923690"/>
                </a:lnTo>
                <a:cubicBezTo>
                  <a:pt x="2050426" y="3923953"/>
                  <a:pt x="2049835" y="3924150"/>
                  <a:pt x="2049835" y="3924150"/>
                </a:cubicBezTo>
                <a:lnTo>
                  <a:pt x="2040770" y="3924150"/>
                </a:lnTo>
                <a:cubicBezTo>
                  <a:pt x="2040440" y="3924150"/>
                  <a:pt x="2039981" y="3923690"/>
                  <a:pt x="2039981" y="3923690"/>
                </a:cubicBezTo>
                <a:lnTo>
                  <a:pt x="2035449" y="3915808"/>
                </a:lnTo>
                <a:cubicBezTo>
                  <a:pt x="2035318" y="3915546"/>
                  <a:pt x="2035449" y="3914954"/>
                  <a:pt x="2035449" y="3914954"/>
                </a:cubicBezTo>
                <a:lnTo>
                  <a:pt x="2039981" y="3907073"/>
                </a:lnTo>
                <a:cubicBezTo>
                  <a:pt x="2040179" y="3906810"/>
                  <a:pt x="2040770" y="3906613"/>
                  <a:pt x="2040770" y="3906613"/>
                </a:cubicBezTo>
                <a:close/>
                <a:moveTo>
                  <a:pt x="1786153" y="3906613"/>
                </a:moveTo>
                <a:lnTo>
                  <a:pt x="1795218" y="3906613"/>
                </a:lnTo>
                <a:cubicBezTo>
                  <a:pt x="1795546" y="3906613"/>
                  <a:pt x="1796006" y="3907073"/>
                  <a:pt x="1796006" y="3907073"/>
                </a:cubicBezTo>
                <a:lnTo>
                  <a:pt x="1800538" y="3914954"/>
                </a:lnTo>
                <a:cubicBezTo>
                  <a:pt x="1800669" y="3915217"/>
                  <a:pt x="1800538" y="3915808"/>
                  <a:pt x="1800538" y="3915808"/>
                </a:cubicBezTo>
                <a:lnTo>
                  <a:pt x="1796006" y="3923690"/>
                </a:lnTo>
                <a:cubicBezTo>
                  <a:pt x="1795809" y="3923953"/>
                  <a:pt x="1795218" y="3924150"/>
                  <a:pt x="1795218" y="3924150"/>
                </a:cubicBezTo>
                <a:lnTo>
                  <a:pt x="1786153" y="3924150"/>
                </a:lnTo>
                <a:cubicBezTo>
                  <a:pt x="1785826" y="3924150"/>
                  <a:pt x="1785365" y="3923690"/>
                  <a:pt x="1785365" y="3923690"/>
                </a:cubicBezTo>
                <a:lnTo>
                  <a:pt x="1780833" y="3915808"/>
                </a:lnTo>
                <a:cubicBezTo>
                  <a:pt x="1780702" y="3915546"/>
                  <a:pt x="1780833" y="3914954"/>
                  <a:pt x="1780833" y="3914954"/>
                </a:cubicBezTo>
                <a:lnTo>
                  <a:pt x="1785365" y="3907073"/>
                </a:lnTo>
                <a:cubicBezTo>
                  <a:pt x="1785562" y="3906810"/>
                  <a:pt x="1786153" y="3906613"/>
                  <a:pt x="1786153" y="3906613"/>
                </a:cubicBezTo>
                <a:close/>
                <a:moveTo>
                  <a:pt x="1531837" y="3906613"/>
                </a:moveTo>
                <a:lnTo>
                  <a:pt x="1540900" y="3906613"/>
                </a:lnTo>
                <a:cubicBezTo>
                  <a:pt x="1541228" y="3906613"/>
                  <a:pt x="1541689" y="3907073"/>
                  <a:pt x="1541689" y="3907073"/>
                </a:cubicBezTo>
                <a:lnTo>
                  <a:pt x="1546220" y="3914954"/>
                </a:lnTo>
                <a:cubicBezTo>
                  <a:pt x="1546352" y="3915217"/>
                  <a:pt x="1546220" y="3915808"/>
                  <a:pt x="1546220" y="3915808"/>
                </a:cubicBezTo>
                <a:lnTo>
                  <a:pt x="1541689" y="3923690"/>
                </a:lnTo>
                <a:cubicBezTo>
                  <a:pt x="1541491" y="3923953"/>
                  <a:pt x="1540900" y="3924150"/>
                  <a:pt x="1540900" y="3924150"/>
                </a:cubicBezTo>
                <a:lnTo>
                  <a:pt x="1531837" y="3924150"/>
                </a:lnTo>
                <a:cubicBezTo>
                  <a:pt x="1531508" y="3924150"/>
                  <a:pt x="1531049" y="3923690"/>
                  <a:pt x="1531049" y="3923690"/>
                </a:cubicBezTo>
                <a:lnTo>
                  <a:pt x="1526515" y="3915808"/>
                </a:lnTo>
                <a:cubicBezTo>
                  <a:pt x="1526385" y="3915546"/>
                  <a:pt x="1526515" y="3914954"/>
                  <a:pt x="1526515" y="3914954"/>
                </a:cubicBezTo>
                <a:lnTo>
                  <a:pt x="1531049" y="3907073"/>
                </a:lnTo>
                <a:cubicBezTo>
                  <a:pt x="1531246" y="3906810"/>
                  <a:pt x="1531837" y="3906613"/>
                  <a:pt x="1531837" y="3906613"/>
                </a:cubicBezTo>
                <a:close/>
                <a:moveTo>
                  <a:pt x="1277436" y="3906613"/>
                </a:moveTo>
                <a:lnTo>
                  <a:pt x="1286500" y="3906613"/>
                </a:lnTo>
                <a:cubicBezTo>
                  <a:pt x="1286829" y="3906613"/>
                  <a:pt x="1287289" y="3907073"/>
                  <a:pt x="1287289" y="3907073"/>
                </a:cubicBezTo>
                <a:lnTo>
                  <a:pt x="1291820" y="3914954"/>
                </a:lnTo>
                <a:cubicBezTo>
                  <a:pt x="1291952" y="3915217"/>
                  <a:pt x="1291820" y="3915808"/>
                  <a:pt x="1291820" y="3915808"/>
                </a:cubicBezTo>
                <a:lnTo>
                  <a:pt x="1287289" y="3923690"/>
                </a:lnTo>
                <a:cubicBezTo>
                  <a:pt x="1287092" y="3923953"/>
                  <a:pt x="1286500" y="3924150"/>
                  <a:pt x="1286500" y="3924150"/>
                </a:cubicBezTo>
                <a:lnTo>
                  <a:pt x="1277436" y="3924150"/>
                </a:lnTo>
                <a:cubicBezTo>
                  <a:pt x="1277108" y="3924150"/>
                  <a:pt x="1276648" y="3923690"/>
                  <a:pt x="1276648" y="3923690"/>
                </a:cubicBezTo>
                <a:lnTo>
                  <a:pt x="1272117" y="3915808"/>
                </a:lnTo>
                <a:cubicBezTo>
                  <a:pt x="1271985" y="3915546"/>
                  <a:pt x="1272117" y="3914954"/>
                  <a:pt x="1272117" y="3914954"/>
                </a:cubicBezTo>
                <a:lnTo>
                  <a:pt x="1276648" y="3907073"/>
                </a:lnTo>
                <a:cubicBezTo>
                  <a:pt x="1276845" y="3906810"/>
                  <a:pt x="1277436" y="3906613"/>
                  <a:pt x="1277436" y="3906613"/>
                </a:cubicBezTo>
                <a:close/>
                <a:moveTo>
                  <a:pt x="1023161" y="3906613"/>
                </a:moveTo>
                <a:lnTo>
                  <a:pt x="1032224" y="3906613"/>
                </a:lnTo>
                <a:cubicBezTo>
                  <a:pt x="1032553" y="3906613"/>
                  <a:pt x="1033011" y="3907073"/>
                  <a:pt x="1033011" y="3907073"/>
                </a:cubicBezTo>
                <a:lnTo>
                  <a:pt x="1037544" y="3914954"/>
                </a:lnTo>
                <a:cubicBezTo>
                  <a:pt x="1037675" y="3915217"/>
                  <a:pt x="1037544" y="3915808"/>
                  <a:pt x="1037544" y="3915808"/>
                </a:cubicBezTo>
                <a:lnTo>
                  <a:pt x="1033011" y="3923690"/>
                </a:lnTo>
                <a:cubicBezTo>
                  <a:pt x="1032815" y="3923953"/>
                  <a:pt x="1032224" y="3924150"/>
                  <a:pt x="1032224" y="3924150"/>
                </a:cubicBezTo>
                <a:lnTo>
                  <a:pt x="1023161" y="3924150"/>
                </a:lnTo>
                <a:cubicBezTo>
                  <a:pt x="1022832" y="3924150"/>
                  <a:pt x="1022373" y="3923690"/>
                  <a:pt x="1022373" y="3923690"/>
                </a:cubicBezTo>
                <a:lnTo>
                  <a:pt x="1017838" y="3915808"/>
                </a:lnTo>
                <a:cubicBezTo>
                  <a:pt x="1017708" y="3915546"/>
                  <a:pt x="1017838" y="3914954"/>
                  <a:pt x="1017838" y="3914954"/>
                </a:cubicBezTo>
                <a:lnTo>
                  <a:pt x="1022373" y="3907073"/>
                </a:lnTo>
                <a:cubicBezTo>
                  <a:pt x="1022568" y="3906810"/>
                  <a:pt x="1023161" y="3906613"/>
                  <a:pt x="1023161" y="3906613"/>
                </a:cubicBezTo>
                <a:close/>
                <a:moveTo>
                  <a:pt x="768674" y="3906613"/>
                </a:moveTo>
                <a:lnTo>
                  <a:pt x="777737" y="3906613"/>
                </a:lnTo>
                <a:cubicBezTo>
                  <a:pt x="778065" y="3906613"/>
                  <a:pt x="778525" y="3907073"/>
                  <a:pt x="778525" y="3907073"/>
                </a:cubicBezTo>
                <a:lnTo>
                  <a:pt x="783058" y="3914954"/>
                </a:lnTo>
                <a:cubicBezTo>
                  <a:pt x="783189" y="3915217"/>
                  <a:pt x="783058" y="3915808"/>
                  <a:pt x="783058" y="3915808"/>
                </a:cubicBezTo>
                <a:lnTo>
                  <a:pt x="778525" y="3923690"/>
                </a:lnTo>
                <a:cubicBezTo>
                  <a:pt x="778328" y="3923953"/>
                  <a:pt x="777737" y="3924150"/>
                  <a:pt x="777737" y="3924150"/>
                </a:cubicBezTo>
                <a:lnTo>
                  <a:pt x="768674" y="3924150"/>
                </a:lnTo>
                <a:cubicBezTo>
                  <a:pt x="768346" y="3924150"/>
                  <a:pt x="767886" y="3923690"/>
                  <a:pt x="767886" y="3923690"/>
                </a:cubicBezTo>
                <a:lnTo>
                  <a:pt x="763353" y="3915808"/>
                </a:lnTo>
                <a:cubicBezTo>
                  <a:pt x="763222" y="3915546"/>
                  <a:pt x="763353" y="3914954"/>
                  <a:pt x="763353" y="3914954"/>
                </a:cubicBezTo>
                <a:lnTo>
                  <a:pt x="767886" y="3907073"/>
                </a:lnTo>
                <a:cubicBezTo>
                  <a:pt x="768083" y="3906810"/>
                  <a:pt x="768674" y="3906613"/>
                  <a:pt x="768674" y="3906613"/>
                </a:cubicBezTo>
                <a:close/>
                <a:moveTo>
                  <a:pt x="514312" y="3906613"/>
                </a:moveTo>
                <a:lnTo>
                  <a:pt x="523376" y="3906613"/>
                </a:lnTo>
                <a:cubicBezTo>
                  <a:pt x="523704" y="3906613"/>
                  <a:pt x="524164" y="3907073"/>
                  <a:pt x="524164" y="3907073"/>
                </a:cubicBezTo>
                <a:lnTo>
                  <a:pt x="528696" y="3914954"/>
                </a:lnTo>
                <a:cubicBezTo>
                  <a:pt x="528827" y="3915217"/>
                  <a:pt x="528696" y="3915808"/>
                  <a:pt x="528696" y="3915808"/>
                </a:cubicBezTo>
                <a:lnTo>
                  <a:pt x="524164" y="3923690"/>
                </a:lnTo>
                <a:cubicBezTo>
                  <a:pt x="523967" y="3923953"/>
                  <a:pt x="523376" y="3924150"/>
                  <a:pt x="523376" y="3924150"/>
                </a:cubicBezTo>
                <a:lnTo>
                  <a:pt x="514312" y="3924150"/>
                </a:lnTo>
                <a:cubicBezTo>
                  <a:pt x="513983" y="3924150"/>
                  <a:pt x="513524" y="3923690"/>
                  <a:pt x="513524" y="3923690"/>
                </a:cubicBezTo>
                <a:lnTo>
                  <a:pt x="508991" y="3915808"/>
                </a:lnTo>
                <a:cubicBezTo>
                  <a:pt x="508860" y="3915546"/>
                  <a:pt x="508991" y="3914954"/>
                  <a:pt x="508991" y="3914954"/>
                </a:cubicBezTo>
                <a:lnTo>
                  <a:pt x="513524" y="3907073"/>
                </a:lnTo>
                <a:cubicBezTo>
                  <a:pt x="513721" y="3906810"/>
                  <a:pt x="514312" y="3906613"/>
                  <a:pt x="514312" y="3906613"/>
                </a:cubicBezTo>
                <a:close/>
                <a:moveTo>
                  <a:pt x="259860" y="3906613"/>
                </a:moveTo>
                <a:lnTo>
                  <a:pt x="268924" y="3906613"/>
                </a:lnTo>
                <a:cubicBezTo>
                  <a:pt x="269253" y="3906613"/>
                  <a:pt x="269712" y="3907073"/>
                  <a:pt x="269712" y="3907073"/>
                </a:cubicBezTo>
                <a:lnTo>
                  <a:pt x="274244" y="3914954"/>
                </a:lnTo>
                <a:cubicBezTo>
                  <a:pt x="274375" y="3915217"/>
                  <a:pt x="274244" y="3915808"/>
                  <a:pt x="274244" y="3915808"/>
                </a:cubicBezTo>
                <a:lnTo>
                  <a:pt x="269712" y="3923690"/>
                </a:lnTo>
                <a:cubicBezTo>
                  <a:pt x="269515" y="3923953"/>
                  <a:pt x="268924" y="3924150"/>
                  <a:pt x="268924" y="3924150"/>
                </a:cubicBezTo>
                <a:lnTo>
                  <a:pt x="259860" y="3924150"/>
                </a:lnTo>
                <a:cubicBezTo>
                  <a:pt x="259531" y="3924150"/>
                  <a:pt x="259071" y="3923690"/>
                  <a:pt x="259071" y="3923690"/>
                </a:cubicBezTo>
                <a:lnTo>
                  <a:pt x="254539" y="3915808"/>
                </a:lnTo>
                <a:cubicBezTo>
                  <a:pt x="254408" y="3915546"/>
                  <a:pt x="254539" y="3914954"/>
                  <a:pt x="254539" y="3914954"/>
                </a:cubicBezTo>
                <a:lnTo>
                  <a:pt x="259071" y="3907073"/>
                </a:lnTo>
                <a:cubicBezTo>
                  <a:pt x="259268" y="3906810"/>
                  <a:pt x="259860" y="3906613"/>
                  <a:pt x="259860" y="3906613"/>
                </a:cubicBezTo>
                <a:close/>
                <a:moveTo>
                  <a:pt x="5563" y="3906613"/>
                </a:moveTo>
                <a:lnTo>
                  <a:pt x="14627" y="3906613"/>
                </a:lnTo>
                <a:cubicBezTo>
                  <a:pt x="14955" y="3906613"/>
                  <a:pt x="15415" y="3907073"/>
                  <a:pt x="15415" y="3907073"/>
                </a:cubicBezTo>
                <a:lnTo>
                  <a:pt x="19947" y="3914954"/>
                </a:lnTo>
                <a:cubicBezTo>
                  <a:pt x="20078" y="3915217"/>
                  <a:pt x="19947" y="3915808"/>
                  <a:pt x="19947" y="3915808"/>
                </a:cubicBezTo>
                <a:lnTo>
                  <a:pt x="15415" y="3923690"/>
                </a:lnTo>
                <a:cubicBezTo>
                  <a:pt x="15218" y="3923953"/>
                  <a:pt x="14627" y="3924150"/>
                  <a:pt x="14627" y="3924150"/>
                </a:cubicBezTo>
                <a:lnTo>
                  <a:pt x="5563" y="3924150"/>
                </a:lnTo>
                <a:cubicBezTo>
                  <a:pt x="5233" y="3924150"/>
                  <a:pt x="4774" y="3923690"/>
                  <a:pt x="4774" y="3923690"/>
                </a:cubicBezTo>
                <a:lnTo>
                  <a:pt x="242" y="3915808"/>
                </a:lnTo>
                <a:cubicBezTo>
                  <a:pt x="111" y="3915546"/>
                  <a:pt x="242" y="3914954"/>
                  <a:pt x="242" y="3914954"/>
                </a:cubicBezTo>
                <a:lnTo>
                  <a:pt x="4774" y="3907073"/>
                </a:lnTo>
                <a:cubicBezTo>
                  <a:pt x="4971" y="3906810"/>
                  <a:pt x="5563" y="3906613"/>
                  <a:pt x="5563" y="3906613"/>
                </a:cubicBezTo>
                <a:close/>
                <a:moveTo>
                  <a:pt x="10435622" y="3689539"/>
                </a:moveTo>
                <a:lnTo>
                  <a:pt x="10444686" y="3689539"/>
                </a:lnTo>
                <a:cubicBezTo>
                  <a:pt x="10445015" y="3689539"/>
                  <a:pt x="10445474" y="3689998"/>
                  <a:pt x="10445474" y="3689998"/>
                </a:cubicBezTo>
                <a:lnTo>
                  <a:pt x="10450007" y="3697880"/>
                </a:lnTo>
                <a:cubicBezTo>
                  <a:pt x="10450138" y="3698143"/>
                  <a:pt x="10450007" y="3698734"/>
                  <a:pt x="10450007" y="3698734"/>
                </a:cubicBezTo>
                <a:lnTo>
                  <a:pt x="10445474" y="3706616"/>
                </a:lnTo>
                <a:cubicBezTo>
                  <a:pt x="10445278" y="3706879"/>
                  <a:pt x="10444686" y="3707075"/>
                  <a:pt x="10444686" y="3707075"/>
                </a:cubicBezTo>
                <a:lnTo>
                  <a:pt x="10435622" y="3707075"/>
                </a:lnTo>
                <a:cubicBezTo>
                  <a:pt x="10435295" y="3707075"/>
                  <a:pt x="10434834" y="3706616"/>
                  <a:pt x="10434834" y="3706616"/>
                </a:cubicBezTo>
                <a:lnTo>
                  <a:pt x="10430302" y="3698734"/>
                </a:lnTo>
                <a:cubicBezTo>
                  <a:pt x="10430171" y="3698471"/>
                  <a:pt x="10430302" y="3697880"/>
                  <a:pt x="10430302" y="3697880"/>
                </a:cubicBezTo>
                <a:lnTo>
                  <a:pt x="10434834" y="3689998"/>
                </a:lnTo>
                <a:cubicBezTo>
                  <a:pt x="10435031" y="3689736"/>
                  <a:pt x="10435622" y="3689539"/>
                  <a:pt x="10435622" y="3689539"/>
                </a:cubicBezTo>
                <a:close/>
                <a:moveTo>
                  <a:pt x="10181242" y="3689539"/>
                </a:moveTo>
                <a:lnTo>
                  <a:pt x="10190305" y="3689539"/>
                </a:lnTo>
                <a:cubicBezTo>
                  <a:pt x="10190635" y="3689539"/>
                  <a:pt x="10191093" y="3689998"/>
                  <a:pt x="10191093" y="3689998"/>
                </a:cubicBezTo>
                <a:lnTo>
                  <a:pt x="10195626" y="3697880"/>
                </a:lnTo>
                <a:cubicBezTo>
                  <a:pt x="10195758" y="3698143"/>
                  <a:pt x="10195626" y="3698734"/>
                  <a:pt x="10195626" y="3698734"/>
                </a:cubicBezTo>
                <a:lnTo>
                  <a:pt x="10191093" y="3706616"/>
                </a:lnTo>
                <a:cubicBezTo>
                  <a:pt x="10190896" y="3706879"/>
                  <a:pt x="10190305" y="3707075"/>
                  <a:pt x="10190305" y="3707075"/>
                </a:cubicBezTo>
                <a:lnTo>
                  <a:pt x="10181242" y="3707075"/>
                </a:lnTo>
                <a:cubicBezTo>
                  <a:pt x="10180914" y="3707075"/>
                  <a:pt x="10180453" y="3706616"/>
                  <a:pt x="10180453" y="3706616"/>
                </a:cubicBezTo>
                <a:lnTo>
                  <a:pt x="10175922" y="3698734"/>
                </a:lnTo>
                <a:cubicBezTo>
                  <a:pt x="10175790" y="3698471"/>
                  <a:pt x="10175922" y="3697880"/>
                  <a:pt x="10175922" y="3697880"/>
                </a:cubicBezTo>
                <a:lnTo>
                  <a:pt x="10180453" y="3689998"/>
                </a:lnTo>
                <a:cubicBezTo>
                  <a:pt x="10180650" y="3689736"/>
                  <a:pt x="10181242" y="3689539"/>
                  <a:pt x="10181242" y="3689539"/>
                </a:cubicBezTo>
                <a:close/>
                <a:moveTo>
                  <a:pt x="9926861" y="3689539"/>
                </a:moveTo>
                <a:lnTo>
                  <a:pt x="9935924" y="3689539"/>
                </a:lnTo>
                <a:cubicBezTo>
                  <a:pt x="9936254" y="3689539"/>
                  <a:pt x="9936713" y="3689998"/>
                  <a:pt x="9936713" y="3689998"/>
                </a:cubicBezTo>
                <a:lnTo>
                  <a:pt x="9941246" y="3697880"/>
                </a:lnTo>
                <a:cubicBezTo>
                  <a:pt x="9941376" y="3698143"/>
                  <a:pt x="9941246" y="3698734"/>
                  <a:pt x="9941246" y="3698734"/>
                </a:cubicBezTo>
                <a:lnTo>
                  <a:pt x="9936713" y="3706616"/>
                </a:lnTo>
                <a:cubicBezTo>
                  <a:pt x="9936516" y="3706879"/>
                  <a:pt x="9935924" y="3707075"/>
                  <a:pt x="9935924" y="3707075"/>
                </a:cubicBezTo>
                <a:lnTo>
                  <a:pt x="9926861" y="3707075"/>
                </a:lnTo>
                <a:cubicBezTo>
                  <a:pt x="9926532" y="3707075"/>
                  <a:pt x="9926073" y="3706616"/>
                  <a:pt x="9926073" y="3706616"/>
                </a:cubicBezTo>
                <a:lnTo>
                  <a:pt x="9921541" y="3698734"/>
                </a:lnTo>
                <a:cubicBezTo>
                  <a:pt x="9921410" y="3698471"/>
                  <a:pt x="9921541" y="3697880"/>
                  <a:pt x="9921541" y="3697880"/>
                </a:cubicBezTo>
                <a:lnTo>
                  <a:pt x="9926073" y="3689998"/>
                </a:lnTo>
                <a:cubicBezTo>
                  <a:pt x="9926270" y="3689736"/>
                  <a:pt x="9926861" y="3689539"/>
                  <a:pt x="9926861" y="3689539"/>
                </a:cubicBezTo>
                <a:close/>
                <a:moveTo>
                  <a:pt x="9672481" y="3689539"/>
                </a:moveTo>
                <a:lnTo>
                  <a:pt x="9681545" y="3689539"/>
                </a:lnTo>
                <a:cubicBezTo>
                  <a:pt x="9681872" y="3689539"/>
                  <a:pt x="9682333" y="3689998"/>
                  <a:pt x="9682333" y="3689998"/>
                </a:cubicBezTo>
                <a:lnTo>
                  <a:pt x="9686865" y="3697880"/>
                </a:lnTo>
                <a:cubicBezTo>
                  <a:pt x="9686996" y="3698143"/>
                  <a:pt x="9686865" y="3698734"/>
                  <a:pt x="9686865" y="3698734"/>
                </a:cubicBezTo>
                <a:lnTo>
                  <a:pt x="9682333" y="3706616"/>
                </a:lnTo>
                <a:cubicBezTo>
                  <a:pt x="9682136" y="3706879"/>
                  <a:pt x="9681545" y="3707075"/>
                  <a:pt x="9681545" y="3707075"/>
                </a:cubicBezTo>
                <a:lnTo>
                  <a:pt x="9672481" y="3707075"/>
                </a:lnTo>
                <a:cubicBezTo>
                  <a:pt x="9672152" y="3707075"/>
                  <a:pt x="9671693" y="3706616"/>
                  <a:pt x="9671693" y="3706616"/>
                </a:cubicBezTo>
                <a:lnTo>
                  <a:pt x="9667160" y="3698734"/>
                </a:lnTo>
                <a:cubicBezTo>
                  <a:pt x="9667030" y="3698471"/>
                  <a:pt x="9667160" y="3697880"/>
                  <a:pt x="9667160" y="3697880"/>
                </a:cubicBezTo>
                <a:lnTo>
                  <a:pt x="9671693" y="3689998"/>
                </a:lnTo>
                <a:cubicBezTo>
                  <a:pt x="9671890" y="3689736"/>
                  <a:pt x="9672481" y="3689539"/>
                  <a:pt x="9672481" y="3689539"/>
                </a:cubicBezTo>
                <a:close/>
                <a:moveTo>
                  <a:pt x="9418035" y="3689539"/>
                </a:moveTo>
                <a:lnTo>
                  <a:pt x="9427099" y="3689539"/>
                </a:lnTo>
                <a:cubicBezTo>
                  <a:pt x="9427427" y="3689539"/>
                  <a:pt x="9427887" y="3689998"/>
                  <a:pt x="9427887" y="3689998"/>
                </a:cubicBezTo>
                <a:lnTo>
                  <a:pt x="9432419" y="3697880"/>
                </a:lnTo>
                <a:cubicBezTo>
                  <a:pt x="9432550" y="3698143"/>
                  <a:pt x="9432419" y="3698734"/>
                  <a:pt x="9432419" y="3698734"/>
                </a:cubicBezTo>
                <a:lnTo>
                  <a:pt x="9427887" y="3706616"/>
                </a:lnTo>
                <a:cubicBezTo>
                  <a:pt x="9427690" y="3706879"/>
                  <a:pt x="9427099" y="3707075"/>
                  <a:pt x="9427099" y="3707075"/>
                </a:cubicBezTo>
                <a:lnTo>
                  <a:pt x="9418035" y="3707075"/>
                </a:lnTo>
                <a:cubicBezTo>
                  <a:pt x="9417707" y="3707075"/>
                  <a:pt x="9417247" y="3706616"/>
                  <a:pt x="9417247" y="3706616"/>
                </a:cubicBezTo>
                <a:lnTo>
                  <a:pt x="9412714" y="3698734"/>
                </a:lnTo>
                <a:cubicBezTo>
                  <a:pt x="9412583" y="3698471"/>
                  <a:pt x="9412714" y="3697880"/>
                  <a:pt x="9412714" y="3697880"/>
                </a:cubicBezTo>
                <a:lnTo>
                  <a:pt x="9417247" y="3689998"/>
                </a:lnTo>
                <a:cubicBezTo>
                  <a:pt x="9417444" y="3689736"/>
                  <a:pt x="9418035" y="3689539"/>
                  <a:pt x="9418035" y="3689539"/>
                </a:cubicBezTo>
                <a:close/>
                <a:moveTo>
                  <a:pt x="9163654" y="3689539"/>
                </a:moveTo>
                <a:lnTo>
                  <a:pt x="9172718" y="3689539"/>
                </a:lnTo>
                <a:cubicBezTo>
                  <a:pt x="9173046" y="3689539"/>
                  <a:pt x="9173506" y="3689998"/>
                  <a:pt x="9173506" y="3689998"/>
                </a:cubicBezTo>
                <a:lnTo>
                  <a:pt x="9178038" y="3697880"/>
                </a:lnTo>
                <a:cubicBezTo>
                  <a:pt x="9178169" y="3698143"/>
                  <a:pt x="9178038" y="3698734"/>
                  <a:pt x="9178038" y="3698734"/>
                </a:cubicBezTo>
                <a:lnTo>
                  <a:pt x="9173506" y="3706616"/>
                </a:lnTo>
                <a:cubicBezTo>
                  <a:pt x="9173309" y="3706879"/>
                  <a:pt x="9172718" y="3707075"/>
                  <a:pt x="9172718" y="3707075"/>
                </a:cubicBezTo>
                <a:lnTo>
                  <a:pt x="9163654" y="3707075"/>
                </a:lnTo>
                <a:cubicBezTo>
                  <a:pt x="9163326" y="3707075"/>
                  <a:pt x="9162866" y="3706616"/>
                  <a:pt x="9162866" y="3706616"/>
                </a:cubicBezTo>
                <a:lnTo>
                  <a:pt x="9158333" y="3698734"/>
                </a:lnTo>
                <a:cubicBezTo>
                  <a:pt x="9158202" y="3698471"/>
                  <a:pt x="9158333" y="3697880"/>
                  <a:pt x="9158333" y="3697880"/>
                </a:cubicBezTo>
                <a:lnTo>
                  <a:pt x="9162866" y="3689998"/>
                </a:lnTo>
                <a:cubicBezTo>
                  <a:pt x="9163062" y="3689736"/>
                  <a:pt x="9163654" y="3689539"/>
                  <a:pt x="9163654" y="3689539"/>
                </a:cubicBezTo>
                <a:close/>
                <a:moveTo>
                  <a:pt x="8909274" y="3689539"/>
                </a:moveTo>
                <a:lnTo>
                  <a:pt x="8918336" y="3689539"/>
                </a:lnTo>
                <a:cubicBezTo>
                  <a:pt x="8918666" y="3689539"/>
                  <a:pt x="8919125" y="3689998"/>
                  <a:pt x="8919125" y="3689998"/>
                </a:cubicBezTo>
                <a:lnTo>
                  <a:pt x="8923657" y="3697880"/>
                </a:lnTo>
                <a:cubicBezTo>
                  <a:pt x="8923789" y="3698143"/>
                  <a:pt x="8923657" y="3698734"/>
                  <a:pt x="8923657" y="3698734"/>
                </a:cubicBezTo>
                <a:lnTo>
                  <a:pt x="8919125" y="3706616"/>
                </a:lnTo>
                <a:cubicBezTo>
                  <a:pt x="8918928" y="3706879"/>
                  <a:pt x="8918336" y="3707075"/>
                  <a:pt x="8918336" y="3707075"/>
                </a:cubicBezTo>
                <a:lnTo>
                  <a:pt x="8909274" y="3707075"/>
                </a:lnTo>
                <a:cubicBezTo>
                  <a:pt x="8908945" y="3707075"/>
                  <a:pt x="8908484" y="3706616"/>
                  <a:pt x="8908484" y="3706616"/>
                </a:cubicBezTo>
                <a:lnTo>
                  <a:pt x="8903953" y="3698734"/>
                </a:lnTo>
                <a:cubicBezTo>
                  <a:pt x="8903821" y="3698471"/>
                  <a:pt x="8903953" y="3697880"/>
                  <a:pt x="8903953" y="3697880"/>
                </a:cubicBezTo>
                <a:lnTo>
                  <a:pt x="8908484" y="3689998"/>
                </a:lnTo>
                <a:cubicBezTo>
                  <a:pt x="8908681" y="3689736"/>
                  <a:pt x="8909274" y="3689539"/>
                  <a:pt x="8909274" y="3689539"/>
                </a:cubicBezTo>
                <a:close/>
                <a:moveTo>
                  <a:pt x="8654892" y="3689539"/>
                </a:moveTo>
                <a:lnTo>
                  <a:pt x="8663955" y="3689539"/>
                </a:lnTo>
                <a:cubicBezTo>
                  <a:pt x="8664285" y="3689539"/>
                  <a:pt x="8664744" y="3689998"/>
                  <a:pt x="8664744" y="3689998"/>
                </a:cubicBezTo>
                <a:lnTo>
                  <a:pt x="8669277" y="3697880"/>
                </a:lnTo>
                <a:cubicBezTo>
                  <a:pt x="8669408" y="3698143"/>
                  <a:pt x="8669277" y="3698734"/>
                  <a:pt x="8669277" y="3698734"/>
                </a:cubicBezTo>
                <a:lnTo>
                  <a:pt x="8664744" y="3706616"/>
                </a:lnTo>
                <a:cubicBezTo>
                  <a:pt x="8664548" y="3706879"/>
                  <a:pt x="8663955" y="3707075"/>
                  <a:pt x="8663955" y="3707075"/>
                </a:cubicBezTo>
                <a:lnTo>
                  <a:pt x="8654892" y="3707075"/>
                </a:lnTo>
                <a:cubicBezTo>
                  <a:pt x="8654565" y="3707075"/>
                  <a:pt x="8654104" y="3706616"/>
                  <a:pt x="8654104" y="3706616"/>
                </a:cubicBezTo>
                <a:lnTo>
                  <a:pt x="8649572" y="3698734"/>
                </a:lnTo>
                <a:cubicBezTo>
                  <a:pt x="8649441" y="3698471"/>
                  <a:pt x="8649572" y="3697880"/>
                  <a:pt x="8649572" y="3697880"/>
                </a:cubicBezTo>
                <a:lnTo>
                  <a:pt x="8654104" y="3689998"/>
                </a:lnTo>
                <a:cubicBezTo>
                  <a:pt x="8654301" y="3689736"/>
                  <a:pt x="8654892" y="3689539"/>
                  <a:pt x="8654892" y="3689539"/>
                </a:cubicBezTo>
                <a:close/>
                <a:moveTo>
                  <a:pt x="8400511" y="3689539"/>
                </a:moveTo>
                <a:lnTo>
                  <a:pt x="8409575" y="3689539"/>
                </a:lnTo>
                <a:cubicBezTo>
                  <a:pt x="8409904" y="3689539"/>
                  <a:pt x="8410363" y="3689998"/>
                  <a:pt x="8410363" y="3689998"/>
                </a:cubicBezTo>
                <a:lnTo>
                  <a:pt x="8414896" y="3697880"/>
                </a:lnTo>
                <a:cubicBezTo>
                  <a:pt x="8415027" y="3698143"/>
                  <a:pt x="8414896" y="3698734"/>
                  <a:pt x="8414896" y="3698734"/>
                </a:cubicBezTo>
                <a:lnTo>
                  <a:pt x="8410363" y="3706616"/>
                </a:lnTo>
                <a:cubicBezTo>
                  <a:pt x="8410166" y="3706879"/>
                  <a:pt x="8409575" y="3707075"/>
                  <a:pt x="8409575" y="3707075"/>
                </a:cubicBezTo>
                <a:lnTo>
                  <a:pt x="8400511" y="3707075"/>
                </a:lnTo>
                <a:cubicBezTo>
                  <a:pt x="8400184" y="3707075"/>
                  <a:pt x="8399723" y="3706616"/>
                  <a:pt x="8399723" y="3706616"/>
                </a:cubicBezTo>
                <a:lnTo>
                  <a:pt x="8395191" y="3698734"/>
                </a:lnTo>
                <a:cubicBezTo>
                  <a:pt x="8395060" y="3698471"/>
                  <a:pt x="8395191" y="3697880"/>
                  <a:pt x="8395191" y="3697880"/>
                </a:cubicBezTo>
                <a:lnTo>
                  <a:pt x="8399723" y="3689998"/>
                </a:lnTo>
                <a:cubicBezTo>
                  <a:pt x="8399920" y="3689736"/>
                  <a:pt x="8400511" y="3689539"/>
                  <a:pt x="8400511" y="3689539"/>
                </a:cubicBezTo>
                <a:close/>
                <a:moveTo>
                  <a:pt x="8146065" y="3689539"/>
                </a:moveTo>
                <a:lnTo>
                  <a:pt x="8155129" y="3689539"/>
                </a:lnTo>
                <a:cubicBezTo>
                  <a:pt x="8155458" y="3689539"/>
                  <a:pt x="8155917" y="3689998"/>
                  <a:pt x="8155917" y="3689998"/>
                </a:cubicBezTo>
                <a:lnTo>
                  <a:pt x="8160449" y="3697880"/>
                </a:lnTo>
                <a:cubicBezTo>
                  <a:pt x="8160580" y="3698143"/>
                  <a:pt x="8160449" y="3698734"/>
                  <a:pt x="8160449" y="3698734"/>
                </a:cubicBezTo>
                <a:lnTo>
                  <a:pt x="8155917" y="3706616"/>
                </a:lnTo>
                <a:cubicBezTo>
                  <a:pt x="8155719" y="3706879"/>
                  <a:pt x="8155129" y="3707075"/>
                  <a:pt x="8155129" y="3707075"/>
                </a:cubicBezTo>
                <a:lnTo>
                  <a:pt x="8146065" y="3707075"/>
                </a:lnTo>
                <a:cubicBezTo>
                  <a:pt x="8145737" y="3707075"/>
                  <a:pt x="8145277" y="3706616"/>
                  <a:pt x="8145277" y="3706616"/>
                </a:cubicBezTo>
                <a:lnTo>
                  <a:pt x="8140745" y="3698734"/>
                </a:lnTo>
                <a:cubicBezTo>
                  <a:pt x="8140613" y="3698471"/>
                  <a:pt x="8140745" y="3697880"/>
                  <a:pt x="8140745" y="3697880"/>
                </a:cubicBezTo>
                <a:lnTo>
                  <a:pt x="8145277" y="3689998"/>
                </a:lnTo>
                <a:cubicBezTo>
                  <a:pt x="8145474" y="3689736"/>
                  <a:pt x="8146065" y="3689539"/>
                  <a:pt x="8146065" y="3689539"/>
                </a:cubicBezTo>
                <a:close/>
                <a:moveTo>
                  <a:pt x="7891684" y="3689539"/>
                </a:moveTo>
                <a:lnTo>
                  <a:pt x="7900748" y="3689539"/>
                </a:lnTo>
                <a:cubicBezTo>
                  <a:pt x="7901076" y="3689539"/>
                  <a:pt x="7901536" y="3689998"/>
                  <a:pt x="7901536" y="3689998"/>
                </a:cubicBezTo>
                <a:lnTo>
                  <a:pt x="7906067" y="3697880"/>
                </a:lnTo>
                <a:cubicBezTo>
                  <a:pt x="7906199" y="3698143"/>
                  <a:pt x="7906067" y="3698734"/>
                  <a:pt x="7906067" y="3698734"/>
                </a:cubicBezTo>
                <a:lnTo>
                  <a:pt x="7901536" y="3706616"/>
                </a:lnTo>
                <a:cubicBezTo>
                  <a:pt x="7901339" y="3706879"/>
                  <a:pt x="7900748" y="3707075"/>
                  <a:pt x="7900748" y="3707075"/>
                </a:cubicBezTo>
                <a:lnTo>
                  <a:pt x="7891684" y="3707075"/>
                </a:lnTo>
                <a:cubicBezTo>
                  <a:pt x="7891355" y="3707075"/>
                  <a:pt x="7890896" y="3706616"/>
                  <a:pt x="7890896" y="3706616"/>
                </a:cubicBezTo>
                <a:lnTo>
                  <a:pt x="7886363" y="3698734"/>
                </a:lnTo>
                <a:cubicBezTo>
                  <a:pt x="7886233" y="3698471"/>
                  <a:pt x="7886363" y="3697880"/>
                  <a:pt x="7886363" y="3697880"/>
                </a:cubicBezTo>
                <a:lnTo>
                  <a:pt x="7890896" y="3689998"/>
                </a:lnTo>
                <a:cubicBezTo>
                  <a:pt x="7891093" y="3689736"/>
                  <a:pt x="7891684" y="3689539"/>
                  <a:pt x="7891684" y="3689539"/>
                </a:cubicBezTo>
                <a:close/>
                <a:moveTo>
                  <a:pt x="7637304" y="3689539"/>
                </a:moveTo>
                <a:lnTo>
                  <a:pt x="7646367" y="3689539"/>
                </a:lnTo>
                <a:cubicBezTo>
                  <a:pt x="7646696" y="3689539"/>
                  <a:pt x="7647156" y="3689998"/>
                  <a:pt x="7647156" y="3689998"/>
                </a:cubicBezTo>
                <a:lnTo>
                  <a:pt x="7651687" y="3697880"/>
                </a:lnTo>
                <a:cubicBezTo>
                  <a:pt x="7651819" y="3698143"/>
                  <a:pt x="7651687" y="3698734"/>
                  <a:pt x="7651687" y="3698734"/>
                </a:cubicBezTo>
                <a:lnTo>
                  <a:pt x="7647156" y="3706616"/>
                </a:lnTo>
                <a:cubicBezTo>
                  <a:pt x="7646958" y="3706879"/>
                  <a:pt x="7646367" y="3707075"/>
                  <a:pt x="7646367" y="3707075"/>
                </a:cubicBezTo>
                <a:lnTo>
                  <a:pt x="7637304" y="3707075"/>
                </a:lnTo>
                <a:cubicBezTo>
                  <a:pt x="7636975" y="3707075"/>
                  <a:pt x="7636516" y="3706616"/>
                  <a:pt x="7636516" y="3706616"/>
                </a:cubicBezTo>
                <a:lnTo>
                  <a:pt x="7631983" y="3698734"/>
                </a:lnTo>
                <a:cubicBezTo>
                  <a:pt x="7631851" y="3698471"/>
                  <a:pt x="7631983" y="3697880"/>
                  <a:pt x="7631983" y="3697880"/>
                </a:cubicBezTo>
                <a:lnTo>
                  <a:pt x="7636516" y="3689998"/>
                </a:lnTo>
                <a:cubicBezTo>
                  <a:pt x="7636713" y="3689736"/>
                  <a:pt x="7637304" y="3689539"/>
                  <a:pt x="7637304" y="3689539"/>
                </a:cubicBezTo>
                <a:close/>
                <a:moveTo>
                  <a:pt x="7382923" y="3689539"/>
                </a:moveTo>
                <a:lnTo>
                  <a:pt x="7391987" y="3689539"/>
                </a:lnTo>
                <a:cubicBezTo>
                  <a:pt x="7392315" y="3689539"/>
                  <a:pt x="7392775" y="3689998"/>
                  <a:pt x="7392775" y="3689998"/>
                </a:cubicBezTo>
                <a:lnTo>
                  <a:pt x="7397307" y="3697880"/>
                </a:lnTo>
                <a:cubicBezTo>
                  <a:pt x="7397438" y="3698143"/>
                  <a:pt x="7397307" y="3698734"/>
                  <a:pt x="7397307" y="3698734"/>
                </a:cubicBezTo>
                <a:lnTo>
                  <a:pt x="7392775" y="3706616"/>
                </a:lnTo>
                <a:cubicBezTo>
                  <a:pt x="7392578" y="3706879"/>
                  <a:pt x="7391987" y="3707075"/>
                  <a:pt x="7391987" y="3707075"/>
                </a:cubicBezTo>
                <a:lnTo>
                  <a:pt x="7382923" y="3707075"/>
                </a:lnTo>
                <a:cubicBezTo>
                  <a:pt x="7382595" y="3707075"/>
                  <a:pt x="7382135" y="3706616"/>
                  <a:pt x="7382135" y="3706616"/>
                </a:cubicBezTo>
                <a:lnTo>
                  <a:pt x="7377602" y="3698734"/>
                </a:lnTo>
                <a:cubicBezTo>
                  <a:pt x="7377471" y="3698471"/>
                  <a:pt x="7377602" y="3697880"/>
                  <a:pt x="7377602" y="3697880"/>
                </a:cubicBezTo>
                <a:lnTo>
                  <a:pt x="7382135" y="3689998"/>
                </a:lnTo>
                <a:cubicBezTo>
                  <a:pt x="7382331" y="3689736"/>
                  <a:pt x="7382923" y="3689539"/>
                  <a:pt x="7382923" y="3689539"/>
                </a:cubicBezTo>
                <a:close/>
                <a:moveTo>
                  <a:pt x="7128477" y="3689539"/>
                </a:moveTo>
                <a:lnTo>
                  <a:pt x="7137540" y="3689539"/>
                </a:lnTo>
                <a:cubicBezTo>
                  <a:pt x="7137869" y="3689539"/>
                  <a:pt x="7138328" y="3689998"/>
                  <a:pt x="7138328" y="3689998"/>
                </a:cubicBezTo>
                <a:lnTo>
                  <a:pt x="7142860" y="3697880"/>
                </a:lnTo>
                <a:cubicBezTo>
                  <a:pt x="7142992" y="3698143"/>
                  <a:pt x="7142860" y="3698734"/>
                  <a:pt x="7142860" y="3698734"/>
                </a:cubicBezTo>
                <a:lnTo>
                  <a:pt x="7138328" y="3706616"/>
                </a:lnTo>
                <a:cubicBezTo>
                  <a:pt x="7138131" y="3706879"/>
                  <a:pt x="7137540" y="3707075"/>
                  <a:pt x="7137540" y="3707075"/>
                </a:cubicBezTo>
                <a:lnTo>
                  <a:pt x="7128477" y="3707075"/>
                </a:lnTo>
                <a:cubicBezTo>
                  <a:pt x="7128148" y="3707075"/>
                  <a:pt x="7127689" y="3706616"/>
                  <a:pt x="7127689" y="3706616"/>
                </a:cubicBezTo>
                <a:lnTo>
                  <a:pt x="7123156" y="3698734"/>
                </a:lnTo>
                <a:cubicBezTo>
                  <a:pt x="7123024" y="3698471"/>
                  <a:pt x="7123156" y="3697880"/>
                  <a:pt x="7123156" y="3697880"/>
                </a:cubicBezTo>
                <a:lnTo>
                  <a:pt x="7127689" y="3689998"/>
                </a:lnTo>
                <a:cubicBezTo>
                  <a:pt x="7127885" y="3689736"/>
                  <a:pt x="7128477" y="3689539"/>
                  <a:pt x="7128477" y="3689539"/>
                </a:cubicBezTo>
                <a:close/>
                <a:moveTo>
                  <a:pt x="6874095" y="3689539"/>
                </a:moveTo>
                <a:lnTo>
                  <a:pt x="6883159" y="3689539"/>
                </a:lnTo>
                <a:cubicBezTo>
                  <a:pt x="6883488" y="3689539"/>
                  <a:pt x="6883947" y="3689998"/>
                  <a:pt x="6883947" y="3689998"/>
                </a:cubicBezTo>
                <a:lnTo>
                  <a:pt x="6888480" y="3697880"/>
                </a:lnTo>
                <a:cubicBezTo>
                  <a:pt x="6888611" y="3698143"/>
                  <a:pt x="6888480" y="3698734"/>
                  <a:pt x="6888480" y="3698734"/>
                </a:cubicBezTo>
                <a:lnTo>
                  <a:pt x="6883947" y="3706616"/>
                </a:lnTo>
                <a:cubicBezTo>
                  <a:pt x="6883751" y="3706879"/>
                  <a:pt x="6883159" y="3707075"/>
                  <a:pt x="6883159" y="3707075"/>
                </a:cubicBezTo>
                <a:lnTo>
                  <a:pt x="6874095" y="3707075"/>
                </a:lnTo>
                <a:cubicBezTo>
                  <a:pt x="6873768" y="3707075"/>
                  <a:pt x="6873307" y="3706616"/>
                  <a:pt x="6873307" y="3706616"/>
                </a:cubicBezTo>
                <a:lnTo>
                  <a:pt x="6868775" y="3698734"/>
                </a:lnTo>
                <a:cubicBezTo>
                  <a:pt x="6868644" y="3698471"/>
                  <a:pt x="6868775" y="3697880"/>
                  <a:pt x="6868775" y="3697880"/>
                </a:cubicBezTo>
                <a:lnTo>
                  <a:pt x="6873307" y="3689998"/>
                </a:lnTo>
                <a:cubicBezTo>
                  <a:pt x="6873504" y="3689736"/>
                  <a:pt x="6874095" y="3689539"/>
                  <a:pt x="6874095" y="3689539"/>
                </a:cubicBezTo>
                <a:close/>
                <a:moveTo>
                  <a:pt x="6619714" y="3689539"/>
                </a:moveTo>
                <a:lnTo>
                  <a:pt x="6628778" y="3689539"/>
                </a:lnTo>
                <a:cubicBezTo>
                  <a:pt x="6629107" y="3689539"/>
                  <a:pt x="6629566" y="3689998"/>
                  <a:pt x="6629566" y="3689998"/>
                </a:cubicBezTo>
                <a:lnTo>
                  <a:pt x="6634099" y="3697880"/>
                </a:lnTo>
                <a:cubicBezTo>
                  <a:pt x="6634230" y="3698143"/>
                  <a:pt x="6634099" y="3698734"/>
                  <a:pt x="6634099" y="3698734"/>
                </a:cubicBezTo>
                <a:lnTo>
                  <a:pt x="6629566" y="3706616"/>
                </a:lnTo>
                <a:cubicBezTo>
                  <a:pt x="6629369" y="3706879"/>
                  <a:pt x="6628778" y="3707075"/>
                  <a:pt x="6628778" y="3707075"/>
                </a:cubicBezTo>
                <a:lnTo>
                  <a:pt x="6619714" y="3707075"/>
                </a:lnTo>
                <a:cubicBezTo>
                  <a:pt x="6619387" y="3707075"/>
                  <a:pt x="6618926" y="3706616"/>
                  <a:pt x="6618926" y="3706616"/>
                </a:cubicBezTo>
                <a:lnTo>
                  <a:pt x="6614394" y="3698734"/>
                </a:lnTo>
                <a:cubicBezTo>
                  <a:pt x="6614263" y="3698471"/>
                  <a:pt x="6614394" y="3697880"/>
                  <a:pt x="6614394" y="3697880"/>
                </a:cubicBezTo>
                <a:lnTo>
                  <a:pt x="6618926" y="3689998"/>
                </a:lnTo>
                <a:cubicBezTo>
                  <a:pt x="6619123" y="3689736"/>
                  <a:pt x="6619714" y="3689539"/>
                  <a:pt x="6619714" y="3689539"/>
                </a:cubicBezTo>
                <a:close/>
                <a:moveTo>
                  <a:pt x="6365334" y="3689539"/>
                </a:moveTo>
                <a:lnTo>
                  <a:pt x="6374397" y="3689539"/>
                </a:lnTo>
                <a:cubicBezTo>
                  <a:pt x="6374727" y="3689539"/>
                  <a:pt x="6375186" y="3689998"/>
                  <a:pt x="6375186" y="3689998"/>
                </a:cubicBezTo>
                <a:lnTo>
                  <a:pt x="6379718" y="3697880"/>
                </a:lnTo>
                <a:cubicBezTo>
                  <a:pt x="6379849" y="3698143"/>
                  <a:pt x="6379718" y="3698734"/>
                  <a:pt x="6379718" y="3698734"/>
                </a:cubicBezTo>
                <a:lnTo>
                  <a:pt x="6375186" y="3706616"/>
                </a:lnTo>
                <a:cubicBezTo>
                  <a:pt x="6374988" y="3706879"/>
                  <a:pt x="6374397" y="3707075"/>
                  <a:pt x="6374397" y="3707075"/>
                </a:cubicBezTo>
                <a:lnTo>
                  <a:pt x="6365334" y="3707075"/>
                </a:lnTo>
                <a:cubicBezTo>
                  <a:pt x="6365005" y="3707075"/>
                  <a:pt x="6364546" y="3706616"/>
                  <a:pt x="6364546" y="3706616"/>
                </a:cubicBezTo>
                <a:lnTo>
                  <a:pt x="6360014" y="3698734"/>
                </a:lnTo>
                <a:cubicBezTo>
                  <a:pt x="6359882" y="3698471"/>
                  <a:pt x="6360014" y="3697880"/>
                  <a:pt x="6360014" y="3697880"/>
                </a:cubicBezTo>
                <a:lnTo>
                  <a:pt x="6364546" y="3689998"/>
                </a:lnTo>
                <a:cubicBezTo>
                  <a:pt x="6364743" y="3689736"/>
                  <a:pt x="6365334" y="3689539"/>
                  <a:pt x="6365334" y="3689539"/>
                </a:cubicBezTo>
                <a:close/>
                <a:moveTo>
                  <a:pt x="6110888" y="3689539"/>
                </a:moveTo>
                <a:lnTo>
                  <a:pt x="6119953" y="3689539"/>
                </a:lnTo>
                <a:cubicBezTo>
                  <a:pt x="6120280" y="3689539"/>
                  <a:pt x="6120740" y="3689998"/>
                  <a:pt x="6120740" y="3689998"/>
                </a:cubicBezTo>
                <a:lnTo>
                  <a:pt x="6125272" y="3697880"/>
                </a:lnTo>
                <a:cubicBezTo>
                  <a:pt x="6125403" y="3698143"/>
                  <a:pt x="6125272" y="3698734"/>
                  <a:pt x="6125272" y="3698734"/>
                </a:cubicBezTo>
                <a:lnTo>
                  <a:pt x="6120740" y="3706616"/>
                </a:lnTo>
                <a:cubicBezTo>
                  <a:pt x="6120543" y="3706879"/>
                  <a:pt x="6119953" y="3707075"/>
                  <a:pt x="6119953" y="3707075"/>
                </a:cubicBezTo>
                <a:lnTo>
                  <a:pt x="6110888" y="3707075"/>
                </a:lnTo>
                <a:cubicBezTo>
                  <a:pt x="6110560" y="3707075"/>
                  <a:pt x="6110101" y="3706616"/>
                  <a:pt x="6110101" y="3706616"/>
                </a:cubicBezTo>
                <a:lnTo>
                  <a:pt x="6105567" y="3698734"/>
                </a:lnTo>
                <a:cubicBezTo>
                  <a:pt x="6105436" y="3698471"/>
                  <a:pt x="6105567" y="3697880"/>
                  <a:pt x="6105567" y="3697880"/>
                </a:cubicBezTo>
                <a:lnTo>
                  <a:pt x="6110101" y="3689998"/>
                </a:lnTo>
                <a:cubicBezTo>
                  <a:pt x="6110296" y="3689736"/>
                  <a:pt x="6110888" y="3689539"/>
                  <a:pt x="6110888" y="3689539"/>
                </a:cubicBezTo>
                <a:close/>
                <a:moveTo>
                  <a:pt x="5856508" y="3689539"/>
                </a:moveTo>
                <a:lnTo>
                  <a:pt x="5865571" y="3689539"/>
                </a:lnTo>
                <a:cubicBezTo>
                  <a:pt x="5865900" y="3689539"/>
                  <a:pt x="5866359" y="3689998"/>
                  <a:pt x="5866359" y="3689998"/>
                </a:cubicBezTo>
                <a:lnTo>
                  <a:pt x="5870891" y="3697880"/>
                </a:lnTo>
                <a:cubicBezTo>
                  <a:pt x="5871023" y="3698143"/>
                  <a:pt x="5870891" y="3698734"/>
                  <a:pt x="5870891" y="3698734"/>
                </a:cubicBezTo>
                <a:lnTo>
                  <a:pt x="5866359" y="3706616"/>
                </a:lnTo>
                <a:cubicBezTo>
                  <a:pt x="5866163" y="3706879"/>
                  <a:pt x="5865571" y="3707075"/>
                  <a:pt x="5865571" y="3707075"/>
                </a:cubicBezTo>
                <a:lnTo>
                  <a:pt x="5856508" y="3707075"/>
                </a:lnTo>
                <a:cubicBezTo>
                  <a:pt x="5856178" y="3707075"/>
                  <a:pt x="5855720" y="3706616"/>
                  <a:pt x="5855720" y="3706616"/>
                </a:cubicBezTo>
                <a:lnTo>
                  <a:pt x="5851187" y="3698734"/>
                </a:lnTo>
                <a:cubicBezTo>
                  <a:pt x="5851055" y="3698471"/>
                  <a:pt x="5851187" y="3697880"/>
                  <a:pt x="5851187" y="3697880"/>
                </a:cubicBezTo>
                <a:lnTo>
                  <a:pt x="5855720" y="3689998"/>
                </a:lnTo>
                <a:cubicBezTo>
                  <a:pt x="5855916" y="3689736"/>
                  <a:pt x="5856508" y="3689539"/>
                  <a:pt x="5856508" y="3689539"/>
                </a:cubicBezTo>
                <a:close/>
                <a:moveTo>
                  <a:pt x="5602126" y="3689539"/>
                </a:moveTo>
                <a:lnTo>
                  <a:pt x="5611191" y="3689539"/>
                </a:lnTo>
                <a:cubicBezTo>
                  <a:pt x="5611519" y="3689539"/>
                  <a:pt x="5611979" y="3689998"/>
                  <a:pt x="5611979" y="3689998"/>
                </a:cubicBezTo>
                <a:lnTo>
                  <a:pt x="5616511" y="3697880"/>
                </a:lnTo>
                <a:cubicBezTo>
                  <a:pt x="5616642" y="3698143"/>
                  <a:pt x="5616511" y="3698734"/>
                  <a:pt x="5616511" y="3698734"/>
                </a:cubicBezTo>
                <a:lnTo>
                  <a:pt x="5611979" y="3706616"/>
                </a:lnTo>
                <a:cubicBezTo>
                  <a:pt x="5611782" y="3706879"/>
                  <a:pt x="5611191" y="3707075"/>
                  <a:pt x="5611191" y="3707075"/>
                </a:cubicBezTo>
                <a:lnTo>
                  <a:pt x="5602126" y="3707075"/>
                </a:lnTo>
                <a:cubicBezTo>
                  <a:pt x="5601798" y="3707075"/>
                  <a:pt x="5601338" y="3706616"/>
                  <a:pt x="5601338" y="3706616"/>
                </a:cubicBezTo>
                <a:lnTo>
                  <a:pt x="5596807" y="3698734"/>
                </a:lnTo>
                <a:cubicBezTo>
                  <a:pt x="5596675" y="3698471"/>
                  <a:pt x="5596807" y="3697880"/>
                  <a:pt x="5596807" y="3697880"/>
                </a:cubicBezTo>
                <a:lnTo>
                  <a:pt x="5601338" y="3689998"/>
                </a:lnTo>
                <a:cubicBezTo>
                  <a:pt x="5601536" y="3689736"/>
                  <a:pt x="5602126" y="3689539"/>
                  <a:pt x="5602126" y="3689539"/>
                </a:cubicBezTo>
                <a:close/>
                <a:moveTo>
                  <a:pt x="5347746" y="3689539"/>
                </a:moveTo>
                <a:lnTo>
                  <a:pt x="5356810" y="3689539"/>
                </a:lnTo>
                <a:cubicBezTo>
                  <a:pt x="5357138" y="3689539"/>
                  <a:pt x="5357598" y="3689998"/>
                  <a:pt x="5357598" y="3689998"/>
                </a:cubicBezTo>
                <a:lnTo>
                  <a:pt x="5362130" y="3697880"/>
                </a:lnTo>
                <a:cubicBezTo>
                  <a:pt x="5362261" y="3698143"/>
                  <a:pt x="5362130" y="3698734"/>
                  <a:pt x="5362130" y="3698734"/>
                </a:cubicBezTo>
                <a:lnTo>
                  <a:pt x="5357598" y="3706616"/>
                </a:lnTo>
                <a:cubicBezTo>
                  <a:pt x="5357401" y="3706879"/>
                  <a:pt x="5356810" y="3707075"/>
                  <a:pt x="5356810" y="3707075"/>
                </a:cubicBezTo>
                <a:lnTo>
                  <a:pt x="5347746" y="3707075"/>
                </a:lnTo>
                <a:cubicBezTo>
                  <a:pt x="5347418" y="3707075"/>
                  <a:pt x="5346958" y="3706616"/>
                  <a:pt x="5346958" y="3706616"/>
                </a:cubicBezTo>
                <a:lnTo>
                  <a:pt x="5342425" y="3698734"/>
                </a:lnTo>
                <a:cubicBezTo>
                  <a:pt x="5342295" y="3698471"/>
                  <a:pt x="5342425" y="3697880"/>
                  <a:pt x="5342425" y="3697880"/>
                </a:cubicBezTo>
                <a:lnTo>
                  <a:pt x="5346958" y="3689998"/>
                </a:lnTo>
                <a:cubicBezTo>
                  <a:pt x="5347154" y="3689736"/>
                  <a:pt x="5347746" y="3689539"/>
                  <a:pt x="5347746" y="3689539"/>
                </a:cubicBezTo>
                <a:close/>
                <a:moveTo>
                  <a:pt x="5093300" y="3689539"/>
                </a:moveTo>
                <a:lnTo>
                  <a:pt x="5102364" y="3689539"/>
                </a:lnTo>
                <a:cubicBezTo>
                  <a:pt x="5102693" y="3689539"/>
                  <a:pt x="5103153" y="3689998"/>
                  <a:pt x="5103153" y="3689998"/>
                </a:cubicBezTo>
                <a:lnTo>
                  <a:pt x="5107684" y="3697880"/>
                </a:lnTo>
                <a:cubicBezTo>
                  <a:pt x="5107815" y="3698143"/>
                  <a:pt x="5107684" y="3698734"/>
                  <a:pt x="5107684" y="3698734"/>
                </a:cubicBezTo>
                <a:lnTo>
                  <a:pt x="5103153" y="3706616"/>
                </a:lnTo>
                <a:cubicBezTo>
                  <a:pt x="5102955" y="3706879"/>
                  <a:pt x="5102364" y="3707075"/>
                  <a:pt x="5102364" y="3707075"/>
                </a:cubicBezTo>
                <a:lnTo>
                  <a:pt x="5093300" y="3707075"/>
                </a:lnTo>
                <a:cubicBezTo>
                  <a:pt x="5092972" y="3707075"/>
                  <a:pt x="5092512" y="3706616"/>
                  <a:pt x="5092512" y="3706616"/>
                </a:cubicBezTo>
                <a:lnTo>
                  <a:pt x="5087979" y="3698734"/>
                </a:lnTo>
                <a:cubicBezTo>
                  <a:pt x="5087848" y="3698471"/>
                  <a:pt x="5087979" y="3697880"/>
                  <a:pt x="5087979" y="3697880"/>
                </a:cubicBezTo>
                <a:lnTo>
                  <a:pt x="5092512" y="3689998"/>
                </a:lnTo>
                <a:cubicBezTo>
                  <a:pt x="5092708" y="3689736"/>
                  <a:pt x="5093300" y="3689539"/>
                  <a:pt x="5093300" y="3689539"/>
                </a:cubicBezTo>
                <a:close/>
                <a:moveTo>
                  <a:pt x="4838919" y="3689539"/>
                </a:moveTo>
                <a:lnTo>
                  <a:pt x="4847982" y="3689539"/>
                </a:lnTo>
                <a:cubicBezTo>
                  <a:pt x="4848311" y="3689539"/>
                  <a:pt x="4848772" y="3689998"/>
                  <a:pt x="4848772" y="3689998"/>
                </a:cubicBezTo>
                <a:lnTo>
                  <a:pt x="4853303" y="3697880"/>
                </a:lnTo>
                <a:cubicBezTo>
                  <a:pt x="4853435" y="3698143"/>
                  <a:pt x="4853303" y="3698734"/>
                  <a:pt x="4853303" y="3698734"/>
                </a:cubicBezTo>
                <a:lnTo>
                  <a:pt x="4848772" y="3706616"/>
                </a:lnTo>
                <a:cubicBezTo>
                  <a:pt x="4848575" y="3706879"/>
                  <a:pt x="4847982" y="3707075"/>
                  <a:pt x="4847982" y="3707075"/>
                </a:cubicBezTo>
                <a:lnTo>
                  <a:pt x="4838919" y="3707075"/>
                </a:lnTo>
                <a:cubicBezTo>
                  <a:pt x="4838590" y="3707075"/>
                  <a:pt x="4838132" y="3706616"/>
                  <a:pt x="4838132" y="3706616"/>
                </a:cubicBezTo>
                <a:lnTo>
                  <a:pt x="4833598" y="3698734"/>
                </a:lnTo>
                <a:cubicBezTo>
                  <a:pt x="4833467" y="3698471"/>
                  <a:pt x="4833598" y="3697880"/>
                  <a:pt x="4833598" y="3697880"/>
                </a:cubicBezTo>
                <a:lnTo>
                  <a:pt x="4838132" y="3689998"/>
                </a:lnTo>
                <a:cubicBezTo>
                  <a:pt x="4838328" y="3689736"/>
                  <a:pt x="4838919" y="3689539"/>
                  <a:pt x="4838919" y="3689539"/>
                </a:cubicBezTo>
                <a:close/>
                <a:moveTo>
                  <a:pt x="4584538" y="3689539"/>
                </a:moveTo>
                <a:lnTo>
                  <a:pt x="4593603" y="3689539"/>
                </a:lnTo>
                <a:cubicBezTo>
                  <a:pt x="4593932" y="3689539"/>
                  <a:pt x="4594390" y="3689998"/>
                  <a:pt x="4594390" y="3689998"/>
                </a:cubicBezTo>
                <a:lnTo>
                  <a:pt x="4598922" y="3697880"/>
                </a:lnTo>
                <a:cubicBezTo>
                  <a:pt x="4599054" y="3698143"/>
                  <a:pt x="4598922" y="3698734"/>
                  <a:pt x="4598922" y="3698734"/>
                </a:cubicBezTo>
                <a:lnTo>
                  <a:pt x="4594390" y="3706616"/>
                </a:lnTo>
                <a:cubicBezTo>
                  <a:pt x="4594193" y="3706879"/>
                  <a:pt x="4593603" y="3707075"/>
                  <a:pt x="4593603" y="3707075"/>
                </a:cubicBezTo>
                <a:lnTo>
                  <a:pt x="4584538" y="3707075"/>
                </a:lnTo>
                <a:cubicBezTo>
                  <a:pt x="4584210" y="3707075"/>
                  <a:pt x="4583749" y="3706616"/>
                  <a:pt x="4583749" y="3706616"/>
                </a:cubicBezTo>
                <a:lnTo>
                  <a:pt x="4579218" y="3698734"/>
                </a:lnTo>
                <a:cubicBezTo>
                  <a:pt x="4579087" y="3698471"/>
                  <a:pt x="4579218" y="3697880"/>
                  <a:pt x="4579218" y="3697880"/>
                </a:cubicBezTo>
                <a:lnTo>
                  <a:pt x="4583749" y="3689998"/>
                </a:lnTo>
                <a:cubicBezTo>
                  <a:pt x="4583948" y="3689736"/>
                  <a:pt x="4584538" y="3689539"/>
                  <a:pt x="4584538" y="3689539"/>
                </a:cubicBezTo>
                <a:close/>
                <a:moveTo>
                  <a:pt x="4330157" y="3689539"/>
                </a:moveTo>
                <a:lnTo>
                  <a:pt x="4339222" y="3689539"/>
                </a:lnTo>
                <a:cubicBezTo>
                  <a:pt x="4339550" y="3689539"/>
                  <a:pt x="4340010" y="3689998"/>
                  <a:pt x="4340010" y="3689998"/>
                </a:cubicBezTo>
                <a:lnTo>
                  <a:pt x="4344540" y="3697880"/>
                </a:lnTo>
                <a:cubicBezTo>
                  <a:pt x="4344672" y="3698143"/>
                  <a:pt x="4344540" y="3698734"/>
                  <a:pt x="4344540" y="3698734"/>
                </a:cubicBezTo>
                <a:lnTo>
                  <a:pt x="4340010" y="3706616"/>
                </a:lnTo>
                <a:cubicBezTo>
                  <a:pt x="4339812" y="3706879"/>
                  <a:pt x="4339222" y="3707075"/>
                  <a:pt x="4339222" y="3707075"/>
                </a:cubicBezTo>
                <a:lnTo>
                  <a:pt x="4330157" y="3707075"/>
                </a:lnTo>
                <a:cubicBezTo>
                  <a:pt x="4329829" y="3707075"/>
                  <a:pt x="4329369" y="3706616"/>
                  <a:pt x="4329369" y="3706616"/>
                </a:cubicBezTo>
                <a:lnTo>
                  <a:pt x="4324836" y="3698734"/>
                </a:lnTo>
                <a:cubicBezTo>
                  <a:pt x="4324706" y="3698471"/>
                  <a:pt x="4324836" y="3697880"/>
                  <a:pt x="4324836" y="3697880"/>
                </a:cubicBezTo>
                <a:lnTo>
                  <a:pt x="4329369" y="3689998"/>
                </a:lnTo>
                <a:cubicBezTo>
                  <a:pt x="4329565" y="3689736"/>
                  <a:pt x="4330157" y="3689539"/>
                  <a:pt x="4330157" y="3689539"/>
                </a:cubicBezTo>
                <a:close/>
                <a:moveTo>
                  <a:pt x="4075763" y="3689539"/>
                </a:moveTo>
                <a:lnTo>
                  <a:pt x="4084828" y="3689539"/>
                </a:lnTo>
                <a:cubicBezTo>
                  <a:pt x="4085156" y="3689539"/>
                  <a:pt x="4085617" y="3689998"/>
                  <a:pt x="4085617" y="3689998"/>
                </a:cubicBezTo>
                <a:lnTo>
                  <a:pt x="4090147" y="3697880"/>
                </a:lnTo>
                <a:cubicBezTo>
                  <a:pt x="4090279" y="3698143"/>
                  <a:pt x="4090147" y="3698734"/>
                  <a:pt x="4090147" y="3698734"/>
                </a:cubicBezTo>
                <a:lnTo>
                  <a:pt x="4085617" y="3706616"/>
                </a:lnTo>
                <a:cubicBezTo>
                  <a:pt x="4085418" y="3706879"/>
                  <a:pt x="4084828" y="3707075"/>
                  <a:pt x="4084828" y="3707075"/>
                </a:cubicBezTo>
                <a:lnTo>
                  <a:pt x="4075763" y="3707075"/>
                </a:lnTo>
                <a:cubicBezTo>
                  <a:pt x="4075435" y="3707075"/>
                  <a:pt x="4074975" y="3706616"/>
                  <a:pt x="4074975" y="3706616"/>
                </a:cubicBezTo>
                <a:lnTo>
                  <a:pt x="4070442" y="3698734"/>
                </a:lnTo>
                <a:cubicBezTo>
                  <a:pt x="4070311" y="3698471"/>
                  <a:pt x="4070442" y="3697880"/>
                  <a:pt x="4070442" y="3697880"/>
                </a:cubicBezTo>
                <a:lnTo>
                  <a:pt x="4074975" y="3689998"/>
                </a:lnTo>
                <a:cubicBezTo>
                  <a:pt x="4075171" y="3689736"/>
                  <a:pt x="4075763" y="3689539"/>
                  <a:pt x="4075763" y="3689539"/>
                </a:cubicBezTo>
                <a:close/>
                <a:moveTo>
                  <a:pt x="3821532" y="3689539"/>
                </a:moveTo>
                <a:lnTo>
                  <a:pt x="3830597" y="3689539"/>
                </a:lnTo>
                <a:cubicBezTo>
                  <a:pt x="3830925" y="3689539"/>
                  <a:pt x="3831386" y="3689998"/>
                  <a:pt x="3831386" y="3689998"/>
                </a:cubicBezTo>
                <a:lnTo>
                  <a:pt x="3835918" y="3697880"/>
                </a:lnTo>
                <a:cubicBezTo>
                  <a:pt x="3836049" y="3698143"/>
                  <a:pt x="3835918" y="3698734"/>
                  <a:pt x="3835918" y="3698734"/>
                </a:cubicBezTo>
                <a:lnTo>
                  <a:pt x="3831386" y="3706616"/>
                </a:lnTo>
                <a:cubicBezTo>
                  <a:pt x="3831189" y="3706879"/>
                  <a:pt x="3830597" y="3707075"/>
                  <a:pt x="3830597" y="3707075"/>
                </a:cubicBezTo>
                <a:lnTo>
                  <a:pt x="3821532" y="3707075"/>
                </a:lnTo>
                <a:cubicBezTo>
                  <a:pt x="3821205" y="3707075"/>
                  <a:pt x="3820745" y="3706616"/>
                  <a:pt x="3820745" y="3706616"/>
                </a:cubicBezTo>
                <a:lnTo>
                  <a:pt x="3816213" y="3698734"/>
                </a:lnTo>
                <a:cubicBezTo>
                  <a:pt x="3816080" y="3698471"/>
                  <a:pt x="3816213" y="3697880"/>
                  <a:pt x="3816213" y="3697880"/>
                </a:cubicBezTo>
                <a:lnTo>
                  <a:pt x="3820745" y="3689998"/>
                </a:lnTo>
                <a:cubicBezTo>
                  <a:pt x="3820942" y="3689736"/>
                  <a:pt x="3821532" y="3689539"/>
                  <a:pt x="3821532" y="3689539"/>
                </a:cubicBezTo>
                <a:close/>
                <a:moveTo>
                  <a:pt x="3567119" y="3689539"/>
                </a:moveTo>
                <a:lnTo>
                  <a:pt x="3576184" y="3689539"/>
                </a:lnTo>
                <a:cubicBezTo>
                  <a:pt x="3576512" y="3689539"/>
                  <a:pt x="3576971" y="3689998"/>
                  <a:pt x="3576971" y="3689998"/>
                </a:cubicBezTo>
                <a:lnTo>
                  <a:pt x="3581503" y="3697880"/>
                </a:lnTo>
                <a:cubicBezTo>
                  <a:pt x="3581634" y="3698143"/>
                  <a:pt x="3581503" y="3698734"/>
                  <a:pt x="3581503" y="3698734"/>
                </a:cubicBezTo>
                <a:lnTo>
                  <a:pt x="3576971" y="3706616"/>
                </a:lnTo>
                <a:cubicBezTo>
                  <a:pt x="3576775" y="3706879"/>
                  <a:pt x="3576184" y="3707075"/>
                  <a:pt x="3576184" y="3707075"/>
                </a:cubicBezTo>
                <a:lnTo>
                  <a:pt x="3567119" y="3707075"/>
                </a:lnTo>
                <a:cubicBezTo>
                  <a:pt x="3566790" y="3707075"/>
                  <a:pt x="3566331" y="3706616"/>
                  <a:pt x="3566331" y="3706616"/>
                </a:cubicBezTo>
                <a:lnTo>
                  <a:pt x="3561797" y="3698734"/>
                </a:lnTo>
                <a:cubicBezTo>
                  <a:pt x="3561666" y="3698471"/>
                  <a:pt x="3561797" y="3697880"/>
                  <a:pt x="3561797" y="3697880"/>
                </a:cubicBezTo>
                <a:lnTo>
                  <a:pt x="3566331" y="3689998"/>
                </a:lnTo>
                <a:cubicBezTo>
                  <a:pt x="3566527" y="3689736"/>
                  <a:pt x="3567119" y="3689539"/>
                  <a:pt x="3567119" y="3689539"/>
                </a:cubicBezTo>
                <a:close/>
                <a:moveTo>
                  <a:pt x="3312716" y="3689539"/>
                </a:moveTo>
                <a:lnTo>
                  <a:pt x="3321780" y="3689539"/>
                </a:lnTo>
                <a:cubicBezTo>
                  <a:pt x="3322110" y="3689539"/>
                  <a:pt x="3322567" y="3689998"/>
                  <a:pt x="3322567" y="3689998"/>
                </a:cubicBezTo>
                <a:lnTo>
                  <a:pt x="3327100" y="3697880"/>
                </a:lnTo>
                <a:cubicBezTo>
                  <a:pt x="3327231" y="3698143"/>
                  <a:pt x="3327100" y="3698734"/>
                  <a:pt x="3327100" y="3698734"/>
                </a:cubicBezTo>
                <a:lnTo>
                  <a:pt x="3322567" y="3706616"/>
                </a:lnTo>
                <a:cubicBezTo>
                  <a:pt x="3322372" y="3706879"/>
                  <a:pt x="3321780" y="3707075"/>
                  <a:pt x="3321780" y="3707075"/>
                </a:cubicBezTo>
                <a:lnTo>
                  <a:pt x="3312716" y="3707075"/>
                </a:lnTo>
                <a:cubicBezTo>
                  <a:pt x="3312388" y="3707075"/>
                  <a:pt x="3311927" y="3706616"/>
                  <a:pt x="3311927" y="3706616"/>
                </a:cubicBezTo>
                <a:lnTo>
                  <a:pt x="3307394" y="3698734"/>
                </a:lnTo>
                <a:cubicBezTo>
                  <a:pt x="3307263" y="3698471"/>
                  <a:pt x="3307394" y="3697880"/>
                  <a:pt x="3307394" y="3697880"/>
                </a:cubicBezTo>
                <a:lnTo>
                  <a:pt x="3311927" y="3689998"/>
                </a:lnTo>
                <a:cubicBezTo>
                  <a:pt x="3312124" y="3689736"/>
                  <a:pt x="3312716" y="3689539"/>
                  <a:pt x="3312716" y="3689539"/>
                </a:cubicBezTo>
                <a:close/>
                <a:moveTo>
                  <a:pt x="3058437" y="3689539"/>
                </a:moveTo>
                <a:lnTo>
                  <a:pt x="3067508" y="3689539"/>
                </a:lnTo>
                <a:cubicBezTo>
                  <a:pt x="3067836" y="3689539"/>
                  <a:pt x="3068295" y="3689998"/>
                  <a:pt x="3068295" y="3689998"/>
                </a:cubicBezTo>
                <a:lnTo>
                  <a:pt x="3072826" y="3697880"/>
                </a:lnTo>
                <a:cubicBezTo>
                  <a:pt x="3072959" y="3698143"/>
                  <a:pt x="3072826" y="3698734"/>
                  <a:pt x="3072826" y="3698734"/>
                </a:cubicBezTo>
                <a:lnTo>
                  <a:pt x="3068295" y="3706616"/>
                </a:lnTo>
                <a:cubicBezTo>
                  <a:pt x="3068097" y="3706879"/>
                  <a:pt x="3067508" y="3707075"/>
                  <a:pt x="3067508" y="3707075"/>
                </a:cubicBezTo>
                <a:lnTo>
                  <a:pt x="3058437" y="3707075"/>
                </a:lnTo>
                <a:cubicBezTo>
                  <a:pt x="3058111" y="3707075"/>
                  <a:pt x="3057652" y="3706616"/>
                  <a:pt x="3057652" y="3706616"/>
                </a:cubicBezTo>
                <a:lnTo>
                  <a:pt x="3053119" y="3698734"/>
                </a:lnTo>
                <a:cubicBezTo>
                  <a:pt x="3052987" y="3698471"/>
                  <a:pt x="3053119" y="3697880"/>
                  <a:pt x="3053119" y="3697880"/>
                </a:cubicBezTo>
                <a:lnTo>
                  <a:pt x="3057652" y="3689998"/>
                </a:lnTo>
                <a:cubicBezTo>
                  <a:pt x="3057852" y="3689736"/>
                  <a:pt x="3058437" y="3689539"/>
                  <a:pt x="3058437" y="3689539"/>
                </a:cubicBezTo>
                <a:close/>
                <a:moveTo>
                  <a:pt x="2803837" y="3689539"/>
                </a:moveTo>
                <a:lnTo>
                  <a:pt x="2812900" y="3689539"/>
                </a:lnTo>
                <a:cubicBezTo>
                  <a:pt x="2813229" y="3689539"/>
                  <a:pt x="2813689" y="3689998"/>
                  <a:pt x="2813689" y="3689998"/>
                </a:cubicBezTo>
                <a:lnTo>
                  <a:pt x="2818220" y="3697880"/>
                </a:lnTo>
                <a:cubicBezTo>
                  <a:pt x="2818352" y="3698143"/>
                  <a:pt x="2818220" y="3698734"/>
                  <a:pt x="2818220" y="3698734"/>
                </a:cubicBezTo>
                <a:lnTo>
                  <a:pt x="2813689" y="3706616"/>
                </a:lnTo>
                <a:cubicBezTo>
                  <a:pt x="2813492" y="3706879"/>
                  <a:pt x="2812900" y="3707075"/>
                  <a:pt x="2812900" y="3707075"/>
                </a:cubicBezTo>
                <a:lnTo>
                  <a:pt x="2803837" y="3707075"/>
                </a:lnTo>
                <a:cubicBezTo>
                  <a:pt x="2803507" y="3707075"/>
                  <a:pt x="2803048" y="3706616"/>
                  <a:pt x="2803048" y="3706616"/>
                </a:cubicBezTo>
                <a:lnTo>
                  <a:pt x="2798515" y="3698734"/>
                </a:lnTo>
                <a:cubicBezTo>
                  <a:pt x="2798383" y="3698471"/>
                  <a:pt x="2798515" y="3697880"/>
                  <a:pt x="2798515" y="3697880"/>
                </a:cubicBezTo>
                <a:lnTo>
                  <a:pt x="2803048" y="3689998"/>
                </a:lnTo>
                <a:cubicBezTo>
                  <a:pt x="2803245" y="3689736"/>
                  <a:pt x="2803837" y="3689539"/>
                  <a:pt x="2803837" y="3689539"/>
                </a:cubicBezTo>
                <a:close/>
                <a:moveTo>
                  <a:pt x="2549554" y="3689539"/>
                </a:moveTo>
                <a:lnTo>
                  <a:pt x="2558619" y="3689539"/>
                </a:lnTo>
                <a:cubicBezTo>
                  <a:pt x="2558948" y="3689539"/>
                  <a:pt x="2559407" y="3689998"/>
                  <a:pt x="2559407" y="3689998"/>
                </a:cubicBezTo>
                <a:lnTo>
                  <a:pt x="2563941" y="3697880"/>
                </a:lnTo>
                <a:cubicBezTo>
                  <a:pt x="2564073" y="3698143"/>
                  <a:pt x="2563941" y="3698734"/>
                  <a:pt x="2563941" y="3698734"/>
                </a:cubicBezTo>
                <a:lnTo>
                  <a:pt x="2559407" y="3706616"/>
                </a:lnTo>
                <a:cubicBezTo>
                  <a:pt x="2559211" y="3706879"/>
                  <a:pt x="2558619" y="3707075"/>
                  <a:pt x="2558619" y="3707075"/>
                </a:cubicBezTo>
                <a:lnTo>
                  <a:pt x="2549554" y="3707075"/>
                </a:lnTo>
                <a:cubicBezTo>
                  <a:pt x="2549228" y="3707075"/>
                  <a:pt x="2548767" y="3706616"/>
                  <a:pt x="2548767" y="3706616"/>
                </a:cubicBezTo>
                <a:lnTo>
                  <a:pt x="2544235" y="3698734"/>
                </a:lnTo>
                <a:cubicBezTo>
                  <a:pt x="2544103" y="3698471"/>
                  <a:pt x="2544235" y="3697880"/>
                  <a:pt x="2544235" y="3697880"/>
                </a:cubicBezTo>
                <a:lnTo>
                  <a:pt x="2548767" y="3689998"/>
                </a:lnTo>
                <a:cubicBezTo>
                  <a:pt x="2548963" y="3689736"/>
                  <a:pt x="2549554" y="3689539"/>
                  <a:pt x="2549554" y="3689539"/>
                </a:cubicBezTo>
                <a:close/>
                <a:moveTo>
                  <a:pt x="2295138" y="3689539"/>
                </a:moveTo>
                <a:lnTo>
                  <a:pt x="2304204" y="3689539"/>
                </a:lnTo>
                <a:cubicBezTo>
                  <a:pt x="2304532" y="3689539"/>
                  <a:pt x="2304992" y="3689998"/>
                  <a:pt x="2304992" y="3689998"/>
                </a:cubicBezTo>
                <a:lnTo>
                  <a:pt x="2309523" y="3697880"/>
                </a:lnTo>
                <a:cubicBezTo>
                  <a:pt x="2309655" y="3698143"/>
                  <a:pt x="2309523" y="3698734"/>
                  <a:pt x="2309523" y="3698734"/>
                </a:cubicBezTo>
                <a:lnTo>
                  <a:pt x="2304992" y="3706616"/>
                </a:lnTo>
                <a:cubicBezTo>
                  <a:pt x="2304795" y="3706879"/>
                  <a:pt x="2304204" y="3707075"/>
                  <a:pt x="2304204" y="3707075"/>
                </a:cubicBezTo>
                <a:lnTo>
                  <a:pt x="2295138" y="3707075"/>
                </a:lnTo>
                <a:cubicBezTo>
                  <a:pt x="2294812" y="3707075"/>
                  <a:pt x="2294350" y="3706616"/>
                  <a:pt x="2294350" y="3706616"/>
                </a:cubicBezTo>
                <a:lnTo>
                  <a:pt x="2289819" y="3698734"/>
                </a:lnTo>
                <a:cubicBezTo>
                  <a:pt x="2289688" y="3698471"/>
                  <a:pt x="2289819" y="3697880"/>
                  <a:pt x="2289819" y="3697880"/>
                </a:cubicBezTo>
                <a:lnTo>
                  <a:pt x="2294350" y="3689998"/>
                </a:lnTo>
                <a:cubicBezTo>
                  <a:pt x="2294547" y="3689736"/>
                  <a:pt x="2295138" y="3689539"/>
                  <a:pt x="2295138" y="3689539"/>
                </a:cubicBezTo>
                <a:close/>
                <a:moveTo>
                  <a:pt x="2040623" y="3689539"/>
                </a:moveTo>
                <a:lnTo>
                  <a:pt x="2049686" y="3689539"/>
                </a:lnTo>
                <a:cubicBezTo>
                  <a:pt x="2050015" y="3689539"/>
                  <a:pt x="2050474" y="3689998"/>
                  <a:pt x="2050474" y="3689998"/>
                </a:cubicBezTo>
                <a:lnTo>
                  <a:pt x="2055006" y="3697880"/>
                </a:lnTo>
                <a:cubicBezTo>
                  <a:pt x="2055138" y="3698143"/>
                  <a:pt x="2055006" y="3698734"/>
                  <a:pt x="2055006" y="3698734"/>
                </a:cubicBezTo>
                <a:lnTo>
                  <a:pt x="2050474" y="3706616"/>
                </a:lnTo>
                <a:cubicBezTo>
                  <a:pt x="2050277" y="3706879"/>
                  <a:pt x="2049686" y="3707075"/>
                  <a:pt x="2049686" y="3707075"/>
                </a:cubicBezTo>
                <a:lnTo>
                  <a:pt x="2040623" y="3707075"/>
                </a:lnTo>
                <a:cubicBezTo>
                  <a:pt x="2040293" y="3707075"/>
                  <a:pt x="2039833" y="3706616"/>
                  <a:pt x="2039833" y="3706616"/>
                </a:cubicBezTo>
                <a:lnTo>
                  <a:pt x="2035302" y="3698734"/>
                </a:lnTo>
                <a:cubicBezTo>
                  <a:pt x="2035170" y="3698471"/>
                  <a:pt x="2035302" y="3697880"/>
                  <a:pt x="2035302" y="3697880"/>
                </a:cubicBezTo>
                <a:lnTo>
                  <a:pt x="2039833" y="3689998"/>
                </a:lnTo>
                <a:cubicBezTo>
                  <a:pt x="2040030" y="3689736"/>
                  <a:pt x="2040623" y="3689539"/>
                  <a:pt x="2040623" y="3689539"/>
                </a:cubicBezTo>
                <a:close/>
                <a:moveTo>
                  <a:pt x="1786229" y="3689539"/>
                </a:moveTo>
                <a:lnTo>
                  <a:pt x="1795292" y="3689539"/>
                </a:lnTo>
                <a:cubicBezTo>
                  <a:pt x="1795622" y="3689539"/>
                  <a:pt x="1796082" y="3689998"/>
                  <a:pt x="1796082" y="3689998"/>
                </a:cubicBezTo>
                <a:lnTo>
                  <a:pt x="1800613" y="3697880"/>
                </a:lnTo>
                <a:cubicBezTo>
                  <a:pt x="1800745" y="3698143"/>
                  <a:pt x="1800613" y="3698734"/>
                  <a:pt x="1800613" y="3698734"/>
                </a:cubicBezTo>
                <a:lnTo>
                  <a:pt x="1796082" y="3706616"/>
                </a:lnTo>
                <a:cubicBezTo>
                  <a:pt x="1795884" y="3706879"/>
                  <a:pt x="1795292" y="3707075"/>
                  <a:pt x="1795292" y="3707075"/>
                </a:cubicBezTo>
                <a:lnTo>
                  <a:pt x="1786229" y="3707075"/>
                </a:lnTo>
                <a:cubicBezTo>
                  <a:pt x="1785902" y="3707075"/>
                  <a:pt x="1785441" y="3706616"/>
                  <a:pt x="1785441" y="3706616"/>
                </a:cubicBezTo>
                <a:lnTo>
                  <a:pt x="1780909" y="3698734"/>
                </a:lnTo>
                <a:cubicBezTo>
                  <a:pt x="1780778" y="3698471"/>
                  <a:pt x="1780909" y="3697880"/>
                  <a:pt x="1780909" y="3697880"/>
                </a:cubicBezTo>
                <a:lnTo>
                  <a:pt x="1785441" y="3689998"/>
                </a:lnTo>
                <a:cubicBezTo>
                  <a:pt x="1785638" y="3689736"/>
                  <a:pt x="1786229" y="3689539"/>
                  <a:pt x="1786229" y="3689539"/>
                </a:cubicBezTo>
                <a:close/>
                <a:moveTo>
                  <a:pt x="1531943" y="3689539"/>
                </a:moveTo>
                <a:lnTo>
                  <a:pt x="1541008" y="3689539"/>
                </a:lnTo>
                <a:cubicBezTo>
                  <a:pt x="1541334" y="3689539"/>
                  <a:pt x="1541795" y="3689998"/>
                  <a:pt x="1541795" y="3689998"/>
                </a:cubicBezTo>
                <a:lnTo>
                  <a:pt x="1546328" y="3697880"/>
                </a:lnTo>
                <a:cubicBezTo>
                  <a:pt x="1546459" y="3698143"/>
                  <a:pt x="1546328" y="3698734"/>
                  <a:pt x="1546328" y="3698734"/>
                </a:cubicBezTo>
                <a:lnTo>
                  <a:pt x="1541795" y="3706616"/>
                </a:lnTo>
                <a:cubicBezTo>
                  <a:pt x="1541598" y="3706879"/>
                  <a:pt x="1541008" y="3707075"/>
                  <a:pt x="1541008" y="3707075"/>
                </a:cubicBezTo>
                <a:lnTo>
                  <a:pt x="1531943" y="3707075"/>
                </a:lnTo>
                <a:cubicBezTo>
                  <a:pt x="1531615" y="3707075"/>
                  <a:pt x="1531156" y="3706616"/>
                  <a:pt x="1531156" y="3706616"/>
                </a:cubicBezTo>
                <a:lnTo>
                  <a:pt x="1526622" y="3698734"/>
                </a:lnTo>
                <a:cubicBezTo>
                  <a:pt x="1526491" y="3698471"/>
                  <a:pt x="1526622" y="3697880"/>
                  <a:pt x="1526622" y="3697880"/>
                </a:cubicBezTo>
                <a:lnTo>
                  <a:pt x="1531156" y="3689998"/>
                </a:lnTo>
                <a:cubicBezTo>
                  <a:pt x="1531353" y="3689736"/>
                  <a:pt x="1531943" y="3689539"/>
                  <a:pt x="1531943" y="3689539"/>
                </a:cubicBezTo>
                <a:close/>
                <a:moveTo>
                  <a:pt x="1277466" y="3689539"/>
                </a:moveTo>
                <a:lnTo>
                  <a:pt x="1286530" y="3689539"/>
                </a:lnTo>
                <a:cubicBezTo>
                  <a:pt x="1286861" y="3689539"/>
                  <a:pt x="1287319" y="3689998"/>
                  <a:pt x="1287319" y="3689998"/>
                </a:cubicBezTo>
                <a:lnTo>
                  <a:pt x="1291852" y="3697880"/>
                </a:lnTo>
                <a:cubicBezTo>
                  <a:pt x="1291983" y="3698143"/>
                  <a:pt x="1291852" y="3698734"/>
                  <a:pt x="1291852" y="3698734"/>
                </a:cubicBezTo>
                <a:lnTo>
                  <a:pt x="1287319" y="3706616"/>
                </a:lnTo>
                <a:cubicBezTo>
                  <a:pt x="1287122" y="3706879"/>
                  <a:pt x="1286530" y="3707075"/>
                  <a:pt x="1286530" y="3707075"/>
                </a:cubicBezTo>
                <a:lnTo>
                  <a:pt x="1277466" y="3707075"/>
                </a:lnTo>
                <a:cubicBezTo>
                  <a:pt x="1277138" y="3707075"/>
                  <a:pt x="1276678" y="3706616"/>
                  <a:pt x="1276678" y="3706616"/>
                </a:cubicBezTo>
                <a:lnTo>
                  <a:pt x="1272145" y="3698734"/>
                </a:lnTo>
                <a:cubicBezTo>
                  <a:pt x="1272015" y="3698471"/>
                  <a:pt x="1272145" y="3697880"/>
                  <a:pt x="1272145" y="3697880"/>
                </a:cubicBezTo>
                <a:lnTo>
                  <a:pt x="1276678" y="3689998"/>
                </a:lnTo>
                <a:cubicBezTo>
                  <a:pt x="1276875" y="3689736"/>
                  <a:pt x="1277466" y="3689539"/>
                  <a:pt x="1277466" y="3689539"/>
                </a:cubicBezTo>
                <a:close/>
                <a:moveTo>
                  <a:pt x="1023078" y="3689539"/>
                </a:moveTo>
                <a:lnTo>
                  <a:pt x="1032143" y="3689539"/>
                </a:lnTo>
                <a:cubicBezTo>
                  <a:pt x="1032471" y="3689539"/>
                  <a:pt x="1032930" y="3689998"/>
                  <a:pt x="1032930" y="3689998"/>
                </a:cubicBezTo>
                <a:lnTo>
                  <a:pt x="1037463" y="3697880"/>
                </a:lnTo>
                <a:cubicBezTo>
                  <a:pt x="1037593" y="3698143"/>
                  <a:pt x="1037463" y="3698734"/>
                  <a:pt x="1037463" y="3698734"/>
                </a:cubicBezTo>
                <a:lnTo>
                  <a:pt x="1032930" y="3706616"/>
                </a:lnTo>
                <a:cubicBezTo>
                  <a:pt x="1032733" y="3706879"/>
                  <a:pt x="1032143" y="3707075"/>
                  <a:pt x="1032143" y="3707075"/>
                </a:cubicBezTo>
                <a:lnTo>
                  <a:pt x="1023078" y="3707075"/>
                </a:lnTo>
                <a:cubicBezTo>
                  <a:pt x="1022749" y="3707075"/>
                  <a:pt x="1022291" y="3706616"/>
                  <a:pt x="1022291" y="3706616"/>
                </a:cubicBezTo>
                <a:lnTo>
                  <a:pt x="1017757" y="3698734"/>
                </a:lnTo>
                <a:cubicBezTo>
                  <a:pt x="1017627" y="3698471"/>
                  <a:pt x="1017757" y="3697880"/>
                  <a:pt x="1017757" y="3697880"/>
                </a:cubicBezTo>
                <a:lnTo>
                  <a:pt x="1022291" y="3689998"/>
                </a:lnTo>
                <a:cubicBezTo>
                  <a:pt x="1022487" y="3689736"/>
                  <a:pt x="1023078" y="3689539"/>
                  <a:pt x="1023078" y="3689539"/>
                </a:cubicBezTo>
                <a:close/>
                <a:moveTo>
                  <a:pt x="768714" y="3689539"/>
                </a:moveTo>
                <a:lnTo>
                  <a:pt x="777777" y="3689539"/>
                </a:lnTo>
                <a:cubicBezTo>
                  <a:pt x="778106" y="3689539"/>
                  <a:pt x="778566" y="3689998"/>
                  <a:pt x="778566" y="3689998"/>
                </a:cubicBezTo>
                <a:lnTo>
                  <a:pt x="783097" y="3697880"/>
                </a:lnTo>
                <a:cubicBezTo>
                  <a:pt x="783229" y="3698143"/>
                  <a:pt x="783097" y="3698734"/>
                  <a:pt x="783097" y="3698734"/>
                </a:cubicBezTo>
                <a:lnTo>
                  <a:pt x="778566" y="3706616"/>
                </a:lnTo>
                <a:cubicBezTo>
                  <a:pt x="778369" y="3706879"/>
                  <a:pt x="777777" y="3707075"/>
                  <a:pt x="777777" y="3707075"/>
                </a:cubicBezTo>
                <a:lnTo>
                  <a:pt x="768714" y="3707075"/>
                </a:lnTo>
                <a:cubicBezTo>
                  <a:pt x="768385" y="3707075"/>
                  <a:pt x="767926" y="3706616"/>
                  <a:pt x="767926" y="3706616"/>
                </a:cubicBezTo>
                <a:lnTo>
                  <a:pt x="763394" y="3698734"/>
                </a:lnTo>
                <a:cubicBezTo>
                  <a:pt x="763263" y="3698471"/>
                  <a:pt x="763394" y="3697880"/>
                  <a:pt x="763394" y="3697880"/>
                </a:cubicBezTo>
                <a:lnTo>
                  <a:pt x="767926" y="3689998"/>
                </a:lnTo>
                <a:cubicBezTo>
                  <a:pt x="768123" y="3689736"/>
                  <a:pt x="768714" y="3689539"/>
                  <a:pt x="768714" y="3689539"/>
                </a:cubicBezTo>
                <a:close/>
                <a:moveTo>
                  <a:pt x="514239" y="3689539"/>
                </a:moveTo>
                <a:lnTo>
                  <a:pt x="523301" y="3689539"/>
                </a:lnTo>
                <a:cubicBezTo>
                  <a:pt x="523631" y="3689539"/>
                  <a:pt x="524091" y="3689998"/>
                  <a:pt x="524091" y="3689998"/>
                </a:cubicBezTo>
                <a:lnTo>
                  <a:pt x="528621" y="3697880"/>
                </a:lnTo>
                <a:cubicBezTo>
                  <a:pt x="528753" y="3698143"/>
                  <a:pt x="528621" y="3698734"/>
                  <a:pt x="528621" y="3698734"/>
                </a:cubicBezTo>
                <a:lnTo>
                  <a:pt x="524091" y="3706616"/>
                </a:lnTo>
                <a:cubicBezTo>
                  <a:pt x="523894" y="3706879"/>
                  <a:pt x="523301" y="3707075"/>
                  <a:pt x="523301" y="3707075"/>
                </a:cubicBezTo>
                <a:lnTo>
                  <a:pt x="514239" y="3707075"/>
                </a:lnTo>
                <a:cubicBezTo>
                  <a:pt x="513908" y="3707075"/>
                  <a:pt x="513451" y="3706616"/>
                  <a:pt x="513451" y="3706616"/>
                </a:cubicBezTo>
                <a:lnTo>
                  <a:pt x="508918" y="3698734"/>
                </a:lnTo>
                <a:cubicBezTo>
                  <a:pt x="508787" y="3698471"/>
                  <a:pt x="508918" y="3697880"/>
                  <a:pt x="508918" y="3697880"/>
                </a:cubicBezTo>
                <a:lnTo>
                  <a:pt x="513451" y="3689998"/>
                </a:lnTo>
                <a:cubicBezTo>
                  <a:pt x="513648" y="3689736"/>
                  <a:pt x="514239" y="3689539"/>
                  <a:pt x="514239" y="3689539"/>
                </a:cubicBezTo>
                <a:close/>
                <a:moveTo>
                  <a:pt x="259924" y="3689539"/>
                </a:moveTo>
                <a:lnTo>
                  <a:pt x="268988" y="3689539"/>
                </a:lnTo>
                <a:cubicBezTo>
                  <a:pt x="269316" y="3689539"/>
                  <a:pt x="269776" y="3689998"/>
                  <a:pt x="269776" y="3689998"/>
                </a:cubicBezTo>
                <a:lnTo>
                  <a:pt x="274306" y="3697880"/>
                </a:lnTo>
                <a:cubicBezTo>
                  <a:pt x="274438" y="3698143"/>
                  <a:pt x="274306" y="3698734"/>
                  <a:pt x="274306" y="3698734"/>
                </a:cubicBezTo>
                <a:lnTo>
                  <a:pt x="269776" y="3706616"/>
                </a:lnTo>
                <a:cubicBezTo>
                  <a:pt x="269579" y="3706879"/>
                  <a:pt x="268988" y="3707075"/>
                  <a:pt x="268988" y="3707075"/>
                </a:cubicBezTo>
                <a:lnTo>
                  <a:pt x="259924" y="3707075"/>
                </a:lnTo>
                <a:cubicBezTo>
                  <a:pt x="259594" y="3707075"/>
                  <a:pt x="259135" y="3706616"/>
                  <a:pt x="259135" y="3706616"/>
                </a:cubicBezTo>
                <a:lnTo>
                  <a:pt x="254603" y="3698734"/>
                </a:lnTo>
                <a:cubicBezTo>
                  <a:pt x="254471" y="3698471"/>
                  <a:pt x="254603" y="3697880"/>
                  <a:pt x="254603" y="3697880"/>
                </a:cubicBezTo>
                <a:lnTo>
                  <a:pt x="259135" y="3689998"/>
                </a:lnTo>
                <a:cubicBezTo>
                  <a:pt x="259332" y="3689736"/>
                  <a:pt x="259924" y="3689539"/>
                  <a:pt x="259924" y="3689539"/>
                </a:cubicBezTo>
                <a:close/>
                <a:moveTo>
                  <a:pt x="5476" y="3689539"/>
                </a:moveTo>
                <a:lnTo>
                  <a:pt x="14540" y="3689539"/>
                </a:lnTo>
                <a:cubicBezTo>
                  <a:pt x="14868" y="3689539"/>
                  <a:pt x="15328" y="3689998"/>
                  <a:pt x="15328" y="3689998"/>
                </a:cubicBezTo>
                <a:lnTo>
                  <a:pt x="19861" y="3697880"/>
                </a:lnTo>
                <a:cubicBezTo>
                  <a:pt x="19993" y="3698143"/>
                  <a:pt x="19861" y="3698734"/>
                  <a:pt x="19861" y="3698734"/>
                </a:cubicBezTo>
                <a:lnTo>
                  <a:pt x="15328" y="3706616"/>
                </a:lnTo>
                <a:cubicBezTo>
                  <a:pt x="15131" y="3706879"/>
                  <a:pt x="14540" y="3707075"/>
                  <a:pt x="14540" y="3707075"/>
                </a:cubicBezTo>
                <a:lnTo>
                  <a:pt x="5476" y="3707075"/>
                </a:lnTo>
                <a:cubicBezTo>
                  <a:pt x="5148" y="3707075"/>
                  <a:pt x="4688" y="3706616"/>
                  <a:pt x="4688" y="3706616"/>
                </a:cubicBezTo>
                <a:lnTo>
                  <a:pt x="155" y="3698734"/>
                </a:lnTo>
                <a:cubicBezTo>
                  <a:pt x="24" y="3698471"/>
                  <a:pt x="155" y="3697880"/>
                  <a:pt x="155" y="3697880"/>
                </a:cubicBezTo>
                <a:lnTo>
                  <a:pt x="4688" y="3689998"/>
                </a:lnTo>
                <a:cubicBezTo>
                  <a:pt x="4885" y="3689736"/>
                  <a:pt x="5476" y="3689539"/>
                  <a:pt x="5476" y="3689539"/>
                </a:cubicBezTo>
                <a:close/>
                <a:moveTo>
                  <a:pt x="10435622" y="3472530"/>
                </a:moveTo>
                <a:lnTo>
                  <a:pt x="10444686" y="3472530"/>
                </a:lnTo>
                <a:cubicBezTo>
                  <a:pt x="10445015" y="3472530"/>
                  <a:pt x="10445474" y="3472990"/>
                  <a:pt x="10445474" y="3472990"/>
                </a:cubicBezTo>
                <a:lnTo>
                  <a:pt x="10450007" y="3480871"/>
                </a:lnTo>
                <a:cubicBezTo>
                  <a:pt x="10450138" y="3481134"/>
                  <a:pt x="10450007" y="3481725"/>
                  <a:pt x="10450007" y="3481725"/>
                </a:cubicBezTo>
                <a:lnTo>
                  <a:pt x="10445474" y="3489606"/>
                </a:lnTo>
                <a:cubicBezTo>
                  <a:pt x="10445278" y="3489870"/>
                  <a:pt x="10444686" y="3490066"/>
                  <a:pt x="10444686" y="3490066"/>
                </a:cubicBezTo>
                <a:lnTo>
                  <a:pt x="10435622" y="3490066"/>
                </a:lnTo>
                <a:cubicBezTo>
                  <a:pt x="10435295" y="3490066"/>
                  <a:pt x="10434834" y="3489606"/>
                  <a:pt x="10434834" y="3489606"/>
                </a:cubicBezTo>
                <a:lnTo>
                  <a:pt x="10430302" y="3481725"/>
                </a:lnTo>
                <a:cubicBezTo>
                  <a:pt x="10430171" y="3481462"/>
                  <a:pt x="10430302" y="3480871"/>
                  <a:pt x="10430302" y="3480871"/>
                </a:cubicBezTo>
                <a:lnTo>
                  <a:pt x="10434834" y="3472990"/>
                </a:lnTo>
                <a:cubicBezTo>
                  <a:pt x="10435031" y="3472727"/>
                  <a:pt x="10435622" y="3472530"/>
                  <a:pt x="10435622" y="3472530"/>
                </a:cubicBezTo>
                <a:close/>
                <a:moveTo>
                  <a:pt x="10181242" y="3472530"/>
                </a:moveTo>
                <a:lnTo>
                  <a:pt x="10190305" y="3472530"/>
                </a:lnTo>
                <a:cubicBezTo>
                  <a:pt x="10190635" y="3472530"/>
                  <a:pt x="10191093" y="3472990"/>
                  <a:pt x="10191093" y="3472990"/>
                </a:cubicBezTo>
                <a:lnTo>
                  <a:pt x="10195626" y="3480871"/>
                </a:lnTo>
                <a:cubicBezTo>
                  <a:pt x="10195758" y="3481134"/>
                  <a:pt x="10195626" y="3481725"/>
                  <a:pt x="10195626" y="3481725"/>
                </a:cubicBezTo>
                <a:lnTo>
                  <a:pt x="10191093" y="3489606"/>
                </a:lnTo>
                <a:cubicBezTo>
                  <a:pt x="10190896" y="3489870"/>
                  <a:pt x="10190305" y="3490066"/>
                  <a:pt x="10190305" y="3490066"/>
                </a:cubicBezTo>
                <a:lnTo>
                  <a:pt x="10181242" y="3490066"/>
                </a:lnTo>
                <a:cubicBezTo>
                  <a:pt x="10180914" y="3490066"/>
                  <a:pt x="10180453" y="3489606"/>
                  <a:pt x="10180453" y="3489606"/>
                </a:cubicBezTo>
                <a:lnTo>
                  <a:pt x="10175922" y="3481725"/>
                </a:lnTo>
                <a:cubicBezTo>
                  <a:pt x="10175790" y="3481462"/>
                  <a:pt x="10175922" y="3480871"/>
                  <a:pt x="10175922" y="3480871"/>
                </a:cubicBezTo>
                <a:lnTo>
                  <a:pt x="10180453" y="3472990"/>
                </a:lnTo>
                <a:cubicBezTo>
                  <a:pt x="10180650" y="3472727"/>
                  <a:pt x="10181242" y="3472530"/>
                  <a:pt x="10181242" y="3472530"/>
                </a:cubicBezTo>
                <a:close/>
                <a:moveTo>
                  <a:pt x="9926861" y="3472530"/>
                </a:moveTo>
                <a:lnTo>
                  <a:pt x="9935924" y="3472530"/>
                </a:lnTo>
                <a:cubicBezTo>
                  <a:pt x="9936254" y="3472530"/>
                  <a:pt x="9936713" y="3472990"/>
                  <a:pt x="9936713" y="3472990"/>
                </a:cubicBezTo>
                <a:lnTo>
                  <a:pt x="9941246" y="3480871"/>
                </a:lnTo>
                <a:cubicBezTo>
                  <a:pt x="9941376" y="3481134"/>
                  <a:pt x="9941246" y="3481725"/>
                  <a:pt x="9941246" y="3481725"/>
                </a:cubicBezTo>
                <a:lnTo>
                  <a:pt x="9936713" y="3489606"/>
                </a:lnTo>
                <a:cubicBezTo>
                  <a:pt x="9936516" y="3489870"/>
                  <a:pt x="9935924" y="3490066"/>
                  <a:pt x="9935924" y="3490066"/>
                </a:cubicBezTo>
                <a:lnTo>
                  <a:pt x="9926861" y="3490066"/>
                </a:lnTo>
                <a:cubicBezTo>
                  <a:pt x="9926532" y="3490066"/>
                  <a:pt x="9926073" y="3489606"/>
                  <a:pt x="9926073" y="3489606"/>
                </a:cubicBezTo>
                <a:lnTo>
                  <a:pt x="9921541" y="3481725"/>
                </a:lnTo>
                <a:cubicBezTo>
                  <a:pt x="9921410" y="3481462"/>
                  <a:pt x="9921541" y="3480871"/>
                  <a:pt x="9921541" y="3480871"/>
                </a:cubicBezTo>
                <a:lnTo>
                  <a:pt x="9926073" y="3472990"/>
                </a:lnTo>
                <a:cubicBezTo>
                  <a:pt x="9926270" y="3472727"/>
                  <a:pt x="9926861" y="3472530"/>
                  <a:pt x="9926861" y="3472530"/>
                </a:cubicBezTo>
                <a:close/>
                <a:moveTo>
                  <a:pt x="9672481" y="3472530"/>
                </a:moveTo>
                <a:lnTo>
                  <a:pt x="9681545" y="3472530"/>
                </a:lnTo>
                <a:cubicBezTo>
                  <a:pt x="9681872" y="3472530"/>
                  <a:pt x="9682333" y="3472990"/>
                  <a:pt x="9682333" y="3472990"/>
                </a:cubicBezTo>
                <a:lnTo>
                  <a:pt x="9686865" y="3480871"/>
                </a:lnTo>
                <a:cubicBezTo>
                  <a:pt x="9686996" y="3481134"/>
                  <a:pt x="9686865" y="3481725"/>
                  <a:pt x="9686865" y="3481725"/>
                </a:cubicBezTo>
                <a:lnTo>
                  <a:pt x="9682333" y="3489606"/>
                </a:lnTo>
                <a:cubicBezTo>
                  <a:pt x="9682136" y="3489870"/>
                  <a:pt x="9681545" y="3490066"/>
                  <a:pt x="9681545" y="3490066"/>
                </a:cubicBezTo>
                <a:lnTo>
                  <a:pt x="9672481" y="3490066"/>
                </a:lnTo>
                <a:cubicBezTo>
                  <a:pt x="9672152" y="3490066"/>
                  <a:pt x="9671693" y="3489606"/>
                  <a:pt x="9671693" y="3489606"/>
                </a:cubicBezTo>
                <a:lnTo>
                  <a:pt x="9667160" y="3481725"/>
                </a:lnTo>
                <a:cubicBezTo>
                  <a:pt x="9667030" y="3481462"/>
                  <a:pt x="9667160" y="3480871"/>
                  <a:pt x="9667160" y="3480871"/>
                </a:cubicBezTo>
                <a:lnTo>
                  <a:pt x="9671693" y="3472990"/>
                </a:lnTo>
                <a:cubicBezTo>
                  <a:pt x="9671890" y="3472727"/>
                  <a:pt x="9672481" y="3472530"/>
                  <a:pt x="9672481" y="3472530"/>
                </a:cubicBezTo>
                <a:close/>
                <a:moveTo>
                  <a:pt x="9418035" y="3472530"/>
                </a:moveTo>
                <a:lnTo>
                  <a:pt x="9427099" y="3472530"/>
                </a:lnTo>
                <a:cubicBezTo>
                  <a:pt x="9427427" y="3472530"/>
                  <a:pt x="9427887" y="3472990"/>
                  <a:pt x="9427887" y="3472990"/>
                </a:cubicBezTo>
                <a:lnTo>
                  <a:pt x="9432419" y="3480871"/>
                </a:lnTo>
                <a:cubicBezTo>
                  <a:pt x="9432550" y="3481134"/>
                  <a:pt x="9432419" y="3481725"/>
                  <a:pt x="9432419" y="3481725"/>
                </a:cubicBezTo>
                <a:lnTo>
                  <a:pt x="9427887" y="3489606"/>
                </a:lnTo>
                <a:cubicBezTo>
                  <a:pt x="9427690" y="3489870"/>
                  <a:pt x="9427099" y="3490066"/>
                  <a:pt x="9427099" y="3490066"/>
                </a:cubicBezTo>
                <a:lnTo>
                  <a:pt x="9418035" y="3490066"/>
                </a:lnTo>
                <a:cubicBezTo>
                  <a:pt x="9417707" y="3490066"/>
                  <a:pt x="9417247" y="3489606"/>
                  <a:pt x="9417247" y="3489606"/>
                </a:cubicBezTo>
                <a:lnTo>
                  <a:pt x="9412714" y="3481725"/>
                </a:lnTo>
                <a:cubicBezTo>
                  <a:pt x="9412583" y="3481462"/>
                  <a:pt x="9412714" y="3480871"/>
                  <a:pt x="9412714" y="3480871"/>
                </a:cubicBezTo>
                <a:lnTo>
                  <a:pt x="9417247" y="3472990"/>
                </a:lnTo>
                <a:cubicBezTo>
                  <a:pt x="9417444" y="3472727"/>
                  <a:pt x="9418035" y="3472530"/>
                  <a:pt x="9418035" y="3472530"/>
                </a:cubicBezTo>
                <a:close/>
                <a:moveTo>
                  <a:pt x="9163654" y="3472530"/>
                </a:moveTo>
                <a:lnTo>
                  <a:pt x="9172718" y="3472530"/>
                </a:lnTo>
                <a:cubicBezTo>
                  <a:pt x="9173046" y="3472530"/>
                  <a:pt x="9173506" y="3472990"/>
                  <a:pt x="9173506" y="3472990"/>
                </a:cubicBezTo>
                <a:lnTo>
                  <a:pt x="9178038" y="3480871"/>
                </a:lnTo>
                <a:cubicBezTo>
                  <a:pt x="9178169" y="3481134"/>
                  <a:pt x="9178038" y="3481725"/>
                  <a:pt x="9178038" y="3481725"/>
                </a:cubicBezTo>
                <a:lnTo>
                  <a:pt x="9173506" y="3489606"/>
                </a:lnTo>
                <a:cubicBezTo>
                  <a:pt x="9173309" y="3489870"/>
                  <a:pt x="9172718" y="3490066"/>
                  <a:pt x="9172718" y="3490066"/>
                </a:cubicBezTo>
                <a:lnTo>
                  <a:pt x="9163654" y="3490066"/>
                </a:lnTo>
                <a:cubicBezTo>
                  <a:pt x="9163326" y="3490066"/>
                  <a:pt x="9162866" y="3489606"/>
                  <a:pt x="9162866" y="3489606"/>
                </a:cubicBezTo>
                <a:lnTo>
                  <a:pt x="9158333" y="3481725"/>
                </a:lnTo>
                <a:cubicBezTo>
                  <a:pt x="9158202" y="3481462"/>
                  <a:pt x="9158333" y="3480871"/>
                  <a:pt x="9158333" y="3480871"/>
                </a:cubicBezTo>
                <a:lnTo>
                  <a:pt x="9162866" y="3472990"/>
                </a:lnTo>
                <a:cubicBezTo>
                  <a:pt x="9163062" y="3472727"/>
                  <a:pt x="9163654" y="3472530"/>
                  <a:pt x="9163654" y="3472530"/>
                </a:cubicBezTo>
                <a:close/>
                <a:moveTo>
                  <a:pt x="8909274" y="3472530"/>
                </a:moveTo>
                <a:lnTo>
                  <a:pt x="8918336" y="3472530"/>
                </a:lnTo>
                <a:cubicBezTo>
                  <a:pt x="8918666" y="3472530"/>
                  <a:pt x="8919125" y="3472990"/>
                  <a:pt x="8919125" y="3472990"/>
                </a:cubicBezTo>
                <a:lnTo>
                  <a:pt x="8923657" y="3480871"/>
                </a:lnTo>
                <a:cubicBezTo>
                  <a:pt x="8923789" y="3481134"/>
                  <a:pt x="8923657" y="3481725"/>
                  <a:pt x="8923657" y="3481725"/>
                </a:cubicBezTo>
                <a:lnTo>
                  <a:pt x="8919125" y="3489606"/>
                </a:lnTo>
                <a:cubicBezTo>
                  <a:pt x="8918928" y="3489870"/>
                  <a:pt x="8918336" y="3490066"/>
                  <a:pt x="8918336" y="3490066"/>
                </a:cubicBezTo>
                <a:lnTo>
                  <a:pt x="8909274" y="3490066"/>
                </a:lnTo>
                <a:cubicBezTo>
                  <a:pt x="8908945" y="3490066"/>
                  <a:pt x="8908484" y="3489606"/>
                  <a:pt x="8908484" y="3489606"/>
                </a:cubicBezTo>
                <a:lnTo>
                  <a:pt x="8903953" y="3481725"/>
                </a:lnTo>
                <a:cubicBezTo>
                  <a:pt x="8903821" y="3481462"/>
                  <a:pt x="8903953" y="3480871"/>
                  <a:pt x="8903953" y="3480871"/>
                </a:cubicBezTo>
                <a:lnTo>
                  <a:pt x="8908484" y="3472990"/>
                </a:lnTo>
                <a:cubicBezTo>
                  <a:pt x="8908681" y="3472727"/>
                  <a:pt x="8909274" y="3472530"/>
                  <a:pt x="8909274" y="3472530"/>
                </a:cubicBezTo>
                <a:close/>
                <a:moveTo>
                  <a:pt x="8654892" y="3472530"/>
                </a:moveTo>
                <a:lnTo>
                  <a:pt x="8663955" y="3472530"/>
                </a:lnTo>
                <a:cubicBezTo>
                  <a:pt x="8664285" y="3472530"/>
                  <a:pt x="8664744" y="3472990"/>
                  <a:pt x="8664744" y="3472990"/>
                </a:cubicBezTo>
                <a:lnTo>
                  <a:pt x="8669277" y="3480871"/>
                </a:lnTo>
                <a:cubicBezTo>
                  <a:pt x="8669408" y="3481134"/>
                  <a:pt x="8669277" y="3481725"/>
                  <a:pt x="8669277" y="3481725"/>
                </a:cubicBezTo>
                <a:lnTo>
                  <a:pt x="8664744" y="3489606"/>
                </a:lnTo>
                <a:cubicBezTo>
                  <a:pt x="8664548" y="3489870"/>
                  <a:pt x="8663955" y="3490066"/>
                  <a:pt x="8663955" y="3490066"/>
                </a:cubicBezTo>
                <a:lnTo>
                  <a:pt x="8654892" y="3490066"/>
                </a:lnTo>
                <a:cubicBezTo>
                  <a:pt x="8654565" y="3490066"/>
                  <a:pt x="8654104" y="3489606"/>
                  <a:pt x="8654104" y="3489606"/>
                </a:cubicBezTo>
                <a:lnTo>
                  <a:pt x="8649572" y="3481725"/>
                </a:lnTo>
                <a:cubicBezTo>
                  <a:pt x="8649441" y="3481462"/>
                  <a:pt x="8649572" y="3480871"/>
                  <a:pt x="8649572" y="3480871"/>
                </a:cubicBezTo>
                <a:lnTo>
                  <a:pt x="8654104" y="3472990"/>
                </a:lnTo>
                <a:cubicBezTo>
                  <a:pt x="8654301" y="3472727"/>
                  <a:pt x="8654892" y="3472530"/>
                  <a:pt x="8654892" y="3472530"/>
                </a:cubicBezTo>
                <a:close/>
                <a:moveTo>
                  <a:pt x="8400511" y="3472530"/>
                </a:moveTo>
                <a:lnTo>
                  <a:pt x="8409575" y="3472530"/>
                </a:lnTo>
                <a:cubicBezTo>
                  <a:pt x="8409904" y="3472530"/>
                  <a:pt x="8410363" y="3472990"/>
                  <a:pt x="8410363" y="3472990"/>
                </a:cubicBezTo>
                <a:lnTo>
                  <a:pt x="8414896" y="3480871"/>
                </a:lnTo>
                <a:cubicBezTo>
                  <a:pt x="8415027" y="3481134"/>
                  <a:pt x="8414896" y="3481725"/>
                  <a:pt x="8414896" y="3481725"/>
                </a:cubicBezTo>
                <a:lnTo>
                  <a:pt x="8410363" y="3489606"/>
                </a:lnTo>
                <a:cubicBezTo>
                  <a:pt x="8410166" y="3489870"/>
                  <a:pt x="8409575" y="3490066"/>
                  <a:pt x="8409575" y="3490066"/>
                </a:cubicBezTo>
                <a:lnTo>
                  <a:pt x="8400511" y="3490066"/>
                </a:lnTo>
                <a:cubicBezTo>
                  <a:pt x="8400184" y="3490066"/>
                  <a:pt x="8399723" y="3489606"/>
                  <a:pt x="8399723" y="3489606"/>
                </a:cubicBezTo>
                <a:lnTo>
                  <a:pt x="8395191" y="3481725"/>
                </a:lnTo>
                <a:cubicBezTo>
                  <a:pt x="8395060" y="3481462"/>
                  <a:pt x="8395191" y="3480871"/>
                  <a:pt x="8395191" y="3480871"/>
                </a:cubicBezTo>
                <a:lnTo>
                  <a:pt x="8399723" y="3472990"/>
                </a:lnTo>
                <a:cubicBezTo>
                  <a:pt x="8399920" y="3472727"/>
                  <a:pt x="8400511" y="3472530"/>
                  <a:pt x="8400511" y="3472530"/>
                </a:cubicBezTo>
                <a:close/>
                <a:moveTo>
                  <a:pt x="8146065" y="3472530"/>
                </a:moveTo>
                <a:lnTo>
                  <a:pt x="8155129" y="3472530"/>
                </a:lnTo>
                <a:cubicBezTo>
                  <a:pt x="8155458" y="3472530"/>
                  <a:pt x="8155917" y="3472990"/>
                  <a:pt x="8155917" y="3472990"/>
                </a:cubicBezTo>
                <a:lnTo>
                  <a:pt x="8160449" y="3480871"/>
                </a:lnTo>
                <a:cubicBezTo>
                  <a:pt x="8160580" y="3481134"/>
                  <a:pt x="8160449" y="3481725"/>
                  <a:pt x="8160449" y="3481725"/>
                </a:cubicBezTo>
                <a:lnTo>
                  <a:pt x="8155917" y="3489606"/>
                </a:lnTo>
                <a:cubicBezTo>
                  <a:pt x="8155719" y="3489870"/>
                  <a:pt x="8155129" y="3490066"/>
                  <a:pt x="8155129" y="3490066"/>
                </a:cubicBezTo>
                <a:lnTo>
                  <a:pt x="8146065" y="3490066"/>
                </a:lnTo>
                <a:cubicBezTo>
                  <a:pt x="8145737" y="3490066"/>
                  <a:pt x="8145277" y="3489606"/>
                  <a:pt x="8145277" y="3489606"/>
                </a:cubicBezTo>
                <a:lnTo>
                  <a:pt x="8140745" y="3481725"/>
                </a:lnTo>
                <a:cubicBezTo>
                  <a:pt x="8140613" y="3481462"/>
                  <a:pt x="8140745" y="3480871"/>
                  <a:pt x="8140745" y="3480871"/>
                </a:cubicBezTo>
                <a:lnTo>
                  <a:pt x="8145277" y="3472990"/>
                </a:lnTo>
                <a:cubicBezTo>
                  <a:pt x="8145474" y="3472727"/>
                  <a:pt x="8146065" y="3472530"/>
                  <a:pt x="8146065" y="3472530"/>
                </a:cubicBezTo>
                <a:close/>
                <a:moveTo>
                  <a:pt x="7891684" y="3472530"/>
                </a:moveTo>
                <a:lnTo>
                  <a:pt x="7900748" y="3472530"/>
                </a:lnTo>
                <a:cubicBezTo>
                  <a:pt x="7901076" y="3472530"/>
                  <a:pt x="7901536" y="3472990"/>
                  <a:pt x="7901536" y="3472990"/>
                </a:cubicBezTo>
                <a:lnTo>
                  <a:pt x="7906067" y="3480871"/>
                </a:lnTo>
                <a:cubicBezTo>
                  <a:pt x="7906199" y="3481134"/>
                  <a:pt x="7906067" y="3481725"/>
                  <a:pt x="7906067" y="3481725"/>
                </a:cubicBezTo>
                <a:lnTo>
                  <a:pt x="7901536" y="3489606"/>
                </a:lnTo>
                <a:cubicBezTo>
                  <a:pt x="7901339" y="3489870"/>
                  <a:pt x="7900748" y="3490066"/>
                  <a:pt x="7900748" y="3490066"/>
                </a:cubicBezTo>
                <a:lnTo>
                  <a:pt x="7891684" y="3490066"/>
                </a:lnTo>
                <a:cubicBezTo>
                  <a:pt x="7891355" y="3490066"/>
                  <a:pt x="7890896" y="3489606"/>
                  <a:pt x="7890896" y="3489606"/>
                </a:cubicBezTo>
                <a:lnTo>
                  <a:pt x="7886363" y="3481725"/>
                </a:lnTo>
                <a:cubicBezTo>
                  <a:pt x="7886233" y="3481462"/>
                  <a:pt x="7886363" y="3480871"/>
                  <a:pt x="7886363" y="3480871"/>
                </a:cubicBezTo>
                <a:lnTo>
                  <a:pt x="7890896" y="3472990"/>
                </a:lnTo>
                <a:cubicBezTo>
                  <a:pt x="7891093" y="3472727"/>
                  <a:pt x="7891684" y="3472530"/>
                  <a:pt x="7891684" y="3472530"/>
                </a:cubicBezTo>
                <a:close/>
                <a:moveTo>
                  <a:pt x="7637304" y="3472530"/>
                </a:moveTo>
                <a:lnTo>
                  <a:pt x="7646367" y="3472530"/>
                </a:lnTo>
                <a:cubicBezTo>
                  <a:pt x="7646696" y="3472530"/>
                  <a:pt x="7647156" y="3472990"/>
                  <a:pt x="7647156" y="3472990"/>
                </a:cubicBezTo>
                <a:lnTo>
                  <a:pt x="7651687" y="3480871"/>
                </a:lnTo>
                <a:cubicBezTo>
                  <a:pt x="7651819" y="3481134"/>
                  <a:pt x="7651687" y="3481725"/>
                  <a:pt x="7651687" y="3481725"/>
                </a:cubicBezTo>
                <a:lnTo>
                  <a:pt x="7647156" y="3489606"/>
                </a:lnTo>
                <a:cubicBezTo>
                  <a:pt x="7646958" y="3489870"/>
                  <a:pt x="7646367" y="3490066"/>
                  <a:pt x="7646367" y="3490066"/>
                </a:cubicBezTo>
                <a:lnTo>
                  <a:pt x="7637304" y="3490066"/>
                </a:lnTo>
                <a:cubicBezTo>
                  <a:pt x="7636975" y="3490066"/>
                  <a:pt x="7636516" y="3489606"/>
                  <a:pt x="7636516" y="3489606"/>
                </a:cubicBezTo>
                <a:lnTo>
                  <a:pt x="7631983" y="3481725"/>
                </a:lnTo>
                <a:cubicBezTo>
                  <a:pt x="7631851" y="3481462"/>
                  <a:pt x="7631983" y="3480871"/>
                  <a:pt x="7631983" y="3480871"/>
                </a:cubicBezTo>
                <a:lnTo>
                  <a:pt x="7636516" y="3472990"/>
                </a:lnTo>
                <a:cubicBezTo>
                  <a:pt x="7636713" y="3472727"/>
                  <a:pt x="7637304" y="3472530"/>
                  <a:pt x="7637304" y="3472530"/>
                </a:cubicBezTo>
                <a:close/>
                <a:moveTo>
                  <a:pt x="7382923" y="3472530"/>
                </a:moveTo>
                <a:lnTo>
                  <a:pt x="7391987" y="3472530"/>
                </a:lnTo>
                <a:cubicBezTo>
                  <a:pt x="7392315" y="3472530"/>
                  <a:pt x="7392775" y="3472990"/>
                  <a:pt x="7392775" y="3472990"/>
                </a:cubicBezTo>
                <a:lnTo>
                  <a:pt x="7397307" y="3480871"/>
                </a:lnTo>
                <a:cubicBezTo>
                  <a:pt x="7397438" y="3481134"/>
                  <a:pt x="7397307" y="3481725"/>
                  <a:pt x="7397307" y="3481725"/>
                </a:cubicBezTo>
                <a:lnTo>
                  <a:pt x="7392775" y="3489606"/>
                </a:lnTo>
                <a:cubicBezTo>
                  <a:pt x="7392578" y="3489870"/>
                  <a:pt x="7391987" y="3490066"/>
                  <a:pt x="7391987" y="3490066"/>
                </a:cubicBezTo>
                <a:lnTo>
                  <a:pt x="7382923" y="3490066"/>
                </a:lnTo>
                <a:cubicBezTo>
                  <a:pt x="7382595" y="3490066"/>
                  <a:pt x="7382135" y="3489606"/>
                  <a:pt x="7382135" y="3489606"/>
                </a:cubicBezTo>
                <a:lnTo>
                  <a:pt x="7377602" y="3481725"/>
                </a:lnTo>
                <a:cubicBezTo>
                  <a:pt x="7377471" y="3481462"/>
                  <a:pt x="7377602" y="3480871"/>
                  <a:pt x="7377602" y="3480871"/>
                </a:cubicBezTo>
                <a:lnTo>
                  <a:pt x="7382135" y="3472990"/>
                </a:lnTo>
                <a:cubicBezTo>
                  <a:pt x="7382331" y="3472727"/>
                  <a:pt x="7382923" y="3472530"/>
                  <a:pt x="7382923" y="3472530"/>
                </a:cubicBezTo>
                <a:close/>
                <a:moveTo>
                  <a:pt x="7128477" y="3472530"/>
                </a:moveTo>
                <a:lnTo>
                  <a:pt x="7137540" y="3472530"/>
                </a:lnTo>
                <a:cubicBezTo>
                  <a:pt x="7137869" y="3472530"/>
                  <a:pt x="7138328" y="3472990"/>
                  <a:pt x="7138328" y="3472990"/>
                </a:cubicBezTo>
                <a:lnTo>
                  <a:pt x="7142860" y="3480871"/>
                </a:lnTo>
                <a:cubicBezTo>
                  <a:pt x="7142992" y="3481134"/>
                  <a:pt x="7142860" y="3481725"/>
                  <a:pt x="7142860" y="3481725"/>
                </a:cubicBezTo>
                <a:lnTo>
                  <a:pt x="7138328" y="3489606"/>
                </a:lnTo>
                <a:cubicBezTo>
                  <a:pt x="7138131" y="3489870"/>
                  <a:pt x="7137540" y="3490066"/>
                  <a:pt x="7137540" y="3490066"/>
                </a:cubicBezTo>
                <a:lnTo>
                  <a:pt x="7128477" y="3490066"/>
                </a:lnTo>
                <a:cubicBezTo>
                  <a:pt x="7128148" y="3490066"/>
                  <a:pt x="7127689" y="3489606"/>
                  <a:pt x="7127689" y="3489606"/>
                </a:cubicBezTo>
                <a:lnTo>
                  <a:pt x="7123156" y="3481725"/>
                </a:lnTo>
                <a:cubicBezTo>
                  <a:pt x="7123024" y="3481462"/>
                  <a:pt x="7123156" y="3480871"/>
                  <a:pt x="7123156" y="3480871"/>
                </a:cubicBezTo>
                <a:lnTo>
                  <a:pt x="7127689" y="3472990"/>
                </a:lnTo>
                <a:cubicBezTo>
                  <a:pt x="7127885" y="3472727"/>
                  <a:pt x="7128477" y="3472530"/>
                  <a:pt x="7128477" y="3472530"/>
                </a:cubicBezTo>
                <a:close/>
                <a:moveTo>
                  <a:pt x="6874095" y="3472530"/>
                </a:moveTo>
                <a:lnTo>
                  <a:pt x="6883159" y="3472530"/>
                </a:lnTo>
                <a:cubicBezTo>
                  <a:pt x="6883488" y="3472530"/>
                  <a:pt x="6883947" y="3472990"/>
                  <a:pt x="6883947" y="3472990"/>
                </a:cubicBezTo>
                <a:lnTo>
                  <a:pt x="6888480" y="3480871"/>
                </a:lnTo>
                <a:cubicBezTo>
                  <a:pt x="6888611" y="3481134"/>
                  <a:pt x="6888480" y="3481725"/>
                  <a:pt x="6888480" y="3481725"/>
                </a:cubicBezTo>
                <a:lnTo>
                  <a:pt x="6883947" y="3489606"/>
                </a:lnTo>
                <a:cubicBezTo>
                  <a:pt x="6883751" y="3489870"/>
                  <a:pt x="6883159" y="3490066"/>
                  <a:pt x="6883159" y="3490066"/>
                </a:cubicBezTo>
                <a:lnTo>
                  <a:pt x="6874095" y="3490066"/>
                </a:lnTo>
                <a:cubicBezTo>
                  <a:pt x="6873768" y="3490066"/>
                  <a:pt x="6873307" y="3489606"/>
                  <a:pt x="6873307" y="3489606"/>
                </a:cubicBezTo>
                <a:lnTo>
                  <a:pt x="6868775" y="3481725"/>
                </a:lnTo>
                <a:cubicBezTo>
                  <a:pt x="6868644" y="3481462"/>
                  <a:pt x="6868775" y="3480871"/>
                  <a:pt x="6868775" y="3480871"/>
                </a:cubicBezTo>
                <a:lnTo>
                  <a:pt x="6873307" y="3472990"/>
                </a:lnTo>
                <a:cubicBezTo>
                  <a:pt x="6873504" y="3472727"/>
                  <a:pt x="6874095" y="3472530"/>
                  <a:pt x="6874095" y="3472530"/>
                </a:cubicBezTo>
                <a:close/>
                <a:moveTo>
                  <a:pt x="6619714" y="3472530"/>
                </a:moveTo>
                <a:lnTo>
                  <a:pt x="6628778" y="3472530"/>
                </a:lnTo>
                <a:cubicBezTo>
                  <a:pt x="6629107" y="3472530"/>
                  <a:pt x="6629566" y="3472990"/>
                  <a:pt x="6629566" y="3472990"/>
                </a:cubicBezTo>
                <a:lnTo>
                  <a:pt x="6634099" y="3480871"/>
                </a:lnTo>
                <a:cubicBezTo>
                  <a:pt x="6634230" y="3481134"/>
                  <a:pt x="6634099" y="3481725"/>
                  <a:pt x="6634099" y="3481725"/>
                </a:cubicBezTo>
                <a:lnTo>
                  <a:pt x="6629566" y="3489606"/>
                </a:lnTo>
                <a:cubicBezTo>
                  <a:pt x="6629369" y="3489870"/>
                  <a:pt x="6628778" y="3490066"/>
                  <a:pt x="6628778" y="3490066"/>
                </a:cubicBezTo>
                <a:lnTo>
                  <a:pt x="6619714" y="3490066"/>
                </a:lnTo>
                <a:cubicBezTo>
                  <a:pt x="6619387" y="3490066"/>
                  <a:pt x="6618926" y="3489606"/>
                  <a:pt x="6618926" y="3489606"/>
                </a:cubicBezTo>
                <a:lnTo>
                  <a:pt x="6614394" y="3481725"/>
                </a:lnTo>
                <a:cubicBezTo>
                  <a:pt x="6614263" y="3481462"/>
                  <a:pt x="6614394" y="3480871"/>
                  <a:pt x="6614394" y="3480871"/>
                </a:cubicBezTo>
                <a:lnTo>
                  <a:pt x="6618926" y="3472990"/>
                </a:lnTo>
                <a:cubicBezTo>
                  <a:pt x="6619123" y="3472727"/>
                  <a:pt x="6619714" y="3472530"/>
                  <a:pt x="6619714" y="3472530"/>
                </a:cubicBezTo>
                <a:close/>
                <a:moveTo>
                  <a:pt x="6365334" y="3472530"/>
                </a:moveTo>
                <a:lnTo>
                  <a:pt x="6374397" y="3472530"/>
                </a:lnTo>
                <a:cubicBezTo>
                  <a:pt x="6374727" y="3472530"/>
                  <a:pt x="6375186" y="3472990"/>
                  <a:pt x="6375186" y="3472990"/>
                </a:cubicBezTo>
                <a:lnTo>
                  <a:pt x="6379718" y="3480871"/>
                </a:lnTo>
                <a:cubicBezTo>
                  <a:pt x="6379849" y="3481134"/>
                  <a:pt x="6379718" y="3481725"/>
                  <a:pt x="6379718" y="3481725"/>
                </a:cubicBezTo>
                <a:lnTo>
                  <a:pt x="6375186" y="3489606"/>
                </a:lnTo>
                <a:cubicBezTo>
                  <a:pt x="6374988" y="3489870"/>
                  <a:pt x="6374397" y="3490066"/>
                  <a:pt x="6374397" y="3490066"/>
                </a:cubicBezTo>
                <a:lnTo>
                  <a:pt x="6365334" y="3490066"/>
                </a:lnTo>
                <a:cubicBezTo>
                  <a:pt x="6365005" y="3490066"/>
                  <a:pt x="6364546" y="3489606"/>
                  <a:pt x="6364546" y="3489606"/>
                </a:cubicBezTo>
                <a:lnTo>
                  <a:pt x="6360014" y="3481725"/>
                </a:lnTo>
                <a:cubicBezTo>
                  <a:pt x="6359882" y="3481462"/>
                  <a:pt x="6360014" y="3480871"/>
                  <a:pt x="6360014" y="3480871"/>
                </a:cubicBezTo>
                <a:lnTo>
                  <a:pt x="6364546" y="3472990"/>
                </a:lnTo>
                <a:cubicBezTo>
                  <a:pt x="6364743" y="3472727"/>
                  <a:pt x="6365334" y="3472530"/>
                  <a:pt x="6365334" y="3472530"/>
                </a:cubicBezTo>
                <a:close/>
                <a:moveTo>
                  <a:pt x="6110888" y="3472530"/>
                </a:moveTo>
                <a:lnTo>
                  <a:pt x="6119953" y="3472530"/>
                </a:lnTo>
                <a:cubicBezTo>
                  <a:pt x="6120280" y="3472530"/>
                  <a:pt x="6120740" y="3472990"/>
                  <a:pt x="6120740" y="3472990"/>
                </a:cubicBezTo>
                <a:lnTo>
                  <a:pt x="6125272" y="3480871"/>
                </a:lnTo>
                <a:cubicBezTo>
                  <a:pt x="6125403" y="3481134"/>
                  <a:pt x="6125272" y="3481725"/>
                  <a:pt x="6125272" y="3481725"/>
                </a:cubicBezTo>
                <a:lnTo>
                  <a:pt x="6120740" y="3489606"/>
                </a:lnTo>
                <a:cubicBezTo>
                  <a:pt x="6120543" y="3489870"/>
                  <a:pt x="6119953" y="3490066"/>
                  <a:pt x="6119953" y="3490066"/>
                </a:cubicBezTo>
                <a:lnTo>
                  <a:pt x="6110888" y="3490066"/>
                </a:lnTo>
                <a:cubicBezTo>
                  <a:pt x="6110560" y="3490066"/>
                  <a:pt x="6110101" y="3489606"/>
                  <a:pt x="6110101" y="3489606"/>
                </a:cubicBezTo>
                <a:lnTo>
                  <a:pt x="6105567" y="3481725"/>
                </a:lnTo>
                <a:cubicBezTo>
                  <a:pt x="6105436" y="3481462"/>
                  <a:pt x="6105567" y="3480871"/>
                  <a:pt x="6105567" y="3480871"/>
                </a:cubicBezTo>
                <a:lnTo>
                  <a:pt x="6110101" y="3472990"/>
                </a:lnTo>
                <a:cubicBezTo>
                  <a:pt x="6110296" y="3472727"/>
                  <a:pt x="6110888" y="3472530"/>
                  <a:pt x="6110888" y="3472530"/>
                </a:cubicBezTo>
                <a:close/>
                <a:moveTo>
                  <a:pt x="5856508" y="3472530"/>
                </a:moveTo>
                <a:lnTo>
                  <a:pt x="5865571" y="3472530"/>
                </a:lnTo>
                <a:cubicBezTo>
                  <a:pt x="5865900" y="3472530"/>
                  <a:pt x="5866359" y="3472990"/>
                  <a:pt x="5866359" y="3472990"/>
                </a:cubicBezTo>
                <a:lnTo>
                  <a:pt x="5870891" y="3480871"/>
                </a:lnTo>
                <a:cubicBezTo>
                  <a:pt x="5871023" y="3481134"/>
                  <a:pt x="5870891" y="3481725"/>
                  <a:pt x="5870891" y="3481725"/>
                </a:cubicBezTo>
                <a:lnTo>
                  <a:pt x="5866359" y="3489606"/>
                </a:lnTo>
                <a:cubicBezTo>
                  <a:pt x="5866163" y="3489870"/>
                  <a:pt x="5865571" y="3490066"/>
                  <a:pt x="5865571" y="3490066"/>
                </a:cubicBezTo>
                <a:lnTo>
                  <a:pt x="5856508" y="3490066"/>
                </a:lnTo>
                <a:cubicBezTo>
                  <a:pt x="5856178" y="3490066"/>
                  <a:pt x="5855720" y="3489606"/>
                  <a:pt x="5855720" y="3489606"/>
                </a:cubicBezTo>
                <a:lnTo>
                  <a:pt x="5851187" y="3481725"/>
                </a:lnTo>
                <a:cubicBezTo>
                  <a:pt x="5851055" y="3481462"/>
                  <a:pt x="5851187" y="3480871"/>
                  <a:pt x="5851187" y="3480871"/>
                </a:cubicBezTo>
                <a:lnTo>
                  <a:pt x="5855720" y="3472990"/>
                </a:lnTo>
                <a:cubicBezTo>
                  <a:pt x="5855916" y="3472727"/>
                  <a:pt x="5856508" y="3472530"/>
                  <a:pt x="5856508" y="3472530"/>
                </a:cubicBezTo>
                <a:close/>
                <a:moveTo>
                  <a:pt x="5602126" y="3472530"/>
                </a:moveTo>
                <a:lnTo>
                  <a:pt x="5611191" y="3472530"/>
                </a:lnTo>
                <a:cubicBezTo>
                  <a:pt x="5611519" y="3472530"/>
                  <a:pt x="5611979" y="3472990"/>
                  <a:pt x="5611979" y="3472990"/>
                </a:cubicBezTo>
                <a:lnTo>
                  <a:pt x="5616511" y="3480871"/>
                </a:lnTo>
                <a:cubicBezTo>
                  <a:pt x="5616642" y="3481134"/>
                  <a:pt x="5616511" y="3481725"/>
                  <a:pt x="5616511" y="3481725"/>
                </a:cubicBezTo>
                <a:lnTo>
                  <a:pt x="5611979" y="3489606"/>
                </a:lnTo>
                <a:cubicBezTo>
                  <a:pt x="5611782" y="3489870"/>
                  <a:pt x="5611191" y="3490066"/>
                  <a:pt x="5611191" y="3490066"/>
                </a:cubicBezTo>
                <a:lnTo>
                  <a:pt x="5602126" y="3490066"/>
                </a:lnTo>
                <a:cubicBezTo>
                  <a:pt x="5601798" y="3490066"/>
                  <a:pt x="5601338" y="3489606"/>
                  <a:pt x="5601338" y="3489606"/>
                </a:cubicBezTo>
                <a:lnTo>
                  <a:pt x="5596807" y="3481725"/>
                </a:lnTo>
                <a:cubicBezTo>
                  <a:pt x="5596675" y="3481462"/>
                  <a:pt x="5596807" y="3480871"/>
                  <a:pt x="5596807" y="3480871"/>
                </a:cubicBezTo>
                <a:lnTo>
                  <a:pt x="5601338" y="3472990"/>
                </a:lnTo>
                <a:cubicBezTo>
                  <a:pt x="5601536" y="3472727"/>
                  <a:pt x="5602126" y="3472530"/>
                  <a:pt x="5602126" y="3472530"/>
                </a:cubicBezTo>
                <a:close/>
                <a:moveTo>
                  <a:pt x="5347746" y="3472530"/>
                </a:moveTo>
                <a:lnTo>
                  <a:pt x="5356810" y="3472530"/>
                </a:lnTo>
                <a:cubicBezTo>
                  <a:pt x="5357138" y="3472530"/>
                  <a:pt x="5357598" y="3472990"/>
                  <a:pt x="5357598" y="3472990"/>
                </a:cubicBezTo>
                <a:lnTo>
                  <a:pt x="5362130" y="3480871"/>
                </a:lnTo>
                <a:cubicBezTo>
                  <a:pt x="5362261" y="3481134"/>
                  <a:pt x="5362130" y="3481725"/>
                  <a:pt x="5362130" y="3481725"/>
                </a:cubicBezTo>
                <a:lnTo>
                  <a:pt x="5357598" y="3489606"/>
                </a:lnTo>
                <a:cubicBezTo>
                  <a:pt x="5357401" y="3489870"/>
                  <a:pt x="5356810" y="3490066"/>
                  <a:pt x="5356810" y="3490066"/>
                </a:cubicBezTo>
                <a:lnTo>
                  <a:pt x="5347746" y="3490066"/>
                </a:lnTo>
                <a:cubicBezTo>
                  <a:pt x="5347418" y="3490066"/>
                  <a:pt x="5346958" y="3489606"/>
                  <a:pt x="5346958" y="3489606"/>
                </a:cubicBezTo>
                <a:lnTo>
                  <a:pt x="5342425" y="3481725"/>
                </a:lnTo>
                <a:cubicBezTo>
                  <a:pt x="5342295" y="3481462"/>
                  <a:pt x="5342425" y="3480871"/>
                  <a:pt x="5342425" y="3480871"/>
                </a:cubicBezTo>
                <a:lnTo>
                  <a:pt x="5346958" y="3472990"/>
                </a:lnTo>
                <a:cubicBezTo>
                  <a:pt x="5347154" y="3472727"/>
                  <a:pt x="5347746" y="3472530"/>
                  <a:pt x="5347746" y="3472530"/>
                </a:cubicBezTo>
                <a:close/>
                <a:moveTo>
                  <a:pt x="5093300" y="3472530"/>
                </a:moveTo>
                <a:lnTo>
                  <a:pt x="5102364" y="3472530"/>
                </a:lnTo>
                <a:cubicBezTo>
                  <a:pt x="5102693" y="3472530"/>
                  <a:pt x="5103153" y="3472990"/>
                  <a:pt x="5103153" y="3472990"/>
                </a:cubicBezTo>
                <a:lnTo>
                  <a:pt x="5107684" y="3480871"/>
                </a:lnTo>
                <a:cubicBezTo>
                  <a:pt x="5107815" y="3481134"/>
                  <a:pt x="5107684" y="3481725"/>
                  <a:pt x="5107684" y="3481725"/>
                </a:cubicBezTo>
                <a:lnTo>
                  <a:pt x="5103153" y="3489606"/>
                </a:lnTo>
                <a:cubicBezTo>
                  <a:pt x="5102955" y="3489870"/>
                  <a:pt x="5102364" y="3490066"/>
                  <a:pt x="5102364" y="3490066"/>
                </a:cubicBezTo>
                <a:lnTo>
                  <a:pt x="5093300" y="3490066"/>
                </a:lnTo>
                <a:cubicBezTo>
                  <a:pt x="5092972" y="3490066"/>
                  <a:pt x="5092512" y="3489606"/>
                  <a:pt x="5092512" y="3489606"/>
                </a:cubicBezTo>
                <a:lnTo>
                  <a:pt x="5087979" y="3481725"/>
                </a:lnTo>
                <a:cubicBezTo>
                  <a:pt x="5087848" y="3481462"/>
                  <a:pt x="5087979" y="3480871"/>
                  <a:pt x="5087979" y="3480871"/>
                </a:cubicBezTo>
                <a:lnTo>
                  <a:pt x="5092512" y="3472990"/>
                </a:lnTo>
                <a:cubicBezTo>
                  <a:pt x="5092708" y="3472727"/>
                  <a:pt x="5093300" y="3472530"/>
                  <a:pt x="5093300" y="3472530"/>
                </a:cubicBezTo>
                <a:close/>
                <a:moveTo>
                  <a:pt x="4838919" y="3472530"/>
                </a:moveTo>
                <a:lnTo>
                  <a:pt x="4847982" y="3472530"/>
                </a:lnTo>
                <a:cubicBezTo>
                  <a:pt x="4848311" y="3472530"/>
                  <a:pt x="4848772" y="3472990"/>
                  <a:pt x="4848772" y="3472990"/>
                </a:cubicBezTo>
                <a:lnTo>
                  <a:pt x="4853303" y="3480871"/>
                </a:lnTo>
                <a:cubicBezTo>
                  <a:pt x="4853435" y="3481134"/>
                  <a:pt x="4853303" y="3481725"/>
                  <a:pt x="4853303" y="3481725"/>
                </a:cubicBezTo>
                <a:lnTo>
                  <a:pt x="4848772" y="3489606"/>
                </a:lnTo>
                <a:cubicBezTo>
                  <a:pt x="4848575" y="3489870"/>
                  <a:pt x="4847982" y="3490066"/>
                  <a:pt x="4847982" y="3490066"/>
                </a:cubicBezTo>
                <a:lnTo>
                  <a:pt x="4838919" y="3490066"/>
                </a:lnTo>
                <a:cubicBezTo>
                  <a:pt x="4838590" y="3490066"/>
                  <a:pt x="4838132" y="3489606"/>
                  <a:pt x="4838132" y="3489606"/>
                </a:cubicBezTo>
                <a:lnTo>
                  <a:pt x="4833598" y="3481725"/>
                </a:lnTo>
                <a:cubicBezTo>
                  <a:pt x="4833467" y="3481462"/>
                  <a:pt x="4833598" y="3480871"/>
                  <a:pt x="4833598" y="3480871"/>
                </a:cubicBezTo>
                <a:lnTo>
                  <a:pt x="4838132" y="3472990"/>
                </a:lnTo>
                <a:cubicBezTo>
                  <a:pt x="4838328" y="3472727"/>
                  <a:pt x="4838919" y="3472530"/>
                  <a:pt x="4838919" y="3472530"/>
                </a:cubicBezTo>
                <a:close/>
                <a:moveTo>
                  <a:pt x="4584538" y="3472530"/>
                </a:moveTo>
                <a:lnTo>
                  <a:pt x="4593603" y="3472530"/>
                </a:lnTo>
                <a:cubicBezTo>
                  <a:pt x="4593932" y="3472530"/>
                  <a:pt x="4594390" y="3472990"/>
                  <a:pt x="4594390" y="3472990"/>
                </a:cubicBezTo>
                <a:lnTo>
                  <a:pt x="4598922" y="3480871"/>
                </a:lnTo>
                <a:cubicBezTo>
                  <a:pt x="4599054" y="3481134"/>
                  <a:pt x="4598922" y="3481725"/>
                  <a:pt x="4598922" y="3481725"/>
                </a:cubicBezTo>
                <a:lnTo>
                  <a:pt x="4594390" y="3489606"/>
                </a:lnTo>
                <a:cubicBezTo>
                  <a:pt x="4594193" y="3489870"/>
                  <a:pt x="4593603" y="3490066"/>
                  <a:pt x="4593603" y="3490066"/>
                </a:cubicBezTo>
                <a:lnTo>
                  <a:pt x="4584538" y="3490066"/>
                </a:lnTo>
                <a:cubicBezTo>
                  <a:pt x="4584210" y="3490066"/>
                  <a:pt x="4583749" y="3489606"/>
                  <a:pt x="4583749" y="3489606"/>
                </a:cubicBezTo>
                <a:lnTo>
                  <a:pt x="4579218" y="3481725"/>
                </a:lnTo>
                <a:cubicBezTo>
                  <a:pt x="4579087" y="3481462"/>
                  <a:pt x="4579218" y="3480871"/>
                  <a:pt x="4579218" y="3480871"/>
                </a:cubicBezTo>
                <a:lnTo>
                  <a:pt x="4583749" y="3472990"/>
                </a:lnTo>
                <a:cubicBezTo>
                  <a:pt x="4583948" y="3472727"/>
                  <a:pt x="4584538" y="3472530"/>
                  <a:pt x="4584538" y="3472530"/>
                </a:cubicBezTo>
                <a:close/>
                <a:moveTo>
                  <a:pt x="4330157" y="3472530"/>
                </a:moveTo>
                <a:lnTo>
                  <a:pt x="4339222" y="3472530"/>
                </a:lnTo>
                <a:cubicBezTo>
                  <a:pt x="4339550" y="3472530"/>
                  <a:pt x="4340010" y="3472990"/>
                  <a:pt x="4340010" y="3472990"/>
                </a:cubicBezTo>
                <a:lnTo>
                  <a:pt x="4344540" y="3480871"/>
                </a:lnTo>
                <a:cubicBezTo>
                  <a:pt x="4344672" y="3481134"/>
                  <a:pt x="4344540" y="3481725"/>
                  <a:pt x="4344540" y="3481725"/>
                </a:cubicBezTo>
                <a:lnTo>
                  <a:pt x="4340010" y="3489606"/>
                </a:lnTo>
                <a:cubicBezTo>
                  <a:pt x="4339812" y="3489870"/>
                  <a:pt x="4339222" y="3490066"/>
                  <a:pt x="4339222" y="3490066"/>
                </a:cubicBezTo>
                <a:lnTo>
                  <a:pt x="4330157" y="3490066"/>
                </a:lnTo>
                <a:cubicBezTo>
                  <a:pt x="4329829" y="3490066"/>
                  <a:pt x="4329369" y="3489606"/>
                  <a:pt x="4329369" y="3489606"/>
                </a:cubicBezTo>
                <a:lnTo>
                  <a:pt x="4324836" y="3481725"/>
                </a:lnTo>
                <a:cubicBezTo>
                  <a:pt x="4324706" y="3481462"/>
                  <a:pt x="4324836" y="3480871"/>
                  <a:pt x="4324836" y="3480871"/>
                </a:cubicBezTo>
                <a:lnTo>
                  <a:pt x="4329369" y="3472990"/>
                </a:lnTo>
                <a:cubicBezTo>
                  <a:pt x="4329565" y="3472727"/>
                  <a:pt x="4330157" y="3472530"/>
                  <a:pt x="4330157" y="3472530"/>
                </a:cubicBezTo>
                <a:close/>
                <a:moveTo>
                  <a:pt x="4075772" y="3472530"/>
                </a:moveTo>
                <a:lnTo>
                  <a:pt x="4084835" y="3472530"/>
                </a:lnTo>
                <a:cubicBezTo>
                  <a:pt x="4085163" y="3472530"/>
                  <a:pt x="4085622" y="3472990"/>
                  <a:pt x="4085622" y="3472990"/>
                </a:cubicBezTo>
                <a:lnTo>
                  <a:pt x="4090154" y="3480871"/>
                </a:lnTo>
                <a:cubicBezTo>
                  <a:pt x="4090286" y="3481134"/>
                  <a:pt x="4090154" y="3481725"/>
                  <a:pt x="4090154" y="3481725"/>
                </a:cubicBezTo>
                <a:lnTo>
                  <a:pt x="4085622" y="3489606"/>
                </a:lnTo>
                <a:cubicBezTo>
                  <a:pt x="4085425" y="3489870"/>
                  <a:pt x="4084835" y="3490066"/>
                  <a:pt x="4084835" y="3490066"/>
                </a:cubicBezTo>
                <a:lnTo>
                  <a:pt x="4075772" y="3490066"/>
                </a:lnTo>
                <a:cubicBezTo>
                  <a:pt x="4075443" y="3490066"/>
                  <a:pt x="4074983" y="3489606"/>
                  <a:pt x="4074983" y="3489606"/>
                </a:cubicBezTo>
                <a:lnTo>
                  <a:pt x="4070451" y="3481725"/>
                </a:lnTo>
                <a:cubicBezTo>
                  <a:pt x="4070318" y="3481462"/>
                  <a:pt x="4070451" y="3480871"/>
                  <a:pt x="4070451" y="3480871"/>
                </a:cubicBezTo>
                <a:lnTo>
                  <a:pt x="4074983" y="3472990"/>
                </a:lnTo>
                <a:cubicBezTo>
                  <a:pt x="4075178" y="3472727"/>
                  <a:pt x="4075772" y="3472530"/>
                  <a:pt x="4075772" y="3472530"/>
                </a:cubicBezTo>
                <a:close/>
                <a:moveTo>
                  <a:pt x="3821358" y="3472530"/>
                </a:moveTo>
                <a:lnTo>
                  <a:pt x="3830423" y="3472530"/>
                </a:lnTo>
                <a:cubicBezTo>
                  <a:pt x="3830752" y="3472530"/>
                  <a:pt x="3831212" y="3472990"/>
                  <a:pt x="3831212" y="3472990"/>
                </a:cubicBezTo>
                <a:lnTo>
                  <a:pt x="3835745" y="3480871"/>
                </a:lnTo>
                <a:cubicBezTo>
                  <a:pt x="3835876" y="3481134"/>
                  <a:pt x="3835745" y="3481725"/>
                  <a:pt x="3835745" y="3481725"/>
                </a:cubicBezTo>
                <a:lnTo>
                  <a:pt x="3831212" y="3489606"/>
                </a:lnTo>
                <a:cubicBezTo>
                  <a:pt x="3831016" y="3489870"/>
                  <a:pt x="3830423" y="3490066"/>
                  <a:pt x="3830423" y="3490066"/>
                </a:cubicBezTo>
                <a:lnTo>
                  <a:pt x="3821358" y="3490066"/>
                </a:lnTo>
                <a:cubicBezTo>
                  <a:pt x="3821031" y="3490066"/>
                  <a:pt x="3820571" y="3489606"/>
                  <a:pt x="3820571" y="3489606"/>
                </a:cubicBezTo>
                <a:lnTo>
                  <a:pt x="3816038" y="3481725"/>
                </a:lnTo>
                <a:cubicBezTo>
                  <a:pt x="3815909" y="3481462"/>
                  <a:pt x="3816038" y="3480871"/>
                  <a:pt x="3816038" y="3480871"/>
                </a:cubicBezTo>
                <a:lnTo>
                  <a:pt x="3820571" y="3472990"/>
                </a:lnTo>
                <a:cubicBezTo>
                  <a:pt x="3820770" y="3472727"/>
                  <a:pt x="3821358" y="3472530"/>
                  <a:pt x="3821358" y="3472530"/>
                </a:cubicBezTo>
                <a:close/>
                <a:moveTo>
                  <a:pt x="3567111" y="3472530"/>
                </a:moveTo>
                <a:lnTo>
                  <a:pt x="3576176" y="3472530"/>
                </a:lnTo>
                <a:cubicBezTo>
                  <a:pt x="3576503" y="3472530"/>
                  <a:pt x="3576964" y="3472990"/>
                  <a:pt x="3576964" y="3472990"/>
                </a:cubicBezTo>
                <a:lnTo>
                  <a:pt x="3581496" y="3480871"/>
                </a:lnTo>
                <a:cubicBezTo>
                  <a:pt x="3581627" y="3481134"/>
                  <a:pt x="3581496" y="3481725"/>
                  <a:pt x="3581496" y="3481725"/>
                </a:cubicBezTo>
                <a:lnTo>
                  <a:pt x="3576964" y="3489606"/>
                </a:lnTo>
                <a:cubicBezTo>
                  <a:pt x="3576766" y="3489870"/>
                  <a:pt x="3576176" y="3490066"/>
                  <a:pt x="3576176" y="3490066"/>
                </a:cubicBezTo>
                <a:lnTo>
                  <a:pt x="3567111" y="3490066"/>
                </a:lnTo>
                <a:cubicBezTo>
                  <a:pt x="3566782" y="3490066"/>
                  <a:pt x="3566322" y="3489606"/>
                  <a:pt x="3566322" y="3489606"/>
                </a:cubicBezTo>
                <a:lnTo>
                  <a:pt x="3561790" y="3481725"/>
                </a:lnTo>
                <a:cubicBezTo>
                  <a:pt x="3561659" y="3481462"/>
                  <a:pt x="3561790" y="3480871"/>
                  <a:pt x="3561790" y="3480871"/>
                </a:cubicBezTo>
                <a:lnTo>
                  <a:pt x="3566322" y="3472990"/>
                </a:lnTo>
                <a:cubicBezTo>
                  <a:pt x="3566519" y="3472727"/>
                  <a:pt x="3567111" y="3472530"/>
                  <a:pt x="3567111" y="3472530"/>
                </a:cubicBezTo>
                <a:close/>
                <a:moveTo>
                  <a:pt x="3312632" y="3472530"/>
                </a:moveTo>
                <a:lnTo>
                  <a:pt x="3321696" y="3472530"/>
                </a:lnTo>
                <a:cubicBezTo>
                  <a:pt x="3322024" y="3472530"/>
                  <a:pt x="3322484" y="3472990"/>
                  <a:pt x="3322484" y="3472990"/>
                </a:cubicBezTo>
                <a:lnTo>
                  <a:pt x="3327016" y="3480871"/>
                </a:lnTo>
                <a:cubicBezTo>
                  <a:pt x="3327147" y="3481134"/>
                  <a:pt x="3327016" y="3481725"/>
                  <a:pt x="3327016" y="3481725"/>
                </a:cubicBezTo>
                <a:lnTo>
                  <a:pt x="3322484" y="3489606"/>
                </a:lnTo>
                <a:cubicBezTo>
                  <a:pt x="3322287" y="3489870"/>
                  <a:pt x="3321696" y="3490066"/>
                  <a:pt x="3321696" y="3490066"/>
                </a:cubicBezTo>
                <a:lnTo>
                  <a:pt x="3312632" y="3490066"/>
                </a:lnTo>
                <a:cubicBezTo>
                  <a:pt x="3312302" y="3490066"/>
                  <a:pt x="3311844" y="3489606"/>
                  <a:pt x="3311844" y="3489606"/>
                </a:cubicBezTo>
                <a:lnTo>
                  <a:pt x="3307311" y="3481725"/>
                </a:lnTo>
                <a:cubicBezTo>
                  <a:pt x="3307180" y="3481462"/>
                  <a:pt x="3307311" y="3480871"/>
                  <a:pt x="3307311" y="3480871"/>
                </a:cubicBezTo>
                <a:lnTo>
                  <a:pt x="3311844" y="3472990"/>
                </a:lnTo>
                <a:cubicBezTo>
                  <a:pt x="3312040" y="3472727"/>
                  <a:pt x="3312632" y="3472530"/>
                  <a:pt x="3312632" y="3472530"/>
                </a:cubicBezTo>
                <a:close/>
                <a:moveTo>
                  <a:pt x="3058270" y="3472530"/>
                </a:moveTo>
                <a:lnTo>
                  <a:pt x="3067335" y="3472530"/>
                </a:lnTo>
                <a:cubicBezTo>
                  <a:pt x="3067663" y="3472530"/>
                  <a:pt x="3068123" y="3472990"/>
                  <a:pt x="3068123" y="3472990"/>
                </a:cubicBezTo>
                <a:lnTo>
                  <a:pt x="3072655" y="3480871"/>
                </a:lnTo>
                <a:cubicBezTo>
                  <a:pt x="3072786" y="3481134"/>
                  <a:pt x="3072655" y="3481725"/>
                  <a:pt x="3072655" y="3481725"/>
                </a:cubicBezTo>
                <a:lnTo>
                  <a:pt x="3068123" y="3489606"/>
                </a:lnTo>
                <a:cubicBezTo>
                  <a:pt x="3067926" y="3489870"/>
                  <a:pt x="3067335" y="3490066"/>
                  <a:pt x="3067335" y="3490066"/>
                </a:cubicBezTo>
                <a:lnTo>
                  <a:pt x="3058270" y="3490066"/>
                </a:lnTo>
                <a:cubicBezTo>
                  <a:pt x="3057942" y="3490066"/>
                  <a:pt x="3057482" y="3489606"/>
                  <a:pt x="3057482" y="3489606"/>
                </a:cubicBezTo>
                <a:lnTo>
                  <a:pt x="3052949" y="3481725"/>
                </a:lnTo>
                <a:cubicBezTo>
                  <a:pt x="3052819" y="3481462"/>
                  <a:pt x="3052949" y="3480871"/>
                  <a:pt x="3052949" y="3480871"/>
                </a:cubicBezTo>
                <a:lnTo>
                  <a:pt x="3057482" y="3472990"/>
                </a:lnTo>
                <a:cubicBezTo>
                  <a:pt x="3057680" y="3472727"/>
                  <a:pt x="3058270" y="3472530"/>
                  <a:pt x="3058270" y="3472530"/>
                </a:cubicBezTo>
                <a:close/>
                <a:moveTo>
                  <a:pt x="2803819" y="3472530"/>
                </a:moveTo>
                <a:lnTo>
                  <a:pt x="2812884" y="3472530"/>
                </a:lnTo>
                <a:cubicBezTo>
                  <a:pt x="2813211" y="3472530"/>
                  <a:pt x="2813670" y="3472990"/>
                  <a:pt x="2813670" y="3472990"/>
                </a:cubicBezTo>
                <a:lnTo>
                  <a:pt x="2818203" y="3480871"/>
                </a:lnTo>
                <a:cubicBezTo>
                  <a:pt x="2818334" y="3481134"/>
                  <a:pt x="2818203" y="3481725"/>
                  <a:pt x="2818203" y="3481725"/>
                </a:cubicBezTo>
                <a:lnTo>
                  <a:pt x="2813670" y="3489606"/>
                </a:lnTo>
                <a:cubicBezTo>
                  <a:pt x="2813473" y="3489870"/>
                  <a:pt x="2812884" y="3490066"/>
                  <a:pt x="2812884" y="3490066"/>
                </a:cubicBezTo>
                <a:lnTo>
                  <a:pt x="2803819" y="3490066"/>
                </a:lnTo>
                <a:cubicBezTo>
                  <a:pt x="2803489" y="3490066"/>
                  <a:pt x="2803029" y="3489606"/>
                  <a:pt x="2803029" y="3489606"/>
                </a:cubicBezTo>
                <a:lnTo>
                  <a:pt x="2798497" y="3481725"/>
                </a:lnTo>
                <a:cubicBezTo>
                  <a:pt x="2798367" y="3481462"/>
                  <a:pt x="2798497" y="3480871"/>
                  <a:pt x="2798497" y="3480871"/>
                </a:cubicBezTo>
                <a:lnTo>
                  <a:pt x="2803029" y="3472990"/>
                </a:lnTo>
                <a:cubicBezTo>
                  <a:pt x="2803228" y="3472727"/>
                  <a:pt x="2803819" y="3472530"/>
                  <a:pt x="2803819" y="3472530"/>
                </a:cubicBezTo>
                <a:close/>
                <a:moveTo>
                  <a:pt x="2549484" y="3472530"/>
                </a:moveTo>
                <a:lnTo>
                  <a:pt x="2558549" y="3472530"/>
                </a:lnTo>
                <a:cubicBezTo>
                  <a:pt x="2558878" y="3472530"/>
                  <a:pt x="2559338" y="3472990"/>
                  <a:pt x="2559338" y="3472990"/>
                </a:cubicBezTo>
                <a:lnTo>
                  <a:pt x="2563870" y="3480871"/>
                </a:lnTo>
                <a:cubicBezTo>
                  <a:pt x="2564002" y="3481134"/>
                  <a:pt x="2563870" y="3481725"/>
                  <a:pt x="2563870" y="3481725"/>
                </a:cubicBezTo>
                <a:lnTo>
                  <a:pt x="2559338" y="3489606"/>
                </a:lnTo>
                <a:cubicBezTo>
                  <a:pt x="2559141" y="3489870"/>
                  <a:pt x="2558549" y="3490066"/>
                  <a:pt x="2558549" y="3490066"/>
                </a:cubicBezTo>
                <a:lnTo>
                  <a:pt x="2549484" y="3490066"/>
                </a:lnTo>
                <a:cubicBezTo>
                  <a:pt x="2549156" y="3490066"/>
                  <a:pt x="2548695" y="3489606"/>
                  <a:pt x="2548695" y="3489606"/>
                </a:cubicBezTo>
                <a:lnTo>
                  <a:pt x="2544165" y="3481725"/>
                </a:lnTo>
                <a:cubicBezTo>
                  <a:pt x="2544032" y="3481462"/>
                  <a:pt x="2544165" y="3480871"/>
                  <a:pt x="2544165" y="3480871"/>
                </a:cubicBezTo>
                <a:lnTo>
                  <a:pt x="2548695" y="3472990"/>
                </a:lnTo>
                <a:cubicBezTo>
                  <a:pt x="2548893" y="3472727"/>
                  <a:pt x="2549484" y="3472530"/>
                  <a:pt x="2549484" y="3472530"/>
                </a:cubicBezTo>
                <a:close/>
                <a:moveTo>
                  <a:pt x="2295159" y="3472530"/>
                </a:moveTo>
                <a:lnTo>
                  <a:pt x="2304223" y="3472530"/>
                </a:lnTo>
                <a:cubicBezTo>
                  <a:pt x="2304551" y="3472530"/>
                  <a:pt x="2305011" y="3472990"/>
                  <a:pt x="2305011" y="3472990"/>
                </a:cubicBezTo>
                <a:lnTo>
                  <a:pt x="2309543" y="3480871"/>
                </a:lnTo>
                <a:cubicBezTo>
                  <a:pt x="2309675" y="3481134"/>
                  <a:pt x="2309543" y="3481725"/>
                  <a:pt x="2309543" y="3481725"/>
                </a:cubicBezTo>
                <a:lnTo>
                  <a:pt x="2305011" y="3489606"/>
                </a:lnTo>
                <a:cubicBezTo>
                  <a:pt x="2304814" y="3489870"/>
                  <a:pt x="2304223" y="3490066"/>
                  <a:pt x="2304223" y="3490066"/>
                </a:cubicBezTo>
                <a:lnTo>
                  <a:pt x="2295159" y="3490066"/>
                </a:lnTo>
                <a:cubicBezTo>
                  <a:pt x="2294830" y="3490066"/>
                  <a:pt x="2294370" y="3489606"/>
                  <a:pt x="2294370" y="3489606"/>
                </a:cubicBezTo>
                <a:lnTo>
                  <a:pt x="2289838" y="3481725"/>
                </a:lnTo>
                <a:cubicBezTo>
                  <a:pt x="2289706" y="3481462"/>
                  <a:pt x="2289838" y="3480871"/>
                  <a:pt x="2289838" y="3480871"/>
                </a:cubicBezTo>
                <a:lnTo>
                  <a:pt x="2294370" y="3472990"/>
                </a:lnTo>
                <a:cubicBezTo>
                  <a:pt x="2294567" y="3472727"/>
                  <a:pt x="2295159" y="3472530"/>
                  <a:pt x="2295159" y="3472530"/>
                </a:cubicBezTo>
                <a:close/>
                <a:moveTo>
                  <a:pt x="2040723" y="3472530"/>
                </a:moveTo>
                <a:lnTo>
                  <a:pt x="2049788" y="3472530"/>
                </a:lnTo>
                <a:cubicBezTo>
                  <a:pt x="2050116" y="3472530"/>
                  <a:pt x="2050576" y="3472990"/>
                  <a:pt x="2050576" y="3472990"/>
                </a:cubicBezTo>
                <a:lnTo>
                  <a:pt x="2055108" y="3480871"/>
                </a:lnTo>
                <a:cubicBezTo>
                  <a:pt x="2055239" y="3481134"/>
                  <a:pt x="2055108" y="3481725"/>
                  <a:pt x="2055108" y="3481725"/>
                </a:cubicBezTo>
                <a:lnTo>
                  <a:pt x="2050576" y="3489606"/>
                </a:lnTo>
                <a:cubicBezTo>
                  <a:pt x="2050379" y="3489870"/>
                  <a:pt x="2049788" y="3490066"/>
                  <a:pt x="2049788" y="3490066"/>
                </a:cubicBezTo>
                <a:lnTo>
                  <a:pt x="2040723" y="3490066"/>
                </a:lnTo>
                <a:cubicBezTo>
                  <a:pt x="2040395" y="3490066"/>
                  <a:pt x="2039937" y="3489606"/>
                  <a:pt x="2039937" y="3489606"/>
                </a:cubicBezTo>
                <a:lnTo>
                  <a:pt x="2035402" y="3481725"/>
                </a:lnTo>
                <a:cubicBezTo>
                  <a:pt x="2035270" y="3481462"/>
                  <a:pt x="2035402" y="3480871"/>
                  <a:pt x="2035402" y="3480871"/>
                </a:cubicBezTo>
                <a:lnTo>
                  <a:pt x="2039937" y="3472990"/>
                </a:lnTo>
                <a:cubicBezTo>
                  <a:pt x="2040133" y="3472727"/>
                  <a:pt x="2040723" y="3472530"/>
                  <a:pt x="2040723" y="3472530"/>
                </a:cubicBezTo>
                <a:close/>
                <a:moveTo>
                  <a:pt x="1786223" y="3472530"/>
                </a:moveTo>
                <a:lnTo>
                  <a:pt x="1795287" y="3472530"/>
                </a:lnTo>
                <a:cubicBezTo>
                  <a:pt x="1795615" y="3472530"/>
                  <a:pt x="1796075" y="3472990"/>
                  <a:pt x="1796075" y="3472990"/>
                </a:cubicBezTo>
                <a:lnTo>
                  <a:pt x="1800607" y="3480871"/>
                </a:lnTo>
                <a:cubicBezTo>
                  <a:pt x="1800738" y="3481134"/>
                  <a:pt x="1800607" y="3481725"/>
                  <a:pt x="1800607" y="3481725"/>
                </a:cubicBezTo>
                <a:lnTo>
                  <a:pt x="1796075" y="3489606"/>
                </a:lnTo>
                <a:cubicBezTo>
                  <a:pt x="1795878" y="3489870"/>
                  <a:pt x="1795287" y="3490066"/>
                  <a:pt x="1795287" y="3490066"/>
                </a:cubicBezTo>
                <a:lnTo>
                  <a:pt x="1786223" y="3490066"/>
                </a:lnTo>
                <a:cubicBezTo>
                  <a:pt x="1785895" y="3490066"/>
                  <a:pt x="1785434" y="3489606"/>
                  <a:pt x="1785434" y="3489606"/>
                </a:cubicBezTo>
                <a:lnTo>
                  <a:pt x="1780902" y="3481725"/>
                </a:lnTo>
                <a:cubicBezTo>
                  <a:pt x="1780771" y="3481462"/>
                  <a:pt x="1780902" y="3480871"/>
                  <a:pt x="1780902" y="3480871"/>
                </a:cubicBezTo>
                <a:lnTo>
                  <a:pt x="1785434" y="3472990"/>
                </a:lnTo>
                <a:cubicBezTo>
                  <a:pt x="1785631" y="3472727"/>
                  <a:pt x="1786223" y="3472530"/>
                  <a:pt x="1786223" y="3472530"/>
                </a:cubicBezTo>
                <a:close/>
                <a:moveTo>
                  <a:pt x="1531893" y="3472530"/>
                </a:moveTo>
                <a:lnTo>
                  <a:pt x="1540956" y="3472530"/>
                </a:lnTo>
                <a:cubicBezTo>
                  <a:pt x="1541284" y="3472530"/>
                  <a:pt x="1541744" y="3472990"/>
                  <a:pt x="1541744" y="3472990"/>
                </a:cubicBezTo>
                <a:lnTo>
                  <a:pt x="1546275" y="3480871"/>
                </a:lnTo>
                <a:cubicBezTo>
                  <a:pt x="1546408" y="3481134"/>
                  <a:pt x="1546275" y="3481725"/>
                  <a:pt x="1546275" y="3481725"/>
                </a:cubicBezTo>
                <a:lnTo>
                  <a:pt x="1541744" y="3489606"/>
                </a:lnTo>
                <a:cubicBezTo>
                  <a:pt x="1541547" y="3489870"/>
                  <a:pt x="1540956" y="3490066"/>
                  <a:pt x="1540956" y="3490066"/>
                </a:cubicBezTo>
                <a:lnTo>
                  <a:pt x="1531893" y="3490066"/>
                </a:lnTo>
                <a:cubicBezTo>
                  <a:pt x="1531562" y="3490066"/>
                  <a:pt x="1531104" y="3489606"/>
                  <a:pt x="1531104" y="3489606"/>
                </a:cubicBezTo>
                <a:lnTo>
                  <a:pt x="1526571" y="3481725"/>
                </a:lnTo>
                <a:cubicBezTo>
                  <a:pt x="1526439" y="3481462"/>
                  <a:pt x="1526571" y="3480871"/>
                  <a:pt x="1526571" y="3480871"/>
                </a:cubicBezTo>
                <a:lnTo>
                  <a:pt x="1531104" y="3472990"/>
                </a:lnTo>
                <a:cubicBezTo>
                  <a:pt x="1531301" y="3472727"/>
                  <a:pt x="1531893" y="3472530"/>
                  <a:pt x="1531893" y="3472530"/>
                </a:cubicBezTo>
                <a:close/>
                <a:moveTo>
                  <a:pt x="1277531" y="3472530"/>
                </a:moveTo>
                <a:lnTo>
                  <a:pt x="1286596" y="3472530"/>
                </a:lnTo>
                <a:cubicBezTo>
                  <a:pt x="1286926" y="3472530"/>
                  <a:pt x="1287385" y="3472990"/>
                  <a:pt x="1287385" y="3472990"/>
                </a:cubicBezTo>
                <a:lnTo>
                  <a:pt x="1291918" y="3480871"/>
                </a:lnTo>
                <a:cubicBezTo>
                  <a:pt x="1292049" y="3481134"/>
                  <a:pt x="1291918" y="3481725"/>
                  <a:pt x="1291918" y="3481725"/>
                </a:cubicBezTo>
                <a:lnTo>
                  <a:pt x="1287385" y="3489606"/>
                </a:lnTo>
                <a:cubicBezTo>
                  <a:pt x="1287187" y="3489870"/>
                  <a:pt x="1286596" y="3490066"/>
                  <a:pt x="1286596" y="3490066"/>
                </a:cubicBezTo>
                <a:lnTo>
                  <a:pt x="1277531" y="3490066"/>
                </a:lnTo>
                <a:cubicBezTo>
                  <a:pt x="1277204" y="3490066"/>
                  <a:pt x="1276743" y="3489606"/>
                  <a:pt x="1276743" y="3489606"/>
                </a:cubicBezTo>
                <a:lnTo>
                  <a:pt x="1272212" y="3481725"/>
                </a:lnTo>
                <a:cubicBezTo>
                  <a:pt x="1272082" y="3481462"/>
                  <a:pt x="1272212" y="3480871"/>
                  <a:pt x="1272212" y="3480871"/>
                </a:cubicBezTo>
                <a:lnTo>
                  <a:pt x="1276743" y="3472990"/>
                </a:lnTo>
                <a:cubicBezTo>
                  <a:pt x="1276940" y="3472727"/>
                  <a:pt x="1277531" y="3472530"/>
                  <a:pt x="1277531" y="3472530"/>
                </a:cubicBezTo>
                <a:close/>
                <a:moveTo>
                  <a:pt x="1023117" y="3472530"/>
                </a:moveTo>
                <a:lnTo>
                  <a:pt x="1032183" y="3472530"/>
                </a:lnTo>
                <a:cubicBezTo>
                  <a:pt x="1032511" y="3472530"/>
                  <a:pt x="1032970" y="3472990"/>
                  <a:pt x="1032970" y="3472990"/>
                </a:cubicBezTo>
                <a:lnTo>
                  <a:pt x="1037502" y="3480871"/>
                </a:lnTo>
                <a:cubicBezTo>
                  <a:pt x="1037633" y="3481134"/>
                  <a:pt x="1037502" y="3481725"/>
                  <a:pt x="1037502" y="3481725"/>
                </a:cubicBezTo>
                <a:lnTo>
                  <a:pt x="1032970" y="3489606"/>
                </a:lnTo>
                <a:cubicBezTo>
                  <a:pt x="1032773" y="3489870"/>
                  <a:pt x="1032183" y="3490066"/>
                  <a:pt x="1032183" y="3490066"/>
                </a:cubicBezTo>
                <a:lnTo>
                  <a:pt x="1023117" y="3490066"/>
                </a:lnTo>
                <a:cubicBezTo>
                  <a:pt x="1022789" y="3490066"/>
                  <a:pt x="1022330" y="3489606"/>
                  <a:pt x="1022330" y="3489606"/>
                </a:cubicBezTo>
                <a:lnTo>
                  <a:pt x="1017796" y="3481725"/>
                </a:lnTo>
                <a:cubicBezTo>
                  <a:pt x="1017668" y="3481462"/>
                  <a:pt x="1017796" y="3480871"/>
                  <a:pt x="1017796" y="3480871"/>
                </a:cubicBezTo>
                <a:lnTo>
                  <a:pt x="1022330" y="3472990"/>
                </a:lnTo>
                <a:cubicBezTo>
                  <a:pt x="1022527" y="3472727"/>
                  <a:pt x="1023117" y="3472530"/>
                  <a:pt x="1023117" y="3472530"/>
                </a:cubicBezTo>
                <a:close/>
                <a:moveTo>
                  <a:pt x="768588" y="3472530"/>
                </a:moveTo>
                <a:lnTo>
                  <a:pt x="777651" y="3472530"/>
                </a:lnTo>
                <a:cubicBezTo>
                  <a:pt x="777979" y="3472530"/>
                  <a:pt x="778439" y="3472990"/>
                  <a:pt x="778439" y="3472990"/>
                </a:cubicBezTo>
                <a:lnTo>
                  <a:pt x="782971" y="3480871"/>
                </a:lnTo>
                <a:cubicBezTo>
                  <a:pt x="783103" y="3481134"/>
                  <a:pt x="782971" y="3481725"/>
                  <a:pt x="782971" y="3481725"/>
                </a:cubicBezTo>
                <a:lnTo>
                  <a:pt x="778439" y="3489606"/>
                </a:lnTo>
                <a:cubicBezTo>
                  <a:pt x="778242" y="3489870"/>
                  <a:pt x="777651" y="3490066"/>
                  <a:pt x="777651" y="3490066"/>
                </a:cubicBezTo>
                <a:lnTo>
                  <a:pt x="768588" y="3490066"/>
                </a:lnTo>
                <a:cubicBezTo>
                  <a:pt x="768260" y="3490066"/>
                  <a:pt x="767800" y="3489606"/>
                  <a:pt x="767800" y="3489606"/>
                </a:cubicBezTo>
                <a:lnTo>
                  <a:pt x="763266" y="3481725"/>
                </a:lnTo>
                <a:cubicBezTo>
                  <a:pt x="763134" y="3481462"/>
                  <a:pt x="763266" y="3480871"/>
                  <a:pt x="763266" y="3480871"/>
                </a:cubicBezTo>
                <a:lnTo>
                  <a:pt x="767800" y="3472990"/>
                </a:lnTo>
                <a:cubicBezTo>
                  <a:pt x="767996" y="3472727"/>
                  <a:pt x="768588" y="3472530"/>
                  <a:pt x="768588" y="3472530"/>
                </a:cubicBezTo>
                <a:close/>
                <a:moveTo>
                  <a:pt x="514286" y="3472530"/>
                </a:moveTo>
                <a:lnTo>
                  <a:pt x="523350" y="3472530"/>
                </a:lnTo>
                <a:cubicBezTo>
                  <a:pt x="523678" y="3472530"/>
                  <a:pt x="524138" y="3472990"/>
                  <a:pt x="524138" y="3472990"/>
                </a:cubicBezTo>
                <a:lnTo>
                  <a:pt x="528669" y="3480871"/>
                </a:lnTo>
                <a:cubicBezTo>
                  <a:pt x="528801" y="3481134"/>
                  <a:pt x="528669" y="3481725"/>
                  <a:pt x="528669" y="3481725"/>
                </a:cubicBezTo>
                <a:lnTo>
                  <a:pt x="524138" y="3489606"/>
                </a:lnTo>
                <a:cubicBezTo>
                  <a:pt x="523941" y="3489870"/>
                  <a:pt x="523350" y="3490066"/>
                  <a:pt x="523350" y="3490066"/>
                </a:cubicBezTo>
                <a:lnTo>
                  <a:pt x="514286" y="3490066"/>
                </a:lnTo>
                <a:cubicBezTo>
                  <a:pt x="513957" y="3490066"/>
                  <a:pt x="513498" y="3489606"/>
                  <a:pt x="513498" y="3489606"/>
                </a:cubicBezTo>
                <a:lnTo>
                  <a:pt x="508965" y="3481725"/>
                </a:lnTo>
                <a:cubicBezTo>
                  <a:pt x="508834" y="3481462"/>
                  <a:pt x="508965" y="3480871"/>
                  <a:pt x="508965" y="3480871"/>
                </a:cubicBezTo>
                <a:lnTo>
                  <a:pt x="513498" y="3472990"/>
                </a:lnTo>
                <a:cubicBezTo>
                  <a:pt x="513695" y="3472727"/>
                  <a:pt x="514286" y="3472530"/>
                  <a:pt x="514286" y="3472530"/>
                </a:cubicBezTo>
                <a:close/>
                <a:moveTo>
                  <a:pt x="259959" y="3472530"/>
                </a:moveTo>
                <a:lnTo>
                  <a:pt x="269023" y="3472530"/>
                </a:lnTo>
                <a:cubicBezTo>
                  <a:pt x="269351" y="3472530"/>
                  <a:pt x="269811" y="3472990"/>
                  <a:pt x="269811" y="3472990"/>
                </a:cubicBezTo>
                <a:lnTo>
                  <a:pt x="274343" y="3480871"/>
                </a:lnTo>
                <a:cubicBezTo>
                  <a:pt x="274474" y="3481134"/>
                  <a:pt x="274343" y="3481725"/>
                  <a:pt x="274343" y="3481725"/>
                </a:cubicBezTo>
                <a:lnTo>
                  <a:pt x="269811" y="3489606"/>
                </a:lnTo>
                <a:cubicBezTo>
                  <a:pt x="269614" y="3489870"/>
                  <a:pt x="269023" y="3490066"/>
                  <a:pt x="269023" y="3490066"/>
                </a:cubicBezTo>
                <a:lnTo>
                  <a:pt x="259959" y="3490066"/>
                </a:lnTo>
                <a:cubicBezTo>
                  <a:pt x="259629" y="3490066"/>
                  <a:pt x="259170" y="3489606"/>
                  <a:pt x="259170" y="3489606"/>
                </a:cubicBezTo>
                <a:lnTo>
                  <a:pt x="254638" y="3481725"/>
                </a:lnTo>
                <a:cubicBezTo>
                  <a:pt x="254507" y="3481462"/>
                  <a:pt x="254638" y="3480871"/>
                  <a:pt x="254638" y="3480871"/>
                </a:cubicBezTo>
                <a:lnTo>
                  <a:pt x="259170" y="3472990"/>
                </a:lnTo>
                <a:cubicBezTo>
                  <a:pt x="259367" y="3472727"/>
                  <a:pt x="259959" y="3472530"/>
                  <a:pt x="259959" y="3472530"/>
                </a:cubicBezTo>
                <a:close/>
                <a:moveTo>
                  <a:pt x="5523" y="3472530"/>
                </a:moveTo>
                <a:lnTo>
                  <a:pt x="14587" y="3472530"/>
                </a:lnTo>
                <a:cubicBezTo>
                  <a:pt x="14916" y="3472530"/>
                  <a:pt x="15375" y="3472990"/>
                  <a:pt x="15375" y="3472990"/>
                </a:cubicBezTo>
                <a:lnTo>
                  <a:pt x="19907" y="3480871"/>
                </a:lnTo>
                <a:cubicBezTo>
                  <a:pt x="20038" y="3481134"/>
                  <a:pt x="19907" y="3481725"/>
                  <a:pt x="19907" y="3481725"/>
                </a:cubicBezTo>
                <a:lnTo>
                  <a:pt x="15375" y="3489606"/>
                </a:lnTo>
                <a:cubicBezTo>
                  <a:pt x="15178" y="3489870"/>
                  <a:pt x="14587" y="3490066"/>
                  <a:pt x="14587" y="3490066"/>
                </a:cubicBezTo>
                <a:lnTo>
                  <a:pt x="5523" y="3490066"/>
                </a:lnTo>
                <a:cubicBezTo>
                  <a:pt x="5194" y="3490066"/>
                  <a:pt x="4734" y="3489606"/>
                  <a:pt x="4734" y="3489606"/>
                </a:cubicBezTo>
                <a:lnTo>
                  <a:pt x="202" y="3481725"/>
                </a:lnTo>
                <a:cubicBezTo>
                  <a:pt x="71" y="3481462"/>
                  <a:pt x="202" y="3480871"/>
                  <a:pt x="202" y="3480871"/>
                </a:cubicBezTo>
                <a:lnTo>
                  <a:pt x="4734" y="3472990"/>
                </a:lnTo>
                <a:cubicBezTo>
                  <a:pt x="4931" y="3472727"/>
                  <a:pt x="5523" y="3472530"/>
                  <a:pt x="5523" y="3472530"/>
                </a:cubicBezTo>
                <a:close/>
                <a:moveTo>
                  <a:pt x="10435622" y="3255521"/>
                </a:moveTo>
                <a:lnTo>
                  <a:pt x="10444686" y="3255521"/>
                </a:lnTo>
                <a:cubicBezTo>
                  <a:pt x="10445015" y="3255521"/>
                  <a:pt x="10445474" y="3255981"/>
                  <a:pt x="10445474" y="3255981"/>
                </a:cubicBezTo>
                <a:lnTo>
                  <a:pt x="10450007" y="3263863"/>
                </a:lnTo>
                <a:cubicBezTo>
                  <a:pt x="10450138" y="3264126"/>
                  <a:pt x="10450007" y="3264716"/>
                  <a:pt x="10450007" y="3264716"/>
                </a:cubicBezTo>
                <a:lnTo>
                  <a:pt x="10445474" y="3272599"/>
                </a:lnTo>
                <a:cubicBezTo>
                  <a:pt x="10445278" y="3272862"/>
                  <a:pt x="10444686" y="3273059"/>
                  <a:pt x="10444686" y="3273059"/>
                </a:cubicBezTo>
                <a:lnTo>
                  <a:pt x="10435622" y="3273059"/>
                </a:lnTo>
                <a:cubicBezTo>
                  <a:pt x="10435295" y="3273059"/>
                  <a:pt x="10434834" y="3272599"/>
                  <a:pt x="10434834" y="3272599"/>
                </a:cubicBezTo>
                <a:lnTo>
                  <a:pt x="10430302" y="3264716"/>
                </a:lnTo>
                <a:cubicBezTo>
                  <a:pt x="10430171" y="3264455"/>
                  <a:pt x="10430302" y="3263863"/>
                  <a:pt x="10430302" y="3263863"/>
                </a:cubicBezTo>
                <a:lnTo>
                  <a:pt x="10434834" y="3255981"/>
                </a:lnTo>
                <a:cubicBezTo>
                  <a:pt x="10435031" y="3255719"/>
                  <a:pt x="10435622" y="3255521"/>
                  <a:pt x="10435622" y="3255521"/>
                </a:cubicBezTo>
                <a:close/>
                <a:moveTo>
                  <a:pt x="10181242" y="3255521"/>
                </a:moveTo>
                <a:lnTo>
                  <a:pt x="10190305" y="3255521"/>
                </a:lnTo>
                <a:cubicBezTo>
                  <a:pt x="10190635" y="3255521"/>
                  <a:pt x="10191093" y="3255981"/>
                  <a:pt x="10191093" y="3255981"/>
                </a:cubicBezTo>
                <a:lnTo>
                  <a:pt x="10195626" y="3263863"/>
                </a:lnTo>
                <a:cubicBezTo>
                  <a:pt x="10195758" y="3264126"/>
                  <a:pt x="10195626" y="3264716"/>
                  <a:pt x="10195626" y="3264716"/>
                </a:cubicBezTo>
                <a:lnTo>
                  <a:pt x="10191093" y="3272599"/>
                </a:lnTo>
                <a:cubicBezTo>
                  <a:pt x="10190896" y="3272862"/>
                  <a:pt x="10190305" y="3273059"/>
                  <a:pt x="10190305" y="3273059"/>
                </a:cubicBezTo>
                <a:lnTo>
                  <a:pt x="10181242" y="3273059"/>
                </a:lnTo>
                <a:cubicBezTo>
                  <a:pt x="10180914" y="3273059"/>
                  <a:pt x="10180453" y="3272599"/>
                  <a:pt x="10180453" y="3272599"/>
                </a:cubicBezTo>
                <a:lnTo>
                  <a:pt x="10175922" y="3264716"/>
                </a:lnTo>
                <a:cubicBezTo>
                  <a:pt x="10175790" y="3264455"/>
                  <a:pt x="10175922" y="3263863"/>
                  <a:pt x="10175922" y="3263863"/>
                </a:cubicBezTo>
                <a:lnTo>
                  <a:pt x="10180453" y="3255981"/>
                </a:lnTo>
                <a:cubicBezTo>
                  <a:pt x="10180650" y="3255719"/>
                  <a:pt x="10181242" y="3255521"/>
                  <a:pt x="10181242" y="3255521"/>
                </a:cubicBezTo>
                <a:close/>
                <a:moveTo>
                  <a:pt x="9926861" y="3255521"/>
                </a:moveTo>
                <a:lnTo>
                  <a:pt x="9935924" y="3255521"/>
                </a:lnTo>
                <a:cubicBezTo>
                  <a:pt x="9936254" y="3255521"/>
                  <a:pt x="9936713" y="3255981"/>
                  <a:pt x="9936713" y="3255981"/>
                </a:cubicBezTo>
                <a:lnTo>
                  <a:pt x="9941246" y="3263863"/>
                </a:lnTo>
                <a:cubicBezTo>
                  <a:pt x="9941376" y="3264126"/>
                  <a:pt x="9941246" y="3264716"/>
                  <a:pt x="9941246" y="3264716"/>
                </a:cubicBezTo>
                <a:lnTo>
                  <a:pt x="9936713" y="3272599"/>
                </a:lnTo>
                <a:cubicBezTo>
                  <a:pt x="9936516" y="3272862"/>
                  <a:pt x="9935924" y="3273059"/>
                  <a:pt x="9935924" y="3273059"/>
                </a:cubicBezTo>
                <a:lnTo>
                  <a:pt x="9926861" y="3273059"/>
                </a:lnTo>
                <a:cubicBezTo>
                  <a:pt x="9926532" y="3273059"/>
                  <a:pt x="9926073" y="3272599"/>
                  <a:pt x="9926073" y="3272599"/>
                </a:cubicBezTo>
                <a:lnTo>
                  <a:pt x="9921541" y="3264716"/>
                </a:lnTo>
                <a:cubicBezTo>
                  <a:pt x="9921410" y="3264455"/>
                  <a:pt x="9921541" y="3263863"/>
                  <a:pt x="9921541" y="3263863"/>
                </a:cubicBezTo>
                <a:lnTo>
                  <a:pt x="9926073" y="3255981"/>
                </a:lnTo>
                <a:cubicBezTo>
                  <a:pt x="9926270" y="3255719"/>
                  <a:pt x="9926861" y="3255521"/>
                  <a:pt x="9926861" y="3255521"/>
                </a:cubicBezTo>
                <a:close/>
                <a:moveTo>
                  <a:pt x="9672481" y="3255521"/>
                </a:moveTo>
                <a:lnTo>
                  <a:pt x="9681545" y="3255521"/>
                </a:lnTo>
                <a:cubicBezTo>
                  <a:pt x="9681872" y="3255521"/>
                  <a:pt x="9682333" y="3255981"/>
                  <a:pt x="9682333" y="3255981"/>
                </a:cubicBezTo>
                <a:lnTo>
                  <a:pt x="9686865" y="3263863"/>
                </a:lnTo>
                <a:cubicBezTo>
                  <a:pt x="9686996" y="3264126"/>
                  <a:pt x="9686865" y="3264716"/>
                  <a:pt x="9686865" y="3264716"/>
                </a:cubicBezTo>
                <a:lnTo>
                  <a:pt x="9682333" y="3272599"/>
                </a:lnTo>
                <a:cubicBezTo>
                  <a:pt x="9682136" y="3272862"/>
                  <a:pt x="9681545" y="3273059"/>
                  <a:pt x="9681545" y="3273059"/>
                </a:cubicBezTo>
                <a:lnTo>
                  <a:pt x="9672481" y="3273059"/>
                </a:lnTo>
                <a:cubicBezTo>
                  <a:pt x="9672152" y="3273059"/>
                  <a:pt x="9671693" y="3272599"/>
                  <a:pt x="9671693" y="3272599"/>
                </a:cubicBezTo>
                <a:lnTo>
                  <a:pt x="9667160" y="3264716"/>
                </a:lnTo>
                <a:cubicBezTo>
                  <a:pt x="9667030" y="3264455"/>
                  <a:pt x="9667160" y="3263863"/>
                  <a:pt x="9667160" y="3263863"/>
                </a:cubicBezTo>
                <a:lnTo>
                  <a:pt x="9671693" y="3255981"/>
                </a:lnTo>
                <a:cubicBezTo>
                  <a:pt x="9671890" y="3255719"/>
                  <a:pt x="9672481" y="3255521"/>
                  <a:pt x="9672481" y="3255521"/>
                </a:cubicBezTo>
                <a:close/>
                <a:moveTo>
                  <a:pt x="9418035" y="3255521"/>
                </a:moveTo>
                <a:lnTo>
                  <a:pt x="9427099" y="3255521"/>
                </a:lnTo>
                <a:cubicBezTo>
                  <a:pt x="9427427" y="3255521"/>
                  <a:pt x="9427887" y="3255981"/>
                  <a:pt x="9427887" y="3255981"/>
                </a:cubicBezTo>
                <a:lnTo>
                  <a:pt x="9432419" y="3263863"/>
                </a:lnTo>
                <a:cubicBezTo>
                  <a:pt x="9432550" y="3264126"/>
                  <a:pt x="9432419" y="3264716"/>
                  <a:pt x="9432419" y="3264716"/>
                </a:cubicBezTo>
                <a:lnTo>
                  <a:pt x="9427887" y="3272599"/>
                </a:lnTo>
                <a:cubicBezTo>
                  <a:pt x="9427690" y="3272862"/>
                  <a:pt x="9427099" y="3273059"/>
                  <a:pt x="9427099" y="3273059"/>
                </a:cubicBezTo>
                <a:lnTo>
                  <a:pt x="9418035" y="3273059"/>
                </a:lnTo>
                <a:cubicBezTo>
                  <a:pt x="9417707" y="3273059"/>
                  <a:pt x="9417247" y="3272599"/>
                  <a:pt x="9417247" y="3272599"/>
                </a:cubicBezTo>
                <a:lnTo>
                  <a:pt x="9412714" y="3264716"/>
                </a:lnTo>
                <a:cubicBezTo>
                  <a:pt x="9412583" y="3264455"/>
                  <a:pt x="9412714" y="3263863"/>
                  <a:pt x="9412714" y="3263863"/>
                </a:cubicBezTo>
                <a:lnTo>
                  <a:pt x="9417247" y="3255981"/>
                </a:lnTo>
                <a:cubicBezTo>
                  <a:pt x="9417444" y="3255719"/>
                  <a:pt x="9418035" y="3255521"/>
                  <a:pt x="9418035" y="3255521"/>
                </a:cubicBezTo>
                <a:close/>
                <a:moveTo>
                  <a:pt x="9163654" y="3255521"/>
                </a:moveTo>
                <a:lnTo>
                  <a:pt x="9172718" y="3255521"/>
                </a:lnTo>
                <a:cubicBezTo>
                  <a:pt x="9173046" y="3255521"/>
                  <a:pt x="9173506" y="3255981"/>
                  <a:pt x="9173506" y="3255981"/>
                </a:cubicBezTo>
                <a:lnTo>
                  <a:pt x="9178038" y="3263863"/>
                </a:lnTo>
                <a:cubicBezTo>
                  <a:pt x="9178169" y="3264126"/>
                  <a:pt x="9178038" y="3264716"/>
                  <a:pt x="9178038" y="3264716"/>
                </a:cubicBezTo>
                <a:lnTo>
                  <a:pt x="9173506" y="3272599"/>
                </a:lnTo>
                <a:cubicBezTo>
                  <a:pt x="9173309" y="3272862"/>
                  <a:pt x="9172718" y="3273059"/>
                  <a:pt x="9172718" y="3273059"/>
                </a:cubicBezTo>
                <a:lnTo>
                  <a:pt x="9163654" y="3273059"/>
                </a:lnTo>
                <a:cubicBezTo>
                  <a:pt x="9163326" y="3273059"/>
                  <a:pt x="9162866" y="3272599"/>
                  <a:pt x="9162866" y="3272599"/>
                </a:cubicBezTo>
                <a:lnTo>
                  <a:pt x="9158333" y="3264716"/>
                </a:lnTo>
                <a:cubicBezTo>
                  <a:pt x="9158202" y="3264455"/>
                  <a:pt x="9158333" y="3263863"/>
                  <a:pt x="9158333" y="3263863"/>
                </a:cubicBezTo>
                <a:lnTo>
                  <a:pt x="9162866" y="3255981"/>
                </a:lnTo>
                <a:cubicBezTo>
                  <a:pt x="9163062" y="3255719"/>
                  <a:pt x="9163654" y="3255521"/>
                  <a:pt x="9163654" y="3255521"/>
                </a:cubicBezTo>
                <a:close/>
                <a:moveTo>
                  <a:pt x="8909274" y="3255521"/>
                </a:moveTo>
                <a:lnTo>
                  <a:pt x="8918336" y="3255521"/>
                </a:lnTo>
                <a:cubicBezTo>
                  <a:pt x="8918666" y="3255521"/>
                  <a:pt x="8919125" y="3255981"/>
                  <a:pt x="8919125" y="3255981"/>
                </a:cubicBezTo>
                <a:lnTo>
                  <a:pt x="8923657" y="3263863"/>
                </a:lnTo>
                <a:cubicBezTo>
                  <a:pt x="8923789" y="3264126"/>
                  <a:pt x="8923657" y="3264716"/>
                  <a:pt x="8923657" y="3264716"/>
                </a:cubicBezTo>
                <a:lnTo>
                  <a:pt x="8919125" y="3272599"/>
                </a:lnTo>
                <a:cubicBezTo>
                  <a:pt x="8918928" y="3272862"/>
                  <a:pt x="8918336" y="3273059"/>
                  <a:pt x="8918336" y="3273059"/>
                </a:cubicBezTo>
                <a:lnTo>
                  <a:pt x="8909274" y="3273059"/>
                </a:lnTo>
                <a:cubicBezTo>
                  <a:pt x="8908945" y="3273059"/>
                  <a:pt x="8908484" y="3272599"/>
                  <a:pt x="8908484" y="3272599"/>
                </a:cubicBezTo>
                <a:lnTo>
                  <a:pt x="8903953" y="3264716"/>
                </a:lnTo>
                <a:cubicBezTo>
                  <a:pt x="8903821" y="3264455"/>
                  <a:pt x="8903953" y="3263863"/>
                  <a:pt x="8903953" y="3263863"/>
                </a:cubicBezTo>
                <a:lnTo>
                  <a:pt x="8908484" y="3255981"/>
                </a:lnTo>
                <a:cubicBezTo>
                  <a:pt x="8908681" y="3255719"/>
                  <a:pt x="8909274" y="3255521"/>
                  <a:pt x="8909274" y="3255521"/>
                </a:cubicBezTo>
                <a:close/>
                <a:moveTo>
                  <a:pt x="8654892" y="3255521"/>
                </a:moveTo>
                <a:lnTo>
                  <a:pt x="8663955" y="3255521"/>
                </a:lnTo>
                <a:cubicBezTo>
                  <a:pt x="8664285" y="3255521"/>
                  <a:pt x="8664744" y="3255981"/>
                  <a:pt x="8664744" y="3255981"/>
                </a:cubicBezTo>
                <a:lnTo>
                  <a:pt x="8669277" y="3263863"/>
                </a:lnTo>
                <a:cubicBezTo>
                  <a:pt x="8669408" y="3264126"/>
                  <a:pt x="8669277" y="3264716"/>
                  <a:pt x="8669277" y="3264716"/>
                </a:cubicBezTo>
                <a:lnTo>
                  <a:pt x="8664744" y="3272599"/>
                </a:lnTo>
                <a:cubicBezTo>
                  <a:pt x="8664548" y="3272862"/>
                  <a:pt x="8663955" y="3273059"/>
                  <a:pt x="8663955" y="3273059"/>
                </a:cubicBezTo>
                <a:lnTo>
                  <a:pt x="8654892" y="3273059"/>
                </a:lnTo>
                <a:cubicBezTo>
                  <a:pt x="8654565" y="3273059"/>
                  <a:pt x="8654104" y="3272599"/>
                  <a:pt x="8654104" y="3272599"/>
                </a:cubicBezTo>
                <a:lnTo>
                  <a:pt x="8649572" y="3264716"/>
                </a:lnTo>
                <a:cubicBezTo>
                  <a:pt x="8649441" y="3264455"/>
                  <a:pt x="8649572" y="3263863"/>
                  <a:pt x="8649572" y="3263863"/>
                </a:cubicBezTo>
                <a:lnTo>
                  <a:pt x="8654104" y="3255981"/>
                </a:lnTo>
                <a:cubicBezTo>
                  <a:pt x="8654301" y="3255719"/>
                  <a:pt x="8654892" y="3255521"/>
                  <a:pt x="8654892" y="3255521"/>
                </a:cubicBezTo>
                <a:close/>
                <a:moveTo>
                  <a:pt x="8400511" y="3255521"/>
                </a:moveTo>
                <a:lnTo>
                  <a:pt x="8409575" y="3255521"/>
                </a:lnTo>
                <a:cubicBezTo>
                  <a:pt x="8409904" y="3255521"/>
                  <a:pt x="8410363" y="3255981"/>
                  <a:pt x="8410363" y="3255981"/>
                </a:cubicBezTo>
                <a:lnTo>
                  <a:pt x="8414896" y="3263863"/>
                </a:lnTo>
                <a:cubicBezTo>
                  <a:pt x="8415027" y="3264126"/>
                  <a:pt x="8414896" y="3264716"/>
                  <a:pt x="8414896" y="3264716"/>
                </a:cubicBezTo>
                <a:lnTo>
                  <a:pt x="8410363" y="3272599"/>
                </a:lnTo>
                <a:cubicBezTo>
                  <a:pt x="8410166" y="3272862"/>
                  <a:pt x="8409575" y="3273059"/>
                  <a:pt x="8409575" y="3273059"/>
                </a:cubicBezTo>
                <a:lnTo>
                  <a:pt x="8400511" y="3273059"/>
                </a:lnTo>
                <a:cubicBezTo>
                  <a:pt x="8400184" y="3273059"/>
                  <a:pt x="8399723" y="3272599"/>
                  <a:pt x="8399723" y="3272599"/>
                </a:cubicBezTo>
                <a:lnTo>
                  <a:pt x="8395191" y="3264716"/>
                </a:lnTo>
                <a:cubicBezTo>
                  <a:pt x="8395060" y="3264455"/>
                  <a:pt x="8395191" y="3263863"/>
                  <a:pt x="8395191" y="3263863"/>
                </a:cubicBezTo>
                <a:lnTo>
                  <a:pt x="8399723" y="3255981"/>
                </a:lnTo>
                <a:cubicBezTo>
                  <a:pt x="8399920" y="3255719"/>
                  <a:pt x="8400511" y="3255521"/>
                  <a:pt x="8400511" y="3255521"/>
                </a:cubicBezTo>
                <a:close/>
                <a:moveTo>
                  <a:pt x="8146065" y="3255521"/>
                </a:moveTo>
                <a:lnTo>
                  <a:pt x="8155129" y="3255521"/>
                </a:lnTo>
                <a:cubicBezTo>
                  <a:pt x="8155458" y="3255521"/>
                  <a:pt x="8155917" y="3255981"/>
                  <a:pt x="8155917" y="3255981"/>
                </a:cubicBezTo>
                <a:lnTo>
                  <a:pt x="8160449" y="3263863"/>
                </a:lnTo>
                <a:cubicBezTo>
                  <a:pt x="8160580" y="3264126"/>
                  <a:pt x="8160449" y="3264716"/>
                  <a:pt x="8160449" y="3264716"/>
                </a:cubicBezTo>
                <a:lnTo>
                  <a:pt x="8155917" y="3272599"/>
                </a:lnTo>
                <a:cubicBezTo>
                  <a:pt x="8155719" y="3272862"/>
                  <a:pt x="8155129" y="3273059"/>
                  <a:pt x="8155129" y="3273059"/>
                </a:cubicBezTo>
                <a:lnTo>
                  <a:pt x="8146065" y="3273059"/>
                </a:lnTo>
                <a:cubicBezTo>
                  <a:pt x="8145737" y="3273059"/>
                  <a:pt x="8145277" y="3272599"/>
                  <a:pt x="8145277" y="3272599"/>
                </a:cubicBezTo>
                <a:lnTo>
                  <a:pt x="8140745" y="3264716"/>
                </a:lnTo>
                <a:cubicBezTo>
                  <a:pt x="8140613" y="3264455"/>
                  <a:pt x="8140745" y="3263863"/>
                  <a:pt x="8140745" y="3263863"/>
                </a:cubicBezTo>
                <a:lnTo>
                  <a:pt x="8145277" y="3255981"/>
                </a:lnTo>
                <a:cubicBezTo>
                  <a:pt x="8145474" y="3255719"/>
                  <a:pt x="8146065" y="3255521"/>
                  <a:pt x="8146065" y="3255521"/>
                </a:cubicBezTo>
                <a:close/>
                <a:moveTo>
                  <a:pt x="7891684" y="3255521"/>
                </a:moveTo>
                <a:lnTo>
                  <a:pt x="7900748" y="3255521"/>
                </a:lnTo>
                <a:cubicBezTo>
                  <a:pt x="7901076" y="3255521"/>
                  <a:pt x="7901536" y="3255981"/>
                  <a:pt x="7901536" y="3255981"/>
                </a:cubicBezTo>
                <a:lnTo>
                  <a:pt x="7906067" y="3263863"/>
                </a:lnTo>
                <a:cubicBezTo>
                  <a:pt x="7906199" y="3264126"/>
                  <a:pt x="7906067" y="3264716"/>
                  <a:pt x="7906067" y="3264716"/>
                </a:cubicBezTo>
                <a:lnTo>
                  <a:pt x="7901536" y="3272599"/>
                </a:lnTo>
                <a:cubicBezTo>
                  <a:pt x="7901339" y="3272862"/>
                  <a:pt x="7900748" y="3273059"/>
                  <a:pt x="7900748" y="3273059"/>
                </a:cubicBezTo>
                <a:lnTo>
                  <a:pt x="7891684" y="3273059"/>
                </a:lnTo>
                <a:cubicBezTo>
                  <a:pt x="7891355" y="3273059"/>
                  <a:pt x="7890896" y="3272599"/>
                  <a:pt x="7890896" y="3272599"/>
                </a:cubicBezTo>
                <a:lnTo>
                  <a:pt x="7886363" y="3264716"/>
                </a:lnTo>
                <a:cubicBezTo>
                  <a:pt x="7886233" y="3264455"/>
                  <a:pt x="7886363" y="3263863"/>
                  <a:pt x="7886363" y="3263863"/>
                </a:cubicBezTo>
                <a:lnTo>
                  <a:pt x="7890896" y="3255981"/>
                </a:lnTo>
                <a:cubicBezTo>
                  <a:pt x="7891093" y="3255719"/>
                  <a:pt x="7891684" y="3255521"/>
                  <a:pt x="7891684" y="3255521"/>
                </a:cubicBezTo>
                <a:close/>
                <a:moveTo>
                  <a:pt x="7637304" y="3255521"/>
                </a:moveTo>
                <a:lnTo>
                  <a:pt x="7646367" y="3255521"/>
                </a:lnTo>
                <a:cubicBezTo>
                  <a:pt x="7646696" y="3255521"/>
                  <a:pt x="7647156" y="3255981"/>
                  <a:pt x="7647156" y="3255981"/>
                </a:cubicBezTo>
                <a:lnTo>
                  <a:pt x="7651687" y="3263863"/>
                </a:lnTo>
                <a:cubicBezTo>
                  <a:pt x="7651819" y="3264126"/>
                  <a:pt x="7651687" y="3264716"/>
                  <a:pt x="7651687" y="3264716"/>
                </a:cubicBezTo>
                <a:lnTo>
                  <a:pt x="7647156" y="3272599"/>
                </a:lnTo>
                <a:cubicBezTo>
                  <a:pt x="7646958" y="3272862"/>
                  <a:pt x="7646367" y="3273059"/>
                  <a:pt x="7646367" y="3273059"/>
                </a:cubicBezTo>
                <a:lnTo>
                  <a:pt x="7637304" y="3273059"/>
                </a:lnTo>
                <a:cubicBezTo>
                  <a:pt x="7636975" y="3273059"/>
                  <a:pt x="7636516" y="3272599"/>
                  <a:pt x="7636516" y="3272599"/>
                </a:cubicBezTo>
                <a:lnTo>
                  <a:pt x="7631983" y="3264716"/>
                </a:lnTo>
                <a:cubicBezTo>
                  <a:pt x="7631851" y="3264455"/>
                  <a:pt x="7631983" y="3263863"/>
                  <a:pt x="7631983" y="3263863"/>
                </a:cubicBezTo>
                <a:lnTo>
                  <a:pt x="7636516" y="3255981"/>
                </a:lnTo>
                <a:cubicBezTo>
                  <a:pt x="7636713" y="3255719"/>
                  <a:pt x="7637304" y="3255521"/>
                  <a:pt x="7637304" y="3255521"/>
                </a:cubicBezTo>
                <a:close/>
                <a:moveTo>
                  <a:pt x="7382923" y="3255521"/>
                </a:moveTo>
                <a:lnTo>
                  <a:pt x="7391987" y="3255521"/>
                </a:lnTo>
                <a:cubicBezTo>
                  <a:pt x="7392315" y="3255521"/>
                  <a:pt x="7392775" y="3255981"/>
                  <a:pt x="7392775" y="3255981"/>
                </a:cubicBezTo>
                <a:lnTo>
                  <a:pt x="7397307" y="3263863"/>
                </a:lnTo>
                <a:cubicBezTo>
                  <a:pt x="7397438" y="3264126"/>
                  <a:pt x="7397307" y="3264716"/>
                  <a:pt x="7397307" y="3264716"/>
                </a:cubicBezTo>
                <a:lnTo>
                  <a:pt x="7392775" y="3272599"/>
                </a:lnTo>
                <a:cubicBezTo>
                  <a:pt x="7392578" y="3272862"/>
                  <a:pt x="7391987" y="3273059"/>
                  <a:pt x="7391987" y="3273059"/>
                </a:cubicBezTo>
                <a:lnTo>
                  <a:pt x="7382923" y="3273059"/>
                </a:lnTo>
                <a:cubicBezTo>
                  <a:pt x="7382595" y="3273059"/>
                  <a:pt x="7382135" y="3272599"/>
                  <a:pt x="7382135" y="3272599"/>
                </a:cubicBezTo>
                <a:lnTo>
                  <a:pt x="7377602" y="3264716"/>
                </a:lnTo>
                <a:cubicBezTo>
                  <a:pt x="7377471" y="3264455"/>
                  <a:pt x="7377602" y="3263863"/>
                  <a:pt x="7377602" y="3263863"/>
                </a:cubicBezTo>
                <a:lnTo>
                  <a:pt x="7382135" y="3255981"/>
                </a:lnTo>
                <a:cubicBezTo>
                  <a:pt x="7382331" y="3255719"/>
                  <a:pt x="7382923" y="3255521"/>
                  <a:pt x="7382923" y="3255521"/>
                </a:cubicBezTo>
                <a:close/>
                <a:moveTo>
                  <a:pt x="7128477" y="3255521"/>
                </a:moveTo>
                <a:lnTo>
                  <a:pt x="7137540" y="3255521"/>
                </a:lnTo>
                <a:cubicBezTo>
                  <a:pt x="7137869" y="3255521"/>
                  <a:pt x="7138328" y="3255981"/>
                  <a:pt x="7138328" y="3255981"/>
                </a:cubicBezTo>
                <a:lnTo>
                  <a:pt x="7142860" y="3263863"/>
                </a:lnTo>
                <a:cubicBezTo>
                  <a:pt x="7142992" y="3264126"/>
                  <a:pt x="7142860" y="3264716"/>
                  <a:pt x="7142860" y="3264716"/>
                </a:cubicBezTo>
                <a:lnTo>
                  <a:pt x="7138328" y="3272599"/>
                </a:lnTo>
                <a:cubicBezTo>
                  <a:pt x="7138131" y="3272862"/>
                  <a:pt x="7137540" y="3273059"/>
                  <a:pt x="7137540" y="3273059"/>
                </a:cubicBezTo>
                <a:lnTo>
                  <a:pt x="7128477" y="3273059"/>
                </a:lnTo>
                <a:cubicBezTo>
                  <a:pt x="7128148" y="3273059"/>
                  <a:pt x="7127689" y="3272599"/>
                  <a:pt x="7127689" y="3272599"/>
                </a:cubicBezTo>
                <a:lnTo>
                  <a:pt x="7123156" y="3264716"/>
                </a:lnTo>
                <a:cubicBezTo>
                  <a:pt x="7123024" y="3264455"/>
                  <a:pt x="7123156" y="3263863"/>
                  <a:pt x="7123156" y="3263863"/>
                </a:cubicBezTo>
                <a:lnTo>
                  <a:pt x="7127689" y="3255981"/>
                </a:lnTo>
                <a:cubicBezTo>
                  <a:pt x="7127885" y="3255719"/>
                  <a:pt x="7128477" y="3255521"/>
                  <a:pt x="7128477" y="3255521"/>
                </a:cubicBezTo>
                <a:close/>
                <a:moveTo>
                  <a:pt x="6874095" y="3255521"/>
                </a:moveTo>
                <a:lnTo>
                  <a:pt x="6883159" y="3255521"/>
                </a:lnTo>
                <a:cubicBezTo>
                  <a:pt x="6883488" y="3255521"/>
                  <a:pt x="6883947" y="3255981"/>
                  <a:pt x="6883947" y="3255981"/>
                </a:cubicBezTo>
                <a:lnTo>
                  <a:pt x="6888480" y="3263863"/>
                </a:lnTo>
                <a:cubicBezTo>
                  <a:pt x="6888611" y="3264126"/>
                  <a:pt x="6888480" y="3264716"/>
                  <a:pt x="6888480" y="3264716"/>
                </a:cubicBezTo>
                <a:lnTo>
                  <a:pt x="6883947" y="3272599"/>
                </a:lnTo>
                <a:cubicBezTo>
                  <a:pt x="6883751" y="3272862"/>
                  <a:pt x="6883159" y="3273059"/>
                  <a:pt x="6883159" y="3273059"/>
                </a:cubicBezTo>
                <a:lnTo>
                  <a:pt x="6874095" y="3273059"/>
                </a:lnTo>
                <a:cubicBezTo>
                  <a:pt x="6873768" y="3273059"/>
                  <a:pt x="6873307" y="3272599"/>
                  <a:pt x="6873307" y="3272599"/>
                </a:cubicBezTo>
                <a:lnTo>
                  <a:pt x="6868775" y="3264716"/>
                </a:lnTo>
                <a:cubicBezTo>
                  <a:pt x="6868644" y="3264455"/>
                  <a:pt x="6868775" y="3263863"/>
                  <a:pt x="6868775" y="3263863"/>
                </a:cubicBezTo>
                <a:lnTo>
                  <a:pt x="6873307" y="3255981"/>
                </a:lnTo>
                <a:cubicBezTo>
                  <a:pt x="6873504" y="3255719"/>
                  <a:pt x="6874095" y="3255521"/>
                  <a:pt x="6874095" y="3255521"/>
                </a:cubicBezTo>
                <a:close/>
                <a:moveTo>
                  <a:pt x="6619714" y="3255521"/>
                </a:moveTo>
                <a:lnTo>
                  <a:pt x="6628778" y="3255521"/>
                </a:lnTo>
                <a:cubicBezTo>
                  <a:pt x="6629107" y="3255521"/>
                  <a:pt x="6629566" y="3255981"/>
                  <a:pt x="6629566" y="3255981"/>
                </a:cubicBezTo>
                <a:lnTo>
                  <a:pt x="6634099" y="3263863"/>
                </a:lnTo>
                <a:cubicBezTo>
                  <a:pt x="6634230" y="3264126"/>
                  <a:pt x="6634099" y="3264716"/>
                  <a:pt x="6634099" y="3264716"/>
                </a:cubicBezTo>
                <a:lnTo>
                  <a:pt x="6629566" y="3272599"/>
                </a:lnTo>
                <a:cubicBezTo>
                  <a:pt x="6629369" y="3272862"/>
                  <a:pt x="6628778" y="3273059"/>
                  <a:pt x="6628778" y="3273059"/>
                </a:cubicBezTo>
                <a:lnTo>
                  <a:pt x="6619714" y="3273059"/>
                </a:lnTo>
                <a:cubicBezTo>
                  <a:pt x="6619387" y="3273059"/>
                  <a:pt x="6618926" y="3272599"/>
                  <a:pt x="6618926" y="3272599"/>
                </a:cubicBezTo>
                <a:lnTo>
                  <a:pt x="6614394" y="3264716"/>
                </a:lnTo>
                <a:cubicBezTo>
                  <a:pt x="6614263" y="3264455"/>
                  <a:pt x="6614394" y="3263863"/>
                  <a:pt x="6614394" y="3263863"/>
                </a:cubicBezTo>
                <a:lnTo>
                  <a:pt x="6618926" y="3255981"/>
                </a:lnTo>
                <a:cubicBezTo>
                  <a:pt x="6619123" y="3255719"/>
                  <a:pt x="6619714" y="3255521"/>
                  <a:pt x="6619714" y="3255521"/>
                </a:cubicBezTo>
                <a:close/>
                <a:moveTo>
                  <a:pt x="6365334" y="3255521"/>
                </a:moveTo>
                <a:lnTo>
                  <a:pt x="6374397" y="3255521"/>
                </a:lnTo>
                <a:cubicBezTo>
                  <a:pt x="6374727" y="3255521"/>
                  <a:pt x="6375186" y="3255981"/>
                  <a:pt x="6375186" y="3255981"/>
                </a:cubicBezTo>
                <a:lnTo>
                  <a:pt x="6379718" y="3263863"/>
                </a:lnTo>
                <a:cubicBezTo>
                  <a:pt x="6379849" y="3264126"/>
                  <a:pt x="6379718" y="3264716"/>
                  <a:pt x="6379718" y="3264716"/>
                </a:cubicBezTo>
                <a:lnTo>
                  <a:pt x="6375186" y="3272599"/>
                </a:lnTo>
                <a:cubicBezTo>
                  <a:pt x="6374988" y="3272862"/>
                  <a:pt x="6374397" y="3273059"/>
                  <a:pt x="6374397" y="3273059"/>
                </a:cubicBezTo>
                <a:lnTo>
                  <a:pt x="6365334" y="3273059"/>
                </a:lnTo>
                <a:cubicBezTo>
                  <a:pt x="6365005" y="3273059"/>
                  <a:pt x="6364546" y="3272599"/>
                  <a:pt x="6364546" y="3272599"/>
                </a:cubicBezTo>
                <a:lnTo>
                  <a:pt x="6360014" y="3264716"/>
                </a:lnTo>
                <a:cubicBezTo>
                  <a:pt x="6359882" y="3264455"/>
                  <a:pt x="6360014" y="3263863"/>
                  <a:pt x="6360014" y="3263863"/>
                </a:cubicBezTo>
                <a:lnTo>
                  <a:pt x="6364546" y="3255981"/>
                </a:lnTo>
                <a:cubicBezTo>
                  <a:pt x="6364743" y="3255719"/>
                  <a:pt x="6365334" y="3255521"/>
                  <a:pt x="6365334" y="3255521"/>
                </a:cubicBezTo>
                <a:close/>
                <a:moveTo>
                  <a:pt x="6110888" y="3255521"/>
                </a:moveTo>
                <a:lnTo>
                  <a:pt x="6119953" y="3255521"/>
                </a:lnTo>
                <a:cubicBezTo>
                  <a:pt x="6120280" y="3255521"/>
                  <a:pt x="6120740" y="3255981"/>
                  <a:pt x="6120740" y="3255981"/>
                </a:cubicBezTo>
                <a:lnTo>
                  <a:pt x="6125272" y="3263863"/>
                </a:lnTo>
                <a:cubicBezTo>
                  <a:pt x="6125403" y="3264126"/>
                  <a:pt x="6125272" y="3264716"/>
                  <a:pt x="6125272" y="3264716"/>
                </a:cubicBezTo>
                <a:lnTo>
                  <a:pt x="6120740" y="3272599"/>
                </a:lnTo>
                <a:cubicBezTo>
                  <a:pt x="6120543" y="3272862"/>
                  <a:pt x="6119953" y="3273059"/>
                  <a:pt x="6119953" y="3273059"/>
                </a:cubicBezTo>
                <a:lnTo>
                  <a:pt x="6110888" y="3273059"/>
                </a:lnTo>
                <a:cubicBezTo>
                  <a:pt x="6110560" y="3273059"/>
                  <a:pt x="6110101" y="3272599"/>
                  <a:pt x="6110101" y="3272599"/>
                </a:cubicBezTo>
                <a:lnTo>
                  <a:pt x="6105567" y="3264716"/>
                </a:lnTo>
                <a:cubicBezTo>
                  <a:pt x="6105436" y="3264455"/>
                  <a:pt x="6105567" y="3263863"/>
                  <a:pt x="6105567" y="3263863"/>
                </a:cubicBezTo>
                <a:lnTo>
                  <a:pt x="6110101" y="3255981"/>
                </a:lnTo>
                <a:cubicBezTo>
                  <a:pt x="6110296" y="3255719"/>
                  <a:pt x="6110888" y="3255521"/>
                  <a:pt x="6110888" y="3255521"/>
                </a:cubicBezTo>
                <a:close/>
                <a:moveTo>
                  <a:pt x="5856508" y="3255521"/>
                </a:moveTo>
                <a:lnTo>
                  <a:pt x="5865571" y="3255521"/>
                </a:lnTo>
                <a:cubicBezTo>
                  <a:pt x="5865900" y="3255521"/>
                  <a:pt x="5866359" y="3255981"/>
                  <a:pt x="5866359" y="3255981"/>
                </a:cubicBezTo>
                <a:lnTo>
                  <a:pt x="5870891" y="3263863"/>
                </a:lnTo>
                <a:cubicBezTo>
                  <a:pt x="5871023" y="3264126"/>
                  <a:pt x="5870891" y="3264716"/>
                  <a:pt x="5870891" y="3264716"/>
                </a:cubicBezTo>
                <a:lnTo>
                  <a:pt x="5866359" y="3272599"/>
                </a:lnTo>
                <a:cubicBezTo>
                  <a:pt x="5866163" y="3272862"/>
                  <a:pt x="5865571" y="3273059"/>
                  <a:pt x="5865571" y="3273059"/>
                </a:cubicBezTo>
                <a:lnTo>
                  <a:pt x="5856508" y="3273059"/>
                </a:lnTo>
                <a:cubicBezTo>
                  <a:pt x="5856178" y="3273059"/>
                  <a:pt x="5855720" y="3272599"/>
                  <a:pt x="5855720" y="3272599"/>
                </a:cubicBezTo>
                <a:lnTo>
                  <a:pt x="5851187" y="3264716"/>
                </a:lnTo>
                <a:cubicBezTo>
                  <a:pt x="5851055" y="3264455"/>
                  <a:pt x="5851187" y="3263863"/>
                  <a:pt x="5851187" y="3263863"/>
                </a:cubicBezTo>
                <a:lnTo>
                  <a:pt x="5855720" y="3255981"/>
                </a:lnTo>
                <a:cubicBezTo>
                  <a:pt x="5855916" y="3255719"/>
                  <a:pt x="5856508" y="3255521"/>
                  <a:pt x="5856508" y="3255521"/>
                </a:cubicBezTo>
                <a:close/>
                <a:moveTo>
                  <a:pt x="5602126" y="3255521"/>
                </a:moveTo>
                <a:lnTo>
                  <a:pt x="5611191" y="3255521"/>
                </a:lnTo>
                <a:cubicBezTo>
                  <a:pt x="5611519" y="3255521"/>
                  <a:pt x="5611979" y="3255981"/>
                  <a:pt x="5611979" y="3255981"/>
                </a:cubicBezTo>
                <a:lnTo>
                  <a:pt x="5616511" y="3263863"/>
                </a:lnTo>
                <a:cubicBezTo>
                  <a:pt x="5616642" y="3264126"/>
                  <a:pt x="5616511" y="3264716"/>
                  <a:pt x="5616511" y="3264716"/>
                </a:cubicBezTo>
                <a:lnTo>
                  <a:pt x="5611979" y="3272599"/>
                </a:lnTo>
                <a:cubicBezTo>
                  <a:pt x="5611782" y="3272862"/>
                  <a:pt x="5611191" y="3273059"/>
                  <a:pt x="5611191" y="3273059"/>
                </a:cubicBezTo>
                <a:lnTo>
                  <a:pt x="5602126" y="3273059"/>
                </a:lnTo>
                <a:cubicBezTo>
                  <a:pt x="5601798" y="3273059"/>
                  <a:pt x="5601338" y="3272599"/>
                  <a:pt x="5601338" y="3272599"/>
                </a:cubicBezTo>
                <a:lnTo>
                  <a:pt x="5596807" y="3264716"/>
                </a:lnTo>
                <a:cubicBezTo>
                  <a:pt x="5596675" y="3264455"/>
                  <a:pt x="5596807" y="3263863"/>
                  <a:pt x="5596807" y="3263863"/>
                </a:cubicBezTo>
                <a:lnTo>
                  <a:pt x="5601338" y="3255981"/>
                </a:lnTo>
                <a:cubicBezTo>
                  <a:pt x="5601536" y="3255719"/>
                  <a:pt x="5602126" y="3255521"/>
                  <a:pt x="5602126" y="3255521"/>
                </a:cubicBezTo>
                <a:close/>
                <a:moveTo>
                  <a:pt x="5347746" y="3255521"/>
                </a:moveTo>
                <a:lnTo>
                  <a:pt x="5356810" y="3255521"/>
                </a:lnTo>
                <a:cubicBezTo>
                  <a:pt x="5357138" y="3255521"/>
                  <a:pt x="5357598" y="3255981"/>
                  <a:pt x="5357598" y="3255981"/>
                </a:cubicBezTo>
                <a:lnTo>
                  <a:pt x="5362130" y="3263863"/>
                </a:lnTo>
                <a:cubicBezTo>
                  <a:pt x="5362261" y="3264126"/>
                  <a:pt x="5362130" y="3264716"/>
                  <a:pt x="5362130" y="3264716"/>
                </a:cubicBezTo>
                <a:lnTo>
                  <a:pt x="5357598" y="3272599"/>
                </a:lnTo>
                <a:cubicBezTo>
                  <a:pt x="5357401" y="3272862"/>
                  <a:pt x="5356810" y="3273059"/>
                  <a:pt x="5356810" y="3273059"/>
                </a:cubicBezTo>
                <a:lnTo>
                  <a:pt x="5347746" y="3273059"/>
                </a:lnTo>
                <a:cubicBezTo>
                  <a:pt x="5347418" y="3273059"/>
                  <a:pt x="5346958" y="3272599"/>
                  <a:pt x="5346958" y="3272599"/>
                </a:cubicBezTo>
                <a:lnTo>
                  <a:pt x="5342425" y="3264716"/>
                </a:lnTo>
                <a:cubicBezTo>
                  <a:pt x="5342295" y="3264455"/>
                  <a:pt x="5342425" y="3263863"/>
                  <a:pt x="5342425" y="3263863"/>
                </a:cubicBezTo>
                <a:lnTo>
                  <a:pt x="5346958" y="3255981"/>
                </a:lnTo>
                <a:cubicBezTo>
                  <a:pt x="5347154" y="3255719"/>
                  <a:pt x="5347746" y="3255521"/>
                  <a:pt x="5347746" y="3255521"/>
                </a:cubicBezTo>
                <a:close/>
                <a:moveTo>
                  <a:pt x="5093300" y="3255521"/>
                </a:moveTo>
                <a:lnTo>
                  <a:pt x="5102364" y="3255521"/>
                </a:lnTo>
                <a:cubicBezTo>
                  <a:pt x="5102693" y="3255521"/>
                  <a:pt x="5103153" y="3255981"/>
                  <a:pt x="5103153" y="3255981"/>
                </a:cubicBezTo>
                <a:lnTo>
                  <a:pt x="5107684" y="3263863"/>
                </a:lnTo>
                <a:cubicBezTo>
                  <a:pt x="5107815" y="3264126"/>
                  <a:pt x="5107684" y="3264716"/>
                  <a:pt x="5107684" y="3264716"/>
                </a:cubicBezTo>
                <a:lnTo>
                  <a:pt x="5103153" y="3272599"/>
                </a:lnTo>
                <a:cubicBezTo>
                  <a:pt x="5102955" y="3272862"/>
                  <a:pt x="5102364" y="3273059"/>
                  <a:pt x="5102364" y="3273059"/>
                </a:cubicBezTo>
                <a:lnTo>
                  <a:pt x="5093300" y="3273059"/>
                </a:lnTo>
                <a:cubicBezTo>
                  <a:pt x="5092972" y="3273059"/>
                  <a:pt x="5092512" y="3272599"/>
                  <a:pt x="5092512" y="3272599"/>
                </a:cubicBezTo>
                <a:lnTo>
                  <a:pt x="5087979" y="3264716"/>
                </a:lnTo>
                <a:cubicBezTo>
                  <a:pt x="5087848" y="3264455"/>
                  <a:pt x="5087979" y="3263863"/>
                  <a:pt x="5087979" y="3263863"/>
                </a:cubicBezTo>
                <a:lnTo>
                  <a:pt x="5092512" y="3255981"/>
                </a:lnTo>
                <a:cubicBezTo>
                  <a:pt x="5092708" y="3255719"/>
                  <a:pt x="5093300" y="3255521"/>
                  <a:pt x="5093300" y="3255521"/>
                </a:cubicBezTo>
                <a:close/>
                <a:moveTo>
                  <a:pt x="4838919" y="3255521"/>
                </a:moveTo>
                <a:lnTo>
                  <a:pt x="4847982" y="3255521"/>
                </a:lnTo>
                <a:cubicBezTo>
                  <a:pt x="4848311" y="3255521"/>
                  <a:pt x="4848772" y="3255981"/>
                  <a:pt x="4848772" y="3255981"/>
                </a:cubicBezTo>
                <a:lnTo>
                  <a:pt x="4853303" y="3263863"/>
                </a:lnTo>
                <a:cubicBezTo>
                  <a:pt x="4853435" y="3264126"/>
                  <a:pt x="4853303" y="3264716"/>
                  <a:pt x="4853303" y="3264716"/>
                </a:cubicBezTo>
                <a:lnTo>
                  <a:pt x="4848772" y="3272599"/>
                </a:lnTo>
                <a:cubicBezTo>
                  <a:pt x="4848575" y="3272862"/>
                  <a:pt x="4847982" y="3273059"/>
                  <a:pt x="4847982" y="3273059"/>
                </a:cubicBezTo>
                <a:lnTo>
                  <a:pt x="4838919" y="3273059"/>
                </a:lnTo>
                <a:cubicBezTo>
                  <a:pt x="4838590" y="3273059"/>
                  <a:pt x="4838132" y="3272599"/>
                  <a:pt x="4838132" y="3272599"/>
                </a:cubicBezTo>
                <a:lnTo>
                  <a:pt x="4833598" y="3264716"/>
                </a:lnTo>
                <a:cubicBezTo>
                  <a:pt x="4833467" y="3264455"/>
                  <a:pt x="4833598" y="3263863"/>
                  <a:pt x="4833598" y="3263863"/>
                </a:cubicBezTo>
                <a:lnTo>
                  <a:pt x="4838132" y="3255981"/>
                </a:lnTo>
                <a:cubicBezTo>
                  <a:pt x="4838328" y="3255719"/>
                  <a:pt x="4838919" y="3255521"/>
                  <a:pt x="4838919" y="3255521"/>
                </a:cubicBezTo>
                <a:close/>
                <a:moveTo>
                  <a:pt x="4584538" y="3255521"/>
                </a:moveTo>
                <a:lnTo>
                  <a:pt x="4593603" y="3255521"/>
                </a:lnTo>
                <a:cubicBezTo>
                  <a:pt x="4593932" y="3255521"/>
                  <a:pt x="4594390" y="3255981"/>
                  <a:pt x="4594390" y="3255981"/>
                </a:cubicBezTo>
                <a:lnTo>
                  <a:pt x="4598922" y="3263863"/>
                </a:lnTo>
                <a:cubicBezTo>
                  <a:pt x="4599054" y="3264126"/>
                  <a:pt x="4598922" y="3264716"/>
                  <a:pt x="4598922" y="3264716"/>
                </a:cubicBezTo>
                <a:lnTo>
                  <a:pt x="4594390" y="3272599"/>
                </a:lnTo>
                <a:cubicBezTo>
                  <a:pt x="4594193" y="3272862"/>
                  <a:pt x="4593603" y="3273059"/>
                  <a:pt x="4593603" y="3273059"/>
                </a:cubicBezTo>
                <a:lnTo>
                  <a:pt x="4584538" y="3273059"/>
                </a:lnTo>
                <a:cubicBezTo>
                  <a:pt x="4584210" y="3273059"/>
                  <a:pt x="4583749" y="3272599"/>
                  <a:pt x="4583749" y="3272599"/>
                </a:cubicBezTo>
                <a:lnTo>
                  <a:pt x="4579218" y="3264716"/>
                </a:lnTo>
                <a:cubicBezTo>
                  <a:pt x="4579087" y="3264455"/>
                  <a:pt x="4579218" y="3263863"/>
                  <a:pt x="4579218" y="3263863"/>
                </a:cubicBezTo>
                <a:lnTo>
                  <a:pt x="4583749" y="3255981"/>
                </a:lnTo>
                <a:cubicBezTo>
                  <a:pt x="4583948" y="3255719"/>
                  <a:pt x="4584538" y="3255521"/>
                  <a:pt x="4584538" y="3255521"/>
                </a:cubicBezTo>
                <a:close/>
                <a:moveTo>
                  <a:pt x="4330157" y="3255521"/>
                </a:moveTo>
                <a:lnTo>
                  <a:pt x="4339222" y="3255521"/>
                </a:lnTo>
                <a:cubicBezTo>
                  <a:pt x="4339550" y="3255521"/>
                  <a:pt x="4340010" y="3255981"/>
                  <a:pt x="4340010" y="3255981"/>
                </a:cubicBezTo>
                <a:lnTo>
                  <a:pt x="4344540" y="3263863"/>
                </a:lnTo>
                <a:cubicBezTo>
                  <a:pt x="4344672" y="3264126"/>
                  <a:pt x="4344540" y="3264716"/>
                  <a:pt x="4344540" y="3264716"/>
                </a:cubicBezTo>
                <a:lnTo>
                  <a:pt x="4340010" y="3272599"/>
                </a:lnTo>
                <a:cubicBezTo>
                  <a:pt x="4339812" y="3272862"/>
                  <a:pt x="4339222" y="3273059"/>
                  <a:pt x="4339222" y="3273059"/>
                </a:cubicBezTo>
                <a:lnTo>
                  <a:pt x="4330157" y="3273059"/>
                </a:lnTo>
                <a:cubicBezTo>
                  <a:pt x="4329829" y="3273059"/>
                  <a:pt x="4329369" y="3272599"/>
                  <a:pt x="4329369" y="3272599"/>
                </a:cubicBezTo>
                <a:lnTo>
                  <a:pt x="4324836" y="3264716"/>
                </a:lnTo>
                <a:cubicBezTo>
                  <a:pt x="4324706" y="3264455"/>
                  <a:pt x="4324836" y="3263863"/>
                  <a:pt x="4324836" y="3263863"/>
                </a:cubicBezTo>
                <a:lnTo>
                  <a:pt x="4329369" y="3255981"/>
                </a:lnTo>
                <a:cubicBezTo>
                  <a:pt x="4329565" y="3255719"/>
                  <a:pt x="4330157" y="3255521"/>
                  <a:pt x="4330157" y="3255521"/>
                </a:cubicBezTo>
                <a:close/>
                <a:moveTo>
                  <a:pt x="4075825" y="3255521"/>
                </a:moveTo>
                <a:lnTo>
                  <a:pt x="4084889" y="3255521"/>
                </a:lnTo>
                <a:cubicBezTo>
                  <a:pt x="4085217" y="3255521"/>
                  <a:pt x="4085677" y="3255981"/>
                  <a:pt x="4085677" y="3255981"/>
                </a:cubicBezTo>
                <a:lnTo>
                  <a:pt x="4090210" y="3263863"/>
                </a:lnTo>
                <a:cubicBezTo>
                  <a:pt x="4090341" y="3264126"/>
                  <a:pt x="4090210" y="3264716"/>
                  <a:pt x="4090210" y="3264716"/>
                </a:cubicBezTo>
                <a:lnTo>
                  <a:pt x="4085677" y="3272599"/>
                </a:lnTo>
                <a:cubicBezTo>
                  <a:pt x="4085479" y="3272862"/>
                  <a:pt x="4084889" y="3273059"/>
                  <a:pt x="4084889" y="3273059"/>
                </a:cubicBezTo>
                <a:lnTo>
                  <a:pt x="4075825" y="3273059"/>
                </a:lnTo>
                <a:cubicBezTo>
                  <a:pt x="4075499" y="3273059"/>
                  <a:pt x="4075038" y="3272599"/>
                  <a:pt x="4075038" y="3272599"/>
                </a:cubicBezTo>
                <a:lnTo>
                  <a:pt x="4070503" y="3264716"/>
                </a:lnTo>
                <a:cubicBezTo>
                  <a:pt x="4070372" y="3264455"/>
                  <a:pt x="4070503" y="3263863"/>
                  <a:pt x="4070503" y="3263863"/>
                </a:cubicBezTo>
                <a:lnTo>
                  <a:pt x="4075038" y="3255981"/>
                </a:lnTo>
                <a:cubicBezTo>
                  <a:pt x="4075234" y="3255719"/>
                  <a:pt x="4075825" y="3255521"/>
                  <a:pt x="4075825" y="3255521"/>
                </a:cubicBezTo>
                <a:close/>
                <a:moveTo>
                  <a:pt x="3821617" y="3255521"/>
                </a:moveTo>
                <a:lnTo>
                  <a:pt x="3830678" y="3255521"/>
                </a:lnTo>
                <a:cubicBezTo>
                  <a:pt x="3831006" y="3255521"/>
                  <a:pt x="3831467" y="3255981"/>
                  <a:pt x="3831467" y="3255981"/>
                </a:cubicBezTo>
                <a:lnTo>
                  <a:pt x="3836001" y="3263863"/>
                </a:lnTo>
                <a:cubicBezTo>
                  <a:pt x="3836134" y="3264126"/>
                  <a:pt x="3836001" y="3264716"/>
                  <a:pt x="3836001" y="3264716"/>
                </a:cubicBezTo>
                <a:lnTo>
                  <a:pt x="3831467" y="3272599"/>
                </a:lnTo>
                <a:cubicBezTo>
                  <a:pt x="3831271" y="3272862"/>
                  <a:pt x="3830678" y="3273059"/>
                  <a:pt x="3830678" y="3273059"/>
                </a:cubicBezTo>
                <a:lnTo>
                  <a:pt x="3821617" y="3273059"/>
                </a:lnTo>
                <a:cubicBezTo>
                  <a:pt x="3821286" y="3273059"/>
                  <a:pt x="3820826" y="3272599"/>
                  <a:pt x="3820826" y="3272599"/>
                </a:cubicBezTo>
                <a:lnTo>
                  <a:pt x="3816294" y="3264716"/>
                </a:lnTo>
                <a:cubicBezTo>
                  <a:pt x="3816163" y="3264455"/>
                  <a:pt x="3816294" y="3263863"/>
                  <a:pt x="3816294" y="3263863"/>
                </a:cubicBezTo>
                <a:lnTo>
                  <a:pt x="3820826" y="3255981"/>
                </a:lnTo>
                <a:cubicBezTo>
                  <a:pt x="3821024" y="3255719"/>
                  <a:pt x="3821617" y="3255521"/>
                  <a:pt x="3821617" y="3255521"/>
                </a:cubicBezTo>
                <a:close/>
                <a:moveTo>
                  <a:pt x="3566958" y="3255521"/>
                </a:moveTo>
                <a:lnTo>
                  <a:pt x="3576023" y="3255521"/>
                </a:lnTo>
                <a:cubicBezTo>
                  <a:pt x="3576351" y="3255521"/>
                  <a:pt x="3576811" y="3255981"/>
                  <a:pt x="3576811" y="3255981"/>
                </a:cubicBezTo>
                <a:lnTo>
                  <a:pt x="3581342" y="3263863"/>
                </a:lnTo>
                <a:cubicBezTo>
                  <a:pt x="3581473" y="3264126"/>
                  <a:pt x="3581342" y="3264716"/>
                  <a:pt x="3581342" y="3264716"/>
                </a:cubicBezTo>
                <a:lnTo>
                  <a:pt x="3576811" y="3272599"/>
                </a:lnTo>
                <a:cubicBezTo>
                  <a:pt x="3576614" y="3272862"/>
                  <a:pt x="3576023" y="3273059"/>
                  <a:pt x="3576023" y="3273059"/>
                </a:cubicBezTo>
                <a:lnTo>
                  <a:pt x="3566958" y="3273059"/>
                </a:lnTo>
                <a:cubicBezTo>
                  <a:pt x="3566630" y="3273059"/>
                  <a:pt x="3566170" y="3272599"/>
                  <a:pt x="3566170" y="3272599"/>
                </a:cubicBezTo>
                <a:lnTo>
                  <a:pt x="3561638" y="3264716"/>
                </a:lnTo>
                <a:cubicBezTo>
                  <a:pt x="3561507" y="3264455"/>
                  <a:pt x="3561638" y="3263863"/>
                  <a:pt x="3561638" y="3263863"/>
                </a:cubicBezTo>
                <a:lnTo>
                  <a:pt x="3566170" y="3255981"/>
                </a:lnTo>
                <a:cubicBezTo>
                  <a:pt x="3566367" y="3255719"/>
                  <a:pt x="3566958" y="3255521"/>
                  <a:pt x="3566958" y="3255521"/>
                </a:cubicBezTo>
                <a:close/>
                <a:moveTo>
                  <a:pt x="3312606" y="3255521"/>
                </a:moveTo>
                <a:lnTo>
                  <a:pt x="3321670" y="3255521"/>
                </a:lnTo>
                <a:cubicBezTo>
                  <a:pt x="3321998" y="3255521"/>
                  <a:pt x="3322458" y="3255981"/>
                  <a:pt x="3322458" y="3255981"/>
                </a:cubicBezTo>
                <a:lnTo>
                  <a:pt x="3326989" y="3263863"/>
                </a:lnTo>
                <a:cubicBezTo>
                  <a:pt x="3327121" y="3264126"/>
                  <a:pt x="3326989" y="3264716"/>
                  <a:pt x="3326989" y="3264716"/>
                </a:cubicBezTo>
                <a:lnTo>
                  <a:pt x="3322458" y="3272599"/>
                </a:lnTo>
                <a:cubicBezTo>
                  <a:pt x="3322261" y="3272862"/>
                  <a:pt x="3321670" y="3273059"/>
                  <a:pt x="3321670" y="3273059"/>
                </a:cubicBezTo>
                <a:lnTo>
                  <a:pt x="3312606" y="3273059"/>
                </a:lnTo>
                <a:cubicBezTo>
                  <a:pt x="3312276" y="3273059"/>
                  <a:pt x="3311818" y="3272599"/>
                  <a:pt x="3311818" y="3272599"/>
                </a:cubicBezTo>
                <a:lnTo>
                  <a:pt x="3307285" y="3264716"/>
                </a:lnTo>
                <a:cubicBezTo>
                  <a:pt x="3307154" y="3264455"/>
                  <a:pt x="3307285" y="3263863"/>
                  <a:pt x="3307285" y="3263863"/>
                </a:cubicBezTo>
                <a:lnTo>
                  <a:pt x="3311818" y="3255981"/>
                </a:lnTo>
                <a:cubicBezTo>
                  <a:pt x="3312014" y="3255719"/>
                  <a:pt x="3312606" y="3255521"/>
                  <a:pt x="3312606" y="3255521"/>
                </a:cubicBezTo>
                <a:close/>
                <a:moveTo>
                  <a:pt x="3058220" y="3255521"/>
                </a:moveTo>
                <a:lnTo>
                  <a:pt x="3067285" y="3255521"/>
                </a:lnTo>
                <a:cubicBezTo>
                  <a:pt x="3067613" y="3255521"/>
                  <a:pt x="3068072" y="3255981"/>
                  <a:pt x="3068072" y="3255981"/>
                </a:cubicBezTo>
                <a:lnTo>
                  <a:pt x="3072604" y="3263863"/>
                </a:lnTo>
                <a:cubicBezTo>
                  <a:pt x="3072736" y="3264126"/>
                  <a:pt x="3072604" y="3264716"/>
                  <a:pt x="3072604" y="3264716"/>
                </a:cubicBezTo>
                <a:lnTo>
                  <a:pt x="3068072" y="3272599"/>
                </a:lnTo>
                <a:cubicBezTo>
                  <a:pt x="3067876" y="3272862"/>
                  <a:pt x="3067285" y="3273059"/>
                  <a:pt x="3067285" y="3273059"/>
                </a:cubicBezTo>
                <a:lnTo>
                  <a:pt x="3058220" y="3273059"/>
                </a:lnTo>
                <a:cubicBezTo>
                  <a:pt x="3057891" y="3273059"/>
                  <a:pt x="3057432" y="3272599"/>
                  <a:pt x="3057432" y="3272599"/>
                </a:cubicBezTo>
                <a:lnTo>
                  <a:pt x="3052900" y="3264716"/>
                </a:lnTo>
                <a:cubicBezTo>
                  <a:pt x="3052768" y="3264455"/>
                  <a:pt x="3052900" y="3263863"/>
                  <a:pt x="3052900" y="3263863"/>
                </a:cubicBezTo>
                <a:lnTo>
                  <a:pt x="3057432" y="3255981"/>
                </a:lnTo>
                <a:cubicBezTo>
                  <a:pt x="3057631" y="3255719"/>
                  <a:pt x="3058220" y="3255521"/>
                  <a:pt x="3058220" y="3255521"/>
                </a:cubicBezTo>
                <a:close/>
                <a:moveTo>
                  <a:pt x="2803911" y="3255521"/>
                </a:moveTo>
                <a:lnTo>
                  <a:pt x="2812976" y="3255521"/>
                </a:lnTo>
                <a:cubicBezTo>
                  <a:pt x="2813304" y="3255521"/>
                  <a:pt x="2813764" y="3255981"/>
                  <a:pt x="2813764" y="3255981"/>
                </a:cubicBezTo>
                <a:lnTo>
                  <a:pt x="2818296" y="3263863"/>
                </a:lnTo>
                <a:cubicBezTo>
                  <a:pt x="2818428" y="3264126"/>
                  <a:pt x="2818296" y="3264716"/>
                  <a:pt x="2818296" y="3264716"/>
                </a:cubicBezTo>
                <a:lnTo>
                  <a:pt x="2813764" y="3272599"/>
                </a:lnTo>
                <a:cubicBezTo>
                  <a:pt x="2813567" y="3272862"/>
                  <a:pt x="2812976" y="3273059"/>
                  <a:pt x="2812976" y="3273059"/>
                </a:cubicBezTo>
                <a:lnTo>
                  <a:pt x="2803911" y="3273059"/>
                </a:lnTo>
                <a:cubicBezTo>
                  <a:pt x="2803583" y="3273059"/>
                  <a:pt x="2803123" y="3272599"/>
                  <a:pt x="2803123" y="3272599"/>
                </a:cubicBezTo>
                <a:lnTo>
                  <a:pt x="2798591" y="3264716"/>
                </a:lnTo>
                <a:cubicBezTo>
                  <a:pt x="2798460" y="3264455"/>
                  <a:pt x="2798591" y="3263863"/>
                  <a:pt x="2798591" y="3263863"/>
                </a:cubicBezTo>
                <a:lnTo>
                  <a:pt x="2803123" y="3255981"/>
                </a:lnTo>
                <a:cubicBezTo>
                  <a:pt x="2803320" y="3255719"/>
                  <a:pt x="2803911" y="3255521"/>
                  <a:pt x="2803911" y="3255521"/>
                </a:cubicBezTo>
                <a:close/>
                <a:moveTo>
                  <a:pt x="2549529" y="3255521"/>
                </a:moveTo>
                <a:lnTo>
                  <a:pt x="2558594" y="3255521"/>
                </a:lnTo>
                <a:cubicBezTo>
                  <a:pt x="2558923" y="3255521"/>
                  <a:pt x="2559382" y="3255981"/>
                  <a:pt x="2559382" y="3255981"/>
                </a:cubicBezTo>
                <a:lnTo>
                  <a:pt x="2563914" y="3263863"/>
                </a:lnTo>
                <a:cubicBezTo>
                  <a:pt x="2564046" y="3264126"/>
                  <a:pt x="2563914" y="3264716"/>
                  <a:pt x="2563914" y="3264716"/>
                </a:cubicBezTo>
                <a:lnTo>
                  <a:pt x="2559382" y="3272599"/>
                </a:lnTo>
                <a:cubicBezTo>
                  <a:pt x="2559185" y="3272862"/>
                  <a:pt x="2558594" y="3273059"/>
                  <a:pt x="2558594" y="3273059"/>
                </a:cubicBezTo>
                <a:lnTo>
                  <a:pt x="2549529" y="3273059"/>
                </a:lnTo>
                <a:cubicBezTo>
                  <a:pt x="2549201" y="3273059"/>
                  <a:pt x="2548740" y="3272599"/>
                  <a:pt x="2548740" y="3272599"/>
                </a:cubicBezTo>
                <a:lnTo>
                  <a:pt x="2544210" y="3264716"/>
                </a:lnTo>
                <a:cubicBezTo>
                  <a:pt x="2544078" y="3264455"/>
                  <a:pt x="2544210" y="3263863"/>
                  <a:pt x="2544210" y="3263863"/>
                </a:cubicBezTo>
                <a:lnTo>
                  <a:pt x="2548740" y="3255981"/>
                </a:lnTo>
                <a:cubicBezTo>
                  <a:pt x="2548937" y="3255719"/>
                  <a:pt x="2549529" y="3255521"/>
                  <a:pt x="2549529" y="3255521"/>
                </a:cubicBezTo>
                <a:close/>
                <a:moveTo>
                  <a:pt x="2295036" y="3255521"/>
                </a:moveTo>
                <a:lnTo>
                  <a:pt x="2304101" y="3255521"/>
                </a:lnTo>
                <a:cubicBezTo>
                  <a:pt x="2304429" y="3255521"/>
                  <a:pt x="2304889" y="3255981"/>
                  <a:pt x="2304889" y="3255981"/>
                </a:cubicBezTo>
                <a:lnTo>
                  <a:pt x="2309419" y="3263863"/>
                </a:lnTo>
                <a:cubicBezTo>
                  <a:pt x="2309551" y="3264126"/>
                  <a:pt x="2309419" y="3264716"/>
                  <a:pt x="2309419" y="3264716"/>
                </a:cubicBezTo>
                <a:lnTo>
                  <a:pt x="2304889" y="3272599"/>
                </a:lnTo>
                <a:cubicBezTo>
                  <a:pt x="2304692" y="3272862"/>
                  <a:pt x="2304101" y="3273059"/>
                  <a:pt x="2304101" y="3273059"/>
                </a:cubicBezTo>
                <a:lnTo>
                  <a:pt x="2295036" y="3273059"/>
                </a:lnTo>
                <a:cubicBezTo>
                  <a:pt x="2294709" y="3273059"/>
                  <a:pt x="2294247" y="3272599"/>
                  <a:pt x="2294247" y="3272599"/>
                </a:cubicBezTo>
                <a:lnTo>
                  <a:pt x="2289716" y="3264716"/>
                </a:lnTo>
                <a:cubicBezTo>
                  <a:pt x="2289585" y="3264455"/>
                  <a:pt x="2289716" y="3263863"/>
                  <a:pt x="2289716" y="3263863"/>
                </a:cubicBezTo>
                <a:lnTo>
                  <a:pt x="2294247" y="3255981"/>
                </a:lnTo>
                <a:cubicBezTo>
                  <a:pt x="2294444" y="3255719"/>
                  <a:pt x="2295036" y="3255521"/>
                  <a:pt x="2295036" y="3255521"/>
                </a:cubicBezTo>
                <a:close/>
                <a:moveTo>
                  <a:pt x="2040652" y="3255521"/>
                </a:moveTo>
                <a:lnTo>
                  <a:pt x="2049716" y="3255521"/>
                </a:lnTo>
                <a:cubicBezTo>
                  <a:pt x="2050044" y="3255521"/>
                  <a:pt x="2050504" y="3255981"/>
                  <a:pt x="2050504" y="3255981"/>
                </a:cubicBezTo>
                <a:lnTo>
                  <a:pt x="2055037" y="3263863"/>
                </a:lnTo>
                <a:cubicBezTo>
                  <a:pt x="2055168" y="3264126"/>
                  <a:pt x="2055037" y="3264716"/>
                  <a:pt x="2055037" y="3264716"/>
                </a:cubicBezTo>
                <a:lnTo>
                  <a:pt x="2050504" y="3272599"/>
                </a:lnTo>
                <a:cubicBezTo>
                  <a:pt x="2050307" y="3272862"/>
                  <a:pt x="2049716" y="3273059"/>
                  <a:pt x="2049716" y="3273059"/>
                </a:cubicBezTo>
                <a:lnTo>
                  <a:pt x="2040652" y="3273059"/>
                </a:lnTo>
                <a:cubicBezTo>
                  <a:pt x="2040323" y="3273059"/>
                  <a:pt x="2039864" y="3272599"/>
                  <a:pt x="2039864" y="3272599"/>
                </a:cubicBezTo>
                <a:lnTo>
                  <a:pt x="2035330" y="3264716"/>
                </a:lnTo>
                <a:cubicBezTo>
                  <a:pt x="2035199" y="3264455"/>
                  <a:pt x="2035330" y="3263863"/>
                  <a:pt x="2035330" y="3263863"/>
                </a:cubicBezTo>
                <a:lnTo>
                  <a:pt x="2039864" y="3255981"/>
                </a:lnTo>
                <a:cubicBezTo>
                  <a:pt x="2040061" y="3255719"/>
                  <a:pt x="2040652" y="3255521"/>
                  <a:pt x="2040652" y="3255521"/>
                </a:cubicBezTo>
                <a:close/>
                <a:moveTo>
                  <a:pt x="1786338" y="3255521"/>
                </a:moveTo>
                <a:lnTo>
                  <a:pt x="1795401" y="3255521"/>
                </a:lnTo>
                <a:cubicBezTo>
                  <a:pt x="1795729" y="3255521"/>
                  <a:pt x="1796189" y="3255981"/>
                  <a:pt x="1796189" y="3255981"/>
                </a:cubicBezTo>
                <a:lnTo>
                  <a:pt x="1800721" y="3263863"/>
                </a:lnTo>
                <a:cubicBezTo>
                  <a:pt x="1800852" y="3264126"/>
                  <a:pt x="1800721" y="3264716"/>
                  <a:pt x="1800721" y="3264716"/>
                </a:cubicBezTo>
                <a:lnTo>
                  <a:pt x="1796189" y="3272599"/>
                </a:lnTo>
                <a:cubicBezTo>
                  <a:pt x="1795993" y="3272862"/>
                  <a:pt x="1795401" y="3273059"/>
                  <a:pt x="1795401" y="3273059"/>
                </a:cubicBezTo>
                <a:lnTo>
                  <a:pt x="1786338" y="3273059"/>
                </a:lnTo>
                <a:cubicBezTo>
                  <a:pt x="1786010" y="3273059"/>
                  <a:pt x="1785549" y="3272599"/>
                  <a:pt x="1785549" y="3272599"/>
                </a:cubicBezTo>
                <a:lnTo>
                  <a:pt x="1781017" y="3264716"/>
                </a:lnTo>
                <a:cubicBezTo>
                  <a:pt x="1780886" y="3264455"/>
                  <a:pt x="1781017" y="3263863"/>
                  <a:pt x="1781017" y="3263863"/>
                </a:cubicBezTo>
                <a:lnTo>
                  <a:pt x="1785549" y="3255981"/>
                </a:lnTo>
                <a:cubicBezTo>
                  <a:pt x="1785746" y="3255719"/>
                  <a:pt x="1786338" y="3255521"/>
                  <a:pt x="1786338" y="3255521"/>
                </a:cubicBezTo>
                <a:close/>
                <a:moveTo>
                  <a:pt x="1531859" y="3255521"/>
                </a:moveTo>
                <a:lnTo>
                  <a:pt x="1540925" y="3255521"/>
                </a:lnTo>
                <a:cubicBezTo>
                  <a:pt x="1541252" y="3255521"/>
                  <a:pt x="1541711" y="3255981"/>
                  <a:pt x="1541711" y="3255981"/>
                </a:cubicBezTo>
                <a:lnTo>
                  <a:pt x="1546244" y="3263863"/>
                </a:lnTo>
                <a:cubicBezTo>
                  <a:pt x="1546376" y="3264126"/>
                  <a:pt x="1546244" y="3264716"/>
                  <a:pt x="1546244" y="3264716"/>
                </a:cubicBezTo>
                <a:lnTo>
                  <a:pt x="1541711" y="3272599"/>
                </a:lnTo>
                <a:cubicBezTo>
                  <a:pt x="1541515" y="3272862"/>
                  <a:pt x="1540925" y="3273059"/>
                  <a:pt x="1540925" y="3273059"/>
                </a:cubicBezTo>
                <a:lnTo>
                  <a:pt x="1531859" y="3273059"/>
                </a:lnTo>
                <a:cubicBezTo>
                  <a:pt x="1531532" y="3273059"/>
                  <a:pt x="1531072" y="3272599"/>
                  <a:pt x="1531072" y="3272599"/>
                </a:cubicBezTo>
                <a:lnTo>
                  <a:pt x="1526539" y="3264716"/>
                </a:lnTo>
                <a:cubicBezTo>
                  <a:pt x="1526408" y="3264455"/>
                  <a:pt x="1526539" y="3263863"/>
                  <a:pt x="1526539" y="3263863"/>
                </a:cubicBezTo>
                <a:lnTo>
                  <a:pt x="1531072" y="3255981"/>
                </a:lnTo>
                <a:cubicBezTo>
                  <a:pt x="1531268" y="3255719"/>
                  <a:pt x="1531859" y="3255521"/>
                  <a:pt x="1531859" y="3255521"/>
                </a:cubicBezTo>
                <a:close/>
                <a:moveTo>
                  <a:pt x="1277597" y="3255521"/>
                </a:moveTo>
                <a:lnTo>
                  <a:pt x="1286661" y="3255521"/>
                </a:lnTo>
                <a:cubicBezTo>
                  <a:pt x="1286993" y="3255521"/>
                  <a:pt x="1287450" y="3255981"/>
                  <a:pt x="1287450" y="3255981"/>
                </a:cubicBezTo>
                <a:lnTo>
                  <a:pt x="1291983" y="3263863"/>
                </a:lnTo>
                <a:cubicBezTo>
                  <a:pt x="1292115" y="3264126"/>
                  <a:pt x="1291983" y="3264716"/>
                  <a:pt x="1291983" y="3264716"/>
                </a:cubicBezTo>
                <a:lnTo>
                  <a:pt x="1287450" y="3272599"/>
                </a:lnTo>
                <a:cubicBezTo>
                  <a:pt x="1287253" y="3272862"/>
                  <a:pt x="1286661" y="3273059"/>
                  <a:pt x="1286661" y="3273059"/>
                </a:cubicBezTo>
                <a:lnTo>
                  <a:pt x="1277597" y="3273059"/>
                </a:lnTo>
                <a:cubicBezTo>
                  <a:pt x="1277269" y="3273059"/>
                  <a:pt x="1276808" y="3272599"/>
                  <a:pt x="1276808" y="3272599"/>
                </a:cubicBezTo>
                <a:lnTo>
                  <a:pt x="1272280" y="3264716"/>
                </a:lnTo>
                <a:cubicBezTo>
                  <a:pt x="1272147" y="3264455"/>
                  <a:pt x="1272280" y="3263863"/>
                  <a:pt x="1272280" y="3263863"/>
                </a:cubicBezTo>
                <a:lnTo>
                  <a:pt x="1276808" y="3255981"/>
                </a:lnTo>
                <a:cubicBezTo>
                  <a:pt x="1277007" y="3255719"/>
                  <a:pt x="1277597" y="3255521"/>
                  <a:pt x="1277597" y="3255521"/>
                </a:cubicBezTo>
                <a:close/>
                <a:moveTo>
                  <a:pt x="1023111" y="3255521"/>
                </a:moveTo>
                <a:lnTo>
                  <a:pt x="1032175" y="3255521"/>
                </a:lnTo>
                <a:cubicBezTo>
                  <a:pt x="1032504" y="3255521"/>
                  <a:pt x="1032964" y="3255981"/>
                  <a:pt x="1032964" y="3255981"/>
                </a:cubicBezTo>
                <a:lnTo>
                  <a:pt x="1037495" y="3263863"/>
                </a:lnTo>
                <a:cubicBezTo>
                  <a:pt x="1037626" y="3264126"/>
                  <a:pt x="1037495" y="3264716"/>
                  <a:pt x="1037495" y="3264716"/>
                </a:cubicBezTo>
                <a:lnTo>
                  <a:pt x="1032964" y="3272599"/>
                </a:lnTo>
                <a:cubicBezTo>
                  <a:pt x="1032767" y="3272862"/>
                  <a:pt x="1032175" y="3273059"/>
                  <a:pt x="1032175" y="3273059"/>
                </a:cubicBezTo>
                <a:lnTo>
                  <a:pt x="1023111" y="3273059"/>
                </a:lnTo>
                <a:cubicBezTo>
                  <a:pt x="1022781" y="3273059"/>
                  <a:pt x="1022323" y="3272599"/>
                  <a:pt x="1022323" y="3272599"/>
                </a:cubicBezTo>
                <a:lnTo>
                  <a:pt x="1017790" y="3264716"/>
                </a:lnTo>
                <a:cubicBezTo>
                  <a:pt x="1017660" y="3264455"/>
                  <a:pt x="1017790" y="3263863"/>
                  <a:pt x="1017790" y="3263863"/>
                </a:cubicBezTo>
                <a:lnTo>
                  <a:pt x="1022323" y="3255981"/>
                </a:lnTo>
                <a:cubicBezTo>
                  <a:pt x="1022521" y="3255719"/>
                  <a:pt x="1023111" y="3255521"/>
                  <a:pt x="1023111" y="3255521"/>
                </a:cubicBezTo>
                <a:close/>
                <a:moveTo>
                  <a:pt x="768688" y="3255521"/>
                </a:moveTo>
                <a:lnTo>
                  <a:pt x="777751" y="3255521"/>
                </a:lnTo>
                <a:cubicBezTo>
                  <a:pt x="778079" y="3255521"/>
                  <a:pt x="778539" y="3255981"/>
                  <a:pt x="778539" y="3255981"/>
                </a:cubicBezTo>
                <a:lnTo>
                  <a:pt x="783071" y="3263863"/>
                </a:lnTo>
                <a:cubicBezTo>
                  <a:pt x="783202" y="3264126"/>
                  <a:pt x="783071" y="3264716"/>
                  <a:pt x="783071" y="3264716"/>
                </a:cubicBezTo>
                <a:lnTo>
                  <a:pt x="778539" y="3272599"/>
                </a:lnTo>
                <a:cubicBezTo>
                  <a:pt x="778342" y="3272862"/>
                  <a:pt x="777751" y="3273059"/>
                  <a:pt x="777751" y="3273059"/>
                </a:cubicBezTo>
                <a:lnTo>
                  <a:pt x="768688" y="3273059"/>
                </a:lnTo>
                <a:cubicBezTo>
                  <a:pt x="768359" y="3273059"/>
                  <a:pt x="767899" y="3272599"/>
                  <a:pt x="767899" y="3272599"/>
                </a:cubicBezTo>
                <a:lnTo>
                  <a:pt x="763367" y="3264716"/>
                </a:lnTo>
                <a:cubicBezTo>
                  <a:pt x="763235" y="3264455"/>
                  <a:pt x="763367" y="3263863"/>
                  <a:pt x="763367" y="3263863"/>
                </a:cubicBezTo>
                <a:lnTo>
                  <a:pt x="767899" y="3255981"/>
                </a:lnTo>
                <a:cubicBezTo>
                  <a:pt x="768096" y="3255719"/>
                  <a:pt x="768688" y="3255521"/>
                  <a:pt x="768688" y="3255521"/>
                </a:cubicBezTo>
                <a:close/>
                <a:moveTo>
                  <a:pt x="514328" y="3255521"/>
                </a:moveTo>
                <a:lnTo>
                  <a:pt x="523391" y="3255521"/>
                </a:lnTo>
                <a:cubicBezTo>
                  <a:pt x="523720" y="3255521"/>
                  <a:pt x="524179" y="3255981"/>
                  <a:pt x="524179" y="3255981"/>
                </a:cubicBezTo>
                <a:lnTo>
                  <a:pt x="528711" y="3263863"/>
                </a:lnTo>
                <a:cubicBezTo>
                  <a:pt x="528843" y="3264126"/>
                  <a:pt x="528711" y="3264716"/>
                  <a:pt x="528711" y="3264716"/>
                </a:cubicBezTo>
                <a:lnTo>
                  <a:pt x="524179" y="3272599"/>
                </a:lnTo>
                <a:cubicBezTo>
                  <a:pt x="523982" y="3272862"/>
                  <a:pt x="523391" y="3273059"/>
                  <a:pt x="523391" y="3273059"/>
                </a:cubicBezTo>
                <a:lnTo>
                  <a:pt x="514328" y="3273059"/>
                </a:lnTo>
                <a:cubicBezTo>
                  <a:pt x="513998" y="3273059"/>
                  <a:pt x="513539" y="3272599"/>
                  <a:pt x="513539" y="3272599"/>
                </a:cubicBezTo>
                <a:lnTo>
                  <a:pt x="509007" y="3264716"/>
                </a:lnTo>
                <a:cubicBezTo>
                  <a:pt x="508875" y="3264455"/>
                  <a:pt x="509007" y="3263863"/>
                  <a:pt x="509007" y="3263863"/>
                </a:cubicBezTo>
                <a:lnTo>
                  <a:pt x="513539" y="3255981"/>
                </a:lnTo>
                <a:cubicBezTo>
                  <a:pt x="513737" y="3255719"/>
                  <a:pt x="514328" y="3255521"/>
                  <a:pt x="514328" y="3255521"/>
                </a:cubicBezTo>
                <a:close/>
                <a:moveTo>
                  <a:pt x="259813" y="3255521"/>
                </a:moveTo>
                <a:lnTo>
                  <a:pt x="268878" y="3255521"/>
                </a:lnTo>
                <a:cubicBezTo>
                  <a:pt x="269206" y="3255521"/>
                  <a:pt x="269666" y="3255981"/>
                  <a:pt x="269666" y="3255981"/>
                </a:cubicBezTo>
                <a:lnTo>
                  <a:pt x="274197" y="3263863"/>
                </a:lnTo>
                <a:cubicBezTo>
                  <a:pt x="274329" y="3264126"/>
                  <a:pt x="274197" y="3264716"/>
                  <a:pt x="274197" y="3264716"/>
                </a:cubicBezTo>
                <a:lnTo>
                  <a:pt x="269666" y="3272599"/>
                </a:lnTo>
                <a:cubicBezTo>
                  <a:pt x="269469" y="3272862"/>
                  <a:pt x="268878" y="3273059"/>
                  <a:pt x="268878" y="3273059"/>
                </a:cubicBezTo>
                <a:lnTo>
                  <a:pt x="259813" y="3273059"/>
                </a:lnTo>
                <a:cubicBezTo>
                  <a:pt x="259485" y="3273059"/>
                  <a:pt x="259025" y="3272599"/>
                  <a:pt x="259025" y="3272599"/>
                </a:cubicBezTo>
                <a:lnTo>
                  <a:pt x="254494" y="3264716"/>
                </a:lnTo>
                <a:cubicBezTo>
                  <a:pt x="254362" y="3264455"/>
                  <a:pt x="254494" y="3263863"/>
                  <a:pt x="254494" y="3263863"/>
                </a:cubicBezTo>
                <a:lnTo>
                  <a:pt x="259025" y="3255981"/>
                </a:lnTo>
                <a:cubicBezTo>
                  <a:pt x="259222" y="3255719"/>
                  <a:pt x="259813" y="3255521"/>
                  <a:pt x="259813" y="3255521"/>
                </a:cubicBezTo>
                <a:close/>
                <a:moveTo>
                  <a:pt x="5481" y="3255521"/>
                </a:moveTo>
                <a:lnTo>
                  <a:pt x="14545" y="3255521"/>
                </a:lnTo>
                <a:cubicBezTo>
                  <a:pt x="14873" y="3255521"/>
                  <a:pt x="15333" y="3255981"/>
                  <a:pt x="15333" y="3255981"/>
                </a:cubicBezTo>
                <a:lnTo>
                  <a:pt x="19864" y="3263863"/>
                </a:lnTo>
                <a:cubicBezTo>
                  <a:pt x="19996" y="3264126"/>
                  <a:pt x="19864" y="3264716"/>
                  <a:pt x="19864" y="3264716"/>
                </a:cubicBezTo>
                <a:lnTo>
                  <a:pt x="15333" y="3272599"/>
                </a:lnTo>
                <a:cubicBezTo>
                  <a:pt x="15136" y="3272862"/>
                  <a:pt x="14545" y="3273059"/>
                  <a:pt x="14545" y="3273059"/>
                </a:cubicBezTo>
                <a:lnTo>
                  <a:pt x="5481" y="3273059"/>
                </a:lnTo>
                <a:cubicBezTo>
                  <a:pt x="5151" y="3273059"/>
                  <a:pt x="4692" y="3272599"/>
                  <a:pt x="4692" y="3272599"/>
                </a:cubicBezTo>
                <a:lnTo>
                  <a:pt x="160" y="3264716"/>
                </a:lnTo>
                <a:cubicBezTo>
                  <a:pt x="28" y="3264455"/>
                  <a:pt x="160" y="3263863"/>
                  <a:pt x="160" y="3263863"/>
                </a:cubicBezTo>
                <a:lnTo>
                  <a:pt x="4692" y="3255981"/>
                </a:lnTo>
                <a:cubicBezTo>
                  <a:pt x="4889" y="3255719"/>
                  <a:pt x="5481" y="3255521"/>
                  <a:pt x="5481" y="3255521"/>
                </a:cubicBezTo>
                <a:close/>
                <a:moveTo>
                  <a:pt x="10435622" y="3038447"/>
                </a:moveTo>
                <a:lnTo>
                  <a:pt x="10444686" y="3038447"/>
                </a:lnTo>
                <a:cubicBezTo>
                  <a:pt x="10445015" y="3038447"/>
                  <a:pt x="10445474" y="3038907"/>
                  <a:pt x="10445474" y="3038907"/>
                </a:cubicBezTo>
                <a:lnTo>
                  <a:pt x="10450007" y="3046788"/>
                </a:lnTo>
                <a:cubicBezTo>
                  <a:pt x="10450138" y="3047051"/>
                  <a:pt x="10450007" y="3047642"/>
                  <a:pt x="10450007" y="3047642"/>
                </a:cubicBezTo>
                <a:lnTo>
                  <a:pt x="10445474" y="3055525"/>
                </a:lnTo>
                <a:cubicBezTo>
                  <a:pt x="10445278" y="3055787"/>
                  <a:pt x="10444686" y="3055984"/>
                  <a:pt x="10444686" y="3055984"/>
                </a:cubicBezTo>
                <a:lnTo>
                  <a:pt x="10435622" y="3055984"/>
                </a:lnTo>
                <a:cubicBezTo>
                  <a:pt x="10435295" y="3055984"/>
                  <a:pt x="10434834" y="3055525"/>
                  <a:pt x="10434834" y="3055525"/>
                </a:cubicBezTo>
                <a:lnTo>
                  <a:pt x="10430302" y="3047642"/>
                </a:lnTo>
                <a:cubicBezTo>
                  <a:pt x="10430171" y="3047381"/>
                  <a:pt x="10430302" y="3046788"/>
                  <a:pt x="10430302" y="3046788"/>
                </a:cubicBezTo>
                <a:lnTo>
                  <a:pt x="10434834" y="3038907"/>
                </a:lnTo>
                <a:cubicBezTo>
                  <a:pt x="10435031" y="3038644"/>
                  <a:pt x="10435622" y="3038447"/>
                  <a:pt x="10435622" y="3038447"/>
                </a:cubicBezTo>
                <a:close/>
                <a:moveTo>
                  <a:pt x="10181242" y="3038447"/>
                </a:moveTo>
                <a:lnTo>
                  <a:pt x="10190305" y="3038447"/>
                </a:lnTo>
                <a:cubicBezTo>
                  <a:pt x="10190635" y="3038447"/>
                  <a:pt x="10191093" y="3038907"/>
                  <a:pt x="10191093" y="3038907"/>
                </a:cubicBezTo>
                <a:lnTo>
                  <a:pt x="10195626" y="3046788"/>
                </a:lnTo>
                <a:cubicBezTo>
                  <a:pt x="10195758" y="3047051"/>
                  <a:pt x="10195626" y="3047642"/>
                  <a:pt x="10195626" y="3047642"/>
                </a:cubicBezTo>
                <a:lnTo>
                  <a:pt x="10191093" y="3055525"/>
                </a:lnTo>
                <a:cubicBezTo>
                  <a:pt x="10190896" y="3055787"/>
                  <a:pt x="10190305" y="3055984"/>
                  <a:pt x="10190305" y="3055984"/>
                </a:cubicBezTo>
                <a:lnTo>
                  <a:pt x="10181242" y="3055984"/>
                </a:lnTo>
                <a:cubicBezTo>
                  <a:pt x="10180914" y="3055984"/>
                  <a:pt x="10180453" y="3055525"/>
                  <a:pt x="10180453" y="3055525"/>
                </a:cubicBezTo>
                <a:lnTo>
                  <a:pt x="10175922" y="3047642"/>
                </a:lnTo>
                <a:cubicBezTo>
                  <a:pt x="10175790" y="3047381"/>
                  <a:pt x="10175922" y="3046788"/>
                  <a:pt x="10175922" y="3046788"/>
                </a:cubicBezTo>
                <a:lnTo>
                  <a:pt x="10180453" y="3038907"/>
                </a:lnTo>
                <a:cubicBezTo>
                  <a:pt x="10180650" y="3038644"/>
                  <a:pt x="10181242" y="3038447"/>
                  <a:pt x="10181242" y="3038447"/>
                </a:cubicBezTo>
                <a:close/>
                <a:moveTo>
                  <a:pt x="9926861" y="3038447"/>
                </a:moveTo>
                <a:lnTo>
                  <a:pt x="9935924" y="3038447"/>
                </a:lnTo>
                <a:cubicBezTo>
                  <a:pt x="9936254" y="3038447"/>
                  <a:pt x="9936713" y="3038907"/>
                  <a:pt x="9936713" y="3038907"/>
                </a:cubicBezTo>
                <a:lnTo>
                  <a:pt x="9941246" y="3046788"/>
                </a:lnTo>
                <a:cubicBezTo>
                  <a:pt x="9941376" y="3047051"/>
                  <a:pt x="9941246" y="3047642"/>
                  <a:pt x="9941246" y="3047642"/>
                </a:cubicBezTo>
                <a:lnTo>
                  <a:pt x="9936713" y="3055525"/>
                </a:lnTo>
                <a:cubicBezTo>
                  <a:pt x="9936516" y="3055787"/>
                  <a:pt x="9935924" y="3055984"/>
                  <a:pt x="9935924" y="3055984"/>
                </a:cubicBezTo>
                <a:lnTo>
                  <a:pt x="9926861" y="3055984"/>
                </a:lnTo>
                <a:cubicBezTo>
                  <a:pt x="9926532" y="3055984"/>
                  <a:pt x="9926073" y="3055525"/>
                  <a:pt x="9926073" y="3055525"/>
                </a:cubicBezTo>
                <a:lnTo>
                  <a:pt x="9921541" y="3047642"/>
                </a:lnTo>
                <a:cubicBezTo>
                  <a:pt x="9921410" y="3047381"/>
                  <a:pt x="9921541" y="3046788"/>
                  <a:pt x="9921541" y="3046788"/>
                </a:cubicBezTo>
                <a:lnTo>
                  <a:pt x="9926073" y="3038907"/>
                </a:lnTo>
                <a:cubicBezTo>
                  <a:pt x="9926270" y="3038644"/>
                  <a:pt x="9926861" y="3038447"/>
                  <a:pt x="9926861" y="3038447"/>
                </a:cubicBezTo>
                <a:close/>
                <a:moveTo>
                  <a:pt x="9672481" y="3038447"/>
                </a:moveTo>
                <a:lnTo>
                  <a:pt x="9681545" y="3038447"/>
                </a:lnTo>
                <a:cubicBezTo>
                  <a:pt x="9681872" y="3038447"/>
                  <a:pt x="9682333" y="3038907"/>
                  <a:pt x="9682333" y="3038907"/>
                </a:cubicBezTo>
                <a:lnTo>
                  <a:pt x="9686865" y="3046788"/>
                </a:lnTo>
                <a:cubicBezTo>
                  <a:pt x="9686996" y="3047051"/>
                  <a:pt x="9686865" y="3047642"/>
                  <a:pt x="9686865" y="3047642"/>
                </a:cubicBezTo>
                <a:lnTo>
                  <a:pt x="9682333" y="3055525"/>
                </a:lnTo>
                <a:cubicBezTo>
                  <a:pt x="9682136" y="3055787"/>
                  <a:pt x="9681545" y="3055984"/>
                  <a:pt x="9681545" y="3055984"/>
                </a:cubicBezTo>
                <a:lnTo>
                  <a:pt x="9672481" y="3055984"/>
                </a:lnTo>
                <a:cubicBezTo>
                  <a:pt x="9672152" y="3055984"/>
                  <a:pt x="9671693" y="3055525"/>
                  <a:pt x="9671693" y="3055525"/>
                </a:cubicBezTo>
                <a:lnTo>
                  <a:pt x="9667160" y="3047642"/>
                </a:lnTo>
                <a:cubicBezTo>
                  <a:pt x="9667030" y="3047381"/>
                  <a:pt x="9667160" y="3046788"/>
                  <a:pt x="9667160" y="3046788"/>
                </a:cubicBezTo>
                <a:lnTo>
                  <a:pt x="9671693" y="3038907"/>
                </a:lnTo>
                <a:cubicBezTo>
                  <a:pt x="9671890" y="3038644"/>
                  <a:pt x="9672481" y="3038447"/>
                  <a:pt x="9672481" y="3038447"/>
                </a:cubicBezTo>
                <a:close/>
                <a:moveTo>
                  <a:pt x="9418035" y="3038447"/>
                </a:moveTo>
                <a:lnTo>
                  <a:pt x="9427099" y="3038447"/>
                </a:lnTo>
                <a:cubicBezTo>
                  <a:pt x="9427427" y="3038447"/>
                  <a:pt x="9427887" y="3038907"/>
                  <a:pt x="9427887" y="3038907"/>
                </a:cubicBezTo>
                <a:lnTo>
                  <a:pt x="9432419" y="3046788"/>
                </a:lnTo>
                <a:cubicBezTo>
                  <a:pt x="9432550" y="3047051"/>
                  <a:pt x="9432419" y="3047642"/>
                  <a:pt x="9432419" y="3047642"/>
                </a:cubicBezTo>
                <a:lnTo>
                  <a:pt x="9427887" y="3055525"/>
                </a:lnTo>
                <a:cubicBezTo>
                  <a:pt x="9427690" y="3055787"/>
                  <a:pt x="9427099" y="3055984"/>
                  <a:pt x="9427099" y="3055984"/>
                </a:cubicBezTo>
                <a:lnTo>
                  <a:pt x="9418035" y="3055984"/>
                </a:lnTo>
                <a:cubicBezTo>
                  <a:pt x="9417707" y="3055984"/>
                  <a:pt x="9417247" y="3055525"/>
                  <a:pt x="9417247" y="3055525"/>
                </a:cubicBezTo>
                <a:lnTo>
                  <a:pt x="9412714" y="3047642"/>
                </a:lnTo>
                <a:cubicBezTo>
                  <a:pt x="9412583" y="3047381"/>
                  <a:pt x="9412714" y="3046788"/>
                  <a:pt x="9412714" y="3046788"/>
                </a:cubicBezTo>
                <a:lnTo>
                  <a:pt x="9417247" y="3038907"/>
                </a:lnTo>
                <a:cubicBezTo>
                  <a:pt x="9417444" y="3038644"/>
                  <a:pt x="9418035" y="3038447"/>
                  <a:pt x="9418035" y="3038447"/>
                </a:cubicBezTo>
                <a:close/>
                <a:moveTo>
                  <a:pt x="9163654" y="3038447"/>
                </a:moveTo>
                <a:lnTo>
                  <a:pt x="9172718" y="3038447"/>
                </a:lnTo>
                <a:cubicBezTo>
                  <a:pt x="9173046" y="3038447"/>
                  <a:pt x="9173506" y="3038907"/>
                  <a:pt x="9173506" y="3038907"/>
                </a:cubicBezTo>
                <a:lnTo>
                  <a:pt x="9178038" y="3046788"/>
                </a:lnTo>
                <a:cubicBezTo>
                  <a:pt x="9178169" y="3047051"/>
                  <a:pt x="9178038" y="3047642"/>
                  <a:pt x="9178038" y="3047642"/>
                </a:cubicBezTo>
                <a:lnTo>
                  <a:pt x="9173506" y="3055525"/>
                </a:lnTo>
                <a:cubicBezTo>
                  <a:pt x="9173309" y="3055787"/>
                  <a:pt x="9172718" y="3055984"/>
                  <a:pt x="9172718" y="3055984"/>
                </a:cubicBezTo>
                <a:lnTo>
                  <a:pt x="9163654" y="3055984"/>
                </a:lnTo>
                <a:cubicBezTo>
                  <a:pt x="9163326" y="3055984"/>
                  <a:pt x="9162866" y="3055525"/>
                  <a:pt x="9162866" y="3055525"/>
                </a:cubicBezTo>
                <a:lnTo>
                  <a:pt x="9158333" y="3047642"/>
                </a:lnTo>
                <a:cubicBezTo>
                  <a:pt x="9158202" y="3047381"/>
                  <a:pt x="9158333" y="3046788"/>
                  <a:pt x="9158333" y="3046788"/>
                </a:cubicBezTo>
                <a:lnTo>
                  <a:pt x="9162866" y="3038907"/>
                </a:lnTo>
                <a:cubicBezTo>
                  <a:pt x="9163062" y="3038644"/>
                  <a:pt x="9163654" y="3038447"/>
                  <a:pt x="9163654" y="3038447"/>
                </a:cubicBezTo>
                <a:close/>
                <a:moveTo>
                  <a:pt x="8909274" y="3038447"/>
                </a:moveTo>
                <a:lnTo>
                  <a:pt x="8918336" y="3038447"/>
                </a:lnTo>
                <a:cubicBezTo>
                  <a:pt x="8918666" y="3038447"/>
                  <a:pt x="8919125" y="3038907"/>
                  <a:pt x="8919125" y="3038907"/>
                </a:cubicBezTo>
                <a:lnTo>
                  <a:pt x="8923657" y="3046788"/>
                </a:lnTo>
                <a:cubicBezTo>
                  <a:pt x="8923789" y="3047051"/>
                  <a:pt x="8923657" y="3047642"/>
                  <a:pt x="8923657" y="3047642"/>
                </a:cubicBezTo>
                <a:lnTo>
                  <a:pt x="8919125" y="3055525"/>
                </a:lnTo>
                <a:cubicBezTo>
                  <a:pt x="8918928" y="3055787"/>
                  <a:pt x="8918336" y="3055984"/>
                  <a:pt x="8918336" y="3055984"/>
                </a:cubicBezTo>
                <a:lnTo>
                  <a:pt x="8909274" y="3055984"/>
                </a:lnTo>
                <a:cubicBezTo>
                  <a:pt x="8908945" y="3055984"/>
                  <a:pt x="8908484" y="3055525"/>
                  <a:pt x="8908484" y="3055525"/>
                </a:cubicBezTo>
                <a:lnTo>
                  <a:pt x="8903953" y="3047642"/>
                </a:lnTo>
                <a:cubicBezTo>
                  <a:pt x="8903821" y="3047381"/>
                  <a:pt x="8903953" y="3046788"/>
                  <a:pt x="8903953" y="3046788"/>
                </a:cubicBezTo>
                <a:lnTo>
                  <a:pt x="8908484" y="3038907"/>
                </a:lnTo>
                <a:cubicBezTo>
                  <a:pt x="8908681" y="3038644"/>
                  <a:pt x="8909274" y="3038447"/>
                  <a:pt x="8909274" y="3038447"/>
                </a:cubicBezTo>
                <a:close/>
                <a:moveTo>
                  <a:pt x="8654892" y="3038447"/>
                </a:moveTo>
                <a:lnTo>
                  <a:pt x="8663955" y="3038447"/>
                </a:lnTo>
                <a:cubicBezTo>
                  <a:pt x="8664285" y="3038447"/>
                  <a:pt x="8664744" y="3038907"/>
                  <a:pt x="8664744" y="3038907"/>
                </a:cubicBezTo>
                <a:lnTo>
                  <a:pt x="8669277" y="3046788"/>
                </a:lnTo>
                <a:cubicBezTo>
                  <a:pt x="8669408" y="3047051"/>
                  <a:pt x="8669277" y="3047642"/>
                  <a:pt x="8669277" y="3047642"/>
                </a:cubicBezTo>
                <a:lnTo>
                  <a:pt x="8664744" y="3055525"/>
                </a:lnTo>
                <a:cubicBezTo>
                  <a:pt x="8664548" y="3055787"/>
                  <a:pt x="8663955" y="3055984"/>
                  <a:pt x="8663955" y="3055984"/>
                </a:cubicBezTo>
                <a:lnTo>
                  <a:pt x="8654892" y="3055984"/>
                </a:lnTo>
                <a:cubicBezTo>
                  <a:pt x="8654565" y="3055984"/>
                  <a:pt x="8654104" y="3055525"/>
                  <a:pt x="8654104" y="3055525"/>
                </a:cubicBezTo>
                <a:lnTo>
                  <a:pt x="8649572" y="3047642"/>
                </a:lnTo>
                <a:cubicBezTo>
                  <a:pt x="8649441" y="3047381"/>
                  <a:pt x="8649572" y="3046788"/>
                  <a:pt x="8649572" y="3046788"/>
                </a:cubicBezTo>
                <a:lnTo>
                  <a:pt x="8654104" y="3038907"/>
                </a:lnTo>
                <a:cubicBezTo>
                  <a:pt x="8654301" y="3038644"/>
                  <a:pt x="8654892" y="3038447"/>
                  <a:pt x="8654892" y="3038447"/>
                </a:cubicBezTo>
                <a:close/>
                <a:moveTo>
                  <a:pt x="8400511" y="3038447"/>
                </a:moveTo>
                <a:lnTo>
                  <a:pt x="8409575" y="3038447"/>
                </a:lnTo>
                <a:cubicBezTo>
                  <a:pt x="8409904" y="3038447"/>
                  <a:pt x="8410363" y="3038907"/>
                  <a:pt x="8410363" y="3038907"/>
                </a:cubicBezTo>
                <a:lnTo>
                  <a:pt x="8414896" y="3046788"/>
                </a:lnTo>
                <a:cubicBezTo>
                  <a:pt x="8415027" y="3047051"/>
                  <a:pt x="8414896" y="3047642"/>
                  <a:pt x="8414896" y="3047642"/>
                </a:cubicBezTo>
                <a:lnTo>
                  <a:pt x="8410363" y="3055525"/>
                </a:lnTo>
                <a:cubicBezTo>
                  <a:pt x="8410166" y="3055787"/>
                  <a:pt x="8409575" y="3055984"/>
                  <a:pt x="8409575" y="3055984"/>
                </a:cubicBezTo>
                <a:lnTo>
                  <a:pt x="8400511" y="3055984"/>
                </a:lnTo>
                <a:cubicBezTo>
                  <a:pt x="8400184" y="3055984"/>
                  <a:pt x="8399723" y="3055525"/>
                  <a:pt x="8399723" y="3055525"/>
                </a:cubicBezTo>
                <a:lnTo>
                  <a:pt x="8395191" y="3047642"/>
                </a:lnTo>
                <a:cubicBezTo>
                  <a:pt x="8395060" y="3047381"/>
                  <a:pt x="8395191" y="3046788"/>
                  <a:pt x="8395191" y="3046788"/>
                </a:cubicBezTo>
                <a:lnTo>
                  <a:pt x="8399723" y="3038907"/>
                </a:lnTo>
                <a:cubicBezTo>
                  <a:pt x="8399920" y="3038644"/>
                  <a:pt x="8400511" y="3038447"/>
                  <a:pt x="8400511" y="3038447"/>
                </a:cubicBezTo>
                <a:close/>
                <a:moveTo>
                  <a:pt x="8146065" y="3038447"/>
                </a:moveTo>
                <a:lnTo>
                  <a:pt x="8155129" y="3038447"/>
                </a:lnTo>
                <a:cubicBezTo>
                  <a:pt x="8155458" y="3038447"/>
                  <a:pt x="8155917" y="3038907"/>
                  <a:pt x="8155917" y="3038907"/>
                </a:cubicBezTo>
                <a:lnTo>
                  <a:pt x="8160449" y="3046788"/>
                </a:lnTo>
                <a:cubicBezTo>
                  <a:pt x="8160580" y="3047051"/>
                  <a:pt x="8160449" y="3047642"/>
                  <a:pt x="8160449" y="3047642"/>
                </a:cubicBezTo>
                <a:lnTo>
                  <a:pt x="8155917" y="3055525"/>
                </a:lnTo>
                <a:cubicBezTo>
                  <a:pt x="8155719" y="3055787"/>
                  <a:pt x="8155129" y="3055984"/>
                  <a:pt x="8155129" y="3055984"/>
                </a:cubicBezTo>
                <a:lnTo>
                  <a:pt x="8146065" y="3055984"/>
                </a:lnTo>
                <a:cubicBezTo>
                  <a:pt x="8145737" y="3055984"/>
                  <a:pt x="8145277" y="3055525"/>
                  <a:pt x="8145277" y="3055525"/>
                </a:cubicBezTo>
                <a:lnTo>
                  <a:pt x="8140745" y="3047642"/>
                </a:lnTo>
                <a:cubicBezTo>
                  <a:pt x="8140613" y="3047381"/>
                  <a:pt x="8140745" y="3046788"/>
                  <a:pt x="8140745" y="3046788"/>
                </a:cubicBezTo>
                <a:lnTo>
                  <a:pt x="8145277" y="3038907"/>
                </a:lnTo>
                <a:cubicBezTo>
                  <a:pt x="8145474" y="3038644"/>
                  <a:pt x="8146065" y="3038447"/>
                  <a:pt x="8146065" y="3038447"/>
                </a:cubicBezTo>
                <a:close/>
                <a:moveTo>
                  <a:pt x="7891684" y="3038447"/>
                </a:moveTo>
                <a:lnTo>
                  <a:pt x="7900748" y="3038447"/>
                </a:lnTo>
                <a:cubicBezTo>
                  <a:pt x="7901076" y="3038447"/>
                  <a:pt x="7901536" y="3038907"/>
                  <a:pt x="7901536" y="3038907"/>
                </a:cubicBezTo>
                <a:lnTo>
                  <a:pt x="7906067" y="3046788"/>
                </a:lnTo>
                <a:cubicBezTo>
                  <a:pt x="7906199" y="3047051"/>
                  <a:pt x="7906067" y="3047642"/>
                  <a:pt x="7906067" y="3047642"/>
                </a:cubicBezTo>
                <a:lnTo>
                  <a:pt x="7901536" y="3055525"/>
                </a:lnTo>
                <a:cubicBezTo>
                  <a:pt x="7901339" y="3055787"/>
                  <a:pt x="7900748" y="3055984"/>
                  <a:pt x="7900748" y="3055984"/>
                </a:cubicBezTo>
                <a:lnTo>
                  <a:pt x="7891684" y="3055984"/>
                </a:lnTo>
                <a:cubicBezTo>
                  <a:pt x="7891355" y="3055984"/>
                  <a:pt x="7890896" y="3055525"/>
                  <a:pt x="7890896" y="3055525"/>
                </a:cubicBezTo>
                <a:lnTo>
                  <a:pt x="7886363" y="3047642"/>
                </a:lnTo>
                <a:cubicBezTo>
                  <a:pt x="7886233" y="3047381"/>
                  <a:pt x="7886363" y="3046788"/>
                  <a:pt x="7886363" y="3046788"/>
                </a:cubicBezTo>
                <a:lnTo>
                  <a:pt x="7890896" y="3038907"/>
                </a:lnTo>
                <a:cubicBezTo>
                  <a:pt x="7891093" y="3038644"/>
                  <a:pt x="7891684" y="3038447"/>
                  <a:pt x="7891684" y="3038447"/>
                </a:cubicBezTo>
                <a:close/>
                <a:moveTo>
                  <a:pt x="7637304" y="3038447"/>
                </a:moveTo>
                <a:lnTo>
                  <a:pt x="7646367" y="3038447"/>
                </a:lnTo>
                <a:cubicBezTo>
                  <a:pt x="7646696" y="3038447"/>
                  <a:pt x="7647156" y="3038907"/>
                  <a:pt x="7647156" y="3038907"/>
                </a:cubicBezTo>
                <a:lnTo>
                  <a:pt x="7651687" y="3046788"/>
                </a:lnTo>
                <a:cubicBezTo>
                  <a:pt x="7651819" y="3047051"/>
                  <a:pt x="7651687" y="3047642"/>
                  <a:pt x="7651687" y="3047642"/>
                </a:cubicBezTo>
                <a:lnTo>
                  <a:pt x="7647156" y="3055525"/>
                </a:lnTo>
                <a:cubicBezTo>
                  <a:pt x="7646958" y="3055787"/>
                  <a:pt x="7646367" y="3055984"/>
                  <a:pt x="7646367" y="3055984"/>
                </a:cubicBezTo>
                <a:lnTo>
                  <a:pt x="7637304" y="3055984"/>
                </a:lnTo>
                <a:cubicBezTo>
                  <a:pt x="7636975" y="3055984"/>
                  <a:pt x="7636516" y="3055525"/>
                  <a:pt x="7636516" y="3055525"/>
                </a:cubicBezTo>
                <a:lnTo>
                  <a:pt x="7631983" y="3047642"/>
                </a:lnTo>
                <a:cubicBezTo>
                  <a:pt x="7631851" y="3047381"/>
                  <a:pt x="7631983" y="3046788"/>
                  <a:pt x="7631983" y="3046788"/>
                </a:cubicBezTo>
                <a:lnTo>
                  <a:pt x="7636516" y="3038907"/>
                </a:lnTo>
                <a:cubicBezTo>
                  <a:pt x="7636713" y="3038644"/>
                  <a:pt x="7637304" y="3038447"/>
                  <a:pt x="7637304" y="3038447"/>
                </a:cubicBezTo>
                <a:close/>
                <a:moveTo>
                  <a:pt x="7382923" y="3038447"/>
                </a:moveTo>
                <a:lnTo>
                  <a:pt x="7391987" y="3038447"/>
                </a:lnTo>
                <a:cubicBezTo>
                  <a:pt x="7392315" y="3038447"/>
                  <a:pt x="7392775" y="3038907"/>
                  <a:pt x="7392775" y="3038907"/>
                </a:cubicBezTo>
                <a:lnTo>
                  <a:pt x="7397307" y="3046788"/>
                </a:lnTo>
                <a:cubicBezTo>
                  <a:pt x="7397438" y="3047051"/>
                  <a:pt x="7397307" y="3047642"/>
                  <a:pt x="7397307" y="3047642"/>
                </a:cubicBezTo>
                <a:lnTo>
                  <a:pt x="7392775" y="3055525"/>
                </a:lnTo>
                <a:cubicBezTo>
                  <a:pt x="7392578" y="3055787"/>
                  <a:pt x="7391987" y="3055984"/>
                  <a:pt x="7391987" y="3055984"/>
                </a:cubicBezTo>
                <a:lnTo>
                  <a:pt x="7382923" y="3055984"/>
                </a:lnTo>
                <a:cubicBezTo>
                  <a:pt x="7382595" y="3055984"/>
                  <a:pt x="7382135" y="3055525"/>
                  <a:pt x="7382135" y="3055525"/>
                </a:cubicBezTo>
                <a:lnTo>
                  <a:pt x="7377602" y="3047642"/>
                </a:lnTo>
                <a:cubicBezTo>
                  <a:pt x="7377471" y="3047381"/>
                  <a:pt x="7377602" y="3046788"/>
                  <a:pt x="7377602" y="3046788"/>
                </a:cubicBezTo>
                <a:lnTo>
                  <a:pt x="7382135" y="3038907"/>
                </a:lnTo>
                <a:cubicBezTo>
                  <a:pt x="7382331" y="3038644"/>
                  <a:pt x="7382923" y="3038447"/>
                  <a:pt x="7382923" y="3038447"/>
                </a:cubicBezTo>
                <a:close/>
                <a:moveTo>
                  <a:pt x="7128477" y="3038447"/>
                </a:moveTo>
                <a:lnTo>
                  <a:pt x="7137540" y="3038447"/>
                </a:lnTo>
                <a:cubicBezTo>
                  <a:pt x="7137869" y="3038447"/>
                  <a:pt x="7138328" y="3038907"/>
                  <a:pt x="7138328" y="3038907"/>
                </a:cubicBezTo>
                <a:lnTo>
                  <a:pt x="7142860" y="3046788"/>
                </a:lnTo>
                <a:cubicBezTo>
                  <a:pt x="7142992" y="3047051"/>
                  <a:pt x="7142860" y="3047642"/>
                  <a:pt x="7142860" y="3047642"/>
                </a:cubicBezTo>
                <a:lnTo>
                  <a:pt x="7138328" y="3055525"/>
                </a:lnTo>
                <a:cubicBezTo>
                  <a:pt x="7138131" y="3055787"/>
                  <a:pt x="7137540" y="3055984"/>
                  <a:pt x="7137540" y="3055984"/>
                </a:cubicBezTo>
                <a:lnTo>
                  <a:pt x="7128477" y="3055984"/>
                </a:lnTo>
                <a:cubicBezTo>
                  <a:pt x="7128148" y="3055984"/>
                  <a:pt x="7127689" y="3055525"/>
                  <a:pt x="7127689" y="3055525"/>
                </a:cubicBezTo>
                <a:lnTo>
                  <a:pt x="7123156" y="3047642"/>
                </a:lnTo>
                <a:cubicBezTo>
                  <a:pt x="7123024" y="3047381"/>
                  <a:pt x="7123156" y="3046788"/>
                  <a:pt x="7123156" y="3046788"/>
                </a:cubicBezTo>
                <a:lnTo>
                  <a:pt x="7127689" y="3038907"/>
                </a:lnTo>
                <a:cubicBezTo>
                  <a:pt x="7127885" y="3038644"/>
                  <a:pt x="7128477" y="3038447"/>
                  <a:pt x="7128477" y="3038447"/>
                </a:cubicBezTo>
                <a:close/>
                <a:moveTo>
                  <a:pt x="6874095" y="3038447"/>
                </a:moveTo>
                <a:lnTo>
                  <a:pt x="6883159" y="3038447"/>
                </a:lnTo>
                <a:cubicBezTo>
                  <a:pt x="6883488" y="3038447"/>
                  <a:pt x="6883947" y="3038907"/>
                  <a:pt x="6883947" y="3038907"/>
                </a:cubicBezTo>
                <a:lnTo>
                  <a:pt x="6888480" y="3046788"/>
                </a:lnTo>
                <a:cubicBezTo>
                  <a:pt x="6888611" y="3047051"/>
                  <a:pt x="6888480" y="3047642"/>
                  <a:pt x="6888480" y="3047642"/>
                </a:cubicBezTo>
                <a:lnTo>
                  <a:pt x="6883947" y="3055525"/>
                </a:lnTo>
                <a:cubicBezTo>
                  <a:pt x="6883751" y="3055787"/>
                  <a:pt x="6883159" y="3055984"/>
                  <a:pt x="6883159" y="3055984"/>
                </a:cubicBezTo>
                <a:lnTo>
                  <a:pt x="6874095" y="3055984"/>
                </a:lnTo>
                <a:cubicBezTo>
                  <a:pt x="6873768" y="3055984"/>
                  <a:pt x="6873307" y="3055525"/>
                  <a:pt x="6873307" y="3055525"/>
                </a:cubicBezTo>
                <a:lnTo>
                  <a:pt x="6868775" y="3047642"/>
                </a:lnTo>
                <a:cubicBezTo>
                  <a:pt x="6868644" y="3047381"/>
                  <a:pt x="6868775" y="3046788"/>
                  <a:pt x="6868775" y="3046788"/>
                </a:cubicBezTo>
                <a:lnTo>
                  <a:pt x="6873307" y="3038907"/>
                </a:lnTo>
                <a:cubicBezTo>
                  <a:pt x="6873504" y="3038644"/>
                  <a:pt x="6874095" y="3038447"/>
                  <a:pt x="6874095" y="3038447"/>
                </a:cubicBezTo>
                <a:close/>
                <a:moveTo>
                  <a:pt x="6619714" y="3038447"/>
                </a:moveTo>
                <a:lnTo>
                  <a:pt x="6628778" y="3038447"/>
                </a:lnTo>
                <a:cubicBezTo>
                  <a:pt x="6629107" y="3038447"/>
                  <a:pt x="6629566" y="3038907"/>
                  <a:pt x="6629566" y="3038907"/>
                </a:cubicBezTo>
                <a:lnTo>
                  <a:pt x="6634099" y="3046788"/>
                </a:lnTo>
                <a:cubicBezTo>
                  <a:pt x="6634230" y="3047051"/>
                  <a:pt x="6634099" y="3047642"/>
                  <a:pt x="6634099" y="3047642"/>
                </a:cubicBezTo>
                <a:lnTo>
                  <a:pt x="6629566" y="3055525"/>
                </a:lnTo>
                <a:cubicBezTo>
                  <a:pt x="6629369" y="3055787"/>
                  <a:pt x="6628778" y="3055984"/>
                  <a:pt x="6628778" y="3055984"/>
                </a:cubicBezTo>
                <a:lnTo>
                  <a:pt x="6619714" y="3055984"/>
                </a:lnTo>
                <a:cubicBezTo>
                  <a:pt x="6619387" y="3055984"/>
                  <a:pt x="6618926" y="3055525"/>
                  <a:pt x="6618926" y="3055525"/>
                </a:cubicBezTo>
                <a:lnTo>
                  <a:pt x="6614394" y="3047642"/>
                </a:lnTo>
                <a:cubicBezTo>
                  <a:pt x="6614263" y="3047381"/>
                  <a:pt x="6614394" y="3046788"/>
                  <a:pt x="6614394" y="3046788"/>
                </a:cubicBezTo>
                <a:lnTo>
                  <a:pt x="6618926" y="3038907"/>
                </a:lnTo>
                <a:cubicBezTo>
                  <a:pt x="6619123" y="3038644"/>
                  <a:pt x="6619714" y="3038447"/>
                  <a:pt x="6619714" y="3038447"/>
                </a:cubicBezTo>
                <a:close/>
                <a:moveTo>
                  <a:pt x="6365334" y="3038447"/>
                </a:moveTo>
                <a:lnTo>
                  <a:pt x="6374397" y="3038447"/>
                </a:lnTo>
                <a:cubicBezTo>
                  <a:pt x="6374727" y="3038447"/>
                  <a:pt x="6375186" y="3038907"/>
                  <a:pt x="6375186" y="3038907"/>
                </a:cubicBezTo>
                <a:lnTo>
                  <a:pt x="6379718" y="3046788"/>
                </a:lnTo>
                <a:cubicBezTo>
                  <a:pt x="6379849" y="3047051"/>
                  <a:pt x="6379718" y="3047642"/>
                  <a:pt x="6379718" y="3047642"/>
                </a:cubicBezTo>
                <a:lnTo>
                  <a:pt x="6375186" y="3055525"/>
                </a:lnTo>
                <a:cubicBezTo>
                  <a:pt x="6374988" y="3055787"/>
                  <a:pt x="6374397" y="3055984"/>
                  <a:pt x="6374397" y="3055984"/>
                </a:cubicBezTo>
                <a:lnTo>
                  <a:pt x="6365334" y="3055984"/>
                </a:lnTo>
                <a:cubicBezTo>
                  <a:pt x="6365005" y="3055984"/>
                  <a:pt x="6364546" y="3055525"/>
                  <a:pt x="6364546" y="3055525"/>
                </a:cubicBezTo>
                <a:lnTo>
                  <a:pt x="6360014" y="3047642"/>
                </a:lnTo>
                <a:cubicBezTo>
                  <a:pt x="6359882" y="3047381"/>
                  <a:pt x="6360014" y="3046788"/>
                  <a:pt x="6360014" y="3046788"/>
                </a:cubicBezTo>
                <a:lnTo>
                  <a:pt x="6364546" y="3038907"/>
                </a:lnTo>
                <a:cubicBezTo>
                  <a:pt x="6364743" y="3038644"/>
                  <a:pt x="6365334" y="3038447"/>
                  <a:pt x="6365334" y="3038447"/>
                </a:cubicBezTo>
                <a:close/>
                <a:moveTo>
                  <a:pt x="6110888" y="3038447"/>
                </a:moveTo>
                <a:lnTo>
                  <a:pt x="6119953" y="3038447"/>
                </a:lnTo>
                <a:cubicBezTo>
                  <a:pt x="6120280" y="3038447"/>
                  <a:pt x="6120740" y="3038907"/>
                  <a:pt x="6120740" y="3038907"/>
                </a:cubicBezTo>
                <a:lnTo>
                  <a:pt x="6125272" y="3046788"/>
                </a:lnTo>
                <a:cubicBezTo>
                  <a:pt x="6125403" y="3047051"/>
                  <a:pt x="6125272" y="3047642"/>
                  <a:pt x="6125272" y="3047642"/>
                </a:cubicBezTo>
                <a:lnTo>
                  <a:pt x="6120740" y="3055525"/>
                </a:lnTo>
                <a:cubicBezTo>
                  <a:pt x="6120543" y="3055787"/>
                  <a:pt x="6119953" y="3055984"/>
                  <a:pt x="6119953" y="3055984"/>
                </a:cubicBezTo>
                <a:lnTo>
                  <a:pt x="6110888" y="3055984"/>
                </a:lnTo>
                <a:cubicBezTo>
                  <a:pt x="6110560" y="3055984"/>
                  <a:pt x="6110101" y="3055525"/>
                  <a:pt x="6110101" y="3055525"/>
                </a:cubicBezTo>
                <a:lnTo>
                  <a:pt x="6105567" y="3047642"/>
                </a:lnTo>
                <a:cubicBezTo>
                  <a:pt x="6105436" y="3047381"/>
                  <a:pt x="6105567" y="3046788"/>
                  <a:pt x="6105567" y="3046788"/>
                </a:cubicBezTo>
                <a:lnTo>
                  <a:pt x="6110101" y="3038907"/>
                </a:lnTo>
                <a:cubicBezTo>
                  <a:pt x="6110296" y="3038644"/>
                  <a:pt x="6110888" y="3038447"/>
                  <a:pt x="6110888" y="3038447"/>
                </a:cubicBezTo>
                <a:close/>
                <a:moveTo>
                  <a:pt x="5856508" y="3038447"/>
                </a:moveTo>
                <a:lnTo>
                  <a:pt x="5865571" y="3038447"/>
                </a:lnTo>
                <a:cubicBezTo>
                  <a:pt x="5865900" y="3038447"/>
                  <a:pt x="5866359" y="3038907"/>
                  <a:pt x="5866359" y="3038907"/>
                </a:cubicBezTo>
                <a:lnTo>
                  <a:pt x="5870891" y="3046788"/>
                </a:lnTo>
                <a:cubicBezTo>
                  <a:pt x="5871023" y="3047051"/>
                  <a:pt x="5870891" y="3047642"/>
                  <a:pt x="5870891" y="3047642"/>
                </a:cubicBezTo>
                <a:lnTo>
                  <a:pt x="5866359" y="3055525"/>
                </a:lnTo>
                <a:cubicBezTo>
                  <a:pt x="5866163" y="3055787"/>
                  <a:pt x="5865571" y="3055984"/>
                  <a:pt x="5865571" y="3055984"/>
                </a:cubicBezTo>
                <a:lnTo>
                  <a:pt x="5856508" y="3055984"/>
                </a:lnTo>
                <a:cubicBezTo>
                  <a:pt x="5856178" y="3055984"/>
                  <a:pt x="5855720" y="3055525"/>
                  <a:pt x="5855720" y="3055525"/>
                </a:cubicBezTo>
                <a:lnTo>
                  <a:pt x="5851187" y="3047642"/>
                </a:lnTo>
                <a:cubicBezTo>
                  <a:pt x="5851055" y="3047381"/>
                  <a:pt x="5851187" y="3046788"/>
                  <a:pt x="5851187" y="3046788"/>
                </a:cubicBezTo>
                <a:lnTo>
                  <a:pt x="5855720" y="3038907"/>
                </a:lnTo>
                <a:cubicBezTo>
                  <a:pt x="5855916" y="3038644"/>
                  <a:pt x="5856508" y="3038447"/>
                  <a:pt x="5856508" y="3038447"/>
                </a:cubicBezTo>
                <a:close/>
                <a:moveTo>
                  <a:pt x="5602126" y="3038447"/>
                </a:moveTo>
                <a:lnTo>
                  <a:pt x="5611191" y="3038447"/>
                </a:lnTo>
                <a:cubicBezTo>
                  <a:pt x="5611519" y="3038447"/>
                  <a:pt x="5611979" y="3038907"/>
                  <a:pt x="5611979" y="3038907"/>
                </a:cubicBezTo>
                <a:lnTo>
                  <a:pt x="5616511" y="3046788"/>
                </a:lnTo>
                <a:cubicBezTo>
                  <a:pt x="5616642" y="3047051"/>
                  <a:pt x="5616511" y="3047642"/>
                  <a:pt x="5616511" y="3047642"/>
                </a:cubicBezTo>
                <a:lnTo>
                  <a:pt x="5611979" y="3055525"/>
                </a:lnTo>
                <a:cubicBezTo>
                  <a:pt x="5611782" y="3055787"/>
                  <a:pt x="5611191" y="3055984"/>
                  <a:pt x="5611191" y="3055984"/>
                </a:cubicBezTo>
                <a:lnTo>
                  <a:pt x="5602126" y="3055984"/>
                </a:lnTo>
                <a:cubicBezTo>
                  <a:pt x="5601798" y="3055984"/>
                  <a:pt x="5601338" y="3055525"/>
                  <a:pt x="5601338" y="3055525"/>
                </a:cubicBezTo>
                <a:lnTo>
                  <a:pt x="5596807" y="3047642"/>
                </a:lnTo>
                <a:cubicBezTo>
                  <a:pt x="5596675" y="3047381"/>
                  <a:pt x="5596807" y="3046788"/>
                  <a:pt x="5596807" y="3046788"/>
                </a:cubicBezTo>
                <a:lnTo>
                  <a:pt x="5601338" y="3038907"/>
                </a:lnTo>
                <a:cubicBezTo>
                  <a:pt x="5601536" y="3038644"/>
                  <a:pt x="5602126" y="3038447"/>
                  <a:pt x="5602126" y="3038447"/>
                </a:cubicBezTo>
                <a:close/>
                <a:moveTo>
                  <a:pt x="5347746" y="3038447"/>
                </a:moveTo>
                <a:lnTo>
                  <a:pt x="5356810" y="3038447"/>
                </a:lnTo>
                <a:cubicBezTo>
                  <a:pt x="5357138" y="3038447"/>
                  <a:pt x="5357598" y="3038907"/>
                  <a:pt x="5357598" y="3038907"/>
                </a:cubicBezTo>
                <a:lnTo>
                  <a:pt x="5362130" y="3046788"/>
                </a:lnTo>
                <a:cubicBezTo>
                  <a:pt x="5362261" y="3047051"/>
                  <a:pt x="5362130" y="3047642"/>
                  <a:pt x="5362130" y="3047642"/>
                </a:cubicBezTo>
                <a:lnTo>
                  <a:pt x="5357598" y="3055525"/>
                </a:lnTo>
                <a:cubicBezTo>
                  <a:pt x="5357401" y="3055787"/>
                  <a:pt x="5356810" y="3055984"/>
                  <a:pt x="5356810" y="3055984"/>
                </a:cubicBezTo>
                <a:lnTo>
                  <a:pt x="5347746" y="3055984"/>
                </a:lnTo>
                <a:cubicBezTo>
                  <a:pt x="5347418" y="3055984"/>
                  <a:pt x="5346958" y="3055525"/>
                  <a:pt x="5346958" y="3055525"/>
                </a:cubicBezTo>
                <a:lnTo>
                  <a:pt x="5342425" y="3047642"/>
                </a:lnTo>
                <a:cubicBezTo>
                  <a:pt x="5342295" y="3047381"/>
                  <a:pt x="5342425" y="3046788"/>
                  <a:pt x="5342425" y="3046788"/>
                </a:cubicBezTo>
                <a:lnTo>
                  <a:pt x="5346958" y="3038907"/>
                </a:lnTo>
                <a:cubicBezTo>
                  <a:pt x="5347154" y="3038644"/>
                  <a:pt x="5347746" y="3038447"/>
                  <a:pt x="5347746" y="3038447"/>
                </a:cubicBezTo>
                <a:close/>
                <a:moveTo>
                  <a:pt x="5093300" y="3038447"/>
                </a:moveTo>
                <a:lnTo>
                  <a:pt x="5102364" y="3038447"/>
                </a:lnTo>
                <a:cubicBezTo>
                  <a:pt x="5102693" y="3038447"/>
                  <a:pt x="5103153" y="3038907"/>
                  <a:pt x="5103153" y="3038907"/>
                </a:cubicBezTo>
                <a:lnTo>
                  <a:pt x="5107684" y="3046788"/>
                </a:lnTo>
                <a:cubicBezTo>
                  <a:pt x="5107815" y="3047051"/>
                  <a:pt x="5107684" y="3047642"/>
                  <a:pt x="5107684" y="3047642"/>
                </a:cubicBezTo>
                <a:lnTo>
                  <a:pt x="5103153" y="3055525"/>
                </a:lnTo>
                <a:cubicBezTo>
                  <a:pt x="5102955" y="3055787"/>
                  <a:pt x="5102364" y="3055984"/>
                  <a:pt x="5102364" y="3055984"/>
                </a:cubicBezTo>
                <a:lnTo>
                  <a:pt x="5093300" y="3055984"/>
                </a:lnTo>
                <a:cubicBezTo>
                  <a:pt x="5092972" y="3055984"/>
                  <a:pt x="5092512" y="3055525"/>
                  <a:pt x="5092512" y="3055525"/>
                </a:cubicBezTo>
                <a:lnTo>
                  <a:pt x="5087979" y="3047642"/>
                </a:lnTo>
                <a:cubicBezTo>
                  <a:pt x="5087848" y="3047381"/>
                  <a:pt x="5087979" y="3046788"/>
                  <a:pt x="5087979" y="3046788"/>
                </a:cubicBezTo>
                <a:lnTo>
                  <a:pt x="5092512" y="3038907"/>
                </a:lnTo>
                <a:cubicBezTo>
                  <a:pt x="5092708" y="3038644"/>
                  <a:pt x="5093300" y="3038447"/>
                  <a:pt x="5093300" y="3038447"/>
                </a:cubicBezTo>
                <a:close/>
                <a:moveTo>
                  <a:pt x="4838919" y="3038447"/>
                </a:moveTo>
                <a:lnTo>
                  <a:pt x="4847982" y="3038447"/>
                </a:lnTo>
                <a:cubicBezTo>
                  <a:pt x="4848311" y="3038447"/>
                  <a:pt x="4848772" y="3038907"/>
                  <a:pt x="4848772" y="3038907"/>
                </a:cubicBezTo>
                <a:lnTo>
                  <a:pt x="4853303" y="3046788"/>
                </a:lnTo>
                <a:cubicBezTo>
                  <a:pt x="4853435" y="3047051"/>
                  <a:pt x="4853303" y="3047642"/>
                  <a:pt x="4853303" y="3047642"/>
                </a:cubicBezTo>
                <a:lnTo>
                  <a:pt x="4848772" y="3055525"/>
                </a:lnTo>
                <a:cubicBezTo>
                  <a:pt x="4848575" y="3055787"/>
                  <a:pt x="4847982" y="3055984"/>
                  <a:pt x="4847982" y="3055984"/>
                </a:cubicBezTo>
                <a:lnTo>
                  <a:pt x="4838919" y="3055984"/>
                </a:lnTo>
                <a:cubicBezTo>
                  <a:pt x="4838590" y="3055984"/>
                  <a:pt x="4838132" y="3055525"/>
                  <a:pt x="4838132" y="3055525"/>
                </a:cubicBezTo>
                <a:lnTo>
                  <a:pt x="4833598" y="3047642"/>
                </a:lnTo>
                <a:cubicBezTo>
                  <a:pt x="4833467" y="3047381"/>
                  <a:pt x="4833598" y="3046788"/>
                  <a:pt x="4833598" y="3046788"/>
                </a:cubicBezTo>
                <a:lnTo>
                  <a:pt x="4838132" y="3038907"/>
                </a:lnTo>
                <a:cubicBezTo>
                  <a:pt x="4838328" y="3038644"/>
                  <a:pt x="4838919" y="3038447"/>
                  <a:pt x="4838919" y="3038447"/>
                </a:cubicBezTo>
                <a:close/>
                <a:moveTo>
                  <a:pt x="4584538" y="3038447"/>
                </a:moveTo>
                <a:lnTo>
                  <a:pt x="4593603" y="3038447"/>
                </a:lnTo>
                <a:cubicBezTo>
                  <a:pt x="4593932" y="3038447"/>
                  <a:pt x="4594390" y="3038907"/>
                  <a:pt x="4594390" y="3038907"/>
                </a:cubicBezTo>
                <a:lnTo>
                  <a:pt x="4598922" y="3046788"/>
                </a:lnTo>
                <a:cubicBezTo>
                  <a:pt x="4599054" y="3047051"/>
                  <a:pt x="4598922" y="3047642"/>
                  <a:pt x="4598922" y="3047642"/>
                </a:cubicBezTo>
                <a:lnTo>
                  <a:pt x="4594390" y="3055525"/>
                </a:lnTo>
                <a:cubicBezTo>
                  <a:pt x="4594193" y="3055787"/>
                  <a:pt x="4593603" y="3055984"/>
                  <a:pt x="4593603" y="3055984"/>
                </a:cubicBezTo>
                <a:lnTo>
                  <a:pt x="4584538" y="3055984"/>
                </a:lnTo>
                <a:cubicBezTo>
                  <a:pt x="4584210" y="3055984"/>
                  <a:pt x="4583749" y="3055525"/>
                  <a:pt x="4583749" y="3055525"/>
                </a:cubicBezTo>
                <a:lnTo>
                  <a:pt x="4579218" y="3047642"/>
                </a:lnTo>
                <a:cubicBezTo>
                  <a:pt x="4579087" y="3047381"/>
                  <a:pt x="4579218" y="3046788"/>
                  <a:pt x="4579218" y="3046788"/>
                </a:cubicBezTo>
                <a:lnTo>
                  <a:pt x="4583749" y="3038907"/>
                </a:lnTo>
                <a:cubicBezTo>
                  <a:pt x="4583948" y="3038644"/>
                  <a:pt x="4584538" y="3038447"/>
                  <a:pt x="4584538" y="3038447"/>
                </a:cubicBezTo>
                <a:close/>
                <a:moveTo>
                  <a:pt x="4330157" y="3038447"/>
                </a:moveTo>
                <a:lnTo>
                  <a:pt x="4339222" y="3038447"/>
                </a:lnTo>
                <a:cubicBezTo>
                  <a:pt x="4339550" y="3038447"/>
                  <a:pt x="4340010" y="3038907"/>
                  <a:pt x="4340010" y="3038907"/>
                </a:cubicBezTo>
                <a:lnTo>
                  <a:pt x="4344540" y="3046788"/>
                </a:lnTo>
                <a:cubicBezTo>
                  <a:pt x="4344672" y="3047051"/>
                  <a:pt x="4344540" y="3047642"/>
                  <a:pt x="4344540" y="3047642"/>
                </a:cubicBezTo>
                <a:lnTo>
                  <a:pt x="4340010" y="3055525"/>
                </a:lnTo>
                <a:cubicBezTo>
                  <a:pt x="4339812" y="3055787"/>
                  <a:pt x="4339222" y="3055984"/>
                  <a:pt x="4339222" y="3055984"/>
                </a:cubicBezTo>
                <a:lnTo>
                  <a:pt x="4330157" y="3055984"/>
                </a:lnTo>
                <a:cubicBezTo>
                  <a:pt x="4329829" y="3055984"/>
                  <a:pt x="4329369" y="3055525"/>
                  <a:pt x="4329369" y="3055525"/>
                </a:cubicBezTo>
                <a:lnTo>
                  <a:pt x="4324836" y="3047642"/>
                </a:lnTo>
                <a:cubicBezTo>
                  <a:pt x="4324706" y="3047381"/>
                  <a:pt x="4324836" y="3046788"/>
                  <a:pt x="4324836" y="3046788"/>
                </a:cubicBezTo>
                <a:lnTo>
                  <a:pt x="4329369" y="3038907"/>
                </a:lnTo>
                <a:cubicBezTo>
                  <a:pt x="4329565" y="3038644"/>
                  <a:pt x="4330157" y="3038447"/>
                  <a:pt x="4330157" y="3038447"/>
                </a:cubicBezTo>
                <a:close/>
                <a:moveTo>
                  <a:pt x="4075895" y="3038447"/>
                </a:moveTo>
                <a:lnTo>
                  <a:pt x="4084959" y="3038447"/>
                </a:lnTo>
                <a:cubicBezTo>
                  <a:pt x="4085289" y="3038447"/>
                  <a:pt x="4085745" y="3038907"/>
                  <a:pt x="4085745" y="3038907"/>
                </a:cubicBezTo>
                <a:lnTo>
                  <a:pt x="4090279" y="3046788"/>
                </a:lnTo>
                <a:cubicBezTo>
                  <a:pt x="4090409" y="3047051"/>
                  <a:pt x="4090279" y="3047642"/>
                  <a:pt x="4090279" y="3047642"/>
                </a:cubicBezTo>
                <a:lnTo>
                  <a:pt x="4085745" y="3055525"/>
                </a:lnTo>
                <a:cubicBezTo>
                  <a:pt x="4085551" y="3055787"/>
                  <a:pt x="4084959" y="3055984"/>
                  <a:pt x="4084959" y="3055984"/>
                </a:cubicBezTo>
                <a:lnTo>
                  <a:pt x="4075895" y="3055984"/>
                </a:lnTo>
                <a:cubicBezTo>
                  <a:pt x="4075567" y="3055984"/>
                  <a:pt x="4075105" y="3055525"/>
                  <a:pt x="4075105" y="3055525"/>
                </a:cubicBezTo>
                <a:lnTo>
                  <a:pt x="4070574" y="3047642"/>
                </a:lnTo>
                <a:cubicBezTo>
                  <a:pt x="4070442" y="3047381"/>
                  <a:pt x="4070574" y="3046788"/>
                  <a:pt x="4070574" y="3046788"/>
                </a:cubicBezTo>
                <a:lnTo>
                  <a:pt x="4075105" y="3038907"/>
                </a:lnTo>
                <a:cubicBezTo>
                  <a:pt x="4075301" y="3038644"/>
                  <a:pt x="4075895" y="3038447"/>
                  <a:pt x="4075895" y="3038447"/>
                </a:cubicBezTo>
                <a:close/>
                <a:moveTo>
                  <a:pt x="3821481" y="3038447"/>
                </a:moveTo>
                <a:lnTo>
                  <a:pt x="3830546" y="3038447"/>
                </a:lnTo>
                <a:cubicBezTo>
                  <a:pt x="3830874" y="3038447"/>
                  <a:pt x="3831334" y="3038907"/>
                  <a:pt x="3831334" y="3038907"/>
                </a:cubicBezTo>
                <a:lnTo>
                  <a:pt x="3835867" y="3046788"/>
                </a:lnTo>
                <a:cubicBezTo>
                  <a:pt x="3835999" y="3047051"/>
                  <a:pt x="3835867" y="3047642"/>
                  <a:pt x="3835867" y="3047642"/>
                </a:cubicBezTo>
                <a:lnTo>
                  <a:pt x="3831334" y="3055525"/>
                </a:lnTo>
                <a:cubicBezTo>
                  <a:pt x="3831138" y="3055787"/>
                  <a:pt x="3830546" y="3055984"/>
                  <a:pt x="3830546" y="3055984"/>
                </a:cubicBezTo>
                <a:lnTo>
                  <a:pt x="3821481" y="3055984"/>
                </a:lnTo>
                <a:cubicBezTo>
                  <a:pt x="3821153" y="3055984"/>
                  <a:pt x="3820693" y="3055525"/>
                  <a:pt x="3820693" y="3055525"/>
                </a:cubicBezTo>
                <a:lnTo>
                  <a:pt x="3816160" y="3047642"/>
                </a:lnTo>
                <a:cubicBezTo>
                  <a:pt x="3816031" y="3047381"/>
                  <a:pt x="3816160" y="3046788"/>
                  <a:pt x="3816160" y="3046788"/>
                </a:cubicBezTo>
                <a:lnTo>
                  <a:pt x="3820693" y="3038907"/>
                </a:lnTo>
                <a:cubicBezTo>
                  <a:pt x="3820893" y="3038644"/>
                  <a:pt x="3821481" y="3038447"/>
                  <a:pt x="3821481" y="3038447"/>
                </a:cubicBezTo>
                <a:close/>
                <a:moveTo>
                  <a:pt x="3567018" y="3038447"/>
                </a:moveTo>
                <a:lnTo>
                  <a:pt x="3576083" y="3038447"/>
                </a:lnTo>
                <a:cubicBezTo>
                  <a:pt x="3576411" y="3038447"/>
                  <a:pt x="3576871" y="3038907"/>
                  <a:pt x="3576871" y="3038907"/>
                </a:cubicBezTo>
                <a:lnTo>
                  <a:pt x="3581403" y="3046788"/>
                </a:lnTo>
                <a:cubicBezTo>
                  <a:pt x="3581534" y="3047051"/>
                  <a:pt x="3581403" y="3047642"/>
                  <a:pt x="3581403" y="3047642"/>
                </a:cubicBezTo>
                <a:lnTo>
                  <a:pt x="3576871" y="3055525"/>
                </a:lnTo>
                <a:cubicBezTo>
                  <a:pt x="3576674" y="3055787"/>
                  <a:pt x="3576083" y="3055984"/>
                  <a:pt x="3576083" y="3055984"/>
                </a:cubicBezTo>
                <a:lnTo>
                  <a:pt x="3567018" y="3055984"/>
                </a:lnTo>
                <a:cubicBezTo>
                  <a:pt x="3566690" y="3055984"/>
                  <a:pt x="3566231" y="3055525"/>
                  <a:pt x="3566231" y="3055525"/>
                </a:cubicBezTo>
                <a:lnTo>
                  <a:pt x="3561697" y="3047642"/>
                </a:lnTo>
                <a:cubicBezTo>
                  <a:pt x="3561566" y="3047381"/>
                  <a:pt x="3561697" y="3046788"/>
                  <a:pt x="3561697" y="3046788"/>
                </a:cubicBezTo>
                <a:lnTo>
                  <a:pt x="3566231" y="3038907"/>
                </a:lnTo>
                <a:cubicBezTo>
                  <a:pt x="3566427" y="3038644"/>
                  <a:pt x="3567018" y="3038447"/>
                  <a:pt x="3567018" y="3038447"/>
                </a:cubicBezTo>
                <a:close/>
                <a:moveTo>
                  <a:pt x="3312589" y="3038447"/>
                </a:moveTo>
                <a:lnTo>
                  <a:pt x="3321653" y="3038447"/>
                </a:lnTo>
                <a:cubicBezTo>
                  <a:pt x="3321982" y="3038447"/>
                  <a:pt x="3322441" y="3038907"/>
                  <a:pt x="3322441" y="3038907"/>
                </a:cubicBezTo>
                <a:lnTo>
                  <a:pt x="3326973" y="3046788"/>
                </a:lnTo>
                <a:cubicBezTo>
                  <a:pt x="3327104" y="3047051"/>
                  <a:pt x="3326973" y="3047642"/>
                  <a:pt x="3326973" y="3047642"/>
                </a:cubicBezTo>
                <a:lnTo>
                  <a:pt x="3322441" y="3055525"/>
                </a:lnTo>
                <a:cubicBezTo>
                  <a:pt x="3322244" y="3055787"/>
                  <a:pt x="3321653" y="3055984"/>
                  <a:pt x="3321653" y="3055984"/>
                </a:cubicBezTo>
                <a:lnTo>
                  <a:pt x="3312589" y="3055984"/>
                </a:lnTo>
                <a:cubicBezTo>
                  <a:pt x="3312261" y="3055984"/>
                  <a:pt x="3311801" y="3055525"/>
                  <a:pt x="3311801" y="3055525"/>
                </a:cubicBezTo>
                <a:lnTo>
                  <a:pt x="3307268" y="3047642"/>
                </a:lnTo>
                <a:cubicBezTo>
                  <a:pt x="3307137" y="3047381"/>
                  <a:pt x="3307268" y="3046788"/>
                  <a:pt x="3307268" y="3046788"/>
                </a:cubicBezTo>
                <a:lnTo>
                  <a:pt x="3311801" y="3038907"/>
                </a:lnTo>
                <a:cubicBezTo>
                  <a:pt x="3311997" y="3038644"/>
                  <a:pt x="3312589" y="3038447"/>
                  <a:pt x="3312589" y="3038447"/>
                </a:cubicBezTo>
                <a:close/>
                <a:moveTo>
                  <a:pt x="3058329" y="3038447"/>
                </a:moveTo>
                <a:lnTo>
                  <a:pt x="3067394" y="3038447"/>
                </a:lnTo>
                <a:cubicBezTo>
                  <a:pt x="3067722" y="3038447"/>
                  <a:pt x="3068182" y="3038907"/>
                  <a:pt x="3068182" y="3038907"/>
                </a:cubicBezTo>
                <a:lnTo>
                  <a:pt x="3072714" y="3046788"/>
                </a:lnTo>
                <a:cubicBezTo>
                  <a:pt x="3072845" y="3047051"/>
                  <a:pt x="3072714" y="3047642"/>
                  <a:pt x="3072714" y="3047642"/>
                </a:cubicBezTo>
                <a:lnTo>
                  <a:pt x="3068182" y="3055525"/>
                </a:lnTo>
                <a:cubicBezTo>
                  <a:pt x="3067985" y="3055787"/>
                  <a:pt x="3067394" y="3055984"/>
                  <a:pt x="3067394" y="3055984"/>
                </a:cubicBezTo>
                <a:lnTo>
                  <a:pt x="3058329" y="3055984"/>
                </a:lnTo>
                <a:cubicBezTo>
                  <a:pt x="3058001" y="3055984"/>
                  <a:pt x="3057541" y="3055525"/>
                  <a:pt x="3057541" y="3055525"/>
                </a:cubicBezTo>
                <a:lnTo>
                  <a:pt x="3053008" y="3047642"/>
                </a:lnTo>
                <a:cubicBezTo>
                  <a:pt x="3052878" y="3047381"/>
                  <a:pt x="3053008" y="3046788"/>
                  <a:pt x="3053008" y="3046788"/>
                </a:cubicBezTo>
                <a:lnTo>
                  <a:pt x="3057541" y="3038907"/>
                </a:lnTo>
                <a:cubicBezTo>
                  <a:pt x="3057739" y="3038644"/>
                  <a:pt x="3058329" y="3038447"/>
                  <a:pt x="3058329" y="3038447"/>
                </a:cubicBezTo>
                <a:close/>
                <a:moveTo>
                  <a:pt x="2803914" y="3038447"/>
                </a:moveTo>
                <a:lnTo>
                  <a:pt x="2812976" y="3038447"/>
                </a:lnTo>
                <a:cubicBezTo>
                  <a:pt x="2813307" y="3038447"/>
                  <a:pt x="2813765" y="3038907"/>
                  <a:pt x="2813765" y="3038907"/>
                </a:cubicBezTo>
                <a:lnTo>
                  <a:pt x="2818297" y="3046788"/>
                </a:lnTo>
                <a:cubicBezTo>
                  <a:pt x="2818428" y="3047051"/>
                  <a:pt x="2818297" y="3047642"/>
                  <a:pt x="2818297" y="3047642"/>
                </a:cubicBezTo>
                <a:lnTo>
                  <a:pt x="2813765" y="3055525"/>
                </a:lnTo>
                <a:cubicBezTo>
                  <a:pt x="2813569" y="3055787"/>
                  <a:pt x="2812976" y="3055984"/>
                  <a:pt x="2812976" y="3055984"/>
                </a:cubicBezTo>
                <a:lnTo>
                  <a:pt x="2803914" y="3055984"/>
                </a:lnTo>
                <a:cubicBezTo>
                  <a:pt x="2803584" y="3055984"/>
                  <a:pt x="2803123" y="3055525"/>
                  <a:pt x="2803123" y="3055525"/>
                </a:cubicBezTo>
                <a:lnTo>
                  <a:pt x="2798591" y="3047642"/>
                </a:lnTo>
                <a:cubicBezTo>
                  <a:pt x="2798460" y="3047381"/>
                  <a:pt x="2798591" y="3046788"/>
                  <a:pt x="2798591" y="3046788"/>
                </a:cubicBezTo>
                <a:lnTo>
                  <a:pt x="2803123" y="3038907"/>
                </a:lnTo>
                <a:cubicBezTo>
                  <a:pt x="2803322" y="3038644"/>
                  <a:pt x="2803914" y="3038447"/>
                  <a:pt x="2803914" y="3038447"/>
                </a:cubicBezTo>
                <a:close/>
                <a:moveTo>
                  <a:pt x="2549393" y="3038447"/>
                </a:moveTo>
                <a:lnTo>
                  <a:pt x="2558457" y="3038447"/>
                </a:lnTo>
                <a:cubicBezTo>
                  <a:pt x="2558786" y="3038447"/>
                  <a:pt x="2559246" y="3038907"/>
                  <a:pt x="2559246" y="3038907"/>
                </a:cubicBezTo>
                <a:lnTo>
                  <a:pt x="2563777" y="3046788"/>
                </a:lnTo>
                <a:cubicBezTo>
                  <a:pt x="2563909" y="3047051"/>
                  <a:pt x="2563777" y="3047642"/>
                  <a:pt x="2563777" y="3047642"/>
                </a:cubicBezTo>
                <a:lnTo>
                  <a:pt x="2559246" y="3055525"/>
                </a:lnTo>
                <a:cubicBezTo>
                  <a:pt x="2559049" y="3055787"/>
                  <a:pt x="2558457" y="3055984"/>
                  <a:pt x="2558457" y="3055984"/>
                </a:cubicBezTo>
                <a:lnTo>
                  <a:pt x="2549393" y="3055984"/>
                </a:lnTo>
                <a:cubicBezTo>
                  <a:pt x="2549065" y="3055984"/>
                  <a:pt x="2548605" y="3055525"/>
                  <a:pt x="2548605" y="3055525"/>
                </a:cubicBezTo>
                <a:lnTo>
                  <a:pt x="2544073" y="3047642"/>
                </a:lnTo>
                <a:cubicBezTo>
                  <a:pt x="2543941" y="3047381"/>
                  <a:pt x="2544073" y="3046788"/>
                  <a:pt x="2544073" y="3046788"/>
                </a:cubicBezTo>
                <a:lnTo>
                  <a:pt x="2548605" y="3038907"/>
                </a:lnTo>
                <a:cubicBezTo>
                  <a:pt x="2548802" y="3038644"/>
                  <a:pt x="2549393" y="3038447"/>
                  <a:pt x="2549393" y="3038447"/>
                </a:cubicBezTo>
                <a:close/>
                <a:moveTo>
                  <a:pt x="2295179" y="3038447"/>
                </a:moveTo>
                <a:lnTo>
                  <a:pt x="2304243" y="3038447"/>
                </a:lnTo>
                <a:cubicBezTo>
                  <a:pt x="2304572" y="3038447"/>
                  <a:pt x="2305030" y="3038907"/>
                  <a:pt x="2305030" y="3038907"/>
                </a:cubicBezTo>
                <a:lnTo>
                  <a:pt x="2309563" y="3046788"/>
                </a:lnTo>
                <a:cubicBezTo>
                  <a:pt x="2309694" y="3047051"/>
                  <a:pt x="2309563" y="3047642"/>
                  <a:pt x="2309563" y="3047642"/>
                </a:cubicBezTo>
                <a:lnTo>
                  <a:pt x="2305030" y="3055525"/>
                </a:lnTo>
                <a:cubicBezTo>
                  <a:pt x="2304833" y="3055787"/>
                  <a:pt x="2304243" y="3055984"/>
                  <a:pt x="2304243" y="3055984"/>
                </a:cubicBezTo>
                <a:lnTo>
                  <a:pt x="2295179" y="3055984"/>
                </a:lnTo>
                <a:cubicBezTo>
                  <a:pt x="2294851" y="3055984"/>
                  <a:pt x="2294390" y="3055525"/>
                  <a:pt x="2294390" y="3055525"/>
                </a:cubicBezTo>
                <a:lnTo>
                  <a:pt x="2289857" y="3047642"/>
                </a:lnTo>
                <a:cubicBezTo>
                  <a:pt x="2289726" y="3047381"/>
                  <a:pt x="2289857" y="3046788"/>
                  <a:pt x="2289857" y="3046788"/>
                </a:cubicBezTo>
                <a:lnTo>
                  <a:pt x="2294390" y="3038907"/>
                </a:lnTo>
                <a:cubicBezTo>
                  <a:pt x="2294585" y="3038644"/>
                  <a:pt x="2295179" y="3038447"/>
                  <a:pt x="2295179" y="3038447"/>
                </a:cubicBezTo>
                <a:close/>
                <a:moveTo>
                  <a:pt x="2040696" y="3038447"/>
                </a:moveTo>
                <a:lnTo>
                  <a:pt x="2049761" y="3038447"/>
                </a:lnTo>
                <a:cubicBezTo>
                  <a:pt x="2050089" y="3038447"/>
                  <a:pt x="2050550" y="3038907"/>
                  <a:pt x="2050550" y="3038907"/>
                </a:cubicBezTo>
                <a:lnTo>
                  <a:pt x="2055082" y="3046788"/>
                </a:lnTo>
                <a:cubicBezTo>
                  <a:pt x="2055213" y="3047051"/>
                  <a:pt x="2055082" y="3047642"/>
                  <a:pt x="2055082" y="3047642"/>
                </a:cubicBezTo>
                <a:lnTo>
                  <a:pt x="2050550" y="3055525"/>
                </a:lnTo>
                <a:cubicBezTo>
                  <a:pt x="2050353" y="3055787"/>
                  <a:pt x="2049761" y="3055984"/>
                  <a:pt x="2049761" y="3055984"/>
                </a:cubicBezTo>
                <a:lnTo>
                  <a:pt x="2040696" y="3055984"/>
                </a:lnTo>
                <a:cubicBezTo>
                  <a:pt x="2040369" y="3055984"/>
                  <a:pt x="2039908" y="3055525"/>
                  <a:pt x="2039908" y="3055525"/>
                </a:cubicBezTo>
                <a:lnTo>
                  <a:pt x="2035375" y="3047642"/>
                </a:lnTo>
                <a:cubicBezTo>
                  <a:pt x="2035244" y="3047381"/>
                  <a:pt x="2035375" y="3046788"/>
                  <a:pt x="2035375" y="3046788"/>
                </a:cubicBezTo>
                <a:lnTo>
                  <a:pt x="2039908" y="3038907"/>
                </a:lnTo>
                <a:cubicBezTo>
                  <a:pt x="2040105" y="3038644"/>
                  <a:pt x="2040696" y="3038447"/>
                  <a:pt x="2040696" y="3038447"/>
                </a:cubicBezTo>
                <a:close/>
                <a:moveTo>
                  <a:pt x="1786170" y="3038447"/>
                </a:moveTo>
                <a:lnTo>
                  <a:pt x="1795234" y="3038447"/>
                </a:lnTo>
                <a:cubicBezTo>
                  <a:pt x="1795563" y="3038447"/>
                  <a:pt x="1796023" y="3038907"/>
                  <a:pt x="1796023" y="3038907"/>
                </a:cubicBezTo>
                <a:lnTo>
                  <a:pt x="1800554" y="3046788"/>
                </a:lnTo>
                <a:cubicBezTo>
                  <a:pt x="1800686" y="3047051"/>
                  <a:pt x="1800554" y="3047642"/>
                  <a:pt x="1800554" y="3047642"/>
                </a:cubicBezTo>
                <a:lnTo>
                  <a:pt x="1796023" y="3055525"/>
                </a:lnTo>
                <a:cubicBezTo>
                  <a:pt x="1795826" y="3055787"/>
                  <a:pt x="1795234" y="3055984"/>
                  <a:pt x="1795234" y="3055984"/>
                </a:cubicBezTo>
                <a:lnTo>
                  <a:pt x="1786170" y="3055984"/>
                </a:lnTo>
                <a:cubicBezTo>
                  <a:pt x="1785842" y="3055984"/>
                  <a:pt x="1785382" y="3055525"/>
                  <a:pt x="1785382" y="3055525"/>
                </a:cubicBezTo>
                <a:lnTo>
                  <a:pt x="1780850" y="3047642"/>
                </a:lnTo>
                <a:cubicBezTo>
                  <a:pt x="1780718" y="3047381"/>
                  <a:pt x="1780850" y="3046788"/>
                  <a:pt x="1780850" y="3046788"/>
                </a:cubicBezTo>
                <a:lnTo>
                  <a:pt x="1785382" y="3038907"/>
                </a:lnTo>
                <a:cubicBezTo>
                  <a:pt x="1785579" y="3038644"/>
                  <a:pt x="1786170" y="3038447"/>
                  <a:pt x="1786170" y="3038447"/>
                </a:cubicBezTo>
                <a:close/>
                <a:moveTo>
                  <a:pt x="1531969" y="3038447"/>
                </a:moveTo>
                <a:lnTo>
                  <a:pt x="1541032" y="3038447"/>
                </a:lnTo>
                <a:cubicBezTo>
                  <a:pt x="1541361" y="3038447"/>
                  <a:pt x="1541820" y="3038907"/>
                  <a:pt x="1541820" y="3038907"/>
                </a:cubicBezTo>
                <a:lnTo>
                  <a:pt x="1546354" y="3046788"/>
                </a:lnTo>
                <a:cubicBezTo>
                  <a:pt x="1546486" y="3047051"/>
                  <a:pt x="1546354" y="3047642"/>
                  <a:pt x="1546354" y="3047642"/>
                </a:cubicBezTo>
                <a:lnTo>
                  <a:pt x="1541820" y="3055525"/>
                </a:lnTo>
                <a:cubicBezTo>
                  <a:pt x="1541623" y="3055787"/>
                  <a:pt x="1541032" y="3055984"/>
                  <a:pt x="1541032" y="3055984"/>
                </a:cubicBezTo>
                <a:lnTo>
                  <a:pt x="1531969" y="3055984"/>
                </a:lnTo>
                <a:cubicBezTo>
                  <a:pt x="1531641" y="3055984"/>
                  <a:pt x="1531181" y="3055525"/>
                  <a:pt x="1531181" y="3055525"/>
                </a:cubicBezTo>
                <a:lnTo>
                  <a:pt x="1526649" y="3047642"/>
                </a:lnTo>
                <a:cubicBezTo>
                  <a:pt x="1526516" y="3047381"/>
                  <a:pt x="1526649" y="3046788"/>
                  <a:pt x="1526649" y="3046788"/>
                </a:cubicBezTo>
                <a:lnTo>
                  <a:pt x="1531181" y="3038907"/>
                </a:lnTo>
                <a:cubicBezTo>
                  <a:pt x="1531378" y="3038644"/>
                  <a:pt x="1531969" y="3038447"/>
                  <a:pt x="1531969" y="3038447"/>
                </a:cubicBezTo>
                <a:close/>
                <a:moveTo>
                  <a:pt x="1277464" y="3038447"/>
                </a:moveTo>
                <a:lnTo>
                  <a:pt x="1286529" y="3038447"/>
                </a:lnTo>
                <a:cubicBezTo>
                  <a:pt x="1286857" y="3038447"/>
                  <a:pt x="1287316" y="3038907"/>
                  <a:pt x="1287316" y="3038907"/>
                </a:cubicBezTo>
                <a:lnTo>
                  <a:pt x="1291849" y="3046788"/>
                </a:lnTo>
                <a:cubicBezTo>
                  <a:pt x="1291979" y="3047051"/>
                  <a:pt x="1291849" y="3047642"/>
                  <a:pt x="1291849" y="3047642"/>
                </a:cubicBezTo>
                <a:lnTo>
                  <a:pt x="1287316" y="3055525"/>
                </a:lnTo>
                <a:cubicBezTo>
                  <a:pt x="1287119" y="3055787"/>
                  <a:pt x="1286529" y="3055984"/>
                  <a:pt x="1286529" y="3055984"/>
                </a:cubicBezTo>
                <a:lnTo>
                  <a:pt x="1277464" y="3055984"/>
                </a:lnTo>
                <a:cubicBezTo>
                  <a:pt x="1277136" y="3055984"/>
                  <a:pt x="1276675" y="3055525"/>
                  <a:pt x="1276675" y="3055525"/>
                </a:cubicBezTo>
                <a:lnTo>
                  <a:pt x="1272145" y="3047642"/>
                </a:lnTo>
                <a:cubicBezTo>
                  <a:pt x="1272013" y="3047381"/>
                  <a:pt x="1272145" y="3046788"/>
                  <a:pt x="1272145" y="3046788"/>
                </a:cubicBezTo>
                <a:lnTo>
                  <a:pt x="1276675" y="3038907"/>
                </a:lnTo>
                <a:cubicBezTo>
                  <a:pt x="1276872" y="3038644"/>
                  <a:pt x="1277464" y="3038447"/>
                  <a:pt x="1277464" y="3038447"/>
                </a:cubicBezTo>
                <a:close/>
                <a:moveTo>
                  <a:pt x="1023195" y="3038447"/>
                </a:moveTo>
                <a:lnTo>
                  <a:pt x="1032260" y="3038447"/>
                </a:lnTo>
                <a:cubicBezTo>
                  <a:pt x="1032588" y="3038447"/>
                  <a:pt x="1033047" y="3038907"/>
                  <a:pt x="1033047" y="3038907"/>
                </a:cubicBezTo>
                <a:lnTo>
                  <a:pt x="1037579" y="3046788"/>
                </a:lnTo>
                <a:cubicBezTo>
                  <a:pt x="1037710" y="3047051"/>
                  <a:pt x="1037579" y="3047642"/>
                  <a:pt x="1037579" y="3047642"/>
                </a:cubicBezTo>
                <a:lnTo>
                  <a:pt x="1033047" y="3055525"/>
                </a:lnTo>
                <a:cubicBezTo>
                  <a:pt x="1032850" y="3055787"/>
                  <a:pt x="1032260" y="3055984"/>
                  <a:pt x="1032260" y="3055984"/>
                </a:cubicBezTo>
                <a:lnTo>
                  <a:pt x="1023195" y="3055984"/>
                </a:lnTo>
                <a:cubicBezTo>
                  <a:pt x="1022866" y="3055984"/>
                  <a:pt x="1022407" y="3055525"/>
                  <a:pt x="1022407" y="3055525"/>
                </a:cubicBezTo>
                <a:lnTo>
                  <a:pt x="1017873" y="3047642"/>
                </a:lnTo>
                <a:cubicBezTo>
                  <a:pt x="1017740" y="3047381"/>
                  <a:pt x="1017873" y="3046788"/>
                  <a:pt x="1017873" y="3046788"/>
                </a:cubicBezTo>
                <a:lnTo>
                  <a:pt x="1022407" y="3038907"/>
                </a:lnTo>
                <a:cubicBezTo>
                  <a:pt x="1022605" y="3038644"/>
                  <a:pt x="1023195" y="3038447"/>
                  <a:pt x="1023195" y="3038447"/>
                </a:cubicBezTo>
                <a:close/>
                <a:moveTo>
                  <a:pt x="768632" y="3038447"/>
                </a:moveTo>
                <a:lnTo>
                  <a:pt x="777695" y="3038447"/>
                </a:lnTo>
                <a:cubicBezTo>
                  <a:pt x="778024" y="3038447"/>
                  <a:pt x="778483" y="3038907"/>
                  <a:pt x="778483" y="3038907"/>
                </a:cubicBezTo>
                <a:lnTo>
                  <a:pt x="783015" y="3046788"/>
                </a:lnTo>
                <a:cubicBezTo>
                  <a:pt x="783146" y="3047051"/>
                  <a:pt x="783015" y="3047642"/>
                  <a:pt x="783015" y="3047642"/>
                </a:cubicBezTo>
                <a:lnTo>
                  <a:pt x="778483" y="3055525"/>
                </a:lnTo>
                <a:cubicBezTo>
                  <a:pt x="778286" y="3055787"/>
                  <a:pt x="777695" y="3055984"/>
                  <a:pt x="777695" y="3055984"/>
                </a:cubicBezTo>
                <a:lnTo>
                  <a:pt x="768632" y="3055984"/>
                </a:lnTo>
                <a:cubicBezTo>
                  <a:pt x="768303" y="3055984"/>
                  <a:pt x="767843" y="3055525"/>
                  <a:pt x="767843" y="3055525"/>
                </a:cubicBezTo>
                <a:lnTo>
                  <a:pt x="763311" y="3047642"/>
                </a:lnTo>
                <a:cubicBezTo>
                  <a:pt x="763179" y="3047381"/>
                  <a:pt x="763311" y="3046788"/>
                  <a:pt x="763311" y="3046788"/>
                </a:cubicBezTo>
                <a:lnTo>
                  <a:pt x="767843" y="3038907"/>
                </a:lnTo>
                <a:cubicBezTo>
                  <a:pt x="768040" y="3038644"/>
                  <a:pt x="768632" y="3038447"/>
                  <a:pt x="768632" y="3038447"/>
                </a:cubicBezTo>
                <a:close/>
                <a:moveTo>
                  <a:pt x="514208" y="3038447"/>
                </a:moveTo>
                <a:lnTo>
                  <a:pt x="523272" y="3038447"/>
                </a:lnTo>
                <a:cubicBezTo>
                  <a:pt x="523600" y="3038447"/>
                  <a:pt x="524060" y="3038907"/>
                  <a:pt x="524060" y="3038907"/>
                </a:cubicBezTo>
                <a:lnTo>
                  <a:pt x="528592" y="3046788"/>
                </a:lnTo>
                <a:cubicBezTo>
                  <a:pt x="528723" y="3047051"/>
                  <a:pt x="528592" y="3047642"/>
                  <a:pt x="528592" y="3047642"/>
                </a:cubicBezTo>
                <a:lnTo>
                  <a:pt x="524060" y="3055525"/>
                </a:lnTo>
                <a:cubicBezTo>
                  <a:pt x="523863" y="3055787"/>
                  <a:pt x="523272" y="3055984"/>
                  <a:pt x="523272" y="3055984"/>
                </a:cubicBezTo>
                <a:lnTo>
                  <a:pt x="514208" y="3055984"/>
                </a:lnTo>
                <a:cubicBezTo>
                  <a:pt x="513879" y="3055984"/>
                  <a:pt x="513420" y="3055525"/>
                  <a:pt x="513420" y="3055525"/>
                </a:cubicBezTo>
                <a:lnTo>
                  <a:pt x="508887" y="3047642"/>
                </a:lnTo>
                <a:cubicBezTo>
                  <a:pt x="508756" y="3047381"/>
                  <a:pt x="508887" y="3046788"/>
                  <a:pt x="508887" y="3046788"/>
                </a:cubicBezTo>
                <a:lnTo>
                  <a:pt x="513420" y="3038907"/>
                </a:lnTo>
                <a:cubicBezTo>
                  <a:pt x="513617" y="3038644"/>
                  <a:pt x="514208" y="3038447"/>
                  <a:pt x="514208" y="3038447"/>
                </a:cubicBezTo>
                <a:close/>
                <a:moveTo>
                  <a:pt x="259915" y="3038447"/>
                </a:moveTo>
                <a:lnTo>
                  <a:pt x="268979" y="3038447"/>
                </a:lnTo>
                <a:cubicBezTo>
                  <a:pt x="269307" y="3038447"/>
                  <a:pt x="269767" y="3038907"/>
                  <a:pt x="269767" y="3038907"/>
                </a:cubicBezTo>
                <a:lnTo>
                  <a:pt x="274299" y="3046788"/>
                </a:lnTo>
                <a:cubicBezTo>
                  <a:pt x="274430" y="3047051"/>
                  <a:pt x="274299" y="3047642"/>
                  <a:pt x="274299" y="3047642"/>
                </a:cubicBezTo>
                <a:lnTo>
                  <a:pt x="269767" y="3055525"/>
                </a:lnTo>
                <a:cubicBezTo>
                  <a:pt x="269570" y="3055787"/>
                  <a:pt x="268979" y="3055984"/>
                  <a:pt x="268979" y="3055984"/>
                </a:cubicBezTo>
                <a:lnTo>
                  <a:pt x="259915" y="3055984"/>
                </a:lnTo>
                <a:cubicBezTo>
                  <a:pt x="259586" y="3055984"/>
                  <a:pt x="259126" y="3055525"/>
                  <a:pt x="259126" y="3055525"/>
                </a:cubicBezTo>
                <a:lnTo>
                  <a:pt x="254594" y="3047642"/>
                </a:lnTo>
                <a:cubicBezTo>
                  <a:pt x="254463" y="3047381"/>
                  <a:pt x="254594" y="3046788"/>
                  <a:pt x="254594" y="3046788"/>
                </a:cubicBezTo>
                <a:lnTo>
                  <a:pt x="259126" y="3038907"/>
                </a:lnTo>
                <a:cubicBezTo>
                  <a:pt x="259323" y="3038644"/>
                  <a:pt x="259915" y="3038447"/>
                  <a:pt x="259915" y="3038447"/>
                </a:cubicBezTo>
                <a:close/>
                <a:moveTo>
                  <a:pt x="5499" y="3038447"/>
                </a:moveTo>
                <a:lnTo>
                  <a:pt x="14563" y="3038447"/>
                </a:lnTo>
                <a:cubicBezTo>
                  <a:pt x="14891" y="3038447"/>
                  <a:pt x="15351" y="3038907"/>
                  <a:pt x="15351" y="3038907"/>
                </a:cubicBezTo>
                <a:lnTo>
                  <a:pt x="19883" y="3046788"/>
                </a:lnTo>
                <a:cubicBezTo>
                  <a:pt x="20014" y="3047051"/>
                  <a:pt x="19883" y="3047642"/>
                  <a:pt x="19883" y="3047642"/>
                </a:cubicBezTo>
                <a:lnTo>
                  <a:pt x="15351" y="3055525"/>
                </a:lnTo>
                <a:cubicBezTo>
                  <a:pt x="15154" y="3055787"/>
                  <a:pt x="14563" y="3055984"/>
                  <a:pt x="14563" y="3055984"/>
                </a:cubicBezTo>
                <a:lnTo>
                  <a:pt x="5499" y="3055984"/>
                </a:lnTo>
                <a:cubicBezTo>
                  <a:pt x="5170" y="3055984"/>
                  <a:pt x="4710" y="3055525"/>
                  <a:pt x="4710" y="3055525"/>
                </a:cubicBezTo>
                <a:lnTo>
                  <a:pt x="179" y="3047642"/>
                </a:lnTo>
                <a:cubicBezTo>
                  <a:pt x="47" y="3047381"/>
                  <a:pt x="179" y="3046788"/>
                  <a:pt x="179" y="3046788"/>
                </a:cubicBezTo>
                <a:lnTo>
                  <a:pt x="4710" y="3038907"/>
                </a:lnTo>
                <a:cubicBezTo>
                  <a:pt x="4907" y="3038644"/>
                  <a:pt x="5499" y="3038447"/>
                  <a:pt x="5499" y="3038447"/>
                </a:cubicBezTo>
                <a:close/>
                <a:moveTo>
                  <a:pt x="10435622" y="2821440"/>
                </a:moveTo>
                <a:lnTo>
                  <a:pt x="10444686" y="2821440"/>
                </a:lnTo>
                <a:cubicBezTo>
                  <a:pt x="10445015" y="2821440"/>
                  <a:pt x="10445474" y="2821899"/>
                  <a:pt x="10445474" y="2821899"/>
                </a:cubicBezTo>
                <a:lnTo>
                  <a:pt x="10450007" y="2829781"/>
                </a:lnTo>
                <a:cubicBezTo>
                  <a:pt x="10450138" y="2830043"/>
                  <a:pt x="10450007" y="2830635"/>
                  <a:pt x="10450007" y="2830635"/>
                </a:cubicBezTo>
                <a:lnTo>
                  <a:pt x="10445474" y="2838517"/>
                </a:lnTo>
                <a:cubicBezTo>
                  <a:pt x="10445278" y="2838779"/>
                  <a:pt x="10444686" y="2838976"/>
                  <a:pt x="10444686" y="2838976"/>
                </a:cubicBezTo>
                <a:lnTo>
                  <a:pt x="10435622" y="2838976"/>
                </a:lnTo>
                <a:cubicBezTo>
                  <a:pt x="10435295" y="2838976"/>
                  <a:pt x="10434834" y="2838517"/>
                  <a:pt x="10434834" y="2838517"/>
                </a:cubicBezTo>
                <a:lnTo>
                  <a:pt x="10430302" y="2830635"/>
                </a:lnTo>
                <a:cubicBezTo>
                  <a:pt x="10430171" y="2830372"/>
                  <a:pt x="10430302" y="2829781"/>
                  <a:pt x="10430302" y="2829781"/>
                </a:cubicBezTo>
                <a:lnTo>
                  <a:pt x="10434834" y="2821899"/>
                </a:lnTo>
                <a:cubicBezTo>
                  <a:pt x="10435031" y="2821637"/>
                  <a:pt x="10435622" y="2821440"/>
                  <a:pt x="10435622" y="2821440"/>
                </a:cubicBezTo>
                <a:close/>
                <a:moveTo>
                  <a:pt x="10181242" y="2821440"/>
                </a:moveTo>
                <a:lnTo>
                  <a:pt x="10190305" y="2821440"/>
                </a:lnTo>
                <a:cubicBezTo>
                  <a:pt x="10190635" y="2821440"/>
                  <a:pt x="10191093" y="2821899"/>
                  <a:pt x="10191093" y="2821899"/>
                </a:cubicBezTo>
                <a:lnTo>
                  <a:pt x="10195626" y="2829781"/>
                </a:lnTo>
                <a:cubicBezTo>
                  <a:pt x="10195758" y="2830043"/>
                  <a:pt x="10195626" y="2830635"/>
                  <a:pt x="10195626" y="2830635"/>
                </a:cubicBezTo>
                <a:lnTo>
                  <a:pt x="10191093" y="2838517"/>
                </a:lnTo>
                <a:cubicBezTo>
                  <a:pt x="10190896" y="2838779"/>
                  <a:pt x="10190305" y="2838976"/>
                  <a:pt x="10190305" y="2838976"/>
                </a:cubicBezTo>
                <a:lnTo>
                  <a:pt x="10181242" y="2838976"/>
                </a:lnTo>
                <a:cubicBezTo>
                  <a:pt x="10180914" y="2838976"/>
                  <a:pt x="10180453" y="2838517"/>
                  <a:pt x="10180453" y="2838517"/>
                </a:cubicBezTo>
                <a:lnTo>
                  <a:pt x="10175922" y="2830635"/>
                </a:lnTo>
                <a:cubicBezTo>
                  <a:pt x="10175790" y="2830372"/>
                  <a:pt x="10175922" y="2829781"/>
                  <a:pt x="10175922" y="2829781"/>
                </a:cubicBezTo>
                <a:lnTo>
                  <a:pt x="10180453" y="2821899"/>
                </a:lnTo>
                <a:cubicBezTo>
                  <a:pt x="10180650" y="2821637"/>
                  <a:pt x="10181242" y="2821440"/>
                  <a:pt x="10181242" y="2821440"/>
                </a:cubicBezTo>
                <a:close/>
                <a:moveTo>
                  <a:pt x="9926861" y="2821440"/>
                </a:moveTo>
                <a:lnTo>
                  <a:pt x="9935924" y="2821440"/>
                </a:lnTo>
                <a:cubicBezTo>
                  <a:pt x="9936254" y="2821440"/>
                  <a:pt x="9936713" y="2821899"/>
                  <a:pt x="9936713" y="2821899"/>
                </a:cubicBezTo>
                <a:lnTo>
                  <a:pt x="9941246" y="2829781"/>
                </a:lnTo>
                <a:cubicBezTo>
                  <a:pt x="9941376" y="2830043"/>
                  <a:pt x="9941246" y="2830635"/>
                  <a:pt x="9941246" y="2830635"/>
                </a:cubicBezTo>
                <a:lnTo>
                  <a:pt x="9936713" y="2838517"/>
                </a:lnTo>
                <a:cubicBezTo>
                  <a:pt x="9936516" y="2838779"/>
                  <a:pt x="9935924" y="2838976"/>
                  <a:pt x="9935924" y="2838976"/>
                </a:cubicBezTo>
                <a:lnTo>
                  <a:pt x="9926861" y="2838976"/>
                </a:lnTo>
                <a:cubicBezTo>
                  <a:pt x="9926532" y="2838976"/>
                  <a:pt x="9926073" y="2838517"/>
                  <a:pt x="9926073" y="2838517"/>
                </a:cubicBezTo>
                <a:lnTo>
                  <a:pt x="9921541" y="2830635"/>
                </a:lnTo>
                <a:cubicBezTo>
                  <a:pt x="9921410" y="2830372"/>
                  <a:pt x="9921541" y="2829781"/>
                  <a:pt x="9921541" y="2829781"/>
                </a:cubicBezTo>
                <a:lnTo>
                  <a:pt x="9926073" y="2821899"/>
                </a:lnTo>
                <a:cubicBezTo>
                  <a:pt x="9926270" y="2821637"/>
                  <a:pt x="9926861" y="2821440"/>
                  <a:pt x="9926861" y="2821440"/>
                </a:cubicBezTo>
                <a:close/>
                <a:moveTo>
                  <a:pt x="9672481" y="2821440"/>
                </a:moveTo>
                <a:lnTo>
                  <a:pt x="9681545" y="2821440"/>
                </a:lnTo>
                <a:cubicBezTo>
                  <a:pt x="9681872" y="2821440"/>
                  <a:pt x="9682333" y="2821899"/>
                  <a:pt x="9682333" y="2821899"/>
                </a:cubicBezTo>
                <a:lnTo>
                  <a:pt x="9686865" y="2829781"/>
                </a:lnTo>
                <a:cubicBezTo>
                  <a:pt x="9686996" y="2830043"/>
                  <a:pt x="9686865" y="2830635"/>
                  <a:pt x="9686865" y="2830635"/>
                </a:cubicBezTo>
                <a:lnTo>
                  <a:pt x="9682333" y="2838517"/>
                </a:lnTo>
                <a:cubicBezTo>
                  <a:pt x="9682136" y="2838779"/>
                  <a:pt x="9681545" y="2838976"/>
                  <a:pt x="9681545" y="2838976"/>
                </a:cubicBezTo>
                <a:lnTo>
                  <a:pt x="9672481" y="2838976"/>
                </a:lnTo>
                <a:cubicBezTo>
                  <a:pt x="9672152" y="2838976"/>
                  <a:pt x="9671693" y="2838517"/>
                  <a:pt x="9671693" y="2838517"/>
                </a:cubicBezTo>
                <a:lnTo>
                  <a:pt x="9667160" y="2830635"/>
                </a:lnTo>
                <a:cubicBezTo>
                  <a:pt x="9667030" y="2830372"/>
                  <a:pt x="9667160" y="2829781"/>
                  <a:pt x="9667160" y="2829781"/>
                </a:cubicBezTo>
                <a:lnTo>
                  <a:pt x="9671693" y="2821899"/>
                </a:lnTo>
                <a:cubicBezTo>
                  <a:pt x="9671890" y="2821637"/>
                  <a:pt x="9672481" y="2821440"/>
                  <a:pt x="9672481" y="2821440"/>
                </a:cubicBezTo>
                <a:close/>
                <a:moveTo>
                  <a:pt x="9418035" y="2821440"/>
                </a:moveTo>
                <a:lnTo>
                  <a:pt x="9427099" y="2821440"/>
                </a:lnTo>
                <a:cubicBezTo>
                  <a:pt x="9427427" y="2821440"/>
                  <a:pt x="9427887" y="2821899"/>
                  <a:pt x="9427887" y="2821899"/>
                </a:cubicBezTo>
                <a:lnTo>
                  <a:pt x="9432419" y="2829781"/>
                </a:lnTo>
                <a:cubicBezTo>
                  <a:pt x="9432550" y="2830043"/>
                  <a:pt x="9432419" y="2830635"/>
                  <a:pt x="9432419" y="2830635"/>
                </a:cubicBezTo>
                <a:lnTo>
                  <a:pt x="9427887" y="2838517"/>
                </a:lnTo>
                <a:cubicBezTo>
                  <a:pt x="9427690" y="2838779"/>
                  <a:pt x="9427099" y="2838976"/>
                  <a:pt x="9427099" y="2838976"/>
                </a:cubicBezTo>
                <a:lnTo>
                  <a:pt x="9418035" y="2838976"/>
                </a:lnTo>
                <a:cubicBezTo>
                  <a:pt x="9417707" y="2838976"/>
                  <a:pt x="9417247" y="2838517"/>
                  <a:pt x="9417247" y="2838517"/>
                </a:cubicBezTo>
                <a:lnTo>
                  <a:pt x="9412714" y="2830635"/>
                </a:lnTo>
                <a:cubicBezTo>
                  <a:pt x="9412583" y="2830372"/>
                  <a:pt x="9412714" y="2829781"/>
                  <a:pt x="9412714" y="2829781"/>
                </a:cubicBezTo>
                <a:lnTo>
                  <a:pt x="9417247" y="2821899"/>
                </a:lnTo>
                <a:cubicBezTo>
                  <a:pt x="9417444" y="2821637"/>
                  <a:pt x="9418035" y="2821440"/>
                  <a:pt x="9418035" y="2821440"/>
                </a:cubicBezTo>
                <a:close/>
                <a:moveTo>
                  <a:pt x="9163654" y="2821440"/>
                </a:moveTo>
                <a:lnTo>
                  <a:pt x="9172718" y="2821440"/>
                </a:lnTo>
                <a:cubicBezTo>
                  <a:pt x="9173046" y="2821440"/>
                  <a:pt x="9173506" y="2821899"/>
                  <a:pt x="9173506" y="2821899"/>
                </a:cubicBezTo>
                <a:lnTo>
                  <a:pt x="9178038" y="2829781"/>
                </a:lnTo>
                <a:cubicBezTo>
                  <a:pt x="9178169" y="2830043"/>
                  <a:pt x="9178038" y="2830635"/>
                  <a:pt x="9178038" y="2830635"/>
                </a:cubicBezTo>
                <a:lnTo>
                  <a:pt x="9173506" y="2838517"/>
                </a:lnTo>
                <a:cubicBezTo>
                  <a:pt x="9173309" y="2838779"/>
                  <a:pt x="9172718" y="2838976"/>
                  <a:pt x="9172718" y="2838976"/>
                </a:cubicBezTo>
                <a:lnTo>
                  <a:pt x="9163654" y="2838976"/>
                </a:lnTo>
                <a:cubicBezTo>
                  <a:pt x="9163326" y="2838976"/>
                  <a:pt x="9162866" y="2838517"/>
                  <a:pt x="9162866" y="2838517"/>
                </a:cubicBezTo>
                <a:lnTo>
                  <a:pt x="9158333" y="2830635"/>
                </a:lnTo>
                <a:cubicBezTo>
                  <a:pt x="9158202" y="2830372"/>
                  <a:pt x="9158333" y="2829781"/>
                  <a:pt x="9158333" y="2829781"/>
                </a:cubicBezTo>
                <a:lnTo>
                  <a:pt x="9162866" y="2821899"/>
                </a:lnTo>
                <a:cubicBezTo>
                  <a:pt x="9163062" y="2821637"/>
                  <a:pt x="9163654" y="2821440"/>
                  <a:pt x="9163654" y="2821440"/>
                </a:cubicBezTo>
                <a:close/>
                <a:moveTo>
                  <a:pt x="8909274" y="2821440"/>
                </a:moveTo>
                <a:lnTo>
                  <a:pt x="8918336" y="2821440"/>
                </a:lnTo>
                <a:cubicBezTo>
                  <a:pt x="8918666" y="2821440"/>
                  <a:pt x="8919125" y="2821899"/>
                  <a:pt x="8919125" y="2821899"/>
                </a:cubicBezTo>
                <a:lnTo>
                  <a:pt x="8923657" y="2829781"/>
                </a:lnTo>
                <a:cubicBezTo>
                  <a:pt x="8923789" y="2830043"/>
                  <a:pt x="8923657" y="2830635"/>
                  <a:pt x="8923657" y="2830635"/>
                </a:cubicBezTo>
                <a:lnTo>
                  <a:pt x="8919125" y="2838517"/>
                </a:lnTo>
                <a:cubicBezTo>
                  <a:pt x="8918928" y="2838779"/>
                  <a:pt x="8918336" y="2838976"/>
                  <a:pt x="8918336" y="2838976"/>
                </a:cubicBezTo>
                <a:lnTo>
                  <a:pt x="8909274" y="2838976"/>
                </a:lnTo>
                <a:cubicBezTo>
                  <a:pt x="8908945" y="2838976"/>
                  <a:pt x="8908484" y="2838517"/>
                  <a:pt x="8908484" y="2838517"/>
                </a:cubicBezTo>
                <a:lnTo>
                  <a:pt x="8903953" y="2830635"/>
                </a:lnTo>
                <a:cubicBezTo>
                  <a:pt x="8903821" y="2830372"/>
                  <a:pt x="8903953" y="2829781"/>
                  <a:pt x="8903953" y="2829781"/>
                </a:cubicBezTo>
                <a:lnTo>
                  <a:pt x="8908484" y="2821899"/>
                </a:lnTo>
                <a:cubicBezTo>
                  <a:pt x="8908681" y="2821637"/>
                  <a:pt x="8909274" y="2821440"/>
                  <a:pt x="8909274" y="2821440"/>
                </a:cubicBezTo>
                <a:close/>
                <a:moveTo>
                  <a:pt x="8654892" y="2821440"/>
                </a:moveTo>
                <a:lnTo>
                  <a:pt x="8663955" y="2821440"/>
                </a:lnTo>
                <a:cubicBezTo>
                  <a:pt x="8664285" y="2821440"/>
                  <a:pt x="8664744" y="2821899"/>
                  <a:pt x="8664744" y="2821899"/>
                </a:cubicBezTo>
                <a:lnTo>
                  <a:pt x="8669277" y="2829781"/>
                </a:lnTo>
                <a:cubicBezTo>
                  <a:pt x="8669408" y="2830043"/>
                  <a:pt x="8669277" y="2830635"/>
                  <a:pt x="8669277" y="2830635"/>
                </a:cubicBezTo>
                <a:lnTo>
                  <a:pt x="8664744" y="2838517"/>
                </a:lnTo>
                <a:cubicBezTo>
                  <a:pt x="8664548" y="2838779"/>
                  <a:pt x="8663955" y="2838976"/>
                  <a:pt x="8663955" y="2838976"/>
                </a:cubicBezTo>
                <a:lnTo>
                  <a:pt x="8654892" y="2838976"/>
                </a:lnTo>
                <a:cubicBezTo>
                  <a:pt x="8654565" y="2838976"/>
                  <a:pt x="8654104" y="2838517"/>
                  <a:pt x="8654104" y="2838517"/>
                </a:cubicBezTo>
                <a:lnTo>
                  <a:pt x="8649572" y="2830635"/>
                </a:lnTo>
                <a:cubicBezTo>
                  <a:pt x="8649441" y="2830372"/>
                  <a:pt x="8649572" y="2829781"/>
                  <a:pt x="8649572" y="2829781"/>
                </a:cubicBezTo>
                <a:lnTo>
                  <a:pt x="8654104" y="2821899"/>
                </a:lnTo>
                <a:cubicBezTo>
                  <a:pt x="8654301" y="2821637"/>
                  <a:pt x="8654892" y="2821440"/>
                  <a:pt x="8654892" y="2821440"/>
                </a:cubicBezTo>
                <a:close/>
                <a:moveTo>
                  <a:pt x="8400511" y="2821440"/>
                </a:moveTo>
                <a:lnTo>
                  <a:pt x="8409575" y="2821440"/>
                </a:lnTo>
                <a:cubicBezTo>
                  <a:pt x="8409904" y="2821440"/>
                  <a:pt x="8410363" y="2821899"/>
                  <a:pt x="8410363" y="2821899"/>
                </a:cubicBezTo>
                <a:lnTo>
                  <a:pt x="8414896" y="2829781"/>
                </a:lnTo>
                <a:cubicBezTo>
                  <a:pt x="8415027" y="2830043"/>
                  <a:pt x="8414896" y="2830635"/>
                  <a:pt x="8414896" y="2830635"/>
                </a:cubicBezTo>
                <a:lnTo>
                  <a:pt x="8410363" y="2838517"/>
                </a:lnTo>
                <a:cubicBezTo>
                  <a:pt x="8410166" y="2838779"/>
                  <a:pt x="8409575" y="2838976"/>
                  <a:pt x="8409575" y="2838976"/>
                </a:cubicBezTo>
                <a:lnTo>
                  <a:pt x="8400511" y="2838976"/>
                </a:lnTo>
                <a:cubicBezTo>
                  <a:pt x="8400184" y="2838976"/>
                  <a:pt x="8399723" y="2838517"/>
                  <a:pt x="8399723" y="2838517"/>
                </a:cubicBezTo>
                <a:lnTo>
                  <a:pt x="8395191" y="2830635"/>
                </a:lnTo>
                <a:cubicBezTo>
                  <a:pt x="8395060" y="2830372"/>
                  <a:pt x="8395191" y="2829781"/>
                  <a:pt x="8395191" y="2829781"/>
                </a:cubicBezTo>
                <a:lnTo>
                  <a:pt x="8399723" y="2821899"/>
                </a:lnTo>
                <a:cubicBezTo>
                  <a:pt x="8399920" y="2821637"/>
                  <a:pt x="8400511" y="2821440"/>
                  <a:pt x="8400511" y="2821440"/>
                </a:cubicBezTo>
                <a:close/>
                <a:moveTo>
                  <a:pt x="8146065" y="2821440"/>
                </a:moveTo>
                <a:lnTo>
                  <a:pt x="8155129" y="2821440"/>
                </a:lnTo>
                <a:cubicBezTo>
                  <a:pt x="8155458" y="2821440"/>
                  <a:pt x="8155917" y="2821899"/>
                  <a:pt x="8155917" y="2821899"/>
                </a:cubicBezTo>
                <a:lnTo>
                  <a:pt x="8160449" y="2829781"/>
                </a:lnTo>
                <a:cubicBezTo>
                  <a:pt x="8160580" y="2830043"/>
                  <a:pt x="8160449" y="2830635"/>
                  <a:pt x="8160449" y="2830635"/>
                </a:cubicBezTo>
                <a:lnTo>
                  <a:pt x="8155917" y="2838517"/>
                </a:lnTo>
                <a:cubicBezTo>
                  <a:pt x="8155719" y="2838779"/>
                  <a:pt x="8155129" y="2838976"/>
                  <a:pt x="8155129" y="2838976"/>
                </a:cubicBezTo>
                <a:lnTo>
                  <a:pt x="8146065" y="2838976"/>
                </a:lnTo>
                <a:cubicBezTo>
                  <a:pt x="8145737" y="2838976"/>
                  <a:pt x="8145277" y="2838517"/>
                  <a:pt x="8145277" y="2838517"/>
                </a:cubicBezTo>
                <a:lnTo>
                  <a:pt x="8140745" y="2830635"/>
                </a:lnTo>
                <a:cubicBezTo>
                  <a:pt x="8140613" y="2830372"/>
                  <a:pt x="8140745" y="2829781"/>
                  <a:pt x="8140745" y="2829781"/>
                </a:cubicBezTo>
                <a:lnTo>
                  <a:pt x="8145277" y="2821899"/>
                </a:lnTo>
                <a:cubicBezTo>
                  <a:pt x="8145474" y="2821637"/>
                  <a:pt x="8146065" y="2821440"/>
                  <a:pt x="8146065" y="2821440"/>
                </a:cubicBezTo>
                <a:close/>
                <a:moveTo>
                  <a:pt x="7891684" y="2821440"/>
                </a:moveTo>
                <a:lnTo>
                  <a:pt x="7900748" y="2821440"/>
                </a:lnTo>
                <a:cubicBezTo>
                  <a:pt x="7901076" y="2821440"/>
                  <a:pt x="7901536" y="2821899"/>
                  <a:pt x="7901536" y="2821899"/>
                </a:cubicBezTo>
                <a:lnTo>
                  <a:pt x="7906067" y="2829781"/>
                </a:lnTo>
                <a:cubicBezTo>
                  <a:pt x="7906199" y="2830043"/>
                  <a:pt x="7906067" y="2830635"/>
                  <a:pt x="7906067" y="2830635"/>
                </a:cubicBezTo>
                <a:lnTo>
                  <a:pt x="7901536" y="2838517"/>
                </a:lnTo>
                <a:cubicBezTo>
                  <a:pt x="7901339" y="2838779"/>
                  <a:pt x="7900748" y="2838976"/>
                  <a:pt x="7900748" y="2838976"/>
                </a:cubicBezTo>
                <a:lnTo>
                  <a:pt x="7891684" y="2838976"/>
                </a:lnTo>
                <a:cubicBezTo>
                  <a:pt x="7891355" y="2838976"/>
                  <a:pt x="7890896" y="2838517"/>
                  <a:pt x="7890896" y="2838517"/>
                </a:cubicBezTo>
                <a:lnTo>
                  <a:pt x="7886363" y="2830635"/>
                </a:lnTo>
                <a:cubicBezTo>
                  <a:pt x="7886233" y="2830372"/>
                  <a:pt x="7886363" y="2829781"/>
                  <a:pt x="7886363" y="2829781"/>
                </a:cubicBezTo>
                <a:lnTo>
                  <a:pt x="7890896" y="2821899"/>
                </a:lnTo>
                <a:cubicBezTo>
                  <a:pt x="7891093" y="2821637"/>
                  <a:pt x="7891684" y="2821440"/>
                  <a:pt x="7891684" y="2821440"/>
                </a:cubicBezTo>
                <a:close/>
                <a:moveTo>
                  <a:pt x="7637304" y="2821440"/>
                </a:moveTo>
                <a:lnTo>
                  <a:pt x="7646367" y="2821440"/>
                </a:lnTo>
                <a:cubicBezTo>
                  <a:pt x="7646696" y="2821440"/>
                  <a:pt x="7647156" y="2821899"/>
                  <a:pt x="7647156" y="2821899"/>
                </a:cubicBezTo>
                <a:lnTo>
                  <a:pt x="7651687" y="2829781"/>
                </a:lnTo>
                <a:cubicBezTo>
                  <a:pt x="7651819" y="2830043"/>
                  <a:pt x="7651687" y="2830635"/>
                  <a:pt x="7651687" y="2830635"/>
                </a:cubicBezTo>
                <a:lnTo>
                  <a:pt x="7647156" y="2838517"/>
                </a:lnTo>
                <a:cubicBezTo>
                  <a:pt x="7646958" y="2838779"/>
                  <a:pt x="7646367" y="2838976"/>
                  <a:pt x="7646367" y="2838976"/>
                </a:cubicBezTo>
                <a:lnTo>
                  <a:pt x="7637304" y="2838976"/>
                </a:lnTo>
                <a:cubicBezTo>
                  <a:pt x="7636975" y="2838976"/>
                  <a:pt x="7636516" y="2838517"/>
                  <a:pt x="7636516" y="2838517"/>
                </a:cubicBezTo>
                <a:lnTo>
                  <a:pt x="7631983" y="2830635"/>
                </a:lnTo>
                <a:cubicBezTo>
                  <a:pt x="7631851" y="2830372"/>
                  <a:pt x="7631983" y="2829781"/>
                  <a:pt x="7631983" y="2829781"/>
                </a:cubicBezTo>
                <a:lnTo>
                  <a:pt x="7636516" y="2821899"/>
                </a:lnTo>
                <a:cubicBezTo>
                  <a:pt x="7636713" y="2821637"/>
                  <a:pt x="7637304" y="2821440"/>
                  <a:pt x="7637304" y="2821440"/>
                </a:cubicBezTo>
                <a:close/>
                <a:moveTo>
                  <a:pt x="7382923" y="2821440"/>
                </a:moveTo>
                <a:lnTo>
                  <a:pt x="7391987" y="2821440"/>
                </a:lnTo>
                <a:cubicBezTo>
                  <a:pt x="7392315" y="2821440"/>
                  <a:pt x="7392775" y="2821899"/>
                  <a:pt x="7392775" y="2821899"/>
                </a:cubicBezTo>
                <a:lnTo>
                  <a:pt x="7397307" y="2829781"/>
                </a:lnTo>
                <a:cubicBezTo>
                  <a:pt x="7397438" y="2830043"/>
                  <a:pt x="7397307" y="2830635"/>
                  <a:pt x="7397307" y="2830635"/>
                </a:cubicBezTo>
                <a:lnTo>
                  <a:pt x="7392775" y="2838517"/>
                </a:lnTo>
                <a:cubicBezTo>
                  <a:pt x="7392578" y="2838779"/>
                  <a:pt x="7391987" y="2838976"/>
                  <a:pt x="7391987" y="2838976"/>
                </a:cubicBezTo>
                <a:lnTo>
                  <a:pt x="7382923" y="2838976"/>
                </a:lnTo>
                <a:cubicBezTo>
                  <a:pt x="7382595" y="2838976"/>
                  <a:pt x="7382135" y="2838517"/>
                  <a:pt x="7382135" y="2838517"/>
                </a:cubicBezTo>
                <a:lnTo>
                  <a:pt x="7377602" y="2830635"/>
                </a:lnTo>
                <a:cubicBezTo>
                  <a:pt x="7377471" y="2830372"/>
                  <a:pt x="7377602" y="2829781"/>
                  <a:pt x="7377602" y="2829781"/>
                </a:cubicBezTo>
                <a:lnTo>
                  <a:pt x="7382135" y="2821899"/>
                </a:lnTo>
                <a:cubicBezTo>
                  <a:pt x="7382331" y="2821637"/>
                  <a:pt x="7382923" y="2821440"/>
                  <a:pt x="7382923" y="2821440"/>
                </a:cubicBezTo>
                <a:close/>
                <a:moveTo>
                  <a:pt x="7128477" y="2821440"/>
                </a:moveTo>
                <a:lnTo>
                  <a:pt x="7137540" y="2821440"/>
                </a:lnTo>
                <a:cubicBezTo>
                  <a:pt x="7137869" y="2821440"/>
                  <a:pt x="7138328" y="2821899"/>
                  <a:pt x="7138328" y="2821899"/>
                </a:cubicBezTo>
                <a:lnTo>
                  <a:pt x="7142860" y="2829781"/>
                </a:lnTo>
                <a:cubicBezTo>
                  <a:pt x="7142992" y="2830043"/>
                  <a:pt x="7142860" y="2830635"/>
                  <a:pt x="7142860" y="2830635"/>
                </a:cubicBezTo>
                <a:lnTo>
                  <a:pt x="7138328" y="2838517"/>
                </a:lnTo>
                <a:cubicBezTo>
                  <a:pt x="7138131" y="2838779"/>
                  <a:pt x="7137540" y="2838976"/>
                  <a:pt x="7137540" y="2838976"/>
                </a:cubicBezTo>
                <a:lnTo>
                  <a:pt x="7128477" y="2838976"/>
                </a:lnTo>
                <a:cubicBezTo>
                  <a:pt x="7128148" y="2838976"/>
                  <a:pt x="7127689" y="2838517"/>
                  <a:pt x="7127689" y="2838517"/>
                </a:cubicBezTo>
                <a:lnTo>
                  <a:pt x="7123156" y="2830635"/>
                </a:lnTo>
                <a:cubicBezTo>
                  <a:pt x="7123024" y="2830372"/>
                  <a:pt x="7123156" y="2829781"/>
                  <a:pt x="7123156" y="2829781"/>
                </a:cubicBezTo>
                <a:lnTo>
                  <a:pt x="7127689" y="2821899"/>
                </a:lnTo>
                <a:cubicBezTo>
                  <a:pt x="7127885" y="2821637"/>
                  <a:pt x="7128477" y="2821440"/>
                  <a:pt x="7128477" y="2821440"/>
                </a:cubicBezTo>
                <a:close/>
                <a:moveTo>
                  <a:pt x="6874095" y="2821440"/>
                </a:moveTo>
                <a:lnTo>
                  <a:pt x="6883159" y="2821440"/>
                </a:lnTo>
                <a:cubicBezTo>
                  <a:pt x="6883488" y="2821440"/>
                  <a:pt x="6883947" y="2821899"/>
                  <a:pt x="6883947" y="2821899"/>
                </a:cubicBezTo>
                <a:lnTo>
                  <a:pt x="6888480" y="2829781"/>
                </a:lnTo>
                <a:cubicBezTo>
                  <a:pt x="6888611" y="2830043"/>
                  <a:pt x="6888480" y="2830635"/>
                  <a:pt x="6888480" y="2830635"/>
                </a:cubicBezTo>
                <a:lnTo>
                  <a:pt x="6883947" y="2838517"/>
                </a:lnTo>
                <a:cubicBezTo>
                  <a:pt x="6883751" y="2838779"/>
                  <a:pt x="6883159" y="2838976"/>
                  <a:pt x="6883159" y="2838976"/>
                </a:cubicBezTo>
                <a:lnTo>
                  <a:pt x="6874095" y="2838976"/>
                </a:lnTo>
                <a:cubicBezTo>
                  <a:pt x="6873768" y="2838976"/>
                  <a:pt x="6873307" y="2838517"/>
                  <a:pt x="6873307" y="2838517"/>
                </a:cubicBezTo>
                <a:lnTo>
                  <a:pt x="6868775" y="2830635"/>
                </a:lnTo>
                <a:cubicBezTo>
                  <a:pt x="6868644" y="2830372"/>
                  <a:pt x="6868775" y="2829781"/>
                  <a:pt x="6868775" y="2829781"/>
                </a:cubicBezTo>
                <a:lnTo>
                  <a:pt x="6873307" y="2821899"/>
                </a:lnTo>
                <a:cubicBezTo>
                  <a:pt x="6873504" y="2821637"/>
                  <a:pt x="6874095" y="2821440"/>
                  <a:pt x="6874095" y="2821440"/>
                </a:cubicBezTo>
                <a:close/>
                <a:moveTo>
                  <a:pt x="6619714" y="2821440"/>
                </a:moveTo>
                <a:lnTo>
                  <a:pt x="6628778" y="2821440"/>
                </a:lnTo>
                <a:cubicBezTo>
                  <a:pt x="6629107" y="2821440"/>
                  <a:pt x="6629566" y="2821899"/>
                  <a:pt x="6629566" y="2821899"/>
                </a:cubicBezTo>
                <a:lnTo>
                  <a:pt x="6634099" y="2829781"/>
                </a:lnTo>
                <a:cubicBezTo>
                  <a:pt x="6634230" y="2830043"/>
                  <a:pt x="6634099" y="2830635"/>
                  <a:pt x="6634099" y="2830635"/>
                </a:cubicBezTo>
                <a:lnTo>
                  <a:pt x="6629566" y="2838517"/>
                </a:lnTo>
                <a:cubicBezTo>
                  <a:pt x="6629369" y="2838779"/>
                  <a:pt x="6628778" y="2838976"/>
                  <a:pt x="6628778" y="2838976"/>
                </a:cubicBezTo>
                <a:lnTo>
                  <a:pt x="6619714" y="2838976"/>
                </a:lnTo>
                <a:cubicBezTo>
                  <a:pt x="6619387" y="2838976"/>
                  <a:pt x="6618926" y="2838517"/>
                  <a:pt x="6618926" y="2838517"/>
                </a:cubicBezTo>
                <a:lnTo>
                  <a:pt x="6614394" y="2830635"/>
                </a:lnTo>
                <a:cubicBezTo>
                  <a:pt x="6614263" y="2830372"/>
                  <a:pt x="6614394" y="2829781"/>
                  <a:pt x="6614394" y="2829781"/>
                </a:cubicBezTo>
                <a:lnTo>
                  <a:pt x="6618926" y="2821899"/>
                </a:lnTo>
                <a:cubicBezTo>
                  <a:pt x="6619123" y="2821637"/>
                  <a:pt x="6619714" y="2821440"/>
                  <a:pt x="6619714" y="2821440"/>
                </a:cubicBezTo>
                <a:close/>
                <a:moveTo>
                  <a:pt x="6365334" y="2821440"/>
                </a:moveTo>
                <a:lnTo>
                  <a:pt x="6374397" y="2821440"/>
                </a:lnTo>
                <a:cubicBezTo>
                  <a:pt x="6374727" y="2821440"/>
                  <a:pt x="6375186" y="2821899"/>
                  <a:pt x="6375186" y="2821899"/>
                </a:cubicBezTo>
                <a:lnTo>
                  <a:pt x="6379718" y="2829781"/>
                </a:lnTo>
                <a:cubicBezTo>
                  <a:pt x="6379849" y="2830043"/>
                  <a:pt x="6379718" y="2830635"/>
                  <a:pt x="6379718" y="2830635"/>
                </a:cubicBezTo>
                <a:lnTo>
                  <a:pt x="6375186" y="2838517"/>
                </a:lnTo>
                <a:cubicBezTo>
                  <a:pt x="6374988" y="2838779"/>
                  <a:pt x="6374397" y="2838976"/>
                  <a:pt x="6374397" y="2838976"/>
                </a:cubicBezTo>
                <a:lnTo>
                  <a:pt x="6365334" y="2838976"/>
                </a:lnTo>
                <a:cubicBezTo>
                  <a:pt x="6365005" y="2838976"/>
                  <a:pt x="6364546" y="2838517"/>
                  <a:pt x="6364546" y="2838517"/>
                </a:cubicBezTo>
                <a:lnTo>
                  <a:pt x="6360014" y="2830635"/>
                </a:lnTo>
                <a:cubicBezTo>
                  <a:pt x="6359882" y="2830372"/>
                  <a:pt x="6360014" y="2829781"/>
                  <a:pt x="6360014" y="2829781"/>
                </a:cubicBezTo>
                <a:lnTo>
                  <a:pt x="6364546" y="2821899"/>
                </a:lnTo>
                <a:cubicBezTo>
                  <a:pt x="6364743" y="2821637"/>
                  <a:pt x="6365334" y="2821440"/>
                  <a:pt x="6365334" y="2821440"/>
                </a:cubicBezTo>
                <a:close/>
                <a:moveTo>
                  <a:pt x="6110888" y="2821440"/>
                </a:moveTo>
                <a:lnTo>
                  <a:pt x="6119953" y="2821440"/>
                </a:lnTo>
                <a:cubicBezTo>
                  <a:pt x="6120280" y="2821440"/>
                  <a:pt x="6120740" y="2821899"/>
                  <a:pt x="6120740" y="2821899"/>
                </a:cubicBezTo>
                <a:lnTo>
                  <a:pt x="6125272" y="2829781"/>
                </a:lnTo>
                <a:cubicBezTo>
                  <a:pt x="6125403" y="2830043"/>
                  <a:pt x="6125272" y="2830635"/>
                  <a:pt x="6125272" y="2830635"/>
                </a:cubicBezTo>
                <a:lnTo>
                  <a:pt x="6120740" y="2838517"/>
                </a:lnTo>
                <a:cubicBezTo>
                  <a:pt x="6120543" y="2838779"/>
                  <a:pt x="6119953" y="2838976"/>
                  <a:pt x="6119953" y="2838976"/>
                </a:cubicBezTo>
                <a:lnTo>
                  <a:pt x="6110888" y="2838976"/>
                </a:lnTo>
                <a:cubicBezTo>
                  <a:pt x="6110560" y="2838976"/>
                  <a:pt x="6110101" y="2838517"/>
                  <a:pt x="6110101" y="2838517"/>
                </a:cubicBezTo>
                <a:lnTo>
                  <a:pt x="6105567" y="2830635"/>
                </a:lnTo>
                <a:cubicBezTo>
                  <a:pt x="6105436" y="2830372"/>
                  <a:pt x="6105567" y="2829781"/>
                  <a:pt x="6105567" y="2829781"/>
                </a:cubicBezTo>
                <a:lnTo>
                  <a:pt x="6110101" y="2821899"/>
                </a:lnTo>
                <a:cubicBezTo>
                  <a:pt x="6110296" y="2821637"/>
                  <a:pt x="6110888" y="2821440"/>
                  <a:pt x="6110888" y="2821440"/>
                </a:cubicBezTo>
                <a:close/>
                <a:moveTo>
                  <a:pt x="5856508" y="2821440"/>
                </a:moveTo>
                <a:lnTo>
                  <a:pt x="5865571" y="2821440"/>
                </a:lnTo>
                <a:cubicBezTo>
                  <a:pt x="5865900" y="2821440"/>
                  <a:pt x="5866359" y="2821899"/>
                  <a:pt x="5866359" y="2821899"/>
                </a:cubicBezTo>
                <a:lnTo>
                  <a:pt x="5870891" y="2829781"/>
                </a:lnTo>
                <a:cubicBezTo>
                  <a:pt x="5871023" y="2830043"/>
                  <a:pt x="5870891" y="2830635"/>
                  <a:pt x="5870891" y="2830635"/>
                </a:cubicBezTo>
                <a:lnTo>
                  <a:pt x="5866359" y="2838517"/>
                </a:lnTo>
                <a:cubicBezTo>
                  <a:pt x="5866163" y="2838779"/>
                  <a:pt x="5865571" y="2838976"/>
                  <a:pt x="5865571" y="2838976"/>
                </a:cubicBezTo>
                <a:lnTo>
                  <a:pt x="5856508" y="2838976"/>
                </a:lnTo>
                <a:cubicBezTo>
                  <a:pt x="5856178" y="2838976"/>
                  <a:pt x="5855720" y="2838517"/>
                  <a:pt x="5855720" y="2838517"/>
                </a:cubicBezTo>
                <a:lnTo>
                  <a:pt x="5851187" y="2830635"/>
                </a:lnTo>
                <a:cubicBezTo>
                  <a:pt x="5851055" y="2830372"/>
                  <a:pt x="5851187" y="2829781"/>
                  <a:pt x="5851187" y="2829781"/>
                </a:cubicBezTo>
                <a:lnTo>
                  <a:pt x="5855720" y="2821899"/>
                </a:lnTo>
                <a:cubicBezTo>
                  <a:pt x="5855916" y="2821637"/>
                  <a:pt x="5856508" y="2821440"/>
                  <a:pt x="5856508" y="2821440"/>
                </a:cubicBezTo>
                <a:close/>
                <a:moveTo>
                  <a:pt x="5602126" y="2821440"/>
                </a:moveTo>
                <a:lnTo>
                  <a:pt x="5611191" y="2821440"/>
                </a:lnTo>
                <a:cubicBezTo>
                  <a:pt x="5611519" y="2821440"/>
                  <a:pt x="5611979" y="2821899"/>
                  <a:pt x="5611979" y="2821899"/>
                </a:cubicBezTo>
                <a:lnTo>
                  <a:pt x="5616511" y="2829781"/>
                </a:lnTo>
                <a:cubicBezTo>
                  <a:pt x="5616642" y="2830043"/>
                  <a:pt x="5616511" y="2830635"/>
                  <a:pt x="5616511" y="2830635"/>
                </a:cubicBezTo>
                <a:lnTo>
                  <a:pt x="5611979" y="2838517"/>
                </a:lnTo>
                <a:cubicBezTo>
                  <a:pt x="5611782" y="2838779"/>
                  <a:pt x="5611191" y="2838976"/>
                  <a:pt x="5611191" y="2838976"/>
                </a:cubicBezTo>
                <a:lnTo>
                  <a:pt x="5602126" y="2838976"/>
                </a:lnTo>
                <a:cubicBezTo>
                  <a:pt x="5601798" y="2838976"/>
                  <a:pt x="5601338" y="2838517"/>
                  <a:pt x="5601338" y="2838517"/>
                </a:cubicBezTo>
                <a:lnTo>
                  <a:pt x="5596807" y="2830635"/>
                </a:lnTo>
                <a:cubicBezTo>
                  <a:pt x="5596675" y="2830372"/>
                  <a:pt x="5596807" y="2829781"/>
                  <a:pt x="5596807" y="2829781"/>
                </a:cubicBezTo>
                <a:lnTo>
                  <a:pt x="5601338" y="2821899"/>
                </a:lnTo>
                <a:cubicBezTo>
                  <a:pt x="5601536" y="2821637"/>
                  <a:pt x="5602126" y="2821440"/>
                  <a:pt x="5602126" y="2821440"/>
                </a:cubicBezTo>
                <a:close/>
                <a:moveTo>
                  <a:pt x="5347746" y="2821440"/>
                </a:moveTo>
                <a:lnTo>
                  <a:pt x="5356810" y="2821440"/>
                </a:lnTo>
                <a:cubicBezTo>
                  <a:pt x="5357138" y="2821440"/>
                  <a:pt x="5357598" y="2821899"/>
                  <a:pt x="5357598" y="2821899"/>
                </a:cubicBezTo>
                <a:lnTo>
                  <a:pt x="5362130" y="2829781"/>
                </a:lnTo>
                <a:cubicBezTo>
                  <a:pt x="5362261" y="2830043"/>
                  <a:pt x="5362130" y="2830635"/>
                  <a:pt x="5362130" y="2830635"/>
                </a:cubicBezTo>
                <a:lnTo>
                  <a:pt x="5357598" y="2838517"/>
                </a:lnTo>
                <a:cubicBezTo>
                  <a:pt x="5357401" y="2838779"/>
                  <a:pt x="5356810" y="2838976"/>
                  <a:pt x="5356810" y="2838976"/>
                </a:cubicBezTo>
                <a:lnTo>
                  <a:pt x="5347746" y="2838976"/>
                </a:lnTo>
                <a:cubicBezTo>
                  <a:pt x="5347418" y="2838976"/>
                  <a:pt x="5346958" y="2838517"/>
                  <a:pt x="5346958" y="2838517"/>
                </a:cubicBezTo>
                <a:lnTo>
                  <a:pt x="5342425" y="2830635"/>
                </a:lnTo>
                <a:cubicBezTo>
                  <a:pt x="5342295" y="2830372"/>
                  <a:pt x="5342425" y="2829781"/>
                  <a:pt x="5342425" y="2829781"/>
                </a:cubicBezTo>
                <a:lnTo>
                  <a:pt x="5346958" y="2821899"/>
                </a:lnTo>
                <a:cubicBezTo>
                  <a:pt x="5347154" y="2821637"/>
                  <a:pt x="5347746" y="2821440"/>
                  <a:pt x="5347746" y="2821440"/>
                </a:cubicBezTo>
                <a:close/>
                <a:moveTo>
                  <a:pt x="5093300" y="2821440"/>
                </a:moveTo>
                <a:lnTo>
                  <a:pt x="5102364" y="2821440"/>
                </a:lnTo>
                <a:cubicBezTo>
                  <a:pt x="5102693" y="2821440"/>
                  <a:pt x="5103153" y="2821899"/>
                  <a:pt x="5103153" y="2821899"/>
                </a:cubicBezTo>
                <a:lnTo>
                  <a:pt x="5107684" y="2829781"/>
                </a:lnTo>
                <a:cubicBezTo>
                  <a:pt x="5107815" y="2830043"/>
                  <a:pt x="5107684" y="2830635"/>
                  <a:pt x="5107684" y="2830635"/>
                </a:cubicBezTo>
                <a:lnTo>
                  <a:pt x="5103153" y="2838517"/>
                </a:lnTo>
                <a:cubicBezTo>
                  <a:pt x="5102955" y="2838779"/>
                  <a:pt x="5102364" y="2838976"/>
                  <a:pt x="5102364" y="2838976"/>
                </a:cubicBezTo>
                <a:lnTo>
                  <a:pt x="5093300" y="2838976"/>
                </a:lnTo>
                <a:cubicBezTo>
                  <a:pt x="5092972" y="2838976"/>
                  <a:pt x="5092512" y="2838517"/>
                  <a:pt x="5092512" y="2838517"/>
                </a:cubicBezTo>
                <a:lnTo>
                  <a:pt x="5087979" y="2830635"/>
                </a:lnTo>
                <a:cubicBezTo>
                  <a:pt x="5087848" y="2830372"/>
                  <a:pt x="5087979" y="2829781"/>
                  <a:pt x="5087979" y="2829781"/>
                </a:cubicBezTo>
                <a:lnTo>
                  <a:pt x="5092512" y="2821899"/>
                </a:lnTo>
                <a:cubicBezTo>
                  <a:pt x="5092708" y="2821637"/>
                  <a:pt x="5093300" y="2821440"/>
                  <a:pt x="5093300" y="2821440"/>
                </a:cubicBezTo>
                <a:close/>
                <a:moveTo>
                  <a:pt x="4838919" y="2821440"/>
                </a:moveTo>
                <a:lnTo>
                  <a:pt x="4847982" y="2821440"/>
                </a:lnTo>
                <a:cubicBezTo>
                  <a:pt x="4848311" y="2821440"/>
                  <a:pt x="4848772" y="2821899"/>
                  <a:pt x="4848772" y="2821899"/>
                </a:cubicBezTo>
                <a:lnTo>
                  <a:pt x="4853303" y="2829781"/>
                </a:lnTo>
                <a:cubicBezTo>
                  <a:pt x="4853435" y="2830043"/>
                  <a:pt x="4853303" y="2830635"/>
                  <a:pt x="4853303" y="2830635"/>
                </a:cubicBezTo>
                <a:lnTo>
                  <a:pt x="4848772" y="2838517"/>
                </a:lnTo>
                <a:cubicBezTo>
                  <a:pt x="4848575" y="2838779"/>
                  <a:pt x="4847982" y="2838976"/>
                  <a:pt x="4847982" y="2838976"/>
                </a:cubicBezTo>
                <a:lnTo>
                  <a:pt x="4838919" y="2838976"/>
                </a:lnTo>
                <a:cubicBezTo>
                  <a:pt x="4838590" y="2838976"/>
                  <a:pt x="4838132" y="2838517"/>
                  <a:pt x="4838132" y="2838517"/>
                </a:cubicBezTo>
                <a:lnTo>
                  <a:pt x="4833598" y="2830635"/>
                </a:lnTo>
                <a:cubicBezTo>
                  <a:pt x="4833467" y="2830372"/>
                  <a:pt x="4833598" y="2829781"/>
                  <a:pt x="4833598" y="2829781"/>
                </a:cubicBezTo>
                <a:lnTo>
                  <a:pt x="4838132" y="2821899"/>
                </a:lnTo>
                <a:cubicBezTo>
                  <a:pt x="4838328" y="2821637"/>
                  <a:pt x="4838919" y="2821440"/>
                  <a:pt x="4838919" y="2821440"/>
                </a:cubicBezTo>
                <a:close/>
                <a:moveTo>
                  <a:pt x="4584538" y="2821440"/>
                </a:moveTo>
                <a:lnTo>
                  <a:pt x="4593603" y="2821440"/>
                </a:lnTo>
                <a:cubicBezTo>
                  <a:pt x="4593932" y="2821440"/>
                  <a:pt x="4594390" y="2821899"/>
                  <a:pt x="4594390" y="2821899"/>
                </a:cubicBezTo>
                <a:lnTo>
                  <a:pt x="4598922" y="2829781"/>
                </a:lnTo>
                <a:cubicBezTo>
                  <a:pt x="4599054" y="2830043"/>
                  <a:pt x="4598922" y="2830635"/>
                  <a:pt x="4598922" y="2830635"/>
                </a:cubicBezTo>
                <a:lnTo>
                  <a:pt x="4594390" y="2838517"/>
                </a:lnTo>
                <a:cubicBezTo>
                  <a:pt x="4594193" y="2838779"/>
                  <a:pt x="4593603" y="2838976"/>
                  <a:pt x="4593603" y="2838976"/>
                </a:cubicBezTo>
                <a:lnTo>
                  <a:pt x="4584538" y="2838976"/>
                </a:lnTo>
                <a:cubicBezTo>
                  <a:pt x="4584210" y="2838976"/>
                  <a:pt x="4583749" y="2838517"/>
                  <a:pt x="4583749" y="2838517"/>
                </a:cubicBezTo>
                <a:lnTo>
                  <a:pt x="4579218" y="2830635"/>
                </a:lnTo>
                <a:cubicBezTo>
                  <a:pt x="4579087" y="2830372"/>
                  <a:pt x="4579218" y="2829781"/>
                  <a:pt x="4579218" y="2829781"/>
                </a:cubicBezTo>
                <a:lnTo>
                  <a:pt x="4583749" y="2821899"/>
                </a:lnTo>
                <a:cubicBezTo>
                  <a:pt x="4583948" y="2821637"/>
                  <a:pt x="4584538" y="2821440"/>
                  <a:pt x="4584538" y="2821440"/>
                </a:cubicBezTo>
                <a:close/>
                <a:moveTo>
                  <a:pt x="4330157" y="2821440"/>
                </a:moveTo>
                <a:lnTo>
                  <a:pt x="4339222" y="2821440"/>
                </a:lnTo>
                <a:cubicBezTo>
                  <a:pt x="4339550" y="2821440"/>
                  <a:pt x="4340010" y="2821899"/>
                  <a:pt x="4340010" y="2821899"/>
                </a:cubicBezTo>
                <a:lnTo>
                  <a:pt x="4344540" y="2829781"/>
                </a:lnTo>
                <a:cubicBezTo>
                  <a:pt x="4344672" y="2830043"/>
                  <a:pt x="4344540" y="2830635"/>
                  <a:pt x="4344540" y="2830635"/>
                </a:cubicBezTo>
                <a:lnTo>
                  <a:pt x="4340010" y="2838517"/>
                </a:lnTo>
                <a:cubicBezTo>
                  <a:pt x="4339812" y="2838779"/>
                  <a:pt x="4339222" y="2838976"/>
                  <a:pt x="4339222" y="2838976"/>
                </a:cubicBezTo>
                <a:lnTo>
                  <a:pt x="4330157" y="2838976"/>
                </a:lnTo>
                <a:cubicBezTo>
                  <a:pt x="4329829" y="2838976"/>
                  <a:pt x="4329369" y="2838517"/>
                  <a:pt x="4329369" y="2838517"/>
                </a:cubicBezTo>
                <a:lnTo>
                  <a:pt x="4324836" y="2830635"/>
                </a:lnTo>
                <a:cubicBezTo>
                  <a:pt x="4324706" y="2830372"/>
                  <a:pt x="4324836" y="2829781"/>
                  <a:pt x="4324836" y="2829781"/>
                </a:cubicBezTo>
                <a:lnTo>
                  <a:pt x="4329369" y="2821899"/>
                </a:lnTo>
                <a:cubicBezTo>
                  <a:pt x="4329565" y="2821637"/>
                  <a:pt x="4330157" y="2821440"/>
                  <a:pt x="4330157" y="2821440"/>
                </a:cubicBezTo>
                <a:close/>
                <a:moveTo>
                  <a:pt x="4075935" y="2821440"/>
                </a:moveTo>
                <a:lnTo>
                  <a:pt x="4084998" y="2821440"/>
                </a:lnTo>
                <a:cubicBezTo>
                  <a:pt x="4085326" y="2821440"/>
                  <a:pt x="4085787" y="2821899"/>
                  <a:pt x="4085787" y="2821899"/>
                </a:cubicBezTo>
                <a:lnTo>
                  <a:pt x="4090317" y="2829781"/>
                </a:lnTo>
                <a:cubicBezTo>
                  <a:pt x="4090450" y="2830043"/>
                  <a:pt x="4090317" y="2830635"/>
                  <a:pt x="4090317" y="2830635"/>
                </a:cubicBezTo>
                <a:lnTo>
                  <a:pt x="4085787" y="2838517"/>
                </a:lnTo>
                <a:cubicBezTo>
                  <a:pt x="4085589" y="2838779"/>
                  <a:pt x="4084998" y="2838976"/>
                  <a:pt x="4084998" y="2838976"/>
                </a:cubicBezTo>
                <a:lnTo>
                  <a:pt x="4075935" y="2838976"/>
                </a:lnTo>
                <a:cubicBezTo>
                  <a:pt x="4075606" y="2838976"/>
                  <a:pt x="4075147" y="2838517"/>
                  <a:pt x="4075147" y="2838517"/>
                </a:cubicBezTo>
                <a:lnTo>
                  <a:pt x="4070614" y="2830635"/>
                </a:lnTo>
                <a:cubicBezTo>
                  <a:pt x="4070481" y="2830372"/>
                  <a:pt x="4070614" y="2829781"/>
                  <a:pt x="4070614" y="2829781"/>
                </a:cubicBezTo>
                <a:lnTo>
                  <a:pt x="4075147" y="2821899"/>
                </a:lnTo>
                <a:cubicBezTo>
                  <a:pt x="4075342" y="2821637"/>
                  <a:pt x="4075935" y="2821440"/>
                  <a:pt x="4075935" y="2821440"/>
                </a:cubicBezTo>
                <a:close/>
                <a:moveTo>
                  <a:pt x="3821423" y="2821440"/>
                </a:moveTo>
                <a:lnTo>
                  <a:pt x="3830488" y="2821440"/>
                </a:lnTo>
                <a:cubicBezTo>
                  <a:pt x="3830815" y="2821440"/>
                  <a:pt x="3831274" y="2821899"/>
                  <a:pt x="3831274" y="2821899"/>
                </a:cubicBezTo>
                <a:lnTo>
                  <a:pt x="3835806" y="2829781"/>
                </a:lnTo>
                <a:cubicBezTo>
                  <a:pt x="3835941" y="2830043"/>
                  <a:pt x="3835806" y="2830635"/>
                  <a:pt x="3835806" y="2830635"/>
                </a:cubicBezTo>
                <a:lnTo>
                  <a:pt x="3831274" y="2838517"/>
                </a:lnTo>
                <a:cubicBezTo>
                  <a:pt x="3831077" y="2838779"/>
                  <a:pt x="3830488" y="2838976"/>
                  <a:pt x="3830488" y="2838976"/>
                </a:cubicBezTo>
                <a:lnTo>
                  <a:pt x="3821423" y="2838976"/>
                </a:lnTo>
                <a:cubicBezTo>
                  <a:pt x="3821093" y="2838976"/>
                  <a:pt x="3820635" y="2838517"/>
                  <a:pt x="3820635" y="2838517"/>
                </a:cubicBezTo>
                <a:lnTo>
                  <a:pt x="3816104" y="2830635"/>
                </a:lnTo>
                <a:cubicBezTo>
                  <a:pt x="3815971" y="2830372"/>
                  <a:pt x="3816104" y="2829781"/>
                  <a:pt x="3816104" y="2829781"/>
                </a:cubicBezTo>
                <a:lnTo>
                  <a:pt x="3820635" y="2821899"/>
                </a:lnTo>
                <a:cubicBezTo>
                  <a:pt x="3820832" y="2821637"/>
                  <a:pt x="3821423" y="2821440"/>
                  <a:pt x="3821423" y="2821440"/>
                </a:cubicBezTo>
                <a:close/>
                <a:moveTo>
                  <a:pt x="3567049" y="2821440"/>
                </a:moveTo>
                <a:lnTo>
                  <a:pt x="3576114" y="2821440"/>
                </a:lnTo>
                <a:cubicBezTo>
                  <a:pt x="3576442" y="2821440"/>
                  <a:pt x="3576902" y="2821899"/>
                  <a:pt x="3576902" y="2821899"/>
                </a:cubicBezTo>
                <a:lnTo>
                  <a:pt x="3581432" y="2829781"/>
                </a:lnTo>
                <a:cubicBezTo>
                  <a:pt x="3581564" y="2830043"/>
                  <a:pt x="3581432" y="2830635"/>
                  <a:pt x="3581432" y="2830635"/>
                </a:cubicBezTo>
                <a:lnTo>
                  <a:pt x="3576902" y="2838517"/>
                </a:lnTo>
                <a:cubicBezTo>
                  <a:pt x="3576705" y="2838779"/>
                  <a:pt x="3576114" y="2838976"/>
                  <a:pt x="3576114" y="2838976"/>
                </a:cubicBezTo>
                <a:lnTo>
                  <a:pt x="3567049" y="2838976"/>
                </a:lnTo>
                <a:cubicBezTo>
                  <a:pt x="3566721" y="2838976"/>
                  <a:pt x="3566261" y="2838517"/>
                  <a:pt x="3566261" y="2838517"/>
                </a:cubicBezTo>
                <a:lnTo>
                  <a:pt x="3561728" y="2830635"/>
                </a:lnTo>
                <a:cubicBezTo>
                  <a:pt x="3561597" y="2830372"/>
                  <a:pt x="3561728" y="2829781"/>
                  <a:pt x="3561728" y="2829781"/>
                </a:cubicBezTo>
                <a:lnTo>
                  <a:pt x="3566261" y="2821899"/>
                </a:lnTo>
                <a:cubicBezTo>
                  <a:pt x="3566458" y="2821637"/>
                  <a:pt x="3567049" y="2821440"/>
                  <a:pt x="3567049" y="2821440"/>
                </a:cubicBezTo>
                <a:close/>
                <a:moveTo>
                  <a:pt x="3312652" y="2821440"/>
                </a:moveTo>
                <a:lnTo>
                  <a:pt x="3321716" y="2821440"/>
                </a:lnTo>
                <a:cubicBezTo>
                  <a:pt x="3322044" y="2821440"/>
                  <a:pt x="3322504" y="2821899"/>
                  <a:pt x="3322504" y="2821899"/>
                </a:cubicBezTo>
                <a:lnTo>
                  <a:pt x="3327035" y="2829781"/>
                </a:lnTo>
                <a:cubicBezTo>
                  <a:pt x="3327167" y="2830043"/>
                  <a:pt x="3327035" y="2830635"/>
                  <a:pt x="3327035" y="2830635"/>
                </a:cubicBezTo>
                <a:lnTo>
                  <a:pt x="3322504" y="2838517"/>
                </a:lnTo>
                <a:cubicBezTo>
                  <a:pt x="3322307" y="2838779"/>
                  <a:pt x="3321716" y="2838976"/>
                  <a:pt x="3321716" y="2838976"/>
                </a:cubicBezTo>
                <a:lnTo>
                  <a:pt x="3312652" y="2838976"/>
                </a:lnTo>
                <a:cubicBezTo>
                  <a:pt x="3312324" y="2838976"/>
                  <a:pt x="3311864" y="2838517"/>
                  <a:pt x="3311864" y="2838517"/>
                </a:cubicBezTo>
                <a:lnTo>
                  <a:pt x="3307331" y="2830635"/>
                </a:lnTo>
                <a:cubicBezTo>
                  <a:pt x="3307200" y="2830372"/>
                  <a:pt x="3307331" y="2829781"/>
                  <a:pt x="3307331" y="2829781"/>
                </a:cubicBezTo>
                <a:lnTo>
                  <a:pt x="3311864" y="2821899"/>
                </a:lnTo>
                <a:cubicBezTo>
                  <a:pt x="3312059" y="2821637"/>
                  <a:pt x="3312652" y="2821440"/>
                  <a:pt x="3312652" y="2821440"/>
                </a:cubicBezTo>
                <a:close/>
                <a:moveTo>
                  <a:pt x="3058343" y="2821440"/>
                </a:moveTo>
                <a:lnTo>
                  <a:pt x="3067409" y="2821440"/>
                </a:lnTo>
                <a:cubicBezTo>
                  <a:pt x="3067738" y="2821440"/>
                  <a:pt x="3068197" y="2821899"/>
                  <a:pt x="3068197" y="2821899"/>
                </a:cubicBezTo>
                <a:lnTo>
                  <a:pt x="3072729" y="2829781"/>
                </a:lnTo>
                <a:cubicBezTo>
                  <a:pt x="3072861" y="2830043"/>
                  <a:pt x="3072729" y="2830635"/>
                  <a:pt x="3072729" y="2830635"/>
                </a:cubicBezTo>
                <a:lnTo>
                  <a:pt x="3068197" y="2838517"/>
                </a:lnTo>
                <a:cubicBezTo>
                  <a:pt x="3068000" y="2838779"/>
                  <a:pt x="3067409" y="2838976"/>
                  <a:pt x="3067409" y="2838976"/>
                </a:cubicBezTo>
                <a:lnTo>
                  <a:pt x="3058343" y="2838976"/>
                </a:lnTo>
                <a:cubicBezTo>
                  <a:pt x="3058015" y="2838976"/>
                  <a:pt x="3057556" y="2838517"/>
                  <a:pt x="3057556" y="2838517"/>
                </a:cubicBezTo>
                <a:lnTo>
                  <a:pt x="3053025" y="2830635"/>
                </a:lnTo>
                <a:cubicBezTo>
                  <a:pt x="3052892" y="2830372"/>
                  <a:pt x="3053025" y="2829781"/>
                  <a:pt x="3053025" y="2829781"/>
                </a:cubicBezTo>
                <a:lnTo>
                  <a:pt x="3057556" y="2821899"/>
                </a:lnTo>
                <a:cubicBezTo>
                  <a:pt x="3057755" y="2821637"/>
                  <a:pt x="3058343" y="2821440"/>
                  <a:pt x="3058343" y="2821440"/>
                </a:cubicBezTo>
                <a:close/>
                <a:moveTo>
                  <a:pt x="2803756" y="2821440"/>
                </a:moveTo>
                <a:lnTo>
                  <a:pt x="2812820" y="2821440"/>
                </a:lnTo>
                <a:cubicBezTo>
                  <a:pt x="2813148" y="2821440"/>
                  <a:pt x="2813608" y="2821899"/>
                  <a:pt x="2813608" y="2821899"/>
                </a:cubicBezTo>
                <a:lnTo>
                  <a:pt x="2818139" y="2829781"/>
                </a:lnTo>
                <a:cubicBezTo>
                  <a:pt x="2818271" y="2830043"/>
                  <a:pt x="2818139" y="2830635"/>
                  <a:pt x="2818139" y="2830635"/>
                </a:cubicBezTo>
                <a:lnTo>
                  <a:pt x="2813608" y="2838517"/>
                </a:lnTo>
                <a:cubicBezTo>
                  <a:pt x="2813411" y="2838779"/>
                  <a:pt x="2812820" y="2838976"/>
                  <a:pt x="2812820" y="2838976"/>
                </a:cubicBezTo>
                <a:lnTo>
                  <a:pt x="2803756" y="2838976"/>
                </a:lnTo>
                <a:cubicBezTo>
                  <a:pt x="2803426" y="2838976"/>
                  <a:pt x="2802967" y="2838517"/>
                  <a:pt x="2802967" y="2838517"/>
                </a:cubicBezTo>
                <a:lnTo>
                  <a:pt x="2798435" y="2830635"/>
                </a:lnTo>
                <a:cubicBezTo>
                  <a:pt x="2798304" y="2830372"/>
                  <a:pt x="2798435" y="2829781"/>
                  <a:pt x="2798435" y="2829781"/>
                </a:cubicBezTo>
                <a:lnTo>
                  <a:pt x="2802967" y="2821899"/>
                </a:lnTo>
                <a:cubicBezTo>
                  <a:pt x="2803166" y="2821637"/>
                  <a:pt x="2803756" y="2821440"/>
                  <a:pt x="2803756" y="2821440"/>
                </a:cubicBezTo>
                <a:close/>
                <a:moveTo>
                  <a:pt x="2549476" y="2821440"/>
                </a:moveTo>
                <a:lnTo>
                  <a:pt x="2558541" y="2821440"/>
                </a:lnTo>
                <a:cubicBezTo>
                  <a:pt x="2558869" y="2821440"/>
                  <a:pt x="2559330" y="2821899"/>
                  <a:pt x="2559330" y="2821899"/>
                </a:cubicBezTo>
                <a:lnTo>
                  <a:pt x="2563862" y="2829781"/>
                </a:lnTo>
                <a:cubicBezTo>
                  <a:pt x="2563993" y="2830043"/>
                  <a:pt x="2563862" y="2830635"/>
                  <a:pt x="2563862" y="2830635"/>
                </a:cubicBezTo>
                <a:lnTo>
                  <a:pt x="2559330" y="2838517"/>
                </a:lnTo>
                <a:cubicBezTo>
                  <a:pt x="2559132" y="2838779"/>
                  <a:pt x="2558541" y="2838976"/>
                  <a:pt x="2558541" y="2838976"/>
                </a:cubicBezTo>
                <a:lnTo>
                  <a:pt x="2549476" y="2838976"/>
                </a:lnTo>
                <a:cubicBezTo>
                  <a:pt x="2549149" y="2838976"/>
                  <a:pt x="2548688" y="2838517"/>
                  <a:pt x="2548688" y="2838517"/>
                </a:cubicBezTo>
                <a:lnTo>
                  <a:pt x="2544156" y="2830635"/>
                </a:lnTo>
                <a:cubicBezTo>
                  <a:pt x="2544025" y="2830372"/>
                  <a:pt x="2544156" y="2829781"/>
                  <a:pt x="2544156" y="2829781"/>
                </a:cubicBezTo>
                <a:lnTo>
                  <a:pt x="2548688" y="2821899"/>
                </a:lnTo>
                <a:cubicBezTo>
                  <a:pt x="2548885" y="2821637"/>
                  <a:pt x="2549476" y="2821440"/>
                  <a:pt x="2549476" y="2821440"/>
                </a:cubicBezTo>
                <a:close/>
                <a:moveTo>
                  <a:pt x="2295027" y="2821440"/>
                </a:moveTo>
                <a:lnTo>
                  <a:pt x="2304092" y="2821440"/>
                </a:lnTo>
                <a:cubicBezTo>
                  <a:pt x="2304422" y="2821440"/>
                  <a:pt x="2304881" y="2821899"/>
                  <a:pt x="2304881" y="2821899"/>
                </a:cubicBezTo>
                <a:lnTo>
                  <a:pt x="2309412" y="2829781"/>
                </a:lnTo>
                <a:cubicBezTo>
                  <a:pt x="2309543" y="2830043"/>
                  <a:pt x="2309412" y="2830635"/>
                  <a:pt x="2309412" y="2830635"/>
                </a:cubicBezTo>
                <a:lnTo>
                  <a:pt x="2304881" y="2838517"/>
                </a:lnTo>
                <a:cubicBezTo>
                  <a:pt x="2304684" y="2838779"/>
                  <a:pt x="2304092" y="2838976"/>
                  <a:pt x="2304092" y="2838976"/>
                </a:cubicBezTo>
                <a:lnTo>
                  <a:pt x="2295027" y="2838976"/>
                </a:lnTo>
                <a:cubicBezTo>
                  <a:pt x="2294700" y="2838976"/>
                  <a:pt x="2294239" y="2838517"/>
                  <a:pt x="2294239" y="2838517"/>
                </a:cubicBezTo>
                <a:lnTo>
                  <a:pt x="2289707" y="2830635"/>
                </a:lnTo>
                <a:cubicBezTo>
                  <a:pt x="2289576" y="2830372"/>
                  <a:pt x="2289707" y="2829781"/>
                  <a:pt x="2289707" y="2829781"/>
                </a:cubicBezTo>
                <a:lnTo>
                  <a:pt x="2294239" y="2821899"/>
                </a:lnTo>
                <a:cubicBezTo>
                  <a:pt x="2294436" y="2821637"/>
                  <a:pt x="2295027" y="2821440"/>
                  <a:pt x="2295027" y="2821440"/>
                </a:cubicBezTo>
                <a:close/>
                <a:moveTo>
                  <a:pt x="2040609" y="2821440"/>
                </a:moveTo>
                <a:lnTo>
                  <a:pt x="2049673" y="2821440"/>
                </a:lnTo>
                <a:cubicBezTo>
                  <a:pt x="2050001" y="2821440"/>
                  <a:pt x="2050461" y="2821899"/>
                  <a:pt x="2050461" y="2821899"/>
                </a:cubicBezTo>
                <a:lnTo>
                  <a:pt x="2054993" y="2829781"/>
                </a:lnTo>
                <a:cubicBezTo>
                  <a:pt x="2055124" y="2830043"/>
                  <a:pt x="2054993" y="2830635"/>
                  <a:pt x="2054993" y="2830635"/>
                </a:cubicBezTo>
                <a:lnTo>
                  <a:pt x="2050461" y="2838517"/>
                </a:lnTo>
                <a:cubicBezTo>
                  <a:pt x="2050264" y="2838779"/>
                  <a:pt x="2049673" y="2838976"/>
                  <a:pt x="2049673" y="2838976"/>
                </a:cubicBezTo>
                <a:lnTo>
                  <a:pt x="2040609" y="2838976"/>
                </a:lnTo>
                <a:cubicBezTo>
                  <a:pt x="2040280" y="2838976"/>
                  <a:pt x="2039821" y="2838517"/>
                  <a:pt x="2039821" y="2838517"/>
                </a:cubicBezTo>
                <a:lnTo>
                  <a:pt x="2035288" y="2830635"/>
                </a:lnTo>
                <a:cubicBezTo>
                  <a:pt x="2035157" y="2830372"/>
                  <a:pt x="2035288" y="2829781"/>
                  <a:pt x="2035288" y="2829781"/>
                </a:cubicBezTo>
                <a:lnTo>
                  <a:pt x="2039821" y="2821899"/>
                </a:lnTo>
                <a:cubicBezTo>
                  <a:pt x="2040018" y="2821637"/>
                  <a:pt x="2040609" y="2821440"/>
                  <a:pt x="2040609" y="2821440"/>
                </a:cubicBezTo>
                <a:close/>
                <a:moveTo>
                  <a:pt x="1786361" y="2821440"/>
                </a:moveTo>
                <a:lnTo>
                  <a:pt x="1795426" y="2821440"/>
                </a:lnTo>
                <a:cubicBezTo>
                  <a:pt x="1795753" y="2821440"/>
                  <a:pt x="1796214" y="2821899"/>
                  <a:pt x="1796214" y="2821899"/>
                </a:cubicBezTo>
                <a:lnTo>
                  <a:pt x="1800745" y="2829781"/>
                </a:lnTo>
                <a:cubicBezTo>
                  <a:pt x="1800877" y="2830043"/>
                  <a:pt x="1800745" y="2830635"/>
                  <a:pt x="1800745" y="2830635"/>
                </a:cubicBezTo>
                <a:lnTo>
                  <a:pt x="1796214" y="2838517"/>
                </a:lnTo>
                <a:cubicBezTo>
                  <a:pt x="1796017" y="2838779"/>
                  <a:pt x="1795426" y="2838976"/>
                  <a:pt x="1795426" y="2838976"/>
                </a:cubicBezTo>
                <a:lnTo>
                  <a:pt x="1786361" y="2838976"/>
                </a:lnTo>
                <a:cubicBezTo>
                  <a:pt x="1786034" y="2838976"/>
                  <a:pt x="1785574" y="2838517"/>
                  <a:pt x="1785574" y="2838517"/>
                </a:cubicBezTo>
                <a:lnTo>
                  <a:pt x="1781042" y="2830635"/>
                </a:lnTo>
                <a:cubicBezTo>
                  <a:pt x="1780910" y="2830372"/>
                  <a:pt x="1781042" y="2829781"/>
                  <a:pt x="1781042" y="2829781"/>
                </a:cubicBezTo>
                <a:lnTo>
                  <a:pt x="1785574" y="2821899"/>
                </a:lnTo>
                <a:cubicBezTo>
                  <a:pt x="1785770" y="2821637"/>
                  <a:pt x="1786361" y="2821440"/>
                  <a:pt x="1786361" y="2821440"/>
                </a:cubicBezTo>
                <a:close/>
                <a:moveTo>
                  <a:pt x="1531882" y="2821440"/>
                </a:moveTo>
                <a:lnTo>
                  <a:pt x="1540946" y="2821440"/>
                </a:lnTo>
                <a:cubicBezTo>
                  <a:pt x="1541275" y="2821440"/>
                  <a:pt x="1541735" y="2821899"/>
                  <a:pt x="1541735" y="2821899"/>
                </a:cubicBezTo>
                <a:lnTo>
                  <a:pt x="1546267" y="2829781"/>
                </a:lnTo>
                <a:cubicBezTo>
                  <a:pt x="1546398" y="2830043"/>
                  <a:pt x="1546267" y="2830635"/>
                  <a:pt x="1546267" y="2830635"/>
                </a:cubicBezTo>
                <a:lnTo>
                  <a:pt x="1541735" y="2838517"/>
                </a:lnTo>
                <a:cubicBezTo>
                  <a:pt x="1541538" y="2838779"/>
                  <a:pt x="1540946" y="2838976"/>
                  <a:pt x="1540946" y="2838976"/>
                </a:cubicBezTo>
                <a:lnTo>
                  <a:pt x="1531882" y="2838976"/>
                </a:lnTo>
                <a:cubicBezTo>
                  <a:pt x="1531552" y="2838976"/>
                  <a:pt x="1531093" y="2838517"/>
                  <a:pt x="1531093" y="2838517"/>
                </a:cubicBezTo>
                <a:lnTo>
                  <a:pt x="1526561" y="2830635"/>
                </a:lnTo>
                <a:cubicBezTo>
                  <a:pt x="1526431" y="2830372"/>
                  <a:pt x="1526561" y="2829781"/>
                  <a:pt x="1526561" y="2829781"/>
                </a:cubicBezTo>
                <a:lnTo>
                  <a:pt x="1531093" y="2821899"/>
                </a:lnTo>
                <a:cubicBezTo>
                  <a:pt x="1531292" y="2821637"/>
                  <a:pt x="1531882" y="2821440"/>
                  <a:pt x="1531882" y="2821440"/>
                </a:cubicBezTo>
                <a:close/>
                <a:moveTo>
                  <a:pt x="1277510" y="2821440"/>
                </a:moveTo>
                <a:lnTo>
                  <a:pt x="1286575" y="2821440"/>
                </a:lnTo>
                <a:cubicBezTo>
                  <a:pt x="1286903" y="2821440"/>
                  <a:pt x="1287363" y="2821899"/>
                  <a:pt x="1287363" y="2821899"/>
                </a:cubicBezTo>
                <a:lnTo>
                  <a:pt x="1291896" y="2829781"/>
                </a:lnTo>
                <a:cubicBezTo>
                  <a:pt x="1292027" y="2830043"/>
                  <a:pt x="1291896" y="2830635"/>
                  <a:pt x="1291896" y="2830635"/>
                </a:cubicBezTo>
                <a:lnTo>
                  <a:pt x="1287363" y="2838517"/>
                </a:lnTo>
                <a:cubicBezTo>
                  <a:pt x="1287167" y="2838779"/>
                  <a:pt x="1286575" y="2838976"/>
                  <a:pt x="1286575" y="2838976"/>
                </a:cubicBezTo>
                <a:lnTo>
                  <a:pt x="1277510" y="2838976"/>
                </a:lnTo>
                <a:cubicBezTo>
                  <a:pt x="1277182" y="2838976"/>
                  <a:pt x="1276722" y="2838517"/>
                  <a:pt x="1276722" y="2838517"/>
                </a:cubicBezTo>
                <a:lnTo>
                  <a:pt x="1272191" y="2830635"/>
                </a:lnTo>
                <a:cubicBezTo>
                  <a:pt x="1272060" y="2830372"/>
                  <a:pt x="1272191" y="2829781"/>
                  <a:pt x="1272191" y="2829781"/>
                </a:cubicBezTo>
                <a:lnTo>
                  <a:pt x="1276722" y="2821899"/>
                </a:lnTo>
                <a:cubicBezTo>
                  <a:pt x="1276918" y="2821637"/>
                  <a:pt x="1277510" y="2821440"/>
                  <a:pt x="1277510" y="2821440"/>
                </a:cubicBezTo>
                <a:close/>
                <a:moveTo>
                  <a:pt x="1023071" y="2821440"/>
                </a:moveTo>
                <a:lnTo>
                  <a:pt x="1032136" y="2821440"/>
                </a:lnTo>
                <a:cubicBezTo>
                  <a:pt x="1032465" y="2821440"/>
                  <a:pt x="1032923" y="2821899"/>
                  <a:pt x="1032923" y="2821899"/>
                </a:cubicBezTo>
                <a:lnTo>
                  <a:pt x="1037456" y="2829781"/>
                </a:lnTo>
                <a:cubicBezTo>
                  <a:pt x="1037588" y="2830043"/>
                  <a:pt x="1037456" y="2830635"/>
                  <a:pt x="1037456" y="2830635"/>
                </a:cubicBezTo>
                <a:lnTo>
                  <a:pt x="1032923" y="2838517"/>
                </a:lnTo>
                <a:cubicBezTo>
                  <a:pt x="1032727" y="2838779"/>
                  <a:pt x="1032136" y="2838976"/>
                  <a:pt x="1032136" y="2838976"/>
                </a:cubicBezTo>
                <a:lnTo>
                  <a:pt x="1023071" y="2838976"/>
                </a:lnTo>
                <a:cubicBezTo>
                  <a:pt x="1022743" y="2838976"/>
                  <a:pt x="1022283" y="2838517"/>
                  <a:pt x="1022283" y="2838517"/>
                </a:cubicBezTo>
                <a:lnTo>
                  <a:pt x="1017750" y="2830635"/>
                </a:lnTo>
                <a:cubicBezTo>
                  <a:pt x="1017620" y="2830372"/>
                  <a:pt x="1017750" y="2829781"/>
                  <a:pt x="1017750" y="2829781"/>
                </a:cubicBezTo>
                <a:lnTo>
                  <a:pt x="1022283" y="2821899"/>
                </a:lnTo>
                <a:cubicBezTo>
                  <a:pt x="1022480" y="2821637"/>
                  <a:pt x="1023071" y="2821440"/>
                  <a:pt x="1023071" y="2821440"/>
                </a:cubicBezTo>
                <a:close/>
                <a:moveTo>
                  <a:pt x="768576" y="2821440"/>
                </a:moveTo>
                <a:lnTo>
                  <a:pt x="777640" y="2821440"/>
                </a:lnTo>
                <a:cubicBezTo>
                  <a:pt x="777968" y="2821440"/>
                  <a:pt x="778427" y="2821899"/>
                  <a:pt x="778427" y="2821899"/>
                </a:cubicBezTo>
                <a:lnTo>
                  <a:pt x="782959" y="2829781"/>
                </a:lnTo>
                <a:cubicBezTo>
                  <a:pt x="783091" y="2830043"/>
                  <a:pt x="782959" y="2830635"/>
                  <a:pt x="782959" y="2830635"/>
                </a:cubicBezTo>
                <a:lnTo>
                  <a:pt x="778427" y="2838517"/>
                </a:lnTo>
                <a:cubicBezTo>
                  <a:pt x="778230" y="2838779"/>
                  <a:pt x="777640" y="2838976"/>
                  <a:pt x="777640" y="2838976"/>
                </a:cubicBezTo>
                <a:lnTo>
                  <a:pt x="768576" y="2838976"/>
                </a:lnTo>
                <a:cubicBezTo>
                  <a:pt x="768247" y="2838976"/>
                  <a:pt x="767788" y="2838517"/>
                  <a:pt x="767788" y="2838517"/>
                </a:cubicBezTo>
                <a:lnTo>
                  <a:pt x="763255" y="2830635"/>
                </a:lnTo>
                <a:cubicBezTo>
                  <a:pt x="763123" y="2830372"/>
                  <a:pt x="763255" y="2829781"/>
                  <a:pt x="763255" y="2829781"/>
                </a:cubicBezTo>
                <a:lnTo>
                  <a:pt x="767788" y="2821899"/>
                </a:lnTo>
                <a:cubicBezTo>
                  <a:pt x="767985" y="2821637"/>
                  <a:pt x="768576" y="2821440"/>
                  <a:pt x="768576" y="2821440"/>
                </a:cubicBezTo>
                <a:close/>
                <a:moveTo>
                  <a:pt x="514312" y="2821440"/>
                </a:moveTo>
                <a:lnTo>
                  <a:pt x="523376" y="2821440"/>
                </a:lnTo>
                <a:cubicBezTo>
                  <a:pt x="523704" y="2821440"/>
                  <a:pt x="524164" y="2821899"/>
                  <a:pt x="524164" y="2821899"/>
                </a:cubicBezTo>
                <a:lnTo>
                  <a:pt x="528696" y="2829781"/>
                </a:lnTo>
                <a:cubicBezTo>
                  <a:pt x="528827" y="2830043"/>
                  <a:pt x="528696" y="2830635"/>
                  <a:pt x="528696" y="2830635"/>
                </a:cubicBezTo>
                <a:lnTo>
                  <a:pt x="524164" y="2838517"/>
                </a:lnTo>
                <a:cubicBezTo>
                  <a:pt x="523967" y="2838779"/>
                  <a:pt x="523376" y="2838976"/>
                  <a:pt x="523376" y="2838976"/>
                </a:cubicBezTo>
                <a:lnTo>
                  <a:pt x="514312" y="2838976"/>
                </a:lnTo>
                <a:cubicBezTo>
                  <a:pt x="513983" y="2838976"/>
                  <a:pt x="513524" y="2838517"/>
                  <a:pt x="513524" y="2838517"/>
                </a:cubicBezTo>
                <a:lnTo>
                  <a:pt x="508991" y="2830635"/>
                </a:lnTo>
                <a:cubicBezTo>
                  <a:pt x="508860" y="2830372"/>
                  <a:pt x="508991" y="2829781"/>
                  <a:pt x="508991" y="2829781"/>
                </a:cubicBezTo>
                <a:lnTo>
                  <a:pt x="513524" y="2821899"/>
                </a:lnTo>
                <a:cubicBezTo>
                  <a:pt x="513721" y="2821637"/>
                  <a:pt x="514312" y="2821440"/>
                  <a:pt x="514312" y="2821440"/>
                </a:cubicBezTo>
                <a:close/>
                <a:moveTo>
                  <a:pt x="259839" y="2821440"/>
                </a:moveTo>
                <a:lnTo>
                  <a:pt x="268902" y="2821440"/>
                </a:lnTo>
                <a:cubicBezTo>
                  <a:pt x="269230" y="2821440"/>
                  <a:pt x="269690" y="2821899"/>
                  <a:pt x="269690" y="2821899"/>
                </a:cubicBezTo>
                <a:lnTo>
                  <a:pt x="274222" y="2829781"/>
                </a:lnTo>
                <a:cubicBezTo>
                  <a:pt x="274353" y="2830043"/>
                  <a:pt x="274222" y="2830635"/>
                  <a:pt x="274222" y="2830635"/>
                </a:cubicBezTo>
                <a:lnTo>
                  <a:pt x="269690" y="2838517"/>
                </a:lnTo>
                <a:cubicBezTo>
                  <a:pt x="269493" y="2838779"/>
                  <a:pt x="268902" y="2838976"/>
                  <a:pt x="268902" y="2838976"/>
                </a:cubicBezTo>
                <a:lnTo>
                  <a:pt x="259839" y="2838976"/>
                </a:lnTo>
                <a:cubicBezTo>
                  <a:pt x="259509" y="2838976"/>
                  <a:pt x="259049" y="2838517"/>
                  <a:pt x="259049" y="2838517"/>
                </a:cubicBezTo>
                <a:lnTo>
                  <a:pt x="254518" y="2830635"/>
                </a:lnTo>
                <a:cubicBezTo>
                  <a:pt x="254386" y="2830372"/>
                  <a:pt x="254518" y="2829781"/>
                  <a:pt x="254518" y="2829781"/>
                </a:cubicBezTo>
                <a:lnTo>
                  <a:pt x="259049" y="2821899"/>
                </a:lnTo>
                <a:cubicBezTo>
                  <a:pt x="259246" y="2821637"/>
                  <a:pt x="259839" y="2821440"/>
                  <a:pt x="259839" y="2821440"/>
                </a:cubicBezTo>
                <a:close/>
                <a:moveTo>
                  <a:pt x="5575" y="2821440"/>
                </a:moveTo>
                <a:lnTo>
                  <a:pt x="14639" y="2821440"/>
                </a:lnTo>
                <a:cubicBezTo>
                  <a:pt x="14967" y="2821440"/>
                  <a:pt x="15427" y="2821899"/>
                  <a:pt x="15427" y="2821899"/>
                </a:cubicBezTo>
                <a:lnTo>
                  <a:pt x="19959" y="2829781"/>
                </a:lnTo>
                <a:cubicBezTo>
                  <a:pt x="20090" y="2830043"/>
                  <a:pt x="19959" y="2830635"/>
                  <a:pt x="19959" y="2830635"/>
                </a:cubicBezTo>
                <a:lnTo>
                  <a:pt x="15427" y="2838517"/>
                </a:lnTo>
                <a:cubicBezTo>
                  <a:pt x="15230" y="2838779"/>
                  <a:pt x="14639" y="2838976"/>
                  <a:pt x="14639" y="2838976"/>
                </a:cubicBezTo>
                <a:lnTo>
                  <a:pt x="5575" y="2838976"/>
                </a:lnTo>
                <a:cubicBezTo>
                  <a:pt x="5245" y="2838976"/>
                  <a:pt x="4786" y="2838517"/>
                  <a:pt x="4786" y="2838517"/>
                </a:cubicBezTo>
                <a:lnTo>
                  <a:pt x="254" y="2830635"/>
                </a:lnTo>
                <a:cubicBezTo>
                  <a:pt x="123" y="2830372"/>
                  <a:pt x="254" y="2829781"/>
                  <a:pt x="254" y="2829781"/>
                </a:cubicBezTo>
                <a:lnTo>
                  <a:pt x="4786" y="2821899"/>
                </a:lnTo>
                <a:cubicBezTo>
                  <a:pt x="4983" y="2821637"/>
                  <a:pt x="5575" y="2821440"/>
                  <a:pt x="5575" y="2821440"/>
                </a:cubicBezTo>
                <a:close/>
                <a:moveTo>
                  <a:pt x="10435622" y="2604431"/>
                </a:moveTo>
                <a:lnTo>
                  <a:pt x="10444686" y="2604431"/>
                </a:lnTo>
                <a:cubicBezTo>
                  <a:pt x="10445015" y="2604431"/>
                  <a:pt x="10445474" y="2604891"/>
                  <a:pt x="10445474" y="2604891"/>
                </a:cubicBezTo>
                <a:lnTo>
                  <a:pt x="10450007" y="2612772"/>
                </a:lnTo>
                <a:cubicBezTo>
                  <a:pt x="10450138" y="2613035"/>
                  <a:pt x="10450007" y="2613626"/>
                  <a:pt x="10450007" y="2613626"/>
                </a:cubicBezTo>
                <a:lnTo>
                  <a:pt x="10445474" y="2621508"/>
                </a:lnTo>
                <a:cubicBezTo>
                  <a:pt x="10445278" y="2621771"/>
                  <a:pt x="10444686" y="2621968"/>
                  <a:pt x="10444686" y="2621968"/>
                </a:cubicBezTo>
                <a:lnTo>
                  <a:pt x="10435622" y="2621968"/>
                </a:lnTo>
                <a:cubicBezTo>
                  <a:pt x="10435295" y="2621968"/>
                  <a:pt x="10434834" y="2621508"/>
                  <a:pt x="10434834" y="2621508"/>
                </a:cubicBezTo>
                <a:lnTo>
                  <a:pt x="10430302" y="2613626"/>
                </a:lnTo>
                <a:cubicBezTo>
                  <a:pt x="10430171" y="2613363"/>
                  <a:pt x="10430302" y="2612772"/>
                  <a:pt x="10430302" y="2612772"/>
                </a:cubicBezTo>
                <a:lnTo>
                  <a:pt x="10434834" y="2604891"/>
                </a:lnTo>
                <a:cubicBezTo>
                  <a:pt x="10435031" y="2604628"/>
                  <a:pt x="10435622" y="2604431"/>
                  <a:pt x="10435622" y="2604431"/>
                </a:cubicBezTo>
                <a:close/>
                <a:moveTo>
                  <a:pt x="10181242" y="2604431"/>
                </a:moveTo>
                <a:lnTo>
                  <a:pt x="10190305" y="2604431"/>
                </a:lnTo>
                <a:cubicBezTo>
                  <a:pt x="10190635" y="2604431"/>
                  <a:pt x="10191093" y="2604891"/>
                  <a:pt x="10191093" y="2604891"/>
                </a:cubicBezTo>
                <a:lnTo>
                  <a:pt x="10195626" y="2612772"/>
                </a:lnTo>
                <a:cubicBezTo>
                  <a:pt x="10195758" y="2613035"/>
                  <a:pt x="10195626" y="2613626"/>
                  <a:pt x="10195626" y="2613626"/>
                </a:cubicBezTo>
                <a:lnTo>
                  <a:pt x="10191093" y="2621508"/>
                </a:lnTo>
                <a:cubicBezTo>
                  <a:pt x="10190896" y="2621771"/>
                  <a:pt x="10190305" y="2621968"/>
                  <a:pt x="10190305" y="2621968"/>
                </a:cubicBezTo>
                <a:lnTo>
                  <a:pt x="10181242" y="2621968"/>
                </a:lnTo>
                <a:cubicBezTo>
                  <a:pt x="10180914" y="2621968"/>
                  <a:pt x="10180453" y="2621508"/>
                  <a:pt x="10180453" y="2621508"/>
                </a:cubicBezTo>
                <a:lnTo>
                  <a:pt x="10175922" y="2613626"/>
                </a:lnTo>
                <a:cubicBezTo>
                  <a:pt x="10175790" y="2613363"/>
                  <a:pt x="10175922" y="2612772"/>
                  <a:pt x="10175922" y="2612772"/>
                </a:cubicBezTo>
                <a:lnTo>
                  <a:pt x="10180453" y="2604891"/>
                </a:lnTo>
                <a:cubicBezTo>
                  <a:pt x="10180650" y="2604628"/>
                  <a:pt x="10181242" y="2604431"/>
                  <a:pt x="10181242" y="2604431"/>
                </a:cubicBezTo>
                <a:close/>
                <a:moveTo>
                  <a:pt x="9926861" y="2604431"/>
                </a:moveTo>
                <a:lnTo>
                  <a:pt x="9935924" y="2604431"/>
                </a:lnTo>
                <a:cubicBezTo>
                  <a:pt x="9936254" y="2604431"/>
                  <a:pt x="9936713" y="2604891"/>
                  <a:pt x="9936713" y="2604891"/>
                </a:cubicBezTo>
                <a:lnTo>
                  <a:pt x="9941246" y="2612772"/>
                </a:lnTo>
                <a:cubicBezTo>
                  <a:pt x="9941376" y="2613035"/>
                  <a:pt x="9941246" y="2613626"/>
                  <a:pt x="9941246" y="2613626"/>
                </a:cubicBezTo>
                <a:lnTo>
                  <a:pt x="9936713" y="2621508"/>
                </a:lnTo>
                <a:cubicBezTo>
                  <a:pt x="9936516" y="2621771"/>
                  <a:pt x="9935924" y="2621968"/>
                  <a:pt x="9935924" y="2621968"/>
                </a:cubicBezTo>
                <a:lnTo>
                  <a:pt x="9926861" y="2621968"/>
                </a:lnTo>
                <a:cubicBezTo>
                  <a:pt x="9926532" y="2621968"/>
                  <a:pt x="9926073" y="2621508"/>
                  <a:pt x="9926073" y="2621508"/>
                </a:cubicBezTo>
                <a:lnTo>
                  <a:pt x="9921541" y="2613626"/>
                </a:lnTo>
                <a:cubicBezTo>
                  <a:pt x="9921410" y="2613363"/>
                  <a:pt x="9921541" y="2612772"/>
                  <a:pt x="9921541" y="2612772"/>
                </a:cubicBezTo>
                <a:lnTo>
                  <a:pt x="9926073" y="2604891"/>
                </a:lnTo>
                <a:cubicBezTo>
                  <a:pt x="9926270" y="2604628"/>
                  <a:pt x="9926861" y="2604431"/>
                  <a:pt x="9926861" y="2604431"/>
                </a:cubicBezTo>
                <a:close/>
                <a:moveTo>
                  <a:pt x="9672481" y="2604431"/>
                </a:moveTo>
                <a:lnTo>
                  <a:pt x="9681545" y="2604431"/>
                </a:lnTo>
                <a:cubicBezTo>
                  <a:pt x="9681872" y="2604431"/>
                  <a:pt x="9682333" y="2604891"/>
                  <a:pt x="9682333" y="2604891"/>
                </a:cubicBezTo>
                <a:lnTo>
                  <a:pt x="9686865" y="2612772"/>
                </a:lnTo>
                <a:cubicBezTo>
                  <a:pt x="9686996" y="2613035"/>
                  <a:pt x="9686865" y="2613626"/>
                  <a:pt x="9686865" y="2613626"/>
                </a:cubicBezTo>
                <a:lnTo>
                  <a:pt x="9682333" y="2621508"/>
                </a:lnTo>
                <a:cubicBezTo>
                  <a:pt x="9682136" y="2621771"/>
                  <a:pt x="9681545" y="2621968"/>
                  <a:pt x="9681545" y="2621968"/>
                </a:cubicBezTo>
                <a:lnTo>
                  <a:pt x="9672481" y="2621968"/>
                </a:lnTo>
                <a:cubicBezTo>
                  <a:pt x="9672152" y="2621968"/>
                  <a:pt x="9671693" y="2621508"/>
                  <a:pt x="9671693" y="2621508"/>
                </a:cubicBezTo>
                <a:lnTo>
                  <a:pt x="9667160" y="2613626"/>
                </a:lnTo>
                <a:cubicBezTo>
                  <a:pt x="9667030" y="2613363"/>
                  <a:pt x="9667160" y="2612772"/>
                  <a:pt x="9667160" y="2612772"/>
                </a:cubicBezTo>
                <a:lnTo>
                  <a:pt x="9671693" y="2604891"/>
                </a:lnTo>
                <a:cubicBezTo>
                  <a:pt x="9671890" y="2604628"/>
                  <a:pt x="9672481" y="2604431"/>
                  <a:pt x="9672481" y="2604431"/>
                </a:cubicBezTo>
                <a:close/>
                <a:moveTo>
                  <a:pt x="9418035" y="2604431"/>
                </a:moveTo>
                <a:lnTo>
                  <a:pt x="9427099" y="2604431"/>
                </a:lnTo>
                <a:cubicBezTo>
                  <a:pt x="9427427" y="2604431"/>
                  <a:pt x="9427887" y="2604891"/>
                  <a:pt x="9427887" y="2604891"/>
                </a:cubicBezTo>
                <a:lnTo>
                  <a:pt x="9432419" y="2612772"/>
                </a:lnTo>
                <a:cubicBezTo>
                  <a:pt x="9432550" y="2613035"/>
                  <a:pt x="9432419" y="2613626"/>
                  <a:pt x="9432419" y="2613626"/>
                </a:cubicBezTo>
                <a:lnTo>
                  <a:pt x="9427887" y="2621508"/>
                </a:lnTo>
                <a:cubicBezTo>
                  <a:pt x="9427690" y="2621771"/>
                  <a:pt x="9427099" y="2621968"/>
                  <a:pt x="9427099" y="2621968"/>
                </a:cubicBezTo>
                <a:lnTo>
                  <a:pt x="9418035" y="2621968"/>
                </a:lnTo>
                <a:cubicBezTo>
                  <a:pt x="9417707" y="2621968"/>
                  <a:pt x="9417247" y="2621508"/>
                  <a:pt x="9417247" y="2621508"/>
                </a:cubicBezTo>
                <a:lnTo>
                  <a:pt x="9412714" y="2613626"/>
                </a:lnTo>
                <a:cubicBezTo>
                  <a:pt x="9412583" y="2613363"/>
                  <a:pt x="9412714" y="2612772"/>
                  <a:pt x="9412714" y="2612772"/>
                </a:cubicBezTo>
                <a:lnTo>
                  <a:pt x="9417247" y="2604891"/>
                </a:lnTo>
                <a:cubicBezTo>
                  <a:pt x="9417444" y="2604628"/>
                  <a:pt x="9418035" y="2604431"/>
                  <a:pt x="9418035" y="2604431"/>
                </a:cubicBezTo>
                <a:close/>
                <a:moveTo>
                  <a:pt x="9163654" y="2604431"/>
                </a:moveTo>
                <a:lnTo>
                  <a:pt x="9172718" y="2604431"/>
                </a:lnTo>
                <a:cubicBezTo>
                  <a:pt x="9173046" y="2604431"/>
                  <a:pt x="9173506" y="2604891"/>
                  <a:pt x="9173506" y="2604891"/>
                </a:cubicBezTo>
                <a:lnTo>
                  <a:pt x="9178038" y="2612772"/>
                </a:lnTo>
                <a:cubicBezTo>
                  <a:pt x="9178169" y="2613035"/>
                  <a:pt x="9178038" y="2613626"/>
                  <a:pt x="9178038" y="2613626"/>
                </a:cubicBezTo>
                <a:lnTo>
                  <a:pt x="9173506" y="2621508"/>
                </a:lnTo>
                <a:cubicBezTo>
                  <a:pt x="9173309" y="2621771"/>
                  <a:pt x="9172718" y="2621968"/>
                  <a:pt x="9172718" y="2621968"/>
                </a:cubicBezTo>
                <a:lnTo>
                  <a:pt x="9163654" y="2621968"/>
                </a:lnTo>
                <a:cubicBezTo>
                  <a:pt x="9163326" y="2621968"/>
                  <a:pt x="9162866" y="2621508"/>
                  <a:pt x="9162866" y="2621508"/>
                </a:cubicBezTo>
                <a:lnTo>
                  <a:pt x="9158333" y="2613626"/>
                </a:lnTo>
                <a:cubicBezTo>
                  <a:pt x="9158202" y="2613363"/>
                  <a:pt x="9158333" y="2612772"/>
                  <a:pt x="9158333" y="2612772"/>
                </a:cubicBezTo>
                <a:lnTo>
                  <a:pt x="9162866" y="2604891"/>
                </a:lnTo>
                <a:cubicBezTo>
                  <a:pt x="9163062" y="2604628"/>
                  <a:pt x="9163654" y="2604431"/>
                  <a:pt x="9163654" y="2604431"/>
                </a:cubicBezTo>
                <a:close/>
                <a:moveTo>
                  <a:pt x="8909274" y="2604431"/>
                </a:moveTo>
                <a:lnTo>
                  <a:pt x="8918336" y="2604431"/>
                </a:lnTo>
                <a:cubicBezTo>
                  <a:pt x="8918666" y="2604431"/>
                  <a:pt x="8919125" y="2604891"/>
                  <a:pt x="8919125" y="2604891"/>
                </a:cubicBezTo>
                <a:lnTo>
                  <a:pt x="8923657" y="2612772"/>
                </a:lnTo>
                <a:cubicBezTo>
                  <a:pt x="8923789" y="2613035"/>
                  <a:pt x="8923657" y="2613626"/>
                  <a:pt x="8923657" y="2613626"/>
                </a:cubicBezTo>
                <a:lnTo>
                  <a:pt x="8919125" y="2621508"/>
                </a:lnTo>
                <a:cubicBezTo>
                  <a:pt x="8918928" y="2621771"/>
                  <a:pt x="8918336" y="2621968"/>
                  <a:pt x="8918336" y="2621968"/>
                </a:cubicBezTo>
                <a:lnTo>
                  <a:pt x="8909274" y="2621968"/>
                </a:lnTo>
                <a:cubicBezTo>
                  <a:pt x="8908945" y="2621968"/>
                  <a:pt x="8908484" y="2621508"/>
                  <a:pt x="8908484" y="2621508"/>
                </a:cubicBezTo>
                <a:lnTo>
                  <a:pt x="8903953" y="2613626"/>
                </a:lnTo>
                <a:cubicBezTo>
                  <a:pt x="8903821" y="2613363"/>
                  <a:pt x="8903953" y="2612772"/>
                  <a:pt x="8903953" y="2612772"/>
                </a:cubicBezTo>
                <a:lnTo>
                  <a:pt x="8908484" y="2604891"/>
                </a:lnTo>
                <a:cubicBezTo>
                  <a:pt x="8908681" y="2604628"/>
                  <a:pt x="8909274" y="2604431"/>
                  <a:pt x="8909274" y="2604431"/>
                </a:cubicBezTo>
                <a:close/>
                <a:moveTo>
                  <a:pt x="8654892" y="2604431"/>
                </a:moveTo>
                <a:lnTo>
                  <a:pt x="8663955" y="2604431"/>
                </a:lnTo>
                <a:cubicBezTo>
                  <a:pt x="8664285" y="2604431"/>
                  <a:pt x="8664744" y="2604891"/>
                  <a:pt x="8664744" y="2604891"/>
                </a:cubicBezTo>
                <a:lnTo>
                  <a:pt x="8669277" y="2612772"/>
                </a:lnTo>
                <a:cubicBezTo>
                  <a:pt x="8669408" y="2613035"/>
                  <a:pt x="8669277" y="2613626"/>
                  <a:pt x="8669277" y="2613626"/>
                </a:cubicBezTo>
                <a:lnTo>
                  <a:pt x="8664744" y="2621508"/>
                </a:lnTo>
                <a:cubicBezTo>
                  <a:pt x="8664548" y="2621771"/>
                  <a:pt x="8663955" y="2621968"/>
                  <a:pt x="8663955" y="2621968"/>
                </a:cubicBezTo>
                <a:lnTo>
                  <a:pt x="8654892" y="2621968"/>
                </a:lnTo>
                <a:cubicBezTo>
                  <a:pt x="8654565" y="2621968"/>
                  <a:pt x="8654104" y="2621508"/>
                  <a:pt x="8654104" y="2621508"/>
                </a:cubicBezTo>
                <a:lnTo>
                  <a:pt x="8649572" y="2613626"/>
                </a:lnTo>
                <a:cubicBezTo>
                  <a:pt x="8649441" y="2613363"/>
                  <a:pt x="8649572" y="2612772"/>
                  <a:pt x="8649572" y="2612772"/>
                </a:cubicBezTo>
                <a:lnTo>
                  <a:pt x="8654104" y="2604891"/>
                </a:lnTo>
                <a:cubicBezTo>
                  <a:pt x="8654301" y="2604628"/>
                  <a:pt x="8654892" y="2604431"/>
                  <a:pt x="8654892" y="2604431"/>
                </a:cubicBezTo>
                <a:close/>
                <a:moveTo>
                  <a:pt x="8400511" y="2604431"/>
                </a:moveTo>
                <a:lnTo>
                  <a:pt x="8409575" y="2604431"/>
                </a:lnTo>
                <a:cubicBezTo>
                  <a:pt x="8409904" y="2604431"/>
                  <a:pt x="8410363" y="2604891"/>
                  <a:pt x="8410363" y="2604891"/>
                </a:cubicBezTo>
                <a:lnTo>
                  <a:pt x="8414896" y="2612772"/>
                </a:lnTo>
                <a:cubicBezTo>
                  <a:pt x="8415027" y="2613035"/>
                  <a:pt x="8414896" y="2613626"/>
                  <a:pt x="8414896" y="2613626"/>
                </a:cubicBezTo>
                <a:lnTo>
                  <a:pt x="8410363" y="2621508"/>
                </a:lnTo>
                <a:cubicBezTo>
                  <a:pt x="8410166" y="2621771"/>
                  <a:pt x="8409575" y="2621968"/>
                  <a:pt x="8409575" y="2621968"/>
                </a:cubicBezTo>
                <a:lnTo>
                  <a:pt x="8400511" y="2621968"/>
                </a:lnTo>
                <a:cubicBezTo>
                  <a:pt x="8400184" y="2621968"/>
                  <a:pt x="8399723" y="2621508"/>
                  <a:pt x="8399723" y="2621508"/>
                </a:cubicBezTo>
                <a:lnTo>
                  <a:pt x="8395191" y="2613626"/>
                </a:lnTo>
                <a:cubicBezTo>
                  <a:pt x="8395060" y="2613363"/>
                  <a:pt x="8395191" y="2612772"/>
                  <a:pt x="8395191" y="2612772"/>
                </a:cubicBezTo>
                <a:lnTo>
                  <a:pt x="8399723" y="2604891"/>
                </a:lnTo>
                <a:cubicBezTo>
                  <a:pt x="8399920" y="2604628"/>
                  <a:pt x="8400511" y="2604431"/>
                  <a:pt x="8400511" y="2604431"/>
                </a:cubicBezTo>
                <a:close/>
                <a:moveTo>
                  <a:pt x="8146065" y="2604431"/>
                </a:moveTo>
                <a:lnTo>
                  <a:pt x="8155129" y="2604431"/>
                </a:lnTo>
                <a:cubicBezTo>
                  <a:pt x="8155458" y="2604431"/>
                  <a:pt x="8155917" y="2604891"/>
                  <a:pt x="8155917" y="2604891"/>
                </a:cubicBezTo>
                <a:lnTo>
                  <a:pt x="8160449" y="2612772"/>
                </a:lnTo>
                <a:cubicBezTo>
                  <a:pt x="8160580" y="2613035"/>
                  <a:pt x="8160449" y="2613626"/>
                  <a:pt x="8160449" y="2613626"/>
                </a:cubicBezTo>
                <a:lnTo>
                  <a:pt x="8155917" y="2621508"/>
                </a:lnTo>
                <a:cubicBezTo>
                  <a:pt x="8155719" y="2621771"/>
                  <a:pt x="8155129" y="2621968"/>
                  <a:pt x="8155129" y="2621968"/>
                </a:cubicBezTo>
                <a:lnTo>
                  <a:pt x="8146065" y="2621968"/>
                </a:lnTo>
                <a:cubicBezTo>
                  <a:pt x="8145737" y="2621968"/>
                  <a:pt x="8145277" y="2621508"/>
                  <a:pt x="8145277" y="2621508"/>
                </a:cubicBezTo>
                <a:lnTo>
                  <a:pt x="8140745" y="2613626"/>
                </a:lnTo>
                <a:cubicBezTo>
                  <a:pt x="8140613" y="2613363"/>
                  <a:pt x="8140745" y="2612772"/>
                  <a:pt x="8140745" y="2612772"/>
                </a:cubicBezTo>
                <a:lnTo>
                  <a:pt x="8145277" y="2604891"/>
                </a:lnTo>
                <a:cubicBezTo>
                  <a:pt x="8145474" y="2604628"/>
                  <a:pt x="8146065" y="2604431"/>
                  <a:pt x="8146065" y="2604431"/>
                </a:cubicBezTo>
                <a:close/>
                <a:moveTo>
                  <a:pt x="7891684" y="2604431"/>
                </a:moveTo>
                <a:lnTo>
                  <a:pt x="7900748" y="2604431"/>
                </a:lnTo>
                <a:cubicBezTo>
                  <a:pt x="7901076" y="2604431"/>
                  <a:pt x="7901536" y="2604891"/>
                  <a:pt x="7901536" y="2604891"/>
                </a:cubicBezTo>
                <a:lnTo>
                  <a:pt x="7906067" y="2612772"/>
                </a:lnTo>
                <a:cubicBezTo>
                  <a:pt x="7906199" y="2613035"/>
                  <a:pt x="7906067" y="2613626"/>
                  <a:pt x="7906067" y="2613626"/>
                </a:cubicBezTo>
                <a:lnTo>
                  <a:pt x="7901536" y="2621508"/>
                </a:lnTo>
                <a:cubicBezTo>
                  <a:pt x="7901339" y="2621771"/>
                  <a:pt x="7900748" y="2621968"/>
                  <a:pt x="7900748" y="2621968"/>
                </a:cubicBezTo>
                <a:lnTo>
                  <a:pt x="7891684" y="2621968"/>
                </a:lnTo>
                <a:cubicBezTo>
                  <a:pt x="7891355" y="2621968"/>
                  <a:pt x="7890896" y="2621508"/>
                  <a:pt x="7890896" y="2621508"/>
                </a:cubicBezTo>
                <a:lnTo>
                  <a:pt x="7886363" y="2613626"/>
                </a:lnTo>
                <a:cubicBezTo>
                  <a:pt x="7886233" y="2613363"/>
                  <a:pt x="7886363" y="2612772"/>
                  <a:pt x="7886363" y="2612772"/>
                </a:cubicBezTo>
                <a:lnTo>
                  <a:pt x="7890896" y="2604891"/>
                </a:lnTo>
                <a:cubicBezTo>
                  <a:pt x="7891093" y="2604628"/>
                  <a:pt x="7891684" y="2604431"/>
                  <a:pt x="7891684" y="2604431"/>
                </a:cubicBezTo>
                <a:close/>
                <a:moveTo>
                  <a:pt x="7637304" y="2604431"/>
                </a:moveTo>
                <a:lnTo>
                  <a:pt x="7646367" y="2604431"/>
                </a:lnTo>
                <a:cubicBezTo>
                  <a:pt x="7646696" y="2604431"/>
                  <a:pt x="7647156" y="2604891"/>
                  <a:pt x="7647156" y="2604891"/>
                </a:cubicBezTo>
                <a:lnTo>
                  <a:pt x="7651687" y="2612772"/>
                </a:lnTo>
                <a:cubicBezTo>
                  <a:pt x="7651819" y="2613035"/>
                  <a:pt x="7651687" y="2613626"/>
                  <a:pt x="7651687" y="2613626"/>
                </a:cubicBezTo>
                <a:lnTo>
                  <a:pt x="7647156" y="2621508"/>
                </a:lnTo>
                <a:cubicBezTo>
                  <a:pt x="7646958" y="2621771"/>
                  <a:pt x="7646367" y="2621968"/>
                  <a:pt x="7646367" y="2621968"/>
                </a:cubicBezTo>
                <a:lnTo>
                  <a:pt x="7637304" y="2621968"/>
                </a:lnTo>
                <a:cubicBezTo>
                  <a:pt x="7636975" y="2621968"/>
                  <a:pt x="7636516" y="2621508"/>
                  <a:pt x="7636516" y="2621508"/>
                </a:cubicBezTo>
                <a:lnTo>
                  <a:pt x="7631983" y="2613626"/>
                </a:lnTo>
                <a:cubicBezTo>
                  <a:pt x="7631851" y="2613363"/>
                  <a:pt x="7631983" y="2612772"/>
                  <a:pt x="7631983" y="2612772"/>
                </a:cubicBezTo>
                <a:lnTo>
                  <a:pt x="7636516" y="2604891"/>
                </a:lnTo>
                <a:cubicBezTo>
                  <a:pt x="7636713" y="2604628"/>
                  <a:pt x="7637304" y="2604431"/>
                  <a:pt x="7637304" y="2604431"/>
                </a:cubicBezTo>
                <a:close/>
                <a:moveTo>
                  <a:pt x="7382923" y="2604431"/>
                </a:moveTo>
                <a:lnTo>
                  <a:pt x="7391987" y="2604431"/>
                </a:lnTo>
                <a:cubicBezTo>
                  <a:pt x="7392315" y="2604431"/>
                  <a:pt x="7392775" y="2604891"/>
                  <a:pt x="7392775" y="2604891"/>
                </a:cubicBezTo>
                <a:lnTo>
                  <a:pt x="7397307" y="2612772"/>
                </a:lnTo>
                <a:cubicBezTo>
                  <a:pt x="7397438" y="2613035"/>
                  <a:pt x="7397307" y="2613626"/>
                  <a:pt x="7397307" y="2613626"/>
                </a:cubicBezTo>
                <a:lnTo>
                  <a:pt x="7392775" y="2621508"/>
                </a:lnTo>
                <a:cubicBezTo>
                  <a:pt x="7392578" y="2621771"/>
                  <a:pt x="7391987" y="2621968"/>
                  <a:pt x="7391987" y="2621968"/>
                </a:cubicBezTo>
                <a:lnTo>
                  <a:pt x="7382923" y="2621968"/>
                </a:lnTo>
                <a:cubicBezTo>
                  <a:pt x="7382595" y="2621968"/>
                  <a:pt x="7382135" y="2621508"/>
                  <a:pt x="7382135" y="2621508"/>
                </a:cubicBezTo>
                <a:lnTo>
                  <a:pt x="7377602" y="2613626"/>
                </a:lnTo>
                <a:cubicBezTo>
                  <a:pt x="7377471" y="2613363"/>
                  <a:pt x="7377602" y="2612772"/>
                  <a:pt x="7377602" y="2612772"/>
                </a:cubicBezTo>
                <a:lnTo>
                  <a:pt x="7382135" y="2604891"/>
                </a:lnTo>
                <a:cubicBezTo>
                  <a:pt x="7382331" y="2604628"/>
                  <a:pt x="7382923" y="2604431"/>
                  <a:pt x="7382923" y="2604431"/>
                </a:cubicBezTo>
                <a:close/>
                <a:moveTo>
                  <a:pt x="7128477" y="2604431"/>
                </a:moveTo>
                <a:lnTo>
                  <a:pt x="7137540" y="2604431"/>
                </a:lnTo>
                <a:cubicBezTo>
                  <a:pt x="7137869" y="2604431"/>
                  <a:pt x="7138328" y="2604891"/>
                  <a:pt x="7138328" y="2604891"/>
                </a:cubicBezTo>
                <a:lnTo>
                  <a:pt x="7142860" y="2612772"/>
                </a:lnTo>
                <a:cubicBezTo>
                  <a:pt x="7142992" y="2613035"/>
                  <a:pt x="7142860" y="2613626"/>
                  <a:pt x="7142860" y="2613626"/>
                </a:cubicBezTo>
                <a:lnTo>
                  <a:pt x="7138328" y="2621508"/>
                </a:lnTo>
                <a:cubicBezTo>
                  <a:pt x="7138131" y="2621771"/>
                  <a:pt x="7137540" y="2621968"/>
                  <a:pt x="7137540" y="2621968"/>
                </a:cubicBezTo>
                <a:lnTo>
                  <a:pt x="7128477" y="2621968"/>
                </a:lnTo>
                <a:cubicBezTo>
                  <a:pt x="7128148" y="2621968"/>
                  <a:pt x="7127689" y="2621508"/>
                  <a:pt x="7127689" y="2621508"/>
                </a:cubicBezTo>
                <a:lnTo>
                  <a:pt x="7123156" y="2613626"/>
                </a:lnTo>
                <a:cubicBezTo>
                  <a:pt x="7123024" y="2613363"/>
                  <a:pt x="7123156" y="2612772"/>
                  <a:pt x="7123156" y="2612772"/>
                </a:cubicBezTo>
                <a:lnTo>
                  <a:pt x="7127689" y="2604891"/>
                </a:lnTo>
                <a:cubicBezTo>
                  <a:pt x="7127885" y="2604628"/>
                  <a:pt x="7128477" y="2604431"/>
                  <a:pt x="7128477" y="2604431"/>
                </a:cubicBezTo>
                <a:close/>
                <a:moveTo>
                  <a:pt x="6874095" y="2604431"/>
                </a:moveTo>
                <a:lnTo>
                  <a:pt x="6883159" y="2604431"/>
                </a:lnTo>
                <a:cubicBezTo>
                  <a:pt x="6883488" y="2604431"/>
                  <a:pt x="6883947" y="2604891"/>
                  <a:pt x="6883947" y="2604891"/>
                </a:cubicBezTo>
                <a:lnTo>
                  <a:pt x="6888480" y="2612772"/>
                </a:lnTo>
                <a:cubicBezTo>
                  <a:pt x="6888611" y="2613035"/>
                  <a:pt x="6888480" y="2613626"/>
                  <a:pt x="6888480" y="2613626"/>
                </a:cubicBezTo>
                <a:lnTo>
                  <a:pt x="6883947" y="2621508"/>
                </a:lnTo>
                <a:cubicBezTo>
                  <a:pt x="6883751" y="2621771"/>
                  <a:pt x="6883159" y="2621968"/>
                  <a:pt x="6883159" y="2621968"/>
                </a:cubicBezTo>
                <a:lnTo>
                  <a:pt x="6874095" y="2621968"/>
                </a:lnTo>
                <a:cubicBezTo>
                  <a:pt x="6873768" y="2621968"/>
                  <a:pt x="6873307" y="2621508"/>
                  <a:pt x="6873307" y="2621508"/>
                </a:cubicBezTo>
                <a:lnTo>
                  <a:pt x="6868775" y="2613626"/>
                </a:lnTo>
                <a:cubicBezTo>
                  <a:pt x="6868644" y="2613363"/>
                  <a:pt x="6868775" y="2612772"/>
                  <a:pt x="6868775" y="2612772"/>
                </a:cubicBezTo>
                <a:lnTo>
                  <a:pt x="6873307" y="2604891"/>
                </a:lnTo>
                <a:cubicBezTo>
                  <a:pt x="6873504" y="2604628"/>
                  <a:pt x="6874095" y="2604431"/>
                  <a:pt x="6874095" y="2604431"/>
                </a:cubicBezTo>
                <a:close/>
                <a:moveTo>
                  <a:pt x="6619714" y="2604431"/>
                </a:moveTo>
                <a:lnTo>
                  <a:pt x="6628778" y="2604431"/>
                </a:lnTo>
                <a:cubicBezTo>
                  <a:pt x="6629107" y="2604431"/>
                  <a:pt x="6629566" y="2604891"/>
                  <a:pt x="6629566" y="2604891"/>
                </a:cubicBezTo>
                <a:lnTo>
                  <a:pt x="6634099" y="2612772"/>
                </a:lnTo>
                <a:cubicBezTo>
                  <a:pt x="6634230" y="2613035"/>
                  <a:pt x="6634099" y="2613626"/>
                  <a:pt x="6634099" y="2613626"/>
                </a:cubicBezTo>
                <a:lnTo>
                  <a:pt x="6629566" y="2621508"/>
                </a:lnTo>
                <a:cubicBezTo>
                  <a:pt x="6629369" y="2621771"/>
                  <a:pt x="6628778" y="2621968"/>
                  <a:pt x="6628778" y="2621968"/>
                </a:cubicBezTo>
                <a:lnTo>
                  <a:pt x="6619714" y="2621968"/>
                </a:lnTo>
                <a:cubicBezTo>
                  <a:pt x="6619387" y="2621968"/>
                  <a:pt x="6618926" y="2621508"/>
                  <a:pt x="6618926" y="2621508"/>
                </a:cubicBezTo>
                <a:lnTo>
                  <a:pt x="6614394" y="2613626"/>
                </a:lnTo>
                <a:cubicBezTo>
                  <a:pt x="6614263" y="2613363"/>
                  <a:pt x="6614394" y="2612772"/>
                  <a:pt x="6614394" y="2612772"/>
                </a:cubicBezTo>
                <a:lnTo>
                  <a:pt x="6618926" y="2604891"/>
                </a:lnTo>
                <a:cubicBezTo>
                  <a:pt x="6619123" y="2604628"/>
                  <a:pt x="6619714" y="2604431"/>
                  <a:pt x="6619714" y="2604431"/>
                </a:cubicBezTo>
                <a:close/>
                <a:moveTo>
                  <a:pt x="6365334" y="2604431"/>
                </a:moveTo>
                <a:lnTo>
                  <a:pt x="6374397" y="2604431"/>
                </a:lnTo>
                <a:cubicBezTo>
                  <a:pt x="6374727" y="2604431"/>
                  <a:pt x="6375186" y="2604891"/>
                  <a:pt x="6375186" y="2604891"/>
                </a:cubicBezTo>
                <a:lnTo>
                  <a:pt x="6379718" y="2612772"/>
                </a:lnTo>
                <a:cubicBezTo>
                  <a:pt x="6379849" y="2613035"/>
                  <a:pt x="6379718" y="2613626"/>
                  <a:pt x="6379718" y="2613626"/>
                </a:cubicBezTo>
                <a:lnTo>
                  <a:pt x="6375186" y="2621508"/>
                </a:lnTo>
                <a:cubicBezTo>
                  <a:pt x="6374988" y="2621771"/>
                  <a:pt x="6374397" y="2621968"/>
                  <a:pt x="6374397" y="2621968"/>
                </a:cubicBezTo>
                <a:lnTo>
                  <a:pt x="6365334" y="2621968"/>
                </a:lnTo>
                <a:cubicBezTo>
                  <a:pt x="6365005" y="2621968"/>
                  <a:pt x="6364546" y="2621508"/>
                  <a:pt x="6364546" y="2621508"/>
                </a:cubicBezTo>
                <a:lnTo>
                  <a:pt x="6360014" y="2613626"/>
                </a:lnTo>
                <a:cubicBezTo>
                  <a:pt x="6359882" y="2613363"/>
                  <a:pt x="6360014" y="2612772"/>
                  <a:pt x="6360014" y="2612772"/>
                </a:cubicBezTo>
                <a:lnTo>
                  <a:pt x="6364546" y="2604891"/>
                </a:lnTo>
                <a:cubicBezTo>
                  <a:pt x="6364743" y="2604628"/>
                  <a:pt x="6365334" y="2604431"/>
                  <a:pt x="6365334" y="2604431"/>
                </a:cubicBezTo>
                <a:close/>
                <a:moveTo>
                  <a:pt x="6110888" y="2604431"/>
                </a:moveTo>
                <a:lnTo>
                  <a:pt x="6119953" y="2604431"/>
                </a:lnTo>
                <a:cubicBezTo>
                  <a:pt x="6120280" y="2604431"/>
                  <a:pt x="6120740" y="2604891"/>
                  <a:pt x="6120740" y="2604891"/>
                </a:cubicBezTo>
                <a:lnTo>
                  <a:pt x="6125272" y="2612772"/>
                </a:lnTo>
                <a:cubicBezTo>
                  <a:pt x="6125403" y="2613035"/>
                  <a:pt x="6125272" y="2613626"/>
                  <a:pt x="6125272" y="2613626"/>
                </a:cubicBezTo>
                <a:lnTo>
                  <a:pt x="6120740" y="2621508"/>
                </a:lnTo>
                <a:cubicBezTo>
                  <a:pt x="6120543" y="2621771"/>
                  <a:pt x="6119953" y="2621968"/>
                  <a:pt x="6119953" y="2621968"/>
                </a:cubicBezTo>
                <a:lnTo>
                  <a:pt x="6110888" y="2621968"/>
                </a:lnTo>
                <a:cubicBezTo>
                  <a:pt x="6110560" y="2621968"/>
                  <a:pt x="6110101" y="2621508"/>
                  <a:pt x="6110101" y="2621508"/>
                </a:cubicBezTo>
                <a:lnTo>
                  <a:pt x="6105567" y="2613626"/>
                </a:lnTo>
                <a:cubicBezTo>
                  <a:pt x="6105436" y="2613363"/>
                  <a:pt x="6105567" y="2612772"/>
                  <a:pt x="6105567" y="2612772"/>
                </a:cubicBezTo>
                <a:lnTo>
                  <a:pt x="6110101" y="2604891"/>
                </a:lnTo>
                <a:cubicBezTo>
                  <a:pt x="6110296" y="2604628"/>
                  <a:pt x="6110888" y="2604431"/>
                  <a:pt x="6110888" y="2604431"/>
                </a:cubicBezTo>
                <a:close/>
                <a:moveTo>
                  <a:pt x="5856508" y="2604431"/>
                </a:moveTo>
                <a:lnTo>
                  <a:pt x="5865571" y="2604431"/>
                </a:lnTo>
                <a:cubicBezTo>
                  <a:pt x="5865900" y="2604431"/>
                  <a:pt x="5866359" y="2604891"/>
                  <a:pt x="5866359" y="2604891"/>
                </a:cubicBezTo>
                <a:lnTo>
                  <a:pt x="5870891" y="2612772"/>
                </a:lnTo>
                <a:cubicBezTo>
                  <a:pt x="5871023" y="2613035"/>
                  <a:pt x="5870891" y="2613626"/>
                  <a:pt x="5870891" y="2613626"/>
                </a:cubicBezTo>
                <a:lnTo>
                  <a:pt x="5866359" y="2621508"/>
                </a:lnTo>
                <a:cubicBezTo>
                  <a:pt x="5866163" y="2621771"/>
                  <a:pt x="5865571" y="2621968"/>
                  <a:pt x="5865571" y="2621968"/>
                </a:cubicBezTo>
                <a:lnTo>
                  <a:pt x="5856508" y="2621968"/>
                </a:lnTo>
                <a:cubicBezTo>
                  <a:pt x="5856178" y="2621968"/>
                  <a:pt x="5855720" y="2621508"/>
                  <a:pt x="5855720" y="2621508"/>
                </a:cubicBezTo>
                <a:lnTo>
                  <a:pt x="5851187" y="2613626"/>
                </a:lnTo>
                <a:cubicBezTo>
                  <a:pt x="5851055" y="2613363"/>
                  <a:pt x="5851187" y="2612772"/>
                  <a:pt x="5851187" y="2612772"/>
                </a:cubicBezTo>
                <a:lnTo>
                  <a:pt x="5855720" y="2604891"/>
                </a:lnTo>
                <a:cubicBezTo>
                  <a:pt x="5855916" y="2604628"/>
                  <a:pt x="5856508" y="2604431"/>
                  <a:pt x="5856508" y="2604431"/>
                </a:cubicBezTo>
                <a:close/>
                <a:moveTo>
                  <a:pt x="5602126" y="2604431"/>
                </a:moveTo>
                <a:lnTo>
                  <a:pt x="5611191" y="2604431"/>
                </a:lnTo>
                <a:cubicBezTo>
                  <a:pt x="5611519" y="2604431"/>
                  <a:pt x="5611979" y="2604891"/>
                  <a:pt x="5611979" y="2604891"/>
                </a:cubicBezTo>
                <a:lnTo>
                  <a:pt x="5616511" y="2612772"/>
                </a:lnTo>
                <a:cubicBezTo>
                  <a:pt x="5616642" y="2613035"/>
                  <a:pt x="5616511" y="2613626"/>
                  <a:pt x="5616511" y="2613626"/>
                </a:cubicBezTo>
                <a:lnTo>
                  <a:pt x="5611979" y="2621508"/>
                </a:lnTo>
                <a:cubicBezTo>
                  <a:pt x="5611782" y="2621771"/>
                  <a:pt x="5611191" y="2621968"/>
                  <a:pt x="5611191" y="2621968"/>
                </a:cubicBezTo>
                <a:lnTo>
                  <a:pt x="5602126" y="2621968"/>
                </a:lnTo>
                <a:cubicBezTo>
                  <a:pt x="5601798" y="2621968"/>
                  <a:pt x="5601338" y="2621508"/>
                  <a:pt x="5601338" y="2621508"/>
                </a:cubicBezTo>
                <a:lnTo>
                  <a:pt x="5596807" y="2613626"/>
                </a:lnTo>
                <a:cubicBezTo>
                  <a:pt x="5596675" y="2613363"/>
                  <a:pt x="5596807" y="2612772"/>
                  <a:pt x="5596807" y="2612772"/>
                </a:cubicBezTo>
                <a:lnTo>
                  <a:pt x="5601338" y="2604891"/>
                </a:lnTo>
                <a:cubicBezTo>
                  <a:pt x="5601536" y="2604628"/>
                  <a:pt x="5602126" y="2604431"/>
                  <a:pt x="5602126" y="2604431"/>
                </a:cubicBezTo>
                <a:close/>
                <a:moveTo>
                  <a:pt x="5347746" y="2604431"/>
                </a:moveTo>
                <a:lnTo>
                  <a:pt x="5356810" y="2604431"/>
                </a:lnTo>
                <a:cubicBezTo>
                  <a:pt x="5357138" y="2604431"/>
                  <a:pt x="5357598" y="2604891"/>
                  <a:pt x="5357598" y="2604891"/>
                </a:cubicBezTo>
                <a:lnTo>
                  <a:pt x="5362130" y="2612772"/>
                </a:lnTo>
                <a:cubicBezTo>
                  <a:pt x="5362261" y="2613035"/>
                  <a:pt x="5362130" y="2613626"/>
                  <a:pt x="5362130" y="2613626"/>
                </a:cubicBezTo>
                <a:lnTo>
                  <a:pt x="5357598" y="2621508"/>
                </a:lnTo>
                <a:cubicBezTo>
                  <a:pt x="5357401" y="2621771"/>
                  <a:pt x="5356810" y="2621968"/>
                  <a:pt x="5356810" y="2621968"/>
                </a:cubicBezTo>
                <a:lnTo>
                  <a:pt x="5347746" y="2621968"/>
                </a:lnTo>
                <a:cubicBezTo>
                  <a:pt x="5347418" y="2621968"/>
                  <a:pt x="5346958" y="2621508"/>
                  <a:pt x="5346958" y="2621508"/>
                </a:cubicBezTo>
                <a:lnTo>
                  <a:pt x="5342425" y="2613626"/>
                </a:lnTo>
                <a:cubicBezTo>
                  <a:pt x="5342295" y="2613363"/>
                  <a:pt x="5342425" y="2612772"/>
                  <a:pt x="5342425" y="2612772"/>
                </a:cubicBezTo>
                <a:lnTo>
                  <a:pt x="5346958" y="2604891"/>
                </a:lnTo>
                <a:cubicBezTo>
                  <a:pt x="5347154" y="2604628"/>
                  <a:pt x="5347746" y="2604431"/>
                  <a:pt x="5347746" y="2604431"/>
                </a:cubicBezTo>
                <a:close/>
                <a:moveTo>
                  <a:pt x="5093300" y="2604431"/>
                </a:moveTo>
                <a:lnTo>
                  <a:pt x="5102364" y="2604431"/>
                </a:lnTo>
                <a:cubicBezTo>
                  <a:pt x="5102693" y="2604431"/>
                  <a:pt x="5103153" y="2604891"/>
                  <a:pt x="5103153" y="2604891"/>
                </a:cubicBezTo>
                <a:lnTo>
                  <a:pt x="5107684" y="2612772"/>
                </a:lnTo>
                <a:cubicBezTo>
                  <a:pt x="5107815" y="2613035"/>
                  <a:pt x="5107684" y="2613626"/>
                  <a:pt x="5107684" y="2613626"/>
                </a:cubicBezTo>
                <a:lnTo>
                  <a:pt x="5103153" y="2621508"/>
                </a:lnTo>
                <a:cubicBezTo>
                  <a:pt x="5102955" y="2621771"/>
                  <a:pt x="5102364" y="2621968"/>
                  <a:pt x="5102364" y="2621968"/>
                </a:cubicBezTo>
                <a:lnTo>
                  <a:pt x="5093300" y="2621968"/>
                </a:lnTo>
                <a:cubicBezTo>
                  <a:pt x="5092972" y="2621968"/>
                  <a:pt x="5092512" y="2621508"/>
                  <a:pt x="5092512" y="2621508"/>
                </a:cubicBezTo>
                <a:lnTo>
                  <a:pt x="5087979" y="2613626"/>
                </a:lnTo>
                <a:cubicBezTo>
                  <a:pt x="5087848" y="2613363"/>
                  <a:pt x="5087979" y="2612772"/>
                  <a:pt x="5087979" y="2612772"/>
                </a:cubicBezTo>
                <a:lnTo>
                  <a:pt x="5092512" y="2604891"/>
                </a:lnTo>
                <a:cubicBezTo>
                  <a:pt x="5092708" y="2604628"/>
                  <a:pt x="5093300" y="2604431"/>
                  <a:pt x="5093300" y="2604431"/>
                </a:cubicBezTo>
                <a:close/>
                <a:moveTo>
                  <a:pt x="4838919" y="2604431"/>
                </a:moveTo>
                <a:lnTo>
                  <a:pt x="4847982" y="2604431"/>
                </a:lnTo>
                <a:cubicBezTo>
                  <a:pt x="4848311" y="2604431"/>
                  <a:pt x="4848772" y="2604891"/>
                  <a:pt x="4848772" y="2604891"/>
                </a:cubicBezTo>
                <a:lnTo>
                  <a:pt x="4853303" y="2612772"/>
                </a:lnTo>
                <a:cubicBezTo>
                  <a:pt x="4853435" y="2613035"/>
                  <a:pt x="4853303" y="2613626"/>
                  <a:pt x="4853303" y="2613626"/>
                </a:cubicBezTo>
                <a:lnTo>
                  <a:pt x="4848772" y="2621508"/>
                </a:lnTo>
                <a:cubicBezTo>
                  <a:pt x="4848575" y="2621771"/>
                  <a:pt x="4847982" y="2621968"/>
                  <a:pt x="4847982" y="2621968"/>
                </a:cubicBezTo>
                <a:lnTo>
                  <a:pt x="4838919" y="2621968"/>
                </a:lnTo>
                <a:cubicBezTo>
                  <a:pt x="4838590" y="2621968"/>
                  <a:pt x="4838132" y="2621508"/>
                  <a:pt x="4838132" y="2621508"/>
                </a:cubicBezTo>
                <a:lnTo>
                  <a:pt x="4833598" y="2613626"/>
                </a:lnTo>
                <a:cubicBezTo>
                  <a:pt x="4833467" y="2613363"/>
                  <a:pt x="4833598" y="2612772"/>
                  <a:pt x="4833598" y="2612772"/>
                </a:cubicBezTo>
                <a:lnTo>
                  <a:pt x="4838132" y="2604891"/>
                </a:lnTo>
                <a:cubicBezTo>
                  <a:pt x="4838328" y="2604628"/>
                  <a:pt x="4838919" y="2604431"/>
                  <a:pt x="4838919" y="2604431"/>
                </a:cubicBezTo>
                <a:close/>
                <a:moveTo>
                  <a:pt x="4584538" y="2604431"/>
                </a:moveTo>
                <a:lnTo>
                  <a:pt x="4593603" y="2604431"/>
                </a:lnTo>
                <a:cubicBezTo>
                  <a:pt x="4593932" y="2604431"/>
                  <a:pt x="4594390" y="2604891"/>
                  <a:pt x="4594390" y="2604891"/>
                </a:cubicBezTo>
                <a:lnTo>
                  <a:pt x="4598922" y="2612772"/>
                </a:lnTo>
                <a:cubicBezTo>
                  <a:pt x="4599054" y="2613035"/>
                  <a:pt x="4598922" y="2613626"/>
                  <a:pt x="4598922" y="2613626"/>
                </a:cubicBezTo>
                <a:lnTo>
                  <a:pt x="4594390" y="2621508"/>
                </a:lnTo>
                <a:cubicBezTo>
                  <a:pt x="4594193" y="2621771"/>
                  <a:pt x="4593603" y="2621968"/>
                  <a:pt x="4593603" y="2621968"/>
                </a:cubicBezTo>
                <a:lnTo>
                  <a:pt x="4584538" y="2621968"/>
                </a:lnTo>
                <a:cubicBezTo>
                  <a:pt x="4584210" y="2621968"/>
                  <a:pt x="4583749" y="2621508"/>
                  <a:pt x="4583749" y="2621508"/>
                </a:cubicBezTo>
                <a:lnTo>
                  <a:pt x="4579218" y="2613626"/>
                </a:lnTo>
                <a:cubicBezTo>
                  <a:pt x="4579087" y="2613363"/>
                  <a:pt x="4579218" y="2612772"/>
                  <a:pt x="4579218" y="2612772"/>
                </a:cubicBezTo>
                <a:lnTo>
                  <a:pt x="4583749" y="2604891"/>
                </a:lnTo>
                <a:cubicBezTo>
                  <a:pt x="4583948" y="2604628"/>
                  <a:pt x="4584538" y="2604431"/>
                  <a:pt x="4584538" y="2604431"/>
                </a:cubicBezTo>
                <a:close/>
                <a:moveTo>
                  <a:pt x="4330157" y="2604431"/>
                </a:moveTo>
                <a:lnTo>
                  <a:pt x="4339222" y="2604431"/>
                </a:lnTo>
                <a:cubicBezTo>
                  <a:pt x="4339550" y="2604431"/>
                  <a:pt x="4340010" y="2604891"/>
                  <a:pt x="4340010" y="2604891"/>
                </a:cubicBezTo>
                <a:lnTo>
                  <a:pt x="4344540" y="2612772"/>
                </a:lnTo>
                <a:cubicBezTo>
                  <a:pt x="4344672" y="2613035"/>
                  <a:pt x="4344540" y="2613626"/>
                  <a:pt x="4344540" y="2613626"/>
                </a:cubicBezTo>
                <a:lnTo>
                  <a:pt x="4340010" y="2621508"/>
                </a:lnTo>
                <a:cubicBezTo>
                  <a:pt x="4339812" y="2621771"/>
                  <a:pt x="4339222" y="2621968"/>
                  <a:pt x="4339222" y="2621968"/>
                </a:cubicBezTo>
                <a:lnTo>
                  <a:pt x="4330157" y="2621968"/>
                </a:lnTo>
                <a:cubicBezTo>
                  <a:pt x="4329829" y="2621968"/>
                  <a:pt x="4329369" y="2621508"/>
                  <a:pt x="4329369" y="2621508"/>
                </a:cubicBezTo>
                <a:lnTo>
                  <a:pt x="4324836" y="2613626"/>
                </a:lnTo>
                <a:cubicBezTo>
                  <a:pt x="4324706" y="2613363"/>
                  <a:pt x="4324836" y="2612772"/>
                  <a:pt x="4324836" y="2612772"/>
                </a:cubicBezTo>
                <a:lnTo>
                  <a:pt x="4329369" y="2604891"/>
                </a:lnTo>
                <a:cubicBezTo>
                  <a:pt x="4329565" y="2604628"/>
                  <a:pt x="4330157" y="2604431"/>
                  <a:pt x="4330157" y="2604431"/>
                </a:cubicBezTo>
                <a:close/>
                <a:moveTo>
                  <a:pt x="4075728" y="2604431"/>
                </a:moveTo>
                <a:lnTo>
                  <a:pt x="4084791" y="2604431"/>
                </a:lnTo>
                <a:cubicBezTo>
                  <a:pt x="4085120" y="2604431"/>
                  <a:pt x="4085580" y="2604891"/>
                  <a:pt x="4085580" y="2604891"/>
                </a:cubicBezTo>
                <a:lnTo>
                  <a:pt x="4090110" y="2612772"/>
                </a:lnTo>
                <a:cubicBezTo>
                  <a:pt x="4090242" y="2613035"/>
                  <a:pt x="4090110" y="2613626"/>
                  <a:pt x="4090110" y="2613626"/>
                </a:cubicBezTo>
                <a:lnTo>
                  <a:pt x="4085580" y="2621508"/>
                </a:lnTo>
                <a:cubicBezTo>
                  <a:pt x="4085382" y="2621771"/>
                  <a:pt x="4084791" y="2621968"/>
                  <a:pt x="4084791" y="2621968"/>
                </a:cubicBezTo>
                <a:lnTo>
                  <a:pt x="4075728" y="2621968"/>
                </a:lnTo>
                <a:cubicBezTo>
                  <a:pt x="4075399" y="2621968"/>
                  <a:pt x="4074939" y="2621508"/>
                  <a:pt x="4074939" y="2621508"/>
                </a:cubicBezTo>
                <a:lnTo>
                  <a:pt x="4070407" y="2613626"/>
                </a:lnTo>
                <a:cubicBezTo>
                  <a:pt x="4070275" y="2613363"/>
                  <a:pt x="4070407" y="2612772"/>
                  <a:pt x="4070407" y="2612772"/>
                </a:cubicBezTo>
                <a:lnTo>
                  <a:pt x="4074939" y="2604891"/>
                </a:lnTo>
                <a:cubicBezTo>
                  <a:pt x="4075135" y="2604628"/>
                  <a:pt x="4075728" y="2604431"/>
                  <a:pt x="4075728" y="2604431"/>
                </a:cubicBezTo>
                <a:close/>
                <a:moveTo>
                  <a:pt x="3821398" y="2604431"/>
                </a:moveTo>
                <a:lnTo>
                  <a:pt x="3830462" y="2604431"/>
                </a:lnTo>
                <a:cubicBezTo>
                  <a:pt x="3830791" y="2604431"/>
                  <a:pt x="3831251" y="2604891"/>
                  <a:pt x="3831251" y="2604891"/>
                </a:cubicBezTo>
                <a:lnTo>
                  <a:pt x="3835782" y="2612772"/>
                </a:lnTo>
                <a:cubicBezTo>
                  <a:pt x="3835915" y="2613035"/>
                  <a:pt x="3835782" y="2613626"/>
                  <a:pt x="3835782" y="2613626"/>
                </a:cubicBezTo>
                <a:lnTo>
                  <a:pt x="3831251" y="2621508"/>
                </a:lnTo>
                <a:cubicBezTo>
                  <a:pt x="3831055" y="2621771"/>
                  <a:pt x="3830462" y="2621968"/>
                  <a:pt x="3830462" y="2621968"/>
                </a:cubicBezTo>
                <a:lnTo>
                  <a:pt x="3821398" y="2621968"/>
                </a:lnTo>
                <a:cubicBezTo>
                  <a:pt x="3821069" y="2621968"/>
                  <a:pt x="3820611" y="2621508"/>
                  <a:pt x="3820611" y="2621508"/>
                </a:cubicBezTo>
                <a:lnTo>
                  <a:pt x="3816079" y="2613626"/>
                </a:lnTo>
                <a:cubicBezTo>
                  <a:pt x="3815946" y="2613363"/>
                  <a:pt x="3816079" y="2612772"/>
                  <a:pt x="3816079" y="2612772"/>
                </a:cubicBezTo>
                <a:lnTo>
                  <a:pt x="3820611" y="2604891"/>
                </a:lnTo>
                <a:cubicBezTo>
                  <a:pt x="3820808" y="2604628"/>
                  <a:pt x="3821398" y="2604431"/>
                  <a:pt x="3821398" y="2604431"/>
                </a:cubicBezTo>
                <a:close/>
                <a:moveTo>
                  <a:pt x="3567032" y="2604431"/>
                </a:moveTo>
                <a:lnTo>
                  <a:pt x="3576097" y="2604431"/>
                </a:lnTo>
                <a:cubicBezTo>
                  <a:pt x="3576427" y="2604431"/>
                  <a:pt x="3576887" y="2604891"/>
                  <a:pt x="3576887" y="2604891"/>
                </a:cubicBezTo>
                <a:lnTo>
                  <a:pt x="3581417" y="2612772"/>
                </a:lnTo>
                <a:cubicBezTo>
                  <a:pt x="3581549" y="2613035"/>
                  <a:pt x="3581417" y="2613626"/>
                  <a:pt x="3581417" y="2613626"/>
                </a:cubicBezTo>
                <a:lnTo>
                  <a:pt x="3576887" y="2621508"/>
                </a:lnTo>
                <a:cubicBezTo>
                  <a:pt x="3576689" y="2621771"/>
                  <a:pt x="3576097" y="2621968"/>
                  <a:pt x="3576097" y="2621968"/>
                </a:cubicBezTo>
                <a:lnTo>
                  <a:pt x="3567032" y="2621968"/>
                </a:lnTo>
                <a:cubicBezTo>
                  <a:pt x="3566705" y="2621968"/>
                  <a:pt x="3566246" y="2621508"/>
                  <a:pt x="3566246" y="2621508"/>
                </a:cubicBezTo>
                <a:lnTo>
                  <a:pt x="3561713" y="2613626"/>
                </a:lnTo>
                <a:cubicBezTo>
                  <a:pt x="3561581" y="2613363"/>
                  <a:pt x="3561713" y="2612772"/>
                  <a:pt x="3561713" y="2612772"/>
                </a:cubicBezTo>
                <a:lnTo>
                  <a:pt x="3566246" y="2604891"/>
                </a:lnTo>
                <a:cubicBezTo>
                  <a:pt x="3566443" y="2604628"/>
                  <a:pt x="3567032" y="2604431"/>
                  <a:pt x="3567032" y="2604431"/>
                </a:cubicBezTo>
                <a:close/>
                <a:moveTo>
                  <a:pt x="3312819" y="2604431"/>
                </a:moveTo>
                <a:lnTo>
                  <a:pt x="3321883" y="2604431"/>
                </a:lnTo>
                <a:cubicBezTo>
                  <a:pt x="3322211" y="2604431"/>
                  <a:pt x="3322672" y="2604891"/>
                  <a:pt x="3322672" y="2604891"/>
                </a:cubicBezTo>
                <a:lnTo>
                  <a:pt x="3327204" y="2612772"/>
                </a:lnTo>
                <a:cubicBezTo>
                  <a:pt x="3327335" y="2613035"/>
                  <a:pt x="3327204" y="2613626"/>
                  <a:pt x="3327204" y="2613626"/>
                </a:cubicBezTo>
                <a:lnTo>
                  <a:pt x="3322672" y="2621508"/>
                </a:lnTo>
                <a:cubicBezTo>
                  <a:pt x="3322474" y="2621771"/>
                  <a:pt x="3321883" y="2621968"/>
                  <a:pt x="3321883" y="2621968"/>
                </a:cubicBezTo>
                <a:lnTo>
                  <a:pt x="3312819" y="2621968"/>
                </a:lnTo>
                <a:cubicBezTo>
                  <a:pt x="3312490" y="2621968"/>
                  <a:pt x="3312031" y="2621508"/>
                  <a:pt x="3312031" y="2621508"/>
                </a:cubicBezTo>
                <a:lnTo>
                  <a:pt x="3307496" y="2613626"/>
                </a:lnTo>
                <a:cubicBezTo>
                  <a:pt x="3307365" y="2613363"/>
                  <a:pt x="3307496" y="2612772"/>
                  <a:pt x="3307496" y="2612772"/>
                </a:cubicBezTo>
                <a:lnTo>
                  <a:pt x="3312031" y="2604891"/>
                </a:lnTo>
                <a:cubicBezTo>
                  <a:pt x="3312227" y="2604628"/>
                  <a:pt x="3312819" y="2604431"/>
                  <a:pt x="3312819" y="2604431"/>
                </a:cubicBezTo>
                <a:close/>
                <a:moveTo>
                  <a:pt x="3058421" y="2604431"/>
                </a:moveTo>
                <a:lnTo>
                  <a:pt x="3067487" y="2604431"/>
                </a:lnTo>
                <a:cubicBezTo>
                  <a:pt x="3067814" y="2604431"/>
                  <a:pt x="3068275" y="2604891"/>
                  <a:pt x="3068275" y="2604891"/>
                </a:cubicBezTo>
                <a:lnTo>
                  <a:pt x="3072807" y="2612772"/>
                </a:lnTo>
                <a:cubicBezTo>
                  <a:pt x="3072938" y="2613035"/>
                  <a:pt x="3072807" y="2613626"/>
                  <a:pt x="3072807" y="2613626"/>
                </a:cubicBezTo>
                <a:lnTo>
                  <a:pt x="3068275" y="2621508"/>
                </a:lnTo>
                <a:cubicBezTo>
                  <a:pt x="3068078" y="2621771"/>
                  <a:pt x="3067487" y="2621968"/>
                  <a:pt x="3067487" y="2621968"/>
                </a:cubicBezTo>
                <a:lnTo>
                  <a:pt x="3058421" y="2621968"/>
                </a:lnTo>
                <a:cubicBezTo>
                  <a:pt x="3058092" y="2621968"/>
                  <a:pt x="3057633" y="2621508"/>
                  <a:pt x="3057633" y="2621508"/>
                </a:cubicBezTo>
                <a:lnTo>
                  <a:pt x="3053100" y="2613626"/>
                </a:lnTo>
                <a:cubicBezTo>
                  <a:pt x="3052969" y="2613363"/>
                  <a:pt x="3053100" y="2612772"/>
                  <a:pt x="3053100" y="2612772"/>
                </a:cubicBezTo>
                <a:lnTo>
                  <a:pt x="3057633" y="2604891"/>
                </a:lnTo>
                <a:cubicBezTo>
                  <a:pt x="3057830" y="2604628"/>
                  <a:pt x="3058421" y="2604431"/>
                  <a:pt x="3058421" y="2604431"/>
                </a:cubicBezTo>
                <a:close/>
                <a:moveTo>
                  <a:pt x="2803841" y="2604431"/>
                </a:moveTo>
                <a:lnTo>
                  <a:pt x="2812906" y="2604431"/>
                </a:lnTo>
                <a:cubicBezTo>
                  <a:pt x="2813234" y="2604431"/>
                  <a:pt x="2813693" y="2604891"/>
                  <a:pt x="2813693" y="2604891"/>
                </a:cubicBezTo>
                <a:lnTo>
                  <a:pt x="2818225" y="2612772"/>
                </a:lnTo>
                <a:cubicBezTo>
                  <a:pt x="2818356" y="2613035"/>
                  <a:pt x="2818225" y="2613626"/>
                  <a:pt x="2818225" y="2613626"/>
                </a:cubicBezTo>
                <a:lnTo>
                  <a:pt x="2813693" y="2621508"/>
                </a:lnTo>
                <a:cubicBezTo>
                  <a:pt x="2813497" y="2621771"/>
                  <a:pt x="2812906" y="2621968"/>
                  <a:pt x="2812906" y="2621968"/>
                </a:cubicBezTo>
                <a:lnTo>
                  <a:pt x="2803841" y="2621968"/>
                </a:lnTo>
                <a:cubicBezTo>
                  <a:pt x="2803513" y="2621968"/>
                  <a:pt x="2803053" y="2621508"/>
                  <a:pt x="2803053" y="2621508"/>
                </a:cubicBezTo>
                <a:lnTo>
                  <a:pt x="2798521" y="2613626"/>
                </a:lnTo>
                <a:cubicBezTo>
                  <a:pt x="2798390" y="2613363"/>
                  <a:pt x="2798521" y="2612772"/>
                  <a:pt x="2798521" y="2612772"/>
                </a:cubicBezTo>
                <a:lnTo>
                  <a:pt x="2803053" y="2604891"/>
                </a:lnTo>
                <a:cubicBezTo>
                  <a:pt x="2803250" y="2604628"/>
                  <a:pt x="2803841" y="2604431"/>
                  <a:pt x="2803841" y="2604431"/>
                </a:cubicBezTo>
                <a:close/>
                <a:moveTo>
                  <a:pt x="2549516" y="2604431"/>
                </a:moveTo>
                <a:lnTo>
                  <a:pt x="2558580" y="2604431"/>
                </a:lnTo>
                <a:cubicBezTo>
                  <a:pt x="2558908" y="2604431"/>
                  <a:pt x="2559369" y="2604891"/>
                  <a:pt x="2559369" y="2604891"/>
                </a:cubicBezTo>
                <a:lnTo>
                  <a:pt x="2563902" y="2612772"/>
                </a:lnTo>
                <a:cubicBezTo>
                  <a:pt x="2564034" y="2613035"/>
                  <a:pt x="2563902" y="2613626"/>
                  <a:pt x="2563902" y="2613626"/>
                </a:cubicBezTo>
                <a:lnTo>
                  <a:pt x="2559369" y="2621508"/>
                </a:lnTo>
                <a:cubicBezTo>
                  <a:pt x="2559172" y="2621771"/>
                  <a:pt x="2558580" y="2621968"/>
                  <a:pt x="2558580" y="2621968"/>
                </a:cubicBezTo>
                <a:lnTo>
                  <a:pt x="2549516" y="2621968"/>
                </a:lnTo>
                <a:cubicBezTo>
                  <a:pt x="2549188" y="2621968"/>
                  <a:pt x="2548727" y="2621508"/>
                  <a:pt x="2548727" y="2621508"/>
                </a:cubicBezTo>
                <a:lnTo>
                  <a:pt x="2544195" y="2613626"/>
                </a:lnTo>
                <a:cubicBezTo>
                  <a:pt x="2544064" y="2613363"/>
                  <a:pt x="2544195" y="2612772"/>
                  <a:pt x="2544195" y="2612772"/>
                </a:cubicBezTo>
                <a:lnTo>
                  <a:pt x="2548727" y="2604891"/>
                </a:lnTo>
                <a:cubicBezTo>
                  <a:pt x="2548924" y="2604628"/>
                  <a:pt x="2549516" y="2604431"/>
                  <a:pt x="2549516" y="2604431"/>
                </a:cubicBezTo>
                <a:close/>
                <a:moveTo>
                  <a:pt x="2295000" y="2604431"/>
                </a:moveTo>
                <a:lnTo>
                  <a:pt x="2304065" y="2604431"/>
                </a:lnTo>
                <a:cubicBezTo>
                  <a:pt x="2304393" y="2604431"/>
                  <a:pt x="2304853" y="2604891"/>
                  <a:pt x="2304853" y="2604891"/>
                </a:cubicBezTo>
                <a:lnTo>
                  <a:pt x="2309386" y="2612772"/>
                </a:lnTo>
                <a:cubicBezTo>
                  <a:pt x="2309517" y="2613035"/>
                  <a:pt x="2309386" y="2613626"/>
                  <a:pt x="2309386" y="2613626"/>
                </a:cubicBezTo>
                <a:lnTo>
                  <a:pt x="2304853" y="2621508"/>
                </a:lnTo>
                <a:cubicBezTo>
                  <a:pt x="2304656" y="2621771"/>
                  <a:pt x="2304065" y="2621968"/>
                  <a:pt x="2304065" y="2621968"/>
                </a:cubicBezTo>
                <a:lnTo>
                  <a:pt x="2295000" y="2621968"/>
                </a:lnTo>
                <a:cubicBezTo>
                  <a:pt x="2294673" y="2621968"/>
                  <a:pt x="2294212" y="2621508"/>
                  <a:pt x="2294212" y="2621508"/>
                </a:cubicBezTo>
                <a:lnTo>
                  <a:pt x="2289680" y="2613626"/>
                </a:lnTo>
                <a:cubicBezTo>
                  <a:pt x="2289549" y="2613363"/>
                  <a:pt x="2289680" y="2612772"/>
                  <a:pt x="2289680" y="2612772"/>
                </a:cubicBezTo>
                <a:lnTo>
                  <a:pt x="2294212" y="2604891"/>
                </a:lnTo>
                <a:cubicBezTo>
                  <a:pt x="2294409" y="2604628"/>
                  <a:pt x="2295000" y="2604431"/>
                  <a:pt x="2295000" y="2604431"/>
                </a:cubicBezTo>
                <a:close/>
                <a:moveTo>
                  <a:pt x="2040756" y="2604431"/>
                </a:moveTo>
                <a:lnTo>
                  <a:pt x="2049821" y="2604431"/>
                </a:lnTo>
                <a:cubicBezTo>
                  <a:pt x="2050149" y="2604431"/>
                  <a:pt x="2050609" y="2604891"/>
                  <a:pt x="2050609" y="2604891"/>
                </a:cubicBezTo>
                <a:lnTo>
                  <a:pt x="2055141" y="2612772"/>
                </a:lnTo>
                <a:cubicBezTo>
                  <a:pt x="2055272" y="2613035"/>
                  <a:pt x="2055141" y="2613626"/>
                  <a:pt x="2055141" y="2613626"/>
                </a:cubicBezTo>
                <a:lnTo>
                  <a:pt x="2050609" y="2621508"/>
                </a:lnTo>
                <a:cubicBezTo>
                  <a:pt x="2050412" y="2621771"/>
                  <a:pt x="2049821" y="2621968"/>
                  <a:pt x="2049821" y="2621968"/>
                </a:cubicBezTo>
                <a:lnTo>
                  <a:pt x="2040756" y="2621968"/>
                </a:lnTo>
                <a:cubicBezTo>
                  <a:pt x="2040428" y="2621968"/>
                  <a:pt x="2039968" y="2621508"/>
                  <a:pt x="2039968" y="2621508"/>
                </a:cubicBezTo>
                <a:lnTo>
                  <a:pt x="2035435" y="2613626"/>
                </a:lnTo>
                <a:cubicBezTo>
                  <a:pt x="2035303" y="2613363"/>
                  <a:pt x="2035435" y="2612772"/>
                  <a:pt x="2035435" y="2612772"/>
                </a:cubicBezTo>
                <a:lnTo>
                  <a:pt x="2039968" y="2604891"/>
                </a:lnTo>
                <a:cubicBezTo>
                  <a:pt x="2040165" y="2604628"/>
                  <a:pt x="2040756" y="2604431"/>
                  <a:pt x="2040756" y="2604431"/>
                </a:cubicBezTo>
                <a:close/>
                <a:moveTo>
                  <a:pt x="1786201" y="2604431"/>
                </a:moveTo>
                <a:lnTo>
                  <a:pt x="1795266" y="2604431"/>
                </a:lnTo>
                <a:cubicBezTo>
                  <a:pt x="1795595" y="2604431"/>
                  <a:pt x="1796055" y="2604891"/>
                  <a:pt x="1796055" y="2604891"/>
                </a:cubicBezTo>
                <a:lnTo>
                  <a:pt x="1800586" y="2612772"/>
                </a:lnTo>
                <a:cubicBezTo>
                  <a:pt x="1800717" y="2613035"/>
                  <a:pt x="1800586" y="2613626"/>
                  <a:pt x="1800586" y="2613626"/>
                </a:cubicBezTo>
                <a:lnTo>
                  <a:pt x="1796055" y="2621508"/>
                </a:lnTo>
                <a:cubicBezTo>
                  <a:pt x="1795858" y="2621771"/>
                  <a:pt x="1795266" y="2621968"/>
                  <a:pt x="1795266" y="2621968"/>
                </a:cubicBezTo>
                <a:lnTo>
                  <a:pt x="1786201" y="2621968"/>
                </a:lnTo>
                <a:cubicBezTo>
                  <a:pt x="1785875" y="2621968"/>
                  <a:pt x="1785414" y="2621508"/>
                  <a:pt x="1785414" y="2621508"/>
                </a:cubicBezTo>
                <a:lnTo>
                  <a:pt x="1780882" y="2613626"/>
                </a:lnTo>
                <a:cubicBezTo>
                  <a:pt x="1780750" y="2613363"/>
                  <a:pt x="1780882" y="2612772"/>
                  <a:pt x="1780882" y="2612772"/>
                </a:cubicBezTo>
                <a:lnTo>
                  <a:pt x="1785414" y="2604891"/>
                </a:lnTo>
                <a:cubicBezTo>
                  <a:pt x="1785611" y="2604628"/>
                  <a:pt x="1786201" y="2604431"/>
                  <a:pt x="1786201" y="2604431"/>
                </a:cubicBezTo>
                <a:close/>
                <a:moveTo>
                  <a:pt x="1531885" y="2604431"/>
                </a:moveTo>
                <a:lnTo>
                  <a:pt x="1540949" y="2604431"/>
                </a:lnTo>
                <a:cubicBezTo>
                  <a:pt x="1541276" y="2604431"/>
                  <a:pt x="1541737" y="2604891"/>
                  <a:pt x="1541737" y="2604891"/>
                </a:cubicBezTo>
                <a:lnTo>
                  <a:pt x="1546269" y="2612772"/>
                </a:lnTo>
                <a:cubicBezTo>
                  <a:pt x="1546401" y="2613035"/>
                  <a:pt x="1546269" y="2613626"/>
                  <a:pt x="1546269" y="2613626"/>
                </a:cubicBezTo>
                <a:lnTo>
                  <a:pt x="1541737" y="2621508"/>
                </a:lnTo>
                <a:cubicBezTo>
                  <a:pt x="1541539" y="2621771"/>
                  <a:pt x="1540949" y="2621968"/>
                  <a:pt x="1540949" y="2621968"/>
                </a:cubicBezTo>
                <a:lnTo>
                  <a:pt x="1531885" y="2621968"/>
                </a:lnTo>
                <a:cubicBezTo>
                  <a:pt x="1531556" y="2621968"/>
                  <a:pt x="1531098" y="2621508"/>
                  <a:pt x="1531098" y="2621508"/>
                </a:cubicBezTo>
                <a:lnTo>
                  <a:pt x="1526565" y="2613626"/>
                </a:lnTo>
                <a:cubicBezTo>
                  <a:pt x="1526433" y="2613363"/>
                  <a:pt x="1526565" y="2612772"/>
                  <a:pt x="1526565" y="2612772"/>
                </a:cubicBezTo>
                <a:lnTo>
                  <a:pt x="1531098" y="2604891"/>
                </a:lnTo>
                <a:cubicBezTo>
                  <a:pt x="1531294" y="2604628"/>
                  <a:pt x="1531885" y="2604431"/>
                  <a:pt x="1531885" y="2604431"/>
                </a:cubicBezTo>
                <a:close/>
                <a:moveTo>
                  <a:pt x="1277494" y="2604431"/>
                </a:moveTo>
                <a:lnTo>
                  <a:pt x="1286560" y="2604431"/>
                </a:lnTo>
                <a:cubicBezTo>
                  <a:pt x="1286889" y="2604431"/>
                  <a:pt x="1287348" y="2604891"/>
                  <a:pt x="1287348" y="2604891"/>
                </a:cubicBezTo>
                <a:lnTo>
                  <a:pt x="1291879" y="2612772"/>
                </a:lnTo>
                <a:cubicBezTo>
                  <a:pt x="1292012" y="2613035"/>
                  <a:pt x="1291879" y="2613626"/>
                  <a:pt x="1291879" y="2613626"/>
                </a:cubicBezTo>
                <a:lnTo>
                  <a:pt x="1287348" y="2621508"/>
                </a:lnTo>
                <a:cubicBezTo>
                  <a:pt x="1287151" y="2621771"/>
                  <a:pt x="1286560" y="2621968"/>
                  <a:pt x="1286560" y="2621968"/>
                </a:cubicBezTo>
                <a:lnTo>
                  <a:pt x="1277494" y="2621968"/>
                </a:lnTo>
                <a:cubicBezTo>
                  <a:pt x="1277166" y="2621968"/>
                  <a:pt x="1276707" y="2621508"/>
                  <a:pt x="1276707" y="2621508"/>
                </a:cubicBezTo>
                <a:lnTo>
                  <a:pt x="1272176" y="2613626"/>
                </a:lnTo>
                <a:cubicBezTo>
                  <a:pt x="1272045" y="2613363"/>
                  <a:pt x="1272176" y="2612772"/>
                  <a:pt x="1272176" y="2612772"/>
                </a:cubicBezTo>
                <a:lnTo>
                  <a:pt x="1276707" y="2604891"/>
                </a:lnTo>
                <a:cubicBezTo>
                  <a:pt x="1276904" y="2604628"/>
                  <a:pt x="1277494" y="2604431"/>
                  <a:pt x="1277494" y="2604431"/>
                </a:cubicBezTo>
                <a:close/>
                <a:moveTo>
                  <a:pt x="1023121" y="2604431"/>
                </a:moveTo>
                <a:lnTo>
                  <a:pt x="1032185" y="2604431"/>
                </a:lnTo>
                <a:cubicBezTo>
                  <a:pt x="1032514" y="2604431"/>
                  <a:pt x="1032973" y="2604891"/>
                  <a:pt x="1032973" y="2604891"/>
                </a:cubicBezTo>
                <a:lnTo>
                  <a:pt x="1037505" y="2612772"/>
                </a:lnTo>
                <a:cubicBezTo>
                  <a:pt x="1037636" y="2613035"/>
                  <a:pt x="1037505" y="2613626"/>
                  <a:pt x="1037505" y="2613626"/>
                </a:cubicBezTo>
                <a:lnTo>
                  <a:pt x="1032973" y="2621508"/>
                </a:lnTo>
                <a:cubicBezTo>
                  <a:pt x="1032776" y="2621771"/>
                  <a:pt x="1032185" y="2621968"/>
                  <a:pt x="1032185" y="2621968"/>
                </a:cubicBezTo>
                <a:lnTo>
                  <a:pt x="1023121" y="2621968"/>
                </a:lnTo>
                <a:cubicBezTo>
                  <a:pt x="1022793" y="2621968"/>
                  <a:pt x="1022334" y="2621508"/>
                  <a:pt x="1022334" y="2621508"/>
                </a:cubicBezTo>
                <a:lnTo>
                  <a:pt x="1017801" y="2613626"/>
                </a:lnTo>
                <a:cubicBezTo>
                  <a:pt x="1017668" y="2613363"/>
                  <a:pt x="1017801" y="2612772"/>
                  <a:pt x="1017801" y="2612772"/>
                </a:cubicBezTo>
                <a:lnTo>
                  <a:pt x="1022334" y="2604891"/>
                </a:lnTo>
                <a:cubicBezTo>
                  <a:pt x="1022531" y="2604628"/>
                  <a:pt x="1023121" y="2604431"/>
                  <a:pt x="1023121" y="2604431"/>
                </a:cubicBezTo>
                <a:close/>
                <a:moveTo>
                  <a:pt x="768691" y="2604431"/>
                </a:moveTo>
                <a:lnTo>
                  <a:pt x="777753" y="2604431"/>
                </a:lnTo>
                <a:cubicBezTo>
                  <a:pt x="778082" y="2604431"/>
                  <a:pt x="778541" y="2604891"/>
                  <a:pt x="778541" y="2604891"/>
                </a:cubicBezTo>
                <a:lnTo>
                  <a:pt x="783074" y="2612772"/>
                </a:lnTo>
                <a:cubicBezTo>
                  <a:pt x="783206" y="2613035"/>
                  <a:pt x="783074" y="2613626"/>
                  <a:pt x="783074" y="2613626"/>
                </a:cubicBezTo>
                <a:lnTo>
                  <a:pt x="778541" y="2621508"/>
                </a:lnTo>
                <a:cubicBezTo>
                  <a:pt x="778344" y="2621771"/>
                  <a:pt x="777753" y="2621968"/>
                  <a:pt x="777753" y="2621968"/>
                </a:cubicBezTo>
                <a:lnTo>
                  <a:pt x="768691" y="2621968"/>
                </a:lnTo>
                <a:cubicBezTo>
                  <a:pt x="768362" y="2621968"/>
                  <a:pt x="767903" y="2621508"/>
                  <a:pt x="767903" y="2621508"/>
                </a:cubicBezTo>
                <a:lnTo>
                  <a:pt x="763369" y="2613626"/>
                </a:lnTo>
                <a:cubicBezTo>
                  <a:pt x="763237" y="2613363"/>
                  <a:pt x="763369" y="2612772"/>
                  <a:pt x="763369" y="2612772"/>
                </a:cubicBezTo>
                <a:lnTo>
                  <a:pt x="767903" y="2604891"/>
                </a:lnTo>
                <a:cubicBezTo>
                  <a:pt x="768100" y="2604628"/>
                  <a:pt x="768691" y="2604431"/>
                  <a:pt x="768691" y="2604431"/>
                </a:cubicBezTo>
                <a:close/>
                <a:moveTo>
                  <a:pt x="514184" y="2604431"/>
                </a:moveTo>
                <a:lnTo>
                  <a:pt x="523248" y="2604431"/>
                </a:lnTo>
                <a:cubicBezTo>
                  <a:pt x="523577" y="2604431"/>
                  <a:pt x="524037" y="2604891"/>
                  <a:pt x="524037" y="2604891"/>
                </a:cubicBezTo>
                <a:lnTo>
                  <a:pt x="528568" y="2612772"/>
                </a:lnTo>
                <a:cubicBezTo>
                  <a:pt x="528699" y="2613035"/>
                  <a:pt x="528568" y="2613626"/>
                  <a:pt x="528568" y="2613626"/>
                </a:cubicBezTo>
                <a:lnTo>
                  <a:pt x="524037" y="2621508"/>
                </a:lnTo>
                <a:cubicBezTo>
                  <a:pt x="523840" y="2621771"/>
                  <a:pt x="523248" y="2621968"/>
                  <a:pt x="523248" y="2621968"/>
                </a:cubicBezTo>
                <a:lnTo>
                  <a:pt x="514184" y="2621968"/>
                </a:lnTo>
                <a:cubicBezTo>
                  <a:pt x="513855" y="2621968"/>
                  <a:pt x="513396" y="2621508"/>
                  <a:pt x="513396" y="2621508"/>
                </a:cubicBezTo>
                <a:lnTo>
                  <a:pt x="508864" y="2613626"/>
                </a:lnTo>
                <a:cubicBezTo>
                  <a:pt x="508733" y="2613363"/>
                  <a:pt x="508864" y="2612772"/>
                  <a:pt x="508864" y="2612772"/>
                </a:cubicBezTo>
                <a:lnTo>
                  <a:pt x="513396" y="2604891"/>
                </a:lnTo>
                <a:cubicBezTo>
                  <a:pt x="513593" y="2604628"/>
                  <a:pt x="514184" y="2604431"/>
                  <a:pt x="514184" y="2604431"/>
                </a:cubicBezTo>
                <a:close/>
                <a:moveTo>
                  <a:pt x="259911" y="2604431"/>
                </a:moveTo>
                <a:lnTo>
                  <a:pt x="268974" y="2604431"/>
                </a:lnTo>
                <a:cubicBezTo>
                  <a:pt x="269303" y="2604431"/>
                  <a:pt x="269763" y="2604891"/>
                  <a:pt x="269763" y="2604891"/>
                </a:cubicBezTo>
                <a:lnTo>
                  <a:pt x="274294" y="2612772"/>
                </a:lnTo>
                <a:cubicBezTo>
                  <a:pt x="274426" y="2613035"/>
                  <a:pt x="274294" y="2613626"/>
                  <a:pt x="274294" y="2613626"/>
                </a:cubicBezTo>
                <a:lnTo>
                  <a:pt x="269763" y="2621508"/>
                </a:lnTo>
                <a:cubicBezTo>
                  <a:pt x="269565" y="2621771"/>
                  <a:pt x="268974" y="2621968"/>
                  <a:pt x="268974" y="2621968"/>
                </a:cubicBezTo>
                <a:lnTo>
                  <a:pt x="259911" y="2621968"/>
                </a:lnTo>
                <a:cubicBezTo>
                  <a:pt x="259581" y="2621968"/>
                  <a:pt x="259122" y="2621508"/>
                  <a:pt x="259122" y="2621508"/>
                </a:cubicBezTo>
                <a:lnTo>
                  <a:pt x="254590" y="2613626"/>
                </a:lnTo>
                <a:cubicBezTo>
                  <a:pt x="254458" y="2613363"/>
                  <a:pt x="254590" y="2612772"/>
                  <a:pt x="254590" y="2612772"/>
                </a:cubicBezTo>
                <a:lnTo>
                  <a:pt x="259122" y="2604891"/>
                </a:lnTo>
                <a:cubicBezTo>
                  <a:pt x="259319" y="2604628"/>
                  <a:pt x="259911" y="2604431"/>
                  <a:pt x="259911" y="2604431"/>
                </a:cubicBezTo>
                <a:close/>
                <a:moveTo>
                  <a:pt x="5483" y="2604431"/>
                </a:moveTo>
                <a:lnTo>
                  <a:pt x="14547" y="2604431"/>
                </a:lnTo>
                <a:cubicBezTo>
                  <a:pt x="14875" y="2604431"/>
                  <a:pt x="15335" y="2604891"/>
                  <a:pt x="15335" y="2604891"/>
                </a:cubicBezTo>
                <a:lnTo>
                  <a:pt x="19867" y="2612772"/>
                </a:lnTo>
                <a:cubicBezTo>
                  <a:pt x="19998" y="2613035"/>
                  <a:pt x="19867" y="2613626"/>
                  <a:pt x="19867" y="2613626"/>
                </a:cubicBezTo>
                <a:lnTo>
                  <a:pt x="15335" y="2621508"/>
                </a:lnTo>
                <a:cubicBezTo>
                  <a:pt x="15138" y="2621771"/>
                  <a:pt x="14547" y="2621968"/>
                  <a:pt x="14547" y="2621968"/>
                </a:cubicBezTo>
                <a:lnTo>
                  <a:pt x="5483" y="2621968"/>
                </a:lnTo>
                <a:cubicBezTo>
                  <a:pt x="5154" y="2621968"/>
                  <a:pt x="4694" y="2621508"/>
                  <a:pt x="4694" y="2621508"/>
                </a:cubicBezTo>
                <a:lnTo>
                  <a:pt x="162" y="2613626"/>
                </a:lnTo>
                <a:cubicBezTo>
                  <a:pt x="31" y="2613363"/>
                  <a:pt x="162" y="2612772"/>
                  <a:pt x="162" y="2612772"/>
                </a:cubicBezTo>
                <a:lnTo>
                  <a:pt x="4694" y="2604891"/>
                </a:lnTo>
                <a:cubicBezTo>
                  <a:pt x="4891" y="2604628"/>
                  <a:pt x="5483" y="2604431"/>
                  <a:pt x="5483" y="2604431"/>
                </a:cubicBezTo>
                <a:close/>
                <a:moveTo>
                  <a:pt x="10435622" y="2387357"/>
                </a:moveTo>
                <a:lnTo>
                  <a:pt x="10444686" y="2387357"/>
                </a:lnTo>
                <a:cubicBezTo>
                  <a:pt x="10445015" y="2387357"/>
                  <a:pt x="10445474" y="2387816"/>
                  <a:pt x="10445474" y="2387816"/>
                </a:cubicBezTo>
                <a:lnTo>
                  <a:pt x="10450007" y="2395698"/>
                </a:lnTo>
                <a:cubicBezTo>
                  <a:pt x="10450138" y="2395961"/>
                  <a:pt x="10450007" y="2396552"/>
                  <a:pt x="10450007" y="2396552"/>
                </a:cubicBezTo>
                <a:lnTo>
                  <a:pt x="10445474" y="2404434"/>
                </a:lnTo>
                <a:cubicBezTo>
                  <a:pt x="10445278" y="2404696"/>
                  <a:pt x="10444686" y="2404893"/>
                  <a:pt x="10444686" y="2404893"/>
                </a:cubicBezTo>
                <a:lnTo>
                  <a:pt x="10435622" y="2404893"/>
                </a:lnTo>
                <a:cubicBezTo>
                  <a:pt x="10435295" y="2404893"/>
                  <a:pt x="10434834" y="2404434"/>
                  <a:pt x="10434834" y="2404434"/>
                </a:cubicBezTo>
                <a:lnTo>
                  <a:pt x="10430302" y="2396552"/>
                </a:lnTo>
                <a:cubicBezTo>
                  <a:pt x="10430171" y="2396289"/>
                  <a:pt x="10430302" y="2395698"/>
                  <a:pt x="10430302" y="2395698"/>
                </a:cubicBezTo>
                <a:lnTo>
                  <a:pt x="10434834" y="2387816"/>
                </a:lnTo>
                <a:cubicBezTo>
                  <a:pt x="10435031" y="2387554"/>
                  <a:pt x="10435622" y="2387357"/>
                  <a:pt x="10435622" y="2387357"/>
                </a:cubicBezTo>
                <a:close/>
                <a:moveTo>
                  <a:pt x="10181242" y="2387357"/>
                </a:moveTo>
                <a:lnTo>
                  <a:pt x="10190305" y="2387357"/>
                </a:lnTo>
                <a:cubicBezTo>
                  <a:pt x="10190635" y="2387357"/>
                  <a:pt x="10191093" y="2387816"/>
                  <a:pt x="10191093" y="2387816"/>
                </a:cubicBezTo>
                <a:lnTo>
                  <a:pt x="10195626" y="2395698"/>
                </a:lnTo>
                <a:cubicBezTo>
                  <a:pt x="10195758" y="2395961"/>
                  <a:pt x="10195626" y="2396552"/>
                  <a:pt x="10195626" y="2396552"/>
                </a:cubicBezTo>
                <a:lnTo>
                  <a:pt x="10191093" y="2404434"/>
                </a:lnTo>
                <a:cubicBezTo>
                  <a:pt x="10190896" y="2404696"/>
                  <a:pt x="10190305" y="2404893"/>
                  <a:pt x="10190305" y="2404893"/>
                </a:cubicBezTo>
                <a:lnTo>
                  <a:pt x="10181242" y="2404893"/>
                </a:lnTo>
                <a:cubicBezTo>
                  <a:pt x="10180914" y="2404893"/>
                  <a:pt x="10180453" y="2404434"/>
                  <a:pt x="10180453" y="2404434"/>
                </a:cubicBezTo>
                <a:lnTo>
                  <a:pt x="10175922" y="2396552"/>
                </a:lnTo>
                <a:cubicBezTo>
                  <a:pt x="10175790" y="2396289"/>
                  <a:pt x="10175922" y="2395698"/>
                  <a:pt x="10175922" y="2395698"/>
                </a:cubicBezTo>
                <a:lnTo>
                  <a:pt x="10180453" y="2387816"/>
                </a:lnTo>
                <a:cubicBezTo>
                  <a:pt x="10180650" y="2387554"/>
                  <a:pt x="10181242" y="2387357"/>
                  <a:pt x="10181242" y="2387357"/>
                </a:cubicBezTo>
                <a:close/>
                <a:moveTo>
                  <a:pt x="9926861" y="2387357"/>
                </a:moveTo>
                <a:lnTo>
                  <a:pt x="9935924" y="2387357"/>
                </a:lnTo>
                <a:cubicBezTo>
                  <a:pt x="9936254" y="2387357"/>
                  <a:pt x="9936713" y="2387816"/>
                  <a:pt x="9936713" y="2387816"/>
                </a:cubicBezTo>
                <a:lnTo>
                  <a:pt x="9941246" y="2395698"/>
                </a:lnTo>
                <a:cubicBezTo>
                  <a:pt x="9941376" y="2395961"/>
                  <a:pt x="9941246" y="2396552"/>
                  <a:pt x="9941246" y="2396552"/>
                </a:cubicBezTo>
                <a:lnTo>
                  <a:pt x="9936713" y="2404434"/>
                </a:lnTo>
                <a:cubicBezTo>
                  <a:pt x="9936516" y="2404696"/>
                  <a:pt x="9935924" y="2404893"/>
                  <a:pt x="9935924" y="2404893"/>
                </a:cubicBezTo>
                <a:lnTo>
                  <a:pt x="9926861" y="2404893"/>
                </a:lnTo>
                <a:cubicBezTo>
                  <a:pt x="9926532" y="2404893"/>
                  <a:pt x="9926073" y="2404434"/>
                  <a:pt x="9926073" y="2404434"/>
                </a:cubicBezTo>
                <a:lnTo>
                  <a:pt x="9921541" y="2396552"/>
                </a:lnTo>
                <a:cubicBezTo>
                  <a:pt x="9921410" y="2396289"/>
                  <a:pt x="9921541" y="2395698"/>
                  <a:pt x="9921541" y="2395698"/>
                </a:cubicBezTo>
                <a:lnTo>
                  <a:pt x="9926073" y="2387816"/>
                </a:lnTo>
                <a:cubicBezTo>
                  <a:pt x="9926270" y="2387554"/>
                  <a:pt x="9926861" y="2387357"/>
                  <a:pt x="9926861" y="2387357"/>
                </a:cubicBezTo>
                <a:close/>
                <a:moveTo>
                  <a:pt x="9672481" y="2387357"/>
                </a:moveTo>
                <a:lnTo>
                  <a:pt x="9681545" y="2387357"/>
                </a:lnTo>
                <a:cubicBezTo>
                  <a:pt x="9681872" y="2387357"/>
                  <a:pt x="9682333" y="2387816"/>
                  <a:pt x="9682333" y="2387816"/>
                </a:cubicBezTo>
                <a:lnTo>
                  <a:pt x="9686865" y="2395698"/>
                </a:lnTo>
                <a:cubicBezTo>
                  <a:pt x="9686996" y="2395961"/>
                  <a:pt x="9686865" y="2396552"/>
                  <a:pt x="9686865" y="2396552"/>
                </a:cubicBezTo>
                <a:lnTo>
                  <a:pt x="9682333" y="2404434"/>
                </a:lnTo>
                <a:cubicBezTo>
                  <a:pt x="9682136" y="2404696"/>
                  <a:pt x="9681545" y="2404893"/>
                  <a:pt x="9681545" y="2404893"/>
                </a:cubicBezTo>
                <a:lnTo>
                  <a:pt x="9672481" y="2404893"/>
                </a:lnTo>
                <a:cubicBezTo>
                  <a:pt x="9672152" y="2404893"/>
                  <a:pt x="9671693" y="2404434"/>
                  <a:pt x="9671693" y="2404434"/>
                </a:cubicBezTo>
                <a:lnTo>
                  <a:pt x="9667160" y="2396552"/>
                </a:lnTo>
                <a:cubicBezTo>
                  <a:pt x="9667030" y="2396289"/>
                  <a:pt x="9667160" y="2395698"/>
                  <a:pt x="9667160" y="2395698"/>
                </a:cubicBezTo>
                <a:lnTo>
                  <a:pt x="9671693" y="2387816"/>
                </a:lnTo>
                <a:cubicBezTo>
                  <a:pt x="9671890" y="2387554"/>
                  <a:pt x="9672481" y="2387357"/>
                  <a:pt x="9672481" y="2387357"/>
                </a:cubicBezTo>
                <a:close/>
                <a:moveTo>
                  <a:pt x="9418035" y="2387357"/>
                </a:moveTo>
                <a:lnTo>
                  <a:pt x="9427099" y="2387357"/>
                </a:lnTo>
                <a:cubicBezTo>
                  <a:pt x="9427427" y="2387357"/>
                  <a:pt x="9427887" y="2387816"/>
                  <a:pt x="9427887" y="2387816"/>
                </a:cubicBezTo>
                <a:lnTo>
                  <a:pt x="9432419" y="2395698"/>
                </a:lnTo>
                <a:cubicBezTo>
                  <a:pt x="9432550" y="2395961"/>
                  <a:pt x="9432419" y="2396552"/>
                  <a:pt x="9432419" y="2396552"/>
                </a:cubicBezTo>
                <a:lnTo>
                  <a:pt x="9427887" y="2404434"/>
                </a:lnTo>
                <a:cubicBezTo>
                  <a:pt x="9427690" y="2404696"/>
                  <a:pt x="9427099" y="2404893"/>
                  <a:pt x="9427099" y="2404893"/>
                </a:cubicBezTo>
                <a:lnTo>
                  <a:pt x="9418035" y="2404893"/>
                </a:lnTo>
                <a:cubicBezTo>
                  <a:pt x="9417707" y="2404893"/>
                  <a:pt x="9417247" y="2404434"/>
                  <a:pt x="9417247" y="2404434"/>
                </a:cubicBezTo>
                <a:lnTo>
                  <a:pt x="9412714" y="2396552"/>
                </a:lnTo>
                <a:cubicBezTo>
                  <a:pt x="9412583" y="2396289"/>
                  <a:pt x="9412714" y="2395698"/>
                  <a:pt x="9412714" y="2395698"/>
                </a:cubicBezTo>
                <a:lnTo>
                  <a:pt x="9417247" y="2387816"/>
                </a:lnTo>
                <a:cubicBezTo>
                  <a:pt x="9417444" y="2387554"/>
                  <a:pt x="9418035" y="2387357"/>
                  <a:pt x="9418035" y="2387357"/>
                </a:cubicBezTo>
                <a:close/>
                <a:moveTo>
                  <a:pt x="9163654" y="2387357"/>
                </a:moveTo>
                <a:lnTo>
                  <a:pt x="9172718" y="2387357"/>
                </a:lnTo>
                <a:cubicBezTo>
                  <a:pt x="9173046" y="2387357"/>
                  <a:pt x="9173506" y="2387816"/>
                  <a:pt x="9173506" y="2387816"/>
                </a:cubicBezTo>
                <a:lnTo>
                  <a:pt x="9178038" y="2395698"/>
                </a:lnTo>
                <a:cubicBezTo>
                  <a:pt x="9178169" y="2395961"/>
                  <a:pt x="9178038" y="2396552"/>
                  <a:pt x="9178038" y="2396552"/>
                </a:cubicBezTo>
                <a:lnTo>
                  <a:pt x="9173506" y="2404434"/>
                </a:lnTo>
                <a:cubicBezTo>
                  <a:pt x="9173309" y="2404696"/>
                  <a:pt x="9172718" y="2404893"/>
                  <a:pt x="9172718" y="2404893"/>
                </a:cubicBezTo>
                <a:lnTo>
                  <a:pt x="9163654" y="2404893"/>
                </a:lnTo>
                <a:cubicBezTo>
                  <a:pt x="9163326" y="2404893"/>
                  <a:pt x="9162866" y="2404434"/>
                  <a:pt x="9162866" y="2404434"/>
                </a:cubicBezTo>
                <a:lnTo>
                  <a:pt x="9158333" y="2396552"/>
                </a:lnTo>
                <a:cubicBezTo>
                  <a:pt x="9158202" y="2396289"/>
                  <a:pt x="9158333" y="2395698"/>
                  <a:pt x="9158333" y="2395698"/>
                </a:cubicBezTo>
                <a:lnTo>
                  <a:pt x="9162866" y="2387816"/>
                </a:lnTo>
                <a:cubicBezTo>
                  <a:pt x="9163062" y="2387554"/>
                  <a:pt x="9163654" y="2387357"/>
                  <a:pt x="9163654" y="2387357"/>
                </a:cubicBezTo>
                <a:close/>
                <a:moveTo>
                  <a:pt x="8909274" y="2387357"/>
                </a:moveTo>
                <a:lnTo>
                  <a:pt x="8918336" y="2387357"/>
                </a:lnTo>
                <a:cubicBezTo>
                  <a:pt x="8918666" y="2387357"/>
                  <a:pt x="8919125" y="2387816"/>
                  <a:pt x="8919125" y="2387816"/>
                </a:cubicBezTo>
                <a:lnTo>
                  <a:pt x="8923657" y="2395698"/>
                </a:lnTo>
                <a:cubicBezTo>
                  <a:pt x="8923789" y="2395961"/>
                  <a:pt x="8923657" y="2396552"/>
                  <a:pt x="8923657" y="2396552"/>
                </a:cubicBezTo>
                <a:lnTo>
                  <a:pt x="8919125" y="2404434"/>
                </a:lnTo>
                <a:cubicBezTo>
                  <a:pt x="8918928" y="2404696"/>
                  <a:pt x="8918336" y="2404893"/>
                  <a:pt x="8918336" y="2404893"/>
                </a:cubicBezTo>
                <a:lnTo>
                  <a:pt x="8909274" y="2404893"/>
                </a:lnTo>
                <a:cubicBezTo>
                  <a:pt x="8908945" y="2404893"/>
                  <a:pt x="8908484" y="2404434"/>
                  <a:pt x="8908484" y="2404434"/>
                </a:cubicBezTo>
                <a:lnTo>
                  <a:pt x="8903953" y="2396552"/>
                </a:lnTo>
                <a:cubicBezTo>
                  <a:pt x="8903821" y="2396289"/>
                  <a:pt x="8903953" y="2395698"/>
                  <a:pt x="8903953" y="2395698"/>
                </a:cubicBezTo>
                <a:lnTo>
                  <a:pt x="8908484" y="2387816"/>
                </a:lnTo>
                <a:cubicBezTo>
                  <a:pt x="8908681" y="2387554"/>
                  <a:pt x="8909274" y="2387357"/>
                  <a:pt x="8909274" y="2387357"/>
                </a:cubicBezTo>
                <a:close/>
                <a:moveTo>
                  <a:pt x="8654892" y="2387357"/>
                </a:moveTo>
                <a:lnTo>
                  <a:pt x="8663955" y="2387357"/>
                </a:lnTo>
                <a:cubicBezTo>
                  <a:pt x="8664285" y="2387357"/>
                  <a:pt x="8664744" y="2387816"/>
                  <a:pt x="8664744" y="2387816"/>
                </a:cubicBezTo>
                <a:lnTo>
                  <a:pt x="8669277" y="2395698"/>
                </a:lnTo>
                <a:cubicBezTo>
                  <a:pt x="8669408" y="2395961"/>
                  <a:pt x="8669277" y="2396552"/>
                  <a:pt x="8669277" y="2396552"/>
                </a:cubicBezTo>
                <a:lnTo>
                  <a:pt x="8664744" y="2404434"/>
                </a:lnTo>
                <a:cubicBezTo>
                  <a:pt x="8664548" y="2404696"/>
                  <a:pt x="8663955" y="2404893"/>
                  <a:pt x="8663955" y="2404893"/>
                </a:cubicBezTo>
                <a:lnTo>
                  <a:pt x="8654892" y="2404893"/>
                </a:lnTo>
                <a:cubicBezTo>
                  <a:pt x="8654565" y="2404893"/>
                  <a:pt x="8654104" y="2404434"/>
                  <a:pt x="8654104" y="2404434"/>
                </a:cubicBezTo>
                <a:lnTo>
                  <a:pt x="8649572" y="2396552"/>
                </a:lnTo>
                <a:cubicBezTo>
                  <a:pt x="8649441" y="2396289"/>
                  <a:pt x="8649572" y="2395698"/>
                  <a:pt x="8649572" y="2395698"/>
                </a:cubicBezTo>
                <a:lnTo>
                  <a:pt x="8654104" y="2387816"/>
                </a:lnTo>
                <a:cubicBezTo>
                  <a:pt x="8654301" y="2387554"/>
                  <a:pt x="8654892" y="2387357"/>
                  <a:pt x="8654892" y="2387357"/>
                </a:cubicBezTo>
                <a:close/>
                <a:moveTo>
                  <a:pt x="8400511" y="2387357"/>
                </a:moveTo>
                <a:lnTo>
                  <a:pt x="8409575" y="2387357"/>
                </a:lnTo>
                <a:cubicBezTo>
                  <a:pt x="8409904" y="2387357"/>
                  <a:pt x="8410363" y="2387816"/>
                  <a:pt x="8410363" y="2387816"/>
                </a:cubicBezTo>
                <a:lnTo>
                  <a:pt x="8414896" y="2395698"/>
                </a:lnTo>
                <a:cubicBezTo>
                  <a:pt x="8415027" y="2395961"/>
                  <a:pt x="8414896" y="2396552"/>
                  <a:pt x="8414896" y="2396552"/>
                </a:cubicBezTo>
                <a:lnTo>
                  <a:pt x="8410363" y="2404434"/>
                </a:lnTo>
                <a:cubicBezTo>
                  <a:pt x="8410166" y="2404696"/>
                  <a:pt x="8409575" y="2404893"/>
                  <a:pt x="8409575" y="2404893"/>
                </a:cubicBezTo>
                <a:lnTo>
                  <a:pt x="8400511" y="2404893"/>
                </a:lnTo>
                <a:cubicBezTo>
                  <a:pt x="8400184" y="2404893"/>
                  <a:pt x="8399723" y="2404434"/>
                  <a:pt x="8399723" y="2404434"/>
                </a:cubicBezTo>
                <a:lnTo>
                  <a:pt x="8395191" y="2396552"/>
                </a:lnTo>
                <a:cubicBezTo>
                  <a:pt x="8395060" y="2396289"/>
                  <a:pt x="8395191" y="2395698"/>
                  <a:pt x="8395191" y="2395698"/>
                </a:cubicBezTo>
                <a:lnTo>
                  <a:pt x="8399723" y="2387816"/>
                </a:lnTo>
                <a:cubicBezTo>
                  <a:pt x="8399920" y="2387554"/>
                  <a:pt x="8400511" y="2387357"/>
                  <a:pt x="8400511" y="2387357"/>
                </a:cubicBezTo>
                <a:close/>
                <a:moveTo>
                  <a:pt x="8146065" y="2387357"/>
                </a:moveTo>
                <a:lnTo>
                  <a:pt x="8155129" y="2387357"/>
                </a:lnTo>
                <a:cubicBezTo>
                  <a:pt x="8155458" y="2387357"/>
                  <a:pt x="8155917" y="2387816"/>
                  <a:pt x="8155917" y="2387816"/>
                </a:cubicBezTo>
                <a:lnTo>
                  <a:pt x="8160449" y="2395698"/>
                </a:lnTo>
                <a:cubicBezTo>
                  <a:pt x="8160580" y="2395961"/>
                  <a:pt x="8160449" y="2396552"/>
                  <a:pt x="8160449" y="2396552"/>
                </a:cubicBezTo>
                <a:lnTo>
                  <a:pt x="8155917" y="2404434"/>
                </a:lnTo>
                <a:cubicBezTo>
                  <a:pt x="8155719" y="2404696"/>
                  <a:pt x="8155129" y="2404893"/>
                  <a:pt x="8155129" y="2404893"/>
                </a:cubicBezTo>
                <a:lnTo>
                  <a:pt x="8146065" y="2404893"/>
                </a:lnTo>
                <a:cubicBezTo>
                  <a:pt x="8145737" y="2404893"/>
                  <a:pt x="8145277" y="2404434"/>
                  <a:pt x="8145277" y="2404434"/>
                </a:cubicBezTo>
                <a:lnTo>
                  <a:pt x="8140745" y="2396552"/>
                </a:lnTo>
                <a:cubicBezTo>
                  <a:pt x="8140613" y="2396289"/>
                  <a:pt x="8140745" y="2395698"/>
                  <a:pt x="8140745" y="2395698"/>
                </a:cubicBezTo>
                <a:lnTo>
                  <a:pt x="8145277" y="2387816"/>
                </a:lnTo>
                <a:cubicBezTo>
                  <a:pt x="8145474" y="2387554"/>
                  <a:pt x="8146065" y="2387357"/>
                  <a:pt x="8146065" y="2387357"/>
                </a:cubicBezTo>
                <a:close/>
                <a:moveTo>
                  <a:pt x="7891684" y="2387357"/>
                </a:moveTo>
                <a:lnTo>
                  <a:pt x="7900748" y="2387357"/>
                </a:lnTo>
                <a:cubicBezTo>
                  <a:pt x="7901076" y="2387357"/>
                  <a:pt x="7901536" y="2387816"/>
                  <a:pt x="7901536" y="2387816"/>
                </a:cubicBezTo>
                <a:lnTo>
                  <a:pt x="7906067" y="2395698"/>
                </a:lnTo>
                <a:cubicBezTo>
                  <a:pt x="7906199" y="2395961"/>
                  <a:pt x="7906067" y="2396552"/>
                  <a:pt x="7906067" y="2396552"/>
                </a:cubicBezTo>
                <a:lnTo>
                  <a:pt x="7901536" y="2404434"/>
                </a:lnTo>
                <a:cubicBezTo>
                  <a:pt x="7901339" y="2404696"/>
                  <a:pt x="7900748" y="2404893"/>
                  <a:pt x="7900748" y="2404893"/>
                </a:cubicBezTo>
                <a:lnTo>
                  <a:pt x="7891684" y="2404893"/>
                </a:lnTo>
                <a:cubicBezTo>
                  <a:pt x="7891355" y="2404893"/>
                  <a:pt x="7890896" y="2404434"/>
                  <a:pt x="7890896" y="2404434"/>
                </a:cubicBezTo>
                <a:lnTo>
                  <a:pt x="7886363" y="2396552"/>
                </a:lnTo>
                <a:cubicBezTo>
                  <a:pt x="7886233" y="2396289"/>
                  <a:pt x="7886363" y="2395698"/>
                  <a:pt x="7886363" y="2395698"/>
                </a:cubicBezTo>
                <a:lnTo>
                  <a:pt x="7890896" y="2387816"/>
                </a:lnTo>
                <a:cubicBezTo>
                  <a:pt x="7891093" y="2387554"/>
                  <a:pt x="7891684" y="2387357"/>
                  <a:pt x="7891684" y="2387357"/>
                </a:cubicBezTo>
                <a:close/>
                <a:moveTo>
                  <a:pt x="7637304" y="2387357"/>
                </a:moveTo>
                <a:lnTo>
                  <a:pt x="7646367" y="2387357"/>
                </a:lnTo>
                <a:cubicBezTo>
                  <a:pt x="7646696" y="2387357"/>
                  <a:pt x="7647156" y="2387816"/>
                  <a:pt x="7647156" y="2387816"/>
                </a:cubicBezTo>
                <a:lnTo>
                  <a:pt x="7651687" y="2395698"/>
                </a:lnTo>
                <a:cubicBezTo>
                  <a:pt x="7651819" y="2395961"/>
                  <a:pt x="7651687" y="2396552"/>
                  <a:pt x="7651687" y="2396552"/>
                </a:cubicBezTo>
                <a:lnTo>
                  <a:pt x="7647156" y="2404434"/>
                </a:lnTo>
                <a:cubicBezTo>
                  <a:pt x="7646958" y="2404696"/>
                  <a:pt x="7646367" y="2404893"/>
                  <a:pt x="7646367" y="2404893"/>
                </a:cubicBezTo>
                <a:lnTo>
                  <a:pt x="7637304" y="2404893"/>
                </a:lnTo>
                <a:cubicBezTo>
                  <a:pt x="7636975" y="2404893"/>
                  <a:pt x="7636516" y="2404434"/>
                  <a:pt x="7636516" y="2404434"/>
                </a:cubicBezTo>
                <a:lnTo>
                  <a:pt x="7631983" y="2396552"/>
                </a:lnTo>
                <a:cubicBezTo>
                  <a:pt x="7631851" y="2396289"/>
                  <a:pt x="7631983" y="2395698"/>
                  <a:pt x="7631983" y="2395698"/>
                </a:cubicBezTo>
                <a:lnTo>
                  <a:pt x="7636516" y="2387816"/>
                </a:lnTo>
                <a:cubicBezTo>
                  <a:pt x="7636713" y="2387554"/>
                  <a:pt x="7637304" y="2387357"/>
                  <a:pt x="7637304" y="2387357"/>
                </a:cubicBezTo>
                <a:close/>
                <a:moveTo>
                  <a:pt x="7382923" y="2387357"/>
                </a:moveTo>
                <a:lnTo>
                  <a:pt x="7391987" y="2387357"/>
                </a:lnTo>
                <a:cubicBezTo>
                  <a:pt x="7392315" y="2387357"/>
                  <a:pt x="7392775" y="2387816"/>
                  <a:pt x="7392775" y="2387816"/>
                </a:cubicBezTo>
                <a:lnTo>
                  <a:pt x="7397307" y="2395698"/>
                </a:lnTo>
                <a:cubicBezTo>
                  <a:pt x="7397438" y="2395961"/>
                  <a:pt x="7397307" y="2396552"/>
                  <a:pt x="7397307" y="2396552"/>
                </a:cubicBezTo>
                <a:lnTo>
                  <a:pt x="7392775" y="2404434"/>
                </a:lnTo>
                <a:cubicBezTo>
                  <a:pt x="7392578" y="2404696"/>
                  <a:pt x="7391987" y="2404893"/>
                  <a:pt x="7391987" y="2404893"/>
                </a:cubicBezTo>
                <a:lnTo>
                  <a:pt x="7382923" y="2404893"/>
                </a:lnTo>
                <a:cubicBezTo>
                  <a:pt x="7382595" y="2404893"/>
                  <a:pt x="7382135" y="2404434"/>
                  <a:pt x="7382135" y="2404434"/>
                </a:cubicBezTo>
                <a:lnTo>
                  <a:pt x="7377602" y="2396552"/>
                </a:lnTo>
                <a:cubicBezTo>
                  <a:pt x="7377471" y="2396289"/>
                  <a:pt x="7377602" y="2395698"/>
                  <a:pt x="7377602" y="2395698"/>
                </a:cubicBezTo>
                <a:lnTo>
                  <a:pt x="7382135" y="2387816"/>
                </a:lnTo>
                <a:cubicBezTo>
                  <a:pt x="7382331" y="2387554"/>
                  <a:pt x="7382923" y="2387357"/>
                  <a:pt x="7382923" y="2387357"/>
                </a:cubicBezTo>
                <a:close/>
                <a:moveTo>
                  <a:pt x="7128477" y="2387357"/>
                </a:moveTo>
                <a:lnTo>
                  <a:pt x="7137540" y="2387357"/>
                </a:lnTo>
                <a:cubicBezTo>
                  <a:pt x="7137869" y="2387357"/>
                  <a:pt x="7138328" y="2387816"/>
                  <a:pt x="7138328" y="2387816"/>
                </a:cubicBezTo>
                <a:lnTo>
                  <a:pt x="7142860" y="2395698"/>
                </a:lnTo>
                <a:cubicBezTo>
                  <a:pt x="7142992" y="2395961"/>
                  <a:pt x="7142860" y="2396552"/>
                  <a:pt x="7142860" y="2396552"/>
                </a:cubicBezTo>
                <a:lnTo>
                  <a:pt x="7138328" y="2404434"/>
                </a:lnTo>
                <a:cubicBezTo>
                  <a:pt x="7138131" y="2404696"/>
                  <a:pt x="7137540" y="2404893"/>
                  <a:pt x="7137540" y="2404893"/>
                </a:cubicBezTo>
                <a:lnTo>
                  <a:pt x="7128477" y="2404893"/>
                </a:lnTo>
                <a:cubicBezTo>
                  <a:pt x="7128148" y="2404893"/>
                  <a:pt x="7127689" y="2404434"/>
                  <a:pt x="7127689" y="2404434"/>
                </a:cubicBezTo>
                <a:lnTo>
                  <a:pt x="7123156" y="2396552"/>
                </a:lnTo>
                <a:cubicBezTo>
                  <a:pt x="7123024" y="2396289"/>
                  <a:pt x="7123156" y="2395698"/>
                  <a:pt x="7123156" y="2395698"/>
                </a:cubicBezTo>
                <a:lnTo>
                  <a:pt x="7127689" y="2387816"/>
                </a:lnTo>
                <a:cubicBezTo>
                  <a:pt x="7127885" y="2387554"/>
                  <a:pt x="7128477" y="2387357"/>
                  <a:pt x="7128477" y="2387357"/>
                </a:cubicBezTo>
                <a:close/>
                <a:moveTo>
                  <a:pt x="6874095" y="2387357"/>
                </a:moveTo>
                <a:lnTo>
                  <a:pt x="6883159" y="2387357"/>
                </a:lnTo>
                <a:cubicBezTo>
                  <a:pt x="6883488" y="2387357"/>
                  <a:pt x="6883947" y="2387816"/>
                  <a:pt x="6883947" y="2387816"/>
                </a:cubicBezTo>
                <a:lnTo>
                  <a:pt x="6888480" y="2395698"/>
                </a:lnTo>
                <a:cubicBezTo>
                  <a:pt x="6888611" y="2395961"/>
                  <a:pt x="6888480" y="2396552"/>
                  <a:pt x="6888480" y="2396552"/>
                </a:cubicBezTo>
                <a:lnTo>
                  <a:pt x="6883947" y="2404434"/>
                </a:lnTo>
                <a:cubicBezTo>
                  <a:pt x="6883751" y="2404696"/>
                  <a:pt x="6883159" y="2404893"/>
                  <a:pt x="6883159" y="2404893"/>
                </a:cubicBezTo>
                <a:lnTo>
                  <a:pt x="6874095" y="2404893"/>
                </a:lnTo>
                <a:cubicBezTo>
                  <a:pt x="6873768" y="2404893"/>
                  <a:pt x="6873307" y="2404434"/>
                  <a:pt x="6873307" y="2404434"/>
                </a:cubicBezTo>
                <a:lnTo>
                  <a:pt x="6868775" y="2396552"/>
                </a:lnTo>
                <a:cubicBezTo>
                  <a:pt x="6868644" y="2396289"/>
                  <a:pt x="6868775" y="2395698"/>
                  <a:pt x="6868775" y="2395698"/>
                </a:cubicBezTo>
                <a:lnTo>
                  <a:pt x="6873307" y="2387816"/>
                </a:lnTo>
                <a:cubicBezTo>
                  <a:pt x="6873504" y="2387554"/>
                  <a:pt x="6874095" y="2387357"/>
                  <a:pt x="6874095" y="2387357"/>
                </a:cubicBezTo>
                <a:close/>
                <a:moveTo>
                  <a:pt x="6619714" y="2387357"/>
                </a:moveTo>
                <a:lnTo>
                  <a:pt x="6628778" y="2387357"/>
                </a:lnTo>
                <a:cubicBezTo>
                  <a:pt x="6629107" y="2387357"/>
                  <a:pt x="6629566" y="2387816"/>
                  <a:pt x="6629566" y="2387816"/>
                </a:cubicBezTo>
                <a:lnTo>
                  <a:pt x="6634099" y="2395698"/>
                </a:lnTo>
                <a:cubicBezTo>
                  <a:pt x="6634230" y="2395961"/>
                  <a:pt x="6634099" y="2396552"/>
                  <a:pt x="6634099" y="2396552"/>
                </a:cubicBezTo>
                <a:lnTo>
                  <a:pt x="6629566" y="2404434"/>
                </a:lnTo>
                <a:cubicBezTo>
                  <a:pt x="6629369" y="2404696"/>
                  <a:pt x="6628778" y="2404893"/>
                  <a:pt x="6628778" y="2404893"/>
                </a:cubicBezTo>
                <a:lnTo>
                  <a:pt x="6619714" y="2404893"/>
                </a:lnTo>
                <a:cubicBezTo>
                  <a:pt x="6619387" y="2404893"/>
                  <a:pt x="6618926" y="2404434"/>
                  <a:pt x="6618926" y="2404434"/>
                </a:cubicBezTo>
                <a:lnTo>
                  <a:pt x="6614394" y="2396552"/>
                </a:lnTo>
                <a:cubicBezTo>
                  <a:pt x="6614263" y="2396289"/>
                  <a:pt x="6614394" y="2395698"/>
                  <a:pt x="6614394" y="2395698"/>
                </a:cubicBezTo>
                <a:lnTo>
                  <a:pt x="6618926" y="2387816"/>
                </a:lnTo>
                <a:cubicBezTo>
                  <a:pt x="6619123" y="2387554"/>
                  <a:pt x="6619714" y="2387357"/>
                  <a:pt x="6619714" y="2387357"/>
                </a:cubicBezTo>
                <a:close/>
                <a:moveTo>
                  <a:pt x="6365334" y="2387357"/>
                </a:moveTo>
                <a:lnTo>
                  <a:pt x="6374397" y="2387357"/>
                </a:lnTo>
                <a:cubicBezTo>
                  <a:pt x="6374727" y="2387357"/>
                  <a:pt x="6375186" y="2387816"/>
                  <a:pt x="6375186" y="2387816"/>
                </a:cubicBezTo>
                <a:lnTo>
                  <a:pt x="6379718" y="2395698"/>
                </a:lnTo>
                <a:cubicBezTo>
                  <a:pt x="6379849" y="2395961"/>
                  <a:pt x="6379718" y="2396552"/>
                  <a:pt x="6379718" y="2396552"/>
                </a:cubicBezTo>
                <a:lnTo>
                  <a:pt x="6375186" y="2404434"/>
                </a:lnTo>
                <a:cubicBezTo>
                  <a:pt x="6374988" y="2404696"/>
                  <a:pt x="6374397" y="2404893"/>
                  <a:pt x="6374397" y="2404893"/>
                </a:cubicBezTo>
                <a:lnTo>
                  <a:pt x="6365334" y="2404893"/>
                </a:lnTo>
                <a:cubicBezTo>
                  <a:pt x="6365005" y="2404893"/>
                  <a:pt x="6364546" y="2404434"/>
                  <a:pt x="6364546" y="2404434"/>
                </a:cubicBezTo>
                <a:lnTo>
                  <a:pt x="6360014" y="2396552"/>
                </a:lnTo>
                <a:cubicBezTo>
                  <a:pt x="6359882" y="2396289"/>
                  <a:pt x="6360014" y="2395698"/>
                  <a:pt x="6360014" y="2395698"/>
                </a:cubicBezTo>
                <a:lnTo>
                  <a:pt x="6364546" y="2387816"/>
                </a:lnTo>
                <a:cubicBezTo>
                  <a:pt x="6364743" y="2387554"/>
                  <a:pt x="6365334" y="2387357"/>
                  <a:pt x="6365334" y="2387357"/>
                </a:cubicBezTo>
                <a:close/>
                <a:moveTo>
                  <a:pt x="6110888" y="2387357"/>
                </a:moveTo>
                <a:lnTo>
                  <a:pt x="6119953" y="2387357"/>
                </a:lnTo>
                <a:cubicBezTo>
                  <a:pt x="6120280" y="2387357"/>
                  <a:pt x="6120740" y="2387816"/>
                  <a:pt x="6120740" y="2387816"/>
                </a:cubicBezTo>
                <a:lnTo>
                  <a:pt x="6125272" y="2395698"/>
                </a:lnTo>
                <a:cubicBezTo>
                  <a:pt x="6125403" y="2395961"/>
                  <a:pt x="6125272" y="2396552"/>
                  <a:pt x="6125272" y="2396552"/>
                </a:cubicBezTo>
                <a:lnTo>
                  <a:pt x="6120740" y="2404434"/>
                </a:lnTo>
                <a:cubicBezTo>
                  <a:pt x="6120543" y="2404696"/>
                  <a:pt x="6119953" y="2404893"/>
                  <a:pt x="6119953" y="2404893"/>
                </a:cubicBezTo>
                <a:lnTo>
                  <a:pt x="6110888" y="2404893"/>
                </a:lnTo>
                <a:cubicBezTo>
                  <a:pt x="6110560" y="2404893"/>
                  <a:pt x="6110101" y="2404434"/>
                  <a:pt x="6110101" y="2404434"/>
                </a:cubicBezTo>
                <a:lnTo>
                  <a:pt x="6105567" y="2396552"/>
                </a:lnTo>
                <a:cubicBezTo>
                  <a:pt x="6105436" y="2396289"/>
                  <a:pt x="6105567" y="2395698"/>
                  <a:pt x="6105567" y="2395698"/>
                </a:cubicBezTo>
                <a:lnTo>
                  <a:pt x="6110101" y="2387816"/>
                </a:lnTo>
                <a:cubicBezTo>
                  <a:pt x="6110296" y="2387554"/>
                  <a:pt x="6110888" y="2387357"/>
                  <a:pt x="6110888" y="2387357"/>
                </a:cubicBezTo>
                <a:close/>
                <a:moveTo>
                  <a:pt x="5856508" y="2387357"/>
                </a:moveTo>
                <a:lnTo>
                  <a:pt x="5865571" y="2387357"/>
                </a:lnTo>
                <a:cubicBezTo>
                  <a:pt x="5865900" y="2387357"/>
                  <a:pt x="5866359" y="2387816"/>
                  <a:pt x="5866359" y="2387816"/>
                </a:cubicBezTo>
                <a:lnTo>
                  <a:pt x="5870891" y="2395698"/>
                </a:lnTo>
                <a:cubicBezTo>
                  <a:pt x="5871023" y="2395961"/>
                  <a:pt x="5870891" y="2396552"/>
                  <a:pt x="5870891" y="2396552"/>
                </a:cubicBezTo>
                <a:lnTo>
                  <a:pt x="5866359" y="2404434"/>
                </a:lnTo>
                <a:cubicBezTo>
                  <a:pt x="5866163" y="2404696"/>
                  <a:pt x="5865571" y="2404893"/>
                  <a:pt x="5865571" y="2404893"/>
                </a:cubicBezTo>
                <a:lnTo>
                  <a:pt x="5856508" y="2404893"/>
                </a:lnTo>
                <a:cubicBezTo>
                  <a:pt x="5856178" y="2404893"/>
                  <a:pt x="5855720" y="2404434"/>
                  <a:pt x="5855720" y="2404434"/>
                </a:cubicBezTo>
                <a:lnTo>
                  <a:pt x="5851187" y="2396552"/>
                </a:lnTo>
                <a:cubicBezTo>
                  <a:pt x="5851055" y="2396289"/>
                  <a:pt x="5851187" y="2395698"/>
                  <a:pt x="5851187" y="2395698"/>
                </a:cubicBezTo>
                <a:lnTo>
                  <a:pt x="5855720" y="2387816"/>
                </a:lnTo>
                <a:cubicBezTo>
                  <a:pt x="5855916" y="2387554"/>
                  <a:pt x="5856508" y="2387357"/>
                  <a:pt x="5856508" y="2387357"/>
                </a:cubicBezTo>
                <a:close/>
                <a:moveTo>
                  <a:pt x="5602126" y="2387357"/>
                </a:moveTo>
                <a:lnTo>
                  <a:pt x="5611191" y="2387357"/>
                </a:lnTo>
                <a:cubicBezTo>
                  <a:pt x="5611519" y="2387357"/>
                  <a:pt x="5611979" y="2387816"/>
                  <a:pt x="5611979" y="2387816"/>
                </a:cubicBezTo>
                <a:lnTo>
                  <a:pt x="5616511" y="2395698"/>
                </a:lnTo>
                <a:cubicBezTo>
                  <a:pt x="5616642" y="2395961"/>
                  <a:pt x="5616511" y="2396552"/>
                  <a:pt x="5616511" y="2396552"/>
                </a:cubicBezTo>
                <a:lnTo>
                  <a:pt x="5611979" y="2404434"/>
                </a:lnTo>
                <a:cubicBezTo>
                  <a:pt x="5611782" y="2404696"/>
                  <a:pt x="5611191" y="2404893"/>
                  <a:pt x="5611191" y="2404893"/>
                </a:cubicBezTo>
                <a:lnTo>
                  <a:pt x="5602126" y="2404893"/>
                </a:lnTo>
                <a:cubicBezTo>
                  <a:pt x="5601798" y="2404893"/>
                  <a:pt x="5601338" y="2404434"/>
                  <a:pt x="5601338" y="2404434"/>
                </a:cubicBezTo>
                <a:lnTo>
                  <a:pt x="5596807" y="2396552"/>
                </a:lnTo>
                <a:cubicBezTo>
                  <a:pt x="5596675" y="2396289"/>
                  <a:pt x="5596807" y="2395698"/>
                  <a:pt x="5596807" y="2395698"/>
                </a:cubicBezTo>
                <a:lnTo>
                  <a:pt x="5601338" y="2387816"/>
                </a:lnTo>
                <a:cubicBezTo>
                  <a:pt x="5601536" y="2387554"/>
                  <a:pt x="5602126" y="2387357"/>
                  <a:pt x="5602126" y="2387357"/>
                </a:cubicBezTo>
                <a:close/>
                <a:moveTo>
                  <a:pt x="5347746" y="2387357"/>
                </a:moveTo>
                <a:lnTo>
                  <a:pt x="5356810" y="2387357"/>
                </a:lnTo>
                <a:cubicBezTo>
                  <a:pt x="5357138" y="2387357"/>
                  <a:pt x="5357598" y="2387816"/>
                  <a:pt x="5357598" y="2387816"/>
                </a:cubicBezTo>
                <a:lnTo>
                  <a:pt x="5362130" y="2395698"/>
                </a:lnTo>
                <a:cubicBezTo>
                  <a:pt x="5362261" y="2395961"/>
                  <a:pt x="5362130" y="2396552"/>
                  <a:pt x="5362130" y="2396552"/>
                </a:cubicBezTo>
                <a:lnTo>
                  <a:pt x="5357598" y="2404434"/>
                </a:lnTo>
                <a:cubicBezTo>
                  <a:pt x="5357401" y="2404696"/>
                  <a:pt x="5356810" y="2404893"/>
                  <a:pt x="5356810" y="2404893"/>
                </a:cubicBezTo>
                <a:lnTo>
                  <a:pt x="5347746" y="2404893"/>
                </a:lnTo>
                <a:cubicBezTo>
                  <a:pt x="5347418" y="2404893"/>
                  <a:pt x="5346958" y="2404434"/>
                  <a:pt x="5346958" y="2404434"/>
                </a:cubicBezTo>
                <a:lnTo>
                  <a:pt x="5342425" y="2396552"/>
                </a:lnTo>
                <a:cubicBezTo>
                  <a:pt x="5342295" y="2396289"/>
                  <a:pt x="5342425" y="2395698"/>
                  <a:pt x="5342425" y="2395698"/>
                </a:cubicBezTo>
                <a:lnTo>
                  <a:pt x="5346958" y="2387816"/>
                </a:lnTo>
                <a:cubicBezTo>
                  <a:pt x="5347154" y="2387554"/>
                  <a:pt x="5347746" y="2387357"/>
                  <a:pt x="5347746" y="2387357"/>
                </a:cubicBezTo>
                <a:close/>
                <a:moveTo>
                  <a:pt x="5093300" y="2387357"/>
                </a:moveTo>
                <a:lnTo>
                  <a:pt x="5102364" y="2387357"/>
                </a:lnTo>
                <a:cubicBezTo>
                  <a:pt x="5102693" y="2387357"/>
                  <a:pt x="5103153" y="2387816"/>
                  <a:pt x="5103153" y="2387816"/>
                </a:cubicBezTo>
                <a:lnTo>
                  <a:pt x="5107684" y="2395698"/>
                </a:lnTo>
                <a:cubicBezTo>
                  <a:pt x="5107815" y="2395961"/>
                  <a:pt x="5107684" y="2396552"/>
                  <a:pt x="5107684" y="2396552"/>
                </a:cubicBezTo>
                <a:lnTo>
                  <a:pt x="5103153" y="2404434"/>
                </a:lnTo>
                <a:cubicBezTo>
                  <a:pt x="5102955" y="2404696"/>
                  <a:pt x="5102364" y="2404893"/>
                  <a:pt x="5102364" y="2404893"/>
                </a:cubicBezTo>
                <a:lnTo>
                  <a:pt x="5093300" y="2404893"/>
                </a:lnTo>
                <a:cubicBezTo>
                  <a:pt x="5092972" y="2404893"/>
                  <a:pt x="5092512" y="2404434"/>
                  <a:pt x="5092512" y="2404434"/>
                </a:cubicBezTo>
                <a:lnTo>
                  <a:pt x="5087979" y="2396552"/>
                </a:lnTo>
                <a:cubicBezTo>
                  <a:pt x="5087848" y="2396289"/>
                  <a:pt x="5087979" y="2395698"/>
                  <a:pt x="5087979" y="2395698"/>
                </a:cubicBezTo>
                <a:lnTo>
                  <a:pt x="5092512" y="2387816"/>
                </a:lnTo>
                <a:cubicBezTo>
                  <a:pt x="5092708" y="2387554"/>
                  <a:pt x="5093300" y="2387357"/>
                  <a:pt x="5093300" y="2387357"/>
                </a:cubicBezTo>
                <a:close/>
                <a:moveTo>
                  <a:pt x="4838919" y="2387357"/>
                </a:moveTo>
                <a:lnTo>
                  <a:pt x="4847982" y="2387357"/>
                </a:lnTo>
                <a:cubicBezTo>
                  <a:pt x="4848311" y="2387357"/>
                  <a:pt x="4848772" y="2387816"/>
                  <a:pt x="4848772" y="2387816"/>
                </a:cubicBezTo>
                <a:lnTo>
                  <a:pt x="4853303" y="2395698"/>
                </a:lnTo>
                <a:cubicBezTo>
                  <a:pt x="4853435" y="2395961"/>
                  <a:pt x="4853303" y="2396552"/>
                  <a:pt x="4853303" y="2396552"/>
                </a:cubicBezTo>
                <a:lnTo>
                  <a:pt x="4848772" y="2404434"/>
                </a:lnTo>
                <a:cubicBezTo>
                  <a:pt x="4848575" y="2404696"/>
                  <a:pt x="4847982" y="2404893"/>
                  <a:pt x="4847982" y="2404893"/>
                </a:cubicBezTo>
                <a:lnTo>
                  <a:pt x="4838919" y="2404893"/>
                </a:lnTo>
                <a:cubicBezTo>
                  <a:pt x="4838590" y="2404893"/>
                  <a:pt x="4838132" y="2404434"/>
                  <a:pt x="4838132" y="2404434"/>
                </a:cubicBezTo>
                <a:lnTo>
                  <a:pt x="4833598" y="2396552"/>
                </a:lnTo>
                <a:cubicBezTo>
                  <a:pt x="4833467" y="2396289"/>
                  <a:pt x="4833598" y="2395698"/>
                  <a:pt x="4833598" y="2395698"/>
                </a:cubicBezTo>
                <a:lnTo>
                  <a:pt x="4838132" y="2387816"/>
                </a:lnTo>
                <a:cubicBezTo>
                  <a:pt x="4838328" y="2387554"/>
                  <a:pt x="4838919" y="2387357"/>
                  <a:pt x="4838919" y="2387357"/>
                </a:cubicBezTo>
                <a:close/>
                <a:moveTo>
                  <a:pt x="4584538" y="2387357"/>
                </a:moveTo>
                <a:lnTo>
                  <a:pt x="4593603" y="2387357"/>
                </a:lnTo>
                <a:cubicBezTo>
                  <a:pt x="4593932" y="2387357"/>
                  <a:pt x="4594390" y="2387816"/>
                  <a:pt x="4594390" y="2387816"/>
                </a:cubicBezTo>
                <a:lnTo>
                  <a:pt x="4598922" y="2395698"/>
                </a:lnTo>
                <a:cubicBezTo>
                  <a:pt x="4599054" y="2395961"/>
                  <a:pt x="4598922" y="2396552"/>
                  <a:pt x="4598922" y="2396552"/>
                </a:cubicBezTo>
                <a:lnTo>
                  <a:pt x="4594390" y="2404434"/>
                </a:lnTo>
                <a:cubicBezTo>
                  <a:pt x="4594193" y="2404696"/>
                  <a:pt x="4593603" y="2404893"/>
                  <a:pt x="4593603" y="2404893"/>
                </a:cubicBezTo>
                <a:lnTo>
                  <a:pt x="4584538" y="2404893"/>
                </a:lnTo>
                <a:cubicBezTo>
                  <a:pt x="4584210" y="2404893"/>
                  <a:pt x="4583749" y="2404434"/>
                  <a:pt x="4583749" y="2404434"/>
                </a:cubicBezTo>
                <a:lnTo>
                  <a:pt x="4579218" y="2396552"/>
                </a:lnTo>
                <a:cubicBezTo>
                  <a:pt x="4579087" y="2396289"/>
                  <a:pt x="4579218" y="2395698"/>
                  <a:pt x="4579218" y="2395698"/>
                </a:cubicBezTo>
                <a:lnTo>
                  <a:pt x="4583749" y="2387816"/>
                </a:lnTo>
                <a:cubicBezTo>
                  <a:pt x="4583948" y="2387554"/>
                  <a:pt x="4584538" y="2387357"/>
                  <a:pt x="4584538" y="2387357"/>
                </a:cubicBezTo>
                <a:close/>
                <a:moveTo>
                  <a:pt x="4330157" y="2387357"/>
                </a:moveTo>
                <a:lnTo>
                  <a:pt x="4339222" y="2387357"/>
                </a:lnTo>
                <a:cubicBezTo>
                  <a:pt x="4339550" y="2387357"/>
                  <a:pt x="4340010" y="2387816"/>
                  <a:pt x="4340010" y="2387816"/>
                </a:cubicBezTo>
                <a:lnTo>
                  <a:pt x="4344540" y="2395698"/>
                </a:lnTo>
                <a:cubicBezTo>
                  <a:pt x="4344672" y="2395961"/>
                  <a:pt x="4344540" y="2396552"/>
                  <a:pt x="4344540" y="2396552"/>
                </a:cubicBezTo>
                <a:lnTo>
                  <a:pt x="4340010" y="2404434"/>
                </a:lnTo>
                <a:cubicBezTo>
                  <a:pt x="4339812" y="2404696"/>
                  <a:pt x="4339222" y="2404893"/>
                  <a:pt x="4339222" y="2404893"/>
                </a:cubicBezTo>
                <a:lnTo>
                  <a:pt x="4330157" y="2404893"/>
                </a:lnTo>
                <a:cubicBezTo>
                  <a:pt x="4329829" y="2404893"/>
                  <a:pt x="4329369" y="2404434"/>
                  <a:pt x="4329369" y="2404434"/>
                </a:cubicBezTo>
                <a:lnTo>
                  <a:pt x="4324836" y="2396552"/>
                </a:lnTo>
                <a:cubicBezTo>
                  <a:pt x="4324706" y="2396289"/>
                  <a:pt x="4324836" y="2395698"/>
                  <a:pt x="4324836" y="2395698"/>
                </a:cubicBezTo>
                <a:lnTo>
                  <a:pt x="4329369" y="2387816"/>
                </a:lnTo>
                <a:cubicBezTo>
                  <a:pt x="4329565" y="2387554"/>
                  <a:pt x="4330157" y="2387357"/>
                  <a:pt x="4330157" y="2387357"/>
                </a:cubicBezTo>
                <a:close/>
                <a:moveTo>
                  <a:pt x="4075960" y="2387357"/>
                </a:moveTo>
                <a:lnTo>
                  <a:pt x="4085024" y="2387357"/>
                </a:lnTo>
                <a:cubicBezTo>
                  <a:pt x="4085354" y="2387357"/>
                  <a:pt x="4085812" y="2387816"/>
                  <a:pt x="4085812" y="2387816"/>
                </a:cubicBezTo>
                <a:lnTo>
                  <a:pt x="4090345" y="2395698"/>
                </a:lnTo>
                <a:cubicBezTo>
                  <a:pt x="4090475" y="2395961"/>
                  <a:pt x="4090345" y="2396552"/>
                  <a:pt x="4090345" y="2396552"/>
                </a:cubicBezTo>
                <a:lnTo>
                  <a:pt x="4085812" y="2404434"/>
                </a:lnTo>
                <a:cubicBezTo>
                  <a:pt x="4085618" y="2404696"/>
                  <a:pt x="4085024" y="2404893"/>
                  <a:pt x="4085024" y="2404893"/>
                </a:cubicBezTo>
                <a:lnTo>
                  <a:pt x="4075960" y="2404893"/>
                </a:lnTo>
                <a:cubicBezTo>
                  <a:pt x="4075631" y="2404893"/>
                  <a:pt x="4075171" y="2404434"/>
                  <a:pt x="4075171" y="2404434"/>
                </a:cubicBezTo>
                <a:lnTo>
                  <a:pt x="4070639" y="2396552"/>
                </a:lnTo>
                <a:cubicBezTo>
                  <a:pt x="4070508" y="2396289"/>
                  <a:pt x="4070639" y="2395698"/>
                  <a:pt x="4070639" y="2395698"/>
                </a:cubicBezTo>
                <a:lnTo>
                  <a:pt x="4075171" y="2387816"/>
                </a:lnTo>
                <a:cubicBezTo>
                  <a:pt x="4075366" y="2387554"/>
                  <a:pt x="4075960" y="2387357"/>
                  <a:pt x="4075960" y="2387357"/>
                </a:cubicBezTo>
                <a:close/>
                <a:moveTo>
                  <a:pt x="3821617" y="2387357"/>
                </a:moveTo>
                <a:lnTo>
                  <a:pt x="3830683" y="2387357"/>
                </a:lnTo>
                <a:cubicBezTo>
                  <a:pt x="3831010" y="2387357"/>
                  <a:pt x="3831470" y="2387816"/>
                  <a:pt x="3831470" y="2387816"/>
                </a:cubicBezTo>
                <a:lnTo>
                  <a:pt x="3836003" y="2395698"/>
                </a:lnTo>
                <a:cubicBezTo>
                  <a:pt x="3836135" y="2395961"/>
                  <a:pt x="3836003" y="2396552"/>
                  <a:pt x="3836003" y="2396552"/>
                </a:cubicBezTo>
                <a:lnTo>
                  <a:pt x="3831470" y="2404434"/>
                </a:lnTo>
                <a:cubicBezTo>
                  <a:pt x="3831273" y="2404696"/>
                  <a:pt x="3830683" y="2404893"/>
                  <a:pt x="3830683" y="2404893"/>
                </a:cubicBezTo>
                <a:lnTo>
                  <a:pt x="3821617" y="2404893"/>
                </a:lnTo>
                <a:cubicBezTo>
                  <a:pt x="3821286" y="2404893"/>
                  <a:pt x="3820828" y="2404434"/>
                  <a:pt x="3820828" y="2404434"/>
                </a:cubicBezTo>
                <a:lnTo>
                  <a:pt x="3816298" y="2396552"/>
                </a:lnTo>
                <a:cubicBezTo>
                  <a:pt x="3816165" y="2396289"/>
                  <a:pt x="3816298" y="2395698"/>
                  <a:pt x="3816298" y="2395698"/>
                </a:cubicBezTo>
                <a:lnTo>
                  <a:pt x="3820828" y="2387816"/>
                </a:lnTo>
                <a:cubicBezTo>
                  <a:pt x="3821027" y="2387554"/>
                  <a:pt x="3821617" y="2387357"/>
                  <a:pt x="3821617" y="2387357"/>
                </a:cubicBezTo>
                <a:close/>
                <a:moveTo>
                  <a:pt x="3567079" y="2387357"/>
                </a:moveTo>
                <a:lnTo>
                  <a:pt x="3576143" y="2387357"/>
                </a:lnTo>
                <a:cubicBezTo>
                  <a:pt x="3576472" y="2387357"/>
                  <a:pt x="3576931" y="2387816"/>
                  <a:pt x="3576931" y="2387816"/>
                </a:cubicBezTo>
                <a:lnTo>
                  <a:pt x="3581463" y="2395698"/>
                </a:lnTo>
                <a:cubicBezTo>
                  <a:pt x="3581595" y="2395961"/>
                  <a:pt x="3581463" y="2396552"/>
                  <a:pt x="3581463" y="2396552"/>
                </a:cubicBezTo>
                <a:lnTo>
                  <a:pt x="3576931" y="2404434"/>
                </a:lnTo>
                <a:cubicBezTo>
                  <a:pt x="3576734" y="2404696"/>
                  <a:pt x="3576143" y="2404893"/>
                  <a:pt x="3576143" y="2404893"/>
                </a:cubicBezTo>
                <a:lnTo>
                  <a:pt x="3567079" y="2404893"/>
                </a:lnTo>
                <a:cubicBezTo>
                  <a:pt x="3566749" y="2404893"/>
                  <a:pt x="3566290" y="2404434"/>
                  <a:pt x="3566290" y="2404434"/>
                </a:cubicBezTo>
                <a:lnTo>
                  <a:pt x="3561758" y="2396552"/>
                </a:lnTo>
                <a:cubicBezTo>
                  <a:pt x="3561626" y="2396289"/>
                  <a:pt x="3561758" y="2395698"/>
                  <a:pt x="3561758" y="2395698"/>
                </a:cubicBezTo>
                <a:lnTo>
                  <a:pt x="3566290" y="2387816"/>
                </a:lnTo>
                <a:cubicBezTo>
                  <a:pt x="3566486" y="2387554"/>
                  <a:pt x="3567079" y="2387357"/>
                  <a:pt x="3567079" y="2387357"/>
                </a:cubicBezTo>
                <a:close/>
                <a:moveTo>
                  <a:pt x="3312804" y="2387357"/>
                </a:moveTo>
                <a:lnTo>
                  <a:pt x="3321868" y="2387357"/>
                </a:lnTo>
                <a:cubicBezTo>
                  <a:pt x="3322196" y="2387357"/>
                  <a:pt x="3322657" y="2387816"/>
                  <a:pt x="3322657" y="2387816"/>
                </a:cubicBezTo>
                <a:lnTo>
                  <a:pt x="3327189" y="2395698"/>
                </a:lnTo>
                <a:cubicBezTo>
                  <a:pt x="3327320" y="2395961"/>
                  <a:pt x="3327189" y="2396552"/>
                  <a:pt x="3327189" y="2396552"/>
                </a:cubicBezTo>
                <a:lnTo>
                  <a:pt x="3322657" y="2404434"/>
                </a:lnTo>
                <a:cubicBezTo>
                  <a:pt x="3322460" y="2404696"/>
                  <a:pt x="3321868" y="2404893"/>
                  <a:pt x="3321868" y="2404893"/>
                </a:cubicBezTo>
                <a:lnTo>
                  <a:pt x="3312804" y="2404893"/>
                </a:lnTo>
                <a:cubicBezTo>
                  <a:pt x="3312473" y="2404893"/>
                  <a:pt x="3312016" y="2404434"/>
                  <a:pt x="3312016" y="2404434"/>
                </a:cubicBezTo>
                <a:lnTo>
                  <a:pt x="3307483" y="2396552"/>
                </a:lnTo>
                <a:cubicBezTo>
                  <a:pt x="3307352" y="2396289"/>
                  <a:pt x="3307483" y="2395698"/>
                  <a:pt x="3307483" y="2395698"/>
                </a:cubicBezTo>
                <a:lnTo>
                  <a:pt x="3312016" y="2387816"/>
                </a:lnTo>
                <a:cubicBezTo>
                  <a:pt x="3312212" y="2387554"/>
                  <a:pt x="3312804" y="2387357"/>
                  <a:pt x="3312804" y="2387357"/>
                </a:cubicBezTo>
                <a:close/>
                <a:moveTo>
                  <a:pt x="3058437" y="2387357"/>
                </a:moveTo>
                <a:lnTo>
                  <a:pt x="3067503" y="2387357"/>
                </a:lnTo>
                <a:cubicBezTo>
                  <a:pt x="3067832" y="2387357"/>
                  <a:pt x="3068292" y="2387816"/>
                  <a:pt x="3068292" y="2387816"/>
                </a:cubicBezTo>
                <a:lnTo>
                  <a:pt x="3072824" y="2395698"/>
                </a:lnTo>
                <a:cubicBezTo>
                  <a:pt x="3072955" y="2395961"/>
                  <a:pt x="3072824" y="2396552"/>
                  <a:pt x="3072824" y="2396552"/>
                </a:cubicBezTo>
                <a:lnTo>
                  <a:pt x="3068292" y="2404434"/>
                </a:lnTo>
                <a:cubicBezTo>
                  <a:pt x="3068097" y="2404696"/>
                  <a:pt x="3067503" y="2404893"/>
                  <a:pt x="3067503" y="2404893"/>
                </a:cubicBezTo>
                <a:lnTo>
                  <a:pt x="3058437" y="2404893"/>
                </a:lnTo>
                <a:cubicBezTo>
                  <a:pt x="3058109" y="2404893"/>
                  <a:pt x="3057649" y="2404434"/>
                  <a:pt x="3057649" y="2404434"/>
                </a:cubicBezTo>
                <a:lnTo>
                  <a:pt x="3053119" y="2396552"/>
                </a:lnTo>
                <a:cubicBezTo>
                  <a:pt x="3052985" y="2396289"/>
                  <a:pt x="3053119" y="2395698"/>
                  <a:pt x="3053119" y="2395698"/>
                </a:cubicBezTo>
                <a:lnTo>
                  <a:pt x="3057649" y="2387816"/>
                </a:lnTo>
                <a:cubicBezTo>
                  <a:pt x="3057849" y="2387554"/>
                  <a:pt x="3058437" y="2387357"/>
                  <a:pt x="3058437" y="2387357"/>
                </a:cubicBezTo>
                <a:close/>
                <a:moveTo>
                  <a:pt x="2803838" y="2387357"/>
                </a:moveTo>
                <a:lnTo>
                  <a:pt x="2812903" y="2387357"/>
                </a:lnTo>
                <a:cubicBezTo>
                  <a:pt x="2813231" y="2387357"/>
                  <a:pt x="2813691" y="2387816"/>
                  <a:pt x="2813691" y="2387816"/>
                </a:cubicBezTo>
                <a:lnTo>
                  <a:pt x="2818223" y="2395698"/>
                </a:lnTo>
                <a:cubicBezTo>
                  <a:pt x="2818354" y="2395961"/>
                  <a:pt x="2818223" y="2396552"/>
                  <a:pt x="2818223" y="2396552"/>
                </a:cubicBezTo>
                <a:lnTo>
                  <a:pt x="2813691" y="2404434"/>
                </a:lnTo>
                <a:cubicBezTo>
                  <a:pt x="2813494" y="2404696"/>
                  <a:pt x="2812903" y="2404893"/>
                  <a:pt x="2812903" y="2404893"/>
                </a:cubicBezTo>
                <a:lnTo>
                  <a:pt x="2803838" y="2404893"/>
                </a:lnTo>
                <a:cubicBezTo>
                  <a:pt x="2803509" y="2404893"/>
                  <a:pt x="2803049" y="2404434"/>
                  <a:pt x="2803049" y="2404434"/>
                </a:cubicBezTo>
                <a:lnTo>
                  <a:pt x="2798517" y="2396552"/>
                </a:lnTo>
                <a:cubicBezTo>
                  <a:pt x="2798386" y="2396289"/>
                  <a:pt x="2798517" y="2395698"/>
                  <a:pt x="2798517" y="2395698"/>
                </a:cubicBezTo>
                <a:lnTo>
                  <a:pt x="2803049" y="2387816"/>
                </a:lnTo>
                <a:cubicBezTo>
                  <a:pt x="2803248" y="2387554"/>
                  <a:pt x="2803838" y="2387357"/>
                  <a:pt x="2803838" y="2387357"/>
                </a:cubicBezTo>
                <a:close/>
                <a:moveTo>
                  <a:pt x="2549521" y="2387357"/>
                </a:moveTo>
                <a:lnTo>
                  <a:pt x="2558587" y="2387357"/>
                </a:lnTo>
                <a:cubicBezTo>
                  <a:pt x="2558915" y="2387357"/>
                  <a:pt x="2559375" y="2387816"/>
                  <a:pt x="2559375" y="2387816"/>
                </a:cubicBezTo>
                <a:lnTo>
                  <a:pt x="2563905" y="2395698"/>
                </a:lnTo>
                <a:cubicBezTo>
                  <a:pt x="2564037" y="2395961"/>
                  <a:pt x="2563905" y="2396552"/>
                  <a:pt x="2563905" y="2396552"/>
                </a:cubicBezTo>
                <a:lnTo>
                  <a:pt x="2559375" y="2404434"/>
                </a:lnTo>
                <a:cubicBezTo>
                  <a:pt x="2559178" y="2404696"/>
                  <a:pt x="2558587" y="2404893"/>
                  <a:pt x="2558587" y="2404893"/>
                </a:cubicBezTo>
                <a:lnTo>
                  <a:pt x="2549521" y="2404893"/>
                </a:lnTo>
                <a:cubicBezTo>
                  <a:pt x="2549194" y="2404893"/>
                  <a:pt x="2548733" y="2404434"/>
                  <a:pt x="2548733" y="2404434"/>
                </a:cubicBezTo>
                <a:lnTo>
                  <a:pt x="2544202" y="2396552"/>
                </a:lnTo>
                <a:cubicBezTo>
                  <a:pt x="2544071" y="2396289"/>
                  <a:pt x="2544202" y="2395698"/>
                  <a:pt x="2544202" y="2395698"/>
                </a:cubicBezTo>
                <a:lnTo>
                  <a:pt x="2548733" y="2387816"/>
                </a:lnTo>
                <a:cubicBezTo>
                  <a:pt x="2548930" y="2387554"/>
                  <a:pt x="2549521" y="2387357"/>
                  <a:pt x="2549521" y="2387357"/>
                </a:cubicBezTo>
                <a:close/>
                <a:moveTo>
                  <a:pt x="2295138" y="2387357"/>
                </a:moveTo>
                <a:lnTo>
                  <a:pt x="2304204" y="2387357"/>
                </a:lnTo>
                <a:cubicBezTo>
                  <a:pt x="2304532" y="2387357"/>
                  <a:pt x="2304992" y="2387816"/>
                  <a:pt x="2304992" y="2387816"/>
                </a:cubicBezTo>
                <a:lnTo>
                  <a:pt x="2309523" y="2395698"/>
                </a:lnTo>
                <a:cubicBezTo>
                  <a:pt x="2309655" y="2395961"/>
                  <a:pt x="2309523" y="2396552"/>
                  <a:pt x="2309523" y="2396552"/>
                </a:cubicBezTo>
                <a:lnTo>
                  <a:pt x="2304992" y="2404434"/>
                </a:lnTo>
                <a:cubicBezTo>
                  <a:pt x="2304795" y="2404696"/>
                  <a:pt x="2304204" y="2404893"/>
                  <a:pt x="2304204" y="2404893"/>
                </a:cubicBezTo>
                <a:lnTo>
                  <a:pt x="2295138" y="2404893"/>
                </a:lnTo>
                <a:cubicBezTo>
                  <a:pt x="2294812" y="2404893"/>
                  <a:pt x="2294350" y="2404434"/>
                  <a:pt x="2294350" y="2404434"/>
                </a:cubicBezTo>
                <a:lnTo>
                  <a:pt x="2289819" y="2396552"/>
                </a:lnTo>
                <a:cubicBezTo>
                  <a:pt x="2289688" y="2396289"/>
                  <a:pt x="2289819" y="2395698"/>
                  <a:pt x="2289819" y="2395698"/>
                </a:cubicBezTo>
                <a:lnTo>
                  <a:pt x="2294350" y="2387816"/>
                </a:lnTo>
                <a:cubicBezTo>
                  <a:pt x="2294547" y="2387554"/>
                  <a:pt x="2295138" y="2387357"/>
                  <a:pt x="2295138" y="2387357"/>
                </a:cubicBezTo>
                <a:close/>
                <a:moveTo>
                  <a:pt x="2040693" y="2387357"/>
                </a:moveTo>
                <a:lnTo>
                  <a:pt x="2049755" y="2387357"/>
                </a:lnTo>
                <a:cubicBezTo>
                  <a:pt x="2050084" y="2387357"/>
                  <a:pt x="2050543" y="2387816"/>
                  <a:pt x="2050543" y="2387816"/>
                </a:cubicBezTo>
                <a:lnTo>
                  <a:pt x="2055075" y="2395698"/>
                </a:lnTo>
                <a:cubicBezTo>
                  <a:pt x="2055206" y="2395961"/>
                  <a:pt x="2055075" y="2396552"/>
                  <a:pt x="2055075" y="2396552"/>
                </a:cubicBezTo>
                <a:lnTo>
                  <a:pt x="2050543" y="2404434"/>
                </a:lnTo>
                <a:cubicBezTo>
                  <a:pt x="2050346" y="2404696"/>
                  <a:pt x="2049755" y="2404893"/>
                  <a:pt x="2049755" y="2404893"/>
                </a:cubicBezTo>
                <a:lnTo>
                  <a:pt x="2040693" y="2404893"/>
                </a:lnTo>
                <a:cubicBezTo>
                  <a:pt x="2040362" y="2404893"/>
                  <a:pt x="2039905" y="2404434"/>
                  <a:pt x="2039905" y="2404434"/>
                </a:cubicBezTo>
                <a:lnTo>
                  <a:pt x="2035368" y="2396552"/>
                </a:lnTo>
                <a:cubicBezTo>
                  <a:pt x="2035238" y="2396289"/>
                  <a:pt x="2035368" y="2395698"/>
                  <a:pt x="2035368" y="2395698"/>
                </a:cubicBezTo>
                <a:lnTo>
                  <a:pt x="2039905" y="2387816"/>
                </a:lnTo>
                <a:cubicBezTo>
                  <a:pt x="2040100" y="2387554"/>
                  <a:pt x="2040693" y="2387357"/>
                  <a:pt x="2040693" y="2387357"/>
                </a:cubicBezTo>
                <a:close/>
                <a:moveTo>
                  <a:pt x="1786336" y="2387357"/>
                </a:moveTo>
                <a:lnTo>
                  <a:pt x="1795401" y="2387357"/>
                </a:lnTo>
                <a:cubicBezTo>
                  <a:pt x="1795729" y="2387357"/>
                  <a:pt x="1796188" y="2387816"/>
                  <a:pt x="1796188" y="2387816"/>
                </a:cubicBezTo>
                <a:lnTo>
                  <a:pt x="1800721" y="2395698"/>
                </a:lnTo>
                <a:cubicBezTo>
                  <a:pt x="1800852" y="2395961"/>
                  <a:pt x="1800721" y="2396552"/>
                  <a:pt x="1800721" y="2396552"/>
                </a:cubicBezTo>
                <a:lnTo>
                  <a:pt x="1796188" y="2404434"/>
                </a:lnTo>
                <a:cubicBezTo>
                  <a:pt x="1795992" y="2404696"/>
                  <a:pt x="1795401" y="2404893"/>
                  <a:pt x="1795401" y="2404893"/>
                </a:cubicBezTo>
                <a:lnTo>
                  <a:pt x="1786336" y="2404893"/>
                </a:lnTo>
                <a:cubicBezTo>
                  <a:pt x="1786009" y="2404893"/>
                  <a:pt x="1785548" y="2404434"/>
                  <a:pt x="1785548" y="2404434"/>
                </a:cubicBezTo>
                <a:lnTo>
                  <a:pt x="1781016" y="2396552"/>
                </a:lnTo>
                <a:cubicBezTo>
                  <a:pt x="1780885" y="2396289"/>
                  <a:pt x="1781016" y="2395698"/>
                  <a:pt x="1781016" y="2395698"/>
                </a:cubicBezTo>
                <a:lnTo>
                  <a:pt x="1785548" y="2387816"/>
                </a:lnTo>
                <a:cubicBezTo>
                  <a:pt x="1785745" y="2387554"/>
                  <a:pt x="1786336" y="2387357"/>
                  <a:pt x="1786336" y="2387357"/>
                </a:cubicBezTo>
                <a:close/>
                <a:moveTo>
                  <a:pt x="1531890" y="2387357"/>
                </a:moveTo>
                <a:lnTo>
                  <a:pt x="1540953" y="2387357"/>
                </a:lnTo>
                <a:cubicBezTo>
                  <a:pt x="1541282" y="2387357"/>
                  <a:pt x="1541741" y="2387816"/>
                  <a:pt x="1541741" y="2387816"/>
                </a:cubicBezTo>
                <a:lnTo>
                  <a:pt x="1546273" y="2395698"/>
                </a:lnTo>
                <a:cubicBezTo>
                  <a:pt x="1546406" y="2395961"/>
                  <a:pt x="1546273" y="2396552"/>
                  <a:pt x="1546273" y="2396552"/>
                </a:cubicBezTo>
                <a:lnTo>
                  <a:pt x="1541741" y="2404434"/>
                </a:lnTo>
                <a:cubicBezTo>
                  <a:pt x="1541544" y="2404696"/>
                  <a:pt x="1540953" y="2404893"/>
                  <a:pt x="1540953" y="2404893"/>
                </a:cubicBezTo>
                <a:lnTo>
                  <a:pt x="1531890" y="2404893"/>
                </a:lnTo>
                <a:cubicBezTo>
                  <a:pt x="1531559" y="2404893"/>
                  <a:pt x="1531103" y="2404434"/>
                  <a:pt x="1531103" y="2404434"/>
                </a:cubicBezTo>
                <a:lnTo>
                  <a:pt x="1526569" y="2396552"/>
                </a:lnTo>
                <a:cubicBezTo>
                  <a:pt x="1526436" y="2396289"/>
                  <a:pt x="1526569" y="2395698"/>
                  <a:pt x="1526569" y="2395698"/>
                </a:cubicBezTo>
                <a:lnTo>
                  <a:pt x="1531103" y="2387816"/>
                </a:lnTo>
                <a:cubicBezTo>
                  <a:pt x="1531299" y="2387554"/>
                  <a:pt x="1531890" y="2387357"/>
                  <a:pt x="1531890" y="2387357"/>
                </a:cubicBezTo>
                <a:close/>
                <a:moveTo>
                  <a:pt x="1277563" y="2387357"/>
                </a:moveTo>
                <a:lnTo>
                  <a:pt x="1286627" y="2387357"/>
                </a:lnTo>
                <a:cubicBezTo>
                  <a:pt x="1286956" y="2387357"/>
                  <a:pt x="1287417" y="2387816"/>
                  <a:pt x="1287417" y="2387816"/>
                </a:cubicBezTo>
                <a:lnTo>
                  <a:pt x="1291948" y="2395698"/>
                </a:lnTo>
                <a:cubicBezTo>
                  <a:pt x="1292080" y="2395961"/>
                  <a:pt x="1291948" y="2396552"/>
                  <a:pt x="1291948" y="2396552"/>
                </a:cubicBezTo>
                <a:lnTo>
                  <a:pt x="1287417" y="2404434"/>
                </a:lnTo>
                <a:cubicBezTo>
                  <a:pt x="1287219" y="2404696"/>
                  <a:pt x="1286627" y="2404893"/>
                  <a:pt x="1286627" y="2404893"/>
                </a:cubicBezTo>
                <a:lnTo>
                  <a:pt x="1277563" y="2404893"/>
                </a:lnTo>
                <a:cubicBezTo>
                  <a:pt x="1277234" y="2404893"/>
                  <a:pt x="1276775" y="2404434"/>
                  <a:pt x="1276775" y="2404434"/>
                </a:cubicBezTo>
                <a:lnTo>
                  <a:pt x="1272243" y="2396552"/>
                </a:lnTo>
                <a:cubicBezTo>
                  <a:pt x="1272111" y="2396289"/>
                  <a:pt x="1272243" y="2395698"/>
                  <a:pt x="1272243" y="2395698"/>
                </a:cubicBezTo>
                <a:lnTo>
                  <a:pt x="1276775" y="2387816"/>
                </a:lnTo>
                <a:cubicBezTo>
                  <a:pt x="1276972" y="2387554"/>
                  <a:pt x="1277563" y="2387357"/>
                  <a:pt x="1277563" y="2387357"/>
                </a:cubicBezTo>
                <a:close/>
                <a:moveTo>
                  <a:pt x="1023071" y="2387357"/>
                </a:moveTo>
                <a:lnTo>
                  <a:pt x="1032135" y="2387357"/>
                </a:lnTo>
                <a:cubicBezTo>
                  <a:pt x="1032464" y="2387357"/>
                  <a:pt x="1032923" y="2387816"/>
                  <a:pt x="1032923" y="2387816"/>
                </a:cubicBezTo>
                <a:lnTo>
                  <a:pt x="1037455" y="2395698"/>
                </a:lnTo>
                <a:cubicBezTo>
                  <a:pt x="1037585" y="2395961"/>
                  <a:pt x="1037455" y="2396552"/>
                  <a:pt x="1037455" y="2396552"/>
                </a:cubicBezTo>
                <a:lnTo>
                  <a:pt x="1032923" y="2404434"/>
                </a:lnTo>
                <a:cubicBezTo>
                  <a:pt x="1032726" y="2404696"/>
                  <a:pt x="1032135" y="2404893"/>
                  <a:pt x="1032135" y="2404893"/>
                </a:cubicBezTo>
                <a:lnTo>
                  <a:pt x="1023071" y="2404893"/>
                </a:lnTo>
                <a:cubicBezTo>
                  <a:pt x="1022742" y="2404893"/>
                  <a:pt x="1022283" y="2404434"/>
                  <a:pt x="1022283" y="2404434"/>
                </a:cubicBezTo>
                <a:lnTo>
                  <a:pt x="1017750" y="2396552"/>
                </a:lnTo>
                <a:cubicBezTo>
                  <a:pt x="1017620" y="2396289"/>
                  <a:pt x="1017750" y="2395698"/>
                  <a:pt x="1017750" y="2395698"/>
                </a:cubicBezTo>
                <a:lnTo>
                  <a:pt x="1022283" y="2387816"/>
                </a:lnTo>
                <a:cubicBezTo>
                  <a:pt x="1022480" y="2387554"/>
                  <a:pt x="1023071" y="2387357"/>
                  <a:pt x="1023071" y="2387357"/>
                </a:cubicBezTo>
                <a:close/>
                <a:moveTo>
                  <a:pt x="768604" y="2387357"/>
                </a:moveTo>
                <a:lnTo>
                  <a:pt x="777668" y="2387357"/>
                </a:lnTo>
                <a:cubicBezTo>
                  <a:pt x="777996" y="2387357"/>
                  <a:pt x="778456" y="2387816"/>
                  <a:pt x="778456" y="2387816"/>
                </a:cubicBezTo>
                <a:lnTo>
                  <a:pt x="782988" y="2395698"/>
                </a:lnTo>
                <a:cubicBezTo>
                  <a:pt x="783119" y="2395961"/>
                  <a:pt x="782988" y="2396552"/>
                  <a:pt x="782988" y="2396552"/>
                </a:cubicBezTo>
                <a:lnTo>
                  <a:pt x="778456" y="2404434"/>
                </a:lnTo>
                <a:cubicBezTo>
                  <a:pt x="778259" y="2404696"/>
                  <a:pt x="777668" y="2404893"/>
                  <a:pt x="777668" y="2404893"/>
                </a:cubicBezTo>
                <a:lnTo>
                  <a:pt x="768604" y="2404893"/>
                </a:lnTo>
                <a:cubicBezTo>
                  <a:pt x="768276" y="2404893"/>
                  <a:pt x="767816" y="2404434"/>
                  <a:pt x="767816" y="2404434"/>
                </a:cubicBezTo>
                <a:lnTo>
                  <a:pt x="763283" y="2396552"/>
                </a:lnTo>
                <a:cubicBezTo>
                  <a:pt x="763152" y="2396289"/>
                  <a:pt x="763283" y="2395698"/>
                  <a:pt x="763283" y="2395698"/>
                </a:cubicBezTo>
                <a:lnTo>
                  <a:pt x="767816" y="2387816"/>
                </a:lnTo>
                <a:cubicBezTo>
                  <a:pt x="768013" y="2387554"/>
                  <a:pt x="768604" y="2387357"/>
                  <a:pt x="768604" y="2387357"/>
                </a:cubicBezTo>
                <a:close/>
                <a:moveTo>
                  <a:pt x="514313" y="2387357"/>
                </a:moveTo>
                <a:lnTo>
                  <a:pt x="523377" y="2387357"/>
                </a:lnTo>
                <a:cubicBezTo>
                  <a:pt x="523705" y="2387357"/>
                  <a:pt x="524165" y="2387816"/>
                  <a:pt x="524165" y="2387816"/>
                </a:cubicBezTo>
                <a:lnTo>
                  <a:pt x="528697" y="2395698"/>
                </a:lnTo>
                <a:cubicBezTo>
                  <a:pt x="528828" y="2395961"/>
                  <a:pt x="528697" y="2396552"/>
                  <a:pt x="528697" y="2396552"/>
                </a:cubicBezTo>
                <a:lnTo>
                  <a:pt x="524165" y="2404434"/>
                </a:lnTo>
                <a:cubicBezTo>
                  <a:pt x="523969" y="2404696"/>
                  <a:pt x="523377" y="2404893"/>
                  <a:pt x="523377" y="2404893"/>
                </a:cubicBezTo>
                <a:lnTo>
                  <a:pt x="514313" y="2404893"/>
                </a:lnTo>
                <a:cubicBezTo>
                  <a:pt x="513984" y="2404893"/>
                  <a:pt x="513526" y="2404434"/>
                  <a:pt x="513526" y="2404434"/>
                </a:cubicBezTo>
                <a:lnTo>
                  <a:pt x="508992" y="2396552"/>
                </a:lnTo>
                <a:cubicBezTo>
                  <a:pt x="508861" y="2396289"/>
                  <a:pt x="508992" y="2395698"/>
                  <a:pt x="508992" y="2395698"/>
                </a:cubicBezTo>
                <a:lnTo>
                  <a:pt x="513526" y="2387816"/>
                </a:lnTo>
                <a:cubicBezTo>
                  <a:pt x="513723" y="2387554"/>
                  <a:pt x="514313" y="2387357"/>
                  <a:pt x="514313" y="2387357"/>
                </a:cubicBezTo>
                <a:close/>
                <a:moveTo>
                  <a:pt x="259899" y="2387357"/>
                </a:moveTo>
                <a:lnTo>
                  <a:pt x="268962" y="2387357"/>
                </a:lnTo>
                <a:cubicBezTo>
                  <a:pt x="269291" y="2387357"/>
                  <a:pt x="269751" y="2387816"/>
                  <a:pt x="269751" y="2387816"/>
                </a:cubicBezTo>
                <a:lnTo>
                  <a:pt x="274282" y="2395698"/>
                </a:lnTo>
                <a:cubicBezTo>
                  <a:pt x="274414" y="2395961"/>
                  <a:pt x="274282" y="2396552"/>
                  <a:pt x="274282" y="2396552"/>
                </a:cubicBezTo>
                <a:lnTo>
                  <a:pt x="269751" y="2404434"/>
                </a:lnTo>
                <a:cubicBezTo>
                  <a:pt x="269554" y="2404696"/>
                  <a:pt x="268962" y="2404893"/>
                  <a:pt x="268962" y="2404893"/>
                </a:cubicBezTo>
                <a:lnTo>
                  <a:pt x="259899" y="2404893"/>
                </a:lnTo>
                <a:cubicBezTo>
                  <a:pt x="259569" y="2404893"/>
                  <a:pt x="259110" y="2404434"/>
                  <a:pt x="259110" y="2404434"/>
                </a:cubicBezTo>
                <a:lnTo>
                  <a:pt x="254578" y="2396552"/>
                </a:lnTo>
                <a:cubicBezTo>
                  <a:pt x="254446" y="2396289"/>
                  <a:pt x="254578" y="2395698"/>
                  <a:pt x="254578" y="2395698"/>
                </a:cubicBezTo>
                <a:lnTo>
                  <a:pt x="259110" y="2387816"/>
                </a:lnTo>
                <a:cubicBezTo>
                  <a:pt x="259307" y="2387554"/>
                  <a:pt x="259899" y="2387357"/>
                  <a:pt x="259899" y="2387357"/>
                </a:cubicBezTo>
                <a:close/>
                <a:moveTo>
                  <a:pt x="5451" y="2387357"/>
                </a:moveTo>
                <a:lnTo>
                  <a:pt x="14515" y="2387357"/>
                </a:lnTo>
                <a:cubicBezTo>
                  <a:pt x="14843" y="2387357"/>
                  <a:pt x="15302" y="2387816"/>
                  <a:pt x="15302" y="2387816"/>
                </a:cubicBezTo>
                <a:lnTo>
                  <a:pt x="19835" y="2395698"/>
                </a:lnTo>
                <a:cubicBezTo>
                  <a:pt x="19966" y="2395961"/>
                  <a:pt x="19835" y="2396552"/>
                  <a:pt x="19835" y="2396552"/>
                </a:cubicBezTo>
                <a:lnTo>
                  <a:pt x="15302" y="2404434"/>
                </a:lnTo>
                <a:cubicBezTo>
                  <a:pt x="15105" y="2404696"/>
                  <a:pt x="14515" y="2404893"/>
                  <a:pt x="14515" y="2404893"/>
                </a:cubicBezTo>
                <a:lnTo>
                  <a:pt x="5451" y="2404893"/>
                </a:lnTo>
                <a:cubicBezTo>
                  <a:pt x="5122" y="2404893"/>
                  <a:pt x="4662" y="2404434"/>
                  <a:pt x="4662" y="2404434"/>
                </a:cubicBezTo>
                <a:lnTo>
                  <a:pt x="129" y="2396552"/>
                </a:lnTo>
                <a:cubicBezTo>
                  <a:pt x="-2" y="2396289"/>
                  <a:pt x="129" y="2395698"/>
                  <a:pt x="129" y="2395698"/>
                </a:cubicBezTo>
                <a:lnTo>
                  <a:pt x="4662" y="2387816"/>
                </a:lnTo>
                <a:cubicBezTo>
                  <a:pt x="4859" y="2387554"/>
                  <a:pt x="5451" y="2387357"/>
                  <a:pt x="5451" y="2387357"/>
                </a:cubicBezTo>
                <a:close/>
                <a:moveTo>
                  <a:pt x="10435622" y="2170348"/>
                </a:moveTo>
                <a:lnTo>
                  <a:pt x="10444686" y="2170348"/>
                </a:lnTo>
                <a:cubicBezTo>
                  <a:pt x="10445015" y="2170348"/>
                  <a:pt x="10445474" y="2170808"/>
                  <a:pt x="10445474" y="2170808"/>
                </a:cubicBezTo>
                <a:lnTo>
                  <a:pt x="10450007" y="2178689"/>
                </a:lnTo>
                <a:cubicBezTo>
                  <a:pt x="10450138" y="2178952"/>
                  <a:pt x="10450007" y="2179543"/>
                  <a:pt x="10450007" y="2179543"/>
                </a:cubicBezTo>
                <a:lnTo>
                  <a:pt x="10445474" y="2187426"/>
                </a:lnTo>
                <a:cubicBezTo>
                  <a:pt x="10445278" y="2187688"/>
                  <a:pt x="10444686" y="2187886"/>
                  <a:pt x="10444686" y="2187886"/>
                </a:cubicBezTo>
                <a:lnTo>
                  <a:pt x="10435622" y="2187886"/>
                </a:lnTo>
                <a:cubicBezTo>
                  <a:pt x="10435295" y="2187886"/>
                  <a:pt x="10434834" y="2187426"/>
                  <a:pt x="10434834" y="2187426"/>
                </a:cubicBezTo>
                <a:lnTo>
                  <a:pt x="10430302" y="2179543"/>
                </a:lnTo>
                <a:cubicBezTo>
                  <a:pt x="10430171" y="2179280"/>
                  <a:pt x="10430302" y="2178689"/>
                  <a:pt x="10430302" y="2178689"/>
                </a:cubicBezTo>
                <a:lnTo>
                  <a:pt x="10434834" y="2170808"/>
                </a:lnTo>
                <a:cubicBezTo>
                  <a:pt x="10435031" y="2170545"/>
                  <a:pt x="10435622" y="2170348"/>
                  <a:pt x="10435622" y="2170348"/>
                </a:cubicBezTo>
                <a:close/>
                <a:moveTo>
                  <a:pt x="10181242" y="2170348"/>
                </a:moveTo>
                <a:lnTo>
                  <a:pt x="10190305" y="2170348"/>
                </a:lnTo>
                <a:cubicBezTo>
                  <a:pt x="10190635" y="2170348"/>
                  <a:pt x="10191093" y="2170808"/>
                  <a:pt x="10191093" y="2170808"/>
                </a:cubicBezTo>
                <a:lnTo>
                  <a:pt x="10195626" y="2178689"/>
                </a:lnTo>
                <a:cubicBezTo>
                  <a:pt x="10195758" y="2178952"/>
                  <a:pt x="10195626" y="2179543"/>
                  <a:pt x="10195626" y="2179543"/>
                </a:cubicBezTo>
                <a:lnTo>
                  <a:pt x="10191093" y="2187426"/>
                </a:lnTo>
                <a:cubicBezTo>
                  <a:pt x="10190896" y="2187688"/>
                  <a:pt x="10190305" y="2187886"/>
                  <a:pt x="10190305" y="2187886"/>
                </a:cubicBezTo>
                <a:lnTo>
                  <a:pt x="10181242" y="2187886"/>
                </a:lnTo>
                <a:cubicBezTo>
                  <a:pt x="10180914" y="2187886"/>
                  <a:pt x="10180453" y="2187426"/>
                  <a:pt x="10180453" y="2187426"/>
                </a:cubicBezTo>
                <a:lnTo>
                  <a:pt x="10175922" y="2179543"/>
                </a:lnTo>
                <a:cubicBezTo>
                  <a:pt x="10175790" y="2179280"/>
                  <a:pt x="10175922" y="2178689"/>
                  <a:pt x="10175922" y="2178689"/>
                </a:cubicBezTo>
                <a:lnTo>
                  <a:pt x="10180453" y="2170808"/>
                </a:lnTo>
                <a:cubicBezTo>
                  <a:pt x="10180650" y="2170545"/>
                  <a:pt x="10181242" y="2170348"/>
                  <a:pt x="10181242" y="2170348"/>
                </a:cubicBezTo>
                <a:close/>
                <a:moveTo>
                  <a:pt x="9926861" y="2170348"/>
                </a:moveTo>
                <a:lnTo>
                  <a:pt x="9935924" y="2170348"/>
                </a:lnTo>
                <a:cubicBezTo>
                  <a:pt x="9936254" y="2170348"/>
                  <a:pt x="9936713" y="2170808"/>
                  <a:pt x="9936713" y="2170808"/>
                </a:cubicBezTo>
                <a:lnTo>
                  <a:pt x="9941246" y="2178689"/>
                </a:lnTo>
                <a:cubicBezTo>
                  <a:pt x="9941376" y="2178952"/>
                  <a:pt x="9941246" y="2179543"/>
                  <a:pt x="9941246" y="2179543"/>
                </a:cubicBezTo>
                <a:lnTo>
                  <a:pt x="9936713" y="2187426"/>
                </a:lnTo>
                <a:cubicBezTo>
                  <a:pt x="9936516" y="2187688"/>
                  <a:pt x="9935924" y="2187886"/>
                  <a:pt x="9935924" y="2187886"/>
                </a:cubicBezTo>
                <a:lnTo>
                  <a:pt x="9926861" y="2187886"/>
                </a:lnTo>
                <a:cubicBezTo>
                  <a:pt x="9926532" y="2187886"/>
                  <a:pt x="9926073" y="2187426"/>
                  <a:pt x="9926073" y="2187426"/>
                </a:cubicBezTo>
                <a:lnTo>
                  <a:pt x="9921541" y="2179543"/>
                </a:lnTo>
                <a:cubicBezTo>
                  <a:pt x="9921410" y="2179280"/>
                  <a:pt x="9921541" y="2178689"/>
                  <a:pt x="9921541" y="2178689"/>
                </a:cubicBezTo>
                <a:lnTo>
                  <a:pt x="9926073" y="2170808"/>
                </a:lnTo>
                <a:cubicBezTo>
                  <a:pt x="9926270" y="2170545"/>
                  <a:pt x="9926861" y="2170348"/>
                  <a:pt x="9926861" y="2170348"/>
                </a:cubicBezTo>
                <a:close/>
                <a:moveTo>
                  <a:pt x="9672481" y="2170348"/>
                </a:moveTo>
                <a:lnTo>
                  <a:pt x="9681545" y="2170348"/>
                </a:lnTo>
                <a:cubicBezTo>
                  <a:pt x="9681872" y="2170348"/>
                  <a:pt x="9682333" y="2170808"/>
                  <a:pt x="9682333" y="2170808"/>
                </a:cubicBezTo>
                <a:lnTo>
                  <a:pt x="9686865" y="2178689"/>
                </a:lnTo>
                <a:cubicBezTo>
                  <a:pt x="9686996" y="2178952"/>
                  <a:pt x="9686865" y="2179543"/>
                  <a:pt x="9686865" y="2179543"/>
                </a:cubicBezTo>
                <a:lnTo>
                  <a:pt x="9682333" y="2187426"/>
                </a:lnTo>
                <a:cubicBezTo>
                  <a:pt x="9682136" y="2187688"/>
                  <a:pt x="9681545" y="2187886"/>
                  <a:pt x="9681545" y="2187886"/>
                </a:cubicBezTo>
                <a:lnTo>
                  <a:pt x="9672481" y="2187886"/>
                </a:lnTo>
                <a:cubicBezTo>
                  <a:pt x="9672152" y="2187886"/>
                  <a:pt x="9671693" y="2187426"/>
                  <a:pt x="9671693" y="2187426"/>
                </a:cubicBezTo>
                <a:lnTo>
                  <a:pt x="9667160" y="2179543"/>
                </a:lnTo>
                <a:cubicBezTo>
                  <a:pt x="9667030" y="2179280"/>
                  <a:pt x="9667160" y="2178689"/>
                  <a:pt x="9667160" y="2178689"/>
                </a:cubicBezTo>
                <a:lnTo>
                  <a:pt x="9671693" y="2170808"/>
                </a:lnTo>
                <a:cubicBezTo>
                  <a:pt x="9671890" y="2170545"/>
                  <a:pt x="9672481" y="2170348"/>
                  <a:pt x="9672481" y="2170348"/>
                </a:cubicBezTo>
                <a:close/>
                <a:moveTo>
                  <a:pt x="9418035" y="2170348"/>
                </a:moveTo>
                <a:lnTo>
                  <a:pt x="9427099" y="2170348"/>
                </a:lnTo>
                <a:cubicBezTo>
                  <a:pt x="9427427" y="2170348"/>
                  <a:pt x="9427887" y="2170808"/>
                  <a:pt x="9427887" y="2170808"/>
                </a:cubicBezTo>
                <a:lnTo>
                  <a:pt x="9432419" y="2178689"/>
                </a:lnTo>
                <a:cubicBezTo>
                  <a:pt x="9432550" y="2178952"/>
                  <a:pt x="9432419" y="2179543"/>
                  <a:pt x="9432419" y="2179543"/>
                </a:cubicBezTo>
                <a:lnTo>
                  <a:pt x="9427887" y="2187426"/>
                </a:lnTo>
                <a:cubicBezTo>
                  <a:pt x="9427690" y="2187688"/>
                  <a:pt x="9427099" y="2187886"/>
                  <a:pt x="9427099" y="2187886"/>
                </a:cubicBezTo>
                <a:lnTo>
                  <a:pt x="9418035" y="2187886"/>
                </a:lnTo>
                <a:cubicBezTo>
                  <a:pt x="9417707" y="2187886"/>
                  <a:pt x="9417247" y="2187426"/>
                  <a:pt x="9417247" y="2187426"/>
                </a:cubicBezTo>
                <a:lnTo>
                  <a:pt x="9412714" y="2179543"/>
                </a:lnTo>
                <a:cubicBezTo>
                  <a:pt x="9412583" y="2179280"/>
                  <a:pt x="9412714" y="2178689"/>
                  <a:pt x="9412714" y="2178689"/>
                </a:cubicBezTo>
                <a:lnTo>
                  <a:pt x="9417247" y="2170808"/>
                </a:lnTo>
                <a:cubicBezTo>
                  <a:pt x="9417444" y="2170545"/>
                  <a:pt x="9418035" y="2170348"/>
                  <a:pt x="9418035" y="2170348"/>
                </a:cubicBezTo>
                <a:close/>
                <a:moveTo>
                  <a:pt x="9163654" y="2170348"/>
                </a:moveTo>
                <a:lnTo>
                  <a:pt x="9172718" y="2170348"/>
                </a:lnTo>
                <a:cubicBezTo>
                  <a:pt x="9173046" y="2170348"/>
                  <a:pt x="9173506" y="2170808"/>
                  <a:pt x="9173506" y="2170808"/>
                </a:cubicBezTo>
                <a:lnTo>
                  <a:pt x="9178038" y="2178689"/>
                </a:lnTo>
                <a:cubicBezTo>
                  <a:pt x="9178169" y="2178952"/>
                  <a:pt x="9178038" y="2179543"/>
                  <a:pt x="9178038" y="2179543"/>
                </a:cubicBezTo>
                <a:lnTo>
                  <a:pt x="9173506" y="2187426"/>
                </a:lnTo>
                <a:cubicBezTo>
                  <a:pt x="9173309" y="2187688"/>
                  <a:pt x="9172718" y="2187886"/>
                  <a:pt x="9172718" y="2187886"/>
                </a:cubicBezTo>
                <a:lnTo>
                  <a:pt x="9163654" y="2187886"/>
                </a:lnTo>
                <a:cubicBezTo>
                  <a:pt x="9163326" y="2187886"/>
                  <a:pt x="9162866" y="2187426"/>
                  <a:pt x="9162866" y="2187426"/>
                </a:cubicBezTo>
                <a:lnTo>
                  <a:pt x="9158333" y="2179543"/>
                </a:lnTo>
                <a:cubicBezTo>
                  <a:pt x="9158202" y="2179280"/>
                  <a:pt x="9158333" y="2178689"/>
                  <a:pt x="9158333" y="2178689"/>
                </a:cubicBezTo>
                <a:lnTo>
                  <a:pt x="9162866" y="2170808"/>
                </a:lnTo>
                <a:cubicBezTo>
                  <a:pt x="9163062" y="2170545"/>
                  <a:pt x="9163654" y="2170348"/>
                  <a:pt x="9163654" y="2170348"/>
                </a:cubicBezTo>
                <a:close/>
                <a:moveTo>
                  <a:pt x="8909274" y="2170348"/>
                </a:moveTo>
                <a:lnTo>
                  <a:pt x="8918336" y="2170348"/>
                </a:lnTo>
                <a:cubicBezTo>
                  <a:pt x="8918666" y="2170348"/>
                  <a:pt x="8919125" y="2170808"/>
                  <a:pt x="8919125" y="2170808"/>
                </a:cubicBezTo>
                <a:lnTo>
                  <a:pt x="8923657" y="2178689"/>
                </a:lnTo>
                <a:cubicBezTo>
                  <a:pt x="8923789" y="2178952"/>
                  <a:pt x="8923657" y="2179543"/>
                  <a:pt x="8923657" y="2179543"/>
                </a:cubicBezTo>
                <a:lnTo>
                  <a:pt x="8919125" y="2187426"/>
                </a:lnTo>
                <a:cubicBezTo>
                  <a:pt x="8918928" y="2187688"/>
                  <a:pt x="8918336" y="2187886"/>
                  <a:pt x="8918336" y="2187886"/>
                </a:cubicBezTo>
                <a:lnTo>
                  <a:pt x="8909274" y="2187886"/>
                </a:lnTo>
                <a:cubicBezTo>
                  <a:pt x="8908945" y="2187886"/>
                  <a:pt x="8908484" y="2187426"/>
                  <a:pt x="8908484" y="2187426"/>
                </a:cubicBezTo>
                <a:lnTo>
                  <a:pt x="8903953" y="2179543"/>
                </a:lnTo>
                <a:cubicBezTo>
                  <a:pt x="8903821" y="2179280"/>
                  <a:pt x="8903953" y="2178689"/>
                  <a:pt x="8903953" y="2178689"/>
                </a:cubicBezTo>
                <a:lnTo>
                  <a:pt x="8908484" y="2170808"/>
                </a:lnTo>
                <a:cubicBezTo>
                  <a:pt x="8908681" y="2170545"/>
                  <a:pt x="8909274" y="2170348"/>
                  <a:pt x="8909274" y="2170348"/>
                </a:cubicBezTo>
                <a:close/>
                <a:moveTo>
                  <a:pt x="8654892" y="2170348"/>
                </a:moveTo>
                <a:lnTo>
                  <a:pt x="8663955" y="2170348"/>
                </a:lnTo>
                <a:cubicBezTo>
                  <a:pt x="8664285" y="2170348"/>
                  <a:pt x="8664744" y="2170808"/>
                  <a:pt x="8664744" y="2170808"/>
                </a:cubicBezTo>
                <a:lnTo>
                  <a:pt x="8669277" y="2178689"/>
                </a:lnTo>
                <a:cubicBezTo>
                  <a:pt x="8669408" y="2178952"/>
                  <a:pt x="8669277" y="2179543"/>
                  <a:pt x="8669277" y="2179543"/>
                </a:cubicBezTo>
                <a:lnTo>
                  <a:pt x="8664744" y="2187426"/>
                </a:lnTo>
                <a:cubicBezTo>
                  <a:pt x="8664548" y="2187688"/>
                  <a:pt x="8663955" y="2187886"/>
                  <a:pt x="8663955" y="2187886"/>
                </a:cubicBezTo>
                <a:lnTo>
                  <a:pt x="8654892" y="2187886"/>
                </a:lnTo>
                <a:cubicBezTo>
                  <a:pt x="8654565" y="2187886"/>
                  <a:pt x="8654104" y="2187426"/>
                  <a:pt x="8654104" y="2187426"/>
                </a:cubicBezTo>
                <a:lnTo>
                  <a:pt x="8649572" y="2179543"/>
                </a:lnTo>
                <a:cubicBezTo>
                  <a:pt x="8649441" y="2179280"/>
                  <a:pt x="8649572" y="2178689"/>
                  <a:pt x="8649572" y="2178689"/>
                </a:cubicBezTo>
                <a:lnTo>
                  <a:pt x="8654104" y="2170808"/>
                </a:lnTo>
                <a:cubicBezTo>
                  <a:pt x="8654301" y="2170545"/>
                  <a:pt x="8654892" y="2170348"/>
                  <a:pt x="8654892" y="2170348"/>
                </a:cubicBezTo>
                <a:close/>
                <a:moveTo>
                  <a:pt x="8400511" y="2170348"/>
                </a:moveTo>
                <a:lnTo>
                  <a:pt x="8409575" y="2170348"/>
                </a:lnTo>
                <a:cubicBezTo>
                  <a:pt x="8409904" y="2170348"/>
                  <a:pt x="8410363" y="2170808"/>
                  <a:pt x="8410363" y="2170808"/>
                </a:cubicBezTo>
                <a:lnTo>
                  <a:pt x="8414896" y="2178689"/>
                </a:lnTo>
                <a:cubicBezTo>
                  <a:pt x="8415027" y="2178952"/>
                  <a:pt x="8414896" y="2179543"/>
                  <a:pt x="8414896" y="2179543"/>
                </a:cubicBezTo>
                <a:lnTo>
                  <a:pt x="8410363" y="2187426"/>
                </a:lnTo>
                <a:cubicBezTo>
                  <a:pt x="8410166" y="2187688"/>
                  <a:pt x="8409575" y="2187886"/>
                  <a:pt x="8409575" y="2187886"/>
                </a:cubicBezTo>
                <a:lnTo>
                  <a:pt x="8400511" y="2187886"/>
                </a:lnTo>
                <a:cubicBezTo>
                  <a:pt x="8400184" y="2187886"/>
                  <a:pt x="8399723" y="2187426"/>
                  <a:pt x="8399723" y="2187426"/>
                </a:cubicBezTo>
                <a:lnTo>
                  <a:pt x="8395191" y="2179543"/>
                </a:lnTo>
                <a:cubicBezTo>
                  <a:pt x="8395060" y="2179280"/>
                  <a:pt x="8395191" y="2178689"/>
                  <a:pt x="8395191" y="2178689"/>
                </a:cubicBezTo>
                <a:lnTo>
                  <a:pt x="8399723" y="2170808"/>
                </a:lnTo>
                <a:cubicBezTo>
                  <a:pt x="8399920" y="2170545"/>
                  <a:pt x="8400511" y="2170348"/>
                  <a:pt x="8400511" y="2170348"/>
                </a:cubicBezTo>
                <a:close/>
                <a:moveTo>
                  <a:pt x="8146065" y="2170348"/>
                </a:moveTo>
                <a:lnTo>
                  <a:pt x="8155129" y="2170348"/>
                </a:lnTo>
                <a:cubicBezTo>
                  <a:pt x="8155458" y="2170348"/>
                  <a:pt x="8155917" y="2170808"/>
                  <a:pt x="8155917" y="2170808"/>
                </a:cubicBezTo>
                <a:lnTo>
                  <a:pt x="8160449" y="2178689"/>
                </a:lnTo>
                <a:cubicBezTo>
                  <a:pt x="8160580" y="2178952"/>
                  <a:pt x="8160449" y="2179543"/>
                  <a:pt x="8160449" y="2179543"/>
                </a:cubicBezTo>
                <a:lnTo>
                  <a:pt x="8155917" y="2187426"/>
                </a:lnTo>
                <a:cubicBezTo>
                  <a:pt x="8155719" y="2187688"/>
                  <a:pt x="8155129" y="2187886"/>
                  <a:pt x="8155129" y="2187886"/>
                </a:cubicBezTo>
                <a:lnTo>
                  <a:pt x="8146065" y="2187886"/>
                </a:lnTo>
                <a:cubicBezTo>
                  <a:pt x="8145737" y="2187886"/>
                  <a:pt x="8145277" y="2187426"/>
                  <a:pt x="8145277" y="2187426"/>
                </a:cubicBezTo>
                <a:lnTo>
                  <a:pt x="8140745" y="2179543"/>
                </a:lnTo>
                <a:cubicBezTo>
                  <a:pt x="8140613" y="2179280"/>
                  <a:pt x="8140745" y="2178689"/>
                  <a:pt x="8140745" y="2178689"/>
                </a:cubicBezTo>
                <a:lnTo>
                  <a:pt x="8145277" y="2170808"/>
                </a:lnTo>
                <a:cubicBezTo>
                  <a:pt x="8145474" y="2170545"/>
                  <a:pt x="8146065" y="2170348"/>
                  <a:pt x="8146065" y="2170348"/>
                </a:cubicBezTo>
                <a:close/>
                <a:moveTo>
                  <a:pt x="7891684" y="2170348"/>
                </a:moveTo>
                <a:lnTo>
                  <a:pt x="7900748" y="2170348"/>
                </a:lnTo>
                <a:cubicBezTo>
                  <a:pt x="7901076" y="2170348"/>
                  <a:pt x="7901536" y="2170808"/>
                  <a:pt x="7901536" y="2170808"/>
                </a:cubicBezTo>
                <a:lnTo>
                  <a:pt x="7906067" y="2178689"/>
                </a:lnTo>
                <a:cubicBezTo>
                  <a:pt x="7906199" y="2178952"/>
                  <a:pt x="7906067" y="2179543"/>
                  <a:pt x="7906067" y="2179543"/>
                </a:cubicBezTo>
                <a:lnTo>
                  <a:pt x="7901536" y="2187426"/>
                </a:lnTo>
                <a:cubicBezTo>
                  <a:pt x="7901339" y="2187688"/>
                  <a:pt x="7900748" y="2187886"/>
                  <a:pt x="7900748" y="2187886"/>
                </a:cubicBezTo>
                <a:lnTo>
                  <a:pt x="7891684" y="2187886"/>
                </a:lnTo>
                <a:cubicBezTo>
                  <a:pt x="7891355" y="2187886"/>
                  <a:pt x="7890896" y="2187426"/>
                  <a:pt x="7890896" y="2187426"/>
                </a:cubicBezTo>
                <a:lnTo>
                  <a:pt x="7886363" y="2179543"/>
                </a:lnTo>
                <a:cubicBezTo>
                  <a:pt x="7886233" y="2179280"/>
                  <a:pt x="7886363" y="2178689"/>
                  <a:pt x="7886363" y="2178689"/>
                </a:cubicBezTo>
                <a:lnTo>
                  <a:pt x="7890896" y="2170808"/>
                </a:lnTo>
                <a:cubicBezTo>
                  <a:pt x="7891093" y="2170545"/>
                  <a:pt x="7891684" y="2170348"/>
                  <a:pt x="7891684" y="2170348"/>
                </a:cubicBezTo>
                <a:close/>
                <a:moveTo>
                  <a:pt x="7637304" y="2170348"/>
                </a:moveTo>
                <a:lnTo>
                  <a:pt x="7646367" y="2170348"/>
                </a:lnTo>
                <a:cubicBezTo>
                  <a:pt x="7646696" y="2170348"/>
                  <a:pt x="7647156" y="2170808"/>
                  <a:pt x="7647156" y="2170808"/>
                </a:cubicBezTo>
                <a:lnTo>
                  <a:pt x="7651687" y="2178689"/>
                </a:lnTo>
                <a:cubicBezTo>
                  <a:pt x="7651819" y="2178952"/>
                  <a:pt x="7651687" y="2179543"/>
                  <a:pt x="7651687" y="2179543"/>
                </a:cubicBezTo>
                <a:lnTo>
                  <a:pt x="7647156" y="2187426"/>
                </a:lnTo>
                <a:cubicBezTo>
                  <a:pt x="7646958" y="2187688"/>
                  <a:pt x="7646367" y="2187886"/>
                  <a:pt x="7646367" y="2187886"/>
                </a:cubicBezTo>
                <a:lnTo>
                  <a:pt x="7637304" y="2187886"/>
                </a:lnTo>
                <a:cubicBezTo>
                  <a:pt x="7636975" y="2187886"/>
                  <a:pt x="7636516" y="2187426"/>
                  <a:pt x="7636516" y="2187426"/>
                </a:cubicBezTo>
                <a:lnTo>
                  <a:pt x="7631983" y="2179543"/>
                </a:lnTo>
                <a:cubicBezTo>
                  <a:pt x="7631851" y="2179280"/>
                  <a:pt x="7631983" y="2178689"/>
                  <a:pt x="7631983" y="2178689"/>
                </a:cubicBezTo>
                <a:lnTo>
                  <a:pt x="7636516" y="2170808"/>
                </a:lnTo>
                <a:cubicBezTo>
                  <a:pt x="7636713" y="2170545"/>
                  <a:pt x="7637304" y="2170348"/>
                  <a:pt x="7637304" y="2170348"/>
                </a:cubicBezTo>
                <a:close/>
                <a:moveTo>
                  <a:pt x="7382923" y="2170348"/>
                </a:moveTo>
                <a:lnTo>
                  <a:pt x="7391987" y="2170348"/>
                </a:lnTo>
                <a:cubicBezTo>
                  <a:pt x="7392315" y="2170348"/>
                  <a:pt x="7392775" y="2170808"/>
                  <a:pt x="7392775" y="2170808"/>
                </a:cubicBezTo>
                <a:lnTo>
                  <a:pt x="7397307" y="2178689"/>
                </a:lnTo>
                <a:cubicBezTo>
                  <a:pt x="7397438" y="2178952"/>
                  <a:pt x="7397307" y="2179543"/>
                  <a:pt x="7397307" y="2179543"/>
                </a:cubicBezTo>
                <a:lnTo>
                  <a:pt x="7392775" y="2187426"/>
                </a:lnTo>
                <a:cubicBezTo>
                  <a:pt x="7392578" y="2187688"/>
                  <a:pt x="7391987" y="2187886"/>
                  <a:pt x="7391987" y="2187886"/>
                </a:cubicBezTo>
                <a:lnTo>
                  <a:pt x="7382923" y="2187886"/>
                </a:lnTo>
                <a:cubicBezTo>
                  <a:pt x="7382595" y="2187886"/>
                  <a:pt x="7382135" y="2187426"/>
                  <a:pt x="7382135" y="2187426"/>
                </a:cubicBezTo>
                <a:lnTo>
                  <a:pt x="7377602" y="2179543"/>
                </a:lnTo>
                <a:cubicBezTo>
                  <a:pt x="7377471" y="2179280"/>
                  <a:pt x="7377602" y="2178689"/>
                  <a:pt x="7377602" y="2178689"/>
                </a:cubicBezTo>
                <a:lnTo>
                  <a:pt x="7382135" y="2170808"/>
                </a:lnTo>
                <a:cubicBezTo>
                  <a:pt x="7382331" y="2170545"/>
                  <a:pt x="7382923" y="2170348"/>
                  <a:pt x="7382923" y="2170348"/>
                </a:cubicBezTo>
                <a:close/>
                <a:moveTo>
                  <a:pt x="7128477" y="2170348"/>
                </a:moveTo>
                <a:lnTo>
                  <a:pt x="7137540" y="2170348"/>
                </a:lnTo>
                <a:cubicBezTo>
                  <a:pt x="7137869" y="2170348"/>
                  <a:pt x="7138328" y="2170808"/>
                  <a:pt x="7138328" y="2170808"/>
                </a:cubicBezTo>
                <a:lnTo>
                  <a:pt x="7142860" y="2178689"/>
                </a:lnTo>
                <a:cubicBezTo>
                  <a:pt x="7142992" y="2178952"/>
                  <a:pt x="7142860" y="2179543"/>
                  <a:pt x="7142860" y="2179543"/>
                </a:cubicBezTo>
                <a:lnTo>
                  <a:pt x="7138328" y="2187426"/>
                </a:lnTo>
                <a:cubicBezTo>
                  <a:pt x="7138131" y="2187688"/>
                  <a:pt x="7137540" y="2187886"/>
                  <a:pt x="7137540" y="2187886"/>
                </a:cubicBezTo>
                <a:lnTo>
                  <a:pt x="7128477" y="2187886"/>
                </a:lnTo>
                <a:cubicBezTo>
                  <a:pt x="7128148" y="2187886"/>
                  <a:pt x="7127689" y="2187426"/>
                  <a:pt x="7127689" y="2187426"/>
                </a:cubicBezTo>
                <a:lnTo>
                  <a:pt x="7123156" y="2179543"/>
                </a:lnTo>
                <a:cubicBezTo>
                  <a:pt x="7123024" y="2179280"/>
                  <a:pt x="7123156" y="2178689"/>
                  <a:pt x="7123156" y="2178689"/>
                </a:cubicBezTo>
                <a:lnTo>
                  <a:pt x="7127689" y="2170808"/>
                </a:lnTo>
                <a:cubicBezTo>
                  <a:pt x="7127885" y="2170545"/>
                  <a:pt x="7128477" y="2170348"/>
                  <a:pt x="7128477" y="2170348"/>
                </a:cubicBezTo>
                <a:close/>
                <a:moveTo>
                  <a:pt x="6874095" y="2170348"/>
                </a:moveTo>
                <a:lnTo>
                  <a:pt x="6883159" y="2170348"/>
                </a:lnTo>
                <a:cubicBezTo>
                  <a:pt x="6883488" y="2170348"/>
                  <a:pt x="6883947" y="2170808"/>
                  <a:pt x="6883947" y="2170808"/>
                </a:cubicBezTo>
                <a:lnTo>
                  <a:pt x="6888480" y="2178689"/>
                </a:lnTo>
                <a:cubicBezTo>
                  <a:pt x="6888611" y="2178952"/>
                  <a:pt x="6888480" y="2179543"/>
                  <a:pt x="6888480" y="2179543"/>
                </a:cubicBezTo>
                <a:lnTo>
                  <a:pt x="6883947" y="2187426"/>
                </a:lnTo>
                <a:cubicBezTo>
                  <a:pt x="6883751" y="2187688"/>
                  <a:pt x="6883159" y="2187886"/>
                  <a:pt x="6883159" y="2187886"/>
                </a:cubicBezTo>
                <a:lnTo>
                  <a:pt x="6874095" y="2187886"/>
                </a:lnTo>
                <a:cubicBezTo>
                  <a:pt x="6873768" y="2187886"/>
                  <a:pt x="6873307" y="2187426"/>
                  <a:pt x="6873307" y="2187426"/>
                </a:cubicBezTo>
                <a:lnTo>
                  <a:pt x="6868775" y="2179543"/>
                </a:lnTo>
                <a:cubicBezTo>
                  <a:pt x="6868644" y="2179280"/>
                  <a:pt x="6868775" y="2178689"/>
                  <a:pt x="6868775" y="2178689"/>
                </a:cubicBezTo>
                <a:lnTo>
                  <a:pt x="6873307" y="2170808"/>
                </a:lnTo>
                <a:cubicBezTo>
                  <a:pt x="6873504" y="2170545"/>
                  <a:pt x="6874095" y="2170348"/>
                  <a:pt x="6874095" y="2170348"/>
                </a:cubicBezTo>
                <a:close/>
                <a:moveTo>
                  <a:pt x="6619714" y="2170348"/>
                </a:moveTo>
                <a:lnTo>
                  <a:pt x="6628778" y="2170348"/>
                </a:lnTo>
                <a:cubicBezTo>
                  <a:pt x="6629107" y="2170348"/>
                  <a:pt x="6629566" y="2170808"/>
                  <a:pt x="6629566" y="2170808"/>
                </a:cubicBezTo>
                <a:lnTo>
                  <a:pt x="6634099" y="2178689"/>
                </a:lnTo>
                <a:cubicBezTo>
                  <a:pt x="6634230" y="2178952"/>
                  <a:pt x="6634099" y="2179543"/>
                  <a:pt x="6634099" y="2179543"/>
                </a:cubicBezTo>
                <a:lnTo>
                  <a:pt x="6629566" y="2187426"/>
                </a:lnTo>
                <a:cubicBezTo>
                  <a:pt x="6629369" y="2187688"/>
                  <a:pt x="6628778" y="2187886"/>
                  <a:pt x="6628778" y="2187886"/>
                </a:cubicBezTo>
                <a:lnTo>
                  <a:pt x="6619714" y="2187886"/>
                </a:lnTo>
                <a:cubicBezTo>
                  <a:pt x="6619387" y="2187886"/>
                  <a:pt x="6618926" y="2187426"/>
                  <a:pt x="6618926" y="2187426"/>
                </a:cubicBezTo>
                <a:lnTo>
                  <a:pt x="6614394" y="2179543"/>
                </a:lnTo>
                <a:cubicBezTo>
                  <a:pt x="6614263" y="2179280"/>
                  <a:pt x="6614394" y="2178689"/>
                  <a:pt x="6614394" y="2178689"/>
                </a:cubicBezTo>
                <a:lnTo>
                  <a:pt x="6618926" y="2170808"/>
                </a:lnTo>
                <a:cubicBezTo>
                  <a:pt x="6619123" y="2170545"/>
                  <a:pt x="6619714" y="2170348"/>
                  <a:pt x="6619714" y="2170348"/>
                </a:cubicBezTo>
                <a:close/>
                <a:moveTo>
                  <a:pt x="6365334" y="2170348"/>
                </a:moveTo>
                <a:lnTo>
                  <a:pt x="6374397" y="2170348"/>
                </a:lnTo>
                <a:cubicBezTo>
                  <a:pt x="6374727" y="2170348"/>
                  <a:pt x="6375186" y="2170808"/>
                  <a:pt x="6375186" y="2170808"/>
                </a:cubicBezTo>
                <a:lnTo>
                  <a:pt x="6379718" y="2178689"/>
                </a:lnTo>
                <a:cubicBezTo>
                  <a:pt x="6379849" y="2178952"/>
                  <a:pt x="6379718" y="2179543"/>
                  <a:pt x="6379718" y="2179543"/>
                </a:cubicBezTo>
                <a:lnTo>
                  <a:pt x="6375186" y="2187426"/>
                </a:lnTo>
                <a:cubicBezTo>
                  <a:pt x="6374988" y="2187688"/>
                  <a:pt x="6374397" y="2187886"/>
                  <a:pt x="6374397" y="2187886"/>
                </a:cubicBezTo>
                <a:lnTo>
                  <a:pt x="6365334" y="2187886"/>
                </a:lnTo>
                <a:cubicBezTo>
                  <a:pt x="6365005" y="2187886"/>
                  <a:pt x="6364546" y="2187426"/>
                  <a:pt x="6364546" y="2187426"/>
                </a:cubicBezTo>
                <a:lnTo>
                  <a:pt x="6360014" y="2179543"/>
                </a:lnTo>
                <a:cubicBezTo>
                  <a:pt x="6359882" y="2179280"/>
                  <a:pt x="6360014" y="2178689"/>
                  <a:pt x="6360014" y="2178689"/>
                </a:cubicBezTo>
                <a:lnTo>
                  <a:pt x="6364546" y="2170808"/>
                </a:lnTo>
                <a:cubicBezTo>
                  <a:pt x="6364743" y="2170545"/>
                  <a:pt x="6365334" y="2170348"/>
                  <a:pt x="6365334" y="2170348"/>
                </a:cubicBezTo>
                <a:close/>
                <a:moveTo>
                  <a:pt x="6110888" y="2170348"/>
                </a:moveTo>
                <a:lnTo>
                  <a:pt x="6119953" y="2170348"/>
                </a:lnTo>
                <a:cubicBezTo>
                  <a:pt x="6120280" y="2170348"/>
                  <a:pt x="6120740" y="2170808"/>
                  <a:pt x="6120740" y="2170808"/>
                </a:cubicBezTo>
                <a:lnTo>
                  <a:pt x="6125272" y="2178689"/>
                </a:lnTo>
                <a:cubicBezTo>
                  <a:pt x="6125403" y="2178952"/>
                  <a:pt x="6125272" y="2179543"/>
                  <a:pt x="6125272" y="2179543"/>
                </a:cubicBezTo>
                <a:lnTo>
                  <a:pt x="6120740" y="2187426"/>
                </a:lnTo>
                <a:cubicBezTo>
                  <a:pt x="6120543" y="2187688"/>
                  <a:pt x="6119953" y="2187886"/>
                  <a:pt x="6119953" y="2187886"/>
                </a:cubicBezTo>
                <a:lnTo>
                  <a:pt x="6110888" y="2187886"/>
                </a:lnTo>
                <a:cubicBezTo>
                  <a:pt x="6110560" y="2187886"/>
                  <a:pt x="6110101" y="2187426"/>
                  <a:pt x="6110101" y="2187426"/>
                </a:cubicBezTo>
                <a:lnTo>
                  <a:pt x="6105567" y="2179543"/>
                </a:lnTo>
                <a:cubicBezTo>
                  <a:pt x="6105436" y="2179280"/>
                  <a:pt x="6105567" y="2178689"/>
                  <a:pt x="6105567" y="2178689"/>
                </a:cubicBezTo>
                <a:lnTo>
                  <a:pt x="6110101" y="2170808"/>
                </a:lnTo>
                <a:cubicBezTo>
                  <a:pt x="6110296" y="2170545"/>
                  <a:pt x="6110888" y="2170348"/>
                  <a:pt x="6110888" y="2170348"/>
                </a:cubicBezTo>
                <a:close/>
                <a:moveTo>
                  <a:pt x="5856508" y="2170348"/>
                </a:moveTo>
                <a:lnTo>
                  <a:pt x="5865571" y="2170348"/>
                </a:lnTo>
                <a:cubicBezTo>
                  <a:pt x="5865900" y="2170348"/>
                  <a:pt x="5866359" y="2170808"/>
                  <a:pt x="5866359" y="2170808"/>
                </a:cubicBezTo>
                <a:lnTo>
                  <a:pt x="5870891" y="2178689"/>
                </a:lnTo>
                <a:cubicBezTo>
                  <a:pt x="5871023" y="2178952"/>
                  <a:pt x="5870891" y="2179543"/>
                  <a:pt x="5870891" y="2179543"/>
                </a:cubicBezTo>
                <a:lnTo>
                  <a:pt x="5866359" y="2187426"/>
                </a:lnTo>
                <a:cubicBezTo>
                  <a:pt x="5866163" y="2187688"/>
                  <a:pt x="5865571" y="2187886"/>
                  <a:pt x="5865571" y="2187886"/>
                </a:cubicBezTo>
                <a:lnTo>
                  <a:pt x="5856508" y="2187886"/>
                </a:lnTo>
                <a:cubicBezTo>
                  <a:pt x="5856178" y="2187886"/>
                  <a:pt x="5855720" y="2187426"/>
                  <a:pt x="5855720" y="2187426"/>
                </a:cubicBezTo>
                <a:lnTo>
                  <a:pt x="5851187" y="2179543"/>
                </a:lnTo>
                <a:cubicBezTo>
                  <a:pt x="5851055" y="2179280"/>
                  <a:pt x="5851187" y="2178689"/>
                  <a:pt x="5851187" y="2178689"/>
                </a:cubicBezTo>
                <a:lnTo>
                  <a:pt x="5855720" y="2170808"/>
                </a:lnTo>
                <a:cubicBezTo>
                  <a:pt x="5855916" y="2170545"/>
                  <a:pt x="5856508" y="2170348"/>
                  <a:pt x="5856508" y="2170348"/>
                </a:cubicBezTo>
                <a:close/>
                <a:moveTo>
                  <a:pt x="5602126" y="2170348"/>
                </a:moveTo>
                <a:lnTo>
                  <a:pt x="5611191" y="2170348"/>
                </a:lnTo>
                <a:cubicBezTo>
                  <a:pt x="5611519" y="2170348"/>
                  <a:pt x="5611979" y="2170808"/>
                  <a:pt x="5611979" y="2170808"/>
                </a:cubicBezTo>
                <a:lnTo>
                  <a:pt x="5616511" y="2178689"/>
                </a:lnTo>
                <a:cubicBezTo>
                  <a:pt x="5616642" y="2178952"/>
                  <a:pt x="5616511" y="2179543"/>
                  <a:pt x="5616511" y="2179543"/>
                </a:cubicBezTo>
                <a:lnTo>
                  <a:pt x="5611979" y="2187426"/>
                </a:lnTo>
                <a:cubicBezTo>
                  <a:pt x="5611782" y="2187688"/>
                  <a:pt x="5611191" y="2187886"/>
                  <a:pt x="5611191" y="2187886"/>
                </a:cubicBezTo>
                <a:lnTo>
                  <a:pt x="5602126" y="2187886"/>
                </a:lnTo>
                <a:cubicBezTo>
                  <a:pt x="5601798" y="2187886"/>
                  <a:pt x="5601338" y="2187426"/>
                  <a:pt x="5601338" y="2187426"/>
                </a:cubicBezTo>
                <a:lnTo>
                  <a:pt x="5596807" y="2179543"/>
                </a:lnTo>
                <a:cubicBezTo>
                  <a:pt x="5596675" y="2179280"/>
                  <a:pt x="5596807" y="2178689"/>
                  <a:pt x="5596807" y="2178689"/>
                </a:cubicBezTo>
                <a:lnTo>
                  <a:pt x="5601338" y="2170808"/>
                </a:lnTo>
                <a:cubicBezTo>
                  <a:pt x="5601536" y="2170545"/>
                  <a:pt x="5602126" y="2170348"/>
                  <a:pt x="5602126" y="2170348"/>
                </a:cubicBezTo>
                <a:close/>
                <a:moveTo>
                  <a:pt x="5347746" y="2170348"/>
                </a:moveTo>
                <a:lnTo>
                  <a:pt x="5356810" y="2170348"/>
                </a:lnTo>
                <a:cubicBezTo>
                  <a:pt x="5357138" y="2170348"/>
                  <a:pt x="5357598" y="2170808"/>
                  <a:pt x="5357598" y="2170808"/>
                </a:cubicBezTo>
                <a:lnTo>
                  <a:pt x="5362130" y="2178689"/>
                </a:lnTo>
                <a:cubicBezTo>
                  <a:pt x="5362261" y="2178952"/>
                  <a:pt x="5362130" y="2179543"/>
                  <a:pt x="5362130" y="2179543"/>
                </a:cubicBezTo>
                <a:lnTo>
                  <a:pt x="5357598" y="2187426"/>
                </a:lnTo>
                <a:cubicBezTo>
                  <a:pt x="5357401" y="2187688"/>
                  <a:pt x="5356810" y="2187886"/>
                  <a:pt x="5356810" y="2187886"/>
                </a:cubicBezTo>
                <a:lnTo>
                  <a:pt x="5347746" y="2187886"/>
                </a:lnTo>
                <a:cubicBezTo>
                  <a:pt x="5347418" y="2187886"/>
                  <a:pt x="5346958" y="2187426"/>
                  <a:pt x="5346958" y="2187426"/>
                </a:cubicBezTo>
                <a:lnTo>
                  <a:pt x="5342425" y="2179543"/>
                </a:lnTo>
                <a:cubicBezTo>
                  <a:pt x="5342295" y="2179280"/>
                  <a:pt x="5342425" y="2178689"/>
                  <a:pt x="5342425" y="2178689"/>
                </a:cubicBezTo>
                <a:lnTo>
                  <a:pt x="5346958" y="2170808"/>
                </a:lnTo>
                <a:cubicBezTo>
                  <a:pt x="5347154" y="2170545"/>
                  <a:pt x="5347746" y="2170348"/>
                  <a:pt x="5347746" y="2170348"/>
                </a:cubicBezTo>
                <a:close/>
                <a:moveTo>
                  <a:pt x="5093300" y="2170348"/>
                </a:moveTo>
                <a:lnTo>
                  <a:pt x="5102364" y="2170348"/>
                </a:lnTo>
                <a:cubicBezTo>
                  <a:pt x="5102693" y="2170348"/>
                  <a:pt x="5103153" y="2170808"/>
                  <a:pt x="5103153" y="2170808"/>
                </a:cubicBezTo>
                <a:lnTo>
                  <a:pt x="5107684" y="2178689"/>
                </a:lnTo>
                <a:cubicBezTo>
                  <a:pt x="5107815" y="2178952"/>
                  <a:pt x="5107684" y="2179543"/>
                  <a:pt x="5107684" y="2179543"/>
                </a:cubicBezTo>
                <a:lnTo>
                  <a:pt x="5103153" y="2187426"/>
                </a:lnTo>
                <a:cubicBezTo>
                  <a:pt x="5102955" y="2187688"/>
                  <a:pt x="5102364" y="2187886"/>
                  <a:pt x="5102364" y="2187886"/>
                </a:cubicBezTo>
                <a:lnTo>
                  <a:pt x="5093300" y="2187886"/>
                </a:lnTo>
                <a:cubicBezTo>
                  <a:pt x="5092972" y="2187886"/>
                  <a:pt x="5092512" y="2187426"/>
                  <a:pt x="5092512" y="2187426"/>
                </a:cubicBezTo>
                <a:lnTo>
                  <a:pt x="5087979" y="2179543"/>
                </a:lnTo>
                <a:cubicBezTo>
                  <a:pt x="5087848" y="2179280"/>
                  <a:pt x="5087979" y="2178689"/>
                  <a:pt x="5087979" y="2178689"/>
                </a:cubicBezTo>
                <a:lnTo>
                  <a:pt x="5092512" y="2170808"/>
                </a:lnTo>
                <a:cubicBezTo>
                  <a:pt x="5092708" y="2170545"/>
                  <a:pt x="5093300" y="2170348"/>
                  <a:pt x="5093300" y="2170348"/>
                </a:cubicBezTo>
                <a:close/>
                <a:moveTo>
                  <a:pt x="4838919" y="2170348"/>
                </a:moveTo>
                <a:lnTo>
                  <a:pt x="4847982" y="2170348"/>
                </a:lnTo>
                <a:cubicBezTo>
                  <a:pt x="4848311" y="2170348"/>
                  <a:pt x="4848772" y="2170808"/>
                  <a:pt x="4848772" y="2170808"/>
                </a:cubicBezTo>
                <a:lnTo>
                  <a:pt x="4853303" y="2178689"/>
                </a:lnTo>
                <a:cubicBezTo>
                  <a:pt x="4853435" y="2178952"/>
                  <a:pt x="4853303" y="2179543"/>
                  <a:pt x="4853303" y="2179543"/>
                </a:cubicBezTo>
                <a:lnTo>
                  <a:pt x="4848772" y="2187426"/>
                </a:lnTo>
                <a:cubicBezTo>
                  <a:pt x="4848575" y="2187688"/>
                  <a:pt x="4847982" y="2187886"/>
                  <a:pt x="4847982" y="2187886"/>
                </a:cubicBezTo>
                <a:lnTo>
                  <a:pt x="4838919" y="2187886"/>
                </a:lnTo>
                <a:cubicBezTo>
                  <a:pt x="4838590" y="2187886"/>
                  <a:pt x="4838132" y="2187426"/>
                  <a:pt x="4838132" y="2187426"/>
                </a:cubicBezTo>
                <a:lnTo>
                  <a:pt x="4833598" y="2179543"/>
                </a:lnTo>
                <a:cubicBezTo>
                  <a:pt x="4833467" y="2179280"/>
                  <a:pt x="4833598" y="2178689"/>
                  <a:pt x="4833598" y="2178689"/>
                </a:cubicBezTo>
                <a:lnTo>
                  <a:pt x="4838132" y="2170808"/>
                </a:lnTo>
                <a:cubicBezTo>
                  <a:pt x="4838328" y="2170545"/>
                  <a:pt x="4838919" y="2170348"/>
                  <a:pt x="4838919" y="2170348"/>
                </a:cubicBezTo>
                <a:close/>
                <a:moveTo>
                  <a:pt x="4584538" y="2170348"/>
                </a:moveTo>
                <a:lnTo>
                  <a:pt x="4593603" y="2170348"/>
                </a:lnTo>
                <a:cubicBezTo>
                  <a:pt x="4593932" y="2170348"/>
                  <a:pt x="4594390" y="2170808"/>
                  <a:pt x="4594390" y="2170808"/>
                </a:cubicBezTo>
                <a:lnTo>
                  <a:pt x="4598922" y="2178689"/>
                </a:lnTo>
                <a:cubicBezTo>
                  <a:pt x="4599054" y="2178952"/>
                  <a:pt x="4598922" y="2179543"/>
                  <a:pt x="4598922" y="2179543"/>
                </a:cubicBezTo>
                <a:lnTo>
                  <a:pt x="4594390" y="2187426"/>
                </a:lnTo>
                <a:cubicBezTo>
                  <a:pt x="4594193" y="2187688"/>
                  <a:pt x="4593603" y="2187886"/>
                  <a:pt x="4593603" y="2187886"/>
                </a:cubicBezTo>
                <a:lnTo>
                  <a:pt x="4584538" y="2187886"/>
                </a:lnTo>
                <a:cubicBezTo>
                  <a:pt x="4584210" y="2187886"/>
                  <a:pt x="4583749" y="2187426"/>
                  <a:pt x="4583749" y="2187426"/>
                </a:cubicBezTo>
                <a:lnTo>
                  <a:pt x="4579218" y="2179543"/>
                </a:lnTo>
                <a:cubicBezTo>
                  <a:pt x="4579087" y="2179280"/>
                  <a:pt x="4579218" y="2178689"/>
                  <a:pt x="4579218" y="2178689"/>
                </a:cubicBezTo>
                <a:lnTo>
                  <a:pt x="4583749" y="2170808"/>
                </a:lnTo>
                <a:cubicBezTo>
                  <a:pt x="4583948" y="2170545"/>
                  <a:pt x="4584538" y="2170348"/>
                  <a:pt x="4584538" y="2170348"/>
                </a:cubicBezTo>
                <a:close/>
                <a:moveTo>
                  <a:pt x="4330157" y="2170348"/>
                </a:moveTo>
                <a:lnTo>
                  <a:pt x="4339222" y="2170348"/>
                </a:lnTo>
                <a:cubicBezTo>
                  <a:pt x="4339550" y="2170348"/>
                  <a:pt x="4340010" y="2170808"/>
                  <a:pt x="4340010" y="2170808"/>
                </a:cubicBezTo>
                <a:lnTo>
                  <a:pt x="4344540" y="2178689"/>
                </a:lnTo>
                <a:cubicBezTo>
                  <a:pt x="4344672" y="2178952"/>
                  <a:pt x="4344540" y="2179543"/>
                  <a:pt x="4344540" y="2179543"/>
                </a:cubicBezTo>
                <a:lnTo>
                  <a:pt x="4340010" y="2187426"/>
                </a:lnTo>
                <a:cubicBezTo>
                  <a:pt x="4339812" y="2187688"/>
                  <a:pt x="4339222" y="2187886"/>
                  <a:pt x="4339222" y="2187886"/>
                </a:cubicBezTo>
                <a:lnTo>
                  <a:pt x="4330157" y="2187886"/>
                </a:lnTo>
                <a:cubicBezTo>
                  <a:pt x="4329829" y="2187886"/>
                  <a:pt x="4329369" y="2187426"/>
                  <a:pt x="4329369" y="2187426"/>
                </a:cubicBezTo>
                <a:lnTo>
                  <a:pt x="4324836" y="2179543"/>
                </a:lnTo>
                <a:cubicBezTo>
                  <a:pt x="4324706" y="2179280"/>
                  <a:pt x="4324836" y="2178689"/>
                  <a:pt x="4324836" y="2178689"/>
                </a:cubicBezTo>
                <a:lnTo>
                  <a:pt x="4329369" y="2170808"/>
                </a:lnTo>
                <a:cubicBezTo>
                  <a:pt x="4329565" y="2170545"/>
                  <a:pt x="4330157" y="2170348"/>
                  <a:pt x="4330157" y="2170348"/>
                </a:cubicBezTo>
                <a:close/>
                <a:moveTo>
                  <a:pt x="4075987" y="2170348"/>
                </a:moveTo>
                <a:lnTo>
                  <a:pt x="4085051" y="2170348"/>
                </a:lnTo>
                <a:cubicBezTo>
                  <a:pt x="4085379" y="2170348"/>
                  <a:pt x="4085839" y="2170808"/>
                  <a:pt x="4085839" y="2170808"/>
                </a:cubicBezTo>
                <a:lnTo>
                  <a:pt x="4090371" y="2178689"/>
                </a:lnTo>
                <a:cubicBezTo>
                  <a:pt x="4090503" y="2178952"/>
                  <a:pt x="4090371" y="2179543"/>
                  <a:pt x="4090371" y="2179543"/>
                </a:cubicBezTo>
                <a:lnTo>
                  <a:pt x="4085839" y="2187426"/>
                </a:lnTo>
                <a:cubicBezTo>
                  <a:pt x="4085642" y="2187688"/>
                  <a:pt x="4085051" y="2187886"/>
                  <a:pt x="4085051" y="2187886"/>
                </a:cubicBezTo>
                <a:lnTo>
                  <a:pt x="4075987" y="2187886"/>
                </a:lnTo>
                <a:cubicBezTo>
                  <a:pt x="4075658" y="2187886"/>
                  <a:pt x="4075198" y="2187426"/>
                  <a:pt x="4075198" y="2187426"/>
                </a:cubicBezTo>
                <a:lnTo>
                  <a:pt x="4070667" y="2179543"/>
                </a:lnTo>
                <a:cubicBezTo>
                  <a:pt x="4070535" y="2179280"/>
                  <a:pt x="4070667" y="2178689"/>
                  <a:pt x="4070667" y="2178689"/>
                </a:cubicBezTo>
                <a:lnTo>
                  <a:pt x="4075198" y="2170808"/>
                </a:lnTo>
                <a:cubicBezTo>
                  <a:pt x="4075395" y="2170545"/>
                  <a:pt x="4075987" y="2170348"/>
                  <a:pt x="4075987" y="2170348"/>
                </a:cubicBezTo>
                <a:close/>
                <a:moveTo>
                  <a:pt x="3821399" y="2170348"/>
                </a:moveTo>
                <a:lnTo>
                  <a:pt x="3830464" y="2170348"/>
                </a:lnTo>
                <a:cubicBezTo>
                  <a:pt x="3830793" y="2170348"/>
                  <a:pt x="3831253" y="2170808"/>
                  <a:pt x="3831253" y="2170808"/>
                </a:cubicBezTo>
                <a:lnTo>
                  <a:pt x="3835785" y="2178689"/>
                </a:lnTo>
                <a:cubicBezTo>
                  <a:pt x="3835916" y="2178952"/>
                  <a:pt x="3835785" y="2179543"/>
                  <a:pt x="3835785" y="2179543"/>
                </a:cubicBezTo>
                <a:lnTo>
                  <a:pt x="3831253" y="2187426"/>
                </a:lnTo>
                <a:cubicBezTo>
                  <a:pt x="3831056" y="2187688"/>
                  <a:pt x="3830464" y="2187886"/>
                  <a:pt x="3830464" y="2187886"/>
                </a:cubicBezTo>
                <a:lnTo>
                  <a:pt x="3821399" y="2187886"/>
                </a:lnTo>
                <a:cubicBezTo>
                  <a:pt x="3821071" y="2187886"/>
                  <a:pt x="3820612" y="2187426"/>
                  <a:pt x="3820612" y="2187426"/>
                </a:cubicBezTo>
                <a:lnTo>
                  <a:pt x="3816080" y="2179543"/>
                </a:lnTo>
                <a:cubicBezTo>
                  <a:pt x="3815947" y="2179280"/>
                  <a:pt x="3816080" y="2178689"/>
                  <a:pt x="3816080" y="2178689"/>
                </a:cubicBezTo>
                <a:lnTo>
                  <a:pt x="3820612" y="2170808"/>
                </a:lnTo>
                <a:cubicBezTo>
                  <a:pt x="3820810" y="2170545"/>
                  <a:pt x="3821399" y="2170348"/>
                  <a:pt x="3821399" y="2170348"/>
                </a:cubicBezTo>
                <a:close/>
                <a:moveTo>
                  <a:pt x="3567155" y="2170348"/>
                </a:moveTo>
                <a:lnTo>
                  <a:pt x="3576220" y="2170348"/>
                </a:lnTo>
                <a:cubicBezTo>
                  <a:pt x="3576548" y="2170348"/>
                  <a:pt x="3577008" y="2170808"/>
                  <a:pt x="3577008" y="2170808"/>
                </a:cubicBezTo>
                <a:lnTo>
                  <a:pt x="3581540" y="2178689"/>
                </a:lnTo>
                <a:cubicBezTo>
                  <a:pt x="3581672" y="2178952"/>
                  <a:pt x="3581540" y="2179543"/>
                  <a:pt x="3581540" y="2179543"/>
                </a:cubicBezTo>
                <a:lnTo>
                  <a:pt x="3577008" y="2187426"/>
                </a:lnTo>
                <a:cubicBezTo>
                  <a:pt x="3576811" y="2187688"/>
                  <a:pt x="3576220" y="2187886"/>
                  <a:pt x="3576220" y="2187886"/>
                </a:cubicBezTo>
                <a:lnTo>
                  <a:pt x="3567155" y="2187886"/>
                </a:lnTo>
                <a:cubicBezTo>
                  <a:pt x="3566827" y="2187886"/>
                  <a:pt x="3566367" y="2187426"/>
                  <a:pt x="3566367" y="2187426"/>
                </a:cubicBezTo>
                <a:lnTo>
                  <a:pt x="3561834" y="2179543"/>
                </a:lnTo>
                <a:cubicBezTo>
                  <a:pt x="3561703" y="2179280"/>
                  <a:pt x="3561834" y="2178689"/>
                  <a:pt x="3561834" y="2178689"/>
                </a:cubicBezTo>
                <a:lnTo>
                  <a:pt x="3566367" y="2170808"/>
                </a:lnTo>
                <a:cubicBezTo>
                  <a:pt x="3566564" y="2170545"/>
                  <a:pt x="3567155" y="2170348"/>
                  <a:pt x="3567155" y="2170348"/>
                </a:cubicBezTo>
                <a:close/>
                <a:moveTo>
                  <a:pt x="3312696" y="2170348"/>
                </a:moveTo>
                <a:lnTo>
                  <a:pt x="3321758" y="2170348"/>
                </a:lnTo>
                <a:cubicBezTo>
                  <a:pt x="3322087" y="2170348"/>
                  <a:pt x="3322546" y="2170808"/>
                  <a:pt x="3322546" y="2170808"/>
                </a:cubicBezTo>
                <a:lnTo>
                  <a:pt x="3327079" y="2178689"/>
                </a:lnTo>
                <a:cubicBezTo>
                  <a:pt x="3327210" y="2178952"/>
                  <a:pt x="3327079" y="2179543"/>
                  <a:pt x="3327079" y="2179543"/>
                </a:cubicBezTo>
                <a:lnTo>
                  <a:pt x="3322546" y="2187426"/>
                </a:lnTo>
                <a:cubicBezTo>
                  <a:pt x="3322349" y="2187688"/>
                  <a:pt x="3321758" y="2187886"/>
                  <a:pt x="3321758" y="2187886"/>
                </a:cubicBezTo>
                <a:lnTo>
                  <a:pt x="3312696" y="2187886"/>
                </a:lnTo>
                <a:cubicBezTo>
                  <a:pt x="3312366" y="2187886"/>
                  <a:pt x="3311906" y="2187426"/>
                  <a:pt x="3311906" y="2187426"/>
                </a:cubicBezTo>
                <a:lnTo>
                  <a:pt x="3307374" y="2179543"/>
                </a:lnTo>
                <a:cubicBezTo>
                  <a:pt x="3307242" y="2179280"/>
                  <a:pt x="3307374" y="2178689"/>
                  <a:pt x="3307374" y="2178689"/>
                </a:cubicBezTo>
                <a:lnTo>
                  <a:pt x="3311906" y="2170808"/>
                </a:lnTo>
                <a:cubicBezTo>
                  <a:pt x="3312102" y="2170545"/>
                  <a:pt x="3312696" y="2170348"/>
                  <a:pt x="3312696" y="2170348"/>
                </a:cubicBezTo>
                <a:close/>
                <a:moveTo>
                  <a:pt x="3058419" y="2170348"/>
                </a:moveTo>
                <a:lnTo>
                  <a:pt x="3067485" y="2170348"/>
                </a:lnTo>
                <a:cubicBezTo>
                  <a:pt x="3067813" y="2170348"/>
                  <a:pt x="3068274" y="2170808"/>
                  <a:pt x="3068274" y="2170808"/>
                </a:cubicBezTo>
                <a:lnTo>
                  <a:pt x="3072805" y="2178689"/>
                </a:lnTo>
                <a:cubicBezTo>
                  <a:pt x="3072936" y="2178952"/>
                  <a:pt x="3072805" y="2179543"/>
                  <a:pt x="3072805" y="2179543"/>
                </a:cubicBezTo>
                <a:lnTo>
                  <a:pt x="3068274" y="2187426"/>
                </a:lnTo>
                <a:cubicBezTo>
                  <a:pt x="3068076" y="2187688"/>
                  <a:pt x="3067485" y="2187886"/>
                  <a:pt x="3067485" y="2187886"/>
                </a:cubicBezTo>
                <a:lnTo>
                  <a:pt x="3058419" y="2187886"/>
                </a:lnTo>
                <a:cubicBezTo>
                  <a:pt x="3058091" y="2187886"/>
                  <a:pt x="3057632" y="2187426"/>
                  <a:pt x="3057632" y="2187426"/>
                </a:cubicBezTo>
                <a:lnTo>
                  <a:pt x="3053099" y="2179543"/>
                </a:lnTo>
                <a:cubicBezTo>
                  <a:pt x="3052968" y="2179280"/>
                  <a:pt x="3053099" y="2178689"/>
                  <a:pt x="3053099" y="2178689"/>
                </a:cubicBezTo>
                <a:lnTo>
                  <a:pt x="3057632" y="2170808"/>
                </a:lnTo>
                <a:cubicBezTo>
                  <a:pt x="3057830" y="2170545"/>
                  <a:pt x="3058419" y="2170348"/>
                  <a:pt x="3058419" y="2170348"/>
                </a:cubicBezTo>
                <a:close/>
                <a:moveTo>
                  <a:pt x="2803955" y="2170348"/>
                </a:moveTo>
                <a:lnTo>
                  <a:pt x="2813020" y="2170348"/>
                </a:lnTo>
                <a:cubicBezTo>
                  <a:pt x="2813348" y="2170348"/>
                  <a:pt x="2813807" y="2170808"/>
                  <a:pt x="2813807" y="2170808"/>
                </a:cubicBezTo>
                <a:lnTo>
                  <a:pt x="2818340" y="2178689"/>
                </a:lnTo>
                <a:cubicBezTo>
                  <a:pt x="2818471" y="2178952"/>
                  <a:pt x="2818340" y="2179543"/>
                  <a:pt x="2818340" y="2179543"/>
                </a:cubicBezTo>
                <a:lnTo>
                  <a:pt x="2813807" y="2187426"/>
                </a:lnTo>
                <a:cubicBezTo>
                  <a:pt x="2813610" y="2187688"/>
                  <a:pt x="2813020" y="2187886"/>
                  <a:pt x="2813020" y="2187886"/>
                </a:cubicBezTo>
                <a:lnTo>
                  <a:pt x="2803955" y="2187886"/>
                </a:lnTo>
                <a:cubicBezTo>
                  <a:pt x="2803625" y="2187886"/>
                  <a:pt x="2803164" y="2187426"/>
                  <a:pt x="2803164" y="2187426"/>
                </a:cubicBezTo>
                <a:lnTo>
                  <a:pt x="2798634" y="2179543"/>
                </a:lnTo>
                <a:cubicBezTo>
                  <a:pt x="2798503" y="2179280"/>
                  <a:pt x="2798634" y="2178689"/>
                  <a:pt x="2798634" y="2178689"/>
                </a:cubicBezTo>
                <a:lnTo>
                  <a:pt x="2803164" y="2170808"/>
                </a:lnTo>
                <a:cubicBezTo>
                  <a:pt x="2803363" y="2170545"/>
                  <a:pt x="2803955" y="2170348"/>
                  <a:pt x="2803955" y="2170348"/>
                </a:cubicBezTo>
                <a:close/>
                <a:moveTo>
                  <a:pt x="2549558" y="2170348"/>
                </a:moveTo>
                <a:lnTo>
                  <a:pt x="2558623" y="2170348"/>
                </a:lnTo>
                <a:cubicBezTo>
                  <a:pt x="2558952" y="2170348"/>
                  <a:pt x="2559412" y="2170808"/>
                  <a:pt x="2559412" y="2170808"/>
                </a:cubicBezTo>
                <a:lnTo>
                  <a:pt x="2563944" y="2178689"/>
                </a:lnTo>
                <a:cubicBezTo>
                  <a:pt x="2564075" y="2178952"/>
                  <a:pt x="2563944" y="2179543"/>
                  <a:pt x="2563944" y="2179543"/>
                </a:cubicBezTo>
                <a:lnTo>
                  <a:pt x="2559412" y="2187426"/>
                </a:lnTo>
                <a:cubicBezTo>
                  <a:pt x="2559215" y="2187688"/>
                  <a:pt x="2558623" y="2187886"/>
                  <a:pt x="2558623" y="2187886"/>
                </a:cubicBezTo>
                <a:lnTo>
                  <a:pt x="2549558" y="2187886"/>
                </a:lnTo>
                <a:cubicBezTo>
                  <a:pt x="2549231" y="2187886"/>
                  <a:pt x="2548770" y="2187426"/>
                  <a:pt x="2548770" y="2187426"/>
                </a:cubicBezTo>
                <a:lnTo>
                  <a:pt x="2544238" y="2179543"/>
                </a:lnTo>
                <a:cubicBezTo>
                  <a:pt x="2544107" y="2179280"/>
                  <a:pt x="2544238" y="2178689"/>
                  <a:pt x="2544238" y="2178689"/>
                </a:cubicBezTo>
                <a:lnTo>
                  <a:pt x="2548770" y="2170808"/>
                </a:lnTo>
                <a:cubicBezTo>
                  <a:pt x="2548967" y="2170545"/>
                  <a:pt x="2549558" y="2170348"/>
                  <a:pt x="2549558" y="2170348"/>
                </a:cubicBezTo>
                <a:close/>
                <a:moveTo>
                  <a:pt x="2295176" y="2170348"/>
                </a:moveTo>
                <a:lnTo>
                  <a:pt x="2304242" y="2170348"/>
                </a:lnTo>
                <a:cubicBezTo>
                  <a:pt x="2304569" y="2170348"/>
                  <a:pt x="2305030" y="2170808"/>
                  <a:pt x="2305030" y="2170808"/>
                </a:cubicBezTo>
                <a:lnTo>
                  <a:pt x="2309562" y="2178689"/>
                </a:lnTo>
                <a:cubicBezTo>
                  <a:pt x="2309692" y="2178952"/>
                  <a:pt x="2309562" y="2179543"/>
                  <a:pt x="2309562" y="2179543"/>
                </a:cubicBezTo>
                <a:lnTo>
                  <a:pt x="2305030" y="2187426"/>
                </a:lnTo>
                <a:cubicBezTo>
                  <a:pt x="2304832" y="2187688"/>
                  <a:pt x="2304242" y="2187886"/>
                  <a:pt x="2304242" y="2187886"/>
                </a:cubicBezTo>
                <a:lnTo>
                  <a:pt x="2295176" y="2187886"/>
                </a:lnTo>
                <a:cubicBezTo>
                  <a:pt x="2294850" y="2187886"/>
                  <a:pt x="2294388" y="2187426"/>
                  <a:pt x="2294388" y="2187426"/>
                </a:cubicBezTo>
                <a:lnTo>
                  <a:pt x="2289857" y="2179543"/>
                </a:lnTo>
                <a:cubicBezTo>
                  <a:pt x="2289725" y="2179280"/>
                  <a:pt x="2289857" y="2178689"/>
                  <a:pt x="2289857" y="2178689"/>
                </a:cubicBezTo>
                <a:lnTo>
                  <a:pt x="2294388" y="2170808"/>
                </a:lnTo>
                <a:cubicBezTo>
                  <a:pt x="2294585" y="2170545"/>
                  <a:pt x="2295176" y="2170348"/>
                  <a:pt x="2295176" y="2170348"/>
                </a:cubicBezTo>
                <a:close/>
                <a:moveTo>
                  <a:pt x="2040660" y="2170348"/>
                </a:moveTo>
                <a:lnTo>
                  <a:pt x="2049725" y="2170348"/>
                </a:lnTo>
                <a:cubicBezTo>
                  <a:pt x="2050053" y="2170348"/>
                  <a:pt x="2050513" y="2170808"/>
                  <a:pt x="2050513" y="2170808"/>
                </a:cubicBezTo>
                <a:lnTo>
                  <a:pt x="2055044" y="2178689"/>
                </a:lnTo>
                <a:cubicBezTo>
                  <a:pt x="2055176" y="2178952"/>
                  <a:pt x="2055044" y="2179543"/>
                  <a:pt x="2055044" y="2179543"/>
                </a:cubicBezTo>
                <a:lnTo>
                  <a:pt x="2050513" y="2187426"/>
                </a:lnTo>
                <a:cubicBezTo>
                  <a:pt x="2050316" y="2187688"/>
                  <a:pt x="2049725" y="2187886"/>
                  <a:pt x="2049725" y="2187886"/>
                </a:cubicBezTo>
                <a:lnTo>
                  <a:pt x="2040660" y="2187886"/>
                </a:lnTo>
                <a:cubicBezTo>
                  <a:pt x="2040330" y="2187886"/>
                  <a:pt x="2039873" y="2187426"/>
                  <a:pt x="2039873" y="2187426"/>
                </a:cubicBezTo>
                <a:lnTo>
                  <a:pt x="2035339" y="2179543"/>
                </a:lnTo>
                <a:cubicBezTo>
                  <a:pt x="2035207" y="2179280"/>
                  <a:pt x="2035339" y="2178689"/>
                  <a:pt x="2035339" y="2178689"/>
                </a:cubicBezTo>
                <a:lnTo>
                  <a:pt x="2039873" y="2170808"/>
                </a:lnTo>
                <a:cubicBezTo>
                  <a:pt x="2040070" y="2170545"/>
                  <a:pt x="2040660" y="2170348"/>
                  <a:pt x="2040660" y="2170348"/>
                </a:cubicBezTo>
                <a:close/>
                <a:moveTo>
                  <a:pt x="1786362" y="2170348"/>
                </a:moveTo>
                <a:lnTo>
                  <a:pt x="1795426" y="2170348"/>
                </a:lnTo>
                <a:cubicBezTo>
                  <a:pt x="1795754" y="2170348"/>
                  <a:pt x="1796214" y="2170808"/>
                  <a:pt x="1796214" y="2170808"/>
                </a:cubicBezTo>
                <a:lnTo>
                  <a:pt x="1800746" y="2178689"/>
                </a:lnTo>
                <a:cubicBezTo>
                  <a:pt x="1800877" y="2178952"/>
                  <a:pt x="1800746" y="2179543"/>
                  <a:pt x="1800746" y="2179543"/>
                </a:cubicBezTo>
                <a:lnTo>
                  <a:pt x="1796214" y="2187426"/>
                </a:lnTo>
                <a:cubicBezTo>
                  <a:pt x="1796017" y="2187688"/>
                  <a:pt x="1795426" y="2187886"/>
                  <a:pt x="1795426" y="2187886"/>
                </a:cubicBezTo>
                <a:lnTo>
                  <a:pt x="1786362" y="2187886"/>
                </a:lnTo>
                <a:cubicBezTo>
                  <a:pt x="1786034" y="2187886"/>
                  <a:pt x="1785574" y="2187426"/>
                  <a:pt x="1785574" y="2187426"/>
                </a:cubicBezTo>
                <a:lnTo>
                  <a:pt x="1781042" y="2179543"/>
                </a:lnTo>
                <a:cubicBezTo>
                  <a:pt x="1780911" y="2179280"/>
                  <a:pt x="1781042" y="2178689"/>
                  <a:pt x="1781042" y="2178689"/>
                </a:cubicBezTo>
                <a:lnTo>
                  <a:pt x="1785574" y="2170808"/>
                </a:lnTo>
                <a:cubicBezTo>
                  <a:pt x="1785770" y="2170545"/>
                  <a:pt x="1786362" y="2170348"/>
                  <a:pt x="1786362" y="2170348"/>
                </a:cubicBezTo>
                <a:close/>
                <a:moveTo>
                  <a:pt x="1531980" y="2170348"/>
                </a:moveTo>
                <a:lnTo>
                  <a:pt x="1541043" y="2170348"/>
                </a:lnTo>
                <a:cubicBezTo>
                  <a:pt x="1541373" y="2170348"/>
                  <a:pt x="1541831" y="2170808"/>
                  <a:pt x="1541831" y="2170808"/>
                </a:cubicBezTo>
                <a:lnTo>
                  <a:pt x="1546364" y="2178689"/>
                </a:lnTo>
                <a:cubicBezTo>
                  <a:pt x="1546496" y="2178952"/>
                  <a:pt x="1546364" y="2179543"/>
                  <a:pt x="1546364" y="2179543"/>
                </a:cubicBezTo>
                <a:lnTo>
                  <a:pt x="1541831" y="2187426"/>
                </a:lnTo>
                <a:cubicBezTo>
                  <a:pt x="1541634" y="2187688"/>
                  <a:pt x="1541043" y="2187886"/>
                  <a:pt x="1541043" y="2187886"/>
                </a:cubicBezTo>
                <a:lnTo>
                  <a:pt x="1531980" y="2187886"/>
                </a:lnTo>
                <a:cubicBezTo>
                  <a:pt x="1531651" y="2187886"/>
                  <a:pt x="1531194" y="2187426"/>
                  <a:pt x="1531194" y="2187426"/>
                </a:cubicBezTo>
                <a:lnTo>
                  <a:pt x="1526658" y="2179543"/>
                </a:lnTo>
                <a:cubicBezTo>
                  <a:pt x="1526528" y="2179280"/>
                  <a:pt x="1526658" y="2178689"/>
                  <a:pt x="1526658" y="2178689"/>
                </a:cubicBezTo>
                <a:lnTo>
                  <a:pt x="1531194" y="2170808"/>
                </a:lnTo>
                <a:cubicBezTo>
                  <a:pt x="1531391" y="2170545"/>
                  <a:pt x="1531980" y="2170348"/>
                  <a:pt x="1531980" y="2170348"/>
                </a:cubicBezTo>
                <a:close/>
                <a:moveTo>
                  <a:pt x="1277607" y="2170348"/>
                </a:moveTo>
                <a:lnTo>
                  <a:pt x="1286671" y="2170348"/>
                </a:lnTo>
                <a:cubicBezTo>
                  <a:pt x="1286999" y="2170348"/>
                  <a:pt x="1287460" y="2170808"/>
                  <a:pt x="1287460" y="2170808"/>
                </a:cubicBezTo>
                <a:lnTo>
                  <a:pt x="1291992" y="2178689"/>
                </a:lnTo>
                <a:cubicBezTo>
                  <a:pt x="1292124" y="2178952"/>
                  <a:pt x="1291992" y="2179543"/>
                  <a:pt x="1291992" y="2179543"/>
                </a:cubicBezTo>
                <a:lnTo>
                  <a:pt x="1287460" y="2187426"/>
                </a:lnTo>
                <a:cubicBezTo>
                  <a:pt x="1287263" y="2187688"/>
                  <a:pt x="1286671" y="2187886"/>
                  <a:pt x="1286671" y="2187886"/>
                </a:cubicBezTo>
                <a:lnTo>
                  <a:pt x="1277607" y="2187886"/>
                </a:lnTo>
                <a:cubicBezTo>
                  <a:pt x="1277278" y="2187886"/>
                  <a:pt x="1276817" y="2187426"/>
                  <a:pt x="1276817" y="2187426"/>
                </a:cubicBezTo>
                <a:lnTo>
                  <a:pt x="1272288" y="2179543"/>
                </a:lnTo>
                <a:cubicBezTo>
                  <a:pt x="1272156" y="2179280"/>
                  <a:pt x="1272288" y="2178689"/>
                  <a:pt x="1272288" y="2178689"/>
                </a:cubicBezTo>
                <a:lnTo>
                  <a:pt x="1276817" y="2170808"/>
                </a:lnTo>
                <a:cubicBezTo>
                  <a:pt x="1277015" y="2170545"/>
                  <a:pt x="1277607" y="2170348"/>
                  <a:pt x="1277607" y="2170348"/>
                </a:cubicBezTo>
                <a:close/>
                <a:moveTo>
                  <a:pt x="1023155" y="2170348"/>
                </a:moveTo>
                <a:lnTo>
                  <a:pt x="1032219" y="2170348"/>
                </a:lnTo>
                <a:cubicBezTo>
                  <a:pt x="1032547" y="2170348"/>
                  <a:pt x="1033005" y="2170808"/>
                  <a:pt x="1033005" y="2170808"/>
                </a:cubicBezTo>
                <a:lnTo>
                  <a:pt x="1037539" y="2178689"/>
                </a:lnTo>
                <a:cubicBezTo>
                  <a:pt x="1037669" y="2178952"/>
                  <a:pt x="1037539" y="2179543"/>
                  <a:pt x="1037539" y="2179543"/>
                </a:cubicBezTo>
                <a:lnTo>
                  <a:pt x="1033005" y="2187426"/>
                </a:lnTo>
                <a:cubicBezTo>
                  <a:pt x="1032809" y="2187688"/>
                  <a:pt x="1032219" y="2187886"/>
                  <a:pt x="1032219" y="2187886"/>
                </a:cubicBezTo>
                <a:lnTo>
                  <a:pt x="1023155" y="2187886"/>
                </a:lnTo>
                <a:cubicBezTo>
                  <a:pt x="1022825" y="2187886"/>
                  <a:pt x="1022366" y="2187426"/>
                  <a:pt x="1022366" y="2187426"/>
                </a:cubicBezTo>
                <a:lnTo>
                  <a:pt x="1017831" y="2179543"/>
                </a:lnTo>
                <a:cubicBezTo>
                  <a:pt x="1017701" y="2179280"/>
                  <a:pt x="1017831" y="2178689"/>
                  <a:pt x="1017831" y="2178689"/>
                </a:cubicBezTo>
                <a:lnTo>
                  <a:pt x="1022366" y="2170808"/>
                </a:lnTo>
                <a:cubicBezTo>
                  <a:pt x="1022566" y="2170545"/>
                  <a:pt x="1023155" y="2170348"/>
                  <a:pt x="1023155" y="2170348"/>
                </a:cubicBezTo>
                <a:close/>
                <a:moveTo>
                  <a:pt x="768589" y="2170348"/>
                </a:moveTo>
                <a:lnTo>
                  <a:pt x="777652" y="2170348"/>
                </a:lnTo>
                <a:cubicBezTo>
                  <a:pt x="777981" y="2170348"/>
                  <a:pt x="778441" y="2170808"/>
                  <a:pt x="778441" y="2170808"/>
                </a:cubicBezTo>
                <a:lnTo>
                  <a:pt x="782972" y="2178689"/>
                </a:lnTo>
                <a:cubicBezTo>
                  <a:pt x="783104" y="2178952"/>
                  <a:pt x="782972" y="2179543"/>
                  <a:pt x="782972" y="2179543"/>
                </a:cubicBezTo>
                <a:lnTo>
                  <a:pt x="778441" y="2187426"/>
                </a:lnTo>
                <a:cubicBezTo>
                  <a:pt x="778244" y="2187688"/>
                  <a:pt x="777652" y="2187886"/>
                  <a:pt x="777652" y="2187886"/>
                </a:cubicBezTo>
                <a:lnTo>
                  <a:pt x="768589" y="2187886"/>
                </a:lnTo>
                <a:cubicBezTo>
                  <a:pt x="768260" y="2187886"/>
                  <a:pt x="767801" y="2187426"/>
                  <a:pt x="767801" y="2187426"/>
                </a:cubicBezTo>
                <a:lnTo>
                  <a:pt x="763268" y="2179543"/>
                </a:lnTo>
                <a:cubicBezTo>
                  <a:pt x="763137" y="2179280"/>
                  <a:pt x="763268" y="2178689"/>
                  <a:pt x="763268" y="2178689"/>
                </a:cubicBezTo>
                <a:lnTo>
                  <a:pt x="767801" y="2170808"/>
                </a:lnTo>
                <a:cubicBezTo>
                  <a:pt x="767998" y="2170545"/>
                  <a:pt x="768589" y="2170348"/>
                  <a:pt x="768589" y="2170348"/>
                </a:cubicBezTo>
                <a:close/>
                <a:moveTo>
                  <a:pt x="514283" y="2170348"/>
                </a:moveTo>
                <a:lnTo>
                  <a:pt x="523346" y="2170348"/>
                </a:lnTo>
                <a:cubicBezTo>
                  <a:pt x="523675" y="2170348"/>
                  <a:pt x="524134" y="2170808"/>
                  <a:pt x="524134" y="2170808"/>
                </a:cubicBezTo>
                <a:lnTo>
                  <a:pt x="528666" y="2178689"/>
                </a:lnTo>
                <a:cubicBezTo>
                  <a:pt x="528798" y="2178952"/>
                  <a:pt x="528666" y="2179543"/>
                  <a:pt x="528666" y="2179543"/>
                </a:cubicBezTo>
                <a:lnTo>
                  <a:pt x="524134" y="2187426"/>
                </a:lnTo>
                <a:cubicBezTo>
                  <a:pt x="523937" y="2187688"/>
                  <a:pt x="523346" y="2187886"/>
                  <a:pt x="523346" y="2187886"/>
                </a:cubicBezTo>
                <a:lnTo>
                  <a:pt x="514283" y="2187886"/>
                </a:lnTo>
                <a:cubicBezTo>
                  <a:pt x="513953" y="2187886"/>
                  <a:pt x="513495" y="2187426"/>
                  <a:pt x="513495" y="2187426"/>
                </a:cubicBezTo>
                <a:lnTo>
                  <a:pt x="508963" y="2179543"/>
                </a:lnTo>
                <a:cubicBezTo>
                  <a:pt x="508831" y="2179280"/>
                  <a:pt x="508963" y="2178689"/>
                  <a:pt x="508963" y="2178689"/>
                </a:cubicBezTo>
                <a:lnTo>
                  <a:pt x="513495" y="2170808"/>
                </a:lnTo>
                <a:cubicBezTo>
                  <a:pt x="513692" y="2170545"/>
                  <a:pt x="514283" y="2170348"/>
                  <a:pt x="514283" y="2170348"/>
                </a:cubicBezTo>
                <a:close/>
                <a:moveTo>
                  <a:pt x="259976" y="2170348"/>
                </a:moveTo>
                <a:lnTo>
                  <a:pt x="269039" y="2170348"/>
                </a:lnTo>
                <a:cubicBezTo>
                  <a:pt x="269367" y="2170348"/>
                  <a:pt x="269827" y="2170808"/>
                  <a:pt x="269827" y="2170808"/>
                </a:cubicBezTo>
                <a:lnTo>
                  <a:pt x="274359" y="2178689"/>
                </a:lnTo>
                <a:cubicBezTo>
                  <a:pt x="274490" y="2178952"/>
                  <a:pt x="274359" y="2179543"/>
                  <a:pt x="274359" y="2179543"/>
                </a:cubicBezTo>
                <a:lnTo>
                  <a:pt x="269827" y="2187426"/>
                </a:lnTo>
                <a:cubicBezTo>
                  <a:pt x="269631" y="2187688"/>
                  <a:pt x="269039" y="2187886"/>
                  <a:pt x="269039" y="2187886"/>
                </a:cubicBezTo>
                <a:lnTo>
                  <a:pt x="259976" y="2187886"/>
                </a:lnTo>
                <a:cubicBezTo>
                  <a:pt x="259646" y="2187886"/>
                  <a:pt x="259187" y="2187426"/>
                  <a:pt x="259187" y="2187426"/>
                </a:cubicBezTo>
                <a:lnTo>
                  <a:pt x="254655" y="2179543"/>
                </a:lnTo>
                <a:cubicBezTo>
                  <a:pt x="254524" y="2179280"/>
                  <a:pt x="254655" y="2178689"/>
                  <a:pt x="254655" y="2178689"/>
                </a:cubicBezTo>
                <a:lnTo>
                  <a:pt x="259187" y="2170808"/>
                </a:lnTo>
                <a:cubicBezTo>
                  <a:pt x="259383" y="2170545"/>
                  <a:pt x="259976" y="2170348"/>
                  <a:pt x="259976" y="2170348"/>
                </a:cubicBezTo>
                <a:close/>
                <a:moveTo>
                  <a:pt x="5449" y="2170348"/>
                </a:moveTo>
                <a:lnTo>
                  <a:pt x="14513" y="2170348"/>
                </a:lnTo>
                <a:cubicBezTo>
                  <a:pt x="14841" y="2170348"/>
                  <a:pt x="15301" y="2170808"/>
                  <a:pt x="15301" y="2170808"/>
                </a:cubicBezTo>
                <a:lnTo>
                  <a:pt x="19833" y="2178689"/>
                </a:lnTo>
                <a:cubicBezTo>
                  <a:pt x="19964" y="2178952"/>
                  <a:pt x="19833" y="2179543"/>
                  <a:pt x="19833" y="2179543"/>
                </a:cubicBezTo>
                <a:lnTo>
                  <a:pt x="15301" y="2187426"/>
                </a:lnTo>
                <a:cubicBezTo>
                  <a:pt x="15104" y="2187688"/>
                  <a:pt x="14513" y="2187886"/>
                  <a:pt x="14513" y="2187886"/>
                </a:cubicBezTo>
                <a:lnTo>
                  <a:pt x="5449" y="2187886"/>
                </a:lnTo>
                <a:cubicBezTo>
                  <a:pt x="5120" y="2187886"/>
                  <a:pt x="4660" y="2187426"/>
                  <a:pt x="4660" y="2187426"/>
                </a:cubicBezTo>
                <a:lnTo>
                  <a:pt x="128" y="2179543"/>
                </a:lnTo>
                <a:cubicBezTo>
                  <a:pt x="-3" y="2179280"/>
                  <a:pt x="128" y="2178689"/>
                  <a:pt x="128" y="2178689"/>
                </a:cubicBezTo>
                <a:lnTo>
                  <a:pt x="4660" y="2170808"/>
                </a:lnTo>
                <a:cubicBezTo>
                  <a:pt x="4857" y="2170545"/>
                  <a:pt x="5449" y="2170348"/>
                  <a:pt x="5449" y="2170348"/>
                </a:cubicBezTo>
                <a:close/>
                <a:moveTo>
                  <a:pt x="10435622" y="1953340"/>
                </a:moveTo>
                <a:lnTo>
                  <a:pt x="10444686" y="1953340"/>
                </a:lnTo>
                <a:cubicBezTo>
                  <a:pt x="10445015" y="1953340"/>
                  <a:pt x="10445474" y="1953799"/>
                  <a:pt x="10445474" y="1953799"/>
                </a:cubicBezTo>
                <a:lnTo>
                  <a:pt x="10450007" y="1961681"/>
                </a:lnTo>
                <a:cubicBezTo>
                  <a:pt x="10450138" y="1961943"/>
                  <a:pt x="10450007" y="1962535"/>
                  <a:pt x="10450007" y="1962535"/>
                </a:cubicBezTo>
                <a:lnTo>
                  <a:pt x="10445474" y="1970417"/>
                </a:lnTo>
                <a:cubicBezTo>
                  <a:pt x="10445278" y="1970680"/>
                  <a:pt x="10444686" y="1970877"/>
                  <a:pt x="10444686" y="1970877"/>
                </a:cubicBezTo>
                <a:lnTo>
                  <a:pt x="10435622" y="1970877"/>
                </a:lnTo>
                <a:cubicBezTo>
                  <a:pt x="10435295" y="1970877"/>
                  <a:pt x="10434834" y="1970417"/>
                  <a:pt x="10434834" y="1970417"/>
                </a:cubicBezTo>
                <a:lnTo>
                  <a:pt x="10430302" y="1962535"/>
                </a:lnTo>
                <a:cubicBezTo>
                  <a:pt x="10430171" y="1962272"/>
                  <a:pt x="10430302" y="1961681"/>
                  <a:pt x="10430302" y="1961681"/>
                </a:cubicBezTo>
                <a:lnTo>
                  <a:pt x="10434834" y="1953799"/>
                </a:lnTo>
                <a:cubicBezTo>
                  <a:pt x="10435031" y="1953537"/>
                  <a:pt x="10435622" y="1953340"/>
                  <a:pt x="10435622" y="1953340"/>
                </a:cubicBezTo>
                <a:close/>
                <a:moveTo>
                  <a:pt x="10181242" y="1953340"/>
                </a:moveTo>
                <a:lnTo>
                  <a:pt x="10190305" y="1953340"/>
                </a:lnTo>
                <a:cubicBezTo>
                  <a:pt x="10190635" y="1953340"/>
                  <a:pt x="10191093" y="1953799"/>
                  <a:pt x="10191093" y="1953799"/>
                </a:cubicBezTo>
                <a:lnTo>
                  <a:pt x="10195626" y="1961681"/>
                </a:lnTo>
                <a:cubicBezTo>
                  <a:pt x="10195758" y="1961943"/>
                  <a:pt x="10195626" y="1962535"/>
                  <a:pt x="10195626" y="1962535"/>
                </a:cubicBezTo>
                <a:lnTo>
                  <a:pt x="10191093" y="1970417"/>
                </a:lnTo>
                <a:cubicBezTo>
                  <a:pt x="10190896" y="1970680"/>
                  <a:pt x="10190305" y="1970877"/>
                  <a:pt x="10190305" y="1970877"/>
                </a:cubicBezTo>
                <a:lnTo>
                  <a:pt x="10181242" y="1970877"/>
                </a:lnTo>
                <a:cubicBezTo>
                  <a:pt x="10180914" y="1970877"/>
                  <a:pt x="10180453" y="1970417"/>
                  <a:pt x="10180453" y="1970417"/>
                </a:cubicBezTo>
                <a:lnTo>
                  <a:pt x="10175922" y="1962535"/>
                </a:lnTo>
                <a:cubicBezTo>
                  <a:pt x="10175790" y="1962272"/>
                  <a:pt x="10175922" y="1961681"/>
                  <a:pt x="10175922" y="1961681"/>
                </a:cubicBezTo>
                <a:lnTo>
                  <a:pt x="10180453" y="1953799"/>
                </a:lnTo>
                <a:cubicBezTo>
                  <a:pt x="10180650" y="1953537"/>
                  <a:pt x="10181242" y="1953340"/>
                  <a:pt x="10181242" y="1953340"/>
                </a:cubicBezTo>
                <a:close/>
                <a:moveTo>
                  <a:pt x="9926861" y="1953340"/>
                </a:moveTo>
                <a:lnTo>
                  <a:pt x="9935924" y="1953340"/>
                </a:lnTo>
                <a:cubicBezTo>
                  <a:pt x="9936254" y="1953340"/>
                  <a:pt x="9936713" y="1953799"/>
                  <a:pt x="9936713" y="1953799"/>
                </a:cubicBezTo>
                <a:lnTo>
                  <a:pt x="9941246" y="1961681"/>
                </a:lnTo>
                <a:cubicBezTo>
                  <a:pt x="9941376" y="1961943"/>
                  <a:pt x="9941246" y="1962535"/>
                  <a:pt x="9941246" y="1962535"/>
                </a:cubicBezTo>
                <a:lnTo>
                  <a:pt x="9936713" y="1970417"/>
                </a:lnTo>
                <a:cubicBezTo>
                  <a:pt x="9936516" y="1970680"/>
                  <a:pt x="9935924" y="1970877"/>
                  <a:pt x="9935924" y="1970877"/>
                </a:cubicBezTo>
                <a:lnTo>
                  <a:pt x="9926861" y="1970877"/>
                </a:lnTo>
                <a:cubicBezTo>
                  <a:pt x="9926532" y="1970877"/>
                  <a:pt x="9926073" y="1970417"/>
                  <a:pt x="9926073" y="1970417"/>
                </a:cubicBezTo>
                <a:lnTo>
                  <a:pt x="9921541" y="1962535"/>
                </a:lnTo>
                <a:cubicBezTo>
                  <a:pt x="9921410" y="1962272"/>
                  <a:pt x="9921541" y="1961681"/>
                  <a:pt x="9921541" y="1961681"/>
                </a:cubicBezTo>
                <a:lnTo>
                  <a:pt x="9926073" y="1953799"/>
                </a:lnTo>
                <a:cubicBezTo>
                  <a:pt x="9926270" y="1953537"/>
                  <a:pt x="9926861" y="1953340"/>
                  <a:pt x="9926861" y="1953340"/>
                </a:cubicBezTo>
                <a:close/>
                <a:moveTo>
                  <a:pt x="9672481" y="1953340"/>
                </a:moveTo>
                <a:lnTo>
                  <a:pt x="9681545" y="1953340"/>
                </a:lnTo>
                <a:cubicBezTo>
                  <a:pt x="9681872" y="1953340"/>
                  <a:pt x="9682333" y="1953799"/>
                  <a:pt x="9682333" y="1953799"/>
                </a:cubicBezTo>
                <a:lnTo>
                  <a:pt x="9686865" y="1961681"/>
                </a:lnTo>
                <a:cubicBezTo>
                  <a:pt x="9686996" y="1961943"/>
                  <a:pt x="9686865" y="1962535"/>
                  <a:pt x="9686865" y="1962535"/>
                </a:cubicBezTo>
                <a:lnTo>
                  <a:pt x="9682333" y="1970417"/>
                </a:lnTo>
                <a:cubicBezTo>
                  <a:pt x="9682136" y="1970680"/>
                  <a:pt x="9681545" y="1970877"/>
                  <a:pt x="9681545" y="1970877"/>
                </a:cubicBezTo>
                <a:lnTo>
                  <a:pt x="9672481" y="1970877"/>
                </a:lnTo>
                <a:cubicBezTo>
                  <a:pt x="9672152" y="1970877"/>
                  <a:pt x="9671693" y="1970417"/>
                  <a:pt x="9671693" y="1970417"/>
                </a:cubicBezTo>
                <a:lnTo>
                  <a:pt x="9667160" y="1962535"/>
                </a:lnTo>
                <a:cubicBezTo>
                  <a:pt x="9667030" y="1962272"/>
                  <a:pt x="9667160" y="1961681"/>
                  <a:pt x="9667160" y="1961681"/>
                </a:cubicBezTo>
                <a:lnTo>
                  <a:pt x="9671693" y="1953799"/>
                </a:lnTo>
                <a:cubicBezTo>
                  <a:pt x="9671890" y="1953537"/>
                  <a:pt x="9672481" y="1953340"/>
                  <a:pt x="9672481" y="1953340"/>
                </a:cubicBezTo>
                <a:close/>
                <a:moveTo>
                  <a:pt x="9418035" y="1953340"/>
                </a:moveTo>
                <a:lnTo>
                  <a:pt x="9427099" y="1953340"/>
                </a:lnTo>
                <a:cubicBezTo>
                  <a:pt x="9427427" y="1953340"/>
                  <a:pt x="9427887" y="1953799"/>
                  <a:pt x="9427887" y="1953799"/>
                </a:cubicBezTo>
                <a:lnTo>
                  <a:pt x="9432419" y="1961681"/>
                </a:lnTo>
                <a:cubicBezTo>
                  <a:pt x="9432550" y="1961943"/>
                  <a:pt x="9432419" y="1962535"/>
                  <a:pt x="9432419" y="1962535"/>
                </a:cubicBezTo>
                <a:lnTo>
                  <a:pt x="9427887" y="1970417"/>
                </a:lnTo>
                <a:cubicBezTo>
                  <a:pt x="9427690" y="1970680"/>
                  <a:pt x="9427099" y="1970877"/>
                  <a:pt x="9427099" y="1970877"/>
                </a:cubicBezTo>
                <a:lnTo>
                  <a:pt x="9418035" y="1970877"/>
                </a:lnTo>
                <a:cubicBezTo>
                  <a:pt x="9417707" y="1970877"/>
                  <a:pt x="9417247" y="1970417"/>
                  <a:pt x="9417247" y="1970417"/>
                </a:cubicBezTo>
                <a:lnTo>
                  <a:pt x="9412714" y="1962535"/>
                </a:lnTo>
                <a:cubicBezTo>
                  <a:pt x="9412583" y="1962272"/>
                  <a:pt x="9412714" y="1961681"/>
                  <a:pt x="9412714" y="1961681"/>
                </a:cubicBezTo>
                <a:lnTo>
                  <a:pt x="9417247" y="1953799"/>
                </a:lnTo>
                <a:cubicBezTo>
                  <a:pt x="9417444" y="1953537"/>
                  <a:pt x="9418035" y="1953340"/>
                  <a:pt x="9418035" y="1953340"/>
                </a:cubicBezTo>
                <a:close/>
                <a:moveTo>
                  <a:pt x="9163654" y="1953340"/>
                </a:moveTo>
                <a:lnTo>
                  <a:pt x="9172718" y="1953340"/>
                </a:lnTo>
                <a:cubicBezTo>
                  <a:pt x="9173046" y="1953340"/>
                  <a:pt x="9173506" y="1953799"/>
                  <a:pt x="9173506" y="1953799"/>
                </a:cubicBezTo>
                <a:lnTo>
                  <a:pt x="9178038" y="1961681"/>
                </a:lnTo>
                <a:cubicBezTo>
                  <a:pt x="9178169" y="1961943"/>
                  <a:pt x="9178038" y="1962535"/>
                  <a:pt x="9178038" y="1962535"/>
                </a:cubicBezTo>
                <a:lnTo>
                  <a:pt x="9173506" y="1970417"/>
                </a:lnTo>
                <a:cubicBezTo>
                  <a:pt x="9173309" y="1970680"/>
                  <a:pt x="9172718" y="1970877"/>
                  <a:pt x="9172718" y="1970877"/>
                </a:cubicBezTo>
                <a:lnTo>
                  <a:pt x="9163654" y="1970877"/>
                </a:lnTo>
                <a:cubicBezTo>
                  <a:pt x="9163326" y="1970877"/>
                  <a:pt x="9162866" y="1970417"/>
                  <a:pt x="9162866" y="1970417"/>
                </a:cubicBezTo>
                <a:lnTo>
                  <a:pt x="9158333" y="1962535"/>
                </a:lnTo>
                <a:cubicBezTo>
                  <a:pt x="9158202" y="1962272"/>
                  <a:pt x="9158333" y="1961681"/>
                  <a:pt x="9158333" y="1961681"/>
                </a:cubicBezTo>
                <a:lnTo>
                  <a:pt x="9162866" y="1953799"/>
                </a:lnTo>
                <a:cubicBezTo>
                  <a:pt x="9163062" y="1953537"/>
                  <a:pt x="9163654" y="1953340"/>
                  <a:pt x="9163654" y="1953340"/>
                </a:cubicBezTo>
                <a:close/>
                <a:moveTo>
                  <a:pt x="8909274" y="1953340"/>
                </a:moveTo>
                <a:lnTo>
                  <a:pt x="8918336" y="1953340"/>
                </a:lnTo>
                <a:cubicBezTo>
                  <a:pt x="8918666" y="1953340"/>
                  <a:pt x="8919125" y="1953799"/>
                  <a:pt x="8919125" y="1953799"/>
                </a:cubicBezTo>
                <a:lnTo>
                  <a:pt x="8923657" y="1961681"/>
                </a:lnTo>
                <a:cubicBezTo>
                  <a:pt x="8923789" y="1961943"/>
                  <a:pt x="8923657" y="1962535"/>
                  <a:pt x="8923657" y="1962535"/>
                </a:cubicBezTo>
                <a:lnTo>
                  <a:pt x="8919125" y="1970417"/>
                </a:lnTo>
                <a:cubicBezTo>
                  <a:pt x="8918928" y="1970680"/>
                  <a:pt x="8918336" y="1970877"/>
                  <a:pt x="8918336" y="1970877"/>
                </a:cubicBezTo>
                <a:lnTo>
                  <a:pt x="8909274" y="1970877"/>
                </a:lnTo>
                <a:cubicBezTo>
                  <a:pt x="8908945" y="1970877"/>
                  <a:pt x="8908484" y="1970417"/>
                  <a:pt x="8908484" y="1970417"/>
                </a:cubicBezTo>
                <a:lnTo>
                  <a:pt x="8903953" y="1962535"/>
                </a:lnTo>
                <a:cubicBezTo>
                  <a:pt x="8903821" y="1962272"/>
                  <a:pt x="8903953" y="1961681"/>
                  <a:pt x="8903953" y="1961681"/>
                </a:cubicBezTo>
                <a:lnTo>
                  <a:pt x="8908484" y="1953799"/>
                </a:lnTo>
                <a:cubicBezTo>
                  <a:pt x="8908681" y="1953537"/>
                  <a:pt x="8909274" y="1953340"/>
                  <a:pt x="8909274" y="1953340"/>
                </a:cubicBezTo>
                <a:close/>
                <a:moveTo>
                  <a:pt x="8654892" y="1953340"/>
                </a:moveTo>
                <a:lnTo>
                  <a:pt x="8663955" y="1953340"/>
                </a:lnTo>
                <a:cubicBezTo>
                  <a:pt x="8664285" y="1953340"/>
                  <a:pt x="8664744" y="1953799"/>
                  <a:pt x="8664744" y="1953799"/>
                </a:cubicBezTo>
                <a:lnTo>
                  <a:pt x="8669277" y="1961681"/>
                </a:lnTo>
                <a:cubicBezTo>
                  <a:pt x="8669408" y="1961943"/>
                  <a:pt x="8669277" y="1962535"/>
                  <a:pt x="8669277" y="1962535"/>
                </a:cubicBezTo>
                <a:lnTo>
                  <a:pt x="8664744" y="1970417"/>
                </a:lnTo>
                <a:cubicBezTo>
                  <a:pt x="8664548" y="1970680"/>
                  <a:pt x="8663955" y="1970877"/>
                  <a:pt x="8663955" y="1970877"/>
                </a:cubicBezTo>
                <a:lnTo>
                  <a:pt x="8654892" y="1970877"/>
                </a:lnTo>
                <a:cubicBezTo>
                  <a:pt x="8654565" y="1970877"/>
                  <a:pt x="8654104" y="1970417"/>
                  <a:pt x="8654104" y="1970417"/>
                </a:cubicBezTo>
                <a:lnTo>
                  <a:pt x="8649572" y="1962535"/>
                </a:lnTo>
                <a:cubicBezTo>
                  <a:pt x="8649441" y="1962272"/>
                  <a:pt x="8649572" y="1961681"/>
                  <a:pt x="8649572" y="1961681"/>
                </a:cubicBezTo>
                <a:lnTo>
                  <a:pt x="8654104" y="1953799"/>
                </a:lnTo>
                <a:cubicBezTo>
                  <a:pt x="8654301" y="1953537"/>
                  <a:pt x="8654892" y="1953340"/>
                  <a:pt x="8654892" y="1953340"/>
                </a:cubicBezTo>
                <a:close/>
                <a:moveTo>
                  <a:pt x="8400511" y="1953340"/>
                </a:moveTo>
                <a:lnTo>
                  <a:pt x="8409575" y="1953340"/>
                </a:lnTo>
                <a:cubicBezTo>
                  <a:pt x="8409904" y="1953340"/>
                  <a:pt x="8410363" y="1953799"/>
                  <a:pt x="8410363" y="1953799"/>
                </a:cubicBezTo>
                <a:lnTo>
                  <a:pt x="8414896" y="1961681"/>
                </a:lnTo>
                <a:cubicBezTo>
                  <a:pt x="8415027" y="1961943"/>
                  <a:pt x="8414896" y="1962535"/>
                  <a:pt x="8414896" y="1962535"/>
                </a:cubicBezTo>
                <a:lnTo>
                  <a:pt x="8410363" y="1970417"/>
                </a:lnTo>
                <a:cubicBezTo>
                  <a:pt x="8410166" y="1970680"/>
                  <a:pt x="8409575" y="1970877"/>
                  <a:pt x="8409575" y="1970877"/>
                </a:cubicBezTo>
                <a:lnTo>
                  <a:pt x="8400511" y="1970877"/>
                </a:lnTo>
                <a:cubicBezTo>
                  <a:pt x="8400184" y="1970877"/>
                  <a:pt x="8399723" y="1970417"/>
                  <a:pt x="8399723" y="1970417"/>
                </a:cubicBezTo>
                <a:lnTo>
                  <a:pt x="8395191" y="1962535"/>
                </a:lnTo>
                <a:cubicBezTo>
                  <a:pt x="8395060" y="1962272"/>
                  <a:pt x="8395191" y="1961681"/>
                  <a:pt x="8395191" y="1961681"/>
                </a:cubicBezTo>
                <a:lnTo>
                  <a:pt x="8399723" y="1953799"/>
                </a:lnTo>
                <a:cubicBezTo>
                  <a:pt x="8399920" y="1953537"/>
                  <a:pt x="8400511" y="1953340"/>
                  <a:pt x="8400511" y="1953340"/>
                </a:cubicBezTo>
                <a:close/>
                <a:moveTo>
                  <a:pt x="8146065" y="1953340"/>
                </a:moveTo>
                <a:lnTo>
                  <a:pt x="8155129" y="1953340"/>
                </a:lnTo>
                <a:cubicBezTo>
                  <a:pt x="8155458" y="1953340"/>
                  <a:pt x="8155917" y="1953799"/>
                  <a:pt x="8155917" y="1953799"/>
                </a:cubicBezTo>
                <a:lnTo>
                  <a:pt x="8160449" y="1961681"/>
                </a:lnTo>
                <a:cubicBezTo>
                  <a:pt x="8160580" y="1961943"/>
                  <a:pt x="8160449" y="1962535"/>
                  <a:pt x="8160449" y="1962535"/>
                </a:cubicBezTo>
                <a:lnTo>
                  <a:pt x="8155917" y="1970417"/>
                </a:lnTo>
                <a:cubicBezTo>
                  <a:pt x="8155719" y="1970680"/>
                  <a:pt x="8155129" y="1970877"/>
                  <a:pt x="8155129" y="1970877"/>
                </a:cubicBezTo>
                <a:lnTo>
                  <a:pt x="8146065" y="1970877"/>
                </a:lnTo>
                <a:cubicBezTo>
                  <a:pt x="8145737" y="1970877"/>
                  <a:pt x="8145277" y="1970417"/>
                  <a:pt x="8145277" y="1970417"/>
                </a:cubicBezTo>
                <a:lnTo>
                  <a:pt x="8140745" y="1962535"/>
                </a:lnTo>
                <a:cubicBezTo>
                  <a:pt x="8140613" y="1962272"/>
                  <a:pt x="8140745" y="1961681"/>
                  <a:pt x="8140745" y="1961681"/>
                </a:cubicBezTo>
                <a:lnTo>
                  <a:pt x="8145277" y="1953799"/>
                </a:lnTo>
                <a:cubicBezTo>
                  <a:pt x="8145474" y="1953537"/>
                  <a:pt x="8146065" y="1953340"/>
                  <a:pt x="8146065" y="1953340"/>
                </a:cubicBezTo>
                <a:close/>
                <a:moveTo>
                  <a:pt x="7891684" y="1953340"/>
                </a:moveTo>
                <a:lnTo>
                  <a:pt x="7900748" y="1953340"/>
                </a:lnTo>
                <a:cubicBezTo>
                  <a:pt x="7901076" y="1953340"/>
                  <a:pt x="7901536" y="1953799"/>
                  <a:pt x="7901536" y="1953799"/>
                </a:cubicBezTo>
                <a:lnTo>
                  <a:pt x="7906067" y="1961681"/>
                </a:lnTo>
                <a:cubicBezTo>
                  <a:pt x="7906199" y="1961943"/>
                  <a:pt x="7906067" y="1962535"/>
                  <a:pt x="7906067" y="1962535"/>
                </a:cubicBezTo>
                <a:lnTo>
                  <a:pt x="7901536" y="1970417"/>
                </a:lnTo>
                <a:cubicBezTo>
                  <a:pt x="7901339" y="1970680"/>
                  <a:pt x="7900748" y="1970877"/>
                  <a:pt x="7900748" y="1970877"/>
                </a:cubicBezTo>
                <a:lnTo>
                  <a:pt x="7891684" y="1970877"/>
                </a:lnTo>
                <a:cubicBezTo>
                  <a:pt x="7891355" y="1970877"/>
                  <a:pt x="7890896" y="1970417"/>
                  <a:pt x="7890896" y="1970417"/>
                </a:cubicBezTo>
                <a:lnTo>
                  <a:pt x="7886363" y="1962535"/>
                </a:lnTo>
                <a:cubicBezTo>
                  <a:pt x="7886233" y="1962272"/>
                  <a:pt x="7886363" y="1961681"/>
                  <a:pt x="7886363" y="1961681"/>
                </a:cubicBezTo>
                <a:lnTo>
                  <a:pt x="7890896" y="1953799"/>
                </a:lnTo>
                <a:cubicBezTo>
                  <a:pt x="7891093" y="1953537"/>
                  <a:pt x="7891684" y="1953340"/>
                  <a:pt x="7891684" y="1953340"/>
                </a:cubicBezTo>
                <a:close/>
                <a:moveTo>
                  <a:pt x="7637304" y="1953340"/>
                </a:moveTo>
                <a:lnTo>
                  <a:pt x="7646367" y="1953340"/>
                </a:lnTo>
                <a:cubicBezTo>
                  <a:pt x="7646696" y="1953340"/>
                  <a:pt x="7647156" y="1953799"/>
                  <a:pt x="7647156" y="1953799"/>
                </a:cubicBezTo>
                <a:lnTo>
                  <a:pt x="7651687" y="1961681"/>
                </a:lnTo>
                <a:cubicBezTo>
                  <a:pt x="7651819" y="1961943"/>
                  <a:pt x="7651687" y="1962535"/>
                  <a:pt x="7651687" y="1962535"/>
                </a:cubicBezTo>
                <a:lnTo>
                  <a:pt x="7647156" y="1970417"/>
                </a:lnTo>
                <a:cubicBezTo>
                  <a:pt x="7646958" y="1970680"/>
                  <a:pt x="7646367" y="1970877"/>
                  <a:pt x="7646367" y="1970877"/>
                </a:cubicBezTo>
                <a:lnTo>
                  <a:pt x="7637304" y="1970877"/>
                </a:lnTo>
                <a:cubicBezTo>
                  <a:pt x="7636975" y="1970877"/>
                  <a:pt x="7636516" y="1970417"/>
                  <a:pt x="7636516" y="1970417"/>
                </a:cubicBezTo>
                <a:lnTo>
                  <a:pt x="7631983" y="1962535"/>
                </a:lnTo>
                <a:cubicBezTo>
                  <a:pt x="7631851" y="1962272"/>
                  <a:pt x="7631983" y="1961681"/>
                  <a:pt x="7631983" y="1961681"/>
                </a:cubicBezTo>
                <a:lnTo>
                  <a:pt x="7636516" y="1953799"/>
                </a:lnTo>
                <a:cubicBezTo>
                  <a:pt x="7636713" y="1953537"/>
                  <a:pt x="7637304" y="1953340"/>
                  <a:pt x="7637304" y="1953340"/>
                </a:cubicBezTo>
                <a:close/>
                <a:moveTo>
                  <a:pt x="7382923" y="1953340"/>
                </a:moveTo>
                <a:lnTo>
                  <a:pt x="7391987" y="1953340"/>
                </a:lnTo>
                <a:cubicBezTo>
                  <a:pt x="7392315" y="1953340"/>
                  <a:pt x="7392775" y="1953799"/>
                  <a:pt x="7392775" y="1953799"/>
                </a:cubicBezTo>
                <a:lnTo>
                  <a:pt x="7397307" y="1961681"/>
                </a:lnTo>
                <a:cubicBezTo>
                  <a:pt x="7397438" y="1961943"/>
                  <a:pt x="7397307" y="1962535"/>
                  <a:pt x="7397307" y="1962535"/>
                </a:cubicBezTo>
                <a:lnTo>
                  <a:pt x="7392775" y="1970417"/>
                </a:lnTo>
                <a:cubicBezTo>
                  <a:pt x="7392578" y="1970680"/>
                  <a:pt x="7391987" y="1970877"/>
                  <a:pt x="7391987" y="1970877"/>
                </a:cubicBezTo>
                <a:lnTo>
                  <a:pt x="7382923" y="1970877"/>
                </a:lnTo>
                <a:cubicBezTo>
                  <a:pt x="7382595" y="1970877"/>
                  <a:pt x="7382135" y="1970417"/>
                  <a:pt x="7382135" y="1970417"/>
                </a:cubicBezTo>
                <a:lnTo>
                  <a:pt x="7377602" y="1962535"/>
                </a:lnTo>
                <a:cubicBezTo>
                  <a:pt x="7377471" y="1962272"/>
                  <a:pt x="7377602" y="1961681"/>
                  <a:pt x="7377602" y="1961681"/>
                </a:cubicBezTo>
                <a:lnTo>
                  <a:pt x="7382135" y="1953799"/>
                </a:lnTo>
                <a:cubicBezTo>
                  <a:pt x="7382331" y="1953537"/>
                  <a:pt x="7382923" y="1953340"/>
                  <a:pt x="7382923" y="1953340"/>
                </a:cubicBezTo>
                <a:close/>
                <a:moveTo>
                  <a:pt x="7128477" y="1953340"/>
                </a:moveTo>
                <a:lnTo>
                  <a:pt x="7137540" y="1953340"/>
                </a:lnTo>
                <a:cubicBezTo>
                  <a:pt x="7137869" y="1953340"/>
                  <a:pt x="7138328" y="1953799"/>
                  <a:pt x="7138328" y="1953799"/>
                </a:cubicBezTo>
                <a:lnTo>
                  <a:pt x="7142860" y="1961681"/>
                </a:lnTo>
                <a:cubicBezTo>
                  <a:pt x="7142992" y="1961943"/>
                  <a:pt x="7142860" y="1962535"/>
                  <a:pt x="7142860" y="1962535"/>
                </a:cubicBezTo>
                <a:lnTo>
                  <a:pt x="7138328" y="1970417"/>
                </a:lnTo>
                <a:cubicBezTo>
                  <a:pt x="7138131" y="1970680"/>
                  <a:pt x="7137540" y="1970877"/>
                  <a:pt x="7137540" y="1970877"/>
                </a:cubicBezTo>
                <a:lnTo>
                  <a:pt x="7128477" y="1970877"/>
                </a:lnTo>
                <a:cubicBezTo>
                  <a:pt x="7128148" y="1970877"/>
                  <a:pt x="7127689" y="1970417"/>
                  <a:pt x="7127689" y="1970417"/>
                </a:cubicBezTo>
                <a:lnTo>
                  <a:pt x="7123156" y="1962535"/>
                </a:lnTo>
                <a:cubicBezTo>
                  <a:pt x="7123024" y="1962272"/>
                  <a:pt x="7123156" y="1961681"/>
                  <a:pt x="7123156" y="1961681"/>
                </a:cubicBezTo>
                <a:lnTo>
                  <a:pt x="7127689" y="1953799"/>
                </a:lnTo>
                <a:cubicBezTo>
                  <a:pt x="7127885" y="1953537"/>
                  <a:pt x="7128477" y="1953340"/>
                  <a:pt x="7128477" y="1953340"/>
                </a:cubicBezTo>
                <a:close/>
                <a:moveTo>
                  <a:pt x="6874095" y="1953340"/>
                </a:moveTo>
                <a:lnTo>
                  <a:pt x="6883159" y="1953340"/>
                </a:lnTo>
                <a:cubicBezTo>
                  <a:pt x="6883488" y="1953340"/>
                  <a:pt x="6883947" y="1953799"/>
                  <a:pt x="6883947" y="1953799"/>
                </a:cubicBezTo>
                <a:lnTo>
                  <a:pt x="6888480" y="1961681"/>
                </a:lnTo>
                <a:cubicBezTo>
                  <a:pt x="6888611" y="1961943"/>
                  <a:pt x="6888480" y="1962535"/>
                  <a:pt x="6888480" y="1962535"/>
                </a:cubicBezTo>
                <a:lnTo>
                  <a:pt x="6883947" y="1970417"/>
                </a:lnTo>
                <a:cubicBezTo>
                  <a:pt x="6883751" y="1970680"/>
                  <a:pt x="6883159" y="1970877"/>
                  <a:pt x="6883159" y="1970877"/>
                </a:cubicBezTo>
                <a:lnTo>
                  <a:pt x="6874095" y="1970877"/>
                </a:lnTo>
                <a:cubicBezTo>
                  <a:pt x="6873768" y="1970877"/>
                  <a:pt x="6873307" y="1970417"/>
                  <a:pt x="6873307" y="1970417"/>
                </a:cubicBezTo>
                <a:lnTo>
                  <a:pt x="6868775" y="1962535"/>
                </a:lnTo>
                <a:cubicBezTo>
                  <a:pt x="6868644" y="1962272"/>
                  <a:pt x="6868775" y="1961681"/>
                  <a:pt x="6868775" y="1961681"/>
                </a:cubicBezTo>
                <a:lnTo>
                  <a:pt x="6873307" y="1953799"/>
                </a:lnTo>
                <a:cubicBezTo>
                  <a:pt x="6873504" y="1953537"/>
                  <a:pt x="6874095" y="1953340"/>
                  <a:pt x="6874095" y="1953340"/>
                </a:cubicBezTo>
                <a:close/>
                <a:moveTo>
                  <a:pt x="6619714" y="1953340"/>
                </a:moveTo>
                <a:lnTo>
                  <a:pt x="6628778" y="1953340"/>
                </a:lnTo>
                <a:cubicBezTo>
                  <a:pt x="6629107" y="1953340"/>
                  <a:pt x="6629566" y="1953799"/>
                  <a:pt x="6629566" y="1953799"/>
                </a:cubicBezTo>
                <a:lnTo>
                  <a:pt x="6634099" y="1961681"/>
                </a:lnTo>
                <a:cubicBezTo>
                  <a:pt x="6634230" y="1961943"/>
                  <a:pt x="6634099" y="1962535"/>
                  <a:pt x="6634099" y="1962535"/>
                </a:cubicBezTo>
                <a:lnTo>
                  <a:pt x="6629566" y="1970417"/>
                </a:lnTo>
                <a:cubicBezTo>
                  <a:pt x="6629369" y="1970680"/>
                  <a:pt x="6628778" y="1970877"/>
                  <a:pt x="6628778" y="1970877"/>
                </a:cubicBezTo>
                <a:lnTo>
                  <a:pt x="6619714" y="1970877"/>
                </a:lnTo>
                <a:cubicBezTo>
                  <a:pt x="6619387" y="1970877"/>
                  <a:pt x="6618926" y="1970417"/>
                  <a:pt x="6618926" y="1970417"/>
                </a:cubicBezTo>
                <a:lnTo>
                  <a:pt x="6614394" y="1962535"/>
                </a:lnTo>
                <a:cubicBezTo>
                  <a:pt x="6614263" y="1962272"/>
                  <a:pt x="6614394" y="1961681"/>
                  <a:pt x="6614394" y="1961681"/>
                </a:cubicBezTo>
                <a:lnTo>
                  <a:pt x="6618926" y="1953799"/>
                </a:lnTo>
                <a:cubicBezTo>
                  <a:pt x="6619123" y="1953537"/>
                  <a:pt x="6619714" y="1953340"/>
                  <a:pt x="6619714" y="1953340"/>
                </a:cubicBezTo>
                <a:close/>
                <a:moveTo>
                  <a:pt x="6365334" y="1953340"/>
                </a:moveTo>
                <a:lnTo>
                  <a:pt x="6374397" y="1953340"/>
                </a:lnTo>
                <a:cubicBezTo>
                  <a:pt x="6374727" y="1953340"/>
                  <a:pt x="6375186" y="1953799"/>
                  <a:pt x="6375186" y="1953799"/>
                </a:cubicBezTo>
                <a:lnTo>
                  <a:pt x="6379718" y="1961681"/>
                </a:lnTo>
                <a:cubicBezTo>
                  <a:pt x="6379849" y="1961943"/>
                  <a:pt x="6379718" y="1962535"/>
                  <a:pt x="6379718" y="1962535"/>
                </a:cubicBezTo>
                <a:lnTo>
                  <a:pt x="6375186" y="1970417"/>
                </a:lnTo>
                <a:cubicBezTo>
                  <a:pt x="6374988" y="1970680"/>
                  <a:pt x="6374397" y="1970877"/>
                  <a:pt x="6374397" y="1970877"/>
                </a:cubicBezTo>
                <a:lnTo>
                  <a:pt x="6365334" y="1970877"/>
                </a:lnTo>
                <a:cubicBezTo>
                  <a:pt x="6365005" y="1970877"/>
                  <a:pt x="6364546" y="1970417"/>
                  <a:pt x="6364546" y="1970417"/>
                </a:cubicBezTo>
                <a:lnTo>
                  <a:pt x="6360014" y="1962535"/>
                </a:lnTo>
                <a:cubicBezTo>
                  <a:pt x="6359882" y="1962272"/>
                  <a:pt x="6360014" y="1961681"/>
                  <a:pt x="6360014" y="1961681"/>
                </a:cubicBezTo>
                <a:lnTo>
                  <a:pt x="6364546" y="1953799"/>
                </a:lnTo>
                <a:cubicBezTo>
                  <a:pt x="6364743" y="1953537"/>
                  <a:pt x="6365334" y="1953340"/>
                  <a:pt x="6365334" y="1953340"/>
                </a:cubicBezTo>
                <a:close/>
                <a:moveTo>
                  <a:pt x="6110888" y="1953340"/>
                </a:moveTo>
                <a:lnTo>
                  <a:pt x="6119953" y="1953340"/>
                </a:lnTo>
                <a:cubicBezTo>
                  <a:pt x="6120280" y="1953340"/>
                  <a:pt x="6120740" y="1953799"/>
                  <a:pt x="6120740" y="1953799"/>
                </a:cubicBezTo>
                <a:lnTo>
                  <a:pt x="6125272" y="1961681"/>
                </a:lnTo>
                <a:cubicBezTo>
                  <a:pt x="6125403" y="1961943"/>
                  <a:pt x="6125272" y="1962535"/>
                  <a:pt x="6125272" y="1962535"/>
                </a:cubicBezTo>
                <a:lnTo>
                  <a:pt x="6120740" y="1970417"/>
                </a:lnTo>
                <a:cubicBezTo>
                  <a:pt x="6120543" y="1970680"/>
                  <a:pt x="6119953" y="1970877"/>
                  <a:pt x="6119953" y="1970877"/>
                </a:cubicBezTo>
                <a:lnTo>
                  <a:pt x="6110888" y="1970877"/>
                </a:lnTo>
                <a:cubicBezTo>
                  <a:pt x="6110560" y="1970877"/>
                  <a:pt x="6110101" y="1970417"/>
                  <a:pt x="6110101" y="1970417"/>
                </a:cubicBezTo>
                <a:lnTo>
                  <a:pt x="6105567" y="1962535"/>
                </a:lnTo>
                <a:cubicBezTo>
                  <a:pt x="6105436" y="1962272"/>
                  <a:pt x="6105567" y="1961681"/>
                  <a:pt x="6105567" y="1961681"/>
                </a:cubicBezTo>
                <a:lnTo>
                  <a:pt x="6110101" y="1953799"/>
                </a:lnTo>
                <a:cubicBezTo>
                  <a:pt x="6110296" y="1953537"/>
                  <a:pt x="6110888" y="1953340"/>
                  <a:pt x="6110888" y="1953340"/>
                </a:cubicBezTo>
                <a:close/>
                <a:moveTo>
                  <a:pt x="5856508" y="1953340"/>
                </a:moveTo>
                <a:lnTo>
                  <a:pt x="5865571" y="1953340"/>
                </a:lnTo>
                <a:cubicBezTo>
                  <a:pt x="5865900" y="1953340"/>
                  <a:pt x="5866359" y="1953799"/>
                  <a:pt x="5866359" y="1953799"/>
                </a:cubicBezTo>
                <a:lnTo>
                  <a:pt x="5870891" y="1961681"/>
                </a:lnTo>
                <a:cubicBezTo>
                  <a:pt x="5871023" y="1961943"/>
                  <a:pt x="5870891" y="1962535"/>
                  <a:pt x="5870891" y="1962535"/>
                </a:cubicBezTo>
                <a:lnTo>
                  <a:pt x="5866359" y="1970417"/>
                </a:lnTo>
                <a:cubicBezTo>
                  <a:pt x="5866163" y="1970680"/>
                  <a:pt x="5865571" y="1970877"/>
                  <a:pt x="5865571" y="1970877"/>
                </a:cubicBezTo>
                <a:lnTo>
                  <a:pt x="5856508" y="1970877"/>
                </a:lnTo>
                <a:cubicBezTo>
                  <a:pt x="5856178" y="1970877"/>
                  <a:pt x="5855720" y="1970417"/>
                  <a:pt x="5855720" y="1970417"/>
                </a:cubicBezTo>
                <a:lnTo>
                  <a:pt x="5851187" y="1962535"/>
                </a:lnTo>
                <a:cubicBezTo>
                  <a:pt x="5851055" y="1962272"/>
                  <a:pt x="5851187" y="1961681"/>
                  <a:pt x="5851187" y="1961681"/>
                </a:cubicBezTo>
                <a:lnTo>
                  <a:pt x="5855720" y="1953799"/>
                </a:lnTo>
                <a:cubicBezTo>
                  <a:pt x="5855916" y="1953537"/>
                  <a:pt x="5856508" y="1953340"/>
                  <a:pt x="5856508" y="1953340"/>
                </a:cubicBezTo>
                <a:close/>
                <a:moveTo>
                  <a:pt x="5602126" y="1953340"/>
                </a:moveTo>
                <a:lnTo>
                  <a:pt x="5611191" y="1953340"/>
                </a:lnTo>
                <a:cubicBezTo>
                  <a:pt x="5611519" y="1953340"/>
                  <a:pt x="5611979" y="1953799"/>
                  <a:pt x="5611979" y="1953799"/>
                </a:cubicBezTo>
                <a:lnTo>
                  <a:pt x="5616511" y="1961681"/>
                </a:lnTo>
                <a:cubicBezTo>
                  <a:pt x="5616642" y="1961943"/>
                  <a:pt x="5616511" y="1962535"/>
                  <a:pt x="5616511" y="1962535"/>
                </a:cubicBezTo>
                <a:lnTo>
                  <a:pt x="5611979" y="1970417"/>
                </a:lnTo>
                <a:cubicBezTo>
                  <a:pt x="5611782" y="1970680"/>
                  <a:pt x="5611191" y="1970877"/>
                  <a:pt x="5611191" y="1970877"/>
                </a:cubicBezTo>
                <a:lnTo>
                  <a:pt x="5602126" y="1970877"/>
                </a:lnTo>
                <a:cubicBezTo>
                  <a:pt x="5601798" y="1970877"/>
                  <a:pt x="5601338" y="1970417"/>
                  <a:pt x="5601338" y="1970417"/>
                </a:cubicBezTo>
                <a:lnTo>
                  <a:pt x="5596807" y="1962535"/>
                </a:lnTo>
                <a:cubicBezTo>
                  <a:pt x="5596675" y="1962272"/>
                  <a:pt x="5596807" y="1961681"/>
                  <a:pt x="5596807" y="1961681"/>
                </a:cubicBezTo>
                <a:lnTo>
                  <a:pt x="5601338" y="1953799"/>
                </a:lnTo>
                <a:cubicBezTo>
                  <a:pt x="5601536" y="1953537"/>
                  <a:pt x="5602126" y="1953340"/>
                  <a:pt x="5602126" y="1953340"/>
                </a:cubicBezTo>
                <a:close/>
                <a:moveTo>
                  <a:pt x="5347746" y="1953340"/>
                </a:moveTo>
                <a:lnTo>
                  <a:pt x="5356810" y="1953340"/>
                </a:lnTo>
                <a:cubicBezTo>
                  <a:pt x="5357138" y="1953340"/>
                  <a:pt x="5357598" y="1953799"/>
                  <a:pt x="5357598" y="1953799"/>
                </a:cubicBezTo>
                <a:lnTo>
                  <a:pt x="5362130" y="1961681"/>
                </a:lnTo>
                <a:cubicBezTo>
                  <a:pt x="5362261" y="1961943"/>
                  <a:pt x="5362130" y="1962535"/>
                  <a:pt x="5362130" y="1962535"/>
                </a:cubicBezTo>
                <a:lnTo>
                  <a:pt x="5357598" y="1970417"/>
                </a:lnTo>
                <a:cubicBezTo>
                  <a:pt x="5357401" y="1970680"/>
                  <a:pt x="5356810" y="1970877"/>
                  <a:pt x="5356810" y="1970877"/>
                </a:cubicBezTo>
                <a:lnTo>
                  <a:pt x="5347746" y="1970877"/>
                </a:lnTo>
                <a:cubicBezTo>
                  <a:pt x="5347418" y="1970877"/>
                  <a:pt x="5346958" y="1970417"/>
                  <a:pt x="5346958" y="1970417"/>
                </a:cubicBezTo>
                <a:lnTo>
                  <a:pt x="5342425" y="1962535"/>
                </a:lnTo>
                <a:cubicBezTo>
                  <a:pt x="5342295" y="1962272"/>
                  <a:pt x="5342425" y="1961681"/>
                  <a:pt x="5342425" y="1961681"/>
                </a:cubicBezTo>
                <a:lnTo>
                  <a:pt x="5346958" y="1953799"/>
                </a:lnTo>
                <a:cubicBezTo>
                  <a:pt x="5347154" y="1953537"/>
                  <a:pt x="5347746" y="1953340"/>
                  <a:pt x="5347746" y="1953340"/>
                </a:cubicBezTo>
                <a:close/>
                <a:moveTo>
                  <a:pt x="5093300" y="1953340"/>
                </a:moveTo>
                <a:lnTo>
                  <a:pt x="5102364" y="1953340"/>
                </a:lnTo>
                <a:cubicBezTo>
                  <a:pt x="5102693" y="1953340"/>
                  <a:pt x="5103153" y="1953799"/>
                  <a:pt x="5103153" y="1953799"/>
                </a:cubicBezTo>
                <a:lnTo>
                  <a:pt x="5107684" y="1961681"/>
                </a:lnTo>
                <a:cubicBezTo>
                  <a:pt x="5107815" y="1961943"/>
                  <a:pt x="5107684" y="1962535"/>
                  <a:pt x="5107684" y="1962535"/>
                </a:cubicBezTo>
                <a:lnTo>
                  <a:pt x="5103153" y="1970417"/>
                </a:lnTo>
                <a:cubicBezTo>
                  <a:pt x="5102955" y="1970680"/>
                  <a:pt x="5102364" y="1970877"/>
                  <a:pt x="5102364" y="1970877"/>
                </a:cubicBezTo>
                <a:lnTo>
                  <a:pt x="5093300" y="1970877"/>
                </a:lnTo>
                <a:cubicBezTo>
                  <a:pt x="5092972" y="1970877"/>
                  <a:pt x="5092512" y="1970417"/>
                  <a:pt x="5092512" y="1970417"/>
                </a:cubicBezTo>
                <a:lnTo>
                  <a:pt x="5087979" y="1962535"/>
                </a:lnTo>
                <a:cubicBezTo>
                  <a:pt x="5087848" y="1962272"/>
                  <a:pt x="5087979" y="1961681"/>
                  <a:pt x="5087979" y="1961681"/>
                </a:cubicBezTo>
                <a:lnTo>
                  <a:pt x="5092512" y="1953799"/>
                </a:lnTo>
                <a:cubicBezTo>
                  <a:pt x="5092708" y="1953537"/>
                  <a:pt x="5093300" y="1953340"/>
                  <a:pt x="5093300" y="1953340"/>
                </a:cubicBezTo>
                <a:close/>
                <a:moveTo>
                  <a:pt x="4838919" y="1953340"/>
                </a:moveTo>
                <a:lnTo>
                  <a:pt x="4847982" y="1953340"/>
                </a:lnTo>
                <a:cubicBezTo>
                  <a:pt x="4848311" y="1953340"/>
                  <a:pt x="4848772" y="1953799"/>
                  <a:pt x="4848772" y="1953799"/>
                </a:cubicBezTo>
                <a:lnTo>
                  <a:pt x="4853303" y="1961681"/>
                </a:lnTo>
                <a:cubicBezTo>
                  <a:pt x="4853435" y="1961943"/>
                  <a:pt x="4853303" y="1962535"/>
                  <a:pt x="4853303" y="1962535"/>
                </a:cubicBezTo>
                <a:lnTo>
                  <a:pt x="4848772" y="1970417"/>
                </a:lnTo>
                <a:cubicBezTo>
                  <a:pt x="4848575" y="1970680"/>
                  <a:pt x="4847982" y="1970877"/>
                  <a:pt x="4847982" y="1970877"/>
                </a:cubicBezTo>
                <a:lnTo>
                  <a:pt x="4838919" y="1970877"/>
                </a:lnTo>
                <a:cubicBezTo>
                  <a:pt x="4838590" y="1970877"/>
                  <a:pt x="4838132" y="1970417"/>
                  <a:pt x="4838132" y="1970417"/>
                </a:cubicBezTo>
                <a:lnTo>
                  <a:pt x="4833598" y="1962535"/>
                </a:lnTo>
                <a:cubicBezTo>
                  <a:pt x="4833467" y="1962272"/>
                  <a:pt x="4833598" y="1961681"/>
                  <a:pt x="4833598" y="1961681"/>
                </a:cubicBezTo>
                <a:lnTo>
                  <a:pt x="4838132" y="1953799"/>
                </a:lnTo>
                <a:cubicBezTo>
                  <a:pt x="4838328" y="1953537"/>
                  <a:pt x="4838919" y="1953340"/>
                  <a:pt x="4838919" y="1953340"/>
                </a:cubicBezTo>
                <a:close/>
                <a:moveTo>
                  <a:pt x="4584538" y="1953340"/>
                </a:moveTo>
                <a:lnTo>
                  <a:pt x="4593603" y="1953340"/>
                </a:lnTo>
                <a:cubicBezTo>
                  <a:pt x="4593932" y="1953340"/>
                  <a:pt x="4594390" y="1953799"/>
                  <a:pt x="4594390" y="1953799"/>
                </a:cubicBezTo>
                <a:lnTo>
                  <a:pt x="4598922" y="1961681"/>
                </a:lnTo>
                <a:cubicBezTo>
                  <a:pt x="4599054" y="1961943"/>
                  <a:pt x="4598922" y="1962535"/>
                  <a:pt x="4598922" y="1962535"/>
                </a:cubicBezTo>
                <a:lnTo>
                  <a:pt x="4594390" y="1970417"/>
                </a:lnTo>
                <a:cubicBezTo>
                  <a:pt x="4594193" y="1970680"/>
                  <a:pt x="4593603" y="1970877"/>
                  <a:pt x="4593603" y="1970877"/>
                </a:cubicBezTo>
                <a:lnTo>
                  <a:pt x="4584538" y="1970877"/>
                </a:lnTo>
                <a:cubicBezTo>
                  <a:pt x="4584210" y="1970877"/>
                  <a:pt x="4583749" y="1970417"/>
                  <a:pt x="4583749" y="1970417"/>
                </a:cubicBezTo>
                <a:lnTo>
                  <a:pt x="4579218" y="1962535"/>
                </a:lnTo>
                <a:cubicBezTo>
                  <a:pt x="4579087" y="1962272"/>
                  <a:pt x="4579218" y="1961681"/>
                  <a:pt x="4579218" y="1961681"/>
                </a:cubicBezTo>
                <a:lnTo>
                  <a:pt x="4583749" y="1953799"/>
                </a:lnTo>
                <a:cubicBezTo>
                  <a:pt x="4583948" y="1953537"/>
                  <a:pt x="4584538" y="1953340"/>
                  <a:pt x="4584538" y="1953340"/>
                </a:cubicBezTo>
                <a:close/>
                <a:moveTo>
                  <a:pt x="4330157" y="1953340"/>
                </a:moveTo>
                <a:lnTo>
                  <a:pt x="4339222" y="1953340"/>
                </a:lnTo>
                <a:cubicBezTo>
                  <a:pt x="4339550" y="1953340"/>
                  <a:pt x="4340010" y="1953799"/>
                  <a:pt x="4340010" y="1953799"/>
                </a:cubicBezTo>
                <a:lnTo>
                  <a:pt x="4344540" y="1961681"/>
                </a:lnTo>
                <a:cubicBezTo>
                  <a:pt x="4344672" y="1961943"/>
                  <a:pt x="4344540" y="1962535"/>
                  <a:pt x="4344540" y="1962535"/>
                </a:cubicBezTo>
                <a:lnTo>
                  <a:pt x="4340010" y="1970417"/>
                </a:lnTo>
                <a:cubicBezTo>
                  <a:pt x="4339812" y="1970680"/>
                  <a:pt x="4339222" y="1970877"/>
                  <a:pt x="4339222" y="1970877"/>
                </a:cubicBezTo>
                <a:lnTo>
                  <a:pt x="4330157" y="1970877"/>
                </a:lnTo>
                <a:cubicBezTo>
                  <a:pt x="4329829" y="1970877"/>
                  <a:pt x="4329369" y="1970417"/>
                  <a:pt x="4329369" y="1970417"/>
                </a:cubicBezTo>
                <a:lnTo>
                  <a:pt x="4324836" y="1962535"/>
                </a:lnTo>
                <a:cubicBezTo>
                  <a:pt x="4324706" y="1962272"/>
                  <a:pt x="4324836" y="1961681"/>
                  <a:pt x="4324836" y="1961681"/>
                </a:cubicBezTo>
                <a:lnTo>
                  <a:pt x="4329369" y="1953799"/>
                </a:lnTo>
                <a:cubicBezTo>
                  <a:pt x="4329565" y="1953537"/>
                  <a:pt x="4330157" y="1953340"/>
                  <a:pt x="4330157" y="1953340"/>
                </a:cubicBezTo>
                <a:close/>
                <a:moveTo>
                  <a:pt x="4075985" y="1953340"/>
                </a:moveTo>
                <a:lnTo>
                  <a:pt x="4085050" y="1953340"/>
                </a:lnTo>
                <a:cubicBezTo>
                  <a:pt x="4085379" y="1953340"/>
                  <a:pt x="4085839" y="1953799"/>
                  <a:pt x="4085839" y="1953799"/>
                </a:cubicBezTo>
                <a:lnTo>
                  <a:pt x="4090370" y="1961681"/>
                </a:lnTo>
                <a:cubicBezTo>
                  <a:pt x="4090503" y="1961943"/>
                  <a:pt x="4090370" y="1962535"/>
                  <a:pt x="4090370" y="1962535"/>
                </a:cubicBezTo>
                <a:lnTo>
                  <a:pt x="4085839" y="1970417"/>
                </a:lnTo>
                <a:cubicBezTo>
                  <a:pt x="4085642" y="1970680"/>
                  <a:pt x="4085050" y="1970877"/>
                  <a:pt x="4085050" y="1970877"/>
                </a:cubicBezTo>
                <a:lnTo>
                  <a:pt x="4075985" y="1970877"/>
                </a:lnTo>
                <a:cubicBezTo>
                  <a:pt x="4075658" y="1970877"/>
                  <a:pt x="4075197" y="1970417"/>
                  <a:pt x="4075197" y="1970417"/>
                </a:cubicBezTo>
                <a:lnTo>
                  <a:pt x="4070667" y="1962535"/>
                </a:lnTo>
                <a:cubicBezTo>
                  <a:pt x="4070535" y="1962272"/>
                  <a:pt x="4070667" y="1961681"/>
                  <a:pt x="4070667" y="1961681"/>
                </a:cubicBezTo>
                <a:lnTo>
                  <a:pt x="4075197" y="1953799"/>
                </a:lnTo>
                <a:cubicBezTo>
                  <a:pt x="4075395" y="1953537"/>
                  <a:pt x="4075985" y="1953340"/>
                  <a:pt x="4075985" y="1953340"/>
                </a:cubicBezTo>
                <a:close/>
                <a:moveTo>
                  <a:pt x="3821334" y="1953340"/>
                </a:moveTo>
                <a:lnTo>
                  <a:pt x="3830399" y="1953340"/>
                </a:lnTo>
                <a:cubicBezTo>
                  <a:pt x="3830727" y="1953340"/>
                  <a:pt x="3831189" y="1953799"/>
                  <a:pt x="3831189" y="1953799"/>
                </a:cubicBezTo>
                <a:lnTo>
                  <a:pt x="3835720" y="1961681"/>
                </a:lnTo>
                <a:cubicBezTo>
                  <a:pt x="3835850" y="1961943"/>
                  <a:pt x="3835720" y="1962535"/>
                  <a:pt x="3835720" y="1962535"/>
                </a:cubicBezTo>
                <a:lnTo>
                  <a:pt x="3831189" y="1970417"/>
                </a:lnTo>
                <a:cubicBezTo>
                  <a:pt x="3830992" y="1970680"/>
                  <a:pt x="3830399" y="1970877"/>
                  <a:pt x="3830399" y="1970877"/>
                </a:cubicBezTo>
                <a:lnTo>
                  <a:pt x="3821334" y="1970877"/>
                </a:lnTo>
                <a:cubicBezTo>
                  <a:pt x="3821006" y="1970877"/>
                  <a:pt x="3820547" y="1970417"/>
                  <a:pt x="3820547" y="1970417"/>
                </a:cubicBezTo>
                <a:lnTo>
                  <a:pt x="3816014" y="1962535"/>
                </a:lnTo>
                <a:cubicBezTo>
                  <a:pt x="3815885" y="1962272"/>
                  <a:pt x="3816014" y="1961681"/>
                  <a:pt x="3816014" y="1961681"/>
                </a:cubicBezTo>
                <a:lnTo>
                  <a:pt x="3820547" y="1953799"/>
                </a:lnTo>
                <a:cubicBezTo>
                  <a:pt x="3820745" y="1953537"/>
                  <a:pt x="3821334" y="1953340"/>
                  <a:pt x="3821334" y="1953340"/>
                </a:cubicBezTo>
                <a:close/>
                <a:moveTo>
                  <a:pt x="3567051" y="1953340"/>
                </a:moveTo>
                <a:lnTo>
                  <a:pt x="3576117" y="1953340"/>
                </a:lnTo>
                <a:cubicBezTo>
                  <a:pt x="3576445" y="1953340"/>
                  <a:pt x="3576905" y="1953799"/>
                  <a:pt x="3576905" y="1953799"/>
                </a:cubicBezTo>
                <a:lnTo>
                  <a:pt x="3581437" y="1961681"/>
                </a:lnTo>
                <a:cubicBezTo>
                  <a:pt x="3581568" y="1961943"/>
                  <a:pt x="3581437" y="1962535"/>
                  <a:pt x="3581437" y="1962535"/>
                </a:cubicBezTo>
                <a:lnTo>
                  <a:pt x="3576905" y="1970417"/>
                </a:lnTo>
                <a:cubicBezTo>
                  <a:pt x="3576708" y="1970680"/>
                  <a:pt x="3576117" y="1970877"/>
                  <a:pt x="3576117" y="1970877"/>
                </a:cubicBezTo>
                <a:lnTo>
                  <a:pt x="3567051" y="1970877"/>
                </a:lnTo>
                <a:cubicBezTo>
                  <a:pt x="3566723" y="1970877"/>
                  <a:pt x="3566264" y="1970417"/>
                  <a:pt x="3566264" y="1970417"/>
                </a:cubicBezTo>
                <a:lnTo>
                  <a:pt x="3561730" y="1962535"/>
                </a:lnTo>
                <a:cubicBezTo>
                  <a:pt x="3561599" y="1962272"/>
                  <a:pt x="3561730" y="1961681"/>
                  <a:pt x="3561730" y="1961681"/>
                </a:cubicBezTo>
                <a:lnTo>
                  <a:pt x="3566264" y="1953799"/>
                </a:lnTo>
                <a:cubicBezTo>
                  <a:pt x="3566461" y="1953537"/>
                  <a:pt x="3567051" y="1953340"/>
                  <a:pt x="3567051" y="1953340"/>
                </a:cubicBezTo>
                <a:close/>
                <a:moveTo>
                  <a:pt x="3312675" y="1953340"/>
                </a:moveTo>
                <a:lnTo>
                  <a:pt x="3321739" y="1953340"/>
                </a:lnTo>
                <a:cubicBezTo>
                  <a:pt x="3322068" y="1953340"/>
                  <a:pt x="3322527" y="1953799"/>
                  <a:pt x="3322527" y="1953799"/>
                </a:cubicBezTo>
                <a:lnTo>
                  <a:pt x="3327058" y="1961681"/>
                </a:lnTo>
                <a:cubicBezTo>
                  <a:pt x="3327190" y="1961943"/>
                  <a:pt x="3327058" y="1962535"/>
                  <a:pt x="3327058" y="1962535"/>
                </a:cubicBezTo>
                <a:lnTo>
                  <a:pt x="3322527" y="1970417"/>
                </a:lnTo>
                <a:cubicBezTo>
                  <a:pt x="3322331" y="1970680"/>
                  <a:pt x="3321739" y="1970877"/>
                  <a:pt x="3321739" y="1970877"/>
                </a:cubicBezTo>
                <a:lnTo>
                  <a:pt x="3312675" y="1970877"/>
                </a:lnTo>
                <a:cubicBezTo>
                  <a:pt x="3312347" y="1970877"/>
                  <a:pt x="3311887" y="1970417"/>
                  <a:pt x="3311887" y="1970417"/>
                </a:cubicBezTo>
                <a:lnTo>
                  <a:pt x="3307354" y="1962535"/>
                </a:lnTo>
                <a:cubicBezTo>
                  <a:pt x="3307223" y="1962272"/>
                  <a:pt x="3307354" y="1961681"/>
                  <a:pt x="3307354" y="1961681"/>
                </a:cubicBezTo>
                <a:lnTo>
                  <a:pt x="3311887" y="1953799"/>
                </a:lnTo>
                <a:cubicBezTo>
                  <a:pt x="3312082" y="1953537"/>
                  <a:pt x="3312675" y="1953340"/>
                  <a:pt x="3312675" y="1953340"/>
                </a:cubicBezTo>
                <a:close/>
                <a:moveTo>
                  <a:pt x="3058409" y="1953340"/>
                </a:moveTo>
                <a:lnTo>
                  <a:pt x="3067475" y="1953340"/>
                </a:lnTo>
                <a:cubicBezTo>
                  <a:pt x="3067803" y="1953340"/>
                  <a:pt x="3068263" y="1953799"/>
                  <a:pt x="3068263" y="1953799"/>
                </a:cubicBezTo>
                <a:lnTo>
                  <a:pt x="3072795" y="1961681"/>
                </a:lnTo>
                <a:cubicBezTo>
                  <a:pt x="3072926" y="1961943"/>
                  <a:pt x="3072795" y="1962535"/>
                  <a:pt x="3072795" y="1962535"/>
                </a:cubicBezTo>
                <a:lnTo>
                  <a:pt x="3068263" y="1970417"/>
                </a:lnTo>
                <a:cubicBezTo>
                  <a:pt x="3068066" y="1970680"/>
                  <a:pt x="3067475" y="1970877"/>
                  <a:pt x="3067475" y="1970877"/>
                </a:cubicBezTo>
                <a:lnTo>
                  <a:pt x="3058409" y="1970877"/>
                </a:lnTo>
                <a:cubicBezTo>
                  <a:pt x="3058081" y="1970877"/>
                  <a:pt x="3057623" y="1970417"/>
                  <a:pt x="3057623" y="1970417"/>
                </a:cubicBezTo>
                <a:lnTo>
                  <a:pt x="3053089" y="1962535"/>
                </a:lnTo>
                <a:cubicBezTo>
                  <a:pt x="3052958" y="1962272"/>
                  <a:pt x="3053089" y="1961681"/>
                  <a:pt x="3053089" y="1961681"/>
                </a:cubicBezTo>
                <a:lnTo>
                  <a:pt x="3057623" y="1953799"/>
                </a:lnTo>
                <a:cubicBezTo>
                  <a:pt x="3057820" y="1953537"/>
                  <a:pt x="3058409" y="1953340"/>
                  <a:pt x="3058409" y="1953340"/>
                </a:cubicBezTo>
                <a:close/>
                <a:moveTo>
                  <a:pt x="2803911" y="1953340"/>
                </a:moveTo>
                <a:lnTo>
                  <a:pt x="2812976" y="1953340"/>
                </a:lnTo>
                <a:cubicBezTo>
                  <a:pt x="2813304" y="1953340"/>
                  <a:pt x="2813764" y="1953799"/>
                  <a:pt x="2813764" y="1953799"/>
                </a:cubicBezTo>
                <a:lnTo>
                  <a:pt x="2818296" y="1961681"/>
                </a:lnTo>
                <a:cubicBezTo>
                  <a:pt x="2818428" y="1961943"/>
                  <a:pt x="2818296" y="1962535"/>
                  <a:pt x="2818296" y="1962535"/>
                </a:cubicBezTo>
                <a:lnTo>
                  <a:pt x="2813764" y="1970417"/>
                </a:lnTo>
                <a:cubicBezTo>
                  <a:pt x="2813567" y="1970680"/>
                  <a:pt x="2812976" y="1970877"/>
                  <a:pt x="2812976" y="1970877"/>
                </a:cubicBezTo>
                <a:lnTo>
                  <a:pt x="2803911" y="1970877"/>
                </a:lnTo>
                <a:cubicBezTo>
                  <a:pt x="2803583" y="1970877"/>
                  <a:pt x="2803123" y="1970417"/>
                  <a:pt x="2803123" y="1970417"/>
                </a:cubicBezTo>
                <a:lnTo>
                  <a:pt x="2798591" y="1962535"/>
                </a:lnTo>
                <a:cubicBezTo>
                  <a:pt x="2798460" y="1962272"/>
                  <a:pt x="2798591" y="1961681"/>
                  <a:pt x="2798591" y="1961681"/>
                </a:cubicBezTo>
                <a:lnTo>
                  <a:pt x="2803123" y="1953799"/>
                </a:lnTo>
                <a:cubicBezTo>
                  <a:pt x="2803321" y="1953537"/>
                  <a:pt x="2803911" y="1953340"/>
                  <a:pt x="2803911" y="1953340"/>
                </a:cubicBezTo>
                <a:close/>
                <a:moveTo>
                  <a:pt x="2549390" y="1953340"/>
                </a:moveTo>
                <a:lnTo>
                  <a:pt x="2558454" y="1953340"/>
                </a:lnTo>
                <a:cubicBezTo>
                  <a:pt x="2558783" y="1953340"/>
                  <a:pt x="2559242" y="1953799"/>
                  <a:pt x="2559242" y="1953799"/>
                </a:cubicBezTo>
                <a:lnTo>
                  <a:pt x="2563775" y="1961681"/>
                </a:lnTo>
                <a:cubicBezTo>
                  <a:pt x="2563907" y="1961943"/>
                  <a:pt x="2563775" y="1962535"/>
                  <a:pt x="2563775" y="1962535"/>
                </a:cubicBezTo>
                <a:lnTo>
                  <a:pt x="2559242" y="1970417"/>
                </a:lnTo>
                <a:cubicBezTo>
                  <a:pt x="2559045" y="1970680"/>
                  <a:pt x="2558454" y="1970877"/>
                  <a:pt x="2558454" y="1970877"/>
                </a:cubicBezTo>
                <a:lnTo>
                  <a:pt x="2549390" y="1970877"/>
                </a:lnTo>
                <a:cubicBezTo>
                  <a:pt x="2549063" y="1970877"/>
                  <a:pt x="2548601" y="1970417"/>
                  <a:pt x="2548601" y="1970417"/>
                </a:cubicBezTo>
                <a:lnTo>
                  <a:pt x="2544070" y="1962535"/>
                </a:lnTo>
                <a:cubicBezTo>
                  <a:pt x="2543938" y="1962272"/>
                  <a:pt x="2544070" y="1961681"/>
                  <a:pt x="2544070" y="1961681"/>
                </a:cubicBezTo>
                <a:lnTo>
                  <a:pt x="2548601" y="1953799"/>
                </a:lnTo>
                <a:cubicBezTo>
                  <a:pt x="2548798" y="1953537"/>
                  <a:pt x="2549390" y="1953340"/>
                  <a:pt x="2549390" y="1953340"/>
                </a:cubicBezTo>
                <a:close/>
                <a:moveTo>
                  <a:pt x="2295060" y="1953340"/>
                </a:moveTo>
                <a:lnTo>
                  <a:pt x="2304125" y="1953340"/>
                </a:lnTo>
                <a:cubicBezTo>
                  <a:pt x="2304454" y="1953340"/>
                  <a:pt x="2304914" y="1953799"/>
                  <a:pt x="2304914" y="1953799"/>
                </a:cubicBezTo>
                <a:lnTo>
                  <a:pt x="2309446" y="1961681"/>
                </a:lnTo>
                <a:cubicBezTo>
                  <a:pt x="2309577" y="1961943"/>
                  <a:pt x="2309446" y="1962535"/>
                  <a:pt x="2309446" y="1962535"/>
                </a:cubicBezTo>
                <a:lnTo>
                  <a:pt x="2304914" y="1970417"/>
                </a:lnTo>
                <a:cubicBezTo>
                  <a:pt x="2304717" y="1970680"/>
                  <a:pt x="2304125" y="1970877"/>
                  <a:pt x="2304125" y="1970877"/>
                </a:cubicBezTo>
                <a:lnTo>
                  <a:pt x="2295060" y="1970877"/>
                </a:lnTo>
                <a:cubicBezTo>
                  <a:pt x="2294733" y="1970877"/>
                  <a:pt x="2294273" y="1970417"/>
                  <a:pt x="2294273" y="1970417"/>
                </a:cubicBezTo>
                <a:lnTo>
                  <a:pt x="2289740" y="1962535"/>
                </a:lnTo>
                <a:cubicBezTo>
                  <a:pt x="2289609" y="1962272"/>
                  <a:pt x="2289740" y="1961681"/>
                  <a:pt x="2289740" y="1961681"/>
                </a:cubicBezTo>
                <a:lnTo>
                  <a:pt x="2294273" y="1953799"/>
                </a:lnTo>
                <a:cubicBezTo>
                  <a:pt x="2294469" y="1953537"/>
                  <a:pt x="2295060" y="1953340"/>
                  <a:pt x="2295060" y="1953340"/>
                </a:cubicBezTo>
                <a:close/>
                <a:moveTo>
                  <a:pt x="2040665" y="1953340"/>
                </a:moveTo>
                <a:lnTo>
                  <a:pt x="2049730" y="1953340"/>
                </a:lnTo>
                <a:cubicBezTo>
                  <a:pt x="2050058" y="1953340"/>
                  <a:pt x="2050518" y="1953799"/>
                  <a:pt x="2050518" y="1953799"/>
                </a:cubicBezTo>
                <a:lnTo>
                  <a:pt x="2055050" y="1961681"/>
                </a:lnTo>
                <a:cubicBezTo>
                  <a:pt x="2055181" y="1961943"/>
                  <a:pt x="2055050" y="1962535"/>
                  <a:pt x="2055050" y="1962535"/>
                </a:cubicBezTo>
                <a:lnTo>
                  <a:pt x="2050518" y="1970417"/>
                </a:lnTo>
                <a:cubicBezTo>
                  <a:pt x="2050321" y="1970680"/>
                  <a:pt x="2049730" y="1970877"/>
                  <a:pt x="2049730" y="1970877"/>
                </a:cubicBezTo>
                <a:lnTo>
                  <a:pt x="2040665" y="1970877"/>
                </a:lnTo>
                <a:cubicBezTo>
                  <a:pt x="2040337" y="1970877"/>
                  <a:pt x="2039877" y="1970417"/>
                  <a:pt x="2039877" y="1970417"/>
                </a:cubicBezTo>
                <a:lnTo>
                  <a:pt x="2035344" y="1962535"/>
                </a:lnTo>
                <a:cubicBezTo>
                  <a:pt x="2035213" y="1962272"/>
                  <a:pt x="2035344" y="1961681"/>
                  <a:pt x="2035344" y="1961681"/>
                </a:cubicBezTo>
                <a:lnTo>
                  <a:pt x="2039877" y="1953799"/>
                </a:lnTo>
                <a:cubicBezTo>
                  <a:pt x="2040074" y="1953537"/>
                  <a:pt x="2040665" y="1953340"/>
                  <a:pt x="2040665" y="1953340"/>
                </a:cubicBezTo>
                <a:close/>
                <a:moveTo>
                  <a:pt x="1786216" y="1953340"/>
                </a:moveTo>
                <a:lnTo>
                  <a:pt x="1795280" y="1953340"/>
                </a:lnTo>
                <a:cubicBezTo>
                  <a:pt x="1795608" y="1953340"/>
                  <a:pt x="1796067" y="1953799"/>
                  <a:pt x="1796067" y="1953799"/>
                </a:cubicBezTo>
                <a:lnTo>
                  <a:pt x="1800599" y="1961681"/>
                </a:lnTo>
                <a:cubicBezTo>
                  <a:pt x="1800731" y="1961943"/>
                  <a:pt x="1800599" y="1962535"/>
                  <a:pt x="1800599" y="1962535"/>
                </a:cubicBezTo>
                <a:lnTo>
                  <a:pt x="1796067" y="1970417"/>
                </a:lnTo>
                <a:cubicBezTo>
                  <a:pt x="1795870" y="1970680"/>
                  <a:pt x="1795280" y="1970877"/>
                  <a:pt x="1795280" y="1970877"/>
                </a:cubicBezTo>
                <a:lnTo>
                  <a:pt x="1786216" y="1970877"/>
                </a:lnTo>
                <a:cubicBezTo>
                  <a:pt x="1785888" y="1970877"/>
                  <a:pt x="1785426" y="1970417"/>
                  <a:pt x="1785426" y="1970417"/>
                </a:cubicBezTo>
                <a:lnTo>
                  <a:pt x="1780895" y="1962535"/>
                </a:lnTo>
                <a:cubicBezTo>
                  <a:pt x="1780764" y="1962272"/>
                  <a:pt x="1780895" y="1961681"/>
                  <a:pt x="1780895" y="1961681"/>
                </a:cubicBezTo>
                <a:lnTo>
                  <a:pt x="1785426" y="1953799"/>
                </a:lnTo>
                <a:cubicBezTo>
                  <a:pt x="1785625" y="1953537"/>
                  <a:pt x="1786216" y="1953340"/>
                  <a:pt x="1786216" y="1953340"/>
                </a:cubicBezTo>
                <a:close/>
                <a:moveTo>
                  <a:pt x="1531980" y="1953340"/>
                </a:moveTo>
                <a:lnTo>
                  <a:pt x="1541042" y="1953340"/>
                </a:lnTo>
                <a:cubicBezTo>
                  <a:pt x="1541370" y="1953340"/>
                  <a:pt x="1541831" y="1953799"/>
                  <a:pt x="1541831" y="1953799"/>
                </a:cubicBezTo>
                <a:lnTo>
                  <a:pt x="1546363" y="1961681"/>
                </a:lnTo>
                <a:cubicBezTo>
                  <a:pt x="1546494" y="1961943"/>
                  <a:pt x="1546363" y="1962535"/>
                  <a:pt x="1546363" y="1962535"/>
                </a:cubicBezTo>
                <a:lnTo>
                  <a:pt x="1541831" y="1970417"/>
                </a:lnTo>
                <a:cubicBezTo>
                  <a:pt x="1541633" y="1970680"/>
                  <a:pt x="1541042" y="1970877"/>
                  <a:pt x="1541042" y="1970877"/>
                </a:cubicBezTo>
                <a:lnTo>
                  <a:pt x="1531980" y="1970877"/>
                </a:lnTo>
                <a:cubicBezTo>
                  <a:pt x="1531651" y="1970877"/>
                  <a:pt x="1531191" y="1970417"/>
                  <a:pt x="1531191" y="1970417"/>
                </a:cubicBezTo>
                <a:lnTo>
                  <a:pt x="1526658" y="1962535"/>
                </a:lnTo>
                <a:cubicBezTo>
                  <a:pt x="1526526" y="1962272"/>
                  <a:pt x="1526658" y="1961681"/>
                  <a:pt x="1526658" y="1961681"/>
                </a:cubicBezTo>
                <a:lnTo>
                  <a:pt x="1531191" y="1953799"/>
                </a:lnTo>
                <a:cubicBezTo>
                  <a:pt x="1531388" y="1953537"/>
                  <a:pt x="1531980" y="1953340"/>
                  <a:pt x="1531980" y="1953340"/>
                </a:cubicBezTo>
                <a:close/>
                <a:moveTo>
                  <a:pt x="1277458" y="1953340"/>
                </a:moveTo>
                <a:lnTo>
                  <a:pt x="1286522" y="1953340"/>
                </a:lnTo>
                <a:cubicBezTo>
                  <a:pt x="1286851" y="1953340"/>
                  <a:pt x="1287310" y="1953799"/>
                  <a:pt x="1287310" y="1953799"/>
                </a:cubicBezTo>
                <a:lnTo>
                  <a:pt x="1291842" y="1961681"/>
                </a:lnTo>
                <a:cubicBezTo>
                  <a:pt x="1291974" y="1961943"/>
                  <a:pt x="1291842" y="1962535"/>
                  <a:pt x="1291842" y="1962535"/>
                </a:cubicBezTo>
                <a:lnTo>
                  <a:pt x="1287310" y="1970417"/>
                </a:lnTo>
                <a:cubicBezTo>
                  <a:pt x="1287112" y="1970680"/>
                  <a:pt x="1286522" y="1970877"/>
                  <a:pt x="1286522" y="1970877"/>
                </a:cubicBezTo>
                <a:lnTo>
                  <a:pt x="1277458" y="1970877"/>
                </a:lnTo>
                <a:cubicBezTo>
                  <a:pt x="1277130" y="1970877"/>
                  <a:pt x="1276668" y="1970417"/>
                  <a:pt x="1276668" y="1970417"/>
                </a:cubicBezTo>
                <a:lnTo>
                  <a:pt x="1272138" y="1962535"/>
                </a:lnTo>
                <a:cubicBezTo>
                  <a:pt x="1272006" y="1962272"/>
                  <a:pt x="1272138" y="1961681"/>
                  <a:pt x="1272138" y="1961681"/>
                </a:cubicBezTo>
                <a:lnTo>
                  <a:pt x="1276668" y="1953799"/>
                </a:lnTo>
                <a:cubicBezTo>
                  <a:pt x="1276868" y="1953537"/>
                  <a:pt x="1277458" y="1953340"/>
                  <a:pt x="1277458" y="1953340"/>
                </a:cubicBezTo>
                <a:close/>
                <a:moveTo>
                  <a:pt x="1023028" y="1953340"/>
                </a:moveTo>
                <a:lnTo>
                  <a:pt x="1032091" y="1953340"/>
                </a:lnTo>
                <a:cubicBezTo>
                  <a:pt x="1032420" y="1953340"/>
                  <a:pt x="1032879" y="1953799"/>
                  <a:pt x="1032879" y="1953799"/>
                </a:cubicBezTo>
                <a:lnTo>
                  <a:pt x="1037411" y="1961681"/>
                </a:lnTo>
                <a:cubicBezTo>
                  <a:pt x="1037542" y="1961943"/>
                  <a:pt x="1037411" y="1962535"/>
                  <a:pt x="1037411" y="1962535"/>
                </a:cubicBezTo>
                <a:lnTo>
                  <a:pt x="1032879" y="1970417"/>
                </a:lnTo>
                <a:cubicBezTo>
                  <a:pt x="1032682" y="1970680"/>
                  <a:pt x="1032091" y="1970877"/>
                  <a:pt x="1032091" y="1970877"/>
                </a:cubicBezTo>
                <a:lnTo>
                  <a:pt x="1023028" y="1970877"/>
                </a:lnTo>
                <a:cubicBezTo>
                  <a:pt x="1022698" y="1970877"/>
                  <a:pt x="1022239" y="1970417"/>
                  <a:pt x="1022239" y="1970417"/>
                </a:cubicBezTo>
                <a:lnTo>
                  <a:pt x="1017707" y="1962535"/>
                </a:lnTo>
                <a:cubicBezTo>
                  <a:pt x="1017574" y="1962272"/>
                  <a:pt x="1017707" y="1961681"/>
                  <a:pt x="1017707" y="1961681"/>
                </a:cubicBezTo>
                <a:lnTo>
                  <a:pt x="1022239" y="1953799"/>
                </a:lnTo>
                <a:cubicBezTo>
                  <a:pt x="1022436" y="1953537"/>
                  <a:pt x="1023028" y="1953340"/>
                  <a:pt x="1023028" y="1953340"/>
                </a:cubicBezTo>
                <a:close/>
                <a:moveTo>
                  <a:pt x="768711" y="1953340"/>
                </a:moveTo>
                <a:lnTo>
                  <a:pt x="777774" y="1953340"/>
                </a:lnTo>
                <a:cubicBezTo>
                  <a:pt x="778102" y="1953340"/>
                  <a:pt x="778562" y="1953799"/>
                  <a:pt x="778562" y="1953799"/>
                </a:cubicBezTo>
                <a:lnTo>
                  <a:pt x="783093" y="1961681"/>
                </a:lnTo>
                <a:cubicBezTo>
                  <a:pt x="783224" y="1961943"/>
                  <a:pt x="783093" y="1962535"/>
                  <a:pt x="783093" y="1962535"/>
                </a:cubicBezTo>
                <a:lnTo>
                  <a:pt x="778562" y="1970417"/>
                </a:lnTo>
                <a:cubicBezTo>
                  <a:pt x="778365" y="1970680"/>
                  <a:pt x="777774" y="1970877"/>
                  <a:pt x="777774" y="1970877"/>
                </a:cubicBezTo>
                <a:lnTo>
                  <a:pt x="768711" y="1970877"/>
                </a:lnTo>
                <a:cubicBezTo>
                  <a:pt x="768382" y="1970877"/>
                  <a:pt x="767922" y="1970417"/>
                  <a:pt x="767922" y="1970417"/>
                </a:cubicBezTo>
                <a:lnTo>
                  <a:pt x="763390" y="1962535"/>
                </a:lnTo>
                <a:cubicBezTo>
                  <a:pt x="763258" y="1962272"/>
                  <a:pt x="763390" y="1961681"/>
                  <a:pt x="763390" y="1961681"/>
                </a:cubicBezTo>
                <a:lnTo>
                  <a:pt x="767922" y="1953799"/>
                </a:lnTo>
                <a:cubicBezTo>
                  <a:pt x="768119" y="1953537"/>
                  <a:pt x="768711" y="1953340"/>
                  <a:pt x="768711" y="1953340"/>
                </a:cubicBezTo>
                <a:close/>
                <a:moveTo>
                  <a:pt x="514236" y="1953340"/>
                </a:moveTo>
                <a:lnTo>
                  <a:pt x="523298" y="1953340"/>
                </a:lnTo>
                <a:cubicBezTo>
                  <a:pt x="523626" y="1953340"/>
                  <a:pt x="524086" y="1953799"/>
                  <a:pt x="524086" y="1953799"/>
                </a:cubicBezTo>
                <a:lnTo>
                  <a:pt x="528619" y="1961681"/>
                </a:lnTo>
                <a:cubicBezTo>
                  <a:pt x="528750" y="1961943"/>
                  <a:pt x="528619" y="1962535"/>
                  <a:pt x="528619" y="1962535"/>
                </a:cubicBezTo>
                <a:lnTo>
                  <a:pt x="524086" y="1970417"/>
                </a:lnTo>
                <a:cubicBezTo>
                  <a:pt x="523889" y="1970680"/>
                  <a:pt x="523298" y="1970877"/>
                  <a:pt x="523298" y="1970877"/>
                </a:cubicBezTo>
                <a:lnTo>
                  <a:pt x="514236" y="1970877"/>
                </a:lnTo>
                <a:cubicBezTo>
                  <a:pt x="513906" y="1970877"/>
                  <a:pt x="513447" y="1970417"/>
                  <a:pt x="513447" y="1970417"/>
                </a:cubicBezTo>
                <a:lnTo>
                  <a:pt x="508915" y="1962535"/>
                </a:lnTo>
                <a:cubicBezTo>
                  <a:pt x="508783" y="1962272"/>
                  <a:pt x="508915" y="1961681"/>
                  <a:pt x="508915" y="1961681"/>
                </a:cubicBezTo>
                <a:lnTo>
                  <a:pt x="513447" y="1953799"/>
                </a:lnTo>
                <a:cubicBezTo>
                  <a:pt x="513644" y="1953537"/>
                  <a:pt x="514236" y="1953340"/>
                  <a:pt x="514236" y="1953340"/>
                </a:cubicBezTo>
                <a:close/>
                <a:moveTo>
                  <a:pt x="259956" y="1953340"/>
                </a:moveTo>
                <a:lnTo>
                  <a:pt x="269018" y="1953340"/>
                </a:lnTo>
                <a:cubicBezTo>
                  <a:pt x="269347" y="1953340"/>
                  <a:pt x="269806" y="1953799"/>
                  <a:pt x="269806" y="1953799"/>
                </a:cubicBezTo>
                <a:lnTo>
                  <a:pt x="274338" y="1961681"/>
                </a:lnTo>
                <a:cubicBezTo>
                  <a:pt x="274471" y="1961943"/>
                  <a:pt x="274338" y="1962535"/>
                  <a:pt x="274338" y="1962535"/>
                </a:cubicBezTo>
                <a:lnTo>
                  <a:pt x="269806" y="1970417"/>
                </a:lnTo>
                <a:cubicBezTo>
                  <a:pt x="269609" y="1970680"/>
                  <a:pt x="269018" y="1970877"/>
                  <a:pt x="269018" y="1970877"/>
                </a:cubicBezTo>
                <a:lnTo>
                  <a:pt x="259956" y="1970877"/>
                </a:lnTo>
                <a:cubicBezTo>
                  <a:pt x="259626" y="1970877"/>
                  <a:pt x="259166" y="1970417"/>
                  <a:pt x="259166" y="1970417"/>
                </a:cubicBezTo>
                <a:lnTo>
                  <a:pt x="254635" y="1962535"/>
                </a:lnTo>
                <a:cubicBezTo>
                  <a:pt x="254503" y="1962272"/>
                  <a:pt x="254635" y="1961681"/>
                  <a:pt x="254635" y="1961681"/>
                </a:cubicBezTo>
                <a:lnTo>
                  <a:pt x="259166" y="1953799"/>
                </a:lnTo>
                <a:cubicBezTo>
                  <a:pt x="259364" y="1953537"/>
                  <a:pt x="259956" y="1953340"/>
                  <a:pt x="259956" y="1953340"/>
                </a:cubicBezTo>
                <a:close/>
                <a:moveTo>
                  <a:pt x="5542" y="1953340"/>
                </a:moveTo>
                <a:lnTo>
                  <a:pt x="14606" y="1953340"/>
                </a:lnTo>
                <a:cubicBezTo>
                  <a:pt x="14934" y="1953340"/>
                  <a:pt x="15394" y="1953799"/>
                  <a:pt x="15394" y="1953799"/>
                </a:cubicBezTo>
                <a:lnTo>
                  <a:pt x="19926" y="1961681"/>
                </a:lnTo>
                <a:cubicBezTo>
                  <a:pt x="20057" y="1961943"/>
                  <a:pt x="19926" y="1962535"/>
                  <a:pt x="19926" y="1962535"/>
                </a:cubicBezTo>
                <a:lnTo>
                  <a:pt x="15394" y="1970417"/>
                </a:lnTo>
                <a:cubicBezTo>
                  <a:pt x="15197" y="1970680"/>
                  <a:pt x="14606" y="1970877"/>
                  <a:pt x="14606" y="1970877"/>
                </a:cubicBezTo>
                <a:lnTo>
                  <a:pt x="5542" y="1970877"/>
                </a:lnTo>
                <a:cubicBezTo>
                  <a:pt x="5213" y="1970877"/>
                  <a:pt x="4753" y="1970417"/>
                  <a:pt x="4753" y="1970417"/>
                </a:cubicBezTo>
                <a:lnTo>
                  <a:pt x="221" y="1962535"/>
                </a:lnTo>
                <a:cubicBezTo>
                  <a:pt x="90" y="1962272"/>
                  <a:pt x="221" y="1961681"/>
                  <a:pt x="221" y="1961681"/>
                </a:cubicBezTo>
                <a:lnTo>
                  <a:pt x="4753" y="1953799"/>
                </a:lnTo>
                <a:cubicBezTo>
                  <a:pt x="4950" y="1953537"/>
                  <a:pt x="5542" y="1953340"/>
                  <a:pt x="5542" y="1953340"/>
                </a:cubicBezTo>
                <a:close/>
                <a:moveTo>
                  <a:pt x="10181242" y="1736398"/>
                </a:moveTo>
                <a:lnTo>
                  <a:pt x="10190305" y="1736398"/>
                </a:lnTo>
                <a:cubicBezTo>
                  <a:pt x="10190635" y="1736398"/>
                  <a:pt x="10191093" y="1736856"/>
                  <a:pt x="10191093" y="1736856"/>
                </a:cubicBezTo>
                <a:lnTo>
                  <a:pt x="10195626" y="1744739"/>
                </a:lnTo>
                <a:cubicBezTo>
                  <a:pt x="10195758" y="1745000"/>
                  <a:pt x="10195626" y="1745593"/>
                  <a:pt x="10195626" y="1745593"/>
                </a:cubicBezTo>
                <a:lnTo>
                  <a:pt x="10191093" y="1753475"/>
                </a:lnTo>
                <a:cubicBezTo>
                  <a:pt x="10190896" y="1753737"/>
                  <a:pt x="10190305" y="1753934"/>
                  <a:pt x="10190305" y="1753934"/>
                </a:cubicBezTo>
                <a:lnTo>
                  <a:pt x="10181242" y="1753934"/>
                </a:lnTo>
                <a:cubicBezTo>
                  <a:pt x="10180914" y="1753934"/>
                  <a:pt x="10180453" y="1753475"/>
                  <a:pt x="10180453" y="1753475"/>
                </a:cubicBezTo>
                <a:lnTo>
                  <a:pt x="10175922" y="1745593"/>
                </a:lnTo>
                <a:cubicBezTo>
                  <a:pt x="10175790" y="1745330"/>
                  <a:pt x="10175922" y="1744739"/>
                  <a:pt x="10175922" y="1744739"/>
                </a:cubicBezTo>
                <a:lnTo>
                  <a:pt x="10180453" y="1736856"/>
                </a:lnTo>
                <a:cubicBezTo>
                  <a:pt x="10180650" y="1736594"/>
                  <a:pt x="10181242" y="1736398"/>
                  <a:pt x="10181242" y="1736398"/>
                </a:cubicBezTo>
                <a:close/>
                <a:moveTo>
                  <a:pt x="2040784" y="1736397"/>
                </a:moveTo>
                <a:lnTo>
                  <a:pt x="2049847" y="1736397"/>
                </a:lnTo>
                <a:cubicBezTo>
                  <a:pt x="2050178" y="1736397"/>
                  <a:pt x="2050636" y="1736856"/>
                  <a:pt x="2050636" y="1736856"/>
                </a:cubicBezTo>
                <a:lnTo>
                  <a:pt x="2055168" y="1744738"/>
                </a:lnTo>
                <a:cubicBezTo>
                  <a:pt x="2055300" y="1745000"/>
                  <a:pt x="2055168" y="1745591"/>
                  <a:pt x="2055168" y="1745591"/>
                </a:cubicBezTo>
                <a:lnTo>
                  <a:pt x="2050636" y="1753474"/>
                </a:lnTo>
                <a:cubicBezTo>
                  <a:pt x="2050438" y="1753737"/>
                  <a:pt x="2049847" y="1753934"/>
                  <a:pt x="2049847" y="1753934"/>
                </a:cubicBezTo>
                <a:lnTo>
                  <a:pt x="2040784" y="1753934"/>
                </a:lnTo>
                <a:cubicBezTo>
                  <a:pt x="2040453" y="1753934"/>
                  <a:pt x="2039994" y="1753474"/>
                  <a:pt x="2039994" y="1753474"/>
                </a:cubicBezTo>
                <a:lnTo>
                  <a:pt x="2035461" y="1745591"/>
                </a:lnTo>
                <a:cubicBezTo>
                  <a:pt x="2035330" y="1745329"/>
                  <a:pt x="2035461" y="1744738"/>
                  <a:pt x="2035461" y="1744738"/>
                </a:cubicBezTo>
                <a:lnTo>
                  <a:pt x="2039994" y="1736856"/>
                </a:lnTo>
                <a:cubicBezTo>
                  <a:pt x="2040191" y="1736593"/>
                  <a:pt x="2040784" y="1736397"/>
                  <a:pt x="2040784" y="1736397"/>
                </a:cubicBezTo>
                <a:close/>
                <a:moveTo>
                  <a:pt x="4584538" y="1736392"/>
                </a:moveTo>
                <a:lnTo>
                  <a:pt x="4593603" y="1736392"/>
                </a:lnTo>
                <a:cubicBezTo>
                  <a:pt x="4593932" y="1736392"/>
                  <a:pt x="4594390" y="1736852"/>
                  <a:pt x="4594390" y="1736852"/>
                </a:cubicBezTo>
                <a:lnTo>
                  <a:pt x="4598922" y="1744733"/>
                </a:lnTo>
                <a:cubicBezTo>
                  <a:pt x="4599054" y="1744997"/>
                  <a:pt x="4598922" y="1745588"/>
                  <a:pt x="4598922" y="1745588"/>
                </a:cubicBezTo>
                <a:lnTo>
                  <a:pt x="4594390" y="1753471"/>
                </a:lnTo>
                <a:cubicBezTo>
                  <a:pt x="4594193" y="1753732"/>
                  <a:pt x="4593603" y="1753928"/>
                  <a:pt x="4593603" y="1753928"/>
                </a:cubicBezTo>
                <a:lnTo>
                  <a:pt x="4584538" y="1753928"/>
                </a:lnTo>
                <a:cubicBezTo>
                  <a:pt x="4584210" y="1753928"/>
                  <a:pt x="4583749" y="1753471"/>
                  <a:pt x="4583749" y="1753471"/>
                </a:cubicBezTo>
                <a:lnTo>
                  <a:pt x="4579218" y="1745588"/>
                </a:lnTo>
                <a:cubicBezTo>
                  <a:pt x="4579087" y="1745325"/>
                  <a:pt x="4579218" y="1744733"/>
                  <a:pt x="4579218" y="1744733"/>
                </a:cubicBezTo>
                <a:lnTo>
                  <a:pt x="4583749" y="1736852"/>
                </a:lnTo>
                <a:cubicBezTo>
                  <a:pt x="4583948" y="1736589"/>
                  <a:pt x="4584538" y="1736392"/>
                  <a:pt x="4584538" y="1736392"/>
                </a:cubicBezTo>
                <a:close/>
                <a:moveTo>
                  <a:pt x="3821624" y="1736390"/>
                </a:moveTo>
                <a:lnTo>
                  <a:pt x="3830689" y="1736390"/>
                </a:lnTo>
                <a:cubicBezTo>
                  <a:pt x="3831016" y="1736390"/>
                  <a:pt x="3831475" y="1736851"/>
                  <a:pt x="3831475" y="1736851"/>
                </a:cubicBezTo>
                <a:lnTo>
                  <a:pt x="3836011" y="1744732"/>
                </a:lnTo>
                <a:cubicBezTo>
                  <a:pt x="3836142" y="1744995"/>
                  <a:pt x="3836011" y="1745586"/>
                  <a:pt x="3836011" y="1745586"/>
                </a:cubicBezTo>
                <a:lnTo>
                  <a:pt x="3831475" y="1753470"/>
                </a:lnTo>
                <a:cubicBezTo>
                  <a:pt x="3831279" y="1753730"/>
                  <a:pt x="3830689" y="1753928"/>
                  <a:pt x="3830689" y="1753928"/>
                </a:cubicBezTo>
                <a:lnTo>
                  <a:pt x="3821624" y="1753928"/>
                </a:lnTo>
                <a:cubicBezTo>
                  <a:pt x="3821294" y="1753928"/>
                  <a:pt x="3820835" y="1753470"/>
                  <a:pt x="3820835" y="1753470"/>
                </a:cubicBezTo>
                <a:lnTo>
                  <a:pt x="3816303" y="1745586"/>
                </a:lnTo>
                <a:cubicBezTo>
                  <a:pt x="3816170" y="1745323"/>
                  <a:pt x="3816303" y="1744732"/>
                  <a:pt x="3816303" y="1744732"/>
                </a:cubicBezTo>
                <a:lnTo>
                  <a:pt x="3820835" y="1736851"/>
                </a:lnTo>
                <a:cubicBezTo>
                  <a:pt x="3821032" y="1736588"/>
                  <a:pt x="3821624" y="1736390"/>
                  <a:pt x="3821624" y="1736390"/>
                </a:cubicBezTo>
                <a:close/>
                <a:moveTo>
                  <a:pt x="8909274" y="1736382"/>
                </a:moveTo>
                <a:lnTo>
                  <a:pt x="8918336" y="1736382"/>
                </a:lnTo>
                <a:cubicBezTo>
                  <a:pt x="8918666" y="1736382"/>
                  <a:pt x="8919125" y="1736842"/>
                  <a:pt x="8919125" y="1736842"/>
                </a:cubicBezTo>
                <a:lnTo>
                  <a:pt x="8923657" y="1744722"/>
                </a:lnTo>
                <a:cubicBezTo>
                  <a:pt x="8923789" y="1744986"/>
                  <a:pt x="8923657" y="1745577"/>
                  <a:pt x="8923657" y="1745577"/>
                </a:cubicBezTo>
                <a:lnTo>
                  <a:pt x="8919125" y="1753460"/>
                </a:lnTo>
                <a:cubicBezTo>
                  <a:pt x="8918928" y="1753721"/>
                  <a:pt x="8918336" y="1753918"/>
                  <a:pt x="8918336" y="1753918"/>
                </a:cubicBezTo>
                <a:lnTo>
                  <a:pt x="8909274" y="1753918"/>
                </a:lnTo>
                <a:cubicBezTo>
                  <a:pt x="8908945" y="1753918"/>
                  <a:pt x="8908484" y="1753460"/>
                  <a:pt x="8908484" y="1753460"/>
                </a:cubicBezTo>
                <a:lnTo>
                  <a:pt x="8903953" y="1745577"/>
                </a:lnTo>
                <a:cubicBezTo>
                  <a:pt x="8903821" y="1745316"/>
                  <a:pt x="8903953" y="1744722"/>
                  <a:pt x="8903953" y="1744722"/>
                </a:cubicBezTo>
                <a:lnTo>
                  <a:pt x="8908484" y="1736842"/>
                </a:lnTo>
                <a:cubicBezTo>
                  <a:pt x="8908681" y="1736578"/>
                  <a:pt x="8909274" y="1736382"/>
                  <a:pt x="8909274" y="1736382"/>
                </a:cubicBezTo>
                <a:close/>
                <a:moveTo>
                  <a:pt x="6619714" y="1736382"/>
                </a:moveTo>
                <a:lnTo>
                  <a:pt x="6628778" y="1736382"/>
                </a:lnTo>
                <a:cubicBezTo>
                  <a:pt x="6629107" y="1736382"/>
                  <a:pt x="6629566" y="1736843"/>
                  <a:pt x="6629566" y="1736843"/>
                </a:cubicBezTo>
                <a:lnTo>
                  <a:pt x="6634099" y="1744725"/>
                </a:lnTo>
                <a:cubicBezTo>
                  <a:pt x="6634230" y="1744987"/>
                  <a:pt x="6634099" y="1745578"/>
                  <a:pt x="6634099" y="1745578"/>
                </a:cubicBezTo>
                <a:lnTo>
                  <a:pt x="6629566" y="1753461"/>
                </a:lnTo>
                <a:cubicBezTo>
                  <a:pt x="6629369" y="1753723"/>
                  <a:pt x="6628778" y="1753919"/>
                  <a:pt x="6628778" y="1753919"/>
                </a:cubicBezTo>
                <a:lnTo>
                  <a:pt x="6619714" y="1753919"/>
                </a:lnTo>
                <a:cubicBezTo>
                  <a:pt x="6619387" y="1753919"/>
                  <a:pt x="6618926" y="1753461"/>
                  <a:pt x="6618926" y="1753461"/>
                </a:cubicBezTo>
                <a:lnTo>
                  <a:pt x="6614394" y="1745578"/>
                </a:lnTo>
                <a:cubicBezTo>
                  <a:pt x="6614263" y="1745316"/>
                  <a:pt x="6614394" y="1744725"/>
                  <a:pt x="6614394" y="1744725"/>
                </a:cubicBezTo>
                <a:lnTo>
                  <a:pt x="6618926" y="1736843"/>
                </a:lnTo>
                <a:cubicBezTo>
                  <a:pt x="6619123" y="1736580"/>
                  <a:pt x="6619714" y="1736382"/>
                  <a:pt x="6619714" y="1736382"/>
                </a:cubicBezTo>
                <a:close/>
                <a:moveTo>
                  <a:pt x="2295149" y="1736377"/>
                </a:moveTo>
                <a:lnTo>
                  <a:pt x="2304214" y="1736377"/>
                </a:lnTo>
                <a:cubicBezTo>
                  <a:pt x="2304543" y="1736377"/>
                  <a:pt x="2305003" y="1736837"/>
                  <a:pt x="2305003" y="1736837"/>
                </a:cubicBezTo>
                <a:lnTo>
                  <a:pt x="2309535" y="1744719"/>
                </a:lnTo>
                <a:cubicBezTo>
                  <a:pt x="2309666" y="1744982"/>
                  <a:pt x="2309535" y="1745573"/>
                  <a:pt x="2309535" y="1745573"/>
                </a:cubicBezTo>
                <a:lnTo>
                  <a:pt x="2305003" y="1753455"/>
                </a:lnTo>
                <a:cubicBezTo>
                  <a:pt x="2304806" y="1753718"/>
                  <a:pt x="2304214" y="1753914"/>
                  <a:pt x="2304214" y="1753914"/>
                </a:cubicBezTo>
                <a:lnTo>
                  <a:pt x="2295149" y="1753914"/>
                </a:lnTo>
                <a:cubicBezTo>
                  <a:pt x="2294821" y="1753914"/>
                  <a:pt x="2294362" y="1753455"/>
                  <a:pt x="2294362" y="1753455"/>
                </a:cubicBezTo>
                <a:lnTo>
                  <a:pt x="2289829" y="1745573"/>
                </a:lnTo>
                <a:cubicBezTo>
                  <a:pt x="2289699" y="1745310"/>
                  <a:pt x="2289829" y="1744719"/>
                  <a:pt x="2289829" y="1744719"/>
                </a:cubicBezTo>
                <a:lnTo>
                  <a:pt x="2294362" y="1736837"/>
                </a:lnTo>
                <a:cubicBezTo>
                  <a:pt x="2294559" y="1736575"/>
                  <a:pt x="2295149" y="1736377"/>
                  <a:pt x="2295149" y="1736377"/>
                </a:cubicBezTo>
                <a:close/>
                <a:moveTo>
                  <a:pt x="259995" y="1736377"/>
                </a:moveTo>
                <a:lnTo>
                  <a:pt x="269059" y="1736377"/>
                </a:lnTo>
                <a:cubicBezTo>
                  <a:pt x="269387" y="1736377"/>
                  <a:pt x="269847" y="1736837"/>
                  <a:pt x="269847" y="1736837"/>
                </a:cubicBezTo>
                <a:lnTo>
                  <a:pt x="274379" y="1744717"/>
                </a:lnTo>
                <a:cubicBezTo>
                  <a:pt x="274510" y="1744981"/>
                  <a:pt x="274379" y="1745572"/>
                  <a:pt x="274379" y="1745572"/>
                </a:cubicBezTo>
                <a:lnTo>
                  <a:pt x="269847" y="1753454"/>
                </a:lnTo>
                <a:cubicBezTo>
                  <a:pt x="269650" y="1753717"/>
                  <a:pt x="269059" y="1753914"/>
                  <a:pt x="269059" y="1753914"/>
                </a:cubicBezTo>
                <a:lnTo>
                  <a:pt x="259995" y="1753914"/>
                </a:lnTo>
                <a:cubicBezTo>
                  <a:pt x="259666" y="1753914"/>
                  <a:pt x="259206" y="1753454"/>
                  <a:pt x="259206" y="1753454"/>
                </a:cubicBezTo>
                <a:lnTo>
                  <a:pt x="254675" y="1745572"/>
                </a:lnTo>
                <a:cubicBezTo>
                  <a:pt x="254544" y="1745309"/>
                  <a:pt x="254675" y="1744717"/>
                  <a:pt x="254675" y="1744717"/>
                </a:cubicBezTo>
                <a:lnTo>
                  <a:pt x="259206" y="1736837"/>
                </a:lnTo>
                <a:cubicBezTo>
                  <a:pt x="259403" y="1736573"/>
                  <a:pt x="259995" y="1736377"/>
                  <a:pt x="259995" y="1736377"/>
                </a:cubicBezTo>
                <a:close/>
                <a:moveTo>
                  <a:pt x="5856508" y="1736371"/>
                </a:moveTo>
                <a:lnTo>
                  <a:pt x="5865571" y="1736371"/>
                </a:lnTo>
                <a:cubicBezTo>
                  <a:pt x="5865900" y="1736371"/>
                  <a:pt x="5866359" y="1736830"/>
                  <a:pt x="5866359" y="1736830"/>
                </a:cubicBezTo>
                <a:lnTo>
                  <a:pt x="5870891" y="1744713"/>
                </a:lnTo>
                <a:cubicBezTo>
                  <a:pt x="5871023" y="1744974"/>
                  <a:pt x="5870891" y="1745566"/>
                  <a:pt x="5870891" y="1745566"/>
                </a:cubicBezTo>
                <a:lnTo>
                  <a:pt x="5866359" y="1753450"/>
                </a:lnTo>
                <a:cubicBezTo>
                  <a:pt x="5866163" y="1753710"/>
                  <a:pt x="5865571" y="1753908"/>
                  <a:pt x="5865571" y="1753908"/>
                </a:cubicBezTo>
                <a:lnTo>
                  <a:pt x="5856508" y="1753908"/>
                </a:lnTo>
                <a:cubicBezTo>
                  <a:pt x="5856178" y="1753908"/>
                  <a:pt x="5855720" y="1753450"/>
                  <a:pt x="5855720" y="1753450"/>
                </a:cubicBezTo>
                <a:lnTo>
                  <a:pt x="5851187" y="1745566"/>
                </a:lnTo>
                <a:cubicBezTo>
                  <a:pt x="5851055" y="1745304"/>
                  <a:pt x="5851187" y="1744713"/>
                  <a:pt x="5851187" y="1744713"/>
                </a:cubicBezTo>
                <a:lnTo>
                  <a:pt x="5855720" y="1736830"/>
                </a:lnTo>
                <a:cubicBezTo>
                  <a:pt x="5855916" y="1736567"/>
                  <a:pt x="5856508" y="1736371"/>
                  <a:pt x="5856508" y="1736371"/>
                </a:cubicBezTo>
                <a:close/>
                <a:moveTo>
                  <a:pt x="5596" y="1736364"/>
                </a:moveTo>
                <a:lnTo>
                  <a:pt x="14659" y="1736364"/>
                </a:lnTo>
                <a:cubicBezTo>
                  <a:pt x="14988" y="1736364"/>
                  <a:pt x="15448" y="1736823"/>
                  <a:pt x="15448" y="1736823"/>
                </a:cubicBezTo>
                <a:lnTo>
                  <a:pt x="19979" y="1744706"/>
                </a:lnTo>
                <a:cubicBezTo>
                  <a:pt x="20111" y="1744968"/>
                  <a:pt x="19979" y="1745559"/>
                  <a:pt x="19979" y="1745559"/>
                </a:cubicBezTo>
                <a:lnTo>
                  <a:pt x="15448" y="1753441"/>
                </a:lnTo>
                <a:cubicBezTo>
                  <a:pt x="15251" y="1753703"/>
                  <a:pt x="14659" y="1753901"/>
                  <a:pt x="14659" y="1753901"/>
                </a:cubicBezTo>
                <a:lnTo>
                  <a:pt x="5596" y="1753901"/>
                </a:lnTo>
                <a:cubicBezTo>
                  <a:pt x="5266" y="1753901"/>
                  <a:pt x="4807" y="1753441"/>
                  <a:pt x="4807" y="1753441"/>
                </a:cubicBezTo>
                <a:lnTo>
                  <a:pt x="275" y="1745559"/>
                </a:lnTo>
                <a:cubicBezTo>
                  <a:pt x="143" y="1745296"/>
                  <a:pt x="275" y="1744706"/>
                  <a:pt x="275" y="1744706"/>
                </a:cubicBezTo>
                <a:lnTo>
                  <a:pt x="4807" y="1736823"/>
                </a:lnTo>
                <a:cubicBezTo>
                  <a:pt x="5004" y="1736561"/>
                  <a:pt x="5596" y="1736364"/>
                  <a:pt x="5596" y="1736364"/>
                </a:cubicBezTo>
                <a:close/>
                <a:moveTo>
                  <a:pt x="6110888" y="1736362"/>
                </a:moveTo>
                <a:lnTo>
                  <a:pt x="6119953" y="1736362"/>
                </a:lnTo>
                <a:cubicBezTo>
                  <a:pt x="6120280" y="1736362"/>
                  <a:pt x="6120740" y="1736822"/>
                  <a:pt x="6120740" y="1736822"/>
                </a:cubicBezTo>
                <a:lnTo>
                  <a:pt x="6125272" y="1744703"/>
                </a:lnTo>
                <a:cubicBezTo>
                  <a:pt x="6125403" y="1744966"/>
                  <a:pt x="6125272" y="1745558"/>
                  <a:pt x="6125272" y="1745558"/>
                </a:cubicBezTo>
                <a:lnTo>
                  <a:pt x="6120740" y="1753440"/>
                </a:lnTo>
                <a:cubicBezTo>
                  <a:pt x="6120543" y="1753702"/>
                  <a:pt x="6119953" y="1753898"/>
                  <a:pt x="6119953" y="1753898"/>
                </a:cubicBezTo>
                <a:lnTo>
                  <a:pt x="6110888" y="1753898"/>
                </a:lnTo>
                <a:cubicBezTo>
                  <a:pt x="6110560" y="1753898"/>
                  <a:pt x="6110101" y="1753440"/>
                  <a:pt x="6110101" y="1753440"/>
                </a:cubicBezTo>
                <a:lnTo>
                  <a:pt x="6105567" y="1745558"/>
                </a:lnTo>
                <a:cubicBezTo>
                  <a:pt x="6105436" y="1745295"/>
                  <a:pt x="6105567" y="1744703"/>
                  <a:pt x="6105567" y="1744703"/>
                </a:cubicBezTo>
                <a:lnTo>
                  <a:pt x="6110101" y="1736822"/>
                </a:lnTo>
                <a:cubicBezTo>
                  <a:pt x="6110296" y="1736558"/>
                  <a:pt x="6110888" y="1736362"/>
                  <a:pt x="6110888" y="1736362"/>
                </a:cubicBezTo>
                <a:close/>
                <a:moveTo>
                  <a:pt x="4075937" y="1736357"/>
                </a:moveTo>
                <a:lnTo>
                  <a:pt x="4085001" y="1736357"/>
                </a:lnTo>
                <a:cubicBezTo>
                  <a:pt x="4085330" y="1736357"/>
                  <a:pt x="4085791" y="1736816"/>
                  <a:pt x="4085791" y="1736816"/>
                </a:cubicBezTo>
                <a:lnTo>
                  <a:pt x="4090321" y="1744698"/>
                </a:lnTo>
                <a:cubicBezTo>
                  <a:pt x="4090454" y="1744960"/>
                  <a:pt x="4090321" y="1745553"/>
                  <a:pt x="4090321" y="1745553"/>
                </a:cubicBezTo>
                <a:lnTo>
                  <a:pt x="4085791" y="1753435"/>
                </a:lnTo>
                <a:cubicBezTo>
                  <a:pt x="4085594" y="1753697"/>
                  <a:pt x="4085001" y="1753893"/>
                  <a:pt x="4085001" y="1753893"/>
                </a:cubicBezTo>
                <a:lnTo>
                  <a:pt x="4075937" y="1753893"/>
                </a:lnTo>
                <a:cubicBezTo>
                  <a:pt x="4075609" y="1753893"/>
                  <a:pt x="4075151" y="1753435"/>
                  <a:pt x="4075151" y="1753435"/>
                </a:cubicBezTo>
                <a:lnTo>
                  <a:pt x="4070616" y="1745553"/>
                </a:lnTo>
                <a:cubicBezTo>
                  <a:pt x="4070486" y="1745289"/>
                  <a:pt x="4070616" y="1744698"/>
                  <a:pt x="4070616" y="1744698"/>
                </a:cubicBezTo>
                <a:lnTo>
                  <a:pt x="4075151" y="1736816"/>
                </a:lnTo>
                <a:cubicBezTo>
                  <a:pt x="4075346" y="1736554"/>
                  <a:pt x="4075937" y="1736357"/>
                  <a:pt x="4075937" y="1736357"/>
                </a:cubicBezTo>
                <a:close/>
                <a:moveTo>
                  <a:pt x="8654892" y="1736352"/>
                </a:moveTo>
                <a:lnTo>
                  <a:pt x="8663955" y="1736352"/>
                </a:lnTo>
                <a:cubicBezTo>
                  <a:pt x="8664285" y="1736352"/>
                  <a:pt x="8664744" y="1736813"/>
                  <a:pt x="8664744" y="1736813"/>
                </a:cubicBezTo>
                <a:lnTo>
                  <a:pt x="8669277" y="1744693"/>
                </a:lnTo>
                <a:cubicBezTo>
                  <a:pt x="8669408" y="1744957"/>
                  <a:pt x="8669277" y="1745547"/>
                  <a:pt x="8669277" y="1745547"/>
                </a:cubicBezTo>
                <a:lnTo>
                  <a:pt x="8664744" y="1753430"/>
                </a:lnTo>
                <a:cubicBezTo>
                  <a:pt x="8664548" y="1753692"/>
                  <a:pt x="8663955" y="1753888"/>
                  <a:pt x="8663955" y="1753888"/>
                </a:cubicBezTo>
                <a:lnTo>
                  <a:pt x="8654892" y="1753888"/>
                </a:lnTo>
                <a:cubicBezTo>
                  <a:pt x="8654565" y="1753888"/>
                  <a:pt x="8654104" y="1753430"/>
                  <a:pt x="8654104" y="1753430"/>
                </a:cubicBezTo>
                <a:lnTo>
                  <a:pt x="8649572" y="1745547"/>
                </a:lnTo>
                <a:cubicBezTo>
                  <a:pt x="8649441" y="1745284"/>
                  <a:pt x="8649572" y="1744693"/>
                  <a:pt x="8649572" y="1744693"/>
                </a:cubicBezTo>
                <a:lnTo>
                  <a:pt x="8654104" y="1736813"/>
                </a:lnTo>
                <a:cubicBezTo>
                  <a:pt x="8654301" y="1736549"/>
                  <a:pt x="8654892" y="1736352"/>
                  <a:pt x="8654892" y="1736352"/>
                </a:cubicBezTo>
                <a:close/>
                <a:moveTo>
                  <a:pt x="768704" y="1736351"/>
                </a:moveTo>
                <a:lnTo>
                  <a:pt x="777768" y="1736351"/>
                </a:lnTo>
                <a:cubicBezTo>
                  <a:pt x="778096" y="1736351"/>
                  <a:pt x="778557" y="1736809"/>
                  <a:pt x="778557" y="1736809"/>
                </a:cubicBezTo>
                <a:lnTo>
                  <a:pt x="783088" y="1744692"/>
                </a:lnTo>
                <a:cubicBezTo>
                  <a:pt x="783220" y="1744954"/>
                  <a:pt x="783088" y="1745546"/>
                  <a:pt x="783088" y="1745546"/>
                </a:cubicBezTo>
                <a:lnTo>
                  <a:pt x="778557" y="1753429"/>
                </a:lnTo>
                <a:cubicBezTo>
                  <a:pt x="778359" y="1753690"/>
                  <a:pt x="777768" y="1753887"/>
                  <a:pt x="777768" y="1753887"/>
                </a:cubicBezTo>
                <a:lnTo>
                  <a:pt x="768704" y="1753887"/>
                </a:lnTo>
                <a:cubicBezTo>
                  <a:pt x="768377" y="1753887"/>
                  <a:pt x="767916" y="1753429"/>
                  <a:pt x="767916" y="1753429"/>
                </a:cubicBezTo>
                <a:lnTo>
                  <a:pt x="763383" y="1745546"/>
                </a:lnTo>
                <a:cubicBezTo>
                  <a:pt x="763251" y="1745283"/>
                  <a:pt x="763383" y="1744692"/>
                  <a:pt x="763383" y="1744692"/>
                </a:cubicBezTo>
                <a:lnTo>
                  <a:pt x="767916" y="1736809"/>
                </a:lnTo>
                <a:cubicBezTo>
                  <a:pt x="768113" y="1736548"/>
                  <a:pt x="768704" y="1736351"/>
                  <a:pt x="768704" y="1736351"/>
                </a:cubicBezTo>
                <a:close/>
                <a:moveTo>
                  <a:pt x="1023151" y="1736350"/>
                </a:moveTo>
                <a:lnTo>
                  <a:pt x="1032214" y="1736350"/>
                </a:lnTo>
                <a:cubicBezTo>
                  <a:pt x="1032543" y="1736350"/>
                  <a:pt x="1033003" y="1736809"/>
                  <a:pt x="1033003" y="1736809"/>
                </a:cubicBezTo>
                <a:lnTo>
                  <a:pt x="1037535" y="1744692"/>
                </a:lnTo>
                <a:cubicBezTo>
                  <a:pt x="1037666" y="1744953"/>
                  <a:pt x="1037535" y="1745544"/>
                  <a:pt x="1037535" y="1745544"/>
                </a:cubicBezTo>
                <a:lnTo>
                  <a:pt x="1033003" y="1753428"/>
                </a:lnTo>
                <a:cubicBezTo>
                  <a:pt x="1032806" y="1753689"/>
                  <a:pt x="1032214" y="1753887"/>
                  <a:pt x="1032214" y="1753887"/>
                </a:cubicBezTo>
                <a:lnTo>
                  <a:pt x="1023151" y="1753887"/>
                </a:lnTo>
                <a:cubicBezTo>
                  <a:pt x="1022822" y="1753887"/>
                  <a:pt x="1022362" y="1753428"/>
                  <a:pt x="1022362" y="1753428"/>
                </a:cubicBezTo>
                <a:lnTo>
                  <a:pt x="1017829" y="1745544"/>
                </a:lnTo>
                <a:cubicBezTo>
                  <a:pt x="1017697" y="1745282"/>
                  <a:pt x="1017829" y="1744692"/>
                  <a:pt x="1017829" y="1744692"/>
                </a:cubicBezTo>
                <a:lnTo>
                  <a:pt x="1022362" y="1736809"/>
                </a:lnTo>
                <a:cubicBezTo>
                  <a:pt x="1022559" y="1736547"/>
                  <a:pt x="1023151" y="1736350"/>
                  <a:pt x="1023151" y="1736350"/>
                </a:cubicBezTo>
                <a:close/>
                <a:moveTo>
                  <a:pt x="10435622" y="1736349"/>
                </a:moveTo>
                <a:lnTo>
                  <a:pt x="10444686" y="1736349"/>
                </a:lnTo>
                <a:cubicBezTo>
                  <a:pt x="10445015" y="1736349"/>
                  <a:pt x="10445474" y="1736808"/>
                  <a:pt x="10445474" y="1736808"/>
                </a:cubicBezTo>
                <a:lnTo>
                  <a:pt x="10450007" y="1744690"/>
                </a:lnTo>
                <a:cubicBezTo>
                  <a:pt x="10450138" y="1744952"/>
                  <a:pt x="10450007" y="1745543"/>
                  <a:pt x="10450007" y="1745543"/>
                </a:cubicBezTo>
                <a:lnTo>
                  <a:pt x="10445474" y="1753426"/>
                </a:lnTo>
                <a:cubicBezTo>
                  <a:pt x="10445278" y="1753687"/>
                  <a:pt x="10444686" y="1753884"/>
                  <a:pt x="10444686" y="1753884"/>
                </a:cubicBezTo>
                <a:lnTo>
                  <a:pt x="10435622" y="1753884"/>
                </a:lnTo>
                <a:cubicBezTo>
                  <a:pt x="10435295" y="1753884"/>
                  <a:pt x="10434834" y="1753426"/>
                  <a:pt x="10434834" y="1753426"/>
                </a:cubicBezTo>
                <a:lnTo>
                  <a:pt x="10430302" y="1745543"/>
                </a:lnTo>
                <a:cubicBezTo>
                  <a:pt x="10430171" y="1745281"/>
                  <a:pt x="10430302" y="1744690"/>
                  <a:pt x="10430302" y="1744690"/>
                </a:cubicBezTo>
                <a:lnTo>
                  <a:pt x="10434834" y="1736808"/>
                </a:lnTo>
                <a:cubicBezTo>
                  <a:pt x="10435031" y="1736545"/>
                  <a:pt x="10435622" y="1736349"/>
                  <a:pt x="10435622" y="1736349"/>
                </a:cubicBezTo>
                <a:close/>
                <a:moveTo>
                  <a:pt x="9418035" y="1736349"/>
                </a:moveTo>
                <a:lnTo>
                  <a:pt x="9427099" y="1736349"/>
                </a:lnTo>
                <a:cubicBezTo>
                  <a:pt x="9427427" y="1736349"/>
                  <a:pt x="9427887" y="1736808"/>
                  <a:pt x="9427887" y="1736808"/>
                </a:cubicBezTo>
                <a:lnTo>
                  <a:pt x="9432419" y="1744691"/>
                </a:lnTo>
                <a:cubicBezTo>
                  <a:pt x="9432550" y="1744953"/>
                  <a:pt x="9432419" y="1745543"/>
                  <a:pt x="9432419" y="1745543"/>
                </a:cubicBezTo>
                <a:lnTo>
                  <a:pt x="9427887" y="1753427"/>
                </a:lnTo>
                <a:cubicBezTo>
                  <a:pt x="9427690" y="1753689"/>
                  <a:pt x="9427099" y="1753886"/>
                  <a:pt x="9427099" y="1753886"/>
                </a:cubicBezTo>
                <a:lnTo>
                  <a:pt x="9418035" y="1753886"/>
                </a:lnTo>
                <a:cubicBezTo>
                  <a:pt x="9417707" y="1753886"/>
                  <a:pt x="9417247" y="1753427"/>
                  <a:pt x="9417247" y="1753427"/>
                </a:cubicBezTo>
                <a:lnTo>
                  <a:pt x="9412714" y="1745543"/>
                </a:lnTo>
                <a:cubicBezTo>
                  <a:pt x="9412583" y="1745281"/>
                  <a:pt x="9412714" y="1744691"/>
                  <a:pt x="9412714" y="1744691"/>
                </a:cubicBezTo>
                <a:lnTo>
                  <a:pt x="9417247" y="1736808"/>
                </a:lnTo>
                <a:cubicBezTo>
                  <a:pt x="9417444" y="1736547"/>
                  <a:pt x="9418035" y="1736349"/>
                  <a:pt x="9418035" y="1736349"/>
                </a:cubicBezTo>
                <a:close/>
                <a:moveTo>
                  <a:pt x="4330157" y="1736346"/>
                </a:moveTo>
                <a:lnTo>
                  <a:pt x="4339222" y="1736346"/>
                </a:lnTo>
                <a:cubicBezTo>
                  <a:pt x="4339550" y="1736346"/>
                  <a:pt x="4340010" y="1736805"/>
                  <a:pt x="4340010" y="1736805"/>
                </a:cubicBezTo>
                <a:lnTo>
                  <a:pt x="4344540" y="1744688"/>
                </a:lnTo>
                <a:cubicBezTo>
                  <a:pt x="4344672" y="1744950"/>
                  <a:pt x="4344540" y="1745541"/>
                  <a:pt x="4344540" y="1745541"/>
                </a:cubicBezTo>
                <a:lnTo>
                  <a:pt x="4340010" y="1753424"/>
                </a:lnTo>
                <a:cubicBezTo>
                  <a:pt x="4339812" y="1753686"/>
                  <a:pt x="4339222" y="1753882"/>
                  <a:pt x="4339222" y="1753882"/>
                </a:cubicBezTo>
                <a:lnTo>
                  <a:pt x="4330157" y="1753882"/>
                </a:lnTo>
                <a:cubicBezTo>
                  <a:pt x="4329829" y="1753882"/>
                  <a:pt x="4329369" y="1753424"/>
                  <a:pt x="4329369" y="1753424"/>
                </a:cubicBezTo>
                <a:lnTo>
                  <a:pt x="4324836" y="1745541"/>
                </a:lnTo>
                <a:cubicBezTo>
                  <a:pt x="4324706" y="1745279"/>
                  <a:pt x="4324836" y="1744688"/>
                  <a:pt x="4324836" y="1744688"/>
                </a:cubicBezTo>
                <a:lnTo>
                  <a:pt x="4329369" y="1736805"/>
                </a:lnTo>
                <a:cubicBezTo>
                  <a:pt x="4329565" y="1736543"/>
                  <a:pt x="4330157" y="1736346"/>
                  <a:pt x="4330157" y="1736346"/>
                </a:cubicBezTo>
                <a:close/>
                <a:moveTo>
                  <a:pt x="9672481" y="1736342"/>
                </a:moveTo>
                <a:lnTo>
                  <a:pt x="9681545" y="1736342"/>
                </a:lnTo>
                <a:cubicBezTo>
                  <a:pt x="9681872" y="1736342"/>
                  <a:pt x="9682333" y="1736801"/>
                  <a:pt x="9682333" y="1736801"/>
                </a:cubicBezTo>
                <a:lnTo>
                  <a:pt x="9686865" y="1744682"/>
                </a:lnTo>
                <a:cubicBezTo>
                  <a:pt x="9686996" y="1744946"/>
                  <a:pt x="9686865" y="1745537"/>
                  <a:pt x="9686865" y="1745537"/>
                </a:cubicBezTo>
                <a:lnTo>
                  <a:pt x="9682333" y="1753419"/>
                </a:lnTo>
                <a:cubicBezTo>
                  <a:pt x="9682136" y="1753681"/>
                  <a:pt x="9681545" y="1753878"/>
                  <a:pt x="9681545" y="1753878"/>
                </a:cubicBezTo>
                <a:lnTo>
                  <a:pt x="9672481" y="1753878"/>
                </a:lnTo>
                <a:cubicBezTo>
                  <a:pt x="9672152" y="1753878"/>
                  <a:pt x="9671693" y="1753419"/>
                  <a:pt x="9671693" y="1753419"/>
                </a:cubicBezTo>
                <a:lnTo>
                  <a:pt x="9667160" y="1745537"/>
                </a:lnTo>
                <a:cubicBezTo>
                  <a:pt x="9667030" y="1745273"/>
                  <a:pt x="9667160" y="1744682"/>
                  <a:pt x="9667160" y="1744682"/>
                </a:cubicBezTo>
                <a:lnTo>
                  <a:pt x="9671693" y="1736801"/>
                </a:lnTo>
                <a:cubicBezTo>
                  <a:pt x="9671890" y="1736538"/>
                  <a:pt x="9672481" y="1736342"/>
                  <a:pt x="9672481" y="1736342"/>
                </a:cubicBezTo>
                <a:close/>
                <a:moveTo>
                  <a:pt x="5347746" y="1736339"/>
                </a:moveTo>
                <a:lnTo>
                  <a:pt x="5356810" y="1736339"/>
                </a:lnTo>
                <a:cubicBezTo>
                  <a:pt x="5357138" y="1736339"/>
                  <a:pt x="5357598" y="1736798"/>
                  <a:pt x="5357598" y="1736798"/>
                </a:cubicBezTo>
                <a:lnTo>
                  <a:pt x="5362130" y="1744680"/>
                </a:lnTo>
                <a:cubicBezTo>
                  <a:pt x="5362261" y="1744942"/>
                  <a:pt x="5362130" y="1745533"/>
                  <a:pt x="5362130" y="1745533"/>
                </a:cubicBezTo>
                <a:lnTo>
                  <a:pt x="5357598" y="1753416"/>
                </a:lnTo>
                <a:cubicBezTo>
                  <a:pt x="5357401" y="1753679"/>
                  <a:pt x="5356810" y="1753875"/>
                  <a:pt x="5356810" y="1753875"/>
                </a:cubicBezTo>
                <a:lnTo>
                  <a:pt x="5347746" y="1753875"/>
                </a:lnTo>
                <a:cubicBezTo>
                  <a:pt x="5347418" y="1753875"/>
                  <a:pt x="5346958" y="1753416"/>
                  <a:pt x="5346958" y="1753416"/>
                </a:cubicBezTo>
                <a:lnTo>
                  <a:pt x="5342425" y="1745533"/>
                </a:lnTo>
                <a:cubicBezTo>
                  <a:pt x="5342295" y="1745271"/>
                  <a:pt x="5342425" y="1744680"/>
                  <a:pt x="5342425" y="1744680"/>
                </a:cubicBezTo>
                <a:lnTo>
                  <a:pt x="5346958" y="1736798"/>
                </a:lnTo>
                <a:cubicBezTo>
                  <a:pt x="5347154" y="1736536"/>
                  <a:pt x="5347746" y="1736339"/>
                  <a:pt x="5347746" y="1736339"/>
                </a:cubicBezTo>
                <a:close/>
                <a:moveTo>
                  <a:pt x="1531895" y="1736339"/>
                </a:moveTo>
                <a:lnTo>
                  <a:pt x="1540959" y="1736339"/>
                </a:lnTo>
                <a:cubicBezTo>
                  <a:pt x="1541286" y="1736339"/>
                  <a:pt x="1541748" y="1736798"/>
                  <a:pt x="1541748" y="1736798"/>
                </a:cubicBezTo>
                <a:lnTo>
                  <a:pt x="1546279" y="1744680"/>
                </a:lnTo>
                <a:cubicBezTo>
                  <a:pt x="1546410" y="1744942"/>
                  <a:pt x="1546279" y="1745533"/>
                  <a:pt x="1546279" y="1745533"/>
                </a:cubicBezTo>
                <a:lnTo>
                  <a:pt x="1541748" y="1753416"/>
                </a:lnTo>
                <a:cubicBezTo>
                  <a:pt x="1541551" y="1753678"/>
                  <a:pt x="1540959" y="1753875"/>
                  <a:pt x="1540959" y="1753875"/>
                </a:cubicBezTo>
                <a:lnTo>
                  <a:pt x="1531895" y="1753875"/>
                </a:lnTo>
                <a:cubicBezTo>
                  <a:pt x="1531566" y="1753875"/>
                  <a:pt x="1531107" y="1753416"/>
                  <a:pt x="1531107" y="1753416"/>
                </a:cubicBezTo>
                <a:lnTo>
                  <a:pt x="1526574" y="1745533"/>
                </a:lnTo>
                <a:cubicBezTo>
                  <a:pt x="1526444" y="1745271"/>
                  <a:pt x="1526574" y="1744680"/>
                  <a:pt x="1526574" y="1744680"/>
                </a:cubicBezTo>
                <a:lnTo>
                  <a:pt x="1531107" y="1736798"/>
                </a:lnTo>
                <a:cubicBezTo>
                  <a:pt x="1531304" y="1736536"/>
                  <a:pt x="1531895" y="1736339"/>
                  <a:pt x="1531895" y="1736339"/>
                </a:cubicBezTo>
                <a:close/>
                <a:moveTo>
                  <a:pt x="3058323" y="1736335"/>
                </a:moveTo>
                <a:lnTo>
                  <a:pt x="3067388" y="1736335"/>
                </a:lnTo>
                <a:cubicBezTo>
                  <a:pt x="3067717" y="1736335"/>
                  <a:pt x="3068176" y="1736795"/>
                  <a:pt x="3068176" y="1736795"/>
                </a:cubicBezTo>
                <a:lnTo>
                  <a:pt x="3072708" y="1744678"/>
                </a:lnTo>
                <a:cubicBezTo>
                  <a:pt x="3072838" y="1744940"/>
                  <a:pt x="3072708" y="1745530"/>
                  <a:pt x="3072708" y="1745530"/>
                </a:cubicBezTo>
                <a:lnTo>
                  <a:pt x="3068176" y="1753414"/>
                </a:lnTo>
                <a:cubicBezTo>
                  <a:pt x="3067978" y="1753675"/>
                  <a:pt x="3067388" y="1753873"/>
                  <a:pt x="3067388" y="1753873"/>
                </a:cubicBezTo>
                <a:lnTo>
                  <a:pt x="3058323" y="1753873"/>
                </a:lnTo>
                <a:cubicBezTo>
                  <a:pt x="3057994" y="1753873"/>
                  <a:pt x="3057534" y="1753414"/>
                  <a:pt x="3057534" y="1753414"/>
                </a:cubicBezTo>
                <a:lnTo>
                  <a:pt x="3053003" y="1745530"/>
                </a:lnTo>
                <a:cubicBezTo>
                  <a:pt x="3052871" y="1745269"/>
                  <a:pt x="3053003" y="1744678"/>
                  <a:pt x="3053003" y="1744678"/>
                </a:cubicBezTo>
                <a:lnTo>
                  <a:pt x="3057534" y="1736795"/>
                </a:lnTo>
                <a:cubicBezTo>
                  <a:pt x="3057734" y="1736533"/>
                  <a:pt x="3058323" y="1736335"/>
                  <a:pt x="3058323" y="1736335"/>
                </a:cubicBezTo>
                <a:close/>
                <a:moveTo>
                  <a:pt x="7382923" y="1736331"/>
                </a:moveTo>
                <a:lnTo>
                  <a:pt x="7391987" y="1736331"/>
                </a:lnTo>
                <a:cubicBezTo>
                  <a:pt x="7392315" y="1736331"/>
                  <a:pt x="7392775" y="1736791"/>
                  <a:pt x="7392775" y="1736791"/>
                </a:cubicBezTo>
                <a:lnTo>
                  <a:pt x="7397307" y="1744672"/>
                </a:lnTo>
                <a:cubicBezTo>
                  <a:pt x="7397438" y="1744935"/>
                  <a:pt x="7397307" y="1745526"/>
                  <a:pt x="7397307" y="1745526"/>
                </a:cubicBezTo>
                <a:lnTo>
                  <a:pt x="7392775" y="1753408"/>
                </a:lnTo>
                <a:cubicBezTo>
                  <a:pt x="7392578" y="1753670"/>
                  <a:pt x="7391987" y="1753867"/>
                  <a:pt x="7391987" y="1753867"/>
                </a:cubicBezTo>
                <a:lnTo>
                  <a:pt x="7382923" y="1753867"/>
                </a:lnTo>
                <a:cubicBezTo>
                  <a:pt x="7382595" y="1753867"/>
                  <a:pt x="7382135" y="1753408"/>
                  <a:pt x="7382135" y="1753408"/>
                </a:cubicBezTo>
                <a:lnTo>
                  <a:pt x="7377602" y="1745526"/>
                </a:lnTo>
                <a:cubicBezTo>
                  <a:pt x="7377471" y="1745262"/>
                  <a:pt x="7377602" y="1744672"/>
                  <a:pt x="7377602" y="1744672"/>
                </a:cubicBezTo>
                <a:lnTo>
                  <a:pt x="7382135" y="1736791"/>
                </a:lnTo>
                <a:cubicBezTo>
                  <a:pt x="7382331" y="1736527"/>
                  <a:pt x="7382923" y="1736331"/>
                  <a:pt x="7382923" y="1736331"/>
                </a:cubicBezTo>
                <a:close/>
                <a:moveTo>
                  <a:pt x="5093300" y="1736331"/>
                </a:moveTo>
                <a:lnTo>
                  <a:pt x="5102364" y="1736331"/>
                </a:lnTo>
                <a:cubicBezTo>
                  <a:pt x="5102693" y="1736331"/>
                  <a:pt x="5103153" y="1736791"/>
                  <a:pt x="5103153" y="1736791"/>
                </a:cubicBezTo>
                <a:lnTo>
                  <a:pt x="5107684" y="1744672"/>
                </a:lnTo>
                <a:cubicBezTo>
                  <a:pt x="5107815" y="1744935"/>
                  <a:pt x="5107684" y="1745527"/>
                  <a:pt x="5107684" y="1745527"/>
                </a:cubicBezTo>
                <a:lnTo>
                  <a:pt x="5103153" y="1753408"/>
                </a:lnTo>
                <a:cubicBezTo>
                  <a:pt x="5102955" y="1753671"/>
                  <a:pt x="5102364" y="1753867"/>
                  <a:pt x="5102364" y="1753867"/>
                </a:cubicBezTo>
                <a:lnTo>
                  <a:pt x="5093300" y="1753867"/>
                </a:lnTo>
                <a:cubicBezTo>
                  <a:pt x="5092972" y="1753867"/>
                  <a:pt x="5092512" y="1753408"/>
                  <a:pt x="5092512" y="1753408"/>
                </a:cubicBezTo>
                <a:lnTo>
                  <a:pt x="5087979" y="1745527"/>
                </a:lnTo>
                <a:cubicBezTo>
                  <a:pt x="5087848" y="1745263"/>
                  <a:pt x="5087979" y="1744672"/>
                  <a:pt x="5087979" y="1744672"/>
                </a:cubicBezTo>
                <a:lnTo>
                  <a:pt x="5092512" y="1736791"/>
                </a:lnTo>
                <a:cubicBezTo>
                  <a:pt x="5092708" y="1736528"/>
                  <a:pt x="5093300" y="1736331"/>
                  <a:pt x="5093300" y="1736331"/>
                </a:cubicBezTo>
                <a:close/>
                <a:moveTo>
                  <a:pt x="514293" y="1736331"/>
                </a:moveTo>
                <a:lnTo>
                  <a:pt x="523356" y="1736331"/>
                </a:lnTo>
                <a:cubicBezTo>
                  <a:pt x="523685" y="1736331"/>
                  <a:pt x="524144" y="1736790"/>
                  <a:pt x="524144" y="1736790"/>
                </a:cubicBezTo>
                <a:lnTo>
                  <a:pt x="528676" y="1744671"/>
                </a:lnTo>
                <a:cubicBezTo>
                  <a:pt x="528807" y="1744934"/>
                  <a:pt x="528676" y="1745525"/>
                  <a:pt x="528676" y="1745525"/>
                </a:cubicBezTo>
                <a:lnTo>
                  <a:pt x="524144" y="1753408"/>
                </a:lnTo>
                <a:cubicBezTo>
                  <a:pt x="523947" y="1753669"/>
                  <a:pt x="523356" y="1753867"/>
                  <a:pt x="523356" y="1753867"/>
                </a:cubicBezTo>
                <a:lnTo>
                  <a:pt x="514293" y="1753867"/>
                </a:lnTo>
                <a:cubicBezTo>
                  <a:pt x="513963" y="1753867"/>
                  <a:pt x="513505" y="1753408"/>
                  <a:pt x="513505" y="1753408"/>
                </a:cubicBezTo>
                <a:lnTo>
                  <a:pt x="508971" y="1745525"/>
                </a:lnTo>
                <a:cubicBezTo>
                  <a:pt x="508840" y="1745262"/>
                  <a:pt x="508971" y="1744671"/>
                  <a:pt x="508971" y="1744671"/>
                </a:cubicBezTo>
                <a:lnTo>
                  <a:pt x="513505" y="1736790"/>
                </a:lnTo>
                <a:cubicBezTo>
                  <a:pt x="513701" y="1736527"/>
                  <a:pt x="514293" y="1736331"/>
                  <a:pt x="514293" y="1736331"/>
                </a:cubicBezTo>
                <a:close/>
                <a:moveTo>
                  <a:pt x="4838919" y="1736330"/>
                </a:moveTo>
                <a:lnTo>
                  <a:pt x="4847982" y="1736330"/>
                </a:lnTo>
                <a:cubicBezTo>
                  <a:pt x="4848311" y="1736330"/>
                  <a:pt x="4848772" y="1736788"/>
                  <a:pt x="4848772" y="1736788"/>
                </a:cubicBezTo>
                <a:lnTo>
                  <a:pt x="4853303" y="1744671"/>
                </a:lnTo>
                <a:cubicBezTo>
                  <a:pt x="4853435" y="1744934"/>
                  <a:pt x="4853303" y="1745525"/>
                  <a:pt x="4853303" y="1745525"/>
                </a:cubicBezTo>
                <a:lnTo>
                  <a:pt x="4848772" y="1753407"/>
                </a:lnTo>
                <a:cubicBezTo>
                  <a:pt x="4848575" y="1753669"/>
                  <a:pt x="4847982" y="1753866"/>
                  <a:pt x="4847982" y="1753866"/>
                </a:cubicBezTo>
                <a:lnTo>
                  <a:pt x="4838919" y="1753866"/>
                </a:lnTo>
                <a:cubicBezTo>
                  <a:pt x="4838590" y="1753866"/>
                  <a:pt x="4838132" y="1753407"/>
                  <a:pt x="4838132" y="1753407"/>
                </a:cubicBezTo>
                <a:lnTo>
                  <a:pt x="4833598" y="1745525"/>
                </a:lnTo>
                <a:cubicBezTo>
                  <a:pt x="4833467" y="1745262"/>
                  <a:pt x="4833598" y="1744671"/>
                  <a:pt x="4833598" y="1744671"/>
                </a:cubicBezTo>
                <a:lnTo>
                  <a:pt x="4838132" y="1736788"/>
                </a:lnTo>
                <a:cubicBezTo>
                  <a:pt x="4838328" y="1736527"/>
                  <a:pt x="4838919" y="1736330"/>
                  <a:pt x="4838919" y="1736330"/>
                </a:cubicBezTo>
                <a:close/>
                <a:moveTo>
                  <a:pt x="2803852" y="1736326"/>
                </a:moveTo>
                <a:lnTo>
                  <a:pt x="2812917" y="1736326"/>
                </a:lnTo>
                <a:cubicBezTo>
                  <a:pt x="2813245" y="1736326"/>
                  <a:pt x="2813705" y="1736787"/>
                  <a:pt x="2813705" y="1736787"/>
                </a:cubicBezTo>
                <a:lnTo>
                  <a:pt x="2818237" y="1744669"/>
                </a:lnTo>
                <a:cubicBezTo>
                  <a:pt x="2818368" y="1744931"/>
                  <a:pt x="2818237" y="1745523"/>
                  <a:pt x="2818237" y="1745523"/>
                </a:cubicBezTo>
                <a:lnTo>
                  <a:pt x="2813705" y="1753405"/>
                </a:lnTo>
                <a:cubicBezTo>
                  <a:pt x="2813508" y="1753667"/>
                  <a:pt x="2812917" y="1753864"/>
                  <a:pt x="2812917" y="1753864"/>
                </a:cubicBezTo>
                <a:lnTo>
                  <a:pt x="2803852" y="1753864"/>
                </a:lnTo>
                <a:cubicBezTo>
                  <a:pt x="2803524" y="1753864"/>
                  <a:pt x="2803063" y="1753405"/>
                  <a:pt x="2803063" y="1753405"/>
                </a:cubicBezTo>
                <a:lnTo>
                  <a:pt x="2798531" y="1745523"/>
                </a:lnTo>
                <a:cubicBezTo>
                  <a:pt x="2798400" y="1745259"/>
                  <a:pt x="2798531" y="1744669"/>
                  <a:pt x="2798531" y="1744669"/>
                </a:cubicBezTo>
                <a:lnTo>
                  <a:pt x="2803063" y="1736787"/>
                </a:lnTo>
                <a:cubicBezTo>
                  <a:pt x="2803261" y="1736524"/>
                  <a:pt x="2803852" y="1736326"/>
                  <a:pt x="2803852" y="1736326"/>
                </a:cubicBezTo>
                <a:close/>
                <a:moveTo>
                  <a:pt x="1277494" y="1736326"/>
                </a:moveTo>
                <a:lnTo>
                  <a:pt x="1286560" y="1736326"/>
                </a:lnTo>
                <a:cubicBezTo>
                  <a:pt x="1286888" y="1736326"/>
                  <a:pt x="1287346" y="1736786"/>
                  <a:pt x="1287346" y="1736786"/>
                </a:cubicBezTo>
                <a:lnTo>
                  <a:pt x="1291879" y="1744668"/>
                </a:lnTo>
                <a:cubicBezTo>
                  <a:pt x="1292011" y="1744931"/>
                  <a:pt x="1291879" y="1745523"/>
                  <a:pt x="1291879" y="1745523"/>
                </a:cubicBezTo>
                <a:lnTo>
                  <a:pt x="1287346" y="1753404"/>
                </a:lnTo>
                <a:cubicBezTo>
                  <a:pt x="1287151" y="1753667"/>
                  <a:pt x="1286560" y="1753864"/>
                  <a:pt x="1286560" y="1753864"/>
                </a:cubicBezTo>
                <a:lnTo>
                  <a:pt x="1277494" y="1753864"/>
                </a:lnTo>
                <a:cubicBezTo>
                  <a:pt x="1277166" y="1753864"/>
                  <a:pt x="1276706" y="1753404"/>
                  <a:pt x="1276706" y="1753404"/>
                </a:cubicBezTo>
                <a:lnTo>
                  <a:pt x="1272175" y="1745523"/>
                </a:lnTo>
                <a:cubicBezTo>
                  <a:pt x="1272043" y="1745259"/>
                  <a:pt x="1272175" y="1744668"/>
                  <a:pt x="1272175" y="1744668"/>
                </a:cubicBezTo>
                <a:lnTo>
                  <a:pt x="1276706" y="1736786"/>
                </a:lnTo>
                <a:cubicBezTo>
                  <a:pt x="1276903" y="1736524"/>
                  <a:pt x="1277494" y="1736326"/>
                  <a:pt x="1277494" y="1736326"/>
                </a:cubicBezTo>
                <a:close/>
                <a:moveTo>
                  <a:pt x="8400511" y="1736321"/>
                </a:moveTo>
                <a:lnTo>
                  <a:pt x="8409575" y="1736321"/>
                </a:lnTo>
                <a:cubicBezTo>
                  <a:pt x="8409904" y="1736321"/>
                  <a:pt x="8410363" y="1736781"/>
                  <a:pt x="8410363" y="1736781"/>
                </a:cubicBezTo>
                <a:lnTo>
                  <a:pt x="8414896" y="1744662"/>
                </a:lnTo>
                <a:cubicBezTo>
                  <a:pt x="8415027" y="1744925"/>
                  <a:pt x="8414896" y="1745517"/>
                  <a:pt x="8414896" y="1745517"/>
                </a:cubicBezTo>
                <a:lnTo>
                  <a:pt x="8410363" y="1753400"/>
                </a:lnTo>
                <a:cubicBezTo>
                  <a:pt x="8410166" y="1753661"/>
                  <a:pt x="8409575" y="1753857"/>
                  <a:pt x="8409575" y="1753857"/>
                </a:cubicBezTo>
                <a:lnTo>
                  <a:pt x="8400511" y="1753857"/>
                </a:lnTo>
                <a:cubicBezTo>
                  <a:pt x="8400184" y="1753857"/>
                  <a:pt x="8399723" y="1753400"/>
                  <a:pt x="8399723" y="1753400"/>
                </a:cubicBezTo>
                <a:lnTo>
                  <a:pt x="8395191" y="1745517"/>
                </a:lnTo>
                <a:cubicBezTo>
                  <a:pt x="8395060" y="1745254"/>
                  <a:pt x="8395191" y="1744662"/>
                  <a:pt x="8395191" y="1744662"/>
                </a:cubicBezTo>
                <a:lnTo>
                  <a:pt x="8399723" y="1736781"/>
                </a:lnTo>
                <a:cubicBezTo>
                  <a:pt x="8399920" y="1736518"/>
                  <a:pt x="8400511" y="1736321"/>
                  <a:pt x="8400511" y="1736321"/>
                </a:cubicBezTo>
                <a:close/>
                <a:moveTo>
                  <a:pt x="2549446" y="1736319"/>
                </a:moveTo>
                <a:lnTo>
                  <a:pt x="2558512" y="1736319"/>
                </a:lnTo>
                <a:cubicBezTo>
                  <a:pt x="2558841" y="1736319"/>
                  <a:pt x="2559300" y="1736778"/>
                  <a:pt x="2559300" y="1736778"/>
                </a:cubicBezTo>
                <a:lnTo>
                  <a:pt x="2563831" y="1744660"/>
                </a:lnTo>
                <a:cubicBezTo>
                  <a:pt x="2563962" y="1744922"/>
                  <a:pt x="2563831" y="1745514"/>
                  <a:pt x="2563831" y="1745514"/>
                </a:cubicBezTo>
                <a:lnTo>
                  <a:pt x="2559300" y="1753395"/>
                </a:lnTo>
                <a:cubicBezTo>
                  <a:pt x="2559103" y="1753658"/>
                  <a:pt x="2558512" y="1753855"/>
                  <a:pt x="2558512" y="1753855"/>
                </a:cubicBezTo>
                <a:lnTo>
                  <a:pt x="2549446" y="1753855"/>
                </a:lnTo>
                <a:cubicBezTo>
                  <a:pt x="2549119" y="1753855"/>
                  <a:pt x="2548658" y="1753395"/>
                  <a:pt x="2548658" y="1753395"/>
                </a:cubicBezTo>
                <a:lnTo>
                  <a:pt x="2544126" y="1745514"/>
                </a:lnTo>
                <a:cubicBezTo>
                  <a:pt x="2543995" y="1745250"/>
                  <a:pt x="2544126" y="1744660"/>
                  <a:pt x="2544126" y="1744660"/>
                </a:cubicBezTo>
                <a:lnTo>
                  <a:pt x="2548658" y="1736778"/>
                </a:lnTo>
                <a:cubicBezTo>
                  <a:pt x="2548855" y="1736515"/>
                  <a:pt x="2549446" y="1736319"/>
                  <a:pt x="2549446" y="1736319"/>
                </a:cubicBezTo>
                <a:close/>
                <a:moveTo>
                  <a:pt x="3567061" y="1736317"/>
                </a:moveTo>
                <a:lnTo>
                  <a:pt x="3576125" y="1736317"/>
                </a:lnTo>
                <a:cubicBezTo>
                  <a:pt x="3576453" y="1736317"/>
                  <a:pt x="3576914" y="1736775"/>
                  <a:pt x="3576914" y="1736775"/>
                </a:cubicBezTo>
                <a:lnTo>
                  <a:pt x="3581446" y="1744658"/>
                </a:lnTo>
                <a:cubicBezTo>
                  <a:pt x="3581577" y="1744920"/>
                  <a:pt x="3581446" y="1745510"/>
                  <a:pt x="3581446" y="1745510"/>
                </a:cubicBezTo>
                <a:lnTo>
                  <a:pt x="3576914" y="1753393"/>
                </a:lnTo>
                <a:cubicBezTo>
                  <a:pt x="3576716" y="1753656"/>
                  <a:pt x="3576125" y="1753853"/>
                  <a:pt x="3576125" y="1753853"/>
                </a:cubicBezTo>
                <a:lnTo>
                  <a:pt x="3567061" y="1753853"/>
                </a:lnTo>
                <a:cubicBezTo>
                  <a:pt x="3566733" y="1753853"/>
                  <a:pt x="3566273" y="1753393"/>
                  <a:pt x="3566273" y="1753393"/>
                </a:cubicBezTo>
                <a:lnTo>
                  <a:pt x="3561739" y="1745510"/>
                </a:lnTo>
                <a:cubicBezTo>
                  <a:pt x="3561608" y="1745249"/>
                  <a:pt x="3561739" y="1744658"/>
                  <a:pt x="3561739" y="1744658"/>
                </a:cubicBezTo>
                <a:lnTo>
                  <a:pt x="3566273" y="1736775"/>
                </a:lnTo>
                <a:cubicBezTo>
                  <a:pt x="3566470" y="1736514"/>
                  <a:pt x="3567061" y="1736317"/>
                  <a:pt x="3567061" y="1736317"/>
                </a:cubicBezTo>
                <a:close/>
                <a:moveTo>
                  <a:pt x="3312668" y="1736314"/>
                </a:moveTo>
                <a:lnTo>
                  <a:pt x="3321733" y="1736314"/>
                </a:lnTo>
                <a:cubicBezTo>
                  <a:pt x="3322061" y="1736314"/>
                  <a:pt x="3322522" y="1736774"/>
                  <a:pt x="3322522" y="1736774"/>
                </a:cubicBezTo>
                <a:lnTo>
                  <a:pt x="3327053" y="1744654"/>
                </a:lnTo>
                <a:cubicBezTo>
                  <a:pt x="3327184" y="1744918"/>
                  <a:pt x="3327053" y="1745509"/>
                  <a:pt x="3327053" y="1745509"/>
                </a:cubicBezTo>
                <a:lnTo>
                  <a:pt x="3322522" y="1753392"/>
                </a:lnTo>
                <a:cubicBezTo>
                  <a:pt x="3322324" y="1753654"/>
                  <a:pt x="3321733" y="1753851"/>
                  <a:pt x="3321733" y="1753851"/>
                </a:cubicBezTo>
                <a:lnTo>
                  <a:pt x="3312668" y="1753851"/>
                </a:lnTo>
                <a:cubicBezTo>
                  <a:pt x="3312341" y="1753851"/>
                  <a:pt x="3311880" y="1753392"/>
                  <a:pt x="3311880" y="1753392"/>
                </a:cubicBezTo>
                <a:lnTo>
                  <a:pt x="3307348" y="1745509"/>
                </a:lnTo>
                <a:cubicBezTo>
                  <a:pt x="3307217" y="1745247"/>
                  <a:pt x="3307348" y="1744654"/>
                  <a:pt x="3307348" y="1744654"/>
                </a:cubicBezTo>
                <a:lnTo>
                  <a:pt x="3311880" y="1736774"/>
                </a:lnTo>
                <a:cubicBezTo>
                  <a:pt x="3312077" y="1736510"/>
                  <a:pt x="3312668" y="1736314"/>
                  <a:pt x="3312668" y="1736314"/>
                </a:cubicBezTo>
                <a:close/>
                <a:moveTo>
                  <a:pt x="7128477" y="1736310"/>
                </a:moveTo>
                <a:lnTo>
                  <a:pt x="7137540" y="1736310"/>
                </a:lnTo>
                <a:cubicBezTo>
                  <a:pt x="7137869" y="1736310"/>
                  <a:pt x="7138328" y="1736770"/>
                  <a:pt x="7138328" y="1736770"/>
                </a:cubicBezTo>
                <a:lnTo>
                  <a:pt x="7142860" y="1744651"/>
                </a:lnTo>
                <a:cubicBezTo>
                  <a:pt x="7142992" y="1744914"/>
                  <a:pt x="7142860" y="1745505"/>
                  <a:pt x="7142860" y="1745505"/>
                </a:cubicBezTo>
                <a:lnTo>
                  <a:pt x="7138328" y="1753389"/>
                </a:lnTo>
                <a:cubicBezTo>
                  <a:pt x="7138131" y="1753649"/>
                  <a:pt x="7137540" y="1753846"/>
                  <a:pt x="7137540" y="1753846"/>
                </a:cubicBezTo>
                <a:lnTo>
                  <a:pt x="7128477" y="1753846"/>
                </a:lnTo>
                <a:cubicBezTo>
                  <a:pt x="7128148" y="1753846"/>
                  <a:pt x="7127689" y="1753389"/>
                  <a:pt x="7127689" y="1753389"/>
                </a:cubicBezTo>
                <a:lnTo>
                  <a:pt x="7123156" y="1745505"/>
                </a:lnTo>
                <a:cubicBezTo>
                  <a:pt x="7123024" y="1745242"/>
                  <a:pt x="7123156" y="1744651"/>
                  <a:pt x="7123156" y="1744651"/>
                </a:cubicBezTo>
                <a:lnTo>
                  <a:pt x="7127689" y="1736770"/>
                </a:lnTo>
                <a:cubicBezTo>
                  <a:pt x="7127885" y="1736507"/>
                  <a:pt x="7128477" y="1736310"/>
                  <a:pt x="7128477" y="1736310"/>
                </a:cubicBezTo>
                <a:close/>
                <a:moveTo>
                  <a:pt x="6874095" y="1736310"/>
                </a:moveTo>
                <a:lnTo>
                  <a:pt x="6883159" y="1736310"/>
                </a:lnTo>
                <a:cubicBezTo>
                  <a:pt x="6883488" y="1736310"/>
                  <a:pt x="6883947" y="1736770"/>
                  <a:pt x="6883947" y="1736770"/>
                </a:cubicBezTo>
                <a:lnTo>
                  <a:pt x="6888480" y="1744651"/>
                </a:lnTo>
                <a:cubicBezTo>
                  <a:pt x="6888611" y="1744914"/>
                  <a:pt x="6888480" y="1745505"/>
                  <a:pt x="6888480" y="1745505"/>
                </a:cubicBezTo>
                <a:lnTo>
                  <a:pt x="6883947" y="1753389"/>
                </a:lnTo>
                <a:cubicBezTo>
                  <a:pt x="6883751" y="1753649"/>
                  <a:pt x="6883159" y="1753846"/>
                  <a:pt x="6883159" y="1753846"/>
                </a:cubicBezTo>
                <a:lnTo>
                  <a:pt x="6874095" y="1753846"/>
                </a:lnTo>
                <a:cubicBezTo>
                  <a:pt x="6873768" y="1753846"/>
                  <a:pt x="6873307" y="1753389"/>
                  <a:pt x="6873307" y="1753389"/>
                </a:cubicBezTo>
                <a:lnTo>
                  <a:pt x="6868775" y="1745505"/>
                </a:lnTo>
                <a:cubicBezTo>
                  <a:pt x="6868644" y="1745242"/>
                  <a:pt x="6868775" y="1744651"/>
                  <a:pt x="6868775" y="1744651"/>
                </a:cubicBezTo>
                <a:lnTo>
                  <a:pt x="6873307" y="1736770"/>
                </a:lnTo>
                <a:cubicBezTo>
                  <a:pt x="6873504" y="1736506"/>
                  <a:pt x="6874095" y="1736310"/>
                  <a:pt x="6874095" y="1736310"/>
                </a:cubicBezTo>
                <a:close/>
                <a:moveTo>
                  <a:pt x="9926861" y="1736307"/>
                </a:moveTo>
                <a:lnTo>
                  <a:pt x="9935924" y="1736307"/>
                </a:lnTo>
                <a:cubicBezTo>
                  <a:pt x="9936254" y="1736307"/>
                  <a:pt x="9936713" y="1736767"/>
                  <a:pt x="9936713" y="1736767"/>
                </a:cubicBezTo>
                <a:lnTo>
                  <a:pt x="9941246" y="1744649"/>
                </a:lnTo>
                <a:cubicBezTo>
                  <a:pt x="9941376" y="1744911"/>
                  <a:pt x="9941246" y="1745503"/>
                  <a:pt x="9941246" y="1745503"/>
                </a:cubicBezTo>
                <a:lnTo>
                  <a:pt x="9936713" y="1753385"/>
                </a:lnTo>
                <a:cubicBezTo>
                  <a:pt x="9936516" y="1753647"/>
                  <a:pt x="9935924" y="1753844"/>
                  <a:pt x="9935924" y="1753844"/>
                </a:cubicBezTo>
                <a:lnTo>
                  <a:pt x="9926861" y="1753844"/>
                </a:lnTo>
                <a:cubicBezTo>
                  <a:pt x="9926532" y="1753844"/>
                  <a:pt x="9926073" y="1753385"/>
                  <a:pt x="9926073" y="1753385"/>
                </a:cubicBezTo>
                <a:lnTo>
                  <a:pt x="9921541" y="1745503"/>
                </a:lnTo>
                <a:cubicBezTo>
                  <a:pt x="9921410" y="1745239"/>
                  <a:pt x="9921541" y="1744649"/>
                  <a:pt x="9921541" y="1744649"/>
                </a:cubicBezTo>
                <a:lnTo>
                  <a:pt x="9926073" y="1736767"/>
                </a:lnTo>
                <a:cubicBezTo>
                  <a:pt x="9926270" y="1736505"/>
                  <a:pt x="9926861" y="1736307"/>
                  <a:pt x="9926861" y="1736307"/>
                </a:cubicBezTo>
                <a:close/>
                <a:moveTo>
                  <a:pt x="6365334" y="1736292"/>
                </a:moveTo>
                <a:lnTo>
                  <a:pt x="6374397" y="1736292"/>
                </a:lnTo>
                <a:cubicBezTo>
                  <a:pt x="6374727" y="1736292"/>
                  <a:pt x="6375186" y="1736751"/>
                  <a:pt x="6375186" y="1736751"/>
                </a:cubicBezTo>
                <a:lnTo>
                  <a:pt x="6379718" y="1744633"/>
                </a:lnTo>
                <a:cubicBezTo>
                  <a:pt x="6379849" y="1744895"/>
                  <a:pt x="6379718" y="1745487"/>
                  <a:pt x="6379718" y="1745487"/>
                </a:cubicBezTo>
                <a:lnTo>
                  <a:pt x="6375186" y="1753369"/>
                </a:lnTo>
                <a:cubicBezTo>
                  <a:pt x="6374988" y="1753631"/>
                  <a:pt x="6374397" y="1753828"/>
                  <a:pt x="6374397" y="1753828"/>
                </a:cubicBezTo>
                <a:lnTo>
                  <a:pt x="6365334" y="1753828"/>
                </a:lnTo>
                <a:cubicBezTo>
                  <a:pt x="6365005" y="1753828"/>
                  <a:pt x="6364546" y="1753369"/>
                  <a:pt x="6364546" y="1753369"/>
                </a:cubicBezTo>
                <a:lnTo>
                  <a:pt x="6360014" y="1745487"/>
                </a:lnTo>
                <a:cubicBezTo>
                  <a:pt x="6359882" y="1745224"/>
                  <a:pt x="6360014" y="1744633"/>
                  <a:pt x="6360014" y="1744633"/>
                </a:cubicBezTo>
                <a:lnTo>
                  <a:pt x="6364546" y="1736751"/>
                </a:lnTo>
                <a:cubicBezTo>
                  <a:pt x="6364743" y="1736488"/>
                  <a:pt x="6365334" y="1736292"/>
                  <a:pt x="6365334" y="1736292"/>
                </a:cubicBezTo>
                <a:close/>
                <a:moveTo>
                  <a:pt x="7891684" y="1736287"/>
                </a:moveTo>
                <a:lnTo>
                  <a:pt x="7900748" y="1736287"/>
                </a:lnTo>
                <a:cubicBezTo>
                  <a:pt x="7901076" y="1736287"/>
                  <a:pt x="7901536" y="1736747"/>
                  <a:pt x="7901536" y="1736747"/>
                </a:cubicBezTo>
                <a:lnTo>
                  <a:pt x="7906067" y="1744628"/>
                </a:lnTo>
                <a:cubicBezTo>
                  <a:pt x="7906199" y="1744891"/>
                  <a:pt x="7906067" y="1745482"/>
                  <a:pt x="7906067" y="1745482"/>
                </a:cubicBezTo>
                <a:lnTo>
                  <a:pt x="7901536" y="1753365"/>
                </a:lnTo>
                <a:cubicBezTo>
                  <a:pt x="7901339" y="1753626"/>
                  <a:pt x="7900748" y="1753823"/>
                  <a:pt x="7900748" y="1753823"/>
                </a:cubicBezTo>
                <a:lnTo>
                  <a:pt x="7891684" y="1753823"/>
                </a:lnTo>
                <a:cubicBezTo>
                  <a:pt x="7891355" y="1753823"/>
                  <a:pt x="7890896" y="1753365"/>
                  <a:pt x="7890896" y="1753365"/>
                </a:cubicBezTo>
                <a:lnTo>
                  <a:pt x="7886363" y="1745482"/>
                </a:lnTo>
                <a:cubicBezTo>
                  <a:pt x="7886233" y="1745218"/>
                  <a:pt x="7886363" y="1744628"/>
                  <a:pt x="7886363" y="1744628"/>
                </a:cubicBezTo>
                <a:lnTo>
                  <a:pt x="7890896" y="1736747"/>
                </a:lnTo>
                <a:cubicBezTo>
                  <a:pt x="7891093" y="1736484"/>
                  <a:pt x="7891684" y="1736287"/>
                  <a:pt x="7891684" y="1736287"/>
                </a:cubicBezTo>
                <a:close/>
                <a:moveTo>
                  <a:pt x="8146065" y="1736284"/>
                </a:moveTo>
                <a:lnTo>
                  <a:pt x="8155129" y="1736284"/>
                </a:lnTo>
                <a:cubicBezTo>
                  <a:pt x="8155458" y="1736284"/>
                  <a:pt x="8155917" y="1736744"/>
                  <a:pt x="8155917" y="1736744"/>
                </a:cubicBezTo>
                <a:lnTo>
                  <a:pt x="8160449" y="1744626"/>
                </a:lnTo>
                <a:cubicBezTo>
                  <a:pt x="8160580" y="1744888"/>
                  <a:pt x="8160449" y="1745479"/>
                  <a:pt x="8160449" y="1745479"/>
                </a:cubicBezTo>
                <a:lnTo>
                  <a:pt x="8155917" y="1753362"/>
                </a:lnTo>
                <a:cubicBezTo>
                  <a:pt x="8155719" y="1753623"/>
                  <a:pt x="8155129" y="1753821"/>
                  <a:pt x="8155129" y="1753821"/>
                </a:cubicBezTo>
                <a:lnTo>
                  <a:pt x="8146065" y="1753821"/>
                </a:lnTo>
                <a:cubicBezTo>
                  <a:pt x="8145737" y="1753821"/>
                  <a:pt x="8145277" y="1753362"/>
                  <a:pt x="8145277" y="1753362"/>
                </a:cubicBezTo>
                <a:lnTo>
                  <a:pt x="8140745" y="1745479"/>
                </a:lnTo>
                <a:cubicBezTo>
                  <a:pt x="8140613" y="1745217"/>
                  <a:pt x="8140745" y="1744626"/>
                  <a:pt x="8140745" y="1744626"/>
                </a:cubicBezTo>
                <a:lnTo>
                  <a:pt x="8145277" y="1736744"/>
                </a:lnTo>
                <a:cubicBezTo>
                  <a:pt x="8145474" y="1736482"/>
                  <a:pt x="8146065" y="1736284"/>
                  <a:pt x="8146065" y="1736284"/>
                </a:cubicBezTo>
                <a:close/>
                <a:moveTo>
                  <a:pt x="5602126" y="1736284"/>
                </a:moveTo>
                <a:lnTo>
                  <a:pt x="5611191" y="1736284"/>
                </a:lnTo>
                <a:cubicBezTo>
                  <a:pt x="5611519" y="1736284"/>
                  <a:pt x="5611979" y="1736744"/>
                  <a:pt x="5611979" y="1736744"/>
                </a:cubicBezTo>
                <a:lnTo>
                  <a:pt x="5616511" y="1744626"/>
                </a:lnTo>
                <a:cubicBezTo>
                  <a:pt x="5616642" y="1744888"/>
                  <a:pt x="5616511" y="1745479"/>
                  <a:pt x="5616511" y="1745479"/>
                </a:cubicBezTo>
                <a:lnTo>
                  <a:pt x="5611979" y="1753362"/>
                </a:lnTo>
                <a:cubicBezTo>
                  <a:pt x="5611782" y="1753624"/>
                  <a:pt x="5611191" y="1753821"/>
                  <a:pt x="5611191" y="1753821"/>
                </a:cubicBezTo>
                <a:lnTo>
                  <a:pt x="5602126" y="1753821"/>
                </a:lnTo>
                <a:cubicBezTo>
                  <a:pt x="5601798" y="1753821"/>
                  <a:pt x="5601338" y="1753362"/>
                  <a:pt x="5601338" y="1753362"/>
                </a:cubicBezTo>
                <a:lnTo>
                  <a:pt x="5596807" y="1745479"/>
                </a:lnTo>
                <a:cubicBezTo>
                  <a:pt x="5596675" y="1745217"/>
                  <a:pt x="5596807" y="1744626"/>
                  <a:pt x="5596807" y="1744626"/>
                </a:cubicBezTo>
                <a:lnTo>
                  <a:pt x="5601338" y="1736744"/>
                </a:lnTo>
                <a:cubicBezTo>
                  <a:pt x="5601536" y="1736482"/>
                  <a:pt x="5602126" y="1736284"/>
                  <a:pt x="5602126" y="1736284"/>
                </a:cubicBezTo>
                <a:close/>
                <a:moveTo>
                  <a:pt x="9163654" y="1736273"/>
                </a:moveTo>
                <a:lnTo>
                  <a:pt x="9172718" y="1736273"/>
                </a:lnTo>
                <a:cubicBezTo>
                  <a:pt x="9173046" y="1736273"/>
                  <a:pt x="9173506" y="1736733"/>
                  <a:pt x="9173506" y="1736733"/>
                </a:cubicBezTo>
                <a:lnTo>
                  <a:pt x="9178038" y="1744614"/>
                </a:lnTo>
                <a:cubicBezTo>
                  <a:pt x="9178169" y="1744877"/>
                  <a:pt x="9178038" y="1745468"/>
                  <a:pt x="9178038" y="1745468"/>
                </a:cubicBezTo>
                <a:lnTo>
                  <a:pt x="9173506" y="1753350"/>
                </a:lnTo>
                <a:cubicBezTo>
                  <a:pt x="9173309" y="1753612"/>
                  <a:pt x="9172718" y="1753809"/>
                  <a:pt x="9172718" y="1753809"/>
                </a:cubicBezTo>
                <a:lnTo>
                  <a:pt x="9163654" y="1753809"/>
                </a:lnTo>
                <a:cubicBezTo>
                  <a:pt x="9163326" y="1753809"/>
                  <a:pt x="9162866" y="1753350"/>
                  <a:pt x="9162866" y="1753350"/>
                </a:cubicBezTo>
                <a:lnTo>
                  <a:pt x="9158333" y="1745468"/>
                </a:lnTo>
                <a:cubicBezTo>
                  <a:pt x="9158202" y="1745205"/>
                  <a:pt x="9158333" y="1744614"/>
                  <a:pt x="9158333" y="1744614"/>
                </a:cubicBezTo>
                <a:lnTo>
                  <a:pt x="9162866" y="1736733"/>
                </a:lnTo>
                <a:cubicBezTo>
                  <a:pt x="9163062" y="1736470"/>
                  <a:pt x="9163654" y="1736273"/>
                  <a:pt x="9163654" y="1736273"/>
                </a:cubicBezTo>
                <a:close/>
                <a:moveTo>
                  <a:pt x="1786162" y="1736271"/>
                </a:moveTo>
                <a:lnTo>
                  <a:pt x="1795227" y="1736271"/>
                </a:lnTo>
                <a:cubicBezTo>
                  <a:pt x="1795555" y="1736271"/>
                  <a:pt x="1796015" y="1736731"/>
                  <a:pt x="1796015" y="1736731"/>
                </a:cubicBezTo>
                <a:lnTo>
                  <a:pt x="1800547" y="1744612"/>
                </a:lnTo>
                <a:cubicBezTo>
                  <a:pt x="1800678" y="1744876"/>
                  <a:pt x="1800547" y="1745466"/>
                  <a:pt x="1800547" y="1745466"/>
                </a:cubicBezTo>
                <a:lnTo>
                  <a:pt x="1796015" y="1753349"/>
                </a:lnTo>
                <a:cubicBezTo>
                  <a:pt x="1795818" y="1753610"/>
                  <a:pt x="1795227" y="1753807"/>
                  <a:pt x="1795227" y="1753807"/>
                </a:cubicBezTo>
                <a:lnTo>
                  <a:pt x="1786162" y="1753807"/>
                </a:lnTo>
                <a:cubicBezTo>
                  <a:pt x="1785835" y="1753807"/>
                  <a:pt x="1785374" y="1753349"/>
                  <a:pt x="1785374" y="1753349"/>
                </a:cubicBezTo>
                <a:lnTo>
                  <a:pt x="1780842" y="1745466"/>
                </a:lnTo>
                <a:cubicBezTo>
                  <a:pt x="1780711" y="1745204"/>
                  <a:pt x="1780842" y="1744612"/>
                  <a:pt x="1780842" y="1744612"/>
                </a:cubicBezTo>
                <a:lnTo>
                  <a:pt x="1785374" y="1736731"/>
                </a:lnTo>
                <a:cubicBezTo>
                  <a:pt x="1785571" y="1736468"/>
                  <a:pt x="1786162" y="1736271"/>
                  <a:pt x="1786162" y="1736271"/>
                </a:cubicBezTo>
                <a:close/>
                <a:moveTo>
                  <a:pt x="7637304" y="1736266"/>
                </a:moveTo>
                <a:lnTo>
                  <a:pt x="7646367" y="1736266"/>
                </a:lnTo>
                <a:cubicBezTo>
                  <a:pt x="7646696" y="1736266"/>
                  <a:pt x="7647156" y="1736726"/>
                  <a:pt x="7647156" y="1736726"/>
                </a:cubicBezTo>
                <a:lnTo>
                  <a:pt x="7651687" y="1744607"/>
                </a:lnTo>
                <a:cubicBezTo>
                  <a:pt x="7651819" y="1744870"/>
                  <a:pt x="7651687" y="1745461"/>
                  <a:pt x="7651687" y="1745461"/>
                </a:cubicBezTo>
                <a:lnTo>
                  <a:pt x="7647156" y="1753344"/>
                </a:lnTo>
                <a:cubicBezTo>
                  <a:pt x="7646958" y="1753605"/>
                  <a:pt x="7646367" y="1753802"/>
                  <a:pt x="7646367" y="1753802"/>
                </a:cubicBezTo>
                <a:lnTo>
                  <a:pt x="7637304" y="1753802"/>
                </a:lnTo>
                <a:cubicBezTo>
                  <a:pt x="7636975" y="1753802"/>
                  <a:pt x="7636516" y="1753344"/>
                  <a:pt x="7636516" y="1753344"/>
                </a:cubicBezTo>
                <a:lnTo>
                  <a:pt x="7631983" y="1745461"/>
                </a:lnTo>
                <a:cubicBezTo>
                  <a:pt x="7631851" y="1745199"/>
                  <a:pt x="7631983" y="1744607"/>
                  <a:pt x="7631983" y="1744607"/>
                </a:cubicBezTo>
                <a:lnTo>
                  <a:pt x="7636516" y="1736726"/>
                </a:lnTo>
                <a:cubicBezTo>
                  <a:pt x="7636713" y="1736463"/>
                  <a:pt x="7637304" y="1736266"/>
                  <a:pt x="7637304" y="1736266"/>
                </a:cubicBezTo>
                <a:close/>
                <a:moveTo>
                  <a:pt x="3312837" y="1519373"/>
                </a:moveTo>
                <a:lnTo>
                  <a:pt x="3321901" y="1519373"/>
                </a:lnTo>
                <a:cubicBezTo>
                  <a:pt x="3322228" y="1519373"/>
                  <a:pt x="3322689" y="1519835"/>
                  <a:pt x="3322689" y="1519835"/>
                </a:cubicBezTo>
                <a:lnTo>
                  <a:pt x="3327222" y="1527714"/>
                </a:lnTo>
                <a:cubicBezTo>
                  <a:pt x="3327352" y="1527977"/>
                  <a:pt x="3327222" y="1528568"/>
                  <a:pt x="3327222" y="1528568"/>
                </a:cubicBezTo>
                <a:lnTo>
                  <a:pt x="3322689" y="1536452"/>
                </a:lnTo>
                <a:cubicBezTo>
                  <a:pt x="3322492" y="1536715"/>
                  <a:pt x="3321901" y="1536911"/>
                  <a:pt x="3321901" y="1536911"/>
                </a:cubicBezTo>
                <a:lnTo>
                  <a:pt x="3312837" y="1536911"/>
                </a:lnTo>
                <a:cubicBezTo>
                  <a:pt x="3312506" y="1536911"/>
                  <a:pt x="3312048" y="1536452"/>
                  <a:pt x="3312048" y="1536452"/>
                </a:cubicBezTo>
                <a:lnTo>
                  <a:pt x="3307516" y="1528568"/>
                </a:lnTo>
                <a:cubicBezTo>
                  <a:pt x="3307385" y="1528307"/>
                  <a:pt x="3307516" y="1527714"/>
                  <a:pt x="3307516" y="1527714"/>
                </a:cubicBezTo>
                <a:lnTo>
                  <a:pt x="3312048" y="1519835"/>
                </a:lnTo>
                <a:cubicBezTo>
                  <a:pt x="3312244" y="1519570"/>
                  <a:pt x="3312837" y="1519373"/>
                  <a:pt x="3312837" y="1519373"/>
                </a:cubicBezTo>
                <a:close/>
                <a:moveTo>
                  <a:pt x="9672481" y="1519370"/>
                </a:moveTo>
                <a:lnTo>
                  <a:pt x="9681545" y="1519370"/>
                </a:lnTo>
                <a:cubicBezTo>
                  <a:pt x="9681872" y="1519370"/>
                  <a:pt x="9682333" y="1519830"/>
                  <a:pt x="9682333" y="1519830"/>
                </a:cubicBezTo>
                <a:lnTo>
                  <a:pt x="9686865" y="1527710"/>
                </a:lnTo>
                <a:cubicBezTo>
                  <a:pt x="9686996" y="1527974"/>
                  <a:pt x="9686865" y="1528565"/>
                  <a:pt x="9686865" y="1528565"/>
                </a:cubicBezTo>
                <a:lnTo>
                  <a:pt x="9682333" y="1536448"/>
                </a:lnTo>
                <a:cubicBezTo>
                  <a:pt x="9682136" y="1536711"/>
                  <a:pt x="9681545" y="1536906"/>
                  <a:pt x="9681545" y="1536906"/>
                </a:cubicBezTo>
                <a:lnTo>
                  <a:pt x="9672481" y="1536906"/>
                </a:lnTo>
                <a:cubicBezTo>
                  <a:pt x="9672152" y="1536906"/>
                  <a:pt x="9671693" y="1536448"/>
                  <a:pt x="9671693" y="1536448"/>
                </a:cubicBezTo>
                <a:lnTo>
                  <a:pt x="9667160" y="1528565"/>
                </a:lnTo>
                <a:cubicBezTo>
                  <a:pt x="9667030" y="1528302"/>
                  <a:pt x="9667160" y="1527710"/>
                  <a:pt x="9667160" y="1527710"/>
                </a:cubicBezTo>
                <a:lnTo>
                  <a:pt x="9671693" y="1519830"/>
                </a:lnTo>
                <a:cubicBezTo>
                  <a:pt x="9671890" y="1519566"/>
                  <a:pt x="9672481" y="1519370"/>
                  <a:pt x="9672481" y="1519370"/>
                </a:cubicBezTo>
                <a:close/>
                <a:moveTo>
                  <a:pt x="1531980" y="1519369"/>
                </a:moveTo>
                <a:lnTo>
                  <a:pt x="1541043" y="1519369"/>
                </a:lnTo>
                <a:cubicBezTo>
                  <a:pt x="1541373" y="1519369"/>
                  <a:pt x="1541831" y="1519827"/>
                  <a:pt x="1541831" y="1519827"/>
                </a:cubicBezTo>
                <a:lnTo>
                  <a:pt x="1546364" y="1527710"/>
                </a:lnTo>
                <a:cubicBezTo>
                  <a:pt x="1546496" y="1527972"/>
                  <a:pt x="1546364" y="1528564"/>
                  <a:pt x="1546364" y="1528564"/>
                </a:cubicBezTo>
                <a:lnTo>
                  <a:pt x="1541831" y="1536447"/>
                </a:lnTo>
                <a:cubicBezTo>
                  <a:pt x="1541634" y="1536709"/>
                  <a:pt x="1541043" y="1536906"/>
                  <a:pt x="1541043" y="1536906"/>
                </a:cubicBezTo>
                <a:lnTo>
                  <a:pt x="1531980" y="1536906"/>
                </a:lnTo>
                <a:cubicBezTo>
                  <a:pt x="1531651" y="1536906"/>
                  <a:pt x="1531194" y="1536447"/>
                  <a:pt x="1531194" y="1536447"/>
                </a:cubicBezTo>
                <a:lnTo>
                  <a:pt x="1526658" y="1528564"/>
                </a:lnTo>
                <a:cubicBezTo>
                  <a:pt x="1526528" y="1528300"/>
                  <a:pt x="1526658" y="1527710"/>
                  <a:pt x="1526658" y="1527710"/>
                </a:cubicBezTo>
                <a:lnTo>
                  <a:pt x="1531194" y="1519827"/>
                </a:lnTo>
                <a:cubicBezTo>
                  <a:pt x="1531391" y="1519566"/>
                  <a:pt x="1531980" y="1519369"/>
                  <a:pt x="1531980" y="1519369"/>
                </a:cubicBezTo>
                <a:close/>
                <a:moveTo>
                  <a:pt x="7891684" y="1519367"/>
                </a:moveTo>
                <a:lnTo>
                  <a:pt x="7900748" y="1519367"/>
                </a:lnTo>
                <a:cubicBezTo>
                  <a:pt x="7901076" y="1519367"/>
                  <a:pt x="7901536" y="1519826"/>
                  <a:pt x="7901536" y="1519826"/>
                </a:cubicBezTo>
                <a:lnTo>
                  <a:pt x="7906067" y="1527709"/>
                </a:lnTo>
                <a:cubicBezTo>
                  <a:pt x="7906199" y="1527970"/>
                  <a:pt x="7906067" y="1528562"/>
                  <a:pt x="7906067" y="1528562"/>
                </a:cubicBezTo>
                <a:lnTo>
                  <a:pt x="7901536" y="1536445"/>
                </a:lnTo>
                <a:cubicBezTo>
                  <a:pt x="7901339" y="1536708"/>
                  <a:pt x="7900748" y="1536905"/>
                  <a:pt x="7900748" y="1536905"/>
                </a:cubicBezTo>
                <a:lnTo>
                  <a:pt x="7891684" y="1536905"/>
                </a:lnTo>
                <a:cubicBezTo>
                  <a:pt x="7891355" y="1536905"/>
                  <a:pt x="7890896" y="1536445"/>
                  <a:pt x="7890896" y="1536445"/>
                </a:cubicBezTo>
                <a:lnTo>
                  <a:pt x="7886363" y="1528562"/>
                </a:lnTo>
                <a:cubicBezTo>
                  <a:pt x="7886233" y="1528299"/>
                  <a:pt x="7886363" y="1527709"/>
                  <a:pt x="7886363" y="1527709"/>
                </a:cubicBezTo>
                <a:lnTo>
                  <a:pt x="7890896" y="1519826"/>
                </a:lnTo>
                <a:cubicBezTo>
                  <a:pt x="7891093" y="1519564"/>
                  <a:pt x="7891684" y="1519367"/>
                  <a:pt x="7891684" y="1519367"/>
                </a:cubicBezTo>
                <a:close/>
                <a:moveTo>
                  <a:pt x="8400511" y="1519365"/>
                </a:moveTo>
                <a:lnTo>
                  <a:pt x="8409575" y="1519365"/>
                </a:lnTo>
                <a:cubicBezTo>
                  <a:pt x="8409904" y="1519365"/>
                  <a:pt x="8410363" y="1519824"/>
                  <a:pt x="8410363" y="1519824"/>
                </a:cubicBezTo>
                <a:lnTo>
                  <a:pt x="8414896" y="1527707"/>
                </a:lnTo>
                <a:cubicBezTo>
                  <a:pt x="8415027" y="1527969"/>
                  <a:pt x="8414896" y="1528560"/>
                  <a:pt x="8414896" y="1528560"/>
                </a:cubicBezTo>
                <a:lnTo>
                  <a:pt x="8410363" y="1536443"/>
                </a:lnTo>
                <a:cubicBezTo>
                  <a:pt x="8410166" y="1536706"/>
                  <a:pt x="8409575" y="1536904"/>
                  <a:pt x="8409575" y="1536904"/>
                </a:cubicBezTo>
                <a:lnTo>
                  <a:pt x="8400511" y="1536904"/>
                </a:lnTo>
                <a:cubicBezTo>
                  <a:pt x="8400184" y="1536904"/>
                  <a:pt x="8399723" y="1536443"/>
                  <a:pt x="8399723" y="1536443"/>
                </a:cubicBezTo>
                <a:lnTo>
                  <a:pt x="8395191" y="1528560"/>
                </a:lnTo>
                <a:cubicBezTo>
                  <a:pt x="8395060" y="1528298"/>
                  <a:pt x="8395191" y="1527707"/>
                  <a:pt x="8395191" y="1527707"/>
                </a:cubicBezTo>
                <a:lnTo>
                  <a:pt x="8399723" y="1519824"/>
                </a:lnTo>
                <a:cubicBezTo>
                  <a:pt x="8399920" y="1519563"/>
                  <a:pt x="8400511" y="1519365"/>
                  <a:pt x="8400511" y="1519365"/>
                </a:cubicBezTo>
                <a:close/>
                <a:moveTo>
                  <a:pt x="9163654" y="1519363"/>
                </a:moveTo>
                <a:lnTo>
                  <a:pt x="9172718" y="1519363"/>
                </a:lnTo>
                <a:cubicBezTo>
                  <a:pt x="9173046" y="1519363"/>
                  <a:pt x="9173506" y="1519824"/>
                  <a:pt x="9173506" y="1519824"/>
                </a:cubicBezTo>
                <a:lnTo>
                  <a:pt x="9178038" y="1527705"/>
                </a:lnTo>
                <a:cubicBezTo>
                  <a:pt x="9178169" y="1527968"/>
                  <a:pt x="9178038" y="1528559"/>
                  <a:pt x="9178038" y="1528559"/>
                </a:cubicBezTo>
                <a:lnTo>
                  <a:pt x="9173506" y="1536441"/>
                </a:lnTo>
                <a:cubicBezTo>
                  <a:pt x="9173309" y="1536704"/>
                  <a:pt x="9172718" y="1536901"/>
                  <a:pt x="9172718" y="1536901"/>
                </a:cubicBezTo>
                <a:lnTo>
                  <a:pt x="9163654" y="1536901"/>
                </a:lnTo>
                <a:cubicBezTo>
                  <a:pt x="9163326" y="1536901"/>
                  <a:pt x="9162866" y="1536441"/>
                  <a:pt x="9162866" y="1536441"/>
                </a:cubicBezTo>
                <a:lnTo>
                  <a:pt x="9158333" y="1528559"/>
                </a:lnTo>
                <a:cubicBezTo>
                  <a:pt x="9158202" y="1528297"/>
                  <a:pt x="9158333" y="1527705"/>
                  <a:pt x="9158333" y="1527705"/>
                </a:cubicBezTo>
                <a:lnTo>
                  <a:pt x="9162866" y="1519824"/>
                </a:lnTo>
                <a:cubicBezTo>
                  <a:pt x="9163062" y="1519560"/>
                  <a:pt x="9163654" y="1519363"/>
                  <a:pt x="9163654" y="1519363"/>
                </a:cubicBezTo>
                <a:close/>
                <a:moveTo>
                  <a:pt x="9418035" y="1519362"/>
                </a:moveTo>
                <a:lnTo>
                  <a:pt x="9427099" y="1519362"/>
                </a:lnTo>
                <a:cubicBezTo>
                  <a:pt x="9427427" y="1519362"/>
                  <a:pt x="9427887" y="1519824"/>
                  <a:pt x="9427887" y="1519824"/>
                </a:cubicBezTo>
                <a:lnTo>
                  <a:pt x="9432419" y="1527704"/>
                </a:lnTo>
                <a:cubicBezTo>
                  <a:pt x="9432550" y="1527968"/>
                  <a:pt x="9432419" y="1528558"/>
                  <a:pt x="9432419" y="1528558"/>
                </a:cubicBezTo>
                <a:lnTo>
                  <a:pt x="9427887" y="1536441"/>
                </a:lnTo>
                <a:cubicBezTo>
                  <a:pt x="9427690" y="1536703"/>
                  <a:pt x="9427099" y="1536900"/>
                  <a:pt x="9427099" y="1536900"/>
                </a:cubicBezTo>
                <a:lnTo>
                  <a:pt x="9418035" y="1536900"/>
                </a:lnTo>
                <a:cubicBezTo>
                  <a:pt x="9417707" y="1536900"/>
                  <a:pt x="9417247" y="1536441"/>
                  <a:pt x="9417247" y="1536441"/>
                </a:cubicBezTo>
                <a:lnTo>
                  <a:pt x="9412714" y="1528558"/>
                </a:lnTo>
                <a:cubicBezTo>
                  <a:pt x="9412583" y="1528296"/>
                  <a:pt x="9412714" y="1527704"/>
                  <a:pt x="9412714" y="1527704"/>
                </a:cubicBezTo>
                <a:lnTo>
                  <a:pt x="9417247" y="1519824"/>
                </a:lnTo>
                <a:cubicBezTo>
                  <a:pt x="9417444" y="1519560"/>
                  <a:pt x="9418035" y="1519362"/>
                  <a:pt x="9418035" y="1519362"/>
                </a:cubicBezTo>
                <a:close/>
                <a:moveTo>
                  <a:pt x="5602126" y="1519362"/>
                </a:moveTo>
                <a:lnTo>
                  <a:pt x="5611191" y="1519362"/>
                </a:lnTo>
                <a:cubicBezTo>
                  <a:pt x="5611519" y="1519362"/>
                  <a:pt x="5611979" y="1519822"/>
                  <a:pt x="5611979" y="1519822"/>
                </a:cubicBezTo>
                <a:lnTo>
                  <a:pt x="5616511" y="1527703"/>
                </a:lnTo>
                <a:cubicBezTo>
                  <a:pt x="5616642" y="1527967"/>
                  <a:pt x="5616511" y="1528557"/>
                  <a:pt x="5616511" y="1528557"/>
                </a:cubicBezTo>
                <a:lnTo>
                  <a:pt x="5611979" y="1536440"/>
                </a:lnTo>
                <a:cubicBezTo>
                  <a:pt x="5611782" y="1536702"/>
                  <a:pt x="5611191" y="1536900"/>
                  <a:pt x="5611191" y="1536900"/>
                </a:cubicBezTo>
                <a:lnTo>
                  <a:pt x="5602126" y="1536900"/>
                </a:lnTo>
                <a:cubicBezTo>
                  <a:pt x="5601798" y="1536900"/>
                  <a:pt x="5601338" y="1536440"/>
                  <a:pt x="5601338" y="1536440"/>
                </a:cubicBezTo>
                <a:lnTo>
                  <a:pt x="5596807" y="1528557"/>
                </a:lnTo>
                <a:cubicBezTo>
                  <a:pt x="5596675" y="1528295"/>
                  <a:pt x="5596807" y="1527703"/>
                  <a:pt x="5596807" y="1527703"/>
                </a:cubicBezTo>
                <a:lnTo>
                  <a:pt x="5601338" y="1519822"/>
                </a:lnTo>
                <a:cubicBezTo>
                  <a:pt x="5601536" y="1519559"/>
                  <a:pt x="5602126" y="1519362"/>
                  <a:pt x="5602126" y="1519362"/>
                </a:cubicBezTo>
                <a:close/>
                <a:moveTo>
                  <a:pt x="1023202" y="1519361"/>
                </a:moveTo>
                <a:lnTo>
                  <a:pt x="1032268" y="1519361"/>
                </a:lnTo>
                <a:cubicBezTo>
                  <a:pt x="1032595" y="1519361"/>
                  <a:pt x="1033053" y="1519821"/>
                  <a:pt x="1033053" y="1519821"/>
                </a:cubicBezTo>
                <a:lnTo>
                  <a:pt x="1037585" y="1527702"/>
                </a:lnTo>
                <a:cubicBezTo>
                  <a:pt x="1037719" y="1527965"/>
                  <a:pt x="1037585" y="1528557"/>
                  <a:pt x="1037585" y="1528557"/>
                </a:cubicBezTo>
                <a:lnTo>
                  <a:pt x="1033053" y="1536440"/>
                </a:lnTo>
                <a:cubicBezTo>
                  <a:pt x="1032859" y="1536702"/>
                  <a:pt x="1032268" y="1536899"/>
                  <a:pt x="1032268" y="1536899"/>
                </a:cubicBezTo>
                <a:lnTo>
                  <a:pt x="1023202" y="1536899"/>
                </a:lnTo>
                <a:cubicBezTo>
                  <a:pt x="1022873" y="1536899"/>
                  <a:pt x="1022413" y="1536440"/>
                  <a:pt x="1022413" y="1536440"/>
                </a:cubicBezTo>
                <a:lnTo>
                  <a:pt x="1017882" y="1528557"/>
                </a:lnTo>
                <a:cubicBezTo>
                  <a:pt x="1017749" y="1528294"/>
                  <a:pt x="1017882" y="1527702"/>
                  <a:pt x="1017882" y="1527702"/>
                </a:cubicBezTo>
                <a:lnTo>
                  <a:pt x="1022413" y="1519821"/>
                </a:lnTo>
                <a:cubicBezTo>
                  <a:pt x="1022613" y="1519558"/>
                  <a:pt x="1023202" y="1519361"/>
                  <a:pt x="1023202" y="1519361"/>
                </a:cubicBezTo>
                <a:close/>
                <a:moveTo>
                  <a:pt x="514370" y="1519357"/>
                </a:moveTo>
                <a:lnTo>
                  <a:pt x="523433" y="1519357"/>
                </a:lnTo>
                <a:cubicBezTo>
                  <a:pt x="523761" y="1519357"/>
                  <a:pt x="524222" y="1519816"/>
                  <a:pt x="524222" y="1519816"/>
                </a:cubicBezTo>
                <a:lnTo>
                  <a:pt x="528753" y="1527698"/>
                </a:lnTo>
                <a:cubicBezTo>
                  <a:pt x="528884" y="1527960"/>
                  <a:pt x="528753" y="1528552"/>
                  <a:pt x="528753" y="1528552"/>
                </a:cubicBezTo>
                <a:lnTo>
                  <a:pt x="524222" y="1536434"/>
                </a:lnTo>
                <a:cubicBezTo>
                  <a:pt x="524025" y="1536699"/>
                  <a:pt x="523433" y="1536894"/>
                  <a:pt x="523433" y="1536894"/>
                </a:cubicBezTo>
                <a:lnTo>
                  <a:pt x="514370" y="1536894"/>
                </a:lnTo>
                <a:cubicBezTo>
                  <a:pt x="514041" y="1536894"/>
                  <a:pt x="513582" y="1536434"/>
                  <a:pt x="513582" y="1536434"/>
                </a:cubicBezTo>
                <a:lnTo>
                  <a:pt x="509049" y="1528552"/>
                </a:lnTo>
                <a:cubicBezTo>
                  <a:pt x="508918" y="1528288"/>
                  <a:pt x="509049" y="1527698"/>
                  <a:pt x="509049" y="1527698"/>
                </a:cubicBezTo>
                <a:lnTo>
                  <a:pt x="513582" y="1519816"/>
                </a:lnTo>
                <a:cubicBezTo>
                  <a:pt x="513779" y="1519554"/>
                  <a:pt x="514370" y="1519357"/>
                  <a:pt x="514370" y="1519357"/>
                </a:cubicBezTo>
                <a:close/>
                <a:moveTo>
                  <a:pt x="4584538" y="1519344"/>
                </a:moveTo>
                <a:lnTo>
                  <a:pt x="4593603" y="1519344"/>
                </a:lnTo>
                <a:cubicBezTo>
                  <a:pt x="4593932" y="1519344"/>
                  <a:pt x="4594390" y="1519804"/>
                  <a:pt x="4594390" y="1519804"/>
                </a:cubicBezTo>
                <a:lnTo>
                  <a:pt x="4598922" y="1527687"/>
                </a:lnTo>
                <a:cubicBezTo>
                  <a:pt x="4599054" y="1527949"/>
                  <a:pt x="4598922" y="1528540"/>
                  <a:pt x="4598922" y="1528540"/>
                </a:cubicBezTo>
                <a:lnTo>
                  <a:pt x="4594390" y="1536423"/>
                </a:lnTo>
                <a:cubicBezTo>
                  <a:pt x="4594193" y="1536685"/>
                  <a:pt x="4593603" y="1536884"/>
                  <a:pt x="4593603" y="1536884"/>
                </a:cubicBezTo>
                <a:lnTo>
                  <a:pt x="4584538" y="1536884"/>
                </a:lnTo>
                <a:cubicBezTo>
                  <a:pt x="4584210" y="1536884"/>
                  <a:pt x="4583749" y="1536423"/>
                  <a:pt x="4583749" y="1536423"/>
                </a:cubicBezTo>
                <a:lnTo>
                  <a:pt x="4579218" y="1528540"/>
                </a:lnTo>
                <a:cubicBezTo>
                  <a:pt x="4579087" y="1528277"/>
                  <a:pt x="4579218" y="1527687"/>
                  <a:pt x="4579218" y="1527687"/>
                </a:cubicBezTo>
                <a:lnTo>
                  <a:pt x="4583749" y="1519804"/>
                </a:lnTo>
                <a:cubicBezTo>
                  <a:pt x="4583948" y="1519543"/>
                  <a:pt x="4584538" y="1519344"/>
                  <a:pt x="4584538" y="1519344"/>
                </a:cubicBezTo>
                <a:close/>
                <a:moveTo>
                  <a:pt x="6110888" y="1519343"/>
                </a:moveTo>
                <a:lnTo>
                  <a:pt x="6119953" y="1519343"/>
                </a:lnTo>
                <a:cubicBezTo>
                  <a:pt x="6120280" y="1519343"/>
                  <a:pt x="6120740" y="1519803"/>
                  <a:pt x="6120740" y="1519803"/>
                </a:cubicBezTo>
                <a:lnTo>
                  <a:pt x="6125272" y="1527684"/>
                </a:lnTo>
                <a:cubicBezTo>
                  <a:pt x="6125403" y="1527947"/>
                  <a:pt x="6125272" y="1528537"/>
                  <a:pt x="6125272" y="1528537"/>
                </a:cubicBezTo>
                <a:lnTo>
                  <a:pt x="6120740" y="1536420"/>
                </a:lnTo>
                <a:cubicBezTo>
                  <a:pt x="6120543" y="1536683"/>
                  <a:pt x="6119953" y="1536880"/>
                  <a:pt x="6119953" y="1536880"/>
                </a:cubicBezTo>
                <a:lnTo>
                  <a:pt x="6110888" y="1536880"/>
                </a:lnTo>
                <a:cubicBezTo>
                  <a:pt x="6110560" y="1536880"/>
                  <a:pt x="6110101" y="1536420"/>
                  <a:pt x="6110101" y="1536420"/>
                </a:cubicBezTo>
                <a:lnTo>
                  <a:pt x="6105567" y="1528537"/>
                </a:lnTo>
                <a:cubicBezTo>
                  <a:pt x="6105436" y="1528275"/>
                  <a:pt x="6105567" y="1527684"/>
                  <a:pt x="6105567" y="1527684"/>
                </a:cubicBezTo>
                <a:lnTo>
                  <a:pt x="6110101" y="1519803"/>
                </a:lnTo>
                <a:cubicBezTo>
                  <a:pt x="6110296" y="1519539"/>
                  <a:pt x="6110888" y="1519343"/>
                  <a:pt x="6110888" y="1519343"/>
                </a:cubicBezTo>
                <a:close/>
                <a:moveTo>
                  <a:pt x="2803911" y="1519343"/>
                </a:moveTo>
                <a:lnTo>
                  <a:pt x="2812976" y="1519343"/>
                </a:lnTo>
                <a:cubicBezTo>
                  <a:pt x="2813304" y="1519343"/>
                  <a:pt x="2813764" y="1519804"/>
                  <a:pt x="2813764" y="1519804"/>
                </a:cubicBezTo>
                <a:lnTo>
                  <a:pt x="2818296" y="1527685"/>
                </a:lnTo>
                <a:cubicBezTo>
                  <a:pt x="2818428" y="1527948"/>
                  <a:pt x="2818296" y="1528539"/>
                  <a:pt x="2818296" y="1528539"/>
                </a:cubicBezTo>
                <a:lnTo>
                  <a:pt x="2813764" y="1536421"/>
                </a:lnTo>
                <a:cubicBezTo>
                  <a:pt x="2813567" y="1536684"/>
                  <a:pt x="2812976" y="1536881"/>
                  <a:pt x="2812976" y="1536881"/>
                </a:cubicBezTo>
                <a:lnTo>
                  <a:pt x="2803911" y="1536881"/>
                </a:lnTo>
                <a:cubicBezTo>
                  <a:pt x="2803583" y="1536881"/>
                  <a:pt x="2803123" y="1536421"/>
                  <a:pt x="2803123" y="1536421"/>
                </a:cubicBezTo>
                <a:lnTo>
                  <a:pt x="2798591" y="1528539"/>
                </a:lnTo>
                <a:cubicBezTo>
                  <a:pt x="2798460" y="1528276"/>
                  <a:pt x="2798591" y="1527685"/>
                  <a:pt x="2798591" y="1527685"/>
                </a:cubicBezTo>
                <a:lnTo>
                  <a:pt x="2803123" y="1519804"/>
                </a:lnTo>
                <a:cubicBezTo>
                  <a:pt x="2803322" y="1519540"/>
                  <a:pt x="2803911" y="1519343"/>
                  <a:pt x="2803911" y="1519343"/>
                </a:cubicBezTo>
                <a:close/>
                <a:moveTo>
                  <a:pt x="4838919" y="1519342"/>
                </a:moveTo>
                <a:lnTo>
                  <a:pt x="4847982" y="1519342"/>
                </a:lnTo>
                <a:cubicBezTo>
                  <a:pt x="4848311" y="1519342"/>
                  <a:pt x="4848772" y="1519803"/>
                  <a:pt x="4848772" y="1519803"/>
                </a:cubicBezTo>
                <a:lnTo>
                  <a:pt x="4853303" y="1527683"/>
                </a:lnTo>
                <a:cubicBezTo>
                  <a:pt x="4853435" y="1527947"/>
                  <a:pt x="4853303" y="1528537"/>
                  <a:pt x="4853303" y="1528537"/>
                </a:cubicBezTo>
                <a:lnTo>
                  <a:pt x="4848772" y="1536420"/>
                </a:lnTo>
                <a:cubicBezTo>
                  <a:pt x="4848575" y="1536683"/>
                  <a:pt x="4847982" y="1536879"/>
                  <a:pt x="4847982" y="1536879"/>
                </a:cubicBezTo>
                <a:lnTo>
                  <a:pt x="4838919" y="1536879"/>
                </a:lnTo>
                <a:cubicBezTo>
                  <a:pt x="4838590" y="1536879"/>
                  <a:pt x="4838132" y="1536420"/>
                  <a:pt x="4838132" y="1536420"/>
                </a:cubicBezTo>
                <a:lnTo>
                  <a:pt x="4833598" y="1528537"/>
                </a:lnTo>
                <a:cubicBezTo>
                  <a:pt x="4833467" y="1528275"/>
                  <a:pt x="4833598" y="1527683"/>
                  <a:pt x="4833598" y="1527683"/>
                </a:cubicBezTo>
                <a:lnTo>
                  <a:pt x="4838132" y="1519803"/>
                </a:lnTo>
                <a:cubicBezTo>
                  <a:pt x="4838328" y="1519539"/>
                  <a:pt x="4838919" y="1519342"/>
                  <a:pt x="4838919" y="1519342"/>
                </a:cubicBezTo>
                <a:close/>
                <a:moveTo>
                  <a:pt x="5583" y="1519340"/>
                </a:moveTo>
                <a:lnTo>
                  <a:pt x="14645" y="1519340"/>
                </a:lnTo>
                <a:cubicBezTo>
                  <a:pt x="14974" y="1519340"/>
                  <a:pt x="15433" y="1519798"/>
                  <a:pt x="15433" y="1519798"/>
                </a:cubicBezTo>
                <a:lnTo>
                  <a:pt x="19965" y="1527680"/>
                </a:lnTo>
                <a:cubicBezTo>
                  <a:pt x="20097" y="1527943"/>
                  <a:pt x="19965" y="1528535"/>
                  <a:pt x="19965" y="1528535"/>
                </a:cubicBezTo>
                <a:lnTo>
                  <a:pt x="15433" y="1536416"/>
                </a:lnTo>
                <a:cubicBezTo>
                  <a:pt x="15236" y="1536680"/>
                  <a:pt x="14645" y="1536877"/>
                  <a:pt x="14645" y="1536877"/>
                </a:cubicBezTo>
                <a:lnTo>
                  <a:pt x="5583" y="1536877"/>
                </a:lnTo>
                <a:cubicBezTo>
                  <a:pt x="5252" y="1536877"/>
                  <a:pt x="4793" y="1536416"/>
                  <a:pt x="4793" y="1536416"/>
                </a:cubicBezTo>
                <a:lnTo>
                  <a:pt x="262" y="1528535"/>
                </a:lnTo>
                <a:cubicBezTo>
                  <a:pt x="130" y="1528271"/>
                  <a:pt x="262" y="1527680"/>
                  <a:pt x="262" y="1527680"/>
                </a:cubicBezTo>
                <a:lnTo>
                  <a:pt x="4793" y="1519798"/>
                </a:lnTo>
                <a:cubicBezTo>
                  <a:pt x="4989" y="1519536"/>
                  <a:pt x="5583" y="1519340"/>
                  <a:pt x="5583" y="1519340"/>
                </a:cubicBezTo>
                <a:close/>
                <a:moveTo>
                  <a:pt x="7128477" y="1519338"/>
                </a:moveTo>
                <a:lnTo>
                  <a:pt x="7137540" y="1519338"/>
                </a:lnTo>
                <a:cubicBezTo>
                  <a:pt x="7137869" y="1519338"/>
                  <a:pt x="7138328" y="1519797"/>
                  <a:pt x="7138328" y="1519797"/>
                </a:cubicBezTo>
                <a:lnTo>
                  <a:pt x="7142860" y="1527679"/>
                </a:lnTo>
                <a:cubicBezTo>
                  <a:pt x="7142992" y="1527941"/>
                  <a:pt x="7142860" y="1528534"/>
                  <a:pt x="7142860" y="1528534"/>
                </a:cubicBezTo>
                <a:lnTo>
                  <a:pt x="7138328" y="1536416"/>
                </a:lnTo>
                <a:cubicBezTo>
                  <a:pt x="7138131" y="1536679"/>
                  <a:pt x="7137540" y="1536875"/>
                  <a:pt x="7137540" y="1536875"/>
                </a:cubicBezTo>
                <a:lnTo>
                  <a:pt x="7128477" y="1536875"/>
                </a:lnTo>
                <a:cubicBezTo>
                  <a:pt x="7128148" y="1536875"/>
                  <a:pt x="7127689" y="1536416"/>
                  <a:pt x="7127689" y="1536416"/>
                </a:cubicBezTo>
                <a:lnTo>
                  <a:pt x="7123156" y="1528534"/>
                </a:lnTo>
                <a:cubicBezTo>
                  <a:pt x="7123024" y="1528270"/>
                  <a:pt x="7123156" y="1527679"/>
                  <a:pt x="7123156" y="1527679"/>
                </a:cubicBezTo>
                <a:lnTo>
                  <a:pt x="7127689" y="1519797"/>
                </a:lnTo>
                <a:cubicBezTo>
                  <a:pt x="7127885" y="1519535"/>
                  <a:pt x="7128477" y="1519338"/>
                  <a:pt x="7128477" y="1519338"/>
                </a:cubicBezTo>
                <a:close/>
                <a:moveTo>
                  <a:pt x="4330157" y="1519333"/>
                </a:moveTo>
                <a:lnTo>
                  <a:pt x="4339222" y="1519333"/>
                </a:lnTo>
                <a:cubicBezTo>
                  <a:pt x="4339550" y="1519333"/>
                  <a:pt x="4340010" y="1519793"/>
                  <a:pt x="4340010" y="1519793"/>
                </a:cubicBezTo>
                <a:lnTo>
                  <a:pt x="4344540" y="1527674"/>
                </a:lnTo>
                <a:cubicBezTo>
                  <a:pt x="4344672" y="1527937"/>
                  <a:pt x="4344540" y="1528528"/>
                  <a:pt x="4344540" y="1528528"/>
                </a:cubicBezTo>
                <a:lnTo>
                  <a:pt x="4340010" y="1536411"/>
                </a:lnTo>
                <a:cubicBezTo>
                  <a:pt x="4339812" y="1536674"/>
                  <a:pt x="4339222" y="1536870"/>
                  <a:pt x="4339222" y="1536870"/>
                </a:cubicBezTo>
                <a:lnTo>
                  <a:pt x="4330157" y="1536870"/>
                </a:lnTo>
                <a:cubicBezTo>
                  <a:pt x="4329829" y="1536870"/>
                  <a:pt x="4329369" y="1536411"/>
                  <a:pt x="4329369" y="1536411"/>
                </a:cubicBezTo>
                <a:lnTo>
                  <a:pt x="4324836" y="1528528"/>
                </a:lnTo>
                <a:cubicBezTo>
                  <a:pt x="4324706" y="1528267"/>
                  <a:pt x="4324836" y="1527674"/>
                  <a:pt x="4324836" y="1527674"/>
                </a:cubicBezTo>
                <a:lnTo>
                  <a:pt x="4329369" y="1519793"/>
                </a:lnTo>
                <a:cubicBezTo>
                  <a:pt x="4329565" y="1519530"/>
                  <a:pt x="4330157" y="1519333"/>
                  <a:pt x="4330157" y="1519333"/>
                </a:cubicBezTo>
                <a:close/>
                <a:moveTo>
                  <a:pt x="7382923" y="1519329"/>
                </a:moveTo>
                <a:lnTo>
                  <a:pt x="7391987" y="1519329"/>
                </a:lnTo>
                <a:cubicBezTo>
                  <a:pt x="7392315" y="1519329"/>
                  <a:pt x="7392775" y="1519790"/>
                  <a:pt x="7392775" y="1519790"/>
                </a:cubicBezTo>
                <a:lnTo>
                  <a:pt x="7397307" y="1527671"/>
                </a:lnTo>
                <a:cubicBezTo>
                  <a:pt x="7397438" y="1527934"/>
                  <a:pt x="7397307" y="1528525"/>
                  <a:pt x="7397307" y="1528525"/>
                </a:cubicBezTo>
                <a:lnTo>
                  <a:pt x="7392775" y="1536407"/>
                </a:lnTo>
                <a:cubicBezTo>
                  <a:pt x="7392578" y="1536670"/>
                  <a:pt x="7391987" y="1536866"/>
                  <a:pt x="7391987" y="1536866"/>
                </a:cubicBezTo>
                <a:lnTo>
                  <a:pt x="7382923" y="1536866"/>
                </a:lnTo>
                <a:cubicBezTo>
                  <a:pt x="7382595" y="1536866"/>
                  <a:pt x="7382135" y="1536407"/>
                  <a:pt x="7382135" y="1536407"/>
                </a:cubicBezTo>
                <a:lnTo>
                  <a:pt x="7377602" y="1528525"/>
                </a:lnTo>
                <a:cubicBezTo>
                  <a:pt x="7377471" y="1528262"/>
                  <a:pt x="7377602" y="1527671"/>
                  <a:pt x="7377602" y="1527671"/>
                </a:cubicBezTo>
                <a:lnTo>
                  <a:pt x="7382135" y="1519790"/>
                </a:lnTo>
                <a:cubicBezTo>
                  <a:pt x="7382331" y="1519526"/>
                  <a:pt x="7382923" y="1519329"/>
                  <a:pt x="7382923" y="1519329"/>
                </a:cubicBezTo>
                <a:close/>
                <a:moveTo>
                  <a:pt x="5347746" y="1519329"/>
                </a:moveTo>
                <a:lnTo>
                  <a:pt x="5356810" y="1519329"/>
                </a:lnTo>
                <a:cubicBezTo>
                  <a:pt x="5357138" y="1519329"/>
                  <a:pt x="5357598" y="1519790"/>
                  <a:pt x="5357598" y="1519790"/>
                </a:cubicBezTo>
                <a:lnTo>
                  <a:pt x="5362130" y="1527670"/>
                </a:lnTo>
                <a:cubicBezTo>
                  <a:pt x="5362261" y="1527934"/>
                  <a:pt x="5362130" y="1528524"/>
                  <a:pt x="5362130" y="1528524"/>
                </a:cubicBezTo>
                <a:lnTo>
                  <a:pt x="5357598" y="1536407"/>
                </a:lnTo>
                <a:cubicBezTo>
                  <a:pt x="5357401" y="1536669"/>
                  <a:pt x="5356810" y="1536866"/>
                  <a:pt x="5356810" y="1536866"/>
                </a:cubicBezTo>
                <a:lnTo>
                  <a:pt x="5347746" y="1536866"/>
                </a:lnTo>
                <a:cubicBezTo>
                  <a:pt x="5347418" y="1536866"/>
                  <a:pt x="5346958" y="1536407"/>
                  <a:pt x="5346958" y="1536407"/>
                </a:cubicBezTo>
                <a:lnTo>
                  <a:pt x="5342425" y="1528524"/>
                </a:lnTo>
                <a:cubicBezTo>
                  <a:pt x="5342295" y="1528262"/>
                  <a:pt x="5342425" y="1527670"/>
                  <a:pt x="5342425" y="1527670"/>
                </a:cubicBezTo>
                <a:lnTo>
                  <a:pt x="5346958" y="1519790"/>
                </a:lnTo>
                <a:cubicBezTo>
                  <a:pt x="5347154" y="1519526"/>
                  <a:pt x="5347746" y="1519329"/>
                  <a:pt x="5347746" y="1519329"/>
                </a:cubicBezTo>
                <a:close/>
                <a:moveTo>
                  <a:pt x="3058339" y="1519329"/>
                </a:moveTo>
                <a:lnTo>
                  <a:pt x="3067405" y="1519329"/>
                </a:lnTo>
                <a:cubicBezTo>
                  <a:pt x="3067733" y="1519329"/>
                  <a:pt x="3068192" y="1519789"/>
                  <a:pt x="3068192" y="1519789"/>
                </a:cubicBezTo>
                <a:lnTo>
                  <a:pt x="3072725" y="1527670"/>
                </a:lnTo>
                <a:cubicBezTo>
                  <a:pt x="3072855" y="1527933"/>
                  <a:pt x="3072725" y="1528524"/>
                  <a:pt x="3072725" y="1528524"/>
                </a:cubicBezTo>
                <a:lnTo>
                  <a:pt x="3068192" y="1536406"/>
                </a:lnTo>
                <a:cubicBezTo>
                  <a:pt x="3067995" y="1536669"/>
                  <a:pt x="3067405" y="1536866"/>
                  <a:pt x="3067405" y="1536866"/>
                </a:cubicBezTo>
                <a:lnTo>
                  <a:pt x="3058339" y="1536866"/>
                </a:lnTo>
                <a:cubicBezTo>
                  <a:pt x="3058011" y="1536866"/>
                  <a:pt x="3057551" y="1536406"/>
                  <a:pt x="3057551" y="1536406"/>
                </a:cubicBezTo>
                <a:lnTo>
                  <a:pt x="3053019" y="1528524"/>
                </a:lnTo>
                <a:cubicBezTo>
                  <a:pt x="3052888" y="1528261"/>
                  <a:pt x="3053019" y="1527670"/>
                  <a:pt x="3053019" y="1527670"/>
                </a:cubicBezTo>
                <a:lnTo>
                  <a:pt x="3057551" y="1519789"/>
                </a:lnTo>
                <a:cubicBezTo>
                  <a:pt x="3057750" y="1519525"/>
                  <a:pt x="3058339" y="1519329"/>
                  <a:pt x="3058339" y="1519329"/>
                </a:cubicBezTo>
                <a:close/>
                <a:moveTo>
                  <a:pt x="768694" y="1519328"/>
                </a:moveTo>
                <a:lnTo>
                  <a:pt x="777758" y="1519328"/>
                </a:lnTo>
                <a:cubicBezTo>
                  <a:pt x="778086" y="1519328"/>
                  <a:pt x="778546" y="1519787"/>
                  <a:pt x="778546" y="1519787"/>
                </a:cubicBezTo>
                <a:lnTo>
                  <a:pt x="783078" y="1527669"/>
                </a:lnTo>
                <a:cubicBezTo>
                  <a:pt x="783209" y="1527933"/>
                  <a:pt x="783078" y="1528524"/>
                  <a:pt x="783078" y="1528524"/>
                </a:cubicBezTo>
                <a:lnTo>
                  <a:pt x="778546" y="1536406"/>
                </a:lnTo>
                <a:cubicBezTo>
                  <a:pt x="778349" y="1536668"/>
                  <a:pt x="777758" y="1536865"/>
                  <a:pt x="777758" y="1536865"/>
                </a:cubicBezTo>
                <a:lnTo>
                  <a:pt x="768694" y="1536865"/>
                </a:lnTo>
                <a:cubicBezTo>
                  <a:pt x="768366" y="1536865"/>
                  <a:pt x="767906" y="1536406"/>
                  <a:pt x="767906" y="1536406"/>
                </a:cubicBezTo>
                <a:lnTo>
                  <a:pt x="763373" y="1528524"/>
                </a:lnTo>
                <a:cubicBezTo>
                  <a:pt x="763242" y="1528260"/>
                  <a:pt x="763373" y="1527669"/>
                  <a:pt x="763373" y="1527669"/>
                </a:cubicBezTo>
                <a:lnTo>
                  <a:pt x="767906" y="1519787"/>
                </a:lnTo>
                <a:cubicBezTo>
                  <a:pt x="768103" y="1519525"/>
                  <a:pt x="768694" y="1519328"/>
                  <a:pt x="768694" y="1519328"/>
                </a:cubicBezTo>
                <a:close/>
                <a:moveTo>
                  <a:pt x="10435622" y="1519319"/>
                </a:moveTo>
                <a:lnTo>
                  <a:pt x="10444686" y="1519319"/>
                </a:lnTo>
                <a:cubicBezTo>
                  <a:pt x="10445015" y="1519319"/>
                  <a:pt x="10445474" y="1519779"/>
                  <a:pt x="10445474" y="1519779"/>
                </a:cubicBezTo>
                <a:lnTo>
                  <a:pt x="10450007" y="1527660"/>
                </a:lnTo>
                <a:cubicBezTo>
                  <a:pt x="10450138" y="1527924"/>
                  <a:pt x="10450007" y="1528514"/>
                  <a:pt x="10450007" y="1528514"/>
                </a:cubicBezTo>
                <a:lnTo>
                  <a:pt x="10445474" y="1536397"/>
                </a:lnTo>
                <a:cubicBezTo>
                  <a:pt x="10445278" y="1536659"/>
                  <a:pt x="10444686" y="1536856"/>
                  <a:pt x="10444686" y="1536856"/>
                </a:cubicBezTo>
                <a:lnTo>
                  <a:pt x="10435622" y="1536856"/>
                </a:lnTo>
                <a:cubicBezTo>
                  <a:pt x="10435295" y="1536856"/>
                  <a:pt x="10434834" y="1536397"/>
                  <a:pt x="10434834" y="1536397"/>
                </a:cubicBezTo>
                <a:lnTo>
                  <a:pt x="10430302" y="1528514"/>
                </a:lnTo>
                <a:cubicBezTo>
                  <a:pt x="10430171" y="1528252"/>
                  <a:pt x="10430302" y="1527660"/>
                  <a:pt x="10430302" y="1527660"/>
                </a:cubicBezTo>
                <a:lnTo>
                  <a:pt x="10434834" y="1519779"/>
                </a:lnTo>
                <a:cubicBezTo>
                  <a:pt x="10435031" y="1519515"/>
                  <a:pt x="10435622" y="1519319"/>
                  <a:pt x="10435622" y="1519319"/>
                </a:cubicBezTo>
                <a:close/>
                <a:moveTo>
                  <a:pt x="3567100" y="1519319"/>
                </a:moveTo>
                <a:lnTo>
                  <a:pt x="3576165" y="1519319"/>
                </a:lnTo>
                <a:cubicBezTo>
                  <a:pt x="3576495" y="1519319"/>
                  <a:pt x="3576953" y="1519779"/>
                  <a:pt x="3576953" y="1519779"/>
                </a:cubicBezTo>
                <a:lnTo>
                  <a:pt x="3581486" y="1527660"/>
                </a:lnTo>
                <a:cubicBezTo>
                  <a:pt x="3581618" y="1527923"/>
                  <a:pt x="3581486" y="1528514"/>
                  <a:pt x="3581486" y="1528514"/>
                </a:cubicBezTo>
                <a:lnTo>
                  <a:pt x="3576953" y="1536396"/>
                </a:lnTo>
                <a:cubicBezTo>
                  <a:pt x="3576756" y="1536659"/>
                  <a:pt x="3576165" y="1536856"/>
                  <a:pt x="3576165" y="1536856"/>
                </a:cubicBezTo>
                <a:lnTo>
                  <a:pt x="3567100" y="1536856"/>
                </a:lnTo>
                <a:cubicBezTo>
                  <a:pt x="3566772" y="1536856"/>
                  <a:pt x="3566312" y="1536396"/>
                  <a:pt x="3566312" y="1536396"/>
                </a:cubicBezTo>
                <a:lnTo>
                  <a:pt x="3561779" y="1528514"/>
                </a:lnTo>
                <a:cubicBezTo>
                  <a:pt x="3561648" y="1528251"/>
                  <a:pt x="3561779" y="1527660"/>
                  <a:pt x="3561779" y="1527660"/>
                </a:cubicBezTo>
                <a:lnTo>
                  <a:pt x="3566312" y="1519779"/>
                </a:lnTo>
                <a:cubicBezTo>
                  <a:pt x="3566509" y="1519515"/>
                  <a:pt x="3567100" y="1519319"/>
                  <a:pt x="3567100" y="1519319"/>
                </a:cubicBezTo>
                <a:close/>
                <a:moveTo>
                  <a:pt x="1277506" y="1519319"/>
                </a:moveTo>
                <a:lnTo>
                  <a:pt x="1286569" y="1519319"/>
                </a:lnTo>
                <a:cubicBezTo>
                  <a:pt x="1286898" y="1519319"/>
                  <a:pt x="1287359" y="1519779"/>
                  <a:pt x="1287359" y="1519779"/>
                </a:cubicBezTo>
                <a:lnTo>
                  <a:pt x="1291890" y="1527660"/>
                </a:lnTo>
                <a:cubicBezTo>
                  <a:pt x="1292021" y="1527923"/>
                  <a:pt x="1291890" y="1528514"/>
                  <a:pt x="1291890" y="1528514"/>
                </a:cubicBezTo>
                <a:lnTo>
                  <a:pt x="1287359" y="1536396"/>
                </a:lnTo>
                <a:cubicBezTo>
                  <a:pt x="1287162" y="1536659"/>
                  <a:pt x="1286569" y="1536856"/>
                  <a:pt x="1286569" y="1536856"/>
                </a:cubicBezTo>
                <a:lnTo>
                  <a:pt x="1277506" y="1536856"/>
                </a:lnTo>
                <a:cubicBezTo>
                  <a:pt x="1277177" y="1536856"/>
                  <a:pt x="1276717" y="1536396"/>
                  <a:pt x="1276717" y="1536396"/>
                </a:cubicBezTo>
                <a:lnTo>
                  <a:pt x="1272186" y="1528514"/>
                </a:lnTo>
                <a:cubicBezTo>
                  <a:pt x="1272055" y="1528251"/>
                  <a:pt x="1272186" y="1527660"/>
                  <a:pt x="1272186" y="1527660"/>
                </a:cubicBezTo>
                <a:lnTo>
                  <a:pt x="1276717" y="1519779"/>
                </a:lnTo>
                <a:cubicBezTo>
                  <a:pt x="1276915" y="1519515"/>
                  <a:pt x="1277506" y="1519319"/>
                  <a:pt x="1277506" y="1519319"/>
                </a:cubicBezTo>
                <a:close/>
                <a:moveTo>
                  <a:pt x="8909274" y="1519308"/>
                </a:moveTo>
                <a:lnTo>
                  <a:pt x="8918336" y="1519308"/>
                </a:lnTo>
                <a:cubicBezTo>
                  <a:pt x="8918666" y="1519308"/>
                  <a:pt x="8919125" y="1519769"/>
                  <a:pt x="8919125" y="1519769"/>
                </a:cubicBezTo>
                <a:lnTo>
                  <a:pt x="8923657" y="1527649"/>
                </a:lnTo>
                <a:cubicBezTo>
                  <a:pt x="8923789" y="1527913"/>
                  <a:pt x="8923657" y="1528503"/>
                  <a:pt x="8923657" y="1528503"/>
                </a:cubicBezTo>
                <a:lnTo>
                  <a:pt x="8919125" y="1536387"/>
                </a:lnTo>
                <a:cubicBezTo>
                  <a:pt x="8918928" y="1536648"/>
                  <a:pt x="8918336" y="1536845"/>
                  <a:pt x="8918336" y="1536845"/>
                </a:cubicBezTo>
                <a:lnTo>
                  <a:pt x="8909274" y="1536845"/>
                </a:lnTo>
                <a:cubicBezTo>
                  <a:pt x="8908945" y="1536845"/>
                  <a:pt x="8908484" y="1536387"/>
                  <a:pt x="8908484" y="1536387"/>
                </a:cubicBezTo>
                <a:lnTo>
                  <a:pt x="8903953" y="1528503"/>
                </a:lnTo>
                <a:cubicBezTo>
                  <a:pt x="8903821" y="1528241"/>
                  <a:pt x="8903953" y="1527649"/>
                  <a:pt x="8903953" y="1527649"/>
                </a:cubicBezTo>
                <a:lnTo>
                  <a:pt x="8908484" y="1519769"/>
                </a:lnTo>
                <a:cubicBezTo>
                  <a:pt x="8908681" y="1519505"/>
                  <a:pt x="8909274" y="1519308"/>
                  <a:pt x="8909274" y="1519308"/>
                </a:cubicBezTo>
                <a:close/>
                <a:moveTo>
                  <a:pt x="9926861" y="1519304"/>
                </a:moveTo>
                <a:lnTo>
                  <a:pt x="9935924" y="1519304"/>
                </a:lnTo>
                <a:cubicBezTo>
                  <a:pt x="9936254" y="1519304"/>
                  <a:pt x="9936713" y="1519763"/>
                  <a:pt x="9936713" y="1519763"/>
                </a:cubicBezTo>
                <a:lnTo>
                  <a:pt x="9941246" y="1527645"/>
                </a:lnTo>
                <a:cubicBezTo>
                  <a:pt x="9941376" y="1527907"/>
                  <a:pt x="9941246" y="1528499"/>
                  <a:pt x="9941246" y="1528499"/>
                </a:cubicBezTo>
                <a:lnTo>
                  <a:pt x="9936713" y="1536382"/>
                </a:lnTo>
                <a:cubicBezTo>
                  <a:pt x="9936516" y="1536644"/>
                  <a:pt x="9935924" y="1536842"/>
                  <a:pt x="9935924" y="1536842"/>
                </a:cubicBezTo>
                <a:lnTo>
                  <a:pt x="9926861" y="1536842"/>
                </a:lnTo>
                <a:cubicBezTo>
                  <a:pt x="9926532" y="1536842"/>
                  <a:pt x="9926073" y="1536382"/>
                  <a:pt x="9926073" y="1536382"/>
                </a:cubicBezTo>
                <a:lnTo>
                  <a:pt x="9921541" y="1528499"/>
                </a:lnTo>
                <a:cubicBezTo>
                  <a:pt x="9921410" y="1528236"/>
                  <a:pt x="9921541" y="1527645"/>
                  <a:pt x="9921541" y="1527645"/>
                </a:cubicBezTo>
                <a:lnTo>
                  <a:pt x="9926073" y="1519763"/>
                </a:lnTo>
                <a:cubicBezTo>
                  <a:pt x="9926270" y="1519501"/>
                  <a:pt x="9926861" y="1519304"/>
                  <a:pt x="9926861" y="1519304"/>
                </a:cubicBezTo>
                <a:close/>
                <a:moveTo>
                  <a:pt x="2295056" y="1519303"/>
                </a:moveTo>
                <a:lnTo>
                  <a:pt x="2304122" y="1519303"/>
                </a:lnTo>
                <a:cubicBezTo>
                  <a:pt x="2304450" y="1519303"/>
                  <a:pt x="2304910" y="1519762"/>
                  <a:pt x="2304910" y="1519762"/>
                </a:cubicBezTo>
                <a:lnTo>
                  <a:pt x="2309441" y="1527644"/>
                </a:lnTo>
                <a:cubicBezTo>
                  <a:pt x="2309572" y="1527906"/>
                  <a:pt x="2309441" y="1528499"/>
                  <a:pt x="2309441" y="1528499"/>
                </a:cubicBezTo>
                <a:lnTo>
                  <a:pt x="2304910" y="1536380"/>
                </a:lnTo>
                <a:cubicBezTo>
                  <a:pt x="2304713" y="1536644"/>
                  <a:pt x="2304122" y="1536840"/>
                  <a:pt x="2304122" y="1536840"/>
                </a:cubicBezTo>
                <a:lnTo>
                  <a:pt x="2295056" y="1536840"/>
                </a:lnTo>
                <a:cubicBezTo>
                  <a:pt x="2294729" y="1536840"/>
                  <a:pt x="2294268" y="1536380"/>
                  <a:pt x="2294268" y="1536380"/>
                </a:cubicBezTo>
                <a:lnTo>
                  <a:pt x="2289737" y="1528499"/>
                </a:lnTo>
                <a:cubicBezTo>
                  <a:pt x="2289606" y="1528235"/>
                  <a:pt x="2289737" y="1527644"/>
                  <a:pt x="2289737" y="1527644"/>
                </a:cubicBezTo>
                <a:lnTo>
                  <a:pt x="2294268" y="1519762"/>
                </a:lnTo>
                <a:cubicBezTo>
                  <a:pt x="2294465" y="1519499"/>
                  <a:pt x="2295056" y="1519303"/>
                  <a:pt x="2295056" y="1519303"/>
                </a:cubicBezTo>
                <a:close/>
                <a:moveTo>
                  <a:pt x="6874095" y="1519296"/>
                </a:moveTo>
                <a:lnTo>
                  <a:pt x="6883159" y="1519296"/>
                </a:lnTo>
                <a:cubicBezTo>
                  <a:pt x="6883488" y="1519296"/>
                  <a:pt x="6883947" y="1519756"/>
                  <a:pt x="6883947" y="1519756"/>
                </a:cubicBezTo>
                <a:lnTo>
                  <a:pt x="6888480" y="1527637"/>
                </a:lnTo>
                <a:cubicBezTo>
                  <a:pt x="6888611" y="1527900"/>
                  <a:pt x="6888480" y="1528491"/>
                  <a:pt x="6888480" y="1528491"/>
                </a:cubicBezTo>
                <a:lnTo>
                  <a:pt x="6883947" y="1536373"/>
                </a:lnTo>
                <a:cubicBezTo>
                  <a:pt x="6883751" y="1536636"/>
                  <a:pt x="6883159" y="1536833"/>
                  <a:pt x="6883159" y="1536833"/>
                </a:cubicBezTo>
                <a:lnTo>
                  <a:pt x="6874095" y="1536833"/>
                </a:lnTo>
                <a:cubicBezTo>
                  <a:pt x="6873768" y="1536833"/>
                  <a:pt x="6873307" y="1536373"/>
                  <a:pt x="6873307" y="1536373"/>
                </a:cubicBezTo>
                <a:lnTo>
                  <a:pt x="6868775" y="1528491"/>
                </a:lnTo>
                <a:cubicBezTo>
                  <a:pt x="6868644" y="1528227"/>
                  <a:pt x="6868775" y="1527637"/>
                  <a:pt x="6868775" y="1527637"/>
                </a:cubicBezTo>
                <a:lnTo>
                  <a:pt x="6873307" y="1519756"/>
                </a:lnTo>
                <a:cubicBezTo>
                  <a:pt x="6873504" y="1519492"/>
                  <a:pt x="6874095" y="1519296"/>
                  <a:pt x="6874095" y="1519296"/>
                </a:cubicBezTo>
                <a:close/>
                <a:moveTo>
                  <a:pt x="259879" y="1519296"/>
                </a:moveTo>
                <a:lnTo>
                  <a:pt x="268942" y="1519296"/>
                </a:lnTo>
                <a:cubicBezTo>
                  <a:pt x="269270" y="1519296"/>
                  <a:pt x="269730" y="1519756"/>
                  <a:pt x="269730" y="1519756"/>
                </a:cubicBezTo>
                <a:lnTo>
                  <a:pt x="274262" y="1527637"/>
                </a:lnTo>
                <a:cubicBezTo>
                  <a:pt x="274393" y="1527900"/>
                  <a:pt x="274262" y="1528492"/>
                  <a:pt x="274262" y="1528492"/>
                </a:cubicBezTo>
                <a:lnTo>
                  <a:pt x="269730" y="1536374"/>
                </a:lnTo>
                <a:cubicBezTo>
                  <a:pt x="269533" y="1536637"/>
                  <a:pt x="268942" y="1536833"/>
                  <a:pt x="268942" y="1536833"/>
                </a:cubicBezTo>
                <a:lnTo>
                  <a:pt x="259879" y="1536833"/>
                </a:lnTo>
                <a:cubicBezTo>
                  <a:pt x="259548" y="1536833"/>
                  <a:pt x="259089" y="1536374"/>
                  <a:pt x="259089" y="1536374"/>
                </a:cubicBezTo>
                <a:lnTo>
                  <a:pt x="254558" y="1528492"/>
                </a:lnTo>
                <a:cubicBezTo>
                  <a:pt x="254427" y="1528228"/>
                  <a:pt x="254558" y="1527637"/>
                  <a:pt x="254558" y="1527637"/>
                </a:cubicBezTo>
                <a:lnTo>
                  <a:pt x="259089" y="1519756"/>
                </a:lnTo>
                <a:cubicBezTo>
                  <a:pt x="259286" y="1519493"/>
                  <a:pt x="259879" y="1519296"/>
                  <a:pt x="259879" y="1519296"/>
                </a:cubicBezTo>
                <a:close/>
                <a:moveTo>
                  <a:pt x="1786214" y="1519292"/>
                </a:moveTo>
                <a:lnTo>
                  <a:pt x="1795278" y="1519292"/>
                </a:lnTo>
                <a:cubicBezTo>
                  <a:pt x="1795605" y="1519292"/>
                  <a:pt x="1796066" y="1519751"/>
                  <a:pt x="1796066" y="1519751"/>
                </a:cubicBezTo>
                <a:lnTo>
                  <a:pt x="1800597" y="1527632"/>
                </a:lnTo>
                <a:cubicBezTo>
                  <a:pt x="1800728" y="1527895"/>
                  <a:pt x="1800597" y="1528487"/>
                  <a:pt x="1800597" y="1528487"/>
                </a:cubicBezTo>
                <a:lnTo>
                  <a:pt x="1796066" y="1536369"/>
                </a:lnTo>
                <a:cubicBezTo>
                  <a:pt x="1795868" y="1536632"/>
                  <a:pt x="1795278" y="1536829"/>
                  <a:pt x="1795278" y="1536829"/>
                </a:cubicBezTo>
                <a:lnTo>
                  <a:pt x="1786214" y="1536829"/>
                </a:lnTo>
                <a:cubicBezTo>
                  <a:pt x="1785886" y="1536829"/>
                  <a:pt x="1785424" y="1536369"/>
                  <a:pt x="1785424" y="1536369"/>
                </a:cubicBezTo>
                <a:lnTo>
                  <a:pt x="1780894" y="1528487"/>
                </a:lnTo>
                <a:cubicBezTo>
                  <a:pt x="1780762" y="1528224"/>
                  <a:pt x="1780894" y="1527632"/>
                  <a:pt x="1780894" y="1527632"/>
                </a:cubicBezTo>
                <a:lnTo>
                  <a:pt x="1785424" y="1519751"/>
                </a:lnTo>
                <a:cubicBezTo>
                  <a:pt x="1785622" y="1519488"/>
                  <a:pt x="1786214" y="1519292"/>
                  <a:pt x="1786214" y="1519292"/>
                </a:cubicBezTo>
                <a:close/>
                <a:moveTo>
                  <a:pt x="8654892" y="1519288"/>
                </a:moveTo>
                <a:lnTo>
                  <a:pt x="8663955" y="1519288"/>
                </a:lnTo>
                <a:cubicBezTo>
                  <a:pt x="8664285" y="1519288"/>
                  <a:pt x="8664744" y="1519749"/>
                  <a:pt x="8664744" y="1519749"/>
                </a:cubicBezTo>
                <a:lnTo>
                  <a:pt x="8669277" y="1527629"/>
                </a:lnTo>
                <a:cubicBezTo>
                  <a:pt x="8669408" y="1527893"/>
                  <a:pt x="8669277" y="1528484"/>
                  <a:pt x="8669277" y="1528484"/>
                </a:cubicBezTo>
                <a:lnTo>
                  <a:pt x="8664744" y="1536367"/>
                </a:lnTo>
                <a:cubicBezTo>
                  <a:pt x="8664548" y="1536630"/>
                  <a:pt x="8663955" y="1536827"/>
                  <a:pt x="8663955" y="1536827"/>
                </a:cubicBezTo>
                <a:lnTo>
                  <a:pt x="8654892" y="1536827"/>
                </a:lnTo>
                <a:cubicBezTo>
                  <a:pt x="8654565" y="1536827"/>
                  <a:pt x="8654104" y="1536367"/>
                  <a:pt x="8654104" y="1536367"/>
                </a:cubicBezTo>
                <a:lnTo>
                  <a:pt x="8649572" y="1528484"/>
                </a:lnTo>
                <a:cubicBezTo>
                  <a:pt x="8649441" y="1528222"/>
                  <a:pt x="8649572" y="1527629"/>
                  <a:pt x="8649572" y="1527629"/>
                </a:cubicBezTo>
                <a:lnTo>
                  <a:pt x="8654104" y="1519749"/>
                </a:lnTo>
                <a:cubicBezTo>
                  <a:pt x="8654301" y="1519485"/>
                  <a:pt x="8654892" y="1519288"/>
                  <a:pt x="8654892" y="1519288"/>
                </a:cubicBezTo>
                <a:close/>
                <a:moveTo>
                  <a:pt x="6365334" y="1519282"/>
                </a:moveTo>
                <a:lnTo>
                  <a:pt x="6374397" y="1519282"/>
                </a:lnTo>
                <a:cubicBezTo>
                  <a:pt x="6374727" y="1519282"/>
                  <a:pt x="6375186" y="1519741"/>
                  <a:pt x="6375186" y="1519741"/>
                </a:cubicBezTo>
                <a:lnTo>
                  <a:pt x="6379718" y="1527623"/>
                </a:lnTo>
                <a:cubicBezTo>
                  <a:pt x="6379849" y="1527885"/>
                  <a:pt x="6379718" y="1528477"/>
                  <a:pt x="6379718" y="1528477"/>
                </a:cubicBezTo>
                <a:lnTo>
                  <a:pt x="6375186" y="1536359"/>
                </a:lnTo>
                <a:cubicBezTo>
                  <a:pt x="6374988" y="1536622"/>
                  <a:pt x="6374397" y="1536819"/>
                  <a:pt x="6374397" y="1536819"/>
                </a:cubicBezTo>
                <a:lnTo>
                  <a:pt x="6365334" y="1536819"/>
                </a:lnTo>
                <a:cubicBezTo>
                  <a:pt x="6365005" y="1536819"/>
                  <a:pt x="6364546" y="1536359"/>
                  <a:pt x="6364546" y="1536359"/>
                </a:cubicBezTo>
                <a:lnTo>
                  <a:pt x="6360014" y="1528477"/>
                </a:lnTo>
                <a:cubicBezTo>
                  <a:pt x="6359882" y="1528214"/>
                  <a:pt x="6360014" y="1527623"/>
                  <a:pt x="6360014" y="1527623"/>
                </a:cubicBezTo>
                <a:lnTo>
                  <a:pt x="6364546" y="1519741"/>
                </a:lnTo>
                <a:cubicBezTo>
                  <a:pt x="6364743" y="1519479"/>
                  <a:pt x="6365334" y="1519282"/>
                  <a:pt x="6365334" y="1519282"/>
                </a:cubicBezTo>
                <a:close/>
                <a:moveTo>
                  <a:pt x="7637304" y="1519281"/>
                </a:moveTo>
                <a:lnTo>
                  <a:pt x="7646367" y="1519281"/>
                </a:lnTo>
                <a:cubicBezTo>
                  <a:pt x="7646696" y="1519281"/>
                  <a:pt x="7647156" y="1519740"/>
                  <a:pt x="7647156" y="1519740"/>
                </a:cubicBezTo>
                <a:lnTo>
                  <a:pt x="7651687" y="1527622"/>
                </a:lnTo>
                <a:cubicBezTo>
                  <a:pt x="7651819" y="1527884"/>
                  <a:pt x="7651687" y="1528476"/>
                  <a:pt x="7651687" y="1528476"/>
                </a:cubicBezTo>
                <a:lnTo>
                  <a:pt x="7647156" y="1536358"/>
                </a:lnTo>
                <a:cubicBezTo>
                  <a:pt x="7646958" y="1536622"/>
                  <a:pt x="7646367" y="1536819"/>
                  <a:pt x="7646367" y="1536819"/>
                </a:cubicBezTo>
                <a:lnTo>
                  <a:pt x="7637304" y="1536819"/>
                </a:lnTo>
                <a:cubicBezTo>
                  <a:pt x="7636975" y="1536819"/>
                  <a:pt x="7636516" y="1536358"/>
                  <a:pt x="7636516" y="1536358"/>
                </a:cubicBezTo>
                <a:lnTo>
                  <a:pt x="7631983" y="1528476"/>
                </a:lnTo>
                <a:cubicBezTo>
                  <a:pt x="7631851" y="1528213"/>
                  <a:pt x="7631983" y="1527622"/>
                  <a:pt x="7631983" y="1527622"/>
                </a:cubicBezTo>
                <a:lnTo>
                  <a:pt x="7636516" y="1519740"/>
                </a:lnTo>
                <a:cubicBezTo>
                  <a:pt x="7636713" y="1519478"/>
                  <a:pt x="7637304" y="1519281"/>
                  <a:pt x="7637304" y="1519281"/>
                </a:cubicBezTo>
                <a:close/>
                <a:moveTo>
                  <a:pt x="3821390" y="1519280"/>
                </a:moveTo>
                <a:lnTo>
                  <a:pt x="3830453" y="1519280"/>
                </a:lnTo>
                <a:cubicBezTo>
                  <a:pt x="3830782" y="1519280"/>
                  <a:pt x="3831241" y="1519739"/>
                  <a:pt x="3831241" y="1519739"/>
                </a:cubicBezTo>
                <a:lnTo>
                  <a:pt x="3835772" y="1527621"/>
                </a:lnTo>
                <a:cubicBezTo>
                  <a:pt x="3835904" y="1527883"/>
                  <a:pt x="3835772" y="1528474"/>
                  <a:pt x="3835772" y="1528474"/>
                </a:cubicBezTo>
                <a:lnTo>
                  <a:pt x="3831241" y="1536357"/>
                </a:lnTo>
                <a:cubicBezTo>
                  <a:pt x="3831044" y="1536621"/>
                  <a:pt x="3830453" y="1536818"/>
                  <a:pt x="3830453" y="1536818"/>
                </a:cubicBezTo>
                <a:lnTo>
                  <a:pt x="3821390" y="1536818"/>
                </a:lnTo>
                <a:cubicBezTo>
                  <a:pt x="3821059" y="1536818"/>
                  <a:pt x="3820601" y="1536357"/>
                  <a:pt x="3820601" y="1536357"/>
                </a:cubicBezTo>
                <a:lnTo>
                  <a:pt x="3816068" y="1528474"/>
                </a:lnTo>
                <a:cubicBezTo>
                  <a:pt x="3815937" y="1528212"/>
                  <a:pt x="3816068" y="1527621"/>
                  <a:pt x="3816068" y="1527621"/>
                </a:cubicBezTo>
                <a:lnTo>
                  <a:pt x="3820601" y="1519739"/>
                </a:lnTo>
                <a:cubicBezTo>
                  <a:pt x="3820798" y="1519477"/>
                  <a:pt x="3821390" y="1519280"/>
                  <a:pt x="3821390" y="1519280"/>
                </a:cubicBezTo>
                <a:close/>
                <a:moveTo>
                  <a:pt x="10181242" y="1519277"/>
                </a:moveTo>
                <a:lnTo>
                  <a:pt x="10190305" y="1519277"/>
                </a:lnTo>
                <a:cubicBezTo>
                  <a:pt x="10190635" y="1519277"/>
                  <a:pt x="10191093" y="1519738"/>
                  <a:pt x="10191093" y="1519738"/>
                </a:cubicBezTo>
                <a:lnTo>
                  <a:pt x="10195626" y="1527618"/>
                </a:lnTo>
                <a:cubicBezTo>
                  <a:pt x="10195758" y="1527882"/>
                  <a:pt x="10195626" y="1528472"/>
                  <a:pt x="10195626" y="1528472"/>
                </a:cubicBezTo>
                <a:lnTo>
                  <a:pt x="10191093" y="1536356"/>
                </a:lnTo>
                <a:cubicBezTo>
                  <a:pt x="10190896" y="1536618"/>
                  <a:pt x="10190305" y="1536814"/>
                  <a:pt x="10190305" y="1536814"/>
                </a:cubicBezTo>
                <a:lnTo>
                  <a:pt x="10181242" y="1536814"/>
                </a:lnTo>
                <a:cubicBezTo>
                  <a:pt x="10180914" y="1536814"/>
                  <a:pt x="10180453" y="1536356"/>
                  <a:pt x="10180453" y="1536356"/>
                </a:cubicBezTo>
                <a:lnTo>
                  <a:pt x="10175922" y="1528472"/>
                </a:lnTo>
                <a:cubicBezTo>
                  <a:pt x="10175790" y="1528211"/>
                  <a:pt x="10175922" y="1527618"/>
                  <a:pt x="10175922" y="1527618"/>
                </a:cubicBezTo>
                <a:lnTo>
                  <a:pt x="10180453" y="1519738"/>
                </a:lnTo>
                <a:cubicBezTo>
                  <a:pt x="10180650" y="1519475"/>
                  <a:pt x="10181242" y="1519277"/>
                  <a:pt x="10181242" y="1519277"/>
                </a:cubicBezTo>
                <a:close/>
                <a:moveTo>
                  <a:pt x="5093300" y="1519277"/>
                </a:moveTo>
                <a:lnTo>
                  <a:pt x="5102364" y="1519277"/>
                </a:lnTo>
                <a:cubicBezTo>
                  <a:pt x="5102693" y="1519277"/>
                  <a:pt x="5103153" y="1519737"/>
                  <a:pt x="5103153" y="1519737"/>
                </a:cubicBezTo>
                <a:lnTo>
                  <a:pt x="5107684" y="1527618"/>
                </a:lnTo>
                <a:cubicBezTo>
                  <a:pt x="5107815" y="1527881"/>
                  <a:pt x="5107684" y="1528472"/>
                  <a:pt x="5107684" y="1528472"/>
                </a:cubicBezTo>
                <a:lnTo>
                  <a:pt x="5103153" y="1536355"/>
                </a:lnTo>
                <a:cubicBezTo>
                  <a:pt x="5102955" y="1536618"/>
                  <a:pt x="5102364" y="1536814"/>
                  <a:pt x="5102364" y="1536814"/>
                </a:cubicBezTo>
                <a:lnTo>
                  <a:pt x="5093300" y="1536814"/>
                </a:lnTo>
                <a:cubicBezTo>
                  <a:pt x="5092972" y="1536814"/>
                  <a:pt x="5092512" y="1536355"/>
                  <a:pt x="5092512" y="1536355"/>
                </a:cubicBezTo>
                <a:lnTo>
                  <a:pt x="5087979" y="1528472"/>
                </a:lnTo>
                <a:cubicBezTo>
                  <a:pt x="5087848" y="1528210"/>
                  <a:pt x="5087979" y="1527618"/>
                  <a:pt x="5087979" y="1527618"/>
                </a:cubicBezTo>
                <a:lnTo>
                  <a:pt x="5092512" y="1519737"/>
                </a:lnTo>
                <a:cubicBezTo>
                  <a:pt x="5092708" y="1519474"/>
                  <a:pt x="5093300" y="1519277"/>
                  <a:pt x="5093300" y="1519277"/>
                </a:cubicBezTo>
                <a:close/>
                <a:moveTo>
                  <a:pt x="4075766" y="1519277"/>
                </a:moveTo>
                <a:lnTo>
                  <a:pt x="4084832" y="1519277"/>
                </a:lnTo>
                <a:cubicBezTo>
                  <a:pt x="4085159" y="1519277"/>
                  <a:pt x="4085618" y="1519736"/>
                  <a:pt x="4085618" y="1519736"/>
                </a:cubicBezTo>
                <a:lnTo>
                  <a:pt x="4090151" y="1527618"/>
                </a:lnTo>
                <a:cubicBezTo>
                  <a:pt x="4090281" y="1527881"/>
                  <a:pt x="4090151" y="1528472"/>
                  <a:pt x="4090151" y="1528472"/>
                </a:cubicBezTo>
                <a:lnTo>
                  <a:pt x="4085618" y="1536355"/>
                </a:lnTo>
                <a:cubicBezTo>
                  <a:pt x="4085422" y="1536618"/>
                  <a:pt x="4084832" y="1536814"/>
                  <a:pt x="4084832" y="1536814"/>
                </a:cubicBezTo>
                <a:lnTo>
                  <a:pt x="4075766" y="1536814"/>
                </a:lnTo>
                <a:cubicBezTo>
                  <a:pt x="4075438" y="1536814"/>
                  <a:pt x="4074978" y="1536355"/>
                  <a:pt x="4074978" y="1536355"/>
                </a:cubicBezTo>
                <a:lnTo>
                  <a:pt x="4070445" y="1528472"/>
                </a:lnTo>
                <a:cubicBezTo>
                  <a:pt x="4070315" y="1528210"/>
                  <a:pt x="4070445" y="1527618"/>
                  <a:pt x="4070445" y="1527618"/>
                </a:cubicBezTo>
                <a:lnTo>
                  <a:pt x="4074978" y="1519736"/>
                </a:lnTo>
                <a:cubicBezTo>
                  <a:pt x="4075175" y="1519473"/>
                  <a:pt x="4075766" y="1519277"/>
                  <a:pt x="4075766" y="1519277"/>
                </a:cubicBezTo>
                <a:close/>
                <a:moveTo>
                  <a:pt x="8146065" y="1519275"/>
                </a:moveTo>
                <a:lnTo>
                  <a:pt x="8155129" y="1519275"/>
                </a:lnTo>
                <a:cubicBezTo>
                  <a:pt x="8155458" y="1519275"/>
                  <a:pt x="8155917" y="1519735"/>
                  <a:pt x="8155917" y="1519735"/>
                </a:cubicBezTo>
                <a:lnTo>
                  <a:pt x="8160449" y="1527616"/>
                </a:lnTo>
                <a:cubicBezTo>
                  <a:pt x="8160580" y="1527879"/>
                  <a:pt x="8160449" y="1528470"/>
                  <a:pt x="8160449" y="1528470"/>
                </a:cubicBezTo>
                <a:lnTo>
                  <a:pt x="8155917" y="1536353"/>
                </a:lnTo>
                <a:cubicBezTo>
                  <a:pt x="8155719" y="1536615"/>
                  <a:pt x="8155129" y="1536812"/>
                  <a:pt x="8155129" y="1536812"/>
                </a:cubicBezTo>
                <a:lnTo>
                  <a:pt x="8146065" y="1536812"/>
                </a:lnTo>
                <a:cubicBezTo>
                  <a:pt x="8145737" y="1536812"/>
                  <a:pt x="8145277" y="1536353"/>
                  <a:pt x="8145277" y="1536353"/>
                </a:cubicBezTo>
                <a:lnTo>
                  <a:pt x="8140745" y="1528470"/>
                </a:lnTo>
                <a:cubicBezTo>
                  <a:pt x="8140613" y="1528206"/>
                  <a:pt x="8140745" y="1527616"/>
                  <a:pt x="8140745" y="1527616"/>
                </a:cubicBezTo>
                <a:lnTo>
                  <a:pt x="8145277" y="1519735"/>
                </a:lnTo>
                <a:cubicBezTo>
                  <a:pt x="8145474" y="1519471"/>
                  <a:pt x="8146065" y="1519275"/>
                  <a:pt x="8146065" y="1519275"/>
                </a:cubicBezTo>
                <a:close/>
                <a:moveTo>
                  <a:pt x="5856508" y="1519265"/>
                </a:moveTo>
                <a:lnTo>
                  <a:pt x="5865571" y="1519265"/>
                </a:lnTo>
                <a:cubicBezTo>
                  <a:pt x="5865900" y="1519265"/>
                  <a:pt x="5866359" y="1519725"/>
                  <a:pt x="5866359" y="1519725"/>
                </a:cubicBezTo>
                <a:lnTo>
                  <a:pt x="5870891" y="1527606"/>
                </a:lnTo>
                <a:cubicBezTo>
                  <a:pt x="5871023" y="1527869"/>
                  <a:pt x="5870891" y="1528460"/>
                  <a:pt x="5870891" y="1528460"/>
                </a:cubicBezTo>
                <a:lnTo>
                  <a:pt x="5866359" y="1536343"/>
                </a:lnTo>
                <a:cubicBezTo>
                  <a:pt x="5866163" y="1536605"/>
                  <a:pt x="5865571" y="1536802"/>
                  <a:pt x="5865571" y="1536802"/>
                </a:cubicBezTo>
                <a:lnTo>
                  <a:pt x="5856508" y="1536802"/>
                </a:lnTo>
                <a:cubicBezTo>
                  <a:pt x="5856178" y="1536802"/>
                  <a:pt x="5855720" y="1536343"/>
                  <a:pt x="5855720" y="1536343"/>
                </a:cubicBezTo>
                <a:lnTo>
                  <a:pt x="5851187" y="1528460"/>
                </a:lnTo>
                <a:cubicBezTo>
                  <a:pt x="5851055" y="1528198"/>
                  <a:pt x="5851187" y="1527606"/>
                  <a:pt x="5851187" y="1527606"/>
                </a:cubicBezTo>
                <a:lnTo>
                  <a:pt x="5855720" y="1519725"/>
                </a:lnTo>
                <a:cubicBezTo>
                  <a:pt x="5855916" y="1519462"/>
                  <a:pt x="5856508" y="1519265"/>
                  <a:pt x="5856508" y="1519265"/>
                </a:cubicBezTo>
                <a:close/>
                <a:moveTo>
                  <a:pt x="6619714" y="1519261"/>
                </a:moveTo>
                <a:lnTo>
                  <a:pt x="6628778" y="1519261"/>
                </a:lnTo>
                <a:cubicBezTo>
                  <a:pt x="6629107" y="1519261"/>
                  <a:pt x="6629566" y="1519721"/>
                  <a:pt x="6629566" y="1519721"/>
                </a:cubicBezTo>
                <a:lnTo>
                  <a:pt x="6634099" y="1527602"/>
                </a:lnTo>
                <a:cubicBezTo>
                  <a:pt x="6634230" y="1527865"/>
                  <a:pt x="6634099" y="1528456"/>
                  <a:pt x="6634099" y="1528456"/>
                </a:cubicBezTo>
                <a:lnTo>
                  <a:pt x="6629566" y="1536338"/>
                </a:lnTo>
                <a:cubicBezTo>
                  <a:pt x="6629369" y="1536601"/>
                  <a:pt x="6628778" y="1536798"/>
                  <a:pt x="6628778" y="1536798"/>
                </a:cubicBezTo>
                <a:lnTo>
                  <a:pt x="6619714" y="1536798"/>
                </a:lnTo>
                <a:cubicBezTo>
                  <a:pt x="6619387" y="1536798"/>
                  <a:pt x="6618926" y="1536338"/>
                  <a:pt x="6618926" y="1536338"/>
                </a:cubicBezTo>
                <a:lnTo>
                  <a:pt x="6614394" y="1528456"/>
                </a:lnTo>
                <a:cubicBezTo>
                  <a:pt x="6614263" y="1528193"/>
                  <a:pt x="6614394" y="1527602"/>
                  <a:pt x="6614394" y="1527602"/>
                </a:cubicBezTo>
                <a:lnTo>
                  <a:pt x="6618926" y="1519721"/>
                </a:lnTo>
                <a:cubicBezTo>
                  <a:pt x="6619123" y="1519458"/>
                  <a:pt x="6619714" y="1519261"/>
                  <a:pt x="6619714" y="1519261"/>
                </a:cubicBezTo>
                <a:close/>
                <a:moveTo>
                  <a:pt x="2040604" y="1519260"/>
                </a:moveTo>
                <a:lnTo>
                  <a:pt x="2049668" y="1519260"/>
                </a:lnTo>
                <a:cubicBezTo>
                  <a:pt x="2049996" y="1519260"/>
                  <a:pt x="2050456" y="1519720"/>
                  <a:pt x="2050456" y="1519720"/>
                </a:cubicBezTo>
                <a:lnTo>
                  <a:pt x="2054988" y="1527601"/>
                </a:lnTo>
                <a:cubicBezTo>
                  <a:pt x="2055119" y="1527864"/>
                  <a:pt x="2054988" y="1528455"/>
                  <a:pt x="2054988" y="1528455"/>
                </a:cubicBezTo>
                <a:lnTo>
                  <a:pt x="2050456" y="1536337"/>
                </a:lnTo>
                <a:cubicBezTo>
                  <a:pt x="2050259" y="1536600"/>
                  <a:pt x="2049668" y="1536797"/>
                  <a:pt x="2049668" y="1536797"/>
                </a:cubicBezTo>
                <a:lnTo>
                  <a:pt x="2040604" y="1536797"/>
                </a:lnTo>
                <a:cubicBezTo>
                  <a:pt x="2040275" y="1536797"/>
                  <a:pt x="2039816" y="1536337"/>
                  <a:pt x="2039816" y="1536337"/>
                </a:cubicBezTo>
                <a:lnTo>
                  <a:pt x="2035283" y="1528455"/>
                </a:lnTo>
                <a:cubicBezTo>
                  <a:pt x="2035152" y="1528192"/>
                  <a:pt x="2035283" y="1527601"/>
                  <a:pt x="2035283" y="1527601"/>
                </a:cubicBezTo>
                <a:lnTo>
                  <a:pt x="2039816" y="1519720"/>
                </a:lnTo>
                <a:cubicBezTo>
                  <a:pt x="2040013" y="1519457"/>
                  <a:pt x="2040604" y="1519260"/>
                  <a:pt x="2040604" y="1519260"/>
                </a:cubicBezTo>
                <a:close/>
                <a:moveTo>
                  <a:pt x="2549364" y="1519259"/>
                </a:moveTo>
                <a:lnTo>
                  <a:pt x="2558429" y="1519259"/>
                </a:lnTo>
                <a:cubicBezTo>
                  <a:pt x="2558757" y="1519259"/>
                  <a:pt x="2559217" y="1519718"/>
                  <a:pt x="2559217" y="1519718"/>
                </a:cubicBezTo>
                <a:lnTo>
                  <a:pt x="2563749" y="1527601"/>
                </a:lnTo>
                <a:cubicBezTo>
                  <a:pt x="2563880" y="1527863"/>
                  <a:pt x="2563749" y="1528454"/>
                  <a:pt x="2563749" y="1528454"/>
                </a:cubicBezTo>
                <a:lnTo>
                  <a:pt x="2559217" y="1536336"/>
                </a:lnTo>
                <a:cubicBezTo>
                  <a:pt x="2559020" y="1536600"/>
                  <a:pt x="2558429" y="1536797"/>
                  <a:pt x="2558429" y="1536797"/>
                </a:cubicBezTo>
                <a:lnTo>
                  <a:pt x="2549364" y="1536797"/>
                </a:lnTo>
                <a:cubicBezTo>
                  <a:pt x="2549037" y="1536797"/>
                  <a:pt x="2548576" y="1536336"/>
                  <a:pt x="2548576" y="1536336"/>
                </a:cubicBezTo>
                <a:lnTo>
                  <a:pt x="2544044" y="1528454"/>
                </a:lnTo>
                <a:cubicBezTo>
                  <a:pt x="2543913" y="1528191"/>
                  <a:pt x="2544044" y="1527601"/>
                  <a:pt x="2544044" y="1527601"/>
                </a:cubicBezTo>
                <a:lnTo>
                  <a:pt x="2548576" y="1519718"/>
                </a:lnTo>
                <a:cubicBezTo>
                  <a:pt x="2548773" y="1519457"/>
                  <a:pt x="2549364" y="1519259"/>
                  <a:pt x="2549364" y="1519259"/>
                </a:cubicBezTo>
                <a:close/>
                <a:moveTo>
                  <a:pt x="8654892" y="1302363"/>
                </a:moveTo>
                <a:lnTo>
                  <a:pt x="8663955" y="1302363"/>
                </a:lnTo>
                <a:cubicBezTo>
                  <a:pt x="8664285" y="1302363"/>
                  <a:pt x="8664744" y="1302819"/>
                  <a:pt x="8664744" y="1302819"/>
                </a:cubicBezTo>
                <a:lnTo>
                  <a:pt x="8669277" y="1310701"/>
                </a:lnTo>
                <a:cubicBezTo>
                  <a:pt x="8669408" y="1310961"/>
                  <a:pt x="8669277" y="1311555"/>
                  <a:pt x="8669277" y="1311555"/>
                </a:cubicBezTo>
                <a:lnTo>
                  <a:pt x="8664744" y="1319435"/>
                </a:lnTo>
                <a:cubicBezTo>
                  <a:pt x="8664548" y="1319699"/>
                  <a:pt x="8663955" y="1319895"/>
                  <a:pt x="8663955" y="1319895"/>
                </a:cubicBezTo>
                <a:lnTo>
                  <a:pt x="8654892" y="1319895"/>
                </a:lnTo>
                <a:cubicBezTo>
                  <a:pt x="8654565" y="1319895"/>
                  <a:pt x="8654104" y="1319435"/>
                  <a:pt x="8654104" y="1319435"/>
                </a:cubicBezTo>
                <a:lnTo>
                  <a:pt x="8649572" y="1311555"/>
                </a:lnTo>
                <a:cubicBezTo>
                  <a:pt x="8649441" y="1311292"/>
                  <a:pt x="8649572" y="1310701"/>
                  <a:pt x="8649572" y="1310701"/>
                </a:cubicBezTo>
                <a:lnTo>
                  <a:pt x="8654104" y="1302819"/>
                </a:lnTo>
                <a:cubicBezTo>
                  <a:pt x="8654301" y="1302562"/>
                  <a:pt x="8654892" y="1302363"/>
                  <a:pt x="8654892" y="1302363"/>
                </a:cubicBezTo>
                <a:close/>
                <a:moveTo>
                  <a:pt x="2803967" y="1302363"/>
                </a:moveTo>
                <a:lnTo>
                  <a:pt x="2813034" y="1302363"/>
                </a:lnTo>
                <a:cubicBezTo>
                  <a:pt x="2813360" y="1302363"/>
                  <a:pt x="2813820" y="1302818"/>
                  <a:pt x="2813820" y="1302818"/>
                </a:cubicBezTo>
                <a:lnTo>
                  <a:pt x="2818352" y="1310700"/>
                </a:lnTo>
                <a:cubicBezTo>
                  <a:pt x="2818483" y="1310960"/>
                  <a:pt x="2818352" y="1311553"/>
                  <a:pt x="2818352" y="1311553"/>
                </a:cubicBezTo>
                <a:lnTo>
                  <a:pt x="2813820" y="1319435"/>
                </a:lnTo>
                <a:cubicBezTo>
                  <a:pt x="2813623" y="1319695"/>
                  <a:pt x="2813034" y="1319895"/>
                  <a:pt x="2813034" y="1319895"/>
                </a:cubicBezTo>
                <a:lnTo>
                  <a:pt x="2803967" y="1319895"/>
                </a:lnTo>
                <a:cubicBezTo>
                  <a:pt x="2803639" y="1319895"/>
                  <a:pt x="2803179" y="1319435"/>
                  <a:pt x="2803179" y="1319435"/>
                </a:cubicBezTo>
                <a:lnTo>
                  <a:pt x="2798648" y="1311553"/>
                </a:lnTo>
                <a:cubicBezTo>
                  <a:pt x="2798517" y="1311291"/>
                  <a:pt x="2798648" y="1310700"/>
                  <a:pt x="2798648" y="1310700"/>
                </a:cubicBezTo>
                <a:lnTo>
                  <a:pt x="2803179" y="1302818"/>
                </a:lnTo>
                <a:cubicBezTo>
                  <a:pt x="2803377" y="1302561"/>
                  <a:pt x="2803967" y="1302363"/>
                  <a:pt x="2803967" y="1302363"/>
                </a:cubicBezTo>
                <a:close/>
                <a:moveTo>
                  <a:pt x="5602126" y="1302362"/>
                </a:moveTo>
                <a:lnTo>
                  <a:pt x="5611191" y="1302362"/>
                </a:lnTo>
                <a:cubicBezTo>
                  <a:pt x="5611519" y="1302362"/>
                  <a:pt x="5611979" y="1302818"/>
                  <a:pt x="5611979" y="1302818"/>
                </a:cubicBezTo>
                <a:lnTo>
                  <a:pt x="5616511" y="1310700"/>
                </a:lnTo>
                <a:cubicBezTo>
                  <a:pt x="5616642" y="1310960"/>
                  <a:pt x="5616511" y="1311550"/>
                  <a:pt x="5616511" y="1311550"/>
                </a:cubicBezTo>
                <a:lnTo>
                  <a:pt x="5611979" y="1319435"/>
                </a:lnTo>
                <a:cubicBezTo>
                  <a:pt x="5611782" y="1319695"/>
                  <a:pt x="5611191" y="1319895"/>
                  <a:pt x="5611191" y="1319895"/>
                </a:cubicBezTo>
                <a:lnTo>
                  <a:pt x="5602126" y="1319895"/>
                </a:lnTo>
                <a:cubicBezTo>
                  <a:pt x="5601798" y="1319895"/>
                  <a:pt x="5601338" y="1319435"/>
                  <a:pt x="5601338" y="1319435"/>
                </a:cubicBezTo>
                <a:lnTo>
                  <a:pt x="5596807" y="1311550"/>
                </a:lnTo>
                <a:cubicBezTo>
                  <a:pt x="5596675" y="1311291"/>
                  <a:pt x="5596807" y="1310700"/>
                  <a:pt x="5596807" y="1310700"/>
                </a:cubicBezTo>
                <a:lnTo>
                  <a:pt x="5601338" y="1302818"/>
                </a:lnTo>
                <a:cubicBezTo>
                  <a:pt x="5601536" y="1302556"/>
                  <a:pt x="5602126" y="1302362"/>
                  <a:pt x="5602126" y="1302362"/>
                </a:cubicBezTo>
                <a:close/>
                <a:moveTo>
                  <a:pt x="3821617" y="1302358"/>
                </a:moveTo>
                <a:lnTo>
                  <a:pt x="3830685" y="1302358"/>
                </a:lnTo>
                <a:cubicBezTo>
                  <a:pt x="3831011" y="1302358"/>
                  <a:pt x="3831471" y="1302818"/>
                  <a:pt x="3831471" y="1302818"/>
                </a:cubicBezTo>
                <a:lnTo>
                  <a:pt x="3836006" y="1310694"/>
                </a:lnTo>
                <a:cubicBezTo>
                  <a:pt x="3836137" y="1310958"/>
                  <a:pt x="3836006" y="1311549"/>
                  <a:pt x="3836006" y="1311549"/>
                </a:cubicBezTo>
                <a:lnTo>
                  <a:pt x="3831471" y="1319430"/>
                </a:lnTo>
                <a:cubicBezTo>
                  <a:pt x="3831274" y="1319692"/>
                  <a:pt x="3830685" y="1319890"/>
                  <a:pt x="3830685" y="1319890"/>
                </a:cubicBezTo>
                <a:lnTo>
                  <a:pt x="3821617" y="1319890"/>
                </a:lnTo>
                <a:cubicBezTo>
                  <a:pt x="3821290" y="1319890"/>
                  <a:pt x="3820830" y="1319430"/>
                  <a:pt x="3820830" y="1319430"/>
                </a:cubicBezTo>
                <a:lnTo>
                  <a:pt x="3816298" y="1311549"/>
                </a:lnTo>
                <a:cubicBezTo>
                  <a:pt x="3816165" y="1311286"/>
                  <a:pt x="3816298" y="1310694"/>
                  <a:pt x="3816298" y="1310694"/>
                </a:cubicBezTo>
                <a:lnTo>
                  <a:pt x="3820830" y="1302818"/>
                </a:lnTo>
                <a:cubicBezTo>
                  <a:pt x="3821029" y="1302556"/>
                  <a:pt x="3821617" y="1302358"/>
                  <a:pt x="3821617" y="1302358"/>
                </a:cubicBezTo>
                <a:close/>
                <a:moveTo>
                  <a:pt x="8909274" y="1302346"/>
                </a:moveTo>
                <a:lnTo>
                  <a:pt x="8918336" y="1302346"/>
                </a:lnTo>
                <a:cubicBezTo>
                  <a:pt x="8918666" y="1302346"/>
                  <a:pt x="8919125" y="1302806"/>
                  <a:pt x="8919125" y="1302806"/>
                </a:cubicBezTo>
                <a:lnTo>
                  <a:pt x="8923657" y="1310684"/>
                </a:lnTo>
                <a:cubicBezTo>
                  <a:pt x="8923789" y="1310946"/>
                  <a:pt x="8923657" y="1311538"/>
                  <a:pt x="8923657" y="1311538"/>
                </a:cubicBezTo>
                <a:lnTo>
                  <a:pt x="8919125" y="1319421"/>
                </a:lnTo>
                <a:cubicBezTo>
                  <a:pt x="8918928" y="1319682"/>
                  <a:pt x="8918336" y="1319879"/>
                  <a:pt x="8918336" y="1319879"/>
                </a:cubicBezTo>
                <a:lnTo>
                  <a:pt x="8909274" y="1319879"/>
                </a:lnTo>
                <a:cubicBezTo>
                  <a:pt x="8908945" y="1319879"/>
                  <a:pt x="8908484" y="1319421"/>
                  <a:pt x="8908484" y="1319421"/>
                </a:cubicBezTo>
                <a:lnTo>
                  <a:pt x="8903953" y="1311538"/>
                </a:lnTo>
                <a:cubicBezTo>
                  <a:pt x="8903821" y="1311276"/>
                  <a:pt x="8903953" y="1310684"/>
                  <a:pt x="8903953" y="1310684"/>
                </a:cubicBezTo>
                <a:lnTo>
                  <a:pt x="8908484" y="1302806"/>
                </a:lnTo>
                <a:cubicBezTo>
                  <a:pt x="8908681" y="1302542"/>
                  <a:pt x="8909274" y="1302346"/>
                  <a:pt x="8909274" y="1302346"/>
                </a:cubicBezTo>
                <a:close/>
                <a:moveTo>
                  <a:pt x="6619714" y="1302346"/>
                </a:moveTo>
                <a:lnTo>
                  <a:pt x="6628778" y="1302346"/>
                </a:lnTo>
                <a:cubicBezTo>
                  <a:pt x="6629107" y="1302346"/>
                  <a:pt x="6629566" y="1302809"/>
                  <a:pt x="6629566" y="1302809"/>
                </a:cubicBezTo>
                <a:lnTo>
                  <a:pt x="6634099" y="1310689"/>
                </a:lnTo>
                <a:cubicBezTo>
                  <a:pt x="6634230" y="1310948"/>
                  <a:pt x="6634099" y="1311538"/>
                  <a:pt x="6634099" y="1311538"/>
                </a:cubicBezTo>
                <a:lnTo>
                  <a:pt x="6629566" y="1319422"/>
                </a:lnTo>
                <a:cubicBezTo>
                  <a:pt x="6629369" y="1319683"/>
                  <a:pt x="6628778" y="1319881"/>
                  <a:pt x="6628778" y="1319881"/>
                </a:cubicBezTo>
                <a:lnTo>
                  <a:pt x="6619714" y="1319881"/>
                </a:lnTo>
                <a:cubicBezTo>
                  <a:pt x="6619387" y="1319881"/>
                  <a:pt x="6618926" y="1319422"/>
                  <a:pt x="6618926" y="1319422"/>
                </a:cubicBezTo>
                <a:lnTo>
                  <a:pt x="6614394" y="1311538"/>
                </a:lnTo>
                <a:cubicBezTo>
                  <a:pt x="6614263" y="1311276"/>
                  <a:pt x="6614394" y="1310689"/>
                  <a:pt x="6614394" y="1310689"/>
                </a:cubicBezTo>
                <a:lnTo>
                  <a:pt x="6618926" y="1302809"/>
                </a:lnTo>
                <a:cubicBezTo>
                  <a:pt x="6619123" y="1302546"/>
                  <a:pt x="6619714" y="1302346"/>
                  <a:pt x="6619714" y="1302346"/>
                </a:cubicBezTo>
                <a:close/>
                <a:moveTo>
                  <a:pt x="1786331" y="1302346"/>
                </a:moveTo>
                <a:lnTo>
                  <a:pt x="1795394" y="1302346"/>
                </a:lnTo>
                <a:cubicBezTo>
                  <a:pt x="1795724" y="1302346"/>
                  <a:pt x="1796183" y="1302807"/>
                  <a:pt x="1796183" y="1302807"/>
                </a:cubicBezTo>
                <a:lnTo>
                  <a:pt x="1800715" y="1310684"/>
                </a:lnTo>
                <a:cubicBezTo>
                  <a:pt x="1800847" y="1310947"/>
                  <a:pt x="1800715" y="1311538"/>
                  <a:pt x="1800715" y="1311538"/>
                </a:cubicBezTo>
                <a:lnTo>
                  <a:pt x="1796183" y="1319421"/>
                </a:lnTo>
                <a:cubicBezTo>
                  <a:pt x="1795986" y="1319682"/>
                  <a:pt x="1795394" y="1319880"/>
                  <a:pt x="1795394" y="1319880"/>
                </a:cubicBezTo>
                <a:lnTo>
                  <a:pt x="1786331" y="1319880"/>
                </a:lnTo>
                <a:cubicBezTo>
                  <a:pt x="1786003" y="1319880"/>
                  <a:pt x="1785542" y="1319421"/>
                  <a:pt x="1785542" y="1319421"/>
                </a:cubicBezTo>
                <a:lnTo>
                  <a:pt x="1781012" y="1311538"/>
                </a:lnTo>
                <a:cubicBezTo>
                  <a:pt x="1780880" y="1311276"/>
                  <a:pt x="1781012" y="1310684"/>
                  <a:pt x="1781012" y="1310684"/>
                </a:cubicBezTo>
                <a:lnTo>
                  <a:pt x="1785542" y="1302807"/>
                </a:lnTo>
                <a:cubicBezTo>
                  <a:pt x="1785740" y="1302543"/>
                  <a:pt x="1786331" y="1302346"/>
                  <a:pt x="1786331" y="1302346"/>
                </a:cubicBezTo>
                <a:close/>
                <a:moveTo>
                  <a:pt x="7128477" y="1302344"/>
                </a:moveTo>
                <a:lnTo>
                  <a:pt x="7137540" y="1302344"/>
                </a:lnTo>
                <a:cubicBezTo>
                  <a:pt x="7137869" y="1302344"/>
                  <a:pt x="7138328" y="1302803"/>
                  <a:pt x="7138328" y="1302803"/>
                </a:cubicBezTo>
                <a:lnTo>
                  <a:pt x="7142860" y="1310681"/>
                </a:lnTo>
                <a:cubicBezTo>
                  <a:pt x="7142992" y="1310943"/>
                  <a:pt x="7142860" y="1311534"/>
                  <a:pt x="7142860" y="1311534"/>
                </a:cubicBezTo>
                <a:lnTo>
                  <a:pt x="7138328" y="1319415"/>
                </a:lnTo>
                <a:cubicBezTo>
                  <a:pt x="7138131" y="1319679"/>
                  <a:pt x="7137540" y="1319878"/>
                  <a:pt x="7137540" y="1319878"/>
                </a:cubicBezTo>
                <a:lnTo>
                  <a:pt x="7128477" y="1319878"/>
                </a:lnTo>
                <a:cubicBezTo>
                  <a:pt x="7128148" y="1319878"/>
                  <a:pt x="7127689" y="1319415"/>
                  <a:pt x="7127689" y="1319415"/>
                </a:cubicBezTo>
                <a:lnTo>
                  <a:pt x="7123156" y="1311534"/>
                </a:lnTo>
                <a:cubicBezTo>
                  <a:pt x="7123024" y="1311272"/>
                  <a:pt x="7123156" y="1310681"/>
                  <a:pt x="7123156" y="1310681"/>
                </a:cubicBezTo>
                <a:lnTo>
                  <a:pt x="7127689" y="1302803"/>
                </a:lnTo>
                <a:cubicBezTo>
                  <a:pt x="7127885" y="1302540"/>
                  <a:pt x="7128477" y="1302344"/>
                  <a:pt x="7128477" y="1302344"/>
                </a:cubicBezTo>
                <a:close/>
                <a:moveTo>
                  <a:pt x="514366" y="1302344"/>
                </a:moveTo>
                <a:lnTo>
                  <a:pt x="523429" y="1302344"/>
                </a:lnTo>
                <a:cubicBezTo>
                  <a:pt x="523758" y="1302344"/>
                  <a:pt x="524218" y="1302803"/>
                  <a:pt x="524218" y="1302803"/>
                </a:cubicBezTo>
                <a:lnTo>
                  <a:pt x="528749" y="1310683"/>
                </a:lnTo>
                <a:cubicBezTo>
                  <a:pt x="528881" y="1310946"/>
                  <a:pt x="528749" y="1311538"/>
                  <a:pt x="528749" y="1311538"/>
                </a:cubicBezTo>
                <a:lnTo>
                  <a:pt x="524218" y="1319418"/>
                </a:lnTo>
                <a:cubicBezTo>
                  <a:pt x="524021" y="1319679"/>
                  <a:pt x="523429" y="1319878"/>
                  <a:pt x="523429" y="1319878"/>
                </a:cubicBezTo>
                <a:lnTo>
                  <a:pt x="514366" y="1319878"/>
                </a:lnTo>
                <a:cubicBezTo>
                  <a:pt x="514037" y="1319878"/>
                  <a:pt x="513578" y="1319418"/>
                  <a:pt x="513578" y="1319418"/>
                </a:cubicBezTo>
                <a:lnTo>
                  <a:pt x="509045" y="1311538"/>
                </a:lnTo>
                <a:cubicBezTo>
                  <a:pt x="508915" y="1311276"/>
                  <a:pt x="509045" y="1310683"/>
                  <a:pt x="509045" y="1310683"/>
                </a:cubicBezTo>
                <a:lnTo>
                  <a:pt x="513578" y="1302803"/>
                </a:lnTo>
                <a:cubicBezTo>
                  <a:pt x="513775" y="1302542"/>
                  <a:pt x="514366" y="1302344"/>
                  <a:pt x="514366" y="1302344"/>
                </a:cubicBezTo>
                <a:close/>
                <a:moveTo>
                  <a:pt x="5610" y="1302344"/>
                </a:moveTo>
                <a:lnTo>
                  <a:pt x="14674" y="1302344"/>
                </a:lnTo>
                <a:cubicBezTo>
                  <a:pt x="15002" y="1302344"/>
                  <a:pt x="15462" y="1302803"/>
                  <a:pt x="15462" y="1302803"/>
                </a:cubicBezTo>
                <a:lnTo>
                  <a:pt x="19994" y="1310681"/>
                </a:lnTo>
                <a:cubicBezTo>
                  <a:pt x="20125" y="1310943"/>
                  <a:pt x="19994" y="1311534"/>
                  <a:pt x="19994" y="1311534"/>
                </a:cubicBezTo>
                <a:lnTo>
                  <a:pt x="15462" y="1319415"/>
                </a:lnTo>
                <a:cubicBezTo>
                  <a:pt x="15265" y="1319678"/>
                  <a:pt x="14674" y="1319877"/>
                  <a:pt x="14674" y="1319877"/>
                </a:cubicBezTo>
                <a:lnTo>
                  <a:pt x="5610" y="1319877"/>
                </a:lnTo>
                <a:cubicBezTo>
                  <a:pt x="5281" y="1319877"/>
                  <a:pt x="4821" y="1319415"/>
                  <a:pt x="4821" y="1319415"/>
                </a:cubicBezTo>
                <a:lnTo>
                  <a:pt x="289" y="1311534"/>
                </a:lnTo>
                <a:cubicBezTo>
                  <a:pt x="158" y="1311272"/>
                  <a:pt x="289" y="1310681"/>
                  <a:pt x="289" y="1310681"/>
                </a:cubicBezTo>
                <a:lnTo>
                  <a:pt x="4821" y="1302803"/>
                </a:lnTo>
                <a:cubicBezTo>
                  <a:pt x="5018" y="1302540"/>
                  <a:pt x="5610" y="1302344"/>
                  <a:pt x="5610" y="1302344"/>
                </a:cubicBezTo>
                <a:close/>
                <a:moveTo>
                  <a:pt x="9418035" y="1302339"/>
                </a:moveTo>
                <a:lnTo>
                  <a:pt x="9427099" y="1302339"/>
                </a:lnTo>
                <a:cubicBezTo>
                  <a:pt x="9427427" y="1302339"/>
                  <a:pt x="9427887" y="1302800"/>
                  <a:pt x="9427887" y="1302800"/>
                </a:cubicBezTo>
                <a:lnTo>
                  <a:pt x="9432419" y="1310679"/>
                </a:lnTo>
                <a:cubicBezTo>
                  <a:pt x="9432550" y="1310940"/>
                  <a:pt x="9432419" y="1311534"/>
                  <a:pt x="9432419" y="1311534"/>
                </a:cubicBezTo>
                <a:lnTo>
                  <a:pt x="9427887" y="1319413"/>
                </a:lnTo>
                <a:cubicBezTo>
                  <a:pt x="9427690" y="1319677"/>
                  <a:pt x="9427099" y="1319872"/>
                  <a:pt x="9427099" y="1319872"/>
                </a:cubicBezTo>
                <a:lnTo>
                  <a:pt x="9418035" y="1319872"/>
                </a:lnTo>
                <a:cubicBezTo>
                  <a:pt x="9417707" y="1319872"/>
                  <a:pt x="9417247" y="1319413"/>
                  <a:pt x="9417247" y="1319413"/>
                </a:cubicBezTo>
                <a:lnTo>
                  <a:pt x="9412714" y="1311534"/>
                </a:lnTo>
                <a:cubicBezTo>
                  <a:pt x="9412583" y="1311269"/>
                  <a:pt x="9412714" y="1310679"/>
                  <a:pt x="9412714" y="1310679"/>
                </a:cubicBezTo>
                <a:lnTo>
                  <a:pt x="9417247" y="1302800"/>
                </a:lnTo>
                <a:cubicBezTo>
                  <a:pt x="9417444" y="1302539"/>
                  <a:pt x="9418035" y="1302339"/>
                  <a:pt x="9418035" y="1302339"/>
                </a:cubicBezTo>
                <a:close/>
                <a:moveTo>
                  <a:pt x="1277559" y="1302339"/>
                </a:moveTo>
                <a:lnTo>
                  <a:pt x="1286623" y="1302339"/>
                </a:lnTo>
                <a:cubicBezTo>
                  <a:pt x="1286954" y="1302339"/>
                  <a:pt x="1287414" y="1302800"/>
                  <a:pt x="1287414" y="1302800"/>
                </a:cubicBezTo>
                <a:lnTo>
                  <a:pt x="1291946" y="1310679"/>
                </a:lnTo>
                <a:cubicBezTo>
                  <a:pt x="1292078" y="1310940"/>
                  <a:pt x="1291946" y="1311529"/>
                  <a:pt x="1291946" y="1311529"/>
                </a:cubicBezTo>
                <a:lnTo>
                  <a:pt x="1287414" y="1319412"/>
                </a:lnTo>
                <a:cubicBezTo>
                  <a:pt x="1287217" y="1319677"/>
                  <a:pt x="1286623" y="1319872"/>
                  <a:pt x="1286623" y="1319872"/>
                </a:cubicBezTo>
                <a:lnTo>
                  <a:pt x="1277559" y="1319872"/>
                </a:lnTo>
                <a:cubicBezTo>
                  <a:pt x="1277232" y="1319872"/>
                  <a:pt x="1276772" y="1319412"/>
                  <a:pt x="1276772" y="1319412"/>
                </a:cubicBezTo>
                <a:lnTo>
                  <a:pt x="1272242" y="1311529"/>
                </a:lnTo>
                <a:cubicBezTo>
                  <a:pt x="1272109" y="1311269"/>
                  <a:pt x="1272242" y="1310679"/>
                  <a:pt x="1272242" y="1310679"/>
                </a:cubicBezTo>
                <a:lnTo>
                  <a:pt x="1276772" y="1302800"/>
                </a:lnTo>
                <a:cubicBezTo>
                  <a:pt x="1276968" y="1302537"/>
                  <a:pt x="1277559" y="1302339"/>
                  <a:pt x="1277559" y="1302339"/>
                </a:cubicBezTo>
                <a:close/>
                <a:moveTo>
                  <a:pt x="3567171" y="1302337"/>
                </a:moveTo>
                <a:lnTo>
                  <a:pt x="3576235" y="1302337"/>
                </a:lnTo>
                <a:cubicBezTo>
                  <a:pt x="3576565" y="1302337"/>
                  <a:pt x="3577024" y="1302800"/>
                  <a:pt x="3577024" y="1302800"/>
                </a:cubicBezTo>
                <a:lnTo>
                  <a:pt x="3581555" y="1310679"/>
                </a:lnTo>
                <a:cubicBezTo>
                  <a:pt x="3581686" y="1310939"/>
                  <a:pt x="3581555" y="1311529"/>
                  <a:pt x="3581555" y="1311529"/>
                </a:cubicBezTo>
                <a:lnTo>
                  <a:pt x="3577024" y="1319412"/>
                </a:lnTo>
                <a:cubicBezTo>
                  <a:pt x="3576827" y="1319677"/>
                  <a:pt x="3576235" y="1319872"/>
                  <a:pt x="3576235" y="1319872"/>
                </a:cubicBezTo>
                <a:lnTo>
                  <a:pt x="3567171" y="1319872"/>
                </a:lnTo>
                <a:cubicBezTo>
                  <a:pt x="3566842" y="1319872"/>
                  <a:pt x="3566382" y="1319412"/>
                  <a:pt x="3566382" y="1319412"/>
                </a:cubicBezTo>
                <a:lnTo>
                  <a:pt x="3561851" y="1311529"/>
                </a:lnTo>
                <a:cubicBezTo>
                  <a:pt x="3561718" y="1311269"/>
                  <a:pt x="3561851" y="1310679"/>
                  <a:pt x="3561851" y="1310679"/>
                </a:cubicBezTo>
                <a:lnTo>
                  <a:pt x="3566382" y="1302800"/>
                </a:lnTo>
                <a:cubicBezTo>
                  <a:pt x="3566579" y="1302537"/>
                  <a:pt x="3567171" y="1302337"/>
                  <a:pt x="3567171" y="1302337"/>
                </a:cubicBezTo>
                <a:close/>
                <a:moveTo>
                  <a:pt x="2549516" y="1302334"/>
                </a:moveTo>
                <a:lnTo>
                  <a:pt x="2558582" y="1302334"/>
                </a:lnTo>
                <a:cubicBezTo>
                  <a:pt x="2558911" y="1302334"/>
                  <a:pt x="2559370" y="1302793"/>
                  <a:pt x="2559370" y="1302793"/>
                </a:cubicBezTo>
                <a:lnTo>
                  <a:pt x="2563903" y="1310672"/>
                </a:lnTo>
                <a:cubicBezTo>
                  <a:pt x="2564035" y="1310933"/>
                  <a:pt x="2563903" y="1311527"/>
                  <a:pt x="2563903" y="1311527"/>
                </a:cubicBezTo>
                <a:lnTo>
                  <a:pt x="2559370" y="1319409"/>
                </a:lnTo>
                <a:cubicBezTo>
                  <a:pt x="2559173" y="1319669"/>
                  <a:pt x="2558582" y="1319867"/>
                  <a:pt x="2558582" y="1319867"/>
                </a:cubicBezTo>
                <a:lnTo>
                  <a:pt x="2549516" y="1319867"/>
                </a:lnTo>
                <a:cubicBezTo>
                  <a:pt x="2549189" y="1319867"/>
                  <a:pt x="2548728" y="1319409"/>
                  <a:pt x="2548728" y="1319409"/>
                </a:cubicBezTo>
                <a:lnTo>
                  <a:pt x="2544197" y="1311527"/>
                </a:lnTo>
                <a:cubicBezTo>
                  <a:pt x="2544065" y="1311264"/>
                  <a:pt x="2544197" y="1310672"/>
                  <a:pt x="2544197" y="1310672"/>
                </a:cubicBezTo>
                <a:lnTo>
                  <a:pt x="2548728" y="1302793"/>
                </a:lnTo>
                <a:cubicBezTo>
                  <a:pt x="2548925" y="1302529"/>
                  <a:pt x="2549516" y="1302334"/>
                  <a:pt x="2549516" y="1302334"/>
                </a:cubicBezTo>
                <a:close/>
                <a:moveTo>
                  <a:pt x="5093300" y="1302325"/>
                </a:moveTo>
                <a:lnTo>
                  <a:pt x="5102364" y="1302325"/>
                </a:lnTo>
                <a:cubicBezTo>
                  <a:pt x="5102693" y="1302325"/>
                  <a:pt x="5103153" y="1302786"/>
                  <a:pt x="5103153" y="1302786"/>
                </a:cubicBezTo>
                <a:lnTo>
                  <a:pt x="5107684" y="1310663"/>
                </a:lnTo>
                <a:cubicBezTo>
                  <a:pt x="5107815" y="1310927"/>
                  <a:pt x="5107684" y="1311517"/>
                  <a:pt x="5107684" y="1311517"/>
                </a:cubicBezTo>
                <a:lnTo>
                  <a:pt x="5103153" y="1319400"/>
                </a:lnTo>
                <a:cubicBezTo>
                  <a:pt x="5102955" y="1319664"/>
                  <a:pt x="5102364" y="1319860"/>
                  <a:pt x="5102364" y="1319860"/>
                </a:cubicBezTo>
                <a:lnTo>
                  <a:pt x="5093300" y="1319860"/>
                </a:lnTo>
                <a:cubicBezTo>
                  <a:pt x="5092972" y="1319860"/>
                  <a:pt x="5092512" y="1319400"/>
                  <a:pt x="5092512" y="1319400"/>
                </a:cubicBezTo>
                <a:lnTo>
                  <a:pt x="5087979" y="1311517"/>
                </a:lnTo>
                <a:cubicBezTo>
                  <a:pt x="5087848" y="1311256"/>
                  <a:pt x="5087979" y="1310663"/>
                  <a:pt x="5087979" y="1310663"/>
                </a:cubicBezTo>
                <a:lnTo>
                  <a:pt x="5092512" y="1302786"/>
                </a:lnTo>
                <a:cubicBezTo>
                  <a:pt x="5092708" y="1302523"/>
                  <a:pt x="5093300" y="1302325"/>
                  <a:pt x="5093300" y="1302325"/>
                </a:cubicBezTo>
                <a:close/>
                <a:moveTo>
                  <a:pt x="9672481" y="1302321"/>
                </a:moveTo>
                <a:lnTo>
                  <a:pt x="9681545" y="1302321"/>
                </a:lnTo>
                <a:cubicBezTo>
                  <a:pt x="9681872" y="1302321"/>
                  <a:pt x="9682333" y="1302781"/>
                  <a:pt x="9682333" y="1302781"/>
                </a:cubicBezTo>
                <a:lnTo>
                  <a:pt x="9686865" y="1310661"/>
                </a:lnTo>
                <a:cubicBezTo>
                  <a:pt x="9686996" y="1310921"/>
                  <a:pt x="9686865" y="1311514"/>
                  <a:pt x="9686865" y="1311514"/>
                </a:cubicBezTo>
                <a:lnTo>
                  <a:pt x="9682333" y="1319395"/>
                </a:lnTo>
                <a:cubicBezTo>
                  <a:pt x="9682136" y="1319657"/>
                  <a:pt x="9681545" y="1319854"/>
                  <a:pt x="9681545" y="1319854"/>
                </a:cubicBezTo>
                <a:lnTo>
                  <a:pt x="9672481" y="1319854"/>
                </a:lnTo>
                <a:cubicBezTo>
                  <a:pt x="9672152" y="1319854"/>
                  <a:pt x="9671693" y="1319395"/>
                  <a:pt x="9671693" y="1319395"/>
                </a:cubicBezTo>
                <a:lnTo>
                  <a:pt x="9667160" y="1311514"/>
                </a:lnTo>
                <a:cubicBezTo>
                  <a:pt x="9667030" y="1311251"/>
                  <a:pt x="9667160" y="1310661"/>
                  <a:pt x="9667160" y="1310661"/>
                </a:cubicBezTo>
                <a:lnTo>
                  <a:pt x="9671693" y="1302781"/>
                </a:lnTo>
                <a:cubicBezTo>
                  <a:pt x="9671890" y="1302518"/>
                  <a:pt x="9672481" y="1302321"/>
                  <a:pt x="9672481" y="1302321"/>
                </a:cubicBezTo>
                <a:close/>
                <a:moveTo>
                  <a:pt x="7637304" y="1302317"/>
                </a:moveTo>
                <a:lnTo>
                  <a:pt x="7646367" y="1302317"/>
                </a:lnTo>
                <a:cubicBezTo>
                  <a:pt x="7646696" y="1302317"/>
                  <a:pt x="7647156" y="1302777"/>
                  <a:pt x="7647156" y="1302777"/>
                </a:cubicBezTo>
                <a:lnTo>
                  <a:pt x="7651687" y="1310656"/>
                </a:lnTo>
                <a:cubicBezTo>
                  <a:pt x="7651819" y="1310920"/>
                  <a:pt x="7651687" y="1311509"/>
                  <a:pt x="7651687" y="1311509"/>
                </a:cubicBezTo>
                <a:lnTo>
                  <a:pt x="7647156" y="1319393"/>
                </a:lnTo>
                <a:cubicBezTo>
                  <a:pt x="7646958" y="1319656"/>
                  <a:pt x="7646367" y="1319852"/>
                  <a:pt x="7646367" y="1319852"/>
                </a:cubicBezTo>
                <a:lnTo>
                  <a:pt x="7637304" y="1319852"/>
                </a:lnTo>
                <a:cubicBezTo>
                  <a:pt x="7636975" y="1319852"/>
                  <a:pt x="7636516" y="1319393"/>
                  <a:pt x="7636516" y="1319393"/>
                </a:cubicBezTo>
                <a:lnTo>
                  <a:pt x="7631983" y="1311509"/>
                </a:lnTo>
                <a:cubicBezTo>
                  <a:pt x="7631851" y="1311247"/>
                  <a:pt x="7631983" y="1310656"/>
                  <a:pt x="7631983" y="1310656"/>
                </a:cubicBezTo>
                <a:lnTo>
                  <a:pt x="7636516" y="1302777"/>
                </a:lnTo>
                <a:cubicBezTo>
                  <a:pt x="7636713" y="1302514"/>
                  <a:pt x="7637304" y="1302317"/>
                  <a:pt x="7637304" y="1302317"/>
                </a:cubicBezTo>
                <a:close/>
                <a:moveTo>
                  <a:pt x="10181242" y="1302308"/>
                </a:moveTo>
                <a:lnTo>
                  <a:pt x="10190305" y="1302308"/>
                </a:lnTo>
                <a:cubicBezTo>
                  <a:pt x="10190635" y="1302308"/>
                  <a:pt x="10191093" y="1302769"/>
                  <a:pt x="10191093" y="1302769"/>
                </a:cubicBezTo>
                <a:lnTo>
                  <a:pt x="10195626" y="1310648"/>
                </a:lnTo>
                <a:cubicBezTo>
                  <a:pt x="10195758" y="1310911"/>
                  <a:pt x="10195626" y="1311502"/>
                  <a:pt x="10195626" y="1311502"/>
                </a:cubicBezTo>
                <a:lnTo>
                  <a:pt x="10191093" y="1319383"/>
                </a:lnTo>
                <a:cubicBezTo>
                  <a:pt x="10190896" y="1319647"/>
                  <a:pt x="10190305" y="1319843"/>
                  <a:pt x="10190305" y="1319843"/>
                </a:cubicBezTo>
                <a:lnTo>
                  <a:pt x="10181242" y="1319843"/>
                </a:lnTo>
                <a:cubicBezTo>
                  <a:pt x="10180914" y="1319843"/>
                  <a:pt x="10180453" y="1319383"/>
                  <a:pt x="10180453" y="1319383"/>
                </a:cubicBezTo>
                <a:lnTo>
                  <a:pt x="10175922" y="1311502"/>
                </a:lnTo>
                <a:cubicBezTo>
                  <a:pt x="10175790" y="1311240"/>
                  <a:pt x="10175922" y="1310648"/>
                  <a:pt x="10175922" y="1310648"/>
                </a:cubicBezTo>
                <a:lnTo>
                  <a:pt x="10180453" y="1302769"/>
                </a:lnTo>
                <a:cubicBezTo>
                  <a:pt x="10180650" y="1302507"/>
                  <a:pt x="10181242" y="1302308"/>
                  <a:pt x="10181242" y="1302308"/>
                </a:cubicBezTo>
                <a:close/>
                <a:moveTo>
                  <a:pt x="4584538" y="1302308"/>
                </a:moveTo>
                <a:lnTo>
                  <a:pt x="4593603" y="1302308"/>
                </a:lnTo>
                <a:cubicBezTo>
                  <a:pt x="4593932" y="1302308"/>
                  <a:pt x="4594390" y="1302769"/>
                  <a:pt x="4594390" y="1302769"/>
                </a:cubicBezTo>
                <a:lnTo>
                  <a:pt x="4598922" y="1310648"/>
                </a:lnTo>
                <a:cubicBezTo>
                  <a:pt x="4599054" y="1310911"/>
                  <a:pt x="4598922" y="1311502"/>
                  <a:pt x="4598922" y="1311502"/>
                </a:cubicBezTo>
                <a:lnTo>
                  <a:pt x="4594390" y="1319383"/>
                </a:lnTo>
                <a:cubicBezTo>
                  <a:pt x="4594193" y="1319647"/>
                  <a:pt x="4593603" y="1319843"/>
                  <a:pt x="4593603" y="1319843"/>
                </a:cubicBezTo>
                <a:lnTo>
                  <a:pt x="4584538" y="1319843"/>
                </a:lnTo>
                <a:cubicBezTo>
                  <a:pt x="4584210" y="1319843"/>
                  <a:pt x="4583749" y="1319383"/>
                  <a:pt x="4583749" y="1319383"/>
                </a:cubicBezTo>
                <a:lnTo>
                  <a:pt x="4579218" y="1311502"/>
                </a:lnTo>
                <a:cubicBezTo>
                  <a:pt x="4579087" y="1311240"/>
                  <a:pt x="4579218" y="1310648"/>
                  <a:pt x="4579218" y="1310648"/>
                </a:cubicBezTo>
                <a:lnTo>
                  <a:pt x="4583749" y="1302769"/>
                </a:lnTo>
                <a:cubicBezTo>
                  <a:pt x="4583948" y="1302507"/>
                  <a:pt x="4584538" y="1302308"/>
                  <a:pt x="4584538" y="1302308"/>
                </a:cubicBezTo>
                <a:close/>
                <a:moveTo>
                  <a:pt x="3058319" y="1302308"/>
                </a:moveTo>
                <a:lnTo>
                  <a:pt x="3067384" y="1302308"/>
                </a:lnTo>
                <a:cubicBezTo>
                  <a:pt x="3067713" y="1302308"/>
                  <a:pt x="3068172" y="1302769"/>
                  <a:pt x="3068172" y="1302769"/>
                </a:cubicBezTo>
                <a:lnTo>
                  <a:pt x="3072704" y="1310648"/>
                </a:lnTo>
                <a:cubicBezTo>
                  <a:pt x="3072835" y="1310911"/>
                  <a:pt x="3072704" y="1311503"/>
                  <a:pt x="3072704" y="1311503"/>
                </a:cubicBezTo>
                <a:lnTo>
                  <a:pt x="3068172" y="1319384"/>
                </a:lnTo>
                <a:cubicBezTo>
                  <a:pt x="3067975" y="1319647"/>
                  <a:pt x="3067384" y="1319843"/>
                  <a:pt x="3067384" y="1319843"/>
                </a:cubicBezTo>
                <a:lnTo>
                  <a:pt x="3058319" y="1319843"/>
                </a:lnTo>
                <a:cubicBezTo>
                  <a:pt x="3057991" y="1319843"/>
                  <a:pt x="3057531" y="1319384"/>
                  <a:pt x="3057531" y="1319384"/>
                </a:cubicBezTo>
                <a:lnTo>
                  <a:pt x="3052999" y="1311503"/>
                </a:lnTo>
                <a:cubicBezTo>
                  <a:pt x="3052868" y="1311240"/>
                  <a:pt x="3052999" y="1310648"/>
                  <a:pt x="3052999" y="1310648"/>
                </a:cubicBezTo>
                <a:lnTo>
                  <a:pt x="3057531" y="1302769"/>
                </a:lnTo>
                <a:cubicBezTo>
                  <a:pt x="3057729" y="1302507"/>
                  <a:pt x="3058319" y="1302308"/>
                  <a:pt x="3058319" y="1302308"/>
                </a:cubicBezTo>
                <a:close/>
                <a:moveTo>
                  <a:pt x="7891684" y="1302305"/>
                </a:moveTo>
                <a:lnTo>
                  <a:pt x="7900748" y="1302305"/>
                </a:lnTo>
                <a:cubicBezTo>
                  <a:pt x="7901076" y="1302305"/>
                  <a:pt x="7901536" y="1302767"/>
                  <a:pt x="7901536" y="1302767"/>
                </a:cubicBezTo>
                <a:lnTo>
                  <a:pt x="7906067" y="1310644"/>
                </a:lnTo>
                <a:cubicBezTo>
                  <a:pt x="7906199" y="1310909"/>
                  <a:pt x="7906067" y="1311499"/>
                  <a:pt x="7906067" y="1311499"/>
                </a:cubicBezTo>
                <a:lnTo>
                  <a:pt x="7901536" y="1319380"/>
                </a:lnTo>
                <a:cubicBezTo>
                  <a:pt x="7901339" y="1319643"/>
                  <a:pt x="7900748" y="1319839"/>
                  <a:pt x="7900748" y="1319839"/>
                </a:cubicBezTo>
                <a:lnTo>
                  <a:pt x="7891684" y="1319839"/>
                </a:lnTo>
                <a:cubicBezTo>
                  <a:pt x="7891355" y="1319839"/>
                  <a:pt x="7890896" y="1319380"/>
                  <a:pt x="7890896" y="1319380"/>
                </a:cubicBezTo>
                <a:lnTo>
                  <a:pt x="7886363" y="1311499"/>
                </a:lnTo>
                <a:cubicBezTo>
                  <a:pt x="7886233" y="1311237"/>
                  <a:pt x="7886363" y="1310644"/>
                  <a:pt x="7886363" y="1310644"/>
                </a:cubicBezTo>
                <a:lnTo>
                  <a:pt x="7890896" y="1302767"/>
                </a:lnTo>
                <a:cubicBezTo>
                  <a:pt x="7891093" y="1302502"/>
                  <a:pt x="7891684" y="1302305"/>
                  <a:pt x="7891684" y="1302305"/>
                </a:cubicBezTo>
                <a:close/>
                <a:moveTo>
                  <a:pt x="3312699" y="1302305"/>
                </a:moveTo>
                <a:lnTo>
                  <a:pt x="3321764" y="1302305"/>
                </a:lnTo>
                <a:cubicBezTo>
                  <a:pt x="3322093" y="1302305"/>
                  <a:pt x="3322551" y="1302765"/>
                  <a:pt x="3322551" y="1302765"/>
                </a:cubicBezTo>
                <a:lnTo>
                  <a:pt x="3327083" y="1310643"/>
                </a:lnTo>
                <a:cubicBezTo>
                  <a:pt x="3327215" y="1310909"/>
                  <a:pt x="3327083" y="1311497"/>
                  <a:pt x="3327083" y="1311497"/>
                </a:cubicBezTo>
                <a:lnTo>
                  <a:pt x="3322551" y="1319380"/>
                </a:lnTo>
                <a:cubicBezTo>
                  <a:pt x="3322356" y="1319641"/>
                  <a:pt x="3321764" y="1319839"/>
                  <a:pt x="3321764" y="1319839"/>
                </a:cubicBezTo>
                <a:lnTo>
                  <a:pt x="3312699" y="1319839"/>
                </a:lnTo>
                <a:cubicBezTo>
                  <a:pt x="3312371" y="1319839"/>
                  <a:pt x="3311911" y="1319380"/>
                  <a:pt x="3311911" y="1319380"/>
                </a:cubicBezTo>
                <a:lnTo>
                  <a:pt x="3307378" y="1311497"/>
                </a:lnTo>
                <a:cubicBezTo>
                  <a:pt x="3307247" y="1311235"/>
                  <a:pt x="3307378" y="1310643"/>
                  <a:pt x="3307378" y="1310643"/>
                </a:cubicBezTo>
                <a:lnTo>
                  <a:pt x="3311911" y="1302765"/>
                </a:lnTo>
                <a:cubicBezTo>
                  <a:pt x="3312106" y="1302501"/>
                  <a:pt x="3312699" y="1302305"/>
                  <a:pt x="3312699" y="1302305"/>
                </a:cubicBezTo>
                <a:close/>
                <a:moveTo>
                  <a:pt x="5856508" y="1302303"/>
                </a:moveTo>
                <a:lnTo>
                  <a:pt x="5865571" y="1302303"/>
                </a:lnTo>
                <a:cubicBezTo>
                  <a:pt x="5865900" y="1302303"/>
                  <a:pt x="5866359" y="1302761"/>
                  <a:pt x="5866359" y="1302761"/>
                </a:cubicBezTo>
                <a:lnTo>
                  <a:pt x="5870891" y="1310643"/>
                </a:lnTo>
                <a:cubicBezTo>
                  <a:pt x="5871023" y="1310904"/>
                  <a:pt x="5870891" y="1311497"/>
                  <a:pt x="5870891" y="1311497"/>
                </a:cubicBezTo>
                <a:lnTo>
                  <a:pt x="5866359" y="1319377"/>
                </a:lnTo>
                <a:cubicBezTo>
                  <a:pt x="5866163" y="1319641"/>
                  <a:pt x="5865571" y="1319838"/>
                  <a:pt x="5865571" y="1319838"/>
                </a:cubicBezTo>
                <a:lnTo>
                  <a:pt x="5856508" y="1319838"/>
                </a:lnTo>
                <a:cubicBezTo>
                  <a:pt x="5856178" y="1319838"/>
                  <a:pt x="5855720" y="1319377"/>
                  <a:pt x="5855720" y="1319377"/>
                </a:cubicBezTo>
                <a:lnTo>
                  <a:pt x="5851187" y="1311497"/>
                </a:lnTo>
                <a:cubicBezTo>
                  <a:pt x="5851055" y="1311235"/>
                  <a:pt x="5851187" y="1310643"/>
                  <a:pt x="5851187" y="1310643"/>
                </a:cubicBezTo>
                <a:lnTo>
                  <a:pt x="5855720" y="1302761"/>
                </a:lnTo>
                <a:cubicBezTo>
                  <a:pt x="5855916" y="1302501"/>
                  <a:pt x="5856508" y="1302303"/>
                  <a:pt x="5856508" y="1302303"/>
                </a:cubicBezTo>
                <a:close/>
                <a:moveTo>
                  <a:pt x="8400511" y="1302301"/>
                </a:moveTo>
                <a:lnTo>
                  <a:pt x="8409575" y="1302301"/>
                </a:lnTo>
                <a:cubicBezTo>
                  <a:pt x="8409904" y="1302301"/>
                  <a:pt x="8410363" y="1302758"/>
                  <a:pt x="8410363" y="1302758"/>
                </a:cubicBezTo>
                <a:lnTo>
                  <a:pt x="8414896" y="1310642"/>
                </a:lnTo>
                <a:cubicBezTo>
                  <a:pt x="8415027" y="1310903"/>
                  <a:pt x="8414896" y="1311494"/>
                  <a:pt x="8414896" y="1311494"/>
                </a:cubicBezTo>
                <a:lnTo>
                  <a:pt x="8410363" y="1319377"/>
                </a:lnTo>
                <a:cubicBezTo>
                  <a:pt x="8410166" y="1319637"/>
                  <a:pt x="8409575" y="1319835"/>
                  <a:pt x="8409575" y="1319835"/>
                </a:cubicBezTo>
                <a:lnTo>
                  <a:pt x="8400511" y="1319835"/>
                </a:lnTo>
                <a:cubicBezTo>
                  <a:pt x="8400184" y="1319835"/>
                  <a:pt x="8399723" y="1319377"/>
                  <a:pt x="8399723" y="1319377"/>
                </a:cubicBezTo>
                <a:lnTo>
                  <a:pt x="8395191" y="1311494"/>
                </a:lnTo>
                <a:cubicBezTo>
                  <a:pt x="8395060" y="1311230"/>
                  <a:pt x="8395191" y="1310642"/>
                  <a:pt x="8395191" y="1310642"/>
                </a:cubicBezTo>
                <a:lnTo>
                  <a:pt x="8399723" y="1302758"/>
                </a:lnTo>
                <a:cubicBezTo>
                  <a:pt x="8399920" y="1302497"/>
                  <a:pt x="8400511" y="1302301"/>
                  <a:pt x="8400511" y="1302301"/>
                </a:cubicBezTo>
                <a:close/>
                <a:moveTo>
                  <a:pt x="10435622" y="1302299"/>
                </a:moveTo>
                <a:lnTo>
                  <a:pt x="10444686" y="1302299"/>
                </a:lnTo>
                <a:cubicBezTo>
                  <a:pt x="10445015" y="1302299"/>
                  <a:pt x="10445474" y="1302757"/>
                  <a:pt x="10445474" y="1302757"/>
                </a:cubicBezTo>
                <a:lnTo>
                  <a:pt x="10450007" y="1310638"/>
                </a:lnTo>
                <a:cubicBezTo>
                  <a:pt x="10450138" y="1310900"/>
                  <a:pt x="10450007" y="1311492"/>
                  <a:pt x="10450007" y="1311492"/>
                </a:cubicBezTo>
                <a:lnTo>
                  <a:pt x="10445474" y="1319375"/>
                </a:lnTo>
                <a:cubicBezTo>
                  <a:pt x="10445278" y="1319636"/>
                  <a:pt x="10444686" y="1319833"/>
                  <a:pt x="10444686" y="1319833"/>
                </a:cubicBezTo>
                <a:lnTo>
                  <a:pt x="10435622" y="1319833"/>
                </a:lnTo>
                <a:cubicBezTo>
                  <a:pt x="10435295" y="1319833"/>
                  <a:pt x="10434834" y="1319375"/>
                  <a:pt x="10434834" y="1319375"/>
                </a:cubicBezTo>
                <a:lnTo>
                  <a:pt x="10430302" y="1311492"/>
                </a:lnTo>
                <a:cubicBezTo>
                  <a:pt x="10430171" y="1311230"/>
                  <a:pt x="10430302" y="1310638"/>
                  <a:pt x="10430302" y="1310638"/>
                </a:cubicBezTo>
                <a:lnTo>
                  <a:pt x="10434834" y="1302757"/>
                </a:lnTo>
                <a:cubicBezTo>
                  <a:pt x="10435031" y="1302497"/>
                  <a:pt x="10435622" y="1302299"/>
                  <a:pt x="10435622" y="1302299"/>
                </a:cubicBezTo>
                <a:close/>
                <a:moveTo>
                  <a:pt x="2040678" y="1302299"/>
                </a:moveTo>
                <a:lnTo>
                  <a:pt x="2049743" y="1302299"/>
                </a:lnTo>
                <a:cubicBezTo>
                  <a:pt x="2050072" y="1302299"/>
                  <a:pt x="2050531" y="1302757"/>
                  <a:pt x="2050531" y="1302757"/>
                </a:cubicBezTo>
                <a:lnTo>
                  <a:pt x="2055063" y="1310638"/>
                </a:lnTo>
                <a:cubicBezTo>
                  <a:pt x="2055194" y="1310900"/>
                  <a:pt x="2055063" y="1311492"/>
                  <a:pt x="2055063" y="1311492"/>
                </a:cubicBezTo>
                <a:lnTo>
                  <a:pt x="2050531" y="1319375"/>
                </a:lnTo>
                <a:cubicBezTo>
                  <a:pt x="2050334" y="1319636"/>
                  <a:pt x="2049743" y="1319834"/>
                  <a:pt x="2049743" y="1319834"/>
                </a:cubicBezTo>
                <a:lnTo>
                  <a:pt x="2040678" y="1319834"/>
                </a:lnTo>
                <a:cubicBezTo>
                  <a:pt x="2040349" y="1319834"/>
                  <a:pt x="2039890" y="1319375"/>
                  <a:pt x="2039890" y="1319375"/>
                </a:cubicBezTo>
                <a:lnTo>
                  <a:pt x="2035356" y="1311492"/>
                </a:lnTo>
                <a:cubicBezTo>
                  <a:pt x="2035225" y="1311230"/>
                  <a:pt x="2035356" y="1310638"/>
                  <a:pt x="2035356" y="1310638"/>
                </a:cubicBezTo>
                <a:lnTo>
                  <a:pt x="2039890" y="1302757"/>
                </a:lnTo>
                <a:cubicBezTo>
                  <a:pt x="2040086" y="1302497"/>
                  <a:pt x="2040678" y="1302299"/>
                  <a:pt x="2040678" y="1302299"/>
                </a:cubicBezTo>
                <a:close/>
                <a:moveTo>
                  <a:pt x="6874095" y="1302296"/>
                </a:moveTo>
                <a:lnTo>
                  <a:pt x="6883159" y="1302296"/>
                </a:lnTo>
                <a:cubicBezTo>
                  <a:pt x="6883488" y="1302296"/>
                  <a:pt x="6883947" y="1302757"/>
                  <a:pt x="6883947" y="1302757"/>
                </a:cubicBezTo>
                <a:lnTo>
                  <a:pt x="6888480" y="1310638"/>
                </a:lnTo>
                <a:cubicBezTo>
                  <a:pt x="6888611" y="1310899"/>
                  <a:pt x="6888480" y="1311488"/>
                  <a:pt x="6888480" y="1311488"/>
                </a:cubicBezTo>
                <a:lnTo>
                  <a:pt x="6883947" y="1319372"/>
                </a:lnTo>
                <a:cubicBezTo>
                  <a:pt x="6883751" y="1319635"/>
                  <a:pt x="6883159" y="1319833"/>
                  <a:pt x="6883159" y="1319833"/>
                </a:cubicBezTo>
                <a:lnTo>
                  <a:pt x="6874095" y="1319833"/>
                </a:lnTo>
                <a:cubicBezTo>
                  <a:pt x="6873768" y="1319833"/>
                  <a:pt x="6873307" y="1319372"/>
                  <a:pt x="6873307" y="1319372"/>
                </a:cubicBezTo>
                <a:lnTo>
                  <a:pt x="6868775" y="1311488"/>
                </a:lnTo>
                <a:cubicBezTo>
                  <a:pt x="6868644" y="1311227"/>
                  <a:pt x="6868775" y="1310638"/>
                  <a:pt x="6868775" y="1310638"/>
                </a:cubicBezTo>
                <a:lnTo>
                  <a:pt x="6873307" y="1302757"/>
                </a:lnTo>
                <a:cubicBezTo>
                  <a:pt x="6873504" y="1302494"/>
                  <a:pt x="6874095" y="1302296"/>
                  <a:pt x="6874095" y="1302296"/>
                </a:cubicBezTo>
                <a:close/>
                <a:moveTo>
                  <a:pt x="6110888" y="1302295"/>
                </a:moveTo>
                <a:lnTo>
                  <a:pt x="6119953" y="1302295"/>
                </a:lnTo>
                <a:cubicBezTo>
                  <a:pt x="6120280" y="1302295"/>
                  <a:pt x="6120740" y="1302755"/>
                  <a:pt x="6120740" y="1302755"/>
                </a:cubicBezTo>
                <a:lnTo>
                  <a:pt x="6125272" y="1310633"/>
                </a:lnTo>
                <a:cubicBezTo>
                  <a:pt x="6125403" y="1310897"/>
                  <a:pt x="6125272" y="1311488"/>
                  <a:pt x="6125272" y="1311488"/>
                </a:cubicBezTo>
                <a:lnTo>
                  <a:pt x="6120740" y="1319370"/>
                </a:lnTo>
                <a:cubicBezTo>
                  <a:pt x="6120543" y="1319633"/>
                  <a:pt x="6119953" y="1319830"/>
                  <a:pt x="6119953" y="1319830"/>
                </a:cubicBezTo>
                <a:lnTo>
                  <a:pt x="6110888" y="1319830"/>
                </a:lnTo>
                <a:cubicBezTo>
                  <a:pt x="6110560" y="1319830"/>
                  <a:pt x="6110101" y="1319370"/>
                  <a:pt x="6110101" y="1319370"/>
                </a:cubicBezTo>
                <a:lnTo>
                  <a:pt x="6105567" y="1311488"/>
                </a:lnTo>
                <a:cubicBezTo>
                  <a:pt x="6105436" y="1311225"/>
                  <a:pt x="6105567" y="1310633"/>
                  <a:pt x="6105567" y="1310633"/>
                </a:cubicBezTo>
                <a:lnTo>
                  <a:pt x="6110101" y="1302755"/>
                </a:lnTo>
                <a:cubicBezTo>
                  <a:pt x="6110296" y="1302490"/>
                  <a:pt x="6110888" y="1302295"/>
                  <a:pt x="6110888" y="1302295"/>
                </a:cubicBezTo>
                <a:close/>
                <a:moveTo>
                  <a:pt x="1531853" y="1302291"/>
                </a:moveTo>
                <a:lnTo>
                  <a:pt x="1540916" y="1302291"/>
                </a:lnTo>
                <a:cubicBezTo>
                  <a:pt x="1541244" y="1302291"/>
                  <a:pt x="1541704" y="1302749"/>
                  <a:pt x="1541704" y="1302749"/>
                </a:cubicBezTo>
                <a:lnTo>
                  <a:pt x="1546236" y="1310631"/>
                </a:lnTo>
                <a:cubicBezTo>
                  <a:pt x="1546367" y="1310891"/>
                  <a:pt x="1546236" y="1311484"/>
                  <a:pt x="1546236" y="1311484"/>
                </a:cubicBezTo>
                <a:lnTo>
                  <a:pt x="1541704" y="1319366"/>
                </a:lnTo>
                <a:cubicBezTo>
                  <a:pt x="1541507" y="1319627"/>
                  <a:pt x="1540916" y="1319825"/>
                  <a:pt x="1540916" y="1319825"/>
                </a:cubicBezTo>
                <a:lnTo>
                  <a:pt x="1531853" y="1319825"/>
                </a:lnTo>
                <a:cubicBezTo>
                  <a:pt x="1531523" y="1319825"/>
                  <a:pt x="1531064" y="1319366"/>
                  <a:pt x="1531064" y="1319366"/>
                </a:cubicBezTo>
                <a:lnTo>
                  <a:pt x="1526532" y="1311484"/>
                </a:lnTo>
                <a:cubicBezTo>
                  <a:pt x="1526400" y="1311221"/>
                  <a:pt x="1526532" y="1310631"/>
                  <a:pt x="1526532" y="1310631"/>
                </a:cubicBezTo>
                <a:lnTo>
                  <a:pt x="1531064" y="1302749"/>
                </a:lnTo>
                <a:cubicBezTo>
                  <a:pt x="1531260" y="1302488"/>
                  <a:pt x="1531853" y="1302291"/>
                  <a:pt x="1531853" y="1302291"/>
                </a:cubicBezTo>
                <a:close/>
                <a:moveTo>
                  <a:pt x="7382923" y="1302290"/>
                </a:moveTo>
                <a:lnTo>
                  <a:pt x="7391987" y="1302290"/>
                </a:lnTo>
                <a:cubicBezTo>
                  <a:pt x="7392315" y="1302290"/>
                  <a:pt x="7392775" y="1302749"/>
                  <a:pt x="7392775" y="1302749"/>
                </a:cubicBezTo>
                <a:lnTo>
                  <a:pt x="7397307" y="1310631"/>
                </a:lnTo>
                <a:cubicBezTo>
                  <a:pt x="7397438" y="1310891"/>
                  <a:pt x="7397307" y="1311482"/>
                  <a:pt x="7397307" y="1311482"/>
                </a:cubicBezTo>
                <a:lnTo>
                  <a:pt x="7392775" y="1319365"/>
                </a:lnTo>
                <a:cubicBezTo>
                  <a:pt x="7392578" y="1319626"/>
                  <a:pt x="7391987" y="1319825"/>
                  <a:pt x="7391987" y="1319825"/>
                </a:cubicBezTo>
                <a:lnTo>
                  <a:pt x="7382923" y="1319825"/>
                </a:lnTo>
                <a:cubicBezTo>
                  <a:pt x="7382595" y="1319825"/>
                  <a:pt x="7382135" y="1319365"/>
                  <a:pt x="7382135" y="1319365"/>
                </a:cubicBezTo>
                <a:lnTo>
                  <a:pt x="7377602" y="1311482"/>
                </a:lnTo>
                <a:cubicBezTo>
                  <a:pt x="7377471" y="1311221"/>
                  <a:pt x="7377602" y="1310631"/>
                  <a:pt x="7377602" y="1310631"/>
                </a:cubicBezTo>
                <a:lnTo>
                  <a:pt x="7382135" y="1302749"/>
                </a:lnTo>
                <a:cubicBezTo>
                  <a:pt x="7382331" y="1302488"/>
                  <a:pt x="7382923" y="1302290"/>
                  <a:pt x="7382923" y="1302290"/>
                </a:cubicBezTo>
                <a:close/>
                <a:moveTo>
                  <a:pt x="1023087" y="1302287"/>
                </a:moveTo>
                <a:lnTo>
                  <a:pt x="1032150" y="1302287"/>
                </a:lnTo>
                <a:cubicBezTo>
                  <a:pt x="1032479" y="1302287"/>
                  <a:pt x="1032940" y="1302748"/>
                  <a:pt x="1032940" y="1302748"/>
                </a:cubicBezTo>
                <a:lnTo>
                  <a:pt x="1037470" y="1310628"/>
                </a:lnTo>
                <a:cubicBezTo>
                  <a:pt x="1037602" y="1310890"/>
                  <a:pt x="1037470" y="1311482"/>
                  <a:pt x="1037470" y="1311482"/>
                </a:cubicBezTo>
                <a:lnTo>
                  <a:pt x="1032940" y="1319365"/>
                </a:lnTo>
                <a:cubicBezTo>
                  <a:pt x="1032742" y="1319626"/>
                  <a:pt x="1032150" y="1319823"/>
                  <a:pt x="1032150" y="1319823"/>
                </a:cubicBezTo>
                <a:lnTo>
                  <a:pt x="1023087" y="1319823"/>
                </a:lnTo>
                <a:cubicBezTo>
                  <a:pt x="1022757" y="1319823"/>
                  <a:pt x="1022299" y="1319365"/>
                  <a:pt x="1022299" y="1319365"/>
                </a:cubicBezTo>
                <a:lnTo>
                  <a:pt x="1017766" y="1311482"/>
                </a:lnTo>
                <a:cubicBezTo>
                  <a:pt x="1017634" y="1311221"/>
                  <a:pt x="1017766" y="1310628"/>
                  <a:pt x="1017766" y="1310628"/>
                </a:cubicBezTo>
                <a:lnTo>
                  <a:pt x="1022299" y="1302748"/>
                </a:lnTo>
                <a:cubicBezTo>
                  <a:pt x="1022496" y="1302487"/>
                  <a:pt x="1023087" y="1302287"/>
                  <a:pt x="1023087" y="1302287"/>
                </a:cubicBezTo>
                <a:close/>
                <a:moveTo>
                  <a:pt x="9163654" y="1302280"/>
                </a:moveTo>
                <a:lnTo>
                  <a:pt x="9172718" y="1302280"/>
                </a:lnTo>
                <a:cubicBezTo>
                  <a:pt x="9173046" y="1302280"/>
                  <a:pt x="9173506" y="1302742"/>
                  <a:pt x="9173506" y="1302742"/>
                </a:cubicBezTo>
                <a:lnTo>
                  <a:pt x="9178038" y="1310621"/>
                </a:lnTo>
                <a:cubicBezTo>
                  <a:pt x="9178169" y="1310885"/>
                  <a:pt x="9178038" y="1311474"/>
                  <a:pt x="9178038" y="1311474"/>
                </a:cubicBezTo>
                <a:lnTo>
                  <a:pt x="9173506" y="1319357"/>
                </a:lnTo>
                <a:cubicBezTo>
                  <a:pt x="9173309" y="1319619"/>
                  <a:pt x="9172718" y="1319816"/>
                  <a:pt x="9172718" y="1319816"/>
                </a:cubicBezTo>
                <a:lnTo>
                  <a:pt x="9163654" y="1319816"/>
                </a:lnTo>
                <a:cubicBezTo>
                  <a:pt x="9163326" y="1319816"/>
                  <a:pt x="9162866" y="1319357"/>
                  <a:pt x="9162866" y="1319357"/>
                </a:cubicBezTo>
                <a:lnTo>
                  <a:pt x="9158333" y="1311474"/>
                </a:lnTo>
                <a:cubicBezTo>
                  <a:pt x="9158202" y="1311212"/>
                  <a:pt x="9158333" y="1310621"/>
                  <a:pt x="9158333" y="1310621"/>
                </a:cubicBezTo>
                <a:lnTo>
                  <a:pt x="9162866" y="1302742"/>
                </a:lnTo>
                <a:cubicBezTo>
                  <a:pt x="9163062" y="1302478"/>
                  <a:pt x="9163654" y="1302280"/>
                  <a:pt x="9163654" y="1302280"/>
                </a:cubicBezTo>
                <a:close/>
                <a:moveTo>
                  <a:pt x="5347746" y="1302274"/>
                </a:moveTo>
                <a:lnTo>
                  <a:pt x="5356810" y="1302274"/>
                </a:lnTo>
                <a:cubicBezTo>
                  <a:pt x="5357138" y="1302274"/>
                  <a:pt x="5357598" y="1302735"/>
                  <a:pt x="5357598" y="1302735"/>
                </a:cubicBezTo>
                <a:lnTo>
                  <a:pt x="5362130" y="1310615"/>
                </a:lnTo>
                <a:cubicBezTo>
                  <a:pt x="5362261" y="1310878"/>
                  <a:pt x="5362130" y="1311469"/>
                  <a:pt x="5362130" y="1311469"/>
                </a:cubicBezTo>
                <a:lnTo>
                  <a:pt x="5357598" y="1319349"/>
                </a:lnTo>
                <a:cubicBezTo>
                  <a:pt x="5357401" y="1319613"/>
                  <a:pt x="5356810" y="1319810"/>
                  <a:pt x="5356810" y="1319810"/>
                </a:cubicBezTo>
                <a:lnTo>
                  <a:pt x="5347746" y="1319810"/>
                </a:lnTo>
                <a:cubicBezTo>
                  <a:pt x="5347418" y="1319810"/>
                  <a:pt x="5346958" y="1319349"/>
                  <a:pt x="5346958" y="1319349"/>
                </a:cubicBezTo>
                <a:lnTo>
                  <a:pt x="5342425" y="1311469"/>
                </a:lnTo>
                <a:cubicBezTo>
                  <a:pt x="5342295" y="1311205"/>
                  <a:pt x="5342425" y="1310615"/>
                  <a:pt x="5342425" y="1310615"/>
                </a:cubicBezTo>
                <a:lnTo>
                  <a:pt x="5346958" y="1302735"/>
                </a:lnTo>
                <a:cubicBezTo>
                  <a:pt x="5347154" y="1302471"/>
                  <a:pt x="5347746" y="1302274"/>
                  <a:pt x="5347746" y="1302274"/>
                </a:cubicBezTo>
                <a:close/>
                <a:moveTo>
                  <a:pt x="8146065" y="1302270"/>
                </a:moveTo>
                <a:lnTo>
                  <a:pt x="8155129" y="1302270"/>
                </a:lnTo>
                <a:cubicBezTo>
                  <a:pt x="8155458" y="1302270"/>
                  <a:pt x="8155917" y="1302730"/>
                  <a:pt x="8155917" y="1302730"/>
                </a:cubicBezTo>
                <a:lnTo>
                  <a:pt x="8160449" y="1310610"/>
                </a:lnTo>
                <a:cubicBezTo>
                  <a:pt x="8160580" y="1310873"/>
                  <a:pt x="8160449" y="1311464"/>
                  <a:pt x="8160449" y="1311464"/>
                </a:cubicBezTo>
                <a:lnTo>
                  <a:pt x="8155917" y="1319346"/>
                </a:lnTo>
                <a:cubicBezTo>
                  <a:pt x="8155719" y="1319609"/>
                  <a:pt x="8155129" y="1319806"/>
                  <a:pt x="8155129" y="1319806"/>
                </a:cubicBezTo>
                <a:lnTo>
                  <a:pt x="8146065" y="1319806"/>
                </a:lnTo>
                <a:cubicBezTo>
                  <a:pt x="8145737" y="1319806"/>
                  <a:pt x="8145277" y="1319346"/>
                  <a:pt x="8145277" y="1319346"/>
                </a:cubicBezTo>
                <a:lnTo>
                  <a:pt x="8140745" y="1311464"/>
                </a:lnTo>
                <a:cubicBezTo>
                  <a:pt x="8140613" y="1311201"/>
                  <a:pt x="8140745" y="1310610"/>
                  <a:pt x="8140745" y="1310610"/>
                </a:cubicBezTo>
                <a:lnTo>
                  <a:pt x="8145277" y="1302730"/>
                </a:lnTo>
                <a:cubicBezTo>
                  <a:pt x="8145474" y="1302466"/>
                  <a:pt x="8146065" y="1302270"/>
                  <a:pt x="8146065" y="1302270"/>
                </a:cubicBezTo>
                <a:close/>
                <a:moveTo>
                  <a:pt x="2295015" y="1302270"/>
                </a:moveTo>
                <a:lnTo>
                  <a:pt x="2304080" y="1302270"/>
                </a:lnTo>
                <a:cubicBezTo>
                  <a:pt x="2304408" y="1302270"/>
                  <a:pt x="2304868" y="1302730"/>
                  <a:pt x="2304868" y="1302730"/>
                </a:cubicBezTo>
                <a:lnTo>
                  <a:pt x="2309400" y="1310610"/>
                </a:lnTo>
                <a:cubicBezTo>
                  <a:pt x="2309531" y="1310873"/>
                  <a:pt x="2309400" y="1311464"/>
                  <a:pt x="2309400" y="1311464"/>
                </a:cubicBezTo>
                <a:lnTo>
                  <a:pt x="2304868" y="1319346"/>
                </a:lnTo>
                <a:cubicBezTo>
                  <a:pt x="2304671" y="1319608"/>
                  <a:pt x="2304080" y="1319806"/>
                  <a:pt x="2304080" y="1319806"/>
                </a:cubicBezTo>
                <a:lnTo>
                  <a:pt x="2295015" y="1319806"/>
                </a:lnTo>
                <a:cubicBezTo>
                  <a:pt x="2294688" y="1319806"/>
                  <a:pt x="2294227" y="1319346"/>
                  <a:pt x="2294227" y="1319346"/>
                </a:cubicBezTo>
                <a:lnTo>
                  <a:pt x="2289695" y="1311464"/>
                </a:lnTo>
                <a:cubicBezTo>
                  <a:pt x="2289564" y="1311201"/>
                  <a:pt x="2289695" y="1310610"/>
                  <a:pt x="2289695" y="1310610"/>
                </a:cubicBezTo>
                <a:lnTo>
                  <a:pt x="2294227" y="1302730"/>
                </a:lnTo>
                <a:cubicBezTo>
                  <a:pt x="2294424" y="1302466"/>
                  <a:pt x="2295015" y="1302270"/>
                  <a:pt x="2295015" y="1302270"/>
                </a:cubicBezTo>
                <a:close/>
                <a:moveTo>
                  <a:pt x="4330157" y="1302267"/>
                </a:moveTo>
                <a:lnTo>
                  <a:pt x="4339222" y="1302267"/>
                </a:lnTo>
                <a:cubicBezTo>
                  <a:pt x="4339550" y="1302267"/>
                  <a:pt x="4340010" y="1302726"/>
                  <a:pt x="4340010" y="1302726"/>
                </a:cubicBezTo>
                <a:lnTo>
                  <a:pt x="4344540" y="1310607"/>
                </a:lnTo>
                <a:cubicBezTo>
                  <a:pt x="4344672" y="1310869"/>
                  <a:pt x="4344540" y="1311461"/>
                  <a:pt x="4344540" y="1311461"/>
                </a:cubicBezTo>
                <a:lnTo>
                  <a:pt x="4340010" y="1319343"/>
                </a:lnTo>
                <a:cubicBezTo>
                  <a:pt x="4339812" y="1319606"/>
                  <a:pt x="4339222" y="1319803"/>
                  <a:pt x="4339222" y="1319803"/>
                </a:cubicBezTo>
                <a:lnTo>
                  <a:pt x="4330157" y="1319803"/>
                </a:lnTo>
                <a:cubicBezTo>
                  <a:pt x="4329829" y="1319803"/>
                  <a:pt x="4329369" y="1319343"/>
                  <a:pt x="4329369" y="1319343"/>
                </a:cubicBezTo>
                <a:lnTo>
                  <a:pt x="4324836" y="1311461"/>
                </a:lnTo>
                <a:cubicBezTo>
                  <a:pt x="4324706" y="1311198"/>
                  <a:pt x="4324836" y="1310607"/>
                  <a:pt x="4324836" y="1310607"/>
                </a:cubicBezTo>
                <a:lnTo>
                  <a:pt x="4329369" y="1302726"/>
                </a:lnTo>
                <a:cubicBezTo>
                  <a:pt x="4329565" y="1302465"/>
                  <a:pt x="4330157" y="1302267"/>
                  <a:pt x="4330157" y="1302267"/>
                </a:cubicBezTo>
                <a:close/>
                <a:moveTo>
                  <a:pt x="4838919" y="1302263"/>
                </a:moveTo>
                <a:lnTo>
                  <a:pt x="4847982" y="1302263"/>
                </a:lnTo>
                <a:cubicBezTo>
                  <a:pt x="4848311" y="1302263"/>
                  <a:pt x="4848772" y="1302723"/>
                  <a:pt x="4848772" y="1302723"/>
                </a:cubicBezTo>
                <a:lnTo>
                  <a:pt x="4853303" y="1310604"/>
                </a:lnTo>
                <a:cubicBezTo>
                  <a:pt x="4853435" y="1310867"/>
                  <a:pt x="4853303" y="1311457"/>
                  <a:pt x="4853303" y="1311457"/>
                </a:cubicBezTo>
                <a:lnTo>
                  <a:pt x="4848772" y="1319341"/>
                </a:lnTo>
                <a:cubicBezTo>
                  <a:pt x="4848575" y="1319603"/>
                  <a:pt x="4847982" y="1319800"/>
                  <a:pt x="4847982" y="1319800"/>
                </a:cubicBezTo>
                <a:lnTo>
                  <a:pt x="4838919" y="1319800"/>
                </a:lnTo>
                <a:cubicBezTo>
                  <a:pt x="4838590" y="1319800"/>
                  <a:pt x="4838132" y="1319341"/>
                  <a:pt x="4838132" y="1319341"/>
                </a:cubicBezTo>
                <a:lnTo>
                  <a:pt x="4833598" y="1311457"/>
                </a:lnTo>
                <a:cubicBezTo>
                  <a:pt x="4833467" y="1311195"/>
                  <a:pt x="4833598" y="1310604"/>
                  <a:pt x="4833598" y="1310604"/>
                </a:cubicBezTo>
                <a:lnTo>
                  <a:pt x="4838132" y="1302723"/>
                </a:lnTo>
                <a:cubicBezTo>
                  <a:pt x="4838328" y="1302460"/>
                  <a:pt x="4838919" y="1302263"/>
                  <a:pt x="4838919" y="1302263"/>
                </a:cubicBezTo>
                <a:close/>
                <a:moveTo>
                  <a:pt x="9926861" y="1302261"/>
                </a:moveTo>
                <a:lnTo>
                  <a:pt x="9935924" y="1302261"/>
                </a:lnTo>
                <a:cubicBezTo>
                  <a:pt x="9936254" y="1302261"/>
                  <a:pt x="9936713" y="1302721"/>
                  <a:pt x="9936713" y="1302721"/>
                </a:cubicBezTo>
                <a:lnTo>
                  <a:pt x="9941246" y="1310601"/>
                </a:lnTo>
                <a:cubicBezTo>
                  <a:pt x="9941376" y="1310864"/>
                  <a:pt x="9941246" y="1311455"/>
                  <a:pt x="9941246" y="1311455"/>
                </a:cubicBezTo>
                <a:lnTo>
                  <a:pt x="9936713" y="1319337"/>
                </a:lnTo>
                <a:cubicBezTo>
                  <a:pt x="9936516" y="1319600"/>
                  <a:pt x="9935924" y="1319797"/>
                  <a:pt x="9935924" y="1319797"/>
                </a:cubicBezTo>
                <a:lnTo>
                  <a:pt x="9926861" y="1319797"/>
                </a:lnTo>
                <a:cubicBezTo>
                  <a:pt x="9926532" y="1319797"/>
                  <a:pt x="9926073" y="1319337"/>
                  <a:pt x="9926073" y="1319337"/>
                </a:cubicBezTo>
                <a:lnTo>
                  <a:pt x="9921541" y="1311455"/>
                </a:lnTo>
                <a:cubicBezTo>
                  <a:pt x="9921410" y="1311193"/>
                  <a:pt x="9921541" y="1310601"/>
                  <a:pt x="9921541" y="1310601"/>
                </a:cubicBezTo>
                <a:lnTo>
                  <a:pt x="9926073" y="1302721"/>
                </a:lnTo>
                <a:cubicBezTo>
                  <a:pt x="9926270" y="1302458"/>
                  <a:pt x="9926861" y="1302261"/>
                  <a:pt x="9926861" y="1302261"/>
                </a:cubicBezTo>
                <a:close/>
                <a:moveTo>
                  <a:pt x="6365334" y="1302260"/>
                </a:moveTo>
                <a:lnTo>
                  <a:pt x="6374397" y="1302260"/>
                </a:lnTo>
                <a:cubicBezTo>
                  <a:pt x="6374727" y="1302260"/>
                  <a:pt x="6375186" y="1302720"/>
                  <a:pt x="6375186" y="1302720"/>
                </a:cubicBezTo>
                <a:lnTo>
                  <a:pt x="6379718" y="1310601"/>
                </a:lnTo>
                <a:cubicBezTo>
                  <a:pt x="6379849" y="1310864"/>
                  <a:pt x="6379718" y="1311455"/>
                  <a:pt x="6379718" y="1311455"/>
                </a:cubicBezTo>
                <a:lnTo>
                  <a:pt x="6375186" y="1319337"/>
                </a:lnTo>
                <a:cubicBezTo>
                  <a:pt x="6374988" y="1319600"/>
                  <a:pt x="6374397" y="1319797"/>
                  <a:pt x="6374397" y="1319797"/>
                </a:cubicBezTo>
                <a:lnTo>
                  <a:pt x="6365334" y="1319797"/>
                </a:lnTo>
                <a:cubicBezTo>
                  <a:pt x="6365005" y="1319797"/>
                  <a:pt x="6364546" y="1319337"/>
                  <a:pt x="6364546" y="1319337"/>
                </a:cubicBezTo>
                <a:lnTo>
                  <a:pt x="6360014" y="1311455"/>
                </a:lnTo>
                <a:cubicBezTo>
                  <a:pt x="6359882" y="1311192"/>
                  <a:pt x="6360014" y="1310601"/>
                  <a:pt x="6360014" y="1310601"/>
                </a:cubicBezTo>
                <a:lnTo>
                  <a:pt x="6364546" y="1302720"/>
                </a:lnTo>
                <a:cubicBezTo>
                  <a:pt x="6364743" y="1302457"/>
                  <a:pt x="6365334" y="1302260"/>
                  <a:pt x="6365334" y="1302260"/>
                </a:cubicBezTo>
                <a:close/>
                <a:moveTo>
                  <a:pt x="768582" y="1302259"/>
                </a:moveTo>
                <a:lnTo>
                  <a:pt x="777646" y="1302259"/>
                </a:lnTo>
                <a:cubicBezTo>
                  <a:pt x="777974" y="1302259"/>
                  <a:pt x="778434" y="1302720"/>
                  <a:pt x="778434" y="1302720"/>
                </a:cubicBezTo>
                <a:lnTo>
                  <a:pt x="782966" y="1310600"/>
                </a:lnTo>
                <a:cubicBezTo>
                  <a:pt x="783097" y="1310862"/>
                  <a:pt x="782966" y="1311453"/>
                  <a:pt x="782966" y="1311453"/>
                </a:cubicBezTo>
                <a:lnTo>
                  <a:pt x="778434" y="1319335"/>
                </a:lnTo>
                <a:cubicBezTo>
                  <a:pt x="778237" y="1319598"/>
                  <a:pt x="777646" y="1319795"/>
                  <a:pt x="777646" y="1319795"/>
                </a:cubicBezTo>
                <a:lnTo>
                  <a:pt x="768582" y="1319795"/>
                </a:lnTo>
                <a:cubicBezTo>
                  <a:pt x="768254" y="1319795"/>
                  <a:pt x="767794" y="1319335"/>
                  <a:pt x="767794" y="1319335"/>
                </a:cubicBezTo>
                <a:lnTo>
                  <a:pt x="763263" y="1311453"/>
                </a:lnTo>
                <a:cubicBezTo>
                  <a:pt x="763130" y="1311190"/>
                  <a:pt x="763263" y="1310600"/>
                  <a:pt x="763263" y="1310600"/>
                </a:cubicBezTo>
                <a:lnTo>
                  <a:pt x="767794" y="1302720"/>
                </a:lnTo>
                <a:cubicBezTo>
                  <a:pt x="767991" y="1302456"/>
                  <a:pt x="768582" y="1302259"/>
                  <a:pt x="768582" y="1302259"/>
                </a:cubicBezTo>
                <a:close/>
                <a:moveTo>
                  <a:pt x="259824" y="1302259"/>
                </a:moveTo>
                <a:lnTo>
                  <a:pt x="268888" y="1302259"/>
                </a:lnTo>
                <a:cubicBezTo>
                  <a:pt x="269216" y="1302259"/>
                  <a:pt x="269676" y="1302720"/>
                  <a:pt x="269676" y="1302720"/>
                </a:cubicBezTo>
                <a:lnTo>
                  <a:pt x="274208" y="1310600"/>
                </a:lnTo>
                <a:cubicBezTo>
                  <a:pt x="274339" y="1310863"/>
                  <a:pt x="274208" y="1311454"/>
                  <a:pt x="274208" y="1311454"/>
                </a:cubicBezTo>
                <a:lnTo>
                  <a:pt x="269676" y="1319336"/>
                </a:lnTo>
                <a:cubicBezTo>
                  <a:pt x="269479" y="1319599"/>
                  <a:pt x="268888" y="1319796"/>
                  <a:pt x="268888" y="1319796"/>
                </a:cubicBezTo>
                <a:lnTo>
                  <a:pt x="259824" y="1319796"/>
                </a:lnTo>
                <a:cubicBezTo>
                  <a:pt x="259495" y="1319796"/>
                  <a:pt x="259035" y="1319336"/>
                  <a:pt x="259035" y="1319336"/>
                </a:cubicBezTo>
                <a:lnTo>
                  <a:pt x="254503" y="1311454"/>
                </a:lnTo>
                <a:cubicBezTo>
                  <a:pt x="254372" y="1311191"/>
                  <a:pt x="254503" y="1310600"/>
                  <a:pt x="254503" y="1310600"/>
                </a:cubicBezTo>
                <a:lnTo>
                  <a:pt x="259035" y="1302720"/>
                </a:lnTo>
                <a:cubicBezTo>
                  <a:pt x="259232" y="1302457"/>
                  <a:pt x="259824" y="1302259"/>
                  <a:pt x="259824" y="1302259"/>
                </a:cubicBezTo>
                <a:close/>
                <a:moveTo>
                  <a:pt x="4075714" y="1302249"/>
                </a:moveTo>
                <a:lnTo>
                  <a:pt x="4084777" y="1302249"/>
                </a:lnTo>
                <a:cubicBezTo>
                  <a:pt x="4085106" y="1302249"/>
                  <a:pt x="4085565" y="1302709"/>
                  <a:pt x="4085565" y="1302709"/>
                </a:cubicBezTo>
                <a:lnTo>
                  <a:pt x="4090098" y="1310590"/>
                </a:lnTo>
                <a:cubicBezTo>
                  <a:pt x="4090229" y="1310853"/>
                  <a:pt x="4090098" y="1311444"/>
                  <a:pt x="4090098" y="1311444"/>
                </a:cubicBezTo>
                <a:lnTo>
                  <a:pt x="4085565" y="1319326"/>
                </a:lnTo>
                <a:cubicBezTo>
                  <a:pt x="4085368" y="1319589"/>
                  <a:pt x="4084777" y="1319786"/>
                  <a:pt x="4084777" y="1319786"/>
                </a:cubicBezTo>
                <a:lnTo>
                  <a:pt x="4075714" y="1319786"/>
                </a:lnTo>
                <a:cubicBezTo>
                  <a:pt x="4075385" y="1319786"/>
                  <a:pt x="4074925" y="1319326"/>
                  <a:pt x="4074925" y="1319326"/>
                </a:cubicBezTo>
                <a:lnTo>
                  <a:pt x="4070392" y="1311444"/>
                </a:lnTo>
                <a:cubicBezTo>
                  <a:pt x="4070260" y="1311181"/>
                  <a:pt x="4070392" y="1310590"/>
                  <a:pt x="4070392" y="1310590"/>
                </a:cubicBezTo>
                <a:lnTo>
                  <a:pt x="4074925" y="1302709"/>
                </a:lnTo>
                <a:cubicBezTo>
                  <a:pt x="4075122" y="1302446"/>
                  <a:pt x="4075714" y="1302249"/>
                  <a:pt x="4075714" y="1302249"/>
                </a:cubicBezTo>
                <a:close/>
                <a:moveTo>
                  <a:pt x="2549570" y="1085278"/>
                </a:moveTo>
                <a:lnTo>
                  <a:pt x="2558636" y="1085278"/>
                </a:lnTo>
                <a:cubicBezTo>
                  <a:pt x="2558965" y="1085278"/>
                  <a:pt x="2559425" y="1085734"/>
                  <a:pt x="2559425" y="1085734"/>
                </a:cubicBezTo>
                <a:lnTo>
                  <a:pt x="2563957" y="1093615"/>
                </a:lnTo>
                <a:cubicBezTo>
                  <a:pt x="2564089" y="1093878"/>
                  <a:pt x="2563957" y="1094469"/>
                  <a:pt x="2563957" y="1094469"/>
                </a:cubicBezTo>
                <a:lnTo>
                  <a:pt x="2559425" y="1102352"/>
                </a:lnTo>
                <a:cubicBezTo>
                  <a:pt x="2559228" y="1102613"/>
                  <a:pt x="2558636" y="1102808"/>
                  <a:pt x="2558636" y="1102808"/>
                </a:cubicBezTo>
                <a:lnTo>
                  <a:pt x="2549570" y="1102808"/>
                </a:lnTo>
                <a:cubicBezTo>
                  <a:pt x="2549244" y="1102808"/>
                  <a:pt x="2548783" y="1102352"/>
                  <a:pt x="2548783" y="1102352"/>
                </a:cubicBezTo>
                <a:lnTo>
                  <a:pt x="2544251" y="1094469"/>
                </a:lnTo>
                <a:cubicBezTo>
                  <a:pt x="2544120" y="1094205"/>
                  <a:pt x="2544251" y="1093615"/>
                  <a:pt x="2544251" y="1093615"/>
                </a:cubicBezTo>
                <a:lnTo>
                  <a:pt x="2548783" y="1085734"/>
                </a:lnTo>
                <a:cubicBezTo>
                  <a:pt x="2548980" y="1085474"/>
                  <a:pt x="2549570" y="1085278"/>
                  <a:pt x="2549570" y="1085278"/>
                </a:cubicBezTo>
                <a:close/>
                <a:moveTo>
                  <a:pt x="8654892" y="1085274"/>
                </a:moveTo>
                <a:lnTo>
                  <a:pt x="8663955" y="1085274"/>
                </a:lnTo>
                <a:cubicBezTo>
                  <a:pt x="8664285" y="1085274"/>
                  <a:pt x="8664744" y="1085734"/>
                  <a:pt x="8664744" y="1085734"/>
                </a:cubicBezTo>
                <a:lnTo>
                  <a:pt x="8669277" y="1093612"/>
                </a:lnTo>
                <a:cubicBezTo>
                  <a:pt x="8669408" y="1093878"/>
                  <a:pt x="8669277" y="1094466"/>
                  <a:pt x="8669277" y="1094466"/>
                </a:cubicBezTo>
                <a:lnTo>
                  <a:pt x="8664744" y="1102352"/>
                </a:lnTo>
                <a:cubicBezTo>
                  <a:pt x="8664548" y="1102613"/>
                  <a:pt x="8663955" y="1102808"/>
                  <a:pt x="8663955" y="1102808"/>
                </a:cubicBezTo>
                <a:lnTo>
                  <a:pt x="8654892" y="1102808"/>
                </a:lnTo>
                <a:cubicBezTo>
                  <a:pt x="8654565" y="1102808"/>
                  <a:pt x="8654104" y="1102352"/>
                  <a:pt x="8654104" y="1102352"/>
                </a:cubicBezTo>
                <a:lnTo>
                  <a:pt x="8649572" y="1094466"/>
                </a:lnTo>
                <a:cubicBezTo>
                  <a:pt x="8649441" y="1094203"/>
                  <a:pt x="8649572" y="1093612"/>
                  <a:pt x="8649572" y="1093612"/>
                </a:cubicBezTo>
                <a:lnTo>
                  <a:pt x="8654104" y="1085734"/>
                </a:lnTo>
                <a:cubicBezTo>
                  <a:pt x="8654301" y="1085474"/>
                  <a:pt x="8654892" y="1085274"/>
                  <a:pt x="8654892" y="1085274"/>
                </a:cubicBezTo>
                <a:close/>
                <a:moveTo>
                  <a:pt x="9163654" y="1085272"/>
                </a:moveTo>
                <a:lnTo>
                  <a:pt x="9172718" y="1085272"/>
                </a:lnTo>
                <a:cubicBezTo>
                  <a:pt x="9173046" y="1085272"/>
                  <a:pt x="9173506" y="1085732"/>
                  <a:pt x="9173506" y="1085732"/>
                </a:cubicBezTo>
                <a:lnTo>
                  <a:pt x="9178038" y="1093612"/>
                </a:lnTo>
                <a:cubicBezTo>
                  <a:pt x="9178169" y="1093874"/>
                  <a:pt x="9178038" y="1094466"/>
                  <a:pt x="9178038" y="1094466"/>
                </a:cubicBezTo>
                <a:lnTo>
                  <a:pt x="9173506" y="1102352"/>
                </a:lnTo>
                <a:cubicBezTo>
                  <a:pt x="9173309" y="1102612"/>
                  <a:pt x="9172718" y="1102808"/>
                  <a:pt x="9172718" y="1102808"/>
                </a:cubicBezTo>
                <a:lnTo>
                  <a:pt x="9163654" y="1102808"/>
                </a:lnTo>
                <a:cubicBezTo>
                  <a:pt x="9163326" y="1102808"/>
                  <a:pt x="9162866" y="1102352"/>
                  <a:pt x="9162866" y="1102352"/>
                </a:cubicBezTo>
                <a:lnTo>
                  <a:pt x="9158333" y="1094466"/>
                </a:lnTo>
                <a:cubicBezTo>
                  <a:pt x="9158202" y="1094201"/>
                  <a:pt x="9158333" y="1093612"/>
                  <a:pt x="9158333" y="1093612"/>
                </a:cubicBezTo>
                <a:lnTo>
                  <a:pt x="9162866" y="1085732"/>
                </a:lnTo>
                <a:cubicBezTo>
                  <a:pt x="9163062" y="1085474"/>
                  <a:pt x="9163654" y="1085272"/>
                  <a:pt x="9163654" y="1085272"/>
                </a:cubicBezTo>
                <a:close/>
                <a:moveTo>
                  <a:pt x="8400511" y="1085269"/>
                </a:moveTo>
                <a:lnTo>
                  <a:pt x="8409575" y="1085269"/>
                </a:lnTo>
                <a:cubicBezTo>
                  <a:pt x="8409904" y="1085269"/>
                  <a:pt x="8410363" y="1085729"/>
                  <a:pt x="8410363" y="1085729"/>
                </a:cubicBezTo>
                <a:lnTo>
                  <a:pt x="8414896" y="1093607"/>
                </a:lnTo>
                <a:cubicBezTo>
                  <a:pt x="8415027" y="1093868"/>
                  <a:pt x="8414896" y="1094461"/>
                  <a:pt x="8414896" y="1094461"/>
                </a:cubicBezTo>
                <a:lnTo>
                  <a:pt x="8410363" y="1102344"/>
                </a:lnTo>
                <a:cubicBezTo>
                  <a:pt x="8410166" y="1102606"/>
                  <a:pt x="8409575" y="1102805"/>
                  <a:pt x="8409575" y="1102805"/>
                </a:cubicBezTo>
                <a:lnTo>
                  <a:pt x="8400511" y="1102805"/>
                </a:lnTo>
                <a:cubicBezTo>
                  <a:pt x="8400184" y="1102805"/>
                  <a:pt x="8399723" y="1102344"/>
                  <a:pt x="8399723" y="1102344"/>
                </a:cubicBezTo>
                <a:lnTo>
                  <a:pt x="8395191" y="1094461"/>
                </a:lnTo>
                <a:cubicBezTo>
                  <a:pt x="8395060" y="1094200"/>
                  <a:pt x="8395191" y="1093607"/>
                  <a:pt x="8395191" y="1093607"/>
                </a:cubicBezTo>
                <a:lnTo>
                  <a:pt x="8399723" y="1085729"/>
                </a:lnTo>
                <a:cubicBezTo>
                  <a:pt x="8399920" y="1085466"/>
                  <a:pt x="8400511" y="1085269"/>
                  <a:pt x="8400511" y="1085269"/>
                </a:cubicBezTo>
                <a:close/>
                <a:moveTo>
                  <a:pt x="8909274" y="1085268"/>
                </a:moveTo>
                <a:lnTo>
                  <a:pt x="8918336" y="1085268"/>
                </a:lnTo>
                <a:cubicBezTo>
                  <a:pt x="8918666" y="1085268"/>
                  <a:pt x="8919125" y="1085725"/>
                  <a:pt x="8919125" y="1085725"/>
                </a:cubicBezTo>
                <a:lnTo>
                  <a:pt x="8923657" y="1093605"/>
                </a:lnTo>
                <a:cubicBezTo>
                  <a:pt x="8923789" y="1093865"/>
                  <a:pt x="8923657" y="1094457"/>
                  <a:pt x="8923657" y="1094457"/>
                </a:cubicBezTo>
                <a:lnTo>
                  <a:pt x="8919125" y="1102342"/>
                </a:lnTo>
                <a:cubicBezTo>
                  <a:pt x="8918928" y="1102605"/>
                  <a:pt x="8918336" y="1102798"/>
                  <a:pt x="8918336" y="1102798"/>
                </a:cubicBezTo>
                <a:lnTo>
                  <a:pt x="8909274" y="1102798"/>
                </a:lnTo>
                <a:cubicBezTo>
                  <a:pt x="8908945" y="1102798"/>
                  <a:pt x="8908484" y="1102342"/>
                  <a:pt x="8908484" y="1102342"/>
                </a:cubicBezTo>
                <a:lnTo>
                  <a:pt x="8903953" y="1094457"/>
                </a:lnTo>
                <a:cubicBezTo>
                  <a:pt x="8903821" y="1094193"/>
                  <a:pt x="8903953" y="1093605"/>
                  <a:pt x="8903953" y="1093605"/>
                </a:cubicBezTo>
                <a:lnTo>
                  <a:pt x="8908484" y="1085725"/>
                </a:lnTo>
                <a:cubicBezTo>
                  <a:pt x="8908681" y="1085460"/>
                  <a:pt x="8909274" y="1085268"/>
                  <a:pt x="8909274" y="1085268"/>
                </a:cubicBezTo>
                <a:close/>
                <a:moveTo>
                  <a:pt x="8146065" y="1085268"/>
                </a:moveTo>
                <a:lnTo>
                  <a:pt x="8155129" y="1085268"/>
                </a:lnTo>
                <a:cubicBezTo>
                  <a:pt x="8155458" y="1085268"/>
                  <a:pt x="8155917" y="1085725"/>
                  <a:pt x="8155917" y="1085725"/>
                </a:cubicBezTo>
                <a:lnTo>
                  <a:pt x="8160449" y="1093605"/>
                </a:lnTo>
                <a:cubicBezTo>
                  <a:pt x="8160580" y="1093865"/>
                  <a:pt x="8160449" y="1094457"/>
                  <a:pt x="8160449" y="1094457"/>
                </a:cubicBezTo>
                <a:lnTo>
                  <a:pt x="8155917" y="1102342"/>
                </a:lnTo>
                <a:cubicBezTo>
                  <a:pt x="8155719" y="1102605"/>
                  <a:pt x="8155129" y="1102798"/>
                  <a:pt x="8155129" y="1102798"/>
                </a:cubicBezTo>
                <a:lnTo>
                  <a:pt x="8146065" y="1102798"/>
                </a:lnTo>
                <a:cubicBezTo>
                  <a:pt x="8145737" y="1102798"/>
                  <a:pt x="8145277" y="1102342"/>
                  <a:pt x="8145277" y="1102342"/>
                </a:cubicBezTo>
                <a:lnTo>
                  <a:pt x="8140745" y="1094457"/>
                </a:lnTo>
                <a:cubicBezTo>
                  <a:pt x="8140613" y="1094193"/>
                  <a:pt x="8140745" y="1093605"/>
                  <a:pt x="8140745" y="1093605"/>
                </a:cubicBezTo>
                <a:lnTo>
                  <a:pt x="8145277" y="1085725"/>
                </a:lnTo>
                <a:cubicBezTo>
                  <a:pt x="8145474" y="1085463"/>
                  <a:pt x="8146065" y="1085268"/>
                  <a:pt x="8146065" y="1085268"/>
                </a:cubicBezTo>
                <a:close/>
                <a:moveTo>
                  <a:pt x="6110888" y="1085268"/>
                </a:moveTo>
                <a:lnTo>
                  <a:pt x="6119953" y="1085268"/>
                </a:lnTo>
                <a:cubicBezTo>
                  <a:pt x="6120280" y="1085268"/>
                  <a:pt x="6120740" y="1085726"/>
                  <a:pt x="6120740" y="1085726"/>
                </a:cubicBezTo>
                <a:lnTo>
                  <a:pt x="6125272" y="1093606"/>
                </a:lnTo>
                <a:cubicBezTo>
                  <a:pt x="6125403" y="1093868"/>
                  <a:pt x="6125272" y="1094457"/>
                  <a:pt x="6125272" y="1094457"/>
                </a:cubicBezTo>
                <a:lnTo>
                  <a:pt x="6120740" y="1102344"/>
                </a:lnTo>
                <a:cubicBezTo>
                  <a:pt x="6120543" y="1102605"/>
                  <a:pt x="6119953" y="1102798"/>
                  <a:pt x="6119953" y="1102798"/>
                </a:cubicBezTo>
                <a:lnTo>
                  <a:pt x="6110888" y="1102798"/>
                </a:lnTo>
                <a:cubicBezTo>
                  <a:pt x="6110560" y="1102798"/>
                  <a:pt x="6110101" y="1102344"/>
                  <a:pt x="6110101" y="1102344"/>
                </a:cubicBezTo>
                <a:lnTo>
                  <a:pt x="6105567" y="1094457"/>
                </a:lnTo>
                <a:cubicBezTo>
                  <a:pt x="6105436" y="1094198"/>
                  <a:pt x="6105567" y="1093606"/>
                  <a:pt x="6105567" y="1093606"/>
                </a:cubicBezTo>
                <a:lnTo>
                  <a:pt x="6110101" y="1085726"/>
                </a:lnTo>
                <a:cubicBezTo>
                  <a:pt x="6110296" y="1085463"/>
                  <a:pt x="6110888" y="1085268"/>
                  <a:pt x="6110888" y="1085268"/>
                </a:cubicBezTo>
                <a:close/>
                <a:moveTo>
                  <a:pt x="4838919" y="1085268"/>
                </a:moveTo>
                <a:lnTo>
                  <a:pt x="4847982" y="1085268"/>
                </a:lnTo>
                <a:cubicBezTo>
                  <a:pt x="4848311" y="1085268"/>
                  <a:pt x="4848772" y="1085726"/>
                  <a:pt x="4848772" y="1085726"/>
                </a:cubicBezTo>
                <a:lnTo>
                  <a:pt x="4853303" y="1093606"/>
                </a:lnTo>
                <a:cubicBezTo>
                  <a:pt x="4853435" y="1093868"/>
                  <a:pt x="4853303" y="1094457"/>
                  <a:pt x="4853303" y="1094457"/>
                </a:cubicBezTo>
                <a:lnTo>
                  <a:pt x="4848772" y="1102344"/>
                </a:lnTo>
                <a:cubicBezTo>
                  <a:pt x="4848575" y="1102605"/>
                  <a:pt x="4847982" y="1102798"/>
                  <a:pt x="4847982" y="1102798"/>
                </a:cubicBezTo>
                <a:lnTo>
                  <a:pt x="4838919" y="1102798"/>
                </a:lnTo>
                <a:cubicBezTo>
                  <a:pt x="4838590" y="1102798"/>
                  <a:pt x="4838132" y="1102344"/>
                  <a:pt x="4838132" y="1102344"/>
                </a:cubicBezTo>
                <a:lnTo>
                  <a:pt x="4833598" y="1094457"/>
                </a:lnTo>
                <a:cubicBezTo>
                  <a:pt x="4833467" y="1094198"/>
                  <a:pt x="4833598" y="1093606"/>
                  <a:pt x="4833598" y="1093606"/>
                </a:cubicBezTo>
                <a:lnTo>
                  <a:pt x="4838132" y="1085726"/>
                </a:lnTo>
                <a:cubicBezTo>
                  <a:pt x="4838328" y="1085463"/>
                  <a:pt x="4838919" y="1085268"/>
                  <a:pt x="4838919" y="1085268"/>
                </a:cubicBezTo>
                <a:close/>
                <a:moveTo>
                  <a:pt x="6365334" y="1085264"/>
                </a:moveTo>
                <a:lnTo>
                  <a:pt x="6374397" y="1085264"/>
                </a:lnTo>
                <a:cubicBezTo>
                  <a:pt x="6374727" y="1085264"/>
                  <a:pt x="6375186" y="1085722"/>
                  <a:pt x="6375186" y="1085722"/>
                </a:cubicBezTo>
                <a:lnTo>
                  <a:pt x="6379718" y="1093602"/>
                </a:lnTo>
                <a:cubicBezTo>
                  <a:pt x="6379849" y="1093865"/>
                  <a:pt x="6379718" y="1094457"/>
                  <a:pt x="6379718" y="1094457"/>
                </a:cubicBezTo>
                <a:lnTo>
                  <a:pt x="6375186" y="1102338"/>
                </a:lnTo>
                <a:cubicBezTo>
                  <a:pt x="6374988" y="1102601"/>
                  <a:pt x="6374397" y="1102798"/>
                  <a:pt x="6374397" y="1102798"/>
                </a:cubicBezTo>
                <a:lnTo>
                  <a:pt x="6365334" y="1102798"/>
                </a:lnTo>
                <a:cubicBezTo>
                  <a:pt x="6365005" y="1102798"/>
                  <a:pt x="6364546" y="1102338"/>
                  <a:pt x="6364546" y="1102338"/>
                </a:cubicBezTo>
                <a:lnTo>
                  <a:pt x="6360014" y="1094457"/>
                </a:lnTo>
                <a:cubicBezTo>
                  <a:pt x="6359882" y="1094190"/>
                  <a:pt x="6360014" y="1093602"/>
                  <a:pt x="6360014" y="1093602"/>
                </a:cubicBezTo>
                <a:lnTo>
                  <a:pt x="6364546" y="1085722"/>
                </a:lnTo>
                <a:cubicBezTo>
                  <a:pt x="6364743" y="1085460"/>
                  <a:pt x="6365334" y="1085264"/>
                  <a:pt x="6365334" y="1085264"/>
                </a:cubicBezTo>
                <a:close/>
                <a:moveTo>
                  <a:pt x="2040745" y="1085260"/>
                </a:moveTo>
                <a:lnTo>
                  <a:pt x="2049810" y="1085260"/>
                </a:lnTo>
                <a:cubicBezTo>
                  <a:pt x="2050139" y="1085260"/>
                  <a:pt x="2050599" y="1085721"/>
                  <a:pt x="2050599" y="1085721"/>
                </a:cubicBezTo>
                <a:lnTo>
                  <a:pt x="2055131" y="1093600"/>
                </a:lnTo>
                <a:cubicBezTo>
                  <a:pt x="2055262" y="1093862"/>
                  <a:pt x="2055131" y="1094453"/>
                  <a:pt x="2055131" y="1094453"/>
                </a:cubicBezTo>
                <a:lnTo>
                  <a:pt x="2050599" y="1102336"/>
                </a:lnTo>
                <a:cubicBezTo>
                  <a:pt x="2050402" y="1102599"/>
                  <a:pt x="2049810" y="1102795"/>
                  <a:pt x="2049810" y="1102795"/>
                </a:cubicBezTo>
                <a:lnTo>
                  <a:pt x="2040745" y="1102795"/>
                </a:lnTo>
                <a:cubicBezTo>
                  <a:pt x="2040418" y="1102795"/>
                  <a:pt x="2039957" y="1102336"/>
                  <a:pt x="2039957" y="1102336"/>
                </a:cubicBezTo>
                <a:lnTo>
                  <a:pt x="2035424" y="1094453"/>
                </a:lnTo>
                <a:cubicBezTo>
                  <a:pt x="2035293" y="1094190"/>
                  <a:pt x="2035424" y="1093600"/>
                  <a:pt x="2035424" y="1093600"/>
                </a:cubicBezTo>
                <a:lnTo>
                  <a:pt x="2039957" y="1085721"/>
                </a:lnTo>
                <a:cubicBezTo>
                  <a:pt x="2040155" y="1085458"/>
                  <a:pt x="2040745" y="1085260"/>
                  <a:pt x="2040745" y="1085260"/>
                </a:cubicBezTo>
                <a:close/>
                <a:moveTo>
                  <a:pt x="1023188" y="1085260"/>
                </a:moveTo>
                <a:lnTo>
                  <a:pt x="1032252" y="1085260"/>
                </a:lnTo>
                <a:cubicBezTo>
                  <a:pt x="1032581" y="1085260"/>
                  <a:pt x="1033039" y="1085721"/>
                  <a:pt x="1033039" y="1085721"/>
                </a:cubicBezTo>
                <a:lnTo>
                  <a:pt x="1037572" y="1093600"/>
                </a:lnTo>
                <a:cubicBezTo>
                  <a:pt x="1037702" y="1093862"/>
                  <a:pt x="1037572" y="1094453"/>
                  <a:pt x="1037572" y="1094453"/>
                </a:cubicBezTo>
                <a:lnTo>
                  <a:pt x="1033039" y="1102336"/>
                </a:lnTo>
                <a:cubicBezTo>
                  <a:pt x="1032843" y="1102599"/>
                  <a:pt x="1032252" y="1102795"/>
                  <a:pt x="1032252" y="1102795"/>
                </a:cubicBezTo>
                <a:lnTo>
                  <a:pt x="1023188" y="1102795"/>
                </a:lnTo>
                <a:cubicBezTo>
                  <a:pt x="1022858" y="1102795"/>
                  <a:pt x="1022399" y="1102336"/>
                  <a:pt x="1022399" y="1102336"/>
                </a:cubicBezTo>
                <a:lnTo>
                  <a:pt x="1017865" y="1094453"/>
                </a:lnTo>
                <a:cubicBezTo>
                  <a:pt x="1017734" y="1094190"/>
                  <a:pt x="1017865" y="1093600"/>
                  <a:pt x="1017865" y="1093600"/>
                </a:cubicBezTo>
                <a:lnTo>
                  <a:pt x="1022399" y="1085721"/>
                </a:lnTo>
                <a:cubicBezTo>
                  <a:pt x="1022598" y="1085458"/>
                  <a:pt x="1023188" y="1085260"/>
                  <a:pt x="1023188" y="1085260"/>
                </a:cubicBezTo>
                <a:close/>
                <a:moveTo>
                  <a:pt x="5856508" y="1085257"/>
                </a:moveTo>
                <a:lnTo>
                  <a:pt x="5865571" y="1085257"/>
                </a:lnTo>
                <a:cubicBezTo>
                  <a:pt x="5865900" y="1085257"/>
                  <a:pt x="5866359" y="1085719"/>
                  <a:pt x="5866359" y="1085719"/>
                </a:cubicBezTo>
                <a:lnTo>
                  <a:pt x="5870891" y="1093595"/>
                </a:lnTo>
                <a:cubicBezTo>
                  <a:pt x="5871023" y="1093860"/>
                  <a:pt x="5870891" y="1094447"/>
                  <a:pt x="5870891" y="1094447"/>
                </a:cubicBezTo>
                <a:lnTo>
                  <a:pt x="5866359" y="1102333"/>
                </a:lnTo>
                <a:cubicBezTo>
                  <a:pt x="5866163" y="1102594"/>
                  <a:pt x="5865571" y="1102792"/>
                  <a:pt x="5865571" y="1102792"/>
                </a:cubicBezTo>
                <a:lnTo>
                  <a:pt x="5856508" y="1102792"/>
                </a:lnTo>
                <a:cubicBezTo>
                  <a:pt x="5856178" y="1102792"/>
                  <a:pt x="5855720" y="1102333"/>
                  <a:pt x="5855720" y="1102333"/>
                </a:cubicBezTo>
                <a:lnTo>
                  <a:pt x="5851187" y="1094447"/>
                </a:lnTo>
                <a:cubicBezTo>
                  <a:pt x="5851055" y="1094187"/>
                  <a:pt x="5851187" y="1093595"/>
                  <a:pt x="5851187" y="1093595"/>
                </a:cubicBezTo>
                <a:lnTo>
                  <a:pt x="5855720" y="1085719"/>
                </a:lnTo>
                <a:cubicBezTo>
                  <a:pt x="5855916" y="1085453"/>
                  <a:pt x="5856508" y="1085257"/>
                  <a:pt x="5856508" y="1085257"/>
                </a:cubicBezTo>
                <a:close/>
                <a:moveTo>
                  <a:pt x="1531929" y="1085250"/>
                </a:moveTo>
                <a:lnTo>
                  <a:pt x="1540993" y="1085250"/>
                </a:lnTo>
                <a:cubicBezTo>
                  <a:pt x="1541321" y="1085250"/>
                  <a:pt x="1541781" y="1085710"/>
                  <a:pt x="1541781" y="1085710"/>
                </a:cubicBezTo>
                <a:lnTo>
                  <a:pt x="1546314" y="1093589"/>
                </a:lnTo>
                <a:cubicBezTo>
                  <a:pt x="1546445" y="1093852"/>
                  <a:pt x="1546314" y="1094441"/>
                  <a:pt x="1546314" y="1094441"/>
                </a:cubicBezTo>
                <a:lnTo>
                  <a:pt x="1541781" y="1102324"/>
                </a:lnTo>
                <a:cubicBezTo>
                  <a:pt x="1541585" y="1102589"/>
                  <a:pt x="1540993" y="1102787"/>
                  <a:pt x="1540993" y="1102787"/>
                </a:cubicBezTo>
                <a:lnTo>
                  <a:pt x="1531929" y="1102787"/>
                </a:lnTo>
                <a:cubicBezTo>
                  <a:pt x="1531601" y="1102787"/>
                  <a:pt x="1531141" y="1102324"/>
                  <a:pt x="1531141" y="1102324"/>
                </a:cubicBezTo>
                <a:lnTo>
                  <a:pt x="1526609" y="1094441"/>
                </a:lnTo>
                <a:cubicBezTo>
                  <a:pt x="1526477" y="1094180"/>
                  <a:pt x="1526609" y="1093589"/>
                  <a:pt x="1526609" y="1093589"/>
                </a:cubicBezTo>
                <a:lnTo>
                  <a:pt x="1531141" y="1085710"/>
                </a:lnTo>
                <a:cubicBezTo>
                  <a:pt x="1531340" y="1085447"/>
                  <a:pt x="1531929" y="1085250"/>
                  <a:pt x="1531929" y="1085250"/>
                </a:cubicBezTo>
                <a:close/>
                <a:moveTo>
                  <a:pt x="7128477" y="1085248"/>
                </a:moveTo>
                <a:lnTo>
                  <a:pt x="7137540" y="1085248"/>
                </a:lnTo>
                <a:cubicBezTo>
                  <a:pt x="7137869" y="1085248"/>
                  <a:pt x="7138328" y="1085710"/>
                  <a:pt x="7138328" y="1085710"/>
                </a:cubicBezTo>
                <a:lnTo>
                  <a:pt x="7142860" y="1093589"/>
                </a:lnTo>
                <a:cubicBezTo>
                  <a:pt x="7142992" y="1093852"/>
                  <a:pt x="7142860" y="1094441"/>
                  <a:pt x="7142860" y="1094441"/>
                </a:cubicBezTo>
                <a:lnTo>
                  <a:pt x="7138328" y="1102324"/>
                </a:lnTo>
                <a:cubicBezTo>
                  <a:pt x="7138131" y="1102589"/>
                  <a:pt x="7137540" y="1102787"/>
                  <a:pt x="7137540" y="1102787"/>
                </a:cubicBezTo>
                <a:lnTo>
                  <a:pt x="7128477" y="1102787"/>
                </a:lnTo>
                <a:cubicBezTo>
                  <a:pt x="7128148" y="1102787"/>
                  <a:pt x="7127689" y="1102324"/>
                  <a:pt x="7127689" y="1102324"/>
                </a:cubicBezTo>
                <a:lnTo>
                  <a:pt x="7123156" y="1094441"/>
                </a:lnTo>
                <a:cubicBezTo>
                  <a:pt x="7123024" y="1094180"/>
                  <a:pt x="7123156" y="1093589"/>
                  <a:pt x="7123156" y="1093589"/>
                </a:cubicBezTo>
                <a:lnTo>
                  <a:pt x="7127689" y="1085710"/>
                </a:lnTo>
                <a:cubicBezTo>
                  <a:pt x="7127885" y="1085445"/>
                  <a:pt x="7128477" y="1085248"/>
                  <a:pt x="7128477" y="1085248"/>
                </a:cubicBezTo>
                <a:close/>
                <a:moveTo>
                  <a:pt x="5093300" y="1085248"/>
                </a:moveTo>
                <a:lnTo>
                  <a:pt x="5102364" y="1085248"/>
                </a:lnTo>
                <a:cubicBezTo>
                  <a:pt x="5102693" y="1085248"/>
                  <a:pt x="5103153" y="1085710"/>
                  <a:pt x="5103153" y="1085710"/>
                </a:cubicBezTo>
                <a:lnTo>
                  <a:pt x="5107684" y="1093589"/>
                </a:lnTo>
                <a:cubicBezTo>
                  <a:pt x="5107815" y="1093852"/>
                  <a:pt x="5107684" y="1094441"/>
                  <a:pt x="5107684" y="1094441"/>
                </a:cubicBezTo>
                <a:lnTo>
                  <a:pt x="5103153" y="1102324"/>
                </a:lnTo>
                <a:cubicBezTo>
                  <a:pt x="5102955" y="1102589"/>
                  <a:pt x="5102364" y="1102787"/>
                  <a:pt x="5102364" y="1102787"/>
                </a:cubicBezTo>
                <a:lnTo>
                  <a:pt x="5093300" y="1102787"/>
                </a:lnTo>
                <a:cubicBezTo>
                  <a:pt x="5092972" y="1102787"/>
                  <a:pt x="5092512" y="1102324"/>
                  <a:pt x="5092512" y="1102324"/>
                </a:cubicBezTo>
                <a:lnTo>
                  <a:pt x="5087979" y="1094441"/>
                </a:lnTo>
                <a:cubicBezTo>
                  <a:pt x="5087848" y="1094180"/>
                  <a:pt x="5087979" y="1093589"/>
                  <a:pt x="5087979" y="1093589"/>
                </a:cubicBezTo>
                <a:lnTo>
                  <a:pt x="5092512" y="1085710"/>
                </a:lnTo>
                <a:cubicBezTo>
                  <a:pt x="5092708" y="1085445"/>
                  <a:pt x="5093300" y="1085248"/>
                  <a:pt x="5093300" y="1085248"/>
                </a:cubicBezTo>
                <a:close/>
                <a:moveTo>
                  <a:pt x="3312750" y="1085247"/>
                </a:moveTo>
                <a:lnTo>
                  <a:pt x="3321814" y="1085247"/>
                </a:lnTo>
                <a:cubicBezTo>
                  <a:pt x="3322144" y="1085247"/>
                  <a:pt x="3322602" y="1085705"/>
                  <a:pt x="3322602" y="1085705"/>
                </a:cubicBezTo>
                <a:lnTo>
                  <a:pt x="3327134" y="1093583"/>
                </a:lnTo>
                <a:cubicBezTo>
                  <a:pt x="3327265" y="1093848"/>
                  <a:pt x="3327134" y="1094438"/>
                  <a:pt x="3327134" y="1094438"/>
                </a:cubicBezTo>
                <a:lnTo>
                  <a:pt x="3322602" y="1102321"/>
                </a:lnTo>
                <a:cubicBezTo>
                  <a:pt x="3322405" y="1102584"/>
                  <a:pt x="3321814" y="1102780"/>
                  <a:pt x="3321814" y="1102780"/>
                </a:cubicBezTo>
                <a:lnTo>
                  <a:pt x="3312750" y="1102780"/>
                </a:lnTo>
                <a:cubicBezTo>
                  <a:pt x="3312422" y="1102780"/>
                  <a:pt x="3311962" y="1102321"/>
                  <a:pt x="3311962" y="1102321"/>
                </a:cubicBezTo>
                <a:lnTo>
                  <a:pt x="3307429" y="1094438"/>
                </a:lnTo>
                <a:cubicBezTo>
                  <a:pt x="3307298" y="1094177"/>
                  <a:pt x="3307429" y="1093583"/>
                  <a:pt x="3307429" y="1093583"/>
                </a:cubicBezTo>
                <a:lnTo>
                  <a:pt x="3311962" y="1085705"/>
                </a:lnTo>
                <a:cubicBezTo>
                  <a:pt x="3312158" y="1085443"/>
                  <a:pt x="3312750" y="1085247"/>
                  <a:pt x="3312750" y="1085247"/>
                </a:cubicBezTo>
                <a:close/>
                <a:moveTo>
                  <a:pt x="6874095" y="1085241"/>
                </a:moveTo>
                <a:lnTo>
                  <a:pt x="6883159" y="1085241"/>
                </a:lnTo>
                <a:cubicBezTo>
                  <a:pt x="6883488" y="1085241"/>
                  <a:pt x="6883947" y="1085700"/>
                  <a:pt x="6883947" y="1085700"/>
                </a:cubicBezTo>
                <a:lnTo>
                  <a:pt x="6888480" y="1093579"/>
                </a:lnTo>
                <a:cubicBezTo>
                  <a:pt x="6888611" y="1093842"/>
                  <a:pt x="6888480" y="1094434"/>
                  <a:pt x="6888480" y="1094434"/>
                </a:cubicBezTo>
                <a:lnTo>
                  <a:pt x="6883947" y="1102318"/>
                </a:lnTo>
                <a:cubicBezTo>
                  <a:pt x="6883751" y="1102581"/>
                  <a:pt x="6883159" y="1102777"/>
                  <a:pt x="6883159" y="1102777"/>
                </a:cubicBezTo>
                <a:lnTo>
                  <a:pt x="6874095" y="1102777"/>
                </a:lnTo>
                <a:cubicBezTo>
                  <a:pt x="6873768" y="1102777"/>
                  <a:pt x="6873307" y="1102318"/>
                  <a:pt x="6873307" y="1102318"/>
                </a:cubicBezTo>
                <a:lnTo>
                  <a:pt x="6868775" y="1094434"/>
                </a:lnTo>
                <a:cubicBezTo>
                  <a:pt x="6868644" y="1094172"/>
                  <a:pt x="6868775" y="1093579"/>
                  <a:pt x="6868775" y="1093579"/>
                </a:cubicBezTo>
                <a:lnTo>
                  <a:pt x="6873307" y="1085700"/>
                </a:lnTo>
                <a:cubicBezTo>
                  <a:pt x="6873504" y="1085437"/>
                  <a:pt x="6874095" y="1085241"/>
                  <a:pt x="6874095" y="1085241"/>
                </a:cubicBezTo>
                <a:close/>
                <a:moveTo>
                  <a:pt x="4584538" y="1085241"/>
                </a:moveTo>
                <a:lnTo>
                  <a:pt x="4593603" y="1085241"/>
                </a:lnTo>
                <a:cubicBezTo>
                  <a:pt x="4593932" y="1085241"/>
                  <a:pt x="4594390" y="1085700"/>
                  <a:pt x="4594390" y="1085700"/>
                </a:cubicBezTo>
                <a:lnTo>
                  <a:pt x="4598922" y="1093582"/>
                </a:lnTo>
                <a:cubicBezTo>
                  <a:pt x="4599054" y="1093842"/>
                  <a:pt x="4598922" y="1094434"/>
                  <a:pt x="4598922" y="1094434"/>
                </a:cubicBezTo>
                <a:lnTo>
                  <a:pt x="4594390" y="1102318"/>
                </a:lnTo>
                <a:cubicBezTo>
                  <a:pt x="4594193" y="1102581"/>
                  <a:pt x="4593603" y="1102777"/>
                  <a:pt x="4593603" y="1102777"/>
                </a:cubicBezTo>
                <a:lnTo>
                  <a:pt x="4584538" y="1102777"/>
                </a:lnTo>
                <a:cubicBezTo>
                  <a:pt x="4584210" y="1102777"/>
                  <a:pt x="4583749" y="1102318"/>
                  <a:pt x="4583749" y="1102318"/>
                </a:cubicBezTo>
                <a:lnTo>
                  <a:pt x="4579218" y="1094434"/>
                </a:lnTo>
                <a:cubicBezTo>
                  <a:pt x="4579087" y="1094173"/>
                  <a:pt x="4579218" y="1093582"/>
                  <a:pt x="4579218" y="1093582"/>
                </a:cubicBezTo>
                <a:lnTo>
                  <a:pt x="4583749" y="1085700"/>
                </a:lnTo>
                <a:cubicBezTo>
                  <a:pt x="4583948" y="1085440"/>
                  <a:pt x="4584538" y="1085241"/>
                  <a:pt x="4584538" y="1085241"/>
                </a:cubicBezTo>
                <a:close/>
                <a:moveTo>
                  <a:pt x="3058346" y="1085241"/>
                </a:moveTo>
                <a:lnTo>
                  <a:pt x="3067410" y="1085241"/>
                </a:lnTo>
                <a:cubicBezTo>
                  <a:pt x="3067739" y="1085241"/>
                  <a:pt x="3068199" y="1085700"/>
                  <a:pt x="3068199" y="1085700"/>
                </a:cubicBezTo>
                <a:lnTo>
                  <a:pt x="3072730" y="1093579"/>
                </a:lnTo>
                <a:cubicBezTo>
                  <a:pt x="3072861" y="1093842"/>
                  <a:pt x="3072730" y="1094432"/>
                  <a:pt x="3072730" y="1094432"/>
                </a:cubicBezTo>
                <a:lnTo>
                  <a:pt x="3068199" y="1102313"/>
                </a:lnTo>
                <a:cubicBezTo>
                  <a:pt x="3068001" y="1102581"/>
                  <a:pt x="3067410" y="1102777"/>
                  <a:pt x="3067410" y="1102777"/>
                </a:cubicBezTo>
                <a:lnTo>
                  <a:pt x="3058346" y="1102777"/>
                </a:lnTo>
                <a:cubicBezTo>
                  <a:pt x="3058017" y="1102777"/>
                  <a:pt x="3057556" y="1102313"/>
                  <a:pt x="3057556" y="1102313"/>
                </a:cubicBezTo>
                <a:lnTo>
                  <a:pt x="3053025" y="1094432"/>
                </a:lnTo>
                <a:cubicBezTo>
                  <a:pt x="3052893" y="1094172"/>
                  <a:pt x="3053025" y="1093579"/>
                  <a:pt x="3053025" y="1093579"/>
                </a:cubicBezTo>
                <a:lnTo>
                  <a:pt x="3057556" y="1085700"/>
                </a:lnTo>
                <a:cubicBezTo>
                  <a:pt x="3057755" y="1085435"/>
                  <a:pt x="3058346" y="1085241"/>
                  <a:pt x="3058346" y="1085241"/>
                </a:cubicBezTo>
                <a:close/>
                <a:moveTo>
                  <a:pt x="514319" y="1085237"/>
                </a:moveTo>
                <a:lnTo>
                  <a:pt x="523382" y="1085237"/>
                </a:lnTo>
                <a:cubicBezTo>
                  <a:pt x="523710" y="1085237"/>
                  <a:pt x="524171" y="1085700"/>
                  <a:pt x="524171" y="1085700"/>
                </a:cubicBezTo>
                <a:lnTo>
                  <a:pt x="528701" y="1093575"/>
                </a:lnTo>
                <a:cubicBezTo>
                  <a:pt x="528833" y="1093840"/>
                  <a:pt x="528701" y="1094430"/>
                  <a:pt x="528701" y="1094430"/>
                </a:cubicBezTo>
                <a:lnTo>
                  <a:pt x="524171" y="1102313"/>
                </a:lnTo>
                <a:cubicBezTo>
                  <a:pt x="523974" y="1102579"/>
                  <a:pt x="523382" y="1102775"/>
                  <a:pt x="523382" y="1102775"/>
                </a:cubicBezTo>
                <a:lnTo>
                  <a:pt x="514319" y="1102775"/>
                </a:lnTo>
                <a:cubicBezTo>
                  <a:pt x="513989" y="1102775"/>
                  <a:pt x="513531" y="1102313"/>
                  <a:pt x="513531" y="1102313"/>
                </a:cubicBezTo>
                <a:lnTo>
                  <a:pt x="508998" y="1094430"/>
                </a:lnTo>
                <a:cubicBezTo>
                  <a:pt x="508867" y="1094168"/>
                  <a:pt x="508998" y="1093575"/>
                  <a:pt x="508998" y="1093575"/>
                </a:cubicBezTo>
                <a:lnTo>
                  <a:pt x="513531" y="1085700"/>
                </a:lnTo>
                <a:cubicBezTo>
                  <a:pt x="513728" y="1085435"/>
                  <a:pt x="514319" y="1085237"/>
                  <a:pt x="514319" y="1085237"/>
                </a:cubicBezTo>
                <a:close/>
                <a:moveTo>
                  <a:pt x="6619714" y="1085236"/>
                </a:moveTo>
                <a:lnTo>
                  <a:pt x="6628778" y="1085236"/>
                </a:lnTo>
                <a:cubicBezTo>
                  <a:pt x="6629107" y="1085236"/>
                  <a:pt x="6629566" y="1085695"/>
                  <a:pt x="6629566" y="1085695"/>
                </a:cubicBezTo>
                <a:lnTo>
                  <a:pt x="6634099" y="1093574"/>
                </a:lnTo>
                <a:cubicBezTo>
                  <a:pt x="6634230" y="1093837"/>
                  <a:pt x="6634099" y="1094428"/>
                  <a:pt x="6634099" y="1094428"/>
                </a:cubicBezTo>
                <a:lnTo>
                  <a:pt x="6629566" y="1102313"/>
                </a:lnTo>
                <a:cubicBezTo>
                  <a:pt x="6629369" y="1102572"/>
                  <a:pt x="6628778" y="1102770"/>
                  <a:pt x="6628778" y="1102770"/>
                </a:cubicBezTo>
                <a:lnTo>
                  <a:pt x="6619714" y="1102770"/>
                </a:lnTo>
                <a:cubicBezTo>
                  <a:pt x="6619387" y="1102770"/>
                  <a:pt x="6618926" y="1102313"/>
                  <a:pt x="6618926" y="1102313"/>
                </a:cubicBezTo>
                <a:lnTo>
                  <a:pt x="6614394" y="1094428"/>
                </a:lnTo>
                <a:cubicBezTo>
                  <a:pt x="6614263" y="1094167"/>
                  <a:pt x="6614394" y="1093574"/>
                  <a:pt x="6614394" y="1093574"/>
                </a:cubicBezTo>
                <a:lnTo>
                  <a:pt x="6618926" y="1085695"/>
                </a:lnTo>
                <a:cubicBezTo>
                  <a:pt x="6619123" y="1085432"/>
                  <a:pt x="6619714" y="1085236"/>
                  <a:pt x="6619714" y="1085236"/>
                </a:cubicBezTo>
                <a:close/>
                <a:moveTo>
                  <a:pt x="3821513" y="1085236"/>
                </a:moveTo>
                <a:lnTo>
                  <a:pt x="3830578" y="1085236"/>
                </a:lnTo>
                <a:cubicBezTo>
                  <a:pt x="3830907" y="1085236"/>
                  <a:pt x="3831365" y="1085698"/>
                  <a:pt x="3831365" y="1085698"/>
                </a:cubicBezTo>
                <a:lnTo>
                  <a:pt x="3835899" y="1093575"/>
                </a:lnTo>
                <a:cubicBezTo>
                  <a:pt x="3836029" y="1093839"/>
                  <a:pt x="3835899" y="1094430"/>
                  <a:pt x="3835899" y="1094430"/>
                </a:cubicBezTo>
                <a:lnTo>
                  <a:pt x="3831365" y="1102313"/>
                </a:lnTo>
                <a:cubicBezTo>
                  <a:pt x="3831167" y="1102575"/>
                  <a:pt x="3830578" y="1102775"/>
                  <a:pt x="3830578" y="1102775"/>
                </a:cubicBezTo>
                <a:lnTo>
                  <a:pt x="3821513" y="1102775"/>
                </a:lnTo>
                <a:cubicBezTo>
                  <a:pt x="3821185" y="1102775"/>
                  <a:pt x="3820723" y="1102313"/>
                  <a:pt x="3820723" y="1102313"/>
                </a:cubicBezTo>
                <a:lnTo>
                  <a:pt x="3816193" y="1094430"/>
                </a:lnTo>
                <a:cubicBezTo>
                  <a:pt x="3816061" y="1094168"/>
                  <a:pt x="3816193" y="1093575"/>
                  <a:pt x="3816193" y="1093575"/>
                </a:cubicBezTo>
                <a:lnTo>
                  <a:pt x="3820723" y="1085698"/>
                </a:lnTo>
                <a:cubicBezTo>
                  <a:pt x="3820923" y="1085433"/>
                  <a:pt x="3821513" y="1085236"/>
                  <a:pt x="3821513" y="1085236"/>
                </a:cubicBezTo>
                <a:close/>
                <a:moveTo>
                  <a:pt x="5602126" y="1085234"/>
                </a:moveTo>
                <a:lnTo>
                  <a:pt x="5611191" y="1085234"/>
                </a:lnTo>
                <a:cubicBezTo>
                  <a:pt x="5611519" y="1085234"/>
                  <a:pt x="5611979" y="1085692"/>
                  <a:pt x="5611979" y="1085692"/>
                </a:cubicBezTo>
                <a:lnTo>
                  <a:pt x="5616511" y="1093574"/>
                </a:lnTo>
                <a:cubicBezTo>
                  <a:pt x="5616642" y="1093834"/>
                  <a:pt x="5616511" y="1094427"/>
                  <a:pt x="5616511" y="1094427"/>
                </a:cubicBezTo>
                <a:lnTo>
                  <a:pt x="5611979" y="1102310"/>
                </a:lnTo>
                <a:cubicBezTo>
                  <a:pt x="5611782" y="1102572"/>
                  <a:pt x="5611191" y="1102769"/>
                  <a:pt x="5611191" y="1102769"/>
                </a:cubicBezTo>
                <a:lnTo>
                  <a:pt x="5602126" y="1102769"/>
                </a:lnTo>
                <a:cubicBezTo>
                  <a:pt x="5601798" y="1102769"/>
                  <a:pt x="5601338" y="1102310"/>
                  <a:pt x="5601338" y="1102310"/>
                </a:cubicBezTo>
                <a:lnTo>
                  <a:pt x="5596807" y="1094427"/>
                </a:lnTo>
                <a:cubicBezTo>
                  <a:pt x="5596675" y="1094162"/>
                  <a:pt x="5596807" y="1093574"/>
                  <a:pt x="5596807" y="1093574"/>
                </a:cubicBezTo>
                <a:lnTo>
                  <a:pt x="5601338" y="1085692"/>
                </a:lnTo>
                <a:cubicBezTo>
                  <a:pt x="5601536" y="1085432"/>
                  <a:pt x="5602126" y="1085234"/>
                  <a:pt x="5602126" y="1085234"/>
                </a:cubicBezTo>
                <a:close/>
                <a:moveTo>
                  <a:pt x="2295088" y="1085234"/>
                </a:moveTo>
                <a:lnTo>
                  <a:pt x="2304152" y="1085234"/>
                </a:lnTo>
                <a:cubicBezTo>
                  <a:pt x="2304481" y="1085234"/>
                  <a:pt x="2304940" y="1085692"/>
                  <a:pt x="2304940" y="1085692"/>
                </a:cubicBezTo>
                <a:lnTo>
                  <a:pt x="2309472" y="1093571"/>
                </a:lnTo>
                <a:cubicBezTo>
                  <a:pt x="2309603" y="1093832"/>
                  <a:pt x="2309472" y="1094427"/>
                  <a:pt x="2309472" y="1094427"/>
                </a:cubicBezTo>
                <a:lnTo>
                  <a:pt x="2304940" y="1102307"/>
                </a:lnTo>
                <a:cubicBezTo>
                  <a:pt x="2304743" y="1102572"/>
                  <a:pt x="2304152" y="1102769"/>
                  <a:pt x="2304152" y="1102769"/>
                </a:cubicBezTo>
                <a:lnTo>
                  <a:pt x="2295088" y="1102769"/>
                </a:lnTo>
                <a:cubicBezTo>
                  <a:pt x="2294760" y="1102769"/>
                  <a:pt x="2294299" y="1102307"/>
                  <a:pt x="2294299" y="1102307"/>
                </a:cubicBezTo>
                <a:lnTo>
                  <a:pt x="2289768" y="1094427"/>
                </a:lnTo>
                <a:cubicBezTo>
                  <a:pt x="2289635" y="1094162"/>
                  <a:pt x="2289768" y="1093571"/>
                  <a:pt x="2289768" y="1093571"/>
                </a:cubicBezTo>
                <a:lnTo>
                  <a:pt x="2294299" y="1085692"/>
                </a:lnTo>
                <a:cubicBezTo>
                  <a:pt x="2294498" y="1085430"/>
                  <a:pt x="2295088" y="1085234"/>
                  <a:pt x="2295088" y="1085234"/>
                </a:cubicBezTo>
                <a:close/>
                <a:moveTo>
                  <a:pt x="1277516" y="1085234"/>
                </a:moveTo>
                <a:lnTo>
                  <a:pt x="1286580" y="1085234"/>
                </a:lnTo>
                <a:cubicBezTo>
                  <a:pt x="1286910" y="1085234"/>
                  <a:pt x="1287369" y="1085695"/>
                  <a:pt x="1287369" y="1085695"/>
                </a:cubicBezTo>
                <a:lnTo>
                  <a:pt x="1291901" y="1093574"/>
                </a:lnTo>
                <a:cubicBezTo>
                  <a:pt x="1292033" y="1093837"/>
                  <a:pt x="1291901" y="1094427"/>
                  <a:pt x="1291901" y="1094427"/>
                </a:cubicBezTo>
                <a:lnTo>
                  <a:pt x="1287369" y="1102310"/>
                </a:lnTo>
                <a:cubicBezTo>
                  <a:pt x="1287170" y="1102572"/>
                  <a:pt x="1286580" y="1102769"/>
                  <a:pt x="1286580" y="1102769"/>
                </a:cubicBezTo>
                <a:lnTo>
                  <a:pt x="1277516" y="1102769"/>
                </a:lnTo>
                <a:cubicBezTo>
                  <a:pt x="1277188" y="1102769"/>
                  <a:pt x="1276726" y="1102310"/>
                  <a:pt x="1276726" y="1102310"/>
                </a:cubicBezTo>
                <a:lnTo>
                  <a:pt x="1272195" y="1094427"/>
                </a:lnTo>
                <a:cubicBezTo>
                  <a:pt x="1272064" y="1094164"/>
                  <a:pt x="1272195" y="1093574"/>
                  <a:pt x="1272195" y="1093574"/>
                </a:cubicBezTo>
                <a:lnTo>
                  <a:pt x="1276726" y="1085695"/>
                </a:lnTo>
                <a:cubicBezTo>
                  <a:pt x="1276925" y="1085432"/>
                  <a:pt x="1277516" y="1085234"/>
                  <a:pt x="1277516" y="1085234"/>
                </a:cubicBezTo>
                <a:close/>
                <a:moveTo>
                  <a:pt x="5535" y="1085226"/>
                </a:moveTo>
                <a:lnTo>
                  <a:pt x="14597" y="1085226"/>
                </a:lnTo>
                <a:cubicBezTo>
                  <a:pt x="14925" y="1085226"/>
                  <a:pt x="15385" y="1085685"/>
                  <a:pt x="15385" y="1085685"/>
                </a:cubicBezTo>
                <a:lnTo>
                  <a:pt x="19918" y="1093564"/>
                </a:lnTo>
                <a:cubicBezTo>
                  <a:pt x="20049" y="1093829"/>
                  <a:pt x="19918" y="1094419"/>
                  <a:pt x="19918" y="1094419"/>
                </a:cubicBezTo>
                <a:lnTo>
                  <a:pt x="15385" y="1102302"/>
                </a:lnTo>
                <a:cubicBezTo>
                  <a:pt x="15188" y="1102565"/>
                  <a:pt x="14597" y="1102760"/>
                  <a:pt x="14597" y="1102760"/>
                </a:cubicBezTo>
                <a:lnTo>
                  <a:pt x="5535" y="1102760"/>
                </a:lnTo>
                <a:cubicBezTo>
                  <a:pt x="5205" y="1102760"/>
                  <a:pt x="4745" y="1102302"/>
                  <a:pt x="4745" y="1102302"/>
                </a:cubicBezTo>
                <a:lnTo>
                  <a:pt x="213" y="1094419"/>
                </a:lnTo>
                <a:cubicBezTo>
                  <a:pt x="81" y="1094156"/>
                  <a:pt x="213" y="1093564"/>
                  <a:pt x="213" y="1093564"/>
                </a:cubicBezTo>
                <a:lnTo>
                  <a:pt x="4745" y="1085685"/>
                </a:lnTo>
                <a:cubicBezTo>
                  <a:pt x="4942" y="1085423"/>
                  <a:pt x="5535" y="1085226"/>
                  <a:pt x="5535" y="1085226"/>
                </a:cubicBezTo>
                <a:close/>
                <a:moveTo>
                  <a:pt x="9418035" y="1085221"/>
                </a:moveTo>
                <a:lnTo>
                  <a:pt x="9427099" y="1085221"/>
                </a:lnTo>
                <a:cubicBezTo>
                  <a:pt x="9427427" y="1085221"/>
                  <a:pt x="9427887" y="1085680"/>
                  <a:pt x="9427887" y="1085680"/>
                </a:cubicBezTo>
                <a:lnTo>
                  <a:pt x="9432419" y="1093561"/>
                </a:lnTo>
                <a:cubicBezTo>
                  <a:pt x="9432550" y="1093822"/>
                  <a:pt x="9432419" y="1094415"/>
                  <a:pt x="9432419" y="1094415"/>
                </a:cubicBezTo>
                <a:lnTo>
                  <a:pt x="9427887" y="1102297"/>
                </a:lnTo>
                <a:cubicBezTo>
                  <a:pt x="9427690" y="1102561"/>
                  <a:pt x="9427099" y="1102759"/>
                  <a:pt x="9427099" y="1102759"/>
                </a:cubicBezTo>
                <a:lnTo>
                  <a:pt x="9418035" y="1102759"/>
                </a:lnTo>
                <a:cubicBezTo>
                  <a:pt x="9417707" y="1102759"/>
                  <a:pt x="9417247" y="1102297"/>
                  <a:pt x="9417247" y="1102297"/>
                </a:cubicBezTo>
                <a:lnTo>
                  <a:pt x="9412714" y="1094415"/>
                </a:lnTo>
                <a:cubicBezTo>
                  <a:pt x="9412583" y="1094152"/>
                  <a:pt x="9412714" y="1093561"/>
                  <a:pt x="9412714" y="1093561"/>
                </a:cubicBezTo>
                <a:lnTo>
                  <a:pt x="9417247" y="1085680"/>
                </a:lnTo>
                <a:cubicBezTo>
                  <a:pt x="9417444" y="1085420"/>
                  <a:pt x="9418035" y="1085221"/>
                  <a:pt x="9418035" y="1085221"/>
                </a:cubicBezTo>
                <a:close/>
                <a:moveTo>
                  <a:pt x="768643" y="1085212"/>
                </a:moveTo>
                <a:lnTo>
                  <a:pt x="777705" y="1085212"/>
                </a:lnTo>
                <a:cubicBezTo>
                  <a:pt x="778033" y="1085212"/>
                  <a:pt x="778494" y="1085673"/>
                  <a:pt x="778494" y="1085673"/>
                </a:cubicBezTo>
                <a:lnTo>
                  <a:pt x="783026" y="1093553"/>
                </a:lnTo>
                <a:cubicBezTo>
                  <a:pt x="783158" y="1093816"/>
                  <a:pt x="783026" y="1094406"/>
                  <a:pt x="783026" y="1094406"/>
                </a:cubicBezTo>
                <a:lnTo>
                  <a:pt x="778494" y="1102290"/>
                </a:lnTo>
                <a:cubicBezTo>
                  <a:pt x="778296" y="1102551"/>
                  <a:pt x="777705" y="1102750"/>
                  <a:pt x="777705" y="1102750"/>
                </a:cubicBezTo>
                <a:lnTo>
                  <a:pt x="768643" y="1102750"/>
                </a:lnTo>
                <a:cubicBezTo>
                  <a:pt x="768314" y="1102750"/>
                  <a:pt x="767855" y="1102290"/>
                  <a:pt x="767855" y="1102290"/>
                </a:cubicBezTo>
                <a:lnTo>
                  <a:pt x="763321" y="1094406"/>
                </a:lnTo>
                <a:cubicBezTo>
                  <a:pt x="763190" y="1094143"/>
                  <a:pt x="763321" y="1093553"/>
                  <a:pt x="763321" y="1093553"/>
                </a:cubicBezTo>
                <a:lnTo>
                  <a:pt x="767855" y="1085673"/>
                </a:lnTo>
                <a:cubicBezTo>
                  <a:pt x="768052" y="1085409"/>
                  <a:pt x="768643" y="1085212"/>
                  <a:pt x="768643" y="1085212"/>
                </a:cubicBezTo>
                <a:close/>
                <a:moveTo>
                  <a:pt x="7382923" y="1085211"/>
                </a:moveTo>
                <a:lnTo>
                  <a:pt x="7391987" y="1085211"/>
                </a:lnTo>
                <a:cubicBezTo>
                  <a:pt x="7392315" y="1085211"/>
                  <a:pt x="7392775" y="1085671"/>
                  <a:pt x="7392775" y="1085671"/>
                </a:cubicBezTo>
                <a:lnTo>
                  <a:pt x="7397307" y="1093553"/>
                </a:lnTo>
                <a:cubicBezTo>
                  <a:pt x="7397438" y="1093814"/>
                  <a:pt x="7397307" y="1094406"/>
                  <a:pt x="7397307" y="1094406"/>
                </a:cubicBezTo>
                <a:lnTo>
                  <a:pt x="7392775" y="1102286"/>
                </a:lnTo>
                <a:cubicBezTo>
                  <a:pt x="7392578" y="1102550"/>
                  <a:pt x="7391987" y="1102747"/>
                  <a:pt x="7391987" y="1102747"/>
                </a:cubicBezTo>
                <a:lnTo>
                  <a:pt x="7382923" y="1102747"/>
                </a:lnTo>
                <a:cubicBezTo>
                  <a:pt x="7382595" y="1102747"/>
                  <a:pt x="7382135" y="1102286"/>
                  <a:pt x="7382135" y="1102286"/>
                </a:cubicBezTo>
                <a:lnTo>
                  <a:pt x="7377602" y="1094406"/>
                </a:lnTo>
                <a:cubicBezTo>
                  <a:pt x="7377471" y="1094141"/>
                  <a:pt x="7377602" y="1093553"/>
                  <a:pt x="7377602" y="1093553"/>
                </a:cubicBezTo>
                <a:lnTo>
                  <a:pt x="7382135" y="1085671"/>
                </a:lnTo>
                <a:cubicBezTo>
                  <a:pt x="7382331" y="1085409"/>
                  <a:pt x="7382923" y="1085211"/>
                  <a:pt x="7382923" y="1085211"/>
                </a:cubicBezTo>
                <a:close/>
                <a:moveTo>
                  <a:pt x="259881" y="1085211"/>
                </a:moveTo>
                <a:lnTo>
                  <a:pt x="268946" y="1085211"/>
                </a:lnTo>
                <a:cubicBezTo>
                  <a:pt x="269274" y="1085211"/>
                  <a:pt x="269734" y="1085671"/>
                  <a:pt x="269734" y="1085671"/>
                </a:cubicBezTo>
                <a:lnTo>
                  <a:pt x="274266" y="1093553"/>
                </a:lnTo>
                <a:cubicBezTo>
                  <a:pt x="274397" y="1093814"/>
                  <a:pt x="274266" y="1094406"/>
                  <a:pt x="274266" y="1094406"/>
                </a:cubicBezTo>
                <a:lnTo>
                  <a:pt x="269734" y="1102286"/>
                </a:lnTo>
                <a:cubicBezTo>
                  <a:pt x="269537" y="1102550"/>
                  <a:pt x="268946" y="1102747"/>
                  <a:pt x="268946" y="1102747"/>
                </a:cubicBezTo>
                <a:lnTo>
                  <a:pt x="259881" y="1102747"/>
                </a:lnTo>
                <a:cubicBezTo>
                  <a:pt x="259553" y="1102747"/>
                  <a:pt x="259093" y="1102286"/>
                  <a:pt x="259093" y="1102286"/>
                </a:cubicBezTo>
                <a:lnTo>
                  <a:pt x="254561" y="1094406"/>
                </a:lnTo>
                <a:cubicBezTo>
                  <a:pt x="254430" y="1094141"/>
                  <a:pt x="254561" y="1093553"/>
                  <a:pt x="254561" y="1093553"/>
                </a:cubicBezTo>
                <a:lnTo>
                  <a:pt x="259093" y="1085671"/>
                </a:lnTo>
                <a:cubicBezTo>
                  <a:pt x="259290" y="1085409"/>
                  <a:pt x="259881" y="1085211"/>
                  <a:pt x="259881" y="1085211"/>
                </a:cubicBezTo>
                <a:close/>
                <a:moveTo>
                  <a:pt x="10435622" y="1085203"/>
                </a:moveTo>
                <a:lnTo>
                  <a:pt x="10444686" y="1085203"/>
                </a:lnTo>
                <a:cubicBezTo>
                  <a:pt x="10445015" y="1085203"/>
                  <a:pt x="10445474" y="1085663"/>
                  <a:pt x="10445474" y="1085663"/>
                </a:cubicBezTo>
                <a:lnTo>
                  <a:pt x="10450007" y="1093543"/>
                </a:lnTo>
                <a:cubicBezTo>
                  <a:pt x="10450138" y="1093806"/>
                  <a:pt x="10450007" y="1094396"/>
                  <a:pt x="10450007" y="1094396"/>
                </a:cubicBezTo>
                <a:lnTo>
                  <a:pt x="10445474" y="1102281"/>
                </a:lnTo>
                <a:cubicBezTo>
                  <a:pt x="10445278" y="1102543"/>
                  <a:pt x="10444686" y="1102740"/>
                  <a:pt x="10444686" y="1102740"/>
                </a:cubicBezTo>
                <a:lnTo>
                  <a:pt x="10435622" y="1102740"/>
                </a:lnTo>
                <a:cubicBezTo>
                  <a:pt x="10435295" y="1102740"/>
                  <a:pt x="10434834" y="1102281"/>
                  <a:pt x="10434834" y="1102281"/>
                </a:cubicBezTo>
                <a:lnTo>
                  <a:pt x="10430302" y="1094396"/>
                </a:lnTo>
                <a:cubicBezTo>
                  <a:pt x="10430171" y="1094135"/>
                  <a:pt x="10430302" y="1093543"/>
                  <a:pt x="10430302" y="1093543"/>
                </a:cubicBezTo>
                <a:lnTo>
                  <a:pt x="10434834" y="1085663"/>
                </a:lnTo>
                <a:cubicBezTo>
                  <a:pt x="10435031" y="1085401"/>
                  <a:pt x="10435622" y="1085203"/>
                  <a:pt x="10435622" y="1085203"/>
                </a:cubicBezTo>
                <a:close/>
                <a:moveTo>
                  <a:pt x="9672481" y="1085203"/>
                </a:moveTo>
                <a:lnTo>
                  <a:pt x="9681545" y="1085203"/>
                </a:lnTo>
                <a:cubicBezTo>
                  <a:pt x="9681872" y="1085203"/>
                  <a:pt x="9682333" y="1085663"/>
                  <a:pt x="9682333" y="1085663"/>
                </a:cubicBezTo>
                <a:lnTo>
                  <a:pt x="9686865" y="1093543"/>
                </a:lnTo>
                <a:cubicBezTo>
                  <a:pt x="9686996" y="1093806"/>
                  <a:pt x="9686865" y="1094396"/>
                  <a:pt x="9686865" y="1094396"/>
                </a:cubicBezTo>
                <a:lnTo>
                  <a:pt x="9682333" y="1102278"/>
                </a:lnTo>
                <a:cubicBezTo>
                  <a:pt x="9682136" y="1102542"/>
                  <a:pt x="9681545" y="1102740"/>
                  <a:pt x="9681545" y="1102740"/>
                </a:cubicBezTo>
                <a:lnTo>
                  <a:pt x="9672481" y="1102740"/>
                </a:lnTo>
                <a:cubicBezTo>
                  <a:pt x="9672152" y="1102740"/>
                  <a:pt x="9671693" y="1102278"/>
                  <a:pt x="9671693" y="1102278"/>
                </a:cubicBezTo>
                <a:lnTo>
                  <a:pt x="9667160" y="1094396"/>
                </a:lnTo>
                <a:cubicBezTo>
                  <a:pt x="9667030" y="1094134"/>
                  <a:pt x="9667160" y="1093543"/>
                  <a:pt x="9667160" y="1093543"/>
                </a:cubicBezTo>
                <a:lnTo>
                  <a:pt x="9671693" y="1085663"/>
                </a:lnTo>
                <a:cubicBezTo>
                  <a:pt x="9671890" y="1085401"/>
                  <a:pt x="9672481" y="1085203"/>
                  <a:pt x="9672481" y="1085203"/>
                </a:cubicBezTo>
                <a:close/>
                <a:moveTo>
                  <a:pt x="4330157" y="1085198"/>
                </a:moveTo>
                <a:lnTo>
                  <a:pt x="4339222" y="1085198"/>
                </a:lnTo>
                <a:cubicBezTo>
                  <a:pt x="4339550" y="1085198"/>
                  <a:pt x="4340010" y="1085656"/>
                  <a:pt x="4340010" y="1085656"/>
                </a:cubicBezTo>
                <a:lnTo>
                  <a:pt x="4344540" y="1093538"/>
                </a:lnTo>
                <a:cubicBezTo>
                  <a:pt x="4344672" y="1093802"/>
                  <a:pt x="4344540" y="1094392"/>
                  <a:pt x="4344540" y="1094392"/>
                </a:cubicBezTo>
                <a:lnTo>
                  <a:pt x="4340010" y="1102274"/>
                </a:lnTo>
                <a:cubicBezTo>
                  <a:pt x="4339812" y="1102537"/>
                  <a:pt x="4339222" y="1102734"/>
                  <a:pt x="4339222" y="1102734"/>
                </a:cubicBezTo>
                <a:lnTo>
                  <a:pt x="4330157" y="1102734"/>
                </a:lnTo>
                <a:cubicBezTo>
                  <a:pt x="4329829" y="1102734"/>
                  <a:pt x="4329369" y="1102274"/>
                  <a:pt x="4329369" y="1102274"/>
                </a:cubicBezTo>
                <a:lnTo>
                  <a:pt x="4324836" y="1094392"/>
                </a:lnTo>
                <a:cubicBezTo>
                  <a:pt x="4324706" y="1094129"/>
                  <a:pt x="4324836" y="1093538"/>
                  <a:pt x="4324836" y="1093538"/>
                </a:cubicBezTo>
                <a:lnTo>
                  <a:pt x="4329369" y="1085656"/>
                </a:lnTo>
                <a:cubicBezTo>
                  <a:pt x="4329565" y="1085396"/>
                  <a:pt x="4330157" y="1085198"/>
                  <a:pt x="4330157" y="1085198"/>
                </a:cubicBezTo>
                <a:close/>
                <a:moveTo>
                  <a:pt x="7637304" y="1085194"/>
                </a:moveTo>
                <a:lnTo>
                  <a:pt x="7646367" y="1085194"/>
                </a:lnTo>
                <a:cubicBezTo>
                  <a:pt x="7646696" y="1085194"/>
                  <a:pt x="7647156" y="1085653"/>
                  <a:pt x="7647156" y="1085653"/>
                </a:cubicBezTo>
                <a:lnTo>
                  <a:pt x="7651687" y="1093536"/>
                </a:lnTo>
                <a:cubicBezTo>
                  <a:pt x="7651819" y="1093800"/>
                  <a:pt x="7651687" y="1094388"/>
                  <a:pt x="7651687" y="1094388"/>
                </a:cubicBezTo>
                <a:lnTo>
                  <a:pt x="7647156" y="1102272"/>
                </a:lnTo>
                <a:cubicBezTo>
                  <a:pt x="7646958" y="1102533"/>
                  <a:pt x="7646367" y="1102732"/>
                  <a:pt x="7646367" y="1102732"/>
                </a:cubicBezTo>
                <a:lnTo>
                  <a:pt x="7637304" y="1102732"/>
                </a:lnTo>
                <a:cubicBezTo>
                  <a:pt x="7636975" y="1102732"/>
                  <a:pt x="7636516" y="1102272"/>
                  <a:pt x="7636516" y="1102272"/>
                </a:cubicBezTo>
                <a:lnTo>
                  <a:pt x="7631983" y="1094388"/>
                </a:lnTo>
                <a:cubicBezTo>
                  <a:pt x="7631851" y="1094128"/>
                  <a:pt x="7631983" y="1093536"/>
                  <a:pt x="7631983" y="1093536"/>
                </a:cubicBezTo>
                <a:lnTo>
                  <a:pt x="7636516" y="1085653"/>
                </a:lnTo>
                <a:cubicBezTo>
                  <a:pt x="7636713" y="1085393"/>
                  <a:pt x="7637304" y="1085194"/>
                  <a:pt x="7637304" y="1085194"/>
                </a:cubicBezTo>
                <a:close/>
                <a:moveTo>
                  <a:pt x="10181242" y="1085190"/>
                </a:moveTo>
                <a:lnTo>
                  <a:pt x="10190305" y="1085190"/>
                </a:lnTo>
                <a:cubicBezTo>
                  <a:pt x="10190635" y="1085190"/>
                  <a:pt x="10191093" y="1085649"/>
                  <a:pt x="10191093" y="1085649"/>
                </a:cubicBezTo>
                <a:lnTo>
                  <a:pt x="10195626" y="1093530"/>
                </a:lnTo>
                <a:cubicBezTo>
                  <a:pt x="10195758" y="1093793"/>
                  <a:pt x="10195626" y="1094383"/>
                  <a:pt x="10195626" y="1094383"/>
                </a:cubicBezTo>
                <a:lnTo>
                  <a:pt x="10191093" y="1102265"/>
                </a:lnTo>
                <a:cubicBezTo>
                  <a:pt x="10190896" y="1102528"/>
                  <a:pt x="10190305" y="1102725"/>
                  <a:pt x="10190305" y="1102725"/>
                </a:cubicBezTo>
                <a:lnTo>
                  <a:pt x="10181242" y="1102725"/>
                </a:lnTo>
                <a:cubicBezTo>
                  <a:pt x="10180914" y="1102725"/>
                  <a:pt x="10180453" y="1102265"/>
                  <a:pt x="10180453" y="1102265"/>
                </a:cubicBezTo>
                <a:lnTo>
                  <a:pt x="10175922" y="1094383"/>
                </a:lnTo>
                <a:cubicBezTo>
                  <a:pt x="10175790" y="1094120"/>
                  <a:pt x="10175922" y="1093530"/>
                  <a:pt x="10175922" y="1093530"/>
                </a:cubicBezTo>
                <a:lnTo>
                  <a:pt x="10180453" y="1085649"/>
                </a:lnTo>
                <a:cubicBezTo>
                  <a:pt x="10180650" y="1085386"/>
                  <a:pt x="10181242" y="1085190"/>
                  <a:pt x="10181242" y="1085190"/>
                </a:cubicBezTo>
                <a:close/>
                <a:moveTo>
                  <a:pt x="2803772" y="1085190"/>
                </a:moveTo>
                <a:lnTo>
                  <a:pt x="2812836" y="1085190"/>
                </a:lnTo>
                <a:cubicBezTo>
                  <a:pt x="2813164" y="1085190"/>
                  <a:pt x="2813624" y="1085649"/>
                  <a:pt x="2813624" y="1085649"/>
                </a:cubicBezTo>
                <a:lnTo>
                  <a:pt x="2818156" y="1093530"/>
                </a:lnTo>
                <a:cubicBezTo>
                  <a:pt x="2818287" y="1093793"/>
                  <a:pt x="2818156" y="1094383"/>
                  <a:pt x="2818156" y="1094383"/>
                </a:cubicBezTo>
                <a:lnTo>
                  <a:pt x="2813624" y="1102265"/>
                </a:lnTo>
                <a:cubicBezTo>
                  <a:pt x="2813427" y="1102528"/>
                  <a:pt x="2812836" y="1102725"/>
                  <a:pt x="2812836" y="1102725"/>
                </a:cubicBezTo>
                <a:lnTo>
                  <a:pt x="2803772" y="1102725"/>
                </a:lnTo>
                <a:cubicBezTo>
                  <a:pt x="2803443" y="1102725"/>
                  <a:pt x="2802983" y="1102265"/>
                  <a:pt x="2802983" y="1102265"/>
                </a:cubicBezTo>
                <a:lnTo>
                  <a:pt x="2798451" y="1094383"/>
                </a:lnTo>
                <a:cubicBezTo>
                  <a:pt x="2798320" y="1094120"/>
                  <a:pt x="2798451" y="1093530"/>
                  <a:pt x="2798451" y="1093530"/>
                </a:cubicBezTo>
                <a:lnTo>
                  <a:pt x="2802983" y="1085649"/>
                </a:lnTo>
                <a:cubicBezTo>
                  <a:pt x="2803180" y="1085386"/>
                  <a:pt x="2803772" y="1085190"/>
                  <a:pt x="2803772" y="1085190"/>
                </a:cubicBezTo>
                <a:close/>
                <a:moveTo>
                  <a:pt x="1786182" y="1085190"/>
                </a:moveTo>
                <a:lnTo>
                  <a:pt x="1795245" y="1085190"/>
                </a:lnTo>
                <a:cubicBezTo>
                  <a:pt x="1795574" y="1085190"/>
                  <a:pt x="1796034" y="1085650"/>
                  <a:pt x="1796034" y="1085650"/>
                </a:cubicBezTo>
                <a:lnTo>
                  <a:pt x="1800566" y="1093530"/>
                </a:lnTo>
                <a:cubicBezTo>
                  <a:pt x="1800698" y="1093793"/>
                  <a:pt x="1800566" y="1094383"/>
                  <a:pt x="1800566" y="1094383"/>
                </a:cubicBezTo>
                <a:lnTo>
                  <a:pt x="1796034" y="1102265"/>
                </a:lnTo>
                <a:cubicBezTo>
                  <a:pt x="1795836" y="1102530"/>
                  <a:pt x="1795245" y="1102725"/>
                  <a:pt x="1795245" y="1102725"/>
                </a:cubicBezTo>
                <a:lnTo>
                  <a:pt x="1786182" y="1102725"/>
                </a:lnTo>
                <a:cubicBezTo>
                  <a:pt x="1785854" y="1102725"/>
                  <a:pt x="1785394" y="1102265"/>
                  <a:pt x="1785394" y="1102265"/>
                </a:cubicBezTo>
                <a:lnTo>
                  <a:pt x="1780862" y="1094383"/>
                </a:lnTo>
                <a:cubicBezTo>
                  <a:pt x="1780730" y="1094121"/>
                  <a:pt x="1780862" y="1093530"/>
                  <a:pt x="1780862" y="1093530"/>
                </a:cubicBezTo>
                <a:lnTo>
                  <a:pt x="1785394" y="1085650"/>
                </a:lnTo>
                <a:cubicBezTo>
                  <a:pt x="1785591" y="1085386"/>
                  <a:pt x="1786182" y="1085190"/>
                  <a:pt x="1786182" y="1085190"/>
                </a:cubicBezTo>
                <a:close/>
                <a:moveTo>
                  <a:pt x="9926861" y="1085185"/>
                </a:moveTo>
                <a:lnTo>
                  <a:pt x="9935924" y="1085185"/>
                </a:lnTo>
                <a:cubicBezTo>
                  <a:pt x="9936254" y="1085185"/>
                  <a:pt x="9936713" y="1085644"/>
                  <a:pt x="9936713" y="1085644"/>
                </a:cubicBezTo>
                <a:lnTo>
                  <a:pt x="9941246" y="1093526"/>
                </a:lnTo>
                <a:cubicBezTo>
                  <a:pt x="9941376" y="1093787"/>
                  <a:pt x="9941246" y="1094381"/>
                  <a:pt x="9941246" y="1094381"/>
                </a:cubicBezTo>
                <a:lnTo>
                  <a:pt x="9936713" y="1102262"/>
                </a:lnTo>
                <a:cubicBezTo>
                  <a:pt x="9936516" y="1102524"/>
                  <a:pt x="9935924" y="1102722"/>
                  <a:pt x="9935924" y="1102722"/>
                </a:cubicBezTo>
                <a:lnTo>
                  <a:pt x="9926861" y="1102722"/>
                </a:lnTo>
                <a:cubicBezTo>
                  <a:pt x="9926532" y="1102722"/>
                  <a:pt x="9926073" y="1102262"/>
                  <a:pt x="9926073" y="1102262"/>
                </a:cubicBezTo>
                <a:lnTo>
                  <a:pt x="9921541" y="1094381"/>
                </a:lnTo>
                <a:cubicBezTo>
                  <a:pt x="9921410" y="1094117"/>
                  <a:pt x="9921541" y="1093526"/>
                  <a:pt x="9921541" y="1093526"/>
                </a:cubicBezTo>
                <a:lnTo>
                  <a:pt x="9926073" y="1085644"/>
                </a:lnTo>
                <a:cubicBezTo>
                  <a:pt x="9926270" y="1085382"/>
                  <a:pt x="9926861" y="1085185"/>
                  <a:pt x="9926861" y="1085185"/>
                </a:cubicBezTo>
                <a:close/>
                <a:moveTo>
                  <a:pt x="5347746" y="1085182"/>
                </a:moveTo>
                <a:lnTo>
                  <a:pt x="5356810" y="1085182"/>
                </a:lnTo>
                <a:cubicBezTo>
                  <a:pt x="5357138" y="1085182"/>
                  <a:pt x="5357598" y="1085641"/>
                  <a:pt x="5357598" y="1085641"/>
                </a:cubicBezTo>
                <a:lnTo>
                  <a:pt x="5362130" y="1093524"/>
                </a:lnTo>
                <a:cubicBezTo>
                  <a:pt x="5362261" y="1093785"/>
                  <a:pt x="5362130" y="1094377"/>
                  <a:pt x="5362130" y="1094377"/>
                </a:cubicBezTo>
                <a:lnTo>
                  <a:pt x="5357598" y="1102260"/>
                </a:lnTo>
                <a:cubicBezTo>
                  <a:pt x="5357401" y="1102523"/>
                  <a:pt x="5356810" y="1102720"/>
                  <a:pt x="5356810" y="1102720"/>
                </a:cubicBezTo>
                <a:lnTo>
                  <a:pt x="5347746" y="1102720"/>
                </a:lnTo>
                <a:cubicBezTo>
                  <a:pt x="5347418" y="1102720"/>
                  <a:pt x="5346958" y="1102260"/>
                  <a:pt x="5346958" y="1102260"/>
                </a:cubicBezTo>
                <a:lnTo>
                  <a:pt x="5342425" y="1094377"/>
                </a:lnTo>
                <a:cubicBezTo>
                  <a:pt x="5342295" y="1094116"/>
                  <a:pt x="5342425" y="1093524"/>
                  <a:pt x="5342425" y="1093524"/>
                </a:cubicBezTo>
                <a:lnTo>
                  <a:pt x="5346958" y="1085641"/>
                </a:lnTo>
                <a:cubicBezTo>
                  <a:pt x="5347154" y="1085380"/>
                  <a:pt x="5347746" y="1085182"/>
                  <a:pt x="5347746" y="1085182"/>
                </a:cubicBezTo>
                <a:close/>
                <a:moveTo>
                  <a:pt x="4075734" y="1085182"/>
                </a:moveTo>
                <a:lnTo>
                  <a:pt x="4084796" y="1085182"/>
                </a:lnTo>
                <a:cubicBezTo>
                  <a:pt x="4085124" y="1085182"/>
                  <a:pt x="4085584" y="1085641"/>
                  <a:pt x="4085584" y="1085641"/>
                </a:cubicBezTo>
                <a:lnTo>
                  <a:pt x="4090116" y="1093522"/>
                </a:lnTo>
                <a:cubicBezTo>
                  <a:pt x="4090248" y="1093785"/>
                  <a:pt x="4090116" y="1094377"/>
                  <a:pt x="4090116" y="1094377"/>
                </a:cubicBezTo>
                <a:lnTo>
                  <a:pt x="4085584" y="1102259"/>
                </a:lnTo>
                <a:cubicBezTo>
                  <a:pt x="4085388" y="1102523"/>
                  <a:pt x="4084796" y="1102720"/>
                  <a:pt x="4084796" y="1102720"/>
                </a:cubicBezTo>
                <a:lnTo>
                  <a:pt x="4075734" y="1102720"/>
                </a:lnTo>
                <a:cubicBezTo>
                  <a:pt x="4075404" y="1102720"/>
                  <a:pt x="4074945" y="1102259"/>
                  <a:pt x="4074945" y="1102259"/>
                </a:cubicBezTo>
                <a:lnTo>
                  <a:pt x="4070413" y="1094377"/>
                </a:lnTo>
                <a:cubicBezTo>
                  <a:pt x="4070280" y="1094114"/>
                  <a:pt x="4070413" y="1093522"/>
                  <a:pt x="4070413" y="1093522"/>
                </a:cubicBezTo>
                <a:lnTo>
                  <a:pt x="4074945" y="1085641"/>
                </a:lnTo>
                <a:cubicBezTo>
                  <a:pt x="4075141" y="1085378"/>
                  <a:pt x="4075734" y="1085182"/>
                  <a:pt x="4075734" y="1085182"/>
                </a:cubicBezTo>
                <a:close/>
                <a:moveTo>
                  <a:pt x="7891684" y="1085178"/>
                </a:moveTo>
                <a:lnTo>
                  <a:pt x="7900748" y="1085178"/>
                </a:lnTo>
                <a:cubicBezTo>
                  <a:pt x="7901076" y="1085178"/>
                  <a:pt x="7901536" y="1085639"/>
                  <a:pt x="7901536" y="1085639"/>
                </a:cubicBezTo>
                <a:lnTo>
                  <a:pt x="7906067" y="1093520"/>
                </a:lnTo>
                <a:cubicBezTo>
                  <a:pt x="7906199" y="1093783"/>
                  <a:pt x="7906067" y="1094373"/>
                  <a:pt x="7906067" y="1094373"/>
                </a:cubicBezTo>
                <a:lnTo>
                  <a:pt x="7901536" y="1102257"/>
                </a:lnTo>
                <a:cubicBezTo>
                  <a:pt x="7901339" y="1102519"/>
                  <a:pt x="7900748" y="1102716"/>
                  <a:pt x="7900748" y="1102716"/>
                </a:cubicBezTo>
                <a:lnTo>
                  <a:pt x="7891684" y="1102716"/>
                </a:lnTo>
                <a:cubicBezTo>
                  <a:pt x="7891355" y="1102716"/>
                  <a:pt x="7890896" y="1102257"/>
                  <a:pt x="7890896" y="1102257"/>
                </a:cubicBezTo>
                <a:lnTo>
                  <a:pt x="7886363" y="1094373"/>
                </a:lnTo>
                <a:cubicBezTo>
                  <a:pt x="7886233" y="1094112"/>
                  <a:pt x="7886363" y="1093520"/>
                  <a:pt x="7886363" y="1093520"/>
                </a:cubicBezTo>
                <a:lnTo>
                  <a:pt x="7890896" y="1085639"/>
                </a:lnTo>
                <a:cubicBezTo>
                  <a:pt x="7891093" y="1085376"/>
                  <a:pt x="7891684" y="1085178"/>
                  <a:pt x="7891684" y="1085178"/>
                </a:cubicBezTo>
                <a:close/>
                <a:moveTo>
                  <a:pt x="3566959" y="1085178"/>
                </a:moveTo>
                <a:lnTo>
                  <a:pt x="3576023" y="1085178"/>
                </a:lnTo>
                <a:cubicBezTo>
                  <a:pt x="3576351" y="1085178"/>
                  <a:pt x="3576811" y="1085639"/>
                  <a:pt x="3576811" y="1085639"/>
                </a:cubicBezTo>
                <a:lnTo>
                  <a:pt x="3581343" y="1093519"/>
                </a:lnTo>
                <a:cubicBezTo>
                  <a:pt x="3581474" y="1093783"/>
                  <a:pt x="3581343" y="1094373"/>
                  <a:pt x="3581343" y="1094373"/>
                </a:cubicBezTo>
                <a:lnTo>
                  <a:pt x="3576811" y="1102255"/>
                </a:lnTo>
                <a:cubicBezTo>
                  <a:pt x="3576614" y="1102518"/>
                  <a:pt x="3576023" y="1102715"/>
                  <a:pt x="3576023" y="1102715"/>
                </a:cubicBezTo>
                <a:lnTo>
                  <a:pt x="3566959" y="1102715"/>
                </a:lnTo>
                <a:cubicBezTo>
                  <a:pt x="3566631" y="1102715"/>
                  <a:pt x="3566171" y="1102255"/>
                  <a:pt x="3566171" y="1102255"/>
                </a:cubicBezTo>
                <a:lnTo>
                  <a:pt x="3561638" y="1094373"/>
                </a:lnTo>
                <a:cubicBezTo>
                  <a:pt x="3561507" y="1094110"/>
                  <a:pt x="3561638" y="1093519"/>
                  <a:pt x="3561638" y="1093519"/>
                </a:cubicBezTo>
                <a:lnTo>
                  <a:pt x="3566171" y="1085639"/>
                </a:lnTo>
                <a:cubicBezTo>
                  <a:pt x="3566368" y="1085375"/>
                  <a:pt x="3566959" y="1085178"/>
                  <a:pt x="3566959" y="1085178"/>
                </a:cubicBezTo>
                <a:close/>
                <a:moveTo>
                  <a:pt x="5602126" y="868278"/>
                </a:moveTo>
                <a:lnTo>
                  <a:pt x="5611191" y="868278"/>
                </a:lnTo>
                <a:cubicBezTo>
                  <a:pt x="5611519" y="868278"/>
                  <a:pt x="5611979" y="868735"/>
                  <a:pt x="5611979" y="868735"/>
                </a:cubicBezTo>
                <a:lnTo>
                  <a:pt x="5616511" y="876618"/>
                </a:lnTo>
                <a:cubicBezTo>
                  <a:pt x="5616642" y="876879"/>
                  <a:pt x="5616511" y="877469"/>
                  <a:pt x="5616511" y="877469"/>
                </a:cubicBezTo>
                <a:lnTo>
                  <a:pt x="5611979" y="885352"/>
                </a:lnTo>
                <a:cubicBezTo>
                  <a:pt x="5611782" y="885616"/>
                  <a:pt x="5611191" y="885814"/>
                  <a:pt x="5611191" y="885814"/>
                </a:cubicBezTo>
                <a:lnTo>
                  <a:pt x="5602126" y="885814"/>
                </a:lnTo>
                <a:cubicBezTo>
                  <a:pt x="5601798" y="885814"/>
                  <a:pt x="5601338" y="885352"/>
                  <a:pt x="5601338" y="885352"/>
                </a:cubicBezTo>
                <a:lnTo>
                  <a:pt x="5596807" y="877469"/>
                </a:lnTo>
                <a:cubicBezTo>
                  <a:pt x="5596675" y="877207"/>
                  <a:pt x="5596807" y="876618"/>
                  <a:pt x="5596807" y="876618"/>
                </a:cubicBezTo>
                <a:lnTo>
                  <a:pt x="5601338" y="868735"/>
                </a:lnTo>
                <a:cubicBezTo>
                  <a:pt x="5601536" y="868475"/>
                  <a:pt x="5602126" y="868278"/>
                  <a:pt x="5602126" y="868278"/>
                </a:cubicBezTo>
                <a:close/>
                <a:moveTo>
                  <a:pt x="9926861" y="868276"/>
                </a:moveTo>
                <a:lnTo>
                  <a:pt x="9935924" y="868276"/>
                </a:lnTo>
                <a:cubicBezTo>
                  <a:pt x="9936254" y="868276"/>
                  <a:pt x="9936713" y="868733"/>
                  <a:pt x="9936713" y="868733"/>
                </a:cubicBezTo>
                <a:lnTo>
                  <a:pt x="9941246" y="876616"/>
                </a:lnTo>
                <a:cubicBezTo>
                  <a:pt x="9941376" y="876877"/>
                  <a:pt x="9941246" y="877469"/>
                  <a:pt x="9941246" y="877469"/>
                </a:cubicBezTo>
                <a:lnTo>
                  <a:pt x="9936713" y="885350"/>
                </a:lnTo>
                <a:cubicBezTo>
                  <a:pt x="9936516" y="885613"/>
                  <a:pt x="9935924" y="885812"/>
                  <a:pt x="9935924" y="885812"/>
                </a:cubicBezTo>
                <a:lnTo>
                  <a:pt x="9926861" y="885812"/>
                </a:lnTo>
                <a:cubicBezTo>
                  <a:pt x="9926532" y="885812"/>
                  <a:pt x="9926073" y="885350"/>
                  <a:pt x="9926073" y="885350"/>
                </a:cubicBezTo>
                <a:lnTo>
                  <a:pt x="9921541" y="877469"/>
                </a:lnTo>
                <a:cubicBezTo>
                  <a:pt x="9921410" y="877207"/>
                  <a:pt x="9921541" y="876616"/>
                  <a:pt x="9921541" y="876616"/>
                </a:cubicBezTo>
                <a:lnTo>
                  <a:pt x="9926073" y="868733"/>
                </a:lnTo>
                <a:cubicBezTo>
                  <a:pt x="9926270" y="868473"/>
                  <a:pt x="9926861" y="868276"/>
                  <a:pt x="9926861" y="868276"/>
                </a:cubicBezTo>
                <a:close/>
                <a:moveTo>
                  <a:pt x="3567229" y="868276"/>
                </a:moveTo>
                <a:lnTo>
                  <a:pt x="3576295" y="868276"/>
                </a:lnTo>
                <a:cubicBezTo>
                  <a:pt x="3576624" y="868276"/>
                  <a:pt x="3577084" y="868733"/>
                  <a:pt x="3577084" y="868733"/>
                </a:cubicBezTo>
                <a:lnTo>
                  <a:pt x="3581615" y="876613"/>
                </a:lnTo>
                <a:cubicBezTo>
                  <a:pt x="3581747" y="876877"/>
                  <a:pt x="3581615" y="877467"/>
                  <a:pt x="3581615" y="877467"/>
                </a:cubicBezTo>
                <a:lnTo>
                  <a:pt x="3577084" y="885350"/>
                </a:lnTo>
                <a:cubicBezTo>
                  <a:pt x="3576887" y="885613"/>
                  <a:pt x="3576295" y="885809"/>
                  <a:pt x="3576295" y="885809"/>
                </a:cubicBezTo>
                <a:lnTo>
                  <a:pt x="3567229" y="885809"/>
                </a:lnTo>
                <a:cubicBezTo>
                  <a:pt x="3566901" y="885809"/>
                  <a:pt x="3566441" y="885350"/>
                  <a:pt x="3566441" y="885350"/>
                </a:cubicBezTo>
                <a:lnTo>
                  <a:pt x="3561907" y="877467"/>
                </a:lnTo>
                <a:cubicBezTo>
                  <a:pt x="3561776" y="877206"/>
                  <a:pt x="3561907" y="876613"/>
                  <a:pt x="3561907" y="876613"/>
                </a:cubicBezTo>
                <a:lnTo>
                  <a:pt x="3566441" y="868733"/>
                </a:lnTo>
                <a:cubicBezTo>
                  <a:pt x="3566639" y="868471"/>
                  <a:pt x="3567229" y="868276"/>
                  <a:pt x="3567229" y="868276"/>
                </a:cubicBezTo>
                <a:close/>
                <a:moveTo>
                  <a:pt x="7891684" y="868271"/>
                </a:moveTo>
                <a:lnTo>
                  <a:pt x="7900748" y="868271"/>
                </a:lnTo>
                <a:cubicBezTo>
                  <a:pt x="7901076" y="868271"/>
                  <a:pt x="7901536" y="868733"/>
                  <a:pt x="7901536" y="868733"/>
                </a:cubicBezTo>
                <a:lnTo>
                  <a:pt x="7906067" y="876613"/>
                </a:lnTo>
                <a:cubicBezTo>
                  <a:pt x="7906199" y="876876"/>
                  <a:pt x="7906067" y="877465"/>
                  <a:pt x="7906067" y="877465"/>
                </a:cubicBezTo>
                <a:lnTo>
                  <a:pt x="7901536" y="885349"/>
                </a:lnTo>
                <a:cubicBezTo>
                  <a:pt x="7901339" y="885611"/>
                  <a:pt x="7900748" y="885809"/>
                  <a:pt x="7900748" y="885809"/>
                </a:cubicBezTo>
                <a:lnTo>
                  <a:pt x="7891684" y="885809"/>
                </a:lnTo>
                <a:cubicBezTo>
                  <a:pt x="7891355" y="885809"/>
                  <a:pt x="7890896" y="885349"/>
                  <a:pt x="7890896" y="885349"/>
                </a:cubicBezTo>
                <a:lnTo>
                  <a:pt x="7886363" y="877465"/>
                </a:lnTo>
                <a:cubicBezTo>
                  <a:pt x="7886233" y="877206"/>
                  <a:pt x="7886363" y="876613"/>
                  <a:pt x="7886363" y="876613"/>
                </a:cubicBezTo>
                <a:lnTo>
                  <a:pt x="7890896" y="868733"/>
                </a:lnTo>
                <a:cubicBezTo>
                  <a:pt x="7891093" y="868467"/>
                  <a:pt x="7891684" y="868271"/>
                  <a:pt x="7891684" y="868271"/>
                </a:cubicBezTo>
                <a:close/>
                <a:moveTo>
                  <a:pt x="7382923" y="868271"/>
                </a:moveTo>
                <a:lnTo>
                  <a:pt x="7391987" y="868271"/>
                </a:lnTo>
                <a:cubicBezTo>
                  <a:pt x="7392315" y="868271"/>
                  <a:pt x="7392775" y="868733"/>
                  <a:pt x="7392775" y="868733"/>
                </a:cubicBezTo>
                <a:lnTo>
                  <a:pt x="7397307" y="876613"/>
                </a:lnTo>
                <a:cubicBezTo>
                  <a:pt x="7397438" y="876876"/>
                  <a:pt x="7397307" y="877466"/>
                  <a:pt x="7397307" y="877466"/>
                </a:cubicBezTo>
                <a:lnTo>
                  <a:pt x="7392775" y="885350"/>
                </a:lnTo>
                <a:cubicBezTo>
                  <a:pt x="7392578" y="885611"/>
                  <a:pt x="7391987" y="885809"/>
                  <a:pt x="7391987" y="885809"/>
                </a:cubicBezTo>
                <a:lnTo>
                  <a:pt x="7382923" y="885809"/>
                </a:lnTo>
                <a:cubicBezTo>
                  <a:pt x="7382595" y="885809"/>
                  <a:pt x="7382135" y="885350"/>
                  <a:pt x="7382135" y="885350"/>
                </a:cubicBezTo>
                <a:lnTo>
                  <a:pt x="7377602" y="877466"/>
                </a:lnTo>
                <a:cubicBezTo>
                  <a:pt x="7377471" y="877206"/>
                  <a:pt x="7377602" y="876613"/>
                  <a:pt x="7377602" y="876613"/>
                </a:cubicBezTo>
                <a:lnTo>
                  <a:pt x="7382135" y="868733"/>
                </a:lnTo>
                <a:cubicBezTo>
                  <a:pt x="7382331" y="868467"/>
                  <a:pt x="7382923" y="868271"/>
                  <a:pt x="7382923" y="868271"/>
                </a:cubicBezTo>
                <a:close/>
                <a:moveTo>
                  <a:pt x="3312831" y="868271"/>
                </a:moveTo>
                <a:lnTo>
                  <a:pt x="3321896" y="868271"/>
                </a:lnTo>
                <a:cubicBezTo>
                  <a:pt x="3322225" y="868271"/>
                  <a:pt x="3322683" y="868733"/>
                  <a:pt x="3322683" y="868733"/>
                </a:cubicBezTo>
                <a:lnTo>
                  <a:pt x="3327215" y="876613"/>
                </a:lnTo>
                <a:cubicBezTo>
                  <a:pt x="3327346" y="876876"/>
                  <a:pt x="3327215" y="877466"/>
                  <a:pt x="3327215" y="877466"/>
                </a:cubicBezTo>
                <a:lnTo>
                  <a:pt x="3322683" y="885350"/>
                </a:lnTo>
                <a:cubicBezTo>
                  <a:pt x="3322486" y="885611"/>
                  <a:pt x="3321896" y="885809"/>
                  <a:pt x="3321896" y="885809"/>
                </a:cubicBezTo>
                <a:lnTo>
                  <a:pt x="3312831" y="885809"/>
                </a:lnTo>
                <a:cubicBezTo>
                  <a:pt x="3312503" y="885809"/>
                  <a:pt x="3312042" y="885350"/>
                  <a:pt x="3312042" y="885350"/>
                </a:cubicBezTo>
                <a:lnTo>
                  <a:pt x="3307509" y="877466"/>
                </a:lnTo>
                <a:cubicBezTo>
                  <a:pt x="3307378" y="877206"/>
                  <a:pt x="3307509" y="876613"/>
                  <a:pt x="3307509" y="876613"/>
                </a:cubicBezTo>
                <a:lnTo>
                  <a:pt x="3312042" y="868733"/>
                </a:lnTo>
                <a:cubicBezTo>
                  <a:pt x="3312237" y="868471"/>
                  <a:pt x="3312831" y="868271"/>
                  <a:pt x="3312831" y="868271"/>
                </a:cubicBezTo>
                <a:close/>
                <a:moveTo>
                  <a:pt x="2295169" y="868271"/>
                </a:moveTo>
                <a:lnTo>
                  <a:pt x="2304232" y="868271"/>
                </a:lnTo>
                <a:cubicBezTo>
                  <a:pt x="2304561" y="868271"/>
                  <a:pt x="2305020" y="868733"/>
                  <a:pt x="2305020" y="868733"/>
                </a:cubicBezTo>
                <a:lnTo>
                  <a:pt x="2309551" y="876611"/>
                </a:lnTo>
                <a:cubicBezTo>
                  <a:pt x="2309684" y="876876"/>
                  <a:pt x="2309551" y="877465"/>
                  <a:pt x="2309551" y="877465"/>
                </a:cubicBezTo>
                <a:lnTo>
                  <a:pt x="2305020" y="885349"/>
                </a:lnTo>
                <a:cubicBezTo>
                  <a:pt x="2304823" y="885610"/>
                  <a:pt x="2304232" y="885807"/>
                  <a:pt x="2304232" y="885807"/>
                </a:cubicBezTo>
                <a:lnTo>
                  <a:pt x="2295169" y="885807"/>
                </a:lnTo>
                <a:cubicBezTo>
                  <a:pt x="2294840" y="885807"/>
                  <a:pt x="2294379" y="885349"/>
                  <a:pt x="2294379" y="885349"/>
                </a:cubicBezTo>
                <a:lnTo>
                  <a:pt x="2289848" y="877465"/>
                </a:lnTo>
                <a:cubicBezTo>
                  <a:pt x="2289716" y="877203"/>
                  <a:pt x="2289848" y="876611"/>
                  <a:pt x="2289848" y="876611"/>
                </a:cubicBezTo>
                <a:lnTo>
                  <a:pt x="2294379" y="868733"/>
                </a:lnTo>
                <a:cubicBezTo>
                  <a:pt x="2294576" y="868467"/>
                  <a:pt x="2295169" y="868271"/>
                  <a:pt x="2295169" y="868271"/>
                </a:cubicBezTo>
                <a:close/>
                <a:moveTo>
                  <a:pt x="10181242" y="868269"/>
                </a:moveTo>
                <a:lnTo>
                  <a:pt x="10190305" y="868269"/>
                </a:lnTo>
                <a:cubicBezTo>
                  <a:pt x="10190635" y="868269"/>
                  <a:pt x="10191093" y="868730"/>
                  <a:pt x="10191093" y="868730"/>
                </a:cubicBezTo>
                <a:lnTo>
                  <a:pt x="10195626" y="876609"/>
                </a:lnTo>
                <a:cubicBezTo>
                  <a:pt x="10195758" y="876870"/>
                  <a:pt x="10195626" y="877463"/>
                  <a:pt x="10195626" y="877463"/>
                </a:cubicBezTo>
                <a:lnTo>
                  <a:pt x="10191093" y="885343"/>
                </a:lnTo>
                <a:cubicBezTo>
                  <a:pt x="10190896" y="885607"/>
                  <a:pt x="10190305" y="885804"/>
                  <a:pt x="10190305" y="885804"/>
                </a:cubicBezTo>
                <a:lnTo>
                  <a:pt x="10181242" y="885804"/>
                </a:lnTo>
                <a:cubicBezTo>
                  <a:pt x="10180914" y="885804"/>
                  <a:pt x="10180453" y="885343"/>
                  <a:pt x="10180453" y="885343"/>
                </a:cubicBezTo>
                <a:lnTo>
                  <a:pt x="10175922" y="877463"/>
                </a:lnTo>
                <a:cubicBezTo>
                  <a:pt x="10175790" y="877199"/>
                  <a:pt x="10175922" y="876609"/>
                  <a:pt x="10175922" y="876609"/>
                </a:cubicBezTo>
                <a:lnTo>
                  <a:pt x="10180453" y="868730"/>
                </a:lnTo>
                <a:cubicBezTo>
                  <a:pt x="10180650" y="868465"/>
                  <a:pt x="10181242" y="868269"/>
                  <a:pt x="10181242" y="868269"/>
                </a:cubicBezTo>
                <a:close/>
                <a:moveTo>
                  <a:pt x="9672481" y="868265"/>
                </a:moveTo>
                <a:lnTo>
                  <a:pt x="9681545" y="868265"/>
                </a:lnTo>
                <a:cubicBezTo>
                  <a:pt x="9681872" y="868265"/>
                  <a:pt x="9682333" y="868724"/>
                  <a:pt x="9682333" y="868724"/>
                </a:cubicBezTo>
                <a:lnTo>
                  <a:pt x="9686865" y="876605"/>
                </a:lnTo>
                <a:cubicBezTo>
                  <a:pt x="9686996" y="876870"/>
                  <a:pt x="9686865" y="877458"/>
                  <a:pt x="9686865" y="877458"/>
                </a:cubicBezTo>
                <a:lnTo>
                  <a:pt x="9682333" y="885342"/>
                </a:lnTo>
                <a:cubicBezTo>
                  <a:pt x="9682136" y="885605"/>
                  <a:pt x="9681545" y="885801"/>
                  <a:pt x="9681545" y="885801"/>
                </a:cubicBezTo>
                <a:lnTo>
                  <a:pt x="9672481" y="885801"/>
                </a:lnTo>
                <a:cubicBezTo>
                  <a:pt x="9672152" y="885801"/>
                  <a:pt x="9671693" y="885342"/>
                  <a:pt x="9671693" y="885342"/>
                </a:cubicBezTo>
                <a:lnTo>
                  <a:pt x="9667160" y="877458"/>
                </a:lnTo>
                <a:cubicBezTo>
                  <a:pt x="9667030" y="877198"/>
                  <a:pt x="9667160" y="876605"/>
                  <a:pt x="9667160" y="876605"/>
                </a:cubicBezTo>
                <a:lnTo>
                  <a:pt x="9671693" y="868724"/>
                </a:lnTo>
                <a:cubicBezTo>
                  <a:pt x="9671890" y="868462"/>
                  <a:pt x="9672481" y="868265"/>
                  <a:pt x="9672481" y="868265"/>
                </a:cubicBezTo>
                <a:close/>
                <a:moveTo>
                  <a:pt x="8654892" y="868265"/>
                </a:moveTo>
                <a:lnTo>
                  <a:pt x="8663955" y="868265"/>
                </a:lnTo>
                <a:cubicBezTo>
                  <a:pt x="8664285" y="868265"/>
                  <a:pt x="8664744" y="868724"/>
                  <a:pt x="8664744" y="868724"/>
                </a:cubicBezTo>
                <a:lnTo>
                  <a:pt x="8669277" y="876605"/>
                </a:lnTo>
                <a:cubicBezTo>
                  <a:pt x="8669408" y="876870"/>
                  <a:pt x="8669277" y="877458"/>
                  <a:pt x="8669277" y="877458"/>
                </a:cubicBezTo>
                <a:lnTo>
                  <a:pt x="8664744" y="885342"/>
                </a:lnTo>
                <a:cubicBezTo>
                  <a:pt x="8664548" y="885605"/>
                  <a:pt x="8663955" y="885802"/>
                  <a:pt x="8663955" y="885802"/>
                </a:cubicBezTo>
                <a:lnTo>
                  <a:pt x="8654892" y="885802"/>
                </a:lnTo>
                <a:cubicBezTo>
                  <a:pt x="8654565" y="885802"/>
                  <a:pt x="8654104" y="885342"/>
                  <a:pt x="8654104" y="885342"/>
                </a:cubicBezTo>
                <a:lnTo>
                  <a:pt x="8649572" y="877458"/>
                </a:lnTo>
                <a:cubicBezTo>
                  <a:pt x="8649441" y="877198"/>
                  <a:pt x="8649572" y="876605"/>
                  <a:pt x="8649572" y="876605"/>
                </a:cubicBezTo>
                <a:lnTo>
                  <a:pt x="8654104" y="868724"/>
                </a:lnTo>
                <a:cubicBezTo>
                  <a:pt x="8654301" y="868462"/>
                  <a:pt x="8654892" y="868265"/>
                  <a:pt x="8654892" y="868265"/>
                </a:cubicBezTo>
                <a:close/>
                <a:moveTo>
                  <a:pt x="6365334" y="868265"/>
                </a:moveTo>
                <a:lnTo>
                  <a:pt x="6374397" y="868265"/>
                </a:lnTo>
                <a:cubicBezTo>
                  <a:pt x="6374727" y="868265"/>
                  <a:pt x="6375186" y="868724"/>
                  <a:pt x="6375186" y="868724"/>
                </a:cubicBezTo>
                <a:lnTo>
                  <a:pt x="6379718" y="876604"/>
                </a:lnTo>
                <a:cubicBezTo>
                  <a:pt x="6379849" y="876867"/>
                  <a:pt x="6379718" y="877458"/>
                  <a:pt x="6379718" y="877458"/>
                </a:cubicBezTo>
                <a:lnTo>
                  <a:pt x="6375186" y="885339"/>
                </a:lnTo>
                <a:cubicBezTo>
                  <a:pt x="6374988" y="885605"/>
                  <a:pt x="6374397" y="885798"/>
                  <a:pt x="6374397" y="885798"/>
                </a:cubicBezTo>
                <a:lnTo>
                  <a:pt x="6365334" y="885798"/>
                </a:lnTo>
                <a:cubicBezTo>
                  <a:pt x="6365005" y="885798"/>
                  <a:pt x="6364546" y="885339"/>
                  <a:pt x="6364546" y="885339"/>
                </a:cubicBezTo>
                <a:lnTo>
                  <a:pt x="6360014" y="877458"/>
                </a:lnTo>
                <a:cubicBezTo>
                  <a:pt x="6359882" y="877196"/>
                  <a:pt x="6360014" y="876604"/>
                  <a:pt x="6360014" y="876604"/>
                </a:cubicBezTo>
                <a:lnTo>
                  <a:pt x="6364546" y="868724"/>
                </a:lnTo>
                <a:cubicBezTo>
                  <a:pt x="6364743" y="868462"/>
                  <a:pt x="6365334" y="868265"/>
                  <a:pt x="6365334" y="868265"/>
                </a:cubicBezTo>
                <a:close/>
                <a:moveTo>
                  <a:pt x="4075999" y="868265"/>
                </a:moveTo>
                <a:lnTo>
                  <a:pt x="4085064" y="868265"/>
                </a:lnTo>
                <a:cubicBezTo>
                  <a:pt x="4085391" y="868265"/>
                  <a:pt x="4085852" y="868724"/>
                  <a:pt x="4085852" y="868724"/>
                </a:cubicBezTo>
                <a:lnTo>
                  <a:pt x="4090383" y="876605"/>
                </a:lnTo>
                <a:cubicBezTo>
                  <a:pt x="4090517" y="876868"/>
                  <a:pt x="4090383" y="877458"/>
                  <a:pt x="4090383" y="877458"/>
                </a:cubicBezTo>
                <a:lnTo>
                  <a:pt x="4085852" y="885340"/>
                </a:lnTo>
                <a:cubicBezTo>
                  <a:pt x="4085655" y="885605"/>
                  <a:pt x="4085064" y="885801"/>
                  <a:pt x="4085064" y="885801"/>
                </a:cubicBezTo>
                <a:lnTo>
                  <a:pt x="4075999" y="885801"/>
                </a:lnTo>
                <a:cubicBezTo>
                  <a:pt x="4075672" y="885801"/>
                  <a:pt x="4075214" y="885340"/>
                  <a:pt x="4075214" y="885340"/>
                </a:cubicBezTo>
                <a:lnTo>
                  <a:pt x="4070679" y="877458"/>
                </a:lnTo>
                <a:cubicBezTo>
                  <a:pt x="4070547" y="877197"/>
                  <a:pt x="4070679" y="876605"/>
                  <a:pt x="4070679" y="876605"/>
                </a:cubicBezTo>
                <a:lnTo>
                  <a:pt x="4075214" y="868724"/>
                </a:lnTo>
                <a:cubicBezTo>
                  <a:pt x="4075409" y="868462"/>
                  <a:pt x="4075999" y="868265"/>
                  <a:pt x="4075999" y="868265"/>
                </a:cubicBezTo>
                <a:close/>
                <a:moveTo>
                  <a:pt x="1531971" y="868265"/>
                </a:moveTo>
                <a:lnTo>
                  <a:pt x="1541034" y="868265"/>
                </a:lnTo>
                <a:cubicBezTo>
                  <a:pt x="1541362" y="868265"/>
                  <a:pt x="1541822" y="868724"/>
                  <a:pt x="1541822" y="868724"/>
                </a:cubicBezTo>
                <a:lnTo>
                  <a:pt x="1546355" y="876605"/>
                </a:lnTo>
                <a:cubicBezTo>
                  <a:pt x="1546487" y="876870"/>
                  <a:pt x="1546355" y="877458"/>
                  <a:pt x="1546355" y="877458"/>
                </a:cubicBezTo>
                <a:lnTo>
                  <a:pt x="1541822" y="885342"/>
                </a:lnTo>
                <a:cubicBezTo>
                  <a:pt x="1541625" y="885605"/>
                  <a:pt x="1541034" y="885802"/>
                  <a:pt x="1541034" y="885802"/>
                </a:cubicBezTo>
                <a:lnTo>
                  <a:pt x="1531971" y="885802"/>
                </a:lnTo>
                <a:cubicBezTo>
                  <a:pt x="1531641" y="885802"/>
                  <a:pt x="1531181" y="885342"/>
                  <a:pt x="1531181" y="885342"/>
                </a:cubicBezTo>
                <a:lnTo>
                  <a:pt x="1526650" y="877458"/>
                </a:lnTo>
                <a:cubicBezTo>
                  <a:pt x="1526519" y="877198"/>
                  <a:pt x="1526650" y="876605"/>
                  <a:pt x="1526650" y="876605"/>
                </a:cubicBezTo>
                <a:lnTo>
                  <a:pt x="1531181" y="868724"/>
                </a:lnTo>
                <a:cubicBezTo>
                  <a:pt x="1531381" y="868462"/>
                  <a:pt x="1531971" y="868265"/>
                  <a:pt x="1531971" y="868265"/>
                </a:cubicBezTo>
                <a:close/>
                <a:moveTo>
                  <a:pt x="1786333" y="868261"/>
                </a:moveTo>
                <a:lnTo>
                  <a:pt x="1795396" y="868261"/>
                </a:lnTo>
                <a:cubicBezTo>
                  <a:pt x="1795726" y="868261"/>
                  <a:pt x="1796185" y="868721"/>
                  <a:pt x="1796185" y="868721"/>
                </a:cubicBezTo>
                <a:lnTo>
                  <a:pt x="1800716" y="876600"/>
                </a:lnTo>
                <a:cubicBezTo>
                  <a:pt x="1800848" y="876865"/>
                  <a:pt x="1800716" y="877456"/>
                  <a:pt x="1800716" y="877456"/>
                </a:cubicBezTo>
                <a:lnTo>
                  <a:pt x="1796185" y="885334"/>
                </a:lnTo>
                <a:cubicBezTo>
                  <a:pt x="1795988" y="885600"/>
                  <a:pt x="1795396" y="885797"/>
                  <a:pt x="1795396" y="885797"/>
                </a:cubicBezTo>
                <a:lnTo>
                  <a:pt x="1786333" y="885797"/>
                </a:lnTo>
                <a:cubicBezTo>
                  <a:pt x="1786006" y="885797"/>
                  <a:pt x="1785545" y="885334"/>
                  <a:pt x="1785545" y="885334"/>
                </a:cubicBezTo>
                <a:lnTo>
                  <a:pt x="1781013" y="877456"/>
                </a:lnTo>
                <a:cubicBezTo>
                  <a:pt x="1780882" y="877192"/>
                  <a:pt x="1781013" y="876600"/>
                  <a:pt x="1781013" y="876600"/>
                </a:cubicBezTo>
                <a:lnTo>
                  <a:pt x="1785545" y="868721"/>
                </a:lnTo>
                <a:cubicBezTo>
                  <a:pt x="1785743" y="868457"/>
                  <a:pt x="1786333" y="868261"/>
                  <a:pt x="1786333" y="868261"/>
                </a:cubicBezTo>
                <a:close/>
                <a:moveTo>
                  <a:pt x="5093300" y="868259"/>
                </a:moveTo>
                <a:lnTo>
                  <a:pt x="5102364" y="868259"/>
                </a:lnTo>
                <a:cubicBezTo>
                  <a:pt x="5102693" y="868259"/>
                  <a:pt x="5103153" y="868720"/>
                  <a:pt x="5103153" y="868720"/>
                </a:cubicBezTo>
                <a:lnTo>
                  <a:pt x="5107684" y="876600"/>
                </a:lnTo>
                <a:cubicBezTo>
                  <a:pt x="5107815" y="876864"/>
                  <a:pt x="5107684" y="877455"/>
                  <a:pt x="5107684" y="877455"/>
                </a:cubicBezTo>
                <a:lnTo>
                  <a:pt x="5103153" y="885334"/>
                </a:lnTo>
                <a:cubicBezTo>
                  <a:pt x="5102955" y="885600"/>
                  <a:pt x="5102364" y="885796"/>
                  <a:pt x="5102364" y="885796"/>
                </a:cubicBezTo>
                <a:lnTo>
                  <a:pt x="5093300" y="885796"/>
                </a:lnTo>
                <a:cubicBezTo>
                  <a:pt x="5092972" y="885796"/>
                  <a:pt x="5092512" y="885334"/>
                  <a:pt x="5092512" y="885334"/>
                </a:cubicBezTo>
                <a:lnTo>
                  <a:pt x="5087979" y="877455"/>
                </a:lnTo>
                <a:cubicBezTo>
                  <a:pt x="5087848" y="877192"/>
                  <a:pt x="5087979" y="876600"/>
                  <a:pt x="5087979" y="876600"/>
                </a:cubicBezTo>
                <a:lnTo>
                  <a:pt x="5092512" y="868720"/>
                </a:lnTo>
                <a:cubicBezTo>
                  <a:pt x="5092708" y="868457"/>
                  <a:pt x="5093300" y="868259"/>
                  <a:pt x="5093300" y="868259"/>
                </a:cubicBezTo>
                <a:close/>
                <a:moveTo>
                  <a:pt x="7128477" y="868250"/>
                </a:moveTo>
                <a:lnTo>
                  <a:pt x="7137540" y="868250"/>
                </a:lnTo>
                <a:cubicBezTo>
                  <a:pt x="7137869" y="868250"/>
                  <a:pt x="7138328" y="868712"/>
                  <a:pt x="7138328" y="868712"/>
                </a:cubicBezTo>
                <a:lnTo>
                  <a:pt x="7142860" y="876594"/>
                </a:lnTo>
                <a:cubicBezTo>
                  <a:pt x="7142992" y="876855"/>
                  <a:pt x="7142860" y="877446"/>
                  <a:pt x="7142860" y="877446"/>
                </a:cubicBezTo>
                <a:lnTo>
                  <a:pt x="7138328" y="885328"/>
                </a:lnTo>
                <a:cubicBezTo>
                  <a:pt x="7138131" y="885590"/>
                  <a:pt x="7137540" y="885789"/>
                  <a:pt x="7137540" y="885789"/>
                </a:cubicBezTo>
                <a:lnTo>
                  <a:pt x="7128477" y="885789"/>
                </a:lnTo>
                <a:cubicBezTo>
                  <a:pt x="7128148" y="885789"/>
                  <a:pt x="7127689" y="885328"/>
                  <a:pt x="7127689" y="885328"/>
                </a:cubicBezTo>
                <a:lnTo>
                  <a:pt x="7123156" y="877446"/>
                </a:lnTo>
                <a:cubicBezTo>
                  <a:pt x="7123024" y="877184"/>
                  <a:pt x="7123156" y="876594"/>
                  <a:pt x="7123156" y="876594"/>
                </a:cubicBezTo>
                <a:lnTo>
                  <a:pt x="7127689" y="868712"/>
                </a:lnTo>
                <a:cubicBezTo>
                  <a:pt x="7127885" y="868451"/>
                  <a:pt x="7128477" y="868250"/>
                  <a:pt x="7128477" y="868250"/>
                </a:cubicBezTo>
                <a:close/>
                <a:moveTo>
                  <a:pt x="4584538" y="868247"/>
                </a:moveTo>
                <a:lnTo>
                  <a:pt x="4593603" y="868247"/>
                </a:lnTo>
                <a:cubicBezTo>
                  <a:pt x="4593932" y="868247"/>
                  <a:pt x="4594390" y="868705"/>
                  <a:pt x="4594390" y="868705"/>
                </a:cubicBezTo>
                <a:lnTo>
                  <a:pt x="4598922" y="876587"/>
                </a:lnTo>
                <a:cubicBezTo>
                  <a:pt x="4599054" y="876850"/>
                  <a:pt x="4598922" y="877440"/>
                  <a:pt x="4598922" y="877440"/>
                </a:cubicBezTo>
                <a:lnTo>
                  <a:pt x="4594390" y="885321"/>
                </a:lnTo>
                <a:cubicBezTo>
                  <a:pt x="4594193" y="885587"/>
                  <a:pt x="4593603" y="885782"/>
                  <a:pt x="4593603" y="885782"/>
                </a:cubicBezTo>
                <a:lnTo>
                  <a:pt x="4584538" y="885782"/>
                </a:lnTo>
                <a:cubicBezTo>
                  <a:pt x="4584210" y="885782"/>
                  <a:pt x="4583749" y="885321"/>
                  <a:pt x="4583749" y="885321"/>
                </a:cubicBezTo>
                <a:lnTo>
                  <a:pt x="4579218" y="877440"/>
                </a:lnTo>
                <a:cubicBezTo>
                  <a:pt x="4579087" y="877178"/>
                  <a:pt x="4579218" y="876587"/>
                  <a:pt x="4579218" y="876587"/>
                </a:cubicBezTo>
                <a:lnTo>
                  <a:pt x="4583749" y="868705"/>
                </a:lnTo>
                <a:cubicBezTo>
                  <a:pt x="4583948" y="868444"/>
                  <a:pt x="4584538" y="868247"/>
                  <a:pt x="4584538" y="868247"/>
                </a:cubicBezTo>
                <a:close/>
                <a:moveTo>
                  <a:pt x="2803909" y="868245"/>
                </a:moveTo>
                <a:lnTo>
                  <a:pt x="2812974" y="868245"/>
                </a:lnTo>
                <a:cubicBezTo>
                  <a:pt x="2813301" y="868245"/>
                  <a:pt x="2813763" y="868705"/>
                  <a:pt x="2813763" y="868705"/>
                </a:cubicBezTo>
                <a:lnTo>
                  <a:pt x="2818293" y="876587"/>
                </a:lnTo>
                <a:cubicBezTo>
                  <a:pt x="2818424" y="876849"/>
                  <a:pt x="2818293" y="877440"/>
                  <a:pt x="2818293" y="877440"/>
                </a:cubicBezTo>
                <a:lnTo>
                  <a:pt x="2813763" y="885321"/>
                </a:lnTo>
                <a:cubicBezTo>
                  <a:pt x="2813564" y="885585"/>
                  <a:pt x="2812974" y="885782"/>
                  <a:pt x="2812974" y="885782"/>
                </a:cubicBezTo>
                <a:lnTo>
                  <a:pt x="2803909" y="885782"/>
                </a:lnTo>
                <a:cubicBezTo>
                  <a:pt x="2803579" y="885782"/>
                  <a:pt x="2803120" y="885321"/>
                  <a:pt x="2803120" y="885321"/>
                </a:cubicBezTo>
                <a:lnTo>
                  <a:pt x="2798588" y="877440"/>
                </a:lnTo>
                <a:cubicBezTo>
                  <a:pt x="2798457" y="877177"/>
                  <a:pt x="2798588" y="876587"/>
                  <a:pt x="2798588" y="876587"/>
                </a:cubicBezTo>
                <a:lnTo>
                  <a:pt x="2803120" y="868705"/>
                </a:lnTo>
                <a:cubicBezTo>
                  <a:pt x="2803318" y="868444"/>
                  <a:pt x="2803909" y="868245"/>
                  <a:pt x="2803909" y="868245"/>
                </a:cubicBezTo>
                <a:close/>
                <a:moveTo>
                  <a:pt x="6110888" y="868238"/>
                </a:moveTo>
                <a:lnTo>
                  <a:pt x="6119953" y="868238"/>
                </a:lnTo>
                <a:cubicBezTo>
                  <a:pt x="6120280" y="868238"/>
                  <a:pt x="6120740" y="868698"/>
                  <a:pt x="6120740" y="868698"/>
                </a:cubicBezTo>
                <a:lnTo>
                  <a:pt x="6125272" y="876578"/>
                </a:lnTo>
                <a:cubicBezTo>
                  <a:pt x="6125403" y="876840"/>
                  <a:pt x="6125272" y="877432"/>
                  <a:pt x="6125272" y="877432"/>
                </a:cubicBezTo>
                <a:lnTo>
                  <a:pt x="6120740" y="885315"/>
                </a:lnTo>
                <a:cubicBezTo>
                  <a:pt x="6120543" y="885577"/>
                  <a:pt x="6119953" y="885774"/>
                  <a:pt x="6119953" y="885774"/>
                </a:cubicBezTo>
                <a:lnTo>
                  <a:pt x="6110888" y="885774"/>
                </a:lnTo>
                <a:cubicBezTo>
                  <a:pt x="6110560" y="885774"/>
                  <a:pt x="6110101" y="885315"/>
                  <a:pt x="6110101" y="885315"/>
                </a:cubicBezTo>
                <a:lnTo>
                  <a:pt x="6105567" y="877432"/>
                </a:lnTo>
                <a:cubicBezTo>
                  <a:pt x="6105436" y="877169"/>
                  <a:pt x="6105567" y="876578"/>
                  <a:pt x="6105567" y="876578"/>
                </a:cubicBezTo>
                <a:lnTo>
                  <a:pt x="6110101" y="868698"/>
                </a:lnTo>
                <a:cubicBezTo>
                  <a:pt x="6110296" y="868434"/>
                  <a:pt x="6110888" y="868238"/>
                  <a:pt x="6110888" y="868238"/>
                </a:cubicBezTo>
                <a:close/>
                <a:moveTo>
                  <a:pt x="3058346" y="868237"/>
                </a:moveTo>
                <a:lnTo>
                  <a:pt x="3067410" y="868237"/>
                </a:lnTo>
                <a:cubicBezTo>
                  <a:pt x="3067739" y="868237"/>
                  <a:pt x="3068199" y="868694"/>
                  <a:pt x="3068199" y="868694"/>
                </a:cubicBezTo>
                <a:lnTo>
                  <a:pt x="3072730" y="876577"/>
                </a:lnTo>
                <a:cubicBezTo>
                  <a:pt x="3072861" y="876838"/>
                  <a:pt x="3072730" y="877430"/>
                  <a:pt x="3072730" y="877430"/>
                </a:cubicBezTo>
                <a:lnTo>
                  <a:pt x="3068199" y="885311"/>
                </a:lnTo>
                <a:cubicBezTo>
                  <a:pt x="3068001" y="885576"/>
                  <a:pt x="3067410" y="885772"/>
                  <a:pt x="3067410" y="885772"/>
                </a:cubicBezTo>
                <a:lnTo>
                  <a:pt x="3058346" y="885772"/>
                </a:lnTo>
                <a:cubicBezTo>
                  <a:pt x="3058017" y="885772"/>
                  <a:pt x="3057558" y="885311"/>
                  <a:pt x="3057558" y="885311"/>
                </a:cubicBezTo>
                <a:lnTo>
                  <a:pt x="3053025" y="877430"/>
                </a:lnTo>
                <a:cubicBezTo>
                  <a:pt x="3052893" y="877167"/>
                  <a:pt x="3053025" y="876577"/>
                  <a:pt x="3053025" y="876577"/>
                </a:cubicBezTo>
                <a:lnTo>
                  <a:pt x="3057558" y="868694"/>
                </a:lnTo>
                <a:cubicBezTo>
                  <a:pt x="3057755" y="868433"/>
                  <a:pt x="3058346" y="868237"/>
                  <a:pt x="3058346" y="868237"/>
                </a:cubicBezTo>
                <a:close/>
                <a:moveTo>
                  <a:pt x="10435622" y="868231"/>
                </a:moveTo>
                <a:lnTo>
                  <a:pt x="10444686" y="868231"/>
                </a:lnTo>
                <a:cubicBezTo>
                  <a:pt x="10445015" y="868231"/>
                  <a:pt x="10445474" y="868693"/>
                  <a:pt x="10445474" y="868693"/>
                </a:cubicBezTo>
                <a:lnTo>
                  <a:pt x="10450007" y="876574"/>
                </a:lnTo>
                <a:cubicBezTo>
                  <a:pt x="10450138" y="876837"/>
                  <a:pt x="10450007" y="877426"/>
                  <a:pt x="10450007" y="877426"/>
                </a:cubicBezTo>
                <a:lnTo>
                  <a:pt x="10445474" y="885308"/>
                </a:lnTo>
                <a:cubicBezTo>
                  <a:pt x="10445278" y="885572"/>
                  <a:pt x="10444686" y="885771"/>
                  <a:pt x="10444686" y="885771"/>
                </a:cubicBezTo>
                <a:lnTo>
                  <a:pt x="10435622" y="885771"/>
                </a:lnTo>
                <a:cubicBezTo>
                  <a:pt x="10435295" y="885771"/>
                  <a:pt x="10434834" y="885308"/>
                  <a:pt x="10434834" y="885308"/>
                </a:cubicBezTo>
                <a:lnTo>
                  <a:pt x="10430302" y="877426"/>
                </a:lnTo>
                <a:cubicBezTo>
                  <a:pt x="10430171" y="877165"/>
                  <a:pt x="10430302" y="876574"/>
                  <a:pt x="10430302" y="876574"/>
                </a:cubicBezTo>
                <a:lnTo>
                  <a:pt x="10434834" y="868693"/>
                </a:lnTo>
                <a:cubicBezTo>
                  <a:pt x="10435031" y="868431"/>
                  <a:pt x="10435622" y="868231"/>
                  <a:pt x="10435622" y="868231"/>
                </a:cubicBezTo>
                <a:close/>
                <a:moveTo>
                  <a:pt x="8400511" y="868228"/>
                </a:moveTo>
                <a:lnTo>
                  <a:pt x="8409575" y="868228"/>
                </a:lnTo>
                <a:cubicBezTo>
                  <a:pt x="8409904" y="868228"/>
                  <a:pt x="8410363" y="868691"/>
                  <a:pt x="8410363" y="868691"/>
                </a:cubicBezTo>
                <a:lnTo>
                  <a:pt x="8414896" y="876570"/>
                </a:lnTo>
                <a:cubicBezTo>
                  <a:pt x="8415027" y="876834"/>
                  <a:pt x="8414896" y="877424"/>
                  <a:pt x="8414896" y="877424"/>
                </a:cubicBezTo>
                <a:lnTo>
                  <a:pt x="8410363" y="885307"/>
                </a:lnTo>
                <a:cubicBezTo>
                  <a:pt x="8410166" y="885569"/>
                  <a:pt x="8409575" y="885766"/>
                  <a:pt x="8409575" y="885766"/>
                </a:cubicBezTo>
                <a:lnTo>
                  <a:pt x="8400511" y="885766"/>
                </a:lnTo>
                <a:cubicBezTo>
                  <a:pt x="8400184" y="885766"/>
                  <a:pt x="8399723" y="885307"/>
                  <a:pt x="8399723" y="885307"/>
                </a:cubicBezTo>
                <a:lnTo>
                  <a:pt x="8395191" y="877424"/>
                </a:lnTo>
                <a:cubicBezTo>
                  <a:pt x="8395060" y="877162"/>
                  <a:pt x="8395191" y="876570"/>
                  <a:pt x="8395191" y="876570"/>
                </a:cubicBezTo>
                <a:lnTo>
                  <a:pt x="8399723" y="868691"/>
                </a:lnTo>
                <a:cubicBezTo>
                  <a:pt x="8399920" y="868425"/>
                  <a:pt x="8400511" y="868228"/>
                  <a:pt x="8400511" y="868228"/>
                </a:cubicBezTo>
                <a:close/>
                <a:moveTo>
                  <a:pt x="4330157" y="868228"/>
                </a:moveTo>
                <a:lnTo>
                  <a:pt x="4339222" y="868228"/>
                </a:lnTo>
                <a:cubicBezTo>
                  <a:pt x="4339550" y="868228"/>
                  <a:pt x="4340010" y="868688"/>
                  <a:pt x="4340010" y="868688"/>
                </a:cubicBezTo>
                <a:lnTo>
                  <a:pt x="4344540" y="876567"/>
                </a:lnTo>
                <a:cubicBezTo>
                  <a:pt x="4344672" y="876832"/>
                  <a:pt x="4344540" y="877422"/>
                  <a:pt x="4344540" y="877422"/>
                </a:cubicBezTo>
                <a:lnTo>
                  <a:pt x="4340010" y="885304"/>
                </a:lnTo>
                <a:cubicBezTo>
                  <a:pt x="4339812" y="885566"/>
                  <a:pt x="4339222" y="885765"/>
                  <a:pt x="4339222" y="885765"/>
                </a:cubicBezTo>
                <a:lnTo>
                  <a:pt x="4330157" y="885765"/>
                </a:lnTo>
                <a:cubicBezTo>
                  <a:pt x="4329829" y="885765"/>
                  <a:pt x="4329369" y="885304"/>
                  <a:pt x="4329369" y="885304"/>
                </a:cubicBezTo>
                <a:lnTo>
                  <a:pt x="4324836" y="877422"/>
                </a:lnTo>
                <a:cubicBezTo>
                  <a:pt x="4324706" y="877160"/>
                  <a:pt x="4324836" y="876567"/>
                  <a:pt x="4324836" y="876567"/>
                </a:cubicBezTo>
                <a:lnTo>
                  <a:pt x="4329369" y="868688"/>
                </a:lnTo>
                <a:cubicBezTo>
                  <a:pt x="4329565" y="868424"/>
                  <a:pt x="4330157" y="868228"/>
                  <a:pt x="4330157" y="868228"/>
                </a:cubicBezTo>
                <a:close/>
                <a:moveTo>
                  <a:pt x="9418035" y="868224"/>
                </a:moveTo>
                <a:lnTo>
                  <a:pt x="9427099" y="868224"/>
                </a:lnTo>
                <a:cubicBezTo>
                  <a:pt x="9427427" y="868224"/>
                  <a:pt x="9427887" y="868682"/>
                  <a:pt x="9427887" y="868682"/>
                </a:cubicBezTo>
                <a:lnTo>
                  <a:pt x="9432419" y="876564"/>
                </a:lnTo>
                <a:cubicBezTo>
                  <a:pt x="9432550" y="876826"/>
                  <a:pt x="9432419" y="877417"/>
                  <a:pt x="9432419" y="877417"/>
                </a:cubicBezTo>
                <a:lnTo>
                  <a:pt x="9427887" y="885298"/>
                </a:lnTo>
                <a:cubicBezTo>
                  <a:pt x="9427690" y="885563"/>
                  <a:pt x="9427099" y="885761"/>
                  <a:pt x="9427099" y="885761"/>
                </a:cubicBezTo>
                <a:lnTo>
                  <a:pt x="9418035" y="885761"/>
                </a:lnTo>
                <a:cubicBezTo>
                  <a:pt x="9417707" y="885761"/>
                  <a:pt x="9417247" y="885298"/>
                  <a:pt x="9417247" y="885298"/>
                </a:cubicBezTo>
                <a:lnTo>
                  <a:pt x="9412714" y="877417"/>
                </a:lnTo>
                <a:cubicBezTo>
                  <a:pt x="9412583" y="877155"/>
                  <a:pt x="9412714" y="876564"/>
                  <a:pt x="9412714" y="876564"/>
                </a:cubicBezTo>
                <a:lnTo>
                  <a:pt x="9417247" y="868682"/>
                </a:lnTo>
                <a:cubicBezTo>
                  <a:pt x="9417444" y="868420"/>
                  <a:pt x="9418035" y="868224"/>
                  <a:pt x="9418035" y="868224"/>
                </a:cubicBezTo>
                <a:close/>
                <a:moveTo>
                  <a:pt x="5347746" y="868217"/>
                </a:moveTo>
                <a:lnTo>
                  <a:pt x="5356810" y="868217"/>
                </a:lnTo>
                <a:cubicBezTo>
                  <a:pt x="5357138" y="868217"/>
                  <a:pt x="5357598" y="868675"/>
                  <a:pt x="5357598" y="868675"/>
                </a:cubicBezTo>
                <a:lnTo>
                  <a:pt x="5362130" y="876558"/>
                </a:lnTo>
                <a:cubicBezTo>
                  <a:pt x="5362261" y="876819"/>
                  <a:pt x="5362130" y="877411"/>
                  <a:pt x="5362130" y="877411"/>
                </a:cubicBezTo>
                <a:lnTo>
                  <a:pt x="5357598" y="885291"/>
                </a:lnTo>
                <a:cubicBezTo>
                  <a:pt x="5357401" y="885555"/>
                  <a:pt x="5356810" y="885752"/>
                  <a:pt x="5356810" y="885752"/>
                </a:cubicBezTo>
                <a:lnTo>
                  <a:pt x="5347746" y="885752"/>
                </a:lnTo>
                <a:cubicBezTo>
                  <a:pt x="5347418" y="885752"/>
                  <a:pt x="5346958" y="885291"/>
                  <a:pt x="5346958" y="885291"/>
                </a:cubicBezTo>
                <a:lnTo>
                  <a:pt x="5342425" y="877411"/>
                </a:lnTo>
                <a:cubicBezTo>
                  <a:pt x="5342295" y="877148"/>
                  <a:pt x="5342425" y="876558"/>
                  <a:pt x="5342425" y="876558"/>
                </a:cubicBezTo>
                <a:lnTo>
                  <a:pt x="5346958" y="868675"/>
                </a:lnTo>
                <a:cubicBezTo>
                  <a:pt x="5347154" y="868413"/>
                  <a:pt x="5347746" y="868217"/>
                  <a:pt x="5347746" y="868217"/>
                </a:cubicBezTo>
                <a:close/>
                <a:moveTo>
                  <a:pt x="1023112" y="868217"/>
                </a:moveTo>
                <a:lnTo>
                  <a:pt x="1032177" y="868217"/>
                </a:lnTo>
                <a:cubicBezTo>
                  <a:pt x="1032504" y="868217"/>
                  <a:pt x="1032965" y="868678"/>
                  <a:pt x="1032965" y="868678"/>
                </a:cubicBezTo>
                <a:lnTo>
                  <a:pt x="1037495" y="876559"/>
                </a:lnTo>
                <a:cubicBezTo>
                  <a:pt x="1037628" y="876821"/>
                  <a:pt x="1037495" y="877412"/>
                  <a:pt x="1037495" y="877412"/>
                </a:cubicBezTo>
                <a:lnTo>
                  <a:pt x="1032965" y="885294"/>
                </a:lnTo>
                <a:cubicBezTo>
                  <a:pt x="1032768" y="885557"/>
                  <a:pt x="1032177" y="885754"/>
                  <a:pt x="1032177" y="885754"/>
                </a:cubicBezTo>
                <a:lnTo>
                  <a:pt x="1023112" y="885754"/>
                </a:lnTo>
                <a:cubicBezTo>
                  <a:pt x="1022783" y="885754"/>
                  <a:pt x="1022325" y="885294"/>
                  <a:pt x="1022325" y="885294"/>
                </a:cubicBezTo>
                <a:lnTo>
                  <a:pt x="1017790" y="877412"/>
                </a:lnTo>
                <a:cubicBezTo>
                  <a:pt x="1017660" y="877149"/>
                  <a:pt x="1017790" y="876559"/>
                  <a:pt x="1017790" y="876559"/>
                </a:cubicBezTo>
                <a:lnTo>
                  <a:pt x="1022325" y="868678"/>
                </a:lnTo>
                <a:cubicBezTo>
                  <a:pt x="1022521" y="868413"/>
                  <a:pt x="1023112" y="868217"/>
                  <a:pt x="1023112" y="868217"/>
                </a:cubicBezTo>
                <a:close/>
                <a:moveTo>
                  <a:pt x="768660" y="868215"/>
                </a:moveTo>
                <a:lnTo>
                  <a:pt x="777724" y="868215"/>
                </a:lnTo>
                <a:cubicBezTo>
                  <a:pt x="778052" y="868215"/>
                  <a:pt x="778512" y="868674"/>
                  <a:pt x="778512" y="868674"/>
                </a:cubicBezTo>
                <a:lnTo>
                  <a:pt x="783044" y="876556"/>
                </a:lnTo>
                <a:cubicBezTo>
                  <a:pt x="783175" y="876819"/>
                  <a:pt x="783044" y="877409"/>
                  <a:pt x="783044" y="877409"/>
                </a:cubicBezTo>
                <a:lnTo>
                  <a:pt x="778512" y="885291"/>
                </a:lnTo>
                <a:cubicBezTo>
                  <a:pt x="778315" y="885555"/>
                  <a:pt x="777724" y="885751"/>
                  <a:pt x="777724" y="885751"/>
                </a:cubicBezTo>
                <a:lnTo>
                  <a:pt x="768660" y="885751"/>
                </a:lnTo>
                <a:cubicBezTo>
                  <a:pt x="768332" y="885751"/>
                  <a:pt x="767872" y="885291"/>
                  <a:pt x="767872" y="885291"/>
                </a:cubicBezTo>
                <a:lnTo>
                  <a:pt x="763339" y="877409"/>
                </a:lnTo>
                <a:cubicBezTo>
                  <a:pt x="763208" y="877148"/>
                  <a:pt x="763339" y="876556"/>
                  <a:pt x="763339" y="876556"/>
                </a:cubicBezTo>
                <a:lnTo>
                  <a:pt x="767872" y="868674"/>
                </a:lnTo>
                <a:cubicBezTo>
                  <a:pt x="768069" y="868413"/>
                  <a:pt x="768660" y="868215"/>
                  <a:pt x="768660" y="868215"/>
                </a:cubicBezTo>
                <a:close/>
                <a:moveTo>
                  <a:pt x="8146065" y="868208"/>
                </a:moveTo>
                <a:lnTo>
                  <a:pt x="8155129" y="868208"/>
                </a:lnTo>
                <a:cubicBezTo>
                  <a:pt x="8155458" y="868208"/>
                  <a:pt x="8155917" y="868667"/>
                  <a:pt x="8155917" y="868667"/>
                </a:cubicBezTo>
                <a:lnTo>
                  <a:pt x="8160449" y="876547"/>
                </a:lnTo>
                <a:cubicBezTo>
                  <a:pt x="8160580" y="876811"/>
                  <a:pt x="8160449" y="877401"/>
                  <a:pt x="8160449" y="877401"/>
                </a:cubicBezTo>
                <a:lnTo>
                  <a:pt x="8155917" y="885283"/>
                </a:lnTo>
                <a:cubicBezTo>
                  <a:pt x="8155719" y="885547"/>
                  <a:pt x="8155129" y="885744"/>
                  <a:pt x="8155129" y="885744"/>
                </a:cubicBezTo>
                <a:lnTo>
                  <a:pt x="8146065" y="885744"/>
                </a:lnTo>
                <a:cubicBezTo>
                  <a:pt x="8145737" y="885744"/>
                  <a:pt x="8145277" y="885283"/>
                  <a:pt x="8145277" y="885283"/>
                </a:cubicBezTo>
                <a:lnTo>
                  <a:pt x="8140745" y="877401"/>
                </a:lnTo>
                <a:cubicBezTo>
                  <a:pt x="8140613" y="877139"/>
                  <a:pt x="8140745" y="876547"/>
                  <a:pt x="8140745" y="876547"/>
                </a:cubicBezTo>
                <a:lnTo>
                  <a:pt x="8145277" y="868667"/>
                </a:lnTo>
                <a:cubicBezTo>
                  <a:pt x="8145474" y="868404"/>
                  <a:pt x="8146065" y="868208"/>
                  <a:pt x="8146065" y="868208"/>
                </a:cubicBezTo>
                <a:close/>
                <a:moveTo>
                  <a:pt x="7637304" y="868208"/>
                </a:moveTo>
                <a:lnTo>
                  <a:pt x="7646367" y="868208"/>
                </a:lnTo>
                <a:cubicBezTo>
                  <a:pt x="7646696" y="868208"/>
                  <a:pt x="7647156" y="868667"/>
                  <a:pt x="7647156" y="868667"/>
                </a:cubicBezTo>
                <a:lnTo>
                  <a:pt x="7651687" y="876548"/>
                </a:lnTo>
                <a:cubicBezTo>
                  <a:pt x="7651819" y="876811"/>
                  <a:pt x="7651687" y="877403"/>
                  <a:pt x="7651687" y="877403"/>
                </a:cubicBezTo>
                <a:lnTo>
                  <a:pt x="7647156" y="885284"/>
                </a:lnTo>
                <a:cubicBezTo>
                  <a:pt x="7646958" y="885547"/>
                  <a:pt x="7646367" y="885744"/>
                  <a:pt x="7646367" y="885744"/>
                </a:cubicBezTo>
                <a:lnTo>
                  <a:pt x="7637304" y="885744"/>
                </a:lnTo>
                <a:cubicBezTo>
                  <a:pt x="7636975" y="885744"/>
                  <a:pt x="7636516" y="885284"/>
                  <a:pt x="7636516" y="885284"/>
                </a:cubicBezTo>
                <a:lnTo>
                  <a:pt x="7631983" y="877403"/>
                </a:lnTo>
                <a:cubicBezTo>
                  <a:pt x="7631851" y="877139"/>
                  <a:pt x="7631983" y="876548"/>
                  <a:pt x="7631983" y="876548"/>
                </a:cubicBezTo>
                <a:lnTo>
                  <a:pt x="7636516" y="868667"/>
                </a:lnTo>
                <a:cubicBezTo>
                  <a:pt x="7636713" y="868404"/>
                  <a:pt x="7637304" y="868208"/>
                  <a:pt x="7637304" y="868208"/>
                </a:cubicBezTo>
                <a:close/>
                <a:moveTo>
                  <a:pt x="1277462" y="868201"/>
                </a:moveTo>
                <a:lnTo>
                  <a:pt x="1286526" y="868201"/>
                </a:lnTo>
                <a:cubicBezTo>
                  <a:pt x="1286855" y="868201"/>
                  <a:pt x="1287315" y="868661"/>
                  <a:pt x="1287315" y="868661"/>
                </a:cubicBezTo>
                <a:lnTo>
                  <a:pt x="1291847" y="876543"/>
                </a:lnTo>
                <a:cubicBezTo>
                  <a:pt x="1291978" y="876806"/>
                  <a:pt x="1291847" y="877397"/>
                  <a:pt x="1291847" y="877397"/>
                </a:cubicBezTo>
                <a:lnTo>
                  <a:pt x="1287315" y="885278"/>
                </a:lnTo>
                <a:cubicBezTo>
                  <a:pt x="1287118" y="885541"/>
                  <a:pt x="1286526" y="885739"/>
                  <a:pt x="1286526" y="885739"/>
                </a:cubicBezTo>
                <a:lnTo>
                  <a:pt x="1277462" y="885739"/>
                </a:lnTo>
                <a:cubicBezTo>
                  <a:pt x="1277135" y="885739"/>
                  <a:pt x="1276673" y="885278"/>
                  <a:pt x="1276673" y="885278"/>
                </a:cubicBezTo>
                <a:lnTo>
                  <a:pt x="1272141" y="877397"/>
                </a:lnTo>
                <a:cubicBezTo>
                  <a:pt x="1272011" y="877134"/>
                  <a:pt x="1272141" y="876543"/>
                  <a:pt x="1272141" y="876543"/>
                </a:cubicBezTo>
                <a:lnTo>
                  <a:pt x="1276673" y="868661"/>
                </a:lnTo>
                <a:cubicBezTo>
                  <a:pt x="1276871" y="868399"/>
                  <a:pt x="1277462" y="868201"/>
                  <a:pt x="1277462" y="868201"/>
                </a:cubicBezTo>
                <a:close/>
                <a:moveTo>
                  <a:pt x="259872" y="868200"/>
                </a:moveTo>
                <a:lnTo>
                  <a:pt x="268936" y="868200"/>
                </a:lnTo>
                <a:cubicBezTo>
                  <a:pt x="269264" y="868200"/>
                  <a:pt x="269724" y="868661"/>
                  <a:pt x="269724" y="868661"/>
                </a:cubicBezTo>
                <a:lnTo>
                  <a:pt x="274256" y="876541"/>
                </a:lnTo>
                <a:cubicBezTo>
                  <a:pt x="274387" y="876805"/>
                  <a:pt x="274256" y="877394"/>
                  <a:pt x="274256" y="877394"/>
                </a:cubicBezTo>
                <a:lnTo>
                  <a:pt x="269724" y="885277"/>
                </a:lnTo>
                <a:cubicBezTo>
                  <a:pt x="269527" y="885540"/>
                  <a:pt x="268936" y="885737"/>
                  <a:pt x="268936" y="885737"/>
                </a:cubicBezTo>
                <a:lnTo>
                  <a:pt x="259872" y="885737"/>
                </a:lnTo>
                <a:cubicBezTo>
                  <a:pt x="259543" y="885737"/>
                  <a:pt x="259083" y="885277"/>
                  <a:pt x="259083" y="885277"/>
                </a:cubicBezTo>
                <a:lnTo>
                  <a:pt x="254552" y="877394"/>
                </a:lnTo>
                <a:cubicBezTo>
                  <a:pt x="254421" y="877133"/>
                  <a:pt x="254552" y="876541"/>
                  <a:pt x="254552" y="876541"/>
                </a:cubicBezTo>
                <a:lnTo>
                  <a:pt x="259083" y="868661"/>
                </a:lnTo>
                <a:cubicBezTo>
                  <a:pt x="259280" y="868397"/>
                  <a:pt x="259872" y="868200"/>
                  <a:pt x="259872" y="868200"/>
                </a:cubicBezTo>
                <a:close/>
                <a:moveTo>
                  <a:pt x="514249" y="868198"/>
                </a:moveTo>
                <a:lnTo>
                  <a:pt x="523311" y="868198"/>
                </a:lnTo>
                <a:cubicBezTo>
                  <a:pt x="523641" y="868198"/>
                  <a:pt x="524101" y="868659"/>
                  <a:pt x="524101" y="868659"/>
                </a:cubicBezTo>
                <a:lnTo>
                  <a:pt x="528631" y="876539"/>
                </a:lnTo>
                <a:cubicBezTo>
                  <a:pt x="528763" y="876803"/>
                  <a:pt x="528631" y="877393"/>
                  <a:pt x="528631" y="877393"/>
                </a:cubicBezTo>
                <a:lnTo>
                  <a:pt x="524101" y="885275"/>
                </a:lnTo>
                <a:cubicBezTo>
                  <a:pt x="523904" y="885538"/>
                  <a:pt x="523311" y="885734"/>
                  <a:pt x="523311" y="885734"/>
                </a:cubicBezTo>
                <a:lnTo>
                  <a:pt x="514249" y="885734"/>
                </a:lnTo>
                <a:cubicBezTo>
                  <a:pt x="513918" y="885734"/>
                  <a:pt x="513461" y="885275"/>
                  <a:pt x="513461" y="885275"/>
                </a:cubicBezTo>
                <a:lnTo>
                  <a:pt x="508928" y="877393"/>
                </a:lnTo>
                <a:cubicBezTo>
                  <a:pt x="508796" y="877131"/>
                  <a:pt x="508928" y="876539"/>
                  <a:pt x="508928" y="876539"/>
                </a:cubicBezTo>
                <a:lnTo>
                  <a:pt x="513461" y="868659"/>
                </a:lnTo>
                <a:cubicBezTo>
                  <a:pt x="513658" y="868395"/>
                  <a:pt x="514249" y="868198"/>
                  <a:pt x="514249" y="868198"/>
                </a:cubicBezTo>
                <a:close/>
                <a:moveTo>
                  <a:pt x="2040651" y="868197"/>
                </a:moveTo>
                <a:lnTo>
                  <a:pt x="2049715" y="868197"/>
                </a:lnTo>
                <a:cubicBezTo>
                  <a:pt x="2050043" y="868197"/>
                  <a:pt x="2050503" y="868658"/>
                  <a:pt x="2050503" y="868658"/>
                </a:cubicBezTo>
                <a:lnTo>
                  <a:pt x="2055035" y="876538"/>
                </a:lnTo>
                <a:cubicBezTo>
                  <a:pt x="2055166" y="876802"/>
                  <a:pt x="2055035" y="877393"/>
                  <a:pt x="2055035" y="877393"/>
                </a:cubicBezTo>
                <a:lnTo>
                  <a:pt x="2050503" y="885273"/>
                </a:lnTo>
                <a:cubicBezTo>
                  <a:pt x="2050306" y="885537"/>
                  <a:pt x="2049715" y="885734"/>
                  <a:pt x="2049715" y="885734"/>
                </a:cubicBezTo>
                <a:lnTo>
                  <a:pt x="2040651" y="885734"/>
                </a:lnTo>
                <a:cubicBezTo>
                  <a:pt x="2040321" y="885734"/>
                  <a:pt x="2039863" y="885273"/>
                  <a:pt x="2039863" y="885273"/>
                </a:cubicBezTo>
                <a:lnTo>
                  <a:pt x="2035328" y="877393"/>
                </a:lnTo>
                <a:cubicBezTo>
                  <a:pt x="2035198" y="877129"/>
                  <a:pt x="2035328" y="876538"/>
                  <a:pt x="2035328" y="876538"/>
                </a:cubicBezTo>
                <a:lnTo>
                  <a:pt x="2039863" y="868658"/>
                </a:lnTo>
                <a:cubicBezTo>
                  <a:pt x="2040060" y="868394"/>
                  <a:pt x="2040651" y="868197"/>
                  <a:pt x="2040651" y="868197"/>
                </a:cubicBezTo>
                <a:close/>
                <a:moveTo>
                  <a:pt x="5856508" y="868193"/>
                </a:moveTo>
                <a:lnTo>
                  <a:pt x="5865571" y="868193"/>
                </a:lnTo>
                <a:cubicBezTo>
                  <a:pt x="5865900" y="868193"/>
                  <a:pt x="5866359" y="868653"/>
                  <a:pt x="5866359" y="868653"/>
                </a:cubicBezTo>
                <a:lnTo>
                  <a:pt x="5870891" y="876535"/>
                </a:lnTo>
                <a:cubicBezTo>
                  <a:pt x="5871023" y="876796"/>
                  <a:pt x="5870891" y="877386"/>
                  <a:pt x="5870891" y="877386"/>
                </a:cubicBezTo>
                <a:lnTo>
                  <a:pt x="5866359" y="885269"/>
                </a:lnTo>
                <a:cubicBezTo>
                  <a:pt x="5866163" y="885534"/>
                  <a:pt x="5865571" y="885731"/>
                  <a:pt x="5865571" y="885731"/>
                </a:cubicBezTo>
                <a:lnTo>
                  <a:pt x="5856508" y="885731"/>
                </a:lnTo>
                <a:cubicBezTo>
                  <a:pt x="5856178" y="885731"/>
                  <a:pt x="5855720" y="885269"/>
                  <a:pt x="5855720" y="885269"/>
                </a:cubicBezTo>
                <a:lnTo>
                  <a:pt x="5851187" y="877386"/>
                </a:lnTo>
                <a:cubicBezTo>
                  <a:pt x="5851055" y="877125"/>
                  <a:pt x="5851187" y="876535"/>
                  <a:pt x="5851187" y="876535"/>
                </a:cubicBezTo>
                <a:lnTo>
                  <a:pt x="5855720" y="868653"/>
                </a:lnTo>
                <a:cubicBezTo>
                  <a:pt x="5855916" y="868390"/>
                  <a:pt x="5856508" y="868193"/>
                  <a:pt x="5856508" y="868193"/>
                </a:cubicBezTo>
                <a:close/>
                <a:moveTo>
                  <a:pt x="4838919" y="868187"/>
                </a:moveTo>
                <a:lnTo>
                  <a:pt x="4847982" y="868187"/>
                </a:lnTo>
                <a:cubicBezTo>
                  <a:pt x="4848311" y="868187"/>
                  <a:pt x="4848772" y="868649"/>
                  <a:pt x="4848772" y="868649"/>
                </a:cubicBezTo>
                <a:lnTo>
                  <a:pt x="4853303" y="876529"/>
                </a:lnTo>
                <a:cubicBezTo>
                  <a:pt x="4853435" y="876793"/>
                  <a:pt x="4853303" y="877383"/>
                  <a:pt x="4853303" y="877383"/>
                </a:cubicBezTo>
                <a:lnTo>
                  <a:pt x="4848772" y="885265"/>
                </a:lnTo>
                <a:cubicBezTo>
                  <a:pt x="4848575" y="885527"/>
                  <a:pt x="4847982" y="885724"/>
                  <a:pt x="4847982" y="885724"/>
                </a:cubicBezTo>
                <a:lnTo>
                  <a:pt x="4838919" y="885724"/>
                </a:lnTo>
                <a:cubicBezTo>
                  <a:pt x="4838590" y="885724"/>
                  <a:pt x="4838132" y="885265"/>
                  <a:pt x="4838132" y="885265"/>
                </a:cubicBezTo>
                <a:lnTo>
                  <a:pt x="4833598" y="877383"/>
                </a:lnTo>
                <a:cubicBezTo>
                  <a:pt x="4833467" y="877120"/>
                  <a:pt x="4833598" y="876529"/>
                  <a:pt x="4833598" y="876529"/>
                </a:cubicBezTo>
                <a:lnTo>
                  <a:pt x="4838132" y="868649"/>
                </a:lnTo>
                <a:cubicBezTo>
                  <a:pt x="4838328" y="868385"/>
                  <a:pt x="4838919" y="868187"/>
                  <a:pt x="4838919" y="868187"/>
                </a:cubicBezTo>
                <a:close/>
                <a:moveTo>
                  <a:pt x="3821382" y="868186"/>
                </a:moveTo>
                <a:lnTo>
                  <a:pt x="3830447" y="868186"/>
                </a:lnTo>
                <a:cubicBezTo>
                  <a:pt x="3830775" y="868186"/>
                  <a:pt x="3831236" y="868644"/>
                  <a:pt x="3831236" y="868644"/>
                </a:cubicBezTo>
                <a:lnTo>
                  <a:pt x="3835768" y="876527"/>
                </a:lnTo>
                <a:cubicBezTo>
                  <a:pt x="3835899" y="876789"/>
                  <a:pt x="3835768" y="877381"/>
                  <a:pt x="3835768" y="877381"/>
                </a:cubicBezTo>
                <a:lnTo>
                  <a:pt x="3831236" y="885261"/>
                </a:lnTo>
                <a:cubicBezTo>
                  <a:pt x="3831039" y="885526"/>
                  <a:pt x="3830447" y="885722"/>
                  <a:pt x="3830447" y="885722"/>
                </a:cubicBezTo>
                <a:lnTo>
                  <a:pt x="3821382" y="885722"/>
                </a:lnTo>
                <a:cubicBezTo>
                  <a:pt x="3821055" y="885722"/>
                  <a:pt x="3820594" y="885261"/>
                  <a:pt x="3820594" y="885261"/>
                </a:cubicBezTo>
                <a:lnTo>
                  <a:pt x="3816063" y="877381"/>
                </a:lnTo>
                <a:cubicBezTo>
                  <a:pt x="3815932" y="877117"/>
                  <a:pt x="3816063" y="876527"/>
                  <a:pt x="3816063" y="876527"/>
                </a:cubicBezTo>
                <a:lnTo>
                  <a:pt x="3820594" y="868644"/>
                </a:lnTo>
                <a:cubicBezTo>
                  <a:pt x="3820793" y="868383"/>
                  <a:pt x="3821382" y="868186"/>
                  <a:pt x="3821382" y="868186"/>
                </a:cubicBezTo>
                <a:close/>
                <a:moveTo>
                  <a:pt x="8909274" y="868180"/>
                </a:moveTo>
                <a:lnTo>
                  <a:pt x="8918336" y="868180"/>
                </a:lnTo>
                <a:cubicBezTo>
                  <a:pt x="8918666" y="868180"/>
                  <a:pt x="8919125" y="868641"/>
                  <a:pt x="8919125" y="868641"/>
                </a:cubicBezTo>
                <a:lnTo>
                  <a:pt x="8923657" y="876521"/>
                </a:lnTo>
                <a:cubicBezTo>
                  <a:pt x="8923789" y="876784"/>
                  <a:pt x="8923657" y="877375"/>
                  <a:pt x="8923657" y="877375"/>
                </a:cubicBezTo>
                <a:lnTo>
                  <a:pt x="8919125" y="885258"/>
                </a:lnTo>
                <a:cubicBezTo>
                  <a:pt x="8918928" y="885520"/>
                  <a:pt x="8918336" y="885717"/>
                  <a:pt x="8918336" y="885717"/>
                </a:cubicBezTo>
                <a:lnTo>
                  <a:pt x="8909274" y="885717"/>
                </a:lnTo>
                <a:cubicBezTo>
                  <a:pt x="8908945" y="885717"/>
                  <a:pt x="8908484" y="885258"/>
                  <a:pt x="8908484" y="885258"/>
                </a:cubicBezTo>
                <a:lnTo>
                  <a:pt x="8903953" y="877375"/>
                </a:lnTo>
                <a:cubicBezTo>
                  <a:pt x="8903821" y="877114"/>
                  <a:pt x="8903953" y="876521"/>
                  <a:pt x="8903953" y="876521"/>
                </a:cubicBezTo>
                <a:lnTo>
                  <a:pt x="8908484" y="868641"/>
                </a:lnTo>
                <a:cubicBezTo>
                  <a:pt x="8908681" y="868377"/>
                  <a:pt x="8909274" y="868180"/>
                  <a:pt x="8909274" y="868180"/>
                </a:cubicBezTo>
                <a:close/>
                <a:moveTo>
                  <a:pt x="6619714" y="868175"/>
                </a:moveTo>
                <a:lnTo>
                  <a:pt x="6628778" y="868175"/>
                </a:lnTo>
                <a:cubicBezTo>
                  <a:pt x="6629107" y="868175"/>
                  <a:pt x="6629566" y="868635"/>
                  <a:pt x="6629566" y="868635"/>
                </a:cubicBezTo>
                <a:lnTo>
                  <a:pt x="6634099" y="876515"/>
                </a:lnTo>
                <a:cubicBezTo>
                  <a:pt x="6634230" y="876779"/>
                  <a:pt x="6634099" y="877370"/>
                  <a:pt x="6634099" y="877370"/>
                </a:cubicBezTo>
                <a:lnTo>
                  <a:pt x="6629566" y="885250"/>
                </a:lnTo>
                <a:cubicBezTo>
                  <a:pt x="6629369" y="885514"/>
                  <a:pt x="6628778" y="885711"/>
                  <a:pt x="6628778" y="885711"/>
                </a:cubicBezTo>
                <a:lnTo>
                  <a:pt x="6619714" y="885711"/>
                </a:lnTo>
                <a:cubicBezTo>
                  <a:pt x="6619387" y="885711"/>
                  <a:pt x="6618926" y="885250"/>
                  <a:pt x="6618926" y="885250"/>
                </a:cubicBezTo>
                <a:lnTo>
                  <a:pt x="6614394" y="877370"/>
                </a:lnTo>
                <a:cubicBezTo>
                  <a:pt x="6614263" y="877106"/>
                  <a:pt x="6614394" y="876515"/>
                  <a:pt x="6614394" y="876515"/>
                </a:cubicBezTo>
                <a:lnTo>
                  <a:pt x="6618926" y="868635"/>
                </a:lnTo>
                <a:cubicBezTo>
                  <a:pt x="6619123" y="868371"/>
                  <a:pt x="6619714" y="868175"/>
                  <a:pt x="6619714" y="868175"/>
                </a:cubicBezTo>
                <a:close/>
                <a:moveTo>
                  <a:pt x="6874095" y="868173"/>
                </a:moveTo>
                <a:lnTo>
                  <a:pt x="6883159" y="868173"/>
                </a:lnTo>
                <a:cubicBezTo>
                  <a:pt x="6883488" y="868173"/>
                  <a:pt x="6883947" y="868632"/>
                  <a:pt x="6883947" y="868632"/>
                </a:cubicBezTo>
                <a:lnTo>
                  <a:pt x="6888480" y="876514"/>
                </a:lnTo>
                <a:cubicBezTo>
                  <a:pt x="6888611" y="876776"/>
                  <a:pt x="6888480" y="877368"/>
                  <a:pt x="6888480" y="877368"/>
                </a:cubicBezTo>
                <a:lnTo>
                  <a:pt x="6883947" y="885250"/>
                </a:lnTo>
                <a:cubicBezTo>
                  <a:pt x="6883751" y="885513"/>
                  <a:pt x="6883159" y="885710"/>
                  <a:pt x="6883159" y="885710"/>
                </a:cubicBezTo>
                <a:lnTo>
                  <a:pt x="6874095" y="885710"/>
                </a:lnTo>
                <a:cubicBezTo>
                  <a:pt x="6873768" y="885710"/>
                  <a:pt x="6873307" y="885250"/>
                  <a:pt x="6873307" y="885250"/>
                </a:cubicBezTo>
                <a:lnTo>
                  <a:pt x="6868775" y="877368"/>
                </a:lnTo>
                <a:cubicBezTo>
                  <a:pt x="6868644" y="877106"/>
                  <a:pt x="6868775" y="876514"/>
                  <a:pt x="6868775" y="876514"/>
                </a:cubicBezTo>
                <a:lnTo>
                  <a:pt x="6873307" y="868632"/>
                </a:lnTo>
                <a:cubicBezTo>
                  <a:pt x="6873504" y="868371"/>
                  <a:pt x="6874095" y="868173"/>
                  <a:pt x="6874095" y="868173"/>
                </a:cubicBezTo>
                <a:close/>
                <a:moveTo>
                  <a:pt x="9163654" y="868170"/>
                </a:moveTo>
                <a:lnTo>
                  <a:pt x="9172718" y="868170"/>
                </a:lnTo>
                <a:cubicBezTo>
                  <a:pt x="9173046" y="868170"/>
                  <a:pt x="9173506" y="868631"/>
                  <a:pt x="9173506" y="868631"/>
                </a:cubicBezTo>
                <a:lnTo>
                  <a:pt x="9178038" y="876512"/>
                </a:lnTo>
                <a:cubicBezTo>
                  <a:pt x="9178169" y="876775"/>
                  <a:pt x="9178038" y="877365"/>
                  <a:pt x="9178038" y="877365"/>
                </a:cubicBezTo>
                <a:lnTo>
                  <a:pt x="9173506" y="885247"/>
                </a:lnTo>
                <a:cubicBezTo>
                  <a:pt x="9173309" y="885511"/>
                  <a:pt x="9172718" y="885708"/>
                  <a:pt x="9172718" y="885708"/>
                </a:cubicBezTo>
                <a:lnTo>
                  <a:pt x="9163654" y="885708"/>
                </a:lnTo>
                <a:cubicBezTo>
                  <a:pt x="9163326" y="885708"/>
                  <a:pt x="9162866" y="885247"/>
                  <a:pt x="9162866" y="885247"/>
                </a:cubicBezTo>
                <a:lnTo>
                  <a:pt x="9158333" y="877365"/>
                </a:lnTo>
                <a:cubicBezTo>
                  <a:pt x="9158202" y="877103"/>
                  <a:pt x="9158333" y="876512"/>
                  <a:pt x="9158333" y="876512"/>
                </a:cubicBezTo>
                <a:lnTo>
                  <a:pt x="9162866" y="868631"/>
                </a:lnTo>
                <a:cubicBezTo>
                  <a:pt x="9163062" y="868367"/>
                  <a:pt x="9163654" y="868170"/>
                  <a:pt x="9163654" y="868170"/>
                </a:cubicBezTo>
                <a:close/>
                <a:moveTo>
                  <a:pt x="5433" y="868170"/>
                </a:moveTo>
                <a:lnTo>
                  <a:pt x="14496" y="868170"/>
                </a:lnTo>
                <a:cubicBezTo>
                  <a:pt x="14825" y="868170"/>
                  <a:pt x="15285" y="868631"/>
                  <a:pt x="15285" y="868631"/>
                </a:cubicBezTo>
                <a:lnTo>
                  <a:pt x="19816" y="876513"/>
                </a:lnTo>
                <a:cubicBezTo>
                  <a:pt x="19948" y="876775"/>
                  <a:pt x="19816" y="877365"/>
                  <a:pt x="19816" y="877365"/>
                </a:cubicBezTo>
                <a:lnTo>
                  <a:pt x="15285" y="885248"/>
                </a:lnTo>
                <a:cubicBezTo>
                  <a:pt x="15087" y="885512"/>
                  <a:pt x="14496" y="885709"/>
                  <a:pt x="14496" y="885709"/>
                </a:cubicBezTo>
                <a:lnTo>
                  <a:pt x="5433" y="885709"/>
                </a:lnTo>
                <a:cubicBezTo>
                  <a:pt x="5103" y="885709"/>
                  <a:pt x="4643" y="885248"/>
                  <a:pt x="4643" y="885248"/>
                </a:cubicBezTo>
                <a:lnTo>
                  <a:pt x="112" y="877365"/>
                </a:lnTo>
                <a:cubicBezTo>
                  <a:pt x="-20" y="877104"/>
                  <a:pt x="112" y="876513"/>
                  <a:pt x="112" y="876513"/>
                </a:cubicBezTo>
                <a:lnTo>
                  <a:pt x="4643" y="868631"/>
                </a:lnTo>
                <a:cubicBezTo>
                  <a:pt x="4841" y="868369"/>
                  <a:pt x="5433" y="868170"/>
                  <a:pt x="5433" y="868170"/>
                </a:cubicBezTo>
                <a:close/>
                <a:moveTo>
                  <a:pt x="2549368" y="868169"/>
                </a:moveTo>
                <a:lnTo>
                  <a:pt x="2558432" y="868169"/>
                </a:lnTo>
                <a:cubicBezTo>
                  <a:pt x="2558761" y="868169"/>
                  <a:pt x="2559219" y="868630"/>
                  <a:pt x="2559219" y="868630"/>
                </a:cubicBezTo>
                <a:lnTo>
                  <a:pt x="2563752" y="876510"/>
                </a:lnTo>
                <a:cubicBezTo>
                  <a:pt x="2563884" y="876774"/>
                  <a:pt x="2563752" y="877364"/>
                  <a:pt x="2563752" y="877364"/>
                </a:cubicBezTo>
                <a:lnTo>
                  <a:pt x="2559219" y="885247"/>
                </a:lnTo>
                <a:cubicBezTo>
                  <a:pt x="2559022" y="885509"/>
                  <a:pt x="2558432" y="885707"/>
                  <a:pt x="2558432" y="885707"/>
                </a:cubicBezTo>
                <a:lnTo>
                  <a:pt x="2549368" y="885707"/>
                </a:lnTo>
                <a:cubicBezTo>
                  <a:pt x="2549040" y="885707"/>
                  <a:pt x="2548579" y="885247"/>
                  <a:pt x="2548579" y="885247"/>
                </a:cubicBezTo>
                <a:lnTo>
                  <a:pt x="2544047" y="877364"/>
                </a:lnTo>
                <a:cubicBezTo>
                  <a:pt x="2543915" y="877103"/>
                  <a:pt x="2544047" y="876510"/>
                  <a:pt x="2544047" y="876510"/>
                </a:cubicBezTo>
                <a:lnTo>
                  <a:pt x="2548579" y="868630"/>
                </a:lnTo>
                <a:cubicBezTo>
                  <a:pt x="2548777" y="868366"/>
                  <a:pt x="2549368" y="868169"/>
                  <a:pt x="2549368" y="868169"/>
                </a:cubicBezTo>
                <a:close/>
                <a:moveTo>
                  <a:pt x="5602126" y="651266"/>
                </a:moveTo>
                <a:lnTo>
                  <a:pt x="5611191" y="651266"/>
                </a:lnTo>
                <a:cubicBezTo>
                  <a:pt x="5611519" y="651266"/>
                  <a:pt x="5611979" y="651729"/>
                  <a:pt x="5611979" y="651729"/>
                </a:cubicBezTo>
                <a:lnTo>
                  <a:pt x="5616511" y="659606"/>
                </a:lnTo>
                <a:cubicBezTo>
                  <a:pt x="5616642" y="659871"/>
                  <a:pt x="5616511" y="660464"/>
                  <a:pt x="5616511" y="660464"/>
                </a:cubicBezTo>
                <a:lnTo>
                  <a:pt x="5611979" y="668349"/>
                </a:lnTo>
                <a:cubicBezTo>
                  <a:pt x="5611782" y="668608"/>
                  <a:pt x="5611191" y="668806"/>
                  <a:pt x="5611191" y="668806"/>
                </a:cubicBezTo>
                <a:lnTo>
                  <a:pt x="5602126" y="668806"/>
                </a:lnTo>
                <a:cubicBezTo>
                  <a:pt x="5601798" y="668806"/>
                  <a:pt x="5601338" y="668349"/>
                  <a:pt x="5601338" y="668349"/>
                </a:cubicBezTo>
                <a:lnTo>
                  <a:pt x="5596807" y="660464"/>
                </a:lnTo>
                <a:cubicBezTo>
                  <a:pt x="5596675" y="660200"/>
                  <a:pt x="5596807" y="659606"/>
                  <a:pt x="5596807" y="659606"/>
                </a:cubicBezTo>
                <a:lnTo>
                  <a:pt x="5601338" y="651729"/>
                </a:lnTo>
                <a:cubicBezTo>
                  <a:pt x="5601536" y="651462"/>
                  <a:pt x="5602126" y="651266"/>
                  <a:pt x="5602126" y="651266"/>
                </a:cubicBezTo>
                <a:close/>
                <a:moveTo>
                  <a:pt x="4330157" y="651262"/>
                </a:moveTo>
                <a:lnTo>
                  <a:pt x="4339222" y="651262"/>
                </a:lnTo>
                <a:cubicBezTo>
                  <a:pt x="4339550" y="651262"/>
                  <a:pt x="4340010" y="651720"/>
                  <a:pt x="4340010" y="651720"/>
                </a:cubicBezTo>
                <a:lnTo>
                  <a:pt x="4344540" y="659604"/>
                </a:lnTo>
                <a:cubicBezTo>
                  <a:pt x="4344672" y="659864"/>
                  <a:pt x="4344540" y="660459"/>
                  <a:pt x="4344540" y="660459"/>
                </a:cubicBezTo>
                <a:lnTo>
                  <a:pt x="4340010" y="668342"/>
                </a:lnTo>
                <a:cubicBezTo>
                  <a:pt x="4339812" y="668603"/>
                  <a:pt x="4339222" y="668802"/>
                  <a:pt x="4339222" y="668802"/>
                </a:cubicBezTo>
                <a:lnTo>
                  <a:pt x="4330157" y="668802"/>
                </a:lnTo>
                <a:cubicBezTo>
                  <a:pt x="4329829" y="668802"/>
                  <a:pt x="4329369" y="668342"/>
                  <a:pt x="4329369" y="668342"/>
                </a:cubicBezTo>
                <a:lnTo>
                  <a:pt x="4324836" y="660459"/>
                </a:lnTo>
                <a:cubicBezTo>
                  <a:pt x="4324706" y="660194"/>
                  <a:pt x="4324836" y="659604"/>
                  <a:pt x="4324836" y="659604"/>
                </a:cubicBezTo>
                <a:lnTo>
                  <a:pt x="4329369" y="651720"/>
                </a:lnTo>
                <a:cubicBezTo>
                  <a:pt x="4329565" y="651459"/>
                  <a:pt x="4330157" y="651262"/>
                  <a:pt x="4330157" y="651262"/>
                </a:cubicBezTo>
                <a:close/>
                <a:moveTo>
                  <a:pt x="2295163" y="651262"/>
                </a:moveTo>
                <a:lnTo>
                  <a:pt x="2304228" y="651262"/>
                </a:lnTo>
                <a:cubicBezTo>
                  <a:pt x="2304557" y="651262"/>
                  <a:pt x="2305017" y="651720"/>
                  <a:pt x="2305017" y="651720"/>
                </a:cubicBezTo>
                <a:lnTo>
                  <a:pt x="2309548" y="659604"/>
                </a:lnTo>
                <a:cubicBezTo>
                  <a:pt x="2309679" y="659864"/>
                  <a:pt x="2309548" y="660459"/>
                  <a:pt x="2309548" y="660459"/>
                </a:cubicBezTo>
                <a:lnTo>
                  <a:pt x="2305017" y="668342"/>
                </a:lnTo>
                <a:cubicBezTo>
                  <a:pt x="2304820" y="668603"/>
                  <a:pt x="2304228" y="668802"/>
                  <a:pt x="2304228" y="668802"/>
                </a:cubicBezTo>
                <a:lnTo>
                  <a:pt x="2295163" y="668802"/>
                </a:lnTo>
                <a:cubicBezTo>
                  <a:pt x="2294836" y="668802"/>
                  <a:pt x="2294376" y="668342"/>
                  <a:pt x="2294376" y="668342"/>
                </a:cubicBezTo>
                <a:lnTo>
                  <a:pt x="2289843" y="660459"/>
                </a:lnTo>
                <a:cubicBezTo>
                  <a:pt x="2289712" y="660194"/>
                  <a:pt x="2289843" y="659604"/>
                  <a:pt x="2289843" y="659604"/>
                </a:cubicBezTo>
                <a:lnTo>
                  <a:pt x="2294376" y="651720"/>
                </a:lnTo>
                <a:cubicBezTo>
                  <a:pt x="2294573" y="651459"/>
                  <a:pt x="2295163" y="651262"/>
                  <a:pt x="2295163" y="651262"/>
                </a:cubicBezTo>
                <a:close/>
                <a:moveTo>
                  <a:pt x="7382923" y="651256"/>
                </a:moveTo>
                <a:lnTo>
                  <a:pt x="7391987" y="651256"/>
                </a:lnTo>
                <a:cubicBezTo>
                  <a:pt x="7392315" y="651256"/>
                  <a:pt x="7392775" y="651718"/>
                  <a:pt x="7392775" y="651718"/>
                </a:cubicBezTo>
                <a:lnTo>
                  <a:pt x="7397307" y="659601"/>
                </a:lnTo>
                <a:cubicBezTo>
                  <a:pt x="7397438" y="659864"/>
                  <a:pt x="7397307" y="660454"/>
                  <a:pt x="7397307" y="660454"/>
                </a:cubicBezTo>
                <a:lnTo>
                  <a:pt x="7392775" y="668340"/>
                </a:lnTo>
                <a:cubicBezTo>
                  <a:pt x="7392578" y="668603"/>
                  <a:pt x="7391987" y="668797"/>
                  <a:pt x="7391987" y="668797"/>
                </a:cubicBezTo>
                <a:lnTo>
                  <a:pt x="7382923" y="668797"/>
                </a:lnTo>
                <a:cubicBezTo>
                  <a:pt x="7382595" y="668797"/>
                  <a:pt x="7382135" y="668340"/>
                  <a:pt x="7382135" y="668340"/>
                </a:cubicBezTo>
                <a:lnTo>
                  <a:pt x="7377602" y="660454"/>
                </a:lnTo>
                <a:cubicBezTo>
                  <a:pt x="7377471" y="660190"/>
                  <a:pt x="7377602" y="659601"/>
                  <a:pt x="7377602" y="659601"/>
                </a:cubicBezTo>
                <a:lnTo>
                  <a:pt x="7382135" y="651718"/>
                </a:lnTo>
                <a:cubicBezTo>
                  <a:pt x="7382331" y="651458"/>
                  <a:pt x="7382923" y="651256"/>
                  <a:pt x="7382923" y="651256"/>
                </a:cubicBezTo>
                <a:close/>
                <a:moveTo>
                  <a:pt x="5856508" y="651255"/>
                </a:moveTo>
                <a:lnTo>
                  <a:pt x="5865571" y="651255"/>
                </a:lnTo>
                <a:cubicBezTo>
                  <a:pt x="5865900" y="651255"/>
                  <a:pt x="5866359" y="651709"/>
                  <a:pt x="5866359" y="651709"/>
                </a:cubicBezTo>
                <a:lnTo>
                  <a:pt x="5870891" y="659596"/>
                </a:lnTo>
                <a:cubicBezTo>
                  <a:pt x="5871023" y="659861"/>
                  <a:pt x="5870891" y="660451"/>
                  <a:pt x="5870891" y="660451"/>
                </a:cubicBezTo>
                <a:lnTo>
                  <a:pt x="5866359" y="668332"/>
                </a:lnTo>
                <a:cubicBezTo>
                  <a:pt x="5866163" y="668598"/>
                  <a:pt x="5865571" y="668793"/>
                  <a:pt x="5865571" y="668793"/>
                </a:cubicBezTo>
                <a:lnTo>
                  <a:pt x="5856508" y="668793"/>
                </a:lnTo>
                <a:cubicBezTo>
                  <a:pt x="5856178" y="668793"/>
                  <a:pt x="5855720" y="668332"/>
                  <a:pt x="5855720" y="668332"/>
                </a:cubicBezTo>
                <a:lnTo>
                  <a:pt x="5851187" y="660451"/>
                </a:lnTo>
                <a:cubicBezTo>
                  <a:pt x="5851055" y="660184"/>
                  <a:pt x="5851187" y="659596"/>
                  <a:pt x="5851187" y="659596"/>
                </a:cubicBezTo>
                <a:lnTo>
                  <a:pt x="5855720" y="651709"/>
                </a:lnTo>
                <a:cubicBezTo>
                  <a:pt x="5855916" y="651452"/>
                  <a:pt x="5856508" y="651255"/>
                  <a:pt x="5856508" y="651255"/>
                </a:cubicBezTo>
                <a:close/>
                <a:moveTo>
                  <a:pt x="7891684" y="651245"/>
                </a:moveTo>
                <a:lnTo>
                  <a:pt x="7900748" y="651245"/>
                </a:lnTo>
                <a:cubicBezTo>
                  <a:pt x="7901076" y="651245"/>
                  <a:pt x="7901536" y="651699"/>
                  <a:pt x="7901536" y="651699"/>
                </a:cubicBezTo>
                <a:lnTo>
                  <a:pt x="7906067" y="659583"/>
                </a:lnTo>
                <a:cubicBezTo>
                  <a:pt x="7906199" y="659843"/>
                  <a:pt x="7906067" y="660438"/>
                  <a:pt x="7906067" y="660438"/>
                </a:cubicBezTo>
                <a:lnTo>
                  <a:pt x="7901536" y="668321"/>
                </a:lnTo>
                <a:cubicBezTo>
                  <a:pt x="7901339" y="668585"/>
                  <a:pt x="7900748" y="668781"/>
                  <a:pt x="7900748" y="668781"/>
                </a:cubicBezTo>
                <a:lnTo>
                  <a:pt x="7891684" y="668781"/>
                </a:lnTo>
                <a:cubicBezTo>
                  <a:pt x="7891355" y="668781"/>
                  <a:pt x="7890896" y="668321"/>
                  <a:pt x="7890896" y="668321"/>
                </a:cubicBezTo>
                <a:lnTo>
                  <a:pt x="7886363" y="660438"/>
                </a:lnTo>
                <a:cubicBezTo>
                  <a:pt x="7886233" y="660173"/>
                  <a:pt x="7886363" y="659583"/>
                  <a:pt x="7886363" y="659583"/>
                </a:cubicBezTo>
                <a:lnTo>
                  <a:pt x="7890896" y="651699"/>
                </a:lnTo>
                <a:cubicBezTo>
                  <a:pt x="7891093" y="651441"/>
                  <a:pt x="7891684" y="651245"/>
                  <a:pt x="7891684" y="651245"/>
                </a:cubicBezTo>
                <a:close/>
                <a:moveTo>
                  <a:pt x="259979" y="651245"/>
                </a:moveTo>
                <a:lnTo>
                  <a:pt x="269042" y="651245"/>
                </a:lnTo>
                <a:lnTo>
                  <a:pt x="269047" y="651246"/>
                </a:lnTo>
                <a:lnTo>
                  <a:pt x="269048" y="651246"/>
                </a:lnTo>
                <a:cubicBezTo>
                  <a:pt x="269376" y="651246"/>
                  <a:pt x="269836" y="651707"/>
                  <a:pt x="269836" y="651707"/>
                </a:cubicBezTo>
                <a:lnTo>
                  <a:pt x="274368" y="659586"/>
                </a:lnTo>
                <a:cubicBezTo>
                  <a:pt x="274499" y="659851"/>
                  <a:pt x="274368" y="660441"/>
                  <a:pt x="274368" y="660441"/>
                </a:cubicBezTo>
                <a:lnTo>
                  <a:pt x="269836" y="668328"/>
                </a:lnTo>
                <a:cubicBezTo>
                  <a:pt x="269639" y="668590"/>
                  <a:pt x="269048" y="668785"/>
                  <a:pt x="269048" y="668785"/>
                </a:cubicBezTo>
                <a:lnTo>
                  <a:pt x="259984" y="668785"/>
                </a:lnTo>
                <a:lnTo>
                  <a:pt x="259979" y="668781"/>
                </a:lnTo>
                <a:cubicBezTo>
                  <a:pt x="259649" y="668781"/>
                  <a:pt x="259189" y="668324"/>
                  <a:pt x="259189" y="668324"/>
                </a:cubicBezTo>
                <a:lnTo>
                  <a:pt x="254658" y="660438"/>
                </a:lnTo>
                <a:cubicBezTo>
                  <a:pt x="254526" y="660174"/>
                  <a:pt x="254658" y="659586"/>
                  <a:pt x="254658" y="659586"/>
                </a:cubicBezTo>
                <a:lnTo>
                  <a:pt x="259189" y="651706"/>
                </a:lnTo>
                <a:cubicBezTo>
                  <a:pt x="259387" y="651441"/>
                  <a:pt x="259979" y="651245"/>
                  <a:pt x="259979" y="651245"/>
                </a:cubicBezTo>
                <a:close/>
                <a:moveTo>
                  <a:pt x="3821551" y="651241"/>
                </a:moveTo>
                <a:lnTo>
                  <a:pt x="3830617" y="651241"/>
                </a:lnTo>
                <a:cubicBezTo>
                  <a:pt x="3830946" y="651241"/>
                  <a:pt x="3831407" y="651699"/>
                  <a:pt x="3831407" y="651699"/>
                </a:cubicBezTo>
                <a:lnTo>
                  <a:pt x="3835939" y="659583"/>
                </a:lnTo>
                <a:cubicBezTo>
                  <a:pt x="3836069" y="659843"/>
                  <a:pt x="3835939" y="660431"/>
                  <a:pt x="3835939" y="660431"/>
                </a:cubicBezTo>
                <a:lnTo>
                  <a:pt x="3831407" y="668318"/>
                </a:lnTo>
                <a:cubicBezTo>
                  <a:pt x="3831209" y="668581"/>
                  <a:pt x="3830617" y="668778"/>
                  <a:pt x="3830617" y="668778"/>
                </a:cubicBezTo>
                <a:lnTo>
                  <a:pt x="3821551" y="668778"/>
                </a:lnTo>
                <a:cubicBezTo>
                  <a:pt x="3821225" y="668778"/>
                  <a:pt x="3820764" y="668318"/>
                  <a:pt x="3820764" y="668318"/>
                </a:cubicBezTo>
                <a:lnTo>
                  <a:pt x="3816231" y="660431"/>
                </a:lnTo>
                <a:cubicBezTo>
                  <a:pt x="3816100" y="660171"/>
                  <a:pt x="3816231" y="659583"/>
                  <a:pt x="3816231" y="659583"/>
                </a:cubicBezTo>
                <a:lnTo>
                  <a:pt x="3820764" y="651699"/>
                </a:lnTo>
                <a:cubicBezTo>
                  <a:pt x="3820962" y="651438"/>
                  <a:pt x="3821551" y="651241"/>
                  <a:pt x="3821551" y="651241"/>
                </a:cubicBezTo>
                <a:close/>
                <a:moveTo>
                  <a:pt x="8909274" y="651233"/>
                </a:moveTo>
                <a:lnTo>
                  <a:pt x="8918336" y="651233"/>
                </a:lnTo>
                <a:cubicBezTo>
                  <a:pt x="8918666" y="651233"/>
                  <a:pt x="8919125" y="651695"/>
                  <a:pt x="8919125" y="651695"/>
                </a:cubicBezTo>
                <a:lnTo>
                  <a:pt x="8923657" y="659575"/>
                </a:lnTo>
                <a:cubicBezTo>
                  <a:pt x="8923789" y="659839"/>
                  <a:pt x="8923657" y="660428"/>
                  <a:pt x="8923657" y="660428"/>
                </a:cubicBezTo>
                <a:lnTo>
                  <a:pt x="8919125" y="668314"/>
                </a:lnTo>
                <a:cubicBezTo>
                  <a:pt x="8918928" y="668577"/>
                  <a:pt x="8918336" y="668773"/>
                  <a:pt x="8918336" y="668773"/>
                </a:cubicBezTo>
                <a:lnTo>
                  <a:pt x="8909274" y="668773"/>
                </a:lnTo>
                <a:cubicBezTo>
                  <a:pt x="8908945" y="668773"/>
                  <a:pt x="8908484" y="668314"/>
                  <a:pt x="8908484" y="668314"/>
                </a:cubicBezTo>
                <a:lnTo>
                  <a:pt x="8903953" y="660428"/>
                </a:lnTo>
                <a:cubicBezTo>
                  <a:pt x="8903821" y="660165"/>
                  <a:pt x="8903953" y="659575"/>
                  <a:pt x="8903953" y="659575"/>
                </a:cubicBezTo>
                <a:lnTo>
                  <a:pt x="8908484" y="651695"/>
                </a:lnTo>
                <a:cubicBezTo>
                  <a:pt x="8908681" y="651430"/>
                  <a:pt x="8909274" y="651233"/>
                  <a:pt x="8909274" y="651233"/>
                </a:cubicBezTo>
                <a:close/>
                <a:moveTo>
                  <a:pt x="6110888" y="651233"/>
                </a:moveTo>
                <a:lnTo>
                  <a:pt x="6119953" y="651233"/>
                </a:lnTo>
                <a:cubicBezTo>
                  <a:pt x="6120280" y="651233"/>
                  <a:pt x="6120740" y="651692"/>
                  <a:pt x="6120740" y="651692"/>
                </a:cubicBezTo>
                <a:lnTo>
                  <a:pt x="6125272" y="659575"/>
                </a:lnTo>
                <a:cubicBezTo>
                  <a:pt x="6125403" y="659839"/>
                  <a:pt x="6125272" y="660428"/>
                  <a:pt x="6125272" y="660428"/>
                </a:cubicBezTo>
                <a:lnTo>
                  <a:pt x="6120740" y="668311"/>
                </a:lnTo>
                <a:cubicBezTo>
                  <a:pt x="6120543" y="668575"/>
                  <a:pt x="6119953" y="668773"/>
                  <a:pt x="6119953" y="668773"/>
                </a:cubicBezTo>
                <a:lnTo>
                  <a:pt x="6110888" y="668773"/>
                </a:lnTo>
                <a:cubicBezTo>
                  <a:pt x="6110560" y="668773"/>
                  <a:pt x="6110101" y="668311"/>
                  <a:pt x="6110101" y="668311"/>
                </a:cubicBezTo>
                <a:lnTo>
                  <a:pt x="6105567" y="660428"/>
                </a:lnTo>
                <a:cubicBezTo>
                  <a:pt x="6105436" y="660165"/>
                  <a:pt x="6105567" y="659575"/>
                  <a:pt x="6105567" y="659575"/>
                </a:cubicBezTo>
                <a:lnTo>
                  <a:pt x="6110101" y="651692"/>
                </a:lnTo>
                <a:cubicBezTo>
                  <a:pt x="6110296" y="651430"/>
                  <a:pt x="6110888" y="651233"/>
                  <a:pt x="6110888" y="651233"/>
                </a:cubicBezTo>
                <a:close/>
                <a:moveTo>
                  <a:pt x="5347746" y="651233"/>
                </a:moveTo>
                <a:lnTo>
                  <a:pt x="5356810" y="651233"/>
                </a:lnTo>
                <a:cubicBezTo>
                  <a:pt x="5357138" y="651233"/>
                  <a:pt x="5357598" y="651695"/>
                  <a:pt x="5357598" y="651695"/>
                </a:cubicBezTo>
                <a:lnTo>
                  <a:pt x="5362130" y="659575"/>
                </a:lnTo>
                <a:cubicBezTo>
                  <a:pt x="5362261" y="659839"/>
                  <a:pt x="5362130" y="660428"/>
                  <a:pt x="5362130" y="660428"/>
                </a:cubicBezTo>
                <a:lnTo>
                  <a:pt x="5357598" y="668314"/>
                </a:lnTo>
                <a:cubicBezTo>
                  <a:pt x="5357401" y="668577"/>
                  <a:pt x="5356810" y="668773"/>
                  <a:pt x="5356810" y="668773"/>
                </a:cubicBezTo>
                <a:lnTo>
                  <a:pt x="5347746" y="668773"/>
                </a:lnTo>
                <a:cubicBezTo>
                  <a:pt x="5347418" y="668773"/>
                  <a:pt x="5346958" y="668314"/>
                  <a:pt x="5346958" y="668314"/>
                </a:cubicBezTo>
                <a:lnTo>
                  <a:pt x="5342425" y="660428"/>
                </a:lnTo>
                <a:cubicBezTo>
                  <a:pt x="5342295" y="660165"/>
                  <a:pt x="5342425" y="659575"/>
                  <a:pt x="5342425" y="659575"/>
                </a:cubicBezTo>
                <a:lnTo>
                  <a:pt x="5346958" y="651695"/>
                </a:lnTo>
                <a:cubicBezTo>
                  <a:pt x="5347154" y="651430"/>
                  <a:pt x="5347746" y="651233"/>
                  <a:pt x="5347746" y="651233"/>
                </a:cubicBezTo>
                <a:close/>
                <a:moveTo>
                  <a:pt x="8654892" y="651223"/>
                </a:moveTo>
                <a:lnTo>
                  <a:pt x="8663955" y="651223"/>
                </a:lnTo>
                <a:cubicBezTo>
                  <a:pt x="8664285" y="651223"/>
                  <a:pt x="8664744" y="651685"/>
                  <a:pt x="8664744" y="651685"/>
                </a:cubicBezTo>
                <a:lnTo>
                  <a:pt x="8669277" y="659565"/>
                </a:lnTo>
                <a:cubicBezTo>
                  <a:pt x="8669408" y="659830"/>
                  <a:pt x="8669277" y="660421"/>
                  <a:pt x="8669277" y="660421"/>
                </a:cubicBezTo>
                <a:lnTo>
                  <a:pt x="8664744" y="668304"/>
                </a:lnTo>
                <a:cubicBezTo>
                  <a:pt x="8664548" y="668565"/>
                  <a:pt x="8663955" y="668764"/>
                  <a:pt x="8663955" y="668764"/>
                </a:cubicBezTo>
                <a:lnTo>
                  <a:pt x="8654892" y="668764"/>
                </a:lnTo>
                <a:cubicBezTo>
                  <a:pt x="8654565" y="668764"/>
                  <a:pt x="8654104" y="668304"/>
                  <a:pt x="8654104" y="668304"/>
                </a:cubicBezTo>
                <a:lnTo>
                  <a:pt x="8649572" y="660421"/>
                </a:lnTo>
                <a:cubicBezTo>
                  <a:pt x="8649441" y="660154"/>
                  <a:pt x="8649572" y="659565"/>
                  <a:pt x="8649572" y="659565"/>
                </a:cubicBezTo>
                <a:lnTo>
                  <a:pt x="8654104" y="651685"/>
                </a:lnTo>
                <a:cubicBezTo>
                  <a:pt x="8654301" y="651419"/>
                  <a:pt x="8654892" y="651223"/>
                  <a:pt x="8654892" y="651223"/>
                </a:cubicBezTo>
                <a:close/>
                <a:moveTo>
                  <a:pt x="5493" y="651223"/>
                </a:moveTo>
                <a:lnTo>
                  <a:pt x="14556" y="651223"/>
                </a:lnTo>
                <a:lnTo>
                  <a:pt x="14559" y="651223"/>
                </a:lnTo>
                <a:lnTo>
                  <a:pt x="14624" y="651223"/>
                </a:lnTo>
                <a:cubicBezTo>
                  <a:pt x="14953" y="651223"/>
                  <a:pt x="15412" y="651685"/>
                  <a:pt x="15412" y="651685"/>
                </a:cubicBezTo>
                <a:lnTo>
                  <a:pt x="19944" y="659565"/>
                </a:lnTo>
                <a:cubicBezTo>
                  <a:pt x="20076" y="659830"/>
                  <a:pt x="19944" y="660421"/>
                  <a:pt x="19944" y="660421"/>
                </a:cubicBezTo>
                <a:lnTo>
                  <a:pt x="15412" y="668304"/>
                </a:lnTo>
                <a:cubicBezTo>
                  <a:pt x="15215" y="668568"/>
                  <a:pt x="14624" y="668764"/>
                  <a:pt x="14624" y="668764"/>
                </a:cubicBezTo>
                <a:lnTo>
                  <a:pt x="5561" y="668764"/>
                </a:lnTo>
                <a:lnTo>
                  <a:pt x="5559" y="668764"/>
                </a:lnTo>
                <a:lnTo>
                  <a:pt x="5493" y="668764"/>
                </a:lnTo>
                <a:cubicBezTo>
                  <a:pt x="5165" y="668764"/>
                  <a:pt x="4705" y="668304"/>
                  <a:pt x="4705" y="668304"/>
                </a:cubicBezTo>
                <a:lnTo>
                  <a:pt x="173" y="660421"/>
                </a:lnTo>
                <a:cubicBezTo>
                  <a:pt x="42" y="660154"/>
                  <a:pt x="173" y="659565"/>
                  <a:pt x="173" y="659565"/>
                </a:cubicBezTo>
                <a:lnTo>
                  <a:pt x="4705" y="651685"/>
                </a:lnTo>
                <a:cubicBezTo>
                  <a:pt x="4902" y="651419"/>
                  <a:pt x="5493" y="651223"/>
                  <a:pt x="5493" y="651223"/>
                </a:cubicBezTo>
                <a:close/>
                <a:moveTo>
                  <a:pt x="3567119" y="651222"/>
                </a:moveTo>
                <a:lnTo>
                  <a:pt x="3576182" y="651222"/>
                </a:lnTo>
                <a:cubicBezTo>
                  <a:pt x="3576511" y="651222"/>
                  <a:pt x="3576971" y="651682"/>
                  <a:pt x="3576971" y="651682"/>
                </a:cubicBezTo>
                <a:lnTo>
                  <a:pt x="3581503" y="659565"/>
                </a:lnTo>
                <a:cubicBezTo>
                  <a:pt x="3581634" y="659823"/>
                  <a:pt x="3581503" y="660421"/>
                  <a:pt x="3581503" y="660421"/>
                </a:cubicBezTo>
                <a:lnTo>
                  <a:pt x="3576971" y="668302"/>
                </a:lnTo>
                <a:cubicBezTo>
                  <a:pt x="3576774" y="668565"/>
                  <a:pt x="3576182" y="668764"/>
                  <a:pt x="3576182" y="668764"/>
                </a:cubicBezTo>
                <a:lnTo>
                  <a:pt x="3567119" y="668764"/>
                </a:lnTo>
                <a:cubicBezTo>
                  <a:pt x="3566790" y="668764"/>
                  <a:pt x="3566331" y="668302"/>
                  <a:pt x="3566331" y="668302"/>
                </a:cubicBezTo>
                <a:lnTo>
                  <a:pt x="3561796" y="660421"/>
                </a:lnTo>
                <a:cubicBezTo>
                  <a:pt x="3561664" y="660154"/>
                  <a:pt x="3561796" y="659565"/>
                  <a:pt x="3561796" y="659565"/>
                </a:cubicBezTo>
                <a:lnTo>
                  <a:pt x="3566331" y="651682"/>
                </a:lnTo>
                <a:cubicBezTo>
                  <a:pt x="3566527" y="651419"/>
                  <a:pt x="3567119" y="651222"/>
                  <a:pt x="3567119" y="651222"/>
                </a:cubicBezTo>
                <a:close/>
                <a:moveTo>
                  <a:pt x="7637304" y="651214"/>
                </a:moveTo>
                <a:lnTo>
                  <a:pt x="7646367" y="651214"/>
                </a:lnTo>
                <a:cubicBezTo>
                  <a:pt x="7646696" y="651214"/>
                  <a:pt x="7647156" y="651678"/>
                  <a:pt x="7647156" y="651678"/>
                </a:cubicBezTo>
                <a:lnTo>
                  <a:pt x="7651687" y="659557"/>
                </a:lnTo>
                <a:cubicBezTo>
                  <a:pt x="7651819" y="659823"/>
                  <a:pt x="7651687" y="660410"/>
                  <a:pt x="7651687" y="660410"/>
                </a:cubicBezTo>
                <a:lnTo>
                  <a:pt x="7647156" y="668297"/>
                </a:lnTo>
                <a:cubicBezTo>
                  <a:pt x="7646958" y="668559"/>
                  <a:pt x="7646367" y="668755"/>
                  <a:pt x="7646367" y="668755"/>
                </a:cubicBezTo>
                <a:lnTo>
                  <a:pt x="7637304" y="668755"/>
                </a:lnTo>
                <a:cubicBezTo>
                  <a:pt x="7636975" y="668755"/>
                  <a:pt x="7636516" y="668297"/>
                  <a:pt x="7636516" y="668297"/>
                </a:cubicBezTo>
                <a:lnTo>
                  <a:pt x="7631983" y="660410"/>
                </a:lnTo>
                <a:cubicBezTo>
                  <a:pt x="7631851" y="660151"/>
                  <a:pt x="7631983" y="659557"/>
                  <a:pt x="7631983" y="659557"/>
                </a:cubicBezTo>
                <a:lnTo>
                  <a:pt x="7636516" y="651678"/>
                </a:lnTo>
                <a:cubicBezTo>
                  <a:pt x="7636713" y="651412"/>
                  <a:pt x="7637304" y="651214"/>
                  <a:pt x="7637304" y="651214"/>
                </a:cubicBezTo>
                <a:close/>
                <a:moveTo>
                  <a:pt x="4075880" y="651214"/>
                </a:moveTo>
                <a:lnTo>
                  <a:pt x="4084943" y="651214"/>
                </a:lnTo>
                <a:cubicBezTo>
                  <a:pt x="4085271" y="651214"/>
                  <a:pt x="4085730" y="651678"/>
                  <a:pt x="4085730" y="651678"/>
                </a:cubicBezTo>
                <a:lnTo>
                  <a:pt x="4090262" y="659555"/>
                </a:lnTo>
                <a:cubicBezTo>
                  <a:pt x="4090394" y="659820"/>
                  <a:pt x="4090262" y="660410"/>
                  <a:pt x="4090262" y="660410"/>
                </a:cubicBezTo>
                <a:lnTo>
                  <a:pt x="4085730" y="668294"/>
                </a:lnTo>
                <a:cubicBezTo>
                  <a:pt x="4085534" y="668557"/>
                  <a:pt x="4084943" y="668755"/>
                  <a:pt x="4084943" y="668755"/>
                </a:cubicBezTo>
                <a:lnTo>
                  <a:pt x="4075880" y="668755"/>
                </a:lnTo>
                <a:cubicBezTo>
                  <a:pt x="4075550" y="668755"/>
                  <a:pt x="4075092" y="668294"/>
                  <a:pt x="4075092" y="668294"/>
                </a:cubicBezTo>
                <a:lnTo>
                  <a:pt x="4070560" y="660410"/>
                </a:lnTo>
                <a:cubicBezTo>
                  <a:pt x="4070426" y="660149"/>
                  <a:pt x="4070560" y="659555"/>
                  <a:pt x="4070560" y="659555"/>
                </a:cubicBezTo>
                <a:lnTo>
                  <a:pt x="4075092" y="651678"/>
                </a:lnTo>
                <a:cubicBezTo>
                  <a:pt x="4075287" y="651410"/>
                  <a:pt x="4075880" y="651214"/>
                  <a:pt x="4075880" y="651214"/>
                </a:cubicBezTo>
                <a:close/>
                <a:moveTo>
                  <a:pt x="3058310" y="651212"/>
                </a:moveTo>
                <a:lnTo>
                  <a:pt x="3067374" y="651212"/>
                </a:lnTo>
                <a:cubicBezTo>
                  <a:pt x="3067704" y="651212"/>
                  <a:pt x="3068163" y="651670"/>
                  <a:pt x="3068163" y="651670"/>
                </a:cubicBezTo>
                <a:lnTo>
                  <a:pt x="3072695" y="659552"/>
                </a:lnTo>
                <a:cubicBezTo>
                  <a:pt x="3072826" y="659817"/>
                  <a:pt x="3072695" y="660408"/>
                  <a:pt x="3072695" y="660408"/>
                </a:cubicBezTo>
                <a:lnTo>
                  <a:pt x="3068163" y="668291"/>
                </a:lnTo>
                <a:cubicBezTo>
                  <a:pt x="3067966" y="668554"/>
                  <a:pt x="3067374" y="668750"/>
                  <a:pt x="3067374" y="668750"/>
                </a:cubicBezTo>
                <a:lnTo>
                  <a:pt x="3058310" y="668750"/>
                </a:lnTo>
                <a:cubicBezTo>
                  <a:pt x="3057982" y="668750"/>
                  <a:pt x="3057521" y="668291"/>
                  <a:pt x="3057521" y="668291"/>
                </a:cubicBezTo>
                <a:lnTo>
                  <a:pt x="3052991" y="660408"/>
                </a:lnTo>
                <a:cubicBezTo>
                  <a:pt x="3052859" y="660143"/>
                  <a:pt x="3052991" y="659552"/>
                  <a:pt x="3052991" y="659552"/>
                </a:cubicBezTo>
                <a:lnTo>
                  <a:pt x="3057521" y="651670"/>
                </a:lnTo>
                <a:cubicBezTo>
                  <a:pt x="3057721" y="651409"/>
                  <a:pt x="3058310" y="651212"/>
                  <a:pt x="3058310" y="651212"/>
                </a:cubicBezTo>
                <a:close/>
                <a:moveTo>
                  <a:pt x="4838919" y="651208"/>
                </a:moveTo>
                <a:lnTo>
                  <a:pt x="4847982" y="651208"/>
                </a:lnTo>
                <a:cubicBezTo>
                  <a:pt x="4848311" y="651208"/>
                  <a:pt x="4848772" y="651668"/>
                  <a:pt x="4848772" y="651668"/>
                </a:cubicBezTo>
                <a:lnTo>
                  <a:pt x="4853303" y="659552"/>
                </a:lnTo>
                <a:cubicBezTo>
                  <a:pt x="4853435" y="659813"/>
                  <a:pt x="4853303" y="660405"/>
                  <a:pt x="4853303" y="660405"/>
                </a:cubicBezTo>
                <a:lnTo>
                  <a:pt x="4848772" y="668286"/>
                </a:lnTo>
                <a:cubicBezTo>
                  <a:pt x="4848575" y="668550"/>
                  <a:pt x="4847982" y="668746"/>
                  <a:pt x="4847982" y="668746"/>
                </a:cubicBezTo>
                <a:lnTo>
                  <a:pt x="4838919" y="668746"/>
                </a:lnTo>
                <a:cubicBezTo>
                  <a:pt x="4838590" y="668746"/>
                  <a:pt x="4838132" y="668286"/>
                  <a:pt x="4838132" y="668286"/>
                </a:cubicBezTo>
                <a:lnTo>
                  <a:pt x="4833598" y="660405"/>
                </a:lnTo>
                <a:cubicBezTo>
                  <a:pt x="4833467" y="660139"/>
                  <a:pt x="4833598" y="659552"/>
                  <a:pt x="4833598" y="659552"/>
                </a:cubicBezTo>
                <a:lnTo>
                  <a:pt x="4838132" y="651668"/>
                </a:lnTo>
                <a:cubicBezTo>
                  <a:pt x="4838328" y="651407"/>
                  <a:pt x="4838919" y="651208"/>
                  <a:pt x="4838919" y="651208"/>
                </a:cubicBezTo>
                <a:close/>
                <a:moveTo>
                  <a:pt x="6365334" y="651204"/>
                </a:moveTo>
                <a:lnTo>
                  <a:pt x="6374397" y="651204"/>
                </a:lnTo>
                <a:cubicBezTo>
                  <a:pt x="6374727" y="651204"/>
                  <a:pt x="6375186" y="651668"/>
                  <a:pt x="6375186" y="651668"/>
                </a:cubicBezTo>
                <a:lnTo>
                  <a:pt x="6379718" y="659548"/>
                </a:lnTo>
                <a:cubicBezTo>
                  <a:pt x="6379849" y="659809"/>
                  <a:pt x="6379718" y="660401"/>
                  <a:pt x="6379718" y="660401"/>
                </a:cubicBezTo>
                <a:lnTo>
                  <a:pt x="6375186" y="668282"/>
                </a:lnTo>
                <a:cubicBezTo>
                  <a:pt x="6374988" y="668548"/>
                  <a:pt x="6374397" y="668745"/>
                  <a:pt x="6374397" y="668745"/>
                </a:cubicBezTo>
                <a:lnTo>
                  <a:pt x="6365334" y="668745"/>
                </a:lnTo>
                <a:cubicBezTo>
                  <a:pt x="6365005" y="668745"/>
                  <a:pt x="6364546" y="668282"/>
                  <a:pt x="6364546" y="668282"/>
                </a:cubicBezTo>
                <a:lnTo>
                  <a:pt x="6360014" y="660401"/>
                </a:lnTo>
                <a:cubicBezTo>
                  <a:pt x="6359882" y="660139"/>
                  <a:pt x="6360014" y="659548"/>
                  <a:pt x="6360014" y="659548"/>
                </a:cubicBezTo>
                <a:lnTo>
                  <a:pt x="6364546" y="651668"/>
                </a:lnTo>
                <a:cubicBezTo>
                  <a:pt x="6364743" y="651403"/>
                  <a:pt x="6365334" y="651204"/>
                  <a:pt x="6365334" y="651204"/>
                </a:cubicBezTo>
                <a:close/>
                <a:moveTo>
                  <a:pt x="2803838" y="651204"/>
                </a:moveTo>
                <a:lnTo>
                  <a:pt x="2812903" y="651204"/>
                </a:lnTo>
                <a:cubicBezTo>
                  <a:pt x="2813231" y="651204"/>
                  <a:pt x="2813691" y="651663"/>
                  <a:pt x="2813691" y="651663"/>
                </a:cubicBezTo>
                <a:lnTo>
                  <a:pt x="2818223" y="659544"/>
                </a:lnTo>
                <a:cubicBezTo>
                  <a:pt x="2818354" y="659809"/>
                  <a:pt x="2818223" y="660399"/>
                  <a:pt x="2818223" y="660399"/>
                </a:cubicBezTo>
                <a:lnTo>
                  <a:pt x="2813691" y="668282"/>
                </a:lnTo>
                <a:cubicBezTo>
                  <a:pt x="2813494" y="668545"/>
                  <a:pt x="2812903" y="668743"/>
                  <a:pt x="2812903" y="668743"/>
                </a:cubicBezTo>
                <a:lnTo>
                  <a:pt x="2803838" y="668743"/>
                </a:lnTo>
                <a:cubicBezTo>
                  <a:pt x="2803509" y="668743"/>
                  <a:pt x="2803049" y="668282"/>
                  <a:pt x="2803049" y="668282"/>
                </a:cubicBezTo>
                <a:lnTo>
                  <a:pt x="2798517" y="660399"/>
                </a:lnTo>
                <a:cubicBezTo>
                  <a:pt x="2798386" y="660137"/>
                  <a:pt x="2798517" y="659544"/>
                  <a:pt x="2798517" y="659544"/>
                </a:cubicBezTo>
                <a:lnTo>
                  <a:pt x="2803049" y="651663"/>
                </a:lnTo>
                <a:cubicBezTo>
                  <a:pt x="2803247" y="651400"/>
                  <a:pt x="2803838" y="651204"/>
                  <a:pt x="2803838" y="651204"/>
                </a:cubicBezTo>
                <a:close/>
                <a:moveTo>
                  <a:pt x="5093300" y="651202"/>
                </a:moveTo>
                <a:lnTo>
                  <a:pt x="5102364" y="651202"/>
                </a:lnTo>
                <a:cubicBezTo>
                  <a:pt x="5102693" y="651202"/>
                  <a:pt x="5103153" y="651660"/>
                  <a:pt x="5103153" y="651660"/>
                </a:cubicBezTo>
                <a:lnTo>
                  <a:pt x="5107684" y="659540"/>
                </a:lnTo>
                <a:cubicBezTo>
                  <a:pt x="5107815" y="659804"/>
                  <a:pt x="5107684" y="660397"/>
                  <a:pt x="5107684" y="660397"/>
                </a:cubicBezTo>
                <a:lnTo>
                  <a:pt x="5103153" y="668279"/>
                </a:lnTo>
                <a:cubicBezTo>
                  <a:pt x="5102955" y="668541"/>
                  <a:pt x="5102364" y="668739"/>
                  <a:pt x="5102364" y="668739"/>
                </a:cubicBezTo>
                <a:lnTo>
                  <a:pt x="5093300" y="668739"/>
                </a:lnTo>
                <a:cubicBezTo>
                  <a:pt x="5092972" y="668739"/>
                  <a:pt x="5092512" y="668279"/>
                  <a:pt x="5092512" y="668279"/>
                </a:cubicBezTo>
                <a:lnTo>
                  <a:pt x="5087979" y="660397"/>
                </a:lnTo>
                <a:cubicBezTo>
                  <a:pt x="5087848" y="660132"/>
                  <a:pt x="5087979" y="659540"/>
                  <a:pt x="5087979" y="659540"/>
                </a:cubicBezTo>
                <a:lnTo>
                  <a:pt x="5092512" y="651660"/>
                </a:lnTo>
                <a:cubicBezTo>
                  <a:pt x="5092708" y="651397"/>
                  <a:pt x="5093300" y="651202"/>
                  <a:pt x="5093300" y="651202"/>
                </a:cubicBezTo>
                <a:close/>
                <a:moveTo>
                  <a:pt x="3312672" y="651200"/>
                </a:moveTo>
                <a:lnTo>
                  <a:pt x="3321735" y="651200"/>
                </a:lnTo>
                <a:cubicBezTo>
                  <a:pt x="3322064" y="651200"/>
                  <a:pt x="3322524" y="651658"/>
                  <a:pt x="3322524" y="651658"/>
                </a:cubicBezTo>
                <a:lnTo>
                  <a:pt x="3327056" y="659540"/>
                </a:lnTo>
                <a:cubicBezTo>
                  <a:pt x="3327187" y="659804"/>
                  <a:pt x="3327056" y="660397"/>
                  <a:pt x="3327056" y="660397"/>
                </a:cubicBezTo>
                <a:lnTo>
                  <a:pt x="3322524" y="668279"/>
                </a:lnTo>
                <a:cubicBezTo>
                  <a:pt x="3322327" y="668541"/>
                  <a:pt x="3321735" y="668736"/>
                  <a:pt x="3321735" y="668736"/>
                </a:cubicBezTo>
                <a:lnTo>
                  <a:pt x="3312672" y="668736"/>
                </a:lnTo>
                <a:cubicBezTo>
                  <a:pt x="3312342" y="668736"/>
                  <a:pt x="3311883" y="668279"/>
                  <a:pt x="3311883" y="668279"/>
                </a:cubicBezTo>
                <a:lnTo>
                  <a:pt x="3307351" y="660397"/>
                </a:lnTo>
                <a:cubicBezTo>
                  <a:pt x="3307219" y="660132"/>
                  <a:pt x="3307351" y="659540"/>
                  <a:pt x="3307351" y="659540"/>
                </a:cubicBezTo>
                <a:lnTo>
                  <a:pt x="3311883" y="651658"/>
                </a:lnTo>
                <a:cubicBezTo>
                  <a:pt x="3312079" y="651397"/>
                  <a:pt x="3312672" y="651200"/>
                  <a:pt x="3312672" y="651200"/>
                </a:cubicBezTo>
                <a:close/>
                <a:moveTo>
                  <a:pt x="9163654" y="651192"/>
                </a:moveTo>
                <a:lnTo>
                  <a:pt x="9172718" y="651192"/>
                </a:lnTo>
                <a:cubicBezTo>
                  <a:pt x="9173046" y="651192"/>
                  <a:pt x="9173506" y="651651"/>
                  <a:pt x="9173506" y="651651"/>
                </a:cubicBezTo>
                <a:lnTo>
                  <a:pt x="9178038" y="659535"/>
                </a:lnTo>
                <a:cubicBezTo>
                  <a:pt x="9178169" y="659795"/>
                  <a:pt x="9178038" y="660387"/>
                  <a:pt x="9178038" y="660387"/>
                </a:cubicBezTo>
                <a:lnTo>
                  <a:pt x="9173506" y="668270"/>
                </a:lnTo>
                <a:cubicBezTo>
                  <a:pt x="9173309" y="668534"/>
                  <a:pt x="9172718" y="668732"/>
                  <a:pt x="9172718" y="668732"/>
                </a:cubicBezTo>
                <a:lnTo>
                  <a:pt x="9163654" y="668732"/>
                </a:lnTo>
                <a:cubicBezTo>
                  <a:pt x="9163326" y="668732"/>
                  <a:pt x="9162866" y="668270"/>
                  <a:pt x="9162866" y="668270"/>
                </a:cubicBezTo>
                <a:lnTo>
                  <a:pt x="9158333" y="660387"/>
                </a:lnTo>
                <a:cubicBezTo>
                  <a:pt x="9158202" y="660126"/>
                  <a:pt x="9158333" y="659535"/>
                  <a:pt x="9158333" y="659535"/>
                </a:cubicBezTo>
                <a:lnTo>
                  <a:pt x="9162866" y="651651"/>
                </a:lnTo>
                <a:cubicBezTo>
                  <a:pt x="9163062" y="651389"/>
                  <a:pt x="9163654" y="651192"/>
                  <a:pt x="9163654" y="651192"/>
                </a:cubicBezTo>
                <a:close/>
                <a:moveTo>
                  <a:pt x="8400511" y="651192"/>
                </a:moveTo>
                <a:lnTo>
                  <a:pt x="8409575" y="651192"/>
                </a:lnTo>
                <a:cubicBezTo>
                  <a:pt x="8409904" y="651192"/>
                  <a:pt x="8410363" y="651654"/>
                  <a:pt x="8410363" y="651654"/>
                </a:cubicBezTo>
                <a:lnTo>
                  <a:pt x="8414896" y="659535"/>
                </a:lnTo>
                <a:cubicBezTo>
                  <a:pt x="8415027" y="659800"/>
                  <a:pt x="8414896" y="660390"/>
                  <a:pt x="8414896" y="660390"/>
                </a:cubicBezTo>
                <a:lnTo>
                  <a:pt x="8410363" y="668272"/>
                </a:lnTo>
                <a:cubicBezTo>
                  <a:pt x="8410166" y="668534"/>
                  <a:pt x="8409575" y="668732"/>
                  <a:pt x="8409575" y="668732"/>
                </a:cubicBezTo>
                <a:lnTo>
                  <a:pt x="8400511" y="668732"/>
                </a:lnTo>
                <a:cubicBezTo>
                  <a:pt x="8400184" y="668732"/>
                  <a:pt x="8399723" y="668272"/>
                  <a:pt x="8399723" y="668272"/>
                </a:cubicBezTo>
                <a:lnTo>
                  <a:pt x="8395191" y="660390"/>
                </a:lnTo>
                <a:cubicBezTo>
                  <a:pt x="8395060" y="660126"/>
                  <a:pt x="8395191" y="659535"/>
                  <a:pt x="8395191" y="659535"/>
                </a:cubicBezTo>
                <a:lnTo>
                  <a:pt x="8399723" y="651654"/>
                </a:lnTo>
                <a:cubicBezTo>
                  <a:pt x="8399920" y="651389"/>
                  <a:pt x="8400511" y="651192"/>
                  <a:pt x="8400511" y="651192"/>
                </a:cubicBezTo>
                <a:close/>
                <a:moveTo>
                  <a:pt x="6619714" y="651181"/>
                </a:moveTo>
                <a:lnTo>
                  <a:pt x="6628778" y="651181"/>
                </a:lnTo>
                <a:cubicBezTo>
                  <a:pt x="6629107" y="651181"/>
                  <a:pt x="6629566" y="651639"/>
                  <a:pt x="6629566" y="651639"/>
                </a:cubicBezTo>
                <a:lnTo>
                  <a:pt x="6634099" y="659524"/>
                </a:lnTo>
                <a:cubicBezTo>
                  <a:pt x="6634230" y="659784"/>
                  <a:pt x="6634099" y="660376"/>
                  <a:pt x="6634099" y="660376"/>
                </a:cubicBezTo>
                <a:lnTo>
                  <a:pt x="6629566" y="668258"/>
                </a:lnTo>
                <a:cubicBezTo>
                  <a:pt x="6629369" y="668519"/>
                  <a:pt x="6628778" y="668720"/>
                  <a:pt x="6628778" y="668720"/>
                </a:cubicBezTo>
                <a:lnTo>
                  <a:pt x="6619714" y="668720"/>
                </a:lnTo>
                <a:cubicBezTo>
                  <a:pt x="6619387" y="668720"/>
                  <a:pt x="6618926" y="668258"/>
                  <a:pt x="6618926" y="668258"/>
                </a:cubicBezTo>
                <a:lnTo>
                  <a:pt x="6614394" y="660376"/>
                </a:lnTo>
                <a:cubicBezTo>
                  <a:pt x="6614263" y="660114"/>
                  <a:pt x="6614394" y="659524"/>
                  <a:pt x="6614394" y="659524"/>
                </a:cubicBezTo>
                <a:lnTo>
                  <a:pt x="6618926" y="651639"/>
                </a:lnTo>
                <a:cubicBezTo>
                  <a:pt x="6619123" y="651380"/>
                  <a:pt x="6619714" y="651181"/>
                  <a:pt x="6619714" y="651181"/>
                </a:cubicBezTo>
                <a:close/>
                <a:moveTo>
                  <a:pt x="2549382" y="651169"/>
                </a:moveTo>
                <a:lnTo>
                  <a:pt x="2558448" y="651169"/>
                </a:lnTo>
                <a:cubicBezTo>
                  <a:pt x="2558777" y="651169"/>
                  <a:pt x="2559236" y="651629"/>
                  <a:pt x="2559236" y="651629"/>
                </a:cubicBezTo>
                <a:lnTo>
                  <a:pt x="2563768" y="659511"/>
                </a:lnTo>
                <a:cubicBezTo>
                  <a:pt x="2563898" y="659773"/>
                  <a:pt x="2563768" y="660364"/>
                  <a:pt x="2563768" y="660364"/>
                </a:cubicBezTo>
                <a:lnTo>
                  <a:pt x="2559236" y="668247"/>
                </a:lnTo>
                <a:cubicBezTo>
                  <a:pt x="2559039" y="668509"/>
                  <a:pt x="2558448" y="668708"/>
                  <a:pt x="2558448" y="668708"/>
                </a:cubicBezTo>
                <a:lnTo>
                  <a:pt x="2549382" y="668708"/>
                </a:lnTo>
                <a:cubicBezTo>
                  <a:pt x="2549056" y="668708"/>
                  <a:pt x="2548594" y="668247"/>
                  <a:pt x="2548594" y="668247"/>
                </a:cubicBezTo>
                <a:lnTo>
                  <a:pt x="2544063" y="660364"/>
                </a:lnTo>
                <a:cubicBezTo>
                  <a:pt x="2543932" y="660102"/>
                  <a:pt x="2544063" y="659511"/>
                  <a:pt x="2544063" y="659511"/>
                </a:cubicBezTo>
                <a:lnTo>
                  <a:pt x="2548594" y="651629"/>
                </a:lnTo>
                <a:cubicBezTo>
                  <a:pt x="2548791" y="651366"/>
                  <a:pt x="2549382" y="651169"/>
                  <a:pt x="2549382" y="651169"/>
                </a:cubicBezTo>
                <a:close/>
                <a:moveTo>
                  <a:pt x="7128477" y="651167"/>
                </a:moveTo>
                <a:lnTo>
                  <a:pt x="7137540" y="651167"/>
                </a:lnTo>
                <a:cubicBezTo>
                  <a:pt x="7137869" y="651167"/>
                  <a:pt x="7138328" y="651628"/>
                  <a:pt x="7138328" y="651628"/>
                </a:cubicBezTo>
                <a:lnTo>
                  <a:pt x="7142860" y="659508"/>
                </a:lnTo>
                <a:cubicBezTo>
                  <a:pt x="7142992" y="659771"/>
                  <a:pt x="7142860" y="660362"/>
                  <a:pt x="7142860" y="660362"/>
                </a:cubicBezTo>
                <a:lnTo>
                  <a:pt x="7138328" y="668246"/>
                </a:lnTo>
                <a:cubicBezTo>
                  <a:pt x="7138131" y="668507"/>
                  <a:pt x="7137540" y="668704"/>
                  <a:pt x="7137540" y="668704"/>
                </a:cubicBezTo>
                <a:lnTo>
                  <a:pt x="7128477" y="668704"/>
                </a:lnTo>
                <a:cubicBezTo>
                  <a:pt x="7128148" y="668704"/>
                  <a:pt x="7127689" y="668246"/>
                  <a:pt x="7127689" y="668246"/>
                </a:cubicBezTo>
                <a:lnTo>
                  <a:pt x="7123156" y="660362"/>
                </a:lnTo>
                <a:cubicBezTo>
                  <a:pt x="7123024" y="660100"/>
                  <a:pt x="7123156" y="659508"/>
                  <a:pt x="7123156" y="659508"/>
                </a:cubicBezTo>
                <a:lnTo>
                  <a:pt x="7127689" y="651628"/>
                </a:lnTo>
                <a:cubicBezTo>
                  <a:pt x="7127885" y="651364"/>
                  <a:pt x="7128477" y="651167"/>
                  <a:pt x="7128477" y="651167"/>
                </a:cubicBezTo>
                <a:close/>
                <a:moveTo>
                  <a:pt x="4584538" y="651167"/>
                </a:moveTo>
                <a:lnTo>
                  <a:pt x="4593603" y="651167"/>
                </a:lnTo>
                <a:cubicBezTo>
                  <a:pt x="4593932" y="651167"/>
                  <a:pt x="4594390" y="651628"/>
                  <a:pt x="4594390" y="651628"/>
                </a:cubicBezTo>
                <a:lnTo>
                  <a:pt x="4598922" y="659508"/>
                </a:lnTo>
                <a:cubicBezTo>
                  <a:pt x="4599054" y="659772"/>
                  <a:pt x="4598922" y="660362"/>
                  <a:pt x="4598922" y="660362"/>
                </a:cubicBezTo>
                <a:lnTo>
                  <a:pt x="4594390" y="668246"/>
                </a:lnTo>
                <a:cubicBezTo>
                  <a:pt x="4594193" y="668507"/>
                  <a:pt x="4593603" y="668704"/>
                  <a:pt x="4593603" y="668704"/>
                </a:cubicBezTo>
                <a:lnTo>
                  <a:pt x="4584538" y="668704"/>
                </a:lnTo>
                <a:cubicBezTo>
                  <a:pt x="4584210" y="668704"/>
                  <a:pt x="4583749" y="668246"/>
                  <a:pt x="4583749" y="668246"/>
                </a:cubicBezTo>
                <a:lnTo>
                  <a:pt x="4579218" y="660362"/>
                </a:lnTo>
                <a:cubicBezTo>
                  <a:pt x="4579087" y="660101"/>
                  <a:pt x="4579218" y="659508"/>
                  <a:pt x="4579218" y="659508"/>
                </a:cubicBezTo>
                <a:lnTo>
                  <a:pt x="4583749" y="651628"/>
                </a:lnTo>
                <a:cubicBezTo>
                  <a:pt x="4583948" y="651364"/>
                  <a:pt x="4584538" y="651167"/>
                  <a:pt x="4584538" y="651167"/>
                </a:cubicBezTo>
                <a:close/>
                <a:moveTo>
                  <a:pt x="9418035" y="651165"/>
                </a:moveTo>
                <a:lnTo>
                  <a:pt x="9427099" y="651165"/>
                </a:lnTo>
                <a:cubicBezTo>
                  <a:pt x="9427427" y="651165"/>
                  <a:pt x="9427887" y="651626"/>
                  <a:pt x="9427887" y="651626"/>
                </a:cubicBezTo>
                <a:lnTo>
                  <a:pt x="9432419" y="659507"/>
                </a:lnTo>
                <a:cubicBezTo>
                  <a:pt x="9432550" y="659770"/>
                  <a:pt x="9432419" y="660361"/>
                  <a:pt x="9432419" y="660361"/>
                </a:cubicBezTo>
                <a:lnTo>
                  <a:pt x="9427887" y="668244"/>
                </a:lnTo>
                <a:cubicBezTo>
                  <a:pt x="9427690" y="668505"/>
                  <a:pt x="9427099" y="668703"/>
                  <a:pt x="9427099" y="668703"/>
                </a:cubicBezTo>
                <a:lnTo>
                  <a:pt x="9418035" y="668703"/>
                </a:lnTo>
                <a:cubicBezTo>
                  <a:pt x="9417707" y="668703"/>
                  <a:pt x="9417247" y="668244"/>
                  <a:pt x="9417247" y="668244"/>
                </a:cubicBezTo>
                <a:lnTo>
                  <a:pt x="9412714" y="660361"/>
                </a:lnTo>
                <a:cubicBezTo>
                  <a:pt x="9412583" y="660098"/>
                  <a:pt x="9412714" y="659507"/>
                  <a:pt x="9412714" y="659507"/>
                </a:cubicBezTo>
                <a:lnTo>
                  <a:pt x="9417247" y="651626"/>
                </a:lnTo>
                <a:cubicBezTo>
                  <a:pt x="9417444" y="651363"/>
                  <a:pt x="9418035" y="651165"/>
                  <a:pt x="9418035" y="651165"/>
                </a:cubicBezTo>
                <a:close/>
                <a:moveTo>
                  <a:pt x="6874095" y="651165"/>
                </a:moveTo>
                <a:lnTo>
                  <a:pt x="6883159" y="651165"/>
                </a:lnTo>
                <a:cubicBezTo>
                  <a:pt x="6883488" y="651165"/>
                  <a:pt x="6883947" y="651625"/>
                  <a:pt x="6883947" y="651625"/>
                </a:cubicBezTo>
                <a:lnTo>
                  <a:pt x="6888480" y="659505"/>
                </a:lnTo>
                <a:cubicBezTo>
                  <a:pt x="6888611" y="659769"/>
                  <a:pt x="6888480" y="660360"/>
                  <a:pt x="6888480" y="660360"/>
                </a:cubicBezTo>
                <a:lnTo>
                  <a:pt x="6883947" y="668243"/>
                </a:lnTo>
                <a:cubicBezTo>
                  <a:pt x="6883751" y="668505"/>
                  <a:pt x="6883159" y="668701"/>
                  <a:pt x="6883159" y="668701"/>
                </a:cubicBezTo>
                <a:lnTo>
                  <a:pt x="6874095" y="668701"/>
                </a:lnTo>
                <a:cubicBezTo>
                  <a:pt x="6873768" y="668701"/>
                  <a:pt x="6873307" y="668243"/>
                  <a:pt x="6873307" y="668243"/>
                </a:cubicBezTo>
                <a:lnTo>
                  <a:pt x="6868775" y="660360"/>
                </a:lnTo>
                <a:cubicBezTo>
                  <a:pt x="6868644" y="660096"/>
                  <a:pt x="6868775" y="659505"/>
                  <a:pt x="6868775" y="659505"/>
                </a:cubicBezTo>
                <a:lnTo>
                  <a:pt x="6873307" y="651625"/>
                </a:lnTo>
                <a:cubicBezTo>
                  <a:pt x="6873504" y="651361"/>
                  <a:pt x="6874095" y="651165"/>
                  <a:pt x="6874095" y="651165"/>
                </a:cubicBezTo>
                <a:close/>
                <a:moveTo>
                  <a:pt x="8146065" y="651158"/>
                </a:moveTo>
                <a:lnTo>
                  <a:pt x="8155129" y="651158"/>
                </a:lnTo>
                <a:cubicBezTo>
                  <a:pt x="8155458" y="651158"/>
                  <a:pt x="8155917" y="651618"/>
                  <a:pt x="8155917" y="651618"/>
                </a:cubicBezTo>
                <a:lnTo>
                  <a:pt x="8160449" y="659500"/>
                </a:lnTo>
                <a:cubicBezTo>
                  <a:pt x="8160580" y="659762"/>
                  <a:pt x="8160449" y="660353"/>
                  <a:pt x="8160449" y="660353"/>
                </a:cubicBezTo>
                <a:lnTo>
                  <a:pt x="8155917" y="668236"/>
                </a:lnTo>
                <a:cubicBezTo>
                  <a:pt x="8155719" y="668499"/>
                  <a:pt x="8155129" y="668696"/>
                  <a:pt x="8155129" y="668696"/>
                </a:cubicBezTo>
                <a:lnTo>
                  <a:pt x="8146065" y="668696"/>
                </a:lnTo>
                <a:cubicBezTo>
                  <a:pt x="8145737" y="668696"/>
                  <a:pt x="8145277" y="668236"/>
                  <a:pt x="8145277" y="668236"/>
                </a:cubicBezTo>
                <a:lnTo>
                  <a:pt x="8140745" y="660353"/>
                </a:lnTo>
                <a:cubicBezTo>
                  <a:pt x="8140613" y="660091"/>
                  <a:pt x="8140745" y="659500"/>
                  <a:pt x="8140745" y="659500"/>
                </a:cubicBezTo>
                <a:lnTo>
                  <a:pt x="8145277" y="651618"/>
                </a:lnTo>
                <a:cubicBezTo>
                  <a:pt x="8145474" y="651356"/>
                  <a:pt x="8146065" y="651158"/>
                  <a:pt x="8146065" y="651158"/>
                </a:cubicBezTo>
                <a:close/>
                <a:moveTo>
                  <a:pt x="10435623" y="651157"/>
                </a:moveTo>
                <a:lnTo>
                  <a:pt x="10444687" y="651157"/>
                </a:lnTo>
                <a:cubicBezTo>
                  <a:pt x="10445016" y="651157"/>
                  <a:pt x="10445475" y="651617"/>
                  <a:pt x="10445475" y="651617"/>
                </a:cubicBezTo>
                <a:lnTo>
                  <a:pt x="10450008" y="659499"/>
                </a:lnTo>
                <a:cubicBezTo>
                  <a:pt x="10450139" y="659761"/>
                  <a:pt x="10450008" y="660352"/>
                  <a:pt x="10450008" y="660352"/>
                </a:cubicBezTo>
                <a:lnTo>
                  <a:pt x="10445475" y="668235"/>
                </a:lnTo>
                <a:cubicBezTo>
                  <a:pt x="10445279" y="668498"/>
                  <a:pt x="10444687" y="668695"/>
                  <a:pt x="10444687" y="668695"/>
                </a:cubicBezTo>
                <a:lnTo>
                  <a:pt x="10435623" y="668695"/>
                </a:lnTo>
                <a:cubicBezTo>
                  <a:pt x="10435296" y="668695"/>
                  <a:pt x="10434835" y="668235"/>
                  <a:pt x="10434835" y="668235"/>
                </a:cubicBezTo>
                <a:lnTo>
                  <a:pt x="10430303" y="660352"/>
                </a:lnTo>
                <a:cubicBezTo>
                  <a:pt x="10430172" y="660090"/>
                  <a:pt x="10430303" y="659499"/>
                  <a:pt x="10430303" y="659499"/>
                </a:cubicBezTo>
                <a:lnTo>
                  <a:pt x="10434835" y="651617"/>
                </a:lnTo>
                <a:cubicBezTo>
                  <a:pt x="10435032" y="651354"/>
                  <a:pt x="10435623" y="651157"/>
                  <a:pt x="10435623" y="651157"/>
                </a:cubicBezTo>
                <a:close/>
                <a:moveTo>
                  <a:pt x="10181243" y="651157"/>
                </a:moveTo>
                <a:lnTo>
                  <a:pt x="10190306" y="651157"/>
                </a:lnTo>
                <a:cubicBezTo>
                  <a:pt x="10190636" y="651157"/>
                  <a:pt x="10191094" y="651617"/>
                  <a:pt x="10191094" y="651617"/>
                </a:cubicBezTo>
                <a:lnTo>
                  <a:pt x="10195627" y="659499"/>
                </a:lnTo>
                <a:cubicBezTo>
                  <a:pt x="10195759" y="659761"/>
                  <a:pt x="10195627" y="660352"/>
                  <a:pt x="10195627" y="660352"/>
                </a:cubicBezTo>
                <a:lnTo>
                  <a:pt x="10191094" y="668235"/>
                </a:lnTo>
                <a:cubicBezTo>
                  <a:pt x="10190897" y="668498"/>
                  <a:pt x="10190306" y="668695"/>
                  <a:pt x="10190306" y="668695"/>
                </a:cubicBezTo>
                <a:lnTo>
                  <a:pt x="10181243" y="668695"/>
                </a:lnTo>
                <a:cubicBezTo>
                  <a:pt x="10180915" y="668695"/>
                  <a:pt x="10180455" y="668235"/>
                  <a:pt x="10180455" y="668235"/>
                </a:cubicBezTo>
                <a:lnTo>
                  <a:pt x="10175923" y="660352"/>
                </a:lnTo>
                <a:cubicBezTo>
                  <a:pt x="10175791" y="660090"/>
                  <a:pt x="10175923" y="659499"/>
                  <a:pt x="10175923" y="659499"/>
                </a:cubicBezTo>
                <a:lnTo>
                  <a:pt x="10180455" y="651617"/>
                </a:lnTo>
                <a:cubicBezTo>
                  <a:pt x="10180652" y="651354"/>
                  <a:pt x="10181243" y="651157"/>
                  <a:pt x="10181243" y="651157"/>
                </a:cubicBezTo>
                <a:close/>
                <a:moveTo>
                  <a:pt x="9926862" y="651157"/>
                </a:moveTo>
                <a:lnTo>
                  <a:pt x="9935926" y="651157"/>
                </a:lnTo>
                <a:cubicBezTo>
                  <a:pt x="9936255" y="651157"/>
                  <a:pt x="9936714" y="651617"/>
                  <a:pt x="9936714" y="651617"/>
                </a:cubicBezTo>
                <a:lnTo>
                  <a:pt x="9941247" y="659499"/>
                </a:lnTo>
                <a:cubicBezTo>
                  <a:pt x="9941377" y="659761"/>
                  <a:pt x="9941247" y="660352"/>
                  <a:pt x="9941247" y="660352"/>
                </a:cubicBezTo>
                <a:lnTo>
                  <a:pt x="9936714" y="668235"/>
                </a:lnTo>
                <a:cubicBezTo>
                  <a:pt x="9936517" y="668498"/>
                  <a:pt x="9935926" y="668695"/>
                  <a:pt x="9935926" y="668695"/>
                </a:cubicBezTo>
                <a:lnTo>
                  <a:pt x="9926862" y="668695"/>
                </a:lnTo>
                <a:cubicBezTo>
                  <a:pt x="9926534" y="668695"/>
                  <a:pt x="9926074" y="668235"/>
                  <a:pt x="9926074" y="668235"/>
                </a:cubicBezTo>
                <a:lnTo>
                  <a:pt x="9921542" y="660352"/>
                </a:lnTo>
                <a:cubicBezTo>
                  <a:pt x="9921411" y="660090"/>
                  <a:pt x="9921542" y="659499"/>
                  <a:pt x="9921542" y="659499"/>
                </a:cubicBezTo>
                <a:lnTo>
                  <a:pt x="9926074" y="651617"/>
                </a:lnTo>
                <a:cubicBezTo>
                  <a:pt x="9926271" y="651354"/>
                  <a:pt x="9926862" y="651157"/>
                  <a:pt x="9926862" y="651157"/>
                </a:cubicBezTo>
                <a:close/>
                <a:moveTo>
                  <a:pt x="9672482" y="651157"/>
                </a:moveTo>
                <a:lnTo>
                  <a:pt x="9681546" y="651157"/>
                </a:lnTo>
                <a:cubicBezTo>
                  <a:pt x="9681873" y="651157"/>
                  <a:pt x="9682334" y="651617"/>
                  <a:pt x="9682334" y="651617"/>
                </a:cubicBezTo>
                <a:lnTo>
                  <a:pt x="9686866" y="659499"/>
                </a:lnTo>
                <a:cubicBezTo>
                  <a:pt x="9686997" y="659761"/>
                  <a:pt x="9686866" y="660352"/>
                  <a:pt x="9686866" y="660352"/>
                </a:cubicBezTo>
                <a:lnTo>
                  <a:pt x="9682334" y="668235"/>
                </a:lnTo>
                <a:cubicBezTo>
                  <a:pt x="9682137" y="668498"/>
                  <a:pt x="9681546" y="668695"/>
                  <a:pt x="9681546" y="668695"/>
                </a:cubicBezTo>
                <a:lnTo>
                  <a:pt x="9672482" y="668695"/>
                </a:lnTo>
                <a:cubicBezTo>
                  <a:pt x="9672153" y="668695"/>
                  <a:pt x="9671694" y="668235"/>
                  <a:pt x="9671694" y="668235"/>
                </a:cubicBezTo>
                <a:lnTo>
                  <a:pt x="9667161" y="660352"/>
                </a:lnTo>
                <a:cubicBezTo>
                  <a:pt x="9667031" y="660090"/>
                  <a:pt x="9667161" y="659499"/>
                  <a:pt x="9667161" y="659499"/>
                </a:cubicBezTo>
                <a:lnTo>
                  <a:pt x="9671694" y="651617"/>
                </a:lnTo>
                <a:cubicBezTo>
                  <a:pt x="9671891" y="651354"/>
                  <a:pt x="9672482" y="651157"/>
                  <a:pt x="9672482" y="651157"/>
                </a:cubicBezTo>
                <a:close/>
                <a:moveTo>
                  <a:pt x="3567234" y="434192"/>
                </a:moveTo>
                <a:lnTo>
                  <a:pt x="3576300" y="434192"/>
                </a:lnTo>
                <a:cubicBezTo>
                  <a:pt x="3576628" y="434192"/>
                  <a:pt x="3577088" y="434653"/>
                  <a:pt x="3577088" y="434653"/>
                </a:cubicBezTo>
                <a:lnTo>
                  <a:pt x="3581619" y="442534"/>
                </a:lnTo>
                <a:cubicBezTo>
                  <a:pt x="3581750" y="442796"/>
                  <a:pt x="3581619" y="443388"/>
                  <a:pt x="3581619" y="443388"/>
                </a:cubicBezTo>
                <a:lnTo>
                  <a:pt x="3577088" y="451269"/>
                </a:lnTo>
                <a:cubicBezTo>
                  <a:pt x="3576891" y="451533"/>
                  <a:pt x="3576300" y="451730"/>
                  <a:pt x="3576300" y="451730"/>
                </a:cubicBezTo>
                <a:lnTo>
                  <a:pt x="3567234" y="451730"/>
                </a:lnTo>
                <a:cubicBezTo>
                  <a:pt x="3566905" y="451730"/>
                  <a:pt x="3566446" y="451269"/>
                  <a:pt x="3566446" y="451269"/>
                </a:cubicBezTo>
                <a:lnTo>
                  <a:pt x="3561913" y="443388"/>
                </a:lnTo>
                <a:cubicBezTo>
                  <a:pt x="3561782" y="443125"/>
                  <a:pt x="3561913" y="442534"/>
                  <a:pt x="3561913" y="442534"/>
                </a:cubicBezTo>
                <a:lnTo>
                  <a:pt x="3566446" y="434653"/>
                </a:lnTo>
                <a:cubicBezTo>
                  <a:pt x="3566642" y="434390"/>
                  <a:pt x="3567234" y="434192"/>
                  <a:pt x="3567234" y="434192"/>
                </a:cubicBezTo>
                <a:close/>
                <a:moveTo>
                  <a:pt x="4076004" y="434184"/>
                </a:moveTo>
                <a:lnTo>
                  <a:pt x="4085071" y="434184"/>
                </a:lnTo>
                <a:cubicBezTo>
                  <a:pt x="4085398" y="434184"/>
                  <a:pt x="4085856" y="434644"/>
                  <a:pt x="4085856" y="434644"/>
                </a:cubicBezTo>
                <a:lnTo>
                  <a:pt x="4090390" y="442524"/>
                </a:lnTo>
                <a:cubicBezTo>
                  <a:pt x="4090521" y="442788"/>
                  <a:pt x="4090390" y="443378"/>
                  <a:pt x="4090390" y="443378"/>
                </a:cubicBezTo>
                <a:lnTo>
                  <a:pt x="4085856" y="451261"/>
                </a:lnTo>
                <a:cubicBezTo>
                  <a:pt x="4085659" y="451524"/>
                  <a:pt x="4085071" y="451720"/>
                  <a:pt x="4085071" y="451720"/>
                </a:cubicBezTo>
                <a:lnTo>
                  <a:pt x="4076004" y="451720"/>
                </a:lnTo>
                <a:cubicBezTo>
                  <a:pt x="4075677" y="451720"/>
                  <a:pt x="4075216" y="451261"/>
                  <a:pt x="4075216" y="451261"/>
                </a:cubicBezTo>
                <a:lnTo>
                  <a:pt x="4070683" y="443378"/>
                </a:lnTo>
                <a:cubicBezTo>
                  <a:pt x="4070551" y="443116"/>
                  <a:pt x="4070683" y="442524"/>
                  <a:pt x="4070683" y="442524"/>
                </a:cubicBezTo>
                <a:lnTo>
                  <a:pt x="4075216" y="434644"/>
                </a:lnTo>
                <a:cubicBezTo>
                  <a:pt x="4075412" y="434381"/>
                  <a:pt x="4076004" y="434184"/>
                  <a:pt x="4076004" y="434184"/>
                </a:cubicBezTo>
                <a:close/>
                <a:moveTo>
                  <a:pt x="5602126" y="434183"/>
                </a:moveTo>
                <a:lnTo>
                  <a:pt x="5611191" y="434183"/>
                </a:lnTo>
                <a:cubicBezTo>
                  <a:pt x="5611519" y="434183"/>
                  <a:pt x="5611979" y="434642"/>
                  <a:pt x="5611979" y="434642"/>
                </a:cubicBezTo>
                <a:lnTo>
                  <a:pt x="5616511" y="442523"/>
                </a:lnTo>
                <a:cubicBezTo>
                  <a:pt x="5616642" y="442785"/>
                  <a:pt x="5616511" y="443377"/>
                  <a:pt x="5616511" y="443377"/>
                </a:cubicBezTo>
                <a:lnTo>
                  <a:pt x="5611979" y="451259"/>
                </a:lnTo>
                <a:cubicBezTo>
                  <a:pt x="5611782" y="451522"/>
                  <a:pt x="5611191" y="451719"/>
                  <a:pt x="5611191" y="451719"/>
                </a:cubicBezTo>
                <a:lnTo>
                  <a:pt x="5602126" y="451719"/>
                </a:lnTo>
                <a:cubicBezTo>
                  <a:pt x="5601798" y="451719"/>
                  <a:pt x="5601338" y="451259"/>
                  <a:pt x="5601338" y="451259"/>
                </a:cubicBezTo>
                <a:lnTo>
                  <a:pt x="5596807" y="443377"/>
                </a:lnTo>
                <a:cubicBezTo>
                  <a:pt x="5596675" y="443114"/>
                  <a:pt x="5596807" y="442523"/>
                  <a:pt x="5596807" y="442523"/>
                </a:cubicBezTo>
                <a:lnTo>
                  <a:pt x="5601338" y="434642"/>
                </a:lnTo>
                <a:cubicBezTo>
                  <a:pt x="5601536" y="434380"/>
                  <a:pt x="5602126" y="434183"/>
                  <a:pt x="5602126" y="434183"/>
                </a:cubicBezTo>
                <a:close/>
                <a:moveTo>
                  <a:pt x="9418035" y="434176"/>
                </a:moveTo>
                <a:lnTo>
                  <a:pt x="9427099" y="434176"/>
                </a:lnTo>
                <a:cubicBezTo>
                  <a:pt x="9427427" y="434176"/>
                  <a:pt x="9427887" y="434636"/>
                  <a:pt x="9427887" y="434636"/>
                </a:cubicBezTo>
                <a:lnTo>
                  <a:pt x="9432419" y="442517"/>
                </a:lnTo>
                <a:cubicBezTo>
                  <a:pt x="9432550" y="442780"/>
                  <a:pt x="9432419" y="443371"/>
                  <a:pt x="9432419" y="443371"/>
                </a:cubicBezTo>
                <a:lnTo>
                  <a:pt x="9427887" y="451254"/>
                </a:lnTo>
                <a:cubicBezTo>
                  <a:pt x="9427690" y="451516"/>
                  <a:pt x="9427099" y="451712"/>
                  <a:pt x="9427099" y="451712"/>
                </a:cubicBezTo>
                <a:lnTo>
                  <a:pt x="9418035" y="451712"/>
                </a:lnTo>
                <a:cubicBezTo>
                  <a:pt x="9417707" y="451712"/>
                  <a:pt x="9417247" y="451254"/>
                  <a:pt x="9417247" y="451254"/>
                </a:cubicBezTo>
                <a:lnTo>
                  <a:pt x="9412714" y="443371"/>
                </a:lnTo>
                <a:cubicBezTo>
                  <a:pt x="9412583" y="443108"/>
                  <a:pt x="9412714" y="442517"/>
                  <a:pt x="9412714" y="442517"/>
                </a:cubicBezTo>
                <a:lnTo>
                  <a:pt x="9417247" y="434636"/>
                </a:lnTo>
                <a:cubicBezTo>
                  <a:pt x="9417444" y="434373"/>
                  <a:pt x="9418035" y="434176"/>
                  <a:pt x="9418035" y="434176"/>
                </a:cubicBezTo>
                <a:close/>
                <a:moveTo>
                  <a:pt x="3312784" y="434172"/>
                </a:moveTo>
                <a:lnTo>
                  <a:pt x="3321848" y="434172"/>
                </a:lnTo>
                <a:cubicBezTo>
                  <a:pt x="3322177" y="434172"/>
                  <a:pt x="3322637" y="434632"/>
                  <a:pt x="3322637" y="434632"/>
                </a:cubicBezTo>
                <a:lnTo>
                  <a:pt x="3327168" y="442512"/>
                </a:lnTo>
                <a:cubicBezTo>
                  <a:pt x="3327300" y="442776"/>
                  <a:pt x="3327168" y="443366"/>
                  <a:pt x="3327168" y="443366"/>
                </a:cubicBezTo>
                <a:lnTo>
                  <a:pt x="3322637" y="451248"/>
                </a:lnTo>
                <a:cubicBezTo>
                  <a:pt x="3322439" y="451511"/>
                  <a:pt x="3321848" y="451709"/>
                  <a:pt x="3321848" y="451709"/>
                </a:cubicBezTo>
                <a:lnTo>
                  <a:pt x="3312784" y="451709"/>
                </a:lnTo>
                <a:cubicBezTo>
                  <a:pt x="3312457" y="451709"/>
                  <a:pt x="3311996" y="451248"/>
                  <a:pt x="3311996" y="451248"/>
                </a:cubicBezTo>
                <a:lnTo>
                  <a:pt x="3307463" y="443366"/>
                </a:lnTo>
                <a:cubicBezTo>
                  <a:pt x="3307332" y="443103"/>
                  <a:pt x="3307463" y="442512"/>
                  <a:pt x="3307463" y="442512"/>
                </a:cubicBezTo>
                <a:lnTo>
                  <a:pt x="3311996" y="434632"/>
                </a:lnTo>
                <a:cubicBezTo>
                  <a:pt x="3312193" y="434369"/>
                  <a:pt x="3312784" y="434172"/>
                  <a:pt x="3312784" y="434172"/>
                </a:cubicBezTo>
                <a:close/>
                <a:moveTo>
                  <a:pt x="259982" y="434171"/>
                </a:moveTo>
                <a:lnTo>
                  <a:pt x="269046" y="434171"/>
                </a:lnTo>
                <a:lnTo>
                  <a:pt x="269047" y="434171"/>
                </a:lnTo>
                <a:cubicBezTo>
                  <a:pt x="269375" y="434171"/>
                  <a:pt x="269835" y="434632"/>
                  <a:pt x="269835" y="434632"/>
                </a:cubicBezTo>
                <a:lnTo>
                  <a:pt x="274367" y="442512"/>
                </a:lnTo>
                <a:cubicBezTo>
                  <a:pt x="274498" y="442775"/>
                  <a:pt x="274367" y="443366"/>
                  <a:pt x="274367" y="443366"/>
                </a:cubicBezTo>
                <a:lnTo>
                  <a:pt x="269835" y="451248"/>
                </a:lnTo>
                <a:cubicBezTo>
                  <a:pt x="269638" y="451511"/>
                  <a:pt x="269047" y="451709"/>
                  <a:pt x="269047" y="451709"/>
                </a:cubicBezTo>
                <a:lnTo>
                  <a:pt x="259983" y="451709"/>
                </a:lnTo>
                <a:lnTo>
                  <a:pt x="259982" y="451707"/>
                </a:lnTo>
                <a:cubicBezTo>
                  <a:pt x="259652" y="451707"/>
                  <a:pt x="259193" y="451248"/>
                  <a:pt x="259193" y="451248"/>
                </a:cubicBezTo>
                <a:lnTo>
                  <a:pt x="254662" y="443366"/>
                </a:lnTo>
                <a:cubicBezTo>
                  <a:pt x="254531" y="443103"/>
                  <a:pt x="254662" y="442512"/>
                  <a:pt x="254662" y="442512"/>
                </a:cubicBezTo>
                <a:lnTo>
                  <a:pt x="259193" y="434630"/>
                </a:lnTo>
                <a:cubicBezTo>
                  <a:pt x="259390" y="434368"/>
                  <a:pt x="259982" y="434171"/>
                  <a:pt x="259982" y="434171"/>
                </a:cubicBezTo>
                <a:close/>
                <a:moveTo>
                  <a:pt x="3821544" y="434162"/>
                </a:moveTo>
                <a:lnTo>
                  <a:pt x="3830611" y="434162"/>
                </a:lnTo>
                <a:cubicBezTo>
                  <a:pt x="3830937" y="434162"/>
                  <a:pt x="3831397" y="434622"/>
                  <a:pt x="3831397" y="434622"/>
                </a:cubicBezTo>
                <a:lnTo>
                  <a:pt x="3835931" y="442503"/>
                </a:lnTo>
                <a:cubicBezTo>
                  <a:pt x="3836062" y="442765"/>
                  <a:pt x="3835931" y="443356"/>
                  <a:pt x="3835931" y="443356"/>
                </a:cubicBezTo>
                <a:lnTo>
                  <a:pt x="3831397" y="451238"/>
                </a:lnTo>
                <a:cubicBezTo>
                  <a:pt x="3831200" y="451501"/>
                  <a:pt x="3830611" y="451699"/>
                  <a:pt x="3830611" y="451699"/>
                </a:cubicBezTo>
                <a:lnTo>
                  <a:pt x="3821544" y="451699"/>
                </a:lnTo>
                <a:cubicBezTo>
                  <a:pt x="3821217" y="451699"/>
                  <a:pt x="3820758" y="451238"/>
                  <a:pt x="3820758" y="451238"/>
                </a:cubicBezTo>
                <a:lnTo>
                  <a:pt x="3816227" y="443356"/>
                </a:lnTo>
                <a:cubicBezTo>
                  <a:pt x="3816094" y="443094"/>
                  <a:pt x="3816227" y="442503"/>
                  <a:pt x="3816227" y="442503"/>
                </a:cubicBezTo>
                <a:lnTo>
                  <a:pt x="3820758" y="434622"/>
                </a:lnTo>
                <a:cubicBezTo>
                  <a:pt x="3820956" y="434359"/>
                  <a:pt x="3821544" y="434162"/>
                  <a:pt x="3821544" y="434162"/>
                </a:cubicBezTo>
                <a:close/>
                <a:moveTo>
                  <a:pt x="2803903" y="434160"/>
                </a:moveTo>
                <a:lnTo>
                  <a:pt x="2812966" y="434160"/>
                </a:lnTo>
                <a:cubicBezTo>
                  <a:pt x="2813295" y="434160"/>
                  <a:pt x="2813754" y="434618"/>
                  <a:pt x="2813754" y="434618"/>
                </a:cubicBezTo>
                <a:lnTo>
                  <a:pt x="2818286" y="442500"/>
                </a:lnTo>
                <a:cubicBezTo>
                  <a:pt x="2818418" y="442762"/>
                  <a:pt x="2818286" y="443355"/>
                  <a:pt x="2818286" y="443355"/>
                </a:cubicBezTo>
                <a:lnTo>
                  <a:pt x="2813754" y="451236"/>
                </a:lnTo>
                <a:cubicBezTo>
                  <a:pt x="2813557" y="451499"/>
                  <a:pt x="2812966" y="451697"/>
                  <a:pt x="2812966" y="451697"/>
                </a:cubicBezTo>
                <a:lnTo>
                  <a:pt x="2803903" y="451697"/>
                </a:lnTo>
                <a:cubicBezTo>
                  <a:pt x="2803573" y="451697"/>
                  <a:pt x="2803112" y="451236"/>
                  <a:pt x="2803112" y="451236"/>
                </a:cubicBezTo>
                <a:lnTo>
                  <a:pt x="2798580" y="443355"/>
                </a:lnTo>
                <a:cubicBezTo>
                  <a:pt x="2798449" y="443092"/>
                  <a:pt x="2798580" y="442500"/>
                  <a:pt x="2798580" y="442500"/>
                </a:cubicBezTo>
                <a:lnTo>
                  <a:pt x="2803112" y="434618"/>
                </a:lnTo>
                <a:cubicBezTo>
                  <a:pt x="2803310" y="434357"/>
                  <a:pt x="2803903" y="434160"/>
                  <a:pt x="2803903" y="434160"/>
                </a:cubicBezTo>
                <a:close/>
                <a:moveTo>
                  <a:pt x="2295114" y="434159"/>
                </a:moveTo>
                <a:lnTo>
                  <a:pt x="2304179" y="434159"/>
                </a:lnTo>
                <a:cubicBezTo>
                  <a:pt x="2304507" y="434159"/>
                  <a:pt x="2304968" y="434618"/>
                  <a:pt x="2304968" y="434618"/>
                </a:cubicBezTo>
                <a:lnTo>
                  <a:pt x="2309499" y="442500"/>
                </a:lnTo>
                <a:cubicBezTo>
                  <a:pt x="2309630" y="442762"/>
                  <a:pt x="2309499" y="443354"/>
                  <a:pt x="2309499" y="443354"/>
                </a:cubicBezTo>
                <a:lnTo>
                  <a:pt x="2304968" y="451236"/>
                </a:lnTo>
                <a:cubicBezTo>
                  <a:pt x="2304770" y="451498"/>
                  <a:pt x="2304179" y="451695"/>
                  <a:pt x="2304179" y="451695"/>
                </a:cubicBezTo>
                <a:lnTo>
                  <a:pt x="2295114" y="451695"/>
                </a:lnTo>
                <a:cubicBezTo>
                  <a:pt x="2294787" y="451695"/>
                  <a:pt x="2294325" y="451236"/>
                  <a:pt x="2294325" y="451236"/>
                </a:cubicBezTo>
                <a:lnTo>
                  <a:pt x="2289794" y="443354"/>
                </a:lnTo>
                <a:cubicBezTo>
                  <a:pt x="2289663" y="443091"/>
                  <a:pt x="2289794" y="442500"/>
                  <a:pt x="2289794" y="442500"/>
                </a:cubicBezTo>
                <a:lnTo>
                  <a:pt x="2294325" y="434618"/>
                </a:lnTo>
                <a:cubicBezTo>
                  <a:pt x="2294522" y="434356"/>
                  <a:pt x="2295114" y="434159"/>
                  <a:pt x="2295114" y="434159"/>
                </a:cubicBezTo>
                <a:close/>
                <a:moveTo>
                  <a:pt x="6619714" y="434154"/>
                </a:moveTo>
                <a:lnTo>
                  <a:pt x="6628778" y="434154"/>
                </a:lnTo>
                <a:cubicBezTo>
                  <a:pt x="6629107" y="434154"/>
                  <a:pt x="6629566" y="434614"/>
                  <a:pt x="6629566" y="434614"/>
                </a:cubicBezTo>
                <a:lnTo>
                  <a:pt x="6634099" y="442495"/>
                </a:lnTo>
                <a:cubicBezTo>
                  <a:pt x="6634230" y="442757"/>
                  <a:pt x="6634099" y="443349"/>
                  <a:pt x="6634099" y="443349"/>
                </a:cubicBezTo>
                <a:lnTo>
                  <a:pt x="6629566" y="451231"/>
                </a:lnTo>
                <a:cubicBezTo>
                  <a:pt x="6629369" y="451494"/>
                  <a:pt x="6628778" y="451691"/>
                  <a:pt x="6628778" y="451691"/>
                </a:cubicBezTo>
                <a:lnTo>
                  <a:pt x="6619714" y="451691"/>
                </a:lnTo>
                <a:cubicBezTo>
                  <a:pt x="6619387" y="451691"/>
                  <a:pt x="6618926" y="451231"/>
                  <a:pt x="6618926" y="451231"/>
                </a:cubicBezTo>
                <a:lnTo>
                  <a:pt x="6614394" y="443349"/>
                </a:lnTo>
                <a:cubicBezTo>
                  <a:pt x="6614263" y="443087"/>
                  <a:pt x="6614394" y="442495"/>
                  <a:pt x="6614394" y="442495"/>
                </a:cubicBezTo>
                <a:lnTo>
                  <a:pt x="6618926" y="434614"/>
                </a:lnTo>
                <a:cubicBezTo>
                  <a:pt x="6619123" y="434351"/>
                  <a:pt x="6619714" y="434154"/>
                  <a:pt x="6619714" y="434154"/>
                </a:cubicBezTo>
                <a:close/>
                <a:moveTo>
                  <a:pt x="7128477" y="434152"/>
                </a:moveTo>
                <a:lnTo>
                  <a:pt x="7137540" y="434152"/>
                </a:lnTo>
                <a:cubicBezTo>
                  <a:pt x="7137869" y="434152"/>
                  <a:pt x="7138328" y="434612"/>
                  <a:pt x="7138328" y="434612"/>
                </a:cubicBezTo>
                <a:lnTo>
                  <a:pt x="7142860" y="442494"/>
                </a:lnTo>
                <a:cubicBezTo>
                  <a:pt x="7142992" y="442756"/>
                  <a:pt x="7142860" y="443347"/>
                  <a:pt x="7142860" y="443347"/>
                </a:cubicBezTo>
                <a:lnTo>
                  <a:pt x="7138328" y="451230"/>
                </a:lnTo>
                <a:cubicBezTo>
                  <a:pt x="7138131" y="451492"/>
                  <a:pt x="7137540" y="451689"/>
                  <a:pt x="7137540" y="451689"/>
                </a:cubicBezTo>
                <a:lnTo>
                  <a:pt x="7128477" y="451689"/>
                </a:lnTo>
                <a:cubicBezTo>
                  <a:pt x="7128148" y="451689"/>
                  <a:pt x="7127689" y="451230"/>
                  <a:pt x="7127689" y="451230"/>
                </a:cubicBezTo>
                <a:lnTo>
                  <a:pt x="7123156" y="443347"/>
                </a:lnTo>
                <a:cubicBezTo>
                  <a:pt x="7123024" y="443084"/>
                  <a:pt x="7123156" y="442494"/>
                  <a:pt x="7123156" y="442494"/>
                </a:cubicBezTo>
                <a:lnTo>
                  <a:pt x="7127689" y="434612"/>
                </a:lnTo>
                <a:cubicBezTo>
                  <a:pt x="7127885" y="434350"/>
                  <a:pt x="7128477" y="434152"/>
                  <a:pt x="7128477" y="434152"/>
                </a:cubicBezTo>
                <a:close/>
                <a:moveTo>
                  <a:pt x="8909274" y="434148"/>
                </a:moveTo>
                <a:lnTo>
                  <a:pt x="8918336" y="434148"/>
                </a:lnTo>
                <a:cubicBezTo>
                  <a:pt x="8918666" y="434148"/>
                  <a:pt x="8919125" y="434607"/>
                  <a:pt x="8919125" y="434607"/>
                </a:cubicBezTo>
                <a:lnTo>
                  <a:pt x="8923657" y="442489"/>
                </a:lnTo>
                <a:cubicBezTo>
                  <a:pt x="8923789" y="442752"/>
                  <a:pt x="8923657" y="443344"/>
                  <a:pt x="8923657" y="443344"/>
                </a:cubicBezTo>
                <a:lnTo>
                  <a:pt x="8919125" y="451225"/>
                </a:lnTo>
                <a:cubicBezTo>
                  <a:pt x="8918928" y="451488"/>
                  <a:pt x="8918336" y="451685"/>
                  <a:pt x="8918336" y="451685"/>
                </a:cubicBezTo>
                <a:lnTo>
                  <a:pt x="8909274" y="451685"/>
                </a:lnTo>
                <a:cubicBezTo>
                  <a:pt x="8908945" y="451685"/>
                  <a:pt x="8908484" y="451225"/>
                  <a:pt x="8908484" y="451225"/>
                </a:cubicBezTo>
                <a:lnTo>
                  <a:pt x="8903953" y="443344"/>
                </a:lnTo>
                <a:cubicBezTo>
                  <a:pt x="8903821" y="443080"/>
                  <a:pt x="8903953" y="442489"/>
                  <a:pt x="8903953" y="442489"/>
                </a:cubicBezTo>
                <a:lnTo>
                  <a:pt x="8908484" y="434607"/>
                </a:lnTo>
                <a:cubicBezTo>
                  <a:pt x="8908681" y="434345"/>
                  <a:pt x="8909274" y="434148"/>
                  <a:pt x="8909274" y="434148"/>
                </a:cubicBezTo>
                <a:close/>
                <a:moveTo>
                  <a:pt x="6110888" y="434146"/>
                </a:moveTo>
                <a:lnTo>
                  <a:pt x="6119953" y="434146"/>
                </a:lnTo>
                <a:cubicBezTo>
                  <a:pt x="6120280" y="434146"/>
                  <a:pt x="6120740" y="434605"/>
                  <a:pt x="6120740" y="434605"/>
                </a:cubicBezTo>
                <a:lnTo>
                  <a:pt x="6125272" y="442487"/>
                </a:lnTo>
                <a:cubicBezTo>
                  <a:pt x="6125403" y="442749"/>
                  <a:pt x="6125272" y="443340"/>
                  <a:pt x="6125272" y="443340"/>
                </a:cubicBezTo>
                <a:lnTo>
                  <a:pt x="6120740" y="451223"/>
                </a:lnTo>
                <a:cubicBezTo>
                  <a:pt x="6120543" y="451486"/>
                  <a:pt x="6119953" y="451683"/>
                  <a:pt x="6119953" y="451683"/>
                </a:cubicBezTo>
                <a:lnTo>
                  <a:pt x="6110888" y="451683"/>
                </a:lnTo>
                <a:cubicBezTo>
                  <a:pt x="6110560" y="451683"/>
                  <a:pt x="6110101" y="451223"/>
                  <a:pt x="6110101" y="451223"/>
                </a:cubicBezTo>
                <a:lnTo>
                  <a:pt x="6105567" y="443340"/>
                </a:lnTo>
                <a:cubicBezTo>
                  <a:pt x="6105436" y="443078"/>
                  <a:pt x="6105567" y="442487"/>
                  <a:pt x="6105567" y="442487"/>
                </a:cubicBezTo>
                <a:lnTo>
                  <a:pt x="6110101" y="434605"/>
                </a:lnTo>
                <a:cubicBezTo>
                  <a:pt x="6110296" y="434344"/>
                  <a:pt x="6110888" y="434146"/>
                  <a:pt x="6110888" y="434146"/>
                </a:cubicBezTo>
                <a:close/>
                <a:moveTo>
                  <a:pt x="6365334" y="434130"/>
                </a:moveTo>
                <a:lnTo>
                  <a:pt x="6374397" y="434130"/>
                </a:lnTo>
                <a:cubicBezTo>
                  <a:pt x="6374727" y="434130"/>
                  <a:pt x="6375186" y="434590"/>
                  <a:pt x="6375186" y="434590"/>
                </a:cubicBezTo>
                <a:lnTo>
                  <a:pt x="6379718" y="442471"/>
                </a:lnTo>
                <a:cubicBezTo>
                  <a:pt x="6379849" y="442734"/>
                  <a:pt x="6379718" y="443324"/>
                  <a:pt x="6379718" y="443324"/>
                </a:cubicBezTo>
                <a:lnTo>
                  <a:pt x="6375186" y="451208"/>
                </a:lnTo>
                <a:cubicBezTo>
                  <a:pt x="6374988" y="451470"/>
                  <a:pt x="6374397" y="451667"/>
                  <a:pt x="6374397" y="451667"/>
                </a:cubicBezTo>
                <a:lnTo>
                  <a:pt x="6365334" y="451667"/>
                </a:lnTo>
                <a:cubicBezTo>
                  <a:pt x="6365005" y="451667"/>
                  <a:pt x="6364546" y="451208"/>
                  <a:pt x="6364546" y="451208"/>
                </a:cubicBezTo>
                <a:lnTo>
                  <a:pt x="6360014" y="443324"/>
                </a:lnTo>
                <a:cubicBezTo>
                  <a:pt x="6359882" y="443061"/>
                  <a:pt x="6360014" y="442471"/>
                  <a:pt x="6360014" y="442471"/>
                </a:cubicBezTo>
                <a:lnTo>
                  <a:pt x="6364546" y="434590"/>
                </a:lnTo>
                <a:cubicBezTo>
                  <a:pt x="6364743" y="434327"/>
                  <a:pt x="6365334" y="434130"/>
                  <a:pt x="6365334" y="434130"/>
                </a:cubicBezTo>
                <a:close/>
                <a:moveTo>
                  <a:pt x="1786371" y="434129"/>
                </a:moveTo>
                <a:lnTo>
                  <a:pt x="1795434" y="434129"/>
                </a:lnTo>
                <a:cubicBezTo>
                  <a:pt x="1795762" y="434129"/>
                  <a:pt x="1796222" y="434588"/>
                  <a:pt x="1796222" y="434588"/>
                </a:cubicBezTo>
                <a:lnTo>
                  <a:pt x="1800754" y="442469"/>
                </a:lnTo>
                <a:cubicBezTo>
                  <a:pt x="1800886" y="442732"/>
                  <a:pt x="1800754" y="443323"/>
                  <a:pt x="1800754" y="443323"/>
                </a:cubicBezTo>
                <a:lnTo>
                  <a:pt x="1796222" y="451205"/>
                </a:lnTo>
                <a:cubicBezTo>
                  <a:pt x="1796026" y="451468"/>
                  <a:pt x="1795434" y="451665"/>
                  <a:pt x="1795434" y="451665"/>
                </a:cubicBezTo>
                <a:lnTo>
                  <a:pt x="1795395" y="451665"/>
                </a:lnTo>
                <a:lnTo>
                  <a:pt x="1795352" y="451691"/>
                </a:lnTo>
                <a:lnTo>
                  <a:pt x="1786287" y="451691"/>
                </a:lnTo>
                <a:cubicBezTo>
                  <a:pt x="1785960" y="451691"/>
                  <a:pt x="1785499" y="451231"/>
                  <a:pt x="1785499" y="451231"/>
                </a:cubicBezTo>
                <a:lnTo>
                  <a:pt x="1780967" y="443349"/>
                </a:lnTo>
                <a:cubicBezTo>
                  <a:pt x="1780835" y="443087"/>
                  <a:pt x="1780967" y="442495"/>
                  <a:pt x="1780967" y="442495"/>
                </a:cubicBezTo>
                <a:lnTo>
                  <a:pt x="1785499" y="434614"/>
                </a:lnTo>
                <a:cubicBezTo>
                  <a:pt x="1785696" y="434351"/>
                  <a:pt x="1786287" y="434154"/>
                  <a:pt x="1786287" y="434154"/>
                </a:cubicBezTo>
                <a:lnTo>
                  <a:pt x="1786326" y="434154"/>
                </a:lnTo>
                <a:close/>
                <a:moveTo>
                  <a:pt x="8654892" y="434127"/>
                </a:moveTo>
                <a:lnTo>
                  <a:pt x="8663955" y="434127"/>
                </a:lnTo>
                <a:cubicBezTo>
                  <a:pt x="8664285" y="434127"/>
                  <a:pt x="8664744" y="434585"/>
                  <a:pt x="8664744" y="434585"/>
                </a:cubicBezTo>
                <a:lnTo>
                  <a:pt x="8669277" y="442467"/>
                </a:lnTo>
                <a:cubicBezTo>
                  <a:pt x="8669408" y="442730"/>
                  <a:pt x="8669277" y="443322"/>
                  <a:pt x="8669277" y="443322"/>
                </a:cubicBezTo>
                <a:lnTo>
                  <a:pt x="8664744" y="451203"/>
                </a:lnTo>
                <a:cubicBezTo>
                  <a:pt x="8664548" y="451466"/>
                  <a:pt x="8663955" y="451664"/>
                  <a:pt x="8663955" y="451664"/>
                </a:cubicBezTo>
                <a:lnTo>
                  <a:pt x="8654892" y="451664"/>
                </a:lnTo>
                <a:cubicBezTo>
                  <a:pt x="8654565" y="451664"/>
                  <a:pt x="8654104" y="451203"/>
                  <a:pt x="8654104" y="451203"/>
                </a:cubicBezTo>
                <a:lnTo>
                  <a:pt x="8649572" y="443322"/>
                </a:lnTo>
                <a:cubicBezTo>
                  <a:pt x="8649441" y="443058"/>
                  <a:pt x="8649572" y="442467"/>
                  <a:pt x="8649572" y="442467"/>
                </a:cubicBezTo>
                <a:lnTo>
                  <a:pt x="8654104" y="434585"/>
                </a:lnTo>
                <a:cubicBezTo>
                  <a:pt x="8654301" y="434323"/>
                  <a:pt x="8654892" y="434127"/>
                  <a:pt x="8654892" y="434127"/>
                </a:cubicBezTo>
                <a:close/>
                <a:moveTo>
                  <a:pt x="5856508" y="434126"/>
                </a:moveTo>
                <a:lnTo>
                  <a:pt x="5865571" y="434126"/>
                </a:lnTo>
                <a:cubicBezTo>
                  <a:pt x="5865900" y="434126"/>
                  <a:pt x="5866359" y="434585"/>
                  <a:pt x="5866359" y="434585"/>
                </a:cubicBezTo>
                <a:lnTo>
                  <a:pt x="5870891" y="442466"/>
                </a:lnTo>
                <a:cubicBezTo>
                  <a:pt x="5871023" y="442728"/>
                  <a:pt x="5870891" y="443320"/>
                  <a:pt x="5870891" y="443320"/>
                </a:cubicBezTo>
                <a:lnTo>
                  <a:pt x="5866359" y="451202"/>
                </a:lnTo>
                <a:cubicBezTo>
                  <a:pt x="5866163" y="451465"/>
                  <a:pt x="5865571" y="451662"/>
                  <a:pt x="5865571" y="451662"/>
                </a:cubicBezTo>
                <a:lnTo>
                  <a:pt x="5856508" y="451662"/>
                </a:lnTo>
                <a:cubicBezTo>
                  <a:pt x="5856178" y="451662"/>
                  <a:pt x="5855720" y="451202"/>
                  <a:pt x="5855720" y="451202"/>
                </a:cubicBezTo>
                <a:lnTo>
                  <a:pt x="5851187" y="443320"/>
                </a:lnTo>
                <a:cubicBezTo>
                  <a:pt x="5851055" y="443057"/>
                  <a:pt x="5851187" y="442466"/>
                  <a:pt x="5851187" y="442466"/>
                </a:cubicBezTo>
                <a:lnTo>
                  <a:pt x="5855720" y="434585"/>
                </a:lnTo>
                <a:cubicBezTo>
                  <a:pt x="5855916" y="434322"/>
                  <a:pt x="5856508" y="434126"/>
                  <a:pt x="5856508" y="434126"/>
                </a:cubicBezTo>
                <a:close/>
                <a:moveTo>
                  <a:pt x="4330157" y="434117"/>
                </a:moveTo>
                <a:lnTo>
                  <a:pt x="4339222" y="434117"/>
                </a:lnTo>
                <a:cubicBezTo>
                  <a:pt x="4339550" y="434117"/>
                  <a:pt x="4340010" y="434576"/>
                  <a:pt x="4340010" y="434576"/>
                </a:cubicBezTo>
                <a:lnTo>
                  <a:pt x="4344540" y="442458"/>
                </a:lnTo>
                <a:cubicBezTo>
                  <a:pt x="4344672" y="442720"/>
                  <a:pt x="4344540" y="443311"/>
                  <a:pt x="4344540" y="443311"/>
                </a:cubicBezTo>
                <a:lnTo>
                  <a:pt x="4340010" y="451193"/>
                </a:lnTo>
                <a:cubicBezTo>
                  <a:pt x="4339812" y="451456"/>
                  <a:pt x="4339222" y="451653"/>
                  <a:pt x="4339222" y="451653"/>
                </a:cubicBezTo>
                <a:lnTo>
                  <a:pt x="4330157" y="451653"/>
                </a:lnTo>
                <a:cubicBezTo>
                  <a:pt x="4329829" y="451653"/>
                  <a:pt x="4329369" y="451193"/>
                  <a:pt x="4329369" y="451193"/>
                </a:cubicBezTo>
                <a:lnTo>
                  <a:pt x="4324836" y="443311"/>
                </a:lnTo>
                <a:cubicBezTo>
                  <a:pt x="4324706" y="443048"/>
                  <a:pt x="4324836" y="442458"/>
                  <a:pt x="4324836" y="442458"/>
                </a:cubicBezTo>
                <a:lnTo>
                  <a:pt x="4329369" y="434576"/>
                </a:lnTo>
                <a:cubicBezTo>
                  <a:pt x="4329565" y="434314"/>
                  <a:pt x="4330157" y="434117"/>
                  <a:pt x="4330157" y="434117"/>
                </a:cubicBezTo>
                <a:close/>
                <a:moveTo>
                  <a:pt x="9163654" y="434113"/>
                </a:moveTo>
                <a:lnTo>
                  <a:pt x="9172718" y="434113"/>
                </a:lnTo>
                <a:cubicBezTo>
                  <a:pt x="9173046" y="434113"/>
                  <a:pt x="9173506" y="434572"/>
                  <a:pt x="9173506" y="434572"/>
                </a:cubicBezTo>
                <a:lnTo>
                  <a:pt x="9178038" y="442454"/>
                </a:lnTo>
                <a:cubicBezTo>
                  <a:pt x="9178169" y="442717"/>
                  <a:pt x="9178038" y="443308"/>
                  <a:pt x="9178038" y="443308"/>
                </a:cubicBezTo>
                <a:lnTo>
                  <a:pt x="9173506" y="451190"/>
                </a:lnTo>
                <a:cubicBezTo>
                  <a:pt x="9173309" y="451453"/>
                  <a:pt x="9172718" y="451650"/>
                  <a:pt x="9172718" y="451650"/>
                </a:cubicBezTo>
                <a:lnTo>
                  <a:pt x="9163654" y="451650"/>
                </a:lnTo>
                <a:cubicBezTo>
                  <a:pt x="9163326" y="451650"/>
                  <a:pt x="9162866" y="451190"/>
                  <a:pt x="9162866" y="451190"/>
                </a:cubicBezTo>
                <a:lnTo>
                  <a:pt x="9158333" y="443308"/>
                </a:lnTo>
                <a:cubicBezTo>
                  <a:pt x="9158202" y="443046"/>
                  <a:pt x="9158333" y="442454"/>
                  <a:pt x="9158333" y="442454"/>
                </a:cubicBezTo>
                <a:lnTo>
                  <a:pt x="9162866" y="434572"/>
                </a:lnTo>
                <a:cubicBezTo>
                  <a:pt x="9163062" y="434310"/>
                  <a:pt x="9163654" y="434113"/>
                  <a:pt x="9163654" y="434113"/>
                </a:cubicBezTo>
                <a:close/>
                <a:moveTo>
                  <a:pt x="5347746" y="434113"/>
                </a:moveTo>
                <a:lnTo>
                  <a:pt x="5356810" y="434113"/>
                </a:lnTo>
                <a:cubicBezTo>
                  <a:pt x="5357138" y="434113"/>
                  <a:pt x="5357598" y="434572"/>
                  <a:pt x="5357598" y="434572"/>
                </a:cubicBezTo>
                <a:lnTo>
                  <a:pt x="5362130" y="442454"/>
                </a:lnTo>
                <a:cubicBezTo>
                  <a:pt x="5362261" y="442715"/>
                  <a:pt x="5362130" y="443308"/>
                  <a:pt x="5362130" y="443308"/>
                </a:cubicBezTo>
                <a:lnTo>
                  <a:pt x="5357598" y="451190"/>
                </a:lnTo>
                <a:cubicBezTo>
                  <a:pt x="5357401" y="451452"/>
                  <a:pt x="5356810" y="451649"/>
                  <a:pt x="5356810" y="451649"/>
                </a:cubicBezTo>
                <a:lnTo>
                  <a:pt x="5347746" y="451649"/>
                </a:lnTo>
                <a:cubicBezTo>
                  <a:pt x="5347418" y="451649"/>
                  <a:pt x="5346958" y="451190"/>
                  <a:pt x="5346958" y="451190"/>
                </a:cubicBezTo>
                <a:lnTo>
                  <a:pt x="5342425" y="443308"/>
                </a:lnTo>
                <a:cubicBezTo>
                  <a:pt x="5342295" y="443045"/>
                  <a:pt x="5342425" y="442454"/>
                  <a:pt x="5342425" y="442454"/>
                </a:cubicBezTo>
                <a:lnTo>
                  <a:pt x="5346958" y="434572"/>
                </a:lnTo>
                <a:cubicBezTo>
                  <a:pt x="5347154" y="434310"/>
                  <a:pt x="5347746" y="434113"/>
                  <a:pt x="5347746" y="434113"/>
                </a:cubicBezTo>
                <a:close/>
                <a:moveTo>
                  <a:pt x="4838919" y="434113"/>
                </a:moveTo>
                <a:lnTo>
                  <a:pt x="4847982" y="434113"/>
                </a:lnTo>
                <a:cubicBezTo>
                  <a:pt x="4848311" y="434113"/>
                  <a:pt x="4848772" y="434572"/>
                  <a:pt x="4848772" y="434572"/>
                </a:cubicBezTo>
                <a:lnTo>
                  <a:pt x="4853303" y="442454"/>
                </a:lnTo>
                <a:cubicBezTo>
                  <a:pt x="4853435" y="442717"/>
                  <a:pt x="4853303" y="443308"/>
                  <a:pt x="4853303" y="443308"/>
                </a:cubicBezTo>
                <a:lnTo>
                  <a:pt x="4848772" y="451190"/>
                </a:lnTo>
                <a:cubicBezTo>
                  <a:pt x="4848575" y="451453"/>
                  <a:pt x="4847982" y="451649"/>
                  <a:pt x="4847982" y="451649"/>
                </a:cubicBezTo>
                <a:lnTo>
                  <a:pt x="4838919" y="451649"/>
                </a:lnTo>
                <a:cubicBezTo>
                  <a:pt x="4838590" y="451649"/>
                  <a:pt x="4838132" y="451190"/>
                  <a:pt x="4838132" y="451190"/>
                </a:cubicBezTo>
                <a:lnTo>
                  <a:pt x="4833598" y="443308"/>
                </a:lnTo>
                <a:cubicBezTo>
                  <a:pt x="4833467" y="443045"/>
                  <a:pt x="4833598" y="442454"/>
                  <a:pt x="4833598" y="442454"/>
                </a:cubicBezTo>
                <a:lnTo>
                  <a:pt x="4838132" y="434572"/>
                </a:lnTo>
                <a:cubicBezTo>
                  <a:pt x="4838328" y="434310"/>
                  <a:pt x="4838919" y="434113"/>
                  <a:pt x="4838919" y="434113"/>
                </a:cubicBezTo>
                <a:close/>
                <a:moveTo>
                  <a:pt x="4584538" y="434113"/>
                </a:moveTo>
                <a:lnTo>
                  <a:pt x="4593603" y="434113"/>
                </a:lnTo>
                <a:cubicBezTo>
                  <a:pt x="4593932" y="434113"/>
                  <a:pt x="4594390" y="434571"/>
                  <a:pt x="4594390" y="434571"/>
                </a:cubicBezTo>
                <a:lnTo>
                  <a:pt x="4598922" y="442453"/>
                </a:lnTo>
                <a:cubicBezTo>
                  <a:pt x="4599054" y="442715"/>
                  <a:pt x="4598922" y="443308"/>
                  <a:pt x="4598922" y="443308"/>
                </a:cubicBezTo>
                <a:lnTo>
                  <a:pt x="4594390" y="451189"/>
                </a:lnTo>
                <a:cubicBezTo>
                  <a:pt x="4594193" y="451452"/>
                  <a:pt x="4593603" y="451649"/>
                  <a:pt x="4593603" y="451649"/>
                </a:cubicBezTo>
                <a:lnTo>
                  <a:pt x="4584538" y="451649"/>
                </a:lnTo>
                <a:cubicBezTo>
                  <a:pt x="4584210" y="451649"/>
                  <a:pt x="4583749" y="451189"/>
                  <a:pt x="4583749" y="451189"/>
                </a:cubicBezTo>
                <a:lnTo>
                  <a:pt x="4579218" y="443308"/>
                </a:lnTo>
                <a:cubicBezTo>
                  <a:pt x="4579087" y="443045"/>
                  <a:pt x="4579218" y="442453"/>
                  <a:pt x="4579218" y="442453"/>
                </a:cubicBezTo>
                <a:lnTo>
                  <a:pt x="4583749" y="434571"/>
                </a:lnTo>
                <a:cubicBezTo>
                  <a:pt x="4583948" y="434310"/>
                  <a:pt x="4584538" y="434113"/>
                  <a:pt x="4584538" y="434113"/>
                </a:cubicBezTo>
                <a:close/>
                <a:moveTo>
                  <a:pt x="7891684" y="434112"/>
                </a:moveTo>
                <a:lnTo>
                  <a:pt x="7900748" y="434112"/>
                </a:lnTo>
                <a:cubicBezTo>
                  <a:pt x="7901076" y="434112"/>
                  <a:pt x="7901536" y="434571"/>
                  <a:pt x="7901536" y="434571"/>
                </a:cubicBezTo>
                <a:lnTo>
                  <a:pt x="7906067" y="442453"/>
                </a:lnTo>
                <a:cubicBezTo>
                  <a:pt x="7906199" y="442715"/>
                  <a:pt x="7906067" y="443305"/>
                  <a:pt x="7906067" y="443305"/>
                </a:cubicBezTo>
                <a:lnTo>
                  <a:pt x="7901536" y="451189"/>
                </a:lnTo>
                <a:cubicBezTo>
                  <a:pt x="7901339" y="451452"/>
                  <a:pt x="7900748" y="451649"/>
                  <a:pt x="7900748" y="451649"/>
                </a:cubicBezTo>
                <a:lnTo>
                  <a:pt x="7891684" y="451649"/>
                </a:lnTo>
                <a:cubicBezTo>
                  <a:pt x="7891355" y="451649"/>
                  <a:pt x="7890896" y="451189"/>
                  <a:pt x="7890896" y="451189"/>
                </a:cubicBezTo>
                <a:lnTo>
                  <a:pt x="7886363" y="443305"/>
                </a:lnTo>
                <a:cubicBezTo>
                  <a:pt x="7886233" y="443044"/>
                  <a:pt x="7886363" y="442453"/>
                  <a:pt x="7886363" y="442453"/>
                </a:cubicBezTo>
                <a:lnTo>
                  <a:pt x="7890896" y="434571"/>
                </a:lnTo>
                <a:cubicBezTo>
                  <a:pt x="7891093" y="434309"/>
                  <a:pt x="7891684" y="434112"/>
                  <a:pt x="7891684" y="434112"/>
                </a:cubicBezTo>
                <a:close/>
                <a:moveTo>
                  <a:pt x="2040647" y="434112"/>
                </a:moveTo>
                <a:lnTo>
                  <a:pt x="2049710" y="434112"/>
                </a:lnTo>
                <a:lnTo>
                  <a:pt x="2049811" y="434171"/>
                </a:lnTo>
                <a:lnTo>
                  <a:pt x="2049872" y="434171"/>
                </a:lnTo>
                <a:cubicBezTo>
                  <a:pt x="2050201" y="434171"/>
                  <a:pt x="2050660" y="434630"/>
                  <a:pt x="2050660" y="434630"/>
                </a:cubicBezTo>
                <a:lnTo>
                  <a:pt x="2055191" y="442511"/>
                </a:lnTo>
                <a:cubicBezTo>
                  <a:pt x="2055323" y="442775"/>
                  <a:pt x="2055191" y="443366"/>
                  <a:pt x="2055191" y="443366"/>
                </a:cubicBezTo>
                <a:lnTo>
                  <a:pt x="2050660" y="451248"/>
                </a:lnTo>
                <a:cubicBezTo>
                  <a:pt x="2050463" y="451511"/>
                  <a:pt x="2049872" y="451707"/>
                  <a:pt x="2049872" y="451707"/>
                </a:cubicBezTo>
                <a:lnTo>
                  <a:pt x="2040805" y="451707"/>
                </a:lnTo>
                <a:lnTo>
                  <a:pt x="2040706" y="451649"/>
                </a:lnTo>
                <a:lnTo>
                  <a:pt x="2040647" y="451649"/>
                </a:lnTo>
                <a:cubicBezTo>
                  <a:pt x="2040316" y="451649"/>
                  <a:pt x="2039859" y="451189"/>
                  <a:pt x="2039859" y="451189"/>
                </a:cubicBezTo>
                <a:lnTo>
                  <a:pt x="2035323" y="443306"/>
                </a:lnTo>
                <a:cubicBezTo>
                  <a:pt x="2035192" y="443045"/>
                  <a:pt x="2035323" y="442453"/>
                  <a:pt x="2035323" y="442453"/>
                </a:cubicBezTo>
                <a:lnTo>
                  <a:pt x="2039859" y="434571"/>
                </a:lnTo>
                <a:cubicBezTo>
                  <a:pt x="2040056" y="434309"/>
                  <a:pt x="2040647" y="434112"/>
                  <a:pt x="2040647" y="434112"/>
                </a:cubicBezTo>
                <a:close/>
                <a:moveTo>
                  <a:pt x="8400511" y="434108"/>
                </a:moveTo>
                <a:lnTo>
                  <a:pt x="8409575" y="434108"/>
                </a:lnTo>
                <a:cubicBezTo>
                  <a:pt x="8409904" y="434108"/>
                  <a:pt x="8410363" y="434568"/>
                  <a:pt x="8410363" y="434568"/>
                </a:cubicBezTo>
                <a:lnTo>
                  <a:pt x="8414896" y="442449"/>
                </a:lnTo>
                <a:cubicBezTo>
                  <a:pt x="8415027" y="442711"/>
                  <a:pt x="8414896" y="443302"/>
                  <a:pt x="8414896" y="443302"/>
                </a:cubicBezTo>
                <a:lnTo>
                  <a:pt x="8410363" y="451185"/>
                </a:lnTo>
                <a:cubicBezTo>
                  <a:pt x="8410166" y="451447"/>
                  <a:pt x="8409575" y="451644"/>
                  <a:pt x="8409575" y="451644"/>
                </a:cubicBezTo>
                <a:lnTo>
                  <a:pt x="8400511" y="451644"/>
                </a:lnTo>
                <a:cubicBezTo>
                  <a:pt x="8400184" y="451644"/>
                  <a:pt x="8399723" y="451185"/>
                  <a:pt x="8399723" y="451185"/>
                </a:cubicBezTo>
                <a:lnTo>
                  <a:pt x="8395191" y="443302"/>
                </a:lnTo>
                <a:cubicBezTo>
                  <a:pt x="8395060" y="443041"/>
                  <a:pt x="8395191" y="442449"/>
                  <a:pt x="8395191" y="442449"/>
                </a:cubicBezTo>
                <a:lnTo>
                  <a:pt x="8399723" y="434568"/>
                </a:lnTo>
                <a:cubicBezTo>
                  <a:pt x="8399920" y="434305"/>
                  <a:pt x="8400511" y="434108"/>
                  <a:pt x="8400511" y="434108"/>
                </a:cubicBezTo>
                <a:close/>
                <a:moveTo>
                  <a:pt x="3058243" y="434108"/>
                </a:moveTo>
                <a:lnTo>
                  <a:pt x="3067307" y="434108"/>
                </a:lnTo>
                <a:cubicBezTo>
                  <a:pt x="3067636" y="434108"/>
                  <a:pt x="3068097" y="434568"/>
                  <a:pt x="3068097" y="434568"/>
                </a:cubicBezTo>
                <a:lnTo>
                  <a:pt x="3072627" y="442449"/>
                </a:lnTo>
                <a:cubicBezTo>
                  <a:pt x="3072759" y="442711"/>
                  <a:pt x="3072627" y="443303"/>
                  <a:pt x="3072627" y="443303"/>
                </a:cubicBezTo>
                <a:lnTo>
                  <a:pt x="3068097" y="451185"/>
                </a:lnTo>
                <a:cubicBezTo>
                  <a:pt x="3067898" y="451448"/>
                  <a:pt x="3067307" y="451645"/>
                  <a:pt x="3067307" y="451645"/>
                </a:cubicBezTo>
                <a:lnTo>
                  <a:pt x="3058243" y="451645"/>
                </a:lnTo>
                <a:cubicBezTo>
                  <a:pt x="3057914" y="451645"/>
                  <a:pt x="3057454" y="451185"/>
                  <a:pt x="3057454" y="451185"/>
                </a:cubicBezTo>
                <a:lnTo>
                  <a:pt x="3052923" y="443303"/>
                </a:lnTo>
                <a:cubicBezTo>
                  <a:pt x="3052791" y="443041"/>
                  <a:pt x="3052923" y="442449"/>
                  <a:pt x="3052923" y="442449"/>
                </a:cubicBezTo>
                <a:lnTo>
                  <a:pt x="3057454" y="434568"/>
                </a:lnTo>
                <a:cubicBezTo>
                  <a:pt x="3057653" y="434305"/>
                  <a:pt x="3058243" y="434108"/>
                  <a:pt x="3058243" y="434108"/>
                </a:cubicBezTo>
                <a:close/>
                <a:moveTo>
                  <a:pt x="5093300" y="434106"/>
                </a:moveTo>
                <a:lnTo>
                  <a:pt x="5102364" y="434106"/>
                </a:lnTo>
                <a:cubicBezTo>
                  <a:pt x="5102693" y="434106"/>
                  <a:pt x="5103153" y="434566"/>
                  <a:pt x="5103153" y="434566"/>
                </a:cubicBezTo>
                <a:lnTo>
                  <a:pt x="5107684" y="442447"/>
                </a:lnTo>
                <a:cubicBezTo>
                  <a:pt x="5107815" y="442711"/>
                  <a:pt x="5107684" y="443301"/>
                  <a:pt x="5107684" y="443301"/>
                </a:cubicBezTo>
                <a:lnTo>
                  <a:pt x="5103153" y="451183"/>
                </a:lnTo>
                <a:cubicBezTo>
                  <a:pt x="5102955" y="451446"/>
                  <a:pt x="5102364" y="451643"/>
                  <a:pt x="5102364" y="451643"/>
                </a:cubicBezTo>
                <a:lnTo>
                  <a:pt x="5093300" y="451643"/>
                </a:lnTo>
                <a:cubicBezTo>
                  <a:pt x="5092972" y="451643"/>
                  <a:pt x="5092512" y="451183"/>
                  <a:pt x="5092512" y="451183"/>
                </a:cubicBezTo>
                <a:lnTo>
                  <a:pt x="5087979" y="443301"/>
                </a:lnTo>
                <a:cubicBezTo>
                  <a:pt x="5087848" y="443038"/>
                  <a:pt x="5087979" y="442447"/>
                  <a:pt x="5087979" y="442447"/>
                </a:cubicBezTo>
                <a:lnTo>
                  <a:pt x="5092512" y="434566"/>
                </a:lnTo>
                <a:cubicBezTo>
                  <a:pt x="5092708" y="434303"/>
                  <a:pt x="5093300" y="434106"/>
                  <a:pt x="5093300" y="434106"/>
                </a:cubicBezTo>
                <a:close/>
                <a:moveTo>
                  <a:pt x="2549404" y="434106"/>
                </a:moveTo>
                <a:lnTo>
                  <a:pt x="2558470" y="434106"/>
                </a:lnTo>
                <a:cubicBezTo>
                  <a:pt x="2558798" y="434106"/>
                  <a:pt x="2559258" y="434566"/>
                  <a:pt x="2559258" y="434566"/>
                </a:cubicBezTo>
                <a:lnTo>
                  <a:pt x="2563789" y="442447"/>
                </a:lnTo>
                <a:cubicBezTo>
                  <a:pt x="2563919" y="442710"/>
                  <a:pt x="2563789" y="443301"/>
                  <a:pt x="2563789" y="443301"/>
                </a:cubicBezTo>
                <a:lnTo>
                  <a:pt x="2559258" y="451183"/>
                </a:lnTo>
                <a:cubicBezTo>
                  <a:pt x="2559061" y="451446"/>
                  <a:pt x="2558470" y="451643"/>
                  <a:pt x="2558470" y="451643"/>
                </a:cubicBezTo>
                <a:lnTo>
                  <a:pt x="2549404" y="451643"/>
                </a:lnTo>
                <a:cubicBezTo>
                  <a:pt x="2549076" y="451643"/>
                  <a:pt x="2548615" y="451183"/>
                  <a:pt x="2548615" y="451183"/>
                </a:cubicBezTo>
                <a:lnTo>
                  <a:pt x="2544084" y="443301"/>
                </a:lnTo>
                <a:cubicBezTo>
                  <a:pt x="2543953" y="443038"/>
                  <a:pt x="2544084" y="442447"/>
                  <a:pt x="2544084" y="442447"/>
                </a:cubicBezTo>
                <a:lnTo>
                  <a:pt x="2548615" y="434566"/>
                </a:lnTo>
                <a:cubicBezTo>
                  <a:pt x="2548813" y="434303"/>
                  <a:pt x="2549404" y="434106"/>
                  <a:pt x="2549404" y="434106"/>
                </a:cubicBezTo>
                <a:close/>
                <a:moveTo>
                  <a:pt x="6874095" y="434105"/>
                </a:moveTo>
                <a:lnTo>
                  <a:pt x="6883159" y="434105"/>
                </a:lnTo>
                <a:cubicBezTo>
                  <a:pt x="6883488" y="434105"/>
                  <a:pt x="6883947" y="434565"/>
                  <a:pt x="6883947" y="434565"/>
                </a:cubicBezTo>
                <a:lnTo>
                  <a:pt x="6888480" y="442446"/>
                </a:lnTo>
                <a:cubicBezTo>
                  <a:pt x="6888611" y="442709"/>
                  <a:pt x="6888480" y="443300"/>
                  <a:pt x="6888480" y="443300"/>
                </a:cubicBezTo>
                <a:lnTo>
                  <a:pt x="6883947" y="451182"/>
                </a:lnTo>
                <a:cubicBezTo>
                  <a:pt x="6883751" y="451445"/>
                  <a:pt x="6883159" y="451642"/>
                  <a:pt x="6883159" y="451642"/>
                </a:cubicBezTo>
                <a:lnTo>
                  <a:pt x="6874095" y="451642"/>
                </a:lnTo>
                <a:cubicBezTo>
                  <a:pt x="6873768" y="451642"/>
                  <a:pt x="6873307" y="451182"/>
                  <a:pt x="6873307" y="451182"/>
                </a:cubicBezTo>
                <a:lnTo>
                  <a:pt x="6868775" y="443300"/>
                </a:lnTo>
                <a:cubicBezTo>
                  <a:pt x="6868644" y="443037"/>
                  <a:pt x="6868775" y="442446"/>
                  <a:pt x="6868775" y="442446"/>
                </a:cubicBezTo>
                <a:lnTo>
                  <a:pt x="6873307" y="434565"/>
                </a:lnTo>
                <a:cubicBezTo>
                  <a:pt x="6873504" y="434302"/>
                  <a:pt x="6874095" y="434105"/>
                  <a:pt x="6874095" y="434105"/>
                </a:cubicBezTo>
                <a:close/>
                <a:moveTo>
                  <a:pt x="7382923" y="434094"/>
                </a:moveTo>
                <a:lnTo>
                  <a:pt x="7391987" y="434094"/>
                </a:lnTo>
                <a:cubicBezTo>
                  <a:pt x="7392315" y="434094"/>
                  <a:pt x="7392775" y="434554"/>
                  <a:pt x="7392775" y="434554"/>
                </a:cubicBezTo>
                <a:lnTo>
                  <a:pt x="7397307" y="442435"/>
                </a:lnTo>
                <a:cubicBezTo>
                  <a:pt x="7397438" y="442698"/>
                  <a:pt x="7397307" y="443289"/>
                  <a:pt x="7397307" y="443289"/>
                </a:cubicBezTo>
                <a:lnTo>
                  <a:pt x="7392775" y="451172"/>
                </a:lnTo>
                <a:cubicBezTo>
                  <a:pt x="7392578" y="451434"/>
                  <a:pt x="7391987" y="451631"/>
                  <a:pt x="7391987" y="451631"/>
                </a:cubicBezTo>
                <a:lnTo>
                  <a:pt x="7382923" y="451631"/>
                </a:lnTo>
                <a:cubicBezTo>
                  <a:pt x="7382595" y="451631"/>
                  <a:pt x="7382135" y="451172"/>
                  <a:pt x="7382135" y="451172"/>
                </a:cubicBezTo>
                <a:lnTo>
                  <a:pt x="7377602" y="443289"/>
                </a:lnTo>
                <a:cubicBezTo>
                  <a:pt x="7377471" y="443025"/>
                  <a:pt x="7377602" y="442435"/>
                  <a:pt x="7377602" y="442435"/>
                </a:cubicBezTo>
                <a:lnTo>
                  <a:pt x="7382135" y="434554"/>
                </a:lnTo>
                <a:cubicBezTo>
                  <a:pt x="7382331" y="434291"/>
                  <a:pt x="7382923" y="434094"/>
                  <a:pt x="7382923" y="434094"/>
                </a:cubicBezTo>
                <a:close/>
                <a:moveTo>
                  <a:pt x="5380" y="434094"/>
                </a:moveTo>
                <a:lnTo>
                  <a:pt x="14444" y="434094"/>
                </a:lnTo>
                <a:lnTo>
                  <a:pt x="14574" y="434171"/>
                </a:lnTo>
                <a:lnTo>
                  <a:pt x="14668" y="434171"/>
                </a:lnTo>
                <a:cubicBezTo>
                  <a:pt x="14997" y="434171"/>
                  <a:pt x="15456" y="434630"/>
                  <a:pt x="15456" y="434630"/>
                </a:cubicBezTo>
                <a:lnTo>
                  <a:pt x="19988" y="442511"/>
                </a:lnTo>
                <a:cubicBezTo>
                  <a:pt x="20120" y="442775"/>
                  <a:pt x="19988" y="443366"/>
                  <a:pt x="19988" y="443366"/>
                </a:cubicBezTo>
                <a:lnTo>
                  <a:pt x="15456" y="451248"/>
                </a:lnTo>
                <a:cubicBezTo>
                  <a:pt x="15259" y="451511"/>
                  <a:pt x="14668" y="451707"/>
                  <a:pt x="14668" y="451707"/>
                </a:cubicBezTo>
                <a:lnTo>
                  <a:pt x="5605" y="451707"/>
                </a:lnTo>
                <a:lnTo>
                  <a:pt x="5475" y="451632"/>
                </a:lnTo>
                <a:lnTo>
                  <a:pt x="5380" y="451632"/>
                </a:lnTo>
                <a:cubicBezTo>
                  <a:pt x="5052" y="451632"/>
                  <a:pt x="4592" y="451173"/>
                  <a:pt x="4592" y="451173"/>
                </a:cubicBezTo>
                <a:lnTo>
                  <a:pt x="59" y="443289"/>
                </a:lnTo>
                <a:cubicBezTo>
                  <a:pt x="-72" y="443026"/>
                  <a:pt x="59" y="442435"/>
                  <a:pt x="59" y="442435"/>
                </a:cubicBezTo>
                <a:lnTo>
                  <a:pt x="4592" y="434555"/>
                </a:lnTo>
                <a:cubicBezTo>
                  <a:pt x="4789" y="434291"/>
                  <a:pt x="5380" y="434094"/>
                  <a:pt x="5380" y="434094"/>
                </a:cubicBezTo>
                <a:close/>
                <a:moveTo>
                  <a:pt x="8146065" y="434093"/>
                </a:moveTo>
                <a:lnTo>
                  <a:pt x="8155129" y="434093"/>
                </a:lnTo>
                <a:cubicBezTo>
                  <a:pt x="8155458" y="434093"/>
                  <a:pt x="8155917" y="434553"/>
                  <a:pt x="8155917" y="434553"/>
                </a:cubicBezTo>
                <a:lnTo>
                  <a:pt x="8160449" y="442434"/>
                </a:lnTo>
                <a:cubicBezTo>
                  <a:pt x="8160580" y="442697"/>
                  <a:pt x="8160449" y="443288"/>
                  <a:pt x="8160449" y="443288"/>
                </a:cubicBezTo>
                <a:lnTo>
                  <a:pt x="8155917" y="451169"/>
                </a:lnTo>
                <a:cubicBezTo>
                  <a:pt x="8155719" y="451432"/>
                  <a:pt x="8155129" y="451630"/>
                  <a:pt x="8155129" y="451630"/>
                </a:cubicBezTo>
                <a:lnTo>
                  <a:pt x="8146065" y="451630"/>
                </a:lnTo>
                <a:cubicBezTo>
                  <a:pt x="8145737" y="451630"/>
                  <a:pt x="8145277" y="451169"/>
                  <a:pt x="8145277" y="451169"/>
                </a:cubicBezTo>
                <a:lnTo>
                  <a:pt x="8140745" y="443288"/>
                </a:lnTo>
                <a:cubicBezTo>
                  <a:pt x="8140613" y="443025"/>
                  <a:pt x="8140745" y="442434"/>
                  <a:pt x="8140745" y="442434"/>
                </a:cubicBezTo>
                <a:lnTo>
                  <a:pt x="8145277" y="434553"/>
                </a:lnTo>
                <a:cubicBezTo>
                  <a:pt x="8145474" y="434290"/>
                  <a:pt x="8146065" y="434093"/>
                  <a:pt x="8146065" y="434093"/>
                </a:cubicBezTo>
                <a:close/>
                <a:moveTo>
                  <a:pt x="7637304" y="434089"/>
                </a:moveTo>
                <a:lnTo>
                  <a:pt x="7646367" y="434089"/>
                </a:lnTo>
                <a:cubicBezTo>
                  <a:pt x="7646696" y="434089"/>
                  <a:pt x="7647156" y="434548"/>
                  <a:pt x="7647156" y="434548"/>
                </a:cubicBezTo>
                <a:lnTo>
                  <a:pt x="7651687" y="442430"/>
                </a:lnTo>
                <a:cubicBezTo>
                  <a:pt x="7651819" y="442692"/>
                  <a:pt x="7651687" y="443284"/>
                  <a:pt x="7651687" y="443284"/>
                </a:cubicBezTo>
                <a:lnTo>
                  <a:pt x="7647156" y="451166"/>
                </a:lnTo>
                <a:cubicBezTo>
                  <a:pt x="7646958" y="451429"/>
                  <a:pt x="7646367" y="451626"/>
                  <a:pt x="7646367" y="451626"/>
                </a:cubicBezTo>
                <a:lnTo>
                  <a:pt x="7637304" y="451626"/>
                </a:lnTo>
                <a:cubicBezTo>
                  <a:pt x="7636975" y="451626"/>
                  <a:pt x="7636516" y="451166"/>
                  <a:pt x="7636516" y="451166"/>
                </a:cubicBezTo>
                <a:lnTo>
                  <a:pt x="7631983" y="443284"/>
                </a:lnTo>
                <a:cubicBezTo>
                  <a:pt x="7631851" y="443021"/>
                  <a:pt x="7631983" y="442430"/>
                  <a:pt x="7631983" y="442430"/>
                </a:cubicBezTo>
                <a:lnTo>
                  <a:pt x="7636516" y="434548"/>
                </a:lnTo>
                <a:cubicBezTo>
                  <a:pt x="7636713" y="434286"/>
                  <a:pt x="7637304" y="434089"/>
                  <a:pt x="7637304" y="434089"/>
                </a:cubicBezTo>
                <a:close/>
                <a:moveTo>
                  <a:pt x="10435623" y="434083"/>
                </a:moveTo>
                <a:lnTo>
                  <a:pt x="10444687" y="434083"/>
                </a:lnTo>
                <a:cubicBezTo>
                  <a:pt x="10445016" y="434083"/>
                  <a:pt x="10445475" y="434543"/>
                  <a:pt x="10445475" y="434543"/>
                </a:cubicBezTo>
                <a:lnTo>
                  <a:pt x="10450008" y="442424"/>
                </a:lnTo>
                <a:cubicBezTo>
                  <a:pt x="10450139" y="442687"/>
                  <a:pt x="10450008" y="443278"/>
                  <a:pt x="10450008" y="443278"/>
                </a:cubicBezTo>
                <a:lnTo>
                  <a:pt x="10445475" y="451161"/>
                </a:lnTo>
                <a:cubicBezTo>
                  <a:pt x="10445279" y="451423"/>
                  <a:pt x="10444687" y="451620"/>
                  <a:pt x="10444687" y="451620"/>
                </a:cubicBezTo>
                <a:lnTo>
                  <a:pt x="10435623" y="451620"/>
                </a:lnTo>
                <a:cubicBezTo>
                  <a:pt x="10435296" y="451620"/>
                  <a:pt x="10434835" y="451161"/>
                  <a:pt x="10434835" y="451161"/>
                </a:cubicBezTo>
                <a:lnTo>
                  <a:pt x="10430303" y="443278"/>
                </a:lnTo>
                <a:cubicBezTo>
                  <a:pt x="10430172" y="443015"/>
                  <a:pt x="10430303" y="442424"/>
                  <a:pt x="10430303" y="442424"/>
                </a:cubicBezTo>
                <a:lnTo>
                  <a:pt x="10434835" y="434543"/>
                </a:lnTo>
                <a:cubicBezTo>
                  <a:pt x="10435032" y="434280"/>
                  <a:pt x="10435623" y="434083"/>
                  <a:pt x="10435623" y="434083"/>
                </a:cubicBezTo>
                <a:close/>
                <a:moveTo>
                  <a:pt x="10181243" y="434083"/>
                </a:moveTo>
                <a:lnTo>
                  <a:pt x="10190306" y="434083"/>
                </a:lnTo>
                <a:cubicBezTo>
                  <a:pt x="10190636" y="434083"/>
                  <a:pt x="10191094" y="434543"/>
                  <a:pt x="10191094" y="434543"/>
                </a:cubicBezTo>
                <a:lnTo>
                  <a:pt x="10195627" y="442424"/>
                </a:lnTo>
                <a:cubicBezTo>
                  <a:pt x="10195759" y="442687"/>
                  <a:pt x="10195627" y="443278"/>
                  <a:pt x="10195627" y="443278"/>
                </a:cubicBezTo>
                <a:lnTo>
                  <a:pt x="10191094" y="451161"/>
                </a:lnTo>
                <a:cubicBezTo>
                  <a:pt x="10190897" y="451423"/>
                  <a:pt x="10190306" y="451620"/>
                  <a:pt x="10190306" y="451620"/>
                </a:cubicBezTo>
                <a:lnTo>
                  <a:pt x="10181243" y="451620"/>
                </a:lnTo>
                <a:cubicBezTo>
                  <a:pt x="10180915" y="451620"/>
                  <a:pt x="10180455" y="451161"/>
                  <a:pt x="10180455" y="451161"/>
                </a:cubicBezTo>
                <a:lnTo>
                  <a:pt x="10175923" y="443278"/>
                </a:lnTo>
                <a:cubicBezTo>
                  <a:pt x="10175791" y="443015"/>
                  <a:pt x="10175923" y="442424"/>
                  <a:pt x="10175923" y="442424"/>
                </a:cubicBezTo>
                <a:lnTo>
                  <a:pt x="10180455" y="434543"/>
                </a:lnTo>
                <a:cubicBezTo>
                  <a:pt x="10180652" y="434280"/>
                  <a:pt x="10181243" y="434083"/>
                  <a:pt x="10181243" y="434083"/>
                </a:cubicBezTo>
                <a:close/>
                <a:moveTo>
                  <a:pt x="9926862" y="434083"/>
                </a:moveTo>
                <a:lnTo>
                  <a:pt x="9935926" y="434083"/>
                </a:lnTo>
                <a:cubicBezTo>
                  <a:pt x="9936255" y="434083"/>
                  <a:pt x="9936714" y="434543"/>
                  <a:pt x="9936714" y="434543"/>
                </a:cubicBezTo>
                <a:lnTo>
                  <a:pt x="9941247" y="442424"/>
                </a:lnTo>
                <a:cubicBezTo>
                  <a:pt x="9941377" y="442687"/>
                  <a:pt x="9941247" y="443278"/>
                  <a:pt x="9941247" y="443278"/>
                </a:cubicBezTo>
                <a:lnTo>
                  <a:pt x="9936714" y="451161"/>
                </a:lnTo>
                <a:cubicBezTo>
                  <a:pt x="9936517" y="451423"/>
                  <a:pt x="9935926" y="451620"/>
                  <a:pt x="9935926" y="451620"/>
                </a:cubicBezTo>
                <a:lnTo>
                  <a:pt x="9926862" y="451620"/>
                </a:lnTo>
                <a:cubicBezTo>
                  <a:pt x="9926534" y="451620"/>
                  <a:pt x="9926074" y="451161"/>
                  <a:pt x="9926074" y="451161"/>
                </a:cubicBezTo>
                <a:lnTo>
                  <a:pt x="9921542" y="443278"/>
                </a:lnTo>
                <a:cubicBezTo>
                  <a:pt x="9921411" y="443015"/>
                  <a:pt x="9921542" y="442424"/>
                  <a:pt x="9921542" y="442424"/>
                </a:cubicBezTo>
                <a:lnTo>
                  <a:pt x="9926074" y="434543"/>
                </a:lnTo>
                <a:cubicBezTo>
                  <a:pt x="9926271" y="434280"/>
                  <a:pt x="9926862" y="434083"/>
                  <a:pt x="9926862" y="434083"/>
                </a:cubicBezTo>
                <a:close/>
                <a:moveTo>
                  <a:pt x="9672482" y="434083"/>
                </a:moveTo>
                <a:lnTo>
                  <a:pt x="9681546" y="434083"/>
                </a:lnTo>
                <a:cubicBezTo>
                  <a:pt x="9681873" y="434083"/>
                  <a:pt x="9682334" y="434543"/>
                  <a:pt x="9682334" y="434543"/>
                </a:cubicBezTo>
                <a:lnTo>
                  <a:pt x="9686866" y="442424"/>
                </a:lnTo>
                <a:cubicBezTo>
                  <a:pt x="9686997" y="442687"/>
                  <a:pt x="9686866" y="443278"/>
                  <a:pt x="9686866" y="443278"/>
                </a:cubicBezTo>
                <a:lnTo>
                  <a:pt x="9682334" y="451161"/>
                </a:lnTo>
                <a:cubicBezTo>
                  <a:pt x="9682137" y="451423"/>
                  <a:pt x="9681546" y="451620"/>
                  <a:pt x="9681546" y="451620"/>
                </a:cubicBezTo>
                <a:lnTo>
                  <a:pt x="9672482" y="451620"/>
                </a:lnTo>
                <a:cubicBezTo>
                  <a:pt x="9672153" y="451620"/>
                  <a:pt x="9671694" y="451161"/>
                  <a:pt x="9671694" y="451161"/>
                </a:cubicBezTo>
                <a:lnTo>
                  <a:pt x="9667161" y="443278"/>
                </a:lnTo>
                <a:cubicBezTo>
                  <a:pt x="9667031" y="443015"/>
                  <a:pt x="9667161" y="442424"/>
                  <a:pt x="9667161" y="442424"/>
                </a:cubicBezTo>
                <a:lnTo>
                  <a:pt x="9671694" y="434543"/>
                </a:lnTo>
                <a:cubicBezTo>
                  <a:pt x="9671891" y="434280"/>
                  <a:pt x="9672482" y="434083"/>
                  <a:pt x="9672482" y="434083"/>
                </a:cubicBezTo>
                <a:close/>
                <a:moveTo>
                  <a:pt x="8654892" y="217187"/>
                </a:moveTo>
                <a:lnTo>
                  <a:pt x="8663955" y="217187"/>
                </a:lnTo>
                <a:cubicBezTo>
                  <a:pt x="8664285" y="217187"/>
                  <a:pt x="8664744" y="217647"/>
                  <a:pt x="8664744" y="217647"/>
                </a:cubicBezTo>
                <a:lnTo>
                  <a:pt x="8669277" y="225528"/>
                </a:lnTo>
                <a:cubicBezTo>
                  <a:pt x="8669408" y="225791"/>
                  <a:pt x="8669277" y="226382"/>
                  <a:pt x="8669277" y="226382"/>
                </a:cubicBezTo>
                <a:lnTo>
                  <a:pt x="8664744" y="234265"/>
                </a:lnTo>
                <a:cubicBezTo>
                  <a:pt x="8664548" y="234527"/>
                  <a:pt x="8663955" y="234724"/>
                  <a:pt x="8663955" y="234724"/>
                </a:cubicBezTo>
                <a:lnTo>
                  <a:pt x="8654892" y="234724"/>
                </a:lnTo>
                <a:cubicBezTo>
                  <a:pt x="8654565" y="234724"/>
                  <a:pt x="8654104" y="234265"/>
                  <a:pt x="8654104" y="234265"/>
                </a:cubicBezTo>
                <a:lnTo>
                  <a:pt x="8649572" y="226382"/>
                </a:lnTo>
                <a:cubicBezTo>
                  <a:pt x="8649441" y="226119"/>
                  <a:pt x="8649572" y="225528"/>
                  <a:pt x="8649572" y="225528"/>
                </a:cubicBezTo>
                <a:lnTo>
                  <a:pt x="8654104" y="217647"/>
                </a:lnTo>
                <a:cubicBezTo>
                  <a:pt x="8654301" y="217384"/>
                  <a:pt x="8654892" y="217187"/>
                  <a:pt x="8654892" y="217187"/>
                </a:cubicBezTo>
                <a:close/>
                <a:moveTo>
                  <a:pt x="5093300" y="217186"/>
                </a:moveTo>
                <a:lnTo>
                  <a:pt x="5102364" y="217186"/>
                </a:lnTo>
                <a:cubicBezTo>
                  <a:pt x="5102693" y="217186"/>
                  <a:pt x="5103153" y="217645"/>
                  <a:pt x="5103153" y="217645"/>
                </a:cubicBezTo>
                <a:lnTo>
                  <a:pt x="5107684" y="225526"/>
                </a:lnTo>
                <a:cubicBezTo>
                  <a:pt x="5107815" y="225789"/>
                  <a:pt x="5107684" y="226380"/>
                  <a:pt x="5107684" y="226380"/>
                </a:cubicBezTo>
                <a:lnTo>
                  <a:pt x="5103153" y="234262"/>
                </a:lnTo>
                <a:cubicBezTo>
                  <a:pt x="5102955" y="234525"/>
                  <a:pt x="5102364" y="234722"/>
                  <a:pt x="5102364" y="234722"/>
                </a:cubicBezTo>
                <a:lnTo>
                  <a:pt x="5093300" y="234722"/>
                </a:lnTo>
                <a:cubicBezTo>
                  <a:pt x="5092972" y="234722"/>
                  <a:pt x="5092512" y="234262"/>
                  <a:pt x="5092512" y="234262"/>
                </a:cubicBezTo>
                <a:lnTo>
                  <a:pt x="5087979" y="226380"/>
                </a:lnTo>
                <a:cubicBezTo>
                  <a:pt x="5087848" y="226117"/>
                  <a:pt x="5087979" y="225526"/>
                  <a:pt x="5087979" y="225526"/>
                </a:cubicBezTo>
                <a:lnTo>
                  <a:pt x="5092512" y="217645"/>
                </a:lnTo>
                <a:cubicBezTo>
                  <a:pt x="5092708" y="217382"/>
                  <a:pt x="5093300" y="217186"/>
                  <a:pt x="5093300" y="217186"/>
                </a:cubicBezTo>
                <a:close/>
                <a:moveTo>
                  <a:pt x="8400511" y="217184"/>
                </a:moveTo>
                <a:lnTo>
                  <a:pt x="8409575" y="217184"/>
                </a:lnTo>
                <a:cubicBezTo>
                  <a:pt x="8409904" y="217184"/>
                  <a:pt x="8410363" y="217643"/>
                  <a:pt x="8410363" y="217643"/>
                </a:cubicBezTo>
                <a:lnTo>
                  <a:pt x="8414896" y="225524"/>
                </a:lnTo>
                <a:cubicBezTo>
                  <a:pt x="8415027" y="225787"/>
                  <a:pt x="8414896" y="226378"/>
                  <a:pt x="8414896" y="226378"/>
                </a:cubicBezTo>
                <a:lnTo>
                  <a:pt x="8410363" y="234260"/>
                </a:lnTo>
                <a:cubicBezTo>
                  <a:pt x="8410166" y="234523"/>
                  <a:pt x="8409575" y="234721"/>
                  <a:pt x="8409575" y="234721"/>
                </a:cubicBezTo>
                <a:lnTo>
                  <a:pt x="8400511" y="234721"/>
                </a:lnTo>
                <a:cubicBezTo>
                  <a:pt x="8400184" y="234721"/>
                  <a:pt x="8399723" y="234260"/>
                  <a:pt x="8399723" y="234260"/>
                </a:cubicBezTo>
                <a:lnTo>
                  <a:pt x="8395191" y="226378"/>
                </a:lnTo>
                <a:cubicBezTo>
                  <a:pt x="8395060" y="226115"/>
                  <a:pt x="8395191" y="225524"/>
                  <a:pt x="8395191" y="225524"/>
                </a:cubicBezTo>
                <a:lnTo>
                  <a:pt x="8399723" y="217643"/>
                </a:lnTo>
                <a:cubicBezTo>
                  <a:pt x="8399920" y="217380"/>
                  <a:pt x="8400511" y="217184"/>
                  <a:pt x="8400511" y="217184"/>
                </a:cubicBezTo>
                <a:close/>
                <a:moveTo>
                  <a:pt x="2295170" y="217183"/>
                </a:moveTo>
                <a:lnTo>
                  <a:pt x="2304234" y="217183"/>
                </a:lnTo>
                <a:cubicBezTo>
                  <a:pt x="2304563" y="217183"/>
                  <a:pt x="2305023" y="217643"/>
                  <a:pt x="2305023" y="217643"/>
                </a:cubicBezTo>
                <a:lnTo>
                  <a:pt x="2309554" y="225524"/>
                </a:lnTo>
                <a:cubicBezTo>
                  <a:pt x="2309686" y="225787"/>
                  <a:pt x="2309554" y="226378"/>
                  <a:pt x="2309554" y="226378"/>
                </a:cubicBezTo>
                <a:lnTo>
                  <a:pt x="2305023" y="234260"/>
                </a:lnTo>
                <a:cubicBezTo>
                  <a:pt x="2304827" y="234523"/>
                  <a:pt x="2304234" y="234720"/>
                  <a:pt x="2304234" y="234720"/>
                </a:cubicBezTo>
                <a:lnTo>
                  <a:pt x="2295170" y="234720"/>
                </a:lnTo>
                <a:cubicBezTo>
                  <a:pt x="2294842" y="234720"/>
                  <a:pt x="2294383" y="234260"/>
                  <a:pt x="2294383" y="234260"/>
                </a:cubicBezTo>
                <a:lnTo>
                  <a:pt x="2289850" y="226378"/>
                </a:lnTo>
                <a:cubicBezTo>
                  <a:pt x="2289720" y="226115"/>
                  <a:pt x="2289850" y="225524"/>
                  <a:pt x="2289850" y="225524"/>
                </a:cubicBezTo>
                <a:lnTo>
                  <a:pt x="2294383" y="217643"/>
                </a:lnTo>
                <a:cubicBezTo>
                  <a:pt x="2294580" y="217380"/>
                  <a:pt x="2295170" y="217183"/>
                  <a:pt x="2295170" y="217183"/>
                </a:cubicBezTo>
                <a:close/>
                <a:moveTo>
                  <a:pt x="260009" y="217177"/>
                </a:moveTo>
                <a:lnTo>
                  <a:pt x="269073" y="217177"/>
                </a:lnTo>
                <a:lnTo>
                  <a:pt x="269087" y="217186"/>
                </a:lnTo>
                <a:lnTo>
                  <a:pt x="269089" y="217186"/>
                </a:lnTo>
                <a:cubicBezTo>
                  <a:pt x="269418" y="217186"/>
                  <a:pt x="269878" y="217646"/>
                  <a:pt x="269878" y="217646"/>
                </a:cubicBezTo>
                <a:lnTo>
                  <a:pt x="274409" y="225527"/>
                </a:lnTo>
                <a:cubicBezTo>
                  <a:pt x="274541" y="225790"/>
                  <a:pt x="274409" y="226381"/>
                  <a:pt x="274409" y="226381"/>
                </a:cubicBezTo>
                <a:lnTo>
                  <a:pt x="269878" y="234264"/>
                </a:lnTo>
                <a:cubicBezTo>
                  <a:pt x="269681" y="234526"/>
                  <a:pt x="269089" y="234723"/>
                  <a:pt x="269089" y="234723"/>
                </a:cubicBezTo>
                <a:lnTo>
                  <a:pt x="260026" y="234723"/>
                </a:lnTo>
                <a:lnTo>
                  <a:pt x="260010" y="234715"/>
                </a:lnTo>
                <a:lnTo>
                  <a:pt x="260009" y="234715"/>
                </a:lnTo>
                <a:cubicBezTo>
                  <a:pt x="259680" y="234715"/>
                  <a:pt x="259220" y="234255"/>
                  <a:pt x="259220" y="234255"/>
                </a:cubicBezTo>
                <a:lnTo>
                  <a:pt x="254688" y="226372"/>
                </a:lnTo>
                <a:cubicBezTo>
                  <a:pt x="254557" y="226110"/>
                  <a:pt x="254688" y="225517"/>
                  <a:pt x="254688" y="225517"/>
                </a:cubicBezTo>
                <a:lnTo>
                  <a:pt x="259220" y="217637"/>
                </a:lnTo>
                <a:cubicBezTo>
                  <a:pt x="259416" y="217374"/>
                  <a:pt x="260009" y="217177"/>
                  <a:pt x="260009" y="217177"/>
                </a:cubicBezTo>
                <a:close/>
                <a:moveTo>
                  <a:pt x="6110888" y="217169"/>
                </a:moveTo>
                <a:lnTo>
                  <a:pt x="6119953" y="217169"/>
                </a:lnTo>
                <a:cubicBezTo>
                  <a:pt x="6120280" y="217169"/>
                  <a:pt x="6120740" y="217628"/>
                  <a:pt x="6120740" y="217628"/>
                </a:cubicBezTo>
                <a:lnTo>
                  <a:pt x="6125272" y="225509"/>
                </a:lnTo>
                <a:cubicBezTo>
                  <a:pt x="6125403" y="225771"/>
                  <a:pt x="6125272" y="226364"/>
                  <a:pt x="6125272" y="226364"/>
                </a:cubicBezTo>
                <a:lnTo>
                  <a:pt x="6120740" y="234246"/>
                </a:lnTo>
                <a:cubicBezTo>
                  <a:pt x="6120543" y="234509"/>
                  <a:pt x="6119953" y="234706"/>
                  <a:pt x="6119953" y="234706"/>
                </a:cubicBezTo>
                <a:lnTo>
                  <a:pt x="6110888" y="234706"/>
                </a:lnTo>
                <a:cubicBezTo>
                  <a:pt x="6110560" y="234706"/>
                  <a:pt x="6110101" y="234246"/>
                  <a:pt x="6110101" y="234246"/>
                </a:cubicBezTo>
                <a:lnTo>
                  <a:pt x="6105567" y="226364"/>
                </a:lnTo>
                <a:cubicBezTo>
                  <a:pt x="6105436" y="226101"/>
                  <a:pt x="6105567" y="225509"/>
                  <a:pt x="6105567" y="225509"/>
                </a:cubicBezTo>
                <a:lnTo>
                  <a:pt x="6110101" y="217628"/>
                </a:lnTo>
                <a:cubicBezTo>
                  <a:pt x="6110296" y="217366"/>
                  <a:pt x="6110888" y="217169"/>
                  <a:pt x="6110888" y="217169"/>
                </a:cubicBezTo>
                <a:close/>
                <a:moveTo>
                  <a:pt x="7891684" y="217163"/>
                </a:moveTo>
                <a:lnTo>
                  <a:pt x="7900748" y="217163"/>
                </a:lnTo>
                <a:cubicBezTo>
                  <a:pt x="7901076" y="217163"/>
                  <a:pt x="7901536" y="217624"/>
                  <a:pt x="7901536" y="217624"/>
                </a:cubicBezTo>
                <a:lnTo>
                  <a:pt x="7906067" y="225504"/>
                </a:lnTo>
                <a:cubicBezTo>
                  <a:pt x="7906199" y="225768"/>
                  <a:pt x="7906067" y="226358"/>
                  <a:pt x="7906067" y="226358"/>
                </a:cubicBezTo>
                <a:lnTo>
                  <a:pt x="7901536" y="234239"/>
                </a:lnTo>
                <a:cubicBezTo>
                  <a:pt x="7901339" y="234503"/>
                  <a:pt x="7900748" y="234700"/>
                  <a:pt x="7900748" y="234700"/>
                </a:cubicBezTo>
                <a:lnTo>
                  <a:pt x="7891684" y="234700"/>
                </a:lnTo>
                <a:cubicBezTo>
                  <a:pt x="7891355" y="234700"/>
                  <a:pt x="7890896" y="234239"/>
                  <a:pt x="7890896" y="234239"/>
                </a:cubicBezTo>
                <a:lnTo>
                  <a:pt x="7886363" y="226358"/>
                </a:lnTo>
                <a:cubicBezTo>
                  <a:pt x="7886233" y="226095"/>
                  <a:pt x="7886363" y="225504"/>
                  <a:pt x="7886363" y="225504"/>
                </a:cubicBezTo>
                <a:lnTo>
                  <a:pt x="7890896" y="217624"/>
                </a:lnTo>
                <a:cubicBezTo>
                  <a:pt x="7891093" y="217360"/>
                  <a:pt x="7891684" y="217163"/>
                  <a:pt x="7891684" y="217163"/>
                </a:cubicBezTo>
                <a:close/>
                <a:moveTo>
                  <a:pt x="4838919" y="217163"/>
                </a:moveTo>
                <a:lnTo>
                  <a:pt x="4847982" y="217163"/>
                </a:lnTo>
                <a:cubicBezTo>
                  <a:pt x="4848311" y="217163"/>
                  <a:pt x="4848772" y="217624"/>
                  <a:pt x="4848772" y="217624"/>
                </a:cubicBezTo>
                <a:lnTo>
                  <a:pt x="4853303" y="225504"/>
                </a:lnTo>
                <a:cubicBezTo>
                  <a:pt x="4853435" y="225768"/>
                  <a:pt x="4853303" y="226358"/>
                  <a:pt x="4853303" y="226358"/>
                </a:cubicBezTo>
                <a:lnTo>
                  <a:pt x="4848772" y="234239"/>
                </a:lnTo>
                <a:cubicBezTo>
                  <a:pt x="4848575" y="234504"/>
                  <a:pt x="4847982" y="234701"/>
                  <a:pt x="4847982" y="234701"/>
                </a:cubicBezTo>
                <a:lnTo>
                  <a:pt x="4838919" y="234701"/>
                </a:lnTo>
                <a:cubicBezTo>
                  <a:pt x="4838590" y="234701"/>
                  <a:pt x="4838132" y="234239"/>
                  <a:pt x="4838132" y="234239"/>
                </a:cubicBezTo>
                <a:lnTo>
                  <a:pt x="4833598" y="226358"/>
                </a:lnTo>
                <a:cubicBezTo>
                  <a:pt x="4833467" y="226095"/>
                  <a:pt x="4833598" y="225504"/>
                  <a:pt x="4833598" y="225504"/>
                </a:cubicBezTo>
                <a:lnTo>
                  <a:pt x="4838132" y="217624"/>
                </a:lnTo>
                <a:cubicBezTo>
                  <a:pt x="4838328" y="217360"/>
                  <a:pt x="4838919" y="217163"/>
                  <a:pt x="4838919" y="217163"/>
                </a:cubicBezTo>
                <a:close/>
                <a:moveTo>
                  <a:pt x="7637304" y="217162"/>
                </a:moveTo>
                <a:lnTo>
                  <a:pt x="7646367" y="217162"/>
                </a:lnTo>
                <a:cubicBezTo>
                  <a:pt x="7646696" y="217162"/>
                  <a:pt x="7647156" y="217622"/>
                  <a:pt x="7647156" y="217622"/>
                </a:cubicBezTo>
                <a:lnTo>
                  <a:pt x="7651687" y="225502"/>
                </a:lnTo>
                <a:cubicBezTo>
                  <a:pt x="7651819" y="225766"/>
                  <a:pt x="7651687" y="226357"/>
                  <a:pt x="7651687" y="226357"/>
                </a:cubicBezTo>
                <a:lnTo>
                  <a:pt x="7647156" y="234239"/>
                </a:lnTo>
                <a:cubicBezTo>
                  <a:pt x="7646958" y="234502"/>
                  <a:pt x="7646367" y="234699"/>
                  <a:pt x="7646367" y="234699"/>
                </a:cubicBezTo>
                <a:lnTo>
                  <a:pt x="7637304" y="234699"/>
                </a:lnTo>
                <a:cubicBezTo>
                  <a:pt x="7636975" y="234699"/>
                  <a:pt x="7636516" y="234239"/>
                  <a:pt x="7636516" y="234239"/>
                </a:cubicBezTo>
                <a:lnTo>
                  <a:pt x="7631983" y="226357"/>
                </a:lnTo>
                <a:cubicBezTo>
                  <a:pt x="7631851" y="226094"/>
                  <a:pt x="7631983" y="225502"/>
                  <a:pt x="7631983" y="225502"/>
                </a:cubicBezTo>
                <a:lnTo>
                  <a:pt x="7636516" y="217622"/>
                </a:lnTo>
                <a:cubicBezTo>
                  <a:pt x="7636713" y="217359"/>
                  <a:pt x="7637304" y="217162"/>
                  <a:pt x="7637304" y="217162"/>
                </a:cubicBezTo>
                <a:close/>
                <a:moveTo>
                  <a:pt x="2549524" y="217161"/>
                </a:moveTo>
                <a:lnTo>
                  <a:pt x="2558590" y="217161"/>
                </a:lnTo>
                <a:cubicBezTo>
                  <a:pt x="2558918" y="217161"/>
                  <a:pt x="2559377" y="217621"/>
                  <a:pt x="2559377" y="217621"/>
                </a:cubicBezTo>
                <a:lnTo>
                  <a:pt x="2563911" y="225502"/>
                </a:lnTo>
                <a:cubicBezTo>
                  <a:pt x="2564042" y="225765"/>
                  <a:pt x="2563911" y="226356"/>
                  <a:pt x="2563911" y="226356"/>
                </a:cubicBezTo>
                <a:lnTo>
                  <a:pt x="2559377" y="234238"/>
                </a:lnTo>
                <a:cubicBezTo>
                  <a:pt x="2559181" y="234501"/>
                  <a:pt x="2558590" y="234698"/>
                  <a:pt x="2558590" y="234698"/>
                </a:cubicBezTo>
                <a:lnTo>
                  <a:pt x="2549524" y="234698"/>
                </a:lnTo>
                <a:cubicBezTo>
                  <a:pt x="2549197" y="234698"/>
                  <a:pt x="2548736" y="234238"/>
                  <a:pt x="2548736" y="234238"/>
                </a:cubicBezTo>
                <a:lnTo>
                  <a:pt x="2544204" y="226356"/>
                </a:lnTo>
                <a:cubicBezTo>
                  <a:pt x="2544073" y="226093"/>
                  <a:pt x="2544204" y="225502"/>
                  <a:pt x="2544204" y="225502"/>
                </a:cubicBezTo>
                <a:lnTo>
                  <a:pt x="2548736" y="217621"/>
                </a:lnTo>
                <a:cubicBezTo>
                  <a:pt x="2548933" y="217358"/>
                  <a:pt x="2549524" y="217161"/>
                  <a:pt x="2549524" y="217161"/>
                </a:cubicBezTo>
                <a:close/>
                <a:moveTo>
                  <a:pt x="9926861" y="217155"/>
                </a:moveTo>
                <a:lnTo>
                  <a:pt x="9935924" y="217155"/>
                </a:lnTo>
                <a:cubicBezTo>
                  <a:pt x="9936254" y="217155"/>
                  <a:pt x="9936713" y="217615"/>
                  <a:pt x="9936713" y="217615"/>
                </a:cubicBezTo>
                <a:lnTo>
                  <a:pt x="9941246" y="225497"/>
                </a:lnTo>
                <a:lnTo>
                  <a:pt x="9941246" y="225506"/>
                </a:lnTo>
                <a:lnTo>
                  <a:pt x="9941246" y="226350"/>
                </a:lnTo>
                <a:lnTo>
                  <a:pt x="9941246" y="226360"/>
                </a:lnTo>
                <a:lnTo>
                  <a:pt x="9936713" y="234244"/>
                </a:lnTo>
                <a:cubicBezTo>
                  <a:pt x="9936516" y="234507"/>
                  <a:pt x="9935924" y="234702"/>
                  <a:pt x="9935924" y="234702"/>
                </a:cubicBezTo>
                <a:lnTo>
                  <a:pt x="9926861" y="234702"/>
                </a:lnTo>
                <a:cubicBezTo>
                  <a:pt x="9926532" y="234702"/>
                  <a:pt x="9926073" y="234244"/>
                  <a:pt x="9926073" y="234244"/>
                </a:cubicBezTo>
                <a:lnTo>
                  <a:pt x="9921541" y="226360"/>
                </a:lnTo>
                <a:lnTo>
                  <a:pt x="9921541" y="226350"/>
                </a:lnTo>
                <a:lnTo>
                  <a:pt x="9921541" y="225506"/>
                </a:lnTo>
                <a:lnTo>
                  <a:pt x="9921541" y="225497"/>
                </a:lnTo>
                <a:lnTo>
                  <a:pt x="9926073" y="217615"/>
                </a:lnTo>
                <a:cubicBezTo>
                  <a:pt x="9926270" y="217354"/>
                  <a:pt x="9926861" y="217155"/>
                  <a:pt x="9926861" y="217155"/>
                </a:cubicBezTo>
                <a:close/>
                <a:moveTo>
                  <a:pt x="3312761" y="217155"/>
                </a:moveTo>
                <a:lnTo>
                  <a:pt x="3321826" y="217155"/>
                </a:lnTo>
                <a:cubicBezTo>
                  <a:pt x="3322154" y="217155"/>
                  <a:pt x="3322614" y="217615"/>
                  <a:pt x="3322614" y="217615"/>
                </a:cubicBezTo>
                <a:lnTo>
                  <a:pt x="3327146" y="225497"/>
                </a:lnTo>
                <a:cubicBezTo>
                  <a:pt x="3327277" y="225759"/>
                  <a:pt x="3327146" y="226350"/>
                  <a:pt x="3327146" y="226350"/>
                </a:cubicBezTo>
                <a:lnTo>
                  <a:pt x="3322614" y="234233"/>
                </a:lnTo>
                <a:cubicBezTo>
                  <a:pt x="3322417" y="234496"/>
                  <a:pt x="3321826" y="234693"/>
                  <a:pt x="3321826" y="234693"/>
                </a:cubicBezTo>
                <a:lnTo>
                  <a:pt x="3312761" y="234693"/>
                </a:lnTo>
                <a:cubicBezTo>
                  <a:pt x="3312433" y="234693"/>
                  <a:pt x="3311973" y="234233"/>
                  <a:pt x="3311973" y="234233"/>
                </a:cubicBezTo>
                <a:lnTo>
                  <a:pt x="3307440" y="226350"/>
                </a:lnTo>
                <a:cubicBezTo>
                  <a:pt x="3307309" y="226088"/>
                  <a:pt x="3307440" y="225497"/>
                  <a:pt x="3307440" y="225497"/>
                </a:cubicBezTo>
                <a:lnTo>
                  <a:pt x="3311973" y="217615"/>
                </a:lnTo>
                <a:cubicBezTo>
                  <a:pt x="3312170" y="217353"/>
                  <a:pt x="3312761" y="217155"/>
                  <a:pt x="3312761" y="217155"/>
                </a:cubicBezTo>
                <a:close/>
                <a:moveTo>
                  <a:pt x="3821543" y="217153"/>
                </a:moveTo>
                <a:lnTo>
                  <a:pt x="3830608" y="217153"/>
                </a:lnTo>
                <a:cubicBezTo>
                  <a:pt x="3830935" y="217153"/>
                  <a:pt x="3831395" y="217613"/>
                  <a:pt x="3831395" y="217613"/>
                </a:cubicBezTo>
                <a:lnTo>
                  <a:pt x="3835928" y="225494"/>
                </a:lnTo>
                <a:cubicBezTo>
                  <a:pt x="3836061" y="225757"/>
                  <a:pt x="3835928" y="226348"/>
                  <a:pt x="3835928" y="226348"/>
                </a:cubicBezTo>
                <a:lnTo>
                  <a:pt x="3831395" y="234231"/>
                </a:lnTo>
                <a:cubicBezTo>
                  <a:pt x="3831199" y="234493"/>
                  <a:pt x="3830608" y="234690"/>
                  <a:pt x="3830608" y="234690"/>
                </a:cubicBezTo>
                <a:lnTo>
                  <a:pt x="3821543" y="234690"/>
                </a:lnTo>
                <a:cubicBezTo>
                  <a:pt x="3821215" y="234690"/>
                  <a:pt x="3820754" y="234231"/>
                  <a:pt x="3820754" y="234231"/>
                </a:cubicBezTo>
                <a:lnTo>
                  <a:pt x="3816221" y="226348"/>
                </a:lnTo>
                <a:cubicBezTo>
                  <a:pt x="3816093" y="226086"/>
                  <a:pt x="3816221" y="225494"/>
                  <a:pt x="3816221" y="225494"/>
                </a:cubicBezTo>
                <a:lnTo>
                  <a:pt x="3820754" y="217613"/>
                </a:lnTo>
                <a:cubicBezTo>
                  <a:pt x="3820952" y="217350"/>
                  <a:pt x="3821543" y="217153"/>
                  <a:pt x="3821543" y="217153"/>
                </a:cubicBezTo>
                <a:close/>
                <a:moveTo>
                  <a:pt x="8909274" y="217150"/>
                </a:moveTo>
                <a:lnTo>
                  <a:pt x="8918336" y="217150"/>
                </a:lnTo>
                <a:cubicBezTo>
                  <a:pt x="8918666" y="217150"/>
                  <a:pt x="8919125" y="217610"/>
                  <a:pt x="8919125" y="217610"/>
                </a:cubicBezTo>
                <a:lnTo>
                  <a:pt x="8923657" y="225491"/>
                </a:lnTo>
                <a:cubicBezTo>
                  <a:pt x="8923789" y="225754"/>
                  <a:pt x="8923657" y="226345"/>
                  <a:pt x="8923657" y="226345"/>
                </a:cubicBezTo>
                <a:lnTo>
                  <a:pt x="8919125" y="234227"/>
                </a:lnTo>
                <a:cubicBezTo>
                  <a:pt x="8918928" y="234490"/>
                  <a:pt x="8918336" y="234687"/>
                  <a:pt x="8918336" y="234687"/>
                </a:cubicBezTo>
                <a:lnTo>
                  <a:pt x="8909274" y="234687"/>
                </a:lnTo>
                <a:cubicBezTo>
                  <a:pt x="8908945" y="234687"/>
                  <a:pt x="8908484" y="234227"/>
                  <a:pt x="8908484" y="234227"/>
                </a:cubicBezTo>
                <a:lnTo>
                  <a:pt x="8903953" y="226345"/>
                </a:lnTo>
                <a:cubicBezTo>
                  <a:pt x="8903821" y="226082"/>
                  <a:pt x="8903953" y="225491"/>
                  <a:pt x="8903953" y="225491"/>
                </a:cubicBezTo>
                <a:lnTo>
                  <a:pt x="8908484" y="217610"/>
                </a:lnTo>
                <a:cubicBezTo>
                  <a:pt x="8908681" y="217347"/>
                  <a:pt x="8909274" y="217150"/>
                  <a:pt x="8909274" y="217150"/>
                </a:cubicBezTo>
                <a:close/>
                <a:moveTo>
                  <a:pt x="9163654" y="217149"/>
                </a:moveTo>
                <a:lnTo>
                  <a:pt x="9172718" y="217149"/>
                </a:lnTo>
                <a:cubicBezTo>
                  <a:pt x="9173046" y="217149"/>
                  <a:pt x="9173506" y="217609"/>
                  <a:pt x="9173506" y="217609"/>
                </a:cubicBezTo>
                <a:lnTo>
                  <a:pt x="9178038" y="225490"/>
                </a:lnTo>
                <a:cubicBezTo>
                  <a:pt x="9178169" y="225753"/>
                  <a:pt x="9178038" y="226344"/>
                  <a:pt x="9178038" y="226344"/>
                </a:cubicBezTo>
                <a:lnTo>
                  <a:pt x="9173506" y="234226"/>
                </a:lnTo>
                <a:cubicBezTo>
                  <a:pt x="9173309" y="234489"/>
                  <a:pt x="9172718" y="234686"/>
                  <a:pt x="9172718" y="234686"/>
                </a:cubicBezTo>
                <a:lnTo>
                  <a:pt x="9163654" y="234686"/>
                </a:lnTo>
                <a:cubicBezTo>
                  <a:pt x="9163326" y="234686"/>
                  <a:pt x="9162866" y="234226"/>
                  <a:pt x="9162866" y="234226"/>
                </a:cubicBezTo>
                <a:lnTo>
                  <a:pt x="9158333" y="226344"/>
                </a:lnTo>
                <a:cubicBezTo>
                  <a:pt x="9158202" y="226081"/>
                  <a:pt x="9158333" y="225490"/>
                  <a:pt x="9158333" y="225490"/>
                </a:cubicBezTo>
                <a:lnTo>
                  <a:pt x="9162866" y="217609"/>
                </a:lnTo>
                <a:cubicBezTo>
                  <a:pt x="9163062" y="217346"/>
                  <a:pt x="9163654" y="217149"/>
                  <a:pt x="9163654" y="217149"/>
                </a:cubicBezTo>
                <a:close/>
                <a:moveTo>
                  <a:pt x="6874095" y="217148"/>
                </a:moveTo>
                <a:lnTo>
                  <a:pt x="6883159" y="217148"/>
                </a:lnTo>
                <a:cubicBezTo>
                  <a:pt x="6883488" y="217148"/>
                  <a:pt x="6883947" y="217606"/>
                  <a:pt x="6883947" y="217606"/>
                </a:cubicBezTo>
                <a:lnTo>
                  <a:pt x="6888480" y="225488"/>
                </a:lnTo>
                <a:cubicBezTo>
                  <a:pt x="6888611" y="225751"/>
                  <a:pt x="6888480" y="226342"/>
                  <a:pt x="6888480" y="226342"/>
                </a:cubicBezTo>
                <a:lnTo>
                  <a:pt x="6883947" y="234224"/>
                </a:lnTo>
                <a:cubicBezTo>
                  <a:pt x="6883751" y="234487"/>
                  <a:pt x="6883159" y="234685"/>
                  <a:pt x="6883159" y="234685"/>
                </a:cubicBezTo>
                <a:lnTo>
                  <a:pt x="6874095" y="234685"/>
                </a:lnTo>
                <a:cubicBezTo>
                  <a:pt x="6873768" y="234685"/>
                  <a:pt x="6873307" y="234224"/>
                  <a:pt x="6873307" y="234224"/>
                </a:cubicBezTo>
                <a:lnTo>
                  <a:pt x="6868775" y="226342"/>
                </a:lnTo>
                <a:cubicBezTo>
                  <a:pt x="6868644" y="226079"/>
                  <a:pt x="6868775" y="225488"/>
                  <a:pt x="6868775" y="225488"/>
                </a:cubicBezTo>
                <a:lnTo>
                  <a:pt x="6873307" y="217606"/>
                </a:lnTo>
                <a:cubicBezTo>
                  <a:pt x="6873504" y="217344"/>
                  <a:pt x="6874095" y="217148"/>
                  <a:pt x="6874095" y="217148"/>
                </a:cubicBezTo>
                <a:close/>
                <a:moveTo>
                  <a:pt x="5347746" y="217137"/>
                </a:moveTo>
                <a:lnTo>
                  <a:pt x="5356810" y="217137"/>
                </a:lnTo>
                <a:cubicBezTo>
                  <a:pt x="5357138" y="217137"/>
                  <a:pt x="5357598" y="217597"/>
                  <a:pt x="5357598" y="217597"/>
                </a:cubicBezTo>
                <a:lnTo>
                  <a:pt x="5362130" y="225478"/>
                </a:lnTo>
                <a:cubicBezTo>
                  <a:pt x="5362261" y="225741"/>
                  <a:pt x="5362130" y="226332"/>
                  <a:pt x="5362130" y="226332"/>
                </a:cubicBezTo>
                <a:lnTo>
                  <a:pt x="5357598" y="234214"/>
                </a:lnTo>
                <a:cubicBezTo>
                  <a:pt x="5357401" y="234477"/>
                  <a:pt x="5356810" y="234674"/>
                  <a:pt x="5356810" y="234674"/>
                </a:cubicBezTo>
                <a:lnTo>
                  <a:pt x="5347746" y="234674"/>
                </a:lnTo>
                <a:cubicBezTo>
                  <a:pt x="5347418" y="234674"/>
                  <a:pt x="5346958" y="234214"/>
                  <a:pt x="5346958" y="234214"/>
                </a:cubicBezTo>
                <a:lnTo>
                  <a:pt x="5342425" y="226332"/>
                </a:lnTo>
                <a:cubicBezTo>
                  <a:pt x="5342295" y="226069"/>
                  <a:pt x="5342425" y="225478"/>
                  <a:pt x="5342425" y="225478"/>
                </a:cubicBezTo>
                <a:lnTo>
                  <a:pt x="5346958" y="217597"/>
                </a:lnTo>
                <a:cubicBezTo>
                  <a:pt x="5347154" y="217334"/>
                  <a:pt x="5347746" y="217137"/>
                  <a:pt x="5347746" y="217137"/>
                </a:cubicBezTo>
                <a:close/>
                <a:moveTo>
                  <a:pt x="768683" y="217137"/>
                </a:moveTo>
                <a:lnTo>
                  <a:pt x="777747" y="217137"/>
                </a:lnTo>
                <a:lnTo>
                  <a:pt x="777809" y="217173"/>
                </a:lnTo>
                <a:lnTo>
                  <a:pt x="777881" y="217173"/>
                </a:lnTo>
                <a:cubicBezTo>
                  <a:pt x="778210" y="217173"/>
                  <a:pt x="778670" y="217633"/>
                  <a:pt x="778670" y="217633"/>
                </a:cubicBezTo>
                <a:lnTo>
                  <a:pt x="783201" y="225513"/>
                </a:lnTo>
                <a:cubicBezTo>
                  <a:pt x="783333" y="225777"/>
                  <a:pt x="783201" y="226368"/>
                  <a:pt x="783201" y="226368"/>
                </a:cubicBezTo>
                <a:lnTo>
                  <a:pt x="778670" y="234250"/>
                </a:lnTo>
                <a:cubicBezTo>
                  <a:pt x="778473" y="234513"/>
                  <a:pt x="777881" y="234710"/>
                  <a:pt x="777881" y="234710"/>
                </a:cubicBezTo>
                <a:lnTo>
                  <a:pt x="768818" y="234710"/>
                </a:lnTo>
                <a:lnTo>
                  <a:pt x="768755" y="234674"/>
                </a:lnTo>
                <a:lnTo>
                  <a:pt x="768683" y="234674"/>
                </a:lnTo>
                <a:cubicBezTo>
                  <a:pt x="768355" y="234674"/>
                  <a:pt x="767895" y="234214"/>
                  <a:pt x="767895" y="234214"/>
                </a:cubicBezTo>
                <a:lnTo>
                  <a:pt x="763362" y="226332"/>
                </a:lnTo>
                <a:cubicBezTo>
                  <a:pt x="763231" y="226068"/>
                  <a:pt x="763362" y="225478"/>
                  <a:pt x="763362" y="225478"/>
                </a:cubicBezTo>
                <a:lnTo>
                  <a:pt x="767895" y="217597"/>
                </a:lnTo>
                <a:cubicBezTo>
                  <a:pt x="768092" y="217334"/>
                  <a:pt x="768683" y="217137"/>
                  <a:pt x="768683" y="217137"/>
                </a:cubicBezTo>
                <a:close/>
                <a:moveTo>
                  <a:pt x="4330157" y="217136"/>
                </a:moveTo>
                <a:lnTo>
                  <a:pt x="4339222" y="217136"/>
                </a:lnTo>
                <a:cubicBezTo>
                  <a:pt x="4339550" y="217136"/>
                  <a:pt x="4340010" y="217596"/>
                  <a:pt x="4340010" y="217596"/>
                </a:cubicBezTo>
                <a:lnTo>
                  <a:pt x="4344540" y="225477"/>
                </a:lnTo>
                <a:cubicBezTo>
                  <a:pt x="4344672" y="225740"/>
                  <a:pt x="4344540" y="226331"/>
                  <a:pt x="4344540" y="226331"/>
                </a:cubicBezTo>
                <a:lnTo>
                  <a:pt x="4340010" y="234213"/>
                </a:lnTo>
                <a:cubicBezTo>
                  <a:pt x="4339812" y="234476"/>
                  <a:pt x="4339222" y="234673"/>
                  <a:pt x="4339222" y="234673"/>
                </a:cubicBezTo>
                <a:lnTo>
                  <a:pt x="4330157" y="234673"/>
                </a:lnTo>
                <a:cubicBezTo>
                  <a:pt x="4329829" y="234673"/>
                  <a:pt x="4329369" y="234213"/>
                  <a:pt x="4329369" y="234213"/>
                </a:cubicBezTo>
                <a:lnTo>
                  <a:pt x="4324836" y="226331"/>
                </a:lnTo>
                <a:cubicBezTo>
                  <a:pt x="4324706" y="226068"/>
                  <a:pt x="4324836" y="225477"/>
                  <a:pt x="4324836" y="225477"/>
                </a:cubicBezTo>
                <a:lnTo>
                  <a:pt x="4329369" y="217596"/>
                </a:lnTo>
                <a:cubicBezTo>
                  <a:pt x="4329565" y="217333"/>
                  <a:pt x="4330157" y="217136"/>
                  <a:pt x="4330157" y="217136"/>
                </a:cubicBezTo>
                <a:close/>
                <a:moveTo>
                  <a:pt x="5856508" y="217135"/>
                </a:moveTo>
                <a:lnTo>
                  <a:pt x="5865571" y="217135"/>
                </a:lnTo>
                <a:cubicBezTo>
                  <a:pt x="5865900" y="217135"/>
                  <a:pt x="5866359" y="217594"/>
                  <a:pt x="5866359" y="217594"/>
                </a:cubicBezTo>
                <a:lnTo>
                  <a:pt x="5870891" y="225476"/>
                </a:lnTo>
                <a:cubicBezTo>
                  <a:pt x="5871023" y="225739"/>
                  <a:pt x="5870891" y="226330"/>
                  <a:pt x="5870891" y="226330"/>
                </a:cubicBezTo>
                <a:lnTo>
                  <a:pt x="5866359" y="234212"/>
                </a:lnTo>
                <a:cubicBezTo>
                  <a:pt x="5866163" y="234475"/>
                  <a:pt x="5865571" y="234672"/>
                  <a:pt x="5865571" y="234672"/>
                </a:cubicBezTo>
                <a:lnTo>
                  <a:pt x="5856508" y="234672"/>
                </a:lnTo>
                <a:cubicBezTo>
                  <a:pt x="5856178" y="234672"/>
                  <a:pt x="5855720" y="234212"/>
                  <a:pt x="5855720" y="234212"/>
                </a:cubicBezTo>
                <a:lnTo>
                  <a:pt x="5851187" y="226330"/>
                </a:lnTo>
                <a:cubicBezTo>
                  <a:pt x="5851055" y="226067"/>
                  <a:pt x="5851187" y="225476"/>
                  <a:pt x="5851187" y="225476"/>
                </a:cubicBezTo>
                <a:lnTo>
                  <a:pt x="5855720" y="217594"/>
                </a:lnTo>
                <a:cubicBezTo>
                  <a:pt x="5855916" y="217332"/>
                  <a:pt x="5856508" y="217135"/>
                  <a:pt x="5856508" y="217135"/>
                </a:cubicBezTo>
                <a:close/>
                <a:moveTo>
                  <a:pt x="2040693" y="217132"/>
                </a:moveTo>
                <a:lnTo>
                  <a:pt x="2049757" y="217132"/>
                </a:lnTo>
                <a:lnTo>
                  <a:pt x="2049833" y="217177"/>
                </a:lnTo>
                <a:lnTo>
                  <a:pt x="2049893" y="217177"/>
                </a:lnTo>
                <a:cubicBezTo>
                  <a:pt x="2050222" y="217177"/>
                  <a:pt x="2050681" y="217637"/>
                  <a:pt x="2050681" y="217637"/>
                </a:cubicBezTo>
                <a:lnTo>
                  <a:pt x="2055213" y="225517"/>
                </a:lnTo>
                <a:cubicBezTo>
                  <a:pt x="2055344" y="225780"/>
                  <a:pt x="2055213" y="226372"/>
                  <a:pt x="2055213" y="226372"/>
                </a:cubicBezTo>
                <a:lnTo>
                  <a:pt x="2050681" y="234254"/>
                </a:lnTo>
                <a:cubicBezTo>
                  <a:pt x="2050484" y="234516"/>
                  <a:pt x="2049893" y="234715"/>
                  <a:pt x="2049893" y="234715"/>
                </a:cubicBezTo>
                <a:lnTo>
                  <a:pt x="2040827" y="234715"/>
                </a:lnTo>
                <a:lnTo>
                  <a:pt x="2040752" y="234671"/>
                </a:lnTo>
                <a:lnTo>
                  <a:pt x="2040693" y="234671"/>
                </a:lnTo>
                <a:cubicBezTo>
                  <a:pt x="2040363" y="234671"/>
                  <a:pt x="2039905" y="234210"/>
                  <a:pt x="2039905" y="234210"/>
                </a:cubicBezTo>
                <a:lnTo>
                  <a:pt x="2035372" y="226327"/>
                </a:lnTo>
                <a:cubicBezTo>
                  <a:pt x="2035240" y="226065"/>
                  <a:pt x="2035372" y="225474"/>
                  <a:pt x="2035372" y="225474"/>
                </a:cubicBezTo>
                <a:lnTo>
                  <a:pt x="2039905" y="217592"/>
                </a:lnTo>
                <a:cubicBezTo>
                  <a:pt x="2040100" y="217329"/>
                  <a:pt x="2040693" y="217132"/>
                  <a:pt x="2040693" y="217132"/>
                </a:cubicBezTo>
                <a:close/>
                <a:moveTo>
                  <a:pt x="6365334" y="217130"/>
                </a:moveTo>
                <a:lnTo>
                  <a:pt x="6374397" y="217130"/>
                </a:lnTo>
                <a:cubicBezTo>
                  <a:pt x="6374727" y="217130"/>
                  <a:pt x="6375186" y="217589"/>
                  <a:pt x="6375186" y="217589"/>
                </a:cubicBezTo>
                <a:lnTo>
                  <a:pt x="6379718" y="225470"/>
                </a:lnTo>
                <a:cubicBezTo>
                  <a:pt x="6379849" y="225733"/>
                  <a:pt x="6379718" y="226324"/>
                  <a:pt x="6379718" y="226324"/>
                </a:cubicBezTo>
                <a:lnTo>
                  <a:pt x="6375186" y="234207"/>
                </a:lnTo>
                <a:cubicBezTo>
                  <a:pt x="6374988" y="234469"/>
                  <a:pt x="6374397" y="234666"/>
                  <a:pt x="6374397" y="234666"/>
                </a:cubicBezTo>
                <a:lnTo>
                  <a:pt x="6365334" y="234666"/>
                </a:lnTo>
                <a:cubicBezTo>
                  <a:pt x="6365005" y="234666"/>
                  <a:pt x="6364546" y="234207"/>
                  <a:pt x="6364546" y="234207"/>
                </a:cubicBezTo>
                <a:lnTo>
                  <a:pt x="6360014" y="226324"/>
                </a:lnTo>
                <a:cubicBezTo>
                  <a:pt x="6359882" y="226061"/>
                  <a:pt x="6360014" y="225470"/>
                  <a:pt x="6360014" y="225470"/>
                </a:cubicBezTo>
                <a:lnTo>
                  <a:pt x="6364546" y="217589"/>
                </a:lnTo>
                <a:cubicBezTo>
                  <a:pt x="6364743" y="217326"/>
                  <a:pt x="6365334" y="217130"/>
                  <a:pt x="6365334" y="217130"/>
                </a:cubicBezTo>
                <a:close/>
                <a:moveTo>
                  <a:pt x="3567083" y="217127"/>
                </a:moveTo>
                <a:lnTo>
                  <a:pt x="3576149" y="217127"/>
                </a:lnTo>
                <a:cubicBezTo>
                  <a:pt x="3576477" y="217127"/>
                  <a:pt x="3576937" y="217587"/>
                  <a:pt x="3576937" y="217587"/>
                </a:cubicBezTo>
                <a:lnTo>
                  <a:pt x="3581469" y="225468"/>
                </a:lnTo>
                <a:cubicBezTo>
                  <a:pt x="3581601" y="225731"/>
                  <a:pt x="3581469" y="226322"/>
                  <a:pt x="3581469" y="226322"/>
                </a:cubicBezTo>
                <a:lnTo>
                  <a:pt x="3576937" y="234204"/>
                </a:lnTo>
                <a:cubicBezTo>
                  <a:pt x="3576740" y="234467"/>
                  <a:pt x="3576149" y="234664"/>
                  <a:pt x="3576149" y="234664"/>
                </a:cubicBezTo>
                <a:lnTo>
                  <a:pt x="3567083" y="234664"/>
                </a:lnTo>
                <a:cubicBezTo>
                  <a:pt x="3566754" y="234664"/>
                  <a:pt x="3566297" y="234204"/>
                  <a:pt x="3566297" y="234204"/>
                </a:cubicBezTo>
                <a:lnTo>
                  <a:pt x="3561763" y="226322"/>
                </a:lnTo>
                <a:cubicBezTo>
                  <a:pt x="3561631" y="226059"/>
                  <a:pt x="3561763" y="225468"/>
                  <a:pt x="3561763" y="225468"/>
                </a:cubicBezTo>
                <a:lnTo>
                  <a:pt x="3566297" y="217587"/>
                </a:lnTo>
                <a:cubicBezTo>
                  <a:pt x="3566493" y="217324"/>
                  <a:pt x="3567083" y="217127"/>
                  <a:pt x="3567083" y="217127"/>
                </a:cubicBezTo>
                <a:close/>
                <a:moveTo>
                  <a:pt x="514282" y="217125"/>
                </a:moveTo>
                <a:lnTo>
                  <a:pt x="523345" y="217125"/>
                </a:lnTo>
                <a:lnTo>
                  <a:pt x="523375" y="217141"/>
                </a:lnTo>
                <a:lnTo>
                  <a:pt x="523378" y="217141"/>
                </a:lnTo>
                <a:cubicBezTo>
                  <a:pt x="523706" y="217141"/>
                  <a:pt x="524166" y="217601"/>
                  <a:pt x="524166" y="217601"/>
                </a:cubicBezTo>
                <a:lnTo>
                  <a:pt x="528698" y="225482"/>
                </a:lnTo>
                <a:cubicBezTo>
                  <a:pt x="528829" y="225745"/>
                  <a:pt x="528698" y="226336"/>
                  <a:pt x="528698" y="226336"/>
                </a:cubicBezTo>
                <a:lnTo>
                  <a:pt x="524166" y="234219"/>
                </a:lnTo>
                <a:cubicBezTo>
                  <a:pt x="523969" y="234481"/>
                  <a:pt x="523378" y="234678"/>
                  <a:pt x="523378" y="234678"/>
                </a:cubicBezTo>
                <a:lnTo>
                  <a:pt x="514315" y="234678"/>
                </a:lnTo>
                <a:lnTo>
                  <a:pt x="514286" y="234662"/>
                </a:lnTo>
                <a:lnTo>
                  <a:pt x="514282" y="234662"/>
                </a:lnTo>
                <a:cubicBezTo>
                  <a:pt x="513952" y="234662"/>
                  <a:pt x="513493" y="234202"/>
                  <a:pt x="513493" y="234202"/>
                </a:cubicBezTo>
                <a:lnTo>
                  <a:pt x="508961" y="226320"/>
                </a:lnTo>
                <a:cubicBezTo>
                  <a:pt x="508829" y="226057"/>
                  <a:pt x="508961" y="225466"/>
                  <a:pt x="508961" y="225466"/>
                </a:cubicBezTo>
                <a:lnTo>
                  <a:pt x="513493" y="217585"/>
                </a:lnTo>
                <a:cubicBezTo>
                  <a:pt x="513690" y="217322"/>
                  <a:pt x="514282" y="217125"/>
                  <a:pt x="514282" y="217125"/>
                </a:cubicBezTo>
                <a:close/>
                <a:moveTo>
                  <a:pt x="7382923" y="217123"/>
                </a:moveTo>
                <a:lnTo>
                  <a:pt x="7391987" y="217123"/>
                </a:lnTo>
                <a:cubicBezTo>
                  <a:pt x="7392315" y="217123"/>
                  <a:pt x="7392775" y="217583"/>
                  <a:pt x="7392775" y="217583"/>
                </a:cubicBezTo>
                <a:lnTo>
                  <a:pt x="7397307" y="225464"/>
                </a:lnTo>
                <a:cubicBezTo>
                  <a:pt x="7397438" y="225728"/>
                  <a:pt x="7397307" y="226318"/>
                  <a:pt x="7397307" y="226318"/>
                </a:cubicBezTo>
                <a:lnTo>
                  <a:pt x="7392775" y="234201"/>
                </a:lnTo>
                <a:cubicBezTo>
                  <a:pt x="7392578" y="234464"/>
                  <a:pt x="7391987" y="234660"/>
                  <a:pt x="7391987" y="234660"/>
                </a:cubicBezTo>
                <a:lnTo>
                  <a:pt x="7382923" y="234660"/>
                </a:lnTo>
                <a:cubicBezTo>
                  <a:pt x="7382595" y="234660"/>
                  <a:pt x="7382135" y="234201"/>
                  <a:pt x="7382135" y="234201"/>
                </a:cubicBezTo>
                <a:lnTo>
                  <a:pt x="7377602" y="226318"/>
                </a:lnTo>
                <a:cubicBezTo>
                  <a:pt x="7377471" y="226055"/>
                  <a:pt x="7377602" y="225464"/>
                  <a:pt x="7377602" y="225464"/>
                </a:cubicBezTo>
                <a:lnTo>
                  <a:pt x="7382135" y="217583"/>
                </a:lnTo>
                <a:cubicBezTo>
                  <a:pt x="7382331" y="217320"/>
                  <a:pt x="7382923" y="217123"/>
                  <a:pt x="7382923" y="217123"/>
                </a:cubicBezTo>
                <a:close/>
                <a:moveTo>
                  <a:pt x="6619714" y="217123"/>
                </a:moveTo>
                <a:lnTo>
                  <a:pt x="6628778" y="217123"/>
                </a:lnTo>
                <a:cubicBezTo>
                  <a:pt x="6629107" y="217123"/>
                  <a:pt x="6629566" y="217582"/>
                  <a:pt x="6629566" y="217582"/>
                </a:cubicBezTo>
                <a:lnTo>
                  <a:pt x="6634099" y="225464"/>
                </a:lnTo>
                <a:cubicBezTo>
                  <a:pt x="6634230" y="225726"/>
                  <a:pt x="6634099" y="226318"/>
                  <a:pt x="6634099" y="226318"/>
                </a:cubicBezTo>
                <a:lnTo>
                  <a:pt x="6629566" y="234200"/>
                </a:lnTo>
                <a:cubicBezTo>
                  <a:pt x="6629369" y="234463"/>
                  <a:pt x="6628778" y="234660"/>
                  <a:pt x="6628778" y="234660"/>
                </a:cubicBezTo>
                <a:lnTo>
                  <a:pt x="6619714" y="234660"/>
                </a:lnTo>
                <a:cubicBezTo>
                  <a:pt x="6619387" y="234660"/>
                  <a:pt x="6618926" y="234200"/>
                  <a:pt x="6618926" y="234200"/>
                </a:cubicBezTo>
                <a:lnTo>
                  <a:pt x="6614394" y="226318"/>
                </a:lnTo>
                <a:cubicBezTo>
                  <a:pt x="6614263" y="226055"/>
                  <a:pt x="6614394" y="225464"/>
                  <a:pt x="6614394" y="225464"/>
                </a:cubicBezTo>
                <a:lnTo>
                  <a:pt x="6618926" y="217582"/>
                </a:lnTo>
                <a:cubicBezTo>
                  <a:pt x="6619123" y="217320"/>
                  <a:pt x="6619714" y="217123"/>
                  <a:pt x="6619714" y="217123"/>
                </a:cubicBezTo>
                <a:close/>
                <a:moveTo>
                  <a:pt x="3058295" y="217123"/>
                </a:moveTo>
                <a:lnTo>
                  <a:pt x="3067360" y="217123"/>
                </a:lnTo>
                <a:cubicBezTo>
                  <a:pt x="3067688" y="217123"/>
                  <a:pt x="3068148" y="217582"/>
                  <a:pt x="3068148" y="217582"/>
                </a:cubicBezTo>
                <a:lnTo>
                  <a:pt x="3072680" y="225464"/>
                </a:lnTo>
                <a:cubicBezTo>
                  <a:pt x="3072811" y="225726"/>
                  <a:pt x="3072680" y="226318"/>
                  <a:pt x="3072680" y="226318"/>
                </a:cubicBezTo>
                <a:lnTo>
                  <a:pt x="3068148" y="234200"/>
                </a:lnTo>
                <a:cubicBezTo>
                  <a:pt x="3067951" y="234463"/>
                  <a:pt x="3067360" y="234660"/>
                  <a:pt x="3067360" y="234660"/>
                </a:cubicBezTo>
                <a:lnTo>
                  <a:pt x="3058295" y="234660"/>
                </a:lnTo>
                <a:cubicBezTo>
                  <a:pt x="3057968" y="234660"/>
                  <a:pt x="3057507" y="234200"/>
                  <a:pt x="3057507" y="234200"/>
                </a:cubicBezTo>
                <a:lnTo>
                  <a:pt x="3052974" y="226318"/>
                </a:lnTo>
                <a:cubicBezTo>
                  <a:pt x="3052843" y="226055"/>
                  <a:pt x="3052974" y="225464"/>
                  <a:pt x="3052974" y="225464"/>
                </a:cubicBezTo>
                <a:lnTo>
                  <a:pt x="3057507" y="217582"/>
                </a:lnTo>
                <a:cubicBezTo>
                  <a:pt x="3057705" y="217320"/>
                  <a:pt x="3058295" y="217123"/>
                  <a:pt x="3058295" y="217123"/>
                </a:cubicBezTo>
                <a:close/>
                <a:moveTo>
                  <a:pt x="9672481" y="217117"/>
                </a:moveTo>
                <a:lnTo>
                  <a:pt x="9681545" y="217117"/>
                </a:lnTo>
                <a:cubicBezTo>
                  <a:pt x="9681872" y="217117"/>
                  <a:pt x="9682333" y="217578"/>
                  <a:pt x="9682333" y="217578"/>
                </a:cubicBezTo>
                <a:lnTo>
                  <a:pt x="9686865" y="225459"/>
                </a:lnTo>
                <a:cubicBezTo>
                  <a:pt x="9686996" y="225721"/>
                  <a:pt x="9686865" y="226312"/>
                  <a:pt x="9686865" y="226312"/>
                </a:cubicBezTo>
                <a:lnTo>
                  <a:pt x="9682333" y="234195"/>
                </a:lnTo>
                <a:cubicBezTo>
                  <a:pt x="9682136" y="234457"/>
                  <a:pt x="9681545" y="234654"/>
                  <a:pt x="9681545" y="234654"/>
                </a:cubicBezTo>
                <a:lnTo>
                  <a:pt x="9681518" y="234654"/>
                </a:lnTo>
                <a:lnTo>
                  <a:pt x="9681479" y="234677"/>
                </a:lnTo>
                <a:lnTo>
                  <a:pt x="9672416" y="234677"/>
                </a:lnTo>
                <a:cubicBezTo>
                  <a:pt x="9672086" y="234677"/>
                  <a:pt x="9671627" y="234218"/>
                  <a:pt x="9671627" y="234218"/>
                </a:cubicBezTo>
                <a:lnTo>
                  <a:pt x="9667095" y="226335"/>
                </a:lnTo>
                <a:cubicBezTo>
                  <a:pt x="9666964" y="226072"/>
                  <a:pt x="9667095" y="225481"/>
                  <a:pt x="9667095" y="225481"/>
                </a:cubicBezTo>
                <a:lnTo>
                  <a:pt x="9671627" y="217601"/>
                </a:lnTo>
                <a:cubicBezTo>
                  <a:pt x="9671825" y="217337"/>
                  <a:pt x="9672416" y="217140"/>
                  <a:pt x="9672416" y="217140"/>
                </a:cubicBezTo>
                <a:lnTo>
                  <a:pt x="9672442" y="217140"/>
                </a:lnTo>
                <a:close/>
                <a:moveTo>
                  <a:pt x="1023079" y="217111"/>
                </a:moveTo>
                <a:lnTo>
                  <a:pt x="1032144" y="217111"/>
                </a:lnTo>
                <a:lnTo>
                  <a:pt x="1032275" y="217187"/>
                </a:lnTo>
                <a:lnTo>
                  <a:pt x="1032291" y="217187"/>
                </a:lnTo>
                <a:cubicBezTo>
                  <a:pt x="1032622" y="217187"/>
                  <a:pt x="1033081" y="217647"/>
                  <a:pt x="1033081" y="217647"/>
                </a:cubicBezTo>
                <a:lnTo>
                  <a:pt x="1037612" y="225527"/>
                </a:lnTo>
                <a:cubicBezTo>
                  <a:pt x="1037742" y="225790"/>
                  <a:pt x="1037612" y="226381"/>
                  <a:pt x="1037612" y="226381"/>
                </a:cubicBezTo>
                <a:lnTo>
                  <a:pt x="1033081" y="234265"/>
                </a:lnTo>
                <a:cubicBezTo>
                  <a:pt x="1032883" y="234527"/>
                  <a:pt x="1032291" y="234723"/>
                  <a:pt x="1032291" y="234723"/>
                </a:cubicBezTo>
                <a:lnTo>
                  <a:pt x="1023227" y="234723"/>
                </a:lnTo>
                <a:lnTo>
                  <a:pt x="1023097" y="234647"/>
                </a:lnTo>
                <a:lnTo>
                  <a:pt x="1023079" y="234647"/>
                </a:lnTo>
                <a:cubicBezTo>
                  <a:pt x="1022751" y="234647"/>
                  <a:pt x="1022292" y="234187"/>
                  <a:pt x="1022292" y="234187"/>
                </a:cubicBezTo>
                <a:lnTo>
                  <a:pt x="1017759" y="226304"/>
                </a:lnTo>
                <a:cubicBezTo>
                  <a:pt x="1017627" y="226042"/>
                  <a:pt x="1017759" y="225451"/>
                  <a:pt x="1017759" y="225451"/>
                </a:cubicBezTo>
                <a:lnTo>
                  <a:pt x="1022292" y="217570"/>
                </a:lnTo>
                <a:cubicBezTo>
                  <a:pt x="1022488" y="217308"/>
                  <a:pt x="1023079" y="217111"/>
                  <a:pt x="1023079" y="217111"/>
                </a:cubicBezTo>
                <a:close/>
                <a:moveTo>
                  <a:pt x="5602126" y="217110"/>
                </a:moveTo>
                <a:lnTo>
                  <a:pt x="5611191" y="217110"/>
                </a:lnTo>
                <a:cubicBezTo>
                  <a:pt x="5611519" y="217110"/>
                  <a:pt x="5611979" y="217569"/>
                  <a:pt x="5611979" y="217569"/>
                </a:cubicBezTo>
                <a:lnTo>
                  <a:pt x="5616511" y="225451"/>
                </a:lnTo>
                <a:cubicBezTo>
                  <a:pt x="5616642" y="225713"/>
                  <a:pt x="5616511" y="226304"/>
                  <a:pt x="5616511" y="226304"/>
                </a:cubicBezTo>
                <a:lnTo>
                  <a:pt x="5611979" y="234187"/>
                </a:lnTo>
                <a:cubicBezTo>
                  <a:pt x="5611782" y="234450"/>
                  <a:pt x="5611191" y="234647"/>
                  <a:pt x="5611191" y="234647"/>
                </a:cubicBezTo>
                <a:lnTo>
                  <a:pt x="5602126" y="234647"/>
                </a:lnTo>
                <a:cubicBezTo>
                  <a:pt x="5601798" y="234647"/>
                  <a:pt x="5601338" y="234187"/>
                  <a:pt x="5601338" y="234187"/>
                </a:cubicBezTo>
                <a:lnTo>
                  <a:pt x="5596807" y="226304"/>
                </a:lnTo>
                <a:cubicBezTo>
                  <a:pt x="5596675" y="226042"/>
                  <a:pt x="5596807" y="225451"/>
                  <a:pt x="5596807" y="225451"/>
                </a:cubicBezTo>
                <a:lnTo>
                  <a:pt x="5601338" y="217569"/>
                </a:lnTo>
                <a:cubicBezTo>
                  <a:pt x="5601536" y="217307"/>
                  <a:pt x="5602126" y="217110"/>
                  <a:pt x="5602126" y="217110"/>
                </a:cubicBezTo>
                <a:close/>
                <a:moveTo>
                  <a:pt x="8146065" y="217102"/>
                </a:moveTo>
                <a:lnTo>
                  <a:pt x="8155129" y="217102"/>
                </a:lnTo>
                <a:cubicBezTo>
                  <a:pt x="8155458" y="217102"/>
                  <a:pt x="8155917" y="217562"/>
                  <a:pt x="8155917" y="217562"/>
                </a:cubicBezTo>
                <a:lnTo>
                  <a:pt x="8160449" y="225443"/>
                </a:lnTo>
                <a:cubicBezTo>
                  <a:pt x="8160580" y="225706"/>
                  <a:pt x="8160449" y="226297"/>
                  <a:pt x="8160449" y="226297"/>
                </a:cubicBezTo>
                <a:lnTo>
                  <a:pt x="8155917" y="234179"/>
                </a:lnTo>
                <a:cubicBezTo>
                  <a:pt x="8155719" y="234442"/>
                  <a:pt x="8155129" y="234639"/>
                  <a:pt x="8155129" y="234639"/>
                </a:cubicBezTo>
                <a:lnTo>
                  <a:pt x="8146065" y="234639"/>
                </a:lnTo>
                <a:cubicBezTo>
                  <a:pt x="8145737" y="234639"/>
                  <a:pt x="8145277" y="234179"/>
                  <a:pt x="8145277" y="234179"/>
                </a:cubicBezTo>
                <a:lnTo>
                  <a:pt x="8140745" y="226297"/>
                </a:lnTo>
                <a:cubicBezTo>
                  <a:pt x="8140613" y="226034"/>
                  <a:pt x="8140745" y="225443"/>
                  <a:pt x="8140745" y="225443"/>
                </a:cubicBezTo>
                <a:lnTo>
                  <a:pt x="8145277" y="217562"/>
                </a:lnTo>
                <a:cubicBezTo>
                  <a:pt x="8145474" y="217299"/>
                  <a:pt x="8146065" y="217102"/>
                  <a:pt x="8146065" y="217102"/>
                </a:cubicBezTo>
                <a:close/>
                <a:moveTo>
                  <a:pt x="7128477" y="217099"/>
                </a:moveTo>
                <a:lnTo>
                  <a:pt x="7137540" y="217099"/>
                </a:lnTo>
                <a:cubicBezTo>
                  <a:pt x="7137869" y="217099"/>
                  <a:pt x="7138328" y="217558"/>
                  <a:pt x="7138328" y="217558"/>
                </a:cubicBezTo>
                <a:lnTo>
                  <a:pt x="7142860" y="225440"/>
                </a:lnTo>
                <a:cubicBezTo>
                  <a:pt x="7142992" y="225702"/>
                  <a:pt x="7142860" y="226293"/>
                  <a:pt x="7142860" y="226293"/>
                </a:cubicBezTo>
                <a:lnTo>
                  <a:pt x="7138328" y="234176"/>
                </a:lnTo>
                <a:cubicBezTo>
                  <a:pt x="7138131" y="234439"/>
                  <a:pt x="7137540" y="234636"/>
                  <a:pt x="7137540" y="234636"/>
                </a:cubicBezTo>
                <a:lnTo>
                  <a:pt x="7128477" y="234636"/>
                </a:lnTo>
                <a:cubicBezTo>
                  <a:pt x="7128148" y="234636"/>
                  <a:pt x="7127689" y="234176"/>
                  <a:pt x="7127689" y="234176"/>
                </a:cubicBezTo>
                <a:lnTo>
                  <a:pt x="7123156" y="226293"/>
                </a:lnTo>
                <a:cubicBezTo>
                  <a:pt x="7123024" y="226031"/>
                  <a:pt x="7123156" y="225440"/>
                  <a:pt x="7123156" y="225440"/>
                </a:cubicBezTo>
                <a:lnTo>
                  <a:pt x="7127689" y="217558"/>
                </a:lnTo>
                <a:cubicBezTo>
                  <a:pt x="7127885" y="217296"/>
                  <a:pt x="7128477" y="217099"/>
                  <a:pt x="7128477" y="217099"/>
                </a:cubicBezTo>
                <a:close/>
                <a:moveTo>
                  <a:pt x="9418035" y="217095"/>
                </a:moveTo>
                <a:lnTo>
                  <a:pt x="9427099" y="217095"/>
                </a:lnTo>
                <a:cubicBezTo>
                  <a:pt x="9427427" y="217095"/>
                  <a:pt x="9427887" y="217555"/>
                  <a:pt x="9427887" y="217555"/>
                </a:cubicBezTo>
                <a:lnTo>
                  <a:pt x="9432419" y="225436"/>
                </a:lnTo>
                <a:cubicBezTo>
                  <a:pt x="9432550" y="225699"/>
                  <a:pt x="9432419" y="226290"/>
                  <a:pt x="9432419" y="226290"/>
                </a:cubicBezTo>
                <a:lnTo>
                  <a:pt x="9427887" y="234173"/>
                </a:lnTo>
                <a:cubicBezTo>
                  <a:pt x="9427690" y="234435"/>
                  <a:pt x="9427099" y="234632"/>
                  <a:pt x="9427099" y="234632"/>
                </a:cubicBezTo>
                <a:lnTo>
                  <a:pt x="9418035" y="234632"/>
                </a:lnTo>
                <a:cubicBezTo>
                  <a:pt x="9417707" y="234632"/>
                  <a:pt x="9417247" y="234173"/>
                  <a:pt x="9417247" y="234173"/>
                </a:cubicBezTo>
                <a:lnTo>
                  <a:pt x="9412714" y="226290"/>
                </a:lnTo>
                <a:cubicBezTo>
                  <a:pt x="9412583" y="226028"/>
                  <a:pt x="9412714" y="225436"/>
                  <a:pt x="9412714" y="225436"/>
                </a:cubicBezTo>
                <a:lnTo>
                  <a:pt x="9417247" y="217555"/>
                </a:lnTo>
                <a:cubicBezTo>
                  <a:pt x="9417444" y="217292"/>
                  <a:pt x="9418035" y="217095"/>
                  <a:pt x="9418035" y="217095"/>
                </a:cubicBezTo>
                <a:close/>
                <a:moveTo>
                  <a:pt x="1786188" y="217094"/>
                </a:moveTo>
                <a:lnTo>
                  <a:pt x="1795253" y="217094"/>
                </a:lnTo>
                <a:lnTo>
                  <a:pt x="1795398" y="217178"/>
                </a:lnTo>
                <a:lnTo>
                  <a:pt x="1795540" y="217178"/>
                </a:lnTo>
                <a:cubicBezTo>
                  <a:pt x="1795868" y="217178"/>
                  <a:pt x="1796329" y="217637"/>
                  <a:pt x="1796329" y="217637"/>
                </a:cubicBezTo>
                <a:lnTo>
                  <a:pt x="1800861" y="225519"/>
                </a:lnTo>
                <a:cubicBezTo>
                  <a:pt x="1800992" y="225781"/>
                  <a:pt x="1800861" y="226372"/>
                  <a:pt x="1800861" y="226372"/>
                </a:cubicBezTo>
                <a:lnTo>
                  <a:pt x="1796329" y="234256"/>
                </a:lnTo>
                <a:cubicBezTo>
                  <a:pt x="1796132" y="234518"/>
                  <a:pt x="1795540" y="234716"/>
                  <a:pt x="1795540" y="234716"/>
                </a:cubicBezTo>
                <a:lnTo>
                  <a:pt x="1786477" y="234716"/>
                </a:lnTo>
                <a:lnTo>
                  <a:pt x="1786333" y="234631"/>
                </a:lnTo>
                <a:lnTo>
                  <a:pt x="1786188" y="234631"/>
                </a:lnTo>
                <a:cubicBezTo>
                  <a:pt x="1785861" y="234631"/>
                  <a:pt x="1785400" y="234171"/>
                  <a:pt x="1785400" y="234171"/>
                </a:cubicBezTo>
                <a:lnTo>
                  <a:pt x="1780868" y="226288"/>
                </a:lnTo>
                <a:cubicBezTo>
                  <a:pt x="1780737" y="226026"/>
                  <a:pt x="1780868" y="225435"/>
                  <a:pt x="1780868" y="225435"/>
                </a:cubicBezTo>
                <a:lnTo>
                  <a:pt x="1785400" y="217553"/>
                </a:lnTo>
                <a:cubicBezTo>
                  <a:pt x="1785597" y="217291"/>
                  <a:pt x="1786188" y="217094"/>
                  <a:pt x="1786188" y="217094"/>
                </a:cubicBezTo>
                <a:close/>
                <a:moveTo>
                  <a:pt x="4584538" y="217084"/>
                </a:moveTo>
                <a:lnTo>
                  <a:pt x="4593603" y="217084"/>
                </a:lnTo>
                <a:cubicBezTo>
                  <a:pt x="4593932" y="217084"/>
                  <a:pt x="4594390" y="217544"/>
                  <a:pt x="4594390" y="217544"/>
                </a:cubicBezTo>
                <a:lnTo>
                  <a:pt x="4598922" y="225425"/>
                </a:lnTo>
                <a:cubicBezTo>
                  <a:pt x="4599054" y="225688"/>
                  <a:pt x="4598922" y="226279"/>
                  <a:pt x="4598922" y="226279"/>
                </a:cubicBezTo>
                <a:lnTo>
                  <a:pt x="4594390" y="234162"/>
                </a:lnTo>
                <a:cubicBezTo>
                  <a:pt x="4594193" y="234424"/>
                  <a:pt x="4593603" y="234622"/>
                  <a:pt x="4593603" y="234622"/>
                </a:cubicBezTo>
                <a:lnTo>
                  <a:pt x="4584538" y="234622"/>
                </a:lnTo>
                <a:cubicBezTo>
                  <a:pt x="4584210" y="234622"/>
                  <a:pt x="4583749" y="234162"/>
                  <a:pt x="4583749" y="234162"/>
                </a:cubicBezTo>
                <a:lnTo>
                  <a:pt x="4579218" y="226279"/>
                </a:lnTo>
                <a:cubicBezTo>
                  <a:pt x="4579087" y="226016"/>
                  <a:pt x="4579218" y="225425"/>
                  <a:pt x="4579218" y="225425"/>
                </a:cubicBezTo>
                <a:lnTo>
                  <a:pt x="4583749" y="217544"/>
                </a:lnTo>
                <a:cubicBezTo>
                  <a:pt x="4583948" y="217281"/>
                  <a:pt x="4584538" y="217084"/>
                  <a:pt x="4584538" y="217084"/>
                </a:cubicBezTo>
                <a:close/>
                <a:moveTo>
                  <a:pt x="10181242" y="217081"/>
                </a:moveTo>
                <a:lnTo>
                  <a:pt x="10190305" y="217081"/>
                </a:lnTo>
                <a:cubicBezTo>
                  <a:pt x="10190635" y="217081"/>
                  <a:pt x="10191093" y="217541"/>
                  <a:pt x="10191093" y="217541"/>
                </a:cubicBezTo>
                <a:lnTo>
                  <a:pt x="10195626" y="225422"/>
                </a:lnTo>
                <a:lnTo>
                  <a:pt x="10195626" y="225502"/>
                </a:lnTo>
                <a:lnTo>
                  <a:pt x="10195626" y="226276"/>
                </a:lnTo>
                <a:lnTo>
                  <a:pt x="10195626" y="226356"/>
                </a:lnTo>
                <a:lnTo>
                  <a:pt x="10191093" y="234238"/>
                </a:lnTo>
                <a:cubicBezTo>
                  <a:pt x="10190896" y="234501"/>
                  <a:pt x="10190305" y="234698"/>
                  <a:pt x="10190305" y="234698"/>
                </a:cubicBezTo>
                <a:lnTo>
                  <a:pt x="10181242" y="234698"/>
                </a:lnTo>
                <a:cubicBezTo>
                  <a:pt x="10180914" y="234698"/>
                  <a:pt x="10180453" y="234238"/>
                  <a:pt x="10180453" y="234238"/>
                </a:cubicBezTo>
                <a:lnTo>
                  <a:pt x="10175922" y="226356"/>
                </a:lnTo>
                <a:lnTo>
                  <a:pt x="10175922" y="226276"/>
                </a:lnTo>
                <a:lnTo>
                  <a:pt x="10175922" y="225502"/>
                </a:lnTo>
                <a:lnTo>
                  <a:pt x="10175922" y="225422"/>
                </a:lnTo>
                <a:lnTo>
                  <a:pt x="10180453" y="217541"/>
                </a:lnTo>
                <a:cubicBezTo>
                  <a:pt x="10180650" y="217278"/>
                  <a:pt x="10181242" y="217081"/>
                  <a:pt x="10181242" y="217081"/>
                </a:cubicBezTo>
                <a:close/>
                <a:moveTo>
                  <a:pt x="1531845" y="217078"/>
                </a:moveTo>
                <a:lnTo>
                  <a:pt x="1540908" y="217078"/>
                </a:lnTo>
                <a:cubicBezTo>
                  <a:pt x="1541238" y="217078"/>
                  <a:pt x="1541698" y="217537"/>
                  <a:pt x="1541698" y="217537"/>
                </a:cubicBezTo>
                <a:lnTo>
                  <a:pt x="1546228" y="225419"/>
                </a:lnTo>
                <a:cubicBezTo>
                  <a:pt x="1546361" y="225682"/>
                  <a:pt x="1546228" y="226273"/>
                  <a:pt x="1546228" y="226273"/>
                </a:cubicBezTo>
                <a:lnTo>
                  <a:pt x="1541698" y="234155"/>
                </a:lnTo>
                <a:cubicBezTo>
                  <a:pt x="1541501" y="234418"/>
                  <a:pt x="1540908" y="234615"/>
                  <a:pt x="1540908" y="234615"/>
                </a:cubicBezTo>
                <a:lnTo>
                  <a:pt x="1540866" y="234615"/>
                </a:lnTo>
                <a:lnTo>
                  <a:pt x="1540856" y="234622"/>
                </a:lnTo>
                <a:lnTo>
                  <a:pt x="1531792" y="234622"/>
                </a:lnTo>
                <a:cubicBezTo>
                  <a:pt x="1531463" y="234622"/>
                  <a:pt x="1531003" y="234162"/>
                  <a:pt x="1531003" y="234162"/>
                </a:cubicBezTo>
                <a:lnTo>
                  <a:pt x="1526470" y="226279"/>
                </a:lnTo>
                <a:cubicBezTo>
                  <a:pt x="1526340" y="226016"/>
                  <a:pt x="1526470" y="225425"/>
                  <a:pt x="1526470" y="225425"/>
                </a:cubicBezTo>
                <a:lnTo>
                  <a:pt x="1531003" y="217544"/>
                </a:lnTo>
                <a:cubicBezTo>
                  <a:pt x="1531200" y="217281"/>
                  <a:pt x="1531792" y="217084"/>
                  <a:pt x="1531792" y="217084"/>
                </a:cubicBezTo>
                <a:lnTo>
                  <a:pt x="1531834" y="217084"/>
                </a:lnTo>
                <a:close/>
                <a:moveTo>
                  <a:pt x="2803744" y="217076"/>
                </a:moveTo>
                <a:lnTo>
                  <a:pt x="2812808" y="217076"/>
                </a:lnTo>
                <a:cubicBezTo>
                  <a:pt x="2813136" y="217076"/>
                  <a:pt x="2813596" y="217535"/>
                  <a:pt x="2813596" y="217535"/>
                </a:cubicBezTo>
                <a:lnTo>
                  <a:pt x="2818127" y="225417"/>
                </a:lnTo>
                <a:cubicBezTo>
                  <a:pt x="2818259" y="225679"/>
                  <a:pt x="2818127" y="226271"/>
                  <a:pt x="2818127" y="226271"/>
                </a:cubicBezTo>
                <a:lnTo>
                  <a:pt x="2813596" y="234153"/>
                </a:lnTo>
                <a:cubicBezTo>
                  <a:pt x="2813399" y="234416"/>
                  <a:pt x="2812808" y="234613"/>
                  <a:pt x="2812808" y="234613"/>
                </a:cubicBezTo>
                <a:lnTo>
                  <a:pt x="2803744" y="234613"/>
                </a:lnTo>
                <a:cubicBezTo>
                  <a:pt x="2803414" y="234613"/>
                  <a:pt x="2802955" y="234153"/>
                  <a:pt x="2802955" y="234153"/>
                </a:cubicBezTo>
                <a:lnTo>
                  <a:pt x="2798423" y="226271"/>
                </a:lnTo>
                <a:cubicBezTo>
                  <a:pt x="2798292" y="226008"/>
                  <a:pt x="2798423" y="225417"/>
                  <a:pt x="2798423" y="225417"/>
                </a:cubicBezTo>
                <a:lnTo>
                  <a:pt x="2802955" y="217535"/>
                </a:lnTo>
                <a:cubicBezTo>
                  <a:pt x="2803154" y="217273"/>
                  <a:pt x="2803744" y="217076"/>
                  <a:pt x="2803744" y="217076"/>
                </a:cubicBezTo>
                <a:close/>
                <a:moveTo>
                  <a:pt x="10435623" y="217074"/>
                </a:moveTo>
                <a:lnTo>
                  <a:pt x="10435689" y="217074"/>
                </a:lnTo>
                <a:lnTo>
                  <a:pt x="10444687" y="217074"/>
                </a:lnTo>
                <a:lnTo>
                  <a:pt x="10444753" y="217074"/>
                </a:lnTo>
                <a:cubicBezTo>
                  <a:pt x="10445082" y="217074"/>
                  <a:pt x="10445541" y="217534"/>
                  <a:pt x="10445541" y="217534"/>
                </a:cubicBezTo>
                <a:lnTo>
                  <a:pt x="10450074" y="225416"/>
                </a:lnTo>
                <a:cubicBezTo>
                  <a:pt x="10450205" y="225678"/>
                  <a:pt x="10450074" y="226269"/>
                  <a:pt x="10450074" y="226269"/>
                </a:cubicBezTo>
                <a:lnTo>
                  <a:pt x="10445541" y="234152"/>
                </a:lnTo>
                <a:cubicBezTo>
                  <a:pt x="10445345" y="234415"/>
                  <a:pt x="10444753" y="234612"/>
                  <a:pt x="10444753" y="234612"/>
                </a:cubicBezTo>
                <a:lnTo>
                  <a:pt x="10444687" y="234612"/>
                </a:lnTo>
                <a:lnTo>
                  <a:pt x="10435689" y="234612"/>
                </a:lnTo>
                <a:lnTo>
                  <a:pt x="10435623" y="234612"/>
                </a:lnTo>
                <a:cubicBezTo>
                  <a:pt x="10435296" y="234612"/>
                  <a:pt x="10434835" y="234152"/>
                  <a:pt x="10434835" y="234152"/>
                </a:cubicBezTo>
                <a:lnTo>
                  <a:pt x="10430303" y="226269"/>
                </a:lnTo>
                <a:cubicBezTo>
                  <a:pt x="10430172" y="226007"/>
                  <a:pt x="10430303" y="225416"/>
                  <a:pt x="10430303" y="225416"/>
                </a:cubicBezTo>
                <a:lnTo>
                  <a:pt x="10434835" y="217534"/>
                </a:lnTo>
                <a:cubicBezTo>
                  <a:pt x="10435032" y="217271"/>
                  <a:pt x="10435623" y="217074"/>
                  <a:pt x="10435623" y="217074"/>
                </a:cubicBezTo>
                <a:close/>
                <a:moveTo>
                  <a:pt x="4075712" y="217074"/>
                </a:moveTo>
                <a:lnTo>
                  <a:pt x="4084775" y="217074"/>
                </a:lnTo>
                <a:cubicBezTo>
                  <a:pt x="4085106" y="217074"/>
                  <a:pt x="4085564" y="217534"/>
                  <a:pt x="4085564" y="217534"/>
                </a:cubicBezTo>
                <a:lnTo>
                  <a:pt x="4090096" y="225416"/>
                </a:lnTo>
                <a:cubicBezTo>
                  <a:pt x="4090226" y="225678"/>
                  <a:pt x="4090096" y="226269"/>
                  <a:pt x="4090096" y="226269"/>
                </a:cubicBezTo>
                <a:lnTo>
                  <a:pt x="4085564" y="234152"/>
                </a:lnTo>
                <a:cubicBezTo>
                  <a:pt x="4085366" y="234415"/>
                  <a:pt x="4084775" y="234612"/>
                  <a:pt x="4084775" y="234612"/>
                </a:cubicBezTo>
                <a:lnTo>
                  <a:pt x="4075712" y="234612"/>
                </a:lnTo>
                <a:cubicBezTo>
                  <a:pt x="4075384" y="234612"/>
                  <a:pt x="4074924" y="234152"/>
                  <a:pt x="4074924" y="234152"/>
                </a:cubicBezTo>
                <a:lnTo>
                  <a:pt x="4070391" y="226269"/>
                </a:lnTo>
                <a:cubicBezTo>
                  <a:pt x="4070259" y="226007"/>
                  <a:pt x="4070391" y="225416"/>
                  <a:pt x="4070391" y="225416"/>
                </a:cubicBezTo>
                <a:lnTo>
                  <a:pt x="4074924" y="217534"/>
                </a:lnTo>
                <a:cubicBezTo>
                  <a:pt x="4075119" y="217271"/>
                  <a:pt x="4075712" y="217074"/>
                  <a:pt x="4075712" y="217074"/>
                </a:cubicBezTo>
                <a:close/>
                <a:moveTo>
                  <a:pt x="8909274" y="116"/>
                </a:moveTo>
                <a:lnTo>
                  <a:pt x="8918336" y="116"/>
                </a:lnTo>
                <a:cubicBezTo>
                  <a:pt x="8918666" y="116"/>
                  <a:pt x="8919125" y="575"/>
                  <a:pt x="8919125" y="575"/>
                </a:cubicBezTo>
                <a:lnTo>
                  <a:pt x="8923657" y="8456"/>
                </a:lnTo>
                <a:cubicBezTo>
                  <a:pt x="8923789" y="8720"/>
                  <a:pt x="8923657" y="9311"/>
                  <a:pt x="8923657" y="9311"/>
                </a:cubicBezTo>
                <a:lnTo>
                  <a:pt x="8919125" y="17194"/>
                </a:lnTo>
                <a:cubicBezTo>
                  <a:pt x="8918928" y="17455"/>
                  <a:pt x="8918336" y="17652"/>
                  <a:pt x="8918336" y="17652"/>
                </a:cubicBezTo>
                <a:lnTo>
                  <a:pt x="8909274" y="17652"/>
                </a:lnTo>
                <a:cubicBezTo>
                  <a:pt x="8908945" y="17652"/>
                  <a:pt x="8908484" y="17194"/>
                  <a:pt x="8908484" y="17194"/>
                </a:cubicBezTo>
                <a:lnTo>
                  <a:pt x="8903953" y="9311"/>
                </a:lnTo>
                <a:cubicBezTo>
                  <a:pt x="8903821" y="9048"/>
                  <a:pt x="8903953" y="8456"/>
                  <a:pt x="8903953" y="8456"/>
                </a:cubicBezTo>
                <a:lnTo>
                  <a:pt x="8908484" y="575"/>
                </a:lnTo>
                <a:cubicBezTo>
                  <a:pt x="8908681" y="313"/>
                  <a:pt x="8909274" y="116"/>
                  <a:pt x="8909274" y="116"/>
                </a:cubicBezTo>
                <a:close/>
                <a:moveTo>
                  <a:pt x="5856508" y="116"/>
                </a:moveTo>
                <a:lnTo>
                  <a:pt x="5865571" y="116"/>
                </a:lnTo>
                <a:cubicBezTo>
                  <a:pt x="5865900" y="116"/>
                  <a:pt x="5866359" y="577"/>
                  <a:pt x="5866359" y="577"/>
                </a:cubicBezTo>
                <a:lnTo>
                  <a:pt x="5870891" y="8457"/>
                </a:lnTo>
                <a:cubicBezTo>
                  <a:pt x="5871023" y="8720"/>
                  <a:pt x="5870891" y="9311"/>
                  <a:pt x="5870891" y="9311"/>
                </a:cubicBezTo>
                <a:lnTo>
                  <a:pt x="5866359" y="17194"/>
                </a:lnTo>
                <a:cubicBezTo>
                  <a:pt x="5866163" y="17456"/>
                  <a:pt x="5865571" y="17653"/>
                  <a:pt x="5865571" y="17653"/>
                </a:cubicBezTo>
                <a:lnTo>
                  <a:pt x="5856508" y="17653"/>
                </a:lnTo>
                <a:cubicBezTo>
                  <a:pt x="5856178" y="17653"/>
                  <a:pt x="5855720" y="17194"/>
                  <a:pt x="5855720" y="17194"/>
                </a:cubicBezTo>
                <a:lnTo>
                  <a:pt x="5851187" y="9311"/>
                </a:lnTo>
                <a:cubicBezTo>
                  <a:pt x="5851055" y="9048"/>
                  <a:pt x="5851187" y="8457"/>
                  <a:pt x="5851187" y="8457"/>
                </a:cubicBezTo>
                <a:lnTo>
                  <a:pt x="5855720" y="577"/>
                </a:lnTo>
                <a:cubicBezTo>
                  <a:pt x="5855916" y="313"/>
                  <a:pt x="5856508" y="116"/>
                  <a:pt x="5856508" y="116"/>
                </a:cubicBezTo>
                <a:close/>
                <a:moveTo>
                  <a:pt x="7128477" y="115"/>
                </a:moveTo>
                <a:lnTo>
                  <a:pt x="7137540" y="115"/>
                </a:lnTo>
                <a:cubicBezTo>
                  <a:pt x="7137869" y="115"/>
                  <a:pt x="7138328" y="575"/>
                  <a:pt x="7138328" y="575"/>
                </a:cubicBezTo>
                <a:lnTo>
                  <a:pt x="7142860" y="8456"/>
                </a:lnTo>
                <a:cubicBezTo>
                  <a:pt x="7142992" y="8719"/>
                  <a:pt x="7142860" y="9310"/>
                  <a:pt x="7142860" y="9310"/>
                </a:cubicBezTo>
                <a:lnTo>
                  <a:pt x="7138328" y="17191"/>
                </a:lnTo>
                <a:cubicBezTo>
                  <a:pt x="7138131" y="17455"/>
                  <a:pt x="7137540" y="17652"/>
                  <a:pt x="7137540" y="17652"/>
                </a:cubicBezTo>
                <a:lnTo>
                  <a:pt x="7128477" y="17652"/>
                </a:lnTo>
                <a:cubicBezTo>
                  <a:pt x="7128148" y="17652"/>
                  <a:pt x="7127689" y="17191"/>
                  <a:pt x="7127689" y="17191"/>
                </a:cubicBezTo>
                <a:lnTo>
                  <a:pt x="7123156" y="9310"/>
                </a:lnTo>
                <a:cubicBezTo>
                  <a:pt x="7123024" y="9047"/>
                  <a:pt x="7123156" y="8456"/>
                  <a:pt x="7123156" y="8456"/>
                </a:cubicBezTo>
                <a:lnTo>
                  <a:pt x="7127689" y="575"/>
                </a:lnTo>
                <a:cubicBezTo>
                  <a:pt x="7127885" y="312"/>
                  <a:pt x="7128477" y="115"/>
                  <a:pt x="7128477" y="115"/>
                </a:cubicBezTo>
                <a:close/>
                <a:moveTo>
                  <a:pt x="4584538" y="109"/>
                </a:moveTo>
                <a:lnTo>
                  <a:pt x="4593603" y="109"/>
                </a:lnTo>
                <a:cubicBezTo>
                  <a:pt x="4593932" y="109"/>
                  <a:pt x="4594390" y="569"/>
                  <a:pt x="4594390" y="569"/>
                </a:cubicBezTo>
                <a:lnTo>
                  <a:pt x="4598922" y="8450"/>
                </a:lnTo>
                <a:cubicBezTo>
                  <a:pt x="4599054" y="8713"/>
                  <a:pt x="4598922" y="9303"/>
                  <a:pt x="4598922" y="9303"/>
                </a:cubicBezTo>
                <a:lnTo>
                  <a:pt x="4594390" y="17186"/>
                </a:lnTo>
                <a:cubicBezTo>
                  <a:pt x="4594193" y="17449"/>
                  <a:pt x="4593603" y="17646"/>
                  <a:pt x="4593603" y="17646"/>
                </a:cubicBezTo>
                <a:lnTo>
                  <a:pt x="4584538" y="17646"/>
                </a:lnTo>
                <a:cubicBezTo>
                  <a:pt x="4584210" y="17646"/>
                  <a:pt x="4583749" y="17186"/>
                  <a:pt x="4583749" y="17186"/>
                </a:cubicBezTo>
                <a:lnTo>
                  <a:pt x="4579218" y="9303"/>
                </a:lnTo>
                <a:cubicBezTo>
                  <a:pt x="4579087" y="9041"/>
                  <a:pt x="4579218" y="8450"/>
                  <a:pt x="4579218" y="8450"/>
                </a:cubicBezTo>
                <a:lnTo>
                  <a:pt x="4583749" y="569"/>
                </a:lnTo>
                <a:cubicBezTo>
                  <a:pt x="4583948" y="307"/>
                  <a:pt x="4584538" y="109"/>
                  <a:pt x="4584538" y="109"/>
                </a:cubicBezTo>
                <a:close/>
                <a:moveTo>
                  <a:pt x="4076010" y="109"/>
                </a:moveTo>
                <a:lnTo>
                  <a:pt x="4085076" y="109"/>
                </a:lnTo>
                <a:cubicBezTo>
                  <a:pt x="4085402" y="109"/>
                  <a:pt x="4085863" y="567"/>
                  <a:pt x="4085863" y="567"/>
                </a:cubicBezTo>
                <a:lnTo>
                  <a:pt x="4090397" y="8449"/>
                </a:lnTo>
                <a:cubicBezTo>
                  <a:pt x="4090528" y="8711"/>
                  <a:pt x="4090397" y="9302"/>
                  <a:pt x="4090397" y="9302"/>
                </a:cubicBezTo>
                <a:lnTo>
                  <a:pt x="4085863" y="17185"/>
                </a:lnTo>
                <a:cubicBezTo>
                  <a:pt x="4085666" y="17448"/>
                  <a:pt x="4085076" y="17645"/>
                  <a:pt x="4085076" y="17645"/>
                </a:cubicBezTo>
                <a:lnTo>
                  <a:pt x="4076010" y="17645"/>
                </a:lnTo>
                <a:cubicBezTo>
                  <a:pt x="4075682" y="17645"/>
                  <a:pt x="4075224" y="17185"/>
                  <a:pt x="4075224" y="17185"/>
                </a:cubicBezTo>
                <a:lnTo>
                  <a:pt x="4070691" y="9302"/>
                </a:lnTo>
                <a:cubicBezTo>
                  <a:pt x="4070560" y="9040"/>
                  <a:pt x="4070691" y="8449"/>
                  <a:pt x="4070691" y="8449"/>
                </a:cubicBezTo>
                <a:lnTo>
                  <a:pt x="4075224" y="567"/>
                </a:lnTo>
                <a:cubicBezTo>
                  <a:pt x="4075419" y="306"/>
                  <a:pt x="4076010" y="109"/>
                  <a:pt x="4076010" y="109"/>
                </a:cubicBezTo>
                <a:close/>
                <a:moveTo>
                  <a:pt x="7891684" y="103"/>
                </a:moveTo>
                <a:lnTo>
                  <a:pt x="7900748" y="103"/>
                </a:lnTo>
                <a:cubicBezTo>
                  <a:pt x="7901076" y="103"/>
                  <a:pt x="7901536" y="563"/>
                  <a:pt x="7901536" y="563"/>
                </a:cubicBezTo>
                <a:lnTo>
                  <a:pt x="7906067" y="8444"/>
                </a:lnTo>
                <a:cubicBezTo>
                  <a:pt x="7906199" y="8707"/>
                  <a:pt x="7906067" y="9298"/>
                  <a:pt x="7906067" y="9298"/>
                </a:cubicBezTo>
                <a:lnTo>
                  <a:pt x="7901536" y="17180"/>
                </a:lnTo>
                <a:cubicBezTo>
                  <a:pt x="7901339" y="17443"/>
                  <a:pt x="7900748" y="17640"/>
                  <a:pt x="7900748" y="17640"/>
                </a:cubicBezTo>
                <a:lnTo>
                  <a:pt x="7891684" y="17640"/>
                </a:lnTo>
                <a:cubicBezTo>
                  <a:pt x="7891355" y="17640"/>
                  <a:pt x="7890896" y="17180"/>
                  <a:pt x="7890896" y="17180"/>
                </a:cubicBezTo>
                <a:lnTo>
                  <a:pt x="7886363" y="9298"/>
                </a:lnTo>
                <a:cubicBezTo>
                  <a:pt x="7886233" y="9035"/>
                  <a:pt x="7886363" y="8444"/>
                  <a:pt x="7886363" y="8444"/>
                </a:cubicBezTo>
                <a:lnTo>
                  <a:pt x="7890896" y="563"/>
                </a:lnTo>
                <a:cubicBezTo>
                  <a:pt x="7891093" y="300"/>
                  <a:pt x="7891684" y="103"/>
                  <a:pt x="7891684" y="103"/>
                </a:cubicBezTo>
                <a:close/>
                <a:moveTo>
                  <a:pt x="3058400" y="99"/>
                </a:moveTo>
                <a:lnTo>
                  <a:pt x="3067466" y="99"/>
                </a:lnTo>
                <a:cubicBezTo>
                  <a:pt x="3067795" y="99"/>
                  <a:pt x="3068253" y="558"/>
                  <a:pt x="3068253" y="558"/>
                </a:cubicBezTo>
                <a:lnTo>
                  <a:pt x="3072786" y="8440"/>
                </a:lnTo>
                <a:cubicBezTo>
                  <a:pt x="3072918" y="8702"/>
                  <a:pt x="3072786" y="9294"/>
                  <a:pt x="3072786" y="9294"/>
                </a:cubicBezTo>
                <a:lnTo>
                  <a:pt x="3068253" y="17176"/>
                </a:lnTo>
                <a:cubicBezTo>
                  <a:pt x="3068056" y="17439"/>
                  <a:pt x="3067466" y="17636"/>
                  <a:pt x="3067466" y="17636"/>
                </a:cubicBezTo>
                <a:lnTo>
                  <a:pt x="3058400" y="17636"/>
                </a:lnTo>
                <a:cubicBezTo>
                  <a:pt x="3058072" y="17636"/>
                  <a:pt x="3057611" y="17176"/>
                  <a:pt x="3057611" y="17176"/>
                </a:cubicBezTo>
                <a:lnTo>
                  <a:pt x="3053080" y="9294"/>
                </a:lnTo>
                <a:cubicBezTo>
                  <a:pt x="3052949" y="9031"/>
                  <a:pt x="3053080" y="8440"/>
                  <a:pt x="3053080" y="8440"/>
                </a:cubicBezTo>
                <a:lnTo>
                  <a:pt x="3057611" y="558"/>
                </a:lnTo>
                <a:cubicBezTo>
                  <a:pt x="3057810" y="296"/>
                  <a:pt x="3058400" y="99"/>
                  <a:pt x="3058400" y="99"/>
                </a:cubicBezTo>
                <a:close/>
                <a:moveTo>
                  <a:pt x="9672481" y="98"/>
                </a:moveTo>
                <a:lnTo>
                  <a:pt x="9681545" y="98"/>
                </a:lnTo>
                <a:cubicBezTo>
                  <a:pt x="9681872" y="98"/>
                  <a:pt x="9682333" y="557"/>
                  <a:pt x="9682333" y="557"/>
                </a:cubicBezTo>
                <a:lnTo>
                  <a:pt x="9686865" y="8439"/>
                </a:lnTo>
                <a:cubicBezTo>
                  <a:pt x="9686996" y="8701"/>
                  <a:pt x="9686865" y="9293"/>
                  <a:pt x="9686865" y="9293"/>
                </a:cubicBezTo>
                <a:lnTo>
                  <a:pt x="9682333" y="17175"/>
                </a:lnTo>
                <a:cubicBezTo>
                  <a:pt x="9682136" y="17438"/>
                  <a:pt x="9681545" y="17635"/>
                  <a:pt x="9681545" y="17635"/>
                </a:cubicBezTo>
                <a:lnTo>
                  <a:pt x="9681495" y="17635"/>
                </a:lnTo>
                <a:lnTo>
                  <a:pt x="9681479" y="17644"/>
                </a:lnTo>
                <a:lnTo>
                  <a:pt x="9672416" y="17644"/>
                </a:lnTo>
                <a:cubicBezTo>
                  <a:pt x="9672086" y="17644"/>
                  <a:pt x="9671627" y="17184"/>
                  <a:pt x="9671627" y="17184"/>
                </a:cubicBezTo>
                <a:lnTo>
                  <a:pt x="9667095" y="9301"/>
                </a:lnTo>
                <a:cubicBezTo>
                  <a:pt x="9666964" y="9039"/>
                  <a:pt x="9667095" y="8447"/>
                  <a:pt x="9667095" y="8447"/>
                </a:cubicBezTo>
                <a:lnTo>
                  <a:pt x="9671627" y="566"/>
                </a:lnTo>
                <a:cubicBezTo>
                  <a:pt x="9671825" y="303"/>
                  <a:pt x="9672416" y="106"/>
                  <a:pt x="9672416" y="106"/>
                </a:cubicBezTo>
                <a:lnTo>
                  <a:pt x="9672466" y="106"/>
                </a:lnTo>
                <a:close/>
                <a:moveTo>
                  <a:pt x="259982" y="92"/>
                </a:moveTo>
                <a:lnTo>
                  <a:pt x="269046" y="92"/>
                </a:lnTo>
                <a:lnTo>
                  <a:pt x="269087" y="116"/>
                </a:lnTo>
                <a:lnTo>
                  <a:pt x="269092" y="116"/>
                </a:lnTo>
                <a:cubicBezTo>
                  <a:pt x="269421" y="116"/>
                  <a:pt x="269881" y="577"/>
                  <a:pt x="269881" y="577"/>
                </a:cubicBezTo>
                <a:lnTo>
                  <a:pt x="274411" y="8457"/>
                </a:lnTo>
                <a:cubicBezTo>
                  <a:pt x="274543" y="8720"/>
                  <a:pt x="274411" y="9311"/>
                  <a:pt x="274411" y="9311"/>
                </a:cubicBezTo>
                <a:lnTo>
                  <a:pt x="269881" y="17194"/>
                </a:lnTo>
                <a:cubicBezTo>
                  <a:pt x="269684" y="17456"/>
                  <a:pt x="269092" y="17653"/>
                  <a:pt x="269092" y="17653"/>
                </a:cubicBezTo>
                <a:lnTo>
                  <a:pt x="260029" y="17653"/>
                </a:lnTo>
                <a:lnTo>
                  <a:pt x="259987" y="17629"/>
                </a:lnTo>
                <a:lnTo>
                  <a:pt x="259982" y="17629"/>
                </a:lnTo>
                <a:cubicBezTo>
                  <a:pt x="259654" y="17629"/>
                  <a:pt x="259194" y="17169"/>
                  <a:pt x="259194" y="17169"/>
                </a:cubicBezTo>
                <a:lnTo>
                  <a:pt x="254662" y="9287"/>
                </a:lnTo>
                <a:cubicBezTo>
                  <a:pt x="254531" y="9024"/>
                  <a:pt x="254662" y="8433"/>
                  <a:pt x="254662" y="8433"/>
                </a:cubicBezTo>
                <a:lnTo>
                  <a:pt x="259194" y="552"/>
                </a:lnTo>
                <a:cubicBezTo>
                  <a:pt x="259391" y="289"/>
                  <a:pt x="259982" y="92"/>
                  <a:pt x="259982" y="92"/>
                </a:cubicBezTo>
                <a:close/>
                <a:moveTo>
                  <a:pt x="3312762" y="83"/>
                </a:moveTo>
                <a:lnTo>
                  <a:pt x="3321826" y="83"/>
                </a:lnTo>
                <a:cubicBezTo>
                  <a:pt x="3322154" y="83"/>
                  <a:pt x="3322616" y="543"/>
                  <a:pt x="3322616" y="543"/>
                </a:cubicBezTo>
                <a:lnTo>
                  <a:pt x="3327147" y="8424"/>
                </a:lnTo>
                <a:cubicBezTo>
                  <a:pt x="3327278" y="8687"/>
                  <a:pt x="3327147" y="9278"/>
                  <a:pt x="3327147" y="9278"/>
                </a:cubicBezTo>
                <a:lnTo>
                  <a:pt x="3322616" y="17161"/>
                </a:lnTo>
                <a:cubicBezTo>
                  <a:pt x="3322417" y="17424"/>
                  <a:pt x="3321826" y="17620"/>
                  <a:pt x="3321826" y="17620"/>
                </a:cubicBezTo>
                <a:lnTo>
                  <a:pt x="3312762" y="17620"/>
                </a:lnTo>
                <a:cubicBezTo>
                  <a:pt x="3312433" y="17620"/>
                  <a:pt x="3311974" y="17161"/>
                  <a:pt x="3311974" y="17161"/>
                </a:cubicBezTo>
                <a:lnTo>
                  <a:pt x="3307441" y="9278"/>
                </a:lnTo>
                <a:cubicBezTo>
                  <a:pt x="3307310" y="9016"/>
                  <a:pt x="3307441" y="8424"/>
                  <a:pt x="3307441" y="8424"/>
                </a:cubicBezTo>
                <a:lnTo>
                  <a:pt x="3311974" y="543"/>
                </a:lnTo>
                <a:cubicBezTo>
                  <a:pt x="3312170" y="280"/>
                  <a:pt x="3312762" y="83"/>
                  <a:pt x="3312762" y="83"/>
                </a:cubicBezTo>
                <a:close/>
                <a:moveTo>
                  <a:pt x="3567152" y="82"/>
                </a:moveTo>
                <a:lnTo>
                  <a:pt x="3576217" y="82"/>
                </a:lnTo>
                <a:cubicBezTo>
                  <a:pt x="3576546" y="82"/>
                  <a:pt x="3577006" y="542"/>
                  <a:pt x="3577006" y="542"/>
                </a:cubicBezTo>
                <a:lnTo>
                  <a:pt x="3581538" y="8423"/>
                </a:lnTo>
                <a:cubicBezTo>
                  <a:pt x="3581669" y="8686"/>
                  <a:pt x="3581538" y="9277"/>
                  <a:pt x="3581538" y="9277"/>
                </a:cubicBezTo>
                <a:lnTo>
                  <a:pt x="3577006" y="17160"/>
                </a:lnTo>
                <a:cubicBezTo>
                  <a:pt x="3576809" y="17422"/>
                  <a:pt x="3576217" y="17619"/>
                  <a:pt x="3576217" y="17619"/>
                </a:cubicBezTo>
                <a:lnTo>
                  <a:pt x="3567152" y="17619"/>
                </a:lnTo>
                <a:cubicBezTo>
                  <a:pt x="3566824" y="17619"/>
                  <a:pt x="3566365" y="17160"/>
                  <a:pt x="3566365" y="17160"/>
                </a:cubicBezTo>
                <a:lnTo>
                  <a:pt x="3561831" y="9277"/>
                </a:lnTo>
                <a:cubicBezTo>
                  <a:pt x="3561700" y="9014"/>
                  <a:pt x="3561831" y="8423"/>
                  <a:pt x="3561831" y="8423"/>
                </a:cubicBezTo>
                <a:lnTo>
                  <a:pt x="3566365" y="542"/>
                </a:lnTo>
                <a:cubicBezTo>
                  <a:pt x="3566561" y="279"/>
                  <a:pt x="3567152" y="82"/>
                  <a:pt x="3567152" y="82"/>
                </a:cubicBezTo>
                <a:close/>
                <a:moveTo>
                  <a:pt x="8654892" y="80"/>
                </a:moveTo>
                <a:lnTo>
                  <a:pt x="8663955" y="80"/>
                </a:lnTo>
                <a:cubicBezTo>
                  <a:pt x="8664285" y="80"/>
                  <a:pt x="8664744" y="540"/>
                  <a:pt x="8664744" y="540"/>
                </a:cubicBezTo>
                <a:lnTo>
                  <a:pt x="8669277" y="8421"/>
                </a:lnTo>
                <a:cubicBezTo>
                  <a:pt x="8669408" y="8684"/>
                  <a:pt x="8669277" y="9275"/>
                  <a:pt x="8669277" y="9275"/>
                </a:cubicBezTo>
                <a:lnTo>
                  <a:pt x="8664744" y="17158"/>
                </a:lnTo>
                <a:cubicBezTo>
                  <a:pt x="8664548" y="17420"/>
                  <a:pt x="8663955" y="17617"/>
                  <a:pt x="8663955" y="17617"/>
                </a:cubicBezTo>
                <a:lnTo>
                  <a:pt x="8654892" y="17617"/>
                </a:lnTo>
                <a:cubicBezTo>
                  <a:pt x="8654565" y="17617"/>
                  <a:pt x="8654104" y="17158"/>
                  <a:pt x="8654104" y="17158"/>
                </a:cubicBezTo>
                <a:lnTo>
                  <a:pt x="8649572" y="9275"/>
                </a:lnTo>
                <a:cubicBezTo>
                  <a:pt x="8649441" y="9012"/>
                  <a:pt x="8649572" y="8421"/>
                  <a:pt x="8649572" y="8421"/>
                </a:cubicBezTo>
                <a:lnTo>
                  <a:pt x="8654104" y="540"/>
                </a:lnTo>
                <a:cubicBezTo>
                  <a:pt x="8654301" y="277"/>
                  <a:pt x="8654892" y="80"/>
                  <a:pt x="8654892" y="80"/>
                </a:cubicBezTo>
                <a:close/>
                <a:moveTo>
                  <a:pt x="8400511" y="80"/>
                </a:moveTo>
                <a:lnTo>
                  <a:pt x="8409575" y="80"/>
                </a:lnTo>
                <a:cubicBezTo>
                  <a:pt x="8409904" y="80"/>
                  <a:pt x="8410363" y="539"/>
                  <a:pt x="8410363" y="539"/>
                </a:cubicBezTo>
                <a:lnTo>
                  <a:pt x="8414896" y="8420"/>
                </a:lnTo>
                <a:cubicBezTo>
                  <a:pt x="8415027" y="8683"/>
                  <a:pt x="8414896" y="9274"/>
                  <a:pt x="8414896" y="9274"/>
                </a:cubicBezTo>
                <a:lnTo>
                  <a:pt x="8410363" y="17156"/>
                </a:lnTo>
                <a:cubicBezTo>
                  <a:pt x="8410166" y="17419"/>
                  <a:pt x="8409575" y="17616"/>
                  <a:pt x="8409575" y="17616"/>
                </a:cubicBezTo>
                <a:lnTo>
                  <a:pt x="8400511" y="17616"/>
                </a:lnTo>
                <a:cubicBezTo>
                  <a:pt x="8400184" y="17616"/>
                  <a:pt x="8399723" y="17156"/>
                  <a:pt x="8399723" y="17156"/>
                </a:cubicBezTo>
                <a:lnTo>
                  <a:pt x="8395191" y="9274"/>
                </a:lnTo>
                <a:cubicBezTo>
                  <a:pt x="8395060" y="9011"/>
                  <a:pt x="8395191" y="8420"/>
                  <a:pt x="8395191" y="8420"/>
                </a:cubicBezTo>
                <a:lnTo>
                  <a:pt x="8399723" y="539"/>
                </a:lnTo>
                <a:cubicBezTo>
                  <a:pt x="8399920" y="276"/>
                  <a:pt x="8400511" y="80"/>
                  <a:pt x="8400511" y="80"/>
                </a:cubicBezTo>
                <a:close/>
                <a:moveTo>
                  <a:pt x="4330157" y="79"/>
                </a:moveTo>
                <a:lnTo>
                  <a:pt x="4339222" y="79"/>
                </a:lnTo>
                <a:cubicBezTo>
                  <a:pt x="4339550" y="79"/>
                  <a:pt x="4340010" y="539"/>
                  <a:pt x="4340010" y="539"/>
                </a:cubicBezTo>
                <a:lnTo>
                  <a:pt x="4344540" y="8420"/>
                </a:lnTo>
                <a:cubicBezTo>
                  <a:pt x="4344672" y="8683"/>
                  <a:pt x="4344540" y="9273"/>
                  <a:pt x="4344540" y="9273"/>
                </a:cubicBezTo>
                <a:lnTo>
                  <a:pt x="4340010" y="17155"/>
                </a:lnTo>
                <a:cubicBezTo>
                  <a:pt x="4339812" y="17418"/>
                  <a:pt x="4339222" y="17615"/>
                  <a:pt x="4339222" y="17615"/>
                </a:cubicBezTo>
                <a:lnTo>
                  <a:pt x="4330157" y="17615"/>
                </a:lnTo>
                <a:cubicBezTo>
                  <a:pt x="4329829" y="17615"/>
                  <a:pt x="4329369" y="17155"/>
                  <a:pt x="4329369" y="17155"/>
                </a:cubicBezTo>
                <a:lnTo>
                  <a:pt x="4324836" y="9273"/>
                </a:lnTo>
                <a:cubicBezTo>
                  <a:pt x="4324706" y="9011"/>
                  <a:pt x="4324836" y="8420"/>
                  <a:pt x="4324836" y="8420"/>
                </a:cubicBezTo>
                <a:lnTo>
                  <a:pt x="4329369" y="539"/>
                </a:lnTo>
                <a:cubicBezTo>
                  <a:pt x="4329565" y="276"/>
                  <a:pt x="4330157" y="79"/>
                  <a:pt x="4330157" y="79"/>
                </a:cubicBezTo>
                <a:close/>
                <a:moveTo>
                  <a:pt x="6874095" y="77"/>
                </a:moveTo>
                <a:lnTo>
                  <a:pt x="6883159" y="77"/>
                </a:lnTo>
                <a:cubicBezTo>
                  <a:pt x="6883488" y="77"/>
                  <a:pt x="6883947" y="537"/>
                  <a:pt x="6883947" y="537"/>
                </a:cubicBezTo>
                <a:lnTo>
                  <a:pt x="6888480" y="8418"/>
                </a:lnTo>
                <a:cubicBezTo>
                  <a:pt x="6888611" y="8681"/>
                  <a:pt x="6888480" y="9272"/>
                  <a:pt x="6888480" y="9272"/>
                </a:cubicBezTo>
                <a:lnTo>
                  <a:pt x="6883947" y="17154"/>
                </a:lnTo>
                <a:cubicBezTo>
                  <a:pt x="6883751" y="17417"/>
                  <a:pt x="6883159" y="17614"/>
                  <a:pt x="6883159" y="17614"/>
                </a:cubicBezTo>
                <a:lnTo>
                  <a:pt x="6874095" y="17614"/>
                </a:lnTo>
                <a:cubicBezTo>
                  <a:pt x="6873768" y="17614"/>
                  <a:pt x="6873307" y="17154"/>
                  <a:pt x="6873307" y="17154"/>
                </a:cubicBezTo>
                <a:lnTo>
                  <a:pt x="6868775" y="9272"/>
                </a:lnTo>
                <a:cubicBezTo>
                  <a:pt x="6868644" y="9009"/>
                  <a:pt x="6868775" y="8418"/>
                  <a:pt x="6868775" y="8418"/>
                </a:cubicBezTo>
                <a:lnTo>
                  <a:pt x="6873307" y="537"/>
                </a:lnTo>
                <a:cubicBezTo>
                  <a:pt x="6873504" y="274"/>
                  <a:pt x="6874095" y="77"/>
                  <a:pt x="6874095" y="77"/>
                </a:cubicBezTo>
                <a:close/>
                <a:moveTo>
                  <a:pt x="9163654" y="72"/>
                </a:moveTo>
                <a:lnTo>
                  <a:pt x="9172718" y="72"/>
                </a:lnTo>
                <a:cubicBezTo>
                  <a:pt x="9173046" y="72"/>
                  <a:pt x="9173506" y="533"/>
                  <a:pt x="9173506" y="533"/>
                </a:cubicBezTo>
                <a:lnTo>
                  <a:pt x="9178038" y="8414"/>
                </a:lnTo>
                <a:cubicBezTo>
                  <a:pt x="9178169" y="8677"/>
                  <a:pt x="9178038" y="9267"/>
                  <a:pt x="9178038" y="9267"/>
                </a:cubicBezTo>
                <a:lnTo>
                  <a:pt x="9173506" y="17151"/>
                </a:lnTo>
                <a:cubicBezTo>
                  <a:pt x="9173309" y="17412"/>
                  <a:pt x="9172718" y="17610"/>
                  <a:pt x="9172718" y="17610"/>
                </a:cubicBezTo>
                <a:lnTo>
                  <a:pt x="9163654" y="17610"/>
                </a:lnTo>
                <a:cubicBezTo>
                  <a:pt x="9163326" y="17610"/>
                  <a:pt x="9162866" y="17151"/>
                  <a:pt x="9162866" y="17151"/>
                </a:cubicBezTo>
                <a:lnTo>
                  <a:pt x="9158333" y="9267"/>
                </a:lnTo>
                <a:cubicBezTo>
                  <a:pt x="9158202" y="9005"/>
                  <a:pt x="9158333" y="8414"/>
                  <a:pt x="9158333" y="8414"/>
                </a:cubicBezTo>
                <a:lnTo>
                  <a:pt x="9162866" y="533"/>
                </a:lnTo>
                <a:cubicBezTo>
                  <a:pt x="9163062" y="271"/>
                  <a:pt x="9163654" y="72"/>
                  <a:pt x="9163654" y="72"/>
                </a:cubicBezTo>
                <a:close/>
                <a:moveTo>
                  <a:pt x="8146065" y="72"/>
                </a:moveTo>
                <a:lnTo>
                  <a:pt x="8155129" y="72"/>
                </a:lnTo>
                <a:cubicBezTo>
                  <a:pt x="8155458" y="72"/>
                  <a:pt x="8155917" y="532"/>
                  <a:pt x="8155917" y="532"/>
                </a:cubicBezTo>
                <a:lnTo>
                  <a:pt x="8160449" y="8414"/>
                </a:lnTo>
                <a:cubicBezTo>
                  <a:pt x="8160580" y="8676"/>
                  <a:pt x="8160449" y="9267"/>
                  <a:pt x="8160449" y="9267"/>
                </a:cubicBezTo>
                <a:lnTo>
                  <a:pt x="8155917" y="17150"/>
                </a:lnTo>
                <a:cubicBezTo>
                  <a:pt x="8155719" y="17412"/>
                  <a:pt x="8155129" y="17610"/>
                  <a:pt x="8155129" y="17610"/>
                </a:cubicBezTo>
                <a:lnTo>
                  <a:pt x="8146065" y="17610"/>
                </a:lnTo>
                <a:cubicBezTo>
                  <a:pt x="8145737" y="17610"/>
                  <a:pt x="8145277" y="17150"/>
                  <a:pt x="8145277" y="17150"/>
                </a:cubicBezTo>
                <a:lnTo>
                  <a:pt x="8140745" y="9267"/>
                </a:lnTo>
                <a:cubicBezTo>
                  <a:pt x="8140613" y="9005"/>
                  <a:pt x="8140745" y="8414"/>
                  <a:pt x="8140745" y="8414"/>
                </a:cubicBezTo>
                <a:lnTo>
                  <a:pt x="8145277" y="532"/>
                </a:lnTo>
                <a:cubicBezTo>
                  <a:pt x="8145474" y="269"/>
                  <a:pt x="8146065" y="72"/>
                  <a:pt x="8146065" y="72"/>
                </a:cubicBezTo>
                <a:close/>
                <a:moveTo>
                  <a:pt x="2295096" y="69"/>
                </a:moveTo>
                <a:lnTo>
                  <a:pt x="2304161" y="69"/>
                </a:lnTo>
                <a:cubicBezTo>
                  <a:pt x="2304489" y="69"/>
                  <a:pt x="2304949" y="529"/>
                  <a:pt x="2304949" y="529"/>
                </a:cubicBezTo>
                <a:lnTo>
                  <a:pt x="2309481" y="8410"/>
                </a:lnTo>
                <a:cubicBezTo>
                  <a:pt x="2309613" y="8673"/>
                  <a:pt x="2309481" y="9264"/>
                  <a:pt x="2309481" y="9264"/>
                </a:cubicBezTo>
                <a:lnTo>
                  <a:pt x="2304949" y="17146"/>
                </a:lnTo>
                <a:cubicBezTo>
                  <a:pt x="2304751" y="17409"/>
                  <a:pt x="2304161" y="17606"/>
                  <a:pt x="2304161" y="17606"/>
                </a:cubicBezTo>
                <a:lnTo>
                  <a:pt x="2295096" y="17606"/>
                </a:lnTo>
                <a:cubicBezTo>
                  <a:pt x="2294769" y="17606"/>
                  <a:pt x="2294308" y="17146"/>
                  <a:pt x="2294308" y="17146"/>
                </a:cubicBezTo>
                <a:lnTo>
                  <a:pt x="2289775" y="9264"/>
                </a:lnTo>
                <a:cubicBezTo>
                  <a:pt x="2289644" y="9001"/>
                  <a:pt x="2289775" y="8410"/>
                  <a:pt x="2289775" y="8410"/>
                </a:cubicBezTo>
                <a:lnTo>
                  <a:pt x="2294308" y="529"/>
                </a:lnTo>
                <a:cubicBezTo>
                  <a:pt x="2294505" y="266"/>
                  <a:pt x="2295096" y="69"/>
                  <a:pt x="2295096" y="69"/>
                </a:cubicBezTo>
                <a:close/>
                <a:moveTo>
                  <a:pt x="7637304" y="67"/>
                </a:moveTo>
                <a:lnTo>
                  <a:pt x="7646367" y="67"/>
                </a:lnTo>
                <a:cubicBezTo>
                  <a:pt x="7646696" y="67"/>
                  <a:pt x="7647156" y="527"/>
                  <a:pt x="7647156" y="527"/>
                </a:cubicBezTo>
                <a:lnTo>
                  <a:pt x="7651687" y="8408"/>
                </a:lnTo>
                <a:cubicBezTo>
                  <a:pt x="7651819" y="8671"/>
                  <a:pt x="7651687" y="9262"/>
                  <a:pt x="7651687" y="9262"/>
                </a:cubicBezTo>
                <a:lnTo>
                  <a:pt x="7647156" y="17144"/>
                </a:lnTo>
                <a:cubicBezTo>
                  <a:pt x="7646958" y="17407"/>
                  <a:pt x="7646367" y="17604"/>
                  <a:pt x="7646367" y="17604"/>
                </a:cubicBezTo>
                <a:lnTo>
                  <a:pt x="7637304" y="17604"/>
                </a:lnTo>
                <a:cubicBezTo>
                  <a:pt x="7636975" y="17604"/>
                  <a:pt x="7636516" y="17144"/>
                  <a:pt x="7636516" y="17144"/>
                </a:cubicBezTo>
                <a:lnTo>
                  <a:pt x="7631983" y="9262"/>
                </a:lnTo>
                <a:cubicBezTo>
                  <a:pt x="7631851" y="8999"/>
                  <a:pt x="7631983" y="8408"/>
                  <a:pt x="7631983" y="8408"/>
                </a:cubicBezTo>
                <a:lnTo>
                  <a:pt x="7636516" y="527"/>
                </a:lnTo>
                <a:cubicBezTo>
                  <a:pt x="7636713" y="264"/>
                  <a:pt x="7637304" y="67"/>
                  <a:pt x="7637304" y="67"/>
                </a:cubicBezTo>
                <a:close/>
                <a:moveTo>
                  <a:pt x="514300" y="61"/>
                </a:moveTo>
                <a:lnTo>
                  <a:pt x="523364" y="61"/>
                </a:lnTo>
                <a:lnTo>
                  <a:pt x="523380" y="71"/>
                </a:lnTo>
                <a:lnTo>
                  <a:pt x="523382" y="71"/>
                </a:lnTo>
                <a:cubicBezTo>
                  <a:pt x="523710" y="71"/>
                  <a:pt x="524171" y="531"/>
                  <a:pt x="524171" y="531"/>
                </a:cubicBezTo>
                <a:lnTo>
                  <a:pt x="528702" y="8412"/>
                </a:lnTo>
                <a:cubicBezTo>
                  <a:pt x="528833" y="8675"/>
                  <a:pt x="528702" y="9265"/>
                  <a:pt x="528702" y="9265"/>
                </a:cubicBezTo>
                <a:lnTo>
                  <a:pt x="524171" y="17149"/>
                </a:lnTo>
                <a:cubicBezTo>
                  <a:pt x="523974" y="17410"/>
                  <a:pt x="523382" y="17608"/>
                  <a:pt x="523382" y="17608"/>
                </a:cubicBezTo>
                <a:lnTo>
                  <a:pt x="514319" y="17608"/>
                </a:lnTo>
                <a:lnTo>
                  <a:pt x="514302" y="17599"/>
                </a:lnTo>
                <a:lnTo>
                  <a:pt x="514300" y="17599"/>
                </a:lnTo>
                <a:cubicBezTo>
                  <a:pt x="513971" y="17599"/>
                  <a:pt x="513512" y="17139"/>
                  <a:pt x="513512" y="17139"/>
                </a:cubicBezTo>
                <a:lnTo>
                  <a:pt x="508979" y="9256"/>
                </a:lnTo>
                <a:cubicBezTo>
                  <a:pt x="508848" y="8994"/>
                  <a:pt x="508979" y="8403"/>
                  <a:pt x="508979" y="8403"/>
                </a:cubicBezTo>
                <a:lnTo>
                  <a:pt x="513512" y="521"/>
                </a:lnTo>
                <a:cubicBezTo>
                  <a:pt x="513709" y="258"/>
                  <a:pt x="514300" y="61"/>
                  <a:pt x="514300" y="61"/>
                </a:cubicBezTo>
                <a:close/>
                <a:moveTo>
                  <a:pt x="1786391" y="59"/>
                </a:moveTo>
                <a:lnTo>
                  <a:pt x="1795454" y="59"/>
                </a:lnTo>
                <a:cubicBezTo>
                  <a:pt x="1795783" y="59"/>
                  <a:pt x="1796243" y="519"/>
                  <a:pt x="1796243" y="519"/>
                </a:cubicBezTo>
                <a:lnTo>
                  <a:pt x="1800774" y="8399"/>
                </a:lnTo>
                <a:cubicBezTo>
                  <a:pt x="1800906" y="8663"/>
                  <a:pt x="1800774" y="9254"/>
                  <a:pt x="1800774" y="9254"/>
                </a:cubicBezTo>
                <a:lnTo>
                  <a:pt x="1796243" y="17137"/>
                </a:lnTo>
                <a:cubicBezTo>
                  <a:pt x="1796045" y="17399"/>
                  <a:pt x="1795454" y="17595"/>
                  <a:pt x="1795454" y="17595"/>
                </a:cubicBezTo>
                <a:lnTo>
                  <a:pt x="1795355" y="17595"/>
                </a:lnTo>
                <a:lnTo>
                  <a:pt x="1795339" y="17605"/>
                </a:lnTo>
                <a:lnTo>
                  <a:pt x="1786275" y="17605"/>
                </a:lnTo>
                <a:cubicBezTo>
                  <a:pt x="1785948" y="17605"/>
                  <a:pt x="1785487" y="17145"/>
                  <a:pt x="1785487" y="17145"/>
                </a:cubicBezTo>
                <a:lnTo>
                  <a:pt x="1780955" y="9263"/>
                </a:lnTo>
                <a:cubicBezTo>
                  <a:pt x="1780824" y="9000"/>
                  <a:pt x="1780955" y="8409"/>
                  <a:pt x="1780955" y="8409"/>
                </a:cubicBezTo>
                <a:lnTo>
                  <a:pt x="1785487" y="528"/>
                </a:lnTo>
                <a:cubicBezTo>
                  <a:pt x="1785684" y="265"/>
                  <a:pt x="1786275" y="68"/>
                  <a:pt x="1786275" y="68"/>
                </a:cubicBezTo>
                <a:lnTo>
                  <a:pt x="1786376" y="68"/>
                </a:lnTo>
                <a:close/>
                <a:moveTo>
                  <a:pt x="6110888" y="56"/>
                </a:moveTo>
                <a:lnTo>
                  <a:pt x="6119953" y="56"/>
                </a:lnTo>
                <a:cubicBezTo>
                  <a:pt x="6120280" y="56"/>
                  <a:pt x="6120740" y="516"/>
                  <a:pt x="6120740" y="516"/>
                </a:cubicBezTo>
                <a:lnTo>
                  <a:pt x="6125272" y="8397"/>
                </a:lnTo>
                <a:cubicBezTo>
                  <a:pt x="6125403" y="8660"/>
                  <a:pt x="6125272" y="9251"/>
                  <a:pt x="6125272" y="9251"/>
                </a:cubicBezTo>
                <a:lnTo>
                  <a:pt x="6120740" y="17133"/>
                </a:lnTo>
                <a:cubicBezTo>
                  <a:pt x="6120543" y="17396"/>
                  <a:pt x="6119953" y="17593"/>
                  <a:pt x="6119953" y="17593"/>
                </a:cubicBezTo>
                <a:lnTo>
                  <a:pt x="6110888" y="17593"/>
                </a:lnTo>
                <a:cubicBezTo>
                  <a:pt x="6110560" y="17593"/>
                  <a:pt x="6110101" y="17133"/>
                  <a:pt x="6110101" y="17133"/>
                </a:cubicBezTo>
                <a:lnTo>
                  <a:pt x="6105567" y="9251"/>
                </a:lnTo>
                <a:cubicBezTo>
                  <a:pt x="6105436" y="8988"/>
                  <a:pt x="6105567" y="8397"/>
                  <a:pt x="6105567" y="8397"/>
                </a:cubicBezTo>
                <a:lnTo>
                  <a:pt x="6110101" y="516"/>
                </a:lnTo>
                <a:cubicBezTo>
                  <a:pt x="6110296" y="253"/>
                  <a:pt x="6110888" y="56"/>
                  <a:pt x="6110888" y="56"/>
                </a:cubicBezTo>
                <a:close/>
                <a:moveTo>
                  <a:pt x="3821474" y="55"/>
                </a:moveTo>
                <a:lnTo>
                  <a:pt x="3830539" y="55"/>
                </a:lnTo>
                <a:cubicBezTo>
                  <a:pt x="3830865" y="55"/>
                  <a:pt x="3831326" y="515"/>
                  <a:pt x="3831326" y="515"/>
                </a:cubicBezTo>
                <a:lnTo>
                  <a:pt x="3835860" y="8396"/>
                </a:lnTo>
                <a:cubicBezTo>
                  <a:pt x="3835991" y="8659"/>
                  <a:pt x="3835860" y="9250"/>
                  <a:pt x="3835860" y="9250"/>
                </a:cubicBezTo>
                <a:lnTo>
                  <a:pt x="3831326" y="17132"/>
                </a:lnTo>
                <a:cubicBezTo>
                  <a:pt x="3831128" y="17395"/>
                  <a:pt x="3830539" y="17592"/>
                  <a:pt x="3830539" y="17592"/>
                </a:cubicBezTo>
                <a:lnTo>
                  <a:pt x="3821474" y="17592"/>
                </a:lnTo>
                <a:cubicBezTo>
                  <a:pt x="3821144" y="17592"/>
                  <a:pt x="3820685" y="17132"/>
                  <a:pt x="3820685" y="17132"/>
                </a:cubicBezTo>
                <a:lnTo>
                  <a:pt x="3816153" y="9250"/>
                </a:lnTo>
                <a:cubicBezTo>
                  <a:pt x="3816023" y="8987"/>
                  <a:pt x="3816153" y="8396"/>
                  <a:pt x="3816153" y="8396"/>
                </a:cubicBezTo>
                <a:lnTo>
                  <a:pt x="3820685" y="515"/>
                </a:lnTo>
                <a:cubicBezTo>
                  <a:pt x="3820883" y="252"/>
                  <a:pt x="3821474" y="55"/>
                  <a:pt x="3821474" y="55"/>
                </a:cubicBezTo>
                <a:close/>
                <a:moveTo>
                  <a:pt x="7382923" y="54"/>
                </a:moveTo>
                <a:lnTo>
                  <a:pt x="7391987" y="54"/>
                </a:lnTo>
                <a:cubicBezTo>
                  <a:pt x="7392315" y="54"/>
                  <a:pt x="7392775" y="514"/>
                  <a:pt x="7392775" y="514"/>
                </a:cubicBezTo>
                <a:lnTo>
                  <a:pt x="7397307" y="8395"/>
                </a:lnTo>
                <a:cubicBezTo>
                  <a:pt x="7397438" y="8658"/>
                  <a:pt x="7397307" y="9249"/>
                  <a:pt x="7397307" y="9249"/>
                </a:cubicBezTo>
                <a:lnTo>
                  <a:pt x="7392775" y="17131"/>
                </a:lnTo>
                <a:cubicBezTo>
                  <a:pt x="7392578" y="17394"/>
                  <a:pt x="7391987" y="17591"/>
                  <a:pt x="7391987" y="17591"/>
                </a:cubicBezTo>
                <a:lnTo>
                  <a:pt x="7382923" y="17591"/>
                </a:lnTo>
                <a:cubicBezTo>
                  <a:pt x="7382595" y="17591"/>
                  <a:pt x="7382135" y="17131"/>
                  <a:pt x="7382135" y="17131"/>
                </a:cubicBezTo>
                <a:lnTo>
                  <a:pt x="7377602" y="9249"/>
                </a:lnTo>
                <a:cubicBezTo>
                  <a:pt x="7377471" y="8986"/>
                  <a:pt x="7377602" y="8395"/>
                  <a:pt x="7377602" y="8395"/>
                </a:cubicBezTo>
                <a:lnTo>
                  <a:pt x="7382135" y="514"/>
                </a:lnTo>
                <a:cubicBezTo>
                  <a:pt x="7382331" y="251"/>
                  <a:pt x="7382923" y="54"/>
                  <a:pt x="7382923" y="54"/>
                </a:cubicBezTo>
                <a:close/>
                <a:moveTo>
                  <a:pt x="10181242" y="46"/>
                </a:moveTo>
                <a:lnTo>
                  <a:pt x="10190305" y="46"/>
                </a:lnTo>
                <a:cubicBezTo>
                  <a:pt x="10190635" y="46"/>
                  <a:pt x="10191093" y="506"/>
                  <a:pt x="10191093" y="506"/>
                </a:cubicBezTo>
                <a:lnTo>
                  <a:pt x="10195626" y="8387"/>
                </a:lnTo>
                <a:lnTo>
                  <a:pt x="10195626" y="8398"/>
                </a:lnTo>
                <a:lnTo>
                  <a:pt x="10195626" y="9241"/>
                </a:lnTo>
                <a:lnTo>
                  <a:pt x="10195626" y="9251"/>
                </a:lnTo>
                <a:lnTo>
                  <a:pt x="10191093" y="17135"/>
                </a:lnTo>
                <a:cubicBezTo>
                  <a:pt x="10190896" y="17396"/>
                  <a:pt x="10190305" y="17593"/>
                  <a:pt x="10190305" y="17593"/>
                </a:cubicBezTo>
                <a:lnTo>
                  <a:pt x="10181242" y="17593"/>
                </a:lnTo>
                <a:cubicBezTo>
                  <a:pt x="10180914" y="17593"/>
                  <a:pt x="10180453" y="17135"/>
                  <a:pt x="10180453" y="17135"/>
                </a:cubicBezTo>
                <a:lnTo>
                  <a:pt x="10175922" y="9251"/>
                </a:lnTo>
                <a:lnTo>
                  <a:pt x="10175922" y="9241"/>
                </a:lnTo>
                <a:lnTo>
                  <a:pt x="10175922" y="8398"/>
                </a:lnTo>
                <a:lnTo>
                  <a:pt x="10175922" y="8387"/>
                </a:lnTo>
                <a:lnTo>
                  <a:pt x="10180453" y="506"/>
                </a:lnTo>
                <a:cubicBezTo>
                  <a:pt x="10180650" y="243"/>
                  <a:pt x="10181242" y="46"/>
                  <a:pt x="10181242" y="46"/>
                </a:cubicBezTo>
                <a:close/>
                <a:moveTo>
                  <a:pt x="4838919" y="40"/>
                </a:moveTo>
                <a:lnTo>
                  <a:pt x="4847982" y="40"/>
                </a:lnTo>
                <a:cubicBezTo>
                  <a:pt x="4848311" y="40"/>
                  <a:pt x="4848772" y="499"/>
                  <a:pt x="4848772" y="499"/>
                </a:cubicBezTo>
                <a:lnTo>
                  <a:pt x="4853303" y="8381"/>
                </a:lnTo>
                <a:cubicBezTo>
                  <a:pt x="4853435" y="8643"/>
                  <a:pt x="4853303" y="9235"/>
                  <a:pt x="4853303" y="9235"/>
                </a:cubicBezTo>
                <a:lnTo>
                  <a:pt x="4848772" y="17117"/>
                </a:lnTo>
                <a:cubicBezTo>
                  <a:pt x="4848575" y="17380"/>
                  <a:pt x="4847982" y="17577"/>
                  <a:pt x="4847982" y="17577"/>
                </a:cubicBezTo>
                <a:lnTo>
                  <a:pt x="4838919" y="17577"/>
                </a:lnTo>
                <a:cubicBezTo>
                  <a:pt x="4838590" y="17577"/>
                  <a:pt x="4838132" y="17117"/>
                  <a:pt x="4838132" y="17117"/>
                </a:cubicBezTo>
                <a:lnTo>
                  <a:pt x="4833598" y="9235"/>
                </a:lnTo>
                <a:cubicBezTo>
                  <a:pt x="4833467" y="8972"/>
                  <a:pt x="4833598" y="8381"/>
                  <a:pt x="4833598" y="8381"/>
                </a:cubicBezTo>
                <a:lnTo>
                  <a:pt x="4838132" y="499"/>
                </a:lnTo>
                <a:cubicBezTo>
                  <a:pt x="4838328" y="237"/>
                  <a:pt x="4838919" y="40"/>
                  <a:pt x="4838919" y="40"/>
                </a:cubicBezTo>
                <a:close/>
                <a:moveTo>
                  <a:pt x="2549430" y="37"/>
                </a:moveTo>
                <a:lnTo>
                  <a:pt x="2558495" y="37"/>
                </a:lnTo>
                <a:cubicBezTo>
                  <a:pt x="2558823" y="37"/>
                  <a:pt x="2559283" y="497"/>
                  <a:pt x="2559283" y="497"/>
                </a:cubicBezTo>
                <a:lnTo>
                  <a:pt x="2563815" y="8379"/>
                </a:lnTo>
                <a:cubicBezTo>
                  <a:pt x="2563946" y="8641"/>
                  <a:pt x="2563815" y="9232"/>
                  <a:pt x="2563815" y="9232"/>
                </a:cubicBezTo>
                <a:lnTo>
                  <a:pt x="2559283" y="17115"/>
                </a:lnTo>
                <a:cubicBezTo>
                  <a:pt x="2559086" y="17378"/>
                  <a:pt x="2558495" y="17575"/>
                  <a:pt x="2558495" y="17575"/>
                </a:cubicBezTo>
                <a:lnTo>
                  <a:pt x="2549430" y="17575"/>
                </a:lnTo>
                <a:cubicBezTo>
                  <a:pt x="2549103" y="17575"/>
                  <a:pt x="2548642" y="17115"/>
                  <a:pt x="2548642" y="17115"/>
                </a:cubicBezTo>
                <a:lnTo>
                  <a:pt x="2544110" y="9232"/>
                </a:lnTo>
                <a:cubicBezTo>
                  <a:pt x="2543979" y="8970"/>
                  <a:pt x="2544110" y="8379"/>
                  <a:pt x="2544110" y="8379"/>
                </a:cubicBezTo>
                <a:lnTo>
                  <a:pt x="2548642" y="497"/>
                </a:lnTo>
                <a:cubicBezTo>
                  <a:pt x="2548839" y="234"/>
                  <a:pt x="2549430" y="37"/>
                  <a:pt x="2549430" y="37"/>
                </a:cubicBezTo>
                <a:close/>
                <a:moveTo>
                  <a:pt x="1531844" y="37"/>
                </a:moveTo>
                <a:lnTo>
                  <a:pt x="1540907" y="37"/>
                </a:lnTo>
                <a:lnTo>
                  <a:pt x="1540917" y="44"/>
                </a:lnTo>
                <a:lnTo>
                  <a:pt x="1540985" y="44"/>
                </a:lnTo>
                <a:cubicBezTo>
                  <a:pt x="1541312" y="44"/>
                  <a:pt x="1541772" y="504"/>
                  <a:pt x="1541772" y="504"/>
                </a:cubicBezTo>
                <a:lnTo>
                  <a:pt x="1546305" y="8385"/>
                </a:lnTo>
                <a:cubicBezTo>
                  <a:pt x="1546436" y="8648"/>
                  <a:pt x="1546305" y="9239"/>
                  <a:pt x="1546305" y="9239"/>
                </a:cubicBezTo>
                <a:lnTo>
                  <a:pt x="1541772" y="17121"/>
                </a:lnTo>
                <a:cubicBezTo>
                  <a:pt x="1541576" y="17384"/>
                  <a:pt x="1540985" y="17581"/>
                  <a:pt x="1540985" y="17581"/>
                </a:cubicBezTo>
                <a:lnTo>
                  <a:pt x="1531920" y="17581"/>
                </a:lnTo>
                <a:lnTo>
                  <a:pt x="1531909" y="17575"/>
                </a:lnTo>
                <a:lnTo>
                  <a:pt x="1531844" y="17575"/>
                </a:lnTo>
                <a:cubicBezTo>
                  <a:pt x="1531514" y="17575"/>
                  <a:pt x="1531054" y="17115"/>
                  <a:pt x="1531054" y="17115"/>
                </a:cubicBezTo>
                <a:lnTo>
                  <a:pt x="1526522" y="9232"/>
                </a:lnTo>
                <a:cubicBezTo>
                  <a:pt x="1526391" y="8970"/>
                  <a:pt x="1526522" y="8379"/>
                  <a:pt x="1526522" y="8379"/>
                </a:cubicBezTo>
                <a:lnTo>
                  <a:pt x="1531054" y="497"/>
                </a:lnTo>
                <a:cubicBezTo>
                  <a:pt x="1531253" y="234"/>
                  <a:pt x="1531844" y="37"/>
                  <a:pt x="1531844" y="37"/>
                </a:cubicBezTo>
                <a:close/>
                <a:moveTo>
                  <a:pt x="5602126" y="35"/>
                </a:moveTo>
                <a:lnTo>
                  <a:pt x="5611191" y="35"/>
                </a:lnTo>
                <a:cubicBezTo>
                  <a:pt x="5611519" y="35"/>
                  <a:pt x="5611979" y="495"/>
                  <a:pt x="5611979" y="495"/>
                </a:cubicBezTo>
                <a:lnTo>
                  <a:pt x="5616511" y="8376"/>
                </a:lnTo>
                <a:cubicBezTo>
                  <a:pt x="5616642" y="8639"/>
                  <a:pt x="5616511" y="9230"/>
                  <a:pt x="5616511" y="9230"/>
                </a:cubicBezTo>
                <a:lnTo>
                  <a:pt x="5611979" y="17113"/>
                </a:lnTo>
                <a:cubicBezTo>
                  <a:pt x="5611782" y="17375"/>
                  <a:pt x="5611191" y="17572"/>
                  <a:pt x="5611191" y="17572"/>
                </a:cubicBezTo>
                <a:lnTo>
                  <a:pt x="5602126" y="17572"/>
                </a:lnTo>
                <a:cubicBezTo>
                  <a:pt x="5601798" y="17572"/>
                  <a:pt x="5601338" y="17113"/>
                  <a:pt x="5601338" y="17113"/>
                </a:cubicBezTo>
                <a:lnTo>
                  <a:pt x="5596807" y="9230"/>
                </a:lnTo>
                <a:cubicBezTo>
                  <a:pt x="5596675" y="8967"/>
                  <a:pt x="5596807" y="8376"/>
                  <a:pt x="5596807" y="8376"/>
                </a:cubicBezTo>
                <a:lnTo>
                  <a:pt x="5601338" y="495"/>
                </a:lnTo>
                <a:cubicBezTo>
                  <a:pt x="5601536" y="232"/>
                  <a:pt x="5602126" y="35"/>
                  <a:pt x="5602126" y="35"/>
                </a:cubicBezTo>
                <a:close/>
                <a:moveTo>
                  <a:pt x="5486" y="33"/>
                </a:moveTo>
                <a:lnTo>
                  <a:pt x="14550" y="33"/>
                </a:lnTo>
                <a:cubicBezTo>
                  <a:pt x="14878" y="33"/>
                  <a:pt x="15338" y="493"/>
                  <a:pt x="15338" y="493"/>
                </a:cubicBezTo>
                <a:lnTo>
                  <a:pt x="15363" y="537"/>
                </a:lnTo>
                <a:lnTo>
                  <a:pt x="15388" y="551"/>
                </a:lnTo>
                <a:lnTo>
                  <a:pt x="19920" y="8432"/>
                </a:lnTo>
                <a:cubicBezTo>
                  <a:pt x="20052" y="8695"/>
                  <a:pt x="19920" y="9286"/>
                  <a:pt x="19920" y="9286"/>
                </a:cubicBezTo>
                <a:lnTo>
                  <a:pt x="15388" y="17169"/>
                </a:lnTo>
                <a:cubicBezTo>
                  <a:pt x="15191" y="17430"/>
                  <a:pt x="14600" y="17627"/>
                  <a:pt x="14600" y="17627"/>
                </a:cubicBezTo>
                <a:lnTo>
                  <a:pt x="5537" y="17627"/>
                </a:lnTo>
                <a:cubicBezTo>
                  <a:pt x="5208" y="17627"/>
                  <a:pt x="4749" y="17169"/>
                  <a:pt x="4749" y="17169"/>
                </a:cubicBezTo>
                <a:lnTo>
                  <a:pt x="4723" y="17126"/>
                </a:lnTo>
                <a:lnTo>
                  <a:pt x="4697" y="17110"/>
                </a:lnTo>
                <a:lnTo>
                  <a:pt x="165" y="9227"/>
                </a:lnTo>
                <a:cubicBezTo>
                  <a:pt x="34" y="8965"/>
                  <a:pt x="165" y="8373"/>
                  <a:pt x="165" y="8373"/>
                </a:cubicBezTo>
                <a:lnTo>
                  <a:pt x="4697" y="493"/>
                </a:lnTo>
                <a:cubicBezTo>
                  <a:pt x="4894" y="229"/>
                  <a:pt x="5486" y="33"/>
                  <a:pt x="5486" y="33"/>
                </a:cubicBezTo>
                <a:close/>
                <a:moveTo>
                  <a:pt x="5347746" y="32"/>
                </a:moveTo>
                <a:lnTo>
                  <a:pt x="5356810" y="32"/>
                </a:lnTo>
                <a:cubicBezTo>
                  <a:pt x="5357138" y="32"/>
                  <a:pt x="5357598" y="492"/>
                  <a:pt x="5357598" y="492"/>
                </a:cubicBezTo>
                <a:lnTo>
                  <a:pt x="5362130" y="8373"/>
                </a:lnTo>
                <a:cubicBezTo>
                  <a:pt x="5362261" y="8636"/>
                  <a:pt x="5362130" y="9227"/>
                  <a:pt x="5362130" y="9227"/>
                </a:cubicBezTo>
                <a:lnTo>
                  <a:pt x="5357598" y="17109"/>
                </a:lnTo>
                <a:cubicBezTo>
                  <a:pt x="5357401" y="17372"/>
                  <a:pt x="5356810" y="17569"/>
                  <a:pt x="5356810" y="17569"/>
                </a:cubicBezTo>
                <a:lnTo>
                  <a:pt x="5347746" y="17569"/>
                </a:lnTo>
                <a:cubicBezTo>
                  <a:pt x="5347418" y="17569"/>
                  <a:pt x="5346958" y="17109"/>
                  <a:pt x="5346958" y="17109"/>
                </a:cubicBezTo>
                <a:lnTo>
                  <a:pt x="5342425" y="9227"/>
                </a:lnTo>
                <a:cubicBezTo>
                  <a:pt x="5342295" y="8965"/>
                  <a:pt x="5342425" y="8373"/>
                  <a:pt x="5342425" y="8373"/>
                </a:cubicBezTo>
                <a:lnTo>
                  <a:pt x="5346958" y="492"/>
                </a:lnTo>
                <a:cubicBezTo>
                  <a:pt x="5347154" y="229"/>
                  <a:pt x="5347746" y="32"/>
                  <a:pt x="5347746" y="32"/>
                </a:cubicBezTo>
                <a:close/>
                <a:moveTo>
                  <a:pt x="2040642" y="28"/>
                </a:moveTo>
                <a:lnTo>
                  <a:pt x="2049706" y="28"/>
                </a:lnTo>
                <a:lnTo>
                  <a:pt x="2049801" y="83"/>
                </a:lnTo>
                <a:lnTo>
                  <a:pt x="2049858" y="83"/>
                </a:lnTo>
                <a:cubicBezTo>
                  <a:pt x="2050186" y="83"/>
                  <a:pt x="2050646" y="543"/>
                  <a:pt x="2050646" y="543"/>
                </a:cubicBezTo>
                <a:lnTo>
                  <a:pt x="2055178" y="8424"/>
                </a:lnTo>
                <a:cubicBezTo>
                  <a:pt x="2055308" y="8687"/>
                  <a:pt x="2055178" y="9278"/>
                  <a:pt x="2055178" y="9278"/>
                </a:cubicBezTo>
                <a:lnTo>
                  <a:pt x="2050646" y="17161"/>
                </a:lnTo>
                <a:cubicBezTo>
                  <a:pt x="2050449" y="17424"/>
                  <a:pt x="2049858" y="17620"/>
                  <a:pt x="2049858" y="17620"/>
                </a:cubicBezTo>
                <a:lnTo>
                  <a:pt x="2040793" y="17620"/>
                </a:lnTo>
                <a:lnTo>
                  <a:pt x="2040699" y="17565"/>
                </a:lnTo>
                <a:lnTo>
                  <a:pt x="2040642" y="17565"/>
                </a:lnTo>
                <a:cubicBezTo>
                  <a:pt x="2040313" y="17565"/>
                  <a:pt x="2039855" y="17105"/>
                  <a:pt x="2039855" y="17105"/>
                </a:cubicBezTo>
                <a:lnTo>
                  <a:pt x="2035321" y="9222"/>
                </a:lnTo>
                <a:cubicBezTo>
                  <a:pt x="2035190" y="8960"/>
                  <a:pt x="2035321" y="8369"/>
                  <a:pt x="2035321" y="8369"/>
                </a:cubicBezTo>
                <a:lnTo>
                  <a:pt x="2039855" y="487"/>
                </a:lnTo>
                <a:cubicBezTo>
                  <a:pt x="2040052" y="224"/>
                  <a:pt x="2040642" y="28"/>
                  <a:pt x="2040642" y="28"/>
                </a:cubicBezTo>
                <a:close/>
                <a:moveTo>
                  <a:pt x="1277496" y="21"/>
                </a:moveTo>
                <a:lnTo>
                  <a:pt x="1286560" y="21"/>
                </a:lnTo>
                <a:cubicBezTo>
                  <a:pt x="1286889" y="21"/>
                  <a:pt x="1287349" y="481"/>
                  <a:pt x="1287349" y="481"/>
                </a:cubicBezTo>
                <a:lnTo>
                  <a:pt x="1291879" y="8362"/>
                </a:lnTo>
                <a:cubicBezTo>
                  <a:pt x="1292011" y="8625"/>
                  <a:pt x="1291879" y="9216"/>
                  <a:pt x="1291879" y="9216"/>
                </a:cubicBezTo>
                <a:lnTo>
                  <a:pt x="1287349" y="17098"/>
                </a:lnTo>
                <a:cubicBezTo>
                  <a:pt x="1287151" y="17361"/>
                  <a:pt x="1286560" y="17558"/>
                  <a:pt x="1286560" y="17558"/>
                </a:cubicBezTo>
                <a:lnTo>
                  <a:pt x="1286509" y="17558"/>
                </a:lnTo>
                <a:lnTo>
                  <a:pt x="1286504" y="17562"/>
                </a:lnTo>
                <a:lnTo>
                  <a:pt x="1277438" y="17562"/>
                </a:lnTo>
                <a:cubicBezTo>
                  <a:pt x="1277111" y="17562"/>
                  <a:pt x="1276650" y="17103"/>
                  <a:pt x="1276650" y="17103"/>
                </a:cubicBezTo>
                <a:lnTo>
                  <a:pt x="1272119" y="9220"/>
                </a:lnTo>
                <a:cubicBezTo>
                  <a:pt x="1271987" y="8958"/>
                  <a:pt x="1272119" y="8366"/>
                  <a:pt x="1272119" y="8366"/>
                </a:cubicBezTo>
                <a:lnTo>
                  <a:pt x="1276650" y="485"/>
                </a:lnTo>
                <a:cubicBezTo>
                  <a:pt x="1276847" y="222"/>
                  <a:pt x="1277438" y="25"/>
                  <a:pt x="1277438" y="25"/>
                </a:cubicBezTo>
                <a:lnTo>
                  <a:pt x="1277488" y="25"/>
                </a:lnTo>
                <a:close/>
                <a:moveTo>
                  <a:pt x="10435622" y="20"/>
                </a:moveTo>
                <a:lnTo>
                  <a:pt x="10444686" y="20"/>
                </a:lnTo>
                <a:cubicBezTo>
                  <a:pt x="10445015" y="20"/>
                  <a:pt x="10445474" y="480"/>
                  <a:pt x="10445474" y="480"/>
                </a:cubicBezTo>
                <a:lnTo>
                  <a:pt x="10445481" y="492"/>
                </a:lnTo>
                <a:lnTo>
                  <a:pt x="10445540" y="527"/>
                </a:lnTo>
                <a:lnTo>
                  <a:pt x="10450073" y="8408"/>
                </a:lnTo>
                <a:cubicBezTo>
                  <a:pt x="10450204" y="8671"/>
                  <a:pt x="10450073" y="9262"/>
                  <a:pt x="10450073" y="9262"/>
                </a:cubicBezTo>
                <a:lnTo>
                  <a:pt x="10445540" y="17144"/>
                </a:lnTo>
                <a:cubicBezTo>
                  <a:pt x="10445344" y="17407"/>
                  <a:pt x="10444752" y="17604"/>
                  <a:pt x="10444752" y="17604"/>
                </a:cubicBezTo>
                <a:lnTo>
                  <a:pt x="10435688" y="17604"/>
                </a:lnTo>
                <a:cubicBezTo>
                  <a:pt x="10435361" y="17604"/>
                  <a:pt x="10434900" y="17144"/>
                  <a:pt x="10434900" y="17144"/>
                </a:cubicBezTo>
                <a:lnTo>
                  <a:pt x="10434893" y="17132"/>
                </a:lnTo>
                <a:lnTo>
                  <a:pt x="10434834" y="17097"/>
                </a:lnTo>
                <a:lnTo>
                  <a:pt x="10430302" y="9215"/>
                </a:lnTo>
                <a:cubicBezTo>
                  <a:pt x="10430171" y="8952"/>
                  <a:pt x="10430302" y="8361"/>
                  <a:pt x="10430302" y="8361"/>
                </a:cubicBezTo>
                <a:lnTo>
                  <a:pt x="10434834" y="480"/>
                </a:lnTo>
                <a:cubicBezTo>
                  <a:pt x="10435031" y="217"/>
                  <a:pt x="10435622" y="20"/>
                  <a:pt x="10435622" y="20"/>
                </a:cubicBezTo>
                <a:close/>
                <a:moveTo>
                  <a:pt x="9418035" y="20"/>
                </a:moveTo>
                <a:lnTo>
                  <a:pt x="9427099" y="20"/>
                </a:lnTo>
                <a:cubicBezTo>
                  <a:pt x="9427427" y="20"/>
                  <a:pt x="9427887" y="480"/>
                  <a:pt x="9427887" y="480"/>
                </a:cubicBezTo>
                <a:lnTo>
                  <a:pt x="9432419" y="8361"/>
                </a:lnTo>
                <a:cubicBezTo>
                  <a:pt x="9432550" y="8624"/>
                  <a:pt x="9432419" y="9215"/>
                  <a:pt x="9432419" y="9215"/>
                </a:cubicBezTo>
                <a:lnTo>
                  <a:pt x="9427887" y="17097"/>
                </a:lnTo>
                <a:cubicBezTo>
                  <a:pt x="9427690" y="17360"/>
                  <a:pt x="9427099" y="17557"/>
                  <a:pt x="9427099" y="17557"/>
                </a:cubicBezTo>
                <a:lnTo>
                  <a:pt x="9418035" y="17557"/>
                </a:lnTo>
                <a:cubicBezTo>
                  <a:pt x="9417707" y="17557"/>
                  <a:pt x="9417247" y="17097"/>
                  <a:pt x="9417247" y="17097"/>
                </a:cubicBezTo>
                <a:lnTo>
                  <a:pt x="9412714" y="9215"/>
                </a:lnTo>
                <a:cubicBezTo>
                  <a:pt x="9412583" y="8952"/>
                  <a:pt x="9412714" y="8361"/>
                  <a:pt x="9412714" y="8361"/>
                </a:cubicBezTo>
                <a:lnTo>
                  <a:pt x="9417247" y="480"/>
                </a:lnTo>
                <a:cubicBezTo>
                  <a:pt x="9417444" y="217"/>
                  <a:pt x="9418035" y="20"/>
                  <a:pt x="9418035" y="20"/>
                </a:cubicBezTo>
                <a:close/>
                <a:moveTo>
                  <a:pt x="6365334" y="14"/>
                </a:moveTo>
                <a:lnTo>
                  <a:pt x="6374397" y="14"/>
                </a:lnTo>
                <a:cubicBezTo>
                  <a:pt x="6374727" y="14"/>
                  <a:pt x="6375186" y="474"/>
                  <a:pt x="6375186" y="474"/>
                </a:cubicBezTo>
                <a:lnTo>
                  <a:pt x="6379718" y="8356"/>
                </a:lnTo>
                <a:cubicBezTo>
                  <a:pt x="6379849" y="8618"/>
                  <a:pt x="6379718" y="9209"/>
                  <a:pt x="6379718" y="9209"/>
                </a:cubicBezTo>
                <a:lnTo>
                  <a:pt x="6375186" y="17092"/>
                </a:lnTo>
                <a:cubicBezTo>
                  <a:pt x="6374988" y="17354"/>
                  <a:pt x="6374397" y="17552"/>
                  <a:pt x="6374397" y="17552"/>
                </a:cubicBezTo>
                <a:lnTo>
                  <a:pt x="6365334" y="17552"/>
                </a:lnTo>
                <a:cubicBezTo>
                  <a:pt x="6365005" y="17552"/>
                  <a:pt x="6364546" y="17092"/>
                  <a:pt x="6364546" y="17092"/>
                </a:cubicBezTo>
                <a:lnTo>
                  <a:pt x="6360014" y="9209"/>
                </a:lnTo>
                <a:cubicBezTo>
                  <a:pt x="6359882" y="8947"/>
                  <a:pt x="6360014" y="8356"/>
                  <a:pt x="6360014" y="8356"/>
                </a:cubicBezTo>
                <a:lnTo>
                  <a:pt x="6364546" y="474"/>
                </a:lnTo>
                <a:cubicBezTo>
                  <a:pt x="6364743" y="211"/>
                  <a:pt x="6365334" y="14"/>
                  <a:pt x="6365334" y="14"/>
                </a:cubicBezTo>
                <a:close/>
                <a:moveTo>
                  <a:pt x="6619714" y="11"/>
                </a:moveTo>
                <a:lnTo>
                  <a:pt x="6628778" y="11"/>
                </a:lnTo>
                <a:cubicBezTo>
                  <a:pt x="6629107" y="11"/>
                  <a:pt x="6629566" y="471"/>
                  <a:pt x="6629566" y="471"/>
                </a:cubicBezTo>
                <a:lnTo>
                  <a:pt x="6634099" y="8352"/>
                </a:lnTo>
                <a:cubicBezTo>
                  <a:pt x="6634230" y="8615"/>
                  <a:pt x="6634099" y="9206"/>
                  <a:pt x="6634099" y="9206"/>
                </a:cubicBezTo>
                <a:lnTo>
                  <a:pt x="6629566" y="17089"/>
                </a:lnTo>
                <a:cubicBezTo>
                  <a:pt x="6629369" y="17351"/>
                  <a:pt x="6628778" y="17548"/>
                  <a:pt x="6628778" y="17548"/>
                </a:cubicBezTo>
                <a:lnTo>
                  <a:pt x="6619714" y="17548"/>
                </a:lnTo>
                <a:cubicBezTo>
                  <a:pt x="6619387" y="17548"/>
                  <a:pt x="6618926" y="17089"/>
                  <a:pt x="6618926" y="17089"/>
                </a:cubicBezTo>
                <a:lnTo>
                  <a:pt x="6614394" y="9206"/>
                </a:lnTo>
                <a:cubicBezTo>
                  <a:pt x="6614263" y="8943"/>
                  <a:pt x="6614394" y="8352"/>
                  <a:pt x="6614394" y="8352"/>
                </a:cubicBezTo>
                <a:lnTo>
                  <a:pt x="6618926" y="471"/>
                </a:lnTo>
                <a:cubicBezTo>
                  <a:pt x="6619123" y="208"/>
                  <a:pt x="6619714" y="11"/>
                  <a:pt x="6619714" y="11"/>
                </a:cubicBezTo>
                <a:close/>
                <a:moveTo>
                  <a:pt x="5093300" y="7"/>
                </a:moveTo>
                <a:lnTo>
                  <a:pt x="5102364" y="7"/>
                </a:lnTo>
                <a:cubicBezTo>
                  <a:pt x="5102693" y="7"/>
                  <a:pt x="5103153" y="468"/>
                  <a:pt x="5103153" y="468"/>
                </a:cubicBezTo>
                <a:lnTo>
                  <a:pt x="5107684" y="8349"/>
                </a:lnTo>
                <a:cubicBezTo>
                  <a:pt x="5107815" y="8612"/>
                  <a:pt x="5107684" y="9202"/>
                  <a:pt x="5107684" y="9202"/>
                </a:cubicBezTo>
                <a:lnTo>
                  <a:pt x="5103153" y="17085"/>
                </a:lnTo>
                <a:cubicBezTo>
                  <a:pt x="5102955" y="17347"/>
                  <a:pt x="5102364" y="17545"/>
                  <a:pt x="5102364" y="17545"/>
                </a:cubicBezTo>
                <a:lnTo>
                  <a:pt x="5093300" y="17545"/>
                </a:lnTo>
                <a:cubicBezTo>
                  <a:pt x="5092972" y="17545"/>
                  <a:pt x="5092512" y="17085"/>
                  <a:pt x="5092512" y="17085"/>
                </a:cubicBezTo>
                <a:lnTo>
                  <a:pt x="5087979" y="9202"/>
                </a:lnTo>
                <a:cubicBezTo>
                  <a:pt x="5087848" y="8940"/>
                  <a:pt x="5087979" y="8349"/>
                  <a:pt x="5087979" y="8349"/>
                </a:cubicBezTo>
                <a:lnTo>
                  <a:pt x="5092512" y="468"/>
                </a:lnTo>
                <a:cubicBezTo>
                  <a:pt x="5092708" y="205"/>
                  <a:pt x="5093300" y="7"/>
                  <a:pt x="5093300" y="7"/>
                </a:cubicBezTo>
                <a:close/>
                <a:moveTo>
                  <a:pt x="2803747" y="3"/>
                </a:moveTo>
                <a:lnTo>
                  <a:pt x="2812811" y="3"/>
                </a:lnTo>
                <a:cubicBezTo>
                  <a:pt x="2813139" y="3"/>
                  <a:pt x="2813599" y="463"/>
                  <a:pt x="2813599" y="463"/>
                </a:cubicBezTo>
                <a:lnTo>
                  <a:pt x="2818131" y="8345"/>
                </a:lnTo>
                <a:cubicBezTo>
                  <a:pt x="2818262" y="8607"/>
                  <a:pt x="2818131" y="9198"/>
                  <a:pt x="2818131" y="9198"/>
                </a:cubicBezTo>
                <a:lnTo>
                  <a:pt x="2813599" y="17081"/>
                </a:lnTo>
                <a:cubicBezTo>
                  <a:pt x="2813402" y="17344"/>
                  <a:pt x="2812811" y="17541"/>
                  <a:pt x="2812811" y="17541"/>
                </a:cubicBezTo>
                <a:lnTo>
                  <a:pt x="2803747" y="17541"/>
                </a:lnTo>
                <a:cubicBezTo>
                  <a:pt x="2803418" y="17541"/>
                  <a:pt x="2802958" y="17081"/>
                  <a:pt x="2802958" y="17081"/>
                </a:cubicBezTo>
                <a:lnTo>
                  <a:pt x="2798426" y="9198"/>
                </a:lnTo>
                <a:cubicBezTo>
                  <a:pt x="2798295" y="8936"/>
                  <a:pt x="2798426" y="8345"/>
                  <a:pt x="2798426" y="8345"/>
                </a:cubicBezTo>
                <a:lnTo>
                  <a:pt x="2802958" y="463"/>
                </a:lnTo>
                <a:cubicBezTo>
                  <a:pt x="2803156" y="200"/>
                  <a:pt x="2803747" y="3"/>
                  <a:pt x="2803747" y="3"/>
                </a:cubicBezTo>
                <a:close/>
                <a:moveTo>
                  <a:pt x="1023014" y="1"/>
                </a:moveTo>
                <a:lnTo>
                  <a:pt x="1032077" y="1"/>
                </a:lnTo>
                <a:lnTo>
                  <a:pt x="1032140" y="37"/>
                </a:lnTo>
                <a:lnTo>
                  <a:pt x="1032145" y="37"/>
                </a:lnTo>
                <a:cubicBezTo>
                  <a:pt x="1032474" y="37"/>
                  <a:pt x="1032934" y="497"/>
                  <a:pt x="1032934" y="497"/>
                </a:cubicBezTo>
                <a:lnTo>
                  <a:pt x="1037465" y="8379"/>
                </a:lnTo>
                <a:cubicBezTo>
                  <a:pt x="1037597" y="8641"/>
                  <a:pt x="1037465" y="9232"/>
                  <a:pt x="1037465" y="9232"/>
                </a:cubicBezTo>
                <a:lnTo>
                  <a:pt x="1032934" y="17115"/>
                </a:lnTo>
                <a:cubicBezTo>
                  <a:pt x="1032736" y="17378"/>
                  <a:pt x="1032145" y="17575"/>
                  <a:pt x="1032145" y="17575"/>
                </a:cubicBezTo>
                <a:lnTo>
                  <a:pt x="1023082" y="17575"/>
                </a:lnTo>
                <a:lnTo>
                  <a:pt x="1023020" y="17538"/>
                </a:lnTo>
                <a:lnTo>
                  <a:pt x="1023014" y="17538"/>
                </a:lnTo>
                <a:cubicBezTo>
                  <a:pt x="1022684" y="17538"/>
                  <a:pt x="1022225" y="17079"/>
                  <a:pt x="1022225" y="17079"/>
                </a:cubicBezTo>
                <a:lnTo>
                  <a:pt x="1017693" y="9196"/>
                </a:lnTo>
                <a:cubicBezTo>
                  <a:pt x="1017561" y="8934"/>
                  <a:pt x="1017693" y="8342"/>
                  <a:pt x="1017693" y="8342"/>
                </a:cubicBezTo>
                <a:lnTo>
                  <a:pt x="1022225" y="461"/>
                </a:lnTo>
                <a:cubicBezTo>
                  <a:pt x="1022422" y="198"/>
                  <a:pt x="1023014" y="1"/>
                  <a:pt x="1023014" y="1"/>
                </a:cubicBezTo>
                <a:close/>
                <a:moveTo>
                  <a:pt x="9926862" y="0"/>
                </a:moveTo>
                <a:lnTo>
                  <a:pt x="9935926" y="0"/>
                </a:lnTo>
                <a:cubicBezTo>
                  <a:pt x="9936255" y="0"/>
                  <a:pt x="9936714" y="460"/>
                  <a:pt x="9936714" y="460"/>
                </a:cubicBezTo>
                <a:lnTo>
                  <a:pt x="9941247" y="8341"/>
                </a:lnTo>
                <a:cubicBezTo>
                  <a:pt x="9941377" y="8604"/>
                  <a:pt x="9941247" y="9195"/>
                  <a:pt x="9941247" y="9195"/>
                </a:cubicBezTo>
                <a:lnTo>
                  <a:pt x="9936714" y="17078"/>
                </a:lnTo>
                <a:cubicBezTo>
                  <a:pt x="9936517" y="17340"/>
                  <a:pt x="9935926" y="17537"/>
                  <a:pt x="9935926" y="17537"/>
                </a:cubicBezTo>
                <a:lnTo>
                  <a:pt x="9926862" y="17537"/>
                </a:lnTo>
                <a:cubicBezTo>
                  <a:pt x="9926534" y="17537"/>
                  <a:pt x="9926074" y="17078"/>
                  <a:pt x="9926074" y="17078"/>
                </a:cubicBezTo>
                <a:lnTo>
                  <a:pt x="9921542" y="9195"/>
                </a:lnTo>
                <a:cubicBezTo>
                  <a:pt x="9921411" y="8932"/>
                  <a:pt x="9921542" y="8341"/>
                  <a:pt x="9921542" y="8341"/>
                </a:cubicBezTo>
                <a:lnTo>
                  <a:pt x="9926074" y="460"/>
                </a:lnTo>
                <a:cubicBezTo>
                  <a:pt x="9926271" y="197"/>
                  <a:pt x="9926862" y="0"/>
                  <a:pt x="9926862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  <p:sp>
        <p:nvSpPr>
          <p:cNvPr id="4" name="Plassholder for dato 3">
            <a:extLst>
              <a:ext uri="{FF2B5EF4-FFF2-40B4-BE49-F238E27FC236}">
                <a16:creationId xmlns:a16="http://schemas.microsoft.com/office/drawing/2014/main" id="{2369545E-40A9-B17C-5006-A63C1DE6F01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7530723" y="7855190"/>
            <a:ext cx="966760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30.11.2023</a:t>
            </a:r>
          </a:p>
        </p:txBody>
      </p:sp>
      <p:sp>
        <p:nvSpPr>
          <p:cNvPr id="5" name="Plassholder for bunntekst 4">
            <a:extLst>
              <a:ext uri="{FF2B5EF4-FFF2-40B4-BE49-F238E27FC236}">
                <a16:creationId xmlns:a16="http://schemas.microsoft.com/office/drawing/2014/main" id="{61DFE73F-38C9-58B7-7CC1-4045FA9535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177556" y="7855190"/>
            <a:ext cx="5272944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Eksempel på bunntekst</a:t>
            </a:r>
          </a:p>
        </p:txBody>
      </p:sp>
      <p:sp>
        <p:nvSpPr>
          <p:cNvPr id="6" name="Plassholder for lysbildenummer 5">
            <a:extLst>
              <a:ext uri="{FF2B5EF4-FFF2-40B4-BE49-F238E27FC236}">
                <a16:creationId xmlns:a16="http://schemas.microsoft.com/office/drawing/2014/main" id="{FB4DD541-EC0D-9CCA-71D9-61FB0554EC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511353" y="7855679"/>
            <a:ext cx="303780" cy="127328"/>
          </a:xfrm>
          <a:prstGeom prst="rect">
            <a:avLst/>
          </a:prstGeom>
        </p:spPr>
        <p:txBody>
          <a:bodyPr/>
          <a:lstStyle/>
          <a:p>
            <a:fld id="{29865669-F740-E64B-B728-E368EA3FB96D}" type="slidenum">
              <a:rPr lang="nb-NO" smtClean="0"/>
              <a:t>‹#›</a:t>
            </a:fld>
            <a:endParaRPr lang="nb-NO"/>
          </a:p>
        </p:txBody>
      </p:sp>
      <p:sp>
        <p:nvSpPr>
          <p:cNvPr id="2" name="Tittel 1">
            <a:extLst>
              <a:ext uri="{FF2B5EF4-FFF2-40B4-BE49-F238E27FC236}">
                <a16:creationId xmlns:a16="http://schemas.microsoft.com/office/drawing/2014/main" id="{89E91C93-48F1-F1F6-0FF3-192E9F735A0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71476" y="1572230"/>
            <a:ext cx="4857544" cy="1367183"/>
          </a:xfrm>
          <a:solidFill>
            <a:schemeClr val="bg1"/>
          </a:solidFill>
        </p:spPr>
        <p:txBody>
          <a:bodyPr wrap="square" lIns="216000" tIns="180000" rIns="216000" bIns="216000" anchor="t">
            <a:spAutoFit/>
          </a:bodyPr>
          <a:lstStyle>
            <a:lvl1pPr algn="l">
              <a:defRPr sz="3492">
                <a:solidFill>
                  <a:schemeClr val="tx2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Undertittel 2">
            <a:extLst>
              <a:ext uri="{FF2B5EF4-FFF2-40B4-BE49-F238E27FC236}">
                <a16:creationId xmlns:a16="http://schemas.microsoft.com/office/drawing/2014/main" id="{60BE8851-4857-FC01-8E48-10EB085F86A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71476" y="2943831"/>
            <a:ext cx="3999894" cy="510745"/>
          </a:xfrm>
          <a:solidFill>
            <a:schemeClr val="bg1"/>
          </a:solidFill>
        </p:spPr>
        <p:txBody>
          <a:bodyPr wrap="square" lIns="216000" tIns="72000" rIns="216000" bIns="216000" anchor="t">
            <a:spAutoFit/>
          </a:bodyPr>
          <a:lstStyle>
            <a:lvl1pPr marL="0" indent="0" algn="l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 algn="ctr">
              <a:buNone/>
              <a:defRPr sz="1500"/>
            </a:lvl2pPr>
            <a:lvl3pPr marL="685770" indent="0" algn="ctr">
              <a:buNone/>
              <a:defRPr sz="1350"/>
            </a:lvl3pPr>
            <a:lvl4pPr marL="1028655" indent="0" algn="ctr">
              <a:buNone/>
              <a:defRPr sz="1200"/>
            </a:lvl4pPr>
            <a:lvl5pPr marL="1371540" indent="0" algn="ctr">
              <a:buNone/>
              <a:defRPr sz="1200"/>
            </a:lvl5pPr>
            <a:lvl6pPr marL="1714425" indent="0" algn="ctr">
              <a:buNone/>
              <a:defRPr sz="1200"/>
            </a:lvl6pPr>
            <a:lvl7pPr marL="2057310" indent="0" algn="ctr">
              <a:buNone/>
              <a:defRPr sz="1200"/>
            </a:lvl7pPr>
            <a:lvl8pPr marL="2400195" indent="0" algn="ctr">
              <a:buNone/>
              <a:defRPr sz="1200"/>
            </a:lvl8pPr>
            <a:lvl9pPr marL="2743080" indent="0" algn="ctr">
              <a:buNone/>
              <a:defRPr sz="1200"/>
            </a:lvl9pPr>
          </a:lstStyle>
          <a:p>
            <a:r>
              <a:rPr lang="nb-NO"/>
              <a:t>Klikk for å redigere undertittelstil i malen</a:t>
            </a:r>
            <a:endParaRPr lang="nb-NO" dirty="0"/>
          </a:p>
        </p:txBody>
      </p:sp>
      <p:grpSp>
        <p:nvGrpSpPr>
          <p:cNvPr id="49" name="Logo topp venstre">
            <a:extLst>
              <a:ext uri="{FF2B5EF4-FFF2-40B4-BE49-F238E27FC236}">
                <a16:creationId xmlns:a16="http://schemas.microsoft.com/office/drawing/2014/main" id="{C31E7F01-B7ED-FE84-EF41-872E7F5F56DF}"/>
              </a:ext>
            </a:extLst>
          </p:cNvPr>
          <p:cNvGrpSpPr/>
          <p:nvPr userDrawn="1"/>
        </p:nvGrpSpPr>
        <p:grpSpPr>
          <a:xfrm>
            <a:off x="354917" y="367007"/>
            <a:ext cx="1904157" cy="765410"/>
            <a:chOff x="352360" y="350051"/>
            <a:chExt cx="2191629" cy="880951"/>
          </a:xfrm>
          <a:solidFill>
            <a:schemeClr val="tx1"/>
          </a:solidFill>
        </p:grpSpPr>
        <p:grpSp>
          <p:nvGrpSpPr>
            <p:cNvPr id="50" name="Logo topp venstre">
              <a:extLst>
                <a:ext uri="{FF2B5EF4-FFF2-40B4-BE49-F238E27FC236}">
                  <a16:creationId xmlns:a16="http://schemas.microsoft.com/office/drawing/2014/main" id="{502D6B94-45E9-1A27-6487-8FF46F0563D7}"/>
                </a:ext>
              </a:extLst>
            </p:cNvPr>
            <p:cNvGrpSpPr/>
            <p:nvPr/>
          </p:nvGrpSpPr>
          <p:grpSpPr>
            <a:xfrm>
              <a:off x="352360" y="350051"/>
              <a:ext cx="1959367" cy="740067"/>
              <a:chOff x="352360" y="350051"/>
              <a:chExt cx="1959367" cy="740067"/>
            </a:xfrm>
            <a:grpFill/>
          </p:grpSpPr>
          <p:grpSp>
            <p:nvGrpSpPr>
              <p:cNvPr id="52" name="Gruppe 51">
                <a:extLst>
                  <a:ext uri="{FF2B5EF4-FFF2-40B4-BE49-F238E27FC236}">
                    <a16:creationId xmlns:a16="http://schemas.microsoft.com/office/drawing/2014/main" id="{CC6E4672-BE2E-7FF1-493F-DC5EF3B3FBB4}"/>
                  </a:ext>
                </a:extLst>
              </p:cNvPr>
              <p:cNvGrpSpPr/>
              <p:nvPr/>
            </p:nvGrpSpPr>
            <p:grpSpPr>
              <a:xfrm>
                <a:off x="352360" y="350051"/>
                <a:ext cx="1343926" cy="357853"/>
                <a:chOff x="352360" y="350051"/>
                <a:chExt cx="1343926" cy="357853"/>
              </a:xfrm>
              <a:grpFill/>
            </p:grpSpPr>
            <p:sp>
              <p:nvSpPr>
                <p:cNvPr id="54" name="Friform 53">
                  <a:extLst>
                    <a:ext uri="{FF2B5EF4-FFF2-40B4-BE49-F238E27FC236}">
                      <a16:creationId xmlns:a16="http://schemas.microsoft.com/office/drawing/2014/main" id="{C4870828-0FA8-857A-57B6-5770010C99C2}"/>
                    </a:ext>
                  </a:extLst>
                </p:cNvPr>
                <p:cNvSpPr/>
                <p:nvPr/>
              </p:nvSpPr>
              <p:spPr>
                <a:xfrm>
                  <a:off x="352360" y="548298"/>
                  <a:ext cx="181866" cy="159606"/>
                </a:xfrm>
                <a:custGeom>
                  <a:avLst/>
                  <a:gdLst>
                    <a:gd name="connsiteX0" fmla="*/ 77942 w 181866"/>
                    <a:gd name="connsiteY0" fmla="*/ 60241 h 159606"/>
                    <a:gd name="connsiteX1" fmla="*/ 83103 w 181866"/>
                    <a:gd name="connsiteY1" fmla="*/ 60241 h 159606"/>
                    <a:gd name="connsiteX2" fmla="*/ 103503 w 181866"/>
                    <a:gd name="connsiteY2" fmla="*/ 79802 h 159606"/>
                    <a:gd name="connsiteX3" fmla="*/ 83103 w 181866"/>
                    <a:gd name="connsiteY3" fmla="*/ 99423 h 159606"/>
                    <a:gd name="connsiteX4" fmla="*/ 77942 w 181866"/>
                    <a:gd name="connsiteY4" fmla="*/ 99423 h 159606"/>
                    <a:gd name="connsiteX5" fmla="*/ 66782 w 181866"/>
                    <a:gd name="connsiteY5" fmla="*/ 51481 h 159606"/>
                    <a:gd name="connsiteX6" fmla="*/ 66782 w 181866"/>
                    <a:gd name="connsiteY6" fmla="*/ 108183 h 159606"/>
                    <a:gd name="connsiteX7" fmla="*/ 83583 w 181866"/>
                    <a:gd name="connsiteY7" fmla="*/ 108183 h 159606"/>
                    <a:gd name="connsiteX8" fmla="*/ 115084 w 181866"/>
                    <a:gd name="connsiteY8" fmla="*/ 79802 h 159606"/>
                    <a:gd name="connsiteX9" fmla="*/ 83583 w 181866"/>
                    <a:gd name="connsiteY9" fmla="*/ 51481 h 159606"/>
                    <a:gd name="connsiteX10" fmla="*/ 49502 w 181866"/>
                    <a:gd name="connsiteY10" fmla="*/ 0 h 159606"/>
                    <a:gd name="connsiteX11" fmla="*/ 132365 w 181866"/>
                    <a:gd name="connsiteY11" fmla="*/ 0 h 159606"/>
                    <a:gd name="connsiteX12" fmla="*/ 139325 w 181866"/>
                    <a:gd name="connsiteY12" fmla="*/ 4020 h 159606"/>
                    <a:gd name="connsiteX13" fmla="*/ 180786 w 181866"/>
                    <a:gd name="connsiteY13" fmla="*/ 75783 h 159606"/>
                    <a:gd name="connsiteX14" fmla="*/ 180786 w 181866"/>
                    <a:gd name="connsiteY14" fmla="*/ 83823 h 159606"/>
                    <a:gd name="connsiteX15" fmla="*/ 139325 w 181866"/>
                    <a:gd name="connsiteY15" fmla="*/ 155585 h 159606"/>
                    <a:gd name="connsiteX16" fmla="*/ 132365 w 181866"/>
                    <a:gd name="connsiteY16" fmla="*/ 159606 h 159606"/>
                    <a:gd name="connsiteX17" fmla="*/ 49502 w 181866"/>
                    <a:gd name="connsiteY17" fmla="*/ 159606 h 159606"/>
                    <a:gd name="connsiteX18" fmla="*/ 42541 w 181866"/>
                    <a:gd name="connsiteY18" fmla="*/ 155585 h 159606"/>
                    <a:gd name="connsiteX19" fmla="*/ 1080 w 181866"/>
                    <a:gd name="connsiteY19" fmla="*/ 83823 h 159606"/>
                    <a:gd name="connsiteX20" fmla="*/ 1080 w 181866"/>
                    <a:gd name="connsiteY20" fmla="*/ 75783 h 159606"/>
                    <a:gd name="connsiteX21" fmla="*/ 42541 w 181866"/>
                    <a:gd name="connsiteY21" fmla="*/ 4020 h 159606"/>
                    <a:gd name="connsiteX22" fmla="*/ 49502 w 181866"/>
                    <a:gd name="connsiteY22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81866" h="159606">
                      <a:moveTo>
                        <a:pt x="77942" y="60241"/>
                      </a:moveTo>
                      <a:lnTo>
                        <a:pt x="83103" y="60241"/>
                      </a:lnTo>
                      <a:cubicBezTo>
                        <a:pt x="93423" y="60241"/>
                        <a:pt x="103503" y="62761"/>
                        <a:pt x="103503" y="79802"/>
                      </a:cubicBezTo>
                      <a:cubicBezTo>
                        <a:pt x="103503" y="96843"/>
                        <a:pt x="93423" y="99423"/>
                        <a:pt x="83103" y="99423"/>
                      </a:cubicBezTo>
                      <a:lnTo>
                        <a:pt x="77942" y="99423"/>
                      </a:lnTo>
                      <a:close/>
                      <a:moveTo>
                        <a:pt x="66782" y="51481"/>
                      </a:moveTo>
                      <a:lnTo>
                        <a:pt x="66782" y="108183"/>
                      </a:lnTo>
                      <a:lnTo>
                        <a:pt x="83583" y="108183"/>
                      </a:lnTo>
                      <a:cubicBezTo>
                        <a:pt x="101583" y="108183"/>
                        <a:pt x="115084" y="102303"/>
                        <a:pt x="115084" y="79802"/>
                      </a:cubicBezTo>
                      <a:cubicBezTo>
                        <a:pt x="115084" y="57361"/>
                        <a:pt x="101583" y="51481"/>
                        <a:pt x="83583" y="5148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5" name="Friform 54">
                  <a:extLst>
                    <a:ext uri="{FF2B5EF4-FFF2-40B4-BE49-F238E27FC236}">
                      <a16:creationId xmlns:a16="http://schemas.microsoft.com/office/drawing/2014/main" id="{93E531FE-596E-1348-1AB0-738637FE8CA9}"/>
                    </a:ext>
                  </a:extLst>
                </p:cNvPr>
                <p:cNvSpPr/>
                <p:nvPr/>
              </p:nvSpPr>
              <p:spPr>
                <a:xfrm>
                  <a:off x="1049584" y="350051"/>
                  <a:ext cx="181866" cy="159606"/>
                </a:xfrm>
                <a:custGeom>
                  <a:avLst/>
                  <a:gdLst>
                    <a:gd name="connsiteX0" fmla="*/ 62162 w 181866"/>
                    <a:gd name="connsiteY0" fmla="*/ 52501 h 159606"/>
                    <a:gd name="connsiteX1" fmla="*/ 62162 w 181866"/>
                    <a:gd name="connsiteY1" fmla="*/ 109203 h 159606"/>
                    <a:gd name="connsiteX2" fmla="*/ 72542 w 181866"/>
                    <a:gd name="connsiteY2" fmla="*/ 109203 h 159606"/>
                    <a:gd name="connsiteX3" fmla="*/ 72542 w 181866"/>
                    <a:gd name="connsiteY3" fmla="*/ 66602 h 159606"/>
                    <a:gd name="connsiteX4" fmla="*/ 72602 w 181866"/>
                    <a:gd name="connsiteY4" fmla="*/ 66602 h 159606"/>
                    <a:gd name="connsiteX5" fmla="*/ 86583 w 181866"/>
                    <a:gd name="connsiteY5" fmla="*/ 109203 h 159606"/>
                    <a:gd name="connsiteX6" fmla="*/ 97683 w 181866"/>
                    <a:gd name="connsiteY6" fmla="*/ 109203 h 159606"/>
                    <a:gd name="connsiteX7" fmla="*/ 111604 w 181866"/>
                    <a:gd name="connsiteY7" fmla="*/ 66602 h 159606"/>
                    <a:gd name="connsiteX8" fmla="*/ 111604 w 181866"/>
                    <a:gd name="connsiteY8" fmla="*/ 109203 h 159606"/>
                    <a:gd name="connsiteX9" fmla="*/ 121984 w 181866"/>
                    <a:gd name="connsiteY9" fmla="*/ 109203 h 159606"/>
                    <a:gd name="connsiteX10" fmla="*/ 121984 w 181866"/>
                    <a:gd name="connsiteY10" fmla="*/ 52501 h 159606"/>
                    <a:gd name="connsiteX11" fmla="*/ 105543 w 181866"/>
                    <a:gd name="connsiteY11" fmla="*/ 52501 h 159606"/>
                    <a:gd name="connsiteX12" fmla="*/ 92163 w 181866"/>
                    <a:gd name="connsiteY12" fmla="*/ 96663 h 159606"/>
                    <a:gd name="connsiteX13" fmla="*/ 78423 w 181866"/>
                    <a:gd name="connsiteY13" fmla="*/ 52501 h 159606"/>
                    <a:gd name="connsiteX14" fmla="*/ 49502 w 181866"/>
                    <a:gd name="connsiteY14" fmla="*/ 0 h 159606"/>
                    <a:gd name="connsiteX15" fmla="*/ 132365 w 181866"/>
                    <a:gd name="connsiteY15" fmla="*/ 0 h 159606"/>
                    <a:gd name="connsiteX16" fmla="*/ 139325 w 181866"/>
                    <a:gd name="connsiteY16" fmla="*/ 4020 h 159606"/>
                    <a:gd name="connsiteX17" fmla="*/ 180786 w 181866"/>
                    <a:gd name="connsiteY17" fmla="*/ 75783 h 159606"/>
                    <a:gd name="connsiteX18" fmla="*/ 180786 w 181866"/>
                    <a:gd name="connsiteY18" fmla="*/ 83823 h 159606"/>
                    <a:gd name="connsiteX19" fmla="*/ 139325 w 181866"/>
                    <a:gd name="connsiteY19" fmla="*/ 155585 h 159606"/>
                    <a:gd name="connsiteX20" fmla="*/ 132365 w 181866"/>
                    <a:gd name="connsiteY20" fmla="*/ 159606 h 159606"/>
                    <a:gd name="connsiteX21" fmla="*/ 49502 w 181866"/>
                    <a:gd name="connsiteY21" fmla="*/ 159606 h 159606"/>
                    <a:gd name="connsiteX22" fmla="*/ 42541 w 181866"/>
                    <a:gd name="connsiteY22" fmla="*/ 155585 h 159606"/>
                    <a:gd name="connsiteX23" fmla="*/ 1080 w 181866"/>
                    <a:gd name="connsiteY23" fmla="*/ 83823 h 159606"/>
                    <a:gd name="connsiteX24" fmla="*/ 1080 w 181866"/>
                    <a:gd name="connsiteY24" fmla="*/ 75783 h 159606"/>
                    <a:gd name="connsiteX25" fmla="*/ 42541 w 181866"/>
                    <a:gd name="connsiteY25" fmla="*/ 4020 h 159606"/>
                    <a:gd name="connsiteX26" fmla="*/ 49502 w 181866"/>
                    <a:gd name="connsiteY26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1866" h="159606">
                      <a:moveTo>
                        <a:pt x="62162" y="52501"/>
                      </a:moveTo>
                      <a:lnTo>
                        <a:pt x="62162" y="109203"/>
                      </a:lnTo>
                      <a:lnTo>
                        <a:pt x="72542" y="109203"/>
                      </a:lnTo>
                      <a:lnTo>
                        <a:pt x="72542" y="66602"/>
                      </a:lnTo>
                      <a:lnTo>
                        <a:pt x="72602" y="66602"/>
                      </a:lnTo>
                      <a:lnTo>
                        <a:pt x="86583" y="109203"/>
                      </a:lnTo>
                      <a:lnTo>
                        <a:pt x="97683" y="109203"/>
                      </a:lnTo>
                      <a:lnTo>
                        <a:pt x="111604" y="66602"/>
                      </a:lnTo>
                      <a:lnTo>
                        <a:pt x="111604" y="109203"/>
                      </a:lnTo>
                      <a:lnTo>
                        <a:pt x="121984" y="109203"/>
                      </a:lnTo>
                      <a:lnTo>
                        <a:pt x="121984" y="52501"/>
                      </a:lnTo>
                      <a:lnTo>
                        <a:pt x="105543" y="52501"/>
                      </a:lnTo>
                      <a:lnTo>
                        <a:pt x="92163" y="96663"/>
                      </a:lnTo>
                      <a:lnTo>
                        <a:pt x="78423" y="52501"/>
                      </a:ln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5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6" name="Friform 55">
                  <a:extLst>
                    <a:ext uri="{FF2B5EF4-FFF2-40B4-BE49-F238E27FC236}">
                      <a16:creationId xmlns:a16="http://schemas.microsoft.com/office/drawing/2014/main" id="{EABC20B8-9847-C011-52F7-54E02E21190B}"/>
                    </a:ext>
                  </a:extLst>
                </p:cNvPr>
                <p:cNvSpPr/>
                <p:nvPr/>
              </p:nvSpPr>
              <p:spPr>
                <a:xfrm>
                  <a:off x="1514420" y="548298"/>
                  <a:ext cx="181866" cy="159606"/>
                </a:xfrm>
                <a:custGeom>
                  <a:avLst/>
                  <a:gdLst>
                    <a:gd name="connsiteX0" fmla="*/ 86583 w 181866"/>
                    <a:gd name="connsiteY0" fmla="*/ 61321 h 159606"/>
                    <a:gd name="connsiteX1" fmla="*/ 95044 w 181866"/>
                    <a:gd name="connsiteY1" fmla="*/ 61321 h 159606"/>
                    <a:gd name="connsiteX2" fmla="*/ 108244 w 181866"/>
                    <a:gd name="connsiteY2" fmla="*/ 71402 h 159606"/>
                    <a:gd name="connsiteX3" fmla="*/ 95824 w 181866"/>
                    <a:gd name="connsiteY3" fmla="*/ 80642 h 159606"/>
                    <a:gd name="connsiteX4" fmla="*/ 86583 w 181866"/>
                    <a:gd name="connsiteY4" fmla="*/ 80642 h 159606"/>
                    <a:gd name="connsiteX5" fmla="*/ 75423 w 181866"/>
                    <a:gd name="connsiteY5" fmla="*/ 52561 h 159606"/>
                    <a:gd name="connsiteX6" fmla="*/ 75423 w 181866"/>
                    <a:gd name="connsiteY6" fmla="*/ 109263 h 159606"/>
                    <a:gd name="connsiteX7" fmla="*/ 86583 w 181866"/>
                    <a:gd name="connsiteY7" fmla="*/ 109263 h 159606"/>
                    <a:gd name="connsiteX8" fmla="*/ 86583 w 181866"/>
                    <a:gd name="connsiteY8" fmla="*/ 89342 h 159606"/>
                    <a:gd name="connsiteX9" fmla="*/ 95104 w 181866"/>
                    <a:gd name="connsiteY9" fmla="*/ 89342 h 159606"/>
                    <a:gd name="connsiteX10" fmla="*/ 119704 w 181866"/>
                    <a:gd name="connsiteY10" fmla="*/ 71342 h 159606"/>
                    <a:gd name="connsiteX11" fmla="*/ 119764 w 181866"/>
                    <a:gd name="connsiteY11" fmla="*/ 71342 h 159606"/>
                    <a:gd name="connsiteX12" fmla="*/ 94804 w 181866"/>
                    <a:gd name="connsiteY12" fmla="*/ 52561 h 159606"/>
                    <a:gd name="connsiteX13" fmla="*/ 49502 w 181866"/>
                    <a:gd name="connsiteY13" fmla="*/ 0 h 159606"/>
                    <a:gd name="connsiteX14" fmla="*/ 132365 w 181866"/>
                    <a:gd name="connsiteY14" fmla="*/ 0 h 159606"/>
                    <a:gd name="connsiteX15" fmla="*/ 139325 w 181866"/>
                    <a:gd name="connsiteY15" fmla="*/ 4020 h 159606"/>
                    <a:gd name="connsiteX16" fmla="*/ 180786 w 181866"/>
                    <a:gd name="connsiteY16" fmla="*/ 75783 h 159606"/>
                    <a:gd name="connsiteX17" fmla="*/ 180786 w 181866"/>
                    <a:gd name="connsiteY17" fmla="*/ 83823 h 159606"/>
                    <a:gd name="connsiteX18" fmla="*/ 139325 w 181866"/>
                    <a:gd name="connsiteY18" fmla="*/ 155585 h 159606"/>
                    <a:gd name="connsiteX19" fmla="*/ 132365 w 181866"/>
                    <a:gd name="connsiteY19" fmla="*/ 159606 h 159606"/>
                    <a:gd name="connsiteX20" fmla="*/ 49502 w 181866"/>
                    <a:gd name="connsiteY20" fmla="*/ 159606 h 159606"/>
                    <a:gd name="connsiteX21" fmla="*/ 42541 w 181866"/>
                    <a:gd name="connsiteY21" fmla="*/ 155585 h 159606"/>
                    <a:gd name="connsiteX22" fmla="*/ 1080 w 181866"/>
                    <a:gd name="connsiteY22" fmla="*/ 83823 h 159606"/>
                    <a:gd name="connsiteX23" fmla="*/ 1080 w 181866"/>
                    <a:gd name="connsiteY23" fmla="*/ 75783 h 159606"/>
                    <a:gd name="connsiteX24" fmla="*/ 42541 w 181866"/>
                    <a:gd name="connsiteY24" fmla="*/ 4020 h 159606"/>
                    <a:gd name="connsiteX25" fmla="*/ 49502 w 181866"/>
                    <a:gd name="connsiteY25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81866" h="159606">
                      <a:moveTo>
                        <a:pt x="86583" y="61321"/>
                      </a:moveTo>
                      <a:lnTo>
                        <a:pt x="95044" y="61321"/>
                      </a:lnTo>
                      <a:cubicBezTo>
                        <a:pt x="101104" y="61321"/>
                        <a:pt x="108244" y="62101"/>
                        <a:pt x="108244" y="71402"/>
                      </a:cubicBezTo>
                      <a:cubicBezTo>
                        <a:pt x="108244" y="78902"/>
                        <a:pt x="102784" y="80642"/>
                        <a:pt x="95824" y="80642"/>
                      </a:cubicBezTo>
                      <a:lnTo>
                        <a:pt x="86583" y="80642"/>
                      </a:lnTo>
                      <a:close/>
                      <a:moveTo>
                        <a:pt x="75423" y="52561"/>
                      </a:moveTo>
                      <a:lnTo>
                        <a:pt x="75423" y="109263"/>
                      </a:lnTo>
                      <a:lnTo>
                        <a:pt x="86583" y="109263"/>
                      </a:lnTo>
                      <a:lnTo>
                        <a:pt x="86583" y="89342"/>
                      </a:lnTo>
                      <a:lnTo>
                        <a:pt x="95104" y="89342"/>
                      </a:lnTo>
                      <a:cubicBezTo>
                        <a:pt x="108124" y="89342"/>
                        <a:pt x="119704" y="85802"/>
                        <a:pt x="119704" y="71342"/>
                      </a:cubicBezTo>
                      <a:lnTo>
                        <a:pt x="119764" y="71342"/>
                      </a:lnTo>
                      <a:cubicBezTo>
                        <a:pt x="119764" y="54181"/>
                        <a:pt x="106444" y="52561"/>
                        <a:pt x="94804" y="5256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1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1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</p:grpSp>
          <p:sp>
            <p:nvSpPr>
              <p:cNvPr id="53" name="Friform 52">
                <a:extLst>
                  <a:ext uri="{FF2B5EF4-FFF2-40B4-BE49-F238E27FC236}">
                    <a16:creationId xmlns:a16="http://schemas.microsoft.com/office/drawing/2014/main" id="{B91D63F5-16E7-E88E-3983-319D88BC77F1}"/>
                  </a:ext>
                </a:extLst>
              </p:cNvPr>
              <p:cNvSpPr/>
              <p:nvPr/>
            </p:nvSpPr>
            <p:spPr>
              <a:xfrm>
                <a:off x="825955" y="773066"/>
                <a:ext cx="1485772" cy="317052"/>
              </a:xfrm>
              <a:custGeom>
                <a:avLst/>
                <a:gdLst>
                  <a:gd name="connsiteX0" fmla="*/ 1000775 w 1485772"/>
                  <a:gd name="connsiteY0" fmla="*/ 223508 h 317052"/>
                  <a:gd name="connsiteX1" fmla="*/ 978575 w 1485772"/>
                  <a:gd name="connsiteY1" fmla="*/ 251890 h 317052"/>
                  <a:gd name="connsiteX2" fmla="*/ 1000775 w 1485772"/>
                  <a:gd name="connsiteY2" fmla="*/ 280150 h 317052"/>
                  <a:gd name="connsiteX3" fmla="*/ 1023156 w 1485772"/>
                  <a:gd name="connsiteY3" fmla="*/ 251890 h 317052"/>
                  <a:gd name="connsiteX4" fmla="*/ 1000775 w 1485772"/>
                  <a:gd name="connsiteY4" fmla="*/ 223508 h 317052"/>
                  <a:gd name="connsiteX5" fmla="*/ 1088198 w 1485772"/>
                  <a:gd name="connsiteY5" fmla="*/ 223448 h 317052"/>
                  <a:gd name="connsiteX6" fmla="*/ 1066838 w 1485772"/>
                  <a:gd name="connsiteY6" fmla="*/ 251829 h 317052"/>
                  <a:gd name="connsiteX7" fmla="*/ 1088198 w 1485772"/>
                  <a:gd name="connsiteY7" fmla="*/ 280390 h 317052"/>
                  <a:gd name="connsiteX8" fmla="*/ 1109979 w 1485772"/>
                  <a:gd name="connsiteY8" fmla="*/ 251829 h 317052"/>
                  <a:gd name="connsiteX9" fmla="*/ 1088198 w 1485772"/>
                  <a:gd name="connsiteY9" fmla="*/ 223448 h 317052"/>
                  <a:gd name="connsiteX10" fmla="*/ 253269 w 1485772"/>
                  <a:gd name="connsiteY10" fmla="*/ 223448 h 317052"/>
                  <a:gd name="connsiteX11" fmla="*/ 231908 w 1485772"/>
                  <a:gd name="connsiteY11" fmla="*/ 251829 h 317052"/>
                  <a:gd name="connsiteX12" fmla="*/ 253269 w 1485772"/>
                  <a:gd name="connsiteY12" fmla="*/ 280390 h 317052"/>
                  <a:gd name="connsiteX13" fmla="*/ 275050 w 1485772"/>
                  <a:gd name="connsiteY13" fmla="*/ 251829 h 317052"/>
                  <a:gd name="connsiteX14" fmla="*/ 253269 w 1485772"/>
                  <a:gd name="connsiteY14" fmla="*/ 223448 h 317052"/>
                  <a:gd name="connsiteX15" fmla="*/ 860790 w 1485772"/>
                  <a:gd name="connsiteY15" fmla="*/ 223388 h 317052"/>
                  <a:gd name="connsiteX16" fmla="*/ 839010 w 1485772"/>
                  <a:gd name="connsiteY16" fmla="*/ 251769 h 317052"/>
                  <a:gd name="connsiteX17" fmla="*/ 860790 w 1485772"/>
                  <a:gd name="connsiteY17" fmla="*/ 280330 h 317052"/>
                  <a:gd name="connsiteX18" fmla="*/ 882151 w 1485772"/>
                  <a:gd name="connsiteY18" fmla="*/ 251769 h 317052"/>
                  <a:gd name="connsiteX19" fmla="*/ 860790 w 1485772"/>
                  <a:gd name="connsiteY19" fmla="*/ 223388 h 317052"/>
                  <a:gd name="connsiteX20" fmla="*/ 1391868 w 1485772"/>
                  <a:gd name="connsiteY20" fmla="*/ 223089 h 317052"/>
                  <a:gd name="connsiteX21" fmla="*/ 1369068 w 1485772"/>
                  <a:gd name="connsiteY21" fmla="*/ 244269 h 317052"/>
                  <a:gd name="connsiteX22" fmla="*/ 1413229 w 1485772"/>
                  <a:gd name="connsiteY22" fmla="*/ 244269 h 317052"/>
                  <a:gd name="connsiteX23" fmla="*/ 1391868 w 1485772"/>
                  <a:gd name="connsiteY23" fmla="*/ 223089 h 317052"/>
                  <a:gd name="connsiteX24" fmla="*/ 730225 w 1485772"/>
                  <a:gd name="connsiteY24" fmla="*/ 223089 h 317052"/>
                  <a:gd name="connsiteX25" fmla="*/ 707424 w 1485772"/>
                  <a:gd name="connsiteY25" fmla="*/ 244269 h 317052"/>
                  <a:gd name="connsiteX26" fmla="*/ 751586 w 1485772"/>
                  <a:gd name="connsiteY26" fmla="*/ 244269 h 317052"/>
                  <a:gd name="connsiteX27" fmla="*/ 730225 w 1485772"/>
                  <a:gd name="connsiteY27" fmla="*/ 223089 h 317052"/>
                  <a:gd name="connsiteX28" fmla="*/ 167226 w 1485772"/>
                  <a:gd name="connsiteY28" fmla="*/ 223089 h 317052"/>
                  <a:gd name="connsiteX29" fmla="*/ 144426 w 1485772"/>
                  <a:gd name="connsiteY29" fmla="*/ 244269 h 317052"/>
                  <a:gd name="connsiteX30" fmla="*/ 188587 w 1485772"/>
                  <a:gd name="connsiteY30" fmla="*/ 244269 h 317052"/>
                  <a:gd name="connsiteX31" fmla="*/ 167226 w 1485772"/>
                  <a:gd name="connsiteY31" fmla="*/ 223089 h 317052"/>
                  <a:gd name="connsiteX32" fmla="*/ 423735 w 1485772"/>
                  <a:gd name="connsiteY32" fmla="*/ 212108 h 317052"/>
                  <a:gd name="connsiteX33" fmla="*/ 439036 w 1485772"/>
                  <a:gd name="connsiteY33" fmla="*/ 212108 h 317052"/>
                  <a:gd name="connsiteX34" fmla="*/ 439036 w 1485772"/>
                  <a:gd name="connsiteY34" fmla="*/ 291251 h 317052"/>
                  <a:gd name="connsiteX35" fmla="*/ 423735 w 1485772"/>
                  <a:gd name="connsiteY35" fmla="*/ 291251 h 317052"/>
                  <a:gd name="connsiteX36" fmla="*/ 310031 w 1485772"/>
                  <a:gd name="connsiteY36" fmla="*/ 212108 h 317052"/>
                  <a:gd name="connsiteX37" fmla="*/ 325332 w 1485772"/>
                  <a:gd name="connsiteY37" fmla="*/ 212108 h 317052"/>
                  <a:gd name="connsiteX38" fmla="*/ 325332 w 1485772"/>
                  <a:gd name="connsiteY38" fmla="*/ 291251 h 317052"/>
                  <a:gd name="connsiteX39" fmla="*/ 310031 w 1485772"/>
                  <a:gd name="connsiteY39" fmla="*/ 291251 h 317052"/>
                  <a:gd name="connsiteX40" fmla="*/ 1144300 w 1485772"/>
                  <a:gd name="connsiteY40" fmla="*/ 211988 h 317052"/>
                  <a:gd name="connsiteX41" fmla="*/ 1159600 w 1485772"/>
                  <a:gd name="connsiteY41" fmla="*/ 211988 h 317052"/>
                  <a:gd name="connsiteX42" fmla="*/ 1159600 w 1485772"/>
                  <a:gd name="connsiteY42" fmla="*/ 258190 h 317052"/>
                  <a:gd name="connsiteX43" fmla="*/ 1175321 w 1485772"/>
                  <a:gd name="connsiteY43" fmla="*/ 280090 h 317052"/>
                  <a:gd name="connsiteX44" fmla="*/ 1194462 w 1485772"/>
                  <a:gd name="connsiteY44" fmla="*/ 254950 h 317052"/>
                  <a:gd name="connsiteX45" fmla="*/ 1194462 w 1485772"/>
                  <a:gd name="connsiteY45" fmla="*/ 211988 h 317052"/>
                  <a:gd name="connsiteX46" fmla="*/ 1209762 w 1485772"/>
                  <a:gd name="connsiteY46" fmla="*/ 211988 h 317052"/>
                  <a:gd name="connsiteX47" fmla="*/ 1209762 w 1485772"/>
                  <a:gd name="connsiteY47" fmla="*/ 291131 h 317052"/>
                  <a:gd name="connsiteX48" fmla="*/ 1194342 w 1485772"/>
                  <a:gd name="connsiteY48" fmla="*/ 291131 h 317052"/>
                  <a:gd name="connsiteX49" fmla="*/ 1194342 w 1485772"/>
                  <a:gd name="connsiteY49" fmla="*/ 279970 h 317052"/>
                  <a:gd name="connsiteX50" fmla="*/ 1170221 w 1485772"/>
                  <a:gd name="connsiteY50" fmla="*/ 293051 h 317052"/>
                  <a:gd name="connsiteX51" fmla="*/ 1170221 w 1485772"/>
                  <a:gd name="connsiteY51" fmla="*/ 293111 h 317052"/>
                  <a:gd name="connsiteX52" fmla="*/ 1144300 w 1485772"/>
                  <a:gd name="connsiteY52" fmla="*/ 262330 h 317052"/>
                  <a:gd name="connsiteX53" fmla="*/ 1481511 w 1485772"/>
                  <a:gd name="connsiteY53" fmla="*/ 211808 h 317052"/>
                  <a:gd name="connsiteX54" fmla="*/ 1485772 w 1485772"/>
                  <a:gd name="connsiteY54" fmla="*/ 211928 h 317052"/>
                  <a:gd name="connsiteX55" fmla="*/ 1485772 w 1485772"/>
                  <a:gd name="connsiteY55" fmla="*/ 227829 h 317052"/>
                  <a:gd name="connsiteX56" fmla="*/ 1477851 w 1485772"/>
                  <a:gd name="connsiteY56" fmla="*/ 227409 h 317052"/>
                  <a:gd name="connsiteX57" fmla="*/ 1477851 w 1485772"/>
                  <a:gd name="connsiteY57" fmla="*/ 227349 h 317052"/>
                  <a:gd name="connsiteX58" fmla="*/ 1459911 w 1485772"/>
                  <a:gd name="connsiteY58" fmla="*/ 249729 h 317052"/>
                  <a:gd name="connsiteX59" fmla="*/ 1459911 w 1485772"/>
                  <a:gd name="connsiteY59" fmla="*/ 291251 h 317052"/>
                  <a:gd name="connsiteX60" fmla="*/ 1444610 w 1485772"/>
                  <a:gd name="connsiteY60" fmla="*/ 291251 h 317052"/>
                  <a:gd name="connsiteX61" fmla="*/ 1444610 w 1485772"/>
                  <a:gd name="connsiteY61" fmla="*/ 212108 h 317052"/>
                  <a:gd name="connsiteX62" fmla="*/ 1459611 w 1485772"/>
                  <a:gd name="connsiteY62" fmla="*/ 212108 h 317052"/>
                  <a:gd name="connsiteX63" fmla="*/ 1459611 w 1485772"/>
                  <a:gd name="connsiteY63" fmla="*/ 226089 h 317052"/>
                  <a:gd name="connsiteX64" fmla="*/ 1481511 w 1485772"/>
                  <a:gd name="connsiteY64" fmla="*/ 211808 h 317052"/>
                  <a:gd name="connsiteX65" fmla="*/ 951153 w 1485772"/>
                  <a:gd name="connsiteY65" fmla="*/ 211808 h 317052"/>
                  <a:gd name="connsiteX66" fmla="*/ 955413 w 1485772"/>
                  <a:gd name="connsiteY66" fmla="*/ 211928 h 317052"/>
                  <a:gd name="connsiteX67" fmla="*/ 955413 w 1485772"/>
                  <a:gd name="connsiteY67" fmla="*/ 227829 h 317052"/>
                  <a:gd name="connsiteX68" fmla="*/ 947493 w 1485772"/>
                  <a:gd name="connsiteY68" fmla="*/ 227409 h 317052"/>
                  <a:gd name="connsiteX69" fmla="*/ 947493 w 1485772"/>
                  <a:gd name="connsiteY69" fmla="*/ 227349 h 317052"/>
                  <a:gd name="connsiteX70" fmla="*/ 929552 w 1485772"/>
                  <a:gd name="connsiteY70" fmla="*/ 249729 h 317052"/>
                  <a:gd name="connsiteX71" fmla="*/ 929552 w 1485772"/>
                  <a:gd name="connsiteY71" fmla="*/ 291251 h 317052"/>
                  <a:gd name="connsiteX72" fmla="*/ 914252 w 1485772"/>
                  <a:gd name="connsiteY72" fmla="*/ 291251 h 317052"/>
                  <a:gd name="connsiteX73" fmla="*/ 914252 w 1485772"/>
                  <a:gd name="connsiteY73" fmla="*/ 212108 h 317052"/>
                  <a:gd name="connsiteX74" fmla="*/ 929253 w 1485772"/>
                  <a:gd name="connsiteY74" fmla="*/ 212108 h 317052"/>
                  <a:gd name="connsiteX75" fmla="*/ 929253 w 1485772"/>
                  <a:gd name="connsiteY75" fmla="*/ 226089 h 317052"/>
                  <a:gd name="connsiteX76" fmla="*/ 951153 w 1485772"/>
                  <a:gd name="connsiteY76" fmla="*/ 211808 h 317052"/>
                  <a:gd name="connsiteX77" fmla="*/ 864330 w 1485772"/>
                  <a:gd name="connsiteY77" fmla="*/ 210608 h 317052"/>
                  <a:gd name="connsiteX78" fmla="*/ 898472 w 1485772"/>
                  <a:gd name="connsiteY78" fmla="*/ 251829 h 317052"/>
                  <a:gd name="connsiteX79" fmla="*/ 864330 w 1485772"/>
                  <a:gd name="connsiteY79" fmla="*/ 293171 h 317052"/>
                  <a:gd name="connsiteX80" fmla="*/ 839610 w 1485772"/>
                  <a:gd name="connsiteY80" fmla="*/ 280090 h 317052"/>
                  <a:gd name="connsiteX81" fmla="*/ 839610 w 1485772"/>
                  <a:gd name="connsiteY81" fmla="*/ 317052 h 317052"/>
                  <a:gd name="connsiteX82" fmla="*/ 824309 w 1485772"/>
                  <a:gd name="connsiteY82" fmla="*/ 317052 h 317052"/>
                  <a:gd name="connsiteX83" fmla="*/ 824309 w 1485772"/>
                  <a:gd name="connsiteY83" fmla="*/ 212108 h 317052"/>
                  <a:gd name="connsiteX84" fmla="*/ 839610 w 1485772"/>
                  <a:gd name="connsiteY84" fmla="*/ 212108 h 317052"/>
                  <a:gd name="connsiteX85" fmla="*/ 839610 w 1485772"/>
                  <a:gd name="connsiteY85" fmla="*/ 223688 h 317052"/>
                  <a:gd name="connsiteX86" fmla="*/ 864330 w 1485772"/>
                  <a:gd name="connsiteY86" fmla="*/ 210608 h 317052"/>
                  <a:gd name="connsiteX87" fmla="*/ 499217 w 1485772"/>
                  <a:gd name="connsiteY87" fmla="*/ 210608 h 317052"/>
                  <a:gd name="connsiteX88" fmla="*/ 499277 w 1485772"/>
                  <a:gd name="connsiteY88" fmla="*/ 210608 h 317052"/>
                  <a:gd name="connsiteX89" fmla="*/ 525738 w 1485772"/>
                  <a:gd name="connsiteY89" fmla="*/ 241389 h 317052"/>
                  <a:gd name="connsiteX90" fmla="*/ 525738 w 1485772"/>
                  <a:gd name="connsiteY90" fmla="*/ 291251 h 317052"/>
                  <a:gd name="connsiteX91" fmla="*/ 510438 w 1485772"/>
                  <a:gd name="connsiteY91" fmla="*/ 291251 h 317052"/>
                  <a:gd name="connsiteX92" fmla="*/ 510438 w 1485772"/>
                  <a:gd name="connsiteY92" fmla="*/ 245469 h 317052"/>
                  <a:gd name="connsiteX93" fmla="*/ 494117 w 1485772"/>
                  <a:gd name="connsiteY93" fmla="*/ 223388 h 317052"/>
                  <a:gd name="connsiteX94" fmla="*/ 474377 w 1485772"/>
                  <a:gd name="connsiteY94" fmla="*/ 248709 h 317052"/>
                  <a:gd name="connsiteX95" fmla="*/ 474377 w 1485772"/>
                  <a:gd name="connsiteY95" fmla="*/ 291251 h 317052"/>
                  <a:gd name="connsiteX96" fmla="*/ 459076 w 1485772"/>
                  <a:gd name="connsiteY96" fmla="*/ 291251 h 317052"/>
                  <a:gd name="connsiteX97" fmla="*/ 459076 w 1485772"/>
                  <a:gd name="connsiteY97" fmla="*/ 212108 h 317052"/>
                  <a:gd name="connsiteX98" fmla="*/ 474377 w 1485772"/>
                  <a:gd name="connsiteY98" fmla="*/ 212108 h 317052"/>
                  <a:gd name="connsiteX99" fmla="*/ 474377 w 1485772"/>
                  <a:gd name="connsiteY99" fmla="*/ 223568 h 317052"/>
                  <a:gd name="connsiteX100" fmla="*/ 499217 w 1485772"/>
                  <a:gd name="connsiteY100" fmla="*/ 210608 h 317052"/>
                  <a:gd name="connsiteX101" fmla="*/ 1392108 w 1485772"/>
                  <a:gd name="connsiteY101" fmla="*/ 210548 h 317052"/>
                  <a:gd name="connsiteX102" fmla="*/ 1429190 w 1485772"/>
                  <a:gd name="connsiteY102" fmla="*/ 256330 h 317052"/>
                  <a:gd name="connsiteX103" fmla="*/ 1368888 w 1485772"/>
                  <a:gd name="connsiteY103" fmla="*/ 256330 h 317052"/>
                  <a:gd name="connsiteX104" fmla="*/ 1391988 w 1485772"/>
                  <a:gd name="connsiteY104" fmla="*/ 280030 h 317052"/>
                  <a:gd name="connsiteX105" fmla="*/ 1412749 w 1485772"/>
                  <a:gd name="connsiteY105" fmla="*/ 267970 h 317052"/>
                  <a:gd name="connsiteX106" fmla="*/ 1428110 w 1485772"/>
                  <a:gd name="connsiteY106" fmla="*/ 267970 h 317052"/>
                  <a:gd name="connsiteX107" fmla="*/ 1392528 w 1485772"/>
                  <a:gd name="connsiteY107" fmla="*/ 293111 h 317052"/>
                  <a:gd name="connsiteX108" fmla="*/ 1353107 w 1485772"/>
                  <a:gd name="connsiteY108" fmla="*/ 251469 h 317052"/>
                  <a:gd name="connsiteX109" fmla="*/ 1392108 w 1485772"/>
                  <a:gd name="connsiteY109" fmla="*/ 210548 h 317052"/>
                  <a:gd name="connsiteX110" fmla="*/ 1000775 w 1485772"/>
                  <a:gd name="connsiteY110" fmla="*/ 210548 h 317052"/>
                  <a:gd name="connsiteX111" fmla="*/ 1039357 w 1485772"/>
                  <a:gd name="connsiteY111" fmla="*/ 251890 h 317052"/>
                  <a:gd name="connsiteX112" fmla="*/ 1000775 w 1485772"/>
                  <a:gd name="connsiteY112" fmla="*/ 293111 h 317052"/>
                  <a:gd name="connsiteX113" fmla="*/ 962374 w 1485772"/>
                  <a:gd name="connsiteY113" fmla="*/ 251890 h 317052"/>
                  <a:gd name="connsiteX114" fmla="*/ 1000775 w 1485772"/>
                  <a:gd name="connsiteY114" fmla="*/ 210548 h 317052"/>
                  <a:gd name="connsiteX115" fmla="*/ 730465 w 1485772"/>
                  <a:gd name="connsiteY115" fmla="*/ 210548 h 317052"/>
                  <a:gd name="connsiteX116" fmla="*/ 767547 w 1485772"/>
                  <a:gd name="connsiteY116" fmla="*/ 256330 h 317052"/>
                  <a:gd name="connsiteX117" fmla="*/ 707244 w 1485772"/>
                  <a:gd name="connsiteY117" fmla="*/ 256330 h 317052"/>
                  <a:gd name="connsiteX118" fmla="*/ 730345 w 1485772"/>
                  <a:gd name="connsiteY118" fmla="*/ 280030 h 317052"/>
                  <a:gd name="connsiteX119" fmla="*/ 751106 w 1485772"/>
                  <a:gd name="connsiteY119" fmla="*/ 267970 h 317052"/>
                  <a:gd name="connsiteX120" fmla="*/ 766467 w 1485772"/>
                  <a:gd name="connsiteY120" fmla="*/ 267970 h 317052"/>
                  <a:gd name="connsiteX121" fmla="*/ 730885 w 1485772"/>
                  <a:gd name="connsiteY121" fmla="*/ 293111 h 317052"/>
                  <a:gd name="connsiteX122" fmla="*/ 691464 w 1485772"/>
                  <a:gd name="connsiteY122" fmla="*/ 251469 h 317052"/>
                  <a:gd name="connsiteX123" fmla="*/ 730465 w 1485772"/>
                  <a:gd name="connsiteY123" fmla="*/ 210548 h 317052"/>
                  <a:gd name="connsiteX124" fmla="*/ 167466 w 1485772"/>
                  <a:gd name="connsiteY124" fmla="*/ 210548 h 317052"/>
                  <a:gd name="connsiteX125" fmla="*/ 204548 w 1485772"/>
                  <a:gd name="connsiteY125" fmla="*/ 256330 h 317052"/>
                  <a:gd name="connsiteX126" fmla="*/ 144245 w 1485772"/>
                  <a:gd name="connsiteY126" fmla="*/ 256330 h 317052"/>
                  <a:gd name="connsiteX127" fmla="*/ 167346 w 1485772"/>
                  <a:gd name="connsiteY127" fmla="*/ 280030 h 317052"/>
                  <a:gd name="connsiteX128" fmla="*/ 188107 w 1485772"/>
                  <a:gd name="connsiteY128" fmla="*/ 267970 h 317052"/>
                  <a:gd name="connsiteX129" fmla="*/ 203468 w 1485772"/>
                  <a:gd name="connsiteY129" fmla="*/ 267970 h 317052"/>
                  <a:gd name="connsiteX130" fmla="*/ 167886 w 1485772"/>
                  <a:gd name="connsiteY130" fmla="*/ 293111 h 317052"/>
                  <a:gd name="connsiteX131" fmla="*/ 128465 w 1485772"/>
                  <a:gd name="connsiteY131" fmla="*/ 251469 h 317052"/>
                  <a:gd name="connsiteX132" fmla="*/ 167466 w 1485772"/>
                  <a:gd name="connsiteY132" fmla="*/ 210548 h 317052"/>
                  <a:gd name="connsiteX133" fmla="*/ 38761 w 1485772"/>
                  <a:gd name="connsiteY133" fmla="*/ 210548 h 317052"/>
                  <a:gd name="connsiteX134" fmla="*/ 61742 w 1485772"/>
                  <a:gd name="connsiteY134" fmla="*/ 224528 h 317052"/>
                  <a:gd name="connsiteX135" fmla="*/ 87963 w 1485772"/>
                  <a:gd name="connsiteY135" fmla="*/ 210548 h 317052"/>
                  <a:gd name="connsiteX136" fmla="*/ 113704 w 1485772"/>
                  <a:gd name="connsiteY136" fmla="*/ 241329 h 317052"/>
                  <a:gd name="connsiteX137" fmla="*/ 113704 w 1485772"/>
                  <a:gd name="connsiteY137" fmla="*/ 291191 h 317052"/>
                  <a:gd name="connsiteX138" fmla="*/ 98403 w 1485772"/>
                  <a:gd name="connsiteY138" fmla="*/ 291191 h 317052"/>
                  <a:gd name="connsiteX139" fmla="*/ 98403 w 1485772"/>
                  <a:gd name="connsiteY139" fmla="*/ 245409 h 317052"/>
                  <a:gd name="connsiteX140" fmla="*/ 82803 w 1485772"/>
                  <a:gd name="connsiteY140" fmla="*/ 223328 h 317052"/>
                  <a:gd name="connsiteX141" fmla="*/ 64562 w 1485772"/>
                  <a:gd name="connsiteY141" fmla="*/ 248649 h 317052"/>
                  <a:gd name="connsiteX142" fmla="*/ 64562 w 1485772"/>
                  <a:gd name="connsiteY142" fmla="*/ 291191 h 317052"/>
                  <a:gd name="connsiteX143" fmla="*/ 49262 w 1485772"/>
                  <a:gd name="connsiteY143" fmla="*/ 291191 h 317052"/>
                  <a:gd name="connsiteX144" fmla="*/ 49262 w 1485772"/>
                  <a:gd name="connsiteY144" fmla="*/ 245409 h 317052"/>
                  <a:gd name="connsiteX145" fmla="*/ 33661 w 1485772"/>
                  <a:gd name="connsiteY145" fmla="*/ 223328 h 317052"/>
                  <a:gd name="connsiteX146" fmla="*/ 15421 w 1485772"/>
                  <a:gd name="connsiteY146" fmla="*/ 248649 h 317052"/>
                  <a:gd name="connsiteX147" fmla="*/ 15421 w 1485772"/>
                  <a:gd name="connsiteY147" fmla="*/ 291191 h 317052"/>
                  <a:gd name="connsiteX148" fmla="*/ 120 w 1485772"/>
                  <a:gd name="connsiteY148" fmla="*/ 291191 h 317052"/>
                  <a:gd name="connsiteX149" fmla="*/ 60 w 1485772"/>
                  <a:gd name="connsiteY149" fmla="*/ 291191 h 317052"/>
                  <a:gd name="connsiteX150" fmla="*/ 60 w 1485772"/>
                  <a:gd name="connsiteY150" fmla="*/ 212048 h 317052"/>
                  <a:gd name="connsiteX151" fmla="*/ 15361 w 1485772"/>
                  <a:gd name="connsiteY151" fmla="*/ 212048 h 317052"/>
                  <a:gd name="connsiteX152" fmla="*/ 15361 w 1485772"/>
                  <a:gd name="connsiteY152" fmla="*/ 223508 h 317052"/>
                  <a:gd name="connsiteX153" fmla="*/ 38761 w 1485772"/>
                  <a:gd name="connsiteY153" fmla="*/ 210548 h 317052"/>
                  <a:gd name="connsiteX154" fmla="*/ 573980 w 1485772"/>
                  <a:gd name="connsiteY154" fmla="*/ 210428 h 317052"/>
                  <a:gd name="connsiteX155" fmla="*/ 605601 w 1485772"/>
                  <a:gd name="connsiteY155" fmla="*/ 234129 h 317052"/>
                  <a:gd name="connsiteX156" fmla="*/ 590421 w 1485772"/>
                  <a:gd name="connsiteY156" fmla="*/ 234129 h 317052"/>
                  <a:gd name="connsiteX157" fmla="*/ 572509 w 1485772"/>
                  <a:gd name="connsiteY157" fmla="*/ 222807 h 317052"/>
                  <a:gd name="connsiteX158" fmla="*/ 572540 w 1485772"/>
                  <a:gd name="connsiteY158" fmla="*/ 222788 h 317052"/>
                  <a:gd name="connsiteX159" fmla="*/ 572480 w 1485772"/>
                  <a:gd name="connsiteY159" fmla="*/ 222788 h 317052"/>
                  <a:gd name="connsiteX160" fmla="*/ 572509 w 1485772"/>
                  <a:gd name="connsiteY160" fmla="*/ 222807 h 317052"/>
                  <a:gd name="connsiteX161" fmla="*/ 556940 w 1485772"/>
                  <a:gd name="connsiteY161" fmla="*/ 232329 h 317052"/>
                  <a:gd name="connsiteX162" fmla="*/ 567980 w 1485772"/>
                  <a:gd name="connsiteY162" fmla="*/ 242169 h 317052"/>
                  <a:gd name="connsiteX163" fmla="*/ 579320 w 1485772"/>
                  <a:gd name="connsiteY163" fmla="*/ 244389 h 317052"/>
                  <a:gd name="connsiteX164" fmla="*/ 607401 w 1485772"/>
                  <a:gd name="connsiteY164" fmla="*/ 267910 h 317052"/>
                  <a:gd name="connsiteX165" fmla="*/ 574160 w 1485772"/>
                  <a:gd name="connsiteY165" fmla="*/ 293051 h 317052"/>
                  <a:gd name="connsiteX166" fmla="*/ 540019 w 1485772"/>
                  <a:gd name="connsiteY166" fmla="*/ 266590 h 317052"/>
                  <a:gd name="connsiteX167" fmla="*/ 555620 w 1485772"/>
                  <a:gd name="connsiteY167" fmla="*/ 266590 h 317052"/>
                  <a:gd name="connsiteX168" fmla="*/ 574580 w 1485772"/>
                  <a:gd name="connsiteY168" fmla="*/ 280870 h 317052"/>
                  <a:gd name="connsiteX169" fmla="*/ 592101 w 1485772"/>
                  <a:gd name="connsiteY169" fmla="*/ 269710 h 317052"/>
                  <a:gd name="connsiteX170" fmla="*/ 576920 w 1485772"/>
                  <a:gd name="connsiteY170" fmla="*/ 257770 h 317052"/>
                  <a:gd name="connsiteX171" fmla="*/ 564980 w 1485772"/>
                  <a:gd name="connsiteY171" fmla="*/ 255430 h 317052"/>
                  <a:gd name="connsiteX172" fmla="*/ 541879 w 1485772"/>
                  <a:gd name="connsiteY172" fmla="*/ 232929 h 317052"/>
                  <a:gd name="connsiteX173" fmla="*/ 573980 w 1485772"/>
                  <a:gd name="connsiteY173" fmla="*/ 210428 h 317052"/>
                  <a:gd name="connsiteX174" fmla="*/ 374533 w 1485772"/>
                  <a:gd name="connsiteY174" fmla="*/ 210428 h 317052"/>
                  <a:gd name="connsiteX175" fmla="*/ 406154 w 1485772"/>
                  <a:gd name="connsiteY175" fmla="*/ 234129 h 317052"/>
                  <a:gd name="connsiteX176" fmla="*/ 390974 w 1485772"/>
                  <a:gd name="connsiteY176" fmla="*/ 234129 h 317052"/>
                  <a:gd name="connsiteX177" fmla="*/ 373062 w 1485772"/>
                  <a:gd name="connsiteY177" fmla="*/ 222807 h 317052"/>
                  <a:gd name="connsiteX178" fmla="*/ 373093 w 1485772"/>
                  <a:gd name="connsiteY178" fmla="*/ 222788 h 317052"/>
                  <a:gd name="connsiteX179" fmla="*/ 373033 w 1485772"/>
                  <a:gd name="connsiteY179" fmla="*/ 222788 h 317052"/>
                  <a:gd name="connsiteX180" fmla="*/ 373062 w 1485772"/>
                  <a:gd name="connsiteY180" fmla="*/ 222807 h 317052"/>
                  <a:gd name="connsiteX181" fmla="*/ 357493 w 1485772"/>
                  <a:gd name="connsiteY181" fmla="*/ 232329 h 317052"/>
                  <a:gd name="connsiteX182" fmla="*/ 368533 w 1485772"/>
                  <a:gd name="connsiteY182" fmla="*/ 242169 h 317052"/>
                  <a:gd name="connsiteX183" fmla="*/ 379873 w 1485772"/>
                  <a:gd name="connsiteY183" fmla="*/ 244389 h 317052"/>
                  <a:gd name="connsiteX184" fmla="*/ 407954 w 1485772"/>
                  <a:gd name="connsiteY184" fmla="*/ 267910 h 317052"/>
                  <a:gd name="connsiteX185" fmla="*/ 374713 w 1485772"/>
                  <a:gd name="connsiteY185" fmla="*/ 293051 h 317052"/>
                  <a:gd name="connsiteX186" fmla="*/ 340572 w 1485772"/>
                  <a:gd name="connsiteY186" fmla="*/ 266590 h 317052"/>
                  <a:gd name="connsiteX187" fmla="*/ 356173 w 1485772"/>
                  <a:gd name="connsiteY187" fmla="*/ 266590 h 317052"/>
                  <a:gd name="connsiteX188" fmla="*/ 375133 w 1485772"/>
                  <a:gd name="connsiteY188" fmla="*/ 280870 h 317052"/>
                  <a:gd name="connsiteX189" fmla="*/ 392654 w 1485772"/>
                  <a:gd name="connsiteY189" fmla="*/ 269710 h 317052"/>
                  <a:gd name="connsiteX190" fmla="*/ 377473 w 1485772"/>
                  <a:gd name="connsiteY190" fmla="*/ 257770 h 317052"/>
                  <a:gd name="connsiteX191" fmla="*/ 365533 w 1485772"/>
                  <a:gd name="connsiteY191" fmla="*/ 255430 h 317052"/>
                  <a:gd name="connsiteX192" fmla="*/ 342432 w 1485772"/>
                  <a:gd name="connsiteY192" fmla="*/ 232929 h 317052"/>
                  <a:gd name="connsiteX193" fmla="*/ 374533 w 1485772"/>
                  <a:gd name="connsiteY193" fmla="*/ 210428 h 317052"/>
                  <a:gd name="connsiteX194" fmla="*/ 1315245 w 1485772"/>
                  <a:gd name="connsiteY194" fmla="*/ 191827 h 317052"/>
                  <a:gd name="connsiteX195" fmla="*/ 1330486 w 1485772"/>
                  <a:gd name="connsiteY195" fmla="*/ 191827 h 317052"/>
                  <a:gd name="connsiteX196" fmla="*/ 1330486 w 1485772"/>
                  <a:gd name="connsiteY196" fmla="*/ 212048 h 317052"/>
                  <a:gd name="connsiteX197" fmla="*/ 1346087 w 1485772"/>
                  <a:gd name="connsiteY197" fmla="*/ 212048 h 317052"/>
                  <a:gd name="connsiteX198" fmla="*/ 1346087 w 1485772"/>
                  <a:gd name="connsiteY198" fmla="*/ 223688 h 317052"/>
                  <a:gd name="connsiteX199" fmla="*/ 1330486 w 1485772"/>
                  <a:gd name="connsiteY199" fmla="*/ 223688 h 317052"/>
                  <a:gd name="connsiteX200" fmla="*/ 1330486 w 1485772"/>
                  <a:gd name="connsiteY200" fmla="*/ 268870 h 317052"/>
                  <a:gd name="connsiteX201" fmla="*/ 1339486 w 1485772"/>
                  <a:gd name="connsiteY201" fmla="*/ 279010 h 317052"/>
                  <a:gd name="connsiteX202" fmla="*/ 1345967 w 1485772"/>
                  <a:gd name="connsiteY202" fmla="*/ 279010 h 317052"/>
                  <a:gd name="connsiteX203" fmla="*/ 1345967 w 1485772"/>
                  <a:gd name="connsiteY203" fmla="*/ 291250 h 317052"/>
                  <a:gd name="connsiteX204" fmla="*/ 1334806 w 1485772"/>
                  <a:gd name="connsiteY204" fmla="*/ 291250 h 317052"/>
                  <a:gd name="connsiteX205" fmla="*/ 1315245 w 1485772"/>
                  <a:gd name="connsiteY205" fmla="*/ 270970 h 317052"/>
                  <a:gd name="connsiteX206" fmla="*/ 1315245 w 1485772"/>
                  <a:gd name="connsiteY206" fmla="*/ 223748 h 317052"/>
                  <a:gd name="connsiteX207" fmla="*/ 1303185 w 1485772"/>
                  <a:gd name="connsiteY207" fmla="*/ 223748 h 317052"/>
                  <a:gd name="connsiteX208" fmla="*/ 1303185 w 1485772"/>
                  <a:gd name="connsiteY208" fmla="*/ 212108 h 317052"/>
                  <a:gd name="connsiteX209" fmla="*/ 1315245 w 1485772"/>
                  <a:gd name="connsiteY209" fmla="*/ 212108 h 317052"/>
                  <a:gd name="connsiteX210" fmla="*/ 1330486 w 1485772"/>
                  <a:gd name="connsiteY210" fmla="*/ 191767 h 317052"/>
                  <a:gd name="connsiteX211" fmla="*/ 1330546 w 1485772"/>
                  <a:gd name="connsiteY211" fmla="*/ 191827 h 317052"/>
                  <a:gd name="connsiteX212" fmla="*/ 1330486 w 1485772"/>
                  <a:gd name="connsiteY212" fmla="*/ 191827 h 317052"/>
                  <a:gd name="connsiteX213" fmla="*/ 1109379 w 1485772"/>
                  <a:gd name="connsiteY213" fmla="*/ 184567 h 317052"/>
                  <a:gd name="connsiteX214" fmla="*/ 1124679 w 1485772"/>
                  <a:gd name="connsiteY214" fmla="*/ 184567 h 317052"/>
                  <a:gd name="connsiteX215" fmla="*/ 1124679 w 1485772"/>
                  <a:gd name="connsiteY215" fmla="*/ 291251 h 317052"/>
                  <a:gd name="connsiteX216" fmla="*/ 1109379 w 1485772"/>
                  <a:gd name="connsiteY216" fmla="*/ 291251 h 317052"/>
                  <a:gd name="connsiteX217" fmla="*/ 1109379 w 1485772"/>
                  <a:gd name="connsiteY217" fmla="*/ 280090 h 317052"/>
                  <a:gd name="connsiteX218" fmla="*/ 1084658 w 1485772"/>
                  <a:gd name="connsiteY218" fmla="*/ 293171 h 317052"/>
                  <a:gd name="connsiteX219" fmla="*/ 1050517 w 1485772"/>
                  <a:gd name="connsiteY219" fmla="*/ 251829 h 317052"/>
                  <a:gd name="connsiteX220" fmla="*/ 1084658 w 1485772"/>
                  <a:gd name="connsiteY220" fmla="*/ 210608 h 317052"/>
                  <a:gd name="connsiteX221" fmla="*/ 1109379 w 1485772"/>
                  <a:gd name="connsiteY221" fmla="*/ 223688 h 317052"/>
                  <a:gd name="connsiteX222" fmla="*/ 423735 w 1485772"/>
                  <a:gd name="connsiteY222" fmla="*/ 184567 h 317052"/>
                  <a:gd name="connsiteX223" fmla="*/ 439036 w 1485772"/>
                  <a:gd name="connsiteY223" fmla="*/ 184567 h 317052"/>
                  <a:gd name="connsiteX224" fmla="*/ 439036 w 1485772"/>
                  <a:gd name="connsiteY224" fmla="*/ 201488 h 317052"/>
                  <a:gd name="connsiteX225" fmla="*/ 423735 w 1485772"/>
                  <a:gd name="connsiteY225" fmla="*/ 201488 h 317052"/>
                  <a:gd name="connsiteX226" fmla="*/ 310031 w 1485772"/>
                  <a:gd name="connsiteY226" fmla="*/ 184567 h 317052"/>
                  <a:gd name="connsiteX227" fmla="*/ 325332 w 1485772"/>
                  <a:gd name="connsiteY227" fmla="*/ 184567 h 317052"/>
                  <a:gd name="connsiteX228" fmla="*/ 325332 w 1485772"/>
                  <a:gd name="connsiteY228" fmla="*/ 201488 h 317052"/>
                  <a:gd name="connsiteX229" fmla="*/ 310031 w 1485772"/>
                  <a:gd name="connsiteY229" fmla="*/ 201488 h 317052"/>
                  <a:gd name="connsiteX230" fmla="*/ 274450 w 1485772"/>
                  <a:gd name="connsiteY230" fmla="*/ 184567 h 317052"/>
                  <a:gd name="connsiteX231" fmla="*/ 289750 w 1485772"/>
                  <a:gd name="connsiteY231" fmla="*/ 184567 h 317052"/>
                  <a:gd name="connsiteX232" fmla="*/ 289750 w 1485772"/>
                  <a:gd name="connsiteY232" fmla="*/ 291251 h 317052"/>
                  <a:gd name="connsiteX233" fmla="*/ 274450 w 1485772"/>
                  <a:gd name="connsiteY233" fmla="*/ 291251 h 317052"/>
                  <a:gd name="connsiteX234" fmla="*/ 274450 w 1485772"/>
                  <a:gd name="connsiteY234" fmla="*/ 280090 h 317052"/>
                  <a:gd name="connsiteX235" fmla="*/ 249729 w 1485772"/>
                  <a:gd name="connsiteY235" fmla="*/ 293171 h 317052"/>
                  <a:gd name="connsiteX236" fmla="*/ 215588 w 1485772"/>
                  <a:gd name="connsiteY236" fmla="*/ 251829 h 317052"/>
                  <a:gd name="connsiteX237" fmla="*/ 249729 w 1485772"/>
                  <a:gd name="connsiteY237" fmla="*/ 210608 h 317052"/>
                  <a:gd name="connsiteX238" fmla="*/ 274450 w 1485772"/>
                  <a:gd name="connsiteY238" fmla="*/ 223688 h 317052"/>
                  <a:gd name="connsiteX239" fmla="*/ 1229923 w 1485772"/>
                  <a:gd name="connsiteY239" fmla="*/ 184507 h 317052"/>
                  <a:gd name="connsiteX240" fmla="*/ 1245224 w 1485772"/>
                  <a:gd name="connsiteY240" fmla="*/ 184507 h 317052"/>
                  <a:gd name="connsiteX241" fmla="*/ 1245224 w 1485772"/>
                  <a:gd name="connsiteY241" fmla="*/ 245889 h 317052"/>
                  <a:gd name="connsiteX242" fmla="*/ 1245284 w 1485772"/>
                  <a:gd name="connsiteY242" fmla="*/ 245889 h 317052"/>
                  <a:gd name="connsiteX243" fmla="*/ 1276785 w 1485772"/>
                  <a:gd name="connsiteY243" fmla="*/ 212048 h 317052"/>
                  <a:gd name="connsiteX244" fmla="*/ 1295445 w 1485772"/>
                  <a:gd name="connsiteY244" fmla="*/ 212048 h 317052"/>
                  <a:gd name="connsiteX245" fmla="*/ 1264664 w 1485772"/>
                  <a:gd name="connsiteY245" fmla="*/ 244689 h 317052"/>
                  <a:gd name="connsiteX246" fmla="*/ 1297605 w 1485772"/>
                  <a:gd name="connsiteY246" fmla="*/ 291191 h 317052"/>
                  <a:gd name="connsiteX247" fmla="*/ 1279365 w 1485772"/>
                  <a:gd name="connsiteY247" fmla="*/ 291191 h 317052"/>
                  <a:gd name="connsiteX248" fmla="*/ 1254224 w 1485772"/>
                  <a:gd name="connsiteY248" fmla="*/ 255730 h 317052"/>
                  <a:gd name="connsiteX249" fmla="*/ 1245224 w 1485772"/>
                  <a:gd name="connsiteY249" fmla="*/ 265270 h 317052"/>
                  <a:gd name="connsiteX250" fmla="*/ 1245224 w 1485772"/>
                  <a:gd name="connsiteY250" fmla="*/ 291191 h 317052"/>
                  <a:gd name="connsiteX251" fmla="*/ 1229923 w 1485772"/>
                  <a:gd name="connsiteY251" fmla="*/ 291191 h 317052"/>
                  <a:gd name="connsiteX252" fmla="*/ 622942 w 1485772"/>
                  <a:gd name="connsiteY252" fmla="*/ 184507 h 317052"/>
                  <a:gd name="connsiteX253" fmla="*/ 638242 w 1485772"/>
                  <a:gd name="connsiteY253" fmla="*/ 184507 h 317052"/>
                  <a:gd name="connsiteX254" fmla="*/ 638242 w 1485772"/>
                  <a:gd name="connsiteY254" fmla="*/ 245889 h 317052"/>
                  <a:gd name="connsiteX255" fmla="*/ 638303 w 1485772"/>
                  <a:gd name="connsiteY255" fmla="*/ 245889 h 317052"/>
                  <a:gd name="connsiteX256" fmla="*/ 669804 w 1485772"/>
                  <a:gd name="connsiteY256" fmla="*/ 212048 h 317052"/>
                  <a:gd name="connsiteX257" fmla="*/ 688464 w 1485772"/>
                  <a:gd name="connsiteY257" fmla="*/ 212048 h 317052"/>
                  <a:gd name="connsiteX258" fmla="*/ 657683 w 1485772"/>
                  <a:gd name="connsiteY258" fmla="*/ 244689 h 317052"/>
                  <a:gd name="connsiteX259" fmla="*/ 690624 w 1485772"/>
                  <a:gd name="connsiteY259" fmla="*/ 291191 h 317052"/>
                  <a:gd name="connsiteX260" fmla="*/ 672384 w 1485772"/>
                  <a:gd name="connsiteY260" fmla="*/ 291191 h 317052"/>
                  <a:gd name="connsiteX261" fmla="*/ 647243 w 1485772"/>
                  <a:gd name="connsiteY261" fmla="*/ 255730 h 317052"/>
                  <a:gd name="connsiteX262" fmla="*/ 638242 w 1485772"/>
                  <a:gd name="connsiteY262" fmla="*/ 265270 h 317052"/>
                  <a:gd name="connsiteX263" fmla="*/ 638242 w 1485772"/>
                  <a:gd name="connsiteY263" fmla="*/ 291191 h 317052"/>
                  <a:gd name="connsiteX264" fmla="*/ 622942 w 1485772"/>
                  <a:gd name="connsiteY264" fmla="*/ 291191 h 317052"/>
                  <a:gd name="connsiteX265" fmla="*/ 600141 w 1485772"/>
                  <a:gd name="connsiteY265" fmla="*/ 69003 h 317052"/>
                  <a:gd name="connsiteX266" fmla="*/ 562640 w 1485772"/>
                  <a:gd name="connsiteY266" fmla="*/ 85023 h 317052"/>
                  <a:gd name="connsiteX267" fmla="*/ 562640 w 1485772"/>
                  <a:gd name="connsiteY267" fmla="*/ 85083 h 317052"/>
                  <a:gd name="connsiteX268" fmla="*/ 577640 w 1485772"/>
                  <a:gd name="connsiteY268" fmla="*/ 96843 h 317052"/>
                  <a:gd name="connsiteX269" fmla="*/ 600141 w 1485772"/>
                  <a:gd name="connsiteY269" fmla="*/ 74763 h 317052"/>
                  <a:gd name="connsiteX270" fmla="*/ 934352 w 1485772"/>
                  <a:gd name="connsiteY270" fmla="*/ 39001 h 317052"/>
                  <a:gd name="connsiteX271" fmla="*/ 912152 w 1485772"/>
                  <a:gd name="connsiteY271" fmla="*/ 67383 h 317052"/>
                  <a:gd name="connsiteX272" fmla="*/ 934352 w 1485772"/>
                  <a:gd name="connsiteY272" fmla="*/ 95643 h 317052"/>
                  <a:gd name="connsiteX273" fmla="*/ 956733 w 1485772"/>
                  <a:gd name="connsiteY273" fmla="*/ 67383 h 317052"/>
                  <a:gd name="connsiteX274" fmla="*/ 934352 w 1485772"/>
                  <a:gd name="connsiteY274" fmla="*/ 39001 h 317052"/>
                  <a:gd name="connsiteX275" fmla="*/ 443295 w 1485772"/>
                  <a:gd name="connsiteY275" fmla="*/ 39001 h 317052"/>
                  <a:gd name="connsiteX276" fmla="*/ 421095 w 1485772"/>
                  <a:gd name="connsiteY276" fmla="*/ 67383 h 317052"/>
                  <a:gd name="connsiteX277" fmla="*/ 443295 w 1485772"/>
                  <a:gd name="connsiteY277" fmla="*/ 95643 h 317052"/>
                  <a:gd name="connsiteX278" fmla="*/ 465676 w 1485772"/>
                  <a:gd name="connsiteY278" fmla="*/ 67383 h 317052"/>
                  <a:gd name="connsiteX279" fmla="*/ 443295 w 1485772"/>
                  <a:gd name="connsiteY279" fmla="*/ 39001 h 317052"/>
                  <a:gd name="connsiteX280" fmla="*/ 713785 w 1485772"/>
                  <a:gd name="connsiteY280" fmla="*/ 38582 h 317052"/>
                  <a:gd name="connsiteX281" fmla="*/ 690985 w 1485772"/>
                  <a:gd name="connsiteY281" fmla="*/ 59762 h 317052"/>
                  <a:gd name="connsiteX282" fmla="*/ 735146 w 1485772"/>
                  <a:gd name="connsiteY282" fmla="*/ 59762 h 317052"/>
                  <a:gd name="connsiteX283" fmla="*/ 713785 w 1485772"/>
                  <a:gd name="connsiteY283" fmla="*/ 38582 h 317052"/>
                  <a:gd name="connsiteX284" fmla="*/ 228308 w 1485772"/>
                  <a:gd name="connsiteY284" fmla="*/ 38582 h 317052"/>
                  <a:gd name="connsiteX285" fmla="*/ 205508 w 1485772"/>
                  <a:gd name="connsiteY285" fmla="*/ 59762 h 317052"/>
                  <a:gd name="connsiteX286" fmla="*/ 249669 w 1485772"/>
                  <a:gd name="connsiteY286" fmla="*/ 59762 h 317052"/>
                  <a:gd name="connsiteX287" fmla="*/ 228308 w 1485772"/>
                  <a:gd name="connsiteY287" fmla="*/ 38582 h 317052"/>
                  <a:gd name="connsiteX288" fmla="*/ 106144 w 1485772"/>
                  <a:gd name="connsiteY288" fmla="*/ 27541 h 317052"/>
                  <a:gd name="connsiteX289" fmla="*/ 121445 w 1485772"/>
                  <a:gd name="connsiteY289" fmla="*/ 27541 h 317052"/>
                  <a:gd name="connsiteX290" fmla="*/ 121445 w 1485772"/>
                  <a:gd name="connsiteY290" fmla="*/ 106684 h 317052"/>
                  <a:gd name="connsiteX291" fmla="*/ 106144 w 1485772"/>
                  <a:gd name="connsiteY291" fmla="*/ 106684 h 317052"/>
                  <a:gd name="connsiteX292" fmla="*/ 1025675 w 1485772"/>
                  <a:gd name="connsiteY292" fmla="*/ 27301 h 317052"/>
                  <a:gd name="connsiteX293" fmla="*/ 1029936 w 1485772"/>
                  <a:gd name="connsiteY293" fmla="*/ 27421 h 317052"/>
                  <a:gd name="connsiteX294" fmla="*/ 1029936 w 1485772"/>
                  <a:gd name="connsiteY294" fmla="*/ 43322 h 317052"/>
                  <a:gd name="connsiteX295" fmla="*/ 1022015 w 1485772"/>
                  <a:gd name="connsiteY295" fmla="*/ 42902 h 317052"/>
                  <a:gd name="connsiteX296" fmla="*/ 1022015 w 1485772"/>
                  <a:gd name="connsiteY296" fmla="*/ 42842 h 317052"/>
                  <a:gd name="connsiteX297" fmla="*/ 1004075 w 1485772"/>
                  <a:gd name="connsiteY297" fmla="*/ 65222 h 317052"/>
                  <a:gd name="connsiteX298" fmla="*/ 1004075 w 1485772"/>
                  <a:gd name="connsiteY298" fmla="*/ 106744 h 317052"/>
                  <a:gd name="connsiteX299" fmla="*/ 988774 w 1485772"/>
                  <a:gd name="connsiteY299" fmla="*/ 106744 h 317052"/>
                  <a:gd name="connsiteX300" fmla="*/ 988774 w 1485772"/>
                  <a:gd name="connsiteY300" fmla="*/ 27601 h 317052"/>
                  <a:gd name="connsiteX301" fmla="*/ 1003775 w 1485772"/>
                  <a:gd name="connsiteY301" fmla="*/ 27601 h 317052"/>
                  <a:gd name="connsiteX302" fmla="*/ 1003775 w 1485772"/>
                  <a:gd name="connsiteY302" fmla="*/ 41582 h 317052"/>
                  <a:gd name="connsiteX303" fmla="*/ 1025675 w 1485772"/>
                  <a:gd name="connsiteY303" fmla="*/ 27301 h 317052"/>
                  <a:gd name="connsiteX304" fmla="*/ 534558 w 1485772"/>
                  <a:gd name="connsiteY304" fmla="*/ 27301 h 317052"/>
                  <a:gd name="connsiteX305" fmla="*/ 538818 w 1485772"/>
                  <a:gd name="connsiteY305" fmla="*/ 27421 h 317052"/>
                  <a:gd name="connsiteX306" fmla="*/ 538818 w 1485772"/>
                  <a:gd name="connsiteY306" fmla="*/ 43322 h 317052"/>
                  <a:gd name="connsiteX307" fmla="*/ 530898 w 1485772"/>
                  <a:gd name="connsiteY307" fmla="*/ 42902 h 317052"/>
                  <a:gd name="connsiteX308" fmla="*/ 530898 w 1485772"/>
                  <a:gd name="connsiteY308" fmla="*/ 42842 h 317052"/>
                  <a:gd name="connsiteX309" fmla="*/ 512958 w 1485772"/>
                  <a:gd name="connsiteY309" fmla="*/ 65222 h 317052"/>
                  <a:gd name="connsiteX310" fmla="*/ 512958 w 1485772"/>
                  <a:gd name="connsiteY310" fmla="*/ 106744 h 317052"/>
                  <a:gd name="connsiteX311" fmla="*/ 497657 w 1485772"/>
                  <a:gd name="connsiteY311" fmla="*/ 106744 h 317052"/>
                  <a:gd name="connsiteX312" fmla="*/ 497657 w 1485772"/>
                  <a:gd name="connsiteY312" fmla="*/ 27601 h 317052"/>
                  <a:gd name="connsiteX313" fmla="*/ 512658 w 1485772"/>
                  <a:gd name="connsiteY313" fmla="*/ 27601 h 317052"/>
                  <a:gd name="connsiteX314" fmla="*/ 512658 w 1485772"/>
                  <a:gd name="connsiteY314" fmla="*/ 41582 h 317052"/>
                  <a:gd name="connsiteX315" fmla="*/ 534558 w 1485772"/>
                  <a:gd name="connsiteY315" fmla="*/ 27301 h 317052"/>
                  <a:gd name="connsiteX316" fmla="*/ 178446 w 1485772"/>
                  <a:gd name="connsiteY316" fmla="*/ 27301 h 317052"/>
                  <a:gd name="connsiteX317" fmla="*/ 182706 w 1485772"/>
                  <a:gd name="connsiteY317" fmla="*/ 27421 h 317052"/>
                  <a:gd name="connsiteX318" fmla="*/ 182706 w 1485772"/>
                  <a:gd name="connsiteY318" fmla="*/ 43322 h 317052"/>
                  <a:gd name="connsiteX319" fmla="*/ 174786 w 1485772"/>
                  <a:gd name="connsiteY319" fmla="*/ 42902 h 317052"/>
                  <a:gd name="connsiteX320" fmla="*/ 174786 w 1485772"/>
                  <a:gd name="connsiteY320" fmla="*/ 42842 h 317052"/>
                  <a:gd name="connsiteX321" fmla="*/ 156846 w 1485772"/>
                  <a:gd name="connsiteY321" fmla="*/ 65222 h 317052"/>
                  <a:gd name="connsiteX322" fmla="*/ 156846 w 1485772"/>
                  <a:gd name="connsiteY322" fmla="*/ 106744 h 317052"/>
                  <a:gd name="connsiteX323" fmla="*/ 141545 w 1485772"/>
                  <a:gd name="connsiteY323" fmla="*/ 106744 h 317052"/>
                  <a:gd name="connsiteX324" fmla="*/ 141545 w 1485772"/>
                  <a:gd name="connsiteY324" fmla="*/ 27601 h 317052"/>
                  <a:gd name="connsiteX325" fmla="*/ 156546 w 1485772"/>
                  <a:gd name="connsiteY325" fmla="*/ 27601 h 317052"/>
                  <a:gd name="connsiteX326" fmla="*/ 156546 w 1485772"/>
                  <a:gd name="connsiteY326" fmla="*/ 41582 h 317052"/>
                  <a:gd name="connsiteX327" fmla="*/ 178446 w 1485772"/>
                  <a:gd name="connsiteY327" fmla="*/ 27301 h 317052"/>
                  <a:gd name="connsiteX328" fmla="*/ 934352 w 1485772"/>
                  <a:gd name="connsiteY328" fmla="*/ 26041 h 317052"/>
                  <a:gd name="connsiteX329" fmla="*/ 972934 w 1485772"/>
                  <a:gd name="connsiteY329" fmla="*/ 67383 h 317052"/>
                  <a:gd name="connsiteX330" fmla="*/ 934352 w 1485772"/>
                  <a:gd name="connsiteY330" fmla="*/ 108604 h 317052"/>
                  <a:gd name="connsiteX331" fmla="*/ 895951 w 1485772"/>
                  <a:gd name="connsiteY331" fmla="*/ 67383 h 317052"/>
                  <a:gd name="connsiteX332" fmla="*/ 934352 w 1485772"/>
                  <a:gd name="connsiteY332" fmla="*/ 26041 h 317052"/>
                  <a:gd name="connsiteX333" fmla="*/ 714025 w 1485772"/>
                  <a:gd name="connsiteY333" fmla="*/ 26041 h 317052"/>
                  <a:gd name="connsiteX334" fmla="*/ 751107 w 1485772"/>
                  <a:gd name="connsiteY334" fmla="*/ 71823 h 317052"/>
                  <a:gd name="connsiteX335" fmla="*/ 690805 w 1485772"/>
                  <a:gd name="connsiteY335" fmla="*/ 71823 h 317052"/>
                  <a:gd name="connsiteX336" fmla="*/ 713905 w 1485772"/>
                  <a:gd name="connsiteY336" fmla="*/ 95523 h 317052"/>
                  <a:gd name="connsiteX337" fmla="*/ 734666 w 1485772"/>
                  <a:gd name="connsiteY337" fmla="*/ 83463 h 317052"/>
                  <a:gd name="connsiteX338" fmla="*/ 750027 w 1485772"/>
                  <a:gd name="connsiteY338" fmla="*/ 83463 h 317052"/>
                  <a:gd name="connsiteX339" fmla="*/ 714445 w 1485772"/>
                  <a:gd name="connsiteY339" fmla="*/ 108604 h 317052"/>
                  <a:gd name="connsiteX340" fmla="*/ 675024 w 1485772"/>
                  <a:gd name="connsiteY340" fmla="*/ 66962 h 317052"/>
                  <a:gd name="connsiteX341" fmla="*/ 714025 w 1485772"/>
                  <a:gd name="connsiteY341" fmla="*/ 26041 h 317052"/>
                  <a:gd name="connsiteX342" fmla="*/ 443295 w 1485772"/>
                  <a:gd name="connsiteY342" fmla="*/ 26041 h 317052"/>
                  <a:gd name="connsiteX343" fmla="*/ 481877 w 1485772"/>
                  <a:gd name="connsiteY343" fmla="*/ 67383 h 317052"/>
                  <a:gd name="connsiteX344" fmla="*/ 443295 w 1485772"/>
                  <a:gd name="connsiteY344" fmla="*/ 108604 h 317052"/>
                  <a:gd name="connsiteX345" fmla="*/ 404894 w 1485772"/>
                  <a:gd name="connsiteY345" fmla="*/ 67383 h 317052"/>
                  <a:gd name="connsiteX346" fmla="*/ 443295 w 1485772"/>
                  <a:gd name="connsiteY346" fmla="*/ 26041 h 317052"/>
                  <a:gd name="connsiteX347" fmla="*/ 228548 w 1485772"/>
                  <a:gd name="connsiteY347" fmla="*/ 26041 h 317052"/>
                  <a:gd name="connsiteX348" fmla="*/ 265630 w 1485772"/>
                  <a:gd name="connsiteY348" fmla="*/ 71823 h 317052"/>
                  <a:gd name="connsiteX349" fmla="*/ 205328 w 1485772"/>
                  <a:gd name="connsiteY349" fmla="*/ 71823 h 317052"/>
                  <a:gd name="connsiteX350" fmla="*/ 228428 w 1485772"/>
                  <a:gd name="connsiteY350" fmla="*/ 95523 h 317052"/>
                  <a:gd name="connsiteX351" fmla="*/ 249189 w 1485772"/>
                  <a:gd name="connsiteY351" fmla="*/ 83463 h 317052"/>
                  <a:gd name="connsiteX352" fmla="*/ 264550 w 1485772"/>
                  <a:gd name="connsiteY352" fmla="*/ 83463 h 317052"/>
                  <a:gd name="connsiteX353" fmla="*/ 228968 w 1485772"/>
                  <a:gd name="connsiteY353" fmla="*/ 108604 h 317052"/>
                  <a:gd name="connsiteX354" fmla="*/ 189547 w 1485772"/>
                  <a:gd name="connsiteY354" fmla="*/ 66962 h 317052"/>
                  <a:gd name="connsiteX355" fmla="*/ 228548 w 1485772"/>
                  <a:gd name="connsiteY355" fmla="*/ 26041 h 317052"/>
                  <a:gd name="connsiteX356" fmla="*/ 582980 w 1485772"/>
                  <a:gd name="connsiteY356" fmla="*/ 25681 h 317052"/>
                  <a:gd name="connsiteX357" fmla="*/ 614901 w 1485772"/>
                  <a:gd name="connsiteY357" fmla="*/ 59222 h 317052"/>
                  <a:gd name="connsiteX358" fmla="*/ 614601 w 1485772"/>
                  <a:gd name="connsiteY358" fmla="*/ 78183 h 317052"/>
                  <a:gd name="connsiteX359" fmla="*/ 616822 w 1485772"/>
                  <a:gd name="connsiteY359" fmla="*/ 106744 h 317052"/>
                  <a:gd name="connsiteX360" fmla="*/ 602121 w 1485772"/>
                  <a:gd name="connsiteY360" fmla="*/ 106744 h 317052"/>
                  <a:gd name="connsiteX361" fmla="*/ 600801 w 1485772"/>
                  <a:gd name="connsiteY361" fmla="*/ 96303 h 317052"/>
                  <a:gd name="connsiteX362" fmla="*/ 574340 w 1485772"/>
                  <a:gd name="connsiteY362" fmla="*/ 108664 h 317052"/>
                  <a:gd name="connsiteX363" fmla="*/ 546079 w 1485772"/>
                  <a:gd name="connsiteY363" fmla="*/ 85443 h 317052"/>
                  <a:gd name="connsiteX364" fmla="*/ 599481 w 1485772"/>
                  <a:gd name="connsiteY364" fmla="*/ 57782 h 317052"/>
                  <a:gd name="connsiteX365" fmla="*/ 599421 w 1485772"/>
                  <a:gd name="connsiteY365" fmla="*/ 57722 h 317052"/>
                  <a:gd name="connsiteX366" fmla="*/ 599421 w 1485772"/>
                  <a:gd name="connsiteY366" fmla="*/ 56102 h 317052"/>
                  <a:gd name="connsiteX367" fmla="*/ 582380 w 1485772"/>
                  <a:gd name="connsiteY367" fmla="*/ 37441 h 317052"/>
                  <a:gd name="connsiteX368" fmla="*/ 565160 w 1485772"/>
                  <a:gd name="connsiteY368" fmla="*/ 52622 h 317052"/>
                  <a:gd name="connsiteX369" fmla="*/ 549739 w 1485772"/>
                  <a:gd name="connsiteY369" fmla="*/ 52622 h 317052"/>
                  <a:gd name="connsiteX370" fmla="*/ 582980 w 1485772"/>
                  <a:gd name="connsiteY370" fmla="*/ 25681 h 317052"/>
                  <a:gd name="connsiteX371" fmla="*/ 16801 w 1485772"/>
                  <a:gd name="connsiteY371" fmla="*/ 13860 h 317052"/>
                  <a:gd name="connsiteX372" fmla="*/ 16801 w 1485772"/>
                  <a:gd name="connsiteY372" fmla="*/ 92883 h 317052"/>
                  <a:gd name="connsiteX373" fmla="*/ 28441 w 1485772"/>
                  <a:gd name="connsiteY373" fmla="*/ 92883 h 317052"/>
                  <a:gd name="connsiteX374" fmla="*/ 70682 w 1485772"/>
                  <a:gd name="connsiteY374" fmla="*/ 53282 h 317052"/>
                  <a:gd name="connsiteX375" fmla="*/ 28441 w 1485772"/>
                  <a:gd name="connsiteY375" fmla="*/ 13860 h 317052"/>
                  <a:gd name="connsiteX376" fmla="*/ 769046 w 1485772"/>
                  <a:gd name="connsiteY376" fmla="*/ 7321 h 317052"/>
                  <a:gd name="connsiteX377" fmla="*/ 784287 w 1485772"/>
                  <a:gd name="connsiteY377" fmla="*/ 7321 h 317052"/>
                  <a:gd name="connsiteX378" fmla="*/ 784287 w 1485772"/>
                  <a:gd name="connsiteY378" fmla="*/ 27542 h 317052"/>
                  <a:gd name="connsiteX379" fmla="*/ 799888 w 1485772"/>
                  <a:gd name="connsiteY379" fmla="*/ 27542 h 317052"/>
                  <a:gd name="connsiteX380" fmla="*/ 799888 w 1485772"/>
                  <a:gd name="connsiteY380" fmla="*/ 39182 h 317052"/>
                  <a:gd name="connsiteX381" fmla="*/ 784287 w 1485772"/>
                  <a:gd name="connsiteY381" fmla="*/ 39182 h 317052"/>
                  <a:gd name="connsiteX382" fmla="*/ 784287 w 1485772"/>
                  <a:gd name="connsiteY382" fmla="*/ 84364 h 317052"/>
                  <a:gd name="connsiteX383" fmla="*/ 793287 w 1485772"/>
                  <a:gd name="connsiteY383" fmla="*/ 94504 h 317052"/>
                  <a:gd name="connsiteX384" fmla="*/ 799768 w 1485772"/>
                  <a:gd name="connsiteY384" fmla="*/ 94504 h 317052"/>
                  <a:gd name="connsiteX385" fmla="*/ 799768 w 1485772"/>
                  <a:gd name="connsiteY385" fmla="*/ 106744 h 317052"/>
                  <a:gd name="connsiteX386" fmla="*/ 788607 w 1485772"/>
                  <a:gd name="connsiteY386" fmla="*/ 106744 h 317052"/>
                  <a:gd name="connsiteX387" fmla="*/ 769046 w 1485772"/>
                  <a:gd name="connsiteY387" fmla="*/ 86464 h 317052"/>
                  <a:gd name="connsiteX388" fmla="*/ 769046 w 1485772"/>
                  <a:gd name="connsiteY388" fmla="*/ 39242 h 317052"/>
                  <a:gd name="connsiteX389" fmla="*/ 756986 w 1485772"/>
                  <a:gd name="connsiteY389" fmla="*/ 39242 h 317052"/>
                  <a:gd name="connsiteX390" fmla="*/ 756986 w 1485772"/>
                  <a:gd name="connsiteY390" fmla="*/ 27602 h 317052"/>
                  <a:gd name="connsiteX391" fmla="*/ 769046 w 1485772"/>
                  <a:gd name="connsiteY391" fmla="*/ 27602 h 317052"/>
                  <a:gd name="connsiteX392" fmla="*/ 636502 w 1485772"/>
                  <a:gd name="connsiteY392" fmla="*/ 7321 h 317052"/>
                  <a:gd name="connsiteX393" fmla="*/ 651743 w 1485772"/>
                  <a:gd name="connsiteY393" fmla="*/ 7321 h 317052"/>
                  <a:gd name="connsiteX394" fmla="*/ 651743 w 1485772"/>
                  <a:gd name="connsiteY394" fmla="*/ 27542 h 317052"/>
                  <a:gd name="connsiteX395" fmla="*/ 667343 w 1485772"/>
                  <a:gd name="connsiteY395" fmla="*/ 27542 h 317052"/>
                  <a:gd name="connsiteX396" fmla="*/ 667343 w 1485772"/>
                  <a:gd name="connsiteY396" fmla="*/ 39182 h 317052"/>
                  <a:gd name="connsiteX397" fmla="*/ 651743 w 1485772"/>
                  <a:gd name="connsiteY397" fmla="*/ 39182 h 317052"/>
                  <a:gd name="connsiteX398" fmla="*/ 651743 w 1485772"/>
                  <a:gd name="connsiteY398" fmla="*/ 84364 h 317052"/>
                  <a:gd name="connsiteX399" fmla="*/ 660743 w 1485772"/>
                  <a:gd name="connsiteY399" fmla="*/ 94504 h 317052"/>
                  <a:gd name="connsiteX400" fmla="*/ 667223 w 1485772"/>
                  <a:gd name="connsiteY400" fmla="*/ 94504 h 317052"/>
                  <a:gd name="connsiteX401" fmla="*/ 667223 w 1485772"/>
                  <a:gd name="connsiteY401" fmla="*/ 106744 h 317052"/>
                  <a:gd name="connsiteX402" fmla="*/ 656063 w 1485772"/>
                  <a:gd name="connsiteY402" fmla="*/ 106744 h 317052"/>
                  <a:gd name="connsiteX403" fmla="*/ 636502 w 1485772"/>
                  <a:gd name="connsiteY403" fmla="*/ 86464 h 317052"/>
                  <a:gd name="connsiteX404" fmla="*/ 636502 w 1485772"/>
                  <a:gd name="connsiteY404" fmla="*/ 39242 h 317052"/>
                  <a:gd name="connsiteX405" fmla="*/ 624442 w 1485772"/>
                  <a:gd name="connsiteY405" fmla="*/ 39242 h 317052"/>
                  <a:gd name="connsiteX406" fmla="*/ 624442 w 1485772"/>
                  <a:gd name="connsiteY406" fmla="*/ 27602 h 317052"/>
                  <a:gd name="connsiteX407" fmla="*/ 636502 w 1485772"/>
                  <a:gd name="connsiteY407" fmla="*/ 27602 h 317052"/>
                  <a:gd name="connsiteX408" fmla="*/ 366252 w 1485772"/>
                  <a:gd name="connsiteY408" fmla="*/ 7321 h 317052"/>
                  <a:gd name="connsiteX409" fmla="*/ 381493 w 1485772"/>
                  <a:gd name="connsiteY409" fmla="*/ 7321 h 317052"/>
                  <a:gd name="connsiteX410" fmla="*/ 381493 w 1485772"/>
                  <a:gd name="connsiteY410" fmla="*/ 27542 h 317052"/>
                  <a:gd name="connsiteX411" fmla="*/ 397094 w 1485772"/>
                  <a:gd name="connsiteY411" fmla="*/ 27542 h 317052"/>
                  <a:gd name="connsiteX412" fmla="*/ 397094 w 1485772"/>
                  <a:gd name="connsiteY412" fmla="*/ 39182 h 317052"/>
                  <a:gd name="connsiteX413" fmla="*/ 381493 w 1485772"/>
                  <a:gd name="connsiteY413" fmla="*/ 39182 h 317052"/>
                  <a:gd name="connsiteX414" fmla="*/ 381493 w 1485772"/>
                  <a:gd name="connsiteY414" fmla="*/ 84364 h 317052"/>
                  <a:gd name="connsiteX415" fmla="*/ 390493 w 1485772"/>
                  <a:gd name="connsiteY415" fmla="*/ 94504 h 317052"/>
                  <a:gd name="connsiteX416" fmla="*/ 396974 w 1485772"/>
                  <a:gd name="connsiteY416" fmla="*/ 94504 h 317052"/>
                  <a:gd name="connsiteX417" fmla="*/ 396974 w 1485772"/>
                  <a:gd name="connsiteY417" fmla="*/ 106744 h 317052"/>
                  <a:gd name="connsiteX418" fmla="*/ 385813 w 1485772"/>
                  <a:gd name="connsiteY418" fmla="*/ 106744 h 317052"/>
                  <a:gd name="connsiteX419" fmla="*/ 366252 w 1485772"/>
                  <a:gd name="connsiteY419" fmla="*/ 86464 h 317052"/>
                  <a:gd name="connsiteX420" fmla="*/ 366252 w 1485772"/>
                  <a:gd name="connsiteY420" fmla="*/ 39242 h 317052"/>
                  <a:gd name="connsiteX421" fmla="*/ 354192 w 1485772"/>
                  <a:gd name="connsiteY421" fmla="*/ 39242 h 317052"/>
                  <a:gd name="connsiteX422" fmla="*/ 354192 w 1485772"/>
                  <a:gd name="connsiteY422" fmla="*/ 27602 h 317052"/>
                  <a:gd name="connsiteX423" fmla="*/ 366252 w 1485772"/>
                  <a:gd name="connsiteY423" fmla="*/ 27602 h 317052"/>
                  <a:gd name="connsiteX424" fmla="*/ 784287 w 1485772"/>
                  <a:gd name="connsiteY424" fmla="*/ 7261 h 317052"/>
                  <a:gd name="connsiteX425" fmla="*/ 784347 w 1485772"/>
                  <a:gd name="connsiteY425" fmla="*/ 7321 h 317052"/>
                  <a:gd name="connsiteX426" fmla="*/ 784287 w 1485772"/>
                  <a:gd name="connsiteY426" fmla="*/ 7321 h 317052"/>
                  <a:gd name="connsiteX427" fmla="*/ 651743 w 1485772"/>
                  <a:gd name="connsiteY427" fmla="*/ 7261 h 317052"/>
                  <a:gd name="connsiteX428" fmla="*/ 651803 w 1485772"/>
                  <a:gd name="connsiteY428" fmla="*/ 7321 h 317052"/>
                  <a:gd name="connsiteX429" fmla="*/ 651743 w 1485772"/>
                  <a:gd name="connsiteY429" fmla="*/ 7321 h 317052"/>
                  <a:gd name="connsiteX430" fmla="*/ 381493 w 1485772"/>
                  <a:gd name="connsiteY430" fmla="*/ 7261 h 317052"/>
                  <a:gd name="connsiteX431" fmla="*/ 381553 w 1485772"/>
                  <a:gd name="connsiteY431" fmla="*/ 7321 h 317052"/>
                  <a:gd name="connsiteX432" fmla="*/ 381493 w 1485772"/>
                  <a:gd name="connsiteY432" fmla="*/ 7321 h 317052"/>
                  <a:gd name="connsiteX433" fmla="*/ 883051 w 1485772"/>
                  <a:gd name="connsiteY433" fmla="*/ 0 h 317052"/>
                  <a:gd name="connsiteX434" fmla="*/ 889951 w 1485772"/>
                  <a:gd name="connsiteY434" fmla="*/ 0 h 317052"/>
                  <a:gd name="connsiteX435" fmla="*/ 889951 w 1485772"/>
                  <a:gd name="connsiteY435" fmla="*/ 12240 h 317052"/>
                  <a:gd name="connsiteX436" fmla="*/ 884071 w 1485772"/>
                  <a:gd name="connsiteY436" fmla="*/ 12240 h 317052"/>
                  <a:gd name="connsiteX437" fmla="*/ 874651 w 1485772"/>
                  <a:gd name="connsiteY437" fmla="*/ 22081 h 317052"/>
                  <a:gd name="connsiteX438" fmla="*/ 874651 w 1485772"/>
                  <a:gd name="connsiteY438" fmla="*/ 27541 h 317052"/>
                  <a:gd name="connsiteX439" fmla="*/ 889951 w 1485772"/>
                  <a:gd name="connsiteY439" fmla="*/ 27541 h 317052"/>
                  <a:gd name="connsiteX440" fmla="*/ 889951 w 1485772"/>
                  <a:gd name="connsiteY440" fmla="*/ 39181 h 317052"/>
                  <a:gd name="connsiteX441" fmla="*/ 874651 w 1485772"/>
                  <a:gd name="connsiteY441" fmla="*/ 39181 h 317052"/>
                  <a:gd name="connsiteX442" fmla="*/ 874651 w 1485772"/>
                  <a:gd name="connsiteY442" fmla="*/ 106744 h 317052"/>
                  <a:gd name="connsiteX443" fmla="*/ 859350 w 1485772"/>
                  <a:gd name="connsiteY443" fmla="*/ 106744 h 317052"/>
                  <a:gd name="connsiteX444" fmla="*/ 859350 w 1485772"/>
                  <a:gd name="connsiteY444" fmla="*/ 39181 h 317052"/>
                  <a:gd name="connsiteX445" fmla="*/ 848310 w 1485772"/>
                  <a:gd name="connsiteY445" fmla="*/ 39181 h 317052"/>
                  <a:gd name="connsiteX446" fmla="*/ 848310 w 1485772"/>
                  <a:gd name="connsiteY446" fmla="*/ 27541 h 317052"/>
                  <a:gd name="connsiteX447" fmla="*/ 859350 w 1485772"/>
                  <a:gd name="connsiteY447" fmla="*/ 27541 h 317052"/>
                  <a:gd name="connsiteX448" fmla="*/ 859350 w 1485772"/>
                  <a:gd name="connsiteY448" fmla="*/ 22261 h 317052"/>
                  <a:gd name="connsiteX449" fmla="*/ 883051 w 1485772"/>
                  <a:gd name="connsiteY449" fmla="*/ 60 h 317052"/>
                  <a:gd name="connsiteX450" fmla="*/ 280990 w 1485772"/>
                  <a:gd name="connsiteY450" fmla="*/ 0 h 317052"/>
                  <a:gd name="connsiteX451" fmla="*/ 296291 w 1485772"/>
                  <a:gd name="connsiteY451" fmla="*/ 0 h 317052"/>
                  <a:gd name="connsiteX452" fmla="*/ 296291 w 1485772"/>
                  <a:gd name="connsiteY452" fmla="*/ 61382 h 317052"/>
                  <a:gd name="connsiteX453" fmla="*/ 296351 w 1485772"/>
                  <a:gd name="connsiteY453" fmla="*/ 61382 h 317052"/>
                  <a:gd name="connsiteX454" fmla="*/ 327852 w 1485772"/>
                  <a:gd name="connsiteY454" fmla="*/ 27541 h 317052"/>
                  <a:gd name="connsiteX455" fmla="*/ 346512 w 1485772"/>
                  <a:gd name="connsiteY455" fmla="*/ 27541 h 317052"/>
                  <a:gd name="connsiteX456" fmla="*/ 315731 w 1485772"/>
                  <a:gd name="connsiteY456" fmla="*/ 60182 h 317052"/>
                  <a:gd name="connsiteX457" fmla="*/ 348672 w 1485772"/>
                  <a:gd name="connsiteY457" fmla="*/ 106684 h 317052"/>
                  <a:gd name="connsiteX458" fmla="*/ 330432 w 1485772"/>
                  <a:gd name="connsiteY458" fmla="*/ 106684 h 317052"/>
                  <a:gd name="connsiteX459" fmla="*/ 305291 w 1485772"/>
                  <a:gd name="connsiteY459" fmla="*/ 71223 h 317052"/>
                  <a:gd name="connsiteX460" fmla="*/ 296291 w 1485772"/>
                  <a:gd name="connsiteY460" fmla="*/ 80763 h 317052"/>
                  <a:gd name="connsiteX461" fmla="*/ 296291 w 1485772"/>
                  <a:gd name="connsiteY461" fmla="*/ 106684 h 317052"/>
                  <a:gd name="connsiteX462" fmla="*/ 280990 w 1485772"/>
                  <a:gd name="connsiteY462" fmla="*/ 106684 h 317052"/>
                  <a:gd name="connsiteX463" fmla="*/ 106144 w 1485772"/>
                  <a:gd name="connsiteY463" fmla="*/ 0 h 317052"/>
                  <a:gd name="connsiteX464" fmla="*/ 121445 w 1485772"/>
                  <a:gd name="connsiteY464" fmla="*/ 0 h 317052"/>
                  <a:gd name="connsiteX465" fmla="*/ 121445 w 1485772"/>
                  <a:gd name="connsiteY465" fmla="*/ 16921 h 317052"/>
                  <a:gd name="connsiteX466" fmla="*/ 106144 w 1485772"/>
                  <a:gd name="connsiteY466" fmla="*/ 16921 h 317052"/>
                  <a:gd name="connsiteX467" fmla="*/ 0 w 1485772"/>
                  <a:gd name="connsiteY467" fmla="*/ 0 h 317052"/>
                  <a:gd name="connsiteX468" fmla="*/ 29161 w 1485772"/>
                  <a:gd name="connsiteY468" fmla="*/ 0 h 317052"/>
                  <a:gd name="connsiteX469" fmla="*/ 88023 w 1485772"/>
                  <a:gd name="connsiteY469" fmla="*/ 53282 h 317052"/>
                  <a:gd name="connsiteX470" fmla="*/ 29161 w 1485772"/>
                  <a:gd name="connsiteY470" fmla="*/ 106684 h 317052"/>
                  <a:gd name="connsiteX471" fmla="*/ 0 w 1485772"/>
                  <a:gd name="connsiteY471" fmla="*/ 106684 h 31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</a:cxnLst>
                <a:rect l="l" t="t" r="r" b="b"/>
                <a:pathLst>
                  <a:path w="1485772" h="317052">
                    <a:moveTo>
                      <a:pt x="1000775" y="223508"/>
                    </a:moveTo>
                    <a:cubicBezTo>
                      <a:pt x="989135" y="223508"/>
                      <a:pt x="978575" y="231909"/>
                      <a:pt x="978575" y="251890"/>
                    </a:cubicBezTo>
                    <a:cubicBezTo>
                      <a:pt x="978575" y="271870"/>
                      <a:pt x="989315" y="280150"/>
                      <a:pt x="1000775" y="280150"/>
                    </a:cubicBezTo>
                    <a:cubicBezTo>
                      <a:pt x="1012236" y="280150"/>
                      <a:pt x="1023156" y="271150"/>
                      <a:pt x="1023156" y="251890"/>
                    </a:cubicBezTo>
                    <a:cubicBezTo>
                      <a:pt x="1023156" y="232149"/>
                      <a:pt x="1012416" y="223508"/>
                      <a:pt x="1000775" y="223508"/>
                    </a:cubicBezTo>
                    <a:close/>
                    <a:moveTo>
                      <a:pt x="1088198" y="223448"/>
                    </a:moveTo>
                    <a:cubicBezTo>
                      <a:pt x="1075538" y="223448"/>
                      <a:pt x="1066838" y="234069"/>
                      <a:pt x="1066838" y="251829"/>
                    </a:cubicBezTo>
                    <a:cubicBezTo>
                      <a:pt x="1066838" y="269650"/>
                      <a:pt x="1075538" y="280390"/>
                      <a:pt x="1088198" y="280390"/>
                    </a:cubicBezTo>
                    <a:cubicBezTo>
                      <a:pt x="1099959" y="280390"/>
                      <a:pt x="1109979" y="271390"/>
                      <a:pt x="1109979" y="251829"/>
                    </a:cubicBezTo>
                    <a:cubicBezTo>
                      <a:pt x="1109979" y="232269"/>
                      <a:pt x="1099959" y="223448"/>
                      <a:pt x="1088198" y="223448"/>
                    </a:cubicBezTo>
                    <a:close/>
                    <a:moveTo>
                      <a:pt x="253269" y="223448"/>
                    </a:moveTo>
                    <a:cubicBezTo>
                      <a:pt x="240609" y="223448"/>
                      <a:pt x="231908" y="234069"/>
                      <a:pt x="231908" y="251829"/>
                    </a:cubicBezTo>
                    <a:cubicBezTo>
                      <a:pt x="231908" y="269650"/>
                      <a:pt x="240609" y="280390"/>
                      <a:pt x="253269" y="280390"/>
                    </a:cubicBezTo>
                    <a:cubicBezTo>
                      <a:pt x="265030" y="280390"/>
                      <a:pt x="275050" y="271390"/>
                      <a:pt x="275050" y="251829"/>
                    </a:cubicBezTo>
                    <a:cubicBezTo>
                      <a:pt x="275050" y="232269"/>
                      <a:pt x="265030" y="223448"/>
                      <a:pt x="253269" y="223448"/>
                    </a:cubicBezTo>
                    <a:close/>
                    <a:moveTo>
                      <a:pt x="860790" y="223388"/>
                    </a:moveTo>
                    <a:cubicBezTo>
                      <a:pt x="849030" y="223388"/>
                      <a:pt x="839010" y="232209"/>
                      <a:pt x="839010" y="251769"/>
                    </a:cubicBezTo>
                    <a:cubicBezTo>
                      <a:pt x="839010" y="271330"/>
                      <a:pt x="849030" y="280330"/>
                      <a:pt x="860790" y="280330"/>
                    </a:cubicBezTo>
                    <a:cubicBezTo>
                      <a:pt x="873451" y="280330"/>
                      <a:pt x="882151" y="269590"/>
                      <a:pt x="882151" y="251769"/>
                    </a:cubicBezTo>
                    <a:cubicBezTo>
                      <a:pt x="882151" y="233949"/>
                      <a:pt x="873451" y="223388"/>
                      <a:pt x="860790" y="223388"/>
                    </a:cubicBezTo>
                    <a:close/>
                    <a:moveTo>
                      <a:pt x="1391868" y="223089"/>
                    </a:moveTo>
                    <a:cubicBezTo>
                      <a:pt x="1379928" y="223089"/>
                      <a:pt x="1371108" y="229269"/>
                      <a:pt x="1369068" y="244269"/>
                    </a:cubicBezTo>
                    <a:lnTo>
                      <a:pt x="1413229" y="244269"/>
                    </a:lnTo>
                    <a:cubicBezTo>
                      <a:pt x="1412809" y="232509"/>
                      <a:pt x="1404529" y="223089"/>
                      <a:pt x="1391868" y="223089"/>
                    </a:cubicBezTo>
                    <a:close/>
                    <a:moveTo>
                      <a:pt x="730225" y="223089"/>
                    </a:moveTo>
                    <a:cubicBezTo>
                      <a:pt x="718285" y="223089"/>
                      <a:pt x="709465" y="229269"/>
                      <a:pt x="707424" y="244269"/>
                    </a:cubicBezTo>
                    <a:lnTo>
                      <a:pt x="751586" y="244269"/>
                    </a:lnTo>
                    <a:cubicBezTo>
                      <a:pt x="751166" y="232509"/>
                      <a:pt x="742886" y="223089"/>
                      <a:pt x="730225" y="223089"/>
                    </a:cubicBezTo>
                    <a:close/>
                    <a:moveTo>
                      <a:pt x="167226" y="223089"/>
                    </a:moveTo>
                    <a:cubicBezTo>
                      <a:pt x="155286" y="223089"/>
                      <a:pt x="146466" y="229269"/>
                      <a:pt x="144426" y="244269"/>
                    </a:cubicBezTo>
                    <a:lnTo>
                      <a:pt x="188587" y="244269"/>
                    </a:lnTo>
                    <a:cubicBezTo>
                      <a:pt x="188167" y="232509"/>
                      <a:pt x="179887" y="223089"/>
                      <a:pt x="167226" y="223089"/>
                    </a:cubicBezTo>
                    <a:close/>
                    <a:moveTo>
                      <a:pt x="423735" y="212108"/>
                    </a:moveTo>
                    <a:lnTo>
                      <a:pt x="439036" y="212108"/>
                    </a:lnTo>
                    <a:lnTo>
                      <a:pt x="439036" y="291251"/>
                    </a:lnTo>
                    <a:lnTo>
                      <a:pt x="423735" y="291251"/>
                    </a:lnTo>
                    <a:close/>
                    <a:moveTo>
                      <a:pt x="310031" y="212108"/>
                    </a:moveTo>
                    <a:lnTo>
                      <a:pt x="325332" y="212108"/>
                    </a:lnTo>
                    <a:lnTo>
                      <a:pt x="325332" y="291251"/>
                    </a:lnTo>
                    <a:lnTo>
                      <a:pt x="310031" y="291251"/>
                    </a:lnTo>
                    <a:close/>
                    <a:moveTo>
                      <a:pt x="1144300" y="211988"/>
                    </a:moveTo>
                    <a:lnTo>
                      <a:pt x="1159600" y="211988"/>
                    </a:lnTo>
                    <a:lnTo>
                      <a:pt x="1159600" y="258190"/>
                    </a:lnTo>
                    <a:cubicBezTo>
                      <a:pt x="1159600" y="269650"/>
                      <a:pt x="1161521" y="280090"/>
                      <a:pt x="1175321" y="280090"/>
                    </a:cubicBezTo>
                    <a:cubicBezTo>
                      <a:pt x="1188101" y="280090"/>
                      <a:pt x="1194462" y="270550"/>
                      <a:pt x="1194462" y="254950"/>
                    </a:cubicBezTo>
                    <a:lnTo>
                      <a:pt x="1194462" y="211988"/>
                    </a:lnTo>
                    <a:lnTo>
                      <a:pt x="1209762" y="211988"/>
                    </a:lnTo>
                    <a:lnTo>
                      <a:pt x="1209762" y="291131"/>
                    </a:lnTo>
                    <a:lnTo>
                      <a:pt x="1194342" y="291131"/>
                    </a:lnTo>
                    <a:lnTo>
                      <a:pt x="1194342" y="279970"/>
                    </a:lnTo>
                    <a:cubicBezTo>
                      <a:pt x="1189782" y="287891"/>
                      <a:pt x="1182101" y="293051"/>
                      <a:pt x="1170221" y="293051"/>
                    </a:cubicBezTo>
                    <a:lnTo>
                      <a:pt x="1170221" y="293111"/>
                    </a:lnTo>
                    <a:cubicBezTo>
                      <a:pt x="1151560" y="293111"/>
                      <a:pt x="1144300" y="281470"/>
                      <a:pt x="1144300" y="262330"/>
                    </a:cubicBezTo>
                    <a:close/>
                    <a:moveTo>
                      <a:pt x="1481511" y="211808"/>
                    </a:moveTo>
                    <a:cubicBezTo>
                      <a:pt x="1482831" y="211808"/>
                      <a:pt x="1484451" y="211808"/>
                      <a:pt x="1485772" y="211928"/>
                    </a:cubicBezTo>
                    <a:lnTo>
                      <a:pt x="1485772" y="227829"/>
                    </a:lnTo>
                    <a:cubicBezTo>
                      <a:pt x="1482951" y="227529"/>
                      <a:pt x="1480311" y="227409"/>
                      <a:pt x="1477851" y="227409"/>
                    </a:cubicBezTo>
                    <a:lnTo>
                      <a:pt x="1477851" y="227349"/>
                    </a:lnTo>
                    <a:cubicBezTo>
                      <a:pt x="1466091" y="227349"/>
                      <a:pt x="1459911" y="233109"/>
                      <a:pt x="1459911" y="249729"/>
                    </a:cubicBezTo>
                    <a:lnTo>
                      <a:pt x="1459911" y="291251"/>
                    </a:lnTo>
                    <a:lnTo>
                      <a:pt x="1444610" y="291251"/>
                    </a:lnTo>
                    <a:lnTo>
                      <a:pt x="1444610" y="212108"/>
                    </a:lnTo>
                    <a:lnTo>
                      <a:pt x="1459611" y="212108"/>
                    </a:lnTo>
                    <a:lnTo>
                      <a:pt x="1459611" y="226089"/>
                    </a:lnTo>
                    <a:cubicBezTo>
                      <a:pt x="1463751" y="217088"/>
                      <a:pt x="1471671" y="211988"/>
                      <a:pt x="1481511" y="211808"/>
                    </a:cubicBezTo>
                    <a:close/>
                    <a:moveTo>
                      <a:pt x="951153" y="211808"/>
                    </a:moveTo>
                    <a:cubicBezTo>
                      <a:pt x="952473" y="211808"/>
                      <a:pt x="954093" y="211808"/>
                      <a:pt x="955413" y="211928"/>
                    </a:cubicBezTo>
                    <a:lnTo>
                      <a:pt x="955413" y="227829"/>
                    </a:lnTo>
                    <a:cubicBezTo>
                      <a:pt x="952593" y="227529"/>
                      <a:pt x="949953" y="227409"/>
                      <a:pt x="947493" y="227409"/>
                    </a:cubicBezTo>
                    <a:lnTo>
                      <a:pt x="947493" y="227349"/>
                    </a:lnTo>
                    <a:cubicBezTo>
                      <a:pt x="935733" y="227349"/>
                      <a:pt x="929552" y="233109"/>
                      <a:pt x="929552" y="249729"/>
                    </a:cubicBezTo>
                    <a:lnTo>
                      <a:pt x="929552" y="291251"/>
                    </a:lnTo>
                    <a:lnTo>
                      <a:pt x="914252" y="291251"/>
                    </a:lnTo>
                    <a:lnTo>
                      <a:pt x="914252" y="212108"/>
                    </a:lnTo>
                    <a:lnTo>
                      <a:pt x="929253" y="212108"/>
                    </a:lnTo>
                    <a:lnTo>
                      <a:pt x="929253" y="226089"/>
                    </a:lnTo>
                    <a:cubicBezTo>
                      <a:pt x="933393" y="217088"/>
                      <a:pt x="941313" y="211988"/>
                      <a:pt x="951153" y="211808"/>
                    </a:cubicBezTo>
                    <a:close/>
                    <a:moveTo>
                      <a:pt x="864330" y="210608"/>
                    </a:moveTo>
                    <a:cubicBezTo>
                      <a:pt x="882751" y="210608"/>
                      <a:pt x="898472" y="226028"/>
                      <a:pt x="898472" y="251829"/>
                    </a:cubicBezTo>
                    <a:cubicBezTo>
                      <a:pt x="898472" y="277630"/>
                      <a:pt x="882751" y="293171"/>
                      <a:pt x="864330" y="293171"/>
                    </a:cubicBezTo>
                    <a:cubicBezTo>
                      <a:pt x="852690" y="293171"/>
                      <a:pt x="844470" y="288191"/>
                      <a:pt x="839610" y="280090"/>
                    </a:cubicBezTo>
                    <a:lnTo>
                      <a:pt x="839610" y="317052"/>
                    </a:lnTo>
                    <a:lnTo>
                      <a:pt x="824309" y="317052"/>
                    </a:lnTo>
                    <a:lnTo>
                      <a:pt x="824309" y="212108"/>
                    </a:lnTo>
                    <a:lnTo>
                      <a:pt x="839610" y="212108"/>
                    </a:lnTo>
                    <a:lnTo>
                      <a:pt x="839610" y="223688"/>
                    </a:lnTo>
                    <a:cubicBezTo>
                      <a:pt x="844470" y="215588"/>
                      <a:pt x="852690" y="210608"/>
                      <a:pt x="864330" y="210608"/>
                    </a:cubicBezTo>
                    <a:close/>
                    <a:moveTo>
                      <a:pt x="499217" y="210608"/>
                    </a:moveTo>
                    <a:lnTo>
                      <a:pt x="499277" y="210608"/>
                    </a:lnTo>
                    <a:cubicBezTo>
                      <a:pt x="518418" y="210608"/>
                      <a:pt x="525738" y="222968"/>
                      <a:pt x="525738" y="241389"/>
                    </a:cubicBezTo>
                    <a:lnTo>
                      <a:pt x="525738" y="291251"/>
                    </a:lnTo>
                    <a:lnTo>
                      <a:pt x="510438" y="291251"/>
                    </a:lnTo>
                    <a:lnTo>
                      <a:pt x="510438" y="245469"/>
                    </a:lnTo>
                    <a:cubicBezTo>
                      <a:pt x="510438" y="234009"/>
                      <a:pt x="508518" y="223388"/>
                      <a:pt x="494117" y="223388"/>
                    </a:cubicBezTo>
                    <a:cubicBezTo>
                      <a:pt x="480857" y="223388"/>
                      <a:pt x="474377" y="232929"/>
                      <a:pt x="474377" y="248709"/>
                    </a:cubicBezTo>
                    <a:lnTo>
                      <a:pt x="474377" y="291251"/>
                    </a:lnTo>
                    <a:lnTo>
                      <a:pt x="459076" y="291251"/>
                    </a:lnTo>
                    <a:lnTo>
                      <a:pt x="459076" y="212108"/>
                    </a:lnTo>
                    <a:lnTo>
                      <a:pt x="474377" y="212108"/>
                    </a:lnTo>
                    <a:lnTo>
                      <a:pt x="474377" y="223568"/>
                    </a:lnTo>
                    <a:cubicBezTo>
                      <a:pt x="478937" y="215768"/>
                      <a:pt x="486857" y="210608"/>
                      <a:pt x="499217" y="210608"/>
                    </a:cubicBezTo>
                    <a:close/>
                    <a:moveTo>
                      <a:pt x="1392108" y="210548"/>
                    </a:moveTo>
                    <a:cubicBezTo>
                      <a:pt x="1416529" y="210548"/>
                      <a:pt x="1430810" y="230589"/>
                      <a:pt x="1429190" y="256330"/>
                    </a:cubicBezTo>
                    <a:lnTo>
                      <a:pt x="1368888" y="256330"/>
                    </a:lnTo>
                    <a:cubicBezTo>
                      <a:pt x="1370388" y="270910"/>
                      <a:pt x="1379628" y="280030"/>
                      <a:pt x="1391988" y="280030"/>
                    </a:cubicBezTo>
                    <a:cubicBezTo>
                      <a:pt x="1403029" y="280030"/>
                      <a:pt x="1409509" y="275470"/>
                      <a:pt x="1412749" y="267970"/>
                    </a:cubicBezTo>
                    <a:lnTo>
                      <a:pt x="1428110" y="267970"/>
                    </a:lnTo>
                    <a:cubicBezTo>
                      <a:pt x="1424450" y="281050"/>
                      <a:pt x="1412689" y="293111"/>
                      <a:pt x="1392528" y="293111"/>
                    </a:cubicBezTo>
                    <a:cubicBezTo>
                      <a:pt x="1366908" y="293111"/>
                      <a:pt x="1353107" y="274450"/>
                      <a:pt x="1353107" y="251469"/>
                    </a:cubicBezTo>
                    <a:cubicBezTo>
                      <a:pt x="1353107" y="226869"/>
                      <a:pt x="1369608" y="210548"/>
                      <a:pt x="1392108" y="210548"/>
                    </a:cubicBezTo>
                    <a:close/>
                    <a:moveTo>
                      <a:pt x="1000775" y="210548"/>
                    </a:moveTo>
                    <a:cubicBezTo>
                      <a:pt x="1019436" y="210548"/>
                      <a:pt x="1039357" y="223208"/>
                      <a:pt x="1039357" y="251890"/>
                    </a:cubicBezTo>
                    <a:cubicBezTo>
                      <a:pt x="1039357" y="280571"/>
                      <a:pt x="1019616" y="293111"/>
                      <a:pt x="1000775" y="293111"/>
                    </a:cubicBezTo>
                    <a:cubicBezTo>
                      <a:pt x="982115" y="293111"/>
                      <a:pt x="962374" y="280450"/>
                      <a:pt x="962374" y="251890"/>
                    </a:cubicBezTo>
                    <a:cubicBezTo>
                      <a:pt x="962374" y="223328"/>
                      <a:pt x="982115" y="210548"/>
                      <a:pt x="1000775" y="210548"/>
                    </a:cubicBezTo>
                    <a:close/>
                    <a:moveTo>
                      <a:pt x="730465" y="210548"/>
                    </a:moveTo>
                    <a:cubicBezTo>
                      <a:pt x="754886" y="210548"/>
                      <a:pt x="769167" y="230589"/>
                      <a:pt x="767547" y="256330"/>
                    </a:cubicBezTo>
                    <a:lnTo>
                      <a:pt x="707244" y="256330"/>
                    </a:lnTo>
                    <a:cubicBezTo>
                      <a:pt x="708745" y="270910"/>
                      <a:pt x="717985" y="280030"/>
                      <a:pt x="730345" y="280030"/>
                    </a:cubicBezTo>
                    <a:cubicBezTo>
                      <a:pt x="741386" y="280030"/>
                      <a:pt x="747866" y="275470"/>
                      <a:pt x="751106" y="267970"/>
                    </a:cubicBezTo>
                    <a:lnTo>
                      <a:pt x="766467" y="267970"/>
                    </a:lnTo>
                    <a:cubicBezTo>
                      <a:pt x="762806" y="281050"/>
                      <a:pt x="751046" y="293111"/>
                      <a:pt x="730885" y="293111"/>
                    </a:cubicBezTo>
                    <a:cubicBezTo>
                      <a:pt x="705264" y="293111"/>
                      <a:pt x="691464" y="274450"/>
                      <a:pt x="691464" y="251469"/>
                    </a:cubicBezTo>
                    <a:cubicBezTo>
                      <a:pt x="691464" y="226869"/>
                      <a:pt x="707965" y="210548"/>
                      <a:pt x="730465" y="210548"/>
                    </a:cubicBezTo>
                    <a:close/>
                    <a:moveTo>
                      <a:pt x="167466" y="210548"/>
                    </a:moveTo>
                    <a:cubicBezTo>
                      <a:pt x="191887" y="210548"/>
                      <a:pt x="206168" y="230589"/>
                      <a:pt x="204548" y="256330"/>
                    </a:cubicBezTo>
                    <a:lnTo>
                      <a:pt x="144245" y="256330"/>
                    </a:lnTo>
                    <a:cubicBezTo>
                      <a:pt x="145746" y="270910"/>
                      <a:pt x="154986" y="280030"/>
                      <a:pt x="167346" y="280030"/>
                    </a:cubicBezTo>
                    <a:cubicBezTo>
                      <a:pt x="178387" y="280030"/>
                      <a:pt x="184867" y="275470"/>
                      <a:pt x="188107" y="267970"/>
                    </a:cubicBezTo>
                    <a:lnTo>
                      <a:pt x="203468" y="267970"/>
                    </a:lnTo>
                    <a:cubicBezTo>
                      <a:pt x="199807" y="281050"/>
                      <a:pt x="188047" y="293111"/>
                      <a:pt x="167886" y="293111"/>
                    </a:cubicBezTo>
                    <a:cubicBezTo>
                      <a:pt x="142265" y="293111"/>
                      <a:pt x="128465" y="274450"/>
                      <a:pt x="128465" y="251469"/>
                    </a:cubicBezTo>
                    <a:cubicBezTo>
                      <a:pt x="128465" y="226869"/>
                      <a:pt x="144966" y="210548"/>
                      <a:pt x="167466" y="210548"/>
                    </a:cubicBezTo>
                    <a:close/>
                    <a:moveTo>
                      <a:pt x="38761" y="210548"/>
                    </a:moveTo>
                    <a:cubicBezTo>
                      <a:pt x="51002" y="210548"/>
                      <a:pt x="58202" y="215708"/>
                      <a:pt x="61742" y="224528"/>
                    </a:cubicBezTo>
                    <a:cubicBezTo>
                      <a:pt x="68342" y="214688"/>
                      <a:pt x="77643" y="210548"/>
                      <a:pt x="87963" y="210548"/>
                    </a:cubicBezTo>
                    <a:cubicBezTo>
                      <a:pt x="106504" y="210548"/>
                      <a:pt x="113704" y="222909"/>
                      <a:pt x="113704" y="241329"/>
                    </a:cubicBezTo>
                    <a:lnTo>
                      <a:pt x="113704" y="291191"/>
                    </a:lnTo>
                    <a:lnTo>
                      <a:pt x="98403" y="291191"/>
                    </a:lnTo>
                    <a:lnTo>
                      <a:pt x="98403" y="245409"/>
                    </a:lnTo>
                    <a:cubicBezTo>
                      <a:pt x="98403" y="233949"/>
                      <a:pt x="96663" y="223328"/>
                      <a:pt x="82803" y="223328"/>
                    </a:cubicBezTo>
                    <a:cubicBezTo>
                      <a:pt x="70742" y="223328"/>
                      <a:pt x="64562" y="232869"/>
                      <a:pt x="64562" y="248649"/>
                    </a:cubicBezTo>
                    <a:lnTo>
                      <a:pt x="64562" y="291191"/>
                    </a:lnTo>
                    <a:lnTo>
                      <a:pt x="49262" y="291191"/>
                    </a:lnTo>
                    <a:lnTo>
                      <a:pt x="49262" y="245409"/>
                    </a:lnTo>
                    <a:cubicBezTo>
                      <a:pt x="49262" y="233949"/>
                      <a:pt x="47522" y="223328"/>
                      <a:pt x="33661" y="223328"/>
                    </a:cubicBezTo>
                    <a:cubicBezTo>
                      <a:pt x="21421" y="223328"/>
                      <a:pt x="15421" y="232869"/>
                      <a:pt x="15421" y="248649"/>
                    </a:cubicBezTo>
                    <a:lnTo>
                      <a:pt x="15421" y="291191"/>
                    </a:lnTo>
                    <a:lnTo>
                      <a:pt x="120" y="291191"/>
                    </a:lnTo>
                    <a:lnTo>
                      <a:pt x="60" y="291191"/>
                    </a:lnTo>
                    <a:lnTo>
                      <a:pt x="60" y="212048"/>
                    </a:lnTo>
                    <a:lnTo>
                      <a:pt x="15361" y="212048"/>
                    </a:lnTo>
                    <a:lnTo>
                      <a:pt x="15361" y="223508"/>
                    </a:lnTo>
                    <a:cubicBezTo>
                      <a:pt x="19921" y="215708"/>
                      <a:pt x="27421" y="210548"/>
                      <a:pt x="38761" y="210548"/>
                    </a:cubicBezTo>
                    <a:close/>
                    <a:moveTo>
                      <a:pt x="573980" y="210428"/>
                    </a:moveTo>
                    <a:cubicBezTo>
                      <a:pt x="589881" y="210428"/>
                      <a:pt x="602661" y="218828"/>
                      <a:pt x="605601" y="234129"/>
                    </a:cubicBezTo>
                    <a:lnTo>
                      <a:pt x="590421" y="234129"/>
                    </a:lnTo>
                    <a:lnTo>
                      <a:pt x="572509" y="222807"/>
                    </a:lnTo>
                    <a:lnTo>
                      <a:pt x="572540" y="222788"/>
                    </a:lnTo>
                    <a:lnTo>
                      <a:pt x="572480" y="222788"/>
                    </a:lnTo>
                    <a:lnTo>
                      <a:pt x="572509" y="222807"/>
                    </a:lnTo>
                    <a:lnTo>
                      <a:pt x="556940" y="232329"/>
                    </a:lnTo>
                    <a:cubicBezTo>
                      <a:pt x="556940" y="238209"/>
                      <a:pt x="560780" y="240729"/>
                      <a:pt x="567980" y="242169"/>
                    </a:cubicBezTo>
                    <a:lnTo>
                      <a:pt x="579320" y="244389"/>
                    </a:lnTo>
                    <a:cubicBezTo>
                      <a:pt x="594321" y="247329"/>
                      <a:pt x="607401" y="252489"/>
                      <a:pt x="607401" y="267910"/>
                    </a:cubicBezTo>
                    <a:cubicBezTo>
                      <a:pt x="607401" y="283330"/>
                      <a:pt x="592401" y="293051"/>
                      <a:pt x="574160" y="293051"/>
                    </a:cubicBezTo>
                    <a:cubicBezTo>
                      <a:pt x="554120" y="293051"/>
                      <a:pt x="541939" y="281410"/>
                      <a:pt x="540019" y="266590"/>
                    </a:cubicBezTo>
                    <a:lnTo>
                      <a:pt x="555620" y="266590"/>
                    </a:lnTo>
                    <a:cubicBezTo>
                      <a:pt x="557660" y="275590"/>
                      <a:pt x="563540" y="280870"/>
                      <a:pt x="574580" y="280870"/>
                    </a:cubicBezTo>
                    <a:cubicBezTo>
                      <a:pt x="584421" y="280870"/>
                      <a:pt x="592101" y="276730"/>
                      <a:pt x="592101" y="269710"/>
                    </a:cubicBezTo>
                    <a:cubicBezTo>
                      <a:pt x="592101" y="262690"/>
                      <a:pt x="585201" y="259390"/>
                      <a:pt x="576920" y="257770"/>
                    </a:cubicBezTo>
                    <a:lnTo>
                      <a:pt x="564980" y="255430"/>
                    </a:lnTo>
                    <a:cubicBezTo>
                      <a:pt x="553039" y="253089"/>
                      <a:pt x="541879" y="247749"/>
                      <a:pt x="541879" y="232929"/>
                    </a:cubicBezTo>
                    <a:cubicBezTo>
                      <a:pt x="541879" y="218948"/>
                      <a:pt x="556580" y="210428"/>
                      <a:pt x="573980" y="210428"/>
                    </a:cubicBezTo>
                    <a:close/>
                    <a:moveTo>
                      <a:pt x="374533" y="210428"/>
                    </a:moveTo>
                    <a:cubicBezTo>
                      <a:pt x="390434" y="210428"/>
                      <a:pt x="403214" y="218828"/>
                      <a:pt x="406154" y="234129"/>
                    </a:cubicBezTo>
                    <a:lnTo>
                      <a:pt x="390974" y="234129"/>
                    </a:lnTo>
                    <a:lnTo>
                      <a:pt x="373062" y="222807"/>
                    </a:lnTo>
                    <a:lnTo>
                      <a:pt x="373093" y="222788"/>
                    </a:lnTo>
                    <a:lnTo>
                      <a:pt x="373033" y="222788"/>
                    </a:lnTo>
                    <a:lnTo>
                      <a:pt x="373062" y="222807"/>
                    </a:lnTo>
                    <a:lnTo>
                      <a:pt x="357493" y="232329"/>
                    </a:lnTo>
                    <a:cubicBezTo>
                      <a:pt x="357493" y="238209"/>
                      <a:pt x="361333" y="240729"/>
                      <a:pt x="368533" y="242169"/>
                    </a:cubicBezTo>
                    <a:lnTo>
                      <a:pt x="379873" y="244389"/>
                    </a:lnTo>
                    <a:cubicBezTo>
                      <a:pt x="394874" y="247329"/>
                      <a:pt x="407954" y="252489"/>
                      <a:pt x="407954" y="267910"/>
                    </a:cubicBezTo>
                    <a:cubicBezTo>
                      <a:pt x="407954" y="283330"/>
                      <a:pt x="392954" y="293051"/>
                      <a:pt x="374713" y="293051"/>
                    </a:cubicBezTo>
                    <a:cubicBezTo>
                      <a:pt x="354673" y="293051"/>
                      <a:pt x="342492" y="281410"/>
                      <a:pt x="340572" y="266590"/>
                    </a:cubicBezTo>
                    <a:lnTo>
                      <a:pt x="356173" y="266590"/>
                    </a:lnTo>
                    <a:cubicBezTo>
                      <a:pt x="358213" y="275590"/>
                      <a:pt x="364093" y="280870"/>
                      <a:pt x="375133" y="280870"/>
                    </a:cubicBezTo>
                    <a:cubicBezTo>
                      <a:pt x="384974" y="280870"/>
                      <a:pt x="392654" y="276730"/>
                      <a:pt x="392654" y="269710"/>
                    </a:cubicBezTo>
                    <a:cubicBezTo>
                      <a:pt x="392654" y="262690"/>
                      <a:pt x="385754" y="259390"/>
                      <a:pt x="377473" y="257770"/>
                    </a:cubicBezTo>
                    <a:lnTo>
                      <a:pt x="365533" y="255430"/>
                    </a:lnTo>
                    <a:cubicBezTo>
                      <a:pt x="353593" y="253089"/>
                      <a:pt x="342432" y="247749"/>
                      <a:pt x="342432" y="232929"/>
                    </a:cubicBezTo>
                    <a:cubicBezTo>
                      <a:pt x="342432" y="218948"/>
                      <a:pt x="357133" y="210428"/>
                      <a:pt x="374533" y="210428"/>
                    </a:cubicBezTo>
                    <a:close/>
                    <a:moveTo>
                      <a:pt x="1315245" y="191827"/>
                    </a:moveTo>
                    <a:lnTo>
                      <a:pt x="1330486" y="191827"/>
                    </a:lnTo>
                    <a:lnTo>
                      <a:pt x="1330486" y="212048"/>
                    </a:lnTo>
                    <a:lnTo>
                      <a:pt x="1346087" y="212048"/>
                    </a:lnTo>
                    <a:lnTo>
                      <a:pt x="1346087" y="223688"/>
                    </a:lnTo>
                    <a:lnTo>
                      <a:pt x="1330486" y="223688"/>
                    </a:lnTo>
                    <a:lnTo>
                      <a:pt x="1330486" y="268870"/>
                    </a:lnTo>
                    <a:cubicBezTo>
                      <a:pt x="1330486" y="276970"/>
                      <a:pt x="1331806" y="279010"/>
                      <a:pt x="1339486" y="279010"/>
                    </a:cubicBezTo>
                    <a:lnTo>
                      <a:pt x="1345967" y="279010"/>
                    </a:lnTo>
                    <a:lnTo>
                      <a:pt x="1345967" y="291250"/>
                    </a:lnTo>
                    <a:lnTo>
                      <a:pt x="1334806" y="291250"/>
                    </a:lnTo>
                    <a:cubicBezTo>
                      <a:pt x="1318786" y="291250"/>
                      <a:pt x="1315245" y="287290"/>
                      <a:pt x="1315245" y="270970"/>
                    </a:cubicBezTo>
                    <a:lnTo>
                      <a:pt x="1315245" y="223748"/>
                    </a:lnTo>
                    <a:lnTo>
                      <a:pt x="1303185" y="223748"/>
                    </a:lnTo>
                    <a:lnTo>
                      <a:pt x="1303185" y="212108"/>
                    </a:lnTo>
                    <a:lnTo>
                      <a:pt x="1315245" y="212108"/>
                    </a:lnTo>
                    <a:close/>
                    <a:moveTo>
                      <a:pt x="1330486" y="191767"/>
                    </a:moveTo>
                    <a:lnTo>
                      <a:pt x="1330546" y="191827"/>
                    </a:lnTo>
                    <a:lnTo>
                      <a:pt x="1330486" y="191827"/>
                    </a:lnTo>
                    <a:close/>
                    <a:moveTo>
                      <a:pt x="1109379" y="184567"/>
                    </a:moveTo>
                    <a:lnTo>
                      <a:pt x="1124679" y="184567"/>
                    </a:lnTo>
                    <a:lnTo>
                      <a:pt x="1124679" y="291251"/>
                    </a:lnTo>
                    <a:lnTo>
                      <a:pt x="1109379" y="291251"/>
                    </a:lnTo>
                    <a:lnTo>
                      <a:pt x="1109379" y="280090"/>
                    </a:lnTo>
                    <a:cubicBezTo>
                      <a:pt x="1104519" y="288191"/>
                      <a:pt x="1096299" y="293171"/>
                      <a:pt x="1084658" y="293171"/>
                    </a:cubicBezTo>
                    <a:cubicBezTo>
                      <a:pt x="1066238" y="293171"/>
                      <a:pt x="1050517" y="277750"/>
                      <a:pt x="1050517" y="251829"/>
                    </a:cubicBezTo>
                    <a:cubicBezTo>
                      <a:pt x="1050517" y="225908"/>
                      <a:pt x="1066238" y="210608"/>
                      <a:pt x="1084658" y="210608"/>
                    </a:cubicBezTo>
                    <a:cubicBezTo>
                      <a:pt x="1096299" y="210608"/>
                      <a:pt x="1104519" y="215588"/>
                      <a:pt x="1109379" y="223688"/>
                    </a:cubicBezTo>
                    <a:close/>
                    <a:moveTo>
                      <a:pt x="423735" y="184567"/>
                    </a:moveTo>
                    <a:lnTo>
                      <a:pt x="439036" y="184567"/>
                    </a:lnTo>
                    <a:lnTo>
                      <a:pt x="439036" y="201488"/>
                    </a:lnTo>
                    <a:lnTo>
                      <a:pt x="423735" y="201488"/>
                    </a:lnTo>
                    <a:close/>
                    <a:moveTo>
                      <a:pt x="310031" y="184567"/>
                    </a:moveTo>
                    <a:lnTo>
                      <a:pt x="325332" y="184567"/>
                    </a:lnTo>
                    <a:lnTo>
                      <a:pt x="325332" y="201488"/>
                    </a:lnTo>
                    <a:lnTo>
                      <a:pt x="310031" y="201488"/>
                    </a:lnTo>
                    <a:close/>
                    <a:moveTo>
                      <a:pt x="274450" y="184567"/>
                    </a:moveTo>
                    <a:lnTo>
                      <a:pt x="289750" y="184567"/>
                    </a:lnTo>
                    <a:lnTo>
                      <a:pt x="289750" y="291251"/>
                    </a:lnTo>
                    <a:lnTo>
                      <a:pt x="274450" y="291251"/>
                    </a:lnTo>
                    <a:lnTo>
                      <a:pt x="274450" y="280090"/>
                    </a:lnTo>
                    <a:cubicBezTo>
                      <a:pt x="269590" y="288191"/>
                      <a:pt x="261370" y="293171"/>
                      <a:pt x="249729" y="293171"/>
                    </a:cubicBezTo>
                    <a:cubicBezTo>
                      <a:pt x="231309" y="293171"/>
                      <a:pt x="215588" y="277750"/>
                      <a:pt x="215588" y="251829"/>
                    </a:cubicBezTo>
                    <a:cubicBezTo>
                      <a:pt x="215588" y="225908"/>
                      <a:pt x="231309" y="210608"/>
                      <a:pt x="249729" y="210608"/>
                    </a:cubicBezTo>
                    <a:cubicBezTo>
                      <a:pt x="261370" y="210608"/>
                      <a:pt x="269590" y="215588"/>
                      <a:pt x="274450" y="223688"/>
                    </a:cubicBezTo>
                    <a:close/>
                    <a:moveTo>
                      <a:pt x="1229923" y="184507"/>
                    </a:moveTo>
                    <a:lnTo>
                      <a:pt x="1245224" y="184507"/>
                    </a:lnTo>
                    <a:lnTo>
                      <a:pt x="1245224" y="245889"/>
                    </a:lnTo>
                    <a:lnTo>
                      <a:pt x="1245284" y="245889"/>
                    </a:lnTo>
                    <a:lnTo>
                      <a:pt x="1276785" y="212048"/>
                    </a:lnTo>
                    <a:lnTo>
                      <a:pt x="1295445" y="212048"/>
                    </a:lnTo>
                    <a:lnTo>
                      <a:pt x="1264664" y="244689"/>
                    </a:lnTo>
                    <a:lnTo>
                      <a:pt x="1297605" y="291191"/>
                    </a:lnTo>
                    <a:lnTo>
                      <a:pt x="1279365" y="291191"/>
                    </a:lnTo>
                    <a:lnTo>
                      <a:pt x="1254224" y="255730"/>
                    </a:lnTo>
                    <a:lnTo>
                      <a:pt x="1245224" y="265270"/>
                    </a:lnTo>
                    <a:lnTo>
                      <a:pt x="1245224" y="291191"/>
                    </a:lnTo>
                    <a:lnTo>
                      <a:pt x="1229923" y="291191"/>
                    </a:lnTo>
                    <a:close/>
                    <a:moveTo>
                      <a:pt x="622942" y="184507"/>
                    </a:moveTo>
                    <a:lnTo>
                      <a:pt x="638242" y="184507"/>
                    </a:lnTo>
                    <a:lnTo>
                      <a:pt x="638242" y="245889"/>
                    </a:lnTo>
                    <a:lnTo>
                      <a:pt x="638303" y="245889"/>
                    </a:lnTo>
                    <a:lnTo>
                      <a:pt x="669804" y="212048"/>
                    </a:lnTo>
                    <a:lnTo>
                      <a:pt x="688464" y="212048"/>
                    </a:lnTo>
                    <a:lnTo>
                      <a:pt x="657683" y="244689"/>
                    </a:lnTo>
                    <a:lnTo>
                      <a:pt x="690624" y="291191"/>
                    </a:lnTo>
                    <a:lnTo>
                      <a:pt x="672384" y="291191"/>
                    </a:lnTo>
                    <a:lnTo>
                      <a:pt x="647243" y="255730"/>
                    </a:lnTo>
                    <a:lnTo>
                      <a:pt x="638242" y="265270"/>
                    </a:lnTo>
                    <a:lnTo>
                      <a:pt x="638242" y="291191"/>
                    </a:lnTo>
                    <a:lnTo>
                      <a:pt x="622942" y="291191"/>
                    </a:lnTo>
                    <a:close/>
                    <a:moveTo>
                      <a:pt x="600141" y="69003"/>
                    </a:moveTo>
                    <a:cubicBezTo>
                      <a:pt x="575540" y="71343"/>
                      <a:pt x="562640" y="74763"/>
                      <a:pt x="562640" y="85023"/>
                    </a:cubicBezTo>
                    <a:lnTo>
                      <a:pt x="562640" y="85083"/>
                    </a:lnTo>
                    <a:cubicBezTo>
                      <a:pt x="562640" y="92283"/>
                      <a:pt x="568400" y="96843"/>
                      <a:pt x="577640" y="96843"/>
                    </a:cubicBezTo>
                    <a:cubicBezTo>
                      <a:pt x="590301" y="96843"/>
                      <a:pt x="600141" y="90543"/>
                      <a:pt x="600141" y="74763"/>
                    </a:cubicBezTo>
                    <a:close/>
                    <a:moveTo>
                      <a:pt x="934352" y="39001"/>
                    </a:moveTo>
                    <a:cubicBezTo>
                      <a:pt x="922712" y="39001"/>
                      <a:pt x="912152" y="47402"/>
                      <a:pt x="912152" y="67383"/>
                    </a:cubicBezTo>
                    <a:cubicBezTo>
                      <a:pt x="912152" y="87363"/>
                      <a:pt x="922892" y="95643"/>
                      <a:pt x="934352" y="95643"/>
                    </a:cubicBezTo>
                    <a:cubicBezTo>
                      <a:pt x="945813" y="95643"/>
                      <a:pt x="956733" y="86643"/>
                      <a:pt x="956733" y="67383"/>
                    </a:cubicBezTo>
                    <a:cubicBezTo>
                      <a:pt x="956733" y="47642"/>
                      <a:pt x="945993" y="39001"/>
                      <a:pt x="934352" y="39001"/>
                    </a:cubicBezTo>
                    <a:close/>
                    <a:moveTo>
                      <a:pt x="443295" y="39001"/>
                    </a:moveTo>
                    <a:cubicBezTo>
                      <a:pt x="431655" y="39001"/>
                      <a:pt x="421095" y="47402"/>
                      <a:pt x="421095" y="67383"/>
                    </a:cubicBezTo>
                    <a:cubicBezTo>
                      <a:pt x="421095" y="87363"/>
                      <a:pt x="431835" y="95643"/>
                      <a:pt x="443295" y="95643"/>
                    </a:cubicBezTo>
                    <a:cubicBezTo>
                      <a:pt x="454756" y="95643"/>
                      <a:pt x="465676" y="86643"/>
                      <a:pt x="465676" y="67383"/>
                    </a:cubicBezTo>
                    <a:cubicBezTo>
                      <a:pt x="465676" y="47642"/>
                      <a:pt x="454936" y="39001"/>
                      <a:pt x="443295" y="39001"/>
                    </a:cubicBezTo>
                    <a:close/>
                    <a:moveTo>
                      <a:pt x="713785" y="38582"/>
                    </a:moveTo>
                    <a:cubicBezTo>
                      <a:pt x="701845" y="38582"/>
                      <a:pt x="693025" y="44762"/>
                      <a:pt x="690985" y="59762"/>
                    </a:cubicBezTo>
                    <a:lnTo>
                      <a:pt x="735146" y="59762"/>
                    </a:lnTo>
                    <a:cubicBezTo>
                      <a:pt x="734726" y="48002"/>
                      <a:pt x="726446" y="38582"/>
                      <a:pt x="713785" y="38582"/>
                    </a:cubicBezTo>
                    <a:close/>
                    <a:moveTo>
                      <a:pt x="228308" y="38582"/>
                    </a:moveTo>
                    <a:cubicBezTo>
                      <a:pt x="216368" y="38582"/>
                      <a:pt x="207548" y="44762"/>
                      <a:pt x="205508" y="59762"/>
                    </a:cubicBezTo>
                    <a:lnTo>
                      <a:pt x="249669" y="59762"/>
                    </a:lnTo>
                    <a:cubicBezTo>
                      <a:pt x="249249" y="48002"/>
                      <a:pt x="240969" y="38582"/>
                      <a:pt x="228308" y="38582"/>
                    </a:cubicBezTo>
                    <a:close/>
                    <a:moveTo>
                      <a:pt x="106144" y="27541"/>
                    </a:moveTo>
                    <a:lnTo>
                      <a:pt x="121445" y="27541"/>
                    </a:lnTo>
                    <a:lnTo>
                      <a:pt x="121445" y="106684"/>
                    </a:lnTo>
                    <a:lnTo>
                      <a:pt x="106144" y="106684"/>
                    </a:lnTo>
                    <a:close/>
                    <a:moveTo>
                      <a:pt x="1025675" y="27301"/>
                    </a:moveTo>
                    <a:cubicBezTo>
                      <a:pt x="1026995" y="27301"/>
                      <a:pt x="1028615" y="27301"/>
                      <a:pt x="1029936" y="27421"/>
                    </a:cubicBezTo>
                    <a:lnTo>
                      <a:pt x="1029936" y="43322"/>
                    </a:lnTo>
                    <a:cubicBezTo>
                      <a:pt x="1027115" y="43022"/>
                      <a:pt x="1024475" y="42902"/>
                      <a:pt x="1022015" y="42902"/>
                    </a:cubicBezTo>
                    <a:lnTo>
                      <a:pt x="1022015" y="42842"/>
                    </a:lnTo>
                    <a:cubicBezTo>
                      <a:pt x="1010255" y="42842"/>
                      <a:pt x="1004075" y="48602"/>
                      <a:pt x="1004075" y="65222"/>
                    </a:cubicBezTo>
                    <a:lnTo>
                      <a:pt x="1004075" y="106744"/>
                    </a:lnTo>
                    <a:lnTo>
                      <a:pt x="988774" y="106744"/>
                    </a:lnTo>
                    <a:lnTo>
                      <a:pt x="988774" y="27601"/>
                    </a:lnTo>
                    <a:lnTo>
                      <a:pt x="1003775" y="27601"/>
                    </a:lnTo>
                    <a:lnTo>
                      <a:pt x="1003775" y="41582"/>
                    </a:lnTo>
                    <a:cubicBezTo>
                      <a:pt x="1007915" y="32581"/>
                      <a:pt x="1015835" y="27481"/>
                      <a:pt x="1025675" y="27301"/>
                    </a:cubicBezTo>
                    <a:close/>
                    <a:moveTo>
                      <a:pt x="534558" y="27301"/>
                    </a:moveTo>
                    <a:cubicBezTo>
                      <a:pt x="535878" y="27301"/>
                      <a:pt x="537498" y="27301"/>
                      <a:pt x="538818" y="27421"/>
                    </a:cubicBezTo>
                    <a:lnTo>
                      <a:pt x="538818" y="43322"/>
                    </a:lnTo>
                    <a:cubicBezTo>
                      <a:pt x="535998" y="43022"/>
                      <a:pt x="533358" y="42902"/>
                      <a:pt x="530898" y="42902"/>
                    </a:cubicBezTo>
                    <a:lnTo>
                      <a:pt x="530898" y="42842"/>
                    </a:lnTo>
                    <a:cubicBezTo>
                      <a:pt x="519138" y="42842"/>
                      <a:pt x="512958" y="48602"/>
                      <a:pt x="512958" y="65222"/>
                    </a:cubicBezTo>
                    <a:lnTo>
                      <a:pt x="512958" y="106744"/>
                    </a:lnTo>
                    <a:lnTo>
                      <a:pt x="497657" y="106744"/>
                    </a:lnTo>
                    <a:lnTo>
                      <a:pt x="497657" y="27601"/>
                    </a:lnTo>
                    <a:lnTo>
                      <a:pt x="512658" y="27601"/>
                    </a:lnTo>
                    <a:lnTo>
                      <a:pt x="512658" y="41582"/>
                    </a:lnTo>
                    <a:cubicBezTo>
                      <a:pt x="516798" y="32581"/>
                      <a:pt x="524718" y="27481"/>
                      <a:pt x="534558" y="27301"/>
                    </a:cubicBezTo>
                    <a:close/>
                    <a:moveTo>
                      <a:pt x="178446" y="27301"/>
                    </a:moveTo>
                    <a:cubicBezTo>
                      <a:pt x="179766" y="27301"/>
                      <a:pt x="181386" y="27301"/>
                      <a:pt x="182706" y="27421"/>
                    </a:cubicBezTo>
                    <a:lnTo>
                      <a:pt x="182706" y="43322"/>
                    </a:lnTo>
                    <a:cubicBezTo>
                      <a:pt x="179886" y="43022"/>
                      <a:pt x="177246" y="42902"/>
                      <a:pt x="174786" y="42902"/>
                    </a:cubicBezTo>
                    <a:lnTo>
                      <a:pt x="174786" y="42842"/>
                    </a:lnTo>
                    <a:cubicBezTo>
                      <a:pt x="163026" y="42842"/>
                      <a:pt x="156846" y="48602"/>
                      <a:pt x="156846" y="65222"/>
                    </a:cubicBezTo>
                    <a:lnTo>
                      <a:pt x="156846" y="106744"/>
                    </a:lnTo>
                    <a:lnTo>
                      <a:pt x="141545" y="106744"/>
                    </a:lnTo>
                    <a:lnTo>
                      <a:pt x="141545" y="27601"/>
                    </a:lnTo>
                    <a:lnTo>
                      <a:pt x="156546" y="27601"/>
                    </a:lnTo>
                    <a:lnTo>
                      <a:pt x="156546" y="41582"/>
                    </a:lnTo>
                    <a:cubicBezTo>
                      <a:pt x="160686" y="32581"/>
                      <a:pt x="168606" y="27481"/>
                      <a:pt x="178446" y="27301"/>
                    </a:cubicBezTo>
                    <a:close/>
                    <a:moveTo>
                      <a:pt x="934352" y="26041"/>
                    </a:moveTo>
                    <a:cubicBezTo>
                      <a:pt x="953013" y="26041"/>
                      <a:pt x="972934" y="38701"/>
                      <a:pt x="972934" y="67383"/>
                    </a:cubicBezTo>
                    <a:cubicBezTo>
                      <a:pt x="972934" y="96064"/>
                      <a:pt x="953193" y="108604"/>
                      <a:pt x="934352" y="108604"/>
                    </a:cubicBezTo>
                    <a:cubicBezTo>
                      <a:pt x="915692" y="108604"/>
                      <a:pt x="895951" y="95943"/>
                      <a:pt x="895951" y="67383"/>
                    </a:cubicBezTo>
                    <a:cubicBezTo>
                      <a:pt x="895951" y="38821"/>
                      <a:pt x="915692" y="26041"/>
                      <a:pt x="934352" y="26041"/>
                    </a:cubicBezTo>
                    <a:close/>
                    <a:moveTo>
                      <a:pt x="714025" y="26041"/>
                    </a:moveTo>
                    <a:cubicBezTo>
                      <a:pt x="738446" y="26041"/>
                      <a:pt x="752727" y="46082"/>
                      <a:pt x="751107" y="71823"/>
                    </a:cubicBezTo>
                    <a:lnTo>
                      <a:pt x="690805" y="71823"/>
                    </a:lnTo>
                    <a:cubicBezTo>
                      <a:pt x="692305" y="86403"/>
                      <a:pt x="701545" y="95523"/>
                      <a:pt x="713905" y="95523"/>
                    </a:cubicBezTo>
                    <a:cubicBezTo>
                      <a:pt x="724946" y="95523"/>
                      <a:pt x="731426" y="90963"/>
                      <a:pt x="734666" y="83463"/>
                    </a:cubicBezTo>
                    <a:lnTo>
                      <a:pt x="750027" y="83463"/>
                    </a:lnTo>
                    <a:cubicBezTo>
                      <a:pt x="746366" y="96543"/>
                      <a:pt x="734606" y="108604"/>
                      <a:pt x="714445" y="108604"/>
                    </a:cubicBezTo>
                    <a:cubicBezTo>
                      <a:pt x="688824" y="108604"/>
                      <a:pt x="675024" y="89943"/>
                      <a:pt x="675024" y="66962"/>
                    </a:cubicBezTo>
                    <a:cubicBezTo>
                      <a:pt x="675024" y="42362"/>
                      <a:pt x="691525" y="26041"/>
                      <a:pt x="714025" y="26041"/>
                    </a:cubicBezTo>
                    <a:close/>
                    <a:moveTo>
                      <a:pt x="443295" y="26041"/>
                    </a:moveTo>
                    <a:cubicBezTo>
                      <a:pt x="461956" y="26041"/>
                      <a:pt x="481877" y="38701"/>
                      <a:pt x="481877" y="67383"/>
                    </a:cubicBezTo>
                    <a:cubicBezTo>
                      <a:pt x="481877" y="96064"/>
                      <a:pt x="462136" y="108604"/>
                      <a:pt x="443295" y="108604"/>
                    </a:cubicBezTo>
                    <a:cubicBezTo>
                      <a:pt x="424635" y="108604"/>
                      <a:pt x="404894" y="95943"/>
                      <a:pt x="404894" y="67383"/>
                    </a:cubicBezTo>
                    <a:cubicBezTo>
                      <a:pt x="404894" y="38821"/>
                      <a:pt x="424635" y="26041"/>
                      <a:pt x="443295" y="26041"/>
                    </a:cubicBezTo>
                    <a:close/>
                    <a:moveTo>
                      <a:pt x="228548" y="26041"/>
                    </a:moveTo>
                    <a:cubicBezTo>
                      <a:pt x="252969" y="26041"/>
                      <a:pt x="267250" y="46082"/>
                      <a:pt x="265630" y="71823"/>
                    </a:cubicBezTo>
                    <a:lnTo>
                      <a:pt x="205328" y="71823"/>
                    </a:lnTo>
                    <a:cubicBezTo>
                      <a:pt x="206828" y="86403"/>
                      <a:pt x="216068" y="95523"/>
                      <a:pt x="228428" y="95523"/>
                    </a:cubicBezTo>
                    <a:cubicBezTo>
                      <a:pt x="239469" y="95523"/>
                      <a:pt x="245949" y="90963"/>
                      <a:pt x="249189" y="83463"/>
                    </a:cubicBezTo>
                    <a:lnTo>
                      <a:pt x="264550" y="83463"/>
                    </a:lnTo>
                    <a:cubicBezTo>
                      <a:pt x="260889" y="96543"/>
                      <a:pt x="249129" y="108604"/>
                      <a:pt x="228968" y="108604"/>
                    </a:cubicBezTo>
                    <a:cubicBezTo>
                      <a:pt x="203347" y="108604"/>
                      <a:pt x="189547" y="89943"/>
                      <a:pt x="189547" y="66962"/>
                    </a:cubicBezTo>
                    <a:cubicBezTo>
                      <a:pt x="189547" y="42362"/>
                      <a:pt x="206048" y="26041"/>
                      <a:pt x="228548" y="26041"/>
                    </a:cubicBezTo>
                    <a:close/>
                    <a:moveTo>
                      <a:pt x="582980" y="25681"/>
                    </a:moveTo>
                    <a:cubicBezTo>
                      <a:pt x="603441" y="25681"/>
                      <a:pt x="615201" y="35521"/>
                      <a:pt x="614901" y="59222"/>
                    </a:cubicBezTo>
                    <a:cubicBezTo>
                      <a:pt x="614901" y="61142"/>
                      <a:pt x="614601" y="74823"/>
                      <a:pt x="614601" y="78183"/>
                    </a:cubicBezTo>
                    <a:cubicBezTo>
                      <a:pt x="614601" y="89943"/>
                      <a:pt x="615321" y="99664"/>
                      <a:pt x="616822" y="106744"/>
                    </a:cubicBezTo>
                    <a:lnTo>
                      <a:pt x="602121" y="106744"/>
                    </a:lnTo>
                    <a:cubicBezTo>
                      <a:pt x="601521" y="103624"/>
                      <a:pt x="601101" y="101284"/>
                      <a:pt x="600801" y="96303"/>
                    </a:cubicBezTo>
                    <a:cubicBezTo>
                      <a:pt x="596121" y="104224"/>
                      <a:pt x="587120" y="108664"/>
                      <a:pt x="574340" y="108664"/>
                    </a:cubicBezTo>
                    <a:cubicBezTo>
                      <a:pt x="558319" y="108664"/>
                      <a:pt x="546079" y="99844"/>
                      <a:pt x="546079" y="85443"/>
                    </a:cubicBezTo>
                    <a:cubicBezTo>
                      <a:pt x="546079" y="66182"/>
                      <a:pt x="568760" y="61022"/>
                      <a:pt x="599481" y="57782"/>
                    </a:cubicBezTo>
                    <a:lnTo>
                      <a:pt x="599421" y="57722"/>
                    </a:lnTo>
                    <a:lnTo>
                      <a:pt x="599421" y="56102"/>
                    </a:lnTo>
                    <a:cubicBezTo>
                      <a:pt x="599421" y="42122"/>
                      <a:pt x="592041" y="37441"/>
                      <a:pt x="582380" y="37441"/>
                    </a:cubicBezTo>
                    <a:cubicBezTo>
                      <a:pt x="571760" y="37441"/>
                      <a:pt x="565760" y="42902"/>
                      <a:pt x="565160" y="52622"/>
                    </a:cubicBezTo>
                    <a:lnTo>
                      <a:pt x="549739" y="52622"/>
                    </a:lnTo>
                    <a:cubicBezTo>
                      <a:pt x="551059" y="35821"/>
                      <a:pt x="564920" y="25681"/>
                      <a:pt x="582980" y="25681"/>
                    </a:cubicBezTo>
                    <a:close/>
                    <a:moveTo>
                      <a:pt x="16801" y="13860"/>
                    </a:moveTo>
                    <a:lnTo>
                      <a:pt x="16801" y="92883"/>
                    </a:lnTo>
                    <a:lnTo>
                      <a:pt x="28441" y="92883"/>
                    </a:lnTo>
                    <a:cubicBezTo>
                      <a:pt x="49802" y="92883"/>
                      <a:pt x="70682" y="88443"/>
                      <a:pt x="70682" y="53282"/>
                    </a:cubicBezTo>
                    <a:cubicBezTo>
                      <a:pt x="70682" y="18121"/>
                      <a:pt x="49802" y="13860"/>
                      <a:pt x="28441" y="13860"/>
                    </a:cubicBezTo>
                    <a:close/>
                    <a:moveTo>
                      <a:pt x="769046" y="7321"/>
                    </a:moveTo>
                    <a:lnTo>
                      <a:pt x="784287" y="7321"/>
                    </a:lnTo>
                    <a:lnTo>
                      <a:pt x="784287" y="27542"/>
                    </a:lnTo>
                    <a:lnTo>
                      <a:pt x="799888" y="27542"/>
                    </a:lnTo>
                    <a:lnTo>
                      <a:pt x="799888" y="39182"/>
                    </a:lnTo>
                    <a:lnTo>
                      <a:pt x="784287" y="39182"/>
                    </a:lnTo>
                    <a:lnTo>
                      <a:pt x="784287" y="84364"/>
                    </a:lnTo>
                    <a:cubicBezTo>
                      <a:pt x="784287" y="92464"/>
                      <a:pt x="785607" y="94504"/>
                      <a:pt x="793287" y="94504"/>
                    </a:cubicBezTo>
                    <a:lnTo>
                      <a:pt x="799768" y="94504"/>
                    </a:lnTo>
                    <a:lnTo>
                      <a:pt x="799768" y="106744"/>
                    </a:lnTo>
                    <a:lnTo>
                      <a:pt x="788607" y="106744"/>
                    </a:lnTo>
                    <a:cubicBezTo>
                      <a:pt x="772587" y="106744"/>
                      <a:pt x="769046" y="102784"/>
                      <a:pt x="769046" y="86464"/>
                    </a:cubicBezTo>
                    <a:lnTo>
                      <a:pt x="769046" y="39242"/>
                    </a:lnTo>
                    <a:lnTo>
                      <a:pt x="756986" y="39242"/>
                    </a:lnTo>
                    <a:lnTo>
                      <a:pt x="756986" y="27602"/>
                    </a:lnTo>
                    <a:lnTo>
                      <a:pt x="769046" y="27602"/>
                    </a:lnTo>
                    <a:close/>
                    <a:moveTo>
                      <a:pt x="636502" y="7321"/>
                    </a:moveTo>
                    <a:lnTo>
                      <a:pt x="651743" y="7321"/>
                    </a:lnTo>
                    <a:lnTo>
                      <a:pt x="651743" y="27542"/>
                    </a:lnTo>
                    <a:lnTo>
                      <a:pt x="667343" y="27542"/>
                    </a:lnTo>
                    <a:lnTo>
                      <a:pt x="667343" y="39182"/>
                    </a:lnTo>
                    <a:lnTo>
                      <a:pt x="651743" y="39182"/>
                    </a:lnTo>
                    <a:lnTo>
                      <a:pt x="651743" y="84364"/>
                    </a:lnTo>
                    <a:cubicBezTo>
                      <a:pt x="651743" y="92464"/>
                      <a:pt x="653063" y="94504"/>
                      <a:pt x="660743" y="94504"/>
                    </a:cubicBezTo>
                    <a:lnTo>
                      <a:pt x="667223" y="94504"/>
                    </a:lnTo>
                    <a:lnTo>
                      <a:pt x="667223" y="106744"/>
                    </a:lnTo>
                    <a:lnTo>
                      <a:pt x="656063" y="106744"/>
                    </a:lnTo>
                    <a:cubicBezTo>
                      <a:pt x="640042" y="106744"/>
                      <a:pt x="636502" y="102784"/>
                      <a:pt x="636502" y="86464"/>
                    </a:cubicBezTo>
                    <a:lnTo>
                      <a:pt x="636502" y="39242"/>
                    </a:lnTo>
                    <a:lnTo>
                      <a:pt x="624442" y="39242"/>
                    </a:lnTo>
                    <a:lnTo>
                      <a:pt x="624442" y="27602"/>
                    </a:lnTo>
                    <a:lnTo>
                      <a:pt x="636502" y="27602"/>
                    </a:lnTo>
                    <a:close/>
                    <a:moveTo>
                      <a:pt x="366252" y="7321"/>
                    </a:moveTo>
                    <a:lnTo>
                      <a:pt x="381493" y="7321"/>
                    </a:lnTo>
                    <a:lnTo>
                      <a:pt x="381493" y="27542"/>
                    </a:lnTo>
                    <a:lnTo>
                      <a:pt x="397094" y="27542"/>
                    </a:lnTo>
                    <a:lnTo>
                      <a:pt x="397094" y="39182"/>
                    </a:lnTo>
                    <a:lnTo>
                      <a:pt x="381493" y="39182"/>
                    </a:lnTo>
                    <a:lnTo>
                      <a:pt x="381493" y="84364"/>
                    </a:lnTo>
                    <a:cubicBezTo>
                      <a:pt x="381493" y="92464"/>
                      <a:pt x="382813" y="94504"/>
                      <a:pt x="390493" y="94504"/>
                    </a:cubicBezTo>
                    <a:lnTo>
                      <a:pt x="396974" y="94504"/>
                    </a:lnTo>
                    <a:lnTo>
                      <a:pt x="396974" y="106744"/>
                    </a:lnTo>
                    <a:lnTo>
                      <a:pt x="385813" y="106744"/>
                    </a:lnTo>
                    <a:cubicBezTo>
                      <a:pt x="369793" y="106744"/>
                      <a:pt x="366252" y="102784"/>
                      <a:pt x="366252" y="86464"/>
                    </a:cubicBezTo>
                    <a:lnTo>
                      <a:pt x="366252" y="39242"/>
                    </a:lnTo>
                    <a:lnTo>
                      <a:pt x="354192" y="39242"/>
                    </a:lnTo>
                    <a:lnTo>
                      <a:pt x="354192" y="27602"/>
                    </a:lnTo>
                    <a:lnTo>
                      <a:pt x="366252" y="27602"/>
                    </a:lnTo>
                    <a:close/>
                    <a:moveTo>
                      <a:pt x="784287" y="7261"/>
                    </a:moveTo>
                    <a:lnTo>
                      <a:pt x="784347" y="7321"/>
                    </a:lnTo>
                    <a:lnTo>
                      <a:pt x="784287" y="7321"/>
                    </a:lnTo>
                    <a:close/>
                    <a:moveTo>
                      <a:pt x="651743" y="7261"/>
                    </a:moveTo>
                    <a:lnTo>
                      <a:pt x="651803" y="7321"/>
                    </a:lnTo>
                    <a:lnTo>
                      <a:pt x="651743" y="7321"/>
                    </a:lnTo>
                    <a:close/>
                    <a:moveTo>
                      <a:pt x="381493" y="7261"/>
                    </a:moveTo>
                    <a:lnTo>
                      <a:pt x="381553" y="7321"/>
                    </a:lnTo>
                    <a:lnTo>
                      <a:pt x="381493" y="7321"/>
                    </a:lnTo>
                    <a:close/>
                    <a:moveTo>
                      <a:pt x="883051" y="0"/>
                    </a:moveTo>
                    <a:lnTo>
                      <a:pt x="889951" y="0"/>
                    </a:lnTo>
                    <a:lnTo>
                      <a:pt x="889951" y="12240"/>
                    </a:lnTo>
                    <a:lnTo>
                      <a:pt x="884071" y="12240"/>
                    </a:lnTo>
                    <a:cubicBezTo>
                      <a:pt x="876271" y="12240"/>
                      <a:pt x="874651" y="13860"/>
                      <a:pt x="874651" y="22081"/>
                    </a:cubicBezTo>
                    <a:lnTo>
                      <a:pt x="874651" y="27541"/>
                    </a:lnTo>
                    <a:lnTo>
                      <a:pt x="889951" y="27541"/>
                    </a:lnTo>
                    <a:lnTo>
                      <a:pt x="889951" y="39181"/>
                    </a:lnTo>
                    <a:lnTo>
                      <a:pt x="874651" y="39181"/>
                    </a:lnTo>
                    <a:lnTo>
                      <a:pt x="874651" y="106744"/>
                    </a:lnTo>
                    <a:lnTo>
                      <a:pt x="859350" y="106744"/>
                    </a:lnTo>
                    <a:lnTo>
                      <a:pt x="859350" y="39181"/>
                    </a:lnTo>
                    <a:lnTo>
                      <a:pt x="848310" y="39181"/>
                    </a:lnTo>
                    <a:lnTo>
                      <a:pt x="848310" y="27541"/>
                    </a:lnTo>
                    <a:lnTo>
                      <a:pt x="859350" y="27541"/>
                    </a:lnTo>
                    <a:lnTo>
                      <a:pt x="859350" y="22261"/>
                    </a:lnTo>
                    <a:cubicBezTo>
                      <a:pt x="859350" y="4740"/>
                      <a:pt x="864511" y="60"/>
                      <a:pt x="883051" y="60"/>
                    </a:cubicBezTo>
                    <a:close/>
                    <a:moveTo>
                      <a:pt x="280990" y="0"/>
                    </a:moveTo>
                    <a:lnTo>
                      <a:pt x="296291" y="0"/>
                    </a:lnTo>
                    <a:lnTo>
                      <a:pt x="296291" y="61382"/>
                    </a:lnTo>
                    <a:lnTo>
                      <a:pt x="296351" y="61382"/>
                    </a:lnTo>
                    <a:lnTo>
                      <a:pt x="327852" y="27541"/>
                    </a:lnTo>
                    <a:lnTo>
                      <a:pt x="346512" y="27541"/>
                    </a:lnTo>
                    <a:lnTo>
                      <a:pt x="315731" y="60182"/>
                    </a:lnTo>
                    <a:lnTo>
                      <a:pt x="348672" y="106684"/>
                    </a:lnTo>
                    <a:lnTo>
                      <a:pt x="330432" y="106684"/>
                    </a:lnTo>
                    <a:lnTo>
                      <a:pt x="305291" y="71223"/>
                    </a:lnTo>
                    <a:lnTo>
                      <a:pt x="296291" y="80763"/>
                    </a:lnTo>
                    <a:lnTo>
                      <a:pt x="296291" y="106684"/>
                    </a:lnTo>
                    <a:lnTo>
                      <a:pt x="280990" y="106684"/>
                    </a:lnTo>
                    <a:close/>
                    <a:moveTo>
                      <a:pt x="106144" y="0"/>
                    </a:moveTo>
                    <a:lnTo>
                      <a:pt x="121445" y="0"/>
                    </a:lnTo>
                    <a:lnTo>
                      <a:pt x="121445" y="16921"/>
                    </a:lnTo>
                    <a:lnTo>
                      <a:pt x="106144" y="16921"/>
                    </a:lnTo>
                    <a:close/>
                    <a:moveTo>
                      <a:pt x="0" y="0"/>
                    </a:moveTo>
                    <a:lnTo>
                      <a:pt x="29161" y="0"/>
                    </a:lnTo>
                    <a:cubicBezTo>
                      <a:pt x="63002" y="0"/>
                      <a:pt x="88023" y="12240"/>
                      <a:pt x="88023" y="53282"/>
                    </a:cubicBezTo>
                    <a:cubicBezTo>
                      <a:pt x="88023" y="94503"/>
                      <a:pt x="63002" y="106684"/>
                      <a:pt x="29161" y="106684"/>
                    </a:cubicBezTo>
                    <a:lnTo>
                      <a:pt x="0" y="106684"/>
                    </a:lnTo>
                    <a:close/>
                  </a:path>
                </a:pathLst>
              </a:custGeom>
              <a:grp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sz="1429"/>
              </a:p>
            </p:txBody>
          </p:sp>
        </p:grpSp>
        <p:sp>
          <p:nvSpPr>
            <p:cNvPr id="51" name="Friform 50" hidden="1">
              <a:extLst>
                <a:ext uri="{FF2B5EF4-FFF2-40B4-BE49-F238E27FC236}">
                  <a16:creationId xmlns:a16="http://schemas.microsoft.com/office/drawing/2014/main" id="{33846F9C-0E5B-9A82-F3AE-9D3BBEF3D303}"/>
                </a:ext>
              </a:extLst>
            </p:cNvPr>
            <p:cNvSpPr/>
            <p:nvPr/>
          </p:nvSpPr>
          <p:spPr>
            <a:xfrm>
              <a:off x="2525882" y="1214982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1"/>
                    <a:pt x="4913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</p:spTree>
    <p:extLst>
      <p:ext uri="{BB962C8B-B14F-4D97-AF65-F5344CB8AC3E}">
        <p14:creationId xmlns:p14="http://schemas.microsoft.com/office/powerpoint/2010/main" val="52673136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041">
          <p15:clr>
            <a:srgbClr val="FBAE40"/>
          </p15:clr>
        </p15:guide>
        <p15:guide id="2" pos="609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- mørk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8"/>
            <a:ext cx="4857544" cy="1102965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2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6" y="1895666"/>
            <a:ext cx="3936324" cy="219862"/>
          </a:xfrm>
        </p:spPr>
        <p:txBody>
          <a:bodyPr wrap="square">
            <a:spAutoFit/>
          </a:bodyPr>
          <a:lstStyle>
            <a:lvl1pPr marL="0" indent="0"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</p:spTree>
    <p:extLst>
      <p:ext uri="{BB962C8B-B14F-4D97-AF65-F5344CB8AC3E}">
        <p14:creationId xmlns:p14="http://schemas.microsoft.com/office/powerpoint/2010/main" val="141831218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mønster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Friform 35">
            <a:extLst>
              <a:ext uri="{FF2B5EF4-FFF2-40B4-BE49-F238E27FC236}">
                <a16:creationId xmlns:a16="http://schemas.microsoft.com/office/drawing/2014/main" id="{F987843E-795C-6F1A-8ECC-C296A516850D}"/>
              </a:ext>
            </a:extLst>
          </p:cNvPr>
          <p:cNvSpPr>
            <a:spLocks noChangeAspect="1"/>
          </p:cNvSpPr>
          <p:nvPr userDrawn="1"/>
        </p:nvSpPr>
        <p:spPr>
          <a:xfrm flipH="1" flipV="1">
            <a:off x="478064" y="475804"/>
            <a:ext cx="8192346" cy="4444694"/>
          </a:xfrm>
          <a:custGeom>
            <a:avLst/>
            <a:gdLst>
              <a:gd name="connsiteX0" fmla="*/ 8533154 w 10321503"/>
              <a:gd name="connsiteY0" fmla="*/ 13666 h 5599766"/>
              <a:gd name="connsiteX1" fmla="*/ 8526090 w 10321503"/>
              <a:gd name="connsiteY1" fmla="*/ 13666 h 5599766"/>
              <a:gd name="connsiteX2" fmla="*/ 8525476 w 10321503"/>
              <a:gd name="connsiteY2" fmla="*/ 13307 h 5599766"/>
              <a:gd name="connsiteX3" fmla="*/ 8521945 w 10321503"/>
              <a:gd name="connsiteY3" fmla="*/ 7166 h 5599766"/>
              <a:gd name="connsiteX4" fmla="*/ 8521945 w 10321503"/>
              <a:gd name="connsiteY4" fmla="*/ 6501 h 5599766"/>
              <a:gd name="connsiteX5" fmla="*/ 8525476 w 10321503"/>
              <a:gd name="connsiteY5" fmla="*/ 359 h 5599766"/>
              <a:gd name="connsiteX6" fmla="*/ 8526090 w 10321503"/>
              <a:gd name="connsiteY6" fmla="*/ 0 h 5599766"/>
              <a:gd name="connsiteX7" fmla="*/ 8533154 w 10321503"/>
              <a:gd name="connsiteY7" fmla="*/ 0 h 5599766"/>
              <a:gd name="connsiteX8" fmla="*/ 8533768 w 10321503"/>
              <a:gd name="connsiteY8" fmla="*/ 359 h 5599766"/>
              <a:gd name="connsiteX9" fmla="*/ 8537299 w 10321503"/>
              <a:gd name="connsiteY9" fmla="*/ 6501 h 5599766"/>
              <a:gd name="connsiteX10" fmla="*/ 8537299 w 10321503"/>
              <a:gd name="connsiteY10" fmla="*/ 7166 h 5599766"/>
              <a:gd name="connsiteX11" fmla="*/ 8533768 w 10321503"/>
              <a:gd name="connsiteY11" fmla="*/ 13307 h 5599766"/>
              <a:gd name="connsiteX12" fmla="*/ 8533154 w 10321503"/>
              <a:gd name="connsiteY12" fmla="*/ 13666 h 5599766"/>
              <a:gd name="connsiteX13" fmla="*/ 605979 w 10321503"/>
              <a:gd name="connsiteY13" fmla="*/ 13673 h 5599766"/>
              <a:gd name="connsiteX14" fmla="*/ 598916 w 10321503"/>
              <a:gd name="connsiteY14" fmla="*/ 13673 h 5599766"/>
              <a:gd name="connsiteX15" fmla="*/ 598302 w 10321503"/>
              <a:gd name="connsiteY15" fmla="*/ 13316 h 5599766"/>
              <a:gd name="connsiteX16" fmla="*/ 594770 w 10321503"/>
              <a:gd name="connsiteY16" fmla="*/ 7173 h 5599766"/>
              <a:gd name="connsiteX17" fmla="*/ 594770 w 10321503"/>
              <a:gd name="connsiteY17" fmla="*/ 6507 h 5599766"/>
              <a:gd name="connsiteX18" fmla="*/ 598302 w 10321503"/>
              <a:gd name="connsiteY18" fmla="*/ 366 h 5599766"/>
              <a:gd name="connsiteX19" fmla="*/ 598916 w 10321503"/>
              <a:gd name="connsiteY19" fmla="*/ 8 h 5599766"/>
              <a:gd name="connsiteX20" fmla="*/ 605979 w 10321503"/>
              <a:gd name="connsiteY20" fmla="*/ 8 h 5599766"/>
              <a:gd name="connsiteX21" fmla="*/ 606593 w 10321503"/>
              <a:gd name="connsiteY21" fmla="*/ 366 h 5599766"/>
              <a:gd name="connsiteX22" fmla="*/ 610125 w 10321503"/>
              <a:gd name="connsiteY22" fmla="*/ 6507 h 5599766"/>
              <a:gd name="connsiteX23" fmla="*/ 610125 w 10321503"/>
              <a:gd name="connsiteY23" fmla="*/ 7173 h 5599766"/>
              <a:gd name="connsiteX24" fmla="*/ 606593 w 10321503"/>
              <a:gd name="connsiteY24" fmla="*/ 13316 h 5599766"/>
              <a:gd name="connsiteX25" fmla="*/ 605979 w 10321503"/>
              <a:gd name="connsiteY25" fmla="*/ 13673 h 5599766"/>
              <a:gd name="connsiteX26" fmla="*/ 407754 w 10321503"/>
              <a:gd name="connsiteY26" fmla="*/ 13677 h 5599766"/>
              <a:gd name="connsiteX27" fmla="*/ 400692 w 10321503"/>
              <a:gd name="connsiteY27" fmla="*/ 13677 h 5599766"/>
              <a:gd name="connsiteX28" fmla="*/ 400078 w 10321503"/>
              <a:gd name="connsiteY28" fmla="*/ 13318 h 5599766"/>
              <a:gd name="connsiteX29" fmla="*/ 396546 w 10321503"/>
              <a:gd name="connsiteY29" fmla="*/ 7175 h 5599766"/>
              <a:gd name="connsiteX30" fmla="*/ 396546 w 10321503"/>
              <a:gd name="connsiteY30" fmla="*/ 6511 h 5599766"/>
              <a:gd name="connsiteX31" fmla="*/ 400078 w 10321503"/>
              <a:gd name="connsiteY31" fmla="*/ 369 h 5599766"/>
              <a:gd name="connsiteX32" fmla="*/ 400692 w 10321503"/>
              <a:gd name="connsiteY32" fmla="*/ 10 h 5599766"/>
              <a:gd name="connsiteX33" fmla="*/ 407754 w 10321503"/>
              <a:gd name="connsiteY33" fmla="*/ 10 h 5599766"/>
              <a:gd name="connsiteX34" fmla="*/ 408369 w 10321503"/>
              <a:gd name="connsiteY34" fmla="*/ 369 h 5599766"/>
              <a:gd name="connsiteX35" fmla="*/ 411900 w 10321503"/>
              <a:gd name="connsiteY35" fmla="*/ 6511 h 5599766"/>
              <a:gd name="connsiteX36" fmla="*/ 411900 w 10321503"/>
              <a:gd name="connsiteY36" fmla="*/ 7175 h 5599766"/>
              <a:gd name="connsiteX37" fmla="*/ 408369 w 10321503"/>
              <a:gd name="connsiteY37" fmla="*/ 13318 h 5599766"/>
              <a:gd name="connsiteX38" fmla="*/ 407754 w 10321503"/>
              <a:gd name="connsiteY38" fmla="*/ 13677 h 5599766"/>
              <a:gd name="connsiteX39" fmla="*/ 1200704 w 10321503"/>
              <a:gd name="connsiteY39" fmla="*/ 13707 h 5599766"/>
              <a:gd name="connsiteX40" fmla="*/ 1193642 w 10321503"/>
              <a:gd name="connsiteY40" fmla="*/ 13707 h 5599766"/>
              <a:gd name="connsiteX41" fmla="*/ 1193028 w 10321503"/>
              <a:gd name="connsiteY41" fmla="*/ 13348 h 5599766"/>
              <a:gd name="connsiteX42" fmla="*/ 1189495 w 10321503"/>
              <a:gd name="connsiteY42" fmla="*/ 7206 h 5599766"/>
              <a:gd name="connsiteX43" fmla="*/ 1189495 w 10321503"/>
              <a:gd name="connsiteY43" fmla="*/ 6541 h 5599766"/>
              <a:gd name="connsiteX44" fmla="*/ 1193028 w 10321503"/>
              <a:gd name="connsiteY44" fmla="*/ 400 h 5599766"/>
              <a:gd name="connsiteX45" fmla="*/ 1193642 w 10321503"/>
              <a:gd name="connsiteY45" fmla="*/ 41 h 5599766"/>
              <a:gd name="connsiteX46" fmla="*/ 1200704 w 10321503"/>
              <a:gd name="connsiteY46" fmla="*/ 41 h 5599766"/>
              <a:gd name="connsiteX47" fmla="*/ 1201318 w 10321503"/>
              <a:gd name="connsiteY47" fmla="*/ 400 h 5599766"/>
              <a:gd name="connsiteX48" fmla="*/ 1204850 w 10321503"/>
              <a:gd name="connsiteY48" fmla="*/ 6541 h 5599766"/>
              <a:gd name="connsiteX49" fmla="*/ 1204850 w 10321503"/>
              <a:gd name="connsiteY49" fmla="*/ 7206 h 5599766"/>
              <a:gd name="connsiteX50" fmla="*/ 1201318 w 10321503"/>
              <a:gd name="connsiteY50" fmla="*/ 13348 h 5599766"/>
              <a:gd name="connsiteX51" fmla="*/ 1200704 w 10321503"/>
              <a:gd name="connsiteY51" fmla="*/ 13707 h 5599766"/>
              <a:gd name="connsiteX52" fmla="*/ 209480 w 10321503"/>
              <a:gd name="connsiteY52" fmla="*/ 13708 h 5599766"/>
              <a:gd name="connsiteX53" fmla="*/ 202416 w 10321503"/>
              <a:gd name="connsiteY53" fmla="*/ 13708 h 5599766"/>
              <a:gd name="connsiteX54" fmla="*/ 201803 w 10321503"/>
              <a:gd name="connsiteY54" fmla="*/ 13350 h 5599766"/>
              <a:gd name="connsiteX55" fmla="*/ 198270 w 10321503"/>
              <a:gd name="connsiteY55" fmla="*/ 7208 h 5599766"/>
              <a:gd name="connsiteX56" fmla="*/ 198270 w 10321503"/>
              <a:gd name="connsiteY56" fmla="*/ 6543 h 5599766"/>
              <a:gd name="connsiteX57" fmla="*/ 201803 w 10321503"/>
              <a:gd name="connsiteY57" fmla="*/ 401 h 5599766"/>
              <a:gd name="connsiteX58" fmla="*/ 202416 w 10321503"/>
              <a:gd name="connsiteY58" fmla="*/ 43 h 5599766"/>
              <a:gd name="connsiteX59" fmla="*/ 209480 w 10321503"/>
              <a:gd name="connsiteY59" fmla="*/ 43 h 5599766"/>
              <a:gd name="connsiteX60" fmla="*/ 210094 w 10321503"/>
              <a:gd name="connsiteY60" fmla="*/ 401 h 5599766"/>
              <a:gd name="connsiteX61" fmla="*/ 213625 w 10321503"/>
              <a:gd name="connsiteY61" fmla="*/ 6543 h 5599766"/>
              <a:gd name="connsiteX62" fmla="*/ 213625 w 10321503"/>
              <a:gd name="connsiteY62" fmla="*/ 7208 h 5599766"/>
              <a:gd name="connsiteX63" fmla="*/ 210094 w 10321503"/>
              <a:gd name="connsiteY63" fmla="*/ 13350 h 5599766"/>
              <a:gd name="connsiteX64" fmla="*/ 209480 w 10321503"/>
              <a:gd name="connsiteY64" fmla="*/ 13708 h 5599766"/>
              <a:gd name="connsiteX65" fmla="*/ 1398928 w 10321503"/>
              <a:gd name="connsiteY65" fmla="*/ 13717 h 5599766"/>
              <a:gd name="connsiteX66" fmla="*/ 1391866 w 10321503"/>
              <a:gd name="connsiteY66" fmla="*/ 13717 h 5599766"/>
              <a:gd name="connsiteX67" fmla="*/ 1391252 w 10321503"/>
              <a:gd name="connsiteY67" fmla="*/ 13359 h 5599766"/>
              <a:gd name="connsiteX68" fmla="*/ 1387720 w 10321503"/>
              <a:gd name="connsiteY68" fmla="*/ 7217 h 5599766"/>
              <a:gd name="connsiteX69" fmla="*/ 1387720 w 10321503"/>
              <a:gd name="connsiteY69" fmla="*/ 6551 h 5599766"/>
              <a:gd name="connsiteX70" fmla="*/ 1391252 w 10321503"/>
              <a:gd name="connsiteY70" fmla="*/ 410 h 5599766"/>
              <a:gd name="connsiteX71" fmla="*/ 1391866 w 10321503"/>
              <a:gd name="connsiteY71" fmla="*/ 51 h 5599766"/>
              <a:gd name="connsiteX72" fmla="*/ 1398928 w 10321503"/>
              <a:gd name="connsiteY72" fmla="*/ 51 h 5599766"/>
              <a:gd name="connsiteX73" fmla="*/ 1399544 w 10321503"/>
              <a:gd name="connsiteY73" fmla="*/ 410 h 5599766"/>
              <a:gd name="connsiteX74" fmla="*/ 1403074 w 10321503"/>
              <a:gd name="connsiteY74" fmla="*/ 6551 h 5599766"/>
              <a:gd name="connsiteX75" fmla="*/ 1403074 w 10321503"/>
              <a:gd name="connsiteY75" fmla="*/ 7217 h 5599766"/>
              <a:gd name="connsiteX76" fmla="*/ 1399544 w 10321503"/>
              <a:gd name="connsiteY76" fmla="*/ 13359 h 5599766"/>
              <a:gd name="connsiteX77" fmla="*/ 1398928 w 10321503"/>
              <a:gd name="connsiteY77" fmla="*/ 13717 h 5599766"/>
              <a:gd name="connsiteX78" fmla="*/ 1795378 w 10321503"/>
              <a:gd name="connsiteY78" fmla="*/ 13722 h 5599766"/>
              <a:gd name="connsiteX79" fmla="*/ 1788315 w 10321503"/>
              <a:gd name="connsiteY79" fmla="*/ 13722 h 5599766"/>
              <a:gd name="connsiteX80" fmla="*/ 1787701 w 10321503"/>
              <a:gd name="connsiteY80" fmla="*/ 13363 h 5599766"/>
              <a:gd name="connsiteX81" fmla="*/ 1784170 w 10321503"/>
              <a:gd name="connsiteY81" fmla="*/ 7221 h 5599766"/>
              <a:gd name="connsiteX82" fmla="*/ 1784170 w 10321503"/>
              <a:gd name="connsiteY82" fmla="*/ 6556 h 5599766"/>
              <a:gd name="connsiteX83" fmla="*/ 1787701 w 10321503"/>
              <a:gd name="connsiteY83" fmla="*/ 414 h 5599766"/>
              <a:gd name="connsiteX84" fmla="*/ 1788315 w 10321503"/>
              <a:gd name="connsiteY84" fmla="*/ 55 h 5599766"/>
              <a:gd name="connsiteX85" fmla="*/ 1795378 w 10321503"/>
              <a:gd name="connsiteY85" fmla="*/ 55 h 5599766"/>
              <a:gd name="connsiteX86" fmla="*/ 1795992 w 10321503"/>
              <a:gd name="connsiteY86" fmla="*/ 414 h 5599766"/>
              <a:gd name="connsiteX87" fmla="*/ 1799524 w 10321503"/>
              <a:gd name="connsiteY87" fmla="*/ 6556 h 5599766"/>
              <a:gd name="connsiteX88" fmla="*/ 1799524 w 10321503"/>
              <a:gd name="connsiteY88" fmla="*/ 7221 h 5599766"/>
              <a:gd name="connsiteX89" fmla="*/ 1795992 w 10321503"/>
              <a:gd name="connsiteY89" fmla="*/ 13363 h 5599766"/>
              <a:gd name="connsiteX90" fmla="*/ 1795378 w 10321503"/>
              <a:gd name="connsiteY90" fmla="*/ 13722 h 5599766"/>
              <a:gd name="connsiteX91" fmla="*/ 804204 w 10321503"/>
              <a:gd name="connsiteY91" fmla="*/ 13725 h 5599766"/>
              <a:gd name="connsiteX92" fmla="*/ 797140 w 10321503"/>
              <a:gd name="connsiteY92" fmla="*/ 13725 h 5599766"/>
              <a:gd name="connsiteX93" fmla="*/ 796526 w 10321503"/>
              <a:gd name="connsiteY93" fmla="*/ 13366 h 5599766"/>
              <a:gd name="connsiteX94" fmla="*/ 792995 w 10321503"/>
              <a:gd name="connsiteY94" fmla="*/ 7224 h 5599766"/>
              <a:gd name="connsiteX95" fmla="*/ 792995 w 10321503"/>
              <a:gd name="connsiteY95" fmla="*/ 6559 h 5599766"/>
              <a:gd name="connsiteX96" fmla="*/ 796526 w 10321503"/>
              <a:gd name="connsiteY96" fmla="*/ 418 h 5599766"/>
              <a:gd name="connsiteX97" fmla="*/ 797140 w 10321503"/>
              <a:gd name="connsiteY97" fmla="*/ 59 h 5599766"/>
              <a:gd name="connsiteX98" fmla="*/ 804204 w 10321503"/>
              <a:gd name="connsiteY98" fmla="*/ 59 h 5599766"/>
              <a:gd name="connsiteX99" fmla="*/ 804818 w 10321503"/>
              <a:gd name="connsiteY99" fmla="*/ 418 h 5599766"/>
              <a:gd name="connsiteX100" fmla="*/ 808350 w 10321503"/>
              <a:gd name="connsiteY100" fmla="*/ 6559 h 5599766"/>
              <a:gd name="connsiteX101" fmla="*/ 808350 w 10321503"/>
              <a:gd name="connsiteY101" fmla="*/ 7224 h 5599766"/>
              <a:gd name="connsiteX102" fmla="*/ 804818 w 10321503"/>
              <a:gd name="connsiteY102" fmla="*/ 13366 h 5599766"/>
              <a:gd name="connsiteX103" fmla="*/ 804204 w 10321503"/>
              <a:gd name="connsiteY103" fmla="*/ 13725 h 5599766"/>
              <a:gd name="connsiteX104" fmla="*/ 1993654 w 10321503"/>
              <a:gd name="connsiteY104" fmla="*/ 13726 h 5599766"/>
              <a:gd name="connsiteX105" fmla="*/ 1986590 w 10321503"/>
              <a:gd name="connsiteY105" fmla="*/ 13726 h 5599766"/>
              <a:gd name="connsiteX106" fmla="*/ 1985976 w 10321503"/>
              <a:gd name="connsiteY106" fmla="*/ 13368 h 5599766"/>
              <a:gd name="connsiteX107" fmla="*/ 1982445 w 10321503"/>
              <a:gd name="connsiteY107" fmla="*/ 7226 h 5599766"/>
              <a:gd name="connsiteX108" fmla="*/ 1982445 w 10321503"/>
              <a:gd name="connsiteY108" fmla="*/ 6560 h 5599766"/>
              <a:gd name="connsiteX109" fmla="*/ 1985976 w 10321503"/>
              <a:gd name="connsiteY109" fmla="*/ 419 h 5599766"/>
              <a:gd name="connsiteX110" fmla="*/ 1986590 w 10321503"/>
              <a:gd name="connsiteY110" fmla="*/ 62 h 5599766"/>
              <a:gd name="connsiteX111" fmla="*/ 1993654 w 10321503"/>
              <a:gd name="connsiteY111" fmla="*/ 62 h 5599766"/>
              <a:gd name="connsiteX112" fmla="*/ 1994268 w 10321503"/>
              <a:gd name="connsiteY112" fmla="*/ 419 h 5599766"/>
              <a:gd name="connsiteX113" fmla="*/ 1997800 w 10321503"/>
              <a:gd name="connsiteY113" fmla="*/ 6560 h 5599766"/>
              <a:gd name="connsiteX114" fmla="*/ 1997800 w 10321503"/>
              <a:gd name="connsiteY114" fmla="*/ 7226 h 5599766"/>
              <a:gd name="connsiteX115" fmla="*/ 1994268 w 10321503"/>
              <a:gd name="connsiteY115" fmla="*/ 13368 h 5599766"/>
              <a:gd name="connsiteX116" fmla="*/ 1993654 w 10321503"/>
              <a:gd name="connsiteY116" fmla="*/ 13726 h 5599766"/>
              <a:gd name="connsiteX117" fmla="*/ 1597154 w 10321503"/>
              <a:gd name="connsiteY117" fmla="*/ 13745 h 5599766"/>
              <a:gd name="connsiteX118" fmla="*/ 1590090 w 10321503"/>
              <a:gd name="connsiteY118" fmla="*/ 13745 h 5599766"/>
              <a:gd name="connsiteX119" fmla="*/ 1589476 w 10321503"/>
              <a:gd name="connsiteY119" fmla="*/ 13387 h 5599766"/>
              <a:gd name="connsiteX120" fmla="*/ 1585944 w 10321503"/>
              <a:gd name="connsiteY120" fmla="*/ 7245 h 5599766"/>
              <a:gd name="connsiteX121" fmla="*/ 1585944 w 10321503"/>
              <a:gd name="connsiteY121" fmla="*/ 6579 h 5599766"/>
              <a:gd name="connsiteX122" fmla="*/ 1589476 w 10321503"/>
              <a:gd name="connsiteY122" fmla="*/ 438 h 5599766"/>
              <a:gd name="connsiteX123" fmla="*/ 1590090 w 10321503"/>
              <a:gd name="connsiteY123" fmla="*/ 80 h 5599766"/>
              <a:gd name="connsiteX124" fmla="*/ 1597154 w 10321503"/>
              <a:gd name="connsiteY124" fmla="*/ 80 h 5599766"/>
              <a:gd name="connsiteX125" fmla="*/ 1597768 w 10321503"/>
              <a:gd name="connsiteY125" fmla="*/ 438 h 5599766"/>
              <a:gd name="connsiteX126" fmla="*/ 1601298 w 10321503"/>
              <a:gd name="connsiteY126" fmla="*/ 6579 h 5599766"/>
              <a:gd name="connsiteX127" fmla="*/ 1601298 w 10321503"/>
              <a:gd name="connsiteY127" fmla="*/ 7245 h 5599766"/>
              <a:gd name="connsiteX128" fmla="*/ 1597768 w 10321503"/>
              <a:gd name="connsiteY128" fmla="*/ 13387 h 5599766"/>
              <a:gd name="connsiteX129" fmla="*/ 1597154 w 10321503"/>
              <a:gd name="connsiteY129" fmla="*/ 13745 h 5599766"/>
              <a:gd name="connsiteX130" fmla="*/ 1002428 w 10321503"/>
              <a:gd name="connsiteY130" fmla="*/ 13754 h 5599766"/>
              <a:gd name="connsiteX131" fmla="*/ 995366 w 10321503"/>
              <a:gd name="connsiteY131" fmla="*/ 13754 h 5599766"/>
              <a:gd name="connsiteX132" fmla="*/ 994752 w 10321503"/>
              <a:gd name="connsiteY132" fmla="*/ 13395 h 5599766"/>
              <a:gd name="connsiteX133" fmla="*/ 991220 w 10321503"/>
              <a:gd name="connsiteY133" fmla="*/ 7254 h 5599766"/>
              <a:gd name="connsiteX134" fmla="*/ 991220 w 10321503"/>
              <a:gd name="connsiteY134" fmla="*/ 6589 h 5599766"/>
              <a:gd name="connsiteX135" fmla="*/ 994752 w 10321503"/>
              <a:gd name="connsiteY135" fmla="*/ 447 h 5599766"/>
              <a:gd name="connsiteX136" fmla="*/ 995366 w 10321503"/>
              <a:gd name="connsiteY136" fmla="*/ 89 h 5599766"/>
              <a:gd name="connsiteX137" fmla="*/ 1002428 w 10321503"/>
              <a:gd name="connsiteY137" fmla="*/ 89 h 5599766"/>
              <a:gd name="connsiteX138" fmla="*/ 1003042 w 10321503"/>
              <a:gd name="connsiteY138" fmla="*/ 447 h 5599766"/>
              <a:gd name="connsiteX139" fmla="*/ 1006574 w 10321503"/>
              <a:gd name="connsiteY139" fmla="*/ 6589 h 5599766"/>
              <a:gd name="connsiteX140" fmla="*/ 1006574 w 10321503"/>
              <a:gd name="connsiteY140" fmla="*/ 7254 h 5599766"/>
              <a:gd name="connsiteX141" fmla="*/ 1003042 w 10321503"/>
              <a:gd name="connsiteY141" fmla="*/ 13395 h 5599766"/>
              <a:gd name="connsiteX142" fmla="*/ 1002428 w 10321503"/>
              <a:gd name="connsiteY142" fmla="*/ 13754 h 5599766"/>
              <a:gd name="connsiteX143" fmla="*/ 11254 w 10321503"/>
              <a:gd name="connsiteY143" fmla="*/ 13755 h 5599766"/>
              <a:gd name="connsiteX144" fmla="*/ 4192 w 10321503"/>
              <a:gd name="connsiteY144" fmla="*/ 13755 h 5599766"/>
              <a:gd name="connsiteX145" fmla="*/ 3578 w 10321503"/>
              <a:gd name="connsiteY145" fmla="*/ 13398 h 5599766"/>
              <a:gd name="connsiteX146" fmla="*/ 46 w 10321503"/>
              <a:gd name="connsiteY146" fmla="*/ 7255 h 5599766"/>
              <a:gd name="connsiteX147" fmla="*/ 46 w 10321503"/>
              <a:gd name="connsiteY147" fmla="*/ 6589 h 5599766"/>
              <a:gd name="connsiteX148" fmla="*/ 3578 w 10321503"/>
              <a:gd name="connsiteY148" fmla="*/ 449 h 5599766"/>
              <a:gd name="connsiteX149" fmla="*/ 4192 w 10321503"/>
              <a:gd name="connsiteY149" fmla="*/ 90 h 5599766"/>
              <a:gd name="connsiteX150" fmla="*/ 11254 w 10321503"/>
              <a:gd name="connsiteY150" fmla="*/ 90 h 5599766"/>
              <a:gd name="connsiteX151" fmla="*/ 11868 w 10321503"/>
              <a:gd name="connsiteY151" fmla="*/ 449 h 5599766"/>
              <a:gd name="connsiteX152" fmla="*/ 15400 w 10321503"/>
              <a:gd name="connsiteY152" fmla="*/ 6589 h 5599766"/>
              <a:gd name="connsiteX153" fmla="*/ 15400 w 10321503"/>
              <a:gd name="connsiteY153" fmla="*/ 7255 h 5599766"/>
              <a:gd name="connsiteX154" fmla="*/ 11868 w 10321503"/>
              <a:gd name="connsiteY154" fmla="*/ 13398 h 5599766"/>
              <a:gd name="connsiteX155" fmla="*/ 11254 w 10321503"/>
              <a:gd name="connsiteY155" fmla="*/ 13755 h 5599766"/>
              <a:gd name="connsiteX156" fmla="*/ 2189610 w 10321503"/>
              <a:gd name="connsiteY156" fmla="*/ 19506 h 5599766"/>
              <a:gd name="connsiteX157" fmla="*/ 2182547 w 10321503"/>
              <a:gd name="connsiteY157" fmla="*/ 19506 h 5599766"/>
              <a:gd name="connsiteX158" fmla="*/ 2181933 w 10321503"/>
              <a:gd name="connsiteY158" fmla="*/ 19147 h 5599766"/>
              <a:gd name="connsiteX159" fmla="*/ 2178401 w 10321503"/>
              <a:gd name="connsiteY159" fmla="*/ 13006 h 5599766"/>
              <a:gd name="connsiteX160" fmla="*/ 2178401 w 10321503"/>
              <a:gd name="connsiteY160" fmla="*/ 12340 h 5599766"/>
              <a:gd name="connsiteX161" fmla="*/ 2181933 w 10321503"/>
              <a:gd name="connsiteY161" fmla="*/ 6199 h 5599766"/>
              <a:gd name="connsiteX162" fmla="*/ 2182547 w 10321503"/>
              <a:gd name="connsiteY162" fmla="*/ 5841 h 5599766"/>
              <a:gd name="connsiteX163" fmla="*/ 2189610 w 10321503"/>
              <a:gd name="connsiteY163" fmla="*/ 5841 h 5599766"/>
              <a:gd name="connsiteX164" fmla="*/ 2190224 w 10321503"/>
              <a:gd name="connsiteY164" fmla="*/ 6199 h 5599766"/>
              <a:gd name="connsiteX165" fmla="*/ 2193755 w 10321503"/>
              <a:gd name="connsiteY165" fmla="*/ 12340 h 5599766"/>
              <a:gd name="connsiteX166" fmla="*/ 2193755 w 10321503"/>
              <a:gd name="connsiteY166" fmla="*/ 13006 h 5599766"/>
              <a:gd name="connsiteX167" fmla="*/ 2190224 w 10321503"/>
              <a:gd name="connsiteY167" fmla="*/ 19147 h 5599766"/>
              <a:gd name="connsiteX168" fmla="*/ 2189610 w 10321503"/>
              <a:gd name="connsiteY168" fmla="*/ 19506 h 5599766"/>
              <a:gd name="connsiteX169" fmla="*/ 2387834 w 10321503"/>
              <a:gd name="connsiteY169" fmla="*/ 19506 h 5599766"/>
              <a:gd name="connsiteX170" fmla="*/ 2380772 w 10321503"/>
              <a:gd name="connsiteY170" fmla="*/ 19506 h 5599766"/>
              <a:gd name="connsiteX171" fmla="*/ 2380157 w 10321503"/>
              <a:gd name="connsiteY171" fmla="*/ 19147 h 5599766"/>
              <a:gd name="connsiteX172" fmla="*/ 2376625 w 10321503"/>
              <a:gd name="connsiteY172" fmla="*/ 13006 h 5599766"/>
              <a:gd name="connsiteX173" fmla="*/ 2376625 w 10321503"/>
              <a:gd name="connsiteY173" fmla="*/ 12340 h 5599766"/>
              <a:gd name="connsiteX174" fmla="*/ 2380157 w 10321503"/>
              <a:gd name="connsiteY174" fmla="*/ 6199 h 5599766"/>
              <a:gd name="connsiteX175" fmla="*/ 2380772 w 10321503"/>
              <a:gd name="connsiteY175" fmla="*/ 5841 h 5599766"/>
              <a:gd name="connsiteX176" fmla="*/ 2387834 w 10321503"/>
              <a:gd name="connsiteY176" fmla="*/ 5841 h 5599766"/>
              <a:gd name="connsiteX177" fmla="*/ 2388448 w 10321503"/>
              <a:gd name="connsiteY177" fmla="*/ 6199 h 5599766"/>
              <a:gd name="connsiteX178" fmla="*/ 2391979 w 10321503"/>
              <a:gd name="connsiteY178" fmla="*/ 12340 h 5599766"/>
              <a:gd name="connsiteX179" fmla="*/ 2391979 w 10321503"/>
              <a:gd name="connsiteY179" fmla="*/ 13006 h 5599766"/>
              <a:gd name="connsiteX180" fmla="*/ 2388448 w 10321503"/>
              <a:gd name="connsiteY180" fmla="*/ 19147 h 5599766"/>
              <a:gd name="connsiteX181" fmla="*/ 2387834 w 10321503"/>
              <a:gd name="connsiteY181" fmla="*/ 19506 h 5599766"/>
              <a:gd name="connsiteX182" fmla="*/ 2586059 w 10321503"/>
              <a:gd name="connsiteY182" fmla="*/ 19506 h 5599766"/>
              <a:gd name="connsiteX183" fmla="*/ 2578996 w 10321503"/>
              <a:gd name="connsiteY183" fmla="*/ 19506 h 5599766"/>
              <a:gd name="connsiteX184" fmla="*/ 2578382 w 10321503"/>
              <a:gd name="connsiteY184" fmla="*/ 19147 h 5599766"/>
              <a:gd name="connsiteX185" fmla="*/ 2574850 w 10321503"/>
              <a:gd name="connsiteY185" fmla="*/ 13006 h 5599766"/>
              <a:gd name="connsiteX186" fmla="*/ 2574850 w 10321503"/>
              <a:gd name="connsiteY186" fmla="*/ 12340 h 5599766"/>
              <a:gd name="connsiteX187" fmla="*/ 2578382 w 10321503"/>
              <a:gd name="connsiteY187" fmla="*/ 6199 h 5599766"/>
              <a:gd name="connsiteX188" fmla="*/ 2578996 w 10321503"/>
              <a:gd name="connsiteY188" fmla="*/ 5841 h 5599766"/>
              <a:gd name="connsiteX189" fmla="*/ 2586059 w 10321503"/>
              <a:gd name="connsiteY189" fmla="*/ 5841 h 5599766"/>
              <a:gd name="connsiteX190" fmla="*/ 2586673 w 10321503"/>
              <a:gd name="connsiteY190" fmla="*/ 6199 h 5599766"/>
              <a:gd name="connsiteX191" fmla="*/ 2590205 w 10321503"/>
              <a:gd name="connsiteY191" fmla="*/ 12340 h 5599766"/>
              <a:gd name="connsiteX192" fmla="*/ 2590205 w 10321503"/>
              <a:gd name="connsiteY192" fmla="*/ 13006 h 5599766"/>
              <a:gd name="connsiteX193" fmla="*/ 2586673 w 10321503"/>
              <a:gd name="connsiteY193" fmla="*/ 19147 h 5599766"/>
              <a:gd name="connsiteX194" fmla="*/ 2586059 w 10321503"/>
              <a:gd name="connsiteY194" fmla="*/ 19506 h 5599766"/>
              <a:gd name="connsiteX195" fmla="*/ 2784283 w 10321503"/>
              <a:gd name="connsiteY195" fmla="*/ 19506 h 5599766"/>
              <a:gd name="connsiteX196" fmla="*/ 2777220 w 10321503"/>
              <a:gd name="connsiteY196" fmla="*/ 19506 h 5599766"/>
              <a:gd name="connsiteX197" fmla="*/ 2776606 w 10321503"/>
              <a:gd name="connsiteY197" fmla="*/ 19147 h 5599766"/>
              <a:gd name="connsiteX198" fmla="*/ 2773075 w 10321503"/>
              <a:gd name="connsiteY198" fmla="*/ 13006 h 5599766"/>
              <a:gd name="connsiteX199" fmla="*/ 2773075 w 10321503"/>
              <a:gd name="connsiteY199" fmla="*/ 12340 h 5599766"/>
              <a:gd name="connsiteX200" fmla="*/ 2776606 w 10321503"/>
              <a:gd name="connsiteY200" fmla="*/ 6199 h 5599766"/>
              <a:gd name="connsiteX201" fmla="*/ 2777220 w 10321503"/>
              <a:gd name="connsiteY201" fmla="*/ 5841 h 5599766"/>
              <a:gd name="connsiteX202" fmla="*/ 2784283 w 10321503"/>
              <a:gd name="connsiteY202" fmla="*/ 5841 h 5599766"/>
              <a:gd name="connsiteX203" fmla="*/ 2784897 w 10321503"/>
              <a:gd name="connsiteY203" fmla="*/ 6199 h 5599766"/>
              <a:gd name="connsiteX204" fmla="*/ 2788430 w 10321503"/>
              <a:gd name="connsiteY204" fmla="*/ 12340 h 5599766"/>
              <a:gd name="connsiteX205" fmla="*/ 2788430 w 10321503"/>
              <a:gd name="connsiteY205" fmla="*/ 13006 h 5599766"/>
              <a:gd name="connsiteX206" fmla="*/ 2784897 w 10321503"/>
              <a:gd name="connsiteY206" fmla="*/ 19147 h 5599766"/>
              <a:gd name="connsiteX207" fmla="*/ 2784283 w 10321503"/>
              <a:gd name="connsiteY207" fmla="*/ 19506 h 5599766"/>
              <a:gd name="connsiteX208" fmla="*/ 2982559 w 10321503"/>
              <a:gd name="connsiteY208" fmla="*/ 19506 h 5599766"/>
              <a:gd name="connsiteX209" fmla="*/ 2975496 w 10321503"/>
              <a:gd name="connsiteY209" fmla="*/ 19506 h 5599766"/>
              <a:gd name="connsiteX210" fmla="*/ 2974882 w 10321503"/>
              <a:gd name="connsiteY210" fmla="*/ 19147 h 5599766"/>
              <a:gd name="connsiteX211" fmla="*/ 2971351 w 10321503"/>
              <a:gd name="connsiteY211" fmla="*/ 13006 h 5599766"/>
              <a:gd name="connsiteX212" fmla="*/ 2971351 w 10321503"/>
              <a:gd name="connsiteY212" fmla="*/ 12340 h 5599766"/>
              <a:gd name="connsiteX213" fmla="*/ 2974882 w 10321503"/>
              <a:gd name="connsiteY213" fmla="*/ 6199 h 5599766"/>
              <a:gd name="connsiteX214" fmla="*/ 2975496 w 10321503"/>
              <a:gd name="connsiteY214" fmla="*/ 5841 h 5599766"/>
              <a:gd name="connsiteX215" fmla="*/ 2982559 w 10321503"/>
              <a:gd name="connsiteY215" fmla="*/ 5841 h 5599766"/>
              <a:gd name="connsiteX216" fmla="*/ 2983173 w 10321503"/>
              <a:gd name="connsiteY216" fmla="*/ 6199 h 5599766"/>
              <a:gd name="connsiteX217" fmla="*/ 2986706 w 10321503"/>
              <a:gd name="connsiteY217" fmla="*/ 12340 h 5599766"/>
              <a:gd name="connsiteX218" fmla="*/ 2986706 w 10321503"/>
              <a:gd name="connsiteY218" fmla="*/ 13006 h 5599766"/>
              <a:gd name="connsiteX219" fmla="*/ 2983173 w 10321503"/>
              <a:gd name="connsiteY219" fmla="*/ 19147 h 5599766"/>
              <a:gd name="connsiteX220" fmla="*/ 2982559 w 10321503"/>
              <a:gd name="connsiteY220" fmla="*/ 19506 h 5599766"/>
              <a:gd name="connsiteX221" fmla="*/ 3180784 w 10321503"/>
              <a:gd name="connsiteY221" fmla="*/ 19506 h 5599766"/>
              <a:gd name="connsiteX222" fmla="*/ 3173721 w 10321503"/>
              <a:gd name="connsiteY222" fmla="*/ 19506 h 5599766"/>
              <a:gd name="connsiteX223" fmla="*/ 3173107 w 10321503"/>
              <a:gd name="connsiteY223" fmla="*/ 19147 h 5599766"/>
              <a:gd name="connsiteX224" fmla="*/ 3169576 w 10321503"/>
              <a:gd name="connsiteY224" fmla="*/ 13006 h 5599766"/>
              <a:gd name="connsiteX225" fmla="*/ 3169576 w 10321503"/>
              <a:gd name="connsiteY225" fmla="*/ 12340 h 5599766"/>
              <a:gd name="connsiteX226" fmla="*/ 3173107 w 10321503"/>
              <a:gd name="connsiteY226" fmla="*/ 6199 h 5599766"/>
              <a:gd name="connsiteX227" fmla="*/ 3173721 w 10321503"/>
              <a:gd name="connsiteY227" fmla="*/ 5841 h 5599766"/>
              <a:gd name="connsiteX228" fmla="*/ 3180784 w 10321503"/>
              <a:gd name="connsiteY228" fmla="*/ 5841 h 5599766"/>
              <a:gd name="connsiteX229" fmla="*/ 3181398 w 10321503"/>
              <a:gd name="connsiteY229" fmla="*/ 6199 h 5599766"/>
              <a:gd name="connsiteX230" fmla="*/ 3184931 w 10321503"/>
              <a:gd name="connsiteY230" fmla="*/ 12340 h 5599766"/>
              <a:gd name="connsiteX231" fmla="*/ 3184931 w 10321503"/>
              <a:gd name="connsiteY231" fmla="*/ 13006 h 5599766"/>
              <a:gd name="connsiteX232" fmla="*/ 3181398 w 10321503"/>
              <a:gd name="connsiteY232" fmla="*/ 19147 h 5599766"/>
              <a:gd name="connsiteX233" fmla="*/ 3180784 w 10321503"/>
              <a:gd name="connsiteY233" fmla="*/ 19506 h 5599766"/>
              <a:gd name="connsiteX234" fmla="*/ 3379008 w 10321503"/>
              <a:gd name="connsiteY234" fmla="*/ 19506 h 5599766"/>
              <a:gd name="connsiteX235" fmla="*/ 3371947 w 10321503"/>
              <a:gd name="connsiteY235" fmla="*/ 19506 h 5599766"/>
              <a:gd name="connsiteX236" fmla="*/ 3371332 w 10321503"/>
              <a:gd name="connsiteY236" fmla="*/ 19147 h 5599766"/>
              <a:gd name="connsiteX237" fmla="*/ 3367800 w 10321503"/>
              <a:gd name="connsiteY237" fmla="*/ 13006 h 5599766"/>
              <a:gd name="connsiteX238" fmla="*/ 3367800 w 10321503"/>
              <a:gd name="connsiteY238" fmla="*/ 12340 h 5599766"/>
              <a:gd name="connsiteX239" fmla="*/ 3371332 w 10321503"/>
              <a:gd name="connsiteY239" fmla="*/ 6199 h 5599766"/>
              <a:gd name="connsiteX240" fmla="*/ 3371947 w 10321503"/>
              <a:gd name="connsiteY240" fmla="*/ 5841 h 5599766"/>
              <a:gd name="connsiteX241" fmla="*/ 3379008 w 10321503"/>
              <a:gd name="connsiteY241" fmla="*/ 5841 h 5599766"/>
              <a:gd name="connsiteX242" fmla="*/ 3379624 w 10321503"/>
              <a:gd name="connsiteY242" fmla="*/ 6199 h 5599766"/>
              <a:gd name="connsiteX243" fmla="*/ 3383155 w 10321503"/>
              <a:gd name="connsiteY243" fmla="*/ 12340 h 5599766"/>
              <a:gd name="connsiteX244" fmla="*/ 3383155 w 10321503"/>
              <a:gd name="connsiteY244" fmla="*/ 13006 h 5599766"/>
              <a:gd name="connsiteX245" fmla="*/ 3379624 w 10321503"/>
              <a:gd name="connsiteY245" fmla="*/ 19147 h 5599766"/>
              <a:gd name="connsiteX246" fmla="*/ 3379008 w 10321503"/>
              <a:gd name="connsiteY246" fmla="*/ 19506 h 5599766"/>
              <a:gd name="connsiteX247" fmla="*/ 3577234 w 10321503"/>
              <a:gd name="connsiteY247" fmla="*/ 19506 h 5599766"/>
              <a:gd name="connsiteX248" fmla="*/ 3570172 w 10321503"/>
              <a:gd name="connsiteY248" fmla="*/ 19506 h 5599766"/>
              <a:gd name="connsiteX249" fmla="*/ 3569557 w 10321503"/>
              <a:gd name="connsiteY249" fmla="*/ 19147 h 5599766"/>
              <a:gd name="connsiteX250" fmla="*/ 3566024 w 10321503"/>
              <a:gd name="connsiteY250" fmla="*/ 13006 h 5599766"/>
              <a:gd name="connsiteX251" fmla="*/ 3566024 w 10321503"/>
              <a:gd name="connsiteY251" fmla="*/ 12340 h 5599766"/>
              <a:gd name="connsiteX252" fmla="*/ 3569557 w 10321503"/>
              <a:gd name="connsiteY252" fmla="*/ 6199 h 5599766"/>
              <a:gd name="connsiteX253" fmla="*/ 3570172 w 10321503"/>
              <a:gd name="connsiteY253" fmla="*/ 5841 h 5599766"/>
              <a:gd name="connsiteX254" fmla="*/ 3577234 w 10321503"/>
              <a:gd name="connsiteY254" fmla="*/ 5841 h 5599766"/>
              <a:gd name="connsiteX255" fmla="*/ 3577848 w 10321503"/>
              <a:gd name="connsiteY255" fmla="*/ 6199 h 5599766"/>
              <a:gd name="connsiteX256" fmla="*/ 3581379 w 10321503"/>
              <a:gd name="connsiteY256" fmla="*/ 12340 h 5599766"/>
              <a:gd name="connsiteX257" fmla="*/ 3581379 w 10321503"/>
              <a:gd name="connsiteY257" fmla="*/ 13006 h 5599766"/>
              <a:gd name="connsiteX258" fmla="*/ 3577848 w 10321503"/>
              <a:gd name="connsiteY258" fmla="*/ 19147 h 5599766"/>
              <a:gd name="connsiteX259" fmla="*/ 3577234 w 10321503"/>
              <a:gd name="connsiteY259" fmla="*/ 19506 h 5599766"/>
              <a:gd name="connsiteX260" fmla="*/ 3775459 w 10321503"/>
              <a:gd name="connsiteY260" fmla="*/ 19506 h 5599766"/>
              <a:gd name="connsiteX261" fmla="*/ 3768396 w 10321503"/>
              <a:gd name="connsiteY261" fmla="*/ 19506 h 5599766"/>
              <a:gd name="connsiteX262" fmla="*/ 3767781 w 10321503"/>
              <a:gd name="connsiteY262" fmla="*/ 19147 h 5599766"/>
              <a:gd name="connsiteX263" fmla="*/ 3764249 w 10321503"/>
              <a:gd name="connsiteY263" fmla="*/ 13006 h 5599766"/>
              <a:gd name="connsiteX264" fmla="*/ 3764249 w 10321503"/>
              <a:gd name="connsiteY264" fmla="*/ 12340 h 5599766"/>
              <a:gd name="connsiteX265" fmla="*/ 3767781 w 10321503"/>
              <a:gd name="connsiteY265" fmla="*/ 6199 h 5599766"/>
              <a:gd name="connsiteX266" fmla="*/ 3768396 w 10321503"/>
              <a:gd name="connsiteY266" fmla="*/ 5841 h 5599766"/>
              <a:gd name="connsiteX267" fmla="*/ 3775459 w 10321503"/>
              <a:gd name="connsiteY267" fmla="*/ 5841 h 5599766"/>
              <a:gd name="connsiteX268" fmla="*/ 3776073 w 10321503"/>
              <a:gd name="connsiteY268" fmla="*/ 6199 h 5599766"/>
              <a:gd name="connsiteX269" fmla="*/ 3779604 w 10321503"/>
              <a:gd name="connsiteY269" fmla="*/ 12340 h 5599766"/>
              <a:gd name="connsiteX270" fmla="*/ 3779604 w 10321503"/>
              <a:gd name="connsiteY270" fmla="*/ 13006 h 5599766"/>
              <a:gd name="connsiteX271" fmla="*/ 3776073 w 10321503"/>
              <a:gd name="connsiteY271" fmla="*/ 19147 h 5599766"/>
              <a:gd name="connsiteX272" fmla="*/ 3775459 w 10321503"/>
              <a:gd name="connsiteY272" fmla="*/ 19506 h 5599766"/>
              <a:gd name="connsiteX273" fmla="*/ 3973734 w 10321503"/>
              <a:gd name="connsiteY273" fmla="*/ 19506 h 5599766"/>
              <a:gd name="connsiteX274" fmla="*/ 3966671 w 10321503"/>
              <a:gd name="connsiteY274" fmla="*/ 19506 h 5599766"/>
              <a:gd name="connsiteX275" fmla="*/ 3966057 w 10321503"/>
              <a:gd name="connsiteY275" fmla="*/ 19147 h 5599766"/>
              <a:gd name="connsiteX276" fmla="*/ 3962525 w 10321503"/>
              <a:gd name="connsiteY276" fmla="*/ 13006 h 5599766"/>
              <a:gd name="connsiteX277" fmla="*/ 3962525 w 10321503"/>
              <a:gd name="connsiteY277" fmla="*/ 12340 h 5599766"/>
              <a:gd name="connsiteX278" fmla="*/ 3966057 w 10321503"/>
              <a:gd name="connsiteY278" fmla="*/ 6199 h 5599766"/>
              <a:gd name="connsiteX279" fmla="*/ 3966671 w 10321503"/>
              <a:gd name="connsiteY279" fmla="*/ 5841 h 5599766"/>
              <a:gd name="connsiteX280" fmla="*/ 3973734 w 10321503"/>
              <a:gd name="connsiteY280" fmla="*/ 5841 h 5599766"/>
              <a:gd name="connsiteX281" fmla="*/ 3974348 w 10321503"/>
              <a:gd name="connsiteY281" fmla="*/ 6199 h 5599766"/>
              <a:gd name="connsiteX282" fmla="*/ 3977880 w 10321503"/>
              <a:gd name="connsiteY282" fmla="*/ 12340 h 5599766"/>
              <a:gd name="connsiteX283" fmla="*/ 3977880 w 10321503"/>
              <a:gd name="connsiteY283" fmla="*/ 13006 h 5599766"/>
              <a:gd name="connsiteX284" fmla="*/ 3974348 w 10321503"/>
              <a:gd name="connsiteY284" fmla="*/ 19147 h 5599766"/>
              <a:gd name="connsiteX285" fmla="*/ 3973734 w 10321503"/>
              <a:gd name="connsiteY285" fmla="*/ 19506 h 5599766"/>
              <a:gd name="connsiteX286" fmla="*/ 4171959 w 10321503"/>
              <a:gd name="connsiteY286" fmla="*/ 19506 h 5599766"/>
              <a:gd name="connsiteX287" fmla="*/ 4164896 w 10321503"/>
              <a:gd name="connsiteY287" fmla="*/ 19506 h 5599766"/>
              <a:gd name="connsiteX288" fmla="*/ 4164282 w 10321503"/>
              <a:gd name="connsiteY288" fmla="*/ 19147 h 5599766"/>
              <a:gd name="connsiteX289" fmla="*/ 4160751 w 10321503"/>
              <a:gd name="connsiteY289" fmla="*/ 13006 h 5599766"/>
              <a:gd name="connsiteX290" fmla="*/ 4160751 w 10321503"/>
              <a:gd name="connsiteY290" fmla="*/ 12340 h 5599766"/>
              <a:gd name="connsiteX291" fmla="*/ 4164282 w 10321503"/>
              <a:gd name="connsiteY291" fmla="*/ 6199 h 5599766"/>
              <a:gd name="connsiteX292" fmla="*/ 4164896 w 10321503"/>
              <a:gd name="connsiteY292" fmla="*/ 5841 h 5599766"/>
              <a:gd name="connsiteX293" fmla="*/ 4171959 w 10321503"/>
              <a:gd name="connsiteY293" fmla="*/ 5841 h 5599766"/>
              <a:gd name="connsiteX294" fmla="*/ 4172573 w 10321503"/>
              <a:gd name="connsiteY294" fmla="*/ 6199 h 5599766"/>
              <a:gd name="connsiteX295" fmla="*/ 4176105 w 10321503"/>
              <a:gd name="connsiteY295" fmla="*/ 12340 h 5599766"/>
              <a:gd name="connsiteX296" fmla="*/ 4176105 w 10321503"/>
              <a:gd name="connsiteY296" fmla="*/ 13006 h 5599766"/>
              <a:gd name="connsiteX297" fmla="*/ 4172573 w 10321503"/>
              <a:gd name="connsiteY297" fmla="*/ 19147 h 5599766"/>
              <a:gd name="connsiteX298" fmla="*/ 4171959 w 10321503"/>
              <a:gd name="connsiteY298" fmla="*/ 19506 h 5599766"/>
              <a:gd name="connsiteX299" fmla="*/ 4370183 w 10321503"/>
              <a:gd name="connsiteY299" fmla="*/ 19506 h 5599766"/>
              <a:gd name="connsiteX300" fmla="*/ 4363121 w 10321503"/>
              <a:gd name="connsiteY300" fmla="*/ 19506 h 5599766"/>
              <a:gd name="connsiteX301" fmla="*/ 4362506 w 10321503"/>
              <a:gd name="connsiteY301" fmla="*/ 19147 h 5599766"/>
              <a:gd name="connsiteX302" fmla="*/ 4358975 w 10321503"/>
              <a:gd name="connsiteY302" fmla="*/ 13006 h 5599766"/>
              <a:gd name="connsiteX303" fmla="*/ 4358975 w 10321503"/>
              <a:gd name="connsiteY303" fmla="*/ 12340 h 5599766"/>
              <a:gd name="connsiteX304" fmla="*/ 4362506 w 10321503"/>
              <a:gd name="connsiteY304" fmla="*/ 6199 h 5599766"/>
              <a:gd name="connsiteX305" fmla="*/ 4363121 w 10321503"/>
              <a:gd name="connsiteY305" fmla="*/ 5841 h 5599766"/>
              <a:gd name="connsiteX306" fmla="*/ 4370183 w 10321503"/>
              <a:gd name="connsiteY306" fmla="*/ 5841 h 5599766"/>
              <a:gd name="connsiteX307" fmla="*/ 4370797 w 10321503"/>
              <a:gd name="connsiteY307" fmla="*/ 6199 h 5599766"/>
              <a:gd name="connsiteX308" fmla="*/ 4374329 w 10321503"/>
              <a:gd name="connsiteY308" fmla="*/ 12340 h 5599766"/>
              <a:gd name="connsiteX309" fmla="*/ 4374329 w 10321503"/>
              <a:gd name="connsiteY309" fmla="*/ 13006 h 5599766"/>
              <a:gd name="connsiteX310" fmla="*/ 4370797 w 10321503"/>
              <a:gd name="connsiteY310" fmla="*/ 19147 h 5599766"/>
              <a:gd name="connsiteX311" fmla="*/ 4370183 w 10321503"/>
              <a:gd name="connsiteY311" fmla="*/ 19506 h 5599766"/>
              <a:gd name="connsiteX312" fmla="*/ 4568408 w 10321503"/>
              <a:gd name="connsiteY312" fmla="*/ 19506 h 5599766"/>
              <a:gd name="connsiteX313" fmla="*/ 4561345 w 10321503"/>
              <a:gd name="connsiteY313" fmla="*/ 19506 h 5599766"/>
              <a:gd name="connsiteX314" fmla="*/ 4560731 w 10321503"/>
              <a:gd name="connsiteY314" fmla="*/ 19147 h 5599766"/>
              <a:gd name="connsiteX315" fmla="*/ 4557199 w 10321503"/>
              <a:gd name="connsiteY315" fmla="*/ 13006 h 5599766"/>
              <a:gd name="connsiteX316" fmla="*/ 4557199 w 10321503"/>
              <a:gd name="connsiteY316" fmla="*/ 12340 h 5599766"/>
              <a:gd name="connsiteX317" fmla="*/ 4560731 w 10321503"/>
              <a:gd name="connsiteY317" fmla="*/ 6199 h 5599766"/>
              <a:gd name="connsiteX318" fmla="*/ 4561345 w 10321503"/>
              <a:gd name="connsiteY318" fmla="*/ 5841 h 5599766"/>
              <a:gd name="connsiteX319" fmla="*/ 4568408 w 10321503"/>
              <a:gd name="connsiteY319" fmla="*/ 5841 h 5599766"/>
              <a:gd name="connsiteX320" fmla="*/ 4569022 w 10321503"/>
              <a:gd name="connsiteY320" fmla="*/ 6199 h 5599766"/>
              <a:gd name="connsiteX321" fmla="*/ 4572554 w 10321503"/>
              <a:gd name="connsiteY321" fmla="*/ 12340 h 5599766"/>
              <a:gd name="connsiteX322" fmla="*/ 4572554 w 10321503"/>
              <a:gd name="connsiteY322" fmla="*/ 13006 h 5599766"/>
              <a:gd name="connsiteX323" fmla="*/ 4569022 w 10321503"/>
              <a:gd name="connsiteY323" fmla="*/ 19147 h 5599766"/>
              <a:gd name="connsiteX324" fmla="*/ 4568408 w 10321503"/>
              <a:gd name="connsiteY324" fmla="*/ 19506 h 5599766"/>
              <a:gd name="connsiteX325" fmla="*/ 4766683 w 10321503"/>
              <a:gd name="connsiteY325" fmla="*/ 19506 h 5599766"/>
              <a:gd name="connsiteX326" fmla="*/ 4759621 w 10321503"/>
              <a:gd name="connsiteY326" fmla="*/ 19506 h 5599766"/>
              <a:gd name="connsiteX327" fmla="*/ 4759007 w 10321503"/>
              <a:gd name="connsiteY327" fmla="*/ 19147 h 5599766"/>
              <a:gd name="connsiteX328" fmla="*/ 4755475 w 10321503"/>
              <a:gd name="connsiteY328" fmla="*/ 13006 h 5599766"/>
              <a:gd name="connsiteX329" fmla="*/ 4755475 w 10321503"/>
              <a:gd name="connsiteY329" fmla="*/ 12340 h 5599766"/>
              <a:gd name="connsiteX330" fmla="*/ 4759007 w 10321503"/>
              <a:gd name="connsiteY330" fmla="*/ 6199 h 5599766"/>
              <a:gd name="connsiteX331" fmla="*/ 4759621 w 10321503"/>
              <a:gd name="connsiteY331" fmla="*/ 5841 h 5599766"/>
              <a:gd name="connsiteX332" fmla="*/ 4766683 w 10321503"/>
              <a:gd name="connsiteY332" fmla="*/ 5841 h 5599766"/>
              <a:gd name="connsiteX333" fmla="*/ 4767297 w 10321503"/>
              <a:gd name="connsiteY333" fmla="*/ 6199 h 5599766"/>
              <a:gd name="connsiteX334" fmla="*/ 4770829 w 10321503"/>
              <a:gd name="connsiteY334" fmla="*/ 12340 h 5599766"/>
              <a:gd name="connsiteX335" fmla="*/ 4770829 w 10321503"/>
              <a:gd name="connsiteY335" fmla="*/ 13006 h 5599766"/>
              <a:gd name="connsiteX336" fmla="*/ 4767297 w 10321503"/>
              <a:gd name="connsiteY336" fmla="*/ 19147 h 5599766"/>
              <a:gd name="connsiteX337" fmla="*/ 4766683 w 10321503"/>
              <a:gd name="connsiteY337" fmla="*/ 19506 h 5599766"/>
              <a:gd name="connsiteX338" fmla="*/ 4964909 w 10321503"/>
              <a:gd name="connsiteY338" fmla="*/ 19506 h 5599766"/>
              <a:gd name="connsiteX339" fmla="*/ 4957846 w 10321503"/>
              <a:gd name="connsiteY339" fmla="*/ 19506 h 5599766"/>
              <a:gd name="connsiteX340" fmla="*/ 4957232 w 10321503"/>
              <a:gd name="connsiteY340" fmla="*/ 19147 h 5599766"/>
              <a:gd name="connsiteX341" fmla="*/ 4953699 w 10321503"/>
              <a:gd name="connsiteY341" fmla="*/ 13006 h 5599766"/>
              <a:gd name="connsiteX342" fmla="*/ 4953699 w 10321503"/>
              <a:gd name="connsiteY342" fmla="*/ 12340 h 5599766"/>
              <a:gd name="connsiteX343" fmla="*/ 4957232 w 10321503"/>
              <a:gd name="connsiteY343" fmla="*/ 6199 h 5599766"/>
              <a:gd name="connsiteX344" fmla="*/ 4957846 w 10321503"/>
              <a:gd name="connsiteY344" fmla="*/ 5841 h 5599766"/>
              <a:gd name="connsiteX345" fmla="*/ 4964909 w 10321503"/>
              <a:gd name="connsiteY345" fmla="*/ 5841 h 5599766"/>
              <a:gd name="connsiteX346" fmla="*/ 4965523 w 10321503"/>
              <a:gd name="connsiteY346" fmla="*/ 6199 h 5599766"/>
              <a:gd name="connsiteX347" fmla="*/ 4969054 w 10321503"/>
              <a:gd name="connsiteY347" fmla="*/ 12340 h 5599766"/>
              <a:gd name="connsiteX348" fmla="*/ 4969054 w 10321503"/>
              <a:gd name="connsiteY348" fmla="*/ 13006 h 5599766"/>
              <a:gd name="connsiteX349" fmla="*/ 4965523 w 10321503"/>
              <a:gd name="connsiteY349" fmla="*/ 19147 h 5599766"/>
              <a:gd name="connsiteX350" fmla="*/ 4964909 w 10321503"/>
              <a:gd name="connsiteY350" fmla="*/ 19506 h 5599766"/>
              <a:gd name="connsiteX351" fmla="*/ 5163134 w 10321503"/>
              <a:gd name="connsiteY351" fmla="*/ 19506 h 5599766"/>
              <a:gd name="connsiteX352" fmla="*/ 5156070 w 10321503"/>
              <a:gd name="connsiteY352" fmla="*/ 19506 h 5599766"/>
              <a:gd name="connsiteX353" fmla="*/ 5155456 w 10321503"/>
              <a:gd name="connsiteY353" fmla="*/ 19147 h 5599766"/>
              <a:gd name="connsiteX354" fmla="*/ 5151924 w 10321503"/>
              <a:gd name="connsiteY354" fmla="*/ 13006 h 5599766"/>
              <a:gd name="connsiteX355" fmla="*/ 5151924 w 10321503"/>
              <a:gd name="connsiteY355" fmla="*/ 12340 h 5599766"/>
              <a:gd name="connsiteX356" fmla="*/ 5155456 w 10321503"/>
              <a:gd name="connsiteY356" fmla="*/ 6199 h 5599766"/>
              <a:gd name="connsiteX357" fmla="*/ 5156070 w 10321503"/>
              <a:gd name="connsiteY357" fmla="*/ 5841 h 5599766"/>
              <a:gd name="connsiteX358" fmla="*/ 5163134 w 10321503"/>
              <a:gd name="connsiteY358" fmla="*/ 5841 h 5599766"/>
              <a:gd name="connsiteX359" fmla="*/ 5163748 w 10321503"/>
              <a:gd name="connsiteY359" fmla="*/ 6199 h 5599766"/>
              <a:gd name="connsiteX360" fmla="*/ 5167279 w 10321503"/>
              <a:gd name="connsiteY360" fmla="*/ 12340 h 5599766"/>
              <a:gd name="connsiteX361" fmla="*/ 5167279 w 10321503"/>
              <a:gd name="connsiteY361" fmla="*/ 13006 h 5599766"/>
              <a:gd name="connsiteX362" fmla="*/ 5163748 w 10321503"/>
              <a:gd name="connsiteY362" fmla="*/ 19147 h 5599766"/>
              <a:gd name="connsiteX363" fmla="*/ 5163134 w 10321503"/>
              <a:gd name="connsiteY363" fmla="*/ 19506 h 5599766"/>
              <a:gd name="connsiteX364" fmla="*/ 5361358 w 10321503"/>
              <a:gd name="connsiteY364" fmla="*/ 19506 h 5599766"/>
              <a:gd name="connsiteX365" fmla="*/ 5354295 w 10321503"/>
              <a:gd name="connsiteY365" fmla="*/ 19506 h 5599766"/>
              <a:gd name="connsiteX366" fmla="*/ 5353680 w 10321503"/>
              <a:gd name="connsiteY366" fmla="*/ 19147 h 5599766"/>
              <a:gd name="connsiteX367" fmla="*/ 5350149 w 10321503"/>
              <a:gd name="connsiteY367" fmla="*/ 13006 h 5599766"/>
              <a:gd name="connsiteX368" fmla="*/ 5350149 w 10321503"/>
              <a:gd name="connsiteY368" fmla="*/ 12340 h 5599766"/>
              <a:gd name="connsiteX369" fmla="*/ 5353680 w 10321503"/>
              <a:gd name="connsiteY369" fmla="*/ 6199 h 5599766"/>
              <a:gd name="connsiteX370" fmla="*/ 5354295 w 10321503"/>
              <a:gd name="connsiteY370" fmla="*/ 5841 h 5599766"/>
              <a:gd name="connsiteX371" fmla="*/ 5361358 w 10321503"/>
              <a:gd name="connsiteY371" fmla="*/ 5841 h 5599766"/>
              <a:gd name="connsiteX372" fmla="*/ 5361972 w 10321503"/>
              <a:gd name="connsiteY372" fmla="*/ 6199 h 5599766"/>
              <a:gd name="connsiteX373" fmla="*/ 5365503 w 10321503"/>
              <a:gd name="connsiteY373" fmla="*/ 12340 h 5599766"/>
              <a:gd name="connsiteX374" fmla="*/ 5365503 w 10321503"/>
              <a:gd name="connsiteY374" fmla="*/ 13006 h 5599766"/>
              <a:gd name="connsiteX375" fmla="*/ 5361972 w 10321503"/>
              <a:gd name="connsiteY375" fmla="*/ 19147 h 5599766"/>
              <a:gd name="connsiteX376" fmla="*/ 5361358 w 10321503"/>
              <a:gd name="connsiteY376" fmla="*/ 19506 h 5599766"/>
              <a:gd name="connsiteX377" fmla="*/ 5559633 w 10321503"/>
              <a:gd name="connsiteY377" fmla="*/ 19506 h 5599766"/>
              <a:gd name="connsiteX378" fmla="*/ 5552569 w 10321503"/>
              <a:gd name="connsiteY378" fmla="*/ 19506 h 5599766"/>
              <a:gd name="connsiteX379" fmla="*/ 5551956 w 10321503"/>
              <a:gd name="connsiteY379" fmla="*/ 19147 h 5599766"/>
              <a:gd name="connsiteX380" fmla="*/ 5548424 w 10321503"/>
              <a:gd name="connsiteY380" fmla="*/ 13006 h 5599766"/>
              <a:gd name="connsiteX381" fmla="*/ 5548424 w 10321503"/>
              <a:gd name="connsiteY381" fmla="*/ 12340 h 5599766"/>
              <a:gd name="connsiteX382" fmla="*/ 5551956 w 10321503"/>
              <a:gd name="connsiteY382" fmla="*/ 6199 h 5599766"/>
              <a:gd name="connsiteX383" fmla="*/ 5552569 w 10321503"/>
              <a:gd name="connsiteY383" fmla="*/ 5841 h 5599766"/>
              <a:gd name="connsiteX384" fmla="*/ 5559633 w 10321503"/>
              <a:gd name="connsiteY384" fmla="*/ 5841 h 5599766"/>
              <a:gd name="connsiteX385" fmla="*/ 5560246 w 10321503"/>
              <a:gd name="connsiteY385" fmla="*/ 6199 h 5599766"/>
              <a:gd name="connsiteX386" fmla="*/ 5563779 w 10321503"/>
              <a:gd name="connsiteY386" fmla="*/ 12340 h 5599766"/>
              <a:gd name="connsiteX387" fmla="*/ 5563779 w 10321503"/>
              <a:gd name="connsiteY387" fmla="*/ 13006 h 5599766"/>
              <a:gd name="connsiteX388" fmla="*/ 5560246 w 10321503"/>
              <a:gd name="connsiteY388" fmla="*/ 19147 h 5599766"/>
              <a:gd name="connsiteX389" fmla="*/ 5559633 w 10321503"/>
              <a:gd name="connsiteY389" fmla="*/ 19506 h 5599766"/>
              <a:gd name="connsiteX390" fmla="*/ 5757857 w 10321503"/>
              <a:gd name="connsiteY390" fmla="*/ 19506 h 5599766"/>
              <a:gd name="connsiteX391" fmla="*/ 5750795 w 10321503"/>
              <a:gd name="connsiteY391" fmla="*/ 19506 h 5599766"/>
              <a:gd name="connsiteX392" fmla="*/ 5750181 w 10321503"/>
              <a:gd name="connsiteY392" fmla="*/ 19147 h 5599766"/>
              <a:gd name="connsiteX393" fmla="*/ 5746649 w 10321503"/>
              <a:gd name="connsiteY393" fmla="*/ 13006 h 5599766"/>
              <a:gd name="connsiteX394" fmla="*/ 5746649 w 10321503"/>
              <a:gd name="connsiteY394" fmla="*/ 12340 h 5599766"/>
              <a:gd name="connsiteX395" fmla="*/ 5750181 w 10321503"/>
              <a:gd name="connsiteY395" fmla="*/ 6199 h 5599766"/>
              <a:gd name="connsiteX396" fmla="*/ 5750795 w 10321503"/>
              <a:gd name="connsiteY396" fmla="*/ 5841 h 5599766"/>
              <a:gd name="connsiteX397" fmla="*/ 5757857 w 10321503"/>
              <a:gd name="connsiteY397" fmla="*/ 5841 h 5599766"/>
              <a:gd name="connsiteX398" fmla="*/ 5758471 w 10321503"/>
              <a:gd name="connsiteY398" fmla="*/ 6199 h 5599766"/>
              <a:gd name="connsiteX399" fmla="*/ 5762003 w 10321503"/>
              <a:gd name="connsiteY399" fmla="*/ 12340 h 5599766"/>
              <a:gd name="connsiteX400" fmla="*/ 5762003 w 10321503"/>
              <a:gd name="connsiteY400" fmla="*/ 13006 h 5599766"/>
              <a:gd name="connsiteX401" fmla="*/ 5758471 w 10321503"/>
              <a:gd name="connsiteY401" fmla="*/ 19147 h 5599766"/>
              <a:gd name="connsiteX402" fmla="*/ 5757857 w 10321503"/>
              <a:gd name="connsiteY402" fmla="*/ 19506 h 5599766"/>
              <a:gd name="connsiteX403" fmla="*/ 5956083 w 10321503"/>
              <a:gd name="connsiteY403" fmla="*/ 19506 h 5599766"/>
              <a:gd name="connsiteX404" fmla="*/ 5949019 w 10321503"/>
              <a:gd name="connsiteY404" fmla="*/ 19506 h 5599766"/>
              <a:gd name="connsiteX405" fmla="*/ 5948405 w 10321503"/>
              <a:gd name="connsiteY405" fmla="*/ 19147 h 5599766"/>
              <a:gd name="connsiteX406" fmla="*/ 5944873 w 10321503"/>
              <a:gd name="connsiteY406" fmla="*/ 13006 h 5599766"/>
              <a:gd name="connsiteX407" fmla="*/ 5944873 w 10321503"/>
              <a:gd name="connsiteY407" fmla="*/ 12340 h 5599766"/>
              <a:gd name="connsiteX408" fmla="*/ 5948405 w 10321503"/>
              <a:gd name="connsiteY408" fmla="*/ 6199 h 5599766"/>
              <a:gd name="connsiteX409" fmla="*/ 5949019 w 10321503"/>
              <a:gd name="connsiteY409" fmla="*/ 5841 h 5599766"/>
              <a:gd name="connsiteX410" fmla="*/ 5956083 w 10321503"/>
              <a:gd name="connsiteY410" fmla="*/ 5841 h 5599766"/>
              <a:gd name="connsiteX411" fmla="*/ 5956697 w 10321503"/>
              <a:gd name="connsiteY411" fmla="*/ 6199 h 5599766"/>
              <a:gd name="connsiteX412" fmla="*/ 5960227 w 10321503"/>
              <a:gd name="connsiteY412" fmla="*/ 12340 h 5599766"/>
              <a:gd name="connsiteX413" fmla="*/ 5960227 w 10321503"/>
              <a:gd name="connsiteY413" fmla="*/ 13006 h 5599766"/>
              <a:gd name="connsiteX414" fmla="*/ 5956697 w 10321503"/>
              <a:gd name="connsiteY414" fmla="*/ 19147 h 5599766"/>
              <a:gd name="connsiteX415" fmla="*/ 5956083 w 10321503"/>
              <a:gd name="connsiteY415" fmla="*/ 19506 h 5599766"/>
              <a:gd name="connsiteX416" fmla="*/ 6154307 w 10321503"/>
              <a:gd name="connsiteY416" fmla="*/ 19506 h 5599766"/>
              <a:gd name="connsiteX417" fmla="*/ 6147243 w 10321503"/>
              <a:gd name="connsiteY417" fmla="*/ 19506 h 5599766"/>
              <a:gd name="connsiteX418" fmla="*/ 6146629 w 10321503"/>
              <a:gd name="connsiteY418" fmla="*/ 19147 h 5599766"/>
              <a:gd name="connsiteX419" fmla="*/ 6143098 w 10321503"/>
              <a:gd name="connsiteY419" fmla="*/ 13006 h 5599766"/>
              <a:gd name="connsiteX420" fmla="*/ 6143098 w 10321503"/>
              <a:gd name="connsiteY420" fmla="*/ 12340 h 5599766"/>
              <a:gd name="connsiteX421" fmla="*/ 6146629 w 10321503"/>
              <a:gd name="connsiteY421" fmla="*/ 6199 h 5599766"/>
              <a:gd name="connsiteX422" fmla="*/ 6147243 w 10321503"/>
              <a:gd name="connsiteY422" fmla="*/ 5841 h 5599766"/>
              <a:gd name="connsiteX423" fmla="*/ 6154307 w 10321503"/>
              <a:gd name="connsiteY423" fmla="*/ 5841 h 5599766"/>
              <a:gd name="connsiteX424" fmla="*/ 6154921 w 10321503"/>
              <a:gd name="connsiteY424" fmla="*/ 6199 h 5599766"/>
              <a:gd name="connsiteX425" fmla="*/ 6158453 w 10321503"/>
              <a:gd name="connsiteY425" fmla="*/ 12340 h 5599766"/>
              <a:gd name="connsiteX426" fmla="*/ 6158453 w 10321503"/>
              <a:gd name="connsiteY426" fmla="*/ 13006 h 5599766"/>
              <a:gd name="connsiteX427" fmla="*/ 6154921 w 10321503"/>
              <a:gd name="connsiteY427" fmla="*/ 19147 h 5599766"/>
              <a:gd name="connsiteX428" fmla="*/ 6154307 w 10321503"/>
              <a:gd name="connsiteY428" fmla="*/ 19506 h 5599766"/>
              <a:gd name="connsiteX429" fmla="*/ 6352582 w 10321503"/>
              <a:gd name="connsiteY429" fmla="*/ 19506 h 5599766"/>
              <a:gd name="connsiteX430" fmla="*/ 6345519 w 10321503"/>
              <a:gd name="connsiteY430" fmla="*/ 19506 h 5599766"/>
              <a:gd name="connsiteX431" fmla="*/ 6344904 w 10321503"/>
              <a:gd name="connsiteY431" fmla="*/ 19147 h 5599766"/>
              <a:gd name="connsiteX432" fmla="*/ 6341373 w 10321503"/>
              <a:gd name="connsiteY432" fmla="*/ 13006 h 5599766"/>
              <a:gd name="connsiteX433" fmla="*/ 6341373 w 10321503"/>
              <a:gd name="connsiteY433" fmla="*/ 12340 h 5599766"/>
              <a:gd name="connsiteX434" fmla="*/ 6344904 w 10321503"/>
              <a:gd name="connsiteY434" fmla="*/ 6199 h 5599766"/>
              <a:gd name="connsiteX435" fmla="*/ 6345519 w 10321503"/>
              <a:gd name="connsiteY435" fmla="*/ 5841 h 5599766"/>
              <a:gd name="connsiteX436" fmla="*/ 6352582 w 10321503"/>
              <a:gd name="connsiteY436" fmla="*/ 5841 h 5599766"/>
              <a:gd name="connsiteX437" fmla="*/ 6353196 w 10321503"/>
              <a:gd name="connsiteY437" fmla="*/ 6199 h 5599766"/>
              <a:gd name="connsiteX438" fmla="*/ 6356728 w 10321503"/>
              <a:gd name="connsiteY438" fmla="*/ 12340 h 5599766"/>
              <a:gd name="connsiteX439" fmla="*/ 6356728 w 10321503"/>
              <a:gd name="connsiteY439" fmla="*/ 13006 h 5599766"/>
              <a:gd name="connsiteX440" fmla="*/ 6353196 w 10321503"/>
              <a:gd name="connsiteY440" fmla="*/ 19147 h 5599766"/>
              <a:gd name="connsiteX441" fmla="*/ 6352582 w 10321503"/>
              <a:gd name="connsiteY441" fmla="*/ 19506 h 5599766"/>
              <a:gd name="connsiteX442" fmla="*/ 6550807 w 10321503"/>
              <a:gd name="connsiteY442" fmla="*/ 19506 h 5599766"/>
              <a:gd name="connsiteX443" fmla="*/ 6543744 w 10321503"/>
              <a:gd name="connsiteY443" fmla="*/ 19506 h 5599766"/>
              <a:gd name="connsiteX444" fmla="*/ 6543129 w 10321503"/>
              <a:gd name="connsiteY444" fmla="*/ 19147 h 5599766"/>
              <a:gd name="connsiteX445" fmla="*/ 6539598 w 10321503"/>
              <a:gd name="connsiteY445" fmla="*/ 13006 h 5599766"/>
              <a:gd name="connsiteX446" fmla="*/ 6539598 w 10321503"/>
              <a:gd name="connsiteY446" fmla="*/ 12340 h 5599766"/>
              <a:gd name="connsiteX447" fmla="*/ 6543129 w 10321503"/>
              <a:gd name="connsiteY447" fmla="*/ 6199 h 5599766"/>
              <a:gd name="connsiteX448" fmla="*/ 6543744 w 10321503"/>
              <a:gd name="connsiteY448" fmla="*/ 5841 h 5599766"/>
              <a:gd name="connsiteX449" fmla="*/ 6550807 w 10321503"/>
              <a:gd name="connsiteY449" fmla="*/ 5841 h 5599766"/>
              <a:gd name="connsiteX450" fmla="*/ 6551420 w 10321503"/>
              <a:gd name="connsiteY450" fmla="*/ 6199 h 5599766"/>
              <a:gd name="connsiteX451" fmla="*/ 6554953 w 10321503"/>
              <a:gd name="connsiteY451" fmla="*/ 12340 h 5599766"/>
              <a:gd name="connsiteX452" fmla="*/ 6554953 w 10321503"/>
              <a:gd name="connsiteY452" fmla="*/ 13006 h 5599766"/>
              <a:gd name="connsiteX453" fmla="*/ 6551420 w 10321503"/>
              <a:gd name="connsiteY453" fmla="*/ 19147 h 5599766"/>
              <a:gd name="connsiteX454" fmla="*/ 6550807 w 10321503"/>
              <a:gd name="connsiteY454" fmla="*/ 19506 h 5599766"/>
              <a:gd name="connsiteX455" fmla="*/ 6749031 w 10321503"/>
              <a:gd name="connsiteY455" fmla="*/ 19506 h 5599766"/>
              <a:gd name="connsiteX456" fmla="*/ 6741967 w 10321503"/>
              <a:gd name="connsiteY456" fmla="*/ 19506 h 5599766"/>
              <a:gd name="connsiteX457" fmla="*/ 6741354 w 10321503"/>
              <a:gd name="connsiteY457" fmla="*/ 19147 h 5599766"/>
              <a:gd name="connsiteX458" fmla="*/ 6737823 w 10321503"/>
              <a:gd name="connsiteY458" fmla="*/ 13006 h 5599766"/>
              <a:gd name="connsiteX459" fmla="*/ 6737823 w 10321503"/>
              <a:gd name="connsiteY459" fmla="*/ 12340 h 5599766"/>
              <a:gd name="connsiteX460" fmla="*/ 6741354 w 10321503"/>
              <a:gd name="connsiteY460" fmla="*/ 6199 h 5599766"/>
              <a:gd name="connsiteX461" fmla="*/ 6741967 w 10321503"/>
              <a:gd name="connsiteY461" fmla="*/ 5841 h 5599766"/>
              <a:gd name="connsiteX462" fmla="*/ 6749031 w 10321503"/>
              <a:gd name="connsiteY462" fmla="*/ 5841 h 5599766"/>
              <a:gd name="connsiteX463" fmla="*/ 6749646 w 10321503"/>
              <a:gd name="connsiteY463" fmla="*/ 6199 h 5599766"/>
              <a:gd name="connsiteX464" fmla="*/ 6753177 w 10321503"/>
              <a:gd name="connsiteY464" fmla="*/ 12340 h 5599766"/>
              <a:gd name="connsiteX465" fmla="*/ 6753177 w 10321503"/>
              <a:gd name="connsiteY465" fmla="*/ 13006 h 5599766"/>
              <a:gd name="connsiteX466" fmla="*/ 6749646 w 10321503"/>
              <a:gd name="connsiteY466" fmla="*/ 19147 h 5599766"/>
              <a:gd name="connsiteX467" fmla="*/ 6749031 w 10321503"/>
              <a:gd name="connsiteY467" fmla="*/ 19506 h 5599766"/>
              <a:gd name="connsiteX468" fmla="*/ 6947256 w 10321503"/>
              <a:gd name="connsiteY468" fmla="*/ 19506 h 5599766"/>
              <a:gd name="connsiteX469" fmla="*/ 6940193 w 10321503"/>
              <a:gd name="connsiteY469" fmla="*/ 19506 h 5599766"/>
              <a:gd name="connsiteX470" fmla="*/ 6939578 w 10321503"/>
              <a:gd name="connsiteY470" fmla="*/ 19147 h 5599766"/>
              <a:gd name="connsiteX471" fmla="*/ 6936048 w 10321503"/>
              <a:gd name="connsiteY471" fmla="*/ 13006 h 5599766"/>
              <a:gd name="connsiteX472" fmla="*/ 6936048 w 10321503"/>
              <a:gd name="connsiteY472" fmla="*/ 12340 h 5599766"/>
              <a:gd name="connsiteX473" fmla="*/ 6939578 w 10321503"/>
              <a:gd name="connsiteY473" fmla="*/ 6199 h 5599766"/>
              <a:gd name="connsiteX474" fmla="*/ 6940193 w 10321503"/>
              <a:gd name="connsiteY474" fmla="*/ 5841 h 5599766"/>
              <a:gd name="connsiteX475" fmla="*/ 6947256 w 10321503"/>
              <a:gd name="connsiteY475" fmla="*/ 5841 h 5599766"/>
              <a:gd name="connsiteX476" fmla="*/ 6947870 w 10321503"/>
              <a:gd name="connsiteY476" fmla="*/ 6199 h 5599766"/>
              <a:gd name="connsiteX477" fmla="*/ 6951402 w 10321503"/>
              <a:gd name="connsiteY477" fmla="*/ 12340 h 5599766"/>
              <a:gd name="connsiteX478" fmla="*/ 6951402 w 10321503"/>
              <a:gd name="connsiteY478" fmla="*/ 13006 h 5599766"/>
              <a:gd name="connsiteX479" fmla="*/ 6947870 w 10321503"/>
              <a:gd name="connsiteY479" fmla="*/ 19147 h 5599766"/>
              <a:gd name="connsiteX480" fmla="*/ 6947256 w 10321503"/>
              <a:gd name="connsiteY480" fmla="*/ 19506 h 5599766"/>
              <a:gd name="connsiteX481" fmla="*/ 7145328 w 10321503"/>
              <a:gd name="connsiteY481" fmla="*/ 19506 h 5599766"/>
              <a:gd name="connsiteX482" fmla="*/ 7138264 w 10321503"/>
              <a:gd name="connsiteY482" fmla="*/ 19506 h 5599766"/>
              <a:gd name="connsiteX483" fmla="*/ 7137650 w 10321503"/>
              <a:gd name="connsiteY483" fmla="*/ 19147 h 5599766"/>
              <a:gd name="connsiteX484" fmla="*/ 7134118 w 10321503"/>
              <a:gd name="connsiteY484" fmla="*/ 13006 h 5599766"/>
              <a:gd name="connsiteX485" fmla="*/ 7134118 w 10321503"/>
              <a:gd name="connsiteY485" fmla="*/ 12340 h 5599766"/>
              <a:gd name="connsiteX486" fmla="*/ 7137650 w 10321503"/>
              <a:gd name="connsiteY486" fmla="*/ 6199 h 5599766"/>
              <a:gd name="connsiteX487" fmla="*/ 7138264 w 10321503"/>
              <a:gd name="connsiteY487" fmla="*/ 5841 h 5599766"/>
              <a:gd name="connsiteX488" fmla="*/ 7145328 w 10321503"/>
              <a:gd name="connsiteY488" fmla="*/ 5841 h 5599766"/>
              <a:gd name="connsiteX489" fmla="*/ 7145942 w 10321503"/>
              <a:gd name="connsiteY489" fmla="*/ 6199 h 5599766"/>
              <a:gd name="connsiteX490" fmla="*/ 7149474 w 10321503"/>
              <a:gd name="connsiteY490" fmla="*/ 12340 h 5599766"/>
              <a:gd name="connsiteX491" fmla="*/ 7149474 w 10321503"/>
              <a:gd name="connsiteY491" fmla="*/ 13006 h 5599766"/>
              <a:gd name="connsiteX492" fmla="*/ 7145942 w 10321503"/>
              <a:gd name="connsiteY492" fmla="*/ 19147 h 5599766"/>
              <a:gd name="connsiteX493" fmla="*/ 7145328 w 10321503"/>
              <a:gd name="connsiteY493" fmla="*/ 19506 h 5599766"/>
              <a:gd name="connsiteX494" fmla="*/ 7343736 w 10321503"/>
              <a:gd name="connsiteY494" fmla="*/ 19506 h 5599766"/>
              <a:gd name="connsiteX495" fmla="*/ 7336672 w 10321503"/>
              <a:gd name="connsiteY495" fmla="*/ 19506 h 5599766"/>
              <a:gd name="connsiteX496" fmla="*/ 7336057 w 10321503"/>
              <a:gd name="connsiteY496" fmla="*/ 19147 h 5599766"/>
              <a:gd name="connsiteX497" fmla="*/ 7332525 w 10321503"/>
              <a:gd name="connsiteY497" fmla="*/ 13006 h 5599766"/>
              <a:gd name="connsiteX498" fmla="*/ 7332525 w 10321503"/>
              <a:gd name="connsiteY498" fmla="*/ 12340 h 5599766"/>
              <a:gd name="connsiteX499" fmla="*/ 7336057 w 10321503"/>
              <a:gd name="connsiteY499" fmla="*/ 6199 h 5599766"/>
              <a:gd name="connsiteX500" fmla="*/ 7336672 w 10321503"/>
              <a:gd name="connsiteY500" fmla="*/ 5841 h 5599766"/>
              <a:gd name="connsiteX501" fmla="*/ 7343736 w 10321503"/>
              <a:gd name="connsiteY501" fmla="*/ 5841 h 5599766"/>
              <a:gd name="connsiteX502" fmla="*/ 7344348 w 10321503"/>
              <a:gd name="connsiteY502" fmla="*/ 6199 h 5599766"/>
              <a:gd name="connsiteX503" fmla="*/ 7347881 w 10321503"/>
              <a:gd name="connsiteY503" fmla="*/ 12340 h 5599766"/>
              <a:gd name="connsiteX504" fmla="*/ 7347881 w 10321503"/>
              <a:gd name="connsiteY504" fmla="*/ 13006 h 5599766"/>
              <a:gd name="connsiteX505" fmla="*/ 7344348 w 10321503"/>
              <a:gd name="connsiteY505" fmla="*/ 19147 h 5599766"/>
              <a:gd name="connsiteX506" fmla="*/ 7343736 w 10321503"/>
              <a:gd name="connsiteY506" fmla="*/ 19506 h 5599766"/>
              <a:gd name="connsiteX507" fmla="*/ 7541951 w 10321503"/>
              <a:gd name="connsiteY507" fmla="*/ 19506 h 5599766"/>
              <a:gd name="connsiteX508" fmla="*/ 7534889 w 10321503"/>
              <a:gd name="connsiteY508" fmla="*/ 19506 h 5599766"/>
              <a:gd name="connsiteX509" fmla="*/ 7534275 w 10321503"/>
              <a:gd name="connsiteY509" fmla="*/ 19147 h 5599766"/>
              <a:gd name="connsiteX510" fmla="*/ 7530743 w 10321503"/>
              <a:gd name="connsiteY510" fmla="*/ 13006 h 5599766"/>
              <a:gd name="connsiteX511" fmla="*/ 7530743 w 10321503"/>
              <a:gd name="connsiteY511" fmla="*/ 12340 h 5599766"/>
              <a:gd name="connsiteX512" fmla="*/ 7534275 w 10321503"/>
              <a:gd name="connsiteY512" fmla="*/ 6199 h 5599766"/>
              <a:gd name="connsiteX513" fmla="*/ 7534889 w 10321503"/>
              <a:gd name="connsiteY513" fmla="*/ 5841 h 5599766"/>
              <a:gd name="connsiteX514" fmla="*/ 7541951 w 10321503"/>
              <a:gd name="connsiteY514" fmla="*/ 5841 h 5599766"/>
              <a:gd name="connsiteX515" fmla="*/ 7542566 w 10321503"/>
              <a:gd name="connsiteY515" fmla="*/ 6199 h 5599766"/>
              <a:gd name="connsiteX516" fmla="*/ 7546098 w 10321503"/>
              <a:gd name="connsiteY516" fmla="*/ 12340 h 5599766"/>
              <a:gd name="connsiteX517" fmla="*/ 7546098 w 10321503"/>
              <a:gd name="connsiteY517" fmla="*/ 13006 h 5599766"/>
              <a:gd name="connsiteX518" fmla="*/ 7542566 w 10321503"/>
              <a:gd name="connsiteY518" fmla="*/ 19147 h 5599766"/>
              <a:gd name="connsiteX519" fmla="*/ 7541951 w 10321503"/>
              <a:gd name="connsiteY519" fmla="*/ 19506 h 5599766"/>
              <a:gd name="connsiteX520" fmla="*/ 7740104 w 10321503"/>
              <a:gd name="connsiteY520" fmla="*/ 19506 h 5599766"/>
              <a:gd name="connsiteX521" fmla="*/ 7733041 w 10321503"/>
              <a:gd name="connsiteY521" fmla="*/ 19506 h 5599766"/>
              <a:gd name="connsiteX522" fmla="*/ 7732427 w 10321503"/>
              <a:gd name="connsiteY522" fmla="*/ 19147 h 5599766"/>
              <a:gd name="connsiteX523" fmla="*/ 7728895 w 10321503"/>
              <a:gd name="connsiteY523" fmla="*/ 13006 h 5599766"/>
              <a:gd name="connsiteX524" fmla="*/ 7728895 w 10321503"/>
              <a:gd name="connsiteY524" fmla="*/ 12340 h 5599766"/>
              <a:gd name="connsiteX525" fmla="*/ 7732427 w 10321503"/>
              <a:gd name="connsiteY525" fmla="*/ 6199 h 5599766"/>
              <a:gd name="connsiteX526" fmla="*/ 7733041 w 10321503"/>
              <a:gd name="connsiteY526" fmla="*/ 5841 h 5599766"/>
              <a:gd name="connsiteX527" fmla="*/ 7740104 w 10321503"/>
              <a:gd name="connsiteY527" fmla="*/ 5841 h 5599766"/>
              <a:gd name="connsiteX528" fmla="*/ 7740718 w 10321503"/>
              <a:gd name="connsiteY528" fmla="*/ 6199 h 5599766"/>
              <a:gd name="connsiteX529" fmla="*/ 7744250 w 10321503"/>
              <a:gd name="connsiteY529" fmla="*/ 12340 h 5599766"/>
              <a:gd name="connsiteX530" fmla="*/ 7744250 w 10321503"/>
              <a:gd name="connsiteY530" fmla="*/ 13006 h 5599766"/>
              <a:gd name="connsiteX531" fmla="*/ 7740718 w 10321503"/>
              <a:gd name="connsiteY531" fmla="*/ 19147 h 5599766"/>
              <a:gd name="connsiteX532" fmla="*/ 7740104 w 10321503"/>
              <a:gd name="connsiteY532" fmla="*/ 19506 h 5599766"/>
              <a:gd name="connsiteX533" fmla="*/ 7938285 w 10321503"/>
              <a:gd name="connsiteY533" fmla="*/ 19506 h 5599766"/>
              <a:gd name="connsiteX534" fmla="*/ 7931220 w 10321503"/>
              <a:gd name="connsiteY534" fmla="*/ 19506 h 5599766"/>
              <a:gd name="connsiteX535" fmla="*/ 7930607 w 10321503"/>
              <a:gd name="connsiteY535" fmla="*/ 19147 h 5599766"/>
              <a:gd name="connsiteX536" fmla="*/ 7927076 w 10321503"/>
              <a:gd name="connsiteY536" fmla="*/ 13006 h 5599766"/>
              <a:gd name="connsiteX537" fmla="*/ 7927076 w 10321503"/>
              <a:gd name="connsiteY537" fmla="*/ 12340 h 5599766"/>
              <a:gd name="connsiteX538" fmla="*/ 7930607 w 10321503"/>
              <a:gd name="connsiteY538" fmla="*/ 6199 h 5599766"/>
              <a:gd name="connsiteX539" fmla="*/ 7931220 w 10321503"/>
              <a:gd name="connsiteY539" fmla="*/ 5841 h 5599766"/>
              <a:gd name="connsiteX540" fmla="*/ 7938285 w 10321503"/>
              <a:gd name="connsiteY540" fmla="*/ 5841 h 5599766"/>
              <a:gd name="connsiteX541" fmla="*/ 7938899 w 10321503"/>
              <a:gd name="connsiteY541" fmla="*/ 6199 h 5599766"/>
              <a:gd name="connsiteX542" fmla="*/ 7942430 w 10321503"/>
              <a:gd name="connsiteY542" fmla="*/ 12340 h 5599766"/>
              <a:gd name="connsiteX543" fmla="*/ 7942430 w 10321503"/>
              <a:gd name="connsiteY543" fmla="*/ 13006 h 5599766"/>
              <a:gd name="connsiteX544" fmla="*/ 7938899 w 10321503"/>
              <a:gd name="connsiteY544" fmla="*/ 19147 h 5599766"/>
              <a:gd name="connsiteX545" fmla="*/ 7938285 w 10321503"/>
              <a:gd name="connsiteY545" fmla="*/ 19506 h 5599766"/>
              <a:gd name="connsiteX546" fmla="*/ 8136595 w 10321503"/>
              <a:gd name="connsiteY546" fmla="*/ 19506 h 5599766"/>
              <a:gd name="connsiteX547" fmla="*/ 8129533 w 10321503"/>
              <a:gd name="connsiteY547" fmla="*/ 19506 h 5599766"/>
              <a:gd name="connsiteX548" fmla="*/ 8128918 w 10321503"/>
              <a:gd name="connsiteY548" fmla="*/ 19147 h 5599766"/>
              <a:gd name="connsiteX549" fmla="*/ 8125386 w 10321503"/>
              <a:gd name="connsiteY549" fmla="*/ 13006 h 5599766"/>
              <a:gd name="connsiteX550" fmla="*/ 8125386 w 10321503"/>
              <a:gd name="connsiteY550" fmla="*/ 12340 h 5599766"/>
              <a:gd name="connsiteX551" fmla="*/ 8128918 w 10321503"/>
              <a:gd name="connsiteY551" fmla="*/ 6199 h 5599766"/>
              <a:gd name="connsiteX552" fmla="*/ 8129533 w 10321503"/>
              <a:gd name="connsiteY552" fmla="*/ 5841 h 5599766"/>
              <a:gd name="connsiteX553" fmla="*/ 8136595 w 10321503"/>
              <a:gd name="connsiteY553" fmla="*/ 5841 h 5599766"/>
              <a:gd name="connsiteX554" fmla="*/ 8137210 w 10321503"/>
              <a:gd name="connsiteY554" fmla="*/ 6199 h 5599766"/>
              <a:gd name="connsiteX555" fmla="*/ 8140742 w 10321503"/>
              <a:gd name="connsiteY555" fmla="*/ 12340 h 5599766"/>
              <a:gd name="connsiteX556" fmla="*/ 8140742 w 10321503"/>
              <a:gd name="connsiteY556" fmla="*/ 13006 h 5599766"/>
              <a:gd name="connsiteX557" fmla="*/ 8137210 w 10321503"/>
              <a:gd name="connsiteY557" fmla="*/ 19147 h 5599766"/>
              <a:gd name="connsiteX558" fmla="*/ 8136595 w 10321503"/>
              <a:gd name="connsiteY558" fmla="*/ 19506 h 5599766"/>
              <a:gd name="connsiteX559" fmla="*/ 8334928 w 10321503"/>
              <a:gd name="connsiteY559" fmla="*/ 19506 h 5599766"/>
              <a:gd name="connsiteX560" fmla="*/ 8327864 w 10321503"/>
              <a:gd name="connsiteY560" fmla="*/ 19506 h 5599766"/>
              <a:gd name="connsiteX561" fmla="*/ 8327250 w 10321503"/>
              <a:gd name="connsiteY561" fmla="*/ 19147 h 5599766"/>
              <a:gd name="connsiteX562" fmla="*/ 8323718 w 10321503"/>
              <a:gd name="connsiteY562" fmla="*/ 13006 h 5599766"/>
              <a:gd name="connsiteX563" fmla="*/ 8323718 w 10321503"/>
              <a:gd name="connsiteY563" fmla="*/ 12340 h 5599766"/>
              <a:gd name="connsiteX564" fmla="*/ 8327250 w 10321503"/>
              <a:gd name="connsiteY564" fmla="*/ 6199 h 5599766"/>
              <a:gd name="connsiteX565" fmla="*/ 8327864 w 10321503"/>
              <a:gd name="connsiteY565" fmla="*/ 5841 h 5599766"/>
              <a:gd name="connsiteX566" fmla="*/ 8334928 w 10321503"/>
              <a:gd name="connsiteY566" fmla="*/ 5841 h 5599766"/>
              <a:gd name="connsiteX567" fmla="*/ 8335542 w 10321503"/>
              <a:gd name="connsiteY567" fmla="*/ 6199 h 5599766"/>
              <a:gd name="connsiteX568" fmla="*/ 8339073 w 10321503"/>
              <a:gd name="connsiteY568" fmla="*/ 12340 h 5599766"/>
              <a:gd name="connsiteX569" fmla="*/ 8339073 w 10321503"/>
              <a:gd name="connsiteY569" fmla="*/ 13006 h 5599766"/>
              <a:gd name="connsiteX570" fmla="*/ 8335542 w 10321503"/>
              <a:gd name="connsiteY570" fmla="*/ 19147 h 5599766"/>
              <a:gd name="connsiteX571" fmla="*/ 8334928 w 10321503"/>
              <a:gd name="connsiteY571" fmla="*/ 19506 h 5599766"/>
              <a:gd name="connsiteX572" fmla="*/ 8731303 w 10321503"/>
              <a:gd name="connsiteY572" fmla="*/ 19506 h 5599766"/>
              <a:gd name="connsiteX573" fmla="*/ 8724239 w 10321503"/>
              <a:gd name="connsiteY573" fmla="*/ 19506 h 5599766"/>
              <a:gd name="connsiteX574" fmla="*/ 8723624 w 10321503"/>
              <a:gd name="connsiteY574" fmla="*/ 19147 h 5599766"/>
              <a:gd name="connsiteX575" fmla="*/ 8720094 w 10321503"/>
              <a:gd name="connsiteY575" fmla="*/ 13006 h 5599766"/>
              <a:gd name="connsiteX576" fmla="*/ 8720094 w 10321503"/>
              <a:gd name="connsiteY576" fmla="*/ 12340 h 5599766"/>
              <a:gd name="connsiteX577" fmla="*/ 8720158 w 10321503"/>
              <a:gd name="connsiteY577" fmla="*/ 12230 h 5599766"/>
              <a:gd name="connsiteX578" fmla="*/ 8720158 w 10321503"/>
              <a:gd name="connsiteY578" fmla="*/ 12187 h 5599766"/>
              <a:gd name="connsiteX579" fmla="*/ 8723688 w 10321503"/>
              <a:gd name="connsiteY579" fmla="*/ 6045 h 5599766"/>
              <a:gd name="connsiteX580" fmla="*/ 8724302 w 10321503"/>
              <a:gd name="connsiteY580" fmla="*/ 5687 h 5599766"/>
              <a:gd name="connsiteX581" fmla="*/ 8731366 w 10321503"/>
              <a:gd name="connsiteY581" fmla="*/ 5687 h 5599766"/>
              <a:gd name="connsiteX582" fmla="*/ 8731980 w 10321503"/>
              <a:gd name="connsiteY582" fmla="*/ 6045 h 5599766"/>
              <a:gd name="connsiteX583" fmla="*/ 8735511 w 10321503"/>
              <a:gd name="connsiteY583" fmla="*/ 12187 h 5599766"/>
              <a:gd name="connsiteX584" fmla="*/ 8735511 w 10321503"/>
              <a:gd name="connsiteY584" fmla="*/ 12852 h 5599766"/>
              <a:gd name="connsiteX585" fmla="*/ 8735449 w 10321503"/>
              <a:gd name="connsiteY585" fmla="*/ 12961 h 5599766"/>
              <a:gd name="connsiteX586" fmla="*/ 8735449 w 10321503"/>
              <a:gd name="connsiteY586" fmla="*/ 13006 h 5599766"/>
              <a:gd name="connsiteX587" fmla="*/ 8731917 w 10321503"/>
              <a:gd name="connsiteY587" fmla="*/ 19147 h 5599766"/>
              <a:gd name="connsiteX588" fmla="*/ 8731303 w 10321503"/>
              <a:gd name="connsiteY588" fmla="*/ 19506 h 5599766"/>
              <a:gd name="connsiteX589" fmla="*/ 1002428 w 10321503"/>
              <a:gd name="connsiteY589" fmla="*/ 182838 h 5599766"/>
              <a:gd name="connsiteX590" fmla="*/ 995366 w 10321503"/>
              <a:gd name="connsiteY590" fmla="*/ 182838 h 5599766"/>
              <a:gd name="connsiteX591" fmla="*/ 994752 w 10321503"/>
              <a:gd name="connsiteY591" fmla="*/ 182479 h 5599766"/>
              <a:gd name="connsiteX592" fmla="*/ 991220 w 10321503"/>
              <a:gd name="connsiteY592" fmla="*/ 176337 h 5599766"/>
              <a:gd name="connsiteX593" fmla="*/ 991220 w 10321503"/>
              <a:gd name="connsiteY593" fmla="*/ 175672 h 5599766"/>
              <a:gd name="connsiteX594" fmla="*/ 994752 w 10321503"/>
              <a:gd name="connsiteY594" fmla="*/ 169530 h 5599766"/>
              <a:gd name="connsiteX595" fmla="*/ 995366 w 10321503"/>
              <a:gd name="connsiteY595" fmla="*/ 169172 h 5599766"/>
              <a:gd name="connsiteX596" fmla="*/ 1002428 w 10321503"/>
              <a:gd name="connsiteY596" fmla="*/ 169172 h 5599766"/>
              <a:gd name="connsiteX597" fmla="*/ 1003042 w 10321503"/>
              <a:gd name="connsiteY597" fmla="*/ 169530 h 5599766"/>
              <a:gd name="connsiteX598" fmla="*/ 1006574 w 10321503"/>
              <a:gd name="connsiteY598" fmla="*/ 175672 h 5599766"/>
              <a:gd name="connsiteX599" fmla="*/ 1006574 w 10321503"/>
              <a:gd name="connsiteY599" fmla="*/ 176337 h 5599766"/>
              <a:gd name="connsiteX600" fmla="*/ 1003042 w 10321503"/>
              <a:gd name="connsiteY600" fmla="*/ 182479 h 5599766"/>
              <a:gd name="connsiteX601" fmla="*/ 1002428 w 10321503"/>
              <a:gd name="connsiteY601" fmla="*/ 182838 h 5599766"/>
              <a:gd name="connsiteX602" fmla="*/ 1795378 w 10321503"/>
              <a:gd name="connsiteY602" fmla="*/ 182840 h 5599766"/>
              <a:gd name="connsiteX603" fmla="*/ 1788315 w 10321503"/>
              <a:gd name="connsiteY603" fmla="*/ 182840 h 5599766"/>
              <a:gd name="connsiteX604" fmla="*/ 1787701 w 10321503"/>
              <a:gd name="connsiteY604" fmla="*/ 182482 h 5599766"/>
              <a:gd name="connsiteX605" fmla="*/ 1784170 w 10321503"/>
              <a:gd name="connsiteY605" fmla="*/ 176340 h 5599766"/>
              <a:gd name="connsiteX606" fmla="*/ 1784170 w 10321503"/>
              <a:gd name="connsiteY606" fmla="*/ 175674 h 5599766"/>
              <a:gd name="connsiteX607" fmla="*/ 1787701 w 10321503"/>
              <a:gd name="connsiteY607" fmla="*/ 169533 h 5599766"/>
              <a:gd name="connsiteX608" fmla="*/ 1788315 w 10321503"/>
              <a:gd name="connsiteY608" fmla="*/ 169175 h 5599766"/>
              <a:gd name="connsiteX609" fmla="*/ 1795378 w 10321503"/>
              <a:gd name="connsiteY609" fmla="*/ 169175 h 5599766"/>
              <a:gd name="connsiteX610" fmla="*/ 1795992 w 10321503"/>
              <a:gd name="connsiteY610" fmla="*/ 169533 h 5599766"/>
              <a:gd name="connsiteX611" fmla="*/ 1799524 w 10321503"/>
              <a:gd name="connsiteY611" fmla="*/ 175674 h 5599766"/>
              <a:gd name="connsiteX612" fmla="*/ 1799524 w 10321503"/>
              <a:gd name="connsiteY612" fmla="*/ 176340 h 5599766"/>
              <a:gd name="connsiteX613" fmla="*/ 1795992 w 10321503"/>
              <a:gd name="connsiteY613" fmla="*/ 182482 h 5599766"/>
              <a:gd name="connsiteX614" fmla="*/ 1795378 w 10321503"/>
              <a:gd name="connsiteY614" fmla="*/ 182840 h 5599766"/>
              <a:gd name="connsiteX615" fmla="*/ 605979 w 10321503"/>
              <a:gd name="connsiteY615" fmla="*/ 182857 h 5599766"/>
              <a:gd name="connsiteX616" fmla="*/ 598916 w 10321503"/>
              <a:gd name="connsiteY616" fmla="*/ 182857 h 5599766"/>
              <a:gd name="connsiteX617" fmla="*/ 598302 w 10321503"/>
              <a:gd name="connsiteY617" fmla="*/ 182498 h 5599766"/>
              <a:gd name="connsiteX618" fmla="*/ 594770 w 10321503"/>
              <a:gd name="connsiteY618" fmla="*/ 176356 h 5599766"/>
              <a:gd name="connsiteX619" fmla="*/ 594770 w 10321503"/>
              <a:gd name="connsiteY619" fmla="*/ 175691 h 5599766"/>
              <a:gd name="connsiteX620" fmla="*/ 598302 w 10321503"/>
              <a:gd name="connsiteY620" fmla="*/ 169549 h 5599766"/>
              <a:gd name="connsiteX621" fmla="*/ 598916 w 10321503"/>
              <a:gd name="connsiteY621" fmla="*/ 169191 h 5599766"/>
              <a:gd name="connsiteX622" fmla="*/ 605979 w 10321503"/>
              <a:gd name="connsiteY622" fmla="*/ 169191 h 5599766"/>
              <a:gd name="connsiteX623" fmla="*/ 606593 w 10321503"/>
              <a:gd name="connsiteY623" fmla="*/ 169549 h 5599766"/>
              <a:gd name="connsiteX624" fmla="*/ 610125 w 10321503"/>
              <a:gd name="connsiteY624" fmla="*/ 175691 h 5599766"/>
              <a:gd name="connsiteX625" fmla="*/ 610125 w 10321503"/>
              <a:gd name="connsiteY625" fmla="*/ 176356 h 5599766"/>
              <a:gd name="connsiteX626" fmla="*/ 606593 w 10321503"/>
              <a:gd name="connsiteY626" fmla="*/ 182498 h 5599766"/>
              <a:gd name="connsiteX627" fmla="*/ 605979 w 10321503"/>
              <a:gd name="connsiteY627" fmla="*/ 182857 h 5599766"/>
              <a:gd name="connsiteX628" fmla="*/ 1200704 w 10321503"/>
              <a:gd name="connsiteY628" fmla="*/ 182857 h 5599766"/>
              <a:gd name="connsiteX629" fmla="*/ 1193642 w 10321503"/>
              <a:gd name="connsiteY629" fmla="*/ 182857 h 5599766"/>
              <a:gd name="connsiteX630" fmla="*/ 1193028 w 10321503"/>
              <a:gd name="connsiteY630" fmla="*/ 182499 h 5599766"/>
              <a:gd name="connsiteX631" fmla="*/ 1189495 w 10321503"/>
              <a:gd name="connsiteY631" fmla="*/ 176356 h 5599766"/>
              <a:gd name="connsiteX632" fmla="*/ 1189495 w 10321503"/>
              <a:gd name="connsiteY632" fmla="*/ 175691 h 5599766"/>
              <a:gd name="connsiteX633" fmla="*/ 1193028 w 10321503"/>
              <a:gd name="connsiteY633" fmla="*/ 169549 h 5599766"/>
              <a:gd name="connsiteX634" fmla="*/ 1193642 w 10321503"/>
              <a:gd name="connsiteY634" fmla="*/ 169191 h 5599766"/>
              <a:gd name="connsiteX635" fmla="*/ 1200704 w 10321503"/>
              <a:gd name="connsiteY635" fmla="*/ 169191 h 5599766"/>
              <a:gd name="connsiteX636" fmla="*/ 1201318 w 10321503"/>
              <a:gd name="connsiteY636" fmla="*/ 169549 h 5599766"/>
              <a:gd name="connsiteX637" fmla="*/ 1204850 w 10321503"/>
              <a:gd name="connsiteY637" fmla="*/ 175691 h 5599766"/>
              <a:gd name="connsiteX638" fmla="*/ 1204850 w 10321503"/>
              <a:gd name="connsiteY638" fmla="*/ 176356 h 5599766"/>
              <a:gd name="connsiteX639" fmla="*/ 1201318 w 10321503"/>
              <a:gd name="connsiteY639" fmla="*/ 182499 h 5599766"/>
              <a:gd name="connsiteX640" fmla="*/ 1200704 w 10321503"/>
              <a:gd name="connsiteY640" fmla="*/ 182857 h 5599766"/>
              <a:gd name="connsiteX641" fmla="*/ 407754 w 10321503"/>
              <a:gd name="connsiteY641" fmla="*/ 182861 h 5599766"/>
              <a:gd name="connsiteX642" fmla="*/ 400692 w 10321503"/>
              <a:gd name="connsiteY642" fmla="*/ 182861 h 5599766"/>
              <a:gd name="connsiteX643" fmla="*/ 400078 w 10321503"/>
              <a:gd name="connsiteY643" fmla="*/ 182504 h 5599766"/>
              <a:gd name="connsiteX644" fmla="*/ 396546 w 10321503"/>
              <a:gd name="connsiteY644" fmla="*/ 176361 h 5599766"/>
              <a:gd name="connsiteX645" fmla="*/ 396546 w 10321503"/>
              <a:gd name="connsiteY645" fmla="*/ 175695 h 5599766"/>
              <a:gd name="connsiteX646" fmla="*/ 400078 w 10321503"/>
              <a:gd name="connsiteY646" fmla="*/ 169554 h 5599766"/>
              <a:gd name="connsiteX647" fmla="*/ 400692 w 10321503"/>
              <a:gd name="connsiteY647" fmla="*/ 169196 h 5599766"/>
              <a:gd name="connsiteX648" fmla="*/ 407754 w 10321503"/>
              <a:gd name="connsiteY648" fmla="*/ 169196 h 5599766"/>
              <a:gd name="connsiteX649" fmla="*/ 408369 w 10321503"/>
              <a:gd name="connsiteY649" fmla="*/ 169554 h 5599766"/>
              <a:gd name="connsiteX650" fmla="*/ 411900 w 10321503"/>
              <a:gd name="connsiteY650" fmla="*/ 175695 h 5599766"/>
              <a:gd name="connsiteX651" fmla="*/ 411900 w 10321503"/>
              <a:gd name="connsiteY651" fmla="*/ 176361 h 5599766"/>
              <a:gd name="connsiteX652" fmla="*/ 408369 w 10321503"/>
              <a:gd name="connsiteY652" fmla="*/ 182504 h 5599766"/>
              <a:gd name="connsiteX653" fmla="*/ 407754 w 10321503"/>
              <a:gd name="connsiteY653" fmla="*/ 182861 h 5599766"/>
              <a:gd name="connsiteX654" fmla="*/ 11254 w 10321503"/>
              <a:gd name="connsiteY654" fmla="*/ 182866 h 5599766"/>
              <a:gd name="connsiteX655" fmla="*/ 4192 w 10321503"/>
              <a:gd name="connsiteY655" fmla="*/ 182866 h 5599766"/>
              <a:gd name="connsiteX656" fmla="*/ 3578 w 10321503"/>
              <a:gd name="connsiteY656" fmla="*/ 182508 h 5599766"/>
              <a:gd name="connsiteX657" fmla="*/ 46 w 10321503"/>
              <a:gd name="connsiteY657" fmla="*/ 176366 h 5599766"/>
              <a:gd name="connsiteX658" fmla="*/ 46 w 10321503"/>
              <a:gd name="connsiteY658" fmla="*/ 175700 h 5599766"/>
              <a:gd name="connsiteX659" fmla="*/ 3578 w 10321503"/>
              <a:gd name="connsiteY659" fmla="*/ 169558 h 5599766"/>
              <a:gd name="connsiteX660" fmla="*/ 4192 w 10321503"/>
              <a:gd name="connsiteY660" fmla="*/ 169200 h 5599766"/>
              <a:gd name="connsiteX661" fmla="*/ 11254 w 10321503"/>
              <a:gd name="connsiteY661" fmla="*/ 169200 h 5599766"/>
              <a:gd name="connsiteX662" fmla="*/ 11868 w 10321503"/>
              <a:gd name="connsiteY662" fmla="*/ 169558 h 5599766"/>
              <a:gd name="connsiteX663" fmla="*/ 15400 w 10321503"/>
              <a:gd name="connsiteY663" fmla="*/ 175700 h 5599766"/>
              <a:gd name="connsiteX664" fmla="*/ 15400 w 10321503"/>
              <a:gd name="connsiteY664" fmla="*/ 176366 h 5599766"/>
              <a:gd name="connsiteX665" fmla="*/ 11868 w 10321503"/>
              <a:gd name="connsiteY665" fmla="*/ 182508 h 5599766"/>
              <a:gd name="connsiteX666" fmla="*/ 11254 w 10321503"/>
              <a:gd name="connsiteY666" fmla="*/ 182866 h 5599766"/>
              <a:gd name="connsiteX667" fmla="*/ 804204 w 10321503"/>
              <a:gd name="connsiteY667" fmla="*/ 182876 h 5599766"/>
              <a:gd name="connsiteX668" fmla="*/ 797140 w 10321503"/>
              <a:gd name="connsiteY668" fmla="*/ 182876 h 5599766"/>
              <a:gd name="connsiteX669" fmla="*/ 796526 w 10321503"/>
              <a:gd name="connsiteY669" fmla="*/ 182517 h 5599766"/>
              <a:gd name="connsiteX670" fmla="*/ 792995 w 10321503"/>
              <a:gd name="connsiteY670" fmla="*/ 176375 h 5599766"/>
              <a:gd name="connsiteX671" fmla="*/ 792995 w 10321503"/>
              <a:gd name="connsiteY671" fmla="*/ 175709 h 5599766"/>
              <a:gd name="connsiteX672" fmla="*/ 796526 w 10321503"/>
              <a:gd name="connsiteY672" fmla="*/ 169567 h 5599766"/>
              <a:gd name="connsiteX673" fmla="*/ 797140 w 10321503"/>
              <a:gd name="connsiteY673" fmla="*/ 169210 h 5599766"/>
              <a:gd name="connsiteX674" fmla="*/ 804204 w 10321503"/>
              <a:gd name="connsiteY674" fmla="*/ 169210 h 5599766"/>
              <a:gd name="connsiteX675" fmla="*/ 804818 w 10321503"/>
              <a:gd name="connsiteY675" fmla="*/ 169567 h 5599766"/>
              <a:gd name="connsiteX676" fmla="*/ 808350 w 10321503"/>
              <a:gd name="connsiteY676" fmla="*/ 175709 h 5599766"/>
              <a:gd name="connsiteX677" fmla="*/ 808350 w 10321503"/>
              <a:gd name="connsiteY677" fmla="*/ 176375 h 5599766"/>
              <a:gd name="connsiteX678" fmla="*/ 804818 w 10321503"/>
              <a:gd name="connsiteY678" fmla="*/ 182517 h 5599766"/>
              <a:gd name="connsiteX679" fmla="*/ 804204 w 10321503"/>
              <a:gd name="connsiteY679" fmla="*/ 182876 h 5599766"/>
              <a:gd name="connsiteX680" fmla="*/ 1398928 w 10321503"/>
              <a:gd name="connsiteY680" fmla="*/ 182887 h 5599766"/>
              <a:gd name="connsiteX681" fmla="*/ 1391866 w 10321503"/>
              <a:gd name="connsiteY681" fmla="*/ 182887 h 5599766"/>
              <a:gd name="connsiteX682" fmla="*/ 1391252 w 10321503"/>
              <a:gd name="connsiteY682" fmla="*/ 182529 h 5599766"/>
              <a:gd name="connsiteX683" fmla="*/ 1387720 w 10321503"/>
              <a:gd name="connsiteY683" fmla="*/ 176387 h 5599766"/>
              <a:gd name="connsiteX684" fmla="*/ 1387720 w 10321503"/>
              <a:gd name="connsiteY684" fmla="*/ 175720 h 5599766"/>
              <a:gd name="connsiteX685" fmla="*/ 1391252 w 10321503"/>
              <a:gd name="connsiteY685" fmla="*/ 169580 h 5599766"/>
              <a:gd name="connsiteX686" fmla="*/ 1391866 w 10321503"/>
              <a:gd name="connsiteY686" fmla="*/ 169221 h 5599766"/>
              <a:gd name="connsiteX687" fmla="*/ 1398928 w 10321503"/>
              <a:gd name="connsiteY687" fmla="*/ 169221 h 5599766"/>
              <a:gd name="connsiteX688" fmla="*/ 1399544 w 10321503"/>
              <a:gd name="connsiteY688" fmla="*/ 169580 h 5599766"/>
              <a:gd name="connsiteX689" fmla="*/ 1403074 w 10321503"/>
              <a:gd name="connsiteY689" fmla="*/ 175720 h 5599766"/>
              <a:gd name="connsiteX690" fmla="*/ 1403074 w 10321503"/>
              <a:gd name="connsiteY690" fmla="*/ 176387 h 5599766"/>
              <a:gd name="connsiteX691" fmla="*/ 1399544 w 10321503"/>
              <a:gd name="connsiteY691" fmla="*/ 182529 h 5599766"/>
              <a:gd name="connsiteX692" fmla="*/ 1398928 w 10321503"/>
              <a:gd name="connsiteY692" fmla="*/ 182887 h 5599766"/>
              <a:gd name="connsiteX693" fmla="*/ 1597154 w 10321503"/>
              <a:gd name="connsiteY693" fmla="*/ 182888 h 5599766"/>
              <a:gd name="connsiteX694" fmla="*/ 1590090 w 10321503"/>
              <a:gd name="connsiteY694" fmla="*/ 182888 h 5599766"/>
              <a:gd name="connsiteX695" fmla="*/ 1589476 w 10321503"/>
              <a:gd name="connsiteY695" fmla="*/ 182529 h 5599766"/>
              <a:gd name="connsiteX696" fmla="*/ 1585944 w 10321503"/>
              <a:gd name="connsiteY696" fmla="*/ 176387 h 5599766"/>
              <a:gd name="connsiteX697" fmla="*/ 1585944 w 10321503"/>
              <a:gd name="connsiteY697" fmla="*/ 175722 h 5599766"/>
              <a:gd name="connsiteX698" fmla="*/ 1589476 w 10321503"/>
              <a:gd name="connsiteY698" fmla="*/ 169581 h 5599766"/>
              <a:gd name="connsiteX699" fmla="*/ 1590090 w 10321503"/>
              <a:gd name="connsiteY699" fmla="*/ 169222 h 5599766"/>
              <a:gd name="connsiteX700" fmla="*/ 1597154 w 10321503"/>
              <a:gd name="connsiteY700" fmla="*/ 169222 h 5599766"/>
              <a:gd name="connsiteX701" fmla="*/ 1597768 w 10321503"/>
              <a:gd name="connsiteY701" fmla="*/ 169581 h 5599766"/>
              <a:gd name="connsiteX702" fmla="*/ 1601298 w 10321503"/>
              <a:gd name="connsiteY702" fmla="*/ 175722 h 5599766"/>
              <a:gd name="connsiteX703" fmla="*/ 1601298 w 10321503"/>
              <a:gd name="connsiteY703" fmla="*/ 176387 h 5599766"/>
              <a:gd name="connsiteX704" fmla="*/ 1597768 w 10321503"/>
              <a:gd name="connsiteY704" fmla="*/ 182529 h 5599766"/>
              <a:gd name="connsiteX705" fmla="*/ 1597154 w 10321503"/>
              <a:gd name="connsiteY705" fmla="*/ 182888 h 5599766"/>
              <a:gd name="connsiteX706" fmla="*/ 209480 w 10321503"/>
              <a:gd name="connsiteY706" fmla="*/ 182892 h 5599766"/>
              <a:gd name="connsiteX707" fmla="*/ 202416 w 10321503"/>
              <a:gd name="connsiteY707" fmla="*/ 182892 h 5599766"/>
              <a:gd name="connsiteX708" fmla="*/ 201803 w 10321503"/>
              <a:gd name="connsiteY708" fmla="*/ 182534 h 5599766"/>
              <a:gd name="connsiteX709" fmla="*/ 198270 w 10321503"/>
              <a:gd name="connsiteY709" fmla="*/ 176392 h 5599766"/>
              <a:gd name="connsiteX710" fmla="*/ 198270 w 10321503"/>
              <a:gd name="connsiteY710" fmla="*/ 175726 h 5599766"/>
              <a:gd name="connsiteX711" fmla="*/ 201803 w 10321503"/>
              <a:gd name="connsiteY711" fmla="*/ 169585 h 5599766"/>
              <a:gd name="connsiteX712" fmla="*/ 202416 w 10321503"/>
              <a:gd name="connsiteY712" fmla="*/ 169227 h 5599766"/>
              <a:gd name="connsiteX713" fmla="*/ 209480 w 10321503"/>
              <a:gd name="connsiteY713" fmla="*/ 169227 h 5599766"/>
              <a:gd name="connsiteX714" fmla="*/ 210094 w 10321503"/>
              <a:gd name="connsiteY714" fmla="*/ 169585 h 5599766"/>
              <a:gd name="connsiteX715" fmla="*/ 213625 w 10321503"/>
              <a:gd name="connsiteY715" fmla="*/ 175726 h 5599766"/>
              <a:gd name="connsiteX716" fmla="*/ 213625 w 10321503"/>
              <a:gd name="connsiteY716" fmla="*/ 176392 h 5599766"/>
              <a:gd name="connsiteX717" fmla="*/ 210094 w 10321503"/>
              <a:gd name="connsiteY717" fmla="*/ 182534 h 5599766"/>
              <a:gd name="connsiteX718" fmla="*/ 209480 w 10321503"/>
              <a:gd name="connsiteY718" fmla="*/ 182892 h 5599766"/>
              <a:gd name="connsiteX719" fmla="*/ 1993654 w 10321503"/>
              <a:gd name="connsiteY719" fmla="*/ 182904 h 5599766"/>
              <a:gd name="connsiteX720" fmla="*/ 1986590 w 10321503"/>
              <a:gd name="connsiteY720" fmla="*/ 182904 h 5599766"/>
              <a:gd name="connsiteX721" fmla="*/ 1985976 w 10321503"/>
              <a:gd name="connsiteY721" fmla="*/ 182545 h 5599766"/>
              <a:gd name="connsiteX722" fmla="*/ 1982445 w 10321503"/>
              <a:gd name="connsiteY722" fmla="*/ 176403 h 5599766"/>
              <a:gd name="connsiteX723" fmla="*/ 1982445 w 10321503"/>
              <a:gd name="connsiteY723" fmla="*/ 175737 h 5599766"/>
              <a:gd name="connsiteX724" fmla="*/ 1985976 w 10321503"/>
              <a:gd name="connsiteY724" fmla="*/ 169596 h 5599766"/>
              <a:gd name="connsiteX725" fmla="*/ 1986590 w 10321503"/>
              <a:gd name="connsiteY725" fmla="*/ 169239 h 5599766"/>
              <a:gd name="connsiteX726" fmla="*/ 1993654 w 10321503"/>
              <a:gd name="connsiteY726" fmla="*/ 169239 h 5599766"/>
              <a:gd name="connsiteX727" fmla="*/ 1994268 w 10321503"/>
              <a:gd name="connsiteY727" fmla="*/ 169596 h 5599766"/>
              <a:gd name="connsiteX728" fmla="*/ 1997800 w 10321503"/>
              <a:gd name="connsiteY728" fmla="*/ 175737 h 5599766"/>
              <a:gd name="connsiteX729" fmla="*/ 1997800 w 10321503"/>
              <a:gd name="connsiteY729" fmla="*/ 176403 h 5599766"/>
              <a:gd name="connsiteX730" fmla="*/ 1994268 w 10321503"/>
              <a:gd name="connsiteY730" fmla="*/ 182545 h 5599766"/>
              <a:gd name="connsiteX731" fmla="*/ 1993654 w 10321503"/>
              <a:gd name="connsiteY731" fmla="*/ 182904 h 5599766"/>
              <a:gd name="connsiteX732" fmla="*/ 2189611 w 10321503"/>
              <a:gd name="connsiteY732" fmla="*/ 188608 h 5599766"/>
              <a:gd name="connsiteX733" fmla="*/ 2182548 w 10321503"/>
              <a:gd name="connsiteY733" fmla="*/ 188608 h 5599766"/>
              <a:gd name="connsiteX734" fmla="*/ 2181933 w 10321503"/>
              <a:gd name="connsiteY734" fmla="*/ 188250 h 5599766"/>
              <a:gd name="connsiteX735" fmla="*/ 2178401 w 10321503"/>
              <a:gd name="connsiteY735" fmla="*/ 182109 h 5599766"/>
              <a:gd name="connsiteX736" fmla="*/ 2178401 w 10321503"/>
              <a:gd name="connsiteY736" fmla="*/ 181443 h 5599766"/>
              <a:gd name="connsiteX737" fmla="*/ 2181933 w 10321503"/>
              <a:gd name="connsiteY737" fmla="*/ 175300 h 5599766"/>
              <a:gd name="connsiteX738" fmla="*/ 2182548 w 10321503"/>
              <a:gd name="connsiteY738" fmla="*/ 174943 h 5599766"/>
              <a:gd name="connsiteX739" fmla="*/ 2189611 w 10321503"/>
              <a:gd name="connsiteY739" fmla="*/ 174943 h 5599766"/>
              <a:gd name="connsiteX740" fmla="*/ 2190225 w 10321503"/>
              <a:gd name="connsiteY740" fmla="*/ 175300 h 5599766"/>
              <a:gd name="connsiteX741" fmla="*/ 2193757 w 10321503"/>
              <a:gd name="connsiteY741" fmla="*/ 181443 h 5599766"/>
              <a:gd name="connsiteX742" fmla="*/ 2193757 w 10321503"/>
              <a:gd name="connsiteY742" fmla="*/ 182109 h 5599766"/>
              <a:gd name="connsiteX743" fmla="*/ 2190225 w 10321503"/>
              <a:gd name="connsiteY743" fmla="*/ 188250 h 5599766"/>
              <a:gd name="connsiteX744" fmla="*/ 2189611 w 10321503"/>
              <a:gd name="connsiteY744" fmla="*/ 188608 h 5599766"/>
              <a:gd name="connsiteX745" fmla="*/ 2387835 w 10321503"/>
              <a:gd name="connsiteY745" fmla="*/ 188608 h 5599766"/>
              <a:gd name="connsiteX746" fmla="*/ 2380773 w 10321503"/>
              <a:gd name="connsiteY746" fmla="*/ 188608 h 5599766"/>
              <a:gd name="connsiteX747" fmla="*/ 2380159 w 10321503"/>
              <a:gd name="connsiteY747" fmla="*/ 188250 h 5599766"/>
              <a:gd name="connsiteX748" fmla="*/ 2376626 w 10321503"/>
              <a:gd name="connsiteY748" fmla="*/ 182109 h 5599766"/>
              <a:gd name="connsiteX749" fmla="*/ 2376626 w 10321503"/>
              <a:gd name="connsiteY749" fmla="*/ 181443 h 5599766"/>
              <a:gd name="connsiteX750" fmla="*/ 2380159 w 10321503"/>
              <a:gd name="connsiteY750" fmla="*/ 175300 h 5599766"/>
              <a:gd name="connsiteX751" fmla="*/ 2380773 w 10321503"/>
              <a:gd name="connsiteY751" fmla="*/ 174943 h 5599766"/>
              <a:gd name="connsiteX752" fmla="*/ 2387835 w 10321503"/>
              <a:gd name="connsiteY752" fmla="*/ 174943 h 5599766"/>
              <a:gd name="connsiteX753" fmla="*/ 2388449 w 10321503"/>
              <a:gd name="connsiteY753" fmla="*/ 175300 h 5599766"/>
              <a:gd name="connsiteX754" fmla="*/ 2391981 w 10321503"/>
              <a:gd name="connsiteY754" fmla="*/ 181443 h 5599766"/>
              <a:gd name="connsiteX755" fmla="*/ 2391981 w 10321503"/>
              <a:gd name="connsiteY755" fmla="*/ 182109 h 5599766"/>
              <a:gd name="connsiteX756" fmla="*/ 2388449 w 10321503"/>
              <a:gd name="connsiteY756" fmla="*/ 188250 h 5599766"/>
              <a:gd name="connsiteX757" fmla="*/ 2387835 w 10321503"/>
              <a:gd name="connsiteY757" fmla="*/ 188608 h 5599766"/>
              <a:gd name="connsiteX758" fmla="*/ 2586060 w 10321503"/>
              <a:gd name="connsiteY758" fmla="*/ 188608 h 5599766"/>
              <a:gd name="connsiteX759" fmla="*/ 2578998 w 10321503"/>
              <a:gd name="connsiteY759" fmla="*/ 188608 h 5599766"/>
              <a:gd name="connsiteX760" fmla="*/ 2578383 w 10321503"/>
              <a:gd name="connsiteY760" fmla="*/ 188250 h 5599766"/>
              <a:gd name="connsiteX761" fmla="*/ 2574850 w 10321503"/>
              <a:gd name="connsiteY761" fmla="*/ 182109 h 5599766"/>
              <a:gd name="connsiteX762" fmla="*/ 2574850 w 10321503"/>
              <a:gd name="connsiteY762" fmla="*/ 181443 h 5599766"/>
              <a:gd name="connsiteX763" fmla="*/ 2578383 w 10321503"/>
              <a:gd name="connsiteY763" fmla="*/ 175300 h 5599766"/>
              <a:gd name="connsiteX764" fmla="*/ 2578998 w 10321503"/>
              <a:gd name="connsiteY764" fmla="*/ 174943 h 5599766"/>
              <a:gd name="connsiteX765" fmla="*/ 2586060 w 10321503"/>
              <a:gd name="connsiteY765" fmla="*/ 174943 h 5599766"/>
              <a:gd name="connsiteX766" fmla="*/ 2586674 w 10321503"/>
              <a:gd name="connsiteY766" fmla="*/ 175300 h 5599766"/>
              <a:gd name="connsiteX767" fmla="*/ 2590205 w 10321503"/>
              <a:gd name="connsiteY767" fmla="*/ 181443 h 5599766"/>
              <a:gd name="connsiteX768" fmla="*/ 2590205 w 10321503"/>
              <a:gd name="connsiteY768" fmla="*/ 182109 h 5599766"/>
              <a:gd name="connsiteX769" fmla="*/ 2586674 w 10321503"/>
              <a:gd name="connsiteY769" fmla="*/ 188250 h 5599766"/>
              <a:gd name="connsiteX770" fmla="*/ 2586060 w 10321503"/>
              <a:gd name="connsiteY770" fmla="*/ 188608 h 5599766"/>
              <a:gd name="connsiteX771" fmla="*/ 2784284 w 10321503"/>
              <a:gd name="connsiteY771" fmla="*/ 188608 h 5599766"/>
              <a:gd name="connsiteX772" fmla="*/ 2777221 w 10321503"/>
              <a:gd name="connsiteY772" fmla="*/ 188608 h 5599766"/>
              <a:gd name="connsiteX773" fmla="*/ 2776607 w 10321503"/>
              <a:gd name="connsiteY773" fmla="*/ 188250 h 5599766"/>
              <a:gd name="connsiteX774" fmla="*/ 2773075 w 10321503"/>
              <a:gd name="connsiteY774" fmla="*/ 182109 h 5599766"/>
              <a:gd name="connsiteX775" fmla="*/ 2773075 w 10321503"/>
              <a:gd name="connsiteY775" fmla="*/ 181443 h 5599766"/>
              <a:gd name="connsiteX776" fmla="*/ 2776607 w 10321503"/>
              <a:gd name="connsiteY776" fmla="*/ 175300 h 5599766"/>
              <a:gd name="connsiteX777" fmla="*/ 2777221 w 10321503"/>
              <a:gd name="connsiteY777" fmla="*/ 174943 h 5599766"/>
              <a:gd name="connsiteX778" fmla="*/ 2784284 w 10321503"/>
              <a:gd name="connsiteY778" fmla="*/ 174943 h 5599766"/>
              <a:gd name="connsiteX779" fmla="*/ 2784898 w 10321503"/>
              <a:gd name="connsiteY779" fmla="*/ 175300 h 5599766"/>
              <a:gd name="connsiteX780" fmla="*/ 2788430 w 10321503"/>
              <a:gd name="connsiteY780" fmla="*/ 181443 h 5599766"/>
              <a:gd name="connsiteX781" fmla="*/ 2788430 w 10321503"/>
              <a:gd name="connsiteY781" fmla="*/ 182109 h 5599766"/>
              <a:gd name="connsiteX782" fmla="*/ 2784898 w 10321503"/>
              <a:gd name="connsiteY782" fmla="*/ 188250 h 5599766"/>
              <a:gd name="connsiteX783" fmla="*/ 2784284 w 10321503"/>
              <a:gd name="connsiteY783" fmla="*/ 188608 h 5599766"/>
              <a:gd name="connsiteX784" fmla="*/ 2982559 w 10321503"/>
              <a:gd name="connsiteY784" fmla="*/ 188608 h 5599766"/>
              <a:gd name="connsiteX785" fmla="*/ 2975496 w 10321503"/>
              <a:gd name="connsiteY785" fmla="*/ 188608 h 5599766"/>
              <a:gd name="connsiteX786" fmla="*/ 2974882 w 10321503"/>
              <a:gd name="connsiteY786" fmla="*/ 188250 h 5599766"/>
              <a:gd name="connsiteX787" fmla="*/ 2971351 w 10321503"/>
              <a:gd name="connsiteY787" fmla="*/ 182109 h 5599766"/>
              <a:gd name="connsiteX788" fmla="*/ 2971351 w 10321503"/>
              <a:gd name="connsiteY788" fmla="*/ 181443 h 5599766"/>
              <a:gd name="connsiteX789" fmla="*/ 2974882 w 10321503"/>
              <a:gd name="connsiteY789" fmla="*/ 175300 h 5599766"/>
              <a:gd name="connsiteX790" fmla="*/ 2975496 w 10321503"/>
              <a:gd name="connsiteY790" fmla="*/ 174943 h 5599766"/>
              <a:gd name="connsiteX791" fmla="*/ 2982559 w 10321503"/>
              <a:gd name="connsiteY791" fmla="*/ 174943 h 5599766"/>
              <a:gd name="connsiteX792" fmla="*/ 2983173 w 10321503"/>
              <a:gd name="connsiteY792" fmla="*/ 175300 h 5599766"/>
              <a:gd name="connsiteX793" fmla="*/ 2986706 w 10321503"/>
              <a:gd name="connsiteY793" fmla="*/ 181443 h 5599766"/>
              <a:gd name="connsiteX794" fmla="*/ 2986706 w 10321503"/>
              <a:gd name="connsiteY794" fmla="*/ 182109 h 5599766"/>
              <a:gd name="connsiteX795" fmla="*/ 2983173 w 10321503"/>
              <a:gd name="connsiteY795" fmla="*/ 188250 h 5599766"/>
              <a:gd name="connsiteX796" fmla="*/ 2982559 w 10321503"/>
              <a:gd name="connsiteY796" fmla="*/ 188608 h 5599766"/>
              <a:gd name="connsiteX797" fmla="*/ 3180784 w 10321503"/>
              <a:gd name="connsiteY797" fmla="*/ 188608 h 5599766"/>
              <a:gd name="connsiteX798" fmla="*/ 3173721 w 10321503"/>
              <a:gd name="connsiteY798" fmla="*/ 188608 h 5599766"/>
              <a:gd name="connsiteX799" fmla="*/ 3173107 w 10321503"/>
              <a:gd name="connsiteY799" fmla="*/ 188250 h 5599766"/>
              <a:gd name="connsiteX800" fmla="*/ 3169576 w 10321503"/>
              <a:gd name="connsiteY800" fmla="*/ 182109 h 5599766"/>
              <a:gd name="connsiteX801" fmla="*/ 3169576 w 10321503"/>
              <a:gd name="connsiteY801" fmla="*/ 181443 h 5599766"/>
              <a:gd name="connsiteX802" fmla="*/ 3173107 w 10321503"/>
              <a:gd name="connsiteY802" fmla="*/ 175300 h 5599766"/>
              <a:gd name="connsiteX803" fmla="*/ 3173721 w 10321503"/>
              <a:gd name="connsiteY803" fmla="*/ 174943 h 5599766"/>
              <a:gd name="connsiteX804" fmla="*/ 3180784 w 10321503"/>
              <a:gd name="connsiteY804" fmla="*/ 174943 h 5599766"/>
              <a:gd name="connsiteX805" fmla="*/ 3181398 w 10321503"/>
              <a:gd name="connsiteY805" fmla="*/ 175300 h 5599766"/>
              <a:gd name="connsiteX806" fmla="*/ 3184931 w 10321503"/>
              <a:gd name="connsiteY806" fmla="*/ 181443 h 5599766"/>
              <a:gd name="connsiteX807" fmla="*/ 3184931 w 10321503"/>
              <a:gd name="connsiteY807" fmla="*/ 182109 h 5599766"/>
              <a:gd name="connsiteX808" fmla="*/ 3181398 w 10321503"/>
              <a:gd name="connsiteY808" fmla="*/ 188250 h 5599766"/>
              <a:gd name="connsiteX809" fmla="*/ 3180784 w 10321503"/>
              <a:gd name="connsiteY809" fmla="*/ 188608 h 5599766"/>
              <a:gd name="connsiteX810" fmla="*/ 3379008 w 10321503"/>
              <a:gd name="connsiteY810" fmla="*/ 188608 h 5599766"/>
              <a:gd name="connsiteX811" fmla="*/ 3371947 w 10321503"/>
              <a:gd name="connsiteY811" fmla="*/ 188608 h 5599766"/>
              <a:gd name="connsiteX812" fmla="*/ 3371332 w 10321503"/>
              <a:gd name="connsiteY812" fmla="*/ 188250 h 5599766"/>
              <a:gd name="connsiteX813" fmla="*/ 3367800 w 10321503"/>
              <a:gd name="connsiteY813" fmla="*/ 182109 h 5599766"/>
              <a:gd name="connsiteX814" fmla="*/ 3367800 w 10321503"/>
              <a:gd name="connsiteY814" fmla="*/ 181443 h 5599766"/>
              <a:gd name="connsiteX815" fmla="*/ 3371332 w 10321503"/>
              <a:gd name="connsiteY815" fmla="*/ 175300 h 5599766"/>
              <a:gd name="connsiteX816" fmla="*/ 3371947 w 10321503"/>
              <a:gd name="connsiteY816" fmla="*/ 174943 h 5599766"/>
              <a:gd name="connsiteX817" fmla="*/ 3379008 w 10321503"/>
              <a:gd name="connsiteY817" fmla="*/ 174943 h 5599766"/>
              <a:gd name="connsiteX818" fmla="*/ 3379624 w 10321503"/>
              <a:gd name="connsiteY818" fmla="*/ 175300 h 5599766"/>
              <a:gd name="connsiteX819" fmla="*/ 3383155 w 10321503"/>
              <a:gd name="connsiteY819" fmla="*/ 181443 h 5599766"/>
              <a:gd name="connsiteX820" fmla="*/ 3383155 w 10321503"/>
              <a:gd name="connsiteY820" fmla="*/ 182109 h 5599766"/>
              <a:gd name="connsiteX821" fmla="*/ 3379624 w 10321503"/>
              <a:gd name="connsiteY821" fmla="*/ 188250 h 5599766"/>
              <a:gd name="connsiteX822" fmla="*/ 3379008 w 10321503"/>
              <a:gd name="connsiteY822" fmla="*/ 188608 h 5599766"/>
              <a:gd name="connsiteX823" fmla="*/ 3577234 w 10321503"/>
              <a:gd name="connsiteY823" fmla="*/ 188608 h 5599766"/>
              <a:gd name="connsiteX824" fmla="*/ 3570172 w 10321503"/>
              <a:gd name="connsiteY824" fmla="*/ 188608 h 5599766"/>
              <a:gd name="connsiteX825" fmla="*/ 3569557 w 10321503"/>
              <a:gd name="connsiteY825" fmla="*/ 188250 h 5599766"/>
              <a:gd name="connsiteX826" fmla="*/ 3566024 w 10321503"/>
              <a:gd name="connsiteY826" fmla="*/ 182109 h 5599766"/>
              <a:gd name="connsiteX827" fmla="*/ 3566024 w 10321503"/>
              <a:gd name="connsiteY827" fmla="*/ 181443 h 5599766"/>
              <a:gd name="connsiteX828" fmla="*/ 3569557 w 10321503"/>
              <a:gd name="connsiteY828" fmla="*/ 175300 h 5599766"/>
              <a:gd name="connsiteX829" fmla="*/ 3570172 w 10321503"/>
              <a:gd name="connsiteY829" fmla="*/ 174943 h 5599766"/>
              <a:gd name="connsiteX830" fmla="*/ 3577234 w 10321503"/>
              <a:gd name="connsiteY830" fmla="*/ 174943 h 5599766"/>
              <a:gd name="connsiteX831" fmla="*/ 3577848 w 10321503"/>
              <a:gd name="connsiteY831" fmla="*/ 175300 h 5599766"/>
              <a:gd name="connsiteX832" fmla="*/ 3581379 w 10321503"/>
              <a:gd name="connsiteY832" fmla="*/ 181443 h 5599766"/>
              <a:gd name="connsiteX833" fmla="*/ 3581379 w 10321503"/>
              <a:gd name="connsiteY833" fmla="*/ 182109 h 5599766"/>
              <a:gd name="connsiteX834" fmla="*/ 3577848 w 10321503"/>
              <a:gd name="connsiteY834" fmla="*/ 188250 h 5599766"/>
              <a:gd name="connsiteX835" fmla="*/ 3577234 w 10321503"/>
              <a:gd name="connsiteY835" fmla="*/ 188608 h 5599766"/>
              <a:gd name="connsiteX836" fmla="*/ 3775459 w 10321503"/>
              <a:gd name="connsiteY836" fmla="*/ 188608 h 5599766"/>
              <a:gd name="connsiteX837" fmla="*/ 3768396 w 10321503"/>
              <a:gd name="connsiteY837" fmla="*/ 188608 h 5599766"/>
              <a:gd name="connsiteX838" fmla="*/ 3767781 w 10321503"/>
              <a:gd name="connsiteY838" fmla="*/ 188250 h 5599766"/>
              <a:gd name="connsiteX839" fmla="*/ 3764249 w 10321503"/>
              <a:gd name="connsiteY839" fmla="*/ 182109 h 5599766"/>
              <a:gd name="connsiteX840" fmla="*/ 3764249 w 10321503"/>
              <a:gd name="connsiteY840" fmla="*/ 181443 h 5599766"/>
              <a:gd name="connsiteX841" fmla="*/ 3767781 w 10321503"/>
              <a:gd name="connsiteY841" fmla="*/ 175300 h 5599766"/>
              <a:gd name="connsiteX842" fmla="*/ 3768396 w 10321503"/>
              <a:gd name="connsiteY842" fmla="*/ 174943 h 5599766"/>
              <a:gd name="connsiteX843" fmla="*/ 3775459 w 10321503"/>
              <a:gd name="connsiteY843" fmla="*/ 174943 h 5599766"/>
              <a:gd name="connsiteX844" fmla="*/ 3776073 w 10321503"/>
              <a:gd name="connsiteY844" fmla="*/ 175300 h 5599766"/>
              <a:gd name="connsiteX845" fmla="*/ 3779604 w 10321503"/>
              <a:gd name="connsiteY845" fmla="*/ 181443 h 5599766"/>
              <a:gd name="connsiteX846" fmla="*/ 3779604 w 10321503"/>
              <a:gd name="connsiteY846" fmla="*/ 182109 h 5599766"/>
              <a:gd name="connsiteX847" fmla="*/ 3776073 w 10321503"/>
              <a:gd name="connsiteY847" fmla="*/ 188250 h 5599766"/>
              <a:gd name="connsiteX848" fmla="*/ 3775459 w 10321503"/>
              <a:gd name="connsiteY848" fmla="*/ 188608 h 5599766"/>
              <a:gd name="connsiteX849" fmla="*/ 3973734 w 10321503"/>
              <a:gd name="connsiteY849" fmla="*/ 188608 h 5599766"/>
              <a:gd name="connsiteX850" fmla="*/ 3966671 w 10321503"/>
              <a:gd name="connsiteY850" fmla="*/ 188608 h 5599766"/>
              <a:gd name="connsiteX851" fmla="*/ 3966057 w 10321503"/>
              <a:gd name="connsiteY851" fmla="*/ 188250 h 5599766"/>
              <a:gd name="connsiteX852" fmla="*/ 3962525 w 10321503"/>
              <a:gd name="connsiteY852" fmla="*/ 182109 h 5599766"/>
              <a:gd name="connsiteX853" fmla="*/ 3962525 w 10321503"/>
              <a:gd name="connsiteY853" fmla="*/ 181443 h 5599766"/>
              <a:gd name="connsiteX854" fmla="*/ 3966057 w 10321503"/>
              <a:gd name="connsiteY854" fmla="*/ 175300 h 5599766"/>
              <a:gd name="connsiteX855" fmla="*/ 3966671 w 10321503"/>
              <a:gd name="connsiteY855" fmla="*/ 174943 h 5599766"/>
              <a:gd name="connsiteX856" fmla="*/ 3973734 w 10321503"/>
              <a:gd name="connsiteY856" fmla="*/ 174943 h 5599766"/>
              <a:gd name="connsiteX857" fmla="*/ 3974348 w 10321503"/>
              <a:gd name="connsiteY857" fmla="*/ 175300 h 5599766"/>
              <a:gd name="connsiteX858" fmla="*/ 3977880 w 10321503"/>
              <a:gd name="connsiteY858" fmla="*/ 181443 h 5599766"/>
              <a:gd name="connsiteX859" fmla="*/ 3977880 w 10321503"/>
              <a:gd name="connsiteY859" fmla="*/ 182109 h 5599766"/>
              <a:gd name="connsiteX860" fmla="*/ 3974348 w 10321503"/>
              <a:gd name="connsiteY860" fmla="*/ 188250 h 5599766"/>
              <a:gd name="connsiteX861" fmla="*/ 3973734 w 10321503"/>
              <a:gd name="connsiteY861" fmla="*/ 188608 h 5599766"/>
              <a:gd name="connsiteX862" fmla="*/ 4171959 w 10321503"/>
              <a:gd name="connsiteY862" fmla="*/ 188608 h 5599766"/>
              <a:gd name="connsiteX863" fmla="*/ 4164896 w 10321503"/>
              <a:gd name="connsiteY863" fmla="*/ 188608 h 5599766"/>
              <a:gd name="connsiteX864" fmla="*/ 4164282 w 10321503"/>
              <a:gd name="connsiteY864" fmla="*/ 188250 h 5599766"/>
              <a:gd name="connsiteX865" fmla="*/ 4160751 w 10321503"/>
              <a:gd name="connsiteY865" fmla="*/ 182109 h 5599766"/>
              <a:gd name="connsiteX866" fmla="*/ 4160751 w 10321503"/>
              <a:gd name="connsiteY866" fmla="*/ 181443 h 5599766"/>
              <a:gd name="connsiteX867" fmla="*/ 4164282 w 10321503"/>
              <a:gd name="connsiteY867" fmla="*/ 175300 h 5599766"/>
              <a:gd name="connsiteX868" fmla="*/ 4164896 w 10321503"/>
              <a:gd name="connsiteY868" fmla="*/ 174943 h 5599766"/>
              <a:gd name="connsiteX869" fmla="*/ 4171959 w 10321503"/>
              <a:gd name="connsiteY869" fmla="*/ 174943 h 5599766"/>
              <a:gd name="connsiteX870" fmla="*/ 4172573 w 10321503"/>
              <a:gd name="connsiteY870" fmla="*/ 175300 h 5599766"/>
              <a:gd name="connsiteX871" fmla="*/ 4176105 w 10321503"/>
              <a:gd name="connsiteY871" fmla="*/ 181443 h 5599766"/>
              <a:gd name="connsiteX872" fmla="*/ 4176105 w 10321503"/>
              <a:gd name="connsiteY872" fmla="*/ 182109 h 5599766"/>
              <a:gd name="connsiteX873" fmla="*/ 4172573 w 10321503"/>
              <a:gd name="connsiteY873" fmla="*/ 188250 h 5599766"/>
              <a:gd name="connsiteX874" fmla="*/ 4171959 w 10321503"/>
              <a:gd name="connsiteY874" fmla="*/ 188608 h 5599766"/>
              <a:gd name="connsiteX875" fmla="*/ 4370183 w 10321503"/>
              <a:gd name="connsiteY875" fmla="*/ 188608 h 5599766"/>
              <a:gd name="connsiteX876" fmla="*/ 4363121 w 10321503"/>
              <a:gd name="connsiteY876" fmla="*/ 188608 h 5599766"/>
              <a:gd name="connsiteX877" fmla="*/ 4362506 w 10321503"/>
              <a:gd name="connsiteY877" fmla="*/ 188250 h 5599766"/>
              <a:gd name="connsiteX878" fmla="*/ 4358975 w 10321503"/>
              <a:gd name="connsiteY878" fmla="*/ 182109 h 5599766"/>
              <a:gd name="connsiteX879" fmla="*/ 4358975 w 10321503"/>
              <a:gd name="connsiteY879" fmla="*/ 181443 h 5599766"/>
              <a:gd name="connsiteX880" fmla="*/ 4362506 w 10321503"/>
              <a:gd name="connsiteY880" fmla="*/ 175300 h 5599766"/>
              <a:gd name="connsiteX881" fmla="*/ 4363121 w 10321503"/>
              <a:gd name="connsiteY881" fmla="*/ 174943 h 5599766"/>
              <a:gd name="connsiteX882" fmla="*/ 4370183 w 10321503"/>
              <a:gd name="connsiteY882" fmla="*/ 174943 h 5599766"/>
              <a:gd name="connsiteX883" fmla="*/ 4370797 w 10321503"/>
              <a:gd name="connsiteY883" fmla="*/ 175300 h 5599766"/>
              <a:gd name="connsiteX884" fmla="*/ 4374329 w 10321503"/>
              <a:gd name="connsiteY884" fmla="*/ 181443 h 5599766"/>
              <a:gd name="connsiteX885" fmla="*/ 4374329 w 10321503"/>
              <a:gd name="connsiteY885" fmla="*/ 182109 h 5599766"/>
              <a:gd name="connsiteX886" fmla="*/ 4370797 w 10321503"/>
              <a:gd name="connsiteY886" fmla="*/ 188250 h 5599766"/>
              <a:gd name="connsiteX887" fmla="*/ 4370183 w 10321503"/>
              <a:gd name="connsiteY887" fmla="*/ 188608 h 5599766"/>
              <a:gd name="connsiteX888" fmla="*/ 4568408 w 10321503"/>
              <a:gd name="connsiteY888" fmla="*/ 188608 h 5599766"/>
              <a:gd name="connsiteX889" fmla="*/ 4561345 w 10321503"/>
              <a:gd name="connsiteY889" fmla="*/ 188608 h 5599766"/>
              <a:gd name="connsiteX890" fmla="*/ 4560731 w 10321503"/>
              <a:gd name="connsiteY890" fmla="*/ 188250 h 5599766"/>
              <a:gd name="connsiteX891" fmla="*/ 4557199 w 10321503"/>
              <a:gd name="connsiteY891" fmla="*/ 182109 h 5599766"/>
              <a:gd name="connsiteX892" fmla="*/ 4557199 w 10321503"/>
              <a:gd name="connsiteY892" fmla="*/ 181443 h 5599766"/>
              <a:gd name="connsiteX893" fmla="*/ 4560731 w 10321503"/>
              <a:gd name="connsiteY893" fmla="*/ 175300 h 5599766"/>
              <a:gd name="connsiteX894" fmla="*/ 4561345 w 10321503"/>
              <a:gd name="connsiteY894" fmla="*/ 174943 h 5599766"/>
              <a:gd name="connsiteX895" fmla="*/ 4568408 w 10321503"/>
              <a:gd name="connsiteY895" fmla="*/ 174943 h 5599766"/>
              <a:gd name="connsiteX896" fmla="*/ 4569022 w 10321503"/>
              <a:gd name="connsiteY896" fmla="*/ 175300 h 5599766"/>
              <a:gd name="connsiteX897" fmla="*/ 4572554 w 10321503"/>
              <a:gd name="connsiteY897" fmla="*/ 181443 h 5599766"/>
              <a:gd name="connsiteX898" fmla="*/ 4572554 w 10321503"/>
              <a:gd name="connsiteY898" fmla="*/ 182109 h 5599766"/>
              <a:gd name="connsiteX899" fmla="*/ 4569022 w 10321503"/>
              <a:gd name="connsiteY899" fmla="*/ 188250 h 5599766"/>
              <a:gd name="connsiteX900" fmla="*/ 4568408 w 10321503"/>
              <a:gd name="connsiteY900" fmla="*/ 188608 h 5599766"/>
              <a:gd name="connsiteX901" fmla="*/ 4766683 w 10321503"/>
              <a:gd name="connsiteY901" fmla="*/ 188608 h 5599766"/>
              <a:gd name="connsiteX902" fmla="*/ 4759621 w 10321503"/>
              <a:gd name="connsiteY902" fmla="*/ 188608 h 5599766"/>
              <a:gd name="connsiteX903" fmla="*/ 4759007 w 10321503"/>
              <a:gd name="connsiteY903" fmla="*/ 188250 h 5599766"/>
              <a:gd name="connsiteX904" fmla="*/ 4755475 w 10321503"/>
              <a:gd name="connsiteY904" fmla="*/ 182109 h 5599766"/>
              <a:gd name="connsiteX905" fmla="*/ 4755475 w 10321503"/>
              <a:gd name="connsiteY905" fmla="*/ 181443 h 5599766"/>
              <a:gd name="connsiteX906" fmla="*/ 4759007 w 10321503"/>
              <a:gd name="connsiteY906" fmla="*/ 175300 h 5599766"/>
              <a:gd name="connsiteX907" fmla="*/ 4759621 w 10321503"/>
              <a:gd name="connsiteY907" fmla="*/ 174943 h 5599766"/>
              <a:gd name="connsiteX908" fmla="*/ 4766683 w 10321503"/>
              <a:gd name="connsiteY908" fmla="*/ 174943 h 5599766"/>
              <a:gd name="connsiteX909" fmla="*/ 4767297 w 10321503"/>
              <a:gd name="connsiteY909" fmla="*/ 175300 h 5599766"/>
              <a:gd name="connsiteX910" fmla="*/ 4770829 w 10321503"/>
              <a:gd name="connsiteY910" fmla="*/ 181443 h 5599766"/>
              <a:gd name="connsiteX911" fmla="*/ 4770829 w 10321503"/>
              <a:gd name="connsiteY911" fmla="*/ 182109 h 5599766"/>
              <a:gd name="connsiteX912" fmla="*/ 4767297 w 10321503"/>
              <a:gd name="connsiteY912" fmla="*/ 188250 h 5599766"/>
              <a:gd name="connsiteX913" fmla="*/ 4766683 w 10321503"/>
              <a:gd name="connsiteY913" fmla="*/ 188608 h 5599766"/>
              <a:gd name="connsiteX914" fmla="*/ 4964909 w 10321503"/>
              <a:gd name="connsiteY914" fmla="*/ 188608 h 5599766"/>
              <a:gd name="connsiteX915" fmla="*/ 4957846 w 10321503"/>
              <a:gd name="connsiteY915" fmla="*/ 188608 h 5599766"/>
              <a:gd name="connsiteX916" fmla="*/ 4957232 w 10321503"/>
              <a:gd name="connsiteY916" fmla="*/ 188250 h 5599766"/>
              <a:gd name="connsiteX917" fmla="*/ 4953699 w 10321503"/>
              <a:gd name="connsiteY917" fmla="*/ 182109 h 5599766"/>
              <a:gd name="connsiteX918" fmla="*/ 4953699 w 10321503"/>
              <a:gd name="connsiteY918" fmla="*/ 181443 h 5599766"/>
              <a:gd name="connsiteX919" fmla="*/ 4957232 w 10321503"/>
              <a:gd name="connsiteY919" fmla="*/ 175300 h 5599766"/>
              <a:gd name="connsiteX920" fmla="*/ 4957846 w 10321503"/>
              <a:gd name="connsiteY920" fmla="*/ 174943 h 5599766"/>
              <a:gd name="connsiteX921" fmla="*/ 4964909 w 10321503"/>
              <a:gd name="connsiteY921" fmla="*/ 174943 h 5599766"/>
              <a:gd name="connsiteX922" fmla="*/ 4965523 w 10321503"/>
              <a:gd name="connsiteY922" fmla="*/ 175300 h 5599766"/>
              <a:gd name="connsiteX923" fmla="*/ 4969054 w 10321503"/>
              <a:gd name="connsiteY923" fmla="*/ 181443 h 5599766"/>
              <a:gd name="connsiteX924" fmla="*/ 4969054 w 10321503"/>
              <a:gd name="connsiteY924" fmla="*/ 182109 h 5599766"/>
              <a:gd name="connsiteX925" fmla="*/ 4965523 w 10321503"/>
              <a:gd name="connsiteY925" fmla="*/ 188250 h 5599766"/>
              <a:gd name="connsiteX926" fmla="*/ 4964909 w 10321503"/>
              <a:gd name="connsiteY926" fmla="*/ 188608 h 5599766"/>
              <a:gd name="connsiteX927" fmla="*/ 5163134 w 10321503"/>
              <a:gd name="connsiteY927" fmla="*/ 188608 h 5599766"/>
              <a:gd name="connsiteX928" fmla="*/ 5156070 w 10321503"/>
              <a:gd name="connsiteY928" fmla="*/ 188608 h 5599766"/>
              <a:gd name="connsiteX929" fmla="*/ 5155456 w 10321503"/>
              <a:gd name="connsiteY929" fmla="*/ 188250 h 5599766"/>
              <a:gd name="connsiteX930" fmla="*/ 5151924 w 10321503"/>
              <a:gd name="connsiteY930" fmla="*/ 182109 h 5599766"/>
              <a:gd name="connsiteX931" fmla="*/ 5151924 w 10321503"/>
              <a:gd name="connsiteY931" fmla="*/ 181443 h 5599766"/>
              <a:gd name="connsiteX932" fmla="*/ 5155456 w 10321503"/>
              <a:gd name="connsiteY932" fmla="*/ 175300 h 5599766"/>
              <a:gd name="connsiteX933" fmla="*/ 5156070 w 10321503"/>
              <a:gd name="connsiteY933" fmla="*/ 174943 h 5599766"/>
              <a:gd name="connsiteX934" fmla="*/ 5163134 w 10321503"/>
              <a:gd name="connsiteY934" fmla="*/ 174943 h 5599766"/>
              <a:gd name="connsiteX935" fmla="*/ 5163748 w 10321503"/>
              <a:gd name="connsiteY935" fmla="*/ 175300 h 5599766"/>
              <a:gd name="connsiteX936" fmla="*/ 5167279 w 10321503"/>
              <a:gd name="connsiteY936" fmla="*/ 181443 h 5599766"/>
              <a:gd name="connsiteX937" fmla="*/ 5167279 w 10321503"/>
              <a:gd name="connsiteY937" fmla="*/ 182109 h 5599766"/>
              <a:gd name="connsiteX938" fmla="*/ 5163748 w 10321503"/>
              <a:gd name="connsiteY938" fmla="*/ 188250 h 5599766"/>
              <a:gd name="connsiteX939" fmla="*/ 5163134 w 10321503"/>
              <a:gd name="connsiteY939" fmla="*/ 188608 h 5599766"/>
              <a:gd name="connsiteX940" fmla="*/ 5361358 w 10321503"/>
              <a:gd name="connsiteY940" fmla="*/ 188608 h 5599766"/>
              <a:gd name="connsiteX941" fmla="*/ 5354295 w 10321503"/>
              <a:gd name="connsiteY941" fmla="*/ 188608 h 5599766"/>
              <a:gd name="connsiteX942" fmla="*/ 5353680 w 10321503"/>
              <a:gd name="connsiteY942" fmla="*/ 188250 h 5599766"/>
              <a:gd name="connsiteX943" fmla="*/ 5350149 w 10321503"/>
              <a:gd name="connsiteY943" fmla="*/ 182109 h 5599766"/>
              <a:gd name="connsiteX944" fmla="*/ 5350149 w 10321503"/>
              <a:gd name="connsiteY944" fmla="*/ 181443 h 5599766"/>
              <a:gd name="connsiteX945" fmla="*/ 5353680 w 10321503"/>
              <a:gd name="connsiteY945" fmla="*/ 175300 h 5599766"/>
              <a:gd name="connsiteX946" fmla="*/ 5354295 w 10321503"/>
              <a:gd name="connsiteY946" fmla="*/ 174943 h 5599766"/>
              <a:gd name="connsiteX947" fmla="*/ 5361358 w 10321503"/>
              <a:gd name="connsiteY947" fmla="*/ 174943 h 5599766"/>
              <a:gd name="connsiteX948" fmla="*/ 5361972 w 10321503"/>
              <a:gd name="connsiteY948" fmla="*/ 175300 h 5599766"/>
              <a:gd name="connsiteX949" fmla="*/ 5365503 w 10321503"/>
              <a:gd name="connsiteY949" fmla="*/ 181443 h 5599766"/>
              <a:gd name="connsiteX950" fmla="*/ 5365503 w 10321503"/>
              <a:gd name="connsiteY950" fmla="*/ 182109 h 5599766"/>
              <a:gd name="connsiteX951" fmla="*/ 5361972 w 10321503"/>
              <a:gd name="connsiteY951" fmla="*/ 188250 h 5599766"/>
              <a:gd name="connsiteX952" fmla="*/ 5361358 w 10321503"/>
              <a:gd name="connsiteY952" fmla="*/ 188608 h 5599766"/>
              <a:gd name="connsiteX953" fmla="*/ 5559633 w 10321503"/>
              <a:gd name="connsiteY953" fmla="*/ 188608 h 5599766"/>
              <a:gd name="connsiteX954" fmla="*/ 5552569 w 10321503"/>
              <a:gd name="connsiteY954" fmla="*/ 188608 h 5599766"/>
              <a:gd name="connsiteX955" fmla="*/ 5551956 w 10321503"/>
              <a:gd name="connsiteY955" fmla="*/ 188250 h 5599766"/>
              <a:gd name="connsiteX956" fmla="*/ 5548424 w 10321503"/>
              <a:gd name="connsiteY956" fmla="*/ 182109 h 5599766"/>
              <a:gd name="connsiteX957" fmla="*/ 5548424 w 10321503"/>
              <a:gd name="connsiteY957" fmla="*/ 181443 h 5599766"/>
              <a:gd name="connsiteX958" fmla="*/ 5551956 w 10321503"/>
              <a:gd name="connsiteY958" fmla="*/ 175300 h 5599766"/>
              <a:gd name="connsiteX959" fmla="*/ 5552569 w 10321503"/>
              <a:gd name="connsiteY959" fmla="*/ 174943 h 5599766"/>
              <a:gd name="connsiteX960" fmla="*/ 5559633 w 10321503"/>
              <a:gd name="connsiteY960" fmla="*/ 174943 h 5599766"/>
              <a:gd name="connsiteX961" fmla="*/ 5560246 w 10321503"/>
              <a:gd name="connsiteY961" fmla="*/ 175300 h 5599766"/>
              <a:gd name="connsiteX962" fmla="*/ 5563779 w 10321503"/>
              <a:gd name="connsiteY962" fmla="*/ 181443 h 5599766"/>
              <a:gd name="connsiteX963" fmla="*/ 5563779 w 10321503"/>
              <a:gd name="connsiteY963" fmla="*/ 182109 h 5599766"/>
              <a:gd name="connsiteX964" fmla="*/ 5560246 w 10321503"/>
              <a:gd name="connsiteY964" fmla="*/ 188250 h 5599766"/>
              <a:gd name="connsiteX965" fmla="*/ 5559633 w 10321503"/>
              <a:gd name="connsiteY965" fmla="*/ 188608 h 5599766"/>
              <a:gd name="connsiteX966" fmla="*/ 5757857 w 10321503"/>
              <a:gd name="connsiteY966" fmla="*/ 188608 h 5599766"/>
              <a:gd name="connsiteX967" fmla="*/ 5750795 w 10321503"/>
              <a:gd name="connsiteY967" fmla="*/ 188608 h 5599766"/>
              <a:gd name="connsiteX968" fmla="*/ 5750181 w 10321503"/>
              <a:gd name="connsiteY968" fmla="*/ 188250 h 5599766"/>
              <a:gd name="connsiteX969" fmla="*/ 5746649 w 10321503"/>
              <a:gd name="connsiteY969" fmla="*/ 182109 h 5599766"/>
              <a:gd name="connsiteX970" fmla="*/ 5746649 w 10321503"/>
              <a:gd name="connsiteY970" fmla="*/ 181443 h 5599766"/>
              <a:gd name="connsiteX971" fmla="*/ 5750181 w 10321503"/>
              <a:gd name="connsiteY971" fmla="*/ 175300 h 5599766"/>
              <a:gd name="connsiteX972" fmla="*/ 5750795 w 10321503"/>
              <a:gd name="connsiteY972" fmla="*/ 174943 h 5599766"/>
              <a:gd name="connsiteX973" fmla="*/ 5757857 w 10321503"/>
              <a:gd name="connsiteY973" fmla="*/ 174943 h 5599766"/>
              <a:gd name="connsiteX974" fmla="*/ 5758471 w 10321503"/>
              <a:gd name="connsiteY974" fmla="*/ 175300 h 5599766"/>
              <a:gd name="connsiteX975" fmla="*/ 5762003 w 10321503"/>
              <a:gd name="connsiteY975" fmla="*/ 181443 h 5599766"/>
              <a:gd name="connsiteX976" fmla="*/ 5762003 w 10321503"/>
              <a:gd name="connsiteY976" fmla="*/ 182109 h 5599766"/>
              <a:gd name="connsiteX977" fmla="*/ 5758471 w 10321503"/>
              <a:gd name="connsiteY977" fmla="*/ 188250 h 5599766"/>
              <a:gd name="connsiteX978" fmla="*/ 5757857 w 10321503"/>
              <a:gd name="connsiteY978" fmla="*/ 188608 h 5599766"/>
              <a:gd name="connsiteX979" fmla="*/ 5956083 w 10321503"/>
              <a:gd name="connsiteY979" fmla="*/ 188608 h 5599766"/>
              <a:gd name="connsiteX980" fmla="*/ 5949019 w 10321503"/>
              <a:gd name="connsiteY980" fmla="*/ 188608 h 5599766"/>
              <a:gd name="connsiteX981" fmla="*/ 5948405 w 10321503"/>
              <a:gd name="connsiteY981" fmla="*/ 188250 h 5599766"/>
              <a:gd name="connsiteX982" fmla="*/ 5944873 w 10321503"/>
              <a:gd name="connsiteY982" fmla="*/ 182109 h 5599766"/>
              <a:gd name="connsiteX983" fmla="*/ 5944873 w 10321503"/>
              <a:gd name="connsiteY983" fmla="*/ 181443 h 5599766"/>
              <a:gd name="connsiteX984" fmla="*/ 5948405 w 10321503"/>
              <a:gd name="connsiteY984" fmla="*/ 175300 h 5599766"/>
              <a:gd name="connsiteX985" fmla="*/ 5949019 w 10321503"/>
              <a:gd name="connsiteY985" fmla="*/ 174943 h 5599766"/>
              <a:gd name="connsiteX986" fmla="*/ 5956083 w 10321503"/>
              <a:gd name="connsiteY986" fmla="*/ 174943 h 5599766"/>
              <a:gd name="connsiteX987" fmla="*/ 5956697 w 10321503"/>
              <a:gd name="connsiteY987" fmla="*/ 175300 h 5599766"/>
              <a:gd name="connsiteX988" fmla="*/ 5960227 w 10321503"/>
              <a:gd name="connsiteY988" fmla="*/ 181443 h 5599766"/>
              <a:gd name="connsiteX989" fmla="*/ 5960227 w 10321503"/>
              <a:gd name="connsiteY989" fmla="*/ 182109 h 5599766"/>
              <a:gd name="connsiteX990" fmla="*/ 5956697 w 10321503"/>
              <a:gd name="connsiteY990" fmla="*/ 188250 h 5599766"/>
              <a:gd name="connsiteX991" fmla="*/ 5956083 w 10321503"/>
              <a:gd name="connsiteY991" fmla="*/ 188608 h 5599766"/>
              <a:gd name="connsiteX992" fmla="*/ 6154307 w 10321503"/>
              <a:gd name="connsiteY992" fmla="*/ 188608 h 5599766"/>
              <a:gd name="connsiteX993" fmla="*/ 6147243 w 10321503"/>
              <a:gd name="connsiteY993" fmla="*/ 188608 h 5599766"/>
              <a:gd name="connsiteX994" fmla="*/ 6146629 w 10321503"/>
              <a:gd name="connsiteY994" fmla="*/ 188250 h 5599766"/>
              <a:gd name="connsiteX995" fmla="*/ 6143098 w 10321503"/>
              <a:gd name="connsiteY995" fmla="*/ 182109 h 5599766"/>
              <a:gd name="connsiteX996" fmla="*/ 6143098 w 10321503"/>
              <a:gd name="connsiteY996" fmla="*/ 181443 h 5599766"/>
              <a:gd name="connsiteX997" fmla="*/ 6146629 w 10321503"/>
              <a:gd name="connsiteY997" fmla="*/ 175300 h 5599766"/>
              <a:gd name="connsiteX998" fmla="*/ 6147243 w 10321503"/>
              <a:gd name="connsiteY998" fmla="*/ 174943 h 5599766"/>
              <a:gd name="connsiteX999" fmla="*/ 6154307 w 10321503"/>
              <a:gd name="connsiteY999" fmla="*/ 174943 h 5599766"/>
              <a:gd name="connsiteX1000" fmla="*/ 6154921 w 10321503"/>
              <a:gd name="connsiteY1000" fmla="*/ 175300 h 5599766"/>
              <a:gd name="connsiteX1001" fmla="*/ 6158453 w 10321503"/>
              <a:gd name="connsiteY1001" fmla="*/ 181443 h 5599766"/>
              <a:gd name="connsiteX1002" fmla="*/ 6158453 w 10321503"/>
              <a:gd name="connsiteY1002" fmla="*/ 182109 h 5599766"/>
              <a:gd name="connsiteX1003" fmla="*/ 6154921 w 10321503"/>
              <a:gd name="connsiteY1003" fmla="*/ 188250 h 5599766"/>
              <a:gd name="connsiteX1004" fmla="*/ 6154307 w 10321503"/>
              <a:gd name="connsiteY1004" fmla="*/ 188608 h 5599766"/>
              <a:gd name="connsiteX1005" fmla="*/ 6352582 w 10321503"/>
              <a:gd name="connsiteY1005" fmla="*/ 188608 h 5599766"/>
              <a:gd name="connsiteX1006" fmla="*/ 6345519 w 10321503"/>
              <a:gd name="connsiteY1006" fmla="*/ 188608 h 5599766"/>
              <a:gd name="connsiteX1007" fmla="*/ 6344904 w 10321503"/>
              <a:gd name="connsiteY1007" fmla="*/ 188250 h 5599766"/>
              <a:gd name="connsiteX1008" fmla="*/ 6341373 w 10321503"/>
              <a:gd name="connsiteY1008" fmla="*/ 182109 h 5599766"/>
              <a:gd name="connsiteX1009" fmla="*/ 6341373 w 10321503"/>
              <a:gd name="connsiteY1009" fmla="*/ 181443 h 5599766"/>
              <a:gd name="connsiteX1010" fmla="*/ 6344904 w 10321503"/>
              <a:gd name="connsiteY1010" fmla="*/ 175300 h 5599766"/>
              <a:gd name="connsiteX1011" fmla="*/ 6345519 w 10321503"/>
              <a:gd name="connsiteY1011" fmla="*/ 174943 h 5599766"/>
              <a:gd name="connsiteX1012" fmla="*/ 6352582 w 10321503"/>
              <a:gd name="connsiteY1012" fmla="*/ 174943 h 5599766"/>
              <a:gd name="connsiteX1013" fmla="*/ 6353196 w 10321503"/>
              <a:gd name="connsiteY1013" fmla="*/ 175300 h 5599766"/>
              <a:gd name="connsiteX1014" fmla="*/ 6356728 w 10321503"/>
              <a:gd name="connsiteY1014" fmla="*/ 181443 h 5599766"/>
              <a:gd name="connsiteX1015" fmla="*/ 6356728 w 10321503"/>
              <a:gd name="connsiteY1015" fmla="*/ 182109 h 5599766"/>
              <a:gd name="connsiteX1016" fmla="*/ 6353196 w 10321503"/>
              <a:gd name="connsiteY1016" fmla="*/ 188250 h 5599766"/>
              <a:gd name="connsiteX1017" fmla="*/ 6352582 w 10321503"/>
              <a:gd name="connsiteY1017" fmla="*/ 188608 h 5599766"/>
              <a:gd name="connsiteX1018" fmla="*/ 6550807 w 10321503"/>
              <a:gd name="connsiteY1018" fmla="*/ 188608 h 5599766"/>
              <a:gd name="connsiteX1019" fmla="*/ 6543744 w 10321503"/>
              <a:gd name="connsiteY1019" fmla="*/ 188608 h 5599766"/>
              <a:gd name="connsiteX1020" fmla="*/ 6543129 w 10321503"/>
              <a:gd name="connsiteY1020" fmla="*/ 188250 h 5599766"/>
              <a:gd name="connsiteX1021" fmla="*/ 6539598 w 10321503"/>
              <a:gd name="connsiteY1021" fmla="*/ 182109 h 5599766"/>
              <a:gd name="connsiteX1022" fmla="*/ 6539598 w 10321503"/>
              <a:gd name="connsiteY1022" fmla="*/ 181443 h 5599766"/>
              <a:gd name="connsiteX1023" fmla="*/ 6543129 w 10321503"/>
              <a:gd name="connsiteY1023" fmla="*/ 175300 h 5599766"/>
              <a:gd name="connsiteX1024" fmla="*/ 6543744 w 10321503"/>
              <a:gd name="connsiteY1024" fmla="*/ 174943 h 5599766"/>
              <a:gd name="connsiteX1025" fmla="*/ 6550807 w 10321503"/>
              <a:gd name="connsiteY1025" fmla="*/ 174943 h 5599766"/>
              <a:gd name="connsiteX1026" fmla="*/ 6551420 w 10321503"/>
              <a:gd name="connsiteY1026" fmla="*/ 175300 h 5599766"/>
              <a:gd name="connsiteX1027" fmla="*/ 6554953 w 10321503"/>
              <a:gd name="connsiteY1027" fmla="*/ 181443 h 5599766"/>
              <a:gd name="connsiteX1028" fmla="*/ 6554953 w 10321503"/>
              <a:gd name="connsiteY1028" fmla="*/ 182109 h 5599766"/>
              <a:gd name="connsiteX1029" fmla="*/ 6551420 w 10321503"/>
              <a:gd name="connsiteY1029" fmla="*/ 188250 h 5599766"/>
              <a:gd name="connsiteX1030" fmla="*/ 6550807 w 10321503"/>
              <a:gd name="connsiteY1030" fmla="*/ 188608 h 5599766"/>
              <a:gd name="connsiteX1031" fmla="*/ 6749031 w 10321503"/>
              <a:gd name="connsiteY1031" fmla="*/ 188608 h 5599766"/>
              <a:gd name="connsiteX1032" fmla="*/ 6741967 w 10321503"/>
              <a:gd name="connsiteY1032" fmla="*/ 188608 h 5599766"/>
              <a:gd name="connsiteX1033" fmla="*/ 6741354 w 10321503"/>
              <a:gd name="connsiteY1033" fmla="*/ 188250 h 5599766"/>
              <a:gd name="connsiteX1034" fmla="*/ 6737823 w 10321503"/>
              <a:gd name="connsiteY1034" fmla="*/ 182109 h 5599766"/>
              <a:gd name="connsiteX1035" fmla="*/ 6737823 w 10321503"/>
              <a:gd name="connsiteY1035" fmla="*/ 181443 h 5599766"/>
              <a:gd name="connsiteX1036" fmla="*/ 6741354 w 10321503"/>
              <a:gd name="connsiteY1036" fmla="*/ 175300 h 5599766"/>
              <a:gd name="connsiteX1037" fmla="*/ 6741967 w 10321503"/>
              <a:gd name="connsiteY1037" fmla="*/ 174943 h 5599766"/>
              <a:gd name="connsiteX1038" fmla="*/ 6749031 w 10321503"/>
              <a:gd name="connsiteY1038" fmla="*/ 174943 h 5599766"/>
              <a:gd name="connsiteX1039" fmla="*/ 6749646 w 10321503"/>
              <a:gd name="connsiteY1039" fmla="*/ 175300 h 5599766"/>
              <a:gd name="connsiteX1040" fmla="*/ 6753177 w 10321503"/>
              <a:gd name="connsiteY1040" fmla="*/ 181443 h 5599766"/>
              <a:gd name="connsiteX1041" fmla="*/ 6753177 w 10321503"/>
              <a:gd name="connsiteY1041" fmla="*/ 182109 h 5599766"/>
              <a:gd name="connsiteX1042" fmla="*/ 6749646 w 10321503"/>
              <a:gd name="connsiteY1042" fmla="*/ 188250 h 5599766"/>
              <a:gd name="connsiteX1043" fmla="*/ 6749031 w 10321503"/>
              <a:gd name="connsiteY1043" fmla="*/ 188608 h 5599766"/>
              <a:gd name="connsiteX1044" fmla="*/ 6947256 w 10321503"/>
              <a:gd name="connsiteY1044" fmla="*/ 188608 h 5599766"/>
              <a:gd name="connsiteX1045" fmla="*/ 6940193 w 10321503"/>
              <a:gd name="connsiteY1045" fmla="*/ 188608 h 5599766"/>
              <a:gd name="connsiteX1046" fmla="*/ 6939578 w 10321503"/>
              <a:gd name="connsiteY1046" fmla="*/ 188250 h 5599766"/>
              <a:gd name="connsiteX1047" fmla="*/ 6936048 w 10321503"/>
              <a:gd name="connsiteY1047" fmla="*/ 182109 h 5599766"/>
              <a:gd name="connsiteX1048" fmla="*/ 6936048 w 10321503"/>
              <a:gd name="connsiteY1048" fmla="*/ 181443 h 5599766"/>
              <a:gd name="connsiteX1049" fmla="*/ 6939578 w 10321503"/>
              <a:gd name="connsiteY1049" fmla="*/ 175300 h 5599766"/>
              <a:gd name="connsiteX1050" fmla="*/ 6940193 w 10321503"/>
              <a:gd name="connsiteY1050" fmla="*/ 174943 h 5599766"/>
              <a:gd name="connsiteX1051" fmla="*/ 6947256 w 10321503"/>
              <a:gd name="connsiteY1051" fmla="*/ 174943 h 5599766"/>
              <a:gd name="connsiteX1052" fmla="*/ 6947870 w 10321503"/>
              <a:gd name="connsiteY1052" fmla="*/ 175300 h 5599766"/>
              <a:gd name="connsiteX1053" fmla="*/ 6951402 w 10321503"/>
              <a:gd name="connsiteY1053" fmla="*/ 181443 h 5599766"/>
              <a:gd name="connsiteX1054" fmla="*/ 6951402 w 10321503"/>
              <a:gd name="connsiteY1054" fmla="*/ 182109 h 5599766"/>
              <a:gd name="connsiteX1055" fmla="*/ 6947870 w 10321503"/>
              <a:gd name="connsiteY1055" fmla="*/ 188250 h 5599766"/>
              <a:gd name="connsiteX1056" fmla="*/ 6947256 w 10321503"/>
              <a:gd name="connsiteY1056" fmla="*/ 188608 h 5599766"/>
              <a:gd name="connsiteX1057" fmla="*/ 7145285 w 10321503"/>
              <a:gd name="connsiteY1057" fmla="*/ 188608 h 5599766"/>
              <a:gd name="connsiteX1058" fmla="*/ 7138221 w 10321503"/>
              <a:gd name="connsiteY1058" fmla="*/ 188608 h 5599766"/>
              <a:gd name="connsiteX1059" fmla="*/ 7137607 w 10321503"/>
              <a:gd name="connsiteY1059" fmla="*/ 188250 h 5599766"/>
              <a:gd name="connsiteX1060" fmla="*/ 7134075 w 10321503"/>
              <a:gd name="connsiteY1060" fmla="*/ 182109 h 5599766"/>
              <a:gd name="connsiteX1061" fmla="*/ 7134075 w 10321503"/>
              <a:gd name="connsiteY1061" fmla="*/ 181443 h 5599766"/>
              <a:gd name="connsiteX1062" fmla="*/ 7137607 w 10321503"/>
              <a:gd name="connsiteY1062" fmla="*/ 175300 h 5599766"/>
              <a:gd name="connsiteX1063" fmla="*/ 7138221 w 10321503"/>
              <a:gd name="connsiteY1063" fmla="*/ 174943 h 5599766"/>
              <a:gd name="connsiteX1064" fmla="*/ 7145285 w 10321503"/>
              <a:gd name="connsiteY1064" fmla="*/ 174943 h 5599766"/>
              <a:gd name="connsiteX1065" fmla="*/ 7145899 w 10321503"/>
              <a:gd name="connsiteY1065" fmla="*/ 175300 h 5599766"/>
              <a:gd name="connsiteX1066" fmla="*/ 7149430 w 10321503"/>
              <a:gd name="connsiteY1066" fmla="*/ 181443 h 5599766"/>
              <a:gd name="connsiteX1067" fmla="*/ 7149430 w 10321503"/>
              <a:gd name="connsiteY1067" fmla="*/ 182109 h 5599766"/>
              <a:gd name="connsiteX1068" fmla="*/ 7145899 w 10321503"/>
              <a:gd name="connsiteY1068" fmla="*/ 188250 h 5599766"/>
              <a:gd name="connsiteX1069" fmla="*/ 7145285 w 10321503"/>
              <a:gd name="connsiteY1069" fmla="*/ 188608 h 5599766"/>
              <a:gd name="connsiteX1070" fmla="*/ 7343640 w 10321503"/>
              <a:gd name="connsiteY1070" fmla="*/ 188608 h 5599766"/>
              <a:gd name="connsiteX1071" fmla="*/ 7336577 w 10321503"/>
              <a:gd name="connsiteY1071" fmla="*/ 188608 h 5599766"/>
              <a:gd name="connsiteX1072" fmla="*/ 7335962 w 10321503"/>
              <a:gd name="connsiteY1072" fmla="*/ 188250 h 5599766"/>
              <a:gd name="connsiteX1073" fmla="*/ 7332430 w 10321503"/>
              <a:gd name="connsiteY1073" fmla="*/ 182109 h 5599766"/>
              <a:gd name="connsiteX1074" fmla="*/ 7332430 w 10321503"/>
              <a:gd name="connsiteY1074" fmla="*/ 181443 h 5599766"/>
              <a:gd name="connsiteX1075" fmla="*/ 7335962 w 10321503"/>
              <a:gd name="connsiteY1075" fmla="*/ 175300 h 5599766"/>
              <a:gd name="connsiteX1076" fmla="*/ 7336577 w 10321503"/>
              <a:gd name="connsiteY1076" fmla="*/ 174943 h 5599766"/>
              <a:gd name="connsiteX1077" fmla="*/ 7343640 w 10321503"/>
              <a:gd name="connsiteY1077" fmla="*/ 174943 h 5599766"/>
              <a:gd name="connsiteX1078" fmla="*/ 7344254 w 10321503"/>
              <a:gd name="connsiteY1078" fmla="*/ 175300 h 5599766"/>
              <a:gd name="connsiteX1079" fmla="*/ 7347787 w 10321503"/>
              <a:gd name="connsiteY1079" fmla="*/ 181443 h 5599766"/>
              <a:gd name="connsiteX1080" fmla="*/ 7347787 w 10321503"/>
              <a:gd name="connsiteY1080" fmla="*/ 182109 h 5599766"/>
              <a:gd name="connsiteX1081" fmla="*/ 7344254 w 10321503"/>
              <a:gd name="connsiteY1081" fmla="*/ 188250 h 5599766"/>
              <a:gd name="connsiteX1082" fmla="*/ 7343640 w 10321503"/>
              <a:gd name="connsiteY1082" fmla="*/ 188608 h 5599766"/>
              <a:gd name="connsiteX1083" fmla="*/ 7541856 w 10321503"/>
              <a:gd name="connsiteY1083" fmla="*/ 188608 h 5599766"/>
              <a:gd name="connsiteX1084" fmla="*/ 7534793 w 10321503"/>
              <a:gd name="connsiteY1084" fmla="*/ 188608 h 5599766"/>
              <a:gd name="connsiteX1085" fmla="*/ 7534178 w 10321503"/>
              <a:gd name="connsiteY1085" fmla="*/ 188250 h 5599766"/>
              <a:gd name="connsiteX1086" fmla="*/ 7530646 w 10321503"/>
              <a:gd name="connsiteY1086" fmla="*/ 182109 h 5599766"/>
              <a:gd name="connsiteX1087" fmla="*/ 7530646 w 10321503"/>
              <a:gd name="connsiteY1087" fmla="*/ 181443 h 5599766"/>
              <a:gd name="connsiteX1088" fmla="*/ 7534178 w 10321503"/>
              <a:gd name="connsiteY1088" fmla="*/ 175300 h 5599766"/>
              <a:gd name="connsiteX1089" fmla="*/ 7534793 w 10321503"/>
              <a:gd name="connsiteY1089" fmla="*/ 174943 h 5599766"/>
              <a:gd name="connsiteX1090" fmla="*/ 7541856 w 10321503"/>
              <a:gd name="connsiteY1090" fmla="*/ 174943 h 5599766"/>
              <a:gd name="connsiteX1091" fmla="*/ 7542470 w 10321503"/>
              <a:gd name="connsiteY1091" fmla="*/ 175300 h 5599766"/>
              <a:gd name="connsiteX1092" fmla="*/ 7546003 w 10321503"/>
              <a:gd name="connsiteY1092" fmla="*/ 181443 h 5599766"/>
              <a:gd name="connsiteX1093" fmla="*/ 7546003 w 10321503"/>
              <a:gd name="connsiteY1093" fmla="*/ 182109 h 5599766"/>
              <a:gd name="connsiteX1094" fmla="*/ 7542470 w 10321503"/>
              <a:gd name="connsiteY1094" fmla="*/ 188250 h 5599766"/>
              <a:gd name="connsiteX1095" fmla="*/ 7541856 w 10321503"/>
              <a:gd name="connsiteY1095" fmla="*/ 188608 h 5599766"/>
              <a:gd name="connsiteX1096" fmla="*/ 7740176 w 10321503"/>
              <a:gd name="connsiteY1096" fmla="*/ 188608 h 5599766"/>
              <a:gd name="connsiteX1097" fmla="*/ 7733113 w 10321503"/>
              <a:gd name="connsiteY1097" fmla="*/ 188608 h 5599766"/>
              <a:gd name="connsiteX1098" fmla="*/ 7732498 w 10321503"/>
              <a:gd name="connsiteY1098" fmla="*/ 188250 h 5599766"/>
              <a:gd name="connsiteX1099" fmla="*/ 7728967 w 10321503"/>
              <a:gd name="connsiteY1099" fmla="*/ 182109 h 5599766"/>
              <a:gd name="connsiteX1100" fmla="*/ 7728967 w 10321503"/>
              <a:gd name="connsiteY1100" fmla="*/ 181443 h 5599766"/>
              <a:gd name="connsiteX1101" fmla="*/ 7732498 w 10321503"/>
              <a:gd name="connsiteY1101" fmla="*/ 175300 h 5599766"/>
              <a:gd name="connsiteX1102" fmla="*/ 7733113 w 10321503"/>
              <a:gd name="connsiteY1102" fmla="*/ 174943 h 5599766"/>
              <a:gd name="connsiteX1103" fmla="*/ 7740176 w 10321503"/>
              <a:gd name="connsiteY1103" fmla="*/ 174943 h 5599766"/>
              <a:gd name="connsiteX1104" fmla="*/ 7740790 w 10321503"/>
              <a:gd name="connsiteY1104" fmla="*/ 175300 h 5599766"/>
              <a:gd name="connsiteX1105" fmla="*/ 7744322 w 10321503"/>
              <a:gd name="connsiteY1105" fmla="*/ 181443 h 5599766"/>
              <a:gd name="connsiteX1106" fmla="*/ 7744322 w 10321503"/>
              <a:gd name="connsiteY1106" fmla="*/ 182109 h 5599766"/>
              <a:gd name="connsiteX1107" fmla="*/ 7740790 w 10321503"/>
              <a:gd name="connsiteY1107" fmla="*/ 188250 h 5599766"/>
              <a:gd name="connsiteX1108" fmla="*/ 7740176 w 10321503"/>
              <a:gd name="connsiteY1108" fmla="*/ 188608 h 5599766"/>
              <a:gd name="connsiteX1109" fmla="*/ 7938283 w 10321503"/>
              <a:gd name="connsiteY1109" fmla="*/ 188608 h 5599766"/>
              <a:gd name="connsiteX1110" fmla="*/ 7931220 w 10321503"/>
              <a:gd name="connsiteY1110" fmla="*/ 188608 h 5599766"/>
              <a:gd name="connsiteX1111" fmla="*/ 7930605 w 10321503"/>
              <a:gd name="connsiteY1111" fmla="*/ 188250 h 5599766"/>
              <a:gd name="connsiteX1112" fmla="*/ 7927074 w 10321503"/>
              <a:gd name="connsiteY1112" fmla="*/ 182109 h 5599766"/>
              <a:gd name="connsiteX1113" fmla="*/ 7927074 w 10321503"/>
              <a:gd name="connsiteY1113" fmla="*/ 181443 h 5599766"/>
              <a:gd name="connsiteX1114" fmla="*/ 7930605 w 10321503"/>
              <a:gd name="connsiteY1114" fmla="*/ 175300 h 5599766"/>
              <a:gd name="connsiteX1115" fmla="*/ 7931220 w 10321503"/>
              <a:gd name="connsiteY1115" fmla="*/ 174943 h 5599766"/>
              <a:gd name="connsiteX1116" fmla="*/ 7938283 w 10321503"/>
              <a:gd name="connsiteY1116" fmla="*/ 174943 h 5599766"/>
              <a:gd name="connsiteX1117" fmla="*/ 7938897 w 10321503"/>
              <a:gd name="connsiteY1117" fmla="*/ 175300 h 5599766"/>
              <a:gd name="connsiteX1118" fmla="*/ 7942429 w 10321503"/>
              <a:gd name="connsiteY1118" fmla="*/ 181443 h 5599766"/>
              <a:gd name="connsiteX1119" fmla="*/ 7942429 w 10321503"/>
              <a:gd name="connsiteY1119" fmla="*/ 182109 h 5599766"/>
              <a:gd name="connsiteX1120" fmla="*/ 7938897 w 10321503"/>
              <a:gd name="connsiteY1120" fmla="*/ 188250 h 5599766"/>
              <a:gd name="connsiteX1121" fmla="*/ 7938283 w 10321503"/>
              <a:gd name="connsiteY1121" fmla="*/ 188608 h 5599766"/>
              <a:gd name="connsiteX1122" fmla="*/ 8136634 w 10321503"/>
              <a:gd name="connsiteY1122" fmla="*/ 188608 h 5599766"/>
              <a:gd name="connsiteX1123" fmla="*/ 8129571 w 10321503"/>
              <a:gd name="connsiteY1123" fmla="*/ 188608 h 5599766"/>
              <a:gd name="connsiteX1124" fmla="*/ 8128957 w 10321503"/>
              <a:gd name="connsiteY1124" fmla="*/ 188250 h 5599766"/>
              <a:gd name="connsiteX1125" fmla="*/ 8125426 w 10321503"/>
              <a:gd name="connsiteY1125" fmla="*/ 182109 h 5599766"/>
              <a:gd name="connsiteX1126" fmla="*/ 8125426 w 10321503"/>
              <a:gd name="connsiteY1126" fmla="*/ 181443 h 5599766"/>
              <a:gd name="connsiteX1127" fmla="*/ 8128957 w 10321503"/>
              <a:gd name="connsiteY1127" fmla="*/ 175300 h 5599766"/>
              <a:gd name="connsiteX1128" fmla="*/ 8129571 w 10321503"/>
              <a:gd name="connsiteY1128" fmla="*/ 174943 h 5599766"/>
              <a:gd name="connsiteX1129" fmla="*/ 8136634 w 10321503"/>
              <a:gd name="connsiteY1129" fmla="*/ 174943 h 5599766"/>
              <a:gd name="connsiteX1130" fmla="*/ 8137249 w 10321503"/>
              <a:gd name="connsiteY1130" fmla="*/ 175300 h 5599766"/>
              <a:gd name="connsiteX1131" fmla="*/ 8140780 w 10321503"/>
              <a:gd name="connsiteY1131" fmla="*/ 181443 h 5599766"/>
              <a:gd name="connsiteX1132" fmla="*/ 8140780 w 10321503"/>
              <a:gd name="connsiteY1132" fmla="*/ 182109 h 5599766"/>
              <a:gd name="connsiteX1133" fmla="*/ 8137249 w 10321503"/>
              <a:gd name="connsiteY1133" fmla="*/ 188250 h 5599766"/>
              <a:gd name="connsiteX1134" fmla="*/ 8136634 w 10321503"/>
              <a:gd name="connsiteY1134" fmla="*/ 188608 h 5599766"/>
              <a:gd name="connsiteX1135" fmla="*/ 8334837 w 10321503"/>
              <a:gd name="connsiteY1135" fmla="*/ 188608 h 5599766"/>
              <a:gd name="connsiteX1136" fmla="*/ 8327772 w 10321503"/>
              <a:gd name="connsiteY1136" fmla="*/ 188608 h 5599766"/>
              <a:gd name="connsiteX1137" fmla="*/ 8327159 w 10321503"/>
              <a:gd name="connsiteY1137" fmla="*/ 188250 h 5599766"/>
              <a:gd name="connsiteX1138" fmla="*/ 8323627 w 10321503"/>
              <a:gd name="connsiteY1138" fmla="*/ 182109 h 5599766"/>
              <a:gd name="connsiteX1139" fmla="*/ 8323627 w 10321503"/>
              <a:gd name="connsiteY1139" fmla="*/ 181443 h 5599766"/>
              <a:gd name="connsiteX1140" fmla="*/ 8327159 w 10321503"/>
              <a:gd name="connsiteY1140" fmla="*/ 175300 h 5599766"/>
              <a:gd name="connsiteX1141" fmla="*/ 8327772 w 10321503"/>
              <a:gd name="connsiteY1141" fmla="*/ 174943 h 5599766"/>
              <a:gd name="connsiteX1142" fmla="*/ 8334837 w 10321503"/>
              <a:gd name="connsiteY1142" fmla="*/ 174943 h 5599766"/>
              <a:gd name="connsiteX1143" fmla="*/ 8335451 w 10321503"/>
              <a:gd name="connsiteY1143" fmla="*/ 175300 h 5599766"/>
              <a:gd name="connsiteX1144" fmla="*/ 8338982 w 10321503"/>
              <a:gd name="connsiteY1144" fmla="*/ 181443 h 5599766"/>
              <a:gd name="connsiteX1145" fmla="*/ 8338982 w 10321503"/>
              <a:gd name="connsiteY1145" fmla="*/ 182109 h 5599766"/>
              <a:gd name="connsiteX1146" fmla="*/ 8335451 w 10321503"/>
              <a:gd name="connsiteY1146" fmla="*/ 188250 h 5599766"/>
              <a:gd name="connsiteX1147" fmla="*/ 8334837 w 10321503"/>
              <a:gd name="connsiteY1147" fmla="*/ 188608 h 5599766"/>
              <a:gd name="connsiteX1148" fmla="*/ 8533154 w 10321503"/>
              <a:gd name="connsiteY1148" fmla="*/ 188608 h 5599766"/>
              <a:gd name="connsiteX1149" fmla="*/ 8526090 w 10321503"/>
              <a:gd name="connsiteY1149" fmla="*/ 188608 h 5599766"/>
              <a:gd name="connsiteX1150" fmla="*/ 8525476 w 10321503"/>
              <a:gd name="connsiteY1150" fmla="*/ 188250 h 5599766"/>
              <a:gd name="connsiteX1151" fmla="*/ 8521945 w 10321503"/>
              <a:gd name="connsiteY1151" fmla="*/ 182109 h 5599766"/>
              <a:gd name="connsiteX1152" fmla="*/ 8521945 w 10321503"/>
              <a:gd name="connsiteY1152" fmla="*/ 181443 h 5599766"/>
              <a:gd name="connsiteX1153" fmla="*/ 8525476 w 10321503"/>
              <a:gd name="connsiteY1153" fmla="*/ 175301 h 5599766"/>
              <a:gd name="connsiteX1154" fmla="*/ 8526090 w 10321503"/>
              <a:gd name="connsiteY1154" fmla="*/ 174944 h 5599766"/>
              <a:gd name="connsiteX1155" fmla="*/ 8533154 w 10321503"/>
              <a:gd name="connsiteY1155" fmla="*/ 174944 h 5599766"/>
              <a:gd name="connsiteX1156" fmla="*/ 8533768 w 10321503"/>
              <a:gd name="connsiteY1156" fmla="*/ 175301 h 5599766"/>
              <a:gd name="connsiteX1157" fmla="*/ 8537299 w 10321503"/>
              <a:gd name="connsiteY1157" fmla="*/ 181443 h 5599766"/>
              <a:gd name="connsiteX1158" fmla="*/ 8537299 w 10321503"/>
              <a:gd name="connsiteY1158" fmla="*/ 182109 h 5599766"/>
              <a:gd name="connsiteX1159" fmla="*/ 8533768 w 10321503"/>
              <a:gd name="connsiteY1159" fmla="*/ 188250 h 5599766"/>
              <a:gd name="connsiteX1160" fmla="*/ 8533154 w 10321503"/>
              <a:gd name="connsiteY1160" fmla="*/ 188608 h 5599766"/>
              <a:gd name="connsiteX1161" fmla="*/ 8731308 w 10321503"/>
              <a:gd name="connsiteY1161" fmla="*/ 188608 h 5599766"/>
              <a:gd name="connsiteX1162" fmla="*/ 8724245 w 10321503"/>
              <a:gd name="connsiteY1162" fmla="*/ 188608 h 5599766"/>
              <a:gd name="connsiteX1163" fmla="*/ 8723631 w 10321503"/>
              <a:gd name="connsiteY1163" fmla="*/ 188250 h 5599766"/>
              <a:gd name="connsiteX1164" fmla="*/ 8720100 w 10321503"/>
              <a:gd name="connsiteY1164" fmla="*/ 182109 h 5599766"/>
              <a:gd name="connsiteX1165" fmla="*/ 8720100 w 10321503"/>
              <a:gd name="connsiteY1165" fmla="*/ 181443 h 5599766"/>
              <a:gd name="connsiteX1166" fmla="*/ 8723631 w 10321503"/>
              <a:gd name="connsiteY1166" fmla="*/ 175300 h 5599766"/>
              <a:gd name="connsiteX1167" fmla="*/ 8724245 w 10321503"/>
              <a:gd name="connsiteY1167" fmla="*/ 174943 h 5599766"/>
              <a:gd name="connsiteX1168" fmla="*/ 8731308 w 10321503"/>
              <a:gd name="connsiteY1168" fmla="*/ 174943 h 5599766"/>
              <a:gd name="connsiteX1169" fmla="*/ 8731923 w 10321503"/>
              <a:gd name="connsiteY1169" fmla="*/ 175300 h 5599766"/>
              <a:gd name="connsiteX1170" fmla="*/ 8735456 w 10321503"/>
              <a:gd name="connsiteY1170" fmla="*/ 181443 h 5599766"/>
              <a:gd name="connsiteX1171" fmla="*/ 8735456 w 10321503"/>
              <a:gd name="connsiteY1171" fmla="*/ 182109 h 5599766"/>
              <a:gd name="connsiteX1172" fmla="*/ 8731923 w 10321503"/>
              <a:gd name="connsiteY1172" fmla="*/ 188250 h 5599766"/>
              <a:gd name="connsiteX1173" fmla="*/ 8731308 w 10321503"/>
              <a:gd name="connsiteY1173" fmla="*/ 188608 h 5599766"/>
              <a:gd name="connsiteX1174" fmla="*/ 1398928 w 10321503"/>
              <a:gd name="connsiteY1174" fmla="*/ 351926 h 5599766"/>
              <a:gd name="connsiteX1175" fmla="*/ 1391866 w 10321503"/>
              <a:gd name="connsiteY1175" fmla="*/ 351926 h 5599766"/>
              <a:gd name="connsiteX1176" fmla="*/ 1391252 w 10321503"/>
              <a:gd name="connsiteY1176" fmla="*/ 351568 h 5599766"/>
              <a:gd name="connsiteX1177" fmla="*/ 1387720 w 10321503"/>
              <a:gd name="connsiteY1177" fmla="*/ 345426 h 5599766"/>
              <a:gd name="connsiteX1178" fmla="*/ 1387720 w 10321503"/>
              <a:gd name="connsiteY1178" fmla="*/ 344760 h 5599766"/>
              <a:gd name="connsiteX1179" fmla="*/ 1391252 w 10321503"/>
              <a:gd name="connsiteY1179" fmla="*/ 338618 h 5599766"/>
              <a:gd name="connsiteX1180" fmla="*/ 1391866 w 10321503"/>
              <a:gd name="connsiteY1180" fmla="*/ 338260 h 5599766"/>
              <a:gd name="connsiteX1181" fmla="*/ 1398928 w 10321503"/>
              <a:gd name="connsiteY1181" fmla="*/ 338260 h 5599766"/>
              <a:gd name="connsiteX1182" fmla="*/ 1399544 w 10321503"/>
              <a:gd name="connsiteY1182" fmla="*/ 338618 h 5599766"/>
              <a:gd name="connsiteX1183" fmla="*/ 1403074 w 10321503"/>
              <a:gd name="connsiteY1183" fmla="*/ 344760 h 5599766"/>
              <a:gd name="connsiteX1184" fmla="*/ 1403074 w 10321503"/>
              <a:gd name="connsiteY1184" fmla="*/ 345426 h 5599766"/>
              <a:gd name="connsiteX1185" fmla="*/ 1399544 w 10321503"/>
              <a:gd name="connsiteY1185" fmla="*/ 351568 h 5599766"/>
              <a:gd name="connsiteX1186" fmla="*/ 1398928 w 10321503"/>
              <a:gd name="connsiteY1186" fmla="*/ 351926 h 5599766"/>
              <a:gd name="connsiteX1187" fmla="*/ 1795378 w 10321503"/>
              <a:gd name="connsiteY1187" fmla="*/ 351929 h 5599766"/>
              <a:gd name="connsiteX1188" fmla="*/ 1788315 w 10321503"/>
              <a:gd name="connsiteY1188" fmla="*/ 351929 h 5599766"/>
              <a:gd name="connsiteX1189" fmla="*/ 1787701 w 10321503"/>
              <a:gd name="connsiteY1189" fmla="*/ 351570 h 5599766"/>
              <a:gd name="connsiteX1190" fmla="*/ 1784170 w 10321503"/>
              <a:gd name="connsiteY1190" fmla="*/ 345429 h 5599766"/>
              <a:gd name="connsiteX1191" fmla="*/ 1784170 w 10321503"/>
              <a:gd name="connsiteY1191" fmla="*/ 344763 h 5599766"/>
              <a:gd name="connsiteX1192" fmla="*/ 1787701 w 10321503"/>
              <a:gd name="connsiteY1192" fmla="*/ 338622 h 5599766"/>
              <a:gd name="connsiteX1193" fmla="*/ 1788315 w 10321503"/>
              <a:gd name="connsiteY1193" fmla="*/ 338264 h 5599766"/>
              <a:gd name="connsiteX1194" fmla="*/ 1795378 w 10321503"/>
              <a:gd name="connsiteY1194" fmla="*/ 338264 h 5599766"/>
              <a:gd name="connsiteX1195" fmla="*/ 1795992 w 10321503"/>
              <a:gd name="connsiteY1195" fmla="*/ 338622 h 5599766"/>
              <a:gd name="connsiteX1196" fmla="*/ 1799524 w 10321503"/>
              <a:gd name="connsiteY1196" fmla="*/ 344763 h 5599766"/>
              <a:gd name="connsiteX1197" fmla="*/ 1799524 w 10321503"/>
              <a:gd name="connsiteY1197" fmla="*/ 345429 h 5599766"/>
              <a:gd name="connsiteX1198" fmla="*/ 1795992 w 10321503"/>
              <a:gd name="connsiteY1198" fmla="*/ 351570 h 5599766"/>
              <a:gd name="connsiteX1199" fmla="*/ 1795378 w 10321503"/>
              <a:gd name="connsiteY1199" fmla="*/ 351929 h 5599766"/>
              <a:gd name="connsiteX1200" fmla="*/ 1200704 w 10321503"/>
              <a:gd name="connsiteY1200" fmla="*/ 351930 h 5599766"/>
              <a:gd name="connsiteX1201" fmla="*/ 1193642 w 10321503"/>
              <a:gd name="connsiteY1201" fmla="*/ 351930 h 5599766"/>
              <a:gd name="connsiteX1202" fmla="*/ 1193028 w 10321503"/>
              <a:gd name="connsiteY1202" fmla="*/ 351572 h 5599766"/>
              <a:gd name="connsiteX1203" fmla="*/ 1189495 w 10321503"/>
              <a:gd name="connsiteY1203" fmla="*/ 345429 h 5599766"/>
              <a:gd name="connsiteX1204" fmla="*/ 1189495 w 10321503"/>
              <a:gd name="connsiteY1204" fmla="*/ 344764 h 5599766"/>
              <a:gd name="connsiteX1205" fmla="*/ 1193028 w 10321503"/>
              <a:gd name="connsiteY1205" fmla="*/ 338623 h 5599766"/>
              <a:gd name="connsiteX1206" fmla="*/ 1193642 w 10321503"/>
              <a:gd name="connsiteY1206" fmla="*/ 338264 h 5599766"/>
              <a:gd name="connsiteX1207" fmla="*/ 1200704 w 10321503"/>
              <a:gd name="connsiteY1207" fmla="*/ 338264 h 5599766"/>
              <a:gd name="connsiteX1208" fmla="*/ 1201318 w 10321503"/>
              <a:gd name="connsiteY1208" fmla="*/ 338623 h 5599766"/>
              <a:gd name="connsiteX1209" fmla="*/ 1204850 w 10321503"/>
              <a:gd name="connsiteY1209" fmla="*/ 344764 h 5599766"/>
              <a:gd name="connsiteX1210" fmla="*/ 1204850 w 10321503"/>
              <a:gd name="connsiteY1210" fmla="*/ 345429 h 5599766"/>
              <a:gd name="connsiteX1211" fmla="*/ 1201318 w 10321503"/>
              <a:gd name="connsiteY1211" fmla="*/ 351572 h 5599766"/>
              <a:gd name="connsiteX1212" fmla="*/ 1200704 w 10321503"/>
              <a:gd name="connsiteY1212" fmla="*/ 351930 h 5599766"/>
              <a:gd name="connsiteX1213" fmla="*/ 804204 w 10321503"/>
              <a:gd name="connsiteY1213" fmla="*/ 351939 h 5599766"/>
              <a:gd name="connsiteX1214" fmla="*/ 797140 w 10321503"/>
              <a:gd name="connsiteY1214" fmla="*/ 351939 h 5599766"/>
              <a:gd name="connsiteX1215" fmla="*/ 796526 w 10321503"/>
              <a:gd name="connsiteY1215" fmla="*/ 351580 h 5599766"/>
              <a:gd name="connsiteX1216" fmla="*/ 792995 w 10321503"/>
              <a:gd name="connsiteY1216" fmla="*/ 345438 h 5599766"/>
              <a:gd name="connsiteX1217" fmla="*/ 792995 w 10321503"/>
              <a:gd name="connsiteY1217" fmla="*/ 344773 h 5599766"/>
              <a:gd name="connsiteX1218" fmla="*/ 796526 w 10321503"/>
              <a:gd name="connsiteY1218" fmla="*/ 338631 h 5599766"/>
              <a:gd name="connsiteX1219" fmla="*/ 797140 w 10321503"/>
              <a:gd name="connsiteY1219" fmla="*/ 338273 h 5599766"/>
              <a:gd name="connsiteX1220" fmla="*/ 804204 w 10321503"/>
              <a:gd name="connsiteY1220" fmla="*/ 338273 h 5599766"/>
              <a:gd name="connsiteX1221" fmla="*/ 804818 w 10321503"/>
              <a:gd name="connsiteY1221" fmla="*/ 338631 h 5599766"/>
              <a:gd name="connsiteX1222" fmla="*/ 808350 w 10321503"/>
              <a:gd name="connsiteY1222" fmla="*/ 344773 h 5599766"/>
              <a:gd name="connsiteX1223" fmla="*/ 808350 w 10321503"/>
              <a:gd name="connsiteY1223" fmla="*/ 345438 h 5599766"/>
              <a:gd name="connsiteX1224" fmla="*/ 804818 w 10321503"/>
              <a:gd name="connsiteY1224" fmla="*/ 351580 h 5599766"/>
              <a:gd name="connsiteX1225" fmla="*/ 804204 w 10321503"/>
              <a:gd name="connsiteY1225" fmla="*/ 351939 h 5599766"/>
              <a:gd name="connsiteX1226" fmla="*/ 1993654 w 10321503"/>
              <a:gd name="connsiteY1226" fmla="*/ 351940 h 5599766"/>
              <a:gd name="connsiteX1227" fmla="*/ 1986590 w 10321503"/>
              <a:gd name="connsiteY1227" fmla="*/ 351940 h 5599766"/>
              <a:gd name="connsiteX1228" fmla="*/ 1985976 w 10321503"/>
              <a:gd name="connsiteY1228" fmla="*/ 351582 h 5599766"/>
              <a:gd name="connsiteX1229" fmla="*/ 1982445 w 10321503"/>
              <a:gd name="connsiteY1229" fmla="*/ 345440 h 5599766"/>
              <a:gd name="connsiteX1230" fmla="*/ 1982445 w 10321503"/>
              <a:gd name="connsiteY1230" fmla="*/ 344775 h 5599766"/>
              <a:gd name="connsiteX1231" fmla="*/ 1985976 w 10321503"/>
              <a:gd name="connsiteY1231" fmla="*/ 338634 h 5599766"/>
              <a:gd name="connsiteX1232" fmla="*/ 1986590 w 10321503"/>
              <a:gd name="connsiteY1232" fmla="*/ 338275 h 5599766"/>
              <a:gd name="connsiteX1233" fmla="*/ 1993654 w 10321503"/>
              <a:gd name="connsiteY1233" fmla="*/ 338275 h 5599766"/>
              <a:gd name="connsiteX1234" fmla="*/ 1994268 w 10321503"/>
              <a:gd name="connsiteY1234" fmla="*/ 338634 h 5599766"/>
              <a:gd name="connsiteX1235" fmla="*/ 1997800 w 10321503"/>
              <a:gd name="connsiteY1235" fmla="*/ 344775 h 5599766"/>
              <a:gd name="connsiteX1236" fmla="*/ 1997800 w 10321503"/>
              <a:gd name="connsiteY1236" fmla="*/ 345440 h 5599766"/>
              <a:gd name="connsiteX1237" fmla="*/ 1994268 w 10321503"/>
              <a:gd name="connsiteY1237" fmla="*/ 351582 h 5599766"/>
              <a:gd name="connsiteX1238" fmla="*/ 1993654 w 10321503"/>
              <a:gd name="connsiteY1238" fmla="*/ 351940 h 5599766"/>
              <a:gd name="connsiteX1239" fmla="*/ 1597154 w 10321503"/>
              <a:gd name="connsiteY1239" fmla="*/ 351944 h 5599766"/>
              <a:gd name="connsiteX1240" fmla="*/ 1590090 w 10321503"/>
              <a:gd name="connsiteY1240" fmla="*/ 351944 h 5599766"/>
              <a:gd name="connsiteX1241" fmla="*/ 1589476 w 10321503"/>
              <a:gd name="connsiteY1241" fmla="*/ 351586 h 5599766"/>
              <a:gd name="connsiteX1242" fmla="*/ 1585944 w 10321503"/>
              <a:gd name="connsiteY1242" fmla="*/ 345442 h 5599766"/>
              <a:gd name="connsiteX1243" fmla="*/ 1585944 w 10321503"/>
              <a:gd name="connsiteY1243" fmla="*/ 344778 h 5599766"/>
              <a:gd name="connsiteX1244" fmla="*/ 1589476 w 10321503"/>
              <a:gd name="connsiteY1244" fmla="*/ 338636 h 5599766"/>
              <a:gd name="connsiteX1245" fmla="*/ 1590090 w 10321503"/>
              <a:gd name="connsiteY1245" fmla="*/ 338278 h 5599766"/>
              <a:gd name="connsiteX1246" fmla="*/ 1597154 w 10321503"/>
              <a:gd name="connsiteY1246" fmla="*/ 338278 h 5599766"/>
              <a:gd name="connsiteX1247" fmla="*/ 1597768 w 10321503"/>
              <a:gd name="connsiteY1247" fmla="*/ 338636 h 5599766"/>
              <a:gd name="connsiteX1248" fmla="*/ 1601298 w 10321503"/>
              <a:gd name="connsiteY1248" fmla="*/ 344778 h 5599766"/>
              <a:gd name="connsiteX1249" fmla="*/ 1601298 w 10321503"/>
              <a:gd name="connsiteY1249" fmla="*/ 345442 h 5599766"/>
              <a:gd name="connsiteX1250" fmla="*/ 1597768 w 10321503"/>
              <a:gd name="connsiteY1250" fmla="*/ 351586 h 5599766"/>
              <a:gd name="connsiteX1251" fmla="*/ 1597154 w 10321503"/>
              <a:gd name="connsiteY1251" fmla="*/ 351944 h 5599766"/>
              <a:gd name="connsiteX1252" fmla="*/ 11254 w 10321503"/>
              <a:gd name="connsiteY1252" fmla="*/ 351954 h 5599766"/>
              <a:gd name="connsiteX1253" fmla="*/ 4192 w 10321503"/>
              <a:gd name="connsiteY1253" fmla="*/ 351954 h 5599766"/>
              <a:gd name="connsiteX1254" fmla="*/ 3578 w 10321503"/>
              <a:gd name="connsiteY1254" fmla="*/ 351596 h 5599766"/>
              <a:gd name="connsiteX1255" fmla="*/ 46 w 10321503"/>
              <a:gd name="connsiteY1255" fmla="*/ 345454 h 5599766"/>
              <a:gd name="connsiteX1256" fmla="*/ 46 w 10321503"/>
              <a:gd name="connsiteY1256" fmla="*/ 344788 h 5599766"/>
              <a:gd name="connsiteX1257" fmla="*/ 3578 w 10321503"/>
              <a:gd name="connsiteY1257" fmla="*/ 338647 h 5599766"/>
              <a:gd name="connsiteX1258" fmla="*/ 4192 w 10321503"/>
              <a:gd name="connsiteY1258" fmla="*/ 338289 h 5599766"/>
              <a:gd name="connsiteX1259" fmla="*/ 11254 w 10321503"/>
              <a:gd name="connsiteY1259" fmla="*/ 338289 h 5599766"/>
              <a:gd name="connsiteX1260" fmla="*/ 11868 w 10321503"/>
              <a:gd name="connsiteY1260" fmla="*/ 338647 h 5599766"/>
              <a:gd name="connsiteX1261" fmla="*/ 15400 w 10321503"/>
              <a:gd name="connsiteY1261" fmla="*/ 344788 h 5599766"/>
              <a:gd name="connsiteX1262" fmla="*/ 15400 w 10321503"/>
              <a:gd name="connsiteY1262" fmla="*/ 345454 h 5599766"/>
              <a:gd name="connsiteX1263" fmla="*/ 11868 w 10321503"/>
              <a:gd name="connsiteY1263" fmla="*/ 351596 h 5599766"/>
              <a:gd name="connsiteX1264" fmla="*/ 11254 w 10321503"/>
              <a:gd name="connsiteY1264" fmla="*/ 351954 h 5599766"/>
              <a:gd name="connsiteX1265" fmla="*/ 407754 w 10321503"/>
              <a:gd name="connsiteY1265" fmla="*/ 351958 h 5599766"/>
              <a:gd name="connsiteX1266" fmla="*/ 400692 w 10321503"/>
              <a:gd name="connsiteY1266" fmla="*/ 351958 h 5599766"/>
              <a:gd name="connsiteX1267" fmla="*/ 400078 w 10321503"/>
              <a:gd name="connsiteY1267" fmla="*/ 351600 h 5599766"/>
              <a:gd name="connsiteX1268" fmla="*/ 396546 w 10321503"/>
              <a:gd name="connsiteY1268" fmla="*/ 345457 h 5599766"/>
              <a:gd name="connsiteX1269" fmla="*/ 396546 w 10321503"/>
              <a:gd name="connsiteY1269" fmla="*/ 344792 h 5599766"/>
              <a:gd name="connsiteX1270" fmla="*/ 400078 w 10321503"/>
              <a:gd name="connsiteY1270" fmla="*/ 338651 h 5599766"/>
              <a:gd name="connsiteX1271" fmla="*/ 400692 w 10321503"/>
              <a:gd name="connsiteY1271" fmla="*/ 338292 h 5599766"/>
              <a:gd name="connsiteX1272" fmla="*/ 407754 w 10321503"/>
              <a:gd name="connsiteY1272" fmla="*/ 338292 h 5599766"/>
              <a:gd name="connsiteX1273" fmla="*/ 408369 w 10321503"/>
              <a:gd name="connsiteY1273" fmla="*/ 338651 h 5599766"/>
              <a:gd name="connsiteX1274" fmla="*/ 411900 w 10321503"/>
              <a:gd name="connsiteY1274" fmla="*/ 344792 h 5599766"/>
              <a:gd name="connsiteX1275" fmla="*/ 411900 w 10321503"/>
              <a:gd name="connsiteY1275" fmla="*/ 345457 h 5599766"/>
              <a:gd name="connsiteX1276" fmla="*/ 408369 w 10321503"/>
              <a:gd name="connsiteY1276" fmla="*/ 351600 h 5599766"/>
              <a:gd name="connsiteX1277" fmla="*/ 407754 w 10321503"/>
              <a:gd name="connsiteY1277" fmla="*/ 351958 h 5599766"/>
              <a:gd name="connsiteX1278" fmla="*/ 209480 w 10321503"/>
              <a:gd name="connsiteY1278" fmla="*/ 351970 h 5599766"/>
              <a:gd name="connsiteX1279" fmla="*/ 202416 w 10321503"/>
              <a:gd name="connsiteY1279" fmla="*/ 351970 h 5599766"/>
              <a:gd name="connsiteX1280" fmla="*/ 201803 w 10321503"/>
              <a:gd name="connsiteY1280" fmla="*/ 351612 h 5599766"/>
              <a:gd name="connsiteX1281" fmla="*/ 198270 w 10321503"/>
              <a:gd name="connsiteY1281" fmla="*/ 345469 h 5599766"/>
              <a:gd name="connsiteX1282" fmla="*/ 198270 w 10321503"/>
              <a:gd name="connsiteY1282" fmla="*/ 344805 h 5599766"/>
              <a:gd name="connsiteX1283" fmla="*/ 201803 w 10321503"/>
              <a:gd name="connsiteY1283" fmla="*/ 338663 h 5599766"/>
              <a:gd name="connsiteX1284" fmla="*/ 202416 w 10321503"/>
              <a:gd name="connsiteY1284" fmla="*/ 338305 h 5599766"/>
              <a:gd name="connsiteX1285" fmla="*/ 209480 w 10321503"/>
              <a:gd name="connsiteY1285" fmla="*/ 338305 h 5599766"/>
              <a:gd name="connsiteX1286" fmla="*/ 210094 w 10321503"/>
              <a:gd name="connsiteY1286" fmla="*/ 338663 h 5599766"/>
              <a:gd name="connsiteX1287" fmla="*/ 213625 w 10321503"/>
              <a:gd name="connsiteY1287" fmla="*/ 344805 h 5599766"/>
              <a:gd name="connsiteX1288" fmla="*/ 213625 w 10321503"/>
              <a:gd name="connsiteY1288" fmla="*/ 345469 h 5599766"/>
              <a:gd name="connsiteX1289" fmla="*/ 210094 w 10321503"/>
              <a:gd name="connsiteY1289" fmla="*/ 351612 h 5599766"/>
              <a:gd name="connsiteX1290" fmla="*/ 209480 w 10321503"/>
              <a:gd name="connsiteY1290" fmla="*/ 351970 h 5599766"/>
              <a:gd name="connsiteX1291" fmla="*/ 1002428 w 10321503"/>
              <a:gd name="connsiteY1291" fmla="*/ 351975 h 5599766"/>
              <a:gd name="connsiteX1292" fmla="*/ 995366 w 10321503"/>
              <a:gd name="connsiteY1292" fmla="*/ 351975 h 5599766"/>
              <a:gd name="connsiteX1293" fmla="*/ 994752 w 10321503"/>
              <a:gd name="connsiteY1293" fmla="*/ 351617 h 5599766"/>
              <a:gd name="connsiteX1294" fmla="*/ 991220 w 10321503"/>
              <a:gd name="connsiteY1294" fmla="*/ 345475 h 5599766"/>
              <a:gd name="connsiteX1295" fmla="*/ 991220 w 10321503"/>
              <a:gd name="connsiteY1295" fmla="*/ 344810 h 5599766"/>
              <a:gd name="connsiteX1296" fmla="*/ 994752 w 10321503"/>
              <a:gd name="connsiteY1296" fmla="*/ 338668 h 5599766"/>
              <a:gd name="connsiteX1297" fmla="*/ 995366 w 10321503"/>
              <a:gd name="connsiteY1297" fmla="*/ 338310 h 5599766"/>
              <a:gd name="connsiteX1298" fmla="*/ 1002428 w 10321503"/>
              <a:gd name="connsiteY1298" fmla="*/ 338310 h 5599766"/>
              <a:gd name="connsiteX1299" fmla="*/ 1003042 w 10321503"/>
              <a:gd name="connsiteY1299" fmla="*/ 338668 h 5599766"/>
              <a:gd name="connsiteX1300" fmla="*/ 1006574 w 10321503"/>
              <a:gd name="connsiteY1300" fmla="*/ 344810 h 5599766"/>
              <a:gd name="connsiteX1301" fmla="*/ 1006574 w 10321503"/>
              <a:gd name="connsiteY1301" fmla="*/ 345475 h 5599766"/>
              <a:gd name="connsiteX1302" fmla="*/ 1003042 w 10321503"/>
              <a:gd name="connsiteY1302" fmla="*/ 351617 h 5599766"/>
              <a:gd name="connsiteX1303" fmla="*/ 1002428 w 10321503"/>
              <a:gd name="connsiteY1303" fmla="*/ 351975 h 5599766"/>
              <a:gd name="connsiteX1304" fmla="*/ 605979 w 10321503"/>
              <a:gd name="connsiteY1304" fmla="*/ 351977 h 5599766"/>
              <a:gd name="connsiteX1305" fmla="*/ 598916 w 10321503"/>
              <a:gd name="connsiteY1305" fmla="*/ 351977 h 5599766"/>
              <a:gd name="connsiteX1306" fmla="*/ 598302 w 10321503"/>
              <a:gd name="connsiteY1306" fmla="*/ 351618 h 5599766"/>
              <a:gd name="connsiteX1307" fmla="*/ 594770 w 10321503"/>
              <a:gd name="connsiteY1307" fmla="*/ 345476 h 5599766"/>
              <a:gd name="connsiteX1308" fmla="*/ 594770 w 10321503"/>
              <a:gd name="connsiteY1308" fmla="*/ 344811 h 5599766"/>
              <a:gd name="connsiteX1309" fmla="*/ 598302 w 10321503"/>
              <a:gd name="connsiteY1309" fmla="*/ 338670 h 5599766"/>
              <a:gd name="connsiteX1310" fmla="*/ 598916 w 10321503"/>
              <a:gd name="connsiteY1310" fmla="*/ 338311 h 5599766"/>
              <a:gd name="connsiteX1311" fmla="*/ 605979 w 10321503"/>
              <a:gd name="connsiteY1311" fmla="*/ 338311 h 5599766"/>
              <a:gd name="connsiteX1312" fmla="*/ 606593 w 10321503"/>
              <a:gd name="connsiteY1312" fmla="*/ 338670 h 5599766"/>
              <a:gd name="connsiteX1313" fmla="*/ 610125 w 10321503"/>
              <a:gd name="connsiteY1313" fmla="*/ 344811 h 5599766"/>
              <a:gd name="connsiteX1314" fmla="*/ 610125 w 10321503"/>
              <a:gd name="connsiteY1314" fmla="*/ 345476 h 5599766"/>
              <a:gd name="connsiteX1315" fmla="*/ 606593 w 10321503"/>
              <a:gd name="connsiteY1315" fmla="*/ 351618 h 5599766"/>
              <a:gd name="connsiteX1316" fmla="*/ 605979 w 10321503"/>
              <a:gd name="connsiteY1316" fmla="*/ 351977 h 5599766"/>
              <a:gd name="connsiteX1317" fmla="*/ 2189611 w 10321503"/>
              <a:gd name="connsiteY1317" fmla="*/ 357710 h 5599766"/>
              <a:gd name="connsiteX1318" fmla="*/ 2182548 w 10321503"/>
              <a:gd name="connsiteY1318" fmla="*/ 357710 h 5599766"/>
              <a:gd name="connsiteX1319" fmla="*/ 2181933 w 10321503"/>
              <a:gd name="connsiteY1319" fmla="*/ 357352 h 5599766"/>
              <a:gd name="connsiteX1320" fmla="*/ 2178401 w 10321503"/>
              <a:gd name="connsiteY1320" fmla="*/ 351210 h 5599766"/>
              <a:gd name="connsiteX1321" fmla="*/ 2178401 w 10321503"/>
              <a:gd name="connsiteY1321" fmla="*/ 350545 h 5599766"/>
              <a:gd name="connsiteX1322" fmla="*/ 2181933 w 10321503"/>
              <a:gd name="connsiteY1322" fmla="*/ 344403 h 5599766"/>
              <a:gd name="connsiteX1323" fmla="*/ 2182548 w 10321503"/>
              <a:gd name="connsiteY1323" fmla="*/ 344045 h 5599766"/>
              <a:gd name="connsiteX1324" fmla="*/ 2189611 w 10321503"/>
              <a:gd name="connsiteY1324" fmla="*/ 344045 h 5599766"/>
              <a:gd name="connsiteX1325" fmla="*/ 2190225 w 10321503"/>
              <a:gd name="connsiteY1325" fmla="*/ 344403 h 5599766"/>
              <a:gd name="connsiteX1326" fmla="*/ 2193757 w 10321503"/>
              <a:gd name="connsiteY1326" fmla="*/ 350545 h 5599766"/>
              <a:gd name="connsiteX1327" fmla="*/ 2193757 w 10321503"/>
              <a:gd name="connsiteY1327" fmla="*/ 351210 h 5599766"/>
              <a:gd name="connsiteX1328" fmla="*/ 2190225 w 10321503"/>
              <a:gd name="connsiteY1328" fmla="*/ 357352 h 5599766"/>
              <a:gd name="connsiteX1329" fmla="*/ 2189611 w 10321503"/>
              <a:gd name="connsiteY1329" fmla="*/ 357710 h 5599766"/>
              <a:gd name="connsiteX1330" fmla="*/ 2387835 w 10321503"/>
              <a:gd name="connsiteY1330" fmla="*/ 357710 h 5599766"/>
              <a:gd name="connsiteX1331" fmla="*/ 2380773 w 10321503"/>
              <a:gd name="connsiteY1331" fmla="*/ 357710 h 5599766"/>
              <a:gd name="connsiteX1332" fmla="*/ 2380159 w 10321503"/>
              <a:gd name="connsiteY1332" fmla="*/ 357352 h 5599766"/>
              <a:gd name="connsiteX1333" fmla="*/ 2376626 w 10321503"/>
              <a:gd name="connsiteY1333" fmla="*/ 351210 h 5599766"/>
              <a:gd name="connsiteX1334" fmla="*/ 2376626 w 10321503"/>
              <a:gd name="connsiteY1334" fmla="*/ 350545 h 5599766"/>
              <a:gd name="connsiteX1335" fmla="*/ 2380159 w 10321503"/>
              <a:gd name="connsiteY1335" fmla="*/ 344403 h 5599766"/>
              <a:gd name="connsiteX1336" fmla="*/ 2380773 w 10321503"/>
              <a:gd name="connsiteY1336" fmla="*/ 344045 h 5599766"/>
              <a:gd name="connsiteX1337" fmla="*/ 2387835 w 10321503"/>
              <a:gd name="connsiteY1337" fmla="*/ 344045 h 5599766"/>
              <a:gd name="connsiteX1338" fmla="*/ 2388449 w 10321503"/>
              <a:gd name="connsiteY1338" fmla="*/ 344403 h 5599766"/>
              <a:gd name="connsiteX1339" fmla="*/ 2391981 w 10321503"/>
              <a:gd name="connsiteY1339" fmla="*/ 350545 h 5599766"/>
              <a:gd name="connsiteX1340" fmla="*/ 2391981 w 10321503"/>
              <a:gd name="connsiteY1340" fmla="*/ 351210 h 5599766"/>
              <a:gd name="connsiteX1341" fmla="*/ 2388449 w 10321503"/>
              <a:gd name="connsiteY1341" fmla="*/ 357352 h 5599766"/>
              <a:gd name="connsiteX1342" fmla="*/ 2387835 w 10321503"/>
              <a:gd name="connsiteY1342" fmla="*/ 357710 h 5599766"/>
              <a:gd name="connsiteX1343" fmla="*/ 2586060 w 10321503"/>
              <a:gd name="connsiteY1343" fmla="*/ 357710 h 5599766"/>
              <a:gd name="connsiteX1344" fmla="*/ 2578998 w 10321503"/>
              <a:gd name="connsiteY1344" fmla="*/ 357710 h 5599766"/>
              <a:gd name="connsiteX1345" fmla="*/ 2578383 w 10321503"/>
              <a:gd name="connsiteY1345" fmla="*/ 357352 h 5599766"/>
              <a:gd name="connsiteX1346" fmla="*/ 2574850 w 10321503"/>
              <a:gd name="connsiteY1346" fmla="*/ 351210 h 5599766"/>
              <a:gd name="connsiteX1347" fmla="*/ 2574850 w 10321503"/>
              <a:gd name="connsiteY1347" fmla="*/ 350545 h 5599766"/>
              <a:gd name="connsiteX1348" fmla="*/ 2578383 w 10321503"/>
              <a:gd name="connsiteY1348" fmla="*/ 344403 h 5599766"/>
              <a:gd name="connsiteX1349" fmla="*/ 2578998 w 10321503"/>
              <a:gd name="connsiteY1349" fmla="*/ 344045 h 5599766"/>
              <a:gd name="connsiteX1350" fmla="*/ 2586060 w 10321503"/>
              <a:gd name="connsiteY1350" fmla="*/ 344045 h 5599766"/>
              <a:gd name="connsiteX1351" fmla="*/ 2586674 w 10321503"/>
              <a:gd name="connsiteY1351" fmla="*/ 344403 h 5599766"/>
              <a:gd name="connsiteX1352" fmla="*/ 2590205 w 10321503"/>
              <a:gd name="connsiteY1352" fmla="*/ 350545 h 5599766"/>
              <a:gd name="connsiteX1353" fmla="*/ 2590205 w 10321503"/>
              <a:gd name="connsiteY1353" fmla="*/ 351210 h 5599766"/>
              <a:gd name="connsiteX1354" fmla="*/ 2586674 w 10321503"/>
              <a:gd name="connsiteY1354" fmla="*/ 357352 h 5599766"/>
              <a:gd name="connsiteX1355" fmla="*/ 2586060 w 10321503"/>
              <a:gd name="connsiteY1355" fmla="*/ 357710 h 5599766"/>
              <a:gd name="connsiteX1356" fmla="*/ 2784284 w 10321503"/>
              <a:gd name="connsiteY1356" fmla="*/ 357710 h 5599766"/>
              <a:gd name="connsiteX1357" fmla="*/ 2777221 w 10321503"/>
              <a:gd name="connsiteY1357" fmla="*/ 357710 h 5599766"/>
              <a:gd name="connsiteX1358" fmla="*/ 2776607 w 10321503"/>
              <a:gd name="connsiteY1358" fmla="*/ 357352 h 5599766"/>
              <a:gd name="connsiteX1359" fmla="*/ 2773075 w 10321503"/>
              <a:gd name="connsiteY1359" fmla="*/ 351210 h 5599766"/>
              <a:gd name="connsiteX1360" fmla="*/ 2773075 w 10321503"/>
              <a:gd name="connsiteY1360" fmla="*/ 350545 h 5599766"/>
              <a:gd name="connsiteX1361" fmla="*/ 2776607 w 10321503"/>
              <a:gd name="connsiteY1361" fmla="*/ 344403 h 5599766"/>
              <a:gd name="connsiteX1362" fmla="*/ 2777221 w 10321503"/>
              <a:gd name="connsiteY1362" fmla="*/ 344045 h 5599766"/>
              <a:gd name="connsiteX1363" fmla="*/ 2784284 w 10321503"/>
              <a:gd name="connsiteY1363" fmla="*/ 344045 h 5599766"/>
              <a:gd name="connsiteX1364" fmla="*/ 2784898 w 10321503"/>
              <a:gd name="connsiteY1364" fmla="*/ 344403 h 5599766"/>
              <a:gd name="connsiteX1365" fmla="*/ 2788430 w 10321503"/>
              <a:gd name="connsiteY1365" fmla="*/ 350545 h 5599766"/>
              <a:gd name="connsiteX1366" fmla="*/ 2788430 w 10321503"/>
              <a:gd name="connsiteY1366" fmla="*/ 351210 h 5599766"/>
              <a:gd name="connsiteX1367" fmla="*/ 2784898 w 10321503"/>
              <a:gd name="connsiteY1367" fmla="*/ 357352 h 5599766"/>
              <a:gd name="connsiteX1368" fmla="*/ 2784284 w 10321503"/>
              <a:gd name="connsiteY1368" fmla="*/ 357710 h 5599766"/>
              <a:gd name="connsiteX1369" fmla="*/ 2982559 w 10321503"/>
              <a:gd name="connsiteY1369" fmla="*/ 357710 h 5599766"/>
              <a:gd name="connsiteX1370" fmla="*/ 2975496 w 10321503"/>
              <a:gd name="connsiteY1370" fmla="*/ 357710 h 5599766"/>
              <a:gd name="connsiteX1371" fmla="*/ 2974882 w 10321503"/>
              <a:gd name="connsiteY1371" fmla="*/ 357352 h 5599766"/>
              <a:gd name="connsiteX1372" fmla="*/ 2971351 w 10321503"/>
              <a:gd name="connsiteY1372" fmla="*/ 351210 h 5599766"/>
              <a:gd name="connsiteX1373" fmla="*/ 2971351 w 10321503"/>
              <a:gd name="connsiteY1373" fmla="*/ 350545 h 5599766"/>
              <a:gd name="connsiteX1374" fmla="*/ 2974882 w 10321503"/>
              <a:gd name="connsiteY1374" fmla="*/ 344403 h 5599766"/>
              <a:gd name="connsiteX1375" fmla="*/ 2975496 w 10321503"/>
              <a:gd name="connsiteY1375" fmla="*/ 344045 h 5599766"/>
              <a:gd name="connsiteX1376" fmla="*/ 2982559 w 10321503"/>
              <a:gd name="connsiteY1376" fmla="*/ 344045 h 5599766"/>
              <a:gd name="connsiteX1377" fmla="*/ 2983173 w 10321503"/>
              <a:gd name="connsiteY1377" fmla="*/ 344403 h 5599766"/>
              <a:gd name="connsiteX1378" fmla="*/ 2986706 w 10321503"/>
              <a:gd name="connsiteY1378" fmla="*/ 350545 h 5599766"/>
              <a:gd name="connsiteX1379" fmla="*/ 2986706 w 10321503"/>
              <a:gd name="connsiteY1379" fmla="*/ 351210 h 5599766"/>
              <a:gd name="connsiteX1380" fmla="*/ 2983173 w 10321503"/>
              <a:gd name="connsiteY1380" fmla="*/ 357352 h 5599766"/>
              <a:gd name="connsiteX1381" fmla="*/ 2982559 w 10321503"/>
              <a:gd name="connsiteY1381" fmla="*/ 357710 h 5599766"/>
              <a:gd name="connsiteX1382" fmla="*/ 3180784 w 10321503"/>
              <a:gd name="connsiteY1382" fmla="*/ 357710 h 5599766"/>
              <a:gd name="connsiteX1383" fmla="*/ 3173721 w 10321503"/>
              <a:gd name="connsiteY1383" fmla="*/ 357710 h 5599766"/>
              <a:gd name="connsiteX1384" fmla="*/ 3173107 w 10321503"/>
              <a:gd name="connsiteY1384" fmla="*/ 357352 h 5599766"/>
              <a:gd name="connsiteX1385" fmla="*/ 3169576 w 10321503"/>
              <a:gd name="connsiteY1385" fmla="*/ 351210 h 5599766"/>
              <a:gd name="connsiteX1386" fmla="*/ 3169576 w 10321503"/>
              <a:gd name="connsiteY1386" fmla="*/ 350545 h 5599766"/>
              <a:gd name="connsiteX1387" fmla="*/ 3173107 w 10321503"/>
              <a:gd name="connsiteY1387" fmla="*/ 344403 h 5599766"/>
              <a:gd name="connsiteX1388" fmla="*/ 3173721 w 10321503"/>
              <a:gd name="connsiteY1388" fmla="*/ 344045 h 5599766"/>
              <a:gd name="connsiteX1389" fmla="*/ 3180784 w 10321503"/>
              <a:gd name="connsiteY1389" fmla="*/ 344045 h 5599766"/>
              <a:gd name="connsiteX1390" fmla="*/ 3181398 w 10321503"/>
              <a:gd name="connsiteY1390" fmla="*/ 344403 h 5599766"/>
              <a:gd name="connsiteX1391" fmla="*/ 3184931 w 10321503"/>
              <a:gd name="connsiteY1391" fmla="*/ 350545 h 5599766"/>
              <a:gd name="connsiteX1392" fmla="*/ 3184931 w 10321503"/>
              <a:gd name="connsiteY1392" fmla="*/ 351210 h 5599766"/>
              <a:gd name="connsiteX1393" fmla="*/ 3181398 w 10321503"/>
              <a:gd name="connsiteY1393" fmla="*/ 357352 h 5599766"/>
              <a:gd name="connsiteX1394" fmla="*/ 3180784 w 10321503"/>
              <a:gd name="connsiteY1394" fmla="*/ 357710 h 5599766"/>
              <a:gd name="connsiteX1395" fmla="*/ 3379008 w 10321503"/>
              <a:gd name="connsiteY1395" fmla="*/ 357710 h 5599766"/>
              <a:gd name="connsiteX1396" fmla="*/ 3371947 w 10321503"/>
              <a:gd name="connsiteY1396" fmla="*/ 357710 h 5599766"/>
              <a:gd name="connsiteX1397" fmla="*/ 3371332 w 10321503"/>
              <a:gd name="connsiteY1397" fmla="*/ 357352 h 5599766"/>
              <a:gd name="connsiteX1398" fmla="*/ 3367800 w 10321503"/>
              <a:gd name="connsiteY1398" fmla="*/ 351210 h 5599766"/>
              <a:gd name="connsiteX1399" fmla="*/ 3367800 w 10321503"/>
              <a:gd name="connsiteY1399" fmla="*/ 350545 h 5599766"/>
              <a:gd name="connsiteX1400" fmla="*/ 3371332 w 10321503"/>
              <a:gd name="connsiteY1400" fmla="*/ 344403 h 5599766"/>
              <a:gd name="connsiteX1401" fmla="*/ 3371947 w 10321503"/>
              <a:gd name="connsiteY1401" fmla="*/ 344045 h 5599766"/>
              <a:gd name="connsiteX1402" fmla="*/ 3379008 w 10321503"/>
              <a:gd name="connsiteY1402" fmla="*/ 344045 h 5599766"/>
              <a:gd name="connsiteX1403" fmla="*/ 3379624 w 10321503"/>
              <a:gd name="connsiteY1403" fmla="*/ 344403 h 5599766"/>
              <a:gd name="connsiteX1404" fmla="*/ 3383155 w 10321503"/>
              <a:gd name="connsiteY1404" fmla="*/ 350545 h 5599766"/>
              <a:gd name="connsiteX1405" fmla="*/ 3383155 w 10321503"/>
              <a:gd name="connsiteY1405" fmla="*/ 351210 h 5599766"/>
              <a:gd name="connsiteX1406" fmla="*/ 3379624 w 10321503"/>
              <a:gd name="connsiteY1406" fmla="*/ 357352 h 5599766"/>
              <a:gd name="connsiteX1407" fmla="*/ 3379008 w 10321503"/>
              <a:gd name="connsiteY1407" fmla="*/ 357710 h 5599766"/>
              <a:gd name="connsiteX1408" fmla="*/ 3577234 w 10321503"/>
              <a:gd name="connsiteY1408" fmla="*/ 357710 h 5599766"/>
              <a:gd name="connsiteX1409" fmla="*/ 3570172 w 10321503"/>
              <a:gd name="connsiteY1409" fmla="*/ 357710 h 5599766"/>
              <a:gd name="connsiteX1410" fmla="*/ 3569557 w 10321503"/>
              <a:gd name="connsiteY1410" fmla="*/ 357352 h 5599766"/>
              <a:gd name="connsiteX1411" fmla="*/ 3566024 w 10321503"/>
              <a:gd name="connsiteY1411" fmla="*/ 351210 h 5599766"/>
              <a:gd name="connsiteX1412" fmla="*/ 3566024 w 10321503"/>
              <a:gd name="connsiteY1412" fmla="*/ 350545 h 5599766"/>
              <a:gd name="connsiteX1413" fmla="*/ 3569557 w 10321503"/>
              <a:gd name="connsiteY1413" fmla="*/ 344403 h 5599766"/>
              <a:gd name="connsiteX1414" fmla="*/ 3570172 w 10321503"/>
              <a:gd name="connsiteY1414" fmla="*/ 344045 h 5599766"/>
              <a:gd name="connsiteX1415" fmla="*/ 3577234 w 10321503"/>
              <a:gd name="connsiteY1415" fmla="*/ 344045 h 5599766"/>
              <a:gd name="connsiteX1416" fmla="*/ 3577848 w 10321503"/>
              <a:gd name="connsiteY1416" fmla="*/ 344403 h 5599766"/>
              <a:gd name="connsiteX1417" fmla="*/ 3581379 w 10321503"/>
              <a:gd name="connsiteY1417" fmla="*/ 350545 h 5599766"/>
              <a:gd name="connsiteX1418" fmla="*/ 3581379 w 10321503"/>
              <a:gd name="connsiteY1418" fmla="*/ 351210 h 5599766"/>
              <a:gd name="connsiteX1419" fmla="*/ 3577848 w 10321503"/>
              <a:gd name="connsiteY1419" fmla="*/ 357352 h 5599766"/>
              <a:gd name="connsiteX1420" fmla="*/ 3577234 w 10321503"/>
              <a:gd name="connsiteY1420" fmla="*/ 357710 h 5599766"/>
              <a:gd name="connsiteX1421" fmla="*/ 3775459 w 10321503"/>
              <a:gd name="connsiteY1421" fmla="*/ 357710 h 5599766"/>
              <a:gd name="connsiteX1422" fmla="*/ 3768396 w 10321503"/>
              <a:gd name="connsiteY1422" fmla="*/ 357710 h 5599766"/>
              <a:gd name="connsiteX1423" fmla="*/ 3767781 w 10321503"/>
              <a:gd name="connsiteY1423" fmla="*/ 357352 h 5599766"/>
              <a:gd name="connsiteX1424" fmla="*/ 3764249 w 10321503"/>
              <a:gd name="connsiteY1424" fmla="*/ 351210 h 5599766"/>
              <a:gd name="connsiteX1425" fmla="*/ 3764249 w 10321503"/>
              <a:gd name="connsiteY1425" fmla="*/ 350545 h 5599766"/>
              <a:gd name="connsiteX1426" fmla="*/ 3767781 w 10321503"/>
              <a:gd name="connsiteY1426" fmla="*/ 344403 h 5599766"/>
              <a:gd name="connsiteX1427" fmla="*/ 3768396 w 10321503"/>
              <a:gd name="connsiteY1427" fmla="*/ 344045 h 5599766"/>
              <a:gd name="connsiteX1428" fmla="*/ 3775459 w 10321503"/>
              <a:gd name="connsiteY1428" fmla="*/ 344045 h 5599766"/>
              <a:gd name="connsiteX1429" fmla="*/ 3776073 w 10321503"/>
              <a:gd name="connsiteY1429" fmla="*/ 344403 h 5599766"/>
              <a:gd name="connsiteX1430" fmla="*/ 3779604 w 10321503"/>
              <a:gd name="connsiteY1430" fmla="*/ 350545 h 5599766"/>
              <a:gd name="connsiteX1431" fmla="*/ 3779604 w 10321503"/>
              <a:gd name="connsiteY1431" fmla="*/ 351210 h 5599766"/>
              <a:gd name="connsiteX1432" fmla="*/ 3776073 w 10321503"/>
              <a:gd name="connsiteY1432" fmla="*/ 357352 h 5599766"/>
              <a:gd name="connsiteX1433" fmla="*/ 3775459 w 10321503"/>
              <a:gd name="connsiteY1433" fmla="*/ 357710 h 5599766"/>
              <a:gd name="connsiteX1434" fmla="*/ 3973734 w 10321503"/>
              <a:gd name="connsiteY1434" fmla="*/ 357710 h 5599766"/>
              <a:gd name="connsiteX1435" fmla="*/ 3966671 w 10321503"/>
              <a:gd name="connsiteY1435" fmla="*/ 357710 h 5599766"/>
              <a:gd name="connsiteX1436" fmla="*/ 3966057 w 10321503"/>
              <a:gd name="connsiteY1436" fmla="*/ 357352 h 5599766"/>
              <a:gd name="connsiteX1437" fmla="*/ 3962525 w 10321503"/>
              <a:gd name="connsiteY1437" fmla="*/ 351210 h 5599766"/>
              <a:gd name="connsiteX1438" fmla="*/ 3962525 w 10321503"/>
              <a:gd name="connsiteY1438" fmla="*/ 350545 h 5599766"/>
              <a:gd name="connsiteX1439" fmla="*/ 3966057 w 10321503"/>
              <a:gd name="connsiteY1439" fmla="*/ 344403 h 5599766"/>
              <a:gd name="connsiteX1440" fmla="*/ 3966671 w 10321503"/>
              <a:gd name="connsiteY1440" fmla="*/ 344045 h 5599766"/>
              <a:gd name="connsiteX1441" fmla="*/ 3973734 w 10321503"/>
              <a:gd name="connsiteY1441" fmla="*/ 344045 h 5599766"/>
              <a:gd name="connsiteX1442" fmla="*/ 3974348 w 10321503"/>
              <a:gd name="connsiteY1442" fmla="*/ 344403 h 5599766"/>
              <a:gd name="connsiteX1443" fmla="*/ 3977880 w 10321503"/>
              <a:gd name="connsiteY1443" fmla="*/ 350545 h 5599766"/>
              <a:gd name="connsiteX1444" fmla="*/ 3977880 w 10321503"/>
              <a:gd name="connsiteY1444" fmla="*/ 351210 h 5599766"/>
              <a:gd name="connsiteX1445" fmla="*/ 3974348 w 10321503"/>
              <a:gd name="connsiteY1445" fmla="*/ 357352 h 5599766"/>
              <a:gd name="connsiteX1446" fmla="*/ 3973734 w 10321503"/>
              <a:gd name="connsiteY1446" fmla="*/ 357710 h 5599766"/>
              <a:gd name="connsiteX1447" fmla="*/ 4171959 w 10321503"/>
              <a:gd name="connsiteY1447" fmla="*/ 357710 h 5599766"/>
              <a:gd name="connsiteX1448" fmla="*/ 4164896 w 10321503"/>
              <a:gd name="connsiteY1448" fmla="*/ 357710 h 5599766"/>
              <a:gd name="connsiteX1449" fmla="*/ 4164282 w 10321503"/>
              <a:gd name="connsiteY1449" fmla="*/ 357352 h 5599766"/>
              <a:gd name="connsiteX1450" fmla="*/ 4160751 w 10321503"/>
              <a:gd name="connsiteY1450" fmla="*/ 351210 h 5599766"/>
              <a:gd name="connsiteX1451" fmla="*/ 4160751 w 10321503"/>
              <a:gd name="connsiteY1451" fmla="*/ 350545 h 5599766"/>
              <a:gd name="connsiteX1452" fmla="*/ 4164282 w 10321503"/>
              <a:gd name="connsiteY1452" fmla="*/ 344403 h 5599766"/>
              <a:gd name="connsiteX1453" fmla="*/ 4164896 w 10321503"/>
              <a:gd name="connsiteY1453" fmla="*/ 344045 h 5599766"/>
              <a:gd name="connsiteX1454" fmla="*/ 4171959 w 10321503"/>
              <a:gd name="connsiteY1454" fmla="*/ 344045 h 5599766"/>
              <a:gd name="connsiteX1455" fmla="*/ 4172573 w 10321503"/>
              <a:gd name="connsiteY1455" fmla="*/ 344403 h 5599766"/>
              <a:gd name="connsiteX1456" fmla="*/ 4176105 w 10321503"/>
              <a:gd name="connsiteY1456" fmla="*/ 350545 h 5599766"/>
              <a:gd name="connsiteX1457" fmla="*/ 4176105 w 10321503"/>
              <a:gd name="connsiteY1457" fmla="*/ 351210 h 5599766"/>
              <a:gd name="connsiteX1458" fmla="*/ 4172573 w 10321503"/>
              <a:gd name="connsiteY1458" fmla="*/ 357352 h 5599766"/>
              <a:gd name="connsiteX1459" fmla="*/ 4171959 w 10321503"/>
              <a:gd name="connsiteY1459" fmla="*/ 357710 h 5599766"/>
              <a:gd name="connsiteX1460" fmla="*/ 4370183 w 10321503"/>
              <a:gd name="connsiteY1460" fmla="*/ 357710 h 5599766"/>
              <a:gd name="connsiteX1461" fmla="*/ 4363121 w 10321503"/>
              <a:gd name="connsiteY1461" fmla="*/ 357710 h 5599766"/>
              <a:gd name="connsiteX1462" fmla="*/ 4362506 w 10321503"/>
              <a:gd name="connsiteY1462" fmla="*/ 357352 h 5599766"/>
              <a:gd name="connsiteX1463" fmla="*/ 4358975 w 10321503"/>
              <a:gd name="connsiteY1463" fmla="*/ 351210 h 5599766"/>
              <a:gd name="connsiteX1464" fmla="*/ 4358975 w 10321503"/>
              <a:gd name="connsiteY1464" fmla="*/ 350545 h 5599766"/>
              <a:gd name="connsiteX1465" fmla="*/ 4362506 w 10321503"/>
              <a:gd name="connsiteY1465" fmla="*/ 344403 h 5599766"/>
              <a:gd name="connsiteX1466" fmla="*/ 4363121 w 10321503"/>
              <a:gd name="connsiteY1466" fmla="*/ 344045 h 5599766"/>
              <a:gd name="connsiteX1467" fmla="*/ 4370183 w 10321503"/>
              <a:gd name="connsiteY1467" fmla="*/ 344045 h 5599766"/>
              <a:gd name="connsiteX1468" fmla="*/ 4370797 w 10321503"/>
              <a:gd name="connsiteY1468" fmla="*/ 344403 h 5599766"/>
              <a:gd name="connsiteX1469" fmla="*/ 4374329 w 10321503"/>
              <a:gd name="connsiteY1469" fmla="*/ 350545 h 5599766"/>
              <a:gd name="connsiteX1470" fmla="*/ 4374329 w 10321503"/>
              <a:gd name="connsiteY1470" fmla="*/ 351210 h 5599766"/>
              <a:gd name="connsiteX1471" fmla="*/ 4370797 w 10321503"/>
              <a:gd name="connsiteY1471" fmla="*/ 357352 h 5599766"/>
              <a:gd name="connsiteX1472" fmla="*/ 4370183 w 10321503"/>
              <a:gd name="connsiteY1472" fmla="*/ 357710 h 5599766"/>
              <a:gd name="connsiteX1473" fmla="*/ 4568408 w 10321503"/>
              <a:gd name="connsiteY1473" fmla="*/ 357710 h 5599766"/>
              <a:gd name="connsiteX1474" fmla="*/ 4561345 w 10321503"/>
              <a:gd name="connsiteY1474" fmla="*/ 357710 h 5599766"/>
              <a:gd name="connsiteX1475" fmla="*/ 4560731 w 10321503"/>
              <a:gd name="connsiteY1475" fmla="*/ 357352 h 5599766"/>
              <a:gd name="connsiteX1476" fmla="*/ 4557199 w 10321503"/>
              <a:gd name="connsiteY1476" fmla="*/ 351210 h 5599766"/>
              <a:gd name="connsiteX1477" fmla="*/ 4557199 w 10321503"/>
              <a:gd name="connsiteY1477" fmla="*/ 350545 h 5599766"/>
              <a:gd name="connsiteX1478" fmla="*/ 4560731 w 10321503"/>
              <a:gd name="connsiteY1478" fmla="*/ 344403 h 5599766"/>
              <a:gd name="connsiteX1479" fmla="*/ 4561345 w 10321503"/>
              <a:gd name="connsiteY1479" fmla="*/ 344045 h 5599766"/>
              <a:gd name="connsiteX1480" fmla="*/ 4568408 w 10321503"/>
              <a:gd name="connsiteY1480" fmla="*/ 344045 h 5599766"/>
              <a:gd name="connsiteX1481" fmla="*/ 4569022 w 10321503"/>
              <a:gd name="connsiteY1481" fmla="*/ 344403 h 5599766"/>
              <a:gd name="connsiteX1482" fmla="*/ 4572554 w 10321503"/>
              <a:gd name="connsiteY1482" fmla="*/ 350545 h 5599766"/>
              <a:gd name="connsiteX1483" fmla="*/ 4572554 w 10321503"/>
              <a:gd name="connsiteY1483" fmla="*/ 351210 h 5599766"/>
              <a:gd name="connsiteX1484" fmla="*/ 4569022 w 10321503"/>
              <a:gd name="connsiteY1484" fmla="*/ 357352 h 5599766"/>
              <a:gd name="connsiteX1485" fmla="*/ 4568408 w 10321503"/>
              <a:gd name="connsiteY1485" fmla="*/ 357710 h 5599766"/>
              <a:gd name="connsiteX1486" fmla="*/ 4766683 w 10321503"/>
              <a:gd name="connsiteY1486" fmla="*/ 357710 h 5599766"/>
              <a:gd name="connsiteX1487" fmla="*/ 4759621 w 10321503"/>
              <a:gd name="connsiteY1487" fmla="*/ 357710 h 5599766"/>
              <a:gd name="connsiteX1488" fmla="*/ 4759007 w 10321503"/>
              <a:gd name="connsiteY1488" fmla="*/ 357352 h 5599766"/>
              <a:gd name="connsiteX1489" fmla="*/ 4755475 w 10321503"/>
              <a:gd name="connsiteY1489" fmla="*/ 351210 h 5599766"/>
              <a:gd name="connsiteX1490" fmla="*/ 4755475 w 10321503"/>
              <a:gd name="connsiteY1490" fmla="*/ 350545 h 5599766"/>
              <a:gd name="connsiteX1491" fmla="*/ 4759007 w 10321503"/>
              <a:gd name="connsiteY1491" fmla="*/ 344403 h 5599766"/>
              <a:gd name="connsiteX1492" fmla="*/ 4759621 w 10321503"/>
              <a:gd name="connsiteY1492" fmla="*/ 344045 h 5599766"/>
              <a:gd name="connsiteX1493" fmla="*/ 4766683 w 10321503"/>
              <a:gd name="connsiteY1493" fmla="*/ 344045 h 5599766"/>
              <a:gd name="connsiteX1494" fmla="*/ 4767297 w 10321503"/>
              <a:gd name="connsiteY1494" fmla="*/ 344403 h 5599766"/>
              <a:gd name="connsiteX1495" fmla="*/ 4770829 w 10321503"/>
              <a:gd name="connsiteY1495" fmla="*/ 350545 h 5599766"/>
              <a:gd name="connsiteX1496" fmla="*/ 4770829 w 10321503"/>
              <a:gd name="connsiteY1496" fmla="*/ 351210 h 5599766"/>
              <a:gd name="connsiteX1497" fmla="*/ 4767297 w 10321503"/>
              <a:gd name="connsiteY1497" fmla="*/ 357352 h 5599766"/>
              <a:gd name="connsiteX1498" fmla="*/ 4766683 w 10321503"/>
              <a:gd name="connsiteY1498" fmla="*/ 357710 h 5599766"/>
              <a:gd name="connsiteX1499" fmla="*/ 4964909 w 10321503"/>
              <a:gd name="connsiteY1499" fmla="*/ 357710 h 5599766"/>
              <a:gd name="connsiteX1500" fmla="*/ 4957846 w 10321503"/>
              <a:gd name="connsiteY1500" fmla="*/ 357710 h 5599766"/>
              <a:gd name="connsiteX1501" fmla="*/ 4957232 w 10321503"/>
              <a:gd name="connsiteY1501" fmla="*/ 357352 h 5599766"/>
              <a:gd name="connsiteX1502" fmla="*/ 4953699 w 10321503"/>
              <a:gd name="connsiteY1502" fmla="*/ 351210 h 5599766"/>
              <a:gd name="connsiteX1503" fmla="*/ 4953699 w 10321503"/>
              <a:gd name="connsiteY1503" fmla="*/ 350545 h 5599766"/>
              <a:gd name="connsiteX1504" fmla="*/ 4957232 w 10321503"/>
              <a:gd name="connsiteY1504" fmla="*/ 344403 h 5599766"/>
              <a:gd name="connsiteX1505" fmla="*/ 4957846 w 10321503"/>
              <a:gd name="connsiteY1505" fmla="*/ 344045 h 5599766"/>
              <a:gd name="connsiteX1506" fmla="*/ 4964909 w 10321503"/>
              <a:gd name="connsiteY1506" fmla="*/ 344045 h 5599766"/>
              <a:gd name="connsiteX1507" fmla="*/ 4965523 w 10321503"/>
              <a:gd name="connsiteY1507" fmla="*/ 344403 h 5599766"/>
              <a:gd name="connsiteX1508" fmla="*/ 4969054 w 10321503"/>
              <a:gd name="connsiteY1508" fmla="*/ 350545 h 5599766"/>
              <a:gd name="connsiteX1509" fmla="*/ 4969054 w 10321503"/>
              <a:gd name="connsiteY1509" fmla="*/ 351210 h 5599766"/>
              <a:gd name="connsiteX1510" fmla="*/ 4965523 w 10321503"/>
              <a:gd name="connsiteY1510" fmla="*/ 357352 h 5599766"/>
              <a:gd name="connsiteX1511" fmla="*/ 4964909 w 10321503"/>
              <a:gd name="connsiteY1511" fmla="*/ 357710 h 5599766"/>
              <a:gd name="connsiteX1512" fmla="*/ 5163134 w 10321503"/>
              <a:gd name="connsiteY1512" fmla="*/ 357710 h 5599766"/>
              <a:gd name="connsiteX1513" fmla="*/ 5156070 w 10321503"/>
              <a:gd name="connsiteY1513" fmla="*/ 357710 h 5599766"/>
              <a:gd name="connsiteX1514" fmla="*/ 5155456 w 10321503"/>
              <a:gd name="connsiteY1514" fmla="*/ 357352 h 5599766"/>
              <a:gd name="connsiteX1515" fmla="*/ 5151924 w 10321503"/>
              <a:gd name="connsiteY1515" fmla="*/ 351210 h 5599766"/>
              <a:gd name="connsiteX1516" fmla="*/ 5151924 w 10321503"/>
              <a:gd name="connsiteY1516" fmla="*/ 350545 h 5599766"/>
              <a:gd name="connsiteX1517" fmla="*/ 5155456 w 10321503"/>
              <a:gd name="connsiteY1517" fmla="*/ 344403 h 5599766"/>
              <a:gd name="connsiteX1518" fmla="*/ 5156070 w 10321503"/>
              <a:gd name="connsiteY1518" fmla="*/ 344045 h 5599766"/>
              <a:gd name="connsiteX1519" fmla="*/ 5163134 w 10321503"/>
              <a:gd name="connsiteY1519" fmla="*/ 344045 h 5599766"/>
              <a:gd name="connsiteX1520" fmla="*/ 5163748 w 10321503"/>
              <a:gd name="connsiteY1520" fmla="*/ 344403 h 5599766"/>
              <a:gd name="connsiteX1521" fmla="*/ 5167279 w 10321503"/>
              <a:gd name="connsiteY1521" fmla="*/ 350545 h 5599766"/>
              <a:gd name="connsiteX1522" fmla="*/ 5167279 w 10321503"/>
              <a:gd name="connsiteY1522" fmla="*/ 351210 h 5599766"/>
              <a:gd name="connsiteX1523" fmla="*/ 5163748 w 10321503"/>
              <a:gd name="connsiteY1523" fmla="*/ 357352 h 5599766"/>
              <a:gd name="connsiteX1524" fmla="*/ 5163134 w 10321503"/>
              <a:gd name="connsiteY1524" fmla="*/ 357710 h 5599766"/>
              <a:gd name="connsiteX1525" fmla="*/ 5361358 w 10321503"/>
              <a:gd name="connsiteY1525" fmla="*/ 357710 h 5599766"/>
              <a:gd name="connsiteX1526" fmla="*/ 5354295 w 10321503"/>
              <a:gd name="connsiteY1526" fmla="*/ 357710 h 5599766"/>
              <a:gd name="connsiteX1527" fmla="*/ 5353680 w 10321503"/>
              <a:gd name="connsiteY1527" fmla="*/ 357352 h 5599766"/>
              <a:gd name="connsiteX1528" fmla="*/ 5350149 w 10321503"/>
              <a:gd name="connsiteY1528" fmla="*/ 351210 h 5599766"/>
              <a:gd name="connsiteX1529" fmla="*/ 5350149 w 10321503"/>
              <a:gd name="connsiteY1529" fmla="*/ 350545 h 5599766"/>
              <a:gd name="connsiteX1530" fmla="*/ 5353680 w 10321503"/>
              <a:gd name="connsiteY1530" fmla="*/ 344403 h 5599766"/>
              <a:gd name="connsiteX1531" fmla="*/ 5354295 w 10321503"/>
              <a:gd name="connsiteY1531" fmla="*/ 344045 h 5599766"/>
              <a:gd name="connsiteX1532" fmla="*/ 5361358 w 10321503"/>
              <a:gd name="connsiteY1532" fmla="*/ 344045 h 5599766"/>
              <a:gd name="connsiteX1533" fmla="*/ 5361972 w 10321503"/>
              <a:gd name="connsiteY1533" fmla="*/ 344403 h 5599766"/>
              <a:gd name="connsiteX1534" fmla="*/ 5365503 w 10321503"/>
              <a:gd name="connsiteY1534" fmla="*/ 350545 h 5599766"/>
              <a:gd name="connsiteX1535" fmla="*/ 5365503 w 10321503"/>
              <a:gd name="connsiteY1535" fmla="*/ 351210 h 5599766"/>
              <a:gd name="connsiteX1536" fmla="*/ 5361972 w 10321503"/>
              <a:gd name="connsiteY1536" fmla="*/ 357352 h 5599766"/>
              <a:gd name="connsiteX1537" fmla="*/ 5361358 w 10321503"/>
              <a:gd name="connsiteY1537" fmla="*/ 357710 h 5599766"/>
              <a:gd name="connsiteX1538" fmla="*/ 5559633 w 10321503"/>
              <a:gd name="connsiteY1538" fmla="*/ 357710 h 5599766"/>
              <a:gd name="connsiteX1539" fmla="*/ 5552569 w 10321503"/>
              <a:gd name="connsiteY1539" fmla="*/ 357710 h 5599766"/>
              <a:gd name="connsiteX1540" fmla="*/ 5551956 w 10321503"/>
              <a:gd name="connsiteY1540" fmla="*/ 357352 h 5599766"/>
              <a:gd name="connsiteX1541" fmla="*/ 5548424 w 10321503"/>
              <a:gd name="connsiteY1541" fmla="*/ 351210 h 5599766"/>
              <a:gd name="connsiteX1542" fmla="*/ 5548424 w 10321503"/>
              <a:gd name="connsiteY1542" fmla="*/ 350545 h 5599766"/>
              <a:gd name="connsiteX1543" fmla="*/ 5551956 w 10321503"/>
              <a:gd name="connsiteY1543" fmla="*/ 344403 h 5599766"/>
              <a:gd name="connsiteX1544" fmla="*/ 5552569 w 10321503"/>
              <a:gd name="connsiteY1544" fmla="*/ 344045 h 5599766"/>
              <a:gd name="connsiteX1545" fmla="*/ 5559633 w 10321503"/>
              <a:gd name="connsiteY1545" fmla="*/ 344045 h 5599766"/>
              <a:gd name="connsiteX1546" fmla="*/ 5560246 w 10321503"/>
              <a:gd name="connsiteY1546" fmla="*/ 344403 h 5599766"/>
              <a:gd name="connsiteX1547" fmla="*/ 5563779 w 10321503"/>
              <a:gd name="connsiteY1547" fmla="*/ 350545 h 5599766"/>
              <a:gd name="connsiteX1548" fmla="*/ 5563779 w 10321503"/>
              <a:gd name="connsiteY1548" fmla="*/ 351210 h 5599766"/>
              <a:gd name="connsiteX1549" fmla="*/ 5560246 w 10321503"/>
              <a:gd name="connsiteY1549" fmla="*/ 357352 h 5599766"/>
              <a:gd name="connsiteX1550" fmla="*/ 5559633 w 10321503"/>
              <a:gd name="connsiteY1550" fmla="*/ 357710 h 5599766"/>
              <a:gd name="connsiteX1551" fmla="*/ 5757857 w 10321503"/>
              <a:gd name="connsiteY1551" fmla="*/ 357710 h 5599766"/>
              <a:gd name="connsiteX1552" fmla="*/ 5750795 w 10321503"/>
              <a:gd name="connsiteY1552" fmla="*/ 357710 h 5599766"/>
              <a:gd name="connsiteX1553" fmla="*/ 5750181 w 10321503"/>
              <a:gd name="connsiteY1553" fmla="*/ 357352 h 5599766"/>
              <a:gd name="connsiteX1554" fmla="*/ 5746649 w 10321503"/>
              <a:gd name="connsiteY1554" fmla="*/ 351210 h 5599766"/>
              <a:gd name="connsiteX1555" fmla="*/ 5746649 w 10321503"/>
              <a:gd name="connsiteY1555" fmla="*/ 350545 h 5599766"/>
              <a:gd name="connsiteX1556" fmla="*/ 5750181 w 10321503"/>
              <a:gd name="connsiteY1556" fmla="*/ 344403 h 5599766"/>
              <a:gd name="connsiteX1557" fmla="*/ 5750795 w 10321503"/>
              <a:gd name="connsiteY1557" fmla="*/ 344045 h 5599766"/>
              <a:gd name="connsiteX1558" fmla="*/ 5757857 w 10321503"/>
              <a:gd name="connsiteY1558" fmla="*/ 344045 h 5599766"/>
              <a:gd name="connsiteX1559" fmla="*/ 5758471 w 10321503"/>
              <a:gd name="connsiteY1559" fmla="*/ 344403 h 5599766"/>
              <a:gd name="connsiteX1560" fmla="*/ 5762003 w 10321503"/>
              <a:gd name="connsiteY1560" fmla="*/ 350545 h 5599766"/>
              <a:gd name="connsiteX1561" fmla="*/ 5762003 w 10321503"/>
              <a:gd name="connsiteY1561" fmla="*/ 351210 h 5599766"/>
              <a:gd name="connsiteX1562" fmla="*/ 5758471 w 10321503"/>
              <a:gd name="connsiteY1562" fmla="*/ 357352 h 5599766"/>
              <a:gd name="connsiteX1563" fmla="*/ 5757857 w 10321503"/>
              <a:gd name="connsiteY1563" fmla="*/ 357710 h 5599766"/>
              <a:gd name="connsiteX1564" fmla="*/ 5956083 w 10321503"/>
              <a:gd name="connsiteY1564" fmla="*/ 357710 h 5599766"/>
              <a:gd name="connsiteX1565" fmla="*/ 5949019 w 10321503"/>
              <a:gd name="connsiteY1565" fmla="*/ 357710 h 5599766"/>
              <a:gd name="connsiteX1566" fmla="*/ 5948405 w 10321503"/>
              <a:gd name="connsiteY1566" fmla="*/ 357352 h 5599766"/>
              <a:gd name="connsiteX1567" fmla="*/ 5944873 w 10321503"/>
              <a:gd name="connsiteY1567" fmla="*/ 351210 h 5599766"/>
              <a:gd name="connsiteX1568" fmla="*/ 5944873 w 10321503"/>
              <a:gd name="connsiteY1568" fmla="*/ 350545 h 5599766"/>
              <a:gd name="connsiteX1569" fmla="*/ 5948405 w 10321503"/>
              <a:gd name="connsiteY1569" fmla="*/ 344403 h 5599766"/>
              <a:gd name="connsiteX1570" fmla="*/ 5949019 w 10321503"/>
              <a:gd name="connsiteY1570" fmla="*/ 344045 h 5599766"/>
              <a:gd name="connsiteX1571" fmla="*/ 5956083 w 10321503"/>
              <a:gd name="connsiteY1571" fmla="*/ 344045 h 5599766"/>
              <a:gd name="connsiteX1572" fmla="*/ 5956697 w 10321503"/>
              <a:gd name="connsiteY1572" fmla="*/ 344403 h 5599766"/>
              <a:gd name="connsiteX1573" fmla="*/ 5960227 w 10321503"/>
              <a:gd name="connsiteY1573" fmla="*/ 350545 h 5599766"/>
              <a:gd name="connsiteX1574" fmla="*/ 5960227 w 10321503"/>
              <a:gd name="connsiteY1574" fmla="*/ 351210 h 5599766"/>
              <a:gd name="connsiteX1575" fmla="*/ 5956697 w 10321503"/>
              <a:gd name="connsiteY1575" fmla="*/ 357352 h 5599766"/>
              <a:gd name="connsiteX1576" fmla="*/ 5956083 w 10321503"/>
              <a:gd name="connsiteY1576" fmla="*/ 357710 h 5599766"/>
              <a:gd name="connsiteX1577" fmla="*/ 6154307 w 10321503"/>
              <a:gd name="connsiteY1577" fmla="*/ 357710 h 5599766"/>
              <a:gd name="connsiteX1578" fmla="*/ 6147243 w 10321503"/>
              <a:gd name="connsiteY1578" fmla="*/ 357710 h 5599766"/>
              <a:gd name="connsiteX1579" fmla="*/ 6146629 w 10321503"/>
              <a:gd name="connsiteY1579" fmla="*/ 357352 h 5599766"/>
              <a:gd name="connsiteX1580" fmla="*/ 6143098 w 10321503"/>
              <a:gd name="connsiteY1580" fmla="*/ 351210 h 5599766"/>
              <a:gd name="connsiteX1581" fmla="*/ 6143098 w 10321503"/>
              <a:gd name="connsiteY1581" fmla="*/ 350545 h 5599766"/>
              <a:gd name="connsiteX1582" fmla="*/ 6146629 w 10321503"/>
              <a:gd name="connsiteY1582" fmla="*/ 344403 h 5599766"/>
              <a:gd name="connsiteX1583" fmla="*/ 6147243 w 10321503"/>
              <a:gd name="connsiteY1583" fmla="*/ 344045 h 5599766"/>
              <a:gd name="connsiteX1584" fmla="*/ 6154307 w 10321503"/>
              <a:gd name="connsiteY1584" fmla="*/ 344045 h 5599766"/>
              <a:gd name="connsiteX1585" fmla="*/ 6154921 w 10321503"/>
              <a:gd name="connsiteY1585" fmla="*/ 344403 h 5599766"/>
              <a:gd name="connsiteX1586" fmla="*/ 6158453 w 10321503"/>
              <a:gd name="connsiteY1586" fmla="*/ 350545 h 5599766"/>
              <a:gd name="connsiteX1587" fmla="*/ 6158453 w 10321503"/>
              <a:gd name="connsiteY1587" fmla="*/ 351210 h 5599766"/>
              <a:gd name="connsiteX1588" fmla="*/ 6154921 w 10321503"/>
              <a:gd name="connsiteY1588" fmla="*/ 357352 h 5599766"/>
              <a:gd name="connsiteX1589" fmla="*/ 6154307 w 10321503"/>
              <a:gd name="connsiteY1589" fmla="*/ 357710 h 5599766"/>
              <a:gd name="connsiteX1590" fmla="*/ 6352582 w 10321503"/>
              <a:gd name="connsiteY1590" fmla="*/ 357710 h 5599766"/>
              <a:gd name="connsiteX1591" fmla="*/ 6345519 w 10321503"/>
              <a:gd name="connsiteY1591" fmla="*/ 357710 h 5599766"/>
              <a:gd name="connsiteX1592" fmla="*/ 6344904 w 10321503"/>
              <a:gd name="connsiteY1592" fmla="*/ 357352 h 5599766"/>
              <a:gd name="connsiteX1593" fmla="*/ 6341373 w 10321503"/>
              <a:gd name="connsiteY1593" fmla="*/ 351210 h 5599766"/>
              <a:gd name="connsiteX1594" fmla="*/ 6341373 w 10321503"/>
              <a:gd name="connsiteY1594" fmla="*/ 350545 h 5599766"/>
              <a:gd name="connsiteX1595" fmla="*/ 6344904 w 10321503"/>
              <a:gd name="connsiteY1595" fmla="*/ 344403 h 5599766"/>
              <a:gd name="connsiteX1596" fmla="*/ 6345519 w 10321503"/>
              <a:gd name="connsiteY1596" fmla="*/ 344045 h 5599766"/>
              <a:gd name="connsiteX1597" fmla="*/ 6352582 w 10321503"/>
              <a:gd name="connsiteY1597" fmla="*/ 344045 h 5599766"/>
              <a:gd name="connsiteX1598" fmla="*/ 6353196 w 10321503"/>
              <a:gd name="connsiteY1598" fmla="*/ 344403 h 5599766"/>
              <a:gd name="connsiteX1599" fmla="*/ 6356728 w 10321503"/>
              <a:gd name="connsiteY1599" fmla="*/ 350545 h 5599766"/>
              <a:gd name="connsiteX1600" fmla="*/ 6356728 w 10321503"/>
              <a:gd name="connsiteY1600" fmla="*/ 351210 h 5599766"/>
              <a:gd name="connsiteX1601" fmla="*/ 6353196 w 10321503"/>
              <a:gd name="connsiteY1601" fmla="*/ 357352 h 5599766"/>
              <a:gd name="connsiteX1602" fmla="*/ 6352582 w 10321503"/>
              <a:gd name="connsiteY1602" fmla="*/ 357710 h 5599766"/>
              <a:gd name="connsiteX1603" fmla="*/ 6550807 w 10321503"/>
              <a:gd name="connsiteY1603" fmla="*/ 357710 h 5599766"/>
              <a:gd name="connsiteX1604" fmla="*/ 6543744 w 10321503"/>
              <a:gd name="connsiteY1604" fmla="*/ 357710 h 5599766"/>
              <a:gd name="connsiteX1605" fmla="*/ 6543129 w 10321503"/>
              <a:gd name="connsiteY1605" fmla="*/ 357352 h 5599766"/>
              <a:gd name="connsiteX1606" fmla="*/ 6539598 w 10321503"/>
              <a:gd name="connsiteY1606" fmla="*/ 351210 h 5599766"/>
              <a:gd name="connsiteX1607" fmla="*/ 6539598 w 10321503"/>
              <a:gd name="connsiteY1607" fmla="*/ 350545 h 5599766"/>
              <a:gd name="connsiteX1608" fmla="*/ 6543129 w 10321503"/>
              <a:gd name="connsiteY1608" fmla="*/ 344403 h 5599766"/>
              <a:gd name="connsiteX1609" fmla="*/ 6543744 w 10321503"/>
              <a:gd name="connsiteY1609" fmla="*/ 344045 h 5599766"/>
              <a:gd name="connsiteX1610" fmla="*/ 6550807 w 10321503"/>
              <a:gd name="connsiteY1610" fmla="*/ 344045 h 5599766"/>
              <a:gd name="connsiteX1611" fmla="*/ 6551420 w 10321503"/>
              <a:gd name="connsiteY1611" fmla="*/ 344403 h 5599766"/>
              <a:gd name="connsiteX1612" fmla="*/ 6554953 w 10321503"/>
              <a:gd name="connsiteY1612" fmla="*/ 350545 h 5599766"/>
              <a:gd name="connsiteX1613" fmla="*/ 6554953 w 10321503"/>
              <a:gd name="connsiteY1613" fmla="*/ 351210 h 5599766"/>
              <a:gd name="connsiteX1614" fmla="*/ 6551420 w 10321503"/>
              <a:gd name="connsiteY1614" fmla="*/ 357352 h 5599766"/>
              <a:gd name="connsiteX1615" fmla="*/ 6550807 w 10321503"/>
              <a:gd name="connsiteY1615" fmla="*/ 357710 h 5599766"/>
              <a:gd name="connsiteX1616" fmla="*/ 6749031 w 10321503"/>
              <a:gd name="connsiteY1616" fmla="*/ 357710 h 5599766"/>
              <a:gd name="connsiteX1617" fmla="*/ 6741967 w 10321503"/>
              <a:gd name="connsiteY1617" fmla="*/ 357710 h 5599766"/>
              <a:gd name="connsiteX1618" fmla="*/ 6741354 w 10321503"/>
              <a:gd name="connsiteY1618" fmla="*/ 357352 h 5599766"/>
              <a:gd name="connsiteX1619" fmla="*/ 6737823 w 10321503"/>
              <a:gd name="connsiteY1619" fmla="*/ 351210 h 5599766"/>
              <a:gd name="connsiteX1620" fmla="*/ 6737823 w 10321503"/>
              <a:gd name="connsiteY1620" fmla="*/ 350545 h 5599766"/>
              <a:gd name="connsiteX1621" fmla="*/ 6741354 w 10321503"/>
              <a:gd name="connsiteY1621" fmla="*/ 344403 h 5599766"/>
              <a:gd name="connsiteX1622" fmla="*/ 6741967 w 10321503"/>
              <a:gd name="connsiteY1622" fmla="*/ 344045 h 5599766"/>
              <a:gd name="connsiteX1623" fmla="*/ 6749031 w 10321503"/>
              <a:gd name="connsiteY1623" fmla="*/ 344045 h 5599766"/>
              <a:gd name="connsiteX1624" fmla="*/ 6749646 w 10321503"/>
              <a:gd name="connsiteY1624" fmla="*/ 344403 h 5599766"/>
              <a:gd name="connsiteX1625" fmla="*/ 6753177 w 10321503"/>
              <a:gd name="connsiteY1625" fmla="*/ 350545 h 5599766"/>
              <a:gd name="connsiteX1626" fmla="*/ 6753177 w 10321503"/>
              <a:gd name="connsiteY1626" fmla="*/ 351210 h 5599766"/>
              <a:gd name="connsiteX1627" fmla="*/ 6749646 w 10321503"/>
              <a:gd name="connsiteY1627" fmla="*/ 357352 h 5599766"/>
              <a:gd name="connsiteX1628" fmla="*/ 6749031 w 10321503"/>
              <a:gd name="connsiteY1628" fmla="*/ 357710 h 5599766"/>
              <a:gd name="connsiteX1629" fmla="*/ 6947256 w 10321503"/>
              <a:gd name="connsiteY1629" fmla="*/ 357710 h 5599766"/>
              <a:gd name="connsiteX1630" fmla="*/ 6940193 w 10321503"/>
              <a:gd name="connsiteY1630" fmla="*/ 357710 h 5599766"/>
              <a:gd name="connsiteX1631" fmla="*/ 6939578 w 10321503"/>
              <a:gd name="connsiteY1631" fmla="*/ 357352 h 5599766"/>
              <a:gd name="connsiteX1632" fmla="*/ 6936048 w 10321503"/>
              <a:gd name="connsiteY1632" fmla="*/ 351210 h 5599766"/>
              <a:gd name="connsiteX1633" fmla="*/ 6936048 w 10321503"/>
              <a:gd name="connsiteY1633" fmla="*/ 350545 h 5599766"/>
              <a:gd name="connsiteX1634" fmla="*/ 6939578 w 10321503"/>
              <a:gd name="connsiteY1634" fmla="*/ 344403 h 5599766"/>
              <a:gd name="connsiteX1635" fmla="*/ 6940193 w 10321503"/>
              <a:gd name="connsiteY1635" fmla="*/ 344045 h 5599766"/>
              <a:gd name="connsiteX1636" fmla="*/ 6947256 w 10321503"/>
              <a:gd name="connsiteY1636" fmla="*/ 344045 h 5599766"/>
              <a:gd name="connsiteX1637" fmla="*/ 6947870 w 10321503"/>
              <a:gd name="connsiteY1637" fmla="*/ 344403 h 5599766"/>
              <a:gd name="connsiteX1638" fmla="*/ 6951402 w 10321503"/>
              <a:gd name="connsiteY1638" fmla="*/ 350545 h 5599766"/>
              <a:gd name="connsiteX1639" fmla="*/ 6951402 w 10321503"/>
              <a:gd name="connsiteY1639" fmla="*/ 351210 h 5599766"/>
              <a:gd name="connsiteX1640" fmla="*/ 6947870 w 10321503"/>
              <a:gd name="connsiteY1640" fmla="*/ 357352 h 5599766"/>
              <a:gd name="connsiteX1641" fmla="*/ 6947256 w 10321503"/>
              <a:gd name="connsiteY1641" fmla="*/ 357710 h 5599766"/>
              <a:gd name="connsiteX1642" fmla="*/ 7145416 w 10321503"/>
              <a:gd name="connsiteY1642" fmla="*/ 357710 h 5599766"/>
              <a:gd name="connsiteX1643" fmla="*/ 7138352 w 10321503"/>
              <a:gd name="connsiteY1643" fmla="*/ 357710 h 5599766"/>
              <a:gd name="connsiteX1644" fmla="*/ 7137738 w 10321503"/>
              <a:gd name="connsiteY1644" fmla="*/ 357352 h 5599766"/>
              <a:gd name="connsiteX1645" fmla="*/ 7134208 w 10321503"/>
              <a:gd name="connsiteY1645" fmla="*/ 351210 h 5599766"/>
              <a:gd name="connsiteX1646" fmla="*/ 7134208 w 10321503"/>
              <a:gd name="connsiteY1646" fmla="*/ 350545 h 5599766"/>
              <a:gd name="connsiteX1647" fmla="*/ 7137738 w 10321503"/>
              <a:gd name="connsiteY1647" fmla="*/ 344403 h 5599766"/>
              <a:gd name="connsiteX1648" fmla="*/ 7138352 w 10321503"/>
              <a:gd name="connsiteY1648" fmla="*/ 344045 h 5599766"/>
              <a:gd name="connsiteX1649" fmla="*/ 7145416 w 10321503"/>
              <a:gd name="connsiteY1649" fmla="*/ 344045 h 5599766"/>
              <a:gd name="connsiteX1650" fmla="*/ 7146031 w 10321503"/>
              <a:gd name="connsiteY1650" fmla="*/ 344403 h 5599766"/>
              <a:gd name="connsiteX1651" fmla="*/ 7149562 w 10321503"/>
              <a:gd name="connsiteY1651" fmla="*/ 350545 h 5599766"/>
              <a:gd name="connsiteX1652" fmla="*/ 7149562 w 10321503"/>
              <a:gd name="connsiteY1652" fmla="*/ 351210 h 5599766"/>
              <a:gd name="connsiteX1653" fmla="*/ 7146031 w 10321503"/>
              <a:gd name="connsiteY1653" fmla="*/ 357352 h 5599766"/>
              <a:gd name="connsiteX1654" fmla="*/ 7145416 w 10321503"/>
              <a:gd name="connsiteY1654" fmla="*/ 357710 h 5599766"/>
              <a:gd name="connsiteX1655" fmla="*/ 7343697 w 10321503"/>
              <a:gd name="connsiteY1655" fmla="*/ 357710 h 5599766"/>
              <a:gd name="connsiteX1656" fmla="*/ 7336631 w 10321503"/>
              <a:gd name="connsiteY1656" fmla="*/ 357710 h 5599766"/>
              <a:gd name="connsiteX1657" fmla="*/ 7336019 w 10321503"/>
              <a:gd name="connsiteY1657" fmla="*/ 357352 h 5599766"/>
              <a:gd name="connsiteX1658" fmla="*/ 7332486 w 10321503"/>
              <a:gd name="connsiteY1658" fmla="*/ 351210 h 5599766"/>
              <a:gd name="connsiteX1659" fmla="*/ 7332486 w 10321503"/>
              <a:gd name="connsiteY1659" fmla="*/ 350545 h 5599766"/>
              <a:gd name="connsiteX1660" fmla="*/ 7336019 w 10321503"/>
              <a:gd name="connsiteY1660" fmla="*/ 344403 h 5599766"/>
              <a:gd name="connsiteX1661" fmla="*/ 7336631 w 10321503"/>
              <a:gd name="connsiteY1661" fmla="*/ 344045 h 5599766"/>
              <a:gd name="connsiteX1662" fmla="*/ 7343697 w 10321503"/>
              <a:gd name="connsiteY1662" fmla="*/ 344045 h 5599766"/>
              <a:gd name="connsiteX1663" fmla="*/ 7344311 w 10321503"/>
              <a:gd name="connsiteY1663" fmla="*/ 344403 h 5599766"/>
              <a:gd name="connsiteX1664" fmla="*/ 7347842 w 10321503"/>
              <a:gd name="connsiteY1664" fmla="*/ 350545 h 5599766"/>
              <a:gd name="connsiteX1665" fmla="*/ 7347842 w 10321503"/>
              <a:gd name="connsiteY1665" fmla="*/ 351210 h 5599766"/>
              <a:gd name="connsiteX1666" fmla="*/ 7344311 w 10321503"/>
              <a:gd name="connsiteY1666" fmla="*/ 357352 h 5599766"/>
              <a:gd name="connsiteX1667" fmla="*/ 7343697 w 10321503"/>
              <a:gd name="connsiteY1667" fmla="*/ 357710 h 5599766"/>
              <a:gd name="connsiteX1668" fmla="*/ 7541831 w 10321503"/>
              <a:gd name="connsiteY1668" fmla="*/ 357710 h 5599766"/>
              <a:gd name="connsiteX1669" fmla="*/ 7534768 w 10321503"/>
              <a:gd name="connsiteY1669" fmla="*/ 357710 h 5599766"/>
              <a:gd name="connsiteX1670" fmla="*/ 7534154 w 10321503"/>
              <a:gd name="connsiteY1670" fmla="*/ 357352 h 5599766"/>
              <a:gd name="connsiteX1671" fmla="*/ 7530622 w 10321503"/>
              <a:gd name="connsiteY1671" fmla="*/ 351210 h 5599766"/>
              <a:gd name="connsiteX1672" fmla="*/ 7530622 w 10321503"/>
              <a:gd name="connsiteY1672" fmla="*/ 350545 h 5599766"/>
              <a:gd name="connsiteX1673" fmla="*/ 7534154 w 10321503"/>
              <a:gd name="connsiteY1673" fmla="*/ 344403 h 5599766"/>
              <a:gd name="connsiteX1674" fmla="*/ 7534768 w 10321503"/>
              <a:gd name="connsiteY1674" fmla="*/ 344045 h 5599766"/>
              <a:gd name="connsiteX1675" fmla="*/ 7541831 w 10321503"/>
              <a:gd name="connsiteY1675" fmla="*/ 344045 h 5599766"/>
              <a:gd name="connsiteX1676" fmla="*/ 7542445 w 10321503"/>
              <a:gd name="connsiteY1676" fmla="*/ 344403 h 5599766"/>
              <a:gd name="connsiteX1677" fmla="*/ 7545979 w 10321503"/>
              <a:gd name="connsiteY1677" fmla="*/ 350545 h 5599766"/>
              <a:gd name="connsiteX1678" fmla="*/ 7545979 w 10321503"/>
              <a:gd name="connsiteY1678" fmla="*/ 351210 h 5599766"/>
              <a:gd name="connsiteX1679" fmla="*/ 7542445 w 10321503"/>
              <a:gd name="connsiteY1679" fmla="*/ 357352 h 5599766"/>
              <a:gd name="connsiteX1680" fmla="*/ 7541831 w 10321503"/>
              <a:gd name="connsiteY1680" fmla="*/ 357710 h 5599766"/>
              <a:gd name="connsiteX1681" fmla="*/ 7740066 w 10321503"/>
              <a:gd name="connsiteY1681" fmla="*/ 357710 h 5599766"/>
              <a:gd name="connsiteX1682" fmla="*/ 7733003 w 10321503"/>
              <a:gd name="connsiteY1682" fmla="*/ 357710 h 5599766"/>
              <a:gd name="connsiteX1683" fmla="*/ 7732389 w 10321503"/>
              <a:gd name="connsiteY1683" fmla="*/ 357352 h 5599766"/>
              <a:gd name="connsiteX1684" fmla="*/ 7728857 w 10321503"/>
              <a:gd name="connsiteY1684" fmla="*/ 351210 h 5599766"/>
              <a:gd name="connsiteX1685" fmla="*/ 7728857 w 10321503"/>
              <a:gd name="connsiteY1685" fmla="*/ 350545 h 5599766"/>
              <a:gd name="connsiteX1686" fmla="*/ 7732389 w 10321503"/>
              <a:gd name="connsiteY1686" fmla="*/ 344403 h 5599766"/>
              <a:gd name="connsiteX1687" fmla="*/ 7733003 w 10321503"/>
              <a:gd name="connsiteY1687" fmla="*/ 344045 h 5599766"/>
              <a:gd name="connsiteX1688" fmla="*/ 7740066 w 10321503"/>
              <a:gd name="connsiteY1688" fmla="*/ 344045 h 5599766"/>
              <a:gd name="connsiteX1689" fmla="*/ 7740680 w 10321503"/>
              <a:gd name="connsiteY1689" fmla="*/ 344403 h 5599766"/>
              <a:gd name="connsiteX1690" fmla="*/ 7744213 w 10321503"/>
              <a:gd name="connsiteY1690" fmla="*/ 350545 h 5599766"/>
              <a:gd name="connsiteX1691" fmla="*/ 7744213 w 10321503"/>
              <a:gd name="connsiteY1691" fmla="*/ 351210 h 5599766"/>
              <a:gd name="connsiteX1692" fmla="*/ 7740680 w 10321503"/>
              <a:gd name="connsiteY1692" fmla="*/ 357352 h 5599766"/>
              <a:gd name="connsiteX1693" fmla="*/ 7740066 w 10321503"/>
              <a:gd name="connsiteY1693" fmla="*/ 357710 h 5599766"/>
              <a:gd name="connsiteX1694" fmla="*/ 7938266 w 10321503"/>
              <a:gd name="connsiteY1694" fmla="*/ 357710 h 5599766"/>
              <a:gd name="connsiteX1695" fmla="*/ 7931201 w 10321503"/>
              <a:gd name="connsiteY1695" fmla="*/ 357710 h 5599766"/>
              <a:gd name="connsiteX1696" fmla="*/ 7930587 w 10321503"/>
              <a:gd name="connsiteY1696" fmla="*/ 357352 h 5599766"/>
              <a:gd name="connsiteX1697" fmla="*/ 7927056 w 10321503"/>
              <a:gd name="connsiteY1697" fmla="*/ 351210 h 5599766"/>
              <a:gd name="connsiteX1698" fmla="*/ 7927056 w 10321503"/>
              <a:gd name="connsiteY1698" fmla="*/ 350545 h 5599766"/>
              <a:gd name="connsiteX1699" fmla="*/ 7930587 w 10321503"/>
              <a:gd name="connsiteY1699" fmla="*/ 344403 h 5599766"/>
              <a:gd name="connsiteX1700" fmla="*/ 7931201 w 10321503"/>
              <a:gd name="connsiteY1700" fmla="*/ 344045 h 5599766"/>
              <a:gd name="connsiteX1701" fmla="*/ 7938266 w 10321503"/>
              <a:gd name="connsiteY1701" fmla="*/ 344045 h 5599766"/>
              <a:gd name="connsiteX1702" fmla="*/ 7938880 w 10321503"/>
              <a:gd name="connsiteY1702" fmla="*/ 344403 h 5599766"/>
              <a:gd name="connsiteX1703" fmla="*/ 7942411 w 10321503"/>
              <a:gd name="connsiteY1703" fmla="*/ 350545 h 5599766"/>
              <a:gd name="connsiteX1704" fmla="*/ 7942411 w 10321503"/>
              <a:gd name="connsiteY1704" fmla="*/ 351210 h 5599766"/>
              <a:gd name="connsiteX1705" fmla="*/ 7938880 w 10321503"/>
              <a:gd name="connsiteY1705" fmla="*/ 357352 h 5599766"/>
              <a:gd name="connsiteX1706" fmla="*/ 7938266 w 10321503"/>
              <a:gd name="connsiteY1706" fmla="*/ 357710 h 5599766"/>
              <a:gd name="connsiteX1707" fmla="*/ 8136524 w 10321503"/>
              <a:gd name="connsiteY1707" fmla="*/ 357710 h 5599766"/>
              <a:gd name="connsiteX1708" fmla="*/ 8129460 w 10321503"/>
              <a:gd name="connsiteY1708" fmla="*/ 357710 h 5599766"/>
              <a:gd name="connsiteX1709" fmla="*/ 8128845 w 10321503"/>
              <a:gd name="connsiteY1709" fmla="*/ 357352 h 5599766"/>
              <a:gd name="connsiteX1710" fmla="*/ 8125314 w 10321503"/>
              <a:gd name="connsiteY1710" fmla="*/ 351210 h 5599766"/>
              <a:gd name="connsiteX1711" fmla="*/ 8125314 w 10321503"/>
              <a:gd name="connsiteY1711" fmla="*/ 350545 h 5599766"/>
              <a:gd name="connsiteX1712" fmla="*/ 8128845 w 10321503"/>
              <a:gd name="connsiteY1712" fmla="*/ 344403 h 5599766"/>
              <a:gd name="connsiteX1713" fmla="*/ 8129460 w 10321503"/>
              <a:gd name="connsiteY1713" fmla="*/ 344045 h 5599766"/>
              <a:gd name="connsiteX1714" fmla="*/ 8136524 w 10321503"/>
              <a:gd name="connsiteY1714" fmla="*/ 344045 h 5599766"/>
              <a:gd name="connsiteX1715" fmla="*/ 8137138 w 10321503"/>
              <a:gd name="connsiteY1715" fmla="*/ 344403 h 5599766"/>
              <a:gd name="connsiteX1716" fmla="*/ 8140670 w 10321503"/>
              <a:gd name="connsiteY1716" fmla="*/ 350545 h 5599766"/>
              <a:gd name="connsiteX1717" fmla="*/ 8140670 w 10321503"/>
              <a:gd name="connsiteY1717" fmla="*/ 351210 h 5599766"/>
              <a:gd name="connsiteX1718" fmla="*/ 8137138 w 10321503"/>
              <a:gd name="connsiteY1718" fmla="*/ 357352 h 5599766"/>
              <a:gd name="connsiteX1719" fmla="*/ 8136524 w 10321503"/>
              <a:gd name="connsiteY1719" fmla="*/ 357710 h 5599766"/>
              <a:gd name="connsiteX1720" fmla="*/ 8334895 w 10321503"/>
              <a:gd name="connsiteY1720" fmla="*/ 357710 h 5599766"/>
              <a:gd name="connsiteX1721" fmla="*/ 8327831 w 10321503"/>
              <a:gd name="connsiteY1721" fmla="*/ 357710 h 5599766"/>
              <a:gd name="connsiteX1722" fmla="*/ 8327217 w 10321503"/>
              <a:gd name="connsiteY1722" fmla="*/ 357352 h 5599766"/>
              <a:gd name="connsiteX1723" fmla="*/ 8323686 w 10321503"/>
              <a:gd name="connsiteY1723" fmla="*/ 351210 h 5599766"/>
              <a:gd name="connsiteX1724" fmla="*/ 8323686 w 10321503"/>
              <a:gd name="connsiteY1724" fmla="*/ 350545 h 5599766"/>
              <a:gd name="connsiteX1725" fmla="*/ 8327217 w 10321503"/>
              <a:gd name="connsiteY1725" fmla="*/ 344403 h 5599766"/>
              <a:gd name="connsiteX1726" fmla="*/ 8327831 w 10321503"/>
              <a:gd name="connsiteY1726" fmla="*/ 344045 h 5599766"/>
              <a:gd name="connsiteX1727" fmla="*/ 8334895 w 10321503"/>
              <a:gd name="connsiteY1727" fmla="*/ 344045 h 5599766"/>
              <a:gd name="connsiteX1728" fmla="*/ 8335509 w 10321503"/>
              <a:gd name="connsiteY1728" fmla="*/ 344403 h 5599766"/>
              <a:gd name="connsiteX1729" fmla="*/ 8339041 w 10321503"/>
              <a:gd name="connsiteY1729" fmla="*/ 350545 h 5599766"/>
              <a:gd name="connsiteX1730" fmla="*/ 8339041 w 10321503"/>
              <a:gd name="connsiteY1730" fmla="*/ 351210 h 5599766"/>
              <a:gd name="connsiteX1731" fmla="*/ 8335509 w 10321503"/>
              <a:gd name="connsiteY1731" fmla="*/ 357352 h 5599766"/>
              <a:gd name="connsiteX1732" fmla="*/ 8334895 w 10321503"/>
              <a:gd name="connsiteY1732" fmla="*/ 357710 h 5599766"/>
              <a:gd name="connsiteX1733" fmla="*/ 8533124 w 10321503"/>
              <a:gd name="connsiteY1733" fmla="*/ 357710 h 5599766"/>
              <a:gd name="connsiteX1734" fmla="*/ 8526061 w 10321503"/>
              <a:gd name="connsiteY1734" fmla="*/ 357710 h 5599766"/>
              <a:gd name="connsiteX1735" fmla="*/ 8525446 w 10321503"/>
              <a:gd name="connsiteY1735" fmla="*/ 357352 h 5599766"/>
              <a:gd name="connsiteX1736" fmla="*/ 8521915 w 10321503"/>
              <a:gd name="connsiteY1736" fmla="*/ 351210 h 5599766"/>
              <a:gd name="connsiteX1737" fmla="*/ 8521915 w 10321503"/>
              <a:gd name="connsiteY1737" fmla="*/ 350545 h 5599766"/>
              <a:gd name="connsiteX1738" fmla="*/ 8525446 w 10321503"/>
              <a:gd name="connsiteY1738" fmla="*/ 344403 h 5599766"/>
              <a:gd name="connsiteX1739" fmla="*/ 8526061 w 10321503"/>
              <a:gd name="connsiteY1739" fmla="*/ 344045 h 5599766"/>
              <a:gd name="connsiteX1740" fmla="*/ 8533124 w 10321503"/>
              <a:gd name="connsiteY1740" fmla="*/ 344045 h 5599766"/>
              <a:gd name="connsiteX1741" fmla="*/ 8533739 w 10321503"/>
              <a:gd name="connsiteY1741" fmla="*/ 344403 h 5599766"/>
              <a:gd name="connsiteX1742" fmla="*/ 8537269 w 10321503"/>
              <a:gd name="connsiteY1742" fmla="*/ 350545 h 5599766"/>
              <a:gd name="connsiteX1743" fmla="*/ 8537269 w 10321503"/>
              <a:gd name="connsiteY1743" fmla="*/ 351210 h 5599766"/>
              <a:gd name="connsiteX1744" fmla="*/ 8533739 w 10321503"/>
              <a:gd name="connsiteY1744" fmla="*/ 357352 h 5599766"/>
              <a:gd name="connsiteX1745" fmla="*/ 8533124 w 10321503"/>
              <a:gd name="connsiteY1745" fmla="*/ 357710 h 5599766"/>
              <a:gd name="connsiteX1746" fmla="*/ 8731274 w 10321503"/>
              <a:gd name="connsiteY1746" fmla="*/ 357710 h 5599766"/>
              <a:gd name="connsiteX1747" fmla="*/ 8724210 w 10321503"/>
              <a:gd name="connsiteY1747" fmla="*/ 357710 h 5599766"/>
              <a:gd name="connsiteX1748" fmla="*/ 8723595 w 10321503"/>
              <a:gd name="connsiteY1748" fmla="*/ 357352 h 5599766"/>
              <a:gd name="connsiteX1749" fmla="*/ 8720064 w 10321503"/>
              <a:gd name="connsiteY1749" fmla="*/ 351210 h 5599766"/>
              <a:gd name="connsiteX1750" fmla="*/ 8720064 w 10321503"/>
              <a:gd name="connsiteY1750" fmla="*/ 350545 h 5599766"/>
              <a:gd name="connsiteX1751" fmla="*/ 8723595 w 10321503"/>
              <a:gd name="connsiteY1751" fmla="*/ 344403 h 5599766"/>
              <a:gd name="connsiteX1752" fmla="*/ 8724210 w 10321503"/>
              <a:gd name="connsiteY1752" fmla="*/ 344045 h 5599766"/>
              <a:gd name="connsiteX1753" fmla="*/ 8731274 w 10321503"/>
              <a:gd name="connsiteY1753" fmla="*/ 344045 h 5599766"/>
              <a:gd name="connsiteX1754" fmla="*/ 8731888 w 10321503"/>
              <a:gd name="connsiteY1754" fmla="*/ 344403 h 5599766"/>
              <a:gd name="connsiteX1755" fmla="*/ 8735421 w 10321503"/>
              <a:gd name="connsiteY1755" fmla="*/ 350545 h 5599766"/>
              <a:gd name="connsiteX1756" fmla="*/ 8735421 w 10321503"/>
              <a:gd name="connsiteY1756" fmla="*/ 351210 h 5599766"/>
              <a:gd name="connsiteX1757" fmla="*/ 8731888 w 10321503"/>
              <a:gd name="connsiteY1757" fmla="*/ 357352 h 5599766"/>
              <a:gd name="connsiteX1758" fmla="*/ 8731274 w 10321503"/>
              <a:gd name="connsiteY1758" fmla="*/ 357710 h 5599766"/>
              <a:gd name="connsiteX1759" fmla="*/ 8929588 w 10321503"/>
              <a:gd name="connsiteY1759" fmla="*/ 357710 h 5599766"/>
              <a:gd name="connsiteX1760" fmla="*/ 8922524 w 10321503"/>
              <a:gd name="connsiteY1760" fmla="*/ 357710 h 5599766"/>
              <a:gd name="connsiteX1761" fmla="*/ 8921910 w 10321503"/>
              <a:gd name="connsiteY1761" fmla="*/ 357352 h 5599766"/>
              <a:gd name="connsiteX1762" fmla="*/ 8918379 w 10321503"/>
              <a:gd name="connsiteY1762" fmla="*/ 351210 h 5599766"/>
              <a:gd name="connsiteX1763" fmla="*/ 8918379 w 10321503"/>
              <a:gd name="connsiteY1763" fmla="*/ 350545 h 5599766"/>
              <a:gd name="connsiteX1764" fmla="*/ 8921910 w 10321503"/>
              <a:gd name="connsiteY1764" fmla="*/ 344403 h 5599766"/>
              <a:gd name="connsiteX1765" fmla="*/ 8922524 w 10321503"/>
              <a:gd name="connsiteY1765" fmla="*/ 344045 h 5599766"/>
              <a:gd name="connsiteX1766" fmla="*/ 8929588 w 10321503"/>
              <a:gd name="connsiteY1766" fmla="*/ 344045 h 5599766"/>
              <a:gd name="connsiteX1767" fmla="*/ 8930202 w 10321503"/>
              <a:gd name="connsiteY1767" fmla="*/ 344403 h 5599766"/>
              <a:gd name="connsiteX1768" fmla="*/ 8933733 w 10321503"/>
              <a:gd name="connsiteY1768" fmla="*/ 350545 h 5599766"/>
              <a:gd name="connsiteX1769" fmla="*/ 8933733 w 10321503"/>
              <a:gd name="connsiteY1769" fmla="*/ 351210 h 5599766"/>
              <a:gd name="connsiteX1770" fmla="*/ 8930202 w 10321503"/>
              <a:gd name="connsiteY1770" fmla="*/ 357352 h 5599766"/>
              <a:gd name="connsiteX1771" fmla="*/ 8929588 w 10321503"/>
              <a:gd name="connsiteY1771" fmla="*/ 357710 h 5599766"/>
              <a:gd name="connsiteX1772" fmla="*/ 9127817 w 10321503"/>
              <a:gd name="connsiteY1772" fmla="*/ 357710 h 5599766"/>
              <a:gd name="connsiteX1773" fmla="*/ 9120755 w 10321503"/>
              <a:gd name="connsiteY1773" fmla="*/ 357710 h 5599766"/>
              <a:gd name="connsiteX1774" fmla="*/ 9120142 w 10321503"/>
              <a:gd name="connsiteY1774" fmla="*/ 357352 h 5599766"/>
              <a:gd name="connsiteX1775" fmla="*/ 9116609 w 10321503"/>
              <a:gd name="connsiteY1775" fmla="*/ 351210 h 5599766"/>
              <a:gd name="connsiteX1776" fmla="*/ 9116609 w 10321503"/>
              <a:gd name="connsiteY1776" fmla="*/ 350545 h 5599766"/>
              <a:gd name="connsiteX1777" fmla="*/ 9120142 w 10321503"/>
              <a:gd name="connsiteY1777" fmla="*/ 344403 h 5599766"/>
              <a:gd name="connsiteX1778" fmla="*/ 9120755 w 10321503"/>
              <a:gd name="connsiteY1778" fmla="*/ 344045 h 5599766"/>
              <a:gd name="connsiteX1779" fmla="*/ 9127817 w 10321503"/>
              <a:gd name="connsiteY1779" fmla="*/ 344045 h 5599766"/>
              <a:gd name="connsiteX1780" fmla="*/ 9128432 w 10321503"/>
              <a:gd name="connsiteY1780" fmla="*/ 344403 h 5599766"/>
              <a:gd name="connsiteX1781" fmla="*/ 9131963 w 10321503"/>
              <a:gd name="connsiteY1781" fmla="*/ 350545 h 5599766"/>
              <a:gd name="connsiteX1782" fmla="*/ 9131963 w 10321503"/>
              <a:gd name="connsiteY1782" fmla="*/ 351210 h 5599766"/>
              <a:gd name="connsiteX1783" fmla="*/ 9128432 w 10321503"/>
              <a:gd name="connsiteY1783" fmla="*/ 357352 h 5599766"/>
              <a:gd name="connsiteX1784" fmla="*/ 9127817 w 10321503"/>
              <a:gd name="connsiteY1784" fmla="*/ 357710 h 5599766"/>
              <a:gd name="connsiteX1785" fmla="*/ 9326068 w 10321503"/>
              <a:gd name="connsiteY1785" fmla="*/ 357710 h 5599766"/>
              <a:gd name="connsiteX1786" fmla="*/ 9319004 w 10321503"/>
              <a:gd name="connsiteY1786" fmla="*/ 357710 h 5599766"/>
              <a:gd name="connsiteX1787" fmla="*/ 9318390 w 10321503"/>
              <a:gd name="connsiteY1787" fmla="*/ 357352 h 5599766"/>
              <a:gd name="connsiteX1788" fmla="*/ 9314858 w 10321503"/>
              <a:gd name="connsiteY1788" fmla="*/ 351210 h 5599766"/>
              <a:gd name="connsiteX1789" fmla="*/ 9314858 w 10321503"/>
              <a:gd name="connsiteY1789" fmla="*/ 350545 h 5599766"/>
              <a:gd name="connsiteX1790" fmla="*/ 9318390 w 10321503"/>
              <a:gd name="connsiteY1790" fmla="*/ 344403 h 5599766"/>
              <a:gd name="connsiteX1791" fmla="*/ 9319004 w 10321503"/>
              <a:gd name="connsiteY1791" fmla="*/ 344045 h 5599766"/>
              <a:gd name="connsiteX1792" fmla="*/ 9326068 w 10321503"/>
              <a:gd name="connsiteY1792" fmla="*/ 344045 h 5599766"/>
              <a:gd name="connsiteX1793" fmla="*/ 9326682 w 10321503"/>
              <a:gd name="connsiteY1793" fmla="*/ 344403 h 5599766"/>
              <a:gd name="connsiteX1794" fmla="*/ 9330213 w 10321503"/>
              <a:gd name="connsiteY1794" fmla="*/ 350545 h 5599766"/>
              <a:gd name="connsiteX1795" fmla="*/ 9330213 w 10321503"/>
              <a:gd name="connsiteY1795" fmla="*/ 351210 h 5599766"/>
              <a:gd name="connsiteX1796" fmla="*/ 9326682 w 10321503"/>
              <a:gd name="connsiteY1796" fmla="*/ 357352 h 5599766"/>
              <a:gd name="connsiteX1797" fmla="*/ 9326068 w 10321503"/>
              <a:gd name="connsiteY1797" fmla="*/ 357710 h 5599766"/>
              <a:gd name="connsiteX1798" fmla="*/ 9524329 w 10321503"/>
              <a:gd name="connsiteY1798" fmla="*/ 357710 h 5599766"/>
              <a:gd name="connsiteX1799" fmla="*/ 9517266 w 10321503"/>
              <a:gd name="connsiteY1799" fmla="*/ 357710 h 5599766"/>
              <a:gd name="connsiteX1800" fmla="*/ 9516652 w 10321503"/>
              <a:gd name="connsiteY1800" fmla="*/ 357352 h 5599766"/>
              <a:gd name="connsiteX1801" fmla="*/ 9513120 w 10321503"/>
              <a:gd name="connsiteY1801" fmla="*/ 351210 h 5599766"/>
              <a:gd name="connsiteX1802" fmla="*/ 9513120 w 10321503"/>
              <a:gd name="connsiteY1802" fmla="*/ 350545 h 5599766"/>
              <a:gd name="connsiteX1803" fmla="*/ 9516652 w 10321503"/>
              <a:gd name="connsiteY1803" fmla="*/ 344403 h 5599766"/>
              <a:gd name="connsiteX1804" fmla="*/ 9517266 w 10321503"/>
              <a:gd name="connsiteY1804" fmla="*/ 344045 h 5599766"/>
              <a:gd name="connsiteX1805" fmla="*/ 9524329 w 10321503"/>
              <a:gd name="connsiteY1805" fmla="*/ 344045 h 5599766"/>
              <a:gd name="connsiteX1806" fmla="*/ 9524943 w 10321503"/>
              <a:gd name="connsiteY1806" fmla="*/ 344403 h 5599766"/>
              <a:gd name="connsiteX1807" fmla="*/ 9528475 w 10321503"/>
              <a:gd name="connsiteY1807" fmla="*/ 350545 h 5599766"/>
              <a:gd name="connsiteX1808" fmla="*/ 9528475 w 10321503"/>
              <a:gd name="connsiteY1808" fmla="*/ 351210 h 5599766"/>
              <a:gd name="connsiteX1809" fmla="*/ 9524943 w 10321503"/>
              <a:gd name="connsiteY1809" fmla="*/ 357352 h 5599766"/>
              <a:gd name="connsiteX1810" fmla="*/ 9524329 w 10321503"/>
              <a:gd name="connsiteY1810" fmla="*/ 357710 h 5599766"/>
              <a:gd name="connsiteX1811" fmla="*/ 9722553 w 10321503"/>
              <a:gd name="connsiteY1811" fmla="*/ 357710 h 5599766"/>
              <a:gd name="connsiteX1812" fmla="*/ 9715491 w 10321503"/>
              <a:gd name="connsiteY1812" fmla="*/ 357710 h 5599766"/>
              <a:gd name="connsiteX1813" fmla="*/ 9714877 w 10321503"/>
              <a:gd name="connsiteY1813" fmla="*/ 357352 h 5599766"/>
              <a:gd name="connsiteX1814" fmla="*/ 9711345 w 10321503"/>
              <a:gd name="connsiteY1814" fmla="*/ 351210 h 5599766"/>
              <a:gd name="connsiteX1815" fmla="*/ 9711345 w 10321503"/>
              <a:gd name="connsiteY1815" fmla="*/ 350545 h 5599766"/>
              <a:gd name="connsiteX1816" fmla="*/ 9714877 w 10321503"/>
              <a:gd name="connsiteY1816" fmla="*/ 344403 h 5599766"/>
              <a:gd name="connsiteX1817" fmla="*/ 9715491 w 10321503"/>
              <a:gd name="connsiteY1817" fmla="*/ 344045 h 5599766"/>
              <a:gd name="connsiteX1818" fmla="*/ 9722553 w 10321503"/>
              <a:gd name="connsiteY1818" fmla="*/ 344045 h 5599766"/>
              <a:gd name="connsiteX1819" fmla="*/ 9723168 w 10321503"/>
              <a:gd name="connsiteY1819" fmla="*/ 344403 h 5599766"/>
              <a:gd name="connsiteX1820" fmla="*/ 9726699 w 10321503"/>
              <a:gd name="connsiteY1820" fmla="*/ 350545 h 5599766"/>
              <a:gd name="connsiteX1821" fmla="*/ 9726699 w 10321503"/>
              <a:gd name="connsiteY1821" fmla="*/ 351210 h 5599766"/>
              <a:gd name="connsiteX1822" fmla="*/ 9723168 w 10321503"/>
              <a:gd name="connsiteY1822" fmla="*/ 357352 h 5599766"/>
              <a:gd name="connsiteX1823" fmla="*/ 9722553 w 10321503"/>
              <a:gd name="connsiteY1823" fmla="*/ 357710 h 5599766"/>
              <a:gd name="connsiteX1824" fmla="*/ 9920670 w 10321503"/>
              <a:gd name="connsiteY1824" fmla="*/ 357710 h 5599766"/>
              <a:gd name="connsiteX1825" fmla="*/ 9913609 w 10321503"/>
              <a:gd name="connsiteY1825" fmla="*/ 357710 h 5599766"/>
              <a:gd name="connsiteX1826" fmla="*/ 9912994 w 10321503"/>
              <a:gd name="connsiteY1826" fmla="*/ 357352 h 5599766"/>
              <a:gd name="connsiteX1827" fmla="*/ 9909462 w 10321503"/>
              <a:gd name="connsiteY1827" fmla="*/ 351210 h 5599766"/>
              <a:gd name="connsiteX1828" fmla="*/ 9909462 w 10321503"/>
              <a:gd name="connsiteY1828" fmla="*/ 350545 h 5599766"/>
              <a:gd name="connsiteX1829" fmla="*/ 9912994 w 10321503"/>
              <a:gd name="connsiteY1829" fmla="*/ 344403 h 5599766"/>
              <a:gd name="connsiteX1830" fmla="*/ 9913609 w 10321503"/>
              <a:gd name="connsiteY1830" fmla="*/ 344045 h 5599766"/>
              <a:gd name="connsiteX1831" fmla="*/ 9920670 w 10321503"/>
              <a:gd name="connsiteY1831" fmla="*/ 344045 h 5599766"/>
              <a:gd name="connsiteX1832" fmla="*/ 9921284 w 10321503"/>
              <a:gd name="connsiteY1832" fmla="*/ 344403 h 5599766"/>
              <a:gd name="connsiteX1833" fmla="*/ 9924817 w 10321503"/>
              <a:gd name="connsiteY1833" fmla="*/ 350545 h 5599766"/>
              <a:gd name="connsiteX1834" fmla="*/ 9924817 w 10321503"/>
              <a:gd name="connsiteY1834" fmla="*/ 351210 h 5599766"/>
              <a:gd name="connsiteX1835" fmla="*/ 9921284 w 10321503"/>
              <a:gd name="connsiteY1835" fmla="*/ 357352 h 5599766"/>
              <a:gd name="connsiteX1836" fmla="*/ 9920670 w 10321503"/>
              <a:gd name="connsiteY1836" fmla="*/ 357710 h 5599766"/>
              <a:gd name="connsiteX1837" fmla="*/ 10118964 w 10321503"/>
              <a:gd name="connsiteY1837" fmla="*/ 357710 h 5599766"/>
              <a:gd name="connsiteX1838" fmla="*/ 10111901 w 10321503"/>
              <a:gd name="connsiteY1838" fmla="*/ 357710 h 5599766"/>
              <a:gd name="connsiteX1839" fmla="*/ 10111287 w 10321503"/>
              <a:gd name="connsiteY1839" fmla="*/ 357352 h 5599766"/>
              <a:gd name="connsiteX1840" fmla="*/ 10107756 w 10321503"/>
              <a:gd name="connsiteY1840" fmla="*/ 351210 h 5599766"/>
              <a:gd name="connsiteX1841" fmla="*/ 10107756 w 10321503"/>
              <a:gd name="connsiteY1841" fmla="*/ 350545 h 5599766"/>
              <a:gd name="connsiteX1842" fmla="*/ 10111287 w 10321503"/>
              <a:gd name="connsiteY1842" fmla="*/ 344403 h 5599766"/>
              <a:gd name="connsiteX1843" fmla="*/ 10111901 w 10321503"/>
              <a:gd name="connsiteY1843" fmla="*/ 344045 h 5599766"/>
              <a:gd name="connsiteX1844" fmla="*/ 10118964 w 10321503"/>
              <a:gd name="connsiteY1844" fmla="*/ 344045 h 5599766"/>
              <a:gd name="connsiteX1845" fmla="*/ 10119579 w 10321503"/>
              <a:gd name="connsiteY1845" fmla="*/ 344403 h 5599766"/>
              <a:gd name="connsiteX1846" fmla="*/ 10123111 w 10321503"/>
              <a:gd name="connsiteY1846" fmla="*/ 350545 h 5599766"/>
              <a:gd name="connsiteX1847" fmla="*/ 10123111 w 10321503"/>
              <a:gd name="connsiteY1847" fmla="*/ 351210 h 5599766"/>
              <a:gd name="connsiteX1848" fmla="*/ 10119579 w 10321503"/>
              <a:gd name="connsiteY1848" fmla="*/ 357352 h 5599766"/>
              <a:gd name="connsiteX1849" fmla="*/ 10118964 w 10321503"/>
              <a:gd name="connsiteY1849" fmla="*/ 357710 h 5599766"/>
              <a:gd name="connsiteX1850" fmla="*/ 10317241 w 10321503"/>
              <a:gd name="connsiteY1850" fmla="*/ 357710 h 5599766"/>
              <a:gd name="connsiteX1851" fmla="*/ 10310178 w 10321503"/>
              <a:gd name="connsiteY1851" fmla="*/ 357710 h 5599766"/>
              <a:gd name="connsiteX1852" fmla="*/ 10309564 w 10321503"/>
              <a:gd name="connsiteY1852" fmla="*/ 357352 h 5599766"/>
              <a:gd name="connsiteX1853" fmla="*/ 10306032 w 10321503"/>
              <a:gd name="connsiteY1853" fmla="*/ 351210 h 5599766"/>
              <a:gd name="connsiteX1854" fmla="*/ 10306032 w 10321503"/>
              <a:gd name="connsiteY1854" fmla="*/ 350545 h 5599766"/>
              <a:gd name="connsiteX1855" fmla="*/ 10309564 w 10321503"/>
              <a:gd name="connsiteY1855" fmla="*/ 344403 h 5599766"/>
              <a:gd name="connsiteX1856" fmla="*/ 10310178 w 10321503"/>
              <a:gd name="connsiteY1856" fmla="*/ 344045 h 5599766"/>
              <a:gd name="connsiteX1857" fmla="*/ 10317241 w 10321503"/>
              <a:gd name="connsiteY1857" fmla="*/ 344045 h 5599766"/>
              <a:gd name="connsiteX1858" fmla="*/ 10317855 w 10321503"/>
              <a:gd name="connsiteY1858" fmla="*/ 344403 h 5599766"/>
              <a:gd name="connsiteX1859" fmla="*/ 10321387 w 10321503"/>
              <a:gd name="connsiteY1859" fmla="*/ 350545 h 5599766"/>
              <a:gd name="connsiteX1860" fmla="*/ 10321387 w 10321503"/>
              <a:gd name="connsiteY1860" fmla="*/ 351210 h 5599766"/>
              <a:gd name="connsiteX1861" fmla="*/ 10317855 w 10321503"/>
              <a:gd name="connsiteY1861" fmla="*/ 357352 h 5599766"/>
              <a:gd name="connsiteX1862" fmla="*/ 10317241 w 10321503"/>
              <a:gd name="connsiteY1862" fmla="*/ 357710 h 5599766"/>
              <a:gd name="connsiteX1863" fmla="*/ 1795378 w 10321503"/>
              <a:gd name="connsiteY1863" fmla="*/ 521077 h 5599766"/>
              <a:gd name="connsiteX1864" fmla="*/ 1788315 w 10321503"/>
              <a:gd name="connsiteY1864" fmla="*/ 521077 h 5599766"/>
              <a:gd name="connsiteX1865" fmla="*/ 1787701 w 10321503"/>
              <a:gd name="connsiteY1865" fmla="*/ 520718 h 5599766"/>
              <a:gd name="connsiteX1866" fmla="*/ 1784170 w 10321503"/>
              <a:gd name="connsiteY1866" fmla="*/ 514575 h 5599766"/>
              <a:gd name="connsiteX1867" fmla="*/ 1784170 w 10321503"/>
              <a:gd name="connsiteY1867" fmla="*/ 513911 h 5599766"/>
              <a:gd name="connsiteX1868" fmla="*/ 1787701 w 10321503"/>
              <a:gd name="connsiteY1868" fmla="*/ 507769 h 5599766"/>
              <a:gd name="connsiteX1869" fmla="*/ 1788315 w 10321503"/>
              <a:gd name="connsiteY1869" fmla="*/ 507410 h 5599766"/>
              <a:gd name="connsiteX1870" fmla="*/ 1795378 w 10321503"/>
              <a:gd name="connsiteY1870" fmla="*/ 507410 h 5599766"/>
              <a:gd name="connsiteX1871" fmla="*/ 1795992 w 10321503"/>
              <a:gd name="connsiteY1871" fmla="*/ 507769 h 5599766"/>
              <a:gd name="connsiteX1872" fmla="*/ 1799524 w 10321503"/>
              <a:gd name="connsiteY1872" fmla="*/ 513911 h 5599766"/>
              <a:gd name="connsiteX1873" fmla="*/ 1799524 w 10321503"/>
              <a:gd name="connsiteY1873" fmla="*/ 514575 h 5599766"/>
              <a:gd name="connsiteX1874" fmla="*/ 1795992 w 10321503"/>
              <a:gd name="connsiteY1874" fmla="*/ 520718 h 5599766"/>
              <a:gd name="connsiteX1875" fmla="*/ 1795378 w 10321503"/>
              <a:gd name="connsiteY1875" fmla="*/ 521077 h 5599766"/>
              <a:gd name="connsiteX1876" fmla="*/ 804204 w 10321503"/>
              <a:gd name="connsiteY1876" fmla="*/ 521080 h 5599766"/>
              <a:gd name="connsiteX1877" fmla="*/ 797140 w 10321503"/>
              <a:gd name="connsiteY1877" fmla="*/ 521080 h 5599766"/>
              <a:gd name="connsiteX1878" fmla="*/ 796526 w 10321503"/>
              <a:gd name="connsiteY1878" fmla="*/ 520724 h 5599766"/>
              <a:gd name="connsiteX1879" fmla="*/ 792995 w 10321503"/>
              <a:gd name="connsiteY1879" fmla="*/ 514581 h 5599766"/>
              <a:gd name="connsiteX1880" fmla="*/ 792995 w 10321503"/>
              <a:gd name="connsiteY1880" fmla="*/ 513914 h 5599766"/>
              <a:gd name="connsiteX1881" fmla="*/ 796526 w 10321503"/>
              <a:gd name="connsiteY1881" fmla="*/ 507774 h 5599766"/>
              <a:gd name="connsiteX1882" fmla="*/ 797140 w 10321503"/>
              <a:gd name="connsiteY1882" fmla="*/ 507416 h 5599766"/>
              <a:gd name="connsiteX1883" fmla="*/ 804204 w 10321503"/>
              <a:gd name="connsiteY1883" fmla="*/ 507416 h 5599766"/>
              <a:gd name="connsiteX1884" fmla="*/ 804818 w 10321503"/>
              <a:gd name="connsiteY1884" fmla="*/ 507774 h 5599766"/>
              <a:gd name="connsiteX1885" fmla="*/ 808350 w 10321503"/>
              <a:gd name="connsiteY1885" fmla="*/ 513914 h 5599766"/>
              <a:gd name="connsiteX1886" fmla="*/ 808350 w 10321503"/>
              <a:gd name="connsiteY1886" fmla="*/ 514581 h 5599766"/>
              <a:gd name="connsiteX1887" fmla="*/ 804818 w 10321503"/>
              <a:gd name="connsiteY1887" fmla="*/ 520724 h 5599766"/>
              <a:gd name="connsiteX1888" fmla="*/ 804204 w 10321503"/>
              <a:gd name="connsiteY1888" fmla="*/ 521080 h 5599766"/>
              <a:gd name="connsiteX1889" fmla="*/ 1002428 w 10321503"/>
              <a:gd name="connsiteY1889" fmla="*/ 521083 h 5599766"/>
              <a:gd name="connsiteX1890" fmla="*/ 995366 w 10321503"/>
              <a:gd name="connsiteY1890" fmla="*/ 521083 h 5599766"/>
              <a:gd name="connsiteX1891" fmla="*/ 994752 w 10321503"/>
              <a:gd name="connsiteY1891" fmla="*/ 520726 h 5599766"/>
              <a:gd name="connsiteX1892" fmla="*/ 991220 w 10321503"/>
              <a:gd name="connsiteY1892" fmla="*/ 514582 h 5599766"/>
              <a:gd name="connsiteX1893" fmla="*/ 991220 w 10321503"/>
              <a:gd name="connsiteY1893" fmla="*/ 513917 h 5599766"/>
              <a:gd name="connsiteX1894" fmla="*/ 994752 w 10321503"/>
              <a:gd name="connsiteY1894" fmla="*/ 507776 h 5599766"/>
              <a:gd name="connsiteX1895" fmla="*/ 995366 w 10321503"/>
              <a:gd name="connsiteY1895" fmla="*/ 507417 h 5599766"/>
              <a:gd name="connsiteX1896" fmla="*/ 1002428 w 10321503"/>
              <a:gd name="connsiteY1896" fmla="*/ 507417 h 5599766"/>
              <a:gd name="connsiteX1897" fmla="*/ 1003042 w 10321503"/>
              <a:gd name="connsiteY1897" fmla="*/ 507776 h 5599766"/>
              <a:gd name="connsiteX1898" fmla="*/ 1006574 w 10321503"/>
              <a:gd name="connsiteY1898" fmla="*/ 513917 h 5599766"/>
              <a:gd name="connsiteX1899" fmla="*/ 1006574 w 10321503"/>
              <a:gd name="connsiteY1899" fmla="*/ 514582 h 5599766"/>
              <a:gd name="connsiteX1900" fmla="*/ 1003042 w 10321503"/>
              <a:gd name="connsiteY1900" fmla="*/ 520726 h 5599766"/>
              <a:gd name="connsiteX1901" fmla="*/ 1002428 w 10321503"/>
              <a:gd name="connsiteY1901" fmla="*/ 521083 h 5599766"/>
              <a:gd name="connsiteX1902" fmla="*/ 605979 w 10321503"/>
              <a:gd name="connsiteY1902" fmla="*/ 521095 h 5599766"/>
              <a:gd name="connsiteX1903" fmla="*/ 598916 w 10321503"/>
              <a:gd name="connsiteY1903" fmla="*/ 521095 h 5599766"/>
              <a:gd name="connsiteX1904" fmla="*/ 598302 w 10321503"/>
              <a:gd name="connsiteY1904" fmla="*/ 520735 h 5599766"/>
              <a:gd name="connsiteX1905" fmla="*/ 594770 w 10321503"/>
              <a:gd name="connsiteY1905" fmla="*/ 514593 h 5599766"/>
              <a:gd name="connsiteX1906" fmla="*/ 594770 w 10321503"/>
              <a:gd name="connsiteY1906" fmla="*/ 513929 h 5599766"/>
              <a:gd name="connsiteX1907" fmla="*/ 598302 w 10321503"/>
              <a:gd name="connsiteY1907" fmla="*/ 507785 h 5599766"/>
              <a:gd name="connsiteX1908" fmla="*/ 598916 w 10321503"/>
              <a:gd name="connsiteY1908" fmla="*/ 507428 h 5599766"/>
              <a:gd name="connsiteX1909" fmla="*/ 605979 w 10321503"/>
              <a:gd name="connsiteY1909" fmla="*/ 507428 h 5599766"/>
              <a:gd name="connsiteX1910" fmla="*/ 606593 w 10321503"/>
              <a:gd name="connsiteY1910" fmla="*/ 507785 h 5599766"/>
              <a:gd name="connsiteX1911" fmla="*/ 610125 w 10321503"/>
              <a:gd name="connsiteY1911" fmla="*/ 513929 h 5599766"/>
              <a:gd name="connsiteX1912" fmla="*/ 610125 w 10321503"/>
              <a:gd name="connsiteY1912" fmla="*/ 514593 h 5599766"/>
              <a:gd name="connsiteX1913" fmla="*/ 606593 w 10321503"/>
              <a:gd name="connsiteY1913" fmla="*/ 520735 h 5599766"/>
              <a:gd name="connsiteX1914" fmla="*/ 605979 w 10321503"/>
              <a:gd name="connsiteY1914" fmla="*/ 521095 h 5599766"/>
              <a:gd name="connsiteX1915" fmla="*/ 1993654 w 10321503"/>
              <a:gd name="connsiteY1915" fmla="*/ 521105 h 5599766"/>
              <a:gd name="connsiteX1916" fmla="*/ 1986590 w 10321503"/>
              <a:gd name="connsiteY1916" fmla="*/ 521105 h 5599766"/>
              <a:gd name="connsiteX1917" fmla="*/ 1985976 w 10321503"/>
              <a:gd name="connsiteY1917" fmla="*/ 520746 h 5599766"/>
              <a:gd name="connsiteX1918" fmla="*/ 1982445 w 10321503"/>
              <a:gd name="connsiteY1918" fmla="*/ 514604 h 5599766"/>
              <a:gd name="connsiteX1919" fmla="*/ 1982445 w 10321503"/>
              <a:gd name="connsiteY1919" fmla="*/ 513938 h 5599766"/>
              <a:gd name="connsiteX1920" fmla="*/ 1985976 w 10321503"/>
              <a:gd name="connsiteY1920" fmla="*/ 507797 h 5599766"/>
              <a:gd name="connsiteX1921" fmla="*/ 1986590 w 10321503"/>
              <a:gd name="connsiteY1921" fmla="*/ 507437 h 5599766"/>
              <a:gd name="connsiteX1922" fmla="*/ 1993654 w 10321503"/>
              <a:gd name="connsiteY1922" fmla="*/ 507437 h 5599766"/>
              <a:gd name="connsiteX1923" fmla="*/ 1994268 w 10321503"/>
              <a:gd name="connsiteY1923" fmla="*/ 507797 h 5599766"/>
              <a:gd name="connsiteX1924" fmla="*/ 1997800 w 10321503"/>
              <a:gd name="connsiteY1924" fmla="*/ 513938 h 5599766"/>
              <a:gd name="connsiteX1925" fmla="*/ 1997800 w 10321503"/>
              <a:gd name="connsiteY1925" fmla="*/ 514604 h 5599766"/>
              <a:gd name="connsiteX1926" fmla="*/ 1994268 w 10321503"/>
              <a:gd name="connsiteY1926" fmla="*/ 520746 h 5599766"/>
              <a:gd name="connsiteX1927" fmla="*/ 1993654 w 10321503"/>
              <a:gd name="connsiteY1927" fmla="*/ 521105 h 5599766"/>
              <a:gd name="connsiteX1928" fmla="*/ 407754 w 10321503"/>
              <a:gd name="connsiteY1928" fmla="*/ 521115 h 5599766"/>
              <a:gd name="connsiteX1929" fmla="*/ 400692 w 10321503"/>
              <a:gd name="connsiteY1929" fmla="*/ 521115 h 5599766"/>
              <a:gd name="connsiteX1930" fmla="*/ 400078 w 10321503"/>
              <a:gd name="connsiteY1930" fmla="*/ 520754 h 5599766"/>
              <a:gd name="connsiteX1931" fmla="*/ 396546 w 10321503"/>
              <a:gd name="connsiteY1931" fmla="*/ 514613 h 5599766"/>
              <a:gd name="connsiteX1932" fmla="*/ 396546 w 10321503"/>
              <a:gd name="connsiteY1932" fmla="*/ 513948 h 5599766"/>
              <a:gd name="connsiteX1933" fmla="*/ 400078 w 10321503"/>
              <a:gd name="connsiteY1933" fmla="*/ 507808 h 5599766"/>
              <a:gd name="connsiteX1934" fmla="*/ 400692 w 10321503"/>
              <a:gd name="connsiteY1934" fmla="*/ 507446 h 5599766"/>
              <a:gd name="connsiteX1935" fmla="*/ 407754 w 10321503"/>
              <a:gd name="connsiteY1935" fmla="*/ 507446 h 5599766"/>
              <a:gd name="connsiteX1936" fmla="*/ 408369 w 10321503"/>
              <a:gd name="connsiteY1936" fmla="*/ 507808 h 5599766"/>
              <a:gd name="connsiteX1937" fmla="*/ 411900 w 10321503"/>
              <a:gd name="connsiteY1937" fmla="*/ 513948 h 5599766"/>
              <a:gd name="connsiteX1938" fmla="*/ 411900 w 10321503"/>
              <a:gd name="connsiteY1938" fmla="*/ 514613 h 5599766"/>
              <a:gd name="connsiteX1939" fmla="*/ 408369 w 10321503"/>
              <a:gd name="connsiteY1939" fmla="*/ 520754 h 5599766"/>
              <a:gd name="connsiteX1940" fmla="*/ 407754 w 10321503"/>
              <a:gd name="connsiteY1940" fmla="*/ 521115 h 5599766"/>
              <a:gd name="connsiteX1941" fmla="*/ 1398928 w 10321503"/>
              <a:gd name="connsiteY1941" fmla="*/ 521122 h 5599766"/>
              <a:gd name="connsiteX1942" fmla="*/ 1391866 w 10321503"/>
              <a:gd name="connsiteY1942" fmla="*/ 521122 h 5599766"/>
              <a:gd name="connsiteX1943" fmla="*/ 1391252 w 10321503"/>
              <a:gd name="connsiteY1943" fmla="*/ 520766 h 5599766"/>
              <a:gd name="connsiteX1944" fmla="*/ 1387720 w 10321503"/>
              <a:gd name="connsiteY1944" fmla="*/ 514620 h 5599766"/>
              <a:gd name="connsiteX1945" fmla="*/ 1387720 w 10321503"/>
              <a:gd name="connsiteY1945" fmla="*/ 513955 h 5599766"/>
              <a:gd name="connsiteX1946" fmla="*/ 1391252 w 10321503"/>
              <a:gd name="connsiteY1946" fmla="*/ 507815 h 5599766"/>
              <a:gd name="connsiteX1947" fmla="*/ 1391866 w 10321503"/>
              <a:gd name="connsiteY1947" fmla="*/ 507454 h 5599766"/>
              <a:gd name="connsiteX1948" fmla="*/ 1398928 w 10321503"/>
              <a:gd name="connsiteY1948" fmla="*/ 507454 h 5599766"/>
              <a:gd name="connsiteX1949" fmla="*/ 1399544 w 10321503"/>
              <a:gd name="connsiteY1949" fmla="*/ 507815 h 5599766"/>
              <a:gd name="connsiteX1950" fmla="*/ 1403074 w 10321503"/>
              <a:gd name="connsiteY1950" fmla="*/ 513955 h 5599766"/>
              <a:gd name="connsiteX1951" fmla="*/ 1403074 w 10321503"/>
              <a:gd name="connsiteY1951" fmla="*/ 514620 h 5599766"/>
              <a:gd name="connsiteX1952" fmla="*/ 1399544 w 10321503"/>
              <a:gd name="connsiteY1952" fmla="*/ 520766 h 5599766"/>
              <a:gd name="connsiteX1953" fmla="*/ 1398928 w 10321503"/>
              <a:gd name="connsiteY1953" fmla="*/ 521122 h 5599766"/>
              <a:gd name="connsiteX1954" fmla="*/ 209480 w 10321503"/>
              <a:gd name="connsiteY1954" fmla="*/ 521137 h 5599766"/>
              <a:gd name="connsiteX1955" fmla="*/ 202416 w 10321503"/>
              <a:gd name="connsiteY1955" fmla="*/ 521137 h 5599766"/>
              <a:gd name="connsiteX1956" fmla="*/ 201803 w 10321503"/>
              <a:gd name="connsiteY1956" fmla="*/ 520777 h 5599766"/>
              <a:gd name="connsiteX1957" fmla="*/ 198270 w 10321503"/>
              <a:gd name="connsiteY1957" fmla="*/ 514634 h 5599766"/>
              <a:gd name="connsiteX1958" fmla="*/ 198270 w 10321503"/>
              <a:gd name="connsiteY1958" fmla="*/ 513969 h 5599766"/>
              <a:gd name="connsiteX1959" fmla="*/ 201803 w 10321503"/>
              <a:gd name="connsiteY1959" fmla="*/ 507826 h 5599766"/>
              <a:gd name="connsiteX1960" fmla="*/ 202416 w 10321503"/>
              <a:gd name="connsiteY1960" fmla="*/ 507469 h 5599766"/>
              <a:gd name="connsiteX1961" fmla="*/ 209480 w 10321503"/>
              <a:gd name="connsiteY1961" fmla="*/ 507469 h 5599766"/>
              <a:gd name="connsiteX1962" fmla="*/ 210094 w 10321503"/>
              <a:gd name="connsiteY1962" fmla="*/ 507826 h 5599766"/>
              <a:gd name="connsiteX1963" fmla="*/ 213625 w 10321503"/>
              <a:gd name="connsiteY1963" fmla="*/ 513969 h 5599766"/>
              <a:gd name="connsiteX1964" fmla="*/ 213625 w 10321503"/>
              <a:gd name="connsiteY1964" fmla="*/ 514634 h 5599766"/>
              <a:gd name="connsiteX1965" fmla="*/ 210094 w 10321503"/>
              <a:gd name="connsiteY1965" fmla="*/ 520777 h 5599766"/>
              <a:gd name="connsiteX1966" fmla="*/ 209480 w 10321503"/>
              <a:gd name="connsiteY1966" fmla="*/ 521137 h 5599766"/>
              <a:gd name="connsiteX1967" fmla="*/ 1597154 w 10321503"/>
              <a:gd name="connsiteY1967" fmla="*/ 521143 h 5599766"/>
              <a:gd name="connsiteX1968" fmla="*/ 1590090 w 10321503"/>
              <a:gd name="connsiteY1968" fmla="*/ 521143 h 5599766"/>
              <a:gd name="connsiteX1969" fmla="*/ 1589476 w 10321503"/>
              <a:gd name="connsiteY1969" fmla="*/ 520784 h 5599766"/>
              <a:gd name="connsiteX1970" fmla="*/ 1585944 w 10321503"/>
              <a:gd name="connsiteY1970" fmla="*/ 514642 h 5599766"/>
              <a:gd name="connsiteX1971" fmla="*/ 1585944 w 10321503"/>
              <a:gd name="connsiteY1971" fmla="*/ 513975 h 5599766"/>
              <a:gd name="connsiteX1972" fmla="*/ 1589476 w 10321503"/>
              <a:gd name="connsiteY1972" fmla="*/ 507832 h 5599766"/>
              <a:gd name="connsiteX1973" fmla="*/ 1590090 w 10321503"/>
              <a:gd name="connsiteY1973" fmla="*/ 507478 h 5599766"/>
              <a:gd name="connsiteX1974" fmla="*/ 1597154 w 10321503"/>
              <a:gd name="connsiteY1974" fmla="*/ 507478 h 5599766"/>
              <a:gd name="connsiteX1975" fmla="*/ 1597768 w 10321503"/>
              <a:gd name="connsiteY1975" fmla="*/ 507832 h 5599766"/>
              <a:gd name="connsiteX1976" fmla="*/ 1601298 w 10321503"/>
              <a:gd name="connsiteY1976" fmla="*/ 513975 h 5599766"/>
              <a:gd name="connsiteX1977" fmla="*/ 1601298 w 10321503"/>
              <a:gd name="connsiteY1977" fmla="*/ 514642 h 5599766"/>
              <a:gd name="connsiteX1978" fmla="*/ 1597768 w 10321503"/>
              <a:gd name="connsiteY1978" fmla="*/ 520784 h 5599766"/>
              <a:gd name="connsiteX1979" fmla="*/ 1597154 w 10321503"/>
              <a:gd name="connsiteY1979" fmla="*/ 521143 h 5599766"/>
              <a:gd name="connsiteX1980" fmla="*/ 11254 w 10321503"/>
              <a:gd name="connsiteY1980" fmla="*/ 521152 h 5599766"/>
              <a:gd name="connsiteX1981" fmla="*/ 4192 w 10321503"/>
              <a:gd name="connsiteY1981" fmla="*/ 521152 h 5599766"/>
              <a:gd name="connsiteX1982" fmla="*/ 3578 w 10321503"/>
              <a:gd name="connsiteY1982" fmla="*/ 520793 h 5599766"/>
              <a:gd name="connsiteX1983" fmla="*/ 46 w 10321503"/>
              <a:gd name="connsiteY1983" fmla="*/ 514652 h 5599766"/>
              <a:gd name="connsiteX1984" fmla="*/ 46 w 10321503"/>
              <a:gd name="connsiteY1984" fmla="*/ 513985 h 5599766"/>
              <a:gd name="connsiteX1985" fmla="*/ 3578 w 10321503"/>
              <a:gd name="connsiteY1985" fmla="*/ 507840 h 5599766"/>
              <a:gd name="connsiteX1986" fmla="*/ 4192 w 10321503"/>
              <a:gd name="connsiteY1986" fmla="*/ 507486 h 5599766"/>
              <a:gd name="connsiteX1987" fmla="*/ 11254 w 10321503"/>
              <a:gd name="connsiteY1987" fmla="*/ 507486 h 5599766"/>
              <a:gd name="connsiteX1988" fmla="*/ 11868 w 10321503"/>
              <a:gd name="connsiteY1988" fmla="*/ 507840 h 5599766"/>
              <a:gd name="connsiteX1989" fmla="*/ 15400 w 10321503"/>
              <a:gd name="connsiteY1989" fmla="*/ 513985 h 5599766"/>
              <a:gd name="connsiteX1990" fmla="*/ 15400 w 10321503"/>
              <a:gd name="connsiteY1990" fmla="*/ 514652 h 5599766"/>
              <a:gd name="connsiteX1991" fmla="*/ 11868 w 10321503"/>
              <a:gd name="connsiteY1991" fmla="*/ 520793 h 5599766"/>
              <a:gd name="connsiteX1992" fmla="*/ 11254 w 10321503"/>
              <a:gd name="connsiteY1992" fmla="*/ 521152 h 5599766"/>
              <a:gd name="connsiteX1993" fmla="*/ 1200704 w 10321503"/>
              <a:gd name="connsiteY1993" fmla="*/ 521155 h 5599766"/>
              <a:gd name="connsiteX1994" fmla="*/ 1193642 w 10321503"/>
              <a:gd name="connsiteY1994" fmla="*/ 521155 h 5599766"/>
              <a:gd name="connsiteX1995" fmla="*/ 1193028 w 10321503"/>
              <a:gd name="connsiteY1995" fmla="*/ 520799 h 5599766"/>
              <a:gd name="connsiteX1996" fmla="*/ 1189495 w 10321503"/>
              <a:gd name="connsiteY1996" fmla="*/ 514654 h 5599766"/>
              <a:gd name="connsiteX1997" fmla="*/ 1189495 w 10321503"/>
              <a:gd name="connsiteY1997" fmla="*/ 513989 h 5599766"/>
              <a:gd name="connsiteX1998" fmla="*/ 1193028 w 10321503"/>
              <a:gd name="connsiteY1998" fmla="*/ 507847 h 5599766"/>
              <a:gd name="connsiteX1999" fmla="*/ 1193642 w 10321503"/>
              <a:gd name="connsiteY1999" fmla="*/ 507487 h 5599766"/>
              <a:gd name="connsiteX2000" fmla="*/ 1200704 w 10321503"/>
              <a:gd name="connsiteY2000" fmla="*/ 507487 h 5599766"/>
              <a:gd name="connsiteX2001" fmla="*/ 1201318 w 10321503"/>
              <a:gd name="connsiteY2001" fmla="*/ 507847 h 5599766"/>
              <a:gd name="connsiteX2002" fmla="*/ 1204850 w 10321503"/>
              <a:gd name="connsiteY2002" fmla="*/ 513989 h 5599766"/>
              <a:gd name="connsiteX2003" fmla="*/ 1204850 w 10321503"/>
              <a:gd name="connsiteY2003" fmla="*/ 514654 h 5599766"/>
              <a:gd name="connsiteX2004" fmla="*/ 1201318 w 10321503"/>
              <a:gd name="connsiteY2004" fmla="*/ 520799 h 5599766"/>
              <a:gd name="connsiteX2005" fmla="*/ 1200704 w 10321503"/>
              <a:gd name="connsiteY2005" fmla="*/ 521155 h 5599766"/>
              <a:gd name="connsiteX2006" fmla="*/ 2189611 w 10321503"/>
              <a:gd name="connsiteY2006" fmla="*/ 526864 h 5599766"/>
              <a:gd name="connsiteX2007" fmla="*/ 2182548 w 10321503"/>
              <a:gd name="connsiteY2007" fmla="*/ 526864 h 5599766"/>
              <a:gd name="connsiteX2008" fmla="*/ 2181933 w 10321503"/>
              <a:gd name="connsiteY2008" fmla="*/ 526506 h 5599766"/>
              <a:gd name="connsiteX2009" fmla="*/ 2178401 w 10321503"/>
              <a:gd name="connsiteY2009" fmla="*/ 520364 h 5599766"/>
              <a:gd name="connsiteX2010" fmla="*/ 2178401 w 10321503"/>
              <a:gd name="connsiteY2010" fmla="*/ 519699 h 5599766"/>
              <a:gd name="connsiteX2011" fmla="*/ 2181933 w 10321503"/>
              <a:gd name="connsiteY2011" fmla="*/ 513557 h 5599766"/>
              <a:gd name="connsiteX2012" fmla="*/ 2182548 w 10321503"/>
              <a:gd name="connsiteY2012" fmla="*/ 513199 h 5599766"/>
              <a:gd name="connsiteX2013" fmla="*/ 2189611 w 10321503"/>
              <a:gd name="connsiteY2013" fmla="*/ 513199 h 5599766"/>
              <a:gd name="connsiteX2014" fmla="*/ 2190225 w 10321503"/>
              <a:gd name="connsiteY2014" fmla="*/ 513557 h 5599766"/>
              <a:gd name="connsiteX2015" fmla="*/ 2193757 w 10321503"/>
              <a:gd name="connsiteY2015" fmla="*/ 519699 h 5599766"/>
              <a:gd name="connsiteX2016" fmla="*/ 2193757 w 10321503"/>
              <a:gd name="connsiteY2016" fmla="*/ 520364 h 5599766"/>
              <a:gd name="connsiteX2017" fmla="*/ 2190225 w 10321503"/>
              <a:gd name="connsiteY2017" fmla="*/ 526506 h 5599766"/>
              <a:gd name="connsiteX2018" fmla="*/ 2189611 w 10321503"/>
              <a:gd name="connsiteY2018" fmla="*/ 526864 h 5599766"/>
              <a:gd name="connsiteX2019" fmla="*/ 2387835 w 10321503"/>
              <a:gd name="connsiteY2019" fmla="*/ 526864 h 5599766"/>
              <a:gd name="connsiteX2020" fmla="*/ 2380773 w 10321503"/>
              <a:gd name="connsiteY2020" fmla="*/ 526864 h 5599766"/>
              <a:gd name="connsiteX2021" fmla="*/ 2380159 w 10321503"/>
              <a:gd name="connsiteY2021" fmla="*/ 526506 h 5599766"/>
              <a:gd name="connsiteX2022" fmla="*/ 2376626 w 10321503"/>
              <a:gd name="connsiteY2022" fmla="*/ 520364 h 5599766"/>
              <a:gd name="connsiteX2023" fmla="*/ 2376626 w 10321503"/>
              <a:gd name="connsiteY2023" fmla="*/ 519699 h 5599766"/>
              <a:gd name="connsiteX2024" fmla="*/ 2380159 w 10321503"/>
              <a:gd name="connsiteY2024" fmla="*/ 513557 h 5599766"/>
              <a:gd name="connsiteX2025" fmla="*/ 2380773 w 10321503"/>
              <a:gd name="connsiteY2025" fmla="*/ 513199 h 5599766"/>
              <a:gd name="connsiteX2026" fmla="*/ 2387835 w 10321503"/>
              <a:gd name="connsiteY2026" fmla="*/ 513199 h 5599766"/>
              <a:gd name="connsiteX2027" fmla="*/ 2388449 w 10321503"/>
              <a:gd name="connsiteY2027" fmla="*/ 513557 h 5599766"/>
              <a:gd name="connsiteX2028" fmla="*/ 2391981 w 10321503"/>
              <a:gd name="connsiteY2028" fmla="*/ 519699 h 5599766"/>
              <a:gd name="connsiteX2029" fmla="*/ 2391981 w 10321503"/>
              <a:gd name="connsiteY2029" fmla="*/ 520364 h 5599766"/>
              <a:gd name="connsiteX2030" fmla="*/ 2388449 w 10321503"/>
              <a:gd name="connsiteY2030" fmla="*/ 526506 h 5599766"/>
              <a:gd name="connsiteX2031" fmla="*/ 2387835 w 10321503"/>
              <a:gd name="connsiteY2031" fmla="*/ 526864 h 5599766"/>
              <a:gd name="connsiteX2032" fmla="*/ 2586060 w 10321503"/>
              <a:gd name="connsiteY2032" fmla="*/ 526864 h 5599766"/>
              <a:gd name="connsiteX2033" fmla="*/ 2578998 w 10321503"/>
              <a:gd name="connsiteY2033" fmla="*/ 526864 h 5599766"/>
              <a:gd name="connsiteX2034" fmla="*/ 2578383 w 10321503"/>
              <a:gd name="connsiteY2034" fmla="*/ 526506 h 5599766"/>
              <a:gd name="connsiteX2035" fmla="*/ 2574850 w 10321503"/>
              <a:gd name="connsiteY2035" fmla="*/ 520364 h 5599766"/>
              <a:gd name="connsiteX2036" fmla="*/ 2574850 w 10321503"/>
              <a:gd name="connsiteY2036" fmla="*/ 519699 h 5599766"/>
              <a:gd name="connsiteX2037" fmla="*/ 2578383 w 10321503"/>
              <a:gd name="connsiteY2037" fmla="*/ 513557 h 5599766"/>
              <a:gd name="connsiteX2038" fmla="*/ 2578998 w 10321503"/>
              <a:gd name="connsiteY2038" fmla="*/ 513199 h 5599766"/>
              <a:gd name="connsiteX2039" fmla="*/ 2586060 w 10321503"/>
              <a:gd name="connsiteY2039" fmla="*/ 513199 h 5599766"/>
              <a:gd name="connsiteX2040" fmla="*/ 2586674 w 10321503"/>
              <a:gd name="connsiteY2040" fmla="*/ 513557 h 5599766"/>
              <a:gd name="connsiteX2041" fmla="*/ 2590205 w 10321503"/>
              <a:gd name="connsiteY2041" fmla="*/ 519699 h 5599766"/>
              <a:gd name="connsiteX2042" fmla="*/ 2590205 w 10321503"/>
              <a:gd name="connsiteY2042" fmla="*/ 520364 h 5599766"/>
              <a:gd name="connsiteX2043" fmla="*/ 2586674 w 10321503"/>
              <a:gd name="connsiteY2043" fmla="*/ 526506 h 5599766"/>
              <a:gd name="connsiteX2044" fmla="*/ 2586060 w 10321503"/>
              <a:gd name="connsiteY2044" fmla="*/ 526864 h 5599766"/>
              <a:gd name="connsiteX2045" fmla="*/ 2784284 w 10321503"/>
              <a:gd name="connsiteY2045" fmla="*/ 526864 h 5599766"/>
              <a:gd name="connsiteX2046" fmla="*/ 2777221 w 10321503"/>
              <a:gd name="connsiteY2046" fmla="*/ 526864 h 5599766"/>
              <a:gd name="connsiteX2047" fmla="*/ 2776607 w 10321503"/>
              <a:gd name="connsiteY2047" fmla="*/ 526506 h 5599766"/>
              <a:gd name="connsiteX2048" fmla="*/ 2773075 w 10321503"/>
              <a:gd name="connsiteY2048" fmla="*/ 520364 h 5599766"/>
              <a:gd name="connsiteX2049" fmla="*/ 2773075 w 10321503"/>
              <a:gd name="connsiteY2049" fmla="*/ 519699 h 5599766"/>
              <a:gd name="connsiteX2050" fmla="*/ 2776607 w 10321503"/>
              <a:gd name="connsiteY2050" fmla="*/ 513557 h 5599766"/>
              <a:gd name="connsiteX2051" fmla="*/ 2777221 w 10321503"/>
              <a:gd name="connsiteY2051" fmla="*/ 513199 h 5599766"/>
              <a:gd name="connsiteX2052" fmla="*/ 2784284 w 10321503"/>
              <a:gd name="connsiteY2052" fmla="*/ 513199 h 5599766"/>
              <a:gd name="connsiteX2053" fmla="*/ 2784898 w 10321503"/>
              <a:gd name="connsiteY2053" fmla="*/ 513557 h 5599766"/>
              <a:gd name="connsiteX2054" fmla="*/ 2788430 w 10321503"/>
              <a:gd name="connsiteY2054" fmla="*/ 519699 h 5599766"/>
              <a:gd name="connsiteX2055" fmla="*/ 2788430 w 10321503"/>
              <a:gd name="connsiteY2055" fmla="*/ 520364 h 5599766"/>
              <a:gd name="connsiteX2056" fmla="*/ 2784898 w 10321503"/>
              <a:gd name="connsiteY2056" fmla="*/ 526506 h 5599766"/>
              <a:gd name="connsiteX2057" fmla="*/ 2784284 w 10321503"/>
              <a:gd name="connsiteY2057" fmla="*/ 526864 h 5599766"/>
              <a:gd name="connsiteX2058" fmla="*/ 2982559 w 10321503"/>
              <a:gd name="connsiteY2058" fmla="*/ 526864 h 5599766"/>
              <a:gd name="connsiteX2059" fmla="*/ 2975496 w 10321503"/>
              <a:gd name="connsiteY2059" fmla="*/ 526864 h 5599766"/>
              <a:gd name="connsiteX2060" fmla="*/ 2974882 w 10321503"/>
              <a:gd name="connsiteY2060" fmla="*/ 526506 h 5599766"/>
              <a:gd name="connsiteX2061" fmla="*/ 2971351 w 10321503"/>
              <a:gd name="connsiteY2061" fmla="*/ 520364 h 5599766"/>
              <a:gd name="connsiteX2062" fmla="*/ 2971351 w 10321503"/>
              <a:gd name="connsiteY2062" fmla="*/ 519699 h 5599766"/>
              <a:gd name="connsiteX2063" fmla="*/ 2974882 w 10321503"/>
              <a:gd name="connsiteY2063" fmla="*/ 513557 h 5599766"/>
              <a:gd name="connsiteX2064" fmla="*/ 2975496 w 10321503"/>
              <a:gd name="connsiteY2064" fmla="*/ 513199 h 5599766"/>
              <a:gd name="connsiteX2065" fmla="*/ 2982559 w 10321503"/>
              <a:gd name="connsiteY2065" fmla="*/ 513199 h 5599766"/>
              <a:gd name="connsiteX2066" fmla="*/ 2983173 w 10321503"/>
              <a:gd name="connsiteY2066" fmla="*/ 513557 h 5599766"/>
              <a:gd name="connsiteX2067" fmla="*/ 2986706 w 10321503"/>
              <a:gd name="connsiteY2067" fmla="*/ 519699 h 5599766"/>
              <a:gd name="connsiteX2068" fmla="*/ 2986706 w 10321503"/>
              <a:gd name="connsiteY2068" fmla="*/ 520364 h 5599766"/>
              <a:gd name="connsiteX2069" fmla="*/ 2983173 w 10321503"/>
              <a:gd name="connsiteY2069" fmla="*/ 526506 h 5599766"/>
              <a:gd name="connsiteX2070" fmla="*/ 2982559 w 10321503"/>
              <a:gd name="connsiteY2070" fmla="*/ 526864 h 5599766"/>
              <a:gd name="connsiteX2071" fmla="*/ 3180784 w 10321503"/>
              <a:gd name="connsiteY2071" fmla="*/ 526864 h 5599766"/>
              <a:gd name="connsiteX2072" fmla="*/ 3173721 w 10321503"/>
              <a:gd name="connsiteY2072" fmla="*/ 526864 h 5599766"/>
              <a:gd name="connsiteX2073" fmla="*/ 3173107 w 10321503"/>
              <a:gd name="connsiteY2073" fmla="*/ 526506 h 5599766"/>
              <a:gd name="connsiteX2074" fmla="*/ 3169576 w 10321503"/>
              <a:gd name="connsiteY2074" fmla="*/ 520364 h 5599766"/>
              <a:gd name="connsiteX2075" fmla="*/ 3169576 w 10321503"/>
              <a:gd name="connsiteY2075" fmla="*/ 519699 h 5599766"/>
              <a:gd name="connsiteX2076" fmla="*/ 3173107 w 10321503"/>
              <a:gd name="connsiteY2076" fmla="*/ 513557 h 5599766"/>
              <a:gd name="connsiteX2077" fmla="*/ 3173721 w 10321503"/>
              <a:gd name="connsiteY2077" fmla="*/ 513199 h 5599766"/>
              <a:gd name="connsiteX2078" fmla="*/ 3180784 w 10321503"/>
              <a:gd name="connsiteY2078" fmla="*/ 513199 h 5599766"/>
              <a:gd name="connsiteX2079" fmla="*/ 3181398 w 10321503"/>
              <a:gd name="connsiteY2079" fmla="*/ 513557 h 5599766"/>
              <a:gd name="connsiteX2080" fmla="*/ 3184931 w 10321503"/>
              <a:gd name="connsiteY2080" fmla="*/ 519699 h 5599766"/>
              <a:gd name="connsiteX2081" fmla="*/ 3184931 w 10321503"/>
              <a:gd name="connsiteY2081" fmla="*/ 520364 h 5599766"/>
              <a:gd name="connsiteX2082" fmla="*/ 3181398 w 10321503"/>
              <a:gd name="connsiteY2082" fmla="*/ 526506 h 5599766"/>
              <a:gd name="connsiteX2083" fmla="*/ 3180784 w 10321503"/>
              <a:gd name="connsiteY2083" fmla="*/ 526864 h 5599766"/>
              <a:gd name="connsiteX2084" fmla="*/ 3379008 w 10321503"/>
              <a:gd name="connsiteY2084" fmla="*/ 526864 h 5599766"/>
              <a:gd name="connsiteX2085" fmla="*/ 3371947 w 10321503"/>
              <a:gd name="connsiteY2085" fmla="*/ 526864 h 5599766"/>
              <a:gd name="connsiteX2086" fmla="*/ 3371332 w 10321503"/>
              <a:gd name="connsiteY2086" fmla="*/ 526506 h 5599766"/>
              <a:gd name="connsiteX2087" fmla="*/ 3367800 w 10321503"/>
              <a:gd name="connsiteY2087" fmla="*/ 520364 h 5599766"/>
              <a:gd name="connsiteX2088" fmla="*/ 3367800 w 10321503"/>
              <a:gd name="connsiteY2088" fmla="*/ 519699 h 5599766"/>
              <a:gd name="connsiteX2089" fmla="*/ 3371332 w 10321503"/>
              <a:gd name="connsiteY2089" fmla="*/ 513557 h 5599766"/>
              <a:gd name="connsiteX2090" fmla="*/ 3371947 w 10321503"/>
              <a:gd name="connsiteY2090" fmla="*/ 513199 h 5599766"/>
              <a:gd name="connsiteX2091" fmla="*/ 3379008 w 10321503"/>
              <a:gd name="connsiteY2091" fmla="*/ 513199 h 5599766"/>
              <a:gd name="connsiteX2092" fmla="*/ 3379624 w 10321503"/>
              <a:gd name="connsiteY2092" fmla="*/ 513557 h 5599766"/>
              <a:gd name="connsiteX2093" fmla="*/ 3383155 w 10321503"/>
              <a:gd name="connsiteY2093" fmla="*/ 519699 h 5599766"/>
              <a:gd name="connsiteX2094" fmla="*/ 3383155 w 10321503"/>
              <a:gd name="connsiteY2094" fmla="*/ 520364 h 5599766"/>
              <a:gd name="connsiteX2095" fmla="*/ 3379624 w 10321503"/>
              <a:gd name="connsiteY2095" fmla="*/ 526506 h 5599766"/>
              <a:gd name="connsiteX2096" fmla="*/ 3379008 w 10321503"/>
              <a:gd name="connsiteY2096" fmla="*/ 526864 h 5599766"/>
              <a:gd name="connsiteX2097" fmla="*/ 3577234 w 10321503"/>
              <a:gd name="connsiteY2097" fmla="*/ 526864 h 5599766"/>
              <a:gd name="connsiteX2098" fmla="*/ 3570172 w 10321503"/>
              <a:gd name="connsiteY2098" fmla="*/ 526864 h 5599766"/>
              <a:gd name="connsiteX2099" fmla="*/ 3569557 w 10321503"/>
              <a:gd name="connsiteY2099" fmla="*/ 526506 h 5599766"/>
              <a:gd name="connsiteX2100" fmla="*/ 3566024 w 10321503"/>
              <a:gd name="connsiteY2100" fmla="*/ 520364 h 5599766"/>
              <a:gd name="connsiteX2101" fmla="*/ 3566024 w 10321503"/>
              <a:gd name="connsiteY2101" fmla="*/ 519699 h 5599766"/>
              <a:gd name="connsiteX2102" fmla="*/ 3569557 w 10321503"/>
              <a:gd name="connsiteY2102" fmla="*/ 513557 h 5599766"/>
              <a:gd name="connsiteX2103" fmla="*/ 3570172 w 10321503"/>
              <a:gd name="connsiteY2103" fmla="*/ 513199 h 5599766"/>
              <a:gd name="connsiteX2104" fmla="*/ 3577234 w 10321503"/>
              <a:gd name="connsiteY2104" fmla="*/ 513199 h 5599766"/>
              <a:gd name="connsiteX2105" fmla="*/ 3577848 w 10321503"/>
              <a:gd name="connsiteY2105" fmla="*/ 513557 h 5599766"/>
              <a:gd name="connsiteX2106" fmla="*/ 3581379 w 10321503"/>
              <a:gd name="connsiteY2106" fmla="*/ 519699 h 5599766"/>
              <a:gd name="connsiteX2107" fmla="*/ 3581379 w 10321503"/>
              <a:gd name="connsiteY2107" fmla="*/ 520364 h 5599766"/>
              <a:gd name="connsiteX2108" fmla="*/ 3577848 w 10321503"/>
              <a:gd name="connsiteY2108" fmla="*/ 526506 h 5599766"/>
              <a:gd name="connsiteX2109" fmla="*/ 3577234 w 10321503"/>
              <a:gd name="connsiteY2109" fmla="*/ 526864 h 5599766"/>
              <a:gd name="connsiteX2110" fmla="*/ 3775459 w 10321503"/>
              <a:gd name="connsiteY2110" fmla="*/ 526864 h 5599766"/>
              <a:gd name="connsiteX2111" fmla="*/ 3768396 w 10321503"/>
              <a:gd name="connsiteY2111" fmla="*/ 526864 h 5599766"/>
              <a:gd name="connsiteX2112" fmla="*/ 3767781 w 10321503"/>
              <a:gd name="connsiteY2112" fmla="*/ 526506 h 5599766"/>
              <a:gd name="connsiteX2113" fmla="*/ 3764249 w 10321503"/>
              <a:gd name="connsiteY2113" fmla="*/ 520364 h 5599766"/>
              <a:gd name="connsiteX2114" fmla="*/ 3764249 w 10321503"/>
              <a:gd name="connsiteY2114" fmla="*/ 519699 h 5599766"/>
              <a:gd name="connsiteX2115" fmla="*/ 3767781 w 10321503"/>
              <a:gd name="connsiteY2115" fmla="*/ 513557 h 5599766"/>
              <a:gd name="connsiteX2116" fmla="*/ 3768396 w 10321503"/>
              <a:gd name="connsiteY2116" fmla="*/ 513199 h 5599766"/>
              <a:gd name="connsiteX2117" fmla="*/ 3775459 w 10321503"/>
              <a:gd name="connsiteY2117" fmla="*/ 513199 h 5599766"/>
              <a:gd name="connsiteX2118" fmla="*/ 3776073 w 10321503"/>
              <a:gd name="connsiteY2118" fmla="*/ 513557 h 5599766"/>
              <a:gd name="connsiteX2119" fmla="*/ 3779604 w 10321503"/>
              <a:gd name="connsiteY2119" fmla="*/ 519699 h 5599766"/>
              <a:gd name="connsiteX2120" fmla="*/ 3779604 w 10321503"/>
              <a:gd name="connsiteY2120" fmla="*/ 520364 h 5599766"/>
              <a:gd name="connsiteX2121" fmla="*/ 3776073 w 10321503"/>
              <a:gd name="connsiteY2121" fmla="*/ 526506 h 5599766"/>
              <a:gd name="connsiteX2122" fmla="*/ 3775459 w 10321503"/>
              <a:gd name="connsiteY2122" fmla="*/ 526864 h 5599766"/>
              <a:gd name="connsiteX2123" fmla="*/ 3973734 w 10321503"/>
              <a:gd name="connsiteY2123" fmla="*/ 526864 h 5599766"/>
              <a:gd name="connsiteX2124" fmla="*/ 3966671 w 10321503"/>
              <a:gd name="connsiteY2124" fmla="*/ 526864 h 5599766"/>
              <a:gd name="connsiteX2125" fmla="*/ 3966057 w 10321503"/>
              <a:gd name="connsiteY2125" fmla="*/ 526506 h 5599766"/>
              <a:gd name="connsiteX2126" fmla="*/ 3962525 w 10321503"/>
              <a:gd name="connsiteY2126" fmla="*/ 520364 h 5599766"/>
              <a:gd name="connsiteX2127" fmla="*/ 3962525 w 10321503"/>
              <a:gd name="connsiteY2127" fmla="*/ 519699 h 5599766"/>
              <a:gd name="connsiteX2128" fmla="*/ 3966057 w 10321503"/>
              <a:gd name="connsiteY2128" fmla="*/ 513557 h 5599766"/>
              <a:gd name="connsiteX2129" fmla="*/ 3966671 w 10321503"/>
              <a:gd name="connsiteY2129" fmla="*/ 513199 h 5599766"/>
              <a:gd name="connsiteX2130" fmla="*/ 3973734 w 10321503"/>
              <a:gd name="connsiteY2130" fmla="*/ 513199 h 5599766"/>
              <a:gd name="connsiteX2131" fmla="*/ 3974348 w 10321503"/>
              <a:gd name="connsiteY2131" fmla="*/ 513557 h 5599766"/>
              <a:gd name="connsiteX2132" fmla="*/ 3977880 w 10321503"/>
              <a:gd name="connsiteY2132" fmla="*/ 519699 h 5599766"/>
              <a:gd name="connsiteX2133" fmla="*/ 3977880 w 10321503"/>
              <a:gd name="connsiteY2133" fmla="*/ 520364 h 5599766"/>
              <a:gd name="connsiteX2134" fmla="*/ 3974348 w 10321503"/>
              <a:gd name="connsiteY2134" fmla="*/ 526506 h 5599766"/>
              <a:gd name="connsiteX2135" fmla="*/ 3973734 w 10321503"/>
              <a:gd name="connsiteY2135" fmla="*/ 526864 h 5599766"/>
              <a:gd name="connsiteX2136" fmla="*/ 4171959 w 10321503"/>
              <a:gd name="connsiteY2136" fmla="*/ 526864 h 5599766"/>
              <a:gd name="connsiteX2137" fmla="*/ 4164896 w 10321503"/>
              <a:gd name="connsiteY2137" fmla="*/ 526864 h 5599766"/>
              <a:gd name="connsiteX2138" fmla="*/ 4164282 w 10321503"/>
              <a:gd name="connsiteY2138" fmla="*/ 526506 h 5599766"/>
              <a:gd name="connsiteX2139" fmla="*/ 4160751 w 10321503"/>
              <a:gd name="connsiteY2139" fmla="*/ 520364 h 5599766"/>
              <a:gd name="connsiteX2140" fmla="*/ 4160751 w 10321503"/>
              <a:gd name="connsiteY2140" fmla="*/ 519699 h 5599766"/>
              <a:gd name="connsiteX2141" fmla="*/ 4164282 w 10321503"/>
              <a:gd name="connsiteY2141" fmla="*/ 513557 h 5599766"/>
              <a:gd name="connsiteX2142" fmla="*/ 4164896 w 10321503"/>
              <a:gd name="connsiteY2142" fmla="*/ 513199 h 5599766"/>
              <a:gd name="connsiteX2143" fmla="*/ 4171959 w 10321503"/>
              <a:gd name="connsiteY2143" fmla="*/ 513199 h 5599766"/>
              <a:gd name="connsiteX2144" fmla="*/ 4172573 w 10321503"/>
              <a:gd name="connsiteY2144" fmla="*/ 513557 h 5599766"/>
              <a:gd name="connsiteX2145" fmla="*/ 4176105 w 10321503"/>
              <a:gd name="connsiteY2145" fmla="*/ 519699 h 5599766"/>
              <a:gd name="connsiteX2146" fmla="*/ 4176105 w 10321503"/>
              <a:gd name="connsiteY2146" fmla="*/ 520364 h 5599766"/>
              <a:gd name="connsiteX2147" fmla="*/ 4172573 w 10321503"/>
              <a:gd name="connsiteY2147" fmla="*/ 526506 h 5599766"/>
              <a:gd name="connsiteX2148" fmla="*/ 4171959 w 10321503"/>
              <a:gd name="connsiteY2148" fmla="*/ 526864 h 5599766"/>
              <a:gd name="connsiteX2149" fmla="*/ 4370183 w 10321503"/>
              <a:gd name="connsiteY2149" fmla="*/ 526864 h 5599766"/>
              <a:gd name="connsiteX2150" fmla="*/ 4363121 w 10321503"/>
              <a:gd name="connsiteY2150" fmla="*/ 526864 h 5599766"/>
              <a:gd name="connsiteX2151" fmla="*/ 4362506 w 10321503"/>
              <a:gd name="connsiteY2151" fmla="*/ 526506 h 5599766"/>
              <a:gd name="connsiteX2152" fmla="*/ 4358975 w 10321503"/>
              <a:gd name="connsiteY2152" fmla="*/ 520364 h 5599766"/>
              <a:gd name="connsiteX2153" fmla="*/ 4358975 w 10321503"/>
              <a:gd name="connsiteY2153" fmla="*/ 519699 h 5599766"/>
              <a:gd name="connsiteX2154" fmla="*/ 4362506 w 10321503"/>
              <a:gd name="connsiteY2154" fmla="*/ 513557 h 5599766"/>
              <a:gd name="connsiteX2155" fmla="*/ 4363121 w 10321503"/>
              <a:gd name="connsiteY2155" fmla="*/ 513199 h 5599766"/>
              <a:gd name="connsiteX2156" fmla="*/ 4370183 w 10321503"/>
              <a:gd name="connsiteY2156" fmla="*/ 513199 h 5599766"/>
              <a:gd name="connsiteX2157" fmla="*/ 4370797 w 10321503"/>
              <a:gd name="connsiteY2157" fmla="*/ 513557 h 5599766"/>
              <a:gd name="connsiteX2158" fmla="*/ 4374329 w 10321503"/>
              <a:gd name="connsiteY2158" fmla="*/ 519699 h 5599766"/>
              <a:gd name="connsiteX2159" fmla="*/ 4374329 w 10321503"/>
              <a:gd name="connsiteY2159" fmla="*/ 520364 h 5599766"/>
              <a:gd name="connsiteX2160" fmla="*/ 4370797 w 10321503"/>
              <a:gd name="connsiteY2160" fmla="*/ 526506 h 5599766"/>
              <a:gd name="connsiteX2161" fmla="*/ 4370183 w 10321503"/>
              <a:gd name="connsiteY2161" fmla="*/ 526864 h 5599766"/>
              <a:gd name="connsiteX2162" fmla="*/ 4568408 w 10321503"/>
              <a:gd name="connsiteY2162" fmla="*/ 526864 h 5599766"/>
              <a:gd name="connsiteX2163" fmla="*/ 4561345 w 10321503"/>
              <a:gd name="connsiteY2163" fmla="*/ 526864 h 5599766"/>
              <a:gd name="connsiteX2164" fmla="*/ 4560731 w 10321503"/>
              <a:gd name="connsiteY2164" fmla="*/ 526506 h 5599766"/>
              <a:gd name="connsiteX2165" fmla="*/ 4557199 w 10321503"/>
              <a:gd name="connsiteY2165" fmla="*/ 520364 h 5599766"/>
              <a:gd name="connsiteX2166" fmla="*/ 4557199 w 10321503"/>
              <a:gd name="connsiteY2166" fmla="*/ 519699 h 5599766"/>
              <a:gd name="connsiteX2167" fmla="*/ 4560731 w 10321503"/>
              <a:gd name="connsiteY2167" fmla="*/ 513557 h 5599766"/>
              <a:gd name="connsiteX2168" fmla="*/ 4561345 w 10321503"/>
              <a:gd name="connsiteY2168" fmla="*/ 513199 h 5599766"/>
              <a:gd name="connsiteX2169" fmla="*/ 4568408 w 10321503"/>
              <a:gd name="connsiteY2169" fmla="*/ 513199 h 5599766"/>
              <a:gd name="connsiteX2170" fmla="*/ 4569022 w 10321503"/>
              <a:gd name="connsiteY2170" fmla="*/ 513557 h 5599766"/>
              <a:gd name="connsiteX2171" fmla="*/ 4572554 w 10321503"/>
              <a:gd name="connsiteY2171" fmla="*/ 519699 h 5599766"/>
              <a:gd name="connsiteX2172" fmla="*/ 4572554 w 10321503"/>
              <a:gd name="connsiteY2172" fmla="*/ 520364 h 5599766"/>
              <a:gd name="connsiteX2173" fmla="*/ 4569022 w 10321503"/>
              <a:gd name="connsiteY2173" fmla="*/ 526506 h 5599766"/>
              <a:gd name="connsiteX2174" fmla="*/ 4568408 w 10321503"/>
              <a:gd name="connsiteY2174" fmla="*/ 526864 h 5599766"/>
              <a:gd name="connsiteX2175" fmla="*/ 4766683 w 10321503"/>
              <a:gd name="connsiteY2175" fmla="*/ 526864 h 5599766"/>
              <a:gd name="connsiteX2176" fmla="*/ 4759621 w 10321503"/>
              <a:gd name="connsiteY2176" fmla="*/ 526864 h 5599766"/>
              <a:gd name="connsiteX2177" fmla="*/ 4759007 w 10321503"/>
              <a:gd name="connsiteY2177" fmla="*/ 526506 h 5599766"/>
              <a:gd name="connsiteX2178" fmla="*/ 4755475 w 10321503"/>
              <a:gd name="connsiteY2178" fmla="*/ 520364 h 5599766"/>
              <a:gd name="connsiteX2179" fmla="*/ 4755475 w 10321503"/>
              <a:gd name="connsiteY2179" fmla="*/ 519699 h 5599766"/>
              <a:gd name="connsiteX2180" fmla="*/ 4759007 w 10321503"/>
              <a:gd name="connsiteY2180" fmla="*/ 513557 h 5599766"/>
              <a:gd name="connsiteX2181" fmla="*/ 4759621 w 10321503"/>
              <a:gd name="connsiteY2181" fmla="*/ 513199 h 5599766"/>
              <a:gd name="connsiteX2182" fmla="*/ 4766683 w 10321503"/>
              <a:gd name="connsiteY2182" fmla="*/ 513199 h 5599766"/>
              <a:gd name="connsiteX2183" fmla="*/ 4767297 w 10321503"/>
              <a:gd name="connsiteY2183" fmla="*/ 513557 h 5599766"/>
              <a:gd name="connsiteX2184" fmla="*/ 4770829 w 10321503"/>
              <a:gd name="connsiteY2184" fmla="*/ 519699 h 5599766"/>
              <a:gd name="connsiteX2185" fmla="*/ 4770829 w 10321503"/>
              <a:gd name="connsiteY2185" fmla="*/ 520364 h 5599766"/>
              <a:gd name="connsiteX2186" fmla="*/ 4767297 w 10321503"/>
              <a:gd name="connsiteY2186" fmla="*/ 526506 h 5599766"/>
              <a:gd name="connsiteX2187" fmla="*/ 4766683 w 10321503"/>
              <a:gd name="connsiteY2187" fmla="*/ 526864 h 5599766"/>
              <a:gd name="connsiteX2188" fmla="*/ 4964909 w 10321503"/>
              <a:gd name="connsiteY2188" fmla="*/ 526864 h 5599766"/>
              <a:gd name="connsiteX2189" fmla="*/ 4957846 w 10321503"/>
              <a:gd name="connsiteY2189" fmla="*/ 526864 h 5599766"/>
              <a:gd name="connsiteX2190" fmla="*/ 4957232 w 10321503"/>
              <a:gd name="connsiteY2190" fmla="*/ 526506 h 5599766"/>
              <a:gd name="connsiteX2191" fmla="*/ 4953699 w 10321503"/>
              <a:gd name="connsiteY2191" fmla="*/ 520364 h 5599766"/>
              <a:gd name="connsiteX2192" fmla="*/ 4953699 w 10321503"/>
              <a:gd name="connsiteY2192" fmla="*/ 519699 h 5599766"/>
              <a:gd name="connsiteX2193" fmla="*/ 4957232 w 10321503"/>
              <a:gd name="connsiteY2193" fmla="*/ 513557 h 5599766"/>
              <a:gd name="connsiteX2194" fmla="*/ 4957846 w 10321503"/>
              <a:gd name="connsiteY2194" fmla="*/ 513199 h 5599766"/>
              <a:gd name="connsiteX2195" fmla="*/ 4964909 w 10321503"/>
              <a:gd name="connsiteY2195" fmla="*/ 513199 h 5599766"/>
              <a:gd name="connsiteX2196" fmla="*/ 4965523 w 10321503"/>
              <a:gd name="connsiteY2196" fmla="*/ 513557 h 5599766"/>
              <a:gd name="connsiteX2197" fmla="*/ 4969054 w 10321503"/>
              <a:gd name="connsiteY2197" fmla="*/ 519699 h 5599766"/>
              <a:gd name="connsiteX2198" fmla="*/ 4969054 w 10321503"/>
              <a:gd name="connsiteY2198" fmla="*/ 520364 h 5599766"/>
              <a:gd name="connsiteX2199" fmla="*/ 4965523 w 10321503"/>
              <a:gd name="connsiteY2199" fmla="*/ 526506 h 5599766"/>
              <a:gd name="connsiteX2200" fmla="*/ 4964909 w 10321503"/>
              <a:gd name="connsiteY2200" fmla="*/ 526864 h 5599766"/>
              <a:gd name="connsiteX2201" fmla="*/ 5163134 w 10321503"/>
              <a:gd name="connsiteY2201" fmla="*/ 526864 h 5599766"/>
              <a:gd name="connsiteX2202" fmla="*/ 5156070 w 10321503"/>
              <a:gd name="connsiteY2202" fmla="*/ 526864 h 5599766"/>
              <a:gd name="connsiteX2203" fmla="*/ 5155456 w 10321503"/>
              <a:gd name="connsiteY2203" fmla="*/ 526506 h 5599766"/>
              <a:gd name="connsiteX2204" fmla="*/ 5151924 w 10321503"/>
              <a:gd name="connsiteY2204" fmla="*/ 520364 h 5599766"/>
              <a:gd name="connsiteX2205" fmla="*/ 5151924 w 10321503"/>
              <a:gd name="connsiteY2205" fmla="*/ 519699 h 5599766"/>
              <a:gd name="connsiteX2206" fmla="*/ 5155456 w 10321503"/>
              <a:gd name="connsiteY2206" fmla="*/ 513557 h 5599766"/>
              <a:gd name="connsiteX2207" fmla="*/ 5156070 w 10321503"/>
              <a:gd name="connsiteY2207" fmla="*/ 513199 h 5599766"/>
              <a:gd name="connsiteX2208" fmla="*/ 5163134 w 10321503"/>
              <a:gd name="connsiteY2208" fmla="*/ 513199 h 5599766"/>
              <a:gd name="connsiteX2209" fmla="*/ 5163748 w 10321503"/>
              <a:gd name="connsiteY2209" fmla="*/ 513557 h 5599766"/>
              <a:gd name="connsiteX2210" fmla="*/ 5167279 w 10321503"/>
              <a:gd name="connsiteY2210" fmla="*/ 519699 h 5599766"/>
              <a:gd name="connsiteX2211" fmla="*/ 5167279 w 10321503"/>
              <a:gd name="connsiteY2211" fmla="*/ 520364 h 5599766"/>
              <a:gd name="connsiteX2212" fmla="*/ 5163748 w 10321503"/>
              <a:gd name="connsiteY2212" fmla="*/ 526506 h 5599766"/>
              <a:gd name="connsiteX2213" fmla="*/ 5163134 w 10321503"/>
              <a:gd name="connsiteY2213" fmla="*/ 526864 h 5599766"/>
              <a:gd name="connsiteX2214" fmla="*/ 5361358 w 10321503"/>
              <a:gd name="connsiteY2214" fmla="*/ 526864 h 5599766"/>
              <a:gd name="connsiteX2215" fmla="*/ 5354295 w 10321503"/>
              <a:gd name="connsiteY2215" fmla="*/ 526864 h 5599766"/>
              <a:gd name="connsiteX2216" fmla="*/ 5353680 w 10321503"/>
              <a:gd name="connsiteY2216" fmla="*/ 526506 h 5599766"/>
              <a:gd name="connsiteX2217" fmla="*/ 5350149 w 10321503"/>
              <a:gd name="connsiteY2217" fmla="*/ 520364 h 5599766"/>
              <a:gd name="connsiteX2218" fmla="*/ 5350149 w 10321503"/>
              <a:gd name="connsiteY2218" fmla="*/ 519699 h 5599766"/>
              <a:gd name="connsiteX2219" fmla="*/ 5353680 w 10321503"/>
              <a:gd name="connsiteY2219" fmla="*/ 513557 h 5599766"/>
              <a:gd name="connsiteX2220" fmla="*/ 5354295 w 10321503"/>
              <a:gd name="connsiteY2220" fmla="*/ 513199 h 5599766"/>
              <a:gd name="connsiteX2221" fmla="*/ 5361358 w 10321503"/>
              <a:gd name="connsiteY2221" fmla="*/ 513199 h 5599766"/>
              <a:gd name="connsiteX2222" fmla="*/ 5361972 w 10321503"/>
              <a:gd name="connsiteY2222" fmla="*/ 513557 h 5599766"/>
              <a:gd name="connsiteX2223" fmla="*/ 5365503 w 10321503"/>
              <a:gd name="connsiteY2223" fmla="*/ 519699 h 5599766"/>
              <a:gd name="connsiteX2224" fmla="*/ 5365503 w 10321503"/>
              <a:gd name="connsiteY2224" fmla="*/ 520364 h 5599766"/>
              <a:gd name="connsiteX2225" fmla="*/ 5361972 w 10321503"/>
              <a:gd name="connsiteY2225" fmla="*/ 526506 h 5599766"/>
              <a:gd name="connsiteX2226" fmla="*/ 5361358 w 10321503"/>
              <a:gd name="connsiteY2226" fmla="*/ 526864 h 5599766"/>
              <a:gd name="connsiteX2227" fmla="*/ 5559633 w 10321503"/>
              <a:gd name="connsiteY2227" fmla="*/ 526864 h 5599766"/>
              <a:gd name="connsiteX2228" fmla="*/ 5552569 w 10321503"/>
              <a:gd name="connsiteY2228" fmla="*/ 526864 h 5599766"/>
              <a:gd name="connsiteX2229" fmla="*/ 5551956 w 10321503"/>
              <a:gd name="connsiteY2229" fmla="*/ 526506 h 5599766"/>
              <a:gd name="connsiteX2230" fmla="*/ 5548424 w 10321503"/>
              <a:gd name="connsiteY2230" fmla="*/ 520364 h 5599766"/>
              <a:gd name="connsiteX2231" fmla="*/ 5548424 w 10321503"/>
              <a:gd name="connsiteY2231" fmla="*/ 519699 h 5599766"/>
              <a:gd name="connsiteX2232" fmla="*/ 5551956 w 10321503"/>
              <a:gd name="connsiteY2232" fmla="*/ 513557 h 5599766"/>
              <a:gd name="connsiteX2233" fmla="*/ 5552569 w 10321503"/>
              <a:gd name="connsiteY2233" fmla="*/ 513199 h 5599766"/>
              <a:gd name="connsiteX2234" fmla="*/ 5559633 w 10321503"/>
              <a:gd name="connsiteY2234" fmla="*/ 513199 h 5599766"/>
              <a:gd name="connsiteX2235" fmla="*/ 5560246 w 10321503"/>
              <a:gd name="connsiteY2235" fmla="*/ 513557 h 5599766"/>
              <a:gd name="connsiteX2236" fmla="*/ 5563779 w 10321503"/>
              <a:gd name="connsiteY2236" fmla="*/ 519699 h 5599766"/>
              <a:gd name="connsiteX2237" fmla="*/ 5563779 w 10321503"/>
              <a:gd name="connsiteY2237" fmla="*/ 520364 h 5599766"/>
              <a:gd name="connsiteX2238" fmla="*/ 5560246 w 10321503"/>
              <a:gd name="connsiteY2238" fmla="*/ 526506 h 5599766"/>
              <a:gd name="connsiteX2239" fmla="*/ 5559633 w 10321503"/>
              <a:gd name="connsiteY2239" fmla="*/ 526864 h 5599766"/>
              <a:gd name="connsiteX2240" fmla="*/ 5757857 w 10321503"/>
              <a:gd name="connsiteY2240" fmla="*/ 526864 h 5599766"/>
              <a:gd name="connsiteX2241" fmla="*/ 5750795 w 10321503"/>
              <a:gd name="connsiteY2241" fmla="*/ 526864 h 5599766"/>
              <a:gd name="connsiteX2242" fmla="*/ 5750181 w 10321503"/>
              <a:gd name="connsiteY2242" fmla="*/ 526506 h 5599766"/>
              <a:gd name="connsiteX2243" fmla="*/ 5746649 w 10321503"/>
              <a:gd name="connsiteY2243" fmla="*/ 520364 h 5599766"/>
              <a:gd name="connsiteX2244" fmla="*/ 5746649 w 10321503"/>
              <a:gd name="connsiteY2244" fmla="*/ 519699 h 5599766"/>
              <a:gd name="connsiteX2245" fmla="*/ 5750181 w 10321503"/>
              <a:gd name="connsiteY2245" fmla="*/ 513557 h 5599766"/>
              <a:gd name="connsiteX2246" fmla="*/ 5750795 w 10321503"/>
              <a:gd name="connsiteY2246" fmla="*/ 513199 h 5599766"/>
              <a:gd name="connsiteX2247" fmla="*/ 5757857 w 10321503"/>
              <a:gd name="connsiteY2247" fmla="*/ 513199 h 5599766"/>
              <a:gd name="connsiteX2248" fmla="*/ 5758471 w 10321503"/>
              <a:gd name="connsiteY2248" fmla="*/ 513557 h 5599766"/>
              <a:gd name="connsiteX2249" fmla="*/ 5762003 w 10321503"/>
              <a:gd name="connsiteY2249" fmla="*/ 519699 h 5599766"/>
              <a:gd name="connsiteX2250" fmla="*/ 5762003 w 10321503"/>
              <a:gd name="connsiteY2250" fmla="*/ 520364 h 5599766"/>
              <a:gd name="connsiteX2251" fmla="*/ 5758471 w 10321503"/>
              <a:gd name="connsiteY2251" fmla="*/ 526506 h 5599766"/>
              <a:gd name="connsiteX2252" fmla="*/ 5757857 w 10321503"/>
              <a:gd name="connsiteY2252" fmla="*/ 526864 h 5599766"/>
              <a:gd name="connsiteX2253" fmla="*/ 5956083 w 10321503"/>
              <a:gd name="connsiteY2253" fmla="*/ 526864 h 5599766"/>
              <a:gd name="connsiteX2254" fmla="*/ 5949019 w 10321503"/>
              <a:gd name="connsiteY2254" fmla="*/ 526864 h 5599766"/>
              <a:gd name="connsiteX2255" fmla="*/ 5948405 w 10321503"/>
              <a:gd name="connsiteY2255" fmla="*/ 526506 h 5599766"/>
              <a:gd name="connsiteX2256" fmla="*/ 5944873 w 10321503"/>
              <a:gd name="connsiteY2256" fmla="*/ 520364 h 5599766"/>
              <a:gd name="connsiteX2257" fmla="*/ 5944873 w 10321503"/>
              <a:gd name="connsiteY2257" fmla="*/ 519699 h 5599766"/>
              <a:gd name="connsiteX2258" fmla="*/ 5948405 w 10321503"/>
              <a:gd name="connsiteY2258" fmla="*/ 513557 h 5599766"/>
              <a:gd name="connsiteX2259" fmla="*/ 5949019 w 10321503"/>
              <a:gd name="connsiteY2259" fmla="*/ 513199 h 5599766"/>
              <a:gd name="connsiteX2260" fmla="*/ 5956083 w 10321503"/>
              <a:gd name="connsiteY2260" fmla="*/ 513199 h 5599766"/>
              <a:gd name="connsiteX2261" fmla="*/ 5956697 w 10321503"/>
              <a:gd name="connsiteY2261" fmla="*/ 513557 h 5599766"/>
              <a:gd name="connsiteX2262" fmla="*/ 5960227 w 10321503"/>
              <a:gd name="connsiteY2262" fmla="*/ 519699 h 5599766"/>
              <a:gd name="connsiteX2263" fmla="*/ 5960227 w 10321503"/>
              <a:gd name="connsiteY2263" fmla="*/ 520364 h 5599766"/>
              <a:gd name="connsiteX2264" fmla="*/ 5956697 w 10321503"/>
              <a:gd name="connsiteY2264" fmla="*/ 526506 h 5599766"/>
              <a:gd name="connsiteX2265" fmla="*/ 5956083 w 10321503"/>
              <a:gd name="connsiteY2265" fmla="*/ 526864 h 5599766"/>
              <a:gd name="connsiteX2266" fmla="*/ 6154307 w 10321503"/>
              <a:gd name="connsiteY2266" fmla="*/ 526864 h 5599766"/>
              <a:gd name="connsiteX2267" fmla="*/ 6147243 w 10321503"/>
              <a:gd name="connsiteY2267" fmla="*/ 526864 h 5599766"/>
              <a:gd name="connsiteX2268" fmla="*/ 6146629 w 10321503"/>
              <a:gd name="connsiteY2268" fmla="*/ 526506 h 5599766"/>
              <a:gd name="connsiteX2269" fmla="*/ 6143098 w 10321503"/>
              <a:gd name="connsiteY2269" fmla="*/ 520364 h 5599766"/>
              <a:gd name="connsiteX2270" fmla="*/ 6143098 w 10321503"/>
              <a:gd name="connsiteY2270" fmla="*/ 519699 h 5599766"/>
              <a:gd name="connsiteX2271" fmla="*/ 6146629 w 10321503"/>
              <a:gd name="connsiteY2271" fmla="*/ 513557 h 5599766"/>
              <a:gd name="connsiteX2272" fmla="*/ 6147243 w 10321503"/>
              <a:gd name="connsiteY2272" fmla="*/ 513199 h 5599766"/>
              <a:gd name="connsiteX2273" fmla="*/ 6154307 w 10321503"/>
              <a:gd name="connsiteY2273" fmla="*/ 513199 h 5599766"/>
              <a:gd name="connsiteX2274" fmla="*/ 6154921 w 10321503"/>
              <a:gd name="connsiteY2274" fmla="*/ 513557 h 5599766"/>
              <a:gd name="connsiteX2275" fmla="*/ 6158453 w 10321503"/>
              <a:gd name="connsiteY2275" fmla="*/ 519699 h 5599766"/>
              <a:gd name="connsiteX2276" fmla="*/ 6158453 w 10321503"/>
              <a:gd name="connsiteY2276" fmla="*/ 520364 h 5599766"/>
              <a:gd name="connsiteX2277" fmla="*/ 6154921 w 10321503"/>
              <a:gd name="connsiteY2277" fmla="*/ 526506 h 5599766"/>
              <a:gd name="connsiteX2278" fmla="*/ 6154307 w 10321503"/>
              <a:gd name="connsiteY2278" fmla="*/ 526864 h 5599766"/>
              <a:gd name="connsiteX2279" fmla="*/ 6352582 w 10321503"/>
              <a:gd name="connsiteY2279" fmla="*/ 526864 h 5599766"/>
              <a:gd name="connsiteX2280" fmla="*/ 6345519 w 10321503"/>
              <a:gd name="connsiteY2280" fmla="*/ 526864 h 5599766"/>
              <a:gd name="connsiteX2281" fmla="*/ 6344904 w 10321503"/>
              <a:gd name="connsiteY2281" fmla="*/ 526506 h 5599766"/>
              <a:gd name="connsiteX2282" fmla="*/ 6341373 w 10321503"/>
              <a:gd name="connsiteY2282" fmla="*/ 520364 h 5599766"/>
              <a:gd name="connsiteX2283" fmla="*/ 6341373 w 10321503"/>
              <a:gd name="connsiteY2283" fmla="*/ 519699 h 5599766"/>
              <a:gd name="connsiteX2284" fmla="*/ 6344904 w 10321503"/>
              <a:gd name="connsiteY2284" fmla="*/ 513557 h 5599766"/>
              <a:gd name="connsiteX2285" fmla="*/ 6345519 w 10321503"/>
              <a:gd name="connsiteY2285" fmla="*/ 513199 h 5599766"/>
              <a:gd name="connsiteX2286" fmla="*/ 6352582 w 10321503"/>
              <a:gd name="connsiteY2286" fmla="*/ 513199 h 5599766"/>
              <a:gd name="connsiteX2287" fmla="*/ 6353196 w 10321503"/>
              <a:gd name="connsiteY2287" fmla="*/ 513557 h 5599766"/>
              <a:gd name="connsiteX2288" fmla="*/ 6356728 w 10321503"/>
              <a:gd name="connsiteY2288" fmla="*/ 519699 h 5599766"/>
              <a:gd name="connsiteX2289" fmla="*/ 6356728 w 10321503"/>
              <a:gd name="connsiteY2289" fmla="*/ 520364 h 5599766"/>
              <a:gd name="connsiteX2290" fmla="*/ 6353196 w 10321503"/>
              <a:gd name="connsiteY2290" fmla="*/ 526506 h 5599766"/>
              <a:gd name="connsiteX2291" fmla="*/ 6352582 w 10321503"/>
              <a:gd name="connsiteY2291" fmla="*/ 526864 h 5599766"/>
              <a:gd name="connsiteX2292" fmla="*/ 6550807 w 10321503"/>
              <a:gd name="connsiteY2292" fmla="*/ 526864 h 5599766"/>
              <a:gd name="connsiteX2293" fmla="*/ 6543744 w 10321503"/>
              <a:gd name="connsiteY2293" fmla="*/ 526864 h 5599766"/>
              <a:gd name="connsiteX2294" fmla="*/ 6543129 w 10321503"/>
              <a:gd name="connsiteY2294" fmla="*/ 526506 h 5599766"/>
              <a:gd name="connsiteX2295" fmla="*/ 6539598 w 10321503"/>
              <a:gd name="connsiteY2295" fmla="*/ 520364 h 5599766"/>
              <a:gd name="connsiteX2296" fmla="*/ 6539598 w 10321503"/>
              <a:gd name="connsiteY2296" fmla="*/ 519699 h 5599766"/>
              <a:gd name="connsiteX2297" fmla="*/ 6543129 w 10321503"/>
              <a:gd name="connsiteY2297" fmla="*/ 513557 h 5599766"/>
              <a:gd name="connsiteX2298" fmla="*/ 6543744 w 10321503"/>
              <a:gd name="connsiteY2298" fmla="*/ 513199 h 5599766"/>
              <a:gd name="connsiteX2299" fmla="*/ 6550807 w 10321503"/>
              <a:gd name="connsiteY2299" fmla="*/ 513199 h 5599766"/>
              <a:gd name="connsiteX2300" fmla="*/ 6551420 w 10321503"/>
              <a:gd name="connsiteY2300" fmla="*/ 513557 h 5599766"/>
              <a:gd name="connsiteX2301" fmla="*/ 6554953 w 10321503"/>
              <a:gd name="connsiteY2301" fmla="*/ 519699 h 5599766"/>
              <a:gd name="connsiteX2302" fmla="*/ 6554953 w 10321503"/>
              <a:gd name="connsiteY2302" fmla="*/ 520364 h 5599766"/>
              <a:gd name="connsiteX2303" fmla="*/ 6551420 w 10321503"/>
              <a:gd name="connsiteY2303" fmla="*/ 526506 h 5599766"/>
              <a:gd name="connsiteX2304" fmla="*/ 6550807 w 10321503"/>
              <a:gd name="connsiteY2304" fmla="*/ 526864 h 5599766"/>
              <a:gd name="connsiteX2305" fmla="*/ 6749031 w 10321503"/>
              <a:gd name="connsiteY2305" fmla="*/ 526864 h 5599766"/>
              <a:gd name="connsiteX2306" fmla="*/ 6741967 w 10321503"/>
              <a:gd name="connsiteY2306" fmla="*/ 526864 h 5599766"/>
              <a:gd name="connsiteX2307" fmla="*/ 6741354 w 10321503"/>
              <a:gd name="connsiteY2307" fmla="*/ 526506 h 5599766"/>
              <a:gd name="connsiteX2308" fmla="*/ 6737823 w 10321503"/>
              <a:gd name="connsiteY2308" fmla="*/ 520364 h 5599766"/>
              <a:gd name="connsiteX2309" fmla="*/ 6737823 w 10321503"/>
              <a:gd name="connsiteY2309" fmla="*/ 519699 h 5599766"/>
              <a:gd name="connsiteX2310" fmla="*/ 6741354 w 10321503"/>
              <a:gd name="connsiteY2310" fmla="*/ 513557 h 5599766"/>
              <a:gd name="connsiteX2311" fmla="*/ 6741967 w 10321503"/>
              <a:gd name="connsiteY2311" fmla="*/ 513199 h 5599766"/>
              <a:gd name="connsiteX2312" fmla="*/ 6749031 w 10321503"/>
              <a:gd name="connsiteY2312" fmla="*/ 513199 h 5599766"/>
              <a:gd name="connsiteX2313" fmla="*/ 6749646 w 10321503"/>
              <a:gd name="connsiteY2313" fmla="*/ 513557 h 5599766"/>
              <a:gd name="connsiteX2314" fmla="*/ 6753177 w 10321503"/>
              <a:gd name="connsiteY2314" fmla="*/ 519699 h 5599766"/>
              <a:gd name="connsiteX2315" fmla="*/ 6753177 w 10321503"/>
              <a:gd name="connsiteY2315" fmla="*/ 520364 h 5599766"/>
              <a:gd name="connsiteX2316" fmla="*/ 6749646 w 10321503"/>
              <a:gd name="connsiteY2316" fmla="*/ 526506 h 5599766"/>
              <a:gd name="connsiteX2317" fmla="*/ 6749031 w 10321503"/>
              <a:gd name="connsiteY2317" fmla="*/ 526864 h 5599766"/>
              <a:gd name="connsiteX2318" fmla="*/ 6947256 w 10321503"/>
              <a:gd name="connsiteY2318" fmla="*/ 526864 h 5599766"/>
              <a:gd name="connsiteX2319" fmla="*/ 6940193 w 10321503"/>
              <a:gd name="connsiteY2319" fmla="*/ 526864 h 5599766"/>
              <a:gd name="connsiteX2320" fmla="*/ 6939578 w 10321503"/>
              <a:gd name="connsiteY2320" fmla="*/ 526506 h 5599766"/>
              <a:gd name="connsiteX2321" fmla="*/ 6936048 w 10321503"/>
              <a:gd name="connsiteY2321" fmla="*/ 520364 h 5599766"/>
              <a:gd name="connsiteX2322" fmla="*/ 6936048 w 10321503"/>
              <a:gd name="connsiteY2322" fmla="*/ 519699 h 5599766"/>
              <a:gd name="connsiteX2323" fmla="*/ 6939578 w 10321503"/>
              <a:gd name="connsiteY2323" fmla="*/ 513557 h 5599766"/>
              <a:gd name="connsiteX2324" fmla="*/ 6940193 w 10321503"/>
              <a:gd name="connsiteY2324" fmla="*/ 513199 h 5599766"/>
              <a:gd name="connsiteX2325" fmla="*/ 6947256 w 10321503"/>
              <a:gd name="connsiteY2325" fmla="*/ 513199 h 5599766"/>
              <a:gd name="connsiteX2326" fmla="*/ 6947870 w 10321503"/>
              <a:gd name="connsiteY2326" fmla="*/ 513557 h 5599766"/>
              <a:gd name="connsiteX2327" fmla="*/ 6951402 w 10321503"/>
              <a:gd name="connsiteY2327" fmla="*/ 519699 h 5599766"/>
              <a:gd name="connsiteX2328" fmla="*/ 6951402 w 10321503"/>
              <a:gd name="connsiteY2328" fmla="*/ 520364 h 5599766"/>
              <a:gd name="connsiteX2329" fmla="*/ 6947870 w 10321503"/>
              <a:gd name="connsiteY2329" fmla="*/ 526506 h 5599766"/>
              <a:gd name="connsiteX2330" fmla="*/ 6947256 w 10321503"/>
              <a:gd name="connsiteY2330" fmla="*/ 526864 h 5599766"/>
              <a:gd name="connsiteX2331" fmla="*/ 7145422 w 10321503"/>
              <a:gd name="connsiteY2331" fmla="*/ 526864 h 5599766"/>
              <a:gd name="connsiteX2332" fmla="*/ 7138361 w 10321503"/>
              <a:gd name="connsiteY2332" fmla="*/ 526864 h 5599766"/>
              <a:gd name="connsiteX2333" fmla="*/ 7137746 w 10321503"/>
              <a:gd name="connsiteY2333" fmla="*/ 526506 h 5599766"/>
              <a:gd name="connsiteX2334" fmla="*/ 7134214 w 10321503"/>
              <a:gd name="connsiteY2334" fmla="*/ 520364 h 5599766"/>
              <a:gd name="connsiteX2335" fmla="*/ 7134214 w 10321503"/>
              <a:gd name="connsiteY2335" fmla="*/ 519699 h 5599766"/>
              <a:gd name="connsiteX2336" fmla="*/ 7137746 w 10321503"/>
              <a:gd name="connsiteY2336" fmla="*/ 513557 h 5599766"/>
              <a:gd name="connsiteX2337" fmla="*/ 7138361 w 10321503"/>
              <a:gd name="connsiteY2337" fmla="*/ 513199 h 5599766"/>
              <a:gd name="connsiteX2338" fmla="*/ 7145422 w 10321503"/>
              <a:gd name="connsiteY2338" fmla="*/ 513199 h 5599766"/>
              <a:gd name="connsiteX2339" fmla="*/ 7146038 w 10321503"/>
              <a:gd name="connsiteY2339" fmla="*/ 513557 h 5599766"/>
              <a:gd name="connsiteX2340" fmla="*/ 7149570 w 10321503"/>
              <a:gd name="connsiteY2340" fmla="*/ 519699 h 5599766"/>
              <a:gd name="connsiteX2341" fmla="*/ 7149570 w 10321503"/>
              <a:gd name="connsiteY2341" fmla="*/ 520364 h 5599766"/>
              <a:gd name="connsiteX2342" fmla="*/ 7146038 w 10321503"/>
              <a:gd name="connsiteY2342" fmla="*/ 526506 h 5599766"/>
              <a:gd name="connsiteX2343" fmla="*/ 7145422 w 10321503"/>
              <a:gd name="connsiteY2343" fmla="*/ 526864 h 5599766"/>
              <a:gd name="connsiteX2344" fmla="*/ 7343599 w 10321503"/>
              <a:gd name="connsiteY2344" fmla="*/ 526864 h 5599766"/>
              <a:gd name="connsiteX2345" fmla="*/ 7336535 w 10321503"/>
              <a:gd name="connsiteY2345" fmla="*/ 526864 h 5599766"/>
              <a:gd name="connsiteX2346" fmla="*/ 7335921 w 10321503"/>
              <a:gd name="connsiteY2346" fmla="*/ 526506 h 5599766"/>
              <a:gd name="connsiteX2347" fmla="*/ 7332389 w 10321503"/>
              <a:gd name="connsiteY2347" fmla="*/ 520364 h 5599766"/>
              <a:gd name="connsiteX2348" fmla="*/ 7332389 w 10321503"/>
              <a:gd name="connsiteY2348" fmla="*/ 519699 h 5599766"/>
              <a:gd name="connsiteX2349" fmla="*/ 7335921 w 10321503"/>
              <a:gd name="connsiteY2349" fmla="*/ 513557 h 5599766"/>
              <a:gd name="connsiteX2350" fmla="*/ 7336535 w 10321503"/>
              <a:gd name="connsiteY2350" fmla="*/ 513199 h 5599766"/>
              <a:gd name="connsiteX2351" fmla="*/ 7343599 w 10321503"/>
              <a:gd name="connsiteY2351" fmla="*/ 513199 h 5599766"/>
              <a:gd name="connsiteX2352" fmla="*/ 7344212 w 10321503"/>
              <a:gd name="connsiteY2352" fmla="*/ 513557 h 5599766"/>
              <a:gd name="connsiteX2353" fmla="*/ 7347744 w 10321503"/>
              <a:gd name="connsiteY2353" fmla="*/ 519699 h 5599766"/>
              <a:gd name="connsiteX2354" fmla="*/ 7347744 w 10321503"/>
              <a:gd name="connsiteY2354" fmla="*/ 520364 h 5599766"/>
              <a:gd name="connsiteX2355" fmla="*/ 7344212 w 10321503"/>
              <a:gd name="connsiteY2355" fmla="*/ 526506 h 5599766"/>
              <a:gd name="connsiteX2356" fmla="*/ 7343599 w 10321503"/>
              <a:gd name="connsiteY2356" fmla="*/ 526864 h 5599766"/>
              <a:gd name="connsiteX2357" fmla="*/ 7541839 w 10321503"/>
              <a:gd name="connsiteY2357" fmla="*/ 526864 h 5599766"/>
              <a:gd name="connsiteX2358" fmla="*/ 7534775 w 10321503"/>
              <a:gd name="connsiteY2358" fmla="*/ 526864 h 5599766"/>
              <a:gd name="connsiteX2359" fmla="*/ 7534161 w 10321503"/>
              <a:gd name="connsiteY2359" fmla="*/ 526506 h 5599766"/>
              <a:gd name="connsiteX2360" fmla="*/ 7530629 w 10321503"/>
              <a:gd name="connsiteY2360" fmla="*/ 520364 h 5599766"/>
              <a:gd name="connsiteX2361" fmla="*/ 7530629 w 10321503"/>
              <a:gd name="connsiteY2361" fmla="*/ 519699 h 5599766"/>
              <a:gd name="connsiteX2362" fmla="*/ 7534161 w 10321503"/>
              <a:gd name="connsiteY2362" fmla="*/ 513557 h 5599766"/>
              <a:gd name="connsiteX2363" fmla="*/ 7534775 w 10321503"/>
              <a:gd name="connsiteY2363" fmla="*/ 513199 h 5599766"/>
              <a:gd name="connsiteX2364" fmla="*/ 7541839 w 10321503"/>
              <a:gd name="connsiteY2364" fmla="*/ 513199 h 5599766"/>
              <a:gd name="connsiteX2365" fmla="*/ 7542453 w 10321503"/>
              <a:gd name="connsiteY2365" fmla="*/ 513557 h 5599766"/>
              <a:gd name="connsiteX2366" fmla="*/ 7545985 w 10321503"/>
              <a:gd name="connsiteY2366" fmla="*/ 519699 h 5599766"/>
              <a:gd name="connsiteX2367" fmla="*/ 7545985 w 10321503"/>
              <a:gd name="connsiteY2367" fmla="*/ 520364 h 5599766"/>
              <a:gd name="connsiteX2368" fmla="*/ 7542453 w 10321503"/>
              <a:gd name="connsiteY2368" fmla="*/ 526506 h 5599766"/>
              <a:gd name="connsiteX2369" fmla="*/ 7541839 w 10321503"/>
              <a:gd name="connsiteY2369" fmla="*/ 526864 h 5599766"/>
              <a:gd name="connsiteX2370" fmla="*/ 7740078 w 10321503"/>
              <a:gd name="connsiteY2370" fmla="*/ 526864 h 5599766"/>
              <a:gd name="connsiteX2371" fmla="*/ 7733016 w 10321503"/>
              <a:gd name="connsiteY2371" fmla="*/ 526864 h 5599766"/>
              <a:gd name="connsiteX2372" fmla="*/ 7732401 w 10321503"/>
              <a:gd name="connsiteY2372" fmla="*/ 526506 h 5599766"/>
              <a:gd name="connsiteX2373" fmla="*/ 7728870 w 10321503"/>
              <a:gd name="connsiteY2373" fmla="*/ 520364 h 5599766"/>
              <a:gd name="connsiteX2374" fmla="*/ 7728870 w 10321503"/>
              <a:gd name="connsiteY2374" fmla="*/ 519699 h 5599766"/>
              <a:gd name="connsiteX2375" fmla="*/ 7732401 w 10321503"/>
              <a:gd name="connsiteY2375" fmla="*/ 513557 h 5599766"/>
              <a:gd name="connsiteX2376" fmla="*/ 7733016 w 10321503"/>
              <a:gd name="connsiteY2376" fmla="*/ 513199 h 5599766"/>
              <a:gd name="connsiteX2377" fmla="*/ 7740078 w 10321503"/>
              <a:gd name="connsiteY2377" fmla="*/ 513199 h 5599766"/>
              <a:gd name="connsiteX2378" fmla="*/ 7740692 w 10321503"/>
              <a:gd name="connsiteY2378" fmla="*/ 513557 h 5599766"/>
              <a:gd name="connsiteX2379" fmla="*/ 7744225 w 10321503"/>
              <a:gd name="connsiteY2379" fmla="*/ 519699 h 5599766"/>
              <a:gd name="connsiteX2380" fmla="*/ 7744225 w 10321503"/>
              <a:gd name="connsiteY2380" fmla="*/ 520364 h 5599766"/>
              <a:gd name="connsiteX2381" fmla="*/ 7740692 w 10321503"/>
              <a:gd name="connsiteY2381" fmla="*/ 526506 h 5599766"/>
              <a:gd name="connsiteX2382" fmla="*/ 7740078 w 10321503"/>
              <a:gd name="connsiteY2382" fmla="*/ 526864 h 5599766"/>
              <a:gd name="connsiteX2383" fmla="*/ 7938418 w 10321503"/>
              <a:gd name="connsiteY2383" fmla="*/ 526864 h 5599766"/>
              <a:gd name="connsiteX2384" fmla="*/ 7931354 w 10321503"/>
              <a:gd name="connsiteY2384" fmla="*/ 526864 h 5599766"/>
              <a:gd name="connsiteX2385" fmla="*/ 7930740 w 10321503"/>
              <a:gd name="connsiteY2385" fmla="*/ 526506 h 5599766"/>
              <a:gd name="connsiteX2386" fmla="*/ 7927209 w 10321503"/>
              <a:gd name="connsiteY2386" fmla="*/ 520364 h 5599766"/>
              <a:gd name="connsiteX2387" fmla="*/ 7927209 w 10321503"/>
              <a:gd name="connsiteY2387" fmla="*/ 519699 h 5599766"/>
              <a:gd name="connsiteX2388" fmla="*/ 7930740 w 10321503"/>
              <a:gd name="connsiteY2388" fmla="*/ 513557 h 5599766"/>
              <a:gd name="connsiteX2389" fmla="*/ 7931354 w 10321503"/>
              <a:gd name="connsiteY2389" fmla="*/ 513199 h 5599766"/>
              <a:gd name="connsiteX2390" fmla="*/ 7938418 w 10321503"/>
              <a:gd name="connsiteY2390" fmla="*/ 513199 h 5599766"/>
              <a:gd name="connsiteX2391" fmla="*/ 7939032 w 10321503"/>
              <a:gd name="connsiteY2391" fmla="*/ 513557 h 5599766"/>
              <a:gd name="connsiteX2392" fmla="*/ 7942564 w 10321503"/>
              <a:gd name="connsiteY2392" fmla="*/ 519699 h 5599766"/>
              <a:gd name="connsiteX2393" fmla="*/ 7942564 w 10321503"/>
              <a:gd name="connsiteY2393" fmla="*/ 520364 h 5599766"/>
              <a:gd name="connsiteX2394" fmla="*/ 7939032 w 10321503"/>
              <a:gd name="connsiteY2394" fmla="*/ 526506 h 5599766"/>
              <a:gd name="connsiteX2395" fmla="*/ 7938418 w 10321503"/>
              <a:gd name="connsiteY2395" fmla="*/ 526864 h 5599766"/>
              <a:gd name="connsiteX2396" fmla="*/ 8136530 w 10321503"/>
              <a:gd name="connsiteY2396" fmla="*/ 526864 h 5599766"/>
              <a:gd name="connsiteX2397" fmla="*/ 8129467 w 10321503"/>
              <a:gd name="connsiteY2397" fmla="*/ 526864 h 5599766"/>
              <a:gd name="connsiteX2398" fmla="*/ 8128852 w 10321503"/>
              <a:gd name="connsiteY2398" fmla="*/ 526506 h 5599766"/>
              <a:gd name="connsiteX2399" fmla="*/ 8125321 w 10321503"/>
              <a:gd name="connsiteY2399" fmla="*/ 520364 h 5599766"/>
              <a:gd name="connsiteX2400" fmla="*/ 8125321 w 10321503"/>
              <a:gd name="connsiteY2400" fmla="*/ 519699 h 5599766"/>
              <a:gd name="connsiteX2401" fmla="*/ 8128852 w 10321503"/>
              <a:gd name="connsiteY2401" fmla="*/ 513557 h 5599766"/>
              <a:gd name="connsiteX2402" fmla="*/ 8129467 w 10321503"/>
              <a:gd name="connsiteY2402" fmla="*/ 513199 h 5599766"/>
              <a:gd name="connsiteX2403" fmla="*/ 8136530 w 10321503"/>
              <a:gd name="connsiteY2403" fmla="*/ 513199 h 5599766"/>
              <a:gd name="connsiteX2404" fmla="*/ 8137145 w 10321503"/>
              <a:gd name="connsiteY2404" fmla="*/ 513557 h 5599766"/>
              <a:gd name="connsiteX2405" fmla="*/ 8140676 w 10321503"/>
              <a:gd name="connsiteY2405" fmla="*/ 519699 h 5599766"/>
              <a:gd name="connsiteX2406" fmla="*/ 8140676 w 10321503"/>
              <a:gd name="connsiteY2406" fmla="*/ 520364 h 5599766"/>
              <a:gd name="connsiteX2407" fmla="*/ 8137145 w 10321503"/>
              <a:gd name="connsiteY2407" fmla="*/ 526506 h 5599766"/>
              <a:gd name="connsiteX2408" fmla="*/ 8136530 w 10321503"/>
              <a:gd name="connsiteY2408" fmla="*/ 526864 h 5599766"/>
              <a:gd name="connsiteX2409" fmla="*/ 8334784 w 10321503"/>
              <a:gd name="connsiteY2409" fmla="*/ 526864 h 5599766"/>
              <a:gd name="connsiteX2410" fmla="*/ 8327721 w 10321503"/>
              <a:gd name="connsiteY2410" fmla="*/ 526864 h 5599766"/>
              <a:gd name="connsiteX2411" fmla="*/ 8327106 w 10321503"/>
              <a:gd name="connsiteY2411" fmla="*/ 526506 h 5599766"/>
              <a:gd name="connsiteX2412" fmla="*/ 8323574 w 10321503"/>
              <a:gd name="connsiteY2412" fmla="*/ 520364 h 5599766"/>
              <a:gd name="connsiteX2413" fmla="*/ 8323574 w 10321503"/>
              <a:gd name="connsiteY2413" fmla="*/ 519699 h 5599766"/>
              <a:gd name="connsiteX2414" fmla="*/ 8327106 w 10321503"/>
              <a:gd name="connsiteY2414" fmla="*/ 513557 h 5599766"/>
              <a:gd name="connsiteX2415" fmla="*/ 8327721 w 10321503"/>
              <a:gd name="connsiteY2415" fmla="*/ 513199 h 5599766"/>
              <a:gd name="connsiteX2416" fmla="*/ 8334784 w 10321503"/>
              <a:gd name="connsiteY2416" fmla="*/ 513199 h 5599766"/>
              <a:gd name="connsiteX2417" fmla="*/ 8335399 w 10321503"/>
              <a:gd name="connsiteY2417" fmla="*/ 513557 h 5599766"/>
              <a:gd name="connsiteX2418" fmla="*/ 8338930 w 10321503"/>
              <a:gd name="connsiteY2418" fmla="*/ 519699 h 5599766"/>
              <a:gd name="connsiteX2419" fmla="*/ 8338930 w 10321503"/>
              <a:gd name="connsiteY2419" fmla="*/ 520364 h 5599766"/>
              <a:gd name="connsiteX2420" fmla="*/ 8335399 w 10321503"/>
              <a:gd name="connsiteY2420" fmla="*/ 526506 h 5599766"/>
              <a:gd name="connsiteX2421" fmla="*/ 8334784 w 10321503"/>
              <a:gd name="connsiteY2421" fmla="*/ 526864 h 5599766"/>
              <a:gd name="connsiteX2422" fmla="*/ 8533126 w 10321503"/>
              <a:gd name="connsiteY2422" fmla="*/ 526864 h 5599766"/>
              <a:gd name="connsiteX2423" fmla="*/ 8526062 w 10321503"/>
              <a:gd name="connsiteY2423" fmla="*/ 526864 h 5599766"/>
              <a:gd name="connsiteX2424" fmla="*/ 8525447 w 10321503"/>
              <a:gd name="connsiteY2424" fmla="*/ 526506 h 5599766"/>
              <a:gd name="connsiteX2425" fmla="*/ 8521916 w 10321503"/>
              <a:gd name="connsiteY2425" fmla="*/ 520364 h 5599766"/>
              <a:gd name="connsiteX2426" fmla="*/ 8521916 w 10321503"/>
              <a:gd name="connsiteY2426" fmla="*/ 519699 h 5599766"/>
              <a:gd name="connsiteX2427" fmla="*/ 8525447 w 10321503"/>
              <a:gd name="connsiteY2427" fmla="*/ 513557 h 5599766"/>
              <a:gd name="connsiteX2428" fmla="*/ 8526062 w 10321503"/>
              <a:gd name="connsiteY2428" fmla="*/ 513199 h 5599766"/>
              <a:gd name="connsiteX2429" fmla="*/ 8533126 w 10321503"/>
              <a:gd name="connsiteY2429" fmla="*/ 513199 h 5599766"/>
              <a:gd name="connsiteX2430" fmla="*/ 8533739 w 10321503"/>
              <a:gd name="connsiteY2430" fmla="*/ 513557 h 5599766"/>
              <a:gd name="connsiteX2431" fmla="*/ 8537271 w 10321503"/>
              <a:gd name="connsiteY2431" fmla="*/ 519699 h 5599766"/>
              <a:gd name="connsiteX2432" fmla="*/ 8537271 w 10321503"/>
              <a:gd name="connsiteY2432" fmla="*/ 520364 h 5599766"/>
              <a:gd name="connsiteX2433" fmla="*/ 8533739 w 10321503"/>
              <a:gd name="connsiteY2433" fmla="*/ 526506 h 5599766"/>
              <a:gd name="connsiteX2434" fmla="*/ 8533126 w 10321503"/>
              <a:gd name="connsiteY2434" fmla="*/ 526864 h 5599766"/>
              <a:gd name="connsiteX2435" fmla="*/ 8731361 w 10321503"/>
              <a:gd name="connsiteY2435" fmla="*/ 526864 h 5599766"/>
              <a:gd name="connsiteX2436" fmla="*/ 8724299 w 10321503"/>
              <a:gd name="connsiteY2436" fmla="*/ 526864 h 5599766"/>
              <a:gd name="connsiteX2437" fmla="*/ 8723685 w 10321503"/>
              <a:gd name="connsiteY2437" fmla="*/ 526506 h 5599766"/>
              <a:gd name="connsiteX2438" fmla="*/ 8720154 w 10321503"/>
              <a:gd name="connsiteY2438" fmla="*/ 520364 h 5599766"/>
              <a:gd name="connsiteX2439" fmla="*/ 8720154 w 10321503"/>
              <a:gd name="connsiteY2439" fmla="*/ 519699 h 5599766"/>
              <a:gd name="connsiteX2440" fmla="*/ 8723685 w 10321503"/>
              <a:gd name="connsiteY2440" fmla="*/ 513557 h 5599766"/>
              <a:gd name="connsiteX2441" fmla="*/ 8724299 w 10321503"/>
              <a:gd name="connsiteY2441" fmla="*/ 513199 h 5599766"/>
              <a:gd name="connsiteX2442" fmla="*/ 8731361 w 10321503"/>
              <a:gd name="connsiteY2442" fmla="*/ 513199 h 5599766"/>
              <a:gd name="connsiteX2443" fmla="*/ 8731977 w 10321503"/>
              <a:gd name="connsiteY2443" fmla="*/ 513557 h 5599766"/>
              <a:gd name="connsiteX2444" fmla="*/ 8735507 w 10321503"/>
              <a:gd name="connsiteY2444" fmla="*/ 519699 h 5599766"/>
              <a:gd name="connsiteX2445" fmla="*/ 8735507 w 10321503"/>
              <a:gd name="connsiteY2445" fmla="*/ 520364 h 5599766"/>
              <a:gd name="connsiteX2446" fmla="*/ 8731977 w 10321503"/>
              <a:gd name="connsiteY2446" fmla="*/ 526506 h 5599766"/>
              <a:gd name="connsiteX2447" fmla="*/ 8731361 w 10321503"/>
              <a:gd name="connsiteY2447" fmla="*/ 526864 h 5599766"/>
              <a:gd name="connsiteX2448" fmla="*/ 8929613 w 10321503"/>
              <a:gd name="connsiteY2448" fmla="*/ 526864 h 5599766"/>
              <a:gd name="connsiteX2449" fmla="*/ 8922549 w 10321503"/>
              <a:gd name="connsiteY2449" fmla="*/ 526864 h 5599766"/>
              <a:gd name="connsiteX2450" fmla="*/ 8921935 w 10321503"/>
              <a:gd name="connsiteY2450" fmla="*/ 526506 h 5599766"/>
              <a:gd name="connsiteX2451" fmla="*/ 8918404 w 10321503"/>
              <a:gd name="connsiteY2451" fmla="*/ 520364 h 5599766"/>
              <a:gd name="connsiteX2452" fmla="*/ 8918404 w 10321503"/>
              <a:gd name="connsiteY2452" fmla="*/ 519699 h 5599766"/>
              <a:gd name="connsiteX2453" fmla="*/ 8921935 w 10321503"/>
              <a:gd name="connsiteY2453" fmla="*/ 513557 h 5599766"/>
              <a:gd name="connsiteX2454" fmla="*/ 8922549 w 10321503"/>
              <a:gd name="connsiteY2454" fmla="*/ 513199 h 5599766"/>
              <a:gd name="connsiteX2455" fmla="*/ 8929613 w 10321503"/>
              <a:gd name="connsiteY2455" fmla="*/ 513199 h 5599766"/>
              <a:gd name="connsiteX2456" fmla="*/ 8930227 w 10321503"/>
              <a:gd name="connsiteY2456" fmla="*/ 513557 h 5599766"/>
              <a:gd name="connsiteX2457" fmla="*/ 8933759 w 10321503"/>
              <a:gd name="connsiteY2457" fmla="*/ 519699 h 5599766"/>
              <a:gd name="connsiteX2458" fmla="*/ 8933759 w 10321503"/>
              <a:gd name="connsiteY2458" fmla="*/ 520364 h 5599766"/>
              <a:gd name="connsiteX2459" fmla="*/ 8930227 w 10321503"/>
              <a:gd name="connsiteY2459" fmla="*/ 526506 h 5599766"/>
              <a:gd name="connsiteX2460" fmla="*/ 8929613 w 10321503"/>
              <a:gd name="connsiteY2460" fmla="*/ 526864 h 5599766"/>
              <a:gd name="connsiteX2461" fmla="*/ 9127730 w 10321503"/>
              <a:gd name="connsiteY2461" fmla="*/ 526864 h 5599766"/>
              <a:gd name="connsiteX2462" fmla="*/ 9120667 w 10321503"/>
              <a:gd name="connsiteY2462" fmla="*/ 526864 h 5599766"/>
              <a:gd name="connsiteX2463" fmla="*/ 9120053 w 10321503"/>
              <a:gd name="connsiteY2463" fmla="*/ 526506 h 5599766"/>
              <a:gd name="connsiteX2464" fmla="*/ 9116522 w 10321503"/>
              <a:gd name="connsiteY2464" fmla="*/ 520364 h 5599766"/>
              <a:gd name="connsiteX2465" fmla="*/ 9116522 w 10321503"/>
              <a:gd name="connsiteY2465" fmla="*/ 519699 h 5599766"/>
              <a:gd name="connsiteX2466" fmla="*/ 9120053 w 10321503"/>
              <a:gd name="connsiteY2466" fmla="*/ 513557 h 5599766"/>
              <a:gd name="connsiteX2467" fmla="*/ 9120667 w 10321503"/>
              <a:gd name="connsiteY2467" fmla="*/ 513199 h 5599766"/>
              <a:gd name="connsiteX2468" fmla="*/ 9127730 w 10321503"/>
              <a:gd name="connsiteY2468" fmla="*/ 513199 h 5599766"/>
              <a:gd name="connsiteX2469" fmla="*/ 9128344 w 10321503"/>
              <a:gd name="connsiteY2469" fmla="*/ 513557 h 5599766"/>
              <a:gd name="connsiteX2470" fmla="*/ 9131878 w 10321503"/>
              <a:gd name="connsiteY2470" fmla="*/ 519699 h 5599766"/>
              <a:gd name="connsiteX2471" fmla="*/ 9131878 w 10321503"/>
              <a:gd name="connsiteY2471" fmla="*/ 520364 h 5599766"/>
              <a:gd name="connsiteX2472" fmla="*/ 9128344 w 10321503"/>
              <a:gd name="connsiteY2472" fmla="*/ 526506 h 5599766"/>
              <a:gd name="connsiteX2473" fmla="*/ 9127730 w 10321503"/>
              <a:gd name="connsiteY2473" fmla="*/ 526864 h 5599766"/>
              <a:gd name="connsiteX2474" fmla="*/ 9326099 w 10321503"/>
              <a:gd name="connsiteY2474" fmla="*/ 526864 h 5599766"/>
              <a:gd name="connsiteX2475" fmla="*/ 9319036 w 10321503"/>
              <a:gd name="connsiteY2475" fmla="*/ 526864 h 5599766"/>
              <a:gd name="connsiteX2476" fmla="*/ 9318421 w 10321503"/>
              <a:gd name="connsiteY2476" fmla="*/ 526506 h 5599766"/>
              <a:gd name="connsiteX2477" fmla="*/ 9314890 w 10321503"/>
              <a:gd name="connsiteY2477" fmla="*/ 520364 h 5599766"/>
              <a:gd name="connsiteX2478" fmla="*/ 9314890 w 10321503"/>
              <a:gd name="connsiteY2478" fmla="*/ 519699 h 5599766"/>
              <a:gd name="connsiteX2479" fmla="*/ 9318421 w 10321503"/>
              <a:gd name="connsiteY2479" fmla="*/ 513557 h 5599766"/>
              <a:gd name="connsiteX2480" fmla="*/ 9319036 w 10321503"/>
              <a:gd name="connsiteY2480" fmla="*/ 513199 h 5599766"/>
              <a:gd name="connsiteX2481" fmla="*/ 9326099 w 10321503"/>
              <a:gd name="connsiteY2481" fmla="*/ 513199 h 5599766"/>
              <a:gd name="connsiteX2482" fmla="*/ 9326714 w 10321503"/>
              <a:gd name="connsiteY2482" fmla="*/ 513557 h 5599766"/>
              <a:gd name="connsiteX2483" fmla="*/ 9330244 w 10321503"/>
              <a:gd name="connsiteY2483" fmla="*/ 519699 h 5599766"/>
              <a:gd name="connsiteX2484" fmla="*/ 9330244 w 10321503"/>
              <a:gd name="connsiteY2484" fmla="*/ 520364 h 5599766"/>
              <a:gd name="connsiteX2485" fmla="*/ 9326714 w 10321503"/>
              <a:gd name="connsiteY2485" fmla="*/ 526506 h 5599766"/>
              <a:gd name="connsiteX2486" fmla="*/ 9326099 w 10321503"/>
              <a:gd name="connsiteY2486" fmla="*/ 526864 h 5599766"/>
              <a:gd name="connsiteX2487" fmla="*/ 9524290 w 10321503"/>
              <a:gd name="connsiteY2487" fmla="*/ 526864 h 5599766"/>
              <a:gd name="connsiteX2488" fmla="*/ 9517227 w 10321503"/>
              <a:gd name="connsiteY2488" fmla="*/ 526864 h 5599766"/>
              <a:gd name="connsiteX2489" fmla="*/ 9516614 w 10321503"/>
              <a:gd name="connsiteY2489" fmla="*/ 526506 h 5599766"/>
              <a:gd name="connsiteX2490" fmla="*/ 9513081 w 10321503"/>
              <a:gd name="connsiteY2490" fmla="*/ 520364 h 5599766"/>
              <a:gd name="connsiteX2491" fmla="*/ 9513081 w 10321503"/>
              <a:gd name="connsiteY2491" fmla="*/ 519699 h 5599766"/>
              <a:gd name="connsiteX2492" fmla="*/ 9516614 w 10321503"/>
              <a:gd name="connsiteY2492" fmla="*/ 513557 h 5599766"/>
              <a:gd name="connsiteX2493" fmla="*/ 9517227 w 10321503"/>
              <a:gd name="connsiteY2493" fmla="*/ 513199 h 5599766"/>
              <a:gd name="connsiteX2494" fmla="*/ 9524290 w 10321503"/>
              <a:gd name="connsiteY2494" fmla="*/ 513199 h 5599766"/>
              <a:gd name="connsiteX2495" fmla="*/ 9524905 w 10321503"/>
              <a:gd name="connsiteY2495" fmla="*/ 513557 h 5599766"/>
              <a:gd name="connsiteX2496" fmla="*/ 9528436 w 10321503"/>
              <a:gd name="connsiteY2496" fmla="*/ 519699 h 5599766"/>
              <a:gd name="connsiteX2497" fmla="*/ 9528436 w 10321503"/>
              <a:gd name="connsiteY2497" fmla="*/ 520364 h 5599766"/>
              <a:gd name="connsiteX2498" fmla="*/ 9524905 w 10321503"/>
              <a:gd name="connsiteY2498" fmla="*/ 526506 h 5599766"/>
              <a:gd name="connsiteX2499" fmla="*/ 9524290 w 10321503"/>
              <a:gd name="connsiteY2499" fmla="*/ 526864 h 5599766"/>
              <a:gd name="connsiteX2500" fmla="*/ 9722470 w 10321503"/>
              <a:gd name="connsiteY2500" fmla="*/ 526864 h 5599766"/>
              <a:gd name="connsiteX2501" fmla="*/ 9715409 w 10321503"/>
              <a:gd name="connsiteY2501" fmla="*/ 526864 h 5599766"/>
              <a:gd name="connsiteX2502" fmla="*/ 9714794 w 10321503"/>
              <a:gd name="connsiteY2502" fmla="*/ 526506 h 5599766"/>
              <a:gd name="connsiteX2503" fmla="*/ 9711263 w 10321503"/>
              <a:gd name="connsiteY2503" fmla="*/ 520364 h 5599766"/>
              <a:gd name="connsiteX2504" fmla="*/ 9711263 w 10321503"/>
              <a:gd name="connsiteY2504" fmla="*/ 519699 h 5599766"/>
              <a:gd name="connsiteX2505" fmla="*/ 9714794 w 10321503"/>
              <a:gd name="connsiteY2505" fmla="*/ 513557 h 5599766"/>
              <a:gd name="connsiteX2506" fmla="*/ 9715409 w 10321503"/>
              <a:gd name="connsiteY2506" fmla="*/ 513199 h 5599766"/>
              <a:gd name="connsiteX2507" fmla="*/ 9722470 w 10321503"/>
              <a:gd name="connsiteY2507" fmla="*/ 513199 h 5599766"/>
              <a:gd name="connsiteX2508" fmla="*/ 9723084 w 10321503"/>
              <a:gd name="connsiteY2508" fmla="*/ 513557 h 5599766"/>
              <a:gd name="connsiteX2509" fmla="*/ 9726617 w 10321503"/>
              <a:gd name="connsiteY2509" fmla="*/ 519699 h 5599766"/>
              <a:gd name="connsiteX2510" fmla="*/ 9726617 w 10321503"/>
              <a:gd name="connsiteY2510" fmla="*/ 520364 h 5599766"/>
              <a:gd name="connsiteX2511" fmla="*/ 9723084 w 10321503"/>
              <a:gd name="connsiteY2511" fmla="*/ 526506 h 5599766"/>
              <a:gd name="connsiteX2512" fmla="*/ 9722470 w 10321503"/>
              <a:gd name="connsiteY2512" fmla="*/ 526864 h 5599766"/>
              <a:gd name="connsiteX2513" fmla="*/ 9920715 w 10321503"/>
              <a:gd name="connsiteY2513" fmla="*/ 526864 h 5599766"/>
              <a:gd name="connsiteX2514" fmla="*/ 9913652 w 10321503"/>
              <a:gd name="connsiteY2514" fmla="*/ 526864 h 5599766"/>
              <a:gd name="connsiteX2515" fmla="*/ 9913038 w 10321503"/>
              <a:gd name="connsiteY2515" fmla="*/ 526506 h 5599766"/>
              <a:gd name="connsiteX2516" fmla="*/ 9909506 w 10321503"/>
              <a:gd name="connsiteY2516" fmla="*/ 520364 h 5599766"/>
              <a:gd name="connsiteX2517" fmla="*/ 9909506 w 10321503"/>
              <a:gd name="connsiteY2517" fmla="*/ 519699 h 5599766"/>
              <a:gd name="connsiteX2518" fmla="*/ 9913038 w 10321503"/>
              <a:gd name="connsiteY2518" fmla="*/ 513557 h 5599766"/>
              <a:gd name="connsiteX2519" fmla="*/ 9913652 w 10321503"/>
              <a:gd name="connsiteY2519" fmla="*/ 513199 h 5599766"/>
              <a:gd name="connsiteX2520" fmla="*/ 9920715 w 10321503"/>
              <a:gd name="connsiteY2520" fmla="*/ 513199 h 5599766"/>
              <a:gd name="connsiteX2521" fmla="*/ 9921329 w 10321503"/>
              <a:gd name="connsiteY2521" fmla="*/ 513557 h 5599766"/>
              <a:gd name="connsiteX2522" fmla="*/ 9924861 w 10321503"/>
              <a:gd name="connsiteY2522" fmla="*/ 519699 h 5599766"/>
              <a:gd name="connsiteX2523" fmla="*/ 9924861 w 10321503"/>
              <a:gd name="connsiteY2523" fmla="*/ 520364 h 5599766"/>
              <a:gd name="connsiteX2524" fmla="*/ 9921329 w 10321503"/>
              <a:gd name="connsiteY2524" fmla="*/ 526506 h 5599766"/>
              <a:gd name="connsiteX2525" fmla="*/ 9920715 w 10321503"/>
              <a:gd name="connsiteY2525" fmla="*/ 526864 h 5599766"/>
              <a:gd name="connsiteX2526" fmla="*/ 10119034 w 10321503"/>
              <a:gd name="connsiteY2526" fmla="*/ 526864 h 5599766"/>
              <a:gd name="connsiteX2527" fmla="*/ 10111971 w 10321503"/>
              <a:gd name="connsiteY2527" fmla="*/ 526864 h 5599766"/>
              <a:gd name="connsiteX2528" fmla="*/ 10111357 w 10321503"/>
              <a:gd name="connsiteY2528" fmla="*/ 526506 h 5599766"/>
              <a:gd name="connsiteX2529" fmla="*/ 10107826 w 10321503"/>
              <a:gd name="connsiteY2529" fmla="*/ 520364 h 5599766"/>
              <a:gd name="connsiteX2530" fmla="*/ 10107826 w 10321503"/>
              <a:gd name="connsiteY2530" fmla="*/ 519699 h 5599766"/>
              <a:gd name="connsiteX2531" fmla="*/ 10111357 w 10321503"/>
              <a:gd name="connsiteY2531" fmla="*/ 513557 h 5599766"/>
              <a:gd name="connsiteX2532" fmla="*/ 10111971 w 10321503"/>
              <a:gd name="connsiteY2532" fmla="*/ 513199 h 5599766"/>
              <a:gd name="connsiteX2533" fmla="*/ 10119034 w 10321503"/>
              <a:gd name="connsiteY2533" fmla="*/ 513199 h 5599766"/>
              <a:gd name="connsiteX2534" fmla="*/ 10119649 w 10321503"/>
              <a:gd name="connsiteY2534" fmla="*/ 513557 h 5599766"/>
              <a:gd name="connsiteX2535" fmla="*/ 10123180 w 10321503"/>
              <a:gd name="connsiteY2535" fmla="*/ 519699 h 5599766"/>
              <a:gd name="connsiteX2536" fmla="*/ 10123180 w 10321503"/>
              <a:gd name="connsiteY2536" fmla="*/ 520364 h 5599766"/>
              <a:gd name="connsiteX2537" fmla="*/ 10119649 w 10321503"/>
              <a:gd name="connsiteY2537" fmla="*/ 526506 h 5599766"/>
              <a:gd name="connsiteX2538" fmla="*/ 10119034 w 10321503"/>
              <a:gd name="connsiteY2538" fmla="*/ 526864 h 5599766"/>
              <a:gd name="connsiteX2539" fmla="*/ 10317154 w 10321503"/>
              <a:gd name="connsiteY2539" fmla="*/ 526864 h 5599766"/>
              <a:gd name="connsiteX2540" fmla="*/ 10310093 w 10321503"/>
              <a:gd name="connsiteY2540" fmla="*/ 526864 h 5599766"/>
              <a:gd name="connsiteX2541" fmla="*/ 10309479 w 10321503"/>
              <a:gd name="connsiteY2541" fmla="*/ 526506 h 5599766"/>
              <a:gd name="connsiteX2542" fmla="*/ 10305947 w 10321503"/>
              <a:gd name="connsiteY2542" fmla="*/ 520364 h 5599766"/>
              <a:gd name="connsiteX2543" fmla="*/ 10305947 w 10321503"/>
              <a:gd name="connsiteY2543" fmla="*/ 519699 h 5599766"/>
              <a:gd name="connsiteX2544" fmla="*/ 10309479 w 10321503"/>
              <a:gd name="connsiteY2544" fmla="*/ 513557 h 5599766"/>
              <a:gd name="connsiteX2545" fmla="*/ 10310093 w 10321503"/>
              <a:gd name="connsiteY2545" fmla="*/ 513199 h 5599766"/>
              <a:gd name="connsiteX2546" fmla="*/ 10317154 w 10321503"/>
              <a:gd name="connsiteY2546" fmla="*/ 513199 h 5599766"/>
              <a:gd name="connsiteX2547" fmla="*/ 10317770 w 10321503"/>
              <a:gd name="connsiteY2547" fmla="*/ 513557 h 5599766"/>
              <a:gd name="connsiteX2548" fmla="*/ 10321301 w 10321503"/>
              <a:gd name="connsiteY2548" fmla="*/ 519699 h 5599766"/>
              <a:gd name="connsiteX2549" fmla="*/ 10321301 w 10321503"/>
              <a:gd name="connsiteY2549" fmla="*/ 520364 h 5599766"/>
              <a:gd name="connsiteX2550" fmla="*/ 10317770 w 10321503"/>
              <a:gd name="connsiteY2550" fmla="*/ 526506 h 5599766"/>
              <a:gd name="connsiteX2551" fmla="*/ 10317154 w 10321503"/>
              <a:gd name="connsiteY2551" fmla="*/ 526864 h 5599766"/>
              <a:gd name="connsiteX2552" fmla="*/ 804204 w 10321503"/>
              <a:gd name="connsiteY2552" fmla="*/ 690183 h 5599766"/>
              <a:gd name="connsiteX2553" fmla="*/ 797140 w 10321503"/>
              <a:gd name="connsiteY2553" fmla="*/ 690183 h 5599766"/>
              <a:gd name="connsiteX2554" fmla="*/ 796526 w 10321503"/>
              <a:gd name="connsiteY2554" fmla="*/ 689825 h 5599766"/>
              <a:gd name="connsiteX2555" fmla="*/ 792995 w 10321503"/>
              <a:gd name="connsiteY2555" fmla="*/ 683683 h 5599766"/>
              <a:gd name="connsiteX2556" fmla="*/ 792995 w 10321503"/>
              <a:gd name="connsiteY2556" fmla="*/ 683017 h 5599766"/>
              <a:gd name="connsiteX2557" fmla="*/ 796526 w 10321503"/>
              <a:gd name="connsiteY2557" fmla="*/ 676875 h 5599766"/>
              <a:gd name="connsiteX2558" fmla="*/ 797140 w 10321503"/>
              <a:gd name="connsiteY2558" fmla="*/ 676518 h 5599766"/>
              <a:gd name="connsiteX2559" fmla="*/ 804204 w 10321503"/>
              <a:gd name="connsiteY2559" fmla="*/ 676518 h 5599766"/>
              <a:gd name="connsiteX2560" fmla="*/ 804818 w 10321503"/>
              <a:gd name="connsiteY2560" fmla="*/ 676875 h 5599766"/>
              <a:gd name="connsiteX2561" fmla="*/ 808350 w 10321503"/>
              <a:gd name="connsiteY2561" fmla="*/ 683017 h 5599766"/>
              <a:gd name="connsiteX2562" fmla="*/ 808350 w 10321503"/>
              <a:gd name="connsiteY2562" fmla="*/ 683683 h 5599766"/>
              <a:gd name="connsiteX2563" fmla="*/ 804818 w 10321503"/>
              <a:gd name="connsiteY2563" fmla="*/ 689825 h 5599766"/>
              <a:gd name="connsiteX2564" fmla="*/ 804204 w 10321503"/>
              <a:gd name="connsiteY2564" fmla="*/ 690183 h 5599766"/>
              <a:gd name="connsiteX2565" fmla="*/ 605979 w 10321503"/>
              <a:gd name="connsiteY2565" fmla="*/ 690184 h 5599766"/>
              <a:gd name="connsiteX2566" fmla="*/ 598916 w 10321503"/>
              <a:gd name="connsiteY2566" fmla="*/ 690184 h 5599766"/>
              <a:gd name="connsiteX2567" fmla="*/ 598302 w 10321503"/>
              <a:gd name="connsiteY2567" fmla="*/ 689825 h 5599766"/>
              <a:gd name="connsiteX2568" fmla="*/ 594770 w 10321503"/>
              <a:gd name="connsiteY2568" fmla="*/ 683684 h 5599766"/>
              <a:gd name="connsiteX2569" fmla="*/ 594770 w 10321503"/>
              <a:gd name="connsiteY2569" fmla="*/ 683018 h 5599766"/>
              <a:gd name="connsiteX2570" fmla="*/ 598302 w 10321503"/>
              <a:gd name="connsiteY2570" fmla="*/ 676878 h 5599766"/>
              <a:gd name="connsiteX2571" fmla="*/ 598916 w 10321503"/>
              <a:gd name="connsiteY2571" fmla="*/ 676519 h 5599766"/>
              <a:gd name="connsiteX2572" fmla="*/ 605979 w 10321503"/>
              <a:gd name="connsiteY2572" fmla="*/ 676519 h 5599766"/>
              <a:gd name="connsiteX2573" fmla="*/ 606593 w 10321503"/>
              <a:gd name="connsiteY2573" fmla="*/ 676878 h 5599766"/>
              <a:gd name="connsiteX2574" fmla="*/ 610125 w 10321503"/>
              <a:gd name="connsiteY2574" fmla="*/ 683018 h 5599766"/>
              <a:gd name="connsiteX2575" fmla="*/ 610125 w 10321503"/>
              <a:gd name="connsiteY2575" fmla="*/ 683684 h 5599766"/>
              <a:gd name="connsiteX2576" fmla="*/ 606593 w 10321503"/>
              <a:gd name="connsiteY2576" fmla="*/ 689825 h 5599766"/>
              <a:gd name="connsiteX2577" fmla="*/ 605979 w 10321503"/>
              <a:gd name="connsiteY2577" fmla="*/ 690184 h 5599766"/>
              <a:gd name="connsiteX2578" fmla="*/ 11254 w 10321503"/>
              <a:gd name="connsiteY2578" fmla="*/ 690200 h 5599766"/>
              <a:gd name="connsiteX2579" fmla="*/ 4192 w 10321503"/>
              <a:gd name="connsiteY2579" fmla="*/ 690200 h 5599766"/>
              <a:gd name="connsiteX2580" fmla="*/ 3578 w 10321503"/>
              <a:gd name="connsiteY2580" fmla="*/ 689840 h 5599766"/>
              <a:gd name="connsiteX2581" fmla="*/ 46 w 10321503"/>
              <a:gd name="connsiteY2581" fmla="*/ 683697 h 5599766"/>
              <a:gd name="connsiteX2582" fmla="*/ 46 w 10321503"/>
              <a:gd name="connsiteY2582" fmla="*/ 683034 h 5599766"/>
              <a:gd name="connsiteX2583" fmla="*/ 3578 w 10321503"/>
              <a:gd name="connsiteY2583" fmla="*/ 676892 h 5599766"/>
              <a:gd name="connsiteX2584" fmla="*/ 4192 w 10321503"/>
              <a:gd name="connsiteY2584" fmla="*/ 676533 h 5599766"/>
              <a:gd name="connsiteX2585" fmla="*/ 11254 w 10321503"/>
              <a:gd name="connsiteY2585" fmla="*/ 676533 h 5599766"/>
              <a:gd name="connsiteX2586" fmla="*/ 11868 w 10321503"/>
              <a:gd name="connsiteY2586" fmla="*/ 676892 h 5599766"/>
              <a:gd name="connsiteX2587" fmla="*/ 15400 w 10321503"/>
              <a:gd name="connsiteY2587" fmla="*/ 683034 h 5599766"/>
              <a:gd name="connsiteX2588" fmla="*/ 15400 w 10321503"/>
              <a:gd name="connsiteY2588" fmla="*/ 683697 h 5599766"/>
              <a:gd name="connsiteX2589" fmla="*/ 11868 w 10321503"/>
              <a:gd name="connsiteY2589" fmla="*/ 689840 h 5599766"/>
              <a:gd name="connsiteX2590" fmla="*/ 11254 w 10321503"/>
              <a:gd name="connsiteY2590" fmla="*/ 690200 h 5599766"/>
              <a:gd name="connsiteX2591" fmla="*/ 1398928 w 10321503"/>
              <a:gd name="connsiteY2591" fmla="*/ 690210 h 5599766"/>
              <a:gd name="connsiteX2592" fmla="*/ 1391866 w 10321503"/>
              <a:gd name="connsiteY2592" fmla="*/ 690210 h 5599766"/>
              <a:gd name="connsiteX2593" fmla="*/ 1391252 w 10321503"/>
              <a:gd name="connsiteY2593" fmla="*/ 689851 h 5599766"/>
              <a:gd name="connsiteX2594" fmla="*/ 1387720 w 10321503"/>
              <a:gd name="connsiteY2594" fmla="*/ 683710 h 5599766"/>
              <a:gd name="connsiteX2595" fmla="*/ 1387720 w 10321503"/>
              <a:gd name="connsiteY2595" fmla="*/ 683044 h 5599766"/>
              <a:gd name="connsiteX2596" fmla="*/ 1391252 w 10321503"/>
              <a:gd name="connsiteY2596" fmla="*/ 676903 h 5599766"/>
              <a:gd name="connsiteX2597" fmla="*/ 1391866 w 10321503"/>
              <a:gd name="connsiteY2597" fmla="*/ 676545 h 5599766"/>
              <a:gd name="connsiteX2598" fmla="*/ 1398928 w 10321503"/>
              <a:gd name="connsiteY2598" fmla="*/ 676545 h 5599766"/>
              <a:gd name="connsiteX2599" fmla="*/ 1399544 w 10321503"/>
              <a:gd name="connsiteY2599" fmla="*/ 676903 h 5599766"/>
              <a:gd name="connsiteX2600" fmla="*/ 1403074 w 10321503"/>
              <a:gd name="connsiteY2600" fmla="*/ 683044 h 5599766"/>
              <a:gd name="connsiteX2601" fmla="*/ 1403074 w 10321503"/>
              <a:gd name="connsiteY2601" fmla="*/ 683710 h 5599766"/>
              <a:gd name="connsiteX2602" fmla="*/ 1399544 w 10321503"/>
              <a:gd name="connsiteY2602" fmla="*/ 689851 h 5599766"/>
              <a:gd name="connsiteX2603" fmla="*/ 1398928 w 10321503"/>
              <a:gd name="connsiteY2603" fmla="*/ 690210 h 5599766"/>
              <a:gd name="connsiteX2604" fmla="*/ 1795378 w 10321503"/>
              <a:gd name="connsiteY2604" fmla="*/ 690210 h 5599766"/>
              <a:gd name="connsiteX2605" fmla="*/ 1788315 w 10321503"/>
              <a:gd name="connsiteY2605" fmla="*/ 690210 h 5599766"/>
              <a:gd name="connsiteX2606" fmla="*/ 1787701 w 10321503"/>
              <a:gd name="connsiteY2606" fmla="*/ 689851 h 5599766"/>
              <a:gd name="connsiteX2607" fmla="*/ 1784170 w 10321503"/>
              <a:gd name="connsiteY2607" fmla="*/ 683709 h 5599766"/>
              <a:gd name="connsiteX2608" fmla="*/ 1784170 w 10321503"/>
              <a:gd name="connsiteY2608" fmla="*/ 683043 h 5599766"/>
              <a:gd name="connsiteX2609" fmla="*/ 1787701 w 10321503"/>
              <a:gd name="connsiteY2609" fmla="*/ 676903 h 5599766"/>
              <a:gd name="connsiteX2610" fmla="*/ 1788315 w 10321503"/>
              <a:gd name="connsiteY2610" fmla="*/ 676545 h 5599766"/>
              <a:gd name="connsiteX2611" fmla="*/ 1795378 w 10321503"/>
              <a:gd name="connsiteY2611" fmla="*/ 676545 h 5599766"/>
              <a:gd name="connsiteX2612" fmla="*/ 1795992 w 10321503"/>
              <a:gd name="connsiteY2612" fmla="*/ 676903 h 5599766"/>
              <a:gd name="connsiteX2613" fmla="*/ 1799524 w 10321503"/>
              <a:gd name="connsiteY2613" fmla="*/ 683043 h 5599766"/>
              <a:gd name="connsiteX2614" fmla="*/ 1799524 w 10321503"/>
              <a:gd name="connsiteY2614" fmla="*/ 683709 h 5599766"/>
              <a:gd name="connsiteX2615" fmla="*/ 1795992 w 10321503"/>
              <a:gd name="connsiteY2615" fmla="*/ 689851 h 5599766"/>
              <a:gd name="connsiteX2616" fmla="*/ 1795378 w 10321503"/>
              <a:gd name="connsiteY2616" fmla="*/ 690210 h 5599766"/>
              <a:gd name="connsiteX2617" fmla="*/ 1993654 w 10321503"/>
              <a:gd name="connsiteY2617" fmla="*/ 690227 h 5599766"/>
              <a:gd name="connsiteX2618" fmla="*/ 1986590 w 10321503"/>
              <a:gd name="connsiteY2618" fmla="*/ 690227 h 5599766"/>
              <a:gd name="connsiteX2619" fmla="*/ 1985976 w 10321503"/>
              <a:gd name="connsiteY2619" fmla="*/ 689869 h 5599766"/>
              <a:gd name="connsiteX2620" fmla="*/ 1982445 w 10321503"/>
              <a:gd name="connsiteY2620" fmla="*/ 683727 h 5599766"/>
              <a:gd name="connsiteX2621" fmla="*/ 1982445 w 10321503"/>
              <a:gd name="connsiteY2621" fmla="*/ 683061 h 5599766"/>
              <a:gd name="connsiteX2622" fmla="*/ 1985976 w 10321503"/>
              <a:gd name="connsiteY2622" fmla="*/ 676921 h 5599766"/>
              <a:gd name="connsiteX2623" fmla="*/ 1986590 w 10321503"/>
              <a:gd name="connsiteY2623" fmla="*/ 676561 h 5599766"/>
              <a:gd name="connsiteX2624" fmla="*/ 1993654 w 10321503"/>
              <a:gd name="connsiteY2624" fmla="*/ 676561 h 5599766"/>
              <a:gd name="connsiteX2625" fmla="*/ 1994268 w 10321503"/>
              <a:gd name="connsiteY2625" fmla="*/ 676921 h 5599766"/>
              <a:gd name="connsiteX2626" fmla="*/ 1997800 w 10321503"/>
              <a:gd name="connsiteY2626" fmla="*/ 683061 h 5599766"/>
              <a:gd name="connsiteX2627" fmla="*/ 1997800 w 10321503"/>
              <a:gd name="connsiteY2627" fmla="*/ 683727 h 5599766"/>
              <a:gd name="connsiteX2628" fmla="*/ 1994268 w 10321503"/>
              <a:gd name="connsiteY2628" fmla="*/ 689869 h 5599766"/>
              <a:gd name="connsiteX2629" fmla="*/ 1993654 w 10321503"/>
              <a:gd name="connsiteY2629" fmla="*/ 690227 h 5599766"/>
              <a:gd name="connsiteX2630" fmla="*/ 209480 w 10321503"/>
              <a:gd name="connsiteY2630" fmla="*/ 690233 h 5599766"/>
              <a:gd name="connsiteX2631" fmla="*/ 202416 w 10321503"/>
              <a:gd name="connsiteY2631" fmla="*/ 690233 h 5599766"/>
              <a:gd name="connsiteX2632" fmla="*/ 201803 w 10321503"/>
              <a:gd name="connsiteY2632" fmla="*/ 689876 h 5599766"/>
              <a:gd name="connsiteX2633" fmla="*/ 198270 w 10321503"/>
              <a:gd name="connsiteY2633" fmla="*/ 683733 h 5599766"/>
              <a:gd name="connsiteX2634" fmla="*/ 198270 w 10321503"/>
              <a:gd name="connsiteY2634" fmla="*/ 683067 h 5599766"/>
              <a:gd name="connsiteX2635" fmla="*/ 201803 w 10321503"/>
              <a:gd name="connsiteY2635" fmla="*/ 676927 h 5599766"/>
              <a:gd name="connsiteX2636" fmla="*/ 202416 w 10321503"/>
              <a:gd name="connsiteY2636" fmla="*/ 676568 h 5599766"/>
              <a:gd name="connsiteX2637" fmla="*/ 209480 w 10321503"/>
              <a:gd name="connsiteY2637" fmla="*/ 676568 h 5599766"/>
              <a:gd name="connsiteX2638" fmla="*/ 210094 w 10321503"/>
              <a:gd name="connsiteY2638" fmla="*/ 676927 h 5599766"/>
              <a:gd name="connsiteX2639" fmla="*/ 213625 w 10321503"/>
              <a:gd name="connsiteY2639" fmla="*/ 683067 h 5599766"/>
              <a:gd name="connsiteX2640" fmla="*/ 213625 w 10321503"/>
              <a:gd name="connsiteY2640" fmla="*/ 683733 h 5599766"/>
              <a:gd name="connsiteX2641" fmla="*/ 210094 w 10321503"/>
              <a:gd name="connsiteY2641" fmla="*/ 689876 h 5599766"/>
              <a:gd name="connsiteX2642" fmla="*/ 209480 w 10321503"/>
              <a:gd name="connsiteY2642" fmla="*/ 690233 h 5599766"/>
              <a:gd name="connsiteX2643" fmla="*/ 1002428 w 10321503"/>
              <a:gd name="connsiteY2643" fmla="*/ 690245 h 5599766"/>
              <a:gd name="connsiteX2644" fmla="*/ 995366 w 10321503"/>
              <a:gd name="connsiteY2644" fmla="*/ 690245 h 5599766"/>
              <a:gd name="connsiteX2645" fmla="*/ 994752 w 10321503"/>
              <a:gd name="connsiteY2645" fmla="*/ 689886 h 5599766"/>
              <a:gd name="connsiteX2646" fmla="*/ 991220 w 10321503"/>
              <a:gd name="connsiteY2646" fmla="*/ 683744 h 5599766"/>
              <a:gd name="connsiteX2647" fmla="*/ 991220 w 10321503"/>
              <a:gd name="connsiteY2647" fmla="*/ 683080 h 5599766"/>
              <a:gd name="connsiteX2648" fmla="*/ 994752 w 10321503"/>
              <a:gd name="connsiteY2648" fmla="*/ 676938 h 5599766"/>
              <a:gd name="connsiteX2649" fmla="*/ 995366 w 10321503"/>
              <a:gd name="connsiteY2649" fmla="*/ 676578 h 5599766"/>
              <a:gd name="connsiteX2650" fmla="*/ 1002428 w 10321503"/>
              <a:gd name="connsiteY2650" fmla="*/ 676578 h 5599766"/>
              <a:gd name="connsiteX2651" fmla="*/ 1003042 w 10321503"/>
              <a:gd name="connsiteY2651" fmla="*/ 676938 h 5599766"/>
              <a:gd name="connsiteX2652" fmla="*/ 1006574 w 10321503"/>
              <a:gd name="connsiteY2652" fmla="*/ 683080 h 5599766"/>
              <a:gd name="connsiteX2653" fmla="*/ 1006574 w 10321503"/>
              <a:gd name="connsiteY2653" fmla="*/ 683744 h 5599766"/>
              <a:gd name="connsiteX2654" fmla="*/ 1003042 w 10321503"/>
              <a:gd name="connsiteY2654" fmla="*/ 689886 h 5599766"/>
              <a:gd name="connsiteX2655" fmla="*/ 1002428 w 10321503"/>
              <a:gd name="connsiteY2655" fmla="*/ 690245 h 5599766"/>
              <a:gd name="connsiteX2656" fmla="*/ 407754 w 10321503"/>
              <a:gd name="connsiteY2656" fmla="*/ 690252 h 5599766"/>
              <a:gd name="connsiteX2657" fmla="*/ 400692 w 10321503"/>
              <a:gd name="connsiteY2657" fmla="*/ 690252 h 5599766"/>
              <a:gd name="connsiteX2658" fmla="*/ 400078 w 10321503"/>
              <a:gd name="connsiteY2658" fmla="*/ 689894 h 5599766"/>
              <a:gd name="connsiteX2659" fmla="*/ 396546 w 10321503"/>
              <a:gd name="connsiteY2659" fmla="*/ 683753 h 5599766"/>
              <a:gd name="connsiteX2660" fmla="*/ 396546 w 10321503"/>
              <a:gd name="connsiteY2660" fmla="*/ 683088 h 5599766"/>
              <a:gd name="connsiteX2661" fmla="*/ 400078 w 10321503"/>
              <a:gd name="connsiteY2661" fmla="*/ 676947 h 5599766"/>
              <a:gd name="connsiteX2662" fmla="*/ 400692 w 10321503"/>
              <a:gd name="connsiteY2662" fmla="*/ 676589 h 5599766"/>
              <a:gd name="connsiteX2663" fmla="*/ 407754 w 10321503"/>
              <a:gd name="connsiteY2663" fmla="*/ 676589 h 5599766"/>
              <a:gd name="connsiteX2664" fmla="*/ 408369 w 10321503"/>
              <a:gd name="connsiteY2664" fmla="*/ 676947 h 5599766"/>
              <a:gd name="connsiteX2665" fmla="*/ 411900 w 10321503"/>
              <a:gd name="connsiteY2665" fmla="*/ 683088 h 5599766"/>
              <a:gd name="connsiteX2666" fmla="*/ 411900 w 10321503"/>
              <a:gd name="connsiteY2666" fmla="*/ 683753 h 5599766"/>
              <a:gd name="connsiteX2667" fmla="*/ 408369 w 10321503"/>
              <a:gd name="connsiteY2667" fmla="*/ 689894 h 5599766"/>
              <a:gd name="connsiteX2668" fmla="*/ 407754 w 10321503"/>
              <a:gd name="connsiteY2668" fmla="*/ 690252 h 5599766"/>
              <a:gd name="connsiteX2669" fmla="*/ 1200704 w 10321503"/>
              <a:gd name="connsiteY2669" fmla="*/ 690260 h 5599766"/>
              <a:gd name="connsiteX2670" fmla="*/ 1193642 w 10321503"/>
              <a:gd name="connsiteY2670" fmla="*/ 690260 h 5599766"/>
              <a:gd name="connsiteX2671" fmla="*/ 1193028 w 10321503"/>
              <a:gd name="connsiteY2671" fmla="*/ 689903 h 5599766"/>
              <a:gd name="connsiteX2672" fmla="*/ 1189495 w 10321503"/>
              <a:gd name="connsiteY2672" fmla="*/ 683759 h 5599766"/>
              <a:gd name="connsiteX2673" fmla="*/ 1189495 w 10321503"/>
              <a:gd name="connsiteY2673" fmla="*/ 683095 h 5599766"/>
              <a:gd name="connsiteX2674" fmla="*/ 1193028 w 10321503"/>
              <a:gd name="connsiteY2674" fmla="*/ 676954 h 5599766"/>
              <a:gd name="connsiteX2675" fmla="*/ 1193642 w 10321503"/>
              <a:gd name="connsiteY2675" fmla="*/ 676594 h 5599766"/>
              <a:gd name="connsiteX2676" fmla="*/ 1200704 w 10321503"/>
              <a:gd name="connsiteY2676" fmla="*/ 676594 h 5599766"/>
              <a:gd name="connsiteX2677" fmla="*/ 1201318 w 10321503"/>
              <a:gd name="connsiteY2677" fmla="*/ 676954 h 5599766"/>
              <a:gd name="connsiteX2678" fmla="*/ 1204850 w 10321503"/>
              <a:gd name="connsiteY2678" fmla="*/ 683095 h 5599766"/>
              <a:gd name="connsiteX2679" fmla="*/ 1204850 w 10321503"/>
              <a:gd name="connsiteY2679" fmla="*/ 683759 h 5599766"/>
              <a:gd name="connsiteX2680" fmla="*/ 1201318 w 10321503"/>
              <a:gd name="connsiteY2680" fmla="*/ 689903 h 5599766"/>
              <a:gd name="connsiteX2681" fmla="*/ 1200704 w 10321503"/>
              <a:gd name="connsiteY2681" fmla="*/ 690260 h 5599766"/>
              <a:gd name="connsiteX2682" fmla="*/ 1597154 w 10321503"/>
              <a:gd name="connsiteY2682" fmla="*/ 690260 h 5599766"/>
              <a:gd name="connsiteX2683" fmla="*/ 1590090 w 10321503"/>
              <a:gd name="connsiteY2683" fmla="*/ 690260 h 5599766"/>
              <a:gd name="connsiteX2684" fmla="*/ 1589476 w 10321503"/>
              <a:gd name="connsiteY2684" fmla="*/ 689902 h 5599766"/>
              <a:gd name="connsiteX2685" fmla="*/ 1585944 w 10321503"/>
              <a:gd name="connsiteY2685" fmla="*/ 683758 h 5599766"/>
              <a:gd name="connsiteX2686" fmla="*/ 1585944 w 10321503"/>
              <a:gd name="connsiteY2686" fmla="*/ 683095 h 5599766"/>
              <a:gd name="connsiteX2687" fmla="*/ 1589476 w 10321503"/>
              <a:gd name="connsiteY2687" fmla="*/ 676954 h 5599766"/>
              <a:gd name="connsiteX2688" fmla="*/ 1590090 w 10321503"/>
              <a:gd name="connsiteY2688" fmla="*/ 676594 h 5599766"/>
              <a:gd name="connsiteX2689" fmla="*/ 1597154 w 10321503"/>
              <a:gd name="connsiteY2689" fmla="*/ 676594 h 5599766"/>
              <a:gd name="connsiteX2690" fmla="*/ 1597768 w 10321503"/>
              <a:gd name="connsiteY2690" fmla="*/ 676954 h 5599766"/>
              <a:gd name="connsiteX2691" fmla="*/ 1601298 w 10321503"/>
              <a:gd name="connsiteY2691" fmla="*/ 683095 h 5599766"/>
              <a:gd name="connsiteX2692" fmla="*/ 1601298 w 10321503"/>
              <a:gd name="connsiteY2692" fmla="*/ 683758 h 5599766"/>
              <a:gd name="connsiteX2693" fmla="*/ 1597768 w 10321503"/>
              <a:gd name="connsiteY2693" fmla="*/ 689902 h 5599766"/>
              <a:gd name="connsiteX2694" fmla="*/ 1597154 w 10321503"/>
              <a:gd name="connsiteY2694" fmla="*/ 690260 h 5599766"/>
              <a:gd name="connsiteX2695" fmla="*/ 2189611 w 10321503"/>
              <a:gd name="connsiteY2695" fmla="*/ 695966 h 5599766"/>
              <a:gd name="connsiteX2696" fmla="*/ 2182548 w 10321503"/>
              <a:gd name="connsiteY2696" fmla="*/ 695966 h 5599766"/>
              <a:gd name="connsiteX2697" fmla="*/ 2181933 w 10321503"/>
              <a:gd name="connsiteY2697" fmla="*/ 695608 h 5599766"/>
              <a:gd name="connsiteX2698" fmla="*/ 2178401 w 10321503"/>
              <a:gd name="connsiteY2698" fmla="*/ 689467 h 5599766"/>
              <a:gd name="connsiteX2699" fmla="*/ 2178401 w 10321503"/>
              <a:gd name="connsiteY2699" fmla="*/ 688801 h 5599766"/>
              <a:gd name="connsiteX2700" fmla="*/ 2181933 w 10321503"/>
              <a:gd name="connsiteY2700" fmla="*/ 682659 h 5599766"/>
              <a:gd name="connsiteX2701" fmla="*/ 2182548 w 10321503"/>
              <a:gd name="connsiteY2701" fmla="*/ 682301 h 5599766"/>
              <a:gd name="connsiteX2702" fmla="*/ 2189611 w 10321503"/>
              <a:gd name="connsiteY2702" fmla="*/ 682301 h 5599766"/>
              <a:gd name="connsiteX2703" fmla="*/ 2190225 w 10321503"/>
              <a:gd name="connsiteY2703" fmla="*/ 682659 h 5599766"/>
              <a:gd name="connsiteX2704" fmla="*/ 2193757 w 10321503"/>
              <a:gd name="connsiteY2704" fmla="*/ 688801 h 5599766"/>
              <a:gd name="connsiteX2705" fmla="*/ 2193757 w 10321503"/>
              <a:gd name="connsiteY2705" fmla="*/ 689467 h 5599766"/>
              <a:gd name="connsiteX2706" fmla="*/ 2190225 w 10321503"/>
              <a:gd name="connsiteY2706" fmla="*/ 695608 h 5599766"/>
              <a:gd name="connsiteX2707" fmla="*/ 2189611 w 10321503"/>
              <a:gd name="connsiteY2707" fmla="*/ 695966 h 5599766"/>
              <a:gd name="connsiteX2708" fmla="*/ 2387835 w 10321503"/>
              <a:gd name="connsiteY2708" fmla="*/ 695966 h 5599766"/>
              <a:gd name="connsiteX2709" fmla="*/ 2380773 w 10321503"/>
              <a:gd name="connsiteY2709" fmla="*/ 695966 h 5599766"/>
              <a:gd name="connsiteX2710" fmla="*/ 2380159 w 10321503"/>
              <a:gd name="connsiteY2710" fmla="*/ 695608 h 5599766"/>
              <a:gd name="connsiteX2711" fmla="*/ 2376626 w 10321503"/>
              <a:gd name="connsiteY2711" fmla="*/ 689467 h 5599766"/>
              <a:gd name="connsiteX2712" fmla="*/ 2376626 w 10321503"/>
              <a:gd name="connsiteY2712" fmla="*/ 688801 h 5599766"/>
              <a:gd name="connsiteX2713" fmla="*/ 2380159 w 10321503"/>
              <a:gd name="connsiteY2713" fmla="*/ 682659 h 5599766"/>
              <a:gd name="connsiteX2714" fmla="*/ 2380773 w 10321503"/>
              <a:gd name="connsiteY2714" fmla="*/ 682301 h 5599766"/>
              <a:gd name="connsiteX2715" fmla="*/ 2387835 w 10321503"/>
              <a:gd name="connsiteY2715" fmla="*/ 682301 h 5599766"/>
              <a:gd name="connsiteX2716" fmla="*/ 2388449 w 10321503"/>
              <a:gd name="connsiteY2716" fmla="*/ 682659 h 5599766"/>
              <a:gd name="connsiteX2717" fmla="*/ 2391981 w 10321503"/>
              <a:gd name="connsiteY2717" fmla="*/ 688801 h 5599766"/>
              <a:gd name="connsiteX2718" fmla="*/ 2391981 w 10321503"/>
              <a:gd name="connsiteY2718" fmla="*/ 689467 h 5599766"/>
              <a:gd name="connsiteX2719" fmla="*/ 2388449 w 10321503"/>
              <a:gd name="connsiteY2719" fmla="*/ 695608 h 5599766"/>
              <a:gd name="connsiteX2720" fmla="*/ 2387835 w 10321503"/>
              <a:gd name="connsiteY2720" fmla="*/ 695966 h 5599766"/>
              <a:gd name="connsiteX2721" fmla="*/ 2586060 w 10321503"/>
              <a:gd name="connsiteY2721" fmla="*/ 695966 h 5599766"/>
              <a:gd name="connsiteX2722" fmla="*/ 2578998 w 10321503"/>
              <a:gd name="connsiteY2722" fmla="*/ 695966 h 5599766"/>
              <a:gd name="connsiteX2723" fmla="*/ 2578383 w 10321503"/>
              <a:gd name="connsiteY2723" fmla="*/ 695608 h 5599766"/>
              <a:gd name="connsiteX2724" fmla="*/ 2574850 w 10321503"/>
              <a:gd name="connsiteY2724" fmla="*/ 689467 h 5599766"/>
              <a:gd name="connsiteX2725" fmla="*/ 2574850 w 10321503"/>
              <a:gd name="connsiteY2725" fmla="*/ 688801 h 5599766"/>
              <a:gd name="connsiteX2726" fmla="*/ 2578383 w 10321503"/>
              <a:gd name="connsiteY2726" fmla="*/ 682659 h 5599766"/>
              <a:gd name="connsiteX2727" fmla="*/ 2578998 w 10321503"/>
              <a:gd name="connsiteY2727" fmla="*/ 682301 h 5599766"/>
              <a:gd name="connsiteX2728" fmla="*/ 2586060 w 10321503"/>
              <a:gd name="connsiteY2728" fmla="*/ 682301 h 5599766"/>
              <a:gd name="connsiteX2729" fmla="*/ 2586674 w 10321503"/>
              <a:gd name="connsiteY2729" fmla="*/ 682659 h 5599766"/>
              <a:gd name="connsiteX2730" fmla="*/ 2590205 w 10321503"/>
              <a:gd name="connsiteY2730" fmla="*/ 688801 h 5599766"/>
              <a:gd name="connsiteX2731" fmla="*/ 2590205 w 10321503"/>
              <a:gd name="connsiteY2731" fmla="*/ 689467 h 5599766"/>
              <a:gd name="connsiteX2732" fmla="*/ 2586674 w 10321503"/>
              <a:gd name="connsiteY2732" fmla="*/ 695608 h 5599766"/>
              <a:gd name="connsiteX2733" fmla="*/ 2586060 w 10321503"/>
              <a:gd name="connsiteY2733" fmla="*/ 695966 h 5599766"/>
              <a:gd name="connsiteX2734" fmla="*/ 2784284 w 10321503"/>
              <a:gd name="connsiteY2734" fmla="*/ 695966 h 5599766"/>
              <a:gd name="connsiteX2735" fmla="*/ 2777221 w 10321503"/>
              <a:gd name="connsiteY2735" fmla="*/ 695966 h 5599766"/>
              <a:gd name="connsiteX2736" fmla="*/ 2776607 w 10321503"/>
              <a:gd name="connsiteY2736" fmla="*/ 695608 h 5599766"/>
              <a:gd name="connsiteX2737" fmla="*/ 2773075 w 10321503"/>
              <a:gd name="connsiteY2737" fmla="*/ 689467 h 5599766"/>
              <a:gd name="connsiteX2738" fmla="*/ 2773075 w 10321503"/>
              <a:gd name="connsiteY2738" fmla="*/ 688801 h 5599766"/>
              <a:gd name="connsiteX2739" fmla="*/ 2776607 w 10321503"/>
              <a:gd name="connsiteY2739" fmla="*/ 682659 h 5599766"/>
              <a:gd name="connsiteX2740" fmla="*/ 2777221 w 10321503"/>
              <a:gd name="connsiteY2740" fmla="*/ 682301 h 5599766"/>
              <a:gd name="connsiteX2741" fmla="*/ 2784284 w 10321503"/>
              <a:gd name="connsiteY2741" fmla="*/ 682301 h 5599766"/>
              <a:gd name="connsiteX2742" fmla="*/ 2784898 w 10321503"/>
              <a:gd name="connsiteY2742" fmla="*/ 682659 h 5599766"/>
              <a:gd name="connsiteX2743" fmla="*/ 2788430 w 10321503"/>
              <a:gd name="connsiteY2743" fmla="*/ 688801 h 5599766"/>
              <a:gd name="connsiteX2744" fmla="*/ 2788430 w 10321503"/>
              <a:gd name="connsiteY2744" fmla="*/ 689467 h 5599766"/>
              <a:gd name="connsiteX2745" fmla="*/ 2784898 w 10321503"/>
              <a:gd name="connsiteY2745" fmla="*/ 695608 h 5599766"/>
              <a:gd name="connsiteX2746" fmla="*/ 2784284 w 10321503"/>
              <a:gd name="connsiteY2746" fmla="*/ 695966 h 5599766"/>
              <a:gd name="connsiteX2747" fmla="*/ 2982559 w 10321503"/>
              <a:gd name="connsiteY2747" fmla="*/ 695966 h 5599766"/>
              <a:gd name="connsiteX2748" fmla="*/ 2975496 w 10321503"/>
              <a:gd name="connsiteY2748" fmla="*/ 695966 h 5599766"/>
              <a:gd name="connsiteX2749" fmla="*/ 2974882 w 10321503"/>
              <a:gd name="connsiteY2749" fmla="*/ 695608 h 5599766"/>
              <a:gd name="connsiteX2750" fmla="*/ 2971351 w 10321503"/>
              <a:gd name="connsiteY2750" fmla="*/ 689467 h 5599766"/>
              <a:gd name="connsiteX2751" fmla="*/ 2971351 w 10321503"/>
              <a:gd name="connsiteY2751" fmla="*/ 688801 h 5599766"/>
              <a:gd name="connsiteX2752" fmla="*/ 2974882 w 10321503"/>
              <a:gd name="connsiteY2752" fmla="*/ 682659 h 5599766"/>
              <a:gd name="connsiteX2753" fmla="*/ 2975496 w 10321503"/>
              <a:gd name="connsiteY2753" fmla="*/ 682301 h 5599766"/>
              <a:gd name="connsiteX2754" fmla="*/ 2982559 w 10321503"/>
              <a:gd name="connsiteY2754" fmla="*/ 682301 h 5599766"/>
              <a:gd name="connsiteX2755" fmla="*/ 2983173 w 10321503"/>
              <a:gd name="connsiteY2755" fmla="*/ 682659 h 5599766"/>
              <a:gd name="connsiteX2756" fmla="*/ 2986706 w 10321503"/>
              <a:gd name="connsiteY2756" fmla="*/ 688801 h 5599766"/>
              <a:gd name="connsiteX2757" fmla="*/ 2986706 w 10321503"/>
              <a:gd name="connsiteY2757" fmla="*/ 689467 h 5599766"/>
              <a:gd name="connsiteX2758" fmla="*/ 2983173 w 10321503"/>
              <a:gd name="connsiteY2758" fmla="*/ 695608 h 5599766"/>
              <a:gd name="connsiteX2759" fmla="*/ 2982559 w 10321503"/>
              <a:gd name="connsiteY2759" fmla="*/ 695966 h 5599766"/>
              <a:gd name="connsiteX2760" fmla="*/ 3180784 w 10321503"/>
              <a:gd name="connsiteY2760" fmla="*/ 695966 h 5599766"/>
              <a:gd name="connsiteX2761" fmla="*/ 3173721 w 10321503"/>
              <a:gd name="connsiteY2761" fmla="*/ 695966 h 5599766"/>
              <a:gd name="connsiteX2762" fmla="*/ 3173107 w 10321503"/>
              <a:gd name="connsiteY2762" fmla="*/ 695608 h 5599766"/>
              <a:gd name="connsiteX2763" fmla="*/ 3169576 w 10321503"/>
              <a:gd name="connsiteY2763" fmla="*/ 689467 h 5599766"/>
              <a:gd name="connsiteX2764" fmla="*/ 3169576 w 10321503"/>
              <a:gd name="connsiteY2764" fmla="*/ 688801 h 5599766"/>
              <a:gd name="connsiteX2765" fmla="*/ 3173107 w 10321503"/>
              <a:gd name="connsiteY2765" fmla="*/ 682659 h 5599766"/>
              <a:gd name="connsiteX2766" fmla="*/ 3173721 w 10321503"/>
              <a:gd name="connsiteY2766" fmla="*/ 682301 h 5599766"/>
              <a:gd name="connsiteX2767" fmla="*/ 3180784 w 10321503"/>
              <a:gd name="connsiteY2767" fmla="*/ 682301 h 5599766"/>
              <a:gd name="connsiteX2768" fmla="*/ 3181398 w 10321503"/>
              <a:gd name="connsiteY2768" fmla="*/ 682659 h 5599766"/>
              <a:gd name="connsiteX2769" fmla="*/ 3184931 w 10321503"/>
              <a:gd name="connsiteY2769" fmla="*/ 688801 h 5599766"/>
              <a:gd name="connsiteX2770" fmla="*/ 3184931 w 10321503"/>
              <a:gd name="connsiteY2770" fmla="*/ 689467 h 5599766"/>
              <a:gd name="connsiteX2771" fmla="*/ 3181398 w 10321503"/>
              <a:gd name="connsiteY2771" fmla="*/ 695608 h 5599766"/>
              <a:gd name="connsiteX2772" fmla="*/ 3180784 w 10321503"/>
              <a:gd name="connsiteY2772" fmla="*/ 695966 h 5599766"/>
              <a:gd name="connsiteX2773" fmla="*/ 3379008 w 10321503"/>
              <a:gd name="connsiteY2773" fmla="*/ 695966 h 5599766"/>
              <a:gd name="connsiteX2774" fmla="*/ 3371947 w 10321503"/>
              <a:gd name="connsiteY2774" fmla="*/ 695966 h 5599766"/>
              <a:gd name="connsiteX2775" fmla="*/ 3371332 w 10321503"/>
              <a:gd name="connsiteY2775" fmla="*/ 695608 h 5599766"/>
              <a:gd name="connsiteX2776" fmla="*/ 3367800 w 10321503"/>
              <a:gd name="connsiteY2776" fmla="*/ 689467 h 5599766"/>
              <a:gd name="connsiteX2777" fmla="*/ 3367800 w 10321503"/>
              <a:gd name="connsiteY2777" fmla="*/ 688801 h 5599766"/>
              <a:gd name="connsiteX2778" fmla="*/ 3371332 w 10321503"/>
              <a:gd name="connsiteY2778" fmla="*/ 682659 h 5599766"/>
              <a:gd name="connsiteX2779" fmla="*/ 3371947 w 10321503"/>
              <a:gd name="connsiteY2779" fmla="*/ 682301 h 5599766"/>
              <a:gd name="connsiteX2780" fmla="*/ 3379008 w 10321503"/>
              <a:gd name="connsiteY2780" fmla="*/ 682301 h 5599766"/>
              <a:gd name="connsiteX2781" fmla="*/ 3379624 w 10321503"/>
              <a:gd name="connsiteY2781" fmla="*/ 682659 h 5599766"/>
              <a:gd name="connsiteX2782" fmla="*/ 3383155 w 10321503"/>
              <a:gd name="connsiteY2782" fmla="*/ 688801 h 5599766"/>
              <a:gd name="connsiteX2783" fmla="*/ 3383155 w 10321503"/>
              <a:gd name="connsiteY2783" fmla="*/ 689467 h 5599766"/>
              <a:gd name="connsiteX2784" fmla="*/ 3379624 w 10321503"/>
              <a:gd name="connsiteY2784" fmla="*/ 695608 h 5599766"/>
              <a:gd name="connsiteX2785" fmla="*/ 3379008 w 10321503"/>
              <a:gd name="connsiteY2785" fmla="*/ 695966 h 5599766"/>
              <a:gd name="connsiteX2786" fmla="*/ 3577234 w 10321503"/>
              <a:gd name="connsiteY2786" fmla="*/ 695966 h 5599766"/>
              <a:gd name="connsiteX2787" fmla="*/ 3570172 w 10321503"/>
              <a:gd name="connsiteY2787" fmla="*/ 695966 h 5599766"/>
              <a:gd name="connsiteX2788" fmla="*/ 3569557 w 10321503"/>
              <a:gd name="connsiteY2788" fmla="*/ 695608 h 5599766"/>
              <a:gd name="connsiteX2789" fmla="*/ 3566024 w 10321503"/>
              <a:gd name="connsiteY2789" fmla="*/ 689467 h 5599766"/>
              <a:gd name="connsiteX2790" fmla="*/ 3566024 w 10321503"/>
              <a:gd name="connsiteY2790" fmla="*/ 688801 h 5599766"/>
              <a:gd name="connsiteX2791" fmla="*/ 3569557 w 10321503"/>
              <a:gd name="connsiteY2791" fmla="*/ 682659 h 5599766"/>
              <a:gd name="connsiteX2792" fmla="*/ 3570172 w 10321503"/>
              <a:gd name="connsiteY2792" fmla="*/ 682301 h 5599766"/>
              <a:gd name="connsiteX2793" fmla="*/ 3577234 w 10321503"/>
              <a:gd name="connsiteY2793" fmla="*/ 682301 h 5599766"/>
              <a:gd name="connsiteX2794" fmla="*/ 3577848 w 10321503"/>
              <a:gd name="connsiteY2794" fmla="*/ 682659 h 5599766"/>
              <a:gd name="connsiteX2795" fmla="*/ 3581379 w 10321503"/>
              <a:gd name="connsiteY2795" fmla="*/ 688801 h 5599766"/>
              <a:gd name="connsiteX2796" fmla="*/ 3581379 w 10321503"/>
              <a:gd name="connsiteY2796" fmla="*/ 689467 h 5599766"/>
              <a:gd name="connsiteX2797" fmla="*/ 3577848 w 10321503"/>
              <a:gd name="connsiteY2797" fmla="*/ 695608 h 5599766"/>
              <a:gd name="connsiteX2798" fmla="*/ 3577234 w 10321503"/>
              <a:gd name="connsiteY2798" fmla="*/ 695966 h 5599766"/>
              <a:gd name="connsiteX2799" fmla="*/ 3775459 w 10321503"/>
              <a:gd name="connsiteY2799" fmla="*/ 695966 h 5599766"/>
              <a:gd name="connsiteX2800" fmla="*/ 3768396 w 10321503"/>
              <a:gd name="connsiteY2800" fmla="*/ 695966 h 5599766"/>
              <a:gd name="connsiteX2801" fmla="*/ 3767781 w 10321503"/>
              <a:gd name="connsiteY2801" fmla="*/ 695608 h 5599766"/>
              <a:gd name="connsiteX2802" fmla="*/ 3764249 w 10321503"/>
              <a:gd name="connsiteY2802" fmla="*/ 689467 h 5599766"/>
              <a:gd name="connsiteX2803" fmla="*/ 3764249 w 10321503"/>
              <a:gd name="connsiteY2803" fmla="*/ 688801 h 5599766"/>
              <a:gd name="connsiteX2804" fmla="*/ 3767781 w 10321503"/>
              <a:gd name="connsiteY2804" fmla="*/ 682659 h 5599766"/>
              <a:gd name="connsiteX2805" fmla="*/ 3768396 w 10321503"/>
              <a:gd name="connsiteY2805" fmla="*/ 682301 h 5599766"/>
              <a:gd name="connsiteX2806" fmla="*/ 3775459 w 10321503"/>
              <a:gd name="connsiteY2806" fmla="*/ 682301 h 5599766"/>
              <a:gd name="connsiteX2807" fmla="*/ 3776073 w 10321503"/>
              <a:gd name="connsiteY2807" fmla="*/ 682659 h 5599766"/>
              <a:gd name="connsiteX2808" fmla="*/ 3779604 w 10321503"/>
              <a:gd name="connsiteY2808" fmla="*/ 688801 h 5599766"/>
              <a:gd name="connsiteX2809" fmla="*/ 3779604 w 10321503"/>
              <a:gd name="connsiteY2809" fmla="*/ 689467 h 5599766"/>
              <a:gd name="connsiteX2810" fmla="*/ 3776073 w 10321503"/>
              <a:gd name="connsiteY2810" fmla="*/ 695608 h 5599766"/>
              <a:gd name="connsiteX2811" fmla="*/ 3775459 w 10321503"/>
              <a:gd name="connsiteY2811" fmla="*/ 695966 h 5599766"/>
              <a:gd name="connsiteX2812" fmla="*/ 3973734 w 10321503"/>
              <a:gd name="connsiteY2812" fmla="*/ 695966 h 5599766"/>
              <a:gd name="connsiteX2813" fmla="*/ 3966671 w 10321503"/>
              <a:gd name="connsiteY2813" fmla="*/ 695966 h 5599766"/>
              <a:gd name="connsiteX2814" fmla="*/ 3966057 w 10321503"/>
              <a:gd name="connsiteY2814" fmla="*/ 695608 h 5599766"/>
              <a:gd name="connsiteX2815" fmla="*/ 3962525 w 10321503"/>
              <a:gd name="connsiteY2815" fmla="*/ 689467 h 5599766"/>
              <a:gd name="connsiteX2816" fmla="*/ 3962525 w 10321503"/>
              <a:gd name="connsiteY2816" fmla="*/ 688801 h 5599766"/>
              <a:gd name="connsiteX2817" fmla="*/ 3966057 w 10321503"/>
              <a:gd name="connsiteY2817" fmla="*/ 682659 h 5599766"/>
              <a:gd name="connsiteX2818" fmla="*/ 3966671 w 10321503"/>
              <a:gd name="connsiteY2818" fmla="*/ 682301 h 5599766"/>
              <a:gd name="connsiteX2819" fmla="*/ 3973734 w 10321503"/>
              <a:gd name="connsiteY2819" fmla="*/ 682301 h 5599766"/>
              <a:gd name="connsiteX2820" fmla="*/ 3974348 w 10321503"/>
              <a:gd name="connsiteY2820" fmla="*/ 682659 h 5599766"/>
              <a:gd name="connsiteX2821" fmla="*/ 3977880 w 10321503"/>
              <a:gd name="connsiteY2821" fmla="*/ 688801 h 5599766"/>
              <a:gd name="connsiteX2822" fmla="*/ 3977880 w 10321503"/>
              <a:gd name="connsiteY2822" fmla="*/ 689467 h 5599766"/>
              <a:gd name="connsiteX2823" fmla="*/ 3974348 w 10321503"/>
              <a:gd name="connsiteY2823" fmla="*/ 695608 h 5599766"/>
              <a:gd name="connsiteX2824" fmla="*/ 3973734 w 10321503"/>
              <a:gd name="connsiteY2824" fmla="*/ 695966 h 5599766"/>
              <a:gd name="connsiteX2825" fmla="*/ 4171959 w 10321503"/>
              <a:gd name="connsiteY2825" fmla="*/ 695966 h 5599766"/>
              <a:gd name="connsiteX2826" fmla="*/ 4164896 w 10321503"/>
              <a:gd name="connsiteY2826" fmla="*/ 695966 h 5599766"/>
              <a:gd name="connsiteX2827" fmla="*/ 4164282 w 10321503"/>
              <a:gd name="connsiteY2827" fmla="*/ 695608 h 5599766"/>
              <a:gd name="connsiteX2828" fmla="*/ 4160751 w 10321503"/>
              <a:gd name="connsiteY2828" fmla="*/ 689467 h 5599766"/>
              <a:gd name="connsiteX2829" fmla="*/ 4160751 w 10321503"/>
              <a:gd name="connsiteY2829" fmla="*/ 688801 h 5599766"/>
              <a:gd name="connsiteX2830" fmla="*/ 4164282 w 10321503"/>
              <a:gd name="connsiteY2830" fmla="*/ 682659 h 5599766"/>
              <a:gd name="connsiteX2831" fmla="*/ 4164896 w 10321503"/>
              <a:gd name="connsiteY2831" fmla="*/ 682301 h 5599766"/>
              <a:gd name="connsiteX2832" fmla="*/ 4171959 w 10321503"/>
              <a:gd name="connsiteY2832" fmla="*/ 682301 h 5599766"/>
              <a:gd name="connsiteX2833" fmla="*/ 4172573 w 10321503"/>
              <a:gd name="connsiteY2833" fmla="*/ 682659 h 5599766"/>
              <a:gd name="connsiteX2834" fmla="*/ 4176105 w 10321503"/>
              <a:gd name="connsiteY2834" fmla="*/ 688801 h 5599766"/>
              <a:gd name="connsiteX2835" fmla="*/ 4176105 w 10321503"/>
              <a:gd name="connsiteY2835" fmla="*/ 689467 h 5599766"/>
              <a:gd name="connsiteX2836" fmla="*/ 4172573 w 10321503"/>
              <a:gd name="connsiteY2836" fmla="*/ 695608 h 5599766"/>
              <a:gd name="connsiteX2837" fmla="*/ 4171959 w 10321503"/>
              <a:gd name="connsiteY2837" fmla="*/ 695966 h 5599766"/>
              <a:gd name="connsiteX2838" fmla="*/ 4370183 w 10321503"/>
              <a:gd name="connsiteY2838" fmla="*/ 695966 h 5599766"/>
              <a:gd name="connsiteX2839" fmla="*/ 4363121 w 10321503"/>
              <a:gd name="connsiteY2839" fmla="*/ 695966 h 5599766"/>
              <a:gd name="connsiteX2840" fmla="*/ 4362506 w 10321503"/>
              <a:gd name="connsiteY2840" fmla="*/ 695608 h 5599766"/>
              <a:gd name="connsiteX2841" fmla="*/ 4358975 w 10321503"/>
              <a:gd name="connsiteY2841" fmla="*/ 689467 h 5599766"/>
              <a:gd name="connsiteX2842" fmla="*/ 4358975 w 10321503"/>
              <a:gd name="connsiteY2842" fmla="*/ 688801 h 5599766"/>
              <a:gd name="connsiteX2843" fmla="*/ 4362506 w 10321503"/>
              <a:gd name="connsiteY2843" fmla="*/ 682659 h 5599766"/>
              <a:gd name="connsiteX2844" fmla="*/ 4363121 w 10321503"/>
              <a:gd name="connsiteY2844" fmla="*/ 682301 h 5599766"/>
              <a:gd name="connsiteX2845" fmla="*/ 4370183 w 10321503"/>
              <a:gd name="connsiteY2845" fmla="*/ 682301 h 5599766"/>
              <a:gd name="connsiteX2846" fmla="*/ 4370797 w 10321503"/>
              <a:gd name="connsiteY2846" fmla="*/ 682659 h 5599766"/>
              <a:gd name="connsiteX2847" fmla="*/ 4374329 w 10321503"/>
              <a:gd name="connsiteY2847" fmla="*/ 688801 h 5599766"/>
              <a:gd name="connsiteX2848" fmla="*/ 4374329 w 10321503"/>
              <a:gd name="connsiteY2848" fmla="*/ 689467 h 5599766"/>
              <a:gd name="connsiteX2849" fmla="*/ 4370797 w 10321503"/>
              <a:gd name="connsiteY2849" fmla="*/ 695608 h 5599766"/>
              <a:gd name="connsiteX2850" fmla="*/ 4370183 w 10321503"/>
              <a:gd name="connsiteY2850" fmla="*/ 695966 h 5599766"/>
              <a:gd name="connsiteX2851" fmla="*/ 4568408 w 10321503"/>
              <a:gd name="connsiteY2851" fmla="*/ 695966 h 5599766"/>
              <a:gd name="connsiteX2852" fmla="*/ 4561345 w 10321503"/>
              <a:gd name="connsiteY2852" fmla="*/ 695966 h 5599766"/>
              <a:gd name="connsiteX2853" fmla="*/ 4560731 w 10321503"/>
              <a:gd name="connsiteY2853" fmla="*/ 695608 h 5599766"/>
              <a:gd name="connsiteX2854" fmla="*/ 4557199 w 10321503"/>
              <a:gd name="connsiteY2854" fmla="*/ 689467 h 5599766"/>
              <a:gd name="connsiteX2855" fmla="*/ 4557199 w 10321503"/>
              <a:gd name="connsiteY2855" fmla="*/ 688801 h 5599766"/>
              <a:gd name="connsiteX2856" fmla="*/ 4560731 w 10321503"/>
              <a:gd name="connsiteY2856" fmla="*/ 682659 h 5599766"/>
              <a:gd name="connsiteX2857" fmla="*/ 4561345 w 10321503"/>
              <a:gd name="connsiteY2857" fmla="*/ 682301 h 5599766"/>
              <a:gd name="connsiteX2858" fmla="*/ 4568408 w 10321503"/>
              <a:gd name="connsiteY2858" fmla="*/ 682301 h 5599766"/>
              <a:gd name="connsiteX2859" fmla="*/ 4569022 w 10321503"/>
              <a:gd name="connsiteY2859" fmla="*/ 682659 h 5599766"/>
              <a:gd name="connsiteX2860" fmla="*/ 4572554 w 10321503"/>
              <a:gd name="connsiteY2860" fmla="*/ 688801 h 5599766"/>
              <a:gd name="connsiteX2861" fmla="*/ 4572554 w 10321503"/>
              <a:gd name="connsiteY2861" fmla="*/ 689467 h 5599766"/>
              <a:gd name="connsiteX2862" fmla="*/ 4569022 w 10321503"/>
              <a:gd name="connsiteY2862" fmla="*/ 695608 h 5599766"/>
              <a:gd name="connsiteX2863" fmla="*/ 4568408 w 10321503"/>
              <a:gd name="connsiteY2863" fmla="*/ 695966 h 5599766"/>
              <a:gd name="connsiteX2864" fmla="*/ 4766683 w 10321503"/>
              <a:gd name="connsiteY2864" fmla="*/ 695966 h 5599766"/>
              <a:gd name="connsiteX2865" fmla="*/ 4759621 w 10321503"/>
              <a:gd name="connsiteY2865" fmla="*/ 695966 h 5599766"/>
              <a:gd name="connsiteX2866" fmla="*/ 4759007 w 10321503"/>
              <a:gd name="connsiteY2866" fmla="*/ 695608 h 5599766"/>
              <a:gd name="connsiteX2867" fmla="*/ 4755475 w 10321503"/>
              <a:gd name="connsiteY2867" fmla="*/ 689467 h 5599766"/>
              <a:gd name="connsiteX2868" fmla="*/ 4755475 w 10321503"/>
              <a:gd name="connsiteY2868" fmla="*/ 688801 h 5599766"/>
              <a:gd name="connsiteX2869" fmla="*/ 4759007 w 10321503"/>
              <a:gd name="connsiteY2869" fmla="*/ 682659 h 5599766"/>
              <a:gd name="connsiteX2870" fmla="*/ 4759621 w 10321503"/>
              <a:gd name="connsiteY2870" fmla="*/ 682301 h 5599766"/>
              <a:gd name="connsiteX2871" fmla="*/ 4766683 w 10321503"/>
              <a:gd name="connsiteY2871" fmla="*/ 682301 h 5599766"/>
              <a:gd name="connsiteX2872" fmla="*/ 4767297 w 10321503"/>
              <a:gd name="connsiteY2872" fmla="*/ 682659 h 5599766"/>
              <a:gd name="connsiteX2873" fmla="*/ 4770829 w 10321503"/>
              <a:gd name="connsiteY2873" fmla="*/ 688801 h 5599766"/>
              <a:gd name="connsiteX2874" fmla="*/ 4770829 w 10321503"/>
              <a:gd name="connsiteY2874" fmla="*/ 689467 h 5599766"/>
              <a:gd name="connsiteX2875" fmla="*/ 4767297 w 10321503"/>
              <a:gd name="connsiteY2875" fmla="*/ 695608 h 5599766"/>
              <a:gd name="connsiteX2876" fmla="*/ 4766683 w 10321503"/>
              <a:gd name="connsiteY2876" fmla="*/ 695966 h 5599766"/>
              <a:gd name="connsiteX2877" fmla="*/ 4964909 w 10321503"/>
              <a:gd name="connsiteY2877" fmla="*/ 695966 h 5599766"/>
              <a:gd name="connsiteX2878" fmla="*/ 4957846 w 10321503"/>
              <a:gd name="connsiteY2878" fmla="*/ 695966 h 5599766"/>
              <a:gd name="connsiteX2879" fmla="*/ 4957232 w 10321503"/>
              <a:gd name="connsiteY2879" fmla="*/ 695608 h 5599766"/>
              <a:gd name="connsiteX2880" fmla="*/ 4953699 w 10321503"/>
              <a:gd name="connsiteY2880" fmla="*/ 689467 h 5599766"/>
              <a:gd name="connsiteX2881" fmla="*/ 4953699 w 10321503"/>
              <a:gd name="connsiteY2881" fmla="*/ 688801 h 5599766"/>
              <a:gd name="connsiteX2882" fmla="*/ 4957232 w 10321503"/>
              <a:gd name="connsiteY2882" fmla="*/ 682659 h 5599766"/>
              <a:gd name="connsiteX2883" fmla="*/ 4957846 w 10321503"/>
              <a:gd name="connsiteY2883" fmla="*/ 682301 h 5599766"/>
              <a:gd name="connsiteX2884" fmla="*/ 4964909 w 10321503"/>
              <a:gd name="connsiteY2884" fmla="*/ 682301 h 5599766"/>
              <a:gd name="connsiteX2885" fmla="*/ 4965523 w 10321503"/>
              <a:gd name="connsiteY2885" fmla="*/ 682659 h 5599766"/>
              <a:gd name="connsiteX2886" fmla="*/ 4969054 w 10321503"/>
              <a:gd name="connsiteY2886" fmla="*/ 688801 h 5599766"/>
              <a:gd name="connsiteX2887" fmla="*/ 4969054 w 10321503"/>
              <a:gd name="connsiteY2887" fmla="*/ 689467 h 5599766"/>
              <a:gd name="connsiteX2888" fmla="*/ 4965523 w 10321503"/>
              <a:gd name="connsiteY2888" fmla="*/ 695608 h 5599766"/>
              <a:gd name="connsiteX2889" fmla="*/ 4964909 w 10321503"/>
              <a:gd name="connsiteY2889" fmla="*/ 695966 h 5599766"/>
              <a:gd name="connsiteX2890" fmla="*/ 5163134 w 10321503"/>
              <a:gd name="connsiteY2890" fmla="*/ 695966 h 5599766"/>
              <a:gd name="connsiteX2891" fmla="*/ 5156070 w 10321503"/>
              <a:gd name="connsiteY2891" fmla="*/ 695966 h 5599766"/>
              <a:gd name="connsiteX2892" fmla="*/ 5155456 w 10321503"/>
              <a:gd name="connsiteY2892" fmla="*/ 695608 h 5599766"/>
              <a:gd name="connsiteX2893" fmla="*/ 5151924 w 10321503"/>
              <a:gd name="connsiteY2893" fmla="*/ 689467 h 5599766"/>
              <a:gd name="connsiteX2894" fmla="*/ 5151924 w 10321503"/>
              <a:gd name="connsiteY2894" fmla="*/ 688801 h 5599766"/>
              <a:gd name="connsiteX2895" fmla="*/ 5155456 w 10321503"/>
              <a:gd name="connsiteY2895" fmla="*/ 682659 h 5599766"/>
              <a:gd name="connsiteX2896" fmla="*/ 5156070 w 10321503"/>
              <a:gd name="connsiteY2896" fmla="*/ 682301 h 5599766"/>
              <a:gd name="connsiteX2897" fmla="*/ 5163134 w 10321503"/>
              <a:gd name="connsiteY2897" fmla="*/ 682301 h 5599766"/>
              <a:gd name="connsiteX2898" fmla="*/ 5163748 w 10321503"/>
              <a:gd name="connsiteY2898" fmla="*/ 682659 h 5599766"/>
              <a:gd name="connsiteX2899" fmla="*/ 5167279 w 10321503"/>
              <a:gd name="connsiteY2899" fmla="*/ 688801 h 5599766"/>
              <a:gd name="connsiteX2900" fmla="*/ 5167279 w 10321503"/>
              <a:gd name="connsiteY2900" fmla="*/ 689467 h 5599766"/>
              <a:gd name="connsiteX2901" fmla="*/ 5163748 w 10321503"/>
              <a:gd name="connsiteY2901" fmla="*/ 695608 h 5599766"/>
              <a:gd name="connsiteX2902" fmla="*/ 5163134 w 10321503"/>
              <a:gd name="connsiteY2902" fmla="*/ 695966 h 5599766"/>
              <a:gd name="connsiteX2903" fmla="*/ 5361358 w 10321503"/>
              <a:gd name="connsiteY2903" fmla="*/ 695966 h 5599766"/>
              <a:gd name="connsiteX2904" fmla="*/ 5354295 w 10321503"/>
              <a:gd name="connsiteY2904" fmla="*/ 695966 h 5599766"/>
              <a:gd name="connsiteX2905" fmla="*/ 5353680 w 10321503"/>
              <a:gd name="connsiteY2905" fmla="*/ 695608 h 5599766"/>
              <a:gd name="connsiteX2906" fmla="*/ 5350149 w 10321503"/>
              <a:gd name="connsiteY2906" fmla="*/ 689467 h 5599766"/>
              <a:gd name="connsiteX2907" fmla="*/ 5350149 w 10321503"/>
              <a:gd name="connsiteY2907" fmla="*/ 688801 h 5599766"/>
              <a:gd name="connsiteX2908" fmla="*/ 5353680 w 10321503"/>
              <a:gd name="connsiteY2908" fmla="*/ 682659 h 5599766"/>
              <a:gd name="connsiteX2909" fmla="*/ 5354295 w 10321503"/>
              <a:gd name="connsiteY2909" fmla="*/ 682301 h 5599766"/>
              <a:gd name="connsiteX2910" fmla="*/ 5361358 w 10321503"/>
              <a:gd name="connsiteY2910" fmla="*/ 682301 h 5599766"/>
              <a:gd name="connsiteX2911" fmla="*/ 5361972 w 10321503"/>
              <a:gd name="connsiteY2911" fmla="*/ 682659 h 5599766"/>
              <a:gd name="connsiteX2912" fmla="*/ 5365503 w 10321503"/>
              <a:gd name="connsiteY2912" fmla="*/ 688801 h 5599766"/>
              <a:gd name="connsiteX2913" fmla="*/ 5365503 w 10321503"/>
              <a:gd name="connsiteY2913" fmla="*/ 689467 h 5599766"/>
              <a:gd name="connsiteX2914" fmla="*/ 5361972 w 10321503"/>
              <a:gd name="connsiteY2914" fmla="*/ 695608 h 5599766"/>
              <a:gd name="connsiteX2915" fmla="*/ 5361358 w 10321503"/>
              <a:gd name="connsiteY2915" fmla="*/ 695966 h 5599766"/>
              <a:gd name="connsiteX2916" fmla="*/ 5559633 w 10321503"/>
              <a:gd name="connsiteY2916" fmla="*/ 695966 h 5599766"/>
              <a:gd name="connsiteX2917" fmla="*/ 5552569 w 10321503"/>
              <a:gd name="connsiteY2917" fmla="*/ 695966 h 5599766"/>
              <a:gd name="connsiteX2918" fmla="*/ 5551956 w 10321503"/>
              <a:gd name="connsiteY2918" fmla="*/ 695608 h 5599766"/>
              <a:gd name="connsiteX2919" fmla="*/ 5548424 w 10321503"/>
              <a:gd name="connsiteY2919" fmla="*/ 689467 h 5599766"/>
              <a:gd name="connsiteX2920" fmla="*/ 5548424 w 10321503"/>
              <a:gd name="connsiteY2920" fmla="*/ 688801 h 5599766"/>
              <a:gd name="connsiteX2921" fmla="*/ 5551956 w 10321503"/>
              <a:gd name="connsiteY2921" fmla="*/ 682659 h 5599766"/>
              <a:gd name="connsiteX2922" fmla="*/ 5552569 w 10321503"/>
              <a:gd name="connsiteY2922" fmla="*/ 682301 h 5599766"/>
              <a:gd name="connsiteX2923" fmla="*/ 5559633 w 10321503"/>
              <a:gd name="connsiteY2923" fmla="*/ 682301 h 5599766"/>
              <a:gd name="connsiteX2924" fmla="*/ 5560246 w 10321503"/>
              <a:gd name="connsiteY2924" fmla="*/ 682659 h 5599766"/>
              <a:gd name="connsiteX2925" fmla="*/ 5563779 w 10321503"/>
              <a:gd name="connsiteY2925" fmla="*/ 688801 h 5599766"/>
              <a:gd name="connsiteX2926" fmla="*/ 5563779 w 10321503"/>
              <a:gd name="connsiteY2926" fmla="*/ 689467 h 5599766"/>
              <a:gd name="connsiteX2927" fmla="*/ 5560246 w 10321503"/>
              <a:gd name="connsiteY2927" fmla="*/ 695608 h 5599766"/>
              <a:gd name="connsiteX2928" fmla="*/ 5559633 w 10321503"/>
              <a:gd name="connsiteY2928" fmla="*/ 695966 h 5599766"/>
              <a:gd name="connsiteX2929" fmla="*/ 5757857 w 10321503"/>
              <a:gd name="connsiteY2929" fmla="*/ 695966 h 5599766"/>
              <a:gd name="connsiteX2930" fmla="*/ 5750795 w 10321503"/>
              <a:gd name="connsiteY2930" fmla="*/ 695966 h 5599766"/>
              <a:gd name="connsiteX2931" fmla="*/ 5750181 w 10321503"/>
              <a:gd name="connsiteY2931" fmla="*/ 695608 h 5599766"/>
              <a:gd name="connsiteX2932" fmla="*/ 5746649 w 10321503"/>
              <a:gd name="connsiteY2932" fmla="*/ 689467 h 5599766"/>
              <a:gd name="connsiteX2933" fmla="*/ 5746649 w 10321503"/>
              <a:gd name="connsiteY2933" fmla="*/ 688801 h 5599766"/>
              <a:gd name="connsiteX2934" fmla="*/ 5750181 w 10321503"/>
              <a:gd name="connsiteY2934" fmla="*/ 682659 h 5599766"/>
              <a:gd name="connsiteX2935" fmla="*/ 5750795 w 10321503"/>
              <a:gd name="connsiteY2935" fmla="*/ 682301 h 5599766"/>
              <a:gd name="connsiteX2936" fmla="*/ 5757857 w 10321503"/>
              <a:gd name="connsiteY2936" fmla="*/ 682301 h 5599766"/>
              <a:gd name="connsiteX2937" fmla="*/ 5758471 w 10321503"/>
              <a:gd name="connsiteY2937" fmla="*/ 682659 h 5599766"/>
              <a:gd name="connsiteX2938" fmla="*/ 5762003 w 10321503"/>
              <a:gd name="connsiteY2938" fmla="*/ 688801 h 5599766"/>
              <a:gd name="connsiteX2939" fmla="*/ 5762003 w 10321503"/>
              <a:gd name="connsiteY2939" fmla="*/ 689467 h 5599766"/>
              <a:gd name="connsiteX2940" fmla="*/ 5758471 w 10321503"/>
              <a:gd name="connsiteY2940" fmla="*/ 695608 h 5599766"/>
              <a:gd name="connsiteX2941" fmla="*/ 5757857 w 10321503"/>
              <a:gd name="connsiteY2941" fmla="*/ 695966 h 5599766"/>
              <a:gd name="connsiteX2942" fmla="*/ 5956083 w 10321503"/>
              <a:gd name="connsiteY2942" fmla="*/ 695966 h 5599766"/>
              <a:gd name="connsiteX2943" fmla="*/ 5949019 w 10321503"/>
              <a:gd name="connsiteY2943" fmla="*/ 695966 h 5599766"/>
              <a:gd name="connsiteX2944" fmla="*/ 5948405 w 10321503"/>
              <a:gd name="connsiteY2944" fmla="*/ 695608 h 5599766"/>
              <a:gd name="connsiteX2945" fmla="*/ 5944873 w 10321503"/>
              <a:gd name="connsiteY2945" fmla="*/ 689467 h 5599766"/>
              <a:gd name="connsiteX2946" fmla="*/ 5944873 w 10321503"/>
              <a:gd name="connsiteY2946" fmla="*/ 688801 h 5599766"/>
              <a:gd name="connsiteX2947" fmla="*/ 5948405 w 10321503"/>
              <a:gd name="connsiteY2947" fmla="*/ 682659 h 5599766"/>
              <a:gd name="connsiteX2948" fmla="*/ 5949019 w 10321503"/>
              <a:gd name="connsiteY2948" fmla="*/ 682301 h 5599766"/>
              <a:gd name="connsiteX2949" fmla="*/ 5956083 w 10321503"/>
              <a:gd name="connsiteY2949" fmla="*/ 682301 h 5599766"/>
              <a:gd name="connsiteX2950" fmla="*/ 5956697 w 10321503"/>
              <a:gd name="connsiteY2950" fmla="*/ 682659 h 5599766"/>
              <a:gd name="connsiteX2951" fmla="*/ 5960227 w 10321503"/>
              <a:gd name="connsiteY2951" fmla="*/ 688801 h 5599766"/>
              <a:gd name="connsiteX2952" fmla="*/ 5960227 w 10321503"/>
              <a:gd name="connsiteY2952" fmla="*/ 689467 h 5599766"/>
              <a:gd name="connsiteX2953" fmla="*/ 5956697 w 10321503"/>
              <a:gd name="connsiteY2953" fmla="*/ 695608 h 5599766"/>
              <a:gd name="connsiteX2954" fmla="*/ 5956083 w 10321503"/>
              <a:gd name="connsiteY2954" fmla="*/ 695966 h 5599766"/>
              <a:gd name="connsiteX2955" fmla="*/ 6154307 w 10321503"/>
              <a:gd name="connsiteY2955" fmla="*/ 695966 h 5599766"/>
              <a:gd name="connsiteX2956" fmla="*/ 6147243 w 10321503"/>
              <a:gd name="connsiteY2956" fmla="*/ 695966 h 5599766"/>
              <a:gd name="connsiteX2957" fmla="*/ 6146629 w 10321503"/>
              <a:gd name="connsiteY2957" fmla="*/ 695608 h 5599766"/>
              <a:gd name="connsiteX2958" fmla="*/ 6143098 w 10321503"/>
              <a:gd name="connsiteY2958" fmla="*/ 689467 h 5599766"/>
              <a:gd name="connsiteX2959" fmla="*/ 6143098 w 10321503"/>
              <a:gd name="connsiteY2959" fmla="*/ 688801 h 5599766"/>
              <a:gd name="connsiteX2960" fmla="*/ 6146629 w 10321503"/>
              <a:gd name="connsiteY2960" fmla="*/ 682659 h 5599766"/>
              <a:gd name="connsiteX2961" fmla="*/ 6147243 w 10321503"/>
              <a:gd name="connsiteY2961" fmla="*/ 682301 h 5599766"/>
              <a:gd name="connsiteX2962" fmla="*/ 6154307 w 10321503"/>
              <a:gd name="connsiteY2962" fmla="*/ 682301 h 5599766"/>
              <a:gd name="connsiteX2963" fmla="*/ 6154921 w 10321503"/>
              <a:gd name="connsiteY2963" fmla="*/ 682659 h 5599766"/>
              <a:gd name="connsiteX2964" fmla="*/ 6158453 w 10321503"/>
              <a:gd name="connsiteY2964" fmla="*/ 688801 h 5599766"/>
              <a:gd name="connsiteX2965" fmla="*/ 6158453 w 10321503"/>
              <a:gd name="connsiteY2965" fmla="*/ 689467 h 5599766"/>
              <a:gd name="connsiteX2966" fmla="*/ 6154921 w 10321503"/>
              <a:gd name="connsiteY2966" fmla="*/ 695608 h 5599766"/>
              <a:gd name="connsiteX2967" fmla="*/ 6154307 w 10321503"/>
              <a:gd name="connsiteY2967" fmla="*/ 695966 h 5599766"/>
              <a:gd name="connsiteX2968" fmla="*/ 6352582 w 10321503"/>
              <a:gd name="connsiteY2968" fmla="*/ 695966 h 5599766"/>
              <a:gd name="connsiteX2969" fmla="*/ 6345519 w 10321503"/>
              <a:gd name="connsiteY2969" fmla="*/ 695966 h 5599766"/>
              <a:gd name="connsiteX2970" fmla="*/ 6344904 w 10321503"/>
              <a:gd name="connsiteY2970" fmla="*/ 695608 h 5599766"/>
              <a:gd name="connsiteX2971" fmla="*/ 6341373 w 10321503"/>
              <a:gd name="connsiteY2971" fmla="*/ 689467 h 5599766"/>
              <a:gd name="connsiteX2972" fmla="*/ 6341373 w 10321503"/>
              <a:gd name="connsiteY2972" fmla="*/ 688801 h 5599766"/>
              <a:gd name="connsiteX2973" fmla="*/ 6344904 w 10321503"/>
              <a:gd name="connsiteY2973" fmla="*/ 682659 h 5599766"/>
              <a:gd name="connsiteX2974" fmla="*/ 6345519 w 10321503"/>
              <a:gd name="connsiteY2974" fmla="*/ 682301 h 5599766"/>
              <a:gd name="connsiteX2975" fmla="*/ 6352582 w 10321503"/>
              <a:gd name="connsiteY2975" fmla="*/ 682301 h 5599766"/>
              <a:gd name="connsiteX2976" fmla="*/ 6353196 w 10321503"/>
              <a:gd name="connsiteY2976" fmla="*/ 682659 h 5599766"/>
              <a:gd name="connsiteX2977" fmla="*/ 6356728 w 10321503"/>
              <a:gd name="connsiteY2977" fmla="*/ 688801 h 5599766"/>
              <a:gd name="connsiteX2978" fmla="*/ 6356728 w 10321503"/>
              <a:gd name="connsiteY2978" fmla="*/ 689467 h 5599766"/>
              <a:gd name="connsiteX2979" fmla="*/ 6353196 w 10321503"/>
              <a:gd name="connsiteY2979" fmla="*/ 695608 h 5599766"/>
              <a:gd name="connsiteX2980" fmla="*/ 6352582 w 10321503"/>
              <a:gd name="connsiteY2980" fmla="*/ 695966 h 5599766"/>
              <a:gd name="connsiteX2981" fmla="*/ 6550807 w 10321503"/>
              <a:gd name="connsiteY2981" fmla="*/ 695966 h 5599766"/>
              <a:gd name="connsiteX2982" fmla="*/ 6543744 w 10321503"/>
              <a:gd name="connsiteY2982" fmla="*/ 695966 h 5599766"/>
              <a:gd name="connsiteX2983" fmla="*/ 6543129 w 10321503"/>
              <a:gd name="connsiteY2983" fmla="*/ 695608 h 5599766"/>
              <a:gd name="connsiteX2984" fmla="*/ 6539598 w 10321503"/>
              <a:gd name="connsiteY2984" fmla="*/ 689467 h 5599766"/>
              <a:gd name="connsiteX2985" fmla="*/ 6539598 w 10321503"/>
              <a:gd name="connsiteY2985" fmla="*/ 688801 h 5599766"/>
              <a:gd name="connsiteX2986" fmla="*/ 6543129 w 10321503"/>
              <a:gd name="connsiteY2986" fmla="*/ 682659 h 5599766"/>
              <a:gd name="connsiteX2987" fmla="*/ 6543744 w 10321503"/>
              <a:gd name="connsiteY2987" fmla="*/ 682301 h 5599766"/>
              <a:gd name="connsiteX2988" fmla="*/ 6550807 w 10321503"/>
              <a:gd name="connsiteY2988" fmla="*/ 682301 h 5599766"/>
              <a:gd name="connsiteX2989" fmla="*/ 6551420 w 10321503"/>
              <a:gd name="connsiteY2989" fmla="*/ 682659 h 5599766"/>
              <a:gd name="connsiteX2990" fmla="*/ 6554953 w 10321503"/>
              <a:gd name="connsiteY2990" fmla="*/ 688801 h 5599766"/>
              <a:gd name="connsiteX2991" fmla="*/ 6554953 w 10321503"/>
              <a:gd name="connsiteY2991" fmla="*/ 689467 h 5599766"/>
              <a:gd name="connsiteX2992" fmla="*/ 6551420 w 10321503"/>
              <a:gd name="connsiteY2992" fmla="*/ 695608 h 5599766"/>
              <a:gd name="connsiteX2993" fmla="*/ 6550807 w 10321503"/>
              <a:gd name="connsiteY2993" fmla="*/ 695966 h 5599766"/>
              <a:gd name="connsiteX2994" fmla="*/ 6749031 w 10321503"/>
              <a:gd name="connsiteY2994" fmla="*/ 695966 h 5599766"/>
              <a:gd name="connsiteX2995" fmla="*/ 6741967 w 10321503"/>
              <a:gd name="connsiteY2995" fmla="*/ 695966 h 5599766"/>
              <a:gd name="connsiteX2996" fmla="*/ 6741354 w 10321503"/>
              <a:gd name="connsiteY2996" fmla="*/ 695608 h 5599766"/>
              <a:gd name="connsiteX2997" fmla="*/ 6737823 w 10321503"/>
              <a:gd name="connsiteY2997" fmla="*/ 689467 h 5599766"/>
              <a:gd name="connsiteX2998" fmla="*/ 6737823 w 10321503"/>
              <a:gd name="connsiteY2998" fmla="*/ 688801 h 5599766"/>
              <a:gd name="connsiteX2999" fmla="*/ 6741354 w 10321503"/>
              <a:gd name="connsiteY2999" fmla="*/ 682659 h 5599766"/>
              <a:gd name="connsiteX3000" fmla="*/ 6741967 w 10321503"/>
              <a:gd name="connsiteY3000" fmla="*/ 682301 h 5599766"/>
              <a:gd name="connsiteX3001" fmla="*/ 6749031 w 10321503"/>
              <a:gd name="connsiteY3001" fmla="*/ 682301 h 5599766"/>
              <a:gd name="connsiteX3002" fmla="*/ 6749646 w 10321503"/>
              <a:gd name="connsiteY3002" fmla="*/ 682659 h 5599766"/>
              <a:gd name="connsiteX3003" fmla="*/ 6753177 w 10321503"/>
              <a:gd name="connsiteY3003" fmla="*/ 688801 h 5599766"/>
              <a:gd name="connsiteX3004" fmla="*/ 6753177 w 10321503"/>
              <a:gd name="connsiteY3004" fmla="*/ 689467 h 5599766"/>
              <a:gd name="connsiteX3005" fmla="*/ 6749646 w 10321503"/>
              <a:gd name="connsiteY3005" fmla="*/ 695608 h 5599766"/>
              <a:gd name="connsiteX3006" fmla="*/ 6749031 w 10321503"/>
              <a:gd name="connsiteY3006" fmla="*/ 695966 h 5599766"/>
              <a:gd name="connsiteX3007" fmla="*/ 6947256 w 10321503"/>
              <a:gd name="connsiteY3007" fmla="*/ 695966 h 5599766"/>
              <a:gd name="connsiteX3008" fmla="*/ 6940193 w 10321503"/>
              <a:gd name="connsiteY3008" fmla="*/ 695966 h 5599766"/>
              <a:gd name="connsiteX3009" fmla="*/ 6939578 w 10321503"/>
              <a:gd name="connsiteY3009" fmla="*/ 695608 h 5599766"/>
              <a:gd name="connsiteX3010" fmla="*/ 6936048 w 10321503"/>
              <a:gd name="connsiteY3010" fmla="*/ 689467 h 5599766"/>
              <a:gd name="connsiteX3011" fmla="*/ 6936048 w 10321503"/>
              <a:gd name="connsiteY3011" fmla="*/ 688801 h 5599766"/>
              <a:gd name="connsiteX3012" fmla="*/ 6939578 w 10321503"/>
              <a:gd name="connsiteY3012" fmla="*/ 682659 h 5599766"/>
              <a:gd name="connsiteX3013" fmla="*/ 6940193 w 10321503"/>
              <a:gd name="connsiteY3013" fmla="*/ 682301 h 5599766"/>
              <a:gd name="connsiteX3014" fmla="*/ 6947256 w 10321503"/>
              <a:gd name="connsiteY3014" fmla="*/ 682301 h 5599766"/>
              <a:gd name="connsiteX3015" fmla="*/ 6947870 w 10321503"/>
              <a:gd name="connsiteY3015" fmla="*/ 682659 h 5599766"/>
              <a:gd name="connsiteX3016" fmla="*/ 6951402 w 10321503"/>
              <a:gd name="connsiteY3016" fmla="*/ 688801 h 5599766"/>
              <a:gd name="connsiteX3017" fmla="*/ 6951402 w 10321503"/>
              <a:gd name="connsiteY3017" fmla="*/ 689467 h 5599766"/>
              <a:gd name="connsiteX3018" fmla="*/ 6947870 w 10321503"/>
              <a:gd name="connsiteY3018" fmla="*/ 695608 h 5599766"/>
              <a:gd name="connsiteX3019" fmla="*/ 6947256 w 10321503"/>
              <a:gd name="connsiteY3019" fmla="*/ 695966 h 5599766"/>
              <a:gd name="connsiteX3020" fmla="*/ 7145293 w 10321503"/>
              <a:gd name="connsiteY3020" fmla="*/ 695966 h 5599766"/>
              <a:gd name="connsiteX3021" fmla="*/ 7138229 w 10321503"/>
              <a:gd name="connsiteY3021" fmla="*/ 695966 h 5599766"/>
              <a:gd name="connsiteX3022" fmla="*/ 7137614 w 10321503"/>
              <a:gd name="connsiteY3022" fmla="*/ 695608 h 5599766"/>
              <a:gd name="connsiteX3023" fmla="*/ 7134082 w 10321503"/>
              <a:gd name="connsiteY3023" fmla="*/ 689467 h 5599766"/>
              <a:gd name="connsiteX3024" fmla="*/ 7134082 w 10321503"/>
              <a:gd name="connsiteY3024" fmla="*/ 688801 h 5599766"/>
              <a:gd name="connsiteX3025" fmla="*/ 7137614 w 10321503"/>
              <a:gd name="connsiteY3025" fmla="*/ 682659 h 5599766"/>
              <a:gd name="connsiteX3026" fmla="*/ 7138229 w 10321503"/>
              <a:gd name="connsiteY3026" fmla="*/ 682301 h 5599766"/>
              <a:gd name="connsiteX3027" fmla="*/ 7145293 w 10321503"/>
              <a:gd name="connsiteY3027" fmla="*/ 682301 h 5599766"/>
              <a:gd name="connsiteX3028" fmla="*/ 7145906 w 10321503"/>
              <a:gd name="connsiteY3028" fmla="*/ 682659 h 5599766"/>
              <a:gd name="connsiteX3029" fmla="*/ 7149439 w 10321503"/>
              <a:gd name="connsiteY3029" fmla="*/ 688801 h 5599766"/>
              <a:gd name="connsiteX3030" fmla="*/ 7149439 w 10321503"/>
              <a:gd name="connsiteY3030" fmla="*/ 689467 h 5599766"/>
              <a:gd name="connsiteX3031" fmla="*/ 7145906 w 10321503"/>
              <a:gd name="connsiteY3031" fmla="*/ 695608 h 5599766"/>
              <a:gd name="connsiteX3032" fmla="*/ 7145293 w 10321503"/>
              <a:gd name="connsiteY3032" fmla="*/ 695966 h 5599766"/>
              <a:gd name="connsiteX3033" fmla="*/ 7343681 w 10321503"/>
              <a:gd name="connsiteY3033" fmla="*/ 695966 h 5599766"/>
              <a:gd name="connsiteX3034" fmla="*/ 7336619 w 10321503"/>
              <a:gd name="connsiteY3034" fmla="*/ 695966 h 5599766"/>
              <a:gd name="connsiteX3035" fmla="*/ 7336004 w 10321503"/>
              <a:gd name="connsiteY3035" fmla="*/ 695608 h 5599766"/>
              <a:gd name="connsiteX3036" fmla="*/ 7332472 w 10321503"/>
              <a:gd name="connsiteY3036" fmla="*/ 689467 h 5599766"/>
              <a:gd name="connsiteX3037" fmla="*/ 7332472 w 10321503"/>
              <a:gd name="connsiteY3037" fmla="*/ 688801 h 5599766"/>
              <a:gd name="connsiteX3038" fmla="*/ 7336004 w 10321503"/>
              <a:gd name="connsiteY3038" fmla="*/ 682659 h 5599766"/>
              <a:gd name="connsiteX3039" fmla="*/ 7336619 w 10321503"/>
              <a:gd name="connsiteY3039" fmla="*/ 682301 h 5599766"/>
              <a:gd name="connsiteX3040" fmla="*/ 7343681 w 10321503"/>
              <a:gd name="connsiteY3040" fmla="*/ 682301 h 5599766"/>
              <a:gd name="connsiteX3041" fmla="*/ 7344296 w 10321503"/>
              <a:gd name="connsiteY3041" fmla="*/ 682659 h 5599766"/>
              <a:gd name="connsiteX3042" fmla="*/ 7347829 w 10321503"/>
              <a:gd name="connsiteY3042" fmla="*/ 688801 h 5599766"/>
              <a:gd name="connsiteX3043" fmla="*/ 7347829 w 10321503"/>
              <a:gd name="connsiteY3043" fmla="*/ 689467 h 5599766"/>
              <a:gd name="connsiteX3044" fmla="*/ 7344296 w 10321503"/>
              <a:gd name="connsiteY3044" fmla="*/ 695608 h 5599766"/>
              <a:gd name="connsiteX3045" fmla="*/ 7343681 w 10321503"/>
              <a:gd name="connsiteY3045" fmla="*/ 695966 h 5599766"/>
              <a:gd name="connsiteX3046" fmla="*/ 7541903 w 10321503"/>
              <a:gd name="connsiteY3046" fmla="*/ 695966 h 5599766"/>
              <a:gd name="connsiteX3047" fmla="*/ 7534839 w 10321503"/>
              <a:gd name="connsiteY3047" fmla="*/ 695966 h 5599766"/>
              <a:gd name="connsiteX3048" fmla="*/ 7534225 w 10321503"/>
              <a:gd name="connsiteY3048" fmla="*/ 695608 h 5599766"/>
              <a:gd name="connsiteX3049" fmla="*/ 7530693 w 10321503"/>
              <a:gd name="connsiteY3049" fmla="*/ 689467 h 5599766"/>
              <a:gd name="connsiteX3050" fmla="*/ 7530693 w 10321503"/>
              <a:gd name="connsiteY3050" fmla="*/ 688801 h 5599766"/>
              <a:gd name="connsiteX3051" fmla="*/ 7534225 w 10321503"/>
              <a:gd name="connsiteY3051" fmla="*/ 682659 h 5599766"/>
              <a:gd name="connsiteX3052" fmla="*/ 7534839 w 10321503"/>
              <a:gd name="connsiteY3052" fmla="*/ 682301 h 5599766"/>
              <a:gd name="connsiteX3053" fmla="*/ 7541903 w 10321503"/>
              <a:gd name="connsiteY3053" fmla="*/ 682301 h 5599766"/>
              <a:gd name="connsiteX3054" fmla="*/ 7542516 w 10321503"/>
              <a:gd name="connsiteY3054" fmla="*/ 682659 h 5599766"/>
              <a:gd name="connsiteX3055" fmla="*/ 7546049 w 10321503"/>
              <a:gd name="connsiteY3055" fmla="*/ 688801 h 5599766"/>
              <a:gd name="connsiteX3056" fmla="*/ 7546049 w 10321503"/>
              <a:gd name="connsiteY3056" fmla="*/ 689467 h 5599766"/>
              <a:gd name="connsiteX3057" fmla="*/ 7542516 w 10321503"/>
              <a:gd name="connsiteY3057" fmla="*/ 695608 h 5599766"/>
              <a:gd name="connsiteX3058" fmla="*/ 7541903 w 10321503"/>
              <a:gd name="connsiteY3058" fmla="*/ 695966 h 5599766"/>
              <a:gd name="connsiteX3059" fmla="*/ 7740181 w 10321503"/>
              <a:gd name="connsiteY3059" fmla="*/ 695966 h 5599766"/>
              <a:gd name="connsiteX3060" fmla="*/ 7733118 w 10321503"/>
              <a:gd name="connsiteY3060" fmla="*/ 695966 h 5599766"/>
              <a:gd name="connsiteX3061" fmla="*/ 7732504 w 10321503"/>
              <a:gd name="connsiteY3061" fmla="*/ 695608 h 5599766"/>
              <a:gd name="connsiteX3062" fmla="*/ 7728973 w 10321503"/>
              <a:gd name="connsiteY3062" fmla="*/ 689467 h 5599766"/>
              <a:gd name="connsiteX3063" fmla="*/ 7728973 w 10321503"/>
              <a:gd name="connsiteY3063" fmla="*/ 688801 h 5599766"/>
              <a:gd name="connsiteX3064" fmla="*/ 7732504 w 10321503"/>
              <a:gd name="connsiteY3064" fmla="*/ 682659 h 5599766"/>
              <a:gd name="connsiteX3065" fmla="*/ 7733118 w 10321503"/>
              <a:gd name="connsiteY3065" fmla="*/ 682301 h 5599766"/>
              <a:gd name="connsiteX3066" fmla="*/ 7740181 w 10321503"/>
              <a:gd name="connsiteY3066" fmla="*/ 682301 h 5599766"/>
              <a:gd name="connsiteX3067" fmla="*/ 7740795 w 10321503"/>
              <a:gd name="connsiteY3067" fmla="*/ 682659 h 5599766"/>
              <a:gd name="connsiteX3068" fmla="*/ 7744328 w 10321503"/>
              <a:gd name="connsiteY3068" fmla="*/ 688801 h 5599766"/>
              <a:gd name="connsiteX3069" fmla="*/ 7744328 w 10321503"/>
              <a:gd name="connsiteY3069" fmla="*/ 689467 h 5599766"/>
              <a:gd name="connsiteX3070" fmla="*/ 7740795 w 10321503"/>
              <a:gd name="connsiteY3070" fmla="*/ 695608 h 5599766"/>
              <a:gd name="connsiteX3071" fmla="*/ 7740181 w 10321503"/>
              <a:gd name="connsiteY3071" fmla="*/ 695966 h 5599766"/>
              <a:gd name="connsiteX3072" fmla="*/ 7938404 w 10321503"/>
              <a:gd name="connsiteY3072" fmla="*/ 695966 h 5599766"/>
              <a:gd name="connsiteX3073" fmla="*/ 7931340 w 10321503"/>
              <a:gd name="connsiteY3073" fmla="*/ 695966 h 5599766"/>
              <a:gd name="connsiteX3074" fmla="*/ 7930726 w 10321503"/>
              <a:gd name="connsiteY3074" fmla="*/ 695608 h 5599766"/>
              <a:gd name="connsiteX3075" fmla="*/ 7927195 w 10321503"/>
              <a:gd name="connsiteY3075" fmla="*/ 689467 h 5599766"/>
              <a:gd name="connsiteX3076" fmla="*/ 7927195 w 10321503"/>
              <a:gd name="connsiteY3076" fmla="*/ 688801 h 5599766"/>
              <a:gd name="connsiteX3077" fmla="*/ 7930726 w 10321503"/>
              <a:gd name="connsiteY3077" fmla="*/ 682659 h 5599766"/>
              <a:gd name="connsiteX3078" fmla="*/ 7931340 w 10321503"/>
              <a:gd name="connsiteY3078" fmla="*/ 682301 h 5599766"/>
              <a:gd name="connsiteX3079" fmla="*/ 7938404 w 10321503"/>
              <a:gd name="connsiteY3079" fmla="*/ 682301 h 5599766"/>
              <a:gd name="connsiteX3080" fmla="*/ 7939018 w 10321503"/>
              <a:gd name="connsiteY3080" fmla="*/ 682659 h 5599766"/>
              <a:gd name="connsiteX3081" fmla="*/ 7942550 w 10321503"/>
              <a:gd name="connsiteY3081" fmla="*/ 688801 h 5599766"/>
              <a:gd name="connsiteX3082" fmla="*/ 7942550 w 10321503"/>
              <a:gd name="connsiteY3082" fmla="*/ 689467 h 5599766"/>
              <a:gd name="connsiteX3083" fmla="*/ 7939018 w 10321503"/>
              <a:gd name="connsiteY3083" fmla="*/ 695608 h 5599766"/>
              <a:gd name="connsiteX3084" fmla="*/ 7938404 w 10321503"/>
              <a:gd name="connsiteY3084" fmla="*/ 695966 h 5599766"/>
              <a:gd name="connsiteX3085" fmla="*/ 8136568 w 10321503"/>
              <a:gd name="connsiteY3085" fmla="*/ 695966 h 5599766"/>
              <a:gd name="connsiteX3086" fmla="*/ 8129505 w 10321503"/>
              <a:gd name="connsiteY3086" fmla="*/ 695966 h 5599766"/>
              <a:gd name="connsiteX3087" fmla="*/ 8128891 w 10321503"/>
              <a:gd name="connsiteY3087" fmla="*/ 695608 h 5599766"/>
              <a:gd name="connsiteX3088" fmla="*/ 8125359 w 10321503"/>
              <a:gd name="connsiteY3088" fmla="*/ 689467 h 5599766"/>
              <a:gd name="connsiteX3089" fmla="*/ 8125359 w 10321503"/>
              <a:gd name="connsiteY3089" fmla="*/ 688801 h 5599766"/>
              <a:gd name="connsiteX3090" fmla="*/ 8128891 w 10321503"/>
              <a:gd name="connsiteY3090" fmla="*/ 682659 h 5599766"/>
              <a:gd name="connsiteX3091" fmla="*/ 8129505 w 10321503"/>
              <a:gd name="connsiteY3091" fmla="*/ 682301 h 5599766"/>
              <a:gd name="connsiteX3092" fmla="*/ 8136568 w 10321503"/>
              <a:gd name="connsiteY3092" fmla="*/ 682301 h 5599766"/>
              <a:gd name="connsiteX3093" fmla="*/ 8137183 w 10321503"/>
              <a:gd name="connsiteY3093" fmla="*/ 682659 h 5599766"/>
              <a:gd name="connsiteX3094" fmla="*/ 8140715 w 10321503"/>
              <a:gd name="connsiteY3094" fmla="*/ 688801 h 5599766"/>
              <a:gd name="connsiteX3095" fmla="*/ 8140715 w 10321503"/>
              <a:gd name="connsiteY3095" fmla="*/ 689467 h 5599766"/>
              <a:gd name="connsiteX3096" fmla="*/ 8137183 w 10321503"/>
              <a:gd name="connsiteY3096" fmla="*/ 695608 h 5599766"/>
              <a:gd name="connsiteX3097" fmla="*/ 8136568 w 10321503"/>
              <a:gd name="connsiteY3097" fmla="*/ 695966 h 5599766"/>
              <a:gd name="connsiteX3098" fmla="*/ 8334806 w 10321503"/>
              <a:gd name="connsiteY3098" fmla="*/ 695966 h 5599766"/>
              <a:gd name="connsiteX3099" fmla="*/ 8327743 w 10321503"/>
              <a:gd name="connsiteY3099" fmla="*/ 695966 h 5599766"/>
              <a:gd name="connsiteX3100" fmla="*/ 8327128 w 10321503"/>
              <a:gd name="connsiteY3100" fmla="*/ 695608 h 5599766"/>
              <a:gd name="connsiteX3101" fmla="*/ 8323598 w 10321503"/>
              <a:gd name="connsiteY3101" fmla="*/ 689467 h 5599766"/>
              <a:gd name="connsiteX3102" fmla="*/ 8323598 w 10321503"/>
              <a:gd name="connsiteY3102" fmla="*/ 688801 h 5599766"/>
              <a:gd name="connsiteX3103" fmla="*/ 8327128 w 10321503"/>
              <a:gd name="connsiteY3103" fmla="*/ 682659 h 5599766"/>
              <a:gd name="connsiteX3104" fmla="*/ 8327743 w 10321503"/>
              <a:gd name="connsiteY3104" fmla="*/ 682301 h 5599766"/>
              <a:gd name="connsiteX3105" fmla="*/ 8334806 w 10321503"/>
              <a:gd name="connsiteY3105" fmla="*/ 682301 h 5599766"/>
              <a:gd name="connsiteX3106" fmla="*/ 8335421 w 10321503"/>
              <a:gd name="connsiteY3106" fmla="*/ 682659 h 5599766"/>
              <a:gd name="connsiteX3107" fmla="*/ 8338952 w 10321503"/>
              <a:gd name="connsiteY3107" fmla="*/ 688801 h 5599766"/>
              <a:gd name="connsiteX3108" fmla="*/ 8338952 w 10321503"/>
              <a:gd name="connsiteY3108" fmla="*/ 689467 h 5599766"/>
              <a:gd name="connsiteX3109" fmla="*/ 8335421 w 10321503"/>
              <a:gd name="connsiteY3109" fmla="*/ 695608 h 5599766"/>
              <a:gd name="connsiteX3110" fmla="*/ 8334806 w 10321503"/>
              <a:gd name="connsiteY3110" fmla="*/ 695966 h 5599766"/>
              <a:gd name="connsiteX3111" fmla="*/ 8533110 w 10321503"/>
              <a:gd name="connsiteY3111" fmla="*/ 695966 h 5599766"/>
              <a:gd name="connsiteX3112" fmla="*/ 8526046 w 10321503"/>
              <a:gd name="connsiteY3112" fmla="*/ 695966 h 5599766"/>
              <a:gd name="connsiteX3113" fmla="*/ 8525432 w 10321503"/>
              <a:gd name="connsiteY3113" fmla="*/ 695608 h 5599766"/>
              <a:gd name="connsiteX3114" fmla="*/ 8521901 w 10321503"/>
              <a:gd name="connsiteY3114" fmla="*/ 689467 h 5599766"/>
              <a:gd name="connsiteX3115" fmla="*/ 8521901 w 10321503"/>
              <a:gd name="connsiteY3115" fmla="*/ 688801 h 5599766"/>
              <a:gd name="connsiteX3116" fmla="*/ 8525432 w 10321503"/>
              <a:gd name="connsiteY3116" fmla="*/ 682659 h 5599766"/>
              <a:gd name="connsiteX3117" fmla="*/ 8526046 w 10321503"/>
              <a:gd name="connsiteY3117" fmla="*/ 682301 h 5599766"/>
              <a:gd name="connsiteX3118" fmla="*/ 8533110 w 10321503"/>
              <a:gd name="connsiteY3118" fmla="*/ 682301 h 5599766"/>
              <a:gd name="connsiteX3119" fmla="*/ 8533724 w 10321503"/>
              <a:gd name="connsiteY3119" fmla="*/ 682659 h 5599766"/>
              <a:gd name="connsiteX3120" fmla="*/ 8537256 w 10321503"/>
              <a:gd name="connsiteY3120" fmla="*/ 688801 h 5599766"/>
              <a:gd name="connsiteX3121" fmla="*/ 8537256 w 10321503"/>
              <a:gd name="connsiteY3121" fmla="*/ 689467 h 5599766"/>
              <a:gd name="connsiteX3122" fmla="*/ 8533724 w 10321503"/>
              <a:gd name="connsiteY3122" fmla="*/ 695608 h 5599766"/>
              <a:gd name="connsiteX3123" fmla="*/ 8533110 w 10321503"/>
              <a:gd name="connsiteY3123" fmla="*/ 695966 h 5599766"/>
              <a:gd name="connsiteX3124" fmla="*/ 8731293 w 10321503"/>
              <a:gd name="connsiteY3124" fmla="*/ 695966 h 5599766"/>
              <a:gd name="connsiteX3125" fmla="*/ 8724229 w 10321503"/>
              <a:gd name="connsiteY3125" fmla="*/ 695966 h 5599766"/>
              <a:gd name="connsiteX3126" fmla="*/ 8723617 w 10321503"/>
              <a:gd name="connsiteY3126" fmla="*/ 695608 h 5599766"/>
              <a:gd name="connsiteX3127" fmla="*/ 8720084 w 10321503"/>
              <a:gd name="connsiteY3127" fmla="*/ 689467 h 5599766"/>
              <a:gd name="connsiteX3128" fmla="*/ 8720084 w 10321503"/>
              <a:gd name="connsiteY3128" fmla="*/ 688801 h 5599766"/>
              <a:gd name="connsiteX3129" fmla="*/ 8723617 w 10321503"/>
              <a:gd name="connsiteY3129" fmla="*/ 682659 h 5599766"/>
              <a:gd name="connsiteX3130" fmla="*/ 8724229 w 10321503"/>
              <a:gd name="connsiteY3130" fmla="*/ 682301 h 5599766"/>
              <a:gd name="connsiteX3131" fmla="*/ 8731293 w 10321503"/>
              <a:gd name="connsiteY3131" fmla="*/ 682301 h 5599766"/>
              <a:gd name="connsiteX3132" fmla="*/ 8731908 w 10321503"/>
              <a:gd name="connsiteY3132" fmla="*/ 682659 h 5599766"/>
              <a:gd name="connsiteX3133" fmla="*/ 8735440 w 10321503"/>
              <a:gd name="connsiteY3133" fmla="*/ 688801 h 5599766"/>
              <a:gd name="connsiteX3134" fmla="*/ 8735440 w 10321503"/>
              <a:gd name="connsiteY3134" fmla="*/ 689467 h 5599766"/>
              <a:gd name="connsiteX3135" fmla="*/ 8731908 w 10321503"/>
              <a:gd name="connsiteY3135" fmla="*/ 695608 h 5599766"/>
              <a:gd name="connsiteX3136" fmla="*/ 8731293 w 10321503"/>
              <a:gd name="connsiteY3136" fmla="*/ 695966 h 5599766"/>
              <a:gd name="connsiteX3137" fmla="*/ 8929609 w 10321503"/>
              <a:gd name="connsiteY3137" fmla="*/ 695966 h 5599766"/>
              <a:gd name="connsiteX3138" fmla="*/ 8922546 w 10321503"/>
              <a:gd name="connsiteY3138" fmla="*/ 695966 h 5599766"/>
              <a:gd name="connsiteX3139" fmla="*/ 8921932 w 10321503"/>
              <a:gd name="connsiteY3139" fmla="*/ 695608 h 5599766"/>
              <a:gd name="connsiteX3140" fmla="*/ 8918400 w 10321503"/>
              <a:gd name="connsiteY3140" fmla="*/ 689467 h 5599766"/>
              <a:gd name="connsiteX3141" fmla="*/ 8918400 w 10321503"/>
              <a:gd name="connsiteY3141" fmla="*/ 688801 h 5599766"/>
              <a:gd name="connsiteX3142" fmla="*/ 8921932 w 10321503"/>
              <a:gd name="connsiteY3142" fmla="*/ 682659 h 5599766"/>
              <a:gd name="connsiteX3143" fmla="*/ 8922546 w 10321503"/>
              <a:gd name="connsiteY3143" fmla="*/ 682301 h 5599766"/>
              <a:gd name="connsiteX3144" fmla="*/ 8929609 w 10321503"/>
              <a:gd name="connsiteY3144" fmla="*/ 682301 h 5599766"/>
              <a:gd name="connsiteX3145" fmla="*/ 8930223 w 10321503"/>
              <a:gd name="connsiteY3145" fmla="*/ 682659 h 5599766"/>
              <a:gd name="connsiteX3146" fmla="*/ 8933753 w 10321503"/>
              <a:gd name="connsiteY3146" fmla="*/ 688801 h 5599766"/>
              <a:gd name="connsiteX3147" fmla="*/ 8933753 w 10321503"/>
              <a:gd name="connsiteY3147" fmla="*/ 689467 h 5599766"/>
              <a:gd name="connsiteX3148" fmla="*/ 8930223 w 10321503"/>
              <a:gd name="connsiteY3148" fmla="*/ 695608 h 5599766"/>
              <a:gd name="connsiteX3149" fmla="*/ 8929609 w 10321503"/>
              <a:gd name="connsiteY3149" fmla="*/ 695966 h 5599766"/>
              <a:gd name="connsiteX3150" fmla="*/ 9127718 w 10321503"/>
              <a:gd name="connsiteY3150" fmla="*/ 695966 h 5599766"/>
              <a:gd name="connsiteX3151" fmla="*/ 9120655 w 10321503"/>
              <a:gd name="connsiteY3151" fmla="*/ 695966 h 5599766"/>
              <a:gd name="connsiteX3152" fmla="*/ 9120041 w 10321503"/>
              <a:gd name="connsiteY3152" fmla="*/ 695608 h 5599766"/>
              <a:gd name="connsiteX3153" fmla="*/ 9116509 w 10321503"/>
              <a:gd name="connsiteY3153" fmla="*/ 689467 h 5599766"/>
              <a:gd name="connsiteX3154" fmla="*/ 9116509 w 10321503"/>
              <a:gd name="connsiteY3154" fmla="*/ 688801 h 5599766"/>
              <a:gd name="connsiteX3155" fmla="*/ 9120041 w 10321503"/>
              <a:gd name="connsiteY3155" fmla="*/ 682659 h 5599766"/>
              <a:gd name="connsiteX3156" fmla="*/ 9120655 w 10321503"/>
              <a:gd name="connsiteY3156" fmla="*/ 682301 h 5599766"/>
              <a:gd name="connsiteX3157" fmla="*/ 9127718 w 10321503"/>
              <a:gd name="connsiteY3157" fmla="*/ 682301 h 5599766"/>
              <a:gd name="connsiteX3158" fmla="*/ 9128331 w 10321503"/>
              <a:gd name="connsiteY3158" fmla="*/ 682659 h 5599766"/>
              <a:gd name="connsiteX3159" fmla="*/ 9131863 w 10321503"/>
              <a:gd name="connsiteY3159" fmla="*/ 688801 h 5599766"/>
              <a:gd name="connsiteX3160" fmla="*/ 9131863 w 10321503"/>
              <a:gd name="connsiteY3160" fmla="*/ 689467 h 5599766"/>
              <a:gd name="connsiteX3161" fmla="*/ 9128331 w 10321503"/>
              <a:gd name="connsiteY3161" fmla="*/ 695608 h 5599766"/>
              <a:gd name="connsiteX3162" fmla="*/ 9127718 w 10321503"/>
              <a:gd name="connsiteY3162" fmla="*/ 695966 h 5599766"/>
              <a:gd name="connsiteX3163" fmla="*/ 9326012 w 10321503"/>
              <a:gd name="connsiteY3163" fmla="*/ 695966 h 5599766"/>
              <a:gd name="connsiteX3164" fmla="*/ 9318948 w 10321503"/>
              <a:gd name="connsiteY3164" fmla="*/ 695966 h 5599766"/>
              <a:gd name="connsiteX3165" fmla="*/ 9318334 w 10321503"/>
              <a:gd name="connsiteY3165" fmla="*/ 695608 h 5599766"/>
              <a:gd name="connsiteX3166" fmla="*/ 9314801 w 10321503"/>
              <a:gd name="connsiteY3166" fmla="*/ 689467 h 5599766"/>
              <a:gd name="connsiteX3167" fmla="*/ 9314801 w 10321503"/>
              <a:gd name="connsiteY3167" fmla="*/ 688801 h 5599766"/>
              <a:gd name="connsiteX3168" fmla="*/ 9318334 w 10321503"/>
              <a:gd name="connsiteY3168" fmla="*/ 682659 h 5599766"/>
              <a:gd name="connsiteX3169" fmla="*/ 9318948 w 10321503"/>
              <a:gd name="connsiteY3169" fmla="*/ 682301 h 5599766"/>
              <a:gd name="connsiteX3170" fmla="*/ 9326012 w 10321503"/>
              <a:gd name="connsiteY3170" fmla="*/ 682301 h 5599766"/>
              <a:gd name="connsiteX3171" fmla="*/ 9326626 w 10321503"/>
              <a:gd name="connsiteY3171" fmla="*/ 682659 h 5599766"/>
              <a:gd name="connsiteX3172" fmla="*/ 9330156 w 10321503"/>
              <a:gd name="connsiteY3172" fmla="*/ 688801 h 5599766"/>
              <a:gd name="connsiteX3173" fmla="*/ 9330156 w 10321503"/>
              <a:gd name="connsiteY3173" fmla="*/ 689467 h 5599766"/>
              <a:gd name="connsiteX3174" fmla="*/ 9326626 w 10321503"/>
              <a:gd name="connsiteY3174" fmla="*/ 695608 h 5599766"/>
              <a:gd name="connsiteX3175" fmla="*/ 9326012 w 10321503"/>
              <a:gd name="connsiteY3175" fmla="*/ 695966 h 5599766"/>
              <a:gd name="connsiteX3176" fmla="*/ 9524180 w 10321503"/>
              <a:gd name="connsiteY3176" fmla="*/ 695966 h 5599766"/>
              <a:gd name="connsiteX3177" fmla="*/ 9517118 w 10321503"/>
              <a:gd name="connsiteY3177" fmla="*/ 695966 h 5599766"/>
              <a:gd name="connsiteX3178" fmla="*/ 9516504 w 10321503"/>
              <a:gd name="connsiteY3178" fmla="*/ 695608 h 5599766"/>
              <a:gd name="connsiteX3179" fmla="*/ 9512972 w 10321503"/>
              <a:gd name="connsiteY3179" fmla="*/ 689467 h 5599766"/>
              <a:gd name="connsiteX3180" fmla="*/ 9512972 w 10321503"/>
              <a:gd name="connsiteY3180" fmla="*/ 688801 h 5599766"/>
              <a:gd name="connsiteX3181" fmla="*/ 9516504 w 10321503"/>
              <a:gd name="connsiteY3181" fmla="*/ 682659 h 5599766"/>
              <a:gd name="connsiteX3182" fmla="*/ 9517118 w 10321503"/>
              <a:gd name="connsiteY3182" fmla="*/ 682301 h 5599766"/>
              <a:gd name="connsiteX3183" fmla="*/ 9524180 w 10321503"/>
              <a:gd name="connsiteY3183" fmla="*/ 682301 h 5599766"/>
              <a:gd name="connsiteX3184" fmla="*/ 9524795 w 10321503"/>
              <a:gd name="connsiteY3184" fmla="*/ 682659 h 5599766"/>
              <a:gd name="connsiteX3185" fmla="*/ 9528326 w 10321503"/>
              <a:gd name="connsiteY3185" fmla="*/ 688801 h 5599766"/>
              <a:gd name="connsiteX3186" fmla="*/ 9528326 w 10321503"/>
              <a:gd name="connsiteY3186" fmla="*/ 689467 h 5599766"/>
              <a:gd name="connsiteX3187" fmla="*/ 9524795 w 10321503"/>
              <a:gd name="connsiteY3187" fmla="*/ 695608 h 5599766"/>
              <a:gd name="connsiteX3188" fmla="*/ 9524180 w 10321503"/>
              <a:gd name="connsiteY3188" fmla="*/ 695966 h 5599766"/>
              <a:gd name="connsiteX3189" fmla="*/ 9722535 w 10321503"/>
              <a:gd name="connsiteY3189" fmla="*/ 695966 h 5599766"/>
              <a:gd name="connsiteX3190" fmla="*/ 9715473 w 10321503"/>
              <a:gd name="connsiteY3190" fmla="*/ 695966 h 5599766"/>
              <a:gd name="connsiteX3191" fmla="*/ 9714859 w 10321503"/>
              <a:gd name="connsiteY3191" fmla="*/ 695608 h 5599766"/>
              <a:gd name="connsiteX3192" fmla="*/ 9711327 w 10321503"/>
              <a:gd name="connsiteY3192" fmla="*/ 689467 h 5599766"/>
              <a:gd name="connsiteX3193" fmla="*/ 9711327 w 10321503"/>
              <a:gd name="connsiteY3193" fmla="*/ 688801 h 5599766"/>
              <a:gd name="connsiteX3194" fmla="*/ 9714859 w 10321503"/>
              <a:gd name="connsiteY3194" fmla="*/ 682659 h 5599766"/>
              <a:gd name="connsiteX3195" fmla="*/ 9715473 w 10321503"/>
              <a:gd name="connsiteY3195" fmla="*/ 682301 h 5599766"/>
              <a:gd name="connsiteX3196" fmla="*/ 9722535 w 10321503"/>
              <a:gd name="connsiteY3196" fmla="*/ 682301 h 5599766"/>
              <a:gd name="connsiteX3197" fmla="*/ 9723150 w 10321503"/>
              <a:gd name="connsiteY3197" fmla="*/ 682659 h 5599766"/>
              <a:gd name="connsiteX3198" fmla="*/ 9726681 w 10321503"/>
              <a:gd name="connsiteY3198" fmla="*/ 688801 h 5599766"/>
              <a:gd name="connsiteX3199" fmla="*/ 9726681 w 10321503"/>
              <a:gd name="connsiteY3199" fmla="*/ 689467 h 5599766"/>
              <a:gd name="connsiteX3200" fmla="*/ 9723150 w 10321503"/>
              <a:gd name="connsiteY3200" fmla="*/ 695608 h 5599766"/>
              <a:gd name="connsiteX3201" fmla="*/ 9722535 w 10321503"/>
              <a:gd name="connsiteY3201" fmla="*/ 695966 h 5599766"/>
              <a:gd name="connsiteX3202" fmla="*/ 9920816 w 10321503"/>
              <a:gd name="connsiteY3202" fmla="*/ 695966 h 5599766"/>
              <a:gd name="connsiteX3203" fmla="*/ 9913754 w 10321503"/>
              <a:gd name="connsiteY3203" fmla="*/ 695966 h 5599766"/>
              <a:gd name="connsiteX3204" fmla="*/ 9913140 w 10321503"/>
              <a:gd name="connsiteY3204" fmla="*/ 695608 h 5599766"/>
              <a:gd name="connsiteX3205" fmla="*/ 9909608 w 10321503"/>
              <a:gd name="connsiteY3205" fmla="*/ 689467 h 5599766"/>
              <a:gd name="connsiteX3206" fmla="*/ 9909608 w 10321503"/>
              <a:gd name="connsiteY3206" fmla="*/ 688801 h 5599766"/>
              <a:gd name="connsiteX3207" fmla="*/ 9913140 w 10321503"/>
              <a:gd name="connsiteY3207" fmla="*/ 682659 h 5599766"/>
              <a:gd name="connsiteX3208" fmla="*/ 9913754 w 10321503"/>
              <a:gd name="connsiteY3208" fmla="*/ 682301 h 5599766"/>
              <a:gd name="connsiteX3209" fmla="*/ 9920816 w 10321503"/>
              <a:gd name="connsiteY3209" fmla="*/ 682301 h 5599766"/>
              <a:gd name="connsiteX3210" fmla="*/ 9921431 w 10321503"/>
              <a:gd name="connsiteY3210" fmla="*/ 682659 h 5599766"/>
              <a:gd name="connsiteX3211" fmla="*/ 9924962 w 10321503"/>
              <a:gd name="connsiteY3211" fmla="*/ 688801 h 5599766"/>
              <a:gd name="connsiteX3212" fmla="*/ 9924962 w 10321503"/>
              <a:gd name="connsiteY3212" fmla="*/ 689467 h 5599766"/>
              <a:gd name="connsiteX3213" fmla="*/ 9921431 w 10321503"/>
              <a:gd name="connsiteY3213" fmla="*/ 695608 h 5599766"/>
              <a:gd name="connsiteX3214" fmla="*/ 9920816 w 10321503"/>
              <a:gd name="connsiteY3214" fmla="*/ 695966 h 5599766"/>
              <a:gd name="connsiteX3215" fmla="*/ 10118930 w 10321503"/>
              <a:gd name="connsiteY3215" fmla="*/ 695966 h 5599766"/>
              <a:gd name="connsiteX3216" fmla="*/ 10111867 w 10321503"/>
              <a:gd name="connsiteY3216" fmla="*/ 695966 h 5599766"/>
              <a:gd name="connsiteX3217" fmla="*/ 10111253 w 10321503"/>
              <a:gd name="connsiteY3217" fmla="*/ 695608 h 5599766"/>
              <a:gd name="connsiteX3218" fmla="*/ 10107721 w 10321503"/>
              <a:gd name="connsiteY3218" fmla="*/ 689467 h 5599766"/>
              <a:gd name="connsiteX3219" fmla="*/ 10107721 w 10321503"/>
              <a:gd name="connsiteY3219" fmla="*/ 688801 h 5599766"/>
              <a:gd name="connsiteX3220" fmla="*/ 10111253 w 10321503"/>
              <a:gd name="connsiteY3220" fmla="*/ 682659 h 5599766"/>
              <a:gd name="connsiteX3221" fmla="*/ 10111867 w 10321503"/>
              <a:gd name="connsiteY3221" fmla="*/ 682301 h 5599766"/>
              <a:gd name="connsiteX3222" fmla="*/ 10118930 w 10321503"/>
              <a:gd name="connsiteY3222" fmla="*/ 682301 h 5599766"/>
              <a:gd name="connsiteX3223" fmla="*/ 10119545 w 10321503"/>
              <a:gd name="connsiteY3223" fmla="*/ 682659 h 5599766"/>
              <a:gd name="connsiteX3224" fmla="*/ 10123076 w 10321503"/>
              <a:gd name="connsiteY3224" fmla="*/ 688801 h 5599766"/>
              <a:gd name="connsiteX3225" fmla="*/ 10123076 w 10321503"/>
              <a:gd name="connsiteY3225" fmla="*/ 689467 h 5599766"/>
              <a:gd name="connsiteX3226" fmla="*/ 10119545 w 10321503"/>
              <a:gd name="connsiteY3226" fmla="*/ 695608 h 5599766"/>
              <a:gd name="connsiteX3227" fmla="*/ 10118930 w 10321503"/>
              <a:gd name="connsiteY3227" fmla="*/ 695966 h 5599766"/>
              <a:gd name="connsiteX3228" fmla="*/ 10317113 w 10321503"/>
              <a:gd name="connsiteY3228" fmla="*/ 695966 h 5599766"/>
              <a:gd name="connsiteX3229" fmla="*/ 10310050 w 10321503"/>
              <a:gd name="connsiteY3229" fmla="*/ 695966 h 5599766"/>
              <a:gd name="connsiteX3230" fmla="*/ 10309436 w 10321503"/>
              <a:gd name="connsiteY3230" fmla="*/ 695608 h 5599766"/>
              <a:gd name="connsiteX3231" fmla="*/ 10305904 w 10321503"/>
              <a:gd name="connsiteY3231" fmla="*/ 689467 h 5599766"/>
              <a:gd name="connsiteX3232" fmla="*/ 10305904 w 10321503"/>
              <a:gd name="connsiteY3232" fmla="*/ 688801 h 5599766"/>
              <a:gd name="connsiteX3233" fmla="*/ 10309436 w 10321503"/>
              <a:gd name="connsiteY3233" fmla="*/ 682659 h 5599766"/>
              <a:gd name="connsiteX3234" fmla="*/ 10310050 w 10321503"/>
              <a:gd name="connsiteY3234" fmla="*/ 682301 h 5599766"/>
              <a:gd name="connsiteX3235" fmla="*/ 10317113 w 10321503"/>
              <a:gd name="connsiteY3235" fmla="*/ 682301 h 5599766"/>
              <a:gd name="connsiteX3236" fmla="*/ 10317728 w 10321503"/>
              <a:gd name="connsiteY3236" fmla="*/ 682659 h 5599766"/>
              <a:gd name="connsiteX3237" fmla="*/ 10321259 w 10321503"/>
              <a:gd name="connsiteY3237" fmla="*/ 688801 h 5599766"/>
              <a:gd name="connsiteX3238" fmla="*/ 10321259 w 10321503"/>
              <a:gd name="connsiteY3238" fmla="*/ 689467 h 5599766"/>
              <a:gd name="connsiteX3239" fmla="*/ 10317728 w 10321503"/>
              <a:gd name="connsiteY3239" fmla="*/ 695608 h 5599766"/>
              <a:gd name="connsiteX3240" fmla="*/ 10317113 w 10321503"/>
              <a:gd name="connsiteY3240" fmla="*/ 695966 h 5599766"/>
              <a:gd name="connsiteX3241" fmla="*/ 1597154 w 10321503"/>
              <a:gd name="connsiteY3241" fmla="*/ 859284 h 5599766"/>
              <a:gd name="connsiteX3242" fmla="*/ 1590090 w 10321503"/>
              <a:gd name="connsiteY3242" fmla="*/ 859284 h 5599766"/>
              <a:gd name="connsiteX3243" fmla="*/ 1589476 w 10321503"/>
              <a:gd name="connsiteY3243" fmla="*/ 858926 h 5599766"/>
              <a:gd name="connsiteX3244" fmla="*/ 1585944 w 10321503"/>
              <a:gd name="connsiteY3244" fmla="*/ 852783 h 5599766"/>
              <a:gd name="connsiteX3245" fmla="*/ 1585944 w 10321503"/>
              <a:gd name="connsiteY3245" fmla="*/ 852118 h 5599766"/>
              <a:gd name="connsiteX3246" fmla="*/ 1589476 w 10321503"/>
              <a:gd name="connsiteY3246" fmla="*/ 845977 h 5599766"/>
              <a:gd name="connsiteX3247" fmla="*/ 1590090 w 10321503"/>
              <a:gd name="connsiteY3247" fmla="*/ 845618 h 5599766"/>
              <a:gd name="connsiteX3248" fmla="*/ 1597154 w 10321503"/>
              <a:gd name="connsiteY3248" fmla="*/ 845618 h 5599766"/>
              <a:gd name="connsiteX3249" fmla="*/ 1597768 w 10321503"/>
              <a:gd name="connsiteY3249" fmla="*/ 845977 h 5599766"/>
              <a:gd name="connsiteX3250" fmla="*/ 1601298 w 10321503"/>
              <a:gd name="connsiteY3250" fmla="*/ 852118 h 5599766"/>
              <a:gd name="connsiteX3251" fmla="*/ 1601298 w 10321503"/>
              <a:gd name="connsiteY3251" fmla="*/ 852783 h 5599766"/>
              <a:gd name="connsiteX3252" fmla="*/ 1597768 w 10321503"/>
              <a:gd name="connsiteY3252" fmla="*/ 858926 h 5599766"/>
              <a:gd name="connsiteX3253" fmla="*/ 1597154 w 10321503"/>
              <a:gd name="connsiteY3253" fmla="*/ 859284 h 5599766"/>
              <a:gd name="connsiteX3254" fmla="*/ 1398928 w 10321503"/>
              <a:gd name="connsiteY3254" fmla="*/ 859296 h 5599766"/>
              <a:gd name="connsiteX3255" fmla="*/ 1391866 w 10321503"/>
              <a:gd name="connsiteY3255" fmla="*/ 859296 h 5599766"/>
              <a:gd name="connsiteX3256" fmla="*/ 1391252 w 10321503"/>
              <a:gd name="connsiteY3256" fmla="*/ 858938 h 5599766"/>
              <a:gd name="connsiteX3257" fmla="*/ 1387720 w 10321503"/>
              <a:gd name="connsiteY3257" fmla="*/ 852794 h 5599766"/>
              <a:gd name="connsiteX3258" fmla="*/ 1387720 w 10321503"/>
              <a:gd name="connsiteY3258" fmla="*/ 852130 h 5599766"/>
              <a:gd name="connsiteX3259" fmla="*/ 1391252 w 10321503"/>
              <a:gd name="connsiteY3259" fmla="*/ 845988 h 5599766"/>
              <a:gd name="connsiteX3260" fmla="*/ 1391866 w 10321503"/>
              <a:gd name="connsiteY3260" fmla="*/ 845630 h 5599766"/>
              <a:gd name="connsiteX3261" fmla="*/ 1398928 w 10321503"/>
              <a:gd name="connsiteY3261" fmla="*/ 845630 h 5599766"/>
              <a:gd name="connsiteX3262" fmla="*/ 1399544 w 10321503"/>
              <a:gd name="connsiteY3262" fmla="*/ 845988 h 5599766"/>
              <a:gd name="connsiteX3263" fmla="*/ 1403074 w 10321503"/>
              <a:gd name="connsiteY3263" fmla="*/ 852130 h 5599766"/>
              <a:gd name="connsiteX3264" fmla="*/ 1403074 w 10321503"/>
              <a:gd name="connsiteY3264" fmla="*/ 852794 h 5599766"/>
              <a:gd name="connsiteX3265" fmla="*/ 1399544 w 10321503"/>
              <a:gd name="connsiteY3265" fmla="*/ 858938 h 5599766"/>
              <a:gd name="connsiteX3266" fmla="*/ 1398928 w 10321503"/>
              <a:gd name="connsiteY3266" fmla="*/ 859296 h 5599766"/>
              <a:gd name="connsiteX3267" fmla="*/ 1200704 w 10321503"/>
              <a:gd name="connsiteY3267" fmla="*/ 859308 h 5599766"/>
              <a:gd name="connsiteX3268" fmla="*/ 1193642 w 10321503"/>
              <a:gd name="connsiteY3268" fmla="*/ 859308 h 5599766"/>
              <a:gd name="connsiteX3269" fmla="*/ 1193028 w 10321503"/>
              <a:gd name="connsiteY3269" fmla="*/ 858949 h 5599766"/>
              <a:gd name="connsiteX3270" fmla="*/ 1189495 w 10321503"/>
              <a:gd name="connsiteY3270" fmla="*/ 852808 h 5599766"/>
              <a:gd name="connsiteX3271" fmla="*/ 1189495 w 10321503"/>
              <a:gd name="connsiteY3271" fmla="*/ 852144 h 5599766"/>
              <a:gd name="connsiteX3272" fmla="*/ 1193028 w 10321503"/>
              <a:gd name="connsiteY3272" fmla="*/ 846002 h 5599766"/>
              <a:gd name="connsiteX3273" fmla="*/ 1193642 w 10321503"/>
              <a:gd name="connsiteY3273" fmla="*/ 845643 h 5599766"/>
              <a:gd name="connsiteX3274" fmla="*/ 1200704 w 10321503"/>
              <a:gd name="connsiteY3274" fmla="*/ 845643 h 5599766"/>
              <a:gd name="connsiteX3275" fmla="*/ 1201318 w 10321503"/>
              <a:gd name="connsiteY3275" fmla="*/ 846002 h 5599766"/>
              <a:gd name="connsiteX3276" fmla="*/ 1204850 w 10321503"/>
              <a:gd name="connsiteY3276" fmla="*/ 852144 h 5599766"/>
              <a:gd name="connsiteX3277" fmla="*/ 1204850 w 10321503"/>
              <a:gd name="connsiteY3277" fmla="*/ 852808 h 5599766"/>
              <a:gd name="connsiteX3278" fmla="*/ 1201318 w 10321503"/>
              <a:gd name="connsiteY3278" fmla="*/ 858949 h 5599766"/>
              <a:gd name="connsiteX3279" fmla="*/ 1200704 w 10321503"/>
              <a:gd name="connsiteY3279" fmla="*/ 859308 h 5599766"/>
              <a:gd name="connsiteX3280" fmla="*/ 605979 w 10321503"/>
              <a:gd name="connsiteY3280" fmla="*/ 859326 h 5599766"/>
              <a:gd name="connsiteX3281" fmla="*/ 598916 w 10321503"/>
              <a:gd name="connsiteY3281" fmla="*/ 859326 h 5599766"/>
              <a:gd name="connsiteX3282" fmla="*/ 598302 w 10321503"/>
              <a:gd name="connsiteY3282" fmla="*/ 858970 h 5599766"/>
              <a:gd name="connsiteX3283" fmla="*/ 594770 w 10321503"/>
              <a:gd name="connsiteY3283" fmla="*/ 852826 h 5599766"/>
              <a:gd name="connsiteX3284" fmla="*/ 594770 w 10321503"/>
              <a:gd name="connsiteY3284" fmla="*/ 852160 h 5599766"/>
              <a:gd name="connsiteX3285" fmla="*/ 598302 w 10321503"/>
              <a:gd name="connsiteY3285" fmla="*/ 846020 h 5599766"/>
              <a:gd name="connsiteX3286" fmla="*/ 598916 w 10321503"/>
              <a:gd name="connsiteY3286" fmla="*/ 845663 h 5599766"/>
              <a:gd name="connsiteX3287" fmla="*/ 605979 w 10321503"/>
              <a:gd name="connsiteY3287" fmla="*/ 845663 h 5599766"/>
              <a:gd name="connsiteX3288" fmla="*/ 606593 w 10321503"/>
              <a:gd name="connsiteY3288" fmla="*/ 846020 h 5599766"/>
              <a:gd name="connsiteX3289" fmla="*/ 610125 w 10321503"/>
              <a:gd name="connsiteY3289" fmla="*/ 852160 h 5599766"/>
              <a:gd name="connsiteX3290" fmla="*/ 610125 w 10321503"/>
              <a:gd name="connsiteY3290" fmla="*/ 852826 h 5599766"/>
              <a:gd name="connsiteX3291" fmla="*/ 606593 w 10321503"/>
              <a:gd name="connsiteY3291" fmla="*/ 858970 h 5599766"/>
              <a:gd name="connsiteX3292" fmla="*/ 605979 w 10321503"/>
              <a:gd name="connsiteY3292" fmla="*/ 859326 h 5599766"/>
              <a:gd name="connsiteX3293" fmla="*/ 804204 w 10321503"/>
              <a:gd name="connsiteY3293" fmla="*/ 859331 h 5599766"/>
              <a:gd name="connsiteX3294" fmla="*/ 797140 w 10321503"/>
              <a:gd name="connsiteY3294" fmla="*/ 859331 h 5599766"/>
              <a:gd name="connsiteX3295" fmla="*/ 796526 w 10321503"/>
              <a:gd name="connsiteY3295" fmla="*/ 858974 h 5599766"/>
              <a:gd name="connsiteX3296" fmla="*/ 792995 w 10321503"/>
              <a:gd name="connsiteY3296" fmla="*/ 852830 h 5599766"/>
              <a:gd name="connsiteX3297" fmla="*/ 792995 w 10321503"/>
              <a:gd name="connsiteY3297" fmla="*/ 852164 h 5599766"/>
              <a:gd name="connsiteX3298" fmla="*/ 796526 w 10321503"/>
              <a:gd name="connsiteY3298" fmla="*/ 846024 h 5599766"/>
              <a:gd name="connsiteX3299" fmla="*/ 797140 w 10321503"/>
              <a:gd name="connsiteY3299" fmla="*/ 845667 h 5599766"/>
              <a:gd name="connsiteX3300" fmla="*/ 804204 w 10321503"/>
              <a:gd name="connsiteY3300" fmla="*/ 845667 h 5599766"/>
              <a:gd name="connsiteX3301" fmla="*/ 804818 w 10321503"/>
              <a:gd name="connsiteY3301" fmla="*/ 846024 h 5599766"/>
              <a:gd name="connsiteX3302" fmla="*/ 808350 w 10321503"/>
              <a:gd name="connsiteY3302" fmla="*/ 852164 h 5599766"/>
              <a:gd name="connsiteX3303" fmla="*/ 808350 w 10321503"/>
              <a:gd name="connsiteY3303" fmla="*/ 852830 h 5599766"/>
              <a:gd name="connsiteX3304" fmla="*/ 804818 w 10321503"/>
              <a:gd name="connsiteY3304" fmla="*/ 858974 h 5599766"/>
              <a:gd name="connsiteX3305" fmla="*/ 804204 w 10321503"/>
              <a:gd name="connsiteY3305" fmla="*/ 859331 h 5599766"/>
              <a:gd name="connsiteX3306" fmla="*/ 1002428 w 10321503"/>
              <a:gd name="connsiteY3306" fmla="*/ 859339 h 5599766"/>
              <a:gd name="connsiteX3307" fmla="*/ 995366 w 10321503"/>
              <a:gd name="connsiteY3307" fmla="*/ 859339 h 5599766"/>
              <a:gd name="connsiteX3308" fmla="*/ 994752 w 10321503"/>
              <a:gd name="connsiteY3308" fmla="*/ 858978 h 5599766"/>
              <a:gd name="connsiteX3309" fmla="*/ 991220 w 10321503"/>
              <a:gd name="connsiteY3309" fmla="*/ 852836 h 5599766"/>
              <a:gd name="connsiteX3310" fmla="*/ 991220 w 10321503"/>
              <a:gd name="connsiteY3310" fmla="*/ 852172 h 5599766"/>
              <a:gd name="connsiteX3311" fmla="*/ 994752 w 10321503"/>
              <a:gd name="connsiteY3311" fmla="*/ 846032 h 5599766"/>
              <a:gd name="connsiteX3312" fmla="*/ 995366 w 10321503"/>
              <a:gd name="connsiteY3312" fmla="*/ 845672 h 5599766"/>
              <a:gd name="connsiteX3313" fmla="*/ 1002428 w 10321503"/>
              <a:gd name="connsiteY3313" fmla="*/ 845672 h 5599766"/>
              <a:gd name="connsiteX3314" fmla="*/ 1003042 w 10321503"/>
              <a:gd name="connsiteY3314" fmla="*/ 846032 h 5599766"/>
              <a:gd name="connsiteX3315" fmla="*/ 1006574 w 10321503"/>
              <a:gd name="connsiteY3315" fmla="*/ 852172 h 5599766"/>
              <a:gd name="connsiteX3316" fmla="*/ 1006574 w 10321503"/>
              <a:gd name="connsiteY3316" fmla="*/ 852836 h 5599766"/>
              <a:gd name="connsiteX3317" fmla="*/ 1003042 w 10321503"/>
              <a:gd name="connsiteY3317" fmla="*/ 858978 h 5599766"/>
              <a:gd name="connsiteX3318" fmla="*/ 1002428 w 10321503"/>
              <a:gd name="connsiteY3318" fmla="*/ 859339 h 5599766"/>
              <a:gd name="connsiteX3319" fmla="*/ 11254 w 10321503"/>
              <a:gd name="connsiteY3319" fmla="*/ 859343 h 5599766"/>
              <a:gd name="connsiteX3320" fmla="*/ 4192 w 10321503"/>
              <a:gd name="connsiteY3320" fmla="*/ 859343 h 5599766"/>
              <a:gd name="connsiteX3321" fmla="*/ 3578 w 10321503"/>
              <a:gd name="connsiteY3321" fmla="*/ 858986 h 5599766"/>
              <a:gd name="connsiteX3322" fmla="*/ 46 w 10321503"/>
              <a:gd name="connsiteY3322" fmla="*/ 852840 h 5599766"/>
              <a:gd name="connsiteX3323" fmla="*/ 46 w 10321503"/>
              <a:gd name="connsiteY3323" fmla="*/ 852176 h 5599766"/>
              <a:gd name="connsiteX3324" fmla="*/ 3578 w 10321503"/>
              <a:gd name="connsiteY3324" fmla="*/ 846039 h 5599766"/>
              <a:gd name="connsiteX3325" fmla="*/ 4192 w 10321503"/>
              <a:gd name="connsiteY3325" fmla="*/ 845679 h 5599766"/>
              <a:gd name="connsiteX3326" fmla="*/ 11254 w 10321503"/>
              <a:gd name="connsiteY3326" fmla="*/ 845679 h 5599766"/>
              <a:gd name="connsiteX3327" fmla="*/ 11868 w 10321503"/>
              <a:gd name="connsiteY3327" fmla="*/ 846039 h 5599766"/>
              <a:gd name="connsiteX3328" fmla="*/ 15400 w 10321503"/>
              <a:gd name="connsiteY3328" fmla="*/ 852176 h 5599766"/>
              <a:gd name="connsiteX3329" fmla="*/ 15400 w 10321503"/>
              <a:gd name="connsiteY3329" fmla="*/ 852840 h 5599766"/>
              <a:gd name="connsiteX3330" fmla="*/ 11868 w 10321503"/>
              <a:gd name="connsiteY3330" fmla="*/ 858986 h 5599766"/>
              <a:gd name="connsiteX3331" fmla="*/ 11254 w 10321503"/>
              <a:gd name="connsiteY3331" fmla="*/ 859343 h 5599766"/>
              <a:gd name="connsiteX3332" fmla="*/ 209480 w 10321503"/>
              <a:gd name="connsiteY3332" fmla="*/ 859348 h 5599766"/>
              <a:gd name="connsiteX3333" fmla="*/ 202416 w 10321503"/>
              <a:gd name="connsiteY3333" fmla="*/ 859348 h 5599766"/>
              <a:gd name="connsiteX3334" fmla="*/ 201803 w 10321503"/>
              <a:gd name="connsiteY3334" fmla="*/ 858994 h 5599766"/>
              <a:gd name="connsiteX3335" fmla="*/ 198270 w 10321503"/>
              <a:gd name="connsiteY3335" fmla="*/ 852848 h 5599766"/>
              <a:gd name="connsiteX3336" fmla="*/ 198270 w 10321503"/>
              <a:gd name="connsiteY3336" fmla="*/ 852185 h 5599766"/>
              <a:gd name="connsiteX3337" fmla="*/ 201803 w 10321503"/>
              <a:gd name="connsiteY3337" fmla="*/ 846045 h 5599766"/>
              <a:gd name="connsiteX3338" fmla="*/ 202416 w 10321503"/>
              <a:gd name="connsiteY3338" fmla="*/ 845688 h 5599766"/>
              <a:gd name="connsiteX3339" fmla="*/ 209480 w 10321503"/>
              <a:gd name="connsiteY3339" fmla="*/ 845688 h 5599766"/>
              <a:gd name="connsiteX3340" fmla="*/ 210094 w 10321503"/>
              <a:gd name="connsiteY3340" fmla="*/ 846045 h 5599766"/>
              <a:gd name="connsiteX3341" fmla="*/ 213625 w 10321503"/>
              <a:gd name="connsiteY3341" fmla="*/ 852185 h 5599766"/>
              <a:gd name="connsiteX3342" fmla="*/ 213625 w 10321503"/>
              <a:gd name="connsiteY3342" fmla="*/ 852848 h 5599766"/>
              <a:gd name="connsiteX3343" fmla="*/ 210094 w 10321503"/>
              <a:gd name="connsiteY3343" fmla="*/ 858994 h 5599766"/>
              <a:gd name="connsiteX3344" fmla="*/ 209480 w 10321503"/>
              <a:gd name="connsiteY3344" fmla="*/ 859348 h 5599766"/>
              <a:gd name="connsiteX3345" fmla="*/ 407754 w 10321503"/>
              <a:gd name="connsiteY3345" fmla="*/ 859348 h 5599766"/>
              <a:gd name="connsiteX3346" fmla="*/ 400692 w 10321503"/>
              <a:gd name="connsiteY3346" fmla="*/ 859348 h 5599766"/>
              <a:gd name="connsiteX3347" fmla="*/ 400078 w 10321503"/>
              <a:gd name="connsiteY3347" fmla="*/ 858989 h 5599766"/>
              <a:gd name="connsiteX3348" fmla="*/ 396546 w 10321503"/>
              <a:gd name="connsiteY3348" fmla="*/ 852848 h 5599766"/>
              <a:gd name="connsiteX3349" fmla="*/ 396546 w 10321503"/>
              <a:gd name="connsiteY3349" fmla="*/ 852182 h 5599766"/>
              <a:gd name="connsiteX3350" fmla="*/ 400078 w 10321503"/>
              <a:gd name="connsiteY3350" fmla="*/ 846041 h 5599766"/>
              <a:gd name="connsiteX3351" fmla="*/ 400692 w 10321503"/>
              <a:gd name="connsiteY3351" fmla="*/ 845685 h 5599766"/>
              <a:gd name="connsiteX3352" fmla="*/ 407754 w 10321503"/>
              <a:gd name="connsiteY3352" fmla="*/ 845685 h 5599766"/>
              <a:gd name="connsiteX3353" fmla="*/ 408369 w 10321503"/>
              <a:gd name="connsiteY3353" fmla="*/ 846041 h 5599766"/>
              <a:gd name="connsiteX3354" fmla="*/ 411900 w 10321503"/>
              <a:gd name="connsiteY3354" fmla="*/ 852182 h 5599766"/>
              <a:gd name="connsiteX3355" fmla="*/ 411900 w 10321503"/>
              <a:gd name="connsiteY3355" fmla="*/ 852848 h 5599766"/>
              <a:gd name="connsiteX3356" fmla="*/ 408369 w 10321503"/>
              <a:gd name="connsiteY3356" fmla="*/ 858989 h 5599766"/>
              <a:gd name="connsiteX3357" fmla="*/ 407754 w 10321503"/>
              <a:gd name="connsiteY3357" fmla="*/ 859348 h 5599766"/>
              <a:gd name="connsiteX3358" fmla="*/ 1795378 w 10321503"/>
              <a:gd name="connsiteY3358" fmla="*/ 859348 h 5599766"/>
              <a:gd name="connsiteX3359" fmla="*/ 1788315 w 10321503"/>
              <a:gd name="connsiteY3359" fmla="*/ 859348 h 5599766"/>
              <a:gd name="connsiteX3360" fmla="*/ 1787701 w 10321503"/>
              <a:gd name="connsiteY3360" fmla="*/ 858993 h 5599766"/>
              <a:gd name="connsiteX3361" fmla="*/ 1784170 w 10321503"/>
              <a:gd name="connsiteY3361" fmla="*/ 852848 h 5599766"/>
              <a:gd name="connsiteX3362" fmla="*/ 1784170 w 10321503"/>
              <a:gd name="connsiteY3362" fmla="*/ 852184 h 5599766"/>
              <a:gd name="connsiteX3363" fmla="*/ 1787701 w 10321503"/>
              <a:gd name="connsiteY3363" fmla="*/ 846044 h 5599766"/>
              <a:gd name="connsiteX3364" fmla="*/ 1788315 w 10321503"/>
              <a:gd name="connsiteY3364" fmla="*/ 845688 h 5599766"/>
              <a:gd name="connsiteX3365" fmla="*/ 1795378 w 10321503"/>
              <a:gd name="connsiteY3365" fmla="*/ 845688 h 5599766"/>
              <a:gd name="connsiteX3366" fmla="*/ 1795992 w 10321503"/>
              <a:gd name="connsiteY3366" fmla="*/ 846044 h 5599766"/>
              <a:gd name="connsiteX3367" fmla="*/ 1799524 w 10321503"/>
              <a:gd name="connsiteY3367" fmla="*/ 852184 h 5599766"/>
              <a:gd name="connsiteX3368" fmla="*/ 1799524 w 10321503"/>
              <a:gd name="connsiteY3368" fmla="*/ 852848 h 5599766"/>
              <a:gd name="connsiteX3369" fmla="*/ 1795992 w 10321503"/>
              <a:gd name="connsiteY3369" fmla="*/ 858993 h 5599766"/>
              <a:gd name="connsiteX3370" fmla="*/ 1795378 w 10321503"/>
              <a:gd name="connsiteY3370" fmla="*/ 859348 h 5599766"/>
              <a:gd name="connsiteX3371" fmla="*/ 1993654 w 10321503"/>
              <a:gd name="connsiteY3371" fmla="*/ 859353 h 5599766"/>
              <a:gd name="connsiteX3372" fmla="*/ 1986590 w 10321503"/>
              <a:gd name="connsiteY3372" fmla="*/ 859353 h 5599766"/>
              <a:gd name="connsiteX3373" fmla="*/ 1985976 w 10321503"/>
              <a:gd name="connsiteY3373" fmla="*/ 858994 h 5599766"/>
              <a:gd name="connsiteX3374" fmla="*/ 1982445 w 10321503"/>
              <a:gd name="connsiteY3374" fmla="*/ 852851 h 5599766"/>
              <a:gd name="connsiteX3375" fmla="*/ 1982445 w 10321503"/>
              <a:gd name="connsiteY3375" fmla="*/ 852186 h 5599766"/>
              <a:gd name="connsiteX3376" fmla="*/ 1985976 w 10321503"/>
              <a:gd name="connsiteY3376" fmla="*/ 846047 h 5599766"/>
              <a:gd name="connsiteX3377" fmla="*/ 1986590 w 10321503"/>
              <a:gd name="connsiteY3377" fmla="*/ 845688 h 5599766"/>
              <a:gd name="connsiteX3378" fmla="*/ 1993654 w 10321503"/>
              <a:gd name="connsiteY3378" fmla="*/ 845688 h 5599766"/>
              <a:gd name="connsiteX3379" fmla="*/ 1994268 w 10321503"/>
              <a:gd name="connsiteY3379" fmla="*/ 846047 h 5599766"/>
              <a:gd name="connsiteX3380" fmla="*/ 1997800 w 10321503"/>
              <a:gd name="connsiteY3380" fmla="*/ 852186 h 5599766"/>
              <a:gd name="connsiteX3381" fmla="*/ 1997800 w 10321503"/>
              <a:gd name="connsiteY3381" fmla="*/ 852851 h 5599766"/>
              <a:gd name="connsiteX3382" fmla="*/ 1994268 w 10321503"/>
              <a:gd name="connsiteY3382" fmla="*/ 858994 h 5599766"/>
              <a:gd name="connsiteX3383" fmla="*/ 1993654 w 10321503"/>
              <a:gd name="connsiteY3383" fmla="*/ 859353 h 5599766"/>
              <a:gd name="connsiteX3384" fmla="*/ 2189611 w 10321503"/>
              <a:gd name="connsiteY3384" fmla="*/ 865069 h 5599766"/>
              <a:gd name="connsiteX3385" fmla="*/ 2182548 w 10321503"/>
              <a:gd name="connsiteY3385" fmla="*/ 865069 h 5599766"/>
              <a:gd name="connsiteX3386" fmla="*/ 2181933 w 10321503"/>
              <a:gd name="connsiteY3386" fmla="*/ 864711 h 5599766"/>
              <a:gd name="connsiteX3387" fmla="*/ 2178401 w 10321503"/>
              <a:gd name="connsiteY3387" fmla="*/ 858570 h 5599766"/>
              <a:gd name="connsiteX3388" fmla="*/ 2178401 w 10321503"/>
              <a:gd name="connsiteY3388" fmla="*/ 857904 h 5599766"/>
              <a:gd name="connsiteX3389" fmla="*/ 2181933 w 10321503"/>
              <a:gd name="connsiteY3389" fmla="*/ 851763 h 5599766"/>
              <a:gd name="connsiteX3390" fmla="*/ 2182548 w 10321503"/>
              <a:gd name="connsiteY3390" fmla="*/ 851404 h 5599766"/>
              <a:gd name="connsiteX3391" fmla="*/ 2189611 w 10321503"/>
              <a:gd name="connsiteY3391" fmla="*/ 851404 h 5599766"/>
              <a:gd name="connsiteX3392" fmla="*/ 2190225 w 10321503"/>
              <a:gd name="connsiteY3392" fmla="*/ 851763 h 5599766"/>
              <a:gd name="connsiteX3393" fmla="*/ 2193757 w 10321503"/>
              <a:gd name="connsiteY3393" fmla="*/ 857904 h 5599766"/>
              <a:gd name="connsiteX3394" fmla="*/ 2193757 w 10321503"/>
              <a:gd name="connsiteY3394" fmla="*/ 858570 h 5599766"/>
              <a:gd name="connsiteX3395" fmla="*/ 2190225 w 10321503"/>
              <a:gd name="connsiteY3395" fmla="*/ 864711 h 5599766"/>
              <a:gd name="connsiteX3396" fmla="*/ 2189611 w 10321503"/>
              <a:gd name="connsiteY3396" fmla="*/ 865069 h 5599766"/>
              <a:gd name="connsiteX3397" fmla="*/ 2387835 w 10321503"/>
              <a:gd name="connsiteY3397" fmla="*/ 865069 h 5599766"/>
              <a:gd name="connsiteX3398" fmla="*/ 2380773 w 10321503"/>
              <a:gd name="connsiteY3398" fmla="*/ 865069 h 5599766"/>
              <a:gd name="connsiteX3399" fmla="*/ 2380159 w 10321503"/>
              <a:gd name="connsiteY3399" fmla="*/ 864711 h 5599766"/>
              <a:gd name="connsiteX3400" fmla="*/ 2376626 w 10321503"/>
              <a:gd name="connsiteY3400" fmla="*/ 858570 h 5599766"/>
              <a:gd name="connsiteX3401" fmla="*/ 2376626 w 10321503"/>
              <a:gd name="connsiteY3401" fmla="*/ 857904 h 5599766"/>
              <a:gd name="connsiteX3402" fmla="*/ 2380159 w 10321503"/>
              <a:gd name="connsiteY3402" fmla="*/ 851763 h 5599766"/>
              <a:gd name="connsiteX3403" fmla="*/ 2380773 w 10321503"/>
              <a:gd name="connsiteY3403" fmla="*/ 851404 h 5599766"/>
              <a:gd name="connsiteX3404" fmla="*/ 2387835 w 10321503"/>
              <a:gd name="connsiteY3404" fmla="*/ 851404 h 5599766"/>
              <a:gd name="connsiteX3405" fmla="*/ 2388449 w 10321503"/>
              <a:gd name="connsiteY3405" fmla="*/ 851763 h 5599766"/>
              <a:gd name="connsiteX3406" fmla="*/ 2391981 w 10321503"/>
              <a:gd name="connsiteY3406" fmla="*/ 857904 h 5599766"/>
              <a:gd name="connsiteX3407" fmla="*/ 2391981 w 10321503"/>
              <a:gd name="connsiteY3407" fmla="*/ 858570 h 5599766"/>
              <a:gd name="connsiteX3408" fmla="*/ 2388449 w 10321503"/>
              <a:gd name="connsiteY3408" fmla="*/ 864711 h 5599766"/>
              <a:gd name="connsiteX3409" fmla="*/ 2387835 w 10321503"/>
              <a:gd name="connsiteY3409" fmla="*/ 865069 h 5599766"/>
              <a:gd name="connsiteX3410" fmla="*/ 2586060 w 10321503"/>
              <a:gd name="connsiteY3410" fmla="*/ 865069 h 5599766"/>
              <a:gd name="connsiteX3411" fmla="*/ 2578998 w 10321503"/>
              <a:gd name="connsiteY3411" fmla="*/ 865069 h 5599766"/>
              <a:gd name="connsiteX3412" fmla="*/ 2578383 w 10321503"/>
              <a:gd name="connsiteY3412" fmla="*/ 864711 h 5599766"/>
              <a:gd name="connsiteX3413" fmla="*/ 2574850 w 10321503"/>
              <a:gd name="connsiteY3413" fmla="*/ 858570 h 5599766"/>
              <a:gd name="connsiteX3414" fmla="*/ 2574850 w 10321503"/>
              <a:gd name="connsiteY3414" fmla="*/ 857904 h 5599766"/>
              <a:gd name="connsiteX3415" fmla="*/ 2578383 w 10321503"/>
              <a:gd name="connsiteY3415" fmla="*/ 851763 h 5599766"/>
              <a:gd name="connsiteX3416" fmla="*/ 2578998 w 10321503"/>
              <a:gd name="connsiteY3416" fmla="*/ 851404 h 5599766"/>
              <a:gd name="connsiteX3417" fmla="*/ 2586060 w 10321503"/>
              <a:gd name="connsiteY3417" fmla="*/ 851404 h 5599766"/>
              <a:gd name="connsiteX3418" fmla="*/ 2586674 w 10321503"/>
              <a:gd name="connsiteY3418" fmla="*/ 851763 h 5599766"/>
              <a:gd name="connsiteX3419" fmla="*/ 2590205 w 10321503"/>
              <a:gd name="connsiteY3419" fmla="*/ 857904 h 5599766"/>
              <a:gd name="connsiteX3420" fmla="*/ 2590205 w 10321503"/>
              <a:gd name="connsiteY3420" fmla="*/ 858570 h 5599766"/>
              <a:gd name="connsiteX3421" fmla="*/ 2586674 w 10321503"/>
              <a:gd name="connsiteY3421" fmla="*/ 864711 h 5599766"/>
              <a:gd name="connsiteX3422" fmla="*/ 2586060 w 10321503"/>
              <a:gd name="connsiteY3422" fmla="*/ 865069 h 5599766"/>
              <a:gd name="connsiteX3423" fmla="*/ 2784284 w 10321503"/>
              <a:gd name="connsiteY3423" fmla="*/ 865069 h 5599766"/>
              <a:gd name="connsiteX3424" fmla="*/ 2777221 w 10321503"/>
              <a:gd name="connsiteY3424" fmla="*/ 865069 h 5599766"/>
              <a:gd name="connsiteX3425" fmla="*/ 2776607 w 10321503"/>
              <a:gd name="connsiteY3425" fmla="*/ 864711 h 5599766"/>
              <a:gd name="connsiteX3426" fmla="*/ 2773075 w 10321503"/>
              <a:gd name="connsiteY3426" fmla="*/ 858570 h 5599766"/>
              <a:gd name="connsiteX3427" fmla="*/ 2773075 w 10321503"/>
              <a:gd name="connsiteY3427" fmla="*/ 857904 h 5599766"/>
              <a:gd name="connsiteX3428" fmla="*/ 2776607 w 10321503"/>
              <a:gd name="connsiteY3428" fmla="*/ 851763 h 5599766"/>
              <a:gd name="connsiteX3429" fmla="*/ 2777221 w 10321503"/>
              <a:gd name="connsiteY3429" fmla="*/ 851404 h 5599766"/>
              <a:gd name="connsiteX3430" fmla="*/ 2784284 w 10321503"/>
              <a:gd name="connsiteY3430" fmla="*/ 851404 h 5599766"/>
              <a:gd name="connsiteX3431" fmla="*/ 2784898 w 10321503"/>
              <a:gd name="connsiteY3431" fmla="*/ 851763 h 5599766"/>
              <a:gd name="connsiteX3432" fmla="*/ 2788430 w 10321503"/>
              <a:gd name="connsiteY3432" fmla="*/ 857904 h 5599766"/>
              <a:gd name="connsiteX3433" fmla="*/ 2788430 w 10321503"/>
              <a:gd name="connsiteY3433" fmla="*/ 858570 h 5599766"/>
              <a:gd name="connsiteX3434" fmla="*/ 2784898 w 10321503"/>
              <a:gd name="connsiteY3434" fmla="*/ 864711 h 5599766"/>
              <a:gd name="connsiteX3435" fmla="*/ 2784284 w 10321503"/>
              <a:gd name="connsiteY3435" fmla="*/ 865069 h 5599766"/>
              <a:gd name="connsiteX3436" fmla="*/ 2982559 w 10321503"/>
              <a:gd name="connsiteY3436" fmla="*/ 865069 h 5599766"/>
              <a:gd name="connsiteX3437" fmla="*/ 2975496 w 10321503"/>
              <a:gd name="connsiteY3437" fmla="*/ 865069 h 5599766"/>
              <a:gd name="connsiteX3438" fmla="*/ 2974882 w 10321503"/>
              <a:gd name="connsiteY3438" fmla="*/ 864711 h 5599766"/>
              <a:gd name="connsiteX3439" fmla="*/ 2971351 w 10321503"/>
              <a:gd name="connsiteY3439" fmla="*/ 858570 h 5599766"/>
              <a:gd name="connsiteX3440" fmla="*/ 2971351 w 10321503"/>
              <a:gd name="connsiteY3440" fmla="*/ 857904 h 5599766"/>
              <a:gd name="connsiteX3441" fmla="*/ 2974882 w 10321503"/>
              <a:gd name="connsiteY3441" fmla="*/ 851763 h 5599766"/>
              <a:gd name="connsiteX3442" fmla="*/ 2975496 w 10321503"/>
              <a:gd name="connsiteY3442" fmla="*/ 851404 h 5599766"/>
              <a:gd name="connsiteX3443" fmla="*/ 2982559 w 10321503"/>
              <a:gd name="connsiteY3443" fmla="*/ 851404 h 5599766"/>
              <a:gd name="connsiteX3444" fmla="*/ 2983173 w 10321503"/>
              <a:gd name="connsiteY3444" fmla="*/ 851763 h 5599766"/>
              <a:gd name="connsiteX3445" fmla="*/ 2986706 w 10321503"/>
              <a:gd name="connsiteY3445" fmla="*/ 857904 h 5599766"/>
              <a:gd name="connsiteX3446" fmla="*/ 2986706 w 10321503"/>
              <a:gd name="connsiteY3446" fmla="*/ 858570 h 5599766"/>
              <a:gd name="connsiteX3447" fmla="*/ 2983173 w 10321503"/>
              <a:gd name="connsiteY3447" fmla="*/ 864711 h 5599766"/>
              <a:gd name="connsiteX3448" fmla="*/ 2982559 w 10321503"/>
              <a:gd name="connsiteY3448" fmla="*/ 865069 h 5599766"/>
              <a:gd name="connsiteX3449" fmla="*/ 3180784 w 10321503"/>
              <a:gd name="connsiteY3449" fmla="*/ 865069 h 5599766"/>
              <a:gd name="connsiteX3450" fmla="*/ 3173721 w 10321503"/>
              <a:gd name="connsiteY3450" fmla="*/ 865069 h 5599766"/>
              <a:gd name="connsiteX3451" fmla="*/ 3173107 w 10321503"/>
              <a:gd name="connsiteY3451" fmla="*/ 864711 h 5599766"/>
              <a:gd name="connsiteX3452" fmla="*/ 3169576 w 10321503"/>
              <a:gd name="connsiteY3452" fmla="*/ 858570 h 5599766"/>
              <a:gd name="connsiteX3453" fmla="*/ 3169576 w 10321503"/>
              <a:gd name="connsiteY3453" fmla="*/ 857904 h 5599766"/>
              <a:gd name="connsiteX3454" fmla="*/ 3173107 w 10321503"/>
              <a:gd name="connsiteY3454" fmla="*/ 851763 h 5599766"/>
              <a:gd name="connsiteX3455" fmla="*/ 3173721 w 10321503"/>
              <a:gd name="connsiteY3455" fmla="*/ 851404 h 5599766"/>
              <a:gd name="connsiteX3456" fmla="*/ 3180784 w 10321503"/>
              <a:gd name="connsiteY3456" fmla="*/ 851404 h 5599766"/>
              <a:gd name="connsiteX3457" fmla="*/ 3181398 w 10321503"/>
              <a:gd name="connsiteY3457" fmla="*/ 851763 h 5599766"/>
              <a:gd name="connsiteX3458" fmla="*/ 3184931 w 10321503"/>
              <a:gd name="connsiteY3458" fmla="*/ 857904 h 5599766"/>
              <a:gd name="connsiteX3459" fmla="*/ 3184931 w 10321503"/>
              <a:gd name="connsiteY3459" fmla="*/ 858570 h 5599766"/>
              <a:gd name="connsiteX3460" fmla="*/ 3181398 w 10321503"/>
              <a:gd name="connsiteY3460" fmla="*/ 864711 h 5599766"/>
              <a:gd name="connsiteX3461" fmla="*/ 3180784 w 10321503"/>
              <a:gd name="connsiteY3461" fmla="*/ 865069 h 5599766"/>
              <a:gd name="connsiteX3462" fmla="*/ 3379008 w 10321503"/>
              <a:gd name="connsiteY3462" fmla="*/ 865069 h 5599766"/>
              <a:gd name="connsiteX3463" fmla="*/ 3371947 w 10321503"/>
              <a:gd name="connsiteY3463" fmla="*/ 865069 h 5599766"/>
              <a:gd name="connsiteX3464" fmla="*/ 3371332 w 10321503"/>
              <a:gd name="connsiteY3464" fmla="*/ 864711 h 5599766"/>
              <a:gd name="connsiteX3465" fmla="*/ 3367800 w 10321503"/>
              <a:gd name="connsiteY3465" fmla="*/ 858570 h 5599766"/>
              <a:gd name="connsiteX3466" fmla="*/ 3367800 w 10321503"/>
              <a:gd name="connsiteY3466" fmla="*/ 857904 h 5599766"/>
              <a:gd name="connsiteX3467" fmla="*/ 3371332 w 10321503"/>
              <a:gd name="connsiteY3467" fmla="*/ 851763 h 5599766"/>
              <a:gd name="connsiteX3468" fmla="*/ 3371947 w 10321503"/>
              <a:gd name="connsiteY3468" fmla="*/ 851404 h 5599766"/>
              <a:gd name="connsiteX3469" fmla="*/ 3379008 w 10321503"/>
              <a:gd name="connsiteY3469" fmla="*/ 851404 h 5599766"/>
              <a:gd name="connsiteX3470" fmla="*/ 3379624 w 10321503"/>
              <a:gd name="connsiteY3470" fmla="*/ 851763 h 5599766"/>
              <a:gd name="connsiteX3471" fmla="*/ 3383155 w 10321503"/>
              <a:gd name="connsiteY3471" fmla="*/ 857904 h 5599766"/>
              <a:gd name="connsiteX3472" fmla="*/ 3383155 w 10321503"/>
              <a:gd name="connsiteY3472" fmla="*/ 858570 h 5599766"/>
              <a:gd name="connsiteX3473" fmla="*/ 3379624 w 10321503"/>
              <a:gd name="connsiteY3473" fmla="*/ 864711 h 5599766"/>
              <a:gd name="connsiteX3474" fmla="*/ 3379008 w 10321503"/>
              <a:gd name="connsiteY3474" fmla="*/ 865069 h 5599766"/>
              <a:gd name="connsiteX3475" fmla="*/ 3577234 w 10321503"/>
              <a:gd name="connsiteY3475" fmla="*/ 865069 h 5599766"/>
              <a:gd name="connsiteX3476" fmla="*/ 3570172 w 10321503"/>
              <a:gd name="connsiteY3476" fmla="*/ 865069 h 5599766"/>
              <a:gd name="connsiteX3477" fmla="*/ 3569557 w 10321503"/>
              <a:gd name="connsiteY3477" fmla="*/ 864711 h 5599766"/>
              <a:gd name="connsiteX3478" fmla="*/ 3566024 w 10321503"/>
              <a:gd name="connsiteY3478" fmla="*/ 858570 h 5599766"/>
              <a:gd name="connsiteX3479" fmla="*/ 3566024 w 10321503"/>
              <a:gd name="connsiteY3479" fmla="*/ 857904 h 5599766"/>
              <a:gd name="connsiteX3480" fmla="*/ 3569557 w 10321503"/>
              <a:gd name="connsiteY3480" fmla="*/ 851763 h 5599766"/>
              <a:gd name="connsiteX3481" fmla="*/ 3570172 w 10321503"/>
              <a:gd name="connsiteY3481" fmla="*/ 851404 h 5599766"/>
              <a:gd name="connsiteX3482" fmla="*/ 3577234 w 10321503"/>
              <a:gd name="connsiteY3482" fmla="*/ 851404 h 5599766"/>
              <a:gd name="connsiteX3483" fmla="*/ 3577848 w 10321503"/>
              <a:gd name="connsiteY3483" fmla="*/ 851763 h 5599766"/>
              <a:gd name="connsiteX3484" fmla="*/ 3581379 w 10321503"/>
              <a:gd name="connsiteY3484" fmla="*/ 857904 h 5599766"/>
              <a:gd name="connsiteX3485" fmla="*/ 3581379 w 10321503"/>
              <a:gd name="connsiteY3485" fmla="*/ 858570 h 5599766"/>
              <a:gd name="connsiteX3486" fmla="*/ 3577848 w 10321503"/>
              <a:gd name="connsiteY3486" fmla="*/ 864711 h 5599766"/>
              <a:gd name="connsiteX3487" fmla="*/ 3577234 w 10321503"/>
              <a:gd name="connsiteY3487" fmla="*/ 865069 h 5599766"/>
              <a:gd name="connsiteX3488" fmla="*/ 3775459 w 10321503"/>
              <a:gd name="connsiteY3488" fmla="*/ 865069 h 5599766"/>
              <a:gd name="connsiteX3489" fmla="*/ 3768396 w 10321503"/>
              <a:gd name="connsiteY3489" fmla="*/ 865069 h 5599766"/>
              <a:gd name="connsiteX3490" fmla="*/ 3767781 w 10321503"/>
              <a:gd name="connsiteY3490" fmla="*/ 864711 h 5599766"/>
              <a:gd name="connsiteX3491" fmla="*/ 3764249 w 10321503"/>
              <a:gd name="connsiteY3491" fmla="*/ 858570 h 5599766"/>
              <a:gd name="connsiteX3492" fmla="*/ 3764249 w 10321503"/>
              <a:gd name="connsiteY3492" fmla="*/ 857904 h 5599766"/>
              <a:gd name="connsiteX3493" fmla="*/ 3767781 w 10321503"/>
              <a:gd name="connsiteY3493" fmla="*/ 851763 h 5599766"/>
              <a:gd name="connsiteX3494" fmla="*/ 3768396 w 10321503"/>
              <a:gd name="connsiteY3494" fmla="*/ 851404 h 5599766"/>
              <a:gd name="connsiteX3495" fmla="*/ 3775459 w 10321503"/>
              <a:gd name="connsiteY3495" fmla="*/ 851404 h 5599766"/>
              <a:gd name="connsiteX3496" fmla="*/ 3776073 w 10321503"/>
              <a:gd name="connsiteY3496" fmla="*/ 851763 h 5599766"/>
              <a:gd name="connsiteX3497" fmla="*/ 3779604 w 10321503"/>
              <a:gd name="connsiteY3497" fmla="*/ 857904 h 5599766"/>
              <a:gd name="connsiteX3498" fmla="*/ 3779604 w 10321503"/>
              <a:gd name="connsiteY3498" fmla="*/ 858570 h 5599766"/>
              <a:gd name="connsiteX3499" fmla="*/ 3776073 w 10321503"/>
              <a:gd name="connsiteY3499" fmla="*/ 864711 h 5599766"/>
              <a:gd name="connsiteX3500" fmla="*/ 3775459 w 10321503"/>
              <a:gd name="connsiteY3500" fmla="*/ 865069 h 5599766"/>
              <a:gd name="connsiteX3501" fmla="*/ 3973734 w 10321503"/>
              <a:gd name="connsiteY3501" fmla="*/ 865069 h 5599766"/>
              <a:gd name="connsiteX3502" fmla="*/ 3966671 w 10321503"/>
              <a:gd name="connsiteY3502" fmla="*/ 865069 h 5599766"/>
              <a:gd name="connsiteX3503" fmla="*/ 3966057 w 10321503"/>
              <a:gd name="connsiteY3503" fmla="*/ 864711 h 5599766"/>
              <a:gd name="connsiteX3504" fmla="*/ 3962525 w 10321503"/>
              <a:gd name="connsiteY3504" fmla="*/ 858570 h 5599766"/>
              <a:gd name="connsiteX3505" fmla="*/ 3962525 w 10321503"/>
              <a:gd name="connsiteY3505" fmla="*/ 857904 h 5599766"/>
              <a:gd name="connsiteX3506" fmla="*/ 3966057 w 10321503"/>
              <a:gd name="connsiteY3506" fmla="*/ 851763 h 5599766"/>
              <a:gd name="connsiteX3507" fmla="*/ 3966671 w 10321503"/>
              <a:gd name="connsiteY3507" fmla="*/ 851404 h 5599766"/>
              <a:gd name="connsiteX3508" fmla="*/ 3973734 w 10321503"/>
              <a:gd name="connsiteY3508" fmla="*/ 851404 h 5599766"/>
              <a:gd name="connsiteX3509" fmla="*/ 3974348 w 10321503"/>
              <a:gd name="connsiteY3509" fmla="*/ 851763 h 5599766"/>
              <a:gd name="connsiteX3510" fmla="*/ 3977880 w 10321503"/>
              <a:gd name="connsiteY3510" fmla="*/ 857904 h 5599766"/>
              <a:gd name="connsiteX3511" fmla="*/ 3977880 w 10321503"/>
              <a:gd name="connsiteY3511" fmla="*/ 858570 h 5599766"/>
              <a:gd name="connsiteX3512" fmla="*/ 3974348 w 10321503"/>
              <a:gd name="connsiteY3512" fmla="*/ 864711 h 5599766"/>
              <a:gd name="connsiteX3513" fmla="*/ 3973734 w 10321503"/>
              <a:gd name="connsiteY3513" fmla="*/ 865069 h 5599766"/>
              <a:gd name="connsiteX3514" fmla="*/ 4171959 w 10321503"/>
              <a:gd name="connsiteY3514" fmla="*/ 865069 h 5599766"/>
              <a:gd name="connsiteX3515" fmla="*/ 4164896 w 10321503"/>
              <a:gd name="connsiteY3515" fmla="*/ 865069 h 5599766"/>
              <a:gd name="connsiteX3516" fmla="*/ 4164282 w 10321503"/>
              <a:gd name="connsiteY3516" fmla="*/ 864711 h 5599766"/>
              <a:gd name="connsiteX3517" fmla="*/ 4160751 w 10321503"/>
              <a:gd name="connsiteY3517" fmla="*/ 858570 h 5599766"/>
              <a:gd name="connsiteX3518" fmla="*/ 4160751 w 10321503"/>
              <a:gd name="connsiteY3518" fmla="*/ 857904 h 5599766"/>
              <a:gd name="connsiteX3519" fmla="*/ 4164282 w 10321503"/>
              <a:gd name="connsiteY3519" fmla="*/ 851763 h 5599766"/>
              <a:gd name="connsiteX3520" fmla="*/ 4164896 w 10321503"/>
              <a:gd name="connsiteY3520" fmla="*/ 851404 h 5599766"/>
              <a:gd name="connsiteX3521" fmla="*/ 4171959 w 10321503"/>
              <a:gd name="connsiteY3521" fmla="*/ 851404 h 5599766"/>
              <a:gd name="connsiteX3522" fmla="*/ 4172573 w 10321503"/>
              <a:gd name="connsiteY3522" fmla="*/ 851763 h 5599766"/>
              <a:gd name="connsiteX3523" fmla="*/ 4176105 w 10321503"/>
              <a:gd name="connsiteY3523" fmla="*/ 857904 h 5599766"/>
              <a:gd name="connsiteX3524" fmla="*/ 4176105 w 10321503"/>
              <a:gd name="connsiteY3524" fmla="*/ 858570 h 5599766"/>
              <a:gd name="connsiteX3525" fmla="*/ 4172573 w 10321503"/>
              <a:gd name="connsiteY3525" fmla="*/ 864711 h 5599766"/>
              <a:gd name="connsiteX3526" fmla="*/ 4171959 w 10321503"/>
              <a:gd name="connsiteY3526" fmla="*/ 865069 h 5599766"/>
              <a:gd name="connsiteX3527" fmla="*/ 4370183 w 10321503"/>
              <a:gd name="connsiteY3527" fmla="*/ 865069 h 5599766"/>
              <a:gd name="connsiteX3528" fmla="*/ 4363121 w 10321503"/>
              <a:gd name="connsiteY3528" fmla="*/ 865069 h 5599766"/>
              <a:gd name="connsiteX3529" fmla="*/ 4362506 w 10321503"/>
              <a:gd name="connsiteY3529" fmla="*/ 864711 h 5599766"/>
              <a:gd name="connsiteX3530" fmla="*/ 4358975 w 10321503"/>
              <a:gd name="connsiteY3530" fmla="*/ 858570 h 5599766"/>
              <a:gd name="connsiteX3531" fmla="*/ 4358975 w 10321503"/>
              <a:gd name="connsiteY3531" fmla="*/ 857904 h 5599766"/>
              <a:gd name="connsiteX3532" fmla="*/ 4362506 w 10321503"/>
              <a:gd name="connsiteY3532" fmla="*/ 851763 h 5599766"/>
              <a:gd name="connsiteX3533" fmla="*/ 4363121 w 10321503"/>
              <a:gd name="connsiteY3533" fmla="*/ 851404 h 5599766"/>
              <a:gd name="connsiteX3534" fmla="*/ 4370183 w 10321503"/>
              <a:gd name="connsiteY3534" fmla="*/ 851404 h 5599766"/>
              <a:gd name="connsiteX3535" fmla="*/ 4370797 w 10321503"/>
              <a:gd name="connsiteY3535" fmla="*/ 851763 h 5599766"/>
              <a:gd name="connsiteX3536" fmla="*/ 4374329 w 10321503"/>
              <a:gd name="connsiteY3536" fmla="*/ 857904 h 5599766"/>
              <a:gd name="connsiteX3537" fmla="*/ 4374329 w 10321503"/>
              <a:gd name="connsiteY3537" fmla="*/ 858570 h 5599766"/>
              <a:gd name="connsiteX3538" fmla="*/ 4370797 w 10321503"/>
              <a:gd name="connsiteY3538" fmla="*/ 864711 h 5599766"/>
              <a:gd name="connsiteX3539" fmla="*/ 4370183 w 10321503"/>
              <a:gd name="connsiteY3539" fmla="*/ 865069 h 5599766"/>
              <a:gd name="connsiteX3540" fmla="*/ 4568408 w 10321503"/>
              <a:gd name="connsiteY3540" fmla="*/ 865069 h 5599766"/>
              <a:gd name="connsiteX3541" fmla="*/ 4561345 w 10321503"/>
              <a:gd name="connsiteY3541" fmla="*/ 865069 h 5599766"/>
              <a:gd name="connsiteX3542" fmla="*/ 4560731 w 10321503"/>
              <a:gd name="connsiteY3542" fmla="*/ 864711 h 5599766"/>
              <a:gd name="connsiteX3543" fmla="*/ 4557199 w 10321503"/>
              <a:gd name="connsiteY3543" fmla="*/ 858570 h 5599766"/>
              <a:gd name="connsiteX3544" fmla="*/ 4557199 w 10321503"/>
              <a:gd name="connsiteY3544" fmla="*/ 857904 h 5599766"/>
              <a:gd name="connsiteX3545" fmla="*/ 4560731 w 10321503"/>
              <a:gd name="connsiteY3545" fmla="*/ 851763 h 5599766"/>
              <a:gd name="connsiteX3546" fmla="*/ 4561345 w 10321503"/>
              <a:gd name="connsiteY3546" fmla="*/ 851404 h 5599766"/>
              <a:gd name="connsiteX3547" fmla="*/ 4568408 w 10321503"/>
              <a:gd name="connsiteY3547" fmla="*/ 851404 h 5599766"/>
              <a:gd name="connsiteX3548" fmla="*/ 4569022 w 10321503"/>
              <a:gd name="connsiteY3548" fmla="*/ 851763 h 5599766"/>
              <a:gd name="connsiteX3549" fmla="*/ 4572554 w 10321503"/>
              <a:gd name="connsiteY3549" fmla="*/ 857904 h 5599766"/>
              <a:gd name="connsiteX3550" fmla="*/ 4572554 w 10321503"/>
              <a:gd name="connsiteY3550" fmla="*/ 858570 h 5599766"/>
              <a:gd name="connsiteX3551" fmla="*/ 4569022 w 10321503"/>
              <a:gd name="connsiteY3551" fmla="*/ 864711 h 5599766"/>
              <a:gd name="connsiteX3552" fmla="*/ 4568408 w 10321503"/>
              <a:gd name="connsiteY3552" fmla="*/ 865069 h 5599766"/>
              <a:gd name="connsiteX3553" fmla="*/ 4766683 w 10321503"/>
              <a:gd name="connsiteY3553" fmla="*/ 865069 h 5599766"/>
              <a:gd name="connsiteX3554" fmla="*/ 4759621 w 10321503"/>
              <a:gd name="connsiteY3554" fmla="*/ 865069 h 5599766"/>
              <a:gd name="connsiteX3555" fmla="*/ 4759007 w 10321503"/>
              <a:gd name="connsiteY3555" fmla="*/ 864711 h 5599766"/>
              <a:gd name="connsiteX3556" fmla="*/ 4755475 w 10321503"/>
              <a:gd name="connsiteY3556" fmla="*/ 858570 h 5599766"/>
              <a:gd name="connsiteX3557" fmla="*/ 4755475 w 10321503"/>
              <a:gd name="connsiteY3557" fmla="*/ 857904 h 5599766"/>
              <a:gd name="connsiteX3558" fmla="*/ 4759007 w 10321503"/>
              <a:gd name="connsiteY3558" fmla="*/ 851763 h 5599766"/>
              <a:gd name="connsiteX3559" fmla="*/ 4759621 w 10321503"/>
              <a:gd name="connsiteY3559" fmla="*/ 851404 h 5599766"/>
              <a:gd name="connsiteX3560" fmla="*/ 4766683 w 10321503"/>
              <a:gd name="connsiteY3560" fmla="*/ 851404 h 5599766"/>
              <a:gd name="connsiteX3561" fmla="*/ 4767297 w 10321503"/>
              <a:gd name="connsiteY3561" fmla="*/ 851763 h 5599766"/>
              <a:gd name="connsiteX3562" fmla="*/ 4770829 w 10321503"/>
              <a:gd name="connsiteY3562" fmla="*/ 857904 h 5599766"/>
              <a:gd name="connsiteX3563" fmla="*/ 4770829 w 10321503"/>
              <a:gd name="connsiteY3563" fmla="*/ 858570 h 5599766"/>
              <a:gd name="connsiteX3564" fmla="*/ 4767297 w 10321503"/>
              <a:gd name="connsiteY3564" fmla="*/ 864711 h 5599766"/>
              <a:gd name="connsiteX3565" fmla="*/ 4766683 w 10321503"/>
              <a:gd name="connsiteY3565" fmla="*/ 865069 h 5599766"/>
              <a:gd name="connsiteX3566" fmla="*/ 4964909 w 10321503"/>
              <a:gd name="connsiteY3566" fmla="*/ 865069 h 5599766"/>
              <a:gd name="connsiteX3567" fmla="*/ 4957846 w 10321503"/>
              <a:gd name="connsiteY3567" fmla="*/ 865069 h 5599766"/>
              <a:gd name="connsiteX3568" fmla="*/ 4957232 w 10321503"/>
              <a:gd name="connsiteY3568" fmla="*/ 864711 h 5599766"/>
              <a:gd name="connsiteX3569" fmla="*/ 4953699 w 10321503"/>
              <a:gd name="connsiteY3569" fmla="*/ 858570 h 5599766"/>
              <a:gd name="connsiteX3570" fmla="*/ 4953699 w 10321503"/>
              <a:gd name="connsiteY3570" fmla="*/ 857904 h 5599766"/>
              <a:gd name="connsiteX3571" fmla="*/ 4957232 w 10321503"/>
              <a:gd name="connsiteY3571" fmla="*/ 851763 h 5599766"/>
              <a:gd name="connsiteX3572" fmla="*/ 4957846 w 10321503"/>
              <a:gd name="connsiteY3572" fmla="*/ 851404 h 5599766"/>
              <a:gd name="connsiteX3573" fmla="*/ 4964909 w 10321503"/>
              <a:gd name="connsiteY3573" fmla="*/ 851404 h 5599766"/>
              <a:gd name="connsiteX3574" fmla="*/ 4965523 w 10321503"/>
              <a:gd name="connsiteY3574" fmla="*/ 851763 h 5599766"/>
              <a:gd name="connsiteX3575" fmla="*/ 4969054 w 10321503"/>
              <a:gd name="connsiteY3575" fmla="*/ 857904 h 5599766"/>
              <a:gd name="connsiteX3576" fmla="*/ 4969054 w 10321503"/>
              <a:gd name="connsiteY3576" fmla="*/ 858570 h 5599766"/>
              <a:gd name="connsiteX3577" fmla="*/ 4965523 w 10321503"/>
              <a:gd name="connsiteY3577" fmla="*/ 864711 h 5599766"/>
              <a:gd name="connsiteX3578" fmla="*/ 4964909 w 10321503"/>
              <a:gd name="connsiteY3578" fmla="*/ 865069 h 5599766"/>
              <a:gd name="connsiteX3579" fmla="*/ 5163134 w 10321503"/>
              <a:gd name="connsiteY3579" fmla="*/ 865069 h 5599766"/>
              <a:gd name="connsiteX3580" fmla="*/ 5156070 w 10321503"/>
              <a:gd name="connsiteY3580" fmla="*/ 865069 h 5599766"/>
              <a:gd name="connsiteX3581" fmla="*/ 5155456 w 10321503"/>
              <a:gd name="connsiteY3581" fmla="*/ 864711 h 5599766"/>
              <a:gd name="connsiteX3582" fmla="*/ 5151924 w 10321503"/>
              <a:gd name="connsiteY3582" fmla="*/ 858570 h 5599766"/>
              <a:gd name="connsiteX3583" fmla="*/ 5151924 w 10321503"/>
              <a:gd name="connsiteY3583" fmla="*/ 857904 h 5599766"/>
              <a:gd name="connsiteX3584" fmla="*/ 5155456 w 10321503"/>
              <a:gd name="connsiteY3584" fmla="*/ 851763 h 5599766"/>
              <a:gd name="connsiteX3585" fmla="*/ 5156070 w 10321503"/>
              <a:gd name="connsiteY3585" fmla="*/ 851404 h 5599766"/>
              <a:gd name="connsiteX3586" fmla="*/ 5163134 w 10321503"/>
              <a:gd name="connsiteY3586" fmla="*/ 851404 h 5599766"/>
              <a:gd name="connsiteX3587" fmla="*/ 5163748 w 10321503"/>
              <a:gd name="connsiteY3587" fmla="*/ 851763 h 5599766"/>
              <a:gd name="connsiteX3588" fmla="*/ 5167279 w 10321503"/>
              <a:gd name="connsiteY3588" fmla="*/ 857904 h 5599766"/>
              <a:gd name="connsiteX3589" fmla="*/ 5167279 w 10321503"/>
              <a:gd name="connsiteY3589" fmla="*/ 858570 h 5599766"/>
              <a:gd name="connsiteX3590" fmla="*/ 5163748 w 10321503"/>
              <a:gd name="connsiteY3590" fmla="*/ 864711 h 5599766"/>
              <a:gd name="connsiteX3591" fmla="*/ 5163134 w 10321503"/>
              <a:gd name="connsiteY3591" fmla="*/ 865069 h 5599766"/>
              <a:gd name="connsiteX3592" fmla="*/ 5361358 w 10321503"/>
              <a:gd name="connsiteY3592" fmla="*/ 865069 h 5599766"/>
              <a:gd name="connsiteX3593" fmla="*/ 5354295 w 10321503"/>
              <a:gd name="connsiteY3593" fmla="*/ 865069 h 5599766"/>
              <a:gd name="connsiteX3594" fmla="*/ 5353680 w 10321503"/>
              <a:gd name="connsiteY3594" fmla="*/ 864711 h 5599766"/>
              <a:gd name="connsiteX3595" fmla="*/ 5350149 w 10321503"/>
              <a:gd name="connsiteY3595" fmla="*/ 858570 h 5599766"/>
              <a:gd name="connsiteX3596" fmla="*/ 5350149 w 10321503"/>
              <a:gd name="connsiteY3596" fmla="*/ 857904 h 5599766"/>
              <a:gd name="connsiteX3597" fmla="*/ 5353680 w 10321503"/>
              <a:gd name="connsiteY3597" fmla="*/ 851763 h 5599766"/>
              <a:gd name="connsiteX3598" fmla="*/ 5354295 w 10321503"/>
              <a:gd name="connsiteY3598" fmla="*/ 851404 h 5599766"/>
              <a:gd name="connsiteX3599" fmla="*/ 5361358 w 10321503"/>
              <a:gd name="connsiteY3599" fmla="*/ 851404 h 5599766"/>
              <a:gd name="connsiteX3600" fmla="*/ 5361972 w 10321503"/>
              <a:gd name="connsiteY3600" fmla="*/ 851763 h 5599766"/>
              <a:gd name="connsiteX3601" fmla="*/ 5365503 w 10321503"/>
              <a:gd name="connsiteY3601" fmla="*/ 857904 h 5599766"/>
              <a:gd name="connsiteX3602" fmla="*/ 5365503 w 10321503"/>
              <a:gd name="connsiteY3602" fmla="*/ 858570 h 5599766"/>
              <a:gd name="connsiteX3603" fmla="*/ 5361972 w 10321503"/>
              <a:gd name="connsiteY3603" fmla="*/ 864711 h 5599766"/>
              <a:gd name="connsiteX3604" fmla="*/ 5361358 w 10321503"/>
              <a:gd name="connsiteY3604" fmla="*/ 865069 h 5599766"/>
              <a:gd name="connsiteX3605" fmla="*/ 5559633 w 10321503"/>
              <a:gd name="connsiteY3605" fmla="*/ 865069 h 5599766"/>
              <a:gd name="connsiteX3606" fmla="*/ 5552569 w 10321503"/>
              <a:gd name="connsiteY3606" fmla="*/ 865069 h 5599766"/>
              <a:gd name="connsiteX3607" fmla="*/ 5551956 w 10321503"/>
              <a:gd name="connsiteY3607" fmla="*/ 864711 h 5599766"/>
              <a:gd name="connsiteX3608" fmla="*/ 5548424 w 10321503"/>
              <a:gd name="connsiteY3608" fmla="*/ 858570 h 5599766"/>
              <a:gd name="connsiteX3609" fmla="*/ 5548424 w 10321503"/>
              <a:gd name="connsiteY3609" fmla="*/ 857904 h 5599766"/>
              <a:gd name="connsiteX3610" fmla="*/ 5551956 w 10321503"/>
              <a:gd name="connsiteY3610" fmla="*/ 851763 h 5599766"/>
              <a:gd name="connsiteX3611" fmla="*/ 5552569 w 10321503"/>
              <a:gd name="connsiteY3611" fmla="*/ 851404 h 5599766"/>
              <a:gd name="connsiteX3612" fmla="*/ 5559633 w 10321503"/>
              <a:gd name="connsiteY3612" fmla="*/ 851404 h 5599766"/>
              <a:gd name="connsiteX3613" fmla="*/ 5560246 w 10321503"/>
              <a:gd name="connsiteY3613" fmla="*/ 851763 h 5599766"/>
              <a:gd name="connsiteX3614" fmla="*/ 5563779 w 10321503"/>
              <a:gd name="connsiteY3614" fmla="*/ 857904 h 5599766"/>
              <a:gd name="connsiteX3615" fmla="*/ 5563779 w 10321503"/>
              <a:gd name="connsiteY3615" fmla="*/ 858570 h 5599766"/>
              <a:gd name="connsiteX3616" fmla="*/ 5560246 w 10321503"/>
              <a:gd name="connsiteY3616" fmla="*/ 864711 h 5599766"/>
              <a:gd name="connsiteX3617" fmla="*/ 5559633 w 10321503"/>
              <a:gd name="connsiteY3617" fmla="*/ 865069 h 5599766"/>
              <a:gd name="connsiteX3618" fmla="*/ 5757857 w 10321503"/>
              <a:gd name="connsiteY3618" fmla="*/ 865069 h 5599766"/>
              <a:gd name="connsiteX3619" fmla="*/ 5750795 w 10321503"/>
              <a:gd name="connsiteY3619" fmla="*/ 865069 h 5599766"/>
              <a:gd name="connsiteX3620" fmla="*/ 5750181 w 10321503"/>
              <a:gd name="connsiteY3620" fmla="*/ 864711 h 5599766"/>
              <a:gd name="connsiteX3621" fmla="*/ 5746649 w 10321503"/>
              <a:gd name="connsiteY3621" fmla="*/ 858570 h 5599766"/>
              <a:gd name="connsiteX3622" fmla="*/ 5746649 w 10321503"/>
              <a:gd name="connsiteY3622" fmla="*/ 857904 h 5599766"/>
              <a:gd name="connsiteX3623" fmla="*/ 5750181 w 10321503"/>
              <a:gd name="connsiteY3623" fmla="*/ 851763 h 5599766"/>
              <a:gd name="connsiteX3624" fmla="*/ 5750795 w 10321503"/>
              <a:gd name="connsiteY3624" fmla="*/ 851404 h 5599766"/>
              <a:gd name="connsiteX3625" fmla="*/ 5757857 w 10321503"/>
              <a:gd name="connsiteY3625" fmla="*/ 851404 h 5599766"/>
              <a:gd name="connsiteX3626" fmla="*/ 5758471 w 10321503"/>
              <a:gd name="connsiteY3626" fmla="*/ 851763 h 5599766"/>
              <a:gd name="connsiteX3627" fmla="*/ 5762003 w 10321503"/>
              <a:gd name="connsiteY3627" fmla="*/ 857904 h 5599766"/>
              <a:gd name="connsiteX3628" fmla="*/ 5762003 w 10321503"/>
              <a:gd name="connsiteY3628" fmla="*/ 858570 h 5599766"/>
              <a:gd name="connsiteX3629" fmla="*/ 5758471 w 10321503"/>
              <a:gd name="connsiteY3629" fmla="*/ 864711 h 5599766"/>
              <a:gd name="connsiteX3630" fmla="*/ 5757857 w 10321503"/>
              <a:gd name="connsiteY3630" fmla="*/ 865069 h 5599766"/>
              <a:gd name="connsiteX3631" fmla="*/ 5956083 w 10321503"/>
              <a:gd name="connsiteY3631" fmla="*/ 865069 h 5599766"/>
              <a:gd name="connsiteX3632" fmla="*/ 5949019 w 10321503"/>
              <a:gd name="connsiteY3632" fmla="*/ 865069 h 5599766"/>
              <a:gd name="connsiteX3633" fmla="*/ 5948405 w 10321503"/>
              <a:gd name="connsiteY3633" fmla="*/ 864711 h 5599766"/>
              <a:gd name="connsiteX3634" fmla="*/ 5944873 w 10321503"/>
              <a:gd name="connsiteY3634" fmla="*/ 858570 h 5599766"/>
              <a:gd name="connsiteX3635" fmla="*/ 5944873 w 10321503"/>
              <a:gd name="connsiteY3635" fmla="*/ 857904 h 5599766"/>
              <a:gd name="connsiteX3636" fmla="*/ 5948405 w 10321503"/>
              <a:gd name="connsiteY3636" fmla="*/ 851763 h 5599766"/>
              <a:gd name="connsiteX3637" fmla="*/ 5949019 w 10321503"/>
              <a:gd name="connsiteY3637" fmla="*/ 851404 h 5599766"/>
              <a:gd name="connsiteX3638" fmla="*/ 5956083 w 10321503"/>
              <a:gd name="connsiteY3638" fmla="*/ 851404 h 5599766"/>
              <a:gd name="connsiteX3639" fmla="*/ 5956697 w 10321503"/>
              <a:gd name="connsiteY3639" fmla="*/ 851763 h 5599766"/>
              <a:gd name="connsiteX3640" fmla="*/ 5960227 w 10321503"/>
              <a:gd name="connsiteY3640" fmla="*/ 857904 h 5599766"/>
              <a:gd name="connsiteX3641" fmla="*/ 5960227 w 10321503"/>
              <a:gd name="connsiteY3641" fmla="*/ 858570 h 5599766"/>
              <a:gd name="connsiteX3642" fmla="*/ 5956697 w 10321503"/>
              <a:gd name="connsiteY3642" fmla="*/ 864711 h 5599766"/>
              <a:gd name="connsiteX3643" fmla="*/ 5956083 w 10321503"/>
              <a:gd name="connsiteY3643" fmla="*/ 865069 h 5599766"/>
              <a:gd name="connsiteX3644" fmla="*/ 6154307 w 10321503"/>
              <a:gd name="connsiteY3644" fmla="*/ 865069 h 5599766"/>
              <a:gd name="connsiteX3645" fmla="*/ 6147243 w 10321503"/>
              <a:gd name="connsiteY3645" fmla="*/ 865069 h 5599766"/>
              <a:gd name="connsiteX3646" fmla="*/ 6146629 w 10321503"/>
              <a:gd name="connsiteY3646" fmla="*/ 864711 h 5599766"/>
              <a:gd name="connsiteX3647" fmla="*/ 6143098 w 10321503"/>
              <a:gd name="connsiteY3647" fmla="*/ 858570 h 5599766"/>
              <a:gd name="connsiteX3648" fmla="*/ 6143098 w 10321503"/>
              <a:gd name="connsiteY3648" fmla="*/ 857904 h 5599766"/>
              <a:gd name="connsiteX3649" fmla="*/ 6146629 w 10321503"/>
              <a:gd name="connsiteY3649" fmla="*/ 851763 h 5599766"/>
              <a:gd name="connsiteX3650" fmla="*/ 6147243 w 10321503"/>
              <a:gd name="connsiteY3650" fmla="*/ 851404 h 5599766"/>
              <a:gd name="connsiteX3651" fmla="*/ 6154307 w 10321503"/>
              <a:gd name="connsiteY3651" fmla="*/ 851404 h 5599766"/>
              <a:gd name="connsiteX3652" fmla="*/ 6154921 w 10321503"/>
              <a:gd name="connsiteY3652" fmla="*/ 851763 h 5599766"/>
              <a:gd name="connsiteX3653" fmla="*/ 6158453 w 10321503"/>
              <a:gd name="connsiteY3653" fmla="*/ 857904 h 5599766"/>
              <a:gd name="connsiteX3654" fmla="*/ 6158453 w 10321503"/>
              <a:gd name="connsiteY3654" fmla="*/ 858570 h 5599766"/>
              <a:gd name="connsiteX3655" fmla="*/ 6154921 w 10321503"/>
              <a:gd name="connsiteY3655" fmla="*/ 864711 h 5599766"/>
              <a:gd name="connsiteX3656" fmla="*/ 6154307 w 10321503"/>
              <a:gd name="connsiteY3656" fmla="*/ 865069 h 5599766"/>
              <a:gd name="connsiteX3657" fmla="*/ 6352582 w 10321503"/>
              <a:gd name="connsiteY3657" fmla="*/ 865069 h 5599766"/>
              <a:gd name="connsiteX3658" fmla="*/ 6345519 w 10321503"/>
              <a:gd name="connsiteY3658" fmla="*/ 865069 h 5599766"/>
              <a:gd name="connsiteX3659" fmla="*/ 6344904 w 10321503"/>
              <a:gd name="connsiteY3659" fmla="*/ 864711 h 5599766"/>
              <a:gd name="connsiteX3660" fmla="*/ 6341373 w 10321503"/>
              <a:gd name="connsiteY3660" fmla="*/ 858570 h 5599766"/>
              <a:gd name="connsiteX3661" fmla="*/ 6341373 w 10321503"/>
              <a:gd name="connsiteY3661" fmla="*/ 857904 h 5599766"/>
              <a:gd name="connsiteX3662" fmla="*/ 6344904 w 10321503"/>
              <a:gd name="connsiteY3662" fmla="*/ 851763 h 5599766"/>
              <a:gd name="connsiteX3663" fmla="*/ 6345519 w 10321503"/>
              <a:gd name="connsiteY3663" fmla="*/ 851404 h 5599766"/>
              <a:gd name="connsiteX3664" fmla="*/ 6352582 w 10321503"/>
              <a:gd name="connsiteY3664" fmla="*/ 851404 h 5599766"/>
              <a:gd name="connsiteX3665" fmla="*/ 6353196 w 10321503"/>
              <a:gd name="connsiteY3665" fmla="*/ 851763 h 5599766"/>
              <a:gd name="connsiteX3666" fmla="*/ 6356728 w 10321503"/>
              <a:gd name="connsiteY3666" fmla="*/ 857904 h 5599766"/>
              <a:gd name="connsiteX3667" fmla="*/ 6356728 w 10321503"/>
              <a:gd name="connsiteY3667" fmla="*/ 858570 h 5599766"/>
              <a:gd name="connsiteX3668" fmla="*/ 6353196 w 10321503"/>
              <a:gd name="connsiteY3668" fmla="*/ 864711 h 5599766"/>
              <a:gd name="connsiteX3669" fmla="*/ 6352582 w 10321503"/>
              <a:gd name="connsiteY3669" fmla="*/ 865069 h 5599766"/>
              <a:gd name="connsiteX3670" fmla="*/ 6550807 w 10321503"/>
              <a:gd name="connsiteY3670" fmla="*/ 865069 h 5599766"/>
              <a:gd name="connsiteX3671" fmla="*/ 6543744 w 10321503"/>
              <a:gd name="connsiteY3671" fmla="*/ 865069 h 5599766"/>
              <a:gd name="connsiteX3672" fmla="*/ 6543129 w 10321503"/>
              <a:gd name="connsiteY3672" fmla="*/ 864711 h 5599766"/>
              <a:gd name="connsiteX3673" fmla="*/ 6539598 w 10321503"/>
              <a:gd name="connsiteY3673" fmla="*/ 858570 h 5599766"/>
              <a:gd name="connsiteX3674" fmla="*/ 6539598 w 10321503"/>
              <a:gd name="connsiteY3674" fmla="*/ 857904 h 5599766"/>
              <a:gd name="connsiteX3675" fmla="*/ 6543129 w 10321503"/>
              <a:gd name="connsiteY3675" fmla="*/ 851763 h 5599766"/>
              <a:gd name="connsiteX3676" fmla="*/ 6543744 w 10321503"/>
              <a:gd name="connsiteY3676" fmla="*/ 851404 h 5599766"/>
              <a:gd name="connsiteX3677" fmla="*/ 6550807 w 10321503"/>
              <a:gd name="connsiteY3677" fmla="*/ 851404 h 5599766"/>
              <a:gd name="connsiteX3678" fmla="*/ 6551420 w 10321503"/>
              <a:gd name="connsiteY3678" fmla="*/ 851763 h 5599766"/>
              <a:gd name="connsiteX3679" fmla="*/ 6554953 w 10321503"/>
              <a:gd name="connsiteY3679" fmla="*/ 857904 h 5599766"/>
              <a:gd name="connsiteX3680" fmla="*/ 6554953 w 10321503"/>
              <a:gd name="connsiteY3680" fmla="*/ 858570 h 5599766"/>
              <a:gd name="connsiteX3681" fmla="*/ 6551420 w 10321503"/>
              <a:gd name="connsiteY3681" fmla="*/ 864711 h 5599766"/>
              <a:gd name="connsiteX3682" fmla="*/ 6550807 w 10321503"/>
              <a:gd name="connsiteY3682" fmla="*/ 865069 h 5599766"/>
              <a:gd name="connsiteX3683" fmla="*/ 6749031 w 10321503"/>
              <a:gd name="connsiteY3683" fmla="*/ 865069 h 5599766"/>
              <a:gd name="connsiteX3684" fmla="*/ 6741967 w 10321503"/>
              <a:gd name="connsiteY3684" fmla="*/ 865069 h 5599766"/>
              <a:gd name="connsiteX3685" fmla="*/ 6741354 w 10321503"/>
              <a:gd name="connsiteY3685" fmla="*/ 864711 h 5599766"/>
              <a:gd name="connsiteX3686" fmla="*/ 6737823 w 10321503"/>
              <a:gd name="connsiteY3686" fmla="*/ 858570 h 5599766"/>
              <a:gd name="connsiteX3687" fmla="*/ 6737823 w 10321503"/>
              <a:gd name="connsiteY3687" fmla="*/ 857904 h 5599766"/>
              <a:gd name="connsiteX3688" fmla="*/ 6741354 w 10321503"/>
              <a:gd name="connsiteY3688" fmla="*/ 851763 h 5599766"/>
              <a:gd name="connsiteX3689" fmla="*/ 6741967 w 10321503"/>
              <a:gd name="connsiteY3689" fmla="*/ 851404 h 5599766"/>
              <a:gd name="connsiteX3690" fmla="*/ 6749031 w 10321503"/>
              <a:gd name="connsiteY3690" fmla="*/ 851404 h 5599766"/>
              <a:gd name="connsiteX3691" fmla="*/ 6749646 w 10321503"/>
              <a:gd name="connsiteY3691" fmla="*/ 851763 h 5599766"/>
              <a:gd name="connsiteX3692" fmla="*/ 6753177 w 10321503"/>
              <a:gd name="connsiteY3692" fmla="*/ 857904 h 5599766"/>
              <a:gd name="connsiteX3693" fmla="*/ 6753177 w 10321503"/>
              <a:gd name="connsiteY3693" fmla="*/ 858570 h 5599766"/>
              <a:gd name="connsiteX3694" fmla="*/ 6749646 w 10321503"/>
              <a:gd name="connsiteY3694" fmla="*/ 864711 h 5599766"/>
              <a:gd name="connsiteX3695" fmla="*/ 6749031 w 10321503"/>
              <a:gd name="connsiteY3695" fmla="*/ 865069 h 5599766"/>
              <a:gd name="connsiteX3696" fmla="*/ 6947256 w 10321503"/>
              <a:gd name="connsiteY3696" fmla="*/ 865069 h 5599766"/>
              <a:gd name="connsiteX3697" fmla="*/ 6940193 w 10321503"/>
              <a:gd name="connsiteY3697" fmla="*/ 865069 h 5599766"/>
              <a:gd name="connsiteX3698" fmla="*/ 6939578 w 10321503"/>
              <a:gd name="connsiteY3698" fmla="*/ 864711 h 5599766"/>
              <a:gd name="connsiteX3699" fmla="*/ 6936048 w 10321503"/>
              <a:gd name="connsiteY3699" fmla="*/ 858570 h 5599766"/>
              <a:gd name="connsiteX3700" fmla="*/ 6936048 w 10321503"/>
              <a:gd name="connsiteY3700" fmla="*/ 857904 h 5599766"/>
              <a:gd name="connsiteX3701" fmla="*/ 6939578 w 10321503"/>
              <a:gd name="connsiteY3701" fmla="*/ 851763 h 5599766"/>
              <a:gd name="connsiteX3702" fmla="*/ 6940193 w 10321503"/>
              <a:gd name="connsiteY3702" fmla="*/ 851404 h 5599766"/>
              <a:gd name="connsiteX3703" fmla="*/ 6947256 w 10321503"/>
              <a:gd name="connsiteY3703" fmla="*/ 851404 h 5599766"/>
              <a:gd name="connsiteX3704" fmla="*/ 6947870 w 10321503"/>
              <a:gd name="connsiteY3704" fmla="*/ 851763 h 5599766"/>
              <a:gd name="connsiteX3705" fmla="*/ 6951402 w 10321503"/>
              <a:gd name="connsiteY3705" fmla="*/ 857904 h 5599766"/>
              <a:gd name="connsiteX3706" fmla="*/ 6951402 w 10321503"/>
              <a:gd name="connsiteY3706" fmla="*/ 858570 h 5599766"/>
              <a:gd name="connsiteX3707" fmla="*/ 6947870 w 10321503"/>
              <a:gd name="connsiteY3707" fmla="*/ 864711 h 5599766"/>
              <a:gd name="connsiteX3708" fmla="*/ 6947256 w 10321503"/>
              <a:gd name="connsiteY3708" fmla="*/ 865069 h 5599766"/>
              <a:gd name="connsiteX3709" fmla="*/ 7145426 w 10321503"/>
              <a:gd name="connsiteY3709" fmla="*/ 865069 h 5599766"/>
              <a:gd name="connsiteX3710" fmla="*/ 7138362 w 10321503"/>
              <a:gd name="connsiteY3710" fmla="*/ 865069 h 5599766"/>
              <a:gd name="connsiteX3711" fmla="*/ 7137748 w 10321503"/>
              <a:gd name="connsiteY3711" fmla="*/ 864711 h 5599766"/>
              <a:gd name="connsiteX3712" fmla="*/ 7134216 w 10321503"/>
              <a:gd name="connsiteY3712" fmla="*/ 858570 h 5599766"/>
              <a:gd name="connsiteX3713" fmla="*/ 7134216 w 10321503"/>
              <a:gd name="connsiteY3713" fmla="*/ 857904 h 5599766"/>
              <a:gd name="connsiteX3714" fmla="*/ 7137748 w 10321503"/>
              <a:gd name="connsiteY3714" fmla="*/ 851763 h 5599766"/>
              <a:gd name="connsiteX3715" fmla="*/ 7138362 w 10321503"/>
              <a:gd name="connsiteY3715" fmla="*/ 851404 h 5599766"/>
              <a:gd name="connsiteX3716" fmla="*/ 7145426 w 10321503"/>
              <a:gd name="connsiteY3716" fmla="*/ 851404 h 5599766"/>
              <a:gd name="connsiteX3717" fmla="*/ 7146039 w 10321503"/>
              <a:gd name="connsiteY3717" fmla="*/ 851763 h 5599766"/>
              <a:gd name="connsiteX3718" fmla="*/ 7149572 w 10321503"/>
              <a:gd name="connsiteY3718" fmla="*/ 857904 h 5599766"/>
              <a:gd name="connsiteX3719" fmla="*/ 7149572 w 10321503"/>
              <a:gd name="connsiteY3719" fmla="*/ 858570 h 5599766"/>
              <a:gd name="connsiteX3720" fmla="*/ 7146039 w 10321503"/>
              <a:gd name="connsiteY3720" fmla="*/ 864711 h 5599766"/>
              <a:gd name="connsiteX3721" fmla="*/ 7145426 w 10321503"/>
              <a:gd name="connsiteY3721" fmla="*/ 865069 h 5599766"/>
              <a:gd name="connsiteX3722" fmla="*/ 7343529 w 10321503"/>
              <a:gd name="connsiteY3722" fmla="*/ 865069 h 5599766"/>
              <a:gd name="connsiteX3723" fmla="*/ 7336463 w 10321503"/>
              <a:gd name="connsiteY3723" fmla="*/ 865069 h 5599766"/>
              <a:gd name="connsiteX3724" fmla="*/ 7335851 w 10321503"/>
              <a:gd name="connsiteY3724" fmla="*/ 864711 h 5599766"/>
              <a:gd name="connsiteX3725" fmla="*/ 7332319 w 10321503"/>
              <a:gd name="connsiteY3725" fmla="*/ 858570 h 5599766"/>
              <a:gd name="connsiteX3726" fmla="*/ 7332319 w 10321503"/>
              <a:gd name="connsiteY3726" fmla="*/ 857904 h 5599766"/>
              <a:gd name="connsiteX3727" fmla="*/ 7335851 w 10321503"/>
              <a:gd name="connsiteY3727" fmla="*/ 851763 h 5599766"/>
              <a:gd name="connsiteX3728" fmla="*/ 7336463 w 10321503"/>
              <a:gd name="connsiteY3728" fmla="*/ 851404 h 5599766"/>
              <a:gd name="connsiteX3729" fmla="*/ 7343529 w 10321503"/>
              <a:gd name="connsiteY3729" fmla="*/ 851404 h 5599766"/>
              <a:gd name="connsiteX3730" fmla="*/ 7344143 w 10321503"/>
              <a:gd name="connsiteY3730" fmla="*/ 851763 h 5599766"/>
              <a:gd name="connsiteX3731" fmla="*/ 7347676 w 10321503"/>
              <a:gd name="connsiteY3731" fmla="*/ 857904 h 5599766"/>
              <a:gd name="connsiteX3732" fmla="*/ 7347676 w 10321503"/>
              <a:gd name="connsiteY3732" fmla="*/ 858570 h 5599766"/>
              <a:gd name="connsiteX3733" fmla="*/ 7344143 w 10321503"/>
              <a:gd name="connsiteY3733" fmla="*/ 864711 h 5599766"/>
              <a:gd name="connsiteX3734" fmla="*/ 7343529 w 10321503"/>
              <a:gd name="connsiteY3734" fmla="*/ 865069 h 5599766"/>
              <a:gd name="connsiteX3735" fmla="*/ 7541958 w 10321503"/>
              <a:gd name="connsiteY3735" fmla="*/ 865069 h 5599766"/>
              <a:gd name="connsiteX3736" fmla="*/ 7534895 w 10321503"/>
              <a:gd name="connsiteY3736" fmla="*/ 865069 h 5599766"/>
              <a:gd name="connsiteX3737" fmla="*/ 7534281 w 10321503"/>
              <a:gd name="connsiteY3737" fmla="*/ 864711 h 5599766"/>
              <a:gd name="connsiteX3738" fmla="*/ 7530750 w 10321503"/>
              <a:gd name="connsiteY3738" fmla="*/ 858570 h 5599766"/>
              <a:gd name="connsiteX3739" fmla="*/ 7530750 w 10321503"/>
              <a:gd name="connsiteY3739" fmla="*/ 857904 h 5599766"/>
              <a:gd name="connsiteX3740" fmla="*/ 7534281 w 10321503"/>
              <a:gd name="connsiteY3740" fmla="*/ 851763 h 5599766"/>
              <a:gd name="connsiteX3741" fmla="*/ 7534895 w 10321503"/>
              <a:gd name="connsiteY3741" fmla="*/ 851404 h 5599766"/>
              <a:gd name="connsiteX3742" fmla="*/ 7541958 w 10321503"/>
              <a:gd name="connsiteY3742" fmla="*/ 851404 h 5599766"/>
              <a:gd name="connsiteX3743" fmla="*/ 7542572 w 10321503"/>
              <a:gd name="connsiteY3743" fmla="*/ 851763 h 5599766"/>
              <a:gd name="connsiteX3744" fmla="*/ 7546104 w 10321503"/>
              <a:gd name="connsiteY3744" fmla="*/ 857904 h 5599766"/>
              <a:gd name="connsiteX3745" fmla="*/ 7546104 w 10321503"/>
              <a:gd name="connsiteY3745" fmla="*/ 858570 h 5599766"/>
              <a:gd name="connsiteX3746" fmla="*/ 7542572 w 10321503"/>
              <a:gd name="connsiteY3746" fmla="*/ 864711 h 5599766"/>
              <a:gd name="connsiteX3747" fmla="*/ 7541958 w 10321503"/>
              <a:gd name="connsiteY3747" fmla="*/ 865069 h 5599766"/>
              <a:gd name="connsiteX3748" fmla="*/ 7740046 w 10321503"/>
              <a:gd name="connsiteY3748" fmla="*/ 865069 h 5599766"/>
              <a:gd name="connsiteX3749" fmla="*/ 7732984 w 10321503"/>
              <a:gd name="connsiteY3749" fmla="*/ 865069 h 5599766"/>
              <a:gd name="connsiteX3750" fmla="*/ 7732369 w 10321503"/>
              <a:gd name="connsiteY3750" fmla="*/ 864711 h 5599766"/>
              <a:gd name="connsiteX3751" fmla="*/ 7728838 w 10321503"/>
              <a:gd name="connsiteY3751" fmla="*/ 858570 h 5599766"/>
              <a:gd name="connsiteX3752" fmla="*/ 7728838 w 10321503"/>
              <a:gd name="connsiteY3752" fmla="*/ 857904 h 5599766"/>
              <a:gd name="connsiteX3753" fmla="*/ 7732369 w 10321503"/>
              <a:gd name="connsiteY3753" fmla="*/ 851763 h 5599766"/>
              <a:gd name="connsiteX3754" fmla="*/ 7732984 w 10321503"/>
              <a:gd name="connsiteY3754" fmla="*/ 851404 h 5599766"/>
              <a:gd name="connsiteX3755" fmla="*/ 7740046 w 10321503"/>
              <a:gd name="connsiteY3755" fmla="*/ 851404 h 5599766"/>
              <a:gd name="connsiteX3756" fmla="*/ 7740660 w 10321503"/>
              <a:gd name="connsiteY3756" fmla="*/ 851763 h 5599766"/>
              <a:gd name="connsiteX3757" fmla="*/ 7744193 w 10321503"/>
              <a:gd name="connsiteY3757" fmla="*/ 857904 h 5599766"/>
              <a:gd name="connsiteX3758" fmla="*/ 7744193 w 10321503"/>
              <a:gd name="connsiteY3758" fmla="*/ 858570 h 5599766"/>
              <a:gd name="connsiteX3759" fmla="*/ 7740660 w 10321503"/>
              <a:gd name="connsiteY3759" fmla="*/ 864711 h 5599766"/>
              <a:gd name="connsiteX3760" fmla="*/ 7740046 w 10321503"/>
              <a:gd name="connsiteY3760" fmla="*/ 865069 h 5599766"/>
              <a:gd name="connsiteX3761" fmla="*/ 7938351 w 10321503"/>
              <a:gd name="connsiteY3761" fmla="*/ 865069 h 5599766"/>
              <a:gd name="connsiteX3762" fmla="*/ 7931287 w 10321503"/>
              <a:gd name="connsiteY3762" fmla="*/ 865069 h 5599766"/>
              <a:gd name="connsiteX3763" fmla="*/ 7930673 w 10321503"/>
              <a:gd name="connsiteY3763" fmla="*/ 864711 h 5599766"/>
              <a:gd name="connsiteX3764" fmla="*/ 7927140 w 10321503"/>
              <a:gd name="connsiteY3764" fmla="*/ 858570 h 5599766"/>
              <a:gd name="connsiteX3765" fmla="*/ 7927140 w 10321503"/>
              <a:gd name="connsiteY3765" fmla="*/ 857904 h 5599766"/>
              <a:gd name="connsiteX3766" fmla="*/ 7930673 w 10321503"/>
              <a:gd name="connsiteY3766" fmla="*/ 851763 h 5599766"/>
              <a:gd name="connsiteX3767" fmla="*/ 7931287 w 10321503"/>
              <a:gd name="connsiteY3767" fmla="*/ 851404 h 5599766"/>
              <a:gd name="connsiteX3768" fmla="*/ 7938351 w 10321503"/>
              <a:gd name="connsiteY3768" fmla="*/ 851404 h 5599766"/>
              <a:gd name="connsiteX3769" fmla="*/ 7938966 w 10321503"/>
              <a:gd name="connsiteY3769" fmla="*/ 851763 h 5599766"/>
              <a:gd name="connsiteX3770" fmla="*/ 7942496 w 10321503"/>
              <a:gd name="connsiteY3770" fmla="*/ 857904 h 5599766"/>
              <a:gd name="connsiteX3771" fmla="*/ 7942496 w 10321503"/>
              <a:gd name="connsiteY3771" fmla="*/ 858570 h 5599766"/>
              <a:gd name="connsiteX3772" fmla="*/ 7938966 w 10321503"/>
              <a:gd name="connsiteY3772" fmla="*/ 864711 h 5599766"/>
              <a:gd name="connsiteX3773" fmla="*/ 7938351 w 10321503"/>
              <a:gd name="connsiteY3773" fmla="*/ 865069 h 5599766"/>
              <a:gd name="connsiteX3774" fmla="*/ 8136638 w 10321503"/>
              <a:gd name="connsiteY3774" fmla="*/ 865069 h 5599766"/>
              <a:gd name="connsiteX3775" fmla="*/ 8129574 w 10321503"/>
              <a:gd name="connsiteY3775" fmla="*/ 865069 h 5599766"/>
              <a:gd name="connsiteX3776" fmla="*/ 8128960 w 10321503"/>
              <a:gd name="connsiteY3776" fmla="*/ 864711 h 5599766"/>
              <a:gd name="connsiteX3777" fmla="*/ 8125429 w 10321503"/>
              <a:gd name="connsiteY3777" fmla="*/ 858570 h 5599766"/>
              <a:gd name="connsiteX3778" fmla="*/ 8125429 w 10321503"/>
              <a:gd name="connsiteY3778" fmla="*/ 857904 h 5599766"/>
              <a:gd name="connsiteX3779" fmla="*/ 8128960 w 10321503"/>
              <a:gd name="connsiteY3779" fmla="*/ 851763 h 5599766"/>
              <a:gd name="connsiteX3780" fmla="*/ 8129574 w 10321503"/>
              <a:gd name="connsiteY3780" fmla="*/ 851404 h 5599766"/>
              <a:gd name="connsiteX3781" fmla="*/ 8136638 w 10321503"/>
              <a:gd name="connsiteY3781" fmla="*/ 851404 h 5599766"/>
              <a:gd name="connsiteX3782" fmla="*/ 8137252 w 10321503"/>
              <a:gd name="connsiteY3782" fmla="*/ 851763 h 5599766"/>
              <a:gd name="connsiteX3783" fmla="*/ 8140783 w 10321503"/>
              <a:gd name="connsiteY3783" fmla="*/ 857904 h 5599766"/>
              <a:gd name="connsiteX3784" fmla="*/ 8140783 w 10321503"/>
              <a:gd name="connsiteY3784" fmla="*/ 858570 h 5599766"/>
              <a:gd name="connsiteX3785" fmla="*/ 8137252 w 10321503"/>
              <a:gd name="connsiteY3785" fmla="*/ 864711 h 5599766"/>
              <a:gd name="connsiteX3786" fmla="*/ 8136638 w 10321503"/>
              <a:gd name="connsiteY3786" fmla="*/ 865069 h 5599766"/>
              <a:gd name="connsiteX3787" fmla="*/ 8334863 w 10321503"/>
              <a:gd name="connsiteY3787" fmla="*/ 865069 h 5599766"/>
              <a:gd name="connsiteX3788" fmla="*/ 8327799 w 10321503"/>
              <a:gd name="connsiteY3788" fmla="*/ 865069 h 5599766"/>
              <a:gd name="connsiteX3789" fmla="*/ 8327185 w 10321503"/>
              <a:gd name="connsiteY3789" fmla="*/ 864711 h 5599766"/>
              <a:gd name="connsiteX3790" fmla="*/ 8323653 w 10321503"/>
              <a:gd name="connsiteY3790" fmla="*/ 858570 h 5599766"/>
              <a:gd name="connsiteX3791" fmla="*/ 8323653 w 10321503"/>
              <a:gd name="connsiteY3791" fmla="*/ 857904 h 5599766"/>
              <a:gd name="connsiteX3792" fmla="*/ 8327185 w 10321503"/>
              <a:gd name="connsiteY3792" fmla="*/ 851763 h 5599766"/>
              <a:gd name="connsiteX3793" fmla="*/ 8327799 w 10321503"/>
              <a:gd name="connsiteY3793" fmla="*/ 851404 h 5599766"/>
              <a:gd name="connsiteX3794" fmla="*/ 8334863 w 10321503"/>
              <a:gd name="connsiteY3794" fmla="*/ 851404 h 5599766"/>
              <a:gd name="connsiteX3795" fmla="*/ 8335477 w 10321503"/>
              <a:gd name="connsiteY3795" fmla="*/ 851763 h 5599766"/>
              <a:gd name="connsiteX3796" fmla="*/ 8339009 w 10321503"/>
              <a:gd name="connsiteY3796" fmla="*/ 857904 h 5599766"/>
              <a:gd name="connsiteX3797" fmla="*/ 8339009 w 10321503"/>
              <a:gd name="connsiteY3797" fmla="*/ 858570 h 5599766"/>
              <a:gd name="connsiteX3798" fmla="*/ 8335477 w 10321503"/>
              <a:gd name="connsiteY3798" fmla="*/ 864711 h 5599766"/>
              <a:gd name="connsiteX3799" fmla="*/ 8334863 w 10321503"/>
              <a:gd name="connsiteY3799" fmla="*/ 865069 h 5599766"/>
              <a:gd name="connsiteX3800" fmla="*/ 8533106 w 10321503"/>
              <a:gd name="connsiteY3800" fmla="*/ 865069 h 5599766"/>
              <a:gd name="connsiteX3801" fmla="*/ 8526042 w 10321503"/>
              <a:gd name="connsiteY3801" fmla="*/ 865069 h 5599766"/>
              <a:gd name="connsiteX3802" fmla="*/ 8525426 w 10321503"/>
              <a:gd name="connsiteY3802" fmla="*/ 864711 h 5599766"/>
              <a:gd name="connsiteX3803" fmla="*/ 8521896 w 10321503"/>
              <a:gd name="connsiteY3803" fmla="*/ 858570 h 5599766"/>
              <a:gd name="connsiteX3804" fmla="*/ 8521896 w 10321503"/>
              <a:gd name="connsiteY3804" fmla="*/ 857904 h 5599766"/>
              <a:gd name="connsiteX3805" fmla="*/ 8525426 w 10321503"/>
              <a:gd name="connsiteY3805" fmla="*/ 851763 h 5599766"/>
              <a:gd name="connsiteX3806" fmla="*/ 8526042 w 10321503"/>
              <a:gd name="connsiteY3806" fmla="*/ 851404 h 5599766"/>
              <a:gd name="connsiteX3807" fmla="*/ 8533106 w 10321503"/>
              <a:gd name="connsiteY3807" fmla="*/ 851404 h 5599766"/>
              <a:gd name="connsiteX3808" fmla="*/ 8533719 w 10321503"/>
              <a:gd name="connsiteY3808" fmla="*/ 851763 h 5599766"/>
              <a:gd name="connsiteX3809" fmla="*/ 8537251 w 10321503"/>
              <a:gd name="connsiteY3809" fmla="*/ 857904 h 5599766"/>
              <a:gd name="connsiteX3810" fmla="*/ 8537251 w 10321503"/>
              <a:gd name="connsiteY3810" fmla="*/ 858570 h 5599766"/>
              <a:gd name="connsiteX3811" fmla="*/ 8533719 w 10321503"/>
              <a:gd name="connsiteY3811" fmla="*/ 864711 h 5599766"/>
              <a:gd name="connsiteX3812" fmla="*/ 8533106 w 10321503"/>
              <a:gd name="connsiteY3812" fmla="*/ 865069 h 5599766"/>
              <a:gd name="connsiteX3813" fmla="*/ 8731356 w 10321503"/>
              <a:gd name="connsiteY3813" fmla="*/ 865069 h 5599766"/>
              <a:gd name="connsiteX3814" fmla="*/ 8724293 w 10321503"/>
              <a:gd name="connsiteY3814" fmla="*/ 865069 h 5599766"/>
              <a:gd name="connsiteX3815" fmla="*/ 8723679 w 10321503"/>
              <a:gd name="connsiteY3815" fmla="*/ 864711 h 5599766"/>
              <a:gd name="connsiteX3816" fmla="*/ 8720147 w 10321503"/>
              <a:gd name="connsiteY3816" fmla="*/ 858570 h 5599766"/>
              <a:gd name="connsiteX3817" fmla="*/ 8720147 w 10321503"/>
              <a:gd name="connsiteY3817" fmla="*/ 857904 h 5599766"/>
              <a:gd name="connsiteX3818" fmla="*/ 8723679 w 10321503"/>
              <a:gd name="connsiteY3818" fmla="*/ 851763 h 5599766"/>
              <a:gd name="connsiteX3819" fmla="*/ 8724293 w 10321503"/>
              <a:gd name="connsiteY3819" fmla="*/ 851404 h 5599766"/>
              <a:gd name="connsiteX3820" fmla="*/ 8731356 w 10321503"/>
              <a:gd name="connsiteY3820" fmla="*/ 851404 h 5599766"/>
              <a:gd name="connsiteX3821" fmla="*/ 8731970 w 10321503"/>
              <a:gd name="connsiteY3821" fmla="*/ 851763 h 5599766"/>
              <a:gd name="connsiteX3822" fmla="*/ 8735502 w 10321503"/>
              <a:gd name="connsiteY3822" fmla="*/ 857904 h 5599766"/>
              <a:gd name="connsiteX3823" fmla="*/ 8735502 w 10321503"/>
              <a:gd name="connsiteY3823" fmla="*/ 858570 h 5599766"/>
              <a:gd name="connsiteX3824" fmla="*/ 8731970 w 10321503"/>
              <a:gd name="connsiteY3824" fmla="*/ 864711 h 5599766"/>
              <a:gd name="connsiteX3825" fmla="*/ 8731356 w 10321503"/>
              <a:gd name="connsiteY3825" fmla="*/ 865069 h 5599766"/>
              <a:gd name="connsiteX3826" fmla="*/ 8929613 w 10321503"/>
              <a:gd name="connsiteY3826" fmla="*/ 865069 h 5599766"/>
              <a:gd name="connsiteX3827" fmla="*/ 8922549 w 10321503"/>
              <a:gd name="connsiteY3827" fmla="*/ 865069 h 5599766"/>
              <a:gd name="connsiteX3828" fmla="*/ 8921935 w 10321503"/>
              <a:gd name="connsiteY3828" fmla="*/ 864711 h 5599766"/>
              <a:gd name="connsiteX3829" fmla="*/ 8918403 w 10321503"/>
              <a:gd name="connsiteY3829" fmla="*/ 858570 h 5599766"/>
              <a:gd name="connsiteX3830" fmla="*/ 8918403 w 10321503"/>
              <a:gd name="connsiteY3830" fmla="*/ 857904 h 5599766"/>
              <a:gd name="connsiteX3831" fmla="*/ 8921935 w 10321503"/>
              <a:gd name="connsiteY3831" fmla="*/ 851763 h 5599766"/>
              <a:gd name="connsiteX3832" fmla="*/ 8922549 w 10321503"/>
              <a:gd name="connsiteY3832" fmla="*/ 851404 h 5599766"/>
              <a:gd name="connsiteX3833" fmla="*/ 8929613 w 10321503"/>
              <a:gd name="connsiteY3833" fmla="*/ 851404 h 5599766"/>
              <a:gd name="connsiteX3834" fmla="*/ 8930227 w 10321503"/>
              <a:gd name="connsiteY3834" fmla="*/ 851763 h 5599766"/>
              <a:gd name="connsiteX3835" fmla="*/ 8933758 w 10321503"/>
              <a:gd name="connsiteY3835" fmla="*/ 857904 h 5599766"/>
              <a:gd name="connsiteX3836" fmla="*/ 8933758 w 10321503"/>
              <a:gd name="connsiteY3836" fmla="*/ 858570 h 5599766"/>
              <a:gd name="connsiteX3837" fmla="*/ 8930227 w 10321503"/>
              <a:gd name="connsiteY3837" fmla="*/ 864711 h 5599766"/>
              <a:gd name="connsiteX3838" fmla="*/ 8929613 w 10321503"/>
              <a:gd name="connsiteY3838" fmla="*/ 865069 h 5599766"/>
              <a:gd name="connsiteX3839" fmla="*/ 9127746 w 10321503"/>
              <a:gd name="connsiteY3839" fmla="*/ 865069 h 5599766"/>
              <a:gd name="connsiteX3840" fmla="*/ 9120682 w 10321503"/>
              <a:gd name="connsiteY3840" fmla="*/ 865069 h 5599766"/>
              <a:gd name="connsiteX3841" fmla="*/ 9120069 w 10321503"/>
              <a:gd name="connsiteY3841" fmla="*/ 864711 h 5599766"/>
              <a:gd name="connsiteX3842" fmla="*/ 9116536 w 10321503"/>
              <a:gd name="connsiteY3842" fmla="*/ 858570 h 5599766"/>
              <a:gd name="connsiteX3843" fmla="*/ 9116536 w 10321503"/>
              <a:gd name="connsiteY3843" fmla="*/ 857904 h 5599766"/>
              <a:gd name="connsiteX3844" fmla="*/ 9120069 w 10321503"/>
              <a:gd name="connsiteY3844" fmla="*/ 851763 h 5599766"/>
              <a:gd name="connsiteX3845" fmla="*/ 9120682 w 10321503"/>
              <a:gd name="connsiteY3845" fmla="*/ 851404 h 5599766"/>
              <a:gd name="connsiteX3846" fmla="*/ 9127746 w 10321503"/>
              <a:gd name="connsiteY3846" fmla="*/ 851404 h 5599766"/>
              <a:gd name="connsiteX3847" fmla="*/ 9128360 w 10321503"/>
              <a:gd name="connsiteY3847" fmla="*/ 851763 h 5599766"/>
              <a:gd name="connsiteX3848" fmla="*/ 9131893 w 10321503"/>
              <a:gd name="connsiteY3848" fmla="*/ 857904 h 5599766"/>
              <a:gd name="connsiteX3849" fmla="*/ 9131893 w 10321503"/>
              <a:gd name="connsiteY3849" fmla="*/ 858570 h 5599766"/>
              <a:gd name="connsiteX3850" fmla="*/ 9128360 w 10321503"/>
              <a:gd name="connsiteY3850" fmla="*/ 864711 h 5599766"/>
              <a:gd name="connsiteX3851" fmla="*/ 9127746 w 10321503"/>
              <a:gd name="connsiteY3851" fmla="*/ 865069 h 5599766"/>
              <a:gd name="connsiteX3852" fmla="*/ 9326050 w 10321503"/>
              <a:gd name="connsiteY3852" fmla="*/ 865069 h 5599766"/>
              <a:gd name="connsiteX3853" fmla="*/ 9318987 w 10321503"/>
              <a:gd name="connsiteY3853" fmla="*/ 865069 h 5599766"/>
              <a:gd name="connsiteX3854" fmla="*/ 9318372 w 10321503"/>
              <a:gd name="connsiteY3854" fmla="*/ 864711 h 5599766"/>
              <a:gd name="connsiteX3855" fmla="*/ 9314840 w 10321503"/>
              <a:gd name="connsiteY3855" fmla="*/ 858570 h 5599766"/>
              <a:gd name="connsiteX3856" fmla="*/ 9314840 w 10321503"/>
              <a:gd name="connsiteY3856" fmla="*/ 857904 h 5599766"/>
              <a:gd name="connsiteX3857" fmla="*/ 9318372 w 10321503"/>
              <a:gd name="connsiteY3857" fmla="*/ 851763 h 5599766"/>
              <a:gd name="connsiteX3858" fmla="*/ 9318987 w 10321503"/>
              <a:gd name="connsiteY3858" fmla="*/ 851404 h 5599766"/>
              <a:gd name="connsiteX3859" fmla="*/ 9326050 w 10321503"/>
              <a:gd name="connsiteY3859" fmla="*/ 851404 h 5599766"/>
              <a:gd name="connsiteX3860" fmla="*/ 9326664 w 10321503"/>
              <a:gd name="connsiteY3860" fmla="*/ 851763 h 5599766"/>
              <a:gd name="connsiteX3861" fmla="*/ 9330196 w 10321503"/>
              <a:gd name="connsiteY3861" fmla="*/ 857904 h 5599766"/>
              <a:gd name="connsiteX3862" fmla="*/ 9330196 w 10321503"/>
              <a:gd name="connsiteY3862" fmla="*/ 858570 h 5599766"/>
              <a:gd name="connsiteX3863" fmla="*/ 9326664 w 10321503"/>
              <a:gd name="connsiteY3863" fmla="*/ 864711 h 5599766"/>
              <a:gd name="connsiteX3864" fmla="*/ 9326050 w 10321503"/>
              <a:gd name="connsiteY3864" fmla="*/ 865069 h 5599766"/>
              <a:gd name="connsiteX3865" fmla="*/ 9524204 w 10321503"/>
              <a:gd name="connsiteY3865" fmla="*/ 865069 h 5599766"/>
              <a:gd name="connsiteX3866" fmla="*/ 9517140 w 10321503"/>
              <a:gd name="connsiteY3866" fmla="*/ 865069 h 5599766"/>
              <a:gd name="connsiteX3867" fmla="*/ 9516526 w 10321503"/>
              <a:gd name="connsiteY3867" fmla="*/ 864711 h 5599766"/>
              <a:gd name="connsiteX3868" fmla="*/ 9512996 w 10321503"/>
              <a:gd name="connsiteY3868" fmla="*/ 858570 h 5599766"/>
              <a:gd name="connsiteX3869" fmla="*/ 9512996 w 10321503"/>
              <a:gd name="connsiteY3869" fmla="*/ 857904 h 5599766"/>
              <a:gd name="connsiteX3870" fmla="*/ 9516526 w 10321503"/>
              <a:gd name="connsiteY3870" fmla="*/ 851763 h 5599766"/>
              <a:gd name="connsiteX3871" fmla="*/ 9517140 w 10321503"/>
              <a:gd name="connsiteY3871" fmla="*/ 851404 h 5599766"/>
              <a:gd name="connsiteX3872" fmla="*/ 9524204 w 10321503"/>
              <a:gd name="connsiteY3872" fmla="*/ 851404 h 5599766"/>
              <a:gd name="connsiteX3873" fmla="*/ 9524818 w 10321503"/>
              <a:gd name="connsiteY3873" fmla="*/ 851763 h 5599766"/>
              <a:gd name="connsiteX3874" fmla="*/ 9528352 w 10321503"/>
              <a:gd name="connsiteY3874" fmla="*/ 857904 h 5599766"/>
              <a:gd name="connsiteX3875" fmla="*/ 9528352 w 10321503"/>
              <a:gd name="connsiteY3875" fmla="*/ 858570 h 5599766"/>
              <a:gd name="connsiteX3876" fmla="*/ 9524818 w 10321503"/>
              <a:gd name="connsiteY3876" fmla="*/ 864711 h 5599766"/>
              <a:gd name="connsiteX3877" fmla="*/ 9524204 w 10321503"/>
              <a:gd name="connsiteY3877" fmla="*/ 865069 h 5599766"/>
              <a:gd name="connsiteX3878" fmla="*/ 9722568 w 10321503"/>
              <a:gd name="connsiteY3878" fmla="*/ 865069 h 5599766"/>
              <a:gd name="connsiteX3879" fmla="*/ 9715506 w 10321503"/>
              <a:gd name="connsiteY3879" fmla="*/ 865069 h 5599766"/>
              <a:gd name="connsiteX3880" fmla="*/ 9714891 w 10321503"/>
              <a:gd name="connsiteY3880" fmla="*/ 864711 h 5599766"/>
              <a:gd name="connsiteX3881" fmla="*/ 9711360 w 10321503"/>
              <a:gd name="connsiteY3881" fmla="*/ 858570 h 5599766"/>
              <a:gd name="connsiteX3882" fmla="*/ 9711360 w 10321503"/>
              <a:gd name="connsiteY3882" fmla="*/ 857904 h 5599766"/>
              <a:gd name="connsiteX3883" fmla="*/ 9714891 w 10321503"/>
              <a:gd name="connsiteY3883" fmla="*/ 851763 h 5599766"/>
              <a:gd name="connsiteX3884" fmla="*/ 9715506 w 10321503"/>
              <a:gd name="connsiteY3884" fmla="*/ 851404 h 5599766"/>
              <a:gd name="connsiteX3885" fmla="*/ 9722568 w 10321503"/>
              <a:gd name="connsiteY3885" fmla="*/ 851404 h 5599766"/>
              <a:gd name="connsiteX3886" fmla="*/ 9723182 w 10321503"/>
              <a:gd name="connsiteY3886" fmla="*/ 851763 h 5599766"/>
              <a:gd name="connsiteX3887" fmla="*/ 9726714 w 10321503"/>
              <a:gd name="connsiteY3887" fmla="*/ 857904 h 5599766"/>
              <a:gd name="connsiteX3888" fmla="*/ 9726714 w 10321503"/>
              <a:gd name="connsiteY3888" fmla="*/ 858570 h 5599766"/>
              <a:gd name="connsiteX3889" fmla="*/ 9723182 w 10321503"/>
              <a:gd name="connsiteY3889" fmla="*/ 864711 h 5599766"/>
              <a:gd name="connsiteX3890" fmla="*/ 9722568 w 10321503"/>
              <a:gd name="connsiteY3890" fmla="*/ 865069 h 5599766"/>
              <a:gd name="connsiteX3891" fmla="*/ 9920730 w 10321503"/>
              <a:gd name="connsiteY3891" fmla="*/ 865069 h 5599766"/>
              <a:gd name="connsiteX3892" fmla="*/ 9913667 w 10321503"/>
              <a:gd name="connsiteY3892" fmla="*/ 865069 h 5599766"/>
              <a:gd name="connsiteX3893" fmla="*/ 9913053 w 10321503"/>
              <a:gd name="connsiteY3893" fmla="*/ 864711 h 5599766"/>
              <a:gd name="connsiteX3894" fmla="*/ 9909522 w 10321503"/>
              <a:gd name="connsiteY3894" fmla="*/ 858570 h 5599766"/>
              <a:gd name="connsiteX3895" fmla="*/ 9909522 w 10321503"/>
              <a:gd name="connsiteY3895" fmla="*/ 857904 h 5599766"/>
              <a:gd name="connsiteX3896" fmla="*/ 9913053 w 10321503"/>
              <a:gd name="connsiteY3896" fmla="*/ 851763 h 5599766"/>
              <a:gd name="connsiteX3897" fmla="*/ 9913667 w 10321503"/>
              <a:gd name="connsiteY3897" fmla="*/ 851404 h 5599766"/>
              <a:gd name="connsiteX3898" fmla="*/ 9920730 w 10321503"/>
              <a:gd name="connsiteY3898" fmla="*/ 851404 h 5599766"/>
              <a:gd name="connsiteX3899" fmla="*/ 9921344 w 10321503"/>
              <a:gd name="connsiteY3899" fmla="*/ 851763 h 5599766"/>
              <a:gd name="connsiteX3900" fmla="*/ 9924877 w 10321503"/>
              <a:gd name="connsiteY3900" fmla="*/ 857904 h 5599766"/>
              <a:gd name="connsiteX3901" fmla="*/ 9924877 w 10321503"/>
              <a:gd name="connsiteY3901" fmla="*/ 858570 h 5599766"/>
              <a:gd name="connsiteX3902" fmla="*/ 9921344 w 10321503"/>
              <a:gd name="connsiteY3902" fmla="*/ 864711 h 5599766"/>
              <a:gd name="connsiteX3903" fmla="*/ 9920730 w 10321503"/>
              <a:gd name="connsiteY3903" fmla="*/ 865069 h 5599766"/>
              <a:gd name="connsiteX3904" fmla="*/ 10118960 w 10321503"/>
              <a:gd name="connsiteY3904" fmla="*/ 865069 h 5599766"/>
              <a:gd name="connsiteX3905" fmla="*/ 10111897 w 10321503"/>
              <a:gd name="connsiteY3905" fmla="*/ 865069 h 5599766"/>
              <a:gd name="connsiteX3906" fmla="*/ 10111283 w 10321503"/>
              <a:gd name="connsiteY3906" fmla="*/ 864711 h 5599766"/>
              <a:gd name="connsiteX3907" fmla="*/ 10107752 w 10321503"/>
              <a:gd name="connsiteY3907" fmla="*/ 858570 h 5599766"/>
              <a:gd name="connsiteX3908" fmla="*/ 10107752 w 10321503"/>
              <a:gd name="connsiteY3908" fmla="*/ 857904 h 5599766"/>
              <a:gd name="connsiteX3909" fmla="*/ 10111283 w 10321503"/>
              <a:gd name="connsiteY3909" fmla="*/ 851763 h 5599766"/>
              <a:gd name="connsiteX3910" fmla="*/ 10111897 w 10321503"/>
              <a:gd name="connsiteY3910" fmla="*/ 851404 h 5599766"/>
              <a:gd name="connsiteX3911" fmla="*/ 10118960 w 10321503"/>
              <a:gd name="connsiteY3911" fmla="*/ 851404 h 5599766"/>
              <a:gd name="connsiteX3912" fmla="*/ 10119575 w 10321503"/>
              <a:gd name="connsiteY3912" fmla="*/ 851763 h 5599766"/>
              <a:gd name="connsiteX3913" fmla="*/ 10123106 w 10321503"/>
              <a:gd name="connsiteY3913" fmla="*/ 857904 h 5599766"/>
              <a:gd name="connsiteX3914" fmla="*/ 10123106 w 10321503"/>
              <a:gd name="connsiteY3914" fmla="*/ 858570 h 5599766"/>
              <a:gd name="connsiteX3915" fmla="*/ 10119575 w 10321503"/>
              <a:gd name="connsiteY3915" fmla="*/ 864711 h 5599766"/>
              <a:gd name="connsiteX3916" fmla="*/ 10118960 w 10321503"/>
              <a:gd name="connsiteY3916" fmla="*/ 865069 h 5599766"/>
              <a:gd name="connsiteX3917" fmla="*/ 10317193 w 10321503"/>
              <a:gd name="connsiteY3917" fmla="*/ 865069 h 5599766"/>
              <a:gd name="connsiteX3918" fmla="*/ 10310130 w 10321503"/>
              <a:gd name="connsiteY3918" fmla="*/ 865069 h 5599766"/>
              <a:gd name="connsiteX3919" fmla="*/ 10309516 w 10321503"/>
              <a:gd name="connsiteY3919" fmla="*/ 864711 h 5599766"/>
              <a:gd name="connsiteX3920" fmla="*/ 10305984 w 10321503"/>
              <a:gd name="connsiteY3920" fmla="*/ 858570 h 5599766"/>
              <a:gd name="connsiteX3921" fmla="*/ 10305984 w 10321503"/>
              <a:gd name="connsiteY3921" fmla="*/ 857904 h 5599766"/>
              <a:gd name="connsiteX3922" fmla="*/ 10309516 w 10321503"/>
              <a:gd name="connsiteY3922" fmla="*/ 851763 h 5599766"/>
              <a:gd name="connsiteX3923" fmla="*/ 10310130 w 10321503"/>
              <a:gd name="connsiteY3923" fmla="*/ 851404 h 5599766"/>
              <a:gd name="connsiteX3924" fmla="*/ 10317193 w 10321503"/>
              <a:gd name="connsiteY3924" fmla="*/ 851404 h 5599766"/>
              <a:gd name="connsiteX3925" fmla="*/ 10317808 w 10321503"/>
              <a:gd name="connsiteY3925" fmla="*/ 851763 h 5599766"/>
              <a:gd name="connsiteX3926" fmla="*/ 10321339 w 10321503"/>
              <a:gd name="connsiteY3926" fmla="*/ 857904 h 5599766"/>
              <a:gd name="connsiteX3927" fmla="*/ 10321339 w 10321503"/>
              <a:gd name="connsiteY3927" fmla="*/ 858570 h 5599766"/>
              <a:gd name="connsiteX3928" fmla="*/ 10317808 w 10321503"/>
              <a:gd name="connsiteY3928" fmla="*/ 864711 h 5599766"/>
              <a:gd name="connsiteX3929" fmla="*/ 10317193 w 10321503"/>
              <a:gd name="connsiteY3929" fmla="*/ 865069 h 5599766"/>
              <a:gd name="connsiteX3930" fmla="*/ 407754 w 10321503"/>
              <a:gd name="connsiteY3930" fmla="*/ 1028443 h 5599766"/>
              <a:gd name="connsiteX3931" fmla="*/ 400692 w 10321503"/>
              <a:gd name="connsiteY3931" fmla="*/ 1028443 h 5599766"/>
              <a:gd name="connsiteX3932" fmla="*/ 400078 w 10321503"/>
              <a:gd name="connsiteY3932" fmla="*/ 1028085 h 5599766"/>
              <a:gd name="connsiteX3933" fmla="*/ 396546 w 10321503"/>
              <a:gd name="connsiteY3933" fmla="*/ 1021943 h 5599766"/>
              <a:gd name="connsiteX3934" fmla="*/ 396546 w 10321503"/>
              <a:gd name="connsiteY3934" fmla="*/ 1021277 h 5599766"/>
              <a:gd name="connsiteX3935" fmla="*/ 400078 w 10321503"/>
              <a:gd name="connsiteY3935" fmla="*/ 1015136 h 5599766"/>
              <a:gd name="connsiteX3936" fmla="*/ 400692 w 10321503"/>
              <a:gd name="connsiteY3936" fmla="*/ 1014777 h 5599766"/>
              <a:gd name="connsiteX3937" fmla="*/ 407754 w 10321503"/>
              <a:gd name="connsiteY3937" fmla="*/ 1014777 h 5599766"/>
              <a:gd name="connsiteX3938" fmla="*/ 408369 w 10321503"/>
              <a:gd name="connsiteY3938" fmla="*/ 1015136 h 5599766"/>
              <a:gd name="connsiteX3939" fmla="*/ 411900 w 10321503"/>
              <a:gd name="connsiteY3939" fmla="*/ 1021277 h 5599766"/>
              <a:gd name="connsiteX3940" fmla="*/ 411900 w 10321503"/>
              <a:gd name="connsiteY3940" fmla="*/ 1021943 h 5599766"/>
              <a:gd name="connsiteX3941" fmla="*/ 408369 w 10321503"/>
              <a:gd name="connsiteY3941" fmla="*/ 1028085 h 5599766"/>
              <a:gd name="connsiteX3942" fmla="*/ 407754 w 10321503"/>
              <a:gd name="connsiteY3942" fmla="*/ 1028443 h 5599766"/>
              <a:gd name="connsiteX3943" fmla="*/ 1795378 w 10321503"/>
              <a:gd name="connsiteY3943" fmla="*/ 1028450 h 5599766"/>
              <a:gd name="connsiteX3944" fmla="*/ 1788315 w 10321503"/>
              <a:gd name="connsiteY3944" fmla="*/ 1028450 h 5599766"/>
              <a:gd name="connsiteX3945" fmla="*/ 1787701 w 10321503"/>
              <a:gd name="connsiteY3945" fmla="*/ 1028092 h 5599766"/>
              <a:gd name="connsiteX3946" fmla="*/ 1784170 w 10321503"/>
              <a:gd name="connsiteY3946" fmla="*/ 1021950 h 5599766"/>
              <a:gd name="connsiteX3947" fmla="*/ 1784170 w 10321503"/>
              <a:gd name="connsiteY3947" fmla="*/ 1021284 h 5599766"/>
              <a:gd name="connsiteX3948" fmla="*/ 1787701 w 10321503"/>
              <a:gd name="connsiteY3948" fmla="*/ 1015144 h 5599766"/>
              <a:gd name="connsiteX3949" fmla="*/ 1788315 w 10321503"/>
              <a:gd name="connsiteY3949" fmla="*/ 1014785 h 5599766"/>
              <a:gd name="connsiteX3950" fmla="*/ 1795378 w 10321503"/>
              <a:gd name="connsiteY3950" fmla="*/ 1014785 h 5599766"/>
              <a:gd name="connsiteX3951" fmla="*/ 1795992 w 10321503"/>
              <a:gd name="connsiteY3951" fmla="*/ 1015144 h 5599766"/>
              <a:gd name="connsiteX3952" fmla="*/ 1799524 w 10321503"/>
              <a:gd name="connsiteY3952" fmla="*/ 1021284 h 5599766"/>
              <a:gd name="connsiteX3953" fmla="*/ 1799524 w 10321503"/>
              <a:gd name="connsiteY3953" fmla="*/ 1021950 h 5599766"/>
              <a:gd name="connsiteX3954" fmla="*/ 1795992 w 10321503"/>
              <a:gd name="connsiteY3954" fmla="*/ 1028092 h 5599766"/>
              <a:gd name="connsiteX3955" fmla="*/ 1795378 w 10321503"/>
              <a:gd name="connsiteY3955" fmla="*/ 1028450 h 5599766"/>
              <a:gd name="connsiteX3956" fmla="*/ 1200704 w 10321503"/>
              <a:gd name="connsiteY3956" fmla="*/ 1028465 h 5599766"/>
              <a:gd name="connsiteX3957" fmla="*/ 1193642 w 10321503"/>
              <a:gd name="connsiteY3957" fmla="*/ 1028465 h 5599766"/>
              <a:gd name="connsiteX3958" fmla="*/ 1193028 w 10321503"/>
              <a:gd name="connsiteY3958" fmla="*/ 1028106 h 5599766"/>
              <a:gd name="connsiteX3959" fmla="*/ 1189495 w 10321503"/>
              <a:gd name="connsiteY3959" fmla="*/ 1021964 h 5599766"/>
              <a:gd name="connsiteX3960" fmla="*/ 1189495 w 10321503"/>
              <a:gd name="connsiteY3960" fmla="*/ 1021300 h 5599766"/>
              <a:gd name="connsiteX3961" fmla="*/ 1193028 w 10321503"/>
              <a:gd name="connsiteY3961" fmla="*/ 1015158 h 5599766"/>
              <a:gd name="connsiteX3962" fmla="*/ 1193642 w 10321503"/>
              <a:gd name="connsiteY3962" fmla="*/ 1014801 h 5599766"/>
              <a:gd name="connsiteX3963" fmla="*/ 1200704 w 10321503"/>
              <a:gd name="connsiteY3963" fmla="*/ 1014801 h 5599766"/>
              <a:gd name="connsiteX3964" fmla="*/ 1201318 w 10321503"/>
              <a:gd name="connsiteY3964" fmla="*/ 1015158 h 5599766"/>
              <a:gd name="connsiteX3965" fmla="*/ 1204850 w 10321503"/>
              <a:gd name="connsiteY3965" fmla="*/ 1021300 h 5599766"/>
              <a:gd name="connsiteX3966" fmla="*/ 1204850 w 10321503"/>
              <a:gd name="connsiteY3966" fmla="*/ 1021964 h 5599766"/>
              <a:gd name="connsiteX3967" fmla="*/ 1201318 w 10321503"/>
              <a:gd name="connsiteY3967" fmla="*/ 1028106 h 5599766"/>
              <a:gd name="connsiteX3968" fmla="*/ 1200704 w 10321503"/>
              <a:gd name="connsiteY3968" fmla="*/ 1028465 h 5599766"/>
              <a:gd name="connsiteX3969" fmla="*/ 209480 w 10321503"/>
              <a:gd name="connsiteY3969" fmla="*/ 1028469 h 5599766"/>
              <a:gd name="connsiteX3970" fmla="*/ 202416 w 10321503"/>
              <a:gd name="connsiteY3970" fmla="*/ 1028469 h 5599766"/>
              <a:gd name="connsiteX3971" fmla="*/ 201803 w 10321503"/>
              <a:gd name="connsiteY3971" fmla="*/ 1028110 h 5599766"/>
              <a:gd name="connsiteX3972" fmla="*/ 198270 w 10321503"/>
              <a:gd name="connsiteY3972" fmla="*/ 1021968 h 5599766"/>
              <a:gd name="connsiteX3973" fmla="*/ 198270 w 10321503"/>
              <a:gd name="connsiteY3973" fmla="*/ 1021302 h 5599766"/>
              <a:gd name="connsiteX3974" fmla="*/ 201803 w 10321503"/>
              <a:gd name="connsiteY3974" fmla="*/ 1015163 h 5599766"/>
              <a:gd name="connsiteX3975" fmla="*/ 202416 w 10321503"/>
              <a:gd name="connsiteY3975" fmla="*/ 1014805 h 5599766"/>
              <a:gd name="connsiteX3976" fmla="*/ 209480 w 10321503"/>
              <a:gd name="connsiteY3976" fmla="*/ 1014805 h 5599766"/>
              <a:gd name="connsiteX3977" fmla="*/ 210094 w 10321503"/>
              <a:gd name="connsiteY3977" fmla="*/ 1015163 h 5599766"/>
              <a:gd name="connsiteX3978" fmla="*/ 213625 w 10321503"/>
              <a:gd name="connsiteY3978" fmla="*/ 1021302 h 5599766"/>
              <a:gd name="connsiteX3979" fmla="*/ 213625 w 10321503"/>
              <a:gd name="connsiteY3979" fmla="*/ 1021968 h 5599766"/>
              <a:gd name="connsiteX3980" fmla="*/ 210094 w 10321503"/>
              <a:gd name="connsiteY3980" fmla="*/ 1028110 h 5599766"/>
              <a:gd name="connsiteX3981" fmla="*/ 209480 w 10321503"/>
              <a:gd name="connsiteY3981" fmla="*/ 1028469 h 5599766"/>
              <a:gd name="connsiteX3982" fmla="*/ 804204 w 10321503"/>
              <a:gd name="connsiteY3982" fmla="*/ 1028471 h 5599766"/>
              <a:gd name="connsiteX3983" fmla="*/ 797140 w 10321503"/>
              <a:gd name="connsiteY3983" fmla="*/ 1028471 h 5599766"/>
              <a:gd name="connsiteX3984" fmla="*/ 796526 w 10321503"/>
              <a:gd name="connsiteY3984" fmla="*/ 1028112 h 5599766"/>
              <a:gd name="connsiteX3985" fmla="*/ 792995 w 10321503"/>
              <a:gd name="connsiteY3985" fmla="*/ 1021968 h 5599766"/>
              <a:gd name="connsiteX3986" fmla="*/ 792995 w 10321503"/>
              <a:gd name="connsiteY3986" fmla="*/ 1021306 h 5599766"/>
              <a:gd name="connsiteX3987" fmla="*/ 796526 w 10321503"/>
              <a:gd name="connsiteY3987" fmla="*/ 1015165 h 5599766"/>
              <a:gd name="connsiteX3988" fmla="*/ 797140 w 10321503"/>
              <a:gd name="connsiteY3988" fmla="*/ 1014805 h 5599766"/>
              <a:gd name="connsiteX3989" fmla="*/ 804204 w 10321503"/>
              <a:gd name="connsiteY3989" fmla="*/ 1014805 h 5599766"/>
              <a:gd name="connsiteX3990" fmla="*/ 804818 w 10321503"/>
              <a:gd name="connsiteY3990" fmla="*/ 1015165 h 5599766"/>
              <a:gd name="connsiteX3991" fmla="*/ 808350 w 10321503"/>
              <a:gd name="connsiteY3991" fmla="*/ 1021306 h 5599766"/>
              <a:gd name="connsiteX3992" fmla="*/ 808350 w 10321503"/>
              <a:gd name="connsiteY3992" fmla="*/ 1021968 h 5599766"/>
              <a:gd name="connsiteX3993" fmla="*/ 804818 w 10321503"/>
              <a:gd name="connsiteY3993" fmla="*/ 1028112 h 5599766"/>
              <a:gd name="connsiteX3994" fmla="*/ 804204 w 10321503"/>
              <a:gd name="connsiteY3994" fmla="*/ 1028471 h 5599766"/>
              <a:gd name="connsiteX3995" fmla="*/ 1993654 w 10321503"/>
              <a:gd name="connsiteY3995" fmla="*/ 1028473 h 5599766"/>
              <a:gd name="connsiteX3996" fmla="*/ 1986590 w 10321503"/>
              <a:gd name="connsiteY3996" fmla="*/ 1028473 h 5599766"/>
              <a:gd name="connsiteX3997" fmla="*/ 1985976 w 10321503"/>
              <a:gd name="connsiteY3997" fmla="*/ 1028116 h 5599766"/>
              <a:gd name="connsiteX3998" fmla="*/ 1982445 w 10321503"/>
              <a:gd name="connsiteY3998" fmla="*/ 1021973 h 5599766"/>
              <a:gd name="connsiteX3999" fmla="*/ 1982445 w 10321503"/>
              <a:gd name="connsiteY3999" fmla="*/ 1021309 h 5599766"/>
              <a:gd name="connsiteX4000" fmla="*/ 1985976 w 10321503"/>
              <a:gd name="connsiteY4000" fmla="*/ 1015165 h 5599766"/>
              <a:gd name="connsiteX4001" fmla="*/ 1986590 w 10321503"/>
              <a:gd name="connsiteY4001" fmla="*/ 1014809 h 5599766"/>
              <a:gd name="connsiteX4002" fmla="*/ 1993654 w 10321503"/>
              <a:gd name="connsiteY4002" fmla="*/ 1014809 h 5599766"/>
              <a:gd name="connsiteX4003" fmla="*/ 1994268 w 10321503"/>
              <a:gd name="connsiteY4003" fmla="*/ 1015165 h 5599766"/>
              <a:gd name="connsiteX4004" fmla="*/ 1997800 w 10321503"/>
              <a:gd name="connsiteY4004" fmla="*/ 1021309 h 5599766"/>
              <a:gd name="connsiteX4005" fmla="*/ 1997800 w 10321503"/>
              <a:gd name="connsiteY4005" fmla="*/ 1021973 h 5599766"/>
              <a:gd name="connsiteX4006" fmla="*/ 1994268 w 10321503"/>
              <a:gd name="connsiteY4006" fmla="*/ 1028116 h 5599766"/>
              <a:gd name="connsiteX4007" fmla="*/ 1993654 w 10321503"/>
              <a:gd name="connsiteY4007" fmla="*/ 1028473 h 5599766"/>
              <a:gd name="connsiteX4008" fmla="*/ 11254 w 10321503"/>
              <a:gd name="connsiteY4008" fmla="*/ 1028475 h 5599766"/>
              <a:gd name="connsiteX4009" fmla="*/ 4192 w 10321503"/>
              <a:gd name="connsiteY4009" fmla="*/ 1028475 h 5599766"/>
              <a:gd name="connsiteX4010" fmla="*/ 3578 w 10321503"/>
              <a:gd name="connsiteY4010" fmla="*/ 1028116 h 5599766"/>
              <a:gd name="connsiteX4011" fmla="*/ 46 w 10321503"/>
              <a:gd name="connsiteY4011" fmla="*/ 1021975 h 5599766"/>
              <a:gd name="connsiteX4012" fmla="*/ 46 w 10321503"/>
              <a:gd name="connsiteY4012" fmla="*/ 1021310 h 5599766"/>
              <a:gd name="connsiteX4013" fmla="*/ 3578 w 10321503"/>
              <a:gd name="connsiteY4013" fmla="*/ 1015168 h 5599766"/>
              <a:gd name="connsiteX4014" fmla="*/ 4192 w 10321503"/>
              <a:gd name="connsiteY4014" fmla="*/ 1014811 h 5599766"/>
              <a:gd name="connsiteX4015" fmla="*/ 11254 w 10321503"/>
              <a:gd name="connsiteY4015" fmla="*/ 1014811 h 5599766"/>
              <a:gd name="connsiteX4016" fmla="*/ 11868 w 10321503"/>
              <a:gd name="connsiteY4016" fmla="*/ 1015168 h 5599766"/>
              <a:gd name="connsiteX4017" fmla="*/ 15400 w 10321503"/>
              <a:gd name="connsiteY4017" fmla="*/ 1021310 h 5599766"/>
              <a:gd name="connsiteX4018" fmla="*/ 15400 w 10321503"/>
              <a:gd name="connsiteY4018" fmla="*/ 1021975 h 5599766"/>
              <a:gd name="connsiteX4019" fmla="*/ 11868 w 10321503"/>
              <a:gd name="connsiteY4019" fmla="*/ 1028116 h 5599766"/>
              <a:gd name="connsiteX4020" fmla="*/ 11254 w 10321503"/>
              <a:gd name="connsiteY4020" fmla="*/ 1028475 h 5599766"/>
              <a:gd name="connsiteX4021" fmla="*/ 1597154 w 10321503"/>
              <a:gd name="connsiteY4021" fmla="*/ 1028476 h 5599766"/>
              <a:gd name="connsiteX4022" fmla="*/ 1590090 w 10321503"/>
              <a:gd name="connsiteY4022" fmla="*/ 1028476 h 5599766"/>
              <a:gd name="connsiteX4023" fmla="*/ 1589476 w 10321503"/>
              <a:gd name="connsiteY4023" fmla="*/ 1028118 h 5599766"/>
              <a:gd name="connsiteX4024" fmla="*/ 1585944 w 10321503"/>
              <a:gd name="connsiteY4024" fmla="*/ 1021977 h 5599766"/>
              <a:gd name="connsiteX4025" fmla="*/ 1585944 w 10321503"/>
              <a:gd name="connsiteY4025" fmla="*/ 1021311 h 5599766"/>
              <a:gd name="connsiteX4026" fmla="*/ 1589476 w 10321503"/>
              <a:gd name="connsiteY4026" fmla="*/ 1015172 h 5599766"/>
              <a:gd name="connsiteX4027" fmla="*/ 1590090 w 10321503"/>
              <a:gd name="connsiteY4027" fmla="*/ 1014812 h 5599766"/>
              <a:gd name="connsiteX4028" fmla="*/ 1597154 w 10321503"/>
              <a:gd name="connsiteY4028" fmla="*/ 1014812 h 5599766"/>
              <a:gd name="connsiteX4029" fmla="*/ 1597768 w 10321503"/>
              <a:gd name="connsiteY4029" fmla="*/ 1015172 h 5599766"/>
              <a:gd name="connsiteX4030" fmla="*/ 1601298 w 10321503"/>
              <a:gd name="connsiteY4030" fmla="*/ 1021311 h 5599766"/>
              <a:gd name="connsiteX4031" fmla="*/ 1601298 w 10321503"/>
              <a:gd name="connsiteY4031" fmla="*/ 1021977 h 5599766"/>
              <a:gd name="connsiteX4032" fmla="*/ 1597768 w 10321503"/>
              <a:gd name="connsiteY4032" fmla="*/ 1028118 h 5599766"/>
              <a:gd name="connsiteX4033" fmla="*/ 1597154 w 10321503"/>
              <a:gd name="connsiteY4033" fmla="*/ 1028476 h 5599766"/>
              <a:gd name="connsiteX4034" fmla="*/ 1398928 w 10321503"/>
              <a:gd name="connsiteY4034" fmla="*/ 1028486 h 5599766"/>
              <a:gd name="connsiteX4035" fmla="*/ 1391866 w 10321503"/>
              <a:gd name="connsiteY4035" fmla="*/ 1028486 h 5599766"/>
              <a:gd name="connsiteX4036" fmla="*/ 1391252 w 10321503"/>
              <a:gd name="connsiteY4036" fmla="*/ 1028128 h 5599766"/>
              <a:gd name="connsiteX4037" fmla="*/ 1387720 w 10321503"/>
              <a:gd name="connsiteY4037" fmla="*/ 1021985 h 5599766"/>
              <a:gd name="connsiteX4038" fmla="*/ 1387720 w 10321503"/>
              <a:gd name="connsiteY4038" fmla="*/ 1021320 h 5599766"/>
              <a:gd name="connsiteX4039" fmla="*/ 1391252 w 10321503"/>
              <a:gd name="connsiteY4039" fmla="*/ 1015180 h 5599766"/>
              <a:gd name="connsiteX4040" fmla="*/ 1391866 w 10321503"/>
              <a:gd name="connsiteY4040" fmla="*/ 1014822 h 5599766"/>
              <a:gd name="connsiteX4041" fmla="*/ 1398928 w 10321503"/>
              <a:gd name="connsiteY4041" fmla="*/ 1014822 h 5599766"/>
              <a:gd name="connsiteX4042" fmla="*/ 1399544 w 10321503"/>
              <a:gd name="connsiteY4042" fmla="*/ 1015180 h 5599766"/>
              <a:gd name="connsiteX4043" fmla="*/ 1403074 w 10321503"/>
              <a:gd name="connsiteY4043" fmla="*/ 1021320 h 5599766"/>
              <a:gd name="connsiteX4044" fmla="*/ 1403074 w 10321503"/>
              <a:gd name="connsiteY4044" fmla="*/ 1021985 h 5599766"/>
              <a:gd name="connsiteX4045" fmla="*/ 1399544 w 10321503"/>
              <a:gd name="connsiteY4045" fmla="*/ 1028128 h 5599766"/>
              <a:gd name="connsiteX4046" fmla="*/ 1398928 w 10321503"/>
              <a:gd name="connsiteY4046" fmla="*/ 1028486 h 5599766"/>
              <a:gd name="connsiteX4047" fmla="*/ 1002428 w 10321503"/>
              <a:gd name="connsiteY4047" fmla="*/ 1028506 h 5599766"/>
              <a:gd name="connsiteX4048" fmla="*/ 995366 w 10321503"/>
              <a:gd name="connsiteY4048" fmla="*/ 1028506 h 5599766"/>
              <a:gd name="connsiteX4049" fmla="*/ 994752 w 10321503"/>
              <a:gd name="connsiteY4049" fmla="*/ 1028145 h 5599766"/>
              <a:gd name="connsiteX4050" fmla="*/ 991220 w 10321503"/>
              <a:gd name="connsiteY4050" fmla="*/ 1022004 h 5599766"/>
              <a:gd name="connsiteX4051" fmla="*/ 991220 w 10321503"/>
              <a:gd name="connsiteY4051" fmla="*/ 1021339 h 5599766"/>
              <a:gd name="connsiteX4052" fmla="*/ 994752 w 10321503"/>
              <a:gd name="connsiteY4052" fmla="*/ 1015201 h 5599766"/>
              <a:gd name="connsiteX4053" fmla="*/ 995366 w 10321503"/>
              <a:gd name="connsiteY4053" fmla="*/ 1014843 h 5599766"/>
              <a:gd name="connsiteX4054" fmla="*/ 1002428 w 10321503"/>
              <a:gd name="connsiteY4054" fmla="*/ 1014843 h 5599766"/>
              <a:gd name="connsiteX4055" fmla="*/ 1003042 w 10321503"/>
              <a:gd name="connsiteY4055" fmla="*/ 1015201 h 5599766"/>
              <a:gd name="connsiteX4056" fmla="*/ 1006574 w 10321503"/>
              <a:gd name="connsiteY4056" fmla="*/ 1021339 h 5599766"/>
              <a:gd name="connsiteX4057" fmla="*/ 1006574 w 10321503"/>
              <a:gd name="connsiteY4057" fmla="*/ 1022004 h 5599766"/>
              <a:gd name="connsiteX4058" fmla="*/ 1003042 w 10321503"/>
              <a:gd name="connsiteY4058" fmla="*/ 1028145 h 5599766"/>
              <a:gd name="connsiteX4059" fmla="*/ 1002428 w 10321503"/>
              <a:gd name="connsiteY4059" fmla="*/ 1028506 h 5599766"/>
              <a:gd name="connsiteX4060" fmla="*/ 605979 w 10321503"/>
              <a:gd name="connsiteY4060" fmla="*/ 1028508 h 5599766"/>
              <a:gd name="connsiteX4061" fmla="*/ 598916 w 10321503"/>
              <a:gd name="connsiteY4061" fmla="*/ 1028508 h 5599766"/>
              <a:gd name="connsiteX4062" fmla="*/ 598302 w 10321503"/>
              <a:gd name="connsiteY4062" fmla="*/ 1028151 h 5599766"/>
              <a:gd name="connsiteX4063" fmla="*/ 594770 w 10321503"/>
              <a:gd name="connsiteY4063" fmla="*/ 1022007 h 5599766"/>
              <a:gd name="connsiteX4064" fmla="*/ 594770 w 10321503"/>
              <a:gd name="connsiteY4064" fmla="*/ 1021346 h 5599766"/>
              <a:gd name="connsiteX4065" fmla="*/ 598302 w 10321503"/>
              <a:gd name="connsiteY4065" fmla="*/ 1015205 h 5599766"/>
              <a:gd name="connsiteX4066" fmla="*/ 598916 w 10321503"/>
              <a:gd name="connsiteY4066" fmla="*/ 1014844 h 5599766"/>
              <a:gd name="connsiteX4067" fmla="*/ 605979 w 10321503"/>
              <a:gd name="connsiteY4067" fmla="*/ 1014844 h 5599766"/>
              <a:gd name="connsiteX4068" fmla="*/ 606593 w 10321503"/>
              <a:gd name="connsiteY4068" fmla="*/ 1015205 h 5599766"/>
              <a:gd name="connsiteX4069" fmla="*/ 610125 w 10321503"/>
              <a:gd name="connsiteY4069" fmla="*/ 1021346 h 5599766"/>
              <a:gd name="connsiteX4070" fmla="*/ 610125 w 10321503"/>
              <a:gd name="connsiteY4070" fmla="*/ 1022007 h 5599766"/>
              <a:gd name="connsiteX4071" fmla="*/ 606593 w 10321503"/>
              <a:gd name="connsiteY4071" fmla="*/ 1028151 h 5599766"/>
              <a:gd name="connsiteX4072" fmla="*/ 605979 w 10321503"/>
              <a:gd name="connsiteY4072" fmla="*/ 1028508 h 5599766"/>
              <a:gd name="connsiteX4073" fmla="*/ 2189611 w 10321503"/>
              <a:gd name="connsiteY4073" fmla="*/ 1034223 h 5599766"/>
              <a:gd name="connsiteX4074" fmla="*/ 2182548 w 10321503"/>
              <a:gd name="connsiteY4074" fmla="*/ 1034223 h 5599766"/>
              <a:gd name="connsiteX4075" fmla="*/ 2181933 w 10321503"/>
              <a:gd name="connsiteY4075" fmla="*/ 1033865 h 5599766"/>
              <a:gd name="connsiteX4076" fmla="*/ 2178401 w 10321503"/>
              <a:gd name="connsiteY4076" fmla="*/ 1027723 h 5599766"/>
              <a:gd name="connsiteX4077" fmla="*/ 2178401 w 10321503"/>
              <a:gd name="connsiteY4077" fmla="*/ 1027058 h 5599766"/>
              <a:gd name="connsiteX4078" fmla="*/ 2181933 w 10321503"/>
              <a:gd name="connsiteY4078" fmla="*/ 1020916 h 5599766"/>
              <a:gd name="connsiteX4079" fmla="*/ 2182548 w 10321503"/>
              <a:gd name="connsiteY4079" fmla="*/ 1020558 h 5599766"/>
              <a:gd name="connsiteX4080" fmla="*/ 2189611 w 10321503"/>
              <a:gd name="connsiteY4080" fmla="*/ 1020558 h 5599766"/>
              <a:gd name="connsiteX4081" fmla="*/ 2190225 w 10321503"/>
              <a:gd name="connsiteY4081" fmla="*/ 1020916 h 5599766"/>
              <a:gd name="connsiteX4082" fmla="*/ 2193757 w 10321503"/>
              <a:gd name="connsiteY4082" fmla="*/ 1027058 h 5599766"/>
              <a:gd name="connsiteX4083" fmla="*/ 2193757 w 10321503"/>
              <a:gd name="connsiteY4083" fmla="*/ 1027723 h 5599766"/>
              <a:gd name="connsiteX4084" fmla="*/ 2190225 w 10321503"/>
              <a:gd name="connsiteY4084" fmla="*/ 1033865 h 5599766"/>
              <a:gd name="connsiteX4085" fmla="*/ 2189611 w 10321503"/>
              <a:gd name="connsiteY4085" fmla="*/ 1034223 h 5599766"/>
              <a:gd name="connsiteX4086" fmla="*/ 2387835 w 10321503"/>
              <a:gd name="connsiteY4086" fmla="*/ 1034223 h 5599766"/>
              <a:gd name="connsiteX4087" fmla="*/ 2380773 w 10321503"/>
              <a:gd name="connsiteY4087" fmla="*/ 1034223 h 5599766"/>
              <a:gd name="connsiteX4088" fmla="*/ 2380159 w 10321503"/>
              <a:gd name="connsiteY4088" fmla="*/ 1033865 h 5599766"/>
              <a:gd name="connsiteX4089" fmla="*/ 2376626 w 10321503"/>
              <a:gd name="connsiteY4089" fmla="*/ 1027723 h 5599766"/>
              <a:gd name="connsiteX4090" fmla="*/ 2376626 w 10321503"/>
              <a:gd name="connsiteY4090" fmla="*/ 1027058 h 5599766"/>
              <a:gd name="connsiteX4091" fmla="*/ 2380159 w 10321503"/>
              <a:gd name="connsiteY4091" fmla="*/ 1020916 h 5599766"/>
              <a:gd name="connsiteX4092" fmla="*/ 2380773 w 10321503"/>
              <a:gd name="connsiteY4092" fmla="*/ 1020558 h 5599766"/>
              <a:gd name="connsiteX4093" fmla="*/ 2387835 w 10321503"/>
              <a:gd name="connsiteY4093" fmla="*/ 1020558 h 5599766"/>
              <a:gd name="connsiteX4094" fmla="*/ 2388449 w 10321503"/>
              <a:gd name="connsiteY4094" fmla="*/ 1020916 h 5599766"/>
              <a:gd name="connsiteX4095" fmla="*/ 2391981 w 10321503"/>
              <a:gd name="connsiteY4095" fmla="*/ 1027058 h 5599766"/>
              <a:gd name="connsiteX4096" fmla="*/ 2391981 w 10321503"/>
              <a:gd name="connsiteY4096" fmla="*/ 1027723 h 5599766"/>
              <a:gd name="connsiteX4097" fmla="*/ 2388449 w 10321503"/>
              <a:gd name="connsiteY4097" fmla="*/ 1033865 h 5599766"/>
              <a:gd name="connsiteX4098" fmla="*/ 2387835 w 10321503"/>
              <a:gd name="connsiteY4098" fmla="*/ 1034223 h 5599766"/>
              <a:gd name="connsiteX4099" fmla="*/ 2586060 w 10321503"/>
              <a:gd name="connsiteY4099" fmla="*/ 1034223 h 5599766"/>
              <a:gd name="connsiteX4100" fmla="*/ 2578998 w 10321503"/>
              <a:gd name="connsiteY4100" fmla="*/ 1034223 h 5599766"/>
              <a:gd name="connsiteX4101" fmla="*/ 2578383 w 10321503"/>
              <a:gd name="connsiteY4101" fmla="*/ 1033865 h 5599766"/>
              <a:gd name="connsiteX4102" fmla="*/ 2574850 w 10321503"/>
              <a:gd name="connsiteY4102" fmla="*/ 1027723 h 5599766"/>
              <a:gd name="connsiteX4103" fmla="*/ 2574850 w 10321503"/>
              <a:gd name="connsiteY4103" fmla="*/ 1027058 h 5599766"/>
              <a:gd name="connsiteX4104" fmla="*/ 2578383 w 10321503"/>
              <a:gd name="connsiteY4104" fmla="*/ 1020916 h 5599766"/>
              <a:gd name="connsiteX4105" fmla="*/ 2578998 w 10321503"/>
              <a:gd name="connsiteY4105" fmla="*/ 1020558 h 5599766"/>
              <a:gd name="connsiteX4106" fmla="*/ 2586060 w 10321503"/>
              <a:gd name="connsiteY4106" fmla="*/ 1020558 h 5599766"/>
              <a:gd name="connsiteX4107" fmla="*/ 2586674 w 10321503"/>
              <a:gd name="connsiteY4107" fmla="*/ 1020916 h 5599766"/>
              <a:gd name="connsiteX4108" fmla="*/ 2590205 w 10321503"/>
              <a:gd name="connsiteY4108" fmla="*/ 1027058 h 5599766"/>
              <a:gd name="connsiteX4109" fmla="*/ 2590205 w 10321503"/>
              <a:gd name="connsiteY4109" fmla="*/ 1027723 h 5599766"/>
              <a:gd name="connsiteX4110" fmla="*/ 2586674 w 10321503"/>
              <a:gd name="connsiteY4110" fmla="*/ 1033865 h 5599766"/>
              <a:gd name="connsiteX4111" fmla="*/ 2586060 w 10321503"/>
              <a:gd name="connsiteY4111" fmla="*/ 1034223 h 5599766"/>
              <a:gd name="connsiteX4112" fmla="*/ 2784284 w 10321503"/>
              <a:gd name="connsiteY4112" fmla="*/ 1034223 h 5599766"/>
              <a:gd name="connsiteX4113" fmla="*/ 2777221 w 10321503"/>
              <a:gd name="connsiteY4113" fmla="*/ 1034223 h 5599766"/>
              <a:gd name="connsiteX4114" fmla="*/ 2776607 w 10321503"/>
              <a:gd name="connsiteY4114" fmla="*/ 1033865 h 5599766"/>
              <a:gd name="connsiteX4115" fmla="*/ 2773075 w 10321503"/>
              <a:gd name="connsiteY4115" fmla="*/ 1027723 h 5599766"/>
              <a:gd name="connsiteX4116" fmla="*/ 2773075 w 10321503"/>
              <a:gd name="connsiteY4116" fmla="*/ 1027058 h 5599766"/>
              <a:gd name="connsiteX4117" fmla="*/ 2776607 w 10321503"/>
              <a:gd name="connsiteY4117" fmla="*/ 1020916 h 5599766"/>
              <a:gd name="connsiteX4118" fmla="*/ 2777221 w 10321503"/>
              <a:gd name="connsiteY4118" fmla="*/ 1020558 h 5599766"/>
              <a:gd name="connsiteX4119" fmla="*/ 2784284 w 10321503"/>
              <a:gd name="connsiteY4119" fmla="*/ 1020558 h 5599766"/>
              <a:gd name="connsiteX4120" fmla="*/ 2784898 w 10321503"/>
              <a:gd name="connsiteY4120" fmla="*/ 1020916 h 5599766"/>
              <a:gd name="connsiteX4121" fmla="*/ 2788430 w 10321503"/>
              <a:gd name="connsiteY4121" fmla="*/ 1027058 h 5599766"/>
              <a:gd name="connsiteX4122" fmla="*/ 2788430 w 10321503"/>
              <a:gd name="connsiteY4122" fmla="*/ 1027723 h 5599766"/>
              <a:gd name="connsiteX4123" fmla="*/ 2784898 w 10321503"/>
              <a:gd name="connsiteY4123" fmla="*/ 1033865 h 5599766"/>
              <a:gd name="connsiteX4124" fmla="*/ 2784284 w 10321503"/>
              <a:gd name="connsiteY4124" fmla="*/ 1034223 h 5599766"/>
              <a:gd name="connsiteX4125" fmla="*/ 2982559 w 10321503"/>
              <a:gd name="connsiteY4125" fmla="*/ 1034223 h 5599766"/>
              <a:gd name="connsiteX4126" fmla="*/ 2975496 w 10321503"/>
              <a:gd name="connsiteY4126" fmla="*/ 1034223 h 5599766"/>
              <a:gd name="connsiteX4127" fmla="*/ 2974882 w 10321503"/>
              <a:gd name="connsiteY4127" fmla="*/ 1033865 h 5599766"/>
              <a:gd name="connsiteX4128" fmla="*/ 2971351 w 10321503"/>
              <a:gd name="connsiteY4128" fmla="*/ 1027723 h 5599766"/>
              <a:gd name="connsiteX4129" fmla="*/ 2971351 w 10321503"/>
              <a:gd name="connsiteY4129" fmla="*/ 1027058 h 5599766"/>
              <a:gd name="connsiteX4130" fmla="*/ 2974882 w 10321503"/>
              <a:gd name="connsiteY4130" fmla="*/ 1020916 h 5599766"/>
              <a:gd name="connsiteX4131" fmla="*/ 2975496 w 10321503"/>
              <a:gd name="connsiteY4131" fmla="*/ 1020558 h 5599766"/>
              <a:gd name="connsiteX4132" fmla="*/ 2982559 w 10321503"/>
              <a:gd name="connsiteY4132" fmla="*/ 1020558 h 5599766"/>
              <a:gd name="connsiteX4133" fmla="*/ 2983173 w 10321503"/>
              <a:gd name="connsiteY4133" fmla="*/ 1020916 h 5599766"/>
              <a:gd name="connsiteX4134" fmla="*/ 2986706 w 10321503"/>
              <a:gd name="connsiteY4134" fmla="*/ 1027058 h 5599766"/>
              <a:gd name="connsiteX4135" fmla="*/ 2986706 w 10321503"/>
              <a:gd name="connsiteY4135" fmla="*/ 1027723 h 5599766"/>
              <a:gd name="connsiteX4136" fmla="*/ 2983173 w 10321503"/>
              <a:gd name="connsiteY4136" fmla="*/ 1033865 h 5599766"/>
              <a:gd name="connsiteX4137" fmla="*/ 2982559 w 10321503"/>
              <a:gd name="connsiteY4137" fmla="*/ 1034223 h 5599766"/>
              <a:gd name="connsiteX4138" fmla="*/ 3180784 w 10321503"/>
              <a:gd name="connsiteY4138" fmla="*/ 1034223 h 5599766"/>
              <a:gd name="connsiteX4139" fmla="*/ 3173721 w 10321503"/>
              <a:gd name="connsiteY4139" fmla="*/ 1034223 h 5599766"/>
              <a:gd name="connsiteX4140" fmla="*/ 3173107 w 10321503"/>
              <a:gd name="connsiteY4140" fmla="*/ 1033865 h 5599766"/>
              <a:gd name="connsiteX4141" fmla="*/ 3169576 w 10321503"/>
              <a:gd name="connsiteY4141" fmla="*/ 1027723 h 5599766"/>
              <a:gd name="connsiteX4142" fmla="*/ 3169576 w 10321503"/>
              <a:gd name="connsiteY4142" fmla="*/ 1027058 h 5599766"/>
              <a:gd name="connsiteX4143" fmla="*/ 3173107 w 10321503"/>
              <a:gd name="connsiteY4143" fmla="*/ 1020916 h 5599766"/>
              <a:gd name="connsiteX4144" fmla="*/ 3173721 w 10321503"/>
              <a:gd name="connsiteY4144" fmla="*/ 1020558 h 5599766"/>
              <a:gd name="connsiteX4145" fmla="*/ 3180784 w 10321503"/>
              <a:gd name="connsiteY4145" fmla="*/ 1020558 h 5599766"/>
              <a:gd name="connsiteX4146" fmla="*/ 3181398 w 10321503"/>
              <a:gd name="connsiteY4146" fmla="*/ 1020916 h 5599766"/>
              <a:gd name="connsiteX4147" fmla="*/ 3184931 w 10321503"/>
              <a:gd name="connsiteY4147" fmla="*/ 1027058 h 5599766"/>
              <a:gd name="connsiteX4148" fmla="*/ 3184931 w 10321503"/>
              <a:gd name="connsiteY4148" fmla="*/ 1027723 h 5599766"/>
              <a:gd name="connsiteX4149" fmla="*/ 3181398 w 10321503"/>
              <a:gd name="connsiteY4149" fmla="*/ 1033865 h 5599766"/>
              <a:gd name="connsiteX4150" fmla="*/ 3180784 w 10321503"/>
              <a:gd name="connsiteY4150" fmla="*/ 1034223 h 5599766"/>
              <a:gd name="connsiteX4151" fmla="*/ 3379008 w 10321503"/>
              <a:gd name="connsiteY4151" fmla="*/ 1034223 h 5599766"/>
              <a:gd name="connsiteX4152" fmla="*/ 3371947 w 10321503"/>
              <a:gd name="connsiteY4152" fmla="*/ 1034223 h 5599766"/>
              <a:gd name="connsiteX4153" fmla="*/ 3371332 w 10321503"/>
              <a:gd name="connsiteY4153" fmla="*/ 1033865 h 5599766"/>
              <a:gd name="connsiteX4154" fmla="*/ 3367800 w 10321503"/>
              <a:gd name="connsiteY4154" fmla="*/ 1027723 h 5599766"/>
              <a:gd name="connsiteX4155" fmla="*/ 3367800 w 10321503"/>
              <a:gd name="connsiteY4155" fmla="*/ 1027058 h 5599766"/>
              <a:gd name="connsiteX4156" fmla="*/ 3371332 w 10321503"/>
              <a:gd name="connsiteY4156" fmla="*/ 1020916 h 5599766"/>
              <a:gd name="connsiteX4157" fmla="*/ 3371947 w 10321503"/>
              <a:gd name="connsiteY4157" fmla="*/ 1020558 h 5599766"/>
              <a:gd name="connsiteX4158" fmla="*/ 3379008 w 10321503"/>
              <a:gd name="connsiteY4158" fmla="*/ 1020558 h 5599766"/>
              <a:gd name="connsiteX4159" fmla="*/ 3379624 w 10321503"/>
              <a:gd name="connsiteY4159" fmla="*/ 1020916 h 5599766"/>
              <a:gd name="connsiteX4160" fmla="*/ 3383155 w 10321503"/>
              <a:gd name="connsiteY4160" fmla="*/ 1027058 h 5599766"/>
              <a:gd name="connsiteX4161" fmla="*/ 3383155 w 10321503"/>
              <a:gd name="connsiteY4161" fmla="*/ 1027723 h 5599766"/>
              <a:gd name="connsiteX4162" fmla="*/ 3379624 w 10321503"/>
              <a:gd name="connsiteY4162" fmla="*/ 1033865 h 5599766"/>
              <a:gd name="connsiteX4163" fmla="*/ 3379008 w 10321503"/>
              <a:gd name="connsiteY4163" fmla="*/ 1034223 h 5599766"/>
              <a:gd name="connsiteX4164" fmla="*/ 3577234 w 10321503"/>
              <a:gd name="connsiteY4164" fmla="*/ 1034223 h 5599766"/>
              <a:gd name="connsiteX4165" fmla="*/ 3570172 w 10321503"/>
              <a:gd name="connsiteY4165" fmla="*/ 1034223 h 5599766"/>
              <a:gd name="connsiteX4166" fmla="*/ 3569557 w 10321503"/>
              <a:gd name="connsiteY4166" fmla="*/ 1033865 h 5599766"/>
              <a:gd name="connsiteX4167" fmla="*/ 3566024 w 10321503"/>
              <a:gd name="connsiteY4167" fmla="*/ 1027723 h 5599766"/>
              <a:gd name="connsiteX4168" fmla="*/ 3566024 w 10321503"/>
              <a:gd name="connsiteY4168" fmla="*/ 1027058 h 5599766"/>
              <a:gd name="connsiteX4169" fmla="*/ 3569557 w 10321503"/>
              <a:gd name="connsiteY4169" fmla="*/ 1020916 h 5599766"/>
              <a:gd name="connsiteX4170" fmla="*/ 3570172 w 10321503"/>
              <a:gd name="connsiteY4170" fmla="*/ 1020558 h 5599766"/>
              <a:gd name="connsiteX4171" fmla="*/ 3577234 w 10321503"/>
              <a:gd name="connsiteY4171" fmla="*/ 1020558 h 5599766"/>
              <a:gd name="connsiteX4172" fmla="*/ 3577848 w 10321503"/>
              <a:gd name="connsiteY4172" fmla="*/ 1020916 h 5599766"/>
              <a:gd name="connsiteX4173" fmla="*/ 3581379 w 10321503"/>
              <a:gd name="connsiteY4173" fmla="*/ 1027058 h 5599766"/>
              <a:gd name="connsiteX4174" fmla="*/ 3581379 w 10321503"/>
              <a:gd name="connsiteY4174" fmla="*/ 1027723 h 5599766"/>
              <a:gd name="connsiteX4175" fmla="*/ 3577848 w 10321503"/>
              <a:gd name="connsiteY4175" fmla="*/ 1033865 h 5599766"/>
              <a:gd name="connsiteX4176" fmla="*/ 3577234 w 10321503"/>
              <a:gd name="connsiteY4176" fmla="*/ 1034223 h 5599766"/>
              <a:gd name="connsiteX4177" fmla="*/ 3775459 w 10321503"/>
              <a:gd name="connsiteY4177" fmla="*/ 1034223 h 5599766"/>
              <a:gd name="connsiteX4178" fmla="*/ 3768396 w 10321503"/>
              <a:gd name="connsiteY4178" fmla="*/ 1034223 h 5599766"/>
              <a:gd name="connsiteX4179" fmla="*/ 3767781 w 10321503"/>
              <a:gd name="connsiteY4179" fmla="*/ 1033865 h 5599766"/>
              <a:gd name="connsiteX4180" fmla="*/ 3764249 w 10321503"/>
              <a:gd name="connsiteY4180" fmla="*/ 1027723 h 5599766"/>
              <a:gd name="connsiteX4181" fmla="*/ 3764249 w 10321503"/>
              <a:gd name="connsiteY4181" fmla="*/ 1027058 h 5599766"/>
              <a:gd name="connsiteX4182" fmla="*/ 3767781 w 10321503"/>
              <a:gd name="connsiteY4182" fmla="*/ 1020916 h 5599766"/>
              <a:gd name="connsiteX4183" fmla="*/ 3768396 w 10321503"/>
              <a:gd name="connsiteY4183" fmla="*/ 1020558 h 5599766"/>
              <a:gd name="connsiteX4184" fmla="*/ 3775459 w 10321503"/>
              <a:gd name="connsiteY4184" fmla="*/ 1020558 h 5599766"/>
              <a:gd name="connsiteX4185" fmla="*/ 3776073 w 10321503"/>
              <a:gd name="connsiteY4185" fmla="*/ 1020916 h 5599766"/>
              <a:gd name="connsiteX4186" fmla="*/ 3779604 w 10321503"/>
              <a:gd name="connsiteY4186" fmla="*/ 1027058 h 5599766"/>
              <a:gd name="connsiteX4187" fmla="*/ 3779604 w 10321503"/>
              <a:gd name="connsiteY4187" fmla="*/ 1027723 h 5599766"/>
              <a:gd name="connsiteX4188" fmla="*/ 3776073 w 10321503"/>
              <a:gd name="connsiteY4188" fmla="*/ 1033865 h 5599766"/>
              <a:gd name="connsiteX4189" fmla="*/ 3775459 w 10321503"/>
              <a:gd name="connsiteY4189" fmla="*/ 1034223 h 5599766"/>
              <a:gd name="connsiteX4190" fmla="*/ 3973734 w 10321503"/>
              <a:gd name="connsiteY4190" fmla="*/ 1034223 h 5599766"/>
              <a:gd name="connsiteX4191" fmla="*/ 3966671 w 10321503"/>
              <a:gd name="connsiteY4191" fmla="*/ 1034223 h 5599766"/>
              <a:gd name="connsiteX4192" fmla="*/ 3966057 w 10321503"/>
              <a:gd name="connsiteY4192" fmla="*/ 1033865 h 5599766"/>
              <a:gd name="connsiteX4193" fmla="*/ 3962525 w 10321503"/>
              <a:gd name="connsiteY4193" fmla="*/ 1027723 h 5599766"/>
              <a:gd name="connsiteX4194" fmla="*/ 3962525 w 10321503"/>
              <a:gd name="connsiteY4194" fmla="*/ 1027058 h 5599766"/>
              <a:gd name="connsiteX4195" fmla="*/ 3966057 w 10321503"/>
              <a:gd name="connsiteY4195" fmla="*/ 1020916 h 5599766"/>
              <a:gd name="connsiteX4196" fmla="*/ 3966671 w 10321503"/>
              <a:gd name="connsiteY4196" fmla="*/ 1020558 h 5599766"/>
              <a:gd name="connsiteX4197" fmla="*/ 3973734 w 10321503"/>
              <a:gd name="connsiteY4197" fmla="*/ 1020558 h 5599766"/>
              <a:gd name="connsiteX4198" fmla="*/ 3974348 w 10321503"/>
              <a:gd name="connsiteY4198" fmla="*/ 1020916 h 5599766"/>
              <a:gd name="connsiteX4199" fmla="*/ 3977880 w 10321503"/>
              <a:gd name="connsiteY4199" fmla="*/ 1027058 h 5599766"/>
              <a:gd name="connsiteX4200" fmla="*/ 3977880 w 10321503"/>
              <a:gd name="connsiteY4200" fmla="*/ 1027723 h 5599766"/>
              <a:gd name="connsiteX4201" fmla="*/ 3974348 w 10321503"/>
              <a:gd name="connsiteY4201" fmla="*/ 1033865 h 5599766"/>
              <a:gd name="connsiteX4202" fmla="*/ 3973734 w 10321503"/>
              <a:gd name="connsiteY4202" fmla="*/ 1034223 h 5599766"/>
              <a:gd name="connsiteX4203" fmla="*/ 4171959 w 10321503"/>
              <a:gd name="connsiteY4203" fmla="*/ 1034223 h 5599766"/>
              <a:gd name="connsiteX4204" fmla="*/ 4164896 w 10321503"/>
              <a:gd name="connsiteY4204" fmla="*/ 1034223 h 5599766"/>
              <a:gd name="connsiteX4205" fmla="*/ 4164282 w 10321503"/>
              <a:gd name="connsiteY4205" fmla="*/ 1033865 h 5599766"/>
              <a:gd name="connsiteX4206" fmla="*/ 4160751 w 10321503"/>
              <a:gd name="connsiteY4206" fmla="*/ 1027723 h 5599766"/>
              <a:gd name="connsiteX4207" fmla="*/ 4160751 w 10321503"/>
              <a:gd name="connsiteY4207" fmla="*/ 1027058 h 5599766"/>
              <a:gd name="connsiteX4208" fmla="*/ 4164282 w 10321503"/>
              <a:gd name="connsiteY4208" fmla="*/ 1020916 h 5599766"/>
              <a:gd name="connsiteX4209" fmla="*/ 4164896 w 10321503"/>
              <a:gd name="connsiteY4209" fmla="*/ 1020558 h 5599766"/>
              <a:gd name="connsiteX4210" fmla="*/ 4171959 w 10321503"/>
              <a:gd name="connsiteY4210" fmla="*/ 1020558 h 5599766"/>
              <a:gd name="connsiteX4211" fmla="*/ 4172573 w 10321503"/>
              <a:gd name="connsiteY4211" fmla="*/ 1020916 h 5599766"/>
              <a:gd name="connsiteX4212" fmla="*/ 4176105 w 10321503"/>
              <a:gd name="connsiteY4212" fmla="*/ 1027058 h 5599766"/>
              <a:gd name="connsiteX4213" fmla="*/ 4176105 w 10321503"/>
              <a:gd name="connsiteY4213" fmla="*/ 1027723 h 5599766"/>
              <a:gd name="connsiteX4214" fmla="*/ 4172573 w 10321503"/>
              <a:gd name="connsiteY4214" fmla="*/ 1033865 h 5599766"/>
              <a:gd name="connsiteX4215" fmla="*/ 4171959 w 10321503"/>
              <a:gd name="connsiteY4215" fmla="*/ 1034223 h 5599766"/>
              <a:gd name="connsiteX4216" fmla="*/ 4370183 w 10321503"/>
              <a:gd name="connsiteY4216" fmla="*/ 1034223 h 5599766"/>
              <a:gd name="connsiteX4217" fmla="*/ 4363121 w 10321503"/>
              <a:gd name="connsiteY4217" fmla="*/ 1034223 h 5599766"/>
              <a:gd name="connsiteX4218" fmla="*/ 4362506 w 10321503"/>
              <a:gd name="connsiteY4218" fmla="*/ 1033865 h 5599766"/>
              <a:gd name="connsiteX4219" fmla="*/ 4358975 w 10321503"/>
              <a:gd name="connsiteY4219" fmla="*/ 1027723 h 5599766"/>
              <a:gd name="connsiteX4220" fmla="*/ 4358975 w 10321503"/>
              <a:gd name="connsiteY4220" fmla="*/ 1027058 h 5599766"/>
              <a:gd name="connsiteX4221" fmla="*/ 4362506 w 10321503"/>
              <a:gd name="connsiteY4221" fmla="*/ 1020916 h 5599766"/>
              <a:gd name="connsiteX4222" fmla="*/ 4363121 w 10321503"/>
              <a:gd name="connsiteY4222" fmla="*/ 1020558 h 5599766"/>
              <a:gd name="connsiteX4223" fmla="*/ 4370183 w 10321503"/>
              <a:gd name="connsiteY4223" fmla="*/ 1020558 h 5599766"/>
              <a:gd name="connsiteX4224" fmla="*/ 4370797 w 10321503"/>
              <a:gd name="connsiteY4224" fmla="*/ 1020916 h 5599766"/>
              <a:gd name="connsiteX4225" fmla="*/ 4374329 w 10321503"/>
              <a:gd name="connsiteY4225" fmla="*/ 1027058 h 5599766"/>
              <a:gd name="connsiteX4226" fmla="*/ 4374329 w 10321503"/>
              <a:gd name="connsiteY4226" fmla="*/ 1027723 h 5599766"/>
              <a:gd name="connsiteX4227" fmla="*/ 4370797 w 10321503"/>
              <a:gd name="connsiteY4227" fmla="*/ 1033865 h 5599766"/>
              <a:gd name="connsiteX4228" fmla="*/ 4370183 w 10321503"/>
              <a:gd name="connsiteY4228" fmla="*/ 1034223 h 5599766"/>
              <a:gd name="connsiteX4229" fmla="*/ 4568408 w 10321503"/>
              <a:gd name="connsiteY4229" fmla="*/ 1034223 h 5599766"/>
              <a:gd name="connsiteX4230" fmla="*/ 4561345 w 10321503"/>
              <a:gd name="connsiteY4230" fmla="*/ 1034223 h 5599766"/>
              <a:gd name="connsiteX4231" fmla="*/ 4560731 w 10321503"/>
              <a:gd name="connsiteY4231" fmla="*/ 1033865 h 5599766"/>
              <a:gd name="connsiteX4232" fmla="*/ 4557199 w 10321503"/>
              <a:gd name="connsiteY4232" fmla="*/ 1027723 h 5599766"/>
              <a:gd name="connsiteX4233" fmla="*/ 4557199 w 10321503"/>
              <a:gd name="connsiteY4233" fmla="*/ 1027058 h 5599766"/>
              <a:gd name="connsiteX4234" fmla="*/ 4560731 w 10321503"/>
              <a:gd name="connsiteY4234" fmla="*/ 1020916 h 5599766"/>
              <a:gd name="connsiteX4235" fmla="*/ 4561345 w 10321503"/>
              <a:gd name="connsiteY4235" fmla="*/ 1020558 h 5599766"/>
              <a:gd name="connsiteX4236" fmla="*/ 4568408 w 10321503"/>
              <a:gd name="connsiteY4236" fmla="*/ 1020558 h 5599766"/>
              <a:gd name="connsiteX4237" fmla="*/ 4569022 w 10321503"/>
              <a:gd name="connsiteY4237" fmla="*/ 1020916 h 5599766"/>
              <a:gd name="connsiteX4238" fmla="*/ 4572554 w 10321503"/>
              <a:gd name="connsiteY4238" fmla="*/ 1027058 h 5599766"/>
              <a:gd name="connsiteX4239" fmla="*/ 4572554 w 10321503"/>
              <a:gd name="connsiteY4239" fmla="*/ 1027723 h 5599766"/>
              <a:gd name="connsiteX4240" fmla="*/ 4569022 w 10321503"/>
              <a:gd name="connsiteY4240" fmla="*/ 1033865 h 5599766"/>
              <a:gd name="connsiteX4241" fmla="*/ 4568408 w 10321503"/>
              <a:gd name="connsiteY4241" fmla="*/ 1034223 h 5599766"/>
              <a:gd name="connsiteX4242" fmla="*/ 4766683 w 10321503"/>
              <a:gd name="connsiteY4242" fmla="*/ 1034223 h 5599766"/>
              <a:gd name="connsiteX4243" fmla="*/ 4759621 w 10321503"/>
              <a:gd name="connsiteY4243" fmla="*/ 1034223 h 5599766"/>
              <a:gd name="connsiteX4244" fmla="*/ 4759007 w 10321503"/>
              <a:gd name="connsiteY4244" fmla="*/ 1033865 h 5599766"/>
              <a:gd name="connsiteX4245" fmla="*/ 4755475 w 10321503"/>
              <a:gd name="connsiteY4245" fmla="*/ 1027723 h 5599766"/>
              <a:gd name="connsiteX4246" fmla="*/ 4755475 w 10321503"/>
              <a:gd name="connsiteY4246" fmla="*/ 1027058 h 5599766"/>
              <a:gd name="connsiteX4247" fmla="*/ 4759007 w 10321503"/>
              <a:gd name="connsiteY4247" fmla="*/ 1020916 h 5599766"/>
              <a:gd name="connsiteX4248" fmla="*/ 4759621 w 10321503"/>
              <a:gd name="connsiteY4248" fmla="*/ 1020558 h 5599766"/>
              <a:gd name="connsiteX4249" fmla="*/ 4766683 w 10321503"/>
              <a:gd name="connsiteY4249" fmla="*/ 1020558 h 5599766"/>
              <a:gd name="connsiteX4250" fmla="*/ 4767297 w 10321503"/>
              <a:gd name="connsiteY4250" fmla="*/ 1020916 h 5599766"/>
              <a:gd name="connsiteX4251" fmla="*/ 4770829 w 10321503"/>
              <a:gd name="connsiteY4251" fmla="*/ 1027058 h 5599766"/>
              <a:gd name="connsiteX4252" fmla="*/ 4770829 w 10321503"/>
              <a:gd name="connsiteY4252" fmla="*/ 1027723 h 5599766"/>
              <a:gd name="connsiteX4253" fmla="*/ 4767297 w 10321503"/>
              <a:gd name="connsiteY4253" fmla="*/ 1033865 h 5599766"/>
              <a:gd name="connsiteX4254" fmla="*/ 4766683 w 10321503"/>
              <a:gd name="connsiteY4254" fmla="*/ 1034223 h 5599766"/>
              <a:gd name="connsiteX4255" fmla="*/ 4964909 w 10321503"/>
              <a:gd name="connsiteY4255" fmla="*/ 1034223 h 5599766"/>
              <a:gd name="connsiteX4256" fmla="*/ 4957846 w 10321503"/>
              <a:gd name="connsiteY4256" fmla="*/ 1034223 h 5599766"/>
              <a:gd name="connsiteX4257" fmla="*/ 4957232 w 10321503"/>
              <a:gd name="connsiteY4257" fmla="*/ 1033865 h 5599766"/>
              <a:gd name="connsiteX4258" fmla="*/ 4953699 w 10321503"/>
              <a:gd name="connsiteY4258" fmla="*/ 1027723 h 5599766"/>
              <a:gd name="connsiteX4259" fmla="*/ 4953699 w 10321503"/>
              <a:gd name="connsiteY4259" fmla="*/ 1027058 h 5599766"/>
              <a:gd name="connsiteX4260" fmla="*/ 4957232 w 10321503"/>
              <a:gd name="connsiteY4260" fmla="*/ 1020916 h 5599766"/>
              <a:gd name="connsiteX4261" fmla="*/ 4957846 w 10321503"/>
              <a:gd name="connsiteY4261" fmla="*/ 1020558 h 5599766"/>
              <a:gd name="connsiteX4262" fmla="*/ 4964909 w 10321503"/>
              <a:gd name="connsiteY4262" fmla="*/ 1020558 h 5599766"/>
              <a:gd name="connsiteX4263" fmla="*/ 4965523 w 10321503"/>
              <a:gd name="connsiteY4263" fmla="*/ 1020916 h 5599766"/>
              <a:gd name="connsiteX4264" fmla="*/ 4969054 w 10321503"/>
              <a:gd name="connsiteY4264" fmla="*/ 1027058 h 5599766"/>
              <a:gd name="connsiteX4265" fmla="*/ 4969054 w 10321503"/>
              <a:gd name="connsiteY4265" fmla="*/ 1027723 h 5599766"/>
              <a:gd name="connsiteX4266" fmla="*/ 4965523 w 10321503"/>
              <a:gd name="connsiteY4266" fmla="*/ 1033865 h 5599766"/>
              <a:gd name="connsiteX4267" fmla="*/ 4964909 w 10321503"/>
              <a:gd name="connsiteY4267" fmla="*/ 1034223 h 5599766"/>
              <a:gd name="connsiteX4268" fmla="*/ 5163134 w 10321503"/>
              <a:gd name="connsiteY4268" fmla="*/ 1034223 h 5599766"/>
              <a:gd name="connsiteX4269" fmla="*/ 5156070 w 10321503"/>
              <a:gd name="connsiteY4269" fmla="*/ 1034223 h 5599766"/>
              <a:gd name="connsiteX4270" fmla="*/ 5155456 w 10321503"/>
              <a:gd name="connsiteY4270" fmla="*/ 1033865 h 5599766"/>
              <a:gd name="connsiteX4271" fmla="*/ 5151924 w 10321503"/>
              <a:gd name="connsiteY4271" fmla="*/ 1027723 h 5599766"/>
              <a:gd name="connsiteX4272" fmla="*/ 5151924 w 10321503"/>
              <a:gd name="connsiteY4272" fmla="*/ 1027058 h 5599766"/>
              <a:gd name="connsiteX4273" fmla="*/ 5155456 w 10321503"/>
              <a:gd name="connsiteY4273" fmla="*/ 1020916 h 5599766"/>
              <a:gd name="connsiteX4274" fmla="*/ 5156070 w 10321503"/>
              <a:gd name="connsiteY4274" fmla="*/ 1020558 h 5599766"/>
              <a:gd name="connsiteX4275" fmla="*/ 5163134 w 10321503"/>
              <a:gd name="connsiteY4275" fmla="*/ 1020558 h 5599766"/>
              <a:gd name="connsiteX4276" fmla="*/ 5163748 w 10321503"/>
              <a:gd name="connsiteY4276" fmla="*/ 1020916 h 5599766"/>
              <a:gd name="connsiteX4277" fmla="*/ 5167279 w 10321503"/>
              <a:gd name="connsiteY4277" fmla="*/ 1027058 h 5599766"/>
              <a:gd name="connsiteX4278" fmla="*/ 5167279 w 10321503"/>
              <a:gd name="connsiteY4278" fmla="*/ 1027723 h 5599766"/>
              <a:gd name="connsiteX4279" fmla="*/ 5163748 w 10321503"/>
              <a:gd name="connsiteY4279" fmla="*/ 1033865 h 5599766"/>
              <a:gd name="connsiteX4280" fmla="*/ 5163134 w 10321503"/>
              <a:gd name="connsiteY4280" fmla="*/ 1034223 h 5599766"/>
              <a:gd name="connsiteX4281" fmla="*/ 5361358 w 10321503"/>
              <a:gd name="connsiteY4281" fmla="*/ 1034223 h 5599766"/>
              <a:gd name="connsiteX4282" fmla="*/ 5354295 w 10321503"/>
              <a:gd name="connsiteY4282" fmla="*/ 1034223 h 5599766"/>
              <a:gd name="connsiteX4283" fmla="*/ 5353680 w 10321503"/>
              <a:gd name="connsiteY4283" fmla="*/ 1033865 h 5599766"/>
              <a:gd name="connsiteX4284" fmla="*/ 5350149 w 10321503"/>
              <a:gd name="connsiteY4284" fmla="*/ 1027723 h 5599766"/>
              <a:gd name="connsiteX4285" fmla="*/ 5350149 w 10321503"/>
              <a:gd name="connsiteY4285" fmla="*/ 1027058 h 5599766"/>
              <a:gd name="connsiteX4286" fmla="*/ 5353680 w 10321503"/>
              <a:gd name="connsiteY4286" fmla="*/ 1020916 h 5599766"/>
              <a:gd name="connsiteX4287" fmla="*/ 5354295 w 10321503"/>
              <a:gd name="connsiteY4287" fmla="*/ 1020558 h 5599766"/>
              <a:gd name="connsiteX4288" fmla="*/ 5361358 w 10321503"/>
              <a:gd name="connsiteY4288" fmla="*/ 1020558 h 5599766"/>
              <a:gd name="connsiteX4289" fmla="*/ 5361972 w 10321503"/>
              <a:gd name="connsiteY4289" fmla="*/ 1020916 h 5599766"/>
              <a:gd name="connsiteX4290" fmla="*/ 5365503 w 10321503"/>
              <a:gd name="connsiteY4290" fmla="*/ 1027058 h 5599766"/>
              <a:gd name="connsiteX4291" fmla="*/ 5365503 w 10321503"/>
              <a:gd name="connsiteY4291" fmla="*/ 1027723 h 5599766"/>
              <a:gd name="connsiteX4292" fmla="*/ 5361972 w 10321503"/>
              <a:gd name="connsiteY4292" fmla="*/ 1033865 h 5599766"/>
              <a:gd name="connsiteX4293" fmla="*/ 5361358 w 10321503"/>
              <a:gd name="connsiteY4293" fmla="*/ 1034223 h 5599766"/>
              <a:gd name="connsiteX4294" fmla="*/ 5559633 w 10321503"/>
              <a:gd name="connsiteY4294" fmla="*/ 1034223 h 5599766"/>
              <a:gd name="connsiteX4295" fmla="*/ 5552569 w 10321503"/>
              <a:gd name="connsiteY4295" fmla="*/ 1034223 h 5599766"/>
              <a:gd name="connsiteX4296" fmla="*/ 5551956 w 10321503"/>
              <a:gd name="connsiteY4296" fmla="*/ 1033865 h 5599766"/>
              <a:gd name="connsiteX4297" fmla="*/ 5548424 w 10321503"/>
              <a:gd name="connsiteY4297" fmla="*/ 1027723 h 5599766"/>
              <a:gd name="connsiteX4298" fmla="*/ 5548424 w 10321503"/>
              <a:gd name="connsiteY4298" fmla="*/ 1027058 h 5599766"/>
              <a:gd name="connsiteX4299" fmla="*/ 5551956 w 10321503"/>
              <a:gd name="connsiteY4299" fmla="*/ 1020916 h 5599766"/>
              <a:gd name="connsiteX4300" fmla="*/ 5552569 w 10321503"/>
              <a:gd name="connsiteY4300" fmla="*/ 1020558 h 5599766"/>
              <a:gd name="connsiteX4301" fmla="*/ 5559633 w 10321503"/>
              <a:gd name="connsiteY4301" fmla="*/ 1020558 h 5599766"/>
              <a:gd name="connsiteX4302" fmla="*/ 5560246 w 10321503"/>
              <a:gd name="connsiteY4302" fmla="*/ 1020916 h 5599766"/>
              <a:gd name="connsiteX4303" fmla="*/ 5563779 w 10321503"/>
              <a:gd name="connsiteY4303" fmla="*/ 1027058 h 5599766"/>
              <a:gd name="connsiteX4304" fmla="*/ 5563779 w 10321503"/>
              <a:gd name="connsiteY4304" fmla="*/ 1027723 h 5599766"/>
              <a:gd name="connsiteX4305" fmla="*/ 5560246 w 10321503"/>
              <a:gd name="connsiteY4305" fmla="*/ 1033865 h 5599766"/>
              <a:gd name="connsiteX4306" fmla="*/ 5559633 w 10321503"/>
              <a:gd name="connsiteY4306" fmla="*/ 1034223 h 5599766"/>
              <a:gd name="connsiteX4307" fmla="*/ 5757857 w 10321503"/>
              <a:gd name="connsiteY4307" fmla="*/ 1034223 h 5599766"/>
              <a:gd name="connsiteX4308" fmla="*/ 5750795 w 10321503"/>
              <a:gd name="connsiteY4308" fmla="*/ 1034223 h 5599766"/>
              <a:gd name="connsiteX4309" fmla="*/ 5750181 w 10321503"/>
              <a:gd name="connsiteY4309" fmla="*/ 1033865 h 5599766"/>
              <a:gd name="connsiteX4310" fmla="*/ 5746649 w 10321503"/>
              <a:gd name="connsiteY4310" fmla="*/ 1027723 h 5599766"/>
              <a:gd name="connsiteX4311" fmla="*/ 5746649 w 10321503"/>
              <a:gd name="connsiteY4311" fmla="*/ 1027058 h 5599766"/>
              <a:gd name="connsiteX4312" fmla="*/ 5750181 w 10321503"/>
              <a:gd name="connsiteY4312" fmla="*/ 1020916 h 5599766"/>
              <a:gd name="connsiteX4313" fmla="*/ 5750795 w 10321503"/>
              <a:gd name="connsiteY4313" fmla="*/ 1020558 h 5599766"/>
              <a:gd name="connsiteX4314" fmla="*/ 5757857 w 10321503"/>
              <a:gd name="connsiteY4314" fmla="*/ 1020558 h 5599766"/>
              <a:gd name="connsiteX4315" fmla="*/ 5758471 w 10321503"/>
              <a:gd name="connsiteY4315" fmla="*/ 1020916 h 5599766"/>
              <a:gd name="connsiteX4316" fmla="*/ 5762003 w 10321503"/>
              <a:gd name="connsiteY4316" fmla="*/ 1027058 h 5599766"/>
              <a:gd name="connsiteX4317" fmla="*/ 5762003 w 10321503"/>
              <a:gd name="connsiteY4317" fmla="*/ 1027723 h 5599766"/>
              <a:gd name="connsiteX4318" fmla="*/ 5758471 w 10321503"/>
              <a:gd name="connsiteY4318" fmla="*/ 1033865 h 5599766"/>
              <a:gd name="connsiteX4319" fmla="*/ 5757857 w 10321503"/>
              <a:gd name="connsiteY4319" fmla="*/ 1034223 h 5599766"/>
              <a:gd name="connsiteX4320" fmla="*/ 5956083 w 10321503"/>
              <a:gd name="connsiteY4320" fmla="*/ 1034223 h 5599766"/>
              <a:gd name="connsiteX4321" fmla="*/ 5949019 w 10321503"/>
              <a:gd name="connsiteY4321" fmla="*/ 1034223 h 5599766"/>
              <a:gd name="connsiteX4322" fmla="*/ 5948405 w 10321503"/>
              <a:gd name="connsiteY4322" fmla="*/ 1033865 h 5599766"/>
              <a:gd name="connsiteX4323" fmla="*/ 5944873 w 10321503"/>
              <a:gd name="connsiteY4323" fmla="*/ 1027723 h 5599766"/>
              <a:gd name="connsiteX4324" fmla="*/ 5944873 w 10321503"/>
              <a:gd name="connsiteY4324" fmla="*/ 1027058 h 5599766"/>
              <a:gd name="connsiteX4325" fmla="*/ 5948405 w 10321503"/>
              <a:gd name="connsiteY4325" fmla="*/ 1020916 h 5599766"/>
              <a:gd name="connsiteX4326" fmla="*/ 5949019 w 10321503"/>
              <a:gd name="connsiteY4326" fmla="*/ 1020558 h 5599766"/>
              <a:gd name="connsiteX4327" fmla="*/ 5956083 w 10321503"/>
              <a:gd name="connsiteY4327" fmla="*/ 1020558 h 5599766"/>
              <a:gd name="connsiteX4328" fmla="*/ 5956697 w 10321503"/>
              <a:gd name="connsiteY4328" fmla="*/ 1020916 h 5599766"/>
              <a:gd name="connsiteX4329" fmla="*/ 5960227 w 10321503"/>
              <a:gd name="connsiteY4329" fmla="*/ 1027058 h 5599766"/>
              <a:gd name="connsiteX4330" fmla="*/ 5960227 w 10321503"/>
              <a:gd name="connsiteY4330" fmla="*/ 1027723 h 5599766"/>
              <a:gd name="connsiteX4331" fmla="*/ 5956697 w 10321503"/>
              <a:gd name="connsiteY4331" fmla="*/ 1033865 h 5599766"/>
              <a:gd name="connsiteX4332" fmla="*/ 5956083 w 10321503"/>
              <a:gd name="connsiteY4332" fmla="*/ 1034223 h 5599766"/>
              <a:gd name="connsiteX4333" fmla="*/ 6154307 w 10321503"/>
              <a:gd name="connsiteY4333" fmla="*/ 1034223 h 5599766"/>
              <a:gd name="connsiteX4334" fmla="*/ 6147243 w 10321503"/>
              <a:gd name="connsiteY4334" fmla="*/ 1034223 h 5599766"/>
              <a:gd name="connsiteX4335" fmla="*/ 6146629 w 10321503"/>
              <a:gd name="connsiteY4335" fmla="*/ 1033865 h 5599766"/>
              <a:gd name="connsiteX4336" fmla="*/ 6143098 w 10321503"/>
              <a:gd name="connsiteY4336" fmla="*/ 1027723 h 5599766"/>
              <a:gd name="connsiteX4337" fmla="*/ 6143098 w 10321503"/>
              <a:gd name="connsiteY4337" fmla="*/ 1027058 h 5599766"/>
              <a:gd name="connsiteX4338" fmla="*/ 6146629 w 10321503"/>
              <a:gd name="connsiteY4338" fmla="*/ 1020916 h 5599766"/>
              <a:gd name="connsiteX4339" fmla="*/ 6147243 w 10321503"/>
              <a:gd name="connsiteY4339" fmla="*/ 1020558 h 5599766"/>
              <a:gd name="connsiteX4340" fmla="*/ 6154307 w 10321503"/>
              <a:gd name="connsiteY4340" fmla="*/ 1020558 h 5599766"/>
              <a:gd name="connsiteX4341" fmla="*/ 6154921 w 10321503"/>
              <a:gd name="connsiteY4341" fmla="*/ 1020916 h 5599766"/>
              <a:gd name="connsiteX4342" fmla="*/ 6158453 w 10321503"/>
              <a:gd name="connsiteY4342" fmla="*/ 1027058 h 5599766"/>
              <a:gd name="connsiteX4343" fmla="*/ 6158453 w 10321503"/>
              <a:gd name="connsiteY4343" fmla="*/ 1027723 h 5599766"/>
              <a:gd name="connsiteX4344" fmla="*/ 6154921 w 10321503"/>
              <a:gd name="connsiteY4344" fmla="*/ 1033865 h 5599766"/>
              <a:gd name="connsiteX4345" fmla="*/ 6154307 w 10321503"/>
              <a:gd name="connsiteY4345" fmla="*/ 1034223 h 5599766"/>
              <a:gd name="connsiteX4346" fmla="*/ 6352582 w 10321503"/>
              <a:gd name="connsiteY4346" fmla="*/ 1034223 h 5599766"/>
              <a:gd name="connsiteX4347" fmla="*/ 6345519 w 10321503"/>
              <a:gd name="connsiteY4347" fmla="*/ 1034223 h 5599766"/>
              <a:gd name="connsiteX4348" fmla="*/ 6344904 w 10321503"/>
              <a:gd name="connsiteY4348" fmla="*/ 1033865 h 5599766"/>
              <a:gd name="connsiteX4349" fmla="*/ 6341373 w 10321503"/>
              <a:gd name="connsiteY4349" fmla="*/ 1027723 h 5599766"/>
              <a:gd name="connsiteX4350" fmla="*/ 6341373 w 10321503"/>
              <a:gd name="connsiteY4350" fmla="*/ 1027058 h 5599766"/>
              <a:gd name="connsiteX4351" fmla="*/ 6344904 w 10321503"/>
              <a:gd name="connsiteY4351" fmla="*/ 1020916 h 5599766"/>
              <a:gd name="connsiteX4352" fmla="*/ 6345519 w 10321503"/>
              <a:gd name="connsiteY4352" fmla="*/ 1020558 h 5599766"/>
              <a:gd name="connsiteX4353" fmla="*/ 6352582 w 10321503"/>
              <a:gd name="connsiteY4353" fmla="*/ 1020558 h 5599766"/>
              <a:gd name="connsiteX4354" fmla="*/ 6353196 w 10321503"/>
              <a:gd name="connsiteY4354" fmla="*/ 1020916 h 5599766"/>
              <a:gd name="connsiteX4355" fmla="*/ 6356728 w 10321503"/>
              <a:gd name="connsiteY4355" fmla="*/ 1027058 h 5599766"/>
              <a:gd name="connsiteX4356" fmla="*/ 6356728 w 10321503"/>
              <a:gd name="connsiteY4356" fmla="*/ 1027723 h 5599766"/>
              <a:gd name="connsiteX4357" fmla="*/ 6353196 w 10321503"/>
              <a:gd name="connsiteY4357" fmla="*/ 1033865 h 5599766"/>
              <a:gd name="connsiteX4358" fmla="*/ 6352582 w 10321503"/>
              <a:gd name="connsiteY4358" fmla="*/ 1034223 h 5599766"/>
              <a:gd name="connsiteX4359" fmla="*/ 6550807 w 10321503"/>
              <a:gd name="connsiteY4359" fmla="*/ 1034223 h 5599766"/>
              <a:gd name="connsiteX4360" fmla="*/ 6543744 w 10321503"/>
              <a:gd name="connsiteY4360" fmla="*/ 1034223 h 5599766"/>
              <a:gd name="connsiteX4361" fmla="*/ 6543129 w 10321503"/>
              <a:gd name="connsiteY4361" fmla="*/ 1033865 h 5599766"/>
              <a:gd name="connsiteX4362" fmla="*/ 6539598 w 10321503"/>
              <a:gd name="connsiteY4362" fmla="*/ 1027723 h 5599766"/>
              <a:gd name="connsiteX4363" fmla="*/ 6539598 w 10321503"/>
              <a:gd name="connsiteY4363" fmla="*/ 1027058 h 5599766"/>
              <a:gd name="connsiteX4364" fmla="*/ 6543129 w 10321503"/>
              <a:gd name="connsiteY4364" fmla="*/ 1020916 h 5599766"/>
              <a:gd name="connsiteX4365" fmla="*/ 6543744 w 10321503"/>
              <a:gd name="connsiteY4365" fmla="*/ 1020558 h 5599766"/>
              <a:gd name="connsiteX4366" fmla="*/ 6550807 w 10321503"/>
              <a:gd name="connsiteY4366" fmla="*/ 1020558 h 5599766"/>
              <a:gd name="connsiteX4367" fmla="*/ 6551420 w 10321503"/>
              <a:gd name="connsiteY4367" fmla="*/ 1020916 h 5599766"/>
              <a:gd name="connsiteX4368" fmla="*/ 6554953 w 10321503"/>
              <a:gd name="connsiteY4368" fmla="*/ 1027058 h 5599766"/>
              <a:gd name="connsiteX4369" fmla="*/ 6554953 w 10321503"/>
              <a:gd name="connsiteY4369" fmla="*/ 1027723 h 5599766"/>
              <a:gd name="connsiteX4370" fmla="*/ 6551420 w 10321503"/>
              <a:gd name="connsiteY4370" fmla="*/ 1033865 h 5599766"/>
              <a:gd name="connsiteX4371" fmla="*/ 6550807 w 10321503"/>
              <a:gd name="connsiteY4371" fmla="*/ 1034223 h 5599766"/>
              <a:gd name="connsiteX4372" fmla="*/ 6749031 w 10321503"/>
              <a:gd name="connsiteY4372" fmla="*/ 1034223 h 5599766"/>
              <a:gd name="connsiteX4373" fmla="*/ 6741967 w 10321503"/>
              <a:gd name="connsiteY4373" fmla="*/ 1034223 h 5599766"/>
              <a:gd name="connsiteX4374" fmla="*/ 6741354 w 10321503"/>
              <a:gd name="connsiteY4374" fmla="*/ 1033865 h 5599766"/>
              <a:gd name="connsiteX4375" fmla="*/ 6737823 w 10321503"/>
              <a:gd name="connsiteY4375" fmla="*/ 1027723 h 5599766"/>
              <a:gd name="connsiteX4376" fmla="*/ 6737823 w 10321503"/>
              <a:gd name="connsiteY4376" fmla="*/ 1027058 h 5599766"/>
              <a:gd name="connsiteX4377" fmla="*/ 6741354 w 10321503"/>
              <a:gd name="connsiteY4377" fmla="*/ 1020916 h 5599766"/>
              <a:gd name="connsiteX4378" fmla="*/ 6741967 w 10321503"/>
              <a:gd name="connsiteY4378" fmla="*/ 1020558 h 5599766"/>
              <a:gd name="connsiteX4379" fmla="*/ 6749031 w 10321503"/>
              <a:gd name="connsiteY4379" fmla="*/ 1020558 h 5599766"/>
              <a:gd name="connsiteX4380" fmla="*/ 6749646 w 10321503"/>
              <a:gd name="connsiteY4380" fmla="*/ 1020916 h 5599766"/>
              <a:gd name="connsiteX4381" fmla="*/ 6753177 w 10321503"/>
              <a:gd name="connsiteY4381" fmla="*/ 1027058 h 5599766"/>
              <a:gd name="connsiteX4382" fmla="*/ 6753177 w 10321503"/>
              <a:gd name="connsiteY4382" fmla="*/ 1027723 h 5599766"/>
              <a:gd name="connsiteX4383" fmla="*/ 6749646 w 10321503"/>
              <a:gd name="connsiteY4383" fmla="*/ 1033865 h 5599766"/>
              <a:gd name="connsiteX4384" fmla="*/ 6749031 w 10321503"/>
              <a:gd name="connsiteY4384" fmla="*/ 1034223 h 5599766"/>
              <a:gd name="connsiteX4385" fmla="*/ 6947256 w 10321503"/>
              <a:gd name="connsiteY4385" fmla="*/ 1034223 h 5599766"/>
              <a:gd name="connsiteX4386" fmla="*/ 6940193 w 10321503"/>
              <a:gd name="connsiteY4386" fmla="*/ 1034223 h 5599766"/>
              <a:gd name="connsiteX4387" fmla="*/ 6939578 w 10321503"/>
              <a:gd name="connsiteY4387" fmla="*/ 1033865 h 5599766"/>
              <a:gd name="connsiteX4388" fmla="*/ 6936048 w 10321503"/>
              <a:gd name="connsiteY4388" fmla="*/ 1027723 h 5599766"/>
              <a:gd name="connsiteX4389" fmla="*/ 6936048 w 10321503"/>
              <a:gd name="connsiteY4389" fmla="*/ 1027058 h 5599766"/>
              <a:gd name="connsiteX4390" fmla="*/ 6939578 w 10321503"/>
              <a:gd name="connsiteY4390" fmla="*/ 1020916 h 5599766"/>
              <a:gd name="connsiteX4391" fmla="*/ 6940193 w 10321503"/>
              <a:gd name="connsiteY4391" fmla="*/ 1020558 h 5599766"/>
              <a:gd name="connsiteX4392" fmla="*/ 6947256 w 10321503"/>
              <a:gd name="connsiteY4392" fmla="*/ 1020558 h 5599766"/>
              <a:gd name="connsiteX4393" fmla="*/ 6947870 w 10321503"/>
              <a:gd name="connsiteY4393" fmla="*/ 1020916 h 5599766"/>
              <a:gd name="connsiteX4394" fmla="*/ 6951402 w 10321503"/>
              <a:gd name="connsiteY4394" fmla="*/ 1027058 h 5599766"/>
              <a:gd name="connsiteX4395" fmla="*/ 6951402 w 10321503"/>
              <a:gd name="connsiteY4395" fmla="*/ 1027723 h 5599766"/>
              <a:gd name="connsiteX4396" fmla="*/ 6947870 w 10321503"/>
              <a:gd name="connsiteY4396" fmla="*/ 1033865 h 5599766"/>
              <a:gd name="connsiteX4397" fmla="*/ 6947256 w 10321503"/>
              <a:gd name="connsiteY4397" fmla="*/ 1034223 h 5599766"/>
              <a:gd name="connsiteX4398" fmla="*/ 7145470 w 10321503"/>
              <a:gd name="connsiteY4398" fmla="*/ 1034223 h 5599766"/>
              <a:gd name="connsiteX4399" fmla="*/ 7138406 w 10321503"/>
              <a:gd name="connsiteY4399" fmla="*/ 1034223 h 5599766"/>
              <a:gd name="connsiteX4400" fmla="*/ 7137793 w 10321503"/>
              <a:gd name="connsiteY4400" fmla="*/ 1033865 h 5599766"/>
              <a:gd name="connsiteX4401" fmla="*/ 7134260 w 10321503"/>
              <a:gd name="connsiteY4401" fmla="*/ 1027723 h 5599766"/>
              <a:gd name="connsiteX4402" fmla="*/ 7134260 w 10321503"/>
              <a:gd name="connsiteY4402" fmla="*/ 1027058 h 5599766"/>
              <a:gd name="connsiteX4403" fmla="*/ 7137793 w 10321503"/>
              <a:gd name="connsiteY4403" fmla="*/ 1020916 h 5599766"/>
              <a:gd name="connsiteX4404" fmla="*/ 7138406 w 10321503"/>
              <a:gd name="connsiteY4404" fmla="*/ 1020558 h 5599766"/>
              <a:gd name="connsiteX4405" fmla="*/ 7145470 w 10321503"/>
              <a:gd name="connsiteY4405" fmla="*/ 1020558 h 5599766"/>
              <a:gd name="connsiteX4406" fmla="*/ 7146084 w 10321503"/>
              <a:gd name="connsiteY4406" fmla="*/ 1020916 h 5599766"/>
              <a:gd name="connsiteX4407" fmla="*/ 7149616 w 10321503"/>
              <a:gd name="connsiteY4407" fmla="*/ 1027058 h 5599766"/>
              <a:gd name="connsiteX4408" fmla="*/ 7149616 w 10321503"/>
              <a:gd name="connsiteY4408" fmla="*/ 1027723 h 5599766"/>
              <a:gd name="connsiteX4409" fmla="*/ 7146084 w 10321503"/>
              <a:gd name="connsiteY4409" fmla="*/ 1033865 h 5599766"/>
              <a:gd name="connsiteX4410" fmla="*/ 7145470 w 10321503"/>
              <a:gd name="connsiteY4410" fmla="*/ 1034223 h 5599766"/>
              <a:gd name="connsiteX4411" fmla="*/ 7343744 w 10321503"/>
              <a:gd name="connsiteY4411" fmla="*/ 1034223 h 5599766"/>
              <a:gd name="connsiteX4412" fmla="*/ 7336680 w 10321503"/>
              <a:gd name="connsiteY4412" fmla="*/ 1034223 h 5599766"/>
              <a:gd name="connsiteX4413" fmla="*/ 7336065 w 10321503"/>
              <a:gd name="connsiteY4413" fmla="*/ 1033865 h 5599766"/>
              <a:gd name="connsiteX4414" fmla="*/ 7332534 w 10321503"/>
              <a:gd name="connsiteY4414" fmla="*/ 1027723 h 5599766"/>
              <a:gd name="connsiteX4415" fmla="*/ 7332534 w 10321503"/>
              <a:gd name="connsiteY4415" fmla="*/ 1027058 h 5599766"/>
              <a:gd name="connsiteX4416" fmla="*/ 7336065 w 10321503"/>
              <a:gd name="connsiteY4416" fmla="*/ 1020916 h 5599766"/>
              <a:gd name="connsiteX4417" fmla="*/ 7336680 w 10321503"/>
              <a:gd name="connsiteY4417" fmla="*/ 1020558 h 5599766"/>
              <a:gd name="connsiteX4418" fmla="*/ 7343744 w 10321503"/>
              <a:gd name="connsiteY4418" fmla="*/ 1020558 h 5599766"/>
              <a:gd name="connsiteX4419" fmla="*/ 7344358 w 10321503"/>
              <a:gd name="connsiteY4419" fmla="*/ 1020916 h 5599766"/>
              <a:gd name="connsiteX4420" fmla="*/ 7347889 w 10321503"/>
              <a:gd name="connsiteY4420" fmla="*/ 1027058 h 5599766"/>
              <a:gd name="connsiteX4421" fmla="*/ 7347889 w 10321503"/>
              <a:gd name="connsiteY4421" fmla="*/ 1027723 h 5599766"/>
              <a:gd name="connsiteX4422" fmla="*/ 7344358 w 10321503"/>
              <a:gd name="connsiteY4422" fmla="*/ 1033865 h 5599766"/>
              <a:gd name="connsiteX4423" fmla="*/ 7343744 w 10321503"/>
              <a:gd name="connsiteY4423" fmla="*/ 1034223 h 5599766"/>
              <a:gd name="connsiteX4424" fmla="*/ 7541939 w 10321503"/>
              <a:gd name="connsiteY4424" fmla="*/ 1034223 h 5599766"/>
              <a:gd name="connsiteX4425" fmla="*/ 7534875 w 10321503"/>
              <a:gd name="connsiteY4425" fmla="*/ 1034223 h 5599766"/>
              <a:gd name="connsiteX4426" fmla="*/ 7534261 w 10321503"/>
              <a:gd name="connsiteY4426" fmla="*/ 1033865 h 5599766"/>
              <a:gd name="connsiteX4427" fmla="*/ 7530730 w 10321503"/>
              <a:gd name="connsiteY4427" fmla="*/ 1027723 h 5599766"/>
              <a:gd name="connsiteX4428" fmla="*/ 7530730 w 10321503"/>
              <a:gd name="connsiteY4428" fmla="*/ 1027058 h 5599766"/>
              <a:gd name="connsiteX4429" fmla="*/ 7534261 w 10321503"/>
              <a:gd name="connsiteY4429" fmla="*/ 1020916 h 5599766"/>
              <a:gd name="connsiteX4430" fmla="*/ 7534875 w 10321503"/>
              <a:gd name="connsiteY4430" fmla="*/ 1020558 h 5599766"/>
              <a:gd name="connsiteX4431" fmla="*/ 7541939 w 10321503"/>
              <a:gd name="connsiteY4431" fmla="*/ 1020558 h 5599766"/>
              <a:gd name="connsiteX4432" fmla="*/ 7542553 w 10321503"/>
              <a:gd name="connsiteY4432" fmla="*/ 1020916 h 5599766"/>
              <a:gd name="connsiteX4433" fmla="*/ 7546085 w 10321503"/>
              <a:gd name="connsiteY4433" fmla="*/ 1027058 h 5599766"/>
              <a:gd name="connsiteX4434" fmla="*/ 7546085 w 10321503"/>
              <a:gd name="connsiteY4434" fmla="*/ 1027723 h 5599766"/>
              <a:gd name="connsiteX4435" fmla="*/ 7542553 w 10321503"/>
              <a:gd name="connsiteY4435" fmla="*/ 1033865 h 5599766"/>
              <a:gd name="connsiteX4436" fmla="*/ 7541939 w 10321503"/>
              <a:gd name="connsiteY4436" fmla="*/ 1034223 h 5599766"/>
              <a:gd name="connsiteX4437" fmla="*/ 7740128 w 10321503"/>
              <a:gd name="connsiteY4437" fmla="*/ 1034223 h 5599766"/>
              <a:gd name="connsiteX4438" fmla="*/ 7733065 w 10321503"/>
              <a:gd name="connsiteY4438" fmla="*/ 1034223 h 5599766"/>
              <a:gd name="connsiteX4439" fmla="*/ 7732451 w 10321503"/>
              <a:gd name="connsiteY4439" fmla="*/ 1033865 h 5599766"/>
              <a:gd name="connsiteX4440" fmla="*/ 7728919 w 10321503"/>
              <a:gd name="connsiteY4440" fmla="*/ 1027723 h 5599766"/>
              <a:gd name="connsiteX4441" fmla="*/ 7728919 w 10321503"/>
              <a:gd name="connsiteY4441" fmla="*/ 1027058 h 5599766"/>
              <a:gd name="connsiteX4442" fmla="*/ 7732451 w 10321503"/>
              <a:gd name="connsiteY4442" fmla="*/ 1020916 h 5599766"/>
              <a:gd name="connsiteX4443" fmla="*/ 7733065 w 10321503"/>
              <a:gd name="connsiteY4443" fmla="*/ 1020558 h 5599766"/>
              <a:gd name="connsiteX4444" fmla="*/ 7740128 w 10321503"/>
              <a:gd name="connsiteY4444" fmla="*/ 1020558 h 5599766"/>
              <a:gd name="connsiteX4445" fmla="*/ 7740742 w 10321503"/>
              <a:gd name="connsiteY4445" fmla="*/ 1020916 h 5599766"/>
              <a:gd name="connsiteX4446" fmla="*/ 7744274 w 10321503"/>
              <a:gd name="connsiteY4446" fmla="*/ 1027058 h 5599766"/>
              <a:gd name="connsiteX4447" fmla="*/ 7744274 w 10321503"/>
              <a:gd name="connsiteY4447" fmla="*/ 1027723 h 5599766"/>
              <a:gd name="connsiteX4448" fmla="*/ 7740742 w 10321503"/>
              <a:gd name="connsiteY4448" fmla="*/ 1033865 h 5599766"/>
              <a:gd name="connsiteX4449" fmla="*/ 7740128 w 10321503"/>
              <a:gd name="connsiteY4449" fmla="*/ 1034223 h 5599766"/>
              <a:gd name="connsiteX4450" fmla="*/ 7938307 w 10321503"/>
              <a:gd name="connsiteY4450" fmla="*/ 1034223 h 5599766"/>
              <a:gd name="connsiteX4451" fmla="*/ 7931243 w 10321503"/>
              <a:gd name="connsiteY4451" fmla="*/ 1034223 h 5599766"/>
              <a:gd name="connsiteX4452" fmla="*/ 7930629 w 10321503"/>
              <a:gd name="connsiteY4452" fmla="*/ 1033865 h 5599766"/>
              <a:gd name="connsiteX4453" fmla="*/ 7927098 w 10321503"/>
              <a:gd name="connsiteY4453" fmla="*/ 1027723 h 5599766"/>
              <a:gd name="connsiteX4454" fmla="*/ 7927098 w 10321503"/>
              <a:gd name="connsiteY4454" fmla="*/ 1027058 h 5599766"/>
              <a:gd name="connsiteX4455" fmla="*/ 7930629 w 10321503"/>
              <a:gd name="connsiteY4455" fmla="*/ 1020916 h 5599766"/>
              <a:gd name="connsiteX4456" fmla="*/ 7931243 w 10321503"/>
              <a:gd name="connsiteY4456" fmla="*/ 1020558 h 5599766"/>
              <a:gd name="connsiteX4457" fmla="*/ 7938307 w 10321503"/>
              <a:gd name="connsiteY4457" fmla="*/ 1020558 h 5599766"/>
              <a:gd name="connsiteX4458" fmla="*/ 7938921 w 10321503"/>
              <a:gd name="connsiteY4458" fmla="*/ 1020916 h 5599766"/>
              <a:gd name="connsiteX4459" fmla="*/ 7942452 w 10321503"/>
              <a:gd name="connsiteY4459" fmla="*/ 1027058 h 5599766"/>
              <a:gd name="connsiteX4460" fmla="*/ 7942452 w 10321503"/>
              <a:gd name="connsiteY4460" fmla="*/ 1027723 h 5599766"/>
              <a:gd name="connsiteX4461" fmla="*/ 7938921 w 10321503"/>
              <a:gd name="connsiteY4461" fmla="*/ 1033865 h 5599766"/>
              <a:gd name="connsiteX4462" fmla="*/ 7938307 w 10321503"/>
              <a:gd name="connsiteY4462" fmla="*/ 1034223 h 5599766"/>
              <a:gd name="connsiteX4463" fmla="*/ 8136562 w 10321503"/>
              <a:gd name="connsiteY4463" fmla="*/ 1034223 h 5599766"/>
              <a:gd name="connsiteX4464" fmla="*/ 8129499 w 10321503"/>
              <a:gd name="connsiteY4464" fmla="*/ 1034223 h 5599766"/>
              <a:gd name="connsiteX4465" fmla="*/ 8128886 w 10321503"/>
              <a:gd name="connsiteY4465" fmla="*/ 1033865 h 5599766"/>
              <a:gd name="connsiteX4466" fmla="*/ 8125354 w 10321503"/>
              <a:gd name="connsiteY4466" fmla="*/ 1027723 h 5599766"/>
              <a:gd name="connsiteX4467" fmla="*/ 8125354 w 10321503"/>
              <a:gd name="connsiteY4467" fmla="*/ 1027058 h 5599766"/>
              <a:gd name="connsiteX4468" fmla="*/ 8128886 w 10321503"/>
              <a:gd name="connsiteY4468" fmla="*/ 1020916 h 5599766"/>
              <a:gd name="connsiteX4469" fmla="*/ 8129499 w 10321503"/>
              <a:gd name="connsiteY4469" fmla="*/ 1020558 h 5599766"/>
              <a:gd name="connsiteX4470" fmla="*/ 8136562 w 10321503"/>
              <a:gd name="connsiteY4470" fmla="*/ 1020558 h 5599766"/>
              <a:gd name="connsiteX4471" fmla="*/ 8137178 w 10321503"/>
              <a:gd name="connsiteY4471" fmla="*/ 1020916 h 5599766"/>
              <a:gd name="connsiteX4472" fmla="*/ 8140710 w 10321503"/>
              <a:gd name="connsiteY4472" fmla="*/ 1027058 h 5599766"/>
              <a:gd name="connsiteX4473" fmla="*/ 8140710 w 10321503"/>
              <a:gd name="connsiteY4473" fmla="*/ 1027723 h 5599766"/>
              <a:gd name="connsiteX4474" fmla="*/ 8137178 w 10321503"/>
              <a:gd name="connsiteY4474" fmla="*/ 1033865 h 5599766"/>
              <a:gd name="connsiteX4475" fmla="*/ 8136562 w 10321503"/>
              <a:gd name="connsiteY4475" fmla="*/ 1034223 h 5599766"/>
              <a:gd name="connsiteX4476" fmla="*/ 8334876 w 10321503"/>
              <a:gd name="connsiteY4476" fmla="*/ 1034223 h 5599766"/>
              <a:gd name="connsiteX4477" fmla="*/ 8327811 w 10321503"/>
              <a:gd name="connsiteY4477" fmla="*/ 1034223 h 5599766"/>
              <a:gd name="connsiteX4478" fmla="*/ 8327198 w 10321503"/>
              <a:gd name="connsiteY4478" fmla="*/ 1033865 h 5599766"/>
              <a:gd name="connsiteX4479" fmla="*/ 8323665 w 10321503"/>
              <a:gd name="connsiteY4479" fmla="*/ 1027723 h 5599766"/>
              <a:gd name="connsiteX4480" fmla="*/ 8323665 w 10321503"/>
              <a:gd name="connsiteY4480" fmla="*/ 1027058 h 5599766"/>
              <a:gd name="connsiteX4481" fmla="*/ 8327198 w 10321503"/>
              <a:gd name="connsiteY4481" fmla="*/ 1020916 h 5599766"/>
              <a:gd name="connsiteX4482" fmla="*/ 8327811 w 10321503"/>
              <a:gd name="connsiteY4482" fmla="*/ 1020558 h 5599766"/>
              <a:gd name="connsiteX4483" fmla="*/ 8334876 w 10321503"/>
              <a:gd name="connsiteY4483" fmla="*/ 1020558 h 5599766"/>
              <a:gd name="connsiteX4484" fmla="*/ 8335490 w 10321503"/>
              <a:gd name="connsiteY4484" fmla="*/ 1020916 h 5599766"/>
              <a:gd name="connsiteX4485" fmla="*/ 8339022 w 10321503"/>
              <a:gd name="connsiteY4485" fmla="*/ 1027058 h 5599766"/>
              <a:gd name="connsiteX4486" fmla="*/ 8339022 w 10321503"/>
              <a:gd name="connsiteY4486" fmla="*/ 1027723 h 5599766"/>
              <a:gd name="connsiteX4487" fmla="*/ 8335490 w 10321503"/>
              <a:gd name="connsiteY4487" fmla="*/ 1033865 h 5599766"/>
              <a:gd name="connsiteX4488" fmla="*/ 8334876 w 10321503"/>
              <a:gd name="connsiteY4488" fmla="*/ 1034223 h 5599766"/>
              <a:gd name="connsiteX4489" fmla="*/ 8533107 w 10321503"/>
              <a:gd name="connsiteY4489" fmla="*/ 1034223 h 5599766"/>
              <a:gd name="connsiteX4490" fmla="*/ 8526043 w 10321503"/>
              <a:gd name="connsiteY4490" fmla="*/ 1034223 h 5599766"/>
              <a:gd name="connsiteX4491" fmla="*/ 8525429 w 10321503"/>
              <a:gd name="connsiteY4491" fmla="*/ 1033865 h 5599766"/>
              <a:gd name="connsiteX4492" fmla="*/ 8521898 w 10321503"/>
              <a:gd name="connsiteY4492" fmla="*/ 1027723 h 5599766"/>
              <a:gd name="connsiteX4493" fmla="*/ 8521898 w 10321503"/>
              <a:gd name="connsiteY4493" fmla="*/ 1027058 h 5599766"/>
              <a:gd name="connsiteX4494" fmla="*/ 8525429 w 10321503"/>
              <a:gd name="connsiteY4494" fmla="*/ 1020916 h 5599766"/>
              <a:gd name="connsiteX4495" fmla="*/ 8526043 w 10321503"/>
              <a:gd name="connsiteY4495" fmla="*/ 1020558 h 5599766"/>
              <a:gd name="connsiteX4496" fmla="*/ 8533107 w 10321503"/>
              <a:gd name="connsiteY4496" fmla="*/ 1020558 h 5599766"/>
              <a:gd name="connsiteX4497" fmla="*/ 8533721 w 10321503"/>
              <a:gd name="connsiteY4497" fmla="*/ 1020916 h 5599766"/>
              <a:gd name="connsiteX4498" fmla="*/ 8537252 w 10321503"/>
              <a:gd name="connsiteY4498" fmla="*/ 1027058 h 5599766"/>
              <a:gd name="connsiteX4499" fmla="*/ 8537252 w 10321503"/>
              <a:gd name="connsiteY4499" fmla="*/ 1027723 h 5599766"/>
              <a:gd name="connsiteX4500" fmla="*/ 8533721 w 10321503"/>
              <a:gd name="connsiteY4500" fmla="*/ 1033865 h 5599766"/>
              <a:gd name="connsiteX4501" fmla="*/ 8533107 w 10321503"/>
              <a:gd name="connsiteY4501" fmla="*/ 1034223 h 5599766"/>
              <a:gd name="connsiteX4502" fmla="*/ 8731325 w 10321503"/>
              <a:gd name="connsiteY4502" fmla="*/ 1034223 h 5599766"/>
              <a:gd name="connsiteX4503" fmla="*/ 8724263 w 10321503"/>
              <a:gd name="connsiteY4503" fmla="*/ 1034223 h 5599766"/>
              <a:gd name="connsiteX4504" fmla="*/ 8723649 w 10321503"/>
              <a:gd name="connsiteY4504" fmla="*/ 1033865 h 5599766"/>
              <a:gd name="connsiteX4505" fmla="*/ 8720117 w 10321503"/>
              <a:gd name="connsiteY4505" fmla="*/ 1027723 h 5599766"/>
              <a:gd name="connsiteX4506" fmla="*/ 8720117 w 10321503"/>
              <a:gd name="connsiteY4506" fmla="*/ 1027058 h 5599766"/>
              <a:gd name="connsiteX4507" fmla="*/ 8723649 w 10321503"/>
              <a:gd name="connsiteY4507" fmla="*/ 1020916 h 5599766"/>
              <a:gd name="connsiteX4508" fmla="*/ 8724263 w 10321503"/>
              <a:gd name="connsiteY4508" fmla="*/ 1020558 h 5599766"/>
              <a:gd name="connsiteX4509" fmla="*/ 8731325 w 10321503"/>
              <a:gd name="connsiteY4509" fmla="*/ 1020558 h 5599766"/>
              <a:gd name="connsiteX4510" fmla="*/ 8731940 w 10321503"/>
              <a:gd name="connsiteY4510" fmla="*/ 1020916 h 5599766"/>
              <a:gd name="connsiteX4511" fmla="*/ 8735473 w 10321503"/>
              <a:gd name="connsiteY4511" fmla="*/ 1027058 h 5599766"/>
              <a:gd name="connsiteX4512" fmla="*/ 8735473 w 10321503"/>
              <a:gd name="connsiteY4512" fmla="*/ 1027723 h 5599766"/>
              <a:gd name="connsiteX4513" fmla="*/ 8731940 w 10321503"/>
              <a:gd name="connsiteY4513" fmla="*/ 1033865 h 5599766"/>
              <a:gd name="connsiteX4514" fmla="*/ 8731325 w 10321503"/>
              <a:gd name="connsiteY4514" fmla="*/ 1034223 h 5599766"/>
              <a:gd name="connsiteX4515" fmla="*/ 8929556 w 10321503"/>
              <a:gd name="connsiteY4515" fmla="*/ 1034223 h 5599766"/>
              <a:gd name="connsiteX4516" fmla="*/ 8922493 w 10321503"/>
              <a:gd name="connsiteY4516" fmla="*/ 1034223 h 5599766"/>
              <a:gd name="connsiteX4517" fmla="*/ 8921878 w 10321503"/>
              <a:gd name="connsiteY4517" fmla="*/ 1033865 h 5599766"/>
              <a:gd name="connsiteX4518" fmla="*/ 8918348 w 10321503"/>
              <a:gd name="connsiteY4518" fmla="*/ 1027723 h 5599766"/>
              <a:gd name="connsiteX4519" fmla="*/ 8918348 w 10321503"/>
              <a:gd name="connsiteY4519" fmla="*/ 1027058 h 5599766"/>
              <a:gd name="connsiteX4520" fmla="*/ 8921878 w 10321503"/>
              <a:gd name="connsiteY4520" fmla="*/ 1020916 h 5599766"/>
              <a:gd name="connsiteX4521" fmla="*/ 8922493 w 10321503"/>
              <a:gd name="connsiteY4521" fmla="*/ 1020558 h 5599766"/>
              <a:gd name="connsiteX4522" fmla="*/ 8929556 w 10321503"/>
              <a:gd name="connsiteY4522" fmla="*/ 1020558 h 5599766"/>
              <a:gd name="connsiteX4523" fmla="*/ 8930170 w 10321503"/>
              <a:gd name="connsiteY4523" fmla="*/ 1020916 h 5599766"/>
              <a:gd name="connsiteX4524" fmla="*/ 8933702 w 10321503"/>
              <a:gd name="connsiteY4524" fmla="*/ 1027058 h 5599766"/>
              <a:gd name="connsiteX4525" fmla="*/ 8933702 w 10321503"/>
              <a:gd name="connsiteY4525" fmla="*/ 1027723 h 5599766"/>
              <a:gd name="connsiteX4526" fmla="*/ 8930170 w 10321503"/>
              <a:gd name="connsiteY4526" fmla="*/ 1033865 h 5599766"/>
              <a:gd name="connsiteX4527" fmla="*/ 8929556 w 10321503"/>
              <a:gd name="connsiteY4527" fmla="*/ 1034223 h 5599766"/>
              <a:gd name="connsiteX4528" fmla="*/ 9127718 w 10321503"/>
              <a:gd name="connsiteY4528" fmla="*/ 1034223 h 5599766"/>
              <a:gd name="connsiteX4529" fmla="*/ 9120657 w 10321503"/>
              <a:gd name="connsiteY4529" fmla="*/ 1034223 h 5599766"/>
              <a:gd name="connsiteX4530" fmla="*/ 9120044 w 10321503"/>
              <a:gd name="connsiteY4530" fmla="*/ 1033865 h 5599766"/>
              <a:gd name="connsiteX4531" fmla="*/ 9116510 w 10321503"/>
              <a:gd name="connsiteY4531" fmla="*/ 1027723 h 5599766"/>
              <a:gd name="connsiteX4532" fmla="*/ 9116510 w 10321503"/>
              <a:gd name="connsiteY4532" fmla="*/ 1027058 h 5599766"/>
              <a:gd name="connsiteX4533" fmla="*/ 9120044 w 10321503"/>
              <a:gd name="connsiteY4533" fmla="*/ 1020916 h 5599766"/>
              <a:gd name="connsiteX4534" fmla="*/ 9120657 w 10321503"/>
              <a:gd name="connsiteY4534" fmla="*/ 1020558 h 5599766"/>
              <a:gd name="connsiteX4535" fmla="*/ 9127718 w 10321503"/>
              <a:gd name="connsiteY4535" fmla="*/ 1020558 h 5599766"/>
              <a:gd name="connsiteX4536" fmla="*/ 9128333 w 10321503"/>
              <a:gd name="connsiteY4536" fmla="*/ 1020916 h 5599766"/>
              <a:gd name="connsiteX4537" fmla="*/ 9131865 w 10321503"/>
              <a:gd name="connsiteY4537" fmla="*/ 1027058 h 5599766"/>
              <a:gd name="connsiteX4538" fmla="*/ 9131865 w 10321503"/>
              <a:gd name="connsiteY4538" fmla="*/ 1027723 h 5599766"/>
              <a:gd name="connsiteX4539" fmla="*/ 9128333 w 10321503"/>
              <a:gd name="connsiteY4539" fmla="*/ 1033865 h 5599766"/>
              <a:gd name="connsiteX4540" fmla="*/ 9127718 w 10321503"/>
              <a:gd name="connsiteY4540" fmla="*/ 1034223 h 5599766"/>
              <a:gd name="connsiteX4541" fmla="*/ 9325945 w 10321503"/>
              <a:gd name="connsiteY4541" fmla="*/ 1034223 h 5599766"/>
              <a:gd name="connsiteX4542" fmla="*/ 9318882 w 10321503"/>
              <a:gd name="connsiteY4542" fmla="*/ 1034223 h 5599766"/>
              <a:gd name="connsiteX4543" fmla="*/ 9318268 w 10321503"/>
              <a:gd name="connsiteY4543" fmla="*/ 1033865 h 5599766"/>
              <a:gd name="connsiteX4544" fmla="*/ 9314736 w 10321503"/>
              <a:gd name="connsiteY4544" fmla="*/ 1027723 h 5599766"/>
              <a:gd name="connsiteX4545" fmla="*/ 9314736 w 10321503"/>
              <a:gd name="connsiteY4545" fmla="*/ 1027058 h 5599766"/>
              <a:gd name="connsiteX4546" fmla="*/ 9318268 w 10321503"/>
              <a:gd name="connsiteY4546" fmla="*/ 1020916 h 5599766"/>
              <a:gd name="connsiteX4547" fmla="*/ 9318882 w 10321503"/>
              <a:gd name="connsiteY4547" fmla="*/ 1020558 h 5599766"/>
              <a:gd name="connsiteX4548" fmla="*/ 9325945 w 10321503"/>
              <a:gd name="connsiteY4548" fmla="*/ 1020558 h 5599766"/>
              <a:gd name="connsiteX4549" fmla="*/ 9326562 w 10321503"/>
              <a:gd name="connsiteY4549" fmla="*/ 1020916 h 5599766"/>
              <a:gd name="connsiteX4550" fmla="*/ 9330092 w 10321503"/>
              <a:gd name="connsiteY4550" fmla="*/ 1027058 h 5599766"/>
              <a:gd name="connsiteX4551" fmla="*/ 9330092 w 10321503"/>
              <a:gd name="connsiteY4551" fmla="*/ 1027723 h 5599766"/>
              <a:gd name="connsiteX4552" fmla="*/ 9326562 w 10321503"/>
              <a:gd name="connsiteY4552" fmla="*/ 1033865 h 5599766"/>
              <a:gd name="connsiteX4553" fmla="*/ 9325945 w 10321503"/>
              <a:gd name="connsiteY4553" fmla="*/ 1034223 h 5599766"/>
              <a:gd name="connsiteX4554" fmla="*/ 9524167 w 10321503"/>
              <a:gd name="connsiteY4554" fmla="*/ 1034223 h 5599766"/>
              <a:gd name="connsiteX4555" fmla="*/ 9517103 w 10321503"/>
              <a:gd name="connsiteY4555" fmla="*/ 1034223 h 5599766"/>
              <a:gd name="connsiteX4556" fmla="*/ 9516489 w 10321503"/>
              <a:gd name="connsiteY4556" fmla="*/ 1033865 h 5599766"/>
              <a:gd name="connsiteX4557" fmla="*/ 9512956 w 10321503"/>
              <a:gd name="connsiteY4557" fmla="*/ 1027723 h 5599766"/>
              <a:gd name="connsiteX4558" fmla="*/ 9512956 w 10321503"/>
              <a:gd name="connsiteY4558" fmla="*/ 1027058 h 5599766"/>
              <a:gd name="connsiteX4559" fmla="*/ 9516489 w 10321503"/>
              <a:gd name="connsiteY4559" fmla="*/ 1020916 h 5599766"/>
              <a:gd name="connsiteX4560" fmla="*/ 9517103 w 10321503"/>
              <a:gd name="connsiteY4560" fmla="*/ 1020558 h 5599766"/>
              <a:gd name="connsiteX4561" fmla="*/ 9524167 w 10321503"/>
              <a:gd name="connsiteY4561" fmla="*/ 1020558 h 5599766"/>
              <a:gd name="connsiteX4562" fmla="*/ 9524780 w 10321503"/>
              <a:gd name="connsiteY4562" fmla="*/ 1020916 h 5599766"/>
              <a:gd name="connsiteX4563" fmla="*/ 9528313 w 10321503"/>
              <a:gd name="connsiteY4563" fmla="*/ 1027058 h 5599766"/>
              <a:gd name="connsiteX4564" fmla="*/ 9528313 w 10321503"/>
              <a:gd name="connsiteY4564" fmla="*/ 1027723 h 5599766"/>
              <a:gd name="connsiteX4565" fmla="*/ 9524780 w 10321503"/>
              <a:gd name="connsiteY4565" fmla="*/ 1033865 h 5599766"/>
              <a:gd name="connsiteX4566" fmla="*/ 9524167 w 10321503"/>
              <a:gd name="connsiteY4566" fmla="*/ 1034223 h 5599766"/>
              <a:gd name="connsiteX4567" fmla="*/ 9722558 w 10321503"/>
              <a:gd name="connsiteY4567" fmla="*/ 1034223 h 5599766"/>
              <a:gd name="connsiteX4568" fmla="*/ 9715496 w 10321503"/>
              <a:gd name="connsiteY4568" fmla="*/ 1034223 h 5599766"/>
              <a:gd name="connsiteX4569" fmla="*/ 9714881 w 10321503"/>
              <a:gd name="connsiteY4569" fmla="*/ 1033865 h 5599766"/>
              <a:gd name="connsiteX4570" fmla="*/ 9711351 w 10321503"/>
              <a:gd name="connsiteY4570" fmla="*/ 1027723 h 5599766"/>
              <a:gd name="connsiteX4571" fmla="*/ 9711351 w 10321503"/>
              <a:gd name="connsiteY4571" fmla="*/ 1027058 h 5599766"/>
              <a:gd name="connsiteX4572" fmla="*/ 9714881 w 10321503"/>
              <a:gd name="connsiteY4572" fmla="*/ 1020916 h 5599766"/>
              <a:gd name="connsiteX4573" fmla="*/ 9715496 w 10321503"/>
              <a:gd name="connsiteY4573" fmla="*/ 1020558 h 5599766"/>
              <a:gd name="connsiteX4574" fmla="*/ 9722558 w 10321503"/>
              <a:gd name="connsiteY4574" fmla="*/ 1020558 h 5599766"/>
              <a:gd name="connsiteX4575" fmla="*/ 9723173 w 10321503"/>
              <a:gd name="connsiteY4575" fmla="*/ 1020916 h 5599766"/>
              <a:gd name="connsiteX4576" fmla="*/ 9726705 w 10321503"/>
              <a:gd name="connsiteY4576" fmla="*/ 1027058 h 5599766"/>
              <a:gd name="connsiteX4577" fmla="*/ 9726705 w 10321503"/>
              <a:gd name="connsiteY4577" fmla="*/ 1027723 h 5599766"/>
              <a:gd name="connsiteX4578" fmla="*/ 9723173 w 10321503"/>
              <a:gd name="connsiteY4578" fmla="*/ 1033865 h 5599766"/>
              <a:gd name="connsiteX4579" fmla="*/ 9722558 w 10321503"/>
              <a:gd name="connsiteY4579" fmla="*/ 1034223 h 5599766"/>
              <a:gd name="connsiteX4580" fmla="*/ 9920765 w 10321503"/>
              <a:gd name="connsiteY4580" fmla="*/ 1034223 h 5599766"/>
              <a:gd name="connsiteX4581" fmla="*/ 9913702 w 10321503"/>
              <a:gd name="connsiteY4581" fmla="*/ 1034223 h 5599766"/>
              <a:gd name="connsiteX4582" fmla="*/ 9913088 w 10321503"/>
              <a:gd name="connsiteY4582" fmla="*/ 1033865 h 5599766"/>
              <a:gd name="connsiteX4583" fmla="*/ 9909557 w 10321503"/>
              <a:gd name="connsiteY4583" fmla="*/ 1027723 h 5599766"/>
              <a:gd name="connsiteX4584" fmla="*/ 9909557 w 10321503"/>
              <a:gd name="connsiteY4584" fmla="*/ 1027058 h 5599766"/>
              <a:gd name="connsiteX4585" fmla="*/ 9913088 w 10321503"/>
              <a:gd name="connsiteY4585" fmla="*/ 1020916 h 5599766"/>
              <a:gd name="connsiteX4586" fmla="*/ 9913702 w 10321503"/>
              <a:gd name="connsiteY4586" fmla="*/ 1020558 h 5599766"/>
              <a:gd name="connsiteX4587" fmla="*/ 9920765 w 10321503"/>
              <a:gd name="connsiteY4587" fmla="*/ 1020558 h 5599766"/>
              <a:gd name="connsiteX4588" fmla="*/ 9921379 w 10321503"/>
              <a:gd name="connsiteY4588" fmla="*/ 1020916 h 5599766"/>
              <a:gd name="connsiteX4589" fmla="*/ 9924912 w 10321503"/>
              <a:gd name="connsiteY4589" fmla="*/ 1027058 h 5599766"/>
              <a:gd name="connsiteX4590" fmla="*/ 9924912 w 10321503"/>
              <a:gd name="connsiteY4590" fmla="*/ 1027723 h 5599766"/>
              <a:gd name="connsiteX4591" fmla="*/ 9921379 w 10321503"/>
              <a:gd name="connsiteY4591" fmla="*/ 1033865 h 5599766"/>
              <a:gd name="connsiteX4592" fmla="*/ 9920765 w 10321503"/>
              <a:gd name="connsiteY4592" fmla="*/ 1034223 h 5599766"/>
              <a:gd name="connsiteX4593" fmla="*/ 10118922 w 10321503"/>
              <a:gd name="connsiteY4593" fmla="*/ 1034223 h 5599766"/>
              <a:gd name="connsiteX4594" fmla="*/ 10111859 w 10321503"/>
              <a:gd name="connsiteY4594" fmla="*/ 1034223 h 5599766"/>
              <a:gd name="connsiteX4595" fmla="*/ 10111245 w 10321503"/>
              <a:gd name="connsiteY4595" fmla="*/ 1033865 h 5599766"/>
              <a:gd name="connsiteX4596" fmla="*/ 10107714 w 10321503"/>
              <a:gd name="connsiteY4596" fmla="*/ 1027723 h 5599766"/>
              <a:gd name="connsiteX4597" fmla="*/ 10107714 w 10321503"/>
              <a:gd name="connsiteY4597" fmla="*/ 1027058 h 5599766"/>
              <a:gd name="connsiteX4598" fmla="*/ 10111245 w 10321503"/>
              <a:gd name="connsiteY4598" fmla="*/ 1020916 h 5599766"/>
              <a:gd name="connsiteX4599" fmla="*/ 10111859 w 10321503"/>
              <a:gd name="connsiteY4599" fmla="*/ 1020558 h 5599766"/>
              <a:gd name="connsiteX4600" fmla="*/ 10118922 w 10321503"/>
              <a:gd name="connsiteY4600" fmla="*/ 1020558 h 5599766"/>
              <a:gd name="connsiteX4601" fmla="*/ 10119537 w 10321503"/>
              <a:gd name="connsiteY4601" fmla="*/ 1020916 h 5599766"/>
              <a:gd name="connsiteX4602" fmla="*/ 10123069 w 10321503"/>
              <a:gd name="connsiteY4602" fmla="*/ 1027058 h 5599766"/>
              <a:gd name="connsiteX4603" fmla="*/ 10123069 w 10321503"/>
              <a:gd name="connsiteY4603" fmla="*/ 1027723 h 5599766"/>
              <a:gd name="connsiteX4604" fmla="*/ 10119537 w 10321503"/>
              <a:gd name="connsiteY4604" fmla="*/ 1033865 h 5599766"/>
              <a:gd name="connsiteX4605" fmla="*/ 10118922 w 10321503"/>
              <a:gd name="connsiteY4605" fmla="*/ 1034223 h 5599766"/>
              <a:gd name="connsiteX4606" fmla="*/ 10317179 w 10321503"/>
              <a:gd name="connsiteY4606" fmla="*/ 1034223 h 5599766"/>
              <a:gd name="connsiteX4607" fmla="*/ 10310117 w 10321503"/>
              <a:gd name="connsiteY4607" fmla="*/ 1034223 h 5599766"/>
              <a:gd name="connsiteX4608" fmla="*/ 10309502 w 10321503"/>
              <a:gd name="connsiteY4608" fmla="*/ 1033865 h 5599766"/>
              <a:gd name="connsiteX4609" fmla="*/ 10305971 w 10321503"/>
              <a:gd name="connsiteY4609" fmla="*/ 1027723 h 5599766"/>
              <a:gd name="connsiteX4610" fmla="*/ 10305971 w 10321503"/>
              <a:gd name="connsiteY4610" fmla="*/ 1027058 h 5599766"/>
              <a:gd name="connsiteX4611" fmla="*/ 10309502 w 10321503"/>
              <a:gd name="connsiteY4611" fmla="*/ 1020916 h 5599766"/>
              <a:gd name="connsiteX4612" fmla="*/ 10310117 w 10321503"/>
              <a:gd name="connsiteY4612" fmla="*/ 1020558 h 5599766"/>
              <a:gd name="connsiteX4613" fmla="*/ 10317179 w 10321503"/>
              <a:gd name="connsiteY4613" fmla="*/ 1020558 h 5599766"/>
              <a:gd name="connsiteX4614" fmla="*/ 10317794 w 10321503"/>
              <a:gd name="connsiteY4614" fmla="*/ 1020916 h 5599766"/>
              <a:gd name="connsiteX4615" fmla="*/ 10321325 w 10321503"/>
              <a:gd name="connsiteY4615" fmla="*/ 1027058 h 5599766"/>
              <a:gd name="connsiteX4616" fmla="*/ 10321325 w 10321503"/>
              <a:gd name="connsiteY4616" fmla="*/ 1027723 h 5599766"/>
              <a:gd name="connsiteX4617" fmla="*/ 10317794 w 10321503"/>
              <a:gd name="connsiteY4617" fmla="*/ 1033865 h 5599766"/>
              <a:gd name="connsiteX4618" fmla="*/ 10317179 w 10321503"/>
              <a:gd name="connsiteY4618" fmla="*/ 1034223 h 5599766"/>
              <a:gd name="connsiteX4619" fmla="*/ 605979 w 10321503"/>
              <a:gd name="connsiteY4619" fmla="*/ 1197540 h 5599766"/>
              <a:gd name="connsiteX4620" fmla="*/ 598916 w 10321503"/>
              <a:gd name="connsiteY4620" fmla="*/ 1197540 h 5599766"/>
              <a:gd name="connsiteX4621" fmla="*/ 598302 w 10321503"/>
              <a:gd name="connsiteY4621" fmla="*/ 1197181 h 5599766"/>
              <a:gd name="connsiteX4622" fmla="*/ 594770 w 10321503"/>
              <a:gd name="connsiteY4622" fmla="*/ 1191039 h 5599766"/>
              <a:gd name="connsiteX4623" fmla="*/ 594770 w 10321503"/>
              <a:gd name="connsiteY4623" fmla="*/ 1190374 h 5599766"/>
              <a:gd name="connsiteX4624" fmla="*/ 598302 w 10321503"/>
              <a:gd name="connsiteY4624" fmla="*/ 1184233 h 5599766"/>
              <a:gd name="connsiteX4625" fmla="*/ 598916 w 10321503"/>
              <a:gd name="connsiteY4625" fmla="*/ 1183874 h 5599766"/>
              <a:gd name="connsiteX4626" fmla="*/ 605979 w 10321503"/>
              <a:gd name="connsiteY4626" fmla="*/ 1183874 h 5599766"/>
              <a:gd name="connsiteX4627" fmla="*/ 606593 w 10321503"/>
              <a:gd name="connsiteY4627" fmla="*/ 1184233 h 5599766"/>
              <a:gd name="connsiteX4628" fmla="*/ 610125 w 10321503"/>
              <a:gd name="connsiteY4628" fmla="*/ 1190374 h 5599766"/>
              <a:gd name="connsiteX4629" fmla="*/ 610125 w 10321503"/>
              <a:gd name="connsiteY4629" fmla="*/ 1191039 h 5599766"/>
              <a:gd name="connsiteX4630" fmla="*/ 606593 w 10321503"/>
              <a:gd name="connsiteY4630" fmla="*/ 1197181 h 5599766"/>
              <a:gd name="connsiteX4631" fmla="*/ 605979 w 10321503"/>
              <a:gd name="connsiteY4631" fmla="*/ 1197540 h 5599766"/>
              <a:gd name="connsiteX4632" fmla="*/ 11254 w 10321503"/>
              <a:gd name="connsiteY4632" fmla="*/ 1197543 h 5599766"/>
              <a:gd name="connsiteX4633" fmla="*/ 4192 w 10321503"/>
              <a:gd name="connsiteY4633" fmla="*/ 1197543 h 5599766"/>
              <a:gd name="connsiteX4634" fmla="*/ 3578 w 10321503"/>
              <a:gd name="connsiteY4634" fmla="*/ 1197185 h 5599766"/>
              <a:gd name="connsiteX4635" fmla="*/ 46 w 10321503"/>
              <a:gd name="connsiteY4635" fmla="*/ 1191042 h 5599766"/>
              <a:gd name="connsiteX4636" fmla="*/ 46 w 10321503"/>
              <a:gd name="connsiteY4636" fmla="*/ 1190377 h 5599766"/>
              <a:gd name="connsiteX4637" fmla="*/ 3578 w 10321503"/>
              <a:gd name="connsiteY4637" fmla="*/ 1184236 h 5599766"/>
              <a:gd name="connsiteX4638" fmla="*/ 4192 w 10321503"/>
              <a:gd name="connsiteY4638" fmla="*/ 1183877 h 5599766"/>
              <a:gd name="connsiteX4639" fmla="*/ 11254 w 10321503"/>
              <a:gd name="connsiteY4639" fmla="*/ 1183877 h 5599766"/>
              <a:gd name="connsiteX4640" fmla="*/ 11868 w 10321503"/>
              <a:gd name="connsiteY4640" fmla="*/ 1184236 h 5599766"/>
              <a:gd name="connsiteX4641" fmla="*/ 15400 w 10321503"/>
              <a:gd name="connsiteY4641" fmla="*/ 1190377 h 5599766"/>
              <a:gd name="connsiteX4642" fmla="*/ 15400 w 10321503"/>
              <a:gd name="connsiteY4642" fmla="*/ 1191042 h 5599766"/>
              <a:gd name="connsiteX4643" fmla="*/ 11868 w 10321503"/>
              <a:gd name="connsiteY4643" fmla="*/ 1197185 h 5599766"/>
              <a:gd name="connsiteX4644" fmla="*/ 11254 w 10321503"/>
              <a:gd name="connsiteY4644" fmla="*/ 1197543 h 5599766"/>
              <a:gd name="connsiteX4645" fmla="*/ 1795378 w 10321503"/>
              <a:gd name="connsiteY4645" fmla="*/ 1197551 h 5599766"/>
              <a:gd name="connsiteX4646" fmla="*/ 1788315 w 10321503"/>
              <a:gd name="connsiteY4646" fmla="*/ 1197551 h 5599766"/>
              <a:gd name="connsiteX4647" fmla="*/ 1787701 w 10321503"/>
              <a:gd name="connsiteY4647" fmla="*/ 1197193 h 5599766"/>
              <a:gd name="connsiteX4648" fmla="*/ 1784170 w 10321503"/>
              <a:gd name="connsiteY4648" fmla="*/ 1191050 h 5599766"/>
              <a:gd name="connsiteX4649" fmla="*/ 1784170 w 10321503"/>
              <a:gd name="connsiteY4649" fmla="*/ 1190385 h 5599766"/>
              <a:gd name="connsiteX4650" fmla="*/ 1787701 w 10321503"/>
              <a:gd name="connsiteY4650" fmla="*/ 1184243 h 5599766"/>
              <a:gd name="connsiteX4651" fmla="*/ 1788315 w 10321503"/>
              <a:gd name="connsiteY4651" fmla="*/ 1183885 h 5599766"/>
              <a:gd name="connsiteX4652" fmla="*/ 1795378 w 10321503"/>
              <a:gd name="connsiteY4652" fmla="*/ 1183885 h 5599766"/>
              <a:gd name="connsiteX4653" fmla="*/ 1795992 w 10321503"/>
              <a:gd name="connsiteY4653" fmla="*/ 1184243 h 5599766"/>
              <a:gd name="connsiteX4654" fmla="*/ 1799524 w 10321503"/>
              <a:gd name="connsiteY4654" fmla="*/ 1190385 h 5599766"/>
              <a:gd name="connsiteX4655" fmla="*/ 1799524 w 10321503"/>
              <a:gd name="connsiteY4655" fmla="*/ 1191050 h 5599766"/>
              <a:gd name="connsiteX4656" fmla="*/ 1795992 w 10321503"/>
              <a:gd name="connsiteY4656" fmla="*/ 1197193 h 5599766"/>
              <a:gd name="connsiteX4657" fmla="*/ 1795378 w 10321503"/>
              <a:gd name="connsiteY4657" fmla="*/ 1197551 h 5599766"/>
              <a:gd name="connsiteX4658" fmla="*/ 407754 w 10321503"/>
              <a:gd name="connsiteY4658" fmla="*/ 1197556 h 5599766"/>
              <a:gd name="connsiteX4659" fmla="*/ 400692 w 10321503"/>
              <a:gd name="connsiteY4659" fmla="*/ 1197556 h 5599766"/>
              <a:gd name="connsiteX4660" fmla="*/ 400078 w 10321503"/>
              <a:gd name="connsiteY4660" fmla="*/ 1197198 h 5599766"/>
              <a:gd name="connsiteX4661" fmla="*/ 396546 w 10321503"/>
              <a:gd name="connsiteY4661" fmla="*/ 1191056 h 5599766"/>
              <a:gd name="connsiteX4662" fmla="*/ 396546 w 10321503"/>
              <a:gd name="connsiteY4662" fmla="*/ 1190390 h 5599766"/>
              <a:gd name="connsiteX4663" fmla="*/ 400078 w 10321503"/>
              <a:gd name="connsiteY4663" fmla="*/ 1184248 h 5599766"/>
              <a:gd name="connsiteX4664" fmla="*/ 400692 w 10321503"/>
              <a:gd name="connsiteY4664" fmla="*/ 1183890 h 5599766"/>
              <a:gd name="connsiteX4665" fmla="*/ 407754 w 10321503"/>
              <a:gd name="connsiteY4665" fmla="*/ 1183890 h 5599766"/>
              <a:gd name="connsiteX4666" fmla="*/ 408369 w 10321503"/>
              <a:gd name="connsiteY4666" fmla="*/ 1184248 h 5599766"/>
              <a:gd name="connsiteX4667" fmla="*/ 411900 w 10321503"/>
              <a:gd name="connsiteY4667" fmla="*/ 1190390 h 5599766"/>
              <a:gd name="connsiteX4668" fmla="*/ 411900 w 10321503"/>
              <a:gd name="connsiteY4668" fmla="*/ 1191056 h 5599766"/>
              <a:gd name="connsiteX4669" fmla="*/ 408369 w 10321503"/>
              <a:gd name="connsiteY4669" fmla="*/ 1197198 h 5599766"/>
              <a:gd name="connsiteX4670" fmla="*/ 407754 w 10321503"/>
              <a:gd name="connsiteY4670" fmla="*/ 1197556 h 5599766"/>
              <a:gd name="connsiteX4671" fmla="*/ 1398928 w 10321503"/>
              <a:gd name="connsiteY4671" fmla="*/ 1197556 h 5599766"/>
              <a:gd name="connsiteX4672" fmla="*/ 1391866 w 10321503"/>
              <a:gd name="connsiteY4672" fmla="*/ 1197556 h 5599766"/>
              <a:gd name="connsiteX4673" fmla="*/ 1391252 w 10321503"/>
              <a:gd name="connsiteY4673" fmla="*/ 1197197 h 5599766"/>
              <a:gd name="connsiteX4674" fmla="*/ 1387720 w 10321503"/>
              <a:gd name="connsiteY4674" fmla="*/ 1191055 h 5599766"/>
              <a:gd name="connsiteX4675" fmla="*/ 1387720 w 10321503"/>
              <a:gd name="connsiteY4675" fmla="*/ 1190389 h 5599766"/>
              <a:gd name="connsiteX4676" fmla="*/ 1391252 w 10321503"/>
              <a:gd name="connsiteY4676" fmla="*/ 1184247 h 5599766"/>
              <a:gd name="connsiteX4677" fmla="*/ 1391866 w 10321503"/>
              <a:gd name="connsiteY4677" fmla="*/ 1183890 h 5599766"/>
              <a:gd name="connsiteX4678" fmla="*/ 1398928 w 10321503"/>
              <a:gd name="connsiteY4678" fmla="*/ 1183890 h 5599766"/>
              <a:gd name="connsiteX4679" fmla="*/ 1399544 w 10321503"/>
              <a:gd name="connsiteY4679" fmla="*/ 1184247 h 5599766"/>
              <a:gd name="connsiteX4680" fmla="*/ 1403074 w 10321503"/>
              <a:gd name="connsiteY4680" fmla="*/ 1190389 h 5599766"/>
              <a:gd name="connsiteX4681" fmla="*/ 1403074 w 10321503"/>
              <a:gd name="connsiteY4681" fmla="*/ 1191055 h 5599766"/>
              <a:gd name="connsiteX4682" fmla="*/ 1399544 w 10321503"/>
              <a:gd name="connsiteY4682" fmla="*/ 1197197 h 5599766"/>
              <a:gd name="connsiteX4683" fmla="*/ 1398928 w 10321503"/>
              <a:gd name="connsiteY4683" fmla="*/ 1197556 h 5599766"/>
              <a:gd name="connsiteX4684" fmla="*/ 804204 w 10321503"/>
              <a:gd name="connsiteY4684" fmla="*/ 1197567 h 5599766"/>
              <a:gd name="connsiteX4685" fmla="*/ 797140 w 10321503"/>
              <a:gd name="connsiteY4685" fmla="*/ 1197567 h 5599766"/>
              <a:gd name="connsiteX4686" fmla="*/ 796526 w 10321503"/>
              <a:gd name="connsiteY4686" fmla="*/ 1197208 h 5599766"/>
              <a:gd name="connsiteX4687" fmla="*/ 792995 w 10321503"/>
              <a:gd name="connsiteY4687" fmla="*/ 1191066 h 5599766"/>
              <a:gd name="connsiteX4688" fmla="*/ 792995 w 10321503"/>
              <a:gd name="connsiteY4688" fmla="*/ 1190401 h 5599766"/>
              <a:gd name="connsiteX4689" fmla="*/ 796526 w 10321503"/>
              <a:gd name="connsiteY4689" fmla="*/ 1184260 h 5599766"/>
              <a:gd name="connsiteX4690" fmla="*/ 797140 w 10321503"/>
              <a:gd name="connsiteY4690" fmla="*/ 1183901 h 5599766"/>
              <a:gd name="connsiteX4691" fmla="*/ 804204 w 10321503"/>
              <a:gd name="connsiteY4691" fmla="*/ 1183901 h 5599766"/>
              <a:gd name="connsiteX4692" fmla="*/ 804818 w 10321503"/>
              <a:gd name="connsiteY4692" fmla="*/ 1184260 h 5599766"/>
              <a:gd name="connsiteX4693" fmla="*/ 808350 w 10321503"/>
              <a:gd name="connsiteY4693" fmla="*/ 1190401 h 5599766"/>
              <a:gd name="connsiteX4694" fmla="*/ 808350 w 10321503"/>
              <a:gd name="connsiteY4694" fmla="*/ 1191066 h 5599766"/>
              <a:gd name="connsiteX4695" fmla="*/ 804818 w 10321503"/>
              <a:gd name="connsiteY4695" fmla="*/ 1197208 h 5599766"/>
              <a:gd name="connsiteX4696" fmla="*/ 804204 w 10321503"/>
              <a:gd name="connsiteY4696" fmla="*/ 1197567 h 5599766"/>
              <a:gd name="connsiteX4697" fmla="*/ 1200704 w 10321503"/>
              <a:gd name="connsiteY4697" fmla="*/ 1197593 h 5599766"/>
              <a:gd name="connsiteX4698" fmla="*/ 1193642 w 10321503"/>
              <a:gd name="connsiteY4698" fmla="*/ 1197593 h 5599766"/>
              <a:gd name="connsiteX4699" fmla="*/ 1193028 w 10321503"/>
              <a:gd name="connsiteY4699" fmla="*/ 1197235 h 5599766"/>
              <a:gd name="connsiteX4700" fmla="*/ 1189495 w 10321503"/>
              <a:gd name="connsiteY4700" fmla="*/ 1191093 h 5599766"/>
              <a:gd name="connsiteX4701" fmla="*/ 1189495 w 10321503"/>
              <a:gd name="connsiteY4701" fmla="*/ 1190428 h 5599766"/>
              <a:gd name="connsiteX4702" fmla="*/ 1193028 w 10321503"/>
              <a:gd name="connsiteY4702" fmla="*/ 1184286 h 5599766"/>
              <a:gd name="connsiteX4703" fmla="*/ 1193642 w 10321503"/>
              <a:gd name="connsiteY4703" fmla="*/ 1183927 h 5599766"/>
              <a:gd name="connsiteX4704" fmla="*/ 1200704 w 10321503"/>
              <a:gd name="connsiteY4704" fmla="*/ 1183927 h 5599766"/>
              <a:gd name="connsiteX4705" fmla="*/ 1201318 w 10321503"/>
              <a:gd name="connsiteY4705" fmla="*/ 1184286 h 5599766"/>
              <a:gd name="connsiteX4706" fmla="*/ 1204850 w 10321503"/>
              <a:gd name="connsiteY4706" fmla="*/ 1190428 h 5599766"/>
              <a:gd name="connsiteX4707" fmla="*/ 1204850 w 10321503"/>
              <a:gd name="connsiteY4707" fmla="*/ 1191093 h 5599766"/>
              <a:gd name="connsiteX4708" fmla="*/ 1201318 w 10321503"/>
              <a:gd name="connsiteY4708" fmla="*/ 1197235 h 5599766"/>
              <a:gd name="connsiteX4709" fmla="*/ 1200704 w 10321503"/>
              <a:gd name="connsiteY4709" fmla="*/ 1197593 h 5599766"/>
              <a:gd name="connsiteX4710" fmla="*/ 1002428 w 10321503"/>
              <a:gd name="connsiteY4710" fmla="*/ 1197600 h 5599766"/>
              <a:gd name="connsiteX4711" fmla="*/ 995366 w 10321503"/>
              <a:gd name="connsiteY4711" fmla="*/ 1197600 h 5599766"/>
              <a:gd name="connsiteX4712" fmla="*/ 994752 w 10321503"/>
              <a:gd name="connsiteY4712" fmla="*/ 1197242 h 5599766"/>
              <a:gd name="connsiteX4713" fmla="*/ 991220 w 10321503"/>
              <a:gd name="connsiteY4713" fmla="*/ 1191100 h 5599766"/>
              <a:gd name="connsiteX4714" fmla="*/ 991220 w 10321503"/>
              <a:gd name="connsiteY4714" fmla="*/ 1190434 h 5599766"/>
              <a:gd name="connsiteX4715" fmla="*/ 994752 w 10321503"/>
              <a:gd name="connsiteY4715" fmla="*/ 1184292 h 5599766"/>
              <a:gd name="connsiteX4716" fmla="*/ 995366 w 10321503"/>
              <a:gd name="connsiteY4716" fmla="*/ 1183934 h 5599766"/>
              <a:gd name="connsiteX4717" fmla="*/ 1002428 w 10321503"/>
              <a:gd name="connsiteY4717" fmla="*/ 1183934 h 5599766"/>
              <a:gd name="connsiteX4718" fmla="*/ 1003042 w 10321503"/>
              <a:gd name="connsiteY4718" fmla="*/ 1184292 h 5599766"/>
              <a:gd name="connsiteX4719" fmla="*/ 1006574 w 10321503"/>
              <a:gd name="connsiteY4719" fmla="*/ 1190434 h 5599766"/>
              <a:gd name="connsiteX4720" fmla="*/ 1006574 w 10321503"/>
              <a:gd name="connsiteY4720" fmla="*/ 1191100 h 5599766"/>
              <a:gd name="connsiteX4721" fmla="*/ 1003042 w 10321503"/>
              <a:gd name="connsiteY4721" fmla="*/ 1197242 h 5599766"/>
              <a:gd name="connsiteX4722" fmla="*/ 1002428 w 10321503"/>
              <a:gd name="connsiteY4722" fmla="*/ 1197600 h 5599766"/>
              <a:gd name="connsiteX4723" fmla="*/ 209480 w 10321503"/>
              <a:gd name="connsiteY4723" fmla="*/ 1197604 h 5599766"/>
              <a:gd name="connsiteX4724" fmla="*/ 202416 w 10321503"/>
              <a:gd name="connsiteY4724" fmla="*/ 1197604 h 5599766"/>
              <a:gd name="connsiteX4725" fmla="*/ 201803 w 10321503"/>
              <a:gd name="connsiteY4725" fmla="*/ 1197245 h 5599766"/>
              <a:gd name="connsiteX4726" fmla="*/ 198270 w 10321503"/>
              <a:gd name="connsiteY4726" fmla="*/ 1191102 h 5599766"/>
              <a:gd name="connsiteX4727" fmla="*/ 198270 w 10321503"/>
              <a:gd name="connsiteY4727" fmla="*/ 1190438 h 5599766"/>
              <a:gd name="connsiteX4728" fmla="*/ 201803 w 10321503"/>
              <a:gd name="connsiteY4728" fmla="*/ 1184296 h 5599766"/>
              <a:gd name="connsiteX4729" fmla="*/ 202416 w 10321503"/>
              <a:gd name="connsiteY4729" fmla="*/ 1183938 h 5599766"/>
              <a:gd name="connsiteX4730" fmla="*/ 209480 w 10321503"/>
              <a:gd name="connsiteY4730" fmla="*/ 1183938 h 5599766"/>
              <a:gd name="connsiteX4731" fmla="*/ 210094 w 10321503"/>
              <a:gd name="connsiteY4731" fmla="*/ 1184296 h 5599766"/>
              <a:gd name="connsiteX4732" fmla="*/ 213625 w 10321503"/>
              <a:gd name="connsiteY4732" fmla="*/ 1190438 h 5599766"/>
              <a:gd name="connsiteX4733" fmla="*/ 213625 w 10321503"/>
              <a:gd name="connsiteY4733" fmla="*/ 1191102 h 5599766"/>
              <a:gd name="connsiteX4734" fmla="*/ 210094 w 10321503"/>
              <a:gd name="connsiteY4734" fmla="*/ 1197245 h 5599766"/>
              <a:gd name="connsiteX4735" fmla="*/ 209480 w 10321503"/>
              <a:gd name="connsiteY4735" fmla="*/ 1197604 h 5599766"/>
              <a:gd name="connsiteX4736" fmla="*/ 1993654 w 10321503"/>
              <a:gd name="connsiteY4736" fmla="*/ 1197622 h 5599766"/>
              <a:gd name="connsiteX4737" fmla="*/ 1986590 w 10321503"/>
              <a:gd name="connsiteY4737" fmla="*/ 1197622 h 5599766"/>
              <a:gd name="connsiteX4738" fmla="*/ 1985976 w 10321503"/>
              <a:gd name="connsiteY4738" fmla="*/ 1197263 h 5599766"/>
              <a:gd name="connsiteX4739" fmla="*/ 1982445 w 10321503"/>
              <a:gd name="connsiteY4739" fmla="*/ 1191120 h 5599766"/>
              <a:gd name="connsiteX4740" fmla="*/ 1982445 w 10321503"/>
              <a:gd name="connsiteY4740" fmla="*/ 1190456 h 5599766"/>
              <a:gd name="connsiteX4741" fmla="*/ 1985976 w 10321503"/>
              <a:gd name="connsiteY4741" fmla="*/ 1184313 h 5599766"/>
              <a:gd name="connsiteX4742" fmla="*/ 1986590 w 10321503"/>
              <a:gd name="connsiteY4742" fmla="*/ 1183955 h 5599766"/>
              <a:gd name="connsiteX4743" fmla="*/ 1993654 w 10321503"/>
              <a:gd name="connsiteY4743" fmla="*/ 1183955 h 5599766"/>
              <a:gd name="connsiteX4744" fmla="*/ 1994268 w 10321503"/>
              <a:gd name="connsiteY4744" fmla="*/ 1184313 h 5599766"/>
              <a:gd name="connsiteX4745" fmla="*/ 1997800 w 10321503"/>
              <a:gd name="connsiteY4745" fmla="*/ 1190456 h 5599766"/>
              <a:gd name="connsiteX4746" fmla="*/ 1997800 w 10321503"/>
              <a:gd name="connsiteY4746" fmla="*/ 1191120 h 5599766"/>
              <a:gd name="connsiteX4747" fmla="*/ 1994268 w 10321503"/>
              <a:gd name="connsiteY4747" fmla="*/ 1197263 h 5599766"/>
              <a:gd name="connsiteX4748" fmla="*/ 1993654 w 10321503"/>
              <a:gd name="connsiteY4748" fmla="*/ 1197622 h 5599766"/>
              <a:gd name="connsiteX4749" fmla="*/ 1597154 w 10321503"/>
              <a:gd name="connsiteY4749" fmla="*/ 1197623 h 5599766"/>
              <a:gd name="connsiteX4750" fmla="*/ 1590090 w 10321503"/>
              <a:gd name="connsiteY4750" fmla="*/ 1197623 h 5599766"/>
              <a:gd name="connsiteX4751" fmla="*/ 1589476 w 10321503"/>
              <a:gd name="connsiteY4751" fmla="*/ 1197265 h 5599766"/>
              <a:gd name="connsiteX4752" fmla="*/ 1585944 w 10321503"/>
              <a:gd name="connsiteY4752" fmla="*/ 1191122 h 5599766"/>
              <a:gd name="connsiteX4753" fmla="*/ 1585944 w 10321503"/>
              <a:gd name="connsiteY4753" fmla="*/ 1190457 h 5599766"/>
              <a:gd name="connsiteX4754" fmla="*/ 1589476 w 10321503"/>
              <a:gd name="connsiteY4754" fmla="*/ 1184314 h 5599766"/>
              <a:gd name="connsiteX4755" fmla="*/ 1590090 w 10321503"/>
              <a:gd name="connsiteY4755" fmla="*/ 1183957 h 5599766"/>
              <a:gd name="connsiteX4756" fmla="*/ 1597154 w 10321503"/>
              <a:gd name="connsiteY4756" fmla="*/ 1183957 h 5599766"/>
              <a:gd name="connsiteX4757" fmla="*/ 1597768 w 10321503"/>
              <a:gd name="connsiteY4757" fmla="*/ 1184314 h 5599766"/>
              <a:gd name="connsiteX4758" fmla="*/ 1601298 w 10321503"/>
              <a:gd name="connsiteY4758" fmla="*/ 1190457 h 5599766"/>
              <a:gd name="connsiteX4759" fmla="*/ 1601298 w 10321503"/>
              <a:gd name="connsiteY4759" fmla="*/ 1191122 h 5599766"/>
              <a:gd name="connsiteX4760" fmla="*/ 1597768 w 10321503"/>
              <a:gd name="connsiteY4760" fmla="*/ 1197265 h 5599766"/>
              <a:gd name="connsiteX4761" fmla="*/ 1597154 w 10321503"/>
              <a:gd name="connsiteY4761" fmla="*/ 1197623 h 5599766"/>
              <a:gd name="connsiteX4762" fmla="*/ 2189611 w 10321503"/>
              <a:gd name="connsiteY4762" fmla="*/ 1203326 h 5599766"/>
              <a:gd name="connsiteX4763" fmla="*/ 2182548 w 10321503"/>
              <a:gd name="connsiteY4763" fmla="*/ 1203326 h 5599766"/>
              <a:gd name="connsiteX4764" fmla="*/ 2181933 w 10321503"/>
              <a:gd name="connsiteY4764" fmla="*/ 1202967 h 5599766"/>
              <a:gd name="connsiteX4765" fmla="*/ 2178401 w 10321503"/>
              <a:gd name="connsiteY4765" fmla="*/ 1196826 h 5599766"/>
              <a:gd name="connsiteX4766" fmla="*/ 2178401 w 10321503"/>
              <a:gd name="connsiteY4766" fmla="*/ 1196161 h 5599766"/>
              <a:gd name="connsiteX4767" fmla="*/ 2181933 w 10321503"/>
              <a:gd name="connsiteY4767" fmla="*/ 1190019 h 5599766"/>
              <a:gd name="connsiteX4768" fmla="*/ 2182548 w 10321503"/>
              <a:gd name="connsiteY4768" fmla="*/ 1189660 h 5599766"/>
              <a:gd name="connsiteX4769" fmla="*/ 2189611 w 10321503"/>
              <a:gd name="connsiteY4769" fmla="*/ 1189660 h 5599766"/>
              <a:gd name="connsiteX4770" fmla="*/ 2190225 w 10321503"/>
              <a:gd name="connsiteY4770" fmla="*/ 1190019 h 5599766"/>
              <a:gd name="connsiteX4771" fmla="*/ 2193757 w 10321503"/>
              <a:gd name="connsiteY4771" fmla="*/ 1196161 h 5599766"/>
              <a:gd name="connsiteX4772" fmla="*/ 2193757 w 10321503"/>
              <a:gd name="connsiteY4772" fmla="*/ 1196826 h 5599766"/>
              <a:gd name="connsiteX4773" fmla="*/ 2190225 w 10321503"/>
              <a:gd name="connsiteY4773" fmla="*/ 1202967 h 5599766"/>
              <a:gd name="connsiteX4774" fmla="*/ 2189611 w 10321503"/>
              <a:gd name="connsiteY4774" fmla="*/ 1203326 h 5599766"/>
              <a:gd name="connsiteX4775" fmla="*/ 2387835 w 10321503"/>
              <a:gd name="connsiteY4775" fmla="*/ 1203326 h 5599766"/>
              <a:gd name="connsiteX4776" fmla="*/ 2380773 w 10321503"/>
              <a:gd name="connsiteY4776" fmla="*/ 1203326 h 5599766"/>
              <a:gd name="connsiteX4777" fmla="*/ 2380159 w 10321503"/>
              <a:gd name="connsiteY4777" fmla="*/ 1202967 h 5599766"/>
              <a:gd name="connsiteX4778" fmla="*/ 2376626 w 10321503"/>
              <a:gd name="connsiteY4778" fmla="*/ 1196826 h 5599766"/>
              <a:gd name="connsiteX4779" fmla="*/ 2376626 w 10321503"/>
              <a:gd name="connsiteY4779" fmla="*/ 1196161 h 5599766"/>
              <a:gd name="connsiteX4780" fmla="*/ 2380159 w 10321503"/>
              <a:gd name="connsiteY4780" fmla="*/ 1190019 h 5599766"/>
              <a:gd name="connsiteX4781" fmla="*/ 2380773 w 10321503"/>
              <a:gd name="connsiteY4781" fmla="*/ 1189660 h 5599766"/>
              <a:gd name="connsiteX4782" fmla="*/ 2387835 w 10321503"/>
              <a:gd name="connsiteY4782" fmla="*/ 1189660 h 5599766"/>
              <a:gd name="connsiteX4783" fmla="*/ 2388449 w 10321503"/>
              <a:gd name="connsiteY4783" fmla="*/ 1190019 h 5599766"/>
              <a:gd name="connsiteX4784" fmla="*/ 2391981 w 10321503"/>
              <a:gd name="connsiteY4784" fmla="*/ 1196161 h 5599766"/>
              <a:gd name="connsiteX4785" fmla="*/ 2391981 w 10321503"/>
              <a:gd name="connsiteY4785" fmla="*/ 1196826 h 5599766"/>
              <a:gd name="connsiteX4786" fmla="*/ 2388449 w 10321503"/>
              <a:gd name="connsiteY4786" fmla="*/ 1202967 h 5599766"/>
              <a:gd name="connsiteX4787" fmla="*/ 2387835 w 10321503"/>
              <a:gd name="connsiteY4787" fmla="*/ 1203326 h 5599766"/>
              <a:gd name="connsiteX4788" fmla="*/ 2586060 w 10321503"/>
              <a:gd name="connsiteY4788" fmla="*/ 1203326 h 5599766"/>
              <a:gd name="connsiteX4789" fmla="*/ 2578998 w 10321503"/>
              <a:gd name="connsiteY4789" fmla="*/ 1203326 h 5599766"/>
              <a:gd name="connsiteX4790" fmla="*/ 2578383 w 10321503"/>
              <a:gd name="connsiteY4790" fmla="*/ 1202967 h 5599766"/>
              <a:gd name="connsiteX4791" fmla="*/ 2574850 w 10321503"/>
              <a:gd name="connsiteY4791" fmla="*/ 1196826 h 5599766"/>
              <a:gd name="connsiteX4792" fmla="*/ 2574850 w 10321503"/>
              <a:gd name="connsiteY4792" fmla="*/ 1196161 h 5599766"/>
              <a:gd name="connsiteX4793" fmla="*/ 2578383 w 10321503"/>
              <a:gd name="connsiteY4793" fmla="*/ 1190019 h 5599766"/>
              <a:gd name="connsiteX4794" fmla="*/ 2578998 w 10321503"/>
              <a:gd name="connsiteY4794" fmla="*/ 1189660 h 5599766"/>
              <a:gd name="connsiteX4795" fmla="*/ 2586060 w 10321503"/>
              <a:gd name="connsiteY4795" fmla="*/ 1189660 h 5599766"/>
              <a:gd name="connsiteX4796" fmla="*/ 2586674 w 10321503"/>
              <a:gd name="connsiteY4796" fmla="*/ 1190019 h 5599766"/>
              <a:gd name="connsiteX4797" fmla="*/ 2590205 w 10321503"/>
              <a:gd name="connsiteY4797" fmla="*/ 1196161 h 5599766"/>
              <a:gd name="connsiteX4798" fmla="*/ 2590205 w 10321503"/>
              <a:gd name="connsiteY4798" fmla="*/ 1196826 h 5599766"/>
              <a:gd name="connsiteX4799" fmla="*/ 2586674 w 10321503"/>
              <a:gd name="connsiteY4799" fmla="*/ 1202967 h 5599766"/>
              <a:gd name="connsiteX4800" fmla="*/ 2586060 w 10321503"/>
              <a:gd name="connsiteY4800" fmla="*/ 1203326 h 5599766"/>
              <a:gd name="connsiteX4801" fmla="*/ 2784284 w 10321503"/>
              <a:gd name="connsiteY4801" fmla="*/ 1203326 h 5599766"/>
              <a:gd name="connsiteX4802" fmla="*/ 2777221 w 10321503"/>
              <a:gd name="connsiteY4802" fmla="*/ 1203326 h 5599766"/>
              <a:gd name="connsiteX4803" fmla="*/ 2776607 w 10321503"/>
              <a:gd name="connsiteY4803" fmla="*/ 1202967 h 5599766"/>
              <a:gd name="connsiteX4804" fmla="*/ 2773075 w 10321503"/>
              <a:gd name="connsiteY4804" fmla="*/ 1196826 h 5599766"/>
              <a:gd name="connsiteX4805" fmla="*/ 2773075 w 10321503"/>
              <a:gd name="connsiteY4805" fmla="*/ 1196161 h 5599766"/>
              <a:gd name="connsiteX4806" fmla="*/ 2776607 w 10321503"/>
              <a:gd name="connsiteY4806" fmla="*/ 1190019 h 5599766"/>
              <a:gd name="connsiteX4807" fmla="*/ 2777221 w 10321503"/>
              <a:gd name="connsiteY4807" fmla="*/ 1189660 h 5599766"/>
              <a:gd name="connsiteX4808" fmla="*/ 2784284 w 10321503"/>
              <a:gd name="connsiteY4808" fmla="*/ 1189660 h 5599766"/>
              <a:gd name="connsiteX4809" fmla="*/ 2784898 w 10321503"/>
              <a:gd name="connsiteY4809" fmla="*/ 1190019 h 5599766"/>
              <a:gd name="connsiteX4810" fmla="*/ 2788430 w 10321503"/>
              <a:gd name="connsiteY4810" fmla="*/ 1196161 h 5599766"/>
              <a:gd name="connsiteX4811" fmla="*/ 2788430 w 10321503"/>
              <a:gd name="connsiteY4811" fmla="*/ 1196826 h 5599766"/>
              <a:gd name="connsiteX4812" fmla="*/ 2784898 w 10321503"/>
              <a:gd name="connsiteY4812" fmla="*/ 1202967 h 5599766"/>
              <a:gd name="connsiteX4813" fmla="*/ 2784284 w 10321503"/>
              <a:gd name="connsiteY4813" fmla="*/ 1203326 h 5599766"/>
              <a:gd name="connsiteX4814" fmla="*/ 2982559 w 10321503"/>
              <a:gd name="connsiteY4814" fmla="*/ 1203326 h 5599766"/>
              <a:gd name="connsiteX4815" fmla="*/ 2975496 w 10321503"/>
              <a:gd name="connsiteY4815" fmla="*/ 1203326 h 5599766"/>
              <a:gd name="connsiteX4816" fmla="*/ 2974882 w 10321503"/>
              <a:gd name="connsiteY4816" fmla="*/ 1202967 h 5599766"/>
              <a:gd name="connsiteX4817" fmla="*/ 2971351 w 10321503"/>
              <a:gd name="connsiteY4817" fmla="*/ 1196826 h 5599766"/>
              <a:gd name="connsiteX4818" fmla="*/ 2971351 w 10321503"/>
              <a:gd name="connsiteY4818" fmla="*/ 1196161 h 5599766"/>
              <a:gd name="connsiteX4819" fmla="*/ 2974882 w 10321503"/>
              <a:gd name="connsiteY4819" fmla="*/ 1190019 h 5599766"/>
              <a:gd name="connsiteX4820" fmla="*/ 2975496 w 10321503"/>
              <a:gd name="connsiteY4820" fmla="*/ 1189660 h 5599766"/>
              <a:gd name="connsiteX4821" fmla="*/ 2982559 w 10321503"/>
              <a:gd name="connsiteY4821" fmla="*/ 1189660 h 5599766"/>
              <a:gd name="connsiteX4822" fmla="*/ 2983173 w 10321503"/>
              <a:gd name="connsiteY4822" fmla="*/ 1190019 h 5599766"/>
              <a:gd name="connsiteX4823" fmla="*/ 2986706 w 10321503"/>
              <a:gd name="connsiteY4823" fmla="*/ 1196161 h 5599766"/>
              <a:gd name="connsiteX4824" fmla="*/ 2986706 w 10321503"/>
              <a:gd name="connsiteY4824" fmla="*/ 1196826 h 5599766"/>
              <a:gd name="connsiteX4825" fmla="*/ 2983173 w 10321503"/>
              <a:gd name="connsiteY4825" fmla="*/ 1202967 h 5599766"/>
              <a:gd name="connsiteX4826" fmla="*/ 2982559 w 10321503"/>
              <a:gd name="connsiteY4826" fmla="*/ 1203326 h 5599766"/>
              <a:gd name="connsiteX4827" fmla="*/ 3180784 w 10321503"/>
              <a:gd name="connsiteY4827" fmla="*/ 1203326 h 5599766"/>
              <a:gd name="connsiteX4828" fmla="*/ 3173721 w 10321503"/>
              <a:gd name="connsiteY4828" fmla="*/ 1203326 h 5599766"/>
              <a:gd name="connsiteX4829" fmla="*/ 3173107 w 10321503"/>
              <a:gd name="connsiteY4829" fmla="*/ 1202967 h 5599766"/>
              <a:gd name="connsiteX4830" fmla="*/ 3169576 w 10321503"/>
              <a:gd name="connsiteY4830" fmla="*/ 1196826 h 5599766"/>
              <a:gd name="connsiteX4831" fmla="*/ 3169576 w 10321503"/>
              <a:gd name="connsiteY4831" fmla="*/ 1196161 h 5599766"/>
              <a:gd name="connsiteX4832" fmla="*/ 3173107 w 10321503"/>
              <a:gd name="connsiteY4832" fmla="*/ 1190019 h 5599766"/>
              <a:gd name="connsiteX4833" fmla="*/ 3173721 w 10321503"/>
              <a:gd name="connsiteY4833" fmla="*/ 1189660 h 5599766"/>
              <a:gd name="connsiteX4834" fmla="*/ 3180784 w 10321503"/>
              <a:gd name="connsiteY4834" fmla="*/ 1189660 h 5599766"/>
              <a:gd name="connsiteX4835" fmla="*/ 3181398 w 10321503"/>
              <a:gd name="connsiteY4835" fmla="*/ 1190019 h 5599766"/>
              <a:gd name="connsiteX4836" fmla="*/ 3184931 w 10321503"/>
              <a:gd name="connsiteY4836" fmla="*/ 1196161 h 5599766"/>
              <a:gd name="connsiteX4837" fmla="*/ 3184931 w 10321503"/>
              <a:gd name="connsiteY4837" fmla="*/ 1196826 h 5599766"/>
              <a:gd name="connsiteX4838" fmla="*/ 3181398 w 10321503"/>
              <a:gd name="connsiteY4838" fmla="*/ 1202967 h 5599766"/>
              <a:gd name="connsiteX4839" fmla="*/ 3180784 w 10321503"/>
              <a:gd name="connsiteY4839" fmla="*/ 1203326 h 5599766"/>
              <a:gd name="connsiteX4840" fmla="*/ 3379008 w 10321503"/>
              <a:gd name="connsiteY4840" fmla="*/ 1203326 h 5599766"/>
              <a:gd name="connsiteX4841" fmla="*/ 3371947 w 10321503"/>
              <a:gd name="connsiteY4841" fmla="*/ 1203326 h 5599766"/>
              <a:gd name="connsiteX4842" fmla="*/ 3371332 w 10321503"/>
              <a:gd name="connsiteY4842" fmla="*/ 1202967 h 5599766"/>
              <a:gd name="connsiteX4843" fmla="*/ 3367800 w 10321503"/>
              <a:gd name="connsiteY4843" fmla="*/ 1196826 h 5599766"/>
              <a:gd name="connsiteX4844" fmla="*/ 3367800 w 10321503"/>
              <a:gd name="connsiteY4844" fmla="*/ 1196161 h 5599766"/>
              <a:gd name="connsiteX4845" fmla="*/ 3371332 w 10321503"/>
              <a:gd name="connsiteY4845" fmla="*/ 1190019 h 5599766"/>
              <a:gd name="connsiteX4846" fmla="*/ 3371947 w 10321503"/>
              <a:gd name="connsiteY4846" fmla="*/ 1189660 h 5599766"/>
              <a:gd name="connsiteX4847" fmla="*/ 3379008 w 10321503"/>
              <a:gd name="connsiteY4847" fmla="*/ 1189660 h 5599766"/>
              <a:gd name="connsiteX4848" fmla="*/ 3379624 w 10321503"/>
              <a:gd name="connsiteY4848" fmla="*/ 1190019 h 5599766"/>
              <a:gd name="connsiteX4849" fmla="*/ 3383155 w 10321503"/>
              <a:gd name="connsiteY4849" fmla="*/ 1196161 h 5599766"/>
              <a:gd name="connsiteX4850" fmla="*/ 3383155 w 10321503"/>
              <a:gd name="connsiteY4850" fmla="*/ 1196826 h 5599766"/>
              <a:gd name="connsiteX4851" fmla="*/ 3379624 w 10321503"/>
              <a:gd name="connsiteY4851" fmla="*/ 1202967 h 5599766"/>
              <a:gd name="connsiteX4852" fmla="*/ 3379008 w 10321503"/>
              <a:gd name="connsiteY4852" fmla="*/ 1203326 h 5599766"/>
              <a:gd name="connsiteX4853" fmla="*/ 3577234 w 10321503"/>
              <a:gd name="connsiteY4853" fmla="*/ 1203326 h 5599766"/>
              <a:gd name="connsiteX4854" fmla="*/ 3570172 w 10321503"/>
              <a:gd name="connsiteY4854" fmla="*/ 1203326 h 5599766"/>
              <a:gd name="connsiteX4855" fmla="*/ 3569557 w 10321503"/>
              <a:gd name="connsiteY4855" fmla="*/ 1202967 h 5599766"/>
              <a:gd name="connsiteX4856" fmla="*/ 3566024 w 10321503"/>
              <a:gd name="connsiteY4856" fmla="*/ 1196826 h 5599766"/>
              <a:gd name="connsiteX4857" fmla="*/ 3566024 w 10321503"/>
              <a:gd name="connsiteY4857" fmla="*/ 1196161 h 5599766"/>
              <a:gd name="connsiteX4858" fmla="*/ 3569557 w 10321503"/>
              <a:gd name="connsiteY4858" fmla="*/ 1190019 h 5599766"/>
              <a:gd name="connsiteX4859" fmla="*/ 3570172 w 10321503"/>
              <a:gd name="connsiteY4859" fmla="*/ 1189660 h 5599766"/>
              <a:gd name="connsiteX4860" fmla="*/ 3577234 w 10321503"/>
              <a:gd name="connsiteY4860" fmla="*/ 1189660 h 5599766"/>
              <a:gd name="connsiteX4861" fmla="*/ 3577848 w 10321503"/>
              <a:gd name="connsiteY4861" fmla="*/ 1190019 h 5599766"/>
              <a:gd name="connsiteX4862" fmla="*/ 3581379 w 10321503"/>
              <a:gd name="connsiteY4862" fmla="*/ 1196161 h 5599766"/>
              <a:gd name="connsiteX4863" fmla="*/ 3581379 w 10321503"/>
              <a:gd name="connsiteY4863" fmla="*/ 1196826 h 5599766"/>
              <a:gd name="connsiteX4864" fmla="*/ 3577848 w 10321503"/>
              <a:gd name="connsiteY4864" fmla="*/ 1202967 h 5599766"/>
              <a:gd name="connsiteX4865" fmla="*/ 3577234 w 10321503"/>
              <a:gd name="connsiteY4865" fmla="*/ 1203326 h 5599766"/>
              <a:gd name="connsiteX4866" fmla="*/ 3775459 w 10321503"/>
              <a:gd name="connsiteY4866" fmla="*/ 1203326 h 5599766"/>
              <a:gd name="connsiteX4867" fmla="*/ 3768396 w 10321503"/>
              <a:gd name="connsiteY4867" fmla="*/ 1203326 h 5599766"/>
              <a:gd name="connsiteX4868" fmla="*/ 3767781 w 10321503"/>
              <a:gd name="connsiteY4868" fmla="*/ 1202967 h 5599766"/>
              <a:gd name="connsiteX4869" fmla="*/ 3764249 w 10321503"/>
              <a:gd name="connsiteY4869" fmla="*/ 1196826 h 5599766"/>
              <a:gd name="connsiteX4870" fmla="*/ 3764249 w 10321503"/>
              <a:gd name="connsiteY4870" fmla="*/ 1196161 h 5599766"/>
              <a:gd name="connsiteX4871" fmla="*/ 3767781 w 10321503"/>
              <a:gd name="connsiteY4871" fmla="*/ 1190019 h 5599766"/>
              <a:gd name="connsiteX4872" fmla="*/ 3768396 w 10321503"/>
              <a:gd name="connsiteY4872" fmla="*/ 1189660 h 5599766"/>
              <a:gd name="connsiteX4873" fmla="*/ 3775459 w 10321503"/>
              <a:gd name="connsiteY4873" fmla="*/ 1189660 h 5599766"/>
              <a:gd name="connsiteX4874" fmla="*/ 3776073 w 10321503"/>
              <a:gd name="connsiteY4874" fmla="*/ 1190019 h 5599766"/>
              <a:gd name="connsiteX4875" fmla="*/ 3779604 w 10321503"/>
              <a:gd name="connsiteY4875" fmla="*/ 1196161 h 5599766"/>
              <a:gd name="connsiteX4876" fmla="*/ 3779604 w 10321503"/>
              <a:gd name="connsiteY4876" fmla="*/ 1196826 h 5599766"/>
              <a:gd name="connsiteX4877" fmla="*/ 3776073 w 10321503"/>
              <a:gd name="connsiteY4877" fmla="*/ 1202967 h 5599766"/>
              <a:gd name="connsiteX4878" fmla="*/ 3775459 w 10321503"/>
              <a:gd name="connsiteY4878" fmla="*/ 1203326 h 5599766"/>
              <a:gd name="connsiteX4879" fmla="*/ 3973734 w 10321503"/>
              <a:gd name="connsiteY4879" fmla="*/ 1203326 h 5599766"/>
              <a:gd name="connsiteX4880" fmla="*/ 3966671 w 10321503"/>
              <a:gd name="connsiteY4880" fmla="*/ 1203326 h 5599766"/>
              <a:gd name="connsiteX4881" fmla="*/ 3966057 w 10321503"/>
              <a:gd name="connsiteY4881" fmla="*/ 1202967 h 5599766"/>
              <a:gd name="connsiteX4882" fmla="*/ 3962525 w 10321503"/>
              <a:gd name="connsiteY4882" fmla="*/ 1196826 h 5599766"/>
              <a:gd name="connsiteX4883" fmla="*/ 3962525 w 10321503"/>
              <a:gd name="connsiteY4883" fmla="*/ 1196161 h 5599766"/>
              <a:gd name="connsiteX4884" fmla="*/ 3966057 w 10321503"/>
              <a:gd name="connsiteY4884" fmla="*/ 1190019 h 5599766"/>
              <a:gd name="connsiteX4885" fmla="*/ 3966671 w 10321503"/>
              <a:gd name="connsiteY4885" fmla="*/ 1189660 h 5599766"/>
              <a:gd name="connsiteX4886" fmla="*/ 3973734 w 10321503"/>
              <a:gd name="connsiteY4886" fmla="*/ 1189660 h 5599766"/>
              <a:gd name="connsiteX4887" fmla="*/ 3974348 w 10321503"/>
              <a:gd name="connsiteY4887" fmla="*/ 1190019 h 5599766"/>
              <a:gd name="connsiteX4888" fmla="*/ 3977880 w 10321503"/>
              <a:gd name="connsiteY4888" fmla="*/ 1196161 h 5599766"/>
              <a:gd name="connsiteX4889" fmla="*/ 3977880 w 10321503"/>
              <a:gd name="connsiteY4889" fmla="*/ 1196826 h 5599766"/>
              <a:gd name="connsiteX4890" fmla="*/ 3974348 w 10321503"/>
              <a:gd name="connsiteY4890" fmla="*/ 1202967 h 5599766"/>
              <a:gd name="connsiteX4891" fmla="*/ 3973734 w 10321503"/>
              <a:gd name="connsiteY4891" fmla="*/ 1203326 h 5599766"/>
              <a:gd name="connsiteX4892" fmla="*/ 4171959 w 10321503"/>
              <a:gd name="connsiteY4892" fmla="*/ 1203326 h 5599766"/>
              <a:gd name="connsiteX4893" fmla="*/ 4164896 w 10321503"/>
              <a:gd name="connsiteY4893" fmla="*/ 1203326 h 5599766"/>
              <a:gd name="connsiteX4894" fmla="*/ 4164282 w 10321503"/>
              <a:gd name="connsiteY4894" fmla="*/ 1202967 h 5599766"/>
              <a:gd name="connsiteX4895" fmla="*/ 4160751 w 10321503"/>
              <a:gd name="connsiteY4895" fmla="*/ 1196826 h 5599766"/>
              <a:gd name="connsiteX4896" fmla="*/ 4160751 w 10321503"/>
              <a:gd name="connsiteY4896" fmla="*/ 1196161 h 5599766"/>
              <a:gd name="connsiteX4897" fmla="*/ 4164282 w 10321503"/>
              <a:gd name="connsiteY4897" fmla="*/ 1190019 h 5599766"/>
              <a:gd name="connsiteX4898" fmla="*/ 4164896 w 10321503"/>
              <a:gd name="connsiteY4898" fmla="*/ 1189660 h 5599766"/>
              <a:gd name="connsiteX4899" fmla="*/ 4171959 w 10321503"/>
              <a:gd name="connsiteY4899" fmla="*/ 1189660 h 5599766"/>
              <a:gd name="connsiteX4900" fmla="*/ 4172573 w 10321503"/>
              <a:gd name="connsiteY4900" fmla="*/ 1190019 h 5599766"/>
              <a:gd name="connsiteX4901" fmla="*/ 4176105 w 10321503"/>
              <a:gd name="connsiteY4901" fmla="*/ 1196161 h 5599766"/>
              <a:gd name="connsiteX4902" fmla="*/ 4176105 w 10321503"/>
              <a:gd name="connsiteY4902" fmla="*/ 1196826 h 5599766"/>
              <a:gd name="connsiteX4903" fmla="*/ 4172573 w 10321503"/>
              <a:gd name="connsiteY4903" fmla="*/ 1202967 h 5599766"/>
              <a:gd name="connsiteX4904" fmla="*/ 4171959 w 10321503"/>
              <a:gd name="connsiteY4904" fmla="*/ 1203326 h 5599766"/>
              <a:gd name="connsiteX4905" fmla="*/ 4370183 w 10321503"/>
              <a:gd name="connsiteY4905" fmla="*/ 1203326 h 5599766"/>
              <a:gd name="connsiteX4906" fmla="*/ 4363121 w 10321503"/>
              <a:gd name="connsiteY4906" fmla="*/ 1203326 h 5599766"/>
              <a:gd name="connsiteX4907" fmla="*/ 4362506 w 10321503"/>
              <a:gd name="connsiteY4907" fmla="*/ 1202967 h 5599766"/>
              <a:gd name="connsiteX4908" fmla="*/ 4358975 w 10321503"/>
              <a:gd name="connsiteY4908" fmla="*/ 1196826 h 5599766"/>
              <a:gd name="connsiteX4909" fmla="*/ 4358975 w 10321503"/>
              <a:gd name="connsiteY4909" fmla="*/ 1196161 h 5599766"/>
              <a:gd name="connsiteX4910" fmla="*/ 4362506 w 10321503"/>
              <a:gd name="connsiteY4910" fmla="*/ 1190019 h 5599766"/>
              <a:gd name="connsiteX4911" fmla="*/ 4363121 w 10321503"/>
              <a:gd name="connsiteY4911" fmla="*/ 1189660 h 5599766"/>
              <a:gd name="connsiteX4912" fmla="*/ 4370183 w 10321503"/>
              <a:gd name="connsiteY4912" fmla="*/ 1189660 h 5599766"/>
              <a:gd name="connsiteX4913" fmla="*/ 4370797 w 10321503"/>
              <a:gd name="connsiteY4913" fmla="*/ 1190019 h 5599766"/>
              <a:gd name="connsiteX4914" fmla="*/ 4374329 w 10321503"/>
              <a:gd name="connsiteY4914" fmla="*/ 1196161 h 5599766"/>
              <a:gd name="connsiteX4915" fmla="*/ 4374329 w 10321503"/>
              <a:gd name="connsiteY4915" fmla="*/ 1196826 h 5599766"/>
              <a:gd name="connsiteX4916" fmla="*/ 4370797 w 10321503"/>
              <a:gd name="connsiteY4916" fmla="*/ 1202967 h 5599766"/>
              <a:gd name="connsiteX4917" fmla="*/ 4370183 w 10321503"/>
              <a:gd name="connsiteY4917" fmla="*/ 1203326 h 5599766"/>
              <a:gd name="connsiteX4918" fmla="*/ 4568408 w 10321503"/>
              <a:gd name="connsiteY4918" fmla="*/ 1203326 h 5599766"/>
              <a:gd name="connsiteX4919" fmla="*/ 4561345 w 10321503"/>
              <a:gd name="connsiteY4919" fmla="*/ 1203326 h 5599766"/>
              <a:gd name="connsiteX4920" fmla="*/ 4560731 w 10321503"/>
              <a:gd name="connsiteY4920" fmla="*/ 1202967 h 5599766"/>
              <a:gd name="connsiteX4921" fmla="*/ 4557199 w 10321503"/>
              <a:gd name="connsiteY4921" fmla="*/ 1196826 h 5599766"/>
              <a:gd name="connsiteX4922" fmla="*/ 4557199 w 10321503"/>
              <a:gd name="connsiteY4922" fmla="*/ 1196161 h 5599766"/>
              <a:gd name="connsiteX4923" fmla="*/ 4560731 w 10321503"/>
              <a:gd name="connsiteY4923" fmla="*/ 1190019 h 5599766"/>
              <a:gd name="connsiteX4924" fmla="*/ 4561345 w 10321503"/>
              <a:gd name="connsiteY4924" fmla="*/ 1189660 h 5599766"/>
              <a:gd name="connsiteX4925" fmla="*/ 4568408 w 10321503"/>
              <a:gd name="connsiteY4925" fmla="*/ 1189660 h 5599766"/>
              <a:gd name="connsiteX4926" fmla="*/ 4569022 w 10321503"/>
              <a:gd name="connsiteY4926" fmla="*/ 1190019 h 5599766"/>
              <a:gd name="connsiteX4927" fmla="*/ 4572554 w 10321503"/>
              <a:gd name="connsiteY4927" fmla="*/ 1196161 h 5599766"/>
              <a:gd name="connsiteX4928" fmla="*/ 4572554 w 10321503"/>
              <a:gd name="connsiteY4928" fmla="*/ 1196826 h 5599766"/>
              <a:gd name="connsiteX4929" fmla="*/ 4569022 w 10321503"/>
              <a:gd name="connsiteY4929" fmla="*/ 1202967 h 5599766"/>
              <a:gd name="connsiteX4930" fmla="*/ 4568408 w 10321503"/>
              <a:gd name="connsiteY4930" fmla="*/ 1203326 h 5599766"/>
              <a:gd name="connsiteX4931" fmla="*/ 4766683 w 10321503"/>
              <a:gd name="connsiteY4931" fmla="*/ 1203326 h 5599766"/>
              <a:gd name="connsiteX4932" fmla="*/ 4759621 w 10321503"/>
              <a:gd name="connsiteY4932" fmla="*/ 1203326 h 5599766"/>
              <a:gd name="connsiteX4933" fmla="*/ 4759007 w 10321503"/>
              <a:gd name="connsiteY4933" fmla="*/ 1202967 h 5599766"/>
              <a:gd name="connsiteX4934" fmla="*/ 4755475 w 10321503"/>
              <a:gd name="connsiteY4934" fmla="*/ 1196826 h 5599766"/>
              <a:gd name="connsiteX4935" fmla="*/ 4755475 w 10321503"/>
              <a:gd name="connsiteY4935" fmla="*/ 1196161 h 5599766"/>
              <a:gd name="connsiteX4936" fmla="*/ 4759007 w 10321503"/>
              <a:gd name="connsiteY4936" fmla="*/ 1190019 h 5599766"/>
              <a:gd name="connsiteX4937" fmla="*/ 4759621 w 10321503"/>
              <a:gd name="connsiteY4937" fmla="*/ 1189660 h 5599766"/>
              <a:gd name="connsiteX4938" fmla="*/ 4766683 w 10321503"/>
              <a:gd name="connsiteY4938" fmla="*/ 1189660 h 5599766"/>
              <a:gd name="connsiteX4939" fmla="*/ 4767297 w 10321503"/>
              <a:gd name="connsiteY4939" fmla="*/ 1190019 h 5599766"/>
              <a:gd name="connsiteX4940" fmla="*/ 4770829 w 10321503"/>
              <a:gd name="connsiteY4940" fmla="*/ 1196161 h 5599766"/>
              <a:gd name="connsiteX4941" fmla="*/ 4770829 w 10321503"/>
              <a:gd name="connsiteY4941" fmla="*/ 1196826 h 5599766"/>
              <a:gd name="connsiteX4942" fmla="*/ 4767297 w 10321503"/>
              <a:gd name="connsiteY4942" fmla="*/ 1202967 h 5599766"/>
              <a:gd name="connsiteX4943" fmla="*/ 4766683 w 10321503"/>
              <a:gd name="connsiteY4943" fmla="*/ 1203326 h 5599766"/>
              <a:gd name="connsiteX4944" fmla="*/ 4964909 w 10321503"/>
              <a:gd name="connsiteY4944" fmla="*/ 1203326 h 5599766"/>
              <a:gd name="connsiteX4945" fmla="*/ 4957846 w 10321503"/>
              <a:gd name="connsiteY4945" fmla="*/ 1203326 h 5599766"/>
              <a:gd name="connsiteX4946" fmla="*/ 4957232 w 10321503"/>
              <a:gd name="connsiteY4946" fmla="*/ 1202967 h 5599766"/>
              <a:gd name="connsiteX4947" fmla="*/ 4953699 w 10321503"/>
              <a:gd name="connsiteY4947" fmla="*/ 1196826 h 5599766"/>
              <a:gd name="connsiteX4948" fmla="*/ 4953699 w 10321503"/>
              <a:gd name="connsiteY4948" fmla="*/ 1196161 h 5599766"/>
              <a:gd name="connsiteX4949" fmla="*/ 4957232 w 10321503"/>
              <a:gd name="connsiteY4949" fmla="*/ 1190019 h 5599766"/>
              <a:gd name="connsiteX4950" fmla="*/ 4957846 w 10321503"/>
              <a:gd name="connsiteY4950" fmla="*/ 1189660 h 5599766"/>
              <a:gd name="connsiteX4951" fmla="*/ 4964909 w 10321503"/>
              <a:gd name="connsiteY4951" fmla="*/ 1189660 h 5599766"/>
              <a:gd name="connsiteX4952" fmla="*/ 4965523 w 10321503"/>
              <a:gd name="connsiteY4952" fmla="*/ 1190019 h 5599766"/>
              <a:gd name="connsiteX4953" fmla="*/ 4969054 w 10321503"/>
              <a:gd name="connsiteY4953" fmla="*/ 1196161 h 5599766"/>
              <a:gd name="connsiteX4954" fmla="*/ 4969054 w 10321503"/>
              <a:gd name="connsiteY4954" fmla="*/ 1196826 h 5599766"/>
              <a:gd name="connsiteX4955" fmla="*/ 4965523 w 10321503"/>
              <a:gd name="connsiteY4955" fmla="*/ 1202967 h 5599766"/>
              <a:gd name="connsiteX4956" fmla="*/ 4964909 w 10321503"/>
              <a:gd name="connsiteY4956" fmla="*/ 1203326 h 5599766"/>
              <a:gd name="connsiteX4957" fmla="*/ 5163134 w 10321503"/>
              <a:gd name="connsiteY4957" fmla="*/ 1203326 h 5599766"/>
              <a:gd name="connsiteX4958" fmla="*/ 5156070 w 10321503"/>
              <a:gd name="connsiteY4958" fmla="*/ 1203326 h 5599766"/>
              <a:gd name="connsiteX4959" fmla="*/ 5155456 w 10321503"/>
              <a:gd name="connsiteY4959" fmla="*/ 1202967 h 5599766"/>
              <a:gd name="connsiteX4960" fmla="*/ 5151924 w 10321503"/>
              <a:gd name="connsiteY4960" fmla="*/ 1196826 h 5599766"/>
              <a:gd name="connsiteX4961" fmla="*/ 5151924 w 10321503"/>
              <a:gd name="connsiteY4961" fmla="*/ 1196161 h 5599766"/>
              <a:gd name="connsiteX4962" fmla="*/ 5155456 w 10321503"/>
              <a:gd name="connsiteY4962" fmla="*/ 1190019 h 5599766"/>
              <a:gd name="connsiteX4963" fmla="*/ 5156070 w 10321503"/>
              <a:gd name="connsiteY4963" fmla="*/ 1189660 h 5599766"/>
              <a:gd name="connsiteX4964" fmla="*/ 5163134 w 10321503"/>
              <a:gd name="connsiteY4964" fmla="*/ 1189660 h 5599766"/>
              <a:gd name="connsiteX4965" fmla="*/ 5163748 w 10321503"/>
              <a:gd name="connsiteY4965" fmla="*/ 1190019 h 5599766"/>
              <a:gd name="connsiteX4966" fmla="*/ 5167279 w 10321503"/>
              <a:gd name="connsiteY4966" fmla="*/ 1196161 h 5599766"/>
              <a:gd name="connsiteX4967" fmla="*/ 5167279 w 10321503"/>
              <a:gd name="connsiteY4967" fmla="*/ 1196826 h 5599766"/>
              <a:gd name="connsiteX4968" fmla="*/ 5163748 w 10321503"/>
              <a:gd name="connsiteY4968" fmla="*/ 1202967 h 5599766"/>
              <a:gd name="connsiteX4969" fmla="*/ 5163134 w 10321503"/>
              <a:gd name="connsiteY4969" fmla="*/ 1203326 h 5599766"/>
              <a:gd name="connsiteX4970" fmla="*/ 5361358 w 10321503"/>
              <a:gd name="connsiteY4970" fmla="*/ 1203326 h 5599766"/>
              <a:gd name="connsiteX4971" fmla="*/ 5354295 w 10321503"/>
              <a:gd name="connsiteY4971" fmla="*/ 1203326 h 5599766"/>
              <a:gd name="connsiteX4972" fmla="*/ 5353680 w 10321503"/>
              <a:gd name="connsiteY4972" fmla="*/ 1202967 h 5599766"/>
              <a:gd name="connsiteX4973" fmla="*/ 5350149 w 10321503"/>
              <a:gd name="connsiteY4973" fmla="*/ 1196826 h 5599766"/>
              <a:gd name="connsiteX4974" fmla="*/ 5350149 w 10321503"/>
              <a:gd name="connsiteY4974" fmla="*/ 1196161 h 5599766"/>
              <a:gd name="connsiteX4975" fmla="*/ 5353680 w 10321503"/>
              <a:gd name="connsiteY4975" fmla="*/ 1190019 h 5599766"/>
              <a:gd name="connsiteX4976" fmla="*/ 5354295 w 10321503"/>
              <a:gd name="connsiteY4976" fmla="*/ 1189660 h 5599766"/>
              <a:gd name="connsiteX4977" fmla="*/ 5361358 w 10321503"/>
              <a:gd name="connsiteY4977" fmla="*/ 1189660 h 5599766"/>
              <a:gd name="connsiteX4978" fmla="*/ 5361972 w 10321503"/>
              <a:gd name="connsiteY4978" fmla="*/ 1190019 h 5599766"/>
              <a:gd name="connsiteX4979" fmla="*/ 5365503 w 10321503"/>
              <a:gd name="connsiteY4979" fmla="*/ 1196161 h 5599766"/>
              <a:gd name="connsiteX4980" fmla="*/ 5365503 w 10321503"/>
              <a:gd name="connsiteY4980" fmla="*/ 1196826 h 5599766"/>
              <a:gd name="connsiteX4981" fmla="*/ 5361972 w 10321503"/>
              <a:gd name="connsiteY4981" fmla="*/ 1202967 h 5599766"/>
              <a:gd name="connsiteX4982" fmla="*/ 5361358 w 10321503"/>
              <a:gd name="connsiteY4982" fmla="*/ 1203326 h 5599766"/>
              <a:gd name="connsiteX4983" fmla="*/ 5559633 w 10321503"/>
              <a:gd name="connsiteY4983" fmla="*/ 1203326 h 5599766"/>
              <a:gd name="connsiteX4984" fmla="*/ 5552569 w 10321503"/>
              <a:gd name="connsiteY4984" fmla="*/ 1203326 h 5599766"/>
              <a:gd name="connsiteX4985" fmla="*/ 5551956 w 10321503"/>
              <a:gd name="connsiteY4985" fmla="*/ 1202967 h 5599766"/>
              <a:gd name="connsiteX4986" fmla="*/ 5548424 w 10321503"/>
              <a:gd name="connsiteY4986" fmla="*/ 1196826 h 5599766"/>
              <a:gd name="connsiteX4987" fmla="*/ 5548424 w 10321503"/>
              <a:gd name="connsiteY4987" fmla="*/ 1196161 h 5599766"/>
              <a:gd name="connsiteX4988" fmla="*/ 5551956 w 10321503"/>
              <a:gd name="connsiteY4988" fmla="*/ 1190019 h 5599766"/>
              <a:gd name="connsiteX4989" fmla="*/ 5552569 w 10321503"/>
              <a:gd name="connsiteY4989" fmla="*/ 1189660 h 5599766"/>
              <a:gd name="connsiteX4990" fmla="*/ 5559633 w 10321503"/>
              <a:gd name="connsiteY4990" fmla="*/ 1189660 h 5599766"/>
              <a:gd name="connsiteX4991" fmla="*/ 5560246 w 10321503"/>
              <a:gd name="connsiteY4991" fmla="*/ 1190019 h 5599766"/>
              <a:gd name="connsiteX4992" fmla="*/ 5563779 w 10321503"/>
              <a:gd name="connsiteY4992" fmla="*/ 1196161 h 5599766"/>
              <a:gd name="connsiteX4993" fmla="*/ 5563779 w 10321503"/>
              <a:gd name="connsiteY4993" fmla="*/ 1196826 h 5599766"/>
              <a:gd name="connsiteX4994" fmla="*/ 5560246 w 10321503"/>
              <a:gd name="connsiteY4994" fmla="*/ 1202967 h 5599766"/>
              <a:gd name="connsiteX4995" fmla="*/ 5559633 w 10321503"/>
              <a:gd name="connsiteY4995" fmla="*/ 1203326 h 5599766"/>
              <a:gd name="connsiteX4996" fmla="*/ 5757857 w 10321503"/>
              <a:gd name="connsiteY4996" fmla="*/ 1203326 h 5599766"/>
              <a:gd name="connsiteX4997" fmla="*/ 5750795 w 10321503"/>
              <a:gd name="connsiteY4997" fmla="*/ 1203326 h 5599766"/>
              <a:gd name="connsiteX4998" fmla="*/ 5750181 w 10321503"/>
              <a:gd name="connsiteY4998" fmla="*/ 1202967 h 5599766"/>
              <a:gd name="connsiteX4999" fmla="*/ 5746649 w 10321503"/>
              <a:gd name="connsiteY4999" fmla="*/ 1196826 h 5599766"/>
              <a:gd name="connsiteX5000" fmla="*/ 5746649 w 10321503"/>
              <a:gd name="connsiteY5000" fmla="*/ 1196161 h 5599766"/>
              <a:gd name="connsiteX5001" fmla="*/ 5750181 w 10321503"/>
              <a:gd name="connsiteY5001" fmla="*/ 1190019 h 5599766"/>
              <a:gd name="connsiteX5002" fmla="*/ 5750795 w 10321503"/>
              <a:gd name="connsiteY5002" fmla="*/ 1189660 h 5599766"/>
              <a:gd name="connsiteX5003" fmla="*/ 5757857 w 10321503"/>
              <a:gd name="connsiteY5003" fmla="*/ 1189660 h 5599766"/>
              <a:gd name="connsiteX5004" fmla="*/ 5758471 w 10321503"/>
              <a:gd name="connsiteY5004" fmla="*/ 1190019 h 5599766"/>
              <a:gd name="connsiteX5005" fmla="*/ 5762003 w 10321503"/>
              <a:gd name="connsiteY5005" fmla="*/ 1196161 h 5599766"/>
              <a:gd name="connsiteX5006" fmla="*/ 5762003 w 10321503"/>
              <a:gd name="connsiteY5006" fmla="*/ 1196826 h 5599766"/>
              <a:gd name="connsiteX5007" fmla="*/ 5758471 w 10321503"/>
              <a:gd name="connsiteY5007" fmla="*/ 1202967 h 5599766"/>
              <a:gd name="connsiteX5008" fmla="*/ 5757857 w 10321503"/>
              <a:gd name="connsiteY5008" fmla="*/ 1203326 h 5599766"/>
              <a:gd name="connsiteX5009" fmla="*/ 5956083 w 10321503"/>
              <a:gd name="connsiteY5009" fmla="*/ 1203326 h 5599766"/>
              <a:gd name="connsiteX5010" fmla="*/ 5949019 w 10321503"/>
              <a:gd name="connsiteY5010" fmla="*/ 1203326 h 5599766"/>
              <a:gd name="connsiteX5011" fmla="*/ 5948405 w 10321503"/>
              <a:gd name="connsiteY5011" fmla="*/ 1202967 h 5599766"/>
              <a:gd name="connsiteX5012" fmla="*/ 5944873 w 10321503"/>
              <a:gd name="connsiteY5012" fmla="*/ 1196826 h 5599766"/>
              <a:gd name="connsiteX5013" fmla="*/ 5944873 w 10321503"/>
              <a:gd name="connsiteY5013" fmla="*/ 1196161 h 5599766"/>
              <a:gd name="connsiteX5014" fmla="*/ 5948405 w 10321503"/>
              <a:gd name="connsiteY5014" fmla="*/ 1190019 h 5599766"/>
              <a:gd name="connsiteX5015" fmla="*/ 5949019 w 10321503"/>
              <a:gd name="connsiteY5015" fmla="*/ 1189660 h 5599766"/>
              <a:gd name="connsiteX5016" fmla="*/ 5956083 w 10321503"/>
              <a:gd name="connsiteY5016" fmla="*/ 1189660 h 5599766"/>
              <a:gd name="connsiteX5017" fmla="*/ 5956697 w 10321503"/>
              <a:gd name="connsiteY5017" fmla="*/ 1190019 h 5599766"/>
              <a:gd name="connsiteX5018" fmla="*/ 5960227 w 10321503"/>
              <a:gd name="connsiteY5018" fmla="*/ 1196161 h 5599766"/>
              <a:gd name="connsiteX5019" fmla="*/ 5960227 w 10321503"/>
              <a:gd name="connsiteY5019" fmla="*/ 1196826 h 5599766"/>
              <a:gd name="connsiteX5020" fmla="*/ 5956697 w 10321503"/>
              <a:gd name="connsiteY5020" fmla="*/ 1202967 h 5599766"/>
              <a:gd name="connsiteX5021" fmla="*/ 5956083 w 10321503"/>
              <a:gd name="connsiteY5021" fmla="*/ 1203326 h 5599766"/>
              <a:gd name="connsiteX5022" fmla="*/ 6154307 w 10321503"/>
              <a:gd name="connsiteY5022" fmla="*/ 1203326 h 5599766"/>
              <a:gd name="connsiteX5023" fmla="*/ 6147243 w 10321503"/>
              <a:gd name="connsiteY5023" fmla="*/ 1203326 h 5599766"/>
              <a:gd name="connsiteX5024" fmla="*/ 6146629 w 10321503"/>
              <a:gd name="connsiteY5024" fmla="*/ 1202967 h 5599766"/>
              <a:gd name="connsiteX5025" fmla="*/ 6143098 w 10321503"/>
              <a:gd name="connsiteY5025" fmla="*/ 1196826 h 5599766"/>
              <a:gd name="connsiteX5026" fmla="*/ 6143098 w 10321503"/>
              <a:gd name="connsiteY5026" fmla="*/ 1196161 h 5599766"/>
              <a:gd name="connsiteX5027" fmla="*/ 6146629 w 10321503"/>
              <a:gd name="connsiteY5027" fmla="*/ 1190019 h 5599766"/>
              <a:gd name="connsiteX5028" fmla="*/ 6147243 w 10321503"/>
              <a:gd name="connsiteY5028" fmla="*/ 1189660 h 5599766"/>
              <a:gd name="connsiteX5029" fmla="*/ 6154307 w 10321503"/>
              <a:gd name="connsiteY5029" fmla="*/ 1189660 h 5599766"/>
              <a:gd name="connsiteX5030" fmla="*/ 6154921 w 10321503"/>
              <a:gd name="connsiteY5030" fmla="*/ 1190019 h 5599766"/>
              <a:gd name="connsiteX5031" fmla="*/ 6158453 w 10321503"/>
              <a:gd name="connsiteY5031" fmla="*/ 1196161 h 5599766"/>
              <a:gd name="connsiteX5032" fmla="*/ 6158453 w 10321503"/>
              <a:gd name="connsiteY5032" fmla="*/ 1196826 h 5599766"/>
              <a:gd name="connsiteX5033" fmla="*/ 6154921 w 10321503"/>
              <a:gd name="connsiteY5033" fmla="*/ 1202967 h 5599766"/>
              <a:gd name="connsiteX5034" fmla="*/ 6154307 w 10321503"/>
              <a:gd name="connsiteY5034" fmla="*/ 1203326 h 5599766"/>
              <a:gd name="connsiteX5035" fmla="*/ 6352582 w 10321503"/>
              <a:gd name="connsiteY5035" fmla="*/ 1203326 h 5599766"/>
              <a:gd name="connsiteX5036" fmla="*/ 6345519 w 10321503"/>
              <a:gd name="connsiteY5036" fmla="*/ 1203326 h 5599766"/>
              <a:gd name="connsiteX5037" fmla="*/ 6344904 w 10321503"/>
              <a:gd name="connsiteY5037" fmla="*/ 1202967 h 5599766"/>
              <a:gd name="connsiteX5038" fmla="*/ 6341373 w 10321503"/>
              <a:gd name="connsiteY5038" fmla="*/ 1196826 h 5599766"/>
              <a:gd name="connsiteX5039" fmla="*/ 6341373 w 10321503"/>
              <a:gd name="connsiteY5039" fmla="*/ 1196161 h 5599766"/>
              <a:gd name="connsiteX5040" fmla="*/ 6344904 w 10321503"/>
              <a:gd name="connsiteY5040" fmla="*/ 1190019 h 5599766"/>
              <a:gd name="connsiteX5041" fmla="*/ 6345519 w 10321503"/>
              <a:gd name="connsiteY5041" fmla="*/ 1189660 h 5599766"/>
              <a:gd name="connsiteX5042" fmla="*/ 6352582 w 10321503"/>
              <a:gd name="connsiteY5042" fmla="*/ 1189660 h 5599766"/>
              <a:gd name="connsiteX5043" fmla="*/ 6353196 w 10321503"/>
              <a:gd name="connsiteY5043" fmla="*/ 1190019 h 5599766"/>
              <a:gd name="connsiteX5044" fmla="*/ 6356728 w 10321503"/>
              <a:gd name="connsiteY5044" fmla="*/ 1196161 h 5599766"/>
              <a:gd name="connsiteX5045" fmla="*/ 6356728 w 10321503"/>
              <a:gd name="connsiteY5045" fmla="*/ 1196826 h 5599766"/>
              <a:gd name="connsiteX5046" fmla="*/ 6353196 w 10321503"/>
              <a:gd name="connsiteY5046" fmla="*/ 1202967 h 5599766"/>
              <a:gd name="connsiteX5047" fmla="*/ 6352582 w 10321503"/>
              <a:gd name="connsiteY5047" fmla="*/ 1203326 h 5599766"/>
              <a:gd name="connsiteX5048" fmla="*/ 6550807 w 10321503"/>
              <a:gd name="connsiteY5048" fmla="*/ 1203326 h 5599766"/>
              <a:gd name="connsiteX5049" fmla="*/ 6543744 w 10321503"/>
              <a:gd name="connsiteY5049" fmla="*/ 1203326 h 5599766"/>
              <a:gd name="connsiteX5050" fmla="*/ 6543129 w 10321503"/>
              <a:gd name="connsiteY5050" fmla="*/ 1202967 h 5599766"/>
              <a:gd name="connsiteX5051" fmla="*/ 6539598 w 10321503"/>
              <a:gd name="connsiteY5051" fmla="*/ 1196826 h 5599766"/>
              <a:gd name="connsiteX5052" fmla="*/ 6539598 w 10321503"/>
              <a:gd name="connsiteY5052" fmla="*/ 1196161 h 5599766"/>
              <a:gd name="connsiteX5053" fmla="*/ 6543129 w 10321503"/>
              <a:gd name="connsiteY5053" fmla="*/ 1190019 h 5599766"/>
              <a:gd name="connsiteX5054" fmla="*/ 6543744 w 10321503"/>
              <a:gd name="connsiteY5054" fmla="*/ 1189660 h 5599766"/>
              <a:gd name="connsiteX5055" fmla="*/ 6550807 w 10321503"/>
              <a:gd name="connsiteY5055" fmla="*/ 1189660 h 5599766"/>
              <a:gd name="connsiteX5056" fmla="*/ 6551420 w 10321503"/>
              <a:gd name="connsiteY5056" fmla="*/ 1190019 h 5599766"/>
              <a:gd name="connsiteX5057" fmla="*/ 6554953 w 10321503"/>
              <a:gd name="connsiteY5057" fmla="*/ 1196161 h 5599766"/>
              <a:gd name="connsiteX5058" fmla="*/ 6554953 w 10321503"/>
              <a:gd name="connsiteY5058" fmla="*/ 1196826 h 5599766"/>
              <a:gd name="connsiteX5059" fmla="*/ 6551420 w 10321503"/>
              <a:gd name="connsiteY5059" fmla="*/ 1202967 h 5599766"/>
              <a:gd name="connsiteX5060" fmla="*/ 6550807 w 10321503"/>
              <a:gd name="connsiteY5060" fmla="*/ 1203326 h 5599766"/>
              <a:gd name="connsiteX5061" fmla="*/ 6749031 w 10321503"/>
              <a:gd name="connsiteY5061" fmla="*/ 1203326 h 5599766"/>
              <a:gd name="connsiteX5062" fmla="*/ 6741967 w 10321503"/>
              <a:gd name="connsiteY5062" fmla="*/ 1203326 h 5599766"/>
              <a:gd name="connsiteX5063" fmla="*/ 6741354 w 10321503"/>
              <a:gd name="connsiteY5063" fmla="*/ 1202967 h 5599766"/>
              <a:gd name="connsiteX5064" fmla="*/ 6737823 w 10321503"/>
              <a:gd name="connsiteY5064" fmla="*/ 1196826 h 5599766"/>
              <a:gd name="connsiteX5065" fmla="*/ 6737823 w 10321503"/>
              <a:gd name="connsiteY5065" fmla="*/ 1196161 h 5599766"/>
              <a:gd name="connsiteX5066" fmla="*/ 6741354 w 10321503"/>
              <a:gd name="connsiteY5066" fmla="*/ 1190019 h 5599766"/>
              <a:gd name="connsiteX5067" fmla="*/ 6741967 w 10321503"/>
              <a:gd name="connsiteY5067" fmla="*/ 1189660 h 5599766"/>
              <a:gd name="connsiteX5068" fmla="*/ 6749031 w 10321503"/>
              <a:gd name="connsiteY5068" fmla="*/ 1189660 h 5599766"/>
              <a:gd name="connsiteX5069" fmla="*/ 6749646 w 10321503"/>
              <a:gd name="connsiteY5069" fmla="*/ 1190019 h 5599766"/>
              <a:gd name="connsiteX5070" fmla="*/ 6753177 w 10321503"/>
              <a:gd name="connsiteY5070" fmla="*/ 1196161 h 5599766"/>
              <a:gd name="connsiteX5071" fmla="*/ 6753177 w 10321503"/>
              <a:gd name="connsiteY5071" fmla="*/ 1196826 h 5599766"/>
              <a:gd name="connsiteX5072" fmla="*/ 6749646 w 10321503"/>
              <a:gd name="connsiteY5072" fmla="*/ 1202967 h 5599766"/>
              <a:gd name="connsiteX5073" fmla="*/ 6749031 w 10321503"/>
              <a:gd name="connsiteY5073" fmla="*/ 1203326 h 5599766"/>
              <a:gd name="connsiteX5074" fmla="*/ 6947256 w 10321503"/>
              <a:gd name="connsiteY5074" fmla="*/ 1203326 h 5599766"/>
              <a:gd name="connsiteX5075" fmla="*/ 6940193 w 10321503"/>
              <a:gd name="connsiteY5075" fmla="*/ 1203326 h 5599766"/>
              <a:gd name="connsiteX5076" fmla="*/ 6939578 w 10321503"/>
              <a:gd name="connsiteY5076" fmla="*/ 1202967 h 5599766"/>
              <a:gd name="connsiteX5077" fmla="*/ 6936048 w 10321503"/>
              <a:gd name="connsiteY5077" fmla="*/ 1196826 h 5599766"/>
              <a:gd name="connsiteX5078" fmla="*/ 6936048 w 10321503"/>
              <a:gd name="connsiteY5078" fmla="*/ 1196161 h 5599766"/>
              <a:gd name="connsiteX5079" fmla="*/ 6939578 w 10321503"/>
              <a:gd name="connsiteY5079" fmla="*/ 1190019 h 5599766"/>
              <a:gd name="connsiteX5080" fmla="*/ 6940193 w 10321503"/>
              <a:gd name="connsiteY5080" fmla="*/ 1189660 h 5599766"/>
              <a:gd name="connsiteX5081" fmla="*/ 6947256 w 10321503"/>
              <a:gd name="connsiteY5081" fmla="*/ 1189660 h 5599766"/>
              <a:gd name="connsiteX5082" fmla="*/ 6947870 w 10321503"/>
              <a:gd name="connsiteY5082" fmla="*/ 1190019 h 5599766"/>
              <a:gd name="connsiteX5083" fmla="*/ 6951402 w 10321503"/>
              <a:gd name="connsiteY5083" fmla="*/ 1196161 h 5599766"/>
              <a:gd name="connsiteX5084" fmla="*/ 6951402 w 10321503"/>
              <a:gd name="connsiteY5084" fmla="*/ 1196826 h 5599766"/>
              <a:gd name="connsiteX5085" fmla="*/ 6947870 w 10321503"/>
              <a:gd name="connsiteY5085" fmla="*/ 1202967 h 5599766"/>
              <a:gd name="connsiteX5086" fmla="*/ 6947256 w 10321503"/>
              <a:gd name="connsiteY5086" fmla="*/ 1203326 h 5599766"/>
              <a:gd name="connsiteX5087" fmla="*/ 7145436 w 10321503"/>
              <a:gd name="connsiteY5087" fmla="*/ 1203326 h 5599766"/>
              <a:gd name="connsiteX5088" fmla="*/ 7138372 w 10321503"/>
              <a:gd name="connsiteY5088" fmla="*/ 1203326 h 5599766"/>
              <a:gd name="connsiteX5089" fmla="*/ 7137758 w 10321503"/>
              <a:gd name="connsiteY5089" fmla="*/ 1202967 h 5599766"/>
              <a:gd name="connsiteX5090" fmla="*/ 7134227 w 10321503"/>
              <a:gd name="connsiteY5090" fmla="*/ 1196826 h 5599766"/>
              <a:gd name="connsiteX5091" fmla="*/ 7134227 w 10321503"/>
              <a:gd name="connsiteY5091" fmla="*/ 1196161 h 5599766"/>
              <a:gd name="connsiteX5092" fmla="*/ 7137758 w 10321503"/>
              <a:gd name="connsiteY5092" fmla="*/ 1190019 h 5599766"/>
              <a:gd name="connsiteX5093" fmla="*/ 7138372 w 10321503"/>
              <a:gd name="connsiteY5093" fmla="*/ 1189660 h 5599766"/>
              <a:gd name="connsiteX5094" fmla="*/ 7145436 w 10321503"/>
              <a:gd name="connsiteY5094" fmla="*/ 1189660 h 5599766"/>
              <a:gd name="connsiteX5095" fmla="*/ 7146050 w 10321503"/>
              <a:gd name="connsiteY5095" fmla="*/ 1190019 h 5599766"/>
              <a:gd name="connsiteX5096" fmla="*/ 7149582 w 10321503"/>
              <a:gd name="connsiteY5096" fmla="*/ 1196161 h 5599766"/>
              <a:gd name="connsiteX5097" fmla="*/ 7149582 w 10321503"/>
              <a:gd name="connsiteY5097" fmla="*/ 1196826 h 5599766"/>
              <a:gd name="connsiteX5098" fmla="*/ 7146050 w 10321503"/>
              <a:gd name="connsiteY5098" fmla="*/ 1202967 h 5599766"/>
              <a:gd name="connsiteX5099" fmla="*/ 7145436 w 10321503"/>
              <a:gd name="connsiteY5099" fmla="*/ 1203326 h 5599766"/>
              <a:gd name="connsiteX5100" fmla="*/ 7343671 w 10321503"/>
              <a:gd name="connsiteY5100" fmla="*/ 1203326 h 5599766"/>
              <a:gd name="connsiteX5101" fmla="*/ 7336605 w 10321503"/>
              <a:gd name="connsiteY5101" fmla="*/ 1203326 h 5599766"/>
              <a:gd name="connsiteX5102" fmla="*/ 7335992 w 10321503"/>
              <a:gd name="connsiteY5102" fmla="*/ 1202967 h 5599766"/>
              <a:gd name="connsiteX5103" fmla="*/ 7332459 w 10321503"/>
              <a:gd name="connsiteY5103" fmla="*/ 1196826 h 5599766"/>
              <a:gd name="connsiteX5104" fmla="*/ 7332459 w 10321503"/>
              <a:gd name="connsiteY5104" fmla="*/ 1196161 h 5599766"/>
              <a:gd name="connsiteX5105" fmla="*/ 7335992 w 10321503"/>
              <a:gd name="connsiteY5105" fmla="*/ 1190019 h 5599766"/>
              <a:gd name="connsiteX5106" fmla="*/ 7336605 w 10321503"/>
              <a:gd name="connsiteY5106" fmla="*/ 1189660 h 5599766"/>
              <a:gd name="connsiteX5107" fmla="*/ 7343671 w 10321503"/>
              <a:gd name="connsiteY5107" fmla="*/ 1189660 h 5599766"/>
              <a:gd name="connsiteX5108" fmla="*/ 7344284 w 10321503"/>
              <a:gd name="connsiteY5108" fmla="*/ 1190019 h 5599766"/>
              <a:gd name="connsiteX5109" fmla="*/ 7347816 w 10321503"/>
              <a:gd name="connsiteY5109" fmla="*/ 1196161 h 5599766"/>
              <a:gd name="connsiteX5110" fmla="*/ 7347816 w 10321503"/>
              <a:gd name="connsiteY5110" fmla="*/ 1196826 h 5599766"/>
              <a:gd name="connsiteX5111" fmla="*/ 7344284 w 10321503"/>
              <a:gd name="connsiteY5111" fmla="*/ 1202967 h 5599766"/>
              <a:gd name="connsiteX5112" fmla="*/ 7343671 w 10321503"/>
              <a:gd name="connsiteY5112" fmla="*/ 1203326 h 5599766"/>
              <a:gd name="connsiteX5113" fmla="*/ 7541797 w 10321503"/>
              <a:gd name="connsiteY5113" fmla="*/ 1203326 h 5599766"/>
              <a:gd name="connsiteX5114" fmla="*/ 7534734 w 10321503"/>
              <a:gd name="connsiteY5114" fmla="*/ 1203326 h 5599766"/>
              <a:gd name="connsiteX5115" fmla="*/ 7534121 w 10321503"/>
              <a:gd name="connsiteY5115" fmla="*/ 1202967 h 5599766"/>
              <a:gd name="connsiteX5116" fmla="*/ 7530589 w 10321503"/>
              <a:gd name="connsiteY5116" fmla="*/ 1196826 h 5599766"/>
              <a:gd name="connsiteX5117" fmla="*/ 7530589 w 10321503"/>
              <a:gd name="connsiteY5117" fmla="*/ 1196161 h 5599766"/>
              <a:gd name="connsiteX5118" fmla="*/ 7534121 w 10321503"/>
              <a:gd name="connsiteY5118" fmla="*/ 1190019 h 5599766"/>
              <a:gd name="connsiteX5119" fmla="*/ 7534734 w 10321503"/>
              <a:gd name="connsiteY5119" fmla="*/ 1189660 h 5599766"/>
              <a:gd name="connsiteX5120" fmla="*/ 7541797 w 10321503"/>
              <a:gd name="connsiteY5120" fmla="*/ 1189660 h 5599766"/>
              <a:gd name="connsiteX5121" fmla="*/ 7542412 w 10321503"/>
              <a:gd name="connsiteY5121" fmla="*/ 1190019 h 5599766"/>
              <a:gd name="connsiteX5122" fmla="*/ 7545944 w 10321503"/>
              <a:gd name="connsiteY5122" fmla="*/ 1196161 h 5599766"/>
              <a:gd name="connsiteX5123" fmla="*/ 7545944 w 10321503"/>
              <a:gd name="connsiteY5123" fmla="*/ 1196826 h 5599766"/>
              <a:gd name="connsiteX5124" fmla="*/ 7542412 w 10321503"/>
              <a:gd name="connsiteY5124" fmla="*/ 1202967 h 5599766"/>
              <a:gd name="connsiteX5125" fmla="*/ 7541797 w 10321503"/>
              <a:gd name="connsiteY5125" fmla="*/ 1203326 h 5599766"/>
              <a:gd name="connsiteX5126" fmla="*/ 7740131 w 10321503"/>
              <a:gd name="connsiteY5126" fmla="*/ 1203326 h 5599766"/>
              <a:gd name="connsiteX5127" fmla="*/ 7733068 w 10321503"/>
              <a:gd name="connsiteY5127" fmla="*/ 1203326 h 5599766"/>
              <a:gd name="connsiteX5128" fmla="*/ 7732455 w 10321503"/>
              <a:gd name="connsiteY5128" fmla="*/ 1202967 h 5599766"/>
              <a:gd name="connsiteX5129" fmla="*/ 7728922 w 10321503"/>
              <a:gd name="connsiteY5129" fmla="*/ 1196826 h 5599766"/>
              <a:gd name="connsiteX5130" fmla="*/ 7728922 w 10321503"/>
              <a:gd name="connsiteY5130" fmla="*/ 1196161 h 5599766"/>
              <a:gd name="connsiteX5131" fmla="*/ 7732455 w 10321503"/>
              <a:gd name="connsiteY5131" fmla="*/ 1190019 h 5599766"/>
              <a:gd name="connsiteX5132" fmla="*/ 7733068 w 10321503"/>
              <a:gd name="connsiteY5132" fmla="*/ 1189660 h 5599766"/>
              <a:gd name="connsiteX5133" fmla="*/ 7740131 w 10321503"/>
              <a:gd name="connsiteY5133" fmla="*/ 1189660 h 5599766"/>
              <a:gd name="connsiteX5134" fmla="*/ 7740744 w 10321503"/>
              <a:gd name="connsiteY5134" fmla="*/ 1190019 h 5599766"/>
              <a:gd name="connsiteX5135" fmla="*/ 7744278 w 10321503"/>
              <a:gd name="connsiteY5135" fmla="*/ 1196161 h 5599766"/>
              <a:gd name="connsiteX5136" fmla="*/ 7744278 w 10321503"/>
              <a:gd name="connsiteY5136" fmla="*/ 1196826 h 5599766"/>
              <a:gd name="connsiteX5137" fmla="*/ 7740744 w 10321503"/>
              <a:gd name="connsiteY5137" fmla="*/ 1202967 h 5599766"/>
              <a:gd name="connsiteX5138" fmla="*/ 7740131 w 10321503"/>
              <a:gd name="connsiteY5138" fmla="*/ 1203326 h 5599766"/>
              <a:gd name="connsiteX5139" fmla="*/ 7938353 w 10321503"/>
              <a:gd name="connsiteY5139" fmla="*/ 1203326 h 5599766"/>
              <a:gd name="connsiteX5140" fmla="*/ 7931290 w 10321503"/>
              <a:gd name="connsiteY5140" fmla="*/ 1203326 h 5599766"/>
              <a:gd name="connsiteX5141" fmla="*/ 7930676 w 10321503"/>
              <a:gd name="connsiteY5141" fmla="*/ 1202967 h 5599766"/>
              <a:gd name="connsiteX5142" fmla="*/ 7927144 w 10321503"/>
              <a:gd name="connsiteY5142" fmla="*/ 1196826 h 5599766"/>
              <a:gd name="connsiteX5143" fmla="*/ 7927144 w 10321503"/>
              <a:gd name="connsiteY5143" fmla="*/ 1196161 h 5599766"/>
              <a:gd name="connsiteX5144" fmla="*/ 7930676 w 10321503"/>
              <a:gd name="connsiteY5144" fmla="*/ 1190019 h 5599766"/>
              <a:gd name="connsiteX5145" fmla="*/ 7931290 w 10321503"/>
              <a:gd name="connsiteY5145" fmla="*/ 1189660 h 5599766"/>
              <a:gd name="connsiteX5146" fmla="*/ 7938353 w 10321503"/>
              <a:gd name="connsiteY5146" fmla="*/ 1189660 h 5599766"/>
              <a:gd name="connsiteX5147" fmla="*/ 7938968 w 10321503"/>
              <a:gd name="connsiteY5147" fmla="*/ 1190019 h 5599766"/>
              <a:gd name="connsiteX5148" fmla="*/ 7942499 w 10321503"/>
              <a:gd name="connsiteY5148" fmla="*/ 1196161 h 5599766"/>
              <a:gd name="connsiteX5149" fmla="*/ 7942499 w 10321503"/>
              <a:gd name="connsiteY5149" fmla="*/ 1196826 h 5599766"/>
              <a:gd name="connsiteX5150" fmla="*/ 7938968 w 10321503"/>
              <a:gd name="connsiteY5150" fmla="*/ 1202967 h 5599766"/>
              <a:gd name="connsiteX5151" fmla="*/ 7938353 w 10321503"/>
              <a:gd name="connsiteY5151" fmla="*/ 1203326 h 5599766"/>
              <a:gd name="connsiteX5152" fmla="*/ 8136550 w 10321503"/>
              <a:gd name="connsiteY5152" fmla="*/ 1203326 h 5599766"/>
              <a:gd name="connsiteX5153" fmla="*/ 8129486 w 10321503"/>
              <a:gd name="connsiteY5153" fmla="*/ 1203326 h 5599766"/>
              <a:gd name="connsiteX5154" fmla="*/ 8128872 w 10321503"/>
              <a:gd name="connsiteY5154" fmla="*/ 1202967 h 5599766"/>
              <a:gd name="connsiteX5155" fmla="*/ 8125340 w 10321503"/>
              <a:gd name="connsiteY5155" fmla="*/ 1196826 h 5599766"/>
              <a:gd name="connsiteX5156" fmla="*/ 8125340 w 10321503"/>
              <a:gd name="connsiteY5156" fmla="*/ 1196161 h 5599766"/>
              <a:gd name="connsiteX5157" fmla="*/ 8128872 w 10321503"/>
              <a:gd name="connsiteY5157" fmla="*/ 1190019 h 5599766"/>
              <a:gd name="connsiteX5158" fmla="*/ 8129486 w 10321503"/>
              <a:gd name="connsiteY5158" fmla="*/ 1189660 h 5599766"/>
              <a:gd name="connsiteX5159" fmla="*/ 8136550 w 10321503"/>
              <a:gd name="connsiteY5159" fmla="*/ 1189660 h 5599766"/>
              <a:gd name="connsiteX5160" fmla="*/ 8137165 w 10321503"/>
              <a:gd name="connsiteY5160" fmla="*/ 1190019 h 5599766"/>
              <a:gd name="connsiteX5161" fmla="*/ 8140696 w 10321503"/>
              <a:gd name="connsiteY5161" fmla="*/ 1196161 h 5599766"/>
              <a:gd name="connsiteX5162" fmla="*/ 8140696 w 10321503"/>
              <a:gd name="connsiteY5162" fmla="*/ 1196826 h 5599766"/>
              <a:gd name="connsiteX5163" fmla="*/ 8137165 w 10321503"/>
              <a:gd name="connsiteY5163" fmla="*/ 1202967 h 5599766"/>
              <a:gd name="connsiteX5164" fmla="*/ 8136550 w 10321503"/>
              <a:gd name="connsiteY5164" fmla="*/ 1203326 h 5599766"/>
              <a:gd name="connsiteX5165" fmla="*/ 8334765 w 10321503"/>
              <a:gd name="connsiteY5165" fmla="*/ 1203326 h 5599766"/>
              <a:gd name="connsiteX5166" fmla="*/ 8327702 w 10321503"/>
              <a:gd name="connsiteY5166" fmla="*/ 1203326 h 5599766"/>
              <a:gd name="connsiteX5167" fmla="*/ 8327086 w 10321503"/>
              <a:gd name="connsiteY5167" fmla="*/ 1202967 h 5599766"/>
              <a:gd name="connsiteX5168" fmla="*/ 8323554 w 10321503"/>
              <a:gd name="connsiteY5168" fmla="*/ 1196826 h 5599766"/>
              <a:gd name="connsiteX5169" fmla="*/ 8323554 w 10321503"/>
              <a:gd name="connsiteY5169" fmla="*/ 1196161 h 5599766"/>
              <a:gd name="connsiteX5170" fmla="*/ 8327086 w 10321503"/>
              <a:gd name="connsiteY5170" fmla="*/ 1190019 h 5599766"/>
              <a:gd name="connsiteX5171" fmla="*/ 8327702 w 10321503"/>
              <a:gd name="connsiteY5171" fmla="*/ 1189660 h 5599766"/>
              <a:gd name="connsiteX5172" fmla="*/ 8334765 w 10321503"/>
              <a:gd name="connsiteY5172" fmla="*/ 1189660 h 5599766"/>
              <a:gd name="connsiteX5173" fmla="*/ 8335380 w 10321503"/>
              <a:gd name="connsiteY5173" fmla="*/ 1190019 h 5599766"/>
              <a:gd name="connsiteX5174" fmla="*/ 8338911 w 10321503"/>
              <a:gd name="connsiteY5174" fmla="*/ 1196161 h 5599766"/>
              <a:gd name="connsiteX5175" fmla="*/ 8338911 w 10321503"/>
              <a:gd name="connsiteY5175" fmla="*/ 1196826 h 5599766"/>
              <a:gd name="connsiteX5176" fmla="*/ 8335380 w 10321503"/>
              <a:gd name="connsiteY5176" fmla="*/ 1202967 h 5599766"/>
              <a:gd name="connsiteX5177" fmla="*/ 8334765 w 10321503"/>
              <a:gd name="connsiteY5177" fmla="*/ 1203326 h 5599766"/>
              <a:gd name="connsiteX5178" fmla="*/ 8533143 w 10321503"/>
              <a:gd name="connsiteY5178" fmla="*/ 1203326 h 5599766"/>
              <a:gd name="connsiteX5179" fmla="*/ 8526080 w 10321503"/>
              <a:gd name="connsiteY5179" fmla="*/ 1203326 h 5599766"/>
              <a:gd name="connsiteX5180" fmla="*/ 8525466 w 10321503"/>
              <a:gd name="connsiteY5180" fmla="*/ 1202967 h 5599766"/>
              <a:gd name="connsiteX5181" fmla="*/ 8521935 w 10321503"/>
              <a:gd name="connsiteY5181" fmla="*/ 1196826 h 5599766"/>
              <a:gd name="connsiteX5182" fmla="*/ 8521935 w 10321503"/>
              <a:gd name="connsiteY5182" fmla="*/ 1196161 h 5599766"/>
              <a:gd name="connsiteX5183" fmla="*/ 8525466 w 10321503"/>
              <a:gd name="connsiteY5183" fmla="*/ 1190019 h 5599766"/>
              <a:gd name="connsiteX5184" fmla="*/ 8526080 w 10321503"/>
              <a:gd name="connsiteY5184" fmla="*/ 1189660 h 5599766"/>
              <a:gd name="connsiteX5185" fmla="*/ 8533143 w 10321503"/>
              <a:gd name="connsiteY5185" fmla="*/ 1189660 h 5599766"/>
              <a:gd name="connsiteX5186" fmla="*/ 8533758 w 10321503"/>
              <a:gd name="connsiteY5186" fmla="*/ 1190019 h 5599766"/>
              <a:gd name="connsiteX5187" fmla="*/ 8537289 w 10321503"/>
              <a:gd name="connsiteY5187" fmla="*/ 1196161 h 5599766"/>
              <a:gd name="connsiteX5188" fmla="*/ 8537289 w 10321503"/>
              <a:gd name="connsiteY5188" fmla="*/ 1196826 h 5599766"/>
              <a:gd name="connsiteX5189" fmla="*/ 8533758 w 10321503"/>
              <a:gd name="connsiteY5189" fmla="*/ 1202967 h 5599766"/>
              <a:gd name="connsiteX5190" fmla="*/ 8533143 w 10321503"/>
              <a:gd name="connsiteY5190" fmla="*/ 1203326 h 5599766"/>
              <a:gd name="connsiteX5191" fmla="*/ 8731247 w 10321503"/>
              <a:gd name="connsiteY5191" fmla="*/ 1203326 h 5599766"/>
              <a:gd name="connsiteX5192" fmla="*/ 8724183 w 10321503"/>
              <a:gd name="connsiteY5192" fmla="*/ 1203326 h 5599766"/>
              <a:gd name="connsiteX5193" fmla="*/ 8723569 w 10321503"/>
              <a:gd name="connsiteY5193" fmla="*/ 1202967 h 5599766"/>
              <a:gd name="connsiteX5194" fmla="*/ 8720038 w 10321503"/>
              <a:gd name="connsiteY5194" fmla="*/ 1196826 h 5599766"/>
              <a:gd name="connsiteX5195" fmla="*/ 8720038 w 10321503"/>
              <a:gd name="connsiteY5195" fmla="*/ 1196161 h 5599766"/>
              <a:gd name="connsiteX5196" fmla="*/ 8723569 w 10321503"/>
              <a:gd name="connsiteY5196" fmla="*/ 1190019 h 5599766"/>
              <a:gd name="connsiteX5197" fmla="*/ 8724183 w 10321503"/>
              <a:gd name="connsiteY5197" fmla="*/ 1189660 h 5599766"/>
              <a:gd name="connsiteX5198" fmla="*/ 8731247 w 10321503"/>
              <a:gd name="connsiteY5198" fmla="*/ 1189660 h 5599766"/>
              <a:gd name="connsiteX5199" fmla="*/ 8731861 w 10321503"/>
              <a:gd name="connsiteY5199" fmla="*/ 1190019 h 5599766"/>
              <a:gd name="connsiteX5200" fmla="*/ 8735393 w 10321503"/>
              <a:gd name="connsiteY5200" fmla="*/ 1196161 h 5599766"/>
              <a:gd name="connsiteX5201" fmla="*/ 8735393 w 10321503"/>
              <a:gd name="connsiteY5201" fmla="*/ 1196826 h 5599766"/>
              <a:gd name="connsiteX5202" fmla="*/ 8731861 w 10321503"/>
              <a:gd name="connsiteY5202" fmla="*/ 1202967 h 5599766"/>
              <a:gd name="connsiteX5203" fmla="*/ 8731247 w 10321503"/>
              <a:gd name="connsiteY5203" fmla="*/ 1203326 h 5599766"/>
              <a:gd name="connsiteX5204" fmla="*/ 8929655 w 10321503"/>
              <a:gd name="connsiteY5204" fmla="*/ 1203326 h 5599766"/>
              <a:gd name="connsiteX5205" fmla="*/ 8922592 w 10321503"/>
              <a:gd name="connsiteY5205" fmla="*/ 1203326 h 5599766"/>
              <a:gd name="connsiteX5206" fmla="*/ 8921977 w 10321503"/>
              <a:gd name="connsiteY5206" fmla="*/ 1202967 h 5599766"/>
              <a:gd name="connsiteX5207" fmla="*/ 8918446 w 10321503"/>
              <a:gd name="connsiteY5207" fmla="*/ 1196826 h 5599766"/>
              <a:gd name="connsiteX5208" fmla="*/ 8918446 w 10321503"/>
              <a:gd name="connsiteY5208" fmla="*/ 1196161 h 5599766"/>
              <a:gd name="connsiteX5209" fmla="*/ 8921977 w 10321503"/>
              <a:gd name="connsiteY5209" fmla="*/ 1190019 h 5599766"/>
              <a:gd name="connsiteX5210" fmla="*/ 8922592 w 10321503"/>
              <a:gd name="connsiteY5210" fmla="*/ 1189660 h 5599766"/>
              <a:gd name="connsiteX5211" fmla="*/ 8929655 w 10321503"/>
              <a:gd name="connsiteY5211" fmla="*/ 1189660 h 5599766"/>
              <a:gd name="connsiteX5212" fmla="*/ 8930269 w 10321503"/>
              <a:gd name="connsiteY5212" fmla="*/ 1190019 h 5599766"/>
              <a:gd name="connsiteX5213" fmla="*/ 8933801 w 10321503"/>
              <a:gd name="connsiteY5213" fmla="*/ 1196161 h 5599766"/>
              <a:gd name="connsiteX5214" fmla="*/ 8933801 w 10321503"/>
              <a:gd name="connsiteY5214" fmla="*/ 1196826 h 5599766"/>
              <a:gd name="connsiteX5215" fmla="*/ 8930269 w 10321503"/>
              <a:gd name="connsiteY5215" fmla="*/ 1202967 h 5599766"/>
              <a:gd name="connsiteX5216" fmla="*/ 8929655 w 10321503"/>
              <a:gd name="connsiteY5216" fmla="*/ 1203326 h 5599766"/>
              <a:gd name="connsiteX5217" fmla="*/ 9127830 w 10321503"/>
              <a:gd name="connsiteY5217" fmla="*/ 1203326 h 5599766"/>
              <a:gd name="connsiteX5218" fmla="*/ 9120767 w 10321503"/>
              <a:gd name="connsiteY5218" fmla="*/ 1203326 h 5599766"/>
              <a:gd name="connsiteX5219" fmla="*/ 9120152 w 10321503"/>
              <a:gd name="connsiteY5219" fmla="*/ 1202967 h 5599766"/>
              <a:gd name="connsiteX5220" fmla="*/ 9116622 w 10321503"/>
              <a:gd name="connsiteY5220" fmla="*/ 1196826 h 5599766"/>
              <a:gd name="connsiteX5221" fmla="*/ 9116622 w 10321503"/>
              <a:gd name="connsiteY5221" fmla="*/ 1196161 h 5599766"/>
              <a:gd name="connsiteX5222" fmla="*/ 9120152 w 10321503"/>
              <a:gd name="connsiteY5222" fmla="*/ 1190019 h 5599766"/>
              <a:gd name="connsiteX5223" fmla="*/ 9120767 w 10321503"/>
              <a:gd name="connsiteY5223" fmla="*/ 1189660 h 5599766"/>
              <a:gd name="connsiteX5224" fmla="*/ 9127830 w 10321503"/>
              <a:gd name="connsiteY5224" fmla="*/ 1189660 h 5599766"/>
              <a:gd name="connsiteX5225" fmla="*/ 9128444 w 10321503"/>
              <a:gd name="connsiteY5225" fmla="*/ 1190019 h 5599766"/>
              <a:gd name="connsiteX5226" fmla="*/ 9131977 w 10321503"/>
              <a:gd name="connsiteY5226" fmla="*/ 1196161 h 5599766"/>
              <a:gd name="connsiteX5227" fmla="*/ 9131977 w 10321503"/>
              <a:gd name="connsiteY5227" fmla="*/ 1196826 h 5599766"/>
              <a:gd name="connsiteX5228" fmla="*/ 9128444 w 10321503"/>
              <a:gd name="connsiteY5228" fmla="*/ 1202967 h 5599766"/>
              <a:gd name="connsiteX5229" fmla="*/ 9127830 w 10321503"/>
              <a:gd name="connsiteY5229" fmla="*/ 1203326 h 5599766"/>
              <a:gd name="connsiteX5230" fmla="*/ 9326070 w 10321503"/>
              <a:gd name="connsiteY5230" fmla="*/ 1203326 h 5599766"/>
              <a:gd name="connsiteX5231" fmla="*/ 9319007 w 10321503"/>
              <a:gd name="connsiteY5231" fmla="*/ 1203326 h 5599766"/>
              <a:gd name="connsiteX5232" fmla="*/ 9318392 w 10321503"/>
              <a:gd name="connsiteY5232" fmla="*/ 1202967 h 5599766"/>
              <a:gd name="connsiteX5233" fmla="*/ 9314861 w 10321503"/>
              <a:gd name="connsiteY5233" fmla="*/ 1196826 h 5599766"/>
              <a:gd name="connsiteX5234" fmla="*/ 9314861 w 10321503"/>
              <a:gd name="connsiteY5234" fmla="*/ 1196161 h 5599766"/>
              <a:gd name="connsiteX5235" fmla="*/ 9318392 w 10321503"/>
              <a:gd name="connsiteY5235" fmla="*/ 1190019 h 5599766"/>
              <a:gd name="connsiteX5236" fmla="*/ 9319007 w 10321503"/>
              <a:gd name="connsiteY5236" fmla="*/ 1189660 h 5599766"/>
              <a:gd name="connsiteX5237" fmla="*/ 9326070 w 10321503"/>
              <a:gd name="connsiteY5237" fmla="*/ 1189660 h 5599766"/>
              <a:gd name="connsiteX5238" fmla="*/ 9326684 w 10321503"/>
              <a:gd name="connsiteY5238" fmla="*/ 1190019 h 5599766"/>
              <a:gd name="connsiteX5239" fmla="*/ 9330215 w 10321503"/>
              <a:gd name="connsiteY5239" fmla="*/ 1196161 h 5599766"/>
              <a:gd name="connsiteX5240" fmla="*/ 9330215 w 10321503"/>
              <a:gd name="connsiteY5240" fmla="*/ 1196826 h 5599766"/>
              <a:gd name="connsiteX5241" fmla="*/ 9326684 w 10321503"/>
              <a:gd name="connsiteY5241" fmla="*/ 1202967 h 5599766"/>
              <a:gd name="connsiteX5242" fmla="*/ 9326070 w 10321503"/>
              <a:gd name="connsiteY5242" fmla="*/ 1203326 h 5599766"/>
              <a:gd name="connsiteX5243" fmla="*/ 9524212 w 10321503"/>
              <a:gd name="connsiteY5243" fmla="*/ 1203326 h 5599766"/>
              <a:gd name="connsiteX5244" fmla="*/ 9517150 w 10321503"/>
              <a:gd name="connsiteY5244" fmla="*/ 1203326 h 5599766"/>
              <a:gd name="connsiteX5245" fmla="*/ 9516536 w 10321503"/>
              <a:gd name="connsiteY5245" fmla="*/ 1202967 h 5599766"/>
              <a:gd name="connsiteX5246" fmla="*/ 9513004 w 10321503"/>
              <a:gd name="connsiteY5246" fmla="*/ 1196826 h 5599766"/>
              <a:gd name="connsiteX5247" fmla="*/ 9513004 w 10321503"/>
              <a:gd name="connsiteY5247" fmla="*/ 1196161 h 5599766"/>
              <a:gd name="connsiteX5248" fmla="*/ 9516536 w 10321503"/>
              <a:gd name="connsiteY5248" fmla="*/ 1190019 h 5599766"/>
              <a:gd name="connsiteX5249" fmla="*/ 9517150 w 10321503"/>
              <a:gd name="connsiteY5249" fmla="*/ 1189660 h 5599766"/>
              <a:gd name="connsiteX5250" fmla="*/ 9524212 w 10321503"/>
              <a:gd name="connsiteY5250" fmla="*/ 1189660 h 5599766"/>
              <a:gd name="connsiteX5251" fmla="*/ 9524826 w 10321503"/>
              <a:gd name="connsiteY5251" fmla="*/ 1190019 h 5599766"/>
              <a:gd name="connsiteX5252" fmla="*/ 9528360 w 10321503"/>
              <a:gd name="connsiteY5252" fmla="*/ 1196161 h 5599766"/>
              <a:gd name="connsiteX5253" fmla="*/ 9528360 w 10321503"/>
              <a:gd name="connsiteY5253" fmla="*/ 1196826 h 5599766"/>
              <a:gd name="connsiteX5254" fmla="*/ 9524826 w 10321503"/>
              <a:gd name="connsiteY5254" fmla="*/ 1202967 h 5599766"/>
              <a:gd name="connsiteX5255" fmla="*/ 9524212 w 10321503"/>
              <a:gd name="connsiteY5255" fmla="*/ 1203326 h 5599766"/>
              <a:gd name="connsiteX5256" fmla="*/ 9722519 w 10321503"/>
              <a:gd name="connsiteY5256" fmla="*/ 1203326 h 5599766"/>
              <a:gd name="connsiteX5257" fmla="*/ 9715457 w 10321503"/>
              <a:gd name="connsiteY5257" fmla="*/ 1203326 h 5599766"/>
              <a:gd name="connsiteX5258" fmla="*/ 9714843 w 10321503"/>
              <a:gd name="connsiteY5258" fmla="*/ 1202967 h 5599766"/>
              <a:gd name="connsiteX5259" fmla="*/ 9711311 w 10321503"/>
              <a:gd name="connsiteY5259" fmla="*/ 1196826 h 5599766"/>
              <a:gd name="connsiteX5260" fmla="*/ 9711311 w 10321503"/>
              <a:gd name="connsiteY5260" fmla="*/ 1196161 h 5599766"/>
              <a:gd name="connsiteX5261" fmla="*/ 9714843 w 10321503"/>
              <a:gd name="connsiteY5261" fmla="*/ 1190019 h 5599766"/>
              <a:gd name="connsiteX5262" fmla="*/ 9715457 w 10321503"/>
              <a:gd name="connsiteY5262" fmla="*/ 1189660 h 5599766"/>
              <a:gd name="connsiteX5263" fmla="*/ 9722519 w 10321503"/>
              <a:gd name="connsiteY5263" fmla="*/ 1189660 h 5599766"/>
              <a:gd name="connsiteX5264" fmla="*/ 9723134 w 10321503"/>
              <a:gd name="connsiteY5264" fmla="*/ 1190019 h 5599766"/>
              <a:gd name="connsiteX5265" fmla="*/ 9726666 w 10321503"/>
              <a:gd name="connsiteY5265" fmla="*/ 1196161 h 5599766"/>
              <a:gd name="connsiteX5266" fmla="*/ 9726666 w 10321503"/>
              <a:gd name="connsiteY5266" fmla="*/ 1196826 h 5599766"/>
              <a:gd name="connsiteX5267" fmla="*/ 9723134 w 10321503"/>
              <a:gd name="connsiteY5267" fmla="*/ 1202967 h 5599766"/>
              <a:gd name="connsiteX5268" fmla="*/ 9722519 w 10321503"/>
              <a:gd name="connsiteY5268" fmla="*/ 1203326 h 5599766"/>
              <a:gd name="connsiteX5269" fmla="*/ 9920729 w 10321503"/>
              <a:gd name="connsiteY5269" fmla="*/ 1203326 h 5599766"/>
              <a:gd name="connsiteX5270" fmla="*/ 9913666 w 10321503"/>
              <a:gd name="connsiteY5270" fmla="*/ 1203326 h 5599766"/>
              <a:gd name="connsiteX5271" fmla="*/ 9913052 w 10321503"/>
              <a:gd name="connsiteY5271" fmla="*/ 1202967 h 5599766"/>
              <a:gd name="connsiteX5272" fmla="*/ 9909521 w 10321503"/>
              <a:gd name="connsiteY5272" fmla="*/ 1196826 h 5599766"/>
              <a:gd name="connsiteX5273" fmla="*/ 9909521 w 10321503"/>
              <a:gd name="connsiteY5273" fmla="*/ 1196161 h 5599766"/>
              <a:gd name="connsiteX5274" fmla="*/ 9913052 w 10321503"/>
              <a:gd name="connsiteY5274" fmla="*/ 1190019 h 5599766"/>
              <a:gd name="connsiteX5275" fmla="*/ 9913666 w 10321503"/>
              <a:gd name="connsiteY5275" fmla="*/ 1189660 h 5599766"/>
              <a:gd name="connsiteX5276" fmla="*/ 9920729 w 10321503"/>
              <a:gd name="connsiteY5276" fmla="*/ 1189660 h 5599766"/>
              <a:gd name="connsiteX5277" fmla="*/ 9921344 w 10321503"/>
              <a:gd name="connsiteY5277" fmla="*/ 1190019 h 5599766"/>
              <a:gd name="connsiteX5278" fmla="*/ 9924876 w 10321503"/>
              <a:gd name="connsiteY5278" fmla="*/ 1196161 h 5599766"/>
              <a:gd name="connsiteX5279" fmla="*/ 9924876 w 10321503"/>
              <a:gd name="connsiteY5279" fmla="*/ 1196826 h 5599766"/>
              <a:gd name="connsiteX5280" fmla="*/ 9921344 w 10321503"/>
              <a:gd name="connsiteY5280" fmla="*/ 1202967 h 5599766"/>
              <a:gd name="connsiteX5281" fmla="*/ 9920729 w 10321503"/>
              <a:gd name="connsiteY5281" fmla="*/ 1203326 h 5599766"/>
              <a:gd name="connsiteX5282" fmla="*/ 10119010 w 10321503"/>
              <a:gd name="connsiteY5282" fmla="*/ 1203326 h 5599766"/>
              <a:gd name="connsiteX5283" fmla="*/ 10111947 w 10321503"/>
              <a:gd name="connsiteY5283" fmla="*/ 1203326 h 5599766"/>
              <a:gd name="connsiteX5284" fmla="*/ 10111333 w 10321503"/>
              <a:gd name="connsiteY5284" fmla="*/ 1202967 h 5599766"/>
              <a:gd name="connsiteX5285" fmla="*/ 10107801 w 10321503"/>
              <a:gd name="connsiteY5285" fmla="*/ 1196826 h 5599766"/>
              <a:gd name="connsiteX5286" fmla="*/ 10107801 w 10321503"/>
              <a:gd name="connsiteY5286" fmla="*/ 1196161 h 5599766"/>
              <a:gd name="connsiteX5287" fmla="*/ 10111333 w 10321503"/>
              <a:gd name="connsiteY5287" fmla="*/ 1190019 h 5599766"/>
              <a:gd name="connsiteX5288" fmla="*/ 10111947 w 10321503"/>
              <a:gd name="connsiteY5288" fmla="*/ 1189660 h 5599766"/>
              <a:gd name="connsiteX5289" fmla="*/ 10119010 w 10321503"/>
              <a:gd name="connsiteY5289" fmla="*/ 1189660 h 5599766"/>
              <a:gd name="connsiteX5290" fmla="*/ 10119625 w 10321503"/>
              <a:gd name="connsiteY5290" fmla="*/ 1190019 h 5599766"/>
              <a:gd name="connsiteX5291" fmla="*/ 10123156 w 10321503"/>
              <a:gd name="connsiteY5291" fmla="*/ 1196161 h 5599766"/>
              <a:gd name="connsiteX5292" fmla="*/ 10123156 w 10321503"/>
              <a:gd name="connsiteY5292" fmla="*/ 1196826 h 5599766"/>
              <a:gd name="connsiteX5293" fmla="*/ 10119625 w 10321503"/>
              <a:gd name="connsiteY5293" fmla="*/ 1202967 h 5599766"/>
              <a:gd name="connsiteX5294" fmla="*/ 10119010 w 10321503"/>
              <a:gd name="connsiteY5294" fmla="*/ 1203326 h 5599766"/>
              <a:gd name="connsiteX5295" fmla="*/ 10317169 w 10321503"/>
              <a:gd name="connsiteY5295" fmla="*/ 1203326 h 5599766"/>
              <a:gd name="connsiteX5296" fmla="*/ 10310106 w 10321503"/>
              <a:gd name="connsiteY5296" fmla="*/ 1203326 h 5599766"/>
              <a:gd name="connsiteX5297" fmla="*/ 10309492 w 10321503"/>
              <a:gd name="connsiteY5297" fmla="*/ 1202967 h 5599766"/>
              <a:gd name="connsiteX5298" fmla="*/ 10305960 w 10321503"/>
              <a:gd name="connsiteY5298" fmla="*/ 1196826 h 5599766"/>
              <a:gd name="connsiteX5299" fmla="*/ 10305960 w 10321503"/>
              <a:gd name="connsiteY5299" fmla="*/ 1196161 h 5599766"/>
              <a:gd name="connsiteX5300" fmla="*/ 10309492 w 10321503"/>
              <a:gd name="connsiteY5300" fmla="*/ 1190019 h 5599766"/>
              <a:gd name="connsiteX5301" fmla="*/ 10310106 w 10321503"/>
              <a:gd name="connsiteY5301" fmla="*/ 1189660 h 5599766"/>
              <a:gd name="connsiteX5302" fmla="*/ 10317169 w 10321503"/>
              <a:gd name="connsiteY5302" fmla="*/ 1189660 h 5599766"/>
              <a:gd name="connsiteX5303" fmla="*/ 10317784 w 10321503"/>
              <a:gd name="connsiteY5303" fmla="*/ 1190019 h 5599766"/>
              <a:gd name="connsiteX5304" fmla="*/ 10321315 w 10321503"/>
              <a:gd name="connsiteY5304" fmla="*/ 1196161 h 5599766"/>
              <a:gd name="connsiteX5305" fmla="*/ 10321315 w 10321503"/>
              <a:gd name="connsiteY5305" fmla="*/ 1196826 h 5599766"/>
              <a:gd name="connsiteX5306" fmla="*/ 10317784 w 10321503"/>
              <a:gd name="connsiteY5306" fmla="*/ 1202967 h 5599766"/>
              <a:gd name="connsiteX5307" fmla="*/ 10317169 w 10321503"/>
              <a:gd name="connsiteY5307" fmla="*/ 1203326 h 5599766"/>
              <a:gd name="connsiteX5308" fmla="*/ 1398928 w 10321503"/>
              <a:gd name="connsiteY5308" fmla="*/ 1366639 h 5599766"/>
              <a:gd name="connsiteX5309" fmla="*/ 1391866 w 10321503"/>
              <a:gd name="connsiteY5309" fmla="*/ 1366639 h 5599766"/>
              <a:gd name="connsiteX5310" fmla="*/ 1391252 w 10321503"/>
              <a:gd name="connsiteY5310" fmla="*/ 1366282 h 5599766"/>
              <a:gd name="connsiteX5311" fmla="*/ 1387720 w 10321503"/>
              <a:gd name="connsiteY5311" fmla="*/ 1360139 h 5599766"/>
              <a:gd name="connsiteX5312" fmla="*/ 1387720 w 10321503"/>
              <a:gd name="connsiteY5312" fmla="*/ 1359474 h 5599766"/>
              <a:gd name="connsiteX5313" fmla="*/ 1391252 w 10321503"/>
              <a:gd name="connsiteY5313" fmla="*/ 1353332 h 5599766"/>
              <a:gd name="connsiteX5314" fmla="*/ 1391866 w 10321503"/>
              <a:gd name="connsiteY5314" fmla="*/ 1352974 h 5599766"/>
              <a:gd name="connsiteX5315" fmla="*/ 1398928 w 10321503"/>
              <a:gd name="connsiteY5315" fmla="*/ 1352974 h 5599766"/>
              <a:gd name="connsiteX5316" fmla="*/ 1399544 w 10321503"/>
              <a:gd name="connsiteY5316" fmla="*/ 1353332 h 5599766"/>
              <a:gd name="connsiteX5317" fmla="*/ 1403074 w 10321503"/>
              <a:gd name="connsiteY5317" fmla="*/ 1359474 h 5599766"/>
              <a:gd name="connsiteX5318" fmla="*/ 1403074 w 10321503"/>
              <a:gd name="connsiteY5318" fmla="*/ 1360139 h 5599766"/>
              <a:gd name="connsiteX5319" fmla="*/ 1399544 w 10321503"/>
              <a:gd name="connsiteY5319" fmla="*/ 1366282 h 5599766"/>
              <a:gd name="connsiteX5320" fmla="*/ 1398928 w 10321503"/>
              <a:gd name="connsiteY5320" fmla="*/ 1366639 h 5599766"/>
              <a:gd name="connsiteX5321" fmla="*/ 1795378 w 10321503"/>
              <a:gd name="connsiteY5321" fmla="*/ 1366654 h 5599766"/>
              <a:gd name="connsiteX5322" fmla="*/ 1788315 w 10321503"/>
              <a:gd name="connsiteY5322" fmla="*/ 1366654 h 5599766"/>
              <a:gd name="connsiteX5323" fmla="*/ 1787701 w 10321503"/>
              <a:gd name="connsiteY5323" fmla="*/ 1366296 h 5599766"/>
              <a:gd name="connsiteX5324" fmla="*/ 1784170 w 10321503"/>
              <a:gd name="connsiteY5324" fmla="*/ 1360153 h 5599766"/>
              <a:gd name="connsiteX5325" fmla="*/ 1784170 w 10321503"/>
              <a:gd name="connsiteY5325" fmla="*/ 1359488 h 5599766"/>
              <a:gd name="connsiteX5326" fmla="*/ 1787701 w 10321503"/>
              <a:gd name="connsiteY5326" fmla="*/ 1353346 h 5599766"/>
              <a:gd name="connsiteX5327" fmla="*/ 1788315 w 10321503"/>
              <a:gd name="connsiteY5327" fmla="*/ 1352988 h 5599766"/>
              <a:gd name="connsiteX5328" fmla="*/ 1795378 w 10321503"/>
              <a:gd name="connsiteY5328" fmla="*/ 1352988 h 5599766"/>
              <a:gd name="connsiteX5329" fmla="*/ 1795992 w 10321503"/>
              <a:gd name="connsiteY5329" fmla="*/ 1353346 h 5599766"/>
              <a:gd name="connsiteX5330" fmla="*/ 1799524 w 10321503"/>
              <a:gd name="connsiteY5330" fmla="*/ 1359488 h 5599766"/>
              <a:gd name="connsiteX5331" fmla="*/ 1799524 w 10321503"/>
              <a:gd name="connsiteY5331" fmla="*/ 1360153 h 5599766"/>
              <a:gd name="connsiteX5332" fmla="*/ 1795992 w 10321503"/>
              <a:gd name="connsiteY5332" fmla="*/ 1366296 h 5599766"/>
              <a:gd name="connsiteX5333" fmla="*/ 1795378 w 10321503"/>
              <a:gd name="connsiteY5333" fmla="*/ 1366654 h 5599766"/>
              <a:gd name="connsiteX5334" fmla="*/ 1597154 w 10321503"/>
              <a:gd name="connsiteY5334" fmla="*/ 1366655 h 5599766"/>
              <a:gd name="connsiteX5335" fmla="*/ 1590090 w 10321503"/>
              <a:gd name="connsiteY5335" fmla="*/ 1366655 h 5599766"/>
              <a:gd name="connsiteX5336" fmla="*/ 1589476 w 10321503"/>
              <a:gd name="connsiteY5336" fmla="*/ 1366298 h 5599766"/>
              <a:gd name="connsiteX5337" fmla="*/ 1585944 w 10321503"/>
              <a:gd name="connsiteY5337" fmla="*/ 1360155 h 5599766"/>
              <a:gd name="connsiteX5338" fmla="*/ 1585944 w 10321503"/>
              <a:gd name="connsiteY5338" fmla="*/ 1359490 h 5599766"/>
              <a:gd name="connsiteX5339" fmla="*/ 1589476 w 10321503"/>
              <a:gd name="connsiteY5339" fmla="*/ 1353349 h 5599766"/>
              <a:gd name="connsiteX5340" fmla="*/ 1590090 w 10321503"/>
              <a:gd name="connsiteY5340" fmla="*/ 1352990 h 5599766"/>
              <a:gd name="connsiteX5341" fmla="*/ 1597154 w 10321503"/>
              <a:gd name="connsiteY5341" fmla="*/ 1352990 h 5599766"/>
              <a:gd name="connsiteX5342" fmla="*/ 1597768 w 10321503"/>
              <a:gd name="connsiteY5342" fmla="*/ 1353349 h 5599766"/>
              <a:gd name="connsiteX5343" fmla="*/ 1601298 w 10321503"/>
              <a:gd name="connsiteY5343" fmla="*/ 1359490 h 5599766"/>
              <a:gd name="connsiteX5344" fmla="*/ 1601298 w 10321503"/>
              <a:gd name="connsiteY5344" fmla="*/ 1360155 h 5599766"/>
              <a:gd name="connsiteX5345" fmla="*/ 1597768 w 10321503"/>
              <a:gd name="connsiteY5345" fmla="*/ 1366298 h 5599766"/>
              <a:gd name="connsiteX5346" fmla="*/ 1597154 w 10321503"/>
              <a:gd name="connsiteY5346" fmla="*/ 1366655 h 5599766"/>
              <a:gd name="connsiteX5347" fmla="*/ 407754 w 10321503"/>
              <a:gd name="connsiteY5347" fmla="*/ 1366659 h 5599766"/>
              <a:gd name="connsiteX5348" fmla="*/ 400692 w 10321503"/>
              <a:gd name="connsiteY5348" fmla="*/ 1366659 h 5599766"/>
              <a:gd name="connsiteX5349" fmla="*/ 400078 w 10321503"/>
              <a:gd name="connsiteY5349" fmla="*/ 1366301 h 5599766"/>
              <a:gd name="connsiteX5350" fmla="*/ 396546 w 10321503"/>
              <a:gd name="connsiteY5350" fmla="*/ 1360159 h 5599766"/>
              <a:gd name="connsiteX5351" fmla="*/ 396546 w 10321503"/>
              <a:gd name="connsiteY5351" fmla="*/ 1359494 h 5599766"/>
              <a:gd name="connsiteX5352" fmla="*/ 400078 w 10321503"/>
              <a:gd name="connsiteY5352" fmla="*/ 1353352 h 5599766"/>
              <a:gd name="connsiteX5353" fmla="*/ 400692 w 10321503"/>
              <a:gd name="connsiteY5353" fmla="*/ 1352994 h 5599766"/>
              <a:gd name="connsiteX5354" fmla="*/ 407754 w 10321503"/>
              <a:gd name="connsiteY5354" fmla="*/ 1352994 h 5599766"/>
              <a:gd name="connsiteX5355" fmla="*/ 408369 w 10321503"/>
              <a:gd name="connsiteY5355" fmla="*/ 1353352 h 5599766"/>
              <a:gd name="connsiteX5356" fmla="*/ 411900 w 10321503"/>
              <a:gd name="connsiteY5356" fmla="*/ 1359494 h 5599766"/>
              <a:gd name="connsiteX5357" fmla="*/ 411900 w 10321503"/>
              <a:gd name="connsiteY5357" fmla="*/ 1360159 h 5599766"/>
              <a:gd name="connsiteX5358" fmla="*/ 408369 w 10321503"/>
              <a:gd name="connsiteY5358" fmla="*/ 1366301 h 5599766"/>
              <a:gd name="connsiteX5359" fmla="*/ 407754 w 10321503"/>
              <a:gd name="connsiteY5359" fmla="*/ 1366659 h 5599766"/>
              <a:gd name="connsiteX5360" fmla="*/ 804204 w 10321503"/>
              <a:gd name="connsiteY5360" fmla="*/ 1366673 h 5599766"/>
              <a:gd name="connsiteX5361" fmla="*/ 797140 w 10321503"/>
              <a:gd name="connsiteY5361" fmla="*/ 1366673 h 5599766"/>
              <a:gd name="connsiteX5362" fmla="*/ 796526 w 10321503"/>
              <a:gd name="connsiteY5362" fmla="*/ 1366317 h 5599766"/>
              <a:gd name="connsiteX5363" fmla="*/ 792995 w 10321503"/>
              <a:gd name="connsiteY5363" fmla="*/ 1360173 h 5599766"/>
              <a:gd name="connsiteX5364" fmla="*/ 792995 w 10321503"/>
              <a:gd name="connsiteY5364" fmla="*/ 1359508 h 5599766"/>
              <a:gd name="connsiteX5365" fmla="*/ 796526 w 10321503"/>
              <a:gd name="connsiteY5365" fmla="*/ 1353367 h 5599766"/>
              <a:gd name="connsiteX5366" fmla="*/ 797140 w 10321503"/>
              <a:gd name="connsiteY5366" fmla="*/ 1353008 h 5599766"/>
              <a:gd name="connsiteX5367" fmla="*/ 804204 w 10321503"/>
              <a:gd name="connsiteY5367" fmla="*/ 1353008 h 5599766"/>
              <a:gd name="connsiteX5368" fmla="*/ 804818 w 10321503"/>
              <a:gd name="connsiteY5368" fmla="*/ 1353367 h 5599766"/>
              <a:gd name="connsiteX5369" fmla="*/ 808350 w 10321503"/>
              <a:gd name="connsiteY5369" fmla="*/ 1359508 h 5599766"/>
              <a:gd name="connsiteX5370" fmla="*/ 808350 w 10321503"/>
              <a:gd name="connsiteY5370" fmla="*/ 1360173 h 5599766"/>
              <a:gd name="connsiteX5371" fmla="*/ 804818 w 10321503"/>
              <a:gd name="connsiteY5371" fmla="*/ 1366317 h 5599766"/>
              <a:gd name="connsiteX5372" fmla="*/ 804204 w 10321503"/>
              <a:gd name="connsiteY5372" fmla="*/ 1366673 h 5599766"/>
              <a:gd name="connsiteX5373" fmla="*/ 1002428 w 10321503"/>
              <a:gd name="connsiteY5373" fmla="*/ 1366673 h 5599766"/>
              <a:gd name="connsiteX5374" fmla="*/ 995366 w 10321503"/>
              <a:gd name="connsiteY5374" fmla="*/ 1366673 h 5599766"/>
              <a:gd name="connsiteX5375" fmla="*/ 994752 w 10321503"/>
              <a:gd name="connsiteY5375" fmla="*/ 1366317 h 5599766"/>
              <a:gd name="connsiteX5376" fmla="*/ 991220 w 10321503"/>
              <a:gd name="connsiteY5376" fmla="*/ 1360173 h 5599766"/>
              <a:gd name="connsiteX5377" fmla="*/ 991220 w 10321503"/>
              <a:gd name="connsiteY5377" fmla="*/ 1359508 h 5599766"/>
              <a:gd name="connsiteX5378" fmla="*/ 994752 w 10321503"/>
              <a:gd name="connsiteY5378" fmla="*/ 1353367 h 5599766"/>
              <a:gd name="connsiteX5379" fmla="*/ 995366 w 10321503"/>
              <a:gd name="connsiteY5379" fmla="*/ 1353008 h 5599766"/>
              <a:gd name="connsiteX5380" fmla="*/ 1002428 w 10321503"/>
              <a:gd name="connsiteY5380" fmla="*/ 1353008 h 5599766"/>
              <a:gd name="connsiteX5381" fmla="*/ 1003042 w 10321503"/>
              <a:gd name="connsiteY5381" fmla="*/ 1353367 h 5599766"/>
              <a:gd name="connsiteX5382" fmla="*/ 1006574 w 10321503"/>
              <a:gd name="connsiteY5382" fmla="*/ 1359508 h 5599766"/>
              <a:gd name="connsiteX5383" fmla="*/ 1006574 w 10321503"/>
              <a:gd name="connsiteY5383" fmla="*/ 1360173 h 5599766"/>
              <a:gd name="connsiteX5384" fmla="*/ 1003042 w 10321503"/>
              <a:gd name="connsiteY5384" fmla="*/ 1366317 h 5599766"/>
              <a:gd name="connsiteX5385" fmla="*/ 1002428 w 10321503"/>
              <a:gd name="connsiteY5385" fmla="*/ 1366673 h 5599766"/>
              <a:gd name="connsiteX5386" fmla="*/ 1993654 w 10321503"/>
              <a:gd name="connsiteY5386" fmla="*/ 1366682 h 5599766"/>
              <a:gd name="connsiteX5387" fmla="*/ 1986590 w 10321503"/>
              <a:gd name="connsiteY5387" fmla="*/ 1366682 h 5599766"/>
              <a:gd name="connsiteX5388" fmla="*/ 1985976 w 10321503"/>
              <a:gd name="connsiteY5388" fmla="*/ 1366325 h 5599766"/>
              <a:gd name="connsiteX5389" fmla="*/ 1982445 w 10321503"/>
              <a:gd name="connsiteY5389" fmla="*/ 1360183 h 5599766"/>
              <a:gd name="connsiteX5390" fmla="*/ 1982445 w 10321503"/>
              <a:gd name="connsiteY5390" fmla="*/ 1359516 h 5599766"/>
              <a:gd name="connsiteX5391" fmla="*/ 1985976 w 10321503"/>
              <a:gd name="connsiteY5391" fmla="*/ 1353375 h 5599766"/>
              <a:gd name="connsiteX5392" fmla="*/ 1986590 w 10321503"/>
              <a:gd name="connsiteY5392" fmla="*/ 1353017 h 5599766"/>
              <a:gd name="connsiteX5393" fmla="*/ 1993654 w 10321503"/>
              <a:gd name="connsiteY5393" fmla="*/ 1353017 h 5599766"/>
              <a:gd name="connsiteX5394" fmla="*/ 1994268 w 10321503"/>
              <a:gd name="connsiteY5394" fmla="*/ 1353375 h 5599766"/>
              <a:gd name="connsiteX5395" fmla="*/ 1997800 w 10321503"/>
              <a:gd name="connsiteY5395" fmla="*/ 1359516 h 5599766"/>
              <a:gd name="connsiteX5396" fmla="*/ 1997800 w 10321503"/>
              <a:gd name="connsiteY5396" fmla="*/ 1360183 h 5599766"/>
              <a:gd name="connsiteX5397" fmla="*/ 1994268 w 10321503"/>
              <a:gd name="connsiteY5397" fmla="*/ 1366325 h 5599766"/>
              <a:gd name="connsiteX5398" fmla="*/ 1993654 w 10321503"/>
              <a:gd name="connsiteY5398" fmla="*/ 1366682 h 5599766"/>
              <a:gd name="connsiteX5399" fmla="*/ 1200704 w 10321503"/>
              <a:gd name="connsiteY5399" fmla="*/ 1366689 h 5599766"/>
              <a:gd name="connsiteX5400" fmla="*/ 1193642 w 10321503"/>
              <a:gd name="connsiteY5400" fmla="*/ 1366689 h 5599766"/>
              <a:gd name="connsiteX5401" fmla="*/ 1193028 w 10321503"/>
              <a:gd name="connsiteY5401" fmla="*/ 1366332 h 5599766"/>
              <a:gd name="connsiteX5402" fmla="*/ 1189495 w 10321503"/>
              <a:gd name="connsiteY5402" fmla="*/ 1360190 h 5599766"/>
              <a:gd name="connsiteX5403" fmla="*/ 1189495 w 10321503"/>
              <a:gd name="connsiteY5403" fmla="*/ 1359524 h 5599766"/>
              <a:gd name="connsiteX5404" fmla="*/ 1193028 w 10321503"/>
              <a:gd name="connsiteY5404" fmla="*/ 1353383 h 5599766"/>
              <a:gd name="connsiteX5405" fmla="*/ 1193642 w 10321503"/>
              <a:gd name="connsiteY5405" fmla="*/ 1353025 h 5599766"/>
              <a:gd name="connsiteX5406" fmla="*/ 1200704 w 10321503"/>
              <a:gd name="connsiteY5406" fmla="*/ 1353025 h 5599766"/>
              <a:gd name="connsiteX5407" fmla="*/ 1201318 w 10321503"/>
              <a:gd name="connsiteY5407" fmla="*/ 1353383 h 5599766"/>
              <a:gd name="connsiteX5408" fmla="*/ 1204850 w 10321503"/>
              <a:gd name="connsiteY5408" fmla="*/ 1359524 h 5599766"/>
              <a:gd name="connsiteX5409" fmla="*/ 1204850 w 10321503"/>
              <a:gd name="connsiteY5409" fmla="*/ 1360190 h 5599766"/>
              <a:gd name="connsiteX5410" fmla="*/ 1201318 w 10321503"/>
              <a:gd name="connsiteY5410" fmla="*/ 1366332 h 5599766"/>
              <a:gd name="connsiteX5411" fmla="*/ 1200704 w 10321503"/>
              <a:gd name="connsiteY5411" fmla="*/ 1366689 h 5599766"/>
              <a:gd name="connsiteX5412" fmla="*/ 209480 w 10321503"/>
              <a:gd name="connsiteY5412" fmla="*/ 1366714 h 5599766"/>
              <a:gd name="connsiteX5413" fmla="*/ 202416 w 10321503"/>
              <a:gd name="connsiteY5413" fmla="*/ 1366714 h 5599766"/>
              <a:gd name="connsiteX5414" fmla="*/ 201803 w 10321503"/>
              <a:gd name="connsiteY5414" fmla="*/ 1366357 h 5599766"/>
              <a:gd name="connsiteX5415" fmla="*/ 198270 w 10321503"/>
              <a:gd name="connsiteY5415" fmla="*/ 1360215 h 5599766"/>
              <a:gd name="connsiteX5416" fmla="*/ 198270 w 10321503"/>
              <a:gd name="connsiteY5416" fmla="*/ 1359548 h 5599766"/>
              <a:gd name="connsiteX5417" fmla="*/ 201803 w 10321503"/>
              <a:gd name="connsiteY5417" fmla="*/ 1353407 h 5599766"/>
              <a:gd name="connsiteX5418" fmla="*/ 202416 w 10321503"/>
              <a:gd name="connsiteY5418" fmla="*/ 1353049 h 5599766"/>
              <a:gd name="connsiteX5419" fmla="*/ 209480 w 10321503"/>
              <a:gd name="connsiteY5419" fmla="*/ 1353049 h 5599766"/>
              <a:gd name="connsiteX5420" fmla="*/ 210094 w 10321503"/>
              <a:gd name="connsiteY5420" fmla="*/ 1353407 h 5599766"/>
              <a:gd name="connsiteX5421" fmla="*/ 213625 w 10321503"/>
              <a:gd name="connsiteY5421" fmla="*/ 1359548 h 5599766"/>
              <a:gd name="connsiteX5422" fmla="*/ 213625 w 10321503"/>
              <a:gd name="connsiteY5422" fmla="*/ 1360215 h 5599766"/>
              <a:gd name="connsiteX5423" fmla="*/ 210094 w 10321503"/>
              <a:gd name="connsiteY5423" fmla="*/ 1366357 h 5599766"/>
              <a:gd name="connsiteX5424" fmla="*/ 209480 w 10321503"/>
              <a:gd name="connsiteY5424" fmla="*/ 1366714 h 5599766"/>
              <a:gd name="connsiteX5425" fmla="*/ 11254 w 10321503"/>
              <a:gd name="connsiteY5425" fmla="*/ 1366721 h 5599766"/>
              <a:gd name="connsiteX5426" fmla="*/ 4192 w 10321503"/>
              <a:gd name="connsiteY5426" fmla="*/ 1366721 h 5599766"/>
              <a:gd name="connsiteX5427" fmla="*/ 3578 w 10321503"/>
              <a:gd name="connsiteY5427" fmla="*/ 1366364 h 5599766"/>
              <a:gd name="connsiteX5428" fmla="*/ 46 w 10321503"/>
              <a:gd name="connsiteY5428" fmla="*/ 1360221 h 5599766"/>
              <a:gd name="connsiteX5429" fmla="*/ 46 w 10321503"/>
              <a:gd name="connsiteY5429" fmla="*/ 1359556 h 5599766"/>
              <a:gd name="connsiteX5430" fmla="*/ 3578 w 10321503"/>
              <a:gd name="connsiteY5430" fmla="*/ 1353413 h 5599766"/>
              <a:gd name="connsiteX5431" fmla="*/ 4192 w 10321503"/>
              <a:gd name="connsiteY5431" fmla="*/ 1353056 h 5599766"/>
              <a:gd name="connsiteX5432" fmla="*/ 11254 w 10321503"/>
              <a:gd name="connsiteY5432" fmla="*/ 1353056 h 5599766"/>
              <a:gd name="connsiteX5433" fmla="*/ 11868 w 10321503"/>
              <a:gd name="connsiteY5433" fmla="*/ 1353413 h 5599766"/>
              <a:gd name="connsiteX5434" fmla="*/ 15400 w 10321503"/>
              <a:gd name="connsiteY5434" fmla="*/ 1359556 h 5599766"/>
              <a:gd name="connsiteX5435" fmla="*/ 15400 w 10321503"/>
              <a:gd name="connsiteY5435" fmla="*/ 1360221 h 5599766"/>
              <a:gd name="connsiteX5436" fmla="*/ 11868 w 10321503"/>
              <a:gd name="connsiteY5436" fmla="*/ 1366364 h 5599766"/>
              <a:gd name="connsiteX5437" fmla="*/ 11254 w 10321503"/>
              <a:gd name="connsiteY5437" fmla="*/ 1366721 h 5599766"/>
              <a:gd name="connsiteX5438" fmla="*/ 605979 w 10321503"/>
              <a:gd name="connsiteY5438" fmla="*/ 1366730 h 5599766"/>
              <a:gd name="connsiteX5439" fmla="*/ 598916 w 10321503"/>
              <a:gd name="connsiteY5439" fmla="*/ 1366730 h 5599766"/>
              <a:gd name="connsiteX5440" fmla="*/ 598302 w 10321503"/>
              <a:gd name="connsiteY5440" fmla="*/ 1366373 h 5599766"/>
              <a:gd name="connsiteX5441" fmla="*/ 594770 w 10321503"/>
              <a:gd name="connsiteY5441" fmla="*/ 1360230 h 5599766"/>
              <a:gd name="connsiteX5442" fmla="*/ 594770 w 10321503"/>
              <a:gd name="connsiteY5442" fmla="*/ 1359566 h 5599766"/>
              <a:gd name="connsiteX5443" fmla="*/ 598302 w 10321503"/>
              <a:gd name="connsiteY5443" fmla="*/ 1353424 h 5599766"/>
              <a:gd name="connsiteX5444" fmla="*/ 598916 w 10321503"/>
              <a:gd name="connsiteY5444" fmla="*/ 1353064 h 5599766"/>
              <a:gd name="connsiteX5445" fmla="*/ 605979 w 10321503"/>
              <a:gd name="connsiteY5445" fmla="*/ 1353064 h 5599766"/>
              <a:gd name="connsiteX5446" fmla="*/ 606593 w 10321503"/>
              <a:gd name="connsiteY5446" fmla="*/ 1353424 h 5599766"/>
              <a:gd name="connsiteX5447" fmla="*/ 610125 w 10321503"/>
              <a:gd name="connsiteY5447" fmla="*/ 1359566 h 5599766"/>
              <a:gd name="connsiteX5448" fmla="*/ 610125 w 10321503"/>
              <a:gd name="connsiteY5448" fmla="*/ 1360230 h 5599766"/>
              <a:gd name="connsiteX5449" fmla="*/ 606593 w 10321503"/>
              <a:gd name="connsiteY5449" fmla="*/ 1366373 h 5599766"/>
              <a:gd name="connsiteX5450" fmla="*/ 605979 w 10321503"/>
              <a:gd name="connsiteY5450" fmla="*/ 1366730 h 5599766"/>
              <a:gd name="connsiteX5451" fmla="*/ 2189611 w 10321503"/>
              <a:gd name="connsiteY5451" fmla="*/ 1372479 h 5599766"/>
              <a:gd name="connsiteX5452" fmla="*/ 2182548 w 10321503"/>
              <a:gd name="connsiteY5452" fmla="*/ 1372479 h 5599766"/>
              <a:gd name="connsiteX5453" fmla="*/ 2181933 w 10321503"/>
              <a:gd name="connsiteY5453" fmla="*/ 1372122 h 5599766"/>
              <a:gd name="connsiteX5454" fmla="*/ 2178401 w 10321503"/>
              <a:gd name="connsiteY5454" fmla="*/ 1365980 h 5599766"/>
              <a:gd name="connsiteX5455" fmla="*/ 2178401 w 10321503"/>
              <a:gd name="connsiteY5455" fmla="*/ 1365314 h 5599766"/>
              <a:gd name="connsiteX5456" fmla="*/ 2181933 w 10321503"/>
              <a:gd name="connsiteY5456" fmla="*/ 1359172 h 5599766"/>
              <a:gd name="connsiteX5457" fmla="*/ 2182548 w 10321503"/>
              <a:gd name="connsiteY5457" fmla="*/ 1358814 h 5599766"/>
              <a:gd name="connsiteX5458" fmla="*/ 2189611 w 10321503"/>
              <a:gd name="connsiteY5458" fmla="*/ 1358814 h 5599766"/>
              <a:gd name="connsiteX5459" fmla="*/ 2190225 w 10321503"/>
              <a:gd name="connsiteY5459" fmla="*/ 1359172 h 5599766"/>
              <a:gd name="connsiteX5460" fmla="*/ 2193757 w 10321503"/>
              <a:gd name="connsiteY5460" fmla="*/ 1365314 h 5599766"/>
              <a:gd name="connsiteX5461" fmla="*/ 2193757 w 10321503"/>
              <a:gd name="connsiteY5461" fmla="*/ 1365980 h 5599766"/>
              <a:gd name="connsiteX5462" fmla="*/ 2190225 w 10321503"/>
              <a:gd name="connsiteY5462" fmla="*/ 1372122 h 5599766"/>
              <a:gd name="connsiteX5463" fmla="*/ 2189611 w 10321503"/>
              <a:gd name="connsiteY5463" fmla="*/ 1372479 h 5599766"/>
              <a:gd name="connsiteX5464" fmla="*/ 2387835 w 10321503"/>
              <a:gd name="connsiteY5464" fmla="*/ 1372479 h 5599766"/>
              <a:gd name="connsiteX5465" fmla="*/ 2380773 w 10321503"/>
              <a:gd name="connsiteY5465" fmla="*/ 1372479 h 5599766"/>
              <a:gd name="connsiteX5466" fmla="*/ 2380159 w 10321503"/>
              <a:gd name="connsiteY5466" fmla="*/ 1372122 h 5599766"/>
              <a:gd name="connsiteX5467" fmla="*/ 2376626 w 10321503"/>
              <a:gd name="connsiteY5467" fmla="*/ 1365980 h 5599766"/>
              <a:gd name="connsiteX5468" fmla="*/ 2376626 w 10321503"/>
              <a:gd name="connsiteY5468" fmla="*/ 1365314 h 5599766"/>
              <a:gd name="connsiteX5469" fmla="*/ 2380159 w 10321503"/>
              <a:gd name="connsiteY5469" fmla="*/ 1359172 h 5599766"/>
              <a:gd name="connsiteX5470" fmla="*/ 2380773 w 10321503"/>
              <a:gd name="connsiteY5470" fmla="*/ 1358814 h 5599766"/>
              <a:gd name="connsiteX5471" fmla="*/ 2387835 w 10321503"/>
              <a:gd name="connsiteY5471" fmla="*/ 1358814 h 5599766"/>
              <a:gd name="connsiteX5472" fmla="*/ 2388449 w 10321503"/>
              <a:gd name="connsiteY5472" fmla="*/ 1359172 h 5599766"/>
              <a:gd name="connsiteX5473" fmla="*/ 2391981 w 10321503"/>
              <a:gd name="connsiteY5473" fmla="*/ 1365314 h 5599766"/>
              <a:gd name="connsiteX5474" fmla="*/ 2391981 w 10321503"/>
              <a:gd name="connsiteY5474" fmla="*/ 1365980 h 5599766"/>
              <a:gd name="connsiteX5475" fmla="*/ 2388449 w 10321503"/>
              <a:gd name="connsiteY5475" fmla="*/ 1372122 h 5599766"/>
              <a:gd name="connsiteX5476" fmla="*/ 2387835 w 10321503"/>
              <a:gd name="connsiteY5476" fmla="*/ 1372479 h 5599766"/>
              <a:gd name="connsiteX5477" fmla="*/ 2586060 w 10321503"/>
              <a:gd name="connsiteY5477" fmla="*/ 1372479 h 5599766"/>
              <a:gd name="connsiteX5478" fmla="*/ 2578998 w 10321503"/>
              <a:gd name="connsiteY5478" fmla="*/ 1372479 h 5599766"/>
              <a:gd name="connsiteX5479" fmla="*/ 2578383 w 10321503"/>
              <a:gd name="connsiteY5479" fmla="*/ 1372122 h 5599766"/>
              <a:gd name="connsiteX5480" fmla="*/ 2574850 w 10321503"/>
              <a:gd name="connsiteY5480" fmla="*/ 1365980 h 5599766"/>
              <a:gd name="connsiteX5481" fmla="*/ 2574850 w 10321503"/>
              <a:gd name="connsiteY5481" fmla="*/ 1365314 h 5599766"/>
              <a:gd name="connsiteX5482" fmla="*/ 2578383 w 10321503"/>
              <a:gd name="connsiteY5482" fmla="*/ 1359172 h 5599766"/>
              <a:gd name="connsiteX5483" fmla="*/ 2578998 w 10321503"/>
              <a:gd name="connsiteY5483" fmla="*/ 1358814 h 5599766"/>
              <a:gd name="connsiteX5484" fmla="*/ 2586060 w 10321503"/>
              <a:gd name="connsiteY5484" fmla="*/ 1358814 h 5599766"/>
              <a:gd name="connsiteX5485" fmla="*/ 2586674 w 10321503"/>
              <a:gd name="connsiteY5485" fmla="*/ 1359172 h 5599766"/>
              <a:gd name="connsiteX5486" fmla="*/ 2590205 w 10321503"/>
              <a:gd name="connsiteY5486" fmla="*/ 1365314 h 5599766"/>
              <a:gd name="connsiteX5487" fmla="*/ 2590205 w 10321503"/>
              <a:gd name="connsiteY5487" fmla="*/ 1365980 h 5599766"/>
              <a:gd name="connsiteX5488" fmla="*/ 2586674 w 10321503"/>
              <a:gd name="connsiteY5488" fmla="*/ 1372122 h 5599766"/>
              <a:gd name="connsiteX5489" fmla="*/ 2586060 w 10321503"/>
              <a:gd name="connsiteY5489" fmla="*/ 1372479 h 5599766"/>
              <a:gd name="connsiteX5490" fmla="*/ 2784284 w 10321503"/>
              <a:gd name="connsiteY5490" fmla="*/ 1372479 h 5599766"/>
              <a:gd name="connsiteX5491" fmla="*/ 2777221 w 10321503"/>
              <a:gd name="connsiteY5491" fmla="*/ 1372479 h 5599766"/>
              <a:gd name="connsiteX5492" fmla="*/ 2776607 w 10321503"/>
              <a:gd name="connsiteY5492" fmla="*/ 1372122 h 5599766"/>
              <a:gd name="connsiteX5493" fmla="*/ 2773075 w 10321503"/>
              <a:gd name="connsiteY5493" fmla="*/ 1365980 h 5599766"/>
              <a:gd name="connsiteX5494" fmla="*/ 2773075 w 10321503"/>
              <a:gd name="connsiteY5494" fmla="*/ 1365314 h 5599766"/>
              <a:gd name="connsiteX5495" fmla="*/ 2776607 w 10321503"/>
              <a:gd name="connsiteY5495" fmla="*/ 1359172 h 5599766"/>
              <a:gd name="connsiteX5496" fmla="*/ 2777221 w 10321503"/>
              <a:gd name="connsiteY5496" fmla="*/ 1358814 h 5599766"/>
              <a:gd name="connsiteX5497" fmla="*/ 2784284 w 10321503"/>
              <a:gd name="connsiteY5497" fmla="*/ 1358814 h 5599766"/>
              <a:gd name="connsiteX5498" fmla="*/ 2784898 w 10321503"/>
              <a:gd name="connsiteY5498" fmla="*/ 1359172 h 5599766"/>
              <a:gd name="connsiteX5499" fmla="*/ 2788430 w 10321503"/>
              <a:gd name="connsiteY5499" fmla="*/ 1365314 h 5599766"/>
              <a:gd name="connsiteX5500" fmla="*/ 2788430 w 10321503"/>
              <a:gd name="connsiteY5500" fmla="*/ 1365980 h 5599766"/>
              <a:gd name="connsiteX5501" fmla="*/ 2784898 w 10321503"/>
              <a:gd name="connsiteY5501" fmla="*/ 1372122 h 5599766"/>
              <a:gd name="connsiteX5502" fmla="*/ 2784284 w 10321503"/>
              <a:gd name="connsiteY5502" fmla="*/ 1372479 h 5599766"/>
              <a:gd name="connsiteX5503" fmla="*/ 2982559 w 10321503"/>
              <a:gd name="connsiteY5503" fmla="*/ 1372479 h 5599766"/>
              <a:gd name="connsiteX5504" fmla="*/ 2975496 w 10321503"/>
              <a:gd name="connsiteY5504" fmla="*/ 1372479 h 5599766"/>
              <a:gd name="connsiteX5505" fmla="*/ 2974882 w 10321503"/>
              <a:gd name="connsiteY5505" fmla="*/ 1372122 h 5599766"/>
              <a:gd name="connsiteX5506" fmla="*/ 2971351 w 10321503"/>
              <a:gd name="connsiteY5506" fmla="*/ 1365980 h 5599766"/>
              <a:gd name="connsiteX5507" fmla="*/ 2971351 w 10321503"/>
              <a:gd name="connsiteY5507" fmla="*/ 1365314 h 5599766"/>
              <a:gd name="connsiteX5508" fmla="*/ 2974882 w 10321503"/>
              <a:gd name="connsiteY5508" fmla="*/ 1359172 h 5599766"/>
              <a:gd name="connsiteX5509" fmla="*/ 2975496 w 10321503"/>
              <a:gd name="connsiteY5509" fmla="*/ 1358814 h 5599766"/>
              <a:gd name="connsiteX5510" fmla="*/ 2982559 w 10321503"/>
              <a:gd name="connsiteY5510" fmla="*/ 1358814 h 5599766"/>
              <a:gd name="connsiteX5511" fmla="*/ 2983173 w 10321503"/>
              <a:gd name="connsiteY5511" fmla="*/ 1359172 h 5599766"/>
              <a:gd name="connsiteX5512" fmla="*/ 2986706 w 10321503"/>
              <a:gd name="connsiteY5512" fmla="*/ 1365314 h 5599766"/>
              <a:gd name="connsiteX5513" fmla="*/ 2986706 w 10321503"/>
              <a:gd name="connsiteY5513" fmla="*/ 1365980 h 5599766"/>
              <a:gd name="connsiteX5514" fmla="*/ 2983173 w 10321503"/>
              <a:gd name="connsiteY5514" fmla="*/ 1372122 h 5599766"/>
              <a:gd name="connsiteX5515" fmla="*/ 2982559 w 10321503"/>
              <a:gd name="connsiteY5515" fmla="*/ 1372479 h 5599766"/>
              <a:gd name="connsiteX5516" fmla="*/ 3180784 w 10321503"/>
              <a:gd name="connsiteY5516" fmla="*/ 1372479 h 5599766"/>
              <a:gd name="connsiteX5517" fmla="*/ 3173721 w 10321503"/>
              <a:gd name="connsiteY5517" fmla="*/ 1372479 h 5599766"/>
              <a:gd name="connsiteX5518" fmla="*/ 3173107 w 10321503"/>
              <a:gd name="connsiteY5518" fmla="*/ 1372122 h 5599766"/>
              <a:gd name="connsiteX5519" fmla="*/ 3169576 w 10321503"/>
              <a:gd name="connsiteY5519" fmla="*/ 1365980 h 5599766"/>
              <a:gd name="connsiteX5520" fmla="*/ 3169576 w 10321503"/>
              <a:gd name="connsiteY5520" fmla="*/ 1365314 h 5599766"/>
              <a:gd name="connsiteX5521" fmla="*/ 3173107 w 10321503"/>
              <a:gd name="connsiteY5521" fmla="*/ 1359172 h 5599766"/>
              <a:gd name="connsiteX5522" fmla="*/ 3173721 w 10321503"/>
              <a:gd name="connsiteY5522" fmla="*/ 1358814 h 5599766"/>
              <a:gd name="connsiteX5523" fmla="*/ 3180784 w 10321503"/>
              <a:gd name="connsiteY5523" fmla="*/ 1358814 h 5599766"/>
              <a:gd name="connsiteX5524" fmla="*/ 3181398 w 10321503"/>
              <a:gd name="connsiteY5524" fmla="*/ 1359172 h 5599766"/>
              <a:gd name="connsiteX5525" fmla="*/ 3184931 w 10321503"/>
              <a:gd name="connsiteY5525" fmla="*/ 1365314 h 5599766"/>
              <a:gd name="connsiteX5526" fmla="*/ 3184931 w 10321503"/>
              <a:gd name="connsiteY5526" fmla="*/ 1365980 h 5599766"/>
              <a:gd name="connsiteX5527" fmla="*/ 3181398 w 10321503"/>
              <a:gd name="connsiteY5527" fmla="*/ 1372122 h 5599766"/>
              <a:gd name="connsiteX5528" fmla="*/ 3180784 w 10321503"/>
              <a:gd name="connsiteY5528" fmla="*/ 1372479 h 5599766"/>
              <a:gd name="connsiteX5529" fmla="*/ 3379008 w 10321503"/>
              <a:gd name="connsiteY5529" fmla="*/ 1372479 h 5599766"/>
              <a:gd name="connsiteX5530" fmla="*/ 3371947 w 10321503"/>
              <a:gd name="connsiteY5530" fmla="*/ 1372479 h 5599766"/>
              <a:gd name="connsiteX5531" fmla="*/ 3371332 w 10321503"/>
              <a:gd name="connsiteY5531" fmla="*/ 1372122 h 5599766"/>
              <a:gd name="connsiteX5532" fmla="*/ 3367800 w 10321503"/>
              <a:gd name="connsiteY5532" fmla="*/ 1365980 h 5599766"/>
              <a:gd name="connsiteX5533" fmla="*/ 3367800 w 10321503"/>
              <a:gd name="connsiteY5533" fmla="*/ 1365314 h 5599766"/>
              <a:gd name="connsiteX5534" fmla="*/ 3371332 w 10321503"/>
              <a:gd name="connsiteY5534" fmla="*/ 1359172 h 5599766"/>
              <a:gd name="connsiteX5535" fmla="*/ 3371947 w 10321503"/>
              <a:gd name="connsiteY5535" fmla="*/ 1358814 h 5599766"/>
              <a:gd name="connsiteX5536" fmla="*/ 3379008 w 10321503"/>
              <a:gd name="connsiteY5536" fmla="*/ 1358814 h 5599766"/>
              <a:gd name="connsiteX5537" fmla="*/ 3379624 w 10321503"/>
              <a:gd name="connsiteY5537" fmla="*/ 1359172 h 5599766"/>
              <a:gd name="connsiteX5538" fmla="*/ 3383155 w 10321503"/>
              <a:gd name="connsiteY5538" fmla="*/ 1365314 h 5599766"/>
              <a:gd name="connsiteX5539" fmla="*/ 3383155 w 10321503"/>
              <a:gd name="connsiteY5539" fmla="*/ 1365980 h 5599766"/>
              <a:gd name="connsiteX5540" fmla="*/ 3379624 w 10321503"/>
              <a:gd name="connsiteY5540" fmla="*/ 1372122 h 5599766"/>
              <a:gd name="connsiteX5541" fmla="*/ 3379008 w 10321503"/>
              <a:gd name="connsiteY5541" fmla="*/ 1372479 h 5599766"/>
              <a:gd name="connsiteX5542" fmla="*/ 3577234 w 10321503"/>
              <a:gd name="connsiteY5542" fmla="*/ 1372479 h 5599766"/>
              <a:gd name="connsiteX5543" fmla="*/ 3570172 w 10321503"/>
              <a:gd name="connsiteY5543" fmla="*/ 1372479 h 5599766"/>
              <a:gd name="connsiteX5544" fmla="*/ 3569557 w 10321503"/>
              <a:gd name="connsiteY5544" fmla="*/ 1372122 h 5599766"/>
              <a:gd name="connsiteX5545" fmla="*/ 3566024 w 10321503"/>
              <a:gd name="connsiteY5545" fmla="*/ 1365980 h 5599766"/>
              <a:gd name="connsiteX5546" fmla="*/ 3566024 w 10321503"/>
              <a:gd name="connsiteY5546" fmla="*/ 1365314 h 5599766"/>
              <a:gd name="connsiteX5547" fmla="*/ 3569557 w 10321503"/>
              <a:gd name="connsiteY5547" fmla="*/ 1359172 h 5599766"/>
              <a:gd name="connsiteX5548" fmla="*/ 3570172 w 10321503"/>
              <a:gd name="connsiteY5548" fmla="*/ 1358814 h 5599766"/>
              <a:gd name="connsiteX5549" fmla="*/ 3577234 w 10321503"/>
              <a:gd name="connsiteY5549" fmla="*/ 1358814 h 5599766"/>
              <a:gd name="connsiteX5550" fmla="*/ 3577848 w 10321503"/>
              <a:gd name="connsiteY5550" fmla="*/ 1359172 h 5599766"/>
              <a:gd name="connsiteX5551" fmla="*/ 3581379 w 10321503"/>
              <a:gd name="connsiteY5551" fmla="*/ 1365314 h 5599766"/>
              <a:gd name="connsiteX5552" fmla="*/ 3581379 w 10321503"/>
              <a:gd name="connsiteY5552" fmla="*/ 1365980 h 5599766"/>
              <a:gd name="connsiteX5553" fmla="*/ 3577848 w 10321503"/>
              <a:gd name="connsiteY5553" fmla="*/ 1372122 h 5599766"/>
              <a:gd name="connsiteX5554" fmla="*/ 3577234 w 10321503"/>
              <a:gd name="connsiteY5554" fmla="*/ 1372479 h 5599766"/>
              <a:gd name="connsiteX5555" fmla="*/ 3775459 w 10321503"/>
              <a:gd name="connsiteY5555" fmla="*/ 1372479 h 5599766"/>
              <a:gd name="connsiteX5556" fmla="*/ 3768396 w 10321503"/>
              <a:gd name="connsiteY5556" fmla="*/ 1372479 h 5599766"/>
              <a:gd name="connsiteX5557" fmla="*/ 3767781 w 10321503"/>
              <a:gd name="connsiteY5557" fmla="*/ 1372122 h 5599766"/>
              <a:gd name="connsiteX5558" fmla="*/ 3764249 w 10321503"/>
              <a:gd name="connsiteY5558" fmla="*/ 1365980 h 5599766"/>
              <a:gd name="connsiteX5559" fmla="*/ 3764249 w 10321503"/>
              <a:gd name="connsiteY5559" fmla="*/ 1365314 h 5599766"/>
              <a:gd name="connsiteX5560" fmla="*/ 3767781 w 10321503"/>
              <a:gd name="connsiteY5560" fmla="*/ 1359172 h 5599766"/>
              <a:gd name="connsiteX5561" fmla="*/ 3768396 w 10321503"/>
              <a:gd name="connsiteY5561" fmla="*/ 1358814 h 5599766"/>
              <a:gd name="connsiteX5562" fmla="*/ 3775459 w 10321503"/>
              <a:gd name="connsiteY5562" fmla="*/ 1358814 h 5599766"/>
              <a:gd name="connsiteX5563" fmla="*/ 3776073 w 10321503"/>
              <a:gd name="connsiteY5563" fmla="*/ 1359172 h 5599766"/>
              <a:gd name="connsiteX5564" fmla="*/ 3779604 w 10321503"/>
              <a:gd name="connsiteY5564" fmla="*/ 1365314 h 5599766"/>
              <a:gd name="connsiteX5565" fmla="*/ 3779604 w 10321503"/>
              <a:gd name="connsiteY5565" fmla="*/ 1365980 h 5599766"/>
              <a:gd name="connsiteX5566" fmla="*/ 3776073 w 10321503"/>
              <a:gd name="connsiteY5566" fmla="*/ 1372122 h 5599766"/>
              <a:gd name="connsiteX5567" fmla="*/ 3775459 w 10321503"/>
              <a:gd name="connsiteY5567" fmla="*/ 1372479 h 5599766"/>
              <a:gd name="connsiteX5568" fmla="*/ 3973734 w 10321503"/>
              <a:gd name="connsiteY5568" fmla="*/ 1372479 h 5599766"/>
              <a:gd name="connsiteX5569" fmla="*/ 3966671 w 10321503"/>
              <a:gd name="connsiteY5569" fmla="*/ 1372479 h 5599766"/>
              <a:gd name="connsiteX5570" fmla="*/ 3966057 w 10321503"/>
              <a:gd name="connsiteY5570" fmla="*/ 1372122 h 5599766"/>
              <a:gd name="connsiteX5571" fmla="*/ 3962525 w 10321503"/>
              <a:gd name="connsiteY5571" fmla="*/ 1365980 h 5599766"/>
              <a:gd name="connsiteX5572" fmla="*/ 3962525 w 10321503"/>
              <a:gd name="connsiteY5572" fmla="*/ 1365314 h 5599766"/>
              <a:gd name="connsiteX5573" fmla="*/ 3966057 w 10321503"/>
              <a:gd name="connsiteY5573" fmla="*/ 1359172 h 5599766"/>
              <a:gd name="connsiteX5574" fmla="*/ 3966671 w 10321503"/>
              <a:gd name="connsiteY5574" fmla="*/ 1358814 h 5599766"/>
              <a:gd name="connsiteX5575" fmla="*/ 3973734 w 10321503"/>
              <a:gd name="connsiteY5575" fmla="*/ 1358814 h 5599766"/>
              <a:gd name="connsiteX5576" fmla="*/ 3974348 w 10321503"/>
              <a:gd name="connsiteY5576" fmla="*/ 1359172 h 5599766"/>
              <a:gd name="connsiteX5577" fmla="*/ 3977880 w 10321503"/>
              <a:gd name="connsiteY5577" fmla="*/ 1365314 h 5599766"/>
              <a:gd name="connsiteX5578" fmla="*/ 3977880 w 10321503"/>
              <a:gd name="connsiteY5578" fmla="*/ 1365980 h 5599766"/>
              <a:gd name="connsiteX5579" fmla="*/ 3974348 w 10321503"/>
              <a:gd name="connsiteY5579" fmla="*/ 1372122 h 5599766"/>
              <a:gd name="connsiteX5580" fmla="*/ 3973734 w 10321503"/>
              <a:gd name="connsiteY5580" fmla="*/ 1372479 h 5599766"/>
              <a:gd name="connsiteX5581" fmla="*/ 4171959 w 10321503"/>
              <a:gd name="connsiteY5581" fmla="*/ 1372479 h 5599766"/>
              <a:gd name="connsiteX5582" fmla="*/ 4164896 w 10321503"/>
              <a:gd name="connsiteY5582" fmla="*/ 1372479 h 5599766"/>
              <a:gd name="connsiteX5583" fmla="*/ 4164282 w 10321503"/>
              <a:gd name="connsiteY5583" fmla="*/ 1372122 h 5599766"/>
              <a:gd name="connsiteX5584" fmla="*/ 4160751 w 10321503"/>
              <a:gd name="connsiteY5584" fmla="*/ 1365980 h 5599766"/>
              <a:gd name="connsiteX5585" fmla="*/ 4160751 w 10321503"/>
              <a:gd name="connsiteY5585" fmla="*/ 1365314 h 5599766"/>
              <a:gd name="connsiteX5586" fmla="*/ 4164282 w 10321503"/>
              <a:gd name="connsiteY5586" fmla="*/ 1359172 h 5599766"/>
              <a:gd name="connsiteX5587" fmla="*/ 4164896 w 10321503"/>
              <a:gd name="connsiteY5587" fmla="*/ 1358814 h 5599766"/>
              <a:gd name="connsiteX5588" fmla="*/ 4171959 w 10321503"/>
              <a:gd name="connsiteY5588" fmla="*/ 1358814 h 5599766"/>
              <a:gd name="connsiteX5589" fmla="*/ 4172573 w 10321503"/>
              <a:gd name="connsiteY5589" fmla="*/ 1359172 h 5599766"/>
              <a:gd name="connsiteX5590" fmla="*/ 4176105 w 10321503"/>
              <a:gd name="connsiteY5590" fmla="*/ 1365314 h 5599766"/>
              <a:gd name="connsiteX5591" fmla="*/ 4176105 w 10321503"/>
              <a:gd name="connsiteY5591" fmla="*/ 1365980 h 5599766"/>
              <a:gd name="connsiteX5592" fmla="*/ 4172573 w 10321503"/>
              <a:gd name="connsiteY5592" fmla="*/ 1372122 h 5599766"/>
              <a:gd name="connsiteX5593" fmla="*/ 4171959 w 10321503"/>
              <a:gd name="connsiteY5593" fmla="*/ 1372479 h 5599766"/>
              <a:gd name="connsiteX5594" fmla="*/ 4370183 w 10321503"/>
              <a:gd name="connsiteY5594" fmla="*/ 1372479 h 5599766"/>
              <a:gd name="connsiteX5595" fmla="*/ 4363121 w 10321503"/>
              <a:gd name="connsiteY5595" fmla="*/ 1372479 h 5599766"/>
              <a:gd name="connsiteX5596" fmla="*/ 4362506 w 10321503"/>
              <a:gd name="connsiteY5596" fmla="*/ 1372122 h 5599766"/>
              <a:gd name="connsiteX5597" fmla="*/ 4358975 w 10321503"/>
              <a:gd name="connsiteY5597" fmla="*/ 1365980 h 5599766"/>
              <a:gd name="connsiteX5598" fmla="*/ 4358975 w 10321503"/>
              <a:gd name="connsiteY5598" fmla="*/ 1365314 h 5599766"/>
              <a:gd name="connsiteX5599" fmla="*/ 4362506 w 10321503"/>
              <a:gd name="connsiteY5599" fmla="*/ 1359172 h 5599766"/>
              <a:gd name="connsiteX5600" fmla="*/ 4363121 w 10321503"/>
              <a:gd name="connsiteY5600" fmla="*/ 1358814 h 5599766"/>
              <a:gd name="connsiteX5601" fmla="*/ 4370183 w 10321503"/>
              <a:gd name="connsiteY5601" fmla="*/ 1358814 h 5599766"/>
              <a:gd name="connsiteX5602" fmla="*/ 4370797 w 10321503"/>
              <a:gd name="connsiteY5602" fmla="*/ 1359172 h 5599766"/>
              <a:gd name="connsiteX5603" fmla="*/ 4374329 w 10321503"/>
              <a:gd name="connsiteY5603" fmla="*/ 1365314 h 5599766"/>
              <a:gd name="connsiteX5604" fmla="*/ 4374329 w 10321503"/>
              <a:gd name="connsiteY5604" fmla="*/ 1365980 h 5599766"/>
              <a:gd name="connsiteX5605" fmla="*/ 4370797 w 10321503"/>
              <a:gd name="connsiteY5605" fmla="*/ 1372122 h 5599766"/>
              <a:gd name="connsiteX5606" fmla="*/ 4370183 w 10321503"/>
              <a:gd name="connsiteY5606" fmla="*/ 1372479 h 5599766"/>
              <a:gd name="connsiteX5607" fmla="*/ 4568408 w 10321503"/>
              <a:gd name="connsiteY5607" fmla="*/ 1372479 h 5599766"/>
              <a:gd name="connsiteX5608" fmla="*/ 4561345 w 10321503"/>
              <a:gd name="connsiteY5608" fmla="*/ 1372479 h 5599766"/>
              <a:gd name="connsiteX5609" fmla="*/ 4560731 w 10321503"/>
              <a:gd name="connsiteY5609" fmla="*/ 1372122 h 5599766"/>
              <a:gd name="connsiteX5610" fmla="*/ 4557199 w 10321503"/>
              <a:gd name="connsiteY5610" fmla="*/ 1365980 h 5599766"/>
              <a:gd name="connsiteX5611" fmla="*/ 4557199 w 10321503"/>
              <a:gd name="connsiteY5611" fmla="*/ 1365314 h 5599766"/>
              <a:gd name="connsiteX5612" fmla="*/ 4560731 w 10321503"/>
              <a:gd name="connsiteY5612" fmla="*/ 1359172 h 5599766"/>
              <a:gd name="connsiteX5613" fmla="*/ 4561345 w 10321503"/>
              <a:gd name="connsiteY5613" fmla="*/ 1358814 h 5599766"/>
              <a:gd name="connsiteX5614" fmla="*/ 4568408 w 10321503"/>
              <a:gd name="connsiteY5614" fmla="*/ 1358814 h 5599766"/>
              <a:gd name="connsiteX5615" fmla="*/ 4569022 w 10321503"/>
              <a:gd name="connsiteY5615" fmla="*/ 1359172 h 5599766"/>
              <a:gd name="connsiteX5616" fmla="*/ 4572554 w 10321503"/>
              <a:gd name="connsiteY5616" fmla="*/ 1365314 h 5599766"/>
              <a:gd name="connsiteX5617" fmla="*/ 4572554 w 10321503"/>
              <a:gd name="connsiteY5617" fmla="*/ 1365980 h 5599766"/>
              <a:gd name="connsiteX5618" fmla="*/ 4569022 w 10321503"/>
              <a:gd name="connsiteY5618" fmla="*/ 1372122 h 5599766"/>
              <a:gd name="connsiteX5619" fmla="*/ 4568408 w 10321503"/>
              <a:gd name="connsiteY5619" fmla="*/ 1372479 h 5599766"/>
              <a:gd name="connsiteX5620" fmla="*/ 4766683 w 10321503"/>
              <a:gd name="connsiteY5620" fmla="*/ 1372479 h 5599766"/>
              <a:gd name="connsiteX5621" fmla="*/ 4759621 w 10321503"/>
              <a:gd name="connsiteY5621" fmla="*/ 1372479 h 5599766"/>
              <a:gd name="connsiteX5622" fmla="*/ 4759007 w 10321503"/>
              <a:gd name="connsiteY5622" fmla="*/ 1372122 h 5599766"/>
              <a:gd name="connsiteX5623" fmla="*/ 4755475 w 10321503"/>
              <a:gd name="connsiteY5623" fmla="*/ 1365980 h 5599766"/>
              <a:gd name="connsiteX5624" fmla="*/ 4755475 w 10321503"/>
              <a:gd name="connsiteY5624" fmla="*/ 1365314 h 5599766"/>
              <a:gd name="connsiteX5625" fmla="*/ 4759007 w 10321503"/>
              <a:gd name="connsiteY5625" fmla="*/ 1359172 h 5599766"/>
              <a:gd name="connsiteX5626" fmla="*/ 4759621 w 10321503"/>
              <a:gd name="connsiteY5626" fmla="*/ 1358814 h 5599766"/>
              <a:gd name="connsiteX5627" fmla="*/ 4766683 w 10321503"/>
              <a:gd name="connsiteY5627" fmla="*/ 1358814 h 5599766"/>
              <a:gd name="connsiteX5628" fmla="*/ 4767297 w 10321503"/>
              <a:gd name="connsiteY5628" fmla="*/ 1359172 h 5599766"/>
              <a:gd name="connsiteX5629" fmla="*/ 4770829 w 10321503"/>
              <a:gd name="connsiteY5629" fmla="*/ 1365314 h 5599766"/>
              <a:gd name="connsiteX5630" fmla="*/ 4770829 w 10321503"/>
              <a:gd name="connsiteY5630" fmla="*/ 1365980 h 5599766"/>
              <a:gd name="connsiteX5631" fmla="*/ 4767297 w 10321503"/>
              <a:gd name="connsiteY5631" fmla="*/ 1372122 h 5599766"/>
              <a:gd name="connsiteX5632" fmla="*/ 4766683 w 10321503"/>
              <a:gd name="connsiteY5632" fmla="*/ 1372479 h 5599766"/>
              <a:gd name="connsiteX5633" fmla="*/ 4964909 w 10321503"/>
              <a:gd name="connsiteY5633" fmla="*/ 1372479 h 5599766"/>
              <a:gd name="connsiteX5634" fmla="*/ 4957846 w 10321503"/>
              <a:gd name="connsiteY5634" fmla="*/ 1372479 h 5599766"/>
              <a:gd name="connsiteX5635" fmla="*/ 4957232 w 10321503"/>
              <a:gd name="connsiteY5635" fmla="*/ 1372122 h 5599766"/>
              <a:gd name="connsiteX5636" fmla="*/ 4953699 w 10321503"/>
              <a:gd name="connsiteY5636" fmla="*/ 1365980 h 5599766"/>
              <a:gd name="connsiteX5637" fmla="*/ 4953699 w 10321503"/>
              <a:gd name="connsiteY5637" fmla="*/ 1365314 h 5599766"/>
              <a:gd name="connsiteX5638" fmla="*/ 4957232 w 10321503"/>
              <a:gd name="connsiteY5638" fmla="*/ 1359172 h 5599766"/>
              <a:gd name="connsiteX5639" fmla="*/ 4957846 w 10321503"/>
              <a:gd name="connsiteY5639" fmla="*/ 1358814 h 5599766"/>
              <a:gd name="connsiteX5640" fmla="*/ 4964909 w 10321503"/>
              <a:gd name="connsiteY5640" fmla="*/ 1358814 h 5599766"/>
              <a:gd name="connsiteX5641" fmla="*/ 4965523 w 10321503"/>
              <a:gd name="connsiteY5641" fmla="*/ 1359172 h 5599766"/>
              <a:gd name="connsiteX5642" fmla="*/ 4969054 w 10321503"/>
              <a:gd name="connsiteY5642" fmla="*/ 1365314 h 5599766"/>
              <a:gd name="connsiteX5643" fmla="*/ 4969054 w 10321503"/>
              <a:gd name="connsiteY5643" fmla="*/ 1365980 h 5599766"/>
              <a:gd name="connsiteX5644" fmla="*/ 4965523 w 10321503"/>
              <a:gd name="connsiteY5644" fmla="*/ 1372122 h 5599766"/>
              <a:gd name="connsiteX5645" fmla="*/ 4964909 w 10321503"/>
              <a:gd name="connsiteY5645" fmla="*/ 1372479 h 5599766"/>
              <a:gd name="connsiteX5646" fmla="*/ 5163134 w 10321503"/>
              <a:gd name="connsiteY5646" fmla="*/ 1372479 h 5599766"/>
              <a:gd name="connsiteX5647" fmla="*/ 5156070 w 10321503"/>
              <a:gd name="connsiteY5647" fmla="*/ 1372479 h 5599766"/>
              <a:gd name="connsiteX5648" fmla="*/ 5155456 w 10321503"/>
              <a:gd name="connsiteY5648" fmla="*/ 1372122 h 5599766"/>
              <a:gd name="connsiteX5649" fmla="*/ 5151924 w 10321503"/>
              <a:gd name="connsiteY5649" fmla="*/ 1365980 h 5599766"/>
              <a:gd name="connsiteX5650" fmla="*/ 5151924 w 10321503"/>
              <a:gd name="connsiteY5650" fmla="*/ 1365314 h 5599766"/>
              <a:gd name="connsiteX5651" fmla="*/ 5155456 w 10321503"/>
              <a:gd name="connsiteY5651" fmla="*/ 1359172 h 5599766"/>
              <a:gd name="connsiteX5652" fmla="*/ 5156070 w 10321503"/>
              <a:gd name="connsiteY5652" fmla="*/ 1358814 h 5599766"/>
              <a:gd name="connsiteX5653" fmla="*/ 5163134 w 10321503"/>
              <a:gd name="connsiteY5653" fmla="*/ 1358814 h 5599766"/>
              <a:gd name="connsiteX5654" fmla="*/ 5163748 w 10321503"/>
              <a:gd name="connsiteY5654" fmla="*/ 1359172 h 5599766"/>
              <a:gd name="connsiteX5655" fmla="*/ 5167279 w 10321503"/>
              <a:gd name="connsiteY5655" fmla="*/ 1365314 h 5599766"/>
              <a:gd name="connsiteX5656" fmla="*/ 5167279 w 10321503"/>
              <a:gd name="connsiteY5656" fmla="*/ 1365980 h 5599766"/>
              <a:gd name="connsiteX5657" fmla="*/ 5163748 w 10321503"/>
              <a:gd name="connsiteY5657" fmla="*/ 1372122 h 5599766"/>
              <a:gd name="connsiteX5658" fmla="*/ 5163134 w 10321503"/>
              <a:gd name="connsiteY5658" fmla="*/ 1372479 h 5599766"/>
              <a:gd name="connsiteX5659" fmla="*/ 5361358 w 10321503"/>
              <a:gd name="connsiteY5659" fmla="*/ 1372479 h 5599766"/>
              <a:gd name="connsiteX5660" fmla="*/ 5354295 w 10321503"/>
              <a:gd name="connsiteY5660" fmla="*/ 1372479 h 5599766"/>
              <a:gd name="connsiteX5661" fmla="*/ 5353680 w 10321503"/>
              <a:gd name="connsiteY5661" fmla="*/ 1372122 h 5599766"/>
              <a:gd name="connsiteX5662" fmla="*/ 5350149 w 10321503"/>
              <a:gd name="connsiteY5662" fmla="*/ 1365980 h 5599766"/>
              <a:gd name="connsiteX5663" fmla="*/ 5350149 w 10321503"/>
              <a:gd name="connsiteY5663" fmla="*/ 1365314 h 5599766"/>
              <a:gd name="connsiteX5664" fmla="*/ 5353680 w 10321503"/>
              <a:gd name="connsiteY5664" fmla="*/ 1359172 h 5599766"/>
              <a:gd name="connsiteX5665" fmla="*/ 5354295 w 10321503"/>
              <a:gd name="connsiteY5665" fmla="*/ 1358814 h 5599766"/>
              <a:gd name="connsiteX5666" fmla="*/ 5361358 w 10321503"/>
              <a:gd name="connsiteY5666" fmla="*/ 1358814 h 5599766"/>
              <a:gd name="connsiteX5667" fmla="*/ 5361972 w 10321503"/>
              <a:gd name="connsiteY5667" fmla="*/ 1359172 h 5599766"/>
              <a:gd name="connsiteX5668" fmla="*/ 5365503 w 10321503"/>
              <a:gd name="connsiteY5668" fmla="*/ 1365314 h 5599766"/>
              <a:gd name="connsiteX5669" fmla="*/ 5365503 w 10321503"/>
              <a:gd name="connsiteY5669" fmla="*/ 1365980 h 5599766"/>
              <a:gd name="connsiteX5670" fmla="*/ 5361972 w 10321503"/>
              <a:gd name="connsiteY5670" fmla="*/ 1372122 h 5599766"/>
              <a:gd name="connsiteX5671" fmla="*/ 5361358 w 10321503"/>
              <a:gd name="connsiteY5671" fmla="*/ 1372479 h 5599766"/>
              <a:gd name="connsiteX5672" fmla="*/ 5559633 w 10321503"/>
              <a:gd name="connsiteY5672" fmla="*/ 1372479 h 5599766"/>
              <a:gd name="connsiteX5673" fmla="*/ 5552569 w 10321503"/>
              <a:gd name="connsiteY5673" fmla="*/ 1372479 h 5599766"/>
              <a:gd name="connsiteX5674" fmla="*/ 5551956 w 10321503"/>
              <a:gd name="connsiteY5674" fmla="*/ 1372122 h 5599766"/>
              <a:gd name="connsiteX5675" fmla="*/ 5548424 w 10321503"/>
              <a:gd name="connsiteY5675" fmla="*/ 1365980 h 5599766"/>
              <a:gd name="connsiteX5676" fmla="*/ 5548424 w 10321503"/>
              <a:gd name="connsiteY5676" fmla="*/ 1365314 h 5599766"/>
              <a:gd name="connsiteX5677" fmla="*/ 5551956 w 10321503"/>
              <a:gd name="connsiteY5677" fmla="*/ 1359172 h 5599766"/>
              <a:gd name="connsiteX5678" fmla="*/ 5552569 w 10321503"/>
              <a:gd name="connsiteY5678" fmla="*/ 1358814 h 5599766"/>
              <a:gd name="connsiteX5679" fmla="*/ 5559633 w 10321503"/>
              <a:gd name="connsiteY5679" fmla="*/ 1358814 h 5599766"/>
              <a:gd name="connsiteX5680" fmla="*/ 5560246 w 10321503"/>
              <a:gd name="connsiteY5680" fmla="*/ 1359172 h 5599766"/>
              <a:gd name="connsiteX5681" fmla="*/ 5563779 w 10321503"/>
              <a:gd name="connsiteY5681" fmla="*/ 1365314 h 5599766"/>
              <a:gd name="connsiteX5682" fmla="*/ 5563779 w 10321503"/>
              <a:gd name="connsiteY5682" fmla="*/ 1365980 h 5599766"/>
              <a:gd name="connsiteX5683" fmla="*/ 5560246 w 10321503"/>
              <a:gd name="connsiteY5683" fmla="*/ 1372122 h 5599766"/>
              <a:gd name="connsiteX5684" fmla="*/ 5559633 w 10321503"/>
              <a:gd name="connsiteY5684" fmla="*/ 1372479 h 5599766"/>
              <a:gd name="connsiteX5685" fmla="*/ 5757857 w 10321503"/>
              <a:gd name="connsiteY5685" fmla="*/ 1372479 h 5599766"/>
              <a:gd name="connsiteX5686" fmla="*/ 5750795 w 10321503"/>
              <a:gd name="connsiteY5686" fmla="*/ 1372479 h 5599766"/>
              <a:gd name="connsiteX5687" fmla="*/ 5750181 w 10321503"/>
              <a:gd name="connsiteY5687" fmla="*/ 1372122 h 5599766"/>
              <a:gd name="connsiteX5688" fmla="*/ 5746649 w 10321503"/>
              <a:gd name="connsiteY5688" fmla="*/ 1365980 h 5599766"/>
              <a:gd name="connsiteX5689" fmla="*/ 5746649 w 10321503"/>
              <a:gd name="connsiteY5689" fmla="*/ 1365314 h 5599766"/>
              <a:gd name="connsiteX5690" fmla="*/ 5750181 w 10321503"/>
              <a:gd name="connsiteY5690" fmla="*/ 1359172 h 5599766"/>
              <a:gd name="connsiteX5691" fmla="*/ 5750795 w 10321503"/>
              <a:gd name="connsiteY5691" fmla="*/ 1358814 h 5599766"/>
              <a:gd name="connsiteX5692" fmla="*/ 5757857 w 10321503"/>
              <a:gd name="connsiteY5692" fmla="*/ 1358814 h 5599766"/>
              <a:gd name="connsiteX5693" fmla="*/ 5758471 w 10321503"/>
              <a:gd name="connsiteY5693" fmla="*/ 1359172 h 5599766"/>
              <a:gd name="connsiteX5694" fmla="*/ 5762003 w 10321503"/>
              <a:gd name="connsiteY5694" fmla="*/ 1365314 h 5599766"/>
              <a:gd name="connsiteX5695" fmla="*/ 5762003 w 10321503"/>
              <a:gd name="connsiteY5695" fmla="*/ 1365980 h 5599766"/>
              <a:gd name="connsiteX5696" fmla="*/ 5758471 w 10321503"/>
              <a:gd name="connsiteY5696" fmla="*/ 1372122 h 5599766"/>
              <a:gd name="connsiteX5697" fmla="*/ 5757857 w 10321503"/>
              <a:gd name="connsiteY5697" fmla="*/ 1372479 h 5599766"/>
              <a:gd name="connsiteX5698" fmla="*/ 5956083 w 10321503"/>
              <a:gd name="connsiteY5698" fmla="*/ 1372479 h 5599766"/>
              <a:gd name="connsiteX5699" fmla="*/ 5949019 w 10321503"/>
              <a:gd name="connsiteY5699" fmla="*/ 1372479 h 5599766"/>
              <a:gd name="connsiteX5700" fmla="*/ 5948405 w 10321503"/>
              <a:gd name="connsiteY5700" fmla="*/ 1372122 h 5599766"/>
              <a:gd name="connsiteX5701" fmla="*/ 5944873 w 10321503"/>
              <a:gd name="connsiteY5701" fmla="*/ 1365980 h 5599766"/>
              <a:gd name="connsiteX5702" fmla="*/ 5944873 w 10321503"/>
              <a:gd name="connsiteY5702" fmla="*/ 1365314 h 5599766"/>
              <a:gd name="connsiteX5703" fmla="*/ 5948405 w 10321503"/>
              <a:gd name="connsiteY5703" fmla="*/ 1359172 h 5599766"/>
              <a:gd name="connsiteX5704" fmla="*/ 5949019 w 10321503"/>
              <a:gd name="connsiteY5704" fmla="*/ 1358814 h 5599766"/>
              <a:gd name="connsiteX5705" fmla="*/ 5956083 w 10321503"/>
              <a:gd name="connsiteY5705" fmla="*/ 1358814 h 5599766"/>
              <a:gd name="connsiteX5706" fmla="*/ 5956697 w 10321503"/>
              <a:gd name="connsiteY5706" fmla="*/ 1359172 h 5599766"/>
              <a:gd name="connsiteX5707" fmla="*/ 5960227 w 10321503"/>
              <a:gd name="connsiteY5707" fmla="*/ 1365314 h 5599766"/>
              <a:gd name="connsiteX5708" fmla="*/ 5960227 w 10321503"/>
              <a:gd name="connsiteY5708" fmla="*/ 1365980 h 5599766"/>
              <a:gd name="connsiteX5709" fmla="*/ 5956697 w 10321503"/>
              <a:gd name="connsiteY5709" fmla="*/ 1372122 h 5599766"/>
              <a:gd name="connsiteX5710" fmla="*/ 5956083 w 10321503"/>
              <a:gd name="connsiteY5710" fmla="*/ 1372479 h 5599766"/>
              <a:gd name="connsiteX5711" fmla="*/ 6154307 w 10321503"/>
              <a:gd name="connsiteY5711" fmla="*/ 1372479 h 5599766"/>
              <a:gd name="connsiteX5712" fmla="*/ 6147243 w 10321503"/>
              <a:gd name="connsiteY5712" fmla="*/ 1372479 h 5599766"/>
              <a:gd name="connsiteX5713" fmla="*/ 6146629 w 10321503"/>
              <a:gd name="connsiteY5713" fmla="*/ 1372122 h 5599766"/>
              <a:gd name="connsiteX5714" fmla="*/ 6143098 w 10321503"/>
              <a:gd name="connsiteY5714" fmla="*/ 1365980 h 5599766"/>
              <a:gd name="connsiteX5715" fmla="*/ 6143098 w 10321503"/>
              <a:gd name="connsiteY5715" fmla="*/ 1365314 h 5599766"/>
              <a:gd name="connsiteX5716" fmla="*/ 6146629 w 10321503"/>
              <a:gd name="connsiteY5716" fmla="*/ 1359172 h 5599766"/>
              <a:gd name="connsiteX5717" fmla="*/ 6147243 w 10321503"/>
              <a:gd name="connsiteY5717" fmla="*/ 1358814 h 5599766"/>
              <a:gd name="connsiteX5718" fmla="*/ 6154307 w 10321503"/>
              <a:gd name="connsiteY5718" fmla="*/ 1358814 h 5599766"/>
              <a:gd name="connsiteX5719" fmla="*/ 6154921 w 10321503"/>
              <a:gd name="connsiteY5719" fmla="*/ 1359172 h 5599766"/>
              <a:gd name="connsiteX5720" fmla="*/ 6158453 w 10321503"/>
              <a:gd name="connsiteY5720" fmla="*/ 1365314 h 5599766"/>
              <a:gd name="connsiteX5721" fmla="*/ 6158453 w 10321503"/>
              <a:gd name="connsiteY5721" fmla="*/ 1365980 h 5599766"/>
              <a:gd name="connsiteX5722" fmla="*/ 6154921 w 10321503"/>
              <a:gd name="connsiteY5722" fmla="*/ 1372122 h 5599766"/>
              <a:gd name="connsiteX5723" fmla="*/ 6154307 w 10321503"/>
              <a:gd name="connsiteY5723" fmla="*/ 1372479 h 5599766"/>
              <a:gd name="connsiteX5724" fmla="*/ 6352582 w 10321503"/>
              <a:gd name="connsiteY5724" fmla="*/ 1372479 h 5599766"/>
              <a:gd name="connsiteX5725" fmla="*/ 6345519 w 10321503"/>
              <a:gd name="connsiteY5725" fmla="*/ 1372479 h 5599766"/>
              <a:gd name="connsiteX5726" fmla="*/ 6344904 w 10321503"/>
              <a:gd name="connsiteY5726" fmla="*/ 1372122 h 5599766"/>
              <a:gd name="connsiteX5727" fmla="*/ 6341373 w 10321503"/>
              <a:gd name="connsiteY5727" fmla="*/ 1365980 h 5599766"/>
              <a:gd name="connsiteX5728" fmla="*/ 6341373 w 10321503"/>
              <a:gd name="connsiteY5728" fmla="*/ 1365314 h 5599766"/>
              <a:gd name="connsiteX5729" fmla="*/ 6344904 w 10321503"/>
              <a:gd name="connsiteY5729" fmla="*/ 1359172 h 5599766"/>
              <a:gd name="connsiteX5730" fmla="*/ 6345519 w 10321503"/>
              <a:gd name="connsiteY5730" fmla="*/ 1358814 h 5599766"/>
              <a:gd name="connsiteX5731" fmla="*/ 6352582 w 10321503"/>
              <a:gd name="connsiteY5731" fmla="*/ 1358814 h 5599766"/>
              <a:gd name="connsiteX5732" fmla="*/ 6353196 w 10321503"/>
              <a:gd name="connsiteY5732" fmla="*/ 1359172 h 5599766"/>
              <a:gd name="connsiteX5733" fmla="*/ 6356728 w 10321503"/>
              <a:gd name="connsiteY5733" fmla="*/ 1365314 h 5599766"/>
              <a:gd name="connsiteX5734" fmla="*/ 6356728 w 10321503"/>
              <a:gd name="connsiteY5734" fmla="*/ 1365980 h 5599766"/>
              <a:gd name="connsiteX5735" fmla="*/ 6353196 w 10321503"/>
              <a:gd name="connsiteY5735" fmla="*/ 1372122 h 5599766"/>
              <a:gd name="connsiteX5736" fmla="*/ 6352582 w 10321503"/>
              <a:gd name="connsiteY5736" fmla="*/ 1372479 h 5599766"/>
              <a:gd name="connsiteX5737" fmla="*/ 6550807 w 10321503"/>
              <a:gd name="connsiteY5737" fmla="*/ 1372479 h 5599766"/>
              <a:gd name="connsiteX5738" fmla="*/ 6543744 w 10321503"/>
              <a:gd name="connsiteY5738" fmla="*/ 1372479 h 5599766"/>
              <a:gd name="connsiteX5739" fmla="*/ 6543129 w 10321503"/>
              <a:gd name="connsiteY5739" fmla="*/ 1372122 h 5599766"/>
              <a:gd name="connsiteX5740" fmla="*/ 6539598 w 10321503"/>
              <a:gd name="connsiteY5740" fmla="*/ 1365980 h 5599766"/>
              <a:gd name="connsiteX5741" fmla="*/ 6539598 w 10321503"/>
              <a:gd name="connsiteY5741" fmla="*/ 1365314 h 5599766"/>
              <a:gd name="connsiteX5742" fmla="*/ 6543129 w 10321503"/>
              <a:gd name="connsiteY5742" fmla="*/ 1359172 h 5599766"/>
              <a:gd name="connsiteX5743" fmla="*/ 6543744 w 10321503"/>
              <a:gd name="connsiteY5743" fmla="*/ 1358814 h 5599766"/>
              <a:gd name="connsiteX5744" fmla="*/ 6550807 w 10321503"/>
              <a:gd name="connsiteY5744" fmla="*/ 1358814 h 5599766"/>
              <a:gd name="connsiteX5745" fmla="*/ 6551420 w 10321503"/>
              <a:gd name="connsiteY5745" fmla="*/ 1359172 h 5599766"/>
              <a:gd name="connsiteX5746" fmla="*/ 6554953 w 10321503"/>
              <a:gd name="connsiteY5746" fmla="*/ 1365314 h 5599766"/>
              <a:gd name="connsiteX5747" fmla="*/ 6554953 w 10321503"/>
              <a:gd name="connsiteY5747" fmla="*/ 1365980 h 5599766"/>
              <a:gd name="connsiteX5748" fmla="*/ 6551420 w 10321503"/>
              <a:gd name="connsiteY5748" fmla="*/ 1372122 h 5599766"/>
              <a:gd name="connsiteX5749" fmla="*/ 6550807 w 10321503"/>
              <a:gd name="connsiteY5749" fmla="*/ 1372479 h 5599766"/>
              <a:gd name="connsiteX5750" fmla="*/ 6749031 w 10321503"/>
              <a:gd name="connsiteY5750" fmla="*/ 1372479 h 5599766"/>
              <a:gd name="connsiteX5751" fmla="*/ 6741967 w 10321503"/>
              <a:gd name="connsiteY5751" fmla="*/ 1372479 h 5599766"/>
              <a:gd name="connsiteX5752" fmla="*/ 6741354 w 10321503"/>
              <a:gd name="connsiteY5752" fmla="*/ 1372122 h 5599766"/>
              <a:gd name="connsiteX5753" fmla="*/ 6737823 w 10321503"/>
              <a:gd name="connsiteY5753" fmla="*/ 1365980 h 5599766"/>
              <a:gd name="connsiteX5754" fmla="*/ 6737823 w 10321503"/>
              <a:gd name="connsiteY5754" fmla="*/ 1365314 h 5599766"/>
              <a:gd name="connsiteX5755" fmla="*/ 6741354 w 10321503"/>
              <a:gd name="connsiteY5755" fmla="*/ 1359172 h 5599766"/>
              <a:gd name="connsiteX5756" fmla="*/ 6741967 w 10321503"/>
              <a:gd name="connsiteY5756" fmla="*/ 1358814 h 5599766"/>
              <a:gd name="connsiteX5757" fmla="*/ 6749031 w 10321503"/>
              <a:gd name="connsiteY5757" fmla="*/ 1358814 h 5599766"/>
              <a:gd name="connsiteX5758" fmla="*/ 6749646 w 10321503"/>
              <a:gd name="connsiteY5758" fmla="*/ 1359172 h 5599766"/>
              <a:gd name="connsiteX5759" fmla="*/ 6753177 w 10321503"/>
              <a:gd name="connsiteY5759" fmla="*/ 1365314 h 5599766"/>
              <a:gd name="connsiteX5760" fmla="*/ 6753177 w 10321503"/>
              <a:gd name="connsiteY5760" fmla="*/ 1365980 h 5599766"/>
              <a:gd name="connsiteX5761" fmla="*/ 6749646 w 10321503"/>
              <a:gd name="connsiteY5761" fmla="*/ 1372122 h 5599766"/>
              <a:gd name="connsiteX5762" fmla="*/ 6749031 w 10321503"/>
              <a:gd name="connsiteY5762" fmla="*/ 1372479 h 5599766"/>
              <a:gd name="connsiteX5763" fmla="*/ 6947256 w 10321503"/>
              <a:gd name="connsiteY5763" fmla="*/ 1372479 h 5599766"/>
              <a:gd name="connsiteX5764" fmla="*/ 6940193 w 10321503"/>
              <a:gd name="connsiteY5764" fmla="*/ 1372479 h 5599766"/>
              <a:gd name="connsiteX5765" fmla="*/ 6939578 w 10321503"/>
              <a:gd name="connsiteY5765" fmla="*/ 1372122 h 5599766"/>
              <a:gd name="connsiteX5766" fmla="*/ 6936048 w 10321503"/>
              <a:gd name="connsiteY5766" fmla="*/ 1365980 h 5599766"/>
              <a:gd name="connsiteX5767" fmla="*/ 6936048 w 10321503"/>
              <a:gd name="connsiteY5767" fmla="*/ 1365314 h 5599766"/>
              <a:gd name="connsiteX5768" fmla="*/ 6939578 w 10321503"/>
              <a:gd name="connsiteY5768" fmla="*/ 1359172 h 5599766"/>
              <a:gd name="connsiteX5769" fmla="*/ 6940193 w 10321503"/>
              <a:gd name="connsiteY5769" fmla="*/ 1358814 h 5599766"/>
              <a:gd name="connsiteX5770" fmla="*/ 6947256 w 10321503"/>
              <a:gd name="connsiteY5770" fmla="*/ 1358814 h 5599766"/>
              <a:gd name="connsiteX5771" fmla="*/ 6947870 w 10321503"/>
              <a:gd name="connsiteY5771" fmla="*/ 1359172 h 5599766"/>
              <a:gd name="connsiteX5772" fmla="*/ 6951402 w 10321503"/>
              <a:gd name="connsiteY5772" fmla="*/ 1365314 h 5599766"/>
              <a:gd name="connsiteX5773" fmla="*/ 6951402 w 10321503"/>
              <a:gd name="connsiteY5773" fmla="*/ 1365980 h 5599766"/>
              <a:gd name="connsiteX5774" fmla="*/ 6947870 w 10321503"/>
              <a:gd name="connsiteY5774" fmla="*/ 1372122 h 5599766"/>
              <a:gd name="connsiteX5775" fmla="*/ 6947256 w 10321503"/>
              <a:gd name="connsiteY5775" fmla="*/ 1372479 h 5599766"/>
              <a:gd name="connsiteX5776" fmla="*/ 7145491 w 10321503"/>
              <a:gd name="connsiteY5776" fmla="*/ 1372479 h 5599766"/>
              <a:gd name="connsiteX5777" fmla="*/ 7138427 w 10321503"/>
              <a:gd name="connsiteY5777" fmla="*/ 1372479 h 5599766"/>
              <a:gd name="connsiteX5778" fmla="*/ 7137812 w 10321503"/>
              <a:gd name="connsiteY5778" fmla="*/ 1372122 h 5599766"/>
              <a:gd name="connsiteX5779" fmla="*/ 7134283 w 10321503"/>
              <a:gd name="connsiteY5779" fmla="*/ 1365980 h 5599766"/>
              <a:gd name="connsiteX5780" fmla="*/ 7134283 w 10321503"/>
              <a:gd name="connsiteY5780" fmla="*/ 1365314 h 5599766"/>
              <a:gd name="connsiteX5781" fmla="*/ 7137812 w 10321503"/>
              <a:gd name="connsiteY5781" fmla="*/ 1359172 h 5599766"/>
              <a:gd name="connsiteX5782" fmla="*/ 7138427 w 10321503"/>
              <a:gd name="connsiteY5782" fmla="*/ 1358814 h 5599766"/>
              <a:gd name="connsiteX5783" fmla="*/ 7145491 w 10321503"/>
              <a:gd name="connsiteY5783" fmla="*/ 1358814 h 5599766"/>
              <a:gd name="connsiteX5784" fmla="*/ 7146105 w 10321503"/>
              <a:gd name="connsiteY5784" fmla="*/ 1359172 h 5599766"/>
              <a:gd name="connsiteX5785" fmla="*/ 7149638 w 10321503"/>
              <a:gd name="connsiteY5785" fmla="*/ 1365314 h 5599766"/>
              <a:gd name="connsiteX5786" fmla="*/ 7149638 w 10321503"/>
              <a:gd name="connsiteY5786" fmla="*/ 1365980 h 5599766"/>
              <a:gd name="connsiteX5787" fmla="*/ 7146105 w 10321503"/>
              <a:gd name="connsiteY5787" fmla="*/ 1372122 h 5599766"/>
              <a:gd name="connsiteX5788" fmla="*/ 7145491 w 10321503"/>
              <a:gd name="connsiteY5788" fmla="*/ 1372479 h 5599766"/>
              <a:gd name="connsiteX5789" fmla="*/ 7343599 w 10321503"/>
              <a:gd name="connsiteY5789" fmla="*/ 1372479 h 5599766"/>
              <a:gd name="connsiteX5790" fmla="*/ 7336535 w 10321503"/>
              <a:gd name="connsiteY5790" fmla="*/ 1372479 h 5599766"/>
              <a:gd name="connsiteX5791" fmla="*/ 7335921 w 10321503"/>
              <a:gd name="connsiteY5791" fmla="*/ 1372122 h 5599766"/>
              <a:gd name="connsiteX5792" fmla="*/ 7332389 w 10321503"/>
              <a:gd name="connsiteY5792" fmla="*/ 1365980 h 5599766"/>
              <a:gd name="connsiteX5793" fmla="*/ 7332389 w 10321503"/>
              <a:gd name="connsiteY5793" fmla="*/ 1365314 h 5599766"/>
              <a:gd name="connsiteX5794" fmla="*/ 7335921 w 10321503"/>
              <a:gd name="connsiteY5794" fmla="*/ 1359172 h 5599766"/>
              <a:gd name="connsiteX5795" fmla="*/ 7336535 w 10321503"/>
              <a:gd name="connsiteY5795" fmla="*/ 1358814 h 5599766"/>
              <a:gd name="connsiteX5796" fmla="*/ 7343599 w 10321503"/>
              <a:gd name="connsiteY5796" fmla="*/ 1358814 h 5599766"/>
              <a:gd name="connsiteX5797" fmla="*/ 7344212 w 10321503"/>
              <a:gd name="connsiteY5797" fmla="*/ 1359172 h 5599766"/>
              <a:gd name="connsiteX5798" fmla="*/ 7347744 w 10321503"/>
              <a:gd name="connsiteY5798" fmla="*/ 1365314 h 5599766"/>
              <a:gd name="connsiteX5799" fmla="*/ 7347744 w 10321503"/>
              <a:gd name="connsiteY5799" fmla="*/ 1365980 h 5599766"/>
              <a:gd name="connsiteX5800" fmla="*/ 7344212 w 10321503"/>
              <a:gd name="connsiteY5800" fmla="*/ 1372122 h 5599766"/>
              <a:gd name="connsiteX5801" fmla="*/ 7343599 w 10321503"/>
              <a:gd name="connsiteY5801" fmla="*/ 1372479 h 5599766"/>
              <a:gd name="connsiteX5802" fmla="*/ 7541849 w 10321503"/>
              <a:gd name="connsiteY5802" fmla="*/ 1372479 h 5599766"/>
              <a:gd name="connsiteX5803" fmla="*/ 7534785 w 10321503"/>
              <a:gd name="connsiteY5803" fmla="*/ 1372479 h 5599766"/>
              <a:gd name="connsiteX5804" fmla="*/ 7534172 w 10321503"/>
              <a:gd name="connsiteY5804" fmla="*/ 1372122 h 5599766"/>
              <a:gd name="connsiteX5805" fmla="*/ 7530640 w 10321503"/>
              <a:gd name="connsiteY5805" fmla="*/ 1365980 h 5599766"/>
              <a:gd name="connsiteX5806" fmla="*/ 7530640 w 10321503"/>
              <a:gd name="connsiteY5806" fmla="*/ 1365314 h 5599766"/>
              <a:gd name="connsiteX5807" fmla="*/ 7534172 w 10321503"/>
              <a:gd name="connsiteY5807" fmla="*/ 1359172 h 5599766"/>
              <a:gd name="connsiteX5808" fmla="*/ 7534785 w 10321503"/>
              <a:gd name="connsiteY5808" fmla="*/ 1358814 h 5599766"/>
              <a:gd name="connsiteX5809" fmla="*/ 7541849 w 10321503"/>
              <a:gd name="connsiteY5809" fmla="*/ 1358814 h 5599766"/>
              <a:gd name="connsiteX5810" fmla="*/ 7542463 w 10321503"/>
              <a:gd name="connsiteY5810" fmla="*/ 1359172 h 5599766"/>
              <a:gd name="connsiteX5811" fmla="*/ 7545996 w 10321503"/>
              <a:gd name="connsiteY5811" fmla="*/ 1365314 h 5599766"/>
              <a:gd name="connsiteX5812" fmla="*/ 7545996 w 10321503"/>
              <a:gd name="connsiteY5812" fmla="*/ 1365980 h 5599766"/>
              <a:gd name="connsiteX5813" fmla="*/ 7542463 w 10321503"/>
              <a:gd name="connsiteY5813" fmla="*/ 1372122 h 5599766"/>
              <a:gd name="connsiteX5814" fmla="*/ 7541849 w 10321503"/>
              <a:gd name="connsiteY5814" fmla="*/ 1372479 h 5599766"/>
              <a:gd name="connsiteX5815" fmla="*/ 7740091 w 10321503"/>
              <a:gd name="connsiteY5815" fmla="*/ 1372479 h 5599766"/>
              <a:gd name="connsiteX5816" fmla="*/ 7733028 w 10321503"/>
              <a:gd name="connsiteY5816" fmla="*/ 1372479 h 5599766"/>
              <a:gd name="connsiteX5817" fmla="*/ 7732414 w 10321503"/>
              <a:gd name="connsiteY5817" fmla="*/ 1372122 h 5599766"/>
              <a:gd name="connsiteX5818" fmla="*/ 7728882 w 10321503"/>
              <a:gd name="connsiteY5818" fmla="*/ 1365980 h 5599766"/>
              <a:gd name="connsiteX5819" fmla="*/ 7728882 w 10321503"/>
              <a:gd name="connsiteY5819" fmla="*/ 1365314 h 5599766"/>
              <a:gd name="connsiteX5820" fmla="*/ 7732414 w 10321503"/>
              <a:gd name="connsiteY5820" fmla="*/ 1359172 h 5599766"/>
              <a:gd name="connsiteX5821" fmla="*/ 7733028 w 10321503"/>
              <a:gd name="connsiteY5821" fmla="*/ 1358814 h 5599766"/>
              <a:gd name="connsiteX5822" fmla="*/ 7740091 w 10321503"/>
              <a:gd name="connsiteY5822" fmla="*/ 1358814 h 5599766"/>
              <a:gd name="connsiteX5823" fmla="*/ 7740705 w 10321503"/>
              <a:gd name="connsiteY5823" fmla="*/ 1359172 h 5599766"/>
              <a:gd name="connsiteX5824" fmla="*/ 7744238 w 10321503"/>
              <a:gd name="connsiteY5824" fmla="*/ 1365314 h 5599766"/>
              <a:gd name="connsiteX5825" fmla="*/ 7744238 w 10321503"/>
              <a:gd name="connsiteY5825" fmla="*/ 1365980 h 5599766"/>
              <a:gd name="connsiteX5826" fmla="*/ 7740705 w 10321503"/>
              <a:gd name="connsiteY5826" fmla="*/ 1372122 h 5599766"/>
              <a:gd name="connsiteX5827" fmla="*/ 7740091 w 10321503"/>
              <a:gd name="connsiteY5827" fmla="*/ 1372479 h 5599766"/>
              <a:gd name="connsiteX5828" fmla="*/ 7938236 w 10321503"/>
              <a:gd name="connsiteY5828" fmla="*/ 1372479 h 5599766"/>
              <a:gd name="connsiteX5829" fmla="*/ 7931167 w 10321503"/>
              <a:gd name="connsiteY5829" fmla="*/ 1372479 h 5599766"/>
              <a:gd name="connsiteX5830" fmla="*/ 7930554 w 10321503"/>
              <a:gd name="connsiteY5830" fmla="*/ 1372122 h 5599766"/>
              <a:gd name="connsiteX5831" fmla="*/ 7927024 w 10321503"/>
              <a:gd name="connsiteY5831" fmla="*/ 1365980 h 5599766"/>
              <a:gd name="connsiteX5832" fmla="*/ 7927024 w 10321503"/>
              <a:gd name="connsiteY5832" fmla="*/ 1365314 h 5599766"/>
              <a:gd name="connsiteX5833" fmla="*/ 7930554 w 10321503"/>
              <a:gd name="connsiteY5833" fmla="*/ 1359172 h 5599766"/>
              <a:gd name="connsiteX5834" fmla="*/ 7931167 w 10321503"/>
              <a:gd name="connsiteY5834" fmla="*/ 1358814 h 5599766"/>
              <a:gd name="connsiteX5835" fmla="*/ 7938236 w 10321503"/>
              <a:gd name="connsiteY5835" fmla="*/ 1358814 h 5599766"/>
              <a:gd name="connsiteX5836" fmla="*/ 7938848 w 10321503"/>
              <a:gd name="connsiteY5836" fmla="*/ 1359172 h 5599766"/>
              <a:gd name="connsiteX5837" fmla="*/ 7942380 w 10321503"/>
              <a:gd name="connsiteY5837" fmla="*/ 1365314 h 5599766"/>
              <a:gd name="connsiteX5838" fmla="*/ 7942380 w 10321503"/>
              <a:gd name="connsiteY5838" fmla="*/ 1365980 h 5599766"/>
              <a:gd name="connsiteX5839" fmla="*/ 7938848 w 10321503"/>
              <a:gd name="connsiteY5839" fmla="*/ 1372122 h 5599766"/>
              <a:gd name="connsiteX5840" fmla="*/ 7938236 w 10321503"/>
              <a:gd name="connsiteY5840" fmla="*/ 1372479 h 5599766"/>
              <a:gd name="connsiteX5841" fmla="*/ 8136631 w 10321503"/>
              <a:gd name="connsiteY5841" fmla="*/ 1372479 h 5599766"/>
              <a:gd name="connsiteX5842" fmla="*/ 8129569 w 10321503"/>
              <a:gd name="connsiteY5842" fmla="*/ 1372479 h 5599766"/>
              <a:gd name="connsiteX5843" fmla="*/ 8128955 w 10321503"/>
              <a:gd name="connsiteY5843" fmla="*/ 1372122 h 5599766"/>
              <a:gd name="connsiteX5844" fmla="*/ 8125424 w 10321503"/>
              <a:gd name="connsiteY5844" fmla="*/ 1365980 h 5599766"/>
              <a:gd name="connsiteX5845" fmla="*/ 8125424 w 10321503"/>
              <a:gd name="connsiteY5845" fmla="*/ 1365314 h 5599766"/>
              <a:gd name="connsiteX5846" fmla="*/ 8128955 w 10321503"/>
              <a:gd name="connsiteY5846" fmla="*/ 1359172 h 5599766"/>
              <a:gd name="connsiteX5847" fmla="*/ 8129569 w 10321503"/>
              <a:gd name="connsiteY5847" fmla="*/ 1358814 h 5599766"/>
              <a:gd name="connsiteX5848" fmla="*/ 8136631 w 10321503"/>
              <a:gd name="connsiteY5848" fmla="*/ 1358814 h 5599766"/>
              <a:gd name="connsiteX5849" fmla="*/ 8137246 w 10321503"/>
              <a:gd name="connsiteY5849" fmla="*/ 1359172 h 5599766"/>
              <a:gd name="connsiteX5850" fmla="*/ 8140779 w 10321503"/>
              <a:gd name="connsiteY5850" fmla="*/ 1365314 h 5599766"/>
              <a:gd name="connsiteX5851" fmla="*/ 8140779 w 10321503"/>
              <a:gd name="connsiteY5851" fmla="*/ 1365980 h 5599766"/>
              <a:gd name="connsiteX5852" fmla="*/ 8137246 w 10321503"/>
              <a:gd name="connsiteY5852" fmla="*/ 1372122 h 5599766"/>
              <a:gd name="connsiteX5853" fmla="*/ 8136631 w 10321503"/>
              <a:gd name="connsiteY5853" fmla="*/ 1372479 h 5599766"/>
              <a:gd name="connsiteX5854" fmla="*/ 8334780 w 10321503"/>
              <a:gd name="connsiteY5854" fmla="*/ 1372479 h 5599766"/>
              <a:gd name="connsiteX5855" fmla="*/ 8327716 w 10321503"/>
              <a:gd name="connsiteY5855" fmla="*/ 1372479 h 5599766"/>
              <a:gd name="connsiteX5856" fmla="*/ 8327102 w 10321503"/>
              <a:gd name="connsiteY5856" fmla="*/ 1372122 h 5599766"/>
              <a:gd name="connsiteX5857" fmla="*/ 8323569 w 10321503"/>
              <a:gd name="connsiteY5857" fmla="*/ 1365980 h 5599766"/>
              <a:gd name="connsiteX5858" fmla="*/ 8323569 w 10321503"/>
              <a:gd name="connsiteY5858" fmla="*/ 1365314 h 5599766"/>
              <a:gd name="connsiteX5859" fmla="*/ 8327102 w 10321503"/>
              <a:gd name="connsiteY5859" fmla="*/ 1359172 h 5599766"/>
              <a:gd name="connsiteX5860" fmla="*/ 8327716 w 10321503"/>
              <a:gd name="connsiteY5860" fmla="*/ 1358814 h 5599766"/>
              <a:gd name="connsiteX5861" fmla="*/ 8334780 w 10321503"/>
              <a:gd name="connsiteY5861" fmla="*/ 1358814 h 5599766"/>
              <a:gd name="connsiteX5862" fmla="*/ 8335393 w 10321503"/>
              <a:gd name="connsiteY5862" fmla="*/ 1359172 h 5599766"/>
              <a:gd name="connsiteX5863" fmla="*/ 8338925 w 10321503"/>
              <a:gd name="connsiteY5863" fmla="*/ 1365314 h 5599766"/>
              <a:gd name="connsiteX5864" fmla="*/ 8338925 w 10321503"/>
              <a:gd name="connsiteY5864" fmla="*/ 1365980 h 5599766"/>
              <a:gd name="connsiteX5865" fmla="*/ 8335393 w 10321503"/>
              <a:gd name="connsiteY5865" fmla="*/ 1372122 h 5599766"/>
              <a:gd name="connsiteX5866" fmla="*/ 8334780 w 10321503"/>
              <a:gd name="connsiteY5866" fmla="*/ 1372479 h 5599766"/>
              <a:gd name="connsiteX5867" fmla="*/ 8533032 w 10321503"/>
              <a:gd name="connsiteY5867" fmla="*/ 1372479 h 5599766"/>
              <a:gd name="connsiteX5868" fmla="*/ 8525968 w 10321503"/>
              <a:gd name="connsiteY5868" fmla="*/ 1372479 h 5599766"/>
              <a:gd name="connsiteX5869" fmla="*/ 8525353 w 10321503"/>
              <a:gd name="connsiteY5869" fmla="*/ 1372122 h 5599766"/>
              <a:gd name="connsiteX5870" fmla="*/ 8521822 w 10321503"/>
              <a:gd name="connsiteY5870" fmla="*/ 1365980 h 5599766"/>
              <a:gd name="connsiteX5871" fmla="*/ 8521822 w 10321503"/>
              <a:gd name="connsiteY5871" fmla="*/ 1365314 h 5599766"/>
              <a:gd name="connsiteX5872" fmla="*/ 8525353 w 10321503"/>
              <a:gd name="connsiteY5872" fmla="*/ 1359172 h 5599766"/>
              <a:gd name="connsiteX5873" fmla="*/ 8525968 w 10321503"/>
              <a:gd name="connsiteY5873" fmla="*/ 1358814 h 5599766"/>
              <a:gd name="connsiteX5874" fmla="*/ 8533032 w 10321503"/>
              <a:gd name="connsiteY5874" fmla="*/ 1358814 h 5599766"/>
              <a:gd name="connsiteX5875" fmla="*/ 8533646 w 10321503"/>
              <a:gd name="connsiteY5875" fmla="*/ 1359172 h 5599766"/>
              <a:gd name="connsiteX5876" fmla="*/ 8537177 w 10321503"/>
              <a:gd name="connsiteY5876" fmla="*/ 1365314 h 5599766"/>
              <a:gd name="connsiteX5877" fmla="*/ 8537177 w 10321503"/>
              <a:gd name="connsiteY5877" fmla="*/ 1365980 h 5599766"/>
              <a:gd name="connsiteX5878" fmla="*/ 8533646 w 10321503"/>
              <a:gd name="connsiteY5878" fmla="*/ 1372122 h 5599766"/>
              <a:gd name="connsiteX5879" fmla="*/ 8533032 w 10321503"/>
              <a:gd name="connsiteY5879" fmla="*/ 1372479 h 5599766"/>
              <a:gd name="connsiteX5880" fmla="*/ 8731361 w 10321503"/>
              <a:gd name="connsiteY5880" fmla="*/ 1372479 h 5599766"/>
              <a:gd name="connsiteX5881" fmla="*/ 8724299 w 10321503"/>
              <a:gd name="connsiteY5881" fmla="*/ 1372479 h 5599766"/>
              <a:gd name="connsiteX5882" fmla="*/ 8723685 w 10321503"/>
              <a:gd name="connsiteY5882" fmla="*/ 1372122 h 5599766"/>
              <a:gd name="connsiteX5883" fmla="*/ 8720154 w 10321503"/>
              <a:gd name="connsiteY5883" fmla="*/ 1365980 h 5599766"/>
              <a:gd name="connsiteX5884" fmla="*/ 8720154 w 10321503"/>
              <a:gd name="connsiteY5884" fmla="*/ 1365314 h 5599766"/>
              <a:gd name="connsiteX5885" fmla="*/ 8723685 w 10321503"/>
              <a:gd name="connsiteY5885" fmla="*/ 1359172 h 5599766"/>
              <a:gd name="connsiteX5886" fmla="*/ 8724299 w 10321503"/>
              <a:gd name="connsiteY5886" fmla="*/ 1358814 h 5599766"/>
              <a:gd name="connsiteX5887" fmla="*/ 8731361 w 10321503"/>
              <a:gd name="connsiteY5887" fmla="*/ 1358814 h 5599766"/>
              <a:gd name="connsiteX5888" fmla="*/ 8731977 w 10321503"/>
              <a:gd name="connsiteY5888" fmla="*/ 1359172 h 5599766"/>
              <a:gd name="connsiteX5889" fmla="*/ 8735507 w 10321503"/>
              <a:gd name="connsiteY5889" fmla="*/ 1365314 h 5599766"/>
              <a:gd name="connsiteX5890" fmla="*/ 8735507 w 10321503"/>
              <a:gd name="connsiteY5890" fmla="*/ 1365980 h 5599766"/>
              <a:gd name="connsiteX5891" fmla="*/ 8731977 w 10321503"/>
              <a:gd name="connsiteY5891" fmla="*/ 1372122 h 5599766"/>
              <a:gd name="connsiteX5892" fmla="*/ 8731361 w 10321503"/>
              <a:gd name="connsiteY5892" fmla="*/ 1372479 h 5599766"/>
              <a:gd name="connsiteX5893" fmla="*/ 8929596 w 10321503"/>
              <a:gd name="connsiteY5893" fmla="*/ 1372479 h 5599766"/>
              <a:gd name="connsiteX5894" fmla="*/ 8922534 w 10321503"/>
              <a:gd name="connsiteY5894" fmla="*/ 1372479 h 5599766"/>
              <a:gd name="connsiteX5895" fmla="*/ 8921918 w 10321503"/>
              <a:gd name="connsiteY5895" fmla="*/ 1372122 h 5599766"/>
              <a:gd name="connsiteX5896" fmla="*/ 8918387 w 10321503"/>
              <a:gd name="connsiteY5896" fmla="*/ 1365980 h 5599766"/>
              <a:gd name="connsiteX5897" fmla="*/ 8918387 w 10321503"/>
              <a:gd name="connsiteY5897" fmla="*/ 1365314 h 5599766"/>
              <a:gd name="connsiteX5898" fmla="*/ 8921918 w 10321503"/>
              <a:gd name="connsiteY5898" fmla="*/ 1359172 h 5599766"/>
              <a:gd name="connsiteX5899" fmla="*/ 8922534 w 10321503"/>
              <a:gd name="connsiteY5899" fmla="*/ 1358814 h 5599766"/>
              <a:gd name="connsiteX5900" fmla="*/ 8929596 w 10321503"/>
              <a:gd name="connsiteY5900" fmla="*/ 1358814 h 5599766"/>
              <a:gd name="connsiteX5901" fmla="*/ 8930210 w 10321503"/>
              <a:gd name="connsiteY5901" fmla="*/ 1359172 h 5599766"/>
              <a:gd name="connsiteX5902" fmla="*/ 8933742 w 10321503"/>
              <a:gd name="connsiteY5902" fmla="*/ 1365314 h 5599766"/>
              <a:gd name="connsiteX5903" fmla="*/ 8933742 w 10321503"/>
              <a:gd name="connsiteY5903" fmla="*/ 1365980 h 5599766"/>
              <a:gd name="connsiteX5904" fmla="*/ 8930210 w 10321503"/>
              <a:gd name="connsiteY5904" fmla="*/ 1372122 h 5599766"/>
              <a:gd name="connsiteX5905" fmla="*/ 8929596 w 10321503"/>
              <a:gd name="connsiteY5905" fmla="*/ 1372479 h 5599766"/>
              <a:gd name="connsiteX5906" fmla="*/ 9127747 w 10321503"/>
              <a:gd name="connsiteY5906" fmla="*/ 1372479 h 5599766"/>
              <a:gd name="connsiteX5907" fmla="*/ 9120683 w 10321503"/>
              <a:gd name="connsiteY5907" fmla="*/ 1372479 h 5599766"/>
              <a:gd name="connsiteX5908" fmla="*/ 9120070 w 10321503"/>
              <a:gd name="connsiteY5908" fmla="*/ 1372122 h 5599766"/>
              <a:gd name="connsiteX5909" fmla="*/ 9116538 w 10321503"/>
              <a:gd name="connsiteY5909" fmla="*/ 1365980 h 5599766"/>
              <a:gd name="connsiteX5910" fmla="*/ 9116538 w 10321503"/>
              <a:gd name="connsiteY5910" fmla="*/ 1365314 h 5599766"/>
              <a:gd name="connsiteX5911" fmla="*/ 9120070 w 10321503"/>
              <a:gd name="connsiteY5911" fmla="*/ 1359172 h 5599766"/>
              <a:gd name="connsiteX5912" fmla="*/ 9120683 w 10321503"/>
              <a:gd name="connsiteY5912" fmla="*/ 1358814 h 5599766"/>
              <a:gd name="connsiteX5913" fmla="*/ 9127747 w 10321503"/>
              <a:gd name="connsiteY5913" fmla="*/ 1358814 h 5599766"/>
              <a:gd name="connsiteX5914" fmla="*/ 9128360 w 10321503"/>
              <a:gd name="connsiteY5914" fmla="*/ 1359172 h 5599766"/>
              <a:gd name="connsiteX5915" fmla="*/ 9131893 w 10321503"/>
              <a:gd name="connsiteY5915" fmla="*/ 1365314 h 5599766"/>
              <a:gd name="connsiteX5916" fmla="*/ 9131893 w 10321503"/>
              <a:gd name="connsiteY5916" fmla="*/ 1365980 h 5599766"/>
              <a:gd name="connsiteX5917" fmla="*/ 9128360 w 10321503"/>
              <a:gd name="connsiteY5917" fmla="*/ 1372122 h 5599766"/>
              <a:gd name="connsiteX5918" fmla="*/ 9127747 w 10321503"/>
              <a:gd name="connsiteY5918" fmla="*/ 1372479 h 5599766"/>
              <a:gd name="connsiteX5919" fmla="*/ 9326047 w 10321503"/>
              <a:gd name="connsiteY5919" fmla="*/ 1372479 h 5599766"/>
              <a:gd name="connsiteX5920" fmla="*/ 9318983 w 10321503"/>
              <a:gd name="connsiteY5920" fmla="*/ 1372479 h 5599766"/>
              <a:gd name="connsiteX5921" fmla="*/ 9318369 w 10321503"/>
              <a:gd name="connsiteY5921" fmla="*/ 1372122 h 5599766"/>
              <a:gd name="connsiteX5922" fmla="*/ 9314836 w 10321503"/>
              <a:gd name="connsiteY5922" fmla="*/ 1365980 h 5599766"/>
              <a:gd name="connsiteX5923" fmla="*/ 9314836 w 10321503"/>
              <a:gd name="connsiteY5923" fmla="*/ 1365314 h 5599766"/>
              <a:gd name="connsiteX5924" fmla="*/ 9318369 w 10321503"/>
              <a:gd name="connsiteY5924" fmla="*/ 1359172 h 5599766"/>
              <a:gd name="connsiteX5925" fmla="*/ 9318983 w 10321503"/>
              <a:gd name="connsiteY5925" fmla="*/ 1358814 h 5599766"/>
              <a:gd name="connsiteX5926" fmla="*/ 9326047 w 10321503"/>
              <a:gd name="connsiteY5926" fmla="*/ 1358814 h 5599766"/>
              <a:gd name="connsiteX5927" fmla="*/ 9326661 w 10321503"/>
              <a:gd name="connsiteY5927" fmla="*/ 1359172 h 5599766"/>
              <a:gd name="connsiteX5928" fmla="*/ 9330193 w 10321503"/>
              <a:gd name="connsiteY5928" fmla="*/ 1365314 h 5599766"/>
              <a:gd name="connsiteX5929" fmla="*/ 9330193 w 10321503"/>
              <a:gd name="connsiteY5929" fmla="*/ 1365980 h 5599766"/>
              <a:gd name="connsiteX5930" fmla="*/ 9326661 w 10321503"/>
              <a:gd name="connsiteY5930" fmla="*/ 1372122 h 5599766"/>
              <a:gd name="connsiteX5931" fmla="*/ 9326047 w 10321503"/>
              <a:gd name="connsiteY5931" fmla="*/ 1372479 h 5599766"/>
              <a:gd name="connsiteX5932" fmla="*/ 9524277 w 10321503"/>
              <a:gd name="connsiteY5932" fmla="*/ 1372479 h 5599766"/>
              <a:gd name="connsiteX5933" fmla="*/ 9517213 w 10321503"/>
              <a:gd name="connsiteY5933" fmla="*/ 1372479 h 5599766"/>
              <a:gd name="connsiteX5934" fmla="*/ 9516600 w 10321503"/>
              <a:gd name="connsiteY5934" fmla="*/ 1372122 h 5599766"/>
              <a:gd name="connsiteX5935" fmla="*/ 9513067 w 10321503"/>
              <a:gd name="connsiteY5935" fmla="*/ 1365980 h 5599766"/>
              <a:gd name="connsiteX5936" fmla="*/ 9513067 w 10321503"/>
              <a:gd name="connsiteY5936" fmla="*/ 1365314 h 5599766"/>
              <a:gd name="connsiteX5937" fmla="*/ 9516600 w 10321503"/>
              <a:gd name="connsiteY5937" fmla="*/ 1359172 h 5599766"/>
              <a:gd name="connsiteX5938" fmla="*/ 9517213 w 10321503"/>
              <a:gd name="connsiteY5938" fmla="*/ 1358814 h 5599766"/>
              <a:gd name="connsiteX5939" fmla="*/ 9524277 w 10321503"/>
              <a:gd name="connsiteY5939" fmla="*/ 1358814 h 5599766"/>
              <a:gd name="connsiteX5940" fmla="*/ 9524890 w 10321503"/>
              <a:gd name="connsiteY5940" fmla="*/ 1359172 h 5599766"/>
              <a:gd name="connsiteX5941" fmla="*/ 9528423 w 10321503"/>
              <a:gd name="connsiteY5941" fmla="*/ 1365314 h 5599766"/>
              <a:gd name="connsiteX5942" fmla="*/ 9528423 w 10321503"/>
              <a:gd name="connsiteY5942" fmla="*/ 1365980 h 5599766"/>
              <a:gd name="connsiteX5943" fmla="*/ 9524890 w 10321503"/>
              <a:gd name="connsiteY5943" fmla="*/ 1372122 h 5599766"/>
              <a:gd name="connsiteX5944" fmla="*/ 9524277 w 10321503"/>
              <a:gd name="connsiteY5944" fmla="*/ 1372479 h 5599766"/>
              <a:gd name="connsiteX5945" fmla="*/ 9722488 w 10321503"/>
              <a:gd name="connsiteY5945" fmla="*/ 1372479 h 5599766"/>
              <a:gd name="connsiteX5946" fmla="*/ 9715426 w 10321503"/>
              <a:gd name="connsiteY5946" fmla="*/ 1372479 h 5599766"/>
              <a:gd name="connsiteX5947" fmla="*/ 9714811 w 10321503"/>
              <a:gd name="connsiteY5947" fmla="*/ 1372122 h 5599766"/>
              <a:gd name="connsiteX5948" fmla="*/ 9711280 w 10321503"/>
              <a:gd name="connsiteY5948" fmla="*/ 1365980 h 5599766"/>
              <a:gd name="connsiteX5949" fmla="*/ 9711280 w 10321503"/>
              <a:gd name="connsiteY5949" fmla="*/ 1365314 h 5599766"/>
              <a:gd name="connsiteX5950" fmla="*/ 9714811 w 10321503"/>
              <a:gd name="connsiteY5950" fmla="*/ 1359172 h 5599766"/>
              <a:gd name="connsiteX5951" fmla="*/ 9715426 w 10321503"/>
              <a:gd name="connsiteY5951" fmla="*/ 1358814 h 5599766"/>
              <a:gd name="connsiteX5952" fmla="*/ 9722488 w 10321503"/>
              <a:gd name="connsiteY5952" fmla="*/ 1358814 h 5599766"/>
              <a:gd name="connsiteX5953" fmla="*/ 9723102 w 10321503"/>
              <a:gd name="connsiteY5953" fmla="*/ 1359172 h 5599766"/>
              <a:gd name="connsiteX5954" fmla="*/ 9726634 w 10321503"/>
              <a:gd name="connsiteY5954" fmla="*/ 1365314 h 5599766"/>
              <a:gd name="connsiteX5955" fmla="*/ 9726634 w 10321503"/>
              <a:gd name="connsiteY5955" fmla="*/ 1365980 h 5599766"/>
              <a:gd name="connsiteX5956" fmla="*/ 9723102 w 10321503"/>
              <a:gd name="connsiteY5956" fmla="*/ 1372122 h 5599766"/>
              <a:gd name="connsiteX5957" fmla="*/ 9722488 w 10321503"/>
              <a:gd name="connsiteY5957" fmla="*/ 1372479 h 5599766"/>
              <a:gd name="connsiteX5958" fmla="*/ 9920786 w 10321503"/>
              <a:gd name="connsiteY5958" fmla="*/ 1372479 h 5599766"/>
              <a:gd name="connsiteX5959" fmla="*/ 9913725 w 10321503"/>
              <a:gd name="connsiteY5959" fmla="*/ 1372479 h 5599766"/>
              <a:gd name="connsiteX5960" fmla="*/ 9913109 w 10321503"/>
              <a:gd name="connsiteY5960" fmla="*/ 1372122 h 5599766"/>
              <a:gd name="connsiteX5961" fmla="*/ 9909579 w 10321503"/>
              <a:gd name="connsiteY5961" fmla="*/ 1365980 h 5599766"/>
              <a:gd name="connsiteX5962" fmla="*/ 9909579 w 10321503"/>
              <a:gd name="connsiteY5962" fmla="*/ 1365314 h 5599766"/>
              <a:gd name="connsiteX5963" fmla="*/ 9913109 w 10321503"/>
              <a:gd name="connsiteY5963" fmla="*/ 1359172 h 5599766"/>
              <a:gd name="connsiteX5964" fmla="*/ 9913725 w 10321503"/>
              <a:gd name="connsiteY5964" fmla="*/ 1358814 h 5599766"/>
              <a:gd name="connsiteX5965" fmla="*/ 9920786 w 10321503"/>
              <a:gd name="connsiteY5965" fmla="*/ 1358814 h 5599766"/>
              <a:gd name="connsiteX5966" fmla="*/ 9921400 w 10321503"/>
              <a:gd name="connsiteY5966" fmla="*/ 1359172 h 5599766"/>
              <a:gd name="connsiteX5967" fmla="*/ 9924933 w 10321503"/>
              <a:gd name="connsiteY5967" fmla="*/ 1365314 h 5599766"/>
              <a:gd name="connsiteX5968" fmla="*/ 9924933 w 10321503"/>
              <a:gd name="connsiteY5968" fmla="*/ 1365980 h 5599766"/>
              <a:gd name="connsiteX5969" fmla="*/ 9921400 w 10321503"/>
              <a:gd name="connsiteY5969" fmla="*/ 1372122 h 5599766"/>
              <a:gd name="connsiteX5970" fmla="*/ 9920786 w 10321503"/>
              <a:gd name="connsiteY5970" fmla="*/ 1372479 h 5599766"/>
              <a:gd name="connsiteX5971" fmla="*/ 10118960 w 10321503"/>
              <a:gd name="connsiteY5971" fmla="*/ 1372479 h 5599766"/>
              <a:gd name="connsiteX5972" fmla="*/ 10111897 w 10321503"/>
              <a:gd name="connsiteY5972" fmla="*/ 1372479 h 5599766"/>
              <a:gd name="connsiteX5973" fmla="*/ 10111283 w 10321503"/>
              <a:gd name="connsiteY5973" fmla="*/ 1372122 h 5599766"/>
              <a:gd name="connsiteX5974" fmla="*/ 10107753 w 10321503"/>
              <a:gd name="connsiteY5974" fmla="*/ 1365980 h 5599766"/>
              <a:gd name="connsiteX5975" fmla="*/ 10107753 w 10321503"/>
              <a:gd name="connsiteY5975" fmla="*/ 1365314 h 5599766"/>
              <a:gd name="connsiteX5976" fmla="*/ 10111283 w 10321503"/>
              <a:gd name="connsiteY5976" fmla="*/ 1359172 h 5599766"/>
              <a:gd name="connsiteX5977" fmla="*/ 10111897 w 10321503"/>
              <a:gd name="connsiteY5977" fmla="*/ 1358814 h 5599766"/>
              <a:gd name="connsiteX5978" fmla="*/ 10118960 w 10321503"/>
              <a:gd name="connsiteY5978" fmla="*/ 1358814 h 5599766"/>
              <a:gd name="connsiteX5979" fmla="*/ 10119575 w 10321503"/>
              <a:gd name="connsiteY5979" fmla="*/ 1359172 h 5599766"/>
              <a:gd name="connsiteX5980" fmla="*/ 10123106 w 10321503"/>
              <a:gd name="connsiteY5980" fmla="*/ 1365314 h 5599766"/>
              <a:gd name="connsiteX5981" fmla="*/ 10123106 w 10321503"/>
              <a:gd name="connsiteY5981" fmla="*/ 1365980 h 5599766"/>
              <a:gd name="connsiteX5982" fmla="*/ 10119575 w 10321503"/>
              <a:gd name="connsiteY5982" fmla="*/ 1372122 h 5599766"/>
              <a:gd name="connsiteX5983" fmla="*/ 10118960 w 10321503"/>
              <a:gd name="connsiteY5983" fmla="*/ 1372479 h 5599766"/>
              <a:gd name="connsiteX5984" fmla="*/ 10317237 w 10321503"/>
              <a:gd name="connsiteY5984" fmla="*/ 1372479 h 5599766"/>
              <a:gd name="connsiteX5985" fmla="*/ 10310174 w 10321503"/>
              <a:gd name="connsiteY5985" fmla="*/ 1372479 h 5599766"/>
              <a:gd name="connsiteX5986" fmla="*/ 10309560 w 10321503"/>
              <a:gd name="connsiteY5986" fmla="*/ 1372122 h 5599766"/>
              <a:gd name="connsiteX5987" fmla="*/ 10306027 w 10321503"/>
              <a:gd name="connsiteY5987" fmla="*/ 1365980 h 5599766"/>
              <a:gd name="connsiteX5988" fmla="*/ 10306027 w 10321503"/>
              <a:gd name="connsiteY5988" fmla="*/ 1365314 h 5599766"/>
              <a:gd name="connsiteX5989" fmla="*/ 10309560 w 10321503"/>
              <a:gd name="connsiteY5989" fmla="*/ 1359172 h 5599766"/>
              <a:gd name="connsiteX5990" fmla="*/ 10310174 w 10321503"/>
              <a:gd name="connsiteY5990" fmla="*/ 1358814 h 5599766"/>
              <a:gd name="connsiteX5991" fmla="*/ 10317237 w 10321503"/>
              <a:gd name="connsiteY5991" fmla="*/ 1358814 h 5599766"/>
              <a:gd name="connsiteX5992" fmla="*/ 10317851 w 10321503"/>
              <a:gd name="connsiteY5992" fmla="*/ 1359172 h 5599766"/>
              <a:gd name="connsiteX5993" fmla="*/ 10321383 w 10321503"/>
              <a:gd name="connsiteY5993" fmla="*/ 1365314 h 5599766"/>
              <a:gd name="connsiteX5994" fmla="*/ 10321383 w 10321503"/>
              <a:gd name="connsiteY5994" fmla="*/ 1365980 h 5599766"/>
              <a:gd name="connsiteX5995" fmla="*/ 10317851 w 10321503"/>
              <a:gd name="connsiteY5995" fmla="*/ 1372122 h 5599766"/>
              <a:gd name="connsiteX5996" fmla="*/ 10317237 w 10321503"/>
              <a:gd name="connsiteY5996" fmla="*/ 1372479 h 5599766"/>
              <a:gd name="connsiteX5997" fmla="*/ 11254 w 10321503"/>
              <a:gd name="connsiteY5997" fmla="*/ 1535793 h 5599766"/>
              <a:gd name="connsiteX5998" fmla="*/ 4192 w 10321503"/>
              <a:gd name="connsiteY5998" fmla="*/ 1535793 h 5599766"/>
              <a:gd name="connsiteX5999" fmla="*/ 3578 w 10321503"/>
              <a:gd name="connsiteY5999" fmla="*/ 1535435 h 5599766"/>
              <a:gd name="connsiteX6000" fmla="*/ 46 w 10321503"/>
              <a:gd name="connsiteY6000" fmla="*/ 1529293 h 5599766"/>
              <a:gd name="connsiteX6001" fmla="*/ 46 w 10321503"/>
              <a:gd name="connsiteY6001" fmla="*/ 1528627 h 5599766"/>
              <a:gd name="connsiteX6002" fmla="*/ 3578 w 10321503"/>
              <a:gd name="connsiteY6002" fmla="*/ 1522485 h 5599766"/>
              <a:gd name="connsiteX6003" fmla="*/ 4192 w 10321503"/>
              <a:gd name="connsiteY6003" fmla="*/ 1522127 h 5599766"/>
              <a:gd name="connsiteX6004" fmla="*/ 11254 w 10321503"/>
              <a:gd name="connsiteY6004" fmla="*/ 1522127 h 5599766"/>
              <a:gd name="connsiteX6005" fmla="*/ 11868 w 10321503"/>
              <a:gd name="connsiteY6005" fmla="*/ 1522485 h 5599766"/>
              <a:gd name="connsiteX6006" fmla="*/ 15400 w 10321503"/>
              <a:gd name="connsiteY6006" fmla="*/ 1528627 h 5599766"/>
              <a:gd name="connsiteX6007" fmla="*/ 15400 w 10321503"/>
              <a:gd name="connsiteY6007" fmla="*/ 1529293 h 5599766"/>
              <a:gd name="connsiteX6008" fmla="*/ 11868 w 10321503"/>
              <a:gd name="connsiteY6008" fmla="*/ 1535435 h 5599766"/>
              <a:gd name="connsiteX6009" fmla="*/ 11254 w 10321503"/>
              <a:gd name="connsiteY6009" fmla="*/ 1535793 h 5599766"/>
              <a:gd name="connsiteX6010" fmla="*/ 209480 w 10321503"/>
              <a:gd name="connsiteY6010" fmla="*/ 1535793 h 5599766"/>
              <a:gd name="connsiteX6011" fmla="*/ 202416 w 10321503"/>
              <a:gd name="connsiteY6011" fmla="*/ 1535793 h 5599766"/>
              <a:gd name="connsiteX6012" fmla="*/ 201803 w 10321503"/>
              <a:gd name="connsiteY6012" fmla="*/ 1535435 h 5599766"/>
              <a:gd name="connsiteX6013" fmla="*/ 198270 w 10321503"/>
              <a:gd name="connsiteY6013" fmla="*/ 1529293 h 5599766"/>
              <a:gd name="connsiteX6014" fmla="*/ 198270 w 10321503"/>
              <a:gd name="connsiteY6014" fmla="*/ 1528627 h 5599766"/>
              <a:gd name="connsiteX6015" fmla="*/ 201803 w 10321503"/>
              <a:gd name="connsiteY6015" fmla="*/ 1522485 h 5599766"/>
              <a:gd name="connsiteX6016" fmla="*/ 202416 w 10321503"/>
              <a:gd name="connsiteY6016" fmla="*/ 1522127 h 5599766"/>
              <a:gd name="connsiteX6017" fmla="*/ 209480 w 10321503"/>
              <a:gd name="connsiteY6017" fmla="*/ 1522127 h 5599766"/>
              <a:gd name="connsiteX6018" fmla="*/ 210094 w 10321503"/>
              <a:gd name="connsiteY6018" fmla="*/ 1522485 h 5599766"/>
              <a:gd name="connsiteX6019" fmla="*/ 213625 w 10321503"/>
              <a:gd name="connsiteY6019" fmla="*/ 1528627 h 5599766"/>
              <a:gd name="connsiteX6020" fmla="*/ 213625 w 10321503"/>
              <a:gd name="connsiteY6020" fmla="*/ 1529293 h 5599766"/>
              <a:gd name="connsiteX6021" fmla="*/ 210094 w 10321503"/>
              <a:gd name="connsiteY6021" fmla="*/ 1535435 h 5599766"/>
              <a:gd name="connsiteX6022" fmla="*/ 209480 w 10321503"/>
              <a:gd name="connsiteY6022" fmla="*/ 1535793 h 5599766"/>
              <a:gd name="connsiteX6023" fmla="*/ 407754 w 10321503"/>
              <a:gd name="connsiteY6023" fmla="*/ 1535793 h 5599766"/>
              <a:gd name="connsiteX6024" fmla="*/ 400692 w 10321503"/>
              <a:gd name="connsiteY6024" fmla="*/ 1535793 h 5599766"/>
              <a:gd name="connsiteX6025" fmla="*/ 400078 w 10321503"/>
              <a:gd name="connsiteY6025" fmla="*/ 1535435 h 5599766"/>
              <a:gd name="connsiteX6026" fmla="*/ 396546 w 10321503"/>
              <a:gd name="connsiteY6026" fmla="*/ 1529293 h 5599766"/>
              <a:gd name="connsiteX6027" fmla="*/ 396546 w 10321503"/>
              <a:gd name="connsiteY6027" fmla="*/ 1528627 h 5599766"/>
              <a:gd name="connsiteX6028" fmla="*/ 400078 w 10321503"/>
              <a:gd name="connsiteY6028" fmla="*/ 1522485 h 5599766"/>
              <a:gd name="connsiteX6029" fmla="*/ 400692 w 10321503"/>
              <a:gd name="connsiteY6029" fmla="*/ 1522127 h 5599766"/>
              <a:gd name="connsiteX6030" fmla="*/ 407754 w 10321503"/>
              <a:gd name="connsiteY6030" fmla="*/ 1522127 h 5599766"/>
              <a:gd name="connsiteX6031" fmla="*/ 408369 w 10321503"/>
              <a:gd name="connsiteY6031" fmla="*/ 1522485 h 5599766"/>
              <a:gd name="connsiteX6032" fmla="*/ 411900 w 10321503"/>
              <a:gd name="connsiteY6032" fmla="*/ 1528627 h 5599766"/>
              <a:gd name="connsiteX6033" fmla="*/ 411900 w 10321503"/>
              <a:gd name="connsiteY6033" fmla="*/ 1529293 h 5599766"/>
              <a:gd name="connsiteX6034" fmla="*/ 408369 w 10321503"/>
              <a:gd name="connsiteY6034" fmla="*/ 1535435 h 5599766"/>
              <a:gd name="connsiteX6035" fmla="*/ 407754 w 10321503"/>
              <a:gd name="connsiteY6035" fmla="*/ 1535793 h 5599766"/>
              <a:gd name="connsiteX6036" fmla="*/ 605979 w 10321503"/>
              <a:gd name="connsiteY6036" fmla="*/ 1535793 h 5599766"/>
              <a:gd name="connsiteX6037" fmla="*/ 598916 w 10321503"/>
              <a:gd name="connsiteY6037" fmla="*/ 1535793 h 5599766"/>
              <a:gd name="connsiteX6038" fmla="*/ 598302 w 10321503"/>
              <a:gd name="connsiteY6038" fmla="*/ 1535435 h 5599766"/>
              <a:gd name="connsiteX6039" fmla="*/ 594770 w 10321503"/>
              <a:gd name="connsiteY6039" fmla="*/ 1529293 h 5599766"/>
              <a:gd name="connsiteX6040" fmla="*/ 594770 w 10321503"/>
              <a:gd name="connsiteY6040" fmla="*/ 1528627 h 5599766"/>
              <a:gd name="connsiteX6041" fmla="*/ 598302 w 10321503"/>
              <a:gd name="connsiteY6041" fmla="*/ 1522485 h 5599766"/>
              <a:gd name="connsiteX6042" fmla="*/ 598916 w 10321503"/>
              <a:gd name="connsiteY6042" fmla="*/ 1522127 h 5599766"/>
              <a:gd name="connsiteX6043" fmla="*/ 605979 w 10321503"/>
              <a:gd name="connsiteY6043" fmla="*/ 1522127 h 5599766"/>
              <a:gd name="connsiteX6044" fmla="*/ 606593 w 10321503"/>
              <a:gd name="connsiteY6044" fmla="*/ 1522485 h 5599766"/>
              <a:gd name="connsiteX6045" fmla="*/ 610125 w 10321503"/>
              <a:gd name="connsiteY6045" fmla="*/ 1528627 h 5599766"/>
              <a:gd name="connsiteX6046" fmla="*/ 610125 w 10321503"/>
              <a:gd name="connsiteY6046" fmla="*/ 1529293 h 5599766"/>
              <a:gd name="connsiteX6047" fmla="*/ 606593 w 10321503"/>
              <a:gd name="connsiteY6047" fmla="*/ 1535435 h 5599766"/>
              <a:gd name="connsiteX6048" fmla="*/ 605979 w 10321503"/>
              <a:gd name="connsiteY6048" fmla="*/ 1535793 h 5599766"/>
              <a:gd name="connsiteX6049" fmla="*/ 804204 w 10321503"/>
              <a:gd name="connsiteY6049" fmla="*/ 1535793 h 5599766"/>
              <a:gd name="connsiteX6050" fmla="*/ 797140 w 10321503"/>
              <a:gd name="connsiteY6050" fmla="*/ 1535793 h 5599766"/>
              <a:gd name="connsiteX6051" fmla="*/ 796526 w 10321503"/>
              <a:gd name="connsiteY6051" fmla="*/ 1535435 h 5599766"/>
              <a:gd name="connsiteX6052" fmla="*/ 792995 w 10321503"/>
              <a:gd name="connsiteY6052" fmla="*/ 1529293 h 5599766"/>
              <a:gd name="connsiteX6053" fmla="*/ 792995 w 10321503"/>
              <a:gd name="connsiteY6053" fmla="*/ 1528627 h 5599766"/>
              <a:gd name="connsiteX6054" fmla="*/ 796526 w 10321503"/>
              <a:gd name="connsiteY6054" fmla="*/ 1522485 h 5599766"/>
              <a:gd name="connsiteX6055" fmla="*/ 797140 w 10321503"/>
              <a:gd name="connsiteY6055" fmla="*/ 1522127 h 5599766"/>
              <a:gd name="connsiteX6056" fmla="*/ 804204 w 10321503"/>
              <a:gd name="connsiteY6056" fmla="*/ 1522127 h 5599766"/>
              <a:gd name="connsiteX6057" fmla="*/ 804818 w 10321503"/>
              <a:gd name="connsiteY6057" fmla="*/ 1522485 h 5599766"/>
              <a:gd name="connsiteX6058" fmla="*/ 808350 w 10321503"/>
              <a:gd name="connsiteY6058" fmla="*/ 1528627 h 5599766"/>
              <a:gd name="connsiteX6059" fmla="*/ 808350 w 10321503"/>
              <a:gd name="connsiteY6059" fmla="*/ 1529293 h 5599766"/>
              <a:gd name="connsiteX6060" fmla="*/ 804818 w 10321503"/>
              <a:gd name="connsiteY6060" fmla="*/ 1535435 h 5599766"/>
              <a:gd name="connsiteX6061" fmla="*/ 804204 w 10321503"/>
              <a:gd name="connsiteY6061" fmla="*/ 1535793 h 5599766"/>
              <a:gd name="connsiteX6062" fmla="*/ 1002428 w 10321503"/>
              <a:gd name="connsiteY6062" fmla="*/ 1535793 h 5599766"/>
              <a:gd name="connsiteX6063" fmla="*/ 995366 w 10321503"/>
              <a:gd name="connsiteY6063" fmla="*/ 1535793 h 5599766"/>
              <a:gd name="connsiteX6064" fmla="*/ 994752 w 10321503"/>
              <a:gd name="connsiteY6064" fmla="*/ 1535435 h 5599766"/>
              <a:gd name="connsiteX6065" fmla="*/ 991220 w 10321503"/>
              <a:gd name="connsiteY6065" fmla="*/ 1529293 h 5599766"/>
              <a:gd name="connsiteX6066" fmla="*/ 991220 w 10321503"/>
              <a:gd name="connsiteY6066" fmla="*/ 1528627 h 5599766"/>
              <a:gd name="connsiteX6067" fmla="*/ 994752 w 10321503"/>
              <a:gd name="connsiteY6067" fmla="*/ 1522485 h 5599766"/>
              <a:gd name="connsiteX6068" fmla="*/ 995366 w 10321503"/>
              <a:gd name="connsiteY6068" fmla="*/ 1522127 h 5599766"/>
              <a:gd name="connsiteX6069" fmla="*/ 1002428 w 10321503"/>
              <a:gd name="connsiteY6069" fmla="*/ 1522127 h 5599766"/>
              <a:gd name="connsiteX6070" fmla="*/ 1003042 w 10321503"/>
              <a:gd name="connsiteY6070" fmla="*/ 1522485 h 5599766"/>
              <a:gd name="connsiteX6071" fmla="*/ 1006574 w 10321503"/>
              <a:gd name="connsiteY6071" fmla="*/ 1528627 h 5599766"/>
              <a:gd name="connsiteX6072" fmla="*/ 1006574 w 10321503"/>
              <a:gd name="connsiteY6072" fmla="*/ 1529293 h 5599766"/>
              <a:gd name="connsiteX6073" fmla="*/ 1003042 w 10321503"/>
              <a:gd name="connsiteY6073" fmla="*/ 1535435 h 5599766"/>
              <a:gd name="connsiteX6074" fmla="*/ 1002428 w 10321503"/>
              <a:gd name="connsiteY6074" fmla="*/ 1535793 h 5599766"/>
              <a:gd name="connsiteX6075" fmla="*/ 1200704 w 10321503"/>
              <a:gd name="connsiteY6075" fmla="*/ 1535793 h 5599766"/>
              <a:gd name="connsiteX6076" fmla="*/ 1193642 w 10321503"/>
              <a:gd name="connsiteY6076" fmla="*/ 1535793 h 5599766"/>
              <a:gd name="connsiteX6077" fmla="*/ 1193028 w 10321503"/>
              <a:gd name="connsiteY6077" fmla="*/ 1535435 h 5599766"/>
              <a:gd name="connsiteX6078" fmla="*/ 1189495 w 10321503"/>
              <a:gd name="connsiteY6078" fmla="*/ 1529293 h 5599766"/>
              <a:gd name="connsiteX6079" fmla="*/ 1189495 w 10321503"/>
              <a:gd name="connsiteY6079" fmla="*/ 1528627 h 5599766"/>
              <a:gd name="connsiteX6080" fmla="*/ 1193028 w 10321503"/>
              <a:gd name="connsiteY6080" fmla="*/ 1522485 h 5599766"/>
              <a:gd name="connsiteX6081" fmla="*/ 1193642 w 10321503"/>
              <a:gd name="connsiteY6081" fmla="*/ 1522127 h 5599766"/>
              <a:gd name="connsiteX6082" fmla="*/ 1200704 w 10321503"/>
              <a:gd name="connsiteY6082" fmla="*/ 1522127 h 5599766"/>
              <a:gd name="connsiteX6083" fmla="*/ 1201318 w 10321503"/>
              <a:gd name="connsiteY6083" fmla="*/ 1522485 h 5599766"/>
              <a:gd name="connsiteX6084" fmla="*/ 1204850 w 10321503"/>
              <a:gd name="connsiteY6084" fmla="*/ 1528627 h 5599766"/>
              <a:gd name="connsiteX6085" fmla="*/ 1204850 w 10321503"/>
              <a:gd name="connsiteY6085" fmla="*/ 1529293 h 5599766"/>
              <a:gd name="connsiteX6086" fmla="*/ 1201318 w 10321503"/>
              <a:gd name="connsiteY6086" fmla="*/ 1535435 h 5599766"/>
              <a:gd name="connsiteX6087" fmla="*/ 1200704 w 10321503"/>
              <a:gd name="connsiteY6087" fmla="*/ 1535793 h 5599766"/>
              <a:gd name="connsiteX6088" fmla="*/ 1398928 w 10321503"/>
              <a:gd name="connsiteY6088" fmla="*/ 1535793 h 5599766"/>
              <a:gd name="connsiteX6089" fmla="*/ 1391866 w 10321503"/>
              <a:gd name="connsiteY6089" fmla="*/ 1535793 h 5599766"/>
              <a:gd name="connsiteX6090" fmla="*/ 1391252 w 10321503"/>
              <a:gd name="connsiteY6090" fmla="*/ 1535435 h 5599766"/>
              <a:gd name="connsiteX6091" fmla="*/ 1387720 w 10321503"/>
              <a:gd name="connsiteY6091" fmla="*/ 1529293 h 5599766"/>
              <a:gd name="connsiteX6092" fmla="*/ 1387720 w 10321503"/>
              <a:gd name="connsiteY6092" fmla="*/ 1528627 h 5599766"/>
              <a:gd name="connsiteX6093" fmla="*/ 1391252 w 10321503"/>
              <a:gd name="connsiteY6093" fmla="*/ 1522485 h 5599766"/>
              <a:gd name="connsiteX6094" fmla="*/ 1391866 w 10321503"/>
              <a:gd name="connsiteY6094" fmla="*/ 1522127 h 5599766"/>
              <a:gd name="connsiteX6095" fmla="*/ 1398928 w 10321503"/>
              <a:gd name="connsiteY6095" fmla="*/ 1522127 h 5599766"/>
              <a:gd name="connsiteX6096" fmla="*/ 1399544 w 10321503"/>
              <a:gd name="connsiteY6096" fmla="*/ 1522485 h 5599766"/>
              <a:gd name="connsiteX6097" fmla="*/ 1403074 w 10321503"/>
              <a:gd name="connsiteY6097" fmla="*/ 1528627 h 5599766"/>
              <a:gd name="connsiteX6098" fmla="*/ 1403074 w 10321503"/>
              <a:gd name="connsiteY6098" fmla="*/ 1529293 h 5599766"/>
              <a:gd name="connsiteX6099" fmla="*/ 1399544 w 10321503"/>
              <a:gd name="connsiteY6099" fmla="*/ 1535435 h 5599766"/>
              <a:gd name="connsiteX6100" fmla="*/ 1398928 w 10321503"/>
              <a:gd name="connsiteY6100" fmla="*/ 1535793 h 5599766"/>
              <a:gd name="connsiteX6101" fmla="*/ 1597154 w 10321503"/>
              <a:gd name="connsiteY6101" fmla="*/ 1535793 h 5599766"/>
              <a:gd name="connsiteX6102" fmla="*/ 1590090 w 10321503"/>
              <a:gd name="connsiteY6102" fmla="*/ 1535793 h 5599766"/>
              <a:gd name="connsiteX6103" fmla="*/ 1589476 w 10321503"/>
              <a:gd name="connsiteY6103" fmla="*/ 1535435 h 5599766"/>
              <a:gd name="connsiteX6104" fmla="*/ 1585944 w 10321503"/>
              <a:gd name="connsiteY6104" fmla="*/ 1529293 h 5599766"/>
              <a:gd name="connsiteX6105" fmla="*/ 1585944 w 10321503"/>
              <a:gd name="connsiteY6105" fmla="*/ 1528627 h 5599766"/>
              <a:gd name="connsiteX6106" fmla="*/ 1589476 w 10321503"/>
              <a:gd name="connsiteY6106" fmla="*/ 1522485 h 5599766"/>
              <a:gd name="connsiteX6107" fmla="*/ 1590090 w 10321503"/>
              <a:gd name="connsiteY6107" fmla="*/ 1522127 h 5599766"/>
              <a:gd name="connsiteX6108" fmla="*/ 1597154 w 10321503"/>
              <a:gd name="connsiteY6108" fmla="*/ 1522127 h 5599766"/>
              <a:gd name="connsiteX6109" fmla="*/ 1597768 w 10321503"/>
              <a:gd name="connsiteY6109" fmla="*/ 1522485 h 5599766"/>
              <a:gd name="connsiteX6110" fmla="*/ 1601298 w 10321503"/>
              <a:gd name="connsiteY6110" fmla="*/ 1528627 h 5599766"/>
              <a:gd name="connsiteX6111" fmla="*/ 1601298 w 10321503"/>
              <a:gd name="connsiteY6111" fmla="*/ 1529293 h 5599766"/>
              <a:gd name="connsiteX6112" fmla="*/ 1597768 w 10321503"/>
              <a:gd name="connsiteY6112" fmla="*/ 1535435 h 5599766"/>
              <a:gd name="connsiteX6113" fmla="*/ 1597154 w 10321503"/>
              <a:gd name="connsiteY6113" fmla="*/ 1535793 h 5599766"/>
              <a:gd name="connsiteX6114" fmla="*/ 1795378 w 10321503"/>
              <a:gd name="connsiteY6114" fmla="*/ 1535793 h 5599766"/>
              <a:gd name="connsiteX6115" fmla="*/ 1788315 w 10321503"/>
              <a:gd name="connsiteY6115" fmla="*/ 1535793 h 5599766"/>
              <a:gd name="connsiteX6116" fmla="*/ 1787701 w 10321503"/>
              <a:gd name="connsiteY6116" fmla="*/ 1535435 h 5599766"/>
              <a:gd name="connsiteX6117" fmla="*/ 1784170 w 10321503"/>
              <a:gd name="connsiteY6117" fmla="*/ 1529293 h 5599766"/>
              <a:gd name="connsiteX6118" fmla="*/ 1784170 w 10321503"/>
              <a:gd name="connsiteY6118" fmla="*/ 1528627 h 5599766"/>
              <a:gd name="connsiteX6119" fmla="*/ 1787701 w 10321503"/>
              <a:gd name="connsiteY6119" fmla="*/ 1522485 h 5599766"/>
              <a:gd name="connsiteX6120" fmla="*/ 1788315 w 10321503"/>
              <a:gd name="connsiteY6120" fmla="*/ 1522127 h 5599766"/>
              <a:gd name="connsiteX6121" fmla="*/ 1795378 w 10321503"/>
              <a:gd name="connsiteY6121" fmla="*/ 1522127 h 5599766"/>
              <a:gd name="connsiteX6122" fmla="*/ 1795992 w 10321503"/>
              <a:gd name="connsiteY6122" fmla="*/ 1522485 h 5599766"/>
              <a:gd name="connsiteX6123" fmla="*/ 1799524 w 10321503"/>
              <a:gd name="connsiteY6123" fmla="*/ 1528627 h 5599766"/>
              <a:gd name="connsiteX6124" fmla="*/ 1799524 w 10321503"/>
              <a:gd name="connsiteY6124" fmla="*/ 1529293 h 5599766"/>
              <a:gd name="connsiteX6125" fmla="*/ 1795992 w 10321503"/>
              <a:gd name="connsiteY6125" fmla="*/ 1535435 h 5599766"/>
              <a:gd name="connsiteX6126" fmla="*/ 1795378 w 10321503"/>
              <a:gd name="connsiteY6126" fmla="*/ 1535793 h 5599766"/>
              <a:gd name="connsiteX6127" fmla="*/ 1993654 w 10321503"/>
              <a:gd name="connsiteY6127" fmla="*/ 1535793 h 5599766"/>
              <a:gd name="connsiteX6128" fmla="*/ 1986590 w 10321503"/>
              <a:gd name="connsiteY6128" fmla="*/ 1535793 h 5599766"/>
              <a:gd name="connsiteX6129" fmla="*/ 1985976 w 10321503"/>
              <a:gd name="connsiteY6129" fmla="*/ 1535435 h 5599766"/>
              <a:gd name="connsiteX6130" fmla="*/ 1982445 w 10321503"/>
              <a:gd name="connsiteY6130" fmla="*/ 1529293 h 5599766"/>
              <a:gd name="connsiteX6131" fmla="*/ 1982445 w 10321503"/>
              <a:gd name="connsiteY6131" fmla="*/ 1528627 h 5599766"/>
              <a:gd name="connsiteX6132" fmla="*/ 1985976 w 10321503"/>
              <a:gd name="connsiteY6132" fmla="*/ 1522485 h 5599766"/>
              <a:gd name="connsiteX6133" fmla="*/ 1986590 w 10321503"/>
              <a:gd name="connsiteY6133" fmla="*/ 1522127 h 5599766"/>
              <a:gd name="connsiteX6134" fmla="*/ 1993654 w 10321503"/>
              <a:gd name="connsiteY6134" fmla="*/ 1522127 h 5599766"/>
              <a:gd name="connsiteX6135" fmla="*/ 1994268 w 10321503"/>
              <a:gd name="connsiteY6135" fmla="*/ 1522485 h 5599766"/>
              <a:gd name="connsiteX6136" fmla="*/ 1997800 w 10321503"/>
              <a:gd name="connsiteY6136" fmla="*/ 1528627 h 5599766"/>
              <a:gd name="connsiteX6137" fmla="*/ 1997800 w 10321503"/>
              <a:gd name="connsiteY6137" fmla="*/ 1529293 h 5599766"/>
              <a:gd name="connsiteX6138" fmla="*/ 1994268 w 10321503"/>
              <a:gd name="connsiteY6138" fmla="*/ 1535435 h 5599766"/>
              <a:gd name="connsiteX6139" fmla="*/ 1993654 w 10321503"/>
              <a:gd name="connsiteY6139" fmla="*/ 1535793 h 5599766"/>
              <a:gd name="connsiteX6140" fmla="*/ 2189611 w 10321503"/>
              <a:gd name="connsiteY6140" fmla="*/ 1541582 h 5599766"/>
              <a:gd name="connsiteX6141" fmla="*/ 2182548 w 10321503"/>
              <a:gd name="connsiteY6141" fmla="*/ 1541582 h 5599766"/>
              <a:gd name="connsiteX6142" fmla="*/ 2181933 w 10321503"/>
              <a:gd name="connsiteY6142" fmla="*/ 1541224 h 5599766"/>
              <a:gd name="connsiteX6143" fmla="*/ 2178401 w 10321503"/>
              <a:gd name="connsiteY6143" fmla="*/ 1535083 h 5599766"/>
              <a:gd name="connsiteX6144" fmla="*/ 2178401 w 10321503"/>
              <a:gd name="connsiteY6144" fmla="*/ 1534417 h 5599766"/>
              <a:gd name="connsiteX6145" fmla="*/ 2181933 w 10321503"/>
              <a:gd name="connsiteY6145" fmla="*/ 1528276 h 5599766"/>
              <a:gd name="connsiteX6146" fmla="*/ 2182548 w 10321503"/>
              <a:gd name="connsiteY6146" fmla="*/ 1527917 h 5599766"/>
              <a:gd name="connsiteX6147" fmla="*/ 2189611 w 10321503"/>
              <a:gd name="connsiteY6147" fmla="*/ 1527917 h 5599766"/>
              <a:gd name="connsiteX6148" fmla="*/ 2190225 w 10321503"/>
              <a:gd name="connsiteY6148" fmla="*/ 1528276 h 5599766"/>
              <a:gd name="connsiteX6149" fmla="*/ 2193757 w 10321503"/>
              <a:gd name="connsiteY6149" fmla="*/ 1534417 h 5599766"/>
              <a:gd name="connsiteX6150" fmla="*/ 2193757 w 10321503"/>
              <a:gd name="connsiteY6150" fmla="*/ 1535083 h 5599766"/>
              <a:gd name="connsiteX6151" fmla="*/ 2190225 w 10321503"/>
              <a:gd name="connsiteY6151" fmla="*/ 1541224 h 5599766"/>
              <a:gd name="connsiteX6152" fmla="*/ 2189611 w 10321503"/>
              <a:gd name="connsiteY6152" fmla="*/ 1541582 h 5599766"/>
              <a:gd name="connsiteX6153" fmla="*/ 2387835 w 10321503"/>
              <a:gd name="connsiteY6153" fmla="*/ 1541582 h 5599766"/>
              <a:gd name="connsiteX6154" fmla="*/ 2380773 w 10321503"/>
              <a:gd name="connsiteY6154" fmla="*/ 1541582 h 5599766"/>
              <a:gd name="connsiteX6155" fmla="*/ 2380159 w 10321503"/>
              <a:gd name="connsiteY6155" fmla="*/ 1541224 h 5599766"/>
              <a:gd name="connsiteX6156" fmla="*/ 2376626 w 10321503"/>
              <a:gd name="connsiteY6156" fmla="*/ 1535083 h 5599766"/>
              <a:gd name="connsiteX6157" fmla="*/ 2376626 w 10321503"/>
              <a:gd name="connsiteY6157" fmla="*/ 1534417 h 5599766"/>
              <a:gd name="connsiteX6158" fmla="*/ 2380159 w 10321503"/>
              <a:gd name="connsiteY6158" fmla="*/ 1528276 h 5599766"/>
              <a:gd name="connsiteX6159" fmla="*/ 2380773 w 10321503"/>
              <a:gd name="connsiteY6159" fmla="*/ 1527917 h 5599766"/>
              <a:gd name="connsiteX6160" fmla="*/ 2387835 w 10321503"/>
              <a:gd name="connsiteY6160" fmla="*/ 1527917 h 5599766"/>
              <a:gd name="connsiteX6161" fmla="*/ 2388449 w 10321503"/>
              <a:gd name="connsiteY6161" fmla="*/ 1528276 h 5599766"/>
              <a:gd name="connsiteX6162" fmla="*/ 2391981 w 10321503"/>
              <a:gd name="connsiteY6162" fmla="*/ 1534417 h 5599766"/>
              <a:gd name="connsiteX6163" fmla="*/ 2391981 w 10321503"/>
              <a:gd name="connsiteY6163" fmla="*/ 1535083 h 5599766"/>
              <a:gd name="connsiteX6164" fmla="*/ 2388449 w 10321503"/>
              <a:gd name="connsiteY6164" fmla="*/ 1541224 h 5599766"/>
              <a:gd name="connsiteX6165" fmla="*/ 2387835 w 10321503"/>
              <a:gd name="connsiteY6165" fmla="*/ 1541582 h 5599766"/>
              <a:gd name="connsiteX6166" fmla="*/ 2586060 w 10321503"/>
              <a:gd name="connsiteY6166" fmla="*/ 1541582 h 5599766"/>
              <a:gd name="connsiteX6167" fmla="*/ 2578998 w 10321503"/>
              <a:gd name="connsiteY6167" fmla="*/ 1541582 h 5599766"/>
              <a:gd name="connsiteX6168" fmla="*/ 2578383 w 10321503"/>
              <a:gd name="connsiteY6168" fmla="*/ 1541224 h 5599766"/>
              <a:gd name="connsiteX6169" fmla="*/ 2574850 w 10321503"/>
              <a:gd name="connsiteY6169" fmla="*/ 1535083 h 5599766"/>
              <a:gd name="connsiteX6170" fmla="*/ 2574850 w 10321503"/>
              <a:gd name="connsiteY6170" fmla="*/ 1534417 h 5599766"/>
              <a:gd name="connsiteX6171" fmla="*/ 2578383 w 10321503"/>
              <a:gd name="connsiteY6171" fmla="*/ 1528276 h 5599766"/>
              <a:gd name="connsiteX6172" fmla="*/ 2578998 w 10321503"/>
              <a:gd name="connsiteY6172" fmla="*/ 1527917 h 5599766"/>
              <a:gd name="connsiteX6173" fmla="*/ 2586060 w 10321503"/>
              <a:gd name="connsiteY6173" fmla="*/ 1527917 h 5599766"/>
              <a:gd name="connsiteX6174" fmla="*/ 2586674 w 10321503"/>
              <a:gd name="connsiteY6174" fmla="*/ 1528276 h 5599766"/>
              <a:gd name="connsiteX6175" fmla="*/ 2590205 w 10321503"/>
              <a:gd name="connsiteY6175" fmla="*/ 1534417 h 5599766"/>
              <a:gd name="connsiteX6176" fmla="*/ 2590205 w 10321503"/>
              <a:gd name="connsiteY6176" fmla="*/ 1535083 h 5599766"/>
              <a:gd name="connsiteX6177" fmla="*/ 2586674 w 10321503"/>
              <a:gd name="connsiteY6177" fmla="*/ 1541224 h 5599766"/>
              <a:gd name="connsiteX6178" fmla="*/ 2586060 w 10321503"/>
              <a:gd name="connsiteY6178" fmla="*/ 1541582 h 5599766"/>
              <a:gd name="connsiteX6179" fmla="*/ 2784284 w 10321503"/>
              <a:gd name="connsiteY6179" fmla="*/ 1541582 h 5599766"/>
              <a:gd name="connsiteX6180" fmla="*/ 2777221 w 10321503"/>
              <a:gd name="connsiteY6180" fmla="*/ 1541582 h 5599766"/>
              <a:gd name="connsiteX6181" fmla="*/ 2776607 w 10321503"/>
              <a:gd name="connsiteY6181" fmla="*/ 1541224 h 5599766"/>
              <a:gd name="connsiteX6182" fmla="*/ 2773075 w 10321503"/>
              <a:gd name="connsiteY6182" fmla="*/ 1535083 h 5599766"/>
              <a:gd name="connsiteX6183" fmla="*/ 2773075 w 10321503"/>
              <a:gd name="connsiteY6183" fmla="*/ 1534417 h 5599766"/>
              <a:gd name="connsiteX6184" fmla="*/ 2776607 w 10321503"/>
              <a:gd name="connsiteY6184" fmla="*/ 1528276 h 5599766"/>
              <a:gd name="connsiteX6185" fmla="*/ 2777221 w 10321503"/>
              <a:gd name="connsiteY6185" fmla="*/ 1527917 h 5599766"/>
              <a:gd name="connsiteX6186" fmla="*/ 2784284 w 10321503"/>
              <a:gd name="connsiteY6186" fmla="*/ 1527917 h 5599766"/>
              <a:gd name="connsiteX6187" fmla="*/ 2784898 w 10321503"/>
              <a:gd name="connsiteY6187" fmla="*/ 1528276 h 5599766"/>
              <a:gd name="connsiteX6188" fmla="*/ 2788430 w 10321503"/>
              <a:gd name="connsiteY6188" fmla="*/ 1534417 h 5599766"/>
              <a:gd name="connsiteX6189" fmla="*/ 2788430 w 10321503"/>
              <a:gd name="connsiteY6189" fmla="*/ 1535083 h 5599766"/>
              <a:gd name="connsiteX6190" fmla="*/ 2784898 w 10321503"/>
              <a:gd name="connsiteY6190" fmla="*/ 1541224 h 5599766"/>
              <a:gd name="connsiteX6191" fmla="*/ 2784284 w 10321503"/>
              <a:gd name="connsiteY6191" fmla="*/ 1541582 h 5599766"/>
              <a:gd name="connsiteX6192" fmla="*/ 2982559 w 10321503"/>
              <a:gd name="connsiteY6192" fmla="*/ 1541582 h 5599766"/>
              <a:gd name="connsiteX6193" fmla="*/ 2975496 w 10321503"/>
              <a:gd name="connsiteY6193" fmla="*/ 1541582 h 5599766"/>
              <a:gd name="connsiteX6194" fmla="*/ 2974882 w 10321503"/>
              <a:gd name="connsiteY6194" fmla="*/ 1541224 h 5599766"/>
              <a:gd name="connsiteX6195" fmla="*/ 2971351 w 10321503"/>
              <a:gd name="connsiteY6195" fmla="*/ 1535083 h 5599766"/>
              <a:gd name="connsiteX6196" fmla="*/ 2971351 w 10321503"/>
              <a:gd name="connsiteY6196" fmla="*/ 1534417 h 5599766"/>
              <a:gd name="connsiteX6197" fmla="*/ 2974882 w 10321503"/>
              <a:gd name="connsiteY6197" fmla="*/ 1528276 h 5599766"/>
              <a:gd name="connsiteX6198" fmla="*/ 2975496 w 10321503"/>
              <a:gd name="connsiteY6198" fmla="*/ 1527917 h 5599766"/>
              <a:gd name="connsiteX6199" fmla="*/ 2982559 w 10321503"/>
              <a:gd name="connsiteY6199" fmla="*/ 1527917 h 5599766"/>
              <a:gd name="connsiteX6200" fmla="*/ 2983173 w 10321503"/>
              <a:gd name="connsiteY6200" fmla="*/ 1528276 h 5599766"/>
              <a:gd name="connsiteX6201" fmla="*/ 2986706 w 10321503"/>
              <a:gd name="connsiteY6201" fmla="*/ 1534417 h 5599766"/>
              <a:gd name="connsiteX6202" fmla="*/ 2986706 w 10321503"/>
              <a:gd name="connsiteY6202" fmla="*/ 1535083 h 5599766"/>
              <a:gd name="connsiteX6203" fmla="*/ 2983173 w 10321503"/>
              <a:gd name="connsiteY6203" fmla="*/ 1541224 h 5599766"/>
              <a:gd name="connsiteX6204" fmla="*/ 2982559 w 10321503"/>
              <a:gd name="connsiteY6204" fmla="*/ 1541582 h 5599766"/>
              <a:gd name="connsiteX6205" fmla="*/ 3180784 w 10321503"/>
              <a:gd name="connsiteY6205" fmla="*/ 1541582 h 5599766"/>
              <a:gd name="connsiteX6206" fmla="*/ 3173721 w 10321503"/>
              <a:gd name="connsiteY6206" fmla="*/ 1541582 h 5599766"/>
              <a:gd name="connsiteX6207" fmla="*/ 3173107 w 10321503"/>
              <a:gd name="connsiteY6207" fmla="*/ 1541224 h 5599766"/>
              <a:gd name="connsiteX6208" fmla="*/ 3169576 w 10321503"/>
              <a:gd name="connsiteY6208" fmla="*/ 1535083 h 5599766"/>
              <a:gd name="connsiteX6209" fmla="*/ 3169576 w 10321503"/>
              <a:gd name="connsiteY6209" fmla="*/ 1534417 h 5599766"/>
              <a:gd name="connsiteX6210" fmla="*/ 3173107 w 10321503"/>
              <a:gd name="connsiteY6210" fmla="*/ 1528276 h 5599766"/>
              <a:gd name="connsiteX6211" fmla="*/ 3173721 w 10321503"/>
              <a:gd name="connsiteY6211" fmla="*/ 1527917 h 5599766"/>
              <a:gd name="connsiteX6212" fmla="*/ 3180784 w 10321503"/>
              <a:gd name="connsiteY6212" fmla="*/ 1527917 h 5599766"/>
              <a:gd name="connsiteX6213" fmla="*/ 3181398 w 10321503"/>
              <a:gd name="connsiteY6213" fmla="*/ 1528276 h 5599766"/>
              <a:gd name="connsiteX6214" fmla="*/ 3184931 w 10321503"/>
              <a:gd name="connsiteY6214" fmla="*/ 1534417 h 5599766"/>
              <a:gd name="connsiteX6215" fmla="*/ 3184931 w 10321503"/>
              <a:gd name="connsiteY6215" fmla="*/ 1535083 h 5599766"/>
              <a:gd name="connsiteX6216" fmla="*/ 3181398 w 10321503"/>
              <a:gd name="connsiteY6216" fmla="*/ 1541224 h 5599766"/>
              <a:gd name="connsiteX6217" fmla="*/ 3180784 w 10321503"/>
              <a:gd name="connsiteY6217" fmla="*/ 1541582 h 5599766"/>
              <a:gd name="connsiteX6218" fmla="*/ 3379008 w 10321503"/>
              <a:gd name="connsiteY6218" fmla="*/ 1541582 h 5599766"/>
              <a:gd name="connsiteX6219" fmla="*/ 3371947 w 10321503"/>
              <a:gd name="connsiteY6219" fmla="*/ 1541582 h 5599766"/>
              <a:gd name="connsiteX6220" fmla="*/ 3371332 w 10321503"/>
              <a:gd name="connsiteY6220" fmla="*/ 1541224 h 5599766"/>
              <a:gd name="connsiteX6221" fmla="*/ 3367800 w 10321503"/>
              <a:gd name="connsiteY6221" fmla="*/ 1535083 h 5599766"/>
              <a:gd name="connsiteX6222" fmla="*/ 3367800 w 10321503"/>
              <a:gd name="connsiteY6222" fmla="*/ 1534417 h 5599766"/>
              <a:gd name="connsiteX6223" fmla="*/ 3371332 w 10321503"/>
              <a:gd name="connsiteY6223" fmla="*/ 1528276 h 5599766"/>
              <a:gd name="connsiteX6224" fmla="*/ 3371947 w 10321503"/>
              <a:gd name="connsiteY6224" fmla="*/ 1527917 h 5599766"/>
              <a:gd name="connsiteX6225" fmla="*/ 3379008 w 10321503"/>
              <a:gd name="connsiteY6225" fmla="*/ 1527917 h 5599766"/>
              <a:gd name="connsiteX6226" fmla="*/ 3379624 w 10321503"/>
              <a:gd name="connsiteY6226" fmla="*/ 1528276 h 5599766"/>
              <a:gd name="connsiteX6227" fmla="*/ 3383155 w 10321503"/>
              <a:gd name="connsiteY6227" fmla="*/ 1534417 h 5599766"/>
              <a:gd name="connsiteX6228" fmla="*/ 3383155 w 10321503"/>
              <a:gd name="connsiteY6228" fmla="*/ 1535083 h 5599766"/>
              <a:gd name="connsiteX6229" fmla="*/ 3379624 w 10321503"/>
              <a:gd name="connsiteY6229" fmla="*/ 1541224 h 5599766"/>
              <a:gd name="connsiteX6230" fmla="*/ 3379008 w 10321503"/>
              <a:gd name="connsiteY6230" fmla="*/ 1541582 h 5599766"/>
              <a:gd name="connsiteX6231" fmla="*/ 3577234 w 10321503"/>
              <a:gd name="connsiteY6231" fmla="*/ 1541582 h 5599766"/>
              <a:gd name="connsiteX6232" fmla="*/ 3570172 w 10321503"/>
              <a:gd name="connsiteY6232" fmla="*/ 1541582 h 5599766"/>
              <a:gd name="connsiteX6233" fmla="*/ 3569557 w 10321503"/>
              <a:gd name="connsiteY6233" fmla="*/ 1541224 h 5599766"/>
              <a:gd name="connsiteX6234" fmla="*/ 3566024 w 10321503"/>
              <a:gd name="connsiteY6234" fmla="*/ 1535083 h 5599766"/>
              <a:gd name="connsiteX6235" fmla="*/ 3566024 w 10321503"/>
              <a:gd name="connsiteY6235" fmla="*/ 1534417 h 5599766"/>
              <a:gd name="connsiteX6236" fmla="*/ 3569557 w 10321503"/>
              <a:gd name="connsiteY6236" fmla="*/ 1528276 h 5599766"/>
              <a:gd name="connsiteX6237" fmla="*/ 3570172 w 10321503"/>
              <a:gd name="connsiteY6237" fmla="*/ 1527917 h 5599766"/>
              <a:gd name="connsiteX6238" fmla="*/ 3577234 w 10321503"/>
              <a:gd name="connsiteY6238" fmla="*/ 1527917 h 5599766"/>
              <a:gd name="connsiteX6239" fmla="*/ 3577848 w 10321503"/>
              <a:gd name="connsiteY6239" fmla="*/ 1528276 h 5599766"/>
              <a:gd name="connsiteX6240" fmla="*/ 3581379 w 10321503"/>
              <a:gd name="connsiteY6240" fmla="*/ 1534417 h 5599766"/>
              <a:gd name="connsiteX6241" fmla="*/ 3581379 w 10321503"/>
              <a:gd name="connsiteY6241" fmla="*/ 1535083 h 5599766"/>
              <a:gd name="connsiteX6242" fmla="*/ 3577848 w 10321503"/>
              <a:gd name="connsiteY6242" fmla="*/ 1541224 h 5599766"/>
              <a:gd name="connsiteX6243" fmla="*/ 3577234 w 10321503"/>
              <a:gd name="connsiteY6243" fmla="*/ 1541582 h 5599766"/>
              <a:gd name="connsiteX6244" fmla="*/ 3775459 w 10321503"/>
              <a:gd name="connsiteY6244" fmla="*/ 1541582 h 5599766"/>
              <a:gd name="connsiteX6245" fmla="*/ 3768396 w 10321503"/>
              <a:gd name="connsiteY6245" fmla="*/ 1541582 h 5599766"/>
              <a:gd name="connsiteX6246" fmla="*/ 3767781 w 10321503"/>
              <a:gd name="connsiteY6246" fmla="*/ 1541224 h 5599766"/>
              <a:gd name="connsiteX6247" fmla="*/ 3764249 w 10321503"/>
              <a:gd name="connsiteY6247" fmla="*/ 1535083 h 5599766"/>
              <a:gd name="connsiteX6248" fmla="*/ 3764249 w 10321503"/>
              <a:gd name="connsiteY6248" fmla="*/ 1534417 h 5599766"/>
              <a:gd name="connsiteX6249" fmla="*/ 3767781 w 10321503"/>
              <a:gd name="connsiteY6249" fmla="*/ 1528276 h 5599766"/>
              <a:gd name="connsiteX6250" fmla="*/ 3768396 w 10321503"/>
              <a:gd name="connsiteY6250" fmla="*/ 1527917 h 5599766"/>
              <a:gd name="connsiteX6251" fmla="*/ 3775459 w 10321503"/>
              <a:gd name="connsiteY6251" fmla="*/ 1527917 h 5599766"/>
              <a:gd name="connsiteX6252" fmla="*/ 3776073 w 10321503"/>
              <a:gd name="connsiteY6252" fmla="*/ 1528276 h 5599766"/>
              <a:gd name="connsiteX6253" fmla="*/ 3779604 w 10321503"/>
              <a:gd name="connsiteY6253" fmla="*/ 1534417 h 5599766"/>
              <a:gd name="connsiteX6254" fmla="*/ 3779604 w 10321503"/>
              <a:gd name="connsiteY6254" fmla="*/ 1535083 h 5599766"/>
              <a:gd name="connsiteX6255" fmla="*/ 3776073 w 10321503"/>
              <a:gd name="connsiteY6255" fmla="*/ 1541224 h 5599766"/>
              <a:gd name="connsiteX6256" fmla="*/ 3775459 w 10321503"/>
              <a:gd name="connsiteY6256" fmla="*/ 1541582 h 5599766"/>
              <a:gd name="connsiteX6257" fmla="*/ 3973734 w 10321503"/>
              <a:gd name="connsiteY6257" fmla="*/ 1541582 h 5599766"/>
              <a:gd name="connsiteX6258" fmla="*/ 3966671 w 10321503"/>
              <a:gd name="connsiteY6258" fmla="*/ 1541582 h 5599766"/>
              <a:gd name="connsiteX6259" fmla="*/ 3966057 w 10321503"/>
              <a:gd name="connsiteY6259" fmla="*/ 1541224 h 5599766"/>
              <a:gd name="connsiteX6260" fmla="*/ 3962525 w 10321503"/>
              <a:gd name="connsiteY6260" fmla="*/ 1535083 h 5599766"/>
              <a:gd name="connsiteX6261" fmla="*/ 3962525 w 10321503"/>
              <a:gd name="connsiteY6261" fmla="*/ 1534417 h 5599766"/>
              <a:gd name="connsiteX6262" fmla="*/ 3966057 w 10321503"/>
              <a:gd name="connsiteY6262" fmla="*/ 1528276 h 5599766"/>
              <a:gd name="connsiteX6263" fmla="*/ 3966671 w 10321503"/>
              <a:gd name="connsiteY6263" fmla="*/ 1527917 h 5599766"/>
              <a:gd name="connsiteX6264" fmla="*/ 3973734 w 10321503"/>
              <a:gd name="connsiteY6264" fmla="*/ 1527917 h 5599766"/>
              <a:gd name="connsiteX6265" fmla="*/ 3974348 w 10321503"/>
              <a:gd name="connsiteY6265" fmla="*/ 1528276 h 5599766"/>
              <a:gd name="connsiteX6266" fmla="*/ 3977880 w 10321503"/>
              <a:gd name="connsiteY6266" fmla="*/ 1534417 h 5599766"/>
              <a:gd name="connsiteX6267" fmla="*/ 3977880 w 10321503"/>
              <a:gd name="connsiteY6267" fmla="*/ 1535083 h 5599766"/>
              <a:gd name="connsiteX6268" fmla="*/ 3974348 w 10321503"/>
              <a:gd name="connsiteY6268" fmla="*/ 1541224 h 5599766"/>
              <a:gd name="connsiteX6269" fmla="*/ 3973734 w 10321503"/>
              <a:gd name="connsiteY6269" fmla="*/ 1541582 h 5599766"/>
              <a:gd name="connsiteX6270" fmla="*/ 4171959 w 10321503"/>
              <a:gd name="connsiteY6270" fmla="*/ 1541582 h 5599766"/>
              <a:gd name="connsiteX6271" fmla="*/ 4164896 w 10321503"/>
              <a:gd name="connsiteY6271" fmla="*/ 1541582 h 5599766"/>
              <a:gd name="connsiteX6272" fmla="*/ 4164282 w 10321503"/>
              <a:gd name="connsiteY6272" fmla="*/ 1541224 h 5599766"/>
              <a:gd name="connsiteX6273" fmla="*/ 4160751 w 10321503"/>
              <a:gd name="connsiteY6273" fmla="*/ 1535083 h 5599766"/>
              <a:gd name="connsiteX6274" fmla="*/ 4160751 w 10321503"/>
              <a:gd name="connsiteY6274" fmla="*/ 1534417 h 5599766"/>
              <a:gd name="connsiteX6275" fmla="*/ 4164282 w 10321503"/>
              <a:gd name="connsiteY6275" fmla="*/ 1528276 h 5599766"/>
              <a:gd name="connsiteX6276" fmla="*/ 4164896 w 10321503"/>
              <a:gd name="connsiteY6276" fmla="*/ 1527917 h 5599766"/>
              <a:gd name="connsiteX6277" fmla="*/ 4171959 w 10321503"/>
              <a:gd name="connsiteY6277" fmla="*/ 1527917 h 5599766"/>
              <a:gd name="connsiteX6278" fmla="*/ 4172573 w 10321503"/>
              <a:gd name="connsiteY6278" fmla="*/ 1528276 h 5599766"/>
              <a:gd name="connsiteX6279" fmla="*/ 4176105 w 10321503"/>
              <a:gd name="connsiteY6279" fmla="*/ 1534417 h 5599766"/>
              <a:gd name="connsiteX6280" fmla="*/ 4176105 w 10321503"/>
              <a:gd name="connsiteY6280" fmla="*/ 1535083 h 5599766"/>
              <a:gd name="connsiteX6281" fmla="*/ 4172573 w 10321503"/>
              <a:gd name="connsiteY6281" fmla="*/ 1541224 h 5599766"/>
              <a:gd name="connsiteX6282" fmla="*/ 4171959 w 10321503"/>
              <a:gd name="connsiteY6282" fmla="*/ 1541582 h 5599766"/>
              <a:gd name="connsiteX6283" fmla="*/ 4370183 w 10321503"/>
              <a:gd name="connsiteY6283" fmla="*/ 1541582 h 5599766"/>
              <a:gd name="connsiteX6284" fmla="*/ 4363121 w 10321503"/>
              <a:gd name="connsiteY6284" fmla="*/ 1541582 h 5599766"/>
              <a:gd name="connsiteX6285" fmla="*/ 4362506 w 10321503"/>
              <a:gd name="connsiteY6285" fmla="*/ 1541224 h 5599766"/>
              <a:gd name="connsiteX6286" fmla="*/ 4358975 w 10321503"/>
              <a:gd name="connsiteY6286" fmla="*/ 1535083 h 5599766"/>
              <a:gd name="connsiteX6287" fmla="*/ 4358975 w 10321503"/>
              <a:gd name="connsiteY6287" fmla="*/ 1534417 h 5599766"/>
              <a:gd name="connsiteX6288" fmla="*/ 4362506 w 10321503"/>
              <a:gd name="connsiteY6288" fmla="*/ 1528276 h 5599766"/>
              <a:gd name="connsiteX6289" fmla="*/ 4363121 w 10321503"/>
              <a:gd name="connsiteY6289" fmla="*/ 1527917 h 5599766"/>
              <a:gd name="connsiteX6290" fmla="*/ 4370183 w 10321503"/>
              <a:gd name="connsiteY6290" fmla="*/ 1527917 h 5599766"/>
              <a:gd name="connsiteX6291" fmla="*/ 4370797 w 10321503"/>
              <a:gd name="connsiteY6291" fmla="*/ 1528276 h 5599766"/>
              <a:gd name="connsiteX6292" fmla="*/ 4374329 w 10321503"/>
              <a:gd name="connsiteY6292" fmla="*/ 1534417 h 5599766"/>
              <a:gd name="connsiteX6293" fmla="*/ 4374329 w 10321503"/>
              <a:gd name="connsiteY6293" fmla="*/ 1535083 h 5599766"/>
              <a:gd name="connsiteX6294" fmla="*/ 4370797 w 10321503"/>
              <a:gd name="connsiteY6294" fmla="*/ 1541224 h 5599766"/>
              <a:gd name="connsiteX6295" fmla="*/ 4370183 w 10321503"/>
              <a:gd name="connsiteY6295" fmla="*/ 1541582 h 5599766"/>
              <a:gd name="connsiteX6296" fmla="*/ 4568408 w 10321503"/>
              <a:gd name="connsiteY6296" fmla="*/ 1541582 h 5599766"/>
              <a:gd name="connsiteX6297" fmla="*/ 4561345 w 10321503"/>
              <a:gd name="connsiteY6297" fmla="*/ 1541582 h 5599766"/>
              <a:gd name="connsiteX6298" fmla="*/ 4560731 w 10321503"/>
              <a:gd name="connsiteY6298" fmla="*/ 1541224 h 5599766"/>
              <a:gd name="connsiteX6299" fmla="*/ 4557199 w 10321503"/>
              <a:gd name="connsiteY6299" fmla="*/ 1535083 h 5599766"/>
              <a:gd name="connsiteX6300" fmla="*/ 4557199 w 10321503"/>
              <a:gd name="connsiteY6300" fmla="*/ 1534417 h 5599766"/>
              <a:gd name="connsiteX6301" fmla="*/ 4560731 w 10321503"/>
              <a:gd name="connsiteY6301" fmla="*/ 1528276 h 5599766"/>
              <a:gd name="connsiteX6302" fmla="*/ 4561345 w 10321503"/>
              <a:gd name="connsiteY6302" fmla="*/ 1527917 h 5599766"/>
              <a:gd name="connsiteX6303" fmla="*/ 4568408 w 10321503"/>
              <a:gd name="connsiteY6303" fmla="*/ 1527917 h 5599766"/>
              <a:gd name="connsiteX6304" fmla="*/ 4569022 w 10321503"/>
              <a:gd name="connsiteY6304" fmla="*/ 1528276 h 5599766"/>
              <a:gd name="connsiteX6305" fmla="*/ 4572554 w 10321503"/>
              <a:gd name="connsiteY6305" fmla="*/ 1534417 h 5599766"/>
              <a:gd name="connsiteX6306" fmla="*/ 4572554 w 10321503"/>
              <a:gd name="connsiteY6306" fmla="*/ 1535083 h 5599766"/>
              <a:gd name="connsiteX6307" fmla="*/ 4569022 w 10321503"/>
              <a:gd name="connsiteY6307" fmla="*/ 1541224 h 5599766"/>
              <a:gd name="connsiteX6308" fmla="*/ 4568408 w 10321503"/>
              <a:gd name="connsiteY6308" fmla="*/ 1541582 h 5599766"/>
              <a:gd name="connsiteX6309" fmla="*/ 4766683 w 10321503"/>
              <a:gd name="connsiteY6309" fmla="*/ 1541582 h 5599766"/>
              <a:gd name="connsiteX6310" fmla="*/ 4759621 w 10321503"/>
              <a:gd name="connsiteY6310" fmla="*/ 1541582 h 5599766"/>
              <a:gd name="connsiteX6311" fmla="*/ 4759007 w 10321503"/>
              <a:gd name="connsiteY6311" fmla="*/ 1541224 h 5599766"/>
              <a:gd name="connsiteX6312" fmla="*/ 4755475 w 10321503"/>
              <a:gd name="connsiteY6312" fmla="*/ 1535083 h 5599766"/>
              <a:gd name="connsiteX6313" fmla="*/ 4755475 w 10321503"/>
              <a:gd name="connsiteY6313" fmla="*/ 1534417 h 5599766"/>
              <a:gd name="connsiteX6314" fmla="*/ 4759007 w 10321503"/>
              <a:gd name="connsiteY6314" fmla="*/ 1528276 h 5599766"/>
              <a:gd name="connsiteX6315" fmla="*/ 4759621 w 10321503"/>
              <a:gd name="connsiteY6315" fmla="*/ 1527917 h 5599766"/>
              <a:gd name="connsiteX6316" fmla="*/ 4766683 w 10321503"/>
              <a:gd name="connsiteY6316" fmla="*/ 1527917 h 5599766"/>
              <a:gd name="connsiteX6317" fmla="*/ 4767297 w 10321503"/>
              <a:gd name="connsiteY6317" fmla="*/ 1528276 h 5599766"/>
              <a:gd name="connsiteX6318" fmla="*/ 4770829 w 10321503"/>
              <a:gd name="connsiteY6318" fmla="*/ 1534417 h 5599766"/>
              <a:gd name="connsiteX6319" fmla="*/ 4770829 w 10321503"/>
              <a:gd name="connsiteY6319" fmla="*/ 1535083 h 5599766"/>
              <a:gd name="connsiteX6320" fmla="*/ 4767297 w 10321503"/>
              <a:gd name="connsiteY6320" fmla="*/ 1541224 h 5599766"/>
              <a:gd name="connsiteX6321" fmla="*/ 4766683 w 10321503"/>
              <a:gd name="connsiteY6321" fmla="*/ 1541582 h 5599766"/>
              <a:gd name="connsiteX6322" fmla="*/ 4964909 w 10321503"/>
              <a:gd name="connsiteY6322" fmla="*/ 1541582 h 5599766"/>
              <a:gd name="connsiteX6323" fmla="*/ 4957846 w 10321503"/>
              <a:gd name="connsiteY6323" fmla="*/ 1541582 h 5599766"/>
              <a:gd name="connsiteX6324" fmla="*/ 4957232 w 10321503"/>
              <a:gd name="connsiteY6324" fmla="*/ 1541224 h 5599766"/>
              <a:gd name="connsiteX6325" fmla="*/ 4953699 w 10321503"/>
              <a:gd name="connsiteY6325" fmla="*/ 1535083 h 5599766"/>
              <a:gd name="connsiteX6326" fmla="*/ 4953699 w 10321503"/>
              <a:gd name="connsiteY6326" fmla="*/ 1534417 h 5599766"/>
              <a:gd name="connsiteX6327" fmla="*/ 4957232 w 10321503"/>
              <a:gd name="connsiteY6327" fmla="*/ 1528276 h 5599766"/>
              <a:gd name="connsiteX6328" fmla="*/ 4957846 w 10321503"/>
              <a:gd name="connsiteY6328" fmla="*/ 1527917 h 5599766"/>
              <a:gd name="connsiteX6329" fmla="*/ 4964909 w 10321503"/>
              <a:gd name="connsiteY6329" fmla="*/ 1527917 h 5599766"/>
              <a:gd name="connsiteX6330" fmla="*/ 4965523 w 10321503"/>
              <a:gd name="connsiteY6330" fmla="*/ 1528276 h 5599766"/>
              <a:gd name="connsiteX6331" fmla="*/ 4969054 w 10321503"/>
              <a:gd name="connsiteY6331" fmla="*/ 1534417 h 5599766"/>
              <a:gd name="connsiteX6332" fmla="*/ 4969054 w 10321503"/>
              <a:gd name="connsiteY6332" fmla="*/ 1535083 h 5599766"/>
              <a:gd name="connsiteX6333" fmla="*/ 4965523 w 10321503"/>
              <a:gd name="connsiteY6333" fmla="*/ 1541224 h 5599766"/>
              <a:gd name="connsiteX6334" fmla="*/ 4964909 w 10321503"/>
              <a:gd name="connsiteY6334" fmla="*/ 1541582 h 5599766"/>
              <a:gd name="connsiteX6335" fmla="*/ 5163134 w 10321503"/>
              <a:gd name="connsiteY6335" fmla="*/ 1541582 h 5599766"/>
              <a:gd name="connsiteX6336" fmla="*/ 5156070 w 10321503"/>
              <a:gd name="connsiteY6336" fmla="*/ 1541582 h 5599766"/>
              <a:gd name="connsiteX6337" fmla="*/ 5155456 w 10321503"/>
              <a:gd name="connsiteY6337" fmla="*/ 1541224 h 5599766"/>
              <a:gd name="connsiteX6338" fmla="*/ 5151924 w 10321503"/>
              <a:gd name="connsiteY6338" fmla="*/ 1535083 h 5599766"/>
              <a:gd name="connsiteX6339" fmla="*/ 5151924 w 10321503"/>
              <a:gd name="connsiteY6339" fmla="*/ 1534417 h 5599766"/>
              <a:gd name="connsiteX6340" fmla="*/ 5155456 w 10321503"/>
              <a:gd name="connsiteY6340" fmla="*/ 1528276 h 5599766"/>
              <a:gd name="connsiteX6341" fmla="*/ 5156070 w 10321503"/>
              <a:gd name="connsiteY6341" fmla="*/ 1527917 h 5599766"/>
              <a:gd name="connsiteX6342" fmla="*/ 5163134 w 10321503"/>
              <a:gd name="connsiteY6342" fmla="*/ 1527917 h 5599766"/>
              <a:gd name="connsiteX6343" fmla="*/ 5163748 w 10321503"/>
              <a:gd name="connsiteY6343" fmla="*/ 1528276 h 5599766"/>
              <a:gd name="connsiteX6344" fmla="*/ 5167279 w 10321503"/>
              <a:gd name="connsiteY6344" fmla="*/ 1534417 h 5599766"/>
              <a:gd name="connsiteX6345" fmla="*/ 5167279 w 10321503"/>
              <a:gd name="connsiteY6345" fmla="*/ 1535083 h 5599766"/>
              <a:gd name="connsiteX6346" fmla="*/ 5163748 w 10321503"/>
              <a:gd name="connsiteY6346" fmla="*/ 1541224 h 5599766"/>
              <a:gd name="connsiteX6347" fmla="*/ 5163134 w 10321503"/>
              <a:gd name="connsiteY6347" fmla="*/ 1541582 h 5599766"/>
              <a:gd name="connsiteX6348" fmla="*/ 5361358 w 10321503"/>
              <a:gd name="connsiteY6348" fmla="*/ 1541582 h 5599766"/>
              <a:gd name="connsiteX6349" fmla="*/ 5354295 w 10321503"/>
              <a:gd name="connsiteY6349" fmla="*/ 1541582 h 5599766"/>
              <a:gd name="connsiteX6350" fmla="*/ 5353680 w 10321503"/>
              <a:gd name="connsiteY6350" fmla="*/ 1541224 h 5599766"/>
              <a:gd name="connsiteX6351" fmla="*/ 5350149 w 10321503"/>
              <a:gd name="connsiteY6351" fmla="*/ 1535083 h 5599766"/>
              <a:gd name="connsiteX6352" fmla="*/ 5350149 w 10321503"/>
              <a:gd name="connsiteY6352" fmla="*/ 1534417 h 5599766"/>
              <a:gd name="connsiteX6353" fmla="*/ 5353680 w 10321503"/>
              <a:gd name="connsiteY6353" fmla="*/ 1528276 h 5599766"/>
              <a:gd name="connsiteX6354" fmla="*/ 5354295 w 10321503"/>
              <a:gd name="connsiteY6354" fmla="*/ 1527917 h 5599766"/>
              <a:gd name="connsiteX6355" fmla="*/ 5361358 w 10321503"/>
              <a:gd name="connsiteY6355" fmla="*/ 1527917 h 5599766"/>
              <a:gd name="connsiteX6356" fmla="*/ 5361972 w 10321503"/>
              <a:gd name="connsiteY6356" fmla="*/ 1528276 h 5599766"/>
              <a:gd name="connsiteX6357" fmla="*/ 5365503 w 10321503"/>
              <a:gd name="connsiteY6357" fmla="*/ 1534417 h 5599766"/>
              <a:gd name="connsiteX6358" fmla="*/ 5365503 w 10321503"/>
              <a:gd name="connsiteY6358" fmla="*/ 1535083 h 5599766"/>
              <a:gd name="connsiteX6359" fmla="*/ 5361972 w 10321503"/>
              <a:gd name="connsiteY6359" fmla="*/ 1541224 h 5599766"/>
              <a:gd name="connsiteX6360" fmla="*/ 5361358 w 10321503"/>
              <a:gd name="connsiteY6360" fmla="*/ 1541582 h 5599766"/>
              <a:gd name="connsiteX6361" fmla="*/ 5559633 w 10321503"/>
              <a:gd name="connsiteY6361" fmla="*/ 1541582 h 5599766"/>
              <a:gd name="connsiteX6362" fmla="*/ 5552569 w 10321503"/>
              <a:gd name="connsiteY6362" fmla="*/ 1541582 h 5599766"/>
              <a:gd name="connsiteX6363" fmla="*/ 5551956 w 10321503"/>
              <a:gd name="connsiteY6363" fmla="*/ 1541224 h 5599766"/>
              <a:gd name="connsiteX6364" fmla="*/ 5548424 w 10321503"/>
              <a:gd name="connsiteY6364" fmla="*/ 1535083 h 5599766"/>
              <a:gd name="connsiteX6365" fmla="*/ 5548424 w 10321503"/>
              <a:gd name="connsiteY6365" fmla="*/ 1534417 h 5599766"/>
              <a:gd name="connsiteX6366" fmla="*/ 5551956 w 10321503"/>
              <a:gd name="connsiteY6366" fmla="*/ 1528276 h 5599766"/>
              <a:gd name="connsiteX6367" fmla="*/ 5552569 w 10321503"/>
              <a:gd name="connsiteY6367" fmla="*/ 1527917 h 5599766"/>
              <a:gd name="connsiteX6368" fmla="*/ 5559633 w 10321503"/>
              <a:gd name="connsiteY6368" fmla="*/ 1527917 h 5599766"/>
              <a:gd name="connsiteX6369" fmla="*/ 5560246 w 10321503"/>
              <a:gd name="connsiteY6369" fmla="*/ 1528276 h 5599766"/>
              <a:gd name="connsiteX6370" fmla="*/ 5563779 w 10321503"/>
              <a:gd name="connsiteY6370" fmla="*/ 1534417 h 5599766"/>
              <a:gd name="connsiteX6371" fmla="*/ 5563779 w 10321503"/>
              <a:gd name="connsiteY6371" fmla="*/ 1535083 h 5599766"/>
              <a:gd name="connsiteX6372" fmla="*/ 5560246 w 10321503"/>
              <a:gd name="connsiteY6372" fmla="*/ 1541224 h 5599766"/>
              <a:gd name="connsiteX6373" fmla="*/ 5559633 w 10321503"/>
              <a:gd name="connsiteY6373" fmla="*/ 1541582 h 5599766"/>
              <a:gd name="connsiteX6374" fmla="*/ 5757857 w 10321503"/>
              <a:gd name="connsiteY6374" fmla="*/ 1541582 h 5599766"/>
              <a:gd name="connsiteX6375" fmla="*/ 5750795 w 10321503"/>
              <a:gd name="connsiteY6375" fmla="*/ 1541582 h 5599766"/>
              <a:gd name="connsiteX6376" fmla="*/ 5750181 w 10321503"/>
              <a:gd name="connsiteY6376" fmla="*/ 1541224 h 5599766"/>
              <a:gd name="connsiteX6377" fmla="*/ 5746649 w 10321503"/>
              <a:gd name="connsiteY6377" fmla="*/ 1535083 h 5599766"/>
              <a:gd name="connsiteX6378" fmla="*/ 5746649 w 10321503"/>
              <a:gd name="connsiteY6378" fmla="*/ 1534417 h 5599766"/>
              <a:gd name="connsiteX6379" fmla="*/ 5750181 w 10321503"/>
              <a:gd name="connsiteY6379" fmla="*/ 1528276 h 5599766"/>
              <a:gd name="connsiteX6380" fmla="*/ 5750795 w 10321503"/>
              <a:gd name="connsiteY6380" fmla="*/ 1527917 h 5599766"/>
              <a:gd name="connsiteX6381" fmla="*/ 5757857 w 10321503"/>
              <a:gd name="connsiteY6381" fmla="*/ 1527917 h 5599766"/>
              <a:gd name="connsiteX6382" fmla="*/ 5758471 w 10321503"/>
              <a:gd name="connsiteY6382" fmla="*/ 1528276 h 5599766"/>
              <a:gd name="connsiteX6383" fmla="*/ 5762003 w 10321503"/>
              <a:gd name="connsiteY6383" fmla="*/ 1534417 h 5599766"/>
              <a:gd name="connsiteX6384" fmla="*/ 5762003 w 10321503"/>
              <a:gd name="connsiteY6384" fmla="*/ 1535083 h 5599766"/>
              <a:gd name="connsiteX6385" fmla="*/ 5758471 w 10321503"/>
              <a:gd name="connsiteY6385" fmla="*/ 1541224 h 5599766"/>
              <a:gd name="connsiteX6386" fmla="*/ 5757857 w 10321503"/>
              <a:gd name="connsiteY6386" fmla="*/ 1541582 h 5599766"/>
              <a:gd name="connsiteX6387" fmla="*/ 5956083 w 10321503"/>
              <a:gd name="connsiteY6387" fmla="*/ 1541582 h 5599766"/>
              <a:gd name="connsiteX6388" fmla="*/ 5949019 w 10321503"/>
              <a:gd name="connsiteY6388" fmla="*/ 1541582 h 5599766"/>
              <a:gd name="connsiteX6389" fmla="*/ 5948405 w 10321503"/>
              <a:gd name="connsiteY6389" fmla="*/ 1541224 h 5599766"/>
              <a:gd name="connsiteX6390" fmla="*/ 5944873 w 10321503"/>
              <a:gd name="connsiteY6390" fmla="*/ 1535083 h 5599766"/>
              <a:gd name="connsiteX6391" fmla="*/ 5944873 w 10321503"/>
              <a:gd name="connsiteY6391" fmla="*/ 1534417 h 5599766"/>
              <a:gd name="connsiteX6392" fmla="*/ 5948405 w 10321503"/>
              <a:gd name="connsiteY6392" fmla="*/ 1528276 h 5599766"/>
              <a:gd name="connsiteX6393" fmla="*/ 5949019 w 10321503"/>
              <a:gd name="connsiteY6393" fmla="*/ 1527917 h 5599766"/>
              <a:gd name="connsiteX6394" fmla="*/ 5956083 w 10321503"/>
              <a:gd name="connsiteY6394" fmla="*/ 1527917 h 5599766"/>
              <a:gd name="connsiteX6395" fmla="*/ 5956697 w 10321503"/>
              <a:gd name="connsiteY6395" fmla="*/ 1528276 h 5599766"/>
              <a:gd name="connsiteX6396" fmla="*/ 5960227 w 10321503"/>
              <a:gd name="connsiteY6396" fmla="*/ 1534417 h 5599766"/>
              <a:gd name="connsiteX6397" fmla="*/ 5960227 w 10321503"/>
              <a:gd name="connsiteY6397" fmla="*/ 1535083 h 5599766"/>
              <a:gd name="connsiteX6398" fmla="*/ 5956697 w 10321503"/>
              <a:gd name="connsiteY6398" fmla="*/ 1541224 h 5599766"/>
              <a:gd name="connsiteX6399" fmla="*/ 5956083 w 10321503"/>
              <a:gd name="connsiteY6399" fmla="*/ 1541582 h 5599766"/>
              <a:gd name="connsiteX6400" fmla="*/ 6154307 w 10321503"/>
              <a:gd name="connsiteY6400" fmla="*/ 1541582 h 5599766"/>
              <a:gd name="connsiteX6401" fmla="*/ 6147243 w 10321503"/>
              <a:gd name="connsiteY6401" fmla="*/ 1541582 h 5599766"/>
              <a:gd name="connsiteX6402" fmla="*/ 6146629 w 10321503"/>
              <a:gd name="connsiteY6402" fmla="*/ 1541224 h 5599766"/>
              <a:gd name="connsiteX6403" fmla="*/ 6143098 w 10321503"/>
              <a:gd name="connsiteY6403" fmla="*/ 1535083 h 5599766"/>
              <a:gd name="connsiteX6404" fmla="*/ 6143098 w 10321503"/>
              <a:gd name="connsiteY6404" fmla="*/ 1534417 h 5599766"/>
              <a:gd name="connsiteX6405" fmla="*/ 6146629 w 10321503"/>
              <a:gd name="connsiteY6405" fmla="*/ 1528276 h 5599766"/>
              <a:gd name="connsiteX6406" fmla="*/ 6147243 w 10321503"/>
              <a:gd name="connsiteY6406" fmla="*/ 1527917 h 5599766"/>
              <a:gd name="connsiteX6407" fmla="*/ 6154307 w 10321503"/>
              <a:gd name="connsiteY6407" fmla="*/ 1527917 h 5599766"/>
              <a:gd name="connsiteX6408" fmla="*/ 6154921 w 10321503"/>
              <a:gd name="connsiteY6408" fmla="*/ 1528276 h 5599766"/>
              <a:gd name="connsiteX6409" fmla="*/ 6158453 w 10321503"/>
              <a:gd name="connsiteY6409" fmla="*/ 1534417 h 5599766"/>
              <a:gd name="connsiteX6410" fmla="*/ 6158453 w 10321503"/>
              <a:gd name="connsiteY6410" fmla="*/ 1535083 h 5599766"/>
              <a:gd name="connsiteX6411" fmla="*/ 6154921 w 10321503"/>
              <a:gd name="connsiteY6411" fmla="*/ 1541224 h 5599766"/>
              <a:gd name="connsiteX6412" fmla="*/ 6154307 w 10321503"/>
              <a:gd name="connsiteY6412" fmla="*/ 1541582 h 5599766"/>
              <a:gd name="connsiteX6413" fmla="*/ 6352582 w 10321503"/>
              <a:gd name="connsiteY6413" fmla="*/ 1541582 h 5599766"/>
              <a:gd name="connsiteX6414" fmla="*/ 6345519 w 10321503"/>
              <a:gd name="connsiteY6414" fmla="*/ 1541582 h 5599766"/>
              <a:gd name="connsiteX6415" fmla="*/ 6344904 w 10321503"/>
              <a:gd name="connsiteY6415" fmla="*/ 1541224 h 5599766"/>
              <a:gd name="connsiteX6416" fmla="*/ 6341373 w 10321503"/>
              <a:gd name="connsiteY6416" fmla="*/ 1535083 h 5599766"/>
              <a:gd name="connsiteX6417" fmla="*/ 6341373 w 10321503"/>
              <a:gd name="connsiteY6417" fmla="*/ 1534417 h 5599766"/>
              <a:gd name="connsiteX6418" fmla="*/ 6344904 w 10321503"/>
              <a:gd name="connsiteY6418" fmla="*/ 1528276 h 5599766"/>
              <a:gd name="connsiteX6419" fmla="*/ 6345519 w 10321503"/>
              <a:gd name="connsiteY6419" fmla="*/ 1527917 h 5599766"/>
              <a:gd name="connsiteX6420" fmla="*/ 6352582 w 10321503"/>
              <a:gd name="connsiteY6420" fmla="*/ 1527917 h 5599766"/>
              <a:gd name="connsiteX6421" fmla="*/ 6353196 w 10321503"/>
              <a:gd name="connsiteY6421" fmla="*/ 1528276 h 5599766"/>
              <a:gd name="connsiteX6422" fmla="*/ 6356728 w 10321503"/>
              <a:gd name="connsiteY6422" fmla="*/ 1534417 h 5599766"/>
              <a:gd name="connsiteX6423" fmla="*/ 6356728 w 10321503"/>
              <a:gd name="connsiteY6423" fmla="*/ 1535083 h 5599766"/>
              <a:gd name="connsiteX6424" fmla="*/ 6353196 w 10321503"/>
              <a:gd name="connsiteY6424" fmla="*/ 1541224 h 5599766"/>
              <a:gd name="connsiteX6425" fmla="*/ 6352582 w 10321503"/>
              <a:gd name="connsiteY6425" fmla="*/ 1541582 h 5599766"/>
              <a:gd name="connsiteX6426" fmla="*/ 6550807 w 10321503"/>
              <a:gd name="connsiteY6426" fmla="*/ 1541582 h 5599766"/>
              <a:gd name="connsiteX6427" fmla="*/ 6543744 w 10321503"/>
              <a:gd name="connsiteY6427" fmla="*/ 1541582 h 5599766"/>
              <a:gd name="connsiteX6428" fmla="*/ 6543129 w 10321503"/>
              <a:gd name="connsiteY6428" fmla="*/ 1541224 h 5599766"/>
              <a:gd name="connsiteX6429" fmla="*/ 6539598 w 10321503"/>
              <a:gd name="connsiteY6429" fmla="*/ 1535083 h 5599766"/>
              <a:gd name="connsiteX6430" fmla="*/ 6539598 w 10321503"/>
              <a:gd name="connsiteY6430" fmla="*/ 1534417 h 5599766"/>
              <a:gd name="connsiteX6431" fmla="*/ 6543129 w 10321503"/>
              <a:gd name="connsiteY6431" fmla="*/ 1528276 h 5599766"/>
              <a:gd name="connsiteX6432" fmla="*/ 6543744 w 10321503"/>
              <a:gd name="connsiteY6432" fmla="*/ 1527917 h 5599766"/>
              <a:gd name="connsiteX6433" fmla="*/ 6550807 w 10321503"/>
              <a:gd name="connsiteY6433" fmla="*/ 1527917 h 5599766"/>
              <a:gd name="connsiteX6434" fmla="*/ 6551420 w 10321503"/>
              <a:gd name="connsiteY6434" fmla="*/ 1528276 h 5599766"/>
              <a:gd name="connsiteX6435" fmla="*/ 6554953 w 10321503"/>
              <a:gd name="connsiteY6435" fmla="*/ 1534417 h 5599766"/>
              <a:gd name="connsiteX6436" fmla="*/ 6554953 w 10321503"/>
              <a:gd name="connsiteY6436" fmla="*/ 1535083 h 5599766"/>
              <a:gd name="connsiteX6437" fmla="*/ 6551420 w 10321503"/>
              <a:gd name="connsiteY6437" fmla="*/ 1541224 h 5599766"/>
              <a:gd name="connsiteX6438" fmla="*/ 6550807 w 10321503"/>
              <a:gd name="connsiteY6438" fmla="*/ 1541582 h 5599766"/>
              <a:gd name="connsiteX6439" fmla="*/ 6749031 w 10321503"/>
              <a:gd name="connsiteY6439" fmla="*/ 1541582 h 5599766"/>
              <a:gd name="connsiteX6440" fmla="*/ 6741967 w 10321503"/>
              <a:gd name="connsiteY6440" fmla="*/ 1541582 h 5599766"/>
              <a:gd name="connsiteX6441" fmla="*/ 6741354 w 10321503"/>
              <a:gd name="connsiteY6441" fmla="*/ 1541224 h 5599766"/>
              <a:gd name="connsiteX6442" fmla="*/ 6737823 w 10321503"/>
              <a:gd name="connsiteY6442" fmla="*/ 1535083 h 5599766"/>
              <a:gd name="connsiteX6443" fmla="*/ 6737823 w 10321503"/>
              <a:gd name="connsiteY6443" fmla="*/ 1534417 h 5599766"/>
              <a:gd name="connsiteX6444" fmla="*/ 6741354 w 10321503"/>
              <a:gd name="connsiteY6444" fmla="*/ 1528276 h 5599766"/>
              <a:gd name="connsiteX6445" fmla="*/ 6741967 w 10321503"/>
              <a:gd name="connsiteY6445" fmla="*/ 1527917 h 5599766"/>
              <a:gd name="connsiteX6446" fmla="*/ 6749031 w 10321503"/>
              <a:gd name="connsiteY6446" fmla="*/ 1527917 h 5599766"/>
              <a:gd name="connsiteX6447" fmla="*/ 6749646 w 10321503"/>
              <a:gd name="connsiteY6447" fmla="*/ 1528276 h 5599766"/>
              <a:gd name="connsiteX6448" fmla="*/ 6753177 w 10321503"/>
              <a:gd name="connsiteY6448" fmla="*/ 1534417 h 5599766"/>
              <a:gd name="connsiteX6449" fmla="*/ 6753177 w 10321503"/>
              <a:gd name="connsiteY6449" fmla="*/ 1535083 h 5599766"/>
              <a:gd name="connsiteX6450" fmla="*/ 6749646 w 10321503"/>
              <a:gd name="connsiteY6450" fmla="*/ 1541224 h 5599766"/>
              <a:gd name="connsiteX6451" fmla="*/ 6749031 w 10321503"/>
              <a:gd name="connsiteY6451" fmla="*/ 1541582 h 5599766"/>
              <a:gd name="connsiteX6452" fmla="*/ 6947256 w 10321503"/>
              <a:gd name="connsiteY6452" fmla="*/ 1541582 h 5599766"/>
              <a:gd name="connsiteX6453" fmla="*/ 6940193 w 10321503"/>
              <a:gd name="connsiteY6453" fmla="*/ 1541582 h 5599766"/>
              <a:gd name="connsiteX6454" fmla="*/ 6939578 w 10321503"/>
              <a:gd name="connsiteY6454" fmla="*/ 1541224 h 5599766"/>
              <a:gd name="connsiteX6455" fmla="*/ 6936048 w 10321503"/>
              <a:gd name="connsiteY6455" fmla="*/ 1535083 h 5599766"/>
              <a:gd name="connsiteX6456" fmla="*/ 6936048 w 10321503"/>
              <a:gd name="connsiteY6456" fmla="*/ 1534417 h 5599766"/>
              <a:gd name="connsiteX6457" fmla="*/ 6939578 w 10321503"/>
              <a:gd name="connsiteY6457" fmla="*/ 1528276 h 5599766"/>
              <a:gd name="connsiteX6458" fmla="*/ 6940193 w 10321503"/>
              <a:gd name="connsiteY6458" fmla="*/ 1527917 h 5599766"/>
              <a:gd name="connsiteX6459" fmla="*/ 6947256 w 10321503"/>
              <a:gd name="connsiteY6459" fmla="*/ 1527917 h 5599766"/>
              <a:gd name="connsiteX6460" fmla="*/ 6947870 w 10321503"/>
              <a:gd name="connsiteY6460" fmla="*/ 1528276 h 5599766"/>
              <a:gd name="connsiteX6461" fmla="*/ 6951402 w 10321503"/>
              <a:gd name="connsiteY6461" fmla="*/ 1534417 h 5599766"/>
              <a:gd name="connsiteX6462" fmla="*/ 6951402 w 10321503"/>
              <a:gd name="connsiteY6462" fmla="*/ 1535083 h 5599766"/>
              <a:gd name="connsiteX6463" fmla="*/ 6947870 w 10321503"/>
              <a:gd name="connsiteY6463" fmla="*/ 1541224 h 5599766"/>
              <a:gd name="connsiteX6464" fmla="*/ 6947256 w 10321503"/>
              <a:gd name="connsiteY6464" fmla="*/ 1541582 h 5599766"/>
              <a:gd name="connsiteX6465" fmla="*/ 7145484 w 10321503"/>
              <a:gd name="connsiteY6465" fmla="*/ 1541582 h 5599766"/>
              <a:gd name="connsiteX6466" fmla="*/ 7138422 w 10321503"/>
              <a:gd name="connsiteY6466" fmla="*/ 1541582 h 5599766"/>
              <a:gd name="connsiteX6467" fmla="*/ 7137808 w 10321503"/>
              <a:gd name="connsiteY6467" fmla="*/ 1541224 h 5599766"/>
              <a:gd name="connsiteX6468" fmla="*/ 7134277 w 10321503"/>
              <a:gd name="connsiteY6468" fmla="*/ 1535083 h 5599766"/>
              <a:gd name="connsiteX6469" fmla="*/ 7134277 w 10321503"/>
              <a:gd name="connsiteY6469" fmla="*/ 1534417 h 5599766"/>
              <a:gd name="connsiteX6470" fmla="*/ 7137808 w 10321503"/>
              <a:gd name="connsiteY6470" fmla="*/ 1528276 h 5599766"/>
              <a:gd name="connsiteX6471" fmla="*/ 7138422 w 10321503"/>
              <a:gd name="connsiteY6471" fmla="*/ 1527917 h 5599766"/>
              <a:gd name="connsiteX6472" fmla="*/ 7145484 w 10321503"/>
              <a:gd name="connsiteY6472" fmla="*/ 1527917 h 5599766"/>
              <a:gd name="connsiteX6473" fmla="*/ 7146099 w 10321503"/>
              <a:gd name="connsiteY6473" fmla="*/ 1528276 h 5599766"/>
              <a:gd name="connsiteX6474" fmla="*/ 7149630 w 10321503"/>
              <a:gd name="connsiteY6474" fmla="*/ 1534417 h 5599766"/>
              <a:gd name="connsiteX6475" fmla="*/ 7149630 w 10321503"/>
              <a:gd name="connsiteY6475" fmla="*/ 1535083 h 5599766"/>
              <a:gd name="connsiteX6476" fmla="*/ 7146099 w 10321503"/>
              <a:gd name="connsiteY6476" fmla="*/ 1541224 h 5599766"/>
              <a:gd name="connsiteX6477" fmla="*/ 7145484 w 10321503"/>
              <a:gd name="connsiteY6477" fmla="*/ 1541582 h 5599766"/>
              <a:gd name="connsiteX6478" fmla="*/ 7343735 w 10321503"/>
              <a:gd name="connsiteY6478" fmla="*/ 1541582 h 5599766"/>
              <a:gd name="connsiteX6479" fmla="*/ 7336671 w 10321503"/>
              <a:gd name="connsiteY6479" fmla="*/ 1541582 h 5599766"/>
              <a:gd name="connsiteX6480" fmla="*/ 7336056 w 10321503"/>
              <a:gd name="connsiteY6480" fmla="*/ 1541224 h 5599766"/>
              <a:gd name="connsiteX6481" fmla="*/ 7332524 w 10321503"/>
              <a:gd name="connsiteY6481" fmla="*/ 1535083 h 5599766"/>
              <a:gd name="connsiteX6482" fmla="*/ 7332524 w 10321503"/>
              <a:gd name="connsiteY6482" fmla="*/ 1534417 h 5599766"/>
              <a:gd name="connsiteX6483" fmla="*/ 7336056 w 10321503"/>
              <a:gd name="connsiteY6483" fmla="*/ 1528276 h 5599766"/>
              <a:gd name="connsiteX6484" fmla="*/ 7336671 w 10321503"/>
              <a:gd name="connsiteY6484" fmla="*/ 1527917 h 5599766"/>
              <a:gd name="connsiteX6485" fmla="*/ 7343735 w 10321503"/>
              <a:gd name="connsiteY6485" fmla="*/ 1527917 h 5599766"/>
              <a:gd name="connsiteX6486" fmla="*/ 7344348 w 10321503"/>
              <a:gd name="connsiteY6486" fmla="*/ 1528276 h 5599766"/>
              <a:gd name="connsiteX6487" fmla="*/ 7347880 w 10321503"/>
              <a:gd name="connsiteY6487" fmla="*/ 1534417 h 5599766"/>
              <a:gd name="connsiteX6488" fmla="*/ 7347880 w 10321503"/>
              <a:gd name="connsiteY6488" fmla="*/ 1535083 h 5599766"/>
              <a:gd name="connsiteX6489" fmla="*/ 7344348 w 10321503"/>
              <a:gd name="connsiteY6489" fmla="*/ 1541224 h 5599766"/>
              <a:gd name="connsiteX6490" fmla="*/ 7343735 w 10321503"/>
              <a:gd name="connsiteY6490" fmla="*/ 1541582 h 5599766"/>
              <a:gd name="connsiteX6491" fmla="*/ 7541855 w 10321503"/>
              <a:gd name="connsiteY6491" fmla="*/ 1541582 h 5599766"/>
              <a:gd name="connsiteX6492" fmla="*/ 7534791 w 10321503"/>
              <a:gd name="connsiteY6492" fmla="*/ 1541582 h 5599766"/>
              <a:gd name="connsiteX6493" fmla="*/ 7534177 w 10321503"/>
              <a:gd name="connsiteY6493" fmla="*/ 1541224 h 5599766"/>
              <a:gd name="connsiteX6494" fmla="*/ 7530646 w 10321503"/>
              <a:gd name="connsiteY6494" fmla="*/ 1535083 h 5599766"/>
              <a:gd name="connsiteX6495" fmla="*/ 7530646 w 10321503"/>
              <a:gd name="connsiteY6495" fmla="*/ 1534417 h 5599766"/>
              <a:gd name="connsiteX6496" fmla="*/ 7534177 w 10321503"/>
              <a:gd name="connsiteY6496" fmla="*/ 1528276 h 5599766"/>
              <a:gd name="connsiteX6497" fmla="*/ 7534791 w 10321503"/>
              <a:gd name="connsiteY6497" fmla="*/ 1527917 h 5599766"/>
              <a:gd name="connsiteX6498" fmla="*/ 7541855 w 10321503"/>
              <a:gd name="connsiteY6498" fmla="*/ 1527917 h 5599766"/>
              <a:gd name="connsiteX6499" fmla="*/ 7542470 w 10321503"/>
              <a:gd name="connsiteY6499" fmla="*/ 1528276 h 5599766"/>
              <a:gd name="connsiteX6500" fmla="*/ 7546002 w 10321503"/>
              <a:gd name="connsiteY6500" fmla="*/ 1534417 h 5599766"/>
              <a:gd name="connsiteX6501" fmla="*/ 7546002 w 10321503"/>
              <a:gd name="connsiteY6501" fmla="*/ 1535083 h 5599766"/>
              <a:gd name="connsiteX6502" fmla="*/ 7542470 w 10321503"/>
              <a:gd name="connsiteY6502" fmla="*/ 1541224 h 5599766"/>
              <a:gd name="connsiteX6503" fmla="*/ 7541855 w 10321503"/>
              <a:gd name="connsiteY6503" fmla="*/ 1541582 h 5599766"/>
              <a:gd name="connsiteX6504" fmla="*/ 7740156 w 10321503"/>
              <a:gd name="connsiteY6504" fmla="*/ 1541582 h 5599766"/>
              <a:gd name="connsiteX6505" fmla="*/ 7733093 w 10321503"/>
              <a:gd name="connsiteY6505" fmla="*/ 1541582 h 5599766"/>
              <a:gd name="connsiteX6506" fmla="*/ 7732479 w 10321503"/>
              <a:gd name="connsiteY6506" fmla="*/ 1541224 h 5599766"/>
              <a:gd name="connsiteX6507" fmla="*/ 7728947 w 10321503"/>
              <a:gd name="connsiteY6507" fmla="*/ 1535083 h 5599766"/>
              <a:gd name="connsiteX6508" fmla="*/ 7728947 w 10321503"/>
              <a:gd name="connsiteY6508" fmla="*/ 1534417 h 5599766"/>
              <a:gd name="connsiteX6509" fmla="*/ 7732479 w 10321503"/>
              <a:gd name="connsiteY6509" fmla="*/ 1528276 h 5599766"/>
              <a:gd name="connsiteX6510" fmla="*/ 7733093 w 10321503"/>
              <a:gd name="connsiteY6510" fmla="*/ 1527917 h 5599766"/>
              <a:gd name="connsiteX6511" fmla="*/ 7740156 w 10321503"/>
              <a:gd name="connsiteY6511" fmla="*/ 1527917 h 5599766"/>
              <a:gd name="connsiteX6512" fmla="*/ 7740770 w 10321503"/>
              <a:gd name="connsiteY6512" fmla="*/ 1528276 h 5599766"/>
              <a:gd name="connsiteX6513" fmla="*/ 7744302 w 10321503"/>
              <a:gd name="connsiteY6513" fmla="*/ 1534417 h 5599766"/>
              <a:gd name="connsiteX6514" fmla="*/ 7744302 w 10321503"/>
              <a:gd name="connsiteY6514" fmla="*/ 1535083 h 5599766"/>
              <a:gd name="connsiteX6515" fmla="*/ 7740770 w 10321503"/>
              <a:gd name="connsiteY6515" fmla="*/ 1541224 h 5599766"/>
              <a:gd name="connsiteX6516" fmla="*/ 7740156 w 10321503"/>
              <a:gd name="connsiteY6516" fmla="*/ 1541582 h 5599766"/>
              <a:gd name="connsiteX6517" fmla="*/ 7938366 w 10321503"/>
              <a:gd name="connsiteY6517" fmla="*/ 1541582 h 5599766"/>
              <a:gd name="connsiteX6518" fmla="*/ 7931302 w 10321503"/>
              <a:gd name="connsiteY6518" fmla="*/ 1541582 h 5599766"/>
              <a:gd name="connsiteX6519" fmla="*/ 7930688 w 10321503"/>
              <a:gd name="connsiteY6519" fmla="*/ 1541224 h 5599766"/>
              <a:gd name="connsiteX6520" fmla="*/ 7927157 w 10321503"/>
              <a:gd name="connsiteY6520" fmla="*/ 1535083 h 5599766"/>
              <a:gd name="connsiteX6521" fmla="*/ 7927157 w 10321503"/>
              <a:gd name="connsiteY6521" fmla="*/ 1534417 h 5599766"/>
              <a:gd name="connsiteX6522" fmla="*/ 7930688 w 10321503"/>
              <a:gd name="connsiteY6522" fmla="*/ 1528276 h 5599766"/>
              <a:gd name="connsiteX6523" fmla="*/ 7931302 w 10321503"/>
              <a:gd name="connsiteY6523" fmla="*/ 1527917 h 5599766"/>
              <a:gd name="connsiteX6524" fmla="*/ 7938366 w 10321503"/>
              <a:gd name="connsiteY6524" fmla="*/ 1527917 h 5599766"/>
              <a:gd name="connsiteX6525" fmla="*/ 7938980 w 10321503"/>
              <a:gd name="connsiteY6525" fmla="*/ 1528276 h 5599766"/>
              <a:gd name="connsiteX6526" fmla="*/ 7942513 w 10321503"/>
              <a:gd name="connsiteY6526" fmla="*/ 1534417 h 5599766"/>
              <a:gd name="connsiteX6527" fmla="*/ 7942513 w 10321503"/>
              <a:gd name="connsiteY6527" fmla="*/ 1535083 h 5599766"/>
              <a:gd name="connsiteX6528" fmla="*/ 7938980 w 10321503"/>
              <a:gd name="connsiteY6528" fmla="*/ 1541224 h 5599766"/>
              <a:gd name="connsiteX6529" fmla="*/ 7938366 w 10321503"/>
              <a:gd name="connsiteY6529" fmla="*/ 1541582 h 5599766"/>
              <a:gd name="connsiteX6530" fmla="*/ 8136645 w 10321503"/>
              <a:gd name="connsiteY6530" fmla="*/ 1541582 h 5599766"/>
              <a:gd name="connsiteX6531" fmla="*/ 8129582 w 10321503"/>
              <a:gd name="connsiteY6531" fmla="*/ 1541582 h 5599766"/>
              <a:gd name="connsiteX6532" fmla="*/ 8128969 w 10321503"/>
              <a:gd name="connsiteY6532" fmla="*/ 1541224 h 5599766"/>
              <a:gd name="connsiteX6533" fmla="*/ 8125437 w 10321503"/>
              <a:gd name="connsiteY6533" fmla="*/ 1535083 h 5599766"/>
              <a:gd name="connsiteX6534" fmla="*/ 8125437 w 10321503"/>
              <a:gd name="connsiteY6534" fmla="*/ 1534417 h 5599766"/>
              <a:gd name="connsiteX6535" fmla="*/ 8128969 w 10321503"/>
              <a:gd name="connsiteY6535" fmla="*/ 1528276 h 5599766"/>
              <a:gd name="connsiteX6536" fmla="*/ 8129582 w 10321503"/>
              <a:gd name="connsiteY6536" fmla="*/ 1527917 h 5599766"/>
              <a:gd name="connsiteX6537" fmla="*/ 8136645 w 10321503"/>
              <a:gd name="connsiteY6537" fmla="*/ 1527917 h 5599766"/>
              <a:gd name="connsiteX6538" fmla="*/ 8137261 w 10321503"/>
              <a:gd name="connsiteY6538" fmla="*/ 1528276 h 5599766"/>
              <a:gd name="connsiteX6539" fmla="*/ 8140793 w 10321503"/>
              <a:gd name="connsiteY6539" fmla="*/ 1534417 h 5599766"/>
              <a:gd name="connsiteX6540" fmla="*/ 8140793 w 10321503"/>
              <a:gd name="connsiteY6540" fmla="*/ 1535083 h 5599766"/>
              <a:gd name="connsiteX6541" fmla="*/ 8137261 w 10321503"/>
              <a:gd name="connsiteY6541" fmla="*/ 1541224 h 5599766"/>
              <a:gd name="connsiteX6542" fmla="*/ 8136645 w 10321503"/>
              <a:gd name="connsiteY6542" fmla="*/ 1541582 h 5599766"/>
              <a:gd name="connsiteX6543" fmla="*/ 8334834 w 10321503"/>
              <a:gd name="connsiteY6543" fmla="*/ 1541582 h 5599766"/>
              <a:gd name="connsiteX6544" fmla="*/ 8327771 w 10321503"/>
              <a:gd name="connsiteY6544" fmla="*/ 1541582 h 5599766"/>
              <a:gd name="connsiteX6545" fmla="*/ 8327156 w 10321503"/>
              <a:gd name="connsiteY6545" fmla="*/ 1541224 h 5599766"/>
              <a:gd name="connsiteX6546" fmla="*/ 8323625 w 10321503"/>
              <a:gd name="connsiteY6546" fmla="*/ 1535083 h 5599766"/>
              <a:gd name="connsiteX6547" fmla="*/ 8323625 w 10321503"/>
              <a:gd name="connsiteY6547" fmla="*/ 1534417 h 5599766"/>
              <a:gd name="connsiteX6548" fmla="*/ 8327156 w 10321503"/>
              <a:gd name="connsiteY6548" fmla="*/ 1528276 h 5599766"/>
              <a:gd name="connsiteX6549" fmla="*/ 8327771 w 10321503"/>
              <a:gd name="connsiteY6549" fmla="*/ 1527917 h 5599766"/>
              <a:gd name="connsiteX6550" fmla="*/ 8334834 w 10321503"/>
              <a:gd name="connsiteY6550" fmla="*/ 1527917 h 5599766"/>
              <a:gd name="connsiteX6551" fmla="*/ 8335449 w 10321503"/>
              <a:gd name="connsiteY6551" fmla="*/ 1528276 h 5599766"/>
              <a:gd name="connsiteX6552" fmla="*/ 8338980 w 10321503"/>
              <a:gd name="connsiteY6552" fmla="*/ 1534417 h 5599766"/>
              <a:gd name="connsiteX6553" fmla="*/ 8338980 w 10321503"/>
              <a:gd name="connsiteY6553" fmla="*/ 1535083 h 5599766"/>
              <a:gd name="connsiteX6554" fmla="*/ 8335449 w 10321503"/>
              <a:gd name="connsiteY6554" fmla="*/ 1541224 h 5599766"/>
              <a:gd name="connsiteX6555" fmla="*/ 8334834 w 10321503"/>
              <a:gd name="connsiteY6555" fmla="*/ 1541582 h 5599766"/>
              <a:gd name="connsiteX6556" fmla="*/ 8533016 w 10321503"/>
              <a:gd name="connsiteY6556" fmla="*/ 1541582 h 5599766"/>
              <a:gd name="connsiteX6557" fmla="*/ 8525952 w 10321503"/>
              <a:gd name="connsiteY6557" fmla="*/ 1541582 h 5599766"/>
              <a:gd name="connsiteX6558" fmla="*/ 8525338 w 10321503"/>
              <a:gd name="connsiteY6558" fmla="*/ 1541224 h 5599766"/>
              <a:gd name="connsiteX6559" fmla="*/ 8521807 w 10321503"/>
              <a:gd name="connsiteY6559" fmla="*/ 1535083 h 5599766"/>
              <a:gd name="connsiteX6560" fmla="*/ 8521807 w 10321503"/>
              <a:gd name="connsiteY6560" fmla="*/ 1534417 h 5599766"/>
              <a:gd name="connsiteX6561" fmla="*/ 8525338 w 10321503"/>
              <a:gd name="connsiteY6561" fmla="*/ 1528276 h 5599766"/>
              <a:gd name="connsiteX6562" fmla="*/ 8525952 w 10321503"/>
              <a:gd name="connsiteY6562" fmla="*/ 1527917 h 5599766"/>
              <a:gd name="connsiteX6563" fmla="*/ 8533016 w 10321503"/>
              <a:gd name="connsiteY6563" fmla="*/ 1527917 h 5599766"/>
              <a:gd name="connsiteX6564" fmla="*/ 8533630 w 10321503"/>
              <a:gd name="connsiteY6564" fmla="*/ 1528276 h 5599766"/>
              <a:gd name="connsiteX6565" fmla="*/ 8537162 w 10321503"/>
              <a:gd name="connsiteY6565" fmla="*/ 1534417 h 5599766"/>
              <a:gd name="connsiteX6566" fmla="*/ 8537162 w 10321503"/>
              <a:gd name="connsiteY6566" fmla="*/ 1535083 h 5599766"/>
              <a:gd name="connsiteX6567" fmla="*/ 8533630 w 10321503"/>
              <a:gd name="connsiteY6567" fmla="*/ 1541224 h 5599766"/>
              <a:gd name="connsiteX6568" fmla="*/ 8533016 w 10321503"/>
              <a:gd name="connsiteY6568" fmla="*/ 1541582 h 5599766"/>
              <a:gd name="connsiteX6569" fmla="*/ 8731283 w 10321503"/>
              <a:gd name="connsiteY6569" fmla="*/ 1541582 h 5599766"/>
              <a:gd name="connsiteX6570" fmla="*/ 8724219 w 10321503"/>
              <a:gd name="connsiteY6570" fmla="*/ 1541582 h 5599766"/>
              <a:gd name="connsiteX6571" fmla="*/ 8723605 w 10321503"/>
              <a:gd name="connsiteY6571" fmla="*/ 1541224 h 5599766"/>
              <a:gd name="connsiteX6572" fmla="*/ 8720074 w 10321503"/>
              <a:gd name="connsiteY6572" fmla="*/ 1535083 h 5599766"/>
              <a:gd name="connsiteX6573" fmla="*/ 8720074 w 10321503"/>
              <a:gd name="connsiteY6573" fmla="*/ 1534417 h 5599766"/>
              <a:gd name="connsiteX6574" fmla="*/ 8723605 w 10321503"/>
              <a:gd name="connsiteY6574" fmla="*/ 1528276 h 5599766"/>
              <a:gd name="connsiteX6575" fmla="*/ 8724219 w 10321503"/>
              <a:gd name="connsiteY6575" fmla="*/ 1527917 h 5599766"/>
              <a:gd name="connsiteX6576" fmla="*/ 8731283 w 10321503"/>
              <a:gd name="connsiteY6576" fmla="*/ 1527917 h 5599766"/>
              <a:gd name="connsiteX6577" fmla="*/ 8731896 w 10321503"/>
              <a:gd name="connsiteY6577" fmla="*/ 1528276 h 5599766"/>
              <a:gd name="connsiteX6578" fmla="*/ 8735430 w 10321503"/>
              <a:gd name="connsiteY6578" fmla="*/ 1534417 h 5599766"/>
              <a:gd name="connsiteX6579" fmla="*/ 8735430 w 10321503"/>
              <a:gd name="connsiteY6579" fmla="*/ 1535083 h 5599766"/>
              <a:gd name="connsiteX6580" fmla="*/ 8731896 w 10321503"/>
              <a:gd name="connsiteY6580" fmla="*/ 1541224 h 5599766"/>
              <a:gd name="connsiteX6581" fmla="*/ 8731283 w 10321503"/>
              <a:gd name="connsiteY6581" fmla="*/ 1541582 h 5599766"/>
              <a:gd name="connsiteX6582" fmla="*/ 8929601 w 10321503"/>
              <a:gd name="connsiteY6582" fmla="*/ 1541582 h 5599766"/>
              <a:gd name="connsiteX6583" fmla="*/ 8922538 w 10321503"/>
              <a:gd name="connsiteY6583" fmla="*/ 1541582 h 5599766"/>
              <a:gd name="connsiteX6584" fmla="*/ 8921924 w 10321503"/>
              <a:gd name="connsiteY6584" fmla="*/ 1541224 h 5599766"/>
              <a:gd name="connsiteX6585" fmla="*/ 8918392 w 10321503"/>
              <a:gd name="connsiteY6585" fmla="*/ 1535083 h 5599766"/>
              <a:gd name="connsiteX6586" fmla="*/ 8918392 w 10321503"/>
              <a:gd name="connsiteY6586" fmla="*/ 1534417 h 5599766"/>
              <a:gd name="connsiteX6587" fmla="*/ 8921924 w 10321503"/>
              <a:gd name="connsiteY6587" fmla="*/ 1528276 h 5599766"/>
              <a:gd name="connsiteX6588" fmla="*/ 8922538 w 10321503"/>
              <a:gd name="connsiteY6588" fmla="*/ 1527917 h 5599766"/>
              <a:gd name="connsiteX6589" fmla="*/ 8929601 w 10321503"/>
              <a:gd name="connsiteY6589" fmla="*/ 1527917 h 5599766"/>
              <a:gd name="connsiteX6590" fmla="*/ 8930216 w 10321503"/>
              <a:gd name="connsiteY6590" fmla="*/ 1528276 h 5599766"/>
              <a:gd name="connsiteX6591" fmla="*/ 8933747 w 10321503"/>
              <a:gd name="connsiteY6591" fmla="*/ 1534417 h 5599766"/>
              <a:gd name="connsiteX6592" fmla="*/ 8933747 w 10321503"/>
              <a:gd name="connsiteY6592" fmla="*/ 1535083 h 5599766"/>
              <a:gd name="connsiteX6593" fmla="*/ 8930216 w 10321503"/>
              <a:gd name="connsiteY6593" fmla="*/ 1541224 h 5599766"/>
              <a:gd name="connsiteX6594" fmla="*/ 8929601 w 10321503"/>
              <a:gd name="connsiteY6594" fmla="*/ 1541582 h 5599766"/>
              <a:gd name="connsiteX6595" fmla="*/ 9127786 w 10321503"/>
              <a:gd name="connsiteY6595" fmla="*/ 1541582 h 5599766"/>
              <a:gd name="connsiteX6596" fmla="*/ 9120724 w 10321503"/>
              <a:gd name="connsiteY6596" fmla="*/ 1541582 h 5599766"/>
              <a:gd name="connsiteX6597" fmla="*/ 9120109 w 10321503"/>
              <a:gd name="connsiteY6597" fmla="*/ 1541224 h 5599766"/>
              <a:gd name="connsiteX6598" fmla="*/ 9116579 w 10321503"/>
              <a:gd name="connsiteY6598" fmla="*/ 1535083 h 5599766"/>
              <a:gd name="connsiteX6599" fmla="*/ 9116579 w 10321503"/>
              <a:gd name="connsiteY6599" fmla="*/ 1534417 h 5599766"/>
              <a:gd name="connsiteX6600" fmla="*/ 9120109 w 10321503"/>
              <a:gd name="connsiteY6600" fmla="*/ 1528276 h 5599766"/>
              <a:gd name="connsiteX6601" fmla="*/ 9120724 w 10321503"/>
              <a:gd name="connsiteY6601" fmla="*/ 1527917 h 5599766"/>
              <a:gd name="connsiteX6602" fmla="*/ 9127786 w 10321503"/>
              <a:gd name="connsiteY6602" fmla="*/ 1527917 h 5599766"/>
              <a:gd name="connsiteX6603" fmla="*/ 9128401 w 10321503"/>
              <a:gd name="connsiteY6603" fmla="*/ 1528276 h 5599766"/>
              <a:gd name="connsiteX6604" fmla="*/ 9131933 w 10321503"/>
              <a:gd name="connsiteY6604" fmla="*/ 1534417 h 5599766"/>
              <a:gd name="connsiteX6605" fmla="*/ 9131933 w 10321503"/>
              <a:gd name="connsiteY6605" fmla="*/ 1535083 h 5599766"/>
              <a:gd name="connsiteX6606" fmla="*/ 9128401 w 10321503"/>
              <a:gd name="connsiteY6606" fmla="*/ 1541224 h 5599766"/>
              <a:gd name="connsiteX6607" fmla="*/ 9127786 w 10321503"/>
              <a:gd name="connsiteY6607" fmla="*/ 1541582 h 5599766"/>
              <a:gd name="connsiteX6608" fmla="*/ 9325996 w 10321503"/>
              <a:gd name="connsiteY6608" fmla="*/ 1541582 h 5599766"/>
              <a:gd name="connsiteX6609" fmla="*/ 9318932 w 10321503"/>
              <a:gd name="connsiteY6609" fmla="*/ 1541582 h 5599766"/>
              <a:gd name="connsiteX6610" fmla="*/ 9318317 w 10321503"/>
              <a:gd name="connsiteY6610" fmla="*/ 1541224 h 5599766"/>
              <a:gd name="connsiteX6611" fmla="*/ 9314785 w 10321503"/>
              <a:gd name="connsiteY6611" fmla="*/ 1535083 h 5599766"/>
              <a:gd name="connsiteX6612" fmla="*/ 9314785 w 10321503"/>
              <a:gd name="connsiteY6612" fmla="*/ 1534417 h 5599766"/>
              <a:gd name="connsiteX6613" fmla="*/ 9318317 w 10321503"/>
              <a:gd name="connsiteY6613" fmla="*/ 1528276 h 5599766"/>
              <a:gd name="connsiteX6614" fmla="*/ 9318932 w 10321503"/>
              <a:gd name="connsiteY6614" fmla="*/ 1527917 h 5599766"/>
              <a:gd name="connsiteX6615" fmla="*/ 9325996 w 10321503"/>
              <a:gd name="connsiteY6615" fmla="*/ 1527917 h 5599766"/>
              <a:gd name="connsiteX6616" fmla="*/ 9326610 w 10321503"/>
              <a:gd name="connsiteY6616" fmla="*/ 1528276 h 5599766"/>
              <a:gd name="connsiteX6617" fmla="*/ 9330141 w 10321503"/>
              <a:gd name="connsiteY6617" fmla="*/ 1534417 h 5599766"/>
              <a:gd name="connsiteX6618" fmla="*/ 9330141 w 10321503"/>
              <a:gd name="connsiteY6618" fmla="*/ 1535083 h 5599766"/>
              <a:gd name="connsiteX6619" fmla="*/ 9326610 w 10321503"/>
              <a:gd name="connsiteY6619" fmla="*/ 1541224 h 5599766"/>
              <a:gd name="connsiteX6620" fmla="*/ 9325996 w 10321503"/>
              <a:gd name="connsiteY6620" fmla="*/ 1541582 h 5599766"/>
              <a:gd name="connsiteX6621" fmla="*/ 9524246 w 10321503"/>
              <a:gd name="connsiteY6621" fmla="*/ 1541582 h 5599766"/>
              <a:gd name="connsiteX6622" fmla="*/ 9517182 w 10321503"/>
              <a:gd name="connsiteY6622" fmla="*/ 1541582 h 5599766"/>
              <a:gd name="connsiteX6623" fmla="*/ 9516568 w 10321503"/>
              <a:gd name="connsiteY6623" fmla="*/ 1541224 h 5599766"/>
              <a:gd name="connsiteX6624" fmla="*/ 9513037 w 10321503"/>
              <a:gd name="connsiteY6624" fmla="*/ 1535083 h 5599766"/>
              <a:gd name="connsiteX6625" fmla="*/ 9513037 w 10321503"/>
              <a:gd name="connsiteY6625" fmla="*/ 1534417 h 5599766"/>
              <a:gd name="connsiteX6626" fmla="*/ 9516568 w 10321503"/>
              <a:gd name="connsiteY6626" fmla="*/ 1528276 h 5599766"/>
              <a:gd name="connsiteX6627" fmla="*/ 9517182 w 10321503"/>
              <a:gd name="connsiteY6627" fmla="*/ 1527917 h 5599766"/>
              <a:gd name="connsiteX6628" fmla="*/ 9524246 w 10321503"/>
              <a:gd name="connsiteY6628" fmla="*/ 1527917 h 5599766"/>
              <a:gd name="connsiteX6629" fmla="*/ 9524860 w 10321503"/>
              <a:gd name="connsiteY6629" fmla="*/ 1528276 h 5599766"/>
              <a:gd name="connsiteX6630" fmla="*/ 9528393 w 10321503"/>
              <a:gd name="connsiteY6630" fmla="*/ 1534417 h 5599766"/>
              <a:gd name="connsiteX6631" fmla="*/ 9528393 w 10321503"/>
              <a:gd name="connsiteY6631" fmla="*/ 1535083 h 5599766"/>
              <a:gd name="connsiteX6632" fmla="*/ 9524860 w 10321503"/>
              <a:gd name="connsiteY6632" fmla="*/ 1541224 h 5599766"/>
              <a:gd name="connsiteX6633" fmla="*/ 9524246 w 10321503"/>
              <a:gd name="connsiteY6633" fmla="*/ 1541582 h 5599766"/>
              <a:gd name="connsiteX6634" fmla="*/ 9722586 w 10321503"/>
              <a:gd name="connsiteY6634" fmla="*/ 1541582 h 5599766"/>
              <a:gd name="connsiteX6635" fmla="*/ 9715524 w 10321503"/>
              <a:gd name="connsiteY6635" fmla="*/ 1541582 h 5599766"/>
              <a:gd name="connsiteX6636" fmla="*/ 9714910 w 10321503"/>
              <a:gd name="connsiteY6636" fmla="*/ 1541224 h 5599766"/>
              <a:gd name="connsiteX6637" fmla="*/ 9711379 w 10321503"/>
              <a:gd name="connsiteY6637" fmla="*/ 1535083 h 5599766"/>
              <a:gd name="connsiteX6638" fmla="*/ 9711379 w 10321503"/>
              <a:gd name="connsiteY6638" fmla="*/ 1534417 h 5599766"/>
              <a:gd name="connsiteX6639" fmla="*/ 9714910 w 10321503"/>
              <a:gd name="connsiteY6639" fmla="*/ 1528276 h 5599766"/>
              <a:gd name="connsiteX6640" fmla="*/ 9715524 w 10321503"/>
              <a:gd name="connsiteY6640" fmla="*/ 1527917 h 5599766"/>
              <a:gd name="connsiteX6641" fmla="*/ 9722586 w 10321503"/>
              <a:gd name="connsiteY6641" fmla="*/ 1527917 h 5599766"/>
              <a:gd name="connsiteX6642" fmla="*/ 9723201 w 10321503"/>
              <a:gd name="connsiteY6642" fmla="*/ 1528276 h 5599766"/>
              <a:gd name="connsiteX6643" fmla="*/ 9726734 w 10321503"/>
              <a:gd name="connsiteY6643" fmla="*/ 1534417 h 5599766"/>
              <a:gd name="connsiteX6644" fmla="*/ 9726734 w 10321503"/>
              <a:gd name="connsiteY6644" fmla="*/ 1535083 h 5599766"/>
              <a:gd name="connsiteX6645" fmla="*/ 9723201 w 10321503"/>
              <a:gd name="connsiteY6645" fmla="*/ 1541224 h 5599766"/>
              <a:gd name="connsiteX6646" fmla="*/ 9722586 w 10321503"/>
              <a:gd name="connsiteY6646" fmla="*/ 1541582 h 5599766"/>
              <a:gd name="connsiteX6647" fmla="*/ 9920750 w 10321503"/>
              <a:gd name="connsiteY6647" fmla="*/ 1541582 h 5599766"/>
              <a:gd name="connsiteX6648" fmla="*/ 9913687 w 10321503"/>
              <a:gd name="connsiteY6648" fmla="*/ 1541582 h 5599766"/>
              <a:gd name="connsiteX6649" fmla="*/ 9913073 w 10321503"/>
              <a:gd name="connsiteY6649" fmla="*/ 1541224 h 5599766"/>
              <a:gd name="connsiteX6650" fmla="*/ 9909542 w 10321503"/>
              <a:gd name="connsiteY6650" fmla="*/ 1535083 h 5599766"/>
              <a:gd name="connsiteX6651" fmla="*/ 9909542 w 10321503"/>
              <a:gd name="connsiteY6651" fmla="*/ 1534417 h 5599766"/>
              <a:gd name="connsiteX6652" fmla="*/ 9913073 w 10321503"/>
              <a:gd name="connsiteY6652" fmla="*/ 1528276 h 5599766"/>
              <a:gd name="connsiteX6653" fmla="*/ 9913687 w 10321503"/>
              <a:gd name="connsiteY6653" fmla="*/ 1527917 h 5599766"/>
              <a:gd name="connsiteX6654" fmla="*/ 9920750 w 10321503"/>
              <a:gd name="connsiteY6654" fmla="*/ 1527917 h 5599766"/>
              <a:gd name="connsiteX6655" fmla="*/ 9921364 w 10321503"/>
              <a:gd name="connsiteY6655" fmla="*/ 1528276 h 5599766"/>
              <a:gd name="connsiteX6656" fmla="*/ 9924896 w 10321503"/>
              <a:gd name="connsiteY6656" fmla="*/ 1534417 h 5599766"/>
              <a:gd name="connsiteX6657" fmla="*/ 9924896 w 10321503"/>
              <a:gd name="connsiteY6657" fmla="*/ 1535083 h 5599766"/>
              <a:gd name="connsiteX6658" fmla="*/ 9921364 w 10321503"/>
              <a:gd name="connsiteY6658" fmla="*/ 1541224 h 5599766"/>
              <a:gd name="connsiteX6659" fmla="*/ 9920750 w 10321503"/>
              <a:gd name="connsiteY6659" fmla="*/ 1541582 h 5599766"/>
              <a:gd name="connsiteX6660" fmla="*/ 10118932 w 10321503"/>
              <a:gd name="connsiteY6660" fmla="*/ 1541582 h 5599766"/>
              <a:gd name="connsiteX6661" fmla="*/ 10111869 w 10321503"/>
              <a:gd name="connsiteY6661" fmla="*/ 1541582 h 5599766"/>
              <a:gd name="connsiteX6662" fmla="*/ 10111255 w 10321503"/>
              <a:gd name="connsiteY6662" fmla="*/ 1541224 h 5599766"/>
              <a:gd name="connsiteX6663" fmla="*/ 10107724 w 10321503"/>
              <a:gd name="connsiteY6663" fmla="*/ 1535083 h 5599766"/>
              <a:gd name="connsiteX6664" fmla="*/ 10107724 w 10321503"/>
              <a:gd name="connsiteY6664" fmla="*/ 1534417 h 5599766"/>
              <a:gd name="connsiteX6665" fmla="*/ 10111255 w 10321503"/>
              <a:gd name="connsiteY6665" fmla="*/ 1528276 h 5599766"/>
              <a:gd name="connsiteX6666" fmla="*/ 10111869 w 10321503"/>
              <a:gd name="connsiteY6666" fmla="*/ 1527917 h 5599766"/>
              <a:gd name="connsiteX6667" fmla="*/ 10118932 w 10321503"/>
              <a:gd name="connsiteY6667" fmla="*/ 1527917 h 5599766"/>
              <a:gd name="connsiteX6668" fmla="*/ 10119547 w 10321503"/>
              <a:gd name="connsiteY6668" fmla="*/ 1528276 h 5599766"/>
              <a:gd name="connsiteX6669" fmla="*/ 10123079 w 10321503"/>
              <a:gd name="connsiteY6669" fmla="*/ 1534417 h 5599766"/>
              <a:gd name="connsiteX6670" fmla="*/ 10123079 w 10321503"/>
              <a:gd name="connsiteY6670" fmla="*/ 1535083 h 5599766"/>
              <a:gd name="connsiteX6671" fmla="*/ 10119547 w 10321503"/>
              <a:gd name="connsiteY6671" fmla="*/ 1541224 h 5599766"/>
              <a:gd name="connsiteX6672" fmla="*/ 10118932 w 10321503"/>
              <a:gd name="connsiteY6672" fmla="*/ 1541582 h 5599766"/>
              <a:gd name="connsiteX6673" fmla="*/ 10317200 w 10321503"/>
              <a:gd name="connsiteY6673" fmla="*/ 1541582 h 5599766"/>
              <a:gd name="connsiteX6674" fmla="*/ 10310137 w 10321503"/>
              <a:gd name="connsiteY6674" fmla="*/ 1541582 h 5599766"/>
              <a:gd name="connsiteX6675" fmla="*/ 10309523 w 10321503"/>
              <a:gd name="connsiteY6675" fmla="*/ 1541224 h 5599766"/>
              <a:gd name="connsiteX6676" fmla="*/ 10305991 w 10321503"/>
              <a:gd name="connsiteY6676" fmla="*/ 1535083 h 5599766"/>
              <a:gd name="connsiteX6677" fmla="*/ 10305991 w 10321503"/>
              <a:gd name="connsiteY6677" fmla="*/ 1534417 h 5599766"/>
              <a:gd name="connsiteX6678" fmla="*/ 10309523 w 10321503"/>
              <a:gd name="connsiteY6678" fmla="*/ 1528276 h 5599766"/>
              <a:gd name="connsiteX6679" fmla="*/ 10310137 w 10321503"/>
              <a:gd name="connsiteY6679" fmla="*/ 1527917 h 5599766"/>
              <a:gd name="connsiteX6680" fmla="*/ 10317200 w 10321503"/>
              <a:gd name="connsiteY6680" fmla="*/ 1527917 h 5599766"/>
              <a:gd name="connsiteX6681" fmla="*/ 10317815 w 10321503"/>
              <a:gd name="connsiteY6681" fmla="*/ 1528276 h 5599766"/>
              <a:gd name="connsiteX6682" fmla="*/ 10321346 w 10321503"/>
              <a:gd name="connsiteY6682" fmla="*/ 1534417 h 5599766"/>
              <a:gd name="connsiteX6683" fmla="*/ 10321346 w 10321503"/>
              <a:gd name="connsiteY6683" fmla="*/ 1535083 h 5599766"/>
              <a:gd name="connsiteX6684" fmla="*/ 10317815 w 10321503"/>
              <a:gd name="connsiteY6684" fmla="*/ 1541224 h 5599766"/>
              <a:gd name="connsiteX6685" fmla="*/ 10317200 w 10321503"/>
              <a:gd name="connsiteY6685" fmla="*/ 1541582 h 5599766"/>
              <a:gd name="connsiteX6686" fmla="*/ 11254 w 10321503"/>
              <a:gd name="connsiteY6686" fmla="*/ 1704896 h 5599766"/>
              <a:gd name="connsiteX6687" fmla="*/ 4192 w 10321503"/>
              <a:gd name="connsiteY6687" fmla="*/ 1704896 h 5599766"/>
              <a:gd name="connsiteX6688" fmla="*/ 3578 w 10321503"/>
              <a:gd name="connsiteY6688" fmla="*/ 1704538 h 5599766"/>
              <a:gd name="connsiteX6689" fmla="*/ 46 w 10321503"/>
              <a:gd name="connsiteY6689" fmla="*/ 1698395 h 5599766"/>
              <a:gd name="connsiteX6690" fmla="*/ 46 w 10321503"/>
              <a:gd name="connsiteY6690" fmla="*/ 1697729 h 5599766"/>
              <a:gd name="connsiteX6691" fmla="*/ 3578 w 10321503"/>
              <a:gd name="connsiteY6691" fmla="*/ 1691588 h 5599766"/>
              <a:gd name="connsiteX6692" fmla="*/ 4192 w 10321503"/>
              <a:gd name="connsiteY6692" fmla="*/ 1691230 h 5599766"/>
              <a:gd name="connsiteX6693" fmla="*/ 11254 w 10321503"/>
              <a:gd name="connsiteY6693" fmla="*/ 1691230 h 5599766"/>
              <a:gd name="connsiteX6694" fmla="*/ 11868 w 10321503"/>
              <a:gd name="connsiteY6694" fmla="*/ 1691588 h 5599766"/>
              <a:gd name="connsiteX6695" fmla="*/ 15400 w 10321503"/>
              <a:gd name="connsiteY6695" fmla="*/ 1697729 h 5599766"/>
              <a:gd name="connsiteX6696" fmla="*/ 15400 w 10321503"/>
              <a:gd name="connsiteY6696" fmla="*/ 1698395 h 5599766"/>
              <a:gd name="connsiteX6697" fmla="*/ 11868 w 10321503"/>
              <a:gd name="connsiteY6697" fmla="*/ 1704538 h 5599766"/>
              <a:gd name="connsiteX6698" fmla="*/ 11254 w 10321503"/>
              <a:gd name="connsiteY6698" fmla="*/ 1704896 h 5599766"/>
              <a:gd name="connsiteX6699" fmla="*/ 209480 w 10321503"/>
              <a:gd name="connsiteY6699" fmla="*/ 1704896 h 5599766"/>
              <a:gd name="connsiteX6700" fmla="*/ 202416 w 10321503"/>
              <a:gd name="connsiteY6700" fmla="*/ 1704896 h 5599766"/>
              <a:gd name="connsiteX6701" fmla="*/ 201803 w 10321503"/>
              <a:gd name="connsiteY6701" fmla="*/ 1704538 h 5599766"/>
              <a:gd name="connsiteX6702" fmla="*/ 198270 w 10321503"/>
              <a:gd name="connsiteY6702" fmla="*/ 1698395 h 5599766"/>
              <a:gd name="connsiteX6703" fmla="*/ 198270 w 10321503"/>
              <a:gd name="connsiteY6703" fmla="*/ 1697729 h 5599766"/>
              <a:gd name="connsiteX6704" fmla="*/ 201803 w 10321503"/>
              <a:gd name="connsiteY6704" fmla="*/ 1691588 h 5599766"/>
              <a:gd name="connsiteX6705" fmla="*/ 202416 w 10321503"/>
              <a:gd name="connsiteY6705" fmla="*/ 1691230 h 5599766"/>
              <a:gd name="connsiteX6706" fmla="*/ 209480 w 10321503"/>
              <a:gd name="connsiteY6706" fmla="*/ 1691230 h 5599766"/>
              <a:gd name="connsiteX6707" fmla="*/ 210094 w 10321503"/>
              <a:gd name="connsiteY6707" fmla="*/ 1691588 h 5599766"/>
              <a:gd name="connsiteX6708" fmla="*/ 213625 w 10321503"/>
              <a:gd name="connsiteY6708" fmla="*/ 1697729 h 5599766"/>
              <a:gd name="connsiteX6709" fmla="*/ 213625 w 10321503"/>
              <a:gd name="connsiteY6709" fmla="*/ 1698395 h 5599766"/>
              <a:gd name="connsiteX6710" fmla="*/ 210094 w 10321503"/>
              <a:gd name="connsiteY6710" fmla="*/ 1704538 h 5599766"/>
              <a:gd name="connsiteX6711" fmla="*/ 209480 w 10321503"/>
              <a:gd name="connsiteY6711" fmla="*/ 1704896 h 5599766"/>
              <a:gd name="connsiteX6712" fmla="*/ 407754 w 10321503"/>
              <a:gd name="connsiteY6712" fmla="*/ 1704896 h 5599766"/>
              <a:gd name="connsiteX6713" fmla="*/ 400692 w 10321503"/>
              <a:gd name="connsiteY6713" fmla="*/ 1704896 h 5599766"/>
              <a:gd name="connsiteX6714" fmla="*/ 400078 w 10321503"/>
              <a:gd name="connsiteY6714" fmla="*/ 1704538 h 5599766"/>
              <a:gd name="connsiteX6715" fmla="*/ 396546 w 10321503"/>
              <a:gd name="connsiteY6715" fmla="*/ 1698395 h 5599766"/>
              <a:gd name="connsiteX6716" fmla="*/ 396546 w 10321503"/>
              <a:gd name="connsiteY6716" fmla="*/ 1697729 h 5599766"/>
              <a:gd name="connsiteX6717" fmla="*/ 400078 w 10321503"/>
              <a:gd name="connsiteY6717" fmla="*/ 1691588 h 5599766"/>
              <a:gd name="connsiteX6718" fmla="*/ 400692 w 10321503"/>
              <a:gd name="connsiteY6718" fmla="*/ 1691230 h 5599766"/>
              <a:gd name="connsiteX6719" fmla="*/ 407754 w 10321503"/>
              <a:gd name="connsiteY6719" fmla="*/ 1691230 h 5599766"/>
              <a:gd name="connsiteX6720" fmla="*/ 408369 w 10321503"/>
              <a:gd name="connsiteY6720" fmla="*/ 1691588 h 5599766"/>
              <a:gd name="connsiteX6721" fmla="*/ 411900 w 10321503"/>
              <a:gd name="connsiteY6721" fmla="*/ 1697729 h 5599766"/>
              <a:gd name="connsiteX6722" fmla="*/ 411900 w 10321503"/>
              <a:gd name="connsiteY6722" fmla="*/ 1698395 h 5599766"/>
              <a:gd name="connsiteX6723" fmla="*/ 408369 w 10321503"/>
              <a:gd name="connsiteY6723" fmla="*/ 1704538 h 5599766"/>
              <a:gd name="connsiteX6724" fmla="*/ 407754 w 10321503"/>
              <a:gd name="connsiteY6724" fmla="*/ 1704896 h 5599766"/>
              <a:gd name="connsiteX6725" fmla="*/ 605979 w 10321503"/>
              <a:gd name="connsiteY6725" fmla="*/ 1704896 h 5599766"/>
              <a:gd name="connsiteX6726" fmla="*/ 598916 w 10321503"/>
              <a:gd name="connsiteY6726" fmla="*/ 1704896 h 5599766"/>
              <a:gd name="connsiteX6727" fmla="*/ 598302 w 10321503"/>
              <a:gd name="connsiteY6727" fmla="*/ 1704538 h 5599766"/>
              <a:gd name="connsiteX6728" fmla="*/ 594770 w 10321503"/>
              <a:gd name="connsiteY6728" fmla="*/ 1698395 h 5599766"/>
              <a:gd name="connsiteX6729" fmla="*/ 594770 w 10321503"/>
              <a:gd name="connsiteY6729" fmla="*/ 1697729 h 5599766"/>
              <a:gd name="connsiteX6730" fmla="*/ 598302 w 10321503"/>
              <a:gd name="connsiteY6730" fmla="*/ 1691588 h 5599766"/>
              <a:gd name="connsiteX6731" fmla="*/ 598916 w 10321503"/>
              <a:gd name="connsiteY6731" fmla="*/ 1691230 h 5599766"/>
              <a:gd name="connsiteX6732" fmla="*/ 605979 w 10321503"/>
              <a:gd name="connsiteY6732" fmla="*/ 1691230 h 5599766"/>
              <a:gd name="connsiteX6733" fmla="*/ 606593 w 10321503"/>
              <a:gd name="connsiteY6733" fmla="*/ 1691588 h 5599766"/>
              <a:gd name="connsiteX6734" fmla="*/ 610125 w 10321503"/>
              <a:gd name="connsiteY6734" fmla="*/ 1697729 h 5599766"/>
              <a:gd name="connsiteX6735" fmla="*/ 610125 w 10321503"/>
              <a:gd name="connsiteY6735" fmla="*/ 1698395 h 5599766"/>
              <a:gd name="connsiteX6736" fmla="*/ 606593 w 10321503"/>
              <a:gd name="connsiteY6736" fmla="*/ 1704538 h 5599766"/>
              <a:gd name="connsiteX6737" fmla="*/ 605979 w 10321503"/>
              <a:gd name="connsiteY6737" fmla="*/ 1704896 h 5599766"/>
              <a:gd name="connsiteX6738" fmla="*/ 804204 w 10321503"/>
              <a:gd name="connsiteY6738" fmla="*/ 1704896 h 5599766"/>
              <a:gd name="connsiteX6739" fmla="*/ 797140 w 10321503"/>
              <a:gd name="connsiteY6739" fmla="*/ 1704896 h 5599766"/>
              <a:gd name="connsiteX6740" fmla="*/ 796526 w 10321503"/>
              <a:gd name="connsiteY6740" fmla="*/ 1704538 h 5599766"/>
              <a:gd name="connsiteX6741" fmla="*/ 792995 w 10321503"/>
              <a:gd name="connsiteY6741" fmla="*/ 1698395 h 5599766"/>
              <a:gd name="connsiteX6742" fmla="*/ 792995 w 10321503"/>
              <a:gd name="connsiteY6742" fmla="*/ 1697729 h 5599766"/>
              <a:gd name="connsiteX6743" fmla="*/ 796526 w 10321503"/>
              <a:gd name="connsiteY6743" fmla="*/ 1691588 h 5599766"/>
              <a:gd name="connsiteX6744" fmla="*/ 797140 w 10321503"/>
              <a:gd name="connsiteY6744" fmla="*/ 1691230 h 5599766"/>
              <a:gd name="connsiteX6745" fmla="*/ 804204 w 10321503"/>
              <a:gd name="connsiteY6745" fmla="*/ 1691230 h 5599766"/>
              <a:gd name="connsiteX6746" fmla="*/ 804818 w 10321503"/>
              <a:gd name="connsiteY6746" fmla="*/ 1691588 h 5599766"/>
              <a:gd name="connsiteX6747" fmla="*/ 808350 w 10321503"/>
              <a:gd name="connsiteY6747" fmla="*/ 1697729 h 5599766"/>
              <a:gd name="connsiteX6748" fmla="*/ 808350 w 10321503"/>
              <a:gd name="connsiteY6748" fmla="*/ 1698395 h 5599766"/>
              <a:gd name="connsiteX6749" fmla="*/ 804818 w 10321503"/>
              <a:gd name="connsiteY6749" fmla="*/ 1704538 h 5599766"/>
              <a:gd name="connsiteX6750" fmla="*/ 804204 w 10321503"/>
              <a:gd name="connsiteY6750" fmla="*/ 1704896 h 5599766"/>
              <a:gd name="connsiteX6751" fmla="*/ 1002428 w 10321503"/>
              <a:gd name="connsiteY6751" fmla="*/ 1704896 h 5599766"/>
              <a:gd name="connsiteX6752" fmla="*/ 995366 w 10321503"/>
              <a:gd name="connsiteY6752" fmla="*/ 1704896 h 5599766"/>
              <a:gd name="connsiteX6753" fmla="*/ 994752 w 10321503"/>
              <a:gd name="connsiteY6753" fmla="*/ 1704538 h 5599766"/>
              <a:gd name="connsiteX6754" fmla="*/ 991220 w 10321503"/>
              <a:gd name="connsiteY6754" fmla="*/ 1698395 h 5599766"/>
              <a:gd name="connsiteX6755" fmla="*/ 991220 w 10321503"/>
              <a:gd name="connsiteY6755" fmla="*/ 1697729 h 5599766"/>
              <a:gd name="connsiteX6756" fmla="*/ 994752 w 10321503"/>
              <a:gd name="connsiteY6756" fmla="*/ 1691588 h 5599766"/>
              <a:gd name="connsiteX6757" fmla="*/ 995366 w 10321503"/>
              <a:gd name="connsiteY6757" fmla="*/ 1691230 h 5599766"/>
              <a:gd name="connsiteX6758" fmla="*/ 1002428 w 10321503"/>
              <a:gd name="connsiteY6758" fmla="*/ 1691230 h 5599766"/>
              <a:gd name="connsiteX6759" fmla="*/ 1003042 w 10321503"/>
              <a:gd name="connsiteY6759" fmla="*/ 1691588 h 5599766"/>
              <a:gd name="connsiteX6760" fmla="*/ 1006574 w 10321503"/>
              <a:gd name="connsiteY6760" fmla="*/ 1697729 h 5599766"/>
              <a:gd name="connsiteX6761" fmla="*/ 1006574 w 10321503"/>
              <a:gd name="connsiteY6761" fmla="*/ 1698395 h 5599766"/>
              <a:gd name="connsiteX6762" fmla="*/ 1003042 w 10321503"/>
              <a:gd name="connsiteY6762" fmla="*/ 1704538 h 5599766"/>
              <a:gd name="connsiteX6763" fmla="*/ 1002428 w 10321503"/>
              <a:gd name="connsiteY6763" fmla="*/ 1704896 h 5599766"/>
              <a:gd name="connsiteX6764" fmla="*/ 1200704 w 10321503"/>
              <a:gd name="connsiteY6764" fmla="*/ 1704896 h 5599766"/>
              <a:gd name="connsiteX6765" fmla="*/ 1193642 w 10321503"/>
              <a:gd name="connsiteY6765" fmla="*/ 1704896 h 5599766"/>
              <a:gd name="connsiteX6766" fmla="*/ 1193028 w 10321503"/>
              <a:gd name="connsiteY6766" fmla="*/ 1704538 h 5599766"/>
              <a:gd name="connsiteX6767" fmla="*/ 1189495 w 10321503"/>
              <a:gd name="connsiteY6767" fmla="*/ 1698395 h 5599766"/>
              <a:gd name="connsiteX6768" fmla="*/ 1189495 w 10321503"/>
              <a:gd name="connsiteY6768" fmla="*/ 1697729 h 5599766"/>
              <a:gd name="connsiteX6769" fmla="*/ 1193028 w 10321503"/>
              <a:gd name="connsiteY6769" fmla="*/ 1691588 h 5599766"/>
              <a:gd name="connsiteX6770" fmla="*/ 1193642 w 10321503"/>
              <a:gd name="connsiteY6770" fmla="*/ 1691230 h 5599766"/>
              <a:gd name="connsiteX6771" fmla="*/ 1200704 w 10321503"/>
              <a:gd name="connsiteY6771" fmla="*/ 1691230 h 5599766"/>
              <a:gd name="connsiteX6772" fmla="*/ 1201318 w 10321503"/>
              <a:gd name="connsiteY6772" fmla="*/ 1691588 h 5599766"/>
              <a:gd name="connsiteX6773" fmla="*/ 1204850 w 10321503"/>
              <a:gd name="connsiteY6773" fmla="*/ 1697729 h 5599766"/>
              <a:gd name="connsiteX6774" fmla="*/ 1204850 w 10321503"/>
              <a:gd name="connsiteY6774" fmla="*/ 1698395 h 5599766"/>
              <a:gd name="connsiteX6775" fmla="*/ 1201318 w 10321503"/>
              <a:gd name="connsiteY6775" fmla="*/ 1704538 h 5599766"/>
              <a:gd name="connsiteX6776" fmla="*/ 1200704 w 10321503"/>
              <a:gd name="connsiteY6776" fmla="*/ 1704896 h 5599766"/>
              <a:gd name="connsiteX6777" fmla="*/ 1398928 w 10321503"/>
              <a:gd name="connsiteY6777" fmla="*/ 1704896 h 5599766"/>
              <a:gd name="connsiteX6778" fmla="*/ 1391866 w 10321503"/>
              <a:gd name="connsiteY6778" fmla="*/ 1704896 h 5599766"/>
              <a:gd name="connsiteX6779" fmla="*/ 1391252 w 10321503"/>
              <a:gd name="connsiteY6779" fmla="*/ 1704538 h 5599766"/>
              <a:gd name="connsiteX6780" fmla="*/ 1387720 w 10321503"/>
              <a:gd name="connsiteY6780" fmla="*/ 1698395 h 5599766"/>
              <a:gd name="connsiteX6781" fmla="*/ 1387720 w 10321503"/>
              <a:gd name="connsiteY6781" fmla="*/ 1697729 h 5599766"/>
              <a:gd name="connsiteX6782" fmla="*/ 1391252 w 10321503"/>
              <a:gd name="connsiteY6782" fmla="*/ 1691588 h 5599766"/>
              <a:gd name="connsiteX6783" fmla="*/ 1391866 w 10321503"/>
              <a:gd name="connsiteY6783" fmla="*/ 1691230 h 5599766"/>
              <a:gd name="connsiteX6784" fmla="*/ 1398928 w 10321503"/>
              <a:gd name="connsiteY6784" fmla="*/ 1691230 h 5599766"/>
              <a:gd name="connsiteX6785" fmla="*/ 1399544 w 10321503"/>
              <a:gd name="connsiteY6785" fmla="*/ 1691588 h 5599766"/>
              <a:gd name="connsiteX6786" fmla="*/ 1403074 w 10321503"/>
              <a:gd name="connsiteY6786" fmla="*/ 1697729 h 5599766"/>
              <a:gd name="connsiteX6787" fmla="*/ 1403074 w 10321503"/>
              <a:gd name="connsiteY6787" fmla="*/ 1698395 h 5599766"/>
              <a:gd name="connsiteX6788" fmla="*/ 1399544 w 10321503"/>
              <a:gd name="connsiteY6788" fmla="*/ 1704538 h 5599766"/>
              <a:gd name="connsiteX6789" fmla="*/ 1398928 w 10321503"/>
              <a:gd name="connsiteY6789" fmla="*/ 1704896 h 5599766"/>
              <a:gd name="connsiteX6790" fmla="*/ 1597154 w 10321503"/>
              <a:gd name="connsiteY6790" fmla="*/ 1704896 h 5599766"/>
              <a:gd name="connsiteX6791" fmla="*/ 1590090 w 10321503"/>
              <a:gd name="connsiteY6791" fmla="*/ 1704896 h 5599766"/>
              <a:gd name="connsiteX6792" fmla="*/ 1589476 w 10321503"/>
              <a:gd name="connsiteY6792" fmla="*/ 1704538 h 5599766"/>
              <a:gd name="connsiteX6793" fmla="*/ 1585944 w 10321503"/>
              <a:gd name="connsiteY6793" fmla="*/ 1698395 h 5599766"/>
              <a:gd name="connsiteX6794" fmla="*/ 1585944 w 10321503"/>
              <a:gd name="connsiteY6794" fmla="*/ 1697729 h 5599766"/>
              <a:gd name="connsiteX6795" fmla="*/ 1589476 w 10321503"/>
              <a:gd name="connsiteY6795" fmla="*/ 1691588 h 5599766"/>
              <a:gd name="connsiteX6796" fmla="*/ 1590090 w 10321503"/>
              <a:gd name="connsiteY6796" fmla="*/ 1691230 h 5599766"/>
              <a:gd name="connsiteX6797" fmla="*/ 1597154 w 10321503"/>
              <a:gd name="connsiteY6797" fmla="*/ 1691230 h 5599766"/>
              <a:gd name="connsiteX6798" fmla="*/ 1597768 w 10321503"/>
              <a:gd name="connsiteY6798" fmla="*/ 1691588 h 5599766"/>
              <a:gd name="connsiteX6799" fmla="*/ 1601298 w 10321503"/>
              <a:gd name="connsiteY6799" fmla="*/ 1697729 h 5599766"/>
              <a:gd name="connsiteX6800" fmla="*/ 1601298 w 10321503"/>
              <a:gd name="connsiteY6800" fmla="*/ 1698395 h 5599766"/>
              <a:gd name="connsiteX6801" fmla="*/ 1597768 w 10321503"/>
              <a:gd name="connsiteY6801" fmla="*/ 1704538 h 5599766"/>
              <a:gd name="connsiteX6802" fmla="*/ 1597154 w 10321503"/>
              <a:gd name="connsiteY6802" fmla="*/ 1704896 h 5599766"/>
              <a:gd name="connsiteX6803" fmla="*/ 1795378 w 10321503"/>
              <a:gd name="connsiteY6803" fmla="*/ 1704896 h 5599766"/>
              <a:gd name="connsiteX6804" fmla="*/ 1788315 w 10321503"/>
              <a:gd name="connsiteY6804" fmla="*/ 1704896 h 5599766"/>
              <a:gd name="connsiteX6805" fmla="*/ 1787701 w 10321503"/>
              <a:gd name="connsiteY6805" fmla="*/ 1704538 h 5599766"/>
              <a:gd name="connsiteX6806" fmla="*/ 1784170 w 10321503"/>
              <a:gd name="connsiteY6806" fmla="*/ 1698395 h 5599766"/>
              <a:gd name="connsiteX6807" fmla="*/ 1784170 w 10321503"/>
              <a:gd name="connsiteY6807" fmla="*/ 1697729 h 5599766"/>
              <a:gd name="connsiteX6808" fmla="*/ 1787701 w 10321503"/>
              <a:gd name="connsiteY6808" fmla="*/ 1691588 h 5599766"/>
              <a:gd name="connsiteX6809" fmla="*/ 1788315 w 10321503"/>
              <a:gd name="connsiteY6809" fmla="*/ 1691230 h 5599766"/>
              <a:gd name="connsiteX6810" fmla="*/ 1795378 w 10321503"/>
              <a:gd name="connsiteY6810" fmla="*/ 1691230 h 5599766"/>
              <a:gd name="connsiteX6811" fmla="*/ 1795992 w 10321503"/>
              <a:gd name="connsiteY6811" fmla="*/ 1691588 h 5599766"/>
              <a:gd name="connsiteX6812" fmla="*/ 1799524 w 10321503"/>
              <a:gd name="connsiteY6812" fmla="*/ 1697729 h 5599766"/>
              <a:gd name="connsiteX6813" fmla="*/ 1799524 w 10321503"/>
              <a:gd name="connsiteY6813" fmla="*/ 1698395 h 5599766"/>
              <a:gd name="connsiteX6814" fmla="*/ 1795992 w 10321503"/>
              <a:gd name="connsiteY6814" fmla="*/ 1704538 h 5599766"/>
              <a:gd name="connsiteX6815" fmla="*/ 1795378 w 10321503"/>
              <a:gd name="connsiteY6815" fmla="*/ 1704896 h 5599766"/>
              <a:gd name="connsiteX6816" fmla="*/ 1993654 w 10321503"/>
              <a:gd name="connsiteY6816" fmla="*/ 1704896 h 5599766"/>
              <a:gd name="connsiteX6817" fmla="*/ 1986590 w 10321503"/>
              <a:gd name="connsiteY6817" fmla="*/ 1704896 h 5599766"/>
              <a:gd name="connsiteX6818" fmla="*/ 1985976 w 10321503"/>
              <a:gd name="connsiteY6818" fmla="*/ 1704538 h 5599766"/>
              <a:gd name="connsiteX6819" fmla="*/ 1982445 w 10321503"/>
              <a:gd name="connsiteY6819" fmla="*/ 1698395 h 5599766"/>
              <a:gd name="connsiteX6820" fmla="*/ 1982445 w 10321503"/>
              <a:gd name="connsiteY6820" fmla="*/ 1697729 h 5599766"/>
              <a:gd name="connsiteX6821" fmla="*/ 1985976 w 10321503"/>
              <a:gd name="connsiteY6821" fmla="*/ 1691588 h 5599766"/>
              <a:gd name="connsiteX6822" fmla="*/ 1986590 w 10321503"/>
              <a:gd name="connsiteY6822" fmla="*/ 1691230 h 5599766"/>
              <a:gd name="connsiteX6823" fmla="*/ 1993654 w 10321503"/>
              <a:gd name="connsiteY6823" fmla="*/ 1691230 h 5599766"/>
              <a:gd name="connsiteX6824" fmla="*/ 1994268 w 10321503"/>
              <a:gd name="connsiteY6824" fmla="*/ 1691588 h 5599766"/>
              <a:gd name="connsiteX6825" fmla="*/ 1997800 w 10321503"/>
              <a:gd name="connsiteY6825" fmla="*/ 1697729 h 5599766"/>
              <a:gd name="connsiteX6826" fmla="*/ 1997800 w 10321503"/>
              <a:gd name="connsiteY6826" fmla="*/ 1698395 h 5599766"/>
              <a:gd name="connsiteX6827" fmla="*/ 1994268 w 10321503"/>
              <a:gd name="connsiteY6827" fmla="*/ 1704538 h 5599766"/>
              <a:gd name="connsiteX6828" fmla="*/ 1993654 w 10321503"/>
              <a:gd name="connsiteY6828" fmla="*/ 1704896 h 5599766"/>
              <a:gd name="connsiteX6829" fmla="*/ 2189611 w 10321503"/>
              <a:gd name="connsiteY6829" fmla="*/ 1710685 h 5599766"/>
              <a:gd name="connsiteX6830" fmla="*/ 2182548 w 10321503"/>
              <a:gd name="connsiteY6830" fmla="*/ 1710685 h 5599766"/>
              <a:gd name="connsiteX6831" fmla="*/ 2181933 w 10321503"/>
              <a:gd name="connsiteY6831" fmla="*/ 1710327 h 5599766"/>
              <a:gd name="connsiteX6832" fmla="*/ 2178401 w 10321503"/>
              <a:gd name="connsiteY6832" fmla="*/ 1704185 h 5599766"/>
              <a:gd name="connsiteX6833" fmla="*/ 2178401 w 10321503"/>
              <a:gd name="connsiteY6833" fmla="*/ 1703520 h 5599766"/>
              <a:gd name="connsiteX6834" fmla="*/ 2181933 w 10321503"/>
              <a:gd name="connsiteY6834" fmla="*/ 1697377 h 5599766"/>
              <a:gd name="connsiteX6835" fmla="*/ 2182548 w 10321503"/>
              <a:gd name="connsiteY6835" fmla="*/ 1697019 h 5599766"/>
              <a:gd name="connsiteX6836" fmla="*/ 2189611 w 10321503"/>
              <a:gd name="connsiteY6836" fmla="*/ 1697019 h 5599766"/>
              <a:gd name="connsiteX6837" fmla="*/ 2190225 w 10321503"/>
              <a:gd name="connsiteY6837" fmla="*/ 1697377 h 5599766"/>
              <a:gd name="connsiteX6838" fmla="*/ 2193757 w 10321503"/>
              <a:gd name="connsiteY6838" fmla="*/ 1703520 h 5599766"/>
              <a:gd name="connsiteX6839" fmla="*/ 2193757 w 10321503"/>
              <a:gd name="connsiteY6839" fmla="*/ 1704185 h 5599766"/>
              <a:gd name="connsiteX6840" fmla="*/ 2190225 w 10321503"/>
              <a:gd name="connsiteY6840" fmla="*/ 1710327 h 5599766"/>
              <a:gd name="connsiteX6841" fmla="*/ 2189611 w 10321503"/>
              <a:gd name="connsiteY6841" fmla="*/ 1710685 h 5599766"/>
              <a:gd name="connsiteX6842" fmla="*/ 2387835 w 10321503"/>
              <a:gd name="connsiteY6842" fmla="*/ 1710685 h 5599766"/>
              <a:gd name="connsiteX6843" fmla="*/ 2380773 w 10321503"/>
              <a:gd name="connsiteY6843" fmla="*/ 1710685 h 5599766"/>
              <a:gd name="connsiteX6844" fmla="*/ 2380159 w 10321503"/>
              <a:gd name="connsiteY6844" fmla="*/ 1710327 h 5599766"/>
              <a:gd name="connsiteX6845" fmla="*/ 2376626 w 10321503"/>
              <a:gd name="connsiteY6845" fmla="*/ 1704185 h 5599766"/>
              <a:gd name="connsiteX6846" fmla="*/ 2376626 w 10321503"/>
              <a:gd name="connsiteY6846" fmla="*/ 1703520 h 5599766"/>
              <a:gd name="connsiteX6847" fmla="*/ 2380159 w 10321503"/>
              <a:gd name="connsiteY6847" fmla="*/ 1697377 h 5599766"/>
              <a:gd name="connsiteX6848" fmla="*/ 2380773 w 10321503"/>
              <a:gd name="connsiteY6848" fmla="*/ 1697019 h 5599766"/>
              <a:gd name="connsiteX6849" fmla="*/ 2387835 w 10321503"/>
              <a:gd name="connsiteY6849" fmla="*/ 1697019 h 5599766"/>
              <a:gd name="connsiteX6850" fmla="*/ 2388449 w 10321503"/>
              <a:gd name="connsiteY6850" fmla="*/ 1697377 h 5599766"/>
              <a:gd name="connsiteX6851" fmla="*/ 2391981 w 10321503"/>
              <a:gd name="connsiteY6851" fmla="*/ 1703520 h 5599766"/>
              <a:gd name="connsiteX6852" fmla="*/ 2391981 w 10321503"/>
              <a:gd name="connsiteY6852" fmla="*/ 1704185 h 5599766"/>
              <a:gd name="connsiteX6853" fmla="*/ 2388449 w 10321503"/>
              <a:gd name="connsiteY6853" fmla="*/ 1710327 h 5599766"/>
              <a:gd name="connsiteX6854" fmla="*/ 2387835 w 10321503"/>
              <a:gd name="connsiteY6854" fmla="*/ 1710685 h 5599766"/>
              <a:gd name="connsiteX6855" fmla="*/ 2586060 w 10321503"/>
              <a:gd name="connsiteY6855" fmla="*/ 1710685 h 5599766"/>
              <a:gd name="connsiteX6856" fmla="*/ 2578998 w 10321503"/>
              <a:gd name="connsiteY6856" fmla="*/ 1710685 h 5599766"/>
              <a:gd name="connsiteX6857" fmla="*/ 2578383 w 10321503"/>
              <a:gd name="connsiteY6857" fmla="*/ 1710327 h 5599766"/>
              <a:gd name="connsiteX6858" fmla="*/ 2574850 w 10321503"/>
              <a:gd name="connsiteY6858" fmla="*/ 1704185 h 5599766"/>
              <a:gd name="connsiteX6859" fmla="*/ 2574850 w 10321503"/>
              <a:gd name="connsiteY6859" fmla="*/ 1703520 h 5599766"/>
              <a:gd name="connsiteX6860" fmla="*/ 2578383 w 10321503"/>
              <a:gd name="connsiteY6860" fmla="*/ 1697377 h 5599766"/>
              <a:gd name="connsiteX6861" fmla="*/ 2578998 w 10321503"/>
              <a:gd name="connsiteY6861" fmla="*/ 1697019 h 5599766"/>
              <a:gd name="connsiteX6862" fmla="*/ 2586060 w 10321503"/>
              <a:gd name="connsiteY6862" fmla="*/ 1697019 h 5599766"/>
              <a:gd name="connsiteX6863" fmla="*/ 2586674 w 10321503"/>
              <a:gd name="connsiteY6863" fmla="*/ 1697377 h 5599766"/>
              <a:gd name="connsiteX6864" fmla="*/ 2590205 w 10321503"/>
              <a:gd name="connsiteY6864" fmla="*/ 1703520 h 5599766"/>
              <a:gd name="connsiteX6865" fmla="*/ 2590205 w 10321503"/>
              <a:gd name="connsiteY6865" fmla="*/ 1704185 h 5599766"/>
              <a:gd name="connsiteX6866" fmla="*/ 2586674 w 10321503"/>
              <a:gd name="connsiteY6866" fmla="*/ 1710327 h 5599766"/>
              <a:gd name="connsiteX6867" fmla="*/ 2586060 w 10321503"/>
              <a:gd name="connsiteY6867" fmla="*/ 1710685 h 5599766"/>
              <a:gd name="connsiteX6868" fmla="*/ 2784284 w 10321503"/>
              <a:gd name="connsiteY6868" fmla="*/ 1710685 h 5599766"/>
              <a:gd name="connsiteX6869" fmla="*/ 2777221 w 10321503"/>
              <a:gd name="connsiteY6869" fmla="*/ 1710685 h 5599766"/>
              <a:gd name="connsiteX6870" fmla="*/ 2776607 w 10321503"/>
              <a:gd name="connsiteY6870" fmla="*/ 1710327 h 5599766"/>
              <a:gd name="connsiteX6871" fmla="*/ 2773075 w 10321503"/>
              <a:gd name="connsiteY6871" fmla="*/ 1704185 h 5599766"/>
              <a:gd name="connsiteX6872" fmla="*/ 2773075 w 10321503"/>
              <a:gd name="connsiteY6872" fmla="*/ 1703520 h 5599766"/>
              <a:gd name="connsiteX6873" fmla="*/ 2776607 w 10321503"/>
              <a:gd name="connsiteY6873" fmla="*/ 1697377 h 5599766"/>
              <a:gd name="connsiteX6874" fmla="*/ 2777221 w 10321503"/>
              <a:gd name="connsiteY6874" fmla="*/ 1697019 h 5599766"/>
              <a:gd name="connsiteX6875" fmla="*/ 2784284 w 10321503"/>
              <a:gd name="connsiteY6875" fmla="*/ 1697019 h 5599766"/>
              <a:gd name="connsiteX6876" fmla="*/ 2784898 w 10321503"/>
              <a:gd name="connsiteY6876" fmla="*/ 1697377 h 5599766"/>
              <a:gd name="connsiteX6877" fmla="*/ 2788430 w 10321503"/>
              <a:gd name="connsiteY6877" fmla="*/ 1703520 h 5599766"/>
              <a:gd name="connsiteX6878" fmla="*/ 2788430 w 10321503"/>
              <a:gd name="connsiteY6878" fmla="*/ 1704185 h 5599766"/>
              <a:gd name="connsiteX6879" fmla="*/ 2784898 w 10321503"/>
              <a:gd name="connsiteY6879" fmla="*/ 1710327 h 5599766"/>
              <a:gd name="connsiteX6880" fmla="*/ 2784284 w 10321503"/>
              <a:gd name="connsiteY6880" fmla="*/ 1710685 h 5599766"/>
              <a:gd name="connsiteX6881" fmla="*/ 2982559 w 10321503"/>
              <a:gd name="connsiteY6881" fmla="*/ 1710685 h 5599766"/>
              <a:gd name="connsiteX6882" fmla="*/ 2975496 w 10321503"/>
              <a:gd name="connsiteY6882" fmla="*/ 1710685 h 5599766"/>
              <a:gd name="connsiteX6883" fmla="*/ 2974882 w 10321503"/>
              <a:gd name="connsiteY6883" fmla="*/ 1710327 h 5599766"/>
              <a:gd name="connsiteX6884" fmla="*/ 2971351 w 10321503"/>
              <a:gd name="connsiteY6884" fmla="*/ 1704185 h 5599766"/>
              <a:gd name="connsiteX6885" fmla="*/ 2971351 w 10321503"/>
              <a:gd name="connsiteY6885" fmla="*/ 1703520 h 5599766"/>
              <a:gd name="connsiteX6886" fmla="*/ 2974882 w 10321503"/>
              <a:gd name="connsiteY6886" fmla="*/ 1697377 h 5599766"/>
              <a:gd name="connsiteX6887" fmla="*/ 2975496 w 10321503"/>
              <a:gd name="connsiteY6887" fmla="*/ 1697019 h 5599766"/>
              <a:gd name="connsiteX6888" fmla="*/ 2982559 w 10321503"/>
              <a:gd name="connsiteY6888" fmla="*/ 1697019 h 5599766"/>
              <a:gd name="connsiteX6889" fmla="*/ 2983173 w 10321503"/>
              <a:gd name="connsiteY6889" fmla="*/ 1697377 h 5599766"/>
              <a:gd name="connsiteX6890" fmla="*/ 2986706 w 10321503"/>
              <a:gd name="connsiteY6890" fmla="*/ 1703520 h 5599766"/>
              <a:gd name="connsiteX6891" fmla="*/ 2986706 w 10321503"/>
              <a:gd name="connsiteY6891" fmla="*/ 1704185 h 5599766"/>
              <a:gd name="connsiteX6892" fmla="*/ 2983173 w 10321503"/>
              <a:gd name="connsiteY6892" fmla="*/ 1710327 h 5599766"/>
              <a:gd name="connsiteX6893" fmla="*/ 2982559 w 10321503"/>
              <a:gd name="connsiteY6893" fmla="*/ 1710685 h 5599766"/>
              <a:gd name="connsiteX6894" fmla="*/ 3180784 w 10321503"/>
              <a:gd name="connsiteY6894" fmla="*/ 1710685 h 5599766"/>
              <a:gd name="connsiteX6895" fmla="*/ 3173721 w 10321503"/>
              <a:gd name="connsiteY6895" fmla="*/ 1710685 h 5599766"/>
              <a:gd name="connsiteX6896" fmla="*/ 3173107 w 10321503"/>
              <a:gd name="connsiteY6896" fmla="*/ 1710327 h 5599766"/>
              <a:gd name="connsiteX6897" fmla="*/ 3169576 w 10321503"/>
              <a:gd name="connsiteY6897" fmla="*/ 1704185 h 5599766"/>
              <a:gd name="connsiteX6898" fmla="*/ 3169576 w 10321503"/>
              <a:gd name="connsiteY6898" fmla="*/ 1703520 h 5599766"/>
              <a:gd name="connsiteX6899" fmla="*/ 3173107 w 10321503"/>
              <a:gd name="connsiteY6899" fmla="*/ 1697377 h 5599766"/>
              <a:gd name="connsiteX6900" fmla="*/ 3173721 w 10321503"/>
              <a:gd name="connsiteY6900" fmla="*/ 1697019 h 5599766"/>
              <a:gd name="connsiteX6901" fmla="*/ 3180784 w 10321503"/>
              <a:gd name="connsiteY6901" fmla="*/ 1697019 h 5599766"/>
              <a:gd name="connsiteX6902" fmla="*/ 3181398 w 10321503"/>
              <a:gd name="connsiteY6902" fmla="*/ 1697377 h 5599766"/>
              <a:gd name="connsiteX6903" fmla="*/ 3184931 w 10321503"/>
              <a:gd name="connsiteY6903" fmla="*/ 1703520 h 5599766"/>
              <a:gd name="connsiteX6904" fmla="*/ 3184931 w 10321503"/>
              <a:gd name="connsiteY6904" fmla="*/ 1704185 h 5599766"/>
              <a:gd name="connsiteX6905" fmla="*/ 3181398 w 10321503"/>
              <a:gd name="connsiteY6905" fmla="*/ 1710327 h 5599766"/>
              <a:gd name="connsiteX6906" fmla="*/ 3180784 w 10321503"/>
              <a:gd name="connsiteY6906" fmla="*/ 1710685 h 5599766"/>
              <a:gd name="connsiteX6907" fmla="*/ 3379008 w 10321503"/>
              <a:gd name="connsiteY6907" fmla="*/ 1710685 h 5599766"/>
              <a:gd name="connsiteX6908" fmla="*/ 3371947 w 10321503"/>
              <a:gd name="connsiteY6908" fmla="*/ 1710685 h 5599766"/>
              <a:gd name="connsiteX6909" fmla="*/ 3371332 w 10321503"/>
              <a:gd name="connsiteY6909" fmla="*/ 1710327 h 5599766"/>
              <a:gd name="connsiteX6910" fmla="*/ 3367800 w 10321503"/>
              <a:gd name="connsiteY6910" fmla="*/ 1704185 h 5599766"/>
              <a:gd name="connsiteX6911" fmla="*/ 3367800 w 10321503"/>
              <a:gd name="connsiteY6911" fmla="*/ 1703520 h 5599766"/>
              <a:gd name="connsiteX6912" fmla="*/ 3371332 w 10321503"/>
              <a:gd name="connsiteY6912" fmla="*/ 1697377 h 5599766"/>
              <a:gd name="connsiteX6913" fmla="*/ 3371947 w 10321503"/>
              <a:gd name="connsiteY6913" fmla="*/ 1697019 h 5599766"/>
              <a:gd name="connsiteX6914" fmla="*/ 3379008 w 10321503"/>
              <a:gd name="connsiteY6914" fmla="*/ 1697019 h 5599766"/>
              <a:gd name="connsiteX6915" fmla="*/ 3379624 w 10321503"/>
              <a:gd name="connsiteY6915" fmla="*/ 1697377 h 5599766"/>
              <a:gd name="connsiteX6916" fmla="*/ 3383155 w 10321503"/>
              <a:gd name="connsiteY6916" fmla="*/ 1703520 h 5599766"/>
              <a:gd name="connsiteX6917" fmla="*/ 3383155 w 10321503"/>
              <a:gd name="connsiteY6917" fmla="*/ 1704185 h 5599766"/>
              <a:gd name="connsiteX6918" fmla="*/ 3379624 w 10321503"/>
              <a:gd name="connsiteY6918" fmla="*/ 1710327 h 5599766"/>
              <a:gd name="connsiteX6919" fmla="*/ 3379008 w 10321503"/>
              <a:gd name="connsiteY6919" fmla="*/ 1710685 h 5599766"/>
              <a:gd name="connsiteX6920" fmla="*/ 3577234 w 10321503"/>
              <a:gd name="connsiteY6920" fmla="*/ 1710685 h 5599766"/>
              <a:gd name="connsiteX6921" fmla="*/ 3570172 w 10321503"/>
              <a:gd name="connsiteY6921" fmla="*/ 1710685 h 5599766"/>
              <a:gd name="connsiteX6922" fmla="*/ 3569557 w 10321503"/>
              <a:gd name="connsiteY6922" fmla="*/ 1710327 h 5599766"/>
              <a:gd name="connsiteX6923" fmla="*/ 3566024 w 10321503"/>
              <a:gd name="connsiteY6923" fmla="*/ 1704185 h 5599766"/>
              <a:gd name="connsiteX6924" fmla="*/ 3566024 w 10321503"/>
              <a:gd name="connsiteY6924" fmla="*/ 1703520 h 5599766"/>
              <a:gd name="connsiteX6925" fmla="*/ 3569557 w 10321503"/>
              <a:gd name="connsiteY6925" fmla="*/ 1697377 h 5599766"/>
              <a:gd name="connsiteX6926" fmla="*/ 3570172 w 10321503"/>
              <a:gd name="connsiteY6926" fmla="*/ 1697019 h 5599766"/>
              <a:gd name="connsiteX6927" fmla="*/ 3577234 w 10321503"/>
              <a:gd name="connsiteY6927" fmla="*/ 1697019 h 5599766"/>
              <a:gd name="connsiteX6928" fmla="*/ 3577848 w 10321503"/>
              <a:gd name="connsiteY6928" fmla="*/ 1697377 h 5599766"/>
              <a:gd name="connsiteX6929" fmla="*/ 3581379 w 10321503"/>
              <a:gd name="connsiteY6929" fmla="*/ 1703520 h 5599766"/>
              <a:gd name="connsiteX6930" fmla="*/ 3581379 w 10321503"/>
              <a:gd name="connsiteY6930" fmla="*/ 1704185 h 5599766"/>
              <a:gd name="connsiteX6931" fmla="*/ 3577848 w 10321503"/>
              <a:gd name="connsiteY6931" fmla="*/ 1710327 h 5599766"/>
              <a:gd name="connsiteX6932" fmla="*/ 3577234 w 10321503"/>
              <a:gd name="connsiteY6932" fmla="*/ 1710685 h 5599766"/>
              <a:gd name="connsiteX6933" fmla="*/ 3775459 w 10321503"/>
              <a:gd name="connsiteY6933" fmla="*/ 1710685 h 5599766"/>
              <a:gd name="connsiteX6934" fmla="*/ 3768396 w 10321503"/>
              <a:gd name="connsiteY6934" fmla="*/ 1710685 h 5599766"/>
              <a:gd name="connsiteX6935" fmla="*/ 3767781 w 10321503"/>
              <a:gd name="connsiteY6935" fmla="*/ 1710327 h 5599766"/>
              <a:gd name="connsiteX6936" fmla="*/ 3764249 w 10321503"/>
              <a:gd name="connsiteY6936" fmla="*/ 1704185 h 5599766"/>
              <a:gd name="connsiteX6937" fmla="*/ 3764249 w 10321503"/>
              <a:gd name="connsiteY6937" fmla="*/ 1703520 h 5599766"/>
              <a:gd name="connsiteX6938" fmla="*/ 3767781 w 10321503"/>
              <a:gd name="connsiteY6938" fmla="*/ 1697377 h 5599766"/>
              <a:gd name="connsiteX6939" fmla="*/ 3768396 w 10321503"/>
              <a:gd name="connsiteY6939" fmla="*/ 1697019 h 5599766"/>
              <a:gd name="connsiteX6940" fmla="*/ 3775459 w 10321503"/>
              <a:gd name="connsiteY6940" fmla="*/ 1697019 h 5599766"/>
              <a:gd name="connsiteX6941" fmla="*/ 3776073 w 10321503"/>
              <a:gd name="connsiteY6941" fmla="*/ 1697377 h 5599766"/>
              <a:gd name="connsiteX6942" fmla="*/ 3779604 w 10321503"/>
              <a:gd name="connsiteY6942" fmla="*/ 1703520 h 5599766"/>
              <a:gd name="connsiteX6943" fmla="*/ 3779604 w 10321503"/>
              <a:gd name="connsiteY6943" fmla="*/ 1704185 h 5599766"/>
              <a:gd name="connsiteX6944" fmla="*/ 3776073 w 10321503"/>
              <a:gd name="connsiteY6944" fmla="*/ 1710327 h 5599766"/>
              <a:gd name="connsiteX6945" fmla="*/ 3775459 w 10321503"/>
              <a:gd name="connsiteY6945" fmla="*/ 1710685 h 5599766"/>
              <a:gd name="connsiteX6946" fmla="*/ 3973734 w 10321503"/>
              <a:gd name="connsiteY6946" fmla="*/ 1710685 h 5599766"/>
              <a:gd name="connsiteX6947" fmla="*/ 3966671 w 10321503"/>
              <a:gd name="connsiteY6947" fmla="*/ 1710685 h 5599766"/>
              <a:gd name="connsiteX6948" fmla="*/ 3966057 w 10321503"/>
              <a:gd name="connsiteY6948" fmla="*/ 1710327 h 5599766"/>
              <a:gd name="connsiteX6949" fmla="*/ 3962525 w 10321503"/>
              <a:gd name="connsiteY6949" fmla="*/ 1704185 h 5599766"/>
              <a:gd name="connsiteX6950" fmla="*/ 3962525 w 10321503"/>
              <a:gd name="connsiteY6950" fmla="*/ 1703520 h 5599766"/>
              <a:gd name="connsiteX6951" fmla="*/ 3966057 w 10321503"/>
              <a:gd name="connsiteY6951" fmla="*/ 1697377 h 5599766"/>
              <a:gd name="connsiteX6952" fmla="*/ 3966671 w 10321503"/>
              <a:gd name="connsiteY6952" fmla="*/ 1697019 h 5599766"/>
              <a:gd name="connsiteX6953" fmla="*/ 3973734 w 10321503"/>
              <a:gd name="connsiteY6953" fmla="*/ 1697019 h 5599766"/>
              <a:gd name="connsiteX6954" fmla="*/ 3974348 w 10321503"/>
              <a:gd name="connsiteY6954" fmla="*/ 1697377 h 5599766"/>
              <a:gd name="connsiteX6955" fmla="*/ 3977880 w 10321503"/>
              <a:gd name="connsiteY6955" fmla="*/ 1703520 h 5599766"/>
              <a:gd name="connsiteX6956" fmla="*/ 3977880 w 10321503"/>
              <a:gd name="connsiteY6956" fmla="*/ 1704185 h 5599766"/>
              <a:gd name="connsiteX6957" fmla="*/ 3974348 w 10321503"/>
              <a:gd name="connsiteY6957" fmla="*/ 1710327 h 5599766"/>
              <a:gd name="connsiteX6958" fmla="*/ 3973734 w 10321503"/>
              <a:gd name="connsiteY6958" fmla="*/ 1710685 h 5599766"/>
              <a:gd name="connsiteX6959" fmla="*/ 4171959 w 10321503"/>
              <a:gd name="connsiteY6959" fmla="*/ 1710685 h 5599766"/>
              <a:gd name="connsiteX6960" fmla="*/ 4164896 w 10321503"/>
              <a:gd name="connsiteY6960" fmla="*/ 1710685 h 5599766"/>
              <a:gd name="connsiteX6961" fmla="*/ 4164282 w 10321503"/>
              <a:gd name="connsiteY6961" fmla="*/ 1710327 h 5599766"/>
              <a:gd name="connsiteX6962" fmla="*/ 4160751 w 10321503"/>
              <a:gd name="connsiteY6962" fmla="*/ 1704185 h 5599766"/>
              <a:gd name="connsiteX6963" fmla="*/ 4160751 w 10321503"/>
              <a:gd name="connsiteY6963" fmla="*/ 1703520 h 5599766"/>
              <a:gd name="connsiteX6964" fmla="*/ 4164282 w 10321503"/>
              <a:gd name="connsiteY6964" fmla="*/ 1697377 h 5599766"/>
              <a:gd name="connsiteX6965" fmla="*/ 4164896 w 10321503"/>
              <a:gd name="connsiteY6965" fmla="*/ 1697019 h 5599766"/>
              <a:gd name="connsiteX6966" fmla="*/ 4171959 w 10321503"/>
              <a:gd name="connsiteY6966" fmla="*/ 1697019 h 5599766"/>
              <a:gd name="connsiteX6967" fmla="*/ 4172573 w 10321503"/>
              <a:gd name="connsiteY6967" fmla="*/ 1697377 h 5599766"/>
              <a:gd name="connsiteX6968" fmla="*/ 4176105 w 10321503"/>
              <a:gd name="connsiteY6968" fmla="*/ 1703520 h 5599766"/>
              <a:gd name="connsiteX6969" fmla="*/ 4176105 w 10321503"/>
              <a:gd name="connsiteY6969" fmla="*/ 1704185 h 5599766"/>
              <a:gd name="connsiteX6970" fmla="*/ 4172573 w 10321503"/>
              <a:gd name="connsiteY6970" fmla="*/ 1710327 h 5599766"/>
              <a:gd name="connsiteX6971" fmla="*/ 4171959 w 10321503"/>
              <a:gd name="connsiteY6971" fmla="*/ 1710685 h 5599766"/>
              <a:gd name="connsiteX6972" fmla="*/ 4370183 w 10321503"/>
              <a:gd name="connsiteY6972" fmla="*/ 1710685 h 5599766"/>
              <a:gd name="connsiteX6973" fmla="*/ 4363121 w 10321503"/>
              <a:gd name="connsiteY6973" fmla="*/ 1710685 h 5599766"/>
              <a:gd name="connsiteX6974" fmla="*/ 4362506 w 10321503"/>
              <a:gd name="connsiteY6974" fmla="*/ 1710327 h 5599766"/>
              <a:gd name="connsiteX6975" fmla="*/ 4358975 w 10321503"/>
              <a:gd name="connsiteY6975" fmla="*/ 1704185 h 5599766"/>
              <a:gd name="connsiteX6976" fmla="*/ 4358975 w 10321503"/>
              <a:gd name="connsiteY6976" fmla="*/ 1703520 h 5599766"/>
              <a:gd name="connsiteX6977" fmla="*/ 4362506 w 10321503"/>
              <a:gd name="connsiteY6977" fmla="*/ 1697377 h 5599766"/>
              <a:gd name="connsiteX6978" fmla="*/ 4363121 w 10321503"/>
              <a:gd name="connsiteY6978" fmla="*/ 1697019 h 5599766"/>
              <a:gd name="connsiteX6979" fmla="*/ 4370183 w 10321503"/>
              <a:gd name="connsiteY6979" fmla="*/ 1697019 h 5599766"/>
              <a:gd name="connsiteX6980" fmla="*/ 4370797 w 10321503"/>
              <a:gd name="connsiteY6980" fmla="*/ 1697377 h 5599766"/>
              <a:gd name="connsiteX6981" fmla="*/ 4374329 w 10321503"/>
              <a:gd name="connsiteY6981" fmla="*/ 1703520 h 5599766"/>
              <a:gd name="connsiteX6982" fmla="*/ 4374329 w 10321503"/>
              <a:gd name="connsiteY6982" fmla="*/ 1704185 h 5599766"/>
              <a:gd name="connsiteX6983" fmla="*/ 4370797 w 10321503"/>
              <a:gd name="connsiteY6983" fmla="*/ 1710327 h 5599766"/>
              <a:gd name="connsiteX6984" fmla="*/ 4370183 w 10321503"/>
              <a:gd name="connsiteY6984" fmla="*/ 1710685 h 5599766"/>
              <a:gd name="connsiteX6985" fmla="*/ 4568408 w 10321503"/>
              <a:gd name="connsiteY6985" fmla="*/ 1710685 h 5599766"/>
              <a:gd name="connsiteX6986" fmla="*/ 4561345 w 10321503"/>
              <a:gd name="connsiteY6986" fmla="*/ 1710685 h 5599766"/>
              <a:gd name="connsiteX6987" fmla="*/ 4560731 w 10321503"/>
              <a:gd name="connsiteY6987" fmla="*/ 1710327 h 5599766"/>
              <a:gd name="connsiteX6988" fmla="*/ 4557199 w 10321503"/>
              <a:gd name="connsiteY6988" fmla="*/ 1704185 h 5599766"/>
              <a:gd name="connsiteX6989" fmla="*/ 4557199 w 10321503"/>
              <a:gd name="connsiteY6989" fmla="*/ 1703520 h 5599766"/>
              <a:gd name="connsiteX6990" fmla="*/ 4560731 w 10321503"/>
              <a:gd name="connsiteY6990" fmla="*/ 1697377 h 5599766"/>
              <a:gd name="connsiteX6991" fmla="*/ 4561345 w 10321503"/>
              <a:gd name="connsiteY6991" fmla="*/ 1697019 h 5599766"/>
              <a:gd name="connsiteX6992" fmla="*/ 4568408 w 10321503"/>
              <a:gd name="connsiteY6992" fmla="*/ 1697019 h 5599766"/>
              <a:gd name="connsiteX6993" fmla="*/ 4569022 w 10321503"/>
              <a:gd name="connsiteY6993" fmla="*/ 1697377 h 5599766"/>
              <a:gd name="connsiteX6994" fmla="*/ 4572554 w 10321503"/>
              <a:gd name="connsiteY6994" fmla="*/ 1703520 h 5599766"/>
              <a:gd name="connsiteX6995" fmla="*/ 4572554 w 10321503"/>
              <a:gd name="connsiteY6995" fmla="*/ 1704185 h 5599766"/>
              <a:gd name="connsiteX6996" fmla="*/ 4569022 w 10321503"/>
              <a:gd name="connsiteY6996" fmla="*/ 1710327 h 5599766"/>
              <a:gd name="connsiteX6997" fmla="*/ 4568408 w 10321503"/>
              <a:gd name="connsiteY6997" fmla="*/ 1710685 h 5599766"/>
              <a:gd name="connsiteX6998" fmla="*/ 4766683 w 10321503"/>
              <a:gd name="connsiteY6998" fmla="*/ 1710685 h 5599766"/>
              <a:gd name="connsiteX6999" fmla="*/ 4759621 w 10321503"/>
              <a:gd name="connsiteY6999" fmla="*/ 1710685 h 5599766"/>
              <a:gd name="connsiteX7000" fmla="*/ 4759007 w 10321503"/>
              <a:gd name="connsiteY7000" fmla="*/ 1710327 h 5599766"/>
              <a:gd name="connsiteX7001" fmla="*/ 4755475 w 10321503"/>
              <a:gd name="connsiteY7001" fmla="*/ 1704185 h 5599766"/>
              <a:gd name="connsiteX7002" fmla="*/ 4755475 w 10321503"/>
              <a:gd name="connsiteY7002" fmla="*/ 1703520 h 5599766"/>
              <a:gd name="connsiteX7003" fmla="*/ 4759007 w 10321503"/>
              <a:gd name="connsiteY7003" fmla="*/ 1697377 h 5599766"/>
              <a:gd name="connsiteX7004" fmla="*/ 4759621 w 10321503"/>
              <a:gd name="connsiteY7004" fmla="*/ 1697019 h 5599766"/>
              <a:gd name="connsiteX7005" fmla="*/ 4766683 w 10321503"/>
              <a:gd name="connsiteY7005" fmla="*/ 1697019 h 5599766"/>
              <a:gd name="connsiteX7006" fmla="*/ 4767297 w 10321503"/>
              <a:gd name="connsiteY7006" fmla="*/ 1697377 h 5599766"/>
              <a:gd name="connsiteX7007" fmla="*/ 4770829 w 10321503"/>
              <a:gd name="connsiteY7007" fmla="*/ 1703520 h 5599766"/>
              <a:gd name="connsiteX7008" fmla="*/ 4770829 w 10321503"/>
              <a:gd name="connsiteY7008" fmla="*/ 1704185 h 5599766"/>
              <a:gd name="connsiteX7009" fmla="*/ 4767297 w 10321503"/>
              <a:gd name="connsiteY7009" fmla="*/ 1710327 h 5599766"/>
              <a:gd name="connsiteX7010" fmla="*/ 4766683 w 10321503"/>
              <a:gd name="connsiteY7010" fmla="*/ 1710685 h 5599766"/>
              <a:gd name="connsiteX7011" fmla="*/ 4964909 w 10321503"/>
              <a:gd name="connsiteY7011" fmla="*/ 1710685 h 5599766"/>
              <a:gd name="connsiteX7012" fmla="*/ 4957846 w 10321503"/>
              <a:gd name="connsiteY7012" fmla="*/ 1710685 h 5599766"/>
              <a:gd name="connsiteX7013" fmla="*/ 4957232 w 10321503"/>
              <a:gd name="connsiteY7013" fmla="*/ 1710327 h 5599766"/>
              <a:gd name="connsiteX7014" fmla="*/ 4953699 w 10321503"/>
              <a:gd name="connsiteY7014" fmla="*/ 1704185 h 5599766"/>
              <a:gd name="connsiteX7015" fmla="*/ 4953699 w 10321503"/>
              <a:gd name="connsiteY7015" fmla="*/ 1703520 h 5599766"/>
              <a:gd name="connsiteX7016" fmla="*/ 4957232 w 10321503"/>
              <a:gd name="connsiteY7016" fmla="*/ 1697377 h 5599766"/>
              <a:gd name="connsiteX7017" fmla="*/ 4957846 w 10321503"/>
              <a:gd name="connsiteY7017" fmla="*/ 1697019 h 5599766"/>
              <a:gd name="connsiteX7018" fmla="*/ 4964909 w 10321503"/>
              <a:gd name="connsiteY7018" fmla="*/ 1697019 h 5599766"/>
              <a:gd name="connsiteX7019" fmla="*/ 4965523 w 10321503"/>
              <a:gd name="connsiteY7019" fmla="*/ 1697377 h 5599766"/>
              <a:gd name="connsiteX7020" fmla="*/ 4969054 w 10321503"/>
              <a:gd name="connsiteY7020" fmla="*/ 1703520 h 5599766"/>
              <a:gd name="connsiteX7021" fmla="*/ 4969054 w 10321503"/>
              <a:gd name="connsiteY7021" fmla="*/ 1704185 h 5599766"/>
              <a:gd name="connsiteX7022" fmla="*/ 4965523 w 10321503"/>
              <a:gd name="connsiteY7022" fmla="*/ 1710327 h 5599766"/>
              <a:gd name="connsiteX7023" fmla="*/ 4964909 w 10321503"/>
              <a:gd name="connsiteY7023" fmla="*/ 1710685 h 5599766"/>
              <a:gd name="connsiteX7024" fmla="*/ 5163134 w 10321503"/>
              <a:gd name="connsiteY7024" fmla="*/ 1710685 h 5599766"/>
              <a:gd name="connsiteX7025" fmla="*/ 5156070 w 10321503"/>
              <a:gd name="connsiteY7025" fmla="*/ 1710685 h 5599766"/>
              <a:gd name="connsiteX7026" fmla="*/ 5155456 w 10321503"/>
              <a:gd name="connsiteY7026" fmla="*/ 1710327 h 5599766"/>
              <a:gd name="connsiteX7027" fmla="*/ 5151924 w 10321503"/>
              <a:gd name="connsiteY7027" fmla="*/ 1704185 h 5599766"/>
              <a:gd name="connsiteX7028" fmla="*/ 5151924 w 10321503"/>
              <a:gd name="connsiteY7028" fmla="*/ 1703520 h 5599766"/>
              <a:gd name="connsiteX7029" fmla="*/ 5155456 w 10321503"/>
              <a:gd name="connsiteY7029" fmla="*/ 1697377 h 5599766"/>
              <a:gd name="connsiteX7030" fmla="*/ 5156070 w 10321503"/>
              <a:gd name="connsiteY7030" fmla="*/ 1697019 h 5599766"/>
              <a:gd name="connsiteX7031" fmla="*/ 5163134 w 10321503"/>
              <a:gd name="connsiteY7031" fmla="*/ 1697019 h 5599766"/>
              <a:gd name="connsiteX7032" fmla="*/ 5163748 w 10321503"/>
              <a:gd name="connsiteY7032" fmla="*/ 1697377 h 5599766"/>
              <a:gd name="connsiteX7033" fmla="*/ 5167279 w 10321503"/>
              <a:gd name="connsiteY7033" fmla="*/ 1703520 h 5599766"/>
              <a:gd name="connsiteX7034" fmla="*/ 5167279 w 10321503"/>
              <a:gd name="connsiteY7034" fmla="*/ 1704185 h 5599766"/>
              <a:gd name="connsiteX7035" fmla="*/ 5163748 w 10321503"/>
              <a:gd name="connsiteY7035" fmla="*/ 1710327 h 5599766"/>
              <a:gd name="connsiteX7036" fmla="*/ 5163134 w 10321503"/>
              <a:gd name="connsiteY7036" fmla="*/ 1710685 h 5599766"/>
              <a:gd name="connsiteX7037" fmla="*/ 5361358 w 10321503"/>
              <a:gd name="connsiteY7037" fmla="*/ 1710685 h 5599766"/>
              <a:gd name="connsiteX7038" fmla="*/ 5354295 w 10321503"/>
              <a:gd name="connsiteY7038" fmla="*/ 1710685 h 5599766"/>
              <a:gd name="connsiteX7039" fmla="*/ 5353680 w 10321503"/>
              <a:gd name="connsiteY7039" fmla="*/ 1710327 h 5599766"/>
              <a:gd name="connsiteX7040" fmla="*/ 5350149 w 10321503"/>
              <a:gd name="connsiteY7040" fmla="*/ 1704185 h 5599766"/>
              <a:gd name="connsiteX7041" fmla="*/ 5350149 w 10321503"/>
              <a:gd name="connsiteY7041" fmla="*/ 1703520 h 5599766"/>
              <a:gd name="connsiteX7042" fmla="*/ 5353680 w 10321503"/>
              <a:gd name="connsiteY7042" fmla="*/ 1697377 h 5599766"/>
              <a:gd name="connsiteX7043" fmla="*/ 5354295 w 10321503"/>
              <a:gd name="connsiteY7043" fmla="*/ 1697019 h 5599766"/>
              <a:gd name="connsiteX7044" fmla="*/ 5361358 w 10321503"/>
              <a:gd name="connsiteY7044" fmla="*/ 1697019 h 5599766"/>
              <a:gd name="connsiteX7045" fmla="*/ 5361972 w 10321503"/>
              <a:gd name="connsiteY7045" fmla="*/ 1697377 h 5599766"/>
              <a:gd name="connsiteX7046" fmla="*/ 5365503 w 10321503"/>
              <a:gd name="connsiteY7046" fmla="*/ 1703520 h 5599766"/>
              <a:gd name="connsiteX7047" fmla="*/ 5365503 w 10321503"/>
              <a:gd name="connsiteY7047" fmla="*/ 1704185 h 5599766"/>
              <a:gd name="connsiteX7048" fmla="*/ 5361972 w 10321503"/>
              <a:gd name="connsiteY7048" fmla="*/ 1710327 h 5599766"/>
              <a:gd name="connsiteX7049" fmla="*/ 5361358 w 10321503"/>
              <a:gd name="connsiteY7049" fmla="*/ 1710685 h 5599766"/>
              <a:gd name="connsiteX7050" fmla="*/ 5559633 w 10321503"/>
              <a:gd name="connsiteY7050" fmla="*/ 1710685 h 5599766"/>
              <a:gd name="connsiteX7051" fmla="*/ 5552569 w 10321503"/>
              <a:gd name="connsiteY7051" fmla="*/ 1710685 h 5599766"/>
              <a:gd name="connsiteX7052" fmla="*/ 5551956 w 10321503"/>
              <a:gd name="connsiteY7052" fmla="*/ 1710327 h 5599766"/>
              <a:gd name="connsiteX7053" fmla="*/ 5548424 w 10321503"/>
              <a:gd name="connsiteY7053" fmla="*/ 1704185 h 5599766"/>
              <a:gd name="connsiteX7054" fmla="*/ 5548424 w 10321503"/>
              <a:gd name="connsiteY7054" fmla="*/ 1703520 h 5599766"/>
              <a:gd name="connsiteX7055" fmla="*/ 5551956 w 10321503"/>
              <a:gd name="connsiteY7055" fmla="*/ 1697377 h 5599766"/>
              <a:gd name="connsiteX7056" fmla="*/ 5552569 w 10321503"/>
              <a:gd name="connsiteY7056" fmla="*/ 1697019 h 5599766"/>
              <a:gd name="connsiteX7057" fmla="*/ 5559633 w 10321503"/>
              <a:gd name="connsiteY7057" fmla="*/ 1697019 h 5599766"/>
              <a:gd name="connsiteX7058" fmla="*/ 5560246 w 10321503"/>
              <a:gd name="connsiteY7058" fmla="*/ 1697377 h 5599766"/>
              <a:gd name="connsiteX7059" fmla="*/ 5563779 w 10321503"/>
              <a:gd name="connsiteY7059" fmla="*/ 1703520 h 5599766"/>
              <a:gd name="connsiteX7060" fmla="*/ 5563779 w 10321503"/>
              <a:gd name="connsiteY7060" fmla="*/ 1704185 h 5599766"/>
              <a:gd name="connsiteX7061" fmla="*/ 5560246 w 10321503"/>
              <a:gd name="connsiteY7061" fmla="*/ 1710327 h 5599766"/>
              <a:gd name="connsiteX7062" fmla="*/ 5559633 w 10321503"/>
              <a:gd name="connsiteY7062" fmla="*/ 1710685 h 5599766"/>
              <a:gd name="connsiteX7063" fmla="*/ 5757857 w 10321503"/>
              <a:gd name="connsiteY7063" fmla="*/ 1710685 h 5599766"/>
              <a:gd name="connsiteX7064" fmla="*/ 5750795 w 10321503"/>
              <a:gd name="connsiteY7064" fmla="*/ 1710685 h 5599766"/>
              <a:gd name="connsiteX7065" fmla="*/ 5750181 w 10321503"/>
              <a:gd name="connsiteY7065" fmla="*/ 1710327 h 5599766"/>
              <a:gd name="connsiteX7066" fmla="*/ 5746649 w 10321503"/>
              <a:gd name="connsiteY7066" fmla="*/ 1704185 h 5599766"/>
              <a:gd name="connsiteX7067" fmla="*/ 5746649 w 10321503"/>
              <a:gd name="connsiteY7067" fmla="*/ 1703520 h 5599766"/>
              <a:gd name="connsiteX7068" fmla="*/ 5750181 w 10321503"/>
              <a:gd name="connsiteY7068" fmla="*/ 1697377 h 5599766"/>
              <a:gd name="connsiteX7069" fmla="*/ 5750795 w 10321503"/>
              <a:gd name="connsiteY7069" fmla="*/ 1697019 h 5599766"/>
              <a:gd name="connsiteX7070" fmla="*/ 5757857 w 10321503"/>
              <a:gd name="connsiteY7070" fmla="*/ 1697019 h 5599766"/>
              <a:gd name="connsiteX7071" fmla="*/ 5758471 w 10321503"/>
              <a:gd name="connsiteY7071" fmla="*/ 1697377 h 5599766"/>
              <a:gd name="connsiteX7072" fmla="*/ 5762003 w 10321503"/>
              <a:gd name="connsiteY7072" fmla="*/ 1703520 h 5599766"/>
              <a:gd name="connsiteX7073" fmla="*/ 5762003 w 10321503"/>
              <a:gd name="connsiteY7073" fmla="*/ 1704185 h 5599766"/>
              <a:gd name="connsiteX7074" fmla="*/ 5758471 w 10321503"/>
              <a:gd name="connsiteY7074" fmla="*/ 1710327 h 5599766"/>
              <a:gd name="connsiteX7075" fmla="*/ 5757857 w 10321503"/>
              <a:gd name="connsiteY7075" fmla="*/ 1710685 h 5599766"/>
              <a:gd name="connsiteX7076" fmla="*/ 5956083 w 10321503"/>
              <a:gd name="connsiteY7076" fmla="*/ 1710685 h 5599766"/>
              <a:gd name="connsiteX7077" fmla="*/ 5949019 w 10321503"/>
              <a:gd name="connsiteY7077" fmla="*/ 1710685 h 5599766"/>
              <a:gd name="connsiteX7078" fmla="*/ 5948405 w 10321503"/>
              <a:gd name="connsiteY7078" fmla="*/ 1710327 h 5599766"/>
              <a:gd name="connsiteX7079" fmla="*/ 5944873 w 10321503"/>
              <a:gd name="connsiteY7079" fmla="*/ 1704185 h 5599766"/>
              <a:gd name="connsiteX7080" fmla="*/ 5944873 w 10321503"/>
              <a:gd name="connsiteY7080" fmla="*/ 1703520 h 5599766"/>
              <a:gd name="connsiteX7081" fmla="*/ 5948405 w 10321503"/>
              <a:gd name="connsiteY7081" fmla="*/ 1697377 h 5599766"/>
              <a:gd name="connsiteX7082" fmla="*/ 5949019 w 10321503"/>
              <a:gd name="connsiteY7082" fmla="*/ 1697019 h 5599766"/>
              <a:gd name="connsiteX7083" fmla="*/ 5956083 w 10321503"/>
              <a:gd name="connsiteY7083" fmla="*/ 1697019 h 5599766"/>
              <a:gd name="connsiteX7084" fmla="*/ 5956697 w 10321503"/>
              <a:gd name="connsiteY7084" fmla="*/ 1697377 h 5599766"/>
              <a:gd name="connsiteX7085" fmla="*/ 5960227 w 10321503"/>
              <a:gd name="connsiteY7085" fmla="*/ 1703520 h 5599766"/>
              <a:gd name="connsiteX7086" fmla="*/ 5960227 w 10321503"/>
              <a:gd name="connsiteY7086" fmla="*/ 1704185 h 5599766"/>
              <a:gd name="connsiteX7087" fmla="*/ 5956697 w 10321503"/>
              <a:gd name="connsiteY7087" fmla="*/ 1710327 h 5599766"/>
              <a:gd name="connsiteX7088" fmla="*/ 5956083 w 10321503"/>
              <a:gd name="connsiteY7088" fmla="*/ 1710685 h 5599766"/>
              <a:gd name="connsiteX7089" fmla="*/ 6154307 w 10321503"/>
              <a:gd name="connsiteY7089" fmla="*/ 1710685 h 5599766"/>
              <a:gd name="connsiteX7090" fmla="*/ 6147243 w 10321503"/>
              <a:gd name="connsiteY7090" fmla="*/ 1710685 h 5599766"/>
              <a:gd name="connsiteX7091" fmla="*/ 6146629 w 10321503"/>
              <a:gd name="connsiteY7091" fmla="*/ 1710327 h 5599766"/>
              <a:gd name="connsiteX7092" fmla="*/ 6143098 w 10321503"/>
              <a:gd name="connsiteY7092" fmla="*/ 1704185 h 5599766"/>
              <a:gd name="connsiteX7093" fmla="*/ 6143098 w 10321503"/>
              <a:gd name="connsiteY7093" fmla="*/ 1703520 h 5599766"/>
              <a:gd name="connsiteX7094" fmla="*/ 6146629 w 10321503"/>
              <a:gd name="connsiteY7094" fmla="*/ 1697377 h 5599766"/>
              <a:gd name="connsiteX7095" fmla="*/ 6147243 w 10321503"/>
              <a:gd name="connsiteY7095" fmla="*/ 1697019 h 5599766"/>
              <a:gd name="connsiteX7096" fmla="*/ 6154307 w 10321503"/>
              <a:gd name="connsiteY7096" fmla="*/ 1697019 h 5599766"/>
              <a:gd name="connsiteX7097" fmla="*/ 6154921 w 10321503"/>
              <a:gd name="connsiteY7097" fmla="*/ 1697377 h 5599766"/>
              <a:gd name="connsiteX7098" fmla="*/ 6158453 w 10321503"/>
              <a:gd name="connsiteY7098" fmla="*/ 1703520 h 5599766"/>
              <a:gd name="connsiteX7099" fmla="*/ 6158453 w 10321503"/>
              <a:gd name="connsiteY7099" fmla="*/ 1704185 h 5599766"/>
              <a:gd name="connsiteX7100" fmla="*/ 6154921 w 10321503"/>
              <a:gd name="connsiteY7100" fmla="*/ 1710327 h 5599766"/>
              <a:gd name="connsiteX7101" fmla="*/ 6154307 w 10321503"/>
              <a:gd name="connsiteY7101" fmla="*/ 1710685 h 5599766"/>
              <a:gd name="connsiteX7102" fmla="*/ 6352582 w 10321503"/>
              <a:gd name="connsiteY7102" fmla="*/ 1710685 h 5599766"/>
              <a:gd name="connsiteX7103" fmla="*/ 6345519 w 10321503"/>
              <a:gd name="connsiteY7103" fmla="*/ 1710685 h 5599766"/>
              <a:gd name="connsiteX7104" fmla="*/ 6344904 w 10321503"/>
              <a:gd name="connsiteY7104" fmla="*/ 1710327 h 5599766"/>
              <a:gd name="connsiteX7105" fmla="*/ 6341373 w 10321503"/>
              <a:gd name="connsiteY7105" fmla="*/ 1704185 h 5599766"/>
              <a:gd name="connsiteX7106" fmla="*/ 6341373 w 10321503"/>
              <a:gd name="connsiteY7106" fmla="*/ 1703520 h 5599766"/>
              <a:gd name="connsiteX7107" fmla="*/ 6344904 w 10321503"/>
              <a:gd name="connsiteY7107" fmla="*/ 1697377 h 5599766"/>
              <a:gd name="connsiteX7108" fmla="*/ 6345519 w 10321503"/>
              <a:gd name="connsiteY7108" fmla="*/ 1697019 h 5599766"/>
              <a:gd name="connsiteX7109" fmla="*/ 6352582 w 10321503"/>
              <a:gd name="connsiteY7109" fmla="*/ 1697019 h 5599766"/>
              <a:gd name="connsiteX7110" fmla="*/ 6353196 w 10321503"/>
              <a:gd name="connsiteY7110" fmla="*/ 1697377 h 5599766"/>
              <a:gd name="connsiteX7111" fmla="*/ 6356728 w 10321503"/>
              <a:gd name="connsiteY7111" fmla="*/ 1703520 h 5599766"/>
              <a:gd name="connsiteX7112" fmla="*/ 6356728 w 10321503"/>
              <a:gd name="connsiteY7112" fmla="*/ 1704185 h 5599766"/>
              <a:gd name="connsiteX7113" fmla="*/ 6353196 w 10321503"/>
              <a:gd name="connsiteY7113" fmla="*/ 1710327 h 5599766"/>
              <a:gd name="connsiteX7114" fmla="*/ 6352582 w 10321503"/>
              <a:gd name="connsiteY7114" fmla="*/ 1710685 h 5599766"/>
              <a:gd name="connsiteX7115" fmla="*/ 6550807 w 10321503"/>
              <a:gd name="connsiteY7115" fmla="*/ 1710685 h 5599766"/>
              <a:gd name="connsiteX7116" fmla="*/ 6543744 w 10321503"/>
              <a:gd name="connsiteY7116" fmla="*/ 1710685 h 5599766"/>
              <a:gd name="connsiteX7117" fmla="*/ 6543129 w 10321503"/>
              <a:gd name="connsiteY7117" fmla="*/ 1710327 h 5599766"/>
              <a:gd name="connsiteX7118" fmla="*/ 6539598 w 10321503"/>
              <a:gd name="connsiteY7118" fmla="*/ 1704185 h 5599766"/>
              <a:gd name="connsiteX7119" fmla="*/ 6539598 w 10321503"/>
              <a:gd name="connsiteY7119" fmla="*/ 1703520 h 5599766"/>
              <a:gd name="connsiteX7120" fmla="*/ 6543129 w 10321503"/>
              <a:gd name="connsiteY7120" fmla="*/ 1697377 h 5599766"/>
              <a:gd name="connsiteX7121" fmla="*/ 6543744 w 10321503"/>
              <a:gd name="connsiteY7121" fmla="*/ 1697019 h 5599766"/>
              <a:gd name="connsiteX7122" fmla="*/ 6550807 w 10321503"/>
              <a:gd name="connsiteY7122" fmla="*/ 1697019 h 5599766"/>
              <a:gd name="connsiteX7123" fmla="*/ 6551420 w 10321503"/>
              <a:gd name="connsiteY7123" fmla="*/ 1697377 h 5599766"/>
              <a:gd name="connsiteX7124" fmla="*/ 6554953 w 10321503"/>
              <a:gd name="connsiteY7124" fmla="*/ 1703520 h 5599766"/>
              <a:gd name="connsiteX7125" fmla="*/ 6554953 w 10321503"/>
              <a:gd name="connsiteY7125" fmla="*/ 1704185 h 5599766"/>
              <a:gd name="connsiteX7126" fmla="*/ 6551420 w 10321503"/>
              <a:gd name="connsiteY7126" fmla="*/ 1710327 h 5599766"/>
              <a:gd name="connsiteX7127" fmla="*/ 6550807 w 10321503"/>
              <a:gd name="connsiteY7127" fmla="*/ 1710685 h 5599766"/>
              <a:gd name="connsiteX7128" fmla="*/ 6749031 w 10321503"/>
              <a:gd name="connsiteY7128" fmla="*/ 1710685 h 5599766"/>
              <a:gd name="connsiteX7129" fmla="*/ 6741967 w 10321503"/>
              <a:gd name="connsiteY7129" fmla="*/ 1710685 h 5599766"/>
              <a:gd name="connsiteX7130" fmla="*/ 6741354 w 10321503"/>
              <a:gd name="connsiteY7130" fmla="*/ 1710327 h 5599766"/>
              <a:gd name="connsiteX7131" fmla="*/ 6737823 w 10321503"/>
              <a:gd name="connsiteY7131" fmla="*/ 1704185 h 5599766"/>
              <a:gd name="connsiteX7132" fmla="*/ 6737823 w 10321503"/>
              <a:gd name="connsiteY7132" fmla="*/ 1703520 h 5599766"/>
              <a:gd name="connsiteX7133" fmla="*/ 6741354 w 10321503"/>
              <a:gd name="connsiteY7133" fmla="*/ 1697377 h 5599766"/>
              <a:gd name="connsiteX7134" fmla="*/ 6741967 w 10321503"/>
              <a:gd name="connsiteY7134" fmla="*/ 1697019 h 5599766"/>
              <a:gd name="connsiteX7135" fmla="*/ 6749031 w 10321503"/>
              <a:gd name="connsiteY7135" fmla="*/ 1697019 h 5599766"/>
              <a:gd name="connsiteX7136" fmla="*/ 6749646 w 10321503"/>
              <a:gd name="connsiteY7136" fmla="*/ 1697377 h 5599766"/>
              <a:gd name="connsiteX7137" fmla="*/ 6753177 w 10321503"/>
              <a:gd name="connsiteY7137" fmla="*/ 1703520 h 5599766"/>
              <a:gd name="connsiteX7138" fmla="*/ 6753177 w 10321503"/>
              <a:gd name="connsiteY7138" fmla="*/ 1704185 h 5599766"/>
              <a:gd name="connsiteX7139" fmla="*/ 6749646 w 10321503"/>
              <a:gd name="connsiteY7139" fmla="*/ 1710327 h 5599766"/>
              <a:gd name="connsiteX7140" fmla="*/ 6749031 w 10321503"/>
              <a:gd name="connsiteY7140" fmla="*/ 1710685 h 5599766"/>
              <a:gd name="connsiteX7141" fmla="*/ 6947256 w 10321503"/>
              <a:gd name="connsiteY7141" fmla="*/ 1710685 h 5599766"/>
              <a:gd name="connsiteX7142" fmla="*/ 6940193 w 10321503"/>
              <a:gd name="connsiteY7142" fmla="*/ 1710685 h 5599766"/>
              <a:gd name="connsiteX7143" fmla="*/ 6939578 w 10321503"/>
              <a:gd name="connsiteY7143" fmla="*/ 1710327 h 5599766"/>
              <a:gd name="connsiteX7144" fmla="*/ 6936048 w 10321503"/>
              <a:gd name="connsiteY7144" fmla="*/ 1704185 h 5599766"/>
              <a:gd name="connsiteX7145" fmla="*/ 6936048 w 10321503"/>
              <a:gd name="connsiteY7145" fmla="*/ 1703520 h 5599766"/>
              <a:gd name="connsiteX7146" fmla="*/ 6939578 w 10321503"/>
              <a:gd name="connsiteY7146" fmla="*/ 1697377 h 5599766"/>
              <a:gd name="connsiteX7147" fmla="*/ 6940193 w 10321503"/>
              <a:gd name="connsiteY7147" fmla="*/ 1697019 h 5599766"/>
              <a:gd name="connsiteX7148" fmla="*/ 6947256 w 10321503"/>
              <a:gd name="connsiteY7148" fmla="*/ 1697019 h 5599766"/>
              <a:gd name="connsiteX7149" fmla="*/ 6947870 w 10321503"/>
              <a:gd name="connsiteY7149" fmla="*/ 1697377 h 5599766"/>
              <a:gd name="connsiteX7150" fmla="*/ 6951402 w 10321503"/>
              <a:gd name="connsiteY7150" fmla="*/ 1703520 h 5599766"/>
              <a:gd name="connsiteX7151" fmla="*/ 6951402 w 10321503"/>
              <a:gd name="connsiteY7151" fmla="*/ 1704185 h 5599766"/>
              <a:gd name="connsiteX7152" fmla="*/ 6947870 w 10321503"/>
              <a:gd name="connsiteY7152" fmla="*/ 1710327 h 5599766"/>
              <a:gd name="connsiteX7153" fmla="*/ 6947256 w 10321503"/>
              <a:gd name="connsiteY7153" fmla="*/ 1710685 h 5599766"/>
              <a:gd name="connsiteX7154" fmla="*/ 7145443 w 10321503"/>
              <a:gd name="connsiteY7154" fmla="*/ 1710685 h 5599766"/>
              <a:gd name="connsiteX7155" fmla="*/ 7138380 w 10321503"/>
              <a:gd name="connsiteY7155" fmla="*/ 1710685 h 5599766"/>
              <a:gd name="connsiteX7156" fmla="*/ 7137766 w 10321503"/>
              <a:gd name="connsiteY7156" fmla="*/ 1710327 h 5599766"/>
              <a:gd name="connsiteX7157" fmla="*/ 7134233 w 10321503"/>
              <a:gd name="connsiteY7157" fmla="*/ 1704185 h 5599766"/>
              <a:gd name="connsiteX7158" fmla="*/ 7134233 w 10321503"/>
              <a:gd name="connsiteY7158" fmla="*/ 1703520 h 5599766"/>
              <a:gd name="connsiteX7159" fmla="*/ 7137766 w 10321503"/>
              <a:gd name="connsiteY7159" fmla="*/ 1697377 h 5599766"/>
              <a:gd name="connsiteX7160" fmla="*/ 7138380 w 10321503"/>
              <a:gd name="connsiteY7160" fmla="*/ 1697019 h 5599766"/>
              <a:gd name="connsiteX7161" fmla="*/ 7145443 w 10321503"/>
              <a:gd name="connsiteY7161" fmla="*/ 1697019 h 5599766"/>
              <a:gd name="connsiteX7162" fmla="*/ 7146056 w 10321503"/>
              <a:gd name="connsiteY7162" fmla="*/ 1697377 h 5599766"/>
              <a:gd name="connsiteX7163" fmla="*/ 7149590 w 10321503"/>
              <a:gd name="connsiteY7163" fmla="*/ 1703520 h 5599766"/>
              <a:gd name="connsiteX7164" fmla="*/ 7149590 w 10321503"/>
              <a:gd name="connsiteY7164" fmla="*/ 1704185 h 5599766"/>
              <a:gd name="connsiteX7165" fmla="*/ 7146056 w 10321503"/>
              <a:gd name="connsiteY7165" fmla="*/ 1710327 h 5599766"/>
              <a:gd name="connsiteX7166" fmla="*/ 7145443 w 10321503"/>
              <a:gd name="connsiteY7166" fmla="*/ 1710685 h 5599766"/>
              <a:gd name="connsiteX7167" fmla="*/ 7343533 w 10321503"/>
              <a:gd name="connsiteY7167" fmla="*/ 1710685 h 5599766"/>
              <a:gd name="connsiteX7168" fmla="*/ 7336472 w 10321503"/>
              <a:gd name="connsiteY7168" fmla="*/ 1710685 h 5599766"/>
              <a:gd name="connsiteX7169" fmla="*/ 7335857 w 10321503"/>
              <a:gd name="connsiteY7169" fmla="*/ 1710327 h 5599766"/>
              <a:gd name="connsiteX7170" fmla="*/ 7332324 w 10321503"/>
              <a:gd name="connsiteY7170" fmla="*/ 1704185 h 5599766"/>
              <a:gd name="connsiteX7171" fmla="*/ 7332324 w 10321503"/>
              <a:gd name="connsiteY7171" fmla="*/ 1703520 h 5599766"/>
              <a:gd name="connsiteX7172" fmla="*/ 7335857 w 10321503"/>
              <a:gd name="connsiteY7172" fmla="*/ 1697377 h 5599766"/>
              <a:gd name="connsiteX7173" fmla="*/ 7336472 w 10321503"/>
              <a:gd name="connsiteY7173" fmla="*/ 1697019 h 5599766"/>
              <a:gd name="connsiteX7174" fmla="*/ 7343533 w 10321503"/>
              <a:gd name="connsiteY7174" fmla="*/ 1697019 h 5599766"/>
              <a:gd name="connsiteX7175" fmla="*/ 7344149 w 10321503"/>
              <a:gd name="connsiteY7175" fmla="*/ 1697377 h 5599766"/>
              <a:gd name="connsiteX7176" fmla="*/ 7347681 w 10321503"/>
              <a:gd name="connsiteY7176" fmla="*/ 1703520 h 5599766"/>
              <a:gd name="connsiteX7177" fmla="*/ 7347681 w 10321503"/>
              <a:gd name="connsiteY7177" fmla="*/ 1704185 h 5599766"/>
              <a:gd name="connsiteX7178" fmla="*/ 7344149 w 10321503"/>
              <a:gd name="connsiteY7178" fmla="*/ 1710327 h 5599766"/>
              <a:gd name="connsiteX7179" fmla="*/ 7343533 w 10321503"/>
              <a:gd name="connsiteY7179" fmla="*/ 1710685 h 5599766"/>
              <a:gd name="connsiteX7180" fmla="*/ 7541974 w 10321503"/>
              <a:gd name="connsiteY7180" fmla="*/ 1710685 h 5599766"/>
              <a:gd name="connsiteX7181" fmla="*/ 7534911 w 10321503"/>
              <a:gd name="connsiteY7181" fmla="*/ 1710685 h 5599766"/>
              <a:gd name="connsiteX7182" fmla="*/ 7534297 w 10321503"/>
              <a:gd name="connsiteY7182" fmla="*/ 1710327 h 5599766"/>
              <a:gd name="connsiteX7183" fmla="*/ 7530766 w 10321503"/>
              <a:gd name="connsiteY7183" fmla="*/ 1704185 h 5599766"/>
              <a:gd name="connsiteX7184" fmla="*/ 7530766 w 10321503"/>
              <a:gd name="connsiteY7184" fmla="*/ 1703520 h 5599766"/>
              <a:gd name="connsiteX7185" fmla="*/ 7534297 w 10321503"/>
              <a:gd name="connsiteY7185" fmla="*/ 1697377 h 5599766"/>
              <a:gd name="connsiteX7186" fmla="*/ 7534911 w 10321503"/>
              <a:gd name="connsiteY7186" fmla="*/ 1697019 h 5599766"/>
              <a:gd name="connsiteX7187" fmla="*/ 7541974 w 10321503"/>
              <a:gd name="connsiteY7187" fmla="*/ 1697019 h 5599766"/>
              <a:gd name="connsiteX7188" fmla="*/ 7542588 w 10321503"/>
              <a:gd name="connsiteY7188" fmla="*/ 1697377 h 5599766"/>
              <a:gd name="connsiteX7189" fmla="*/ 7546120 w 10321503"/>
              <a:gd name="connsiteY7189" fmla="*/ 1703520 h 5599766"/>
              <a:gd name="connsiteX7190" fmla="*/ 7546120 w 10321503"/>
              <a:gd name="connsiteY7190" fmla="*/ 1704185 h 5599766"/>
              <a:gd name="connsiteX7191" fmla="*/ 7542588 w 10321503"/>
              <a:gd name="connsiteY7191" fmla="*/ 1710327 h 5599766"/>
              <a:gd name="connsiteX7192" fmla="*/ 7541974 w 10321503"/>
              <a:gd name="connsiteY7192" fmla="*/ 1710685 h 5599766"/>
              <a:gd name="connsiteX7193" fmla="*/ 7740176 w 10321503"/>
              <a:gd name="connsiteY7193" fmla="*/ 1710685 h 5599766"/>
              <a:gd name="connsiteX7194" fmla="*/ 7733113 w 10321503"/>
              <a:gd name="connsiteY7194" fmla="*/ 1710685 h 5599766"/>
              <a:gd name="connsiteX7195" fmla="*/ 7732500 w 10321503"/>
              <a:gd name="connsiteY7195" fmla="*/ 1710327 h 5599766"/>
              <a:gd name="connsiteX7196" fmla="*/ 7728969 w 10321503"/>
              <a:gd name="connsiteY7196" fmla="*/ 1704185 h 5599766"/>
              <a:gd name="connsiteX7197" fmla="*/ 7728969 w 10321503"/>
              <a:gd name="connsiteY7197" fmla="*/ 1703520 h 5599766"/>
              <a:gd name="connsiteX7198" fmla="*/ 7732500 w 10321503"/>
              <a:gd name="connsiteY7198" fmla="*/ 1697377 h 5599766"/>
              <a:gd name="connsiteX7199" fmla="*/ 7733113 w 10321503"/>
              <a:gd name="connsiteY7199" fmla="*/ 1697019 h 5599766"/>
              <a:gd name="connsiteX7200" fmla="*/ 7740176 w 10321503"/>
              <a:gd name="connsiteY7200" fmla="*/ 1697019 h 5599766"/>
              <a:gd name="connsiteX7201" fmla="*/ 7740791 w 10321503"/>
              <a:gd name="connsiteY7201" fmla="*/ 1697377 h 5599766"/>
              <a:gd name="connsiteX7202" fmla="*/ 7744323 w 10321503"/>
              <a:gd name="connsiteY7202" fmla="*/ 1703520 h 5599766"/>
              <a:gd name="connsiteX7203" fmla="*/ 7744323 w 10321503"/>
              <a:gd name="connsiteY7203" fmla="*/ 1704185 h 5599766"/>
              <a:gd name="connsiteX7204" fmla="*/ 7740791 w 10321503"/>
              <a:gd name="connsiteY7204" fmla="*/ 1710327 h 5599766"/>
              <a:gd name="connsiteX7205" fmla="*/ 7740176 w 10321503"/>
              <a:gd name="connsiteY7205" fmla="*/ 1710685 h 5599766"/>
              <a:gd name="connsiteX7206" fmla="*/ 7938405 w 10321503"/>
              <a:gd name="connsiteY7206" fmla="*/ 1710685 h 5599766"/>
              <a:gd name="connsiteX7207" fmla="*/ 7931341 w 10321503"/>
              <a:gd name="connsiteY7207" fmla="*/ 1710685 h 5599766"/>
              <a:gd name="connsiteX7208" fmla="*/ 7930728 w 10321503"/>
              <a:gd name="connsiteY7208" fmla="*/ 1710327 h 5599766"/>
              <a:gd name="connsiteX7209" fmla="*/ 7927196 w 10321503"/>
              <a:gd name="connsiteY7209" fmla="*/ 1704185 h 5599766"/>
              <a:gd name="connsiteX7210" fmla="*/ 7927196 w 10321503"/>
              <a:gd name="connsiteY7210" fmla="*/ 1703520 h 5599766"/>
              <a:gd name="connsiteX7211" fmla="*/ 7930728 w 10321503"/>
              <a:gd name="connsiteY7211" fmla="*/ 1697377 h 5599766"/>
              <a:gd name="connsiteX7212" fmla="*/ 7931341 w 10321503"/>
              <a:gd name="connsiteY7212" fmla="*/ 1697019 h 5599766"/>
              <a:gd name="connsiteX7213" fmla="*/ 7938405 w 10321503"/>
              <a:gd name="connsiteY7213" fmla="*/ 1697019 h 5599766"/>
              <a:gd name="connsiteX7214" fmla="*/ 7939019 w 10321503"/>
              <a:gd name="connsiteY7214" fmla="*/ 1697377 h 5599766"/>
              <a:gd name="connsiteX7215" fmla="*/ 7942551 w 10321503"/>
              <a:gd name="connsiteY7215" fmla="*/ 1703520 h 5599766"/>
              <a:gd name="connsiteX7216" fmla="*/ 7942551 w 10321503"/>
              <a:gd name="connsiteY7216" fmla="*/ 1704185 h 5599766"/>
              <a:gd name="connsiteX7217" fmla="*/ 7939019 w 10321503"/>
              <a:gd name="connsiteY7217" fmla="*/ 1710327 h 5599766"/>
              <a:gd name="connsiteX7218" fmla="*/ 7938405 w 10321503"/>
              <a:gd name="connsiteY7218" fmla="*/ 1710685 h 5599766"/>
              <a:gd name="connsiteX7219" fmla="*/ 8136574 w 10321503"/>
              <a:gd name="connsiteY7219" fmla="*/ 1710685 h 5599766"/>
              <a:gd name="connsiteX7220" fmla="*/ 8129510 w 10321503"/>
              <a:gd name="connsiteY7220" fmla="*/ 1710685 h 5599766"/>
              <a:gd name="connsiteX7221" fmla="*/ 8128896 w 10321503"/>
              <a:gd name="connsiteY7221" fmla="*/ 1710327 h 5599766"/>
              <a:gd name="connsiteX7222" fmla="*/ 8125364 w 10321503"/>
              <a:gd name="connsiteY7222" fmla="*/ 1704185 h 5599766"/>
              <a:gd name="connsiteX7223" fmla="*/ 8125364 w 10321503"/>
              <a:gd name="connsiteY7223" fmla="*/ 1703520 h 5599766"/>
              <a:gd name="connsiteX7224" fmla="*/ 8128896 w 10321503"/>
              <a:gd name="connsiteY7224" fmla="*/ 1697377 h 5599766"/>
              <a:gd name="connsiteX7225" fmla="*/ 8129510 w 10321503"/>
              <a:gd name="connsiteY7225" fmla="*/ 1697019 h 5599766"/>
              <a:gd name="connsiteX7226" fmla="*/ 8136574 w 10321503"/>
              <a:gd name="connsiteY7226" fmla="*/ 1697019 h 5599766"/>
              <a:gd name="connsiteX7227" fmla="*/ 8137188 w 10321503"/>
              <a:gd name="connsiteY7227" fmla="*/ 1697377 h 5599766"/>
              <a:gd name="connsiteX7228" fmla="*/ 8140719 w 10321503"/>
              <a:gd name="connsiteY7228" fmla="*/ 1703520 h 5599766"/>
              <a:gd name="connsiteX7229" fmla="*/ 8140719 w 10321503"/>
              <a:gd name="connsiteY7229" fmla="*/ 1704185 h 5599766"/>
              <a:gd name="connsiteX7230" fmla="*/ 8137188 w 10321503"/>
              <a:gd name="connsiteY7230" fmla="*/ 1710327 h 5599766"/>
              <a:gd name="connsiteX7231" fmla="*/ 8136574 w 10321503"/>
              <a:gd name="connsiteY7231" fmla="*/ 1710685 h 5599766"/>
              <a:gd name="connsiteX7232" fmla="*/ 8334799 w 10321503"/>
              <a:gd name="connsiteY7232" fmla="*/ 1710685 h 5599766"/>
              <a:gd name="connsiteX7233" fmla="*/ 8327735 w 10321503"/>
              <a:gd name="connsiteY7233" fmla="*/ 1710685 h 5599766"/>
              <a:gd name="connsiteX7234" fmla="*/ 8327122 w 10321503"/>
              <a:gd name="connsiteY7234" fmla="*/ 1710327 h 5599766"/>
              <a:gd name="connsiteX7235" fmla="*/ 8323590 w 10321503"/>
              <a:gd name="connsiteY7235" fmla="*/ 1704185 h 5599766"/>
              <a:gd name="connsiteX7236" fmla="*/ 8323590 w 10321503"/>
              <a:gd name="connsiteY7236" fmla="*/ 1703520 h 5599766"/>
              <a:gd name="connsiteX7237" fmla="*/ 8327122 w 10321503"/>
              <a:gd name="connsiteY7237" fmla="*/ 1697377 h 5599766"/>
              <a:gd name="connsiteX7238" fmla="*/ 8327735 w 10321503"/>
              <a:gd name="connsiteY7238" fmla="*/ 1697019 h 5599766"/>
              <a:gd name="connsiteX7239" fmla="*/ 8334799 w 10321503"/>
              <a:gd name="connsiteY7239" fmla="*/ 1697019 h 5599766"/>
              <a:gd name="connsiteX7240" fmla="*/ 8335414 w 10321503"/>
              <a:gd name="connsiteY7240" fmla="*/ 1697377 h 5599766"/>
              <a:gd name="connsiteX7241" fmla="*/ 8338944 w 10321503"/>
              <a:gd name="connsiteY7241" fmla="*/ 1703520 h 5599766"/>
              <a:gd name="connsiteX7242" fmla="*/ 8338944 w 10321503"/>
              <a:gd name="connsiteY7242" fmla="*/ 1704185 h 5599766"/>
              <a:gd name="connsiteX7243" fmla="*/ 8335414 w 10321503"/>
              <a:gd name="connsiteY7243" fmla="*/ 1710327 h 5599766"/>
              <a:gd name="connsiteX7244" fmla="*/ 8334799 w 10321503"/>
              <a:gd name="connsiteY7244" fmla="*/ 1710685 h 5599766"/>
              <a:gd name="connsiteX7245" fmla="*/ 8533112 w 10321503"/>
              <a:gd name="connsiteY7245" fmla="*/ 1710685 h 5599766"/>
              <a:gd name="connsiteX7246" fmla="*/ 8526048 w 10321503"/>
              <a:gd name="connsiteY7246" fmla="*/ 1710685 h 5599766"/>
              <a:gd name="connsiteX7247" fmla="*/ 8525434 w 10321503"/>
              <a:gd name="connsiteY7247" fmla="*/ 1710327 h 5599766"/>
              <a:gd name="connsiteX7248" fmla="*/ 8521904 w 10321503"/>
              <a:gd name="connsiteY7248" fmla="*/ 1704185 h 5599766"/>
              <a:gd name="connsiteX7249" fmla="*/ 8521904 w 10321503"/>
              <a:gd name="connsiteY7249" fmla="*/ 1703520 h 5599766"/>
              <a:gd name="connsiteX7250" fmla="*/ 8525434 w 10321503"/>
              <a:gd name="connsiteY7250" fmla="*/ 1697377 h 5599766"/>
              <a:gd name="connsiteX7251" fmla="*/ 8526048 w 10321503"/>
              <a:gd name="connsiteY7251" fmla="*/ 1697019 h 5599766"/>
              <a:gd name="connsiteX7252" fmla="*/ 8533112 w 10321503"/>
              <a:gd name="connsiteY7252" fmla="*/ 1697019 h 5599766"/>
              <a:gd name="connsiteX7253" fmla="*/ 8533726 w 10321503"/>
              <a:gd name="connsiteY7253" fmla="*/ 1697377 h 5599766"/>
              <a:gd name="connsiteX7254" fmla="*/ 8537257 w 10321503"/>
              <a:gd name="connsiteY7254" fmla="*/ 1703520 h 5599766"/>
              <a:gd name="connsiteX7255" fmla="*/ 8537257 w 10321503"/>
              <a:gd name="connsiteY7255" fmla="*/ 1704185 h 5599766"/>
              <a:gd name="connsiteX7256" fmla="*/ 8533726 w 10321503"/>
              <a:gd name="connsiteY7256" fmla="*/ 1710327 h 5599766"/>
              <a:gd name="connsiteX7257" fmla="*/ 8533112 w 10321503"/>
              <a:gd name="connsiteY7257" fmla="*/ 1710685 h 5599766"/>
              <a:gd name="connsiteX7258" fmla="*/ 8731339 w 10321503"/>
              <a:gd name="connsiteY7258" fmla="*/ 1710685 h 5599766"/>
              <a:gd name="connsiteX7259" fmla="*/ 8724275 w 10321503"/>
              <a:gd name="connsiteY7259" fmla="*/ 1710685 h 5599766"/>
              <a:gd name="connsiteX7260" fmla="*/ 8723661 w 10321503"/>
              <a:gd name="connsiteY7260" fmla="*/ 1710327 h 5599766"/>
              <a:gd name="connsiteX7261" fmla="*/ 8720129 w 10321503"/>
              <a:gd name="connsiteY7261" fmla="*/ 1704185 h 5599766"/>
              <a:gd name="connsiteX7262" fmla="*/ 8720129 w 10321503"/>
              <a:gd name="connsiteY7262" fmla="*/ 1703520 h 5599766"/>
              <a:gd name="connsiteX7263" fmla="*/ 8723661 w 10321503"/>
              <a:gd name="connsiteY7263" fmla="*/ 1697377 h 5599766"/>
              <a:gd name="connsiteX7264" fmla="*/ 8724275 w 10321503"/>
              <a:gd name="connsiteY7264" fmla="*/ 1697019 h 5599766"/>
              <a:gd name="connsiteX7265" fmla="*/ 8731339 w 10321503"/>
              <a:gd name="connsiteY7265" fmla="*/ 1697019 h 5599766"/>
              <a:gd name="connsiteX7266" fmla="*/ 8731953 w 10321503"/>
              <a:gd name="connsiteY7266" fmla="*/ 1697377 h 5599766"/>
              <a:gd name="connsiteX7267" fmla="*/ 8735486 w 10321503"/>
              <a:gd name="connsiteY7267" fmla="*/ 1703520 h 5599766"/>
              <a:gd name="connsiteX7268" fmla="*/ 8735486 w 10321503"/>
              <a:gd name="connsiteY7268" fmla="*/ 1704185 h 5599766"/>
              <a:gd name="connsiteX7269" fmla="*/ 8731953 w 10321503"/>
              <a:gd name="connsiteY7269" fmla="*/ 1710327 h 5599766"/>
              <a:gd name="connsiteX7270" fmla="*/ 8731339 w 10321503"/>
              <a:gd name="connsiteY7270" fmla="*/ 1710685 h 5599766"/>
              <a:gd name="connsiteX7271" fmla="*/ 8929511 w 10321503"/>
              <a:gd name="connsiteY7271" fmla="*/ 1710685 h 5599766"/>
              <a:gd name="connsiteX7272" fmla="*/ 8922449 w 10321503"/>
              <a:gd name="connsiteY7272" fmla="*/ 1710685 h 5599766"/>
              <a:gd name="connsiteX7273" fmla="*/ 8921835 w 10321503"/>
              <a:gd name="connsiteY7273" fmla="*/ 1710327 h 5599766"/>
              <a:gd name="connsiteX7274" fmla="*/ 8918303 w 10321503"/>
              <a:gd name="connsiteY7274" fmla="*/ 1704185 h 5599766"/>
              <a:gd name="connsiteX7275" fmla="*/ 8918303 w 10321503"/>
              <a:gd name="connsiteY7275" fmla="*/ 1703520 h 5599766"/>
              <a:gd name="connsiteX7276" fmla="*/ 8921835 w 10321503"/>
              <a:gd name="connsiteY7276" fmla="*/ 1697377 h 5599766"/>
              <a:gd name="connsiteX7277" fmla="*/ 8922449 w 10321503"/>
              <a:gd name="connsiteY7277" fmla="*/ 1697019 h 5599766"/>
              <a:gd name="connsiteX7278" fmla="*/ 8929511 w 10321503"/>
              <a:gd name="connsiteY7278" fmla="*/ 1697019 h 5599766"/>
              <a:gd name="connsiteX7279" fmla="*/ 8930126 w 10321503"/>
              <a:gd name="connsiteY7279" fmla="*/ 1697377 h 5599766"/>
              <a:gd name="connsiteX7280" fmla="*/ 8933658 w 10321503"/>
              <a:gd name="connsiteY7280" fmla="*/ 1703520 h 5599766"/>
              <a:gd name="connsiteX7281" fmla="*/ 8933658 w 10321503"/>
              <a:gd name="connsiteY7281" fmla="*/ 1704185 h 5599766"/>
              <a:gd name="connsiteX7282" fmla="*/ 8930126 w 10321503"/>
              <a:gd name="connsiteY7282" fmla="*/ 1710327 h 5599766"/>
              <a:gd name="connsiteX7283" fmla="*/ 8929511 w 10321503"/>
              <a:gd name="connsiteY7283" fmla="*/ 1710685 h 5599766"/>
              <a:gd name="connsiteX7284" fmla="*/ 9127812 w 10321503"/>
              <a:gd name="connsiteY7284" fmla="*/ 1710685 h 5599766"/>
              <a:gd name="connsiteX7285" fmla="*/ 9120748 w 10321503"/>
              <a:gd name="connsiteY7285" fmla="*/ 1710685 h 5599766"/>
              <a:gd name="connsiteX7286" fmla="*/ 9120135 w 10321503"/>
              <a:gd name="connsiteY7286" fmla="*/ 1710327 h 5599766"/>
              <a:gd name="connsiteX7287" fmla="*/ 9116603 w 10321503"/>
              <a:gd name="connsiteY7287" fmla="*/ 1704185 h 5599766"/>
              <a:gd name="connsiteX7288" fmla="*/ 9116603 w 10321503"/>
              <a:gd name="connsiteY7288" fmla="*/ 1703520 h 5599766"/>
              <a:gd name="connsiteX7289" fmla="*/ 9120135 w 10321503"/>
              <a:gd name="connsiteY7289" fmla="*/ 1697377 h 5599766"/>
              <a:gd name="connsiteX7290" fmla="*/ 9120748 w 10321503"/>
              <a:gd name="connsiteY7290" fmla="*/ 1697019 h 5599766"/>
              <a:gd name="connsiteX7291" fmla="*/ 9127812 w 10321503"/>
              <a:gd name="connsiteY7291" fmla="*/ 1697019 h 5599766"/>
              <a:gd name="connsiteX7292" fmla="*/ 9128426 w 10321503"/>
              <a:gd name="connsiteY7292" fmla="*/ 1697377 h 5599766"/>
              <a:gd name="connsiteX7293" fmla="*/ 9131958 w 10321503"/>
              <a:gd name="connsiteY7293" fmla="*/ 1703520 h 5599766"/>
              <a:gd name="connsiteX7294" fmla="*/ 9131958 w 10321503"/>
              <a:gd name="connsiteY7294" fmla="*/ 1704185 h 5599766"/>
              <a:gd name="connsiteX7295" fmla="*/ 9128426 w 10321503"/>
              <a:gd name="connsiteY7295" fmla="*/ 1710327 h 5599766"/>
              <a:gd name="connsiteX7296" fmla="*/ 9127812 w 10321503"/>
              <a:gd name="connsiteY7296" fmla="*/ 1710685 h 5599766"/>
              <a:gd name="connsiteX7297" fmla="*/ 9325944 w 10321503"/>
              <a:gd name="connsiteY7297" fmla="*/ 1710685 h 5599766"/>
              <a:gd name="connsiteX7298" fmla="*/ 9318881 w 10321503"/>
              <a:gd name="connsiteY7298" fmla="*/ 1710685 h 5599766"/>
              <a:gd name="connsiteX7299" fmla="*/ 9318267 w 10321503"/>
              <a:gd name="connsiteY7299" fmla="*/ 1710327 h 5599766"/>
              <a:gd name="connsiteX7300" fmla="*/ 9314734 w 10321503"/>
              <a:gd name="connsiteY7300" fmla="*/ 1704185 h 5599766"/>
              <a:gd name="connsiteX7301" fmla="*/ 9314734 w 10321503"/>
              <a:gd name="connsiteY7301" fmla="*/ 1703520 h 5599766"/>
              <a:gd name="connsiteX7302" fmla="*/ 9318267 w 10321503"/>
              <a:gd name="connsiteY7302" fmla="*/ 1697377 h 5599766"/>
              <a:gd name="connsiteX7303" fmla="*/ 9318881 w 10321503"/>
              <a:gd name="connsiteY7303" fmla="*/ 1697019 h 5599766"/>
              <a:gd name="connsiteX7304" fmla="*/ 9325944 w 10321503"/>
              <a:gd name="connsiteY7304" fmla="*/ 1697019 h 5599766"/>
              <a:gd name="connsiteX7305" fmla="*/ 9326559 w 10321503"/>
              <a:gd name="connsiteY7305" fmla="*/ 1697377 h 5599766"/>
              <a:gd name="connsiteX7306" fmla="*/ 9330088 w 10321503"/>
              <a:gd name="connsiteY7306" fmla="*/ 1703520 h 5599766"/>
              <a:gd name="connsiteX7307" fmla="*/ 9330088 w 10321503"/>
              <a:gd name="connsiteY7307" fmla="*/ 1704185 h 5599766"/>
              <a:gd name="connsiteX7308" fmla="*/ 9326559 w 10321503"/>
              <a:gd name="connsiteY7308" fmla="*/ 1710327 h 5599766"/>
              <a:gd name="connsiteX7309" fmla="*/ 9325944 w 10321503"/>
              <a:gd name="connsiteY7309" fmla="*/ 1710685 h 5599766"/>
              <a:gd name="connsiteX7310" fmla="*/ 9524251 w 10321503"/>
              <a:gd name="connsiteY7310" fmla="*/ 1710685 h 5599766"/>
              <a:gd name="connsiteX7311" fmla="*/ 9517188 w 10321503"/>
              <a:gd name="connsiteY7311" fmla="*/ 1710685 h 5599766"/>
              <a:gd name="connsiteX7312" fmla="*/ 9516573 w 10321503"/>
              <a:gd name="connsiteY7312" fmla="*/ 1710327 h 5599766"/>
              <a:gd name="connsiteX7313" fmla="*/ 9513042 w 10321503"/>
              <a:gd name="connsiteY7313" fmla="*/ 1704185 h 5599766"/>
              <a:gd name="connsiteX7314" fmla="*/ 9513042 w 10321503"/>
              <a:gd name="connsiteY7314" fmla="*/ 1703520 h 5599766"/>
              <a:gd name="connsiteX7315" fmla="*/ 9516573 w 10321503"/>
              <a:gd name="connsiteY7315" fmla="*/ 1697377 h 5599766"/>
              <a:gd name="connsiteX7316" fmla="*/ 9517188 w 10321503"/>
              <a:gd name="connsiteY7316" fmla="*/ 1697019 h 5599766"/>
              <a:gd name="connsiteX7317" fmla="*/ 9524251 w 10321503"/>
              <a:gd name="connsiteY7317" fmla="*/ 1697019 h 5599766"/>
              <a:gd name="connsiteX7318" fmla="*/ 9524865 w 10321503"/>
              <a:gd name="connsiteY7318" fmla="*/ 1697377 h 5599766"/>
              <a:gd name="connsiteX7319" fmla="*/ 9528397 w 10321503"/>
              <a:gd name="connsiteY7319" fmla="*/ 1703520 h 5599766"/>
              <a:gd name="connsiteX7320" fmla="*/ 9528397 w 10321503"/>
              <a:gd name="connsiteY7320" fmla="*/ 1704185 h 5599766"/>
              <a:gd name="connsiteX7321" fmla="*/ 9524865 w 10321503"/>
              <a:gd name="connsiteY7321" fmla="*/ 1710327 h 5599766"/>
              <a:gd name="connsiteX7322" fmla="*/ 9524251 w 10321503"/>
              <a:gd name="connsiteY7322" fmla="*/ 1710685 h 5599766"/>
              <a:gd name="connsiteX7323" fmla="*/ 9722509 w 10321503"/>
              <a:gd name="connsiteY7323" fmla="*/ 1710685 h 5599766"/>
              <a:gd name="connsiteX7324" fmla="*/ 9715446 w 10321503"/>
              <a:gd name="connsiteY7324" fmla="*/ 1710685 h 5599766"/>
              <a:gd name="connsiteX7325" fmla="*/ 9714832 w 10321503"/>
              <a:gd name="connsiteY7325" fmla="*/ 1710327 h 5599766"/>
              <a:gd name="connsiteX7326" fmla="*/ 9711301 w 10321503"/>
              <a:gd name="connsiteY7326" fmla="*/ 1704185 h 5599766"/>
              <a:gd name="connsiteX7327" fmla="*/ 9711301 w 10321503"/>
              <a:gd name="connsiteY7327" fmla="*/ 1703520 h 5599766"/>
              <a:gd name="connsiteX7328" fmla="*/ 9714832 w 10321503"/>
              <a:gd name="connsiteY7328" fmla="*/ 1697377 h 5599766"/>
              <a:gd name="connsiteX7329" fmla="*/ 9715446 w 10321503"/>
              <a:gd name="connsiteY7329" fmla="*/ 1697019 h 5599766"/>
              <a:gd name="connsiteX7330" fmla="*/ 9722509 w 10321503"/>
              <a:gd name="connsiteY7330" fmla="*/ 1697019 h 5599766"/>
              <a:gd name="connsiteX7331" fmla="*/ 9723123 w 10321503"/>
              <a:gd name="connsiteY7331" fmla="*/ 1697377 h 5599766"/>
              <a:gd name="connsiteX7332" fmla="*/ 9726655 w 10321503"/>
              <a:gd name="connsiteY7332" fmla="*/ 1703520 h 5599766"/>
              <a:gd name="connsiteX7333" fmla="*/ 9726655 w 10321503"/>
              <a:gd name="connsiteY7333" fmla="*/ 1704185 h 5599766"/>
              <a:gd name="connsiteX7334" fmla="*/ 9723123 w 10321503"/>
              <a:gd name="connsiteY7334" fmla="*/ 1710327 h 5599766"/>
              <a:gd name="connsiteX7335" fmla="*/ 9722509 w 10321503"/>
              <a:gd name="connsiteY7335" fmla="*/ 1710685 h 5599766"/>
              <a:gd name="connsiteX7336" fmla="*/ 9920717 w 10321503"/>
              <a:gd name="connsiteY7336" fmla="*/ 1710685 h 5599766"/>
              <a:gd name="connsiteX7337" fmla="*/ 9913655 w 10321503"/>
              <a:gd name="connsiteY7337" fmla="*/ 1710685 h 5599766"/>
              <a:gd name="connsiteX7338" fmla="*/ 9913041 w 10321503"/>
              <a:gd name="connsiteY7338" fmla="*/ 1710327 h 5599766"/>
              <a:gd name="connsiteX7339" fmla="*/ 9909509 w 10321503"/>
              <a:gd name="connsiteY7339" fmla="*/ 1704185 h 5599766"/>
              <a:gd name="connsiteX7340" fmla="*/ 9909509 w 10321503"/>
              <a:gd name="connsiteY7340" fmla="*/ 1703520 h 5599766"/>
              <a:gd name="connsiteX7341" fmla="*/ 9913041 w 10321503"/>
              <a:gd name="connsiteY7341" fmla="*/ 1697377 h 5599766"/>
              <a:gd name="connsiteX7342" fmla="*/ 9913655 w 10321503"/>
              <a:gd name="connsiteY7342" fmla="*/ 1697019 h 5599766"/>
              <a:gd name="connsiteX7343" fmla="*/ 9920717 w 10321503"/>
              <a:gd name="connsiteY7343" fmla="*/ 1697019 h 5599766"/>
              <a:gd name="connsiteX7344" fmla="*/ 9921332 w 10321503"/>
              <a:gd name="connsiteY7344" fmla="*/ 1697377 h 5599766"/>
              <a:gd name="connsiteX7345" fmla="*/ 9924863 w 10321503"/>
              <a:gd name="connsiteY7345" fmla="*/ 1703520 h 5599766"/>
              <a:gd name="connsiteX7346" fmla="*/ 9924863 w 10321503"/>
              <a:gd name="connsiteY7346" fmla="*/ 1704185 h 5599766"/>
              <a:gd name="connsiteX7347" fmla="*/ 9921332 w 10321503"/>
              <a:gd name="connsiteY7347" fmla="*/ 1710327 h 5599766"/>
              <a:gd name="connsiteX7348" fmla="*/ 9920717 w 10321503"/>
              <a:gd name="connsiteY7348" fmla="*/ 1710685 h 5599766"/>
              <a:gd name="connsiteX7349" fmla="*/ 10119046 w 10321503"/>
              <a:gd name="connsiteY7349" fmla="*/ 1710685 h 5599766"/>
              <a:gd name="connsiteX7350" fmla="*/ 10111982 w 10321503"/>
              <a:gd name="connsiteY7350" fmla="*/ 1710685 h 5599766"/>
              <a:gd name="connsiteX7351" fmla="*/ 10111368 w 10321503"/>
              <a:gd name="connsiteY7351" fmla="*/ 1710327 h 5599766"/>
              <a:gd name="connsiteX7352" fmla="*/ 10107838 w 10321503"/>
              <a:gd name="connsiteY7352" fmla="*/ 1704185 h 5599766"/>
              <a:gd name="connsiteX7353" fmla="*/ 10107838 w 10321503"/>
              <a:gd name="connsiteY7353" fmla="*/ 1703520 h 5599766"/>
              <a:gd name="connsiteX7354" fmla="*/ 10111368 w 10321503"/>
              <a:gd name="connsiteY7354" fmla="*/ 1697377 h 5599766"/>
              <a:gd name="connsiteX7355" fmla="*/ 10111982 w 10321503"/>
              <a:gd name="connsiteY7355" fmla="*/ 1697019 h 5599766"/>
              <a:gd name="connsiteX7356" fmla="*/ 10119046 w 10321503"/>
              <a:gd name="connsiteY7356" fmla="*/ 1697019 h 5599766"/>
              <a:gd name="connsiteX7357" fmla="*/ 10119660 w 10321503"/>
              <a:gd name="connsiteY7357" fmla="*/ 1697377 h 5599766"/>
              <a:gd name="connsiteX7358" fmla="*/ 10123191 w 10321503"/>
              <a:gd name="connsiteY7358" fmla="*/ 1703520 h 5599766"/>
              <a:gd name="connsiteX7359" fmla="*/ 10123191 w 10321503"/>
              <a:gd name="connsiteY7359" fmla="*/ 1704185 h 5599766"/>
              <a:gd name="connsiteX7360" fmla="*/ 10119660 w 10321503"/>
              <a:gd name="connsiteY7360" fmla="*/ 1710327 h 5599766"/>
              <a:gd name="connsiteX7361" fmla="*/ 10119046 w 10321503"/>
              <a:gd name="connsiteY7361" fmla="*/ 1710685 h 5599766"/>
              <a:gd name="connsiteX7362" fmla="*/ 10317233 w 10321503"/>
              <a:gd name="connsiteY7362" fmla="*/ 1710685 h 5599766"/>
              <a:gd name="connsiteX7363" fmla="*/ 10310170 w 10321503"/>
              <a:gd name="connsiteY7363" fmla="*/ 1710685 h 5599766"/>
              <a:gd name="connsiteX7364" fmla="*/ 10309556 w 10321503"/>
              <a:gd name="connsiteY7364" fmla="*/ 1710327 h 5599766"/>
              <a:gd name="connsiteX7365" fmla="*/ 10306025 w 10321503"/>
              <a:gd name="connsiteY7365" fmla="*/ 1704185 h 5599766"/>
              <a:gd name="connsiteX7366" fmla="*/ 10306025 w 10321503"/>
              <a:gd name="connsiteY7366" fmla="*/ 1703520 h 5599766"/>
              <a:gd name="connsiteX7367" fmla="*/ 10309556 w 10321503"/>
              <a:gd name="connsiteY7367" fmla="*/ 1697377 h 5599766"/>
              <a:gd name="connsiteX7368" fmla="*/ 10310170 w 10321503"/>
              <a:gd name="connsiteY7368" fmla="*/ 1697019 h 5599766"/>
              <a:gd name="connsiteX7369" fmla="*/ 10317233 w 10321503"/>
              <a:gd name="connsiteY7369" fmla="*/ 1697019 h 5599766"/>
              <a:gd name="connsiteX7370" fmla="*/ 10317848 w 10321503"/>
              <a:gd name="connsiteY7370" fmla="*/ 1697377 h 5599766"/>
              <a:gd name="connsiteX7371" fmla="*/ 10321379 w 10321503"/>
              <a:gd name="connsiteY7371" fmla="*/ 1703520 h 5599766"/>
              <a:gd name="connsiteX7372" fmla="*/ 10321379 w 10321503"/>
              <a:gd name="connsiteY7372" fmla="*/ 1704185 h 5599766"/>
              <a:gd name="connsiteX7373" fmla="*/ 10317848 w 10321503"/>
              <a:gd name="connsiteY7373" fmla="*/ 1710327 h 5599766"/>
              <a:gd name="connsiteX7374" fmla="*/ 10317233 w 10321503"/>
              <a:gd name="connsiteY7374" fmla="*/ 1710685 h 5599766"/>
              <a:gd name="connsiteX7375" fmla="*/ 11254 w 10321503"/>
              <a:gd name="connsiteY7375" fmla="*/ 1873997 h 5599766"/>
              <a:gd name="connsiteX7376" fmla="*/ 4192 w 10321503"/>
              <a:gd name="connsiteY7376" fmla="*/ 1873997 h 5599766"/>
              <a:gd name="connsiteX7377" fmla="*/ 3578 w 10321503"/>
              <a:gd name="connsiteY7377" fmla="*/ 1873640 h 5599766"/>
              <a:gd name="connsiteX7378" fmla="*/ 46 w 10321503"/>
              <a:gd name="connsiteY7378" fmla="*/ 1867498 h 5599766"/>
              <a:gd name="connsiteX7379" fmla="*/ 46 w 10321503"/>
              <a:gd name="connsiteY7379" fmla="*/ 1866832 h 5599766"/>
              <a:gd name="connsiteX7380" fmla="*/ 3578 w 10321503"/>
              <a:gd name="connsiteY7380" fmla="*/ 1860690 h 5599766"/>
              <a:gd name="connsiteX7381" fmla="*/ 4192 w 10321503"/>
              <a:gd name="connsiteY7381" fmla="*/ 1860333 h 5599766"/>
              <a:gd name="connsiteX7382" fmla="*/ 11254 w 10321503"/>
              <a:gd name="connsiteY7382" fmla="*/ 1860333 h 5599766"/>
              <a:gd name="connsiteX7383" fmla="*/ 11868 w 10321503"/>
              <a:gd name="connsiteY7383" fmla="*/ 1860690 h 5599766"/>
              <a:gd name="connsiteX7384" fmla="*/ 15400 w 10321503"/>
              <a:gd name="connsiteY7384" fmla="*/ 1866832 h 5599766"/>
              <a:gd name="connsiteX7385" fmla="*/ 15400 w 10321503"/>
              <a:gd name="connsiteY7385" fmla="*/ 1867498 h 5599766"/>
              <a:gd name="connsiteX7386" fmla="*/ 11868 w 10321503"/>
              <a:gd name="connsiteY7386" fmla="*/ 1873640 h 5599766"/>
              <a:gd name="connsiteX7387" fmla="*/ 11254 w 10321503"/>
              <a:gd name="connsiteY7387" fmla="*/ 1873997 h 5599766"/>
              <a:gd name="connsiteX7388" fmla="*/ 209480 w 10321503"/>
              <a:gd name="connsiteY7388" fmla="*/ 1873997 h 5599766"/>
              <a:gd name="connsiteX7389" fmla="*/ 202416 w 10321503"/>
              <a:gd name="connsiteY7389" fmla="*/ 1873997 h 5599766"/>
              <a:gd name="connsiteX7390" fmla="*/ 201803 w 10321503"/>
              <a:gd name="connsiteY7390" fmla="*/ 1873640 h 5599766"/>
              <a:gd name="connsiteX7391" fmla="*/ 198270 w 10321503"/>
              <a:gd name="connsiteY7391" fmla="*/ 1867498 h 5599766"/>
              <a:gd name="connsiteX7392" fmla="*/ 198270 w 10321503"/>
              <a:gd name="connsiteY7392" fmla="*/ 1866832 h 5599766"/>
              <a:gd name="connsiteX7393" fmla="*/ 201803 w 10321503"/>
              <a:gd name="connsiteY7393" fmla="*/ 1860690 h 5599766"/>
              <a:gd name="connsiteX7394" fmla="*/ 202416 w 10321503"/>
              <a:gd name="connsiteY7394" fmla="*/ 1860333 h 5599766"/>
              <a:gd name="connsiteX7395" fmla="*/ 209480 w 10321503"/>
              <a:gd name="connsiteY7395" fmla="*/ 1860333 h 5599766"/>
              <a:gd name="connsiteX7396" fmla="*/ 210094 w 10321503"/>
              <a:gd name="connsiteY7396" fmla="*/ 1860690 h 5599766"/>
              <a:gd name="connsiteX7397" fmla="*/ 213625 w 10321503"/>
              <a:gd name="connsiteY7397" fmla="*/ 1866832 h 5599766"/>
              <a:gd name="connsiteX7398" fmla="*/ 213625 w 10321503"/>
              <a:gd name="connsiteY7398" fmla="*/ 1867498 h 5599766"/>
              <a:gd name="connsiteX7399" fmla="*/ 210094 w 10321503"/>
              <a:gd name="connsiteY7399" fmla="*/ 1873640 h 5599766"/>
              <a:gd name="connsiteX7400" fmla="*/ 209480 w 10321503"/>
              <a:gd name="connsiteY7400" fmla="*/ 1873997 h 5599766"/>
              <a:gd name="connsiteX7401" fmla="*/ 407754 w 10321503"/>
              <a:gd name="connsiteY7401" fmla="*/ 1873997 h 5599766"/>
              <a:gd name="connsiteX7402" fmla="*/ 400692 w 10321503"/>
              <a:gd name="connsiteY7402" fmla="*/ 1873997 h 5599766"/>
              <a:gd name="connsiteX7403" fmla="*/ 400078 w 10321503"/>
              <a:gd name="connsiteY7403" fmla="*/ 1873640 h 5599766"/>
              <a:gd name="connsiteX7404" fmla="*/ 396546 w 10321503"/>
              <a:gd name="connsiteY7404" fmla="*/ 1867498 h 5599766"/>
              <a:gd name="connsiteX7405" fmla="*/ 396546 w 10321503"/>
              <a:gd name="connsiteY7405" fmla="*/ 1866832 h 5599766"/>
              <a:gd name="connsiteX7406" fmla="*/ 400078 w 10321503"/>
              <a:gd name="connsiteY7406" fmla="*/ 1860690 h 5599766"/>
              <a:gd name="connsiteX7407" fmla="*/ 400692 w 10321503"/>
              <a:gd name="connsiteY7407" fmla="*/ 1860333 h 5599766"/>
              <a:gd name="connsiteX7408" fmla="*/ 407754 w 10321503"/>
              <a:gd name="connsiteY7408" fmla="*/ 1860333 h 5599766"/>
              <a:gd name="connsiteX7409" fmla="*/ 408369 w 10321503"/>
              <a:gd name="connsiteY7409" fmla="*/ 1860690 h 5599766"/>
              <a:gd name="connsiteX7410" fmla="*/ 411900 w 10321503"/>
              <a:gd name="connsiteY7410" fmla="*/ 1866832 h 5599766"/>
              <a:gd name="connsiteX7411" fmla="*/ 411900 w 10321503"/>
              <a:gd name="connsiteY7411" fmla="*/ 1867498 h 5599766"/>
              <a:gd name="connsiteX7412" fmla="*/ 408369 w 10321503"/>
              <a:gd name="connsiteY7412" fmla="*/ 1873640 h 5599766"/>
              <a:gd name="connsiteX7413" fmla="*/ 407754 w 10321503"/>
              <a:gd name="connsiteY7413" fmla="*/ 1873997 h 5599766"/>
              <a:gd name="connsiteX7414" fmla="*/ 605979 w 10321503"/>
              <a:gd name="connsiteY7414" fmla="*/ 1873997 h 5599766"/>
              <a:gd name="connsiteX7415" fmla="*/ 598916 w 10321503"/>
              <a:gd name="connsiteY7415" fmla="*/ 1873997 h 5599766"/>
              <a:gd name="connsiteX7416" fmla="*/ 598302 w 10321503"/>
              <a:gd name="connsiteY7416" fmla="*/ 1873640 h 5599766"/>
              <a:gd name="connsiteX7417" fmla="*/ 594770 w 10321503"/>
              <a:gd name="connsiteY7417" fmla="*/ 1867498 h 5599766"/>
              <a:gd name="connsiteX7418" fmla="*/ 594770 w 10321503"/>
              <a:gd name="connsiteY7418" fmla="*/ 1866832 h 5599766"/>
              <a:gd name="connsiteX7419" fmla="*/ 598302 w 10321503"/>
              <a:gd name="connsiteY7419" fmla="*/ 1860690 h 5599766"/>
              <a:gd name="connsiteX7420" fmla="*/ 598916 w 10321503"/>
              <a:gd name="connsiteY7420" fmla="*/ 1860333 h 5599766"/>
              <a:gd name="connsiteX7421" fmla="*/ 605979 w 10321503"/>
              <a:gd name="connsiteY7421" fmla="*/ 1860333 h 5599766"/>
              <a:gd name="connsiteX7422" fmla="*/ 606593 w 10321503"/>
              <a:gd name="connsiteY7422" fmla="*/ 1860690 h 5599766"/>
              <a:gd name="connsiteX7423" fmla="*/ 610125 w 10321503"/>
              <a:gd name="connsiteY7423" fmla="*/ 1866832 h 5599766"/>
              <a:gd name="connsiteX7424" fmla="*/ 610125 w 10321503"/>
              <a:gd name="connsiteY7424" fmla="*/ 1867498 h 5599766"/>
              <a:gd name="connsiteX7425" fmla="*/ 606593 w 10321503"/>
              <a:gd name="connsiteY7425" fmla="*/ 1873640 h 5599766"/>
              <a:gd name="connsiteX7426" fmla="*/ 605979 w 10321503"/>
              <a:gd name="connsiteY7426" fmla="*/ 1873997 h 5599766"/>
              <a:gd name="connsiteX7427" fmla="*/ 804204 w 10321503"/>
              <a:gd name="connsiteY7427" fmla="*/ 1873997 h 5599766"/>
              <a:gd name="connsiteX7428" fmla="*/ 797140 w 10321503"/>
              <a:gd name="connsiteY7428" fmla="*/ 1873997 h 5599766"/>
              <a:gd name="connsiteX7429" fmla="*/ 796526 w 10321503"/>
              <a:gd name="connsiteY7429" fmla="*/ 1873640 h 5599766"/>
              <a:gd name="connsiteX7430" fmla="*/ 792995 w 10321503"/>
              <a:gd name="connsiteY7430" fmla="*/ 1867498 h 5599766"/>
              <a:gd name="connsiteX7431" fmla="*/ 792995 w 10321503"/>
              <a:gd name="connsiteY7431" fmla="*/ 1866832 h 5599766"/>
              <a:gd name="connsiteX7432" fmla="*/ 796526 w 10321503"/>
              <a:gd name="connsiteY7432" fmla="*/ 1860690 h 5599766"/>
              <a:gd name="connsiteX7433" fmla="*/ 797140 w 10321503"/>
              <a:gd name="connsiteY7433" fmla="*/ 1860333 h 5599766"/>
              <a:gd name="connsiteX7434" fmla="*/ 804204 w 10321503"/>
              <a:gd name="connsiteY7434" fmla="*/ 1860333 h 5599766"/>
              <a:gd name="connsiteX7435" fmla="*/ 804818 w 10321503"/>
              <a:gd name="connsiteY7435" fmla="*/ 1860690 h 5599766"/>
              <a:gd name="connsiteX7436" fmla="*/ 808350 w 10321503"/>
              <a:gd name="connsiteY7436" fmla="*/ 1866832 h 5599766"/>
              <a:gd name="connsiteX7437" fmla="*/ 808350 w 10321503"/>
              <a:gd name="connsiteY7437" fmla="*/ 1867498 h 5599766"/>
              <a:gd name="connsiteX7438" fmla="*/ 804818 w 10321503"/>
              <a:gd name="connsiteY7438" fmla="*/ 1873640 h 5599766"/>
              <a:gd name="connsiteX7439" fmla="*/ 804204 w 10321503"/>
              <a:gd name="connsiteY7439" fmla="*/ 1873997 h 5599766"/>
              <a:gd name="connsiteX7440" fmla="*/ 1002428 w 10321503"/>
              <a:gd name="connsiteY7440" fmla="*/ 1873997 h 5599766"/>
              <a:gd name="connsiteX7441" fmla="*/ 995366 w 10321503"/>
              <a:gd name="connsiteY7441" fmla="*/ 1873997 h 5599766"/>
              <a:gd name="connsiteX7442" fmla="*/ 994752 w 10321503"/>
              <a:gd name="connsiteY7442" fmla="*/ 1873640 h 5599766"/>
              <a:gd name="connsiteX7443" fmla="*/ 991220 w 10321503"/>
              <a:gd name="connsiteY7443" fmla="*/ 1867498 h 5599766"/>
              <a:gd name="connsiteX7444" fmla="*/ 991220 w 10321503"/>
              <a:gd name="connsiteY7444" fmla="*/ 1866832 h 5599766"/>
              <a:gd name="connsiteX7445" fmla="*/ 994752 w 10321503"/>
              <a:gd name="connsiteY7445" fmla="*/ 1860690 h 5599766"/>
              <a:gd name="connsiteX7446" fmla="*/ 995366 w 10321503"/>
              <a:gd name="connsiteY7446" fmla="*/ 1860333 h 5599766"/>
              <a:gd name="connsiteX7447" fmla="*/ 1002428 w 10321503"/>
              <a:gd name="connsiteY7447" fmla="*/ 1860333 h 5599766"/>
              <a:gd name="connsiteX7448" fmla="*/ 1003042 w 10321503"/>
              <a:gd name="connsiteY7448" fmla="*/ 1860690 h 5599766"/>
              <a:gd name="connsiteX7449" fmla="*/ 1006574 w 10321503"/>
              <a:gd name="connsiteY7449" fmla="*/ 1866832 h 5599766"/>
              <a:gd name="connsiteX7450" fmla="*/ 1006574 w 10321503"/>
              <a:gd name="connsiteY7450" fmla="*/ 1867498 h 5599766"/>
              <a:gd name="connsiteX7451" fmla="*/ 1003042 w 10321503"/>
              <a:gd name="connsiteY7451" fmla="*/ 1873640 h 5599766"/>
              <a:gd name="connsiteX7452" fmla="*/ 1002428 w 10321503"/>
              <a:gd name="connsiteY7452" fmla="*/ 1873997 h 5599766"/>
              <a:gd name="connsiteX7453" fmla="*/ 1200704 w 10321503"/>
              <a:gd name="connsiteY7453" fmla="*/ 1873997 h 5599766"/>
              <a:gd name="connsiteX7454" fmla="*/ 1193642 w 10321503"/>
              <a:gd name="connsiteY7454" fmla="*/ 1873997 h 5599766"/>
              <a:gd name="connsiteX7455" fmla="*/ 1193028 w 10321503"/>
              <a:gd name="connsiteY7455" fmla="*/ 1873640 h 5599766"/>
              <a:gd name="connsiteX7456" fmla="*/ 1189495 w 10321503"/>
              <a:gd name="connsiteY7456" fmla="*/ 1867498 h 5599766"/>
              <a:gd name="connsiteX7457" fmla="*/ 1189495 w 10321503"/>
              <a:gd name="connsiteY7457" fmla="*/ 1866832 h 5599766"/>
              <a:gd name="connsiteX7458" fmla="*/ 1193028 w 10321503"/>
              <a:gd name="connsiteY7458" fmla="*/ 1860690 h 5599766"/>
              <a:gd name="connsiteX7459" fmla="*/ 1193642 w 10321503"/>
              <a:gd name="connsiteY7459" fmla="*/ 1860333 h 5599766"/>
              <a:gd name="connsiteX7460" fmla="*/ 1200704 w 10321503"/>
              <a:gd name="connsiteY7460" fmla="*/ 1860333 h 5599766"/>
              <a:gd name="connsiteX7461" fmla="*/ 1201318 w 10321503"/>
              <a:gd name="connsiteY7461" fmla="*/ 1860690 h 5599766"/>
              <a:gd name="connsiteX7462" fmla="*/ 1204850 w 10321503"/>
              <a:gd name="connsiteY7462" fmla="*/ 1866832 h 5599766"/>
              <a:gd name="connsiteX7463" fmla="*/ 1204850 w 10321503"/>
              <a:gd name="connsiteY7463" fmla="*/ 1867498 h 5599766"/>
              <a:gd name="connsiteX7464" fmla="*/ 1201318 w 10321503"/>
              <a:gd name="connsiteY7464" fmla="*/ 1873640 h 5599766"/>
              <a:gd name="connsiteX7465" fmla="*/ 1200704 w 10321503"/>
              <a:gd name="connsiteY7465" fmla="*/ 1873997 h 5599766"/>
              <a:gd name="connsiteX7466" fmla="*/ 1398928 w 10321503"/>
              <a:gd name="connsiteY7466" fmla="*/ 1873997 h 5599766"/>
              <a:gd name="connsiteX7467" fmla="*/ 1391866 w 10321503"/>
              <a:gd name="connsiteY7467" fmla="*/ 1873997 h 5599766"/>
              <a:gd name="connsiteX7468" fmla="*/ 1391252 w 10321503"/>
              <a:gd name="connsiteY7468" fmla="*/ 1873640 h 5599766"/>
              <a:gd name="connsiteX7469" fmla="*/ 1387720 w 10321503"/>
              <a:gd name="connsiteY7469" fmla="*/ 1867498 h 5599766"/>
              <a:gd name="connsiteX7470" fmla="*/ 1387720 w 10321503"/>
              <a:gd name="connsiteY7470" fmla="*/ 1866832 h 5599766"/>
              <a:gd name="connsiteX7471" fmla="*/ 1391252 w 10321503"/>
              <a:gd name="connsiteY7471" fmla="*/ 1860690 h 5599766"/>
              <a:gd name="connsiteX7472" fmla="*/ 1391866 w 10321503"/>
              <a:gd name="connsiteY7472" fmla="*/ 1860333 h 5599766"/>
              <a:gd name="connsiteX7473" fmla="*/ 1398928 w 10321503"/>
              <a:gd name="connsiteY7473" fmla="*/ 1860333 h 5599766"/>
              <a:gd name="connsiteX7474" fmla="*/ 1399544 w 10321503"/>
              <a:gd name="connsiteY7474" fmla="*/ 1860690 h 5599766"/>
              <a:gd name="connsiteX7475" fmla="*/ 1403074 w 10321503"/>
              <a:gd name="connsiteY7475" fmla="*/ 1866832 h 5599766"/>
              <a:gd name="connsiteX7476" fmla="*/ 1403074 w 10321503"/>
              <a:gd name="connsiteY7476" fmla="*/ 1867498 h 5599766"/>
              <a:gd name="connsiteX7477" fmla="*/ 1399544 w 10321503"/>
              <a:gd name="connsiteY7477" fmla="*/ 1873640 h 5599766"/>
              <a:gd name="connsiteX7478" fmla="*/ 1398928 w 10321503"/>
              <a:gd name="connsiteY7478" fmla="*/ 1873997 h 5599766"/>
              <a:gd name="connsiteX7479" fmla="*/ 1597154 w 10321503"/>
              <a:gd name="connsiteY7479" fmla="*/ 1873997 h 5599766"/>
              <a:gd name="connsiteX7480" fmla="*/ 1590090 w 10321503"/>
              <a:gd name="connsiteY7480" fmla="*/ 1873997 h 5599766"/>
              <a:gd name="connsiteX7481" fmla="*/ 1589476 w 10321503"/>
              <a:gd name="connsiteY7481" fmla="*/ 1873640 h 5599766"/>
              <a:gd name="connsiteX7482" fmla="*/ 1585944 w 10321503"/>
              <a:gd name="connsiteY7482" fmla="*/ 1867498 h 5599766"/>
              <a:gd name="connsiteX7483" fmla="*/ 1585944 w 10321503"/>
              <a:gd name="connsiteY7483" fmla="*/ 1866832 h 5599766"/>
              <a:gd name="connsiteX7484" fmla="*/ 1589476 w 10321503"/>
              <a:gd name="connsiteY7484" fmla="*/ 1860690 h 5599766"/>
              <a:gd name="connsiteX7485" fmla="*/ 1590090 w 10321503"/>
              <a:gd name="connsiteY7485" fmla="*/ 1860333 h 5599766"/>
              <a:gd name="connsiteX7486" fmla="*/ 1597154 w 10321503"/>
              <a:gd name="connsiteY7486" fmla="*/ 1860333 h 5599766"/>
              <a:gd name="connsiteX7487" fmla="*/ 1597768 w 10321503"/>
              <a:gd name="connsiteY7487" fmla="*/ 1860690 h 5599766"/>
              <a:gd name="connsiteX7488" fmla="*/ 1601298 w 10321503"/>
              <a:gd name="connsiteY7488" fmla="*/ 1866832 h 5599766"/>
              <a:gd name="connsiteX7489" fmla="*/ 1601298 w 10321503"/>
              <a:gd name="connsiteY7489" fmla="*/ 1867498 h 5599766"/>
              <a:gd name="connsiteX7490" fmla="*/ 1597768 w 10321503"/>
              <a:gd name="connsiteY7490" fmla="*/ 1873640 h 5599766"/>
              <a:gd name="connsiteX7491" fmla="*/ 1597154 w 10321503"/>
              <a:gd name="connsiteY7491" fmla="*/ 1873997 h 5599766"/>
              <a:gd name="connsiteX7492" fmla="*/ 1795378 w 10321503"/>
              <a:gd name="connsiteY7492" fmla="*/ 1873997 h 5599766"/>
              <a:gd name="connsiteX7493" fmla="*/ 1788315 w 10321503"/>
              <a:gd name="connsiteY7493" fmla="*/ 1873997 h 5599766"/>
              <a:gd name="connsiteX7494" fmla="*/ 1787701 w 10321503"/>
              <a:gd name="connsiteY7494" fmla="*/ 1873640 h 5599766"/>
              <a:gd name="connsiteX7495" fmla="*/ 1784170 w 10321503"/>
              <a:gd name="connsiteY7495" fmla="*/ 1867498 h 5599766"/>
              <a:gd name="connsiteX7496" fmla="*/ 1784170 w 10321503"/>
              <a:gd name="connsiteY7496" fmla="*/ 1866832 h 5599766"/>
              <a:gd name="connsiteX7497" fmla="*/ 1787701 w 10321503"/>
              <a:gd name="connsiteY7497" fmla="*/ 1860690 h 5599766"/>
              <a:gd name="connsiteX7498" fmla="*/ 1788315 w 10321503"/>
              <a:gd name="connsiteY7498" fmla="*/ 1860333 h 5599766"/>
              <a:gd name="connsiteX7499" fmla="*/ 1795378 w 10321503"/>
              <a:gd name="connsiteY7499" fmla="*/ 1860333 h 5599766"/>
              <a:gd name="connsiteX7500" fmla="*/ 1795992 w 10321503"/>
              <a:gd name="connsiteY7500" fmla="*/ 1860690 h 5599766"/>
              <a:gd name="connsiteX7501" fmla="*/ 1799524 w 10321503"/>
              <a:gd name="connsiteY7501" fmla="*/ 1866832 h 5599766"/>
              <a:gd name="connsiteX7502" fmla="*/ 1799524 w 10321503"/>
              <a:gd name="connsiteY7502" fmla="*/ 1867498 h 5599766"/>
              <a:gd name="connsiteX7503" fmla="*/ 1795992 w 10321503"/>
              <a:gd name="connsiteY7503" fmla="*/ 1873640 h 5599766"/>
              <a:gd name="connsiteX7504" fmla="*/ 1795378 w 10321503"/>
              <a:gd name="connsiteY7504" fmla="*/ 1873997 h 5599766"/>
              <a:gd name="connsiteX7505" fmla="*/ 1993654 w 10321503"/>
              <a:gd name="connsiteY7505" fmla="*/ 1873997 h 5599766"/>
              <a:gd name="connsiteX7506" fmla="*/ 1986590 w 10321503"/>
              <a:gd name="connsiteY7506" fmla="*/ 1873997 h 5599766"/>
              <a:gd name="connsiteX7507" fmla="*/ 1985976 w 10321503"/>
              <a:gd name="connsiteY7507" fmla="*/ 1873640 h 5599766"/>
              <a:gd name="connsiteX7508" fmla="*/ 1982445 w 10321503"/>
              <a:gd name="connsiteY7508" fmla="*/ 1867498 h 5599766"/>
              <a:gd name="connsiteX7509" fmla="*/ 1982445 w 10321503"/>
              <a:gd name="connsiteY7509" fmla="*/ 1866832 h 5599766"/>
              <a:gd name="connsiteX7510" fmla="*/ 1985976 w 10321503"/>
              <a:gd name="connsiteY7510" fmla="*/ 1860690 h 5599766"/>
              <a:gd name="connsiteX7511" fmla="*/ 1986590 w 10321503"/>
              <a:gd name="connsiteY7511" fmla="*/ 1860333 h 5599766"/>
              <a:gd name="connsiteX7512" fmla="*/ 1993654 w 10321503"/>
              <a:gd name="connsiteY7512" fmla="*/ 1860333 h 5599766"/>
              <a:gd name="connsiteX7513" fmla="*/ 1994268 w 10321503"/>
              <a:gd name="connsiteY7513" fmla="*/ 1860690 h 5599766"/>
              <a:gd name="connsiteX7514" fmla="*/ 1997800 w 10321503"/>
              <a:gd name="connsiteY7514" fmla="*/ 1866832 h 5599766"/>
              <a:gd name="connsiteX7515" fmla="*/ 1997800 w 10321503"/>
              <a:gd name="connsiteY7515" fmla="*/ 1867498 h 5599766"/>
              <a:gd name="connsiteX7516" fmla="*/ 1994268 w 10321503"/>
              <a:gd name="connsiteY7516" fmla="*/ 1873640 h 5599766"/>
              <a:gd name="connsiteX7517" fmla="*/ 1993654 w 10321503"/>
              <a:gd name="connsiteY7517" fmla="*/ 1873997 h 5599766"/>
              <a:gd name="connsiteX7518" fmla="*/ 2189611 w 10321503"/>
              <a:gd name="connsiteY7518" fmla="*/ 1879839 h 5599766"/>
              <a:gd name="connsiteX7519" fmla="*/ 2182548 w 10321503"/>
              <a:gd name="connsiteY7519" fmla="*/ 1879839 h 5599766"/>
              <a:gd name="connsiteX7520" fmla="*/ 2181933 w 10321503"/>
              <a:gd name="connsiteY7520" fmla="*/ 1879480 h 5599766"/>
              <a:gd name="connsiteX7521" fmla="*/ 2178401 w 10321503"/>
              <a:gd name="connsiteY7521" fmla="*/ 1873339 h 5599766"/>
              <a:gd name="connsiteX7522" fmla="*/ 2178401 w 10321503"/>
              <a:gd name="connsiteY7522" fmla="*/ 1872674 h 5599766"/>
              <a:gd name="connsiteX7523" fmla="*/ 2181933 w 10321503"/>
              <a:gd name="connsiteY7523" fmla="*/ 1866531 h 5599766"/>
              <a:gd name="connsiteX7524" fmla="*/ 2182548 w 10321503"/>
              <a:gd name="connsiteY7524" fmla="*/ 1866173 h 5599766"/>
              <a:gd name="connsiteX7525" fmla="*/ 2189611 w 10321503"/>
              <a:gd name="connsiteY7525" fmla="*/ 1866173 h 5599766"/>
              <a:gd name="connsiteX7526" fmla="*/ 2190225 w 10321503"/>
              <a:gd name="connsiteY7526" fmla="*/ 1866531 h 5599766"/>
              <a:gd name="connsiteX7527" fmla="*/ 2193757 w 10321503"/>
              <a:gd name="connsiteY7527" fmla="*/ 1872674 h 5599766"/>
              <a:gd name="connsiteX7528" fmla="*/ 2193757 w 10321503"/>
              <a:gd name="connsiteY7528" fmla="*/ 1873339 h 5599766"/>
              <a:gd name="connsiteX7529" fmla="*/ 2190225 w 10321503"/>
              <a:gd name="connsiteY7529" fmla="*/ 1879480 h 5599766"/>
              <a:gd name="connsiteX7530" fmla="*/ 2189611 w 10321503"/>
              <a:gd name="connsiteY7530" fmla="*/ 1879839 h 5599766"/>
              <a:gd name="connsiteX7531" fmla="*/ 2387835 w 10321503"/>
              <a:gd name="connsiteY7531" fmla="*/ 1879839 h 5599766"/>
              <a:gd name="connsiteX7532" fmla="*/ 2380773 w 10321503"/>
              <a:gd name="connsiteY7532" fmla="*/ 1879839 h 5599766"/>
              <a:gd name="connsiteX7533" fmla="*/ 2380159 w 10321503"/>
              <a:gd name="connsiteY7533" fmla="*/ 1879480 h 5599766"/>
              <a:gd name="connsiteX7534" fmla="*/ 2376626 w 10321503"/>
              <a:gd name="connsiteY7534" fmla="*/ 1873339 h 5599766"/>
              <a:gd name="connsiteX7535" fmla="*/ 2376626 w 10321503"/>
              <a:gd name="connsiteY7535" fmla="*/ 1872674 h 5599766"/>
              <a:gd name="connsiteX7536" fmla="*/ 2380159 w 10321503"/>
              <a:gd name="connsiteY7536" fmla="*/ 1866531 h 5599766"/>
              <a:gd name="connsiteX7537" fmla="*/ 2380773 w 10321503"/>
              <a:gd name="connsiteY7537" fmla="*/ 1866173 h 5599766"/>
              <a:gd name="connsiteX7538" fmla="*/ 2387835 w 10321503"/>
              <a:gd name="connsiteY7538" fmla="*/ 1866173 h 5599766"/>
              <a:gd name="connsiteX7539" fmla="*/ 2388449 w 10321503"/>
              <a:gd name="connsiteY7539" fmla="*/ 1866531 h 5599766"/>
              <a:gd name="connsiteX7540" fmla="*/ 2391981 w 10321503"/>
              <a:gd name="connsiteY7540" fmla="*/ 1872674 h 5599766"/>
              <a:gd name="connsiteX7541" fmla="*/ 2391981 w 10321503"/>
              <a:gd name="connsiteY7541" fmla="*/ 1873339 h 5599766"/>
              <a:gd name="connsiteX7542" fmla="*/ 2388449 w 10321503"/>
              <a:gd name="connsiteY7542" fmla="*/ 1879480 h 5599766"/>
              <a:gd name="connsiteX7543" fmla="*/ 2387835 w 10321503"/>
              <a:gd name="connsiteY7543" fmla="*/ 1879839 h 5599766"/>
              <a:gd name="connsiteX7544" fmla="*/ 2586060 w 10321503"/>
              <a:gd name="connsiteY7544" fmla="*/ 1879839 h 5599766"/>
              <a:gd name="connsiteX7545" fmla="*/ 2578998 w 10321503"/>
              <a:gd name="connsiteY7545" fmla="*/ 1879839 h 5599766"/>
              <a:gd name="connsiteX7546" fmla="*/ 2578383 w 10321503"/>
              <a:gd name="connsiteY7546" fmla="*/ 1879480 h 5599766"/>
              <a:gd name="connsiteX7547" fmla="*/ 2574850 w 10321503"/>
              <a:gd name="connsiteY7547" fmla="*/ 1873339 h 5599766"/>
              <a:gd name="connsiteX7548" fmla="*/ 2574850 w 10321503"/>
              <a:gd name="connsiteY7548" fmla="*/ 1872674 h 5599766"/>
              <a:gd name="connsiteX7549" fmla="*/ 2578383 w 10321503"/>
              <a:gd name="connsiteY7549" fmla="*/ 1866531 h 5599766"/>
              <a:gd name="connsiteX7550" fmla="*/ 2578998 w 10321503"/>
              <a:gd name="connsiteY7550" fmla="*/ 1866173 h 5599766"/>
              <a:gd name="connsiteX7551" fmla="*/ 2586060 w 10321503"/>
              <a:gd name="connsiteY7551" fmla="*/ 1866173 h 5599766"/>
              <a:gd name="connsiteX7552" fmla="*/ 2586674 w 10321503"/>
              <a:gd name="connsiteY7552" fmla="*/ 1866531 h 5599766"/>
              <a:gd name="connsiteX7553" fmla="*/ 2590205 w 10321503"/>
              <a:gd name="connsiteY7553" fmla="*/ 1872674 h 5599766"/>
              <a:gd name="connsiteX7554" fmla="*/ 2590205 w 10321503"/>
              <a:gd name="connsiteY7554" fmla="*/ 1873339 h 5599766"/>
              <a:gd name="connsiteX7555" fmla="*/ 2586674 w 10321503"/>
              <a:gd name="connsiteY7555" fmla="*/ 1879480 h 5599766"/>
              <a:gd name="connsiteX7556" fmla="*/ 2586060 w 10321503"/>
              <a:gd name="connsiteY7556" fmla="*/ 1879839 h 5599766"/>
              <a:gd name="connsiteX7557" fmla="*/ 2784284 w 10321503"/>
              <a:gd name="connsiteY7557" fmla="*/ 1879839 h 5599766"/>
              <a:gd name="connsiteX7558" fmla="*/ 2777221 w 10321503"/>
              <a:gd name="connsiteY7558" fmla="*/ 1879839 h 5599766"/>
              <a:gd name="connsiteX7559" fmla="*/ 2776607 w 10321503"/>
              <a:gd name="connsiteY7559" fmla="*/ 1879480 h 5599766"/>
              <a:gd name="connsiteX7560" fmla="*/ 2773075 w 10321503"/>
              <a:gd name="connsiteY7560" fmla="*/ 1873339 h 5599766"/>
              <a:gd name="connsiteX7561" fmla="*/ 2773075 w 10321503"/>
              <a:gd name="connsiteY7561" fmla="*/ 1872674 h 5599766"/>
              <a:gd name="connsiteX7562" fmla="*/ 2776607 w 10321503"/>
              <a:gd name="connsiteY7562" fmla="*/ 1866531 h 5599766"/>
              <a:gd name="connsiteX7563" fmla="*/ 2777221 w 10321503"/>
              <a:gd name="connsiteY7563" fmla="*/ 1866173 h 5599766"/>
              <a:gd name="connsiteX7564" fmla="*/ 2784284 w 10321503"/>
              <a:gd name="connsiteY7564" fmla="*/ 1866173 h 5599766"/>
              <a:gd name="connsiteX7565" fmla="*/ 2784898 w 10321503"/>
              <a:gd name="connsiteY7565" fmla="*/ 1866531 h 5599766"/>
              <a:gd name="connsiteX7566" fmla="*/ 2788430 w 10321503"/>
              <a:gd name="connsiteY7566" fmla="*/ 1872674 h 5599766"/>
              <a:gd name="connsiteX7567" fmla="*/ 2788430 w 10321503"/>
              <a:gd name="connsiteY7567" fmla="*/ 1873339 h 5599766"/>
              <a:gd name="connsiteX7568" fmla="*/ 2784898 w 10321503"/>
              <a:gd name="connsiteY7568" fmla="*/ 1879480 h 5599766"/>
              <a:gd name="connsiteX7569" fmla="*/ 2784284 w 10321503"/>
              <a:gd name="connsiteY7569" fmla="*/ 1879839 h 5599766"/>
              <a:gd name="connsiteX7570" fmla="*/ 2982559 w 10321503"/>
              <a:gd name="connsiteY7570" fmla="*/ 1879839 h 5599766"/>
              <a:gd name="connsiteX7571" fmla="*/ 2975496 w 10321503"/>
              <a:gd name="connsiteY7571" fmla="*/ 1879839 h 5599766"/>
              <a:gd name="connsiteX7572" fmla="*/ 2974882 w 10321503"/>
              <a:gd name="connsiteY7572" fmla="*/ 1879480 h 5599766"/>
              <a:gd name="connsiteX7573" fmla="*/ 2971351 w 10321503"/>
              <a:gd name="connsiteY7573" fmla="*/ 1873339 h 5599766"/>
              <a:gd name="connsiteX7574" fmla="*/ 2971351 w 10321503"/>
              <a:gd name="connsiteY7574" fmla="*/ 1872674 h 5599766"/>
              <a:gd name="connsiteX7575" fmla="*/ 2974882 w 10321503"/>
              <a:gd name="connsiteY7575" fmla="*/ 1866531 h 5599766"/>
              <a:gd name="connsiteX7576" fmla="*/ 2975496 w 10321503"/>
              <a:gd name="connsiteY7576" fmla="*/ 1866173 h 5599766"/>
              <a:gd name="connsiteX7577" fmla="*/ 2982559 w 10321503"/>
              <a:gd name="connsiteY7577" fmla="*/ 1866173 h 5599766"/>
              <a:gd name="connsiteX7578" fmla="*/ 2983173 w 10321503"/>
              <a:gd name="connsiteY7578" fmla="*/ 1866531 h 5599766"/>
              <a:gd name="connsiteX7579" fmla="*/ 2986706 w 10321503"/>
              <a:gd name="connsiteY7579" fmla="*/ 1872674 h 5599766"/>
              <a:gd name="connsiteX7580" fmla="*/ 2986706 w 10321503"/>
              <a:gd name="connsiteY7580" fmla="*/ 1873339 h 5599766"/>
              <a:gd name="connsiteX7581" fmla="*/ 2983173 w 10321503"/>
              <a:gd name="connsiteY7581" fmla="*/ 1879480 h 5599766"/>
              <a:gd name="connsiteX7582" fmla="*/ 2982559 w 10321503"/>
              <a:gd name="connsiteY7582" fmla="*/ 1879839 h 5599766"/>
              <a:gd name="connsiteX7583" fmla="*/ 3180784 w 10321503"/>
              <a:gd name="connsiteY7583" fmla="*/ 1879839 h 5599766"/>
              <a:gd name="connsiteX7584" fmla="*/ 3173721 w 10321503"/>
              <a:gd name="connsiteY7584" fmla="*/ 1879839 h 5599766"/>
              <a:gd name="connsiteX7585" fmla="*/ 3173107 w 10321503"/>
              <a:gd name="connsiteY7585" fmla="*/ 1879480 h 5599766"/>
              <a:gd name="connsiteX7586" fmla="*/ 3169576 w 10321503"/>
              <a:gd name="connsiteY7586" fmla="*/ 1873339 h 5599766"/>
              <a:gd name="connsiteX7587" fmla="*/ 3169576 w 10321503"/>
              <a:gd name="connsiteY7587" fmla="*/ 1872674 h 5599766"/>
              <a:gd name="connsiteX7588" fmla="*/ 3173107 w 10321503"/>
              <a:gd name="connsiteY7588" fmla="*/ 1866531 h 5599766"/>
              <a:gd name="connsiteX7589" fmla="*/ 3173721 w 10321503"/>
              <a:gd name="connsiteY7589" fmla="*/ 1866173 h 5599766"/>
              <a:gd name="connsiteX7590" fmla="*/ 3180784 w 10321503"/>
              <a:gd name="connsiteY7590" fmla="*/ 1866173 h 5599766"/>
              <a:gd name="connsiteX7591" fmla="*/ 3181398 w 10321503"/>
              <a:gd name="connsiteY7591" fmla="*/ 1866531 h 5599766"/>
              <a:gd name="connsiteX7592" fmla="*/ 3184931 w 10321503"/>
              <a:gd name="connsiteY7592" fmla="*/ 1872674 h 5599766"/>
              <a:gd name="connsiteX7593" fmla="*/ 3184931 w 10321503"/>
              <a:gd name="connsiteY7593" fmla="*/ 1873339 h 5599766"/>
              <a:gd name="connsiteX7594" fmla="*/ 3181398 w 10321503"/>
              <a:gd name="connsiteY7594" fmla="*/ 1879480 h 5599766"/>
              <a:gd name="connsiteX7595" fmla="*/ 3180784 w 10321503"/>
              <a:gd name="connsiteY7595" fmla="*/ 1879839 h 5599766"/>
              <a:gd name="connsiteX7596" fmla="*/ 3379008 w 10321503"/>
              <a:gd name="connsiteY7596" fmla="*/ 1879839 h 5599766"/>
              <a:gd name="connsiteX7597" fmla="*/ 3371947 w 10321503"/>
              <a:gd name="connsiteY7597" fmla="*/ 1879839 h 5599766"/>
              <a:gd name="connsiteX7598" fmla="*/ 3371332 w 10321503"/>
              <a:gd name="connsiteY7598" fmla="*/ 1879480 h 5599766"/>
              <a:gd name="connsiteX7599" fmla="*/ 3367800 w 10321503"/>
              <a:gd name="connsiteY7599" fmla="*/ 1873339 h 5599766"/>
              <a:gd name="connsiteX7600" fmla="*/ 3367800 w 10321503"/>
              <a:gd name="connsiteY7600" fmla="*/ 1872674 h 5599766"/>
              <a:gd name="connsiteX7601" fmla="*/ 3371332 w 10321503"/>
              <a:gd name="connsiteY7601" fmla="*/ 1866531 h 5599766"/>
              <a:gd name="connsiteX7602" fmla="*/ 3371947 w 10321503"/>
              <a:gd name="connsiteY7602" fmla="*/ 1866173 h 5599766"/>
              <a:gd name="connsiteX7603" fmla="*/ 3379008 w 10321503"/>
              <a:gd name="connsiteY7603" fmla="*/ 1866173 h 5599766"/>
              <a:gd name="connsiteX7604" fmla="*/ 3379624 w 10321503"/>
              <a:gd name="connsiteY7604" fmla="*/ 1866531 h 5599766"/>
              <a:gd name="connsiteX7605" fmla="*/ 3383155 w 10321503"/>
              <a:gd name="connsiteY7605" fmla="*/ 1872674 h 5599766"/>
              <a:gd name="connsiteX7606" fmla="*/ 3383155 w 10321503"/>
              <a:gd name="connsiteY7606" fmla="*/ 1873339 h 5599766"/>
              <a:gd name="connsiteX7607" fmla="*/ 3379624 w 10321503"/>
              <a:gd name="connsiteY7607" fmla="*/ 1879480 h 5599766"/>
              <a:gd name="connsiteX7608" fmla="*/ 3379008 w 10321503"/>
              <a:gd name="connsiteY7608" fmla="*/ 1879839 h 5599766"/>
              <a:gd name="connsiteX7609" fmla="*/ 3577234 w 10321503"/>
              <a:gd name="connsiteY7609" fmla="*/ 1879839 h 5599766"/>
              <a:gd name="connsiteX7610" fmla="*/ 3570172 w 10321503"/>
              <a:gd name="connsiteY7610" fmla="*/ 1879839 h 5599766"/>
              <a:gd name="connsiteX7611" fmla="*/ 3569557 w 10321503"/>
              <a:gd name="connsiteY7611" fmla="*/ 1879480 h 5599766"/>
              <a:gd name="connsiteX7612" fmla="*/ 3566024 w 10321503"/>
              <a:gd name="connsiteY7612" fmla="*/ 1873339 h 5599766"/>
              <a:gd name="connsiteX7613" fmla="*/ 3566024 w 10321503"/>
              <a:gd name="connsiteY7613" fmla="*/ 1872674 h 5599766"/>
              <a:gd name="connsiteX7614" fmla="*/ 3569557 w 10321503"/>
              <a:gd name="connsiteY7614" fmla="*/ 1866531 h 5599766"/>
              <a:gd name="connsiteX7615" fmla="*/ 3570172 w 10321503"/>
              <a:gd name="connsiteY7615" fmla="*/ 1866173 h 5599766"/>
              <a:gd name="connsiteX7616" fmla="*/ 3577234 w 10321503"/>
              <a:gd name="connsiteY7616" fmla="*/ 1866173 h 5599766"/>
              <a:gd name="connsiteX7617" fmla="*/ 3577848 w 10321503"/>
              <a:gd name="connsiteY7617" fmla="*/ 1866531 h 5599766"/>
              <a:gd name="connsiteX7618" fmla="*/ 3581379 w 10321503"/>
              <a:gd name="connsiteY7618" fmla="*/ 1872674 h 5599766"/>
              <a:gd name="connsiteX7619" fmla="*/ 3581379 w 10321503"/>
              <a:gd name="connsiteY7619" fmla="*/ 1873339 h 5599766"/>
              <a:gd name="connsiteX7620" fmla="*/ 3577848 w 10321503"/>
              <a:gd name="connsiteY7620" fmla="*/ 1879480 h 5599766"/>
              <a:gd name="connsiteX7621" fmla="*/ 3577234 w 10321503"/>
              <a:gd name="connsiteY7621" fmla="*/ 1879839 h 5599766"/>
              <a:gd name="connsiteX7622" fmla="*/ 3775459 w 10321503"/>
              <a:gd name="connsiteY7622" fmla="*/ 1879839 h 5599766"/>
              <a:gd name="connsiteX7623" fmla="*/ 3768396 w 10321503"/>
              <a:gd name="connsiteY7623" fmla="*/ 1879839 h 5599766"/>
              <a:gd name="connsiteX7624" fmla="*/ 3767781 w 10321503"/>
              <a:gd name="connsiteY7624" fmla="*/ 1879480 h 5599766"/>
              <a:gd name="connsiteX7625" fmla="*/ 3764249 w 10321503"/>
              <a:gd name="connsiteY7625" fmla="*/ 1873339 h 5599766"/>
              <a:gd name="connsiteX7626" fmla="*/ 3764249 w 10321503"/>
              <a:gd name="connsiteY7626" fmla="*/ 1872674 h 5599766"/>
              <a:gd name="connsiteX7627" fmla="*/ 3767781 w 10321503"/>
              <a:gd name="connsiteY7627" fmla="*/ 1866531 h 5599766"/>
              <a:gd name="connsiteX7628" fmla="*/ 3768396 w 10321503"/>
              <a:gd name="connsiteY7628" fmla="*/ 1866173 h 5599766"/>
              <a:gd name="connsiteX7629" fmla="*/ 3775459 w 10321503"/>
              <a:gd name="connsiteY7629" fmla="*/ 1866173 h 5599766"/>
              <a:gd name="connsiteX7630" fmla="*/ 3776073 w 10321503"/>
              <a:gd name="connsiteY7630" fmla="*/ 1866531 h 5599766"/>
              <a:gd name="connsiteX7631" fmla="*/ 3779604 w 10321503"/>
              <a:gd name="connsiteY7631" fmla="*/ 1872674 h 5599766"/>
              <a:gd name="connsiteX7632" fmla="*/ 3779604 w 10321503"/>
              <a:gd name="connsiteY7632" fmla="*/ 1873339 h 5599766"/>
              <a:gd name="connsiteX7633" fmla="*/ 3776073 w 10321503"/>
              <a:gd name="connsiteY7633" fmla="*/ 1879480 h 5599766"/>
              <a:gd name="connsiteX7634" fmla="*/ 3775459 w 10321503"/>
              <a:gd name="connsiteY7634" fmla="*/ 1879839 h 5599766"/>
              <a:gd name="connsiteX7635" fmla="*/ 3973734 w 10321503"/>
              <a:gd name="connsiteY7635" fmla="*/ 1879839 h 5599766"/>
              <a:gd name="connsiteX7636" fmla="*/ 3966671 w 10321503"/>
              <a:gd name="connsiteY7636" fmla="*/ 1879839 h 5599766"/>
              <a:gd name="connsiteX7637" fmla="*/ 3966057 w 10321503"/>
              <a:gd name="connsiteY7637" fmla="*/ 1879480 h 5599766"/>
              <a:gd name="connsiteX7638" fmla="*/ 3962525 w 10321503"/>
              <a:gd name="connsiteY7638" fmla="*/ 1873339 h 5599766"/>
              <a:gd name="connsiteX7639" fmla="*/ 3962525 w 10321503"/>
              <a:gd name="connsiteY7639" fmla="*/ 1872674 h 5599766"/>
              <a:gd name="connsiteX7640" fmla="*/ 3966057 w 10321503"/>
              <a:gd name="connsiteY7640" fmla="*/ 1866531 h 5599766"/>
              <a:gd name="connsiteX7641" fmla="*/ 3966671 w 10321503"/>
              <a:gd name="connsiteY7641" fmla="*/ 1866173 h 5599766"/>
              <a:gd name="connsiteX7642" fmla="*/ 3973734 w 10321503"/>
              <a:gd name="connsiteY7642" fmla="*/ 1866173 h 5599766"/>
              <a:gd name="connsiteX7643" fmla="*/ 3974348 w 10321503"/>
              <a:gd name="connsiteY7643" fmla="*/ 1866531 h 5599766"/>
              <a:gd name="connsiteX7644" fmla="*/ 3977880 w 10321503"/>
              <a:gd name="connsiteY7644" fmla="*/ 1872674 h 5599766"/>
              <a:gd name="connsiteX7645" fmla="*/ 3977880 w 10321503"/>
              <a:gd name="connsiteY7645" fmla="*/ 1873339 h 5599766"/>
              <a:gd name="connsiteX7646" fmla="*/ 3974348 w 10321503"/>
              <a:gd name="connsiteY7646" fmla="*/ 1879480 h 5599766"/>
              <a:gd name="connsiteX7647" fmla="*/ 3973734 w 10321503"/>
              <a:gd name="connsiteY7647" fmla="*/ 1879839 h 5599766"/>
              <a:gd name="connsiteX7648" fmla="*/ 4171959 w 10321503"/>
              <a:gd name="connsiteY7648" fmla="*/ 1879839 h 5599766"/>
              <a:gd name="connsiteX7649" fmla="*/ 4164896 w 10321503"/>
              <a:gd name="connsiteY7649" fmla="*/ 1879839 h 5599766"/>
              <a:gd name="connsiteX7650" fmla="*/ 4164282 w 10321503"/>
              <a:gd name="connsiteY7650" fmla="*/ 1879480 h 5599766"/>
              <a:gd name="connsiteX7651" fmla="*/ 4160751 w 10321503"/>
              <a:gd name="connsiteY7651" fmla="*/ 1873339 h 5599766"/>
              <a:gd name="connsiteX7652" fmla="*/ 4160751 w 10321503"/>
              <a:gd name="connsiteY7652" fmla="*/ 1872674 h 5599766"/>
              <a:gd name="connsiteX7653" fmla="*/ 4164282 w 10321503"/>
              <a:gd name="connsiteY7653" fmla="*/ 1866531 h 5599766"/>
              <a:gd name="connsiteX7654" fmla="*/ 4164896 w 10321503"/>
              <a:gd name="connsiteY7654" fmla="*/ 1866173 h 5599766"/>
              <a:gd name="connsiteX7655" fmla="*/ 4171959 w 10321503"/>
              <a:gd name="connsiteY7655" fmla="*/ 1866173 h 5599766"/>
              <a:gd name="connsiteX7656" fmla="*/ 4172573 w 10321503"/>
              <a:gd name="connsiteY7656" fmla="*/ 1866531 h 5599766"/>
              <a:gd name="connsiteX7657" fmla="*/ 4176105 w 10321503"/>
              <a:gd name="connsiteY7657" fmla="*/ 1872674 h 5599766"/>
              <a:gd name="connsiteX7658" fmla="*/ 4176105 w 10321503"/>
              <a:gd name="connsiteY7658" fmla="*/ 1873339 h 5599766"/>
              <a:gd name="connsiteX7659" fmla="*/ 4172573 w 10321503"/>
              <a:gd name="connsiteY7659" fmla="*/ 1879480 h 5599766"/>
              <a:gd name="connsiteX7660" fmla="*/ 4171959 w 10321503"/>
              <a:gd name="connsiteY7660" fmla="*/ 1879839 h 5599766"/>
              <a:gd name="connsiteX7661" fmla="*/ 4370183 w 10321503"/>
              <a:gd name="connsiteY7661" fmla="*/ 1879839 h 5599766"/>
              <a:gd name="connsiteX7662" fmla="*/ 4363121 w 10321503"/>
              <a:gd name="connsiteY7662" fmla="*/ 1879839 h 5599766"/>
              <a:gd name="connsiteX7663" fmla="*/ 4362506 w 10321503"/>
              <a:gd name="connsiteY7663" fmla="*/ 1879480 h 5599766"/>
              <a:gd name="connsiteX7664" fmla="*/ 4358975 w 10321503"/>
              <a:gd name="connsiteY7664" fmla="*/ 1873339 h 5599766"/>
              <a:gd name="connsiteX7665" fmla="*/ 4358975 w 10321503"/>
              <a:gd name="connsiteY7665" fmla="*/ 1872674 h 5599766"/>
              <a:gd name="connsiteX7666" fmla="*/ 4362506 w 10321503"/>
              <a:gd name="connsiteY7666" fmla="*/ 1866531 h 5599766"/>
              <a:gd name="connsiteX7667" fmla="*/ 4363121 w 10321503"/>
              <a:gd name="connsiteY7667" fmla="*/ 1866173 h 5599766"/>
              <a:gd name="connsiteX7668" fmla="*/ 4370183 w 10321503"/>
              <a:gd name="connsiteY7668" fmla="*/ 1866173 h 5599766"/>
              <a:gd name="connsiteX7669" fmla="*/ 4370797 w 10321503"/>
              <a:gd name="connsiteY7669" fmla="*/ 1866531 h 5599766"/>
              <a:gd name="connsiteX7670" fmla="*/ 4374329 w 10321503"/>
              <a:gd name="connsiteY7670" fmla="*/ 1872674 h 5599766"/>
              <a:gd name="connsiteX7671" fmla="*/ 4374329 w 10321503"/>
              <a:gd name="connsiteY7671" fmla="*/ 1873339 h 5599766"/>
              <a:gd name="connsiteX7672" fmla="*/ 4370797 w 10321503"/>
              <a:gd name="connsiteY7672" fmla="*/ 1879480 h 5599766"/>
              <a:gd name="connsiteX7673" fmla="*/ 4370183 w 10321503"/>
              <a:gd name="connsiteY7673" fmla="*/ 1879839 h 5599766"/>
              <a:gd name="connsiteX7674" fmla="*/ 4568408 w 10321503"/>
              <a:gd name="connsiteY7674" fmla="*/ 1879839 h 5599766"/>
              <a:gd name="connsiteX7675" fmla="*/ 4561345 w 10321503"/>
              <a:gd name="connsiteY7675" fmla="*/ 1879839 h 5599766"/>
              <a:gd name="connsiteX7676" fmla="*/ 4560731 w 10321503"/>
              <a:gd name="connsiteY7676" fmla="*/ 1879480 h 5599766"/>
              <a:gd name="connsiteX7677" fmla="*/ 4557199 w 10321503"/>
              <a:gd name="connsiteY7677" fmla="*/ 1873339 h 5599766"/>
              <a:gd name="connsiteX7678" fmla="*/ 4557199 w 10321503"/>
              <a:gd name="connsiteY7678" fmla="*/ 1872674 h 5599766"/>
              <a:gd name="connsiteX7679" fmla="*/ 4560731 w 10321503"/>
              <a:gd name="connsiteY7679" fmla="*/ 1866531 h 5599766"/>
              <a:gd name="connsiteX7680" fmla="*/ 4561345 w 10321503"/>
              <a:gd name="connsiteY7680" fmla="*/ 1866173 h 5599766"/>
              <a:gd name="connsiteX7681" fmla="*/ 4568408 w 10321503"/>
              <a:gd name="connsiteY7681" fmla="*/ 1866173 h 5599766"/>
              <a:gd name="connsiteX7682" fmla="*/ 4569022 w 10321503"/>
              <a:gd name="connsiteY7682" fmla="*/ 1866531 h 5599766"/>
              <a:gd name="connsiteX7683" fmla="*/ 4572554 w 10321503"/>
              <a:gd name="connsiteY7683" fmla="*/ 1872674 h 5599766"/>
              <a:gd name="connsiteX7684" fmla="*/ 4572554 w 10321503"/>
              <a:gd name="connsiteY7684" fmla="*/ 1873339 h 5599766"/>
              <a:gd name="connsiteX7685" fmla="*/ 4569022 w 10321503"/>
              <a:gd name="connsiteY7685" fmla="*/ 1879480 h 5599766"/>
              <a:gd name="connsiteX7686" fmla="*/ 4568408 w 10321503"/>
              <a:gd name="connsiteY7686" fmla="*/ 1879839 h 5599766"/>
              <a:gd name="connsiteX7687" fmla="*/ 4766683 w 10321503"/>
              <a:gd name="connsiteY7687" fmla="*/ 1879839 h 5599766"/>
              <a:gd name="connsiteX7688" fmla="*/ 4759621 w 10321503"/>
              <a:gd name="connsiteY7688" fmla="*/ 1879839 h 5599766"/>
              <a:gd name="connsiteX7689" fmla="*/ 4759007 w 10321503"/>
              <a:gd name="connsiteY7689" fmla="*/ 1879480 h 5599766"/>
              <a:gd name="connsiteX7690" fmla="*/ 4755475 w 10321503"/>
              <a:gd name="connsiteY7690" fmla="*/ 1873339 h 5599766"/>
              <a:gd name="connsiteX7691" fmla="*/ 4755475 w 10321503"/>
              <a:gd name="connsiteY7691" fmla="*/ 1872674 h 5599766"/>
              <a:gd name="connsiteX7692" fmla="*/ 4759007 w 10321503"/>
              <a:gd name="connsiteY7692" fmla="*/ 1866531 h 5599766"/>
              <a:gd name="connsiteX7693" fmla="*/ 4759621 w 10321503"/>
              <a:gd name="connsiteY7693" fmla="*/ 1866173 h 5599766"/>
              <a:gd name="connsiteX7694" fmla="*/ 4766683 w 10321503"/>
              <a:gd name="connsiteY7694" fmla="*/ 1866173 h 5599766"/>
              <a:gd name="connsiteX7695" fmla="*/ 4767297 w 10321503"/>
              <a:gd name="connsiteY7695" fmla="*/ 1866531 h 5599766"/>
              <a:gd name="connsiteX7696" fmla="*/ 4770829 w 10321503"/>
              <a:gd name="connsiteY7696" fmla="*/ 1872674 h 5599766"/>
              <a:gd name="connsiteX7697" fmla="*/ 4770829 w 10321503"/>
              <a:gd name="connsiteY7697" fmla="*/ 1873339 h 5599766"/>
              <a:gd name="connsiteX7698" fmla="*/ 4767297 w 10321503"/>
              <a:gd name="connsiteY7698" fmla="*/ 1879480 h 5599766"/>
              <a:gd name="connsiteX7699" fmla="*/ 4766683 w 10321503"/>
              <a:gd name="connsiteY7699" fmla="*/ 1879839 h 5599766"/>
              <a:gd name="connsiteX7700" fmla="*/ 4964909 w 10321503"/>
              <a:gd name="connsiteY7700" fmla="*/ 1879839 h 5599766"/>
              <a:gd name="connsiteX7701" fmla="*/ 4957846 w 10321503"/>
              <a:gd name="connsiteY7701" fmla="*/ 1879839 h 5599766"/>
              <a:gd name="connsiteX7702" fmla="*/ 4957232 w 10321503"/>
              <a:gd name="connsiteY7702" fmla="*/ 1879480 h 5599766"/>
              <a:gd name="connsiteX7703" fmla="*/ 4953699 w 10321503"/>
              <a:gd name="connsiteY7703" fmla="*/ 1873339 h 5599766"/>
              <a:gd name="connsiteX7704" fmla="*/ 4953699 w 10321503"/>
              <a:gd name="connsiteY7704" fmla="*/ 1872674 h 5599766"/>
              <a:gd name="connsiteX7705" fmla="*/ 4957232 w 10321503"/>
              <a:gd name="connsiteY7705" fmla="*/ 1866531 h 5599766"/>
              <a:gd name="connsiteX7706" fmla="*/ 4957846 w 10321503"/>
              <a:gd name="connsiteY7706" fmla="*/ 1866173 h 5599766"/>
              <a:gd name="connsiteX7707" fmla="*/ 4964909 w 10321503"/>
              <a:gd name="connsiteY7707" fmla="*/ 1866173 h 5599766"/>
              <a:gd name="connsiteX7708" fmla="*/ 4965523 w 10321503"/>
              <a:gd name="connsiteY7708" fmla="*/ 1866531 h 5599766"/>
              <a:gd name="connsiteX7709" fmla="*/ 4969054 w 10321503"/>
              <a:gd name="connsiteY7709" fmla="*/ 1872674 h 5599766"/>
              <a:gd name="connsiteX7710" fmla="*/ 4969054 w 10321503"/>
              <a:gd name="connsiteY7710" fmla="*/ 1873339 h 5599766"/>
              <a:gd name="connsiteX7711" fmla="*/ 4965523 w 10321503"/>
              <a:gd name="connsiteY7711" fmla="*/ 1879480 h 5599766"/>
              <a:gd name="connsiteX7712" fmla="*/ 4964909 w 10321503"/>
              <a:gd name="connsiteY7712" fmla="*/ 1879839 h 5599766"/>
              <a:gd name="connsiteX7713" fmla="*/ 5163134 w 10321503"/>
              <a:gd name="connsiteY7713" fmla="*/ 1879839 h 5599766"/>
              <a:gd name="connsiteX7714" fmla="*/ 5156070 w 10321503"/>
              <a:gd name="connsiteY7714" fmla="*/ 1879839 h 5599766"/>
              <a:gd name="connsiteX7715" fmla="*/ 5155456 w 10321503"/>
              <a:gd name="connsiteY7715" fmla="*/ 1879480 h 5599766"/>
              <a:gd name="connsiteX7716" fmla="*/ 5151924 w 10321503"/>
              <a:gd name="connsiteY7716" fmla="*/ 1873339 h 5599766"/>
              <a:gd name="connsiteX7717" fmla="*/ 5151924 w 10321503"/>
              <a:gd name="connsiteY7717" fmla="*/ 1872674 h 5599766"/>
              <a:gd name="connsiteX7718" fmla="*/ 5155456 w 10321503"/>
              <a:gd name="connsiteY7718" fmla="*/ 1866531 h 5599766"/>
              <a:gd name="connsiteX7719" fmla="*/ 5156070 w 10321503"/>
              <a:gd name="connsiteY7719" fmla="*/ 1866173 h 5599766"/>
              <a:gd name="connsiteX7720" fmla="*/ 5163134 w 10321503"/>
              <a:gd name="connsiteY7720" fmla="*/ 1866173 h 5599766"/>
              <a:gd name="connsiteX7721" fmla="*/ 5163748 w 10321503"/>
              <a:gd name="connsiteY7721" fmla="*/ 1866531 h 5599766"/>
              <a:gd name="connsiteX7722" fmla="*/ 5167279 w 10321503"/>
              <a:gd name="connsiteY7722" fmla="*/ 1872674 h 5599766"/>
              <a:gd name="connsiteX7723" fmla="*/ 5167279 w 10321503"/>
              <a:gd name="connsiteY7723" fmla="*/ 1873339 h 5599766"/>
              <a:gd name="connsiteX7724" fmla="*/ 5163748 w 10321503"/>
              <a:gd name="connsiteY7724" fmla="*/ 1879480 h 5599766"/>
              <a:gd name="connsiteX7725" fmla="*/ 5163134 w 10321503"/>
              <a:gd name="connsiteY7725" fmla="*/ 1879839 h 5599766"/>
              <a:gd name="connsiteX7726" fmla="*/ 5361358 w 10321503"/>
              <a:gd name="connsiteY7726" fmla="*/ 1879839 h 5599766"/>
              <a:gd name="connsiteX7727" fmla="*/ 5354295 w 10321503"/>
              <a:gd name="connsiteY7727" fmla="*/ 1879839 h 5599766"/>
              <a:gd name="connsiteX7728" fmla="*/ 5353680 w 10321503"/>
              <a:gd name="connsiteY7728" fmla="*/ 1879480 h 5599766"/>
              <a:gd name="connsiteX7729" fmla="*/ 5350149 w 10321503"/>
              <a:gd name="connsiteY7729" fmla="*/ 1873339 h 5599766"/>
              <a:gd name="connsiteX7730" fmla="*/ 5350149 w 10321503"/>
              <a:gd name="connsiteY7730" fmla="*/ 1872674 h 5599766"/>
              <a:gd name="connsiteX7731" fmla="*/ 5353680 w 10321503"/>
              <a:gd name="connsiteY7731" fmla="*/ 1866531 h 5599766"/>
              <a:gd name="connsiteX7732" fmla="*/ 5354295 w 10321503"/>
              <a:gd name="connsiteY7732" fmla="*/ 1866173 h 5599766"/>
              <a:gd name="connsiteX7733" fmla="*/ 5361358 w 10321503"/>
              <a:gd name="connsiteY7733" fmla="*/ 1866173 h 5599766"/>
              <a:gd name="connsiteX7734" fmla="*/ 5361972 w 10321503"/>
              <a:gd name="connsiteY7734" fmla="*/ 1866531 h 5599766"/>
              <a:gd name="connsiteX7735" fmla="*/ 5365503 w 10321503"/>
              <a:gd name="connsiteY7735" fmla="*/ 1872674 h 5599766"/>
              <a:gd name="connsiteX7736" fmla="*/ 5365503 w 10321503"/>
              <a:gd name="connsiteY7736" fmla="*/ 1873339 h 5599766"/>
              <a:gd name="connsiteX7737" fmla="*/ 5361972 w 10321503"/>
              <a:gd name="connsiteY7737" fmla="*/ 1879480 h 5599766"/>
              <a:gd name="connsiteX7738" fmla="*/ 5361358 w 10321503"/>
              <a:gd name="connsiteY7738" fmla="*/ 1879839 h 5599766"/>
              <a:gd name="connsiteX7739" fmla="*/ 5559633 w 10321503"/>
              <a:gd name="connsiteY7739" fmla="*/ 1879839 h 5599766"/>
              <a:gd name="connsiteX7740" fmla="*/ 5552569 w 10321503"/>
              <a:gd name="connsiteY7740" fmla="*/ 1879839 h 5599766"/>
              <a:gd name="connsiteX7741" fmla="*/ 5551956 w 10321503"/>
              <a:gd name="connsiteY7741" fmla="*/ 1879480 h 5599766"/>
              <a:gd name="connsiteX7742" fmla="*/ 5548424 w 10321503"/>
              <a:gd name="connsiteY7742" fmla="*/ 1873339 h 5599766"/>
              <a:gd name="connsiteX7743" fmla="*/ 5548424 w 10321503"/>
              <a:gd name="connsiteY7743" fmla="*/ 1872674 h 5599766"/>
              <a:gd name="connsiteX7744" fmla="*/ 5551956 w 10321503"/>
              <a:gd name="connsiteY7744" fmla="*/ 1866531 h 5599766"/>
              <a:gd name="connsiteX7745" fmla="*/ 5552569 w 10321503"/>
              <a:gd name="connsiteY7745" fmla="*/ 1866173 h 5599766"/>
              <a:gd name="connsiteX7746" fmla="*/ 5559633 w 10321503"/>
              <a:gd name="connsiteY7746" fmla="*/ 1866173 h 5599766"/>
              <a:gd name="connsiteX7747" fmla="*/ 5560246 w 10321503"/>
              <a:gd name="connsiteY7747" fmla="*/ 1866531 h 5599766"/>
              <a:gd name="connsiteX7748" fmla="*/ 5563779 w 10321503"/>
              <a:gd name="connsiteY7748" fmla="*/ 1872674 h 5599766"/>
              <a:gd name="connsiteX7749" fmla="*/ 5563779 w 10321503"/>
              <a:gd name="connsiteY7749" fmla="*/ 1873339 h 5599766"/>
              <a:gd name="connsiteX7750" fmla="*/ 5560246 w 10321503"/>
              <a:gd name="connsiteY7750" fmla="*/ 1879480 h 5599766"/>
              <a:gd name="connsiteX7751" fmla="*/ 5559633 w 10321503"/>
              <a:gd name="connsiteY7751" fmla="*/ 1879839 h 5599766"/>
              <a:gd name="connsiteX7752" fmla="*/ 5757857 w 10321503"/>
              <a:gd name="connsiteY7752" fmla="*/ 1879839 h 5599766"/>
              <a:gd name="connsiteX7753" fmla="*/ 5750795 w 10321503"/>
              <a:gd name="connsiteY7753" fmla="*/ 1879839 h 5599766"/>
              <a:gd name="connsiteX7754" fmla="*/ 5750181 w 10321503"/>
              <a:gd name="connsiteY7754" fmla="*/ 1879480 h 5599766"/>
              <a:gd name="connsiteX7755" fmla="*/ 5746649 w 10321503"/>
              <a:gd name="connsiteY7755" fmla="*/ 1873339 h 5599766"/>
              <a:gd name="connsiteX7756" fmla="*/ 5746649 w 10321503"/>
              <a:gd name="connsiteY7756" fmla="*/ 1872674 h 5599766"/>
              <a:gd name="connsiteX7757" fmla="*/ 5750181 w 10321503"/>
              <a:gd name="connsiteY7757" fmla="*/ 1866531 h 5599766"/>
              <a:gd name="connsiteX7758" fmla="*/ 5750795 w 10321503"/>
              <a:gd name="connsiteY7758" fmla="*/ 1866173 h 5599766"/>
              <a:gd name="connsiteX7759" fmla="*/ 5757857 w 10321503"/>
              <a:gd name="connsiteY7759" fmla="*/ 1866173 h 5599766"/>
              <a:gd name="connsiteX7760" fmla="*/ 5758471 w 10321503"/>
              <a:gd name="connsiteY7760" fmla="*/ 1866531 h 5599766"/>
              <a:gd name="connsiteX7761" fmla="*/ 5762003 w 10321503"/>
              <a:gd name="connsiteY7761" fmla="*/ 1872674 h 5599766"/>
              <a:gd name="connsiteX7762" fmla="*/ 5762003 w 10321503"/>
              <a:gd name="connsiteY7762" fmla="*/ 1873339 h 5599766"/>
              <a:gd name="connsiteX7763" fmla="*/ 5758471 w 10321503"/>
              <a:gd name="connsiteY7763" fmla="*/ 1879480 h 5599766"/>
              <a:gd name="connsiteX7764" fmla="*/ 5757857 w 10321503"/>
              <a:gd name="connsiteY7764" fmla="*/ 1879839 h 5599766"/>
              <a:gd name="connsiteX7765" fmla="*/ 5956083 w 10321503"/>
              <a:gd name="connsiteY7765" fmla="*/ 1879839 h 5599766"/>
              <a:gd name="connsiteX7766" fmla="*/ 5949019 w 10321503"/>
              <a:gd name="connsiteY7766" fmla="*/ 1879839 h 5599766"/>
              <a:gd name="connsiteX7767" fmla="*/ 5948405 w 10321503"/>
              <a:gd name="connsiteY7767" fmla="*/ 1879480 h 5599766"/>
              <a:gd name="connsiteX7768" fmla="*/ 5944873 w 10321503"/>
              <a:gd name="connsiteY7768" fmla="*/ 1873339 h 5599766"/>
              <a:gd name="connsiteX7769" fmla="*/ 5944873 w 10321503"/>
              <a:gd name="connsiteY7769" fmla="*/ 1872674 h 5599766"/>
              <a:gd name="connsiteX7770" fmla="*/ 5948405 w 10321503"/>
              <a:gd name="connsiteY7770" fmla="*/ 1866531 h 5599766"/>
              <a:gd name="connsiteX7771" fmla="*/ 5949019 w 10321503"/>
              <a:gd name="connsiteY7771" fmla="*/ 1866173 h 5599766"/>
              <a:gd name="connsiteX7772" fmla="*/ 5956083 w 10321503"/>
              <a:gd name="connsiteY7772" fmla="*/ 1866173 h 5599766"/>
              <a:gd name="connsiteX7773" fmla="*/ 5956697 w 10321503"/>
              <a:gd name="connsiteY7773" fmla="*/ 1866531 h 5599766"/>
              <a:gd name="connsiteX7774" fmla="*/ 5960227 w 10321503"/>
              <a:gd name="connsiteY7774" fmla="*/ 1872674 h 5599766"/>
              <a:gd name="connsiteX7775" fmla="*/ 5960227 w 10321503"/>
              <a:gd name="connsiteY7775" fmla="*/ 1873339 h 5599766"/>
              <a:gd name="connsiteX7776" fmla="*/ 5956697 w 10321503"/>
              <a:gd name="connsiteY7776" fmla="*/ 1879480 h 5599766"/>
              <a:gd name="connsiteX7777" fmla="*/ 5956083 w 10321503"/>
              <a:gd name="connsiteY7777" fmla="*/ 1879839 h 5599766"/>
              <a:gd name="connsiteX7778" fmla="*/ 6154307 w 10321503"/>
              <a:gd name="connsiteY7778" fmla="*/ 1879839 h 5599766"/>
              <a:gd name="connsiteX7779" fmla="*/ 6147243 w 10321503"/>
              <a:gd name="connsiteY7779" fmla="*/ 1879839 h 5599766"/>
              <a:gd name="connsiteX7780" fmla="*/ 6146629 w 10321503"/>
              <a:gd name="connsiteY7780" fmla="*/ 1879480 h 5599766"/>
              <a:gd name="connsiteX7781" fmla="*/ 6143098 w 10321503"/>
              <a:gd name="connsiteY7781" fmla="*/ 1873339 h 5599766"/>
              <a:gd name="connsiteX7782" fmla="*/ 6143098 w 10321503"/>
              <a:gd name="connsiteY7782" fmla="*/ 1872674 h 5599766"/>
              <a:gd name="connsiteX7783" fmla="*/ 6146629 w 10321503"/>
              <a:gd name="connsiteY7783" fmla="*/ 1866531 h 5599766"/>
              <a:gd name="connsiteX7784" fmla="*/ 6147243 w 10321503"/>
              <a:gd name="connsiteY7784" fmla="*/ 1866173 h 5599766"/>
              <a:gd name="connsiteX7785" fmla="*/ 6154307 w 10321503"/>
              <a:gd name="connsiteY7785" fmla="*/ 1866173 h 5599766"/>
              <a:gd name="connsiteX7786" fmla="*/ 6154921 w 10321503"/>
              <a:gd name="connsiteY7786" fmla="*/ 1866531 h 5599766"/>
              <a:gd name="connsiteX7787" fmla="*/ 6158453 w 10321503"/>
              <a:gd name="connsiteY7787" fmla="*/ 1872674 h 5599766"/>
              <a:gd name="connsiteX7788" fmla="*/ 6158453 w 10321503"/>
              <a:gd name="connsiteY7788" fmla="*/ 1873339 h 5599766"/>
              <a:gd name="connsiteX7789" fmla="*/ 6154921 w 10321503"/>
              <a:gd name="connsiteY7789" fmla="*/ 1879480 h 5599766"/>
              <a:gd name="connsiteX7790" fmla="*/ 6154307 w 10321503"/>
              <a:gd name="connsiteY7790" fmla="*/ 1879839 h 5599766"/>
              <a:gd name="connsiteX7791" fmla="*/ 6352582 w 10321503"/>
              <a:gd name="connsiteY7791" fmla="*/ 1879839 h 5599766"/>
              <a:gd name="connsiteX7792" fmla="*/ 6345519 w 10321503"/>
              <a:gd name="connsiteY7792" fmla="*/ 1879839 h 5599766"/>
              <a:gd name="connsiteX7793" fmla="*/ 6344904 w 10321503"/>
              <a:gd name="connsiteY7793" fmla="*/ 1879480 h 5599766"/>
              <a:gd name="connsiteX7794" fmla="*/ 6341373 w 10321503"/>
              <a:gd name="connsiteY7794" fmla="*/ 1873339 h 5599766"/>
              <a:gd name="connsiteX7795" fmla="*/ 6341373 w 10321503"/>
              <a:gd name="connsiteY7795" fmla="*/ 1872674 h 5599766"/>
              <a:gd name="connsiteX7796" fmla="*/ 6344904 w 10321503"/>
              <a:gd name="connsiteY7796" fmla="*/ 1866531 h 5599766"/>
              <a:gd name="connsiteX7797" fmla="*/ 6345519 w 10321503"/>
              <a:gd name="connsiteY7797" fmla="*/ 1866173 h 5599766"/>
              <a:gd name="connsiteX7798" fmla="*/ 6352582 w 10321503"/>
              <a:gd name="connsiteY7798" fmla="*/ 1866173 h 5599766"/>
              <a:gd name="connsiteX7799" fmla="*/ 6353196 w 10321503"/>
              <a:gd name="connsiteY7799" fmla="*/ 1866531 h 5599766"/>
              <a:gd name="connsiteX7800" fmla="*/ 6356728 w 10321503"/>
              <a:gd name="connsiteY7800" fmla="*/ 1872674 h 5599766"/>
              <a:gd name="connsiteX7801" fmla="*/ 6356728 w 10321503"/>
              <a:gd name="connsiteY7801" fmla="*/ 1873339 h 5599766"/>
              <a:gd name="connsiteX7802" fmla="*/ 6353196 w 10321503"/>
              <a:gd name="connsiteY7802" fmla="*/ 1879480 h 5599766"/>
              <a:gd name="connsiteX7803" fmla="*/ 6352582 w 10321503"/>
              <a:gd name="connsiteY7803" fmla="*/ 1879839 h 5599766"/>
              <a:gd name="connsiteX7804" fmla="*/ 6550807 w 10321503"/>
              <a:gd name="connsiteY7804" fmla="*/ 1879839 h 5599766"/>
              <a:gd name="connsiteX7805" fmla="*/ 6543744 w 10321503"/>
              <a:gd name="connsiteY7805" fmla="*/ 1879839 h 5599766"/>
              <a:gd name="connsiteX7806" fmla="*/ 6543129 w 10321503"/>
              <a:gd name="connsiteY7806" fmla="*/ 1879480 h 5599766"/>
              <a:gd name="connsiteX7807" fmla="*/ 6539598 w 10321503"/>
              <a:gd name="connsiteY7807" fmla="*/ 1873339 h 5599766"/>
              <a:gd name="connsiteX7808" fmla="*/ 6539598 w 10321503"/>
              <a:gd name="connsiteY7808" fmla="*/ 1872674 h 5599766"/>
              <a:gd name="connsiteX7809" fmla="*/ 6543129 w 10321503"/>
              <a:gd name="connsiteY7809" fmla="*/ 1866531 h 5599766"/>
              <a:gd name="connsiteX7810" fmla="*/ 6543744 w 10321503"/>
              <a:gd name="connsiteY7810" fmla="*/ 1866173 h 5599766"/>
              <a:gd name="connsiteX7811" fmla="*/ 6550807 w 10321503"/>
              <a:gd name="connsiteY7811" fmla="*/ 1866173 h 5599766"/>
              <a:gd name="connsiteX7812" fmla="*/ 6551420 w 10321503"/>
              <a:gd name="connsiteY7812" fmla="*/ 1866531 h 5599766"/>
              <a:gd name="connsiteX7813" fmla="*/ 6554953 w 10321503"/>
              <a:gd name="connsiteY7813" fmla="*/ 1872674 h 5599766"/>
              <a:gd name="connsiteX7814" fmla="*/ 6554953 w 10321503"/>
              <a:gd name="connsiteY7814" fmla="*/ 1873339 h 5599766"/>
              <a:gd name="connsiteX7815" fmla="*/ 6551420 w 10321503"/>
              <a:gd name="connsiteY7815" fmla="*/ 1879480 h 5599766"/>
              <a:gd name="connsiteX7816" fmla="*/ 6550807 w 10321503"/>
              <a:gd name="connsiteY7816" fmla="*/ 1879839 h 5599766"/>
              <a:gd name="connsiteX7817" fmla="*/ 6749031 w 10321503"/>
              <a:gd name="connsiteY7817" fmla="*/ 1879839 h 5599766"/>
              <a:gd name="connsiteX7818" fmla="*/ 6741967 w 10321503"/>
              <a:gd name="connsiteY7818" fmla="*/ 1879839 h 5599766"/>
              <a:gd name="connsiteX7819" fmla="*/ 6741354 w 10321503"/>
              <a:gd name="connsiteY7819" fmla="*/ 1879480 h 5599766"/>
              <a:gd name="connsiteX7820" fmla="*/ 6737823 w 10321503"/>
              <a:gd name="connsiteY7820" fmla="*/ 1873339 h 5599766"/>
              <a:gd name="connsiteX7821" fmla="*/ 6737823 w 10321503"/>
              <a:gd name="connsiteY7821" fmla="*/ 1872674 h 5599766"/>
              <a:gd name="connsiteX7822" fmla="*/ 6741354 w 10321503"/>
              <a:gd name="connsiteY7822" fmla="*/ 1866531 h 5599766"/>
              <a:gd name="connsiteX7823" fmla="*/ 6741967 w 10321503"/>
              <a:gd name="connsiteY7823" fmla="*/ 1866173 h 5599766"/>
              <a:gd name="connsiteX7824" fmla="*/ 6749031 w 10321503"/>
              <a:gd name="connsiteY7824" fmla="*/ 1866173 h 5599766"/>
              <a:gd name="connsiteX7825" fmla="*/ 6749646 w 10321503"/>
              <a:gd name="connsiteY7825" fmla="*/ 1866531 h 5599766"/>
              <a:gd name="connsiteX7826" fmla="*/ 6753177 w 10321503"/>
              <a:gd name="connsiteY7826" fmla="*/ 1872674 h 5599766"/>
              <a:gd name="connsiteX7827" fmla="*/ 6753177 w 10321503"/>
              <a:gd name="connsiteY7827" fmla="*/ 1873339 h 5599766"/>
              <a:gd name="connsiteX7828" fmla="*/ 6749646 w 10321503"/>
              <a:gd name="connsiteY7828" fmla="*/ 1879480 h 5599766"/>
              <a:gd name="connsiteX7829" fmla="*/ 6749031 w 10321503"/>
              <a:gd name="connsiteY7829" fmla="*/ 1879839 h 5599766"/>
              <a:gd name="connsiteX7830" fmla="*/ 6947256 w 10321503"/>
              <a:gd name="connsiteY7830" fmla="*/ 1879839 h 5599766"/>
              <a:gd name="connsiteX7831" fmla="*/ 6940193 w 10321503"/>
              <a:gd name="connsiteY7831" fmla="*/ 1879839 h 5599766"/>
              <a:gd name="connsiteX7832" fmla="*/ 6939578 w 10321503"/>
              <a:gd name="connsiteY7832" fmla="*/ 1879480 h 5599766"/>
              <a:gd name="connsiteX7833" fmla="*/ 6936048 w 10321503"/>
              <a:gd name="connsiteY7833" fmla="*/ 1873339 h 5599766"/>
              <a:gd name="connsiteX7834" fmla="*/ 6936048 w 10321503"/>
              <a:gd name="connsiteY7834" fmla="*/ 1872674 h 5599766"/>
              <a:gd name="connsiteX7835" fmla="*/ 6939578 w 10321503"/>
              <a:gd name="connsiteY7835" fmla="*/ 1866531 h 5599766"/>
              <a:gd name="connsiteX7836" fmla="*/ 6940193 w 10321503"/>
              <a:gd name="connsiteY7836" fmla="*/ 1866173 h 5599766"/>
              <a:gd name="connsiteX7837" fmla="*/ 6947256 w 10321503"/>
              <a:gd name="connsiteY7837" fmla="*/ 1866173 h 5599766"/>
              <a:gd name="connsiteX7838" fmla="*/ 6947870 w 10321503"/>
              <a:gd name="connsiteY7838" fmla="*/ 1866531 h 5599766"/>
              <a:gd name="connsiteX7839" fmla="*/ 6951402 w 10321503"/>
              <a:gd name="connsiteY7839" fmla="*/ 1872674 h 5599766"/>
              <a:gd name="connsiteX7840" fmla="*/ 6951402 w 10321503"/>
              <a:gd name="connsiteY7840" fmla="*/ 1873339 h 5599766"/>
              <a:gd name="connsiteX7841" fmla="*/ 6947870 w 10321503"/>
              <a:gd name="connsiteY7841" fmla="*/ 1879480 h 5599766"/>
              <a:gd name="connsiteX7842" fmla="*/ 6947256 w 10321503"/>
              <a:gd name="connsiteY7842" fmla="*/ 1879839 h 5599766"/>
              <a:gd name="connsiteX7843" fmla="*/ 7145388 w 10321503"/>
              <a:gd name="connsiteY7843" fmla="*/ 1879839 h 5599766"/>
              <a:gd name="connsiteX7844" fmla="*/ 7138325 w 10321503"/>
              <a:gd name="connsiteY7844" fmla="*/ 1879839 h 5599766"/>
              <a:gd name="connsiteX7845" fmla="*/ 7137713 w 10321503"/>
              <a:gd name="connsiteY7845" fmla="*/ 1879480 h 5599766"/>
              <a:gd name="connsiteX7846" fmla="*/ 7134180 w 10321503"/>
              <a:gd name="connsiteY7846" fmla="*/ 1873339 h 5599766"/>
              <a:gd name="connsiteX7847" fmla="*/ 7134180 w 10321503"/>
              <a:gd name="connsiteY7847" fmla="*/ 1872674 h 5599766"/>
              <a:gd name="connsiteX7848" fmla="*/ 7137713 w 10321503"/>
              <a:gd name="connsiteY7848" fmla="*/ 1866531 h 5599766"/>
              <a:gd name="connsiteX7849" fmla="*/ 7138325 w 10321503"/>
              <a:gd name="connsiteY7849" fmla="*/ 1866173 h 5599766"/>
              <a:gd name="connsiteX7850" fmla="*/ 7145388 w 10321503"/>
              <a:gd name="connsiteY7850" fmla="*/ 1866173 h 5599766"/>
              <a:gd name="connsiteX7851" fmla="*/ 7146004 w 10321503"/>
              <a:gd name="connsiteY7851" fmla="*/ 1866531 h 5599766"/>
              <a:gd name="connsiteX7852" fmla="*/ 7149535 w 10321503"/>
              <a:gd name="connsiteY7852" fmla="*/ 1872674 h 5599766"/>
              <a:gd name="connsiteX7853" fmla="*/ 7149535 w 10321503"/>
              <a:gd name="connsiteY7853" fmla="*/ 1873339 h 5599766"/>
              <a:gd name="connsiteX7854" fmla="*/ 7146004 w 10321503"/>
              <a:gd name="connsiteY7854" fmla="*/ 1879480 h 5599766"/>
              <a:gd name="connsiteX7855" fmla="*/ 7145388 w 10321503"/>
              <a:gd name="connsiteY7855" fmla="*/ 1879839 h 5599766"/>
              <a:gd name="connsiteX7856" fmla="*/ 7343639 w 10321503"/>
              <a:gd name="connsiteY7856" fmla="*/ 1879839 h 5599766"/>
              <a:gd name="connsiteX7857" fmla="*/ 7336575 w 10321503"/>
              <a:gd name="connsiteY7857" fmla="*/ 1879839 h 5599766"/>
              <a:gd name="connsiteX7858" fmla="*/ 7335961 w 10321503"/>
              <a:gd name="connsiteY7858" fmla="*/ 1879480 h 5599766"/>
              <a:gd name="connsiteX7859" fmla="*/ 7332429 w 10321503"/>
              <a:gd name="connsiteY7859" fmla="*/ 1873339 h 5599766"/>
              <a:gd name="connsiteX7860" fmla="*/ 7332429 w 10321503"/>
              <a:gd name="connsiteY7860" fmla="*/ 1872674 h 5599766"/>
              <a:gd name="connsiteX7861" fmla="*/ 7335961 w 10321503"/>
              <a:gd name="connsiteY7861" fmla="*/ 1866531 h 5599766"/>
              <a:gd name="connsiteX7862" fmla="*/ 7336575 w 10321503"/>
              <a:gd name="connsiteY7862" fmla="*/ 1866173 h 5599766"/>
              <a:gd name="connsiteX7863" fmla="*/ 7343639 w 10321503"/>
              <a:gd name="connsiteY7863" fmla="*/ 1866173 h 5599766"/>
              <a:gd name="connsiteX7864" fmla="*/ 7344253 w 10321503"/>
              <a:gd name="connsiteY7864" fmla="*/ 1866531 h 5599766"/>
              <a:gd name="connsiteX7865" fmla="*/ 7347785 w 10321503"/>
              <a:gd name="connsiteY7865" fmla="*/ 1872674 h 5599766"/>
              <a:gd name="connsiteX7866" fmla="*/ 7347785 w 10321503"/>
              <a:gd name="connsiteY7866" fmla="*/ 1873339 h 5599766"/>
              <a:gd name="connsiteX7867" fmla="*/ 7344253 w 10321503"/>
              <a:gd name="connsiteY7867" fmla="*/ 1879480 h 5599766"/>
              <a:gd name="connsiteX7868" fmla="*/ 7343639 w 10321503"/>
              <a:gd name="connsiteY7868" fmla="*/ 1879839 h 5599766"/>
              <a:gd name="connsiteX7869" fmla="*/ 7541927 w 10321503"/>
              <a:gd name="connsiteY7869" fmla="*/ 1879839 h 5599766"/>
              <a:gd name="connsiteX7870" fmla="*/ 7534864 w 10321503"/>
              <a:gd name="connsiteY7870" fmla="*/ 1879839 h 5599766"/>
              <a:gd name="connsiteX7871" fmla="*/ 7534250 w 10321503"/>
              <a:gd name="connsiteY7871" fmla="*/ 1879480 h 5599766"/>
              <a:gd name="connsiteX7872" fmla="*/ 7530718 w 10321503"/>
              <a:gd name="connsiteY7872" fmla="*/ 1873339 h 5599766"/>
              <a:gd name="connsiteX7873" fmla="*/ 7530718 w 10321503"/>
              <a:gd name="connsiteY7873" fmla="*/ 1872674 h 5599766"/>
              <a:gd name="connsiteX7874" fmla="*/ 7534250 w 10321503"/>
              <a:gd name="connsiteY7874" fmla="*/ 1866531 h 5599766"/>
              <a:gd name="connsiteX7875" fmla="*/ 7534864 w 10321503"/>
              <a:gd name="connsiteY7875" fmla="*/ 1866173 h 5599766"/>
              <a:gd name="connsiteX7876" fmla="*/ 7541927 w 10321503"/>
              <a:gd name="connsiteY7876" fmla="*/ 1866173 h 5599766"/>
              <a:gd name="connsiteX7877" fmla="*/ 7542541 w 10321503"/>
              <a:gd name="connsiteY7877" fmla="*/ 1866531 h 5599766"/>
              <a:gd name="connsiteX7878" fmla="*/ 7546074 w 10321503"/>
              <a:gd name="connsiteY7878" fmla="*/ 1872674 h 5599766"/>
              <a:gd name="connsiteX7879" fmla="*/ 7546074 w 10321503"/>
              <a:gd name="connsiteY7879" fmla="*/ 1873339 h 5599766"/>
              <a:gd name="connsiteX7880" fmla="*/ 7542541 w 10321503"/>
              <a:gd name="connsiteY7880" fmla="*/ 1879480 h 5599766"/>
              <a:gd name="connsiteX7881" fmla="*/ 7541927 w 10321503"/>
              <a:gd name="connsiteY7881" fmla="*/ 1879839 h 5599766"/>
              <a:gd name="connsiteX7882" fmla="*/ 7740190 w 10321503"/>
              <a:gd name="connsiteY7882" fmla="*/ 1879839 h 5599766"/>
              <a:gd name="connsiteX7883" fmla="*/ 7733127 w 10321503"/>
              <a:gd name="connsiteY7883" fmla="*/ 1879839 h 5599766"/>
              <a:gd name="connsiteX7884" fmla="*/ 7732513 w 10321503"/>
              <a:gd name="connsiteY7884" fmla="*/ 1879480 h 5599766"/>
              <a:gd name="connsiteX7885" fmla="*/ 7728981 w 10321503"/>
              <a:gd name="connsiteY7885" fmla="*/ 1873339 h 5599766"/>
              <a:gd name="connsiteX7886" fmla="*/ 7728981 w 10321503"/>
              <a:gd name="connsiteY7886" fmla="*/ 1872674 h 5599766"/>
              <a:gd name="connsiteX7887" fmla="*/ 7732513 w 10321503"/>
              <a:gd name="connsiteY7887" fmla="*/ 1866531 h 5599766"/>
              <a:gd name="connsiteX7888" fmla="*/ 7733127 w 10321503"/>
              <a:gd name="connsiteY7888" fmla="*/ 1866173 h 5599766"/>
              <a:gd name="connsiteX7889" fmla="*/ 7740190 w 10321503"/>
              <a:gd name="connsiteY7889" fmla="*/ 1866173 h 5599766"/>
              <a:gd name="connsiteX7890" fmla="*/ 7740804 w 10321503"/>
              <a:gd name="connsiteY7890" fmla="*/ 1866531 h 5599766"/>
              <a:gd name="connsiteX7891" fmla="*/ 7744336 w 10321503"/>
              <a:gd name="connsiteY7891" fmla="*/ 1872674 h 5599766"/>
              <a:gd name="connsiteX7892" fmla="*/ 7744336 w 10321503"/>
              <a:gd name="connsiteY7892" fmla="*/ 1873339 h 5599766"/>
              <a:gd name="connsiteX7893" fmla="*/ 7740804 w 10321503"/>
              <a:gd name="connsiteY7893" fmla="*/ 1879480 h 5599766"/>
              <a:gd name="connsiteX7894" fmla="*/ 7740190 w 10321503"/>
              <a:gd name="connsiteY7894" fmla="*/ 1879839 h 5599766"/>
              <a:gd name="connsiteX7895" fmla="*/ 7938320 w 10321503"/>
              <a:gd name="connsiteY7895" fmla="*/ 1879839 h 5599766"/>
              <a:gd name="connsiteX7896" fmla="*/ 7931256 w 10321503"/>
              <a:gd name="connsiteY7896" fmla="*/ 1879839 h 5599766"/>
              <a:gd name="connsiteX7897" fmla="*/ 7930642 w 10321503"/>
              <a:gd name="connsiteY7897" fmla="*/ 1879480 h 5599766"/>
              <a:gd name="connsiteX7898" fmla="*/ 7927111 w 10321503"/>
              <a:gd name="connsiteY7898" fmla="*/ 1873339 h 5599766"/>
              <a:gd name="connsiteX7899" fmla="*/ 7927111 w 10321503"/>
              <a:gd name="connsiteY7899" fmla="*/ 1872674 h 5599766"/>
              <a:gd name="connsiteX7900" fmla="*/ 7930642 w 10321503"/>
              <a:gd name="connsiteY7900" fmla="*/ 1866531 h 5599766"/>
              <a:gd name="connsiteX7901" fmla="*/ 7931256 w 10321503"/>
              <a:gd name="connsiteY7901" fmla="*/ 1866173 h 5599766"/>
              <a:gd name="connsiteX7902" fmla="*/ 7938320 w 10321503"/>
              <a:gd name="connsiteY7902" fmla="*/ 1866173 h 5599766"/>
              <a:gd name="connsiteX7903" fmla="*/ 7938934 w 10321503"/>
              <a:gd name="connsiteY7903" fmla="*/ 1866531 h 5599766"/>
              <a:gd name="connsiteX7904" fmla="*/ 7942467 w 10321503"/>
              <a:gd name="connsiteY7904" fmla="*/ 1872674 h 5599766"/>
              <a:gd name="connsiteX7905" fmla="*/ 7942467 w 10321503"/>
              <a:gd name="connsiteY7905" fmla="*/ 1873339 h 5599766"/>
              <a:gd name="connsiteX7906" fmla="*/ 7938934 w 10321503"/>
              <a:gd name="connsiteY7906" fmla="*/ 1879480 h 5599766"/>
              <a:gd name="connsiteX7907" fmla="*/ 7938320 w 10321503"/>
              <a:gd name="connsiteY7907" fmla="*/ 1879839 h 5599766"/>
              <a:gd name="connsiteX7908" fmla="*/ 8136571 w 10321503"/>
              <a:gd name="connsiteY7908" fmla="*/ 1879839 h 5599766"/>
              <a:gd name="connsiteX7909" fmla="*/ 8129510 w 10321503"/>
              <a:gd name="connsiteY7909" fmla="*/ 1879839 h 5599766"/>
              <a:gd name="connsiteX7910" fmla="*/ 8128895 w 10321503"/>
              <a:gd name="connsiteY7910" fmla="*/ 1879480 h 5599766"/>
              <a:gd name="connsiteX7911" fmla="*/ 8125364 w 10321503"/>
              <a:gd name="connsiteY7911" fmla="*/ 1873339 h 5599766"/>
              <a:gd name="connsiteX7912" fmla="*/ 8125364 w 10321503"/>
              <a:gd name="connsiteY7912" fmla="*/ 1872674 h 5599766"/>
              <a:gd name="connsiteX7913" fmla="*/ 8128895 w 10321503"/>
              <a:gd name="connsiteY7913" fmla="*/ 1866531 h 5599766"/>
              <a:gd name="connsiteX7914" fmla="*/ 8129510 w 10321503"/>
              <a:gd name="connsiteY7914" fmla="*/ 1866173 h 5599766"/>
              <a:gd name="connsiteX7915" fmla="*/ 8136571 w 10321503"/>
              <a:gd name="connsiteY7915" fmla="*/ 1866173 h 5599766"/>
              <a:gd name="connsiteX7916" fmla="*/ 8137188 w 10321503"/>
              <a:gd name="connsiteY7916" fmla="*/ 1866531 h 5599766"/>
              <a:gd name="connsiteX7917" fmla="*/ 8140719 w 10321503"/>
              <a:gd name="connsiteY7917" fmla="*/ 1872674 h 5599766"/>
              <a:gd name="connsiteX7918" fmla="*/ 8140719 w 10321503"/>
              <a:gd name="connsiteY7918" fmla="*/ 1873339 h 5599766"/>
              <a:gd name="connsiteX7919" fmla="*/ 8137188 w 10321503"/>
              <a:gd name="connsiteY7919" fmla="*/ 1879480 h 5599766"/>
              <a:gd name="connsiteX7920" fmla="*/ 8136571 w 10321503"/>
              <a:gd name="connsiteY7920" fmla="*/ 1879839 h 5599766"/>
              <a:gd name="connsiteX7921" fmla="*/ 8334905 w 10321503"/>
              <a:gd name="connsiteY7921" fmla="*/ 1879839 h 5599766"/>
              <a:gd name="connsiteX7922" fmla="*/ 8327843 w 10321503"/>
              <a:gd name="connsiteY7922" fmla="*/ 1879839 h 5599766"/>
              <a:gd name="connsiteX7923" fmla="*/ 8327227 w 10321503"/>
              <a:gd name="connsiteY7923" fmla="*/ 1879480 h 5599766"/>
              <a:gd name="connsiteX7924" fmla="*/ 8323697 w 10321503"/>
              <a:gd name="connsiteY7924" fmla="*/ 1873339 h 5599766"/>
              <a:gd name="connsiteX7925" fmla="*/ 8323697 w 10321503"/>
              <a:gd name="connsiteY7925" fmla="*/ 1872674 h 5599766"/>
              <a:gd name="connsiteX7926" fmla="*/ 8327227 w 10321503"/>
              <a:gd name="connsiteY7926" fmla="*/ 1866531 h 5599766"/>
              <a:gd name="connsiteX7927" fmla="*/ 8327843 w 10321503"/>
              <a:gd name="connsiteY7927" fmla="*/ 1866173 h 5599766"/>
              <a:gd name="connsiteX7928" fmla="*/ 8334905 w 10321503"/>
              <a:gd name="connsiteY7928" fmla="*/ 1866173 h 5599766"/>
              <a:gd name="connsiteX7929" fmla="*/ 8335519 w 10321503"/>
              <a:gd name="connsiteY7929" fmla="*/ 1866531 h 5599766"/>
              <a:gd name="connsiteX7930" fmla="*/ 8339051 w 10321503"/>
              <a:gd name="connsiteY7930" fmla="*/ 1872674 h 5599766"/>
              <a:gd name="connsiteX7931" fmla="*/ 8339051 w 10321503"/>
              <a:gd name="connsiteY7931" fmla="*/ 1873339 h 5599766"/>
              <a:gd name="connsiteX7932" fmla="*/ 8335519 w 10321503"/>
              <a:gd name="connsiteY7932" fmla="*/ 1879480 h 5599766"/>
              <a:gd name="connsiteX7933" fmla="*/ 8334905 w 10321503"/>
              <a:gd name="connsiteY7933" fmla="*/ 1879839 h 5599766"/>
              <a:gd name="connsiteX7934" fmla="*/ 8533000 w 10321503"/>
              <a:gd name="connsiteY7934" fmla="*/ 1879839 h 5599766"/>
              <a:gd name="connsiteX7935" fmla="*/ 8525937 w 10321503"/>
              <a:gd name="connsiteY7935" fmla="*/ 1879839 h 5599766"/>
              <a:gd name="connsiteX7936" fmla="*/ 8525324 w 10321503"/>
              <a:gd name="connsiteY7936" fmla="*/ 1879480 h 5599766"/>
              <a:gd name="connsiteX7937" fmla="*/ 8521791 w 10321503"/>
              <a:gd name="connsiteY7937" fmla="*/ 1873339 h 5599766"/>
              <a:gd name="connsiteX7938" fmla="*/ 8521791 w 10321503"/>
              <a:gd name="connsiteY7938" fmla="*/ 1872674 h 5599766"/>
              <a:gd name="connsiteX7939" fmla="*/ 8525324 w 10321503"/>
              <a:gd name="connsiteY7939" fmla="*/ 1866531 h 5599766"/>
              <a:gd name="connsiteX7940" fmla="*/ 8525937 w 10321503"/>
              <a:gd name="connsiteY7940" fmla="*/ 1866173 h 5599766"/>
              <a:gd name="connsiteX7941" fmla="*/ 8533000 w 10321503"/>
              <a:gd name="connsiteY7941" fmla="*/ 1866173 h 5599766"/>
              <a:gd name="connsiteX7942" fmla="*/ 8533615 w 10321503"/>
              <a:gd name="connsiteY7942" fmla="*/ 1866531 h 5599766"/>
              <a:gd name="connsiteX7943" fmla="*/ 8537147 w 10321503"/>
              <a:gd name="connsiteY7943" fmla="*/ 1872674 h 5599766"/>
              <a:gd name="connsiteX7944" fmla="*/ 8537147 w 10321503"/>
              <a:gd name="connsiteY7944" fmla="*/ 1873339 h 5599766"/>
              <a:gd name="connsiteX7945" fmla="*/ 8533615 w 10321503"/>
              <a:gd name="connsiteY7945" fmla="*/ 1879480 h 5599766"/>
              <a:gd name="connsiteX7946" fmla="*/ 8533000 w 10321503"/>
              <a:gd name="connsiteY7946" fmla="*/ 1879839 h 5599766"/>
              <a:gd name="connsiteX7947" fmla="*/ 8731304 w 10321503"/>
              <a:gd name="connsiteY7947" fmla="*/ 1879839 h 5599766"/>
              <a:gd name="connsiteX7948" fmla="*/ 8724240 w 10321503"/>
              <a:gd name="connsiteY7948" fmla="*/ 1879839 h 5599766"/>
              <a:gd name="connsiteX7949" fmla="*/ 8723626 w 10321503"/>
              <a:gd name="connsiteY7949" fmla="*/ 1879480 h 5599766"/>
              <a:gd name="connsiteX7950" fmla="*/ 8720094 w 10321503"/>
              <a:gd name="connsiteY7950" fmla="*/ 1873339 h 5599766"/>
              <a:gd name="connsiteX7951" fmla="*/ 8720094 w 10321503"/>
              <a:gd name="connsiteY7951" fmla="*/ 1872674 h 5599766"/>
              <a:gd name="connsiteX7952" fmla="*/ 8723626 w 10321503"/>
              <a:gd name="connsiteY7952" fmla="*/ 1866531 h 5599766"/>
              <a:gd name="connsiteX7953" fmla="*/ 8724240 w 10321503"/>
              <a:gd name="connsiteY7953" fmla="*/ 1866173 h 5599766"/>
              <a:gd name="connsiteX7954" fmla="*/ 8731304 w 10321503"/>
              <a:gd name="connsiteY7954" fmla="*/ 1866173 h 5599766"/>
              <a:gd name="connsiteX7955" fmla="*/ 8731918 w 10321503"/>
              <a:gd name="connsiteY7955" fmla="*/ 1866531 h 5599766"/>
              <a:gd name="connsiteX7956" fmla="*/ 8735451 w 10321503"/>
              <a:gd name="connsiteY7956" fmla="*/ 1872674 h 5599766"/>
              <a:gd name="connsiteX7957" fmla="*/ 8735451 w 10321503"/>
              <a:gd name="connsiteY7957" fmla="*/ 1873339 h 5599766"/>
              <a:gd name="connsiteX7958" fmla="*/ 8731918 w 10321503"/>
              <a:gd name="connsiteY7958" fmla="*/ 1879480 h 5599766"/>
              <a:gd name="connsiteX7959" fmla="*/ 8731304 w 10321503"/>
              <a:gd name="connsiteY7959" fmla="*/ 1879839 h 5599766"/>
              <a:gd name="connsiteX7960" fmla="*/ 8929642 w 10321503"/>
              <a:gd name="connsiteY7960" fmla="*/ 1879839 h 5599766"/>
              <a:gd name="connsiteX7961" fmla="*/ 8922579 w 10321503"/>
              <a:gd name="connsiteY7961" fmla="*/ 1879839 h 5599766"/>
              <a:gd name="connsiteX7962" fmla="*/ 8921964 w 10321503"/>
              <a:gd name="connsiteY7962" fmla="*/ 1879480 h 5599766"/>
              <a:gd name="connsiteX7963" fmla="*/ 8918433 w 10321503"/>
              <a:gd name="connsiteY7963" fmla="*/ 1873339 h 5599766"/>
              <a:gd name="connsiteX7964" fmla="*/ 8918433 w 10321503"/>
              <a:gd name="connsiteY7964" fmla="*/ 1872674 h 5599766"/>
              <a:gd name="connsiteX7965" fmla="*/ 8921964 w 10321503"/>
              <a:gd name="connsiteY7965" fmla="*/ 1866531 h 5599766"/>
              <a:gd name="connsiteX7966" fmla="*/ 8922579 w 10321503"/>
              <a:gd name="connsiteY7966" fmla="*/ 1866173 h 5599766"/>
              <a:gd name="connsiteX7967" fmla="*/ 8929642 w 10321503"/>
              <a:gd name="connsiteY7967" fmla="*/ 1866173 h 5599766"/>
              <a:gd name="connsiteX7968" fmla="*/ 8930256 w 10321503"/>
              <a:gd name="connsiteY7968" fmla="*/ 1866531 h 5599766"/>
              <a:gd name="connsiteX7969" fmla="*/ 8933788 w 10321503"/>
              <a:gd name="connsiteY7969" fmla="*/ 1872674 h 5599766"/>
              <a:gd name="connsiteX7970" fmla="*/ 8933788 w 10321503"/>
              <a:gd name="connsiteY7970" fmla="*/ 1873339 h 5599766"/>
              <a:gd name="connsiteX7971" fmla="*/ 8930256 w 10321503"/>
              <a:gd name="connsiteY7971" fmla="*/ 1879480 h 5599766"/>
              <a:gd name="connsiteX7972" fmla="*/ 8929642 w 10321503"/>
              <a:gd name="connsiteY7972" fmla="*/ 1879839 h 5599766"/>
              <a:gd name="connsiteX7973" fmla="*/ 9127727 w 10321503"/>
              <a:gd name="connsiteY7973" fmla="*/ 1879839 h 5599766"/>
              <a:gd name="connsiteX7974" fmla="*/ 9120664 w 10321503"/>
              <a:gd name="connsiteY7974" fmla="*/ 1879839 h 5599766"/>
              <a:gd name="connsiteX7975" fmla="*/ 9120050 w 10321503"/>
              <a:gd name="connsiteY7975" fmla="*/ 1879480 h 5599766"/>
              <a:gd name="connsiteX7976" fmla="*/ 9116517 w 10321503"/>
              <a:gd name="connsiteY7976" fmla="*/ 1873339 h 5599766"/>
              <a:gd name="connsiteX7977" fmla="*/ 9116517 w 10321503"/>
              <a:gd name="connsiteY7977" fmla="*/ 1872674 h 5599766"/>
              <a:gd name="connsiteX7978" fmla="*/ 9120050 w 10321503"/>
              <a:gd name="connsiteY7978" fmla="*/ 1866531 h 5599766"/>
              <a:gd name="connsiteX7979" fmla="*/ 9120664 w 10321503"/>
              <a:gd name="connsiteY7979" fmla="*/ 1866173 h 5599766"/>
              <a:gd name="connsiteX7980" fmla="*/ 9127727 w 10321503"/>
              <a:gd name="connsiteY7980" fmla="*/ 1866173 h 5599766"/>
              <a:gd name="connsiteX7981" fmla="*/ 9128341 w 10321503"/>
              <a:gd name="connsiteY7981" fmla="*/ 1866531 h 5599766"/>
              <a:gd name="connsiteX7982" fmla="*/ 9131872 w 10321503"/>
              <a:gd name="connsiteY7982" fmla="*/ 1872674 h 5599766"/>
              <a:gd name="connsiteX7983" fmla="*/ 9131872 w 10321503"/>
              <a:gd name="connsiteY7983" fmla="*/ 1873339 h 5599766"/>
              <a:gd name="connsiteX7984" fmla="*/ 9128341 w 10321503"/>
              <a:gd name="connsiteY7984" fmla="*/ 1879480 h 5599766"/>
              <a:gd name="connsiteX7985" fmla="*/ 9127727 w 10321503"/>
              <a:gd name="connsiteY7985" fmla="*/ 1879839 h 5599766"/>
              <a:gd name="connsiteX7986" fmla="*/ 9326048 w 10321503"/>
              <a:gd name="connsiteY7986" fmla="*/ 1879839 h 5599766"/>
              <a:gd name="connsiteX7987" fmla="*/ 9318984 w 10321503"/>
              <a:gd name="connsiteY7987" fmla="*/ 1879839 h 5599766"/>
              <a:gd name="connsiteX7988" fmla="*/ 9318371 w 10321503"/>
              <a:gd name="connsiteY7988" fmla="*/ 1879480 h 5599766"/>
              <a:gd name="connsiteX7989" fmla="*/ 9314839 w 10321503"/>
              <a:gd name="connsiteY7989" fmla="*/ 1873339 h 5599766"/>
              <a:gd name="connsiteX7990" fmla="*/ 9314839 w 10321503"/>
              <a:gd name="connsiteY7990" fmla="*/ 1872674 h 5599766"/>
              <a:gd name="connsiteX7991" fmla="*/ 9318371 w 10321503"/>
              <a:gd name="connsiteY7991" fmla="*/ 1866531 h 5599766"/>
              <a:gd name="connsiteX7992" fmla="*/ 9318984 w 10321503"/>
              <a:gd name="connsiteY7992" fmla="*/ 1866173 h 5599766"/>
              <a:gd name="connsiteX7993" fmla="*/ 9326048 w 10321503"/>
              <a:gd name="connsiteY7993" fmla="*/ 1866173 h 5599766"/>
              <a:gd name="connsiteX7994" fmla="*/ 9326663 w 10321503"/>
              <a:gd name="connsiteY7994" fmla="*/ 1866531 h 5599766"/>
              <a:gd name="connsiteX7995" fmla="*/ 9330193 w 10321503"/>
              <a:gd name="connsiteY7995" fmla="*/ 1872674 h 5599766"/>
              <a:gd name="connsiteX7996" fmla="*/ 9330193 w 10321503"/>
              <a:gd name="connsiteY7996" fmla="*/ 1873339 h 5599766"/>
              <a:gd name="connsiteX7997" fmla="*/ 9326663 w 10321503"/>
              <a:gd name="connsiteY7997" fmla="*/ 1879480 h 5599766"/>
              <a:gd name="connsiteX7998" fmla="*/ 9326048 w 10321503"/>
              <a:gd name="connsiteY7998" fmla="*/ 1879839 h 5599766"/>
              <a:gd name="connsiteX7999" fmla="*/ 9524186 w 10321503"/>
              <a:gd name="connsiteY7999" fmla="*/ 1879839 h 5599766"/>
              <a:gd name="connsiteX8000" fmla="*/ 9517122 w 10321503"/>
              <a:gd name="connsiteY8000" fmla="*/ 1879839 h 5599766"/>
              <a:gd name="connsiteX8001" fmla="*/ 9516508 w 10321503"/>
              <a:gd name="connsiteY8001" fmla="*/ 1879480 h 5599766"/>
              <a:gd name="connsiteX8002" fmla="*/ 9512977 w 10321503"/>
              <a:gd name="connsiteY8002" fmla="*/ 1873339 h 5599766"/>
              <a:gd name="connsiteX8003" fmla="*/ 9512977 w 10321503"/>
              <a:gd name="connsiteY8003" fmla="*/ 1872674 h 5599766"/>
              <a:gd name="connsiteX8004" fmla="*/ 9516508 w 10321503"/>
              <a:gd name="connsiteY8004" fmla="*/ 1866531 h 5599766"/>
              <a:gd name="connsiteX8005" fmla="*/ 9517122 w 10321503"/>
              <a:gd name="connsiteY8005" fmla="*/ 1866173 h 5599766"/>
              <a:gd name="connsiteX8006" fmla="*/ 9524186 w 10321503"/>
              <a:gd name="connsiteY8006" fmla="*/ 1866173 h 5599766"/>
              <a:gd name="connsiteX8007" fmla="*/ 9524800 w 10321503"/>
              <a:gd name="connsiteY8007" fmla="*/ 1866531 h 5599766"/>
              <a:gd name="connsiteX8008" fmla="*/ 9528333 w 10321503"/>
              <a:gd name="connsiteY8008" fmla="*/ 1872674 h 5599766"/>
              <a:gd name="connsiteX8009" fmla="*/ 9528333 w 10321503"/>
              <a:gd name="connsiteY8009" fmla="*/ 1873339 h 5599766"/>
              <a:gd name="connsiteX8010" fmla="*/ 9524800 w 10321503"/>
              <a:gd name="connsiteY8010" fmla="*/ 1879480 h 5599766"/>
              <a:gd name="connsiteX8011" fmla="*/ 9524186 w 10321503"/>
              <a:gd name="connsiteY8011" fmla="*/ 1879839 h 5599766"/>
              <a:gd name="connsiteX8012" fmla="*/ 9722552 w 10321503"/>
              <a:gd name="connsiteY8012" fmla="*/ 1879839 h 5599766"/>
              <a:gd name="connsiteX8013" fmla="*/ 9715490 w 10321503"/>
              <a:gd name="connsiteY8013" fmla="*/ 1879839 h 5599766"/>
              <a:gd name="connsiteX8014" fmla="*/ 9714876 w 10321503"/>
              <a:gd name="connsiteY8014" fmla="*/ 1879480 h 5599766"/>
              <a:gd name="connsiteX8015" fmla="*/ 9711344 w 10321503"/>
              <a:gd name="connsiteY8015" fmla="*/ 1873339 h 5599766"/>
              <a:gd name="connsiteX8016" fmla="*/ 9711344 w 10321503"/>
              <a:gd name="connsiteY8016" fmla="*/ 1872674 h 5599766"/>
              <a:gd name="connsiteX8017" fmla="*/ 9714876 w 10321503"/>
              <a:gd name="connsiteY8017" fmla="*/ 1866531 h 5599766"/>
              <a:gd name="connsiteX8018" fmla="*/ 9715490 w 10321503"/>
              <a:gd name="connsiteY8018" fmla="*/ 1866173 h 5599766"/>
              <a:gd name="connsiteX8019" fmla="*/ 9722552 w 10321503"/>
              <a:gd name="connsiteY8019" fmla="*/ 1866173 h 5599766"/>
              <a:gd name="connsiteX8020" fmla="*/ 9723167 w 10321503"/>
              <a:gd name="connsiteY8020" fmla="*/ 1866531 h 5599766"/>
              <a:gd name="connsiteX8021" fmla="*/ 9726699 w 10321503"/>
              <a:gd name="connsiteY8021" fmla="*/ 1872674 h 5599766"/>
              <a:gd name="connsiteX8022" fmla="*/ 9726699 w 10321503"/>
              <a:gd name="connsiteY8022" fmla="*/ 1873339 h 5599766"/>
              <a:gd name="connsiteX8023" fmla="*/ 9723167 w 10321503"/>
              <a:gd name="connsiteY8023" fmla="*/ 1879480 h 5599766"/>
              <a:gd name="connsiteX8024" fmla="*/ 9722552 w 10321503"/>
              <a:gd name="connsiteY8024" fmla="*/ 1879839 h 5599766"/>
              <a:gd name="connsiteX8025" fmla="*/ 9920810 w 10321503"/>
              <a:gd name="connsiteY8025" fmla="*/ 1879839 h 5599766"/>
              <a:gd name="connsiteX8026" fmla="*/ 9913747 w 10321503"/>
              <a:gd name="connsiteY8026" fmla="*/ 1879839 h 5599766"/>
              <a:gd name="connsiteX8027" fmla="*/ 9913133 w 10321503"/>
              <a:gd name="connsiteY8027" fmla="*/ 1879480 h 5599766"/>
              <a:gd name="connsiteX8028" fmla="*/ 9909602 w 10321503"/>
              <a:gd name="connsiteY8028" fmla="*/ 1873339 h 5599766"/>
              <a:gd name="connsiteX8029" fmla="*/ 9909602 w 10321503"/>
              <a:gd name="connsiteY8029" fmla="*/ 1872674 h 5599766"/>
              <a:gd name="connsiteX8030" fmla="*/ 9913133 w 10321503"/>
              <a:gd name="connsiteY8030" fmla="*/ 1866531 h 5599766"/>
              <a:gd name="connsiteX8031" fmla="*/ 9913747 w 10321503"/>
              <a:gd name="connsiteY8031" fmla="*/ 1866173 h 5599766"/>
              <a:gd name="connsiteX8032" fmla="*/ 9920810 w 10321503"/>
              <a:gd name="connsiteY8032" fmla="*/ 1866173 h 5599766"/>
              <a:gd name="connsiteX8033" fmla="*/ 9921425 w 10321503"/>
              <a:gd name="connsiteY8033" fmla="*/ 1866531 h 5599766"/>
              <a:gd name="connsiteX8034" fmla="*/ 9924957 w 10321503"/>
              <a:gd name="connsiteY8034" fmla="*/ 1872674 h 5599766"/>
              <a:gd name="connsiteX8035" fmla="*/ 9924957 w 10321503"/>
              <a:gd name="connsiteY8035" fmla="*/ 1873339 h 5599766"/>
              <a:gd name="connsiteX8036" fmla="*/ 9921425 w 10321503"/>
              <a:gd name="connsiteY8036" fmla="*/ 1879480 h 5599766"/>
              <a:gd name="connsiteX8037" fmla="*/ 9920810 w 10321503"/>
              <a:gd name="connsiteY8037" fmla="*/ 1879839 h 5599766"/>
              <a:gd name="connsiteX8038" fmla="*/ 10118967 w 10321503"/>
              <a:gd name="connsiteY8038" fmla="*/ 1879839 h 5599766"/>
              <a:gd name="connsiteX8039" fmla="*/ 10111904 w 10321503"/>
              <a:gd name="connsiteY8039" fmla="*/ 1879839 h 5599766"/>
              <a:gd name="connsiteX8040" fmla="*/ 10111290 w 10321503"/>
              <a:gd name="connsiteY8040" fmla="*/ 1879480 h 5599766"/>
              <a:gd name="connsiteX8041" fmla="*/ 10107758 w 10321503"/>
              <a:gd name="connsiteY8041" fmla="*/ 1873339 h 5599766"/>
              <a:gd name="connsiteX8042" fmla="*/ 10107758 w 10321503"/>
              <a:gd name="connsiteY8042" fmla="*/ 1872674 h 5599766"/>
              <a:gd name="connsiteX8043" fmla="*/ 10111290 w 10321503"/>
              <a:gd name="connsiteY8043" fmla="*/ 1866531 h 5599766"/>
              <a:gd name="connsiteX8044" fmla="*/ 10111904 w 10321503"/>
              <a:gd name="connsiteY8044" fmla="*/ 1866173 h 5599766"/>
              <a:gd name="connsiteX8045" fmla="*/ 10118967 w 10321503"/>
              <a:gd name="connsiteY8045" fmla="*/ 1866173 h 5599766"/>
              <a:gd name="connsiteX8046" fmla="*/ 10119582 w 10321503"/>
              <a:gd name="connsiteY8046" fmla="*/ 1866531 h 5599766"/>
              <a:gd name="connsiteX8047" fmla="*/ 10123113 w 10321503"/>
              <a:gd name="connsiteY8047" fmla="*/ 1872674 h 5599766"/>
              <a:gd name="connsiteX8048" fmla="*/ 10123113 w 10321503"/>
              <a:gd name="connsiteY8048" fmla="*/ 1873339 h 5599766"/>
              <a:gd name="connsiteX8049" fmla="*/ 10119582 w 10321503"/>
              <a:gd name="connsiteY8049" fmla="*/ 1879480 h 5599766"/>
              <a:gd name="connsiteX8050" fmla="*/ 10118967 w 10321503"/>
              <a:gd name="connsiteY8050" fmla="*/ 1879839 h 5599766"/>
              <a:gd name="connsiteX8051" fmla="*/ 10317219 w 10321503"/>
              <a:gd name="connsiteY8051" fmla="*/ 1879839 h 5599766"/>
              <a:gd name="connsiteX8052" fmla="*/ 10310156 w 10321503"/>
              <a:gd name="connsiteY8052" fmla="*/ 1879839 h 5599766"/>
              <a:gd name="connsiteX8053" fmla="*/ 10309542 w 10321503"/>
              <a:gd name="connsiteY8053" fmla="*/ 1879480 h 5599766"/>
              <a:gd name="connsiteX8054" fmla="*/ 10306010 w 10321503"/>
              <a:gd name="connsiteY8054" fmla="*/ 1873339 h 5599766"/>
              <a:gd name="connsiteX8055" fmla="*/ 10306010 w 10321503"/>
              <a:gd name="connsiteY8055" fmla="*/ 1872674 h 5599766"/>
              <a:gd name="connsiteX8056" fmla="*/ 10309542 w 10321503"/>
              <a:gd name="connsiteY8056" fmla="*/ 1866531 h 5599766"/>
              <a:gd name="connsiteX8057" fmla="*/ 10310156 w 10321503"/>
              <a:gd name="connsiteY8057" fmla="*/ 1866173 h 5599766"/>
              <a:gd name="connsiteX8058" fmla="*/ 10317219 w 10321503"/>
              <a:gd name="connsiteY8058" fmla="*/ 1866173 h 5599766"/>
              <a:gd name="connsiteX8059" fmla="*/ 10317834 w 10321503"/>
              <a:gd name="connsiteY8059" fmla="*/ 1866531 h 5599766"/>
              <a:gd name="connsiteX8060" fmla="*/ 10321364 w 10321503"/>
              <a:gd name="connsiteY8060" fmla="*/ 1872674 h 5599766"/>
              <a:gd name="connsiteX8061" fmla="*/ 10321364 w 10321503"/>
              <a:gd name="connsiteY8061" fmla="*/ 1873339 h 5599766"/>
              <a:gd name="connsiteX8062" fmla="*/ 10317834 w 10321503"/>
              <a:gd name="connsiteY8062" fmla="*/ 1879480 h 5599766"/>
              <a:gd name="connsiteX8063" fmla="*/ 10317219 w 10321503"/>
              <a:gd name="connsiteY8063" fmla="*/ 1879839 h 5599766"/>
              <a:gd name="connsiteX8064" fmla="*/ 11254 w 10321503"/>
              <a:gd name="connsiteY8064" fmla="*/ 2043152 h 5599766"/>
              <a:gd name="connsiteX8065" fmla="*/ 4192 w 10321503"/>
              <a:gd name="connsiteY8065" fmla="*/ 2043152 h 5599766"/>
              <a:gd name="connsiteX8066" fmla="*/ 3578 w 10321503"/>
              <a:gd name="connsiteY8066" fmla="*/ 2042793 h 5599766"/>
              <a:gd name="connsiteX8067" fmla="*/ 46 w 10321503"/>
              <a:gd name="connsiteY8067" fmla="*/ 2036651 h 5599766"/>
              <a:gd name="connsiteX8068" fmla="*/ 46 w 10321503"/>
              <a:gd name="connsiteY8068" fmla="*/ 2035986 h 5599766"/>
              <a:gd name="connsiteX8069" fmla="*/ 3578 w 10321503"/>
              <a:gd name="connsiteY8069" fmla="*/ 2029845 h 5599766"/>
              <a:gd name="connsiteX8070" fmla="*/ 4192 w 10321503"/>
              <a:gd name="connsiteY8070" fmla="*/ 2029486 h 5599766"/>
              <a:gd name="connsiteX8071" fmla="*/ 11254 w 10321503"/>
              <a:gd name="connsiteY8071" fmla="*/ 2029486 h 5599766"/>
              <a:gd name="connsiteX8072" fmla="*/ 11868 w 10321503"/>
              <a:gd name="connsiteY8072" fmla="*/ 2029845 h 5599766"/>
              <a:gd name="connsiteX8073" fmla="*/ 15400 w 10321503"/>
              <a:gd name="connsiteY8073" fmla="*/ 2035986 h 5599766"/>
              <a:gd name="connsiteX8074" fmla="*/ 15400 w 10321503"/>
              <a:gd name="connsiteY8074" fmla="*/ 2036651 h 5599766"/>
              <a:gd name="connsiteX8075" fmla="*/ 11868 w 10321503"/>
              <a:gd name="connsiteY8075" fmla="*/ 2042793 h 5599766"/>
              <a:gd name="connsiteX8076" fmla="*/ 11254 w 10321503"/>
              <a:gd name="connsiteY8076" fmla="*/ 2043152 h 5599766"/>
              <a:gd name="connsiteX8077" fmla="*/ 209480 w 10321503"/>
              <a:gd name="connsiteY8077" fmla="*/ 2043152 h 5599766"/>
              <a:gd name="connsiteX8078" fmla="*/ 202416 w 10321503"/>
              <a:gd name="connsiteY8078" fmla="*/ 2043152 h 5599766"/>
              <a:gd name="connsiteX8079" fmla="*/ 201803 w 10321503"/>
              <a:gd name="connsiteY8079" fmla="*/ 2042793 h 5599766"/>
              <a:gd name="connsiteX8080" fmla="*/ 198270 w 10321503"/>
              <a:gd name="connsiteY8080" fmla="*/ 2036651 h 5599766"/>
              <a:gd name="connsiteX8081" fmla="*/ 198270 w 10321503"/>
              <a:gd name="connsiteY8081" fmla="*/ 2035986 h 5599766"/>
              <a:gd name="connsiteX8082" fmla="*/ 201803 w 10321503"/>
              <a:gd name="connsiteY8082" fmla="*/ 2029845 h 5599766"/>
              <a:gd name="connsiteX8083" fmla="*/ 202416 w 10321503"/>
              <a:gd name="connsiteY8083" fmla="*/ 2029486 h 5599766"/>
              <a:gd name="connsiteX8084" fmla="*/ 209480 w 10321503"/>
              <a:gd name="connsiteY8084" fmla="*/ 2029486 h 5599766"/>
              <a:gd name="connsiteX8085" fmla="*/ 210094 w 10321503"/>
              <a:gd name="connsiteY8085" fmla="*/ 2029845 h 5599766"/>
              <a:gd name="connsiteX8086" fmla="*/ 213625 w 10321503"/>
              <a:gd name="connsiteY8086" fmla="*/ 2035986 h 5599766"/>
              <a:gd name="connsiteX8087" fmla="*/ 213625 w 10321503"/>
              <a:gd name="connsiteY8087" fmla="*/ 2036651 h 5599766"/>
              <a:gd name="connsiteX8088" fmla="*/ 210094 w 10321503"/>
              <a:gd name="connsiteY8088" fmla="*/ 2042793 h 5599766"/>
              <a:gd name="connsiteX8089" fmla="*/ 209480 w 10321503"/>
              <a:gd name="connsiteY8089" fmla="*/ 2043152 h 5599766"/>
              <a:gd name="connsiteX8090" fmla="*/ 407754 w 10321503"/>
              <a:gd name="connsiteY8090" fmla="*/ 2043152 h 5599766"/>
              <a:gd name="connsiteX8091" fmla="*/ 400692 w 10321503"/>
              <a:gd name="connsiteY8091" fmla="*/ 2043152 h 5599766"/>
              <a:gd name="connsiteX8092" fmla="*/ 400078 w 10321503"/>
              <a:gd name="connsiteY8092" fmla="*/ 2042793 h 5599766"/>
              <a:gd name="connsiteX8093" fmla="*/ 396546 w 10321503"/>
              <a:gd name="connsiteY8093" fmla="*/ 2036651 h 5599766"/>
              <a:gd name="connsiteX8094" fmla="*/ 396546 w 10321503"/>
              <a:gd name="connsiteY8094" fmla="*/ 2035986 h 5599766"/>
              <a:gd name="connsiteX8095" fmla="*/ 400078 w 10321503"/>
              <a:gd name="connsiteY8095" fmla="*/ 2029845 h 5599766"/>
              <a:gd name="connsiteX8096" fmla="*/ 400692 w 10321503"/>
              <a:gd name="connsiteY8096" fmla="*/ 2029486 h 5599766"/>
              <a:gd name="connsiteX8097" fmla="*/ 407754 w 10321503"/>
              <a:gd name="connsiteY8097" fmla="*/ 2029486 h 5599766"/>
              <a:gd name="connsiteX8098" fmla="*/ 408369 w 10321503"/>
              <a:gd name="connsiteY8098" fmla="*/ 2029845 h 5599766"/>
              <a:gd name="connsiteX8099" fmla="*/ 411900 w 10321503"/>
              <a:gd name="connsiteY8099" fmla="*/ 2035986 h 5599766"/>
              <a:gd name="connsiteX8100" fmla="*/ 411900 w 10321503"/>
              <a:gd name="connsiteY8100" fmla="*/ 2036651 h 5599766"/>
              <a:gd name="connsiteX8101" fmla="*/ 408369 w 10321503"/>
              <a:gd name="connsiteY8101" fmla="*/ 2042793 h 5599766"/>
              <a:gd name="connsiteX8102" fmla="*/ 407754 w 10321503"/>
              <a:gd name="connsiteY8102" fmla="*/ 2043152 h 5599766"/>
              <a:gd name="connsiteX8103" fmla="*/ 605979 w 10321503"/>
              <a:gd name="connsiteY8103" fmla="*/ 2043152 h 5599766"/>
              <a:gd name="connsiteX8104" fmla="*/ 598916 w 10321503"/>
              <a:gd name="connsiteY8104" fmla="*/ 2043152 h 5599766"/>
              <a:gd name="connsiteX8105" fmla="*/ 598302 w 10321503"/>
              <a:gd name="connsiteY8105" fmla="*/ 2042793 h 5599766"/>
              <a:gd name="connsiteX8106" fmla="*/ 594770 w 10321503"/>
              <a:gd name="connsiteY8106" fmla="*/ 2036651 h 5599766"/>
              <a:gd name="connsiteX8107" fmla="*/ 594770 w 10321503"/>
              <a:gd name="connsiteY8107" fmla="*/ 2035986 h 5599766"/>
              <a:gd name="connsiteX8108" fmla="*/ 598302 w 10321503"/>
              <a:gd name="connsiteY8108" fmla="*/ 2029845 h 5599766"/>
              <a:gd name="connsiteX8109" fmla="*/ 598916 w 10321503"/>
              <a:gd name="connsiteY8109" fmla="*/ 2029486 h 5599766"/>
              <a:gd name="connsiteX8110" fmla="*/ 605979 w 10321503"/>
              <a:gd name="connsiteY8110" fmla="*/ 2029486 h 5599766"/>
              <a:gd name="connsiteX8111" fmla="*/ 606593 w 10321503"/>
              <a:gd name="connsiteY8111" fmla="*/ 2029845 h 5599766"/>
              <a:gd name="connsiteX8112" fmla="*/ 610125 w 10321503"/>
              <a:gd name="connsiteY8112" fmla="*/ 2035986 h 5599766"/>
              <a:gd name="connsiteX8113" fmla="*/ 610125 w 10321503"/>
              <a:gd name="connsiteY8113" fmla="*/ 2036651 h 5599766"/>
              <a:gd name="connsiteX8114" fmla="*/ 606593 w 10321503"/>
              <a:gd name="connsiteY8114" fmla="*/ 2042793 h 5599766"/>
              <a:gd name="connsiteX8115" fmla="*/ 605979 w 10321503"/>
              <a:gd name="connsiteY8115" fmla="*/ 2043152 h 5599766"/>
              <a:gd name="connsiteX8116" fmla="*/ 804204 w 10321503"/>
              <a:gd name="connsiteY8116" fmla="*/ 2043152 h 5599766"/>
              <a:gd name="connsiteX8117" fmla="*/ 797140 w 10321503"/>
              <a:gd name="connsiteY8117" fmla="*/ 2043152 h 5599766"/>
              <a:gd name="connsiteX8118" fmla="*/ 796526 w 10321503"/>
              <a:gd name="connsiteY8118" fmla="*/ 2042793 h 5599766"/>
              <a:gd name="connsiteX8119" fmla="*/ 792995 w 10321503"/>
              <a:gd name="connsiteY8119" fmla="*/ 2036651 h 5599766"/>
              <a:gd name="connsiteX8120" fmla="*/ 792995 w 10321503"/>
              <a:gd name="connsiteY8120" fmla="*/ 2035986 h 5599766"/>
              <a:gd name="connsiteX8121" fmla="*/ 796526 w 10321503"/>
              <a:gd name="connsiteY8121" fmla="*/ 2029845 h 5599766"/>
              <a:gd name="connsiteX8122" fmla="*/ 797140 w 10321503"/>
              <a:gd name="connsiteY8122" fmla="*/ 2029486 h 5599766"/>
              <a:gd name="connsiteX8123" fmla="*/ 804204 w 10321503"/>
              <a:gd name="connsiteY8123" fmla="*/ 2029486 h 5599766"/>
              <a:gd name="connsiteX8124" fmla="*/ 804818 w 10321503"/>
              <a:gd name="connsiteY8124" fmla="*/ 2029845 h 5599766"/>
              <a:gd name="connsiteX8125" fmla="*/ 808350 w 10321503"/>
              <a:gd name="connsiteY8125" fmla="*/ 2035986 h 5599766"/>
              <a:gd name="connsiteX8126" fmla="*/ 808350 w 10321503"/>
              <a:gd name="connsiteY8126" fmla="*/ 2036651 h 5599766"/>
              <a:gd name="connsiteX8127" fmla="*/ 804818 w 10321503"/>
              <a:gd name="connsiteY8127" fmla="*/ 2042793 h 5599766"/>
              <a:gd name="connsiteX8128" fmla="*/ 804204 w 10321503"/>
              <a:gd name="connsiteY8128" fmla="*/ 2043152 h 5599766"/>
              <a:gd name="connsiteX8129" fmla="*/ 1002428 w 10321503"/>
              <a:gd name="connsiteY8129" fmla="*/ 2043152 h 5599766"/>
              <a:gd name="connsiteX8130" fmla="*/ 995366 w 10321503"/>
              <a:gd name="connsiteY8130" fmla="*/ 2043152 h 5599766"/>
              <a:gd name="connsiteX8131" fmla="*/ 994752 w 10321503"/>
              <a:gd name="connsiteY8131" fmla="*/ 2042793 h 5599766"/>
              <a:gd name="connsiteX8132" fmla="*/ 991220 w 10321503"/>
              <a:gd name="connsiteY8132" fmla="*/ 2036651 h 5599766"/>
              <a:gd name="connsiteX8133" fmla="*/ 991220 w 10321503"/>
              <a:gd name="connsiteY8133" fmla="*/ 2035986 h 5599766"/>
              <a:gd name="connsiteX8134" fmla="*/ 994752 w 10321503"/>
              <a:gd name="connsiteY8134" fmla="*/ 2029845 h 5599766"/>
              <a:gd name="connsiteX8135" fmla="*/ 995366 w 10321503"/>
              <a:gd name="connsiteY8135" fmla="*/ 2029486 h 5599766"/>
              <a:gd name="connsiteX8136" fmla="*/ 1002428 w 10321503"/>
              <a:gd name="connsiteY8136" fmla="*/ 2029486 h 5599766"/>
              <a:gd name="connsiteX8137" fmla="*/ 1003042 w 10321503"/>
              <a:gd name="connsiteY8137" fmla="*/ 2029845 h 5599766"/>
              <a:gd name="connsiteX8138" fmla="*/ 1006574 w 10321503"/>
              <a:gd name="connsiteY8138" fmla="*/ 2035986 h 5599766"/>
              <a:gd name="connsiteX8139" fmla="*/ 1006574 w 10321503"/>
              <a:gd name="connsiteY8139" fmla="*/ 2036651 h 5599766"/>
              <a:gd name="connsiteX8140" fmla="*/ 1003042 w 10321503"/>
              <a:gd name="connsiteY8140" fmla="*/ 2042793 h 5599766"/>
              <a:gd name="connsiteX8141" fmla="*/ 1002428 w 10321503"/>
              <a:gd name="connsiteY8141" fmla="*/ 2043152 h 5599766"/>
              <a:gd name="connsiteX8142" fmla="*/ 1200704 w 10321503"/>
              <a:gd name="connsiteY8142" fmla="*/ 2043152 h 5599766"/>
              <a:gd name="connsiteX8143" fmla="*/ 1193642 w 10321503"/>
              <a:gd name="connsiteY8143" fmla="*/ 2043152 h 5599766"/>
              <a:gd name="connsiteX8144" fmla="*/ 1193028 w 10321503"/>
              <a:gd name="connsiteY8144" fmla="*/ 2042793 h 5599766"/>
              <a:gd name="connsiteX8145" fmla="*/ 1189495 w 10321503"/>
              <a:gd name="connsiteY8145" fmla="*/ 2036651 h 5599766"/>
              <a:gd name="connsiteX8146" fmla="*/ 1189495 w 10321503"/>
              <a:gd name="connsiteY8146" fmla="*/ 2035986 h 5599766"/>
              <a:gd name="connsiteX8147" fmla="*/ 1193028 w 10321503"/>
              <a:gd name="connsiteY8147" fmla="*/ 2029845 h 5599766"/>
              <a:gd name="connsiteX8148" fmla="*/ 1193642 w 10321503"/>
              <a:gd name="connsiteY8148" fmla="*/ 2029486 h 5599766"/>
              <a:gd name="connsiteX8149" fmla="*/ 1200704 w 10321503"/>
              <a:gd name="connsiteY8149" fmla="*/ 2029486 h 5599766"/>
              <a:gd name="connsiteX8150" fmla="*/ 1201318 w 10321503"/>
              <a:gd name="connsiteY8150" fmla="*/ 2029845 h 5599766"/>
              <a:gd name="connsiteX8151" fmla="*/ 1204850 w 10321503"/>
              <a:gd name="connsiteY8151" fmla="*/ 2035986 h 5599766"/>
              <a:gd name="connsiteX8152" fmla="*/ 1204850 w 10321503"/>
              <a:gd name="connsiteY8152" fmla="*/ 2036651 h 5599766"/>
              <a:gd name="connsiteX8153" fmla="*/ 1201318 w 10321503"/>
              <a:gd name="connsiteY8153" fmla="*/ 2042793 h 5599766"/>
              <a:gd name="connsiteX8154" fmla="*/ 1200704 w 10321503"/>
              <a:gd name="connsiteY8154" fmla="*/ 2043152 h 5599766"/>
              <a:gd name="connsiteX8155" fmla="*/ 1398928 w 10321503"/>
              <a:gd name="connsiteY8155" fmla="*/ 2043152 h 5599766"/>
              <a:gd name="connsiteX8156" fmla="*/ 1391866 w 10321503"/>
              <a:gd name="connsiteY8156" fmla="*/ 2043152 h 5599766"/>
              <a:gd name="connsiteX8157" fmla="*/ 1391252 w 10321503"/>
              <a:gd name="connsiteY8157" fmla="*/ 2042793 h 5599766"/>
              <a:gd name="connsiteX8158" fmla="*/ 1387720 w 10321503"/>
              <a:gd name="connsiteY8158" fmla="*/ 2036651 h 5599766"/>
              <a:gd name="connsiteX8159" fmla="*/ 1387720 w 10321503"/>
              <a:gd name="connsiteY8159" fmla="*/ 2035986 h 5599766"/>
              <a:gd name="connsiteX8160" fmla="*/ 1391252 w 10321503"/>
              <a:gd name="connsiteY8160" fmla="*/ 2029845 h 5599766"/>
              <a:gd name="connsiteX8161" fmla="*/ 1391866 w 10321503"/>
              <a:gd name="connsiteY8161" fmla="*/ 2029486 h 5599766"/>
              <a:gd name="connsiteX8162" fmla="*/ 1398928 w 10321503"/>
              <a:gd name="connsiteY8162" fmla="*/ 2029486 h 5599766"/>
              <a:gd name="connsiteX8163" fmla="*/ 1399544 w 10321503"/>
              <a:gd name="connsiteY8163" fmla="*/ 2029845 h 5599766"/>
              <a:gd name="connsiteX8164" fmla="*/ 1403074 w 10321503"/>
              <a:gd name="connsiteY8164" fmla="*/ 2035986 h 5599766"/>
              <a:gd name="connsiteX8165" fmla="*/ 1403074 w 10321503"/>
              <a:gd name="connsiteY8165" fmla="*/ 2036651 h 5599766"/>
              <a:gd name="connsiteX8166" fmla="*/ 1399544 w 10321503"/>
              <a:gd name="connsiteY8166" fmla="*/ 2042793 h 5599766"/>
              <a:gd name="connsiteX8167" fmla="*/ 1398928 w 10321503"/>
              <a:gd name="connsiteY8167" fmla="*/ 2043152 h 5599766"/>
              <a:gd name="connsiteX8168" fmla="*/ 1597154 w 10321503"/>
              <a:gd name="connsiteY8168" fmla="*/ 2043152 h 5599766"/>
              <a:gd name="connsiteX8169" fmla="*/ 1590090 w 10321503"/>
              <a:gd name="connsiteY8169" fmla="*/ 2043152 h 5599766"/>
              <a:gd name="connsiteX8170" fmla="*/ 1589476 w 10321503"/>
              <a:gd name="connsiteY8170" fmla="*/ 2042793 h 5599766"/>
              <a:gd name="connsiteX8171" fmla="*/ 1585944 w 10321503"/>
              <a:gd name="connsiteY8171" fmla="*/ 2036651 h 5599766"/>
              <a:gd name="connsiteX8172" fmla="*/ 1585944 w 10321503"/>
              <a:gd name="connsiteY8172" fmla="*/ 2035986 h 5599766"/>
              <a:gd name="connsiteX8173" fmla="*/ 1589476 w 10321503"/>
              <a:gd name="connsiteY8173" fmla="*/ 2029845 h 5599766"/>
              <a:gd name="connsiteX8174" fmla="*/ 1590090 w 10321503"/>
              <a:gd name="connsiteY8174" fmla="*/ 2029486 h 5599766"/>
              <a:gd name="connsiteX8175" fmla="*/ 1597154 w 10321503"/>
              <a:gd name="connsiteY8175" fmla="*/ 2029486 h 5599766"/>
              <a:gd name="connsiteX8176" fmla="*/ 1597768 w 10321503"/>
              <a:gd name="connsiteY8176" fmla="*/ 2029845 h 5599766"/>
              <a:gd name="connsiteX8177" fmla="*/ 1601298 w 10321503"/>
              <a:gd name="connsiteY8177" fmla="*/ 2035986 h 5599766"/>
              <a:gd name="connsiteX8178" fmla="*/ 1601298 w 10321503"/>
              <a:gd name="connsiteY8178" fmla="*/ 2036651 h 5599766"/>
              <a:gd name="connsiteX8179" fmla="*/ 1597768 w 10321503"/>
              <a:gd name="connsiteY8179" fmla="*/ 2042793 h 5599766"/>
              <a:gd name="connsiteX8180" fmla="*/ 1597154 w 10321503"/>
              <a:gd name="connsiteY8180" fmla="*/ 2043152 h 5599766"/>
              <a:gd name="connsiteX8181" fmla="*/ 1795378 w 10321503"/>
              <a:gd name="connsiteY8181" fmla="*/ 2043152 h 5599766"/>
              <a:gd name="connsiteX8182" fmla="*/ 1788315 w 10321503"/>
              <a:gd name="connsiteY8182" fmla="*/ 2043152 h 5599766"/>
              <a:gd name="connsiteX8183" fmla="*/ 1787701 w 10321503"/>
              <a:gd name="connsiteY8183" fmla="*/ 2042793 h 5599766"/>
              <a:gd name="connsiteX8184" fmla="*/ 1784170 w 10321503"/>
              <a:gd name="connsiteY8184" fmla="*/ 2036651 h 5599766"/>
              <a:gd name="connsiteX8185" fmla="*/ 1784170 w 10321503"/>
              <a:gd name="connsiteY8185" fmla="*/ 2035986 h 5599766"/>
              <a:gd name="connsiteX8186" fmla="*/ 1787701 w 10321503"/>
              <a:gd name="connsiteY8186" fmla="*/ 2029845 h 5599766"/>
              <a:gd name="connsiteX8187" fmla="*/ 1788315 w 10321503"/>
              <a:gd name="connsiteY8187" fmla="*/ 2029486 h 5599766"/>
              <a:gd name="connsiteX8188" fmla="*/ 1795378 w 10321503"/>
              <a:gd name="connsiteY8188" fmla="*/ 2029486 h 5599766"/>
              <a:gd name="connsiteX8189" fmla="*/ 1795992 w 10321503"/>
              <a:gd name="connsiteY8189" fmla="*/ 2029845 h 5599766"/>
              <a:gd name="connsiteX8190" fmla="*/ 1799524 w 10321503"/>
              <a:gd name="connsiteY8190" fmla="*/ 2035986 h 5599766"/>
              <a:gd name="connsiteX8191" fmla="*/ 1799524 w 10321503"/>
              <a:gd name="connsiteY8191" fmla="*/ 2036651 h 5599766"/>
              <a:gd name="connsiteX8192" fmla="*/ 1795992 w 10321503"/>
              <a:gd name="connsiteY8192" fmla="*/ 2042793 h 5599766"/>
              <a:gd name="connsiteX8193" fmla="*/ 1795378 w 10321503"/>
              <a:gd name="connsiteY8193" fmla="*/ 2043152 h 5599766"/>
              <a:gd name="connsiteX8194" fmla="*/ 1993654 w 10321503"/>
              <a:gd name="connsiteY8194" fmla="*/ 2043152 h 5599766"/>
              <a:gd name="connsiteX8195" fmla="*/ 1986590 w 10321503"/>
              <a:gd name="connsiteY8195" fmla="*/ 2043152 h 5599766"/>
              <a:gd name="connsiteX8196" fmla="*/ 1985976 w 10321503"/>
              <a:gd name="connsiteY8196" fmla="*/ 2042793 h 5599766"/>
              <a:gd name="connsiteX8197" fmla="*/ 1982445 w 10321503"/>
              <a:gd name="connsiteY8197" fmla="*/ 2036651 h 5599766"/>
              <a:gd name="connsiteX8198" fmla="*/ 1982445 w 10321503"/>
              <a:gd name="connsiteY8198" fmla="*/ 2035986 h 5599766"/>
              <a:gd name="connsiteX8199" fmla="*/ 1985976 w 10321503"/>
              <a:gd name="connsiteY8199" fmla="*/ 2029845 h 5599766"/>
              <a:gd name="connsiteX8200" fmla="*/ 1986590 w 10321503"/>
              <a:gd name="connsiteY8200" fmla="*/ 2029486 h 5599766"/>
              <a:gd name="connsiteX8201" fmla="*/ 1993654 w 10321503"/>
              <a:gd name="connsiteY8201" fmla="*/ 2029486 h 5599766"/>
              <a:gd name="connsiteX8202" fmla="*/ 1994268 w 10321503"/>
              <a:gd name="connsiteY8202" fmla="*/ 2029845 h 5599766"/>
              <a:gd name="connsiteX8203" fmla="*/ 1997800 w 10321503"/>
              <a:gd name="connsiteY8203" fmla="*/ 2035986 h 5599766"/>
              <a:gd name="connsiteX8204" fmla="*/ 1997800 w 10321503"/>
              <a:gd name="connsiteY8204" fmla="*/ 2036651 h 5599766"/>
              <a:gd name="connsiteX8205" fmla="*/ 1994268 w 10321503"/>
              <a:gd name="connsiteY8205" fmla="*/ 2042793 h 5599766"/>
              <a:gd name="connsiteX8206" fmla="*/ 1993654 w 10321503"/>
              <a:gd name="connsiteY8206" fmla="*/ 2043152 h 5599766"/>
              <a:gd name="connsiteX8207" fmla="*/ 2189611 w 10321503"/>
              <a:gd name="connsiteY8207" fmla="*/ 2048940 h 5599766"/>
              <a:gd name="connsiteX8208" fmla="*/ 2182548 w 10321503"/>
              <a:gd name="connsiteY8208" fmla="*/ 2048940 h 5599766"/>
              <a:gd name="connsiteX8209" fmla="*/ 2181933 w 10321503"/>
              <a:gd name="connsiteY8209" fmla="*/ 2048583 h 5599766"/>
              <a:gd name="connsiteX8210" fmla="*/ 2178401 w 10321503"/>
              <a:gd name="connsiteY8210" fmla="*/ 2042441 h 5599766"/>
              <a:gd name="connsiteX8211" fmla="*/ 2178401 w 10321503"/>
              <a:gd name="connsiteY8211" fmla="*/ 2041775 h 5599766"/>
              <a:gd name="connsiteX8212" fmla="*/ 2181933 w 10321503"/>
              <a:gd name="connsiteY8212" fmla="*/ 2035633 h 5599766"/>
              <a:gd name="connsiteX8213" fmla="*/ 2182548 w 10321503"/>
              <a:gd name="connsiteY8213" fmla="*/ 2035275 h 5599766"/>
              <a:gd name="connsiteX8214" fmla="*/ 2189611 w 10321503"/>
              <a:gd name="connsiteY8214" fmla="*/ 2035275 h 5599766"/>
              <a:gd name="connsiteX8215" fmla="*/ 2190225 w 10321503"/>
              <a:gd name="connsiteY8215" fmla="*/ 2035633 h 5599766"/>
              <a:gd name="connsiteX8216" fmla="*/ 2193757 w 10321503"/>
              <a:gd name="connsiteY8216" fmla="*/ 2041775 h 5599766"/>
              <a:gd name="connsiteX8217" fmla="*/ 2193757 w 10321503"/>
              <a:gd name="connsiteY8217" fmla="*/ 2042441 h 5599766"/>
              <a:gd name="connsiteX8218" fmla="*/ 2190225 w 10321503"/>
              <a:gd name="connsiteY8218" fmla="*/ 2048583 h 5599766"/>
              <a:gd name="connsiteX8219" fmla="*/ 2189611 w 10321503"/>
              <a:gd name="connsiteY8219" fmla="*/ 2048940 h 5599766"/>
              <a:gd name="connsiteX8220" fmla="*/ 2387835 w 10321503"/>
              <a:gd name="connsiteY8220" fmla="*/ 2048940 h 5599766"/>
              <a:gd name="connsiteX8221" fmla="*/ 2380773 w 10321503"/>
              <a:gd name="connsiteY8221" fmla="*/ 2048940 h 5599766"/>
              <a:gd name="connsiteX8222" fmla="*/ 2380159 w 10321503"/>
              <a:gd name="connsiteY8222" fmla="*/ 2048583 h 5599766"/>
              <a:gd name="connsiteX8223" fmla="*/ 2376626 w 10321503"/>
              <a:gd name="connsiteY8223" fmla="*/ 2042441 h 5599766"/>
              <a:gd name="connsiteX8224" fmla="*/ 2376626 w 10321503"/>
              <a:gd name="connsiteY8224" fmla="*/ 2041775 h 5599766"/>
              <a:gd name="connsiteX8225" fmla="*/ 2380159 w 10321503"/>
              <a:gd name="connsiteY8225" fmla="*/ 2035633 h 5599766"/>
              <a:gd name="connsiteX8226" fmla="*/ 2380773 w 10321503"/>
              <a:gd name="connsiteY8226" fmla="*/ 2035275 h 5599766"/>
              <a:gd name="connsiteX8227" fmla="*/ 2387835 w 10321503"/>
              <a:gd name="connsiteY8227" fmla="*/ 2035275 h 5599766"/>
              <a:gd name="connsiteX8228" fmla="*/ 2388449 w 10321503"/>
              <a:gd name="connsiteY8228" fmla="*/ 2035633 h 5599766"/>
              <a:gd name="connsiteX8229" fmla="*/ 2391981 w 10321503"/>
              <a:gd name="connsiteY8229" fmla="*/ 2041775 h 5599766"/>
              <a:gd name="connsiteX8230" fmla="*/ 2391981 w 10321503"/>
              <a:gd name="connsiteY8230" fmla="*/ 2042441 h 5599766"/>
              <a:gd name="connsiteX8231" fmla="*/ 2388449 w 10321503"/>
              <a:gd name="connsiteY8231" fmla="*/ 2048583 h 5599766"/>
              <a:gd name="connsiteX8232" fmla="*/ 2387835 w 10321503"/>
              <a:gd name="connsiteY8232" fmla="*/ 2048940 h 5599766"/>
              <a:gd name="connsiteX8233" fmla="*/ 2586060 w 10321503"/>
              <a:gd name="connsiteY8233" fmla="*/ 2048940 h 5599766"/>
              <a:gd name="connsiteX8234" fmla="*/ 2578998 w 10321503"/>
              <a:gd name="connsiteY8234" fmla="*/ 2048940 h 5599766"/>
              <a:gd name="connsiteX8235" fmla="*/ 2578383 w 10321503"/>
              <a:gd name="connsiteY8235" fmla="*/ 2048583 h 5599766"/>
              <a:gd name="connsiteX8236" fmla="*/ 2574850 w 10321503"/>
              <a:gd name="connsiteY8236" fmla="*/ 2042441 h 5599766"/>
              <a:gd name="connsiteX8237" fmla="*/ 2574850 w 10321503"/>
              <a:gd name="connsiteY8237" fmla="*/ 2041775 h 5599766"/>
              <a:gd name="connsiteX8238" fmla="*/ 2578383 w 10321503"/>
              <a:gd name="connsiteY8238" fmla="*/ 2035633 h 5599766"/>
              <a:gd name="connsiteX8239" fmla="*/ 2578998 w 10321503"/>
              <a:gd name="connsiteY8239" fmla="*/ 2035275 h 5599766"/>
              <a:gd name="connsiteX8240" fmla="*/ 2586060 w 10321503"/>
              <a:gd name="connsiteY8240" fmla="*/ 2035275 h 5599766"/>
              <a:gd name="connsiteX8241" fmla="*/ 2586674 w 10321503"/>
              <a:gd name="connsiteY8241" fmla="*/ 2035633 h 5599766"/>
              <a:gd name="connsiteX8242" fmla="*/ 2590205 w 10321503"/>
              <a:gd name="connsiteY8242" fmla="*/ 2041775 h 5599766"/>
              <a:gd name="connsiteX8243" fmla="*/ 2590205 w 10321503"/>
              <a:gd name="connsiteY8243" fmla="*/ 2042441 h 5599766"/>
              <a:gd name="connsiteX8244" fmla="*/ 2586674 w 10321503"/>
              <a:gd name="connsiteY8244" fmla="*/ 2048583 h 5599766"/>
              <a:gd name="connsiteX8245" fmla="*/ 2586060 w 10321503"/>
              <a:gd name="connsiteY8245" fmla="*/ 2048940 h 5599766"/>
              <a:gd name="connsiteX8246" fmla="*/ 2784284 w 10321503"/>
              <a:gd name="connsiteY8246" fmla="*/ 2048940 h 5599766"/>
              <a:gd name="connsiteX8247" fmla="*/ 2777221 w 10321503"/>
              <a:gd name="connsiteY8247" fmla="*/ 2048940 h 5599766"/>
              <a:gd name="connsiteX8248" fmla="*/ 2776607 w 10321503"/>
              <a:gd name="connsiteY8248" fmla="*/ 2048583 h 5599766"/>
              <a:gd name="connsiteX8249" fmla="*/ 2773075 w 10321503"/>
              <a:gd name="connsiteY8249" fmla="*/ 2042441 h 5599766"/>
              <a:gd name="connsiteX8250" fmla="*/ 2773075 w 10321503"/>
              <a:gd name="connsiteY8250" fmla="*/ 2041775 h 5599766"/>
              <a:gd name="connsiteX8251" fmla="*/ 2776607 w 10321503"/>
              <a:gd name="connsiteY8251" fmla="*/ 2035633 h 5599766"/>
              <a:gd name="connsiteX8252" fmla="*/ 2777221 w 10321503"/>
              <a:gd name="connsiteY8252" fmla="*/ 2035275 h 5599766"/>
              <a:gd name="connsiteX8253" fmla="*/ 2784284 w 10321503"/>
              <a:gd name="connsiteY8253" fmla="*/ 2035275 h 5599766"/>
              <a:gd name="connsiteX8254" fmla="*/ 2784898 w 10321503"/>
              <a:gd name="connsiteY8254" fmla="*/ 2035633 h 5599766"/>
              <a:gd name="connsiteX8255" fmla="*/ 2788430 w 10321503"/>
              <a:gd name="connsiteY8255" fmla="*/ 2041775 h 5599766"/>
              <a:gd name="connsiteX8256" fmla="*/ 2788430 w 10321503"/>
              <a:gd name="connsiteY8256" fmla="*/ 2042441 h 5599766"/>
              <a:gd name="connsiteX8257" fmla="*/ 2784898 w 10321503"/>
              <a:gd name="connsiteY8257" fmla="*/ 2048583 h 5599766"/>
              <a:gd name="connsiteX8258" fmla="*/ 2784284 w 10321503"/>
              <a:gd name="connsiteY8258" fmla="*/ 2048940 h 5599766"/>
              <a:gd name="connsiteX8259" fmla="*/ 2982559 w 10321503"/>
              <a:gd name="connsiteY8259" fmla="*/ 2048940 h 5599766"/>
              <a:gd name="connsiteX8260" fmla="*/ 2975496 w 10321503"/>
              <a:gd name="connsiteY8260" fmla="*/ 2048940 h 5599766"/>
              <a:gd name="connsiteX8261" fmla="*/ 2974882 w 10321503"/>
              <a:gd name="connsiteY8261" fmla="*/ 2048583 h 5599766"/>
              <a:gd name="connsiteX8262" fmla="*/ 2971351 w 10321503"/>
              <a:gd name="connsiteY8262" fmla="*/ 2042441 h 5599766"/>
              <a:gd name="connsiteX8263" fmla="*/ 2971351 w 10321503"/>
              <a:gd name="connsiteY8263" fmla="*/ 2041775 h 5599766"/>
              <a:gd name="connsiteX8264" fmla="*/ 2974882 w 10321503"/>
              <a:gd name="connsiteY8264" fmla="*/ 2035633 h 5599766"/>
              <a:gd name="connsiteX8265" fmla="*/ 2975496 w 10321503"/>
              <a:gd name="connsiteY8265" fmla="*/ 2035275 h 5599766"/>
              <a:gd name="connsiteX8266" fmla="*/ 2982559 w 10321503"/>
              <a:gd name="connsiteY8266" fmla="*/ 2035275 h 5599766"/>
              <a:gd name="connsiteX8267" fmla="*/ 2983173 w 10321503"/>
              <a:gd name="connsiteY8267" fmla="*/ 2035633 h 5599766"/>
              <a:gd name="connsiteX8268" fmla="*/ 2986706 w 10321503"/>
              <a:gd name="connsiteY8268" fmla="*/ 2041775 h 5599766"/>
              <a:gd name="connsiteX8269" fmla="*/ 2986706 w 10321503"/>
              <a:gd name="connsiteY8269" fmla="*/ 2042441 h 5599766"/>
              <a:gd name="connsiteX8270" fmla="*/ 2983173 w 10321503"/>
              <a:gd name="connsiteY8270" fmla="*/ 2048583 h 5599766"/>
              <a:gd name="connsiteX8271" fmla="*/ 2982559 w 10321503"/>
              <a:gd name="connsiteY8271" fmla="*/ 2048940 h 5599766"/>
              <a:gd name="connsiteX8272" fmla="*/ 3180784 w 10321503"/>
              <a:gd name="connsiteY8272" fmla="*/ 2048940 h 5599766"/>
              <a:gd name="connsiteX8273" fmla="*/ 3173721 w 10321503"/>
              <a:gd name="connsiteY8273" fmla="*/ 2048940 h 5599766"/>
              <a:gd name="connsiteX8274" fmla="*/ 3173107 w 10321503"/>
              <a:gd name="connsiteY8274" fmla="*/ 2048583 h 5599766"/>
              <a:gd name="connsiteX8275" fmla="*/ 3169576 w 10321503"/>
              <a:gd name="connsiteY8275" fmla="*/ 2042441 h 5599766"/>
              <a:gd name="connsiteX8276" fmla="*/ 3169576 w 10321503"/>
              <a:gd name="connsiteY8276" fmla="*/ 2041775 h 5599766"/>
              <a:gd name="connsiteX8277" fmla="*/ 3173107 w 10321503"/>
              <a:gd name="connsiteY8277" fmla="*/ 2035633 h 5599766"/>
              <a:gd name="connsiteX8278" fmla="*/ 3173721 w 10321503"/>
              <a:gd name="connsiteY8278" fmla="*/ 2035275 h 5599766"/>
              <a:gd name="connsiteX8279" fmla="*/ 3180784 w 10321503"/>
              <a:gd name="connsiteY8279" fmla="*/ 2035275 h 5599766"/>
              <a:gd name="connsiteX8280" fmla="*/ 3181398 w 10321503"/>
              <a:gd name="connsiteY8280" fmla="*/ 2035633 h 5599766"/>
              <a:gd name="connsiteX8281" fmla="*/ 3184931 w 10321503"/>
              <a:gd name="connsiteY8281" fmla="*/ 2041775 h 5599766"/>
              <a:gd name="connsiteX8282" fmla="*/ 3184931 w 10321503"/>
              <a:gd name="connsiteY8282" fmla="*/ 2042441 h 5599766"/>
              <a:gd name="connsiteX8283" fmla="*/ 3181398 w 10321503"/>
              <a:gd name="connsiteY8283" fmla="*/ 2048583 h 5599766"/>
              <a:gd name="connsiteX8284" fmla="*/ 3180784 w 10321503"/>
              <a:gd name="connsiteY8284" fmla="*/ 2048940 h 5599766"/>
              <a:gd name="connsiteX8285" fmla="*/ 3379008 w 10321503"/>
              <a:gd name="connsiteY8285" fmla="*/ 2048940 h 5599766"/>
              <a:gd name="connsiteX8286" fmla="*/ 3371947 w 10321503"/>
              <a:gd name="connsiteY8286" fmla="*/ 2048940 h 5599766"/>
              <a:gd name="connsiteX8287" fmla="*/ 3371332 w 10321503"/>
              <a:gd name="connsiteY8287" fmla="*/ 2048583 h 5599766"/>
              <a:gd name="connsiteX8288" fmla="*/ 3367800 w 10321503"/>
              <a:gd name="connsiteY8288" fmla="*/ 2042441 h 5599766"/>
              <a:gd name="connsiteX8289" fmla="*/ 3367800 w 10321503"/>
              <a:gd name="connsiteY8289" fmla="*/ 2041775 h 5599766"/>
              <a:gd name="connsiteX8290" fmla="*/ 3371332 w 10321503"/>
              <a:gd name="connsiteY8290" fmla="*/ 2035633 h 5599766"/>
              <a:gd name="connsiteX8291" fmla="*/ 3371947 w 10321503"/>
              <a:gd name="connsiteY8291" fmla="*/ 2035275 h 5599766"/>
              <a:gd name="connsiteX8292" fmla="*/ 3379008 w 10321503"/>
              <a:gd name="connsiteY8292" fmla="*/ 2035275 h 5599766"/>
              <a:gd name="connsiteX8293" fmla="*/ 3379624 w 10321503"/>
              <a:gd name="connsiteY8293" fmla="*/ 2035633 h 5599766"/>
              <a:gd name="connsiteX8294" fmla="*/ 3383155 w 10321503"/>
              <a:gd name="connsiteY8294" fmla="*/ 2041775 h 5599766"/>
              <a:gd name="connsiteX8295" fmla="*/ 3383155 w 10321503"/>
              <a:gd name="connsiteY8295" fmla="*/ 2042441 h 5599766"/>
              <a:gd name="connsiteX8296" fmla="*/ 3379624 w 10321503"/>
              <a:gd name="connsiteY8296" fmla="*/ 2048583 h 5599766"/>
              <a:gd name="connsiteX8297" fmla="*/ 3379008 w 10321503"/>
              <a:gd name="connsiteY8297" fmla="*/ 2048940 h 5599766"/>
              <a:gd name="connsiteX8298" fmla="*/ 3577234 w 10321503"/>
              <a:gd name="connsiteY8298" fmla="*/ 2048940 h 5599766"/>
              <a:gd name="connsiteX8299" fmla="*/ 3570172 w 10321503"/>
              <a:gd name="connsiteY8299" fmla="*/ 2048940 h 5599766"/>
              <a:gd name="connsiteX8300" fmla="*/ 3569557 w 10321503"/>
              <a:gd name="connsiteY8300" fmla="*/ 2048583 h 5599766"/>
              <a:gd name="connsiteX8301" fmla="*/ 3566024 w 10321503"/>
              <a:gd name="connsiteY8301" fmla="*/ 2042441 h 5599766"/>
              <a:gd name="connsiteX8302" fmla="*/ 3566024 w 10321503"/>
              <a:gd name="connsiteY8302" fmla="*/ 2041775 h 5599766"/>
              <a:gd name="connsiteX8303" fmla="*/ 3569557 w 10321503"/>
              <a:gd name="connsiteY8303" fmla="*/ 2035633 h 5599766"/>
              <a:gd name="connsiteX8304" fmla="*/ 3570172 w 10321503"/>
              <a:gd name="connsiteY8304" fmla="*/ 2035275 h 5599766"/>
              <a:gd name="connsiteX8305" fmla="*/ 3577234 w 10321503"/>
              <a:gd name="connsiteY8305" fmla="*/ 2035275 h 5599766"/>
              <a:gd name="connsiteX8306" fmla="*/ 3577848 w 10321503"/>
              <a:gd name="connsiteY8306" fmla="*/ 2035633 h 5599766"/>
              <a:gd name="connsiteX8307" fmla="*/ 3581379 w 10321503"/>
              <a:gd name="connsiteY8307" fmla="*/ 2041775 h 5599766"/>
              <a:gd name="connsiteX8308" fmla="*/ 3581379 w 10321503"/>
              <a:gd name="connsiteY8308" fmla="*/ 2042441 h 5599766"/>
              <a:gd name="connsiteX8309" fmla="*/ 3577848 w 10321503"/>
              <a:gd name="connsiteY8309" fmla="*/ 2048583 h 5599766"/>
              <a:gd name="connsiteX8310" fmla="*/ 3577234 w 10321503"/>
              <a:gd name="connsiteY8310" fmla="*/ 2048940 h 5599766"/>
              <a:gd name="connsiteX8311" fmla="*/ 3775459 w 10321503"/>
              <a:gd name="connsiteY8311" fmla="*/ 2048940 h 5599766"/>
              <a:gd name="connsiteX8312" fmla="*/ 3768396 w 10321503"/>
              <a:gd name="connsiteY8312" fmla="*/ 2048940 h 5599766"/>
              <a:gd name="connsiteX8313" fmla="*/ 3767781 w 10321503"/>
              <a:gd name="connsiteY8313" fmla="*/ 2048583 h 5599766"/>
              <a:gd name="connsiteX8314" fmla="*/ 3764249 w 10321503"/>
              <a:gd name="connsiteY8314" fmla="*/ 2042441 h 5599766"/>
              <a:gd name="connsiteX8315" fmla="*/ 3764249 w 10321503"/>
              <a:gd name="connsiteY8315" fmla="*/ 2041775 h 5599766"/>
              <a:gd name="connsiteX8316" fmla="*/ 3767781 w 10321503"/>
              <a:gd name="connsiteY8316" fmla="*/ 2035633 h 5599766"/>
              <a:gd name="connsiteX8317" fmla="*/ 3768396 w 10321503"/>
              <a:gd name="connsiteY8317" fmla="*/ 2035275 h 5599766"/>
              <a:gd name="connsiteX8318" fmla="*/ 3775459 w 10321503"/>
              <a:gd name="connsiteY8318" fmla="*/ 2035275 h 5599766"/>
              <a:gd name="connsiteX8319" fmla="*/ 3776073 w 10321503"/>
              <a:gd name="connsiteY8319" fmla="*/ 2035633 h 5599766"/>
              <a:gd name="connsiteX8320" fmla="*/ 3779604 w 10321503"/>
              <a:gd name="connsiteY8320" fmla="*/ 2041775 h 5599766"/>
              <a:gd name="connsiteX8321" fmla="*/ 3779604 w 10321503"/>
              <a:gd name="connsiteY8321" fmla="*/ 2042441 h 5599766"/>
              <a:gd name="connsiteX8322" fmla="*/ 3776073 w 10321503"/>
              <a:gd name="connsiteY8322" fmla="*/ 2048583 h 5599766"/>
              <a:gd name="connsiteX8323" fmla="*/ 3775459 w 10321503"/>
              <a:gd name="connsiteY8323" fmla="*/ 2048940 h 5599766"/>
              <a:gd name="connsiteX8324" fmla="*/ 3973734 w 10321503"/>
              <a:gd name="connsiteY8324" fmla="*/ 2048940 h 5599766"/>
              <a:gd name="connsiteX8325" fmla="*/ 3966671 w 10321503"/>
              <a:gd name="connsiteY8325" fmla="*/ 2048940 h 5599766"/>
              <a:gd name="connsiteX8326" fmla="*/ 3966057 w 10321503"/>
              <a:gd name="connsiteY8326" fmla="*/ 2048583 h 5599766"/>
              <a:gd name="connsiteX8327" fmla="*/ 3962525 w 10321503"/>
              <a:gd name="connsiteY8327" fmla="*/ 2042441 h 5599766"/>
              <a:gd name="connsiteX8328" fmla="*/ 3962525 w 10321503"/>
              <a:gd name="connsiteY8328" fmla="*/ 2041775 h 5599766"/>
              <a:gd name="connsiteX8329" fmla="*/ 3966057 w 10321503"/>
              <a:gd name="connsiteY8329" fmla="*/ 2035633 h 5599766"/>
              <a:gd name="connsiteX8330" fmla="*/ 3966671 w 10321503"/>
              <a:gd name="connsiteY8330" fmla="*/ 2035275 h 5599766"/>
              <a:gd name="connsiteX8331" fmla="*/ 3973734 w 10321503"/>
              <a:gd name="connsiteY8331" fmla="*/ 2035275 h 5599766"/>
              <a:gd name="connsiteX8332" fmla="*/ 3974348 w 10321503"/>
              <a:gd name="connsiteY8332" fmla="*/ 2035633 h 5599766"/>
              <a:gd name="connsiteX8333" fmla="*/ 3977880 w 10321503"/>
              <a:gd name="connsiteY8333" fmla="*/ 2041775 h 5599766"/>
              <a:gd name="connsiteX8334" fmla="*/ 3977880 w 10321503"/>
              <a:gd name="connsiteY8334" fmla="*/ 2042441 h 5599766"/>
              <a:gd name="connsiteX8335" fmla="*/ 3974348 w 10321503"/>
              <a:gd name="connsiteY8335" fmla="*/ 2048583 h 5599766"/>
              <a:gd name="connsiteX8336" fmla="*/ 3973734 w 10321503"/>
              <a:gd name="connsiteY8336" fmla="*/ 2048940 h 5599766"/>
              <a:gd name="connsiteX8337" fmla="*/ 4171959 w 10321503"/>
              <a:gd name="connsiteY8337" fmla="*/ 2048940 h 5599766"/>
              <a:gd name="connsiteX8338" fmla="*/ 4164896 w 10321503"/>
              <a:gd name="connsiteY8338" fmla="*/ 2048940 h 5599766"/>
              <a:gd name="connsiteX8339" fmla="*/ 4164282 w 10321503"/>
              <a:gd name="connsiteY8339" fmla="*/ 2048583 h 5599766"/>
              <a:gd name="connsiteX8340" fmla="*/ 4160751 w 10321503"/>
              <a:gd name="connsiteY8340" fmla="*/ 2042441 h 5599766"/>
              <a:gd name="connsiteX8341" fmla="*/ 4160751 w 10321503"/>
              <a:gd name="connsiteY8341" fmla="*/ 2041775 h 5599766"/>
              <a:gd name="connsiteX8342" fmla="*/ 4164282 w 10321503"/>
              <a:gd name="connsiteY8342" fmla="*/ 2035633 h 5599766"/>
              <a:gd name="connsiteX8343" fmla="*/ 4164896 w 10321503"/>
              <a:gd name="connsiteY8343" fmla="*/ 2035275 h 5599766"/>
              <a:gd name="connsiteX8344" fmla="*/ 4171959 w 10321503"/>
              <a:gd name="connsiteY8344" fmla="*/ 2035275 h 5599766"/>
              <a:gd name="connsiteX8345" fmla="*/ 4172573 w 10321503"/>
              <a:gd name="connsiteY8345" fmla="*/ 2035633 h 5599766"/>
              <a:gd name="connsiteX8346" fmla="*/ 4176105 w 10321503"/>
              <a:gd name="connsiteY8346" fmla="*/ 2041775 h 5599766"/>
              <a:gd name="connsiteX8347" fmla="*/ 4176105 w 10321503"/>
              <a:gd name="connsiteY8347" fmla="*/ 2042441 h 5599766"/>
              <a:gd name="connsiteX8348" fmla="*/ 4172573 w 10321503"/>
              <a:gd name="connsiteY8348" fmla="*/ 2048583 h 5599766"/>
              <a:gd name="connsiteX8349" fmla="*/ 4171959 w 10321503"/>
              <a:gd name="connsiteY8349" fmla="*/ 2048940 h 5599766"/>
              <a:gd name="connsiteX8350" fmla="*/ 4370183 w 10321503"/>
              <a:gd name="connsiteY8350" fmla="*/ 2048940 h 5599766"/>
              <a:gd name="connsiteX8351" fmla="*/ 4363121 w 10321503"/>
              <a:gd name="connsiteY8351" fmla="*/ 2048940 h 5599766"/>
              <a:gd name="connsiteX8352" fmla="*/ 4362506 w 10321503"/>
              <a:gd name="connsiteY8352" fmla="*/ 2048583 h 5599766"/>
              <a:gd name="connsiteX8353" fmla="*/ 4358975 w 10321503"/>
              <a:gd name="connsiteY8353" fmla="*/ 2042441 h 5599766"/>
              <a:gd name="connsiteX8354" fmla="*/ 4358975 w 10321503"/>
              <a:gd name="connsiteY8354" fmla="*/ 2041775 h 5599766"/>
              <a:gd name="connsiteX8355" fmla="*/ 4362506 w 10321503"/>
              <a:gd name="connsiteY8355" fmla="*/ 2035633 h 5599766"/>
              <a:gd name="connsiteX8356" fmla="*/ 4363121 w 10321503"/>
              <a:gd name="connsiteY8356" fmla="*/ 2035275 h 5599766"/>
              <a:gd name="connsiteX8357" fmla="*/ 4370183 w 10321503"/>
              <a:gd name="connsiteY8357" fmla="*/ 2035275 h 5599766"/>
              <a:gd name="connsiteX8358" fmla="*/ 4370797 w 10321503"/>
              <a:gd name="connsiteY8358" fmla="*/ 2035633 h 5599766"/>
              <a:gd name="connsiteX8359" fmla="*/ 4374329 w 10321503"/>
              <a:gd name="connsiteY8359" fmla="*/ 2041775 h 5599766"/>
              <a:gd name="connsiteX8360" fmla="*/ 4374329 w 10321503"/>
              <a:gd name="connsiteY8360" fmla="*/ 2042441 h 5599766"/>
              <a:gd name="connsiteX8361" fmla="*/ 4370797 w 10321503"/>
              <a:gd name="connsiteY8361" fmla="*/ 2048583 h 5599766"/>
              <a:gd name="connsiteX8362" fmla="*/ 4370183 w 10321503"/>
              <a:gd name="connsiteY8362" fmla="*/ 2048940 h 5599766"/>
              <a:gd name="connsiteX8363" fmla="*/ 4568408 w 10321503"/>
              <a:gd name="connsiteY8363" fmla="*/ 2048940 h 5599766"/>
              <a:gd name="connsiteX8364" fmla="*/ 4561345 w 10321503"/>
              <a:gd name="connsiteY8364" fmla="*/ 2048940 h 5599766"/>
              <a:gd name="connsiteX8365" fmla="*/ 4560731 w 10321503"/>
              <a:gd name="connsiteY8365" fmla="*/ 2048583 h 5599766"/>
              <a:gd name="connsiteX8366" fmla="*/ 4557199 w 10321503"/>
              <a:gd name="connsiteY8366" fmla="*/ 2042441 h 5599766"/>
              <a:gd name="connsiteX8367" fmla="*/ 4557199 w 10321503"/>
              <a:gd name="connsiteY8367" fmla="*/ 2041775 h 5599766"/>
              <a:gd name="connsiteX8368" fmla="*/ 4560731 w 10321503"/>
              <a:gd name="connsiteY8368" fmla="*/ 2035633 h 5599766"/>
              <a:gd name="connsiteX8369" fmla="*/ 4561345 w 10321503"/>
              <a:gd name="connsiteY8369" fmla="*/ 2035275 h 5599766"/>
              <a:gd name="connsiteX8370" fmla="*/ 4568408 w 10321503"/>
              <a:gd name="connsiteY8370" fmla="*/ 2035275 h 5599766"/>
              <a:gd name="connsiteX8371" fmla="*/ 4569022 w 10321503"/>
              <a:gd name="connsiteY8371" fmla="*/ 2035633 h 5599766"/>
              <a:gd name="connsiteX8372" fmla="*/ 4572554 w 10321503"/>
              <a:gd name="connsiteY8372" fmla="*/ 2041775 h 5599766"/>
              <a:gd name="connsiteX8373" fmla="*/ 4572554 w 10321503"/>
              <a:gd name="connsiteY8373" fmla="*/ 2042441 h 5599766"/>
              <a:gd name="connsiteX8374" fmla="*/ 4569022 w 10321503"/>
              <a:gd name="connsiteY8374" fmla="*/ 2048583 h 5599766"/>
              <a:gd name="connsiteX8375" fmla="*/ 4568408 w 10321503"/>
              <a:gd name="connsiteY8375" fmla="*/ 2048940 h 5599766"/>
              <a:gd name="connsiteX8376" fmla="*/ 4766683 w 10321503"/>
              <a:gd name="connsiteY8376" fmla="*/ 2048940 h 5599766"/>
              <a:gd name="connsiteX8377" fmla="*/ 4759621 w 10321503"/>
              <a:gd name="connsiteY8377" fmla="*/ 2048940 h 5599766"/>
              <a:gd name="connsiteX8378" fmla="*/ 4759007 w 10321503"/>
              <a:gd name="connsiteY8378" fmla="*/ 2048583 h 5599766"/>
              <a:gd name="connsiteX8379" fmla="*/ 4755475 w 10321503"/>
              <a:gd name="connsiteY8379" fmla="*/ 2042441 h 5599766"/>
              <a:gd name="connsiteX8380" fmla="*/ 4755475 w 10321503"/>
              <a:gd name="connsiteY8380" fmla="*/ 2041775 h 5599766"/>
              <a:gd name="connsiteX8381" fmla="*/ 4759007 w 10321503"/>
              <a:gd name="connsiteY8381" fmla="*/ 2035633 h 5599766"/>
              <a:gd name="connsiteX8382" fmla="*/ 4759621 w 10321503"/>
              <a:gd name="connsiteY8382" fmla="*/ 2035275 h 5599766"/>
              <a:gd name="connsiteX8383" fmla="*/ 4766683 w 10321503"/>
              <a:gd name="connsiteY8383" fmla="*/ 2035275 h 5599766"/>
              <a:gd name="connsiteX8384" fmla="*/ 4767297 w 10321503"/>
              <a:gd name="connsiteY8384" fmla="*/ 2035633 h 5599766"/>
              <a:gd name="connsiteX8385" fmla="*/ 4770829 w 10321503"/>
              <a:gd name="connsiteY8385" fmla="*/ 2041775 h 5599766"/>
              <a:gd name="connsiteX8386" fmla="*/ 4770829 w 10321503"/>
              <a:gd name="connsiteY8386" fmla="*/ 2042441 h 5599766"/>
              <a:gd name="connsiteX8387" fmla="*/ 4767297 w 10321503"/>
              <a:gd name="connsiteY8387" fmla="*/ 2048583 h 5599766"/>
              <a:gd name="connsiteX8388" fmla="*/ 4766683 w 10321503"/>
              <a:gd name="connsiteY8388" fmla="*/ 2048940 h 5599766"/>
              <a:gd name="connsiteX8389" fmla="*/ 4964909 w 10321503"/>
              <a:gd name="connsiteY8389" fmla="*/ 2048940 h 5599766"/>
              <a:gd name="connsiteX8390" fmla="*/ 4957846 w 10321503"/>
              <a:gd name="connsiteY8390" fmla="*/ 2048940 h 5599766"/>
              <a:gd name="connsiteX8391" fmla="*/ 4957232 w 10321503"/>
              <a:gd name="connsiteY8391" fmla="*/ 2048583 h 5599766"/>
              <a:gd name="connsiteX8392" fmla="*/ 4953699 w 10321503"/>
              <a:gd name="connsiteY8392" fmla="*/ 2042441 h 5599766"/>
              <a:gd name="connsiteX8393" fmla="*/ 4953699 w 10321503"/>
              <a:gd name="connsiteY8393" fmla="*/ 2041775 h 5599766"/>
              <a:gd name="connsiteX8394" fmla="*/ 4957232 w 10321503"/>
              <a:gd name="connsiteY8394" fmla="*/ 2035633 h 5599766"/>
              <a:gd name="connsiteX8395" fmla="*/ 4957846 w 10321503"/>
              <a:gd name="connsiteY8395" fmla="*/ 2035275 h 5599766"/>
              <a:gd name="connsiteX8396" fmla="*/ 4964909 w 10321503"/>
              <a:gd name="connsiteY8396" fmla="*/ 2035275 h 5599766"/>
              <a:gd name="connsiteX8397" fmla="*/ 4965523 w 10321503"/>
              <a:gd name="connsiteY8397" fmla="*/ 2035633 h 5599766"/>
              <a:gd name="connsiteX8398" fmla="*/ 4969054 w 10321503"/>
              <a:gd name="connsiteY8398" fmla="*/ 2041775 h 5599766"/>
              <a:gd name="connsiteX8399" fmla="*/ 4969054 w 10321503"/>
              <a:gd name="connsiteY8399" fmla="*/ 2042441 h 5599766"/>
              <a:gd name="connsiteX8400" fmla="*/ 4965523 w 10321503"/>
              <a:gd name="connsiteY8400" fmla="*/ 2048583 h 5599766"/>
              <a:gd name="connsiteX8401" fmla="*/ 4964909 w 10321503"/>
              <a:gd name="connsiteY8401" fmla="*/ 2048940 h 5599766"/>
              <a:gd name="connsiteX8402" fmla="*/ 5163134 w 10321503"/>
              <a:gd name="connsiteY8402" fmla="*/ 2048940 h 5599766"/>
              <a:gd name="connsiteX8403" fmla="*/ 5156070 w 10321503"/>
              <a:gd name="connsiteY8403" fmla="*/ 2048940 h 5599766"/>
              <a:gd name="connsiteX8404" fmla="*/ 5155456 w 10321503"/>
              <a:gd name="connsiteY8404" fmla="*/ 2048583 h 5599766"/>
              <a:gd name="connsiteX8405" fmla="*/ 5151924 w 10321503"/>
              <a:gd name="connsiteY8405" fmla="*/ 2042441 h 5599766"/>
              <a:gd name="connsiteX8406" fmla="*/ 5151924 w 10321503"/>
              <a:gd name="connsiteY8406" fmla="*/ 2041775 h 5599766"/>
              <a:gd name="connsiteX8407" fmla="*/ 5155456 w 10321503"/>
              <a:gd name="connsiteY8407" fmla="*/ 2035633 h 5599766"/>
              <a:gd name="connsiteX8408" fmla="*/ 5156070 w 10321503"/>
              <a:gd name="connsiteY8408" fmla="*/ 2035275 h 5599766"/>
              <a:gd name="connsiteX8409" fmla="*/ 5163134 w 10321503"/>
              <a:gd name="connsiteY8409" fmla="*/ 2035275 h 5599766"/>
              <a:gd name="connsiteX8410" fmla="*/ 5163748 w 10321503"/>
              <a:gd name="connsiteY8410" fmla="*/ 2035633 h 5599766"/>
              <a:gd name="connsiteX8411" fmla="*/ 5167279 w 10321503"/>
              <a:gd name="connsiteY8411" fmla="*/ 2041775 h 5599766"/>
              <a:gd name="connsiteX8412" fmla="*/ 5167279 w 10321503"/>
              <a:gd name="connsiteY8412" fmla="*/ 2042441 h 5599766"/>
              <a:gd name="connsiteX8413" fmla="*/ 5163748 w 10321503"/>
              <a:gd name="connsiteY8413" fmla="*/ 2048583 h 5599766"/>
              <a:gd name="connsiteX8414" fmla="*/ 5163134 w 10321503"/>
              <a:gd name="connsiteY8414" fmla="*/ 2048940 h 5599766"/>
              <a:gd name="connsiteX8415" fmla="*/ 5361358 w 10321503"/>
              <a:gd name="connsiteY8415" fmla="*/ 2048940 h 5599766"/>
              <a:gd name="connsiteX8416" fmla="*/ 5354295 w 10321503"/>
              <a:gd name="connsiteY8416" fmla="*/ 2048940 h 5599766"/>
              <a:gd name="connsiteX8417" fmla="*/ 5353680 w 10321503"/>
              <a:gd name="connsiteY8417" fmla="*/ 2048583 h 5599766"/>
              <a:gd name="connsiteX8418" fmla="*/ 5350149 w 10321503"/>
              <a:gd name="connsiteY8418" fmla="*/ 2042441 h 5599766"/>
              <a:gd name="connsiteX8419" fmla="*/ 5350149 w 10321503"/>
              <a:gd name="connsiteY8419" fmla="*/ 2041775 h 5599766"/>
              <a:gd name="connsiteX8420" fmla="*/ 5353680 w 10321503"/>
              <a:gd name="connsiteY8420" fmla="*/ 2035633 h 5599766"/>
              <a:gd name="connsiteX8421" fmla="*/ 5354295 w 10321503"/>
              <a:gd name="connsiteY8421" fmla="*/ 2035275 h 5599766"/>
              <a:gd name="connsiteX8422" fmla="*/ 5361358 w 10321503"/>
              <a:gd name="connsiteY8422" fmla="*/ 2035275 h 5599766"/>
              <a:gd name="connsiteX8423" fmla="*/ 5361972 w 10321503"/>
              <a:gd name="connsiteY8423" fmla="*/ 2035633 h 5599766"/>
              <a:gd name="connsiteX8424" fmla="*/ 5365503 w 10321503"/>
              <a:gd name="connsiteY8424" fmla="*/ 2041775 h 5599766"/>
              <a:gd name="connsiteX8425" fmla="*/ 5365503 w 10321503"/>
              <a:gd name="connsiteY8425" fmla="*/ 2042441 h 5599766"/>
              <a:gd name="connsiteX8426" fmla="*/ 5361972 w 10321503"/>
              <a:gd name="connsiteY8426" fmla="*/ 2048583 h 5599766"/>
              <a:gd name="connsiteX8427" fmla="*/ 5361358 w 10321503"/>
              <a:gd name="connsiteY8427" fmla="*/ 2048940 h 5599766"/>
              <a:gd name="connsiteX8428" fmla="*/ 5559633 w 10321503"/>
              <a:gd name="connsiteY8428" fmla="*/ 2048940 h 5599766"/>
              <a:gd name="connsiteX8429" fmla="*/ 5552569 w 10321503"/>
              <a:gd name="connsiteY8429" fmla="*/ 2048940 h 5599766"/>
              <a:gd name="connsiteX8430" fmla="*/ 5551956 w 10321503"/>
              <a:gd name="connsiteY8430" fmla="*/ 2048583 h 5599766"/>
              <a:gd name="connsiteX8431" fmla="*/ 5548424 w 10321503"/>
              <a:gd name="connsiteY8431" fmla="*/ 2042441 h 5599766"/>
              <a:gd name="connsiteX8432" fmla="*/ 5548424 w 10321503"/>
              <a:gd name="connsiteY8432" fmla="*/ 2041775 h 5599766"/>
              <a:gd name="connsiteX8433" fmla="*/ 5551956 w 10321503"/>
              <a:gd name="connsiteY8433" fmla="*/ 2035633 h 5599766"/>
              <a:gd name="connsiteX8434" fmla="*/ 5552569 w 10321503"/>
              <a:gd name="connsiteY8434" fmla="*/ 2035275 h 5599766"/>
              <a:gd name="connsiteX8435" fmla="*/ 5559633 w 10321503"/>
              <a:gd name="connsiteY8435" fmla="*/ 2035275 h 5599766"/>
              <a:gd name="connsiteX8436" fmla="*/ 5560246 w 10321503"/>
              <a:gd name="connsiteY8436" fmla="*/ 2035633 h 5599766"/>
              <a:gd name="connsiteX8437" fmla="*/ 5563779 w 10321503"/>
              <a:gd name="connsiteY8437" fmla="*/ 2041775 h 5599766"/>
              <a:gd name="connsiteX8438" fmla="*/ 5563779 w 10321503"/>
              <a:gd name="connsiteY8438" fmla="*/ 2042441 h 5599766"/>
              <a:gd name="connsiteX8439" fmla="*/ 5560246 w 10321503"/>
              <a:gd name="connsiteY8439" fmla="*/ 2048583 h 5599766"/>
              <a:gd name="connsiteX8440" fmla="*/ 5559633 w 10321503"/>
              <a:gd name="connsiteY8440" fmla="*/ 2048940 h 5599766"/>
              <a:gd name="connsiteX8441" fmla="*/ 5757857 w 10321503"/>
              <a:gd name="connsiteY8441" fmla="*/ 2048940 h 5599766"/>
              <a:gd name="connsiteX8442" fmla="*/ 5750795 w 10321503"/>
              <a:gd name="connsiteY8442" fmla="*/ 2048940 h 5599766"/>
              <a:gd name="connsiteX8443" fmla="*/ 5750181 w 10321503"/>
              <a:gd name="connsiteY8443" fmla="*/ 2048583 h 5599766"/>
              <a:gd name="connsiteX8444" fmla="*/ 5746649 w 10321503"/>
              <a:gd name="connsiteY8444" fmla="*/ 2042441 h 5599766"/>
              <a:gd name="connsiteX8445" fmla="*/ 5746649 w 10321503"/>
              <a:gd name="connsiteY8445" fmla="*/ 2041775 h 5599766"/>
              <a:gd name="connsiteX8446" fmla="*/ 5750181 w 10321503"/>
              <a:gd name="connsiteY8446" fmla="*/ 2035633 h 5599766"/>
              <a:gd name="connsiteX8447" fmla="*/ 5750795 w 10321503"/>
              <a:gd name="connsiteY8447" fmla="*/ 2035275 h 5599766"/>
              <a:gd name="connsiteX8448" fmla="*/ 5757857 w 10321503"/>
              <a:gd name="connsiteY8448" fmla="*/ 2035275 h 5599766"/>
              <a:gd name="connsiteX8449" fmla="*/ 5758471 w 10321503"/>
              <a:gd name="connsiteY8449" fmla="*/ 2035633 h 5599766"/>
              <a:gd name="connsiteX8450" fmla="*/ 5762003 w 10321503"/>
              <a:gd name="connsiteY8450" fmla="*/ 2041775 h 5599766"/>
              <a:gd name="connsiteX8451" fmla="*/ 5762003 w 10321503"/>
              <a:gd name="connsiteY8451" fmla="*/ 2042441 h 5599766"/>
              <a:gd name="connsiteX8452" fmla="*/ 5758471 w 10321503"/>
              <a:gd name="connsiteY8452" fmla="*/ 2048583 h 5599766"/>
              <a:gd name="connsiteX8453" fmla="*/ 5757857 w 10321503"/>
              <a:gd name="connsiteY8453" fmla="*/ 2048940 h 5599766"/>
              <a:gd name="connsiteX8454" fmla="*/ 5956083 w 10321503"/>
              <a:gd name="connsiteY8454" fmla="*/ 2048940 h 5599766"/>
              <a:gd name="connsiteX8455" fmla="*/ 5949019 w 10321503"/>
              <a:gd name="connsiteY8455" fmla="*/ 2048940 h 5599766"/>
              <a:gd name="connsiteX8456" fmla="*/ 5948405 w 10321503"/>
              <a:gd name="connsiteY8456" fmla="*/ 2048583 h 5599766"/>
              <a:gd name="connsiteX8457" fmla="*/ 5944873 w 10321503"/>
              <a:gd name="connsiteY8457" fmla="*/ 2042441 h 5599766"/>
              <a:gd name="connsiteX8458" fmla="*/ 5944873 w 10321503"/>
              <a:gd name="connsiteY8458" fmla="*/ 2041775 h 5599766"/>
              <a:gd name="connsiteX8459" fmla="*/ 5948405 w 10321503"/>
              <a:gd name="connsiteY8459" fmla="*/ 2035633 h 5599766"/>
              <a:gd name="connsiteX8460" fmla="*/ 5949019 w 10321503"/>
              <a:gd name="connsiteY8460" fmla="*/ 2035275 h 5599766"/>
              <a:gd name="connsiteX8461" fmla="*/ 5956083 w 10321503"/>
              <a:gd name="connsiteY8461" fmla="*/ 2035275 h 5599766"/>
              <a:gd name="connsiteX8462" fmla="*/ 5956697 w 10321503"/>
              <a:gd name="connsiteY8462" fmla="*/ 2035633 h 5599766"/>
              <a:gd name="connsiteX8463" fmla="*/ 5960227 w 10321503"/>
              <a:gd name="connsiteY8463" fmla="*/ 2041775 h 5599766"/>
              <a:gd name="connsiteX8464" fmla="*/ 5960227 w 10321503"/>
              <a:gd name="connsiteY8464" fmla="*/ 2042441 h 5599766"/>
              <a:gd name="connsiteX8465" fmla="*/ 5956697 w 10321503"/>
              <a:gd name="connsiteY8465" fmla="*/ 2048583 h 5599766"/>
              <a:gd name="connsiteX8466" fmla="*/ 5956083 w 10321503"/>
              <a:gd name="connsiteY8466" fmla="*/ 2048940 h 5599766"/>
              <a:gd name="connsiteX8467" fmla="*/ 6154307 w 10321503"/>
              <a:gd name="connsiteY8467" fmla="*/ 2048940 h 5599766"/>
              <a:gd name="connsiteX8468" fmla="*/ 6147243 w 10321503"/>
              <a:gd name="connsiteY8468" fmla="*/ 2048940 h 5599766"/>
              <a:gd name="connsiteX8469" fmla="*/ 6146629 w 10321503"/>
              <a:gd name="connsiteY8469" fmla="*/ 2048583 h 5599766"/>
              <a:gd name="connsiteX8470" fmla="*/ 6143098 w 10321503"/>
              <a:gd name="connsiteY8470" fmla="*/ 2042441 h 5599766"/>
              <a:gd name="connsiteX8471" fmla="*/ 6143098 w 10321503"/>
              <a:gd name="connsiteY8471" fmla="*/ 2041775 h 5599766"/>
              <a:gd name="connsiteX8472" fmla="*/ 6146629 w 10321503"/>
              <a:gd name="connsiteY8472" fmla="*/ 2035633 h 5599766"/>
              <a:gd name="connsiteX8473" fmla="*/ 6147243 w 10321503"/>
              <a:gd name="connsiteY8473" fmla="*/ 2035275 h 5599766"/>
              <a:gd name="connsiteX8474" fmla="*/ 6154307 w 10321503"/>
              <a:gd name="connsiteY8474" fmla="*/ 2035275 h 5599766"/>
              <a:gd name="connsiteX8475" fmla="*/ 6154921 w 10321503"/>
              <a:gd name="connsiteY8475" fmla="*/ 2035633 h 5599766"/>
              <a:gd name="connsiteX8476" fmla="*/ 6158453 w 10321503"/>
              <a:gd name="connsiteY8476" fmla="*/ 2041775 h 5599766"/>
              <a:gd name="connsiteX8477" fmla="*/ 6158453 w 10321503"/>
              <a:gd name="connsiteY8477" fmla="*/ 2042441 h 5599766"/>
              <a:gd name="connsiteX8478" fmla="*/ 6154921 w 10321503"/>
              <a:gd name="connsiteY8478" fmla="*/ 2048583 h 5599766"/>
              <a:gd name="connsiteX8479" fmla="*/ 6154307 w 10321503"/>
              <a:gd name="connsiteY8479" fmla="*/ 2048940 h 5599766"/>
              <a:gd name="connsiteX8480" fmla="*/ 6352582 w 10321503"/>
              <a:gd name="connsiteY8480" fmla="*/ 2048940 h 5599766"/>
              <a:gd name="connsiteX8481" fmla="*/ 6345519 w 10321503"/>
              <a:gd name="connsiteY8481" fmla="*/ 2048940 h 5599766"/>
              <a:gd name="connsiteX8482" fmla="*/ 6344904 w 10321503"/>
              <a:gd name="connsiteY8482" fmla="*/ 2048583 h 5599766"/>
              <a:gd name="connsiteX8483" fmla="*/ 6341373 w 10321503"/>
              <a:gd name="connsiteY8483" fmla="*/ 2042441 h 5599766"/>
              <a:gd name="connsiteX8484" fmla="*/ 6341373 w 10321503"/>
              <a:gd name="connsiteY8484" fmla="*/ 2041775 h 5599766"/>
              <a:gd name="connsiteX8485" fmla="*/ 6344904 w 10321503"/>
              <a:gd name="connsiteY8485" fmla="*/ 2035633 h 5599766"/>
              <a:gd name="connsiteX8486" fmla="*/ 6345519 w 10321503"/>
              <a:gd name="connsiteY8486" fmla="*/ 2035275 h 5599766"/>
              <a:gd name="connsiteX8487" fmla="*/ 6352582 w 10321503"/>
              <a:gd name="connsiteY8487" fmla="*/ 2035275 h 5599766"/>
              <a:gd name="connsiteX8488" fmla="*/ 6353196 w 10321503"/>
              <a:gd name="connsiteY8488" fmla="*/ 2035633 h 5599766"/>
              <a:gd name="connsiteX8489" fmla="*/ 6356728 w 10321503"/>
              <a:gd name="connsiteY8489" fmla="*/ 2041775 h 5599766"/>
              <a:gd name="connsiteX8490" fmla="*/ 6356728 w 10321503"/>
              <a:gd name="connsiteY8490" fmla="*/ 2042441 h 5599766"/>
              <a:gd name="connsiteX8491" fmla="*/ 6353196 w 10321503"/>
              <a:gd name="connsiteY8491" fmla="*/ 2048583 h 5599766"/>
              <a:gd name="connsiteX8492" fmla="*/ 6352582 w 10321503"/>
              <a:gd name="connsiteY8492" fmla="*/ 2048940 h 5599766"/>
              <a:gd name="connsiteX8493" fmla="*/ 6550807 w 10321503"/>
              <a:gd name="connsiteY8493" fmla="*/ 2048940 h 5599766"/>
              <a:gd name="connsiteX8494" fmla="*/ 6543744 w 10321503"/>
              <a:gd name="connsiteY8494" fmla="*/ 2048940 h 5599766"/>
              <a:gd name="connsiteX8495" fmla="*/ 6543129 w 10321503"/>
              <a:gd name="connsiteY8495" fmla="*/ 2048583 h 5599766"/>
              <a:gd name="connsiteX8496" fmla="*/ 6539598 w 10321503"/>
              <a:gd name="connsiteY8496" fmla="*/ 2042441 h 5599766"/>
              <a:gd name="connsiteX8497" fmla="*/ 6539598 w 10321503"/>
              <a:gd name="connsiteY8497" fmla="*/ 2041775 h 5599766"/>
              <a:gd name="connsiteX8498" fmla="*/ 6543129 w 10321503"/>
              <a:gd name="connsiteY8498" fmla="*/ 2035633 h 5599766"/>
              <a:gd name="connsiteX8499" fmla="*/ 6543744 w 10321503"/>
              <a:gd name="connsiteY8499" fmla="*/ 2035275 h 5599766"/>
              <a:gd name="connsiteX8500" fmla="*/ 6550807 w 10321503"/>
              <a:gd name="connsiteY8500" fmla="*/ 2035275 h 5599766"/>
              <a:gd name="connsiteX8501" fmla="*/ 6551420 w 10321503"/>
              <a:gd name="connsiteY8501" fmla="*/ 2035633 h 5599766"/>
              <a:gd name="connsiteX8502" fmla="*/ 6554953 w 10321503"/>
              <a:gd name="connsiteY8502" fmla="*/ 2041775 h 5599766"/>
              <a:gd name="connsiteX8503" fmla="*/ 6554953 w 10321503"/>
              <a:gd name="connsiteY8503" fmla="*/ 2042441 h 5599766"/>
              <a:gd name="connsiteX8504" fmla="*/ 6551420 w 10321503"/>
              <a:gd name="connsiteY8504" fmla="*/ 2048583 h 5599766"/>
              <a:gd name="connsiteX8505" fmla="*/ 6550807 w 10321503"/>
              <a:gd name="connsiteY8505" fmla="*/ 2048940 h 5599766"/>
              <a:gd name="connsiteX8506" fmla="*/ 6749031 w 10321503"/>
              <a:gd name="connsiteY8506" fmla="*/ 2048940 h 5599766"/>
              <a:gd name="connsiteX8507" fmla="*/ 6741967 w 10321503"/>
              <a:gd name="connsiteY8507" fmla="*/ 2048940 h 5599766"/>
              <a:gd name="connsiteX8508" fmla="*/ 6741354 w 10321503"/>
              <a:gd name="connsiteY8508" fmla="*/ 2048583 h 5599766"/>
              <a:gd name="connsiteX8509" fmla="*/ 6737823 w 10321503"/>
              <a:gd name="connsiteY8509" fmla="*/ 2042441 h 5599766"/>
              <a:gd name="connsiteX8510" fmla="*/ 6737823 w 10321503"/>
              <a:gd name="connsiteY8510" fmla="*/ 2041775 h 5599766"/>
              <a:gd name="connsiteX8511" fmla="*/ 6741354 w 10321503"/>
              <a:gd name="connsiteY8511" fmla="*/ 2035633 h 5599766"/>
              <a:gd name="connsiteX8512" fmla="*/ 6741967 w 10321503"/>
              <a:gd name="connsiteY8512" fmla="*/ 2035275 h 5599766"/>
              <a:gd name="connsiteX8513" fmla="*/ 6749031 w 10321503"/>
              <a:gd name="connsiteY8513" fmla="*/ 2035275 h 5599766"/>
              <a:gd name="connsiteX8514" fmla="*/ 6749646 w 10321503"/>
              <a:gd name="connsiteY8514" fmla="*/ 2035633 h 5599766"/>
              <a:gd name="connsiteX8515" fmla="*/ 6753177 w 10321503"/>
              <a:gd name="connsiteY8515" fmla="*/ 2041775 h 5599766"/>
              <a:gd name="connsiteX8516" fmla="*/ 6753177 w 10321503"/>
              <a:gd name="connsiteY8516" fmla="*/ 2042441 h 5599766"/>
              <a:gd name="connsiteX8517" fmla="*/ 6749646 w 10321503"/>
              <a:gd name="connsiteY8517" fmla="*/ 2048583 h 5599766"/>
              <a:gd name="connsiteX8518" fmla="*/ 6749031 w 10321503"/>
              <a:gd name="connsiteY8518" fmla="*/ 2048940 h 5599766"/>
              <a:gd name="connsiteX8519" fmla="*/ 6947256 w 10321503"/>
              <a:gd name="connsiteY8519" fmla="*/ 2048940 h 5599766"/>
              <a:gd name="connsiteX8520" fmla="*/ 6940193 w 10321503"/>
              <a:gd name="connsiteY8520" fmla="*/ 2048940 h 5599766"/>
              <a:gd name="connsiteX8521" fmla="*/ 6939578 w 10321503"/>
              <a:gd name="connsiteY8521" fmla="*/ 2048583 h 5599766"/>
              <a:gd name="connsiteX8522" fmla="*/ 6936048 w 10321503"/>
              <a:gd name="connsiteY8522" fmla="*/ 2042441 h 5599766"/>
              <a:gd name="connsiteX8523" fmla="*/ 6936048 w 10321503"/>
              <a:gd name="connsiteY8523" fmla="*/ 2041775 h 5599766"/>
              <a:gd name="connsiteX8524" fmla="*/ 6939578 w 10321503"/>
              <a:gd name="connsiteY8524" fmla="*/ 2035633 h 5599766"/>
              <a:gd name="connsiteX8525" fmla="*/ 6940193 w 10321503"/>
              <a:gd name="connsiteY8525" fmla="*/ 2035275 h 5599766"/>
              <a:gd name="connsiteX8526" fmla="*/ 6947256 w 10321503"/>
              <a:gd name="connsiteY8526" fmla="*/ 2035275 h 5599766"/>
              <a:gd name="connsiteX8527" fmla="*/ 6947870 w 10321503"/>
              <a:gd name="connsiteY8527" fmla="*/ 2035633 h 5599766"/>
              <a:gd name="connsiteX8528" fmla="*/ 6951402 w 10321503"/>
              <a:gd name="connsiteY8528" fmla="*/ 2041775 h 5599766"/>
              <a:gd name="connsiteX8529" fmla="*/ 6951402 w 10321503"/>
              <a:gd name="connsiteY8529" fmla="*/ 2042441 h 5599766"/>
              <a:gd name="connsiteX8530" fmla="*/ 6947870 w 10321503"/>
              <a:gd name="connsiteY8530" fmla="*/ 2048583 h 5599766"/>
              <a:gd name="connsiteX8531" fmla="*/ 6947256 w 10321503"/>
              <a:gd name="connsiteY8531" fmla="*/ 2048940 h 5599766"/>
              <a:gd name="connsiteX8532" fmla="*/ 7145357 w 10321503"/>
              <a:gd name="connsiteY8532" fmla="*/ 2048940 h 5599766"/>
              <a:gd name="connsiteX8533" fmla="*/ 7138295 w 10321503"/>
              <a:gd name="connsiteY8533" fmla="*/ 2048940 h 5599766"/>
              <a:gd name="connsiteX8534" fmla="*/ 7137680 w 10321503"/>
              <a:gd name="connsiteY8534" fmla="*/ 2048583 h 5599766"/>
              <a:gd name="connsiteX8535" fmla="*/ 7134150 w 10321503"/>
              <a:gd name="connsiteY8535" fmla="*/ 2042441 h 5599766"/>
              <a:gd name="connsiteX8536" fmla="*/ 7134150 w 10321503"/>
              <a:gd name="connsiteY8536" fmla="*/ 2041775 h 5599766"/>
              <a:gd name="connsiteX8537" fmla="*/ 7137680 w 10321503"/>
              <a:gd name="connsiteY8537" fmla="*/ 2035633 h 5599766"/>
              <a:gd name="connsiteX8538" fmla="*/ 7138295 w 10321503"/>
              <a:gd name="connsiteY8538" fmla="*/ 2035275 h 5599766"/>
              <a:gd name="connsiteX8539" fmla="*/ 7145357 w 10321503"/>
              <a:gd name="connsiteY8539" fmla="*/ 2035275 h 5599766"/>
              <a:gd name="connsiteX8540" fmla="*/ 7145971 w 10321503"/>
              <a:gd name="connsiteY8540" fmla="*/ 2035633 h 5599766"/>
              <a:gd name="connsiteX8541" fmla="*/ 7149503 w 10321503"/>
              <a:gd name="connsiteY8541" fmla="*/ 2041775 h 5599766"/>
              <a:gd name="connsiteX8542" fmla="*/ 7149503 w 10321503"/>
              <a:gd name="connsiteY8542" fmla="*/ 2042441 h 5599766"/>
              <a:gd name="connsiteX8543" fmla="*/ 7145971 w 10321503"/>
              <a:gd name="connsiteY8543" fmla="*/ 2048583 h 5599766"/>
              <a:gd name="connsiteX8544" fmla="*/ 7145357 w 10321503"/>
              <a:gd name="connsiteY8544" fmla="*/ 2048940 h 5599766"/>
              <a:gd name="connsiteX8545" fmla="*/ 7343684 w 10321503"/>
              <a:gd name="connsiteY8545" fmla="*/ 2048940 h 5599766"/>
              <a:gd name="connsiteX8546" fmla="*/ 7336620 w 10321503"/>
              <a:gd name="connsiteY8546" fmla="*/ 2048940 h 5599766"/>
              <a:gd name="connsiteX8547" fmla="*/ 7336008 w 10321503"/>
              <a:gd name="connsiteY8547" fmla="*/ 2048583 h 5599766"/>
              <a:gd name="connsiteX8548" fmla="*/ 7332476 w 10321503"/>
              <a:gd name="connsiteY8548" fmla="*/ 2042441 h 5599766"/>
              <a:gd name="connsiteX8549" fmla="*/ 7332476 w 10321503"/>
              <a:gd name="connsiteY8549" fmla="*/ 2041775 h 5599766"/>
              <a:gd name="connsiteX8550" fmla="*/ 7336008 w 10321503"/>
              <a:gd name="connsiteY8550" fmla="*/ 2035633 h 5599766"/>
              <a:gd name="connsiteX8551" fmla="*/ 7336620 w 10321503"/>
              <a:gd name="connsiteY8551" fmla="*/ 2035275 h 5599766"/>
              <a:gd name="connsiteX8552" fmla="*/ 7343684 w 10321503"/>
              <a:gd name="connsiteY8552" fmla="*/ 2035275 h 5599766"/>
              <a:gd name="connsiteX8553" fmla="*/ 7344298 w 10321503"/>
              <a:gd name="connsiteY8553" fmla="*/ 2035633 h 5599766"/>
              <a:gd name="connsiteX8554" fmla="*/ 7347829 w 10321503"/>
              <a:gd name="connsiteY8554" fmla="*/ 2041775 h 5599766"/>
              <a:gd name="connsiteX8555" fmla="*/ 7347829 w 10321503"/>
              <a:gd name="connsiteY8555" fmla="*/ 2042441 h 5599766"/>
              <a:gd name="connsiteX8556" fmla="*/ 7344298 w 10321503"/>
              <a:gd name="connsiteY8556" fmla="*/ 2048583 h 5599766"/>
              <a:gd name="connsiteX8557" fmla="*/ 7343684 w 10321503"/>
              <a:gd name="connsiteY8557" fmla="*/ 2048940 h 5599766"/>
              <a:gd name="connsiteX8558" fmla="*/ 7541903 w 10321503"/>
              <a:gd name="connsiteY8558" fmla="*/ 2048940 h 5599766"/>
              <a:gd name="connsiteX8559" fmla="*/ 7534839 w 10321503"/>
              <a:gd name="connsiteY8559" fmla="*/ 2048940 h 5599766"/>
              <a:gd name="connsiteX8560" fmla="*/ 7534225 w 10321503"/>
              <a:gd name="connsiteY8560" fmla="*/ 2048583 h 5599766"/>
              <a:gd name="connsiteX8561" fmla="*/ 7530695 w 10321503"/>
              <a:gd name="connsiteY8561" fmla="*/ 2042441 h 5599766"/>
              <a:gd name="connsiteX8562" fmla="*/ 7530695 w 10321503"/>
              <a:gd name="connsiteY8562" fmla="*/ 2041775 h 5599766"/>
              <a:gd name="connsiteX8563" fmla="*/ 7534225 w 10321503"/>
              <a:gd name="connsiteY8563" fmla="*/ 2035633 h 5599766"/>
              <a:gd name="connsiteX8564" fmla="*/ 7534839 w 10321503"/>
              <a:gd name="connsiteY8564" fmla="*/ 2035275 h 5599766"/>
              <a:gd name="connsiteX8565" fmla="*/ 7541903 w 10321503"/>
              <a:gd name="connsiteY8565" fmla="*/ 2035275 h 5599766"/>
              <a:gd name="connsiteX8566" fmla="*/ 7542517 w 10321503"/>
              <a:gd name="connsiteY8566" fmla="*/ 2035633 h 5599766"/>
              <a:gd name="connsiteX8567" fmla="*/ 7546050 w 10321503"/>
              <a:gd name="connsiteY8567" fmla="*/ 2041775 h 5599766"/>
              <a:gd name="connsiteX8568" fmla="*/ 7546050 w 10321503"/>
              <a:gd name="connsiteY8568" fmla="*/ 2042441 h 5599766"/>
              <a:gd name="connsiteX8569" fmla="*/ 7542517 w 10321503"/>
              <a:gd name="connsiteY8569" fmla="*/ 2048583 h 5599766"/>
              <a:gd name="connsiteX8570" fmla="*/ 7541903 w 10321503"/>
              <a:gd name="connsiteY8570" fmla="*/ 2048940 h 5599766"/>
              <a:gd name="connsiteX8571" fmla="*/ 7740141 w 10321503"/>
              <a:gd name="connsiteY8571" fmla="*/ 2048940 h 5599766"/>
              <a:gd name="connsiteX8572" fmla="*/ 7733078 w 10321503"/>
              <a:gd name="connsiteY8572" fmla="*/ 2048940 h 5599766"/>
              <a:gd name="connsiteX8573" fmla="*/ 7732464 w 10321503"/>
              <a:gd name="connsiteY8573" fmla="*/ 2048583 h 5599766"/>
              <a:gd name="connsiteX8574" fmla="*/ 7728933 w 10321503"/>
              <a:gd name="connsiteY8574" fmla="*/ 2042441 h 5599766"/>
              <a:gd name="connsiteX8575" fmla="*/ 7728933 w 10321503"/>
              <a:gd name="connsiteY8575" fmla="*/ 2041775 h 5599766"/>
              <a:gd name="connsiteX8576" fmla="*/ 7732464 w 10321503"/>
              <a:gd name="connsiteY8576" fmla="*/ 2035633 h 5599766"/>
              <a:gd name="connsiteX8577" fmla="*/ 7733078 w 10321503"/>
              <a:gd name="connsiteY8577" fmla="*/ 2035275 h 5599766"/>
              <a:gd name="connsiteX8578" fmla="*/ 7740141 w 10321503"/>
              <a:gd name="connsiteY8578" fmla="*/ 2035275 h 5599766"/>
              <a:gd name="connsiteX8579" fmla="*/ 7740755 w 10321503"/>
              <a:gd name="connsiteY8579" fmla="*/ 2035633 h 5599766"/>
              <a:gd name="connsiteX8580" fmla="*/ 7744287 w 10321503"/>
              <a:gd name="connsiteY8580" fmla="*/ 2041775 h 5599766"/>
              <a:gd name="connsiteX8581" fmla="*/ 7744287 w 10321503"/>
              <a:gd name="connsiteY8581" fmla="*/ 2042441 h 5599766"/>
              <a:gd name="connsiteX8582" fmla="*/ 7740755 w 10321503"/>
              <a:gd name="connsiteY8582" fmla="*/ 2048583 h 5599766"/>
              <a:gd name="connsiteX8583" fmla="*/ 7740141 w 10321503"/>
              <a:gd name="connsiteY8583" fmla="*/ 2048940 h 5599766"/>
              <a:gd name="connsiteX8584" fmla="*/ 7938309 w 10321503"/>
              <a:gd name="connsiteY8584" fmla="*/ 2048940 h 5599766"/>
              <a:gd name="connsiteX8585" fmla="*/ 7931245 w 10321503"/>
              <a:gd name="connsiteY8585" fmla="*/ 2048940 h 5599766"/>
              <a:gd name="connsiteX8586" fmla="*/ 7930631 w 10321503"/>
              <a:gd name="connsiteY8586" fmla="*/ 2048583 h 5599766"/>
              <a:gd name="connsiteX8587" fmla="*/ 7927099 w 10321503"/>
              <a:gd name="connsiteY8587" fmla="*/ 2042441 h 5599766"/>
              <a:gd name="connsiteX8588" fmla="*/ 7927099 w 10321503"/>
              <a:gd name="connsiteY8588" fmla="*/ 2041775 h 5599766"/>
              <a:gd name="connsiteX8589" fmla="*/ 7930631 w 10321503"/>
              <a:gd name="connsiteY8589" fmla="*/ 2035633 h 5599766"/>
              <a:gd name="connsiteX8590" fmla="*/ 7931245 w 10321503"/>
              <a:gd name="connsiteY8590" fmla="*/ 2035275 h 5599766"/>
              <a:gd name="connsiteX8591" fmla="*/ 7938309 w 10321503"/>
              <a:gd name="connsiteY8591" fmla="*/ 2035275 h 5599766"/>
              <a:gd name="connsiteX8592" fmla="*/ 7938922 w 10321503"/>
              <a:gd name="connsiteY8592" fmla="*/ 2035633 h 5599766"/>
              <a:gd name="connsiteX8593" fmla="*/ 7942453 w 10321503"/>
              <a:gd name="connsiteY8593" fmla="*/ 2041775 h 5599766"/>
              <a:gd name="connsiteX8594" fmla="*/ 7942453 w 10321503"/>
              <a:gd name="connsiteY8594" fmla="*/ 2042441 h 5599766"/>
              <a:gd name="connsiteX8595" fmla="*/ 7938922 w 10321503"/>
              <a:gd name="connsiteY8595" fmla="*/ 2048583 h 5599766"/>
              <a:gd name="connsiteX8596" fmla="*/ 7938309 w 10321503"/>
              <a:gd name="connsiteY8596" fmla="*/ 2048940 h 5599766"/>
              <a:gd name="connsiteX8597" fmla="*/ 8136695 w 10321503"/>
              <a:gd name="connsiteY8597" fmla="*/ 2048940 h 5599766"/>
              <a:gd name="connsiteX8598" fmla="*/ 8129631 w 10321503"/>
              <a:gd name="connsiteY8598" fmla="*/ 2048940 h 5599766"/>
              <a:gd name="connsiteX8599" fmla="*/ 8129017 w 10321503"/>
              <a:gd name="connsiteY8599" fmla="*/ 2048583 h 5599766"/>
              <a:gd name="connsiteX8600" fmla="*/ 8125487 w 10321503"/>
              <a:gd name="connsiteY8600" fmla="*/ 2042441 h 5599766"/>
              <a:gd name="connsiteX8601" fmla="*/ 8125487 w 10321503"/>
              <a:gd name="connsiteY8601" fmla="*/ 2041775 h 5599766"/>
              <a:gd name="connsiteX8602" fmla="*/ 8129017 w 10321503"/>
              <a:gd name="connsiteY8602" fmla="*/ 2035633 h 5599766"/>
              <a:gd name="connsiteX8603" fmla="*/ 8129631 w 10321503"/>
              <a:gd name="connsiteY8603" fmla="*/ 2035275 h 5599766"/>
              <a:gd name="connsiteX8604" fmla="*/ 8136695 w 10321503"/>
              <a:gd name="connsiteY8604" fmla="*/ 2035275 h 5599766"/>
              <a:gd name="connsiteX8605" fmla="*/ 8137310 w 10321503"/>
              <a:gd name="connsiteY8605" fmla="*/ 2035633 h 5599766"/>
              <a:gd name="connsiteX8606" fmla="*/ 8140841 w 10321503"/>
              <a:gd name="connsiteY8606" fmla="*/ 2041775 h 5599766"/>
              <a:gd name="connsiteX8607" fmla="*/ 8140841 w 10321503"/>
              <a:gd name="connsiteY8607" fmla="*/ 2042441 h 5599766"/>
              <a:gd name="connsiteX8608" fmla="*/ 8137310 w 10321503"/>
              <a:gd name="connsiteY8608" fmla="*/ 2048583 h 5599766"/>
              <a:gd name="connsiteX8609" fmla="*/ 8136695 w 10321503"/>
              <a:gd name="connsiteY8609" fmla="*/ 2048940 h 5599766"/>
              <a:gd name="connsiteX8610" fmla="*/ 8334841 w 10321503"/>
              <a:gd name="connsiteY8610" fmla="*/ 2048940 h 5599766"/>
              <a:gd name="connsiteX8611" fmla="*/ 8327777 w 10321503"/>
              <a:gd name="connsiteY8611" fmla="*/ 2048940 h 5599766"/>
              <a:gd name="connsiteX8612" fmla="*/ 8327162 w 10321503"/>
              <a:gd name="connsiteY8612" fmla="*/ 2048583 h 5599766"/>
              <a:gd name="connsiteX8613" fmla="*/ 8323631 w 10321503"/>
              <a:gd name="connsiteY8613" fmla="*/ 2042441 h 5599766"/>
              <a:gd name="connsiteX8614" fmla="*/ 8323631 w 10321503"/>
              <a:gd name="connsiteY8614" fmla="*/ 2041775 h 5599766"/>
              <a:gd name="connsiteX8615" fmla="*/ 8327162 w 10321503"/>
              <a:gd name="connsiteY8615" fmla="*/ 2035633 h 5599766"/>
              <a:gd name="connsiteX8616" fmla="*/ 8327777 w 10321503"/>
              <a:gd name="connsiteY8616" fmla="*/ 2035275 h 5599766"/>
              <a:gd name="connsiteX8617" fmla="*/ 8334841 w 10321503"/>
              <a:gd name="connsiteY8617" fmla="*/ 2035275 h 5599766"/>
              <a:gd name="connsiteX8618" fmla="*/ 8335455 w 10321503"/>
              <a:gd name="connsiteY8618" fmla="*/ 2035633 h 5599766"/>
              <a:gd name="connsiteX8619" fmla="*/ 8338986 w 10321503"/>
              <a:gd name="connsiteY8619" fmla="*/ 2041775 h 5599766"/>
              <a:gd name="connsiteX8620" fmla="*/ 8338986 w 10321503"/>
              <a:gd name="connsiteY8620" fmla="*/ 2042441 h 5599766"/>
              <a:gd name="connsiteX8621" fmla="*/ 8335455 w 10321503"/>
              <a:gd name="connsiteY8621" fmla="*/ 2048583 h 5599766"/>
              <a:gd name="connsiteX8622" fmla="*/ 8334841 w 10321503"/>
              <a:gd name="connsiteY8622" fmla="*/ 2048940 h 5599766"/>
              <a:gd name="connsiteX8623" fmla="*/ 8533118 w 10321503"/>
              <a:gd name="connsiteY8623" fmla="*/ 2048940 h 5599766"/>
              <a:gd name="connsiteX8624" fmla="*/ 8526055 w 10321503"/>
              <a:gd name="connsiteY8624" fmla="*/ 2048940 h 5599766"/>
              <a:gd name="connsiteX8625" fmla="*/ 8525440 w 10321503"/>
              <a:gd name="connsiteY8625" fmla="*/ 2048583 h 5599766"/>
              <a:gd name="connsiteX8626" fmla="*/ 8521909 w 10321503"/>
              <a:gd name="connsiteY8626" fmla="*/ 2042441 h 5599766"/>
              <a:gd name="connsiteX8627" fmla="*/ 8521909 w 10321503"/>
              <a:gd name="connsiteY8627" fmla="*/ 2041775 h 5599766"/>
              <a:gd name="connsiteX8628" fmla="*/ 8525440 w 10321503"/>
              <a:gd name="connsiteY8628" fmla="*/ 2035633 h 5599766"/>
              <a:gd name="connsiteX8629" fmla="*/ 8526055 w 10321503"/>
              <a:gd name="connsiteY8629" fmla="*/ 2035275 h 5599766"/>
              <a:gd name="connsiteX8630" fmla="*/ 8533118 w 10321503"/>
              <a:gd name="connsiteY8630" fmla="*/ 2035275 h 5599766"/>
              <a:gd name="connsiteX8631" fmla="*/ 8533732 w 10321503"/>
              <a:gd name="connsiteY8631" fmla="*/ 2035633 h 5599766"/>
              <a:gd name="connsiteX8632" fmla="*/ 8537264 w 10321503"/>
              <a:gd name="connsiteY8632" fmla="*/ 2041775 h 5599766"/>
              <a:gd name="connsiteX8633" fmla="*/ 8537264 w 10321503"/>
              <a:gd name="connsiteY8633" fmla="*/ 2042441 h 5599766"/>
              <a:gd name="connsiteX8634" fmla="*/ 8533732 w 10321503"/>
              <a:gd name="connsiteY8634" fmla="*/ 2048583 h 5599766"/>
              <a:gd name="connsiteX8635" fmla="*/ 8533118 w 10321503"/>
              <a:gd name="connsiteY8635" fmla="*/ 2048940 h 5599766"/>
              <a:gd name="connsiteX8636" fmla="*/ 8731372 w 10321503"/>
              <a:gd name="connsiteY8636" fmla="*/ 2048940 h 5599766"/>
              <a:gd name="connsiteX8637" fmla="*/ 8724309 w 10321503"/>
              <a:gd name="connsiteY8637" fmla="*/ 2048940 h 5599766"/>
              <a:gd name="connsiteX8638" fmla="*/ 8723695 w 10321503"/>
              <a:gd name="connsiteY8638" fmla="*/ 2048583 h 5599766"/>
              <a:gd name="connsiteX8639" fmla="*/ 8720164 w 10321503"/>
              <a:gd name="connsiteY8639" fmla="*/ 2042441 h 5599766"/>
              <a:gd name="connsiteX8640" fmla="*/ 8720164 w 10321503"/>
              <a:gd name="connsiteY8640" fmla="*/ 2041775 h 5599766"/>
              <a:gd name="connsiteX8641" fmla="*/ 8723695 w 10321503"/>
              <a:gd name="connsiteY8641" fmla="*/ 2035633 h 5599766"/>
              <a:gd name="connsiteX8642" fmla="*/ 8724309 w 10321503"/>
              <a:gd name="connsiteY8642" fmla="*/ 2035275 h 5599766"/>
              <a:gd name="connsiteX8643" fmla="*/ 8731372 w 10321503"/>
              <a:gd name="connsiteY8643" fmla="*/ 2035275 h 5599766"/>
              <a:gd name="connsiteX8644" fmla="*/ 8731986 w 10321503"/>
              <a:gd name="connsiteY8644" fmla="*/ 2035633 h 5599766"/>
              <a:gd name="connsiteX8645" fmla="*/ 8735519 w 10321503"/>
              <a:gd name="connsiteY8645" fmla="*/ 2041775 h 5599766"/>
              <a:gd name="connsiteX8646" fmla="*/ 8735519 w 10321503"/>
              <a:gd name="connsiteY8646" fmla="*/ 2042441 h 5599766"/>
              <a:gd name="connsiteX8647" fmla="*/ 8731986 w 10321503"/>
              <a:gd name="connsiteY8647" fmla="*/ 2048583 h 5599766"/>
              <a:gd name="connsiteX8648" fmla="*/ 8731372 w 10321503"/>
              <a:gd name="connsiteY8648" fmla="*/ 2048940 h 5599766"/>
              <a:gd name="connsiteX8649" fmla="*/ 8929493 w 10321503"/>
              <a:gd name="connsiteY8649" fmla="*/ 2048940 h 5599766"/>
              <a:gd name="connsiteX8650" fmla="*/ 8922429 w 10321503"/>
              <a:gd name="connsiteY8650" fmla="*/ 2048940 h 5599766"/>
              <a:gd name="connsiteX8651" fmla="*/ 8921815 w 10321503"/>
              <a:gd name="connsiteY8651" fmla="*/ 2048583 h 5599766"/>
              <a:gd name="connsiteX8652" fmla="*/ 8918285 w 10321503"/>
              <a:gd name="connsiteY8652" fmla="*/ 2042441 h 5599766"/>
              <a:gd name="connsiteX8653" fmla="*/ 8918285 w 10321503"/>
              <a:gd name="connsiteY8653" fmla="*/ 2041775 h 5599766"/>
              <a:gd name="connsiteX8654" fmla="*/ 8921815 w 10321503"/>
              <a:gd name="connsiteY8654" fmla="*/ 2035633 h 5599766"/>
              <a:gd name="connsiteX8655" fmla="*/ 8922429 w 10321503"/>
              <a:gd name="connsiteY8655" fmla="*/ 2035275 h 5599766"/>
              <a:gd name="connsiteX8656" fmla="*/ 8929493 w 10321503"/>
              <a:gd name="connsiteY8656" fmla="*/ 2035275 h 5599766"/>
              <a:gd name="connsiteX8657" fmla="*/ 8930106 w 10321503"/>
              <a:gd name="connsiteY8657" fmla="*/ 2035633 h 5599766"/>
              <a:gd name="connsiteX8658" fmla="*/ 8933638 w 10321503"/>
              <a:gd name="connsiteY8658" fmla="*/ 2041775 h 5599766"/>
              <a:gd name="connsiteX8659" fmla="*/ 8933638 w 10321503"/>
              <a:gd name="connsiteY8659" fmla="*/ 2042441 h 5599766"/>
              <a:gd name="connsiteX8660" fmla="*/ 8930106 w 10321503"/>
              <a:gd name="connsiteY8660" fmla="*/ 2048583 h 5599766"/>
              <a:gd name="connsiteX8661" fmla="*/ 8929493 w 10321503"/>
              <a:gd name="connsiteY8661" fmla="*/ 2048940 h 5599766"/>
              <a:gd name="connsiteX8662" fmla="*/ 9127794 w 10321503"/>
              <a:gd name="connsiteY8662" fmla="*/ 2048940 h 5599766"/>
              <a:gd name="connsiteX8663" fmla="*/ 9120731 w 10321503"/>
              <a:gd name="connsiteY8663" fmla="*/ 2048940 h 5599766"/>
              <a:gd name="connsiteX8664" fmla="*/ 9120117 w 10321503"/>
              <a:gd name="connsiteY8664" fmla="*/ 2048583 h 5599766"/>
              <a:gd name="connsiteX8665" fmla="*/ 9116585 w 10321503"/>
              <a:gd name="connsiteY8665" fmla="*/ 2042441 h 5599766"/>
              <a:gd name="connsiteX8666" fmla="*/ 9116585 w 10321503"/>
              <a:gd name="connsiteY8666" fmla="*/ 2041775 h 5599766"/>
              <a:gd name="connsiteX8667" fmla="*/ 9120117 w 10321503"/>
              <a:gd name="connsiteY8667" fmla="*/ 2035633 h 5599766"/>
              <a:gd name="connsiteX8668" fmla="*/ 9120731 w 10321503"/>
              <a:gd name="connsiteY8668" fmla="*/ 2035275 h 5599766"/>
              <a:gd name="connsiteX8669" fmla="*/ 9127794 w 10321503"/>
              <a:gd name="connsiteY8669" fmla="*/ 2035275 h 5599766"/>
              <a:gd name="connsiteX8670" fmla="*/ 9128409 w 10321503"/>
              <a:gd name="connsiteY8670" fmla="*/ 2035633 h 5599766"/>
              <a:gd name="connsiteX8671" fmla="*/ 9131941 w 10321503"/>
              <a:gd name="connsiteY8671" fmla="*/ 2041775 h 5599766"/>
              <a:gd name="connsiteX8672" fmla="*/ 9131941 w 10321503"/>
              <a:gd name="connsiteY8672" fmla="*/ 2042441 h 5599766"/>
              <a:gd name="connsiteX8673" fmla="*/ 9128409 w 10321503"/>
              <a:gd name="connsiteY8673" fmla="*/ 2048583 h 5599766"/>
              <a:gd name="connsiteX8674" fmla="*/ 9127794 w 10321503"/>
              <a:gd name="connsiteY8674" fmla="*/ 2048940 h 5599766"/>
              <a:gd name="connsiteX8675" fmla="*/ 9326012 w 10321503"/>
              <a:gd name="connsiteY8675" fmla="*/ 2048940 h 5599766"/>
              <a:gd name="connsiteX8676" fmla="*/ 9318948 w 10321503"/>
              <a:gd name="connsiteY8676" fmla="*/ 2048940 h 5599766"/>
              <a:gd name="connsiteX8677" fmla="*/ 9318334 w 10321503"/>
              <a:gd name="connsiteY8677" fmla="*/ 2048583 h 5599766"/>
              <a:gd name="connsiteX8678" fmla="*/ 9314802 w 10321503"/>
              <a:gd name="connsiteY8678" fmla="*/ 2042441 h 5599766"/>
              <a:gd name="connsiteX8679" fmla="*/ 9314802 w 10321503"/>
              <a:gd name="connsiteY8679" fmla="*/ 2041775 h 5599766"/>
              <a:gd name="connsiteX8680" fmla="*/ 9318334 w 10321503"/>
              <a:gd name="connsiteY8680" fmla="*/ 2035633 h 5599766"/>
              <a:gd name="connsiteX8681" fmla="*/ 9318948 w 10321503"/>
              <a:gd name="connsiteY8681" fmla="*/ 2035275 h 5599766"/>
              <a:gd name="connsiteX8682" fmla="*/ 9326012 w 10321503"/>
              <a:gd name="connsiteY8682" fmla="*/ 2035275 h 5599766"/>
              <a:gd name="connsiteX8683" fmla="*/ 9326626 w 10321503"/>
              <a:gd name="connsiteY8683" fmla="*/ 2035633 h 5599766"/>
              <a:gd name="connsiteX8684" fmla="*/ 9330157 w 10321503"/>
              <a:gd name="connsiteY8684" fmla="*/ 2041775 h 5599766"/>
              <a:gd name="connsiteX8685" fmla="*/ 9330157 w 10321503"/>
              <a:gd name="connsiteY8685" fmla="*/ 2042441 h 5599766"/>
              <a:gd name="connsiteX8686" fmla="*/ 9326626 w 10321503"/>
              <a:gd name="connsiteY8686" fmla="*/ 2048583 h 5599766"/>
              <a:gd name="connsiteX8687" fmla="*/ 9326012 w 10321503"/>
              <a:gd name="connsiteY8687" fmla="*/ 2048940 h 5599766"/>
              <a:gd name="connsiteX8688" fmla="*/ 9524282 w 10321503"/>
              <a:gd name="connsiteY8688" fmla="*/ 2048940 h 5599766"/>
              <a:gd name="connsiteX8689" fmla="*/ 9517218 w 10321503"/>
              <a:gd name="connsiteY8689" fmla="*/ 2048940 h 5599766"/>
              <a:gd name="connsiteX8690" fmla="*/ 9516605 w 10321503"/>
              <a:gd name="connsiteY8690" fmla="*/ 2048583 h 5599766"/>
              <a:gd name="connsiteX8691" fmla="*/ 9513073 w 10321503"/>
              <a:gd name="connsiteY8691" fmla="*/ 2042441 h 5599766"/>
              <a:gd name="connsiteX8692" fmla="*/ 9513073 w 10321503"/>
              <a:gd name="connsiteY8692" fmla="*/ 2041775 h 5599766"/>
              <a:gd name="connsiteX8693" fmla="*/ 9516605 w 10321503"/>
              <a:gd name="connsiteY8693" fmla="*/ 2035633 h 5599766"/>
              <a:gd name="connsiteX8694" fmla="*/ 9517218 w 10321503"/>
              <a:gd name="connsiteY8694" fmla="*/ 2035275 h 5599766"/>
              <a:gd name="connsiteX8695" fmla="*/ 9524282 w 10321503"/>
              <a:gd name="connsiteY8695" fmla="*/ 2035275 h 5599766"/>
              <a:gd name="connsiteX8696" fmla="*/ 9524896 w 10321503"/>
              <a:gd name="connsiteY8696" fmla="*/ 2035633 h 5599766"/>
              <a:gd name="connsiteX8697" fmla="*/ 9528429 w 10321503"/>
              <a:gd name="connsiteY8697" fmla="*/ 2041775 h 5599766"/>
              <a:gd name="connsiteX8698" fmla="*/ 9528429 w 10321503"/>
              <a:gd name="connsiteY8698" fmla="*/ 2042441 h 5599766"/>
              <a:gd name="connsiteX8699" fmla="*/ 9524896 w 10321503"/>
              <a:gd name="connsiteY8699" fmla="*/ 2048583 h 5599766"/>
              <a:gd name="connsiteX8700" fmla="*/ 9524282 w 10321503"/>
              <a:gd name="connsiteY8700" fmla="*/ 2048940 h 5599766"/>
              <a:gd name="connsiteX8701" fmla="*/ 9722596 w 10321503"/>
              <a:gd name="connsiteY8701" fmla="*/ 2048940 h 5599766"/>
              <a:gd name="connsiteX8702" fmla="*/ 9715533 w 10321503"/>
              <a:gd name="connsiteY8702" fmla="*/ 2048940 h 5599766"/>
              <a:gd name="connsiteX8703" fmla="*/ 9714920 w 10321503"/>
              <a:gd name="connsiteY8703" fmla="*/ 2048583 h 5599766"/>
              <a:gd name="connsiteX8704" fmla="*/ 9711388 w 10321503"/>
              <a:gd name="connsiteY8704" fmla="*/ 2042441 h 5599766"/>
              <a:gd name="connsiteX8705" fmla="*/ 9711388 w 10321503"/>
              <a:gd name="connsiteY8705" fmla="*/ 2041775 h 5599766"/>
              <a:gd name="connsiteX8706" fmla="*/ 9714920 w 10321503"/>
              <a:gd name="connsiteY8706" fmla="*/ 2035633 h 5599766"/>
              <a:gd name="connsiteX8707" fmla="*/ 9715533 w 10321503"/>
              <a:gd name="connsiteY8707" fmla="*/ 2035275 h 5599766"/>
              <a:gd name="connsiteX8708" fmla="*/ 9722596 w 10321503"/>
              <a:gd name="connsiteY8708" fmla="*/ 2035275 h 5599766"/>
              <a:gd name="connsiteX8709" fmla="*/ 9723210 w 10321503"/>
              <a:gd name="connsiteY8709" fmla="*/ 2035633 h 5599766"/>
              <a:gd name="connsiteX8710" fmla="*/ 9726742 w 10321503"/>
              <a:gd name="connsiteY8710" fmla="*/ 2041775 h 5599766"/>
              <a:gd name="connsiteX8711" fmla="*/ 9726742 w 10321503"/>
              <a:gd name="connsiteY8711" fmla="*/ 2042441 h 5599766"/>
              <a:gd name="connsiteX8712" fmla="*/ 9723210 w 10321503"/>
              <a:gd name="connsiteY8712" fmla="*/ 2048583 h 5599766"/>
              <a:gd name="connsiteX8713" fmla="*/ 9722596 w 10321503"/>
              <a:gd name="connsiteY8713" fmla="*/ 2048940 h 5599766"/>
              <a:gd name="connsiteX8714" fmla="*/ 9920729 w 10321503"/>
              <a:gd name="connsiteY8714" fmla="*/ 2048940 h 5599766"/>
              <a:gd name="connsiteX8715" fmla="*/ 9913666 w 10321503"/>
              <a:gd name="connsiteY8715" fmla="*/ 2048940 h 5599766"/>
              <a:gd name="connsiteX8716" fmla="*/ 9913052 w 10321503"/>
              <a:gd name="connsiteY8716" fmla="*/ 2048583 h 5599766"/>
              <a:gd name="connsiteX8717" fmla="*/ 9909521 w 10321503"/>
              <a:gd name="connsiteY8717" fmla="*/ 2042441 h 5599766"/>
              <a:gd name="connsiteX8718" fmla="*/ 9909521 w 10321503"/>
              <a:gd name="connsiteY8718" fmla="*/ 2041775 h 5599766"/>
              <a:gd name="connsiteX8719" fmla="*/ 9913052 w 10321503"/>
              <a:gd name="connsiteY8719" fmla="*/ 2035633 h 5599766"/>
              <a:gd name="connsiteX8720" fmla="*/ 9913666 w 10321503"/>
              <a:gd name="connsiteY8720" fmla="*/ 2035275 h 5599766"/>
              <a:gd name="connsiteX8721" fmla="*/ 9920729 w 10321503"/>
              <a:gd name="connsiteY8721" fmla="*/ 2035275 h 5599766"/>
              <a:gd name="connsiteX8722" fmla="*/ 9921344 w 10321503"/>
              <a:gd name="connsiteY8722" fmla="*/ 2035633 h 5599766"/>
              <a:gd name="connsiteX8723" fmla="*/ 9924876 w 10321503"/>
              <a:gd name="connsiteY8723" fmla="*/ 2041775 h 5599766"/>
              <a:gd name="connsiteX8724" fmla="*/ 9924876 w 10321503"/>
              <a:gd name="connsiteY8724" fmla="*/ 2042441 h 5599766"/>
              <a:gd name="connsiteX8725" fmla="*/ 9921344 w 10321503"/>
              <a:gd name="connsiteY8725" fmla="*/ 2048583 h 5599766"/>
              <a:gd name="connsiteX8726" fmla="*/ 9920729 w 10321503"/>
              <a:gd name="connsiteY8726" fmla="*/ 2048940 h 5599766"/>
              <a:gd name="connsiteX8727" fmla="*/ 10119026 w 10321503"/>
              <a:gd name="connsiteY8727" fmla="*/ 2048940 h 5599766"/>
              <a:gd name="connsiteX8728" fmla="*/ 10111964 w 10321503"/>
              <a:gd name="connsiteY8728" fmla="*/ 2048940 h 5599766"/>
              <a:gd name="connsiteX8729" fmla="*/ 10111350 w 10321503"/>
              <a:gd name="connsiteY8729" fmla="*/ 2048583 h 5599766"/>
              <a:gd name="connsiteX8730" fmla="*/ 10107818 w 10321503"/>
              <a:gd name="connsiteY8730" fmla="*/ 2042441 h 5599766"/>
              <a:gd name="connsiteX8731" fmla="*/ 10107818 w 10321503"/>
              <a:gd name="connsiteY8731" fmla="*/ 2041775 h 5599766"/>
              <a:gd name="connsiteX8732" fmla="*/ 10111350 w 10321503"/>
              <a:gd name="connsiteY8732" fmla="*/ 2035633 h 5599766"/>
              <a:gd name="connsiteX8733" fmla="*/ 10111964 w 10321503"/>
              <a:gd name="connsiteY8733" fmla="*/ 2035275 h 5599766"/>
              <a:gd name="connsiteX8734" fmla="*/ 10119026 w 10321503"/>
              <a:gd name="connsiteY8734" fmla="*/ 2035275 h 5599766"/>
              <a:gd name="connsiteX8735" fmla="*/ 10119642 w 10321503"/>
              <a:gd name="connsiteY8735" fmla="*/ 2035633 h 5599766"/>
              <a:gd name="connsiteX8736" fmla="*/ 10123172 w 10321503"/>
              <a:gd name="connsiteY8736" fmla="*/ 2041775 h 5599766"/>
              <a:gd name="connsiteX8737" fmla="*/ 10123172 w 10321503"/>
              <a:gd name="connsiteY8737" fmla="*/ 2042441 h 5599766"/>
              <a:gd name="connsiteX8738" fmla="*/ 10119642 w 10321503"/>
              <a:gd name="connsiteY8738" fmla="*/ 2048583 h 5599766"/>
              <a:gd name="connsiteX8739" fmla="*/ 10119026 w 10321503"/>
              <a:gd name="connsiteY8739" fmla="*/ 2048940 h 5599766"/>
              <a:gd name="connsiteX8740" fmla="*/ 10317160 w 10321503"/>
              <a:gd name="connsiteY8740" fmla="*/ 2048940 h 5599766"/>
              <a:gd name="connsiteX8741" fmla="*/ 10310096 w 10321503"/>
              <a:gd name="connsiteY8741" fmla="*/ 2048940 h 5599766"/>
              <a:gd name="connsiteX8742" fmla="*/ 10309482 w 10321503"/>
              <a:gd name="connsiteY8742" fmla="*/ 2048583 h 5599766"/>
              <a:gd name="connsiteX8743" fmla="*/ 10305951 w 10321503"/>
              <a:gd name="connsiteY8743" fmla="*/ 2042441 h 5599766"/>
              <a:gd name="connsiteX8744" fmla="*/ 10305951 w 10321503"/>
              <a:gd name="connsiteY8744" fmla="*/ 2041775 h 5599766"/>
              <a:gd name="connsiteX8745" fmla="*/ 10309482 w 10321503"/>
              <a:gd name="connsiteY8745" fmla="*/ 2035633 h 5599766"/>
              <a:gd name="connsiteX8746" fmla="*/ 10310096 w 10321503"/>
              <a:gd name="connsiteY8746" fmla="*/ 2035275 h 5599766"/>
              <a:gd name="connsiteX8747" fmla="*/ 10317160 w 10321503"/>
              <a:gd name="connsiteY8747" fmla="*/ 2035275 h 5599766"/>
              <a:gd name="connsiteX8748" fmla="*/ 10317774 w 10321503"/>
              <a:gd name="connsiteY8748" fmla="*/ 2035633 h 5599766"/>
              <a:gd name="connsiteX8749" fmla="*/ 10321306 w 10321503"/>
              <a:gd name="connsiteY8749" fmla="*/ 2041775 h 5599766"/>
              <a:gd name="connsiteX8750" fmla="*/ 10321306 w 10321503"/>
              <a:gd name="connsiteY8750" fmla="*/ 2042441 h 5599766"/>
              <a:gd name="connsiteX8751" fmla="*/ 10317774 w 10321503"/>
              <a:gd name="connsiteY8751" fmla="*/ 2048583 h 5599766"/>
              <a:gd name="connsiteX8752" fmla="*/ 10317160 w 10321503"/>
              <a:gd name="connsiteY8752" fmla="*/ 2048940 h 5599766"/>
              <a:gd name="connsiteX8753" fmla="*/ 11254 w 10321503"/>
              <a:gd name="connsiteY8753" fmla="*/ 2212254 h 5599766"/>
              <a:gd name="connsiteX8754" fmla="*/ 4192 w 10321503"/>
              <a:gd name="connsiteY8754" fmla="*/ 2212254 h 5599766"/>
              <a:gd name="connsiteX8755" fmla="*/ 3578 w 10321503"/>
              <a:gd name="connsiteY8755" fmla="*/ 2211896 h 5599766"/>
              <a:gd name="connsiteX8756" fmla="*/ 46 w 10321503"/>
              <a:gd name="connsiteY8756" fmla="*/ 2205754 h 5599766"/>
              <a:gd name="connsiteX8757" fmla="*/ 46 w 10321503"/>
              <a:gd name="connsiteY8757" fmla="*/ 2205089 h 5599766"/>
              <a:gd name="connsiteX8758" fmla="*/ 3578 w 10321503"/>
              <a:gd name="connsiteY8758" fmla="*/ 2198947 h 5599766"/>
              <a:gd name="connsiteX8759" fmla="*/ 4192 w 10321503"/>
              <a:gd name="connsiteY8759" fmla="*/ 2198589 h 5599766"/>
              <a:gd name="connsiteX8760" fmla="*/ 11254 w 10321503"/>
              <a:gd name="connsiteY8760" fmla="*/ 2198589 h 5599766"/>
              <a:gd name="connsiteX8761" fmla="*/ 11868 w 10321503"/>
              <a:gd name="connsiteY8761" fmla="*/ 2198947 h 5599766"/>
              <a:gd name="connsiteX8762" fmla="*/ 15400 w 10321503"/>
              <a:gd name="connsiteY8762" fmla="*/ 2205089 h 5599766"/>
              <a:gd name="connsiteX8763" fmla="*/ 15400 w 10321503"/>
              <a:gd name="connsiteY8763" fmla="*/ 2205754 h 5599766"/>
              <a:gd name="connsiteX8764" fmla="*/ 11868 w 10321503"/>
              <a:gd name="connsiteY8764" fmla="*/ 2211896 h 5599766"/>
              <a:gd name="connsiteX8765" fmla="*/ 11254 w 10321503"/>
              <a:gd name="connsiteY8765" fmla="*/ 2212254 h 5599766"/>
              <a:gd name="connsiteX8766" fmla="*/ 209480 w 10321503"/>
              <a:gd name="connsiteY8766" fmla="*/ 2212254 h 5599766"/>
              <a:gd name="connsiteX8767" fmla="*/ 202416 w 10321503"/>
              <a:gd name="connsiteY8767" fmla="*/ 2212254 h 5599766"/>
              <a:gd name="connsiteX8768" fmla="*/ 201803 w 10321503"/>
              <a:gd name="connsiteY8768" fmla="*/ 2211896 h 5599766"/>
              <a:gd name="connsiteX8769" fmla="*/ 198270 w 10321503"/>
              <a:gd name="connsiteY8769" fmla="*/ 2205754 h 5599766"/>
              <a:gd name="connsiteX8770" fmla="*/ 198270 w 10321503"/>
              <a:gd name="connsiteY8770" fmla="*/ 2205089 h 5599766"/>
              <a:gd name="connsiteX8771" fmla="*/ 201803 w 10321503"/>
              <a:gd name="connsiteY8771" fmla="*/ 2198947 h 5599766"/>
              <a:gd name="connsiteX8772" fmla="*/ 202416 w 10321503"/>
              <a:gd name="connsiteY8772" fmla="*/ 2198589 h 5599766"/>
              <a:gd name="connsiteX8773" fmla="*/ 209480 w 10321503"/>
              <a:gd name="connsiteY8773" fmla="*/ 2198589 h 5599766"/>
              <a:gd name="connsiteX8774" fmla="*/ 210094 w 10321503"/>
              <a:gd name="connsiteY8774" fmla="*/ 2198947 h 5599766"/>
              <a:gd name="connsiteX8775" fmla="*/ 213625 w 10321503"/>
              <a:gd name="connsiteY8775" fmla="*/ 2205089 h 5599766"/>
              <a:gd name="connsiteX8776" fmla="*/ 213625 w 10321503"/>
              <a:gd name="connsiteY8776" fmla="*/ 2205754 h 5599766"/>
              <a:gd name="connsiteX8777" fmla="*/ 210094 w 10321503"/>
              <a:gd name="connsiteY8777" fmla="*/ 2211896 h 5599766"/>
              <a:gd name="connsiteX8778" fmla="*/ 209480 w 10321503"/>
              <a:gd name="connsiteY8778" fmla="*/ 2212254 h 5599766"/>
              <a:gd name="connsiteX8779" fmla="*/ 407754 w 10321503"/>
              <a:gd name="connsiteY8779" fmla="*/ 2212254 h 5599766"/>
              <a:gd name="connsiteX8780" fmla="*/ 400692 w 10321503"/>
              <a:gd name="connsiteY8780" fmla="*/ 2212254 h 5599766"/>
              <a:gd name="connsiteX8781" fmla="*/ 400078 w 10321503"/>
              <a:gd name="connsiteY8781" fmla="*/ 2211896 h 5599766"/>
              <a:gd name="connsiteX8782" fmla="*/ 396546 w 10321503"/>
              <a:gd name="connsiteY8782" fmla="*/ 2205754 h 5599766"/>
              <a:gd name="connsiteX8783" fmla="*/ 396546 w 10321503"/>
              <a:gd name="connsiteY8783" fmla="*/ 2205089 h 5599766"/>
              <a:gd name="connsiteX8784" fmla="*/ 400078 w 10321503"/>
              <a:gd name="connsiteY8784" fmla="*/ 2198947 h 5599766"/>
              <a:gd name="connsiteX8785" fmla="*/ 400692 w 10321503"/>
              <a:gd name="connsiteY8785" fmla="*/ 2198589 h 5599766"/>
              <a:gd name="connsiteX8786" fmla="*/ 407754 w 10321503"/>
              <a:gd name="connsiteY8786" fmla="*/ 2198589 h 5599766"/>
              <a:gd name="connsiteX8787" fmla="*/ 408369 w 10321503"/>
              <a:gd name="connsiteY8787" fmla="*/ 2198947 h 5599766"/>
              <a:gd name="connsiteX8788" fmla="*/ 411900 w 10321503"/>
              <a:gd name="connsiteY8788" fmla="*/ 2205089 h 5599766"/>
              <a:gd name="connsiteX8789" fmla="*/ 411900 w 10321503"/>
              <a:gd name="connsiteY8789" fmla="*/ 2205754 h 5599766"/>
              <a:gd name="connsiteX8790" fmla="*/ 408369 w 10321503"/>
              <a:gd name="connsiteY8790" fmla="*/ 2211896 h 5599766"/>
              <a:gd name="connsiteX8791" fmla="*/ 407754 w 10321503"/>
              <a:gd name="connsiteY8791" fmla="*/ 2212254 h 5599766"/>
              <a:gd name="connsiteX8792" fmla="*/ 605979 w 10321503"/>
              <a:gd name="connsiteY8792" fmla="*/ 2212254 h 5599766"/>
              <a:gd name="connsiteX8793" fmla="*/ 598916 w 10321503"/>
              <a:gd name="connsiteY8793" fmla="*/ 2212254 h 5599766"/>
              <a:gd name="connsiteX8794" fmla="*/ 598302 w 10321503"/>
              <a:gd name="connsiteY8794" fmla="*/ 2211896 h 5599766"/>
              <a:gd name="connsiteX8795" fmla="*/ 594770 w 10321503"/>
              <a:gd name="connsiteY8795" fmla="*/ 2205754 h 5599766"/>
              <a:gd name="connsiteX8796" fmla="*/ 594770 w 10321503"/>
              <a:gd name="connsiteY8796" fmla="*/ 2205089 h 5599766"/>
              <a:gd name="connsiteX8797" fmla="*/ 598302 w 10321503"/>
              <a:gd name="connsiteY8797" fmla="*/ 2198947 h 5599766"/>
              <a:gd name="connsiteX8798" fmla="*/ 598916 w 10321503"/>
              <a:gd name="connsiteY8798" fmla="*/ 2198589 h 5599766"/>
              <a:gd name="connsiteX8799" fmla="*/ 605979 w 10321503"/>
              <a:gd name="connsiteY8799" fmla="*/ 2198589 h 5599766"/>
              <a:gd name="connsiteX8800" fmla="*/ 606593 w 10321503"/>
              <a:gd name="connsiteY8800" fmla="*/ 2198947 h 5599766"/>
              <a:gd name="connsiteX8801" fmla="*/ 610125 w 10321503"/>
              <a:gd name="connsiteY8801" fmla="*/ 2205089 h 5599766"/>
              <a:gd name="connsiteX8802" fmla="*/ 610125 w 10321503"/>
              <a:gd name="connsiteY8802" fmla="*/ 2205754 h 5599766"/>
              <a:gd name="connsiteX8803" fmla="*/ 606593 w 10321503"/>
              <a:gd name="connsiteY8803" fmla="*/ 2211896 h 5599766"/>
              <a:gd name="connsiteX8804" fmla="*/ 605979 w 10321503"/>
              <a:gd name="connsiteY8804" fmla="*/ 2212254 h 5599766"/>
              <a:gd name="connsiteX8805" fmla="*/ 804204 w 10321503"/>
              <a:gd name="connsiteY8805" fmla="*/ 2212254 h 5599766"/>
              <a:gd name="connsiteX8806" fmla="*/ 797140 w 10321503"/>
              <a:gd name="connsiteY8806" fmla="*/ 2212254 h 5599766"/>
              <a:gd name="connsiteX8807" fmla="*/ 796526 w 10321503"/>
              <a:gd name="connsiteY8807" fmla="*/ 2211896 h 5599766"/>
              <a:gd name="connsiteX8808" fmla="*/ 792995 w 10321503"/>
              <a:gd name="connsiteY8808" fmla="*/ 2205754 h 5599766"/>
              <a:gd name="connsiteX8809" fmla="*/ 792995 w 10321503"/>
              <a:gd name="connsiteY8809" fmla="*/ 2205089 h 5599766"/>
              <a:gd name="connsiteX8810" fmla="*/ 796526 w 10321503"/>
              <a:gd name="connsiteY8810" fmla="*/ 2198947 h 5599766"/>
              <a:gd name="connsiteX8811" fmla="*/ 797140 w 10321503"/>
              <a:gd name="connsiteY8811" fmla="*/ 2198589 h 5599766"/>
              <a:gd name="connsiteX8812" fmla="*/ 804204 w 10321503"/>
              <a:gd name="connsiteY8812" fmla="*/ 2198589 h 5599766"/>
              <a:gd name="connsiteX8813" fmla="*/ 804818 w 10321503"/>
              <a:gd name="connsiteY8813" fmla="*/ 2198947 h 5599766"/>
              <a:gd name="connsiteX8814" fmla="*/ 808350 w 10321503"/>
              <a:gd name="connsiteY8814" fmla="*/ 2205089 h 5599766"/>
              <a:gd name="connsiteX8815" fmla="*/ 808350 w 10321503"/>
              <a:gd name="connsiteY8815" fmla="*/ 2205754 h 5599766"/>
              <a:gd name="connsiteX8816" fmla="*/ 804818 w 10321503"/>
              <a:gd name="connsiteY8816" fmla="*/ 2211896 h 5599766"/>
              <a:gd name="connsiteX8817" fmla="*/ 804204 w 10321503"/>
              <a:gd name="connsiteY8817" fmla="*/ 2212254 h 5599766"/>
              <a:gd name="connsiteX8818" fmla="*/ 1002428 w 10321503"/>
              <a:gd name="connsiteY8818" fmla="*/ 2212254 h 5599766"/>
              <a:gd name="connsiteX8819" fmla="*/ 995366 w 10321503"/>
              <a:gd name="connsiteY8819" fmla="*/ 2212254 h 5599766"/>
              <a:gd name="connsiteX8820" fmla="*/ 994752 w 10321503"/>
              <a:gd name="connsiteY8820" fmla="*/ 2211896 h 5599766"/>
              <a:gd name="connsiteX8821" fmla="*/ 991220 w 10321503"/>
              <a:gd name="connsiteY8821" fmla="*/ 2205754 h 5599766"/>
              <a:gd name="connsiteX8822" fmla="*/ 991220 w 10321503"/>
              <a:gd name="connsiteY8822" fmla="*/ 2205089 h 5599766"/>
              <a:gd name="connsiteX8823" fmla="*/ 994752 w 10321503"/>
              <a:gd name="connsiteY8823" fmla="*/ 2198947 h 5599766"/>
              <a:gd name="connsiteX8824" fmla="*/ 995366 w 10321503"/>
              <a:gd name="connsiteY8824" fmla="*/ 2198589 h 5599766"/>
              <a:gd name="connsiteX8825" fmla="*/ 1002428 w 10321503"/>
              <a:gd name="connsiteY8825" fmla="*/ 2198589 h 5599766"/>
              <a:gd name="connsiteX8826" fmla="*/ 1003042 w 10321503"/>
              <a:gd name="connsiteY8826" fmla="*/ 2198947 h 5599766"/>
              <a:gd name="connsiteX8827" fmla="*/ 1006574 w 10321503"/>
              <a:gd name="connsiteY8827" fmla="*/ 2205089 h 5599766"/>
              <a:gd name="connsiteX8828" fmla="*/ 1006574 w 10321503"/>
              <a:gd name="connsiteY8828" fmla="*/ 2205754 h 5599766"/>
              <a:gd name="connsiteX8829" fmla="*/ 1003042 w 10321503"/>
              <a:gd name="connsiteY8829" fmla="*/ 2211896 h 5599766"/>
              <a:gd name="connsiteX8830" fmla="*/ 1002428 w 10321503"/>
              <a:gd name="connsiteY8830" fmla="*/ 2212254 h 5599766"/>
              <a:gd name="connsiteX8831" fmla="*/ 1200704 w 10321503"/>
              <a:gd name="connsiteY8831" fmla="*/ 2212254 h 5599766"/>
              <a:gd name="connsiteX8832" fmla="*/ 1193642 w 10321503"/>
              <a:gd name="connsiteY8832" fmla="*/ 2212254 h 5599766"/>
              <a:gd name="connsiteX8833" fmla="*/ 1193028 w 10321503"/>
              <a:gd name="connsiteY8833" fmla="*/ 2211896 h 5599766"/>
              <a:gd name="connsiteX8834" fmla="*/ 1189495 w 10321503"/>
              <a:gd name="connsiteY8834" fmla="*/ 2205754 h 5599766"/>
              <a:gd name="connsiteX8835" fmla="*/ 1189495 w 10321503"/>
              <a:gd name="connsiteY8835" fmla="*/ 2205089 h 5599766"/>
              <a:gd name="connsiteX8836" fmla="*/ 1193028 w 10321503"/>
              <a:gd name="connsiteY8836" fmla="*/ 2198947 h 5599766"/>
              <a:gd name="connsiteX8837" fmla="*/ 1193642 w 10321503"/>
              <a:gd name="connsiteY8837" fmla="*/ 2198589 h 5599766"/>
              <a:gd name="connsiteX8838" fmla="*/ 1200704 w 10321503"/>
              <a:gd name="connsiteY8838" fmla="*/ 2198589 h 5599766"/>
              <a:gd name="connsiteX8839" fmla="*/ 1201318 w 10321503"/>
              <a:gd name="connsiteY8839" fmla="*/ 2198947 h 5599766"/>
              <a:gd name="connsiteX8840" fmla="*/ 1204850 w 10321503"/>
              <a:gd name="connsiteY8840" fmla="*/ 2205089 h 5599766"/>
              <a:gd name="connsiteX8841" fmla="*/ 1204850 w 10321503"/>
              <a:gd name="connsiteY8841" fmla="*/ 2205754 h 5599766"/>
              <a:gd name="connsiteX8842" fmla="*/ 1201318 w 10321503"/>
              <a:gd name="connsiteY8842" fmla="*/ 2211896 h 5599766"/>
              <a:gd name="connsiteX8843" fmla="*/ 1200704 w 10321503"/>
              <a:gd name="connsiteY8843" fmla="*/ 2212254 h 5599766"/>
              <a:gd name="connsiteX8844" fmla="*/ 1398928 w 10321503"/>
              <a:gd name="connsiteY8844" fmla="*/ 2212254 h 5599766"/>
              <a:gd name="connsiteX8845" fmla="*/ 1391866 w 10321503"/>
              <a:gd name="connsiteY8845" fmla="*/ 2212254 h 5599766"/>
              <a:gd name="connsiteX8846" fmla="*/ 1391252 w 10321503"/>
              <a:gd name="connsiteY8846" fmla="*/ 2211896 h 5599766"/>
              <a:gd name="connsiteX8847" fmla="*/ 1387720 w 10321503"/>
              <a:gd name="connsiteY8847" fmla="*/ 2205754 h 5599766"/>
              <a:gd name="connsiteX8848" fmla="*/ 1387720 w 10321503"/>
              <a:gd name="connsiteY8848" fmla="*/ 2205089 h 5599766"/>
              <a:gd name="connsiteX8849" fmla="*/ 1391252 w 10321503"/>
              <a:gd name="connsiteY8849" fmla="*/ 2198947 h 5599766"/>
              <a:gd name="connsiteX8850" fmla="*/ 1391866 w 10321503"/>
              <a:gd name="connsiteY8850" fmla="*/ 2198589 h 5599766"/>
              <a:gd name="connsiteX8851" fmla="*/ 1398928 w 10321503"/>
              <a:gd name="connsiteY8851" fmla="*/ 2198589 h 5599766"/>
              <a:gd name="connsiteX8852" fmla="*/ 1399544 w 10321503"/>
              <a:gd name="connsiteY8852" fmla="*/ 2198947 h 5599766"/>
              <a:gd name="connsiteX8853" fmla="*/ 1403074 w 10321503"/>
              <a:gd name="connsiteY8853" fmla="*/ 2205089 h 5599766"/>
              <a:gd name="connsiteX8854" fmla="*/ 1403074 w 10321503"/>
              <a:gd name="connsiteY8854" fmla="*/ 2205754 h 5599766"/>
              <a:gd name="connsiteX8855" fmla="*/ 1399544 w 10321503"/>
              <a:gd name="connsiteY8855" fmla="*/ 2211896 h 5599766"/>
              <a:gd name="connsiteX8856" fmla="*/ 1398928 w 10321503"/>
              <a:gd name="connsiteY8856" fmla="*/ 2212254 h 5599766"/>
              <a:gd name="connsiteX8857" fmla="*/ 1597154 w 10321503"/>
              <a:gd name="connsiteY8857" fmla="*/ 2212254 h 5599766"/>
              <a:gd name="connsiteX8858" fmla="*/ 1590090 w 10321503"/>
              <a:gd name="connsiteY8858" fmla="*/ 2212254 h 5599766"/>
              <a:gd name="connsiteX8859" fmla="*/ 1589476 w 10321503"/>
              <a:gd name="connsiteY8859" fmla="*/ 2211896 h 5599766"/>
              <a:gd name="connsiteX8860" fmla="*/ 1585944 w 10321503"/>
              <a:gd name="connsiteY8860" fmla="*/ 2205754 h 5599766"/>
              <a:gd name="connsiteX8861" fmla="*/ 1585944 w 10321503"/>
              <a:gd name="connsiteY8861" fmla="*/ 2205089 h 5599766"/>
              <a:gd name="connsiteX8862" fmla="*/ 1589476 w 10321503"/>
              <a:gd name="connsiteY8862" fmla="*/ 2198947 h 5599766"/>
              <a:gd name="connsiteX8863" fmla="*/ 1590090 w 10321503"/>
              <a:gd name="connsiteY8863" fmla="*/ 2198589 h 5599766"/>
              <a:gd name="connsiteX8864" fmla="*/ 1597154 w 10321503"/>
              <a:gd name="connsiteY8864" fmla="*/ 2198589 h 5599766"/>
              <a:gd name="connsiteX8865" fmla="*/ 1597768 w 10321503"/>
              <a:gd name="connsiteY8865" fmla="*/ 2198947 h 5599766"/>
              <a:gd name="connsiteX8866" fmla="*/ 1601298 w 10321503"/>
              <a:gd name="connsiteY8866" fmla="*/ 2205089 h 5599766"/>
              <a:gd name="connsiteX8867" fmla="*/ 1601298 w 10321503"/>
              <a:gd name="connsiteY8867" fmla="*/ 2205754 h 5599766"/>
              <a:gd name="connsiteX8868" fmla="*/ 1597768 w 10321503"/>
              <a:gd name="connsiteY8868" fmla="*/ 2211896 h 5599766"/>
              <a:gd name="connsiteX8869" fmla="*/ 1597154 w 10321503"/>
              <a:gd name="connsiteY8869" fmla="*/ 2212254 h 5599766"/>
              <a:gd name="connsiteX8870" fmla="*/ 1795378 w 10321503"/>
              <a:gd name="connsiteY8870" fmla="*/ 2212254 h 5599766"/>
              <a:gd name="connsiteX8871" fmla="*/ 1788315 w 10321503"/>
              <a:gd name="connsiteY8871" fmla="*/ 2212254 h 5599766"/>
              <a:gd name="connsiteX8872" fmla="*/ 1787701 w 10321503"/>
              <a:gd name="connsiteY8872" fmla="*/ 2211896 h 5599766"/>
              <a:gd name="connsiteX8873" fmla="*/ 1784170 w 10321503"/>
              <a:gd name="connsiteY8873" fmla="*/ 2205754 h 5599766"/>
              <a:gd name="connsiteX8874" fmla="*/ 1784170 w 10321503"/>
              <a:gd name="connsiteY8874" fmla="*/ 2205089 h 5599766"/>
              <a:gd name="connsiteX8875" fmla="*/ 1787701 w 10321503"/>
              <a:gd name="connsiteY8875" fmla="*/ 2198947 h 5599766"/>
              <a:gd name="connsiteX8876" fmla="*/ 1788315 w 10321503"/>
              <a:gd name="connsiteY8876" fmla="*/ 2198589 h 5599766"/>
              <a:gd name="connsiteX8877" fmla="*/ 1795378 w 10321503"/>
              <a:gd name="connsiteY8877" fmla="*/ 2198589 h 5599766"/>
              <a:gd name="connsiteX8878" fmla="*/ 1795992 w 10321503"/>
              <a:gd name="connsiteY8878" fmla="*/ 2198947 h 5599766"/>
              <a:gd name="connsiteX8879" fmla="*/ 1799524 w 10321503"/>
              <a:gd name="connsiteY8879" fmla="*/ 2205089 h 5599766"/>
              <a:gd name="connsiteX8880" fmla="*/ 1799524 w 10321503"/>
              <a:gd name="connsiteY8880" fmla="*/ 2205754 h 5599766"/>
              <a:gd name="connsiteX8881" fmla="*/ 1795992 w 10321503"/>
              <a:gd name="connsiteY8881" fmla="*/ 2211896 h 5599766"/>
              <a:gd name="connsiteX8882" fmla="*/ 1795378 w 10321503"/>
              <a:gd name="connsiteY8882" fmla="*/ 2212254 h 5599766"/>
              <a:gd name="connsiteX8883" fmla="*/ 1993654 w 10321503"/>
              <a:gd name="connsiteY8883" fmla="*/ 2212254 h 5599766"/>
              <a:gd name="connsiteX8884" fmla="*/ 1986590 w 10321503"/>
              <a:gd name="connsiteY8884" fmla="*/ 2212254 h 5599766"/>
              <a:gd name="connsiteX8885" fmla="*/ 1985976 w 10321503"/>
              <a:gd name="connsiteY8885" fmla="*/ 2211896 h 5599766"/>
              <a:gd name="connsiteX8886" fmla="*/ 1982445 w 10321503"/>
              <a:gd name="connsiteY8886" fmla="*/ 2205754 h 5599766"/>
              <a:gd name="connsiteX8887" fmla="*/ 1982445 w 10321503"/>
              <a:gd name="connsiteY8887" fmla="*/ 2205089 h 5599766"/>
              <a:gd name="connsiteX8888" fmla="*/ 1985976 w 10321503"/>
              <a:gd name="connsiteY8888" fmla="*/ 2198947 h 5599766"/>
              <a:gd name="connsiteX8889" fmla="*/ 1986590 w 10321503"/>
              <a:gd name="connsiteY8889" fmla="*/ 2198589 h 5599766"/>
              <a:gd name="connsiteX8890" fmla="*/ 1993654 w 10321503"/>
              <a:gd name="connsiteY8890" fmla="*/ 2198589 h 5599766"/>
              <a:gd name="connsiteX8891" fmla="*/ 1994268 w 10321503"/>
              <a:gd name="connsiteY8891" fmla="*/ 2198947 h 5599766"/>
              <a:gd name="connsiteX8892" fmla="*/ 1997800 w 10321503"/>
              <a:gd name="connsiteY8892" fmla="*/ 2205089 h 5599766"/>
              <a:gd name="connsiteX8893" fmla="*/ 1997800 w 10321503"/>
              <a:gd name="connsiteY8893" fmla="*/ 2205754 h 5599766"/>
              <a:gd name="connsiteX8894" fmla="*/ 1994268 w 10321503"/>
              <a:gd name="connsiteY8894" fmla="*/ 2211896 h 5599766"/>
              <a:gd name="connsiteX8895" fmla="*/ 1993654 w 10321503"/>
              <a:gd name="connsiteY8895" fmla="*/ 2212254 h 5599766"/>
              <a:gd name="connsiteX8896" fmla="*/ 2189611 w 10321503"/>
              <a:gd name="connsiteY8896" fmla="*/ 2218043 h 5599766"/>
              <a:gd name="connsiteX8897" fmla="*/ 2182548 w 10321503"/>
              <a:gd name="connsiteY8897" fmla="*/ 2218043 h 5599766"/>
              <a:gd name="connsiteX8898" fmla="*/ 2181933 w 10321503"/>
              <a:gd name="connsiteY8898" fmla="*/ 2217685 h 5599766"/>
              <a:gd name="connsiteX8899" fmla="*/ 2178401 w 10321503"/>
              <a:gd name="connsiteY8899" fmla="*/ 2211544 h 5599766"/>
              <a:gd name="connsiteX8900" fmla="*/ 2178401 w 10321503"/>
              <a:gd name="connsiteY8900" fmla="*/ 2210878 h 5599766"/>
              <a:gd name="connsiteX8901" fmla="*/ 2181933 w 10321503"/>
              <a:gd name="connsiteY8901" fmla="*/ 2204736 h 5599766"/>
              <a:gd name="connsiteX8902" fmla="*/ 2182548 w 10321503"/>
              <a:gd name="connsiteY8902" fmla="*/ 2204378 h 5599766"/>
              <a:gd name="connsiteX8903" fmla="*/ 2189611 w 10321503"/>
              <a:gd name="connsiteY8903" fmla="*/ 2204378 h 5599766"/>
              <a:gd name="connsiteX8904" fmla="*/ 2190225 w 10321503"/>
              <a:gd name="connsiteY8904" fmla="*/ 2204736 h 5599766"/>
              <a:gd name="connsiteX8905" fmla="*/ 2193757 w 10321503"/>
              <a:gd name="connsiteY8905" fmla="*/ 2210878 h 5599766"/>
              <a:gd name="connsiteX8906" fmla="*/ 2193757 w 10321503"/>
              <a:gd name="connsiteY8906" fmla="*/ 2211544 h 5599766"/>
              <a:gd name="connsiteX8907" fmla="*/ 2190225 w 10321503"/>
              <a:gd name="connsiteY8907" fmla="*/ 2217685 h 5599766"/>
              <a:gd name="connsiteX8908" fmla="*/ 2189611 w 10321503"/>
              <a:gd name="connsiteY8908" fmla="*/ 2218043 h 5599766"/>
              <a:gd name="connsiteX8909" fmla="*/ 2387835 w 10321503"/>
              <a:gd name="connsiteY8909" fmla="*/ 2218043 h 5599766"/>
              <a:gd name="connsiteX8910" fmla="*/ 2380773 w 10321503"/>
              <a:gd name="connsiteY8910" fmla="*/ 2218043 h 5599766"/>
              <a:gd name="connsiteX8911" fmla="*/ 2380159 w 10321503"/>
              <a:gd name="connsiteY8911" fmla="*/ 2217685 h 5599766"/>
              <a:gd name="connsiteX8912" fmla="*/ 2376626 w 10321503"/>
              <a:gd name="connsiteY8912" fmla="*/ 2211544 h 5599766"/>
              <a:gd name="connsiteX8913" fmla="*/ 2376626 w 10321503"/>
              <a:gd name="connsiteY8913" fmla="*/ 2210878 h 5599766"/>
              <a:gd name="connsiteX8914" fmla="*/ 2380159 w 10321503"/>
              <a:gd name="connsiteY8914" fmla="*/ 2204736 h 5599766"/>
              <a:gd name="connsiteX8915" fmla="*/ 2380773 w 10321503"/>
              <a:gd name="connsiteY8915" fmla="*/ 2204378 h 5599766"/>
              <a:gd name="connsiteX8916" fmla="*/ 2387835 w 10321503"/>
              <a:gd name="connsiteY8916" fmla="*/ 2204378 h 5599766"/>
              <a:gd name="connsiteX8917" fmla="*/ 2388449 w 10321503"/>
              <a:gd name="connsiteY8917" fmla="*/ 2204736 h 5599766"/>
              <a:gd name="connsiteX8918" fmla="*/ 2391981 w 10321503"/>
              <a:gd name="connsiteY8918" fmla="*/ 2210878 h 5599766"/>
              <a:gd name="connsiteX8919" fmla="*/ 2391981 w 10321503"/>
              <a:gd name="connsiteY8919" fmla="*/ 2211544 h 5599766"/>
              <a:gd name="connsiteX8920" fmla="*/ 2388449 w 10321503"/>
              <a:gd name="connsiteY8920" fmla="*/ 2217685 h 5599766"/>
              <a:gd name="connsiteX8921" fmla="*/ 2387835 w 10321503"/>
              <a:gd name="connsiteY8921" fmla="*/ 2218043 h 5599766"/>
              <a:gd name="connsiteX8922" fmla="*/ 2586060 w 10321503"/>
              <a:gd name="connsiteY8922" fmla="*/ 2218043 h 5599766"/>
              <a:gd name="connsiteX8923" fmla="*/ 2578998 w 10321503"/>
              <a:gd name="connsiteY8923" fmla="*/ 2218043 h 5599766"/>
              <a:gd name="connsiteX8924" fmla="*/ 2578383 w 10321503"/>
              <a:gd name="connsiteY8924" fmla="*/ 2217685 h 5599766"/>
              <a:gd name="connsiteX8925" fmla="*/ 2574850 w 10321503"/>
              <a:gd name="connsiteY8925" fmla="*/ 2211544 h 5599766"/>
              <a:gd name="connsiteX8926" fmla="*/ 2574850 w 10321503"/>
              <a:gd name="connsiteY8926" fmla="*/ 2210878 h 5599766"/>
              <a:gd name="connsiteX8927" fmla="*/ 2578383 w 10321503"/>
              <a:gd name="connsiteY8927" fmla="*/ 2204736 h 5599766"/>
              <a:gd name="connsiteX8928" fmla="*/ 2578998 w 10321503"/>
              <a:gd name="connsiteY8928" fmla="*/ 2204378 h 5599766"/>
              <a:gd name="connsiteX8929" fmla="*/ 2586060 w 10321503"/>
              <a:gd name="connsiteY8929" fmla="*/ 2204378 h 5599766"/>
              <a:gd name="connsiteX8930" fmla="*/ 2586674 w 10321503"/>
              <a:gd name="connsiteY8930" fmla="*/ 2204736 h 5599766"/>
              <a:gd name="connsiteX8931" fmla="*/ 2590205 w 10321503"/>
              <a:gd name="connsiteY8931" fmla="*/ 2210878 h 5599766"/>
              <a:gd name="connsiteX8932" fmla="*/ 2590205 w 10321503"/>
              <a:gd name="connsiteY8932" fmla="*/ 2211544 h 5599766"/>
              <a:gd name="connsiteX8933" fmla="*/ 2586674 w 10321503"/>
              <a:gd name="connsiteY8933" fmla="*/ 2217685 h 5599766"/>
              <a:gd name="connsiteX8934" fmla="*/ 2586060 w 10321503"/>
              <a:gd name="connsiteY8934" fmla="*/ 2218043 h 5599766"/>
              <a:gd name="connsiteX8935" fmla="*/ 2784284 w 10321503"/>
              <a:gd name="connsiteY8935" fmla="*/ 2218043 h 5599766"/>
              <a:gd name="connsiteX8936" fmla="*/ 2777221 w 10321503"/>
              <a:gd name="connsiteY8936" fmla="*/ 2218043 h 5599766"/>
              <a:gd name="connsiteX8937" fmla="*/ 2776607 w 10321503"/>
              <a:gd name="connsiteY8937" fmla="*/ 2217685 h 5599766"/>
              <a:gd name="connsiteX8938" fmla="*/ 2773075 w 10321503"/>
              <a:gd name="connsiteY8938" fmla="*/ 2211544 h 5599766"/>
              <a:gd name="connsiteX8939" fmla="*/ 2773075 w 10321503"/>
              <a:gd name="connsiteY8939" fmla="*/ 2210878 h 5599766"/>
              <a:gd name="connsiteX8940" fmla="*/ 2776607 w 10321503"/>
              <a:gd name="connsiteY8940" fmla="*/ 2204736 h 5599766"/>
              <a:gd name="connsiteX8941" fmla="*/ 2777221 w 10321503"/>
              <a:gd name="connsiteY8941" fmla="*/ 2204378 h 5599766"/>
              <a:gd name="connsiteX8942" fmla="*/ 2784284 w 10321503"/>
              <a:gd name="connsiteY8942" fmla="*/ 2204378 h 5599766"/>
              <a:gd name="connsiteX8943" fmla="*/ 2784898 w 10321503"/>
              <a:gd name="connsiteY8943" fmla="*/ 2204736 h 5599766"/>
              <a:gd name="connsiteX8944" fmla="*/ 2788430 w 10321503"/>
              <a:gd name="connsiteY8944" fmla="*/ 2210878 h 5599766"/>
              <a:gd name="connsiteX8945" fmla="*/ 2788430 w 10321503"/>
              <a:gd name="connsiteY8945" fmla="*/ 2211544 h 5599766"/>
              <a:gd name="connsiteX8946" fmla="*/ 2784898 w 10321503"/>
              <a:gd name="connsiteY8946" fmla="*/ 2217685 h 5599766"/>
              <a:gd name="connsiteX8947" fmla="*/ 2784284 w 10321503"/>
              <a:gd name="connsiteY8947" fmla="*/ 2218043 h 5599766"/>
              <a:gd name="connsiteX8948" fmla="*/ 2982559 w 10321503"/>
              <a:gd name="connsiteY8948" fmla="*/ 2218043 h 5599766"/>
              <a:gd name="connsiteX8949" fmla="*/ 2975496 w 10321503"/>
              <a:gd name="connsiteY8949" fmla="*/ 2218043 h 5599766"/>
              <a:gd name="connsiteX8950" fmla="*/ 2974882 w 10321503"/>
              <a:gd name="connsiteY8950" fmla="*/ 2217685 h 5599766"/>
              <a:gd name="connsiteX8951" fmla="*/ 2971351 w 10321503"/>
              <a:gd name="connsiteY8951" fmla="*/ 2211544 h 5599766"/>
              <a:gd name="connsiteX8952" fmla="*/ 2971351 w 10321503"/>
              <a:gd name="connsiteY8952" fmla="*/ 2210878 h 5599766"/>
              <a:gd name="connsiteX8953" fmla="*/ 2974882 w 10321503"/>
              <a:gd name="connsiteY8953" fmla="*/ 2204736 h 5599766"/>
              <a:gd name="connsiteX8954" fmla="*/ 2975496 w 10321503"/>
              <a:gd name="connsiteY8954" fmla="*/ 2204378 h 5599766"/>
              <a:gd name="connsiteX8955" fmla="*/ 2982559 w 10321503"/>
              <a:gd name="connsiteY8955" fmla="*/ 2204378 h 5599766"/>
              <a:gd name="connsiteX8956" fmla="*/ 2983173 w 10321503"/>
              <a:gd name="connsiteY8956" fmla="*/ 2204736 h 5599766"/>
              <a:gd name="connsiteX8957" fmla="*/ 2986706 w 10321503"/>
              <a:gd name="connsiteY8957" fmla="*/ 2210878 h 5599766"/>
              <a:gd name="connsiteX8958" fmla="*/ 2986706 w 10321503"/>
              <a:gd name="connsiteY8958" fmla="*/ 2211544 h 5599766"/>
              <a:gd name="connsiteX8959" fmla="*/ 2983173 w 10321503"/>
              <a:gd name="connsiteY8959" fmla="*/ 2217685 h 5599766"/>
              <a:gd name="connsiteX8960" fmla="*/ 2982559 w 10321503"/>
              <a:gd name="connsiteY8960" fmla="*/ 2218043 h 5599766"/>
              <a:gd name="connsiteX8961" fmla="*/ 3180784 w 10321503"/>
              <a:gd name="connsiteY8961" fmla="*/ 2218043 h 5599766"/>
              <a:gd name="connsiteX8962" fmla="*/ 3173721 w 10321503"/>
              <a:gd name="connsiteY8962" fmla="*/ 2218043 h 5599766"/>
              <a:gd name="connsiteX8963" fmla="*/ 3173107 w 10321503"/>
              <a:gd name="connsiteY8963" fmla="*/ 2217685 h 5599766"/>
              <a:gd name="connsiteX8964" fmla="*/ 3169576 w 10321503"/>
              <a:gd name="connsiteY8964" fmla="*/ 2211544 h 5599766"/>
              <a:gd name="connsiteX8965" fmla="*/ 3169576 w 10321503"/>
              <a:gd name="connsiteY8965" fmla="*/ 2210878 h 5599766"/>
              <a:gd name="connsiteX8966" fmla="*/ 3173107 w 10321503"/>
              <a:gd name="connsiteY8966" fmla="*/ 2204736 h 5599766"/>
              <a:gd name="connsiteX8967" fmla="*/ 3173721 w 10321503"/>
              <a:gd name="connsiteY8967" fmla="*/ 2204378 h 5599766"/>
              <a:gd name="connsiteX8968" fmla="*/ 3180784 w 10321503"/>
              <a:gd name="connsiteY8968" fmla="*/ 2204378 h 5599766"/>
              <a:gd name="connsiteX8969" fmla="*/ 3181398 w 10321503"/>
              <a:gd name="connsiteY8969" fmla="*/ 2204736 h 5599766"/>
              <a:gd name="connsiteX8970" fmla="*/ 3184931 w 10321503"/>
              <a:gd name="connsiteY8970" fmla="*/ 2210878 h 5599766"/>
              <a:gd name="connsiteX8971" fmla="*/ 3184931 w 10321503"/>
              <a:gd name="connsiteY8971" fmla="*/ 2211544 h 5599766"/>
              <a:gd name="connsiteX8972" fmla="*/ 3181398 w 10321503"/>
              <a:gd name="connsiteY8972" fmla="*/ 2217685 h 5599766"/>
              <a:gd name="connsiteX8973" fmla="*/ 3180784 w 10321503"/>
              <a:gd name="connsiteY8973" fmla="*/ 2218043 h 5599766"/>
              <a:gd name="connsiteX8974" fmla="*/ 3379008 w 10321503"/>
              <a:gd name="connsiteY8974" fmla="*/ 2218043 h 5599766"/>
              <a:gd name="connsiteX8975" fmla="*/ 3371947 w 10321503"/>
              <a:gd name="connsiteY8975" fmla="*/ 2218043 h 5599766"/>
              <a:gd name="connsiteX8976" fmla="*/ 3371332 w 10321503"/>
              <a:gd name="connsiteY8976" fmla="*/ 2217685 h 5599766"/>
              <a:gd name="connsiteX8977" fmla="*/ 3367800 w 10321503"/>
              <a:gd name="connsiteY8977" fmla="*/ 2211544 h 5599766"/>
              <a:gd name="connsiteX8978" fmla="*/ 3367800 w 10321503"/>
              <a:gd name="connsiteY8978" fmla="*/ 2210878 h 5599766"/>
              <a:gd name="connsiteX8979" fmla="*/ 3371332 w 10321503"/>
              <a:gd name="connsiteY8979" fmla="*/ 2204736 h 5599766"/>
              <a:gd name="connsiteX8980" fmla="*/ 3371947 w 10321503"/>
              <a:gd name="connsiteY8980" fmla="*/ 2204378 h 5599766"/>
              <a:gd name="connsiteX8981" fmla="*/ 3379008 w 10321503"/>
              <a:gd name="connsiteY8981" fmla="*/ 2204378 h 5599766"/>
              <a:gd name="connsiteX8982" fmla="*/ 3379624 w 10321503"/>
              <a:gd name="connsiteY8982" fmla="*/ 2204736 h 5599766"/>
              <a:gd name="connsiteX8983" fmla="*/ 3383155 w 10321503"/>
              <a:gd name="connsiteY8983" fmla="*/ 2210878 h 5599766"/>
              <a:gd name="connsiteX8984" fmla="*/ 3383155 w 10321503"/>
              <a:gd name="connsiteY8984" fmla="*/ 2211544 h 5599766"/>
              <a:gd name="connsiteX8985" fmla="*/ 3379624 w 10321503"/>
              <a:gd name="connsiteY8985" fmla="*/ 2217685 h 5599766"/>
              <a:gd name="connsiteX8986" fmla="*/ 3379008 w 10321503"/>
              <a:gd name="connsiteY8986" fmla="*/ 2218043 h 5599766"/>
              <a:gd name="connsiteX8987" fmla="*/ 3577234 w 10321503"/>
              <a:gd name="connsiteY8987" fmla="*/ 2218043 h 5599766"/>
              <a:gd name="connsiteX8988" fmla="*/ 3570172 w 10321503"/>
              <a:gd name="connsiteY8988" fmla="*/ 2218043 h 5599766"/>
              <a:gd name="connsiteX8989" fmla="*/ 3569557 w 10321503"/>
              <a:gd name="connsiteY8989" fmla="*/ 2217685 h 5599766"/>
              <a:gd name="connsiteX8990" fmla="*/ 3566024 w 10321503"/>
              <a:gd name="connsiteY8990" fmla="*/ 2211544 h 5599766"/>
              <a:gd name="connsiteX8991" fmla="*/ 3566024 w 10321503"/>
              <a:gd name="connsiteY8991" fmla="*/ 2210878 h 5599766"/>
              <a:gd name="connsiteX8992" fmla="*/ 3569557 w 10321503"/>
              <a:gd name="connsiteY8992" fmla="*/ 2204736 h 5599766"/>
              <a:gd name="connsiteX8993" fmla="*/ 3570172 w 10321503"/>
              <a:gd name="connsiteY8993" fmla="*/ 2204378 h 5599766"/>
              <a:gd name="connsiteX8994" fmla="*/ 3577234 w 10321503"/>
              <a:gd name="connsiteY8994" fmla="*/ 2204378 h 5599766"/>
              <a:gd name="connsiteX8995" fmla="*/ 3577848 w 10321503"/>
              <a:gd name="connsiteY8995" fmla="*/ 2204736 h 5599766"/>
              <a:gd name="connsiteX8996" fmla="*/ 3581379 w 10321503"/>
              <a:gd name="connsiteY8996" fmla="*/ 2210878 h 5599766"/>
              <a:gd name="connsiteX8997" fmla="*/ 3581379 w 10321503"/>
              <a:gd name="connsiteY8997" fmla="*/ 2211544 h 5599766"/>
              <a:gd name="connsiteX8998" fmla="*/ 3577848 w 10321503"/>
              <a:gd name="connsiteY8998" fmla="*/ 2217685 h 5599766"/>
              <a:gd name="connsiteX8999" fmla="*/ 3577234 w 10321503"/>
              <a:gd name="connsiteY8999" fmla="*/ 2218043 h 5599766"/>
              <a:gd name="connsiteX9000" fmla="*/ 3775459 w 10321503"/>
              <a:gd name="connsiteY9000" fmla="*/ 2218043 h 5599766"/>
              <a:gd name="connsiteX9001" fmla="*/ 3768396 w 10321503"/>
              <a:gd name="connsiteY9001" fmla="*/ 2218043 h 5599766"/>
              <a:gd name="connsiteX9002" fmla="*/ 3767781 w 10321503"/>
              <a:gd name="connsiteY9002" fmla="*/ 2217685 h 5599766"/>
              <a:gd name="connsiteX9003" fmla="*/ 3764249 w 10321503"/>
              <a:gd name="connsiteY9003" fmla="*/ 2211544 h 5599766"/>
              <a:gd name="connsiteX9004" fmla="*/ 3764249 w 10321503"/>
              <a:gd name="connsiteY9004" fmla="*/ 2210878 h 5599766"/>
              <a:gd name="connsiteX9005" fmla="*/ 3767781 w 10321503"/>
              <a:gd name="connsiteY9005" fmla="*/ 2204736 h 5599766"/>
              <a:gd name="connsiteX9006" fmla="*/ 3768396 w 10321503"/>
              <a:gd name="connsiteY9006" fmla="*/ 2204378 h 5599766"/>
              <a:gd name="connsiteX9007" fmla="*/ 3775459 w 10321503"/>
              <a:gd name="connsiteY9007" fmla="*/ 2204378 h 5599766"/>
              <a:gd name="connsiteX9008" fmla="*/ 3776073 w 10321503"/>
              <a:gd name="connsiteY9008" fmla="*/ 2204736 h 5599766"/>
              <a:gd name="connsiteX9009" fmla="*/ 3779604 w 10321503"/>
              <a:gd name="connsiteY9009" fmla="*/ 2210878 h 5599766"/>
              <a:gd name="connsiteX9010" fmla="*/ 3779604 w 10321503"/>
              <a:gd name="connsiteY9010" fmla="*/ 2211544 h 5599766"/>
              <a:gd name="connsiteX9011" fmla="*/ 3776073 w 10321503"/>
              <a:gd name="connsiteY9011" fmla="*/ 2217685 h 5599766"/>
              <a:gd name="connsiteX9012" fmla="*/ 3775459 w 10321503"/>
              <a:gd name="connsiteY9012" fmla="*/ 2218043 h 5599766"/>
              <a:gd name="connsiteX9013" fmla="*/ 3973734 w 10321503"/>
              <a:gd name="connsiteY9013" fmla="*/ 2218043 h 5599766"/>
              <a:gd name="connsiteX9014" fmla="*/ 3966671 w 10321503"/>
              <a:gd name="connsiteY9014" fmla="*/ 2218043 h 5599766"/>
              <a:gd name="connsiteX9015" fmla="*/ 3966057 w 10321503"/>
              <a:gd name="connsiteY9015" fmla="*/ 2217685 h 5599766"/>
              <a:gd name="connsiteX9016" fmla="*/ 3962525 w 10321503"/>
              <a:gd name="connsiteY9016" fmla="*/ 2211544 h 5599766"/>
              <a:gd name="connsiteX9017" fmla="*/ 3962525 w 10321503"/>
              <a:gd name="connsiteY9017" fmla="*/ 2210878 h 5599766"/>
              <a:gd name="connsiteX9018" fmla="*/ 3966057 w 10321503"/>
              <a:gd name="connsiteY9018" fmla="*/ 2204736 h 5599766"/>
              <a:gd name="connsiteX9019" fmla="*/ 3966671 w 10321503"/>
              <a:gd name="connsiteY9019" fmla="*/ 2204378 h 5599766"/>
              <a:gd name="connsiteX9020" fmla="*/ 3973734 w 10321503"/>
              <a:gd name="connsiteY9020" fmla="*/ 2204378 h 5599766"/>
              <a:gd name="connsiteX9021" fmla="*/ 3974348 w 10321503"/>
              <a:gd name="connsiteY9021" fmla="*/ 2204736 h 5599766"/>
              <a:gd name="connsiteX9022" fmla="*/ 3977880 w 10321503"/>
              <a:gd name="connsiteY9022" fmla="*/ 2210878 h 5599766"/>
              <a:gd name="connsiteX9023" fmla="*/ 3977880 w 10321503"/>
              <a:gd name="connsiteY9023" fmla="*/ 2211544 h 5599766"/>
              <a:gd name="connsiteX9024" fmla="*/ 3974348 w 10321503"/>
              <a:gd name="connsiteY9024" fmla="*/ 2217685 h 5599766"/>
              <a:gd name="connsiteX9025" fmla="*/ 3973734 w 10321503"/>
              <a:gd name="connsiteY9025" fmla="*/ 2218043 h 5599766"/>
              <a:gd name="connsiteX9026" fmla="*/ 4171959 w 10321503"/>
              <a:gd name="connsiteY9026" fmla="*/ 2218043 h 5599766"/>
              <a:gd name="connsiteX9027" fmla="*/ 4164896 w 10321503"/>
              <a:gd name="connsiteY9027" fmla="*/ 2218043 h 5599766"/>
              <a:gd name="connsiteX9028" fmla="*/ 4164282 w 10321503"/>
              <a:gd name="connsiteY9028" fmla="*/ 2217685 h 5599766"/>
              <a:gd name="connsiteX9029" fmla="*/ 4160751 w 10321503"/>
              <a:gd name="connsiteY9029" fmla="*/ 2211544 h 5599766"/>
              <a:gd name="connsiteX9030" fmla="*/ 4160751 w 10321503"/>
              <a:gd name="connsiteY9030" fmla="*/ 2210878 h 5599766"/>
              <a:gd name="connsiteX9031" fmla="*/ 4164282 w 10321503"/>
              <a:gd name="connsiteY9031" fmla="*/ 2204736 h 5599766"/>
              <a:gd name="connsiteX9032" fmla="*/ 4164896 w 10321503"/>
              <a:gd name="connsiteY9032" fmla="*/ 2204378 h 5599766"/>
              <a:gd name="connsiteX9033" fmla="*/ 4171959 w 10321503"/>
              <a:gd name="connsiteY9033" fmla="*/ 2204378 h 5599766"/>
              <a:gd name="connsiteX9034" fmla="*/ 4172573 w 10321503"/>
              <a:gd name="connsiteY9034" fmla="*/ 2204736 h 5599766"/>
              <a:gd name="connsiteX9035" fmla="*/ 4176105 w 10321503"/>
              <a:gd name="connsiteY9035" fmla="*/ 2210878 h 5599766"/>
              <a:gd name="connsiteX9036" fmla="*/ 4176105 w 10321503"/>
              <a:gd name="connsiteY9036" fmla="*/ 2211544 h 5599766"/>
              <a:gd name="connsiteX9037" fmla="*/ 4172573 w 10321503"/>
              <a:gd name="connsiteY9037" fmla="*/ 2217685 h 5599766"/>
              <a:gd name="connsiteX9038" fmla="*/ 4171959 w 10321503"/>
              <a:gd name="connsiteY9038" fmla="*/ 2218043 h 5599766"/>
              <a:gd name="connsiteX9039" fmla="*/ 4370183 w 10321503"/>
              <a:gd name="connsiteY9039" fmla="*/ 2218043 h 5599766"/>
              <a:gd name="connsiteX9040" fmla="*/ 4363121 w 10321503"/>
              <a:gd name="connsiteY9040" fmla="*/ 2218043 h 5599766"/>
              <a:gd name="connsiteX9041" fmla="*/ 4362506 w 10321503"/>
              <a:gd name="connsiteY9041" fmla="*/ 2217685 h 5599766"/>
              <a:gd name="connsiteX9042" fmla="*/ 4358975 w 10321503"/>
              <a:gd name="connsiteY9042" fmla="*/ 2211544 h 5599766"/>
              <a:gd name="connsiteX9043" fmla="*/ 4358975 w 10321503"/>
              <a:gd name="connsiteY9043" fmla="*/ 2210878 h 5599766"/>
              <a:gd name="connsiteX9044" fmla="*/ 4362506 w 10321503"/>
              <a:gd name="connsiteY9044" fmla="*/ 2204736 h 5599766"/>
              <a:gd name="connsiteX9045" fmla="*/ 4363121 w 10321503"/>
              <a:gd name="connsiteY9045" fmla="*/ 2204378 h 5599766"/>
              <a:gd name="connsiteX9046" fmla="*/ 4370183 w 10321503"/>
              <a:gd name="connsiteY9046" fmla="*/ 2204378 h 5599766"/>
              <a:gd name="connsiteX9047" fmla="*/ 4370797 w 10321503"/>
              <a:gd name="connsiteY9047" fmla="*/ 2204736 h 5599766"/>
              <a:gd name="connsiteX9048" fmla="*/ 4374329 w 10321503"/>
              <a:gd name="connsiteY9048" fmla="*/ 2210878 h 5599766"/>
              <a:gd name="connsiteX9049" fmla="*/ 4374329 w 10321503"/>
              <a:gd name="connsiteY9049" fmla="*/ 2211544 h 5599766"/>
              <a:gd name="connsiteX9050" fmla="*/ 4370797 w 10321503"/>
              <a:gd name="connsiteY9050" fmla="*/ 2217685 h 5599766"/>
              <a:gd name="connsiteX9051" fmla="*/ 4370183 w 10321503"/>
              <a:gd name="connsiteY9051" fmla="*/ 2218043 h 5599766"/>
              <a:gd name="connsiteX9052" fmla="*/ 4568408 w 10321503"/>
              <a:gd name="connsiteY9052" fmla="*/ 2218043 h 5599766"/>
              <a:gd name="connsiteX9053" fmla="*/ 4561345 w 10321503"/>
              <a:gd name="connsiteY9053" fmla="*/ 2218043 h 5599766"/>
              <a:gd name="connsiteX9054" fmla="*/ 4560731 w 10321503"/>
              <a:gd name="connsiteY9054" fmla="*/ 2217685 h 5599766"/>
              <a:gd name="connsiteX9055" fmla="*/ 4557199 w 10321503"/>
              <a:gd name="connsiteY9055" fmla="*/ 2211544 h 5599766"/>
              <a:gd name="connsiteX9056" fmla="*/ 4557199 w 10321503"/>
              <a:gd name="connsiteY9056" fmla="*/ 2210878 h 5599766"/>
              <a:gd name="connsiteX9057" fmla="*/ 4560731 w 10321503"/>
              <a:gd name="connsiteY9057" fmla="*/ 2204736 h 5599766"/>
              <a:gd name="connsiteX9058" fmla="*/ 4561345 w 10321503"/>
              <a:gd name="connsiteY9058" fmla="*/ 2204378 h 5599766"/>
              <a:gd name="connsiteX9059" fmla="*/ 4568408 w 10321503"/>
              <a:gd name="connsiteY9059" fmla="*/ 2204378 h 5599766"/>
              <a:gd name="connsiteX9060" fmla="*/ 4569022 w 10321503"/>
              <a:gd name="connsiteY9060" fmla="*/ 2204736 h 5599766"/>
              <a:gd name="connsiteX9061" fmla="*/ 4572554 w 10321503"/>
              <a:gd name="connsiteY9061" fmla="*/ 2210878 h 5599766"/>
              <a:gd name="connsiteX9062" fmla="*/ 4572554 w 10321503"/>
              <a:gd name="connsiteY9062" fmla="*/ 2211544 h 5599766"/>
              <a:gd name="connsiteX9063" fmla="*/ 4569022 w 10321503"/>
              <a:gd name="connsiteY9063" fmla="*/ 2217685 h 5599766"/>
              <a:gd name="connsiteX9064" fmla="*/ 4568408 w 10321503"/>
              <a:gd name="connsiteY9064" fmla="*/ 2218043 h 5599766"/>
              <a:gd name="connsiteX9065" fmla="*/ 4766683 w 10321503"/>
              <a:gd name="connsiteY9065" fmla="*/ 2218043 h 5599766"/>
              <a:gd name="connsiteX9066" fmla="*/ 4759621 w 10321503"/>
              <a:gd name="connsiteY9066" fmla="*/ 2218043 h 5599766"/>
              <a:gd name="connsiteX9067" fmla="*/ 4759007 w 10321503"/>
              <a:gd name="connsiteY9067" fmla="*/ 2217685 h 5599766"/>
              <a:gd name="connsiteX9068" fmla="*/ 4755475 w 10321503"/>
              <a:gd name="connsiteY9068" fmla="*/ 2211544 h 5599766"/>
              <a:gd name="connsiteX9069" fmla="*/ 4755475 w 10321503"/>
              <a:gd name="connsiteY9069" fmla="*/ 2210878 h 5599766"/>
              <a:gd name="connsiteX9070" fmla="*/ 4759007 w 10321503"/>
              <a:gd name="connsiteY9070" fmla="*/ 2204736 h 5599766"/>
              <a:gd name="connsiteX9071" fmla="*/ 4759621 w 10321503"/>
              <a:gd name="connsiteY9071" fmla="*/ 2204378 h 5599766"/>
              <a:gd name="connsiteX9072" fmla="*/ 4766683 w 10321503"/>
              <a:gd name="connsiteY9072" fmla="*/ 2204378 h 5599766"/>
              <a:gd name="connsiteX9073" fmla="*/ 4767297 w 10321503"/>
              <a:gd name="connsiteY9073" fmla="*/ 2204736 h 5599766"/>
              <a:gd name="connsiteX9074" fmla="*/ 4770829 w 10321503"/>
              <a:gd name="connsiteY9074" fmla="*/ 2210878 h 5599766"/>
              <a:gd name="connsiteX9075" fmla="*/ 4770829 w 10321503"/>
              <a:gd name="connsiteY9075" fmla="*/ 2211544 h 5599766"/>
              <a:gd name="connsiteX9076" fmla="*/ 4767297 w 10321503"/>
              <a:gd name="connsiteY9076" fmla="*/ 2217685 h 5599766"/>
              <a:gd name="connsiteX9077" fmla="*/ 4766683 w 10321503"/>
              <a:gd name="connsiteY9077" fmla="*/ 2218043 h 5599766"/>
              <a:gd name="connsiteX9078" fmla="*/ 4964909 w 10321503"/>
              <a:gd name="connsiteY9078" fmla="*/ 2218043 h 5599766"/>
              <a:gd name="connsiteX9079" fmla="*/ 4957846 w 10321503"/>
              <a:gd name="connsiteY9079" fmla="*/ 2218043 h 5599766"/>
              <a:gd name="connsiteX9080" fmla="*/ 4957232 w 10321503"/>
              <a:gd name="connsiteY9080" fmla="*/ 2217685 h 5599766"/>
              <a:gd name="connsiteX9081" fmla="*/ 4953699 w 10321503"/>
              <a:gd name="connsiteY9081" fmla="*/ 2211544 h 5599766"/>
              <a:gd name="connsiteX9082" fmla="*/ 4953699 w 10321503"/>
              <a:gd name="connsiteY9082" fmla="*/ 2210878 h 5599766"/>
              <a:gd name="connsiteX9083" fmla="*/ 4957232 w 10321503"/>
              <a:gd name="connsiteY9083" fmla="*/ 2204736 h 5599766"/>
              <a:gd name="connsiteX9084" fmla="*/ 4957846 w 10321503"/>
              <a:gd name="connsiteY9084" fmla="*/ 2204378 h 5599766"/>
              <a:gd name="connsiteX9085" fmla="*/ 4964909 w 10321503"/>
              <a:gd name="connsiteY9085" fmla="*/ 2204378 h 5599766"/>
              <a:gd name="connsiteX9086" fmla="*/ 4965523 w 10321503"/>
              <a:gd name="connsiteY9086" fmla="*/ 2204736 h 5599766"/>
              <a:gd name="connsiteX9087" fmla="*/ 4969054 w 10321503"/>
              <a:gd name="connsiteY9087" fmla="*/ 2210878 h 5599766"/>
              <a:gd name="connsiteX9088" fmla="*/ 4969054 w 10321503"/>
              <a:gd name="connsiteY9088" fmla="*/ 2211544 h 5599766"/>
              <a:gd name="connsiteX9089" fmla="*/ 4965523 w 10321503"/>
              <a:gd name="connsiteY9089" fmla="*/ 2217685 h 5599766"/>
              <a:gd name="connsiteX9090" fmla="*/ 4964909 w 10321503"/>
              <a:gd name="connsiteY9090" fmla="*/ 2218043 h 5599766"/>
              <a:gd name="connsiteX9091" fmla="*/ 5163134 w 10321503"/>
              <a:gd name="connsiteY9091" fmla="*/ 2218043 h 5599766"/>
              <a:gd name="connsiteX9092" fmla="*/ 5156070 w 10321503"/>
              <a:gd name="connsiteY9092" fmla="*/ 2218043 h 5599766"/>
              <a:gd name="connsiteX9093" fmla="*/ 5155456 w 10321503"/>
              <a:gd name="connsiteY9093" fmla="*/ 2217685 h 5599766"/>
              <a:gd name="connsiteX9094" fmla="*/ 5151924 w 10321503"/>
              <a:gd name="connsiteY9094" fmla="*/ 2211544 h 5599766"/>
              <a:gd name="connsiteX9095" fmla="*/ 5151924 w 10321503"/>
              <a:gd name="connsiteY9095" fmla="*/ 2210878 h 5599766"/>
              <a:gd name="connsiteX9096" fmla="*/ 5155456 w 10321503"/>
              <a:gd name="connsiteY9096" fmla="*/ 2204736 h 5599766"/>
              <a:gd name="connsiteX9097" fmla="*/ 5156070 w 10321503"/>
              <a:gd name="connsiteY9097" fmla="*/ 2204378 h 5599766"/>
              <a:gd name="connsiteX9098" fmla="*/ 5163134 w 10321503"/>
              <a:gd name="connsiteY9098" fmla="*/ 2204378 h 5599766"/>
              <a:gd name="connsiteX9099" fmla="*/ 5163748 w 10321503"/>
              <a:gd name="connsiteY9099" fmla="*/ 2204736 h 5599766"/>
              <a:gd name="connsiteX9100" fmla="*/ 5167279 w 10321503"/>
              <a:gd name="connsiteY9100" fmla="*/ 2210878 h 5599766"/>
              <a:gd name="connsiteX9101" fmla="*/ 5167279 w 10321503"/>
              <a:gd name="connsiteY9101" fmla="*/ 2211544 h 5599766"/>
              <a:gd name="connsiteX9102" fmla="*/ 5163748 w 10321503"/>
              <a:gd name="connsiteY9102" fmla="*/ 2217685 h 5599766"/>
              <a:gd name="connsiteX9103" fmla="*/ 5163134 w 10321503"/>
              <a:gd name="connsiteY9103" fmla="*/ 2218043 h 5599766"/>
              <a:gd name="connsiteX9104" fmla="*/ 5361358 w 10321503"/>
              <a:gd name="connsiteY9104" fmla="*/ 2218043 h 5599766"/>
              <a:gd name="connsiteX9105" fmla="*/ 5354295 w 10321503"/>
              <a:gd name="connsiteY9105" fmla="*/ 2218043 h 5599766"/>
              <a:gd name="connsiteX9106" fmla="*/ 5353680 w 10321503"/>
              <a:gd name="connsiteY9106" fmla="*/ 2217685 h 5599766"/>
              <a:gd name="connsiteX9107" fmla="*/ 5350149 w 10321503"/>
              <a:gd name="connsiteY9107" fmla="*/ 2211544 h 5599766"/>
              <a:gd name="connsiteX9108" fmla="*/ 5350149 w 10321503"/>
              <a:gd name="connsiteY9108" fmla="*/ 2210878 h 5599766"/>
              <a:gd name="connsiteX9109" fmla="*/ 5353680 w 10321503"/>
              <a:gd name="connsiteY9109" fmla="*/ 2204736 h 5599766"/>
              <a:gd name="connsiteX9110" fmla="*/ 5354295 w 10321503"/>
              <a:gd name="connsiteY9110" fmla="*/ 2204378 h 5599766"/>
              <a:gd name="connsiteX9111" fmla="*/ 5361358 w 10321503"/>
              <a:gd name="connsiteY9111" fmla="*/ 2204378 h 5599766"/>
              <a:gd name="connsiteX9112" fmla="*/ 5361972 w 10321503"/>
              <a:gd name="connsiteY9112" fmla="*/ 2204736 h 5599766"/>
              <a:gd name="connsiteX9113" fmla="*/ 5365503 w 10321503"/>
              <a:gd name="connsiteY9113" fmla="*/ 2210878 h 5599766"/>
              <a:gd name="connsiteX9114" fmla="*/ 5365503 w 10321503"/>
              <a:gd name="connsiteY9114" fmla="*/ 2211544 h 5599766"/>
              <a:gd name="connsiteX9115" fmla="*/ 5361972 w 10321503"/>
              <a:gd name="connsiteY9115" fmla="*/ 2217685 h 5599766"/>
              <a:gd name="connsiteX9116" fmla="*/ 5361358 w 10321503"/>
              <a:gd name="connsiteY9116" fmla="*/ 2218043 h 5599766"/>
              <a:gd name="connsiteX9117" fmla="*/ 5559633 w 10321503"/>
              <a:gd name="connsiteY9117" fmla="*/ 2218043 h 5599766"/>
              <a:gd name="connsiteX9118" fmla="*/ 5552569 w 10321503"/>
              <a:gd name="connsiteY9118" fmla="*/ 2218043 h 5599766"/>
              <a:gd name="connsiteX9119" fmla="*/ 5551956 w 10321503"/>
              <a:gd name="connsiteY9119" fmla="*/ 2217685 h 5599766"/>
              <a:gd name="connsiteX9120" fmla="*/ 5548424 w 10321503"/>
              <a:gd name="connsiteY9120" fmla="*/ 2211544 h 5599766"/>
              <a:gd name="connsiteX9121" fmla="*/ 5548424 w 10321503"/>
              <a:gd name="connsiteY9121" fmla="*/ 2210878 h 5599766"/>
              <a:gd name="connsiteX9122" fmla="*/ 5551956 w 10321503"/>
              <a:gd name="connsiteY9122" fmla="*/ 2204736 h 5599766"/>
              <a:gd name="connsiteX9123" fmla="*/ 5552569 w 10321503"/>
              <a:gd name="connsiteY9123" fmla="*/ 2204378 h 5599766"/>
              <a:gd name="connsiteX9124" fmla="*/ 5559633 w 10321503"/>
              <a:gd name="connsiteY9124" fmla="*/ 2204378 h 5599766"/>
              <a:gd name="connsiteX9125" fmla="*/ 5560246 w 10321503"/>
              <a:gd name="connsiteY9125" fmla="*/ 2204736 h 5599766"/>
              <a:gd name="connsiteX9126" fmla="*/ 5563779 w 10321503"/>
              <a:gd name="connsiteY9126" fmla="*/ 2210878 h 5599766"/>
              <a:gd name="connsiteX9127" fmla="*/ 5563779 w 10321503"/>
              <a:gd name="connsiteY9127" fmla="*/ 2211544 h 5599766"/>
              <a:gd name="connsiteX9128" fmla="*/ 5560246 w 10321503"/>
              <a:gd name="connsiteY9128" fmla="*/ 2217685 h 5599766"/>
              <a:gd name="connsiteX9129" fmla="*/ 5559633 w 10321503"/>
              <a:gd name="connsiteY9129" fmla="*/ 2218043 h 5599766"/>
              <a:gd name="connsiteX9130" fmla="*/ 5757857 w 10321503"/>
              <a:gd name="connsiteY9130" fmla="*/ 2218043 h 5599766"/>
              <a:gd name="connsiteX9131" fmla="*/ 5750795 w 10321503"/>
              <a:gd name="connsiteY9131" fmla="*/ 2218043 h 5599766"/>
              <a:gd name="connsiteX9132" fmla="*/ 5750181 w 10321503"/>
              <a:gd name="connsiteY9132" fmla="*/ 2217685 h 5599766"/>
              <a:gd name="connsiteX9133" fmla="*/ 5746649 w 10321503"/>
              <a:gd name="connsiteY9133" fmla="*/ 2211544 h 5599766"/>
              <a:gd name="connsiteX9134" fmla="*/ 5746649 w 10321503"/>
              <a:gd name="connsiteY9134" fmla="*/ 2210878 h 5599766"/>
              <a:gd name="connsiteX9135" fmla="*/ 5750181 w 10321503"/>
              <a:gd name="connsiteY9135" fmla="*/ 2204736 h 5599766"/>
              <a:gd name="connsiteX9136" fmla="*/ 5750795 w 10321503"/>
              <a:gd name="connsiteY9136" fmla="*/ 2204378 h 5599766"/>
              <a:gd name="connsiteX9137" fmla="*/ 5757857 w 10321503"/>
              <a:gd name="connsiteY9137" fmla="*/ 2204378 h 5599766"/>
              <a:gd name="connsiteX9138" fmla="*/ 5758471 w 10321503"/>
              <a:gd name="connsiteY9138" fmla="*/ 2204736 h 5599766"/>
              <a:gd name="connsiteX9139" fmla="*/ 5762003 w 10321503"/>
              <a:gd name="connsiteY9139" fmla="*/ 2210878 h 5599766"/>
              <a:gd name="connsiteX9140" fmla="*/ 5762003 w 10321503"/>
              <a:gd name="connsiteY9140" fmla="*/ 2211544 h 5599766"/>
              <a:gd name="connsiteX9141" fmla="*/ 5758471 w 10321503"/>
              <a:gd name="connsiteY9141" fmla="*/ 2217685 h 5599766"/>
              <a:gd name="connsiteX9142" fmla="*/ 5757857 w 10321503"/>
              <a:gd name="connsiteY9142" fmla="*/ 2218043 h 5599766"/>
              <a:gd name="connsiteX9143" fmla="*/ 5956083 w 10321503"/>
              <a:gd name="connsiteY9143" fmla="*/ 2218043 h 5599766"/>
              <a:gd name="connsiteX9144" fmla="*/ 5949019 w 10321503"/>
              <a:gd name="connsiteY9144" fmla="*/ 2218043 h 5599766"/>
              <a:gd name="connsiteX9145" fmla="*/ 5948405 w 10321503"/>
              <a:gd name="connsiteY9145" fmla="*/ 2217685 h 5599766"/>
              <a:gd name="connsiteX9146" fmla="*/ 5944873 w 10321503"/>
              <a:gd name="connsiteY9146" fmla="*/ 2211544 h 5599766"/>
              <a:gd name="connsiteX9147" fmla="*/ 5944873 w 10321503"/>
              <a:gd name="connsiteY9147" fmla="*/ 2210878 h 5599766"/>
              <a:gd name="connsiteX9148" fmla="*/ 5948405 w 10321503"/>
              <a:gd name="connsiteY9148" fmla="*/ 2204736 h 5599766"/>
              <a:gd name="connsiteX9149" fmla="*/ 5949019 w 10321503"/>
              <a:gd name="connsiteY9149" fmla="*/ 2204378 h 5599766"/>
              <a:gd name="connsiteX9150" fmla="*/ 5956083 w 10321503"/>
              <a:gd name="connsiteY9150" fmla="*/ 2204378 h 5599766"/>
              <a:gd name="connsiteX9151" fmla="*/ 5956697 w 10321503"/>
              <a:gd name="connsiteY9151" fmla="*/ 2204736 h 5599766"/>
              <a:gd name="connsiteX9152" fmla="*/ 5960227 w 10321503"/>
              <a:gd name="connsiteY9152" fmla="*/ 2210878 h 5599766"/>
              <a:gd name="connsiteX9153" fmla="*/ 5960227 w 10321503"/>
              <a:gd name="connsiteY9153" fmla="*/ 2211544 h 5599766"/>
              <a:gd name="connsiteX9154" fmla="*/ 5956697 w 10321503"/>
              <a:gd name="connsiteY9154" fmla="*/ 2217685 h 5599766"/>
              <a:gd name="connsiteX9155" fmla="*/ 5956083 w 10321503"/>
              <a:gd name="connsiteY9155" fmla="*/ 2218043 h 5599766"/>
              <a:gd name="connsiteX9156" fmla="*/ 6154307 w 10321503"/>
              <a:gd name="connsiteY9156" fmla="*/ 2218043 h 5599766"/>
              <a:gd name="connsiteX9157" fmla="*/ 6147243 w 10321503"/>
              <a:gd name="connsiteY9157" fmla="*/ 2218043 h 5599766"/>
              <a:gd name="connsiteX9158" fmla="*/ 6146629 w 10321503"/>
              <a:gd name="connsiteY9158" fmla="*/ 2217685 h 5599766"/>
              <a:gd name="connsiteX9159" fmla="*/ 6143098 w 10321503"/>
              <a:gd name="connsiteY9159" fmla="*/ 2211544 h 5599766"/>
              <a:gd name="connsiteX9160" fmla="*/ 6143098 w 10321503"/>
              <a:gd name="connsiteY9160" fmla="*/ 2210878 h 5599766"/>
              <a:gd name="connsiteX9161" fmla="*/ 6146629 w 10321503"/>
              <a:gd name="connsiteY9161" fmla="*/ 2204736 h 5599766"/>
              <a:gd name="connsiteX9162" fmla="*/ 6147243 w 10321503"/>
              <a:gd name="connsiteY9162" fmla="*/ 2204378 h 5599766"/>
              <a:gd name="connsiteX9163" fmla="*/ 6154307 w 10321503"/>
              <a:gd name="connsiteY9163" fmla="*/ 2204378 h 5599766"/>
              <a:gd name="connsiteX9164" fmla="*/ 6154921 w 10321503"/>
              <a:gd name="connsiteY9164" fmla="*/ 2204736 h 5599766"/>
              <a:gd name="connsiteX9165" fmla="*/ 6158453 w 10321503"/>
              <a:gd name="connsiteY9165" fmla="*/ 2210878 h 5599766"/>
              <a:gd name="connsiteX9166" fmla="*/ 6158453 w 10321503"/>
              <a:gd name="connsiteY9166" fmla="*/ 2211544 h 5599766"/>
              <a:gd name="connsiteX9167" fmla="*/ 6154921 w 10321503"/>
              <a:gd name="connsiteY9167" fmla="*/ 2217685 h 5599766"/>
              <a:gd name="connsiteX9168" fmla="*/ 6154307 w 10321503"/>
              <a:gd name="connsiteY9168" fmla="*/ 2218043 h 5599766"/>
              <a:gd name="connsiteX9169" fmla="*/ 6352582 w 10321503"/>
              <a:gd name="connsiteY9169" fmla="*/ 2218043 h 5599766"/>
              <a:gd name="connsiteX9170" fmla="*/ 6345519 w 10321503"/>
              <a:gd name="connsiteY9170" fmla="*/ 2218043 h 5599766"/>
              <a:gd name="connsiteX9171" fmla="*/ 6344904 w 10321503"/>
              <a:gd name="connsiteY9171" fmla="*/ 2217685 h 5599766"/>
              <a:gd name="connsiteX9172" fmla="*/ 6341373 w 10321503"/>
              <a:gd name="connsiteY9172" fmla="*/ 2211544 h 5599766"/>
              <a:gd name="connsiteX9173" fmla="*/ 6341373 w 10321503"/>
              <a:gd name="connsiteY9173" fmla="*/ 2210878 h 5599766"/>
              <a:gd name="connsiteX9174" fmla="*/ 6344904 w 10321503"/>
              <a:gd name="connsiteY9174" fmla="*/ 2204736 h 5599766"/>
              <a:gd name="connsiteX9175" fmla="*/ 6345519 w 10321503"/>
              <a:gd name="connsiteY9175" fmla="*/ 2204378 h 5599766"/>
              <a:gd name="connsiteX9176" fmla="*/ 6352582 w 10321503"/>
              <a:gd name="connsiteY9176" fmla="*/ 2204378 h 5599766"/>
              <a:gd name="connsiteX9177" fmla="*/ 6353196 w 10321503"/>
              <a:gd name="connsiteY9177" fmla="*/ 2204736 h 5599766"/>
              <a:gd name="connsiteX9178" fmla="*/ 6356728 w 10321503"/>
              <a:gd name="connsiteY9178" fmla="*/ 2210878 h 5599766"/>
              <a:gd name="connsiteX9179" fmla="*/ 6356728 w 10321503"/>
              <a:gd name="connsiteY9179" fmla="*/ 2211544 h 5599766"/>
              <a:gd name="connsiteX9180" fmla="*/ 6353196 w 10321503"/>
              <a:gd name="connsiteY9180" fmla="*/ 2217685 h 5599766"/>
              <a:gd name="connsiteX9181" fmla="*/ 6352582 w 10321503"/>
              <a:gd name="connsiteY9181" fmla="*/ 2218043 h 5599766"/>
              <a:gd name="connsiteX9182" fmla="*/ 6550807 w 10321503"/>
              <a:gd name="connsiteY9182" fmla="*/ 2218043 h 5599766"/>
              <a:gd name="connsiteX9183" fmla="*/ 6543744 w 10321503"/>
              <a:gd name="connsiteY9183" fmla="*/ 2218043 h 5599766"/>
              <a:gd name="connsiteX9184" fmla="*/ 6543129 w 10321503"/>
              <a:gd name="connsiteY9184" fmla="*/ 2217685 h 5599766"/>
              <a:gd name="connsiteX9185" fmla="*/ 6539598 w 10321503"/>
              <a:gd name="connsiteY9185" fmla="*/ 2211544 h 5599766"/>
              <a:gd name="connsiteX9186" fmla="*/ 6539598 w 10321503"/>
              <a:gd name="connsiteY9186" fmla="*/ 2210878 h 5599766"/>
              <a:gd name="connsiteX9187" fmla="*/ 6543129 w 10321503"/>
              <a:gd name="connsiteY9187" fmla="*/ 2204736 h 5599766"/>
              <a:gd name="connsiteX9188" fmla="*/ 6543744 w 10321503"/>
              <a:gd name="connsiteY9188" fmla="*/ 2204378 h 5599766"/>
              <a:gd name="connsiteX9189" fmla="*/ 6550807 w 10321503"/>
              <a:gd name="connsiteY9189" fmla="*/ 2204378 h 5599766"/>
              <a:gd name="connsiteX9190" fmla="*/ 6551420 w 10321503"/>
              <a:gd name="connsiteY9190" fmla="*/ 2204736 h 5599766"/>
              <a:gd name="connsiteX9191" fmla="*/ 6554953 w 10321503"/>
              <a:gd name="connsiteY9191" fmla="*/ 2210878 h 5599766"/>
              <a:gd name="connsiteX9192" fmla="*/ 6554953 w 10321503"/>
              <a:gd name="connsiteY9192" fmla="*/ 2211544 h 5599766"/>
              <a:gd name="connsiteX9193" fmla="*/ 6551420 w 10321503"/>
              <a:gd name="connsiteY9193" fmla="*/ 2217685 h 5599766"/>
              <a:gd name="connsiteX9194" fmla="*/ 6550807 w 10321503"/>
              <a:gd name="connsiteY9194" fmla="*/ 2218043 h 5599766"/>
              <a:gd name="connsiteX9195" fmla="*/ 6749031 w 10321503"/>
              <a:gd name="connsiteY9195" fmla="*/ 2218043 h 5599766"/>
              <a:gd name="connsiteX9196" fmla="*/ 6741967 w 10321503"/>
              <a:gd name="connsiteY9196" fmla="*/ 2218043 h 5599766"/>
              <a:gd name="connsiteX9197" fmla="*/ 6741354 w 10321503"/>
              <a:gd name="connsiteY9197" fmla="*/ 2217685 h 5599766"/>
              <a:gd name="connsiteX9198" fmla="*/ 6737823 w 10321503"/>
              <a:gd name="connsiteY9198" fmla="*/ 2211544 h 5599766"/>
              <a:gd name="connsiteX9199" fmla="*/ 6737823 w 10321503"/>
              <a:gd name="connsiteY9199" fmla="*/ 2210878 h 5599766"/>
              <a:gd name="connsiteX9200" fmla="*/ 6741354 w 10321503"/>
              <a:gd name="connsiteY9200" fmla="*/ 2204736 h 5599766"/>
              <a:gd name="connsiteX9201" fmla="*/ 6741967 w 10321503"/>
              <a:gd name="connsiteY9201" fmla="*/ 2204378 h 5599766"/>
              <a:gd name="connsiteX9202" fmla="*/ 6749031 w 10321503"/>
              <a:gd name="connsiteY9202" fmla="*/ 2204378 h 5599766"/>
              <a:gd name="connsiteX9203" fmla="*/ 6749646 w 10321503"/>
              <a:gd name="connsiteY9203" fmla="*/ 2204736 h 5599766"/>
              <a:gd name="connsiteX9204" fmla="*/ 6753177 w 10321503"/>
              <a:gd name="connsiteY9204" fmla="*/ 2210878 h 5599766"/>
              <a:gd name="connsiteX9205" fmla="*/ 6753177 w 10321503"/>
              <a:gd name="connsiteY9205" fmla="*/ 2211544 h 5599766"/>
              <a:gd name="connsiteX9206" fmla="*/ 6749646 w 10321503"/>
              <a:gd name="connsiteY9206" fmla="*/ 2217685 h 5599766"/>
              <a:gd name="connsiteX9207" fmla="*/ 6749031 w 10321503"/>
              <a:gd name="connsiteY9207" fmla="*/ 2218043 h 5599766"/>
              <a:gd name="connsiteX9208" fmla="*/ 6947256 w 10321503"/>
              <a:gd name="connsiteY9208" fmla="*/ 2218043 h 5599766"/>
              <a:gd name="connsiteX9209" fmla="*/ 6940193 w 10321503"/>
              <a:gd name="connsiteY9209" fmla="*/ 2218043 h 5599766"/>
              <a:gd name="connsiteX9210" fmla="*/ 6939578 w 10321503"/>
              <a:gd name="connsiteY9210" fmla="*/ 2217685 h 5599766"/>
              <a:gd name="connsiteX9211" fmla="*/ 6936048 w 10321503"/>
              <a:gd name="connsiteY9211" fmla="*/ 2211544 h 5599766"/>
              <a:gd name="connsiteX9212" fmla="*/ 6936048 w 10321503"/>
              <a:gd name="connsiteY9212" fmla="*/ 2210878 h 5599766"/>
              <a:gd name="connsiteX9213" fmla="*/ 6939578 w 10321503"/>
              <a:gd name="connsiteY9213" fmla="*/ 2204736 h 5599766"/>
              <a:gd name="connsiteX9214" fmla="*/ 6940193 w 10321503"/>
              <a:gd name="connsiteY9214" fmla="*/ 2204378 h 5599766"/>
              <a:gd name="connsiteX9215" fmla="*/ 6947256 w 10321503"/>
              <a:gd name="connsiteY9215" fmla="*/ 2204378 h 5599766"/>
              <a:gd name="connsiteX9216" fmla="*/ 6947870 w 10321503"/>
              <a:gd name="connsiteY9216" fmla="*/ 2204736 h 5599766"/>
              <a:gd name="connsiteX9217" fmla="*/ 6951402 w 10321503"/>
              <a:gd name="connsiteY9217" fmla="*/ 2210878 h 5599766"/>
              <a:gd name="connsiteX9218" fmla="*/ 6951402 w 10321503"/>
              <a:gd name="connsiteY9218" fmla="*/ 2211544 h 5599766"/>
              <a:gd name="connsiteX9219" fmla="*/ 6947870 w 10321503"/>
              <a:gd name="connsiteY9219" fmla="*/ 2217685 h 5599766"/>
              <a:gd name="connsiteX9220" fmla="*/ 6947256 w 10321503"/>
              <a:gd name="connsiteY9220" fmla="*/ 2218043 h 5599766"/>
              <a:gd name="connsiteX9221" fmla="*/ 7145518 w 10321503"/>
              <a:gd name="connsiteY9221" fmla="*/ 2218043 h 5599766"/>
              <a:gd name="connsiteX9222" fmla="*/ 7138456 w 10321503"/>
              <a:gd name="connsiteY9222" fmla="*/ 2218043 h 5599766"/>
              <a:gd name="connsiteX9223" fmla="*/ 7137841 w 10321503"/>
              <a:gd name="connsiteY9223" fmla="*/ 2217685 h 5599766"/>
              <a:gd name="connsiteX9224" fmla="*/ 7134311 w 10321503"/>
              <a:gd name="connsiteY9224" fmla="*/ 2211544 h 5599766"/>
              <a:gd name="connsiteX9225" fmla="*/ 7134311 w 10321503"/>
              <a:gd name="connsiteY9225" fmla="*/ 2210878 h 5599766"/>
              <a:gd name="connsiteX9226" fmla="*/ 7137841 w 10321503"/>
              <a:gd name="connsiteY9226" fmla="*/ 2204736 h 5599766"/>
              <a:gd name="connsiteX9227" fmla="*/ 7138456 w 10321503"/>
              <a:gd name="connsiteY9227" fmla="*/ 2204378 h 5599766"/>
              <a:gd name="connsiteX9228" fmla="*/ 7145518 w 10321503"/>
              <a:gd name="connsiteY9228" fmla="*/ 2204378 h 5599766"/>
              <a:gd name="connsiteX9229" fmla="*/ 7146133 w 10321503"/>
              <a:gd name="connsiteY9229" fmla="*/ 2204736 h 5599766"/>
              <a:gd name="connsiteX9230" fmla="*/ 7149665 w 10321503"/>
              <a:gd name="connsiteY9230" fmla="*/ 2210878 h 5599766"/>
              <a:gd name="connsiteX9231" fmla="*/ 7149665 w 10321503"/>
              <a:gd name="connsiteY9231" fmla="*/ 2211544 h 5599766"/>
              <a:gd name="connsiteX9232" fmla="*/ 7146133 w 10321503"/>
              <a:gd name="connsiteY9232" fmla="*/ 2217685 h 5599766"/>
              <a:gd name="connsiteX9233" fmla="*/ 7145518 w 10321503"/>
              <a:gd name="connsiteY9233" fmla="*/ 2218043 h 5599766"/>
              <a:gd name="connsiteX9234" fmla="*/ 7343704 w 10321503"/>
              <a:gd name="connsiteY9234" fmla="*/ 2218043 h 5599766"/>
              <a:gd name="connsiteX9235" fmla="*/ 7336640 w 10321503"/>
              <a:gd name="connsiteY9235" fmla="*/ 2218043 h 5599766"/>
              <a:gd name="connsiteX9236" fmla="*/ 7336025 w 10321503"/>
              <a:gd name="connsiteY9236" fmla="*/ 2217685 h 5599766"/>
              <a:gd name="connsiteX9237" fmla="*/ 7332495 w 10321503"/>
              <a:gd name="connsiteY9237" fmla="*/ 2211544 h 5599766"/>
              <a:gd name="connsiteX9238" fmla="*/ 7332495 w 10321503"/>
              <a:gd name="connsiteY9238" fmla="*/ 2210878 h 5599766"/>
              <a:gd name="connsiteX9239" fmla="*/ 7336025 w 10321503"/>
              <a:gd name="connsiteY9239" fmla="*/ 2204736 h 5599766"/>
              <a:gd name="connsiteX9240" fmla="*/ 7336640 w 10321503"/>
              <a:gd name="connsiteY9240" fmla="*/ 2204378 h 5599766"/>
              <a:gd name="connsiteX9241" fmla="*/ 7343704 w 10321503"/>
              <a:gd name="connsiteY9241" fmla="*/ 2204378 h 5599766"/>
              <a:gd name="connsiteX9242" fmla="*/ 7344317 w 10321503"/>
              <a:gd name="connsiteY9242" fmla="*/ 2204736 h 5599766"/>
              <a:gd name="connsiteX9243" fmla="*/ 7347848 w 10321503"/>
              <a:gd name="connsiteY9243" fmla="*/ 2210878 h 5599766"/>
              <a:gd name="connsiteX9244" fmla="*/ 7347848 w 10321503"/>
              <a:gd name="connsiteY9244" fmla="*/ 2211544 h 5599766"/>
              <a:gd name="connsiteX9245" fmla="*/ 7344317 w 10321503"/>
              <a:gd name="connsiteY9245" fmla="*/ 2217685 h 5599766"/>
              <a:gd name="connsiteX9246" fmla="*/ 7343704 w 10321503"/>
              <a:gd name="connsiteY9246" fmla="*/ 2218043 h 5599766"/>
              <a:gd name="connsiteX9247" fmla="*/ 7541917 w 10321503"/>
              <a:gd name="connsiteY9247" fmla="*/ 2218043 h 5599766"/>
              <a:gd name="connsiteX9248" fmla="*/ 7534853 w 10321503"/>
              <a:gd name="connsiteY9248" fmla="*/ 2218043 h 5599766"/>
              <a:gd name="connsiteX9249" fmla="*/ 7534237 w 10321503"/>
              <a:gd name="connsiteY9249" fmla="*/ 2217685 h 5599766"/>
              <a:gd name="connsiteX9250" fmla="*/ 7530707 w 10321503"/>
              <a:gd name="connsiteY9250" fmla="*/ 2211544 h 5599766"/>
              <a:gd name="connsiteX9251" fmla="*/ 7530707 w 10321503"/>
              <a:gd name="connsiteY9251" fmla="*/ 2210878 h 5599766"/>
              <a:gd name="connsiteX9252" fmla="*/ 7534237 w 10321503"/>
              <a:gd name="connsiteY9252" fmla="*/ 2204736 h 5599766"/>
              <a:gd name="connsiteX9253" fmla="*/ 7534853 w 10321503"/>
              <a:gd name="connsiteY9253" fmla="*/ 2204378 h 5599766"/>
              <a:gd name="connsiteX9254" fmla="*/ 7541917 w 10321503"/>
              <a:gd name="connsiteY9254" fmla="*/ 2204378 h 5599766"/>
              <a:gd name="connsiteX9255" fmla="*/ 7542529 w 10321503"/>
              <a:gd name="connsiteY9255" fmla="*/ 2204736 h 5599766"/>
              <a:gd name="connsiteX9256" fmla="*/ 7546061 w 10321503"/>
              <a:gd name="connsiteY9256" fmla="*/ 2210878 h 5599766"/>
              <a:gd name="connsiteX9257" fmla="*/ 7546061 w 10321503"/>
              <a:gd name="connsiteY9257" fmla="*/ 2211544 h 5599766"/>
              <a:gd name="connsiteX9258" fmla="*/ 7542529 w 10321503"/>
              <a:gd name="connsiteY9258" fmla="*/ 2217685 h 5599766"/>
              <a:gd name="connsiteX9259" fmla="*/ 7541917 w 10321503"/>
              <a:gd name="connsiteY9259" fmla="*/ 2218043 h 5599766"/>
              <a:gd name="connsiteX9260" fmla="*/ 7740010 w 10321503"/>
              <a:gd name="connsiteY9260" fmla="*/ 2218043 h 5599766"/>
              <a:gd name="connsiteX9261" fmla="*/ 7732948 w 10321503"/>
              <a:gd name="connsiteY9261" fmla="*/ 2218043 h 5599766"/>
              <a:gd name="connsiteX9262" fmla="*/ 7732333 w 10321503"/>
              <a:gd name="connsiteY9262" fmla="*/ 2217685 h 5599766"/>
              <a:gd name="connsiteX9263" fmla="*/ 7728801 w 10321503"/>
              <a:gd name="connsiteY9263" fmla="*/ 2211544 h 5599766"/>
              <a:gd name="connsiteX9264" fmla="*/ 7728801 w 10321503"/>
              <a:gd name="connsiteY9264" fmla="*/ 2210878 h 5599766"/>
              <a:gd name="connsiteX9265" fmla="*/ 7732333 w 10321503"/>
              <a:gd name="connsiteY9265" fmla="*/ 2204736 h 5599766"/>
              <a:gd name="connsiteX9266" fmla="*/ 7732948 w 10321503"/>
              <a:gd name="connsiteY9266" fmla="*/ 2204378 h 5599766"/>
              <a:gd name="connsiteX9267" fmla="*/ 7740010 w 10321503"/>
              <a:gd name="connsiteY9267" fmla="*/ 2204378 h 5599766"/>
              <a:gd name="connsiteX9268" fmla="*/ 7740624 w 10321503"/>
              <a:gd name="connsiteY9268" fmla="*/ 2204736 h 5599766"/>
              <a:gd name="connsiteX9269" fmla="*/ 7744159 w 10321503"/>
              <a:gd name="connsiteY9269" fmla="*/ 2210878 h 5599766"/>
              <a:gd name="connsiteX9270" fmla="*/ 7744159 w 10321503"/>
              <a:gd name="connsiteY9270" fmla="*/ 2211544 h 5599766"/>
              <a:gd name="connsiteX9271" fmla="*/ 7740624 w 10321503"/>
              <a:gd name="connsiteY9271" fmla="*/ 2217685 h 5599766"/>
              <a:gd name="connsiteX9272" fmla="*/ 7740010 w 10321503"/>
              <a:gd name="connsiteY9272" fmla="*/ 2218043 h 5599766"/>
              <a:gd name="connsiteX9273" fmla="*/ 7938248 w 10321503"/>
              <a:gd name="connsiteY9273" fmla="*/ 2218043 h 5599766"/>
              <a:gd name="connsiteX9274" fmla="*/ 7931184 w 10321503"/>
              <a:gd name="connsiteY9274" fmla="*/ 2218043 h 5599766"/>
              <a:gd name="connsiteX9275" fmla="*/ 7930570 w 10321503"/>
              <a:gd name="connsiteY9275" fmla="*/ 2217685 h 5599766"/>
              <a:gd name="connsiteX9276" fmla="*/ 7927038 w 10321503"/>
              <a:gd name="connsiteY9276" fmla="*/ 2211544 h 5599766"/>
              <a:gd name="connsiteX9277" fmla="*/ 7927038 w 10321503"/>
              <a:gd name="connsiteY9277" fmla="*/ 2210878 h 5599766"/>
              <a:gd name="connsiteX9278" fmla="*/ 7930570 w 10321503"/>
              <a:gd name="connsiteY9278" fmla="*/ 2204736 h 5599766"/>
              <a:gd name="connsiteX9279" fmla="*/ 7931184 w 10321503"/>
              <a:gd name="connsiteY9279" fmla="*/ 2204378 h 5599766"/>
              <a:gd name="connsiteX9280" fmla="*/ 7938248 w 10321503"/>
              <a:gd name="connsiteY9280" fmla="*/ 2204378 h 5599766"/>
              <a:gd name="connsiteX9281" fmla="*/ 7938862 w 10321503"/>
              <a:gd name="connsiteY9281" fmla="*/ 2204736 h 5599766"/>
              <a:gd name="connsiteX9282" fmla="*/ 7942395 w 10321503"/>
              <a:gd name="connsiteY9282" fmla="*/ 2210878 h 5599766"/>
              <a:gd name="connsiteX9283" fmla="*/ 7942395 w 10321503"/>
              <a:gd name="connsiteY9283" fmla="*/ 2211544 h 5599766"/>
              <a:gd name="connsiteX9284" fmla="*/ 7938862 w 10321503"/>
              <a:gd name="connsiteY9284" fmla="*/ 2217685 h 5599766"/>
              <a:gd name="connsiteX9285" fmla="*/ 7938248 w 10321503"/>
              <a:gd name="connsiteY9285" fmla="*/ 2218043 h 5599766"/>
              <a:gd name="connsiteX9286" fmla="*/ 8136628 w 10321503"/>
              <a:gd name="connsiteY9286" fmla="*/ 2218043 h 5599766"/>
              <a:gd name="connsiteX9287" fmla="*/ 8129565 w 10321503"/>
              <a:gd name="connsiteY9287" fmla="*/ 2218043 h 5599766"/>
              <a:gd name="connsiteX9288" fmla="*/ 8128951 w 10321503"/>
              <a:gd name="connsiteY9288" fmla="*/ 2217685 h 5599766"/>
              <a:gd name="connsiteX9289" fmla="*/ 8125420 w 10321503"/>
              <a:gd name="connsiteY9289" fmla="*/ 2211544 h 5599766"/>
              <a:gd name="connsiteX9290" fmla="*/ 8125420 w 10321503"/>
              <a:gd name="connsiteY9290" fmla="*/ 2210878 h 5599766"/>
              <a:gd name="connsiteX9291" fmla="*/ 8128951 w 10321503"/>
              <a:gd name="connsiteY9291" fmla="*/ 2204736 h 5599766"/>
              <a:gd name="connsiteX9292" fmla="*/ 8129565 w 10321503"/>
              <a:gd name="connsiteY9292" fmla="*/ 2204378 h 5599766"/>
              <a:gd name="connsiteX9293" fmla="*/ 8136628 w 10321503"/>
              <a:gd name="connsiteY9293" fmla="*/ 2204378 h 5599766"/>
              <a:gd name="connsiteX9294" fmla="*/ 8137242 w 10321503"/>
              <a:gd name="connsiteY9294" fmla="*/ 2204736 h 5599766"/>
              <a:gd name="connsiteX9295" fmla="*/ 8140774 w 10321503"/>
              <a:gd name="connsiteY9295" fmla="*/ 2210878 h 5599766"/>
              <a:gd name="connsiteX9296" fmla="*/ 8140774 w 10321503"/>
              <a:gd name="connsiteY9296" fmla="*/ 2211544 h 5599766"/>
              <a:gd name="connsiteX9297" fmla="*/ 8137242 w 10321503"/>
              <a:gd name="connsiteY9297" fmla="*/ 2217685 h 5599766"/>
              <a:gd name="connsiteX9298" fmla="*/ 8136628 w 10321503"/>
              <a:gd name="connsiteY9298" fmla="*/ 2218043 h 5599766"/>
              <a:gd name="connsiteX9299" fmla="*/ 8334809 w 10321503"/>
              <a:gd name="connsiteY9299" fmla="*/ 2218043 h 5599766"/>
              <a:gd name="connsiteX9300" fmla="*/ 8327746 w 10321503"/>
              <a:gd name="connsiteY9300" fmla="*/ 2218043 h 5599766"/>
              <a:gd name="connsiteX9301" fmla="*/ 8327132 w 10321503"/>
              <a:gd name="connsiteY9301" fmla="*/ 2217685 h 5599766"/>
              <a:gd name="connsiteX9302" fmla="*/ 8323599 w 10321503"/>
              <a:gd name="connsiteY9302" fmla="*/ 2211544 h 5599766"/>
              <a:gd name="connsiteX9303" fmla="*/ 8323599 w 10321503"/>
              <a:gd name="connsiteY9303" fmla="*/ 2210878 h 5599766"/>
              <a:gd name="connsiteX9304" fmla="*/ 8327132 w 10321503"/>
              <a:gd name="connsiteY9304" fmla="*/ 2204736 h 5599766"/>
              <a:gd name="connsiteX9305" fmla="*/ 8327746 w 10321503"/>
              <a:gd name="connsiteY9305" fmla="*/ 2204378 h 5599766"/>
              <a:gd name="connsiteX9306" fmla="*/ 8334809 w 10321503"/>
              <a:gd name="connsiteY9306" fmla="*/ 2204378 h 5599766"/>
              <a:gd name="connsiteX9307" fmla="*/ 8335425 w 10321503"/>
              <a:gd name="connsiteY9307" fmla="*/ 2204736 h 5599766"/>
              <a:gd name="connsiteX9308" fmla="*/ 8338956 w 10321503"/>
              <a:gd name="connsiteY9308" fmla="*/ 2210878 h 5599766"/>
              <a:gd name="connsiteX9309" fmla="*/ 8338956 w 10321503"/>
              <a:gd name="connsiteY9309" fmla="*/ 2211544 h 5599766"/>
              <a:gd name="connsiteX9310" fmla="*/ 8335425 w 10321503"/>
              <a:gd name="connsiteY9310" fmla="*/ 2217685 h 5599766"/>
              <a:gd name="connsiteX9311" fmla="*/ 8334809 w 10321503"/>
              <a:gd name="connsiteY9311" fmla="*/ 2218043 h 5599766"/>
              <a:gd name="connsiteX9312" fmla="*/ 8533139 w 10321503"/>
              <a:gd name="connsiteY9312" fmla="*/ 2218043 h 5599766"/>
              <a:gd name="connsiteX9313" fmla="*/ 8526076 w 10321503"/>
              <a:gd name="connsiteY9313" fmla="*/ 2218043 h 5599766"/>
              <a:gd name="connsiteX9314" fmla="*/ 8525462 w 10321503"/>
              <a:gd name="connsiteY9314" fmla="*/ 2217685 h 5599766"/>
              <a:gd name="connsiteX9315" fmla="*/ 8521929 w 10321503"/>
              <a:gd name="connsiteY9315" fmla="*/ 2211544 h 5599766"/>
              <a:gd name="connsiteX9316" fmla="*/ 8521929 w 10321503"/>
              <a:gd name="connsiteY9316" fmla="*/ 2210878 h 5599766"/>
              <a:gd name="connsiteX9317" fmla="*/ 8525462 w 10321503"/>
              <a:gd name="connsiteY9317" fmla="*/ 2204736 h 5599766"/>
              <a:gd name="connsiteX9318" fmla="*/ 8526076 w 10321503"/>
              <a:gd name="connsiteY9318" fmla="*/ 2204378 h 5599766"/>
              <a:gd name="connsiteX9319" fmla="*/ 8533139 w 10321503"/>
              <a:gd name="connsiteY9319" fmla="*/ 2204378 h 5599766"/>
              <a:gd name="connsiteX9320" fmla="*/ 8533753 w 10321503"/>
              <a:gd name="connsiteY9320" fmla="*/ 2204736 h 5599766"/>
              <a:gd name="connsiteX9321" fmla="*/ 8537285 w 10321503"/>
              <a:gd name="connsiteY9321" fmla="*/ 2210878 h 5599766"/>
              <a:gd name="connsiteX9322" fmla="*/ 8537285 w 10321503"/>
              <a:gd name="connsiteY9322" fmla="*/ 2211544 h 5599766"/>
              <a:gd name="connsiteX9323" fmla="*/ 8533753 w 10321503"/>
              <a:gd name="connsiteY9323" fmla="*/ 2217685 h 5599766"/>
              <a:gd name="connsiteX9324" fmla="*/ 8533139 w 10321503"/>
              <a:gd name="connsiteY9324" fmla="*/ 2218043 h 5599766"/>
              <a:gd name="connsiteX9325" fmla="*/ 8731257 w 10321503"/>
              <a:gd name="connsiteY9325" fmla="*/ 2218043 h 5599766"/>
              <a:gd name="connsiteX9326" fmla="*/ 8724194 w 10321503"/>
              <a:gd name="connsiteY9326" fmla="*/ 2218043 h 5599766"/>
              <a:gd name="connsiteX9327" fmla="*/ 8723580 w 10321503"/>
              <a:gd name="connsiteY9327" fmla="*/ 2217685 h 5599766"/>
              <a:gd name="connsiteX9328" fmla="*/ 8720048 w 10321503"/>
              <a:gd name="connsiteY9328" fmla="*/ 2211544 h 5599766"/>
              <a:gd name="connsiteX9329" fmla="*/ 8720048 w 10321503"/>
              <a:gd name="connsiteY9329" fmla="*/ 2210878 h 5599766"/>
              <a:gd name="connsiteX9330" fmla="*/ 8723580 w 10321503"/>
              <a:gd name="connsiteY9330" fmla="*/ 2204736 h 5599766"/>
              <a:gd name="connsiteX9331" fmla="*/ 8724194 w 10321503"/>
              <a:gd name="connsiteY9331" fmla="*/ 2204378 h 5599766"/>
              <a:gd name="connsiteX9332" fmla="*/ 8731257 w 10321503"/>
              <a:gd name="connsiteY9332" fmla="*/ 2204378 h 5599766"/>
              <a:gd name="connsiteX9333" fmla="*/ 8731872 w 10321503"/>
              <a:gd name="connsiteY9333" fmla="*/ 2204736 h 5599766"/>
              <a:gd name="connsiteX9334" fmla="*/ 8735404 w 10321503"/>
              <a:gd name="connsiteY9334" fmla="*/ 2210878 h 5599766"/>
              <a:gd name="connsiteX9335" fmla="*/ 8735404 w 10321503"/>
              <a:gd name="connsiteY9335" fmla="*/ 2211544 h 5599766"/>
              <a:gd name="connsiteX9336" fmla="*/ 8731872 w 10321503"/>
              <a:gd name="connsiteY9336" fmla="*/ 2217685 h 5599766"/>
              <a:gd name="connsiteX9337" fmla="*/ 8731257 w 10321503"/>
              <a:gd name="connsiteY9337" fmla="*/ 2218043 h 5599766"/>
              <a:gd name="connsiteX9338" fmla="*/ 8929618 w 10321503"/>
              <a:gd name="connsiteY9338" fmla="*/ 2218043 h 5599766"/>
              <a:gd name="connsiteX9339" fmla="*/ 8922554 w 10321503"/>
              <a:gd name="connsiteY9339" fmla="*/ 2218043 h 5599766"/>
              <a:gd name="connsiteX9340" fmla="*/ 8921939 w 10321503"/>
              <a:gd name="connsiteY9340" fmla="*/ 2217685 h 5599766"/>
              <a:gd name="connsiteX9341" fmla="*/ 8918409 w 10321503"/>
              <a:gd name="connsiteY9341" fmla="*/ 2211544 h 5599766"/>
              <a:gd name="connsiteX9342" fmla="*/ 8918409 w 10321503"/>
              <a:gd name="connsiteY9342" fmla="*/ 2210878 h 5599766"/>
              <a:gd name="connsiteX9343" fmla="*/ 8921939 w 10321503"/>
              <a:gd name="connsiteY9343" fmla="*/ 2204736 h 5599766"/>
              <a:gd name="connsiteX9344" fmla="*/ 8922554 w 10321503"/>
              <a:gd name="connsiteY9344" fmla="*/ 2204378 h 5599766"/>
              <a:gd name="connsiteX9345" fmla="*/ 8929618 w 10321503"/>
              <a:gd name="connsiteY9345" fmla="*/ 2204378 h 5599766"/>
              <a:gd name="connsiteX9346" fmla="*/ 8930231 w 10321503"/>
              <a:gd name="connsiteY9346" fmla="*/ 2204736 h 5599766"/>
              <a:gd name="connsiteX9347" fmla="*/ 8933763 w 10321503"/>
              <a:gd name="connsiteY9347" fmla="*/ 2210878 h 5599766"/>
              <a:gd name="connsiteX9348" fmla="*/ 8933763 w 10321503"/>
              <a:gd name="connsiteY9348" fmla="*/ 2211544 h 5599766"/>
              <a:gd name="connsiteX9349" fmla="*/ 8930231 w 10321503"/>
              <a:gd name="connsiteY9349" fmla="*/ 2217685 h 5599766"/>
              <a:gd name="connsiteX9350" fmla="*/ 8929618 w 10321503"/>
              <a:gd name="connsiteY9350" fmla="*/ 2218043 h 5599766"/>
              <a:gd name="connsiteX9351" fmla="*/ 9127792 w 10321503"/>
              <a:gd name="connsiteY9351" fmla="*/ 2218043 h 5599766"/>
              <a:gd name="connsiteX9352" fmla="*/ 9120729 w 10321503"/>
              <a:gd name="connsiteY9352" fmla="*/ 2218043 h 5599766"/>
              <a:gd name="connsiteX9353" fmla="*/ 9120115 w 10321503"/>
              <a:gd name="connsiteY9353" fmla="*/ 2217685 h 5599766"/>
              <a:gd name="connsiteX9354" fmla="*/ 9116583 w 10321503"/>
              <a:gd name="connsiteY9354" fmla="*/ 2211544 h 5599766"/>
              <a:gd name="connsiteX9355" fmla="*/ 9116583 w 10321503"/>
              <a:gd name="connsiteY9355" fmla="*/ 2210878 h 5599766"/>
              <a:gd name="connsiteX9356" fmla="*/ 9120115 w 10321503"/>
              <a:gd name="connsiteY9356" fmla="*/ 2204736 h 5599766"/>
              <a:gd name="connsiteX9357" fmla="*/ 9120729 w 10321503"/>
              <a:gd name="connsiteY9357" fmla="*/ 2204378 h 5599766"/>
              <a:gd name="connsiteX9358" fmla="*/ 9127792 w 10321503"/>
              <a:gd name="connsiteY9358" fmla="*/ 2204378 h 5599766"/>
              <a:gd name="connsiteX9359" fmla="*/ 9128405 w 10321503"/>
              <a:gd name="connsiteY9359" fmla="*/ 2204736 h 5599766"/>
              <a:gd name="connsiteX9360" fmla="*/ 9131938 w 10321503"/>
              <a:gd name="connsiteY9360" fmla="*/ 2210878 h 5599766"/>
              <a:gd name="connsiteX9361" fmla="*/ 9131938 w 10321503"/>
              <a:gd name="connsiteY9361" fmla="*/ 2211544 h 5599766"/>
              <a:gd name="connsiteX9362" fmla="*/ 9128405 w 10321503"/>
              <a:gd name="connsiteY9362" fmla="*/ 2217685 h 5599766"/>
              <a:gd name="connsiteX9363" fmla="*/ 9127792 w 10321503"/>
              <a:gd name="connsiteY9363" fmla="*/ 2218043 h 5599766"/>
              <a:gd name="connsiteX9364" fmla="*/ 9326025 w 10321503"/>
              <a:gd name="connsiteY9364" fmla="*/ 2218043 h 5599766"/>
              <a:gd name="connsiteX9365" fmla="*/ 9318960 w 10321503"/>
              <a:gd name="connsiteY9365" fmla="*/ 2218043 h 5599766"/>
              <a:gd name="connsiteX9366" fmla="*/ 9318346 w 10321503"/>
              <a:gd name="connsiteY9366" fmla="*/ 2217685 h 5599766"/>
              <a:gd name="connsiteX9367" fmla="*/ 9314815 w 10321503"/>
              <a:gd name="connsiteY9367" fmla="*/ 2211544 h 5599766"/>
              <a:gd name="connsiteX9368" fmla="*/ 9314815 w 10321503"/>
              <a:gd name="connsiteY9368" fmla="*/ 2210878 h 5599766"/>
              <a:gd name="connsiteX9369" fmla="*/ 9318346 w 10321503"/>
              <a:gd name="connsiteY9369" fmla="*/ 2204736 h 5599766"/>
              <a:gd name="connsiteX9370" fmla="*/ 9318960 w 10321503"/>
              <a:gd name="connsiteY9370" fmla="*/ 2204378 h 5599766"/>
              <a:gd name="connsiteX9371" fmla="*/ 9326025 w 10321503"/>
              <a:gd name="connsiteY9371" fmla="*/ 2204378 h 5599766"/>
              <a:gd name="connsiteX9372" fmla="*/ 9326638 w 10321503"/>
              <a:gd name="connsiteY9372" fmla="*/ 2204736 h 5599766"/>
              <a:gd name="connsiteX9373" fmla="*/ 9330169 w 10321503"/>
              <a:gd name="connsiteY9373" fmla="*/ 2210878 h 5599766"/>
              <a:gd name="connsiteX9374" fmla="*/ 9330169 w 10321503"/>
              <a:gd name="connsiteY9374" fmla="*/ 2211544 h 5599766"/>
              <a:gd name="connsiteX9375" fmla="*/ 9326638 w 10321503"/>
              <a:gd name="connsiteY9375" fmla="*/ 2217685 h 5599766"/>
              <a:gd name="connsiteX9376" fmla="*/ 9326025 w 10321503"/>
              <a:gd name="connsiteY9376" fmla="*/ 2218043 h 5599766"/>
              <a:gd name="connsiteX9377" fmla="*/ 9524243 w 10321503"/>
              <a:gd name="connsiteY9377" fmla="*/ 2218043 h 5599766"/>
              <a:gd name="connsiteX9378" fmla="*/ 9517180 w 10321503"/>
              <a:gd name="connsiteY9378" fmla="*/ 2218043 h 5599766"/>
              <a:gd name="connsiteX9379" fmla="*/ 9516566 w 10321503"/>
              <a:gd name="connsiteY9379" fmla="*/ 2217685 h 5599766"/>
              <a:gd name="connsiteX9380" fmla="*/ 9513035 w 10321503"/>
              <a:gd name="connsiteY9380" fmla="*/ 2211544 h 5599766"/>
              <a:gd name="connsiteX9381" fmla="*/ 9513035 w 10321503"/>
              <a:gd name="connsiteY9381" fmla="*/ 2210878 h 5599766"/>
              <a:gd name="connsiteX9382" fmla="*/ 9516566 w 10321503"/>
              <a:gd name="connsiteY9382" fmla="*/ 2204736 h 5599766"/>
              <a:gd name="connsiteX9383" fmla="*/ 9517180 w 10321503"/>
              <a:gd name="connsiteY9383" fmla="*/ 2204378 h 5599766"/>
              <a:gd name="connsiteX9384" fmla="*/ 9524243 w 10321503"/>
              <a:gd name="connsiteY9384" fmla="*/ 2204378 h 5599766"/>
              <a:gd name="connsiteX9385" fmla="*/ 9524857 w 10321503"/>
              <a:gd name="connsiteY9385" fmla="*/ 2204736 h 5599766"/>
              <a:gd name="connsiteX9386" fmla="*/ 9528389 w 10321503"/>
              <a:gd name="connsiteY9386" fmla="*/ 2210878 h 5599766"/>
              <a:gd name="connsiteX9387" fmla="*/ 9528389 w 10321503"/>
              <a:gd name="connsiteY9387" fmla="*/ 2211544 h 5599766"/>
              <a:gd name="connsiteX9388" fmla="*/ 9524857 w 10321503"/>
              <a:gd name="connsiteY9388" fmla="*/ 2217685 h 5599766"/>
              <a:gd name="connsiteX9389" fmla="*/ 9524243 w 10321503"/>
              <a:gd name="connsiteY9389" fmla="*/ 2218043 h 5599766"/>
              <a:gd name="connsiteX9390" fmla="*/ 9722506 w 10321503"/>
              <a:gd name="connsiteY9390" fmla="*/ 2218043 h 5599766"/>
              <a:gd name="connsiteX9391" fmla="*/ 9715445 w 10321503"/>
              <a:gd name="connsiteY9391" fmla="*/ 2218043 h 5599766"/>
              <a:gd name="connsiteX9392" fmla="*/ 9714831 w 10321503"/>
              <a:gd name="connsiteY9392" fmla="*/ 2217685 h 5599766"/>
              <a:gd name="connsiteX9393" fmla="*/ 9711298 w 10321503"/>
              <a:gd name="connsiteY9393" fmla="*/ 2211544 h 5599766"/>
              <a:gd name="connsiteX9394" fmla="*/ 9711298 w 10321503"/>
              <a:gd name="connsiteY9394" fmla="*/ 2210878 h 5599766"/>
              <a:gd name="connsiteX9395" fmla="*/ 9714831 w 10321503"/>
              <a:gd name="connsiteY9395" fmla="*/ 2204736 h 5599766"/>
              <a:gd name="connsiteX9396" fmla="*/ 9715445 w 10321503"/>
              <a:gd name="connsiteY9396" fmla="*/ 2204378 h 5599766"/>
              <a:gd name="connsiteX9397" fmla="*/ 9722506 w 10321503"/>
              <a:gd name="connsiteY9397" fmla="*/ 2204378 h 5599766"/>
              <a:gd name="connsiteX9398" fmla="*/ 9723120 w 10321503"/>
              <a:gd name="connsiteY9398" fmla="*/ 2204736 h 5599766"/>
              <a:gd name="connsiteX9399" fmla="*/ 9726653 w 10321503"/>
              <a:gd name="connsiteY9399" fmla="*/ 2210878 h 5599766"/>
              <a:gd name="connsiteX9400" fmla="*/ 9726653 w 10321503"/>
              <a:gd name="connsiteY9400" fmla="*/ 2211544 h 5599766"/>
              <a:gd name="connsiteX9401" fmla="*/ 9723120 w 10321503"/>
              <a:gd name="connsiteY9401" fmla="*/ 2217685 h 5599766"/>
              <a:gd name="connsiteX9402" fmla="*/ 9722506 w 10321503"/>
              <a:gd name="connsiteY9402" fmla="*/ 2218043 h 5599766"/>
              <a:gd name="connsiteX9403" fmla="*/ 9920829 w 10321503"/>
              <a:gd name="connsiteY9403" fmla="*/ 2218043 h 5599766"/>
              <a:gd name="connsiteX9404" fmla="*/ 9913766 w 10321503"/>
              <a:gd name="connsiteY9404" fmla="*/ 2218043 h 5599766"/>
              <a:gd name="connsiteX9405" fmla="*/ 9913151 w 10321503"/>
              <a:gd name="connsiteY9405" fmla="*/ 2217685 h 5599766"/>
              <a:gd name="connsiteX9406" fmla="*/ 9909621 w 10321503"/>
              <a:gd name="connsiteY9406" fmla="*/ 2211544 h 5599766"/>
              <a:gd name="connsiteX9407" fmla="*/ 9909621 w 10321503"/>
              <a:gd name="connsiteY9407" fmla="*/ 2210878 h 5599766"/>
              <a:gd name="connsiteX9408" fmla="*/ 9913151 w 10321503"/>
              <a:gd name="connsiteY9408" fmla="*/ 2204736 h 5599766"/>
              <a:gd name="connsiteX9409" fmla="*/ 9913766 w 10321503"/>
              <a:gd name="connsiteY9409" fmla="*/ 2204378 h 5599766"/>
              <a:gd name="connsiteX9410" fmla="*/ 9920829 w 10321503"/>
              <a:gd name="connsiteY9410" fmla="*/ 2204378 h 5599766"/>
              <a:gd name="connsiteX9411" fmla="*/ 9921443 w 10321503"/>
              <a:gd name="connsiteY9411" fmla="*/ 2204736 h 5599766"/>
              <a:gd name="connsiteX9412" fmla="*/ 9924975 w 10321503"/>
              <a:gd name="connsiteY9412" fmla="*/ 2210878 h 5599766"/>
              <a:gd name="connsiteX9413" fmla="*/ 9924975 w 10321503"/>
              <a:gd name="connsiteY9413" fmla="*/ 2211544 h 5599766"/>
              <a:gd name="connsiteX9414" fmla="*/ 9921443 w 10321503"/>
              <a:gd name="connsiteY9414" fmla="*/ 2217685 h 5599766"/>
              <a:gd name="connsiteX9415" fmla="*/ 9920829 w 10321503"/>
              <a:gd name="connsiteY9415" fmla="*/ 2218043 h 5599766"/>
              <a:gd name="connsiteX9416" fmla="*/ 10118970 w 10321503"/>
              <a:gd name="connsiteY9416" fmla="*/ 2218043 h 5599766"/>
              <a:gd name="connsiteX9417" fmla="*/ 10111908 w 10321503"/>
              <a:gd name="connsiteY9417" fmla="*/ 2218043 h 5599766"/>
              <a:gd name="connsiteX9418" fmla="*/ 10111293 w 10321503"/>
              <a:gd name="connsiteY9418" fmla="*/ 2217685 h 5599766"/>
              <a:gd name="connsiteX9419" fmla="*/ 10107762 w 10321503"/>
              <a:gd name="connsiteY9419" fmla="*/ 2211544 h 5599766"/>
              <a:gd name="connsiteX9420" fmla="*/ 10107762 w 10321503"/>
              <a:gd name="connsiteY9420" fmla="*/ 2210878 h 5599766"/>
              <a:gd name="connsiteX9421" fmla="*/ 10111293 w 10321503"/>
              <a:gd name="connsiteY9421" fmla="*/ 2204736 h 5599766"/>
              <a:gd name="connsiteX9422" fmla="*/ 10111908 w 10321503"/>
              <a:gd name="connsiteY9422" fmla="*/ 2204378 h 5599766"/>
              <a:gd name="connsiteX9423" fmla="*/ 10118970 w 10321503"/>
              <a:gd name="connsiteY9423" fmla="*/ 2204378 h 5599766"/>
              <a:gd name="connsiteX9424" fmla="*/ 10119585 w 10321503"/>
              <a:gd name="connsiteY9424" fmla="*/ 2204736 h 5599766"/>
              <a:gd name="connsiteX9425" fmla="*/ 10123116 w 10321503"/>
              <a:gd name="connsiteY9425" fmla="*/ 2210878 h 5599766"/>
              <a:gd name="connsiteX9426" fmla="*/ 10123116 w 10321503"/>
              <a:gd name="connsiteY9426" fmla="*/ 2211544 h 5599766"/>
              <a:gd name="connsiteX9427" fmla="*/ 10119585 w 10321503"/>
              <a:gd name="connsiteY9427" fmla="*/ 2217685 h 5599766"/>
              <a:gd name="connsiteX9428" fmla="*/ 10118970 w 10321503"/>
              <a:gd name="connsiteY9428" fmla="*/ 2218043 h 5599766"/>
              <a:gd name="connsiteX9429" fmla="*/ 10317231 w 10321503"/>
              <a:gd name="connsiteY9429" fmla="*/ 2218043 h 5599766"/>
              <a:gd name="connsiteX9430" fmla="*/ 10310168 w 10321503"/>
              <a:gd name="connsiteY9430" fmla="*/ 2218043 h 5599766"/>
              <a:gd name="connsiteX9431" fmla="*/ 10309554 w 10321503"/>
              <a:gd name="connsiteY9431" fmla="*/ 2217685 h 5599766"/>
              <a:gd name="connsiteX9432" fmla="*/ 10306023 w 10321503"/>
              <a:gd name="connsiteY9432" fmla="*/ 2211544 h 5599766"/>
              <a:gd name="connsiteX9433" fmla="*/ 10306023 w 10321503"/>
              <a:gd name="connsiteY9433" fmla="*/ 2210878 h 5599766"/>
              <a:gd name="connsiteX9434" fmla="*/ 10309554 w 10321503"/>
              <a:gd name="connsiteY9434" fmla="*/ 2204736 h 5599766"/>
              <a:gd name="connsiteX9435" fmla="*/ 10310168 w 10321503"/>
              <a:gd name="connsiteY9435" fmla="*/ 2204378 h 5599766"/>
              <a:gd name="connsiteX9436" fmla="*/ 10317231 w 10321503"/>
              <a:gd name="connsiteY9436" fmla="*/ 2204378 h 5599766"/>
              <a:gd name="connsiteX9437" fmla="*/ 10317846 w 10321503"/>
              <a:gd name="connsiteY9437" fmla="*/ 2204736 h 5599766"/>
              <a:gd name="connsiteX9438" fmla="*/ 10321378 w 10321503"/>
              <a:gd name="connsiteY9438" fmla="*/ 2210878 h 5599766"/>
              <a:gd name="connsiteX9439" fmla="*/ 10321378 w 10321503"/>
              <a:gd name="connsiteY9439" fmla="*/ 2211544 h 5599766"/>
              <a:gd name="connsiteX9440" fmla="*/ 10317846 w 10321503"/>
              <a:gd name="connsiteY9440" fmla="*/ 2217685 h 5599766"/>
              <a:gd name="connsiteX9441" fmla="*/ 10317231 w 10321503"/>
              <a:gd name="connsiteY9441" fmla="*/ 2218043 h 5599766"/>
              <a:gd name="connsiteX9442" fmla="*/ 11254 w 10321503"/>
              <a:gd name="connsiteY9442" fmla="*/ 2381356 h 5599766"/>
              <a:gd name="connsiteX9443" fmla="*/ 4192 w 10321503"/>
              <a:gd name="connsiteY9443" fmla="*/ 2381356 h 5599766"/>
              <a:gd name="connsiteX9444" fmla="*/ 3578 w 10321503"/>
              <a:gd name="connsiteY9444" fmla="*/ 2380998 h 5599766"/>
              <a:gd name="connsiteX9445" fmla="*/ 46 w 10321503"/>
              <a:gd name="connsiteY9445" fmla="*/ 2374856 h 5599766"/>
              <a:gd name="connsiteX9446" fmla="*/ 46 w 10321503"/>
              <a:gd name="connsiteY9446" fmla="*/ 2374190 h 5599766"/>
              <a:gd name="connsiteX9447" fmla="*/ 3578 w 10321503"/>
              <a:gd name="connsiteY9447" fmla="*/ 2368049 h 5599766"/>
              <a:gd name="connsiteX9448" fmla="*/ 4192 w 10321503"/>
              <a:gd name="connsiteY9448" fmla="*/ 2367690 h 5599766"/>
              <a:gd name="connsiteX9449" fmla="*/ 11254 w 10321503"/>
              <a:gd name="connsiteY9449" fmla="*/ 2367690 h 5599766"/>
              <a:gd name="connsiteX9450" fmla="*/ 11868 w 10321503"/>
              <a:gd name="connsiteY9450" fmla="*/ 2368049 h 5599766"/>
              <a:gd name="connsiteX9451" fmla="*/ 15400 w 10321503"/>
              <a:gd name="connsiteY9451" fmla="*/ 2374190 h 5599766"/>
              <a:gd name="connsiteX9452" fmla="*/ 15400 w 10321503"/>
              <a:gd name="connsiteY9452" fmla="*/ 2374856 h 5599766"/>
              <a:gd name="connsiteX9453" fmla="*/ 11868 w 10321503"/>
              <a:gd name="connsiteY9453" fmla="*/ 2380998 h 5599766"/>
              <a:gd name="connsiteX9454" fmla="*/ 11254 w 10321503"/>
              <a:gd name="connsiteY9454" fmla="*/ 2381356 h 5599766"/>
              <a:gd name="connsiteX9455" fmla="*/ 209480 w 10321503"/>
              <a:gd name="connsiteY9455" fmla="*/ 2381356 h 5599766"/>
              <a:gd name="connsiteX9456" fmla="*/ 202416 w 10321503"/>
              <a:gd name="connsiteY9456" fmla="*/ 2381356 h 5599766"/>
              <a:gd name="connsiteX9457" fmla="*/ 201803 w 10321503"/>
              <a:gd name="connsiteY9457" fmla="*/ 2380998 h 5599766"/>
              <a:gd name="connsiteX9458" fmla="*/ 198270 w 10321503"/>
              <a:gd name="connsiteY9458" fmla="*/ 2374856 h 5599766"/>
              <a:gd name="connsiteX9459" fmla="*/ 198270 w 10321503"/>
              <a:gd name="connsiteY9459" fmla="*/ 2374190 h 5599766"/>
              <a:gd name="connsiteX9460" fmla="*/ 201803 w 10321503"/>
              <a:gd name="connsiteY9460" fmla="*/ 2368049 h 5599766"/>
              <a:gd name="connsiteX9461" fmla="*/ 202416 w 10321503"/>
              <a:gd name="connsiteY9461" fmla="*/ 2367690 h 5599766"/>
              <a:gd name="connsiteX9462" fmla="*/ 209480 w 10321503"/>
              <a:gd name="connsiteY9462" fmla="*/ 2367690 h 5599766"/>
              <a:gd name="connsiteX9463" fmla="*/ 210094 w 10321503"/>
              <a:gd name="connsiteY9463" fmla="*/ 2368049 h 5599766"/>
              <a:gd name="connsiteX9464" fmla="*/ 213625 w 10321503"/>
              <a:gd name="connsiteY9464" fmla="*/ 2374190 h 5599766"/>
              <a:gd name="connsiteX9465" fmla="*/ 213625 w 10321503"/>
              <a:gd name="connsiteY9465" fmla="*/ 2374856 h 5599766"/>
              <a:gd name="connsiteX9466" fmla="*/ 210094 w 10321503"/>
              <a:gd name="connsiteY9466" fmla="*/ 2380998 h 5599766"/>
              <a:gd name="connsiteX9467" fmla="*/ 209480 w 10321503"/>
              <a:gd name="connsiteY9467" fmla="*/ 2381356 h 5599766"/>
              <a:gd name="connsiteX9468" fmla="*/ 407754 w 10321503"/>
              <a:gd name="connsiteY9468" fmla="*/ 2381356 h 5599766"/>
              <a:gd name="connsiteX9469" fmla="*/ 400692 w 10321503"/>
              <a:gd name="connsiteY9469" fmla="*/ 2381356 h 5599766"/>
              <a:gd name="connsiteX9470" fmla="*/ 400078 w 10321503"/>
              <a:gd name="connsiteY9470" fmla="*/ 2380998 h 5599766"/>
              <a:gd name="connsiteX9471" fmla="*/ 396546 w 10321503"/>
              <a:gd name="connsiteY9471" fmla="*/ 2374856 h 5599766"/>
              <a:gd name="connsiteX9472" fmla="*/ 396546 w 10321503"/>
              <a:gd name="connsiteY9472" fmla="*/ 2374190 h 5599766"/>
              <a:gd name="connsiteX9473" fmla="*/ 400078 w 10321503"/>
              <a:gd name="connsiteY9473" fmla="*/ 2368049 h 5599766"/>
              <a:gd name="connsiteX9474" fmla="*/ 400692 w 10321503"/>
              <a:gd name="connsiteY9474" fmla="*/ 2367690 h 5599766"/>
              <a:gd name="connsiteX9475" fmla="*/ 407754 w 10321503"/>
              <a:gd name="connsiteY9475" fmla="*/ 2367690 h 5599766"/>
              <a:gd name="connsiteX9476" fmla="*/ 408369 w 10321503"/>
              <a:gd name="connsiteY9476" fmla="*/ 2368049 h 5599766"/>
              <a:gd name="connsiteX9477" fmla="*/ 411900 w 10321503"/>
              <a:gd name="connsiteY9477" fmla="*/ 2374190 h 5599766"/>
              <a:gd name="connsiteX9478" fmla="*/ 411900 w 10321503"/>
              <a:gd name="connsiteY9478" fmla="*/ 2374856 h 5599766"/>
              <a:gd name="connsiteX9479" fmla="*/ 408369 w 10321503"/>
              <a:gd name="connsiteY9479" fmla="*/ 2380998 h 5599766"/>
              <a:gd name="connsiteX9480" fmla="*/ 407754 w 10321503"/>
              <a:gd name="connsiteY9480" fmla="*/ 2381356 h 5599766"/>
              <a:gd name="connsiteX9481" fmla="*/ 605979 w 10321503"/>
              <a:gd name="connsiteY9481" fmla="*/ 2381356 h 5599766"/>
              <a:gd name="connsiteX9482" fmla="*/ 598916 w 10321503"/>
              <a:gd name="connsiteY9482" fmla="*/ 2381356 h 5599766"/>
              <a:gd name="connsiteX9483" fmla="*/ 598302 w 10321503"/>
              <a:gd name="connsiteY9483" fmla="*/ 2380998 h 5599766"/>
              <a:gd name="connsiteX9484" fmla="*/ 594770 w 10321503"/>
              <a:gd name="connsiteY9484" fmla="*/ 2374856 h 5599766"/>
              <a:gd name="connsiteX9485" fmla="*/ 594770 w 10321503"/>
              <a:gd name="connsiteY9485" fmla="*/ 2374190 h 5599766"/>
              <a:gd name="connsiteX9486" fmla="*/ 598302 w 10321503"/>
              <a:gd name="connsiteY9486" fmla="*/ 2368049 h 5599766"/>
              <a:gd name="connsiteX9487" fmla="*/ 598916 w 10321503"/>
              <a:gd name="connsiteY9487" fmla="*/ 2367690 h 5599766"/>
              <a:gd name="connsiteX9488" fmla="*/ 605979 w 10321503"/>
              <a:gd name="connsiteY9488" fmla="*/ 2367690 h 5599766"/>
              <a:gd name="connsiteX9489" fmla="*/ 606593 w 10321503"/>
              <a:gd name="connsiteY9489" fmla="*/ 2368049 h 5599766"/>
              <a:gd name="connsiteX9490" fmla="*/ 610125 w 10321503"/>
              <a:gd name="connsiteY9490" fmla="*/ 2374190 h 5599766"/>
              <a:gd name="connsiteX9491" fmla="*/ 610125 w 10321503"/>
              <a:gd name="connsiteY9491" fmla="*/ 2374856 h 5599766"/>
              <a:gd name="connsiteX9492" fmla="*/ 606593 w 10321503"/>
              <a:gd name="connsiteY9492" fmla="*/ 2380998 h 5599766"/>
              <a:gd name="connsiteX9493" fmla="*/ 605979 w 10321503"/>
              <a:gd name="connsiteY9493" fmla="*/ 2381356 h 5599766"/>
              <a:gd name="connsiteX9494" fmla="*/ 804204 w 10321503"/>
              <a:gd name="connsiteY9494" fmla="*/ 2381356 h 5599766"/>
              <a:gd name="connsiteX9495" fmla="*/ 797140 w 10321503"/>
              <a:gd name="connsiteY9495" fmla="*/ 2381356 h 5599766"/>
              <a:gd name="connsiteX9496" fmla="*/ 796526 w 10321503"/>
              <a:gd name="connsiteY9496" fmla="*/ 2380998 h 5599766"/>
              <a:gd name="connsiteX9497" fmla="*/ 792995 w 10321503"/>
              <a:gd name="connsiteY9497" fmla="*/ 2374856 h 5599766"/>
              <a:gd name="connsiteX9498" fmla="*/ 792995 w 10321503"/>
              <a:gd name="connsiteY9498" fmla="*/ 2374190 h 5599766"/>
              <a:gd name="connsiteX9499" fmla="*/ 796526 w 10321503"/>
              <a:gd name="connsiteY9499" fmla="*/ 2368049 h 5599766"/>
              <a:gd name="connsiteX9500" fmla="*/ 797140 w 10321503"/>
              <a:gd name="connsiteY9500" fmla="*/ 2367690 h 5599766"/>
              <a:gd name="connsiteX9501" fmla="*/ 804204 w 10321503"/>
              <a:gd name="connsiteY9501" fmla="*/ 2367690 h 5599766"/>
              <a:gd name="connsiteX9502" fmla="*/ 804818 w 10321503"/>
              <a:gd name="connsiteY9502" fmla="*/ 2368049 h 5599766"/>
              <a:gd name="connsiteX9503" fmla="*/ 808350 w 10321503"/>
              <a:gd name="connsiteY9503" fmla="*/ 2374190 h 5599766"/>
              <a:gd name="connsiteX9504" fmla="*/ 808350 w 10321503"/>
              <a:gd name="connsiteY9504" fmla="*/ 2374856 h 5599766"/>
              <a:gd name="connsiteX9505" fmla="*/ 804818 w 10321503"/>
              <a:gd name="connsiteY9505" fmla="*/ 2380998 h 5599766"/>
              <a:gd name="connsiteX9506" fmla="*/ 804204 w 10321503"/>
              <a:gd name="connsiteY9506" fmla="*/ 2381356 h 5599766"/>
              <a:gd name="connsiteX9507" fmla="*/ 1002428 w 10321503"/>
              <a:gd name="connsiteY9507" fmla="*/ 2381356 h 5599766"/>
              <a:gd name="connsiteX9508" fmla="*/ 995366 w 10321503"/>
              <a:gd name="connsiteY9508" fmla="*/ 2381356 h 5599766"/>
              <a:gd name="connsiteX9509" fmla="*/ 994752 w 10321503"/>
              <a:gd name="connsiteY9509" fmla="*/ 2380998 h 5599766"/>
              <a:gd name="connsiteX9510" fmla="*/ 991220 w 10321503"/>
              <a:gd name="connsiteY9510" fmla="*/ 2374856 h 5599766"/>
              <a:gd name="connsiteX9511" fmla="*/ 991220 w 10321503"/>
              <a:gd name="connsiteY9511" fmla="*/ 2374190 h 5599766"/>
              <a:gd name="connsiteX9512" fmla="*/ 994752 w 10321503"/>
              <a:gd name="connsiteY9512" fmla="*/ 2368049 h 5599766"/>
              <a:gd name="connsiteX9513" fmla="*/ 995366 w 10321503"/>
              <a:gd name="connsiteY9513" fmla="*/ 2367690 h 5599766"/>
              <a:gd name="connsiteX9514" fmla="*/ 1002428 w 10321503"/>
              <a:gd name="connsiteY9514" fmla="*/ 2367690 h 5599766"/>
              <a:gd name="connsiteX9515" fmla="*/ 1003042 w 10321503"/>
              <a:gd name="connsiteY9515" fmla="*/ 2368049 h 5599766"/>
              <a:gd name="connsiteX9516" fmla="*/ 1006574 w 10321503"/>
              <a:gd name="connsiteY9516" fmla="*/ 2374190 h 5599766"/>
              <a:gd name="connsiteX9517" fmla="*/ 1006574 w 10321503"/>
              <a:gd name="connsiteY9517" fmla="*/ 2374856 h 5599766"/>
              <a:gd name="connsiteX9518" fmla="*/ 1003042 w 10321503"/>
              <a:gd name="connsiteY9518" fmla="*/ 2380998 h 5599766"/>
              <a:gd name="connsiteX9519" fmla="*/ 1002428 w 10321503"/>
              <a:gd name="connsiteY9519" fmla="*/ 2381356 h 5599766"/>
              <a:gd name="connsiteX9520" fmla="*/ 1200704 w 10321503"/>
              <a:gd name="connsiteY9520" fmla="*/ 2381356 h 5599766"/>
              <a:gd name="connsiteX9521" fmla="*/ 1193642 w 10321503"/>
              <a:gd name="connsiteY9521" fmla="*/ 2381356 h 5599766"/>
              <a:gd name="connsiteX9522" fmla="*/ 1193028 w 10321503"/>
              <a:gd name="connsiteY9522" fmla="*/ 2380998 h 5599766"/>
              <a:gd name="connsiteX9523" fmla="*/ 1189495 w 10321503"/>
              <a:gd name="connsiteY9523" fmla="*/ 2374856 h 5599766"/>
              <a:gd name="connsiteX9524" fmla="*/ 1189495 w 10321503"/>
              <a:gd name="connsiteY9524" fmla="*/ 2374190 h 5599766"/>
              <a:gd name="connsiteX9525" fmla="*/ 1193028 w 10321503"/>
              <a:gd name="connsiteY9525" fmla="*/ 2368049 h 5599766"/>
              <a:gd name="connsiteX9526" fmla="*/ 1193642 w 10321503"/>
              <a:gd name="connsiteY9526" fmla="*/ 2367690 h 5599766"/>
              <a:gd name="connsiteX9527" fmla="*/ 1200704 w 10321503"/>
              <a:gd name="connsiteY9527" fmla="*/ 2367690 h 5599766"/>
              <a:gd name="connsiteX9528" fmla="*/ 1201318 w 10321503"/>
              <a:gd name="connsiteY9528" fmla="*/ 2368049 h 5599766"/>
              <a:gd name="connsiteX9529" fmla="*/ 1204850 w 10321503"/>
              <a:gd name="connsiteY9529" fmla="*/ 2374190 h 5599766"/>
              <a:gd name="connsiteX9530" fmla="*/ 1204850 w 10321503"/>
              <a:gd name="connsiteY9530" fmla="*/ 2374856 h 5599766"/>
              <a:gd name="connsiteX9531" fmla="*/ 1201318 w 10321503"/>
              <a:gd name="connsiteY9531" fmla="*/ 2380998 h 5599766"/>
              <a:gd name="connsiteX9532" fmla="*/ 1200704 w 10321503"/>
              <a:gd name="connsiteY9532" fmla="*/ 2381356 h 5599766"/>
              <a:gd name="connsiteX9533" fmla="*/ 1398928 w 10321503"/>
              <a:gd name="connsiteY9533" fmla="*/ 2381356 h 5599766"/>
              <a:gd name="connsiteX9534" fmla="*/ 1391866 w 10321503"/>
              <a:gd name="connsiteY9534" fmla="*/ 2381356 h 5599766"/>
              <a:gd name="connsiteX9535" fmla="*/ 1391252 w 10321503"/>
              <a:gd name="connsiteY9535" fmla="*/ 2380998 h 5599766"/>
              <a:gd name="connsiteX9536" fmla="*/ 1387720 w 10321503"/>
              <a:gd name="connsiteY9536" fmla="*/ 2374856 h 5599766"/>
              <a:gd name="connsiteX9537" fmla="*/ 1387720 w 10321503"/>
              <a:gd name="connsiteY9537" fmla="*/ 2374190 h 5599766"/>
              <a:gd name="connsiteX9538" fmla="*/ 1391252 w 10321503"/>
              <a:gd name="connsiteY9538" fmla="*/ 2368049 h 5599766"/>
              <a:gd name="connsiteX9539" fmla="*/ 1391866 w 10321503"/>
              <a:gd name="connsiteY9539" fmla="*/ 2367690 h 5599766"/>
              <a:gd name="connsiteX9540" fmla="*/ 1398928 w 10321503"/>
              <a:gd name="connsiteY9540" fmla="*/ 2367690 h 5599766"/>
              <a:gd name="connsiteX9541" fmla="*/ 1399544 w 10321503"/>
              <a:gd name="connsiteY9541" fmla="*/ 2368049 h 5599766"/>
              <a:gd name="connsiteX9542" fmla="*/ 1403074 w 10321503"/>
              <a:gd name="connsiteY9542" fmla="*/ 2374190 h 5599766"/>
              <a:gd name="connsiteX9543" fmla="*/ 1403074 w 10321503"/>
              <a:gd name="connsiteY9543" fmla="*/ 2374856 h 5599766"/>
              <a:gd name="connsiteX9544" fmla="*/ 1399544 w 10321503"/>
              <a:gd name="connsiteY9544" fmla="*/ 2380998 h 5599766"/>
              <a:gd name="connsiteX9545" fmla="*/ 1398928 w 10321503"/>
              <a:gd name="connsiteY9545" fmla="*/ 2381356 h 5599766"/>
              <a:gd name="connsiteX9546" fmla="*/ 1597154 w 10321503"/>
              <a:gd name="connsiteY9546" fmla="*/ 2381356 h 5599766"/>
              <a:gd name="connsiteX9547" fmla="*/ 1590090 w 10321503"/>
              <a:gd name="connsiteY9547" fmla="*/ 2381356 h 5599766"/>
              <a:gd name="connsiteX9548" fmla="*/ 1589476 w 10321503"/>
              <a:gd name="connsiteY9548" fmla="*/ 2380998 h 5599766"/>
              <a:gd name="connsiteX9549" fmla="*/ 1585944 w 10321503"/>
              <a:gd name="connsiteY9549" fmla="*/ 2374856 h 5599766"/>
              <a:gd name="connsiteX9550" fmla="*/ 1585944 w 10321503"/>
              <a:gd name="connsiteY9550" fmla="*/ 2374190 h 5599766"/>
              <a:gd name="connsiteX9551" fmla="*/ 1589476 w 10321503"/>
              <a:gd name="connsiteY9551" fmla="*/ 2368049 h 5599766"/>
              <a:gd name="connsiteX9552" fmla="*/ 1590090 w 10321503"/>
              <a:gd name="connsiteY9552" fmla="*/ 2367690 h 5599766"/>
              <a:gd name="connsiteX9553" fmla="*/ 1597154 w 10321503"/>
              <a:gd name="connsiteY9553" fmla="*/ 2367690 h 5599766"/>
              <a:gd name="connsiteX9554" fmla="*/ 1597768 w 10321503"/>
              <a:gd name="connsiteY9554" fmla="*/ 2368049 h 5599766"/>
              <a:gd name="connsiteX9555" fmla="*/ 1601298 w 10321503"/>
              <a:gd name="connsiteY9555" fmla="*/ 2374190 h 5599766"/>
              <a:gd name="connsiteX9556" fmla="*/ 1601298 w 10321503"/>
              <a:gd name="connsiteY9556" fmla="*/ 2374856 h 5599766"/>
              <a:gd name="connsiteX9557" fmla="*/ 1597768 w 10321503"/>
              <a:gd name="connsiteY9557" fmla="*/ 2380998 h 5599766"/>
              <a:gd name="connsiteX9558" fmla="*/ 1597154 w 10321503"/>
              <a:gd name="connsiteY9558" fmla="*/ 2381356 h 5599766"/>
              <a:gd name="connsiteX9559" fmla="*/ 1795378 w 10321503"/>
              <a:gd name="connsiteY9559" fmla="*/ 2381356 h 5599766"/>
              <a:gd name="connsiteX9560" fmla="*/ 1788315 w 10321503"/>
              <a:gd name="connsiteY9560" fmla="*/ 2381356 h 5599766"/>
              <a:gd name="connsiteX9561" fmla="*/ 1787701 w 10321503"/>
              <a:gd name="connsiteY9561" fmla="*/ 2380998 h 5599766"/>
              <a:gd name="connsiteX9562" fmla="*/ 1784170 w 10321503"/>
              <a:gd name="connsiteY9562" fmla="*/ 2374856 h 5599766"/>
              <a:gd name="connsiteX9563" fmla="*/ 1784170 w 10321503"/>
              <a:gd name="connsiteY9563" fmla="*/ 2374190 h 5599766"/>
              <a:gd name="connsiteX9564" fmla="*/ 1787701 w 10321503"/>
              <a:gd name="connsiteY9564" fmla="*/ 2368049 h 5599766"/>
              <a:gd name="connsiteX9565" fmla="*/ 1788315 w 10321503"/>
              <a:gd name="connsiteY9565" fmla="*/ 2367690 h 5599766"/>
              <a:gd name="connsiteX9566" fmla="*/ 1795378 w 10321503"/>
              <a:gd name="connsiteY9566" fmla="*/ 2367690 h 5599766"/>
              <a:gd name="connsiteX9567" fmla="*/ 1795992 w 10321503"/>
              <a:gd name="connsiteY9567" fmla="*/ 2368049 h 5599766"/>
              <a:gd name="connsiteX9568" fmla="*/ 1799524 w 10321503"/>
              <a:gd name="connsiteY9568" fmla="*/ 2374190 h 5599766"/>
              <a:gd name="connsiteX9569" fmla="*/ 1799524 w 10321503"/>
              <a:gd name="connsiteY9569" fmla="*/ 2374856 h 5599766"/>
              <a:gd name="connsiteX9570" fmla="*/ 1795992 w 10321503"/>
              <a:gd name="connsiteY9570" fmla="*/ 2380998 h 5599766"/>
              <a:gd name="connsiteX9571" fmla="*/ 1795378 w 10321503"/>
              <a:gd name="connsiteY9571" fmla="*/ 2381356 h 5599766"/>
              <a:gd name="connsiteX9572" fmla="*/ 1993654 w 10321503"/>
              <a:gd name="connsiteY9572" fmla="*/ 2381356 h 5599766"/>
              <a:gd name="connsiteX9573" fmla="*/ 1986590 w 10321503"/>
              <a:gd name="connsiteY9573" fmla="*/ 2381356 h 5599766"/>
              <a:gd name="connsiteX9574" fmla="*/ 1985976 w 10321503"/>
              <a:gd name="connsiteY9574" fmla="*/ 2380998 h 5599766"/>
              <a:gd name="connsiteX9575" fmla="*/ 1982445 w 10321503"/>
              <a:gd name="connsiteY9575" fmla="*/ 2374856 h 5599766"/>
              <a:gd name="connsiteX9576" fmla="*/ 1982445 w 10321503"/>
              <a:gd name="connsiteY9576" fmla="*/ 2374190 h 5599766"/>
              <a:gd name="connsiteX9577" fmla="*/ 1985976 w 10321503"/>
              <a:gd name="connsiteY9577" fmla="*/ 2368049 h 5599766"/>
              <a:gd name="connsiteX9578" fmla="*/ 1986590 w 10321503"/>
              <a:gd name="connsiteY9578" fmla="*/ 2367690 h 5599766"/>
              <a:gd name="connsiteX9579" fmla="*/ 1993654 w 10321503"/>
              <a:gd name="connsiteY9579" fmla="*/ 2367690 h 5599766"/>
              <a:gd name="connsiteX9580" fmla="*/ 1994268 w 10321503"/>
              <a:gd name="connsiteY9580" fmla="*/ 2368049 h 5599766"/>
              <a:gd name="connsiteX9581" fmla="*/ 1997800 w 10321503"/>
              <a:gd name="connsiteY9581" fmla="*/ 2374190 h 5599766"/>
              <a:gd name="connsiteX9582" fmla="*/ 1997800 w 10321503"/>
              <a:gd name="connsiteY9582" fmla="*/ 2374856 h 5599766"/>
              <a:gd name="connsiteX9583" fmla="*/ 1994268 w 10321503"/>
              <a:gd name="connsiteY9583" fmla="*/ 2380998 h 5599766"/>
              <a:gd name="connsiteX9584" fmla="*/ 1993654 w 10321503"/>
              <a:gd name="connsiteY9584" fmla="*/ 2381356 h 5599766"/>
              <a:gd name="connsiteX9585" fmla="*/ 2189611 w 10321503"/>
              <a:gd name="connsiteY9585" fmla="*/ 2387197 h 5599766"/>
              <a:gd name="connsiteX9586" fmla="*/ 2182548 w 10321503"/>
              <a:gd name="connsiteY9586" fmla="*/ 2387197 h 5599766"/>
              <a:gd name="connsiteX9587" fmla="*/ 2181933 w 10321503"/>
              <a:gd name="connsiteY9587" fmla="*/ 2386839 h 5599766"/>
              <a:gd name="connsiteX9588" fmla="*/ 2178401 w 10321503"/>
              <a:gd name="connsiteY9588" fmla="*/ 2380697 h 5599766"/>
              <a:gd name="connsiteX9589" fmla="*/ 2178401 w 10321503"/>
              <a:gd name="connsiteY9589" fmla="*/ 2380032 h 5599766"/>
              <a:gd name="connsiteX9590" fmla="*/ 2181933 w 10321503"/>
              <a:gd name="connsiteY9590" fmla="*/ 2373890 h 5599766"/>
              <a:gd name="connsiteX9591" fmla="*/ 2182548 w 10321503"/>
              <a:gd name="connsiteY9591" fmla="*/ 2373532 h 5599766"/>
              <a:gd name="connsiteX9592" fmla="*/ 2189611 w 10321503"/>
              <a:gd name="connsiteY9592" fmla="*/ 2373532 h 5599766"/>
              <a:gd name="connsiteX9593" fmla="*/ 2190225 w 10321503"/>
              <a:gd name="connsiteY9593" fmla="*/ 2373890 h 5599766"/>
              <a:gd name="connsiteX9594" fmla="*/ 2193757 w 10321503"/>
              <a:gd name="connsiteY9594" fmla="*/ 2380032 h 5599766"/>
              <a:gd name="connsiteX9595" fmla="*/ 2193757 w 10321503"/>
              <a:gd name="connsiteY9595" fmla="*/ 2380697 h 5599766"/>
              <a:gd name="connsiteX9596" fmla="*/ 2190225 w 10321503"/>
              <a:gd name="connsiteY9596" fmla="*/ 2386839 h 5599766"/>
              <a:gd name="connsiteX9597" fmla="*/ 2189611 w 10321503"/>
              <a:gd name="connsiteY9597" fmla="*/ 2387197 h 5599766"/>
              <a:gd name="connsiteX9598" fmla="*/ 2387835 w 10321503"/>
              <a:gd name="connsiteY9598" fmla="*/ 2387197 h 5599766"/>
              <a:gd name="connsiteX9599" fmla="*/ 2380773 w 10321503"/>
              <a:gd name="connsiteY9599" fmla="*/ 2387197 h 5599766"/>
              <a:gd name="connsiteX9600" fmla="*/ 2380159 w 10321503"/>
              <a:gd name="connsiteY9600" fmla="*/ 2386839 h 5599766"/>
              <a:gd name="connsiteX9601" fmla="*/ 2376626 w 10321503"/>
              <a:gd name="connsiteY9601" fmla="*/ 2380697 h 5599766"/>
              <a:gd name="connsiteX9602" fmla="*/ 2376626 w 10321503"/>
              <a:gd name="connsiteY9602" fmla="*/ 2380032 h 5599766"/>
              <a:gd name="connsiteX9603" fmla="*/ 2380159 w 10321503"/>
              <a:gd name="connsiteY9603" fmla="*/ 2373890 h 5599766"/>
              <a:gd name="connsiteX9604" fmla="*/ 2380773 w 10321503"/>
              <a:gd name="connsiteY9604" fmla="*/ 2373532 h 5599766"/>
              <a:gd name="connsiteX9605" fmla="*/ 2387835 w 10321503"/>
              <a:gd name="connsiteY9605" fmla="*/ 2373532 h 5599766"/>
              <a:gd name="connsiteX9606" fmla="*/ 2388449 w 10321503"/>
              <a:gd name="connsiteY9606" fmla="*/ 2373890 h 5599766"/>
              <a:gd name="connsiteX9607" fmla="*/ 2391981 w 10321503"/>
              <a:gd name="connsiteY9607" fmla="*/ 2380032 h 5599766"/>
              <a:gd name="connsiteX9608" fmla="*/ 2391981 w 10321503"/>
              <a:gd name="connsiteY9608" fmla="*/ 2380697 h 5599766"/>
              <a:gd name="connsiteX9609" fmla="*/ 2388449 w 10321503"/>
              <a:gd name="connsiteY9609" fmla="*/ 2386839 h 5599766"/>
              <a:gd name="connsiteX9610" fmla="*/ 2387835 w 10321503"/>
              <a:gd name="connsiteY9610" fmla="*/ 2387197 h 5599766"/>
              <a:gd name="connsiteX9611" fmla="*/ 2586060 w 10321503"/>
              <a:gd name="connsiteY9611" fmla="*/ 2387197 h 5599766"/>
              <a:gd name="connsiteX9612" fmla="*/ 2578998 w 10321503"/>
              <a:gd name="connsiteY9612" fmla="*/ 2387197 h 5599766"/>
              <a:gd name="connsiteX9613" fmla="*/ 2578383 w 10321503"/>
              <a:gd name="connsiteY9613" fmla="*/ 2386839 h 5599766"/>
              <a:gd name="connsiteX9614" fmla="*/ 2574850 w 10321503"/>
              <a:gd name="connsiteY9614" fmla="*/ 2380697 h 5599766"/>
              <a:gd name="connsiteX9615" fmla="*/ 2574850 w 10321503"/>
              <a:gd name="connsiteY9615" fmla="*/ 2380032 h 5599766"/>
              <a:gd name="connsiteX9616" fmla="*/ 2578383 w 10321503"/>
              <a:gd name="connsiteY9616" fmla="*/ 2373890 h 5599766"/>
              <a:gd name="connsiteX9617" fmla="*/ 2578998 w 10321503"/>
              <a:gd name="connsiteY9617" fmla="*/ 2373532 h 5599766"/>
              <a:gd name="connsiteX9618" fmla="*/ 2586060 w 10321503"/>
              <a:gd name="connsiteY9618" fmla="*/ 2373532 h 5599766"/>
              <a:gd name="connsiteX9619" fmla="*/ 2586674 w 10321503"/>
              <a:gd name="connsiteY9619" fmla="*/ 2373890 h 5599766"/>
              <a:gd name="connsiteX9620" fmla="*/ 2590205 w 10321503"/>
              <a:gd name="connsiteY9620" fmla="*/ 2380032 h 5599766"/>
              <a:gd name="connsiteX9621" fmla="*/ 2590205 w 10321503"/>
              <a:gd name="connsiteY9621" fmla="*/ 2380697 h 5599766"/>
              <a:gd name="connsiteX9622" fmla="*/ 2586674 w 10321503"/>
              <a:gd name="connsiteY9622" fmla="*/ 2386839 h 5599766"/>
              <a:gd name="connsiteX9623" fmla="*/ 2586060 w 10321503"/>
              <a:gd name="connsiteY9623" fmla="*/ 2387197 h 5599766"/>
              <a:gd name="connsiteX9624" fmla="*/ 2784284 w 10321503"/>
              <a:gd name="connsiteY9624" fmla="*/ 2387197 h 5599766"/>
              <a:gd name="connsiteX9625" fmla="*/ 2777221 w 10321503"/>
              <a:gd name="connsiteY9625" fmla="*/ 2387197 h 5599766"/>
              <a:gd name="connsiteX9626" fmla="*/ 2776607 w 10321503"/>
              <a:gd name="connsiteY9626" fmla="*/ 2386839 h 5599766"/>
              <a:gd name="connsiteX9627" fmla="*/ 2773075 w 10321503"/>
              <a:gd name="connsiteY9627" fmla="*/ 2380697 h 5599766"/>
              <a:gd name="connsiteX9628" fmla="*/ 2773075 w 10321503"/>
              <a:gd name="connsiteY9628" fmla="*/ 2380032 h 5599766"/>
              <a:gd name="connsiteX9629" fmla="*/ 2776607 w 10321503"/>
              <a:gd name="connsiteY9629" fmla="*/ 2373890 h 5599766"/>
              <a:gd name="connsiteX9630" fmla="*/ 2777221 w 10321503"/>
              <a:gd name="connsiteY9630" fmla="*/ 2373532 h 5599766"/>
              <a:gd name="connsiteX9631" fmla="*/ 2784284 w 10321503"/>
              <a:gd name="connsiteY9631" fmla="*/ 2373532 h 5599766"/>
              <a:gd name="connsiteX9632" fmla="*/ 2784898 w 10321503"/>
              <a:gd name="connsiteY9632" fmla="*/ 2373890 h 5599766"/>
              <a:gd name="connsiteX9633" fmla="*/ 2788430 w 10321503"/>
              <a:gd name="connsiteY9633" fmla="*/ 2380032 h 5599766"/>
              <a:gd name="connsiteX9634" fmla="*/ 2788430 w 10321503"/>
              <a:gd name="connsiteY9634" fmla="*/ 2380697 h 5599766"/>
              <a:gd name="connsiteX9635" fmla="*/ 2784898 w 10321503"/>
              <a:gd name="connsiteY9635" fmla="*/ 2386839 h 5599766"/>
              <a:gd name="connsiteX9636" fmla="*/ 2784284 w 10321503"/>
              <a:gd name="connsiteY9636" fmla="*/ 2387197 h 5599766"/>
              <a:gd name="connsiteX9637" fmla="*/ 2982559 w 10321503"/>
              <a:gd name="connsiteY9637" fmla="*/ 2387197 h 5599766"/>
              <a:gd name="connsiteX9638" fmla="*/ 2975496 w 10321503"/>
              <a:gd name="connsiteY9638" fmla="*/ 2387197 h 5599766"/>
              <a:gd name="connsiteX9639" fmla="*/ 2974882 w 10321503"/>
              <a:gd name="connsiteY9639" fmla="*/ 2386839 h 5599766"/>
              <a:gd name="connsiteX9640" fmla="*/ 2971351 w 10321503"/>
              <a:gd name="connsiteY9640" fmla="*/ 2380697 h 5599766"/>
              <a:gd name="connsiteX9641" fmla="*/ 2971351 w 10321503"/>
              <a:gd name="connsiteY9641" fmla="*/ 2380032 h 5599766"/>
              <a:gd name="connsiteX9642" fmla="*/ 2974882 w 10321503"/>
              <a:gd name="connsiteY9642" fmla="*/ 2373890 h 5599766"/>
              <a:gd name="connsiteX9643" fmla="*/ 2975496 w 10321503"/>
              <a:gd name="connsiteY9643" fmla="*/ 2373532 h 5599766"/>
              <a:gd name="connsiteX9644" fmla="*/ 2982559 w 10321503"/>
              <a:gd name="connsiteY9644" fmla="*/ 2373532 h 5599766"/>
              <a:gd name="connsiteX9645" fmla="*/ 2983173 w 10321503"/>
              <a:gd name="connsiteY9645" fmla="*/ 2373890 h 5599766"/>
              <a:gd name="connsiteX9646" fmla="*/ 2986706 w 10321503"/>
              <a:gd name="connsiteY9646" fmla="*/ 2380032 h 5599766"/>
              <a:gd name="connsiteX9647" fmla="*/ 2986706 w 10321503"/>
              <a:gd name="connsiteY9647" fmla="*/ 2380697 h 5599766"/>
              <a:gd name="connsiteX9648" fmla="*/ 2983173 w 10321503"/>
              <a:gd name="connsiteY9648" fmla="*/ 2386839 h 5599766"/>
              <a:gd name="connsiteX9649" fmla="*/ 2982559 w 10321503"/>
              <a:gd name="connsiteY9649" fmla="*/ 2387197 h 5599766"/>
              <a:gd name="connsiteX9650" fmla="*/ 3180784 w 10321503"/>
              <a:gd name="connsiteY9650" fmla="*/ 2387197 h 5599766"/>
              <a:gd name="connsiteX9651" fmla="*/ 3173721 w 10321503"/>
              <a:gd name="connsiteY9651" fmla="*/ 2387197 h 5599766"/>
              <a:gd name="connsiteX9652" fmla="*/ 3173107 w 10321503"/>
              <a:gd name="connsiteY9652" fmla="*/ 2386839 h 5599766"/>
              <a:gd name="connsiteX9653" fmla="*/ 3169576 w 10321503"/>
              <a:gd name="connsiteY9653" fmla="*/ 2380697 h 5599766"/>
              <a:gd name="connsiteX9654" fmla="*/ 3169576 w 10321503"/>
              <a:gd name="connsiteY9654" fmla="*/ 2380032 h 5599766"/>
              <a:gd name="connsiteX9655" fmla="*/ 3173107 w 10321503"/>
              <a:gd name="connsiteY9655" fmla="*/ 2373890 h 5599766"/>
              <a:gd name="connsiteX9656" fmla="*/ 3173721 w 10321503"/>
              <a:gd name="connsiteY9656" fmla="*/ 2373532 h 5599766"/>
              <a:gd name="connsiteX9657" fmla="*/ 3180784 w 10321503"/>
              <a:gd name="connsiteY9657" fmla="*/ 2373532 h 5599766"/>
              <a:gd name="connsiteX9658" fmla="*/ 3181398 w 10321503"/>
              <a:gd name="connsiteY9658" fmla="*/ 2373890 h 5599766"/>
              <a:gd name="connsiteX9659" fmla="*/ 3184931 w 10321503"/>
              <a:gd name="connsiteY9659" fmla="*/ 2380032 h 5599766"/>
              <a:gd name="connsiteX9660" fmla="*/ 3184931 w 10321503"/>
              <a:gd name="connsiteY9660" fmla="*/ 2380697 h 5599766"/>
              <a:gd name="connsiteX9661" fmla="*/ 3181398 w 10321503"/>
              <a:gd name="connsiteY9661" fmla="*/ 2386839 h 5599766"/>
              <a:gd name="connsiteX9662" fmla="*/ 3180784 w 10321503"/>
              <a:gd name="connsiteY9662" fmla="*/ 2387197 h 5599766"/>
              <a:gd name="connsiteX9663" fmla="*/ 3379008 w 10321503"/>
              <a:gd name="connsiteY9663" fmla="*/ 2387197 h 5599766"/>
              <a:gd name="connsiteX9664" fmla="*/ 3371947 w 10321503"/>
              <a:gd name="connsiteY9664" fmla="*/ 2387197 h 5599766"/>
              <a:gd name="connsiteX9665" fmla="*/ 3371332 w 10321503"/>
              <a:gd name="connsiteY9665" fmla="*/ 2386839 h 5599766"/>
              <a:gd name="connsiteX9666" fmla="*/ 3367800 w 10321503"/>
              <a:gd name="connsiteY9666" fmla="*/ 2380697 h 5599766"/>
              <a:gd name="connsiteX9667" fmla="*/ 3367800 w 10321503"/>
              <a:gd name="connsiteY9667" fmla="*/ 2380032 h 5599766"/>
              <a:gd name="connsiteX9668" fmla="*/ 3371332 w 10321503"/>
              <a:gd name="connsiteY9668" fmla="*/ 2373890 h 5599766"/>
              <a:gd name="connsiteX9669" fmla="*/ 3371947 w 10321503"/>
              <a:gd name="connsiteY9669" fmla="*/ 2373532 h 5599766"/>
              <a:gd name="connsiteX9670" fmla="*/ 3379008 w 10321503"/>
              <a:gd name="connsiteY9670" fmla="*/ 2373532 h 5599766"/>
              <a:gd name="connsiteX9671" fmla="*/ 3379624 w 10321503"/>
              <a:gd name="connsiteY9671" fmla="*/ 2373890 h 5599766"/>
              <a:gd name="connsiteX9672" fmla="*/ 3383155 w 10321503"/>
              <a:gd name="connsiteY9672" fmla="*/ 2380032 h 5599766"/>
              <a:gd name="connsiteX9673" fmla="*/ 3383155 w 10321503"/>
              <a:gd name="connsiteY9673" fmla="*/ 2380697 h 5599766"/>
              <a:gd name="connsiteX9674" fmla="*/ 3379624 w 10321503"/>
              <a:gd name="connsiteY9674" fmla="*/ 2386839 h 5599766"/>
              <a:gd name="connsiteX9675" fmla="*/ 3379008 w 10321503"/>
              <a:gd name="connsiteY9675" fmla="*/ 2387197 h 5599766"/>
              <a:gd name="connsiteX9676" fmla="*/ 3577234 w 10321503"/>
              <a:gd name="connsiteY9676" fmla="*/ 2387197 h 5599766"/>
              <a:gd name="connsiteX9677" fmla="*/ 3570172 w 10321503"/>
              <a:gd name="connsiteY9677" fmla="*/ 2387197 h 5599766"/>
              <a:gd name="connsiteX9678" fmla="*/ 3569557 w 10321503"/>
              <a:gd name="connsiteY9678" fmla="*/ 2386839 h 5599766"/>
              <a:gd name="connsiteX9679" fmla="*/ 3566024 w 10321503"/>
              <a:gd name="connsiteY9679" fmla="*/ 2380697 h 5599766"/>
              <a:gd name="connsiteX9680" fmla="*/ 3566024 w 10321503"/>
              <a:gd name="connsiteY9680" fmla="*/ 2380032 h 5599766"/>
              <a:gd name="connsiteX9681" fmla="*/ 3569557 w 10321503"/>
              <a:gd name="connsiteY9681" fmla="*/ 2373890 h 5599766"/>
              <a:gd name="connsiteX9682" fmla="*/ 3570172 w 10321503"/>
              <a:gd name="connsiteY9682" fmla="*/ 2373532 h 5599766"/>
              <a:gd name="connsiteX9683" fmla="*/ 3577234 w 10321503"/>
              <a:gd name="connsiteY9683" fmla="*/ 2373532 h 5599766"/>
              <a:gd name="connsiteX9684" fmla="*/ 3577848 w 10321503"/>
              <a:gd name="connsiteY9684" fmla="*/ 2373890 h 5599766"/>
              <a:gd name="connsiteX9685" fmla="*/ 3581379 w 10321503"/>
              <a:gd name="connsiteY9685" fmla="*/ 2380032 h 5599766"/>
              <a:gd name="connsiteX9686" fmla="*/ 3581379 w 10321503"/>
              <a:gd name="connsiteY9686" fmla="*/ 2380697 h 5599766"/>
              <a:gd name="connsiteX9687" fmla="*/ 3577848 w 10321503"/>
              <a:gd name="connsiteY9687" fmla="*/ 2386839 h 5599766"/>
              <a:gd name="connsiteX9688" fmla="*/ 3577234 w 10321503"/>
              <a:gd name="connsiteY9688" fmla="*/ 2387197 h 5599766"/>
              <a:gd name="connsiteX9689" fmla="*/ 3775459 w 10321503"/>
              <a:gd name="connsiteY9689" fmla="*/ 2387197 h 5599766"/>
              <a:gd name="connsiteX9690" fmla="*/ 3768396 w 10321503"/>
              <a:gd name="connsiteY9690" fmla="*/ 2387197 h 5599766"/>
              <a:gd name="connsiteX9691" fmla="*/ 3767781 w 10321503"/>
              <a:gd name="connsiteY9691" fmla="*/ 2386839 h 5599766"/>
              <a:gd name="connsiteX9692" fmla="*/ 3764249 w 10321503"/>
              <a:gd name="connsiteY9692" fmla="*/ 2380697 h 5599766"/>
              <a:gd name="connsiteX9693" fmla="*/ 3764249 w 10321503"/>
              <a:gd name="connsiteY9693" fmla="*/ 2380032 h 5599766"/>
              <a:gd name="connsiteX9694" fmla="*/ 3767781 w 10321503"/>
              <a:gd name="connsiteY9694" fmla="*/ 2373890 h 5599766"/>
              <a:gd name="connsiteX9695" fmla="*/ 3768396 w 10321503"/>
              <a:gd name="connsiteY9695" fmla="*/ 2373532 h 5599766"/>
              <a:gd name="connsiteX9696" fmla="*/ 3775459 w 10321503"/>
              <a:gd name="connsiteY9696" fmla="*/ 2373532 h 5599766"/>
              <a:gd name="connsiteX9697" fmla="*/ 3776073 w 10321503"/>
              <a:gd name="connsiteY9697" fmla="*/ 2373890 h 5599766"/>
              <a:gd name="connsiteX9698" fmla="*/ 3779604 w 10321503"/>
              <a:gd name="connsiteY9698" fmla="*/ 2380032 h 5599766"/>
              <a:gd name="connsiteX9699" fmla="*/ 3779604 w 10321503"/>
              <a:gd name="connsiteY9699" fmla="*/ 2380697 h 5599766"/>
              <a:gd name="connsiteX9700" fmla="*/ 3776073 w 10321503"/>
              <a:gd name="connsiteY9700" fmla="*/ 2386839 h 5599766"/>
              <a:gd name="connsiteX9701" fmla="*/ 3775459 w 10321503"/>
              <a:gd name="connsiteY9701" fmla="*/ 2387197 h 5599766"/>
              <a:gd name="connsiteX9702" fmla="*/ 3973734 w 10321503"/>
              <a:gd name="connsiteY9702" fmla="*/ 2387197 h 5599766"/>
              <a:gd name="connsiteX9703" fmla="*/ 3966671 w 10321503"/>
              <a:gd name="connsiteY9703" fmla="*/ 2387197 h 5599766"/>
              <a:gd name="connsiteX9704" fmla="*/ 3966057 w 10321503"/>
              <a:gd name="connsiteY9704" fmla="*/ 2386839 h 5599766"/>
              <a:gd name="connsiteX9705" fmla="*/ 3962525 w 10321503"/>
              <a:gd name="connsiteY9705" fmla="*/ 2380697 h 5599766"/>
              <a:gd name="connsiteX9706" fmla="*/ 3962525 w 10321503"/>
              <a:gd name="connsiteY9706" fmla="*/ 2380032 h 5599766"/>
              <a:gd name="connsiteX9707" fmla="*/ 3966057 w 10321503"/>
              <a:gd name="connsiteY9707" fmla="*/ 2373890 h 5599766"/>
              <a:gd name="connsiteX9708" fmla="*/ 3966671 w 10321503"/>
              <a:gd name="connsiteY9708" fmla="*/ 2373532 h 5599766"/>
              <a:gd name="connsiteX9709" fmla="*/ 3973734 w 10321503"/>
              <a:gd name="connsiteY9709" fmla="*/ 2373532 h 5599766"/>
              <a:gd name="connsiteX9710" fmla="*/ 3974348 w 10321503"/>
              <a:gd name="connsiteY9710" fmla="*/ 2373890 h 5599766"/>
              <a:gd name="connsiteX9711" fmla="*/ 3977880 w 10321503"/>
              <a:gd name="connsiteY9711" fmla="*/ 2380032 h 5599766"/>
              <a:gd name="connsiteX9712" fmla="*/ 3977880 w 10321503"/>
              <a:gd name="connsiteY9712" fmla="*/ 2380697 h 5599766"/>
              <a:gd name="connsiteX9713" fmla="*/ 3974348 w 10321503"/>
              <a:gd name="connsiteY9713" fmla="*/ 2386839 h 5599766"/>
              <a:gd name="connsiteX9714" fmla="*/ 3973734 w 10321503"/>
              <a:gd name="connsiteY9714" fmla="*/ 2387197 h 5599766"/>
              <a:gd name="connsiteX9715" fmla="*/ 4171959 w 10321503"/>
              <a:gd name="connsiteY9715" fmla="*/ 2387197 h 5599766"/>
              <a:gd name="connsiteX9716" fmla="*/ 4164896 w 10321503"/>
              <a:gd name="connsiteY9716" fmla="*/ 2387197 h 5599766"/>
              <a:gd name="connsiteX9717" fmla="*/ 4164282 w 10321503"/>
              <a:gd name="connsiteY9717" fmla="*/ 2386839 h 5599766"/>
              <a:gd name="connsiteX9718" fmla="*/ 4160751 w 10321503"/>
              <a:gd name="connsiteY9718" fmla="*/ 2380697 h 5599766"/>
              <a:gd name="connsiteX9719" fmla="*/ 4160751 w 10321503"/>
              <a:gd name="connsiteY9719" fmla="*/ 2380032 h 5599766"/>
              <a:gd name="connsiteX9720" fmla="*/ 4164282 w 10321503"/>
              <a:gd name="connsiteY9720" fmla="*/ 2373890 h 5599766"/>
              <a:gd name="connsiteX9721" fmla="*/ 4164896 w 10321503"/>
              <a:gd name="connsiteY9721" fmla="*/ 2373532 h 5599766"/>
              <a:gd name="connsiteX9722" fmla="*/ 4171959 w 10321503"/>
              <a:gd name="connsiteY9722" fmla="*/ 2373532 h 5599766"/>
              <a:gd name="connsiteX9723" fmla="*/ 4172573 w 10321503"/>
              <a:gd name="connsiteY9723" fmla="*/ 2373890 h 5599766"/>
              <a:gd name="connsiteX9724" fmla="*/ 4176105 w 10321503"/>
              <a:gd name="connsiteY9724" fmla="*/ 2380032 h 5599766"/>
              <a:gd name="connsiteX9725" fmla="*/ 4176105 w 10321503"/>
              <a:gd name="connsiteY9725" fmla="*/ 2380697 h 5599766"/>
              <a:gd name="connsiteX9726" fmla="*/ 4172573 w 10321503"/>
              <a:gd name="connsiteY9726" fmla="*/ 2386839 h 5599766"/>
              <a:gd name="connsiteX9727" fmla="*/ 4171959 w 10321503"/>
              <a:gd name="connsiteY9727" fmla="*/ 2387197 h 5599766"/>
              <a:gd name="connsiteX9728" fmla="*/ 4370183 w 10321503"/>
              <a:gd name="connsiteY9728" fmla="*/ 2387197 h 5599766"/>
              <a:gd name="connsiteX9729" fmla="*/ 4363121 w 10321503"/>
              <a:gd name="connsiteY9729" fmla="*/ 2387197 h 5599766"/>
              <a:gd name="connsiteX9730" fmla="*/ 4362506 w 10321503"/>
              <a:gd name="connsiteY9730" fmla="*/ 2386839 h 5599766"/>
              <a:gd name="connsiteX9731" fmla="*/ 4358975 w 10321503"/>
              <a:gd name="connsiteY9731" fmla="*/ 2380697 h 5599766"/>
              <a:gd name="connsiteX9732" fmla="*/ 4358975 w 10321503"/>
              <a:gd name="connsiteY9732" fmla="*/ 2380032 h 5599766"/>
              <a:gd name="connsiteX9733" fmla="*/ 4362506 w 10321503"/>
              <a:gd name="connsiteY9733" fmla="*/ 2373890 h 5599766"/>
              <a:gd name="connsiteX9734" fmla="*/ 4363121 w 10321503"/>
              <a:gd name="connsiteY9734" fmla="*/ 2373532 h 5599766"/>
              <a:gd name="connsiteX9735" fmla="*/ 4370183 w 10321503"/>
              <a:gd name="connsiteY9735" fmla="*/ 2373532 h 5599766"/>
              <a:gd name="connsiteX9736" fmla="*/ 4370797 w 10321503"/>
              <a:gd name="connsiteY9736" fmla="*/ 2373890 h 5599766"/>
              <a:gd name="connsiteX9737" fmla="*/ 4374329 w 10321503"/>
              <a:gd name="connsiteY9737" fmla="*/ 2380032 h 5599766"/>
              <a:gd name="connsiteX9738" fmla="*/ 4374329 w 10321503"/>
              <a:gd name="connsiteY9738" fmla="*/ 2380697 h 5599766"/>
              <a:gd name="connsiteX9739" fmla="*/ 4370797 w 10321503"/>
              <a:gd name="connsiteY9739" fmla="*/ 2386839 h 5599766"/>
              <a:gd name="connsiteX9740" fmla="*/ 4370183 w 10321503"/>
              <a:gd name="connsiteY9740" fmla="*/ 2387197 h 5599766"/>
              <a:gd name="connsiteX9741" fmla="*/ 4568408 w 10321503"/>
              <a:gd name="connsiteY9741" fmla="*/ 2387197 h 5599766"/>
              <a:gd name="connsiteX9742" fmla="*/ 4561345 w 10321503"/>
              <a:gd name="connsiteY9742" fmla="*/ 2387197 h 5599766"/>
              <a:gd name="connsiteX9743" fmla="*/ 4560731 w 10321503"/>
              <a:gd name="connsiteY9743" fmla="*/ 2386839 h 5599766"/>
              <a:gd name="connsiteX9744" fmla="*/ 4557199 w 10321503"/>
              <a:gd name="connsiteY9744" fmla="*/ 2380697 h 5599766"/>
              <a:gd name="connsiteX9745" fmla="*/ 4557199 w 10321503"/>
              <a:gd name="connsiteY9745" fmla="*/ 2380032 h 5599766"/>
              <a:gd name="connsiteX9746" fmla="*/ 4560731 w 10321503"/>
              <a:gd name="connsiteY9746" fmla="*/ 2373890 h 5599766"/>
              <a:gd name="connsiteX9747" fmla="*/ 4561345 w 10321503"/>
              <a:gd name="connsiteY9747" fmla="*/ 2373532 h 5599766"/>
              <a:gd name="connsiteX9748" fmla="*/ 4568408 w 10321503"/>
              <a:gd name="connsiteY9748" fmla="*/ 2373532 h 5599766"/>
              <a:gd name="connsiteX9749" fmla="*/ 4569022 w 10321503"/>
              <a:gd name="connsiteY9749" fmla="*/ 2373890 h 5599766"/>
              <a:gd name="connsiteX9750" fmla="*/ 4572554 w 10321503"/>
              <a:gd name="connsiteY9750" fmla="*/ 2380032 h 5599766"/>
              <a:gd name="connsiteX9751" fmla="*/ 4572554 w 10321503"/>
              <a:gd name="connsiteY9751" fmla="*/ 2380697 h 5599766"/>
              <a:gd name="connsiteX9752" fmla="*/ 4569022 w 10321503"/>
              <a:gd name="connsiteY9752" fmla="*/ 2386839 h 5599766"/>
              <a:gd name="connsiteX9753" fmla="*/ 4568408 w 10321503"/>
              <a:gd name="connsiteY9753" fmla="*/ 2387197 h 5599766"/>
              <a:gd name="connsiteX9754" fmla="*/ 4766683 w 10321503"/>
              <a:gd name="connsiteY9754" fmla="*/ 2387197 h 5599766"/>
              <a:gd name="connsiteX9755" fmla="*/ 4759621 w 10321503"/>
              <a:gd name="connsiteY9755" fmla="*/ 2387197 h 5599766"/>
              <a:gd name="connsiteX9756" fmla="*/ 4759007 w 10321503"/>
              <a:gd name="connsiteY9756" fmla="*/ 2386839 h 5599766"/>
              <a:gd name="connsiteX9757" fmla="*/ 4755475 w 10321503"/>
              <a:gd name="connsiteY9757" fmla="*/ 2380697 h 5599766"/>
              <a:gd name="connsiteX9758" fmla="*/ 4755475 w 10321503"/>
              <a:gd name="connsiteY9758" fmla="*/ 2380032 h 5599766"/>
              <a:gd name="connsiteX9759" fmla="*/ 4759007 w 10321503"/>
              <a:gd name="connsiteY9759" fmla="*/ 2373890 h 5599766"/>
              <a:gd name="connsiteX9760" fmla="*/ 4759621 w 10321503"/>
              <a:gd name="connsiteY9760" fmla="*/ 2373532 h 5599766"/>
              <a:gd name="connsiteX9761" fmla="*/ 4766683 w 10321503"/>
              <a:gd name="connsiteY9761" fmla="*/ 2373532 h 5599766"/>
              <a:gd name="connsiteX9762" fmla="*/ 4767297 w 10321503"/>
              <a:gd name="connsiteY9762" fmla="*/ 2373890 h 5599766"/>
              <a:gd name="connsiteX9763" fmla="*/ 4770829 w 10321503"/>
              <a:gd name="connsiteY9763" fmla="*/ 2380032 h 5599766"/>
              <a:gd name="connsiteX9764" fmla="*/ 4770829 w 10321503"/>
              <a:gd name="connsiteY9764" fmla="*/ 2380697 h 5599766"/>
              <a:gd name="connsiteX9765" fmla="*/ 4767297 w 10321503"/>
              <a:gd name="connsiteY9765" fmla="*/ 2386839 h 5599766"/>
              <a:gd name="connsiteX9766" fmla="*/ 4766683 w 10321503"/>
              <a:gd name="connsiteY9766" fmla="*/ 2387197 h 5599766"/>
              <a:gd name="connsiteX9767" fmla="*/ 4964909 w 10321503"/>
              <a:gd name="connsiteY9767" fmla="*/ 2387197 h 5599766"/>
              <a:gd name="connsiteX9768" fmla="*/ 4957846 w 10321503"/>
              <a:gd name="connsiteY9768" fmla="*/ 2387197 h 5599766"/>
              <a:gd name="connsiteX9769" fmla="*/ 4957232 w 10321503"/>
              <a:gd name="connsiteY9769" fmla="*/ 2386839 h 5599766"/>
              <a:gd name="connsiteX9770" fmla="*/ 4953699 w 10321503"/>
              <a:gd name="connsiteY9770" fmla="*/ 2380697 h 5599766"/>
              <a:gd name="connsiteX9771" fmla="*/ 4953699 w 10321503"/>
              <a:gd name="connsiteY9771" fmla="*/ 2380032 h 5599766"/>
              <a:gd name="connsiteX9772" fmla="*/ 4957232 w 10321503"/>
              <a:gd name="connsiteY9772" fmla="*/ 2373890 h 5599766"/>
              <a:gd name="connsiteX9773" fmla="*/ 4957846 w 10321503"/>
              <a:gd name="connsiteY9773" fmla="*/ 2373532 h 5599766"/>
              <a:gd name="connsiteX9774" fmla="*/ 4964909 w 10321503"/>
              <a:gd name="connsiteY9774" fmla="*/ 2373532 h 5599766"/>
              <a:gd name="connsiteX9775" fmla="*/ 4965523 w 10321503"/>
              <a:gd name="connsiteY9775" fmla="*/ 2373890 h 5599766"/>
              <a:gd name="connsiteX9776" fmla="*/ 4969054 w 10321503"/>
              <a:gd name="connsiteY9776" fmla="*/ 2380032 h 5599766"/>
              <a:gd name="connsiteX9777" fmla="*/ 4969054 w 10321503"/>
              <a:gd name="connsiteY9777" fmla="*/ 2380697 h 5599766"/>
              <a:gd name="connsiteX9778" fmla="*/ 4965523 w 10321503"/>
              <a:gd name="connsiteY9778" fmla="*/ 2386839 h 5599766"/>
              <a:gd name="connsiteX9779" fmla="*/ 4964909 w 10321503"/>
              <a:gd name="connsiteY9779" fmla="*/ 2387197 h 5599766"/>
              <a:gd name="connsiteX9780" fmla="*/ 5163134 w 10321503"/>
              <a:gd name="connsiteY9780" fmla="*/ 2387197 h 5599766"/>
              <a:gd name="connsiteX9781" fmla="*/ 5156070 w 10321503"/>
              <a:gd name="connsiteY9781" fmla="*/ 2387197 h 5599766"/>
              <a:gd name="connsiteX9782" fmla="*/ 5155456 w 10321503"/>
              <a:gd name="connsiteY9782" fmla="*/ 2386839 h 5599766"/>
              <a:gd name="connsiteX9783" fmla="*/ 5151924 w 10321503"/>
              <a:gd name="connsiteY9783" fmla="*/ 2380697 h 5599766"/>
              <a:gd name="connsiteX9784" fmla="*/ 5151924 w 10321503"/>
              <a:gd name="connsiteY9784" fmla="*/ 2380032 h 5599766"/>
              <a:gd name="connsiteX9785" fmla="*/ 5155456 w 10321503"/>
              <a:gd name="connsiteY9785" fmla="*/ 2373890 h 5599766"/>
              <a:gd name="connsiteX9786" fmla="*/ 5156070 w 10321503"/>
              <a:gd name="connsiteY9786" fmla="*/ 2373532 h 5599766"/>
              <a:gd name="connsiteX9787" fmla="*/ 5163134 w 10321503"/>
              <a:gd name="connsiteY9787" fmla="*/ 2373532 h 5599766"/>
              <a:gd name="connsiteX9788" fmla="*/ 5163748 w 10321503"/>
              <a:gd name="connsiteY9788" fmla="*/ 2373890 h 5599766"/>
              <a:gd name="connsiteX9789" fmla="*/ 5167279 w 10321503"/>
              <a:gd name="connsiteY9789" fmla="*/ 2380032 h 5599766"/>
              <a:gd name="connsiteX9790" fmla="*/ 5167279 w 10321503"/>
              <a:gd name="connsiteY9790" fmla="*/ 2380697 h 5599766"/>
              <a:gd name="connsiteX9791" fmla="*/ 5163748 w 10321503"/>
              <a:gd name="connsiteY9791" fmla="*/ 2386839 h 5599766"/>
              <a:gd name="connsiteX9792" fmla="*/ 5163134 w 10321503"/>
              <a:gd name="connsiteY9792" fmla="*/ 2387197 h 5599766"/>
              <a:gd name="connsiteX9793" fmla="*/ 5361358 w 10321503"/>
              <a:gd name="connsiteY9793" fmla="*/ 2387197 h 5599766"/>
              <a:gd name="connsiteX9794" fmla="*/ 5354295 w 10321503"/>
              <a:gd name="connsiteY9794" fmla="*/ 2387197 h 5599766"/>
              <a:gd name="connsiteX9795" fmla="*/ 5353680 w 10321503"/>
              <a:gd name="connsiteY9795" fmla="*/ 2386839 h 5599766"/>
              <a:gd name="connsiteX9796" fmla="*/ 5350149 w 10321503"/>
              <a:gd name="connsiteY9796" fmla="*/ 2380697 h 5599766"/>
              <a:gd name="connsiteX9797" fmla="*/ 5350149 w 10321503"/>
              <a:gd name="connsiteY9797" fmla="*/ 2380032 h 5599766"/>
              <a:gd name="connsiteX9798" fmla="*/ 5353680 w 10321503"/>
              <a:gd name="connsiteY9798" fmla="*/ 2373890 h 5599766"/>
              <a:gd name="connsiteX9799" fmla="*/ 5354295 w 10321503"/>
              <a:gd name="connsiteY9799" fmla="*/ 2373532 h 5599766"/>
              <a:gd name="connsiteX9800" fmla="*/ 5361358 w 10321503"/>
              <a:gd name="connsiteY9800" fmla="*/ 2373532 h 5599766"/>
              <a:gd name="connsiteX9801" fmla="*/ 5361972 w 10321503"/>
              <a:gd name="connsiteY9801" fmla="*/ 2373890 h 5599766"/>
              <a:gd name="connsiteX9802" fmla="*/ 5365503 w 10321503"/>
              <a:gd name="connsiteY9802" fmla="*/ 2380032 h 5599766"/>
              <a:gd name="connsiteX9803" fmla="*/ 5365503 w 10321503"/>
              <a:gd name="connsiteY9803" fmla="*/ 2380697 h 5599766"/>
              <a:gd name="connsiteX9804" fmla="*/ 5361972 w 10321503"/>
              <a:gd name="connsiteY9804" fmla="*/ 2386839 h 5599766"/>
              <a:gd name="connsiteX9805" fmla="*/ 5361358 w 10321503"/>
              <a:gd name="connsiteY9805" fmla="*/ 2387197 h 5599766"/>
              <a:gd name="connsiteX9806" fmla="*/ 5559633 w 10321503"/>
              <a:gd name="connsiteY9806" fmla="*/ 2387197 h 5599766"/>
              <a:gd name="connsiteX9807" fmla="*/ 5552569 w 10321503"/>
              <a:gd name="connsiteY9807" fmla="*/ 2387197 h 5599766"/>
              <a:gd name="connsiteX9808" fmla="*/ 5551956 w 10321503"/>
              <a:gd name="connsiteY9808" fmla="*/ 2386839 h 5599766"/>
              <a:gd name="connsiteX9809" fmla="*/ 5548424 w 10321503"/>
              <a:gd name="connsiteY9809" fmla="*/ 2380697 h 5599766"/>
              <a:gd name="connsiteX9810" fmla="*/ 5548424 w 10321503"/>
              <a:gd name="connsiteY9810" fmla="*/ 2380032 h 5599766"/>
              <a:gd name="connsiteX9811" fmla="*/ 5551956 w 10321503"/>
              <a:gd name="connsiteY9811" fmla="*/ 2373890 h 5599766"/>
              <a:gd name="connsiteX9812" fmla="*/ 5552569 w 10321503"/>
              <a:gd name="connsiteY9812" fmla="*/ 2373532 h 5599766"/>
              <a:gd name="connsiteX9813" fmla="*/ 5559633 w 10321503"/>
              <a:gd name="connsiteY9813" fmla="*/ 2373532 h 5599766"/>
              <a:gd name="connsiteX9814" fmla="*/ 5560246 w 10321503"/>
              <a:gd name="connsiteY9814" fmla="*/ 2373890 h 5599766"/>
              <a:gd name="connsiteX9815" fmla="*/ 5563779 w 10321503"/>
              <a:gd name="connsiteY9815" fmla="*/ 2380032 h 5599766"/>
              <a:gd name="connsiteX9816" fmla="*/ 5563779 w 10321503"/>
              <a:gd name="connsiteY9816" fmla="*/ 2380697 h 5599766"/>
              <a:gd name="connsiteX9817" fmla="*/ 5560246 w 10321503"/>
              <a:gd name="connsiteY9817" fmla="*/ 2386839 h 5599766"/>
              <a:gd name="connsiteX9818" fmla="*/ 5559633 w 10321503"/>
              <a:gd name="connsiteY9818" fmla="*/ 2387197 h 5599766"/>
              <a:gd name="connsiteX9819" fmla="*/ 5757857 w 10321503"/>
              <a:gd name="connsiteY9819" fmla="*/ 2387197 h 5599766"/>
              <a:gd name="connsiteX9820" fmla="*/ 5750795 w 10321503"/>
              <a:gd name="connsiteY9820" fmla="*/ 2387197 h 5599766"/>
              <a:gd name="connsiteX9821" fmla="*/ 5750181 w 10321503"/>
              <a:gd name="connsiteY9821" fmla="*/ 2386839 h 5599766"/>
              <a:gd name="connsiteX9822" fmla="*/ 5746649 w 10321503"/>
              <a:gd name="connsiteY9822" fmla="*/ 2380697 h 5599766"/>
              <a:gd name="connsiteX9823" fmla="*/ 5746649 w 10321503"/>
              <a:gd name="connsiteY9823" fmla="*/ 2380032 h 5599766"/>
              <a:gd name="connsiteX9824" fmla="*/ 5750181 w 10321503"/>
              <a:gd name="connsiteY9824" fmla="*/ 2373890 h 5599766"/>
              <a:gd name="connsiteX9825" fmla="*/ 5750795 w 10321503"/>
              <a:gd name="connsiteY9825" fmla="*/ 2373532 h 5599766"/>
              <a:gd name="connsiteX9826" fmla="*/ 5757857 w 10321503"/>
              <a:gd name="connsiteY9826" fmla="*/ 2373532 h 5599766"/>
              <a:gd name="connsiteX9827" fmla="*/ 5758471 w 10321503"/>
              <a:gd name="connsiteY9827" fmla="*/ 2373890 h 5599766"/>
              <a:gd name="connsiteX9828" fmla="*/ 5762003 w 10321503"/>
              <a:gd name="connsiteY9828" fmla="*/ 2380032 h 5599766"/>
              <a:gd name="connsiteX9829" fmla="*/ 5762003 w 10321503"/>
              <a:gd name="connsiteY9829" fmla="*/ 2380697 h 5599766"/>
              <a:gd name="connsiteX9830" fmla="*/ 5758471 w 10321503"/>
              <a:gd name="connsiteY9830" fmla="*/ 2386839 h 5599766"/>
              <a:gd name="connsiteX9831" fmla="*/ 5757857 w 10321503"/>
              <a:gd name="connsiteY9831" fmla="*/ 2387197 h 5599766"/>
              <a:gd name="connsiteX9832" fmla="*/ 5956083 w 10321503"/>
              <a:gd name="connsiteY9832" fmla="*/ 2387197 h 5599766"/>
              <a:gd name="connsiteX9833" fmla="*/ 5949019 w 10321503"/>
              <a:gd name="connsiteY9833" fmla="*/ 2387197 h 5599766"/>
              <a:gd name="connsiteX9834" fmla="*/ 5948405 w 10321503"/>
              <a:gd name="connsiteY9834" fmla="*/ 2386839 h 5599766"/>
              <a:gd name="connsiteX9835" fmla="*/ 5944873 w 10321503"/>
              <a:gd name="connsiteY9835" fmla="*/ 2380697 h 5599766"/>
              <a:gd name="connsiteX9836" fmla="*/ 5944873 w 10321503"/>
              <a:gd name="connsiteY9836" fmla="*/ 2380032 h 5599766"/>
              <a:gd name="connsiteX9837" fmla="*/ 5948405 w 10321503"/>
              <a:gd name="connsiteY9837" fmla="*/ 2373890 h 5599766"/>
              <a:gd name="connsiteX9838" fmla="*/ 5949019 w 10321503"/>
              <a:gd name="connsiteY9838" fmla="*/ 2373532 h 5599766"/>
              <a:gd name="connsiteX9839" fmla="*/ 5956083 w 10321503"/>
              <a:gd name="connsiteY9839" fmla="*/ 2373532 h 5599766"/>
              <a:gd name="connsiteX9840" fmla="*/ 5956697 w 10321503"/>
              <a:gd name="connsiteY9840" fmla="*/ 2373890 h 5599766"/>
              <a:gd name="connsiteX9841" fmla="*/ 5960227 w 10321503"/>
              <a:gd name="connsiteY9841" fmla="*/ 2380032 h 5599766"/>
              <a:gd name="connsiteX9842" fmla="*/ 5960227 w 10321503"/>
              <a:gd name="connsiteY9842" fmla="*/ 2380697 h 5599766"/>
              <a:gd name="connsiteX9843" fmla="*/ 5956697 w 10321503"/>
              <a:gd name="connsiteY9843" fmla="*/ 2386839 h 5599766"/>
              <a:gd name="connsiteX9844" fmla="*/ 5956083 w 10321503"/>
              <a:gd name="connsiteY9844" fmla="*/ 2387197 h 5599766"/>
              <a:gd name="connsiteX9845" fmla="*/ 6154307 w 10321503"/>
              <a:gd name="connsiteY9845" fmla="*/ 2387197 h 5599766"/>
              <a:gd name="connsiteX9846" fmla="*/ 6147243 w 10321503"/>
              <a:gd name="connsiteY9846" fmla="*/ 2387197 h 5599766"/>
              <a:gd name="connsiteX9847" fmla="*/ 6146629 w 10321503"/>
              <a:gd name="connsiteY9847" fmla="*/ 2386839 h 5599766"/>
              <a:gd name="connsiteX9848" fmla="*/ 6143098 w 10321503"/>
              <a:gd name="connsiteY9848" fmla="*/ 2380697 h 5599766"/>
              <a:gd name="connsiteX9849" fmla="*/ 6143098 w 10321503"/>
              <a:gd name="connsiteY9849" fmla="*/ 2380032 h 5599766"/>
              <a:gd name="connsiteX9850" fmla="*/ 6146629 w 10321503"/>
              <a:gd name="connsiteY9850" fmla="*/ 2373890 h 5599766"/>
              <a:gd name="connsiteX9851" fmla="*/ 6147243 w 10321503"/>
              <a:gd name="connsiteY9851" fmla="*/ 2373532 h 5599766"/>
              <a:gd name="connsiteX9852" fmla="*/ 6154307 w 10321503"/>
              <a:gd name="connsiteY9852" fmla="*/ 2373532 h 5599766"/>
              <a:gd name="connsiteX9853" fmla="*/ 6154921 w 10321503"/>
              <a:gd name="connsiteY9853" fmla="*/ 2373890 h 5599766"/>
              <a:gd name="connsiteX9854" fmla="*/ 6158453 w 10321503"/>
              <a:gd name="connsiteY9854" fmla="*/ 2380032 h 5599766"/>
              <a:gd name="connsiteX9855" fmla="*/ 6158453 w 10321503"/>
              <a:gd name="connsiteY9855" fmla="*/ 2380697 h 5599766"/>
              <a:gd name="connsiteX9856" fmla="*/ 6154921 w 10321503"/>
              <a:gd name="connsiteY9856" fmla="*/ 2386839 h 5599766"/>
              <a:gd name="connsiteX9857" fmla="*/ 6154307 w 10321503"/>
              <a:gd name="connsiteY9857" fmla="*/ 2387197 h 5599766"/>
              <a:gd name="connsiteX9858" fmla="*/ 6352582 w 10321503"/>
              <a:gd name="connsiteY9858" fmla="*/ 2387197 h 5599766"/>
              <a:gd name="connsiteX9859" fmla="*/ 6345519 w 10321503"/>
              <a:gd name="connsiteY9859" fmla="*/ 2387197 h 5599766"/>
              <a:gd name="connsiteX9860" fmla="*/ 6344904 w 10321503"/>
              <a:gd name="connsiteY9860" fmla="*/ 2386839 h 5599766"/>
              <a:gd name="connsiteX9861" fmla="*/ 6341373 w 10321503"/>
              <a:gd name="connsiteY9861" fmla="*/ 2380697 h 5599766"/>
              <a:gd name="connsiteX9862" fmla="*/ 6341373 w 10321503"/>
              <a:gd name="connsiteY9862" fmla="*/ 2380032 h 5599766"/>
              <a:gd name="connsiteX9863" fmla="*/ 6344904 w 10321503"/>
              <a:gd name="connsiteY9863" fmla="*/ 2373890 h 5599766"/>
              <a:gd name="connsiteX9864" fmla="*/ 6345519 w 10321503"/>
              <a:gd name="connsiteY9864" fmla="*/ 2373532 h 5599766"/>
              <a:gd name="connsiteX9865" fmla="*/ 6352582 w 10321503"/>
              <a:gd name="connsiteY9865" fmla="*/ 2373532 h 5599766"/>
              <a:gd name="connsiteX9866" fmla="*/ 6353196 w 10321503"/>
              <a:gd name="connsiteY9866" fmla="*/ 2373890 h 5599766"/>
              <a:gd name="connsiteX9867" fmla="*/ 6356728 w 10321503"/>
              <a:gd name="connsiteY9867" fmla="*/ 2380032 h 5599766"/>
              <a:gd name="connsiteX9868" fmla="*/ 6356728 w 10321503"/>
              <a:gd name="connsiteY9868" fmla="*/ 2380697 h 5599766"/>
              <a:gd name="connsiteX9869" fmla="*/ 6353196 w 10321503"/>
              <a:gd name="connsiteY9869" fmla="*/ 2386839 h 5599766"/>
              <a:gd name="connsiteX9870" fmla="*/ 6352582 w 10321503"/>
              <a:gd name="connsiteY9870" fmla="*/ 2387197 h 5599766"/>
              <a:gd name="connsiteX9871" fmla="*/ 6550807 w 10321503"/>
              <a:gd name="connsiteY9871" fmla="*/ 2387197 h 5599766"/>
              <a:gd name="connsiteX9872" fmla="*/ 6543744 w 10321503"/>
              <a:gd name="connsiteY9872" fmla="*/ 2387197 h 5599766"/>
              <a:gd name="connsiteX9873" fmla="*/ 6543129 w 10321503"/>
              <a:gd name="connsiteY9873" fmla="*/ 2386839 h 5599766"/>
              <a:gd name="connsiteX9874" fmla="*/ 6539598 w 10321503"/>
              <a:gd name="connsiteY9874" fmla="*/ 2380697 h 5599766"/>
              <a:gd name="connsiteX9875" fmla="*/ 6539598 w 10321503"/>
              <a:gd name="connsiteY9875" fmla="*/ 2380032 h 5599766"/>
              <a:gd name="connsiteX9876" fmla="*/ 6543129 w 10321503"/>
              <a:gd name="connsiteY9876" fmla="*/ 2373890 h 5599766"/>
              <a:gd name="connsiteX9877" fmla="*/ 6543744 w 10321503"/>
              <a:gd name="connsiteY9877" fmla="*/ 2373532 h 5599766"/>
              <a:gd name="connsiteX9878" fmla="*/ 6550807 w 10321503"/>
              <a:gd name="connsiteY9878" fmla="*/ 2373532 h 5599766"/>
              <a:gd name="connsiteX9879" fmla="*/ 6551420 w 10321503"/>
              <a:gd name="connsiteY9879" fmla="*/ 2373890 h 5599766"/>
              <a:gd name="connsiteX9880" fmla="*/ 6554953 w 10321503"/>
              <a:gd name="connsiteY9880" fmla="*/ 2380032 h 5599766"/>
              <a:gd name="connsiteX9881" fmla="*/ 6554953 w 10321503"/>
              <a:gd name="connsiteY9881" fmla="*/ 2380697 h 5599766"/>
              <a:gd name="connsiteX9882" fmla="*/ 6551420 w 10321503"/>
              <a:gd name="connsiteY9882" fmla="*/ 2386839 h 5599766"/>
              <a:gd name="connsiteX9883" fmla="*/ 6550807 w 10321503"/>
              <a:gd name="connsiteY9883" fmla="*/ 2387197 h 5599766"/>
              <a:gd name="connsiteX9884" fmla="*/ 6749031 w 10321503"/>
              <a:gd name="connsiteY9884" fmla="*/ 2387197 h 5599766"/>
              <a:gd name="connsiteX9885" fmla="*/ 6741967 w 10321503"/>
              <a:gd name="connsiteY9885" fmla="*/ 2387197 h 5599766"/>
              <a:gd name="connsiteX9886" fmla="*/ 6741354 w 10321503"/>
              <a:gd name="connsiteY9886" fmla="*/ 2386839 h 5599766"/>
              <a:gd name="connsiteX9887" fmla="*/ 6737823 w 10321503"/>
              <a:gd name="connsiteY9887" fmla="*/ 2380697 h 5599766"/>
              <a:gd name="connsiteX9888" fmla="*/ 6737823 w 10321503"/>
              <a:gd name="connsiteY9888" fmla="*/ 2380032 h 5599766"/>
              <a:gd name="connsiteX9889" fmla="*/ 6741354 w 10321503"/>
              <a:gd name="connsiteY9889" fmla="*/ 2373890 h 5599766"/>
              <a:gd name="connsiteX9890" fmla="*/ 6741967 w 10321503"/>
              <a:gd name="connsiteY9890" fmla="*/ 2373532 h 5599766"/>
              <a:gd name="connsiteX9891" fmla="*/ 6749031 w 10321503"/>
              <a:gd name="connsiteY9891" fmla="*/ 2373532 h 5599766"/>
              <a:gd name="connsiteX9892" fmla="*/ 6749646 w 10321503"/>
              <a:gd name="connsiteY9892" fmla="*/ 2373890 h 5599766"/>
              <a:gd name="connsiteX9893" fmla="*/ 6753177 w 10321503"/>
              <a:gd name="connsiteY9893" fmla="*/ 2380032 h 5599766"/>
              <a:gd name="connsiteX9894" fmla="*/ 6753177 w 10321503"/>
              <a:gd name="connsiteY9894" fmla="*/ 2380697 h 5599766"/>
              <a:gd name="connsiteX9895" fmla="*/ 6749646 w 10321503"/>
              <a:gd name="connsiteY9895" fmla="*/ 2386839 h 5599766"/>
              <a:gd name="connsiteX9896" fmla="*/ 6749031 w 10321503"/>
              <a:gd name="connsiteY9896" fmla="*/ 2387197 h 5599766"/>
              <a:gd name="connsiteX9897" fmla="*/ 6947256 w 10321503"/>
              <a:gd name="connsiteY9897" fmla="*/ 2387197 h 5599766"/>
              <a:gd name="connsiteX9898" fmla="*/ 6940193 w 10321503"/>
              <a:gd name="connsiteY9898" fmla="*/ 2387197 h 5599766"/>
              <a:gd name="connsiteX9899" fmla="*/ 6939578 w 10321503"/>
              <a:gd name="connsiteY9899" fmla="*/ 2386839 h 5599766"/>
              <a:gd name="connsiteX9900" fmla="*/ 6936048 w 10321503"/>
              <a:gd name="connsiteY9900" fmla="*/ 2380697 h 5599766"/>
              <a:gd name="connsiteX9901" fmla="*/ 6936048 w 10321503"/>
              <a:gd name="connsiteY9901" fmla="*/ 2380032 h 5599766"/>
              <a:gd name="connsiteX9902" fmla="*/ 6939578 w 10321503"/>
              <a:gd name="connsiteY9902" fmla="*/ 2373890 h 5599766"/>
              <a:gd name="connsiteX9903" fmla="*/ 6940193 w 10321503"/>
              <a:gd name="connsiteY9903" fmla="*/ 2373532 h 5599766"/>
              <a:gd name="connsiteX9904" fmla="*/ 6947256 w 10321503"/>
              <a:gd name="connsiteY9904" fmla="*/ 2373532 h 5599766"/>
              <a:gd name="connsiteX9905" fmla="*/ 6947870 w 10321503"/>
              <a:gd name="connsiteY9905" fmla="*/ 2373890 h 5599766"/>
              <a:gd name="connsiteX9906" fmla="*/ 6951402 w 10321503"/>
              <a:gd name="connsiteY9906" fmla="*/ 2380032 h 5599766"/>
              <a:gd name="connsiteX9907" fmla="*/ 6951402 w 10321503"/>
              <a:gd name="connsiteY9907" fmla="*/ 2380697 h 5599766"/>
              <a:gd name="connsiteX9908" fmla="*/ 6947870 w 10321503"/>
              <a:gd name="connsiteY9908" fmla="*/ 2386839 h 5599766"/>
              <a:gd name="connsiteX9909" fmla="*/ 6947256 w 10321503"/>
              <a:gd name="connsiteY9909" fmla="*/ 2387197 h 5599766"/>
              <a:gd name="connsiteX9910" fmla="*/ 7145338 w 10321503"/>
              <a:gd name="connsiteY9910" fmla="*/ 2387197 h 5599766"/>
              <a:gd name="connsiteX9911" fmla="*/ 7138274 w 10321503"/>
              <a:gd name="connsiteY9911" fmla="*/ 2387197 h 5599766"/>
              <a:gd name="connsiteX9912" fmla="*/ 7137660 w 10321503"/>
              <a:gd name="connsiteY9912" fmla="*/ 2386839 h 5599766"/>
              <a:gd name="connsiteX9913" fmla="*/ 7134128 w 10321503"/>
              <a:gd name="connsiteY9913" fmla="*/ 2380697 h 5599766"/>
              <a:gd name="connsiteX9914" fmla="*/ 7134128 w 10321503"/>
              <a:gd name="connsiteY9914" fmla="*/ 2380032 h 5599766"/>
              <a:gd name="connsiteX9915" fmla="*/ 7137660 w 10321503"/>
              <a:gd name="connsiteY9915" fmla="*/ 2373890 h 5599766"/>
              <a:gd name="connsiteX9916" fmla="*/ 7138274 w 10321503"/>
              <a:gd name="connsiteY9916" fmla="*/ 2373532 h 5599766"/>
              <a:gd name="connsiteX9917" fmla="*/ 7145338 w 10321503"/>
              <a:gd name="connsiteY9917" fmla="*/ 2373532 h 5599766"/>
              <a:gd name="connsiteX9918" fmla="*/ 7145952 w 10321503"/>
              <a:gd name="connsiteY9918" fmla="*/ 2373890 h 5599766"/>
              <a:gd name="connsiteX9919" fmla="*/ 7149484 w 10321503"/>
              <a:gd name="connsiteY9919" fmla="*/ 2380032 h 5599766"/>
              <a:gd name="connsiteX9920" fmla="*/ 7149484 w 10321503"/>
              <a:gd name="connsiteY9920" fmla="*/ 2380697 h 5599766"/>
              <a:gd name="connsiteX9921" fmla="*/ 7145952 w 10321503"/>
              <a:gd name="connsiteY9921" fmla="*/ 2386839 h 5599766"/>
              <a:gd name="connsiteX9922" fmla="*/ 7145338 w 10321503"/>
              <a:gd name="connsiteY9922" fmla="*/ 2387197 h 5599766"/>
              <a:gd name="connsiteX9923" fmla="*/ 7343533 w 10321503"/>
              <a:gd name="connsiteY9923" fmla="*/ 2387197 h 5599766"/>
              <a:gd name="connsiteX9924" fmla="*/ 7336468 w 10321503"/>
              <a:gd name="connsiteY9924" fmla="*/ 2387197 h 5599766"/>
              <a:gd name="connsiteX9925" fmla="*/ 7335855 w 10321503"/>
              <a:gd name="connsiteY9925" fmla="*/ 2386839 h 5599766"/>
              <a:gd name="connsiteX9926" fmla="*/ 7332323 w 10321503"/>
              <a:gd name="connsiteY9926" fmla="*/ 2380697 h 5599766"/>
              <a:gd name="connsiteX9927" fmla="*/ 7332323 w 10321503"/>
              <a:gd name="connsiteY9927" fmla="*/ 2380032 h 5599766"/>
              <a:gd name="connsiteX9928" fmla="*/ 7335855 w 10321503"/>
              <a:gd name="connsiteY9928" fmla="*/ 2373890 h 5599766"/>
              <a:gd name="connsiteX9929" fmla="*/ 7336468 w 10321503"/>
              <a:gd name="connsiteY9929" fmla="*/ 2373532 h 5599766"/>
              <a:gd name="connsiteX9930" fmla="*/ 7343533 w 10321503"/>
              <a:gd name="connsiteY9930" fmla="*/ 2373532 h 5599766"/>
              <a:gd name="connsiteX9931" fmla="*/ 7344148 w 10321503"/>
              <a:gd name="connsiteY9931" fmla="*/ 2373890 h 5599766"/>
              <a:gd name="connsiteX9932" fmla="*/ 7347678 w 10321503"/>
              <a:gd name="connsiteY9932" fmla="*/ 2380032 h 5599766"/>
              <a:gd name="connsiteX9933" fmla="*/ 7347678 w 10321503"/>
              <a:gd name="connsiteY9933" fmla="*/ 2380697 h 5599766"/>
              <a:gd name="connsiteX9934" fmla="*/ 7344148 w 10321503"/>
              <a:gd name="connsiteY9934" fmla="*/ 2386839 h 5599766"/>
              <a:gd name="connsiteX9935" fmla="*/ 7343533 w 10321503"/>
              <a:gd name="connsiteY9935" fmla="*/ 2387197 h 5599766"/>
              <a:gd name="connsiteX9936" fmla="*/ 7541880 w 10321503"/>
              <a:gd name="connsiteY9936" fmla="*/ 2387197 h 5599766"/>
              <a:gd name="connsiteX9937" fmla="*/ 7534817 w 10321503"/>
              <a:gd name="connsiteY9937" fmla="*/ 2387197 h 5599766"/>
              <a:gd name="connsiteX9938" fmla="*/ 7534203 w 10321503"/>
              <a:gd name="connsiteY9938" fmla="*/ 2386839 h 5599766"/>
              <a:gd name="connsiteX9939" fmla="*/ 7530671 w 10321503"/>
              <a:gd name="connsiteY9939" fmla="*/ 2380697 h 5599766"/>
              <a:gd name="connsiteX9940" fmla="*/ 7530671 w 10321503"/>
              <a:gd name="connsiteY9940" fmla="*/ 2380032 h 5599766"/>
              <a:gd name="connsiteX9941" fmla="*/ 7534203 w 10321503"/>
              <a:gd name="connsiteY9941" fmla="*/ 2373890 h 5599766"/>
              <a:gd name="connsiteX9942" fmla="*/ 7534817 w 10321503"/>
              <a:gd name="connsiteY9942" fmla="*/ 2373532 h 5599766"/>
              <a:gd name="connsiteX9943" fmla="*/ 7541880 w 10321503"/>
              <a:gd name="connsiteY9943" fmla="*/ 2373532 h 5599766"/>
              <a:gd name="connsiteX9944" fmla="*/ 7542495 w 10321503"/>
              <a:gd name="connsiteY9944" fmla="*/ 2373890 h 5599766"/>
              <a:gd name="connsiteX9945" fmla="*/ 7546026 w 10321503"/>
              <a:gd name="connsiteY9945" fmla="*/ 2380032 h 5599766"/>
              <a:gd name="connsiteX9946" fmla="*/ 7546026 w 10321503"/>
              <a:gd name="connsiteY9946" fmla="*/ 2380697 h 5599766"/>
              <a:gd name="connsiteX9947" fmla="*/ 7542495 w 10321503"/>
              <a:gd name="connsiteY9947" fmla="*/ 2386839 h 5599766"/>
              <a:gd name="connsiteX9948" fmla="*/ 7541880 w 10321503"/>
              <a:gd name="connsiteY9948" fmla="*/ 2387197 h 5599766"/>
              <a:gd name="connsiteX9949" fmla="*/ 7740022 w 10321503"/>
              <a:gd name="connsiteY9949" fmla="*/ 2387197 h 5599766"/>
              <a:gd name="connsiteX9950" fmla="*/ 7732959 w 10321503"/>
              <a:gd name="connsiteY9950" fmla="*/ 2387197 h 5599766"/>
              <a:gd name="connsiteX9951" fmla="*/ 7732344 w 10321503"/>
              <a:gd name="connsiteY9951" fmla="*/ 2386839 h 5599766"/>
              <a:gd name="connsiteX9952" fmla="*/ 7728813 w 10321503"/>
              <a:gd name="connsiteY9952" fmla="*/ 2380697 h 5599766"/>
              <a:gd name="connsiteX9953" fmla="*/ 7728813 w 10321503"/>
              <a:gd name="connsiteY9953" fmla="*/ 2380032 h 5599766"/>
              <a:gd name="connsiteX9954" fmla="*/ 7732344 w 10321503"/>
              <a:gd name="connsiteY9954" fmla="*/ 2373890 h 5599766"/>
              <a:gd name="connsiteX9955" fmla="*/ 7732959 w 10321503"/>
              <a:gd name="connsiteY9955" fmla="*/ 2373532 h 5599766"/>
              <a:gd name="connsiteX9956" fmla="*/ 7740022 w 10321503"/>
              <a:gd name="connsiteY9956" fmla="*/ 2373532 h 5599766"/>
              <a:gd name="connsiteX9957" fmla="*/ 7740636 w 10321503"/>
              <a:gd name="connsiteY9957" fmla="*/ 2373890 h 5599766"/>
              <a:gd name="connsiteX9958" fmla="*/ 7744168 w 10321503"/>
              <a:gd name="connsiteY9958" fmla="*/ 2380032 h 5599766"/>
              <a:gd name="connsiteX9959" fmla="*/ 7744168 w 10321503"/>
              <a:gd name="connsiteY9959" fmla="*/ 2380697 h 5599766"/>
              <a:gd name="connsiteX9960" fmla="*/ 7740636 w 10321503"/>
              <a:gd name="connsiteY9960" fmla="*/ 2386839 h 5599766"/>
              <a:gd name="connsiteX9961" fmla="*/ 7740022 w 10321503"/>
              <a:gd name="connsiteY9961" fmla="*/ 2387197 h 5599766"/>
              <a:gd name="connsiteX9962" fmla="*/ 7938236 w 10321503"/>
              <a:gd name="connsiteY9962" fmla="*/ 2387197 h 5599766"/>
              <a:gd name="connsiteX9963" fmla="*/ 7931171 w 10321503"/>
              <a:gd name="connsiteY9963" fmla="*/ 2387197 h 5599766"/>
              <a:gd name="connsiteX9964" fmla="*/ 7930557 w 10321503"/>
              <a:gd name="connsiteY9964" fmla="*/ 2386839 h 5599766"/>
              <a:gd name="connsiteX9965" fmla="*/ 7927025 w 10321503"/>
              <a:gd name="connsiteY9965" fmla="*/ 2380697 h 5599766"/>
              <a:gd name="connsiteX9966" fmla="*/ 7927025 w 10321503"/>
              <a:gd name="connsiteY9966" fmla="*/ 2380032 h 5599766"/>
              <a:gd name="connsiteX9967" fmla="*/ 7930557 w 10321503"/>
              <a:gd name="connsiteY9967" fmla="*/ 2373890 h 5599766"/>
              <a:gd name="connsiteX9968" fmla="*/ 7931171 w 10321503"/>
              <a:gd name="connsiteY9968" fmla="*/ 2373532 h 5599766"/>
              <a:gd name="connsiteX9969" fmla="*/ 7938236 w 10321503"/>
              <a:gd name="connsiteY9969" fmla="*/ 2373532 h 5599766"/>
              <a:gd name="connsiteX9970" fmla="*/ 7938850 w 10321503"/>
              <a:gd name="connsiteY9970" fmla="*/ 2373890 h 5599766"/>
              <a:gd name="connsiteX9971" fmla="*/ 7942380 w 10321503"/>
              <a:gd name="connsiteY9971" fmla="*/ 2380032 h 5599766"/>
              <a:gd name="connsiteX9972" fmla="*/ 7942380 w 10321503"/>
              <a:gd name="connsiteY9972" fmla="*/ 2380697 h 5599766"/>
              <a:gd name="connsiteX9973" fmla="*/ 7938850 w 10321503"/>
              <a:gd name="connsiteY9973" fmla="*/ 2386839 h 5599766"/>
              <a:gd name="connsiteX9974" fmla="*/ 7938236 w 10321503"/>
              <a:gd name="connsiteY9974" fmla="*/ 2387197 h 5599766"/>
              <a:gd name="connsiteX9975" fmla="*/ 8136631 w 10321503"/>
              <a:gd name="connsiteY9975" fmla="*/ 2387197 h 5599766"/>
              <a:gd name="connsiteX9976" fmla="*/ 8129567 w 10321503"/>
              <a:gd name="connsiteY9976" fmla="*/ 2387197 h 5599766"/>
              <a:gd name="connsiteX9977" fmla="*/ 8128953 w 10321503"/>
              <a:gd name="connsiteY9977" fmla="*/ 2386839 h 5599766"/>
              <a:gd name="connsiteX9978" fmla="*/ 8125421 w 10321503"/>
              <a:gd name="connsiteY9978" fmla="*/ 2380697 h 5599766"/>
              <a:gd name="connsiteX9979" fmla="*/ 8125421 w 10321503"/>
              <a:gd name="connsiteY9979" fmla="*/ 2380032 h 5599766"/>
              <a:gd name="connsiteX9980" fmla="*/ 8128953 w 10321503"/>
              <a:gd name="connsiteY9980" fmla="*/ 2373890 h 5599766"/>
              <a:gd name="connsiteX9981" fmla="*/ 8129567 w 10321503"/>
              <a:gd name="connsiteY9981" fmla="*/ 2373532 h 5599766"/>
              <a:gd name="connsiteX9982" fmla="*/ 8136631 w 10321503"/>
              <a:gd name="connsiteY9982" fmla="*/ 2373532 h 5599766"/>
              <a:gd name="connsiteX9983" fmla="*/ 8137245 w 10321503"/>
              <a:gd name="connsiteY9983" fmla="*/ 2373890 h 5599766"/>
              <a:gd name="connsiteX9984" fmla="*/ 8140777 w 10321503"/>
              <a:gd name="connsiteY9984" fmla="*/ 2380032 h 5599766"/>
              <a:gd name="connsiteX9985" fmla="*/ 8140777 w 10321503"/>
              <a:gd name="connsiteY9985" fmla="*/ 2380697 h 5599766"/>
              <a:gd name="connsiteX9986" fmla="*/ 8137245 w 10321503"/>
              <a:gd name="connsiteY9986" fmla="*/ 2386839 h 5599766"/>
              <a:gd name="connsiteX9987" fmla="*/ 8136631 w 10321503"/>
              <a:gd name="connsiteY9987" fmla="*/ 2387197 h 5599766"/>
              <a:gd name="connsiteX9988" fmla="*/ 8334806 w 10321503"/>
              <a:gd name="connsiteY9988" fmla="*/ 2387197 h 5599766"/>
              <a:gd name="connsiteX9989" fmla="*/ 8327741 w 10321503"/>
              <a:gd name="connsiteY9989" fmla="*/ 2387197 h 5599766"/>
              <a:gd name="connsiteX9990" fmla="*/ 8327127 w 10321503"/>
              <a:gd name="connsiteY9990" fmla="*/ 2386839 h 5599766"/>
              <a:gd name="connsiteX9991" fmla="*/ 8323597 w 10321503"/>
              <a:gd name="connsiteY9991" fmla="*/ 2380697 h 5599766"/>
              <a:gd name="connsiteX9992" fmla="*/ 8323597 w 10321503"/>
              <a:gd name="connsiteY9992" fmla="*/ 2380032 h 5599766"/>
              <a:gd name="connsiteX9993" fmla="*/ 8327127 w 10321503"/>
              <a:gd name="connsiteY9993" fmla="*/ 2373890 h 5599766"/>
              <a:gd name="connsiteX9994" fmla="*/ 8327741 w 10321503"/>
              <a:gd name="connsiteY9994" fmla="*/ 2373532 h 5599766"/>
              <a:gd name="connsiteX9995" fmla="*/ 8334806 w 10321503"/>
              <a:gd name="connsiteY9995" fmla="*/ 2373532 h 5599766"/>
              <a:gd name="connsiteX9996" fmla="*/ 8335420 w 10321503"/>
              <a:gd name="connsiteY9996" fmla="*/ 2373890 h 5599766"/>
              <a:gd name="connsiteX9997" fmla="*/ 8338950 w 10321503"/>
              <a:gd name="connsiteY9997" fmla="*/ 2380032 h 5599766"/>
              <a:gd name="connsiteX9998" fmla="*/ 8338950 w 10321503"/>
              <a:gd name="connsiteY9998" fmla="*/ 2380697 h 5599766"/>
              <a:gd name="connsiteX9999" fmla="*/ 8335420 w 10321503"/>
              <a:gd name="connsiteY9999" fmla="*/ 2386839 h 5599766"/>
              <a:gd name="connsiteX10000" fmla="*/ 8334806 w 10321503"/>
              <a:gd name="connsiteY10000" fmla="*/ 2387197 h 5599766"/>
              <a:gd name="connsiteX10001" fmla="*/ 8533032 w 10321503"/>
              <a:gd name="connsiteY10001" fmla="*/ 2387197 h 5599766"/>
              <a:gd name="connsiteX10002" fmla="*/ 8525968 w 10321503"/>
              <a:gd name="connsiteY10002" fmla="*/ 2387197 h 5599766"/>
              <a:gd name="connsiteX10003" fmla="*/ 8525353 w 10321503"/>
              <a:gd name="connsiteY10003" fmla="*/ 2386839 h 5599766"/>
              <a:gd name="connsiteX10004" fmla="*/ 8521822 w 10321503"/>
              <a:gd name="connsiteY10004" fmla="*/ 2380697 h 5599766"/>
              <a:gd name="connsiteX10005" fmla="*/ 8521822 w 10321503"/>
              <a:gd name="connsiteY10005" fmla="*/ 2380032 h 5599766"/>
              <a:gd name="connsiteX10006" fmla="*/ 8525353 w 10321503"/>
              <a:gd name="connsiteY10006" fmla="*/ 2373890 h 5599766"/>
              <a:gd name="connsiteX10007" fmla="*/ 8525968 w 10321503"/>
              <a:gd name="connsiteY10007" fmla="*/ 2373532 h 5599766"/>
              <a:gd name="connsiteX10008" fmla="*/ 8533032 w 10321503"/>
              <a:gd name="connsiteY10008" fmla="*/ 2373532 h 5599766"/>
              <a:gd name="connsiteX10009" fmla="*/ 8533646 w 10321503"/>
              <a:gd name="connsiteY10009" fmla="*/ 2373890 h 5599766"/>
              <a:gd name="connsiteX10010" fmla="*/ 8537177 w 10321503"/>
              <a:gd name="connsiteY10010" fmla="*/ 2380032 h 5599766"/>
              <a:gd name="connsiteX10011" fmla="*/ 8537177 w 10321503"/>
              <a:gd name="connsiteY10011" fmla="*/ 2380697 h 5599766"/>
              <a:gd name="connsiteX10012" fmla="*/ 8533646 w 10321503"/>
              <a:gd name="connsiteY10012" fmla="*/ 2386839 h 5599766"/>
              <a:gd name="connsiteX10013" fmla="*/ 8533032 w 10321503"/>
              <a:gd name="connsiteY10013" fmla="*/ 2387197 h 5599766"/>
              <a:gd name="connsiteX10014" fmla="*/ 8731307 w 10321503"/>
              <a:gd name="connsiteY10014" fmla="*/ 2387197 h 5599766"/>
              <a:gd name="connsiteX10015" fmla="*/ 8724245 w 10321503"/>
              <a:gd name="connsiteY10015" fmla="*/ 2387197 h 5599766"/>
              <a:gd name="connsiteX10016" fmla="*/ 8723631 w 10321503"/>
              <a:gd name="connsiteY10016" fmla="*/ 2386839 h 5599766"/>
              <a:gd name="connsiteX10017" fmla="*/ 8720100 w 10321503"/>
              <a:gd name="connsiteY10017" fmla="*/ 2380697 h 5599766"/>
              <a:gd name="connsiteX10018" fmla="*/ 8720100 w 10321503"/>
              <a:gd name="connsiteY10018" fmla="*/ 2380032 h 5599766"/>
              <a:gd name="connsiteX10019" fmla="*/ 8723631 w 10321503"/>
              <a:gd name="connsiteY10019" fmla="*/ 2373890 h 5599766"/>
              <a:gd name="connsiteX10020" fmla="*/ 8724245 w 10321503"/>
              <a:gd name="connsiteY10020" fmla="*/ 2373532 h 5599766"/>
              <a:gd name="connsiteX10021" fmla="*/ 8731307 w 10321503"/>
              <a:gd name="connsiteY10021" fmla="*/ 2373532 h 5599766"/>
              <a:gd name="connsiteX10022" fmla="*/ 8731921 w 10321503"/>
              <a:gd name="connsiteY10022" fmla="*/ 2373890 h 5599766"/>
              <a:gd name="connsiteX10023" fmla="*/ 8735456 w 10321503"/>
              <a:gd name="connsiteY10023" fmla="*/ 2380032 h 5599766"/>
              <a:gd name="connsiteX10024" fmla="*/ 8735456 w 10321503"/>
              <a:gd name="connsiteY10024" fmla="*/ 2380697 h 5599766"/>
              <a:gd name="connsiteX10025" fmla="*/ 8731921 w 10321503"/>
              <a:gd name="connsiteY10025" fmla="*/ 2386839 h 5599766"/>
              <a:gd name="connsiteX10026" fmla="*/ 8731307 w 10321503"/>
              <a:gd name="connsiteY10026" fmla="*/ 2387197 h 5599766"/>
              <a:gd name="connsiteX10027" fmla="*/ 8929513 w 10321503"/>
              <a:gd name="connsiteY10027" fmla="*/ 2387197 h 5599766"/>
              <a:gd name="connsiteX10028" fmla="*/ 8922449 w 10321503"/>
              <a:gd name="connsiteY10028" fmla="*/ 2387197 h 5599766"/>
              <a:gd name="connsiteX10029" fmla="*/ 8921836 w 10321503"/>
              <a:gd name="connsiteY10029" fmla="*/ 2386839 h 5599766"/>
              <a:gd name="connsiteX10030" fmla="*/ 8918303 w 10321503"/>
              <a:gd name="connsiteY10030" fmla="*/ 2380697 h 5599766"/>
              <a:gd name="connsiteX10031" fmla="*/ 8918303 w 10321503"/>
              <a:gd name="connsiteY10031" fmla="*/ 2380032 h 5599766"/>
              <a:gd name="connsiteX10032" fmla="*/ 8921836 w 10321503"/>
              <a:gd name="connsiteY10032" fmla="*/ 2373890 h 5599766"/>
              <a:gd name="connsiteX10033" fmla="*/ 8922449 w 10321503"/>
              <a:gd name="connsiteY10033" fmla="*/ 2373532 h 5599766"/>
              <a:gd name="connsiteX10034" fmla="*/ 8929513 w 10321503"/>
              <a:gd name="connsiteY10034" fmla="*/ 2373532 h 5599766"/>
              <a:gd name="connsiteX10035" fmla="*/ 8930127 w 10321503"/>
              <a:gd name="connsiteY10035" fmla="*/ 2373890 h 5599766"/>
              <a:gd name="connsiteX10036" fmla="*/ 8933658 w 10321503"/>
              <a:gd name="connsiteY10036" fmla="*/ 2380032 h 5599766"/>
              <a:gd name="connsiteX10037" fmla="*/ 8933658 w 10321503"/>
              <a:gd name="connsiteY10037" fmla="*/ 2380697 h 5599766"/>
              <a:gd name="connsiteX10038" fmla="*/ 8930127 w 10321503"/>
              <a:gd name="connsiteY10038" fmla="*/ 2386839 h 5599766"/>
              <a:gd name="connsiteX10039" fmla="*/ 8929513 w 10321503"/>
              <a:gd name="connsiteY10039" fmla="*/ 2387197 h 5599766"/>
              <a:gd name="connsiteX10040" fmla="*/ 9127788 w 10321503"/>
              <a:gd name="connsiteY10040" fmla="*/ 2387197 h 5599766"/>
              <a:gd name="connsiteX10041" fmla="*/ 9120726 w 10321503"/>
              <a:gd name="connsiteY10041" fmla="*/ 2387197 h 5599766"/>
              <a:gd name="connsiteX10042" fmla="*/ 9120112 w 10321503"/>
              <a:gd name="connsiteY10042" fmla="*/ 2386839 h 5599766"/>
              <a:gd name="connsiteX10043" fmla="*/ 9116580 w 10321503"/>
              <a:gd name="connsiteY10043" fmla="*/ 2380697 h 5599766"/>
              <a:gd name="connsiteX10044" fmla="*/ 9116580 w 10321503"/>
              <a:gd name="connsiteY10044" fmla="*/ 2380032 h 5599766"/>
              <a:gd name="connsiteX10045" fmla="*/ 9120112 w 10321503"/>
              <a:gd name="connsiteY10045" fmla="*/ 2373890 h 5599766"/>
              <a:gd name="connsiteX10046" fmla="*/ 9120726 w 10321503"/>
              <a:gd name="connsiteY10046" fmla="*/ 2373532 h 5599766"/>
              <a:gd name="connsiteX10047" fmla="*/ 9127788 w 10321503"/>
              <a:gd name="connsiteY10047" fmla="*/ 2373532 h 5599766"/>
              <a:gd name="connsiteX10048" fmla="*/ 9128402 w 10321503"/>
              <a:gd name="connsiteY10048" fmla="*/ 2373890 h 5599766"/>
              <a:gd name="connsiteX10049" fmla="*/ 9131935 w 10321503"/>
              <a:gd name="connsiteY10049" fmla="*/ 2380032 h 5599766"/>
              <a:gd name="connsiteX10050" fmla="*/ 9131935 w 10321503"/>
              <a:gd name="connsiteY10050" fmla="*/ 2380697 h 5599766"/>
              <a:gd name="connsiteX10051" fmla="*/ 9128402 w 10321503"/>
              <a:gd name="connsiteY10051" fmla="*/ 2386839 h 5599766"/>
              <a:gd name="connsiteX10052" fmla="*/ 9127788 w 10321503"/>
              <a:gd name="connsiteY10052" fmla="*/ 2387197 h 5599766"/>
              <a:gd name="connsiteX10053" fmla="*/ 9325971 w 10321503"/>
              <a:gd name="connsiteY10053" fmla="*/ 2387197 h 5599766"/>
              <a:gd name="connsiteX10054" fmla="*/ 9318908 w 10321503"/>
              <a:gd name="connsiteY10054" fmla="*/ 2387197 h 5599766"/>
              <a:gd name="connsiteX10055" fmla="*/ 9318292 w 10321503"/>
              <a:gd name="connsiteY10055" fmla="*/ 2386839 h 5599766"/>
              <a:gd name="connsiteX10056" fmla="*/ 9314762 w 10321503"/>
              <a:gd name="connsiteY10056" fmla="*/ 2380697 h 5599766"/>
              <a:gd name="connsiteX10057" fmla="*/ 9314762 w 10321503"/>
              <a:gd name="connsiteY10057" fmla="*/ 2380032 h 5599766"/>
              <a:gd name="connsiteX10058" fmla="*/ 9318292 w 10321503"/>
              <a:gd name="connsiteY10058" fmla="*/ 2373890 h 5599766"/>
              <a:gd name="connsiteX10059" fmla="*/ 9318908 w 10321503"/>
              <a:gd name="connsiteY10059" fmla="*/ 2373532 h 5599766"/>
              <a:gd name="connsiteX10060" fmla="*/ 9325971 w 10321503"/>
              <a:gd name="connsiteY10060" fmla="*/ 2373532 h 5599766"/>
              <a:gd name="connsiteX10061" fmla="*/ 9326585 w 10321503"/>
              <a:gd name="connsiteY10061" fmla="*/ 2373890 h 5599766"/>
              <a:gd name="connsiteX10062" fmla="*/ 9330116 w 10321503"/>
              <a:gd name="connsiteY10062" fmla="*/ 2380032 h 5599766"/>
              <a:gd name="connsiteX10063" fmla="*/ 9330116 w 10321503"/>
              <a:gd name="connsiteY10063" fmla="*/ 2380697 h 5599766"/>
              <a:gd name="connsiteX10064" fmla="*/ 9326585 w 10321503"/>
              <a:gd name="connsiteY10064" fmla="*/ 2386839 h 5599766"/>
              <a:gd name="connsiteX10065" fmla="*/ 9325971 w 10321503"/>
              <a:gd name="connsiteY10065" fmla="*/ 2387197 h 5599766"/>
              <a:gd name="connsiteX10066" fmla="*/ 9524282 w 10321503"/>
              <a:gd name="connsiteY10066" fmla="*/ 2387197 h 5599766"/>
              <a:gd name="connsiteX10067" fmla="*/ 9517219 w 10321503"/>
              <a:gd name="connsiteY10067" fmla="*/ 2387197 h 5599766"/>
              <a:gd name="connsiteX10068" fmla="*/ 9516605 w 10321503"/>
              <a:gd name="connsiteY10068" fmla="*/ 2386839 h 5599766"/>
              <a:gd name="connsiteX10069" fmla="*/ 9513074 w 10321503"/>
              <a:gd name="connsiteY10069" fmla="*/ 2380697 h 5599766"/>
              <a:gd name="connsiteX10070" fmla="*/ 9513074 w 10321503"/>
              <a:gd name="connsiteY10070" fmla="*/ 2380032 h 5599766"/>
              <a:gd name="connsiteX10071" fmla="*/ 9516605 w 10321503"/>
              <a:gd name="connsiteY10071" fmla="*/ 2373890 h 5599766"/>
              <a:gd name="connsiteX10072" fmla="*/ 9517219 w 10321503"/>
              <a:gd name="connsiteY10072" fmla="*/ 2373532 h 5599766"/>
              <a:gd name="connsiteX10073" fmla="*/ 9524282 w 10321503"/>
              <a:gd name="connsiteY10073" fmla="*/ 2373532 h 5599766"/>
              <a:gd name="connsiteX10074" fmla="*/ 9524896 w 10321503"/>
              <a:gd name="connsiteY10074" fmla="*/ 2373890 h 5599766"/>
              <a:gd name="connsiteX10075" fmla="*/ 9528429 w 10321503"/>
              <a:gd name="connsiteY10075" fmla="*/ 2380032 h 5599766"/>
              <a:gd name="connsiteX10076" fmla="*/ 9528429 w 10321503"/>
              <a:gd name="connsiteY10076" fmla="*/ 2380697 h 5599766"/>
              <a:gd name="connsiteX10077" fmla="*/ 9524896 w 10321503"/>
              <a:gd name="connsiteY10077" fmla="*/ 2386839 h 5599766"/>
              <a:gd name="connsiteX10078" fmla="*/ 9524282 w 10321503"/>
              <a:gd name="connsiteY10078" fmla="*/ 2387197 h 5599766"/>
              <a:gd name="connsiteX10079" fmla="*/ 9722574 w 10321503"/>
              <a:gd name="connsiteY10079" fmla="*/ 2387197 h 5599766"/>
              <a:gd name="connsiteX10080" fmla="*/ 9715511 w 10321503"/>
              <a:gd name="connsiteY10080" fmla="*/ 2387197 h 5599766"/>
              <a:gd name="connsiteX10081" fmla="*/ 9714897 w 10321503"/>
              <a:gd name="connsiteY10081" fmla="*/ 2386839 h 5599766"/>
              <a:gd name="connsiteX10082" fmla="*/ 9711365 w 10321503"/>
              <a:gd name="connsiteY10082" fmla="*/ 2380697 h 5599766"/>
              <a:gd name="connsiteX10083" fmla="*/ 9711365 w 10321503"/>
              <a:gd name="connsiteY10083" fmla="*/ 2380032 h 5599766"/>
              <a:gd name="connsiteX10084" fmla="*/ 9714897 w 10321503"/>
              <a:gd name="connsiteY10084" fmla="*/ 2373890 h 5599766"/>
              <a:gd name="connsiteX10085" fmla="*/ 9715511 w 10321503"/>
              <a:gd name="connsiteY10085" fmla="*/ 2373532 h 5599766"/>
              <a:gd name="connsiteX10086" fmla="*/ 9722574 w 10321503"/>
              <a:gd name="connsiteY10086" fmla="*/ 2373532 h 5599766"/>
              <a:gd name="connsiteX10087" fmla="*/ 9723188 w 10321503"/>
              <a:gd name="connsiteY10087" fmla="*/ 2373890 h 5599766"/>
              <a:gd name="connsiteX10088" fmla="*/ 9726720 w 10321503"/>
              <a:gd name="connsiteY10088" fmla="*/ 2380032 h 5599766"/>
              <a:gd name="connsiteX10089" fmla="*/ 9726720 w 10321503"/>
              <a:gd name="connsiteY10089" fmla="*/ 2380697 h 5599766"/>
              <a:gd name="connsiteX10090" fmla="*/ 9723188 w 10321503"/>
              <a:gd name="connsiteY10090" fmla="*/ 2386839 h 5599766"/>
              <a:gd name="connsiteX10091" fmla="*/ 9722574 w 10321503"/>
              <a:gd name="connsiteY10091" fmla="*/ 2387197 h 5599766"/>
              <a:gd name="connsiteX10092" fmla="*/ 9920729 w 10321503"/>
              <a:gd name="connsiteY10092" fmla="*/ 2387197 h 5599766"/>
              <a:gd name="connsiteX10093" fmla="*/ 9913666 w 10321503"/>
              <a:gd name="connsiteY10093" fmla="*/ 2387197 h 5599766"/>
              <a:gd name="connsiteX10094" fmla="*/ 9913052 w 10321503"/>
              <a:gd name="connsiteY10094" fmla="*/ 2386839 h 5599766"/>
              <a:gd name="connsiteX10095" fmla="*/ 9909520 w 10321503"/>
              <a:gd name="connsiteY10095" fmla="*/ 2380697 h 5599766"/>
              <a:gd name="connsiteX10096" fmla="*/ 9909520 w 10321503"/>
              <a:gd name="connsiteY10096" fmla="*/ 2380032 h 5599766"/>
              <a:gd name="connsiteX10097" fmla="*/ 9913052 w 10321503"/>
              <a:gd name="connsiteY10097" fmla="*/ 2373890 h 5599766"/>
              <a:gd name="connsiteX10098" fmla="*/ 9913666 w 10321503"/>
              <a:gd name="connsiteY10098" fmla="*/ 2373532 h 5599766"/>
              <a:gd name="connsiteX10099" fmla="*/ 9920729 w 10321503"/>
              <a:gd name="connsiteY10099" fmla="*/ 2373532 h 5599766"/>
              <a:gd name="connsiteX10100" fmla="*/ 9921342 w 10321503"/>
              <a:gd name="connsiteY10100" fmla="*/ 2373890 h 5599766"/>
              <a:gd name="connsiteX10101" fmla="*/ 9924875 w 10321503"/>
              <a:gd name="connsiteY10101" fmla="*/ 2380032 h 5599766"/>
              <a:gd name="connsiteX10102" fmla="*/ 9924875 w 10321503"/>
              <a:gd name="connsiteY10102" fmla="*/ 2380697 h 5599766"/>
              <a:gd name="connsiteX10103" fmla="*/ 9921342 w 10321503"/>
              <a:gd name="connsiteY10103" fmla="*/ 2386839 h 5599766"/>
              <a:gd name="connsiteX10104" fmla="*/ 9920729 w 10321503"/>
              <a:gd name="connsiteY10104" fmla="*/ 2387197 h 5599766"/>
              <a:gd name="connsiteX10105" fmla="*/ 10118979 w 10321503"/>
              <a:gd name="connsiteY10105" fmla="*/ 2387197 h 5599766"/>
              <a:gd name="connsiteX10106" fmla="*/ 10111917 w 10321503"/>
              <a:gd name="connsiteY10106" fmla="*/ 2387197 h 5599766"/>
              <a:gd name="connsiteX10107" fmla="*/ 10111302 w 10321503"/>
              <a:gd name="connsiteY10107" fmla="*/ 2386839 h 5599766"/>
              <a:gd name="connsiteX10108" fmla="*/ 10107771 w 10321503"/>
              <a:gd name="connsiteY10108" fmla="*/ 2380697 h 5599766"/>
              <a:gd name="connsiteX10109" fmla="*/ 10107771 w 10321503"/>
              <a:gd name="connsiteY10109" fmla="*/ 2380032 h 5599766"/>
              <a:gd name="connsiteX10110" fmla="*/ 10111302 w 10321503"/>
              <a:gd name="connsiteY10110" fmla="*/ 2373890 h 5599766"/>
              <a:gd name="connsiteX10111" fmla="*/ 10111917 w 10321503"/>
              <a:gd name="connsiteY10111" fmla="*/ 2373532 h 5599766"/>
              <a:gd name="connsiteX10112" fmla="*/ 10118979 w 10321503"/>
              <a:gd name="connsiteY10112" fmla="*/ 2373532 h 5599766"/>
              <a:gd name="connsiteX10113" fmla="*/ 10119594 w 10321503"/>
              <a:gd name="connsiteY10113" fmla="*/ 2373890 h 5599766"/>
              <a:gd name="connsiteX10114" fmla="*/ 10123126 w 10321503"/>
              <a:gd name="connsiteY10114" fmla="*/ 2380032 h 5599766"/>
              <a:gd name="connsiteX10115" fmla="*/ 10123126 w 10321503"/>
              <a:gd name="connsiteY10115" fmla="*/ 2380697 h 5599766"/>
              <a:gd name="connsiteX10116" fmla="*/ 10119594 w 10321503"/>
              <a:gd name="connsiteY10116" fmla="*/ 2386839 h 5599766"/>
              <a:gd name="connsiteX10117" fmla="*/ 10118979 w 10321503"/>
              <a:gd name="connsiteY10117" fmla="*/ 2387197 h 5599766"/>
              <a:gd name="connsiteX10118" fmla="*/ 10317256 w 10321503"/>
              <a:gd name="connsiteY10118" fmla="*/ 2387197 h 5599766"/>
              <a:gd name="connsiteX10119" fmla="*/ 10310193 w 10321503"/>
              <a:gd name="connsiteY10119" fmla="*/ 2387197 h 5599766"/>
              <a:gd name="connsiteX10120" fmla="*/ 10309580 w 10321503"/>
              <a:gd name="connsiteY10120" fmla="*/ 2386839 h 5599766"/>
              <a:gd name="connsiteX10121" fmla="*/ 10306048 w 10321503"/>
              <a:gd name="connsiteY10121" fmla="*/ 2380697 h 5599766"/>
              <a:gd name="connsiteX10122" fmla="*/ 10306048 w 10321503"/>
              <a:gd name="connsiteY10122" fmla="*/ 2380032 h 5599766"/>
              <a:gd name="connsiteX10123" fmla="*/ 10309580 w 10321503"/>
              <a:gd name="connsiteY10123" fmla="*/ 2373890 h 5599766"/>
              <a:gd name="connsiteX10124" fmla="*/ 10310193 w 10321503"/>
              <a:gd name="connsiteY10124" fmla="*/ 2373532 h 5599766"/>
              <a:gd name="connsiteX10125" fmla="*/ 10317256 w 10321503"/>
              <a:gd name="connsiteY10125" fmla="*/ 2373532 h 5599766"/>
              <a:gd name="connsiteX10126" fmla="*/ 10317871 w 10321503"/>
              <a:gd name="connsiteY10126" fmla="*/ 2373890 h 5599766"/>
              <a:gd name="connsiteX10127" fmla="*/ 10321403 w 10321503"/>
              <a:gd name="connsiteY10127" fmla="*/ 2380032 h 5599766"/>
              <a:gd name="connsiteX10128" fmla="*/ 10321403 w 10321503"/>
              <a:gd name="connsiteY10128" fmla="*/ 2380697 h 5599766"/>
              <a:gd name="connsiteX10129" fmla="*/ 10317871 w 10321503"/>
              <a:gd name="connsiteY10129" fmla="*/ 2386839 h 5599766"/>
              <a:gd name="connsiteX10130" fmla="*/ 10317256 w 10321503"/>
              <a:gd name="connsiteY10130" fmla="*/ 2387197 h 5599766"/>
              <a:gd name="connsiteX10131" fmla="*/ 11254 w 10321503"/>
              <a:gd name="connsiteY10131" fmla="*/ 2550510 h 5599766"/>
              <a:gd name="connsiteX10132" fmla="*/ 4192 w 10321503"/>
              <a:gd name="connsiteY10132" fmla="*/ 2550510 h 5599766"/>
              <a:gd name="connsiteX10133" fmla="*/ 3578 w 10321503"/>
              <a:gd name="connsiteY10133" fmla="*/ 2550152 h 5599766"/>
              <a:gd name="connsiteX10134" fmla="*/ 46 w 10321503"/>
              <a:gd name="connsiteY10134" fmla="*/ 2544009 h 5599766"/>
              <a:gd name="connsiteX10135" fmla="*/ 46 w 10321503"/>
              <a:gd name="connsiteY10135" fmla="*/ 2543345 h 5599766"/>
              <a:gd name="connsiteX10136" fmla="*/ 3578 w 10321503"/>
              <a:gd name="connsiteY10136" fmla="*/ 2537203 h 5599766"/>
              <a:gd name="connsiteX10137" fmla="*/ 4192 w 10321503"/>
              <a:gd name="connsiteY10137" fmla="*/ 2536844 h 5599766"/>
              <a:gd name="connsiteX10138" fmla="*/ 11254 w 10321503"/>
              <a:gd name="connsiteY10138" fmla="*/ 2536844 h 5599766"/>
              <a:gd name="connsiteX10139" fmla="*/ 11868 w 10321503"/>
              <a:gd name="connsiteY10139" fmla="*/ 2537203 h 5599766"/>
              <a:gd name="connsiteX10140" fmla="*/ 15400 w 10321503"/>
              <a:gd name="connsiteY10140" fmla="*/ 2543345 h 5599766"/>
              <a:gd name="connsiteX10141" fmla="*/ 15400 w 10321503"/>
              <a:gd name="connsiteY10141" fmla="*/ 2544009 h 5599766"/>
              <a:gd name="connsiteX10142" fmla="*/ 11868 w 10321503"/>
              <a:gd name="connsiteY10142" fmla="*/ 2550152 h 5599766"/>
              <a:gd name="connsiteX10143" fmla="*/ 11254 w 10321503"/>
              <a:gd name="connsiteY10143" fmla="*/ 2550510 h 5599766"/>
              <a:gd name="connsiteX10144" fmla="*/ 209480 w 10321503"/>
              <a:gd name="connsiteY10144" fmla="*/ 2550510 h 5599766"/>
              <a:gd name="connsiteX10145" fmla="*/ 202416 w 10321503"/>
              <a:gd name="connsiteY10145" fmla="*/ 2550510 h 5599766"/>
              <a:gd name="connsiteX10146" fmla="*/ 201803 w 10321503"/>
              <a:gd name="connsiteY10146" fmla="*/ 2550152 h 5599766"/>
              <a:gd name="connsiteX10147" fmla="*/ 198270 w 10321503"/>
              <a:gd name="connsiteY10147" fmla="*/ 2544009 h 5599766"/>
              <a:gd name="connsiteX10148" fmla="*/ 198270 w 10321503"/>
              <a:gd name="connsiteY10148" fmla="*/ 2543345 h 5599766"/>
              <a:gd name="connsiteX10149" fmla="*/ 201803 w 10321503"/>
              <a:gd name="connsiteY10149" fmla="*/ 2537203 h 5599766"/>
              <a:gd name="connsiteX10150" fmla="*/ 202416 w 10321503"/>
              <a:gd name="connsiteY10150" fmla="*/ 2536844 h 5599766"/>
              <a:gd name="connsiteX10151" fmla="*/ 209480 w 10321503"/>
              <a:gd name="connsiteY10151" fmla="*/ 2536844 h 5599766"/>
              <a:gd name="connsiteX10152" fmla="*/ 210094 w 10321503"/>
              <a:gd name="connsiteY10152" fmla="*/ 2537203 h 5599766"/>
              <a:gd name="connsiteX10153" fmla="*/ 213625 w 10321503"/>
              <a:gd name="connsiteY10153" fmla="*/ 2543345 h 5599766"/>
              <a:gd name="connsiteX10154" fmla="*/ 213625 w 10321503"/>
              <a:gd name="connsiteY10154" fmla="*/ 2544009 h 5599766"/>
              <a:gd name="connsiteX10155" fmla="*/ 210094 w 10321503"/>
              <a:gd name="connsiteY10155" fmla="*/ 2550152 h 5599766"/>
              <a:gd name="connsiteX10156" fmla="*/ 209480 w 10321503"/>
              <a:gd name="connsiteY10156" fmla="*/ 2550510 h 5599766"/>
              <a:gd name="connsiteX10157" fmla="*/ 407754 w 10321503"/>
              <a:gd name="connsiteY10157" fmla="*/ 2550510 h 5599766"/>
              <a:gd name="connsiteX10158" fmla="*/ 400692 w 10321503"/>
              <a:gd name="connsiteY10158" fmla="*/ 2550510 h 5599766"/>
              <a:gd name="connsiteX10159" fmla="*/ 400078 w 10321503"/>
              <a:gd name="connsiteY10159" fmla="*/ 2550152 h 5599766"/>
              <a:gd name="connsiteX10160" fmla="*/ 396546 w 10321503"/>
              <a:gd name="connsiteY10160" fmla="*/ 2544009 h 5599766"/>
              <a:gd name="connsiteX10161" fmla="*/ 396546 w 10321503"/>
              <a:gd name="connsiteY10161" fmla="*/ 2543345 h 5599766"/>
              <a:gd name="connsiteX10162" fmla="*/ 400078 w 10321503"/>
              <a:gd name="connsiteY10162" fmla="*/ 2537203 h 5599766"/>
              <a:gd name="connsiteX10163" fmla="*/ 400692 w 10321503"/>
              <a:gd name="connsiteY10163" fmla="*/ 2536844 h 5599766"/>
              <a:gd name="connsiteX10164" fmla="*/ 407754 w 10321503"/>
              <a:gd name="connsiteY10164" fmla="*/ 2536844 h 5599766"/>
              <a:gd name="connsiteX10165" fmla="*/ 408369 w 10321503"/>
              <a:gd name="connsiteY10165" fmla="*/ 2537203 h 5599766"/>
              <a:gd name="connsiteX10166" fmla="*/ 411900 w 10321503"/>
              <a:gd name="connsiteY10166" fmla="*/ 2543345 h 5599766"/>
              <a:gd name="connsiteX10167" fmla="*/ 411900 w 10321503"/>
              <a:gd name="connsiteY10167" fmla="*/ 2544009 h 5599766"/>
              <a:gd name="connsiteX10168" fmla="*/ 408369 w 10321503"/>
              <a:gd name="connsiteY10168" fmla="*/ 2550152 h 5599766"/>
              <a:gd name="connsiteX10169" fmla="*/ 407754 w 10321503"/>
              <a:gd name="connsiteY10169" fmla="*/ 2550510 h 5599766"/>
              <a:gd name="connsiteX10170" fmla="*/ 605979 w 10321503"/>
              <a:gd name="connsiteY10170" fmla="*/ 2550510 h 5599766"/>
              <a:gd name="connsiteX10171" fmla="*/ 598916 w 10321503"/>
              <a:gd name="connsiteY10171" fmla="*/ 2550510 h 5599766"/>
              <a:gd name="connsiteX10172" fmla="*/ 598302 w 10321503"/>
              <a:gd name="connsiteY10172" fmla="*/ 2550152 h 5599766"/>
              <a:gd name="connsiteX10173" fmla="*/ 594770 w 10321503"/>
              <a:gd name="connsiteY10173" fmla="*/ 2544009 h 5599766"/>
              <a:gd name="connsiteX10174" fmla="*/ 594770 w 10321503"/>
              <a:gd name="connsiteY10174" fmla="*/ 2543345 h 5599766"/>
              <a:gd name="connsiteX10175" fmla="*/ 598302 w 10321503"/>
              <a:gd name="connsiteY10175" fmla="*/ 2537203 h 5599766"/>
              <a:gd name="connsiteX10176" fmla="*/ 598916 w 10321503"/>
              <a:gd name="connsiteY10176" fmla="*/ 2536844 h 5599766"/>
              <a:gd name="connsiteX10177" fmla="*/ 605979 w 10321503"/>
              <a:gd name="connsiteY10177" fmla="*/ 2536844 h 5599766"/>
              <a:gd name="connsiteX10178" fmla="*/ 606593 w 10321503"/>
              <a:gd name="connsiteY10178" fmla="*/ 2537203 h 5599766"/>
              <a:gd name="connsiteX10179" fmla="*/ 610125 w 10321503"/>
              <a:gd name="connsiteY10179" fmla="*/ 2543345 h 5599766"/>
              <a:gd name="connsiteX10180" fmla="*/ 610125 w 10321503"/>
              <a:gd name="connsiteY10180" fmla="*/ 2544009 h 5599766"/>
              <a:gd name="connsiteX10181" fmla="*/ 606593 w 10321503"/>
              <a:gd name="connsiteY10181" fmla="*/ 2550152 h 5599766"/>
              <a:gd name="connsiteX10182" fmla="*/ 605979 w 10321503"/>
              <a:gd name="connsiteY10182" fmla="*/ 2550510 h 5599766"/>
              <a:gd name="connsiteX10183" fmla="*/ 804204 w 10321503"/>
              <a:gd name="connsiteY10183" fmla="*/ 2550510 h 5599766"/>
              <a:gd name="connsiteX10184" fmla="*/ 797140 w 10321503"/>
              <a:gd name="connsiteY10184" fmla="*/ 2550510 h 5599766"/>
              <a:gd name="connsiteX10185" fmla="*/ 796526 w 10321503"/>
              <a:gd name="connsiteY10185" fmla="*/ 2550152 h 5599766"/>
              <a:gd name="connsiteX10186" fmla="*/ 792995 w 10321503"/>
              <a:gd name="connsiteY10186" fmla="*/ 2544009 h 5599766"/>
              <a:gd name="connsiteX10187" fmla="*/ 792995 w 10321503"/>
              <a:gd name="connsiteY10187" fmla="*/ 2543345 h 5599766"/>
              <a:gd name="connsiteX10188" fmla="*/ 796526 w 10321503"/>
              <a:gd name="connsiteY10188" fmla="*/ 2537203 h 5599766"/>
              <a:gd name="connsiteX10189" fmla="*/ 797140 w 10321503"/>
              <a:gd name="connsiteY10189" fmla="*/ 2536844 h 5599766"/>
              <a:gd name="connsiteX10190" fmla="*/ 804204 w 10321503"/>
              <a:gd name="connsiteY10190" fmla="*/ 2536844 h 5599766"/>
              <a:gd name="connsiteX10191" fmla="*/ 804818 w 10321503"/>
              <a:gd name="connsiteY10191" fmla="*/ 2537203 h 5599766"/>
              <a:gd name="connsiteX10192" fmla="*/ 808350 w 10321503"/>
              <a:gd name="connsiteY10192" fmla="*/ 2543345 h 5599766"/>
              <a:gd name="connsiteX10193" fmla="*/ 808350 w 10321503"/>
              <a:gd name="connsiteY10193" fmla="*/ 2544009 h 5599766"/>
              <a:gd name="connsiteX10194" fmla="*/ 804818 w 10321503"/>
              <a:gd name="connsiteY10194" fmla="*/ 2550152 h 5599766"/>
              <a:gd name="connsiteX10195" fmla="*/ 804204 w 10321503"/>
              <a:gd name="connsiteY10195" fmla="*/ 2550510 h 5599766"/>
              <a:gd name="connsiteX10196" fmla="*/ 1002428 w 10321503"/>
              <a:gd name="connsiteY10196" fmla="*/ 2550510 h 5599766"/>
              <a:gd name="connsiteX10197" fmla="*/ 995366 w 10321503"/>
              <a:gd name="connsiteY10197" fmla="*/ 2550510 h 5599766"/>
              <a:gd name="connsiteX10198" fmla="*/ 994752 w 10321503"/>
              <a:gd name="connsiteY10198" fmla="*/ 2550152 h 5599766"/>
              <a:gd name="connsiteX10199" fmla="*/ 991220 w 10321503"/>
              <a:gd name="connsiteY10199" fmla="*/ 2544009 h 5599766"/>
              <a:gd name="connsiteX10200" fmla="*/ 991220 w 10321503"/>
              <a:gd name="connsiteY10200" fmla="*/ 2543345 h 5599766"/>
              <a:gd name="connsiteX10201" fmla="*/ 994752 w 10321503"/>
              <a:gd name="connsiteY10201" fmla="*/ 2537203 h 5599766"/>
              <a:gd name="connsiteX10202" fmla="*/ 995366 w 10321503"/>
              <a:gd name="connsiteY10202" fmla="*/ 2536844 h 5599766"/>
              <a:gd name="connsiteX10203" fmla="*/ 1002428 w 10321503"/>
              <a:gd name="connsiteY10203" fmla="*/ 2536844 h 5599766"/>
              <a:gd name="connsiteX10204" fmla="*/ 1003042 w 10321503"/>
              <a:gd name="connsiteY10204" fmla="*/ 2537203 h 5599766"/>
              <a:gd name="connsiteX10205" fmla="*/ 1006574 w 10321503"/>
              <a:gd name="connsiteY10205" fmla="*/ 2543345 h 5599766"/>
              <a:gd name="connsiteX10206" fmla="*/ 1006574 w 10321503"/>
              <a:gd name="connsiteY10206" fmla="*/ 2544009 h 5599766"/>
              <a:gd name="connsiteX10207" fmla="*/ 1003042 w 10321503"/>
              <a:gd name="connsiteY10207" fmla="*/ 2550152 h 5599766"/>
              <a:gd name="connsiteX10208" fmla="*/ 1002428 w 10321503"/>
              <a:gd name="connsiteY10208" fmla="*/ 2550510 h 5599766"/>
              <a:gd name="connsiteX10209" fmla="*/ 1200704 w 10321503"/>
              <a:gd name="connsiteY10209" fmla="*/ 2550510 h 5599766"/>
              <a:gd name="connsiteX10210" fmla="*/ 1193642 w 10321503"/>
              <a:gd name="connsiteY10210" fmla="*/ 2550510 h 5599766"/>
              <a:gd name="connsiteX10211" fmla="*/ 1193028 w 10321503"/>
              <a:gd name="connsiteY10211" fmla="*/ 2550152 h 5599766"/>
              <a:gd name="connsiteX10212" fmla="*/ 1189495 w 10321503"/>
              <a:gd name="connsiteY10212" fmla="*/ 2544009 h 5599766"/>
              <a:gd name="connsiteX10213" fmla="*/ 1189495 w 10321503"/>
              <a:gd name="connsiteY10213" fmla="*/ 2543345 h 5599766"/>
              <a:gd name="connsiteX10214" fmla="*/ 1193028 w 10321503"/>
              <a:gd name="connsiteY10214" fmla="*/ 2537203 h 5599766"/>
              <a:gd name="connsiteX10215" fmla="*/ 1193642 w 10321503"/>
              <a:gd name="connsiteY10215" fmla="*/ 2536844 h 5599766"/>
              <a:gd name="connsiteX10216" fmla="*/ 1200704 w 10321503"/>
              <a:gd name="connsiteY10216" fmla="*/ 2536844 h 5599766"/>
              <a:gd name="connsiteX10217" fmla="*/ 1201318 w 10321503"/>
              <a:gd name="connsiteY10217" fmla="*/ 2537203 h 5599766"/>
              <a:gd name="connsiteX10218" fmla="*/ 1204850 w 10321503"/>
              <a:gd name="connsiteY10218" fmla="*/ 2543345 h 5599766"/>
              <a:gd name="connsiteX10219" fmla="*/ 1204850 w 10321503"/>
              <a:gd name="connsiteY10219" fmla="*/ 2544009 h 5599766"/>
              <a:gd name="connsiteX10220" fmla="*/ 1201318 w 10321503"/>
              <a:gd name="connsiteY10220" fmla="*/ 2550152 h 5599766"/>
              <a:gd name="connsiteX10221" fmla="*/ 1200704 w 10321503"/>
              <a:gd name="connsiteY10221" fmla="*/ 2550510 h 5599766"/>
              <a:gd name="connsiteX10222" fmla="*/ 1398928 w 10321503"/>
              <a:gd name="connsiteY10222" fmla="*/ 2550510 h 5599766"/>
              <a:gd name="connsiteX10223" fmla="*/ 1391866 w 10321503"/>
              <a:gd name="connsiteY10223" fmla="*/ 2550510 h 5599766"/>
              <a:gd name="connsiteX10224" fmla="*/ 1391252 w 10321503"/>
              <a:gd name="connsiteY10224" fmla="*/ 2550152 h 5599766"/>
              <a:gd name="connsiteX10225" fmla="*/ 1387720 w 10321503"/>
              <a:gd name="connsiteY10225" fmla="*/ 2544009 h 5599766"/>
              <a:gd name="connsiteX10226" fmla="*/ 1387720 w 10321503"/>
              <a:gd name="connsiteY10226" fmla="*/ 2543345 h 5599766"/>
              <a:gd name="connsiteX10227" fmla="*/ 1391252 w 10321503"/>
              <a:gd name="connsiteY10227" fmla="*/ 2537203 h 5599766"/>
              <a:gd name="connsiteX10228" fmla="*/ 1391866 w 10321503"/>
              <a:gd name="connsiteY10228" fmla="*/ 2536844 h 5599766"/>
              <a:gd name="connsiteX10229" fmla="*/ 1398928 w 10321503"/>
              <a:gd name="connsiteY10229" fmla="*/ 2536844 h 5599766"/>
              <a:gd name="connsiteX10230" fmla="*/ 1399544 w 10321503"/>
              <a:gd name="connsiteY10230" fmla="*/ 2537203 h 5599766"/>
              <a:gd name="connsiteX10231" fmla="*/ 1403074 w 10321503"/>
              <a:gd name="connsiteY10231" fmla="*/ 2543345 h 5599766"/>
              <a:gd name="connsiteX10232" fmla="*/ 1403074 w 10321503"/>
              <a:gd name="connsiteY10232" fmla="*/ 2544009 h 5599766"/>
              <a:gd name="connsiteX10233" fmla="*/ 1399544 w 10321503"/>
              <a:gd name="connsiteY10233" fmla="*/ 2550152 h 5599766"/>
              <a:gd name="connsiteX10234" fmla="*/ 1398928 w 10321503"/>
              <a:gd name="connsiteY10234" fmla="*/ 2550510 h 5599766"/>
              <a:gd name="connsiteX10235" fmla="*/ 1597154 w 10321503"/>
              <a:gd name="connsiteY10235" fmla="*/ 2550510 h 5599766"/>
              <a:gd name="connsiteX10236" fmla="*/ 1590090 w 10321503"/>
              <a:gd name="connsiteY10236" fmla="*/ 2550510 h 5599766"/>
              <a:gd name="connsiteX10237" fmla="*/ 1589476 w 10321503"/>
              <a:gd name="connsiteY10237" fmla="*/ 2550152 h 5599766"/>
              <a:gd name="connsiteX10238" fmla="*/ 1585944 w 10321503"/>
              <a:gd name="connsiteY10238" fmla="*/ 2544009 h 5599766"/>
              <a:gd name="connsiteX10239" fmla="*/ 1585944 w 10321503"/>
              <a:gd name="connsiteY10239" fmla="*/ 2543345 h 5599766"/>
              <a:gd name="connsiteX10240" fmla="*/ 1589476 w 10321503"/>
              <a:gd name="connsiteY10240" fmla="*/ 2537203 h 5599766"/>
              <a:gd name="connsiteX10241" fmla="*/ 1590090 w 10321503"/>
              <a:gd name="connsiteY10241" fmla="*/ 2536844 h 5599766"/>
              <a:gd name="connsiteX10242" fmla="*/ 1597154 w 10321503"/>
              <a:gd name="connsiteY10242" fmla="*/ 2536844 h 5599766"/>
              <a:gd name="connsiteX10243" fmla="*/ 1597768 w 10321503"/>
              <a:gd name="connsiteY10243" fmla="*/ 2537203 h 5599766"/>
              <a:gd name="connsiteX10244" fmla="*/ 1601298 w 10321503"/>
              <a:gd name="connsiteY10244" fmla="*/ 2543345 h 5599766"/>
              <a:gd name="connsiteX10245" fmla="*/ 1601298 w 10321503"/>
              <a:gd name="connsiteY10245" fmla="*/ 2544009 h 5599766"/>
              <a:gd name="connsiteX10246" fmla="*/ 1597768 w 10321503"/>
              <a:gd name="connsiteY10246" fmla="*/ 2550152 h 5599766"/>
              <a:gd name="connsiteX10247" fmla="*/ 1597154 w 10321503"/>
              <a:gd name="connsiteY10247" fmla="*/ 2550510 h 5599766"/>
              <a:gd name="connsiteX10248" fmla="*/ 1795378 w 10321503"/>
              <a:gd name="connsiteY10248" fmla="*/ 2550510 h 5599766"/>
              <a:gd name="connsiteX10249" fmla="*/ 1788315 w 10321503"/>
              <a:gd name="connsiteY10249" fmla="*/ 2550510 h 5599766"/>
              <a:gd name="connsiteX10250" fmla="*/ 1787701 w 10321503"/>
              <a:gd name="connsiteY10250" fmla="*/ 2550152 h 5599766"/>
              <a:gd name="connsiteX10251" fmla="*/ 1784170 w 10321503"/>
              <a:gd name="connsiteY10251" fmla="*/ 2544009 h 5599766"/>
              <a:gd name="connsiteX10252" fmla="*/ 1784170 w 10321503"/>
              <a:gd name="connsiteY10252" fmla="*/ 2543345 h 5599766"/>
              <a:gd name="connsiteX10253" fmla="*/ 1787701 w 10321503"/>
              <a:gd name="connsiteY10253" fmla="*/ 2537203 h 5599766"/>
              <a:gd name="connsiteX10254" fmla="*/ 1788315 w 10321503"/>
              <a:gd name="connsiteY10254" fmla="*/ 2536844 h 5599766"/>
              <a:gd name="connsiteX10255" fmla="*/ 1795378 w 10321503"/>
              <a:gd name="connsiteY10255" fmla="*/ 2536844 h 5599766"/>
              <a:gd name="connsiteX10256" fmla="*/ 1795992 w 10321503"/>
              <a:gd name="connsiteY10256" fmla="*/ 2537203 h 5599766"/>
              <a:gd name="connsiteX10257" fmla="*/ 1799524 w 10321503"/>
              <a:gd name="connsiteY10257" fmla="*/ 2543345 h 5599766"/>
              <a:gd name="connsiteX10258" fmla="*/ 1799524 w 10321503"/>
              <a:gd name="connsiteY10258" fmla="*/ 2544009 h 5599766"/>
              <a:gd name="connsiteX10259" fmla="*/ 1795992 w 10321503"/>
              <a:gd name="connsiteY10259" fmla="*/ 2550152 h 5599766"/>
              <a:gd name="connsiteX10260" fmla="*/ 1795378 w 10321503"/>
              <a:gd name="connsiteY10260" fmla="*/ 2550510 h 5599766"/>
              <a:gd name="connsiteX10261" fmla="*/ 1993654 w 10321503"/>
              <a:gd name="connsiteY10261" fmla="*/ 2550510 h 5599766"/>
              <a:gd name="connsiteX10262" fmla="*/ 1986590 w 10321503"/>
              <a:gd name="connsiteY10262" fmla="*/ 2550510 h 5599766"/>
              <a:gd name="connsiteX10263" fmla="*/ 1985976 w 10321503"/>
              <a:gd name="connsiteY10263" fmla="*/ 2550152 h 5599766"/>
              <a:gd name="connsiteX10264" fmla="*/ 1982445 w 10321503"/>
              <a:gd name="connsiteY10264" fmla="*/ 2544009 h 5599766"/>
              <a:gd name="connsiteX10265" fmla="*/ 1982445 w 10321503"/>
              <a:gd name="connsiteY10265" fmla="*/ 2543345 h 5599766"/>
              <a:gd name="connsiteX10266" fmla="*/ 1985976 w 10321503"/>
              <a:gd name="connsiteY10266" fmla="*/ 2537203 h 5599766"/>
              <a:gd name="connsiteX10267" fmla="*/ 1986590 w 10321503"/>
              <a:gd name="connsiteY10267" fmla="*/ 2536844 h 5599766"/>
              <a:gd name="connsiteX10268" fmla="*/ 1993654 w 10321503"/>
              <a:gd name="connsiteY10268" fmla="*/ 2536844 h 5599766"/>
              <a:gd name="connsiteX10269" fmla="*/ 1994268 w 10321503"/>
              <a:gd name="connsiteY10269" fmla="*/ 2537203 h 5599766"/>
              <a:gd name="connsiteX10270" fmla="*/ 1997800 w 10321503"/>
              <a:gd name="connsiteY10270" fmla="*/ 2543345 h 5599766"/>
              <a:gd name="connsiteX10271" fmla="*/ 1997800 w 10321503"/>
              <a:gd name="connsiteY10271" fmla="*/ 2544009 h 5599766"/>
              <a:gd name="connsiteX10272" fmla="*/ 1994268 w 10321503"/>
              <a:gd name="connsiteY10272" fmla="*/ 2550152 h 5599766"/>
              <a:gd name="connsiteX10273" fmla="*/ 1993654 w 10321503"/>
              <a:gd name="connsiteY10273" fmla="*/ 2550510 h 5599766"/>
              <a:gd name="connsiteX10274" fmla="*/ 2189611 w 10321503"/>
              <a:gd name="connsiteY10274" fmla="*/ 2556300 h 5599766"/>
              <a:gd name="connsiteX10275" fmla="*/ 2182548 w 10321503"/>
              <a:gd name="connsiteY10275" fmla="*/ 2556300 h 5599766"/>
              <a:gd name="connsiteX10276" fmla="*/ 2181933 w 10321503"/>
              <a:gd name="connsiteY10276" fmla="*/ 2555941 h 5599766"/>
              <a:gd name="connsiteX10277" fmla="*/ 2178401 w 10321503"/>
              <a:gd name="connsiteY10277" fmla="*/ 2549800 h 5599766"/>
              <a:gd name="connsiteX10278" fmla="*/ 2178401 w 10321503"/>
              <a:gd name="connsiteY10278" fmla="*/ 2549135 h 5599766"/>
              <a:gd name="connsiteX10279" fmla="*/ 2181933 w 10321503"/>
              <a:gd name="connsiteY10279" fmla="*/ 2542992 h 5599766"/>
              <a:gd name="connsiteX10280" fmla="*/ 2182548 w 10321503"/>
              <a:gd name="connsiteY10280" fmla="*/ 2542633 h 5599766"/>
              <a:gd name="connsiteX10281" fmla="*/ 2189611 w 10321503"/>
              <a:gd name="connsiteY10281" fmla="*/ 2542633 h 5599766"/>
              <a:gd name="connsiteX10282" fmla="*/ 2190225 w 10321503"/>
              <a:gd name="connsiteY10282" fmla="*/ 2542992 h 5599766"/>
              <a:gd name="connsiteX10283" fmla="*/ 2193757 w 10321503"/>
              <a:gd name="connsiteY10283" fmla="*/ 2549135 h 5599766"/>
              <a:gd name="connsiteX10284" fmla="*/ 2193757 w 10321503"/>
              <a:gd name="connsiteY10284" fmla="*/ 2549800 h 5599766"/>
              <a:gd name="connsiteX10285" fmla="*/ 2190225 w 10321503"/>
              <a:gd name="connsiteY10285" fmla="*/ 2555941 h 5599766"/>
              <a:gd name="connsiteX10286" fmla="*/ 2189611 w 10321503"/>
              <a:gd name="connsiteY10286" fmla="*/ 2556300 h 5599766"/>
              <a:gd name="connsiteX10287" fmla="*/ 2387835 w 10321503"/>
              <a:gd name="connsiteY10287" fmla="*/ 2556300 h 5599766"/>
              <a:gd name="connsiteX10288" fmla="*/ 2380773 w 10321503"/>
              <a:gd name="connsiteY10288" fmla="*/ 2556300 h 5599766"/>
              <a:gd name="connsiteX10289" fmla="*/ 2380159 w 10321503"/>
              <a:gd name="connsiteY10289" fmla="*/ 2555941 h 5599766"/>
              <a:gd name="connsiteX10290" fmla="*/ 2376626 w 10321503"/>
              <a:gd name="connsiteY10290" fmla="*/ 2549800 h 5599766"/>
              <a:gd name="connsiteX10291" fmla="*/ 2376626 w 10321503"/>
              <a:gd name="connsiteY10291" fmla="*/ 2549135 h 5599766"/>
              <a:gd name="connsiteX10292" fmla="*/ 2380159 w 10321503"/>
              <a:gd name="connsiteY10292" fmla="*/ 2542992 h 5599766"/>
              <a:gd name="connsiteX10293" fmla="*/ 2380773 w 10321503"/>
              <a:gd name="connsiteY10293" fmla="*/ 2542633 h 5599766"/>
              <a:gd name="connsiteX10294" fmla="*/ 2387835 w 10321503"/>
              <a:gd name="connsiteY10294" fmla="*/ 2542633 h 5599766"/>
              <a:gd name="connsiteX10295" fmla="*/ 2388449 w 10321503"/>
              <a:gd name="connsiteY10295" fmla="*/ 2542992 h 5599766"/>
              <a:gd name="connsiteX10296" fmla="*/ 2391981 w 10321503"/>
              <a:gd name="connsiteY10296" fmla="*/ 2549135 h 5599766"/>
              <a:gd name="connsiteX10297" fmla="*/ 2391981 w 10321503"/>
              <a:gd name="connsiteY10297" fmla="*/ 2549800 h 5599766"/>
              <a:gd name="connsiteX10298" fmla="*/ 2388449 w 10321503"/>
              <a:gd name="connsiteY10298" fmla="*/ 2555941 h 5599766"/>
              <a:gd name="connsiteX10299" fmla="*/ 2387835 w 10321503"/>
              <a:gd name="connsiteY10299" fmla="*/ 2556300 h 5599766"/>
              <a:gd name="connsiteX10300" fmla="*/ 2586060 w 10321503"/>
              <a:gd name="connsiteY10300" fmla="*/ 2556300 h 5599766"/>
              <a:gd name="connsiteX10301" fmla="*/ 2578998 w 10321503"/>
              <a:gd name="connsiteY10301" fmla="*/ 2556300 h 5599766"/>
              <a:gd name="connsiteX10302" fmla="*/ 2578383 w 10321503"/>
              <a:gd name="connsiteY10302" fmla="*/ 2555941 h 5599766"/>
              <a:gd name="connsiteX10303" fmla="*/ 2574850 w 10321503"/>
              <a:gd name="connsiteY10303" fmla="*/ 2549800 h 5599766"/>
              <a:gd name="connsiteX10304" fmla="*/ 2574850 w 10321503"/>
              <a:gd name="connsiteY10304" fmla="*/ 2549135 h 5599766"/>
              <a:gd name="connsiteX10305" fmla="*/ 2578383 w 10321503"/>
              <a:gd name="connsiteY10305" fmla="*/ 2542992 h 5599766"/>
              <a:gd name="connsiteX10306" fmla="*/ 2578998 w 10321503"/>
              <a:gd name="connsiteY10306" fmla="*/ 2542633 h 5599766"/>
              <a:gd name="connsiteX10307" fmla="*/ 2586060 w 10321503"/>
              <a:gd name="connsiteY10307" fmla="*/ 2542633 h 5599766"/>
              <a:gd name="connsiteX10308" fmla="*/ 2586674 w 10321503"/>
              <a:gd name="connsiteY10308" fmla="*/ 2542992 h 5599766"/>
              <a:gd name="connsiteX10309" fmla="*/ 2590205 w 10321503"/>
              <a:gd name="connsiteY10309" fmla="*/ 2549135 h 5599766"/>
              <a:gd name="connsiteX10310" fmla="*/ 2590205 w 10321503"/>
              <a:gd name="connsiteY10310" fmla="*/ 2549800 h 5599766"/>
              <a:gd name="connsiteX10311" fmla="*/ 2586674 w 10321503"/>
              <a:gd name="connsiteY10311" fmla="*/ 2555941 h 5599766"/>
              <a:gd name="connsiteX10312" fmla="*/ 2586060 w 10321503"/>
              <a:gd name="connsiteY10312" fmla="*/ 2556300 h 5599766"/>
              <a:gd name="connsiteX10313" fmla="*/ 2784284 w 10321503"/>
              <a:gd name="connsiteY10313" fmla="*/ 2556300 h 5599766"/>
              <a:gd name="connsiteX10314" fmla="*/ 2777221 w 10321503"/>
              <a:gd name="connsiteY10314" fmla="*/ 2556300 h 5599766"/>
              <a:gd name="connsiteX10315" fmla="*/ 2776607 w 10321503"/>
              <a:gd name="connsiteY10315" fmla="*/ 2555941 h 5599766"/>
              <a:gd name="connsiteX10316" fmla="*/ 2773075 w 10321503"/>
              <a:gd name="connsiteY10316" fmla="*/ 2549800 h 5599766"/>
              <a:gd name="connsiteX10317" fmla="*/ 2773075 w 10321503"/>
              <a:gd name="connsiteY10317" fmla="*/ 2549135 h 5599766"/>
              <a:gd name="connsiteX10318" fmla="*/ 2776607 w 10321503"/>
              <a:gd name="connsiteY10318" fmla="*/ 2542992 h 5599766"/>
              <a:gd name="connsiteX10319" fmla="*/ 2777221 w 10321503"/>
              <a:gd name="connsiteY10319" fmla="*/ 2542633 h 5599766"/>
              <a:gd name="connsiteX10320" fmla="*/ 2784284 w 10321503"/>
              <a:gd name="connsiteY10320" fmla="*/ 2542633 h 5599766"/>
              <a:gd name="connsiteX10321" fmla="*/ 2784898 w 10321503"/>
              <a:gd name="connsiteY10321" fmla="*/ 2542992 h 5599766"/>
              <a:gd name="connsiteX10322" fmla="*/ 2788430 w 10321503"/>
              <a:gd name="connsiteY10322" fmla="*/ 2549135 h 5599766"/>
              <a:gd name="connsiteX10323" fmla="*/ 2788430 w 10321503"/>
              <a:gd name="connsiteY10323" fmla="*/ 2549800 h 5599766"/>
              <a:gd name="connsiteX10324" fmla="*/ 2784898 w 10321503"/>
              <a:gd name="connsiteY10324" fmla="*/ 2555941 h 5599766"/>
              <a:gd name="connsiteX10325" fmla="*/ 2784284 w 10321503"/>
              <a:gd name="connsiteY10325" fmla="*/ 2556300 h 5599766"/>
              <a:gd name="connsiteX10326" fmla="*/ 2982559 w 10321503"/>
              <a:gd name="connsiteY10326" fmla="*/ 2556300 h 5599766"/>
              <a:gd name="connsiteX10327" fmla="*/ 2975496 w 10321503"/>
              <a:gd name="connsiteY10327" fmla="*/ 2556300 h 5599766"/>
              <a:gd name="connsiteX10328" fmla="*/ 2974882 w 10321503"/>
              <a:gd name="connsiteY10328" fmla="*/ 2555941 h 5599766"/>
              <a:gd name="connsiteX10329" fmla="*/ 2971351 w 10321503"/>
              <a:gd name="connsiteY10329" fmla="*/ 2549800 h 5599766"/>
              <a:gd name="connsiteX10330" fmla="*/ 2971351 w 10321503"/>
              <a:gd name="connsiteY10330" fmla="*/ 2549135 h 5599766"/>
              <a:gd name="connsiteX10331" fmla="*/ 2974882 w 10321503"/>
              <a:gd name="connsiteY10331" fmla="*/ 2542992 h 5599766"/>
              <a:gd name="connsiteX10332" fmla="*/ 2975496 w 10321503"/>
              <a:gd name="connsiteY10332" fmla="*/ 2542633 h 5599766"/>
              <a:gd name="connsiteX10333" fmla="*/ 2982559 w 10321503"/>
              <a:gd name="connsiteY10333" fmla="*/ 2542633 h 5599766"/>
              <a:gd name="connsiteX10334" fmla="*/ 2983173 w 10321503"/>
              <a:gd name="connsiteY10334" fmla="*/ 2542992 h 5599766"/>
              <a:gd name="connsiteX10335" fmla="*/ 2986706 w 10321503"/>
              <a:gd name="connsiteY10335" fmla="*/ 2549135 h 5599766"/>
              <a:gd name="connsiteX10336" fmla="*/ 2986706 w 10321503"/>
              <a:gd name="connsiteY10336" fmla="*/ 2549800 h 5599766"/>
              <a:gd name="connsiteX10337" fmla="*/ 2983173 w 10321503"/>
              <a:gd name="connsiteY10337" fmla="*/ 2555941 h 5599766"/>
              <a:gd name="connsiteX10338" fmla="*/ 2982559 w 10321503"/>
              <a:gd name="connsiteY10338" fmla="*/ 2556300 h 5599766"/>
              <a:gd name="connsiteX10339" fmla="*/ 3180784 w 10321503"/>
              <a:gd name="connsiteY10339" fmla="*/ 2556300 h 5599766"/>
              <a:gd name="connsiteX10340" fmla="*/ 3173721 w 10321503"/>
              <a:gd name="connsiteY10340" fmla="*/ 2556300 h 5599766"/>
              <a:gd name="connsiteX10341" fmla="*/ 3173107 w 10321503"/>
              <a:gd name="connsiteY10341" fmla="*/ 2555941 h 5599766"/>
              <a:gd name="connsiteX10342" fmla="*/ 3169576 w 10321503"/>
              <a:gd name="connsiteY10342" fmla="*/ 2549800 h 5599766"/>
              <a:gd name="connsiteX10343" fmla="*/ 3169576 w 10321503"/>
              <a:gd name="connsiteY10343" fmla="*/ 2549135 h 5599766"/>
              <a:gd name="connsiteX10344" fmla="*/ 3173107 w 10321503"/>
              <a:gd name="connsiteY10344" fmla="*/ 2542992 h 5599766"/>
              <a:gd name="connsiteX10345" fmla="*/ 3173721 w 10321503"/>
              <a:gd name="connsiteY10345" fmla="*/ 2542633 h 5599766"/>
              <a:gd name="connsiteX10346" fmla="*/ 3180784 w 10321503"/>
              <a:gd name="connsiteY10346" fmla="*/ 2542633 h 5599766"/>
              <a:gd name="connsiteX10347" fmla="*/ 3181398 w 10321503"/>
              <a:gd name="connsiteY10347" fmla="*/ 2542992 h 5599766"/>
              <a:gd name="connsiteX10348" fmla="*/ 3184931 w 10321503"/>
              <a:gd name="connsiteY10348" fmla="*/ 2549135 h 5599766"/>
              <a:gd name="connsiteX10349" fmla="*/ 3184931 w 10321503"/>
              <a:gd name="connsiteY10349" fmla="*/ 2549800 h 5599766"/>
              <a:gd name="connsiteX10350" fmla="*/ 3181398 w 10321503"/>
              <a:gd name="connsiteY10350" fmla="*/ 2555941 h 5599766"/>
              <a:gd name="connsiteX10351" fmla="*/ 3180784 w 10321503"/>
              <a:gd name="connsiteY10351" fmla="*/ 2556300 h 5599766"/>
              <a:gd name="connsiteX10352" fmla="*/ 3379008 w 10321503"/>
              <a:gd name="connsiteY10352" fmla="*/ 2556300 h 5599766"/>
              <a:gd name="connsiteX10353" fmla="*/ 3371947 w 10321503"/>
              <a:gd name="connsiteY10353" fmla="*/ 2556300 h 5599766"/>
              <a:gd name="connsiteX10354" fmla="*/ 3371332 w 10321503"/>
              <a:gd name="connsiteY10354" fmla="*/ 2555941 h 5599766"/>
              <a:gd name="connsiteX10355" fmla="*/ 3367800 w 10321503"/>
              <a:gd name="connsiteY10355" fmla="*/ 2549800 h 5599766"/>
              <a:gd name="connsiteX10356" fmla="*/ 3367800 w 10321503"/>
              <a:gd name="connsiteY10356" fmla="*/ 2549135 h 5599766"/>
              <a:gd name="connsiteX10357" fmla="*/ 3371332 w 10321503"/>
              <a:gd name="connsiteY10357" fmla="*/ 2542992 h 5599766"/>
              <a:gd name="connsiteX10358" fmla="*/ 3371947 w 10321503"/>
              <a:gd name="connsiteY10358" fmla="*/ 2542633 h 5599766"/>
              <a:gd name="connsiteX10359" fmla="*/ 3379008 w 10321503"/>
              <a:gd name="connsiteY10359" fmla="*/ 2542633 h 5599766"/>
              <a:gd name="connsiteX10360" fmla="*/ 3379624 w 10321503"/>
              <a:gd name="connsiteY10360" fmla="*/ 2542992 h 5599766"/>
              <a:gd name="connsiteX10361" fmla="*/ 3383155 w 10321503"/>
              <a:gd name="connsiteY10361" fmla="*/ 2549135 h 5599766"/>
              <a:gd name="connsiteX10362" fmla="*/ 3383155 w 10321503"/>
              <a:gd name="connsiteY10362" fmla="*/ 2549800 h 5599766"/>
              <a:gd name="connsiteX10363" fmla="*/ 3379624 w 10321503"/>
              <a:gd name="connsiteY10363" fmla="*/ 2555941 h 5599766"/>
              <a:gd name="connsiteX10364" fmla="*/ 3379008 w 10321503"/>
              <a:gd name="connsiteY10364" fmla="*/ 2556300 h 5599766"/>
              <a:gd name="connsiteX10365" fmla="*/ 3577234 w 10321503"/>
              <a:gd name="connsiteY10365" fmla="*/ 2556300 h 5599766"/>
              <a:gd name="connsiteX10366" fmla="*/ 3570172 w 10321503"/>
              <a:gd name="connsiteY10366" fmla="*/ 2556300 h 5599766"/>
              <a:gd name="connsiteX10367" fmla="*/ 3569557 w 10321503"/>
              <a:gd name="connsiteY10367" fmla="*/ 2555941 h 5599766"/>
              <a:gd name="connsiteX10368" fmla="*/ 3566024 w 10321503"/>
              <a:gd name="connsiteY10368" fmla="*/ 2549800 h 5599766"/>
              <a:gd name="connsiteX10369" fmla="*/ 3566024 w 10321503"/>
              <a:gd name="connsiteY10369" fmla="*/ 2549135 h 5599766"/>
              <a:gd name="connsiteX10370" fmla="*/ 3569557 w 10321503"/>
              <a:gd name="connsiteY10370" fmla="*/ 2542992 h 5599766"/>
              <a:gd name="connsiteX10371" fmla="*/ 3570172 w 10321503"/>
              <a:gd name="connsiteY10371" fmla="*/ 2542633 h 5599766"/>
              <a:gd name="connsiteX10372" fmla="*/ 3577234 w 10321503"/>
              <a:gd name="connsiteY10372" fmla="*/ 2542633 h 5599766"/>
              <a:gd name="connsiteX10373" fmla="*/ 3577848 w 10321503"/>
              <a:gd name="connsiteY10373" fmla="*/ 2542992 h 5599766"/>
              <a:gd name="connsiteX10374" fmla="*/ 3581379 w 10321503"/>
              <a:gd name="connsiteY10374" fmla="*/ 2549135 h 5599766"/>
              <a:gd name="connsiteX10375" fmla="*/ 3581379 w 10321503"/>
              <a:gd name="connsiteY10375" fmla="*/ 2549800 h 5599766"/>
              <a:gd name="connsiteX10376" fmla="*/ 3577848 w 10321503"/>
              <a:gd name="connsiteY10376" fmla="*/ 2555941 h 5599766"/>
              <a:gd name="connsiteX10377" fmla="*/ 3577234 w 10321503"/>
              <a:gd name="connsiteY10377" fmla="*/ 2556300 h 5599766"/>
              <a:gd name="connsiteX10378" fmla="*/ 3775459 w 10321503"/>
              <a:gd name="connsiteY10378" fmla="*/ 2556300 h 5599766"/>
              <a:gd name="connsiteX10379" fmla="*/ 3768396 w 10321503"/>
              <a:gd name="connsiteY10379" fmla="*/ 2556300 h 5599766"/>
              <a:gd name="connsiteX10380" fmla="*/ 3767781 w 10321503"/>
              <a:gd name="connsiteY10380" fmla="*/ 2555941 h 5599766"/>
              <a:gd name="connsiteX10381" fmla="*/ 3764249 w 10321503"/>
              <a:gd name="connsiteY10381" fmla="*/ 2549800 h 5599766"/>
              <a:gd name="connsiteX10382" fmla="*/ 3764249 w 10321503"/>
              <a:gd name="connsiteY10382" fmla="*/ 2549135 h 5599766"/>
              <a:gd name="connsiteX10383" fmla="*/ 3767781 w 10321503"/>
              <a:gd name="connsiteY10383" fmla="*/ 2542992 h 5599766"/>
              <a:gd name="connsiteX10384" fmla="*/ 3768396 w 10321503"/>
              <a:gd name="connsiteY10384" fmla="*/ 2542633 h 5599766"/>
              <a:gd name="connsiteX10385" fmla="*/ 3775459 w 10321503"/>
              <a:gd name="connsiteY10385" fmla="*/ 2542633 h 5599766"/>
              <a:gd name="connsiteX10386" fmla="*/ 3776073 w 10321503"/>
              <a:gd name="connsiteY10386" fmla="*/ 2542992 h 5599766"/>
              <a:gd name="connsiteX10387" fmla="*/ 3779604 w 10321503"/>
              <a:gd name="connsiteY10387" fmla="*/ 2549135 h 5599766"/>
              <a:gd name="connsiteX10388" fmla="*/ 3779604 w 10321503"/>
              <a:gd name="connsiteY10388" fmla="*/ 2549800 h 5599766"/>
              <a:gd name="connsiteX10389" fmla="*/ 3776073 w 10321503"/>
              <a:gd name="connsiteY10389" fmla="*/ 2555941 h 5599766"/>
              <a:gd name="connsiteX10390" fmla="*/ 3775459 w 10321503"/>
              <a:gd name="connsiteY10390" fmla="*/ 2556300 h 5599766"/>
              <a:gd name="connsiteX10391" fmla="*/ 3973734 w 10321503"/>
              <a:gd name="connsiteY10391" fmla="*/ 2556300 h 5599766"/>
              <a:gd name="connsiteX10392" fmla="*/ 3966671 w 10321503"/>
              <a:gd name="connsiteY10392" fmla="*/ 2556300 h 5599766"/>
              <a:gd name="connsiteX10393" fmla="*/ 3966057 w 10321503"/>
              <a:gd name="connsiteY10393" fmla="*/ 2555941 h 5599766"/>
              <a:gd name="connsiteX10394" fmla="*/ 3962525 w 10321503"/>
              <a:gd name="connsiteY10394" fmla="*/ 2549800 h 5599766"/>
              <a:gd name="connsiteX10395" fmla="*/ 3962525 w 10321503"/>
              <a:gd name="connsiteY10395" fmla="*/ 2549135 h 5599766"/>
              <a:gd name="connsiteX10396" fmla="*/ 3966057 w 10321503"/>
              <a:gd name="connsiteY10396" fmla="*/ 2542992 h 5599766"/>
              <a:gd name="connsiteX10397" fmla="*/ 3966671 w 10321503"/>
              <a:gd name="connsiteY10397" fmla="*/ 2542633 h 5599766"/>
              <a:gd name="connsiteX10398" fmla="*/ 3973734 w 10321503"/>
              <a:gd name="connsiteY10398" fmla="*/ 2542633 h 5599766"/>
              <a:gd name="connsiteX10399" fmla="*/ 3974348 w 10321503"/>
              <a:gd name="connsiteY10399" fmla="*/ 2542992 h 5599766"/>
              <a:gd name="connsiteX10400" fmla="*/ 3977880 w 10321503"/>
              <a:gd name="connsiteY10400" fmla="*/ 2549135 h 5599766"/>
              <a:gd name="connsiteX10401" fmla="*/ 3977880 w 10321503"/>
              <a:gd name="connsiteY10401" fmla="*/ 2549800 h 5599766"/>
              <a:gd name="connsiteX10402" fmla="*/ 3974348 w 10321503"/>
              <a:gd name="connsiteY10402" fmla="*/ 2555941 h 5599766"/>
              <a:gd name="connsiteX10403" fmla="*/ 3973734 w 10321503"/>
              <a:gd name="connsiteY10403" fmla="*/ 2556300 h 5599766"/>
              <a:gd name="connsiteX10404" fmla="*/ 4171959 w 10321503"/>
              <a:gd name="connsiteY10404" fmla="*/ 2556300 h 5599766"/>
              <a:gd name="connsiteX10405" fmla="*/ 4164896 w 10321503"/>
              <a:gd name="connsiteY10405" fmla="*/ 2556300 h 5599766"/>
              <a:gd name="connsiteX10406" fmla="*/ 4164282 w 10321503"/>
              <a:gd name="connsiteY10406" fmla="*/ 2555941 h 5599766"/>
              <a:gd name="connsiteX10407" fmla="*/ 4160751 w 10321503"/>
              <a:gd name="connsiteY10407" fmla="*/ 2549800 h 5599766"/>
              <a:gd name="connsiteX10408" fmla="*/ 4160751 w 10321503"/>
              <a:gd name="connsiteY10408" fmla="*/ 2549135 h 5599766"/>
              <a:gd name="connsiteX10409" fmla="*/ 4164282 w 10321503"/>
              <a:gd name="connsiteY10409" fmla="*/ 2542992 h 5599766"/>
              <a:gd name="connsiteX10410" fmla="*/ 4164896 w 10321503"/>
              <a:gd name="connsiteY10410" fmla="*/ 2542633 h 5599766"/>
              <a:gd name="connsiteX10411" fmla="*/ 4171959 w 10321503"/>
              <a:gd name="connsiteY10411" fmla="*/ 2542633 h 5599766"/>
              <a:gd name="connsiteX10412" fmla="*/ 4172573 w 10321503"/>
              <a:gd name="connsiteY10412" fmla="*/ 2542992 h 5599766"/>
              <a:gd name="connsiteX10413" fmla="*/ 4176105 w 10321503"/>
              <a:gd name="connsiteY10413" fmla="*/ 2549135 h 5599766"/>
              <a:gd name="connsiteX10414" fmla="*/ 4176105 w 10321503"/>
              <a:gd name="connsiteY10414" fmla="*/ 2549800 h 5599766"/>
              <a:gd name="connsiteX10415" fmla="*/ 4172573 w 10321503"/>
              <a:gd name="connsiteY10415" fmla="*/ 2555941 h 5599766"/>
              <a:gd name="connsiteX10416" fmla="*/ 4171959 w 10321503"/>
              <a:gd name="connsiteY10416" fmla="*/ 2556300 h 5599766"/>
              <a:gd name="connsiteX10417" fmla="*/ 4370183 w 10321503"/>
              <a:gd name="connsiteY10417" fmla="*/ 2556300 h 5599766"/>
              <a:gd name="connsiteX10418" fmla="*/ 4363121 w 10321503"/>
              <a:gd name="connsiteY10418" fmla="*/ 2556300 h 5599766"/>
              <a:gd name="connsiteX10419" fmla="*/ 4362506 w 10321503"/>
              <a:gd name="connsiteY10419" fmla="*/ 2555941 h 5599766"/>
              <a:gd name="connsiteX10420" fmla="*/ 4358975 w 10321503"/>
              <a:gd name="connsiteY10420" fmla="*/ 2549800 h 5599766"/>
              <a:gd name="connsiteX10421" fmla="*/ 4358975 w 10321503"/>
              <a:gd name="connsiteY10421" fmla="*/ 2549135 h 5599766"/>
              <a:gd name="connsiteX10422" fmla="*/ 4362506 w 10321503"/>
              <a:gd name="connsiteY10422" fmla="*/ 2542992 h 5599766"/>
              <a:gd name="connsiteX10423" fmla="*/ 4363121 w 10321503"/>
              <a:gd name="connsiteY10423" fmla="*/ 2542633 h 5599766"/>
              <a:gd name="connsiteX10424" fmla="*/ 4370183 w 10321503"/>
              <a:gd name="connsiteY10424" fmla="*/ 2542633 h 5599766"/>
              <a:gd name="connsiteX10425" fmla="*/ 4370797 w 10321503"/>
              <a:gd name="connsiteY10425" fmla="*/ 2542992 h 5599766"/>
              <a:gd name="connsiteX10426" fmla="*/ 4374329 w 10321503"/>
              <a:gd name="connsiteY10426" fmla="*/ 2549135 h 5599766"/>
              <a:gd name="connsiteX10427" fmla="*/ 4374329 w 10321503"/>
              <a:gd name="connsiteY10427" fmla="*/ 2549800 h 5599766"/>
              <a:gd name="connsiteX10428" fmla="*/ 4370797 w 10321503"/>
              <a:gd name="connsiteY10428" fmla="*/ 2555941 h 5599766"/>
              <a:gd name="connsiteX10429" fmla="*/ 4370183 w 10321503"/>
              <a:gd name="connsiteY10429" fmla="*/ 2556300 h 5599766"/>
              <a:gd name="connsiteX10430" fmla="*/ 4568408 w 10321503"/>
              <a:gd name="connsiteY10430" fmla="*/ 2556300 h 5599766"/>
              <a:gd name="connsiteX10431" fmla="*/ 4561345 w 10321503"/>
              <a:gd name="connsiteY10431" fmla="*/ 2556300 h 5599766"/>
              <a:gd name="connsiteX10432" fmla="*/ 4560731 w 10321503"/>
              <a:gd name="connsiteY10432" fmla="*/ 2555941 h 5599766"/>
              <a:gd name="connsiteX10433" fmla="*/ 4557199 w 10321503"/>
              <a:gd name="connsiteY10433" fmla="*/ 2549800 h 5599766"/>
              <a:gd name="connsiteX10434" fmla="*/ 4557199 w 10321503"/>
              <a:gd name="connsiteY10434" fmla="*/ 2549135 h 5599766"/>
              <a:gd name="connsiteX10435" fmla="*/ 4560731 w 10321503"/>
              <a:gd name="connsiteY10435" fmla="*/ 2542992 h 5599766"/>
              <a:gd name="connsiteX10436" fmla="*/ 4561345 w 10321503"/>
              <a:gd name="connsiteY10436" fmla="*/ 2542633 h 5599766"/>
              <a:gd name="connsiteX10437" fmla="*/ 4568408 w 10321503"/>
              <a:gd name="connsiteY10437" fmla="*/ 2542633 h 5599766"/>
              <a:gd name="connsiteX10438" fmla="*/ 4569022 w 10321503"/>
              <a:gd name="connsiteY10438" fmla="*/ 2542992 h 5599766"/>
              <a:gd name="connsiteX10439" fmla="*/ 4572554 w 10321503"/>
              <a:gd name="connsiteY10439" fmla="*/ 2549135 h 5599766"/>
              <a:gd name="connsiteX10440" fmla="*/ 4572554 w 10321503"/>
              <a:gd name="connsiteY10440" fmla="*/ 2549800 h 5599766"/>
              <a:gd name="connsiteX10441" fmla="*/ 4569022 w 10321503"/>
              <a:gd name="connsiteY10441" fmla="*/ 2555941 h 5599766"/>
              <a:gd name="connsiteX10442" fmla="*/ 4568408 w 10321503"/>
              <a:gd name="connsiteY10442" fmla="*/ 2556300 h 5599766"/>
              <a:gd name="connsiteX10443" fmla="*/ 4766683 w 10321503"/>
              <a:gd name="connsiteY10443" fmla="*/ 2556300 h 5599766"/>
              <a:gd name="connsiteX10444" fmla="*/ 4759621 w 10321503"/>
              <a:gd name="connsiteY10444" fmla="*/ 2556300 h 5599766"/>
              <a:gd name="connsiteX10445" fmla="*/ 4759007 w 10321503"/>
              <a:gd name="connsiteY10445" fmla="*/ 2555941 h 5599766"/>
              <a:gd name="connsiteX10446" fmla="*/ 4755475 w 10321503"/>
              <a:gd name="connsiteY10446" fmla="*/ 2549800 h 5599766"/>
              <a:gd name="connsiteX10447" fmla="*/ 4755475 w 10321503"/>
              <a:gd name="connsiteY10447" fmla="*/ 2549135 h 5599766"/>
              <a:gd name="connsiteX10448" fmla="*/ 4759007 w 10321503"/>
              <a:gd name="connsiteY10448" fmla="*/ 2542992 h 5599766"/>
              <a:gd name="connsiteX10449" fmla="*/ 4759621 w 10321503"/>
              <a:gd name="connsiteY10449" fmla="*/ 2542633 h 5599766"/>
              <a:gd name="connsiteX10450" fmla="*/ 4766683 w 10321503"/>
              <a:gd name="connsiteY10450" fmla="*/ 2542633 h 5599766"/>
              <a:gd name="connsiteX10451" fmla="*/ 4767297 w 10321503"/>
              <a:gd name="connsiteY10451" fmla="*/ 2542992 h 5599766"/>
              <a:gd name="connsiteX10452" fmla="*/ 4770829 w 10321503"/>
              <a:gd name="connsiteY10452" fmla="*/ 2549135 h 5599766"/>
              <a:gd name="connsiteX10453" fmla="*/ 4770829 w 10321503"/>
              <a:gd name="connsiteY10453" fmla="*/ 2549800 h 5599766"/>
              <a:gd name="connsiteX10454" fmla="*/ 4767297 w 10321503"/>
              <a:gd name="connsiteY10454" fmla="*/ 2555941 h 5599766"/>
              <a:gd name="connsiteX10455" fmla="*/ 4766683 w 10321503"/>
              <a:gd name="connsiteY10455" fmla="*/ 2556300 h 5599766"/>
              <a:gd name="connsiteX10456" fmla="*/ 4964909 w 10321503"/>
              <a:gd name="connsiteY10456" fmla="*/ 2556300 h 5599766"/>
              <a:gd name="connsiteX10457" fmla="*/ 4957846 w 10321503"/>
              <a:gd name="connsiteY10457" fmla="*/ 2556300 h 5599766"/>
              <a:gd name="connsiteX10458" fmla="*/ 4957232 w 10321503"/>
              <a:gd name="connsiteY10458" fmla="*/ 2555941 h 5599766"/>
              <a:gd name="connsiteX10459" fmla="*/ 4953699 w 10321503"/>
              <a:gd name="connsiteY10459" fmla="*/ 2549800 h 5599766"/>
              <a:gd name="connsiteX10460" fmla="*/ 4953699 w 10321503"/>
              <a:gd name="connsiteY10460" fmla="*/ 2549135 h 5599766"/>
              <a:gd name="connsiteX10461" fmla="*/ 4957232 w 10321503"/>
              <a:gd name="connsiteY10461" fmla="*/ 2542992 h 5599766"/>
              <a:gd name="connsiteX10462" fmla="*/ 4957846 w 10321503"/>
              <a:gd name="connsiteY10462" fmla="*/ 2542633 h 5599766"/>
              <a:gd name="connsiteX10463" fmla="*/ 4964909 w 10321503"/>
              <a:gd name="connsiteY10463" fmla="*/ 2542633 h 5599766"/>
              <a:gd name="connsiteX10464" fmla="*/ 4965523 w 10321503"/>
              <a:gd name="connsiteY10464" fmla="*/ 2542992 h 5599766"/>
              <a:gd name="connsiteX10465" fmla="*/ 4969054 w 10321503"/>
              <a:gd name="connsiteY10465" fmla="*/ 2549135 h 5599766"/>
              <a:gd name="connsiteX10466" fmla="*/ 4969054 w 10321503"/>
              <a:gd name="connsiteY10466" fmla="*/ 2549800 h 5599766"/>
              <a:gd name="connsiteX10467" fmla="*/ 4965523 w 10321503"/>
              <a:gd name="connsiteY10467" fmla="*/ 2555941 h 5599766"/>
              <a:gd name="connsiteX10468" fmla="*/ 4964909 w 10321503"/>
              <a:gd name="connsiteY10468" fmla="*/ 2556300 h 5599766"/>
              <a:gd name="connsiteX10469" fmla="*/ 5163134 w 10321503"/>
              <a:gd name="connsiteY10469" fmla="*/ 2556300 h 5599766"/>
              <a:gd name="connsiteX10470" fmla="*/ 5156070 w 10321503"/>
              <a:gd name="connsiteY10470" fmla="*/ 2556300 h 5599766"/>
              <a:gd name="connsiteX10471" fmla="*/ 5155456 w 10321503"/>
              <a:gd name="connsiteY10471" fmla="*/ 2555941 h 5599766"/>
              <a:gd name="connsiteX10472" fmla="*/ 5151924 w 10321503"/>
              <a:gd name="connsiteY10472" fmla="*/ 2549800 h 5599766"/>
              <a:gd name="connsiteX10473" fmla="*/ 5151924 w 10321503"/>
              <a:gd name="connsiteY10473" fmla="*/ 2549135 h 5599766"/>
              <a:gd name="connsiteX10474" fmla="*/ 5155456 w 10321503"/>
              <a:gd name="connsiteY10474" fmla="*/ 2542992 h 5599766"/>
              <a:gd name="connsiteX10475" fmla="*/ 5156070 w 10321503"/>
              <a:gd name="connsiteY10475" fmla="*/ 2542633 h 5599766"/>
              <a:gd name="connsiteX10476" fmla="*/ 5163134 w 10321503"/>
              <a:gd name="connsiteY10476" fmla="*/ 2542633 h 5599766"/>
              <a:gd name="connsiteX10477" fmla="*/ 5163748 w 10321503"/>
              <a:gd name="connsiteY10477" fmla="*/ 2542992 h 5599766"/>
              <a:gd name="connsiteX10478" fmla="*/ 5167279 w 10321503"/>
              <a:gd name="connsiteY10478" fmla="*/ 2549135 h 5599766"/>
              <a:gd name="connsiteX10479" fmla="*/ 5167279 w 10321503"/>
              <a:gd name="connsiteY10479" fmla="*/ 2549800 h 5599766"/>
              <a:gd name="connsiteX10480" fmla="*/ 5163748 w 10321503"/>
              <a:gd name="connsiteY10480" fmla="*/ 2555941 h 5599766"/>
              <a:gd name="connsiteX10481" fmla="*/ 5163134 w 10321503"/>
              <a:gd name="connsiteY10481" fmla="*/ 2556300 h 5599766"/>
              <a:gd name="connsiteX10482" fmla="*/ 5361358 w 10321503"/>
              <a:gd name="connsiteY10482" fmla="*/ 2556300 h 5599766"/>
              <a:gd name="connsiteX10483" fmla="*/ 5354295 w 10321503"/>
              <a:gd name="connsiteY10483" fmla="*/ 2556300 h 5599766"/>
              <a:gd name="connsiteX10484" fmla="*/ 5353680 w 10321503"/>
              <a:gd name="connsiteY10484" fmla="*/ 2555941 h 5599766"/>
              <a:gd name="connsiteX10485" fmla="*/ 5350149 w 10321503"/>
              <a:gd name="connsiteY10485" fmla="*/ 2549800 h 5599766"/>
              <a:gd name="connsiteX10486" fmla="*/ 5350149 w 10321503"/>
              <a:gd name="connsiteY10486" fmla="*/ 2549135 h 5599766"/>
              <a:gd name="connsiteX10487" fmla="*/ 5353680 w 10321503"/>
              <a:gd name="connsiteY10487" fmla="*/ 2542992 h 5599766"/>
              <a:gd name="connsiteX10488" fmla="*/ 5354295 w 10321503"/>
              <a:gd name="connsiteY10488" fmla="*/ 2542633 h 5599766"/>
              <a:gd name="connsiteX10489" fmla="*/ 5361358 w 10321503"/>
              <a:gd name="connsiteY10489" fmla="*/ 2542633 h 5599766"/>
              <a:gd name="connsiteX10490" fmla="*/ 5361972 w 10321503"/>
              <a:gd name="connsiteY10490" fmla="*/ 2542992 h 5599766"/>
              <a:gd name="connsiteX10491" fmla="*/ 5365503 w 10321503"/>
              <a:gd name="connsiteY10491" fmla="*/ 2549135 h 5599766"/>
              <a:gd name="connsiteX10492" fmla="*/ 5365503 w 10321503"/>
              <a:gd name="connsiteY10492" fmla="*/ 2549800 h 5599766"/>
              <a:gd name="connsiteX10493" fmla="*/ 5361972 w 10321503"/>
              <a:gd name="connsiteY10493" fmla="*/ 2555941 h 5599766"/>
              <a:gd name="connsiteX10494" fmla="*/ 5361358 w 10321503"/>
              <a:gd name="connsiteY10494" fmla="*/ 2556300 h 5599766"/>
              <a:gd name="connsiteX10495" fmla="*/ 5559633 w 10321503"/>
              <a:gd name="connsiteY10495" fmla="*/ 2556300 h 5599766"/>
              <a:gd name="connsiteX10496" fmla="*/ 5552569 w 10321503"/>
              <a:gd name="connsiteY10496" fmla="*/ 2556300 h 5599766"/>
              <a:gd name="connsiteX10497" fmla="*/ 5551956 w 10321503"/>
              <a:gd name="connsiteY10497" fmla="*/ 2555941 h 5599766"/>
              <a:gd name="connsiteX10498" fmla="*/ 5548424 w 10321503"/>
              <a:gd name="connsiteY10498" fmla="*/ 2549800 h 5599766"/>
              <a:gd name="connsiteX10499" fmla="*/ 5548424 w 10321503"/>
              <a:gd name="connsiteY10499" fmla="*/ 2549135 h 5599766"/>
              <a:gd name="connsiteX10500" fmla="*/ 5551956 w 10321503"/>
              <a:gd name="connsiteY10500" fmla="*/ 2542992 h 5599766"/>
              <a:gd name="connsiteX10501" fmla="*/ 5552569 w 10321503"/>
              <a:gd name="connsiteY10501" fmla="*/ 2542633 h 5599766"/>
              <a:gd name="connsiteX10502" fmla="*/ 5559633 w 10321503"/>
              <a:gd name="connsiteY10502" fmla="*/ 2542633 h 5599766"/>
              <a:gd name="connsiteX10503" fmla="*/ 5560246 w 10321503"/>
              <a:gd name="connsiteY10503" fmla="*/ 2542992 h 5599766"/>
              <a:gd name="connsiteX10504" fmla="*/ 5563779 w 10321503"/>
              <a:gd name="connsiteY10504" fmla="*/ 2549135 h 5599766"/>
              <a:gd name="connsiteX10505" fmla="*/ 5563779 w 10321503"/>
              <a:gd name="connsiteY10505" fmla="*/ 2549800 h 5599766"/>
              <a:gd name="connsiteX10506" fmla="*/ 5560246 w 10321503"/>
              <a:gd name="connsiteY10506" fmla="*/ 2555941 h 5599766"/>
              <a:gd name="connsiteX10507" fmla="*/ 5559633 w 10321503"/>
              <a:gd name="connsiteY10507" fmla="*/ 2556300 h 5599766"/>
              <a:gd name="connsiteX10508" fmla="*/ 5757857 w 10321503"/>
              <a:gd name="connsiteY10508" fmla="*/ 2556300 h 5599766"/>
              <a:gd name="connsiteX10509" fmla="*/ 5750795 w 10321503"/>
              <a:gd name="connsiteY10509" fmla="*/ 2556300 h 5599766"/>
              <a:gd name="connsiteX10510" fmla="*/ 5750181 w 10321503"/>
              <a:gd name="connsiteY10510" fmla="*/ 2555941 h 5599766"/>
              <a:gd name="connsiteX10511" fmla="*/ 5746649 w 10321503"/>
              <a:gd name="connsiteY10511" fmla="*/ 2549800 h 5599766"/>
              <a:gd name="connsiteX10512" fmla="*/ 5746649 w 10321503"/>
              <a:gd name="connsiteY10512" fmla="*/ 2549135 h 5599766"/>
              <a:gd name="connsiteX10513" fmla="*/ 5750181 w 10321503"/>
              <a:gd name="connsiteY10513" fmla="*/ 2542992 h 5599766"/>
              <a:gd name="connsiteX10514" fmla="*/ 5750795 w 10321503"/>
              <a:gd name="connsiteY10514" fmla="*/ 2542633 h 5599766"/>
              <a:gd name="connsiteX10515" fmla="*/ 5757857 w 10321503"/>
              <a:gd name="connsiteY10515" fmla="*/ 2542633 h 5599766"/>
              <a:gd name="connsiteX10516" fmla="*/ 5758471 w 10321503"/>
              <a:gd name="connsiteY10516" fmla="*/ 2542992 h 5599766"/>
              <a:gd name="connsiteX10517" fmla="*/ 5762003 w 10321503"/>
              <a:gd name="connsiteY10517" fmla="*/ 2549135 h 5599766"/>
              <a:gd name="connsiteX10518" fmla="*/ 5762003 w 10321503"/>
              <a:gd name="connsiteY10518" fmla="*/ 2549800 h 5599766"/>
              <a:gd name="connsiteX10519" fmla="*/ 5758471 w 10321503"/>
              <a:gd name="connsiteY10519" fmla="*/ 2555941 h 5599766"/>
              <a:gd name="connsiteX10520" fmla="*/ 5757857 w 10321503"/>
              <a:gd name="connsiteY10520" fmla="*/ 2556300 h 5599766"/>
              <a:gd name="connsiteX10521" fmla="*/ 5956083 w 10321503"/>
              <a:gd name="connsiteY10521" fmla="*/ 2556300 h 5599766"/>
              <a:gd name="connsiteX10522" fmla="*/ 5949019 w 10321503"/>
              <a:gd name="connsiteY10522" fmla="*/ 2556300 h 5599766"/>
              <a:gd name="connsiteX10523" fmla="*/ 5948405 w 10321503"/>
              <a:gd name="connsiteY10523" fmla="*/ 2555941 h 5599766"/>
              <a:gd name="connsiteX10524" fmla="*/ 5944873 w 10321503"/>
              <a:gd name="connsiteY10524" fmla="*/ 2549800 h 5599766"/>
              <a:gd name="connsiteX10525" fmla="*/ 5944873 w 10321503"/>
              <a:gd name="connsiteY10525" fmla="*/ 2549135 h 5599766"/>
              <a:gd name="connsiteX10526" fmla="*/ 5948405 w 10321503"/>
              <a:gd name="connsiteY10526" fmla="*/ 2542992 h 5599766"/>
              <a:gd name="connsiteX10527" fmla="*/ 5949019 w 10321503"/>
              <a:gd name="connsiteY10527" fmla="*/ 2542633 h 5599766"/>
              <a:gd name="connsiteX10528" fmla="*/ 5956083 w 10321503"/>
              <a:gd name="connsiteY10528" fmla="*/ 2542633 h 5599766"/>
              <a:gd name="connsiteX10529" fmla="*/ 5956697 w 10321503"/>
              <a:gd name="connsiteY10529" fmla="*/ 2542992 h 5599766"/>
              <a:gd name="connsiteX10530" fmla="*/ 5960227 w 10321503"/>
              <a:gd name="connsiteY10530" fmla="*/ 2549135 h 5599766"/>
              <a:gd name="connsiteX10531" fmla="*/ 5960227 w 10321503"/>
              <a:gd name="connsiteY10531" fmla="*/ 2549800 h 5599766"/>
              <a:gd name="connsiteX10532" fmla="*/ 5956697 w 10321503"/>
              <a:gd name="connsiteY10532" fmla="*/ 2555941 h 5599766"/>
              <a:gd name="connsiteX10533" fmla="*/ 5956083 w 10321503"/>
              <a:gd name="connsiteY10533" fmla="*/ 2556300 h 5599766"/>
              <a:gd name="connsiteX10534" fmla="*/ 6154307 w 10321503"/>
              <a:gd name="connsiteY10534" fmla="*/ 2556300 h 5599766"/>
              <a:gd name="connsiteX10535" fmla="*/ 6147243 w 10321503"/>
              <a:gd name="connsiteY10535" fmla="*/ 2556300 h 5599766"/>
              <a:gd name="connsiteX10536" fmla="*/ 6146629 w 10321503"/>
              <a:gd name="connsiteY10536" fmla="*/ 2555941 h 5599766"/>
              <a:gd name="connsiteX10537" fmla="*/ 6143098 w 10321503"/>
              <a:gd name="connsiteY10537" fmla="*/ 2549800 h 5599766"/>
              <a:gd name="connsiteX10538" fmla="*/ 6143098 w 10321503"/>
              <a:gd name="connsiteY10538" fmla="*/ 2549135 h 5599766"/>
              <a:gd name="connsiteX10539" fmla="*/ 6146629 w 10321503"/>
              <a:gd name="connsiteY10539" fmla="*/ 2542992 h 5599766"/>
              <a:gd name="connsiteX10540" fmla="*/ 6147243 w 10321503"/>
              <a:gd name="connsiteY10540" fmla="*/ 2542633 h 5599766"/>
              <a:gd name="connsiteX10541" fmla="*/ 6154307 w 10321503"/>
              <a:gd name="connsiteY10541" fmla="*/ 2542633 h 5599766"/>
              <a:gd name="connsiteX10542" fmla="*/ 6154921 w 10321503"/>
              <a:gd name="connsiteY10542" fmla="*/ 2542992 h 5599766"/>
              <a:gd name="connsiteX10543" fmla="*/ 6158453 w 10321503"/>
              <a:gd name="connsiteY10543" fmla="*/ 2549135 h 5599766"/>
              <a:gd name="connsiteX10544" fmla="*/ 6158453 w 10321503"/>
              <a:gd name="connsiteY10544" fmla="*/ 2549800 h 5599766"/>
              <a:gd name="connsiteX10545" fmla="*/ 6154921 w 10321503"/>
              <a:gd name="connsiteY10545" fmla="*/ 2555941 h 5599766"/>
              <a:gd name="connsiteX10546" fmla="*/ 6154307 w 10321503"/>
              <a:gd name="connsiteY10546" fmla="*/ 2556300 h 5599766"/>
              <a:gd name="connsiteX10547" fmla="*/ 6352582 w 10321503"/>
              <a:gd name="connsiteY10547" fmla="*/ 2556300 h 5599766"/>
              <a:gd name="connsiteX10548" fmla="*/ 6345519 w 10321503"/>
              <a:gd name="connsiteY10548" fmla="*/ 2556300 h 5599766"/>
              <a:gd name="connsiteX10549" fmla="*/ 6344904 w 10321503"/>
              <a:gd name="connsiteY10549" fmla="*/ 2555941 h 5599766"/>
              <a:gd name="connsiteX10550" fmla="*/ 6341373 w 10321503"/>
              <a:gd name="connsiteY10550" fmla="*/ 2549800 h 5599766"/>
              <a:gd name="connsiteX10551" fmla="*/ 6341373 w 10321503"/>
              <a:gd name="connsiteY10551" fmla="*/ 2549135 h 5599766"/>
              <a:gd name="connsiteX10552" fmla="*/ 6344904 w 10321503"/>
              <a:gd name="connsiteY10552" fmla="*/ 2542992 h 5599766"/>
              <a:gd name="connsiteX10553" fmla="*/ 6345519 w 10321503"/>
              <a:gd name="connsiteY10553" fmla="*/ 2542633 h 5599766"/>
              <a:gd name="connsiteX10554" fmla="*/ 6352582 w 10321503"/>
              <a:gd name="connsiteY10554" fmla="*/ 2542633 h 5599766"/>
              <a:gd name="connsiteX10555" fmla="*/ 6353196 w 10321503"/>
              <a:gd name="connsiteY10555" fmla="*/ 2542992 h 5599766"/>
              <a:gd name="connsiteX10556" fmla="*/ 6356728 w 10321503"/>
              <a:gd name="connsiteY10556" fmla="*/ 2549135 h 5599766"/>
              <a:gd name="connsiteX10557" fmla="*/ 6356728 w 10321503"/>
              <a:gd name="connsiteY10557" fmla="*/ 2549800 h 5599766"/>
              <a:gd name="connsiteX10558" fmla="*/ 6353196 w 10321503"/>
              <a:gd name="connsiteY10558" fmla="*/ 2555941 h 5599766"/>
              <a:gd name="connsiteX10559" fmla="*/ 6352582 w 10321503"/>
              <a:gd name="connsiteY10559" fmla="*/ 2556300 h 5599766"/>
              <a:gd name="connsiteX10560" fmla="*/ 6550807 w 10321503"/>
              <a:gd name="connsiteY10560" fmla="*/ 2556300 h 5599766"/>
              <a:gd name="connsiteX10561" fmla="*/ 6543744 w 10321503"/>
              <a:gd name="connsiteY10561" fmla="*/ 2556300 h 5599766"/>
              <a:gd name="connsiteX10562" fmla="*/ 6543129 w 10321503"/>
              <a:gd name="connsiteY10562" fmla="*/ 2555941 h 5599766"/>
              <a:gd name="connsiteX10563" fmla="*/ 6539598 w 10321503"/>
              <a:gd name="connsiteY10563" fmla="*/ 2549800 h 5599766"/>
              <a:gd name="connsiteX10564" fmla="*/ 6539598 w 10321503"/>
              <a:gd name="connsiteY10564" fmla="*/ 2549135 h 5599766"/>
              <a:gd name="connsiteX10565" fmla="*/ 6543129 w 10321503"/>
              <a:gd name="connsiteY10565" fmla="*/ 2542992 h 5599766"/>
              <a:gd name="connsiteX10566" fmla="*/ 6543744 w 10321503"/>
              <a:gd name="connsiteY10566" fmla="*/ 2542633 h 5599766"/>
              <a:gd name="connsiteX10567" fmla="*/ 6550807 w 10321503"/>
              <a:gd name="connsiteY10567" fmla="*/ 2542633 h 5599766"/>
              <a:gd name="connsiteX10568" fmla="*/ 6551420 w 10321503"/>
              <a:gd name="connsiteY10568" fmla="*/ 2542992 h 5599766"/>
              <a:gd name="connsiteX10569" fmla="*/ 6554953 w 10321503"/>
              <a:gd name="connsiteY10569" fmla="*/ 2549135 h 5599766"/>
              <a:gd name="connsiteX10570" fmla="*/ 6554953 w 10321503"/>
              <a:gd name="connsiteY10570" fmla="*/ 2549800 h 5599766"/>
              <a:gd name="connsiteX10571" fmla="*/ 6551420 w 10321503"/>
              <a:gd name="connsiteY10571" fmla="*/ 2555941 h 5599766"/>
              <a:gd name="connsiteX10572" fmla="*/ 6550807 w 10321503"/>
              <a:gd name="connsiteY10572" fmla="*/ 2556300 h 5599766"/>
              <a:gd name="connsiteX10573" fmla="*/ 6749031 w 10321503"/>
              <a:gd name="connsiteY10573" fmla="*/ 2556300 h 5599766"/>
              <a:gd name="connsiteX10574" fmla="*/ 6741967 w 10321503"/>
              <a:gd name="connsiteY10574" fmla="*/ 2556300 h 5599766"/>
              <a:gd name="connsiteX10575" fmla="*/ 6741354 w 10321503"/>
              <a:gd name="connsiteY10575" fmla="*/ 2555941 h 5599766"/>
              <a:gd name="connsiteX10576" fmla="*/ 6737823 w 10321503"/>
              <a:gd name="connsiteY10576" fmla="*/ 2549800 h 5599766"/>
              <a:gd name="connsiteX10577" fmla="*/ 6737823 w 10321503"/>
              <a:gd name="connsiteY10577" fmla="*/ 2549135 h 5599766"/>
              <a:gd name="connsiteX10578" fmla="*/ 6741354 w 10321503"/>
              <a:gd name="connsiteY10578" fmla="*/ 2542992 h 5599766"/>
              <a:gd name="connsiteX10579" fmla="*/ 6741967 w 10321503"/>
              <a:gd name="connsiteY10579" fmla="*/ 2542633 h 5599766"/>
              <a:gd name="connsiteX10580" fmla="*/ 6749031 w 10321503"/>
              <a:gd name="connsiteY10580" fmla="*/ 2542633 h 5599766"/>
              <a:gd name="connsiteX10581" fmla="*/ 6749646 w 10321503"/>
              <a:gd name="connsiteY10581" fmla="*/ 2542992 h 5599766"/>
              <a:gd name="connsiteX10582" fmla="*/ 6753177 w 10321503"/>
              <a:gd name="connsiteY10582" fmla="*/ 2549135 h 5599766"/>
              <a:gd name="connsiteX10583" fmla="*/ 6753177 w 10321503"/>
              <a:gd name="connsiteY10583" fmla="*/ 2549800 h 5599766"/>
              <a:gd name="connsiteX10584" fmla="*/ 6749646 w 10321503"/>
              <a:gd name="connsiteY10584" fmla="*/ 2555941 h 5599766"/>
              <a:gd name="connsiteX10585" fmla="*/ 6749031 w 10321503"/>
              <a:gd name="connsiteY10585" fmla="*/ 2556300 h 5599766"/>
              <a:gd name="connsiteX10586" fmla="*/ 6947256 w 10321503"/>
              <a:gd name="connsiteY10586" fmla="*/ 2556300 h 5599766"/>
              <a:gd name="connsiteX10587" fmla="*/ 6940193 w 10321503"/>
              <a:gd name="connsiteY10587" fmla="*/ 2556300 h 5599766"/>
              <a:gd name="connsiteX10588" fmla="*/ 6939578 w 10321503"/>
              <a:gd name="connsiteY10588" fmla="*/ 2555941 h 5599766"/>
              <a:gd name="connsiteX10589" fmla="*/ 6936048 w 10321503"/>
              <a:gd name="connsiteY10589" fmla="*/ 2549800 h 5599766"/>
              <a:gd name="connsiteX10590" fmla="*/ 6936048 w 10321503"/>
              <a:gd name="connsiteY10590" fmla="*/ 2549135 h 5599766"/>
              <a:gd name="connsiteX10591" fmla="*/ 6939578 w 10321503"/>
              <a:gd name="connsiteY10591" fmla="*/ 2542992 h 5599766"/>
              <a:gd name="connsiteX10592" fmla="*/ 6940193 w 10321503"/>
              <a:gd name="connsiteY10592" fmla="*/ 2542633 h 5599766"/>
              <a:gd name="connsiteX10593" fmla="*/ 6947256 w 10321503"/>
              <a:gd name="connsiteY10593" fmla="*/ 2542633 h 5599766"/>
              <a:gd name="connsiteX10594" fmla="*/ 6947870 w 10321503"/>
              <a:gd name="connsiteY10594" fmla="*/ 2542992 h 5599766"/>
              <a:gd name="connsiteX10595" fmla="*/ 6951402 w 10321503"/>
              <a:gd name="connsiteY10595" fmla="*/ 2549135 h 5599766"/>
              <a:gd name="connsiteX10596" fmla="*/ 6951402 w 10321503"/>
              <a:gd name="connsiteY10596" fmla="*/ 2549800 h 5599766"/>
              <a:gd name="connsiteX10597" fmla="*/ 6947870 w 10321503"/>
              <a:gd name="connsiteY10597" fmla="*/ 2555941 h 5599766"/>
              <a:gd name="connsiteX10598" fmla="*/ 6947256 w 10321503"/>
              <a:gd name="connsiteY10598" fmla="*/ 2556300 h 5599766"/>
              <a:gd name="connsiteX10599" fmla="*/ 7145316 w 10321503"/>
              <a:gd name="connsiteY10599" fmla="*/ 2556300 h 5599766"/>
              <a:gd name="connsiteX10600" fmla="*/ 7138253 w 10321503"/>
              <a:gd name="connsiteY10600" fmla="*/ 2556300 h 5599766"/>
              <a:gd name="connsiteX10601" fmla="*/ 7137639 w 10321503"/>
              <a:gd name="connsiteY10601" fmla="*/ 2555941 h 5599766"/>
              <a:gd name="connsiteX10602" fmla="*/ 7134108 w 10321503"/>
              <a:gd name="connsiteY10602" fmla="*/ 2549800 h 5599766"/>
              <a:gd name="connsiteX10603" fmla="*/ 7134108 w 10321503"/>
              <a:gd name="connsiteY10603" fmla="*/ 2549135 h 5599766"/>
              <a:gd name="connsiteX10604" fmla="*/ 7137639 w 10321503"/>
              <a:gd name="connsiteY10604" fmla="*/ 2542992 h 5599766"/>
              <a:gd name="connsiteX10605" fmla="*/ 7138253 w 10321503"/>
              <a:gd name="connsiteY10605" fmla="*/ 2542633 h 5599766"/>
              <a:gd name="connsiteX10606" fmla="*/ 7145316 w 10321503"/>
              <a:gd name="connsiteY10606" fmla="*/ 2542633 h 5599766"/>
              <a:gd name="connsiteX10607" fmla="*/ 7145932 w 10321503"/>
              <a:gd name="connsiteY10607" fmla="*/ 2542992 h 5599766"/>
              <a:gd name="connsiteX10608" fmla="*/ 7149462 w 10321503"/>
              <a:gd name="connsiteY10608" fmla="*/ 2549135 h 5599766"/>
              <a:gd name="connsiteX10609" fmla="*/ 7149462 w 10321503"/>
              <a:gd name="connsiteY10609" fmla="*/ 2549800 h 5599766"/>
              <a:gd name="connsiteX10610" fmla="*/ 7145932 w 10321503"/>
              <a:gd name="connsiteY10610" fmla="*/ 2555941 h 5599766"/>
              <a:gd name="connsiteX10611" fmla="*/ 7145316 w 10321503"/>
              <a:gd name="connsiteY10611" fmla="*/ 2556300 h 5599766"/>
              <a:gd name="connsiteX10612" fmla="*/ 7343703 w 10321503"/>
              <a:gd name="connsiteY10612" fmla="*/ 2556300 h 5599766"/>
              <a:gd name="connsiteX10613" fmla="*/ 7336639 w 10321503"/>
              <a:gd name="connsiteY10613" fmla="*/ 2556300 h 5599766"/>
              <a:gd name="connsiteX10614" fmla="*/ 7336024 w 10321503"/>
              <a:gd name="connsiteY10614" fmla="*/ 2555941 h 5599766"/>
              <a:gd name="connsiteX10615" fmla="*/ 7332492 w 10321503"/>
              <a:gd name="connsiteY10615" fmla="*/ 2549800 h 5599766"/>
              <a:gd name="connsiteX10616" fmla="*/ 7332492 w 10321503"/>
              <a:gd name="connsiteY10616" fmla="*/ 2549135 h 5599766"/>
              <a:gd name="connsiteX10617" fmla="*/ 7336024 w 10321503"/>
              <a:gd name="connsiteY10617" fmla="*/ 2542992 h 5599766"/>
              <a:gd name="connsiteX10618" fmla="*/ 7336639 w 10321503"/>
              <a:gd name="connsiteY10618" fmla="*/ 2542633 h 5599766"/>
              <a:gd name="connsiteX10619" fmla="*/ 7343703 w 10321503"/>
              <a:gd name="connsiteY10619" fmla="*/ 2542633 h 5599766"/>
              <a:gd name="connsiteX10620" fmla="*/ 7344316 w 10321503"/>
              <a:gd name="connsiteY10620" fmla="*/ 2542992 h 5599766"/>
              <a:gd name="connsiteX10621" fmla="*/ 7347847 w 10321503"/>
              <a:gd name="connsiteY10621" fmla="*/ 2549135 h 5599766"/>
              <a:gd name="connsiteX10622" fmla="*/ 7347847 w 10321503"/>
              <a:gd name="connsiteY10622" fmla="*/ 2549800 h 5599766"/>
              <a:gd name="connsiteX10623" fmla="*/ 7344316 w 10321503"/>
              <a:gd name="connsiteY10623" fmla="*/ 2555941 h 5599766"/>
              <a:gd name="connsiteX10624" fmla="*/ 7343703 w 10321503"/>
              <a:gd name="connsiteY10624" fmla="*/ 2556300 h 5599766"/>
              <a:gd name="connsiteX10625" fmla="*/ 7541821 w 10321503"/>
              <a:gd name="connsiteY10625" fmla="*/ 2556300 h 5599766"/>
              <a:gd name="connsiteX10626" fmla="*/ 7534757 w 10321503"/>
              <a:gd name="connsiteY10626" fmla="*/ 2556300 h 5599766"/>
              <a:gd name="connsiteX10627" fmla="*/ 7534143 w 10321503"/>
              <a:gd name="connsiteY10627" fmla="*/ 2555941 h 5599766"/>
              <a:gd name="connsiteX10628" fmla="*/ 7530611 w 10321503"/>
              <a:gd name="connsiteY10628" fmla="*/ 2549800 h 5599766"/>
              <a:gd name="connsiteX10629" fmla="*/ 7530611 w 10321503"/>
              <a:gd name="connsiteY10629" fmla="*/ 2549135 h 5599766"/>
              <a:gd name="connsiteX10630" fmla="*/ 7534143 w 10321503"/>
              <a:gd name="connsiteY10630" fmla="*/ 2542992 h 5599766"/>
              <a:gd name="connsiteX10631" fmla="*/ 7534757 w 10321503"/>
              <a:gd name="connsiteY10631" fmla="*/ 2542633 h 5599766"/>
              <a:gd name="connsiteX10632" fmla="*/ 7541821 w 10321503"/>
              <a:gd name="connsiteY10632" fmla="*/ 2542633 h 5599766"/>
              <a:gd name="connsiteX10633" fmla="*/ 7542435 w 10321503"/>
              <a:gd name="connsiteY10633" fmla="*/ 2542992 h 5599766"/>
              <a:gd name="connsiteX10634" fmla="*/ 7545967 w 10321503"/>
              <a:gd name="connsiteY10634" fmla="*/ 2549135 h 5599766"/>
              <a:gd name="connsiteX10635" fmla="*/ 7545967 w 10321503"/>
              <a:gd name="connsiteY10635" fmla="*/ 2549800 h 5599766"/>
              <a:gd name="connsiteX10636" fmla="*/ 7542435 w 10321503"/>
              <a:gd name="connsiteY10636" fmla="*/ 2555941 h 5599766"/>
              <a:gd name="connsiteX10637" fmla="*/ 7541821 w 10321503"/>
              <a:gd name="connsiteY10637" fmla="*/ 2556300 h 5599766"/>
              <a:gd name="connsiteX10638" fmla="*/ 7740106 w 10321503"/>
              <a:gd name="connsiteY10638" fmla="*/ 2556300 h 5599766"/>
              <a:gd name="connsiteX10639" fmla="*/ 7733045 w 10321503"/>
              <a:gd name="connsiteY10639" fmla="*/ 2556300 h 5599766"/>
              <a:gd name="connsiteX10640" fmla="*/ 7732431 w 10321503"/>
              <a:gd name="connsiteY10640" fmla="*/ 2555941 h 5599766"/>
              <a:gd name="connsiteX10641" fmla="*/ 7728899 w 10321503"/>
              <a:gd name="connsiteY10641" fmla="*/ 2549800 h 5599766"/>
              <a:gd name="connsiteX10642" fmla="*/ 7728899 w 10321503"/>
              <a:gd name="connsiteY10642" fmla="*/ 2549135 h 5599766"/>
              <a:gd name="connsiteX10643" fmla="*/ 7732431 w 10321503"/>
              <a:gd name="connsiteY10643" fmla="*/ 2542992 h 5599766"/>
              <a:gd name="connsiteX10644" fmla="*/ 7733045 w 10321503"/>
              <a:gd name="connsiteY10644" fmla="*/ 2542633 h 5599766"/>
              <a:gd name="connsiteX10645" fmla="*/ 7740106 w 10321503"/>
              <a:gd name="connsiteY10645" fmla="*/ 2542633 h 5599766"/>
              <a:gd name="connsiteX10646" fmla="*/ 7740722 w 10321503"/>
              <a:gd name="connsiteY10646" fmla="*/ 2542992 h 5599766"/>
              <a:gd name="connsiteX10647" fmla="*/ 7744253 w 10321503"/>
              <a:gd name="connsiteY10647" fmla="*/ 2549135 h 5599766"/>
              <a:gd name="connsiteX10648" fmla="*/ 7744253 w 10321503"/>
              <a:gd name="connsiteY10648" fmla="*/ 2549800 h 5599766"/>
              <a:gd name="connsiteX10649" fmla="*/ 7740722 w 10321503"/>
              <a:gd name="connsiteY10649" fmla="*/ 2555941 h 5599766"/>
              <a:gd name="connsiteX10650" fmla="*/ 7740106 w 10321503"/>
              <a:gd name="connsiteY10650" fmla="*/ 2556300 h 5599766"/>
              <a:gd name="connsiteX10651" fmla="*/ 7938250 w 10321503"/>
              <a:gd name="connsiteY10651" fmla="*/ 2556300 h 5599766"/>
              <a:gd name="connsiteX10652" fmla="*/ 7931185 w 10321503"/>
              <a:gd name="connsiteY10652" fmla="*/ 2556300 h 5599766"/>
              <a:gd name="connsiteX10653" fmla="*/ 7930571 w 10321503"/>
              <a:gd name="connsiteY10653" fmla="*/ 2555941 h 5599766"/>
              <a:gd name="connsiteX10654" fmla="*/ 7927040 w 10321503"/>
              <a:gd name="connsiteY10654" fmla="*/ 2549800 h 5599766"/>
              <a:gd name="connsiteX10655" fmla="*/ 7927040 w 10321503"/>
              <a:gd name="connsiteY10655" fmla="*/ 2549135 h 5599766"/>
              <a:gd name="connsiteX10656" fmla="*/ 7930571 w 10321503"/>
              <a:gd name="connsiteY10656" fmla="*/ 2542992 h 5599766"/>
              <a:gd name="connsiteX10657" fmla="*/ 7931185 w 10321503"/>
              <a:gd name="connsiteY10657" fmla="*/ 2542633 h 5599766"/>
              <a:gd name="connsiteX10658" fmla="*/ 7938250 w 10321503"/>
              <a:gd name="connsiteY10658" fmla="*/ 2542633 h 5599766"/>
              <a:gd name="connsiteX10659" fmla="*/ 7938863 w 10321503"/>
              <a:gd name="connsiteY10659" fmla="*/ 2542992 h 5599766"/>
              <a:gd name="connsiteX10660" fmla="*/ 7942396 w 10321503"/>
              <a:gd name="connsiteY10660" fmla="*/ 2549135 h 5599766"/>
              <a:gd name="connsiteX10661" fmla="*/ 7942396 w 10321503"/>
              <a:gd name="connsiteY10661" fmla="*/ 2549800 h 5599766"/>
              <a:gd name="connsiteX10662" fmla="*/ 7938863 w 10321503"/>
              <a:gd name="connsiteY10662" fmla="*/ 2555941 h 5599766"/>
              <a:gd name="connsiteX10663" fmla="*/ 7938250 w 10321503"/>
              <a:gd name="connsiteY10663" fmla="*/ 2556300 h 5599766"/>
              <a:gd name="connsiteX10664" fmla="*/ 8136539 w 10321503"/>
              <a:gd name="connsiteY10664" fmla="*/ 2556300 h 5599766"/>
              <a:gd name="connsiteX10665" fmla="*/ 8129476 w 10321503"/>
              <a:gd name="connsiteY10665" fmla="*/ 2556300 h 5599766"/>
              <a:gd name="connsiteX10666" fmla="*/ 8128862 w 10321503"/>
              <a:gd name="connsiteY10666" fmla="*/ 2555941 h 5599766"/>
              <a:gd name="connsiteX10667" fmla="*/ 8125330 w 10321503"/>
              <a:gd name="connsiteY10667" fmla="*/ 2549800 h 5599766"/>
              <a:gd name="connsiteX10668" fmla="*/ 8125330 w 10321503"/>
              <a:gd name="connsiteY10668" fmla="*/ 2549135 h 5599766"/>
              <a:gd name="connsiteX10669" fmla="*/ 8128862 w 10321503"/>
              <a:gd name="connsiteY10669" fmla="*/ 2542992 h 5599766"/>
              <a:gd name="connsiteX10670" fmla="*/ 8129476 w 10321503"/>
              <a:gd name="connsiteY10670" fmla="*/ 2542633 h 5599766"/>
              <a:gd name="connsiteX10671" fmla="*/ 8136539 w 10321503"/>
              <a:gd name="connsiteY10671" fmla="*/ 2542633 h 5599766"/>
              <a:gd name="connsiteX10672" fmla="*/ 8137156 w 10321503"/>
              <a:gd name="connsiteY10672" fmla="*/ 2542992 h 5599766"/>
              <a:gd name="connsiteX10673" fmla="*/ 8140686 w 10321503"/>
              <a:gd name="connsiteY10673" fmla="*/ 2549135 h 5599766"/>
              <a:gd name="connsiteX10674" fmla="*/ 8140686 w 10321503"/>
              <a:gd name="connsiteY10674" fmla="*/ 2549800 h 5599766"/>
              <a:gd name="connsiteX10675" fmla="*/ 8137156 w 10321503"/>
              <a:gd name="connsiteY10675" fmla="*/ 2555941 h 5599766"/>
              <a:gd name="connsiteX10676" fmla="*/ 8136539 w 10321503"/>
              <a:gd name="connsiteY10676" fmla="*/ 2556300 h 5599766"/>
              <a:gd name="connsiteX10677" fmla="*/ 8334777 w 10321503"/>
              <a:gd name="connsiteY10677" fmla="*/ 2556300 h 5599766"/>
              <a:gd name="connsiteX10678" fmla="*/ 8327713 w 10321503"/>
              <a:gd name="connsiteY10678" fmla="*/ 2556300 h 5599766"/>
              <a:gd name="connsiteX10679" fmla="*/ 8327098 w 10321503"/>
              <a:gd name="connsiteY10679" fmla="*/ 2555941 h 5599766"/>
              <a:gd name="connsiteX10680" fmla="*/ 8323567 w 10321503"/>
              <a:gd name="connsiteY10680" fmla="*/ 2549800 h 5599766"/>
              <a:gd name="connsiteX10681" fmla="*/ 8323567 w 10321503"/>
              <a:gd name="connsiteY10681" fmla="*/ 2549135 h 5599766"/>
              <a:gd name="connsiteX10682" fmla="*/ 8327098 w 10321503"/>
              <a:gd name="connsiteY10682" fmla="*/ 2542992 h 5599766"/>
              <a:gd name="connsiteX10683" fmla="*/ 8327713 w 10321503"/>
              <a:gd name="connsiteY10683" fmla="*/ 2542633 h 5599766"/>
              <a:gd name="connsiteX10684" fmla="*/ 8334777 w 10321503"/>
              <a:gd name="connsiteY10684" fmla="*/ 2542633 h 5599766"/>
              <a:gd name="connsiteX10685" fmla="*/ 8335391 w 10321503"/>
              <a:gd name="connsiteY10685" fmla="*/ 2542992 h 5599766"/>
              <a:gd name="connsiteX10686" fmla="*/ 8338922 w 10321503"/>
              <a:gd name="connsiteY10686" fmla="*/ 2549135 h 5599766"/>
              <a:gd name="connsiteX10687" fmla="*/ 8338922 w 10321503"/>
              <a:gd name="connsiteY10687" fmla="*/ 2549800 h 5599766"/>
              <a:gd name="connsiteX10688" fmla="*/ 8335391 w 10321503"/>
              <a:gd name="connsiteY10688" fmla="*/ 2555941 h 5599766"/>
              <a:gd name="connsiteX10689" fmla="*/ 8334777 w 10321503"/>
              <a:gd name="connsiteY10689" fmla="*/ 2556300 h 5599766"/>
              <a:gd name="connsiteX10690" fmla="*/ 8533002 w 10321503"/>
              <a:gd name="connsiteY10690" fmla="*/ 2556300 h 5599766"/>
              <a:gd name="connsiteX10691" fmla="*/ 8525938 w 10321503"/>
              <a:gd name="connsiteY10691" fmla="*/ 2556300 h 5599766"/>
              <a:gd name="connsiteX10692" fmla="*/ 8525324 w 10321503"/>
              <a:gd name="connsiteY10692" fmla="*/ 2555941 h 5599766"/>
              <a:gd name="connsiteX10693" fmla="*/ 8521792 w 10321503"/>
              <a:gd name="connsiteY10693" fmla="*/ 2549800 h 5599766"/>
              <a:gd name="connsiteX10694" fmla="*/ 8521792 w 10321503"/>
              <a:gd name="connsiteY10694" fmla="*/ 2549135 h 5599766"/>
              <a:gd name="connsiteX10695" fmla="*/ 8525324 w 10321503"/>
              <a:gd name="connsiteY10695" fmla="*/ 2542992 h 5599766"/>
              <a:gd name="connsiteX10696" fmla="*/ 8525938 w 10321503"/>
              <a:gd name="connsiteY10696" fmla="*/ 2542633 h 5599766"/>
              <a:gd name="connsiteX10697" fmla="*/ 8533002 w 10321503"/>
              <a:gd name="connsiteY10697" fmla="*/ 2542633 h 5599766"/>
              <a:gd name="connsiteX10698" fmla="*/ 8533616 w 10321503"/>
              <a:gd name="connsiteY10698" fmla="*/ 2542992 h 5599766"/>
              <a:gd name="connsiteX10699" fmla="*/ 8537147 w 10321503"/>
              <a:gd name="connsiteY10699" fmla="*/ 2549135 h 5599766"/>
              <a:gd name="connsiteX10700" fmla="*/ 8537147 w 10321503"/>
              <a:gd name="connsiteY10700" fmla="*/ 2549800 h 5599766"/>
              <a:gd name="connsiteX10701" fmla="*/ 8533616 w 10321503"/>
              <a:gd name="connsiteY10701" fmla="*/ 2555941 h 5599766"/>
              <a:gd name="connsiteX10702" fmla="*/ 8533002 w 10321503"/>
              <a:gd name="connsiteY10702" fmla="*/ 2556300 h 5599766"/>
              <a:gd name="connsiteX10703" fmla="*/ 8731332 w 10321503"/>
              <a:gd name="connsiteY10703" fmla="*/ 2556300 h 5599766"/>
              <a:gd name="connsiteX10704" fmla="*/ 8724268 w 10321503"/>
              <a:gd name="connsiteY10704" fmla="*/ 2556300 h 5599766"/>
              <a:gd name="connsiteX10705" fmla="*/ 8723655 w 10321503"/>
              <a:gd name="connsiteY10705" fmla="*/ 2555941 h 5599766"/>
              <a:gd name="connsiteX10706" fmla="*/ 8720124 w 10321503"/>
              <a:gd name="connsiteY10706" fmla="*/ 2549800 h 5599766"/>
              <a:gd name="connsiteX10707" fmla="*/ 8720124 w 10321503"/>
              <a:gd name="connsiteY10707" fmla="*/ 2549135 h 5599766"/>
              <a:gd name="connsiteX10708" fmla="*/ 8723655 w 10321503"/>
              <a:gd name="connsiteY10708" fmla="*/ 2542992 h 5599766"/>
              <a:gd name="connsiteX10709" fmla="*/ 8724268 w 10321503"/>
              <a:gd name="connsiteY10709" fmla="*/ 2542633 h 5599766"/>
              <a:gd name="connsiteX10710" fmla="*/ 8731332 w 10321503"/>
              <a:gd name="connsiteY10710" fmla="*/ 2542633 h 5599766"/>
              <a:gd name="connsiteX10711" fmla="*/ 8731946 w 10321503"/>
              <a:gd name="connsiteY10711" fmla="*/ 2542992 h 5599766"/>
              <a:gd name="connsiteX10712" fmla="*/ 8735479 w 10321503"/>
              <a:gd name="connsiteY10712" fmla="*/ 2549135 h 5599766"/>
              <a:gd name="connsiteX10713" fmla="*/ 8735479 w 10321503"/>
              <a:gd name="connsiteY10713" fmla="*/ 2549800 h 5599766"/>
              <a:gd name="connsiteX10714" fmla="*/ 8731946 w 10321503"/>
              <a:gd name="connsiteY10714" fmla="*/ 2555941 h 5599766"/>
              <a:gd name="connsiteX10715" fmla="*/ 8731332 w 10321503"/>
              <a:gd name="connsiteY10715" fmla="*/ 2556300 h 5599766"/>
              <a:gd name="connsiteX10716" fmla="*/ 8929492 w 10321503"/>
              <a:gd name="connsiteY10716" fmla="*/ 2556300 h 5599766"/>
              <a:gd name="connsiteX10717" fmla="*/ 8922429 w 10321503"/>
              <a:gd name="connsiteY10717" fmla="*/ 2556300 h 5599766"/>
              <a:gd name="connsiteX10718" fmla="*/ 8921815 w 10321503"/>
              <a:gd name="connsiteY10718" fmla="*/ 2555941 h 5599766"/>
              <a:gd name="connsiteX10719" fmla="*/ 8918284 w 10321503"/>
              <a:gd name="connsiteY10719" fmla="*/ 2549800 h 5599766"/>
              <a:gd name="connsiteX10720" fmla="*/ 8918284 w 10321503"/>
              <a:gd name="connsiteY10720" fmla="*/ 2549135 h 5599766"/>
              <a:gd name="connsiteX10721" fmla="*/ 8921815 w 10321503"/>
              <a:gd name="connsiteY10721" fmla="*/ 2542992 h 5599766"/>
              <a:gd name="connsiteX10722" fmla="*/ 8922429 w 10321503"/>
              <a:gd name="connsiteY10722" fmla="*/ 2542633 h 5599766"/>
              <a:gd name="connsiteX10723" fmla="*/ 8929492 w 10321503"/>
              <a:gd name="connsiteY10723" fmla="*/ 2542633 h 5599766"/>
              <a:gd name="connsiteX10724" fmla="*/ 8930106 w 10321503"/>
              <a:gd name="connsiteY10724" fmla="*/ 2542992 h 5599766"/>
              <a:gd name="connsiteX10725" fmla="*/ 8933638 w 10321503"/>
              <a:gd name="connsiteY10725" fmla="*/ 2549135 h 5599766"/>
              <a:gd name="connsiteX10726" fmla="*/ 8933638 w 10321503"/>
              <a:gd name="connsiteY10726" fmla="*/ 2549800 h 5599766"/>
              <a:gd name="connsiteX10727" fmla="*/ 8930106 w 10321503"/>
              <a:gd name="connsiteY10727" fmla="*/ 2555941 h 5599766"/>
              <a:gd name="connsiteX10728" fmla="*/ 8929492 w 10321503"/>
              <a:gd name="connsiteY10728" fmla="*/ 2556300 h 5599766"/>
              <a:gd name="connsiteX10729" fmla="*/ 9127718 w 10321503"/>
              <a:gd name="connsiteY10729" fmla="*/ 2556300 h 5599766"/>
              <a:gd name="connsiteX10730" fmla="*/ 9120656 w 10321503"/>
              <a:gd name="connsiteY10730" fmla="*/ 2556300 h 5599766"/>
              <a:gd name="connsiteX10731" fmla="*/ 9120042 w 10321503"/>
              <a:gd name="connsiteY10731" fmla="*/ 2555941 h 5599766"/>
              <a:gd name="connsiteX10732" fmla="*/ 9116509 w 10321503"/>
              <a:gd name="connsiteY10732" fmla="*/ 2549800 h 5599766"/>
              <a:gd name="connsiteX10733" fmla="*/ 9116509 w 10321503"/>
              <a:gd name="connsiteY10733" fmla="*/ 2549135 h 5599766"/>
              <a:gd name="connsiteX10734" fmla="*/ 9120042 w 10321503"/>
              <a:gd name="connsiteY10734" fmla="*/ 2542992 h 5599766"/>
              <a:gd name="connsiteX10735" fmla="*/ 9120656 w 10321503"/>
              <a:gd name="connsiteY10735" fmla="*/ 2542633 h 5599766"/>
              <a:gd name="connsiteX10736" fmla="*/ 9127718 w 10321503"/>
              <a:gd name="connsiteY10736" fmla="*/ 2542633 h 5599766"/>
              <a:gd name="connsiteX10737" fmla="*/ 9128331 w 10321503"/>
              <a:gd name="connsiteY10737" fmla="*/ 2542992 h 5599766"/>
              <a:gd name="connsiteX10738" fmla="*/ 9131865 w 10321503"/>
              <a:gd name="connsiteY10738" fmla="*/ 2549135 h 5599766"/>
              <a:gd name="connsiteX10739" fmla="*/ 9131865 w 10321503"/>
              <a:gd name="connsiteY10739" fmla="*/ 2549800 h 5599766"/>
              <a:gd name="connsiteX10740" fmla="*/ 9128331 w 10321503"/>
              <a:gd name="connsiteY10740" fmla="*/ 2555941 h 5599766"/>
              <a:gd name="connsiteX10741" fmla="*/ 9127718 w 10321503"/>
              <a:gd name="connsiteY10741" fmla="*/ 2556300 h 5599766"/>
              <a:gd name="connsiteX10742" fmla="*/ 9325937 w 10321503"/>
              <a:gd name="connsiteY10742" fmla="*/ 2556300 h 5599766"/>
              <a:gd name="connsiteX10743" fmla="*/ 9318874 w 10321503"/>
              <a:gd name="connsiteY10743" fmla="*/ 2556300 h 5599766"/>
              <a:gd name="connsiteX10744" fmla="*/ 9318259 w 10321503"/>
              <a:gd name="connsiteY10744" fmla="*/ 2555941 h 5599766"/>
              <a:gd name="connsiteX10745" fmla="*/ 9314727 w 10321503"/>
              <a:gd name="connsiteY10745" fmla="*/ 2549800 h 5599766"/>
              <a:gd name="connsiteX10746" fmla="*/ 9314727 w 10321503"/>
              <a:gd name="connsiteY10746" fmla="*/ 2549135 h 5599766"/>
              <a:gd name="connsiteX10747" fmla="*/ 9318259 w 10321503"/>
              <a:gd name="connsiteY10747" fmla="*/ 2542992 h 5599766"/>
              <a:gd name="connsiteX10748" fmla="*/ 9318874 w 10321503"/>
              <a:gd name="connsiteY10748" fmla="*/ 2542633 h 5599766"/>
              <a:gd name="connsiteX10749" fmla="*/ 9325937 w 10321503"/>
              <a:gd name="connsiteY10749" fmla="*/ 2542633 h 5599766"/>
              <a:gd name="connsiteX10750" fmla="*/ 9326552 w 10321503"/>
              <a:gd name="connsiteY10750" fmla="*/ 2542992 h 5599766"/>
              <a:gd name="connsiteX10751" fmla="*/ 9330081 w 10321503"/>
              <a:gd name="connsiteY10751" fmla="*/ 2549135 h 5599766"/>
              <a:gd name="connsiteX10752" fmla="*/ 9330081 w 10321503"/>
              <a:gd name="connsiteY10752" fmla="*/ 2549800 h 5599766"/>
              <a:gd name="connsiteX10753" fmla="*/ 9326552 w 10321503"/>
              <a:gd name="connsiteY10753" fmla="*/ 2555941 h 5599766"/>
              <a:gd name="connsiteX10754" fmla="*/ 9325937 w 10321503"/>
              <a:gd name="connsiteY10754" fmla="*/ 2556300 h 5599766"/>
              <a:gd name="connsiteX10755" fmla="*/ 9524217 w 10321503"/>
              <a:gd name="connsiteY10755" fmla="*/ 2556300 h 5599766"/>
              <a:gd name="connsiteX10756" fmla="*/ 9517154 w 10321503"/>
              <a:gd name="connsiteY10756" fmla="*/ 2556300 h 5599766"/>
              <a:gd name="connsiteX10757" fmla="*/ 9516541 w 10321503"/>
              <a:gd name="connsiteY10757" fmla="*/ 2555941 h 5599766"/>
              <a:gd name="connsiteX10758" fmla="*/ 9513008 w 10321503"/>
              <a:gd name="connsiteY10758" fmla="*/ 2549800 h 5599766"/>
              <a:gd name="connsiteX10759" fmla="*/ 9513008 w 10321503"/>
              <a:gd name="connsiteY10759" fmla="*/ 2549135 h 5599766"/>
              <a:gd name="connsiteX10760" fmla="*/ 9516541 w 10321503"/>
              <a:gd name="connsiteY10760" fmla="*/ 2542992 h 5599766"/>
              <a:gd name="connsiteX10761" fmla="*/ 9517154 w 10321503"/>
              <a:gd name="connsiteY10761" fmla="*/ 2542633 h 5599766"/>
              <a:gd name="connsiteX10762" fmla="*/ 9524217 w 10321503"/>
              <a:gd name="connsiteY10762" fmla="*/ 2542633 h 5599766"/>
              <a:gd name="connsiteX10763" fmla="*/ 9524832 w 10321503"/>
              <a:gd name="connsiteY10763" fmla="*/ 2542992 h 5599766"/>
              <a:gd name="connsiteX10764" fmla="*/ 9528365 w 10321503"/>
              <a:gd name="connsiteY10764" fmla="*/ 2549135 h 5599766"/>
              <a:gd name="connsiteX10765" fmla="*/ 9528365 w 10321503"/>
              <a:gd name="connsiteY10765" fmla="*/ 2549800 h 5599766"/>
              <a:gd name="connsiteX10766" fmla="*/ 9524832 w 10321503"/>
              <a:gd name="connsiteY10766" fmla="*/ 2555941 h 5599766"/>
              <a:gd name="connsiteX10767" fmla="*/ 9524217 w 10321503"/>
              <a:gd name="connsiteY10767" fmla="*/ 2556300 h 5599766"/>
              <a:gd name="connsiteX10768" fmla="*/ 9722586 w 10321503"/>
              <a:gd name="connsiteY10768" fmla="*/ 2556300 h 5599766"/>
              <a:gd name="connsiteX10769" fmla="*/ 9715523 w 10321503"/>
              <a:gd name="connsiteY10769" fmla="*/ 2556300 h 5599766"/>
              <a:gd name="connsiteX10770" fmla="*/ 9714909 w 10321503"/>
              <a:gd name="connsiteY10770" fmla="*/ 2555941 h 5599766"/>
              <a:gd name="connsiteX10771" fmla="*/ 9711378 w 10321503"/>
              <a:gd name="connsiteY10771" fmla="*/ 2549800 h 5599766"/>
              <a:gd name="connsiteX10772" fmla="*/ 9711378 w 10321503"/>
              <a:gd name="connsiteY10772" fmla="*/ 2549135 h 5599766"/>
              <a:gd name="connsiteX10773" fmla="*/ 9714909 w 10321503"/>
              <a:gd name="connsiteY10773" fmla="*/ 2542992 h 5599766"/>
              <a:gd name="connsiteX10774" fmla="*/ 9715523 w 10321503"/>
              <a:gd name="connsiteY10774" fmla="*/ 2542633 h 5599766"/>
              <a:gd name="connsiteX10775" fmla="*/ 9722586 w 10321503"/>
              <a:gd name="connsiteY10775" fmla="*/ 2542633 h 5599766"/>
              <a:gd name="connsiteX10776" fmla="*/ 9723200 w 10321503"/>
              <a:gd name="connsiteY10776" fmla="*/ 2542992 h 5599766"/>
              <a:gd name="connsiteX10777" fmla="*/ 9726732 w 10321503"/>
              <a:gd name="connsiteY10777" fmla="*/ 2549135 h 5599766"/>
              <a:gd name="connsiteX10778" fmla="*/ 9726732 w 10321503"/>
              <a:gd name="connsiteY10778" fmla="*/ 2549800 h 5599766"/>
              <a:gd name="connsiteX10779" fmla="*/ 9723200 w 10321503"/>
              <a:gd name="connsiteY10779" fmla="*/ 2555941 h 5599766"/>
              <a:gd name="connsiteX10780" fmla="*/ 9722586 w 10321503"/>
              <a:gd name="connsiteY10780" fmla="*/ 2556300 h 5599766"/>
              <a:gd name="connsiteX10781" fmla="*/ 9920752 w 10321503"/>
              <a:gd name="connsiteY10781" fmla="*/ 2556300 h 5599766"/>
              <a:gd name="connsiteX10782" fmla="*/ 9913690 w 10321503"/>
              <a:gd name="connsiteY10782" fmla="*/ 2556300 h 5599766"/>
              <a:gd name="connsiteX10783" fmla="*/ 9913076 w 10321503"/>
              <a:gd name="connsiteY10783" fmla="*/ 2555941 h 5599766"/>
              <a:gd name="connsiteX10784" fmla="*/ 9909544 w 10321503"/>
              <a:gd name="connsiteY10784" fmla="*/ 2549800 h 5599766"/>
              <a:gd name="connsiteX10785" fmla="*/ 9909544 w 10321503"/>
              <a:gd name="connsiteY10785" fmla="*/ 2549135 h 5599766"/>
              <a:gd name="connsiteX10786" fmla="*/ 9913076 w 10321503"/>
              <a:gd name="connsiteY10786" fmla="*/ 2542992 h 5599766"/>
              <a:gd name="connsiteX10787" fmla="*/ 9913690 w 10321503"/>
              <a:gd name="connsiteY10787" fmla="*/ 2542633 h 5599766"/>
              <a:gd name="connsiteX10788" fmla="*/ 9920752 w 10321503"/>
              <a:gd name="connsiteY10788" fmla="*/ 2542633 h 5599766"/>
              <a:gd name="connsiteX10789" fmla="*/ 9921366 w 10321503"/>
              <a:gd name="connsiteY10789" fmla="*/ 2542992 h 5599766"/>
              <a:gd name="connsiteX10790" fmla="*/ 9924898 w 10321503"/>
              <a:gd name="connsiteY10790" fmla="*/ 2549135 h 5599766"/>
              <a:gd name="connsiteX10791" fmla="*/ 9924898 w 10321503"/>
              <a:gd name="connsiteY10791" fmla="*/ 2549800 h 5599766"/>
              <a:gd name="connsiteX10792" fmla="*/ 9921366 w 10321503"/>
              <a:gd name="connsiteY10792" fmla="*/ 2555941 h 5599766"/>
              <a:gd name="connsiteX10793" fmla="*/ 9920752 w 10321503"/>
              <a:gd name="connsiteY10793" fmla="*/ 2556300 h 5599766"/>
              <a:gd name="connsiteX10794" fmla="*/ 10118919 w 10321503"/>
              <a:gd name="connsiteY10794" fmla="*/ 2556300 h 5599766"/>
              <a:gd name="connsiteX10795" fmla="*/ 10111857 w 10321503"/>
              <a:gd name="connsiteY10795" fmla="*/ 2556300 h 5599766"/>
              <a:gd name="connsiteX10796" fmla="*/ 10111243 w 10321503"/>
              <a:gd name="connsiteY10796" fmla="*/ 2555941 h 5599766"/>
              <a:gd name="connsiteX10797" fmla="*/ 10107711 w 10321503"/>
              <a:gd name="connsiteY10797" fmla="*/ 2549800 h 5599766"/>
              <a:gd name="connsiteX10798" fmla="*/ 10107711 w 10321503"/>
              <a:gd name="connsiteY10798" fmla="*/ 2549135 h 5599766"/>
              <a:gd name="connsiteX10799" fmla="*/ 10111243 w 10321503"/>
              <a:gd name="connsiteY10799" fmla="*/ 2542992 h 5599766"/>
              <a:gd name="connsiteX10800" fmla="*/ 10111857 w 10321503"/>
              <a:gd name="connsiteY10800" fmla="*/ 2542633 h 5599766"/>
              <a:gd name="connsiteX10801" fmla="*/ 10118919 w 10321503"/>
              <a:gd name="connsiteY10801" fmla="*/ 2542633 h 5599766"/>
              <a:gd name="connsiteX10802" fmla="*/ 10119534 w 10321503"/>
              <a:gd name="connsiteY10802" fmla="*/ 2542992 h 5599766"/>
              <a:gd name="connsiteX10803" fmla="*/ 10123066 w 10321503"/>
              <a:gd name="connsiteY10803" fmla="*/ 2549135 h 5599766"/>
              <a:gd name="connsiteX10804" fmla="*/ 10123066 w 10321503"/>
              <a:gd name="connsiteY10804" fmla="*/ 2549800 h 5599766"/>
              <a:gd name="connsiteX10805" fmla="*/ 10119534 w 10321503"/>
              <a:gd name="connsiteY10805" fmla="*/ 2555941 h 5599766"/>
              <a:gd name="connsiteX10806" fmla="*/ 10118919 w 10321503"/>
              <a:gd name="connsiteY10806" fmla="*/ 2556300 h 5599766"/>
              <a:gd name="connsiteX10807" fmla="*/ 10317258 w 10321503"/>
              <a:gd name="connsiteY10807" fmla="*/ 2556300 h 5599766"/>
              <a:gd name="connsiteX10808" fmla="*/ 10310195 w 10321503"/>
              <a:gd name="connsiteY10808" fmla="*/ 2556300 h 5599766"/>
              <a:gd name="connsiteX10809" fmla="*/ 10309581 w 10321503"/>
              <a:gd name="connsiteY10809" fmla="*/ 2555941 h 5599766"/>
              <a:gd name="connsiteX10810" fmla="*/ 10306049 w 10321503"/>
              <a:gd name="connsiteY10810" fmla="*/ 2549800 h 5599766"/>
              <a:gd name="connsiteX10811" fmla="*/ 10306049 w 10321503"/>
              <a:gd name="connsiteY10811" fmla="*/ 2549135 h 5599766"/>
              <a:gd name="connsiteX10812" fmla="*/ 10309581 w 10321503"/>
              <a:gd name="connsiteY10812" fmla="*/ 2542992 h 5599766"/>
              <a:gd name="connsiteX10813" fmla="*/ 10310195 w 10321503"/>
              <a:gd name="connsiteY10813" fmla="*/ 2542633 h 5599766"/>
              <a:gd name="connsiteX10814" fmla="*/ 10317258 w 10321503"/>
              <a:gd name="connsiteY10814" fmla="*/ 2542633 h 5599766"/>
              <a:gd name="connsiteX10815" fmla="*/ 10317873 w 10321503"/>
              <a:gd name="connsiteY10815" fmla="*/ 2542992 h 5599766"/>
              <a:gd name="connsiteX10816" fmla="*/ 10321404 w 10321503"/>
              <a:gd name="connsiteY10816" fmla="*/ 2549135 h 5599766"/>
              <a:gd name="connsiteX10817" fmla="*/ 10321404 w 10321503"/>
              <a:gd name="connsiteY10817" fmla="*/ 2549800 h 5599766"/>
              <a:gd name="connsiteX10818" fmla="*/ 10317873 w 10321503"/>
              <a:gd name="connsiteY10818" fmla="*/ 2555941 h 5599766"/>
              <a:gd name="connsiteX10819" fmla="*/ 10317258 w 10321503"/>
              <a:gd name="connsiteY10819" fmla="*/ 2556300 h 5599766"/>
              <a:gd name="connsiteX10820" fmla="*/ 11254 w 10321503"/>
              <a:gd name="connsiteY10820" fmla="*/ 2719612 h 5599766"/>
              <a:gd name="connsiteX10821" fmla="*/ 4192 w 10321503"/>
              <a:gd name="connsiteY10821" fmla="*/ 2719612 h 5599766"/>
              <a:gd name="connsiteX10822" fmla="*/ 3578 w 10321503"/>
              <a:gd name="connsiteY10822" fmla="*/ 2719253 h 5599766"/>
              <a:gd name="connsiteX10823" fmla="*/ 46 w 10321503"/>
              <a:gd name="connsiteY10823" fmla="*/ 2713112 h 5599766"/>
              <a:gd name="connsiteX10824" fmla="*/ 46 w 10321503"/>
              <a:gd name="connsiteY10824" fmla="*/ 2712447 h 5599766"/>
              <a:gd name="connsiteX10825" fmla="*/ 3578 w 10321503"/>
              <a:gd name="connsiteY10825" fmla="*/ 2706305 h 5599766"/>
              <a:gd name="connsiteX10826" fmla="*/ 4192 w 10321503"/>
              <a:gd name="connsiteY10826" fmla="*/ 2705947 h 5599766"/>
              <a:gd name="connsiteX10827" fmla="*/ 11254 w 10321503"/>
              <a:gd name="connsiteY10827" fmla="*/ 2705947 h 5599766"/>
              <a:gd name="connsiteX10828" fmla="*/ 11868 w 10321503"/>
              <a:gd name="connsiteY10828" fmla="*/ 2706305 h 5599766"/>
              <a:gd name="connsiteX10829" fmla="*/ 15400 w 10321503"/>
              <a:gd name="connsiteY10829" fmla="*/ 2712447 h 5599766"/>
              <a:gd name="connsiteX10830" fmla="*/ 15400 w 10321503"/>
              <a:gd name="connsiteY10830" fmla="*/ 2713112 h 5599766"/>
              <a:gd name="connsiteX10831" fmla="*/ 11868 w 10321503"/>
              <a:gd name="connsiteY10831" fmla="*/ 2719253 h 5599766"/>
              <a:gd name="connsiteX10832" fmla="*/ 11254 w 10321503"/>
              <a:gd name="connsiteY10832" fmla="*/ 2719612 h 5599766"/>
              <a:gd name="connsiteX10833" fmla="*/ 209480 w 10321503"/>
              <a:gd name="connsiteY10833" fmla="*/ 2719612 h 5599766"/>
              <a:gd name="connsiteX10834" fmla="*/ 202416 w 10321503"/>
              <a:gd name="connsiteY10834" fmla="*/ 2719612 h 5599766"/>
              <a:gd name="connsiteX10835" fmla="*/ 201803 w 10321503"/>
              <a:gd name="connsiteY10835" fmla="*/ 2719253 h 5599766"/>
              <a:gd name="connsiteX10836" fmla="*/ 198270 w 10321503"/>
              <a:gd name="connsiteY10836" fmla="*/ 2713112 h 5599766"/>
              <a:gd name="connsiteX10837" fmla="*/ 198270 w 10321503"/>
              <a:gd name="connsiteY10837" fmla="*/ 2712447 h 5599766"/>
              <a:gd name="connsiteX10838" fmla="*/ 201803 w 10321503"/>
              <a:gd name="connsiteY10838" fmla="*/ 2706305 h 5599766"/>
              <a:gd name="connsiteX10839" fmla="*/ 202416 w 10321503"/>
              <a:gd name="connsiteY10839" fmla="*/ 2705947 h 5599766"/>
              <a:gd name="connsiteX10840" fmla="*/ 209480 w 10321503"/>
              <a:gd name="connsiteY10840" fmla="*/ 2705947 h 5599766"/>
              <a:gd name="connsiteX10841" fmla="*/ 210094 w 10321503"/>
              <a:gd name="connsiteY10841" fmla="*/ 2706305 h 5599766"/>
              <a:gd name="connsiteX10842" fmla="*/ 213625 w 10321503"/>
              <a:gd name="connsiteY10842" fmla="*/ 2712447 h 5599766"/>
              <a:gd name="connsiteX10843" fmla="*/ 213625 w 10321503"/>
              <a:gd name="connsiteY10843" fmla="*/ 2713112 h 5599766"/>
              <a:gd name="connsiteX10844" fmla="*/ 210094 w 10321503"/>
              <a:gd name="connsiteY10844" fmla="*/ 2719253 h 5599766"/>
              <a:gd name="connsiteX10845" fmla="*/ 209480 w 10321503"/>
              <a:gd name="connsiteY10845" fmla="*/ 2719612 h 5599766"/>
              <a:gd name="connsiteX10846" fmla="*/ 407754 w 10321503"/>
              <a:gd name="connsiteY10846" fmla="*/ 2719612 h 5599766"/>
              <a:gd name="connsiteX10847" fmla="*/ 400692 w 10321503"/>
              <a:gd name="connsiteY10847" fmla="*/ 2719612 h 5599766"/>
              <a:gd name="connsiteX10848" fmla="*/ 400078 w 10321503"/>
              <a:gd name="connsiteY10848" fmla="*/ 2719253 h 5599766"/>
              <a:gd name="connsiteX10849" fmla="*/ 396546 w 10321503"/>
              <a:gd name="connsiteY10849" fmla="*/ 2713112 h 5599766"/>
              <a:gd name="connsiteX10850" fmla="*/ 396546 w 10321503"/>
              <a:gd name="connsiteY10850" fmla="*/ 2712447 h 5599766"/>
              <a:gd name="connsiteX10851" fmla="*/ 400078 w 10321503"/>
              <a:gd name="connsiteY10851" fmla="*/ 2706305 h 5599766"/>
              <a:gd name="connsiteX10852" fmla="*/ 400692 w 10321503"/>
              <a:gd name="connsiteY10852" fmla="*/ 2705947 h 5599766"/>
              <a:gd name="connsiteX10853" fmla="*/ 407754 w 10321503"/>
              <a:gd name="connsiteY10853" fmla="*/ 2705947 h 5599766"/>
              <a:gd name="connsiteX10854" fmla="*/ 408369 w 10321503"/>
              <a:gd name="connsiteY10854" fmla="*/ 2706305 h 5599766"/>
              <a:gd name="connsiteX10855" fmla="*/ 411900 w 10321503"/>
              <a:gd name="connsiteY10855" fmla="*/ 2712447 h 5599766"/>
              <a:gd name="connsiteX10856" fmla="*/ 411900 w 10321503"/>
              <a:gd name="connsiteY10856" fmla="*/ 2713112 h 5599766"/>
              <a:gd name="connsiteX10857" fmla="*/ 408369 w 10321503"/>
              <a:gd name="connsiteY10857" fmla="*/ 2719253 h 5599766"/>
              <a:gd name="connsiteX10858" fmla="*/ 407754 w 10321503"/>
              <a:gd name="connsiteY10858" fmla="*/ 2719612 h 5599766"/>
              <a:gd name="connsiteX10859" fmla="*/ 605979 w 10321503"/>
              <a:gd name="connsiteY10859" fmla="*/ 2719612 h 5599766"/>
              <a:gd name="connsiteX10860" fmla="*/ 598916 w 10321503"/>
              <a:gd name="connsiteY10860" fmla="*/ 2719612 h 5599766"/>
              <a:gd name="connsiteX10861" fmla="*/ 598302 w 10321503"/>
              <a:gd name="connsiteY10861" fmla="*/ 2719253 h 5599766"/>
              <a:gd name="connsiteX10862" fmla="*/ 594770 w 10321503"/>
              <a:gd name="connsiteY10862" fmla="*/ 2713112 h 5599766"/>
              <a:gd name="connsiteX10863" fmla="*/ 594770 w 10321503"/>
              <a:gd name="connsiteY10863" fmla="*/ 2712447 h 5599766"/>
              <a:gd name="connsiteX10864" fmla="*/ 598302 w 10321503"/>
              <a:gd name="connsiteY10864" fmla="*/ 2706305 h 5599766"/>
              <a:gd name="connsiteX10865" fmla="*/ 598916 w 10321503"/>
              <a:gd name="connsiteY10865" fmla="*/ 2705947 h 5599766"/>
              <a:gd name="connsiteX10866" fmla="*/ 605979 w 10321503"/>
              <a:gd name="connsiteY10866" fmla="*/ 2705947 h 5599766"/>
              <a:gd name="connsiteX10867" fmla="*/ 606593 w 10321503"/>
              <a:gd name="connsiteY10867" fmla="*/ 2706305 h 5599766"/>
              <a:gd name="connsiteX10868" fmla="*/ 610125 w 10321503"/>
              <a:gd name="connsiteY10868" fmla="*/ 2712447 h 5599766"/>
              <a:gd name="connsiteX10869" fmla="*/ 610125 w 10321503"/>
              <a:gd name="connsiteY10869" fmla="*/ 2713112 h 5599766"/>
              <a:gd name="connsiteX10870" fmla="*/ 606593 w 10321503"/>
              <a:gd name="connsiteY10870" fmla="*/ 2719253 h 5599766"/>
              <a:gd name="connsiteX10871" fmla="*/ 605979 w 10321503"/>
              <a:gd name="connsiteY10871" fmla="*/ 2719612 h 5599766"/>
              <a:gd name="connsiteX10872" fmla="*/ 804204 w 10321503"/>
              <a:gd name="connsiteY10872" fmla="*/ 2719612 h 5599766"/>
              <a:gd name="connsiteX10873" fmla="*/ 797140 w 10321503"/>
              <a:gd name="connsiteY10873" fmla="*/ 2719612 h 5599766"/>
              <a:gd name="connsiteX10874" fmla="*/ 796526 w 10321503"/>
              <a:gd name="connsiteY10874" fmla="*/ 2719253 h 5599766"/>
              <a:gd name="connsiteX10875" fmla="*/ 792995 w 10321503"/>
              <a:gd name="connsiteY10875" fmla="*/ 2713112 h 5599766"/>
              <a:gd name="connsiteX10876" fmla="*/ 792995 w 10321503"/>
              <a:gd name="connsiteY10876" fmla="*/ 2712447 h 5599766"/>
              <a:gd name="connsiteX10877" fmla="*/ 796526 w 10321503"/>
              <a:gd name="connsiteY10877" fmla="*/ 2706305 h 5599766"/>
              <a:gd name="connsiteX10878" fmla="*/ 797140 w 10321503"/>
              <a:gd name="connsiteY10878" fmla="*/ 2705947 h 5599766"/>
              <a:gd name="connsiteX10879" fmla="*/ 804204 w 10321503"/>
              <a:gd name="connsiteY10879" fmla="*/ 2705947 h 5599766"/>
              <a:gd name="connsiteX10880" fmla="*/ 804818 w 10321503"/>
              <a:gd name="connsiteY10880" fmla="*/ 2706305 h 5599766"/>
              <a:gd name="connsiteX10881" fmla="*/ 808350 w 10321503"/>
              <a:gd name="connsiteY10881" fmla="*/ 2712447 h 5599766"/>
              <a:gd name="connsiteX10882" fmla="*/ 808350 w 10321503"/>
              <a:gd name="connsiteY10882" fmla="*/ 2713112 h 5599766"/>
              <a:gd name="connsiteX10883" fmla="*/ 804818 w 10321503"/>
              <a:gd name="connsiteY10883" fmla="*/ 2719253 h 5599766"/>
              <a:gd name="connsiteX10884" fmla="*/ 804204 w 10321503"/>
              <a:gd name="connsiteY10884" fmla="*/ 2719612 h 5599766"/>
              <a:gd name="connsiteX10885" fmla="*/ 1002428 w 10321503"/>
              <a:gd name="connsiteY10885" fmla="*/ 2719612 h 5599766"/>
              <a:gd name="connsiteX10886" fmla="*/ 995366 w 10321503"/>
              <a:gd name="connsiteY10886" fmla="*/ 2719612 h 5599766"/>
              <a:gd name="connsiteX10887" fmla="*/ 994752 w 10321503"/>
              <a:gd name="connsiteY10887" fmla="*/ 2719253 h 5599766"/>
              <a:gd name="connsiteX10888" fmla="*/ 991220 w 10321503"/>
              <a:gd name="connsiteY10888" fmla="*/ 2713112 h 5599766"/>
              <a:gd name="connsiteX10889" fmla="*/ 991220 w 10321503"/>
              <a:gd name="connsiteY10889" fmla="*/ 2712447 h 5599766"/>
              <a:gd name="connsiteX10890" fmla="*/ 994752 w 10321503"/>
              <a:gd name="connsiteY10890" fmla="*/ 2706305 h 5599766"/>
              <a:gd name="connsiteX10891" fmla="*/ 995366 w 10321503"/>
              <a:gd name="connsiteY10891" fmla="*/ 2705947 h 5599766"/>
              <a:gd name="connsiteX10892" fmla="*/ 1002428 w 10321503"/>
              <a:gd name="connsiteY10892" fmla="*/ 2705947 h 5599766"/>
              <a:gd name="connsiteX10893" fmla="*/ 1003042 w 10321503"/>
              <a:gd name="connsiteY10893" fmla="*/ 2706305 h 5599766"/>
              <a:gd name="connsiteX10894" fmla="*/ 1006574 w 10321503"/>
              <a:gd name="connsiteY10894" fmla="*/ 2712447 h 5599766"/>
              <a:gd name="connsiteX10895" fmla="*/ 1006574 w 10321503"/>
              <a:gd name="connsiteY10895" fmla="*/ 2713112 h 5599766"/>
              <a:gd name="connsiteX10896" fmla="*/ 1003042 w 10321503"/>
              <a:gd name="connsiteY10896" fmla="*/ 2719253 h 5599766"/>
              <a:gd name="connsiteX10897" fmla="*/ 1002428 w 10321503"/>
              <a:gd name="connsiteY10897" fmla="*/ 2719612 h 5599766"/>
              <a:gd name="connsiteX10898" fmla="*/ 1200704 w 10321503"/>
              <a:gd name="connsiteY10898" fmla="*/ 2719612 h 5599766"/>
              <a:gd name="connsiteX10899" fmla="*/ 1193642 w 10321503"/>
              <a:gd name="connsiteY10899" fmla="*/ 2719612 h 5599766"/>
              <a:gd name="connsiteX10900" fmla="*/ 1193028 w 10321503"/>
              <a:gd name="connsiteY10900" fmla="*/ 2719253 h 5599766"/>
              <a:gd name="connsiteX10901" fmla="*/ 1189495 w 10321503"/>
              <a:gd name="connsiteY10901" fmla="*/ 2713112 h 5599766"/>
              <a:gd name="connsiteX10902" fmla="*/ 1189495 w 10321503"/>
              <a:gd name="connsiteY10902" fmla="*/ 2712447 h 5599766"/>
              <a:gd name="connsiteX10903" fmla="*/ 1193028 w 10321503"/>
              <a:gd name="connsiteY10903" fmla="*/ 2706305 h 5599766"/>
              <a:gd name="connsiteX10904" fmla="*/ 1193642 w 10321503"/>
              <a:gd name="connsiteY10904" fmla="*/ 2705947 h 5599766"/>
              <a:gd name="connsiteX10905" fmla="*/ 1200704 w 10321503"/>
              <a:gd name="connsiteY10905" fmla="*/ 2705947 h 5599766"/>
              <a:gd name="connsiteX10906" fmla="*/ 1201318 w 10321503"/>
              <a:gd name="connsiteY10906" fmla="*/ 2706305 h 5599766"/>
              <a:gd name="connsiteX10907" fmla="*/ 1204850 w 10321503"/>
              <a:gd name="connsiteY10907" fmla="*/ 2712447 h 5599766"/>
              <a:gd name="connsiteX10908" fmla="*/ 1204850 w 10321503"/>
              <a:gd name="connsiteY10908" fmla="*/ 2713112 h 5599766"/>
              <a:gd name="connsiteX10909" fmla="*/ 1201318 w 10321503"/>
              <a:gd name="connsiteY10909" fmla="*/ 2719253 h 5599766"/>
              <a:gd name="connsiteX10910" fmla="*/ 1200704 w 10321503"/>
              <a:gd name="connsiteY10910" fmla="*/ 2719612 h 5599766"/>
              <a:gd name="connsiteX10911" fmla="*/ 1398928 w 10321503"/>
              <a:gd name="connsiteY10911" fmla="*/ 2719612 h 5599766"/>
              <a:gd name="connsiteX10912" fmla="*/ 1391866 w 10321503"/>
              <a:gd name="connsiteY10912" fmla="*/ 2719612 h 5599766"/>
              <a:gd name="connsiteX10913" fmla="*/ 1391252 w 10321503"/>
              <a:gd name="connsiteY10913" fmla="*/ 2719253 h 5599766"/>
              <a:gd name="connsiteX10914" fmla="*/ 1387720 w 10321503"/>
              <a:gd name="connsiteY10914" fmla="*/ 2713112 h 5599766"/>
              <a:gd name="connsiteX10915" fmla="*/ 1387720 w 10321503"/>
              <a:gd name="connsiteY10915" fmla="*/ 2712447 h 5599766"/>
              <a:gd name="connsiteX10916" fmla="*/ 1391252 w 10321503"/>
              <a:gd name="connsiteY10916" fmla="*/ 2706305 h 5599766"/>
              <a:gd name="connsiteX10917" fmla="*/ 1391866 w 10321503"/>
              <a:gd name="connsiteY10917" fmla="*/ 2705947 h 5599766"/>
              <a:gd name="connsiteX10918" fmla="*/ 1398928 w 10321503"/>
              <a:gd name="connsiteY10918" fmla="*/ 2705947 h 5599766"/>
              <a:gd name="connsiteX10919" fmla="*/ 1399544 w 10321503"/>
              <a:gd name="connsiteY10919" fmla="*/ 2706305 h 5599766"/>
              <a:gd name="connsiteX10920" fmla="*/ 1403074 w 10321503"/>
              <a:gd name="connsiteY10920" fmla="*/ 2712447 h 5599766"/>
              <a:gd name="connsiteX10921" fmla="*/ 1403074 w 10321503"/>
              <a:gd name="connsiteY10921" fmla="*/ 2713112 h 5599766"/>
              <a:gd name="connsiteX10922" fmla="*/ 1399544 w 10321503"/>
              <a:gd name="connsiteY10922" fmla="*/ 2719253 h 5599766"/>
              <a:gd name="connsiteX10923" fmla="*/ 1398928 w 10321503"/>
              <a:gd name="connsiteY10923" fmla="*/ 2719612 h 5599766"/>
              <a:gd name="connsiteX10924" fmla="*/ 1597154 w 10321503"/>
              <a:gd name="connsiteY10924" fmla="*/ 2719612 h 5599766"/>
              <a:gd name="connsiteX10925" fmla="*/ 1590090 w 10321503"/>
              <a:gd name="connsiteY10925" fmla="*/ 2719612 h 5599766"/>
              <a:gd name="connsiteX10926" fmla="*/ 1589476 w 10321503"/>
              <a:gd name="connsiteY10926" fmla="*/ 2719253 h 5599766"/>
              <a:gd name="connsiteX10927" fmla="*/ 1585944 w 10321503"/>
              <a:gd name="connsiteY10927" fmla="*/ 2713112 h 5599766"/>
              <a:gd name="connsiteX10928" fmla="*/ 1585944 w 10321503"/>
              <a:gd name="connsiteY10928" fmla="*/ 2712447 h 5599766"/>
              <a:gd name="connsiteX10929" fmla="*/ 1589476 w 10321503"/>
              <a:gd name="connsiteY10929" fmla="*/ 2706305 h 5599766"/>
              <a:gd name="connsiteX10930" fmla="*/ 1590090 w 10321503"/>
              <a:gd name="connsiteY10930" fmla="*/ 2705947 h 5599766"/>
              <a:gd name="connsiteX10931" fmla="*/ 1597154 w 10321503"/>
              <a:gd name="connsiteY10931" fmla="*/ 2705947 h 5599766"/>
              <a:gd name="connsiteX10932" fmla="*/ 1597768 w 10321503"/>
              <a:gd name="connsiteY10932" fmla="*/ 2706305 h 5599766"/>
              <a:gd name="connsiteX10933" fmla="*/ 1601298 w 10321503"/>
              <a:gd name="connsiteY10933" fmla="*/ 2712447 h 5599766"/>
              <a:gd name="connsiteX10934" fmla="*/ 1601298 w 10321503"/>
              <a:gd name="connsiteY10934" fmla="*/ 2713112 h 5599766"/>
              <a:gd name="connsiteX10935" fmla="*/ 1597768 w 10321503"/>
              <a:gd name="connsiteY10935" fmla="*/ 2719253 h 5599766"/>
              <a:gd name="connsiteX10936" fmla="*/ 1597154 w 10321503"/>
              <a:gd name="connsiteY10936" fmla="*/ 2719612 h 5599766"/>
              <a:gd name="connsiteX10937" fmla="*/ 1795378 w 10321503"/>
              <a:gd name="connsiteY10937" fmla="*/ 2719612 h 5599766"/>
              <a:gd name="connsiteX10938" fmla="*/ 1788315 w 10321503"/>
              <a:gd name="connsiteY10938" fmla="*/ 2719612 h 5599766"/>
              <a:gd name="connsiteX10939" fmla="*/ 1787701 w 10321503"/>
              <a:gd name="connsiteY10939" fmla="*/ 2719253 h 5599766"/>
              <a:gd name="connsiteX10940" fmla="*/ 1784170 w 10321503"/>
              <a:gd name="connsiteY10940" fmla="*/ 2713112 h 5599766"/>
              <a:gd name="connsiteX10941" fmla="*/ 1784170 w 10321503"/>
              <a:gd name="connsiteY10941" fmla="*/ 2712447 h 5599766"/>
              <a:gd name="connsiteX10942" fmla="*/ 1787701 w 10321503"/>
              <a:gd name="connsiteY10942" fmla="*/ 2706305 h 5599766"/>
              <a:gd name="connsiteX10943" fmla="*/ 1788315 w 10321503"/>
              <a:gd name="connsiteY10943" fmla="*/ 2705947 h 5599766"/>
              <a:gd name="connsiteX10944" fmla="*/ 1795378 w 10321503"/>
              <a:gd name="connsiteY10944" fmla="*/ 2705947 h 5599766"/>
              <a:gd name="connsiteX10945" fmla="*/ 1795992 w 10321503"/>
              <a:gd name="connsiteY10945" fmla="*/ 2706305 h 5599766"/>
              <a:gd name="connsiteX10946" fmla="*/ 1799524 w 10321503"/>
              <a:gd name="connsiteY10946" fmla="*/ 2712447 h 5599766"/>
              <a:gd name="connsiteX10947" fmla="*/ 1799524 w 10321503"/>
              <a:gd name="connsiteY10947" fmla="*/ 2713112 h 5599766"/>
              <a:gd name="connsiteX10948" fmla="*/ 1795992 w 10321503"/>
              <a:gd name="connsiteY10948" fmla="*/ 2719253 h 5599766"/>
              <a:gd name="connsiteX10949" fmla="*/ 1795378 w 10321503"/>
              <a:gd name="connsiteY10949" fmla="*/ 2719612 h 5599766"/>
              <a:gd name="connsiteX10950" fmla="*/ 1993654 w 10321503"/>
              <a:gd name="connsiteY10950" fmla="*/ 2719612 h 5599766"/>
              <a:gd name="connsiteX10951" fmla="*/ 1986590 w 10321503"/>
              <a:gd name="connsiteY10951" fmla="*/ 2719612 h 5599766"/>
              <a:gd name="connsiteX10952" fmla="*/ 1985976 w 10321503"/>
              <a:gd name="connsiteY10952" fmla="*/ 2719253 h 5599766"/>
              <a:gd name="connsiteX10953" fmla="*/ 1982445 w 10321503"/>
              <a:gd name="connsiteY10953" fmla="*/ 2713112 h 5599766"/>
              <a:gd name="connsiteX10954" fmla="*/ 1982445 w 10321503"/>
              <a:gd name="connsiteY10954" fmla="*/ 2712447 h 5599766"/>
              <a:gd name="connsiteX10955" fmla="*/ 1985976 w 10321503"/>
              <a:gd name="connsiteY10955" fmla="*/ 2706305 h 5599766"/>
              <a:gd name="connsiteX10956" fmla="*/ 1986590 w 10321503"/>
              <a:gd name="connsiteY10956" fmla="*/ 2705947 h 5599766"/>
              <a:gd name="connsiteX10957" fmla="*/ 1993654 w 10321503"/>
              <a:gd name="connsiteY10957" fmla="*/ 2705947 h 5599766"/>
              <a:gd name="connsiteX10958" fmla="*/ 1994268 w 10321503"/>
              <a:gd name="connsiteY10958" fmla="*/ 2706305 h 5599766"/>
              <a:gd name="connsiteX10959" fmla="*/ 1997800 w 10321503"/>
              <a:gd name="connsiteY10959" fmla="*/ 2712447 h 5599766"/>
              <a:gd name="connsiteX10960" fmla="*/ 1997800 w 10321503"/>
              <a:gd name="connsiteY10960" fmla="*/ 2713112 h 5599766"/>
              <a:gd name="connsiteX10961" fmla="*/ 1994268 w 10321503"/>
              <a:gd name="connsiteY10961" fmla="*/ 2719253 h 5599766"/>
              <a:gd name="connsiteX10962" fmla="*/ 1993654 w 10321503"/>
              <a:gd name="connsiteY10962" fmla="*/ 2719612 h 5599766"/>
              <a:gd name="connsiteX10963" fmla="*/ 2189611 w 10321503"/>
              <a:gd name="connsiteY10963" fmla="*/ 2725402 h 5599766"/>
              <a:gd name="connsiteX10964" fmla="*/ 2182548 w 10321503"/>
              <a:gd name="connsiteY10964" fmla="*/ 2725402 h 5599766"/>
              <a:gd name="connsiteX10965" fmla="*/ 2181933 w 10321503"/>
              <a:gd name="connsiteY10965" fmla="*/ 2725044 h 5599766"/>
              <a:gd name="connsiteX10966" fmla="*/ 2178401 w 10321503"/>
              <a:gd name="connsiteY10966" fmla="*/ 2718902 h 5599766"/>
              <a:gd name="connsiteX10967" fmla="*/ 2178401 w 10321503"/>
              <a:gd name="connsiteY10967" fmla="*/ 2718237 h 5599766"/>
              <a:gd name="connsiteX10968" fmla="*/ 2181933 w 10321503"/>
              <a:gd name="connsiteY10968" fmla="*/ 2712095 h 5599766"/>
              <a:gd name="connsiteX10969" fmla="*/ 2182548 w 10321503"/>
              <a:gd name="connsiteY10969" fmla="*/ 2711736 h 5599766"/>
              <a:gd name="connsiteX10970" fmla="*/ 2189611 w 10321503"/>
              <a:gd name="connsiteY10970" fmla="*/ 2711736 h 5599766"/>
              <a:gd name="connsiteX10971" fmla="*/ 2190225 w 10321503"/>
              <a:gd name="connsiteY10971" fmla="*/ 2712095 h 5599766"/>
              <a:gd name="connsiteX10972" fmla="*/ 2193757 w 10321503"/>
              <a:gd name="connsiteY10972" fmla="*/ 2718237 h 5599766"/>
              <a:gd name="connsiteX10973" fmla="*/ 2193757 w 10321503"/>
              <a:gd name="connsiteY10973" fmla="*/ 2718902 h 5599766"/>
              <a:gd name="connsiteX10974" fmla="*/ 2190225 w 10321503"/>
              <a:gd name="connsiteY10974" fmla="*/ 2725044 h 5599766"/>
              <a:gd name="connsiteX10975" fmla="*/ 2189611 w 10321503"/>
              <a:gd name="connsiteY10975" fmla="*/ 2725402 h 5599766"/>
              <a:gd name="connsiteX10976" fmla="*/ 2387835 w 10321503"/>
              <a:gd name="connsiteY10976" fmla="*/ 2725402 h 5599766"/>
              <a:gd name="connsiteX10977" fmla="*/ 2380773 w 10321503"/>
              <a:gd name="connsiteY10977" fmla="*/ 2725402 h 5599766"/>
              <a:gd name="connsiteX10978" fmla="*/ 2380159 w 10321503"/>
              <a:gd name="connsiteY10978" fmla="*/ 2725044 h 5599766"/>
              <a:gd name="connsiteX10979" fmla="*/ 2376626 w 10321503"/>
              <a:gd name="connsiteY10979" fmla="*/ 2718902 h 5599766"/>
              <a:gd name="connsiteX10980" fmla="*/ 2376626 w 10321503"/>
              <a:gd name="connsiteY10980" fmla="*/ 2718237 h 5599766"/>
              <a:gd name="connsiteX10981" fmla="*/ 2380159 w 10321503"/>
              <a:gd name="connsiteY10981" fmla="*/ 2712095 h 5599766"/>
              <a:gd name="connsiteX10982" fmla="*/ 2380773 w 10321503"/>
              <a:gd name="connsiteY10982" fmla="*/ 2711736 h 5599766"/>
              <a:gd name="connsiteX10983" fmla="*/ 2387835 w 10321503"/>
              <a:gd name="connsiteY10983" fmla="*/ 2711736 h 5599766"/>
              <a:gd name="connsiteX10984" fmla="*/ 2388449 w 10321503"/>
              <a:gd name="connsiteY10984" fmla="*/ 2712095 h 5599766"/>
              <a:gd name="connsiteX10985" fmla="*/ 2391981 w 10321503"/>
              <a:gd name="connsiteY10985" fmla="*/ 2718237 h 5599766"/>
              <a:gd name="connsiteX10986" fmla="*/ 2391981 w 10321503"/>
              <a:gd name="connsiteY10986" fmla="*/ 2718902 h 5599766"/>
              <a:gd name="connsiteX10987" fmla="*/ 2388449 w 10321503"/>
              <a:gd name="connsiteY10987" fmla="*/ 2725044 h 5599766"/>
              <a:gd name="connsiteX10988" fmla="*/ 2387835 w 10321503"/>
              <a:gd name="connsiteY10988" fmla="*/ 2725402 h 5599766"/>
              <a:gd name="connsiteX10989" fmla="*/ 2586060 w 10321503"/>
              <a:gd name="connsiteY10989" fmla="*/ 2725402 h 5599766"/>
              <a:gd name="connsiteX10990" fmla="*/ 2578998 w 10321503"/>
              <a:gd name="connsiteY10990" fmla="*/ 2725402 h 5599766"/>
              <a:gd name="connsiteX10991" fmla="*/ 2578383 w 10321503"/>
              <a:gd name="connsiteY10991" fmla="*/ 2725044 h 5599766"/>
              <a:gd name="connsiteX10992" fmla="*/ 2574850 w 10321503"/>
              <a:gd name="connsiteY10992" fmla="*/ 2718902 h 5599766"/>
              <a:gd name="connsiteX10993" fmla="*/ 2574850 w 10321503"/>
              <a:gd name="connsiteY10993" fmla="*/ 2718237 h 5599766"/>
              <a:gd name="connsiteX10994" fmla="*/ 2578383 w 10321503"/>
              <a:gd name="connsiteY10994" fmla="*/ 2712095 h 5599766"/>
              <a:gd name="connsiteX10995" fmla="*/ 2578998 w 10321503"/>
              <a:gd name="connsiteY10995" fmla="*/ 2711736 h 5599766"/>
              <a:gd name="connsiteX10996" fmla="*/ 2586060 w 10321503"/>
              <a:gd name="connsiteY10996" fmla="*/ 2711736 h 5599766"/>
              <a:gd name="connsiteX10997" fmla="*/ 2586674 w 10321503"/>
              <a:gd name="connsiteY10997" fmla="*/ 2712095 h 5599766"/>
              <a:gd name="connsiteX10998" fmla="*/ 2590205 w 10321503"/>
              <a:gd name="connsiteY10998" fmla="*/ 2718237 h 5599766"/>
              <a:gd name="connsiteX10999" fmla="*/ 2590205 w 10321503"/>
              <a:gd name="connsiteY10999" fmla="*/ 2718902 h 5599766"/>
              <a:gd name="connsiteX11000" fmla="*/ 2586674 w 10321503"/>
              <a:gd name="connsiteY11000" fmla="*/ 2725044 h 5599766"/>
              <a:gd name="connsiteX11001" fmla="*/ 2586060 w 10321503"/>
              <a:gd name="connsiteY11001" fmla="*/ 2725402 h 5599766"/>
              <a:gd name="connsiteX11002" fmla="*/ 2784284 w 10321503"/>
              <a:gd name="connsiteY11002" fmla="*/ 2725402 h 5599766"/>
              <a:gd name="connsiteX11003" fmla="*/ 2777221 w 10321503"/>
              <a:gd name="connsiteY11003" fmla="*/ 2725402 h 5599766"/>
              <a:gd name="connsiteX11004" fmla="*/ 2776607 w 10321503"/>
              <a:gd name="connsiteY11004" fmla="*/ 2725044 h 5599766"/>
              <a:gd name="connsiteX11005" fmla="*/ 2773075 w 10321503"/>
              <a:gd name="connsiteY11005" fmla="*/ 2718902 h 5599766"/>
              <a:gd name="connsiteX11006" fmla="*/ 2773075 w 10321503"/>
              <a:gd name="connsiteY11006" fmla="*/ 2718237 h 5599766"/>
              <a:gd name="connsiteX11007" fmla="*/ 2776607 w 10321503"/>
              <a:gd name="connsiteY11007" fmla="*/ 2712095 h 5599766"/>
              <a:gd name="connsiteX11008" fmla="*/ 2777221 w 10321503"/>
              <a:gd name="connsiteY11008" fmla="*/ 2711736 h 5599766"/>
              <a:gd name="connsiteX11009" fmla="*/ 2784284 w 10321503"/>
              <a:gd name="connsiteY11009" fmla="*/ 2711736 h 5599766"/>
              <a:gd name="connsiteX11010" fmla="*/ 2784898 w 10321503"/>
              <a:gd name="connsiteY11010" fmla="*/ 2712095 h 5599766"/>
              <a:gd name="connsiteX11011" fmla="*/ 2788430 w 10321503"/>
              <a:gd name="connsiteY11011" fmla="*/ 2718237 h 5599766"/>
              <a:gd name="connsiteX11012" fmla="*/ 2788430 w 10321503"/>
              <a:gd name="connsiteY11012" fmla="*/ 2718902 h 5599766"/>
              <a:gd name="connsiteX11013" fmla="*/ 2784898 w 10321503"/>
              <a:gd name="connsiteY11013" fmla="*/ 2725044 h 5599766"/>
              <a:gd name="connsiteX11014" fmla="*/ 2784284 w 10321503"/>
              <a:gd name="connsiteY11014" fmla="*/ 2725402 h 5599766"/>
              <a:gd name="connsiteX11015" fmla="*/ 2982559 w 10321503"/>
              <a:gd name="connsiteY11015" fmla="*/ 2725402 h 5599766"/>
              <a:gd name="connsiteX11016" fmla="*/ 2975496 w 10321503"/>
              <a:gd name="connsiteY11016" fmla="*/ 2725402 h 5599766"/>
              <a:gd name="connsiteX11017" fmla="*/ 2974882 w 10321503"/>
              <a:gd name="connsiteY11017" fmla="*/ 2725044 h 5599766"/>
              <a:gd name="connsiteX11018" fmla="*/ 2971351 w 10321503"/>
              <a:gd name="connsiteY11018" fmla="*/ 2718902 h 5599766"/>
              <a:gd name="connsiteX11019" fmla="*/ 2971351 w 10321503"/>
              <a:gd name="connsiteY11019" fmla="*/ 2718237 h 5599766"/>
              <a:gd name="connsiteX11020" fmla="*/ 2974882 w 10321503"/>
              <a:gd name="connsiteY11020" fmla="*/ 2712095 h 5599766"/>
              <a:gd name="connsiteX11021" fmla="*/ 2975496 w 10321503"/>
              <a:gd name="connsiteY11021" fmla="*/ 2711736 h 5599766"/>
              <a:gd name="connsiteX11022" fmla="*/ 2982559 w 10321503"/>
              <a:gd name="connsiteY11022" fmla="*/ 2711736 h 5599766"/>
              <a:gd name="connsiteX11023" fmla="*/ 2983173 w 10321503"/>
              <a:gd name="connsiteY11023" fmla="*/ 2712095 h 5599766"/>
              <a:gd name="connsiteX11024" fmla="*/ 2986706 w 10321503"/>
              <a:gd name="connsiteY11024" fmla="*/ 2718237 h 5599766"/>
              <a:gd name="connsiteX11025" fmla="*/ 2986706 w 10321503"/>
              <a:gd name="connsiteY11025" fmla="*/ 2718902 h 5599766"/>
              <a:gd name="connsiteX11026" fmla="*/ 2983173 w 10321503"/>
              <a:gd name="connsiteY11026" fmla="*/ 2725044 h 5599766"/>
              <a:gd name="connsiteX11027" fmla="*/ 2982559 w 10321503"/>
              <a:gd name="connsiteY11027" fmla="*/ 2725402 h 5599766"/>
              <a:gd name="connsiteX11028" fmla="*/ 3180784 w 10321503"/>
              <a:gd name="connsiteY11028" fmla="*/ 2725402 h 5599766"/>
              <a:gd name="connsiteX11029" fmla="*/ 3173721 w 10321503"/>
              <a:gd name="connsiteY11029" fmla="*/ 2725402 h 5599766"/>
              <a:gd name="connsiteX11030" fmla="*/ 3173107 w 10321503"/>
              <a:gd name="connsiteY11030" fmla="*/ 2725044 h 5599766"/>
              <a:gd name="connsiteX11031" fmla="*/ 3169576 w 10321503"/>
              <a:gd name="connsiteY11031" fmla="*/ 2718902 h 5599766"/>
              <a:gd name="connsiteX11032" fmla="*/ 3169576 w 10321503"/>
              <a:gd name="connsiteY11032" fmla="*/ 2718237 h 5599766"/>
              <a:gd name="connsiteX11033" fmla="*/ 3173107 w 10321503"/>
              <a:gd name="connsiteY11033" fmla="*/ 2712095 h 5599766"/>
              <a:gd name="connsiteX11034" fmla="*/ 3173721 w 10321503"/>
              <a:gd name="connsiteY11034" fmla="*/ 2711736 h 5599766"/>
              <a:gd name="connsiteX11035" fmla="*/ 3180784 w 10321503"/>
              <a:gd name="connsiteY11035" fmla="*/ 2711736 h 5599766"/>
              <a:gd name="connsiteX11036" fmla="*/ 3181398 w 10321503"/>
              <a:gd name="connsiteY11036" fmla="*/ 2712095 h 5599766"/>
              <a:gd name="connsiteX11037" fmla="*/ 3184931 w 10321503"/>
              <a:gd name="connsiteY11037" fmla="*/ 2718237 h 5599766"/>
              <a:gd name="connsiteX11038" fmla="*/ 3184931 w 10321503"/>
              <a:gd name="connsiteY11038" fmla="*/ 2718902 h 5599766"/>
              <a:gd name="connsiteX11039" fmla="*/ 3181398 w 10321503"/>
              <a:gd name="connsiteY11039" fmla="*/ 2725044 h 5599766"/>
              <a:gd name="connsiteX11040" fmla="*/ 3180784 w 10321503"/>
              <a:gd name="connsiteY11040" fmla="*/ 2725402 h 5599766"/>
              <a:gd name="connsiteX11041" fmla="*/ 3379008 w 10321503"/>
              <a:gd name="connsiteY11041" fmla="*/ 2725402 h 5599766"/>
              <a:gd name="connsiteX11042" fmla="*/ 3371947 w 10321503"/>
              <a:gd name="connsiteY11042" fmla="*/ 2725402 h 5599766"/>
              <a:gd name="connsiteX11043" fmla="*/ 3371332 w 10321503"/>
              <a:gd name="connsiteY11043" fmla="*/ 2725044 h 5599766"/>
              <a:gd name="connsiteX11044" fmla="*/ 3367800 w 10321503"/>
              <a:gd name="connsiteY11044" fmla="*/ 2718902 h 5599766"/>
              <a:gd name="connsiteX11045" fmla="*/ 3367800 w 10321503"/>
              <a:gd name="connsiteY11045" fmla="*/ 2718237 h 5599766"/>
              <a:gd name="connsiteX11046" fmla="*/ 3371332 w 10321503"/>
              <a:gd name="connsiteY11046" fmla="*/ 2712095 h 5599766"/>
              <a:gd name="connsiteX11047" fmla="*/ 3371947 w 10321503"/>
              <a:gd name="connsiteY11047" fmla="*/ 2711736 h 5599766"/>
              <a:gd name="connsiteX11048" fmla="*/ 3379008 w 10321503"/>
              <a:gd name="connsiteY11048" fmla="*/ 2711736 h 5599766"/>
              <a:gd name="connsiteX11049" fmla="*/ 3379624 w 10321503"/>
              <a:gd name="connsiteY11049" fmla="*/ 2712095 h 5599766"/>
              <a:gd name="connsiteX11050" fmla="*/ 3383155 w 10321503"/>
              <a:gd name="connsiteY11050" fmla="*/ 2718237 h 5599766"/>
              <a:gd name="connsiteX11051" fmla="*/ 3383155 w 10321503"/>
              <a:gd name="connsiteY11051" fmla="*/ 2718902 h 5599766"/>
              <a:gd name="connsiteX11052" fmla="*/ 3379624 w 10321503"/>
              <a:gd name="connsiteY11052" fmla="*/ 2725044 h 5599766"/>
              <a:gd name="connsiteX11053" fmla="*/ 3379008 w 10321503"/>
              <a:gd name="connsiteY11053" fmla="*/ 2725402 h 5599766"/>
              <a:gd name="connsiteX11054" fmla="*/ 3577234 w 10321503"/>
              <a:gd name="connsiteY11054" fmla="*/ 2725402 h 5599766"/>
              <a:gd name="connsiteX11055" fmla="*/ 3570172 w 10321503"/>
              <a:gd name="connsiteY11055" fmla="*/ 2725402 h 5599766"/>
              <a:gd name="connsiteX11056" fmla="*/ 3569557 w 10321503"/>
              <a:gd name="connsiteY11056" fmla="*/ 2725044 h 5599766"/>
              <a:gd name="connsiteX11057" fmla="*/ 3566024 w 10321503"/>
              <a:gd name="connsiteY11057" fmla="*/ 2718902 h 5599766"/>
              <a:gd name="connsiteX11058" fmla="*/ 3566024 w 10321503"/>
              <a:gd name="connsiteY11058" fmla="*/ 2718237 h 5599766"/>
              <a:gd name="connsiteX11059" fmla="*/ 3569557 w 10321503"/>
              <a:gd name="connsiteY11059" fmla="*/ 2712095 h 5599766"/>
              <a:gd name="connsiteX11060" fmla="*/ 3570172 w 10321503"/>
              <a:gd name="connsiteY11060" fmla="*/ 2711736 h 5599766"/>
              <a:gd name="connsiteX11061" fmla="*/ 3577234 w 10321503"/>
              <a:gd name="connsiteY11061" fmla="*/ 2711736 h 5599766"/>
              <a:gd name="connsiteX11062" fmla="*/ 3577848 w 10321503"/>
              <a:gd name="connsiteY11062" fmla="*/ 2712095 h 5599766"/>
              <a:gd name="connsiteX11063" fmla="*/ 3581379 w 10321503"/>
              <a:gd name="connsiteY11063" fmla="*/ 2718237 h 5599766"/>
              <a:gd name="connsiteX11064" fmla="*/ 3581379 w 10321503"/>
              <a:gd name="connsiteY11064" fmla="*/ 2718902 h 5599766"/>
              <a:gd name="connsiteX11065" fmla="*/ 3577848 w 10321503"/>
              <a:gd name="connsiteY11065" fmla="*/ 2725044 h 5599766"/>
              <a:gd name="connsiteX11066" fmla="*/ 3577234 w 10321503"/>
              <a:gd name="connsiteY11066" fmla="*/ 2725402 h 5599766"/>
              <a:gd name="connsiteX11067" fmla="*/ 3775459 w 10321503"/>
              <a:gd name="connsiteY11067" fmla="*/ 2725402 h 5599766"/>
              <a:gd name="connsiteX11068" fmla="*/ 3768396 w 10321503"/>
              <a:gd name="connsiteY11068" fmla="*/ 2725402 h 5599766"/>
              <a:gd name="connsiteX11069" fmla="*/ 3767781 w 10321503"/>
              <a:gd name="connsiteY11069" fmla="*/ 2725044 h 5599766"/>
              <a:gd name="connsiteX11070" fmla="*/ 3764249 w 10321503"/>
              <a:gd name="connsiteY11070" fmla="*/ 2718902 h 5599766"/>
              <a:gd name="connsiteX11071" fmla="*/ 3764249 w 10321503"/>
              <a:gd name="connsiteY11071" fmla="*/ 2718237 h 5599766"/>
              <a:gd name="connsiteX11072" fmla="*/ 3767781 w 10321503"/>
              <a:gd name="connsiteY11072" fmla="*/ 2712095 h 5599766"/>
              <a:gd name="connsiteX11073" fmla="*/ 3768396 w 10321503"/>
              <a:gd name="connsiteY11073" fmla="*/ 2711736 h 5599766"/>
              <a:gd name="connsiteX11074" fmla="*/ 3775459 w 10321503"/>
              <a:gd name="connsiteY11074" fmla="*/ 2711736 h 5599766"/>
              <a:gd name="connsiteX11075" fmla="*/ 3776073 w 10321503"/>
              <a:gd name="connsiteY11075" fmla="*/ 2712095 h 5599766"/>
              <a:gd name="connsiteX11076" fmla="*/ 3779604 w 10321503"/>
              <a:gd name="connsiteY11076" fmla="*/ 2718237 h 5599766"/>
              <a:gd name="connsiteX11077" fmla="*/ 3779604 w 10321503"/>
              <a:gd name="connsiteY11077" fmla="*/ 2718902 h 5599766"/>
              <a:gd name="connsiteX11078" fmla="*/ 3776073 w 10321503"/>
              <a:gd name="connsiteY11078" fmla="*/ 2725044 h 5599766"/>
              <a:gd name="connsiteX11079" fmla="*/ 3775459 w 10321503"/>
              <a:gd name="connsiteY11079" fmla="*/ 2725402 h 5599766"/>
              <a:gd name="connsiteX11080" fmla="*/ 3973734 w 10321503"/>
              <a:gd name="connsiteY11080" fmla="*/ 2725402 h 5599766"/>
              <a:gd name="connsiteX11081" fmla="*/ 3966671 w 10321503"/>
              <a:gd name="connsiteY11081" fmla="*/ 2725402 h 5599766"/>
              <a:gd name="connsiteX11082" fmla="*/ 3966057 w 10321503"/>
              <a:gd name="connsiteY11082" fmla="*/ 2725044 h 5599766"/>
              <a:gd name="connsiteX11083" fmla="*/ 3962525 w 10321503"/>
              <a:gd name="connsiteY11083" fmla="*/ 2718902 h 5599766"/>
              <a:gd name="connsiteX11084" fmla="*/ 3962525 w 10321503"/>
              <a:gd name="connsiteY11084" fmla="*/ 2718237 h 5599766"/>
              <a:gd name="connsiteX11085" fmla="*/ 3966057 w 10321503"/>
              <a:gd name="connsiteY11085" fmla="*/ 2712095 h 5599766"/>
              <a:gd name="connsiteX11086" fmla="*/ 3966671 w 10321503"/>
              <a:gd name="connsiteY11086" fmla="*/ 2711736 h 5599766"/>
              <a:gd name="connsiteX11087" fmla="*/ 3973734 w 10321503"/>
              <a:gd name="connsiteY11087" fmla="*/ 2711736 h 5599766"/>
              <a:gd name="connsiteX11088" fmla="*/ 3974348 w 10321503"/>
              <a:gd name="connsiteY11088" fmla="*/ 2712095 h 5599766"/>
              <a:gd name="connsiteX11089" fmla="*/ 3977880 w 10321503"/>
              <a:gd name="connsiteY11089" fmla="*/ 2718237 h 5599766"/>
              <a:gd name="connsiteX11090" fmla="*/ 3977880 w 10321503"/>
              <a:gd name="connsiteY11090" fmla="*/ 2718902 h 5599766"/>
              <a:gd name="connsiteX11091" fmla="*/ 3974348 w 10321503"/>
              <a:gd name="connsiteY11091" fmla="*/ 2725044 h 5599766"/>
              <a:gd name="connsiteX11092" fmla="*/ 3973734 w 10321503"/>
              <a:gd name="connsiteY11092" fmla="*/ 2725402 h 5599766"/>
              <a:gd name="connsiteX11093" fmla="*/ 4171959 w 10321503"/>
              <a:gd name="connsiteY11093" fmla="*/ 2725402 h 5599766"/>
              <a:gd name="connsiteX11094" fmla="*/ 4164896 w 10321503"/>
              <a:gd name="connsiteY11094" fmla="*/ 2725402 h 5599766"/>
              <a:gd name="connsiteX11095" fmla="*/ 4164282 w 10321503"/>
              <a:gd name="connsiteY11095" fmla="*/ 2725044 h 5599766"/>
              <a:gd name="connsiteX11096" fmla="*/ 4160751 w 10321503"/>
              <a:gd name="connsiteY11096" fmla="*/ 2718902 h 5599766"/>
              <a:gd name="connsiteX11097" fmla="*/ 4160751 w 10321503"/>
              <a:gd name="connsiteY11097" fmla="*/ 2718237 h 5599766"/>
              <a:gd name="connsiteX11098" fmla="*/ 4164282 w 10321503"/>
              <a:gd name="connsiteY11098" fmla="*/ 2712095 h 5599766"/>
              <a:gd name="connsiteX11099" fmla="*/ 4164896 w 10321503"/>
              <a:gd name="connsiteY11099" fmla="*/ 2711736 h 5599766"/>
              <a:gd name="connsiteX11100" fmla="*/ 4171959 w 10321503"/>
              <a:gd name="connsiteY11100" fmla="*/ 2711736 h 5599766"/>
              <a:gd name="connsiteX11101" fmla="*/ 4172573 w 10321503"/>
              <a:gd name="connsiteY11101" fmla="*/ 2712095 h 5599766"/>
              <a:gd name="connsiteX11102" fmla="*/ 4176105 w 10321503"/>
              <a:gd name="connsiteY11102" fmla="*/ 2718237 h 5599766"/>
              <a:gd name="connsiteX11103" fmla="*/ 4176105 w 10321503"/>
              <a:gd name="connsiteY11103" fmla="*/ 2718902 h 5599766"/>
              <a:gd name="connsiteX11104" fmla="*/ 4172573 w 10321503"/>
              <a:gd name="connsiteY11104" fmla="*/ 2725044 h 5599766"/>
              <a:gd name="connsiteX11105" fmla="*/ 4171959 w 10321503"/>
              <a:gd name="connsiteY11105" fmla="*/ 2725402 h 5599766"/>
              <a:gd name="connsiteX11106" fmla="*/ 4370183 w 10321503"/>
              <a:gd name="connsiteY11106" fmla="*/ 2725402 h 5599766"/>
              <a:gd name="connsiteX11107" fmla="*/ 4363121 w 10321503"/>
              <a:gd name="connsiteY11107" fmla="*/ 2725402 h 5599766"/>
              <a:gd name="connsiteX11108" fmla="*/ 4362506 w 10321503"/>
              <a:gd name="connsiteY11108" fmla="*/ 2725044 h 5599766"/>
              <a:gd name="connsiteX11109" fmla="*/ 4358975 w 10321503"/>
              <a:gd name="connsiteY11109" fmla="*/ 2718902 h 5599766"/>
              <a:gd name="connsiteX11110" fmla="*/ 4358975 w 10321503"/>
              <a:gd name="connsiteY11110" fmla="*/ 2718237 h 5599766"/>
              <a:gd name="connsiteX11111" fmla="*/ 4362506 w 10321503"/>
              <a:gd name="connsiteY11111" fmla="*/ 2712095 h 5599766"/>
              <a:gd name="connsiteX11112" fmla="*/ 4363121 w 10321503"/>
              <a:gd name="connsiteY11112" fmla="*/ 2711736 h 5599766"/>
              <a:gd name="connsiteX11113" fmla="*/ 4370183 w 10321503"/>
              <a:gd name="connsiteY11113" fmla="*/ 2711736 h 5599766"/>
              <a:gd name="connsiteX11114" fmla="*/ 4370797 w 10321503"/>
              <a:gd name="connsiteY11114" fmla="*/ 2712095 h 5599766"/>
              <a:gd name="connsiteX11115" fmla="*/ 4374329 w 10321503"/>
              <a:gd name="connsiteY11115" fmla="*/ 2718237 h 5599766"/>
              <a:gd name="connsiteX11116" fmla="*/ 4374329 w 10321503"/>
              <a:gd name="connsiteY11116" fmla="*/ 2718902 h 5599766"/>
              <a:gd name="connsiteX11117" fmla="*/ 4370797 w 10321503"/>
              <a:gd name="connsiteY11117" fmla="*/ 2725044 h 5599766"/>
              <a:gd name="connsiteX11118" fmla="*/ 4370183 w 10321503"/>
              <a:gd name="connsiteY11118" fmla="*/ 2725402 h 5599766"/>
              <a:gd name="connsiteX11119" fmla="*/ 4568408 w 10321503"/>
              <a:gd name="connsiteY11119" fmla="*/ 2725402 h 5599766"/>
              <a:gd name="connsiteX11120" fmla="*/ 4561345 w 10321503"/>
              <a:gd name="connsiteY11120" fmla="*/ 2725402 h 5599766"/>
              <a:gd name="connsiteX11121" fmla="*/ 4560731 w 10321503"/>
              <a:gd name="connsiteY11121" fmla="*/ 2725044 h 5599766"/>
              <a:gd name="connsiteX11122" fmla="*/ 4557199 w 10321503"/>
              <a:gd name="connsiteY11122" fmla="*/ 2718902 h 5599766"/>
              <a:gd name="connsiteX11123" fmla="*/ 4557199 w 10321503"/>
              <a:gd name="connsiteY11123" fmla="*/ 2718237 h 5599766"/>
              <a:gd name="connsiteX11124" fmla="*/ 4560731 w 10321503"/>
              <a:gd name="connsiteY11124" fmla="*/ 2712095 h 5599766"/>
              <a:gd name="connsiteX11125" fmla="*/ 4561345 w 10321503"/>
              <a:gd name="connsiteY11125" fmla="*/ 2711736 h 5599766"/>
              <a:gd name="connsiteX11126" fmla="*/ 4568408 w 10321503"/>
              <a:gd name="connsiteY11126" fmla="*/ 2711736 h 5599766"/>
              <a:gd name="connsiteX11127" fmla="*/ 4569022 w 10321503"/>
              <a:gd name="connsiteY11127" fmla="*/ 2712095 h 5599766"/>
              <a:gd name="connsiteX11128" fmla="*/ 4572554 w 10321503"/>
              <a:gd name="connsiteY11128" fmla="*/ 2718237 h 5599766"/>
              <a:gd name="connsiteX11129" fmla="*/ 4572554 w 10321503"/>
              <a:gd name="connsiteY11129" fmla="*/ 2718902 h 5599766"/>
              <a:gd name="connsiteX11130" fmla="*/ 4569022 w 10321503"/>
              <a:gd name="connsiteY11130" fmla="*/ 2725044 h 5599766"/>
              <a:gd name="connsiteX11131" fmla="*/ 4568408 w 10321503"/>
              <a:gd name="connsiteY11131" fmla="*/ 2725402 h 5599766"/>
              <a:gd name="connsiteX11132" fmla="*/ 4766683 w 10321503"/>
              <a:gd name="connsiteY11132" fmla="*/ 2725402 h 5599766"/>
              <a:gd name="connsiteX11133" fmla="*/ 4759621 w 10321503"/>
              <a:gd name="connsiteY11133" fmla="*/ 2725402 h 5599766"/>
              <a:gd name="connsiteX11134" fmla="*/ 4759007 w 10321503"/>
              <a:gd name="connsiteY11134" fmla="*/ 2725044 h 5599766"/>
              <a:gd name="connsiteX11135" fmla="*/ 4755475 w 10321503"/>
              <a:gd name="connsiteY11135" fmla="*/ 2718902 h 5599766"/>
              <a:gd name="connsiteX11136" fmla="*/ 4755475 w 10321503"/>
              <a:gd name="connsiteY11136" fmla="*/ 2718237 h 5599766"/>
              <a:gd name="connsiteX11137" fmla="*/ 4759007 w 10321503"/>
              <a:gd name="connsiteY11137" fmla="*/ 2712095 h 5599766"/>
              <a:gd name="connsiteX11138" fmla="*/ 4759621 w 10321503"/>
              <a:gd name="connsiteY11138" fmla="*/ 2711736 h 5599766"/>
              <a:gd name="connsiteX11139" fmla="*/ 4766683 w 10321503"/>
              <a:gd name="connsiteY11139" fmla="*/ 2711736 h 5599766"/>
              <a:gd name="connsiteX11140" fmla="*/ 4767297 w 10321503"/>
              <a:gd name="connsiteY11140" fmla="*/ 2712095 h 5599766"/>
              <a:gd name="connsiteX11141" fmla="*/ 4770829 w 10321503"/>
              <a:gd name="connsiteY11141" fmla="*/ 2718237 h 5599766"/>
              <a:gd name="connsiteX11142" fmla="*/ 4770829 w 10321503"/>
              <a:gd name="connsiteY11142" fmla="*/ 2718902 h 5599766"/>
              <a:gd name="connsiteX11143" fmla="*/ 4767297 w 10321503"/>
              <a:gd name="connsiteY11143" fmla="*/ 2725044 h 5599766"/>
              <a:gd name="connsiteX11144" fmla="*/ 4766683 w 10321503"/>
              <a:gd name="connsiteY11144" fmla="*/ 2725402 h 5599766"/>
              <a:gd name="connsiteX11145" fmla="*/ 4964909 w 10321503"/>
              <a:gd name="connsiteY11145" fmla="*/ 2725402 h 5599766"/>
              <a:gd name="connsiteX11146" fmla="*/ 4957846 w 10321503"/>
              <a:gd name="connsiteY11146" fmla="*/ 2725402 h 5599766"/>
              <a:gd name="connsiteX11147" fmla="*/ 4957232 w 10321503"/>
              <a:gd name="connsiteY11147" fmla="*/ 2725044 h 5599766"/>
              <a:gd name="connsiteX11148" fmla="*/ 4953699 w 10321503"/>
              <a:gd name="connsiteY11148" fmla="*/ 2718902 h 5599766"/>
              <a:gd name="connsiteX11149" fmla="*/ 4953699 w 10321503"/>
              <a:gd name="connsiteY11149" fmla="*/ 2718237 h 5599766"/>
              <a:gd name="connsiteX11150" fmla="*/ 4957232 w 10321503"/>
              <a:gd name="connsiteY11150" fmla="*/ 2712095 h 5599766"/>
              <a:gd name="connsiteX11151" fmla="*/ 4957846 w 10321503"/>
              <a:gd name="connsiteY11151" fmla="*/ 2711736 h 5599766"/>
              <a:gd name="connsiteX11152" fmla="*/ 4964909 w 10321503"/>
              <a:gd name="connsiteY11152" fmla="*/ 2711736 h 5599766"/>
              <a:gd name="connsiteX11153" fmla="*/ 4965523 w 10321503"/>
              <a:gd name="connsiteY11153" fmla="*/ 2712095 h 5599766"/>
              <a:gd name="connsiteX11154" fmla="*/ 4969054 w 10321503"/>
              <a:gd name="connsiteY11154" fmla="*/ 2718237 h 5599766"/>
              <a:gd name="connsiteX11155" fmla="*/ 4969054 w 10321503"/>
              <a:gd name="connsiteY11155" fmla="*/ 2718902 h 5599766"/>
              <a:gd name="connsiteX11156" fmla="*/ 4965523 w 10321503"/>
              <a:gd name="connsiteY11156" fmla="*/ 2725044 h 5599766"/>
              <a:gd name="connsiteX11157" fmla="*/ 4964909 w 10321503"/>
              <a:gd name="connsiteY11157" fmla="*/ 2725402 h 5599766"/>
              <a:gd name="connsiteX11158" fmla="*/ 5163134 w 10321503"/>
              <a:gd name="connsiteY11158" fmla="*/ 2725402 h 5599766"/>
              <a:gd name="connsiteX11159" fmla="*/ 5156070 w 10321503"/>
              <a:gd name="connsiteY11159" fmla="*/ 2725402 h 5599766"/>
              <a:gd name="connsiteX11160" fmla="*/ 5155456 w 10321503"/>
              <a:gd name="connsiteY11160" fmla="*/ 2725044 h 5599766"/>
              <a:gd name="connsiteX11161" fmla="*/ 5151924 w 10321503"/>
              <a:gd name="connsiteY11161" fmla="*/ 2718902 h 5599766"/>
              <a:gd name="connsiteX11162" fmla="*/ 5151924 w 10321503"/>
              <a:gd name="connsiteY11162" fmla="*/ 2718237 h 5599766"/>
              <a:gd name="connsiteX11163" fmla="*/ 5155456 w 10321503"/>
              <a:gd name="connsiteY11163" fmla="*/ 2712095 h 5599766"/>
              <a:gd name="connsiteX11164" fmla="*/ 5156070 w 10321503"/>
              <a:gd name="connsiteY11164" fmla="*/ 2711736 h 5599766"/>
              <a:gd name="connsiteX11165" fmla="*/ 5163134 w 10321503"/>
              <a:gd name="connsiteY11165" fmla="*/ 2711736 h 5599766"/>
              <a:gd name="connsiteX11166" fmla="*/ 5163748 w 10321503"/>
              <a:gd name="connsiteY11166" fmla="*/ 2712095 h 5599766"/>
              <a:gd name="connsiteX11167" fmla="*/ 5167279 w 10321503"/>
              <a:gd name="connsiteY11167" fmla="*/ 2718237 h 5599766"/>
              <a:gd name="connsiteX11168" fmla="*/ 5167279 w 10321503"/>
              <a:gd name="connsiteY11168" fmla="*/ 2718902 h 5599766"/>
              <a:gd name="connsiteX11169" fmla="*/ 5163748 w 10321503"/>
              <a:gd name="connsiteY11169" fmla="*/ 2725044 h 5599766"/>
              <a:gd name="connsiteX11170" fmla="*/ 5163134 w 10321503"/>
              <a:gd name="connsiteY11170" fmla="*/ 2725402 h 5599766"/>
              <a:gd name="connsiteX11171" fmla="*/ 5361358 w 10321503"/>
              <a:gd name="connsiteY11171" fmla="*/ 2725402 h 5599766"/>
              <a:gd name="connsiteX11172" fmla="*/ 5354295 w 10321503"/>
              <a:gd name="connsiteY11172" fmla="*/ 2725402 h 5599766"/>
              <a:gd name="connsiteX11173" fmla="*/ 5353680 w 10321503"/>
              <a:gd name="connsiteY11173" fmla="*/ 2725044 h 5599766"/>
              <a:gd name="connsiteX11174" fmla="*/ 5350149 w 10321503"/>
              <a:gd name="connsiteY11174" fmla="*/ 2718902 h 5599766"/>
              <a:gd name="connsiteX11175" fmla="*/ 5350149 w 10321503"/>
              <a:gd name="connsiteY11175" fmla="*/ 2718237 h 5599766"/>
              <a:gd name="connsiteX11176" fmla="*/ 5353680 w 10321503"/>
              <a:gd name="connsiteY11176" fmla="*/ 2712095 h 5599766"/>
              <a:gd name="connsiteX11177" fmla="*/ 5354295 w 10321503"/>
              <a:gd name="connsiteY11177" fmla="*/ 2711736 h 5599766"/>
              <a:gd name="connsiteX11178" fmla="*/ 5361358 w 10321503"/>
              <a:gd name="connsiteY11178" fmla="*/ 2711736 h 5599766"/>
              <a:gd name="connsiteX11179" fmla="*/ 5361972 w 10321503"/>
              <a:gd name="connsiteY11179" fmla="*/ 2712095 h 5599766"/>
              <a:gd name="connsiteX11180" fmla="*/ 5365503 w 10321503"/>
              <a:gd name="connsiteY11180" fmla="*/ 2718237 h 5599766"/>
              <a:gd name="connsiteX11181" fmla="*/ 5365503 w 10321503"/>
              <a:gd name="connsiteY11181" fmla="*/ 2718902 h 5599766"/>
              <a:gd name="connsiteX11182" fmla="*/ 5361972 w 10321503"/>
              <a:gd name="connsiteY11182" fmla="*/ 2725044 h 5599766"/>
              <a:gd name="connsiteX11183" fmla="*/ 5361358 w 10321503"/>
              <a:gd name="connsiteY11183" fmla="*/ 2725402 h 5599766"/>
              <a:gd name="connsiteX11184" fmla="*/ 5559633 w 10321503"/>
              <a:gd name="connsiteY11184" fmla="*/ 2725402 h 5599766"/>
              <a:gd name="connsiteX11185" fmla="*/ 5552569 w 10321503"/>
              <a:gd name="connsiteY11185" fmla="*/ 2725402 h 5599766"/>
              <a:gd name="connsiteX11186" fmla="*/ 5551956 w 10321503"/>
              <a:gd name="connsiteY11186" fmla="*/ 2725044 h 5599766"/>
              <a:gd name="connsiteX11187" fmla="*/ 5548424 w 10321503"/>
              <a:gd name="connsiteY11187" fmla="*/ 2718902 h 5599766"/>
              <a:gd name="connsiteX11188" fmla="*/ 5548424 w 10321503"/>
              <a:gd name="connsiteY11188" fmla="*/ 2718237 h 5599766"/>
              <a:gd name="connsiteX11189" fmla="*/ 5551956 w 10321503"/>
              <a:gd name="connsiteY11189" fmla="*/ 2712095 h 5599766"/>
              <a:gd name="connsiteX11190" fmla="*/ 5552569 w 10321503"/>
              <a:gd name="connsiteY11190" fmla="*/ 2711736 h 5599766"/>
              <a:gd name="connsiteX11191" fmla="*/ 5559633 w 10321503"/>
              <a:gd name="connsiteY11191" fmla="*/ 2711736 h 5599766"/>
              <a:gd name="connsiteX11192" fmla="*/ 5560246 w 10321503"/>
              <a:gd name="connsiteY11192" fmla="*/ 2712095 h 5599766"/>
              <a:gd name="connsiteX11193" fmla="*/ 5563779 w 10321503"/>
              <a:gd name="connsiteY11193" fmla="*/ 2718237 h 5599766"/>
              <a:gd name="connsiteX11194" fmla="*/ 5563779 w 10321503"/>
              <a:gd name="connsiteY11194" fmla="*/ 2718902 h 5599766"/>
              <a:gd name="connsiteX11195" fmla="*/ 5560246 w 10321503"/>
              <a:gd name="connsiteY11195" fmla="*/ 2725044 h 5599766"/>
              <a:gd name="connsiteX11196" fmla="*/ 5559633 w 10321503"/>
              <a:gd name="connsiteY11196" fmla="*/ 2725402 h 5599766"/>
              <a:gd name="connsiteX11197" fmla="*/ 5757857 w 10321503"/>
              <a:gd name="connsiteY11197" fmla="*/ 2725402 h 5599766"/>
              <a:gd name="connsiteX11198" fmla="*/ 5750795 w 10321503"/>
              <a:gd name="connsiteY11198" fmla="*/ 2725402 h 5599766"/>
              <a:gd name="connsiteX11199" fmla="*/ 5750181 w 10321503"/>
              <a:gd name="connsiteY11199" fmla="*/ 2725044 h 5599766"/>
              <a:gd name="connsiteX11200" fmla="*/ 5746649 w 10321503"/>
              <a:gd name="connsiteY11200" fmla="*/ 2718902 h 5599766"/>
              <a:gd name="connsiteX11201" fmla="*/ 5746649 w 10321503"/>
              <a:gd name="connsiteY11201" fmla="*/ 2718237 h 5599766"/>
              <a:gd name="connsiteX11202" fmla="*/ 5750181 w 10321503"/>
              <a:gd name="connsiteY11202" fmla="*/ 2712095 h 5599766"/>
              <a:gd name="connsiteX11203" fmla="*/ 5750795 w 10321503"/>
              <a:gd name="connsiteY11203" fmla="*/ 2711736 h 5599766"/>
              <a:gd name="connsiteX11204" fmla="*/ 5757857 w 10321503"/>
              <a:gd name="connsiteY11204" fmla="*/ 2711736 h 5599766"/>
              <a:gd name="connsiteX11205" fmla="*/ 5758471 w 10321503"/>
              <a:gd name="connsiteY11205" fmla="*/ 2712095 h 5599766"/>
              <a:gd name="connsiteX11206" fmla="*/ 5762003 w 10321503"/>
              <a:gd name="connsiteY11206" fmla="*/ 2718237 h 5599766"/>
              <a:gd name="connsiteX11207" fmla="*/ 5762003 w 10321503"/>
              <a:gd name="connsiteY11207" fmla="*/ 2718902 h 5599766"/>
              <a:gd name="connsiteX11208" fmla="*/ 5758471 w 10321503"/>
              <a:gd name="connsiteY11208" fmla="*/ 2725044 h 5599766"/>
              <a:gd name="connsiteX11209" fmla="*/ 5757857 w 10321503"/>
              <a:gd name="connsiteY11209" fmla="*/ 2725402 h 5599766"/>
              <a:gd name="connsiteX11210" fmla="*/ 5956083 w 10321503"/>
              <a:gd name="connsiteY11210" fmla="*/ 2725402 h 5599766"/>
              <a:gd name="connsiteX11211" fmla="*/ 5949019 w 10321503"/>
              <a:gd name="connsiteY11211" fmla="*/ 2725402 h 5599766"/>
              <a:gd name="connsiteX11212" fmla="*/ 5948405 w 10321503"/>
              <a:gd name="connsiteY11212" fmla="*/ 2725044 h 5599766"/>
              <a:gd name="connsiteX11213" fmla="*/ 5944873 w 10321503"/>
              <a:gd name="connsiteY11213" fmla="*/ 2718902 h 5599766"/>
              <a:gd name="connsiteX11214" fmla="*/ 5944873 w 10321503"/>
              <a:gd name="connsiteY11214" fmla="*/ 2718237 h 5599766"/>
              <a:gd name="connsiteX11215" fmla="*/ 5948405 w 10321503"/>
              <a:gd name="connsiteY11215" fmla="*/ 2712095 h 5599766"/>
              <a:gd name="connsiteX11216" fmla="*/ 5949019 w 10321503"/>
              <a:gd name="connsiteY11216" fmla="*/ 2711736 h 5599766"/>
              <a:gd name="connsiteX11217" fmla="*/ 5956083 w 10321503"/>
              <a:gd name="connsiteY11217" fmla="*/ 2711736 h 5599766"/>
              <a:gd name="connsiteX11218" fmla="*/ 5956697 w 10321503"/>
              <a:gd name="connsiteY11218" fmla="*/ 2712095 h 5599766"/>
              <a:gd name="connsiteX11219" fmla="*/ 5960227 w 10321503"/>
              <a:gd name="connsiteY11219" fmla="*/ 2718237 h 5599766"/>
              <a:gd name="connsiteX11220" fmla="*/ 5960227 w 10321503"/>
              <a:gd name="connsiteY11220" fmla="*/ 2718902 h 5599766"/>
              <a:gd name="connsiteX11221" fmla="*/ 5956697 w 10321503"/>
              <a:gd name="connsiteY11221" fmla="*/ 2725044 h 5599766"/>
              <a:gd name="connsiteX11222" fmla="*/ 5956083 w 10321503"/>
              <a:gd name="connsiteY11222" fmla="*/ 2725402 h 5599766"/>
              <a:gd name="connsiteX11223" fmla="*/ 6154307 w 10321503"/>
              <a:gd name="connsiteY11223" fmla="*/ 2725402 h 5599766"/>
              <a:gd name="connsiteX11224" fmla="*/ 6147243 w 10321503"/>
              <a:gd name="connsiteY11224" fmla="*/ 2725402 h 5599766"/>
              <a:gd name="connsiteX11225" fmla="*/ 6146629 w 10321503"/>
              <a:gd name="connsiteY11225" fmla="*/ 2725044 h 5599766"/>
              <a:gd name="connsiteX11226" fmla="*/ 6143098 w 10321503"/>
              <a:gd name="connsiteY11226" fmla="*/ 2718902 h 5599766"/>
              <a:gd name="connsiteX11227" fmla="*/ 6143098 w 10321503"/>
              <a:gd name="connsiteY11227" fmla="*/ 2718237 h 5599766"/>
              <a:gd name="connsiteX11228" fmla="*/ 6146629 w 10321503"/>
              <a:gd name="connsiteY11228" fmla="*/ 2712095 h 5599766"/>
              <a:gd name="connsiteX11229" fmla="*/ 6147243 w 10321503"/>
              <a:gd name="connsiteY11229" fmla="*/ 2711736 h 5599766"/>
              <a:gd name="connsiteX11230" fmla="*/ 6154307 w 10321503"/>
              <a:gd name="connsiteY11230" fmla="*/ 2711736 h 5599766"/>
              <a:gd name="connsiteX11231" fmla="*/ 6154921 w 10321503"/>
              <a:gd name="connsiteY11231" fmla="*/ 2712095 h 5599766"/>
              <a:gd name="connsiteX11232" fmla="*/ 6158453 w 10321503"/>
              <a:gd name="connsiteY11232" fmla="*/ 2718237 h 5599766"/>
              <a:gd name="connsiteX11233" fmla="*/ 6158453 w 10321503"/>
              <a:gd name="connsiteY11233" fmla="*/ 2718902 h 5599766"/>
              <a:gd name="connsiteX11234" fmla="*/ 6154921 w 10321503"/>
              <a:gd name="connsiteY11234" fmla="*/ 2725044 h 5599766"/>
              <a:gd name="connsiteX11235" fmla="*/ 6154307 w 10321503"/>
              <a:gd name="connsiteY11235" fmla="*/ 2725402 h 5599766"/>
              <a:gd name="connsiteX11236" fmla="*/ 6352582 w 10321503"/>
              <a:gd name="connsiteY11236" fmla="*/ 2725402 h 5599766"/>
              <a:gd name="connsiteX11237" fmla="*/ 6345519 w 10321503"/>
              <a:gd name="connsiteY11237" fmla="*/ 2725402 h 5599766"/>
              <a:gd name="connsiteX11238" fmla="*/ 6344904 w 10321503"/>
              <a:gd name="connsiteY11238" fmla="*/ 2725044 h 5599766"/>
              <a:gd name="connsiteX11239" fmla="*/ 6341373 w 10321503"/>
              <a:gd name="connsiteY11239" fmla="*/ 2718902 h 5599766"/>
              <a:gd name="connsiteX11240" fmla="*/ 6341373 w 10321503"/>
              <a:gd name="connsiteY11240" fmla="*/ 2718237 h 5599766"/>
              <a:gd name="connsiteX11241" fmla="*/ 6344904 w 10321503"/>
              <a:gd name="connsiteY11241" fmla="*/ 2712095 h 5599766"/>
              <a:gd name="connsiteX11242" fmla="*/ 6345519 w 10321503"/>
              <a:gd name="connsiteY11242" fmla="*/ 2711736 h 5599766"/>
              <a:gd name="connsiteX11243" fmla="*/ 6352582 w 10321503"/>
              <a:gd name="connsiteY11243" fmla="*/ 2711736 h 5599766"/>
              <a:gd name="connsiteX11244" fmla="*/ 6353196 w 10321503"/>
              <a:gd name="connsiteY11244" fmla="*/ 2712095 h 5599766"/>
              <a:gd name="connsiteX11245" fmla="*/ 6356728 w 10321503"/>
              <a:gd name="connsiteY11245" fmla="*/ 2718237 h 5599766"/>
              <a:gd name="connsiteX11246" fmla="*/ 6356728 w 10321503"/>
              <a:gd name="connsiteY11246" fmla="*/ 2718902 h 5599766"/>
              <a:gd name="connsiteX11247" fmla="*/ 6353196 w 10321503"/>
              <a:gd name="connsiteY11247" fmla="*/ 2725044 h 5599766"/>
              <a:gd name="connsiteX11248" fmla="*/ 6352582 w 10321503"/>
              <a:gd name="connsiteY11248" fmla="*/ 2725402 h 5599766"/>
              <a:gd name="connsiteX11249" fmla="*/ 6550807 w 10321503"/>
              <a:gd name="connsiteY11249" fmla="*/ 2725402 h 5599766"/>
              <a:gd name="connsiteX11250" fmla="*/ 6543744 w 10321503"/>
              <a:gd name="connsiteY11250" fmla="*/ 2725402 h 5599766"/>
              <a:gd name="connsiteX11251" fmla="*/ 6543129 w 10321503"/>
              <a:gd name="connsiteY11251" fmla="*/ 2725044 h 5599766"/>
              <a:gd name="connsiteX11252" fmla="*/ 6539598 w 10321503"/>
              <a:gd name="connsiteY11252" fmla="*/ 2718902 h 5599766"/>
              <a:gd name="connsiteX11253" fmla="*/ 6539598 w 10321503"/>
              <a:gd name="connsiteY11253" fmla="*/ 2718237 h 5599766"/>
              <a:gd name="connsiteX11254" fmla="*/ 6543129 w 10321503"/>
              <a:gd name="connsiteY11254" fmla="*/ 2712095 h 5599766"/>
              <a:gd name="connsiteX11255" fmla="*/ 6543744 w 10321503"/>
              <a:gd name="connsiteY11255" fmla="*/ 2711736 h 5599766"/>
              <a:gd name="connsiteX11256" fmla="*/ 6550807 w 10321503"/>
              <a:gd name="connsiteY11256" fmla="*/ 2711736 h 5599766"/>
              <a:gd name="connsiteX11257" fmla="*/ 6551420 w 10321503"/>
              <a:gd name="connsiteY11257" fmla="*/ 2712095 h 5599766"/>
              <a:gd name="connsiteX11258" fmla="*/ 6554953 w 10321503"/>
              <a:gd name="connsiteY11258" fmla="*/ 2718237 h 5599766"/>
              <a:gd name="connsiteX11259" fmla="*/ 6554953 w 10321503"/>
              <a:gd name="connsiteY11259" fmla="*/ 2718902 h 5599766"/>
              <a:gd name="connsiteX11260" fmla="*/ 6551420 w 10321503"/>
              <a:gd name="connsiteY11260" fmla="*/ 2725044 h 5599766"/>
              <a:gd name="connsiteX11261" fmla="*/ 6550807 w 10321503"/>
              <a:gd name="connsiteY11261" fmla="*/ 2725402 h 5599766"/>
              <a:gd name="connsiteX11262" fmla="*/ 6749031 w 10321503"/>
              <a:gd name="connsiteY11262" fmla="*/ 2725402 h 5599766"/>
              <a:gd name="connsiteX11263" fmla="*/ 6741967 w 10321503"/>
              <a:gd name="connsiteY11263" fmla="*/ 2725402 h 5599766"/>
              <a:gd name="connsiteX11264" fmla="*/ 6741354 w 10321503"/>
              <a:gd name="connsiteY11264" fmla="*/ 2725044 h 5599766"/>
              <a:gd name="connsiteX11265" fmla="*/ 6737823 w 10321503"/>
              <a:gd name="connsiteY11265" fmla="*/ 2718902 h 5599766"/>
              <a:gd name="connsiteX11266" fmla="*/ 6737823 w 10321503"/>
              <a:gd name="connsiteY11266" fmla="*/ 2718237 h 5599766"/>
              <a:gd name="connsiteX11267" fmla="*/ 6741354 w 10321503"/>
              <a:gd name="connsiteY11267" fmla="*/ 2712095 h 5599766"/>
              <a:gd name="connsiteX11268" fmla="*/ 6741967 w 10321503"/>
              <a:gd name="connsiteY11268" fmla="*/ 2711736 h 5599766"/>
              <a:gd name="connsiteX11269" fmla="*/ 6749031 w 10321503"/>
              <a:gd name="connsiteY11269" fmla="*/ 2711736 h 5599766"/>
              <a:gd name="connsiteX11270" fmla="*/ 6749646 w 10321503"/>
              <a:gd name="connsiteY11270" fmla="*/ 2712095 h 5599766"/>
              <a:gd name="connsiteX11271" fmla="*/ 6753177 w 10321503"/>
              <a:gd name="connsiteY11271" fmla="*/ 2718237 h 5599766"/>
              <a:gd name="connsiteX11272" fmla="*/ 6753177 w 10321503"/>
              <a:gd name="connsiteY11272" fmla="*/ 2718902 h 5599766"/>
              <a:gd name="connsiteX11273" fmla="*/ 6749646 w 10321503"/>
              <a:gd name="connsiteY11273" fmla="*/ 2725044 h 5599766"/>
              <a:gd name="connsiteX11274" fmla="*/ 6749031 w 10321503"/>
              <a:gd name="connsiteY11274" fmla="*/ 2725402 h 5599766"/>
              <a:gd name="connsiteX11275" fmla="*/ 6947256 w 10321503"/>
              <a:gd name="connsiteY11275" fmla="*/ 2725402 h 5599766"/>
              <a:gd name="connsiteX11276" fmla="*/ 6940193 w 10321503"/>
              <a:gd name="connsiteY11276" fmla="*/ 2725402 h 5599766"/>
              <a:gd name="connsiteX11277" fmla="*/ 6939578 w 10321503"/>
              <a:gd name="connsiteY11277" fmla="*/ 2725044 h 5599766"/>
              <a:gd name="connsiteX11278" fmla="*/ 6936048 w 10321503"/>
              <a:gd name="connsiteY11278" fmla="*/ 2718902 h 5599766"/>
              <a:gd name="connsiteX11279" fmla="*/ 6936048 w 10321503"/>
              <a:gd name="connsiteY11279" fmla="*/ 2718237 h 5599766"/>
              <a:gd name="connsiteX11280" fmla="*/ 6939578 w 10321503"/>
              <a:gd name="connsiteY11280" fmla="*/ 2712095 h 5599766"/>
              <a:gd name="connsiteX11281" fmla="*/ 6940193 w 10321503"/>
              <a:gd name="connsiteY11281" fmla="*/ 2711736 h 5599766"/>
              <a:gd name="connsiteX11282" fmla="*/ 6947256 w 10321503"/>
              <a:gd name="connsiteY11282" fmla="*/ 2711736 h 5599766"/>
              <a:gd name="connsiteX11283" fmla="*/ 6947870 w 10321503"/>
              <a:gd name="connsiteY11283" fmla="*/ 2712095 h 5599766"/>
              <a:gd name="connsiteX11284" fmla="*/ 6951402 w 10321503"/>
              <a:gd name="connsiteY11284" fmla="*/ 2718237 h 5599766"/>
              <a:gd name="connsiteX11285" fmla="*/ 6951402 w 10321503"/>
              <a:gd name="connsiteY11285" fmla="*/ 2718902 h 5599766"/>
              <a:gd name="connsiteX11286" fmla="*/ 6947870 w 10321503"/>
              <a:gd name="connsiteY11286" fmla="*/ 2725044 h 5599766"/>
              <a:gd name="connsiteX11287" fmla="*/ 6947256 w 10321503"/>
              <a:gd name="connsiteY11287" fmla="*/ 2725402 h 5599766"/>
              <a:gd name="connsiteX11288" fmla="*/ 7145318 w 10321503"/>
              <a:gd name="connsiteY11288" fmla="*/ 2725402 h 5599766"/>
              <a:gd name="connsiteX11289" fmla="*/ 7138254 w 10321503"/>
              <a:gd name="connsiteY11289" fmla="*/ 2725402 h 5599766"/>
              <a:gd name="connsiteX11290" fmla="*/ 7137639 w 10321503"/>
              <a:gd name="connsiteY11290" fmla="*/ 2725044 h 5599766"/>
              <a:gd name="connsiteX11291" fmla="*/ 7134109 w 10321503"/>
              <a:gd name="connsiteY11291" fmla="*/ 2718902 h 5599766"/>
              <a:gd name="connsiteX11292" fmla="*/ 7134109 w 10321503"/>
              <a:gd name="connsiteY11292" fmla="*/ 2718237 h 5599766"/>
              <a:gd name="connsiteX11293" fmla="*/ 7137639 w 10321503"/>
              <a:gd name="connsiteY11293" fmla="*/ 2712095 h 5599766"/>
              <a:gd name="connsiteX11294" fmla="*/ 7138254 w 10321503"/>
              <a:gd name="connsiteY11294" fmla="*/ 2711736 h 5599766"/>
              <a:gd name="connsiteX11295" fmla="*/ 7145318 w 10321503"/>
              <a:gd name="connsiteY11295" fmla="*/ 2711736 h 5599766"/>
              <a:gd name="connsiteX11296" fmla="*/ 7145932 w 10321503"/>
              <a:gd name="connsiteY11296" fmla="*/ 2712095 h 5599766"/>
              <a:gd name="connsiteX11297" fmla="*/ 7149462 w 10321503"/>
              <a:gd name="connsiteY11297" fmla="*/ 2718237 h 5599766"/>
              <a:gd name="connsiteX11298" fmla="*/ 7149462 w 10321503"/>
              <a:gd name="connsiteY11298" fmla="*/ 2718902 h 5599766"/>
              <a:gd name="connsiteX11299" fmla="*/ 7145932 w 10321503"/>
              <a:gd name="connsiteY11299" fmla="*/ 2725044 h 5599766"/>
              <a:gd name="connsiteX11300" fmla="*/ 7145318 w 10321503"/>
              <a:gd name="connsiteY11300" fmla="*/ 2725402 h 5599766"/>
              <a:gd name="connsiteX11301" fmla="*/ 7343754 w 10321503"/>
              <a:gd name="connsiteY11301" fmla="*/ 2725402 h 5599766"/>
              <a:gd name="connsiteX11302" fmla="*/ 7336690 w 10321503"/>
              <a:gd name="connsiteY11302" fmla="*/ 2725402 h 5599766"/>
              <a:gd name="connsiteX11303" fmla="*/ 7336074 w 10321503"/>
              <a:gd name="connsiteY11303" fmla="*/ 2725044 h 5599766"/>
              <a:gd name="connsiteX11304" fmla="*/ 7332543 w 10321503"/>
              <a:gd name="connsiteY11304" fmla="*/ 2718902 h 5599766"/>
              <a:gd name="connsiteX11305" fmla="*/ 7332543 w 10321503"/>
              <a:gd name="connsiteY11305" fmla="*/ 2718237 h 5599766"/>
              <a:gd name="connsiteX11306" fmla="*/ 7336074 w 10321503"/>
              <a:gd name="connsiteY11306" fmla="*/ 2712095 h 5599766"/>
              <a:gd name="connsiteX11307" fmla="*/ 7336690 w 10321503"/>
              <a:gd name="connsiteY11307" fmla="*/ 2711736 h 5599766"/>
              <a:gd name="connsiteX11308" fmla="*/ 7343754 w 10321503"/>
              <a:gd name="connsiteY11308" fmla="*/ 2711736 h 5599766"/>
              <a:gd name="connsiteX11309" fmla="*/ 7344367 w 10321503"/>
              <a:gd name="connsiteY11309" fmla="*/ 2712095 h 5599766"/>
              <a:gd name="connsiteX11310" fmla="*/ 7347899 w 10321503"/>
              <a:gd name="connsiteY11310" fmla="*/ 2718237 h 5599766"/>
              <a:gd name="connsiteX11311" fmla="*/ 7347899 w 10321503"/>
              <a:gd name="connsiteY11311" fmla="*/ 2718902 h 5599766"/>
              <a:gd name="connsiteX11312" fmla="*/ 7344367 w 10321503"/>
              <a:gd name="connsiteY11312" fmla="*/ 2725044 h 5599766"/>
              <a:gd name="connsiteX11313" fmla="*/ 7343754 w 10321503"/>
              <a:gd name="connsiteY11313" fmla="*/ 2725402 h 5599766"/>
              <a:gd name="connsiteX11314" fmla="*/ 7541902 w 10321503"/>
              <a:gd name="connsiteY11314" fmla="*/ 2725402 h 5599766"/>
              <a:gd name="connsiteX11315" fmla="*/ 7534837 w 10321503"/>
              <a:gd name="connsiteY11315" fmla="*/ 2725402 h 5599766"/>
              <a:gd name="connsiteX11316" fmla="*/ 7534223 w 10321503"/>
              <a:gd name="connsiteY11316" fmla="*/ 2725044 h 5599766"/>
              <a:gd name="connsiteX11317" fmla="*/ 7530691 w 10321503"/>
              <a:gd name="connsiteY11317" fmla="*/ 2718902 h 5599766"/>
              <a:gd name="connsiteX11318" fmla="*/ 7530691 w 10321503"/>
              <a:gd name="connsiteY11318" fmla="*/ 2718237 h 5599766"/>
              <a:gd name="connsiteX11319" fmla="*/ 7534223 w 10321503"/>
              <a:gd name="connsiteY11319" fmla="*/ 2712095 h 5599766"/>
              <a:gd name="connsiteX11320" fmla="*/ 7534837 w 10321503"/>
              <a:gd name="connsiteY11320" fmla="*/ 2711736 h 5599766"/>
              <a:gd name="connsiteX11321" fmla="*/ 7541902 w 10321503"/>
              <a:gd name="connsiteY11321" fmla="*/ 2711736 h 5599766"/>
              <a:gd name="connsiteX11322" fmla="*/ 7542515 w 10321503"/>
              <a:gd name="connsiteY11322" fmla="*/ 2712095 h 5599766"/>
              <a:gd name="connsiteX11323" fmla="*/ 7546048 w 10321503"/>
              <a:gd name="connsiteY11323" fmla="*/ 2718237 h 5599766"/>
              <a:gd name="connsiteX11324" fmla="*/ 7546048 w 10321503"/>
              <a:gd name="connsiteY11324" fmla="*/ 2718902 h 5599766"/>
              <a:gd name="connsiteX11325" fmla="*/ 7542515 w 10321503"/>
              <a:gd name="connsiteY11325" fmla="*/ 2725044 h 5599766"/>
              <a:gd name="connsiteX11326" fmla="*/ 7541902 w 10321503"/>
              <a:gd name="connsiteY11326" fmla="*/ 2725402 h 5599766"/>
              <a:gd name="connsiteX11327" fmla="*/ 7740123 w 10321503"/>
              <a:gd name="connsiteY11327" fmla="*/ 2725402 h 5599766"/>
              <a:gd name="connsiteX11328" fmla="*/ 7733060 w 10321503"/>
              <a:gd name="connsiteY11328" fmla="*/ 2725402 h 5599766"/>
              <a:gd name="connsiteX11329" fmla="*/ 7732446 w 10321503"/>
              <a:gd name="connsiteY11329" fmla="*/ 2725044 h 5599766"/>
              <a:gd name="connsiteX11330" fmla="*/ 7728915 w 10321503"/>
              <a:gd name="connsiteY11330" fmla="*/ 2718902 h 5599766"/>
              <a:gd name="connsiteX11331" fmla="*/ 7728915 w 10321503"/>
              <a:gd name="connsiteY11331" fmla="*/ 2718237 h 5599766"/>
              <a:gd name="connsiteX11332" fmla="*/ 7732446 w 10321503"/>
              <a:gd name="connsiteY11332" fmla="*/ 2712095 h 5599766"/>
              <a:gd name="connsiteX11333" fmla="*/ 7733060 w 10321503"/>
              <a:gd name="connsiteY11333" fmla="*/ 2711736 h 5599766"/>
              <a:gd name="connsiteX11334" fmla="*/ 7740123 w 10321503"/>
              <a:gd name="connsiteY11334" fmla="*/ 2711736 h 5599766"/>
              <a:gd name="connsiteX11335" fmla="*/ 7740737 w 10321503"/>
              <a:gd name="connsiteY11335" fmla="*/ 2712095 h 5599766"/>
              <a:gd name="connsiteX11336" fmla="*/ 7744269 w 10321503"/>
              <a:gd name="connsiteY11336" fmla="*/ 2718237 h 5599766"/>
              <a:gd name="connsiteX11337" fmla="*/ 7744269 w 10321503"/>
              <a:gd name="connsiteY11337" fmla="*/ 2718902 h 5599766"/>
              <a:gd name="connsiteX11338" fmla="*/ 7740737 w 10321503"/>
              <a:gd name="connsiteY11338" fmla="*/ 2725044 h 5599766"/>
              <a:gd name="connsiteX11339" fmla="*/ 7740123 w 10321503"/>
              <a:gd name="connsiteY11339" fmla="*/ 2725402 h 5599766"/>
              <a:gd name="connsiteX11340" fmla="*/ 7938258 w 10321503"/>
              <a:gd name="connsiteY11340" fmla="*/ 2725402 h 5599766"/>
              <a:gd name="connsiteX11341" fmla="*/ 7931193 w 10321503"/>
              <a:gd name="connsiteY11341" fmla="*/ 2725402 h 5599766"/>
              <a:gd name="connsiteX11342" fmla="*/ 7930579 w 10321503"/>
              <a:gd name="connsiteY11342" fmla="*/ 2725044 h 5599766"/>
              <a:gd name="connsiteX11343" fmla="*/ 7927048 w 10321503"/>
              <a:gd name="connsiteY11343" fmla="*/ 2718902 h 5599766"/>
              <a:gd name="connsiteX11344" fmla="*/ 7927048 w 10321503"/>
              <a:gd name="connsiteY11344" fmla="*/ 2718237 h 5599766"/>
              <a:gd name="connsiteX11345" fmla="*/ 7930579 w 10321503"/>
              <a:gd name="connsiteY11345" fmla="*/ 2712095 h 5599766"/>
              <a:gd name="connsiteX11346" fmla="*/ 7931193 w 10321503"/>
              <a:gd name="connsiteY11346" fmla="*/ 2711736 h 5599766"/>
              <a:gd name="connsiteX11347" fmla="*/ 7938258 w 10321503"/>
              <a:gd name="connsiteY11347" fmla="*/ 2711736 h 5599766"/>
              <a:gd name="connsiteX11348" fmla="*/ 7938870 w 10321503"/>
              <a:gd name="connsiteY11348" fmla="*/ 2712095 h 5599766"/>
              <a:gd name="connsiteX11349" fmla="*/ 7942403 w 10321503"/>
              <a:gd name="connsiteY11349" fmla="*/ 2718237 h 5599766"/>
              <a:gd name="connsiteX11350" fmla="*/ 7942403 w 10321503"/>
              <a:gd name="connsiteY11350" fmla="*/ 2718902 h 5599766"/>
              <a:gd name="connsiteX11351" fmla="*/ 7938870 w 10321503"/>
              <a:gd name="connsiteY11351" fmla="*/ 2725044 h 5599766"/>
              <a:gd name="connsiteX11352" fmla="*/ 7938258 w 10321503"/>
              <a:gd name="connsiteY11352" fmla="*/ 2725402 h 5599766"/>
              <a:gd name="connsiteX11353" fmla="*/ 8136574 w 10321503"/>
              <a:gd name="connsiteY11353" fmla="*/ 2725402 h 5599766"/>
              <a:gd name="connsiteX11354" fmla="*/ 8129510 w 10321503"/>
              <a:gd name="connsiteY11354" fmla="*/ 2725402 h 5599766"/>
              <a:gd name="connsiteX11355" fmla="*/ 8128896 w 10321503"/>
              <a:gd name="connsiteY11355" fmla="*/ 2725044 h 5599766"/>
              <a:gd name="connsiteX11356" fmla="*/ 8125364 w 10321503"/>
              <a:gd name="connsiteY11356" fmla="*/ 2718902 h 5599766"/>
              <a:gd name="connsiteX11357" fmla="*/ 8125364 w 10321503"/>
              <a:gd name="connsiteY11357" fmla="*/ 2718237 h 5599766"/>
              <a:gd name="connsiteX11358" fmla="*/ 8128896 w 10321503"/>
              <a:gd name="connsiteY11358" fmla="*/ 2712095 h 5599766"/>
              <a:gd name="connsiteX11359" fmla="*/ 8129510 w 10321503"/>
              <a:gd name="connsiteY11359" fmla="*/ 2711736 h 5599766"/>
              <a:gd name="connsiteX11360" fmla="*/ 8136574 w 10321503"/>
              <a:gd name="connsiteY11360" fmla="*/ 2711736 h 5599766"/>
              <a:gd name="connsiteX11361" fmla="*/ 8137188 w 10321503"/>
              <a:gd name="connsiteY11361" fmla="*/ 2712095 h 5599766"/>
              <a:gd name="connsiteX11362" fmla="*/ 8140719 w 10321503"/>
              <a:gd name="connsiteY11362" fmla="*/ 2718237 h 5599766"/>
              <a:gd name="connsiteX11363" fmla="*/ 8140719 w 10321503"/>
              <a:gd name="connsiteY11363" fmla="*/ 2718902 h 5599766"/>
              <a:gd name="connsiteX11364" fmla="*/ 8137188 w 10321503"/>
              <a:gd name="connsiteY11364" fmla="*/ 2725044 h 5599766"/>
              <a:gd name="connsiteX11365" fmla="*/ 8136574 w 10321503"/>
              <a:gd name="connsiteY11365" fmla="*/ 2725402 h 5599766"/>
              <a:gd name="connsiteX11366" fmla="*/ 8334908 w 10321503"/>
              <a:gd name="connsiteY11366" fmla="*/ 2725402 h 5599766"/>
              <a:gd name="connsiteX11367" fmla="*/ 8327845 w 10321503"/>
              <a:gd name="connsiteY11367" fmla="*/ 2725402 h 5599766"/>
              <a:gd name="connsiteX11368" fmla="*/ 8327230 w 10321503"/>
              <a:gd name="connsiteY11368" fmla="*/ 2725044 h 5599766"/>
              <a:gd name="connsiteX11369" fmla="*/ 8323698 w 10321503"/>
              <a:gd name="connsiteY11369" fmla="*/ 2718902 h 5599766"/>
              <a:gd name="connsiteX11370" fmla="*/ 8323698 w 10321503"/>
              <a:gd name="connsiteY11370" fmla="*/ 2718237 h 5599766"/>
              <a:gd name="connsiteX11371" fmla="*/ 8327230 w 10321503"/>
              <a:gd name="connsiteY11371" fmla="*/ 2712095 h 5599766"/>
              <a:gd name="connsiteX11372" fmla="*/ 8327845 w 10321503"/>
              <a:gd name="connsiteY11372" fmla="*/ 2711736 h 5599766"/>
              <a:gd name="connsiteX11373" fmla="*/ 8334908 w 10321503"/>
              <a:gd name="connsiteY11373" fmla="*/ 2711736 h 5599766"/>
              <a:gd name="connsiteX11374" fmla="*/ 8335523 w 10321503"/>
              <a:gd name="connsiteY11374" fmla="*/ 2712095 h 5599766"/>
              <a:gd name="connsiteX11375" fmla="*/ 8339054 w 10321503"/>
              <a:gd name="connsiteY11375" fmla="*/ 2718237 h 5599766"/>
              <a:gd name="connsiteX11376" fmla="*/ 8339054 w 10321503"/>
              <a:gd name="connsiteY11376" fmla="*/ 2718902 h 5599766"/>
              <a:gd name="connsiteX11377" fmla="*/ 8335523 w 10321503"/>
              <a:gd name="connsiteY11377" fmla="*/ 2725044 h 5599766"/>
              <a:gd name="connsiteX11378" fmla="*/ 8334908 w 10321503"/>
              <a:gd name="connsiteY11378" fmla="*/ 2725402 h 5599766"/>
              <a:gd name="connsiteX11379" fmla="*/ 8533093 w 10321503"/>
              <a:gd name="connsiteY11379" fmla="*/ 2725402 h 5599766"/>
              <a:gd name="connsiteX11380" fmla="*/ 8526029 w 10321503"/>
              <a:gd name="connsiteY11380" fmla="*/ 2725402 h 5599766"/>
              <a:gd name="connsiteX11381" fmla="*/ 8525414 w 10321503"/>
              <a:gd name="connsiteY11381" fmla="*/ 2725044 h 5599766"/>
              <a:gd name="connsiteX11382" fmla="*/ 8521882 w 10321503"/>
              <a:gd name="connsiteY11382" fmla="*/ 2718902 h 5599766"/>
              <a:gd name="connsiteX11383" fmla="*/ 8521882 w 10321503"/>
              <a:gd name="connsiteY11383" fmla="*/ 2718237 h 5599766"/>
              <a:gd name="connsiteX11384" fmla="*/ 8525414 w 10321503"/>
              <a:gd name="connsiteY11384" fmla="*/ 2712095 h 5599766"/>
              <a:gd name="connsiteX11385" fmla="*/ 8526029 w 10321503"/>
              <a:gd name="connsiteY11385" fmla="*/ 2711736 h 5599766"/>
              <a:gd name="connsiteX11386" fmla="*/ 8533093 w 10321503"/>
              <a:gd name="connsiteY11386" fmla="*/ 2711736 h 5599766"/>
              <a:gd name="connsiteX11387" fmla="*/ 8533706 w 10321503"/>
              <a:gd name="connsiteY11387" fmla="*/ 2712095 h 5599766"/>
              <a:gd name="connsiteX11388" fmla="*/ 8537238 w 10321503"/>
              <a:gd name="connsiteY11388" fmla="*/ 2718237 h 5599766"/>
              <a:gd name="connsiteX11389" fmla="*/ 8537238 w 10321503"/>
              <a:gd name="connsiteY11389" fmla="*/ 2718902 h 5599766"/>
              <a:gd name="connsiteX11390" fmla="*/ 8533706 w 10321503"/>
              <a:gd name="connsiteY11390" fmla="*/ 2725044 h 5599766"/>
              <a:gd name="connsiteX11391" fmla="*/ 8533093 w 10321503"/>
              <a:gd name="connsiteY11391" fmla="*/ 2725402 h 5599766"/>
              <a:gd name="connsiteX11392" fmla="*/ 8731328 w 10321503"/>
              <a:gd name="connsiteY11392" fmla="*/ 2725402 h 5599766"/>
              <a:gd name="connsiteX11393" fmla="*/ 8724265 w 10321503"/>
              <a:gd name="connsiteY11393" fmla="*/ 2725402 h 5599766"/>
              <a:gd name="connsiteX11394" fmla="*/ 8723651 w 10321503"/>
              <a:gd name="connsiteY11394" fmla="*/ 2725044 h 5599766"/>
              <a:gd name="connsiteX11395" fmla="*/ 8720119 w 10321503"/>
              <a:gd name="connsiteY11395" fmla="*/ 2718902 h 5599766"/>
              <a:gd name="connsiteX11396" fmla="*/ 8720119 w 10321503"/>
              <a:gd name="connsiteY11396" fmla="*/ 2718237 h 5599766"/>
              <a:gd name="connsiteX11397" fmla="*/ 8723651 w 10321503"/>
              <a:gd name="connsiteY11397" fmla="*/ 2712095 h 5599766"/>
              <a:gd name="connsiteX11398" fmla="*/ 8724265 w 10321503"/>
              <a:gd name="connsiteY11398" fmla="*/ 2711736 h 5599766"/>
              <a:gd name="connsiteX11399" fmla="*/ 8731328 w 10321503"/>
              <a:gd name="connsiteY11399" fmla="*/ 2711736 h 5599766"/>
              <a:gd name="connsiteX11400" fmla="*/ 8731942 w 10321503"/>
              <a:gd name="connsiteY11400" fmla="*/ 2712095 h 5599766"/>
              <a:gd name="connsiteX11401" fmla="*/ 8735475 w 10321503"/>
              <a:gd name="connsiteY11401" fmla="*/ 2718237 h 5599766"/>
              <a:gd name="connsiteX11402" fmla="*/ 8735475 w 10321503"/>
              <a:gd name="connsiteY11402" fmla="*/ 2718902 h 5599766"/>
              <a:gd name="connsiteX11403" fmla="*/ 8731942 w 10321503"/>
              <a:gd name="connsiteY11403" fmla="*/ 2725044 h 5599766"/>
              <a:gd name="connsiteX11404" fmla="*/ 8731328 w 10321503"/>
              <a:gd name="connsiteY11404" fmla="*/ 2725402 h 5599766"/>
              <a:gd name="connsiteX11405" fmla="*/ 8929606 w 10321503"/>
              <a:gd name="connsiteY11405" fmla="*/ 2725402 h 5599766"/>
              <a:gd name="connsiteX11406" fmla="*/ 8922543 w 10321503"/>
              <a:gd name="connsiteY11406" fmla="*/ 2725402 h 5599766"/>
              <a:gd name="connsiteX11407" fmla="*/ 8921930 w 10321503"/>
              <a:gd name="connsiteY11407" fmla="*/ 2725044 h 5599766"/>
              <a:gd name="connsiteX11408" fmla="*/ 8918398 w 10321503"/>
              <a:gd name="connsiteY11408" fmla="*/ 2718902 h 5599766"/>
              <a:gd name="connsiteX11409" fmla="*/ 8918398 w 10321503"/>
              <a:gd name="connsiteY11409" fmla="*/ 2718237 h 5599766"/>
              <a:gd name="connsiteX11410" fmla="*/ 8921930 w 10321503"/>
              <a:gd name="connsiteY11410" fmla="*/ 2712095 h 5599766"/>
              <a:gd name="connsiteX11411" fmla="*/ 8922543 w 10321503"/>
              <a:gd name="connsiteY11411" fmla="*/ 2711736 h 5599766"/>
              <a:gd name="connsiteX11412" fmla="*/ 8929606 w 10321503"/>
              <a:gd name="connsiteY11412" fmla="*/ 2711736 h 5599766"/>
              <a:gd name="connsiteX11413" fmla="*/ 8930222 w 10321503"/>
              <a:gd name="connsiteY11413" fmla="*/ 2712095 h 5599766"/>
              <a:gd name="connsiteX11414" fmla="*/ 8933753 w 10321503"/>
              <a:gd name="connsiteY11414" fmla="*/ 2718237 h 5599766"/>
              <a:gd name="connsiteX11415" fmla="*/ 8933753 w 10321503"/>
              <a:gd name="connsiteY11415" fmla="*/ 2718902 h 5599766"/>
              <a:gd name="connsiteX11416" fmla="*/ 8930222 w 10321503"/>
              <a:gd name="connsiteY11416" fmla="*/ 2725044 h 5599766"/>
              <a:gd name="connsiteX11417" fmla="*/ 8929606 w 10321503"/>
              <a:gd name="connsiteY11417" fmla="*/ 2725402 h 5599766"/>
              <a:gd name="connsiteX11418" fmla="*/ 9127718 w 10321503"/>
              <a:gd name="connsiteY11418" fmla="*/ 2725402 h 5599766"/>
              <a:gd name="connsiteX11419" fmla="*/ 9120657 w 10321503"/>
              <a:gd name="connsiteY11419" fmla="*/ 2725402 h 5599766"/>
              <a:gd name="connsiteX11420" fmla="*/ 9120042 w 10321503"/>
              <a:gd name="connsiteY11420" fmla="*/ 2725044 h 5599766"/>
              <a:gd name="connsiteX11421" fmla="*/ 9116510 w 10321503"/>
              <a:gd name="connsiteY11421" fmla="*/ 2718902 h 5599766"/>
              <a:gd name="connsiteX11422" fmla="*/ 9116510 w 10321503"/>
              <a:gd name="connsiteY11422" fmla="*/ 2718237 h 5599766"/>
              <a:gd name="connsiteX11423" fmla="*/ 9120042 w 10321503"/>
              <a:gd name="connsiteY11423" fmla="*/ 2712095 h 5599766"/>
              <a:gd name="connsiteX11424" fmla="*/ 9120657 w 10321503"/>
              <a:gd name="connsiteY11424" fmla="*/ 2711736 h 5599766"/>
              <a:gd name="connsiteX11425" fmla="*/ 9127718 w 10321503"/>
              <a:gd name="connsiteY11425" fmla="*/ 2711736 h 5599766"/>
              <a:gd name="connsiteX11426" fmla="*/ 9128333 w 10321503"/>
              <a:gd name="connsiteY11426" fmla="*/ 2712095 h 5599766"/>
              <a:gd name="connsiteX11427" fmla="*/ 9131865 w 10321503"/>
              <a:gd name="connsiteY11427" fmla="*/ 2718237 h 5599766"/>
              <a:gd name="connsiteX11428" fmla="*/ 9131865 w 10321503"/>
              <a:gd name="connsiteY11428" fmla="*/ 2718902 h 5599766"/>
              <a:gd name="connsiteX11429" fmla="*/ 9128333 w 10321503"/>
              <a:gd name="connsiteY11429" fmla="*/ 2725044 h 5599766"/>
              <a:gd name="connsiteX11430" fmla="*/ 9127718 w 10321503"/>
              <a:gd name="connsiteY11430" fmla="*/ 2725402 h 5599766"/>
              <a:gd name="connsiteX11431" fmla="*/ 9326053 w 10321503"/>
              <a:gd name="connsiteY11431" fmla="*/ 2725402 h 5599766"/>
              <a:gd name="connsiteX11432" fmla="*/ 9318990 w 10321503"/>
              <a:gd name="connsiteY11432" fmla="*/ 2725402 h 5599766"/>
              <a:gd name="connsiteX11433" fmla="*/ 9318376 w 10321503"/>
              <a:gd name="connsiteY11433" fmla="*/ 2725044 h 5599766"/>
              <a:gd name="connsiteX11434" fmla="*/ 9314844 w 10321503"/>
              <a:gd name="connsiteY11434" fmla="*/ 2718902 h 5599766"/>
              <a:gd name="connsiteX11435" fmla="*/ 9314844 w 10321503"/>
              <a:gd name="connsiteY11435" fmla="*/ 2718237 h 5599766"/>
              <a:gd name="connsiteX11436" fmla="*/ 9318376 w 10321503"/>
              <a:gd name="connsiteY11436" fmla="*/ 2712095 h 5599766"/>
              <a:gd name="connsiteX11437" fmla="*/ 9318990 w 10321503"/>
              <a:gd name="connsiteY11437" fmla="*/ 2711736 h 5599766"/>
              <a:gd name="connsiteX11438" fmla="*/ 9326053 w 10321503"/>
              <a:gd name="connsiteY11438" fmla="*/ 2711736 h 5599766"/>
              <a:gd name="connsiteX11439" fmla="*/ 9326668 w 10321503"/>
              <a:gd name="connsiteY11439" fmla="*/ 2712095 h 5599766"/>
              <a:gd name="connsiteX11440" fmla="*/ 9330198 w 10321503"/>
              <a:gd name="connsiteY11440" fmla="*/ 2718237 h 5599766"/>
              <a:gd name="connsiteX11441" fmla="*/ 9330198 w 10321503"/>
              <a:gd name="connsiteY11441" fmla="*/ 2718902 h 5599766"/>
              <a:gd name="connsiteX11442" fmla="*/ 9326668 w 10321503"/>
              <a:gd name="connsiteY11442" fmla="*/ 2725044 h 5599766"/>
              <a:gd name="connsiteX11443" fmla="*/ 9326053 w 10321503"/>
              <a:gd name="connsiteY11443" fmla="*/ 2725402 h 5599766"/>
              <a:gd name="connsiteX11444" fmla="*/ 9524316 w 10321503"/>
              <a:gd name="connsiteY11444" fmla="*/ 2725402 h 5599766"/>
              <a:gd name="connsiteX11445" fmla="*/ 9517253 w 10321503"/>
              <a:gd name="connsiteY11445" fmla="*/ 2725402 h 5599766"/>
              <a:gd name="connsiteX11446" fmla="*/ 9516639 w 10321503"/>
              <a:gd name="connsiteY11446" fmla="*/ 2725044 h 5599766"/>
              <a:gd name="connsiteX11447" fmla="*/ 9513108 w 10321503"/>
              <a:gd name="connsiteY11447" fmla="*/ 2718902 h 5599766"/>
              <a:gd name="connsiteX11448" fmla="*/ 9513108 w 10321503"/>
              <a:gd name="connsiteY11448" fmla="*/ 2718237 h 5599766"/>
              <a:gd name="connsiteX11449" fmla="*/ 9516639 w 10321503"/>
              <a:gd name="connsiteY11449" fmla="*/ 2712095 h 5599766"/>
              <a:gd name="connsiteX11450" fmla="*/ 9517253 w 10321503"/>
              <a:gd name="connsiteY11450" fmla="*/ 2711736 h 5599766"/>
              <a:gd name="connsiteX11451" fmla="*/ 9524316 w 10321503"/>
              <a:gd name="connsiteY11451" fmla="*/ 2711736 h 5599766"/>
              <a:gd name="connsiteX11452" fmla="*/ 9524931 w 10321503"/>
              <a:gd name="connsiteY11452" fmla="*/ 2712095 h 5599766"/>
              <a:gd name="connsiteX11453" fmla="*/ 9528462 w 10321503"/>
              <a:gd name="connsiteY11453" fmla="*/ 2718237 h 5599766"/>
              <a:gd name="connsiteX11454" fmla="*/ 9528462 w 10321503"/>
              <a:gd name="connsiteY11454" fmla="*/ 2718902 h 5599766"/>
              <a:gd name="connsiteX11455" fmla="*/ 9524931 w 10321503"/>
              <a:gd name="connsiteY11455" fmla="*/ 2725044 h 5599766"/>
              <a:gd name="connsiteX11456" fmla="*/ 9524316 w 10321503"/>
              <a:gd name="connsiteY11456" fmla="*/ 2725402 h 5599766"/>
              <a:gd name="connsiteX11457" fmla="*/ 9722491 w 10321503"/>
              <a:gd name="connsiteY11457" fmla="*/ 2725402 h 5599766"/>
              <a:gd name="connsiteX11458" fmla="*/ 9715428 w 10321503"/>
              <a:gd name="connsiteY11458" fmla="*/ 2725402 h 5599766"/>
              <a:gd name="connsiteX11459" fmla="*/ 9714814 w 10321503"/>
              <a:gd name="connsiteY11459" fmla="*/ 2725044 h 5599766"/>
              <a:gd name="connsiteX11460" fmla="*/ 9711284 w 10321503"/>
              <a:gd name="connsiteY11460" fmla="*/ 2718902 h 5599766"/>
              <a:gd name="connsiteX11461" fmla="*/ 9711284 w 10321503"/>
              <a:gd name="connsiteY11461" fmla="*/ 2718237 h 5599766"/>
              <a:gd name="connsiteX11462" fmla="*/ 9714814 w 10321503"/>
              <a:gd name="connsiteY11462" fmla="*/ 2712095 h 5599766"/>
              <a:gd name="connsiteX11463" fmla="*/ 9715428 w 10321503"/>
              <a:gd name="connsiteY11463" fmla="*/ 2711736 h 5599766"/>
              <a:gd name="connsiteX11464" fmla="*/ 9722491 w 10321503"/>
              <a:gd name="connsiteY11464" fmla="*/ 2711736 h 5599766"/>
              <a:gd name="connsiteX11465" fmla="*/ 9723105 w 10321503"/>
              <a:gd name="connsiteY11465" fmla="*/ 2712095 h 5599766"/>
              <a:gd name="connsiteX11466" fmla="*/ 9726637 w 10321503"/>
              <a:gd name="connsiteY11466" fmla="*/ 2718237 h 5599766"/>
              <a:gd name="connsiteX11467" fmla="*/ 9726637 w 10321503"/>
              <a:gd name="connsiteY11467" fmla="*/ 2718902 h 5599766"/>
              <a:gd name="connsiteX11468" fmla="*/ 9723105 w 10321503"/>
              <a:gd name="connsiteY11468" fmla="*/ 2725044 h 5599766"/>
              <a:gd name="connsiteX11469" fmla="*/ 9722491 w 10321503"/>
              <a:gd name="connsiteY11469" fmla="*/ 2725402 h 5599766"/>
              <a:gd name="connsiteX11470" fmla="*/ 9920789 w 10321503"/>
              <a:gd name="connsiteY11470" fmla="*/ 2725402 h 5599766"/>
              <a:gd name="connsiteX11471" fmla="*/ 9913727 w 10321503"/>
              <a:gd name="connsiteY11471" fmla="*/ 2725402 h 5599766"/>
              <a:gd name="connsiteX11472" fmla="*/ 9913113 w 10321503"/>
              <a:gd name="connsiteY11472" fmla="*/ 2725044 h 5599766"/>
              <a:gd name="connsiteX11473" fmla="*/ 9909581 w 10321503"/>
              <a:gd name="connsiteY11473" fmla="*/ 2718902 h 5599766"/>
              <a:gd name="connsiteX11474" fmla="*/ 9909581 w 10321503"/>
              <a:gd name="connsiteY11474" fmla="*/ 2718237 h 5599766"/>
              <a:gd name="connsiteX11475" fmla="*/ 9913113 w 10321503"/>
              <a:gd name="connsiteY11475" fmla="*/ 2712095 h 5599766"/>
              <a:gd name="connsiteX11476" fmla="*/ 9913727 w 10321503"/>
              <a:gd name="connsiteY11476" fmla="*/ 2711736 h 5599766"/>
              <a:gd name="connsiteX11477" fmla="*/ 9920789 w 10321503"/>
              <a:gd name="connsiteY11477" fmla="*/ 2711736 h 5599766"/>
              <a:gd name="connsiteX11478" fmla="*/ 9921404 w 10321503"/>
              <a:gd name="connsiteY11478" fmla="*/ 2712095 h 5599766"/>
              <a:gd name="connsiteX11479" fmla="*/ 9924935 w 10321503"/>
              <a:gd name="connsiteY11479" fmla="*/ 2718237 h 5599766"/>
              <a:gd name="connsiteX11480" fmla="*/ 9924935 w 10321503"/>
              <a:gd name="connsiteY11480" fmla="*/ 2718902 h 5599766"/>
              <a:gd name="connsiteX11481" fmla="*/ 9921404 w 10321503"/>
              <a:gd name="connsiteY11481" fmla="*/ 2725044 h 5599766"/>
              <a:gd name="connsiteX11482" fmla="*/ 9920789 w 10321503"/>
              <a:gd name="connsiteY11482" fmla="*/ 2725402 h 5599766"/>
              <a:gd name="connsiteX11483" fmla="*/ 10118935 w 10321503"/>
              <a:gd name="connsiteY11483" fmla="*/ 2725402 h 5599766"/>
              <a:gd name="connsiteX11484" fmla="*/ 10111873 w 10321503"/>
              <a:gd name="connsiteY11484" fmla="*/ 2725402 h 5599766"/>
              <a:gd name="connsiteX11485" fmla="*/ 10111259 w 10321503"/>
              <a:gd name="connsiteY11485" fmla="*/ 2725044 h 5599766"/>
              <a:gd name="connsiteX11486" fmla="*/ 10107728 w 10321503"/>
              <a:gd name="connsiteY11486" fmla="*/ 2718902 h 5599766"/>
              <a:gd name="connsiteX11487" fmla="*/ 10107728 w 10321503"/>
              <a:gd name="connsiteY11487" fmla="*/ 2718237 h 5599766"/>
              <a:gd name="connsiteX11488" fmla="*/ 10111259 w 10321503"/>
              <a:gd name="connsiteY11488" fmla="*/ 2712095 h 5599766"/>
              <a:gd name="connsiteX11489" fmla="*/ 10111873 w 10321503"/>
              <a:gd name="connsiteY11489" fmla="*/ 2711736 h 5599766"/>
              <a:gd name="connsiteX11490" fmla="*/ 10118935 w 10321503"/>
              <a:gd name="connsiteY11490" fmla="*/ 2711736 h 5599766"/>
              <a:gd name="connsiteX11491" fmla="*/ 10119550 w 10321503"/>
              <a:gd name="connsiteY11491" fmla="*/ 2712095 h 5599766"/>
              <a:gd name="connsiteX11492" fmla="*/ 10123081 w 10321503"/>
              <a:gd name="connsiteY11492" fmla="*/ 2718237 h 5599766"/>
              <a:gd name="connsiteX11493" fmla="*/ 10123081 w 10321503"/>
              <a:gd name="connsiteY11493" fmla="*/ 2718902 h 5599766"/>
              <a:gd name="connsiteX11494" fmla="*/ 10119550 w 10321503"/>
              <a:gd name="connsiteY11494" fmla="*/ 2725044 h 5599766"/>
              <a:gd name="connsiteX11495" fmla="*/ 10118935 w 10321503"/>
              <a:gd name="connsiteY11495" fmla="*/ 2725402 h 5599766"/>
              <a:gd name="connsiteX11496" fmla="*/ 10317185 w 10321503"/>
              <a:gd name="connsiteY11496" fmla="*/ 2725402 h 5599766"/>
              <a:gd name="connsiteX11497" fmla="*/ 10310122 w 10321503"/>
              <a:gd name="connsiteY11497" fmla="*/ 2725402 h 5599766"/>
              <a:gd name="connsiteX11498" fmla="*/ 10309508 w 10321503"/>
              <a:gd name="connsiteY11498" fmla="*/ 2725044 h 5599766"/>
              <a:gd name="connsiteX11499" fmla="*/ 10305977 w 10321503"/>
              <a:gd name="connsiteY11499" fmla="*/ 2718902 h 5599766"/>
              <a:gd name="connsiteX11500" fmla="*/ 10305977 w 10321503"/>
              <a:gd name="connsiteY11500" fmla="*/ 2718237 h 5599766"/>
              <a:gd name="connsiteX11501" fmla="*/ 10309508 w 10321503"/>
              <a:gd name="connsiteY11501" fmla="*/ 2712095 h 5599766"/>
              <a:gd name="connsiteX11502" fmla="*/ 10310122 w 10321503"/>
              <a:gd name="connsiteY11502" fmla="*/ 2711736 h 5599766"/>
              <a:gd name="connsiteX11503" fmla="*/ 10317185 w 10321503"/>
              <a:gd name="connsiteY11503" fmla="*/ 2711736 h 5599766"/>
              <a:gd name="connsiteX11504" fmla="*/ 10317800 w 10321503"/>
              <a:gd name="connsiteY11504" fmla="*/ 2712095 h 5599766"/>
              <a:gd name="connsiteX11505" fmla="*/ 10321332 w 10321503"/>
              <a:gd name="connsiteY11505" fmla="*/ 2718237 h 5599766"/>
              <a:gd name="connsiteX11506" fmla="*/ 10321332 w 10321503"/>
              <a:gd name="connsiteY11506" fmla="*/ 2718902 h 5599766"/>
              <a:gd name="connsiteX11507" fmla="*/ 10317800 w 10321503"/>
              <a:gd name="connsiteY11507" fmla="*/ 2725044 h 5599766"/>
              <a:gd name="connsiteX11508" fmla="*/ 10317185 w 10321503"/>
              <a:gd name="connsiteY11508" fmla="*/ 2725402 h 5599766"/>
              <a:gd name="connsiteX11509" fmla="*/ 11254 w 10321503"/>
              <a:gd name="connsiteY11509" fmla="*/ 2888715 h 5599766"/>
              <a:gd name="connsiteX11510" fmla="*/ 4192 w 10321503"/>
              <a:gd name="connsiteY11510" fmla="*/ 2888715 h 5599766"/>
              <a:gd name="connsiteX11511" fmla="*/ 3578 w 10321503"/>
              <a:gd name="connsiteY11511" fmla="*/ 2888357 h 5599766"/>
              <a:gd name="connsiteX11512" fmla="*/ 46 w 10321503"/>
              <a:gd name="connsiteY11512" fmla="*/ 2882215 h 5599766"/>
              <a:gd name="connsiteX11513" fmla="*/ 46 w 10321503"/>
              <a:gd name="connsiteY11513" fmla="*/ 2881550 h 5599766"/>
              <a:gd name="connsiteX11514" fmla="*/ 3578 w 10321503"/>
              <a:gd name="connsiteY11514" fmla="*/ 2875408 h 5599766"/>
              <a:gd name="connsiteX11515" fmla="*/ 4192 w 10321503"/>
              <a:gd name="connsiteY11515" fmla="*/ 2875050 h 5599766"/>
              <a:gd name="connsiteX11516" fmla="*/ 11254 w 10321503"/>
              <a:gd name="connsiteY11516" fmla="*/ 2875050 h 5599766"/>
              <a:gd name="connsiteX11517" fmla="*/ 11868 w 10321503"/>
              <a:gd name="connsiteY11517" fmla="*/ 2875408 h 5599766"/>
              <a:gd name="connsiteX11518" fmla="*/ 15400 w 10321503"/>
              <a:gd name="connsiteY11518" fmla="*/ 2881550 h 5599766"/>
              <a:gd name="connsiteX11519" fmla="*/ 15400 w 10321503"/>
              <a:gd name="connsiteY11519" fmla="*/ 2882215 h 5599766"/>
              <a:gd name="connsiteX11520" fmla="*/ 11868 w 10321503"/>
              <a:gd name="connsiteY11520" fmla="*/ 2888357 h 5599766"/>
              <a:gd name="connsiteX11521" fmla="*/ 11254 w 10321503"/>
              <a:gd name="connsiteY11521" fmla="*/ 2888715 h 5599766"/>
              <a:gd name="connsiteX11522" fmla="*/ 209480 w 10321503"/>
              <a:gd name="connsiteY11522" fmla="*/ 2888715 h 5599766"/>
              <a:gd name="connsiteX11523" fmla="*/ 202416 w 10321503"/>
              <a:gd name="connsiteY11523" fmla="*/ 2888715 h 5599766"/>
              <a:gd name="connsiteX11524" fmla="*/ 201803 w 10321503"/>
              <a:gd name="connsiteY11524" fmla="*/ 2888357 h 5599766"/>
              <a:gd name="connsiteX11525" fmla="*/ 198270 w 10321503"/>
              <a:gd name="connsiteY11525" fmla="*/ 2882215 h 5599766"/>
              <a:gd name="connsiteX11526" fmla="*/ 198270 w 10321503"/>
              <a:gd name="connsiteY11526" fmla="*/ 2881550 h 5599766"/>
              <a:gd name="connsiteX11527" fmla="*/ 201803 w 10321503"/>
              <a:gd name="connsiteY11527" fmla="*/ 2875408 h 5599766"/>
              <a:gd name="connsiteX11528" fmla="*/ 202416 w 10321503"/>
              <a:gd name="connsiteY11528" fmla="*/ 2875050 h 5599766"/>
              <a:gd name="connsiteX11529" fmla="*/ 209480 w 10321503"/>
              <a:gd name="connsiteY11529" fmla="*/ 2875050 h 5599766"/>
              <a:gd name="connsiteX11530" fmla="*/ 210094 w 10321503"/>
              <a:gd name="connsiteY11530" fmla="*/ 2875408 h 5599766"/>
              <a:gd name="connsiteX11531" fmla="*/ 213625 w 10321503"/>
              <a:gd name="connsiteY11531" fmla="*/ 2881550 h 5599766"/>
              <a:gd name="connsiteX11532" fmla="*/ 213625 w 10321503"/>
              <a:gd name="connsiteY11532" fmla="*/ 2882215 h 5599766"/>
              <a:gd name="connsiteX11533" fmla="*/ 210094 w 10321503"/>
              <a:gd name="connsiteY11533" fmla="*/ 2888357 h 5599766"/>
              <a:gd name="connsiteX11534" fmla="*/ 209480 w 10321503"/>
              <a:gd name="connsiteY11534" fmla="*/ 2888715 h 5599766"/>
              <a:gd name="connsiteX11535" fmla="*/ 407754 w 10321503"/>
              <a:gd name="connsiteY11535" fmla="*/ 2888715 h 5599766"/>
              <a:gd name="connsiteX11536" fmla="*/ 400692 w 10321503"/>
              <a:gd name="connsiteY11536" fmla="*/ 2888715 h 5599766"/>
              <a:gd name="connsiteX11537" fmla="*/ 400078 w 10321503"/>
              <a:gd name="connsiteY11537" fmla="*/ 2888357 h 5599766"/>
              <a:gd name="connsiteX11538" fmla="*/ 396546 w 10321503"/>
              <a:gd name="connsiteY11538" fmla="*/ 2882215 h 5599766"/>
              <a:gd name="connsiteX11539" fmla="*/ 396546 w 10321503"/>
              <a:gd name="connsiteY11539" fmla="*/ 2881550 h 5599766"/>
              <a:gd name="connsiteX11540" fmla="*/ 400078 w 10321503"/>
              <a:gd name="connsiteY11540" fmla="*/ 2875408 h 5599766"/>
              <a:gd name="connsiteX11541" fmla="*/ 400692 w 10321503"/>
              <a:gd name="connsiteY11541" fmla="*/ 2875050 h 5599766"/>
              <a:gd name="connsiteX11542" fmla="*/ 407754 w 10321503"/>
              <a:gd name="connsiteY11542" fmla="*/ 2875050 h 5599766"/>
              <a:gd name="connsiteX11543" fmla="*/ 408369 w 10321503"/>
              <a:gd name="connsiteY11543" fmla="*/ 2875408 h 5599766"/>
              <a:gd name="connsiteX11544" fmla="*/ 411900 w 10321503"/>
              <a:gd name="connsiteY11544" fmla="*/ 2881550 h 5599766"/>
              <a:gd name="connsiteX11545" fmla="*/ 411900 w 10321503"/>
              <a:gd name="connsiteY11545" fmla="*/ 2882215 h 5599766"/>
              <a:gd name="connsiteX11546" fmla="*/ 408369 w 10321503"/>
              <a:gd name="connsiteY11546" fmla="*/ 2888357 h 5599766"/>
              <a:gd name="connsiteX11547" fmla="*/ 407754 w 10321503"/>
              <a:gd name="connsiteY11547" fmla="*/ 2888715 h 5599766"/>
              <a:gd name="connsiteX11548" fmla="*/ 605979 w 10321503"/>
              <a:gd name="connsiteY11548" fmla="*/ 2888715 h 5599766"/>
              <a:gd name="connsiteX11549" fmla="*/ 598916 w 10321503"/>
              <a:gd name="connsiteY11549" fmla="*/ 2888715 h 5599766"/>
              <a:gd name="connsiteX11550" fmla="*/ 598302 w 10321503"/>
              <a:gd name="connsiteY11550" fmla="*/ 2888357 h 5599766"/>
              <a:gd name="connsiteX11551" fmla="*/ 594770 w 10321503"/>
              <a:gd name="connsiteY11551" fmla="*/ 2882215 h 5599766"/>
              <a:gd name="connsiteX11552" fmla="*/ 594770 w 10321503"/>
              <a:gd name="connsiteY11552" fmla="*/ 2881550 h 5599766"/>
              <a:gd name="connsiteX11553" fmla="*/ 598302 w 10321503"/>
              <a:gd name="connsiteY11553" fmla="*/ 2875408 h 5599766"/>
              <a:gd name="connsiteX11554" fmla="*/ 598916 w 10321503"/>
              <a:gd name="connsiteY11554" fmla="*/ 2875050 h 5599766"/>
              <a:gd name="connsiteX11555" fmla="*/ 605979 w 10321503"/>
              <a:gd name="connsiteY11555" fmla="*/ 2875050 h 5599766"/>
              <a:gd name="connsiteX11556" fmla="*/ 606593 w 10321503"/>
              <a:gd name="connsiteY11556" fmla="*/ 2875408 h 5599766"/>
              <a:gd name="connsiteX11557" fmla="*/ 610125 w 10321503"/>
              <a:gd name="connsiteY11557" fmla="*/ 2881550 h 5599766"/>
              <a:gd name="connsiteX11558" fmla="*/ 610125 w 10321503"/>
              <a:gd name="connsiteY11558" fmla="*/ 2882215 h 5599766"/>
              <a:gd name="connsiteX11559" fmla="*/ 606593 w 10321503"/>
              <a:gd name="connsiteY11559" fmla="*/ 2888357 h 5599766"/>
              <a:gd name="connsiteX11560" fmla="*/ 605979 w 10321503"/>
              <a:gd name="connsiteY11560" fmla="*/ 2888715 h 5599766"/>
              <a:gd name="connsiteX11561" fmla="*/ 804204 w 10321503"/>
              <a:gd name="connsiteY11561" fmla="*/ 2888715 h 5599766"/>
              <a:gd name="connsiteX11562" fmla="*/ 797140 w 10321503"/>
              <a:gd name="connsiteY11562" fmla="*/ 2888715 h 5599766"/>
              <a:gd name="connsiteX11563" fmla="*/ 796526 w 10321503"/>
              <a:gd name="connsiteY11563" fmla="*/ 2888357 h 5599766"/>
              <a:gd name="connsiteX11564" fmla="*/ 792995 w 10321503"/>
              <a:gd name="connsiteY11564" fmla="*/ 2882215 h 5599766"/>
              <a:gd name="connsiteX11565" fmla="*/ 792995 w 10321503"/>
              <a:gd name="connsiteY11565" fmla="*/ 2881550 h 5599766"/>
              <a:gd name="connsiteX11566" fmla="*/ 796526 w 10321503"/>
              <a:gd name="connsiteY11566" fmla="*/ 2875408 h 5599766"/>
              <a:gd name="connsiteX11567" fmla="*/ 797140 w 10321503"/>
              <a:gd name="connsiteY11567" fmla="*/ 2875050 h 5599766"/>
              <a:gd name="connsiteX11568" fmla="*/ 804204 w 10321503"/>
              <a:gd name="connsiteY11568" fmla="*/ 2875050 h 5599766"/>
              <a:gd name="connsiteX11569" fmla="*/ 804818 w 10321503"/>
              <a:gd name="connsiteY11569" fmla="*/ 2875408 h 5599766"/>
              <a:gd name="connsiteX11570" fmla="*/ 808350 w 10321503"/>
              <a:gd name="connsiteY11570" fmla="*/ 2881550 h 5599766"/>
              <a:gd name="connsiteX11571" fmla="*/ 808350 w 10321503"/>
              <a:gd name="connsiteY11571" fmla="*/ 2882215 h 5599766"/>
              <a:gd name="connsiteX11572" fmla="*/ 804818 w 10321503"/>
              <a:gd name="connsiteY11572" fmla="*/ 2888357 h 5599766"/>
              <a:gd name="connsiteX11573" fmla="*/ 804204 w 10321503"/>
              <a:gd name="connsiteY11573" fmla="*/ 2888715 h 5599766"/>
              <a:gd name="connsiteX11574" fmla="*/ 1002428 w 10321503"/>
              <a:gd name="connsiteY11574" fmla="*/ 2888715 h 5599766"/>
              <a:gd name="connsiteX11575" fmla="*/ 995366 w 10321503"/>
              <a:gd name="connsiteY11575" fmla="*/ 2888715 h 5599766"/>
              <a:gd name="connsiteX11576" fmla="*/ 994752 w 10321503"/>
              <a:gd name="connsiteY11576" fmla="*/ 2888357 h 5599766"/>
              <a:gd name="connsiteX11577" fmla="*/ 991220 w 10321503"/>
              <a:gd name="connsiteY11577" fmla="*/ 2882215 h 5599766"/>
              <a:gd name="connsiteX11578" fmla="*/ 991220 w 10321503"/>
              <a:gd name="connsiteY11578" fmla="*/ 2881550 h 5599766"/>
              <a:gd name="connsiteX11579" fmla="*/ 994752 w 10321503"/>
              <a:gd name="connsiteY11579" fmla="*/ 2875408 h 5599766"/>
              <a:gd name="connsiteX11580" fmla="*/ 995366 w 10321503"/>
              <a:gd name="connsiteY11580" fmla="*/ 2875050 h 5599766"/>
              <a:gd name="connsiteX11581" fmla="*/ 1002428 w 10321503"/>
              <a:gd name="connsiteY11581" fmla="*/ 2875050 h 5599766"/>
              <a:gd name="connsiteX11582" fmla="*/ 1003042 w 10321503"/>
              <a:gd name="connsiteY11582" fmla="*/ 2875408 h 5599766"/>
              <a:gd name="connsiteX11583" fmla="*/ 1006574 w 10321503"/>
              <a:gd name="connsiteY11583" fmla="*/ 2881550 h 5599766"/>
              <a:gd name="connsiteX11584" fmla="*/ 1006574 w 10321503"/>
              <a:gd name="connsiteY11584" fmla="*/ 2882215 h 5599766"/>
              <a:gd name="connsiteX11585" fmla="*/ 1003042 w 10321503"/>
              <a:gd name="connsiteY11585" fmla="*/ 2888357 h 5599766"/>
              <a:gd name="connsiteX11586" fmla="*/ 1002428 w 10321503"/>
              <a:gd name="connsiteY11586" fmla="*/ 2888715 h 5599766"/>
              <a:gd name="connsiteX11587" fmla="*/ 1200704 w 10321503"/>
              <a:gd name="connsiteY11587" fmla="*/ 2888715 h 5599766"/>
              <a:gd name="connsiteX11588" fmla="*/ 1193642 w 10321503"/>
              <a:gd name="connsiteY11588" fmla="*/ 2888715 h 5599766"/>
              <a:gd name="connsiteX11589" fmla="*/ 1193028 w 10321503"/>
              <a:gd name="connsiteY11589" fmla="*/ 2888357 h 5599766"/>
              <a:gd name="connsiteX11590" fmla="*/ 1189495 w 10321503"/>
              <a:gd name="connsiteY11590" fmla="*/ 2882215 h 5599766"/>
              <a:gd name="connsiteX11591" fmla="*/ 1189495 w 10321503"/>
              <a:gd name="connsiteY11591" fmla="*/ 2881550 h 5599766"/>
              <a:gd name="connsiteX11592" fmla="*/ 1193028 w 10321503"/>
              <a:gd name="connsiteY11592" fmla="*/ 2875408 h 5599766"/>
              <a:gd name="connsiteX11593" fmla="*/ 1193642 w 10321503"/>
              <a:gd name="connsiteY11593" fmla="*/ 2875050 h 5599766"/>
              <a:gd name="connsiteX11594" fmla="*/ 1200704 w 10321503"/>
              <a:gd name="connsiteY11594" fmla="*/ 2875050 h 5599766"/>
              <a:gd name="connsiteX11595" fmla="*/ 1201318 w 10321503"/>
              <a:gd name="connsiteY11595" fmla="*/ 2875408 h 5599766"/>
              <a:gd name="connsiteX11596" fmla="*/ 1204850 w 10321503"/>
              <a:gd name="connsiteY11596" fmla="*/ 2881550 h 5599766"/>
              <a:gd name="connsiteX11597" fmla="*/ 1204850 w 10321503"/>
              <a:gd name="connsiteY11597" fmla="*/ 2882215 h 5599766"/>
              <a:gd name="connsiteX11598" fmla="*/ 1201318 w 10321503"/>
              <a:gd name="connsiteY11598" fmla="*/ 2888357 h 5599766"/>
              <a:gd name="connsiteX11599" fmla="*/ 1200704 w 10321503"/>
              <a:gd name="connsiteY11599" fmla="*/ 2888715 h 5599766"/>
              <a:gd name="connsiteX11600" fmla="*/ 1398928 w 10321503"/>
              <a:gd name="connsiteY11600" fmla="*/ 2888715 h 5599766"/>
              <a:gd name="connsiteX11601" fmla="*/ 1391866 w 10321503"/>
              <a:gd name="connsiteY11601" fmla="*/ 2888715 h 5599766"/>
              <a:gd name="connsiteX11602" fmla="*/ 1391252 w 10321503"/>
              <a:gd name="connsiteY11602" fmla="*/ 2888357 h 5599766"/>
              <a:gd name="connsiteX11603" fmla="*/ 1387720 w 10321503"/>
              <a:gd name="connsiteY11603" fmla="*/ 2882215 h 5599766"/>
              <a:gd name="connsiteX11604" fmla="*/ 1387720 w 10321503"/>
              <a:gd name="connsiteY11604" fmla="*/ 2881550 h 5599766"/>
              <a:gd name="connsiteX11605" fmla="*/ 1391252 w 10321503"/>
              <a:gd name="connsiteY11605" fmla="*/ 2875408 h 5599766"/>
              <a:gd name="connsiteX11606" fmla="*/ 1391866 w 10321503"/>
              <a:gd name="connsiteY11606" fmla="*/ 2875050 h 5599766"/>
              <a:gd name="connsiteX11607" fmla="*/ 1398928 w 10321503"/>
              <a:gd name="connsiteY11607" fmla="*/ 2875050 h 5599766"/>
              <a:gd name="connsiteX11608" fmla="*/ 1399544 w 10321503"/>
              <a:gd name="connsiteY11608" fmla="*/ 2875408 h 5599766"/>
              <a:gd name="connsiteX11609" fmla="*/ 1403074 w 10321503"/>
              <a:gd name="connsiteY11609" fmla="*/ 2881550 h 5599766"/>
              <a:gd name="connsiteX11610" fmla="*/ 1403074 w 10321503"/>
              <a:gd name="connsiteY11610" fmla="*/ 2882215 h 5599766"/>
              <a:gd name="connsiteX11611" fmla="*/ 1399544 w 10321503"/>
              <a:gd name="connsiteY11611" fmla="*/ 2888357 h 5599766"/>
              <a:gd name="connsiteX11612" fmla="*/ 1398928 w 10321503"/>
              <a:gd name="connsiteY11612" fmla="*/ 2888715 h 5599766"/>
              <a:gd name="connsiteX11613" fmla="*/ 1597154 w 10321503"/>
              <a:gd name="connsiteY11613" fmla="*/ 2888715 h 5599766"/>
              <a:gd name="connsiteX11614" fmla="*/ 1590090 w 10321503"/>
              <a:gd name="connsiteY11614" fmla="*/ 2888715 h 5599766"/>
              <a:gd name="connsiteX11615" fmla="*/ 1589476 w 10321503"/>
              <a:gd name="connsiteY11615" fmla="*/ 2888357 h 5599766"/>
              <a:gd name="connsiteX11616" fmla="*/ 1585944 w 10321503"/>
              <a:gd name="connsiteY11616" fmla="*/ 2882215 h 5599766"/>
              <a:gd name="connsiteX11617" fmla="*/ 1585944 w 10321503"/>
              <a:gd name="connsiteY11617" fmla="*/ 2881550 h 5599766"/>
              <a:gd name="connsiteX11618" fmla="*/ 1589476 w 10321503"/>
              <a:gd name="connsiteY11618" fmla="*/ 2875408 h 5599766"/>
              <a:gd name="connsiteX11619" fmla="*/ 1590090 w 10321503"/>
              <a:gd name="connsiteY11619" fmla="*/ 2875050 h 5599766"/>
              <a:gd name="connsiteX11620" fmla="*/ 1597154 w 10321503"/>
              <a:gd name="connsiteY11620" fmla="*/ 2875050 h 5599766"/>
              <a:gd name="connsiteX11621" fmla="*/ 1597768 w 10321503"/>
              <a:gd name="connsiteY11621" fmla="*/ 2875408 h 5599766"/>
              <a:gd name="connsiteX11622" fmla="*/ 1601298 w 10321503"/>
              <a:gd name="connsiteY11622" fmla="*/ 2881550 h 5599766"/>
              <a:gd name="connsiteX11623" fmla="*/ 1601298 w 10321503"/>
              <a:gd name="connsiteY11623" fmla="*/ 2882215 h 5599766"/>
              <a:gd name="connsiteX11624" fmla="*/ 1597768 w 10321503"/>
              <a:gd name="connsiteY11624" fmla="*/ 2888357 h 5599766"/>
              <a:gd name="connsiteX11625" fmla="*/ 1597154 w 10321503"/>
              <a:gd name="connsiteY11625" fmla="*/ 2888715 h 5599766"/>
              <a:gd name="connsiteX11626" fmla="*/ 1795378 w 10321503"/>
              <a:gd name="connsiteY11626" fmla="*/ 2888715 h 5599766"/>
              <a:gd name="connsiteX11627" fmla="*/ 1788315 w 10321503"/>
              <a:gd name="connsiteY11627" fmla="*/ 2888715 h 5599766"/>
              <a:gd name="connsiteX11628" fmla="*/ 1787701 w 10321503"/>
              <a:gd name="connsiteY11628" fmla="*/ 2888357 h 5599766"/>
              <a:gd name="connsiteX11629" fmla="*/ 1784170 w 10321503"/>
              <a:gd name="connsiteY11629" fmla="*/ 2882215 h 5599766"/>
              <a:gd name="connsiteX11630" fmla="*/ 1784170 w 10321503"/>
              <a:gd name="connsiteY11630" fmla="*/ 2881550 h 5599766"/>
              <a:gd name="connsiteX11631" fmla="*/ 1787701 w 10321503"/>
              <a:gd name="connsiteY11631" fmla="*/ 2875408 h 5599766"/>
              <a:gd name="connsiteX11632" fmla="*/ 1788315 w 10321503"/>
              <a:gd name="connsiteY11632" fmla="*/ 2875050 h 5599766"/>
              <a:gd name="connsiteX11633" fmla="*/ 1795378 w 10321503"/>
              <a:gd name="connsiteY11633" fmla="*/ 2875050 h 5599766"/>
              <a:gd name="connsiteX11634" fmla="*/ 1795992 w 10321503"/>
              <a:gd name="connsiteY11634" fmla="*/ 2875408 h 5599766"/>
              <a:gd name="connsiteX11635" fmla="*/ 1799524 w 10321503"/>
              <a:gd name="connsiteY11635" fmla="*/ 2881550 h 5599766"/>
              <a:gd name="connsiteX11636" fmla="*/ 1799524 w 10321503"/>
              <a:gd name="connsiteY11636" fmla="*/ 2882215 h 5599766"/>
              <a:gd name="connsiteX11637" fmla="*/ 1795992 w 10321503"/>
              <a:gd name="connsiteY11637" fmla="*/ 2888357 h 5599766"/>
              <a:gd name="connsiteX11638" fmla="*/ 1795378 w 10321503"/>
              <a:gd name="connsiteY11638" fmla="*/ 2888715 h 5599766"/>
              <a:gd name="connsiteX11639" fmla="*/ 1993654 w 10321503"/>
              <a:gd name="connsiteY11639" fmla="*/ 2888715 h 5599766"/>
              <a:gd name="connsiteX11640" fmla="*/ 1986590 w 10321503"/>
              <a:gd name="connsiteY11640" fmla="*/ 2888715 h 5599766"/>
              <a:gd name="connsiteX11641" fmla="*/ 1985976 w 10321503"/>
              <a:gd name="connsiteY11641" fmla="*/ 2888357 h 5599766"/>
              <a:gd name="connsiteX11642" fmla="*/ 1982445 w 10321503"/>
              <a:gd name="connsiteY11642" fmla="*/ 2882215 h 5599766"/>
              <a:gd name="connsiteX11643" fmla="*/ 1982445 w 10321503"/>
              <a:gd name="connsiteY11643" fmla="*/ 2881550 h 5599766"/>
              <a:gd name="connsiteX11644" fmla="*/ 1985976 w 10321503"/>
              <a:gd name="connsiteY11644" fmla="*/ 2875408 h 5599766"/>
              <a:gd name="connsiteX11645" fmla="*/ 1986590 w 10321503"/>
              <a:gd name="connsiteY11645" fmla="*/ 2875050 h 5599766"/>
              <a:gd name="connsiteX11646" fmla="*/ 1993654 w 10321503"/>
              <a:gd name="connsiteY11646" fmla="*/ 2875050 h 5599766"/>
              <a:gd name="connsiteX11647" fmla="*/ 1994268 w 10321503"/>
              <a:gd name="connsiteY11647" fmla="*/ 2875408 h 5599766"/>
              <a:gd name="connsiteX11648" fmla="*/ 1997800 w 10321503"/>
              <a:gd name="connsiteY11648" fmla="*/ 2881550 h 5599766"/>
              <a:gd name="connsiteX11649" fmla="*/ 1997800 w 10321503"/>
              <a:gd name="connsiteY11649" fmla="*/ 2882215 h 5599766"/>
              <a:gd name="connsiteX11650" fmla="*/ 1994268 w 10321503"/>
              <a:gd name="connsiteY11650" fmla="*/ 2888357 h 5599766"/>
              <a:gd name="connsiteX11651" fmla="*/ 1993654 w 10321503"/>
              <a:gd name="connsiteY11651" fmla="*/ 2888715 h 5599766"/>
              <a:gd name="connsiteX11652" fmla="*/ 2387835 w 10321503"/>
              <a:gd name="connsiteY11652" fmla="*/ 2894453 h 5599766"/>
              <a:gd name="connsiteX11653" fmla="*/ 2380773 w 10321503"/>
              <a:gd name="connsiteY11653" fmla="*/ 2894453 h 5599766"/>
              <a:gd name="connsiteX11654" fmla="*/ 2380159 w 10321503"/>
              <a:gd name="connsiteY11654" fmla="*/ 2894096 h 5599766"/>
              <a:gd name="connsiteX11655" fmla="*/ 2376626 w 10321503"/>
              <a:gd name="connsiteY11655" fmla="*/ 2887953 h 5599766"/>
              <a:gd name="connsiteX11656" fmla="*/ 2376626 w 10321503"/>
              <a:gd name="connsiteY11656" fmla="*/ 2887287 h 5599766"/>
              <a:gd name="connsiteX11657" fmla="*/ 2380159 w 10321503"/>
              <a:gd name="connsiteY11657" fmla="*/ 2881145 h 5599766"/>
              <a:gd name="connsiteX11658" fmla="*/ 2380773 w 10321503"/>
              <a:gd name="connsiteY11658" fmla="*/ 2880788 h 5599766"/>
              <a:gd name="connsiteX11659" fmla="*/ 2387835 w 10321503"/>
              <a:gd name="connsiteY11659" fmla="*/ 2880788 h 5599766"/>
              <a:gd name="connsiteX11660" fmla="*/ 2388449 w 10321503"/>
              <a:gd name="connsiteY11660" fmla="*/ 2881145 h 5599766"/>
              <a:gd name="connsiteX11661" fmla="*/ 2391981 w 10321503"/>
              <a:gd name="connsiteY11661" fmla="*/ 2887287 h 5599766"/>
              <a:gd name="connsiteX11662" fmla="*/ 2391981 w 10321503"/>
              <a:gd name="connsiteY11662" fmla="*/ 2887953 h 5599766"/>
              <a:gd name="connsiteX11663" fmla="*/ 2388449 w 10321503"/>
              <a:gd name="connsiteY11663" fmla="*/ 2894096 h 5599766"/>
              <a:gd name="connsiteX11664" fmla="*/ 2387835 w 10321503"/>
              <a:gd name="connsiteY11664" fmla="*/ 2894453 h 5599766"/>
              <a:gd name="connsiteX11665" fmla="*/ 8731236 w 10321503"/>
              <a:gd name="connsiteY11665" fmla="*/ 2894453 h 5599766"/>
              <a:gd name="connsiteX11666" fmla="*/ 8724173 w 10321503"/>
              <a:gd name="connsiteY11666" fmla="*/ 2894453 h 5599766"/>
              <a:gd name="connsiteX11667" fmla="*/ 8723559 w 10321503"/>
              <a:gd name="connsiteY11667" fmla="*/ 2894096 h 5599766"/>
              <a:gd name="connsiteX11668" fmla="*/ 8720027 w 10321503"/>
              <a:gd name="connsiteY11668" fmla="*/ 2887954 h 5599766"/>
              <a:gd name="connsiteX11669" fmla="*/ 8720027 w 10321503"/>
              <a:gd name="connsiteY11669" fmla="*/ 2887289 h 5599766"/>
              <a:gd name="connsiteX11670" fmla="*/ 8723559 w 10321503"/>
              <a:gd name="connsiteY11670" fmla="*/ 2881146 h 5599766"/>
              <a:gd name="connsiteX11671" fmla="*/ 8724173 w 10321503"/>
              <a:gd name="connsiteY11671" fmla="*/ 2880788 h 5599766"/>
              <a:gd name="connsiteX11672" fmla="*/ 8731236 w 10321503"/>
              <a:gd name="connsiteY11672" fmla="*/ 2880788 h 5599766"/>
              <a:gd name="connsiteX11673" fmla="*/ 8731851 w 10321503"/>
              <a:gd name="connsiteY11673" fmla="*/ 2881146 h 5599766"/>
              <a:gd name="connsiteX11674" fmla="*/ 8735384 w 10321503"/>
              <a:gd name="connsiteY11674" fmla="*/ 2887289 h 5599766"/>
              <a:gd name="connsiteX11675" fmla="*/ 8735384 w 10321503"/>
              <a:gd name="connsiteY11675" fmla="*/ 2887954 h 5599766"/>
              <a:gd name="connsiteX11676" fmla="*/ 8731851 w 10321503"/>
              <a:gd name="connsiteY11676" fmla="*/ 2894096 h 5599766"/>
              <a:gd name="connsiteX11677" fmla="*/ 8731236 w 10321503"/>
              <a:gd name="connsiteY11677" fmla="*/ 2894453 h 5599766"/>
              <a:gd name="connsiteX11678" fmla="*/ 6749031 w 10321503"/>
              <a:gd name="connsiteY11678" fmla="*/ 2894457 h 5599766"/>
              <a:gd name="connsiteX11679" fmla="*/ 6741967 w 10321503"/>
              <a:gd name="connsiteY11679" fmla="*/ 2894457 h 5599766"/>
              <a:gd name="connsiteX11680" fmla="*/ 6741354 w 10321503"/>
              <a:gd name="connsiteY11680" fmla="*/ 2894099 h 5599766"/>
              <a:gd name="connsiteX11681" fmla="*/ 6737823 w 10321503"/>
              <a:gd name="connsiteY11681" fmla="*/ 2887958 h 5599766"/>
              <a:gd name="connsiteX11682" fmla="*/ 6737823 w 10321503"/>
              <a:gd name="connsiteY11682" fmla="*/ 2887291 h 5599766"/>
              <a:gd name="connsiteX11683" fmla="*/ 6741354 w 10321503"/>
              <a:gd name="connsiteY11683" fmla="*/ 2881149 h 5599766"/>
              <a:gd name="connsiteX11684" fmla="*/ 6741967 w 10321503"/>
              <a:gd name="connsiteY11684" fmla="*/ 2880792 h 5599766"/>
              <a:gd name="connsiteX11685" fmla="*/ 6749031 w 10321503"/>
              <a:gd name="connsiteY11685" fmla="*/ 2880792 h 5599766"/>
              <a:gd name="connsiteX11686" fmla="*/ 6749646 w 10321503"/>
              <a:gd name="connsiteY11686" fmla="*/ 2881149 h 5599766"/>
              <a:gd name="connsiteX11687" fmla="*/ 6753177 w 10321503"/>
              <a:gd name="connsiteY11687" fmla="*/ 2887291 h 5599766"/>
              <a:gd name="connsiteX11688" fmla="*/ 6753177 w 10321503"/>
              <a:gd name="connsiteY11688" fmla="*/ 2887958 h 5599766"/>
              <a:gd name="connsiteX11689" fmla="*/ 6749646 w 10321503"/>
              <a:gd name="connsiteY11689" fmla="*/ 2894099 h 5599766"/>
              <a:gd name="connsiteX11690" fmla="*/ 6749031 w 10321503"/>
              <a:gd name="connsiteY11690" fmla="*/ 2894457 h 5599766"/>
              <a:gd name="connsiteX11691" fmla="*/ 7343527 w 10321503"/>
              <a:gd name="connsiteY11691" fmla="*/ 2894459 h 5599766"/>
              <a:gd name="connsiteX11692" fmla="*/ 7336463 w 10321503"/>
              <a:gd name="connsiteY11692" fmla="*/ 2894459 h 5599766"/>
              <a:gd name="connsiteX11693" fmla="*/ 7335851 w 10321503"/>
              <a:gd name="connsiteY11693" fmla="*/ 2894100 h 5599766"/>
              <a:gd name="connsiteX11694" fmla="*/ 7332316 w 10321503"/>
              <a:gd name="connsiteY11694" fmla="*/ 2887958 h 5599766"/>
              <a:gd name="connsiteX11695" fmla="*/ 7332316 w 10321503"/>
              <a:gd name="connsiteY11695" fmla="*/ 2887293 h 5599766"/>
              <a:gd name="connsiteX11696" fmla="*/ 7335851 w 10321503"/>
              <a:gd name="connsiteY11696" fmla="*/ 2881149 h 5599766"/>
              <a:gd name="connsiteX11697" fmla="*/ 7336463 w 10321503"/>
              <a:gd name="connsiteY11697" fmla="*/ 2880792 h 5599766"/>
              <a:gd name="connsiteX11698" fmla="*/ 7343527 w 10321503"/>
              <a:gd name="connsiteY11698" fmla="*/ 2880792 h 5599766"/>
              <a:gd name="connsiteX11699" fmla="*/ 7344142 w 10321503"/>
              <a:gd name="connsiteY11699" fmla="*/ 2881149 h 5599766"/>
              <a:gd name="connsiteX11700" fmla="*/ 7347674 w 10321503"/>
              <a:gd name="connsiteY11700" fmla="*/ 2887293 h 5599766"/>
              <a:gd name="connsiteX11701" fmla="*/ 7347674 w 10321503"/>
              <a:gd name="connsiteY11701" fmla="*/ 2887958 h 5599766"/>
              <a:gd name="connsiteX11702" fmla="*/ 7344142 w 10321503"/>
              <a:gd name="connsiteY11702" fmla="*/ 2894100 h 5599766"/>
              <a:gd name="connsiteX11703" fmla="*/ 7343527 w 10321503"/>
              <a:gd name="connsiteY11703" fmla="*/ 2894459 h 5599766"/>
              <a:gd name="connsiteX11704" fmla="*/ 3379008 w 10321503"/>
              <a:gd name="connsiteY11704" fmla="*/ 2894465 h 5599766"/>
              <a:gd name="connsiteX11705" fmla="*/ 3371947 w 10321503"/>
              <a:gd name="connsiteY11705" fmla="*/ 2894465 h 5599766"/>
              <a:gd name="connsiteX11706" fmla="*/ 3371332 w 10321503"/>
              <a:gd name="connsiteY11706" fmla="*/ 2894107 h 5599766"/>
              <a:gd name="connsiteX11707" fmla="*/ 3367800 w 10321503"/>
              <a:gd name="connsiteY11707" fmla="*/ 2887966 h 5599766"/>
              <a:gd name="connsiteX11708" fmla="*/ 3367800 w 10321503"/>
              <a:gd name="connsiteY11708" fmla="*/ 2887300 h 5599766"/>
              <a:gd name="connsiteX11709" fmla="*/ 3371332 w 10321503"/>
              <a:gd name="connsiteY11709" fmla="*/ 2881157 h 5599766"/>
              <a:gd name="connsiteX11710" fmla="*/ 3371947 w 10321503"/>
              <a:gd name="connsiteY11710" fmla="*/ 2880800 h 5599766"/>
              <a:gd name="connsiteX11711" fmla="*/ 3379008 w 10321503"/>
              <a:gd name="connsiteY11711" fmla="*/ 2880800 h 5599766"/>
              <a:gd name="connsiteX11712" fmla="*/ 3379624 w 10321503"/>
              <a:gd name="connsiteY11712" fmla="*/ 2881157 h 5599766"/>
              <a:gd name="connsiteX11713" fmla="*/ 3383155 w 10321503"/>
              <a:gd name="connsiteY11713" fmla="*/ 2887300 h 5599766"/>
              <a:gd name="connsiteX11714" fmla="*/ 3383155 w 10321503"/>
              <a:gd name="connsiteY11714" fmla="*/ 2887966 h 5599766"/>
              <a:gd name="connsiteX11715" fmla="*/ 3379624 w 10321503"/>
              <a:gd name="connsiteY11715" fmla="*/ 2894107 h 5599766"/>
              <a:gd name="connsiteX11716" fmla="*/ 3379008 w 10321503"/>
              <a:gd name="connsiteY11716" fmla="*/ 2894465 h 5599766"/>
              <a:gd name="connsiteX11717" fmla="*/ 5163134 w 10321503"/>
              <a:gd name="connsiteY11717" fmla="*/ 2894465 h 5599766"/>
              <a:gd name="connsiteX11718" fmla="*/ 5156070 w 10321503"/>
              <a:gd name="connsiteY11718" fmla="*/ 2894465 h 5599766"/>
              <a:gd name="connsiteX11719" fmla="*/ 5155456 w 10321503"/>
              <a:gd name="connsiteY11719" fmla="*/ 2894106 h 5599766"/>
              <a:gd name="connsiteX11720" fmla="*/ 5151924 w 10321503"/>
              <a:gd name="connsiteY11720" fmla="*/ 2887964 h 5599766"/>
              <a:gd name="connsiteX11721" fmla="*/ 5151924 w 10321503"/>
              <a:gd name="connsiteY11721" fmla="*/ 2887299 h 5599766"/>
              <a:gd name="connsiteX11722" fmla="*/ 5155456 w 10321503"/>
              <a:gd name="connsiteY11722" fmla="*/ 2881156 h 5599766"/>
              <a:gd name="connsiteX11723" fmla="*/ 5156070 w 10321503"/>
              <a:gd name="connsiteY11723" fmla="*/ 2880799 h 5599766"/>
              <a:gd name="connsiteX11724" fmla="*/ 5163134 w 10321503"/>
              <a:gd name="connsiteY11724" fmla="*/ 2880799 h 5599766"/>
              <a:gd name="connsiteX11725" fmla="*/ 5163748 w 10321503"/>
              <a:gd name="connsiteY11725" fmla="*/ 2881156 h 5599766"/>
              <a:gd name="connsiteX11726" fmla="*/ 5167279 w 10321503"/>
              <a:gd name="connsiteY11726" fmla="*/ 2887299 h 5599766"/>
              <a:gd name="connsiteX11727" fmla="*/ 5167279 w 10321503"/>
              <a:gd name="connsiteY11727" fmla="*/ 2887964 h 5599766"/>
              <a:gd name="connsiteX11728" fmla="*/ 5163748 w 10321503"/>
              <a:gd name="connsiteY11728" fmla="*/ 2894106 h 5599766"/>
              <a:gd name="connsiteX11729" fmla="*/ 5163134 w 10321503"/>
              <a:gd name="connsiteY11729" fmla="*/ 2894465 h 5599766"/>
              <a:gd name="connsiteX11730" fmla="*/ 8533024 w 10321503"/>
              <a:gd name="connsiteY11730" fmla="*/ 2894469 h 5599766"/>
              <a:gd name="connsiteX11731" fmla="*/ 8525960 w 10321503"/>
              <a:gd name="connsiteY11731" fmla="*/ 2894469 h 5599766"/>
              <a:gd name="connsiteX11732" fmla="*/ 8525345 w 10321503"/>
              <a:gd name="connsiteY11732" fmla="*/ 2894111 h 5599766"/>
              <a:gd name="connsiteX11733" fmla="*/ 8521813 w 10321503"/>
              <a:gd name="connsiteY11733" fmla="*/ 2887969 h 5599766"/>
              <a:gd name="connsiteX11734" fmla="*/ 8521813 w 10321503"/>
              <a:gd name="connsiteY11734" fmla="*/ 2887303 h 5599766"/>
              <a:gd name="connsiteX11735" fmla="*/ 8525345 w 10321503"/>
              <a:gd name="connsiteY11735" fmla="*/ 2881161 h 5599766"/>
              <a:gd name="connsiteX11736" fmla="*/ 8525960 w 10321503"/>
              <a:gd name="connsiteY11736" fmla="*/ 2880803 h 5599766"/>
              <a:gd name="connsiteX11737" fmla="*/ 8533024 w 10321503"/>
              <a:gd name="connsiteY11737" fmla="*/ 2880803 h 5599766"/>
              <a:gd name="connsiteX11738" fmla="*/ 8533637 w 10321503"/>
              <a:gd name="connsiteY11738" fmla="*/ 2881161 h 5599766"/>
              <a:gd name="connsiteX11739" fmla="*/ 8537169 w 10321503"/>
              <a:gd name="connsiteY11739" fmla="*/ 2887303 h 5599766"/>
              <a:gd name="connsiteX11740" fmla="*/ 8537169 w 10321503"/>
              <a:gd name="connsiteY11740" fmla="*/ 2887969 h 5599766"/>
              <a:gd name="connsiteX11741" fmla="*/ 8533637 w 10321503"/>
              <a:gd name="connsiteY11741" fmla="*/ 2894111 h 5599766"/>
              <a:gd name="connsiteX11742" fmla="*/ 8533024 w 10321503"/>
              <a:gd name="connsiteY11742" fmla="*/ 2894469 h 5599766"/>
              <a:gd name="connsiteX11743" fmla="*/ 10118904 w 10321503"/>
              <a:gd name="connsiteY11743" fmla="*/ 2894469 h 5599766"/>
              <a:gd name="connsiteX11744" fmla="*/ 10111841 w 10321503"/>
              <a:gd name="connsiteY11744" fmla="*/ 2894469 h 5599766"/>
              <a:gd name="connsiteX11745" fmla="*/ 10111227 w 10321503"/>
              <a:gd name="connsiteY11745" fmla="*/ 2894111 h 5599766"/>
              <a:gd name="connsiteX11746" fmla="*/ 10107696 w 10321503"/>
              <a:gd name="connsiteY11746" fmla="*/ 2887970 h 5599766"/>
              <a:gd name="connsiteX11747" fmla="*/ 10107696 w 10321503"/>
              <a:gd name="connsiteY11747" fmla="*/ 2887304 h 5599766"/>
              <a:gd name="connsiteX11748" fmla="*/ 10111227 w 10321503"/>
              <a:gd name="connsiteY11748" fmla="*/ 2881162 h 5599766"/>
              <a:gd name="connsiteX11749" fmla="*/ 10111841 w 10321503"/>
              <a:gd name="connsiteY11749" fmla="*/ 2880803 h 5599766"/>
              <a:gd name="connsiteX11750" fmla="*/ 10118904 w 10321503"/>
              <a:gd name="connsiteY11750" fmla="*/ 2880803 h 5599766"/>
              <a:gd name="connsiteX11751" fmla="*/ 10119519 w 10321503"/>
              <a:gd name="connsiteY11751" fmla="*/ 2881162 h 5599766"/>
              <a:gd name="connsiteX11752" fmla="*/ 10123050 w 10321503"/>
              <a:gd name="connsiteY11752" fmla="*/ 2887304 h 5599766"/>
              <a:gd name="connsiteX11753" fmla="*/ 10123050 w 10321503"/>
              <a:gd name="connsiteY11753" fmla="*/ 2887970 h 5599766"/>
              <a:gd name="connsiteX11754" fmla="*/ 10119519 w 10321503"/>
              <a:gd name="connsiteY11754" fmla="*/ 2894111 h 5599766"/>
              <a:gd name="connsiteX11755" fmla="*/ 10118904 w 10321503"/>
              <a:gd name="connsiteY11755" fmla="*/ 2894469 h 5599766"/>
              <a:gd name="connsiteX11756" fmla="*/ 5757857 w 10321503"/>
              <a:gd name="connsiteY11756" fmla="*/ 2894474 h 5599766"/>
              <a:gd name="connsiteX11757" fmla="*/ 5750795 w 10321503"/>
              <a:gd name="connsiteY11757" fmla="*/ 2894474 h 5599766"/>
              <a:gd name="connsiteX11758" fmla="*/ 5750181 w 10321503"/>
              <a:gd name="connsiteY11758" fmla="*/ 2894116 h 5599766"/>
              <a:gd name="connsiteX11759" fmla="*/ 5746649 w 10321503"/>
              <a:gd name="connsiteY11759" fmla="*/ 2887973 h 5599766"/>
              <a:gd name="connsiteX11760" fmla="*/ 5746649 w 10321503"/>
              <a:gd name="connsiteY11760" fmla="*/ 2887309 h 5599766"/>
              <a:gd name="connsiteX11761" fmla="*/ 5750181 w 10321503"/>
              <a:gd name="connsiteY11761" fmla="*/ 2881165 h 5599766"/>
              <a:gd name="connsiteX11762" fmla="*/ 5750795 w 10321503"/>
              <a:gd name="connsiteY11762" fmla="*/ 2880808 h 5599766"/>
              <a:gd name="connsiteX11763" fmla="*/ 5757857 w 10321503"/>
              <a:gd name="connsiteY11763" fmla="*/ 2880808 h 5599766"/>
              <a:gd name="connsiteX11764" fmla="*/ 5758471 w 10321503"/>
              <a:gd name="connsiteY11764" fmla="*/ 2881165 h 5599766"/>
              <a:gd name="connsiteX11765" fmla="*/ 5762003 w 10321503"/>
              <a:gd name="connsiteY11765" fmla="*/ 2887309 h 5599766"/>
              <a:gd name="connsiteX11766" fmla="*/ 5762003 w 10321503"/>
              <a:gd name="connsiteY11766" fmla="*/ 2887973 h 5599766"/>
              <a:gd name="connsiteX11767" fmla="*/ 5758471 w 10321503"/>
              <a:gd name="connsiteY11767" fmla="*/ 2894116 h 5599766"/>
              <a:gd name="connsiteX11768" fmla="*/ 5757857 w 10321503"/>
              <a:gd name="connsiteY11768" fmla="*/ 2894474 h 5599766"/>
              <a:gd name="connsiteX11769" fmla="*/ 10317143 w 10321503"/>
              <a:gd name="connsiteY11769" fmla="*/ 2894479 h 5599766"/>
              <a:gd name="connsiteX11770" fmla="*/ 10310081 w 10321503"/>
              <a:gd name="connsiteY11770" fmla="*/ 2894479 h 5599766"/>
              <a:gd name="connsiteX11771" fmla="*/ 10309466 w 10321503"/>
              <a:gd name="connsiteY11771" fmla="*/ 2894121 h 5599766"/>
              <a:gd name="connsiteX11772" fmla="*/ 10305935 w 10321503"/>
              <a:gd name="connsiteY11772" fmla="*/ 2887979 h 5599766"/>
              <a:gd name="connsiteX11773" fmla="*/ 10305935 w 10321503"/>
              <a:gd name="connsiteY11773" fmla="*/ 2887314 h 5599766"/>
              <a:gd name="connsiteX11774" fmla="*/ 10309466 w 10321503"/>
              <a:gd name="connsiteY11774" fmla="*/ 2881172 h 5599766"/>
              <a:gd name="connsiteX11775" fmla="*/ 10310081 w 10321503"/>
              <a:gd name="connsiteY11775" fmla="*/ 2880814 h 5599766"/>
              <a:gd name="connsiteX11776" fmla="*/ 10317143 w 10321503"/>
              <a:gd name="connsiteY11776" fmla="*/ 2880814 h 5599766"/>
              <a:gd name="connsiteX11777" fmla="*/ 10317758 w 10321503"/>
              <a:gd name="connsiteY11777" fmla="*/ 2881172 h 5599766"/>
              <a:gd name="connsiteX11778" fmla="*/ 10321290 w 10321503"/>
              <a:gd name="connsiteY11778" fmla="*/ 2887314 h 5599766"/>
              <a:gd name="connsiteX11779" fmla="*/ 10321290 w 10321503"/>
              <a:gd name="connsiteY11779" fmla="*/ 2887979 h 5599766"/>
              <a:gd name="connsiteX11780" fmla="*/ 10317758 w 10321503"/>
              <a:gd name="connsiteY11780" fmla="*/ 2894121 h 5599766"/>
              <a:gd name="connsiteX11781" fmla="*/ 10317143 w 10321503"/>
              <a:gd name="connsiteY11781" fmla="*/ 2894479 h 5599766"/>
              <a:gd name="connsiteX11782" fmla="*/ 5559633 w 10321503"/>
              <a:gd name="connsiteY11782" fmla="*/ 2894481 h 5599766"/>
              <a:gd name="connsiteX11783" fmla="*/ 5552569 w 10321503"/>
              <a:gd name="connsiteY11783" fmla="*/ 2894481 h 5599766"/>
              <a:gd name="connsiteX11784" fmla="*/ 5551956 w 10321503"/>
              <a:gd name="connsiteY11784" fmla="*/ 2894122 h 5599766"/>
              <a:gd name="connsiteX11785" fmla="*/ 5548424 w 10321503"/>
              <a:gd name="connsiteY11785" fmla="*/ 2887981 h 5599766"/>
              <a:gd name="connsiteX11786" fmla="*/ 5548424 w 10321503"/>
              <a:gd name="connsiteY11786" fmla="*/ 2887315 h 5599766"/>
              <a:gd name="connsiteX11787" fmla="*/ 5551956 w 10321503"/>
              <a:gd name="connsiteY11787" fmla="*/ 2881173 h 5599766"/>
              <a:gd name="connsiteX11788" fmla="*/ 5552569 w 10321503"/>
              <a:gd name="connsiteY11788" fmla="*/ 2880816 h 5599766"/>
              <a:gd name="connsiteX11789" fmla="*/ 5559633 w 10321503"/>
              <a:gd name="connsiteY11789" fmla="*/ 2880816 h 5599766"/>
              <a:gd name="connsiteX11790" fmla="*/ 5560246 w 10321503"/>
              <a:gd name="connsiteY11790" fmla="*/ 2881173 h 5599766"/>
              <a:gd name="connsiteX11791" fmla="*/ 5563779 w 10321503"/>
              <a:gd name="connsiteY11791" fmla="*/ 2887315 h 5599766"/>
              <a:gd name="connsiteX11792" fmla="*/ 5563779 w 10321503"/>
              <a:gd name="connsiteY11792" fmla="*/ 2887981 h 5599766"/>
              <a:gd name="connsiteX11793" fmla="*/ 5560246 w 10321503"/>
              <a:gd name="connsiteY11793" fmla="*/ 2894122 h 5599766"/>
              <a:gd name="connsiteX11794" fmla="*/ 5559633 w 10321503"/>
              <a:gd name="connsiteY11794" fmla="*/ 2894481 h 5599766"/>
              <a:gd name="connsiteX11795" fmla="*/ 7145356 w 10321503"/>
              <a:gd name="connsiteY11795" fmla="*/ 2894485 h 5599766"/>
              <a:gd name="connsiteX11796" fmla="*/ 7138292 w 10321503"/>
              <a:gd name="connsiteY11796" fmla="*/ 2894485 h 5599766"/>
              <a:gd name="connsiteX11797" fmla="*/ 7137677 w 10321503"/>
              <a:gd name="connsiteY11797" fmla="*/ 2894127 h 5599766"/>
              <a:gd name="connsiteX11798" fmla="*/ 7134147 w 10321503"/>
              <a:gd name="connsiteY11798" fmla="*/ 2887985 h 5599766"/>
              <a:gd name="connsiteX11799" fmla="*/ 7134147 w 10321503"/>
              <a:gd name="connsiteY11799" fmla="*/ 2887319 h 5599766"/>
              <a:gd name="connsiteX11800" fmla="*/ 7137677 w 10321503"/>
              <a:gd name="connsiteY11800" fmla="*/ 2881177 h 5599766"/>
              <a:gd name="connsiteX11801" fmla="*/ 7138292 w 10321503"/>
              <a:gd name="connsiteY11801" fmla="*/ 2880820 h 5599766"/>
              <a:gd name="connsiteX11802" fmla="*/ 7145356 w 10321503"/>
              <a:gd name="connsiteY11802" fmla="*/ 2880820 h 5599766"/>
              <a:gd name="connsiteX11803" fmla="*/ 7145968 w 10321503"/>
              <a:gd name="connsiteY11803" fmla="*/ 2881177 h 5599766"/>
              <a:gd name="connsiteX11804" fmla="*/ 7149502 w 10321503"/>
              <a:gd name="connsiteY11804" fmla="*/ 2887319 h 5599766"/>
              <a:gd name="connsiteX11805" fmla="*/ 7149502 w 10321503"/>
              <a:gd name="connsiteY11805" fmla="*/ 2887985 h 5599766"/>
              <a:gd name="connsiteX11806" fmla="*/ 7145968 w 10321503"/>
              <a:gd name="connsiteY11806" fmla="*/ 2894127 h 5599766"/>
              <a:gd name="connsiteX11807" fmla="*/ 7145356 w 10321503"/>
              <a:gd name="connsiteY11807" fmla="*/ 2894485 h 5599766"/>
              <a:gd name="connsiteX11808" fmla="*/ 3577234 w 10321503"/>
              <a:gd name="connsiteY11808" fmla="*/ 2894488 h 5599766"/>
              <a:gd name="connsiteX11809" fmla="*/ 3570172 w 10321503"/>
              <a:gd name="connsiteY11809" fmla="*/ 2894488 h 5599766"/>
              <a:gd name="connsiteX11810" fmla="*/ 3569557 w 10321503"/>
              <a:gd name="connsiteY11810" fmla="*/ 2894129 h 5599766"/>
              <a:gd name="connsiteX11811" fmla="*/ 3566024 w 10321503"/>
              <a:gd name="connsiteY11811" fmla="*/ 2887989 h 5599766"/>
              <a:gd name="connsiteX11812" fmla="*/ 3566024 w 10321503"/>
              <a:gd name="connsiteY11812" fmla="*/ 2887323 h 5599766"/>
              <a:gd name="connsiteX11813" fmla="*/ 3569557 w 10321503"/>
              <a:gd name="connsiteY11813" fmla="*/ 2881181 h 5599766"/>
              <a:gd name="connsiteX11814" fmla="*/ 3570172 w 10321503"/>
              <a:gd name="connsiteY11814" fmla="*/ 2880824 h 5599766"/>
              <a:gd name="connsiteX11815" fmla="*/ 3577234 w 10321503"/>
              <a:gd name="connsiteY11815" fmla="*/ 2880824 h 5599766"/>
              <a:gd name="connsiteX11816" fmla="*/ 3577848 w 10321503"/>
              <a:gd name="connsiteY11816" fmla="*/ 2881181 h 5599766"/>
              <a:gd name="connsiteX11817" fmla="*/ 3581379 w 10321503"/>
              <a:gd name="connsiteY11817" fmla="*/ 2887323 h 5599766"/>
              <a:gd name="connsiteX11818" fmla="*/ 3581379 w 10321503"/>
              <a:gd name="connsiteY11818" fmla="*/ 2887989 h 5599766"/>
              <a:gd name="connsiteX11819" fmla="*/ 3577848 w 10321503"/>
              <a:gd name="connsiteY11819" fmla="*/ 2894129 h 5599766"/>
              <a:gd name="connsiteX11820" fmla="*/ 3577234 w 10321503"/>
              <a:gd name="connsiteY11820" fmla="*/ 2894488 h 5599766"/>
              <a:gd name="connsiteX11821" fmla="*/ 9722496 w 10321503"/>
              <a:gd name="connsiteY11821" fmla="*/ 2894489 h 5599766"/>
              <a:gd name="connsiteX11822" fmla="*/ 9715433 w 10321503"/>
              <a:gd name="connsiteY11822" fmla="*/ 2894489 h 5599766"/>
              <a:gd name="connsiteX11823" fmla="*/ 9714818 w 10321503"/>
              <a:gd name="connsiteY11823" fmla="*/ 2894132 h 5599766"/>
              <a:gd name="connsiteX11824" fmla="*/ 9711287 w 10321503"/>
              <a:gd name="connsiteY11824" fmla="*/ 2887990 h 5599766"/>
              <a:gd name="connsiteX11825" fmla="*/ 9711287 w 10321503"/>
              <a:gd name="connsiteY11825" fmla="*/ 2887324 h 5599766"/>
              <a:gd name="connsiteX11826" fmla="*/ 9714818 w 10321503"/>
              <a:gd name="connsiteY11826" fmla="*/ 2881181 h 5599766"/>
              <a:gd name="connsiteX11827" fmla="*/ 9715433 w 10321503"/>
              <a:gd name="connsiteY11827" fmla="*/ 2880824 h 5599766"/>
              <a:gd name="connsiteX11828" fmla="*/ 9722496 w 10321503"/>
              <a:gd name="connsiteY11828" fmla="*/ 2880824 h 5599766"/>
              <a:gd name="connsiteX11829" fmla="*/ 9723110 w 10321503"/>
              <a:gd name="connsiteY11829" fmla="*/ 2881181 h 5599766"/>
              <a:gd name="connsiteX11830" fmla="*/ 9726642 w 10321503"/>
              <a:gd name="connsiteY11830" fmla="*/ 2887324 h 5599766"/>
              <a:gd name="connsiteX11831" fmla="*/ 9726642 w 10321503"/>
              <a:gd name="connsiteY11831" fmla="*/ 2887990 h 5599766"/>
              <a:gd name="connsiteX11832" fmla="*/ 9723110 w 10321503"/>
              <a:gd name="connsiteY11832" fmla="*/ 2894132 h 5599766"/>
              <a:gd name="connsiteX11833" fmla="*/ 9722496 w 10321503"/>
              <a:gd name="connsiteY11833" fmla="*/ 2894489 h 5599766"/>
              <a:gd name="connsiteX11834" fmla="*/ 9524220 w 10321503"/>
              <a:gd name="connsiteY11834" fmla="*/ 2894490 h 5599766"/>
              <a:gd name="connsiteX11835" fmla="*/ 9517158 w 10321503"/>
              <a:gd name="connsiteY11835" fmla="*/ 2894490 h 5599766"/>
              <a:gd name="connsiteX11836" fmla="*/ 9516543 w 10321503"/>
              <a:gd name="connsiteY11836" fmla="*/ 2894132 h 5599766"/>
              <a:gd name="connsiteX11837" fmla="*/ 9513011 w 10321503"/>
              <a:gd name="connsiteY11837" fmla="*/ 2887990 h 5599766"/>
              <a:gd name="connsiteX11838" fmla="*/ 9513011 w 10321503"/>
              <a:gd name="connsiteY11838" fmla="*/ 2887326 h 5599766"/>
              <a:gd name="connsiteX11839" fmla="*/ 9516543 w 10321503"/>
              <a:gd name="connsiteY11839" fmla="*/ 2881182 h 5599766"/>
              <a:gd name="connsiteX11840" fmla="*/ 9517158 w 10321503"/>
              <a:gd name="connsiteY11840" fmla="*/ 2880824 h 5599766"/>
              <a:gd name="connsiteX11841" fmla="*/ 9524220 w 10321503"/>
              <a:gd name="connsiteY11841" fmla="*/ 2880824 h 5599766"/>
              <a:gd name="connsiteX11842" fmla="*/ 9524835 w 10321503"/>
              <a:gd name="connsiteY11842" fmla="*/ 2881182 h 5599766"/>
              <a:gd name="connsiteX11843" fmla="*/ 9528367 w 10321503"/>
              <a:gd name="connsiteY11843" fmla="*/ 2887326 h 5599766"/>
              <a:gd name="connsiteX11844" fmla="*/ 9528367 w 10321503"/>
              <a:gd name="connsiteY11844" fmla="*/ 2887990 h 5599766"/>
              <a:gd name="connsiteX11845" fmla="*/ 9524835 w 10321503"/>
              <a:gd name="connsiteY11845" fmla="*/ 2894132 h 5599766"/>
              <a:gd name="connsiteX11846" fmla="*/ 9524220 w 10321503"/>
              <a:gd name="connsiteY11846" fmla="*/ 2894490 h 5599766"/>
              <a:gd name="connsiteX11847" fmla="*/ 2189611 w 10321503"/>
              <a:gd name="connsiteY11847" fmla="*/ 2894491 h 5599766"/>
              <a:gd name="connsiteX11848" fmla="*/ 2182548 w 10321503"/>
              <a:gd name="connsiteY11848" fmla="*/ 2894491 h 5599766"/>
              <a:gd name="connsiteX11849" fmla="*/ 2181933 w 10321503"/>
              <a:gd name="connsiteY11849" fmla="*/ 2894133 h 5599766"/>
              <a:gd name="connsiteX11850" fmla="*/ 2178401 w 10321503"/>
              <a:gd name="connsiteY11850" fmla="*/ 2887991 h 5599766"/>
              <a:gd name="connsiteX11851" fmla="*/ 2178401 w 10321503"/>
              <a:gd name="connsiteY11851" fmla="*/ 2887326 h 5599766"/>
              <a:gd name="connsiteX11852" fmla="*/ 2181933 w 10321503"/>
              <a:gd name="connsiteY11852" fmla="*/ 2881184 h 5599766"/>
              <a:gd name="connsiteX11853" fmla="*/ 2182548 w 10321503"/>
              <a:gd name="connsiteY11853" fmla="*/ 2880827 h 5599766"/>
              <a:gd name="connsiteX11854" fmla="*/ 2189611 w 10321503"/>
              <a:gd name="connsiteY11854" fmla="*/ 2880827 h 5599766"/>
              <a:gd name="connsiteX11855" fmla="*/ 2190225 w 10321503"/>
              <a:gd name="connsiteY11855" fmla="*/ 2881184 h 5599766"/>
              <a:gd name="connsiteX11856" fmla="*/ 2193757 w 10321503"/>
              <a:gd name="connsiteY11856" fmla="*/ 2887326 h 5599766"/>
              <a:gd name="connsiteX11857" fmla="*/ 2193757 w 10321503"/>
              <a:gd name="connsiteY11857" fmla="*/ 2887991 h 5599766"/>
              <a:gd name="connsiteX11858" fmla="*/ 2190225 w 10321503"/>
              <a:gd name="connsiteY11858" fmla="*/ 2894133 h 5599766"/>
              <a:gd name="connsiteX11859" fmla="*/ 2189611 w 10321503"/>
              <a:gd name="connsiteY11859" fmla="*/ 2894491 h 5599766"/>
              <a:gd name="connsiteX11860" fmla="*/ 2982559 w 10321503"/>
              <a:gd name="connsiteY11860" fmla="*/ 2894491 h 5599766"/>
              <a:gd name="connsiteX11861" fmla="*/ 2975496 w 10321503"/>
              <a:gd name="connsiteY11861" fmla="*/ 2894491 h 5599766"/>
              <a:gd name="connsiteX11862" fmla="*/ 2974882 w 10321503"/>
              <a:gd name="connsiteY11862" fmla="*/ 2894133 h 5599766"/>
              <a:gd name="connsiteX11863" fmla="*/ 2971351 w 10321503"/>
              <a:gd name="connsiteY11863" fmla="*/ 2887990 h 5599766"/>
              <a:gd name="connsiteX11864" fmla="*/ 2971351 w 10321503"/>
              <a:gd name="connsiteY11864" fmla="*/ 2887326 h 5599766"/>
              <a:gd name="connsiteX11865" fmla="*/ 2974882 w 10321503"/>
              <a:gd name="connsiteY11865" fmla="*/ 2881183 h 5599766"/>
              <a:gd name="connsiteX11866" fmla="*/ 2975496 w 10321503"/>
              <a:gd name="connsiteY11866" fmla="*/ 2880825 h 5599766"/>
              <a:gd name="connsiteX11867" fmla="*/ 2982559 w 10321503"/>
              <a:gd name="connsiteY11867" fmla="*/ 2880825 h 5599766"/>
              <a:gd name="connsiteX11868" fmla="*/ 2983173 w 10321503"/>
              <a:gd name="connsiteY11868" fmla="*/ 2881183 h 5599766"/>
              <a:gd name="connsiteX11869" fmla="*/ 2986706 w 10321503"/>
              <a:gd name="connsiteY11869" fmla="*/ 2887326 h 5599766"/>
              <a:gd name="connsiteX11870" fmla="*/ 2986706 w 10321503"/>
              <a:gd name="connsiteY11870" fmla="*/ 2887990 h 5599766"/>
              <a:gd name="connsiteX11871" fmla="*/ 2983173 w 10321503"/>
              <a:gd name="connsiteY11871" fmla="*/ 2894133 h 5599766"/>
              <a:gd name="connsiteX11872" fmla="*/ 2982559 w 10321503"/>
              <a:gd name="connsiteY11872" fmla="*/ 2894491 h 5599766"/>
              <a:gd name="connsiteX11873" fmla="*/ 6947256 w 10321503"/>
              <a:gd name="connsiteY11873" fmla="*/ 2894493 h 5599766"/>
              <a:gd name="connsiteX11874" fmla="*/ 6940193 w 10321503"/>
              <a:gd name="connsiteY11874" fmla="*/ 2894493 h 5599766"/>
              <a:gd name="connsiteX11875" fmla="*/ 6939578 w 10321503"/>
              <a:gd name="connsiteY11875" fmla="*/ 2894135 h 5599766"/>
              <a:gd name="connsiteX11876" fmla="*/ 6936048 w 10321503"/>
              <a:gd name="connsiteY11876" fmla="*/ 2887993 h 5599766"/>
              <a:gd name="connsiteX11877" fmla="*/ 6936048 w 10321503"/>
              <a:gd name="connsiteY11877" fmla="*/ 2887328 h 5599766"/>
              <a:gd name="connsiteX11878" fmla="*/ 6939578 w 10321503"/>
              <a:gd name="connsiteY11878" fmla="*/ 2881185 h 5599766"/>
              <a:gd name="connsiteX11879" fmla="*/ 6940193 w 10321503"/>
              <a:gd name="connsiteY11879" fmla="*/ 2880828 h 5599766"/>
              <a:gd name="connsiteX11880" fmla="*/ 6947256 w 10321503"/>
              <a:gd name="connsiteY11880" fmla="*/ 2880828 h 5599766"/>
              <a:gd name="connsiteX11881" fmla="*/ 6947870 w 10321503"/>
              <a:gd name="connsiteY11881" fmla="*/ 2881185 h 5599766"/>
              <a:gd name="connsiteX11882" fmla="*/ 6951402 w 10321503"/>
              <a:gd name="connsiteY11882" fmla="*/ 2887328 h 5599766"/>
              <a:gd name="connsiteX11883" fmla="*/ 6951402 w 10321503"/>
              <a:gd name="connsiteY11883" fmla="*/ 2887993 h 5599766"/>
              <a:gd name="connsiteX11884" fmla="*/ 6947870 w 10321503"/>
              <a:gd name="connsiteY11884" fmla="*/ 2894135 h 5599766"/>
              <a:gd name="connsiteX11885" fmla="*/ 6947256 w 10321503"/>
              <a:gd name="connsiteY11885" fmla="*/ 2894493 h 5599766"/>
              <a:gd name="connsiteX11886" fmla="*/ 2784284 w 10321503"/>
              <a:gd name="connsiteY11886" fmla="*/ 2894496 h 5599766"/>
              <a:gd name="connsiteX11887" fmla="*/ 2777221 w 10321503"/>
              <a:gd name="connsiteY11887" fmla="*/ 2894496 h 5599766"/>
              <a:gd name="connsiteX11888" fmla="*/ 2776607 w 10321503"/>
              <a:gd name="connsiteY11888" fmla="*/ 2894139 h 5599766"/>
              <a:gd name="connsiteX11889" fmla="*/ 2773075 w 10321503"/>
              <a:gd name="connsiteY11889" fmla="*/ 2887997 h 5599766"/>
              <a:gd name="connsiteX11890" fmla="*/ 2773075 w 10321503"/>
              <a:gd name="connsiteY11890" fmla="*/ 2887331 h 5599766"/>
              <a:gd name="connsiteX11891" fmla="*/ 2776607 w 10321503"/>
              <a:gd name="connsiteY11891" fmla="*/ 2881189 h 5599766"/>
              <a:gd name="connsiteX11892" fmla="*/ 2777221 w 10321503"/>
              <a:gd name="connsiteY11892" fmla="*/ 2880831 h 5599766"/>
              <a:gd name="connsiteX11893" fmla="*/ 2784284 w 10321503"/>
              <a:gd name="connsiteY11893" fmla="*/ 2880831 h 5599766"/>
              <a:gd name="connsiteX11894" fmla="*/ 2784898 w 10321503"/>
              <a:gd name="connsiteY11894" fmla="*/ 2881189 h 5599766"/>
              <a:gd name="connsiteX11895" fmla="*/ 2788430 w 10321503"/>
              <a:gd name="connsiteY11895" fmla="*/ 2887331 h 5599766"/>
              <a:gd name="connsiteX11896" fmla="*/ 2788430 w 10321503"/>
              <a:gd name="connsiteY11896" fmla="*/ 2887997 h 5599766"/>
              <a:gd name="connsiteX11897" fmla="*/ 2784898 w 10321503"/>
              <a:gd name="connsiteY11897" fmla="*/ 2894139 h 5599766"/>
              <a:gd name="connsiteX11898" fmla="*/ 2784284 w 10321503"/>
              <a:gd name="connsiteY11898" fmla="*/ 2894496 h 5599766"/>
              <a:gd name="connsiteX11899" fmla="*/ 6154307 w 10321503"/>
              <a:gd name="connsiteY11899" fmla="*/ 2894499 h 5599766"/>
              <a:gd name="connsiteX11900" fmla="*/ 6147243 w 10321503"/>
              <a:gd name="connsiteY11900" fmla="*/ 2894499 h 5599766"/>
              <a:gd name="connsiteX11901" fmla="*/ 6146629 w 10321503"/>
              <a:gd name="connsiteY11901" fmla="*/ 2894141 h 5599766"/>
              <a:gd name="connsiteX11902" fmla="*/ 6143098 w 10321503"/>
              <a:gd name="connsiteY11902" fmla="*/ 2887999 h 5599766"/>
              <a:gd name="connsiteX11903" fmla="*/ 6143098 w 10321503"/>
              <a:gd name="connsiteY11903" fmla="*/ 2887334 h 5599766"/>
              <a:gd name="connsiteX11904" fmla="*/ 6146629 w 10321503"/>
              <a:gd name="connsiteY11904" fmla="*/ 2881191 h 5599766"/>
              <a:gd name="connsiteX11905" fmla="*/ 6147243 w 10321503"/>
              <a:gd name="connsiteY11905" fmla="*/ 2880834 h 5599766"/>
              <a:gd name="connsiteX11906" fmla="*/ 6154307 w 10321503"/>
              <a:gd name="connsiteY11906" fmla="*/ 2880834 h 5599766"/>
              <a:gd name="connsiteX11907" fmla="*/ 6154921 w 10321503"/>
              <a:gd name="connsiteY11907" fmla="*/ 2881191 h 5599766"/>
              <a:gd name="connsiteX11908" fmla="*/ 6158453 w 10321503"/>
              <a:gd name="connsiteY11908" fmla="*/ 2887334 h 5599766"/>
              <a:gd name="connsiteX11909" fmla="*/ 6158453 w 10321503"/>
              <a:gd name="connsiteY11909" fmla="*/ 2887999 h 5599766"/>
              <a:gd name="connsiteX11910" fmla="*/ 6154921 w 10321503"/>
              <a:gd name="connsiteY11910" fmla="*/ 2894141 h 5599766"/>
              <a:gd name="connsiteX11911" fmla="*/ 6154307 w 10321503"/>
              <a:gd name="connsiteY11911" fmla="*/ 2894499 h 5599766"/>
              <a:gd name="connsiteX11912" fmla="*/ 9127784 w 10321503"/>
              <a:gd name="connsiteY11912" fmla="*/ 2894499 h 5599766"/>
              <a:gd name="connsiteX11913" fmla="*/ 9120721 w 10321503"/>
              <a:gd name="connsiteY11913" fmla="*/ 2894499 h 5599766"/>
              <a:gd name="connsiteX11914" fmla="*/ 9120106 w 10321503"/>
              <a:gd name="connsiteY11914" fmla="*/ 2894141 h 5599766"/>
              <a:gd name="connsiteX11915" fmla="*/ 9116576 w 10321503"/>
              <a:gd name="connsiteY11915" fmla="*/ 2887999 h 5599766"/>
              <a:gd name="connsiteX11916" fmla="*/ 9116576 w 10321503"/>
              <a:gd name="connsiteY11916" fmla="*/ 2887334 h 5599766"/>
              <a:gd name="connsiteX11917" fmla="*/ 9120106 w 10321503"/>
              <a:gd name="connsiteY11917" fmla="*/ 2881191 h 5599766"/>
              <a:gd name="connsiteX11918" fmla="*/ 9120721 w 10321503"/>
              <a:gd name="connsiteY11918" fmla="*/ 2880834 h 5599766"/>
              <a:gd name="connsiteX11919" fmla="*/ 9127784 w 10321503"/>
              <a:gd name="connsiteY11919" fmla="*/ 2880834 h 5599766"/>
              <a:gd name="connsiteX11920" fmla="*/ 9128398 w 10321503"/>
              <a:gd name="connsiteY11920" fmla="*/ 2881191 h 5599766"/>
              <a:gd name="connsiteX11921" fmla="*/ 9131931 w 10321503"/>
              <a:gd name="connsiteY11921" fmla="*/ 2887334 h 5599766"/>
              <a:gd name="connsiteX11922" fmla="*/ 9131931 w 10321503"/>
              <a:gd name="connsiteY11922" fmla="*/ 2887999 h 5599766"/>
              <a:gd name="connsiteX11923" fmla="*/ 9128398 w 10321503"/>
              <a:gd name="connsiteY11923" fmla="*/ 2894141 h 5599766"/>
              <a:gd name="connsiteX11924" fmla="*/ 9127784 w 10321503"/>
              <a:gd name="connsiteY11924" fmla="*/ 2894499 h 5599766"/>
              <a:gd name="connsiteX11925" fmla="*/ 7938325 w 10321503"/>
              <a:gd name="connsiteY11925" fmla="*/ 2894502 h 5599766"/>
              <a:gd name="connsiteX11926" fmla="*/ 7931261 w 10321503"/>
              <a:gd name="connsiteY11926" fmla="*/ 2894502 h 5599766"/>
              <a:gd name="connsiteX11927" fmla="*/ 7930647 w 10321503"/>
              <a:gd name="connsiteY11927" fmla="*/ 2894143 h 5599766"/>
              <a:gd name="connsiteX11928" fmla="*/ 7927116 w 10321503"/>
              <a:gd name="connsiteY11928" fmla="*/ 2888000 h 5599766"/>
              <a:gd name="connsiteX11929" fmla="*/ 7927116 w 10321503"/>
              <a:gd name="connsiteY11929" fmla="*/ 2887337 h 5599766"/>
              <a:gd name="connsiteX11930" fmla="*/ 7930647 w 10321503"/>
              <a:gd name="connsiteY11930" fmla="*/ 2881193 h 5599766"/>
              <a:gd name="connsiteX11931" fmla="*/ 7931261 w 10321503"/>
              <a:gd name="connsiteY11931" fmla="*/ 2880835 h 5599766"/>
              <a:gd name="connsiteX11932" fmla="*/ 7938325 w 10321503"/>
              <a:gd name="connsiteY11932" fmla="*/ 2880835 h 5599766"/>
              <a:gd name="connsiteX11933" fmla="*/ 7938940 w 10321503"/>
              <a:gd name="connsiteY11933" fmla="*/ 2881193 h 5599766"/>
              <a:gd name="connsiteX11934" fmla="*/ 7942471 w 10321503"/>
              <a:gd name="connsiteY11934" fmla="*/ 2887337 h 5599766"/>
              <a:gd name="connsiteX11935" fmla="*/ 7942471 w 10321503"/>
              <a:gd name="connsiteY11935" fmla="*/ 2888000 h 5599766"/>
              <a:gd name="connsiteX11936" fmla="*/ 7938940 w 10321503"/>
              <a:gd name="connsiteY11936" fmla="*/ 2894143 h 5599766"/>
              <a:gd name="connsiteX11937" fmla="*/ 7938325 w 10321503"/>
              <a:gd name="connsiteY11937" fmla="*/ 2894502 h 5599766"/>
              <a:gd name="connsiteX11938" fmla="*/ 4568408 w 10321503"/>
              <a:gd name="connsiteY11938" fmla="*/ 2894505 h 5599766"/>
              <a:gd name="connsiteX11939" fmla="*/ 4561345 w 10321503"/>
              <a:gd name="connsiteY11939" fmla="*/ 2894505 h 5599766"/>
              <a:gd name="connsiteX11940" fmla="*/ 4560731 w 10321503"/>
              <a:gd name="connsiteY11940" fmla="*/ 2894146 h 5599766"/>
              <a:gd name="connsiteX11941" fmla="*/ 4557199 w 10321503"/>
              <a:gd name="connsiteY11941" fmla="*/ 2888005 h 5599766"/>
              <a:gd name="connsiteX11942" fmla="*/ 4557199 w 10321503"/>
              <a:gd name="connsiteY11942" fmla="*/ 2887340 h 5599766"/>
              <a:gd name="connsiteX11943" fmla="*/ 4560731 w 10321503"/>
              <a:gd name="connsiteY11943" fmla="*/ 2881198 h 5599766"/>
              <a:gd name="connsiteX11944" fmla="*/ 4561345 w 10321503"/>
              <a:gd name="connsiteY11944" fmla="*/ 2880840 h 5599766"/>
              <a:gd name="connsiteX11945" fmla="*/ 4568408 w 10321503"/>
              <a:gd name="connsiteY11945" fmla="*/ 2880840 h 5599766"/>
              <a:gd name="connsiteX11946" fmla="*/ 4569022 w 10321503"/>
              <a:gd name="connsiteY11946" fmla="*/ 2881198 h 5599766"/>
              <a:gd name="connsiteX11947" fmla="*/ 4572554 w 10321503"/>
              <a:gd name="connsiteY11947" fmla="*/ 2887340 h 5599766"/>
              <a:gd name="connsiteX11948" fmla="*/ 4572554 w 10321503"/>
              <a:gd name="connsiteY11948" fmla="*/ 2888005 h 5599766"/>
              <a:gd name="connsiteX11949" fmla="*/ 4569022 w 10321503"/>
              <a:gd name="connsiteY11949" fmla="*/ 2894146 h 5599766"/>
              <a:gd name="connsiteX11950" fmla="*/ 4568408 w 10321503"/>
              <a:gd name="connsiteY11950" fmla="*/ 2894505 h 5599766"/>
              <a:gd name="connsiteX11951" fmla="*/ 6352582 w 10321503"/>
              <a:gd name="connsiteY11951" fmla="*/ 2894505 h 5599766"/>
              <a:gd name="connsiteX11952" fmla="*/ 6345519 w 10321503"/>
              <a:gd name="connsiteY11952" fmla="*/ 2894505 h 5599766"/>
              <a:gd name="connsiteX11953" fmla="*/ 6344904 w 10321503"/>
              <a:gd name="connsiteY11953" fmla="*/ 2894146 h 5599766"/>
              <a:gd name="connsiteX11954" fmla="*/ 6341373 w 10321503"/>
              <a:gd name="connsiteY11954" fmla="*/ 2888005 h 5599766"/>
              <a:gd name="connsiteX11955" fmla="*/ 6341373 w 10321503"/>
              <a:gd name="connsiteY11955" fmla="*/ 2887339 h 5599766"/>
              <a:gd name="connsiteX11956" fmla="*/ 6344904 w 10321503"/>
              <a:gd name="connsiteY11956" fmla="*/ 2881198 h 5599766"/>
              <a:gd name="connsiteX11957" fmla="*/ 6345519 w 10321503"/>
              <a:gd name="connsiteY11957" fmla="*/ 2880840 h 5599766"/>
              <a:gd name="connsiteX11958" fmla="*/ 6352582 w 10321503"/>
              <a:gd name="connsiteY11958" fmla="*/ 2880840 h 5599766"/>
              <a:gd name="connsiteX11959" fmla="*/ 6353196 w 10321503"/>
              <a:gd name="connsiteY11959" fmla="*/ 2881198 h 5599766"/>
              <a:gd name="connsiteX11960" fmla="*/ 6356728 w 10321503"/>
              <a:gd name="connsiteY11960" fmla="*/ 2887339 h 5599766"/>
              <a:gd name="connsiteX11961" fmla="*/ 6356728 w 10321503"/>
              <a:gd name="connsiteY11961" fmla="*/ 2888005 h 5599766"/>
              <a:gd name="connsiteX11962" fmla="*/ 6353196 w 10321503"/>
              <a:gd name="connsiteY11962" fmla="*/ 2894146 h 5599766"/>
              <a:gd name="connsiteX11963" fmla="*/ 6352582 w 10321503"/>
              <a:gd name="connsiteY11963" fmla="*/ 2894505 h 5599766"/>
              <a:gd name="connsiteX11964" fmla="*/ 9920744 w 10321503"/>
              <a:gd name="connsiteY11964" fmla="*/ 2894505 h 5599766"/>
              <a:gd name="connsiteX11965" fmla="*/ 9913682 w 10321503"/>
              <a:gd name="connsiteY11965" fmla="*/ 2894505 h 5599766"/>
              <a:gd name="connsiteX11966" fmla="*/ 9913068 w 10321503"/>
              <a:gd name="connsiteY11966" fmla="*/ 2894147 h 5599766"/>
              <a:gd name="connsiteX11967" fmla="*/ 9909536 w 10321503"/>
              <a:gd name="connsiteY11967" fmla="*/ 2888006 h 5599766"/>
              <a:gd name="connsiteX11968" fmla="*/ 9909536 w 10321503"/>
              <a:gd name="connsiteY11968" fmla="*/ 2887340 h 5599766"/>
              <a:gd name="connsiteX11969" fmla="*/ 9913068 w 10321503"/>
              <a:gd name="connsiteY11969" fmla="*/ 2881198 h 5599766"/>
              <a:gd name="connsiteX11970" fmla="*/ 9913682 w 10321503"/>
              <a:gd name="connsiteY11970" fmla="*/ 2880840 h 5599766"/>
              <a:gd name="connsiteX11971" fmla="*/ 9920744 w 10321503"/>
              <a:gd name="connsiteY11971" fmla="*/ 2880840 h 5599766"/>
              <a:gd name="connsiteX11972" fmla="*/ 9921358 w 10321503"/>
              <a:gd name="connsiteY11972" fmla="*/ 2881198 h 5599766"/>
              <a:gd name="connsiteX11973" fmla="*/ 9924891 w 10321503"/>
              <a:gd name="connsiteY11973" fmla="*/ 2887340 h 5599766"/>
              <a:gd name="connsiteX11974" fmla="*/ 9924891 w 10321503"/>
              <a:gd name="connsiteY11974" fmla="*/ 2888006 h 5599766"/>
              <a:gd name="connsiteX11975" fmla="*/ 9921358 w 10321503"/>
              <a:gd name="connsiteY11975" fmla="*/ 2894147 h 5599766"/>
              <a:gd name="connsiteX11976" fmla="*/ 9920744 w 10321503"/>
              <a:gd name="connsiteY11976" fmla="*/ 2894505 h 5599766"/>
              <a:gd name="connsiteX11977" fmla="*/ 6550807 w 10321503"/>
              <a:gd name="connsiteY11977" fmla="*/ 2894506 h 5599766"/>
              <a:gd name="connsiteX11978" fmla="*/ 6543744 w 10321503"/>
              <a:gd name="connsiteY11978" fmla="*/ 2894506 h 5599766"/>
              <a:gd name="connsiteX11979" fmla="*/ 6543129 w 10321503"/>
              <a:gd name="connsiteY11979" fmla="*/ 2894149 h 5599766"/>
              <a:gd name="connsiteX11980" fmla="*/ 6539598 w 10321503"/>
              <a:gd name="connsiteY11980" fmla="*/ 2888006 h 5599766"/>
              <a:gd name="connsiteX11981" fmla="*/ 6539598 w 10321503"/>
              <a:gd name="connsiteY11981" fmla="*/ 2887340 h 5599766"/>
              <a:gd name="connsiteX11982" fmla="*/ 6543129 w 10321503"/>
              <a:gd name="connsiteY11982" fmla="*/ 2881198 h 5599766"/>
              <a:gd name="connsiteX11983" fmla="*/ 6543744 w 10321503"/>
              <a:gd name="connsiteY11983" fmla="*/ 2880841 h 5599766"/>
              <a:gd name="connsiteX11984" fmla="*/ 6550807 w 10321503"/>
              <a:gd name="connsiteY11984" fmla="*/ 2880841 h 5599766"/>
              <a:gd name="connsiteX11985" fmla="*/ 6551420 w 10321503"/>
              <a:gd name="connsiteY11985" fmla="*/ 2881198 h 5599766"/>
              <a:gd name="connsiteX11986" fmla="*/ 6554953 w 10321503"/>
              <a:gd name="connsiteY11986" fmla="*/ 2887340 h 5599766"/>
              <a:gd name="connsiteX11987" fmla="*/ 6554953 w 10321503"/>
              <a:gd name="connsiteY11987" fmla="*/ 2888006 h 5599766"/>
              <a:gd name="connsiteX11988" fmla="*/ 6551420 w 10321503"/>
              <a:gd name="connsiteY11988" fmla="*/ 2894149 h 5599766"/>
              <a:gd name="connsiteX11989" fmla="*/ 6550807 w 10321503"/>
              <a:gd name="connsiteY11989" fmla="*/ 2894506 h 5599766"/>
              <a:gd name="connsiteX11990" fmla="*/ 8136620 w 10321503"/>
              <a:gd name="connsiteY11990" fmla="*/ 2894509 h 5599766"/>
              <a:gd name="connsiteX11991" fmla="*/ 8129556 w 10321503"/>
              <a:gd name="connsiteY11991" fmla="*/ 2894509 h 5599766"/>
              <a:gd name="connsiteX11992" fmla="*/ 8128942 w 10321503"/>
              <a:gd name="connsiteY11992" fmla="*/ 2894149 h 5599766"/>
              <a:gd name="connsiteX11993" fmla="*/ 8125410 w 10321503"/>
              <a:gd name="connsiteY11993" fmla="*/ 2888007 h 5599766"/>
              <a:gd name="connsiteX11994" fmla="*/ 8125410 w 10321503"/>
              <a:gd name="connsiteY11994" fmla="*/ 2887342 h 5599766"/>
              <a:gd name="connsiteX11995" fmla="*/ 8128942 w 10321503"/>
              <a:gd name="connsiteY11995" fmla="*/ 2881200 h 5599766"/>
              <a:gd name="connsiteX11996" fmla="*/ 8129556 w 10321503"/>
              <a:gd name="connsiteY11996" fmla="*/ 2880842 h 5599766"/>
              <a:gd name="connsiteX11997" fmla="*/ 8136620 w 10321503"/>
              <a:gd name="connsiteY11997" fmla="*/ 2880842 h 5599766"/>
              <a:gd name="connsiteX11998" fmla="*/ 8137235 w 10321503"/>
              <a:gd name="connsiteY11998" fmla="*/ 2881200 h 5599766"/>
              <a:gd name="connsiteX11999" fmla="*/ 8140766 w 10321503"/>
              <a:gd name="connsiteY11999" fmla="*/ 2887342 h 5599766"/>
              <a:gd name="connsiteX12000" fmla="*/ 8140766 w 10321503"/>
              <a:gd name="connsiteY12000" fmla="*/ 2888007 h 5599766"/>
              <a:gd name="connsiteX12001" fmla="*/ 8137235 w 10321503"/>
              <a:gd name="connsiteY12001" fmla="*/ 2894149 h 5599766"/>
              <a:gd name="connsiteX12002" fmla="*/ 8136620 w 10321503"/>
              <a:gd name="connsiteY12002" fmla="*/ 2894509 h 5599766"/>
              <a:gd name="connsiteX12003" fmla="*/ 9326025 w 10321503"/>
              <a:gd name="connsiteY12003" fmla="*/ 2894509 h 5599766"/>
              <a:gd name="connsiteX12004" fmla="*/ 9318960 w 10321503"/>
              <a:gd name="connsiteY12004" fmla="*/ 2894509 h 5599766"/>
              <a:gd name="connsiteX12005" fmla="*/ 9318348 w 10321503"/>
              <a:gd name="connsiteY12005" fmla="*/ 2894150 h 5599766"/>
              <a:gd name="connsiteX12006" fmla="*/ 9314815 w 10321503"/>
              <a:gd name="connsiteY12006" fmla="*/ 2888008 h 5599766"/>
              <a:gd name="connsiteX12007" fmla="*/ 9314815 w 10321503"/>
              <a:gd name="connsiteY12007" fmla="*/ 2887342 h 5599766"/>
              <a:gd name="connsiteX12008" fmla="*/ 9318348 w 10321503"/>
              <a:gd name="connsiteY12008" fmla="*/ 2881201 h 5599766"/>
              <a:gd name="connsiteX12009" fmla="*/ 9318960 w 10321503"/>
              <a:gd name="connsiteY12009" fmla="*/ 2880842 h 5599766"/>
              <a:gd name="connsiteX12010" fmla="*/ 9326025 w 10321503"/>
              <a:gd name="connsiteY12010" fmla="*/ 2880842 h 5599766"/>
              <a:gd name="connsiteX12011" fmla="*/ 9326639 w 10321503"/>
              <a:gd name="connsiteY12011" fmla="*/ 2881201 h 5599766"/>
              <a:gd name="connsiteX12012" fmla="*/ 9330169 w 10321503"/>
              <a:gd name="connsiteY12012" fmla="*/ 2887342 h 5599766"/>
              <a:gd name="connsiteX12013" fmla="*/ 9330169 w 10321503"/>
              <a:gd name="connsiteY12013" fmla="*/ 2888008 h 5599766"/>
              <a:gd name="connsiteX12014" fmla="*/ 9326639 w 10321503"/>
              <a:gd name="connsiteY12014" fmla="*/ 2894150 h 5599766"/>
              <a:gd name="connsiteX12015" fmla="*/ 9326025 w 10321503"/>
              <a:gd name="connsiteY12015" fmla="*/ 2894509 h 5599766"/>
              <a:gd name="connsiteX12016" fmla="*/ 3775459 w 10321503"/>
              <a:gd name="connsiteY12016" fmla="*/ 2894513 h 5599766"/>
              <a:gd name="connsiteX12017" fmla="*/ 3768396 w 10321503"/>
              <a:gd name="connsiteY12017" fmla="*/ 2894513 h 5599766"/>
              <a:gd name="connsiteX12018" fmla="*/ 3767781 w 10321503"/>
              <a:gd name="connsiteY12018" fmla="*/ 2894154 h 5599766"/>
              <a:gd name="connsiteX12019" fmla="*/ 3764249 w 10321503"/>
              <a:gd name="connsiteY12019" fmla="*/ 2888013 h 5599766"/>
              <a:gd name="connsiteX12020" fmla="*/ 3764249 w 10321503"/>
              <a:gd name="connsiteY12020" fmla="*/ 2887347 h 5599766"/>
              <a:gd name="connsiteX12021" fmla="*/ 3767781 w 10321503"/>
              <a:gd name="connsiteY12021" fmla="*/ 2881204 h 5599766"/>
              <a:gd name="connsiteX12022" fmla="*/ 3768396 w 10321503"/>
              <a:gd name="connsiteY12022" fmla="*/ 2880848 h 5599766"/>
              <a:gd name="connsiteX12023" fmla="*/ 3775459 w 10321503"/>
              <a:gd name="connsiteY12023" fmla="*/ 2880848 h 5599766"/>
              <a:gd name="connsiteX12024" fmla="*/ 3776073 w 10321503"/>
              <a:gd name="connsiteY12024" fmla="*/ 2881204 h 5599766"/>
              <a:gd name="connsiteX12025" fmla="*/ 3779604 w 10321503"/>
              <a:gd name="connsiteY12025" fmla="*/ 2887347 h 5599766"/>
              <a:gd name="connsiteX12026" fmla="*/ 3779604 w 10321503"/>
              <a:gd name="connsiteY12026" fmla="*/ 2888013 h 5599766"/>
              <a:gd name="connsiteX12027" fmla="*/ 3776073 w 10321503"/>
              <a:gd name="connsiteY12027" fmla="*/ 2894154 h 5599766"/>
              <a:gd name="connsiteX12028" fmla="*/ 3775459 w 10321503"/>
              <a:gd name="connsiteY12028" fmla="*/ 2894513 h 5599766"/>
              <a:gd name="connsiteX12029" fmla="*/ 8334864 w 10321503"/>
              <a:gd name="connsiteY12029" fmla="*/ 2894514 h 5599766"/>
              <a:gd name="connsiteX12030" fmla="*/ 8327799 w 10321503"/>
              <a:gd name="connsiteY12030" fmla="*/ 2894514 h 5599766"/>
              <a:gd name="connsiteX12031" fmla="*/ 8327185 w 10321503"/>
              <a:gd name="connsiteY12031" fmla="*/ 2894157 h 5599766"/>
              <a:gd name="connsiteX12032" fmla="*/ 8323655 w 10321503"/>
              <a:gd name="connsiteY12032" fmla="*/ 2888015 h 5599766"/>
              <a:gd name="connsiteX12033" fmla="*/ 8323655 w 10321503"/>
              <a:gd name="connsiteY12033" fmla="*/ 2887349 h 5599766"/>
              <a:gd name="connsiteX12034" fmla="*/ 8327185 w 10321503"/>
              <a:gd name="connsiteY12034" fmla="*/ 2881208 h 5599766"/>
              <a:gd name="connsiteX12035" fmla="*/ 8327799 w 10321503"/>
              <a:gd name="connsiteY12035" fmla="*/ 2880849 h 5599766"/>
              <a:gd name="connsiteX12036" fmla="*/ 8334864 w 10321503"/>
              <a:gd name="connsiteY12036" fmla="*/ 2880849 h 5599766"/>
              <a:gd name="connsiteX12037" fmla="*/ 8335478 w 10321503"/>
              <a:gd name="connsiteY12037" fmla="*/ 2881208 h 5599766"/>
              <a:gd name="connsiteX12038" fmla="*/ 8339010 w 10321503"/>
              <a:gd name="connsiteY12038" fmla="*/ 2887349 h 5599766"/>
              <a:gd name="connsiteX12039" fmla="*/ 8339010 w 10321503"/>
              <a:gd name="connsiteY12039" fmla="*/ 2888015 h 5599766"/>
              <a:gd name="connsiteX12040" fmla="*/ 8335478 w 10321503"/>
              <a:gd name="connsiteY12040" fmla="*/ 2894157 h 5599766"/>
              <a:gd name="connsiteX12041" fmla="*/ 8334864 w 10321503"/>
              <a:gd name="connsiteY12041" fmla="*/ 2894514 h 5599766"/>
              <a:gd name="connsiteX12042" fmla="*/ 7541894 w 10321503"/>
              <a:gd name="connsiteY12042" fmla="*/ 2894516 h 5599766"/>
              <a:gd name="connsiteX12043" fmla="*/ 7534831 w 10321503"/>
              <a:gd name="connsiteY12043" fmla="*/ 2894516 h 5599766"/>
              <a:gd name="connsiteX12044" fmla="*/ 7534216 w 10321503"/>
              <a:gd name="connsiteY12044" fmla="*/ 2894159 h 5599766"/>
              <a:gd name="connsiteX12045" fmla="*/ 7530684 w 10321503"/>
              <a:gd name="connsiteY12045" fmla="*/ 2888016 h 5599766"/>
              <a:gd name="connsiteX12046" fmla="*/ 7530684 w 10321503"/>
              <a:gd name="connsiteY12046" fmla="*/ 2887352 h 5599766"/>
              <a:gd name="connsiteX12047" fmla="*/ 7534216 w 10321503"/>
              <a:gd name="connsiteY12047" fmla="*/ 2881209 h 5599766"/>
              <a:gd name="connsiteX12048" fmla="*/ 7534831 w 10321503"/>
              <a:gd name="connsiteY12048" fmla="*/ 2880851 h 5599766"/>
              <a:gd name="connsiteX12049" fmla="*/ 7541894 w 10321503"/>
              <a:gd name="connsiteY12049" fmla="*/ 2880851 h 5599766"/>
              <a:gd name="connsiteX12050" fmla="*/ 7542508 w 10321503"/>
              <a:gd name="connsiteY12050" fmla="*/ 2881209 h 5599766"/>
              <a:gd name="connsiteX12051" fmla="*/ 7546041 w 10321503"/>
              <a:gd name="connsiteY12051" fmla="*/ 2887352 h 5599766"/>
              <a:gd name="connsiteX12052" fmla="*/ 7546041 w 10321503"/>
              <a:gd name="connsiteY12052" fmla="*/ 2888016 h 5599766"/>
              <a:gd name="connsiteX12053" fmla="*/ 7542508 w 10321503"/>
              <a:gd name="connsiteY12053" fmla="*/ 2894159 h 5599766"/>
              <a:gd name="connsiteX12054" fmla="*/ 7541894 w 10321503"/>
              <a:gd name="connsiteY12054" fmla="*/ 2894516 h 5599766"/>
              <a:gd name="connsiteX12055" fmla="*/ 7740128 w 10321503"/>
              <a:gd name="connsiteY12055" fmla="*/ 2894518 h 5599766"/>
              <a:gd name="connsiteX12056" fmla="*/ 7733064 w 10321503"/>
              <a:gd name="connsiteY12056" fmla="*/ 2894518 h 5599766"/>
              <a:gd name="connsiteX12057" fmla="*/ 7732450 w 10321503"/>
              <a:gd name="connsiteY12057" fmla="*/ 2894160 h 5599766"/>
              <a:gd name="connsiteX12058" fmla="*/ 7728919 w 10321503"/>
              <a:gd name="connsiteY12058" fmla="*/ 2888019 h 5599766"/>
              <a:gd name="connsiteX12059" fmla="*/ 7728919 w 10321503"/>
              <a:gd name="connsiteY12059" fmla="*/ 2887353 h 5599766"/>
              <a:gd name="connsiteX12060" fmla="*/ 7732450 w 10321503"/>
              <a:gd name="connsiteY12060" fmla="*/ 2881210 h 5599766"/>
              <a:gd name="connsiteX12061" fmla="*/ 7733064 w 10321503"/>
              <a:gd name="connsiteY12061" fmla="*/ 2880852 h 5599766"/>
              <a:gd name="connsiteX12062" fmla="*/ 7740128 w 10321503"/>
              <a:gd name="connsiteY12062" fmla="*/ 2880852 h 5599766"/>
              <a:gd name="connsiteX12063" fmla="*/ 7740742 w 10321503"/>
              <a:gd name="connsiteY12063" fmla="*/ 2881210 h 5599766"/>
              <a:gd name="connsiteX12064" fmla="*/ 7744274 w 10321503"/>
              <a:gd name="connsiteY12064" fmla="*/ 2887353 h 5599766"/>
              <a:gd name="connsiteX12065" fmla="*/ 7744274 w 10321503"/>
              <a:gd name="connsiteY12065" fmla="*/ 2888019 h 5599766"/>
              <a:gd name="connsiteX12066" fmla="*/ 7740742 w 10321503"/>
              <a:gd name="connsiteY12066" fmla="*/ 2894160 h 5599766"/>
              <a:gd name="connsiteX12067" fmla="*/ 7740128 w 10321503"/>
              <a:gd name="connsiteY12067" fmla="*/ 2894518 h 5599766"/>
              <a:gd name="connsiteX12068" fmla="*/ 4766683 w 10321503"/>
              <a:gd name="connsiteY12068" fmla="*/ 2894521 h 5599766"/>
              <a:gd name="connsiteX12069" fmla="*/ 4759621 w 10321503"/>
              <a:gd name="connsiteY12069" fmla="*/ 2894521 h 5599766"/>
              <a:gd name="connsiteX12070" fmla="*/ 4759007 w 10321503"/>
              <a:gd name="connsiteY12070" fmla="*/ 2894163 h 5599766"/>
              <a:gd name="connsiteX12071" fmla="*/ 4755475 w 10321503"/>
              <a:gd name="connsiteY12071" fmla="*/ 2888022 h 5599766"/>
              <a:gd name="connsiteX12072" fmla="*/ 4755475 w 10321503"/>
              <a:gd name="connsiteY12072" fmla="*/ 2887356 h 5599766"/>
              <a:gd name="connsiteX12073" fmla="*/ 4759007 w 10321503"/>
              <a:gd name="connsiteY12073" fmla="*/ 2881212 h 5599766"/>
              <a:gd name="connsiteX12074" fmla="*/ 4759621 w 10321503"/>
              <a:gd name="connsiteY12074" fmla="*/ 2880856 h 5599766"/>
              <a:gd name="connsiteX12075" fmla="*/ 4766683 w 10321503"/>
              <a:gd name="connsiteY12075" fmla="*/ 2880856 h 5599766"/>
              <a:gd name="connsiteX12076" fmla="*/ 4767297 w 10321503"/>
              <a:gd name="connsiteY12076" fmla="*/ 2881212 h 5599766"/>
              <a:gd name="connsiteX12077" fmla="*/ 4770829 w 10321503"/>
              <a:gd name="connsiteY12077" fmla="*/ 2887356 h 5599766"/>
              <a:gd name="connsiteX12078" fmla="*/ 4770829 w 10321503"/>
              <a:gd name="connsiteY12078" fmla="*/ 2888022 h 5599766"/>
              <a:gd name="connsiteX12079" fmla="*/ 4767297 w 10321503"/>
              <a:gd name="connsiteY12079" fmla="*/ 2894163 h 5599766"/>
              <a:gd name="connsiteX12080" fmla="*/ 4766683 w 10321503"/>
              <a:gd name="connsiteY12080" fmla="*/ 2894521 h 5599766"/>
              <a:gd name="connsiteX12081" fmla="*/ 4964909 w 10321503"/>
              <a:gd name="connsiteY12081" fmla="*/ 2894521 h 5599766"/>
              <a:gd name="connsiteX12082" fmla="*/ 4957846 w 10321503"/>
              <a:gd name="connsiteY12082" fmla="*/ 2894521 h 5599766"/>
              <a:gd name="connsiteX12083" fmla="*/ 4957232 w 10321503"/>
              <a:gd name="connsiteY12083" fmla="*/ 2894163 h 5599766"/>
              <a:gd name="connsiteX12084" fmla="*/ 4953699 w 10321503"/>
              <a:gd name="connsiteY12084" fmla="*/ 2888022 h 5599766"/>
              <a:gd name="connsiteX12085" fmla="*/ 4953699 w 10321503"/>
              <a:gd name="connsiteY12085" fmla="*/ 2887356 h 5599766"/>
              <a:gd name="connsiteX12086" fmla="*/ 4957232 w 10321503"/>
              <a:gd name="connsiteY12086" fmla="*/ 2881212 h 5599766"/>
              <a:gd name="connsiteX12087" fmla="*/ 4957846 w 10321503"/>
              <a:gd name="connsiteY12087" fmla="*/ 2880856 h 5599766"/>
              <a:gd name="connsiteX12088" fmla="*/ 4964909 w 10321503"/>
              <a:gd name="connsiteY12088" fmla="*/ 2880856 h 5599766"/>
              <a:gd name="connsiteX12089" fmla="*/ 4965523 w 10321503"/>
              <a:gd name="connsiteY12089" fmla="*/ 2881212 h 5599766"/>
              <a:gd name="connsiteX12090" fmla="*/ 4969054 w 10321503"/>
              <a:gd name="connsiteY12090" fmla="*/ 2887356 h 5599766"/>
              <a:gd name="connsiteX12091" fmla="*/ 4969054 w 10321503"/>
              <a:gd name="connsiteY12091" fmla="*/ 2888022 h 5599766"/>
              <a:gd name="connsiteX12092" fmla="*/ 4965523 w 10321503"/>
              <a:gd name="connsiteY12092" fmla="*/ 2894163 h 5599766"/>
              <a:gd name="connsiteX12093" fmla="*/ 4964909 w 10321503"/>
              <a:gd name="connsiteY12093" fmla="*/ 2894521 h 5599766"/>
              <a:gd name="connsiteX12094" fmla="*/ 2586060 w 10321503"/>
              <a:gd name="connsiteY12094" fmla="*/ 2894524 h 5599766"/>
              <a:gd name="connsiteX12095" fmla="*/ 2578998 w 10321503"/>
              <a:gd name="connsiteY12095" fmla="*/ 2894524 h 5599766"/>
              <a:gd name="connsiteX12096" fmla="*/ 2578383 w 10321503"/>
              <a:gd name="connsiteY12096" fmla="*/ 2894165 h 5599766"/>
              <a:gd name="connsiteX12097" fmla="*/ 2574850 w 10321503"/>
              <a:gd name="connsiteY12097" fmla="*/ 2888023 h 5599766"/>
              <a:gd name="connsiteX12098" fmla="*/ 2574850 w 10321503"/>
              <a:gd name="connsiteY12098" fmla="*/ 2887358 h 5599766"/>
              <a:gd name="connsiteX12099" fmla="*/ 2578383 w 10321503"/>
              <a:gd name="connsiteY12099" fmla="*/ 2881216 h 5599766"/>
              <a:gd name="connsiteX12100" fmla="*/ 2578998 w 10321503"/>
              <a:gd name="connsiteY12100" fmla="*/ 2880858 h 5599766"/>
              <a:gd name="connsiteX12101" fmla="*/ 2586060 w 10321503"/>
              <a:gd name="connsiteY12101" fmla="*/ 2880858 h 5599766"/>
              <a:gd name="connsiteX12102" fmla="*/ 2586674 w 10321503"/>
              <a:gd name="connsiteY12102" fmla="*/ 2881216 h 5599766"/>
              <a:gd name="connsiteX12103" fmla="*/ 2590205 w 10321503"/>
              <a:gd name="connsiteY12103" fmla="*/ 2887358 h 5599766"/>
              <a:gd name="connsiteX12104" fmla="*/ 2590205 w 10321503"/>
              <a:gd name="connsiteY12104" fmla="*/ 2888023 h 5599766"/>
              <a:gd name="connsiteX12105" fmla="*/ 2586674 w 10321503"/>
              <a:gd name="connsiteY12105" fmla="*/ 2894165 h 5599766"/>
              <a:gd name="connsiteX12106" fmla="*/ 2586060 w 10321503"/>
              <a:gd name="connsiteY12106" fmla="*/ 2894524 h 5599766"/>
              <a:gd name="connsiteX12107" fmla="*/ 5361358 w 10321503"/>
              <a:gd name="connsiteY12107" fmla="*/ 2894535 h 5599766"/>
              <a:gd name="connsiteX12108" fmla="*/ 5354295 w 10321503"/>
              <a:gd name="connsiteY12108" fmla="*/ 2894535 h 5599766"/>
              <a:gd name="connsiteX12109" fmla="*/ 5353680 w 10321503"/>
              <a:gd name="connsiteY12109" fmla="*/ 2894178 h 5599766"/>
              <a:gd name="connsiteX12110" fmla="*/ 5350149 w 10321503"/>
              <a:gd name="connsiteY12110" fmla="*/ 2888036 h 5599766"/>
              <a:gd name="connsiteX12111" fmla="*/ 5350149 w 10321503"/>
              <a:gd name="connsiteY12111" fmla="*/ 2887370 h 5599766"/>
              <a:gd name="connsiteX12112" fmla="*/ 5353680 w 10321503"/>
              <a:gd name="connsiteY12112" fmla="*/ 2881228 h 5599766"/>
              <a:gd name="connsiteX12113" fmla="*/ 5354295 w 10321503"/>
              <a:gd name="connsiteY12113" fmla="*/ 2880870 h 5599766"/>
              <a:gd name="connsiteX12114" fmla="*/ 5361358 w 10321503"/>
              <a:gd name="connsiteY12114" fmla="*/ 2880870 h 5599766"/>
              <a:gd name="connsiteX12115" fmla="*/ 5361972 w 10321503"/>
              <a:gd name="connsiteY12115" fmla="*/ 2881228 h 5599766"/>
              <a:gd name="connsiteX12116" fmla="*/ 5365503 w 10321503"/>
              <a:gd name="connsiteY12116" fmla="*/ 2887370 h 5599766"/>
              <a:gd name="connsiteX12117" fmla="*/ 5365503 w 10321503"/>
              <a:gd name="connsiteY12117" fmla="*/ 2888036 h 5599766"/>
              <a:gd name="connsiteX12118" fmla="*/ 5361972 w 10321503"/>
              <a:gd name="connsiteY12118" fmla="*/ 2894178 h 5599766"/>
              <a:gd name="connsiteX12119" fmla="*/ 5361358 w 10321503"/>
              <a:gd name="connsiteY12119" fmla="*/ 2894535 h 5599766"/>
              <a:gd name="connsiteX12120" fmla="*/ 4171959 w 10321503"/>
              <a:gd name="connsiteY12120" fmla="*/ 2894539 h 5599766"/>
              <a:gd name="connsiteX12121" fmla="*/ 4164896 w 10321503"/>
              <a:gd name="connsiteY12121" fmla="*/ 2894539 h 5599766"/>
              <a:gd name="connsiteX12122" fmla="*/ 4164282 w 10321503"/>
              <a:gd name="connsiteY12122" fmla="*/ 2894181 h 5599766"/>
              <a:gd name="connsiteX12123" fmla="*/ 4160751 w 10321503"/>
              <a:gd name="connsiteY12123" fmla="*/ 2888039 h 5599766"/>
              <a:gd name="connsiteX12124" fmla="*/ 4160751 w 10321503"/>
              <a:gd name="connsiteY12124" fmla="*/ 2887374 h 5599766"/>
              <a:gd name="connsiteX12125" fmla="*/ 4164282 w 10321503"/>
              <a:gd name="connsiteY12125" fmla="*/ 2881231 h 5599766"/>
              <a:gd name="connsiteX12126" fmla="*/ 4164896 w 10321503"/>
              <a:gd name="connsiteY12126" fmla="*/ 2880874 h 5599766"/>
              <a:gd name="connsiteX12127" fmla="*/ 4171959 w 10321503"/>
              <a:gd name="connsiteY12127" fmla="*/ 2880874 h 5599766"/>
              <a:gd name="connsiteX12128" fmla="*/ 4172573 w 10321503"/>
              <a:gd name="connsiteY12128" fmla="*/ 2881231 h 5599766"/>
              <a:gd name="connsiteX12129" fmla="*/ 4176105 w 10321503"/>
              <a:gd name="connsiteY12129" fmla="*/ 2887374 h 5599766"/>
              <a:gd name="connsiteX12130" fmla="*/ 4176105 w 10321503"/>
              <a:gd name="connsiteY12130" fmla="*/ 2888039 h 5599766"/>
              <a:gd name="connsiteX12131" fmla="*/ 4172573 w 10321503"/>
              <a:gd name="connsiteY12131" fmla="*/ 2894181 h 5599766"/>
              <a:gd name="connsiteX12132" fmla="*/ 4171959 w 10321503"/>
              <a:gd name="connsiteY12132" fmla="*/ 2894539 h 5599766"/>
              <a:gd name="connsiteX12133" fmla="*/ 3973734 w 10321503"/>
              <a:gd name="connsiteY12133" fmla="*/ 2894541 h 5599766"/>
              <a:gd name="connsiteX12134" fmla="*/ 3966671 w 10321503"/>
              <a:gd name="connsiteY12134" fmla="*/ 2894541 h 5599766"/>
              <a:gd name="connsiteX12135" fmla="*/ 3966057 w 10321503"/>
              <a:gd name="connsiteY12135" fmla="*/ 2894183 h 5599766"/>
              <a:gd name="connsiteX12136" fmla="*/ 3962525 w 10321503"/>
              <a:gd name="connsiteY12136" fmla="*/ 2888041 h 5599766"/>
              <a:gd name="connsiteX12137" fmla="*/ 3962525 w 10321503"/>
              <a:gd name="connsiteY12137" fmla="*/ 2887376 h 5599766"/>
              <a:gd name="connsiteX12138" fmla="*/ 3966057 w 10321503"/>
              <a:gd name="connsiteY12138" fmla="*/ 2881234 h 5599766"/>
              <a:gd name="connsiteX12139" fmla="*/ 3966671 w 10321503"/>
              <a:gd name="connsiteY12139" fmla="*/ 2880876 h 5599766"/>
              <a:gd name="connsiteX12140" fmla="*/ 3973734 w 10321503"/>
              <a:gd name="connsiteY12140" fmla="*/ 2880876 h 5599766"/>
              <a:gd name="connsiteX12141" fmla="*/ 3974348 w 10321503"/>
              <a:gd name="connsiteY12141" fmla="*/ 2881234 h 5599766"/>
              <a:gd name="connsiteX12142" fmla="*/ 3977880 w 10321503"/>
              <a:gd name="connsiteY12142" fmla="*/ 2887376 h 5599766"/>
              <a:gd name="connsiteX12143" fmla="*/ 3977880 w 10321503"/>
              <a:gd name="connsiteY12143" fmla="*/ 2888041 h 5599766"/>
              <a:gd name="connsiteX12144" fmla="*/ 3974348 w 10321503"/>
              <a:gd name="connsiteY12144" fmla="*/ 2894183 h 5599766"/>
              <a:gd name="connsiteX12145" fmla="*/ 3973734 w 10321503"/>
              <a:gd name="connsiteY12145" fmla="*/ 2894541 h 5599766"/>
              <a:gd name="connsiteX12146" fmla="*/ 5956083 w 10321503"/>
              <a:gd name="connsiteY12146" fmla="*/ 2894541 h 5599766"/>
              <a:gd name="connsiteX12147" fmla="*/ 5949019 w 10321503"/>
              <a:gd name="connsiteY12147" fmla="*/ 2894541 h 5599766"/>
              <a:gd name="connsiteX12148" fmla="*/ 5948405 w 10321503"/>
              <a:gd name="connsiteY12148" fmla="*/ 2894183 h 5599766"/>
              <a:gd name="connsiteX12149" fmla="*/ 5944873 w 10321503"/>
              <a:gd name="connsiteY12149" fmla="*/ 2888041 h 5599766"/>
              <a:gd name="connsiteX12150" fmla="*/ 5944873 w 10321503"/>
              <a:gd name="connsiteY12150" fmla="*/ 2887376 h 5599766"/>
              <a:gd name="connsiteX12151" fmla="*/ 5948405 w 10321503"/>
              <a:gd name="connsiteY12151" fmla="*/ 2881234 h 5599766"/>
              <a:gd name="connsiteX12152" fmla="*/ 5949019 w 10321503"/>
              <a:gd name="connsiteY12152" fmla="*/ 2880876 h 5599766"/>
              <a:gd name="connsiteX12153" fmla="*/ 5956083 w 10321503"/>
              <a:gd name="connsiteY12153" fmla="*/ 2880876 h 5599766"/>
              <a:gd name="connsiteX12154" fmla="*/ 5956697 w 10321503"/>
              <a:gd name="connsiteY12154" fmla="*/ 2881234 h 5599766"/>
              <a:gd name="connsiteX12155" fmla="*/ 5960227 w 10321503"/>
              <a:gd name="connsiteY12155" fmla="*/ 2887376 h 5599766"/>
              <a:gd name="connsiteX12156" fmla="*/ 5960227 w 10321503"/>
              <a:gd name="connsiteY12156" fmla="*/ 2888041 h 5599766"/>
              <a:gd name="connsiteX12157" fmla="*/ 5956697 w 10321503"/>
              <a:gd name="connsiteY12157" fmla="*/ 2894183 h 5599766"/>
              <a:gd name="connsiteX12158" fmla="*/ 5956083 w 10321503"/>
              <a:gd name="connsiteY12158" fmla="*/ 2894541 h 5599766"/>
              <a:gd name="connsiteX12159" fmla="*/ 3180784 w 10321503"/>
              <a:gd name="connsiteY12159" fmla="*/ 2894550 h 5599766"/>
              <a:gd name="connsiteX12160" fmla="*/ 3173721 w 10321503"/>
              <a:gd name="connsiteY12160" fmla="*/ 2894550 h 5599766"/>
              <a:gd name="connsiteX12161" fmla="*/ 3173107 w 10321503"/>
              <a:gd name="connsiteY12161" fmla="*/ 2894192 h 5599766"/>
              <a:gd name="connsiteX12162" fmla="*/ 3169576 w 10321503"/>
              <a:gd name="connsiteY12162" fmla="*/ 2888050 h 5599766"/>
              <a:gd name="connsiteX12163" fmla="*/ 3169576 w 10321503"/>
              <a:gd name="connsiteY12163" fmla="*/ 2887385 h 5599766"/>
              <a:gd name="connsiteX12164" fmla="*/ 3173107 w 10321503"/>
              <a:gd name="connsiteY12164" fmla="*/ 2881243 h 5599766"/>
              <a:gd name="connsiteX12165" fmla="*/ 3173721 w 10321503"/>
              <a:gd name="connsiteY12165" fmla="*/ 2880885 h 5599766"/>
              <a:gd name="connsiteX12166" fmla="*/ 3180784 w 10321503"/>
              <a:gd name="connsiteY12166" fmla="*/ 2880885 h 5599766"/>
              <a:gd name="connsiteX12167" fmla="*/ 3181398 w 10321503"/>
              <a:gd name="connsiteY12167" fmla="*/ 2881243 h 5599766"/>
              <a:gd name="connsiteX12168" fmla="*/ 3184931 w 10321503"/>
              <a:gd name="connsiteY12168" fmla="*/ 2887385 h 5599766"/>
              <a:gd name="connsiteX12169" fmla="*/ 3184931 w 10321503"/>
              <a:gd name="connsiteY12169" fmla="*/ 2888050 h 5599766"/>
              <a:gd name="connsiteX12170" fmla="*/ 3181398 w 10321503"/>
              <a:gd name="connsiteY12170" fmla="*/ 2894192 h 5599766"/>
              <a:gd name="connsiteX12171" fmla="*/ 3180784 w 10321503"/>
              <a:gd name="connsiteY12171" fmla="*/ 2894550 h 5599766"/>
              <a:gd name="connsiteX12172" fmla="*/ 8929648 w 10321503"/>
              <a:gd name="connsiteY12172" fmla="*/ 2894552 h 5599766"/>
              <a:gd name="connsiteX12173" fmla="*/ 8922585 w 10321503"/>
              <a:gd name="connsiteY12173" fmla="*/ 2894552 h 5599766"/>
              <a:gd name="connsiteX12174" fmla="*/ 8921970 w 10321503"/>
              <a:gd name="connsiteY12174" fmla="*/ 2894193 h 5599766"/>
              <a:gd name="connsiteX12175" fmla="*/ 8918439 w 10321503"/>
              <a:gd name="connsiteY12175" fmla="*/ 2888052 h 5599766"/>
              <a:gd name="connsiteX12176" fmla="*/ 8918439 w 10321503"/>
              <a:gd name="connsiteY12176" fmla="*/ 2887386 h 5599766"/>
              <a:gd name="connsiteX12177" fmla="*/ 8921970 w 10321503"/>
              <a:gd name="connsiteY12177" fmla="*/ 2881244 h 5599766"/>
              <a:gd name="connsiteX12178" fmla="*/ 8922585 w 10321503"/>
              <a:gd name="connsiteY12178" fmla="*/ 2880887 h 5599766"/>
              <a:gd name="connsiteX12179" fmla="*/ 8929648 w 10321503"/>
              <a:gd name="connsiteY12179" fmla="*/ 2880887 h 5599766"/>
              <a:gd name="connsiteX12180" fmla="*/ 8930262 w 10321503"/>
              <a:gd name="connsiteY12180" fmla="*/ 2881244 h 5599766"/>
              <a:gd name="connsiteX12181" fmla="*/ 8933794 w 10321503"/>
              <a:gd name="connsiteY12181" fmla="*/ 2887386 h 5599766"/>
              <a:gd name="connsiteX12182" fmla="*/ 8933794 w 10321503"/>
              <a:gd name="connsiteY12182" fmla="*/ 2888052 h 5599766"/>
              <a:gd name="connsiteX12183" fmla="*/ 8930262 w 10321503"/>
              <a:gd name="connsiteY12183" fmla="*/ 2894193 h 5599766"/>
              <a:gd name="connsiteX12184" fmla="*/ 8929648 w 10321503"/>
              <a:gd name="connsiteY12184" fmla="*/ 2894552 h 5599766"/>
              <a:gd name="connsiteX12185" fmla="*/ 4370183 w 10321503"/>
              <a:gd name="connsiteY12185" fmla="*/ 2894555 h 5599766"/>
              <a:gd name="connsiteX12186" fmla="*/ 4363121 w 10321503"/>
              <a:gd name="connsiteY12186" fmla="*/ 2894555 h 5599766"/>
              <a:gd name="connsiteX12187" fmla="*/ 4362506 w 10321503"/>
              <a:gd name="connsiteY12187" fmla="*/ 2894197 h 5599766"/>
              <a:gd name="connsiteX12188" fmla="*/ 4358975 w 10321503"/>
              <a:gd name="connsiteY12188" fmla="*/ 2888056 h 5599766"/>
              <a:gd name="connsiteX12189" fmla="*/ 4358975 w 10321503"/>
              <a:gd name="connsiteY12189" fmla="*/ 2887390 h 5599766"/>
              <a:gd name="connsiteX12190" fmla="*/ 4362506 w 10321503"/>
              <a:gd name="connsiteY12190" fmla="*/ 2881248 h 5599766"/>
              <a:gd name="connsiteX12191" fmla="*/ 4363121 w 10321503"/>
              <a:gd name="connsiteY12191" fmla="*/ 2880891 h 5599766"/>
              <a:gd name="connsiteX12192" fmla="*/ 4370183 w 10321503"/>
              <a:gd name="connsiteY12192" fmla="*/ 2880891 h 5599766"/>
              <a:gd name="connsiteX12193" fmla="*/ 4370797 w 10321503"/>
              <a:gd name="connsiteY12193" fmla="*/ 2881248 h 5599766"/>
              <a:gd name="connsiteX12194" fmla="*/ 4374329 w 10321503"/>
              <a:gd name="connsiteY12194" fmla="*/ 2887390 h 5599766"/>
              <a:gd name="connsiteX12195" fmla="*/ 4374329 w 10321503"/>
              <a:gd name="connsiteY12195" fmla="*/ 2888056 h 5599766"/>
              <a:gd name="connsiteX12196" fmla="*/ 4370797 w 10321503"/>
              <a:gd name="connsiteY12196" fmla="*/ 2894197 h 5599766"/>
              <a:gd name="connsiteX12197" fmla="*/ 4370183 w 10321503"/>
              <a:gd name="connsiteY12197" fmla="*/ 2894555 h 5599766"/>
              <a:gd name="connsiteX12198" fmla="*/ 11254 w 10321503"/>
              <a:gd name="connsiteY12198" fmla="*/ 3057869 h 5599766"/>
              <a:gd name="connsiteX12199" fmla="*/ 4192 w 10321503"/>
              <a:gd name="connsiteY12199" fmla="*/ 3057869 h 5599766"/>
              <a:gd name="connsiteX12200" fmla="*/ 3578 w 10321503"/>
              <a:gd name="connsiteY12200" fmla="*/ 3057511 h 5599766"/>
              <a:gd name="connsiteX12201" fmla="*/ 46 w 10321503"/>
              <a:gd name="connsiteY12201" fmla="*/ 3051369 h 5599766"/>
              <a:gd name="connsiteX12202" fmla="*/ 46 w 10321503"/>
              <a:gd name="connsiteY12202" fmla="*/ 3050703 h 5599766"/>
              <a:gd name="connsiteX12203" fmla="*/ 3578 w 10321503"/>
              <a:gd name="connsiteY12203" fmla="*/ 3044562 h 5599766"/>
              <a:gd name="connsiteX12204" fmla="*/ 4192 w 10321503"/>
              <a:gd name="connsiteY12204" fmla="*/ 3044204 h 5599766"/>
              <a:gd name="connsiteX12205" fmla="*/ 11254 w 10321503"/>
              <a:gd name="connsiteY12205" fmla="*/ 3044204 h 5599766"/>
              <a:gd name="connsiteX12206" fmla="*/ 11868 w 10321503"/>
              <a:gd name="connsiteY12206" fmla="*/ 3044562 h 5599766"/>
              <a:gd name="connsiteX12207" fmla="*/ 15400 w 10321503"/>
              <a:gd name="connsiteY12207" fmla="*/ 3050703 h 5599766"/>
              <a:gd name="connsiteX12208" fmla="*/ 15400 w 10321503"/>
              <a:gd name="connsiteY12208" fmla="*/ 3051369 h 5599766"/>
              <a:gd name="connsiteX12209" fmla="*/ 11868 w 10321503"/>
              <a:gd name="connsiteY12209" fmla="*/ 3057511 h 5599766"/>
              <a:gd name="connsiteX12210" fmla="*/ 11254 w 10321503"/>
              <a:gd name="connsiteY12210" fmla="*/ 3057869 h 5599766"/>
              <a:gd name="connsiteX12211" fmla="*/ 209480 w 10321503"/>
              <a:gd name="connsiteY12211" fmla="*/ 3057869 h 5599766"/>
              <a:gd name="connsiteX12212" fmla="*/ 202416 w 10321503"/>
              <a:gd name="connsiteY12212" fmla="*/ 3057869 h 5599766"/>
              <a:gd name="connsiteX12213" fmla="*/ 201803 w 10321503"/>
              <a:gd name="connsiteY12213" fmla="*/ 3057511 h 5599766"/>
              <a:gd name="connsiteX12214" fmla="*/ 198270 w 10321503"/>
              <a:gd name="connsiteY12214" fmla="*/ 3051369 h 5599766"/>
              <a:gd name="connsiteX12215" fmla="*/ 198270 w 10321503"/>
              <a:gd name="connsiteY12215" fmla="*/ 3050703 h 5599766"/>
              <a:gd name="connsiteX12216" fmla="*/ 201803 w 10321503"/>
              <a:gd name="connsiteY12216" fmla="*/ 3044562 h 5599766"/>
              <a:gd name="connsiteX12217" fmla="*/ 202416 w 10321503"/>
              <a:gd name="connsiteY12217" fmla="*/ 3044204 h 5599766"/>
              <a:gd name="connsiteX12218" fmla="*/ 209480 w 10321503"/>
              <a:gd name="connsiteY12218" fmla="*/ 3044204 h 5599766"/>
              <a:gd name="connsiteX12219" fmla="*/ 210094 w 10321503"/>
              <a:gd name="connsiteY12219" fmla="*/ 3044562 h 5599766"/>
              <a:gd name="connsiteX12220" fmla="*/ 213625 w 10321503"/>
              <a:gd name="connsiteY12220" fmla="*/ 3050703 h 5599766"/>
              <a:gd name="connsiteX12221" fmla="*/ 213625 w 10321503"/>
              <a:gd name="connsiteY12221" fmla="*/ 3051369 h 5599766"/>
              <a:gd name="connsiteX12222" fmla="*/ 210094 w 10321503"/>
              <a:gd name="connsiteY12222" fmla="*/ 3057511 h 5599766"/>
              <a:gd name="connsiteX12223" fmla="*/ 209480 w 10321503"/>
              <a:gd name="connsiteY12223" fmla="*/ 3057869 h 5599766"/>
              <a:gd name="connsiteX12224" fmla="*/ 407754 w 10321503"/>
              <a:gd name="connsiteY12224" fmla="*/ 3057869 h 5599766"/>
              <a:gd name="connsiteX12225" fmla="*/ 400692 w 10321503"/>
              <a:gd name="connsiteY12225" fmla="*/ 3057869 h 5599766"/>
              <a:gd name="connsiteX12226" fmla="*/ 400078 w 10321503"/>
              <a:gd name="connsiteY12226" fmla="*/ 3057511 h 5599766"/>
              <a:gd name="connsiteX12227" fmla="*/ 396546 w 10321503"/>
              <a:gd name="connsiteY12227" fmla="*/ 3051369 h 5599766"/>
              <a:gd name="connsiteX12228" fmla="*/ 396546 w 10321503"/>
              <a:gd name="connsiteY12228" fmla="*/ 3050703 h 5599766"/>
              <a:gd name="connsiteX12229" fmla="*/ 400078 w 10321503"/>
              <a:gd name="connsiteY12229" fmla="*/ 3044562 h 5599766"/>
              <a:gd name="connsiteX12230" fmla="*/ 400692 w 10321503"/>
              <a:gd name="connsiteY12230" fmla="*/ 3044204 h 5599766"/>
              <a:gd name="connsiteX12231" fmla="*/ 407754 w 10321503"/>
              <a:gd name="connsiteY12231" fmla="*/ 3044204 h 5599766"/>
              <a:gd name="connsiteX12232" fmla="*/ 408369 w 10321503"/>
              <a:gd name="connsiteY12232" fmla="*/ 3044562 h 5599766"/>
              <a:gd name="connsiteX12233" fmla="*/ 411900 w 10321503"/>
              <a:gd name="connsiteY12233" fmla="*/ 3050703 h 5599766"/>
              <a:gd name="connsiteX12234" fmla="*/ 411900 w 10321503"/>
              <a:gd name="connsiteY12234" fmla="*/ 3051369 h 5599766"/>
              <a:gd name="connsiteX12235" fmla="*/ 408369 w 10321503"/>
              <a:gd name="connsiteY12235" fmla="*/ 3057511 h 5599766"/>
              <a:gd name="connsiteX12236" fmla="*/ 407754 w 10321503"/>
              <a:gd name="connsiteY12236" fmla="*/ 3057869 h 5599766"/>
              <a:gd name="connsiteX12237" fmla="*/ 605979 w 10321503"/>
              <a:gd name="connsiteY12237" fmla="*/ 3057869 h 5599766"/>
              <a:gd name="connsiteX12238" fmla="*/ 598916 w 10321503"/>
              <a:gd name="connsiteY12238" fmla="*/ 3057869 h 5599766"/>
              <a:gd name="connsiteX12239" fmla="*/ 598302 w 10321503"/>
              <a:gd name="connsiteY12239" fmla="*/ 3057511 h 5599766"/>
              <a:gd name="connsiteX12240" fmla="*/ 594770 w 10321503"/>
              <a:gd name="connsiteY12240" fmla="*/ 3051369 h 5599766"/>
              <a:gd name="connsiteX12241" fmla="*/ 594770 w 10321503"/>
              <a:gd name="connsiteY12241" fmla="*/ 3050703 h 5599766"/>
              <a:gd name="connsiteX12242" fmla="*/ 598302 w 10321503"/>
              <a:gd name="connsiteY12242" fmla="*/ 3044562 h 5599766"/>
              <a:gd name="connsiteX12243" fmla="*/ 598916 w 10321503"/>
              <a:gd name="connsiteY12243" fmla="*/ 3044204 h 5599766"/>
              <a:gd name="connsiteX12244" fmla="*/ 605979 w 10321503"/>
              <a:gd name="connsiteY12244" fmla="*/ 3044204 h 5599766"/>
              <a:gd name="connsiteX12245" fmla="*/ 606593 w 10321503"/>
              <a:gd name="connsiteY12245" fmla="*/ 3044562 h 5599766"/>
              <a:gd name="connsiteX12246" fmla="*/ 610125 w 10321503"/>
              <a:gd name="connsiteY12246" fmla="*/ 3050703 h 5599766"/>
              <a:gd name="connsiteX12247" fmla="*/ 610125 w 10321503"/>
              <a:gd name="connsiteY12247" fmla="*/ 3051369 h 5599766"/>
              <a:gd name="connsiteX12248" fmla="*/ 606593 w 10321503"/>
              <a:gd name="connsiteY12248" fmla="*/ 3057511 h 5599766"/>
              <a:gd name="connsiteX12249" fmla="*/ 605979 w 10321503"/>
              <a:gd name="connsiteY12249" fmla="*/ 3057869 h 5599766"/>
              <a:gd name="connsiteX12250" fmla="*/ 804204 w 10321503"/>
              <a:gd name="connsiteY12250" fmla="*/ 3057869 h 5599766"/>
              <a:gd name="connsiteX12251" fmla="*/ 797140 w 10321503"/>
              <a:gd name="connsiteY12251" fmla="*/ 3057869 h 5599766"/>
              <a:gd name="connsiteX12252" fmla="*/ 796526 w 10321503"/>
              <a:gd name="connsiteY12252" fmla="*/ 3057511 h 5599766"/>
              <a:gd name="connsiteX12253" fmla="*/ 792995 w 10321503"/>
              <a:gd name="connsiteY12253" fmla="*/ 3051369 h 5599766"/>
              <a:gd name="connsiteX12254" fmla="*/ 792995 w 10321503"/>
              <a:gd name="connsiteY12254" fmla="*/ 3050703 h 5599766"/>
              <a:gd name="connsiteX12255" fmla="*/ 796526 w 10321503"/>
              <a:gd name="connsiteY12255" fmla="*/ 3044562 h 5599766"/>
              <a:gd name="connsiteX12256" fmla="*/ 797140 w 10321503"/>
              <a:gd name="connsiteY12256" fmla="*/ 3044204 h 5599766"/>
              <a:gd name="connsiteX12257" fmla="*/ 804204 w 10321503"/>
              <a:gd name="connsiteY12257" fmla="*/ 3044204 h 5599766"/>
              <a:gd name="connsiteX12258" fmla="*/ 804818 w 10321503"/>
              <a:gd name="connsiteY12258" fmla="*/ 3044562 h 5599766"/>
              <a:gd name="connsiteX12259" fmla="*/ 808350 w 10321503"/>
              <a:gd name="connsiteY12259" fmla="*/ 3050703 h 5599766"/>
              <a:gd name="connsiteX12260" fmla="*/ 808350 w 10321503"/>
              <a:gd name="connsiteY12260" fmla="*/ 3051369 h 5599766"/>
              <a:gd name="connsiteX12261" fmla="*/ 804818 w 10321503"/>
              <a:gd name="connsiteY12261" fmla="*/ 3057511 h 5599766"/>
              <a:gd name="connsiteX12262" fmla="*/ 804204 w 10321503"/>
              <a:gd name="connsiteY12262" fmla="*/ 3057869 h 5599766"/>
              <a:gd name="connsiteX12263" fmla="*/ 1002428 w 10321503"/>
              <a:gd name="connsiteY12263" fmla="*/ 3057869 h 5599766"/>
              <a:gd name="connsiteX12264" fmla="*/ 995366 w 10321503"/>
              <a:gd name="connsiteY12264" fmla="*/ 3057869 h 5599766"/>
              <a:gd name="connsiteX12265" fmla="*/ 994752 w 10321503"/>
              <a:gd name="connsiteY12265" fmla="*/ 3057511 h 5599766"/>
              <a:gd name="connsiteX12266" fmla="*/ 991220 w 10321503"/>
              <a:gd name="connsiteY12266" fmla="*/ 3051369 h 5599766"/>
              <a:gd name="connsiteX12267" fmla="*/ 991220 w 10321503"/>
              <a:gd name="connsiteY12267" fmla="*/ 3050703 h 5599766"/>
              <a:gd name="connsiteX12268" fmla="*/ 994752 w 10321503"/>
              <a:gd name="connsiteY12268" fmla="*/ 3044562 h 5599766"/>
              <a:gd name="connsiteX12269" fmla="*/ 995366 w 10321503"/>
              <a:gd name="connsiteY12269" fmla="*/ 3044204 h 5599766"/>
              <a:gd name="connsiteX12270" fmla="*/ 1002428 w 10321503"/>
              <a:gd name="connsiteY12270" fmla="*/ 3044204 h 5599766"/>
              <a:gd name="connsiteX12271" fmla="*/ 1003042 w 10321503"/>
              <a:gd name="connsiteY12271" fmla="*/ 3044562 h 5599766"/>
              <a:gd name="connsiteX12272" fmla="*/ 1006574 w 10321503"/>
              <a:gd name="connsiteY12272" fmla="*/ 3050703 h 5599766"/>
              <a:gd name="connsiteX12273" fmla="*/ 1006574 w 10321503"/>
              <a:gd name="connsiteY12273" fmla="*/ 3051369 h 5599766"/>
              <a:gd name="connsiteX12274" fmla="*/ 1003042 w 10321503"/>
              <a:gd name="connsiteY12274" fmla="*/ 3057511 h 5599766"/>
              <a:gd name="connsiteX12275" fmla="*/ 1002428 w 10321503"/>
              <a:gd name="connsiteY12275" fmla="*/ 3057869 h 5599766"/>
              <a:gd name="connsiteX12276" fmla="*/ 1200704 w 10321503"/>
              <a:gd name="connsiteY12276" fmla="*/ 3057869 h 5599766"/>
              <a:gd name="connsiteX12277" fmla="*/ 1193642 w 10321503"/>
              <a:gd name="connsiteY12277" fmla="*/ 3057869 h 5599766"/>
              <a:gd name="connsiteX12278" fmla="*/ 1193028 w 10321503"/>
              <a:gd name="connsiteY12278" fmla="*/ 3057511 h 5599766"/>
              <a:gd name="connsiteX12279" fmla="*/ 1189495 w 10321503"/>
              <a:gd name="connsiteY12279" fmla="*/ 3051369 h 5599766"/>
              <a:gd name="connsiteX12280" fmla="*/ 1189495 w 10321503"/>
              <a:gd name="connsiteY12280" fmla="*/ 3050703 h 5599766"/>
              <a:gd name="connsiteX12281" fmla="*/ 1193028 w 10321503"/>
              <a:gd name="connsiteY12281" fmla="*/ 3044562 h 5599766"/>
              <a:gd name="connsiteX12282" fmla="*/ 1193642 w 10321503"/>
              <a:gd name="connsiteY12282" fmla="*/ 3044204 h 5599766"/>
              <a:gd name="connsiteX12283" fmla="*/ 1200704 w 10321503"/>
              <a:gd name="connsiteY12283" fmla="*/ 3044204 h 5599766"/>
              <a:gd name="connsiteX12284" fmla="*/ 1201318 w 10321503"/>
              <a:gd name="connsiteY12284" fmla="*/ 3044562 h 5599766"/>
              <a:gd name="connsiteX12285" fmla="*/ 1204850 w 10321503"/>
              <a:gd name="connsiteY12285" fmla="*/ 3050703 h 5599766"/>
              <a:gd name="connsiteX12286" fmla="*/ 1204850 w 10321503"/>
              <a:gd name="connsiteY12286" fmla="*/ 3051369 h 5599766"/>
              <a:gd name="connsiteX12287" fmla="*/ 1201318 w 10321503"/>
              <a:gd name="connsiteY12287" fmla="*/ 3057511 h 5599766"/>
              <a:gd name="connsiteX12288" fmla="*/ 1200704 w 10321503"/>
              <a:gd name="connsiteY12288" fmla="*/ 3057869 h 5599766"/>
              <a:gd name="connsiteX12289" fmla="*/ 1398928 w 10321503"/>
              <a:gd name="connsiteY12289" fmla="*/ 3057869 h 5599766"/>
              <a:gd name="connsiteX12290" fmla="*/ 1391866 w 10321503"/>
              <a:gd name="connsiteY12290" fmla="*/ 3057869 h 5599766"/>
              <a:gd name="connsiteX12291" fmla="*/ 1391252 w 10321503"/>
              <a:gd name="connsiteY12291" fmla="*/ 3057511 h 5599766"/>
              <a:gd name="connsiteX12292" fmla="*/ 1387720 w 10321503"/>
              <a:gd name="connsiteY12292" fmla="*/ 3051369 h 5599766"/>
              <a:gd name="connsiteX12293" fmla="*/ 1387720 w 10321503"/>
              <a:gd name="connsiteY12293" fmla="*/ 3050703 h 5599766"/>
              <a:gd name="connsiteX12294" fmla="*/ 1391252 w 10321503"/>
              <a:gd name="connsiteY12294" fmla="*/ 3044562 h 5599766"/>
              <a:gd name="connsiteX12295" fmla="*/ 1391866 w 10321503"/>
              <a:gd name="connsiteY12295" fmla="*/ 3044204 h 5599766"/>
              <a:gd name="connsiteX12296" fmla="*/ 1398928 w 10321503"/>
              <a:gd name="connsiteY12296" fmla="*/ 3044204 h 5599766"/>
              <a:gd name="connsiteX12297" fmla="*/ 1399544 w 10321503"/>
              <a:gd name="connsiteY12297" fmla="*/ 3044562 h 5599766"/>
              <a:gd name="connsiteX12298" fmla="*/ 1403074 w 10321503"/>
              <a:gd name="connsiteY12298" fmla="*/ 3050703 h 5599766"/>
              <a:gd name="connsiteX12299" fmla="*/ 1403074 w 10321503"/>
              <a:gd name="connsiteY12299" fmla="*/ 3051369 h 5599766"/>
              <a:gd name="connsiteX12300" fmla="*/ 1399544 w 10321503"/>
              <a:gd name="connsiteY12300" fmla="*/ 3057511 h 5599766"/>
              <a:gd name="connsiteX12301" fmla="*/ 1398928 w 10321503"/>
              <a:gd name="connsiteY12301" fmla="*/ 3057869 h 5599766"/>
              <a:gd name="connsiteX12302" fmla="*/ 1597154 w 10321503"/>
              <a:gd name="connsiteY12302" fmla="*/ 3057869 h 5599766"/>
              <a:gd name="connsiteX12303" fmla="*/ 1590090 w 10321503"/>
              <a:gd name="connsiteY12303" fmla="*/ 3057869 h 5599766"/>
              <a:gd name="connsiteX12304" fmla="*/ 1589476 w 10321503"/>
              <a:gd name="connsiteY12304" fmla="*/ 3057511 h 5599766"/>
              <a:gd name="connsiteX12305" fmla="*/ 1585944 w 10321503"/>
              <a:gd name="connsiteY12305" fmla="*/ 3051369 h 5599766"/>
              <a:gd name="connsiteX12306" fmla="*/ 1585944 w 10321503"/>
              <a:gd name="connsiteY12306" fmla="*/ 3050703 h 5599766"/>
              <a:gd name="connsiteX12307" fmla="*/ 1589476 w 10321503"/>
              <a:gd name="connsiteY12307" fmla="*/ 3044562 h 5599766"/>
              <a:gd name="connsiteX12308" fmla="*/ 1590090 w 10321503"/>
              <a:gd name="connsiteY12308" fmla="*/ 3044204 h 5599766"/>
              <a:gd name="connsiteX12309" fmla="*/ 1597154 w 10321503"/>
              <a:gd name="connsiteY12309" fmla="*/ 3044204 h 5599766"/>
              <a:gd name="connsiteX12310" fmla="*/ 1597768 w 10321503"/>
              <a:gd name="connsiteY12310" fmla="*/ 3044562 h 5599766"/>
              <a:gd name="connsiteX12311" fmla="*/ 1601298 w 10321503"/>
              <a:gd name="connsiteY12311" fmla="*/ 3050703 h 5599766"/>
              <a:gd name="connsiteX12312" fmla="*/ 1601298 w 10321503"/>
              <a:gd name="connsiteY12312" fmla="*/ 3051369 h 5599766"/>
              <a:gd name="connsiteX12313" fmla="*/ 1597768 w 10321503"/>
              <a:gd name="connsiteY12313" fmla="*/ 3057511 h 5599766"/>
              <a:gd name="connsiteX12314" fmla="*/ 1597154 w 10321503"/>
              <a:gd name="connsiteY12314" fmla="*/ 3057869 h 5599766"/>
              <a:gd name="connsiteX12315" fmla="*/ 1795378 w 10321503"/>
              <a:gd name="connsiteY12315" fmla="*/ 3057869 h 5599766"/>
              <a:gd name="connsiteX12316" fmla="*/ 1788315 w 10321503"/>
              <a:gd name="connsiteY12316" fmla="*/ 3057869 h 5599766"/>
              <a:gd name="connsiteX12317" fmla="*/ 1787701 w 10321503"/>
              <a:gd name="connsiteY12317" fmla="*/ 3057511 h 5599766"/>
              <a:gd name="connsiteX12318" fmla="*/ 1784170 w 10321503"/>
              <a:gd name="connsiteY12318" fmla="*/ 3051369 h 5599766"/>
              <a:gd name="connsiteX12319" fmla="*/ 1784170 w 10321503"/>
              <a:gd name="connsiteY12319" fmla="*/ 3050703 h 5599766"/>
              <a:gd name="connsiteX12320" fmla="*/ 1787701 w 10321503"/>
              <a:gd name="connsiteY12320" fmla="*/ 3044562 h 5599766"/>
              <a:gd name="connsiteX12321" fmla="*/ 1788315 w 10321503"/>
              <a:gd name="connsiteY12321" fmla="*/ 3044204 h 5599766"/>
              <a:gd name="connsiteX12322" fmla="*/ 1795378 w 10321503"/>
              <a:gd name="connsiteY12322" fmla="*/ 3044204 h 5599766"/>
              <a:gd name="connsiteX12323" fmla="*/ 1795992 w 10321503"/>
              <a:gd name="connsiteY12323" fmla="*/ 3044562 h 5599766"/>
              <a:gd name="connsiteX12324" fmla="*/ 1799524 w 10321503"/>
              <a:gd name="connsiteY12324" fmla="*/ 3050703 h 5599766"/>
              <a:gd name="connsiteX12325" fmla="*/ 1799524 w 10321503"/>
              <a:gd name="connsiteY12325" fmla="*/ 3051369 h 5599766"/>
              <a:gd name="connsiteX12326" fmla="*/ 1795992 w 10321503"/>
              <a:gd name="connsiteY12326" fmla="*/ 3057511 h 5599766"/>
              <a:gd name="connsiteX12327" fmla="*/ 1795378 w 10321503"/>
              <a:gd name="connsiteY12327" fmla="*/ 3057869 h 5599766"/>
              <a:gd name="connsiteX12328" fmla="*/ 1993654 w 10321503"/>
              <a:gd name="connsiteY12328" fmla="*/ 3057869 h 5599766"/>
              <a:gd name="connsiteX12329" fmla="*/ 1986590 w 10321503"/>
              <a:gd name="connsiteY12329" fmla="*/ 3057869 h 5599766"/>
              <a:gd name="connsiteX12330" fmla="*/ 1985976 w 10321503"/>
              <a:gd name="connsiteY12330" fmla="*/ 3057511 h 5599766"/>
              <a:gd name="connsiteX12331" fmla="*/ 1982445 w 10321503"/>
              <a:gd name="connsiteY12331" fmla="*/ 3051369 h 5599766"/>
              <a:gd name="connsiteX12332" fmla="*/ 1982445 w 10321503"/>
              <a:gd name="connsiteY12332" fmla="*/ 3050703 h 5599766"/>
              <a:gd name="connsiteX12333" fmla="*/ 1985976 w 10321503"/>
              <a:gd name="connsiteY12333" fmla="*/ 3044562 h 5599766"/>
              <a:gd name="connsiteX12334" fmla="*/ 1986590 w 10321503"/>
              <a:gd name="connsiteY12334" fmla="*/ 3044204 h 5599766"/>
              <a:gd name="connsiteX12335" fmla="*/ 1993654 w 10321503"/>
              <a:gd name="connsiteY12335" fmla="*/ 3044204 h 5599766"/>
              <a:gd name="connsiteX12336" fmla="*/ 1994268 w 10321503"/>
              <a:gd name="connsiteY12336" fmla="*/ 3044562 h 5599766"/>
              <a:gd name="connsiteX12337" fmla="*/ 1997800 w 10321503"/>
              <a:gd name="connsiteY12337" fmla="*/ 3050703 h 5599766"/>
              <a:gd name="connsiteX12338" fmla="*/ 1997800 w 10321503"/>
              <a:gd name="connsiteY12338" fmla="*/ 3051369 h 5599766"/>
              <a:gd name="connsiteX12339" fmla="*/ 1994268 w 10321503"/>
              <a:gd name="connsiteY12339" fmla="*/ 3057511 h 5599766"/>
              <a:gd name="connsiteX12340" fmla="*/ 1993654 w 10321503"/>
              <a:gd name="connsiteY12340" fmla="*/ 3057869 h 5599766"/>
              <a:gd name="connsiteX12341" fmla="*/ 7739996 w 10321503"/>
              <a:gd name="connsiteY12341" fmla="*/ 3063568 h 5599766"/>
              <a:gd name="connsiteX12342" fmla="*/ 7732934 w 10321503"/>
              <a:gd name="connsiteY12342" fmla="*/ 3063568 h 5599766"/>
              <a:gd name="connsiteX12343" fmla="*/ 7732319 w 10321503"/>
              <a:gd name="connsiteY12343" fmla="*/ 3063208 h 5599766"/>
              <a:gd name="connsiteX12344" fmla="*/ 7728787 w 10321503"/>
              <a:gd name="connsiteY12344" fmla="*/ 3057068 h 5599766"/>
              <a:gd name="connsiteX12345" fmla="*/ 7728787 w 10321503"/>
              <a:gd name="connsiteY12345" fmla="*/ 3056403 h 5599766"/>
              <a:gd name="connsiteX12346" fmla="*/ 7732319 w 10321503"/>
              <a:gd name="connsiteY12346" fmla="*/ 3050259 h 5599766"/>
              <a:gd name="connsiteX12347" fmla="*/ 7732934 w 10321503"/>
              <a:gd name="connsiteY12347" fmla="*/ 3049902 h 5599766"/>
              <a:gd name="connsiteX12348" fmla="*/ 7739996 w 10321503"/>
              <a:gd name="connsiteY12348" fmla="*/ 3049902 h 5599766"/>
              <a:gd name="connsiteX12349" fmla="*/ 7740611 w 10321503"/>
              <a:gd name="connsiteY12349" fmla="*/ 3050259 h 5599766"/>
              <a:gd name="connsiteX12350" fmla="*/ 7744143 w 10321503"/>
              <a:gd name="connsiteY12350" fmla="*/ 3056403 h 5599766"/>
              <a:gd name="connsiteX12351" fmla="*/ 7744143 w 10321503"/>
              <a:gd name="connsiteY12351" fmla="*/ 3057068 h 5599766"/>
              <a:gd name="connsiteX12352" fmla="*/ 7740611 w 10321503"/>
              <a:gd name="connsiteY12352" fmla="*/ 3063208 h 5599766"/>
              <a:gd name="connsiteX12353" fmla="*/ 7739996 w 10321503"/>
              <a:gd name="connsiteY12353" fmla="*/ 3063568 h 5599766"/>
              <a:gd name="connsiteX12354" fmla="*/ 2784284 w 10321503"/>
              <a:gd name="connsiteY12354" fmla="*/ 3063570 h 5599766"/>
              <a:gd name="connsiteX12355" fmla="*/ 2777221 w 10321503"/>
              <a:gd name="connsiteY12355" fmla="*/ 3063570 h 5599766"/>
              <a:gd name="connsiteX12356" fmla="*/ 2776607 w 10321503"/>
              <a:gd name="connsiteY12356" fmla="*/ 3063212 h 5599766"/>
              <a:gd name="connsiteX12357" fmla="*/ 2773075 w 10321503"/>
              <a:gd name="connsiteY12357" fmla="*/ 3057071 h 5599766"/>
              <a:gd name="connsiteX12358" fmla="*/ 2773075 w 10321503"/>
              <a:gd name="connsiteY12358" fmla="*/ 3056405 h 5599766"/>
              <a:gd name="connsiteX12359" fmla="*/ 2776607 w 10321503"/>
              <a:gd name="connsiteY12359" fmla="*/ 3050262 h 5599766"/>
              <a:gd name="connsiteX12360" fmla="*/ 2777221 w 10321503"/>
              <a:gd name="connsiteY12360" fmla="*/ 3049906 h 5599766"/>
              <a:gd name="connsiteX12361" fmla="*/ 2784284 w 10321503"/>
              <a:gd name="connsiteY12361" fmla="*/ 3049906 h 5599766"/>
              <a:gd name="connsiteX12362" fmla="*/ 2784898 w 10321503"/>
              <a:gd name="connsiteY12362" fmla="*/ 3050262 h 5599766"/>
              <a:gd name="connsiteX12363" fmla="*/ 2788430 w 10321503"/>
              <a:gd name="connsiteY12363" fmla="*/ 3056405 h 5599766"/>
              <a:gd name="connsiteX12364" fmla="*/ 2788430 w 10321503"/>
              <a:gd name="connsiteY12364" fmla="*/ 3057071 h 5599766"/>
              <a:gd name="connsiteX12365" fmla="*/ 2784898 w 10321503"/>
              <a:gd name="connsiteY12365" fmla="*/ 3063212 h 5599766"/>
              <a:gd name="connsiteX12366" fmla="*/ 2784284 w 10321503"/>
              <a:gd name="connsiteY12366" fmla="*/ 3063570 h 5599766"/>
              <a:gd name="connsiteX12367" fmla="*/ 9127718 w 10321503"/>
              <a:gd name="connsiteY12367" fmla="*/ 3063571 h 5599766"/>
              <a:gd name="connsiteX12368" fmla="*/ 9120656 w 10321503"/>
              <a:gd name="connsiteY12368" fmla="*/ 3063571 h 5599766"/>
              <a:gd name="connsiteX12369" fmla="*/ 9120042 w 10321503"/>
              <a:gd name="connsiteY12369" fmla="*/ 3063214 h 5599766"/>
              <a:gd name="connsiteX12370" fmla="*/ 9116509 w 10321503"/>
              <a:gd name="connsiteY12370" fmla="*/ 3057071 h 5599766"/>
              <a:gd name="connsiteX12371" fmla="*/ 9116509 w 10321503"/>
              <a:gd name="connsiteY12371" fmla="*/ 3056406 h 5599766"/>
              <a:gd name="connsiteX12372" fmla="*/ 9120042 w 10321503"/>
              <a:gd name="connsiteY12372" fmla="*/ 3050263 h 5599766"/>
              <a:gd name="connsiteX12373" fmla="*/ 9120656 w 10321503"/>
              <a:gd name="connsiteY12373" fmla="*/ 3049906 h 5599766"/>
              <a:gd name="connsiteX12374" fmla="*/ 9127718 w 10321503"/>
              <a:gd name="connsiteY12374" fmla="*/ 3049906 h 5599766"/>
              <a:gd name="connsiteX12375" fmla="*/ 9128331 w 10321503"/>
              <a:gd name="connsiteY12375" fmla="*/ 3050263 h 5599766"/>
              <a:gd name="connsiteX12376" fmla="*/ 9131865 w 10321503"/>
              <a:gd name="connsiteY12376" fmla="*/ 3056406 h 5599766"/>
              <a:gd name="connsiteX12377" fmla="*/ 9131865 w 10321503"/>
              <a:gd name="connsiteY12377" fmla="*/ 3057071 h 5599766"/>
              <a:gd name="connsiteX12378" fmla="*/ 9128331 w 10321503"/>
              <a:gd name="connsiteY12378" fmla="*/ 3063214 h 5599766"/>
              <a:gd name="connsiteX12379" fmla="*/ 9127718 w 10321503"/>
              <a:gd name="connsiteY12379" fmla="*/ 3063571 h 5599766"/>
              <a:gd name="connsiteX12380" fmla="*/ 4171959 w 10321503"/>
              <a:gd name="connsiteY12380" fmla="*/ 3063573 h 5599766"/>
              <a:gd name="connsiteX12381" fmla="*/ 4164896 w 10321503"/>
              <a:gd name="connsiteY12381" fmla="*/ 3063573 h 5599766"/>
              <a:gd name="connsiteX12382" fmla="*/ 4164282 w 10321503"/>
              <a:gd name="connsiteY12382" fmla="*/ 3063215 h 5599766"/>
              <a:gd name="connsiteX12383" fmla="*/ 4160751 w 10321503"/>
              <a:gd name="connsiteY12383" fmla="*/ 3057072 h 5599766"/>
              <a:gd name="connsiteX12384" fmla="*/ 4160751 w 10321503"/>
              <a:gd name="connsiteY12384" fmla="*/ 3056408 h 5599766"/>
              <a:gd name="connsiteX12385" fmla="*/ 4164282 w 10321503"/>
              <a:gd name="connsiteY12385" fmla="*/ 3050265 h 5599766"/>
              <a:gd name="connsiteX12386" fmla="*/ 4164896 w 10321503"/>
              <a:gd name="connsiteY12386" fmla="*/ 3049906 h 5599766"/>
              <a:gd name="connsiteX12387" fmla="*/ 4171959 w 10321503"/>
              <a:gd name="connsiteY12387" fmla="*/ 3049906 h 5599766"/>
              <a:gd name="connsiteX12388" fmla="*/ 4172573 w 10321503"/>
              <a:gd name="connsiteY12388" fmla="*/ 3050265 h 5599766"/>
              <a:gd name="connsiteX12389" fmla="*/ 4176105 w 10321503"/>
              <a:gd name="connsiteY12389" fmla="*/ 3056408 h 5599766"/>
              <a:gd name="connsiteX12390" fmla="*/ 4176105 w 10321503"/>
              <a:gd name="connsiteY12390" fmla="*/ 3057072 h 5599766"/>
              <a:gd name="connsiteX12391" fmla="*/ 4172573 w 10321503"/>
              <a:gd name="connsiteY12391" fmla="*/ 3063215 h 5599766"/>
              <a:gd name="connsiteX12392" fmla="*/ 4171959 w 10321503"/>
              <a:gd name="connsiteY12392" fmla="*/ 3063573 h 5599766"/>
              <a:gd name="connsiteX12393" fmla="*/ 3775459 w 10321503"/>
              <a:gd name="connsiteY12393" fmla="*/ 3063574 h 5599766"/>
              <a:gd name="connsiteX12394" fmla="*/ 3768396 w 10321503"/>
              <a:gd name="connsiteY12394" fmla="*/ 3063574 h 5599766"/>
              <a:gd name="connsiteX12395" fmla="*/ 3767781 w 10321503"/>
              <a:gd name="connsiteY12395" fmla="*/ 3063217 h 5599766"/>
              <a:gd name="connsiteX12396" fmla="*/ 3764249 w 10321503"/>
              <a:gd name="connsiteY12396" fmla="*/ 3057074 h 5599766"/>
              <a:gd name="connsiteX12397" fmla="*/ 3764249 w 10321503"/>
              <a:gd name="connsiteY12397" fmla="*/ 3056409 h 5599766"/>
              <a:gd name="connsiteX12398" fmla="*/ 3767781 w 10321503"/>
              <a:gd name="connsiteY12398" fmla="*/ 3050266 h 5599766"/>
              <a:gd name="connsiteX12399" fmla="*/ 3768396 w 10321503"/>
              <a:gd name="connsiteY12399" fmla="*/ 3049907 h 5599766"/>
              <a:gd name="connsiteX12400" fmla="*/ 3775459 w 10321503"/>
              <a:gd name="connsiteY12400" fmla="*/ 3049907 h 5599766"/>
              <a:gd name="connsiteX12401" fmla="*/ 3776073 w 10321503"/>
              <a:gd name="connsiteY12401" fmla="*/ 3050266 h 5599766"/>
              <a:gd name="connsiteX12402" fmla="*/ 3779604 w 10321503"/>
              <a:gd name="connsiteY12402" fmla="*/ 3056409 h 5599766"/>
              <a:gd name="connsiteX12403" fmla="*/ 3779604 w 10321503"/>
              <a:gd name="connsiteY12403" fmla="*/ 3057074 h 5599766"/>
              <a:gd name="connsiteX12404" fmla="*/ 3776073 w 10321503"/>
              <a:gd name="connsiteY12404" fmla="*/ 3063217 h 5599766"/>
              <a:gd name="connsiteX12405" fmla="*/ 3775459 w 10321503"/>
              <a:gd name="connsiteY12405" fmla="*/ 3063574 h 5599766"/>
              <a:gd name="connsiteX12406" fmla="*/ 3180784 w 10321503"/>
              <a:gd name="connsiteY12406" fmla="*/ 3063576 h 5599766"/>
              <a:gd name="connsiteX12407" fmla="*/ 3173721 w 10321503"/>
              <a:gd name="connsiteY12407" fmla="*/ 3063576 h 5599766"/>
              <a:gd name="connsiteX12408" fmla="*/ 3173107 w 10321503"/>
              <a:gd name="connsiteY12408" fmla="*/ 3063217 h 5599766"/>
              <a:gd name="connsiteX12409" fmla="*/ 3169576 w 10321503"/>
              <a:gd name="connsiteY12409" fmla="*/ 3057075 h 5599766"/>
              <a:gd name="connsiteX12410" fmla="*/ 3169576 w 10321503"/>
              <a:gd name="connsiteY12410" fmla="*/ 3056410 h 5599766"/>
              <a:gd name="connsiteX12411" fmla="*/ 3173107 w 10321503"/>
              <a:gd name="connsiteY12411" fmla="*/ 3050268 h 5599766"/>
              <a:gd name="connsiteX12412" fmla="*/ 3173721 w 10321503"/>
              <a:gd name="connsiteY12412" fmla="*/ 3049909 h 5599766"/>
              <a:gd name="connsiteX12413" fmla="*/ 3180784 w 10321503"/>
              <a:gd name="connsiteY12413" fmla="*/ 3049909 h 5599766"/>
              <a:gd name="connsiteX12414" fmla="*/ 3181398 w 10321503"/>
              <a:gd name="connsiteY12414" fmla="*/ 3050268 h 5599766"/>
              <a:gd name="connsiteX12415" fmla="*/ 3184931 w 10321503"/>
              <a:gd name="connsiteY12415" fmla="*/ 3056410 h 5599766"/>
              <a:gd name="connsiteX12416" fmla="*/ 3184931 w 10321503"/>
              <a:gd name="connsiteY12416" fmla="*/ 3057075 h 5599766"/>
              <a:gd name="connsiteX12417" fmla="*/ 3181398 w 10321503"/>
              <a:gd name="connsiteY12417" fmla="*/ 3063217 h 5599766"/>
              <a:gd name="connsiteX12418" fmla="*/ 3180784 w 10321503"/>
              <a:gd name="connsiteY12418" fmla="*/ 3063576 h 5599766"/>
              <a:gd name="connsiteX12419" fmla="*/ 2982559 w 10321503"/>
              <a:gd name="connsiteY12419" fmla="*/ 3063577 h 5599766"/>
              <a:gd name="connsiteX12420" fmla="*/ 2975496 w 10321503"/>
              <a:gd name="connsiteY12420" fmla="*/ 3063577 h 5599766"/>
              <a:gd name="connsiteX12421" fmla="*/ 2974882 w 10321503"/>
              <a:gd name="connsiteY12421" fmla="*/ 3063217 h 5599766"/>
              <a:gd name="connsiteX12422" fmla="*/ 2971351 w 10321503"/>
              <a:gd name="connsiteY12422" fmla="*/ 3057076 h 5599766"/>
              <a:gd name="connsiteX12423" fmla="*/ 2971351 w 10321503"/>
              <a:gd name="connsiteY12423" fmla="*/ 3056411 h 5599766"/>
              <a:gd name="connsiteX12424" fmla="*/ 2974882 w 10321503"/>
              <a:gd name="connsiteY12424" fmla="*/ 3050268 h 5599766"/>
              <a:gd name="connsiteX12425" fmla="*/ 2975496 w 10321503"/>
              <a:gd name="connsiteY12425" fmla="*/ 3049910 h 5599766"/>
              <a:gd name="connsiteX12426" fmla="*/ 2982559 w 10321503"/>
              <a:gd name="connsiteY12426" fmla="*/ 3049910 h 5599766"/>
              <a:gd name="connsiteX12427" fmla="*/ 2983173 w 10321503"/>
              <a:gd name="connsiteY12427" fmla="*/ 3050268 h 5599766"/>
              <a:gd name="connsiteX12428" fmla="*/ 2986706 w 10321503"/>
              <a:gd name="connsiteY12428" fmla="*/ 3056411 h 5599766"/>
              <a:gd name="connsiteX12429" fmla="*/ 2986706 w 10321503"/>
              <a:gd name="connsiteY12429" fmla="*/ 3057076 h 5599766"/>
              <a:gd name="connsiteX12430" fmla="*/ 2983173 w 10321503"/>
              <a:gd name="connsiteY12430" fmla="*/ 3063217 h 5599766"/>
              <a:gd name="connsiteX12431" fmla="*/ 2982559 w 10321503"/>
              <a:gd name="connsiteY12431" fmla="*/ 3063577 h 5599766"/>
              <a:gd name="connsiteX12432" fmla="*/ 5956083 w 10321503"/>
              <a:gd name="connsiteY12432" fmla="*/ 3063577 h 5599766"/>
              <a:gd name="connsiteX12433" fmla="*/ 5949019 w 10321503"/>
              <a:gd name="connsiteY12433" fmla="*/ 3063577 h 5599766"/>
              <a:gd name="connsiteX12434" fmla="*/ 5948405 w 10321503"/>
              <a:gd name="connsiteY12434" fmla="*/ 3063218 h 5599766"/>
              <a:gd name="connsiteX12435" fmla="*/ 5944873 w 10321503"/>
              <a:gd name="connsiteY12435" fmla="*/ 3057077 h 5599766"/>
              <a:gd name="connsiteX12436" fmla="*/ 5944873 w 10321503"/>
              <a:gd name="connsiteY12436" fmla="*/ 3056411 h 5599766"/>
              <a:gd name="connsiteX12437" fmla="*/ 5948405 w 10321503"/>
              <a:gd name="connsiteY12437" fmla="*/ 3050269 h 5599766"/>
              <a:gd name="connsiteX12438" fmla="*/ 5949019 w 10321503"/>
              <a:gd name="connsiteY12438" fmla="*/ 3049910 h 5599766"/>
              <a:gd name="connsiteX12439" fmla="*/ 5956083 w 10321503"/>
              <a:gd name="connsiteY12439" fmla="*/ 3049910 h 5599766"/>
              <a:gd name="connsiteX12440" fmla="*/ 5956697 w 10321503"/>
              <a:gd name="connsiteY12440" fmla="*/ 3050269 h 5599766"/>
              <a:gd name="connsiteX12441" fmla="*/ 5960227 w 10321503"/>
              <a:gd name="connsiteY12441" fmla="*/ 3056411 h 5599766"/>
              <a:gd name="connsiteX12442" fmla="*/ 5960227 w 10321503"/>
              <a:gd name="connsiteY12442" fmla="*/ 3057077 h 5599766"/>
              <a:gd name="connsiteX12443" fmla="*/ 5956697 w 10321503"/>
              <a:gd name="connsiteY12443" fmla="*/ 3063218 h 5599766"/>
              <a:gd name="connsiteX12444" fmla="*/ 5956083 w 10321503"/>
              <a:gd name="connsiteY12444" fmla="*/ 3063577 h 5599766"/>
              <a:gd name="connsiteX12445" fmla="*/ 9524180 w 10321503"/>
              <a:gd name="connsiteY12445" fmla="*/ 3063577 h 5599766"/>
              <a:gd name="connsiteX12446" fmla="*/ 9517116 w 10321503"/>
              <a:gd name="connsiteY12446" fmla="*/ 3063577 h 5599766"/>
              <a:gd name="connsiteX12447" fmla="*/ 9516504 w 10321503"/>
              <a:gd name="connsiteY12447" fmla="*/ 3063219 h 5599766"/>
              <a:gd name="connsiteX12448" fmla="*/ 9512972 w 10321503"/>
              <a:gd name="connsiteY12448" fmla="*/ 3057078 h 5599766"/>
              <a:gd name="connsiteX12449" fmla="*/ 9512972 w 10321503"/>
              <a:gd name="connsiteY12449" fmla="*/ 3056411 h 5599766"/>
              <a:gd name="connsiteX12450" fmla="*/ 9516504 w 10321503"/>
              <a:gd name="connsiteY12450" fmla="*/ 3050269 h 5599766"/>
              <a:gd name="connsiteX12451" fmla="*/ 9517116 w 10321503"/>
              <a:gd name="connsiteY12451" fmla="*/ 3049911 h 5599766"/>
              <a:gd name="connsiteX12452" fmla="*/ 9524180 w 10321503"/>
              <a:gd name="connsiteY12452" fmla="*/ 3049911 h 5599766"/>
              <a:gd name="connsiteX12453" fmla="*/ 9524795 w 10321503"/>
              <a:gd name="connsiteY12453" fmla="*/ 3050269 h 5599766"/>
              <a:gd name="connsiteX12454" fmla="*/ 9528326 w 10321503"/>
              <a:gd name="connsiteY12454" fmla="*/ 3056411 h 5599766"/>
              <a:gd name="connsiteX12455" fmla="*/ 9528326 w 10321503"/>
              <a:gd name="connsiteY12455" fmla="*/ 3057078 h 5599766"/>
              <a:gd name="connsiteX12456" fmla="*/ 9524795 w 10321503"/>
              <a:gd name="connsiteY12456" fmla="*/ 3063219 h 5599766"/>
              <a:gd name="connsiteX12457" fmla="*/ 9524180 w 10321503"/>
              <a:gd name="connsiteY12457" fmla="*/ 3063577 h 5599766"/>
              <a:gd name="connsiteX12458" fmla="*/ 9920684 w 10321503"/>
              <a:gd name="connsiteY12458" fmla="*/ 3063580 h 5599766"/>
              <a:gd name="connsiteX12459" fmla="*/ 9913622 w 10321503"/>
              <a:gd name="connsiteY12459" fmla="*/ 3063580 h 5599766"/>
              <a:gd name="connsiteX12460" fmla="*/ 9913007 w 10321503"/>
              <a:gd name="connsiteY12460" fmla="*/ 3063223 h 5599766"/>
              <a:gd name="connsiteX12461" fmla="*/ 9909476 w 10321503"/>
              <a:gd name="connsiteY12461" fmla="*/ 3057081 h 5599766"/>
              <a:gd name="connsiteX12462" fmla="*/ 9909476 w 10321503"/>
              <a:gd name="connsiteY12462" fmla="*/ 3056415 h 5599766"/>
              <a:gd name="connsiteX12463" fmla="*/ 9913007 w 10321503"/>
              <a:gd name="connsiteY12463" fmla="*/ 3050273 h 5599766"/>
              <a:gd name="connsiteX12464" fmla="*/ 9913622 w 10321503"/>
              <a:gd name="connsiteY12464" fmla="*/ 3049915 h 5599766"/>
              <a:gd name="connsiteX12465" fmla="*/ 9920684 w 10321503"/>
              <a:gd name="connsiteY12465" fmla="*/ 3049915 h 5599766"/>
              <a:gd name="connsiteX12466" fmla="*/ 9921298 w 10321503"/>
              <a:gd name="connsiteY12466" fmla="*/ 3050273 h 5599766"/>
              <a:gd name="connsiteX12467" fmla="*/ 9924831 w 10321503"/>
              <a:gd name="connsiteY12467" fmla="*/ 3056415 h 5599766"/>
              <a:gd name="connsiteX12468" fmla="*/ 9924831 w 10321503"/>
              <a:gd name="connsiteY12468" fmla="*/ 3057081 h 5599766"/>
              <a:gd name="connsiteX12469" fmla="*/ 9921298 w 10321503"/>
              <a:gd name="connsiteY12469" fmla="*/ 3063223 h 5599766"/>
              <a:gd name="connsiteX12470" fmla="*/ 9920684 w 10321503"/>
              <a:gd name="connsiteY12470" fmla="*/ 3063580 h 5599766"/>
              <a:gd name="connsiteX12471" fmla="*/ 5559633 w 10321503"/>
              <a:gd name="connsiteY12471" fmla="*/ 3063591 h 5599766"/>
              <a:gd name="connsiteX12472" fmla="*/ 5552569 w 10321503"/>
              <a:gd name="connsiteY12472" fmla="*/ 3063591 h 5599766"/>
              <a:gd name="connsiteX12473" fmla="*/ 5551956 w 10321503"/>
              <a:gd name="connsiteY12473" fmla="*/ 3063233 h 5599766"/>
              <a:gd name="connsiteX12474" fmla="*/ 5548424 w 10321503"/>
              <a:gd name="connsiteY12474" fmla="*/ 3057092 h 5599766"/>
              <a:gd name="connsiteX12475" fmla="*/ 5548424 w 10321503"/>
              <a:gd name="connsiteY12475" fmla="*/ 3056427 h 5599766"/>
              <a:gd name="connsiteX12476" fmla="*/ 5551956 w 10321503"/>
              <a:gd name="connsiteY12476" fmla="*/ 3050284 h 5599766"/>
              <a:gd name="connsiteX12477" fmla="*/ 5552569 w 10321503"/>
              <a:gd name="connsiteY12477" fmla="*/ 3049926 h 5599766"/>
              <a:gd name="connsiteX12478" fmla="*/ 5559633 w 10321503"/>
              <a:gd name="connsiteY12478" fmla="*/ 3049926 h 5599766"/>
              <a:gd name="connsiteX12479" fmla="*/ 5560246 w 10321503"/>
              <a:gd name="connsiteY12479" fmla="*/ 3050284 h 5599766"/>
              <a:gd name="connsiteX12480" fmla="*/ 5563779 w 10321503"/>
              <a:gd name="connsiteY12480" fmla="*/ 3056427 h 5599766"/>
              <a:gd name="connsiteX12481" fmla="*/ 5563779 w 10321503"/>
              <a:gd name="connsiteY12481" fmla="*/ 3057092 h 5599766"/>
              <a:gd name="connsiteX12482" fmla="*/ 5560246 w 10321503"/>
              <a:gd name="connsiteY12482" fmla="*/ 3063233 h 5599766"/>
              <a:gd name="connsiteX12483" fmla="*/ 5559633 w 10321503"/>
              <a:gd name="connsiteY12483" fmla="*/ 3063591 h 5599766"/>
              <a:gd name="connsiteX12484" fmla="*/ 6749031 w 10321503"/>
              <a:gd name="connsiteY12484" fmla="*/ 3063591 h 5599766"/>
              <a:gd name="connsiteX12485" fmla="*/ 6741967 w 10321503"/>
              <a:gd name="connsiteY12485" fmla="*/ 3063591 h 5599766"/>
              <a:gd name="connsiteX12486" fmla="*/ 6741354 w 10321503"/>
              <a:gd name="connsiteY12486" fmla="*/ 3063232 h 5599766"/>
              <a:gd name="connsiteX12487" fmla="*/ 6737823 w 10321503"/>
              <a:gd name="connsiteY12487" fmla="*/ 3057089 h 5599766"/>
              <a:gd name="connsiteX12488" fmla="*/ 6737823 w 10321503"/>
              <a:gd name="connsiteY12488" fmla="*/ 3056425 h 5599766"/>
              <a:gd name="connsiteX12489" fmla="*/ 6741354 w 10321503"/>
              <a:gd name="connsiteY12489" fmla="*/ 3050282 h 5599766"/>
              <a:gd name="connsiteX12490" fmla="*/ 6741967 w 10321503"/>
              <a:gd name="connsiteY12490" fmla="*/ 3049923 h 5599766"/>
              <a:gd name="connsiteX12491" fmla="*/ 6749031 w 10321503"/>
              <a:gd name="connsiteY12491" fmla="*/ 3049923 h 5599766"/>
              <a:gd name="connsiteX12492" fmla="*/ 6749646 w 10321503"/>
              <a:gd name="connsiteY12492" fmla="*/ 3050282 h 5599766"/>
              <a:gd name="connsiteX12493" fmla="*/ 6753177 w 10321503"/>
              <a:gd name="connsiteY12493" fmla="*/ 3056425 h 5599766"/>
              <a:gd name="connsiteX12494" fmla="*/ 6753177 w 10321503"/>
              <a:gd name="connsiteY12494" fmla="*/ 3057089 h 5599766"/>
              <a:gd name="connsiteX12495" fmla="*/ 6749646 w 10321503"/>
              <a:gd name="connsiteY12495" fmla="*/ 3063232 h 5599766"/>
              <a:gd name="connsiteX12496" fmla="*/ 6749031 w 10321503"/>
              <a:gd name="connsiteY12496" fmla="*/ 3063591 h 5599766"/>
              <a:gd name="connsiteX12497" fmla="*/ 8136574 w 10321503"/>
              <a:gd name="connsiteY12497" fmla="*/ 3063591 h 5599766"/>
              <a:gd name="connsiteX12498" fmla="*/ 8129510 w 10321503"/>
              <a:gd name="connsiteY12498" fmla="*/ 3063591 h 5599766"/>
              <a:gd name="connsiteX12499" fmla="*/ 8128896 w 10321503"/>
              <a:gd name="connsiteY12499" fmla="*/ 3063232 h 5599766"/>
              <a:gd name="connsiteX12500" fmla="*/ 8125364 w 10321503"/>
              <a:gd name="connsiteY12500" fmla="*/ 3057091 h 5599766"/>
              <a:gd name="connsiteX12501" fmla="*/ 8125364 w 10321503"/>
              <a:gd name="connsiteY12501" fmla="*/ 3056425 h 5599766"/>
              <a:gd name="connsiteX12502" fmla="*/ 8128896 w 10321503"/>
              <a:gd name="connsiteY12502" fmla="*/ 3050283 h 5599766"/>
              <a:gd name="connsiteX12503" fmla="*/ 8129510 w 10321503"/>
              <a:gd name="connsiteY12503" fmla="*/ 3049925 h 5599766"/>
              <a:gd name="connsiteX12504" fmla="*/ 8136574 w 10321503"/>
              <a:gd name="connsiteY12504" fmla="*/ 3049925 h 5599766"/>
              <a:gd name="connsiteX12505" fmla="*/ 8137188 w 10321503"/>
              <a:gd name="connsiteY12505" fmla="*/ 3050283 h 5599766"/>
              <a:gd name="connsiteX12506" fmla="*/ 8140719 w 10321503"/>
              <a:gd name="connsiteY12506" fmla="*/ 3056425 h 5599766"/>
              <a:gd name="connsiteX12507" fmla="*/ 8140719 w 10321503"/>
              <a:gd name="connsiteY12507" fmla="*/ 3057091 h 5599766"/>
              <a:gd name="connsiteX12508" fmla="*/ 8137188 w 10321503"/>
              <a:gd name="connsiteY12508" fmla="*/ 3063232 h 5599766"/>
              <a:gd name="connsiteX12509" fmla="*/ 8136574 w 10321503"/>
              <a:gd name="connsiteY12509" fmla="*/ 3063591 h 5599766"/>
              <a:gd name="connsiteX12510" fmla="*/ 6550807 w 10321503"/>
              <a:gd name="connsiteY12510" fmla="*/ 3063592 h 5599766"/>
              <a:gd name="connsiteX12511" fmla="*/ 6543744 w 10321503"/>
              <a:gd name="connsiteY12511" fmla="*/ 3063592 h 5599766"/>
              <a:gd name="connsiteX12512" fmla="*/ 6543129 w 10321503"/>
              <a:gd name="connsiteY12512" fmla="*/ 3063233 h 5599766"/>
              <a:gd name="connsiteX12513" fmla="*/ 6539598 w 10321503"/>
              <a:gd name="connsiteY12513" fmla="*/ 3057093 h 5599766"/>
              <a:gd name="connsiteX12514" fmla="*/ 6539598 w 10321503"/>
              <a:gd name="connsiteY12514" fmla="*/ 3056427 h 5599766"/>
              <a:gd name="connsiteX12515" fmla="*/ 6543129 w 10321503"/>
              <a:gd name="connsiteY12515" fmla="*/ 3050284 h 5599766"/>
              <a:gd name="connsiteX12516" fmla="*/ 6543744 w 10321503"/>
              <a:gd name="connsiteY12516" fmla="*/ 3049927 h 5599766"/>
              <a:gd name="connsiteX12517" fmla="*/ 6550807 w 10321503"/>
              <a:gd name="connsiteY12517" fmla="*/ 3049927 h 5599766"/>
              <a:gd name="connsiteX12518" fmla="*/ 6551420 w 10321503"/>
              <a:gd name="connsiteY12518" fmla="*/ 3050284 h 5599766"/>
              <a:gd name="connsiteX12519" fmla="*/ 6554953 w 10321503"/>
              <a:gd name="connsiteY12519" fmla="*/ 3056427 h 5599766"/>
              <a:gd name="connsiteX12520" fmla="*/ 6554953 w 10321503"/>
              <a:gd name="connsiteY12520" fmla="*/ 3057093 h 5599766"/>
              <a:gd name="connsiteX12521" fmla="*/ 6551420 w 10321503"/>
              <a:gd name="connsiteY12521" fmla="*/ 3063233 h 5599766"/>
              <a:gd name="connsiteX12522" fmla="*/ 6550807 w 10321503"/>
              <a:gd name="connsiteY12522" fmla="*/ 3063592 h 5599766"/>
              <a:gd name="connsiteX12523" fmla="*/ 10317153 w 10321503"/>
              <a:gd name="connsiteY12523" fmla="*/ 3063594 h 5599766"/>
              <a:gd name="connsiteX12524" fmla="*/ 10310092 w 10321503"/>
              <a:gd name="connsiteY12524" fmla="*/ 3063594 h 5599766"/>
              <a:gd name="connsiteX12525" fmla="*/ 10309478 w 10321503"/>
              <a:gd name="connsiteY12525" fmla="*/ 3063237 h 5599766"/>
              <a:gd name="connsiteX12526" fmla="*/ 10305946 w 10321503"/>
              <a:gd name="connsiteY12526" fmla="*/ 3057095 h 5599766"/>
              <a:gd name="connsiteX12527" fmla="*/ 10305946 w 10321503"/>
              <a:gd name="connsiteY12527" fmla="*/ 3056429 h 5599766"/>
              <a:gd name="connsiteX12528" fmla="*/ 10309478 w 10321503"/>
              <a:gd name="connsiteY12528" fmla="*/ 3050287 h 5599766"/>
              <a:gd name="connsiteX12529" fmla="*/ 10310092 w 10321503"/>
              <a:gd name="connsiteY12529" fmla="*/ 3049928 h 5599766"/>
              <a:gd name="connsiteX12530" fmla="*/ 10317153 w 10321503"/>
              <a:gd name="connsiteY12530" fmla="*/ 3049928 h 5599766"/>
              <a:gd name="connsiteX12531" fmla="*/ 10317769 w 10321503"/>
              <a:gd name="connsiteY12531" fmla="*/ 3050287 h 5599766"/>
              <a:gd name="connsiteX12532" fmla="*/ 10321300 w 10321503"/>
              <a:gd name="connsiteY12532" fmla="*/ 3056429 h 5599766"/>
              <a:gd name="connsiteX12533" fmla="*/ 10321300 w 10321503"/>
              <a:gd name="connsiteY12533" fmla="*/ 3057095 h 5599766"/>
              <a:gd name="connsiteX12534" fmla="*/ 10317769 w 10321503"/>
              <a:gd name="connsiteY12534" fmla="*/ 3063237 h 5599766"/>
              <a:gd name="connsiteX12535" fmla="*/ 10317153 w 10321503"/>
              <a:gd name="connsiteY12535" fmla="*/ 3063594 h 5599766"/>
              <a:gd name="connsiteX12536" fmla="*/ 4766683 w 10321503"/>
              <a:gd name="connsiteY12536" fmla="*/ 3063595 h 5599766"/>
              <a:gd name="connsiteX12537" fmla="*/ 4759621 w 10321503"/>
              <a:gd name="connsiteY12537" fmla="*/ 3063595 h 5599766"/>
              <a:gd name="connsiteX12538" fmla="*/ 4759007 w 10321503"/>
              <a:gd name="connsiteY12538" fmla="*/ 3063238 h 5599766"/>
              <a:gd name="connsiteX12539" fmla="*/ 4755475 w 10321503"/>
              <a:gd name="connsiteY12539" fmla="*/ 3057096 h 5599766"/>
              <a:gd name="connsiteX12540" fmla="*/ 4755475 w 10321503"/>
              <a:gd name="connsiteY12540" fmla="*/ 3056429 h 5599766"/>
              <a:gd name="connsiteX12541" fmla="*/ 4759007 w 10321503"/>
              <a:gd name="connsiteY12541" fmla="*/ 3050287 h 5599766"/>
              <a:gd name="connsiteX12542" fmla="*/ 4759621 w 10321503"/>
              <a:gd name="connsiteY12542" fmla="*/ 3049930 h 5599766"/>
              <a:gd name="connsiteX12543" fmla="*/ 4766683 w 10321503"/>
              <a:gd name="connsiteY12543" fmla="*/ 3049930 h 5599766"/>
              <a:gd name="connsiteX12544" fmla="*/ 4767297 w 10321503"/>
              <a:gd name="connsiteY12544" fmla="*/ 3050287 h 5599766"/>
              <a:gd name="connsiteX12545" fmla="*/ 4770829 w 10321503"/>
              <a:gd name="connsiteY12545" fmla="*/ 3056429 h 5599766"/>
              <a:gd name="connsiteX12546" fmla="*/ 4770829 w 10321503"/>
              <a:gd name="connsiteY12546" fmla="*/ 3057096 h 5599766"/>
              <a:gd name="connsiteX12547" fmla="*/ 4767297 w 10321503"/>
              <a:gd name="connsiteY12547" fmla="*/ 3063238 h 5599766"/>
              <a:gd name="connsiteX12548" fmla="*/ 4766683 w 10321503"/>
              <a:gd name="connsiteY12548" fmla="*/ 3063595 h 5599766"/>
              <a:gd name="connsiteX12549" fmla="*/ 6947256 w 10321503"/>
              <a:gd name="connsiteY12549" fmla="*/ 3063599 h 5599766"/>
              <a:gd name="connsiteX12550" fmla="*/ 6940193 w 10321503"/>
              <a:gd name="connsiteY12550" fmla="*/ 3063599 h 5599766"/>
              <a:gd name="connsiteX12551" fmla="*/ 6939578 w 10321503"/>
              <a:gd name="connsiteY12551" fmla="*/ 3063241 h 5599766"/>
              <a:gd name="connsiteX12552" fmla="*/ 6936048 w 10321503"/>
              <a:gd name="connsiteY12552" fmla="*/ 3057100 h 5599766"/>
              <a:gd name="connsiteX12553" fmla="*/ 6936048 w 10321503"/>
              <a:gd name="connsiteY12553" fmla="*/ 3056434 h 5599766"/>
              <a:gd name="connsiteX12554" fmla="*/ 6939578 w 10321503"/>
              <a:gd name="connsiteY12554" fmla="*/ 3050291 h 5599766"/>
              <a:gd name="connsiteX12555" fmla="*/ 6940193 w 10321503"/>
              <a:gd name="connsiteY12555" fmla="*/ 3049934 h 5599766"/>
              <a:gd name="connsiteX12556" fmla="*/ 6947256 w 10321503"/>
              <a:gd name="connsiteY12556" fmla="*/ 3049934 h 5599766"/>
              <a:gd name="connsiteX12557" fmla="*/ 6947870 w 10321503"/>
              <a:gd name="connsiteY12557" fmla="*/ 3050291 h 5599766"/>
              <a:gd name="connsiteX12558" fmla="*/ 6951402 w 10321503"/>
              <a:gd name="connsiteY12558" fmla="*/ 3056434 h 5599766"/>
              <a:gd name="connsiteX12559" fmla="*/ 6951402 w 10321503"/>
              <a:gd name="connsiteY12559" fmla="*/ 3057100 h 5599766"/>
              <a:gd name="connsiteX12560" fmla="*/ 6947870 w 10321503"/>
              <a:gd name="connsiteY12560" fmla="*/ 3063241 h 5599766"/>
              <a:gd name="connsiteX12561" fmla="*/ 6947256 w 10321503"/>
              <a:gd name="connsiteY12561" fmla="*/ 3063599 h 5599766"/>
              <a:gd name="connsiteX12562" fmla="*/ 4568408 w 10321503"/>
              <a:gd name="connsiteY12562" fmla="*/ 3063602 h 5599766"/>
              <a:gd name="connsiteX12563" fmla="*/ 4561345 w 10321503"/>
              <a:gd name="connsiteY12563" fmla="*/ 3063602 h 5599766"/>
              <a:gd name="connsiteX12564" fmla="*/ 4560731 w 10321503"/>
              <a:gd name="connsiteY12564" fmla="*/ 3063243 h 5599766"/>
              <a:gd name="connsiteX12565" fmla="*/ 4557199 w 10321503"/>
              <a:gd name="connsiteY12565" fmla="*/ 3057102 h 5599766"/>
              <a:gd name="connsiteX12566" fmla="*/ 4557199 w 10321503"/>
              <a:gd name="connsiteY12566" fmla="*/ 3056436 h 5599766"/>
              <a:gd name="connsiteX12567" fmla="*/ 4560731 w 10321503"/>
              <a:gd name="connsiteY12567" fmla="*/ 3050294 h 5599766"/>
              <a:gd name="connsiteX12568" fmla="*/ 4561345 w 10321503"/>
              <a:gd name="connsiteY12568" fmla="*/ 3049937 h 5599766"/>
              <a:gd name="connsiteX12569" fmla="*/ 4568408 w 10321503"/>
              <a:gd name="connsiteY12569" fmla="*/ 3049937 h 5599766"/>
              <a:gd name="connsiteX12570" fmla="*/ 4569022 w 10321503"/>
              <a:gd name="connsiteY12570" fmla="*/ 3050294 h 5599766"/>
              <a:gd name="connsiteX12571" fmla="*/ 4572554 w 10321503"/>
              <a:gd name="connsiteY12571" fmla="*/ 3056436 h 5599766"/>
              <a:gd name="connsiteX12572" fmla="*/ 4572554 w 10321503"/>
              <a:gd name="connsiteY12572" fmla="*/ 3057102 h 5599766"/>
              <a:gd name="connsiteX12573" fmla="*/ 4569022 w 10321503"/>
              <a:gd name="connsiteY12573" fmla="*/ 3063243 h 5599766"/>
              <a:gd name="connsiteX12574" fmla="*/ 4568408 w 10321503"/>
              <a:gd name="connsiteY12574" fmla="*/ 3063602 h 5599766"/>
              <a:gd name="connsiteX12575" fmla="*/ 6154307 w 10321503"/>
              <a:gd name="connsiteY12575" fmla="*/ 3063602 h 5599766"/>
              <a:gd name="connsiteX12576" fmla="*/ 6147243 w 10321503"/>
              <a:gd name="connsiteY12576" fmla="*/ 3063602 h 5599766"/>
              <a:gd name="connsiteX12577" fmla="*/ 6146629 w 10321503"/>
              <a:gd name="connsiteY12577" fmla="*/ 3063243 h 5599766"/>
              <a:gd name="connsiteX12578" fmla="*/ 6143098 w 10321503"/>
              <a:gd name="connsiteY12578" fmla="*/ 3057103 h 5599766"/>
              <a:gd name="connsiteX12579" fmla="*/ 6143098 w 10321503"/>
              <a:gd name="connsiteY12579" fmla="*/ 3056437 h 5599766"/>
              <a:gd name="connsiteX12580" fmla="*/ 6146629 w 10321503"/>
              <a:gd name="connsiteY12580" fmla="*/ 3050294 h 5599766"/>
              <a:gd name="connsiteX12581" fmla="*/ 6147243 w 10321503"/>
              <a:gd name="connsiteY12581" fmla="*/ 3049937 h 5599766"/>
              <a:gd name="connsiteX12582" fmla="*/ 6154307 w 10321503"/>
              <a:gd name="connsiteY12582" fmla="*/ 3049937 h 5599766"/>
              <a:gd name="connsiteX12583" fmla="*/ 6154921 w 10321503"/>
              <a:gd name="connsiteY12583" fmla="*/ 3050294 h 5599766"/>
              <a:gd name="connsiteX12584" fmla="*/ 6158453 w 10321503"/>
              <a:gd name="connsiteY12584" fmla="*/ 3056437 h 5599766"/>
              <a:gd name="connsiteX12585" fmla="*/ 6158453 w 10321503"/>
              <a:gd name="connsiteY12585" fmla="*/ 3057103 h 5599766"/>
              <a:gd name="connsiteX12586" fmla="*/ 6154921 w 10321503"/>
              <a:gd name="connsiteY12586" fmla="*/ 3063243 h 5599766"/>
              <a:gd name="connsiteX12587" fmla="*/ 6154307 w 10321503"/>
              <a:gd name="connsiteY12587" fmla="*/ 3063602 h 5599766"/>
              <a:gd name="connsiteX12588" fmla="*/ 7938312 w 10321503"/>
              <a:gd name="connsiteY12588" fmla="*/ 3063602 h 5599766"/>
              <a:gd name="connsiteX12589" fmla="*/ 7931248 w 10321503"/>
              <a:gd name="connsiteY12589" fmla="*/ 3063602 h 5599766"/>
              <a:gd name="connsiteX12590" fmla="*/ 7930635 w 10321503"/>
              <a:gd name="connsiteY12590" fmla="*/ 3063244 h 5599766"/>
              <a:gd name="connsiteX12591" fmla="*/ 7927102 w 10321503"/>
              <a:gd name="connsiteY12591" fmla="*/ 3057103 h 5599766"/>
              <a:gd name="connsiteX12592" fmla="*/ 7927102 w 10321503"/>
              <a:gd name="connsiteY12592" fmla="*/ 3056437 h 5599766"/>
              <a:gd name="connsiteX12593" fmla="*/ 7930635 w 10321503"/>
              <a:gd name="connsiteY12593" fmla="*/ 3050295 h 5599766"/>
              <a:gd name="connsiteX12594" fmla="*/ 7931248 w 10321503"/>
              <a:gd name="connsiteY12594" fmla="*/ 3049937 h 5599766"/>
              <a:gd name="connsiteX12595" fmla="*/ 7938312 w 10321503"/>
              <a:gd name="connsiteY12595" fmla="*/ 3049937 h 5599766"/>
              <a:gd name="connsiteX12596" fmla="*/ 7938926 w 10321503"/>
              <a:gd name="connsiteY12596" fmla="*/ 3050295 h 5599766"/>
              <a:gd name="connsiteX12597" fmla="*/ 7942458 w 10321503"/>
              <a:gd name="connsiteY12597" fmla="*/ 3056437 h 5599766"/>
              <a:gd name="connsiteX12598" fmla="*/ 7942458 w 10321503"/>
              <a:gd name="connsiteY12598" fmla="*/ 3057103 h 5599766"/>
              <a:gd name="connsiteX12599" fmla="*/ 7938926 w 10321503"/>
              <a:gd name="connsiteY12599" fmla="*/ 3063244 h 5599766"/>
              <a:gd name="connsiteX12600" fmla="*/ 7938312 w 10321503"/>
              <a:gd name="connsiteY12600" fmla="*/ 3063602 h 5599766"/>
              <a:gd name="connsiteX12601" fmla="*/ 9722504 w 10321503"/>
              <a:gd name="connsiteY12601" fmla="*/ 3063603 h 5599766"/>
              <a:gd name="connsiteX12602" fmla="*/ 9715441 w 10321503"/>
              <a:gd name="connsiteY12602" fmla="*/ 3063603 h 5599766"/>
              <a:gd name="connsiteX12603" fmla="*/ 9714827 w 10321503"/>
              <a:gd name="connsiteY12603" fmla="*/ 3063245 h 5599766"/>
              <a:gd name="connsiteX12604" fmla="*/ 9711295 w 10321503"/>
              <a:gd name="connsiteY12604" fmla="*/ 3057103 h 5599766"/>
              <a:gd name="connsiteX12605" fmla="*/ 9711295 w 10321503"/>
              <a:gd name="connsiteY12605" fmla="*/ 3056437 h 5599766"/>
              <a:gd name="connsiteX12606" fmla="*/ 9714827 w 10321503"/>
              <a:gd name="connsiteY12606" fmla="*/ 3050295 h 5599766"/>
              <a:gd name="connsiteX12607" fmla="*/ 9715441 w 10321503"/>
              <a:gd name="connsiteY12607" fmla="*/ 3049937 h 5599766"/>
              <a:gd name="connsiteX12608" fmla="*/ 9722504 w 10321503"/>
              <a:gd name="connsiteY12608" fmla="*/ 3049937 h 5599766"/>
              <a:gd name="connsiteX12609" fmla="*/ 9723118 w 10321503"/>
              <a:gd name="connsiteY12609" fmla="*/ 3050295 h 5599766"/>
              <a:gd name="connsiteX12610" fmla="*/ 9726650 w 10321503"/>
              <a:gd name="connsiteY12610" fmla="*/ 3056437 h 5599766"/>
              <a:gd name="connsiteX12611" fmla="*/ 9726650 w 10321503"/>
              <a:gd name="connsiteY12611" fmla="*/ 3057103 h 5599766"/>
              <a:gd name="connsiteX12612" fmla="*/ 9723118 w 10321503"/>
              <a:gd name="connsiteY12612" fmla="*/ 3063245 h 5599766"/>
              <a:gd name="connsiteX12613" fmla="*/ 9722504 w 10321503"/>
              <a:gd name="connsiteY12613" fmla="*/ 3063603 h 5599766"/>
              <a:gd name="connsiteX12614" fmla="*/ 2189611 w 10321503"/>
              <a:gd name="connsiteY12614" fmla="*/ 3063610 h 5599766"/>
              <a:gd name="connsiteX12615" fmla="*/ 2182548 w 10321503"/>
              <a:gd name="connsiteY12615" fmla="*/ 3063610 h 5599766"/>
              <a:gd name="connsiteX12616" fmla="*/ 2181933 w 10321503"/>
              <a:gd name="connsiteY12616" fmla="*/ 3063252 h 5599766"/>
              <a:gd name="connsiteX12617" fmla="*/ 2178401 w 10321503"/>
              <a:gd name="connsiteY12617" fmla="*/ 3057110 h 5599766"/>
              <a:gd name="connsiteX12618" fmla="*/ 2178401 w 10321503"/>
              <a:gd name="connsiteY12618" fmla="*/ 3056445 h 5599766"/>
              <a:gd name="connsiteX12619" fmla="*/ 2181933 w 10321503"/>
              <a:gd name="connsiteY12619" fmla="*/ 3050302 h 5599766"/>
              <a:gd name="connsiteX12620" fmla="*/ 2182548 w 10321503"/>
              <a:gd name="connsiteY12620" fmla="*/ 3049945 h 5599766"/>
              <a:gd name="connsiteX12621" fmla="*/ 2189611 w 10321503"/>
              <a:gd name="connsiteY12621" fmla="*/ 3049945 h 5599766"/>
              <a:gd name="connsiteX12622" fmla="*/ 2190225 w 10321503"/>
              <a:gd name="connsiteY12622" fmla="*/ 3050302 h 5599766"/>
              <a:gd name="connsiteX12623" fmla="*/ 2193757 w 10321503"/>
              <a:gd name="connsiteY12623" fmla="*/ 3056445 h 5599766"/>
              <a:gd name="connsiteX12624" fmla="*/ 2193757 w 10321503"/>
              <a:gd name="connsiteY12624" fmla="*/ 3057110 h 5599766"/>
              <a:gd name="connsiteX12625" fmla="*/ 2190225 w 10321503"/>
              <a:gd name="connsiteY12625" fmla="*/ 3063252 h 5599766"/>
              <a:gd name="connsiteX12626" fmla="*/ 2189611 w 10321503"/>
              <a:gd name="connsiteY12626" fmla="*/ 3063610 h 5599766"/>
              <a:gd name="connsiteX12627" fmla="*/ 7541864 w 10321503"/>
              <a:gd name="connsiteY12627" fmla="*/ 3063610 h 5599766"/>
              <a:gd name="connsiteX12628" fmla="*/ 7534800 w 10321503"/>
              <a:gd name="connsiteY12628" fmla="*/ 3063610 h 5599766"/>
              <a:gd name="connsiteX12629" fmla="*/ 7534186 w 10321503"/>
              <a:gd name="connsiteY12629" fmla="*/ 3063252 h 5599766"/>
              <a:gd name="connsiteX12630" fmla="*/ 7530653 w 10321503"/>
              <a:gd name="connsiteY12630" fmla="*/ 3057110 h 5599766"/>
              <a:gd name="connsiteX12631" fmla="*/ 7530653 w 10321503"/>
              <a:gd name="connsiteY12631" fmla="*/ 3056445 h 5599766"/>
              <a:gd name="connsiteX12632" fmla="*/ 7534186 w 10321503"/>
              <a:gd name="connsiteY12632" fmla="*/ 3050303 h 5599766"/>
              <a:gd name="connsiteX12633" fmla="*/ 7534800 w 10321503"/>
              <a:gd name="connsiteY12633" fmla="*/ 3049945 h 5599766"/>
              <a:gd name="connsiteX12634" fmla="*/ 7541864 w 10321503"/>
              <a:gd name="connsiteY12634" fmla="*/ 3049945 h 5599766"/>
              <a:gd name="connsiteX12635" fmla="*/ 7542478 w 10321503"/>
              <a:gd name="connsiteY12635" fmla="*/ 3050303 h 5599766"/>
              <a:gd name="connsiteX12636" fmla="*/ 7546010 w 10321503"/>
              <a:gd name="connsiteY12636" fmla="*/ 3056445 h 5599766"/>
              <a:gd name="connsiteX12637" fmla="*/ 7546010 w 10321503"/>
              <a:gd name="connsiteY12637" fmla="*/ 3057110 h 5599766"/>
              <a:gd name="connsiteX12638" fmla="*/ 7542478 w 10321503"/>
              <a:gd name="connsiteY12638" fmla="*/ 3063252 h 5599766"/>
              <a:gd name="connsiteX12639" fmla="*/ 7541864 w 10321503"/>
              <a:gd name="connsiteY12639" fmla="*/ 3063610 h 5599766"/>
              <a:gd name="connsiteX12640" fmla="*/ 9326015 w 10321503"/>
              <a:gd name="connsiteY12640" fmla="*/ 3063610 h 5599766"/>
              <a:gd name="connsiteX12641" fmla="*/ 9318953 w 10321503"/>
              <a:gd name="connsiteY12641" fmla="*/ 3063610 h 5599766"/>
              <a:gd name="connsiteX12642" fmla="*/ 9318337 w 10321503"/>
              <a:gd name="connsiteY12642" fmla="*/ 3063252 h 5599766"/>
              <a:gd name="connsiteX12643" fmla="*/ 9314807 w 10321503"/>
              <a:gd name="connsiteY12643" fmla="*/ 3057110 h 5599766"/>
              <a:gd name="connsiteX12644" fmla="*/ 9314807 w 10321503"/>
              <a:gd name="connsiteY12644" fmla="*/ 3056445 h 5599766"/>
              <a:gd name="connsiteX12645" fmla="*/ 9318337 w 10321503"/>
              <a:gd name="connsiteY12645" fmla="*/ 3050303 h 5599766"/>
              <a:gd name="connsiteX12646" fmla="*/ 9318953 w 10321503"/>
              <a:gd name="connsiteY12646" fmla="*/ 3049945 h 5599766"/>
              <a:gd name="connsiteX12647" fmla="*/ 9326015 w 10321503"/>
              <a:gd name="connsiteY12647" fmla="*/ 3049945 h 5599766"/>
              <a:gd name="connsiteX12648" fmla="*/ 9326630 w 10321503"/>
              <a:gd name="connsiteY12648" fmla="*/ 3050303 h 5599766"/>
              <a:gd name="connsiteX12649" fmla="*/ 9330161 w 10321503"/>
              <a:gd name="connsiteY12649" fmla="*/ 3056445 h 5599766"/>
              <a:gd name="connsiteX12650" fmla="*/ 9330161 w 10321503"/>
              <a:gd name="connsiteY12650" fmla="*/ 3057110 h 5599766"/>
              <a:gd name="connsiteX12651" fmla="*/ 9326630 w 10321503"/>
              <a:gd name="connsiteY12651" fmla="*/ 3063252 h 5599766"/>
              <a:gd name="connsiteX12652" fmla="*/ 9326015 w 10321503"/>
              <a:gd name="connsiteY12652" fmla="*/ 3063610 h 5599766"/>
              <a:gd name="connsiteX12653" fmla="*/ 3379008 w 10321503"/>
              <a:gd name="connsiteY12653" fmla="*/ 3063619 h 5599766"/>
              <a:gd name="connsiteX12654" fmla="*/ 3371947 w 10321503"/>
              <a:gd name="connsiteY12654" fmla="*/ 3063619 h 5599766"/>
              <a:gd name="connsiteX12655" fmla="*/ 3371332 w 10321503"/>
              <a:gd name="connsiteY12655" fmla="*/ 3063259 h 5599766"/>
              <a:gd name="connsiteX12656" fmla="*/ 3367800 w 10321503"/>
              <a:gd name="connsiteY12656" fmla="*/ 3057119 h 5599766"/>
              <a:gd name="connsiteX12657" fmla="*/ 3367800 w 10321503"/>
              <a:gd name="connsiteY12657" fmla="*/ 3056454 h 5599766"/>
              <a:gd name="connsiteX12658" fmla="*/ 3371332 w 10321503"/>
              <a:gd name="connsiteY12658" fmla="*/ 3050310 h 5599766"/>
              <a:gd name="connsiteX12659" fmla="*/ 3371947 w 10321503"/>
              <a:gd name="connsiteY12659" fmla="*/ 3049953 h 5599766"/>
              <a:gd name="connsiteX12660" fmla="*/ 3379008 w 10321503"/>
              <a:gd name="connsiteY12660" fmla="*/ 3049953 h 5599766"/>
              <a:gd name="connsiteX12661" fmla="*/ 3379624 w 10321503"/>
              <a:gd name="connsiteY12661" fmla="*/ 3050310 h 5599766"/>
              <a:gd name="connsiteX12662" fmla="*/ 3383155 w 10321503"/>
              <a:gd name="connsiteY12662" fmla="*/ 3056454 h 5599766"/>
              <a:gd name="connsiteX12663" fmla="*/ 3383155 w 10321503"/>
              <a:gd name="connsiteY12663" fmla="*/ 3057119 h 5599766"/>
              <a:gd name="connsiteX12664" fmla="*/ 3379624 w 10321503"/>
              <a:gd name="connsiteY12664" fmla="*/ 3063259 h 5599766"/>
              <a:gd name="connsiteX12665" fmla="*/ 3379008 w 10321503"/>
              <a:gd name="connsiteY12665" fmla="*/ 3063619 h 5599766"/>
              <a:gd name="connsiteX12666" fmla="*/ 2586060 w 10321503"/>
              <a:gd name="connsiteY12666" fmla="*/ 3063622 h 5599766"/>
              <a:gd name="connsiteX12667" fmla="*/ 2578998 w 10321503"/>
              <a:gd name="connsiteY12667" fmla="*/ 3063622 h 5599766"/>
              <a:gd name="connsiteX12668" fmla="*/ 2578383 w 10321503"/>
              <a:gd name="connsiteY12668" fmla="*/ 3063264 h 5599766"/>
              <a:gd name="connsiteX12669" fmla="*/ 2574850 w 10321503"/>
              <a:gd name="connsiteY12669" fmla="*/ 3057122 h 5599766"/>
              <a:gd name="connsiteX12670" fmla="*/ 2574850 w 10321503"/>
              <a:gd name="connsiteY12670" fmla="*/ 3056457 h 5599766"/>
              <a:gd name="connsiteX12671" fmla="*/ 2578383 w 10321503"/>
              <a:gd name="connsiteY12671" fmla="*/ 3050314 h 5599766"/>
              <a:gd name="connsiteX12672" fmla="*/ 2578998 w 10321503"/>
              <a:gd name="connsiteY12672" fmla="*/ 3049955 h 5599766"/>
              <a:gd name="connsiteX12673" fmla="*/ 2586060 w 10321503"/>
              <a:gd name="connsiteY12673" fmla="*/ 3049955 h 5599766"/>
              <a:gd name="connsiteX12674" fmla="*/ 2586674 w 10321503"/>
              <a:gd name="connsiteY12674" fmla="*/ 3050314 h 5599766"/>
              <a:gd name="connsiteX12675" fmla="*/ 2590205 w 10321503"/>
              <a:gd name="connsiteY12675" fmla="*/ 3056457 h 5599766"/>
              <a:gd name="connsiteX12676" fmla="*/ 2590205 w 10321503"/>
              <a:gd name="connsiteY12676" fmla="*/ 3057122 h 5599766"/>
              <a:gd name="connsiteX12677" fmla="*/ 2586674 w 10321503"/>
              <a:gd name="connsiteY12677" fmla="*/ 3063264 h 5599766"/>
              <a:gd name="connsiteX12678" fmla="*/ 2586060 w 10321503"/>
              <a:gd name="connsiteY12678" fmla="*/ 3063622 h 5599766"/>
              <a:gd name="connsiteX12679" fmla="*/ 8533096 w 10321503"/>
              <a:gd name="connsiteY12679" fmla="*/ 3063623 h 5599766"/>
              <a:gd name="connsiteX12680" fmla="*/ 8526032 w 10321503"/>
              <a:gd name="connsiteY12680" fmla="*/ 3063623 h 5599766"/>
              <a:gd name="connsiteX12681" fmla="*/ 8525417 w 10321503"/>
              <a:gd name="connsiteY12681" fmla="*/ 3063265 h 5599766"/>
              <a:gd name="connsiteX12682" fmla="*/ 8521887 w 10321503"/>
              <a:gd name="connsiteY12682" fmla="*/ 3057123 h 5599766"/>
              <a:gd name="connsiteX12683" fmla="*/ 8521887 w 10321503"/>
              <a:gd name="connsiteY12683" fmla="*/ 3056457 h 5599766"/>
              <a:gd name="connsiteX12684" fmla="*/ 8525417 w 10321503"/>
              <a:gd name="connsiteY12684" fmla="*/ 3050315 h 5599766"/>
              <a:gd name="connsiteX12685" fmla="*/ 8526032 w 10321503"/>
              <a:gd name="connsiteY12685" fmla="*/ 3049957 h 5599766"/>
              <a:gd name="connsiteX12686" fmla="*/ 8533096 w 10321503"/>
              <a:gd name="connsiteY12686" fmla="*/ 3049957 h 5599766"/>
              <a:gd name="connsiteX12687" fmla="*/ 8533710 w 10321503"/>
              <a:gd name="connsiteY12687" fmla="*/ 3050315 h 5599766"/>
              <a:gd name="connsiteX12688" fmla="*/ 8537241 w 10321503"/>
              <a:gd name="connsiteY12688" fmla="*/ 3056457 h 5599766"/>
              <a:gd name="connsiteX12689" fmla="*/ 8537241 w 10321503"/>
              <a:gd name="connsiteY12689" fmla="*/ 3057123 h 5599766"/>
              <a:gd name="connsiteX12690" fmla="*/ 8533710 w 10321503"/>
              <a:gd name="connsiteY12690" fmla="*/ 3063265 h 5599766"/>
              <a:gd name="connsiteX12691" fmla="*/ 8533096 w 10321503"/>
              <a:gd name="connsiteY12691" fmla="*/ 3063623 h 5599766"/>
              <a:gd name="connsiteX12692" fmla="*/ 4964909 w 10321503"/>
              <a:gd name="connsiteY12692" fmla="*/ 3063628 h 5599766"/>
              <a:gd name="connsiteX12693" fmla="*/ 4957846 w 10321503"/>
              <a:gd name="connsiteY12693" fmla="*/ 3063628 h 5599766"/>
              <a:gd name="connsiteX12694" fmla="*/ 4957232 w 10321503"/>
              <a:gd name="connsiteY12694" fmla="*/ 3063270 h 5599766"/>
              <a:gd name="connsiteX12695" fmla="*/ 4953699 w 10321503"/>
              <a:gd name="connsiteY12695" fmla="*/ 3057128 h 5599766"/>
              <a:gd name="connsiteX12696" fmla="*/ 4953699 w 10321503"/>
              <a:gd name="connsiteY12696" fmla="*/ 3056463 h 5599766"/>
              <a:gd name="connsiteX12697" fmla="*/ 4957232 w 10321503"/>
              <a:gd name="connsiteY12697" fmla="*/ 3050321 h 5599766"/>
              <a:gd name="connsiteX12698" fmla="*/ 4957846 w 10321503"/>
              <a:gd name="connsiteY12698" fmla="*/ 3049962 h 5599766"/>
              <a:gd name="connsiteX12699" fmla="*/ 4964909 w 10321503"/>
              <a:gd name="connsiteY12699" fmla="*/ 3049962 h 5599766"/>
              <a:gd name="connsiteX12700" fmla="*/ 4965523 w 10321503"/>
              <a:gd name="connsiteY12700" fmla="*/ 3050321 h 5599766"/>
              <a:gd name="connsiteX12701" fmla="*/ 4969054 w 10321503"/>
              <a:gd name="connsiteY12701" fmla="*/ 3056463 h 5599766"/>
              <a:gd name="connsiteX12702" fmla="*/ 4969054 w 10321503"/>
              <a:gd name="connsiteY12702" fmla="*/ 3057128 h 5599766"/>
              <a:gd name="connsiteX12703" fmla="*/ 4965523 w 10321503"/>
              <a:gd name="connsiteY12703" fmla="*/ 3063270 h 5599766"/>
              <a:gd name="connsiteX12704" fmla="*/ 4964909 w 10321503"/>
              <a:gd name="connsiteY12704" fmla="*/ 3063628 h 5599766"/>
              <a:gd name="connsiteX12705" fmla="*/ 10118995 w 10321503"/>
              <a:gd name="connsiteY12705" fmla="*/ 3063628 h 5599766"/>
              <a:gd name="connsiteX12706" fmla="*/ 10111933 w 10321503"/>
              <a:gd name="connsiteY12706" fmla="*/ 3063628 h 5599766"/>
              <a:gd name="connsiteX12707" fmla="*/ 10111318 w 10321503"/>
              <a:gd name="connsiteY12707" fmla="*/ 3063270 h 5599766"/>
              <a:gd name="connsiteX12708" fmla="*/ 10107787 w 10321503"/>
              <a:gd name="connsiteY12708" fmla="*/ 3057128 h 5599766"/>
              <a:gd name="connsiteX12709" fmla="*/ 10107787 w 10321503"/>
              <a:gd name="connsiteY12709" fmla="*/ 3056462 h 5599766"/>
              <a:gd name="connsiteX12710" fmla="*/ 10111318 w 10321503"/>
              <a:gd name="connsiteY12710" fmla="*/ 3050320 h 5599766"/>
              <a:gd name="connsiteX12711" fmla="*/ 10111933 w 10321503"/>
              <a:gd name="connsiteY12711" fmla="*/ 3049962 h 5599766"/>
              <a:gd name="connsiteX12712" fmla="*/ 10118995 w 10321503"/>
              <a:gd name="connsiteY12712" fmla="*/ 3049962 h 5599766"/>
              <a:gd name="connsiteX12713" fmla="*/ 10119610 w 10321503"/>
              <a:gd name="connsiteY12713" fmla="*/ 3050320 h 5599766"/>
              <a:gd name="connsiteX12714" fmla="*/ 10123141 w 10321503"/>
              <a:gd name="connsiteY12714" fmla="*/ 3056462 h 5599766"/>
              <a:gd name="connsiteX12715" fmla="*/ 10123141 w 10321503"/>
              <a:gd name="connsiteY12715" fmla="*/ 3057128 h 5599766"/>
              <a:gd name="connsiteX12716" fmla="*/ 10119610 w 10321503"/>
              <a:gd name="connsiteY12716" fmla="*/ 3063270 h 5599766"/>
              <a:gd name="connsiteX12717" fmla="*/ 10118995 w 10321503"/>
              <a:gd name="connsiteY12717" fmla="*/ 3063628 h 5599766"/>
              <a:gd name="connsiteX12718" fmla="*/ 8929608 w 10321503"/>
              <a:gd name="connsiteY12718" fmla="*/ 3063631 h 5599766"/>
              <a:gd name="connsiteX12719" fmla="*/ 8922545 w 10321503"/>
              <a:gd name="connsiteY12719" fmla="*/ 3063631 h 5599766"/>
              <a:gd name="connsiteX12720" fmla="*/ 8921931 w 10321503"/>
              <a:gd name="connsiteY12720" fmla="*/ 3063273 h 5599766"/>
              <a:gd name="connsiteX12721" fmla="*/ 8918400 w 10321503"/>
              <a:gd name="connsiteY12721" fmla="*/ 3057132 h 5599766"/>
              <a:gd name="connsiteX12722" fmla="*/ 8918400 w 10321503"/>
              <a:gd name="connsiteY12722" fmla="*/ 3056466 h 5599766"/>
              <a:gd name="connsiteX12723" fmla="*/ 8921931 w 10321503"/>
              <a:gd name="connsiteY12723" fmla="*/ 3050324 h 5599766"/>
              <a:gd name="connsiteX12724" fmla="*/ 8922545 w 10321503"/>
              <a:gd name="connsiteY12724" fmla="*/ 3049966 h 5599766"/>
              <a:gd name="connsiteX12725" fmla="*/ 8929608 w 10321503"/>
              <a:gd name="connsiteY12725" fmla="*/ 3049966 h 5599766"/>
              <a:gd name="connsiteX12726" fmla="*/ 8930223 w 10321503"/>
              <a:gd name="connsiteY12726" fmla="*/ 3050324 h 5599766"/>
              <a:gd name="connsiteX12727" fmla="*/ 8933753 w 10321503"/>
              <a:gd name="connsiteY12727" fmla="*/ 3056466 h 5599766"/>
              <a:gd name="connsiteX12728" fmla="*/ 8933753 w 10321503"/>
              <a:gd name="connsiteY12728" fmla="*/ 3057132 h 5599766"/>
              <a:gd name="connsiteX12729" fmla="*/ 8930223 w 10321503"/>
              <a:gd name="connsiteY12729" fmla="*/ 3063273 h 5599766"/>
              <a:gd name="connsiteX12730" fmla="*/ 8929608 w 10321503"/>
              <a:gd name="connsiteY12730" fmla="*/ 3063631 h 5599766"/>
              <a:gd name="connsiteX12731" fmla="*/ 3577234 w 10321503"/>
              <a:gd name="connsiteY12731" fmla="*/ 3063634 h 5599766"/>
              <a:gd name="connsiteX12732" fmla="*/ 3570172 w 10321503"/>
              <a:gd name="connsiteY12732" fmla="*/ 3063634 h 5599766"/>
              <a:gd name="connsiteX12733" fmla="*/ 3569557 w 10321503"/>
              <a:gd name="connsiteY12733" fmla="*/ 3063275 h 5599766"/>
              <a:gd name="connsiteX12734" fmla="*/ 3566024 w 10321503"/>
              <a:gd name="connsiteY12734" fmla="*/ 3057135 h 5599766"/>
              <a:gd name="connsiteX12735" fmla="*/ 3566024 w 10321503"/>
              <a:gd name="connsiteY12735" fmla="*/ 3056468 h 5599766"/>
              <a:gd name="connsiteX12736" fmla="*/ 3569557 w 10321503"/>
              <a:gd name="connsiteY12736" fmla="*/ 3050326 h 5599766"/>
              <a:gd name="connsiteX12737" fmla="*/ 3570172 w 10321503"/>
              <a:gd name="connsiteY12737" fmla="*/ 3049967 h 5599766"/>
              <a:gd name="connsiteX12738" fmla="*/ 3577234 w 10321503"/>
              <a:gd name="connsiteY12738" fmla="*/ 3049967 h 5599766"/>
              <a:gd name="connsiteX12739" fmla="*/ 3577848 w 10321503"/>
              <a:gd name="connsiteY12739" fmla="*/ 3050326 h 5599766"/>
              <a:gd name="connsiteX12740" fmla="*/ 3581379 w 10321503"/>
              <a:gd name="connsiteY12740" fmla="*/ 3056468 h 5599766"/>
              <a:gd name="connsiteX12741" fmla="*/ 3581379 w 10321503"/>
              <a:gd name="connsiteY12741" fmla="*/ 3057135 h 5599766"/>
              <a:gd name="connsiteX12742" fmla="*/ 3577848 w 10321503"/>
              <a:gd name="connsiteY12742" fmla="*/ 3063275 h 5599766"/>
              <a:gd name="connsiteX12743" fmla="*/ 3577234 w 10321503"/>
              <a:gd name="connsiteY12743" fmla="*/ 3063634 h 5599766"/>
              <a:gd name="connsiteX12744" fmla="*/ 5361358 w 10321503"/>
              <a:gd name="connsiteY12744" fmla="*/ 3063639 h 5599766"/>
              <a:gd name="connsiteX12745" fmla="*/ 5354295 w 10321503"/>
              <a:gd name="connsiteY12745" fmla="*/ 3063639 h 5599766"/>
              <a:gd name="connsiteX12746" fmla="*/ 5353680 w 10321503"/>
              <a:gd name="connsiteY12746" fmla="*/ 3063281 h 5599766"/>
              <a:gd name="connsiteX12747" fmla="*/ 5350149 w 10321503"/>
              <a:gd name="connsiteY12747" fmla="*/ 3057139 h 5599766"/>
              <a:gd name="connsiteX12748" fmla="*/ 5350149 w 10321503"/>
              <a:gd name="connsiteY12748" fmla="*/ 3056474 h 5599766"/>
              <a:gd name="connsiteX12749" fmla="*/ 5353680 w 10321503"/>
              <a:gd name="connsiteY12749" fmla="*/ 3050332 h 5599766"/>
              <a:gd name="connsiteX12750" fmla="*/ 5354295 w 10321503"/>
              <a:gd name="connsiteY12750" fmla="*/ 3049973 h 5599766"/>
              <a:gd name="connsiteX12751" fmla="*/ 5361358 w 10321503"/>
              <a:gd name="connsiteY12751" fmla="*/ 3049973 h 5599766"/>
              <a:gd name="connsiteX12752" fmla="*/ 5361972 w 10321503"/>
              <a:gd name="connsiteY12752" fmla="*/ 3050332 h 5599766"/>
              <a:gd name="connsiteX12753" fmla="*/ 5365503 w 10321503"/>
              <a:gd name="connsiteY12753" fmla="*/ 3056474 h 5599766"/>
              <a:gd name="connsiteX12754" fmla="*/ 5365503 w 10321503"/>
              <a:gd name="connsiteY12754" fmla="*/ 3057139 h 5599766"/>
              <a:gd name="connsiteX12755" fmla="*/ 5361972 w 10321503"/>
              <a:gd name="connsiteY12755" fmla="*/ 3063281 h 5599766"/>
              <a:gd name="connsiteX12756" fmla="*/ 5361358 w 10321503"/>
              <a:gd name="connsiteY12756" fmla="*/ 3063639 h 5599766"/>
              <a:gd name="connsiteX12757" fmla="*/ 4370183 w 10321503"/>
              <a:gd name="connsiteY12757" fmla="*/ 3063640 h 5599766"/>
              <a:gd name="connsiteX12758" fmla="*/ 4363121 w 10321503"/>
              <a:gd name="connsiteY12758" fmla="*/ 3063640 h 5599766"/>
              <a:gd name="connsiteX12759" fmla="*/ 4362506 w 10321503"/>
              <a:gd name="connsiteY12759" fmla="*/ 3063282 h 5599766"/>
              <a:gd name="connsiteX12760" fmla="*/ 4358975 w 10321503"/>
              <a:gd name="connsiteY12760" fmla="*/ 3057140 h 5599766"/>
              <a:gd name="connsiteX12761" fmla="*/ 4358975 w 10321503"/>
              <a:gd name="connsiteY12761" fmla="*/ 3056475 h 5599766"/>
              <a:gd name="connsiteX12762" fmla="*/ 4362506 w 10321503"/>
              <a:gd name="connsiteY12762" fmla="*/ 3050333 h 5599766"/>
              <a:gd name="connsiteX12763" fmla="*/ 4363121 w 10321503"/>
              <a:gd name="connsiteY12763" fmla="*/ 3049973 h 5599766"/>
              <a:gd name="connsiteX12764" fmla="*/ 4370183 w 10321503"/>
              <a:gd name="connsiteY12764" fmla="*/ 3049973 h 5599766"/>
              <a:gd name="connsiteX12765" fmla="*/ 4370797 w 10321503"/>
              <a:gd name="connsiteY12765" fmla="*/ 3050333 h 5599766"/>
              <a:gd name="connsiteX12766" fmla="*/ 4374329 w 10321503"/>
              <a:gd name="connsiteY12766" fmla="*/ 3056475 h 5599766"/>
              <a:gd name="connsiteX12767" fmla="*/ 4374329 w 10321503"/>
              <a:gd name="connsiteY12767" fmla="*/ 3057140 h 5599766"/>
              <a:gd name="connsiteX12768" fmla="*/ 4370797 w 10321503"/>
              <a:gd name="connsiteY12768" fmla="*/ 3063282 h 5599766"/>
              <a:gd name="connsiteX12769" fmla="*/ 4370183 w 10321503"/>
              <a:gd name="connsiteY12769" fmla="*/ 3063640 h 5599766"/>
              <a:gd name="connsiteX12770" fmla="*/ 7343710 w 10321503"/>
              <a:gd name="connsiteY12770" fmla="*/ 3063640 h 5599766"/>
              <a:gd name="connsiteX12771" fmla="*/ 7336647 w 10321503"/>
              <a:gd name="connsiteY12771" fmla="*/ 3063640 h 5599766"/>
              <a:gd name="connsiteX12772" fmla="*/ 7336033 w 10321503"/>
              <a:gd name="connsiteY12772" fmla="*/ 3063283 h 5599766"/>
              <a:gd name="connsiteX12773" fmla="*/ 7332503 w 10321503"/>
              <a:gd name="connsiteY12773" fmla="*/ 3057141 h 5599766"/>
              <a:gd name="connsiteX12774" fmla="*/ 7332503 w 10321503"/>
              <a:gd name="connsiteY12774" fmla="*/ 3056476 h 5599766"/>
              <a:gd name="connsiteX12775" fmla="*/ 7336033 w 10321503"/>
              <a:gd name="connsiteY12775" fmla="*/ 3050333 h 5599766"/>
              <a:gd name="connsiteX12776" fmla="*/ 7336647 w 10321503"/>
              <a:gd name="connsiteY12776" fmla="*/ 3049974 h 5599766"/>
              <a:gd name="connsiteX12777" fmla="*/ 7343710 w 10321503"/>
              <a:gd name="connsiteY12777" fmla="*/ 3049974 h 5599766"/>
              <a:gd name="connsiteX12778" fmla="*/ 7344324 w 10321503"/>
              <a:gd name="connsiteY12778" fmla="*/ 3050333 h 5599766"/>
              <a:gd name="connsiteX12779" fmla="*/ 7347857 w 10321503"/>
              <a:gd name="connsiteY12779" fmla="*/ 3056476 h 5599766"/>
              <a:gd name="connsiteX12780" fmla="*/ 7347857 w 10321503"/>
              <a:gd name="connsiteY12780" fmla="*/ 3057141 h 5599766"/>
              <a:gd name="connsiteX12781" fmla="*/ 7344324 w 10321503"/>
              <a:gd name="connsiteY12781" fmla="*/ 3063283 h 5599766"/>
              <a:gd name="connsiteX12782" fmla="*/ 7343710 w 10321503"/>
              <a:gd name="connsiteY12782" fmla="*/ 3063640 h 5599766"/>
              <a:gd name="connsiteX12783" fmla="*/ 2387835 w 10321503"/>
              <a:gd name="connsiteY12783" fmla="*/ 3063643 h 5599766"/>
              <a:gd name="connsiteX12784" fmla="*/ 2380773 w 10321503"/>
              <a:gd name="connsiteY12784" fmla="*/ 3063643 h 5599766"/>
              <a:gd name="connsiteX12785" fmla="*/ 2380159 w 10321503"/>
              <a:gd name="connsiteY12785" fmla="*/ 3063284 h 5599766"/>
              <a:gd name="connsiteX12786" fmla="*/ 2376626 w 10321503"/>
              <a:gd name="connsiteY12786" fmla="*/ 3057143 h 5599766"/>
              <a:gd name="connsiteX12787" fmla="*/ 2376626 w 10321503"/>
              <a:gd name="connsiteY12787" fmla="*/ 3056478 h 5599766"/>
              <a:gd name="connsiteX12788" fmla="*/ 2380159 w 10321503"/>
              <a:gd name="connsiteY12788" fmla="*/ 3050334 h 5599766"/>
              <a:gd name="connsiteX12789" fmla="*/ 2380773 w 10321503"/>
              <a:gd name="connsiteY12789" fmla="*/ 3049977 h 5599766"/>
              <a:gd name="connsiteX12790" fmla="*/ 2387835 w 10321503"/>
              <a:gd name="connsiteY12790" fmla="*/ 3049977 h 5599766"/>
              <a:gd name="connsiteX12791" fmla="*/ 2388449 w 10321503"/>
              <a:gd name="connsiteY12791" fmla="*/ 3050334 h 5599766"/>
              <a:gd name="connsiteX12792" fmla="*/ 2391981 w 10321503"/>
              <a:gd name="connsiteY12792" fmla="*/ 3056478 h 5599766"/>
              <a:gd name="connsiteX12793" fmla="*/ 2391981 w 10321503"/>
              <a:gd name="connsiteY12793" fmla="*/ 3057143 h 5599766"/>
              <a:gd name="connsiteX12794" fmla="*/ 2388449 w 10321503"/>
              <a:gd name="connsiteY12794" fmla="*/ 3063284 h 5599766"/>
              <a:gd name="connsiteX12795" fmla="*/ 2387835 w 10321503"/>
              <a:gd name="connsiteY12795" fmla="*/ 3063643 h 5599766"/>
              <a:gd name="connsiteX12796" fmla="*/ 6352582 w 10321503"/>
              <a:gd name="connsiteY12796" fmla="*/ 3063643 h 5599766"/>
              <a:gd name="connsiteX12797" fmla="*/ 6345519 w 10321503"/>
              <a:gd name="connsiteY12797" fmla="*/ 3063643 h 5599766"/>
              <a:gd name="connsiteX12798" fmla="*/ 6344904 w 10321503"/>
              <a:gd name="connsiteY12798" fmla="*/ 3063284 h 5599766"/>
              <a:gd name="connsiteX12799" fmla="*/ 6341373 w 10321503"/>
              <a:gd name="connsiteY12799" fmla="*/ 3057143 h 5599766"/>
              <a:gd name="connsiteX12800" fmla="*/ 6341373 w 10321503"/>
              <a:gd name="connsiteY12800" fmla="*/ 3056478 h 5599766"/>
              <a:gd name="connsiteX12801" fmla="*/ 6344904 w 10321503"/>
              <a:gd name="connsiteY12801" fmla="*/ 3050335 h 5599766"/>
              <a:gd name="connsiteX12802" fmla="*/ 6345519 w 10321503"/>
              <a:gd name="connsiteY12802" fmla="*/ 3049977 h 5599766"/>
              <a:gd name="connsiteX12803" fmla="*/ 6352582 w 10321503"/>
              <a:gd name="connsiteY12803" fmla="*/ 3049977 h 5599766"/>
              <a:gd name="connsiteX12804" fmla="*/ 6353196 w 10321503"/>
              <a:gd name="connsiteY12804" fmla="*/ 3050335 h 5599766"/>
              <a:gd name="connsiteX12805" fmla="*/ 6356728 w 10321503"/>
              <a:gd name="connsiteY12805" fmla="*/ 3056478 h 5599766"/>
              <a:gd name="connsiteX12806" fmla="*/ 6356728 w 10321503"/>
              <a:gd name="connsiteY12806" fmla="*/ 3057143 h 5599766"/>
              <a:gd name="connsiteX12807" fmla="*/ 6353196 w 10321503"/>
              <a:gd name="connsiteY12807" fmla="*/ 3063284 h 5599766"/>
              <a:gd name="connsiteX12808" fmla="*/ 6352582 w 10321503"/>
              <a:gd name="connsiteY12808" fmla="*/ 3063643 h 5599766"/>
              <a:gd name="connsiteX12809" fmla="*/ 7145489 w 10321503"/>
              <a:gd name="connsiteY12809" fmla="*/ 3063643 h 5599766"/>
              <a:gd name="connsiteX12810" fmla="*/ 7138424 w 10321503"/>
              <a:gd name="connsiteY12810" fmla="*/ 3063643 h 5599766"/>
              <a:gd name="connsiteX12811" fmla="*/ 7137812 w 10321503"/>
              <a:gd name="connsiteY12811" fmla="*/ 3063285 h 5599766"/>
              <a:gd name="connsiteX12812" fmla="*/ 7134279 w 10321503"/>
              <a:gd name="connsiteY12812" fmla="*/ 3057143 h 5599766"/>
              <a:gd name="connsiteX12813" fmla="*/ 7134279 w 10321503"/>
              <a:gd name="connsiteY12813" fmla="*/ 3056478 h 5599766"/>
              <a:gd name="connsiteX12814" fmla="*/ 7137812 w 10321503"/>
              <a:gd name="connsiteY12814" fmla="*/ 3050335 h 5599766"/>
              <a:gd name="connsiteX12815" fmla="*/ 7138424 w 10321503"/>
              <a:gd name="connsiteY12815" fmla="*/ 3049977 h 5599766"/>
              <a:gd name="connsiteX12816" fmla="*/ 7145489 w 10321503"/>
              <a:gd name="connsiteY12816" fmla="*/ 3049977 h 5599766"/>
              <a:gd name="connsiteX12817" fmla="*/ 7146103 w 10321503"/>
              <a:gd name="connsiteY12817" fmla="*/ 3050335 h 5599766"/>
              <a:gd name="connsiteX12818" fmla="*/ 7149635 w 10321503"/>
              <a:gd name="connsiteY12818" fmla="*/ 3056478 h 5599766"/>
              <a:gd name="connsiteX12819" fmla="*/ 7149635 w 10321503"/>
              <a:gd name="connsiteY12819" fmla="*/ 3057143 h 5599766"/>
              <a:gd name="connsiteX12820" fmla="*/ 7146103 w 10321503"/>
              <a:gd name="connsiteY12820" fmla="*/ 3063285 h 5599766"/>
              <a:gd name="connsiteX12821" fmla="*/ 7145489 w 10321503"/>
              <a:gd name="connsiteY12821" fmla="*/ 3063643 h 5599766"/>
              <a:gd name="connsiteX12822" fmla="*/ 3973734 w 10321503"/>
              <a:gd name="connsiteY12822" fmla="*/ 3063644 h 5599766"/>
              <a:gd name="connsiteX12823" fmla="*/ 3966671 w 10321503"/>
              <a:gd name="connsiteY12823" fmla="*/ 3063644 h 5599766"/>
              <a:gd name="connsiteX12824" fmla="*/ 3966057 w 10321503"/>
              <a:gd name="connsiteY12824" fmla="*/ 3063286 h 5599766"/>
              <a:gd name="connsiteX12825" fmla="*/ 3962525 w 10321503"/>
              <a:gd name="connsiteY12825" fmla="*/ 3057145 h 5599766"/>
              <a:gd name="connsiteX12826" fmla="*/ 3962525 w 10321503"/>
              <a:gd name="connsiteY12826" fmla="*/ 3056479 h 5599766"/>
              <a:gd name="connsiteX12827" fmla="*/ 3966057 w 10321503"/>
              <a:gd name="connsiteY12827" fmla="*/ 3050336 h 5599766"/>
              <a:gd name="connsiteX12828" fmla="*/ 3966671 w 10321503"/>
              <a:gd name="connsiteY12828" fmla="*/ 3049979 h 5599766"/>
              <a:gd name="connsiteX12829" fmla="*/ 3973734 w 10321503"/>
              <a:gd name="connsiteY12829" fmla="*/ 3049979 h 5599766"/>
              <a:gd name="connsiteX12830" fmla="*/ 3974348 w 10321503"/>
              <a:gd name="connsiteY12830" fmla="*/ 3050336 h 5599766"/>
              <a:gd name="connsiteX12831" fmla="*/ 3977880 w 10321503"/>
              <a:gd name="connsiteY12831" fmla="*/ 3056479 h 5599766"/>
              <a:gd name="connsiteX12832" fmla="*/ 3977880 w 10321503"/>
              <a:gd name="connsiteY12832" fmla="*/ 3057145 h 5599766"/>
              <a:gd name="connsiteX12833" fmla="*/ 3974348 w 10321503"/>
              <a:gd name="connsiteY12833" fmla="*/ 3063286 h 5599766"/>
              <a:gd name="connsiteX12834" fmla="*/ 3973734 w 10321503"/>
              <a:gd name="connsiteY12834" fmla="*/ 3063644 h 5599766"/>
              <a:gd name="connsiteX12835" fmla="*/ 5757857 w 10321503"/>
              <a:gd name="connsiteY12835" fmla="*/ 3063652 h 5599766"/>
              <a:gd name="connsiteX12836" fmla="*/ 5750795 w 10321503"/>
              <a:gd name="connsiteY12836" fmla="*/ 3063652 h 5599766"/>
              <a:gd name="connsiteX12837" fmla="*/ 5750181 w 10321503"/>
              <a:gd name="connsiteY12837" fmla="*/ 3063294 h 5599766"/>
              <a:gd name="connsiteX12838" fmla="*/ 5746649 w 10321503"/>
              <a:gd name="connsiteY12838" fmla="*/ 3057153 h 5599766"/>
              <a:gd name="connsiteX12839" fmla="*/ 5746649 w 10321503"/>
              <a:gd name="connsiteY12839" fmla="*/ 3056487 h 5599766"/>
              <a:gd name="connsiteX12840" fmla="*/ 5750181 w 10321503"/>
              <a:gd name="connsiteY12840" fmla="*/ 3050344 h 5599766"/>
              <a:gd name="connsiteX12841" fmla="*/ 5750795 w 10321503"/>
              <a:gd name="connsiteY12841" fmla="*/ 3049987 h 5599766"/>
              <a:gd name="connsiteX12842" fmla="*/ 5757857 w 10321503"/>
              <a:gd name="connsiteY12842" fmla="*/ 3049987 h 5599766"/>
              <a:gd name="connsiteX12843" fmla="*/ 5758471 w 10321503"/>
              <a:gd name="connsiteY12843" fmla="*/ 3050344 h 5599766"/>
              <a:gd name="connsiteX12844" fmla="*/ 5762003 w 10321503"/>
              <a:gd name="connsiteY12844" fmla="*/ 3056487 h 5599766"/>
              <a:gd name="connsiteX12845" fmla="*/ 5762003 w 10321503"/>
              <a:gd name="connsiteY12845" fmla="*/ 3057153 h 5599766"/>
              <a:gd name="connsiteX12846" fmla="*/ 5758471 w 10321503"/>
              <a:gd name="connsiteY12846" fmla="*/ 3063294 h 5599766"/>
              <a:gd name="connsiteX12847" fmla="*/ 5757857 w 10321503"/>
              <a:gd name="connsiteY12847" fmla="*/ 3063652 h 5599766"/>
              <a:gd name="connsiteX12848" fmla="*/ 5163134 w 10321503"/>
              <a:gd name="connsiteY12848" fmla="*/ 3063655 h 5599766"/>
              <a:gd name="connsiteX12849" fmla="*/ 5156070 w 10321503"/>
              <a:gd name="connsiteY12849" fmla="*/ 3063655 h 5599766"/>
              <a:gd name="connsiteX12850" fmla="*/ 5155456 w 10321503"/>
              <a:gd name="connsiteY12850" fmla="*/ 3063297 h 5599766"/>
              <a:gd name="connsiteX12851" fmla="*/ 5151924 w 10321503"/>
              <a:gd name="connsiteY12851" fmla="*/ 3057156 h 5599766"/>
              <a:gd name="connsiteX12852" fmla="*/ 5151924 w 10321503"/>
              <a:gd name="connsiteY12852" fmla="*/ 3056490 h 5599766"/>
              <a:gd name="connsiteX12853" fmla="*/ 5155456 w 10321503"/>
              <a:gd name="connsiteY12853" fmla="*/ 3050348 h 5599766"/>
              <a:gd name="connsiteX12854" fmla="*/ 5156070 w 10321503"/>
              <a:gd name="connsiteY12854" fmla="*/ 3049990 h 5599766"/>
              <a:gd name="connsiteX12855" fmla="*/ 5163134 w 10321503"/>
              <a:gd name="connsiteY12855" fmla="*/ 3049990 h 5599766"/>
              <a:gd name="connsiteX12856" fmla="*/ 5163748 w 10321503"/>
              <a:gd name="connsiteY12856" fmla="*/ 3050348 h 5599766"/>
              <a:gd name="connsiteX12857" fmla="*/ 5167279 w 10321503"/>
              <a:gd name="connsiteY12857" fmla="*/ 3056490 h 5599766"/>
              <a:gd name="connsiteX12858" fmla="*/ 5167279 w 10321503"/>
              <a:gd name="connsiteY12858" fmla="*/ 3057156 h 5599766"/>
              <a:gd name="connsiteX12859" fmla="*/ 5163748 w 10321503"/>
              <a:gd name="connsiteY12859" fmla="*/ 3063297 h 5599766"/>
              <a:gd name="connsiteX12860" fmla="*/ 5163134 w 10321503"/>
              <a:gd name="connsiteY12860" fmla="*/ 3063655 h 5599766"/>
              <a:gd name="connsiteX12861" fmla="*/ 8731376 w 10321503"/>
              <a:gd name="connsiteY12861" fmla="*/ 3063656 h 5599766"/>
              <a:gd name="connsiteX12862" fmla="*/ 8724313 w 10321503"/>
              <a:gd name="connsiteY12862" fmla="*/ 3063656 h 5599766"/>
              <a:gd name="connsiteX12863" fmla="*/ 8723699 w 10321503"/>
              <a:gd name="connsiteY12863" fmla="*/ 3063298 h 5599766"/>
              <a:gd name="connsiteX12864" fmla="*/ 8720168 w 10321503"/>
              <a:gd name="connsiteY12864" fmla="*/ 3057156 h 5599766"/>
              <a:gd name="connsiteX12865" fmla="*/ 8720168 w 10321503"/>
              <a:gd name="connsiteY12865" fmla="*/ 3056491 h 5599766"/>
              <a:gd name="connsiteX12866" fmla="*/ 8723699 w 10321503"/>
              <a:gd name="connsiteY12866" fmla="*/ 3050349 h 5599766"/>
              <a:gd name="connsiteX12867" fmla="*/ 8724313 w 10321503"/>
              <a:gd name="connsiteY12867" fmla="*/ 3049990 h 5599766"/>
              <a:gd name="connsiteX12868" fmla="*/ 8731376 w 10321503"/>
              <a:gd name="connsiteY12868" fmla="*/ 3049990 h 5599766"/>
              <a:gd name="connsiteX12869" fmla="*/ 8731990 w 10321503"/>
              <a:gd name="connsiteY12869" fmla="*/ 3050349 h 5599766"/>
              <a:gd name="connsiteX12870" fmla="*/ 8735523 w 10321503"/>
              <a:gd name="connsiteY12870" fmla="*/ 3056491 h 5599766"/>
              <a:gd name="connsiteX12871" fmla="*/ 8735523 w 10321503"/>
              <a:gd name="connsiteY12871" fmla="*/ 3057156 h 5599766"/>
              <a:gd name="connsiteX12872" fmla="*/ 8731990 w 10321503"/>
              <a:gd name="connsiteY12872" fmla="*/ 3063298 h 5599766"/>
              <a:gd name="connsiteX12873" fmla="*/ 8731376 w 10321503"/>
              <a:gd name="connsiteY12873" fmla="*/ 3063656 h 5599766"/>
              <a:gd name="connsiteX12874" fmla="*/ 8334928 w 10321503"/>
              <a:gd name="connsiteY12874" fmla="*/ 3063657 h 5599766"/>
              <a:gd name="connsiteX12875" fmla="*/ 8327864 w 10321503"/>
              <a:gd name="connsiteY12875" fmla="*/ 3063657 h 5599766"/>
              <a:gd name="connsiteX12876" fmla="*/ 8327250 w 10321503"/>
              <a:gd name="connsiteY12876" fmla="*/ 3063299 h 5599766"/>
              <a:gd name="connsiteX12877" fmla="*/ 8323718 w 10321503"/>
              <a:gd name="connsiteY12877" fmla="*/ 3057156 h 5599766"/>
              <a:gd name="connsiteX12878" fmla="*/ 8323718 w 10321503"/>
              <a:gd name="connsiteY12878" fmla="*/ 3056492 h 5599766"/>
              <a:gd name="connsiteX12879" fmla="*/ 8327250 w 10321503"/>
              <a:gd name="connsiteY12879" fmla="*/ 3050350 h 5599766"/>
              <a:gd name="connsiteX12880" fmla="*/ 8327864 w 10321503"/>
              <a:gd name="connsiteY12880" fmla="*/ 3049990 h 5599766"/>
              <a:gd name="connsiteX12881" fmla="*/ 8334928 w 10321503"/>
              <a:gd name="connsiteY12881" fmla="*/ 3049990 h 5599766"/>
              <a:gd name="connsiteX12882" fmla="*/ 8335542 w 10321503"/>
              <a:gd name="connsiteY12882" fmla="*/ 3050350 h 5599766"/>
              <a:gd name="connsiteX12883" fmla="*/ 8339073 w 10321503"/>
              <a:gd name="connsiteY12883" fmla="*/ 3056492 h 5599766"/>
              <a:gd name="connsiteX12884" fmla="*/ 8339073 w 10321503"/>
              <a:gd name="connsiteY12884" fmla="*/ 3057156 h 5599766"/>
              <a:gd name="connsiteX12885" fmla="*/ 8335542 w 10321503"/>
              <a:gd name="connsiteY12885" fmla="*/ 3063299 h 5599766"/>
              <a:gd name="connsiteX12886" fmla="*/ 8334928 w 10321503"/>
              <a:gd name="connsiteY12886" fmla="*/ 3063657 h 5599766"/>
              <a:gd name="connsiteX12887" fmla="*/ 11254 w 10321503"/>
              <a:gd name="connsiteY12887" fmla="*/ 3226971 h 5599766"/>
              <a:gd name="connsiteX12888" fmla="*/ 4192 w 10321503"/>
              <a:gd name="connsiteY12888" fmla="*/ 3226971 h 5599766"/>
              <a:gd name="connsiteX12889" fmla="*/ 3578 w 10321503"/>
              <a:gd name="connsiteY12889" fmla="*/ 3226613 h 5599766"/>
              <a:gd name="connsiteX12890" fmla="*/ 46 w 10321503"/>
              <a:gd name="connsiteY12890" fmla="*/ 3220472 h 5599766"/>
              <a:gd name="connsiteX12891" fmla="*/ 46 w 10321503"/>
              <a:gd name="connsiteY12891" fmla="*/ 3219806 h 5599766"/>
              <a:gd name="connsiteX12892" fmla="*/ 3578 w 10321503"/>
              <a:gd name="connsiteY12892" fmla="*/ 3213664 h 5599766"/>
              <a:gd name="connsiteX12893" fmla="*/ 4192 w 10321503"/>
              <a:gd name="connsiteY12893" fmla="*/ 3213306 h 5599766"/>
              <a:gd name="connsiteX12894" fmla="*/ 11254 w 10321503"/>
              <a:gd name="connsiteY12894" fmla="*/ 3213306 h 5599766"/>
              <a:gd name="connsiteX12895" fmla="*/ 11868 w 10321503"/>
              <a:gd name="connsiteY12895" fmla="*/ 3213664 h 5599766"/>
              <a:gd name="connsiteX12896" fmla="*/ 15400 w 10321503"/>
              <a:gd name="connsiteY12896" fmla="*/ 3219806 h 5599766"/>
              <a:gd name="connsiteX12897" fmla="*/ 15400 w 10321503"/>
              <a:gd name="connsiteY12897" fmla="*/ 3220472 h 5599766"/>
              <a:gd name="connsiteX12898" fmla="*/ 11868 w 10321503"/>
              <a:gd name="connsiteY12898" fmla="*/ 3226613 h 5599766"/>
              <a:gd name="connsiteX12899" fmla="*/ 11254 w 10321503"/>
              <a:gd name="connsiteY12899" fmla="*/ 3226971 h 5599766"/>
              <a:gd name="connsiteX12900" fmla="*/ 209480 w 10321503"/>
              <a:gd name="connsiteY12900" fmla="*/ 3226971 h 5599766"/>
              <a:gd name="connsiteX12901" fmla="*/ 202416 w 10321503"/>
              <a:gd name="connsiteY12901" fmla="*/ 3226971 h 5599766"/>
              <a:gd name="connsiteX12902" fmla="*/ 201803 w 10321503"/>
              <a:gd name="connsiteY12902" fmla="*/ 3226613 h 5599766"/>
              <a:gd name="connsiteX12903" fmla="*/ 198270 w 10321503"/>
              <a:gd name="connsiteY12903" fmla="*/ 3220472 h 5599766"/>
              <a:gd name="connsiteX12904" fmla="*/ 198270 w 10321503"/>
              <a:gd name="connsiteY12904" fmla="*/ 3219806 h 5599766"/>
              <a:gd name="connsiteX12905" fmla="*/ 201803 w 10321503"/>
              <a:gd name="connsiteY12905" fmla="*/ 3213664 h 5599766"/>
              <a:gd name="connsiteX12906" fmla="*/ 202416 w 10321503"/>
              <a:gd name="connsiteY12906" fmla="*/ 3213306 h 5599766"/>
              <a:gd name="connsiteX12907" fmla="*/ 209480 w 10321503"/>
              <a:gd name="connsiteY12907" fmla="*/ 3213306 h 5599766"/>
              <a:gd name="connsiteX12908" fmla="*/ 210094 w 10321503"/>
              <a:gd name="connsiteY12908" fmla="*/ 3213664 h 5599766"/>
              <a:gd name="connsiteX12909" fmla="*/ 213625 w 10321503"/>
              <a:gd name="connsiteY12909" fmla="*/ 3219806 h 5599766"/>
              <a:gd name="connsiteX12910" fmla="*/ 213625 w 10321503"/>
              <a:gd name="connsiteY12910" fmla="*/ 3220472 h 5599766"/>
              <a:gd name="connsiteX12911" fmla="*/ 210094 w 10321503"/>
              <a:gd name="connsiteY12911" fmla="*/ 3226613 h 5599766"/>
              <a:gd name="connsiteX12912" fmla="*/ 209480 w 10321503"/>
              <a:gd name="connsiteY12912" fmla="*/ 3226971 h 5599766"/>
              <a:gd name="connsiteX12913" fmla="*/ 407754 w 10321503"/>
              <a:gd name="connsiteY12913" fmla="*/ 3226971 h 5599766"/>
              <a:gd name="connsiteX12914" fmla="*/ 400692 w 10321503"/>
              <a:gd name="connsiteY12914" fmla="*/ 3226971 h 5599766"/>
              <a:gd name="connsiteX12915" fmla="*/ 400078 w 10321503"/>
              <a:gd name="connsiteY12915" fmla="*/ 3226613 h 5599766"/>
              <a:gd name="connsiteX12916" fmla="*/ 396546 w 10321503"/>
              <a:gd name="connsiteY12916" fmla="*/ 3220472 h 5599766"/>
              <a:gd name="connsiteX12917" fmla="*/ 396546 w 10321503"/>
              <a:gd name="connsiteY12917" fmla="*/ 3219806 h 5599766"/>
              <a:gd name="connsiteX12918" fmla="*/ 400078 w 10321503"/>
              <a:gd name="connsiteY12918" fmla="*/ 3213664 h 5599766"/>
              <a:gd name="connsiteX12919" fmla="*/ 400692 w 10321503"/>
              <a:gd name="connsiteY12919" fmla="*/ 3213306 h 5599766"/>
              <a:gd name="connsiteX12920" fmla="*/ 407754 w 10321503"/>
              <a:gd name="connsiteY12920" fmla="*/ 3213306 h 5599766"/>
              <a:gd name="connsiteX12921" fmla="*/ 408369 w 10321503"/>
              <a:gd name="connsiteY12921" fmla="*/ 3213664 h 5599766"/>
              <a:gd name="connsiteX12922" fmla="*/ 411900 w 10321503"/>
              <a:gd name="connsiteY12922" fmla="*/ 3219806 h 5599766"/>
              <a:gd name="connsiteX12923" fmla="*/ 411900 w 10321503"/>
              <a:gd name="connsiteY12923" fmla="*/ 3220472 h 5599766"/>
              <a:gd name="connsiteX12924" fmla="*/ 408369 w 10321503"/>
              <a:gd name="connsiteY12924" fmla="*/ 3226613 h 5599766"/>
              <a:gd name="connsiteX12925" fmla="*/ 407754 w 10321503"/>
              <a:gd name="connsiteY12925" fmla="*/ 3226971 h 5599766"/>
              <a:gd name="connsiteX12926" fmla="*/ 605979 w 10321503"/>
              <a:gd name="connsiteY12926" fmla="*/ 3226971 h 5599766"/>
              <a:gd name="connsiteX12927" fmla="*/ 598916 w 10321503"/>
              <a:gd name="connsiteY12927" fmla="*/ 3226971 h 5599766"/>
              <a:gd name="connsiteX12928" fmla="*/ 598302 w 10321503"/>
              <a:gd name="connsiteY12928" fmla="*/ 3226613 h 5599766"/>
              <a:gd name="connsiteX12929" fmla="*/ 594770 w 10321503"/>
              <a:gd name="connsiteY12929" fmla="*/ 3220472 h 5599766"/>
              <a:gd name="connsiteX12930" fmla="*/ 594770 w 10321503"/>
              <a:gd name="connsiteY12930" fmla="*/ 3219806 h 5599766"/>
              <a:gd name="connsiteX12931" fmla="*/ 598302 w 10321503"/>
              <a:gd name="connsiteY12931" fmla="*/ 3213664 h 5599766"/>
              <a:gd name="connsiteX12932" fmla="*/ 598916 w 10321503"/>
              <a:gd name="connsiteY12932" fmla="*/ 3213306 h 5599766"/>
              <a:gd name="connsiteX12933" fmla="*/ 605979 w 10321503"/>
              <a:gd name="connsiteY12933" fmla="*/ 3213306 h 5599766"/>
              <a:gd name="connsiteX12934" fmla="*/ 606593 w 10321503"/>
              <a:gd name="connsiteY12934" fmla="*/ 3213664 h 5599766"/>
              <a:gd name="connsiteX12935" fmla="*/ 610125 w 10321503"/>
              <a:gd name="connsiteY12935" fmla="*/ 3219806 h 5599766"/>
              <a:gd name="connsiteX12936" fmla="*/ 610125 w 10321503"/>
              <a:gd name="connsiteY12936" fmla="*/ 3220472 h 5599766"/>
              <a:gd name="connsiteX12937" fmla="*/ 606593 w 10321503"/>
              <a:gd name="connsiteY12937" fmla="*/ 3226613 h 5599766"/>
              <a:gd name="connsiteX12938" fmla="*/ 605979 w 10321503"/>
              <a:gd name="connsiteY12938" fmla="*/ 3226971 h 5599766"/>
              <a:gd name="connsiteX12939" fmla="*/ 804204 w 10321503"/>
              <a:gd name="connsiteY12939" fmla="*/ 3226971 h 5599766"/>
              <a:gd name="connsiteX12940" fmla="*/ 797140 w 10321503"/>
              <a:gd name="connsiteY12940" fmla="*/ 3226971 h 5599766"/>
              <a:gd name="connsiteX12941" fmla="*/ 796526 w 10321503"/>
              <a:gd name="connsiteY12941" fmla="*/ 3226613 h 5599766"/>
              <a:gd name="connsiteX12942" fmla="*/ 792995 w 10321503"/>
              <a:gd name="connsiteY12942" fmla="*/ 3220472 h 5599766"/>
              <a:gd name="connsiteX12943" fmla="*/ 792995 w 10321503"/>
              <a:gd name="connsiteY12943" fmla="*/ 3219806 h 5599766"/>
              <a:gd name="connsiteX12944" fmla="*/ 796526 w 10321503"/>
              <a:gd name="connsiteY12944" fmla="*/ 3213664 h 5599766"/>
              <a:gd name="connsiteX12945" fmla="*/ 797140 w 10321503"/>
              <a:gd name="connsiteY12945" fmla="*/ 3213306 h 5599766"/>
              <a:gd name="connsiteX12946" fmla="*/ 804204 w 10321503"/>
              <a:gd name="connsiteY12946" fmla="*/ 3213306 h 5599766"/>
              <a:gd name="connsiteX12947" fmla="*/ 804818 w 10321503"/>
              <a:gd name="connsiteY12947" fmla="*/ 3213664 h 5599766"/>
              <a:gd name="connsiteX12948" fmla="*/ 808350 w 10321503"/>
              <a:gd name="connsiteY12948" fmla="*/ 3219806 h 5599766"/>
              <a:gd name="connsiteX12949" fmla="*/ 808350 w 10321503"/>
              <a:gd name="connsiteY12949" fmla="*/ 3220472 h 5599766"/>
              <a:gd name="connsiteX12950" fmla="*/ 804818 w 10321503"/>
              <a:gd name="connsiteY12950" fmla="*/ 3226613 h 5599766"/>
              <a:gd name="connsiteX12951" fmla="*/ 804204 w 10321503"/>
              <a:gd name="connsiteY12951" fmla="*/ 3226971 h 5599766"/>
              <a:gd name="connsiteX12952" fmla="*/ 1002428 w 10321503"/>
              <a:gd name="connsiteY12952" fmla="*/ 3226971 h 5599766"/>
              <a:gd name="connsiteX12953" fmla="*/ 995366 w 10321503"/>
              <a:gd name="connsiteY12953" fmla="*/ 3226971 h 5599766"/>
              <a:gd name="connsiteX12954" fmla="*/ 994752 w 10321503"/>
              <a:gd name="connsiteY12954" fmla="*/ 3226613 h 5599766"/>
              <a:gd name="connsiteX12955" fmla="*/ 991220 w 10321503"/>
              <a:gd name="connsiteY12955" fmla="*/ 3220472 h 5599766"/>
              <a:gd name="connsiteX12956" fmla="*/ 991220 w 10321503"/>
              <a:gd name="connsiteY12956" fmla="*/ 3219806 h 5599766"/>
              <a:gd name="connsiteX12957" fmla="*/ 994752 w 10321503"/>
              <a:gd name="connsiteY12957" fmla="*/ 3213664 h 5599766"/>
              <a:gd name="connsiteX12958" fmla="*/ 995366 w 10321503"/>
              <a:gd name="connsiteY12958" fmla="*/ 3213306 h 5599766"/>
              <a:gd name="connsiteX12959" fmla="*/ 1002428 w 10321503"/>
              <a:gd name="connsiteY12959" fmla="*/ 3213306 h 5599766"/>
              <a:gd name="connsiteX12960" fmla="*/ 1003042 w 10321503"/>
              <a:gd name="connsiteY12960" fmla="*/ 3213664 h 5599766"/>
              <a:gd name="connsiteX12961" fmla="*/ 1006574 w 10321503"/>
              <a:gd name="connsiteY12961" fmla="*/ 3219806 h 5599766"/>
              <a:gd name="connsiteX12962" fmla="*/ 1006574 w 10321503"/>
              <a:gd name="connsiteY12962" fmla="*/ 3220472 h 5599766"/>
              <a:gd name="connsiteX12963" fmla="*/ 1003042 w 10321503"/>
              <a:gd name="connsiteY12963" fmla="*/ 3226613 h 5599766"/>
              <a:gd name="connsiteX12964" fmla="*/ 1002428 w 10321503"/>
              <a:gd name="connsiteY12964" fmla="*/ 3226971 h 5599766"/>
              <a:gd name="connsiteX12965" fmla="*/ 1200704 w 10321503"/>
              <a:gd name="connsiteY12965" fmla="*/ 3226971 h 5599766"/>
              <a:gd name="connsiteX12966" fmla="*/ 1193642 w 10321503"/>
              <a:gd name="connsiteY12966" fmla="*/ 3226971 h 5599766"/>
              <a:gd name="connsiteX12967" fmla="*/ 1193028 w 10321503"/>
              <a:gd name="connsiteY12967" fmla="*/ 3226613 h 5599766"/>
              <a:gd name="connsiteX12968" fmla="*/ 1189495 w 10321503"/>
              <a:gd name="connsiteY12968" fmla="*/ 3220472 h 5599766"/>
              <a:gd name="connsiteX12969" fmla="*/ 1189495 w 10321503"/>
              <a:gd name="connsiteY12969" fmla="*/ 3219806 h 5599766"/>
              <a:gd name="connsiteX12970" fmla="*/ 1193028 w 10321503"/>
              <a:gd name="connsiteY12970" fmla="*/ 3213664 h 5599766"/>
              <a:gd name="connsiteX12971" fmla="*/ 1193642 w 10321503"/>
              <a:gd name="connsiteY12971" fmla="*/ 3213306 h 5599766"/>
              <a:gd name="connsiteX12972" fmla="*/ 1200704 w 10321503"/>
              <a:gd name="connsiteY12972" fmla="*/ 3213306 h 5599766"/>
              <a:gd name="connsiteX12973" fmla="*/ 1201318 w 10321503"/>
              <a:gd name="connsiteY12973" fmla="*/ 3213664 h 5599766"/>
              <a:gd name="connsiteX12974" fmla="*/ 1204850 w 10321503"/>
              <a:gd name="connsiteY12974" fmla="*/ 3219806 h 5599766"/>
              <a:gd name="connsiteX12975" fmla="*/ 1204850 w 10321503"/>
              <a:gd name="connsiteY12975" fmla="*/ 3220472 h 5599766"/>
              <a:gd name="connsiteX12976" fmla="*/ 1201318 w 10321503"/>
              <a:gd name="connsiteY12976" fmla="*/ 3226613 h 5599766"/>
              <a:gd name="connsiteX12977" fmla="*/ 1200704 w 10321503"/>
              <a:gd name="connsiteY12977" fmla="*/ 3226971 h 5599766"/>
              <a:gd name="connsiteX12978" fmla="*/ 1398928 w 10321503"/>
              <a:gd name="connsiteY12978" fmla="*/ 3226971 h 5599766"/>
              <a:gd name="connsiteX12979" fmla="*/ 1391866 w 10321503"/>
              <a:gd name="connsiteY12979" fmla="*/ 3226971 h 5599766"/>
              <a:gd name="connsiteX12980" fmla="*/ 1391252 w 10321503"/>
              <a:gd name="connsiteY12980" fmla="*/ 3226613 h 5599766"/>
              <a:gd name="connsiteX12981" fmla="*/ 1387720 w 10321503"/>
              <a:gd name="connsiteY12981" fmla="*/ 3220472 h 5599766"/>
              <a:gd name="connsiteX12982" fmla="*/ 1387720 w 10321503"/>
              <a:gd name="connsiteY12982" fmla="*/ 3219806 h 5599766"/>
              <a:gd name="connsiteX12983" fmla="*/ 1391252 w 10321503"/>
              <a:gd name="connsiteY12983" fmla="*/ 3213664 h 5599766"/>
              <a:gd name="connsiteX12984" fmla="*/ 1391866 w 10321503"/>
              <a:gd name="connsiteY12984" fmla="*/ 3213306 h 5599766"/>
              <a:gd name="connsiteX12985" fmla="*/ 1398928 w 10321503"/>
              <a:gd name="connsiteY12985" fmla="*/ 3213306 h 5599766"/>
              <a:gd name="connsiteX12986" fmla="*/ 1399544 w 10321503"/>
              <a:gd name="connsiteY12986" fmla="*/ 3213664 h 5599766"/>
              <a:gd name="connsiteX12987" fmla="*/ 1403074 w 10321503"/>
              <a:gd name="connsiteY12987" fmla="*/ 3219806 h 5599766"/>
              <a:gd name="connsiteX12988" fmla="*/ 1403074 w 10321503"/>
              <a:gd name="connsiteY12988" fmla="*/ 3220472 h 5599766"/>
              <a:gd name="connsiteX12989" fmla="*/ 1399544 w 10321503"/>
              <a:gd name="connsiteY12989" fmla="*/ 3226613 h 5599766"/>
              <a:gd name="connsiteX12990" fmla="*/ 1398928 w 10321503"/>
              <a:gd name="connsiteY12990" fmla="*/ 3226971 h 5599766"/>
              <a:gd name="connsiteX12991" fmla="*/ 1597154 w 10321503"/>
              <a:gd name="connsiteY12991" fmla="*/ 3226971 h 5599766"/>
              <a:gd name="connsiteX12992" fmla="*/ 1590090 w 10321503"/>
              <a:gd name="connsiteY12992" fmla="*/ 3226971 h 5599766"/>
              <a:gd name="connsiteX12993" fmla="*/ 1589476 w 10321503"/>
              <a:gd name="connsiteY12993" fmla="*/ 3226613 h 5599766"/>
              <a:gd name="connsiteX12994" fmla="*/ 1585944 w 10321503"/>
              <a:gd name="connsiteY12994" fmla="*/ 3220472 h 5599766"/>
              <a:gd name="connsiteX12995" fmla="*/ 1585944 w 10321503"/>
              <a:gd name="connsiteY12995" fmla="*/ 3219806 h 5599766"/>
              <a:gd name="connsiteX12996" fmla="*/ 1589476 w 10321503"/>
              <a:gd name="connsiteY12996" fmla="*/ 3213664 h 5599766"/>
              <a:gd name="connsiteX12997" fmla="*/ 1590090 w 10321503"/>
              <a:gd name="connsiteY12997" fmla="*/ 3213306 h 5599766"/>
              <a:gd name="connsiteX12998" fmla="*/ 1597154 w 10321503"/>
              <a:gd name="connsiteY12998" fmla="*/ 3213306 h 5599766"/>
              <a:gd name="connsiteX12999" fmla="*/ 1597768 w 10321503"/>
              <a:gd name="connsiteY12999" fmla="*/ 3213664 h 5599766"/>
              <a:gd name="connsiteX13000" fmla="*/ 1601298 w 10321503"/>
              <a:gd name="connsiteY13000" fmla="*/ 3219806 h 5599766"/>
              <a:gd name="connsiteX13001" fmla="*/ 1601298 w 10321503"/>
              <a:gd name="connsiteY13001" fmla="*/ 3220472 h 5599766"/>
              <a:gd name="connsiteX13002" fmla="*/ 1597768 w 10321503"/>
              <a:gd name="connsiteY13002" fmla="*/ 3226613 h 5599766"/>
              <a:gd name="connsiteX13003" fmla="*/ 1597154 w 10321503"/>
              <a:gd name="connsiteY13003" fmla="*/ 3226971 h 5599766"/>
              <a:gd name="connsiteX13004" fmla="*/ 1795378 w 10321503"/>
              <a:gd name="connsiteY13004" fmla="*/ 3226971 h 5599766"/>
              <a:gd name="connsiteX13005" fmla="*/ 1788315 w 10321503"/>
              <a:gd name="connsiteY13005" fmla="*/ 3226971 h 5599766"/>
              <a:gd name="connsiteX13006" fmla="*/ 1787701 w 10321503"/>
              <a:gd name="connsiteY13006" fmla="*/ 3226613 h 5599766"/>
              <a:gd name="connsiteX13007" fmla="*/ 1784170 w 10321503"/>
              <a:gd name="connsiteY13007" fmla="*/ 3220472 h 5599766"/>
              <a:gd name="connsiteX13008" fmla="*/ 1784170 w 10321503"/>
              <a:gd name="connsiteY13008" fmla="*/ 3219806 h 5599766"/>
              <a:gd name="connsiteX13009" fmla="*/ 1787701 w 10321503"/>
              <a:gd name="connsiteY13009" fmla="*/ 3213664 h 5599766"/>
              <a:gd name="connsiteX13010" fmla="*/ 1788315 w 10321503"/>
              <a:gd name="connsiteY13010" fmla="*/ 3213306 h 5599766"/>
              <a:gd name="connsiteX13011" fmla="*/ 1795378 w 10321503"/>
              <a:gd name="connsiteY13011" fmla="*/ 3213306 h 5599766"/>
              <a:gd name="connsiteX13012" fmla="*/ 1795992 w 10321503"/>
              <a:gd name="connsiteY13012" fmla="*/ 3213664 h 5599766"/>
              <a:gd name="connsiteX13013" fmla="*/ 1799524 w 10321503"/>
              <a:gd name="connsiteY13013" fmla="*/ 3219806 h 5599766"/>
              <a:gd name="connsiteX13014" fmla="*/ 1799524 w 10321503"/>
              <a:gd name="connsiteY13014" fmla="*/ 3220472 h 5599766"/>
              <a:gd name="connsiteX13015" fmla="*/ 1795992 w 10321503"/>
              <a:gd name="connsiteY13015" fmla="*/ 3226613 h 5599766"/>
              <a:gd name="connsiteX13016" fmla="*/ 1795378 w 10321503"/>
              <a:gd name="connsiteY13016" fmla="*/ 3226971 h 5599766"/>
              <a:gd name="connsiteX13017" fmla="*/ 1993654 w 10321503"/>
              <a:gd name="connsiteY13017" fmla="*/ 3226971 h 5599766"/>
              <a:gd name="connsiteX13018" fmla="*/ 1986590 w 10321503"/>
              <a:gd name="connsiteY13018" fmla="*/ 3226971 h 5599766"/>
              <a:gd name="connsiteX13019" fmla="*/ 1985976 w 10321503"/>
              <a:gd name="connsiteY13019" fmla="*/ 3226613 h 5599766"/>
              <a:gd name="connsiteX13020" fmla="*/ 1982445 w 10321503"/>
              <a:gd name="connsiteY13020" fmla="*/ 3220472 h 5599766"/>
              <a:gd name="connsiteX13021" fmla="*/ 1982445 w 10321503"/>
              <a:gd name="connsiteY13021" fmla="*/ 3219806 h 5599766"/>
              <a:gd name="connsiteX13022" fmla="*/ 1985976 w 10321503"/>
              <a:gd name="connsiteY13022" fmla="*/ 3213664 h 5599766"/>
              <a:gd name="connsiteX13023" fmla="*/ 1986590 w 10321503"/>
              <a:gd name="connsiteY13023" fmla="*/ 3213306 h 5599766"/>
              <a:gd name="connsiteX13024" fmla="*/ 1993654 w 10321503"/>
              <a:gd name="connsiteY13024" fmla="*/ 3213306 h 5599766"/>
              <a:gd name="connsiteX13025" fmla="*/ 1994268 w 10321503"/>
              <a:gd name="connsiteY13025" fmla="*/ 3213664 h 5599766"/>
              <a:gd name="connsiteX13026" fmla="*/ 1997800 w 10321503"/>
              <a:gd name="connsiteY13026" fmla="*/ 3219806 h 5599766"/>
              <a:gd name="connsiteX13027" fmla="*/ 1997800 w 10321503"/>
              <a:gd name="connsiteY13027" fmla="*/ 3220472 h 5599766"/>
              <a:gd name="connsiteX13028" fmla="*/ 1994268 w 10321503"/>
              <a:gd name="connsiteY13028" fmla="*/ 3226613 h 5599766"/>
              <a:gd name="connsiteX13029" fmla="*/ 1993654 w 10321503"/>
              <a:gd name="connsiteY13029" fmla="*/ 3226971 h 5599766"/>
              <a:gd name="connsiteX13030" fmla="*/ 3577234 w 10321503"/>
              <a:gd name="connsiteY13030" fmla="*/ 3232672 h 5599766"/>
              <a:gd name="connsiteX13031" fmla="*/ 3570172 w 10321503"/>
              <a:gd name="connsiteY13031" fmla="*/ 3232672 h 5599766"/>
              <a:gd name="connsiteX13032" fmla="*/ 3569557 w 10321503"/>
              <a:gd name="connsiteY13032" fmla="*/ 3232316 h 5599766"/>
              <a:gd name="connsiteX13033" fmla="*/ 3566024 w 10321503"/>
              <a:gd name="connsiteY13033" fmla="*/ 3226174 h 5599766"/>
              <a:gd name="connsiteX13034" fmla="*/ 3566024 w 10321503"/>
              <a:gd name="connsiteY13034" fmla="*/ 3225509 h 5599766"/>
              <a:gd name="connsiteX13035" fmla="*/ 3569557 w 10321503"/>
              <a:gd name="connsiteY13035" fmla="*/ 3219368 h 5599766"/>
              <a:gd name="connsiteX13036" fmla="*/ 3570172 w 10321503"/>
              <a:gd name="connsiteY13036" fmla="*/ 3219010 h 5599766"/>
              <a:gd name="connsiteX13037" fmla="*/ 3577234 w 10321503"/>
              <a:gd name="connsiteY13037" fmla="*/ 3219010 h 5599766"/>
              <a:gd name="connsiteX13038" fmla="*/ 3577848 w 10321503"/>
              <a:gd name="connsiteY13038" fmla="*/ 3219368 h 5599766"/>
              <a:gd name="connsiteX13039" fmla="*/ 3581379 w 10321503"/>
              <a:gd name="connsiteY13039" fmla="*/ 3225509 h 5599766"/>
              <a:gd name="connsiteX13040" fmla="*/ 3581379 w 10321503"/>
              <a:gd name="connsiteY13040" fmla="*/ 3226174 h 5599766"/>
              <a:gd name="connsiteX13041" fmla="*/ 3577848 w 10321503"/>
              <a:gd name="connsiteY13041" fmla="*/ 3232316 h 5599766"/>
              <a:gd name="connsiteX13042" fmla="*/ 3577234 w 10321503"/>
              <a:gd name="connsiteY13042" fmla="*/ 3232672 h 5599766"/>
              <a:gd name="connsiteX13043" fmla="*/ 5956083 w 10321503"/>
              <a:gd name="connsiteY13043" fmla="*/ 3232672 h 5599766"/>
              <a:gd name="connsiteX13044" fmla="*/ 5949019 w 10321503"/>
              <a:gd name="connsiteY13044" fmla="*/ 3232672 h 5599766"/>
              <a:gd name="connsiteX13045" fmla="*/ 5948405 w 10321503"/>
              <a:gd name="connsiteY13045" fmla="*/ 3232317 h 5599766"/>
              <a:gd name="connsiteX13046" fmla="*/ 5944873 w 10321503"/>
              <a:gd name="connsiteY13046" fmla="*/ 3226175 h 5599766"/>
              <a:gd name="connsiteX13047" fmla="*/ 5944873 w 10321503"/>
              <a:gd name="connsiteY13047" fmla="*/ 3225513 h 5599766"/>
              <a:gd name="connsiteX13048" fmla="*/ 5948405 w 10321503"/>
              <a:gd name="connsiteY13048" fmla="*/ 3219368 h 5599766"/>
              <a:gd name="connsiteX13049" fmla="*/ 5949019 w 10321503"/>
              <a:gd name="connsiteY13049" fmla="*/ 3219010 h 5599766"/>
              <a:gd name="connsiteX13050" fmla="*/ 5956083 w 10321503"/>
              <a:gd name="connsiteY13050" fmla="*/ 3219010 h 5599766"/>
              <a:gd name="connsiteX13051" fmla="*/ 5956697 w 10321503"/>
              <a:gd name="connsiteY13051" fmla="*/ 3219368 h 5599766"/>
              <a:gd name="connsiteX13052" fmla="*/ 5960227 w 10321503"/>
              <a:gd name="connsiteY13052" fmla="*/ 3225513 h 5599766"/>
              <a:gd name="connsiteX13053" fmla="*/ 5960227 w 10321503"/>
              <a:gd name="connsiteY13053" fmla="*/ 3226175 h 5599766"/>
              <a:gd name="connsiteX13054" fmla="*/ 5956697 w 10321503"/>
              <a:gd name="connsiteY13054" fmla="*/ 3232317 h 5599766"/>
              <a:gd name="connsiteX13055" fmla="*/ 5956083 w 10321503"/>
              <a:gd name="connsiteY13055" fmla="*/ 3232672 h 5599766"/>
              <a:gd name="connsiteX13056" fmla="*/ 8136530 w 10321503"/>
              <a:gd name="connsiteY13056" fmla="*/ 3232672 h 5599766"/>
              <a:gd name="connsiteX13057" fmla="*/ 8129465 w 10321503"/>
              <a:gd name="connsiteY13057" fmla="*/ 3232672 h 5599766"/>
              <a:gd name="connsiteX13058" fmla="*/ 8128852 w 10321503"/>
              <a:gd name="connsiteY13058" fmla="*/ 3232317 h 5599766"/>
              <a:gd name="connsiteX13059" fmla="*/ 8125321 w 10321503"/>
              <a:gd name="connsiteY13059" fmla="*/ 3226175 h 5599766"/>
              <a:gd name="connsiteX13060" fmla="*/ 8125321 w 10321503"/>
              <a:gd name="connsiteY13060" fmla="*/ 3225510 h 5599766"/>
              <a:gd name="connsiteX13061" fmla="*/ 8128852 w 10321503"/>
              <a:gd name="connsiteY13061" fmla="*/ 3219368 h 5599766"/>
              <a:gd name="connsiteX13062" fmla="*/ 8129465 w 10321503"/>
              <a:gd name="connsiteY13062" fmla="*/ 3219010 h 5599766"/>
              <a:gd name="connsiteX13063" fmla="*/ 8136530 w 10321503"/>
              <a:gd name="connsiteY13063" fmla="*/ 3219010 h 5599766"/>
              <a:gd name="connsiteX13064" fmla="*/ 8137144 w 10321503"/>
              <a:gd name="connsiteY13064" fmla="*/ 3219368 h 5599766"/>
              <a:gd name="connsiteX13065" fmla="*/ 8140675 w 10321503"/>
              <a:gd name="connsiteY13065" fmla="*/ 3225510 h 5599766"/>
              <a:gd name="connsiteX13066" fmla="*/ 8140675 w 10321503"/>
              <a:gd name="connsiteY13066" fmla="*/ 3226175 h 5599766"/>
              <a:gd name="connsiteX13067" fmla="*/ 8137144 w 10321503"/>
              <a:gd name="connsiteY13067" fmla="*/ 3232317 h 5599766"/>
              <a:gd name="connsiteX13068" fmla="*/ 8136530 w 10321503"/>
              <a:gd name="connsiteY13068" fmla="*/ 3232672 h 5599766"/>
              <a:gd name="connsiteX13069" fmla="*/ 7343533 w 10321503"/>
              <a:gd name="connsiteY13069" fmla="*/ 3232676 h 5599766"/>
              <a:gd name="connsiteX13070" fmla="*/ 7336467 w 10321503"/>
              <a:gd name="connsiteY13070" fmla="*/ 3232676 h 5599766"/>
              <a:gd name="connsiteX13071" fmla="*/ 7335854 w 10321503"/>
              <a:gd name="connsiteY13071" fmla="*/ 3232317 h 5599766"/>
              <a:gd name="connsiteX13072" fmla="*/ 7332320 w 10321503"/>
              <a:gd name="connsiteY13072" fmla="*/ 3226180 h 5599766"/>
              <a:gd name="connsiteX13073" fmla="*/ 7332320 w 10321503"/>
              <a:gd name="connsiteY13073" fmla="*/ 3225514 h 5599766"/>
              <a:gd name="connsiteX13074" fmla="*/ 7335854 w 10321503"/>
              <a:gd name="connsiteY13074" fmla="*/ 3219372 h 5599766"/>
              <a:gd name="connsiteX13075" fmla="*/ 7336467 w 10321503"/>
              <a:gd name="connsiteY13075" fmla="*/ 3219014 h 5599766"/>
              <a:gd name="connsiteX13076" fmla="*/ 7343533 w 10321503"/>
              <a:gd name="connsiteY13076" fmla="*/ 3219014 h 5599766"/>
              <a:gd name="connsiteX13077" fmla="*/ 7344146 w 10321503"/>
              <a:gd name="connsiteY13077" fmla="*/ 3219372 h 5599766"/>
              <a:gd name="connsiteX13078" fmla="*/ 7347678 w 10321503"/>
              <a:gd name="connsiteY13078" fmla="*/ 3225514 h 5599766"/>
              <a:gd name="connsiteX13079" fmla="*/ 7347678 w 10321503"/>
              <a:gd name="connsiteY13079" fmla="*/ 3226180 h 5599766"/>
              <a:gd name="connsiteX13080" fmla="*/ 7344146 w 10321503"/>
              <a:gd name="connsiteY13080" fmla="*/ 3232317 h 5599766"/>
              <a:gd name="connsiteX13081" fmla="*/ 7343533 w 10321503"/>
              <a:gd name="connsiteY13081" fmla="*/ 3232676 h 5599766"/>
              <a:gd name="connsiteX13082" fmla="*/ 3379008 w 10321503"/>
              <a:gd name="connsiteY13082" fmla="*/ 3232685 h 5599766"/>
              <a:gd name="connsiteX13083" fmla="*/ 3371947 w 10321503"/>
              <a:gd name="connsiteY13083" fmla="*/ 3232685 h 5599766"/>
              <a:gd name="connsiteX13084" fmla="*/ 3371332 w 10321503"/>
              <a:gd name="connsiteY13084" fmla="*/ 3232327 h 5599766"/>
              <a:gd name="connsiteX13085" fmla="*/ 3367800 w 10321503"/>
              <a:gd name="connsiteY13085" fmla="*/ 3226188 h 5599766"/>
              <a:gd name="connsiteX13086" fmla="*/ 3367800 w 10321503"/>
              <a:gd name="connsiteY13086" fmla="*/ 3225522 h 5599766"/>
              <a:gd name="connsiteX13087" fmla="*/ 3371332 w 10321503"/>
              <a:gd name="connsiteY13087" fmla="*/ 3219379 h 5599766"/>
              <a:gd name="connsiteX13088" fmla="*/ 3371947 w 10321503"/>
              <a:gd name="connsiteY13088" fmla="*/ 3219022 h 5599766"/>
              <a:gd name="connsiteX13089" fmla="*/ 3379008 w 10321503"/>
              <a:gd name="connsiteY13089" fmla="*/ 3219022 h 5599766"/>
              <a:gd name="connsiteX13090" fmla="*/ 3379624 w 10321503"/>
              <a:gd name="connsiteY13090" fmla="*/ 3219379 h 5599766"/>
              <a:gd name="connsiteX13091" fmla="*/ 3383155 w 10321503"/>
              <a:gd name="connsiteY13091" fmla="*/ 3225522 h 5599766"/>
              <a:gd name="connsiteX13092" fmla="*/ 3383155 w 10321503"/>
              <a:gd name="connsiteY13092" fmla="*/ 3226188 h 5599766"/>
              <a:gd name="connsiteX13093" fmla="*/ 3379624 w 10321503"/>
              <a:gd name="connsiteY13093" fmla="*/ 3232327 h 5599766"/>
              <a:gd name="connsiteX13094" fmla="*/ 3379008 w 10321503"/>
              <a:gd name="connsiteY13094" fmla="*/ 3232685 h 5599766"/>
              <a:gd name="connsiteX13095" fmla="*/ 5163134 w 10321503"/>
              <a:gd name="connsiteY13095" fmla="*/ 3232685 h 5599766"/>
              <a:gd name="connsiteX13096" fmla="*/ 5156070 w 10321503"/>
              <a:gd name="connsiteY13096" fmla="*/ 3232685 h 5599766"/>
              <a:gd name="connsiteX13097" fmla="*/ 5155456 w 10321503"/>
              <a:gd name="connsiteY13097" fmla="*/ 3232324 h 5599766"/>
              <a:gd name="connsiteX13098" fmla="*/ 5151924 w 10321503"/>
              <a:gd name="connsiteY13098" fmla="*/ 3226184 h 5599766"/>
              <a:gd name="connsiteX13099" fmla="*/ 5151924 w 10321503"/>
              <a:gd name="connsiteY13099" fmla="*/ 3225522 h 5599766"/>
              <a:gd name="connsiteX13100" fmla="*/ 5155456 w 10321503"/>
              <a:gd name="connsiteY13100" fmla="*/ 3219379 h 5599766"/>
              <a:gd name="connsiteX13101" fmla="*/ 5156070 w 10321503"/>
              <a:gd name="connsiteY13101" fmla="*/ 3219021 h 5599766"/>
              <a:gd name="connsiteX13102" fmla="*/ 5163134 w 10321503"/>
              <a:gd name="connsiteY13102" fmla="*/ 3219021 h 5599766"/>
              <a:gd name="connsiteX13103" fmla="*/ 5163748 w 10321503"/>
              <a:gd name="connsiteY13103" fmla="*/ 3219379 h 5599766"/>
              <a:gd name="connsiteX13104" fmla="*/ 5167279 w 10321503"/>
              <a:gd name="connsiteY13104" fmla="*/ 3225522 h 5599766"/>
              <a:gd name="connsiteX13105" fmla="*/ 5167279 w 10321503"/>
              <a:gd name="connsiteY13105" fmla="*/ 3226184 h 5599766"/>
              <a:gd name="connsiteX13106" fmla="*/ 5163748 w 10321503"/>
              <a:gd name="connsiteY13106" fmla="*/ 3232324 h 5599766"/>
              <a:gd name="connsiteX13107" fmla="*/ 5163134 w 10321503"/>
              <a:gd name="connsiteY13107" fmla="*/ 3232685 h 5599766"/>
              <a:gd name="connsiteX13108" fmla="*/ 8929517 w 10321503"/>
              <a:gd name="connsiteY13108" fmla="*/ 3232685 h 5599766"/>
              <a:gd name="connsiteX13109" fmla="*/ 8922454 w 10321503"/>
              <a:gd name="connsiteY13109" fmla="*/ 3232685 h 5599766"/>
              <a:gd name="connsiteX13110" fmla="*/ 8921840 w 10321503"/>
              <a:gd name="connsiteY13110" fmla="*/ 3232326 h 5599766"/>
              <a:gd name="connsiteX13111" fmla="*/ 8918308 w 10321503"/>
              <a:gd name="connsiteY13111" fmla="*/ 3226188 h 5599766"/>
              <a:gd name="connsiteX13112" fmla="*/ 8918308 w 10321503"/>
              <a:gd name="connsiteY13112" fmla="*/ 3225522 h 5599766"/>
              <a:gd name="connsiteX13113" fmla="*/ 8921840 w 10321503"/>
              <a:gd name="connsiteY13113" fmla="*/ 3219379 h 5599766"/>
              <a:gd name="connsiteX13114" fmla="*/ 8922454 w 10321503"/>
              <a:gd name="connsiteY13114" fmla="*/ 3219022 h 5599766"/>
              <a:gd name="connsiteX13115" fmla="*/ 8929517 w 10321503"/>
              <a:gd name="connsiteY13115" fmla="*/ 3219022 h 5599766"/>
              <a:gd name="connsiteX13116" fmla="*/ 8930132 w 10321503"/>
              <a:gd name="connsiteY13116" fmla="*/ 3219379 h 5599766"/>
              <a:gd name="connsiteX13117" fmla="*/ 8933661 w 10321503"/>
              <a:gd name="connsiteY13117" fmla="*/ 3225522 h 5599766"/>
              <a:gd name="connsiteX13118" fmla="*/ 8933661 w 10321503"/>
              <a:gd name="connsiteY13118" fmla="*/ 3226188 h 5599766"/>
              <a:gd name="connsiteX13119" fmla="*/ 8930132 w 10321503"/>
              <a:gd name="connsiteY13119" fmla="*/ 3232326 h 5599766"/>
              <a:gd name="connsiteX13120" fmla="*/ 8929517 w 10321503"/>
              <a:gd name="connsiteY13120" fmla="*/ 3232685 h 5599766"/>
              <a:gd name="connsiteX13121" fmla="*/ 4766683 w 10321503"/>
              <a:gd name="connsiteY13121" fmla="*/ 3232687 h 5599766"/>
              <a:gd name="connsiteX13122" fmla="*/ 4759621 w 10321503"/>
              <a:gd name="connsiteY13122" fmla="*/ 3232687 h 5599766"/>
              <a:gd name="connsiteX13123" fmla="*/ 4759007 w 10321503"/>
              <a:gd name="connsiteY13123" fmla="*/ 3232329 h 5599766"/>
              <a:gd name="connsiteX13124" fmla="*/ 4755475 w 10321503"/>
              <a:gd name="connsiteY13124" fmla="*/ 3226190 h 5599766"/>
              <a:gd name="connsiteX13125" fmla="*/ 4755475 w 10321503"/>
              <a:gd name="connsiteY13125" fmla="*/ 3225525 h 5599766"/>
              <a:gd name="connsiteX13126" fmla="*/ 4759007 w 10321503"/>
              <a:gd name="connsiteY13126" fmla="*/ 3219384 h 5599766"/>
              <a:gd name="connsiteX13127" fmla="*/ 4759621 w 10321503"/>
              <a:gd name="connsiteY13127" fmla="*/ 3219023 h 5599766"/>
              <a:gd name="connsiteX13128" fmla="*/ 4766683 w 10321503"/>
              <a:gd name="connsiteY13128" fmla="*/ 3219023 h 5599766"/>
              <a:gd name="connsiteX13129" fmla="*/ 4767297 w 10321503"/>
              <a:gd name="connsiteY13129" fmla="*/ 3219384 h 5599766"/>
              <a:gd name="connsiteX13130" fmla="*/ 4770829 w 10321503"/>
              <a:gd name="connsiteY13130" fmla="*/ 3225525 h 5599766"/>
              <a:gd name="connsiteX13131" fmla="*/ 4770829 w 10321503"/>
              <a:gd name="connsiteY13131" fmla="*/ 3226190 h 5599766"/>
              <a:gd name="connsiteX13132" fmla="*/ 4767297 w 10321503"/>
              <a:gd name="connsiteY13132" fmla="*/ 3232329 h 5599766"/>
              <a:gd name="connsiteX13133" fmla="*/ 4766683 w 10321503"/>
              <a:gd name="connsiteY13133" fmla="*/ 3232687 h 5599766"/>
              <a:gd name="connsiteX13134" fmla="*/ 9920687 w 10321503"/>
              <a:gd name="connsiteY13134" fmla="*/ 3232687 h 5599766"/>
              <a:gd name="connsiteX13135" fmla="*/ 9913625 w 10321503"/>
              <a:gd name="connsiteY13135" fmla="*/ 3232687 h 5599766"/>
              <a:gd name="connsiteX13136" fmla="*/ 9913010 w 10321503"/>
              <a:gd name="connsiteY13136" fmla="*/ 3232329 h 5599766"/>
              <a:gd name="connsiteX13137" fmla="*/ 9909480 w 10321503"/>
              <a:gd name="connsiteY13137" fmla="*/ 3226188 h 5599766"/>
              <a:gd name="connsiteX13138" fmla="*/ 9909480 w 10321503"/>
              <a:gd name="connsiteY13138" fmla="*/ 3225522 h 5599766"/>
              <a:gd name="connsiteX13139" fmla="*/ 9913010 w 10321503"/>
              <a:gd name="connsiteY13139" fmla="*/ 3219382 h 5599766"/>
              <a:gd name="connsiteX13140" fmla="*/ 9913625 w 10321503"/>
              <a:gd name="connsiteY13140" fmla="*/ 3219023 h 5599766"/>
              <a:gd name="connsiteX13141" fmla="*/ 9920687 w 10321503"/>
              <a:gd name="connsiteY13141" fmla="*/ 3219023 h 5599766"/>
              <a:gd name="connsiteX13142" fmla="*/ 9921301 w 10321503"/>
              <a:gd name="connsiteY13142" fmla="*/ 3219382 h 5599766"/>
              <a:gd name="connsiteX13143" fmla="*/ 9924834 w 10321503"/>
              <a:gd name="connsiteY13143" fmla="*/ 3225522 h 5599766"/>
              <a:gd name="connsiteX13144" fmla="*/ 9924834 w 10321503"/>
              <a:gd name="connsiteY13144" fmla="*/ 3226188 h 5599766"/>
              <a:gd name="connsiteX13145" fmla="*/ 9921301 w 10321503"/>
              <a:gd name="connsiteY13145" fmla="*/ 3232329 h 5599766"/>
              <a:gd name="connsiteX13146" fmla="*/ 9920687 w 10321503"/>
              <a:gd name="connsiteY13146" fmla="*/ 3232687 h 5599766"/>
              <a:gd name="connsiteX13147" fmla="*/ 10317132 w 10321503"/>
              <a:gd name="connsiteY13147" fmla="*/ 3232687 h 5599766"/>
              <a:gd name="connsiteX13148" fmla="*/ 10310069 w 10321503"/>
              <a:gd name="connsiteY13148" fmla="*/ 3232687 h 5599766"/>
              <a:gd name="connsiteX13149" fmla="*/ 10309455 w 10321503"/>
              <a:gd name="connsiteY13149" fmla="*/ 3232329 h 5599766"/>
              <a:gd name="connsiteX13150" fmla="*/ 10305924 w 10321503"/>
              <a:gd name="connsiteY13150" fmla="*/ 3226190 h 5599766"/>
              <a:gd name="connsiteX13151" fmla="*/ 10305924 w 10321503"/>
              <a:gd name="connsiteY13151" fmla="*/ 3225525 h 5599766"/>
              <a:gd name="connsiteX13152" fmla="*/ 10309455 w 10321503"/>
              <a:gd name="connsiteY13152" fmla="*/ 3219384 h 5599766"/>
              <a:gd name="connsiteX13153" fmla="*/ 10310069 w 10321503"/>
              <a:gd name="connsiteY13153" fmla="*/ 3219024 h 5599766"/>
              <a:gd name="connsiteX13154" fmla="*/ 10317132 w 10321503"/>
              <a:gd name="connsiteY13154" fmla="*/ 3219024 h 5599766"/>
              <a:gd name="connsiteX13155" fmla="*/ 10317747 w 10321503"/>
              <a:gd name="connsiteY13155" fmla="*/ 3219384 h 5599766"/>
              <a:gd name="connsiteX13156" fmla="*/ 10321279 w 10321503"/>
              <a:gd name="connsiteY13156" fmla="*/ 3225525 h 5599766"/>
              <a:gd name="connsiteX13157" fmla="*/ 10321279 w 10321503"/>
              <a:gd name="connsiteY13157" fmla="*/ 3226190 h 5599766"/>
              <a:gd name="connsiteX13158" fmla="*/ 10317747 w 10321503"/>
              <a:gd name="connsiteY13158" fmla="*/ 3232329 h 5599766"/>
              <a:gd name="connsiteX13159" fmla="*/ 10317132 w 10321503"/>
              <a:gd name="connsiteY13159" fmla="*/ 3232687 h 5599766"/>
              <a:gd name="connsiteX13160" fmla="*/ 2982559 w 10321503"/>
              <a:gd name="connsiteY13160" fmla="*/ 3232690 h 5599766"/>
              <a:gd name="connsiteX13161" fmla="*/ 2975496 w 10321503"/>
              <a:gd name="connsiteY13161" fmla="*/ 3232690 h 5599766"/>
              <a:gd name="connsiteX13162" fmla="*/ 2974882 w 10321503"/>
              <a:gd name="connsiteY13162" fmla="*/ 3232331 h 5599766"/>
              <a:gd name="connsiteX13163" fmla="*/ 2971351 w 10321503"/>
              <a:gd name="connsiteY13163" fmla="*/ 3226192 h 5599766"/>
              <a:gd name="connsiteX13164" fmla="*/ 2971351 w 10321503"/>
              <a:gd name="connsiteY13164" fmla="*/ 3225525 h 5599766"/>
              <a:gd name="connsiteX13165" fmla="*/ 2974882 w 10321503"/>
              <a:gd name="connsiteY13165" fmla="*/ 3219386 h 5599766"/>
              <a:gd name="connsiteX13166" fmla="*/ 2975496 w 10321503"/>
              <a:gd name="connsiteY13166" fmla="*/ 3219028 h 5599766"/>
              <a:gd name="connsiteX13167" fmla="*/ 2982559 w 10321503"/>
              <a:gd name="connsiteY13167" fmla="*/ 3219028 h 5599766"/>
              <a:gd name="connsiteX13168" fmla="*/ 2983173 w 10321503"/>
              <a:gd name="connsiteY13168" fmla="*/ 3219386 h 5599766"/>
              <a:gd name="connsiteX13169" fmla="*/ 2986706 w 10321503"/>
              <a:gd name="connsiteY13169" fmla="*/ 3225525 h 5599766"/>
              <a:gd name="connsiteX13170" fmla="*/ 2986706 w 10321503"/>
              <a:gd name="connsiteY13170" fmla="*/ 3226192 h 5599766"/>
              <a:gd name="connsiteX13171" fmla="*/ 2983173 w 10321503"/>
              <a:gd name="connsiteY13171" fmla="*/ 3232331 h 5599766"/>
              <a:gd name="connsiteX13172" fmla="*/ 2982559 w 10321503"/>
              <a:gd name="connsiteY13172" fmla="*/ 3232690 h 5599766"/>
              <a:gd name="connsiteX13173" fmla="*/ 9325974 w 10321503"/>
              <a:gd name="connsiteY13173" fmla="*/ 3232690 h 5599766"/>
              <a:gd name="connsiteX13174" fmla="*/ 9318911 w 10321503"/>
              <a:gd name="connsiteY13174" fmla="*/ 3232690 h 5599766"/>
              <a:gd name="connsiteX13175" fmla="*/ 9318295 w 10321503"/>
              <a:gd name="connsiteY13175" fmla="*/ 3232331 h 5599766"/>
              <a:gd name="connsiteX13176" fmla="*/ 9314763 w 10321503"/>
              <a:gd name="connsiteY13176" fmla="*/ 3226192 h 5599766"/>
              <a:gd name="connsiteX13177" fmla="*/ 9314763 w 10321503"/>
              <a:gd name="connsiteY13177" fmla="*/ 3225529 h 5599766"/>
              <a:gd name="connsiteX13178" fmla="*/ 9318295 w 10321503"/>
              <a:gd name="connsiteY13178" fmla="*/ 3219386 h 5599766"/>
              <a:gd name="connsiteX13179" fmla="*/ 9318911 w 10321503"/>
              <a:gd name="connsiteY13179" fmla="*/ 3219028 h 5599766"/>
              <a:gd name="connsiteX13180" fmla="*/ 9325974 w 10321503"/>
              <a:gd name="connsiteY13180" fmla="*/ 3219028 h 5599766"/>
              <a:gd name="connsiteX13181" fmla="*/ 9326587 w 10321503"/>
              <a:gd name="connsiteY13181" fmla="*/ 3219386 h 5599766"/>
              <a:gd name="connsiteX13182" fmla="*/ 9330117 w 10321503"/>
              <a:gd name="connsiteY13182" fmla="*/ 3225529 h 5599766"/>
              <a:gd name="connsiteX13183" fmla="*/ 9330117 w 10321503"/>
              <a:gd name="connsiteY13183" fmla="*/ 3226192 h 5599766"/>
              <a:gd name="connsiteX13184" fmla="*/ 9326587 w 10321503"/>
              <a:gd name="connsiteY13184" fmla="*/ 3232331 h 5599766"/>
              <a:gd name="connsiteX13185" fmla="*/ 9325974 w 10321503"/>
              <a:gd name="connsiteY13185" fmla="*/ 3232690 h 5599766"/>
              <a:gd name="connsiteX13186" fmla="*/ 7541808 w 10321503"/>
              <a:gd name="connsiteY13186" fmla="*/ 3232692 h 5599766"/>
              <a:gd name="connsiteX13187" fmla="*/ 7534745 w 10321503"/>
              <a:gd name="connsiteY13187" fmla="*/ 3232692 h 5599766"/>
              <a:gd name="connsiteX13188" fmla="*/ 7534130 w 10321503"/>
              <a:gd name="connsiteY13188" fmla="*/ 3232331 h 5599766"/>
              <a:gd name="connsiteX13189" fmla="*/ 7530600 w 10321503"/>
              <a:gd name="connsiteY13189" fmla="*/ 3226192 h 5599766"/>
              <a:gd name="connsiteX13190" fmla="*/ 7530600 w 10321503"/>
              <a:gd name="connsiteY13190" fmla="*/ 3225529 h 5599766"/>
              <a:gd name="connsiteX13191" fmla="*/ 7534130 w 10321503"/>
              <a:gd name="connsiteY13191" fmla="*/ 3219386 h 5599766"/>
              <a:gd name="connsiteX13192" fmla="*/ 7534745 w 10321503"/>
              <a:gd name="connsiteY13192" fmla="*/ 3219028 h 5599766"/>
              <a:gd name="connsiteX13193" fmla="*/ 7541808 w 10321503"/>
              <a:gd name="connsiteY13193" fmla="*/ 3219028 h 5599766"/>
              <a:gd name="connsiteX13194" fmla="*/ 7542423 w 10321503"/>
              <a:gd name="connsiteY13194" fmla="*/ 3219386 h 5599766"/>
              <a:gd name="connsiteX13195" fmla="*/ 7545954 w 10321503"/>
              <a:gd name="connsiteY13195" fmla="*/ 3225529 h 5599766"/>
              <a:gd name="connsiteX13196" fmla="*/ 7545954 w 10321503"/>
              <a:gd name="connsiteY13196" fmla="*/ 3226192 h 5599766"/>
              <a:gd name="connsiteX13197" fmla="*/ 7542423 w 10321503"/>
              <a:gd name="connsiteY13197" fmla="*/ 3232331 h 5599766"/>
              <a:gd name="connsiteX13198" fmla="*/ 7541808 w 10321503"/>
              <a:gd name="connsiteY13198" fmla="*/ 3232692 h 5599766"/>
              <a:gd name="connsiteX13199" fmla="*/ 8334809 w 10321503"/>
              <a:gd name="connsiteY13199" fmla="*/ 3232694 h 5599766"/>
              <a:gd name="connsiteX13200" fmla="*/ 8327745 w 10321503"/>
              <a:gd name="connsiteY13200" fmla="*/ 3232694 h 5599766"/>
              <a:gd name="connsiteX13201" fmla="*/ 8327131 w 10321503"/>
              <a:gd name="connsiteY13201" fmla="*/ 3232337 h 5599766"/>
              <a:gd name="connsiteX13202" fmla="*/ 8323599 w 10321503"/>
              <a:gd name="connsiteY13202" fmla="*/ 3226197 h 5599766"/>
              <a:gd name="connsiteX13203" fmla="*/ 8323599 w 10321503"/>
              <a:gd name="connsiteY13203" fmla="*/ 3225531 h 5599766"/>
              <a:gd name="connsiteX13204" fmla="*/ 8327131 w 10321503"/>
              <a:gd name="connsiteY13204" fmla="*/ 3219389 h 5599766"/>
              <a:gd name="connsiteX13205" fmla="*/ 8327745 w 10321503"/>
              <a:gd name="connsiteY13205" fmla="*/ 3219032 h 5599766"/>
              <a:gd name="connsiteX13206" fmla="*/ 8334809 w 10321503"/>
              <a:gd name="connsiteY13206" fmla="*/ 3219032 h 5599766"/>
              <a:gd name="connsiteX13207" fmla="*/ 8335423 w 10321503"/>
              <a:gd name="connsiteY13207" fmla="*/ 3219389 h 5599766"/>
              <a:gd name="connsiteX13208" fmla="*/ 8338954 w 10321503"/>
              <a:gd name="connsiteY13208" fmla="*/ 3225531 h 5599766"/>
              <a:gd name="connsiteX13209" fmla="*/ 8338954 w 10321503"/>
              <a:gd name="connsiteY13209" fmla="*/ 3226197 h 5599766"/>
              <a:gd name="connsiteX13210" fmla="*/ 8335423 w 10321503"/>
              <a:gd name="connsiteY13210" fmla="*/ 3232337 h 5599766"/>
              <a:gd name="connsiteX13211" fmla="*/ 8334809 w 10321503"/>
              <a:gd name="connsiteY13211" fmla="*/ 3232694 h 5599766"/>
              <a:gd name="connsiteX13212" fmla="*/ 6352582 w 10321503"/>
              <a:gd name="connsiteY13212" fmla="*/ 3232701 h 5599766"/>
              <a:gd name="connsiteX13213" fmla="*/ 6345519 w 10321503"/>
              <a:gd name="connsiteY13213" fmla="*/ 3232701 h 5599766"/>
              <a:gd name="connsiteX13214" fmla="*/ 6344904 w 10321503"/>
              <a:gd name="connsiteY13214" fmla="*/ 3232342 h 5599766"/>
              <a:gd name="connsiteX13215" fmla="*/ 6341373 w 10321503"/>
              <a:gd name="connsiteY13215" fmla="*/ 3226204 h 5599766"/>
              <a:gd name="connsiteX13216" fmla="*/ 6341373 w 10321503"/>
              <a:gd name="connsiteY13216" fmla="*/ 3225539 h 5599766"/>
              <a:gd name="connsiteX13217" fmla="*/ 6344904 w 10321503"/>
              <a:gd name="connsiteY13217" fmla="*/ 3219396 h 5599766"/>
              <a:gd name="connsiteX13218" fmla="*/ 6345519 w 10321503"/>
              <a:gd name="connsiteY13218" fmla="*/ 3219037 h 5599766"/>
              <a:gd name="connsiteX13219" fmla="*/ 6352582 w 10321503"/>
              <a:gd name="connsiteY13219" fmla="*/ 3219037 h 5599766"/>
              <a:gd name="connsiteX13220" fmla="*/ 6353196 w 10321503"/>
              <a:gd name="connsiteY13220" fmla="*/ 3219396 h 5599766"/>
              <a:gd name="connsiteX13221" fmla="*/ 6356728 w 10321503"/>
              <a:gd name="connsiteY13221" fmla="*/ 3225539 h 5599766"/>
              <a:gd name="connsiteX13222" fmla="*/ 6356728 w 10321503"/>
              <a:gd name="connsiteY13222" fmla="*/ 3226204 h 5599766"/>
              <a:gd name="connsiteX13223" fmla="*/ 6353196 w 10321503"/>
              <a:gd name="connsiteY13223" fmla="*/ 3232342 h 5599766"/>
              <a:gd name="connsiteX13224" fmla="*/ 6352582 w 10321503"/>
              <a:gd name="connsiteY13224" fmla="*/ 3232701 h 5599766"/>
              <a:gd name="connsiteX13225" fmla="*/ 2784284 w 10321503"/>
              <a:gd name="connsiteY13225" fmla="*/ 3232704 h 5599766"/>
              <a:gd name="connsiteX13226" fmla="*/ 2777221 w 10321503"/>
              <a:gd name="connsiteY13226" fmla="*/ 3232704 h 5599766"/>
              <a:gd name="connsiteX13227" fmla="*/ 2776607 w 10321503"/>
              <a:gd name="connsiteY13227" fmla="*/ 3232346 h 5599766"/>
              <a:gd name="connsiteX13228" fmla="*/ 2773075 w 10321503"/>
              <a:gd name="connsiteY13228" fmla="*/ 3226206 h 5599766"/>
              <a:gd name="connsiteX13229" fmla="*/ 2773075 w 10321503"/>
              <a:gd name="connsiteY13229" fmla="*/ 3225541 h 5599766"/>
              <a:gd name="connsiteX13230" fmla="*/ 2776607 w 10321503"/>
              <a:gd name="connsiteY13230" fmla="*/ 3219400 h 5599766"/>
              <a:gd name="connsiteX13231" fmla="*/ 2777221 w 10321503"/>
              <a:gd name="connsiteY13231" fmla="*/ 3219042 h 5599766"/>
              <a:gd name="connsiteX13232" fmla="*/ 2784284 w 10321503"/>
              <a:gd name="connsiteY13232" fmla="*/ 3219042 h 5599766"/>
              <a:gd name="connsiteX13233" fmla="*/ 2784898 w 10321503"/>
              <a:gd name="connsiteY13233" fmla="*/ 3219400 h 5599766"/>
              <a:gd name="connsiteX13234" fmla="*/ 2788430 w 10321503"/>
              <a:gd name="connsiteY13234" fmla="*/ 3225541 h 5599766"/>
              <a:gd name="connsiteX13235" fmla="*/ 2788430 w 10321503"/>
              <a:gd name="connsiteY13235" fmla="*/ 3226206 h 5599766"/>
              <a:gd name="connsiteX13236" fmla="*/ 2784898 w 10321503"/>
              <a:gd name="connsiteY13236" fmla="*/ 3232346 h 5599766"/>
              <a:gd name="connsiteX13237" fmla="*/ 2784284 w 10321503"/>
              <a:gd name="connsiteY13237" fmla="*/ 3232704 h 5599766"/>
              <a:gd name="connsiteX13238" fmla="*/ 4370183 w 10321503"/>
              <a:gd name="connsiteY13238" fmla="*/ 3232708 h 5599766"/>
              <a:gd name="connsiteX13239" fmla="*/ 4363121 w 10321503"/>
              <a:gd name="connsiteY13239" fmla="*/ 3232708 h 5599766"/>
              <a:gd name="connsiteX13240" fmla="*/ 4362506 w 10321503"/>
              <a:gd name="connsiteY13240" fmla="*/ 3232349 h 5599766"/>
              <a:gd name="connsiteX13241" fmla="*/ 4358975 w 10321503"/>
              <a:gd name="connsiteY13241" fmla="*/ 3226209 h 5599766"/>
              <a:gd name="connsiteX13242" fmla="*/ 4358975 w 10321503"/>
              <a:gd name="connsiteY13242" fmla="*/ 3225545 h 5599766"/>
              <a:gd name="connsiteX13243" fmla="*/ 4362506 w 10321503"/>
              <a:gd name="connsiteY13243" fmla="*/ 3219401 h 5599766"/>
              <a:gd name="connsiteX13244" fmla="*/ 4363121 w 10321503"/>
              <a:gd name="connsiteY13244" fmla="*/ 3219044 h 5599766"/>
              <a:gd name="connsiteX13245" fmla="*/ 4370183 w 10321503"/>
              <a:gd name="connsiteY13245" fmla="*/ 3219044 h 5599766"/>
              <a:gd name="connsiteX13246" fmla="*/ 4370797 w 10321503"/>
              <a:gd name="connsiteY13246" fmla="*/ 3219401 h 5599766"/>
              <a:gd name="connsiteX13247" fmla="*/ 4374329 w 10321503"/>
              <a:gd name="connsiteY13247" fmla="*/ 3225545 h 5599766"/>
              <a:gd name="connsiteX13248" fmla="*/ 4374329 w 10321503"/>
              <a:gd name="connsiteY13248" fmla="*/ 3226209 h 5599766"/>
              <a:gd name="connsiteX13249" fmla="*/ 4370797 w 10321503"/>
              <a:gd name="connsiteY13249" fmla="*/ 3232349 h 5599766"/>
              <a:gd name="connsiteX13250" fmla="*/ 4370183 w 10321503"/>
              <a:gd name="connsiteY13250" fmla="*/ 3232708 h 5599766"/>
              <a:gd name="connsiteX13251" fmla="*/ 2387835 w 10321503"/>
              <a:gd name="connsiteY13251" fmla="*/ 3232715 h 5599766"/>
              <a:gd name="connsiteX13252" fmla="*/ 2380773 w 10321503"/>
              <a:gd name="connsiteY13252" fmla="*/ 3232715 h 5599766"/>
              <a:gd name="connsiteX13253" fmla="*/ 2380159 w 10321503"/>
              <a:gd name="connsiteY13253" fmla="*/ 3232355 h 5599766"/>
              <a:gd name="connsiteX13254" fmla="*/ 2376626 w 10321503"/>
              <a:gd name="connsiteY13254" fmla="*/ 3226216 h 5599766"/>
              <a:gd name="connsiteX13255" fmla="*/ 2376626 w 10321503"/>
              <a:gd name="connsiteY13255" fmla="*/ 3225550 h 5599766"/>
              <a:gd name="connsiteX13256" fmla="*/ 2380159 w 10321503"/>
              <a:gd name="connsiteY13256" fmla="*/ 3219409 h 5599766"/>
              <a:gd name="connsiteX13257" fmla="*/ 2380773 w 10321503"/>
              <a:gd name="connsiteY13257" fmla="*/ 3219051 h 5599766"/>
              <a:gd name="connsiteX13258" fmla="*/ 2387835 w 10321503"/>
              <a:gd name="connsiteY13258" fmla="*/ 3219051 h 5599766"/>
              <a:gd name="connsiteX13259" fmla="*/ 2388449 w 10321503"/>
              <a:gd name="connsiteY13259" fmla="*/ 3219409 h 5599766"/>
              <a:gd name="connsiteX13260" fmla="*/ 2391981 w 10321503"/>
              <a:gd name="connsiteY13260" fmla="*/ 3225550 h 5599766"/>
              <a:gd name="connsiteX13261" fmla="*/ 2391981 w 10321503"/>
              <a:gd name="connsiteY13261" fmla="*/ 3226216 h 5599766"/>
              <a:gd name="connsiteX13262" fmla="*/ 2388449 w 10321503"/>
              <a:gd name="connsiteY13262" fmla="*/ 3232355 h 5599766"/>
              <a:gd name="connsiteX13263" fmla="*/ 2387835 w 10321503"/>
              <a:gd name="connsiteY13263" fmla="*/ 3232715 h 5599766"/>
              <a:gd name="connsiteX13264" fmla="*/ 6749031 w 10321503"/>
              <a:gd name="connsiteY13264" fmla="*/ 3232715 h 5599766"/>
              <a:gd name="connsiteX13265" fmla="*/ 6741967 w 10321503"/>
              <a:gd name="connsiteY13265" fmla="*/ 3232715 h 5599766"/>
              <a:gd name="connsiteX13266" fmla="*/ 6741354 w 10321503"/>
              <a:gd name="connsiteY13266" fmla="*/ 3232355 h 5599766"/>
              <a:gd name="connsiteX13267" fmla="*/ 6737823 w 10321503"/>
              <a:gd name="connsiteY13267" fmla="*/ 3226216 h 5599766"/>
              <a:gd name="connsiteX13268" fmla="*/ 6737823 w 10321503"/>
              <a:gd name="connsiteY13268" fmla="*/ 3225550 h 5599766"/>
              <a:gd name="connsiteX13269" fmla="*/ 6741354 w 10321503"/>
              <a:gd name="connsiteY13269" fmla="*/ 3219409 h 5599766"/>
              <a:gd name="connsiteX13270" fmla="*/ 6741967 w 10321503"/>
              <a:gd name="connsiteY13270" fmla="*/ 3219051 h 5599766"/>
              <a:gd name="connsiteX13271" fmla="*/ 6749031 w 10321503"/>
              <a:gd name="connsiteY13271" fmla="*/ 3219051 h 5599766"/>
              <a:gd name="connsiteX13272" fmla="*/ 6749646 w 10321503"/>
              <a:gd name="connsiteY13272" fmla="*/ 3219409 h 5599766"/>
              <a:gd name="connsiteX13273" fmla="*/ 6753177 w 10321503"/>
              <a:gd name="connsiteY13273" fmla="*/ 3225550 h 5599766"/>
              <a:gd name="connsiteX13274" fmla="*/ 6753177 w 10321503"/>
              <a:gd name="connsiteY13274" fmla="*/ 3226216 h 5599766"/>
              <a:gd name="connsiteX13275" fmla="*/ 6749646 w 10321503"/>
              <a:gd name="connsiteY13275" fmla="*/ 3232355 h 5599766"/>
              <a:gd name="connsiteX13276" fmla="*/ 6749031 w 10321503"/>
              <a:gd name="connsiteY13276" fmla="*/ 3232715 h 5599766"/>
              <a:gd name="connsiteX13277" fmla="*/ 7938328 w 10321503"/>
              <a:gd name="connsiteY13277" fmla="*/ 3232715 h 5599766"/>
              <a:gd name="connsiteX13278" fmla="*/ 7931264 w 10321503"/>
              <a:gd name="connsiteY13278" fmla="*/ 3232715 h 5599766"/>
              <a:gd name="connsiteX13279" fmla="*/ 7930650 w 10321503"/>
              <a:gd name="connsiteY13279" fmla="*/ 3232355 h 5599766"/>
              <a:gd name="connsiteX13280" fmla="*/ 7927119 w 10321503"/>
              <a:gd name="connsiteY13280" fmla="*/ 3226216 h 5599766"/>
              <a:gd name="connsiteX13281" fmla="*/ 7927119 w 10321503"/>
              <a:gd name="connsiteY13281" fmla="*/ 3225549 h 5599766"/>
              <a:gd name="connsiteX13282" fmla="*/ 7930650 w 10321503"/>
              <a:gd name="connsiteY13282" fmla="*/ 3219408 h 5599766"/>
              <a:gd name="connsiteX13283" fmla="*/ 7931264 w 10321503"/>
              <a:gd name="connsiteY13283" fmla="*/ 3219051 h 5599766"/>
              <a:gd name="connsiteX13284" fmla="*/ 7938328 w 10321503"/>
              <a:gd name="connsiteY13284" fmla="*/ 3219051 h 5599766"/>
              <a:gd name="connsiteX13285" fmla="*/ 7938942 w 10321503"/>
              <a:gd name="connsiteY13285" fmla="*/ 3219408 h 5599766"/>
              <a:gd name="connsiteX13286" fmla="*/ 7942473 w 10321503"/>
              <a:gd name="connsiteY13286" fmla="*/ 3225549 h 5599766"/>
              <a:gd name="connsiteX13287" fmla="*/ 7942473 w 10321503"/>
              <a:gd name="connsiteY13287" fmla="*/ 3226216 h 5599766"/>
              <a:gd name="connsiteX13288" fmla="*/ 7938942 w 10321503"/>
              <a:gd name="connsiteY13288" fmla="*/ 3232355 h 5599766"/>
              <a:gd name="connsiteX13289" fmla="*/ 7938328 w 10321503"/>
              <a:gd name="connsiteY13289" fmla="*/ 3232715 h 5599766"/>
              <a:gd name="connsiteX13290" fmla="*/ 4171959 w 10321503"/>
              <a:gd name="connsiteY13290" fmla="*/ 3232717 h 5599766"/>
              <a:gd name="connsiteX13291" fmla="*/ 4164896 w 10321503"/>
              <a:gd name="connsiteY13291" fmla="*/ 3232717 h 5599766"/>
              <a:gd name="connsiteX13292" fmla="*/ 4164282 w 10321503"/>
              <a:gd name="connsiteY13292" fmla="*/ 3232357 h 5599766"/>
              <a:gd name="connsiteX13293" fmla="*/ 4160751 w 10321503"/>
              <a:gd name="connsiteY13293" fmla="*/ 3226219 h 5599766"/>
              <a:gd name="connsiteX13294" fmla="*/ 4160751 w 10321503"/>
              <a:gd name="connsiteY13294" fmla="*/ 3225553 h 5599766"/>
              <a:gd name="connsiteX13295" fmla="*/ 4164282 w 10321503"/>
              <a:gd name="connsiteY13295" fmla="*/ 3219411 h 5599766"/>
              <a:gd name="connsiteX13296" fmla="*/ 4164896 w 10321503"/>
              <a:gd name="connsiteY13296" fmla="*/ 3219054 h 5599766"/>
              <a:gd name="connsiteX13297" fmla="*/ 4171959 w 10321503"/>
              <a:gd name="connsiteY13297" fmla="*/ 3219054 h 5599766"/>
              <a:gd name="connsiteX13298" fmla="*/ 4172573 w 10321503"/>
              <a:gd name="connsiteY13298" fmla="*/ 3219411 h 5599766"/>
              <a:gd name="connsiteX13299" fmla="*/ 4176105 w 10321503"/>
              <a:gd name="connsiteY13299" fmla="*/ 3225553 h 5599766"/>
              <a:gd name="connsiteX13300" fmla="*/ 4176105 w 10321503"/>
              <a:gd name="connsiteY13300" fmla="*/ 3226219 h 5599766"/>
              <a:gd name="connsiteX13301" fmla="*/ 4172573 w 10321503"/>
              <a:gd name="connsiteY13301" fmla="*/ 3232357 h 5599766"/>
              <a:gd name="connsiteX13302" fmla="*/ 4171959 w 10321503"/>
              <a:gd name="connsiteY13302" fmla="*/ 3232717 h 5599766"/>
              <a:gd name="connsiteX13303" fmla="*/ 7740104 w 10321503"/>
              <a:gd name="connsiteY13303" fmla="*/ 3232717 h 5599766"/>
              <a:gd name="connsiteX13304" fmla="*/ 7733040 w 10321503"/>
              <a:gd name="connsiteY13304" fmla="*/ 3232717 h 5599766"/>
              <a:gd name="connsiteX13305" fmla="*/ 7732427 w 10321503"/>
              <a:gd name="connsiteY13305" fmla="*/ 3232358 h 5599766"/>
              <a:gd name="connsiteX13306" fmla="*/ 7728895 w 10321503"/>
              <a:gd name="connsiteY13306" fmla="*/ 3226220 h 5599766"/>
              <a:gd name="connsiteX13307" fmla="*/ 7728895 w 10321503"/>
              <a:gd name="connsiteY13307" fmla="*/ 3225554 h 5599766"/>
              <a:gd name="connsiteX13308" fmla="*/ 7732427 w 10321503"/>
              <a:gd name="connsiteY13308" fmla="*/ 3219411 h 5599766"/>
              <a:gd name="connsiteX13309" fmla="*/ 7733040 w 10321503"/>
              <a:gd name="connsiteY13309" fmla="*/ 3219054 h 5599766"/>
              <a:gd name="connsiteX13310" fmla="*/ 7740104 w 10321503"/>
              <a:gd name="connsiteY13310" fmla="*/ 3219054 h 5599766"/>
              <a:gd name="connsiteX13311" fmla="*/ 7740718 w 10321503"/>
              <a:gd name="connsiteY13311" fmla="*/ 3219411 h 5599766"/>
              <a:gd name="connsiteX13312" fmla="*/ 7744250 w 10321503"/>
              <a:gd name="connsiteY13312" fmla="*/ 3225554 h 5599766"/>
              <a:gd name="connsiteX13313" fmla="*/ 7744250 w 10321503"/>
              <a:gd name="connsiteY13313" fmla="*/ 3226220 h 5599766"/>
              <a:gd name="connsiteX13314" fmla="*/ 7740718 w 10321503"/>
              <a:gd name="connsiteY13314" fmla="*/ 3232358 h 5599766"/>
              <a:gd name="connsiteX13315" fmla="*/ 7740104 w 10321503"/>
              <a:gd name="connsiteY13315" fmla="*/ 3232717 h 5599766"/>
              <a:gd name="connsiteX13316" fmla="*/ 5757857 w 10321503"/>
              <a:gd name="connsiteY13316" fmla="*/ 3232718 h 5599766"/>
              <a:gd name="connsiteX13317" fmla="*/ 5750795 w 10321503"/>
              <a:gd name="connsiteY13317" fmla="*/ 3232718 h 5599766"/>
              <a:gd name="connsiteX13318" fmla="*/ 5750181 w 10321503"/>
              <a:gd name="connsiteY13318" fmla="*/ 3232362 h 5599766"/>
              <a:gd name="connsiteX13319" fmla="*/ 5746649 w 10321503"/>
              <a:gd name="connsiteY13319" fmla="*/ 3226220 h 5599766"/>
              <a:gd name="connsiteX13320" fmla="*/ 5746649 w 10321503"/>
              <a:gd name="connsiteY13320" fmla="*/ 3225554 h 5599766"/>
              <a:gd name="connsiteX13321" fmla="*/ 5750181 w 10321503"/>
              <a:gd name="connsiteY13321" fmla="*/ 3219414 h 5599766"/>
              <a:gd name="connsiteX13322" fmla="*/ 5750795 w 10321503"/>
              <a:gd name="connsiteY13322" fmla="*/ 3219054 h 5599766"/>
              <a:gd name="connsiteX13323" fmla="*/ 5757857 w 10321503"/>
              <a:gd name="connsiteY13323" fmla="*/ 3219054 h 5599766"/>
              <a:gd name="connsiteX13324" fmla="*/ 5758471 w 10321503"/>
              <a:gd name="connsiteY13324" fmla="*/ 3219414 h 5599766"/>
              <a:gd name="connsiteX13325" fmla="*/ 5762003 w 10321503"/>
              <a:gd name="connsiteY13325" fmla="*/ 3225554 h 5599766"/>
              <a:gd name="connsiteX13326" fmla="*/ 5762003 w 10321503"/>
              <a:gd name="connsiteY13326" fmla="*/ 3226220 h 5599766"/>
              <a:gd name="connsiteX13327" fmla="*/ 5758471 w 10321503"/>
              <a:gd name="connsiteY13327" fmla="*/ 3232362 h 5599766"/>
              <a:gd name="connsiteX13328" fmla="*/ 5757857 w 10321503"/>
              <a:gd name="connsiteY13328" fmla="*/ 3232718 h 5599766"/>
              <a:gd name="connsiteX13329" fmla="*/ 3775459 w 10321503"/>
              <a:gd name="connsiteY13329" fmla="*/ 3232720 h 5599766"/>
              <a:gd name="connsiteX13330" fmla="*/ 3768396 w 10321503"/>
              <a:gd name="connsiteY13330" fmla="*/ 3232720 h 5599766"/>
              <a:gd name="connsiteX13331" fmla="*/ 3767781 w 10321503"/>
              <a:gd name="connsiteY13331" fmla="*/ 3232364 h 5599766"/>
              <a:gd name="connsiteX13332" fmla="*/ 3764249 w 10321503"/>
              <a:gd name="connsiteY13332" fmla="*/ 3226220 h 5599766"/>
              <a:gd name="connsiteX13333" fmla="*/ 3764249 w 10321503"/>
              <a:gd name="connsiteY13333" fmla="*/ 3225556 h 5599766"/>
              <a:gd name="connsiteX13334" fmla="*/ 3767781 w 10321503"/>
              <a:gd name="connsiteY13334" fmla="*/ 3219414 h 5599766"/>
              <a:gd name="connsiteX13335" fmla="*/ 3768396 w 10321503"/>
              <a:gd name="connsiteY13335" fmla="*/ 3219057 h 5599766"/>
              <a:gd name="connsiteX13336" fmla="*/ 3775459 w 10321503"/>
              <a:gd name="connsiteY13336" fmla="*/ 3219057 h 5599766"/>
              <a:gd name="connsiteX13337" fmla="*/ 3776073 w 10321503"/>
              <a:gd name="connsiteY13337" fmla="*/ 3219414 h 5599766"/>
              <a:gd name="connsiteX13338" fmla="*/ 3779604 w 10321503"/>
              <a:gd name="connsiteY13338" fmla="*/ 3225556 h 5599766"/>
              <a:gd name="connsiteX13339" fmla="*/ 3779604 w 10321503"/>
              <a:gd name="connsiteY13339" fmla="*/ 3226220 h 5599766"/>
              <a:gd name="connsiteX13340" fmla="*/ 3776073 w 10321503"/>
              <a:gd name="connsiteY13340" fmla="*/ 3232364 h 5599766"/>
              <a:gd name="connsiteX13341" fmla="*/ 3775459 w 10321503"/>
              <a:gd name="connsiteY13341" fmla="*/ 3232720 h 5599766"/>
              <a:gd name="connsiteX13342" fmla="*/ 2189611 w 10321503"/>
              <a:gd name="connsiteY13342" fmla="*/ 3232722 h 5599766"/>
              <a:gd name="connsiteX13343" fmla="*/ 2182548 w 10321503"/>
              <a:gd name="connsiteY13343" fmla="*/ 3232722 h 5599766"/>
              <a:gd name="connsiteX13344" fmla="*/ 2181933 w 10321503"/>
              <a:gd name="connsiteY13344" fmla="*/ 3232365 h 5599766"/>
              <a:gd name="connsiteX13345" fmla="*/ 2178401 w 10321503"/>
              <a:gd name="connsiteY13345" fmla="*/ 3226223 h 5599766"/>
              <a:gd name="connsiteX13346" fmla="*/ 2178401 w 10321503"/>
              <a:gd name="connsiteY13346" fmla="*/ 3225558 h 5599766"/>
              <a:gd name="connsiteX13347" fmla="*/ 2181933 w 10321503"/>
              <a:gd name="connsiteY13347" fmla="*/ 3219415 h 5599766"/>
              <a:gd name="connsiteX13348" fmla="*/ 2182548 w 10321503"/>
              <a:gd name="connsiteY13348" fmla="*/ 3219058 h 5599766"/>
              <a:gd name="connsiteX13349" fmla="*/ 2189611 w 10321503"/>
              <a:gd name="connsiteY13349" fmla="*/ 3219058 h 5599766"/>
              <a:gd name="connsiteX13350" fmla="*/ 2190225 w 10321503"/>
              <a:gd name="connsiteY13350" fmla="*/ 3219415 h 5599766"/>
              <a:gd name="connsiteX13351" fmla="*/ 2193757 w 10321503"/>
              <a:gd name="connsiteY13351" fmla="*/ 3225558 h 5599766"/>
              <a:gd name="connsiteX13352" fmla="*/ 2193757 w 10321503"/>
              <a:gd name="connsiteY13352" fmla="*/ 3226223 h 5599766"/>
              <a:gd name="connsiteX13353" fmla="*/ 2190225 w 10321503"/>
              <a:gd name="connsiteY13353" fmla="*/ 3232365 h 5599766"/>
              <a:gd name="connsiteX13354" fmla="*/ 2189611 w 10321503"/>
              <a:gd name="connsiteY13354" fmla="*/ 3232722 h 5599766"/>
              <a:gd name="connsiteX13355" fmla="*/ 8731318 w 10321503"/>
              <a:gd name="connsiteY13355" fmla="*/ 3232722 h 5599766"/>
              <a:gd name="connsiteX13356" fmla="*/ 8724254 w 10321503"/>
              <a:gd name="connsiteY13356" fmla="*/ 3232722 h 5599766"/>
              <a:gd name="connsiteX13357" fmla="*/ 8723641 w 10321503"/>
              <a:gd name="connsiteY13357" fmla="*/ 3232365 h 5599766"/>
              <a:gd name="connsiteX13358" fmla="*/ 8720109 w 10321503"/>
              <a:gd name="connsiteY13358" fmla="*/ 3226223 h 5599766"/>
              <a:gd name="connsiteX13359" fmla="*/ 8720109 w 10321503"/>
              <a:gd name="connsiteY13359" fmla="*/ 3225558 h 5599766"/>
              <a:gd name="connsiteX13360" fmla="*/ 8723641 w 10321503"/>
              <a:gd name="connsiteY13360" fmla="*/ 3219415 h 5599766"/>
              <a:gd name="connsiteX13361" fmla="*/ 8724254 w 10321503"/>
              <a:gd name="connsiteY13361" fmla="*/ 3219058 h 5599766"/>
              <a:gd name="connsiteX13362" fmla="*/ 8731318 w 10321503"/>
              <a:gd name="connsiteY13362" fmla="*/ 3219058 h 5599766"/>
              <a:gd name="connsiteX13363" fmla="*/ 8731932 w 10321503"/>
              <a:gd name="connsiteY13363" fmla="*/ 3219415 h 5599766"/>
              <a:gd name="connsiteX13364" fmla="*/ 8735465 w 10321503"/>
              <a:gd name="connsiteY13364" fmla="*/ 3225558 h 5599766"/>
              <a:gd name="connsiteX13365" fmla="*/ 8735465 w 10321503"/>
              <a:gd name="connsiteY13365" fmla="*/ 3226223 h 5599766"/>
              <a:gd name="connsiteX13366" fmla="*/ 8731932 w 10321503"/>
              <a:gd name="connsiteY13366" fmla="*/ 3232365 h 5599766"/>
              <a:gd name="connsiteX13367" fmla="*/ 8731318 w 10321503"/>
              <a:gd name="connsiteY13367" fmla="*/ 3232722 h 5599766"/>
              <a:gd name="connsiteX13368" fmla="*/ 4964909 w 10321503"/>
              <a:gd name="connsiteY13368" fmla="*/ 3232724 h 5599766"/>
              <a:gd name="connsiteX13369" fmla="*/ 4957846 w 10321503"/>
              <a:gd name="connsiteY13369" fmla="*/ 3232724 h 5599766"/>
              <a:gd name="connsiteX13370" fmla="*/ 4957232 w 10321503"/>
              <a:gd name="connsiteY13370" fmla="*/ 3232365 h 5599766"/>
              <a:gd name="connsiteX13371" fmla="*/ 4953699 w 10321503"/>
              <a:gd name="connsiteY13371" fmla="*/ 3226223 h 5599766"/>
              <a:gd name="connsiteX13372" fmla="*/ 4953699 w 10321503"/>
              <a:gd name="connsiteY13372" fmla="*/ 3225561 h 5599766"/>
              <a:gd name="connsiteX13373" fmla="*/ 4957232 w 10321503"/>
              <a:gd name="connsiteY13373" fmla="*/ 3219418 h 5599766"/>
              <a:gd name="connsiteX13374" fmla="*/ 4957846 w 10321503"/>
              <a:gd name="connsiteY13374" fmla="*/ 3219058 h 5599766"/>
              <a:gd name="connsiteX13375" fmla="*/ 4964909 w 10321503"/>
              <a:gd name="connsiteY13375" fmla="*/ 3219058 h 5599766"/>
              <a:gd name="connsiteX13376" fmla="*/ 4965523 w 10321503"/>
              <a:gd name="connsiteY13376" fmla="*/ 3219418 h 5599766"/>
              <a:gd name="connsiteX13377" fmla="*/ 4969054 w 10321503"/>
              <a:gd name="connsiteY13377" fmla="*/ 3225561 h 5599766"/>
              <a:gd name="connsiteX13378" fmla="*/ 4969054 w 10321503"/>
              <a:gd name="connsiteY13378" fmla="*/ 3226223 h 5599766"/>
              <a:gd name="connsiteX13379" fmla="*/ 4965523 w 10321503"/>
              <a:gd name="connsiteY13379" fmla="*/ 3232365 h 5599766"/>
              <a:gd name="connsiteX13380" fmla="*/ 4964909 w 10321503"/>
              <a:gd name="connsiteY13380" fmla="*/ 3232724 h 5599766"/>
              <a:gd name="connsiteX13381" fmla="*/ 5559633 w 10321503"/>
              <a:gd name="connsiteY13381" fmla="*/ 3232725 h 5599766"/>
              <a:gd name="connsiteX13382" fmla="*/ 5552569 w 10321503"/>
              <a:gd name="connsiteY13382" fmla="*/ 3232725 h 5599766"/>
              <a:gd name="connsiteX13383" fmla="*/ 5551956 w 10321503"/>
              <a:gd name="connsiteY13383" fmla="*/ 3232366 h 5599766"/>
              <a:gd name="connsiteX13384" fmla="*/ 5548424 w 10321503"/>
              <a:gd name="connsiteY13384" fmla="*/ 3226227 h 5599766"/>
              <a:gd name="connsiteX13385" fmla="*/ 5548424 w 10321503"/>
              <a:gd name="connsiteY13385" fmla="*/ 3225561 h 5599766"/>
              <a:gd name="connsiteX13386" fmla="*/ 5551956 w 10321503"/>
              <a:gd name="connsiteY13386" fmla="*/ 3219419 h 5599766"/>
              <a:gd name="connsiteX13387" fmla="*/ 5552569 w 10321503"/>
              <a:gd name="connsiteY13387" fmla="*/ 3219061 h 5599766"/>
              <a:gd name="connsiteX13388" fmla="*/ 5559633 w 10321503"/>
              <a:gd name="connsiteY13388" fmla="*/ 3219061 h 5599766"/>
              <a:gd name="connsiteX13389" fmla="*/ 5560246 w 10321503"/>
              <a:gd name="connsiteY13389" fmla="*/ 3219419 h 5599766"/>
              <a:gd name="connsiteX13390" fmla="*/ 5563779 w 10321503"/>
              <a:gd name="connsiteY13390" fmla="*/ 3225561 h 5599766"/>
              <a:gd name="connsiteX13391" fmla="*/ 5563779 w 10321503"/>
              <a:gd name="connsiteY13391" fmla="*/ 3226227 h 5599766"/>
              <a:gd name="connsiteX13392" fmla="*/ 5560246 w 10321503"/>
              <a:gd name="connsiteY13392" fmla="*/ 3232366 h 5599766"/>
              <a:gd name="connsiteX13393" fmla="*/ 5559633 w 10321503"/>
              <a:gd name="connsiteY13393" fmla="*/ 3232725 h 5599766"/>
              <a:gd name="connsiteX13394" fmla="*/ 9127817 w 10321503"/>
              <a:gd name="connsiteY13394" fmla="*/ 3232728 h 5599766"/>
              <a:gd name="connsiteX13395" fmla="*/ 9120755 w 10321503"/>
              <a:gd name="connsiteY13395" fmla="*/ 3232728 h 5599766"/>
              <a:gd name="connsiteX13396" fmla="*/ 9120141 w 10321503"/>
              <a:gd name="connsiteY13396" fmla="*/ 3232371 h 5599766"/>
              <a:gd name="connsiteX13397" fmla="*/ 9116609 w 10321503"/>
              <a:gd name="connsiteY13397" fmla="*/ 3226229 h 5599766"/>
              <a:gd name="connsiteX13398" fmla="*/ 9116609 w 10321503"/>
              <a:gd name="connsiteY13398" fmla="*/ 3225564 h 5599766"/>
              <a:gd name="connsiteX13399" fmla="*/ 9120141 w 10321503"/>
              <a:gd name="connsiteY13399" fmla="*/ 3219422 h 5599766"/>
              <a:gd name="connsiteX13400" fmla="*/ 9120755 w 10321503"/>
              <a:gd name="connsiteY13400" fmla="*/ 3219065 h 5599766"/>
              <a:gd name="connsiteX13401" fmla="*/ 9127817 w 10321503"/>
              <a:gd name="connsiteY13401" fmla="*/ 3219065 h 5599766"/>
              <a:gd name="connsiteX13402" fmla="*/ 9128432 w 10321503"/>
              <a:gd name="connsiteY13402" fmla="*/ 3219422 h 5599766"/>
              <a:gd name="connsiteX13403" fmla="*/ 9131963 w 10321503"/>
              <a:gd name="connsiteY13403" fmla="*/ 3225564 h 5599766"/>
              <a:gd name="connsiteX13404" fmla="*/ 9131963 w 10321503"/>
              <a:gd name="connsiteY13404" fmla="*/ 3226229 h 5599766"/>
              <a:gd name="connsiteX13405" fmla="*/ 9128432 w 10321503"/>
              <a:gd name="connsiteY13405" fmla="*/ 3232371 h 5599766"/>
              <a:gd name="connsiteX13406" fmla="*/ 9127817 w 10321503"/>
              <a:gd name="connsiteY13406" fmla="*/ 3232728 h 5599766"/>
              <a:gd name="connsiteX13407" fmla="*/ 4568408 w 10321503"/>
              <a:gd name="connsiteY13407" fmla="*/ 3232729 h 5599766"/>
              <a:gd name="connsiteX13408" fmla="*/ 4561345 w 10321503"/>
              <a:gd name="connsiteY13408" fmla="*/ 3232729 h 5599766"/>
              <a:gd name="connsiteX13409" fmla="*/ 4560731 w 10321503"/>
              <a:gd name="connsiteY13409" fmla="*/ 3232371 h 5599766"/>
              <a:gd name="connsiteX13410" fmla="*/ 4557199 w 10321503"/>
              <a:gd name="connsiteY13410" fmla="*/ 3226229 h 5599766"/>
              <a:gd name="connsiteX13411" fmla="*/ 4557199 w 10321503"/>
              <a:gd name="connsiteY13411" fmla="*/ 3225566 h 5599766"/>
              <a:gd name="connsiteX13412" fmla="*/ 4560731 w 10321503"/>
              <a:gd name="connsiteY13412" fmla="*/ 3219423 h 5599766"/>
              <a:gd name="connsiteX13413" fmla="*/ 4561345 w 10321503"/>
              <a:gd name="connsiteY13413" fmla="*/ 3219065 h 5599766"/>
              <a:gd name="connsiteX13414" fmla="*/ 4568408 w 10321503"/>
              <a:gd name="connsiteY13414" fmla="*/ 3219065 h 5599766"/>
              <a:gd name="connsiteX13415" fmla="*/ 4569022 w 10321503"/>
              <a:gd name="connsiteY13415" fmla="*/ 3219423 h 5599766"/>
              <a:gd name="connsiteX13416" fmla="*/ 4572554 w 10321503"/>
              <a:gd name="connsiteY13416" fmla="*/ 3225566 h 5599766"/>
              <a:gd name="connsiteX13417" fmla="*/ 4572554 w 10321503"/>
              <a:gd name="connsiteY13417" fmla="*/ 3226229 h 5599766"/>
              <a:gd name="connsiteX13418" fmla="*/ 4569022 w 10321503"/>
              <a:gd name="connsiteY13418" fmla="*/ 3232371 h 5599766"/>
              <a:gd name="connsiteX13419" fmla="*/ 4568408 w 10321503"/>
              <a:gd name="connsiteY13419" fmla="*/ 3232729 h 5599766"/>
              <a:gd name="connsiteX13420" fmla="*/ 9524270 w 10321503"/>
              <a:gd name="connsiteY13420" fmla="*/ 3232731 h 5599766"/>
              <a:gd name="connsiteX13421" fmla="*/ 9517207 w 10321503"/>
              <a:gd name="connsiteY13421" fmla="*/ 3232731 h 5599766"/>
              <a:gd name="connsiteX13422" fmla="*/ 9516592 w 10321503"/>
              <a:gd name="connsiteY13422" fmla="*/ 3232372 h 5599766"/>
              <a:gd name="connsiteX13423" fmla="*/ 9513062 w 10321503"/>
              <a:gd name="connsiteY13423" fmla="*/ 3226231 h 5599766"/>
              <a:gd name="connsiteX13424" fmla="*/ 9513062 w 10321503"/>
              <a:gd name="connsiteY13424" fmla="*/ 3225566 h 5599766"/>
              <a:gd name="connsiteX13425" fmla="*/ 9516592 w 10321503"/>
              <a:gd name="connsiteY13425" fmla="*/ 3219423 h 5599766"/>
              <a:gd name="connsiteX13426" fmla="*/ 9517207 w 10321503"/>
              <a:gd name="connsiteY13426" fmla="*/ 3219066 h 5599766"/>
              <a:gd name="connsiteX13427" fmla="*/ 9524270 w 10321503"/>
              <a:gd name="connsiteY13427" fmla="*/ 3219066 h 5599766"/>
              <a:gd name="connsiteX13428" fmla="*/ 9524884 w 10321503"/>
              <a:gd name="connsiteY13428" fmla="*/ 3219423 h 5599766"/>
              <a:gd name="connsiteX13429" fmla="*/ 9528416 w 10321503"/>
              <a:gd name="connsiteY13429" fmla="*/ 3225566 h 5599766"/>
              <a:gd name="connsiteX13430" fmla="*/ 9528416 w 10321503"/>
              <a:gd name="connsiteY13430" fmla="*/ 3226231 h 5599766"/>
              <a:gd name="connsiteX13431" fmla="*/ 9524884 w 10321503"/>
              <a:gd name="connsiteY13431" fmla="*/ 3232372 h 5599766"/>
              <a:gd name="connsiteX13432" fmla="*/ 9524270 w 10321503"/>
              <a:gd name="connsiteY13432" fmla="*/ 3232731 h 5599766"/>
              <a:gd name="connsiteX13433" fmla="*/ 3180784 w 10321503"/>
              <a:gd name="connsiteY13433" fmla="*/ 3232736 h 5599766"/>
              <a:gd name="connsiteX13434" fmla="*/ 3173721 w 10321503"/>
              <a:gd name="connsiteY13434" fmla="*/ 3232736 h 5599766"/>
              <a:gd name="connsiteX13435" fmla="*/ 3173107 w 10321503"/>
              <a:gd name="connsiteY13435" fmla="*/ 3232376 h 5599766"/>
              <a:gd name="connsiteX13436" fmla="*/ 3169576 w 10321503"/>
              <a:gd name="connsiteY13436" fmla="*/ 3226237 h 5599766"/>
              <a:gd name="connsiteX13437" fmla="*/ 3169576 w 10321503"/>
              <a:gd name="connsiteY13437" fmla="*/ 3225572 h 5599766"/>
              <a:gd name="connsiteX13438" fmla="*/ 3173107 w 10321503"/>
              <a:gd name="connsiteY13438" fmla="*/ 3219429 h 5599766"/>
              <a:gd name="connsiteX13439" fmla="*/ 3173721 w 10321503"/>
              <a:gd name="connsiteY13439" fmla="*/ 3219072 h 5599766"/>
              <a:gd name="connsiteX13440" fmla="*/ 3180784 w 10321503"/>
              <a:gd name="connsiteY13440" fmla="*/ 3219072 h 5599766"/>
              <a:gd name="connsiteX13441" fmla="*/ 3181398 w 10321503"/>
              <a:gd name="connsiteY13441" fmla="*/ 3219429 h 5599766"/>
              <a:gd name="connsiteX13442" fmla="*/ 3184931 w 10321503"/>
              <a:gd name="connsiteY13442" fmla="*/ 3225572 h 5599766"/>
              <a:gd name="connsiteX13443" fmla="*/ 3184931 w 10321503"/>
              <a:gd name="connsiteY13443" fmla="*/ 3226237 h 5599766"/>
              <a:gd name="connsiteX13444" fmla="*/ 3181398 w 10321503"/>
              <a:gd name="connsiteY13444" fmla="*/ 3232376 h 5599766"/>
              <a:gd name="connsiteX13445" fmla="*/ 3180784 w 10321503"/>
              <a:gd name="connsiteY13445" fmla="*/ 3232736 h 5599766"/>
              <a:gd name="connsiteX13446" fmla="*/ 6154307 w 10321503"/>
              <a:gd name="connsiteY13446" fmla="*/ 3232741 h 5599766"/>
              <a:gd name="connsiteX13447" fmla="*/ 6147243 w 10321503"/>
              <a:gd name="connsiteY13447" fmla="*/ 3232741 h 5599766"/>
              <a:gd name="connsiteX13448" fmla="*/ 6146629 w 10321503"/>
              <a:gd name="connsiteY13448" fmla="*/ 3232382 h 5599766"/>
              <a:gd name="connsiteX13449" fmla="*/ 6143098 w 10321503"/>
              <a:gd name="connsiteY13449" fmla="*/ 3226241 h 5599766"/>
              <a:gd name="connsiteX13450" fmla="*/ 6143098 w 10321503"/>
              <a:gd name="connsiteY13450" fmla="*/ 3225576 h 5599766"/>
              <a:gd name="connsiteX13451" fmla="*/ 6146629 w 10321503"/>
              <a:gd name="connsiteY13451" fmla="*/ 3219435 h 5599766"/>
              <a:gd name="connsiteX13452" fmla="*/ 6147243 w 10321503"/>
              <a:gd name="connsiteY13452" fmla="*/ 3219076 h 5599766"/>
              <a:gd name="connsiteX13453" fmla="*/ 6154307 w 10321503"/>
              <a:gd name="connsiteY13453" fmla="*/ 3219076 h 5599766"/>
              <a:gd name="connsiteX13454" fmla="*/ 6154921 w 10321503"/>
              <a:gd name="connsiteY13454" fmla="*/ 3219435 h 5599766"/>
              <a:gd name="connsiteX13455" fmla="*/ 6158453 w 10321503"/>
              <a:gd name="connsiteY13455" fmla="*/ 3225576 h 5599766"/>
              <a:gd name="connsiteX13456" fmla="*/ 6158453 w 10321503"/>
              <a:gd name="connsiteY13456" fmla="*/ 3226241 h 5599766"/>
              <a:gd name="connsiteX13457" fmla="*/ 6154921 w 10321503"/>
              <a:gd name="connsiteY13457" fmla="*/ 3232382 h 5599766"/>
              <a:gd name="connsiteX13458" fmla="*/ 6154307 w 10321503"/>
              <a:gd name="connsiteY13458" fmla="*/ 3232741 h 5599766"/>
              <a:gd name="connsiteX13459" fmla="*/ 3973734 w 10321503"/>
              <a:gd name="connsiteY13459" fmla="*/ 3232744 h 5599766"/>
              <a:gd name="connsiteX13460" fmla="*/ 3966671 w 10321503"/>
              <a:gd name="connsiteY13460" fmla="*/ 3232744 h 5599766"/>
              <a:gd name="connsiteX13461" fmla="*/ 3966057 w 10321503"/>
              <a:gd name="connsiteY13461" fmla="*/ 3232386 h 5599766"/>
              <a:gd name="connsiteX13462" fmla="*/ 3962525 w 10321503"/>
              <a:gd name="connsiteY13462" fmla="*/ 3226245 h 5599766"/>
              <a:gd name="connsiteX13463" fmla="*/ 3962525 w 10321503"/>
              <a:gd name="connsiteY13463" fmla="*/ 3225580 h 5599766"/>
              <a:gd name="connsiteX13464" fmla="*/ 3966057 w 10321503"/>
              <a:gd name="connsiteY13464" fmla="*/ 3219438 h 5599766"/>
              <a:gd name="connsiteX13465" fmla="*/ 3966671 w 10321503"/>
              <a:gd name="connsiteY13465" fmla="*/ 3219079 h 5599766"/>
              <a:gd name="connsiteX13466" fmla="*/ 3973734 w 10321503"/>
              <a:gd name="connsiteY13466" fmla="*/ 3219079 h 5599766"/>
              <a:gd name="connsiteX13467" fmla="*/ 3974348 w 10321503"/>
              <a:gd name="connsiteY13467" fmla="*/ 3219438 h 5599766"/>
              <a:gd name="connsiteX13468" fmla="*/ 3977880 w 10321503"/>
              <a:gd name="connsiteY13468" fmla="*/ 3225580 h 5599766"/>
              <a:gd name="connsiteX13469" fmla="*/ 3977880 w 10321503"/>
              <a:gd name="connsiteY13469" fmla="*/ 3226245 h 5599766"/>
              <a:gd name="connsiteX13470" fmla="*/ 3974348 w 10321503"/>
              <a:gd name="connsiteY13470" fmla="*/ 3232386 h 5599766"/>
              <a:gd name="connsiteX13471" fmla="*/ 3973734 w 10321503"/>
              <a:gd name="connsiteY13471" fmla="*/ 3232744 h 5599766"/>
              <a:gd name="connsiteX13472" fmla="*/ 8533128 w 10321503"/>
              <a:gd name="connsiteY13472" fmla="*/ 3232744 h 5599766"/>
              <a:gd name="connsiteX13473" fmla="*/ 8526064 w 10321503"/>
              <a:gd name="connsiteY13473" fmla="*/ 3232744 h 5599766"/>
              <a:gd name="connsiteX13474" fmla="*/ 8525450 w 10321503"/>
              <a:gd name="connsiteY13474" fmla="*/ 3232386 h 5599766"/>
              <a:gd name="connsiteX13475" fmla="*/ 8521919 w 10321503"/>
              <a:gd name="connsiteY13475" fmla="*/ 3226245 h 5599766"/>
              <a:gd name="connsiteX13476" fmla="*/ 8521919 w 10321503"/>
              <a:gd name="connsiteY13476" fmla="*/ 3225580 h 5599766"/>
              <a:gd name="connsiteX13477" fmla="*/ 8525450 w 10321503"/>
              <a:gd name="connsiteY13477" fmla="*/ 3219438 h 5599766"/>
              <a:gd name="connsiteX13478" fmla="*/ 8526064 w 10321503"/>
              <a:gd name="connsiteY13478" fmla="*/ 3219079 h 5599766"/>
              <a:gd name="connsiteX13479" fmla="*/ 8533128 w 10321503"/>
              <a:gd name="connsiteY13479" fmla="*/ 3219079 h 5599766"/>
              <a:gd name="connsiteX13480" fmla="*/ 8533742 w 10321503"/>
              <a:gd name="connsiteY13480" fmla="*/ 3219438 h 5599766"/>
              <a:gd name="connsiteX13481" fmla="*/ 8537273 w 10321503"/>
              <a:gd name="connsiteY13481" fmla="*/ 3225580 h 5599766"/>
              <a:gd name="connsiteX13482" fmla="*/ 8537273 w 10321503"/>
              <a:gd name="connsiteY13482" fmla="*/ 3226245 h 5599766"/>
              <a:gd name="connsiteX13483" fmla="*/ 8533742 w 10321503"/>
              <a:gd name="connsiteY13483" fmla="*/ 3232386 h 5599766"/>
              <a:gd name="connsiteX13484" fmla="*/ 8533128 w 10321503"/>
              <a:gd name="connsiteY13484" fmla="*/ 3232744 h 5599766"/>
              <a:gd name="connsiteX13485" fmla="*/ 6947256 w 10321503"/>
              <a:gd name="connsiteY13485" fmla="*/ 3232747 h 5599766"/>
              <a:gd name="connsiteX13486" fmla="*/ 6940193 w 10321503"/>
              <a:gd name="connsiteY13486" fmla="*/ 3232747 h 5599766"/>
              <a:gd name="connsiteX13487" fmla="*/ 6939578 w 10321503"/>
              <a:gd name="connsiteY13487" fmla="*/ 3232389 h 5599766"/>
              <a:gd name="connsiteX13488" fmla="*/ 6936048 w 10321503"/>
              <a:gd name="connsiteY13488" fmla="*/ 3226248 h 5599766"/>
              <a:gd name="connsiteX13489" fmla="*/ 6936048 w 10321503"/>
              <a:gd name="connsiteY13489" fmla="*/ 3225582 h 5599766"/>
              <a:gd name="connsiteX13490" fmla="*/ 6939578 w 10321503"/>
              <a:gd name="connsiteY13490" fmla="*/ 3219440 h 5599766"/>
              <a:gd name="connsiteX13491" fmla="*/ 6940193 w 10321503"/>
              <a:gd name="connsiteY13491" fmla="*/ 3219082 h 5599766"/>
              <a:gd name="connsiteX13492" fmla="*/ 6947256 w 10321503"/>
              <a:gd name="connsiteY13492" fmla="*/ 3219082 h 5599766"/>
              <a:gd name="connsiteX13493" fmla="*/ 6947870 w 10321503"/>
              <a:gd name="connsiteY13493" fmla="*/ 3219440 h 5599766"/>
              <a:gd name="connsiteX13494" fmla="*/ 6951402 w 10321503"/>
              <a:gd name="connsiteY13494" fmla="*/ 3225582 h 5599766"/>
              <a:gd name="connsiteX13495" fmla="*/ 6951402 w 10321503"/>
              <a:gd name="connsiteY13495" fmla="*/ 3226248 h 5599766"/>
              <a:gd name="connsiteX13496" fmla="*/ 6947870 w 10321503"/>
              <a:gd name="connsiteY13496" fmla="*/ 3232389 h 5599766"/>
              <a:gd name="connsiteX13497" fmla="*/ 6947256 w 10321503"/>
              <a:gd name="connsiteY13497" fmla="*/ 3232747 h 5599766"/>
              <a:gd name="connsiteX13498" fmla="*/ 6550807 w 10321503"/>
              <a:gd name="connsiteY13498" fmla="*/ 3232750 h 5599766"/>
              <a:gd name="connsiteX13499" fmla="*/ 6543744 w 10321503"/>
              <a:gd name="connsiteY13499" fmla="*/ 3232750 h 5599766"/>
              <a:gd name="connsiteX13500" fmla="*/ 6543129 w 10321503"/>
              <a:gd name="connsiteY13500" fmla="*/ 3232391 h 5599766"/>
              <a:gd name="connsiteX13501" fmla="*/ 6539598 w 10321503"/>
              <a:gd name="connsiteY13501" fmla="*/ 3226250 h 5599766"/>
              <a:gd name="connsiteX13502" fmla="*/ 6539598 w 10321503"/>
              <a:gd name="connsiteY13502" fmla="*/ 3225585 h 5599766"/>
              <a:gd name="connsiteX13503" fmla="*/ 6543129 w 10321503"/>
              <a:gd name="connsiteY13503" fmla="*/ 3219442 h 5599766"/>
              <a:gd name="connsiteX13504" fmla="*/ 6543744 w 10321503"/>
              <a:gd name="connsiteY13504" fmla="*/ 3219084 h 5599766"/>
              <a:gd name="connsiteX13505" fmla="*/ 6550807 w 10321503"/>
              <a:gd name="connsiteY13505" fmla="*/ 3219084 h 5599766"/>
              <a:gd name="connsiteX13506" fmla="*/ 6551420 w 10321503"/>
              <a:gd name="connsiteY13506" fmla="*/ 3219442 h 5599766"/>
              <a:gd name="connsiteX13507" fmla="*/ 6554953 w 10321503"/>
              <a:gd name="connsiteY13507" fmla="*/ 3225585 h 5599766"/>
              <a:gd name="connsiteX13508" fmla="*/ 6554953 w 10321503"/>
              <a:gd name="connsiteY13508" fmla="*/ 3226250 h 5599766"/>
              <a:gd name="connsiteX13509" fmla="*/ 6551420 w 10321503"/>
              <a:gd name="connsiteY13509" fmla="*/ 3232391 h 5599766"/>
              <a:gd name="connsiteX13510" fmla="*/ 6550807 w 10321503"/>
              <a:gd name="connsiteY13510" fmla="*/ 3232750 h 5599766"/>
              <a:gd name="connsiteX13511" fmla="*/ 2586060 w 10321503"/>
              <a:gd name="connsiteY13511" fmla="*/ 3232751 h 5599766"/>
              <a:gd name="connsiteX13512" fmla="*/ 2578998 w 10321503"/>
              <a:gd name="connsiteY13512" fmla="*/ 3232751 h 5599766"/>
              <a:gd name="connsiteX13513" fmla="*/ 2578383 w 10321503"/>
              <a:gd name="connsiteY13513" fmla="*/ 3232393 h 5599766"/>
              <a:gd name="connsiteX13514" fmla="*/ 2574850 w 10321503"/>
              <a:gd name="connsiteY13514" fmla="*/ 3226252 h 5599766"/>
              <a:gd name="connsiteX13515" fmla="*/ 2574850 w 10321503"/>
              <a:gd name="connsiteY13515" fmla="*/ 3225587 h 5599766"/>
              <a:gd name="connsiteX13516" fmla="*/ 2578383 w 10321503"/>
              <a:gd name="connsiteY13516" fmla="*/ 3219445 h 5599766"/>
              <a:gd name="connsiteX13517" fmla="*/ 2578998 w 10321503"/>
              <a:gd name="connsiteY13517" fmla="*/ 3219086 h 5599766"/>
              <a:gd name="connsiteX13518" fmla="*/ 2586060 w 10321503"/>
              <a:gd name="connsiteY13518" fmla="*/ 3219086 h 5599766"/>
              <a:gd name="connsiteX13519" fmla="*/ 2586674 w 10321503"/>
              <a:gd name="connsiteY13519" fmla="*/ 3219445 h 5599766"/>
              <a:gd name="connsiteX13520" fmla="*/ 2590205 w 10321503"/>
              <a:gd name="connsiteY13520" fmla="*/ 3225587 h 5599766"/>
              <a:gd name="connsiteX13521" fmla="*/ 2590205 w 10321503"/>
              <a:gd name="connsiteY13521" fmla="*/ 3226252 h 5599766"/>
              <a:gd name="connsiteX13522" fmla="*/ 2586674 w 10321503"/>
              <a:gd name="connsiteY13522" fmla="*/ 3232393 h 5599766"/>
              <a:gd name="connsiteX13523" fmla="*/ 2586060 w 10321503"/>
              <a:gd name="connsiteY13523" fmla="*/ 3232751 h 5599766"/>
              <a:gd name="connsiteX13524" fmla="*/ 5361358 w 10321503"/>
              <a:gd name="connsiteY13524" fmla="*/ 3232752 h 5599766"/>
              <a:gd name="connsiteX13525" fmla="*/ 5354295 w 10321503"/>
              <a:gd name="connsiteY13525" fmla="*/ 3232752 h 5599766"/>
              <a:gd name="connsiteX13526" fmla="*/ 5353680 w 10321503"/>
              <a:gd name="connsiteY13526" fmla="*/ 3232394 h 5599766"/>
              <a:gd name="connsiteX13527" fmla="*/ 5350149 w 10321503"/>
              <a:gd name="connsiteY13527" fmla="*/ 3226252 h 5599766"/>
              <a:gd name="connsiteX13528" fmla="*/ 5350149 w 10321503"/>
              <a:gd name="connsiteY13528" fmla="*/ 3225587 h 5599766"/>
              <a:gd name="connsiteX13529" fmla="*/ 5353680 w 10321503"/>
              <a:gd name="connsiteY13529" fmla="*/ 3219445 h 5599766"/>
              <a:gd name="connsiteX13530" fmla="*/ 5354295 w 10321503"/>
              <a:gd name="connsiteY13530" fmla="*/ 3219086 h 5599766"/>
              <a:gd name="connsiteX13531" fmla="*/ 5361358 w 10321503"/>
              <a:gd name="connsiteY13531" fmla="*/ 3219086 h 5599766"/>
              <a:gd name="connsiteX13532" fmla="*/ 5361972 w 10321503"/>
              <a:gd name="connsiteY13532" fmla="*/ 3219445 h 5599766"/>
              <a:gd name="connsiteX13533" fmla="*/ 5365503 w 10321503"/>
              <a:gd name="connsiteY13533" fmla="*/ 3225587 h 5599766"/>
              <a:gd name="connsiteX13534" fmla="*/ 5365503 w 10321503"/>
              <a:gd name="connsiteY13534" fmla="*/ 3226252 h 5599766"/>
              <a:gd name="connsiteX13535" fmla="*/ 5361972 w 10321503"/>
              <a:gd name="connsiteY13535" fmla="*/ 3232394 h 5599766"/>
              <a:gd name="connsiteX13536" fmla="*/ 5361358 w 10321503"/>
              <a:gd name="connsiteY13536" fmla="*/ 3232752 h 5599766"/>
              <a:gd name="connsiteX13537" fmla="*/ 9722591 w 10321503"/>
              <a:gd name="connsiteY13537" fmla="*/ 3232753 h 5599766"/>
              <a:gd name="connsiteX13538" fmla="*/ 9715528 w 10321503"/>
              <a:gd name="connsiteY13538" fmla="*/ 3232753 h 5599766"/>
              <a:gd name="connsiteX13539" fmla="*/ 9714914 w 10321503"/>
              <a:gd name="connsiteY13539" fmla="*/ 3232394 h 5599766"/>
              <a:gd name="connsiteX13540" fmla="*/ 9711383 w 10321503"/>
              <a:gd name="connsiteY13540" fmla="*/ 3226253 h 5599766"/>
              <a:gd name="connsiteX13541" fmla="*/ 9711383 w 10321503"/>
              <a:gd name="connsiteY13541" fmla="*/ 3225588 h 5599766"/>
              <a:gd name="connsiteX13542" fmla="*/ 9714914 w 10321503"/>
              <a:gd name="connsiteY13542" fmla="*/ 3219446 h 5599766"/>
              <a:gd name="connsiteX13543" fmla="*/ 9715528 w 10321503"/>
              <a:gd name="connsiteY13543" fmla="*/ 3219088 h 5599766"/>
              <a:gd name="connsiteX13544" fmla="*/ 9722591 w 10321503"/>
              <a:gd name="connsiteY13544" fmla="*/ 3219088 h 5599766"/>
              <a:gd name="connsiteX13545" fmla="*/ 9723205 w 10321503"/>
              <a:gd name="connsiteY13545" fmla="*/ 3219446 h 5599766"/>
              <a:gd name="connsiteX13546" fmla="*/ 9726736 w 10321503"/>
              <a:gd name="connsiteY13546" fmla="*/ 3225588 h 5599766"/>
              <a:gd name="connsiteX13547" fmla="*/ 9726736 w 10321503"/>
              <a:gd name="connsiteY13547" fmla="*/ 3226253 h 5599766"/>
              <a:gd name="connsiteX13548" fmla="*/ 9723205 w 10321503"/>
              <a:gd name="connsiteY13548" fmla="*/ 3232394 h 5599766"/>
              <a:gd name="connsiteX13549" fmla="*/ 9722591 w 10321503"/>
              <a:gd name="connsiteY13549" fmla="*/ 3232753 h 5599766"/>
              <a:gd name="connsiteX13550" fmla="*/ 10119038 w 10321503"/>
              <a:gd name="connsiteY13550" fmla="*/ 3232753 h 5599766"/>
              <a:gd name="connsiteX13551" fmla="*/ 10111975 w 10321503"/>
              <a:gd name="connsiteY13551" fmla="*/ 3232753 h 5599766"/>
              <a:gd name="connsiteX13552" fmla="*/ 10111361 w 10321503"/>
              <a:gd name="connsiteY13552" fmla="*/ 3232394 h 5599766"/>
              <a:gd name="connsiteX13553" fmla="*/ 10107829 w 10321503"/>
              <a:gd name="connsiteY13553" fmla="*/ 3226253 h 5599766"/>
              <a:gd name="connsiteX13554" fmla="*/ 10107829 w 10321503"/>
              <a:gd name="connsiteY13554" fmla="*/ 3225588 h 5599766"/>
              <a:gd name="connsiteX13555" fmla="*/ 10111361 w 10321503"/>
              <a:gd name="connsiteY13555" fmla="*/ 3219446 h 5599766"/>
              <a:gd name="connsiteX13556" fmla="*/ 10111975 w 10321503"/>
              <a:gd name="connsiteY13556" fmla="*/ 3219087 h 5599766"/>
              <a:gd name="connsiteX13557" fmla="*/ 10119038 w 10321503"/>
              <a:gd name="connsiteY13557" fmla="*/ 3219087 h 5599766"/>
              <a:gd name="connsiteX13558" fmla="*/ 10119653 w 10321503"/>
              <a:gd name="connsiteY13558" fmla="*/ 3219446 h 5599766"/>
              <a:gd name="connsiteX13559" fmla="*/ 10123184 w 10321503"/>
              <a:gd name="connsiteY13559" fmla="*/ 3225588 h 5599766"/>
              <a:gd name="connsiteX13560" fmla="*/ 10123184 w 10321503"/>
              <a:gd name="connsiteY13560" fmla="*/ 3226253 h 5599766"/>
              <a:gd name="connsiteX13561" fmla="*/ 10119653 w 10321503"/>
              <a:gd name="connsiteY13561" fmla="*/ 3232394 h 5599766"/>
              <a:gd name="connsiteX13562" fmla="*/ 10119038 w 10321503"/>
              <a:gd name="connsiteY13562" fmla="*/ 3232753 h 5599766"/>
              <a:gd name="connsiteX13563" fmla="*/ 7145529 w 10321503"/>
              <a:gd name="connsiteY13563" fmla="*/ 3232761 h 5599766"/>
              <a:gd name="connsiteX13564" fmla="*/ 7138467 w 10321503"/>
              <a:gd name="connsiteY13564" fmla="*/ 3232761 h 5599766"/>
              <a:gd name="connsiteX13565" fmla="*/ 7137853 w 10321503"/>
              <a:gd name="connsiteY13565" fmla="*/ 3232402 h 5599766"/>
              <a:gd name="connsiteX13566" fmla="*/ 7134321 w 10321503"/>
              <a:gd name="connsiteY13566" fmla="*/ 3226261 h 5599766"/>
              <a:gd name="connsiteX13567" fmla="*/ 7134321 w 10321503"/>
              <a:gd name="connsiteY13567" fmla="*/ 3225595 h 5599766"/>
              <a:gd name="connsiteX13568" fmla="*/ 7137853 w 10321503"/>
              <a:gd name="connsiteY13568" fmla="*/ 3219453 h 5599766"/>
              <a:gd name="connsiteX13569" fmla="*/ 7138467 w 10321503"/>
              <a:gd name="connsiteY13569" fmla="*/ 3219095 h 5599766"/>
              <a:gd name="connsiteX13570" fmla="*/ 7145529 w 10321503"/>
              <a:gd name="connsiteY13570" fmla="*/ 3219095 h 5599766"/>
              <a:gd name="connsiteX13571" fmla="*/ 7146144 w 10321503"/>
              <a:gd name="connsiteY13571" fmla="*/ 3219453 h 5599766"/>
              <a:gd name="connsiteX13572" fmla="*/ 7149676 w 10321503"/>
              <a:gd name="connsiteY13572" fmla="*/ 3225595 h 5599766"/>
              <a:gd name="connsiteX13573" fmla="*/ 7149676 w 10321503"/>
              <a:gd name="connsiteY13573" fmla="*/ 3226261 h 5599766"/>
              <a:gd name="connsiteX13574" fmla="*/ 7146144 w 10321503"/>
              <a:gd name="connsiteY13574" fmla="*/ 3232402 h 5599766"/>
              <a:gd name="connsiteX13575" fmla="*/ 7145529 w 10321503"/>
              <a:gd name="connsiteY13575" fmla="*/ 3232761 h 5599766"/>
              <a:gd name="connsiteX13576" fmla="*/ 11254 w 10321503"/>
              <a:gd name="connsiteY13576" fmla="*/ 3396125 h 5599766"/>
              <a:gd name="connsiteX13577" fmla="*/ 4192 w 10321503"/>
              <a:gd name="connsiteY13577" fmla="*/ 3396125 h 5599766"/>
              <a:gd name="connsiteX13578" fmla="*/ 3578 w 10321503"/>
              <a:gd name="connsiteY13578" fmla="*/ 3395766 h 5599766"/>
              <a:gd name="connsiteX13579" fmla="*/ 46 w 10321503"/>
              <a:gd name="connsiteY13579" fmla="*/ 3389625 h 5599766"/>
              <a:gd name="connsiteX13580" fmla="*/ 46 w 10321503"/>
              <a:gd name="connsiteY13580" fmla="*/ 3388960 h 5599766"/>
              <a:gd name="connsiteX13581" fmla="*/ 3578 w 10321503"/>
              <a:gd name="connsiteY13581" fmla="*/ 3382819 h 5599766"/>
              <a:gd name="connsiteX13582" fmla="*/ 4192 w 10321503"/>
              <a:gd name="connsiteY13582" fmla="*/ 3382460 h 5599766"/>
              <a:gd name="connsiteX13583" fmla="*/ 11254 w 10321503"/>
              <a:gd name="connsiteY13583" fmla="*/ 3382460 h 5599766"/>
              <a:gd name="connsiteX13584" fmla="*/ 11868 w 10321503"/>
              <a:gd name="connsiteY13584" fmla="*/ 3382819 h 5599766"/>
              <a:gd name="connsiteX13585" fmla="*/ 15400 w 10321503"/>
              <a:gd name="connsiteY13585" fmla="*/ 3388960 h 5599766"/>
              <a:gd name="connsiteX13586" fmla="*/ 15400 w 10321503"/>
              <a:gd name="connsiteY13586" fmla="*/ 3389625 h 5599766"/>
              <a:gd name="connsiteX13587" fmla="*/ 11868 w 10321503"/>
              <a:gd name="connsiteY13587" fmla="*/ 3395766 h 5599766"/>
              <a:gd name="connsiteX13588" fmla="*/ 11254 w 10321503"/>
              <a:gd name="connsiteY13588" fmla="*/ 3396125 h 5599766"/>
              <a:gd name="connsiteX13589" fmla="*/ 209480 w 10321503"/>
              <a:gd name="connsiteY13589" fmla="*/ 3396125 h 5599766"/>
              <a:gd name="connsiteX13590" fmla="*/ 202416 w 10321503"/>
              <a:gd name="connsiteY13590" fmla="*/ 3396125 h 5599766"/>
              <a:gd name="connsiteX13591" fmla="*/ 201803 w 10321503"/>
              <a:gd name="connsiteY13591" fmla="*/ 3395766 h 5599766"/>
              <a:gd name="connsiteX13592" fmla="*/ 198270 w 10321503"/>
              <a:gd name="connsiteY13592" fmla="*/ 3389625 h 5599766"/>
              <a:gd name="connsiteX13593" fmla="*/ 198270 w 10321503"/>
              <a:gd name="connsiteY13593" fmla="*/ 3388960 h 5599766"/>
              <a:gd name="connsiteX13594" fmla="*/ 201803 w 10321503"/>
              <a:gd name="connsiteY13594" fmla="*/ 3382819 h 5599766"/>
              <a:gd name="connsiteX13595" fmla="*/ 202416 w 10321503"/>
              <a:gd name="connsiteY13595" fmla="*/ 3382460 h 5599766"/>
              <a:gd name="connsiteX13596" fmla="*/ 209480 w 10321503"/>
              <a:gd name="connsiteY13596" fmla="*/ 3382460 h 5599766"/>
              <a:gd name="connsiteX13597" fmla="*/ 210094 w 10321503"/>
              <a:gd name="connsiteY13597" fmla="*/ 3382819 h 5599766"/>
              <a:gd name="connsiteX13598" fmla="*/ 213625 w 10321503"/>
              <a:gd name="connsiteY13598" fmla="*/ 3388960 h 5599766"/>
              <a:gd name="connsiteX13599" fmla="*/ 213625 w 10321503"/>
              <a:gd name="connsiteY13599" fmla="*/ 3389625 h 5599766"/>
              <a:gd name="connsiteX13600" fmla="*/ 210094 w 10321503"/>
              <a:gd name="connsiteY13600" fmla="*/ 3395766 h 5599766"/>
              <a:gd name="connsiteX13601" fmla="*/ 209480 w 10321503"/>
              <a:gd name="connsiteY13601" fmla="*/ 3396125 h 5599766"/>
              <a:gd name="connsiteX13602" fmla="*/ 407754 w 10321503"/>
              <a:gd name="connsiteY13602" fmla="*/ 3396125 h 5599766"/>
              <a:gd name="connsiteX13603" fmla="*/ 400692 w 10321503"/>
              <a:gd name="connsiteY13603" fmla="*/ 3396125 h 5599766"/>
              <a:gd name="connsiteX13604" fmla="*/ 400078 w 10321503"/>
              <a:gd name="connsiteY13604" fmla="*/ 3395766 h 5599766"/>
              <a:gd name="connsiteX13605" fmla="*/ 396546 w 10321503"/>
              <a:gd name="connsiteY13605" fmla="*/ 3389625 h 5599766"/>
              <a:gd name="connsiteX13606" fmla="*/ 396546 w 10321503"/>
              <a:gd name="connsiteY13606" fmla="*/ 3388960 h 5599766"/>
              <a:gd name="connsiteX13607" fmla="*/ 400078 w 10321503"/>
              <a:gd name="connsiteY13607" fmla="*/ 3382819 h 5599766"/>
              <a:gd name="connsiteX13608" fmla="*/ 400692 w 10321503"/>
              <a:gd name="connsiteY13608" fmla="*/ 3382460 h 5599766"/>
              <a:gd name="connsiteX13609" fmla="*/ 407754 w 10321503"/>
              <a:gd name="connsiteY13609" fmla="*/ 3382460 h 5599766"/>
              <a:gd name="connsiteX13610" fmla="*/ 408369 w 10321503"/>
              <a:gd name="connsiteY13610" fmla="*/ 3382819 h 5599766"/>
              <a:gd name="connsiteX13611" fmla="*/ 411900 w 10321503"/>
              <a:gd name="connsiteY13611" fmla="*/ 3388960 h 5599766"/>
              <a:gd name="connsiteX13612" fmla="*/ 411900 w 10321503"/>
              <a:gd name="connsiteY13612" fmla="*/ 3389625 h 5599766"/>
              <a:gd name="connsiteX13613" fmla="*/ 408369 w 10321503"/>
              <a:gd name="connsiteY13613" fmla="*/ 3395766 h 5599766"/>
              <a:gd name="connsiteX13614" fmla="*/ 407754 w 10321503"/>
              <a:gd name="connsiteY13614" fmla="*/ 3396125 h 5599766"/>
              <a:gd name="connsiteX13615" fmla="*/ 605979 w 10321503"/>
              <a:gd name="connsiteY13615" fmla="*/ 3396125 h 5599766"/>
              <a:gd name="connsiteX13616" fmla="*/ 598916 w 10321503"/>
              <a:gd name="connsiteY13616" fmla="*/ 3396125 h 5599766"/>
              <a:gd name="connsiteX13617" fmla="*/ 598302 w 10321503"/>
              <a:gd name="connsiteY13617" fmla="*/ 3395766 h 5599766"/>
              <a:gd name="connsiteX13618" fmla="*/ 594770 w 10321503"/>
              <a:gd name="connsiteY13618" fmla="*/ 3389625 h 5599766"/>
              <a:gd name="connsiteX13619" fmla="*/ 594770 w 10321503"/>
              <a:gd name="connsiteY13619" fmla="*/ 3388960 h 5599766"/>
              <a:gd name="connsiteX13620" fmla="*/ 598302 w 10321503"/>
              <a:gd name="connsiteY13620" fmla="*/ 3382819 h 5599766"/>
              <a:gd name="connsiteX13621" fmla="*/ 598916 w 10321503"/>
              <a:gd name="connsiteY13621" fmla="*/ 3382460 h 5599766"/>
              <a:gd name="connsiteX13622" fmla="*/ 605979 w 10321503"/>
              <a:gd name="connsiteY13622" fmla="*/ 3382460 h 5599766"/>
              <a:gd name="connsiteX13623" fmla="*/ 606593 w 10321503"/>
              <a:gd name="connsiteY13623" fmla="*/ 3382819 h 5599766"/>
              <a:gd name="connsiteX13624" fmla="*/ 610125 w 10321503"/>
              <a:gd name="connsiteY13624" fmla="*/ 3388960 h 5599766"/>
              <a:gd name="connsiteX13625" fmla="*/ 610125 w 10321503"/>
              <a:gd name="connsiteY13625" fmla="*/ 3389625 h 5599766"/>
              <a:gd name="connsiteX13626" fmla="*/ 606593 w 10321503"/>
              <a:gd name="connsiteY13626" fmla="*/ 3395766 h 5599766"/>
              <a:gd name="connsiteX13627" fmla="*/ 605979 w 10321503"/>
              <a:gd name="connsiteY13627" fmla="*/ 3396125 h 5599766"/>
              <a:gd name="connsiteX13628" fmla="*/ 804204 w 10321503"/>
              <a:gd name="connsiteY13628" fmla="*/ 3396125 h 5599766"/>
              <a:gd name="connsiteX13629" fmla="*/ 797140 w 10321503"/>
              <a:gd name="connsiteY13629" fmla="*/ 3396125 h 5599766"/>
              <a:gd name="connsiteX13630" fmla="*/ 796526 w 10321503"/>
              <a:gd name="connsiteY13630" fmla="*/ 3395766 h 5599766"/>
              <a:gd name="connsiteX13631" fmla="*/ 792995 w 10321503"/>
              <a:gd name="connsiteY13631" fmla="*/ 3389625 h 5599766"/>
              <a:gd name="connsiteX13632" fmla="*/ 792995 w 10321503"/>
              <a:gd name="connsiteY13632" fmla="*/ 3388960 h 5599766"/>
              <a:gd name="connsiteX13633" fmla="*/ 796526 w 10321503"/>
              <a:gd name="connsiteY13633" fmla="*/ 3382819 h 5599766"/>
              <a:gd name="connsiteX13634" fmla="*/ 797140 w 10321503"/>
              <a:gd name="connsiteY13634" fmla="*/ 3382460 h 5599766"/>
              <a:gd name="connsiteX13635" fmla="*/ 804204 w 10321503"/>
              <a:gd name="connsiteY13635" fmla="*/ 3382460 h 5599766"/>
              <a:gd name="connsiteX13636" fmla="*/ 804818 w 10321503"/>
              <a:gd name="connsiteY13636" fmla="*/ 3382819 h 5599766"/>
              <a:gd name="connsiteX13637" fmla="*/ 808350 w 10321503"/>
              <a:gd name="connsiteY13637" fmla="*/ 3388960 h 5599766"/>
              <a:gd name="connsiteX13638" fmla="*/ 808350 w 10321503"/>
              <a:gd name="connsiteY13638" fmla="*/ 3389625 h 5599766"/>
              <a:gd name="connsiteX13639" fmla="*/ 804818 w 10321503"/>
              <a:gd name="connsiteY13639" fmla="*/ 3395766 h 5599766"/>
              <a:gd name="connsiteX13640" fmla="*/ 804204 w 10321503"/>
              <a:gd name="connsiteY13640" fmla="*/ 3396125 h 5599766"/>
              <a:gd name="connsiteX13641" fmla="*/ 1002428 w 10321503"/>
              <a:gd name="connsiteY13641" fmla="*/ 3396125 h 5599766"/>
              <a:gd name="connsiteX13642" fmla="*/ 995366 w 10321503"/>
              <a:gd name="connsiteY13642" fmla="*/ 3396125 h 5599766"/>
              <a:gd name="connsiteX13643" fmla="*/ 994752 w 10321503"/>
              <a:gd name="connsiteY13643" fmla="*/ 3395766 h 5599766"/>
              <a:gd name="connsiteX13644" fmla="*/ 991220 w 10321503"/>
              <a:gd name="connsiteY13644" fmla="*/ 3389625 h 5599766"/>
              <a:gd name="connsiteX13645" fmla="*/ 991220 w 10321503"/>
              <a:gd name="connsiteY13645" fmla="*/ 3388960 h 5599766"/>
              <a:gd name="connsiteX13646" fmla="*/ 994752 w 10321503"/>
              <a:gd name="connsiteY13646" fmla="*/ 3382819 h 5599766"/>
              <a:gd name="connsiteX13647" fmla="*/ 995366 w 10321503"/>
              <a:gd name="connsiteY13647" fmla="*/ 3382460 h 5599766"/>
              <a:gd name="connsiteX13648" fmla="*/ 1002428 w 10321503"/>
              <a:gd name="connsiteY13648" fmla="*/ 3382460 h 5599766"/>
              <a:gd name="connsiteX13649" fmla="*/ 1003042 w 10321503"/>
              <a:gd name="connsiteY13649" fmla="*/ 3382819 h 5599766"/>
              <a:gd name="connsiteX13650" fmla="*/ 1006574 w 10321503"/>
              <a:gd name="connsiteY13650" fmla="*/ 3388960 h 5599766"/>
              <a:gd name="connsiteX13651" fmla="*/ 1006574 w 10321503"/>
              <a:gd name="connsiteY13651" fmla="*/ 3389625 h 5599766"/>
              <a:gd name="connsiteX13652" fmla="*/ 1003042 w 10321503"/>
              <a:gd name="connsiteY13652" fmla="*/ 3395766 h 5599766"/>
              <a:gd name="connsiteX13653" fmla="*/ 1002428 w 10321503"/>
              <a:gd name="connsiteY13653" fmla="*/ 3396125 h 5599766"/>
              <a:gd name="connsiteX13654" fmla="*/ 1200704 w 10321503"/>
              <a:gd name="connsiteY13654" fmla="*/ 3396125 h 5599766"/>
              <a:gd name="connsiteX13655" fmla="*/ 1193642 w 10321503"/>
              <a:gd name="connsiteY13655" fmla="*/ 3396125 h 5599766"/>
              <a:gd name="connsiteX13656" fmla="*/ 1193028 w 10321503"/>
              <a:gd name="connsiteY13656" fmla="*/ 3395766 h 5599766"/>
              <a:gd name="connsiteX13657" fmla="*/ 1189495 w 10321503"/>
              <a:gd name="connsiteY13657" fmla="*/ 3389625 h 5599766"/>
              <a:gd name="connsiteX13658" fmla="*/ 1189495 w 10321503"/>
              <a:gd name="connsiteY13658" fmla="*/ 3388960 h 5599766"/>
              <a:gd name="connsiteX13659" fmla="*/ 1193028 w 10321503"/>
              <a:gd name="connsiteY13659" fmla="*/ 3382819 h 5599766"/>
              <a:gd name="connsiteX13660" fmla="*/ 1193642 w 10321503"/>
              <a:gd name="connsiteY13660" fmla="*/ 3382460 h 5599766"/>
              <a:gd name="connsiteX13661" fmla="*/ 1200704 w 10321503"/>
              <a:gd name="connsiteY13661" fmla="*/ 3382460 h 5599766"/>
              <a:gd name="connsiteX13662" fmla="*/ 1201318 w 10321503"/>
              <a:gd name="connsiteY13662" fmla="*/ 3382819 h 5599766"/>
              <a:gd name="connsiteX13663" fmla="*/ 1204850 w 10321503"/>
              <a:gd name="connsiteY13663" fmla="*/ 3388960 h 5599766"/>
              <a:gd name="connsiteX13664" fmla="*/ 1204850 w 10321503"/>
              <a:gd name="connsiteY13664" fmla="*/ 3389625 h 5599766"/>
              <a:gd name="connsiteX13665" fmla="*/ 1201318 w 10321503"/>
              <a:gd name="connsiteY13665" fmla="*/ 3395766 h 5599766"/>
              <a:gd name="connsiteX13666" fmla="*/ 1200704 w 10321503"/>
              <a:gd name="connsiteY13666" fmla="*/ 3396125 h 5599766"/>
              <a:gd name="connsiteX13667" fmla="*/ 1398928 w 10321503"/>
              <a:gd name="connsiteY13667" fmla="*/ 3396125 h 5599766"/>
              <a:gd name="connsiteX13668" fmla="*/ 1391866 w 10321503"/>
              <a:gd name="connsiteY13668" fmla="*/ 3396125 h 5599766"/>
              <a:gd name="connsiteX13669" fmla="*/ 1391252 w 10321503"/>
              <a:gd name="connsiteY13669" fmla="*/ 3395766 h 5599766"/>
              <a:gd name="connsiteX13670" fmla="*/ 1387720 w 10321503"/>
              <a:gd name="connsiteY13670" fmla="*/ 3389625 h 5599766"/>
              <a:gd name="connsiteX13671" fmla="*/ 1387720 w 10321503"/>
              <a:gd name="connsiteY13671" fmla="*/ 3388960 h 5599766"/>
              <a:gd name="connsiteX13672" fmla="*/ 1391252 w 10321503"/>
              <a:gd name="connsiteY13672" fmla="*/ 3382819 h 5599766"/>
              <a:gd name="connsiteX13673" fmla="*/ 1391866 w 10321503"/>
              <a:gd name="connsiteY13673" fmla="*/ 3382460 h 5599766"/>
              <a:gd name="connsiteX13674" fmla="*/ 1398928 w 10321503"/>
              <a:gd name="connsiteY13674" fmla="*/ 3382460 h 5599766"/>
              <a:gd name="connsiteX13675" fmla="*/ 1399544 w 10321503"/>
              <a:gd name="connsiteY13675" fmla="*/ 3382819 h 5599766"/>
              <a:gd name="connsiteX13676" fmla="*/ 1403074 w 10321503"/>
              <a:gd name="connsiteY13676" fmla="*/ 3388960 h 5599766"/>
              <a:gd name="connsiteX13677" fmla="*/ 1403074 w 10321503"/>
              <a:gd name="connsiteY13677" fmla="*/ 3389625 h 5599766"/>
              <a:gd name="connsiteX13678" fmla="*/ 1399544 w 10321503"/>
              <a:gd name="connsiteY13678" fmla="*/ 3395766 h 5599766"/>
              <a:gd name="connsiteX13679" fmla="*/ 1398928 w 10321503"/>
              <a:gd name="connsiteY13679" fmla="*/ 3396125 h 5599766"/>
              <a:gd name="connsiteX13680" fmla="*/ 1597154 w 10321503"/>
              <a:gd name="connsiteY13680" fmla="*/ 3396125 h 5599766"/>
              <a:gd name="connsiteX13681" fmla="*/ 1590090 w 10321503"/>
              <a:gd name="connsiteY13681" fmla="*/ 3396125 h 5599766"/>
              <a:gd name="connsiteX13682" fmla="*/ 1589476 w 10321503"/>
              <a:gd name="connsiteY13682" fmla="*/ 3395766 h 5599766"/>
              <a:gd name="connsiteX13683" fmla="*/ 1585944 w 10321503"/>
              <a:gd name="connsiteY13683" fmla="*/ 3389625 h 5599766"/>
              <a:gd name="connsiteX13684" fmla="*/ 1585944 w 10321503"/>
              <a:gd name="connsiteY13684" fmla="*/ 3388960 h 5599766"/>
              <a:gd name="connsiteX13685" fmla="*/ 1589476 w 10321503"/>
              <a:gd name="connsiteY13685" fmla="*/ 3382819 h 5599766"/>
              <a:gd name="connsiteX13686" fmla="*/ 1590090 w 10321503"/>
              <a:gd name="connsiteY13686" fmla="*/ 3382460 h 5599766"/>
              <a:gd name="connsiteX13687" fmla="*/ 1597154 w 10321503"/>
              <a:gd name="connsiteY13687" fmla="*/ 3382460 h 5599766"/>
              <a:gd name="connsiteX13688" fmla="*/ 1597768 w 10321503"/>
              <a:gd name="connsiteY13688" fmla="*/ 3382819 h 5599766"/>
              <a:gd name="connsiteX13689" fmla="*/ 1601298 w 10321503"/>
              <a:gd name="connsiteY13689" fmla="*/ 3388960 h 5599766"/>
              <a:gd name="connsiteX13690" fmla="*/ 1601298 w 10321503"/>
              <a:gd name="connsiteY13690" fmla="*/ 3389625 h 5599766"/>
              <a:gd name="connsiteX13691" fmla="*/ 1597768 w 10321503"/>
              <a:gd name="connsiteY13691" fmla="*/ 3395766 h 5599766"/>
              <a:gd name="connsiteX13692" fmla="*/ 1597154 w 10321503"/>
              <a:gd name="connsiteY13692" fmla="*/ 3396125 h 5599766"/>
              <a:gd name="connsiteX13693" fmla="*/ 1795378 w 10321503"/>
              <a:gd name="connsiteY13693" fmla="*/ 3396125 h 5599766"/>
              <a:gd name="connsiteX13694" fmla="*/ 1788315 w 10321503"/>
              <a:gd name="connsiteY13694" fmla="*/ 3396125 h 5599766"/>
              <a:gd name="connsiteX13695" fmla="*/ 1787701 w 10321503"/>
              <a:gd name="connsiteY13695" fmla="*/ 3395766 h 5599766"/>
              <a:gd name="connsiteX13696" fmla="*/ 1784170 w 10321503"/>
              <a:gd name="connsiteY13696" fmla="*/ 3389625 h 5599766"/>
              <a:gd name="connsiteX13697" fmla="*/ 1784170 w 10321503"/>
              <a:gd name="connsiteY13697" fmla="*/ 3388960 h 5599766"/>
              <a:gd name="connsiteX13698" fmla="*/ 1787701 w 10321503"/>
              <a:gd name="connsiteY13698" fmla="*/ 3382819 h 5599766"/>
              <a:gd name="connsiteX13699" fmla="*/ 1788315 w 10321503"/>
              <a:gd name="connsiteY13699" fmla="*/ 3382460 h 5599766"/>
              <a:gd name="connsiteX13700" fmla="*/ 1795378 w 10321503"/>
              <a:gd name="connsiteY13700" fmla="*/ 3382460 h 5599766"/>
              <a:gd name="connsiteX13701" fmla="*/ 1795992 w 10321503"/>
              <a:gd name="connsiteY13701" fmla="*/ 3382819 h 5599766"/>
              <a:gd name="connsiteX13702" fmla="*/ 1799524 w 10321503"/>
              <a:gd name="connsiteY13702" fmla="*/ 3388960 h 5599766"/>
              <a:gd name="connsiteX13703" fmla="*/ 1799524 w 10321503"/>
              <a:gd name="connsiteY13703" fmla="*/ 3389625 h 5599766"/>
              <a:gd name="connsiteX13704" fmla="*/ 1795992 w 10321503"/>
              <a:gd name="connsiteY13704" fmla="*/ 3395766 h 5599766"/>
              <a:gd name="connsiteX13705" fmla="*/ 1795378 w 10321503"/>
              <a:gd name="connsiteY13705" fmla="*/ 3396125 h 5599766"/>
              <a:gd name="connsiteX13706" fmla="*/ 1993654 w 10321503"/>
              <a:gd name="connsiteY13706" fmla="*/ 3396125 h 5599766"/>
              <a:gd name="connsiteX13707" fmla="*/ 1986590 w 10321503"/>
              <a:gd name="connsiteY13707" fmla="*/ 3396125 h 5599766"/>
              <a:gd name="connsiteX13708" fmla="*/ 1985976 w 10321503"/>
              <a:gd name="connsiteY13708" fmla="*/ 3395766 h 5599766"/>
              <a:gd name="connsiteX13709" fmla="*/ 1982445 w 10321503"/>
              <a:gd name="connsiteY13709" fmla="*/ 3389625 h 5599766"/>
              <a:gd name="connsiteX13710" fmla="*/ 1982445 w 10321503"/>
              <a:gd name="connsiteY13710" fmla="*/ 3388960 h 5599766"/>
              <a:gd name="connsiteX13711" fmla="*/ 1985976 w 10321503"/>
              <a:gd name="connsiteY13711" fmla="*/ 3382819 h 5599766"/>
              <a:gd name="connsiteX13712" fmla="*/ 1986590 w 10321503"/>
              <a:gd name="connsiteY13712" fmla="*/ 3382460 h 5599766"/>
              <a:gd name="connsiteX13713" fmla="*/ 1993654 w 10321503"/>
              <a:gd name="connsiteY13713" fmla="*/ 3382460 h 5599766"/>
              <a:gd name="connsiteX13714" fmla="*/ 1994268 w 10321503"/>
              <a:gd name="connsiteY13714" fmla="*/ 3382819 h 5599766"/>
              <a:gd name="connsiteX13715" fmla="*/ 1997800 w 10321503"/>
              <a:gd name="connsiteY13715" fmla="*/ 3388960 h 5599766"/>
              <a:gd name="connsiteX13716" fmla="*/ 1997800 w 10321503"/>
              <a:gd name="connsiteY13716" fmla="*/ 3389625 h 5599766"/>
              <a:gd name="connsiteX13717" fmla="*/ 1994268 w 10321503"/>
              <a:gd name="connsiteY13717" fmla="*/ 3395766 h 5599766"/>
              <a:gd name="connsiteX13718" fmla="*/ 1993654 w 10321503"/>
              <a:gd name="connsiteY13718" fmla="*/ 3396125 h 5599766"/>
              <a:gd name="connsiteX13719" fmla="*/ 8334767 w 10321503"/>
              <a:gd name="connsiteY13719" fmla="*/ 3401834 h 5599766"/>
              <a:gd name="connsiteX13720" fmla="*/ 8327703 w 10321503"/>
              <a:gd name="connsiteY13720" fmla="*/ 3401834 h 5599766"/>
              <a:gd name="connsiteX13721" fmla="*/ 8327088 w 10321503"/>
              <a:gd name="connsiteY13721" fmla="*/ 3401479 h 5599766"/>
              <a:gd name="connsiteX13722" fmla="*/ 8323557 w 10321503"/>
              <a:gd name="connsiteY13722" fmla="*/ 3395337 h 5599766"/>
              <a:gd name="connsiteX13723" fmla="*/ 8323557 w 10321503"/>
              <a:gd name="connsiteY13723" fmla="*/ 3394672 h 5599766"/>
              <a:gd name="connsiteX13724" fmla="*/ 8327088 w 10321503"/>
              <a:gd name="connsiteY13724" fmla="*/ 3388529 h 5599766"/>
              <a:gd name="connsiteX13725" fmla="*/ 8327703 w 10321503"/>
              <a:gd name="connsiteY13725" fmla="*/ 3388174 h 5599766"/>
              <a:gd name="connsiteX13726" fmla="*/ 8334767 w 10321503"/>
              <a:gd name="connsiteY13726" fmla="*/ 3388174 h 5599766"/>
              <a:gd name="connsiteX13727" fmla="*/ 8335381 w 10321503"/>
              <a:gd name="connsiteY13727" fmla="*/ 3388529 h 5599766"/>
              <a:gd name="connsiteX13728" fmla="*/ 8338912 w 10321503"/>
              <a:gd name="connsiteY13728" fmla="*/ 3394672 h 5599766"/>
              <a:gd name="connsiteX13729" fmla="*/ 8338912 w 10321503"/>
              <a:gd name="connsiteY13729" fmla="*/ 3395337 h 5599766"/>
              <a:gd name="connsiteX13730" fmla="*/ 8335381 w 10321503"/>
              <a:gd name="connsiteY13730" fmla="*/ 3401479 h 5599766"/>
              <a:gd name="connsiteX13731" fmla="*/ 8334767 w 10321503"/>
              <a:gd name="connsiteY13731" fmla="*/ 3401834 h 5599766"/>
              <a:gd name="connsiteX13732" fmla="*/ 3577234 w 10321503"/>
              <a:gd name="connsiteY13732" fmla="*/ 3401837 h 5599766"/>
              <a:gd name="connsiteX13733" fmla="*/ 3570172 w 10321503"/>
              <a:gd name="connsiteY13733" fmla="*/ 3401837 h 5599766"/>
              <a:gd name="connsiteX13734" fmla="*/ 3569557 w 10321503"/>
              <a:gd name="connsiteY13734" fmla="*/ 3401479 h 5599766"/>
              <a:gd name="connsiteX13735" fmla="*/ 3566024 w 10321503"/>
              <a:gd name="connsiteY13735" fmla="*/ 3395340 h 5599766"/>
              <a:gd name="connsiteX13736" fmla="*/ 3566024 w 10321503"/>
              <a:gd name="connsiteY13736" fmla="*/ 3394674 h 5599766"/>
              <a:gd name="connsiteX13737" fmla="*/ 3569557 w 10321503"/>
              <a:gd name="connsiteY13737" fmla="*/ 3388529 h 5599766"/>
              <a:gd name="connsiteX13738" fmla="*/ 3570172 w 10321503"/>
              <a:gd name="connsiteY13738" fmla="*/ 3388174 h 5599766"/>
              <a:gd name="connsiteX13739" fmla="*/ 3577234 w 10321503"/>
              <a:gd name="connsiteY13739" fmla="*/ 3388174 h 5599766"/>
              <a:gd name="connsiteX13740" fmla="*/ 3577848 w 10321503"/>
              <a:gd name="connsiteY13740" fmla="*/ 3388529 h 5599766"/>
              <a:gd name="connsiteX13741" fmla="*/ 3581379 w 10321503"/>
              <a:gd name="connsiteY13741" fmla="*/ 3394674 h 5599766"/>
              <a:gd name="connsiteX13742" fmla="*/ 3581379 w 10321503"/>
              <a:gd name="connsiteY13742" fmla="*/ 3395340 h 5599766"/>
              <a:gd name="connsiteX13743" fmla="*/ 3577848 w 10321503"/>
              <a:gd name="connsiteY13743" fmla="*/ 3401479 h 5599766"/>
              <a:gd name="connsiteX13744" fmla="*/ 3577234 w 10321503"/>
              <a:gd name="connsiteY13744" fmla="*/ 3401837 h 5599766"/>
              <a:gd name="connsiteX13745" fmla="*/ 3180784 w 10321503"/>
              <a:gd name="connsiteY13745" fmla="*/ 3401839 h 5599766"/>
              <a:gd name="connsiteX13746" fmla="*/ 3173721 w 10321503"/>
              <a:gd name="connsiteY13746" fmla="*/ 3401839 h 5599766"/>
              <a:gd name="connsiteX13747" fmla="*/ 3173107 w 10321503"/>
              <a:gd name="connsiteY13747" fmla="*/ 3401480 h 5599766"/>
              <a:gd name="connsiteX13748" fmla="*/ 3169576 w 10321503"/>
              <a:gd name="connsiteY13748" fmla="*/ 3395340 h 5599766"/>
              <a:gd name="connsiteX13749" fmla="*/ 3169576 w 10321503"/>
              <a:gd name="connsiteY13749" fmla="*/ 3394674 h 5599766"/>
              <a:gd name="connsiteX13750" fmla="*/ 3173107 w 10321503"/>
              <a:gd name="connsiteY13750" fmla="*/ 3388529 h 5599766"/>
              <a:gd name="connsiteX13751" fmla="*/ 3173721 w 10321503"/>
              <a:gd name="connsiteY13751" fmla="*/ 3388174 h 5599766"/>
              <a:gd name="connsiteX13752" fmla="*/ 3180784 w 10321503"/>
              <a:gd name="connsiteY13752" fmla="*/ 3388174 h 5599766"/>
              <a:gd name="connsiteX13753" fmla="*/ 3181398 w 10321503"/>
              <a:gd name="connsiteY13753" fmla="*/ 3388529 h 5599766"/>
              <a:gd name="connsiteX13754" fmla="*/ 3184931 w 10321503"/>
              <a:gd name="connsiteY13754" fmla="*/ 3394674 h 5599766"/>
              <a:gd name="connsiteX13755" fmla="*/ 3184931 w 10321503"/>
              <a:gd name="connsiteY13755" fmla="*/ 3395340 h 5599766"/>
              <a:gd name="connsiteX13756" fmla="*/ 3181398 w 10321503"/>
              <a:gd name="connsiteY13756" fmla="*/ 3401480 h 5599766"/>
              <a:gd name="connsiteX13757" fmla="*/ 3180784 w 10321503"/>
              <a:gd name="connsiteY13757" fmla="*/ 3401839 h 5599766"/>
              <a:gd name="connsiteX13758" fmla="*/ 3775459 w 10321503"/>
              <a:gd name="connsiteY13758" fmla="*/ 3401841 h 5599766"/>
              <a:gd name="connsiteX13759" fmla="*/ 3768396 w 10321503"/>
              <a:gd name="connsiteY13759" fmla="*/ 3401841 h 5599766"/>
              <a:gd name="connsiteX13760" fmla="*/ 3767781 w 10321503"/>
              <a:gd name="connsiteY13760" fmla="*/ 3401482 h 5599766"/>
              <a:gd name="connsiteX13761" fmla="*/ 3764249 w 10321503"/>
              <a:gd name="connsiteY13761" fmla="*/ 3395344 h 5599766"/>
              <a:gd name="connsiteX13762" fmla="*/ 3764249 w 10321503"/>
              <a:gd name="connsiteY13762" fmla="*/ 3394678 h 5599766"/>
              <a:gd name="connsiteX13763" fmla="*/ 3767781 w 10321503"/>
              <a:gd name="connsiteY13763" fmla="*/ 3388535 h 5599766"/>
              <a:gd name="connsiteX13764" fmla="*/ 3768396 w 10321503"/>
              <a:gd name="connsiteY13764" fmla="*/ 3388176 h 5599766"/>
              <a:gd name="connsiteX13765" fmla="*/ 3775459 w 10321503"/>
              <a:gd name="connsiteY13765" fmla="*/ 3388176 h 5599766"/>
              <a:gd name="connsiteX13766" fmla="*/ 3776073 w 10321503"/>
              <a:gd name="connsiteY13766" fmla="*/ 3388535 h 5599766"/>
              <a:gd name="connsiteX13767" fmla="*/ 3779604 w 10321503"/>
              <a:gd name="connsiteY13767" fmla="*/ 3394678 h 5599766"/>
              <a:gd name="connsiteX13768" fmla="*/ 3779604 w 10321503"/>
              <a:gd name="connsiteY13768" fmla="*/ 3395344 h 5599766"/>
              <a:gd name="connsiteX13769" fmla="*/ 3776073 w 10321503"/>
              <a:gd name="connsiteY13769" fmla="*/ 3401482 h 5599766"/>
              <a:gd name="connsiteX13770" fmla="*/ 3775459 w 10321503"/>
              <a:gd name="connsiteY13770" fmla="*/ 3401841 h 5599766"/>
              <a:gd name="connsiteX13771" fmla="*/ 3379008 w 10321503"/>
              <a:gd name="connsiteY13771" fmla="*/ 3401842 h 5599766"/>
              <a:gd name="connsiteX13772" fmla="*/ 3371947 w 10321503"/>
              <a:gd name="connsiteY13772" fmla="*/ 3401842 h 5599766"/>
              <a:gd name="connsiteX13773" fmla="*/ 3371332 w 10321503"/>
              <a:gd name="connsiteY13773" fmla="*/ 3401486 h 5599766"/>
              <a:gd name="connsiteX13774" fmla="*/ 3367800 w 10321503"/>
              <a:gd name="connsiteY13774" fmla="*/ 3395345 h 5599766"/>
              <a:gd name="connsiteX13775" fmla="*/ 3367800 w 10321503"/>
              <a:gd name="connsiteY13775" fmla="*/ 3394681 h 5599766"/>
              <a:gd name="connsiteX13776" fmla="*/ 3371332 w 10321503"/>
              <a:gd name="connsiteY13776" fmla="*/ 3388537 h 5599766"/>
              <a:gd name="connsiteX13777" fmla="*/ 3371947 w 10321503"/>
              <a:gd name="connsiteY13777" fmla="*/ 3388182 h 5599766"/>
              <a:gd name="connsiteX13778" fmla="*/ 3379008 w 10321503"/>
              <a:gd name="connsiteY13778" fmla="*/ 3388182 h 5599766"/>
              <a:gd name="connsiteX13779" fmla="*/ 3379624 w 10321503"/>
              <a:gd name="connsiteY13779" fmla="*/ 3388537 h 5599766"/>
              <a:gd name="connsiteX13780" fmla="*/ 3383155 w 10321503"/>
              <a:gd name="connsiteY13780" fmla="*/ 3394681 h 5599766"/>
              <a:gd name="connsiteX13781" fmla="*/ 3383155 w 10321503"/>
              <a:gd name="connsiteY13781" fmla="*/ 3395345 h 5599766"/>
              <a:gd name="connsiteX13782" fmla="*/ 3379624 w 10321503"/>
              <a:gd name="connsiteY13782" fmla="*/ 3401486 h 5599766"/>
              <a:gd name="connsiteX13783" fmla="*/ 3379008 w 10321503"/>
              <a:gd name="connsiteY13783" fmla="*/ 3401842 h 5599766"/>
              <a:gd name="connsiteX13784" fmla="*/ 3973734 w 10321503"/>
              <a:gd name="connsiteY13784" fmla="*/ 3401842 h 5599766"/>
              <a:gd name="connsiteX13785" fmla="*/ 3966671 w 10321503"/>
              <a:gd name="connsiteY13785" fmla="*/ 3401842 h 5599766"/>
              <a:gd name="connsiteX13786" fmla="*/ 3966057 w 10321503"/>
              <a:gd name="connsiteY13786" fmla="*/ 3401486 h 5599766"/>
              <a:gd name="connsiteX13787" fmla="*/ 3962525 w 10321503"/>
              <a:gd name="connsiteY13787" fmla="*/ 3395345 h 5599766"/>
              <a:gd name="connsiteX13788" fmla="*/ 3962525 w 10321503"/>
              <a:gd name="connsiteY13788" fmla="*/ 3394681 h 5599766"/>
              <a:gd name="connsiteX13789" fmla="*/ 3966057 w 10321503"/>
              <a:gd name="connsiteY13789" fmla="*/ 3388537 h 5599766"/>
              <a:gd name="connsiteX13790" fmla="*/ 3966671 w 10321503"/>
              <a:gd name="connsiteY13790" fmla="*/ 3388182 h 5599766"/>
              <a:gd name="connsiteX13791" fmla="*/ 3973734 w 10321503"/>
              <a:gd name="connsiteY13791" fmla="*/ 3388182 h 5599766"/>
              <a:gd name="connsiteX13792" fmla="*/ 3974348 w 10321503"/>
              <a:gd name="connsiteY13792" fmla="*/ 3388537 h 5599766"/>
              <a:gd name="connsiteX13793" fmla="*/ 3977880 w 10321503"/>
              <a:gd name="connsiteY13793" fmla="*/ 3394681 h 5599766"/>
              <a:gd name="connsiteX13794" fmla="*/ 3977880 w 10321503"/>
              <a:gd name="connsiteY13794" fmla="*/ 3395345 h 5599766"/>
              <a:gd name="connsiteX13795" fmla="*/ 3974348 w 10321503"/>
              <a:gd name="connsiteY13795" fmla="*/ 3401486 h 5599766"/>
              <a:gd name="connsiteX13796" fmla="*/ 3973734 w 10321503"/>
              <a:gd name="connsiteY13796" fmla="*/ 3401842 h 5599766"/>
              <a:gd name="connsiteX13797" fmla="*/ 5559633 w 10321503"/>
              <a:gd name="connsiteY13797" fmla="*/ 3401842 h 5599766"/>
              <a:gd name="connsiteX13798" fmla="*/ 5552569 w 10321503"/>
              <a:gd name="connsiteY13798" fmla="*/ 3401842 h 5599766"/>
              <a:gd name="connsiteX13799" fmla="*/ 5551956 w 10321503"/>
              <a:gd name="connsiteY13799" fmla="*/ 3401485 h 5599766"/>
              <a:gd name="connsiteX13800" fmla="*/ 5548424 w 10321503"/>
              <a:gd name="connsiteY13800" fmla="*/ 3395344 h 5599766"/>
              <a:gd name="connsiteX13801" fmla="*/ 5548424 w 10321503"/>
              <a:gd name="connsiteY13801" fmla="*/ 3394681 h 5599766"/>
              <a:gd name="connsiteX13802" fmla="*/ 5551956 w 10321503"/>
              <a:gd name="connsiteY13802" fmla="*/ 3388535 h 5599766"/>
              <a:gd name="connsiteX13803" fmla="*/ 5552569 w 10321503"/>
              <a:gd name="connsiteY13803" fmla="*/ 3388182 h 5599766"/>
              <a:gd name="connsiteX13804" fmla="*/ 5559633 w 10321503"/>
              <a:gd name="connsiteY13804" fmla="*/ 3388182 h 5599766"/>
              <a:gd name="connsiteX13805" fmla="*/ 5560246 w 10321503"/>
              <a:gd name="connsiteY13805" fmla="*/ 3388535 h 5599766"/>
              <a:gd name="connsiteX13806" fmla="*/ 5563779 w 10321503"/>
              <a:gd name="connsiteY13806" fmla="*/ 3394681 h 5599766"/>
              <a:gd name="connsiteX13807" fmla="*/ 5563779 w 10321503"/>
              <a:gd name="connsiteY13807" fmla="*/ 3395344 h 5599766"/>
              <a:gd name="connsiteX13808" fmla="*/ 5560246 w 10321503"/>
              <a:gd name="connsiteY13808" fmla="*/ 3401485 h 5599766"/>
              <a:gd name="connsiteX13809" fmla="*/ 5559633 w 10321503"/>
              <a:gd name="connsiteY13809" fmla="*/ 3401842 h 5599766"/>
              <a:gd name="connsiteX13810" fmla="*/ 6550807 w 10321503"/>
              <a:gd name="connsiteY13810" fmla="*/ 3401842 h 5599766"/>
              <a:gd name="connsiteX13811" fmla="*/ 6543744 w 10321503"/>
              <a:gd name="connsiteY13811" fmla="*/ 3401842 h 5599766"/>
              <a:gd name="connsiteX13812" fmla="*/ 6543129 w 10321503"/>
              <a:gd name="connsiteY13812" fmla="*/ 3401485 h 5599766"/>
              <a:gd name="connsiteX13813" fmla="*/ 6539598 w 10321503"/>
              <a:gd name="connsiteY13813" fmla="*/ 3395344 h 5599766"/>
              <a:gd name="connsiteX13814" fmla="*/ 6539598 w 10321503"/>
              <a:gd name="connsiteY13814" fmla="*/ 3394681 h 5599766"/>
              <a:gd name="connsiteX13815" fmla="*/ 6543129 w 10321503"/>
              <a:gd name="connsiteY13815" fmla="*/ 3388535 h 5599766"/>
              <a:gd name="connsiteX13816" fmla="*/ 6543744 w 10321503"/>
              <a:gd name="connsiteY13816" fmla="*/ 3388182 h 5599766"/>
              <a:gd name="connsiteX13817" fmla="*/ 6550807 w 10321503"/>
              <a:gd name="connsiteY13817" fmla="*/ 3388182 h 5599766"/>
              <a:gd name="connsiteX13818" fmla="*/ 6551420 w 10321503"/>
              <a:gd name="connsiteY13818" fmla="*/ 3388535 h 5599766"/>
              <a:gd name="connsiteX13819" fmla="*/ 6554953 w 10321503"/>
              <a:gd name="connsiteY13819" fmla="*/ 3394681 h 5599766"/>
              <a:gd name="connsiteX13820" fmla="*/ 6554953 w 10321503"/>
              <a:gd name="connsiteY13820" fmla="*/ 3395344 h 5599766"/>
              <a:gd name="connsiteX13821" fmla="*/ 6551420 w 10321503"/>
              <a:gd name="connsiteY13821" fmla="*/ 3401485 h 5599766"/>
              <a:gd name="connsiteX13822" fmla="*/ 6550807 w 10321503"/>
              <a:gd name="connsiteY13822" fmla="*/ 3401842 h 5599766"/>
              <a:gd name="connsiteX13823" fmla="*/ 5361358 w 10321503"/>
              <a:gd name="connsiteY13823" fmla="*/ 3401845 h 5599766"/>
              <a:gd name="connsiteX13824" fmla="*/ 5354295 w 10321503"/>
              <a:gd name="connsiteY13824" fmla="*/ 3401845 h 5599766"/>
              <a:gd name="connsiteX13825" fmla="*/ 5353680 w 10321503"/>
              <a:gd name="connsiteY13825" fmla="*/ 3401488 h 5599766"/>
              <a:gd name="connsiteX13826" fmla="*/ 5350149 w 10321503"/>
              <a:gd name="connsiteY13826" fmla="*/ 3395347 h 5599766"/>
              <a:gd name="connsiteX13827" fmla="*/ 5350149 w 10321503"/>
              <a:gd name="connsiteY13827" fmla="*/ 3394681 h 5599766"/>
              <a:gd name="connsiteX13828" fmla="*/ 5353680 w 10321503"/>
              <a:gd name="connsiteY13828" fmla="*/ 3388540 h 5599766"/>
              <a:gd name="connsiteX13829" fmla="*/ 5354295 w 10321503"/>
              <a:gd name="connsiteY13829" fmla="*/ 3388182 h 5599766"/>
              <a:gd name="connsiteX13830" fmla="*/ 5361358 w 10321503"/>
              <a:gd name="connsiteY13830" fmla="*/ 3388182 h 5599766"/>
              <a:gd name="connsiteX13831" fmla="*/ 5361972 w 10321503"/>
              <a:gd name="connsiteY13831" fmla="*/ 3388540 h 5599766"/>
              <a:gd name="connsiteX13832" fmla="*/ 5365503 w 10321503"/>
              <a:gd name="connsiteY13832" fmla="*/ 3394681 h 5599766"/>
              <a:gd name="connsiteX13833" fmla="*/ 5365503 w 10321503"/>
              <a:gd name="connsiteY13833" fmla="*/ 3395347 h 5599766"/>
              <a:gd name="connsiteX13834" fmla="*/ 5361972 w 10321503"/>
              <a:gd name="connsiteY13834" fmla="*/ 3401488 h 5599766"/>
              <a:gd name="connsiteX13835" fmla="*/ 5361358 w 10321503"/>
              <a:gd name="connsiteY13835" fmla="*/ 3401845 h 5599766"/>
              <a:gd name="connsiteX13836" fmla="*/ 8731266 w 10321503"/>
              <a:gd name="connsiteY13836" fmla="*/ 3401848 h 5599766"/>
              <a:gd name="connsiteX13837" fmla="*/ 8724203 w 10321503"/>
              <a:gd name="connsiteY13837" fmla="*/ 3401848 h 5599766"/>
              <a:gd name="connsiteX13838" fmla="*/ 8723587 w 10321503"/>
              <a:gd name="connsiteY13838" fmla="*/ 3401489 h 5599766"/>
              <a:gd name="connsiteX13839" fmla="*/ 8720056 w 10321503"/>
              <a:gd name="connsiteY13839" fmla="*/ 3395349 h 5599766"/>
              <a:gd name="connsiteX13840" fmla="*/ 8720056 w 10321503"/>
              <a:gd name="connsiteY13840" fmla="*/ 3394684 h 5599766"/>
              <a:gd name="connsiteX13841" fmla="*/ 8723587 w 10321503"/>
              <a:gd name="connsiteY13841" fmla="*/ 3388542 h 5599766"/>
              <a:gd name="connsiteX13842" fmla="*/ 8724203 w 10321503"/>
              <a:gd name="connsiteY13842" fmla="*/ 3388184 h 5599766"/>
              <a:gd name="connsiteX13843" fmla="*/ 8731266 w 10321503"/>
              <a:gd name="connsiteY13843" fmla="*/ 3388184 h 5599766"/>
              <a:gd name="connsiteX13844" fmla="*/ 8731880 w 10321503"/>
              <a:gd name="connsiteY13844" fmla="*/ 3388542 h 5599766"/>
              <a:gd name="connsiteX13845" fmla="*/ 8735412 w 10321503"/>
              <a:gd name="connsiteY13845" fmla="*/ 3394684 h 5599766"/>
              <a:gd name="connsiteX13846" fmla="*/ 8735412 w 10321503"/>
              <a:gd name="connsiteY13846" fmla="*/ 3395349 h 5599766"/>
              <a:gd name="connsiteX13847" fmla="*/ 8731880 w 10321503"/>
              <a:gd name="connsiteY13847" fmla="*/ 3401489 h 5599766"/>
              <a:gd name="connsiteX13848" fmla="*/ 8731266 w 10321503"/>
              <a:gd name="connsiteY13848" fmla="*/ 3401848 h 5599766"/>
              <a:gd name="connsiteX13849" fmla="*/ 9524191 w 10321503"/>
              <a:gd name="connsiteY13849" fmla="*/ 3401848 h 5599766"/>
              <a:gd name="connsiteX13850" fmla="*/ 9517128 w 10321503"/>
              <a:gd name="connsiteY13850" fmla="*/ 3401848 h 5599766"/>
              <a:gd name="connsiteX13851" fmla="*/ 9516515 w 10321503"/>
              <a:gd name="connsiteY13851" fmla="*/ 3401489 h 5599766"/>
              <a:gd name="connsiteX13852" fmla="*/ 9512982 w 10321503"/>
              <a:gd name="connsiteY13852" fmla="*/ 3395349 h 5599766"/>
              <a:gd name="connsiteX13853" fmla="*/ 9512982 w 10321503"/>
              <a:gd name="connsiteY13853" fmla="*/ 3394684 h 5599766"/>
              <a:gd name="connsiteX13854" fmla="*/ 9516515 w 10321503"/>
              <a:gd name="connsiteY13854" fmla="*/ 3388542 h 5599766"/>
              <a:gd name="connsiteX13855" fmla="*/ 9517128 w 10321503"/>
              <a:gd name="connsiteY13855" fmla="*/ 3388184 h 5599766"/>
              <a:gd name="connsiteX13856" fmla="*/ 9524191 w 10321503"/>
              <a:gd name="connsiteY13856" fmla="*/ 3388184 h 5599766"/>
              <a:gd name="connsiteX13857" fmla="*/ 9524806 w 10321503"/>
              <a:gd name="connsiteY13857" fmla="*/ 3388542 h 5599766"/>
              <a:gd name="connsiteX13858" fmla="*/ 9528339 w 10321503"/>
              <a:gd name="connsiteY13858" fmla="*/ 3394684 h 5599766"/>
              <a:gd name="connsiteX13859" fmla="*/ 9528339 w 10321503"/>
              <a:gd name="connsiteY13859" fmla="*/ 3395349 h 5599766"/>
              <a:gd name="connsiteX13860" fmla="*/ 9524806 w 10321503"/>
              <a:gd name="connsiteY13860" fmla="*/ 3401489 h 5599766"/>
              <a:gd name="connsiteX13861" fmla="*/ 9524191 w 10321503"/>
              <a:gd name="connsiteY13861" fmla="*/ 3401848 h 5599766"/>
              <a:gd name="connsiteX13862" fmla="*/ 5757857 w 10321503"/>
              <a:gd name="connsiteY13862" fmla="*/ 3401850 h 5599766"/>
              <a:gd name="connsiteX13863" fmla="*/ 5750795 w 10321503"/>
              <a:gd name="connsiteY13863" fmla="*/ 3401850 h 5599766"/>
              <a:gd name="connsiteX13864" fmla="*/ 5750181 w 10321503"/>
              <a:gd name="connsiteY13864" fmla="*/ 3401490 h 5599766"/>
              <a:gd name="connsiteX13865" fmla="*/ 5746649 w 10321503"/>
              <a:gd name="connsiteY13865" fmla="*/ 3395353 h 5599766"/>
              <a:gd name="connsiteX13866" fmla="*/ 5746649 w 10321503"/>
              <a:gd name="connsiteY13866" fmla="*/ 3394689 h 5599766"/>
              <a:gd name="connsiteX13867" fmla="*/ 5750181 w 10321503"/>
              <a:gd name="connsiteY13867" fmla="*/ 3388544 h 5599766"/>
              <a:gd name="connsiteX13868" fmla="*/ 5750795 w 10321503"/>
              <a:gd name="connsiteY13868" fmla="*/ 3388186 h 5599766"/>
              <a:gd name="connsiteX13869" fmla="*/ 5757857 w 10321503"/>
              <a:gd name="connsiteY13869" fmla="*/ 3388186 h 5599766"/>
              <a:gd name="connsiteX13870" fmla="*/ 5758471 w 10321503"/>
              <a:gd name="connsiteY13870" fmla="*/ 3388544 h 5599766"/>
              <a:gd name="connsiteX13871" fmla="*/ 5762003 w 10321503"/>
              <a:gd name="connsiteY13871" fmla="*/ 3394689 h 5599766"/>
              <a:gd name="connsiteX13872" fmla="*/ 5762003 w 10321503"/>
              <a:gd name="connsiteY13872" fmla="*/ 3395353 h 5599766"/>
              <a:gd name="connsiteX13873" fmla="*/ 5758471 w 10321503"/>
              <a:gd name="connsiteY13873" fmla="*/ 3401490 h 5599766"/>
              <a:gd name="connsiteX13874" fmla="*/ 5757857 w 10321503"/>
              <a:gd name="connsiteY13874" fmla="*/ 3401850 h 5599766"/>
              <a:gd name="connsiteX13875" fmla="*/ 9127758 w 10321503"/>
              <a:gd name="connsiteY13875" fmla="*/ 3401856 h 5599766"/>
              <a:gd name="connsiteX13876" fmla="*/ 9120695 w 10321503"/>
              <a:gd name="connsiteY13876" fmla="*/ 3401856 h 5599766"/>
              <a:gd name="connsiteX13877" fmla="*/ 9120081 w 10321503"/>
              <a:gd name="connsiteY13877" fmla="*/ 3401497 h 5599766"/>
              <a:gd name="connsiteX13878" fmla="*/ 9116548 w 10321503"/>
              <a:gd name="connsiteY13878" fmla="*/ 3395358 h 5599766"/>
              <a:gd name="connsiteX13879" fmla="*/ 9116548 w 10321503"/>
              <a:gd name="connsiteY13879" fmla="*/ 3394694 h 5599766"/>
              <a:gd name="connsiteX13880" fmla="*/ 9120081 w 10321503"/>
              <a:gd name="connsiteY13880" fmla="*/ 3388551 h 5599766"/>
              <a:gd name="connsiteX13881" fmla="*/ 9120695 w 10321503"/>
              <a:gd name="connsiteY13881" fmla="*/ 3388190 h 5599766"/>
              <a:gd name="connsiteX13882" fmla="*/ 9127758 w 10321503"/>
              <a:gd name="connsiteY13882" fmla="*/ 3388190 h 5599766"/>
              <a:gd name="connsiteX13883" fmla="*/ 9128372 w 10321503"/>
              <a:gd name="connsiteY13883" fmla="*/ 3388551 h 5599766"/>
              <a:gd name="connsiteX13884" fmla="*/ 9131903 w 10321503"/>
              <a:gd name="connsiteY13884" fmla="*/ 3394694 h 5599766"/>
              <a:gd name="connsiteX13885" fmla="*/ 9131903 w 10321503"/>
              <a:gd name="connsiteY13885" fmla="*/ 3395358 h 5599766"/>
              <a:gd name="connsiteX13886" fmla="*/ 9128372 w 10321503"/>
              <a:gd name="connsiteY13886" fmla="*/ 3401497 h 5599766"/>
              <a:gd name="connsiteX13887" fmla="*/ 9127758 w 10321503"/>
              <a:gd name="connsiteY13887" fmla="*/ 3401856 h 5599766"/>
              <a:gd name="connsiteX13888" fmla="*/ 4766683 w 10321503"/>
              <a:gd name="connsiteY13888" fmla="*/ 3401857 h 5599766"/>
              <a:gd name="connsiteX13889" fmla="*/ 4759621 w 10321503"/>
              <a:gd name="connsiteY13889" fmla="*/ 3401857 h 5599766"/>
              <a:gd name="connsiteX13890" fmla="*/ 4759007 w 10321503"/>
              <a:gd name="connsiteY13890" fmla="*/ 3401497 h 5599766"/>
              <a:gd name="connsiteX13891" fmla="*/ 4755475 w 10321503"/>
              <a:gd name="connsiteY13891" fmla="*/ 3395358 h 5599766"/>
              <a:gd name="connsiteX13892" fmla="*/ 4755475 w 10321503"/>
              <a:gd name="connsiteY13892" fmla="*/ 3394694 h 5599766"/>
              <a:gd name="connsiteX13893" fmla="*/ 4759007 w 10321503"/>
              <a:gd name="connsiteY13893" fmla="*/ 3388551 h 5599766"/>
              <a:gd name="connsiteX13894" fmla="*/ 4759621 w 10321503"/>
              <a:gd name="connsiteY13894" fmla="*/ 3388190 h 5599766"/>
              <a:gd name="connsiteX13895" fmla="*/ 4766683 w 10321503"/>
              <a:gd name="connsiteY13895" fmla="*/ 3388190 h 5599766"/>
              <a:gd name="connsiteX13896" fmla="*/ 4767297 w 10321503"/>
              <a:gd name="connsiteY13896" fmla="*/ 3388551 h 5599766"/>
              <a:gd name="connsiteX13897" fmla="*/ 4770829 w 10321503"/>
              <a:gd name="connsiteY13897" fmla="*/ 3394694 h 5599766"/>
              <a:gd name="connsiteX13898" fmla="*/ 4770829 w 10321503"/>
              <a:gd name="connsiteY13898" fmla="*/ 3395358 h 5599766"/>
              <a:gd name="connsiteX13899" fmla="*/ 4767297 w 10321503"/>
              <a:gd name="connsiteY13899" fmla="*/ 3401497 h 5599766"/>
              <a:gd name="connsiteX13900" fmla="*/ 4766683 w 10321503"/>
              <a:gd name="connsiteY13900" fmla="*/ 3401857 h 5599766"/>
              <a:gd name="connsiteX13901" fmla="*/ 6352582 w 10321503"/>
              <a:gd name="connsiteY13901" fmla="*/ 3401857 h 5599766"/>
              <a:gd name="connsiteX13902" fmla="*/ 6345519 w 10321503"/>
              <a:gd name="connsiteY13902" fmla="*/ 3401857 h 5599766"/>
              <a:gd name="connsiteX13903" fmla="*/ 6344904 w 10321503"/>
              <a:gd name="connsiteY13903" fmla="*/ 3401497 h 5599766"/>
              <a:gd name="connsiteX13904" fmla="*/ 6341373 w 10321503"/>
              <a:gd name="connsiteY13904" fmla="*/ 3395358 h 5599766"/>
              <a:gd name="connsiteX13905" fmla="*/ 6341373 w 10321503"/>
              <a:gd name="connsiteY13905" fmla="*/ 3394694 h 5599766"/>
              <a:gd name="connsiteX13906" fmla="*/ 6344904 w 10321503"/>
              <a:gd name="connsiteY13906" fmla="*/ 3388551 h 5599766"/>
              <a:gd name="connsiteX13907" fmla="*/ 6345519 w 10321503"/>
              <a:gd name="connsiteY13907" fmla="*/ 3388190 h 5599766"/>
              <a:gd name="connsiteX13908" fmla="*/ 6352582 w 10321503"/>
              <a:gd name="connsiteY13908" fmla="*/ 3388190 h 5599766"/>
              <a:gd name="connsiteX13909" fmla="*/ 6353196 w 10321503"/>
              <a:gd name="connsiteY13909" fmla="*/ 3388551 h 5599766"/>
              <a:gd name="connsiteX13910" fmla="*/ 6356728 w 10321503"/>
              <a:gd name="connsiteY13910" fmla="*/ 3394694 h 5599766"/>
              <a:gd name="connsiteX13911" fmla="*/ 6356728 w 10321503"/>
              <a:gd name="connsiteY13911" fmla="*/ 3395358 h 5599766"/>
              <a:gd name="connsiteX13912" fmla="*/ 6353196 w 10321503"/>
              <a:gd name="connsiteY13912" fmla="*/ 3401497 h 5599766"/>
              <a:gd name="connsiteX13913" fmla="*/ 6352582 w 10321503"/>
              <a:gd name="connsiteY13913" fmla="*/ 3401857 h 5599766"/>
              <a:gd name="connsiteX13914" fmla="*/ 7740064 w 10321503"/>
              <a:gd name="connsiteY13914" fmla="*/ 3401858 h 5599766"/>
              <a:gd name="connsiteX13915" fmla="*/ 7733001 w 10321503"/>
              <a:gd name="connsiteY13915" fmla="*/ 3401858 h 5599766"/>
              <a:gd name="connsiteX13916" fmla="*/ 7732387 w 10321503"/>
              <a:gd name="connsiteY13916" fmla="*/ 3401501 h 5599766"/>
              <a:gd name="connsiteX13917" fmla="*/ 7728856 w 10321503"/>
              <a:gd name="connsiteY13917" fmla="*/ 3395362 h 5599766"/>
              <a:gd name="connsiteX13918" fmla="*/ 7728856 w 10321503"/>
              <a:gd name="connsiteY13918" fmla="*/ 3394696 h 5599766"/>
              <a:gd name="connsiteX13919" fmla="*/ 7732387 w 10321503"/>
              <a:gd name="connsiteY13919" fmla="*/ 3388553 h 5599766"/>
              <a:gd name="connsiteX13920" fmla="*/ 7733001 w 10321503"/>
              <a:gd name="connsiteY13920" fmla="*/ 3388196 h 5599766"/>
              <a:gd name="connsiteX13921" fmla="*/ 7740064 w 10321503"/>
              <a:gd name="connsiteY13921" fmla="*/ 3388196 h 5599766"/>
              <a:gd name="connsiteX13922" fmla="*/ 7740678 w 10321503"/>
              <a:gd name="connsiteY13922" fmla="*/ 3388553 h 5599766"/>
              <a:gd name="connsiteX13923" fmla="*/ 7744211 w 10321503"/>
              <a:gd name="connsiteY13923" fmla="*/ 3394696 h 5599766"/>
              <a:gd name="connsiteX13924" fmla="*/ 7744211 w 10321503"/>
              <a:gd name="connsiteY13924" fmla="*/ 3395362 h 5599766"/>
              <a:gd name="connsiteX13925" fmla="*/ 7740678 w 10321503"/>
              <a:gd name="connsiteY13925" fmla="*/ 3401501 h 5599766"/>
              <a:gd name="connsiteX13926" fmla="*/ 7740064 w 10321503"/>
              <a:gd name="connsiteY13926" fmla="*/ 3401858 h 5599766"/>
              <a:gd name="connsiteX13927" fmla="*/ 4964909 w 10321503"/>
              <a:gd name="connsiteY13927" fmla="*/ 3401863 h 5599766"/>
              <a:gd name="connsiteX13928" fmla="*/ 4957846 w 10321503"/>
              <a:gd name="connsiteY13928" fmla="*/ 3401863 h 5599766"/>
              <a:gd name="connsiteX13929" fmla="*/ 4957232 w 10321503"/>
              <a:gd name="connsiteY13929" fmla="*/ 3401505 h 5599766"/>
              <a:gd name="connsiteX13930" fmla="*/ 4953699 w 10321503"/>
              <a:gd name="connsiteY13930" fmla="*/ 3395365 h 5599766"/>
              <a:gd name="connsiteX13931" fmla="*/ 4953699 w 10321503"/>
              <a:gd name="connsiteY13931" fmla="*/ 3394699 h 5599766"/>
              <a:gd name="connsiteX13932" fmla="*/ 4957232 w 10321503"/>
              <a:gd name="connsiteY13932" fmla="*/ 3388556 h 5599766"/>
              <a:gd name="connsiteX13933" fmla="*/ 4957846 w 10321503"/>
              <a:gd name="connsiteY13933" fmla="*/ 3388198 h 5599766"/>
              <a:gd name="connsiteX13934" fmla="*/ 4964909 w 10321503"/>
              <a:gd name="connsiteY13934" fmla="*/ 3388198 h 5599766"/>
              <a:gd name="connsiteX13935" fmla="*/ 4965523 w 10321503"/>
              <a:gd name="connsiteY13935" fmla="*/ 3388556 h 5599766"/>
              <a:gd name="connsiteX13936" fmla="*/ 4969054 w 10321503"/>
              <a:gd name="connsiteY13936" fmla="*/ 3394699 h 5599766"/>
              <a:gd name="connsiteX13937" fmla="*/ 4969054 w 10321503"/>
              <a:gd name="connsiteY13937" fmla="*/ 3395365 h 5599766"/>
              <a:gd name="connsiteX13938" fmla="*/ 4965523 w 10321503"/>
              <a:gd name="connsiteY13938" fmla="*/ 3401505 h 5599766"/>
              <a:gd name="connsiteX13939" fmla="*/ 4964909 w 10321503"/>
              <a:gd name="connsiteY13939" fmla="*/ 3401863 h 5599766"/>
              <a:gd name="connsiteX13940" fmla="*/ 6749031 w 10321503"/>
              <a:gd name="connsiteY13940" fmla="*/ 3401863 h 5599766"/>
              <a:gd name="connsiteX13941" fmla="*/ 6741967 w 10321503"/>
              <a:gd name="connsiteY13941" fmla="*/ 3401863 h 5599766"/>
              <a:gd name="connsiteX13942" fmla="*/ 6741354 w 10321503"/>
              <a:gd name="connsiteY13942" fmla="*/ 3401505 h 5599766"/>
              <a:gd name="connsiteX13943" fmla="*/ 6737823 w 10321503"/>
              <a:gd name="connsiteY13943" fmla="*/ 3395363 h 5599766"/>
              <a:gd name="connsiteX13944" fmla="*/ 6737823 w 10321503"/>
              <a:gd name="connsiteY13944" fmla="*/ 3394699 h 5599766"/>
              <a:gd name="connsiteX13945" fmla="*/ 6741354 w 10321503"/>
              <a:gd name="connsiteY13945" fmla="*/ 3388556 h 5599766"/>
              <a:gd name="connsiteX13946" fmla="*/ 6741967 w 10321503"/>
              <a:gd name="connsiteY13946" fmla="*/ 3388198 h 5599766"/>
              <a:gd name="connsiteX13947" fmla="*/ 6749031 w 10321503"/>
              <a:gd name="connsiteY13947" fmla="*/ 3388198 h 5599766"/>
              <a:gd name="connsiteX13948" fmla="*/ 6749646 w 10321503"/>
              <a:gd name="connsiteY13948" fmla="*/ 3388556 h 5599766"/>
              <a:gd name="connsiteX13949" fmla="*/ 6753177 w 10321503"/>
              <a:gd name="connsiteY13949" fmla="*/ 3394699 h 5599766"/>
              <a:gd name="connsiteX13950" fmla="*/ 6753177 w 10321503"/>
              <a:gd name="connsiteY13950" fmla="*/ 3395363 h 5599766"/>
              <a:gd name="connsiteX13951" fmla="*/ 6749646 w 10321503"/>
              <a:gd name="connsiteY13951" fmla="*/ 3401505 h 5599766"/>
              <a:gd name="connsiteX13952" fmla="*/ 6749031 w 10321503"/>
              <a:gd name="connsiteY13952" fmla="*/ 3401863 h 5599766"/>
              <a:gd name="connsiteX13953" fmla="*/ 7938307 w 10321503"/>
              <a:gd name="connsiteY13953" fmla="*/ 3401863 h 5599766"/>
              <a:gd name="connsiteX13954" fmla="*/ 7931244 w 10321503"/>
              <a:gd name="connsiteY13954" fmla="*/ 3401863 h 5599766"/>
              <a:gd name="connsiteX13955" fmla="*/ 7930629 w 10321503"/>
              <a:gd name="connsiteY13955" fmla="*/ 3401505 h 5599766"/>
              <a:gd name="connsiteX13956" fmla="*/ 7927098 w 10321503"/>
              <a:gd name="connsiteY13956" fmla="*/ 3395365 h 5599766"/>
              <a:gd name="connsiteX13957" fmla="*/ 7927098 w 10321503"/>
              <a:gd name="connsiteY13957" fmla="*/ 3394701 h 5599766"/>
              <a:gd name="connsiteX13958" fmla="*/ 7930629 w 10321503"/>
              <a:gd name="connsiteY13958" fmla="*/ 3388559 h 5599766"/>
              <a:gd name="connsiteX13959" fmla="*/ 7931244 w 10321503"/>
              <a:gd name="connsiteY13959" fmla="*/ 3388198 h 5599766"/>
              <a:gd name="connsiteX13960" fmla="*/ 7938307 w 10321503"/>
              <a:gd name="connsiteY13960" fmla="*/ 3388198 h 5599766"/>
              <a:gd name="connsiteX13961" fmla="*/ 7938922 w 10321503"/>
              <a:gd name="connsiteY13961" fmla="*/ 3388559 h 5599766"/>
              <a:gd name="connsiteX13962" fmla="*/ 7942453 w 10321503"/>
              <a:gd name="connsiteY13962" fmla="*/ 3394701 h 5599766"/>
              <a:gd name="connsiteX13963" fmla="*/ 7942453 w 10321503"/>
              <a:gd name="connsiteY13963" fmla="*/ 3395365 h 5599766"/>
              <a:gd name="connsiteX13964" fmla="*/ 7938922 w 10321503"/>
              <a:gd name="connsiteY13964" fmla="*/ 3401505 h 5599766"/>
              <a:gd name="connsiteX13965" fmla="*/ 7938307 w 10321503"/>
              <a:gd name="connsiteY13965" fmla="*/ 3401863 h 5599766"/>
              <a:gd name="connsiteX13966" fmla="*/ 9920724 w 10321503"/>
              <a:gd name="connsiteY13966" fmla="*/ 3401866 h 5599766"/>
              <a:gd name="connsiteX13967" fmla="*/ 9913662 w 10321503"/>
              <a:gd name="connsiteY13967" fmla="*/ 3401866 h 5599766"/>
              <a:gd name="connsiteX13968" fmla="*/ 9913047 w 10321503"/>
              <a:gd name="connsiteY13968" fmla="*/ 3401505 h 5599766"/>
              <a:gd name="connsiteX13969" fmla="*/ 9909517 w 10321503"/>
              <a:gd name="connsiteY13969" fmla="*/ 3395368 h 5599766"/>
              <a:gd name="connsiteX13970" fmla="*/ 9909517 w 10321503"/>
              <a:gd name="connsiteY13970" fmla="*/ 3394702 h 5599766"/>
              <a:gd name="connsiteX13971" fmla="*/ 9913047 w 10321503"/>
              <a:gd name="connsiteY13971" fmla="*/ 3388559 h 5599766"/>
              <a:gd name="connsiteX13972" fmla="*/ 9913662 w 10321503"/>
              <a:gd name="connsiteY13972" fmla="*/ 3388199 h 5599766"/>
              <a:gd name="connsiteX13973" fmla="*/ 9920724 w 10321503"/>
              <a:gd name="connsiteY13973" fmla="*/ 3388199 h 5599766"/>
              <a:gd name="connsiteX13974" fmla="*/ 9921338 w 10321503"/>
              <a:gd name="connsiteY13974" fmla="*/ 3388559 h 5599766"/>
              <a:gd name="connsiteX13975" fmla="*/ 9924870 w 10321503"/>
              <a:gd name="connsiteY13975" fmla="*/ 3394702 h 5599766"/>
              <a:gd name="connsiteX13976" fmla="*/ 9924870 w 10321503"/>
              <a:gd name="connsiteY13976" fmla="*/ 3395368 h 5599766"/>
              <a:gd name="connsiteX13977" fmla="*/ 9921338 w 10321503"/>
              <a:gd name="connsiteY13977" fmla="*/ 3401505 h 5599766"/>
              <a:gd name="connsiteX13978" fmla="*/ 9920724 w 10321503"/>
              <a:gd name="connsiteY13978" fmla="*/ 3401866 h 5599766"/>
              <a:gd name="connsiteX13979" fmla="*/ 5163134 w 10321503"/>
              <a:gd name="connsiteY13979" fmla="*/ 3401867 h 5599766"/>
              <a:gd name="connsiteX13980" fmla="*/ 5156070 w 10321503"/>
              <a:gd name="connsiteY13980" fmla="*/ 3401867 h 5599766"/>
              <a:gd name="connsiteX13981" fmla="*/ 5155456 w 10321503"/>
              <a:gd name="connsiteY13981" fmla="*/ 3401509 h 5599766"/>
              <a:gd name="connsiteX13982" fmla="*/ 5151924 w 10321503"/>
              <a:gd name="connsiteY13982" fmla="*/ 3395369 h 5599766"/>
              <a:gd name="connsiteX13983" fmla="*/ 5151924 w 10321503"/>
              <a:gd name="connsiteY13983" fmla="*/ 3394704 h 5599766"/>
              <a:gd name="connsiteX13984" fmla="*/ 5155456 w 10321503"/>
              <a:gd name="connsiteY13984" fmla="*/ 3388559 h 5599766"/>
              <a:gd name="connsiteX13985" fmla="*/ 5156070 w 10321503"/>
              <a:gd name="connsiteY13985" fmla="*/ 3388203 h 5599766"/>
              <a:gd name="connsiteX13986" fmla="*/ 5163134 w 10321503"/>
              <a:gd name="connsiteY13986" fmla="*/ 3388203 h 5599766"/>
              <a:gd name="connsiteX13987" fmla="*/ 5163748 w 10321503"/>
              <a:gd name="connsiteY13987" fmla="*/ 3388559 h 5599766"/>
              <a:gd name="connsiteX13988" fmla="*/ 5167279 w 10321503"/>
              <a:gd name="connsiteY13988" fmla="*/ 3394704 h 5599766"/>
              <a:gd name="connsiteX13989" fmla="*/ 5167279 w 10321503"/>
              <a:gd name="connsiteY13989" fmla="*/ 3395369 h 5599766"/>
              <a:gd name="connsiteX13990" fmla="*/ 5163748 w 10321503"/>
              <a:gd name="connsiteY13990" fmla="*/ 3401509 h 5599766"/>
              <a:gd name="connsiteX13991" fmla="*/ 5163134 w 10321503"/>
              <a:gd name="connsiteY13991" fmla="*/ 3401867 h 5599766"/>
              <a:gd name="connsiteX13992" fmla="*/ 7343614 w 10321503"/>
              <a:gd name="connsiteY13992" fmla="*/ 3401867 h 5599766"/>
              <a:gd name="connsiteX13993" fmla="*/ 7336550 w 10321503"/>
              <a:gd name="connsiteY13993" fmla="*/ 3401867 h 5599766"/>
              <a:gd name="connsiteX13994" fmla="*/ 7335937 w 10321503"/>
              <a:gd name="connsiteY13994" fmla="*/ 3401507 h 5599766"/>
              <a:gd name="connsiteX13995" fmla="*/ 7332404 w 10321503"/>
              <a:gd name="connsiteY13995" fmla="*/ 3395368 h 5599766"/>
              <a:gd name="connsiteX13996" fmla="*/ 7332404 w 10321503"/>
              <a:gd name="connsiteY13996" fmla="*/ 3394702 h 5599766"/>
              <a:gd name="connsiteX13997" fmla="*/ 7335937 w 10321503"/>
              <a:gd name="connsiteY13997" fmla="*/ 3388559 h 5599766"/>
              <a:gd name="connsiteX13998" fmla="*/ 7336550 w 10321503"/>
              <a:gd name="connsiteY13998" fmla="*/ 3388199 h 5599766"/>
              <a:gd name="connsiteX13999" fmla="*/ 7343614 w 10321503"/>
              <a:gd name="connsiteY13999" fmla="*/ 3388199 h 5599766"/>
              <a:gd name="connsiteX14000" fmla="*/ 7344229 w 10321503"/>
              <a:gd name="connsiteY14000" fmla="*/ 3388559 h 5599766"/>
              <a:gd name="connsiteX14001" fmla="*/ 7347759 w 10321503"/>
              <a:gd name="connsiteY14001" fmla="*/ 3394702 h 5599766"/>
              <a:gd name="connsiteX14002" fmla="*/ 7347759 w 10321503"/>
              <a:gd name="connsiteY14002" fmla="*/ 3395368 h 5599766"/>
              <a:gd name="connsiteX14003" fmla="*/ 7344229 w 10321503"/>
              <a:gd name="connsiteY14003" fmla="*/ 3401507 h 5599766"/>
              <a:gd name="connsiteX14004" fmla="*/ 7343614 w 10321503"/>
              <a:gd name="connsiteY14004" fmla="*/ 3401867 h 5599766"/>
              <a:gd name="connsiteX14005" fmla="*/ 5956083 w 10321503"/>
              <a:gd name="connsiteY14005" fmla="*/ 3401868 h 5599766"/>
              <a:gd name="connsiteX14006" fmla="*/ 5949019 w 10321503"/>
              <a:gd name="connsiteY14006" fmla="*/ 3401868 h 5599766"/>
              <a:gd name="connsiteX14007" fmla="*/ 5948405 w 10321503"/>
              <a:gd name="connsiteY14007" fmla="*/ 3401511 h 5599766"/>
              <a:gd name="connsiteX14008" fmla="*/ 5944873 w 10321503"/>
              <a:gd name="connsiteY14008" fmla="*/ 3395369 h 5599766"/>
              <a:gd name="connsiteX14009" fmla="*/ 5944873 w 10321503"/>
              <a:gd name="connsiteY14009" fmla="*/ 3394705 h 5599766"/>
              <a:gd name="connsiteX14010" fmla="*/ 5948405 w 10321503"/>
              <a:gd name="connsiteY14010" fmla="*/ 3388562 h 5599766"/>
              <a:gd name="connsiteX14011" fmla="*/ 5949019 w 10321503"/>
              <a:gd name="connsiteY14011" fmla="*/ 3388204 h 5599766"/>
              <a:gd name="connsiteX14012" fmla="*/ 5956083 w 10321503"/>
              <a:gd name="connsiteY14012" fmla="*/ 3388204 h 5599766"/>
              <a:gd name="connsiteX14013" fmla="*/ 5956697 w 10321503"/>
              <a:gd name="connsiteY14013" fmla="*/ 3388562 h 5599766"/>
              <a:gd name="connsiteX14014" fmla="*/ 5960227 w 10321503"/>
              <a:gd name="connsiteY14014" fmla="*/ 3394705 h 5599766"/>
              <a:gd name="connsiteX14015" fmla="*/ 5960227 w 10321503"/>
              <a:gd name="connsiteY14015" fmla="*/ 3395369 h 5599766"/>
              <a:gd name="connsiteX14016" fmla="*/ 5956697 w 10321503"/>
              <a:gd name="connsiteY14016" fmla="*/ 3401511 h 5599766"/>
              <a:gd name="connsiteX14017" fmla="*/ 5956083 w 10321503"/>
              <a:gd name="connsiteY14017" fmla="*/ 3401868 h 5599766"/>
              <a:gd name="connsiteX14018" fmla="*/ 8533071 w 10321503"/>
              <a:gd name="connsiteY14018" fmla="*/ 3401868 h 5599766"/>
              <a:gd name="connsiteX14019" fmla="*/ 8526008 w 10321503"/>
              <a:gd name="connsiteY14019" fmla="*/ 3401868 h 5599766"/>
              <a:gd name="connsiteX14020" fmla="*/ 8525394 w 10321503"/>
              <a:gd name="connsiteY14020" fmla="*/ 3401511 h 5599766"/>
              <a:gd name="connsiteX14021" fmla="*/ 8521862 w 10321503"/>
              <a:gd name="connsiteY14021" fmla="*/ 3395372 h 5599766"/>
              <a:gd name="connsiteX14022" fmla="*/ 8521862 w 10321503"/>
              <a:gd name="connsiteY14022" fmla="*/ 3394705 h 5599766"/>
              <a:gd name="connsiteX14023" fmla="*/ 8525394 w 10321503"/>
              <a:gd name="connsiteY14023" fmla="*/ 3388564 h 5599766"/>
              <a:gd name="connsiteX14024" fmla="*/ 8526008 w 10321503"/>
              <a:gd name="connsiteY14024" fmla="*/ 3388204 h 5599766"/>
              <a:gd name="connsiteX14025" fmla="*/ 8533071 w 10321503"/>
              <a:gd name="connsiteY14025" fmla="*/ 3388204 h 5599766"/>
              <a:gd name="connsiteX14026" fmla="*/ 8533686 w 10321503"/>
              <a:gd name="connsiteY14026" fmla="*/ 3388564 h 5599766"/>
              <a:gd name="connsiteX14027" fmla="*/ 8537216 w 10321503"/>
              <a:gd name="connsiteY14027" fmla="*/ 3394705 h 5599766"/>
              <a:gd name="connsiteX14028" fmla="*/ 8537216 w 10321503"/>
              <a:gd name="connsiteY14028" fmla="*/ 3395372 h 5599766"/>
              <a:gd name="connsiteX14029" fmla="*/ 8533686 w 10321503"/>
              <a:gd name="connsiteY14029" fmla="*/ 3401511 h 5599766"/>
              <a:gd name="connsiteX14030" fmla="*/ 8533071 w 10321503"/>
              <a:gd name="connsiteY14030" fmla="*/ 3401868 h 5599766"/>
              <a:gd name="connsiteX14031" fmla="*/ 9326007 w 10321503"/>
              <a:gd name="connsiteY14031" fmla="*/ 3401868 h 5599766"/>
              <a:gd name="connsiteX14032" fmla="*/ 9318944 w 10321503"/>
              <a:gd name="connsiteY14032" fmla="*/ 3401868 h 5599766"/>
              <a:gd name="connsiteX14033" fmla="*/ 9318330 w 10321503"/>
              <a:gd name="connsiteY14033" fmla="*/ 3401509 h 5599766"/>
              <a:gd name="connsiteX14034" fmla="*/ 9314798 w 10321503"/>
              <a:gd name="connsiteY14034" fmla="*/ 3395369 h 5599766"/>
              <a:gd name="connsiteX14035" fmla="*/ 9314798 w 10321503"/>
              <a:gd name="connsiteY14035" fmla="*/ 3394705 h 5599766"/>
              <a:gd name="connsiteX14036" fmla="*/ 9318330 w 10321503"/>
              <a:gd name="connsiteY14036" fmla="*/ 3388562 h 5599766"/>
              <a:gd name="connsiteX14037" fmla="*/ 9318944 w 10321503"/>
              <a:gd name="connsiteY14037" fmla="*/ 3388204 h 5599766"/>
              <a:gd name="connsiteX14038" fmla="*/ 9326007 w 10321503"/>
              <a:gd name="connsiteY14038" fmla="*/ 3388204 h 5599766"/>
              <a:gd name="connsiteX14039" fmla="*/ 9326623 w 10321503"/>
              <a:gd name="connsiteY14039" fmla="*/ 3388562 h 5599766"/>
              <a:gd name="connsiteX14040" fmla="*/ 9330154 w 10321503"/>
              <a:gd name="connsiteY14040" fmla="*/ 3394705 h 5599766"/>
              <a:gd name="connsiteX14041" fmla="*/ 9330154 w 10321503"/>
              <a:gd name="connsiteY14041" fmla="*/ 3395369 h 5599766"/>
              <a:gd name="connsiteX14042" fmla="*/ 9326623 w 10321503"/>
              <a:gd name="connsiteY14042" fmla="*/ 3401509 h 5599766"/>
              <a:gd name="connsiteX14043" fmla="*/ 9326007 w 10321503"/>
              <a:gd name="connsiteY14043" fmla="*/ 3401868 h 5599766"/>
              <a:gd name="connsiteX14044" fmla="*/ 10317191 w 10321503"/>
              <a:gd name="connsiteY14044" fmla="*/ 3401874 h 5599766"/>
              <a:gd name="connsiteX14045" fmla="*/ 10310129 w 10321503"/>
              <a:gd name="connsiteY14045" fmla="*/ 3401874 h 5599766"/>
              <a:gd name="connsiteX14046" fmla="*/ 10309515 w 10321503"/>
              <a:gd name="connsiteY14046" fmla="*/ 3401517 h 5599766"/>
              <a:gd name="connsiteX14047" fmla="*/ 10305983 w 10321503"/>
              <a:gd name="connsiteY14047" fmla="*/ 3395377 h 5599766"/>
              <a:gd name="connsiteX14048" fmla="*/ 10305983 w 10321503"/>
              <a:gd name="connsiteY14048" fmla="*/ 3394711 h 5599766"/>
              <a:gd name="connsiteX14049" fmla="*/ 10309515 w 10321503"/>
              <a:gd name="connsiteY14049" fmla="*/ 3388568 h 5599766"/>
              <a:gd name="connsiteX14050" fmla="*/ 10310129 w 10321503"/>
              <a:gd name="connsiteY14050" fmla="*/ 3388211 h 5599766"/>
              <a:gd name="connsiteX14051" fmla="*/ 10317191 w 10321503"/>
              <a:gd name="connsiteY14051" fmla="*/ 3388211 h 5599766"/>
              <a:gd name="connsiteX14052" fmla="*/ 10317806 w 10321503"/>
              <a:gd name="connsiteY14052" fmla="*/ 3388568 h 5599766"/>
              <a:gd name="connsiteX14053" fmla="*/ 10321338 w 10321503"/>
              <a:gd name="connsiteY14053" fmla="*/ 3394711 h 5599766"/>
              <a:gd name="connsiteX14054" fmla="*/ 10321338 w 10321503"/>
              <a:gd name="connsiteY14054" fmla="*/ 3395377 h 5599766"/>
              <a:gd name="connsiteX14055" fmla="*/ 10317806 w 10321503"/>
              <a:gd name="connsiteY14055" fmla="*/ 3401517 h 5599766"/>
              <a:gd name="connsiteX14056" fmla="*/ 10317191 w 10321503"/>
              <a:gd name="connsiteY14056" fmla="*/ 3401874 h 5599766"/>
              <a:gd name="connsiteX14057" fmla="*/ 2982559 w 10321503"/>
              <a:gd name="connsiteY14057" fmla="*/ 3401878 h 5599766"/>
              <a:gd name="connsiteX14058" fmla="*/ 2975496 w 10321503"/>
              <a:gd name="connsiteY14058" fmla="*/ 3401878 h 5599766"/>
              <a:gd name="connsiteX14059" fmla="*/ 2974882 w 10321503"/>
              <a:gd name="connsiteY14059" fmla="*/ 3401521 h 5599766"/>
              <a:gd name="connsiteX14060" fmla="*/ 2971351 w 10321503"/>
              <a:gd name="connsiteY14060" fmla="*/ 3395379 h 5599766"/>
              <a:gd name="connsiteX14061" fmla="*/ 2971351 w 10321503"/>
              <a:gd name="connsiteY14061" fmla="*/ 3394714 h 5599766"/>
              <a:gd name="connsiteX14062" fmla="*/ 2974882 w 10321503"/>
              <a:gd name="connsiteY14062" fmla="*/ 3388572 h 5599766"/>
              <a:gd name="connsiteX14063" fmla="*/ 2975496 w 10321503"/>
              <a:gd name="connsiteY14063" fmla="*/ 3388212 h 5599766"/>
              <a:gd name="connsiteX14064" fmla="*/ 2982559 w 10321503"/>
              <a:gd name="connsiteY14064" fmla="*/ 3388212 h 5599766"/>
              <a:gd name="connsiteX14065" fmla="*/ 2983173 w 10321503"/>
              <a:gd name="connsiteY14065" fmla="*/ 3388572 h 5599766"/>
              <a:gd name="connsiteX14066" fmla="*/ 2986706 w 10321503"/>
              <a:gd name="connsiteY14066" fmla="*/ 3394714 h 5599766"/>
              <a:gd name="connsiteX14067" fmla="*/ 2986706 w 10321503"/>
              <a:gd name="connsiteY14067" fmla="*/ 3395379 h 5599766"/>
              <a:gd name="connsiteX14068" fmla="*/ 2983173 w 10321503"/>
              <a:gd name="connsiteY14068" fmla="*/ 3401521 h 5599766"/>
              <a:gd name="connsiteX14069" fmla="*/ 2982559 w 10321503"/>
              <a:gd name="connsiteY14069" fmla="*/ 3401878 h 5599766"/>
              <a:gd name="connsiteX14070" fmla="*/ 9722544 w 10321503"/>
              <a:gd name="connsiteY14070" fmla="*/ 3401885 h 5599766"/>
              <a:gd name="connsiteX14071" fmla="*/ 9715482 w 10321503"/>
              <a:gd name="connsiteY14071" fmla="*/ 3401885 h 5599766"/>
              <a:gd name="connsiteX14072" fmla="*/ 9714867 w 10321503"/>
              <a:gd name="connsiteY14072" fmla="*/ 3401526 h 5599766"/>
              <a:gd name="connsiteX14073" fmla="*/ 9711336 w 10321503"/>
              <a:gd name="connsiteY14073" fmla="*/ 3395386 h 5599766"/>
              <a:gd name="connsiteX14074" fmla="*/ 9711336 w 10321503"/>
              <a:gd name="connsiteY14074" fmla="*/ 3394721 h 5599766"/>
              <a:gd name="connsiteX14075" fmla="*/ 9714867 w 10321503"/>
              <a:gd name="connsiteY14075" fmla="*/ 3388577 h 5599766"/>
              <a:gd name="connsiteX14076" fmla="*/ 9715482 w 10321503"/>
              <a:gd name="connsiteY14076" fmla="*/ 3388219 h 5599766"/>
              <a:gd name="connsiteX14077" fmla="*/ 9722544 w 10321503"/>
              <a:gd name="connsiteY14077" fmla="*/ 3388219 h 5599766"/>
              <a:gd name="connsiteX14078" fmla="*/ 9723158 w 10321503"/>
              <a:gd name="connsiteY14078" fmla="*/ 3388577 h 5599766"/>
              <a:gd name="connsiteX14079" fmla="*/ 9726691 w 10321503"/>
              <a:gd name="connsiteY14079" fmla="*/ 3394721 h 5599766"/>
              <a:gd name="connsiteX14080" fmla="*/ 9726691 w 10321503"/>
              <a:gd name="connsiteY14080" fmla="*/ 3395386 h 5599766"/>
              <a:gd name="connsiteX14081" fmla="*/ 9723158 w 10321503"/>
              <a:gd name="connsiteY14081" fmla="*/ 3401526 h 5599766"/>
              <a:gd name="connsiteX14082" fmla="*/ 9722544 w 10321503"/>
              <a:gd name="connsiteY14082" fmla="*/ 3401885 h 5599766"/>
              <a:gd name="connsiteX14083" fmla="*/ 4568408 w 10321503"/>
              <a:gd name="connsiteY14083" fmla="*/ 3401886 h 5599766"/>
              <a:gd name="connsiteX14084" fmla="*/ 4561345 w 10321503"/>
              <a:gd name="connsiteY14084" fmla="*/ 3401886 h 5599766"/>
              <a:gd name="connsiteX14085" fmla="*/ 4560731 w 10321503"/>
              <a:gd name="connsiteY14085" fmla="*/ 3401528 h 5599766"/>
              <a:gd name="connsiteX14086" fmla="*/ 4557199 w 10321503"/>
              <a:gd name="connsiteY14086" fmla="*/ 3395386 h 5599766"/>
              <a:gd name="connsiteX14087" fmla="*/ 4557199 w 10321503"/>
              <a:gd name="connsiteY14087" fmla="*/ 3394721 h 5599766"/>
              <a:gd name="connsiteX14088" fmla="*/ 4560731 w 10321503"/>
              <a:gd name="connsiteY14088" fmla="*/ 3388580 h 5599766"/>
              <a:gd name="connsiteX14089" fmla="*/ 4561345 w 10321503"/>
              <a:gd name="connsiteY14089" fmla="*/ 3388221 h 5599766"/>
              <a:gd name="connsiteX14090" fmla="*/ 4568408 w 10321503"/>
              <a:gd name="connsiteY14090" fmla="*/ 3388221 h 5599766"/>
              <a:gd name="connsiteX14091" fmla="*/ 4569022 w 10321503"/>
              <a:gd name="connsiteY14091" fmla="*/ 3388580 h 5599766"/>
              <a:gd name="connsiteX14092" fmla="*/ 4572554 w 10321503"/>
              <a:gd name="connsiteY14092" fmla="*/ 3394721 h 5599766"/>
              <a:gd name="connsiteX14093" fmla="*/ 4572554 w 10321503"/>
              <a:gd name="connsiteY14093" fmla="*/ 3395386 h 5599766"/>
              <a:gd name="connsiteX14094" fmla="*/ 4569022 w 10321503"/>
              <a:gd name="connsiteY14094" fmla="*/ 3401528 h 5599766"/>
              <a:gd name="connsiteX14095" fmla="*/ 4568408 w 10321503"/>
              <a:gd name="connsiteY14095" fmla="*/ 3401886 h 5599766"/>
              <a:gd name="connsiteX14096" fmla="*/ 10118993 w 10321503"/>
              <a:gd name="connsiteY14096" fmla="*/ 3401886 h 5599766"/>
              <a:gd name="connsiteX14097" fmla="*/ 10111929 w 10321503"/>
              <a:gd name="connsiteY14097" fmla="*/ 3401886 h 5599766"/>
              <a:gd name="connsiteX14098" fmla="*/ 10111315 w 10321503"/>
              <a:gd name="connsiteY14098" fmla="*/ 3401528 h 5599766"/>
              <a:gd name="connsiteX14099" fmla="*/ 10107784 w 10321503"/>
              <a:gd name="connsiteY14099" fmla="*/ 3395386 h 5599766"/>
              <a:gd name="connsiteX14100" fmla="*/ 10107784 w 10321503"/>
              <a:gd name="connsiteY14100" fmla="*/ 3394721 h 5599766"/>
              <a:gd name="connsiteX14101" fmla="*/ 10111315 w 10321503"/>
              <a:gd name="connsiteY14101" fmla="*/ 3388580 h 5599766"/>
              <a:gd name="connsiteX14102" fmla="*/ 10111929 w 10321503"/>
              <a:gd name="connsiteY14102" fmla="*/ 3388221 h 5599766"/>
              <a:gd name="connsiteX14103" fmla="*/ 10118993 w 10321503"/>
              <a:gd name="connsiteY14103" fmla="*/ 3388221 h 5599766"/>
              <a:gd name="connsiteX14104" fmla="*/ 10119607 w 10321503"/>
              <a:gd name="connsiteY14104" fmla="*/ 3388580 h 5599766"/>
              <a:gd name="connsiteX14105" fmla="*/ 10123139 w 10321503"/>
              <a:gd name="connsiteY14105" fmla="*/ 3394721 h 5599766"/>
              <a:gd name="connsiteX14106" fmla="*/ 10123139 w 10321503"/>
              <a:gd name="connsiteY14106" fmla="*/ 3395386 h 5599766"/>
              <a:gd name="connsiteX14107" fmla="*/ 10119607 w 10321503"/>
              <a:gd name="connsiteY14107" fmla="*/ 3401528 h 5599766"/>
              <a:gd name="connsiteX14108" fmla="*/ 10118993 w 10321503"/>
              <a:gd name="connsiteY14108" fmla="*/ 3401886 h 5599766"/>
              <a:gd name="connsiteX14109" fmla="*/ 2189611 w 10321503"/>
              <a:gd name="connsiteY14109" fmla="*/ 3401892 h 5599766"/>
              <a:gd name="connsiteX14110" fmla="*/ 2182548 w 10321503"/>
              <a:gd name="connsiteY14110" fmla="*/ 3401892 h 5599766"/>
              <a:gd name="connsiteX14111" fmla="*/ 2181933 w 10321503"/>
              <a:gd name="connsiteY14111" fmla="*/ 3401534 h 5599766"/>
              <a:gd name="connsiteX14112" fmla="*/ 2178401 w 10321503"/>
              <a:gd name="connsiteY14112" fmla="*/ 3395393 h 5599766"/>
              <a:gd name="connsiteX14113" fmla="*/ 2178401 w 10321503"/>
              <a:gd name="connsiteY14113" fmla="*/ 3394729 h 5599766"/>
              <a:gd name="connsiteX14114" fmla="*/ 2181933 w 10321503"/>
              <a:gd name="connsiteY14114" fmla="*/ 3388584 h 5599766"/>
              <a:gd name="connsiteX14115" fmla="*/ 2182548 w 10321503"/>
              <a:gd name="connsiteY14115" fmla="*/ 3388227 h 5599766"/>
              <a:gd name="connsiteX14116" fmla="*/ 2189611 w 10321503"/>
              <a:gd name="connsiteY14116" fmla="*/ 3388227 h 5599766"/>
              <a:gd name="connsiteX14117" fmla="*/ 2190225 w 10321503"/>
              <a:gd name="connsiteY14117" fmla="*/ 3388584 h 5599766"/>
              <a:gd name="connsiteX14118" fmla="*/ 2193757 w 10321503"/>
              <a:gd name="connsiteY14118" fmla="*/ 3394729 h 5599766"/>
              <a:gd name="connsiteX14119" fmla="*/ 2193757 w 10321503"/>
              <a:gd name="connsiteY14119" fmla="*/ 3395393 h 5599766"/>
              <a:gd name="connsiteX14120" fmla="*/ 2190225 w 10321503"/>
              <a:gd name="connsiteY14120" fmla="*/ 3401534 h 5599766"/>
              <a:gd name="connsiteX14121" fmla="*/ 2189611 w 10321503"/>
              <a:gd name="connsiteY14121" fmla="*/ 3401892 h 5599766"/>
              <a:gd name="connsiteX14122" fmla="*/ 2784284 w 10321503"/>
              <a:gd name="connsiteY14122" fmla="*/ 3401892 h 5599766"/>
              <a:gd name="connsiteX14123" fmla="*/ 2777221 w 10321503"/>
              <a:gd name="connsiteY14123" fmla="*/ 3401892 h 5599766"/>
              <a:gd name="connsiteX14124" fmla="*/ 2776607 w 10321503"/>
              <a:gd name="connsiteY14124" fmla="*/ 3401534 h 5599766"/>
              <a:gd name="connsiteX14125" fmla="*/ 2773075 w 10321503"/>
              <a:gd name="connsiteY14125" fmla="*/ 3395393 h 5599766"/>
              <a:gd name="connsiteX14126" fmla="*/ 2773075 w 10321503"/>
              <a:gd name="connsiteY14126" fmla="*/ 3394729 h 5599766"/>
              <a:gd name="connsiteX14127" fmla="*/ 2776607 w 10321503"/>
              <a:gd name="connsiteY14127" fmla="*/ 3388587 h 5599766"/>
              <a:gd name="connsiteX14128" fmla="*/ 2777221 w 10321503"/>
              <a:gd name="connsiteY14128" fmla="*/ 3388227 h 5599766"/>
              <a:gd name="connsiteX14129" fmla="*/ 2784284 w 10321503"/>
              <a:gd name="connsiteY14129" fmla="*/ 3388227 h 5599766"/>
              <a:gd name="connsiteX14130" fmla="*/ 2784898 w 10321503"/>
              <a:gd name="connsiteY14130" fmla="*/ 3388587 h 5599766"/>
              <a:gd name="connsiteX14131" fmla="*/ 2788430 w 10321503"/>
              <a:gd name="connsiteY14131" fmla="*/ 3394729 h 5599766"/>
              <a:gd name="connsiteX14132" fmla="*/ 2788430 w 10321503"/>
              <a:gd name="connsiteY14132" fmla="*/ 3395393 h 5599766"/>
              <a:gd name="connsiteX14133" fmla="*/ 2784898 w 10321503"/>
              <a:gd name="connsiteY14133" fmla="*/ 3401534 h 5599766"/>
              <a:gd name="connsiteX14134" fmla="*/ 2784284 w 10321503"/>
              <a:gd name="connsiteY14134" fmla="*/ 3401892 h 5599766"/>
              <a:gd name="connsiteX14135" fmla="*/ 6947256 w 10321503"/>
              <a:gd name="connsiteY14135" fmla="*/ 3401896 h 5599766"/>
              <a:gd name="connsiteX14136" fmla="*/ 6940193 w 10321503"/>
              <a:gd name="connsiteY14136" fmla="*/ 3401896 h 5599766"/>
              <a:gd name="connsiteX14137" fmla="*/ 6939578 w 10321503"/>
              <a:gd name="connsiteY14137" fmla="*/ 3401539 h 5599766"/>
              <a:gd name="connsiteX14138" fmla="*/ 6936048 w 10321503"/>
              <a:gd name="connsiteY14138" fmla="*/ 3395397 h 5599766"/>
              <a:gd name="connsiteX14139" fmla="*/ 6936048 w 10321503"/>
              <a:gd name="connsiteY14139" fmla="*/ 3394732 h 5599766"/>
              <a:gd name="connsiteX14140" fmla="*/ 6939578 w 10321503"/>
              <a:gd name="connsiteY14140" fmla="*/ 3388590 h 5599766"/>
              <a:gd name="connsiteX14141" fmla="*/ 6940193 w 10321503"/>
              <a:gd name="connsiteY14141" fmla="*/ 3388231 h 5599766"/>
              <a:gd name="connsiteX14142" fmla="*/ 6947256 w 10321503"/>
              <a:gd name="connsiteY14142" fmla="*/ 3388231 h 5599766"/>
              <a:gd name="connsiteX14143" fmla="*/ 6947870 w 10321503"/>
              <a:gd name="connsiteY14143" fmla="*/ 3388590 h 5599766"/>
              <a:gd name="connsiteX14144" fmla="*/ 6951402 w 10321503"/>
              <a:gd name="connsiteY14144" fmla="*/ 3394732 h 5599766"/>
              <a:gd name="connsiteX14145" fmla="*/ 6951402 w 10321503"/>
              <a:gd name="connsiteY14145" fmla="*/ 3395397 h 5599766"/>
              <a:gd name="connsiteX14146" fmla="*/ 6947870 w 10321503"/>
              <a:gd name="connsiteY14146" fmla="*/ 3401539 h 5599766"/>
              <a:gd name="connsiteX14147" fmla="*/ 6947256 w 10321503"/>
              <a:gd name="connsiteY14147" fmla="*/ 3401896 h 5599766"/>
              <a:gd name="connsiteX14148" fmla="*/ 4370183 w 10321503"/>
              <a:gd name="connsiteY14148" fmla="*/ 3401899 h 5599766"/>
              <a:gd name="connsiteX14149" fmla="*/ 4363121 w 10321503"/>
              <a:gd name="connsiteY14149" fmla="*/ 3401899 h 5599766"/>
              <a:gd name="connsiteX14150" fmla="*/ 4362506 w 10321503"/>
              <a:gd name="connsiteY14150" fmla="*/ 3401542 h 5599766"/>
              <a:gd name="connsiteX14151" fmla="*/ 4358975 w 10321503"/>
              <a:gd name="connsiteY14151" fmla="*/ 3395399 h 5599766"/>
              <a:gd name="connsiteX14152" fmla="*/ 4358975 w 10321503"/>
              <a:gd name="connsiteY14152" fmla="*/ 3394735 h 5599766"/>
              <a:gd name="connsiteX14153" fmla="*/ 4362506 w 10321503"/>
              <a:gd name="connsiteY14153" fmla="*/ 3388591 h 5599766"/>
              <a:gd name="connsiteX14154" fmla="*/ 4363121 w 10321503"/>
              <a:gd name="connsiteY14154" fmla="*/ 3388233 h 5599766"/>
              <a:gd name="connsiteX14155" fmla="*/ 4370183 w 10321503"/>
              <a:gd name="connsiteY14155" fmla="*/ 3388233 h 5599766"/>
              <a:gd name="connsiteX14156" fmla="*/ 4370797 w 10321503"/>
              <a:gd name="connsiteY14156" fmla="*/ 3388591 h 5599766"/>
              <a:gd name="connsiteX14157" fmla="*/ 4374329 w 10321503"/>
              <a:gd name="connsiteY14157" fmla="*/ 3394735 h 5599766"/>
              <a:gd name="connsiteX14158" fmla="*/ 4374329 w 10321503"/>
              <a:gd name="connsiteY14158" fmla="*/ 3395399 h 5599766"/>
              <a:gd name="connsiteX14159" fmla="*/ 4370797 w 10321503"/>
              <a:gd name="connsiteY14159" fmla="*/ 3401542 h 5599766"/>
              <a:gd name="connsiteX14160" fmla="*/ 4370183 w 10321503"/>
              <a:gd name="connsiteY14160" fmla="*/ 3401899 h 5599766"/>
              <a:gd name="connsiteX14161" fmla="*/ 2387835 w 10321503"/>
              <a:gd name="connsiteY14161" fmla="*/ 3401902 h 5599766"/>
              <a:gd name="connsiteX14162" fmla="*/ 2380773 w 10321503"/>
              <a:gd name="connsiteY14162" fmla="*/ 3401902 h 5599766"/>
              <a:gd name="connsiteX14163" fmla="*/ 2380159 w 10321503"/>
              <a:gd name="connsiteY14163" fmla="*/ 3401545 h 5599766"/>
              <a:gd name="connsiteX14164" fmla="*/ 2376626 w 10321503"/>
              <a:gd name="connsiteY14164" fmla="*/ 3395404 h 5599766"/>
              <a:gd name="connsiteX14165" fmla="*/ 2376626 w 10321503"/>
              <a:gd name="connsiteY14165" fmla="*/ 3394739 h 5599766"/>
              <a:gd name="connsiteX14166" fmla="*/ 2380159 w 10321503"/>
              <a:gd name="connsiteY14166" fmla="*/ 3388597 h 5599766"/>
              <a:gd name="connsiteX14167" fmla="*/ 2380773 w 10321503"/>
              <a:gd name="connsiteY14167" fmla="*/ 3388238 h 5599766"/>
              <a:gd name="connsiteX14168" fmla="*/ 2387835 w 10321503"/>
              <a:gd name="connsiteY14168" fmla="*/ 3388238 h 5599766"/>
              <a:gd name="connsiteX14169" fmla="*/ 2388449 w 10321503"/>
              <a:gd name="connsiteY14169" fmla="*/ 3388597 h 5599766"/>
              <a:gd name="connsiteX14170" fmla="*/ 2391981 w 10321503"/>
              <a:gd name="connsiteY14170" fmla="*/ 3394739 h 5599766"/>
              <a:gd name="connsiteX14171" fmla="*/ 2391981 w 10321503"/>
              <a:gd name="connsiteY14171" fmla="*/ 3395404 h 5599766"/>
              <a:gd name="connsiteX14172" fmla="*/ 2388449 w 10321503"/>
              <a:gd name="connsiteY14172" fmla="*/ 3401545 h 5599766"/>
              <a:gd name="connsiteX14173" fmla="*/ 2387835 w 10321503"/>
              <a:gd name="connsiteY14173" fmla="*/ 3401902 h 5599766"/>
              <a:gd name="connsiteX14174" fmla="*/ 8136682 w 10321503"/>
              <a:gd name="connsiteY14174" fmla="*/ 3401902 h 5599766"/>
              <a:gd name="connsiteX14175" fmla="*/ 8129619 w 10321503"/>
              <a:gd name="connsiteY14175" fmla="*/ 3401902 h 5599766"/>
              <a:gd name="connsiteX14176" fmla="*/ 8129005 w 10321503"/>
              <a:gd name="connsiteY14176" fmla="*/ 3401545 h 5599766"/>
              <a:gd name="connsiteX14177" fmla="*/ 8125474 w 10321503"/>
              <a:gd name="connsiteY14177" fmla="*/ 3395404 h 5599766"/>
              <a:gd name="connsiteX14178" fmla="*/ 8125474 w 10321503"/>
              <a:gd name="connsiteY14178" fmla="*/ 3394739 h 5599766"/>
              <a:gd name="connsiteX14179" fmla="*/ 8129005 w 10321503"/>
              <a:gd name="connsiteY14179" fmla="*/ 3388597 h 5599766"/>
              <a:gd name="connsiteX14180" fmla="*/ 8129619 w 10321503"/>
              <a:gd name="connsiteY14180" fmla="*/ 3388238 h 5599766"/>
              <a:gd name="connsiteX14181" fmla="*/ 8136682 w 10321503"/>
              <a:gd name="connsiteY14181" fmla="*/ 3388238 h 5599766"/>
              <a:gd name="connsiteX14182" fmla="*/ 8137297 w 10321503"/>
              <a:gd name="connsiteY14182" fmla="*/ 3388597 h 5599766"/>
              <a:gd name="connsiteX14183" fmla="*/ 8140829 w 10321503"/>
              <a:gd name="connsiteY14183" fmla="*/ 3394739 h 5599766"/>
              <a:gd name="connsiteX14184" fmla="*/ 8140829 w 10321503"/>
              <a:gd name="connsiteY14184" fmla="*/ 3395404 h 5599766"/>
              <a:gd name="connsiteX14185" fmla="*/ 8137297 w 10321503"/>
              <a:gd name="connsiteY14185" fmla="*/ 3401545 h 5599766"/>
              <a:gd name="connsiteX14186" fmla="*/ 8136682 w 10321503"/>
              <a:gd name="connsiteY14186" fmla="*/ 3401902 h 5599766"/>
              <a:gd name="connsiteX14187" fmla="*/ 8929633 w 10321503"/>
              <a:gd name="connsiteY14187" fmla="*/ 3401902 h 5599766"/>
              <a:gd name="connsiteX14188" fmla="*/ 8922570 w 10321503"/>
              <a:gd name="connsiteY14188" fmla="*/ 3401902 h 5599766"/>
              <a:gd name="connsiteX14189" fmla="*/ 8921956 w 10321503"/>
              <a:gd name="connsiteY14189" fmla="*/ 3401544 h 5599766"/>
              <a:gd name="connsiteX14190" fmla="*/ 8918424 w 10321503"/>
              <a:gd name="connsiteY14190" fmla="*/ 3395404 h 5599766"/>
              <a:gd name="connsiteX14191" fmla="*/ 8918424 w 10321503"/>
              <a:gd name="connsiteY14191" fmla="*/ 3394739 h 5599766"/>
              <a:gd name="connsiteX14192" fmla="*/ 8921956 w 10321503"/>
              <a:gd name="connsiteY14192" fmla="*/ 3388597 h 5599766"/>
              <a:gd name="connsiteX14193" fmla="*/ 8922570 w 10321503"/>
              <a:gd name="connsiteY14193" fmla="*/ 3388238 h 5599766"/>
              <a:gd name="connsiteX14194" fmla="*/ 8929633 w 10321503"/>
              <a:gd name="connsiteY14194" fmla="*/ 3388238 h 5599766"/>
              <a:gd name="connsiteX14195" fmla="*/ 8930247 w 10321503"/>
              <a:gd name="connsiteY14195" fmla="*/ 3388597 h 5599766"/>
              <a:gd name="connsiteX14196" fmla="*/ 8933778 w 10321503"/>
              <a:gd name="connsiteY14196" fmla="*/ 3394739 h 5599766"/>
              <a:gd name="connsiteX14197" fmla="*/ 8933778 w 10321503"/>
              <a:gd name="connsiteY14197" fmla="*/ 3395404 h 5599766"/>
              <a:gd name="connsiteX14198" fmla="*/ 8930247 w 10321503"/>
              <a:gd name="connsiteY14198" fmla="*/ 3401544 h 5599766"/>
              <a:gd name="connsiteX14199" fmla="*/ 8929633 w 10321503"/>
              <a:gd name="connsiteY14199" fmla="*/ 3401902 h 5599766"/>
              <a:gd name="connsiteX14200" fmla="*/ 2586060 w 10321503"/>
              <a:gd name="connsiteY14200" fmla="*/ 3401906 h 5599766"/>
              <a:gd name="connsiteX14201" fmla="*/ 2578998 w 10321503"/>
              <a:gd name="connsiteY14201" fmla="*/ 3401906 h 5599766"/>
              <a:gd name="connsiteX14202" fmla="*/ 2578383 w 10321503"/>
              <a:gd name="connsiteY14202" fmla="*/ 3401549 h 5599766"/>
              <a:gd name="connsiteX14203" fmla="*/ 2574850 w 10321503"/>
              <a:gd name="connsiteY14203" fmla="*/ 3395407 h 5599766"/>
              <a:gd name="connsiteX14204" fmla="*/ 2574850 w 10321503"/>
              <a:gd name="connsiteY14204" fmla="*/ 3394740 h 5599766"/>
              <a:gd name="connsiteX14205" fmla="*/ 2578383 w 10321503"/>
              <a:gd name="connsiteY14205" fmla="*/ 3388599 h 5599766"/>
              <a:gd name="connsiteX14206" fmla="*/ 2578998 w 10321503"/>
              <a:gd name="connsiteY14206" fmla="*/ 3388241 h 5599766"/>
              <a:gd name="connsiteX14207" fmla="*/ 2586060 w 10321503"/>
              <a:gd name="connsiteY14207" fmla="*/ 3388241 h 5599766"/>
              <a:gd name="connsiteX14208" fmla="*/ 2586674 w 10321503"/>
              <a:gd name="connsiteY14208" fmla="*/ 3388599 h 5599766"/>
              <a:gd name="connsiteX14209" fmla="*/ 2590205 w 10321503"/>
              <a:gd name="connsiteY14209" fmla="*/ 3394740 h 5599766"/>
              <a:gd name="connsiteX14210" fmla="*/ 2590205 w 10321503"/>
              <a:gd name="connsiteY14210" fmla="*/ 3395407 h 5599766"/>
              <a:gd name="connsiteX14211" fmla="*/ 2586674 w 10321503"/>
              <a:gd name="connsiteY14211" fmla="*/ 3401549 h 5599766"/>
              <a:gd name="connsiteX14212" fmla="*/ 2586060 w 10321503"/>
              <a:gd name="connsiteY14212" fmla="*/ 3401906 h 5599766"/>
              <a:gd name="connsiteX14213" fmla="*/ 6154307 w 10321503"/>
              <a:gd name="connsiteY14213" fmla="*/ 3401909 h 5599766"/>
              <a:gd name="connsiteX14214" fmla="*/ 6147243 w 10321503"/>
              <a:gd name="connsiteY14214" fmla="*/ 3401909 h 5599766"/>
              <a:gd name="connsiteX14215" fmla="*/ 6146629 w 10321503"/>
              <a:gd name="connsiteY14215" fmla="*/ 3401551 h 5599766"/>
              <a:gd name="connsiteX14216" fmla="*/ 6143098 w 10321503"/>
              <a:gd name="connsiteY14216" fmla="*/ 3395408 h 5599766"/>
              <a:gd name="connsiteX14217" fmla="*/ 6143098 w 10321503"/>
              <a:gd name="connsiteY14217" fmla="*/ 3394744 h 5599766"/>
              <a:gd name="connsiteX14218" fmla="*/ 6146629 w 10321503"/>
              <a:gd name="connsiteY14218" fmla="*/ 3388601 h 5599766"/>
              <a:gd name="connsiteX14219" fmla="*/ 6147243 w 10321503"/>
              <a:gd name="connsiteY14219" fmla="*/ 3388242 h 5599766"/>
              <a:gd name="connsiteX14220" fmla="*/ 6154307 w 10321503"/>
              <a:gd name="connsiteY14220" fmla="*/ 3388242 h 5599766"/>
              <a:gd name="connsiteX14221" fmla="*/ 6154921 w 10321503"/>
              <a:gd name="connsiteY14221" fmla="*/ 3388601 h 5599766"/>
              <a:gd name="connsiteX14222" fmla="*/ 6158453 w 10321503"/>
              <a:gd name="connsiteY14222" fmla="*/ 3394744 h 5599766"/>
              <a:gd name="connsiteX14223" fmla="*/ 6158453 w 10321503"/>
              <a:gd name="connsiteY14223" fmla="*/ 3395408 h 5599766"/>
              <a:gd name="connsiteX14224" fmla="*/ 6154921 w 10321503"/>
              <a:gd name="connsiteY14224" fmla="*/ 3401551 h 5599766"/>
              <a:gd name="connsiteX14225" fmla="*/ 6154307 w 10321503"/>
              <a:gd name="connsiteY14225" fmla="*/ 3401909 h 5599766"/>
              <a:gd name="connsiteX14226" fmla="*/ 7145514 w 10321503"/>
              <a:gd name="connsiteY14226" fmla="*/ 3401909 h 5599766"/>
              <a:gd name="connsiteX14227" fmla="*/ 7138452 w 10321503"/>
              <a:gd name="connsiteY14227" fmla="*/ 3401909 h 5599766"/>
              <a:gd name="connsiteX14228" fmla="*/ 7137838 w 10321503"/>
              <a:gd name="connsiteY14228" fmla="*/ 3401551 h 5599766"/>
              <a:gd name="connsiteX14229" fmla="*/ 7134307 w 10321503"/>
              <a:gd name="connsiteY14229" fmla="*/ 3395410 h 5599766"/>
              <a:gd name="connsiteX14230" fmla="*/ 7134307 w 10321503"/>
              <a:gd name="connsiteY14230" fmla="*/ 3394744 h 5599766"/>
              <a:gd name="connsiteX14231" fmla="*/ 7137838 w 10321503"/>
              <a:gd name="connsiteY14231" fmla="*/ 3388602 h 5599766"/>
              <a:gd name="connsiteX14232" fmla="*/ 7138452 w 10321503"/>
              <a:gd name="connsiteY14232" fmla="*/ 3388242 h 5599766"/>
              <a:gd name="connsiteX14233" fmla="*/ 7145514 w 10321503"/>
              <a:gd name="connsiteY14233" fmla="*/ 3388242 h 5599766"/>
              <a:gd name="connsiteX14234" fmla="*/ 7146129 w 10321503"/>
              <a:gd name="connsiteY14234" fmla="*/ 3388602 h 5599766"/>
              <a:gd name="connsiteX14235" fmla="*/ 7149660 w 10321503"/>
              <a:gd name="connsiteY14235" fmla="*/ 3394744 h 5599766"/>
              <a:gd name="connsiteX14236" fmla="*/ 7149660 w 10321503"/>
              <a:gd name="connsiteY14236" fmla="*/ 3395410 h 5599766"/>
              <a:gd name="connsiteX14237" fmla="*/ 7146129 w 10321503"/>
              <a:gd name="connsiteY14237" fmla="*/ 3401551 h 5599766"/>
              <a:gd name="connsiteX14238" fmla="*/ 7145514 w 10321503"/>
              <a:gd name="connsiteY14238" fmla="*/ 3401909 h 5599766"/>
              <a:gd name="connsiteX14239" fmla="*/ 4171959 w 10321503"/>
              <a:gd name="connsiteY14239" fmla="*/ 3401912 h 5599766"/>
              <a:gd name="connsiteX14240" fmla="*/ 4164896 w 10321503"/>
              <a:gd name="connsiteY14240" fmla="*/ 3401912 h 5599766"/>
              <a:gd name="connsiteX14241" fmla="*/ 4164282 w 10321503"/>
              <a:gd name="connsiteY14241" fmla="*/ 3401553 h 5599766"/>
              <a:gd name="connsiteX14242" fmla="*/ 4160751 w 10321503"/>
              <a:gd name="connsiteY14242" fmla="*/ 3395411 h 5599766"/>
              <a:gd name="connsiteX14243" fmla="*/ 4160751 w 10321503"/>
              <a:gd name="connsiteY14243" fmla="*/ 3394747 h 5599766"/>
              <a:gd name="connsiteX14244" fmla="*/ 4164282 w 10321503"/>
              <a:gd name="connsiteY14244" fmla="*/ 3388603 h 5599766"/>
              <a:gd name="connsiteX14245" fmla="*/ 4164896 w 10321503"/>
              <a:gd name="connsiteY14245" fmla="*/ 3388245 h 5599766"/>
              <a:gd name="connsiteX14246" fmla="*/ 4171959 w 10321503"/>
              <a:gd name="connsiteY14246" fmla="*/ 3388245 h 5599766"/>
              <a:gd name="connsiteX14247" fmla="*/ 4172573 w 10321503"/>
              <a:gd name="connsiteY14247" fmla="*/ 3388603 h 5599766"/>
              <a:gd name="connsiteX14248" fmla="*/ 4176105 w 10321503"/>
              <a:gd name="connsiteY14248" fmla="*/ 3394747 h 5599766"/>
              <a:gd name="connsiteX14249" fmla="*/ 4176105 w 10321503"/>
              <a:gd name="connsiteY14249" fmla="*/ 3395411 h 5599766"/>
              <a:gd name="connsiteX14250" fmla="*/ 4172573 w 10321503"/>
              <a:gd name="connsiteY14250" fmla="*/ 3401553 h 5599766"/>
              <a:gd name="connsiteX14251" fmla="*/ 4171959 w 10321503"/>
              <a:gd name="connsiteY14251" fmla="*/ 3401912 h 5599766"/>
              <a:gd name="connsiteX14252" fmla="*/ 7541973 w 10321503"/>
              <a:gd name="connsiteY14252" fmla="*/ 3401912 h 5599766"/>
              <a:gd name="connsiteX14253" fmla="*/ 7534911 w 10321503"/>
              <a:gd name="connsiteY14253" fmla="*/ 3401912 h 5599766"/>
              <a:gd name="connsiteX14254" fmla="*/ 7534297 w 10321503"/>
              <a:gd name="connsiteY14254" fmla="*/ 3401553 h 5599766"/>
              <a:gd name="connsiteX14255" fmla="*/ 7530765 w 10321503"/>
              <a:gd name="connsiteY14255" fmla="*/ 3395412 h 5599766"/>
              <a:gd name="connsiteX14256" fmla="*/ 7530765 w 10321503"/>
              <a:gd name="connsiteY14256" fmla="*/ 3394747 h 5599766"/>
              <a:gd name="connsiteX14257" fmla="*/ 7534297 w 10321503"/>
              <a:gd name="connsiteY14257" fmla="*/ 3388605 h 5599766"/>
              <a:gd name="connsiteX14258" fmla="*/ 7534911 w 10321503"/>
              <a:gd name="connsiteY14258" fmla="*/ 3388246 h 5599766"/>
              <a:gd name="connsiteX14259" fmla="*/ 7541973 w 10321503"/>
              <a:gd name="connsiteY14259" fmla="*/ 3388246 h 5599766"/>
              <a:gd name="connsiteX14260" fmla="*/ 7542587 w 10321503"/>
              <a:gd name="connsiteY14260" fmla="*/ 3388605 h 5599766"/>
              <a:gd name="connsiteX14261" fmla="*/ 7546120 w 10321503"/>
              <a:gd name="connsiteY14261" fmla="*/ 3394747 h 5599766"/>
              <a:gd name="connsiteX14262" fmla="*/ 7546120 w 10321503"/>
              <a:gd name="connsiteY14262" fmla="*/ 3395412 h 5599766"/>
              <a:gd name="connsiteX14263" fmla="*/ 7542587 w 10321503"/>
              <a:gd name="connsiteY14263" fmla="*/ 3401553 h 5599766"/>
              <a:gd name="connsiteX14264" fmla="*/ 7541973 w 10321503"/>
              <a:gd name="connsiteY14264" fmla="*/ 3401912 h 5599766"/>
              <a:gd name="connsiteX14265" fmla="*/ 11254 w 10321503"/>
              <a:gd name="connsiteY14265" fmla="*/ 3565229 h 5599766"/>
              <a:gd name="connsiteX14266" fmla="*/ 4192 w 10321503"/>
              <a:gd name="connsiteY14266" fmla="*/ 3565229 h 5599766"/>
              <a:gd name="connsiteX14267" fmla="*/ 3578 w 10321503"/>
              <a:gd name="connsiteY14267" fmla="*/ 3564870 h 5599766"/>
              <a:gd name="connsiteX14268" fmla="*/ 46 w 10321503"/>
              <a:gd name="connsiteY14268" fmla="*/ 3558728 h 5599766"/>
              <a:gd name="connsiteX14269" fmla="*/ 46 w 10321503"/>
              <a:gd name="connsiteY14269" fmla="*/ 3558063 h 5599766"/>
              <a:gd name="connsiteX14270" fmla="*/ 3578 w 10321503"/>
              <a:gd name="connsiteY14270" fmla="*/ 3551921 h 5599766"/>
              <a:gd name="connsiteX14271" fmla="*/ 4192 w 10321503"/>
              <a:gd name="connsiteY14271" fmla="*/ 3551563 h 5599766"/>
              <a:gd name="connsiteX14272" fmla="*/ 11254 w 10321503"/>
              <a:gd name="connsiteY14272" fmla="*/ 3551563 h 5599766"/>
              <a:gd name="connsiteX14273" fmla="*/ 11868 w 10321503"/>
              <a:gd name="connsiteY14273" fmla="*/ 3551921 h 5599766"/>
              <a:gd name="connsiteX14274" fmla="*/ 15400 w 10321503"/>
              <a:gd name="connsiteY14274" fmla="*/ 3558063 h 5599766"/>
              <a:gd name="connsiteX14275" fmla="*/ 15400 w 10321503"/>
              <a:gd name="connsiteY14275" fmla="*/ 3558728 h 5599766"/>
              <a:gd name="connsiteX14276" fmla="*/ 11868 w 10321503"/>
              <a:gd name="connsiteY14276" fmla="*/ 3564870 h 5599766"/>
              <a:gd name="connsiteX14277" fmla="*/ 11254 w 10321503"/>
              <a:gd name="connsiteY14277" fmla="*/ 3565229 h 5599766"/>
              <a:gd name="connsiteX14278" fmla="*/ 209480 w 10321503"/>
              <a:gd name="connsiteY14278" fmla="*/ 3565229 h 5599766"/>
              <a:gd name="connsiteX14279" fmla="*/ 202416 w 10321503"/>
              <a:gd name="connsiteY14279" fmla="*/ 3565229 h 5599766"/>
              <a:gd name="connsiteX14280" fmla="*/ 201803 w 10321503"/>
              <a:gd name="connsiteY14280" fmla="*/ 3564870 h 5599766"/>
              <a:gd name="connsiteX14281" fmla="*/ 198270 w 10321503"/>
              <a:gd name="connsiteY14281" fmla="*/ 3558728 h 5599766"/>
              <a:gd name="connsiteX14282" fmla="*/ 198270 w 10321503"/>
              <a:gd name="connsiteY14282" fmla="*/ 3558063 h 5599766"/>
              <a:gd name="connsiteX14283" fmla="*/ 201803 w 10321503"/>
              <a:gd name="connsiteY14283" fmla="*/ 3551921 h 5599766"/>
              <a:gd name="connsiteX14284" fmla="*/ 202416 w 10321503"/>
              <a:gd name="connsiteY14284" fmla="*/ 3551563 h 5599766"/>
              <a:gd name="connsiteX14285" fmla="*/ 209480 w 10321503"/>
              <a:gd name="connsiteY14285" fmla="*/ 3551563 h 5599766"/>
              <a:gd name="connsiteX14286" fmla="*/ 210094 w 10321503"/>
              <a:gd name="connsiteY14286" fmla="*/ 3551921 h 5599766"/>
              <a:gd name="connsiteX14287" fmla="*/ 213625 w 10321503"/>
              <a:gd name="connsiteY14287" fmla="*/ 3558063 h 5599766"/>
              <a:gd name="connsiteX14288" fmla="*/ 213625 w 10321503"/>
              <a:gd name="connsiteY14288" fmla="*/ 3558728 h 5599766"/>
              <a:gd name="connsiteX14289" fmla="*/ 210094 w 10321503"/>
              <a:gd name="connsiteY14289" fmla="*/ 3564870 h 5599766"/>
              <a:gd name="connsiteX14290" fmla="*/ 209480 w 10321503"/>
              <a:gd name="connsiteY14290" fmla="*/ 3565229 h 5599766"/>
              <a:gd name="connsiteX14291" fmla="*/ 407754 w 10321503"/>
              <a:gd name="connsiteY14291" fmla="*/ 3565229 h 5599766"/>
              <a:gd name="connsiteX14292" fmla="*/ 400692 w 10321503"/>
              <a:gd name="connsiteY14292" fmla="*/ 3565229 h 5599766"/>
              <a:gd name="connsiteX14293" fmla="*/ 400078 w 10321503"/>
              <a:gd name="connsiteY14293" fmla="*/ 3564870 h 5599766"/>
              <a:gd name="connsiteX14294" fmla="*/ 396546 w 10321503"/>
              <a:gd name="connsiteY14294" fmla="*/ 3558728 h 5599766"/>
              <a:gd name="connsiteX14295" fmla="*/ 396546 w 10321503"/>
              <a:gd name="connsiteY14295" fmla="*/ 3558063 h 5599766"/>
              <a:gd name="connsiteX14296" fmla="*/ 400078 w 10321503"/>
              <a:gd name="connsiteY14296" fmla="*/ 3551921 h 5599766"/>
              <a:gd name="connsiteX14297" fmla="*/ 400692 w 10321503"/>
              <a:gd name="connsiteY14297" fmla="*/ 3551563 h 5599766"/>
              <a:gd name="connsiteX14298" fmla="*/ 407754 w 10321503"/>
              <a:gd name="connsiteY14298" fmla="*/ 3551563 h 5599766"/>
              <a:gd name="connsiteX14299" fmla="*/ 408369 w 10321503"/>
              <a:gd name="connsiteY14299" fmla="*/ 3551921 h 5599766"/>
              <a:gd name="connsiteX14300" fmla="*/ 411900 w 10321503"/>
              <a:gd name="connsiteY14300" fmla="*/ 3558063 h 5599766"/>
              <a:gd name="connsiteX14301" fmla="*/ 411900 w 10321503"/>
              <a:gd name="connsiteY14301" fmla="*/ 3558728 h 5599766"/>
              <a:gd name="connsiteX14302" fmla="*/ 408369 w 10321503"/>
              <a:gd name="connsiteY14302" fmla="*/ 3564870 h 5599766"/>
              <a:gd name="connsiteX14303" fmla="*/ 407754 w 10321503"/>
              <a:gd name="connsiteY14303" fmla="*/ 3565229 h 5599766"/>
              <a:gd name="connsiteX14304" fmla="*/ 605979 w 10321503"/>
              <a:gd name="connsiteY14304" fmla="*/ 3565229 h 5599766"/>
              <a:gd name="connsiteX14305" fmla="*/ 598916 w 10321503"/>
              <a:gd name="connsiteY14305" fmla="*/ 3565229 h 5599766"/>
              <a:gd name="connsiteX14306" fmla="*/ 598302 w 10321503"/>
              <a:gd name="connsiteY14306" fmla="*/ 3564870 h 5599766"/>
              <a:gd name="connsiteX14307" fmla="*/ 594770 w 10321503"/>
              <a:gd name="connsiteY14307" fmla="*/ 3558728 h 5599766"/>
              <a:gd name="connsiteX14308" fmla="*/ 594770 w 10321503"/>
              <a:gd name="connsiteY14308" fmla="*/ 3558063 h 5599766"/>
              <a:gd name="connsiteX14309" fmla="*/ 598302 w 10321503"/>
              <a:gd name="connsiteY14309" fmla="*/ 3551921 h 5599766"/>
              <a:gd name="connsiteX14310" fmla="*/ 598916 w 10321503"/>
              <a:gd name="connsiteY14310" fmla="*/ 3551563 h 5599766"/>
              <a:gd name="connsiteX14311" fmla="*/ 605979 w 10321503"/>
              <a:gd name="connsiteY14311" fmla="*/ 3551563 h 5599766"/>
              <a:gd name="connsiteX14312" fmla="*/ 606593 w 10321503"/>
              <a:gd name="connsiteY14312" fmla="*/ 3551921 h 5599766"/>
              <a:gd name="connsiteX14313" fmla="*/ 610125 w 10321503"/>
              <a:gd name="connsiteY14313" fmla="*/ 3558063 h 5599766"/>
              <a:gd name="connsiteX14314" fmla="*/ 610125 w 10321503"/>
              <a:gd name="connsiteY14314" fmla="*/ 3558728 h 5599766"/>
              <a:gd name="connsiteX14315" fmla="*/ 606593 w 10321503"/>
              <a:gd name="connsiteY14315" fmla="*/ 3564870 h 5599766"/>
              <a:gd name="connsiteX14316" fmla="*/ 605979 w 10321503"/>
              <a:gd name="connsiteY14316" fmla="*/ 3565229 h 5599766"/>
              <a:gd name="connsiteX14317" fmla="*/ 804204 w 10321503"/>
              <a:gd name="connsiteY14317" fmla="*/ 3565229 h 5599766"/>
              <a:gd name="connsiteX14318" fmla="*/ 797140 w 10321503"/>
              <a:gd name="connsiteY14318" fmla="*/ 3565229 h 5599766"/>
              <a:gd name="connsiteX14319" fmla="*/ 796526 w 10321503"/>
              <a:gd name="connsiteY14319" fmla="*/ 3564870 h 5599766"/>
              <a:gd name="connsiteX14320" fmla="*/ 792995 w 10321503"/>
              <a:gd name="connsiteY14320" fmla="*/ 3558728 h 5599766"/>
              <a:gd name="connsiteX14321" fmla="*/ 792995 w 10321503"/>
              <a:gd name="connsiteY14321" fmla="*/ 3558063 h 5599766"/>
              <a:gd name="connsiteX14322" fmla="*/ 796526 w 10321503"/>
              <a:gd name="connsiteY14322" fmla="*/ 3551921 h 5599766"/>
              <a:gd name="connsiteX14323" fmla="*/ 797140 w 10321503"/>
              <a:gd name="connsiteY14323" fmla="*/ 3551563 h 5599766"/>
              <a:gd name="connsiteX14324" fmla="*/ 804204 w 10321503"/>
              <a:gd name="connsiteY14324" fmla="*/ 3551563 h 5599766"/>
              <a:gd name="connsiteX14325" fmla="*/ 804818 w 10321503"/>
              <a:gd name="connsiteY14325" fmla="*/ 3551921 h 5599766"/>
              <a:gd name="connsiteX14326" fmla="*/ 808350 w 10321503"/>
              <a:gd name="connsiteY14326" fmla="*/ 3558063 h 5599766"/>
              <a:gd name="connsiteX14327" fmla="*/ 808350 w 10321503"/>
              <a:gd name="connsiteY14327" fmla="*/ 3558728 h 5599766"/>
              <a:gd name="connsiteX14328" fmla="*/ 804818 w 10321503"/>
              <a:gd name="connsiteY14328" fmla="*/ 3564870 h 5599766"/>
              <a:gd name="connsiteX14329" fmla="*/ 804204 w 10321503"/>
              <a:gd name="connsiteY14329" fmla="*/ 3565229 h 5599766"/>
              <a:gd name="connsiteX14330" fmla="*/ 1002428 w 10321503"/>
              <a:gd name="connsiteY14330" fmla="*/ 3565229 h 5599766"/>
              <a:gd name="connsiteX14331" fmla="*/ 995366 w 10321503"/>
              <a:gd name="connsiteY14331" fmla="*/ 3565229 h 5599766"/>
              <a:gd name="connsiteX14332" fmla="*/ 994752 w 10321503"/>
              <a:gd name="connsiteY14332" fmla="*/ 3564870 h 5599766"/>
              <a:gd name="connsiteX14333" fmla="*/ 991220 w 10321503"/>
              <a:gd name="connsiteY14333" fmla="*/ 3558728 h 5599766"/>
              <a:gd name="connsiteX14334" fmla="*/ 991220 w 10321503"/>
              <a:gd name="connsiteY14334" fmla="*/ 3558063 h 5599766"/>
              <a:gd name="connsiteX14335" fmla="*/ 994752 w 10321503"/>
              <a:gd name="connsiteY14335" fmla="*/ 3551921 h 5599766"/>
              <a:gd name="connsiteX14336" fmla="*/ 995366 w 10321503"/>
              <a:gd name="connsiteY14336" fmla="*/ 3551563 h 5599766"/>
              <a:gd name="connsiteX14337" fmla="*/ 1002428 w 10321503"/>
              <a:gd name="connsiteY14337" fmla="*/ 3551563 h 5599766"/>
              <a:gd name="connsiteX14338" fmla="*/ 1003042 w 10321503"/>
              <a:gd name="connsiteY14338" fmla="*/ 3551921 h 5599766"/>
              <a:gd name="connsiteX14339" fmla="*/ 1006574 w 10321503"/>
              <a:gd name="connsiteY14339" fmla="*/ 3558063 h 5599766"/>
              <a:gd name="connsiteX14340" fmla="*/ 1006574 w 10321503"/>
              <a:gd name="connsiteY14340" fmla="*/ 3558728 h 5599766"/>
              <a:gd name="connsiteX14341" fmla="*/ 1003042 w 10321503"/>
              <a:gd name="connsiteY14341" fmla="*/ 3564870 h 5599766"/>
              <a:gd name="connsiteX14342" fmla="*/ 1002428 w 10321503"/>
              <a:gd name="connsiteY14342" fmla="*/ 3565229 h 5599766"/>
              <a:gd name="connsiteX14343" fmla="*/ 1200704 w 10321503"/>
              <a:gd name="connsiteY14343" fmla="*/ 3565229 h 5599766"/>
              <a:gd name="connsiteX14344" fmla="*/ 1193642 w 10321503"/>
              <a:gd name="connsiteY14344" fmla="*/ 3565229 h 5599766"/>
              <a:gd name="connsiteX14345" fmla="*/ 1193028 w 10321503"/>
              <a:gd name="connsiteY14345" fmla="*/ 3564870 h 5599766"/>
              <a:gd name="connsiteX14346" fmla="*/ 1189495 w 10321503"/>
              <a:gd name="connsiteY14346" fmla="*/ 3558728 h 5599766"/>
              <a:gd name="connsiteX14347" fmla="*/ 1189495 w 10321503"/>
              <a:gd name="connsiteY14347" fmla="*/ 3558063 h 5599766"/>
              <a:gd name="connsiteX14348" fmla="*/ 1193028 w 10321503"/>
              <a:gd name="connsiteY14348" fmla="*/ 3551921 h 5599766"/>
              <a:gd name="connsiteX14349" fmla="*/ 1193642 w 10321503"/>
              <a:gd name="connsiteY14349" fmla="*/ 3551563 h 5599766"/>
              <a:gd name="connsiteX14350" fmla="*/ 1200704 w 10321503"/>
              <a:gd name="connsiteY14350" fmla="*/ 3551563 h 5599766"/>
              <a:gd name="connsiteX14351" fmla="*/ 1201318 w 10321503"/>
              <a:gd name="connsiteY14351" fmla="*/ 3551921 h 5599766"/>
              <a:gd name="connsiteX14352" fmla="*/ 1204850 w 10321503"/>
              <a:gd name="connsiteY14352" fmla="*/ 3558063 h 5599766"/>
              <a:gd name="connsiteX14353" fmla="*/ 1204850 w 10321503"/>
              <a:gd name="connsiteY14353" fmla="*/ 3558728 h 5599766"/>
              <a:gd name="connsiteX14354" fmla="*/ 1201318 w 10321503"/>
              <a:gd name="connsiteY14354" fmla="*/ 3564870 h 5599766"/>
              <a:gd name="connsiteX14355" fmla="*/ 1200704 w 10321503"/>
              <a:gd name="connsiteY14355" fmla="*/ 3565229 h 5599766"/>
              <a:gd name="connsiteX14356" fmla="*/ 1398928 w 10321503"/>
              <a:gd name="connsiteY14356" fmla="*/ 3565229 h 5599766"/>
              <a:gd name="connsiteX14357" fmla="*/ 1391866 w 10321503"/>
              <a:gd name="connsiteY14357" fmla="*/ 3565229 h 5599766"/>
              <a:gd name="connsiteX14358" fmla="*/ 1391252 w 10321503"/>
              <a:gd name="connsiteY14358" fmla="*/ 3564870 h 5599766"/>
              <a:gd name="connsiteX14359" fmla="*/ 1387720 w 10321503"/>
              <a:gd name="connsiteY14359" fmla="*/ 3558728 h 5599766"/>
              <a:gd name="connsiteX14360" fmla="*/ 1387720 w 10321503"/>
              <a:gd name="connsiteY14360" fmla="*/ 3558063 h 5599766"/>
              <a:gd name="connsiteX14361" fmla="*/ 1391252 w 10321503"/>
              <a:gd name="connsiteY14361" fmla="*/ 3551921 h 5599766"/>
              <a:gd name="connsiteX14362" fmla="*/ 1391866 w 10321503"/>
              <a:gd name="connsiteY14362" fmla="*/ 3551563 h 5599766"/>
              <a:gd name="connsiteX14363" fmla="*/ 1398928 w 10321503"/>
              <a:gd name="connsiteY14363" fmla="*/ 3551563 h 5599766"/>
              <a:gd name="connsiteX14364" fmla="*/ 1399544 w 10321503"/>
              <a:gd name="connsiteY14364" fmla="*/ 3551921 h 5599766"/>
              <a:gd name="connsiteX14365" fmla="*/ 1403074 w 10321503"/>
              <a:gd name="connsiteY14365" fmla="*/ 3558063 h 5599766"/>
              <a:gd name="connsiteX14366" fmla="*/ 1403074 w 10321503"/>
              <a:gd name="connsiteY14366" fmla="*/ 3558728 h 5599766"/>
              <a:gd name="connsiteX14367" fmla="*/ 1399544 w 10321503"/>
              <a:gd name="connsiteY14367" fmla="*/ 3564870 h 5599766"/>
              <a:gd name="connsiteX14368" fmla="*/ 1398928 w 10321503"/>
              <a:gd name="connsiteY14368" fmla="*/ 3565229 h 5599766"/>
              <a:gd name="connsiteX14369" fmla="*/ 1597154 w 10321503"/>
              <a:gd name="connsiteY14369" fmla="*/ 3565229 h 5599766"/>
              <a:gd name="connsiteX14370" fmla="*/ 1590090 w 10321503"/>
              <a:gd name="connsiteY14370" fmla="*/ 3565229 h 5599766"/>
              <a:gd name="connsiteX14371" fmla="*/ 1589476 w 10321503"/>
              <a:gd name="connsiteY14371" fmla="*/ 3564870 h 5599766"/>
              <a:gd name="connsiteX14372" fmla="*/ 1585944 w 10321503"/>
              <a:gd name="connsiteY14372" fmla="*/ 3558728 h 5599766"/>
              <a:gd name="connsiteX14373" fmla="*/ 1585944 w 10321503"/>
              <a:gd name="connsiteY14373" fmla="*/ 3558063 h 5599766"/>
              <a:gd name="connsiteX14374" fmla="*/ 1589476 w 10321503"/>
              <a:gd name="connsiteY14374" fmla="*/ 3551921 h 5599766"/>
              <a:gd name="connsiteX14375" fmla="*/ 1590090 w 10321503"/>
              <a:gd name="connsiteY14375" fmla="*/ 3551563 h 5599766"/>
              <a:gd name="connsiteX14376" fmla="*/ 1597154 w 10321503"/>
              <a:gd name="connsiteY14376" fmla="*/ 3551563 h 5599766"/>
              <a:gd name="connsiteX14377" fmla="*/ 1597768 w 10321503"/>
              <a:gd name="connsiteY14377" fmla="*/ 3551921 h 5599766"/>
              <a:gd name="connsiteX14378" fmla="*/ 1601298 w 10321503"/>
              <a:gd name="connsiteY14378" fmla="*/ 3558063 h 5599766"/>
              <a:gd name="connsiteX14379" fmla="*/ 1601298 w 10321503"/>
              <a:gd name="connsiteY14379" fmla="*/ 3558728 h 5599766"/>
              <a:gd name="connsiteX14380" fmla="*/ 1597768 w 10321503"/>
              <a:gd name="connsiteY14380" fmla="*/ 3564870 h 5599766"/>
              <a:gd name="connsiteX14381" fmla="*/ 1597154 w 10321503"/>
              <a:gd name="connsiteY14381" fmla="*/ 3565229 h 5599766"/>
              <a:gd name="connsiteX14382" fmla="*/ 1795378 w 10321503"/>
              <a:gd name="connsiteY14382" fmla="*/ 3565229 h 5599766"/>
              <a:gd name="connsiteX14383" fmla="*/ 1788315 w 10321503"/>
              <a:gd name="connsiteY14383" fmla="*/ 3565229 h 5599766"/>
              <a:gd name="connsiteX14384" fmla="*/ 1787701 w 10321503"/>
              <a:gd name="connsiteY14384" fmla="*/ 3564870 h 5599766"/>
              <a:gd name="connsiteX14385" fmla="*/ 1784170 w 10321503"/>
              <a:gd name="connsiteY14385" fmla="*/ 3558728 h 5599766"/>
              <a:gd name="connsiteX14386" fmla="*/ 1784170 w 10321503"/>
              <a:gd name="connsiteY14386" fmla="*/ 3558063 h 5599766"/>
              <a:gd name="connsiteX14387" fmla="*/ 1787701 w 10321503"/>
              <a:gd name="connsiteY14387" fmla="*/ 3551921 h 5599766"/>
              <a:gd name="connsiteX14388" fmla="*/ 1788315 w 10321503"/>
              <a:gd name="connsiteY14388" fmla="*/ 3551563 h 5599766"/>
              <a:gd name="connsiteX14389" fmla="*/ 1795378 w 10321503"/>
              <a:gd name="connsiteY14389" fmla="*/ 3551563 h 5599766"/>
              <a:gd name="connsiteX14390" fmla="*/ 1795992 w 10321503"/>
              <a:gd name="connsiteY14390" fmla="*/ 3551921 h 5599766"/>
              <a:gd name="connsiteX14391" fmla="*/ 1799524 w 10321503"/>
              <a:gd name="connsiteY14391" fmla="*/ 3558063 h 5599766"/>
              <a:gd name="connsiteX14392" fmla="*/ 1799524 w 10321503"/>
              <a:gd name="connsiteY14392" fmla="*/ 3558728 h 5599766"/>
              <a:gd name="connsiteX14393" fmla="*/ 1795992 w 10321503"/>
              <a:gd name="connsiteY14393" fmla="*/ 3564870 h 5599766"/>
              <a:gd name="connsiteX14394" fmla="*/ 1795378 w 10321503"/>
              <a:gd name="connsiteY14394" fmla="*/ 3565229 h 5599766"/>
              <a:gd name="connsiteX14395" fmla="*/ 1993654 w 10321503"/>
              <a:gd name="connsiteY14395" fmla="*/ 3565229 h 5599766"/>
              <a:gd name="connsiteX14396" fmla="*/ 1986590 w 10321503"/>
              <a:gd name="connsiteY14396" fmla="*/ 3565229 h 5599766"/>
              <a:gd name="connsiteX14397" fmla="*/ 1985976 w 10321503"/>
              <a:gd name="connsiteY14397" fmla="*/ 3564870 h 5599766"/>
              <a:gd name="connsiteX14398" fmla="*/ 1982445 w 10321503"/>
              <a:gd name="connsiteY14398" fmla="*/ 3558728 h 5599766"/>
              <a:gd name="connsiteX14399" fmla="*/ 1982445 w 10321503"/>
              <a:gd name="connsiteY14399" fmla="*/ 3558063 h 5599766"/>
              <a:gd name="connsiteX14400" fmla="*/ 1985976 w 10321503"/>
              <a:gd name="connsiteY14400" fmla="*/ 3551921 h 5599766"/>
              <a:gd name="connsiteX14401" fmla="*/ 1986590 w 10321503"/>
              <a:gd name="connsiteY14401" fmla="*/ 3551563 h 5599766"/>
              <a:gd name="connsiteX14402" fmla="*/ 1993654 w 10321503"/>
              <a:gd name="connsiteY14402" fmla="*/ 3551563 h 5599766"/>
              <a:gd name="connsiteX14403" fmla="*/ 1994268 w 10321503"/>
              <a:gd name="connsiteY14403" fmla="*/ 3551921 h 5599766"/>
              <a:gd name="connsiteX14404" fmla="*/ 1997800 w 10321503"/>
              <a:gd name="connsiteY14404" fmla="*/ 3558063 h 5599766"/>
              <a:gd name="connsiteX14405" fmla="*/ 1997800 w 10321503"/>
              <a:gd name="connsiteY14405" fmla="*/ 3558728 h 5599766"/>
              <a:gd name="connsiteX14406" fmla="*/ 1994268 w 10321503"/>
              <a:gd name="connsiteY14406" fmla="*/ 3564870 h 5599766"/>
              <a:gd name="connsiteX14407" fmla="*/ 1993654 w 10321503"/>
              <a:gd name="connsiteY14407" fmla="*/ 3565229 h 5599766"/>
              <a:gd name="connsiteX14408" fmla="*/ 5956083 w 10321503"/>
              <a:gd name="connsiteY14408" fmla="*/ 3570930 h 5599766"/>
              <a:gd name="connsiteX14409" fmla="*/ 5949019 w 10321503"/>
              <a:gd name="connsiteY14409" fmla="*/ 3570930 h 5599766"/>
              <a:gd name="connsiteX14410" fmla="*/ 5948405 w 10321503"/>
              <a:gd name="connsiteY14410" fmla="*/ 3570574 h 5599766"/>
              <a:gd name="connsiteX14411" fmla="*/ 5944873 w 10321503"/>
              <a:gd name="connsiteY14411" fmla="*/ 3564431 h 5599766"/>
              <a:gd name="connsiteX14412" fmla="*/ 5944873 w 10321503"/>
              <a:gd name="connsiteY14412" fmla="*/ 3563768 h 5599766"/>
              <a:gd name="connsiteX14413" fmla="*/ 5948405 w 10321503"/>
              <a:gd name="connsiteY14413" fmla="*/ 3557625 h 5599766"/>
              <a:gd name="connsiteX14414" fmla="*/ 5949019 w 10321503"/>
              <a:gd name="connsiteY14414" fmla="*/ 3557265 h 5599766"/>
              <a:gd name="connsiteX14415" fmla="*/ 5956083 w 10321503"/>
              <a:gd name="connsiteY14415" fmla="*/ 3557265 h 5599766"/>
              <a:gd name="connsiteX14416" fmla="*/ 5956697 w 10321503"/>
              <a:gd name="connsiteY14416" fmla="*/ 3557625 h 5599766"/>
              <a:gd name="connsiteX14417" fmla="*/ 5960227 w 10321503"/>
              <a:gd name="connsiteY14417" fmla="*/ 3563768 h 5599766"/>
              <a:gd name="connsiteX14418" fmla="*/ 5960227 w 10321503"/>
              <a:gd name="connsiteY14418" fmla="*/ 3564431 h 5599766"/>
              <a:gd name="connsiteX14419" fmla="*/ 5956697 w 10321503"/>
              <a:gd name="connsiteY14419" fmla="*/ 3570574 h 5599766"/>
              <a:gd name="connsiteX14420" fmla="*/ 5956083 w 10321503"/>
              <a:gd name="connsiteY14420" fmla="*/ 3570930 h 5599766"/>
              <a:gd name="connsiteX14421" fmla="*/ 2586060 w 10321503"/>
              <a:gd name="connsiteY14421" fmla="*/ 3570931 h 5599766"/>
              <a:gd name="connsiteX14422" fmla="*/ 2578998 w 10321503"/>
              <a:gd name="connsiteY14422" fmla="*/ 3570931 h 5599766"/>
              <a:gd name="connsiteX14423" fmla="*/ 2578383 w 10321503"/>
              <a:gd name="connsiteY14423" fmla="*/ 3570575 h 5599766"/>
              <a:gd name="connsiteX14424" fmla="*/ 2574850 w 10321503"/>
              <a:gd name="connsiteY14424" fmla="*/ 3564432 h 5599766"/>
              <a:gd name="connsiteX14425" fmla="*/ 2574850 w 10321503"/>
              <a:gd name="connsiteY14425" fmla="*/ 3563768 h 5599766"/>
              <a:gd name="connsiteX14426" fmla="*/ 2578383 w 10321503"/>
              <a:gd name="connsiteY14426" fmla="*/ 3557627 h 5599766"/>
              <a:gd name="connsiteX14427" fmla="*/ 2578998 w 10321503"/>
              <a:gd name="connsiteY14427" fmla="*/ 3557267 h 5599766"/>
              <a:gd name="connsiteX14428" fmla="*/ 2586060 w 10321503"/>
              <a:gd name="connsiteY14428" fmla="*/ 3557267 h 5599766"/>
              <a:gd name="connsiteX14429" fmla="*/ 2586674 w 10321503"/>
              <a:gd name="connsiteY14429" fmla="*/ 3557627 h 5599766"/>
              <a:gd name="connsiteX14430" fmla="*/ 2590205 w 10321503"/>
              <a:gd name="connsiteY14430" fmla="*/ 3563768 h 5599766"/>
              <a:gd name="connsiteX14431" fmla="*/ 2590205 w 10321503"/>
              <a:gd name="connsiteY14431" fmla="*/ 3564432 h 5599766"/>
              <a:gd name="connsiteX14432" fmla="*/ 2586674 w 10321503"/>
              <a:gd name="connsiteY14432" fmla="*/ 3570575 h 5599766"/>
              <a:gd name="connsiteX14433" fmla="*/ 2586060 w 10321503"/>
              <a:gd name="connsiteY14433" fmla="*/ 3570931 h 5599766"/>
              <a:gd name="connsiteX14434" fmla="*/ 7541763 w 10321503"/>
              <a:gd name="connsiteY14434" fmla="*/ 3570931 h 5599766"/>
              <a:gd name="connsiteX14435" fmla="*/ 7534698 w 10321503"/>
              <a:gd name="connsiteY14435" fmla="*/ 3570931 h 5599766"/>
              <a:gd name="connsiteX14436" fmla="*/ 7534084 w 10321503"/>
              <a:gd name="connsiteY14436" fmla="*/ 3570575 h 5599766"/>
              <a:gd name="connsiteX14437" fmla="*/ 7530553 w 10321503"/>
              <a:gd name="connsiteY14437" fmla="*/ 3564435 h 5599766"/>
              <a:gd name="connsiteX14438" fmla="*/ 7530553 w 10321503"/>
              <a:gd name="connsiteY14438" fmla="*/ 3563769 h 5599766"/>
              <a:gd name="connsiteX14439" fmla="*/ 7534084 w 10321503"/>
              <a:gd name="connsiteY14439" fmla="*/ 3557627 h 5599766"/>
              <a:gd name="connsiteX14440" fmla="*/ 7534698 w 10321503"/>
              <a:gd name="connsiteY14440" fmla="*/ 3557269 h 5599766"/>
              <a:gd name="connsiteX14441" fmla="*/ 7541763 w 10321503"/>
              <a:gd name="connsiteY14441" fmla="*/ 3557269 h 5599766"/>
              <a:gd name="connsiteX14442" fmla="*/ 7542377 w 10321503"/>
              <a:gd name="connsiteY14442" fmla="*/ 3557627 h 5599766"/>
              <a:gd name="connsiteX14443" fmla="*/ 7545910 w 10321503"/>
              <a:gd name="connsiteY14443" fmla="*/ 3563769 h 5599766"/>
              <a:gd name="connsiteX14444" fmla="*/ 7545910 w 10321503"/>
              <a:gd name="connsiteY14444" fmla="*/ 3564435 h 5599766"/>
              <a:gd name="connsiteX14445" fmla="*/ 7542377 w 10321503"/>
              <a:gd name="connsiteY14445" fmla="*/ 3570575 h 5599766"/>
              <a:gd name="connsiteX14446" fmla="*/ 7541763 w 10321503"/>
              <a:gd name="connsiteY14446" fmla="*/ 3570931 h 5599766"/>
              <a:gd name="connsiteX14447" fmla="*/ 4171959 w 10321503"/>
              <a:gd name="connsiteY14447" fmla="*/ 3570935 h 5599766"/>
              <a:gd name="connsiteX14448" fmla="*/ 4164896 w 10321503"/>
              <a:gd name="connsiteY14448" fmla="*/ 3570935 h 5599766"/>
              <a:gd name="connsiteX14449" fmla="*/ 4164282 w 10321503"/>
              <a:gd name="connsiteY14449" fmla="*/ 3570575 h 5599766"/>
              <a:gd name="connsiteX14450" fmla="*/ 4160751 w 10321503"/>
              <a:gd name="connsiteY14450" fmla="*/ 3564435 h 5599766"/>
              <a:gd name="connsiteX14451" fmla="*/ 4160751 w 10321503"/>
              <a:gd name="connsiteY14451" fmla="*/ 3563771 h 5599766"/>
              <a:gd name="connsiteX14452" fmla="*/ 4164282 w 10321503"/>
              <a:gd name="connsiteY14452" fmla="*/ 3557627 h 5599766"/>
              <a:gd name="connsiteX14453" fmla="*/ 4164896 w 10321503"/>
              <a:gd name="connsiteY14453" fmla="*/ 3557269 h 5599766"/>
              <a:gd name="connsiteX14454" fmla="*/ 4171959 w 10321503"/>
              <a:gd name="connsiteY14454" fmla="*/ 3557269 h 5599766"/>
              <a:gd name="connsiteX14455" fmla="*/ 4172573 w 10321503"/>
              <a:gd name="connsiteY14455" fmla="*/ 3557627 h 5599766"/>
              <a:gd name="connsiteX14456" fmla="*/ 4176105 w 10321503"/>
              <a:gd name="connsiteY14456" fmla="*/ 3563771 h 5599766"/>
              <a:gd name="connsiteX14457" fmla="*/ 4176105 w 10321503"/>
              <a:gd name="connsiteY14457" fmla="*/ 3564435 h 5599766"/>
              <a:gd name="connsiteX14458" fmla="*/ 4172573 w 10321503"/>
              <a:gd name="connsiteY14458" fmla="*/ 3570575 h 5599766"/>
              <a:gd name="connsiteX14459" fmla="*/ 4171959 w 10321503"/>
              <a:gd name="connsiteY14459" fmla="*/ 3570935 h 5599766"/>
              <a:gd name="connsiteX14460" fmla="*/ 4568408 w 10321503"/>
              <a:gd name="connsiteY14460" fmla="*/ 3570935 h 5599766"/>
              <a:gd name="connsiteX14461" fmla="*/ 4561345 w 10321503"/>
              <a:gd name="connsiteY14461" fmla="*/ 3570935 h 5599766"/>
              <a:gd name="connsiteX14462" fmla="*/ 4560731 w 10321503"/>
              <a:gd name="connsiteY14462" fmla="*/ 3570575 h 5599766"/>
              <a:gd name="connsiteX14463" fmla="*/ 4557199 w 10321503"/>
              <a:gd name="connsiteY14463" fmla="*/ 3564435 h 5599766"/>
              <a:gd name="connsiteX14464" fmla="*/ 4557199 w 10321503"/>
              <a:gd name="connsiteY14464" fmla="*/ 3563770 h 5599766"/>
              <a:gd name="connsiteX14465" fmla="*/ 4560731 w 10321503"/>
              <a:gd name="connsiteY14465" fmla="*/ 3557627 h 5599766"/>
              <a:gd name="connsiteX14466" fmla="*/ 4561345 w 10321503"/>
              <a:gd name="connsiteY14466" fmla="*/ 3557269 h 5599766"/>
              <a:gd name="connsiteX14467" fmla="*/ 4568408 w 10321503"/>
              <a:gd name="connsiteY14467" fmla="*/ 3557269 h 5599766"/>
              <a:gd name="connsiteX14468" fmla="*/ 4569022 w 10321503"/>
              <a:gd name="connsiteY14468" fmla="*/ 3557627 h 5599766"/>
              <a:gd name="connsiteX14469" fmla="*/ 4572554 w 10321503"/>
              <a:gd name="connsiteY14469" fmla="*/ 3563770 h 5599766"/>
              <a:gd name="connsiteX14470" fmla="*/ 4572554 w 10321503"/>
              <a:gd name="connsiteY14470" fmla="*/ 3564435 h 5599766"/>
              <a:gd name="connsiteX14471" fmla="*/ 4569022 w 10321503"/>
              <a:gd name="connsiteY14471" fmla="*/ 3570575 h 5599766"/>
              <a:gd name="connsiteX14472" fmla="*/ 4568408 w 10321503"/>
              <a:gd name="connsiteY14472" fmla="*/ 3570935 h 5599766"/>
              <a:gd name="connsiteX14473" fmla="*/ 7740001 w 10321503"/>
              <a:gd name="connsiteY14473" fmla="*/ 3570935 h 5599766"/>
              <a:gd name="connsiteX14474" fmla="*/ 7732937 w 10321503"/>
              <a:gd name="connsiteY14474" fmla="*/ 3570935 h 5599766"/>
              <a:gd name="connsiteX14475" fmla="*/ 7732324 w 10321503"/>
              <a:gd name="connsiteY14475" fmla="*/ 3570575 h 5599766"/>
              <a:gd name="connsiteX14476" fmla="*/ 7728792 w 10321503"/>
              <a:gd name="connsiteY14476" fmla="*/ 3564435 h 5599766"/>
              <a:gd name="connsiteX14477" fmla="*/ 7728792 w 10321503"/>
              <a:gd name="connsiteY14477" fmla="*/ 3563770 h 5599766"/>
              <a:gd name="connsiteX14478" fmla="*/ 7732324 w 10321503"/>
              <a:gd name="connsiteY14478" fmla="*/ 3557627 h 5599766"/>
              <a:gd name="connsiteX14479" fmla="*/ 7732937 w 10321503"/>
              <a:gd name="connsiteY14479" fmla="*/ 3557269 h 5599766"/>
              <a:gd name="connsiteX14480" fmla="*/ 7740001 w 10321503"/>
              <a:gd name="connsiteY14480" fmla="*/ 3557269 h 5599766"/>
              <a:gd name="connsiteX14481" fmla="*/ 7740616 w 10321503"/>
              <a:gd name="connsiteY14481" fmla="*/ 3557627 h 5599766"/>
              <a:gd name="connsiteX14482" fmla="*/ 7744148 w 10321503"/>
              <a:gd name="connsiteY14482" fmla="*/ 3563770 h 5599766"/>
              <a:gd name="connsiteX14483" fmla="*/ 7744148 w 10321503"/>
              <a:gd name="connsiteY14483" fmla="*/ 3564435 h 5599766"/>
              <a:gd name="connsiteX14484" fmla="*/ 7740616 w 10321503"/>
              <a:gd name="connsiteY14484" fmla="*/ 3570575 h 5599766"/>
              <a:gd name="connsiteX14485" fmla="*/ 7740001 w 10321503"/>
              <a:gd name="connsiteY14485" fmla="*/ 3570935 h 5599766"/>
              <a:gd name="connsiteX14486" fmla="*/ 8533008 w 10321503"/>
              <a:gd name="connsiteY14486" fmla="*/ 3570935 h 5599766"/>
              <a:gd name="connsiteX14487" fmla="*/ 8525946 w 10321503"/>
              <a:gd name="connsiteY14487" fmla="*/ 3570935 h 5599766"/>
              <a:gd name="connsiteX14488" fmla="*/ 8525331 w 10321503"/>
              <a:gd name="connsiteY14488" fmla="*/ 3570575 h 5599766"/>
              <a:gd name="connsiteX14489" fmla="*/ 8521801 w 10321503"/>
              <a:gd name="connsiteY14489" fmla="*/ 3564436 h 5599766"/>
              <a:gd name="connsiteX14490" fmla="*/ 8521801 w 10321503"/>
              <a:gd name="connsiteY14490" fmla="*/ 3563771 h 5599766"/>
              <a:gd name="connsiteX14491" fmla="*/ 8525331 w 10321503"/>
              <a:gd name="connsiteY14491" fmla="*/ 3557627 h 5599766"/>
              <a:gd name="connsiteX14492" fmla="*/ 8525946 w 10321503"/>
              <a:gd name="connsiteY14492" fmla="*/ 3557270 h 5599766"/>
              <a:gd name="connsiteX14493" fmla="*/ 8533008 w 10321503"/>
              <a:gd name="connsiteY14493" fmla="*/ 3557270 h 5599766"/>
              <a:gd name="connsiteX14494" fmla="*/ 8533624 w 10321503"/>
              <a:gd name="connsiteY14494" fmla="*/ 3557627 h 5599766"/>
              <a:gd name="connsiteX14495" fmla="*/ 8537154 w 10321503"/>
              <a:gd name="connsiteY14495" fmla="*/ 3563771 h 5599766"/>
              <a:gd name="connsiteX14496" fmla="*/ 8537154 w 10321503"/>
              <a:gd name="connsiteY14496" fmla="*/ 3564436 h 5599766"/>
              <a:gd name="connsiteX14497" fmla="*/ 8533624 w 10321503"/>
              <a:gd name="connsiteY14497" fmla="*/ 3570575 h 5599766"/>
              <a:gd name="connsiteX14498" fmla="*/ 8533008 w 10321503"/>
              <a:gd name="connsiteY14498" fmla="*/ 3570935 h 5599766"/>
              <a:gd name="connsiteX14499" fmla="*/ 2387835 w 10321503"/>
              <a:gd name="connsiteY14499" fmla="*/ 3570937 h 5599766"/>
              <a:gd name="connsiteX14500" fmla="*/ 2380773 w 10321503"/>
              <a:gd name="connsiteY14500" fmla="*/ 3570937 h 5599766"/>
              <a:gd name="connsiteX14501" fmla="*/ 2380159 w 10321503"/>
              <a:gd name="connsiteY14501" fmla="*/ 3570578 h 5599766"/>
              <a:gd name="connsiteX14502" fmla="*/ 2376626 w 10321503"/>
              <a:gd name="connsiteY14502" fmla="*/ 3564438 h 5599766"/>
              <a:gd name="connsiteX14503" fmla="*/ 2376626 w 10321503"/>
              <a:gd name="connsiteY14503" fmla="*/ 3563772 h 5599766"/>
              <a:gd name="connsiteX14504" fmla="*/ 2380159 w 10321503"/>
              <a:gd name="connsiteY14504" fmla="*/ 3557632 h 5599766"/>
              <a:gd name="connsiteX14505" fmla="*/ 2380773 w 10321503"/>
              <a:gd name="connsiteY14505" fmla="*/ 3557273 h 5599766"/>
              <a:gd name="connsiteX14506" fmla="*/ 2387835 w 10321503"/>
              <a:gd name="connsiteY14506" fmla="*/ 3557273 h 5599766"/>
              <a:gd name="connsiteX14507" fmla="*/ 2388449 w 10321503"/>
              <a:gd name="connsiteY14507" fmla="*/ 3557632 h 5599766"/>
              <a:gd name="connsiteX14508" fmla="*/ 2391981 w 10321503"/>
              <a:gd name="connsiteY14508" fmla="*/ 3563772 h 5599766"/>
              <a:gd name="connsiteX14509" fmla="*/ 2391981 w 10321503"/>
              <a:gd name="connsiteY14509" fmla="*/ 3564438 h 5599766"/>
              <a:gd name="connsiteX14510" fmla="*/ 2388449 w 10321503"/>
              <a:gd name="connsiteY14510" fmla="*/ 3570578 h 5599766"/>
              <a:gd name="connsiteX14511" fmla="*/ 2387835 w 10321503"/>
              <a:gd name="connsiteY14511" fmla="*/ 3570937 h 5599766"/>
              <a:gd name="connsiteX14512" fmla="*/ 2784284 w 10321503"/>
              <a:gd name="connsiteY14512" fmla="*/ 3570940 h 5599766"/>
              <a:gd name="connsiteX14513" fmla="*/ 2777221 w 10321503"/>
              <a:gd name="connsiteY14513" fmla="*/ 3570940 h 5599766"/>
              <a:gd name="connsiteX14514" fmla="*/ 2776607 w 10321503"/>
              <a:gd name="connsiteY14514" fmla="*/ 3570582 h 5599766"/>
              <a:gd name="connsiteX14515" fmla="*/ 2773075 w 10321503"/>
              <a:gd name="connsiteY14515" fmla="*/ 3564441 h 5599766"/>
              <a:gd name="connsiteX14516" fmla="*/ 2773075 w 10321503"/>
              <a:gd name="connsiteY14516" fmla="*/ 3563776 h 5599766"/>
              <a:gd name="connsiteX14517" fmla="*/ 2776607 w 10321503"/>
              <a:gd name="connsiteY14517" fmla="*/ 3557633 h 5599766"/>
              <a:gd name="connsiteX14518" fmla="*/ 2777221 w 10321503"/>
              <a:gd name="connsiteY14518" fmla="*/ 3557275 h 5599766"/>
              <a:gd name="connsiteX14519" fmla="*/ 2784284 w 10321503"/>
              <a:gd name="connsiteY14519" fmla="*/ 3557275 h 5599766"/>
              <a:gd name="connsiteX14520" fmla="*/ 2784898 w 10321503"/>
              <a:gd name="connsiteY14520" fmla="*/ 3557633 h 5599766"/>
              <a:gd name="connsiteX14521" fmla="*/ 2788430 w 10321503"/>
              <a:gd name="connsiteY14521" fmla="*/ 3563776 h 5599766"/>
              <a:gd name="connsiteX14522" fmla="*/ 2788430 w 10321503"/>
              <a:gd name="connsiteY14522" fmla="*/ 3564441 h 5599766"/>
              <a:gd name="connsiteX14523" fmla="*/ 2784898 w 10321503"/>
              <a:gd name="connsiteY14523" fmla="*/ 3570582 h 5599766"/>
              <a:gd name="connsiteX14524" fmla="*/ 2784284 w 10321503"/>
              <a:gd name="connsiteY14524" fmla="*/ 3570940 h 5599766"/>
              <a:gd name="connsiteX14525" fmla="*/ 3577234 w 10321503"/>
              <a:gd name="connsiteY14525" fmla="*/ 3570940 h 5599766"/>
              <a:gd name="connsiteX14526" fmla="*/ 3570172 w 10321503"/>
              <a:gd name="connsiteY14526" fmla="*/ 3570940 h 5599766"/>
              <a:gd name="connsiteX14527" fmla="*/ 3569557 w 10321503"/>
              <a:gd name="connsiteY14527" fmla="*/ 3570582 h 5599766"/>
              <a:gd name="connsiteX14528" fmla="*/ 3566024 w 10321503"/>
              <a:gd name="connsiteY14528" fmla="*/ 3564441 h 5599766"/>
              <a:gd name="connsiteX14529" fmla="*/ 3566024 w 10321503"/>
              <a:gd name="connsiteY14529" fmla="*/ 3563776 h 5599766"/>
              <a:gd name="connsiteX14530" fmla="*/ 3569557 w 10321503"/>
              <a:gd name="connsiteY14530" fmla="*/ 3557633 h 5599766"/>
              <a:gd name="connsiteX14531" fmla="*/ 3570172 w 10321503"/>
              <a:gd name="connsiteY14531" fmla="*/ 3557274 h 5599766"/>
              <a:gd name="connsiteX14532" fmla="*/ 3577234 w 10321503"/>
              <a:gd name="connsiteY14532" fmla="*/ 3557274 h 5599766"/>
              <a:gd name="connsiteX14533" fmla="*/ 3577848 w 10321503"/>
              <a:gd name="connsiteY14533" fmla="*/ 3557633 h 5599766"/>
              <a:gd name="connsiteX14534" fmla="*/ 3581379 w 10321503"/>
              <a:gd name="connsiteY14534" fmla="*/ 3563776 h 5599766"/>
              <a:gd name="connsiteX14535" fmla="*/ 3581379 w 10321503"/>
              <a:gd name="connsiteY14535" fmla="*/ 3564441 h 5599766"/>
              <a:gd name="connsiteX14536" fmla="*/ 3577848 w 10321503"/>
              <a:gd name="connsiteY14536" fmla="*/ 3570582 h 5599766"/>
              <a:gd name="connsiteX14537" fmla="*/ 3577234 w 10321503"/>
              <a:gd name="connsiteY14537" fmla="*/ 3570940 h 5599766"/>
              <a:gd name="connsiteX14538" fmla="*/ 5361358 w 10321503"/>
              <a:gd name="connsiteY14538" fmla="*/ 3570940 h 5599766"/>
              <a:gd name="connsiteX14539" fmla="*/ 5354295 w 10321503"/>
              <a:gd name="connsiteY14539" fmla="*/ 3570940 h 5599766"/>
              <a:gd name="connsiteX14540" fmla="*/ 5353680 w 10321503"/>
              <a:gd name="connsiteY14540" fmla="*/ 3570582 h 5599766"/>
              <a:gd name="connsiteX14541" fmla="*/ 5350149 w 10321503"/>
              <a:gd name="connsiteY14541" fmla="*/ 3564442 h 5599766"/>
              <a:gd name="connsiteX14542" fmla="*/ 5350149 w 10321503"/>
              <a:gd name="connsiteY14542" fmla="*/ 3563776 h 5599766"/>
              <a:gd name="connsiteX14543" fmla="*/ 5353680 w 10321503"/>
              <a:gd name="connsiteY14543" fmla="*/ 3557635 h 5599766"/>
              <a:gd name="connsiteX14544" fmla="*/ 5354295 w 10321503"/>
              <a:gd name="connsiteY14544" fmla="*/ 3557277 h 5599766"/>
              <a:gd name="connsiteX14545" fmla="*/ 5361358 w 10321503"/>
              <a:gd name="connsiteY14545" fmla="*/ 3557277 h 5599766"/>
              <a:gd name="connsiteX14546" fmla="*/ 5361972 w 10321503"/>
              <a:gd name="connsiteY14546" fmla="*/ 3557635 h 5599766"/>
              <a:gd name="connsiteX14547" fmla="*/ 5365503 w 10321503"/>
              <a:gd name="connsiteY14547" fmla="*/ 3563776 h 5599766"/>
              <a:gd name="connsiteX14548" fmla="*/ 5365503 w 10321503"/>
              <a:gd name="connsiteY14548" fmla="*/ 3564442 h 5599766"/>
              <a:gd name="connsiteX14549" fmla="*/ 5361972 w 10321503"/>
              <a:gd name="connsiteY14549" fmla="*/ 3570582 h 5599766"/>
              <a:gd name="connsiteX14550" fmla="*/ 5361358 w 10321503"/>
              <a:gd name="connsiteY14550" fmla="*/ 3570940 h 5599766"/>
              <a:gd name="connsiteX14551" fmla="*/ 7145307 w 10321503"/>
              <a:gd name="connsiteY14551" fmla="*/ 3570940 h 5599766"/>
              <a:gd name="connsiteX14552" fmla="*/ 7138243 w 10321503"/>
              <a:gd name="connsiteY14552" fmla="*/ 3570940 h 5599766"/>
              <a:gd name="connsiteX14553" fmla="*/ 7137629 w 10321503"/>
              <a:gd name="connsiteY14553" fmla="*/ 3570582 h 5599766"/>
              <a:gd name="connsiteX14554" fmla="*/ 7134099 w 10321503"/>
              <a:gd name="connsiteY14554" fmla="*/ 3564441 h 5599766"/>
              <a:gd name="connsiteX14555" fmla="*/ 7134099 w 10321503"/>
              <a:gd name="connsiteY14555" fmla="*/ 3563776 h 5599766"/>
              <a:gd name="connsiteX14556" fmla="*/ 7137629 w 10321503"/>
              <a:gd name="connsiteY14556" fmla="*/ 3557634 h 5599766"/>
              <a:gd name="connsiteX14557" fmla="*/ 7138243 w 10321503"/>
              <a:gd name="connsiteY14557" fmla="*/ 3557275 h 5599766"/>
              <a:gd name="connsiteX14558" fmla="*/ 7145307 w 10321503"/>
              <a:gd name="connsiteY14558" fmla="*/ 3557275 h 5599766"/>
              <a:gd name="connsiteX14559" fmla="*/ 7145919 w 10321503"/>
              <a:gd name="connsiteY14559" fmla="*/ 3557634 h 5599766"/>
              <a:gd name="connsiteX14560" fmla="*/ 7149453 w 10321503"/>
              <a:gd name="connsiteY14560" fmla="*/ 3563776 h 5599766"/>
              <a:gd name="connsiteX14561" fmla="*/ 7149453 w 10321503"/>
              <a:gd name="connsiteY14561" fmla="*/ 3564441 h 5599766"/>
              <a:gd name="connsiteX14562" fmla="*/ 7145919 w 10321503"/>
              <a:gd name="connsiteY14562" fmla="*/ 3570582 h 5599766"/>
              <a:gd name="connsiteX14563" fmla="*/ 7145307 w 10321503"/>
              <a:gd name="connsiteY14563" fmla="*/ 3570940 h 5599766"/>
              <a:gd name="connsiteX14564" fmla="*/ 9127725 w 10321503"/>
              <a:gd name="connsiteY14564" fmla="*/ 3570940 h 5599766"/>
              <a:gd name="connsiteX14565" fmla="*/ 9120663 w 10321503"/>
              <a:gd name="connsiteY14565" fmla="*/ 3570940 h 5599766"/>
              <a:gd name="connsiteX14566" fmla="*/ 9120049 w 10321503"/>
              <a:gd name="connsiteY14566" fmla="*/ 3570582 h 5599766"/>
              <a:gd name="connsiteX14567" fmla="*/ 9116516 w 10321503"/>
              <a:gd name="connsiteY14567" fmla="*/ 3564441 h 5599766"/>
              <a:gd name="connsiteX14568" fmla="*/ 9116516 w 10321503"/>
              <a:gd name="connsiteY14568" fmla="*/ 3563776 h 5599766"/>
              <a:gd name="connsiteX14569" fmla="*/ 9120049 w 10321503"/>
              <a:gd name="connsiteY14569" fmla="*/ 3557633 h 5599766"/>
              <a:gd name="connsiteX14570" fmla="*/ 9120663 w 10321503"/>
              <a:gd name="connsiteY14570" fmla="*/ 3557274 h 5599766"/>
              <a:gd name="connsiteX14571" fmla="*/ 9127725 w 10321503"/>
              <a:gd name="connsiteY14571" fmla="*/ 3557274 h 5599766"/>
              <a:gd name="connsiteX14572" fmla="*/ 9128341 w 10321503"/>
              <a:gd name="connsiteY14572" fmla="*/ 3557633 h 5599766"/>
              <a:gd name="connsiteX14573" fmla="*/ 9131871 w 10321503"/>
              <a:gd name="connsiteY14573" fmla="*/ 3563776 h 5599766"/>
              <a:gd name="connsiteX14574" fmla="*/ 9131871 w 10321503"/>
              <a:gd name="connsiteY14574" fmla="*/ 3564441 h 5599766"/>
              <a:gd name="connsiteX14575" fmla="*/ 9128341 w 10321503"/>
              <a:gd name="connsiteY14575" fmla="*/ 3570582 h 5599766"/>
              <a:gd name="connsiteX14576" fmla="*/ 9127725 w 10321503"/>
              <a:gd name="connsiteY14576" fmla="*/ 3570940 h 5599766"/>
              <a:gd name="connsiteX14577" fmla="*/ 8929515 w 10321503"/>
              <a:gd name="connsiteY14577" fmla="*/ 3570943 h 5599766"/>
              <a:gd name="connsiteX14578" fmla="*/ 8922453 w 10321503"/>
              <a:gd name="connsiteY14578" fmla="*/ 3570943 h 5599766"/>
              <a:gd name="connsiteX14579" fmla="*/ 8921838 w 10321503"/>
              <a:gd name="connsiteY14579" fmla="*/ 3570585 h 5599766"/>
              <a:gd name="connsiteX14580" fmla="*/ 8918307 w 10321503"/>
              <a:gd name="connsiteY14580" fmla="*/ 3564445 h 5599766"/>
              <a:gd name="connsiteX14581" fmla="*/ 8918307 w 10321503"/>
              <a:gd name="connsiteY14581" fmla="*/ 3563778 h 5599766"/>
              <a:gd name="connsiteX14582" fmla="*/ 8921838 w 10321503"/>
              <a:gd name="connsiteY14582" fmla="*/ 3557639 h 5599766"/>
              <a:gd name="connsiteX14583" fmla="*/ 8922453 w 10321503"/>
              <a:gd name="connsiteY14583" fmla="*/ 3557278 h 5599766"/>
              <a:gd name="connsiteX14584" fmla="*/ 8929515 w 10321503"/>
              <a:gd name="connsiteY14584" fmla="*/ 3557278 h 5599766"/>
              <a:gd name="connsiteX14585" fmla="*/ 8930129 w 10321503"/>
              <a:gd name="connsiteY14585" fmla="*/ 3557639 h 5599766"/>
              <a:gd name="connsiteX14586" fmla="*/ 8933661 w 10321503"/>
              <a:gd name="connsiteY14586" fmla="*/ 3563778 h 5599766"/>
              <a:gd name="connsiteX14587" fmla="*/ 8933661 w 10321503"/>
              <a:gd name="connsiteY14587" fmla="*/ 3564445 h 5599766"/>
              <a:gd name="connsiteX14588" fmla="*/ 8930129 w 10321503"/>
              <a:gd name="connsiteY14588" fmla="*/ 3570585 h 5599766"/>
              <a:gd name="connsiteX14589" fmla="*/ 8929515 w 10321503"/>
              <a:gd name="connsiteY14589" fmla="*/ 3570943 h 5599766"/>
              <a:gd name="connsiteX14590" fmla="*/ 6352582 w 10321503"/>
              <a:gd name="connsiteY14590" fmla="*/ 3570945 h 5599766"/>
              <a:gd name="connsiteX14591" fmla="*/ 6345519 w 10321503"/>
              <a:gd name="connsiteY14591" fmla="*/ 3570945 h 5599766"/>
              <a:gd name="connsiteX14592" fmla="*/ 6344904 w 10321503"/>
              <a:gd name="connsiteY14592" fmla="*/ 3570585 h 5599766"/>
              <a:gd name="connsiteX14593" fmla="*/ 6341373 w 10321503"/>
              <a:gd name="connsiteY14593" fmla="*/ 3564445 h 5599766"/>
              <a:gd name="connsiteX14594" fmla="*/ 6341373 w 10321503"/>
              <a:gd name="connsiteY14594" fmla="*/ 3563779 h 5599766"/>
              <a:gd name="connsiteX14595" fmla="*/ 6344904 w 10321503"/>
              <a:gd name="connsiteY14595" fmla="*/ 3557639 h 5599766"/>
              <a:gd name="connsiteX14596" fmla="*/ 6345519 w 10321503"/>
              <a:gd name="connsiteY14596" fmla="*/ 3557279 h 5599766"/>
              <a:gd name="connsiteX14597" fmla="*/ 6352582 w 10321503"/>
              <a:gd name="connsiteY14597" fmla="*/ 3557279 h 5599766"/>
              <a:gd name="connsiteX14598" fmla="*/ 6353196 w 10321503"/>
              <a:gd name="connsiteY14598" fmla="*/ 3557639 h 5599766"/>
              <a:gd name="connsiteX14599" fmla="*/ 6356728 w 10321503"/>
              <a:gd name="connsiteY14599" fmla="*/ 3563779 h 5599766"/>
              <a:gd name="connsiteX14600" fmla="*/ 6356728 w 10321503"/>
              <a:gd name="connsiteY14600" fmla="*/ 3564445 h 5599766"/>
              <a:gd name="connsiteX14601" fmla="*/ 6353196 w 10321503"/>
              <a:gd name="connsiteY14601" fmla="*/ 3570585 h 5599766"/>
              <a:gd name="connsiteX14602" fmla="*/ 6352582 w 10321503"/>
              <a:gd name="connsiteY14602" fmla="*/ 3570945 h 5599766"/>
              <a:gd name="connsiteX14603" fmla="*/ 4766683 w 10321503"/>
              <a:gd name="connsiteY14603" fmla="*/ 3570952 h 5599766"/>
              <a:gd name="connsiteX14604" fmla="*/ 4759621 w 10321503"/>
              <a:gd name="connsiteY14604" fmla="*/ 3570952 h 5599766"/>
              <a:gd name="connsiteX14605" fmla="*/ 4759007 w 10321503"/>
              <a:gd name="connsiteY14605" fmla="*/ 3570592 h 5599766"/>
              <a:gd name="connsiteX14606" fmla="*/ 4755475 w 10321503"/>
              <a:gd name="connsiteY14606" fmla="*/ 3564450 h 5599766"/>
              <a:gd name="connsiteX14607" fmla="*/ 4755475 w 10321503"/>
              <a:gd name="connsiteY14607" fmla="*/ 3563786 h 5599766"/>
              <a:gd name="connsiteX14608" fmla="*/ 4759007 w 10321503"/>
              <a:gd name="connsiteY14608" fmla="*/ 3557644 h 5599766"/>
              <a:gd name="connsiteX14609" fmla="*/ 4759621 w 10321503"/>
              <a:gd name="connsiteY14609" fmla="*/ 3557284 h 5599766"/>
              <a:gd name="connsiteX14610" fmla="*/ 4766683 w 10321503"/>
              <a:gd name="connsiteY14610" fmla="*/ 3557284 h 5599766"/>
              <a:gd name="connsiteX14611" fmla="*/ 4767297 w 10321503"/>
              <a:gd name="connsiteY14611" fmla="*/ 3557644 h 5599766"/>
              <a:gd name="connsiteX14612" fmla="*/ 4770829 w 10321503"/>
              <a:gd name="connsiteY14612" fmla="*/ 3563786 h 5599766"/>
              <a:gd name="connsiteX14613" fmla="*/ 4770829 w 10321503"/>
              <a:gd name="connsiteY14613" fmla="*/ 3564450 h 5599766"/>
              <a:gd name="connsiteX14614" fmla="*/ 4767297 w 10321503"/>
              <a:gd name="connsiteY14614" fmla="*/ 3570592 h 5599766"/>
              <a:gd name="connsiteX14615" fmla="*/ 4766683 w 10321503"/>
              <a:gd name="connsiteY14615" fmla="*/ 3570952 h 5599766"/>
              <a:gd name="connsiteX14616" fmla="*/ 6749031 w 10321503"/>
              <a:gd name="connsiteY14616" fmla="*/ 3570954 h 5599766"/>
              <a:gd name="connsiteX14617" fmla="*/ 6741967 w 10321503"/>
              <a:gd name="connsiteY14617" fmla="*/ 3570954 h 5599766"/>
              <a:gd name="connsiteX14618" fmla="*/ 6741354 w 10321503"/>
              <a:gd name="connsiteY14618" fmla="*/ 3570597 h 5599766"/>
              <a:gd name="connsiteX14619" fmla="*/ 6737823 w 10321503"/>
              <a:gd name="connsiteY14619" fmla="*/ 3564455 h 5599766"/>
              <a:gd name="connsiteX14620" fmla="*/ 6737823 w 10321503"/>
              <a:gd name="connsiteY14620" fmla="*/ 3563790 h 5599766"/>
              <a:gd name="connsiteX14621" fmla="*/ 6741354 w 10321503"/>
              <a:gd name="connsiteY14621" fmla="*/ 3557649 h 5599766"/>
              <a:gd name="connsiteX14622" fmla="*/ 6741967 w 10321503"/>
              <a:gd name="connsiteY14622" fmla="*/ 3557290 h 5599766"/>
              <a:gd name="connsiteX14623" fmla="*/ 6749031 w 10321503"/>
              <a:gd name="connsiteY14623" fmla="*/ 3557290 h 5599766"/>
              <a:gd name="connsiteX14624" fmla="*/ 6749646 w 10321503"/>
              <a:gd name="connsiteY14624" fmla="*/ 3557649 h 5599766"/>
              <a:gd name="connsiteX14625" fmla="*/ 6753177 w 10321503"/>
              <a:gd name="connsiteY14625" fmla="*/ 3563790 h 5599766"/>
              <a:gd name="connsiteX14626" fmla="*/ 6753177 w 10321503"/>
              <a:gd name="connsiteY14626" fmla="*/ 3564455 h 5599766"/>
              <a:gd name="connsiteX14627" fmla="*/ 6749646 w 10321503"/>
              <a:gd name="connsiteY14627" fmla="*/ 3570597 h 5599766"/>
              <a:gd name="connsiteX14628" fmla="*/ 6749031 w 10321503"/>
              <a:gd name="connsiteY14628" fmla="*/ 3570954 h 5599766"/>
              <a:gd name="connsiteX14629" fmla="*/ 8136575 w 10321503"/>
              <a:gd name="connsiteY14629" fmla="*/ 3570956 h 5599766"/>
              <a:gd name="connsiteX14630" fmla="*/ 8129511 w 10321503"/>
              <a:gd name="connsiteY14630" fmla="*/ 3570956 h 5599766"/>
              <a:gd name="connsiteX14631" fmla="*/ 8128897 w 10321503"/>
              <a:gd name="connsiteY14631" fmla="*/ 3570597 h 5599766"/>
              <a:gd name="connsiteX14632" fmla="*/ 8125367 w 10321503"/>
              <a:gd name="connsiteY14632" fmla="*/ 3564455 h 5599766"/>
              <a:gd name="connsiteX14633" fmla="*/ 8125367 w 10321503"/>
              <a:gd name="connsiteY14633" fmla="*/ 3563790 h 5599766"/>
              <a:gd name="connsiteX14634" fmla="*/ 8128897 w 10321503"/>
              <a:gd name="connsiteY14634" fmla="*/ 3557649 h 5599766"/>
              <a:gd name="connsiteX14635" fmla="*/ 8129511 w 10321503"/>
              <a:gd name="connsiteY14635" fmla="*/ 3557290 h 5599766"/>
              <a:gd name="connsiteX14636" fmla="*/ 8136575 w 10321503"/>
              <a:gd name="connsiteY14636" fmla="*/ 3557290 h 5599766"/>
              <a:gd name="connsiteX14637" fmla="*/ 8137190 w 10321503"/>
              <a:gd name="connsiteY14637" fmla="*/ 3557649 h 5599766"/>
              <a:gd name="connsiteX14638" fmla="*/ 8140722 w 10321503"/>
              <a:gd name="connsiteY14638" fmla="*/ 3563790 h 5599766"/>
              <a:gd name="connsiteX14639" fmla="*/ 8140722 w 10321503"/>
              <a:gd name="connsiteY14639" fmla="*/ 3564455 h 5599766"/>
              <a:gd name="connsiteX14640" fmla="*/ 8137190 w 10321503"/>
              <a:gd name="connsiteY14640" fmla="*/ 3570597 h 5599766"/>
              <a:gd name="connsiteX14641" fmla="*/ 8136575 w 10321503"/>
              <a:gd name="connsiteY14641" fmla="*/ 3570956 h 5599766"/>
              <a:gd name="connsiteX14642" fmla="*/ 5559633 w 10321503"/>
              <a:gd name="connsiteY14642" fmla="*/ 3570961 h 5599766"/>
              <a:gd name="connsiteX14643" fmla="*/ 5552569 w 10321503"/>
              <a:gd name="connsiteY14643" fmla="*/ 3570961 h 5599766"/>
              <a:gd name="connsiteX14644" fmla="*/ 5551956 w 10321503"/>
              <a:gd name="connsiteY14644" fmla="*/ 3570603 h 5599766"/>
              <a:gd name="connsiteX14645" fmla="*/ 5548424 w 10321503"/>
              <a:gd name="connsiteY14645" fmla="*/ 3564462 h 5599766"/>
              <a:gd name="connsiteX14646" fmla="*/ 5548424 w 10321503"/>
              <a:gd name="connsiteY14646" fmla="*/ 3563797 h 5599766"/>
              <a:gd name="connsiteX14647" fmla="*/ 5551956 w 10321503"/>
              <a:gd name="connsiteY14647" fmla="*/ 3557654 h 5599766"/>
              <a:gd name="connsiteX14648" fmla="*/ 5552569 w 10321503"/>
              <a:gd name="connsiteY14648" fmla="*/ 3557296 h 5599766"/>
              <a:gd name="connsiteX14649" fmla="*/ 5559633 w 10321503"/>
              <a:gd name="connsiteY14649" fmla="*/ 3557296 h 5599766"/>
              <a:gd name="connsiteX14650" fmla="*/ 5560246 w 10321503"/>
              <a:gd name="connsiteY14650" fmla="*/ 3557654 h 5599766"/>
              <a:gd name="connsiteX14651" fmla="*/ 5563779 w 10321503"/>
              <a:gd name="connsiteY14651" fmla="*/ 3563797 h 5599766"/>
              <a:gd name="connsiteX14652" fmla="*/ 5563779 w 10321503"/>
              <a:gd name="connsiteY14652" fmla="*/ 3564462 h 5599766"/>
              <a:gd name="connsiteX14653" fmla="*/ 5560246 w 10321503"/>
              <a:gd name="connsiteY14653" fmla="*/ 3570603 h 5599766"/>
              <a:gd name="connsiteX14654" fmla="*/ 5559633 w 10321503"/>
              <a:gd name="connsiteY14654" fmla="*/ 3570961 h 5599766"/>
              <a:gd name="connsiteX14655" fmla="*/ 7938307 w 10321503"/>
              <a:gd name="connsiteY14655" fmla="*/ 3570962 h 5599766"/>
              <a:gd name="connsiteX14656" fmla="*/ 7931244 w 10321503"/>
              <a:gd name="connsiteY14656" fmla="*/ 3570962 h 5599766"/>
              <a:gd name="connsiteX14657" fmla="*/ 7930629 w 10321503"/>
              <a:gd name="connsiteY14657" fmla="*/ 3570606 h 5599766"/>
              <a:gd name="connsiteX14658" fmla="*/ 7927098 w 10321503"/>
              <a:gd name="connsiteY14658" fmla="*/ 3564463 h 5599766"/>
              <a:gd name="connsiteX14659" fmla="*/ 7927098 w 10321503"/>
              <a:gd name="connsiteY14659" fmla="*/ 3563798 h 5599766"/>
              <a:gd name="connsiteX14660" fmla="*/ 7930629 w 10321503"/>
              <a:gd name="connsiteY14660" fmla="*/ 3557657 h 5599766"/>
              <a:gd name="connsiteX14661" fmla="*/ 7931244 w 10321503"/>
              <a:gd name="connsiteY14661" fmla="*/ 3557298 h 5599766"/>
              <a:gd name="connsiteX14662" fmla="*/ 7938307 w 10321503"/>
              <a:gd name="connsiteY14662" fmla="*/ 3557298 h 5599766"/>
              <a:gd name="connsiteX14663" fmla="*/ 7938921 w 10321503"/>
              <a:gd name="connsiteY14663" fmla="*/ 3557657 h 5599766"/>
              <a:gd name="connsiteX14664" fmla="*/ 7942453 w 10321503"/>
              <a:gd name="connsiteY14664" fmla="*/ 3563798 h 5599766"/>
              <a:gd name="connsiteX14665" fmla="*/ 7942453 w 10321503"/>
              <a:gd name="connsiteY14665" fmla="*/ 3564463 h 5599766"/>
              <a:gd name="connsiteX14666" fmla="*/ 7938921 w 10321503"/>
              <a:gd name="connsiteY14666" fmla="*/ 3570606 h 5599766"/>
              <a:gd name="connsiteX14667" fmla="*/ 7938307 w 10321503"/>
              <a:gd name="connsiteY14667" fmla="*/ 3570962 h 5599766"/>
              <a:gd name="connsiteX14668" fmla="*/ 2189611 w 10321503"/>
              <a:gd name="connsiteY14668" fmla="*/ 3570966 h 5599766"/>
              <a:gd name="connsiteX14669" fmla="*/ 2182548 w 10321503"/>
              <a:gd name="connsiteY14669" fmla="*/ 3570966 h 5599766"/>
              <a:gd name="connsiteX14670" fmla="*/ 2181933 w 10321503"/>
              <a:gd name="connsiteY14670" fmla="*/ 3570606 h 5599766"/>
              <a:gd name="connsiteX14671" fmla="*/ 2178401 w 10321503"/>
              <a:gd name="connsiteY14671" fmla="*/ 3564465 h 5599766"/>
              <a:gd name="connsiteX14672" fmla="*/ 2178401 w 10321503"/>
              <a:gd name="connsiteY14672" fmla="*/ 3563801 h 5599766"/>
              <a:gd name="connsiteX14673" fmla="*/ 2181933 w 10321503"/>
              <a:gd name="connsiteY14673" fmla="*/ 3557659 h 5599766"/>
              <a:gd name="connsiteX14674" fmla="*/ 2182548 w 10321503"/>
              <a:gd name="connsiteY14674" fmla="*/ 3557298 h 5599766"/>
              <a:gd name="connsiteX14675" fmla="*/ 2189611 w 10321503"/>
              <a:gd name="connsiteY14675" fmla="*/ 3557298 h 5599766"/>
              <a:gd name="connsiteX14676" fmla="*/ 2190225 w 10321503"/>
              <a:gd name="connsiteY14676" fmla="*/ 3557659 h 5599766"/>
              <a:gd name="connsiteX14677" fmla="*/ 2193757 w 10321503"/>
              <a:gd name="connsiteY14677" fmla="*/ 3563801 h 5599766"/>
              <a:gd name="connsiteX14678" fmla="*/ 2193757 w 10321503"/>
              <a:gd name="connsiteY14678" fmla="*/ 3564465 h 5599766"/>
              <a:gd name="connsiteX14679" fmla="*/ 2190225 w 10321503"/>
              <a:gd name="connsiteY14679" fmla="*/ 3570606 h 5599766"/>
              <a:gd name="connsiteX14680" fmla="*/ 2189611 w 10321503"/>
              <a:gd name="connsiteY14680" fmla="*/ 3570966 h 5599766"/>
              <a:gd name="connsiteX14681" fmla="*/ 3775459 w 10321503"/>
              <a:gd name="connsiteY14681" fmla="*/ 3570969 h 5599766"/>
              <a:gd name="connsiteX14682" fmla="*/ 3768396 w 10321503"/>
              <a:gd name="connsiteY14682" fmla="*/ 3570969 h 5599766"/>
              <a:gd name="connsiteX14683" fmla="*/ 3767781 w 10321503"/>
              <a:gd name="connsiteY14683" fmla="*/ 3570608 h 5599766"/>
              <a:gd name="connsiteX14684" fmla="*/ 3764249 w 10321503"/>
              <a:gd name="connsiteY14684" fmla="*/ 3564468 h 5599766"/>
              <a:gd name="connsiteX14685" fmla="*/ 3764249 w 10321503"/>
              <a:gd name="connsiteY14685" fmla="*/ 3563803 h 5599766"/>
              <a:gd name="connsiteX14686" fmla="*/ 3767781 w 10321503"/>
              <a:gd name="connsiteY14686" fmla="*/ 3557660 h 5599766"/>
              <a:gd name="connsiteX14687" fmla="*/ 3768396 w 10321503"/>
              <a:gd name="connsiteY14687" fmla="*/ 3557302 h 5599766"/>
              <a:gd name="connsiteX14688" fmla="*/ 3775459 w 10321503"/>
              <a:gd name="connsiteY14688" fmla="*/ 3557302 h 5599766"/>
              <a:gd name="connsiteX14689" fmla="*/ 3776073 w 10321503"/>
              <a:gd name="connsiteY14689" fmla="*/ 3557660 h 5599766"/>
              <a:gd name="connsiteX14690" fmla="*/ 3779604 w 10321503"/>
              <a:gd name="connsiteY14690" fmla="*/ 3563803 h 5599766"/>
              <a:gd name="connsiteX14691" fmla="*/ 3779604 w 10321503"/>
              <a:gd name="connsiteY14691" fmla="*/ 3564468 h 5599766"/>
              <a:gd name="connsiteX14692" fmla="*/ 3776073 w 10321503"/>
              <a:gd name="connsiteY14692" fmla="*/ 3570608 h 5599766"/>
              <a:gd name="connsiteX14693" fmla="*/ 3775459 w 10321503"/>
              <a:gd name="connsiteY14693" fmla="*/ 3570969 h 5599766"/>
              <a:gd name="connsiteX14694" fmla="*/ 6947256 w 10321503"/>
              <a:gd name="connsiteY14694" fmla="*/ 3570969 h 5599766"/>
              <a:gd name="connsiteX14695" fmla="*/ 6940193 w 10321503"/>
              <a:gd name="connsiteY14695" fmla="*/ 3570969 h 5599766"/>
              <a:gd name="connsiteX14696" fmla="*/ 6939578 w 10321503"/>
              <a:gd name="connsiteY14696" fmla="*/ 3570610 h 5599766"/>
              <a:gd name="connsiteX14697" fmla="*/ 6936048 w 10321503"/>
              <a:gd name="connsiteY14697" fmla="*/ 3564471 h 5599766"/>
              <a:gd name="connsiteX14698" fmla="*/ 6936048 w 10321503"/>
              <a:gd name="connsiteY14698" fmla="*/ 3563804 h 5599766"/>
              <a:gd name="connsiteX14699" fmla="*/ 6939578 w 10321503"/>
              <a:gd name="connsiteY14699" fmla="*/ 3557662 h 5599766"/>
              <a:gd name="connsiteX14700" fmla="*/ 6940193 w 10321503"/>
              <a:gd name="connsiteY14700" fmla="*/ 3557303 h 5599766"/>
              <a:gd name="connsiteX14701" fmla="*/ 6947256 w 10321503"/>
              <a:gd name="connsiteY14701" fmla="*/ 3557303 h 5599766"/>
              <a:gd name="connsiteX14702" fmla="*/ 6947870 w 10321503"/>
              <a:gd name="connsiteY14702" fmla="*/ 3557662 h 5599766"/>
              <a:gd name="connsiteX14703" fmla="*/ 6951402 w 10321503"/>
              <a:gd name="connsiteY14703" fmla="*/ 3563804 h 5599766"/>
              <a:gd name="connsiteX14704" fmla="*/ 6951402 w 10321503"/>
              <a:gd name="connsiteY14704" fmla="*/ 3564471 h 5599766"/>
              <a:gd name="connsiteX14705" fmla="*/ 6947870 w 10321503"/>
              <a:gd name="connsiteY14705" fmla="*/ 3570610 h 5599766"/>
              <a:gd name="connsiteX14706" fmla="*/ 6947256 w 10321503"/>
              <a:gd name="connsiteY14706" fmla="*/ 3570969 h 5599766"/>
              <a:gd name="connsiteX14707" fmla="*/ 2982559 w 10321503"/>
              <a:gd name="connsiteY14707" fmla="*/ 3570972 h 5599766"/>
              <a:gd name="connsiteX14708" fmla="*/ 2975496 w 10321503"/>
              <a:gd name="connsiteY14708" fmla="*/ 3570972 h 5599766"/>
              <a:gd name="connsiteX14709" fmla="*/ 2974882 w 10321503"/>
              <a:gd name="connsiteY14709" fmla="*/ 3570615 h 5599766"/>
              <a:gd name="connsiteX14710" fmla="*/ 2971351 w 10321503"/>
              <a:gd name="connsiteY14710" fmla="*/ 3564473 h 5599766"/>
              <a:gd name="connsiteX14711" fmla="*/ 2971351 w 10321503"/>
              <a:gd name="connsiteY14711" fmla="*/ 3563808 h 5599766"/>
              <a:gd name="connsiteX14712" fmla="*/ 2974882 w 10321503"/>
              <a:gd name="connsiteY14712" fmla="*/ 3557667 h 5599766"/>
              <a:gd name="connsiteX14713" fmla="*/ 2975496 w 10321503"/>
              <a:gd name="connsiteY14713" fmla="*/ 3557306 h 5599766"/>
              <a:gd name="connsiteX14714" fmla="*/ 2982559 w 10321503"/>
              <a:gd name="connsiteY14714" fmla="*/ 3557306 h 5599766"/>
              <a:gd name="connsiteX14715" fmla="*/ 2983173 w 10321503"/>
              <a:gd name="connsiteY14715" fmla="*/ 3557667 h 5599766"/>
              <a:gd name="connsiteX14716" fmla="*/ 2986706 w 10321503"/>
              <a:gd name="connsiteY14716" fmla="*/ 3563808 h 5599766"/>
              <a:gd name="connsiteX14717" fmla="*/ 2986706 w 10321503"/>
              <a:gd name="connsiteY14717" fmla="*/ 3564473 h 5599766"/>
              <a:gd name="connsiteX14718" fmla="*/ 2983173 w 10321503"/>
              <a:gd name="connsiteY14718" fmla="*/ 3570615 h 5599766"/>
              <a:gd name="connsiteX14719" fmla="*/ 2982559 w 10321503"/>
              <a:gd name="connsiteY14719" fmla="*/ 3570972 h 5599766"/>
              <a:gd name="connsiteX14720" fmla="*/ 6154307 w 10321503"/>
              <a:gd name="connsiteY14720" fmla="*/ 3570977 h 5599766"/>
              <a:gd name="connsiteX14721" fmla="*/ 6147243 w 10321503"/>
              <a:gd name="connsiteY14721" fmla="*/ 3570977 h 5599766"/>
              <a:gd name="connsiteX14722" fmla="*/ 6146629 w 10321503"/>
              <a:gd name="connsiteY14722" fmla="*/ 3570620 h 5599766"/>
              <a:gd name="connsiteX14723" fmla="*/ 6143098 w 10321503"/>
              <a:gd name="connsiteY14723" fmla="*/ 3564478 h 5599766"/>
              <a:gd name="connsiteX14724" fmla="*/ 6143098 w 10321503"/>
              <a:gd name="connsiteY14724" fmla="*/ 3563813 h 5599766"/>
              <a:gd name="connsiteX14725" fmla="*/ 6146629 w 10321503"/>
              <a:gd name="connsiteY14725" fmla="*/ 3557673 h 5599766"/>
              <a:gd name="connsiteX14726" fmla="*/ 6147243 w 10321503"/>
              <a:gd name="connsiteY14726" fmla="*/ 3557313 h 5599766"/>
              <a:gd name="connsiteX14727" fmla="*/ 6154307 w 10321503"/>
              <a:gd name="connsiteY14727" fmla="*/ 3557313 h 5599766"/>
              <a:gd name="connsiteX14728" fmla="*/ 6154921 w 10321503"/>
              <a:gd name="connsiteY14728" fmla="*/ 3557673 h 5599766"/>
              <a:gd name="connsiteX14729" fmla="*/ 6158453 w 10321503"/>
              <a:gd name="connsiteY14729" fmla="*/ 3563813 h 5599766"/>
              <a:gd name="connsiteX14730" fmla="*/ 6158453 w 10321503"/>
              <a:gd name="connsiteY14730" fmla="*/ 3564478 h 5599766"/>
              <a:gd name="connsiteX14731" fmla="*/ 6154921 w 10321503"/>
              <a:gd name="connsiteY14731" fmla="*/ 3570620 h 5599766"/>
              <a:gd name="connsiteX14732" fmla="*/ 6154307 w 10321503"/>
              <a:gd name="connsiteY14732" fmla="*/ 3570977 h 5599766"/>
              <a:gd name="connsiteX14733" fmla="*/ 9524250 w 10321503"/>
              <a:gd name="connsiteY14733" fmla="*/ 3570977 h 5599766"/>
              <a:gd name="connsiteX14734" fmla="*/ 9517186 w 10321503"/>
              <a:gd name="connsiteY14734" fmla="*/ 3570977 h 5599766"/>
              <a:gd name="connsiteX14735" fmla="*/ 9516572 w 10321503"/>
              <a:gd name="connsiteY14735" fmla="*/ 3570618 h 5599766"/>
              <a:gd name="connsiteX14736" fmla="*/ 9513042 w 10321503"/>
              <a:gd name="connsiteY14736" fmla="*/ 3564477 h 5599766"/>
              <a:gd name="connsiteX14737" fmla="*/ 9513042 w 10321503"/>
              <a:gd name="connsiteY14737" fmla="*/ 3563812 h 5599766"/>
              <a:gd name="connsiteX14738" fmla="*/ 9516572 w 10321503"/>
              <a:gd name="connsiteY14738" fmla="*/ 3557670 h 5599766"/>
              <a:gd name="connsiteX14739" fmla="*/ 9517186 w 10321503"/>
              <a:gd name="connsiteY14739" fmla="*/ 3557312 h 5599766"/>
              <a:gd name="connsiteX14740" fmla="*/ 9524250 w 10321503"/>
              <a:gd name="connsiteY14740" fmla="*/ 3557312 h 5599766"/>
              <a:gd name="connsiteX14741" fmla="*/ 9524864 w 10321503"/>
              <a:gd name="connsiteY14741" fmla="*/ 3557670 h 5599766"/>
              <a:gd name="connsiteX14742" fmla="*/ 9528397 w 10321503"/>
              <a:gd name="connsiteY14742" fmla="*/ 3563812 h 5599766"/>
              <a:gd name="connsiteX14743" fmla="*/ 9528397 w 10321503"/>
              <a:gd name="connsiteY14743" fmla="*/ 3564477 h 5599766"/>
              <a:gd name="connsiteX14744" fmla="*/ 9524864 w 10321503"/>
              <a:gd name="connsiteY14744" fmla="*/ 3570618 h 5599766"/>
              <a:gd name="connsiteX14745" fmla="*/ 9524250 w 10321503"/>
              <a:gd name="connsiteY14745" fmla="*/ 3570977 h 5599766"/>
              <a:gd name="connsiteX14746" fmla="*/ 9722530 w 10321503"/>
              <a:gd name="connsiteY14746" fmla="*/ 3570979 h 5599766"/>
              <a:gd name="connsiteX14747" fmla="*/ 9715467 w 10321503"/>
              <a:gd name="connsiteY14747" fmla="*/ 3570979 h 5599766"/>
              <a:gd name="connsiteX14748" fmla="*/ 9714853 w 10321503"/>
              <a:gd name="connsiteY14748" fmla="*/ 3570621 h 5599766"/>
              <a:gd name="connsiteX14749" fmla="*/ 9711322 w 10321503"/>
              <a:gd name="connsiteY14749" fmla="*/ 3564479 h 5599766"/>
              <a:gd name="connsiteX14750" fmla="*/ 9711322 w 10321503"/>
              <a:gd name="connsiteY14750" fmla="*/ 3563815 h 5599766"/>
              <a:gd name="connsiteX14751" fmla="*/ 9714853 w 10321503"/>
              <a:gd name="connsiteY14751" fmla="*/ 3557673 h 5599766"/>
              <a:gd name="connsiteX14752" fmla="*/ 9715467 w 10321503"/>
              <a:gd name="connsiteY14752" fmla="*/ 3557314 h 5599766"/>
              <a:gd name="connsiteX14753" fmla="*/ 9722530 w 10321503"/>
              <a:gd name="connsiteY14753" fmla="*/ 3557314 h 5599766"/>
              <a:gd name="connsiteX14754" fmla="*/ 9723144 w 10321503"/>
              <a:gd name="connsiteY14754" fmla="*/ 3557673 h 5599766"/>
              <a:gd name="connsiteX14755" fmla="*/ 9726677 w 10321503"/>
              <a:gd name="connsiteY14755" fmla="*/ 3563815 h 5599766"/>
              <a:gd name="connsiteX14756" fmla="*/ 9726677 w 10321503"/>
              <a:gd name="connsiteY14756" fmla="*/ 3564479 h 5599766"/>
              <a:gd name="connsiteX14757" fmla="*/ 9723144 w 10321503"/>
              <a:gd name="connsiteY14757" fmla="*/ 3570621 h 5599766"/>
              <a:gd name="connsiteX14758" fmla="*/ 9722530 w 10321503"/>
              <a:gd name="connsiteY14758" fmla="*/ 3570979 h 5599766"/>
              <a:gd name="connsiteX14759" fmla="*/ 3973734 w 10321503"/>
              <a:gd name="connsiteY14759" fmla="*/ 3570984 h 5599766"/>
              <a:gd name="connsiteX14760" fmla="*/ 3966671 w 10321503"/>
              <a:gd name="connsiteY14760" fmla="*/ 3570984 h 5599766"/>
              <a:gd name="connsiteX14761" fmla="*/ 3966057 w 10321503"/>
              <a:gd name="connsiteY14761" fmla="*/ 3570627 h 5599766"/>
              <a:gd name="connsiteX14762" fmla="*/ 3962525 w 10321503"/>
              <a:gd name="connsiteY14762" fmla="*/ 3564486 h 5599766"/>
              <a:gd name="connsiteX14763" fmla="*/ 3962525 w 10321503"/>
              <a:gd name="connsiteY14763" fmla="*/ 3563821 h 5599766"/>
              <a:gd name="connsiteX14764" fmla="*/ 3966057 w 10321503"/>
              <a:gd name="connsiteY14764" fmla="*/ 3557679 h 5599766"/>
              <a:gd name="connsiteX14765" fmla="*/ 3966671 w 10321503"/>
              <a:gd name="connsiteY14765" fmla="*/ 3557320 h 5599766"/>
              <a:gd name="connsiteX14766" fmla="*/ 3973734 w 10321503"/>
              <a:gd name="connsiteY14766" fmla="*/ 3557320 h 5599766"/>
              <a:gd name="connsiteX14767" fmla="*/ 3974348 w 10321503"/>
              <a:gd name="connsiteY14767" fmla="*/ 3557679 h 5599766"/>
              <a:gd name="connsiteX14768" fmla="*/ 3977880 w 10321503"/>
              <a:gd name="connsiteY14768" fmla="*/ 3563821 h 5599766"/>
              <a:gd name="connsiteX14769" fmla="*/ 3977880 w 10321503"/>
              <a:gd name="connsiteY14769" fmla="*/ 3564486 h 5599766"/>
              <a:gd name="connsiteX14770" fmla="*/ 3974348 w 10321503"/>
              <a:gd name="connsiteY14770" fmla="*/ 3570627 h 5599766"/>
              <a:gd name="connsiteX14771" fmla="*/ 3973734 w 10321503"/>
              <a:gd name="connsiteY14771" fmla="*/ 3570984 h 5599766"/>
              <a:gd name="connsiteX14772" fmla="*/ 4370183 w 10321503"/>
              <a:gd name="connsiteY14772" fmla="*/ 3570984 h 5599766"/>
              <a:gd name="connsiteX14773" fmla="*/ 4363121 w 10321503"/>
              <a:gd name="connsiteY14773" fmla="*/ 3570984 h 5599766"/>
              <a:gd name="connsiteX14774" fmla="*/ 4362506 w 10321503"/>
              <a:gd name="connsiteY14774" fmla="*/ 3570627 h 5599766"/>
              <a:gd name="connsiteX14775" fmla="*/ 4358975 w 10321503"/>
              <a:gd name="connsiteY14775" fmla="*/ 3564485 h 5599766"/>
              <a:gd name="connsiteX14776" fmla="*/ 4358975 w 10321503"/>
              <a:gd name="connsiteY14776" fmla="*/ 3563819 h 5599766"/>
              <a:gd name="connsiteX14777" fmla="*/ 4362506 w 10321503"/>
              <a:gd name="connsiteY14777" fmla="*/ 3557678 h 5599766"/>
              <a:gd name="connsiteX14778" fmla="*/ 4363121 w 10321503"/>
              <a:gd name="connsiteY14778" fmla="*/ 3557320 h 5599766"/>
              <a:gd name="connsiteX14779" fmla="*/ 4370183 w 10321503"/>
              <a:gd name="connsiteY14779" fmla="*/ 3557320 h 5599766"/>
              <a:gd name="connsiteX14780" fmla="*/ 4370797 w 10321503"/>
              <a:gd name="connsiteY14780" fmla="*/ 3557678 h 5599766"/>
              <a:gd name="connsiteX14781" fmla="*/ 4374329 w 10321503"/>
              <a:gd name="connsiteY14781" fmla="*/ 3563819 h 5599766"/>
              <a:gd name="connsiteX14782" fmla="*/ 4374329 w 10321503"/>
              <a:gd name="connsiteY14782" fmla="*/ 3564485 h 5599766"/>
              <a:gd name="connsiteX14783" fmla="*/ 4370797 w 10321503"/>
              <a:gd name="connsiteY14783" fmla="*/ 3570627 h 5599766"/>
              <a:gd name="connsiteX14784" fmla="*/ 4370183 w 10321503"/>
              <a:gd name="connsiteY14784" fmla="*/ 3570984 h 5599766"/>
              <a:gd name="connsiteX14785" fmla="*/ 9326050 w 10321503"/>
              <a:gd name="connsiteY14785" fmla="*/ 3570990 h 5599766"/>
              <a:gd name="connsiteX14786" fmla="*/ 9318987 w 10321503"/>
              <a:gd name="connsiteY14786" fmla="*/ 3570990 h 5599766"/>
              <a:gd name="connsiteX14787" fmla="*/ 9318372 w 10321503"/>
              <a:gd name="connsiteY14787" fmla="*/ 3570631 h 5599766"/>
              <a:gd name="connsiteX14788" fmla="*/ 9314840 w 10321503"/>
              <a:gd name="connsiteY14788" fmla="*/ 3564489 h 5599766"/>
              <a:gd name="connsiteX14789" fmla="*/ 9314840 w 10321503"/>
              <a:gd name="connsiteY14789" fmla="*/ 3563824 h 5599766"/>
              <a:gd name="connsiteX14790" fmla="*/ 9318372 w 10321503"/>
              <a:gd name="connsiteY14790" fmla="*/ 3557683 h 5599766"/>
              <a:gd name="connsiteX14791" fmla="*/ 9318987 w 10321503"/>
              <a:gd name="connsiteY14791" fmla="*/ 3557323 h 5599766"/>
              <a:gd name="connsiteX14792" fmla="*/ 9326050 w 10321503"/>
              <a:gd name="connsiteY14792" fmla="*/ 3557323 h 5599766"/>
              <a:gd name="connsiteX14793" fmla="*/ 9326664 w 10321503"/>
              <a:gd name="connsiteY14793" fmla="*/ 3557683 h 5599766"/>
              <a:gd name="connsiteX14794" fmla="*/ 9330196 w 10321503"/>
              <a:gd name="connsiteY14794" fmla="*/ 3563824 h 5599766"/>
              <a:gd name="connsiteX14795" fmla="*/ 9330196 w 10321503"/>
              <a:gd name="connsiteY14795" fmla="*/ 3564489 h 5599766"/>
              <a:gd name="connsiteX14796" fmla="*/ 9326664 w 10321503"/>
              <a:gd name="connsiteY14796" fmla="*/ 3570631 h 5599766"/>
              <a:gd name="connsiteX14797" fmla="*/ 9326050 w 10321503"/>
              <a:gd name="connsiteY14797" fmla="*/ 3570990 h 5599766"/>
              <a:gd name="connsiteX14798" fmla="*/ 10119000 w 10321503"/>
              <a:gd name="connsiteY14798" fmla="*/ 3570991 h 5599766"/>
              <a:gd name="connsiteX14799" fmla="*/ 10111937 w 10321503"/>
              <a:gd name="connsiteY14799" fmla="*/ 3570991 h 5599766"/>
              <a:gd name="connsiteX14800" fmla="*/ 10111323 w 10321503"/>
              <a:gd name="connsiteY14800" fmla="*/ 3570631 h 5599766"/>
              <a:gd name="connsiteX14801" fmla="*/ 10107792 w 10321503"/>
              <a:gd name="connsiteY14801" fmla="*/ 3564491 h 5599766"/>
              <a:gd name="connsiteX14802" fmla="*/ 10107792 w 10321503"/>
              <a:gd name="connsiteY14802" fmla="*/ 3563826 h 5599766"/>
              <a:gd name="connsiteX14803" fmla="*/ 10111323 w 10321503"/>
              <a:gd name="connsiteY14803" fmla="*/ 3557683 h 5599766"/>
              <a:gd name="connsiteX14804" fmla="*/ 10111937 w 10321503"/>
              <a:gd name="connsiteY14804" fmla="*/ 3557325 h 5599766"/>
              <a:gd name="connsiteX14805" fmla="*/ 10119000 w 10321503"/>
              <a:gd name="connsiteY14805" fmla="*/ 3557325 h 5599766"/>
              <a:gd name="connsiteX14806" fmla="*/ 10119615 w 10321503"/>
              <a:gd name="connsiteY14806" fmla="*/ 3557683 h 5599766"/>
              <a:gd name="connsiteX14807" fmla="*/ 10123146 w 10321503"/>
              <a:gd name="connsiteY14807" fmla="*/ 3563826 h 5599766"/>
              <a:gd name="connsiteX14808" fmla="*/ 10123146 w 10321503"/>
              <a:gd name="connsiteY14808" fmla="*/ 3564491 h 5599766"/>
              <a:gd name="connsiteX14809" fmla="*/ 10119615 w 10321503"/>
              <a:gd name="connsiteY14809" fmla="*/ 3570631 h 5599766"/>
              <a:gd name="connsiteX14810" fmla="*/ 10119000 w 10321503"/>
              <a:gd name="connsiteY14810" fmla="*/ 3570991 h 5599766"/>
              <a:gd name="connsiteX14811" fmla="*/ 9920778 w 10321503"/>
              <a:gd name="connsiteY14811" fmla="*/ 3570992 h 5599766"/>
              <a:gd name="connsiteX14812" fmla="*/ 9913717 w 10321503"/>
              <a:gd name="connsiteY14812" fmla="*/ 3570992 h 5599766"/>
              <a:gd name="connsiteX14813" fmla="*/ 9913101 w 10321503"/>
              <a:gd name="connsiteY14813" fmla="*/ 3570633 h 5599766"/>
              <a:gd name="connsiteX14814" fmla="*/ 9909572 w 10321503"/>
              <a:gd name="connsiteY14814" fmla="*/ 3564492 h 5599766"/>
              <a:gd name="connsiteX14815" fmla="*/ 9909572 w 10321503"/>
              <a:gd name="connsiteY14815" fmla="*/ 3563827 h 5599766"/>
              <a:gd name="connsiteX14816" fmla="*/ 9913101 w 10321503"/>
              <a:gd name="connsiteY14816" fmla="*/ 3557685 h 5599766"/>
              <a:gd name="connsiteX14817" fmla="*/ 9913717 w 10321503"/>
              <a:gd name="connsiteY14817" fmla="*/ 3557327 h 5599766"/>
              <a:gd name="connsiteX14818" fmla="*/ 9920778 w 10321503"/>
              <a:gd name="connsiteY14818" fmla="*/ 3557327 h 5599766"/>
              <a:gd name="connsiteX14819" fmla="*/ 9921393 w 10321503"/>
              <a:gd name="connsiteY14819" fmla="*/ 3557685 h 5599766"/>
              <a:gd name="connsiteX14820" fmla="*/ 9924925 w 10321503"/>
              <a:gd name="connsiteY14820" fmla="*/ 3563827 h 5599766"/>
              <a:gd name="connsiteX14821" fmla="*/ 9924925 w 10321503"/>
              <a:gd name="connsiteY14821" fmla="*/ 3564492 h 5599766"/>
              <a:gd name="connsiteX14822" fmla="*/ 9921393 w 10321503"/>
              <a:gd name="connsiteY14822" fmla="*/ 3570633 h 5599766"/>
              <a:gd name="connsiteX14823" fmla="*/ 9920778 w 10321503"/>
              <a:gd name="connsiteY14823" fmla="*/ 3570992 h 5599766"/>
              <a:gd name="connsiteX14824" fmla="*/ 8731339 w 10321503"/>
              <a:gd name="connsiteY14824" fmla="*/ 3570993 h 5599766"/>
              <a:gd name="connsiteX14825" fmla="*/ 8724276 w 10321503"/>
              <a:gd name="connsiteY14825" fmla="*/ 3570993 h 5599766"/>
              <a:gd name="connsiteX14826" fmla="*/ 8723663 w 10321503"/>
              <a:gd name="connsiteY14826" fmla="*/ 3570634 h 5599766"/>
              <a:gd name="connsiteX14827" fmla="*/ 8720131 w 10321503"/>
              <a:gd name="connsiteY14827" fmla="*/ 3564493 h 5599766"/>
              <a:gd name="connsiteX14828" fmla="*/ 8720131 w 10321503"/>
              <a:gd name="connsiteY14828" fmla="*/ 3563827 h 5599766"/>
              <a:gd name="connsiteX14829" fmla="*/ 8723663 w 10321503"/>
              <a:gd name="connsiteY14829" fmla="*/ 3557687 h 5599766"/>
              <a:gd name="connsiteX14830" fmla="*/ 8724276 w 10321503"/>
              <a:gd name="connsiteY14830" fmla="*/ 3557327 h 5599766"/>
              <a:gd name="connsiteX14831" fmla="*/ 8731339 w 10321503"/>
              <a:gd name="connsiteY14831" fmla="*/ 3557327 h 5599766"/>
              <a:gd name="connsiteX14832" fmla="*/ 8731954 w 10321503"/>
              <a:gd name="connsiteY14832" fmla="*/ 3557687 h 5599766"/>
              <a:gd name="connsiteX14833" fmla="*/ 8735487 w 10321503"/>
              <a:gd name="connsiteY14833" fmla="*/ 3563827 h 5599766"/>
              <a:gd name="connsiteX14834" fmla="*/ 8735487 w 10321503"/>
              <a:gd name="connsiteY14834" fmla="*/ 3564493 h 5599766"/>
              <a:gd name="connsiteX14835" fmla="*/ 8731954 w 10321503"/>
              <a:gd name="connsiteY14835" fmla="*/ 3570634 h 5599766"/>
              <a:gd name="connsiteX14836" fmla="*/ 8731339 w 10321503"/>
              <a:gd name="connsiteY14836" fmla="*/ 3570993 h 5599766"/>
              <a:gd name="connsiteX14837" fmla="*/ 5757857 w 10321503"/>
              <a:gd name="connsiteY14837" fmla="*/ 3570996 h 5599766"/>
              <a:gd name="connsiteX14838" fmla="*/ 5750795 w 10321503"/>
              <a:gd name="connsiteY14838" fmla="*/ 3570996 h 5599766"/>
              <a:gd name="connsiteX14839" fmla="*/ 5750181 w 10321503"/>
              <a:gd name="connsiteY14839" fmla="*/ 3570638 h 5599766"/>
              <a:gd name="connsiteX14840" fmla="*/ 5746649 w 10321503"/>
              <a:gd name="connsiteY14840" fmla="*/ 3564496 h 5599766"/>
              <a:gd name="connsiteX14841" fmla="*/ 5746649 w 10321503"/>
              <a:gd name="connsiteY14841" fmla="*/ 3563832 h 5599766"/>
              <a:gd name="connsiteX14842" fmla="*/ 5750181 w 10321503"/>
              <a:gd name="connsiteY14842" fmla="*/ 3557690 h 5599766"/>
              <a:gd name="connsiteX14843" fmla="*/ 5750795 w 10321503"/>
              <a:gd name="connsiteY14843" fmla="*/ 3557330 h 5599766"/>
              <a:gd name="connsiteX14844" fmla="*/ 5757857 w 10321503"/>
              <a:gd name="connsiteY14844" fmla="*/ 3557330 h 5599766"/>
              <a:gd name="connsiteX14845" fmla="*/ 5758471 w 10321503"/>
              <a:gd name="connsiteY14845" fmla="*/ 3557690 h 5599766"/>
              <a:gd name="connsiteX14846" fmla="*/ 5762003 w 10321503"/>
              <a:gd name="connsiteY14846" fmla="*/ 3563832 h 5599766"/>
              <a:gd name="connsiteX14847" fmla="*/ 5762003 w 10321503"/>
              <a:gd name="connsiteY14847" fmla="*/ 3564496 h 5599766"/>
              <a:gd name="connsiteX14848" fmla="*/ 5758471 w 10321503"/>
              <a:gd name="connsiteY14848" fmla="*/ 3570638 h 5599766"/>
              <a:gd name="connsiteX14849" fmla="*/ 5757857 w 10321503"/>
              <a:gd name="connsiteY14849" fmla="*/ 3570996 h 5599766"/>
              <a:gd name="connsiteX14850" fmla="*/ 6550807 w 10321503"/>
              <a:gd name="connsiteY14850" fmla="*/ 3571001 h 5599766"/>
              <a:gd name="connsiteX14851" fmla="*/ 6543744 w 10321503"/>
              <a:gd name="connsiteY14851" fmla="*/ 3571001 h 5599766"/>
              <a:gd name="connsiteX14852" fmla="*/ 6543129 w 10321503"/>
              <a:gd name="connsiteY14852" fmla="*/ 3570641 h 5599766"/>
              <a:gd name="connsiteX14853" fmla="*/ 6539598 w 10321503"/>
              <a:gd name="connsiteY14853" fmla="*/ 3564500 h 5599766"/>
              <a:gd name="connsiteX14854" fmla="*/ 6539598 w 10321503"/>
              <a:gd name="connsiteY14854" fmla="*/ 3563835 h 5599766"/>
              <a:gd name="connsiteX14855" fmla="*/ 6543129 w 10321503"/>
              <a:gd name="connsiteY14855" fmla="*/ 3557693 h 5599766"/>
              <a:gd name="connsiteX14856" fmla="*/ 6543744 w 10321503"/>
              <a:gd name="connsiteY14856" fmla="*/ 3557335 h 5599766"/>
              <a:gd name="connsiteX14857" fmla="*/ 6550807 w 10321503"/>
              <a:gd name="connsiteY14857" fmla="*/ 3557335 h 5599766"/>
              <a:gd name="connsiteX14858" fmla="*/ 6551420 w 10321503"/>
              <a:gd name="connsiteY14858" fmla="*/ 3557693 h 5599766"/>
              <a:gd name="connsiteX14859" fmla="*/ 6554953 w 10321503"/>
              <a:gd name="connsiteY14859" fmla="*/ 3563835 h 5599766"/>
              <a:gd name="connsiteX14860" fmla="*/ 6554953 w 10321503"/>
              <a:gd name="connsiteY14860" fmla="*/ 3564500 h 5599766"/>
              <a:gd name="connsiteX14861" fmla="*/ 6551420 w 10321503"/>
              <a:gd name="connsiteY14861" fmla="*/ 3570641 h 5599766"/>
              <a:gd name="connsiteX14862" fmla="*/ 6550807 w 10321503"/>
              <a:gd name="connsiteY14862" fmla="*/ 3571001 h 5599766"/>
              <a:gd name="connsiteX14863" fmla="*/ 7343716 w 10321503"/>
              <a:gd name="connsiteY14863" fmla="*/ 3571001 h 5599766"/>
              <a:gd name="connsiteX14864" fmla="*/ 7336652 w 10321503"/>
              <a:gd name="connsiteY14864" fmla="*/ 3571001 h 5599766"/>
              <a:gd name="connsiteX14865" fmla="*/ 7336037 w 10321503"/>
              <a:gd name="connsiteY14865" fmla="*/ 3570645 h 5599766"/>
              <a:gd name="connsiteX14866" fmla="*/ 7332506 w 10321503"/>
              <a:gd name="connsiteY14866" fmla="*/ 3564502 h 5599766"/>
              <a:gd name="connsiteX14867" fmla="*/ 7332506 w 10321503"/>
              <a:gd name="connsiteY14867" fmla="*/ 3563836 h 5599766"/>
              <a:gd name="connsiteX14868" fmla="*/ 7336037 w 10321503"/>
              <a:gd name="connsiteY14868" fmla="*/ 3557696 h 5599766"/>
              <a:gd name="connsiteX14869" fmla="*/ 7336652 w 10321503"/>
              <a:gd name="connsiteY14869" fmla="*/ 3557337 h 5599766"/>
              <a:gd name="connsiteX14870" fmla="*/ 7343716 w 10321503"/>
              <a:gd name="connsiteY14870" fmla="*/ 3557337 h 5599766"/>
              <a:gd name="connsiteX14871" fmla="*/ 7344330 w 10321503"/>
              <a:gd name="connsiteY14871" fmla="*/ 3557696 h 5599766"/>
              <a:gd name="connsiteX14872" fmla="*/ 7347861 w 10321503"/>
              <a:gd name="connsiteY14872" fmla="*/ 3563836 h 5599766"/>
              <a:gd name="connsiteX14873" fmla="*/ 7347861 w 10321503"/>
              <a:gd name="connsiteY14873" fmla="*/ 3564502 h 5599766"/>
              <a:gd name="connsiteX14874" fmla="*/ 7344330 w 10321503"/>
              <a:gd name="connsiteY14874" fmla="*/ 3570645 h 5599766"/>
              <a:gd name="connsiteX14875" fmla="*/ 7343716 w 10321503"/>
              <a:gd name="connsiteY14875" fmla="*/ 3571001 h 5599766"/>
              <a:gd name="connsiteX14876" fmla="*/ 3379008 w 10321503"/>
              <a:gd name="connsiteY14876" fmla="*/ 3571006 h 5599766"/>
              <a:gd name="connsiteX14877" fmla="*/ 3371947 w 10321503"/>
              <a:gd name="connsiteY14877" fmla="*/ 3571006 h 5599766"/>
              <a:gd name="connsiteX14878" fmla="*/ 3371332 w 10321503"/>
              <a:gd name="connsiteY14878" fmla="*/ 3570647 h 5599766"/>
              <a:gd name="connsiteX14879" fmla="*/ 3367800 w 10321503"/>
              <a:gd name="connsiteY14879" fmla="*/ 3564507 h 5599766"/>
              <a:gd name="connsiteX14880" fmla="*/ 3367800 w 10321503"/>
              <a:gd name="connsiteY14880" fmla="*/ 3563841 h 5599766"/>
              <a:gd name="connsiteX14881" fmla="*/ 3371332 w 10321503"/>
              <a:gd name="connsiteY14881" fmla="*/ 3557698 h 5599766"/>
              <a:gd name="connsiteX14882" fmla="*/ 3371947 w 10321503"/>
              <a:gd name="connsiteY14882" fmla="*/ 3557341 h 5599766"/>
              <a:gd name="connsiteX14883" fmla="*/ 3379008 w 10321503"/>
              <a:gd name="connsiteY14883" fmla="*/ 3557341 h 5599766"/>
              <a:gd name="connsiteX14884" fmla="*/ 3379624 w 10321503"/>
              <a:gd name="connsiteY14884" fmla="*/ 3557698 h 5599766"/>
              <a:gd name="connsiteX14885" fmla="*/ 3383155 w 10321503"/>
              <a:gd name="connsiteY14885" fmla="*/ 3563841 h 5599766"/>
              <a:gd name="connsiteX14886" fmla="*/ 3383155 w 10321503"/>
              <a:gd name="connsiteY14886" fmla="*/ 3564507 h 5599766"/>
              <a:gd name="connsiteX14887" fmla="*/ 3379624 w 10321503"/>
              <a:gd name="connsiteY14887" fmla="*/ 3570647 h 5599766"/>
              <a:gd name="connsiteX14888" fmla="*/ 3379008 w 10321503"/>
              <a:gd name="connsiteY14888" fmla="*/ 3571006 h 5599766"/>
              <a:gd name="connsiteX14889" fmla="*/ 5163134 w 10321503"/>
              <a:gd name="connsiteY14889" fmla="*/ 3571010 h 5599766"/>
              <a:gd name="connsiteX14890" fmla="*/ 5156070 w 10321503"/>
              <a:gd name="connsiteY14890" fmla="*/ 3571010 h 5599766"/>
              <a:gd name="connsiteX14891" fmla="*/ 5155456 w 10321503"/>
              <a:gd name="connsiteY14891" fmla="*/ 3570652 h 5599766"/>
              <a:gd name="connsiteX14892" fmla="*/ 5151924 w 10321503"/>
              <a:gd name="connsiteY14892" fmla="*/ 3564511 h 5599766"/>
              <a:gd name="connsiteX14893" fmla="*/ 5151924 w 10321503"/>
              <a:gd name="connsiteY14893" fmla="*/ 3563845 h 5599766"/>
              <a:gd name="connsiteX14894" fmla="*/ 5155456 w 10321503"/>
              <a:gd name="connsiteY14894" fmla="*/ 3557704 h 5599766"/>
              <a:gd name="connsiteX14895" fmla="*/ 5156070 w 10321503"/>
              <a:gd name="connsiteY14895" fmla="*/ 3557345 h 5599766"/>
              <a:gd name="connsiteX14896" fmla="*/ 5163134 w 10321503"/>
              <a:gd name="connsiteY14896" fmla="*/ 3557345 h 5599766"/>
              <a:gd name="connsiteX14897" fmla="*/ 5163748 w 10321503"/>
              <a:gd name="connsiteY14897" fmla="*/ 3557704 h 5599766"/>
              <a:gd name="connsiteX14898" fmla="*/ 5167279 w 10321503"/>
              <a:gd name="connsiteY14898" fmla="*/ 3563845 h 5599766"/>
              <a:gd name="connsiteX14899" fmla="*/ 5167279 w 10321503"/>
              <a:gd name="connsiteY14899" fmla="*/ 3564511 h 5599766"/>
              <a:gd name="connsiteX14900" fmla="*/ 5163748 w 10321503"/>
              <a:gd name="connsiteY14900" fmla="*/ 3570652 h 5599766"/>
              <a:gd name="connsiteX14901" fmla="*/ 5163134 w 10321503"/>
              <a:gd name="connsiteY14901" fmla="*/ 3571010 h 5599766"/>
              <a:gd name="connsiteX14902" fmla="*/ 4964909 w 10321503"/>
              <a:gd name="connsiteY14902" fmla="*/ 3571012 h 5599766"/>
              <a:gd name="connsiteX14903" fmla="*/ 4957846 w 10321503"/>
              <a:gd name="connsiteY14903" fmla="*/ 3571012 h 5599766"/>
              <a:gd name="connsiteX14904" fmla="*/ 4957232 w 10321503"/>
              <a:gd name="connsiteY14904" fmla="*/ 3570654 h 5599766"/>
              <a:gd name="connsiteX14905" fmla="*/ 4953699 w 10321503"/>
              <a:gd name="connsiteY14905" fmla="*/ 3564512 h 5599766"/>
              <a:gd name="connsiteX14906" fmla="*/ 4953699 w 10321503"/>
              <a:gd name="connsiteY14906" fmla="*/ 3563846 h 5599766"/>
              <a:gd name="connsiteX14907" fmla="*/ 4957232 w 10321503"/>
              <a:gd name="connsiteY14907" fmla="*/ 3557704 h 5599766"/>
              <a:gd name="connsiteX14908" fmla="*/ 4957846 w 10321503"/>
              <a:gd name="connsiteY14908" fmla="*/ 3557346 h 5599766"/>
              <a:gd name="connsiteX14909" fmla="*/ 4964909 w 10321503"/>
              <a:gd name="connsiteY14909" fmla="*/ 3557346 h 5599766"/>
              <a:gd name="connsiteX14910" fmla="*/ 4965523 w 10321503"/>
              <a:gd name="connsiteY14910" fmla="*/ 3557704 h 5599766"/>
              <a:gd name="connsiteX14911" fmla="*/ 4969054 w 10321503"/>
              <a:gd name="connsiteY14911" fmla="*/ 3563846 h 5599766"/>
              <a:gd name="connsiteX14912" fmla="*/ 4969054 w 10321503"/>
              <a:gd name="connsiteY14912" fmla="*/ 3564512 h 5599766"/>
              <a:gd name="connsiteX14913" fmla="*/ 4965523 w 10321503"/>
              <a:gd name="connsiteY14913" fmla="*/ 3570654 h 5599766"/>
              <a:gd name="connsiteX14914" fmla="*/ 4964909 w 10321503"/>
              <a:gd name="connsiteY14914" fmla="*/ 3571012 h 5599766"/>
              <a:gd name="connsiteX14915" fmla="*/ 3180784 w 10321503"/>
              <a:gd name="connsiteY14915" fmla="*/ 3571014 h 5599766"/>
              <a:gd name="connsiteX14916" fmla="*/ 3173721 w 10321503"/>
              <a:gd name="connsiteY14916" fmla="*/ 3571014 h 5599766"/>
              <a:gd name="connsiteX14917" fmla="*/ 3173107 w 10321503"/>
              <a:gd name="connsiteY14917" fmla="*/ 3570655 h 5599766"/>
              <a:gd name="connsiteX14918" fmla="*/ 3169576 w 10321503"/>
              <a:gd name="connsiteY14918" fmla="*/ 3564514 h 5599766"/>
              <a:gd name="connsiteX14919" fmla="*/ 3169576 w 10321503"/>
              <a:gd name="connsiteY14919" fmla="*/ 3563849 h 5599766"/>
              <a:gd name="connsiteX14920" fmla="*/ 3173107 w 10321503"/>
              <a:gd name="connsiteY14920" fmla="*/ 3557707 h 5599766"/>
              <a:gd name="connsiteX14921" fmla="*/ 3173721 w 10321503"/>
              <a:gd name="connsiteY14921" fmla="*/ 3557348 h 5599766"/>
              <a:gd name="connsiteX14922" fmla="*/ 3180784 w 10321503"/>
              <a:gd name="connsiteY14922" fmla="*/ 3557348 h 5599766"/>
              <a:gd name="connsiteX14923" fmla="*/ 3181398 w 10321503"/>
              <a:gd name="connsiteY14923" fmla="*/ 3557707 h 5599766"/>
              <a:gd name="connsiteX14924" fmla="*/ 3184931 w 10321503"/>
              <a:gd name="connsiteY14924" fmla="*/ 3563849 h 5599766"/>
              <a:gd name="connsiteX14925" fmla="*/ 3184931 w 10321503"/>
              <a:gd name="connsiteY14925" fmla="*/ 3564514 h 5599766"/>
              <a:gd name="connsiteX14926" fmla="*/ 3181398 w 10321503"/>
              <a:gd name="connsiteY14926" fmla="*/ 3570655 h 5599766"/>
              <a:gd name="connsiteX14927" fmla="*/ 3180784 w 10321503"/>
              <a:gd name="connsiteY14927" fmla="*/ 3571014 h 5599766"/>
              <a:gd name="connsiteX14928" fmla="*/ 10317270 w 10321503"/>
              <a:gd name="connsiteY14928" fmla="*/ 3571014 h 5599766"/>
              <a:gd name="connsiteX14929" fmla="*/ 10310208 w 10321503"/>
              <a:gd name="connsiteY14929" fmla="*/ 3571014 h 5599766"/>
              <a:gd name="connsiteX14930" fmla="*/ 10309593 w 10321503"/>
              <a:gd name="connsiteY14930" fmla="*/ 3570655 h 5599766"/>
              <a:gd name="connsiteX14931" fmla="*/ 10306062 w 10321503"/>
              <a:gd name="connsiteY14931" fmla="*/ 3564513 h 5599766"/>
              <a:gd name="connsiteX14932" fmla="*/ 10306062 w 10321503"/>
              <a:gd name="connsiteY14932" fmla="*/ 3563849 h 5599766"/>
              <a:gd name="connsiteX14933" fmla="*/ 10309593 w 10321503"/>
              <a:gd name="connsiteY14933" fmla="*/ 3557706 h 5599766"/>
              <a:gd name="connsiteX14934" fmla="*/ 10310208 w 10321503"/>
              <a:gd name="connsiteY14934" fmla="*/ 3557347 h 5599766"/>
              <a:gd name="connsiteX14935" fmla="*/ 10317270 w 10321503"/>
              <a:gd name="connsiteY14935" fmla="*/ 3557347 h 5599766"/>
              <a:gd name="connsiteX14936" fmla="*/ 10317886 w 10321503"/>
              <a:gd name="connsiteY14936" fmla="*/ 3557706 h 5599766"/>
              <a:gd name="connsiteX14937" fmla="*/ 10321417 w 10321503"/>
              <a:gd name="connsiteY14937" fmla="*/ 3563849 h 5599766"/>
              <a:gd name="connsiteX14938" fmla="*/ 10321417 w 10321503"/>
              <a:gd name="connsiteY14938" fmla="*/ 3564513 h 5599766"/>
              <a:gd name="connsiteX14939" fmla="*/ 10317886 w 10321503"/>
              <a:gd name="connsiteY14939" fmla="*/ 3570655 h 5599766"/>
              <a:gd name="connsiteX14940" fmla="*/ 10317270 w 10321503"/>
              <a:gd name="connsiteY14940" fmla="*/ 3571014 h 5599766"/>
              <a:gd name="connsiteX14941" fmla="*/ 8334925 w 10321503"/>
              <a:gd name="connsiteY14941" fmla="*/ 3571015 h 5599766"/>
              <a:gd name="connsiteX14942" fmla="*/ 8327862 w 10321503"/>
              <a:gd name="connsiteY14942" fmla="*/ 3571015 h 5599766"/>
              <a:gd name="connsiteX14943" fmla="*/ 8327248 w 10321503"/>
              <a:gd name="connsiteY14943" fmla="*/ 3570656 h 5599766"/>
              <a:gd name="connsiteX14944" fmla="*/ 8323716 w 10321503"/>
              <a:gd name="connsiteY14944" fmla="*/ 3564515 h 5599766"/>
              <a:gd name="connsiteX14945" fmla="*/ 8323716 w 10321503"/>
              <a:gd name="connsiteY14945" fmla="*/ 3563850 h 5599766"/>
              <a:gd name="connsiteX14946" fmla="*/ 8327248 w 10321503"/>
              <a:gd name="connsiteY14946" fmla="*/ 3557707 h 5599766"/>
              <a:gd name="connsiteX14947" fmla="*/ 8327862 w 10321503"/>
              <a:gd name="connsiteY14947" fmla="*/ 3557348 h 5599766"/>
              <a:gd name="connsiteX14948" fmla="*/ 8334925 w 10321503"/>
              <a:gd name="connsiteY14948" fmla="*/ 3557348 h 5599766"/>
              <a:gd name="connsiteX14949" fmla="*/ 8335540 w 10321503"/>
              <a:gd name="connsiteY14949" fmla="*/ 3557707 h 5599766"/>
              <a:gd name="connsiteX14950" fmla="*/ 8339071 w 10321503"/>
              <a:gd name="connsiteY14950" fmla="*/ 3563850 h 5599766"/>
              <a:gd name="connsiteX14951" fmla="*/ 8339071 w 10321503"/>
              <a:gd name="connsiteY14951" fmla="*/ 3564515 h 5599766"/>
              <a:gd name="connsiteX14952" fmla="*/ 8335540 w 10321503"/>
              <a:gd name="connsiteY14952" fmla="*/ 3570656 h 5599766"/>
              <a:gd name="connsiteX14953" fmla="*/ 8334925 w 10321503"/>
              <a:gd name="connsiteY14953" fmla="*/ 3571015 h 5599766"/>
              <a:gd name="connsiteX14954" fmla="*/ 11254 w 10321503"/>
              <a:gd name="connsiteY14954" fmla="*/ 3734330 h 5599766"/>
              <a:gd name="connsiteX14955" fmla="*/ 4192 w 10321503"/>
              <a:gd name="connsiteY14955" fmla="*/ 3734330 h 5599766"/>
              <a:gd name="connsiteX14956" fmla="*/ 3578 w 10321503"/>
              <a:gd name="connsiteY14956" fmla="*/ 3733972 h 5599766"/>
              <a:gd name="connsiteX14957" fmla="*/ 46 w 10321503"/>
              <a:gd name="connsiteY14957" fmla="*/ 3727830 h 5599766"/>
              <a:gd name="connsiteX14958" fmla="*/ 46 w 10321503"/>
              <a:gd name="connsiteY14958" fmla="*/ 3727166 h 5599766"/>
              <a:gd name="connsiteX14959" fmla="*/ 3578 w 10321503"/>
              <a:gd name="connsiteY14959" fmla="*/ 3721024 h 5599766"/>
              <a:gd name="connsiteX14960" fmla="*/ 4192 w 10321503"/>
              <a:gd name="connsiteY14960" fmla="*/ 3720665 h 5599766"/>
              <a:gd name="connsiteX14961" fmla="*/ 11254 w 10321503"/>
              <a:gd name="connsiteY14961" fmla="*/ 3720665 h 5599766"/>
              <a:gd name="connsiteX14962" fmla="*/ 11868 w 10321503"/>
              <a:gd name="connsiteY14962" fmla="*/ 3721024 h 5599766"/>
              <a:gd name="connsiteX14963" fmla="*/ 15400 w 10321503"/>
              <a:gd name="connsiteY14963" fmla="*/ 3727166 h 5599766"/>
              <a:gd name="connsiteX14964" fmla="*/ 15400 w 10321503"/>
              <a:gd name="connsiteY14964" fmla="*/ 3727830 h 5599766"/>
              <a:gd name="connsiteX14965" fmla="*/ 11868 w 10321503"/>
              <a:gd name="connsiteY14965" fmla="*/ 3733972 h 5599766"/>
              <a:gd name="connsiteX14966" fmla="*/ 11254 w 10321503"/>
              <a:gd name="connsiteY14966" fmla="*/ 3734330 h 5599766"/>
              <a:gd name="connsiteX14967" fmla="*/ 209480 w 10321503"/>
              <a:gd name="connsiteY14967" fmla="*/ 3734330 h 5599766"/>
              <a:gd name="connsiteX14968" fmla="*/ 202416 w 10321503"/>
              <a:gd name="connsiteY14968" fmla="*/ 3734330 h 5599766"/>
              <a:gd name="connsiteX14969" fmla="*/ 201803 w 10321503"/>
              <a:gd name="connsiteY14969" fmla="*/ 3733972 h 5599766"/>
              <a:gd name="connsiteX14970" fmla="*/ 198270 w 10321503"/>
              <a:gd name="connsiteY14970" fmla="*/ 3727830 h 5599766"/>
              <a:gd name="connsiteX14971" fmla="*/ 198270 w 10321503"/>
              <a:gd name="connsiteY14971" fmla="*/ 3727166 h 5599766"/>
              <a:gd name="connsiteX14972" fmla="*/ 201803 w 10321503"/>
              <a:gd name="connsiteY14972" fmla="*/ 3721024 h 5599766"/>
              <a:gd name="connsiteX14973" fmla="*/ 202416 w 10321503"/>
              <a:gd name="connsiteY14973" fmla="*/ 3720665 h 5599766"/>
              <a:gd name="connsiteX14974" fmla="*/ 209480 w 10321503"/>
              <a:gd name="connsiteY14974" fmla="*/ 3720665 h 5599766"/>
              <a:gd name="connsiteX14975" fmla="*/ 210094 w 10321503"/>
              <a:gd name="connsiteY14975" fmla="*/ 3721024 h 5599766"/>
              <a:gd name="connsiteX14976" fmla="*/ 213625 w 10321503"/>
              <a:gd name="connsiteY14976" fmla="*/ 3727166 h 5599766"/>
              <a:gd name="connsiteX14977" fmla="*/ 213625 w 10321503"/>
              <a:gd name="connsiteY14977" fmla="*/ 3727830 h 5599766"/>
              <a:gd name="connsiteX14978" fmla="*/ 210094 w 10321503"/>
              <a:gd name="connsiteY14978" fmla="*/ 3733972 h 5599766"/>
              <a:gd name="connsiteX14979" fmla="*/ 209480 w 10321503"/>
              <a:gd name="connsiteY14979" fmla="*/ 3734330 h 5599766"/>
              <a:gd name="connsiteX14980" fmla="*/ 407754 w 10321503"/>
              <a:gd name="connsiteY14980" fmla="*/ 3734330 h 5599766"/>
              <a:gd name="connsiteX14981" fmla="*/ 400692 w 10321503"/>
              <a:gd name="connsiteY14981" fmla="*/ 3734330 h 5599766"/>
              <a:gd name="connsiteX14982" fmla="*/ 400078 w 10321503"/>
              <a:gd name="connsiteY14982" fmla="*/ 3733972 h 5599766"/>
              <a:gd name="connsiteX14983" fmla="*/ 396546 w 10321503"/>
              <a:gd name="connsiteY14983" fmla="*/ 3727830 h 5599766"/>
              <a:gd name="connsiteX14984" fmla="*/ 396546 w 10321503"/>
              <a:gd name="connsiteY14984" fmla="*/ 3727166 h 5599766"/>
              <a:gd name="connsiteX14985" fmla="*/ 400078 w 10321503"/>
              <a:gd name="connsiteY14985" fmla="*/ 3721024 h 5599766"/>
              <a:gd name="connsiteX14986" fmla="*/ 400692 w 10321503"/>
              <a:gd name="connsiteY14986" fmla="*/ 3720665 h 5599766"/>
              <a:gd name="connsiteX14987" fmla="*/ 407754 w 10321503"/>
              <a:gd name="connsiteY14987" fmla="*/ 3720665 h 5599766"/>
              <a:gd name="connsiteX14988" fmla="*/ 408369 w 10321503"/>
              <a:gd name="connsiteY14988" fmla="*/ 3721024 h 5599766"/>
              <a:gd name="connsiteX14989" fmla="*/ 411900 w 10321503"/>
              <a:gd name="connsiteY14989" fmla="*/ 3727166 h 5599766"/>
              <a:gd name="connsiteX14990" fmla="*/ 411900 w 10321503"/>
              <a:gd name="connsiteY14990" fmla="*/ 3727830 h 5599766"/>
              <a:gd name="connsiteX14991" fmla="*/ 408369 w 10321503"/>
              <a:gd name="connsiteY14991" fmla="*/ 3733972 h 5599766"/>
              <a:gd name="connsiteX14992" fmla="*/ 407754 w 10321503"/>
              <a:gd name="connsiteY14992" fmla="*/ 3734330 h 5599766"/>
              <a:gd name="connsiteX14993" fmla="*/ 605979 w 10321503"/>
              <a:gd name="connsiteY14993" fmla="*/ 3734330 h 5599766"/>
              <a:gd name="connsiteX14994" fmla="*/ 598916 w 10321503"/>
              <a:gd name="connsiteY14994" fmla="*/ 3734330 h 5599766"/>
              <a:gd name="connsiteX14995" fmla="*/ 598302 w 10321503"/>
              <a:gd name="connsiteY14995" fmla="*/ 3733972 h 5599766"/>
              <a:gd name="connsiteX14996" fmla="*/ 594770 w 10321503"/>
              <a:gd name="connsiteY14996" fmla="*/ 3727830 h 5599766"/>
              <a:gd name="connsiteX14997" fmla="*/ 594770 w 10321503"/>
              <a:gd name="connsiteY14997" fmla="*/ 3727166 h 5599766"/>
              <a:gd name="connsiteX14998" fmla="*/ 598302 w 10321503"/>
              <a:gd name="connsiteY14998" fmla="*/ 3721024 h 5599766"/>
              <a:gd name="connsiteX14999" fmla="*/ 598916 w 10321503"/>
              <a:gd name="connsiteY14999" fmla="*/ 3720665 h 5599766"/>
              <a:gd name="connsiteX15000" fmla="*/ 605979 w 10321503"/>
              <a:gd name="connsiteY15000" fmla="*/ 3720665 h 5599766"/>
              <a:gd name="connsiteX15001" fmla="*/ 606593 w 10321503"/>
              <a:gd name="connsiteY15001" fmla="*/ 3721024 h 5599766"/>
              <a:gd name="connsiteX15002" fmla="*/ 610125 w 10321503"/>
              <a:gd name="connsiteY15002" fmla="*/ 3727166 h 5599766"/>
              <a:gd name="connsiteX15003" fmla="*/ 610125 w 10321503"/>
              <a:gd name="connsiteY15003" fmla="*/ 3727830 h 5599766"/>
              <a:gd name="connsiteX15004" fmla="*/ 606593 w 10321503"/>
              <a:gd name="connsiteY15004" fmla="*/ 3733972 h 5599766"/>
              <a:gd name="connsiteX15005" fmla="*/ 605979 w 10321503"/>
              <a:gd name="connsiteY15005" fmla="*/ 3734330 h 5599766"/>
              <a:gd name="connsiteX15006" fmla="*/ 804204 w 10321503"/>
              <a:gd name="connsiteY15006" fmla="*/ 3734330 h 5599766"/>
              <a:gd name="connsiteX15007" fmla="*/ 797140 w 10321503"/>
              <a:gd name="connsiteY15007" fmla="*/ 3734330 h 5599766"/>
              <a:gd name="connsiteX15008" fmla="*/ 796526 w 10321503"/>
              <a:gd name="connsiteY15008" fmla="*/ 3733972 h 5599766"/>
              <a:gd name="connsiteX15009" fmla="*/ 792995 w 10321503"/>
              <a:gd name="connsiteY15009" fmla="*/ 3727830 h 5599766"/>
              <a:gd name="connsiteX15010" fmla="*/ 792995 w 10321503"/>
              <a:gd name="connsiteY15010" fmla="*/ 3727166 h 5599766"/>
              <a:gd name="connsiteX15011" fmla="*/ 796526 w 10321503"/>
              <a:gd name="connsiteY15011" fmla="*/ 3721024 h 5599766"/>
              <a:gd name="connsiteX15012" fmla="*/ 797140 w 10321503"/>
              <a:gd name="connsiteY15012" fmla="*/ 3720665 h 5599766"/>
              <a:gd name="connsiteX15013" fmla="*/ 804204 w 10321503"/>
              <a:gd name="connsiteY15013" fmla="*/ 3720665 h 5599766"/>
              <a:gd name="connsiteX15014" fmla="*/ 804818 w 10321503"/>
              <a:gd name="connsiteY15014" fmla="*/ 3721024 h 5599766"/>
              <a:gd name="connsiteX15015" fmla="*/ 808350 w 10321503"/>
              <a:gd name="connsiteY15015" fmla="*/ 3727166 h 5599766"/>
              <a:gd name="connsiteX15016" fmla="*/ 808350 w 10321503"/>
              <a:gd name="connsiteY15016" fmla="*/ 3727830 h 5599766"/>
              <a:gd name="connsiteX15017" fmla="*/ 804818 w 10321503"/>
              <a:gd name="connsiteY15017" fmla="*/ 3733972 h 5599766"/>
              <a:gd name="connsiteX15018" fmla="*/ 804204 w 10321503"/>
              <a:gd name="connsiteY15018" fmla="*/ 3734330 h 5599766"/>
              <a:gd name="connsiteX15019" fmla="*/ 1002428 w 10321503"/>
              <a:gd name="connsiteY15019" fmla="*/ 3734330 h 5599766"/>
              <a:gd name="connsiteX15020" fmla="*/ 995366 w 10321503"/>
              <a:gd name="connsiteY15020" fmla="*/ 3734330 h 5599766"/>
              <a:gd name="connsiteX15021" fmla="*/ 994752 w 10321503"/>
              <a:gd name="connsiteY15021" fmla="*/ 3733972 h 5599766"/>
              <a:gd name="connsiteX15022" fmla="*/ 991220 w 10321503"/>
              <a:gd name="connsiteY15022" fmla="*/ 3727830 h 5599766"/>
              <a:gd name="connsiteX15023" fmla="*/ 991220 w 10321503"/>
              <a:gd name="connsiteY15023" fmla="*/ 3727166 h 5599766"/>
              <a:gd name="connsiteX15024" fmla="*/ 994752 w 10321503"/>
              <a:gd name="connsiteY15024" fmla="*/ 3721024 h 5599766"/>
              <a:gd name="connsiteX15025" fmla="*/ 995366 w 10321503"/>
              <a:gd name="connsiteY15025" fmla="*/ 3720665 h 5599766"/>
              <a:gd name="connsiteX15026" fmla="*/ 1002428 w 10321503"/>
              <a:gd name="connsiteY15026" fmla="*/ 3720665 h 5599766"/>
              <a:gd name="connsiteX15027" fmla="*/ 1003042 w 10321503"/>
              <a:gd name="connsiteY15027" fmla="*/ 3721024 h 5599766"/>
              <a:gd name="connsiteX15028" fmla="*/ 1006574 w 10321503"/>
              <a:gd name="connsiteY15028" fmla="*/ 3727166 h 5599766"/>
              <a:gd name="connsiteX15029" fmla="*/ 1006574 w 10321503"/>
              <a:gd name="connsiteY15029" fmla="*/ 3727830 h 5599766"/>
              <a:gd name="connsiteX15030" fmla="*/ 1003042 w 10321503"/>
              <a:gd name="connsiteY15030" fmla="*/ 3733972 h 5599766"/>
              <a:gd name="connsiteX15031" fmla="*/ 1002428 w 10321503"/>
              <a:gd name="connsiteY15031" fmla="*/ 3734330 h 5599766"/>
              <a:gd name="connsiteX15032" fmla="*/ 1200704 w 10321503"/>
              <a:gd name="connsiteY15032" fmla="*/ 3734330 h 5599766"/>
              <a:gd name="connsiteX15033" fmla="*/ 1193642 w 10321503"/>
              <a:gd name="connsiteY15033" fmla="*/ 3734330 h 5599766"/>
              <a:gd name="connsiteX15034" fmla="*/ 1193028 w 10321503"/>
              <a:gd name="connsiteY15034" fmla="*/ 3733972 h 5599766"/>
              <a:gd name="connsiteX15035" fmla="*/ 1189495 w 10321503"/>
              <a:gd name="connsiteY15035" fmla="*/ 3727830 h 5599766"/>
              <a:gd name="connsiteX15036" fmla="*/ 1189495 w 10321503"/>
              <a:gd name="connsiteY15036" fmla="*/ 3727166 h 5599766"/>
              <a:gd name="connsiteX15037" fmla="*/ 1193028 w 10321503"/>
              <a:gd name="connsiteY15037" fmla="*/ 3721024 h 5599766"/>
              <a:gd name="connsiteX15038" fmla="*/ 1193642 w 10321503"/>
              <a:gd name="connsiteY15038" fmla="*/ 3720665 h 5599766"/>
              <a:gd name="connsiteX15039" fmla="*/ 1200704 w 10321503"/>
              <a:gd name="connsiteY15039" fmla="*/ 3720665 h 5599766"/>
              <a:gd name="connsiteX15040" fmla="*/ 1201318 w 10321503"/>
              <a:gd name="connsiteY15040" fmla="*/ 3721024 h 5599766"/>
              <a:gd name="connsiteX15041" fmla="*/ 1204850 w 10321503"/>
              <a:gd name="connsiteY15041" fmla="*/ 3727166 h 5599766"/>
              <a:gd name="connsiteX15042" fmla="*/ 1204850 w 10321503"/>
              <a:gd name="connsiteY15042" fmla="*/ 3727830 h 5599766"/>
              <a:gd name="connsiteX15043" fmla="*/ 1201318 w 10321503"/>
              <a:gd name="connsiteY15043" fmla="*/ 3733972 h 5599766"/>
              <a:gd name="connsiteX15044" fmla="*/ 1200704 w 10321503"/>
              <a:gd name="connsiteY15044" fmla="*/ 3734330 h 5599766"/>
              <a:gd name="connsiteX15045" fmla="*/ 1398928 w 10321503"/>
              <a:gd name="connsiteY15045" fmla="*/ 3734330 h 5599766"/>
              <a:gd name="connsiteX15046" fmla="*/ 1391866 w 10321503"/>
              <a:gd name="connsiteY15046" fmla="*/ 3734330 h 5599766"/>
              <a:gd name="connsiteX15047" fmla="*/ 1391252 w 10321503"/>
              <a:gd name="connsiteY15047" fmla="*/ 3733972 h 5599766"/>
              <a:gd name="connsiteX15048" fmla="*/ 1387720 w 10321503"/>
              <a:gd name="connsiteY15048" fmla="*/ 3727830 h 5599766"/>
              <a:gd name="connsiteX15049" fmla="*/ 1387720 w 10321503"/>
              <a:gd name="connsiteY15049" fmla="*/ 3727166 h 5599766"/>
              <a:gd name="connsiteX15050" fmla="*/ 1391252 w 10321503"/>
              <a:gd name="connsiteY15050" fmla="*/ 3721024 h 5599766"/>
              <a:gd name="connsiteX15051" fmla="*/ 1391866 w 10321503"/>
              <a:gd name="connsiteY15051" fmla="*/ 3720665 h 5599766"/>
              <a:gd name="connsiteX15052" fmla="*/ 1398928 w 10321503"/>
              <a:gd name="connsiteY15052" fmla="*/ 3720665 h 5599766"/>
              <a:gd name="connsiteX15053" fmla="*/ 1399544 w 10321503"/>
              <a:gd name="connsiteY15053" fmla="*/ 3721024 h 5599766"/>
              <a:gd name="connsiteX15054" fmla="*/ 1403074 w 10321503"/>
              <a:gd name="connsiteY15054" fmla="*/ 3727166 h 5599766"/>
              <a:gd name="connsiteX15055" fmla="*/ 1403074 w 10321503"/>
              <a:gd name="connsiteY15055" fmla="*/ 3727830 h 5599766"/>
              <a:gd name="connsiteX15056" fmla="*/ 1399544 w 10321503"/>
              <a:gd name="connsiteY15056" fmla="*/ 3733972 h 5599766"/>
              <a:gd name="connsiteX15057" fmla="*/ 1398928 w 10321503"/>
              <a:gd name="connsiteY15057" fmla="*/ 3734330 h 5599766"/>
              <a:gd name="connsiteX15058" fmla="*/ 1597154 w 10321503"/>
              <a:gd name="connsiteY15058" fmla="*/ 3734330 h 5599766"/>
              <a:gd name="connsiteX15059" fmla="*/ 1590090 w 10321503"/>
              <a:gd name="connsiteY15059" fmla="*/ 3734330 h 5599766"/>
              <a:gd name="connsiteX15060" fmla="*/ 1589476 w 10321503"/>
              <a:gd name="connsiteY15060" fmla="*/ 3733972 h 5599766"/>
              <a:gd name="connsiteX15061" fmla="*/ 1585944 w 10321503"/>
              <a:gd name="connsiteY15061" fmla="*/ 3727830 h 5599766"/>
              <a:gd name="connsiteX15062" fmla="*/ 1585944 w 10321503"/>
              <a:gd name="connsiteY15062" fmla="*/ 3727166 h 5599766"/>
              <a:gd name="connsiteX15063" fmla="*/ 1589476 w 10321503"/>
              <a:gd name="connsiteY15063" fmla="*/ 3721024 h 5599766"/>
              <a:gd name="connsiteX15064" fmla="*/ 1590090 w 10321503"/>
              <a:gd name="connsiteY15064" fmla="*/ 3720665 h 5599766"/>
              <a:gd name="connsiteX15065" fmla="*/ 1597154 w 10321503"/>
              <a:gd name="connsiteY15065" fmla="*/ 3720665 h 5599766"/>
              <a:gd name="connsiteX15066" fmla="*/ 1597768 w 10321503"/>
              <a:gd name="connsiteY15066" fmla="*/ 3721024 h 5599766"/>
              <a:gd name="connsiteX15067" fmla="*/ 1601298 w 10321503"/>
              <a:gd name="connsiteY15067" fmla="*/ 3727166 h 5599766"/>
              <a:gd name="connsiteX15068" fmla="*/ 1601298 w 10321503"/>
              <a:gd name="connsiteY15068" fmla="*/ 3727830 h 5599766"/>
              <a:gd name="connsiteX15069" fmla="*/ 1597768 w 10321503"/>
              <a:gd name="connsiteY15069" fmla="*/ 3733972 h 5599766"/>
              <a:gd name="connsiteX15070" fmla="*/ 1597154 w 10321503"/>
              <a:gd name="connsiteY15070" fmla="*/ 3734330 h 5599766"/>
              <a:gd name="connsiteX15071" fmla="*/ 1795378 w 10321503"/>
              <a:gd name="connsiteY15071" fmla="*/ 3734330 h 5599766"/>
              <a:gd name="connsiteX15072" fmla="*/ 1788315 w 10321503"/>
              <a:gd name="connsiteY15072" fmla="*/ 3734330 h 5599766"/>
              <a:gd name="connsiteX15073" fmla="*/ 1787701 w 10321503"/>
              <a:gd name="connsiteY15073" fmla="*/ 3733972 h 5599766"/>
              <a:gd name="connsiteX15074" fmla="*/ 1784170 w 10321503"/>
              <a:gd name="connsiteY15074" fmla="*/ 3727830 h 5599766"/>
              <a:gd name="connsiteX15075" fmla="*/ 1784170 w 10321503"/>
              <a:gd name="connsiteY15075" fmla="*/ 3727166 h 5599766"/>
              <a:gd name="connsiteX15076" fmla="*/ 1787701 w 10321503"/>
              <a:gd name="connsiteY15076" fmla="*/ 3721024 h 5599766"/>
              <a:gd name="connsiteX15077" fmla="*/ 1788315 w 10321503"/>
              <a:gd name="connsiteY15077" fmla="*/ 3720665 h 5599766"/>
              <a:gd name="connsiteX15078" fmla="*/ 1795378 w 10321503"/>
              <a:gd name="connsiteY15078" fmla="*/ 3720665 h 5599766"/>
              <a:gd name="connsiteX15079" fmla="*/ 1795992 w 10321503"/>
              <a:gd name="connsiteY15079" fmla="*/ 3721024 h 5599766"/>
              <a:gd name="connsiteX15080" fmla="*/ 1799524 w 10321503"/>
              <a:gd name="connsiteY15080" fmla="*/ 3727166 h 5599766"/>
              <a:gd name="connsiteX15081" fmla="*/ 1799524 w 10321503"/>
              <a:gd name="connsiteY15081" fmla="*/ 3727830 h 5599766"/>
              <a:gd name="connsiteX15082" fmla="*/ 1795992 w 10321503"/>
              <a:gd name="connsiteY15082" fmla="*/ 3733972 h 5599766"/>
              <a:gd name="connsiteX15083" fmla="*/ 1795378 w 10321503"/>
              <a:gd name="connsiteY15083" fmla="*/ 3734330 h 5599766"/>
              <a:gd name="connsiteX15084" fmla="*/ 1993654 w 10321503"/>
              <a:gd name="connsiteY15084" fmla="*/ 3734330 h 5599766"/>
              <a:gd name="connsiteX15085" fmla="*/ 1986590 w 10321503"/>
              <a:gd name="connsiteY15085" fmla="*/ 3734330 h 5599766"/>
              <a:gd name="connsiteX15086" fmla="*/ 1985976 w 10321503"/>
              <a:gd name="connsiteY15086" fmla="*/ 3733972 h 5599766"/>
              <a:gd name="connsiteX15087" fmla="*/ 1982445 w 10321503"/>
              <a:gd name="connsiteY15087" fmla="*/ 3727830 h 5599766"/>
              <a:gd name="connsiteX15088" fmla="*/ 1982445 w 10321503"/>
              <a:gd name="connsiteY15088" fmla="*/ 3727166 h 5599766"/>
              <a:gd name="connsiteX15089" fmla="*/ 1985976 w 10321503"/>
              <a:gd name="connsiteY15089" fmla="*/ 3721024 h 5599766"/>
              <a:gd name="connsiteX15090" fmla="*/ 1986590 w 10321503"/>
              <a:gd name="connsiteY15090" fmla="*/ 3720665 h 5599766"/>
              <a:gd name="connsiteX15091" fmla="*/ 1993654 w 10321503"/>
              <a:gd name="connsiteY15091" fmla="*/ 3720665 h 5599766"/>
              <a:gd name="connsiteX15092" fmla="*/ 1994268 w 10321503"/>
              <a:gd name="connsiteY15092" fmla="*/ 3721024 h 5599766"/>
              <a:gd name="connsiteX15093" fmla="*/ 1997800 w 10321503"/>
              <a:gd name="connsiteY15093" fmla="*/ 3727166 h 5599766"/>
              <a:gd name="connsiteX15094" fmla="*/ 1997800 w 10321503"/>
              <a:gd name="connsiteY15094" fmla="*/ 3727830 h 5599766"/>
              <a:gd name="connsiteX15095" fmla="*/ 1994268 w 10321503"/>
              <a:gd name="connsiteY15095" fmla="*/ 3733972 h 5599766"/>
              <a:gd name="connsiteX15096" fmla="*/ 1993654 w 10321503"/>
              <a:gd name="connsiteY15096" fmla="*/ 3734330 h 5599766"/>
              <a:gd name="connsiteX15097" fmla="*/ 5956083 w 10321503"/>
              <a:gd name="connsiteY15097" fmla="*/ 3740035 h 5599766"/>
              <a:gd name="connsiteX15098" fmla="*/ 5949019 w 10321503"/>
              <a:gd name="connsiteY15098" fmla="*/ 3740035 h 5599766"/>
              <a:gd name="connsiteX15099" fmla="*/ 5948405 w 10321503"/>
              <a:gd name="connsiteY15099" fmla="*/ 3739674 h 5599766"/>
              <a:gd name="connsiteX15100" fmla="*/ 5944873 w 10321503"/>
              <a:gd name="connsiteY15100" fmla="*/ 3733536 h 5599766"/>
              <a:gd name="connsiteX15101" fmla="*/ 5944873 w 10321503"/>
              <a:gd name="connsiteY15101" fmla="*/ 3732868 h 5599766"/>
              <a:gd name="connsiteX15102" fmla="*/ 5948405 w 10321503"/>
              <a:gd name="connsiteY15102" fmla="*/ 3726723 h 5599766"/>
              <a:gd name="connsiteX15103" fmla="*/ 5949019 w 10321503"/>
              <a:gd name="connsiteY15103" fmla="*/ 3726367 h 5599766"/>
              <a:gd name="connsiteX15104" fmla="*/ 5956083 w 10321503"/>
              <a:gd name="connsiteY15104" fmla="*/ 3726367 h 5599766"/>
              <a:gd name="connsiteX15105" fmla="*/ 5956697 w 10321503"/>
              <a:gd name="connsiteY15105" fmla="*/ 3726723 h 5599766"/>
              <a:gd name="connsiteX15106" fmla="*/ 5960227 w 10321503"/>
              <a:gd name="connsiteY15106" fmla="*/ 3732868 h 5599766"/>
              <a:gd name="connsiteX15107" fmla="*/ 5960227 w 10321503"/>
              <a:gd name="connsiteY15107" fmla="*/ 3733536 h 5599766"/>
              <a:gd name="connsiteX15108" fmla="*/ 5956697 w 10321503"/>
              <a:gd name="connsiteY15108" fmla="*/ 3739674 h 5599766"/>
              <a:gd name="connsiteX15109" fmla="*/ 5956083 w 10321503"/>
              <a:gd name="connsiteY15109" fmla="*/ 3740035 h 5599766"/>
              <a:gd name="connsiteX15110" fmla="*/ 6947256 w 10321503"/>
              <a:gd name="connsiteY15110" fmla="*/ 3740038 h 5599766"/>
              <a:gd name="connsiteX15111" fmla="*/ 6940193 w 10321503"/>
              <a:gd name="connsiteY15111" fmla="*/ 3740038 h 5599766"/>
              <a:gd name="connsiteX15112" fmla="*/ 6939578 w 10321503"/>
              <a:gd name="connsiteY15112" fmla="*/ 3739681 h 5599766"/>
              <a:gd name="connsiteX15113" fmla="*/ 6936048 w 10321503"/>
              <a:gd name="connsiteY15113" fmla="*/ 3733538 h 5599766"/>
              <a:gd name="connsiteX15114" fmla="*/ 6936048 w 10321503"/>
              <a:gd name="connsiteY15114" fmla="*/ 3732871 h 5599766"/>
              <a:gd name="connsiteX15115" fmla="*/ 6939578 w 10321503"/>
              <a:gd name="connsiteY15115" fmla="*/ 3726729 h 5599766"/>
              <a:gd name="connsiteX15116" fmla="*/ 6940193 w 10321503"/>
              <a:gd name="connsiteY15116" fmla="*/ 3726370 h 5599766"/>
              <a:gd name="connsiteX15117" fmla="*/ 6947256 w 10321503"/>
              <a:gd name="connsiteY15117" fmla="*/ 3726370 h 5599766"/>
              <a:gd name="connsiteX15118" fmla="*/ 6947870 w 10321503"/>
              <a:gd name="connsiteY15118" fmla="*/ 3726729 h 5599766"/>
              <a:gd name="connsiteX15119" fmla="*/ 6951402 w 10321503"/>
              <a:gd name="connsiteY15119" fmla="*/ 3732871 h 5599766"/>
              <a:gd name="connsiteX15120" fmla="*/ 6951402 w 10321503"/>
              <a:gd name="connsiteY15120" fmla="*/ 3733538 h 5599766"/>
              <a:gd name="connsiteX15121" fmla="*/ 6947870 w 10321503"/>
              <a:gd name="connsiteY15121" fmla="*/ 3739681 h 5599766"/>
              <a:gd name="connsiteX15122" fmla="*/ 6947256 w 10321503"/>
              <a:gd name="connsiteY15122" fmla="*/ 3740038 h 5599766"/>
              <a:gd name="connsiteX15123" fmla="*/ 8533012 w 10321503"/>
              <a:gd name="connsiteY15123" fmla="*/ 3740038 h 5599766"/>
              <a:gd name="connsiteX15124" fmla="*/ 8525949 w 10321503"/>
              <a:gd name="connsiteY15124" fmla="*/ 3740038 h 5599766"/>
              <a:gd name="connsiteX15125" fmla="*/ 8525334 w 10321503"/>
              <a:gd name="connsiteY15125" fmla="*/ 3739681 h 5599766"/>
              <a:gd name="connsiteX15126" fmla="*/ 8521803 w 10321503"/>
              <a:gd name="connsiteY15126" fmla="*/ 3733538 h 5599766"/>
              <a:gd name="connsiteX15127" fmla="*/ 8521803 w 10321503"/>
              <a:gd name="connsiteY15127" fmla="*/ 3732871 h 5599766"/>
              <a:gd name="connsiteX15128" fmla="*/ 8525334 w 10321503"/>
              <a:gd name="connsiteY15128" fmla="*/ 3726729 h 5599766"/>
              <a:gd name="connsiteX15129" fmla="*/ 8525949 w 10321503"/>
              <a:gd name="connsiteY15129" fmla="*/ 3726370 h 5599766"/>
              <a:gd name="connsiteX15130" fmla="*/ 8533012 w 10321503"/>
              <a:gd name="connsiteY15130" fmla="*/ 3726370 h 5599766"/>
              <a:gd name="connsiteX15131" fmla="*/ 8533626 w 10321503"/>
              <a:gd name="connsiteY15131" fmla="*/ 3726729 h 5599766"/>
              <a:gd name="connsiteX15132" fmla="*/ 8537158 w 10321503"/>
              <a:gd name="connsiteY15132" fmla="*/ 3732871 h 5599766"/>
              <a:gd name="connsiteX15133" fmla="*/ 8537158 w 10321503"/>
              <a:gd name="connsiteY15133" fmla="*/ 3733538 h 5599766"/>
              <a:gd name="connsiteX15134" fmla="*/ 8533626 w 10321503"/>
              <a:gd name="connsiteY15134" fmla="*/ 3739681 h 5599766"/>
              <a:gd name="connsiteX15135" fmla="*/ 8533012 w 10321503"/>
              <a:gd name="connsiteY15135" fmla="*/ 3740038 h 5599766"/>
              <a:gd name="connsiteX15136" fmla="*/ 4568408 w 10321503"/>
              <a:gd name="connsiteY15136" fmla="*/ 3740043 h 5599766"/>
              <a:gd name="connsiteX15137" fmla="*/ 4561345 w 10321503"/>
              <a:gd name="connsiteY15137" fmla="*/ 3740043 h 5599766"/>
              <a:gd name="connsiteX15138" fmla="*/ 4560731 w 10321503"/>
              <a:gd name="connsiteY15138" fmla="*/ 3739683 h 5599766"/>
              <a:gd name="connsiteX15139" fmla="*/ 4557199 w 10321503"/>
              <a:gd name="connsiteY15139" fmla="*/ 3733540 h 5599766"/>
              <a:gd name="connsiteX15140" fmla="*/ 4557199 w 10321503"/>
              <a:gd name="connsiteY15140" fmla="*/ 3732875 h 5599766"/>
              <a:gd name="connsiteX15141" fmla="*/ 4560731 w 10321503"/>
              <a:gd name="connsiteY15141" fmla="*/ 3726730 h 5599766"/>
              <a:gd name="connsiteX15142" fmla="*/ 4561345 w 10321503"/>
              <a:gd name="connsiteY15142" fmla="*/ 3726374 h 5599766"/>
              <a:gd name="connsiteX15143" fmla="*/ 4568408 w 10321503"/>
              <a:gd name="connsiteY15143" fmla="*/ 3726374 h 5599766"/>
              <a:gd name="connsiteX15144" fmla="*/ 4569022 w 10321503"/>
              <a:gd name="connsiteY15144" fmla="*/ 3726730 h 5599766"/>
              <a:gd name="connsiteX15145" fmla="*/ 4572554 w 10321503"/>
              <a:gd name="connsiteY15145" fmla="*/ 3732875 h 5599766"/>
              <a:gd name="connsiteX15146" fmla="*/ 4572554 w 10321503"/>
              <a:gd name="connsiteY15146" fmla="*/ 3733540 h 5599766"/>
              <a:gd name="connsiteX15147" fmla="*/ 4569022 w 10321503"/>
              <a:gd name="connsiteY15147" fmla="*/ 3739683 h 5599766"/>
              <a:gd name="connsiteX15148" fmla="*/ 4568408 w 10321503"/>
              <a:gd name="connsiteY15148" fmla="*/ 3740043 h 5599766"/>
              <a:gd name="connsiteX15149" fmla="*/ 5757857 w 10321503"/>
              <a:gd name="connsiteY15149" fmla="*/ 3740044 h 5599766"/>
              <a:gd name="connsiteX15150" fmla="*/ 5750795 w 10321503"/>
              <a:gd name="connsiteY15150" fmla="*/ 3740044 h 5599766"/>
              <a:gd name="connsiteX15151" fmla="*/ 5750181 w 10321503"/>
              <a:gd name="connsiteY15151" fmla="*/ 3739690 h 5599766"/>
              <a:gd name="connsiteX15152" fmla="*/ 5746649 w 10321503"/>
              <a:gd name="connsiteY15152" fmla="*/ 3733544 h 5599766"/>
              <a:gd name="connsiteX15153" fmla="*/ 5746649 w 10321503"/>
              <a:gd name="connsiteY15153" fmla="*/ 3732878 h 5599766"/>
              <a:gd name="connsiteX15154" fmla="*/ 5750181 w 10321503"/>
              <a:gd name="connsiteY15154" fmla="*/ 3726736 h 5599766"/>
              <a:gd name="connsiteX15155" fmla="*/ 5750795 w 10321503"/>
              <a:gd name="connsiteY15155" fmla="*/ 3726377 h 5599766"/>
              <a:gd name="connsiteX15156" fmla="*/ 5757857 w 10321503"/>
              <a:gd name="connsiteY15156" fmla="*/ 3726377 h 5599766"/>
              <a:gd name="connsiteX15157" fmla="*/ 5758471 w 10321503"/>
              <a:gd name="connsiteY15157" fmla="*/ 3726736 h 5599766"/>
              <a:gd name="connsiteX15158" fmla="*/ 5762003 w 10321503"/>
              <a:gd name="connsiteY15158" fmla="*/ 3732878 h 5599766"/>
              <a:gd name="connsiteX15159" fmla="*/ 5762003 w 10321503"/>
              <a:gd name="connsiteY15159" fmla="*/ 3733544 h 5599766"/>
              <a:gd name="connsiteX15160" fmla="*/ 5758471 w 10321503"/>
              <a:gd name="connsiteY15160" fmla="*/ 3739690 h 5599766"/>
              <a:gd name="connsiteX15161" fmla="*/ 5757857 w 10321503"/>
              <a:gd name="connsiteY15161" fmla="*/ 3740044 h 5599766"/>
              <a:gd name="connsiteX15162" fmla="*/ 4171959 w 10321503"/>
              <a:gd name="connsiteY15162" fmla="*/ 3740051 h 5599766"/>
              <a:gd name="connsiteX15163" fmla="*/ 4164896 w 10321503"/>
              <a:gd name="connsiteY15163" fmla="*/ 3740051 h 5599766"/>
              <a:gd name="connsiteX15164" fmla="*/ 4164282 w 10321503"/>
              <a:gd name="connsiteY15164" fmla="*/ 3739698 h 5599766"/>
              <a:gd name="connsiteX15165" fmla="*/ 4160751 w 10321503"/>
              <a:gd name="connsiteY15165" fmla="*/ 3733554 h 5599766"/>
              <a:gd name="connsiteX15166" fmla="*/ 4160751 w 10321503"/>
              <a:gd name="connsiteY15166" fmla="*/ 3732888 h 5599766"/>
              <a:gd name="connsiteX15167" fmla="*/ 4164282 w 10321503"/>
              <a:gd name="connsiteY15167" fmla="*/ 3726745 h 5599766"/>
              <a:gd name="connsiteX15168" fmla="*/ 4164896 w 10321503"/>
              <a:gd name="connsiteY15168" fmla="*/ 3726387 h 5599766"/>
              <a:gd name="connsiteX15169" fmla="*/ 4171959 w 10321503"/>
              <a:gd name="connsiteY15169" fmla="*/ 3726387 h 5599766"/>
              <a:gd name="connsiteX15170" fmla="*/ 4172573 w 10321503"/>
              <a:gd name="connsiteY15170" fmla="*/ 3726745 h 5599766"/>
              <a:gd name="connsiteX15171" fmla="*/ 4176105 w 10321503"/>
              <a:gd name="connsiteY15171" fmla="*/ 3732888 h 5599766"/>
              <a:gd name="connsiteX15172" fmla="*/ 4176105 w 10321503"/>
              <a:gd name="connsiteY15172" fmla="*/ 3733554 h 5599766"/>
              <a:gd name="connsiteX15173" fmla="*/ 4172573 w 10321503"/>
              <a:gd name="connsiteY15173" fmla="*/ 3739698 h 5599766"/>
              <a:gd name="connsiteX15174" fmla="*/ 4171959 w 10321503"/>
              <a:gd name="connsiteY15174" fmla="*/ 3740051 h 5599766"/>
              <a:gd name="connsiteX15175" fmla="*/ 10118917 w 10321503"/>
              <a:gd name="connsiteY15175" fmla="*/ 3740051 h 5599766"/>
              <a:gd name="connsiteX15176" fmla="*/ 10111855 w 10321503"/>
              <a:gd name="connsiteY15176" fmla="*/ 3740051 h 5599766"/>
              <a:gd name="connsiteX15177" fmla="*/ 10111851 w 10321503"/>
              <a:gd name="connsiteY15177" fmla="*/ 3740051 h 5599766"/>
              <a:gd name="connsiteX15178" fmla="*/ 10111850 w 10321503"/>
              <a:gd name="connsiteY15178" fmla="*/ 3740051 h 5599766"/>
              <a:gd name="connsiteX15179" fmla="*/ 10111236 w 10321503"/>
              <a:gd name="connsiteY15179" fmla="*/ 3739691 h 5599766"/>
              <a:gd name="connsiteX15180" fmla="*/ 10107704 w 10321503"/>
              <a:gd name="connsiteY15180" fmla="*/ 3733552 h 5599766"/>
              <a:gd name="connsiteX15181" fmla="*/ 10107704 w 10321503"/>
              <a:gd name="connsiteY15181" fmla="*/ 3732886 h 5599766"/>
              <a:gd name="connsiteX15182" fmla="*/ 10111236 w 10321503"/>
              <a:gd name="connsiteY15182" fmla="*/ 3726740 h 5599766"/>
              <a:gd name="connsiteX15183" fmla="*/ 10111850 w 10321503"/>
              <a:gd name="connsiteY15183" fmla="*/ 3726383 h 5599766"/>
              <a:gd name="connsiteX15184" fmla="*/ 10118913 w 10321503"/>
              <a:gd name="connsiteY15184" fmla="*/ 3726383 h 5599766"/>
              <a:gd name="connsiteX15185" fmla="*/ 10118917 w 10321503"/>
              <a:gd name="connsiteY15185" fmla="*/ 3726387 h 5599766"/>
              <a:gd name="connsiteX15186" fmla="*/ 10119533 w 10321503"/>
              <a:gd name="connsiteY15186" fmla="*/ 3726743 h 5599766"/>
              <a:gd name="connsiteX15187" fmla="*/ 10123063 w 10321503"/>
              <a:gd name="connsiteY15187" fmla="*/ 3732888 h 5599766"/>
              <a:gd name="connsiteX15188" fmla="*/ 10123063 w 10321503"/>
              <a:gd name="connsiteY15188" fmla="*/ 3733552 h 5599766"/>
              <a:gd name="connsiteX15189" fmla="*/ 10119533 w 10321503"/>
              <a:gd name="connsiteY15189" fmla="*/ 3739692 h 5599766"/>
              <a:gd name="connsiteX15190" fmla="*/ 10118917 w 10321503"/>
              <a:gd name="connsiteY15190" fmla="*/ 3740051 h 5599766"/>
              <a:gd name="connsiteX15191" fmla="*/ 7343584 w 10321503"/>
              <a:gd name="connsiteY15191" fmla="*/ 3740055 h 5599766"/>
              <a:gd name="connsiteX15192" fmla="*/ 7336520 w 10321503"/>
              <a:gd name="connsiteY15192" fmla="*/ 3740055 h 5599766"/>
              <a:gd name="connsiteX15193" fmla="*/ 7335904 w 10321503"/>
              <a:gd name="connsiteY15193" fmla="*/ 3739698 h 5599766"/>
              <a:gd name="connsiteX15194" fmla="*/ 7332372 w 10321503"/>
              <a:gd name="connsiteY15194" fmla="*/ 3733554 h 5599766"/>
              <a:gd name="connsiteX15195" fmla="*/ 7332372 w 10321503"/>
              <a:gd name="connsiteY15195" fmla="*/ 3732893 h 5599766"/>
              <a:gd name="connsiteX15196" fmla="*/ 7335904 w 10321503"/>
              <a:gd name="connsiteY15196" fmla="*/ 3726747 h 5599766"/>
              <a:gd name="connsiteX15197" fmla="*/ 7336520 w 10321503"/>
              <a:gd name="connsiteY15197" fmla="*/ 3726389 h 5599766"/>
              <a:gd name="connsiteX15198" fmla="*/ 7343584 w 10321503"/>
              <a:gd name="connsiteY15198" fmla="*/ 3726389 h 5599766"/>
              <a:gd name="connsiteX15199" fmla="*/ 7344197 w 10321503"/>
              <a:gd name="connsiteY15199" fmla="*/ 3726747 h 5599766"/>
              <a:gd name="connsiteX15200" fmla="*/ 7347730 w 10321503"/>
              <a:gd name="connsiteY15200" fmla="*/ 3732893 h 5599766"/>
              <a:gd name="connsiteX15201" fmla="*/ 7347730 w 10321503"/>
              <a:gd name="connsiteY15201" fmla="*/ 3733554 h 5599766"/>
              <a:gd name="connsiteX15202" fmla="*/ 7344197 w 10321503"/>
              <a:gd name="connsiteY15202" fmla="*/ 3739698 h 5599766"/>
              <a:gd name="connsiteX15203" fmla="*/ 7343584 w 10321503"/>
              <a:gd name="connsiteY15203" fmla="*/ 3740055 h 5599766"/>
              <a:gd name="connsiteX15204" fmla="*/ 3379008 w 10321503"/>
              <a:gd name="connsiteY15204" fmla="*/ 3740061 h 5599766"/>
              <a:gd name="connsiteX15205" fmla="*/ 3371947 w 10321503"/>
              <a:gd name="connsiteY15205" fmla="*/ 3740061 h 5599766"/>
              <a:gd name="connsiteX15206" fmla="*/ 3371332 w 10321503"/>
              <a:gd name="connsiteY15206" fmla="*/ 3739701 h 5599766"/>
              <a:gd name="connsiteX15207" fmla="*/ 3367800 w 10321503"/>
              <a:gd name="connsiteY15207" fmla="*/ 3733560 h 5599766"/>
              <a:gd name="connsiteX15208" fmla="*/ 3367800 w 10321503"/>
              <a:gd name="connsiteY15208" fmla="*/ 3732896 h 5599766"/>
              <a:gd name="connsiteX15209" fmla="*/ 3371332 w 10321503"/>
              <a:gd name="connsiteY15209" fmla="*/ 3726751 h 5599766"/>
              <a:gd name="connsiteX15210" fmla="*/ 3371947 w 10321503"/>
              <a:gd name="connsiteY15210" fmla="*/ 3726393 h 5599766"/>
              <a:gd name="connsiteX15211" fmla="*/ 3379008 w 10321503"/>
              <a:gd name="connsiteY15211" fmla="*/ 3726393 h 5599766"/>
              <a:gd name="connsiteX15212" fmla="*/ 3379624 w 10321503"/>
              <a:gd name="connsiteY15212" fmla="*/ 3726751 h 5599766"/>
              <a:gd name="connsiteX15213" fmla="*/ 3383155 w 10321503"/>
              <a:gd name="connsiteY15213" fmla="*/ 3732896 h 5599766"/>
              <a:gd name="connsiteX15214" fmla="*/ 3383155 w 10321503"/>
              <a:gd name="connsiteY15214" fmla="*/ 3733560 h 5599766"/>
              <a:gd name="connsiteX15215" fmla="*/ 3379624 w 10321503"/>
              <a:gd name="connsiteY15215" fmla="*/ 3739701 h 5599766"/>
              <a:gd name="connsiteX15216" fmla="*/ 3379008 w 10321503"/>
              <a:gd name="connsiteY15216" fmla="*/ 3740061 h 5599766"/>
              <a:gd name="connsiteX15217" fmla="*/ 5559633 w 10321503"/>
              <a:gd name="connsiteY15217" fmla="*/ 3740061 h 5599766"/>
              <a:gd name="connsiteX15218" fmla="*/ 5552569 w 10321503"/>
              <a:gd name="connsiteY15218" fmla="*/ 3740061 h 5599766"/>
              <a:gd name="connsiteX15219" fmla="*/ 5551956 w 10321503"/>
              <a:gd name="connsiteY15219" fmla="*/ 3739703 h 5599766"/>
              <a:gd name="connsiteX15220" fmla="*/ 5548424 w 10321503"/>
              <a:gd name="connsiteY15220" fmla="*/ 3733560 h 5599766"/>
              <a:gd name="connsiteX15221" fmla="*/ 5548424 w 10321503"/>
              <a:gd name="connsiteY15221" fmla="*/ 3732896 h 5599766"/>
              <a:gd name="connsiteX15222" fmla="*/ 5551956 w 10321503"/>
              <a:gd name="connsiteY15222" fmla="*/ 3726753 h 5599766"/>
              <a:gd name="connsiteX15223" fmla="*/ 5552569 w 10321503"/>
              <a:gd name="connsiteY15223" fmla="*/ 3726393 h 5599766"/>
              <a:gd name="connsiteX15224" fmla="*/ 5559633 w 10321503"/>
              <a:gd name="connsiteY15224" fmla="*/ 3726393 h 5599766"/>
              <a:gd name="connsiteX15225" fmla="*/ 5560246 w 10321503"/>
              <a:gd name="connsiteY15225" fmla="*/ 3726753 h 5599766"/>
              <a:gd name="connsiteX15226" fmla="*/ 5563779 w 10321503"/>
              <a:gd name="connsiteY15226" fmla="*/ 3732896 h 5599766"/>
              <a:gd name="connsiteX15227" fmla="*/ 5563779 w 10321503"/>
              <a:gd name="connsiteY15227" fmla="*/ 3733560 h 5599766"/>
              <a:gd name="connsiteX15228" fmla="*/ 5560246 w 10321503"/>
              <a:gd name="connsiteY15228" fmla="*/ 3739703 h 5599766"/>
              <a:gd name="connsiteX15229" fmla="*/ 5559633 w 10321503"/>
              <a:gd name="connsiteY15229" fmla="*/ 3740061 h 5599766"/>
              <a:gd name="connsiteX15230" fmla="*/ 6154307 w 10321503"/>
              <a:gd name="connsiteY15230" fmla="*/ 3740061 h 5599766"/>
              <a:gd name="connsiteX15231" fmla="*/ 6147243 w 10321503"/>
              <a:gd name="connsiteY15231" fmla="*/ 3740061 h 5599766"/>
              <a:gd name="connsiteX15232" fmla="*/ 6146629 w 10321503"/>
              <a:gd name="connsiteY15232" fmla="*/ 3739701 h 5599766"/>
              <a:gd name="connsiteX15233" fmla="*/ 6143098 w 10321503"/>
              <a:gd name="connsiteY15233" fmla="*/ 3733560 h 5599766"/>
              <a:gd name="connsiteX15234" fmla="*/ 6143098 w 10321503"/>
              <a:gd name="connsiteY15234" fmla="*/ 3732896 h 5599766"/>
              <a:gd name="connsiteX15235" fmla="*/ 6146629 w 10321503"/>
              <a:gd name="connsiteY15235" fmla="*/ 3726751 h 5599766"/>
              <a:gd name="connsiteX15236" fmla="*/ 6147243 w 10321503"/>
              <a:gd name="connsiteY15236" fmla="*/ 3726393 h 5599766"/>
              <a:gd name="connsiteX15237" fmla="*/ 6154307 w 10321503"/>
              <a:gd name="connsiteY15237" fmla="*/ 3726393 h 5599766"/>
              <a:gd name="connsiteX15238" fmla="*/ 6154921 w 10321503"/>
              <a:gd name="connsiteY15238" fmla="*/ 3726751 h 5599766"/>
              <a:gd name="connsiteX15239" fmla="*/ 6158453 w 10321503"/>
              <a:gd name="connsiteY15239" fmla="*/ 3732896 h 5599766"/>
              <a:gd name="connsiteX15240" fmla="*/ 6158453 w 10321503"/>
              <a:gd name="connsiteY15240" fmla="*/ 3733560 h 5599766"/>
              <a:gd name="connsiteX15241" fmla="*/ 6154921 w 10321503"/>
              <a:gd name="connsiteY15241" fmla="*/ 3739701 h 5599766"/>
              <a:gd name="connsiteX15242" fmla="*/ 6154307 w 10321503"/>
              <a:gd name="connsiteY15242" fmla="*/ 3740061 h 5599766"/>
              <a:gd name="connsiteX15243" fmla="*/ 3577234 w 10321503"/>
              <a:gd name="connsiteY15243" fmla="*/ 3740069 h 5599766"/>
              <a:gd name="connsiteX15244" fmla="*/ 3570172 w 10321503"/>
              <a:gd name="connsiteY15244" fmla="*/ 3740069 h 5599766"/>
              <a:gd name="connsiteX15245" fmla="*/ 3569557 w 10321503"/>
              <a:gd name="connsiteY15245" fmla="*/ 3739709 h 5599766"/>
              <a:gd name="connsiteX15246" fmla="*/ 3566024 w 10321503"/>
              <a:gd name="connsiteY15246" fmla="*/ 3733568 h 5599766"/>
              <a:gd name="connsiteX15247" fmla="*/ 3566024 w 10321503"/>
              <a:gd name="connsiteY15247" fmla="*/ 3732901 h 5599766"/>
              <a:gd name="connsiteX15248" fmla="*/ 3569557 w 10321503"/>
              <a:gd name="connsiteY15248" fmla="*/ 3726758 h 5599766"/>
              <a:gd name="connsiteX15249" fmla="*/ 3570172 w 10321503"/>
              <a:gd name="connsiteY15249" fmla="*/ 3726400 h 5599766"/>
              <a:gd name="connsiteX15250" fmla="*/ 3577234 w 10321503"/>
              <a:gd name="connsiteY15250" fmla="*/ 3726400 h 5599766"/>
              <a:gd name="connsiteX15251" fmla="*/ 3577848 w 10321503"/>
              <a:gd name="connsiteY15251" fmla="*/ 3726758 h 5599766"/>
              <a:gd name="connsiteX15252" fmla="*/ 3581379 w 10321503"/>
              <a:gd name="connsiteY15252" fmla="*/ 3732901 h 5599766"/>
              <a:gd name="connsiteX15253" fmla="*/ 3581379 w 10321503"/>
              <a:gd name="connsiteY15253" fmla="*/ 3733568 h 5599766"/>
              <a:gd name="connsiteX15254" fmla="*/ 3577848 w 10321503"/>
              <a:gd name="connsiteY15254" fmla="*/ 3739709 h 5599766"/>
              <a:gd name="connsiteX15255" fmla="*/ 3577234 w 10321503"/>
              <a:gd name="connsiteY15255" fmla="*/ 3740069 h 5599766"/>
              <a:gd name="connsiteX15256" fmla="*/ 7541849 w 10321503"/>
              <a:gd name="connsiteY15256" fmla="*/ 3740069 h 5599766"/>
              <a:gd name="connsiteX15257" fmla="*/ 7534786 w 10321503"/>
              <a:gd name="connsiteY15257" fmla="*/ 3740069 h 5599766"/>
              <a:gd name="connsiteX15258" fmla="*/ 7534172 w 10321503"/>
              <a:gd name="connsiteY15258" fmla="*/ 3739711 h 5599766"/>
              <a:gd name="connsiteX15259" fmla="*/ 7530640 w 10321503"/>
              <a:gd name="connsiteY15259" fmla="*/ 3733568 h 5599766"/>
              <a:gd name="connsiteX15260" fmla="*/ 7530640 w 10321503"/>
              <a:gd name="connsiteY15260" fmla="*/ 3732901 h 5599766"/>
              <a:gd name="connsiteX15261" fmla="*/ 7534172 w 10321503"/>
              <a:gd name="connsiteY15261" fmla="*/ 3726760 h 5599766"/>
              <a:gd name="connsiteX15262" fmla="*/ 7534786 w 10321503"/>
              <a:gd name="connsiteY15262" fmla="*/ 3726400 h 5599766"/>
              <a:gd name="connsiteX15263" fmla="*/ 7541849 w 10321503"/>
              <a:gd name="connsiteY15263" fmla="*/ 3726400 h 5599766"/>
              <a:gd name="connsiteX15264" fmla="*/ 7542463 w 10321503"/>
              <a:gd name="connsiteY15264" fmla="*/ 3726760 h 5599766"/>
              <a:gd name="connsiteX15265" fmla="*/ 7545997 w 10321503"/>
              <a:gd name="connsiteY15265" fmla="*/ 3732901 h 5599766"/>
              <a:gd name="connsiteX15266" fmla="*/ 7545997 w 10321503"/>
              <a:gd name="connsiteY15266" fmla="*/ 3733568 h 5599766"/>
              <a:gd name="connsiteX15267" fmla="*/ 7542463 w 10321503"/>
              <a:gd name="connsiteY15267" fmla="*/ 3739711 h 5599766"/>
              <a:gd name="connsiteX15268" fmla="*/ 7541849 w 10321503"/>
              <a:gd name="connsiteY15268" fmla="*/ 3740069 h 5599766"/>
              <a:gd name="connsiteX15269" fmla="*/ 10317224 w 10321503"/>
              <a:gd name="connsiteY15269" fmla="*/ 3740069 h 5599766"/>
              <a:gd name="connsiteX15270" fmla="*/ 10310161 w 10321503"/>
              <a:gd name="connsiteY15270" fmla="*/ 3740069 h 5599766"/>
              <a:gd name="connsiteX15271" fmla="*/ 10310159 w 10321503"/>
              <a:gd name="connsiteY15271" fmla="*/ 3740069 h 5599766"/>
              <a:gd name="connsiteX15272" fmla="*/ 10310108 w 10321503"/>
              <a:gd name="connsiteY15272" fmla="*/ 3740069 h 5599766"/>
              <a:gd name="connsiteX15273" fmla="*/ 10309494 w 10321503"/>
              <a:gd name="connsiteY15273" fmla="*/ 3739709 h 5599766"/>
              <a:gd name="connsiteX15274" fmla="*/ 10305963 w 10321503"/>
              <a:gd name="connsiteY15274" fmla="*/ 3733568 h 5599766"/>
              <a:gd name="connsiteX15275" fmla="*/ 10305963 w 10321503"/>
              <a:gd name="connsiteY15275" fmla="*/ 3732901 h 5599766"/>
              <a:gd name="connsiteX15276" fmla="*/ 10309494 w 10321503"/>
              <a:gd name="connsiteY15276" fmla="*/ 3726758 h 5599766"/>
              <a:gd name="connsiteX15277" fmla="*/ 10310108 w 10321503"/>
              <a:gd name="connsiteY15277" fmla="*/ 3726400 h 5599766"/>
              <a:gd name="connsiteX15278" fmla="*/ 10317170 w 10321503"/>
              <a:gd name="connsiteY15278" fmla="*/ 3726400 h 5599766"/>
              <a:gd name="connsiteX15279" fmla="*/ 10317172 w 10321503"/>
              <a:gd name="connsiteY15279" fmla="*/ 3726400 h 5599766"/>
              <a:gd name="connsiteX15280" fmla="*/ 10317224 w 10321503"/>
              <a:gd name="connsiteY15280" fmla="*/ 3726400 h 5599766"/>
              <a:gd name="connsiteX15281" fmla="*/ 10317837 w 10321503"/>
              <a:gd name="connsiteY15281" fmla="*/ 3726758 h 5599766"/>
              <a:gd name="connsiteX15282" fmla="*/ 10321369 w 10321503"/>
              <a:gd name="connsiteY15282" fmla="*/ 3732901 h 5599766"/>
              <a:gd name="connsiteX15283" fmla="*/ 10321369 w 10321503"/>
              <a:gd name="connsiteY15283" fmla="*/ 3733568 h 5599766"/>
              <a:gd name="connsiteX15284" fmla="*/ 10317837 w 10321503"/>
              <a:gd name="connsiteY15284" fmla="*/ 3739709 h 5599766"/>
              <a:gd name="connsiteX15285" fmla="*/ 10317224 w 10321503"/>
              <a:gd name="connsiteY15285" fmla="*/ 3740069 h 5599766"/>
              <a:gd name="connsiteX15286" fmla="*/ 4370183 w 10321503"/>
              <a:gd name="connsiteY15286" fmla="*/ 3740076 h 5599766"/>
              <a:gd name="connsiteX15287" fmla="*/ 4363121 w 10321503"/>
              <a:gd name="connsiteY15287" fmla="*/ 3740076 h 5599766"/>
              <a:gd name="connsiteX15288" fmla="*/ 4362506 w 10321503"/>
              <a:gd name="connsiteY15288" fmla="*/ 3739714 h 5599766"/>
              <a:gd name="connsiteX15289" fmla="*/ 4358975 w 10321503"/>
              <a:gd name="connsiteY15289" fmla="*/ 3733574 h 5599766"/>
              <a:gd name="connsiteX15290" fmla="*/ 4358975 w 10321503"/>
              <a:gd name="connsiteY15290" fmla="*/ 3732910 h 5599766"/>
              <a:gd name="connsiteX15291" fmla="*/ 4362506 w 10321503"/>
              <a:gd name="connsiteY15291" fmla="*/ 3726764 h 5599766"/>
              <a:gd name="connsiteX15292" fmla="*/ 4363121 w 10321503"/>
              <a:gd name="connsiteY15292" fmla="*/ 3726407 h 5599766"/>
              <a:gd name="connsiteX15293" fmla="*/ 4370183 w 10321503"/>
              <a:gd name="connsiteY15293" fmla="*/ 3726407 h 5599766"/>
              <a:gd name="connsiteX15294" fmla="*/ 4370797 w 10321503"/>
              <a:gd name="connsiteY15294" fmla="*/ 3726764 h 5599766"/>
              <a:gd name="connsiteX15295" fmla="*/ 4374329 w 10321503"/>
              <a:gd name="connsiteY15295" fmla="*/ 3732910 h 5599766"/>
              <a:gd name="connsiteX15296" fmla="*/ 4374329 w 10321503"/>
              <a:gd name="connsiteY15296" fmla="*/ 3733574 h 5599766"/>
              <a:gd name="connsiteX15297" fmla="*/ 4370797 w 10321503"/>
              <a:gd name="connsiteY15297" fmla="*/ 3739714 h 5599766"/>
              <a:gd name="connsiteX15298" fmla="*/ 4370183 w 10321503"/>
              <a:gd name="connsiteY15298" fmla="*/ 3740076 h 5599766"/>
              <a:gd name="connsiteX15299" fmla="*/ 7145400 w 10321503"/>
              <a:gd name="connsiteY15299" fmla="*/ 3740076 h 5599766"/>
              <a:gd name="connsiteX15300" fmla="*/ 7138338 w 10321503"/>
              <a:gd name="connsiteY15300" fmla="*/ 3740076 h 5599766"/>
              <a:gd name="connsiteX15301" fmla="*/ 7137724 w 10321503"/>
              <a:gd name="connsiteY15301" fmla="*/ 3739714 h 5599766"/>
              <a:gd name="connsiteX15302" fmla="*/ 7134193 w 10321503"/>
              <a:gd name="connsiteY15302" fmla="*/ 3733576 h 5599766"/>
              <a:gd name="connsiteX15303" fmla="*/ 7134193 w 10321503"/>
              <a:gd name="connsiteY15303" fmla="*/ 3732910 h 5599766"/>
              <a:gd name="connsiteX15304" fmla="*/ 7137724 w 10321503"/>
              <a:gd name="connsiteY15304" fmla="*/ 3726766 h 5599766"/>
              <a:gd name="connsiteX15305" fmla="*/ 7138338 w 10321503"/>
              <a:gd name="connsiteY15305" fmla="*/ 3726407 h 5599766"/>
              <a:gd name="connsiteX15306" fmla="*/ 7145400 w 10321503"/>
              <a:gd name="connsiteY15306" fmla="*/ 3726407 h 5599766"/>
              <a:gd name="connsiteX15307" fmla="*/ 7146014 w 10321503"/>
              <a:gd name="connsiteY15307" fmla="*/ 3726766 h 5599766"/>
              <a:gd name="connsiteX15308" fmla="*/ 7149545 w 10321503"/>
              <a:gd name="connsiteY15308" fmla="*/ 3732910 h 5599766"/>
              <a:gd name="connsiteX15309" fmla="*/ 7149545 w 10321503"/>
              <a:gd name="connsiteY15309" fmla="*/ 3733576 h 5599766"/>
              <a:gd name="connsiteX15310" fmla="*/ 7146014 w 10321503"/>
              <a:gd name="connsiteY15310" fmla="*/ 3739714 h 5599766"/>
              <a:gd name="connsiteX15311" fmla="*/ 7145400 w 10321503"/>
              <a:gd name="connsiteY15311" fmla="*/ 3740076 h 5599766"/>
              <a:gd name="connsiteX15312" fmla="*/ 7938335 w 10321503"/>
              <a:gd name="connsiteY15312" fmla="*/ 3740077 h 5599766"/>
              <a:gd name="connsiteX15313" fmla="*/ 7931272 w 10321503"/>
              <a:gd name="connsiteY15313" fmla="*/ 3740077 h 5599766"/>
              <a:gd name="connsiteX15314" fmla="*/ 7930657 w 10321503"/>
              <a:gd name="connsiteY15314" fmla="*/ 3739720 h 5599766"/>
              <a:gd name="connsiteX15315" fmla="*/ 7927126 w 10321503"/>
              <a:gd name="connsiteY15315" fmla="*/ 3733578 h 5599766"/>
              <a:gd name="connsiteX15316" fmla="*/ 7927126 w 10321503"/>
              <a:gd name="connsiteY15316" fmla="*/ 3732911 h 5599766"/>
              <a:gd name="connsiteX15317" fmla="*/ 7930657 w 10321503"/>
              <a:gd name="connsiteY15317" fmla="*/ 3726768 h 5599766"/>
              <a:gd name="connsiteX15318" fmla="*/ 7931272 w 10321503"/>
              <a:gd name="connsiteY15318" fmla="*/ 3726411 h 5599766"/>
              <a:gd name="connsiteX15319" fmla="*/ 7938335 w 10321503"/>
              <a:gd name="connsiteY15319" fmla="*/ 3726411 h 5599766"/>
              <a:gd name="connsiteX15320" fmla="*/ 7938950 w 10321503"/>
              <a:gd name="connsiteY15320" fmla="*/ 3726768 h 5599766"/>
              <a:gd name="connsiteX15321" fmla="*/ 7942480 w 10321503"/>
              <a:gd name="connsiteY15321" fmla="*/ 3732911 h 5599766"/>
              <a:gd name="connsiteX15322" fmla="*/ 7942480 w 10321503"/>
              <a:gd name="connsiteY15322" fmla="*/ 3733578 h 5599766"/>
              <a:gd name="connsiteX15323" fmla="*/ 7938950 w 10321503"/>
              <a:gd name="connsiteY15323" fmla="*/ 3739720 h 5599766"/>
              <a:gd name="connsiteX15324" fmla="*/ 7938335 w 10321503"/>
              <a:gd name="connsiteY15324" fmla="*/ 3740077 h 5599766"/>
              <a:gd name="connsiteX15325" fmla="*/ 6550807 w 10321503"/>
              <a:gd name="connsiteY15325" fmla="*/ 3740080 h 5599766"/>
              <a:gd name="connsiteX15326" fmla="*/ 6543744 w 10321503"/>
              <a:gd name="connsiteY15326" fmla="*/ 3740080 h 5599766"/>
              <a:gd name="connsiteX15327" fmla="*/ 6543129 w 10321503"/>
              <a:gd name="connsiteY15327" fmla="*/ 3739722 h 5599766"/>
              <a:gd name="connsiteX15328" fmla="*/ 6539598 w 10321503"/>
              <a:gd name="connsiteY15328" fmla="*/ 3733578 h 5599766"/>
              <a:gd name="connsiteX15329" fmla="*/ 6539598 w 10321503"/>
              <a:gd name="connsiteY15329" fmla="*/ 3732914 h 5599766"/>
              <a:gd name="connsiteX15330" fmla="*/ 6543129 w 10321503"/>
              <a:gd name="connsiteY15330" fmla="*/ 3726772 h 5599766"/>
              <a:gd name="connsiteX15331" fmla="*/ 6543744 w 10321503"/>
              <a:gd name="connsiteY15331" fmla="*/ 3726414 h 5599766"/>
              <a:gd name="connsiteX15332" fmla="*/ 6550807 w 10321503"/>
              <a:gd name="connsiteY15332" fmla="*/ 3726414 h 5599766"/>
              <a:gd name="connsiteX15333" fmla="*/ 6551420 w 10321503"/>
              <a:gd name="connsiteY15333" fmla="*/ 3726772 h 5599766"/>
              <a:gd name="connsiteX15334" fmla="*/ 6554953 w 10321503"/>
              <a:gd name="connsiteY15334" fmla="*/ 3732914 h 5599766"/>
              <a:gd name="connsiteX15335" fmla="*/ 6554953 w 10321503"/>
              <a:gd name="connsiteY15335" fmla="*/ 3733578 h 5599766"/>
              <a:gd name="connsiteX15336" fmla="*/ 6551420 w 10321503"/>
              <a:gd name="connsiteY15336" fmla="*/ 3739722 h 5599766"/>
              <a:gd name="connsiteX15337" fmla="*/ 6550807 w 10321503"/>
              <a:gd name="connsiteY15337" fmla="*/ 3740080 h 5599766"/>
              <a:gd name="connsiteX15338" fmla="*/ 5361358 w 10321503"/>
              <a:gd name="connsiteY15338" fmla="*/ 3740083 h 5599766"/>
              <a:gd name="connsiteX15339" fmla="*/ 5354295 w 10321503"/>
              <a:gd name="connsiteY15339" fmla="*/ 3740083 h 5599766"/>
              <a:gd name="connsiteX15340" fmla="*/ 5353680 w 10321503"/>
              <a:gd name="connsiteY15340" fmla="*/ 3739722 h 5599766"/>
              <a:gd name="connsiteX15341" fmla="*/ 5350149 w 10321503"/>
              <a:gd name="connsiteY15341" fmla="*/ 3733581 h 5599766"/>
              <a:gd name="connsiteX15342" fmla="*/ 5350149 w 10321503"/>
              <a:gd name="connsiteY15342" fmla="*/ 3732917 h 5599766"/>
              <a:gd name="connsiteX15343" fmla="*/ 5353680 w 10321503"/>
              <a:gd name="connsiteY15343" fmla="*/ 3726775 h 5599766"/>
              <a:gd name="connsiteX15344" fmla="*/ 5354295 w 10321503"/>
              <a:gd name="connsiteY15344" fmla="*/ 3726415 h 5599766"/>
              <a:gd name="connsiteX15345" fmla="*/ 5361358 w 10321503"/>
              <a:gd name="connsiteY15345" fmla="*/ 3726415 h 5599766"/>
              <a:gd name="connsiteX15346" fmla="*/ 5361972 w 10321503"/>
              <a:gd name="connsiteY15346" fmla="*/ 3726775 h 5599766"/>
              <a:gd name="connsiteX15347" fmla="*/ 5365503 w 10321503"/>
              <a:gd name="connsiteY15347" fmla="*/ 3732917 h 5599766"/>
              <a:gd name="connsiteX15348" fmla="*/ 5365503 w 10321503"/>
              <a:gd name="connsiteY15348" fmla="*/ 3733581 h 5599766"/>
              <a:gd name="connsiteX15349" fmla="*/ 5361972 w 10321503"/>
              <a:gd name="connsiteY15349" fmla="*/ 3739722 h 5599766"/>
              <a:gd name="connsiteX15350" fmla="*/ 5361358 w 10321503"/>
              <a:gd name="connsiteY15350" fmla="*/ 3740083 h 5599766"/>
              <a:gd name="connsiteX15351" fmla="*/ 8136631 w 10321503"/>
              <a:gd name="connsiteY15351" fmla="*/ 3740083 h 5599766"/>
              <a:gd name="connsiteX15352" fmla="*/ 8129567 w 10321503"/>
              <a:gd name="connsiteY15352" fmla="*/ 3740083 h 5599766"/>
              <a:gd name="connsiteX15353" fmla="*/ 8128953 w 10321503"/>
              <a:gd name="connsiteY15353" fmla="*/ 3739726 h 5599766"/>
              <a:gd name="connsiteX15354" fmla="*/ 8125421 w 10321503"/>
              <a:gd name="connsiteY15354" fmla="*/ 3733584 h 5599766"/>
              <a:gd name="connsiteX15355" fmla="*/ 8125421 w 10321503"/>
              <a:gd name="connsiteY15355" fmla="*/ 3732918 h 5599766"/>
              <a:gd name="connsiteX15356" fmla="*/ 8128953 w 10321503"/>
              <a:gd name="connsiteY15356" fmla="*/ 3726775 h 5599766"/>
              <a:gd name="connsiteX15357" fmla="*/ 8129567 w 10321503"/>
              <a:gd name="connsiteY15357" fmla="*/ 3726416 h 5599766"/>
              <a:gd name="connsiteX15358" fmla="*/ 8136631 w 10321503"/>
              <a:gd name="connsiteY15358" fmla="*/ 3726416 h 5599766"/>
              <a:gd name="connsiteX15359" fmla="*/ 8137245 w 10321503"/>
              <a:gd name="connsiteY15359" fmla="*/ 3726775 h 5599766"/>
              <a:gd name="connsiteX15360" fmla="*/ 8140777 w 10321503"/>
              <a:gd name="connsiteY15360" fmla="*/ 3732918 h 5599766"/>
              <a:gd name="connsiteX15361" fmla="*/ 8140777 w 10321503"/>
              <a:gd name="connsiteY15361" fmla="*/ 3733584 h 5599766"/>
              <a:gd name="connsiteX15362" fmla="*/ 8137245 w 10321503"/>
              <a:gd name="connsiteY15362" fmla="*/ 3739726 h 5599766"/>
              <a:gd name="connsiteX15363" fmla="*/ 8136631 w 10321503"/>
              <a:gd name="connsiteY15363" fmla="*/ 3740083 h 5599766"/>
              <a:gd name="connsiteX15364" fmla="*/ 6352582 w 10321503"/>
              <a:gd name="connsiteY15364" fmla="*/ 3740085 h 5599766"/>
              <a:gd name="connsiteX15365" fmla="*/ 6345519 w 10321503"/>
              <a:gd name="connsiteY15365" fmla="*/ 3740085 h 5599766"/>
              <a:gd name="connsiteX15366" fmla="*/ 6344904 w 10321503"/>
              <a:gd name="connsiteY15366" fmla="*/ 3739728 h 5599766"/>
              <a:gd name="connsiteX15367" fmla="*/ 6341373 w 10321503"/>
              <a:gd name="connsiteY15367" fmla="*/ 3733588 h 5599766"/>
              <a:gd name="connsiteX15368" fmla="*/ 6341373 w 10321503"/>
              <a:gd name="connsiteY15368" fmla="*/ 3732920 h 5599766"/>
              <a:gd name="connsiteX15369" fmla="*/ 6344904 w 10321503"/>
              <a:gd name="connsiteY15369" fmla="*/ 3726778 h 5599766"/>
              <a:gd name="connsiteX15370" fmla="*/ 6345519 w 10321503"/>
              <a:gd name="connsiteY15370" fmla="*/ 3726419 h 5599766"/>
              <a:gd name="connsiteX15371" fmla="*/ 6352582 w 10321503"/>
              <a:gd name="connsiteY15371" fmla="*/ 3726419 h 5599766"/>
              <a:gd name="connsiteX15372" fmla="*/ 6353196 w 10321503"/>
              <a:gd name="connsiteY15372" fmla="*/ 3726778 h 5599766"/>
              <a:gd name="connsiteX15373" fmla="*/ 6356728 w 10321503"/>
              <a:gd name="connsiteY15373" fmla="*/ 3732920 h 5599766"/>
              <a:gd name="connsiteX15374" fmla="*/ 6356728 w 10321503"/>
              <a:gd name="connsiteY15374" fmla="*/ 3733588 h 5599766"/>
              <a:gd name="connsiteX15375" fmla="*/ 6353196 w 10321503"/>
              <a:gd name="connsiteY15375" fmla="*/ 3739728 h 5599766"/>
              <a:gd name="connsiteX15376" fmla="*/ 6352582 w 10321503"/>
              <a:gd name="connsiteY15376" fmla="*/ 3740085 h 5599766"/>
              <a:gd name="connsiteX15377" fmla="*/ 7740125 w 10321503"/>
              <a:gd name="connsiteY15377" fmla="*/ 3740087 h 5599766"/>
              <a:gd name="connsiteX15378" fmla="*/ 7733063 w 10321503"/>
              <a:gd name="connsiteY15378" fmla="*/ 3740087 h 5599766"/>
              <a:gd name="connsiteX15379" fmla="*/ 7732448 w 10321503"/>
              <a:gd name="connsiteY15379" fmla="*/ 3739730 h 5599766"/>
              <a:gd name="connsiteX15380" fmla="*/ 7728917 w 10321503"/>
              <a:gd name="connsiteY15380" fmla="*/ 3733588 h 5599766"/>
              <a:gd name="connsiteX15381" fmla="*/ 7728917 w 10321503"/>
              <a:gd name="connsiteY15381" fmla="*/ 3732920 h 5599766"/>
              <a:gd name="connsiteX15382" fmla="*/ 7732448 w 10321503"/>
              <a:gd name="connsiteY15382" fmla="*/ 3726778 h 5599766"/>
              <a:gd name="connsiteX15383" fmla="*/ 7733063 w 10321503"/>
              <a:gd name="connsiteY15383" fmla="*/ 3726422 h 5599766"/>
              <a:gd name="connsiteX15384" fmla="*/ 7740125 w 10321503"/>
              <a:gd name="connsiteY15384" fmla="*/ 3726422 h 5599766"/>
              <a:gd name="connsiteX15385" fmla="*/ 7740740 w 10321503"/>
              <a:gd name="connsiteY15385" fmla="*/ 3726778 h 5599766"/>
              <a:gd name="connsiteX15386" fmla="*/ 7744272 w 10321503"/>
              <a:gd name="connsiteY15386" fmla="*/ 3732920 h 5599766"/>
              <a:gd name="connsiteX15387" fmla="*/ 7744272 w 10321503"/>
              <a:gd name="connsiteY15387" fmla="*/ 3733588 h 5599766"/>
              <a:gd name="connsiteX15388" fmla="*/ 7740740 w 10321503"/>
              <a:gd name="connsiteY15388" fmla="*/ 3739730 h 5599766"/>
              <a:gd name="connsiteX15389" fmla="*/ 7740125 w 10321503"/>
              <a:gd name="connsiteY15389" fmla="*/ 3740087 h 5599766"/>
              <a:gd name="connsiteX15390" fmla="*/ 3180784 w 10321503"/>
              <a:gd name="connsiteY15390" fmla="*/ 3740093 h 5599766"/>
              <a:gd name="connsiteX15391" fmla="*/ 3173721 w 10321503"/>
              <a:gd name="connsiteY15391" fmla="*/ 3740093 h 5599766"/>
              <a:gd name="connsiteX15392" fmla="*/ 3173107 w 10321503"/>
              <a:gd name="connsiteY15392" fmla="*/ 3739735 h 5599766"/>
              <a:gd name="connsiteX15393" fmla="*/ 3169576 w 10321503"/>
              <a:gd name="connsiteY15393" fmla="*/ 3733592 h 5599766"/>
              <a:gd name="connsiteX15394" fmla="*/ 3169576 w 10321503"/>
              <a:gd name="connsiteY15394" fmla="*/ 3732928 h 5599766"/>
              <a:gd name="connsiteX15395" fmla="*/ 3173107 w 10321503"/>
              <a:gd name="connsiteY15395" fmla="*/ 3726785 h 5599766"/>
              <a:gd name="connsiteX15396" fmla="*/ 3173721 w 10321503"/>
              <a:gd name="connsiteY15396" fmla="*/ 3726425 h 5599766"/>
              <a:gd name="connsiteX15397" fmla="*/ 3180784 w 10321503"/>
              <a:gd name="connsiteY15397" fmla="*/ 3726425 h 5599766"/>
              <a:gd name="connsiteX15398" fmla="*/ 3181398 w 10321503"/>
              <a:gd name="connsiteY15398" fmla="*/ 3726785 h 5599766"/>
              <a:gd name="connsiteX15399" fmla="*/ 3184931 w 10321503"/>
              <a:gd name="connsiteY15399" fmla="*/ 3732928 h 5599766"/>
              <a:gd name="connsiteX15400" fmla="*/ 3184931 w 10321503"/>
              <a:gd name="connsiteY15400" fmla="*/ 3733592 h 5599766"/>
              <a:gd name="connsiteX15401" fmla="*/ 3181398 w 10321503"/>
              <a:gd name="connsiteY15401" fmla="*/ 3739735 h 5599766"/>
              <a:gd name="connsiteX15402" fmla="*/ 3180784 w 10321503"/>
              <a:gd name="connsiteY15402" fmla="*/ 3740093 h 5599766"/>
              <a:gd name="connsiteX15403" fmla="*/ 3775459 w 10321503"/>
              <a:gd name="connsiteY15403" fmla="*/ 3740093 h 5599766"/>
              <a:gd name="connsiteX15404" fmla="*/ 3768396 w 10321503"/>
              <a:gd name="connsiteY15404" fmla="*/ 3740093 h 5599766"/>
              <a:gd name="connsiteX15405" fmla="*/ 3767781 w 10321503"/>
              <a:gd name="connsiteY15405" fmla="*/ 3739733 h 5599766"/>
              <a:gd name="connsiteX15406" fmla="*/ 3764249 w 10321503"/>
              <a:gd name="connsiteY15406" fmla="*/ 3733592 h 5599766"/>
              <a:gd name="connsiteX15407" fmla="*/ 3764249 w 10321503"/>
              <a:gd name="connsiteY15407" fmla="*/ 3732925 h 5599766"/>
              <a:gd name="connsiteX15408" fmla="*/ 3767781 w 10321503"/>
              <a:gd name="connsiteY15408" fmla="*/ 3726783 h 5599766"/>
              <a:gd name="connsiteX15409" fmla="*/ 3768396 w 10321503"/>
              <a:gd name="connsiteY15409" fmla="*/ 3726425 h 5599766"/>
              <a:gd name="connsiteX15410" fmla="*/ 3775459 w 10321503"/>
              <a:gd name="connsiteY15410" fmla="*/ 3726425 h 5599766"/>
              <a:gd name="connsiteX15411" fmla="*/ 3776073 w 10321503"/>
              <a:gd name="connsiteY15411" fmla="*/ 3726783 h 5599766"/>
              <a:gd name="connsiteX15412" fmla="*/ 3779604 w 10321503"/>
              <a:gd name="connsiteY15412" fmla="*/ 3732925 h 5599766"/>
              <a:gd name="connsiteX15413" fmla="*/ 3779604 w 10321503"/>
              <a:gd name="connsiteY15413" fmla="*/ 3733592 h 5599766"/>
              <a:gd name="connsiteX15414" fmla="*/ 3776073 w 10321503"/>
              <a:gd name="connsiteY15414" fmla="*/ 3739733 h 5599766"/>
              <a:gd name="connsiteX15415" fmla="*/ 3775459 w 10321503"/>
              <a:gd name="connsiteY15415" fmla="*/ 3740093 h 5599766"/>
              <a:gd name="connsiteX15416" fmla="*/ 5163134 w 10321503"/>
              <a:gd name="connsiteY15416" fmla="*/ 3740101 h 5599766"/>
              <a:gd name="connsiteX15417" fmla="*/ 5156070 w 10321503"/>
              <a:gd name="connsiteY15417" fmla="*/ 3740101 h 5599766"/>
              <a:gd name="connsiteX15418" fmla="*/ 5155456 w 10321503"/>
              <a:gd name="connsiteY15418" fmla="*/ 3739744 h 5599766"/>
              <a:gd name="connsiteX15419" fmla="*/ 5151924 w 10321503"/>
              <a:gd name="connsiteY15419" fmla="*/ 3733600 h 5599766"/>
              <a:gd name="connsiteX15420" fmla="*/ 5151924 w 10321503"/>
              <a:gd name="connsiteY15420" fmla="*/ 3732936 h 5599766"/>
              <a:gd name="connsiteX15421" fmla="*/ 5155456 w 10321503"/>
              <a:gd name="connsiteY15421" fmla="*/ 3726794 h 5599766"/>
              <a:gd name="connsiteX15422" fmla="*/ 5156070 w 10321503"/>
              <a:gd name="connsiteY15422" fmla="*/ 3726434 h 5599766"/>
              <a:gd name="connsiteX15423" fmla="*/ 5163134 w 10321503"/>
              <a:gd name="connsiteY15423" fmla="*/ 3726434 h 5599766"/>
              <a:gd name="connsiteX15424" fmla="*/ 5163748 w 10321503"/>
              <a:gd name="connsiteY15424" fmla="*/ 3726794 h 5599766"/>
              <a:gd name="connsiteX15425" fmla="*/ 5167279 w 10321503"/>
              <a:gd name="connsiteY15425" fmla="*/ 3732936 h 5599766"/>
              <a:gd name="connsiteX15426" fmla="*/ 5167279 w 10321503"/>
              <a:gd name="connsiteY15426" fmla="*/ 3733600 h 5599766"/>
              <a:gd name="connsiteX15427" fmla="*/ 5163748 w 10321503"/>
              <a:gd name="connsiteY15427" fmla="*/ 3739744 h 5599766"/>
              <a:gd name="connsiteX15428" fmla="*/ 5163134 w 10321503"/>
              <a:gd name="connsiteY15428" fmla="*/ 3740101 h 5599766"/>
              <a:gd name="connsiteX15429" fmla="*/ 8334914 w 10321503"/>
              <a:gd name="connsiteY15429" fmla="*/ 3740111 h 5599766"/>
              <a:gd name="connsiteX15430" fmla="*/ 8327849 w 10321503"/>
              <a:gd name="connsiteY15430" fmla="*/ 3740111 h 5599766"/>
              <a:gd name="connsiteX15431" fmla="*/ 8327235 w 10321503"/>
              <a:gd name="connsiteY15431" fmla="*/ 3739752 h 5599766"/>
              <a:gd name="connsiteX15432" fmla="*/ 8323704 w 10321503"/>
              <a:gd name="connsiteY15432" fmla="*/ 3733610 h 5599766"/>
              <a:gd name="connsiteX15433" fmla="*/ 8323704 w 10321503"/>
              <a:gd name="connsiteY15433" fmla="*/ 3732946 h 5599766"/>
              <a:gd name="connsiteX15434" fmla="*/ 8327235 w 10321503"/>
              <a:gd name="connsiteY15434" fmla="*/ 3726803 h 5599766"/>
              <a:gd name="connsiteX15435" fmla="*/ 8327849 w 10321503"/>
              <a:gd name="connsiteY15435" fmla="*/ 3726444 h 5599766"/>
              <a:gd name="connsiteX15436" fmla="*/ 8334914 w 10321503"/>
              <a:gd name="connsiteY15436" fmla="*/ 3726444 h 5599766"/>
              <a:gd name="connsiteX15437" fmla="*/ 8335528 w 10321503"/>
              <a:gd name="connsiteY15437" fmla="*/ 3726803 h 5599766"/>
              <a:gd name="connsiteX15438" fmla="*/ 8339059 w 10321503"/>
              <a:gd name="connsiteY15438" fmla="*/ 3732946 h 5599766"/>
              <a:gd name="connsiteX15439" fmla="*/ 8339059 w 10321503"/>
              <a:gd name="connsiteY15439" fmla="*/ 3733610 h 5599766"/>
              <a:gd name="connsiteX15440" fmla="*/ 8335528 w 10321503"/>
              <a:gd name="connsiteY15440" fmla="*/ 3739752 h 5599766"/>
              <a:gd name="connsiteX15441" fmla="*/ 8334914 w 10321503"/>
              <a:gd name="connsiteY15441" fmla="*/ 3740111 h 5599766"/>
              <a:gd name="connsiteX15442" fmla="*/ 4766683 w 10321503"/>
              <a:gd name="connsiteY15442" fmla="*/ 3740112 h 5599766"/>
              <a:gd name="connsiteX15443" fmla="*/ 4759621 w 10321503"/>
              <a:gd name="connsiteY15443" fmla="*/ 3740112 h 5599766"/>
              <a:gd name="connsiteX15444" fmla="*/ 4759007 w 10321503"/>
              <a:gd name="connsiteY15444" fmla="*/ 3739753 h 5599766"/>
              <a:gd name="connsiteX15445" fmla="*/ 4755475 w 10321503"/>
              <a:gd name="connsiteY15445" fmla="*/ 3733613 h 5599766"/>
              <a:gd name="connsiteX15446" fmla="*/ 4755475 w 10321503"/>
              <a:gd name="connsiteY15446" fmla="*/ 3732947 h 5599766"/>
              <a:gd name="connsiteX15447" fmla="*/ 4759007 w 10321503"/>
              <a:gd name="connsiteY15447" fmla="*/ 3726804 h 5599766"/>
              <a:gd name="connsiteX15448" fmla="*/ 4759621 w 10321503"/>
              <a:gd name="connsiteY15448" fmla="*/ 3726447 h 5599766"/>
              <a:gd name="connsiteX15449" fmla="*/ 4766683 w 10321503"/>
              <a:gd name="connsiteY15449" fmla="*/ 3726447 h 5599766"/>
              <a:gd name="connsiteX15450" fmla="*/ 4767297 w 10321503"/>
              <a:gd name="connsiteY15450" fmla="*/ 3726804 h 5599766"/>
              <a:gd name="connsiteX15451" fmla="*/ 4770829 w 10321503"/>
              <a:gd name="connsiteY15451" fmla="*/ 3732947 h 5599766"/>
              <a:gd name="connsiteX15452" fmla="*/ 4770829 w 10321503"/>
              <a:gd name="connsiteY15452" fmla="*/ 3733613 h 5599766"/>
              <a:gd name="connsiteX15453" fmla="*/ 4767297 w 10321503"/>
              <a:gd name="connsiteY15453" fmla="*/ 3739753 h 5599766"/>
              <a:gd name="connsiteX15454" fmla="*/ 4766683 w 10321503"/>
              <a:gd name="connsiteY15454" fmla="*/ 3740112 h 5599766"/>
              <a:gd name="connsiteX15455" fmla="*/ 6749031 w 10321503"/>
              <a:gd name="connsiteY15455" fmla="*/ 3740112 h 5599766"/>
              <a:gd name="connsiteX15456" fmla="*/ 6741967 w 10321503"/>
              <a:gd name="connsiteY15456" fmla="*/ 3740112 h 5599766"/>
              <a:gd name="connsiteX15457" fmla="*/ 6741354 w 10321503"/>
              <a:gd name="connsiteY15457" fmla="*/ 3739753 h 5599766"/>
              <a:gd name="connsiteX15458" fmla="*/ 6737823 w 10321503"/>
              <a:gd name="connsiteY15458" fmla="*/ 3733613 h 5599766"/>
              <a:gd name="connsiteX15459" fmla="*/ 6737823 w 10321503"/>
              <a:gd name="connsiteY15459" fmla="*/ 3732947 h 5599766"/>
              <a:gd name="connsiteX15460" fmla="*/ 6741354 w 10321503"/>
              <a:gd name="connsiteY15460" fmla="*/ 3726804 h 5599766"/>
              <a:gd name="connsiteX15461" fmla="*/ 6741967 w 10321503"/>
              <a:gd name="connsiteY15461" fmla="*/ 3726447 h 5599766"/>
              <a:gd name="connsiteX15462" fmla="*/ 6749031 w 10321503"/>
              <a:gd name="connsiteY15462" fmla="*/ 3726447 h 5599766"/>
              <a:gd name="connsiteX15463" fmla="*/ 6749646 w 10321503"/>
              <a:gd name="connsiteY15463" fmla="*/ 3726804 h 5599766"/>
              <a:gd name="connsiteX15464" fmla="*/ 6753177 w 10321503"/>
              <a:gd name="connsiteY15464" fmla="*/ 3732947 h 5599766"/>
              <a:gd name="connsiteX15465" fmla="*/ 6753177 w 10321503"/>
              <a:gd name="connsiteY15465" fmla="*/ 3733613 h 5599766"/>
              <a:gd name="connsiteX15466" fmla="*/ 6749646 w 10321503"/>
              <a:gd name="connsiteY15466" fmla="*/ 3739753 h 5599766"/>
              <a:gd name="connsiteX15467" fmla="*/ 6749031 w 10321503"/>
              <a:gd name="connsiteY15467" fmla="*/ 3740112 h 5599766"/>
              <a:gd name="connsiteX15468" fmla="*/ 2982559 w 10321503"/>
              <a:gd name="connsiteY15468" fmla="*/ 3740114 h 5599766"/>
              <a:gd name="connsiteX15469" fmla="*/ 2975496 w 10321503"/>
              <a:gd name="connsiteY15469" fmla="*/ 3740114 h 5599766"/>
              <a:gd name="connsiteX15470" fmla="*/ 2974882 w 10321503"/>
              <a:gd name="connsiteY15470" fmla="*/ 3739755 h 5599766"/>
              <a:gd name="connsiteX15471" fmla="*/ 2971351 w 10321503"/>
              <a:gd name="connsiteY15471" fmla="*/ 3733613 h 5599766"/>
              <a:gd name="connsiteX15472" fmla="*/ 2971351 w 10321503"/>
              <a:gd name="connsiteY15472" fmla="*/ 3732948 h 5599766"/>
              <a:gd name="connsiteX15473" fmla="*/ 2974882 w 10321503"/>
              <a:gd name="connsiteY15473" fmla="*/ 3726805 h 5599766"/>
              <a:gd name="connsiteX15474" fmla="*/ 2975496 w 10321503"/>
              <a:gd name="connsiteY15474" fmla="*/ 3726447 h 5599766"/>
              <a:gd name="connsiteX15475" fmla="*/ 2982559 w 10321503"/>
              <a:gd name="connsiteY15475" fmla="*/ 3726447 h 5599766"/>
              <a:gd name="connsiteX15476" fmla="*/ 2983173 w 10321503"/>
              <a:gd name="connsiteY15476" fmla="*/ 3726805 h 5599766"/>
              <a:gd name="connsiteX15477" fmla="*/ 2986706 w 10321503"/>
              <a:gd name="connsiteY15477" fmla="*/ 3732948 h 5599766"/>
              <a:gd name="connsiteX15478" fmla="*/ 2986706 w 10321503"/>
              <a:gd name="connsiteY15478" fmla="*/ 3733613 h 5599766"/>
              <a:gd name="connsiteX15479" fmla="*/ 2983173 w 10321503"/>
              <a:gd name="connsiteY15479" fmla="*/ 3739755 h 5599766"/>
              <a:gd name="connsiteX15480" fmla="*/ 2982559 w 10321503"/>
              <a:gd name="connsiteY15480" fmla="*/ 3740114 h 5599766"/>
              <a:gd name="connsiteX15481" fmla="*/ 4964909 w 10321503"/>
              <a:gd name="connsiteY15481" fmla="*/ 3740114 h 5599766"/>
              <a:gd name="connsiteX15482" fmla="*/ 4957846 w 10321503"/>
              <a:gd name="connsiteY15482" fmla="*/ 3740114 h 5599766"/>
              <a:gd name="connsiteX15483" fmla="*/ 4957232 w 10321503"/>
              <a:gd name="connsiteY15483" fmla="*/ 3739755 h 5599766"/>
              <a:gd name="connsiteX15484" fmla="*/ 4953699 w 10321503"/>
              <a:gd name="connsiteY15484" fmla="*/ 3733615 h 5599766"/>
              <a:gd name="connsiteX15485" fmla="*/ 4953699 w 10321503"/>
              <a:gd name="connsiteY15485" fmla="*/ 3732949 h 5599766"/>
              <a:gd name="connsiteX15486" fmla="*/ 4957232 w 10321503"/>
              <a:gd name="connsiteY15486" fmla="*/ 3726806 h 5599766"/>
              <a:gd name="connsiteX15487" fmla="*/ 4957846 w 10321503"/>
              <a:gd name="connsiteY15487" fmla="*/ 3726449 h 5599766"/>
              <a:gd name="connsiteX15488" fmla="*/ 4964909 w 10321503"/>
              <a:gd name="connsiteY15488" fmla="*/ 3726449 h 5599766"/>
              <a:gd name="connsiteX15489" fmla="*/ 4965523 w 10321503"/>
              <a:gd name="connsiteY15489" fmla="*/ 3726806 h 5599766"/>
              <a:gd name="connsiteX15490" fmla="*/ 4969054 w 10321503"/>
              <a:gd name="connsiteY15490" fmla="*/ 3732949 h 5599766"/>
              <a:gd name="connsiteX15491" fmla="*/ 4969054 w 10321503"/>
              <a:gd name="connsiteY15491" fmla="*/ 3733615 h 5599766"/>
              <a:gd name="connsiteX15492" fmla="*/ 4965523 w 10321503"/>
              <a:gd name="connsiteY15492" fmla="*/ 3739755 h 5599766"/>
              <a:gd name="connsiteX15493" fmla="*/ 4964909 w 10321503"/>
              <a:gd name="connsiteY15493" fmla="*/ 3740114 h 5599766"/>
              <a:gd name="connsiteX15494" fmla="*/ 3973734 w 10321503"/>
              <a:gd name="connsiteY15494" fmla="*/ 3740119 h 5599766"/>
              <a:gd name="connsiteX15495" fmla="*/ 3966671 w 10321503"/>
              <a:gd name="connsiteY15495" fmla="*/ 3740119 h 5599766"/>
              <a:gd name="connsiteX15496" fmla="*/ 3966057 w 10321503"/>
              <a:gd name="connsiteY15496" fmla="*/ 3739761 h 5599766"/>
              <a:gd name="connsiteX15497" fmla="*/ 3962525 w 10321503"/>
              <a:gd name="connsiteY15497" fmla="*/ 3733619 h 5599766"/>
              <a:gd name="connsiteX15498" fmla="*/ 3962525 w 10321503"/>
              <a:gd name="connsiteY15498" fmla="*/ 3732954 h 5599766"/>
              <a:gd name="connsiteX15499" fmla="*/ 3966057 w 10321503"/>
              <a:gd name="connsiteY15499" fmla="*/ 3726811 h 5599766"/>
              <a:gd name="connsiteX15500" fmla="*/ 3966671 w 10321503"/>
              <a:gd name="connsiteY15500" fmla="*/ 3726453 h 5599766"/>
              <a:gd name="connsiteX15501" fmla="*/ 3973734 w 10321503"/>
              <a:gd name="connsiteY15501" fmla="*/ 3726453 h 5599766"/>
              <a:gd name="connsiteX15502" fmla="*/ 3974348 w 10321503"/>
              <a:gd name="connsiteY15502" fmla="*/ 3726811 h 5599766"/>
              <a:gd name="connsiteX15503" fmla="*/ 3977880 w 10321503"/>
              <a:gd name="connsiteY15503" fmla="*/ 3732954 h 5599766"/>
              <a:gd name="connsiteX15504" fmla="*/ 3977880 w 10321503"/>
              <a:gd name="connsiteY15504" fmla="*/ 3733619 h 5599766"/>
              <a:gd name="connsiteX15505" fmla="*/ 3974348 w 10321503"/>
              <a:gd name="connsiteY15505" fmla="*/ 3739761 h 5599766"/>
              <a:gd name="connsiteX15506" fmla="*/ 3973734 w 10321503"/>
              <a:gd name="connsiteY15506" fmla="*/ 3740119 h 5599766"/>
              <a:gd name="connsiteX15507" fmla="*/ 2189610 w 10321503"/>
              <a:gd name="connsiteY15507" fmla="*/ 3740120 h 5599766"/>
              <a:gd name="connsiteX15508" fmla="*/ 2182547 w 10321503"/>
              <a:gd name="connsiteY15508" fmla="*/ 3740120 h 5599766"/>
              <a:gd name="connsiteX15509" fmla="*/ 2181933 w 10321503"/>
              <a:gd name="connsiteY15509" fmla="*/ 3739762 h 5599766"/>
              <a:gd name="connsiteX15510" fmla="*/ 2178401 w 10321503"/>
              <a:gd name="connsiteY15510" fmla="*/ 3733620 h 5599766"/>
              <a:gd name="connsiteX15511" fmla="*/ 2178401 w 10321503"/>
              <a:gd name="connsiteY15511" fmla="*/ 3732955 h 5599766"/>
              <a:gd name="connsiteX15512" fmla="*/ 2181933 w 10321503"/>
              <a:gd name="connsiteY15512" fmla="*/ 3726812 h 5599766"/>
              <a:gd name="connsiteX15513" fmla="*/ 2182547 w 10321503"/>
              <a:gd name="connsiteY15513" fmla="*/ 3726454 h 5599766"/>
              <a:gd name="connsiteX15514" fmla="*/ 2189610 w 10321503"/>
              <a:gd name="connsiteY15514" fmla="*/ 3726454 h 5599766"/>
              <a:gd name="connsiteX15515" fmla="*/ 2190224 w 10321503"/>
              <a:gd name="connsiteY15515" fmla="*/ 3726812 h 5599766"/>
              <a:gd name="connsiteX15516" fmla="*/ 2193755 w 10321503"/>
              <a:gd name="connsiteY15516" fmla="*/ 3732955 h 5599766"/>
              <a:gd name="connsiteX15517" fmla="*/ 2193755 w 10321503"/>
              <a:gd name="connsiteY15517" fmla="*/ 3733620 h 5599766"/>
              <a:gd name="connsiteX15518" fmla="*/ 2190224 w 10321503"/>
              <a:gd name="connsiteY15518" fmla="*/ 3739762 h 5599766"/>
              <a:gd name="connsiteX15519" fmla="*/ 2189610 w 10321503"/>
              <a:gd name="connsiteY15519" fmla="*/ 3740120 h 5599766"/>
              <a:gd name="connsiteX15520" fmla="*/ 2387834 w 10321503"/>
              <a:gd name="connsiteY15520" fmla="*/ 3740120 h 5599766"/>
              <a:gd name="connsiteX15521" fmla="*/ 2380772 w 10321503"/>
              <a:gd name="connsiteY15521" fmla="*/ 3740120 h 5599766"/>
              <a:gd name="connsiteX15522" fmla="*/ 2380157 w 10321503"/>
              <a:gd name="connsiteY15522" fmla="*/ 3739762 h 5599766"/>
              <a:gd name="connsiteX15523" fmla="*/ 2376625 w 10321503"/>
              <a:gd name="connsiteY15523" fmla="*/ 3733620 h 5599766"/>
              <a:gd name="connsiteX15524" fmla="*/ 2376625 w 10321503"/>
              <a:gd name="connsiteY15524" fmla="*/ 3732955 h 5599766"/>
              <a:gd name="connsiteX15525" fmla="*/ 2380157 w 10321503"/>
              <a:gd name="connsiteY15525" fmla="*/ 3726812 h 5599766"/>
              <a:gd name="connsiteX15526" fmla="*/ 2380772 w 10321503"/>
              <a:gd name="connsiteY15526" fmla="*/ 3726454 h 5599766"/>
              <a:gd name="connsiteX15527" fmla="*/ 2387834 w 10321503"/>
              <a:gd name="connsiteY15527" fmla="*/ 3726454 h 5599766"/>
              <a:gd name="connsiteX15528" fmla="*/ 2388448 w 10321503"/>
              <a:gd name="connsiteY15528" fmla="*/ 3726812 h 5599766"/>
              <a:gd name="connsiteX15529" fmla="*/ 2391979 w 10321503"/>
              <a:gd name="connsiteY15529" fmla="*/ 3732955 h 5599766"/>
              <a:gd name="connsiteX15530" fmla="*/ 2391979 w 10321503"/>
              <a:gd name="connsiteY15530" fmla="*/ 3733620 h 5599766"/>
              <a:gd name="connsiteX15531" fmla="*/ 2388448 w 10321503"/>
              <a:gd name="connsiteY15531" fmla="*/ 3739762 h 5599766"/>
              <a:gd name="connsiteX15532" fmla="*/ 2387834 w 10321503"/>
              <a:gd name="connsiteY15532" fmla="*/ 3740120 h 5599766"/>
              <a:gd name="connsiteX15533" fmla="*/ 2586059 w 10321503"/>
              <a:gd name="connsiteY15533" fmla="*/ 3740120 h 5599766"/>
              <a:gd name="connsiteX15534" fmla="*/ 2578996 w 10321503"/>
              <a:gd name="connsiteY15534" fmla="*/ 3740120 h 5599766"/>
              <a:gd name="connsiteX15535" fmla="*/ 2578382 w 10321503"/>
              <a:gd name="connsiteY15535" fmla="*/ 3739762 h 5599766"/>
              <a:gd name="connsiteX15536" fmla="*/ 2574850 w 10321503"/>
              <a:gd name="connsiteY15536" fmla="*/ 3733620 h 5599766"/>
              <a:gd name="connsiteX15537" fmla="*/ 2574850 w 10321503"/>
              <a:gd name="connsiteY15537" fmla="*/ 3732955 h 5599766"/>
              <a:gd name="connsiteX15538" fmla="*/ 2578382 w 10321503"/>
              <a:gd name="connsiteY15538" fmla="*/ 3726812 h 5599766"/>
              <a:gd name="connsiteX15539" fmla="*/ 2578996 w 10321503"/>
              <a:gd name="connsiteY15539" fmla="*/ 3726454 h 5599766"/>
              <a:gd name="connsiteX15540" fmla="*/ 2586059 w 10321503"/>
              <a:gd name="connsiteY15540" fmla="*/ 3726454 h 5599766"/>
              <a:gd name="connsiteX15541" fmla="*/ 2586673 w 10321503"/>
              <a:gd name="connsiteY15541" fmla="*/ 3726812 h 5599766"/>
              <a:gd name="connsiteX15542" fmla="*/ 2590205 w 10321503"/>
              <a:gd name="connsiteY15542" fmla="*/ 3732955 h 5599766"/>
              <a:gd name="connsiteX15543" fmla="*/ 2590205 w 10321503"/>
              <a:gd name="connsiteY15543" fmla="*/ 3733620 h 5599766"/>
              <a:gd name="connsiteX15544" fmla="*/ 2586673 w 10321503"/>
              <a:gd name="connsiteY15544" fmla="*/ 3739762 h 5599766"/>
              <a:gd name="connsiteX15545" fmla="*/ 2586059 w 10321503"/>
              <a:gd name="connsiteY15545" fmla="*/ 3740120 h 5599766"/>
              <a:gd name="connsiteX15546" fmla="*/ 2784283 w 10321503"/>
              <a:gd name="connsiteY15546" fmla="*/ 3740120 h 5599766"/>
              <a:gd name="connsiteX15547" fmla="*/ 2777220 w 10321503"/>
              <a:gd name="connsiteY15547" fmla="*/ 3740120 h 5599766"/>
              <a:gd name="connsiteX15548" fmla="*/ 2776606 w 10321503"/>
              <a:gd name="connsiteY15548" fmla="*/ 3739762 h 5599766"/>
              <a:gd name="connsiteX15549" fmla="*/ 2773075 w 10321503"/>
              <a:gd name="connsiteY15549" fmla="*/ 3733620 h 5599766"/>
              <a:gd name="connsiteX15550" fmla="*/ 2773075 w 10321503"/>
              <a:gd name="connsiteY15550" fmla="*/ 3732955 h 5599766"/>
              <a:gd name="connsiteX15551" fmla="*/ 2776606 w 10321503"/>
              <a:gd name="connsiteY15551" fmla="*/ 3726812 h 5599766"/>
              <a:gd name="connsiteX15552" fmla="*/ 2777220 w 10321503"/>
              <a:gd name="connsiteY15552" fmla="*/ 3726454 h 5599766"/>
              <a:gd name="connsiteX15553" fmla="*/ 2784283 w 10321503"/>
              <a:gd name="connsiteY15553" fmla="*/ 3726454 h 5599766"/>
              <a:gd name="connsiteX15554" fmla="*/ 2784897 w 10321503"/>
              <a:gd name="connsiteY15554" fmla="*/ 3726812 h 5599766"/>
              <a:gd name="connsiteX15555" fmla="*/ 2788430 w 10321503"/>
              <a:gd name="connsiteY15555" fmla="*/ 3732955 h 5599766"/>
              <a:gd name="connsiteX15556" fmla="*/ 2788430 w 10321503"/>
              <a:gd name="connsiteY15556" fmla="*/ 3733620 h 5599766"/>
              <a:gd name="connsiteX15557" fmla="*/ 2784897 w 10321503"/>
              <a:gd name="connsiteY15557" fmla="*/ 3739762 h 5599766"/>
              <a:gd name="connsiteX15558" fmla="*/ 2784283 w 10321503"/>
              <a:gd name="connsiteY15558" fmla="*/ 3740120 h 5599766"/>
              <a:gd name="connsiteX15559" fmla="*/ 11254 w 10321503"/>
              <a:gd name="connsiteY15559" fmla="*/ 3903484 h 5599766"/>
              <a:gd name="connsiteX15560" fmla="*/ 4192 w 10321503"/>
              <a:gd name="connsiteY15560" fmla="*/ 3903484 h 5599766"/>
              <a:gd name="connsiteX15561" fmla="*/ 3578 w 10321503"/>
              <a:gd name="connsiteY15561" fmla="*/ 3903126 h 5599766"/>
              <a:gd name="connsiteX15562" fmla="*/ 46 w 10321503"/>
              <a:gd name="connsiteY15562" fmla="*/ 3896985 h 5599766"/>
              <a:gd name="connsiteX15563" fmla="*/ 46 w 10321503"/>
              <a:gd name="connsiteY15563" fmla="*/ 3896319 h 5599766"/>
              <a:gd name="connsiteX15564" fmla="*/ 3578 w 10321503"/>
              <a:gd name="connsiteY15564" fmla="*/ 3890177 h 5599766"/>
              <a:gd name="connsiteX15565" fmla="*/ 4192 w 10321503"/>
              <a:gd name="connsiteY15565" fmla="*/ 3889820 h 5599766"/>
              <a:gd name="connsiteX15566" fmla="*/ 11254 w 10321503"/>
              <a:gd name="connsiteY15566" fmla="*/ 3889820 h 5599766"/>
              <a:gd name="connsiteX15567" fmla="*/ 11868 w 10321503"/>
              <a:gd name="connsiteY15567" fmla="*/ 3890177 h 5599766"/>
              <a:gd name="connsiteX15568" fmla="*/ 15400 w 10321503"/>
              <a:gd name="connsiteY15568" fmla="*/ 3896319 h 5599766"/>
              <a:gd name="connsiteX15569" fmla="*/ 15400 w 10321503"/>
              <a:gd name="connsiteY15569" fmla="*/ 3896985 h 5599766"/>
              <a:gd name="connsiteX15570" fmla="*/ 11868 w 10321503"/>
              <a:gd name="connsiteY15570" fmla="*/ 3903126 h 5599766"/>
              <a:gd name="connsiteX15571" fmla="*/ 11254 w 10321503"/>
              <a:gd name="connsiteY15571" fmla="*/ 3903484 h 5599766"/>
              <a:gd name="connsiteX15572" fmla="*/ 209480 w 10321503"/>
              <a:gd name="connsiteY15572" fmla="*/ 3903484 h 5599766"/>
              <a:gd name="connsiteX15573" fmla="*/ 202416 w 10321503"/>
              <a:gd name="connsiteY15573" fmla="*/ 3903484 h 5599766"/>
              <a:gd name="connsiteX15574" fmla="*/ 201803 w 10321503"/>
              <a:gd name="connsiteY15574" fmla="*/ 3903126 h 5599766"/>
              <a:gd name="connsiteX15575" fmla="*/ 198270 w 10321503"/>
              <a:gd name="connsiteY15575" fmla="*/ 3896985 h 5599766"/>
              <a:gd name="connsiteX15576" fmla="*/ 198270 w 10321503"/>
              <a:gd name="connsiteY15576" fmla="*/ 3896319 h 5599766"/>
              <a:gd name="connsiteX15577" fmla="*/ 201803 w 10321503"/>
              <a:gd name="connsiteY15577" fmla="*/ 3890177 h 5599766"/>
              <a:gd name="connsiteX15578" fmla="*/ 202416 w 10321503"/>
              <a:gd name="connsiteY15578" fmla="*/ 3889820 h 5599766"/>
              <a:gd name="connsiteX15579" fmla="*/ 209480 w 10321503"/>
              <a:gd name="connsiteY15579" fmla="*/ 3889820 h 5599766"/>
              <a:gd name="connsiteX15580" fmla="*/ 210094 w 10321503"/>
              <a:gd name="connsiteY15580" fmla="*/ 3890177 h 5599766"/>
              <a:gd name="connsiteX15581" fmla="*/ 213625 w 10321503"/>
              <a:gd name="connsiteY15581" fmla="*/ 3896319 h 5599766"/>
              <a:gd name="connsiteX15582" fmla="*/ 213625 w 10321503"/>
              <a:gd name="connsiteY15582" fmla="*/ 3896985 h 5599766"/>
              <a:gd name="connsiteX15583" fmla="*/ 210094 w 10321503"/>
              <a:gd name="connsiteY15583" fmla="*/ 3903126 h 5599766"/>
              <a:gd name="connsiteX15584" fmla="*/ 209480 w 10321503"/>
              <a:gd name="connsiteY15584" fmla="*/ 3903484 h 5599766"/>
              <a:gd name="connsiteX15585" fmla="*/ 407754 w 10321503"/>
              <a:gd name="connsiteY15585" fmla="*/ 3903484 h 5599766"/>
              <a:gd name="connsiteX15586" fmla="*/ 400692 w 10321503"/>
              <a:gd name="connsiteY15586" fmla="*/ 3903484 h 5599766"/>
              <a:gd name="connsiteX15587" fmla="*/ 400078 w 10321503"/>
              <a:gd name="connsiteY15587" fmla="*/ 3903126 h 5599766"/>
              <a:gd name="connsiteX15588" fmla="*/ 396546 w 10321503"/>
              <a:gd name="connsiteY15588" fmla="*/ 3896985 h 5599766"/>
              <a:gd name="connsiteX15589" fmla="*/ 396546 w 10321503"/>
              <a:gd name="connsiteY15589" fmla="*/ 3896319 h 5599766"/>
              <a:gd name="connsiteX15590" fmla="*/ 400078 w 10321503"/>
              <a:gd name="connsiteY15590" fmla="*/ 3890177 h 5599766"/>
              <a:gd name="connsiteX15591" fmla="*/ 400692 w 10321503"/>
              <a:gd name="connsiteY15591" fmla="*/ 3889820 h 5599766"/>
              <a:gd name="connsiteX15592" fmla="*/ 407754 w 10321503"/>
              <a:gd name="connsiteY15592" fmla="*/ 3889820 h 5599766"/>
              <a:gd name="connsiteX15593" fmla="*/ 408369 w 10321503"/>
              <a:gd name="connsiteY15593" fmla="*/ 3890177 h 5599766"/>
              <a:gd name="connsiteX15594" fmla="*/ 411900 w 10321503"/>
              <a:gd name="connsiteY15594" fmla="*/ 3896319 h 5599766"/>
              <a:gd name="connsiteX15595" fmla="*/ 411900 w 10321503"/>
              <a:gd name="connsiteY15595" fmla="*/ 3896985 h 5599766"/>
              <a:gd name="connsiteX15596" fmla="*/ 408369 w 10321503"/>
              <a:gd name="connsiteY15596" fmla="*/ 3903126 h 5599766"/>
              <a:gd name="connsiteX15597" fmla="*/ 407754 w 10321503"/>
              <a:gd name="connsiteY15597" fmla="*/ 3903484 h 5599766"/>
              <a:gd name="connsiteX15598" fmla="*/ 605979 w 10321503"/>
              <a:gd name="connsiteY15598" fmla="*/ 3903484 h 5599766"/>
              <a:gd name="connsiteX15599" fmla="*/ 598916 w 10321503"/>
              <a:gd name="connsiteY15599" fmla="*/ 3903484 h 5599766"/>
              <a:gd name="connsiteX15600" fmla="*/ 598302 w 10321503"/>
              <a:gd name="connsiteY15600" fmla="*/ 3903126 h 5599766"/>
              <a:gd name="connsiteX15601" fmla="*/ 594770 w 10321503"/>
              <a:gd name="connsiteY15601" fmla="*/ 3896985 h 5599766"/>
              <a:gd name="connsiteX15602" fmla="*/ 594770 w 10321503"/>
              <a:gd name="connsiteY15602" fmla="*/ 3896319 h 5599766"/>
              <a:gd name="connsiteX15603" fmla="*/ 598302 w 10321503"/>
              <a:gd name="connsiteY15603" fmla="*/ 3890177 h 5599766"/>
              <a:gd name="connsiteX15604" fmla="*/ 598916 w 10321503"/>
              <a:gd name="connsiteY15604" fmla="*/ 3889820 h 5599766"/>
              <a:gd name="connsiteX15605" fmla="*/ 605979 w 10321503"/>
              <a:gd name="connsiteY15605" fmla="*/ 3889820 h 5599766"/>
              <a:gd name="connsiteX15606" fmla="*/ 606593 w 10321503"/>
              <a:gd name="connsiteY15606" fmla="*/ 3890177 h 5599766"/>
              <a:gd name="connsiteX15607" fmla="*/ 610125 w 10321503"/>
              <a:gd name="connsiteY15607" fmla="*/ 3896319 h 5599766"/>
              <a:gd name="connsiteX15608" fmla="*/ 610125 w 10321503"/>
              <a:gd name="connsiteY15608" fmla="*/ 3896985 h 5599766"/>
              <a:gd name="connsiteX15609" fmla="*/ 606593 w 10321503"/>
              <a:gd name="connsiteY15609" fmla="*/ 3903126 h 5599766"/>
              <a:gd name="connsiteX15610" fmla="*/ 605979 w 10321503"/>
              <a:gd name="connsiteY15610" fmla="*/ 3903484 h 5599766"/>
              <a:gd name="connsiteX15611" fmla="*/ 804204 w 10321503"/>
              <a:gd name="connsiteY15611" fmla="*/ 3903484 h 5599766"/>
              <a:gd name="connsiteX15612" fmla="*/ 797140 w 10321503"/>
              <a:gd name="connsiteY15612" fmla="*/ 3903484 h 5599766"/>
              <a:gd name="connsiteX15613" fmla="*/ 796526 w 10321503"/>
              <a:gd name="connsiteY15613" fmla="*/ 3903126 h 5599766"/>
              <a:gd name="connsiteX15614" fmla="*/ 792995 w 10321503"/>
              <a:gd name="connsiteY15614" fmla="*/ 3896985 h 5599766"/>
              <a:gd name="connsiteX15615" fmla="*/ 792995 w 10321503"/>
              <a:gd name="connsiteY15615" fmla="*/ 3896319 h 5599766"/>
              <a:gd name="connsiteX15616" fmla="*/ 796526 w 10321503"/>
              <a:gd name="connsiteY15616" fmla="*/ 3890177 h 5599766"/>
              <a:gd name="connsiteX15617" fmla="*/ 797140 w 10321503"/>
              <a:gd name="connsiteY15617" fmla="*/ 3889820 h 5599766"/>
              <a:gd name="connsiteX15618" fmla="*/ 804204 w 10321503"/>
              <a:gd name="connsiteY15618" fmla="*/ 3889820 h 5599766"/>
              <a:gd name="connsiteX15619" fmla="*/ 804818 w 10321503"/>
              <a:gd name="connsiteY15619" fmla="*/ 3890177 h 5599766"/>
              <a:gd name="connsiteX15620" fmla="*/ 808350 w 10321503"/>
              <a:gd name="connsiteY15620" fmla="*/ 3896319 h 5599766"/>
              <a:gd name="connsiteX15621" fmla="*/ 808350 w 10321503"/>
              <a:gd name="connsiteY15621" fmla="*/ 3896985 h 5599766"/>
              <a:gd name="connsiteX15622" fmla="*/ 804818 w 10321503"/>
              <a:gd name="connsiteY15622" fmla="*/ 3903126 h 5599766"/>
              <a:gd name="connsiteX15623" fmla="*/ 804204 w 10321503"/>
              <a:gd name="connsiteY15623" fmla="*/ 3903484 h 5599766"/>
              <a:gd name="connsiteX15624" fmla="*/ 1002428 w 10321503"/>
              <a:gd name="connsiteY15624" fmla="*/ 3903484 h 5599766"/>
              <a:gd name="connsiteX15625" fmla="*/ 995366 w 10321503"/>
              <a:gd name="connsiteY15625" fmla="*/ 3903484 h 5599766"/>
              <a:gd name="connsiteX15626" fmla="*/ 994752 w 10321503"/>
              <a:gd name="connsiteY15626" fmla="*/ 3903126 h 5599766"/>
              <a:gd name="connsiteX15627" fmla="*/ 991220 w 10321503"/>
              <a:gd name="connsiteY15627" fmla="*/ 3896985 h 5599766"/>
              <a:gd name="connsiteX15628" fmla="*/ 991220 w 10321503"/>
              <a:gd name="connsiteY15628" fmla="*/ 3896319 h 5599766"/>
              <a:gd name="connsiteX15629" fmla="*/ 994752 w 10321503"/>
              <a:gd name="connsiteY15629" fmla="*/ 3890177 h 5599766"/>
              <a:gd name="connsiteX15630" fmla="*/ 995366 w 10321503"/>
              <a:gd name="connsiteY15630" fmla="*/ 3889820 h 5599766"/>
              <a:gd name="connsiteX15631" fmla="*/ 1002428 w 10321503"/>
              <a:gd name="connsiteY15631" fmla="*/ 3889820 h 5599766"/>
              <a:gd name="connsiteX15632" fmla="*/ 1003042 w 10321503"/>
              <a:gd name="connsiteY15632" fmla="*/ 3890177 h 5599766"/>
              <a:gd name="connsiteX15633" fmla="*/ 1006574 w 10321503"/>
              <a:gd name="connsiteY15633" fmla="*/ 3896319 h 5599766"/>
              <a:gd name="connsiteX15634" fmla="*/ 1006574 w 10321503"/>
              <a:gd name="connsiteY15634" fmla="*/ 3896985 h 5599766"/>
              <a:gd name="connsiteX15635" fmla="*/ 1003042 w 10321503"/>
              <a:gd name="connsiteY15635" fmla="*/ 3903126 h 5599766"/>
              <a:gd name="connsiteX15636" fmla="*/ 1002428 w 10321503"/>
              <a:gd name="connsiteY15636" fmla="*/ 3903484 h 5599766"/>
              <a:gd name="connsiteX15637" fmla="*/ 1200704 w 10321503"/>
              <a:gd name="connsiteY15637" fmla="*/ 3903484 h 5599766"/>
              <a:gd name="connsiteX15638" fmla="*/ 1193642 w 10321503"/>
              <a:gd name="connsiteY15638" fmla="*/ 3903484 h 5599766"/>
              <a:gd name="connsiteX15639" fmla="*/ 1193028 w 10321503"/>
              <a:gd name="connsiteY15639" fmla="*/ 3903126 h 5599766"/>
              <a:gd name="connsiteX15640" fmla="*/ 1189495 w 10321503"/>
              <a:gd name="connsiteY15640" fmla="*/ 3896985 h 5599766"/>
              <a:gd name="connsiteX15641" fmla="*/ 1189495 w 10321503"/>
              <a:gd name="connsiteY15641" fmla="*/ 3896319 h 5599766"/>
              <a:gd name="connsiteX15642" fmla="*/ 1193028 w 10321503"/>
              <a:gd name="connsiteY15642" fmla="*/ 3890177 h 5599766"/>
              <a:gd name="connsiteX15643" fmla="*/ 1193642 w 10321503"/>
              <a:gd name="connsiteY15643" fmla="*/ 3889820 h 5599766"/>
              <a:gd name="connsiteX15644" fmla="*/ 1200704 w 10321503"/>
              <a:gd name="connsiteY15644" fmla="*/ 3889820 h 5599766"/>
              <a:gd name="connsiteX15645" fmla="*/ 1201318 w 10321503"/>
              <a:gd name="connsiteY15645" fmla="*/ 3890177 h 5599766"/>
              <a:gd name="connsiteX15646" fmla="*/ 1204850 w 10321503"/>
              <a:gd name="connsiteY15646" fmla="*/ 3896319 h 5599766"/>
              <a:gd name="connsiteX15647" fmla="*/ 1204850 w 10321503"/>
              <a:gd name="connsiteY15647" fmla="*/ 3896985 h 5599766"/>
              <a:gd name="connsiteX15648" fmla="*/ 1201318 w 10321503"/>
              <a:gd name="connsiteY15648" fmla="*/ 3903126 h 5599766"/>
              <a:gd name="connsiteX15649" fmla="*/ 1200704 w 10321503"/>
              <a:gd name="connsiteY15649" fmla="*/ 3903484 h 5599766"/>
              <a:gd name="connsiteX15650" fmla="*/ 1398928 w 10321503"/>
              <a:gd name="connsiteY15650" fmla="*/ 3903484 h 5599766"/>
              <a:gd name="connsiteX15651" fmla="*/ 1391866 w 10321503"/>
              <a:gd name="connsiteY15651" fmla="*/ 3903484 h 5599766"/>
              <a:gd name="connsiteX15652" fmla="*/ 1391252 w 10321503"/>
              <a:gd name="connsiteY15652" fmla="*/ 3903126 h 5599766"/>
              <a:gd name="connsiteX15653" fmla="*/ 1387720 w 10321503"/>
              <a:gd name="connsiteY15653" fmla="*/ 3896985 h 5599766"/>
              <a:gd name="connsiteX15654" fmla="*/ 1387720 w 10321503"/>
              <a:gd name="connsiteY15654" fmla="*/ 3896319 h 5599766"/>
              <a:gd name="connsiteX15655" fmla="*/ 1391252 w 10321503"/>
              <a:gd name="connsiteY15655" fmla="*/ 3890177 h 5599766"/>
              <a:gd name="connsiteX15656" fmla="*/ 1391866 w 10321503"/>
              <a:gd name="connsiteY15656" fmla="*/ 3889820 h 5599766"/>
              <a:gd name="connsiteX15657" fmla="*/ 1398928 w 10321503"/>
              <a:gd name="connsiteY15657" fmla="*/ 3889820 h 5599766"/>
              <a:gd name="connsiteX15658" fmla="*/ 1399544 w 10321503"/>
              <a:gd name="connsiteY15658" fmla="*/ 3890177 h 5599766"/>
              <a:gd name="connsiteX15659" fmla="*/ 1403074 w 10321503"/>
              <a:gd name="connsiteY15659" fmla="*/ 3896319 h 5599766"/>
              <a:gd name="connsiteX15660" fmla="*/ 1403074 w 10321503"/>
              <a:gd name="connsiteY15660" fmla="*/ 3896985 h 5599766"/>
              <a:gd name="connsiteX15661" fmla="*/ 1399544 w 10321503"/>
              <a:gd name="connsiteY15661" fmla="*/ 3903126 h 5599766"/>
              <a:gd name="connsiteX15662" fmla="*/ 1398928 w 10321503"/>
              <a:gd name="connsiteY15662" fmla="*/ 3903484 h 5599766"/>
              <a:gd name="connsiteX15663" fmla="*/ 1597154 w 10321503"/>
              <a:gd name="connsiteY15663" fmla="*/ 3903484 h 5599766"/>
              <a:gd name="connsiteX15664" fmla="*/ 1590090 w 10321503"/>
              <a:gd name="connsiteY15664" fmla="*/ 3903484 h 5599766"/>
              <a:gd name="connsiteX15665" fmla="*/ 1589476 w 10321503"/>
              <a:gd name="connsiteY15665" fmla="*/ 3903126 h 5599766"/>
              <a:gd name="connsiteX15666" fmla="*/ 1585944 w 10321503"/>
              <a:gd name="connsiteY15666" fmla="*/ 3896985 h 5599766"/>
              <a:gd name="connsiteX15667" fmla="*/ 1585944 w 10321503"/>
              <a:gd name="connsiteY15667" fmla="*/ 3896319 h 5599766"/>
              <a:gd name="connsiteX15668" fmla="*/ 1589476 w 10321503"/>
              <a:gd name="connsiteY15668" fmla="*/ 3890177 h 5599766"/>
              <a:gd name="connsiteX15669" fmla="*/ 1590090 w 10321503"/>
              <a:gd name="connsiteY15669" fmla="*/ 3889820 h 5599766"/>
              <a:gd name="connsiteX15670" fmla="*/ 1597154 w 10321503"/>
              <a:gd name="connsiteY15670" fmla="*/ 3889820 h 5599766"/>
              <a:gd name="connsiteX15671" fmla="*/ 1597768 w 10321503"/>
              <a:gd name="connsiteY15671" fmla="*/ 3890177 h 5599766"/>
              <a:gd name="connsiteX15672" fmla="*/ 1601298 w 10321503"/>
              <a:gd name="connsiteY15672" fmla="*/ 3896319 h 5599766"/>
              <a:gd name="connsiteX15673" fmla="*/ 1601298 w 10321503"/>
              <a:gd name="connsiteY15673" fmla="*/ 3896985 h 5599766"/>
              <a:gd name="connsiteX15674" fmla="*/ 1597768 w 10321503"/>
              <a:gd name="connsiteY15674" fmla="*/ 3903126 h 5599766"/>
              <a:gd name="connsiteX15675" fmla="*/ 1597154 w 10321503"/>
              <a:gd name="connsiteY15675" fmla="*/ 3903484 h 5599766"/>
              <a:gd name="connsiteX15676" fmla="*/ 1795378 w 10321503"/>
              <a:gd name="connsiteY15676" fmla="*/ 3903484 h 5599766"/>
              <a:gd name="connsiteX15677" fmla="*/ 1788315 w 10321503"/>
              <a:gd name="connsiteY15677" fmla="*/ 3903484 h 5599766"/>
              <a:gd name="connsiteX15678" fmla="*/ 1787701 w 10321503"/>
              <a:gd name="connsiteY15678" fmla="*/ 3903126 h 5599766"/>
              <a:gd name="connsiteX15679" fmla="*/ 1784170 w 10321503"/>
              <a:gd name="connsiteY15679" fmla="*/ 3896985 h 5599766"/>
              <a:gd name="connsiteX15680" fmla="*/ 1784170 w 10321503"/>
              <a:gd name="connsiteY15680" fmla="*/ 3896319 h 5599766"/>
              <a:gd name="connsiteX15681" fmla="*/ 1787701 w 10321503"/>
              <a:gd name="connsiteY15681" fmla="*/ 3890177 h 5599766"/>
              <a:gd name="connsiteX15682" fmla="*/ 1788315 w 10321503"/>
              <a:gd name="connsiteY15682" fmla="*/ 3889820 h 5599766"/>
              <a:gd name="connsiteX15683" fmla="*/ 1795378 w 10321503"/>
              <a:gd name="connsiteY15683" fmla="*/ 3889820 h 5599766"/>
              <a:gd name="connsiteX15684" fmla="*/ 1795992 w 10321503"/>
              <a:gd name="connsiteY15684" fmla="*/ 3890177 h 5599766"/>
              <a:gd name="connsiteX15685" fmla="*/ 1799524 w 10321503"/>
              <a:gd name="connsiteY15685" fmla="*/ 3896319 h 5599766"/>
              <a:gd name="connsiteX15686" fmla="*/ 1799524 w 10321503"/>
              <a:gd name="connsiteY15686" fmla="*/ 3896985 h 5599766"/>
              <a:gd name="connsiteX15687" fmla="*/ 1795992 w 10321503"/>
              <a:gd name="connsiteY15687" fmla="*/ 3903126 h 5599766"/>
              <a:gd name="connsiteX15688" fmla="*/ 1795378 w 10321503"/>
              <a:gd name="connsiteY15688" fmla="*/ 3903484 h 5599766"/>
              <a:gd name="connsiteX15689" fmla="*/ 1993654 w 10321503"/>
              <a:gd name="connsiteY15689" fmla="*/ 3903484 h 5599766"/>
              <a:gd name="connsiteX15690" fmla="*/ 1986590 w 10321503"/>
              <a:gd name="connsiteY15690" fmla="*/ 3903484 h 5599766"/>
              <a:gd name="connsiteX15691" fmla="*/ 1985976 w 10321503"/>
              <a:gd name="connsiteY15691" fmla="*/ 3903126 h 5599766"/>
              <a:gd name="connsiteX15692" fmla="*/ 1982445 w 10321503"/>
              <a:gd name="connsiteY15692" fmla="*/ 3896985 h 5599766"/>
              <a:gd name="connsiteX15693" fmla="*/ 1982445 w 10321503"/>
              <a:gd name="connsiteY15693" fmla="*/ 3896319 h 5599766"/>
              <a:gd name="connsiteX15694" fmla="*/ 1985976 w 10321503"/>
              <a:gd name="connsiteY15694" fmla="*/ 3890177 h 5599766"/>
              <a:gd name="connsiteX15695" fmla="*/ 1986590 w 10321503"/>
              <a:gd name="connsiteY15695" fmla="*/ 3889820 h 5599766"/>
              <a:gd name="connsiteX15696" fmla="*/ 1993654 w 10321503"/>
              <a:gd name="connsiteY15696" fmla="*/ 3889820 h 5599766"/>
              <a:gd name="connsiteX15697" fmla="*/ 1994268 w 10321503"/>
              <a:gd name="connsiteY15697" fmla="*/ 3890177 h 5599766"/>
              <a:gd name="connsiteX15698" fmla="*/ 1997800 w 10321503"/>
              <a:gd name="connsiteY15698" fmla="*/ 3896319 h 5599766"/>
              <a:gd name="connsiteX15699" fmla="*/ 1997800 w 10321503"/>
              <a:gd name="connsiteY15699" fmla="*/ 3896985 h 5599766"/>
              <a:gd name="connsiteX15700" fmla="*/ 1994268 w 10321503"/>
              <a:gd name="connsiteY15700" fmla="*/ 3903126 h 5599766"/>
              <a:gd name="connsiteX15701" fmla="*/ 1993654 w 10321503"/>
              <a:gd name="connsiteY15701" fmla="*/ 3903484 h 5599766"/>
              <a:gd name="connsiteX15702" fmla="*/ 7541759 w 10321503"/>
              <a:gd name="connsiteY15702" fmla="*/ 3909189 h 5599766"/>
              <a:gd name="connsiteX15703" fmla="*/ 7534694 w 10321503"/>
              <a:gd name="connsiteY15703" fmla="*/ 3909189 h 5599766"/>
              <a:gd name="connsiteX15704" fmla="*/ 7534080 w 10321503"/>
              <a:gd name="connsiteY15704" fmla="*/ 3908829 h 5599766"/>
              <a:gd name="connsiteX15705" fmla="*/ 7530550 w 10321503"/>
              <a:gd name="connsiteY15705" fmla="*/ 3902688 h 5599766"/>
              <a:gd name="connsiteX15706" fmla="*/ 7530550 w 10321503"/>
              <a:gd name="connsiteY15706" fmla="*/ 3902023 h 5599766"/>
              <a:gd name="connsiteX15707" fmla="*/ 7534080 w 10321503"/>
              <a:gd name="connsiteY15707" fmla="*/ 3895882 h 5599766"/>
              <a:gd name="connsiteX15708" fmla="*/ 7534694 w 10321503"/>
              <a:gd name="connsiteY15708" fmla="*/ 3895522 h 5599766"/>
              <a:gd name="connsiteX15709" fmla="*/ 7541759 w 10321503"/>
              <a:gd name="connsiteY15709" fmla="*/ 3895522 h 5599766"/>
              <a:gd name="connsiteX15710" fmla="*/ 7542373 w 10321503"/>
              <a:gd name="connsiteY15710" fmla="*/ 3895882 h 5599766"/>
              <a:gd name="connsiteX15711" fmla="*/ 7545906 w 10321503"/>
              <a:gd name="connsiteY15711" fmla="*/ 3902023 h 5599766"/>
              <a:gd name="connsiteX15712" fmla="*/ 7545906 w 10321503"/>
              <a:gd name="connsiteY15712" fmla="*/ 3902688 h 5599766"/>
              <a:gd name="connsiteX15713" fmla="*/ 7542373 w 10321503"/>
              <a:gd name="connsiteY15713" fmla="*/ 3908829 h 5599766"/>
              <a:gd name="connsiteX15714" fmla="*/ 7541759 w 10321503"/>
              <a:gd name="connsiteY15714" fmla="*/ 3909189 h 5599766"/>
              <a:gd name="connsiteX15715" fmla="*/ 7145304 w 10321503"/>
              <a:gd name="connsiteY15715" fmla="*/ 3909195 h 5599766"/>
              <a:gd name="connsiteX15716" fmla="*/ 7138238 w 10321503"/>
              <a:gd name="connsiteY15716" fmla="*/ 3909195 h 5599766"/>
              <a:gd name="connsiteX15717" fmla="*/ 7137626 w 10321503"/>
              <a:gd name="connsiteY15717" fmla="*/ 3908836 h 5599766"/>
              <a:gd name="connsiteX15718" fmla="*/ 7134093 w 10321503"/>
              <a:gd name="connsiteY15718" fmla="*/ 3902696 h 5599766"/>
              <a:gd name="connsiteX15719" fmla="*/ 7134093 w 10321503"/>
              <a:gd name="connsiteY15719" fmla="*/ 3902031 h 5599766"/>
              <a:gd name="connsiteX15720" fmla="*/ 7137626 w 10321503"/>
              <a:gd name="connsiteY15720" fmla="*/ 3895888 h 5599766"/>
              <a:gd name="connsiteX15721" fmla="*/ 7138238 w 10321503"/>
              <a:gd name="connsiteY15721" fmla="*/ 3895530 h 5599766"/>
              <a:gd name="connsiteX15722" fmla="*/ 7145304 w 10321503"/>
              <a:gd name="connsiteY15722" fmla="*/ 3895530 h 5599766"/>
              <a:gd name="connsiteX15723" fmla="*/ 7145918 w 10321503"/>
              <a:gd name="connsiteY15723" fmla="*/ 3895888 h 5599766"/>
              <a:gd name="connsiteX15724" fmla="*/ 7149450 w 10321503"/>
              <a:gd name="connsiteY15724" fmla="*/ 3902031 h 5599766"/>
              <a:gd name="connsiteX15725" fmla="*/ 7149450 w 10321503"/>
              <a:gd name="connsiteY15725" fmla="*/ 3902696 h 5599766"/>
              <a:gd name="connsiteX15726" fmla="*/ 7145918 w 10321503"/>
              <a:gd name="connsiteY15726" fmla="*/ 3908836 h 5599766"/>
              <a:gd name="connsiteX15727" fmla="*/ 7145304 w 10321503"/>
              <a:gd name="connsiteY15727" fmla="*/ 3909195 h 5599766"/>
              <a:gd name="connsiteX15728" fmla="*/ 5956083 w 10321503"/>
              <a:gd name="connsiteY15728" fmla="*/ 3909196 h 5599766"/>
              <a:gd name="connsiteX15729" fmla="*/ 5949019 w 10321503"/>
              <a:gd name="connsiteY15729" fmla="*/ 3909196 h 5599766"/>
              <a:gd name="connsiteX15730" fmla="*/ 5948405 w 10321503"/>
              <a:gd name="connsiteY15730" fmla="*/ 3908838 h 5599766"/>
              <a:gd name="connsiteX15731" fmla="*/ 5944873 w 10321503"/>
              <a:gd name="connsiteY15731" fmla="*/ 3902697 h 5599766"/>
              <a:gd name="connsiteX15732" fmla="*/ 5944873 w 10321503"/>
              <a:gd name="connsiteY15732" fmla="*/ 3902031 h 5599766"/>
              <a:gd name="connsiteX15733" fmla="*/ 5948405 w 10321503"/>
              <a:gd name="connsiteY15733" fmla="*/ 3895889 h 5599766"/>
              <a:gd name="connsiteX15734" fmla="*/ 5949019 w 10321503"/>
              <a:gd name="connsiteY15734" fmla="*/ 3895531 h 5599766"/>
              <a:gd name="connsiteX15735" fmla="*/ 5956083 w 10321503"/>
              <a:gd name="connsiteY15735" fmla="*/ 3895531 h 5599766"/>
              <a:gd name="connsiteX15736" fmla="*/ 5956697 w 10321503"/>
              <a:gd name="connsiteY15736" fmla="*/ 3895889 h 5599766"/>
              <a:gd name="connsiteX15737" fmla="*/ 5960227 w 10321503"/>
              <a:gd name="connsiteY15737" fmla="*/ 3902031 h 5599766"/>
              <a:gd name="connsiteX15738" fmla="*/ 5960227 w 10321503"/>
              <a:gd name="connsiteY15738" fmla="*/ 3902697 h 5599766"/>
              <a:gd name="connsiteX15739" fmla="*/ 5956697 w 10321503"/>
              <a:gd name="connsiteY15739" fmla="*/ 3908838 h 5599766"/>
              <a:gd name="connsiteX15740" fmla="*/ 5956083 w 10321503"/>
              <a:gd name="connsiteY15740" fmla="*/ 3909196 h 5599766"/>
              <a:gd name="connsiteX15741" fmla="*/ 2982559 w 10321503"/>
              <a:gd name="connsiteY15741" fmla="*/ 3909201 h 5599766"/>
              <a:gd name="connsiteX15742" fmla="*/ 2975496 w 10321503"/>
              <a:gd name="connsiteY15742" fmla="*/ 3909201 h 5599766"/>
              <a:gd name="connsiteX15743" fmla="*/ 2974882 w 10321503"/>
              <a:gd name="connsiteY15743" fmla="*/ 3908843 h 5599766"/>
              <a:gd name="connsiteX15744" fmla="*/ 2971351 w 10321503"/>
              <a:gd name="connsiteY15744" fmla="*/ 3902701 h 5599766"/>
              <a:gd name="connsiteX15745" fmla="*/ 2971351 w 10321503"/>
              <a:gd name="connsiteY15745" fmla="*/ 3902036 h 5599766"/>
              <a:gd name="connsiteX15746" fmla="*/ 2974882 w 10321503"/>
              <a:gd name="connsiteY15746" fmla="*/ 3895893 h 5599766"/>
              <a:gd name="connsiteX15747" fmla="*/ 2975496 w 10321503"/>
              <a:gd name="connsiteY15747" fmla="*/ 3895536 h 5599766"/>
              <a:gd name="connsiteX15748" fmla="*/ 2982559 w 10321503"/>
              <a:gd name="connsiteY15748" fmla="*/ 3895536 h 5599766"/>
              <a:gd name="connsiteX15749" fmla="*/ 2983173 w 10321503"/>
              <a:gd name="connsiteY15749" fmla="*/ 3895893 h 5599766"/>
              <a:gd name="connsiteX15750" fmla="*/ 2986706 w 10321503"/>
              <a:gd name="connsiteY15750" fmla="*/ 3902036 h 5599766"/>
              <a:gd name="connsiteX15751" fmla="*/ 2986706 w 10321503"/>
              <a:gd name="connsiteY15751" fmla="*/ 3902701 h 5599766"/>
              <a:gd name="connsiteX15752" fmla="*/ 2983173 w 10321503"/>
              <a:gd name="connsiteY15752" fmla="*/ 3908843 h 5599766"/>
              <a:gd name="connsiteX15753" fmla="*/ 2982559 w 10321503"/>
              <a:gd name="connsiteY15753" fmla="*/ 3909201 h 5599766"/>
              <a:gd name="connsiteX15754" fmla="*/ 7740038 w 10321503"/>
              <a:gd name="connsiteY15754" fmla="*/ 3909204 h 5599766"/>
              <a:gd name="connsiteX15755" fmla="*/ 7732975 w 10321503"/>
              <a:gd name="connsiteY15755" fmla="*/ 3909204 h 5599766"/>
              <a:gd name="connsiteX15756" fmla="*/ 7732360 w 10321503"/>
              <a:gd name="connsiteY15756" fmla="*/ 3908846 h 5599766"/>
              <a:gd name="connsiteX15757" fmla="*/ 7728829 w 10321503"/>
              <a:gd name="connsiteY15757" fmla="*/ 3902705 h 5599766"/>
              <a:gd name="connsiteX15758" fmla="*/ 7728829 w 10321503"/>
              <a:gd name="connsiteY15758" fmla="*/ 3902040 h 5599766"/>
              <a:gd name="connsiteX15759" fmla="*/ 7732360 w 10321503"/>
              <a:gd name="connsiteY15759" fmla="*/ 3895898 h 5599766"/>
              <a:gd name="connsiteX15760" fmla="*/ 7732975 w 10321503"/>
              <a:gd name="connsiteY15760" fmla="*/ 3895539 h 5599766"/>
              <a:gd name="connsiteX15761" fmla="*/ 7740038 w 10321503"/>
              <a:gd name="connsiteY15761" fmla="*/ 3895539 h 5599766"/>
              <a:gd name="connsiteX15762" fmla="*/ 7740652 w 10321503"/>
              <a:gd name="connsiteY15762" fmla="*/ 3895898 h 5599766"/>
              <a:gd name="connsiteX15763" fmla="*/ 7744184 w 10321503"/>
              <a:gd name="connsiteY15763" fmla="*/ 3902040 h 5599766"/>
              <a:gd name="connsiteX15764" fmla="*/ 7744184 w 10321503"/>
              <a:gd name="connsiteY15764" fmla="*/ 3902705 h 5599766"/>
              <a:gd name="connsiteX15765" fmla="*/ 7740652 w 10321503"/>
              <a:gd name="connsiteY15765" fmla="*/ 3908846 h 5599766"/>
              <a:gd name="connsiteX15766" fmla="*/ 7740038 w 10321503"/>
              <a:gd name="connsiteY15766" fmla="*/ 3909204 h 5599766"/>
              <a:gd name="connsiteX15767" fmla="*/ 10118915 w 10321503"/>
              <a:gd name="connsiteY15767" fmla="*/ 3909205 h 5599766"/>
              <a:gd name="connsiteX15768" fmla="*/ 10111851 w 10321503"/>
              <a:gd name="connsiteY15768" fmla="*/ 3909205 h 5599766"/>
              <a:gd name="connsiteX15769" fmla="*/ 10111237 w 10321503"/>
              <a:gd name="connsiteY15769" fmla="*/ 3908846 h 5599766"/>
              <a:gd name="connsiteX15770" fmla="*/ 10107705 w 10321503"/>
              <a:gd name="connsiteY15770" fmla="*/ 3902705 h 5599766"/>
              <a:gd name="connsiteX15771" fmla="*/ 10107705 w 10321503"/>
              <a:gd name="connsiteY15771" fmla="*/ 3902040 h 5599766"/>
              <a:gd name="connsiteX15772" fmla="*/ 10111237 w 10321503"/>
              <a:gd name="connsiteY15772" fmla="*/ 3895898 h 5599766"/>
              <a:gd name="connsiteX15773" fmla="*/ 10111851 w 10321503"/>
              <a:gd name="connsiteY15773" fmla="*/ 3895539 h 5599766"/>
              <a:gd name="connsiteX15774" fmla="*/ 10118914 w 10321503"/>
              <a:gd name="connsiteY15774" fmla="*/ 3895539 h 5599766"/>
              <a:gd name="connsiteX15775" fmla="*/ 10118915 w 10321503"/>
              <a:gd name="connsiteY15775" fmla="*/ 3895540 h 5599766"/>
              <a:gd name="connsiteX15776" fmla="*/ 10119529 w 10321503"/>
              <a:gd name="connsiteY15776" fmla="*/ 3895898 h 5599766"/>
              <a:gd name="connsiteX15777" fmla="*/ 10123060 w 10321503"/>
              <a:gd name="connsiteY15777" fmla="*/ 3902040 h 5599766"/>
              <a:gd name="connsiteX15778" fmla="*/ 10123060 w 10321503"/>
              <a:gd name="connsiteY15778" fmla="*/ 3902705 h 5599766"/>
              <a:gd name="connsiteX15779" fmla="*/ 10119529 w 10321503"/>
              <a:gd name="connsiteY15779" fmla="*/ 3908847 h 5599766"/>
              <a:gd name="connsiteX15780" fmla="*/ 10118915 w 10321503"/>
              <a:gd name="connsiteY15780" fmla="*/ 3909205 h 5599766"/>
              <a:gd name="connsiteX15781" fmla="*/ 7343590 w 10321503"/>
              <a:gd name="connsiteY15781" fmla="*/ 3909212 h 5599766"/>
              <a:gd name="connsiteX15782" fmla="*/ 7336524 w 10321503"/>
              <a:gd name="connsiteY15782" fmla="*/ 3909212 h 5599766"/>
              <a:gd name="connsiteX15783" fmla="*/ 7335912 w 10321503"/>
              <a:gd name="connsiteY15783" fmla="*/ 3908854 h 5599766"/>
              <a:gd name="connsiteX15784" fmla="*/ 7332379 w 10321503"/>
              <a:gd name="connsiteY15784" fmla="*/ 3902712 h 5599766"/>
              <a:gd name="connsiteX15785" fmla="*/ 7332379 w 10321503"/>
              <a:gd name="connsiteY15785" fmla="*/ 3902048 h 5599766"/>
              <a:gd name="connsiteX15786" fmla="*/ 7335912 w 10321503"/>
              <a:gd name="connsiteY15786" fmla="*/ 3895906 h 5599766"/>
              <a:gd name="connsiteX15787" fmla="*/ 7336524 w 10321503"/>
              <a:gd name="connsiteY15787" fmla="*/ 3895546 h 5599766"/>
              <a:gd name="connsiteX15788" fmla="*/ 7343590 w 10321503"/>
              <a:gd name="connsiteY15788" fmla="*/ 3895546 h 5599766"/>
              <a:gd name="connsiteX15789" fmla="*/ 7344202 w 10321503"/>
              <a:gd name="connsiteY15789" fmla="*/ 3895906 h 5599766"/>
              <a:gd name="connsiteX15790" fmla="*/ 7347733 w 10321503"/>
              <a:gd name="connsiteY15790" fmla="*/ 3902048 h 5599766"/>
              <a:gd name="connsiteX15791" fmla="*/ 7347733 w 10321503"/>
              <a:gd name="connsiteY15791" fmla="*/ 3902712 h 5599766"/>
              <a:gd name="connsiteX15792" fmla="*/ 7344202 w 10321503"/>
              <a:gd name="connsiteY15792" fmla="*/ 3908854 h 5599766"/>
              <a:gd name="connsiteX15793" fmla="*/ 7343590 w 10321503"/>
              <a:gd name="connsiteY15793" fmla="*/ 3909212 h 5599766"/>
              <a:gd name="connsiteX15794" fmla="*/ 8136580 w 10321503"/>
              <a:gd name="connsiteY15794" fmla="*/ 3909214 h 5599766"/>
              <a:gd name="connsiteX15795" fmla="*/ 8129518 w 10321503"/>
              <a:gd name="connsiteY15795" fmla="*/ 3909214 h 5599766"/>
              <a:gd name="connsiteX15796" fmla="*/ 8128904 w 10321503"/>
              <a:gd name="connsiteY15796" fmla="*/ 3908857 h 5599766"/>
              <a:gd name="connsiteX15797" fmla="*/ 8125372 w 10321503"/>
              <a:gd name="connsiteY15797" fmla="*/ 3902715 h 5599766"/>
              <a:gd name="connsiteX15798" fmla="*/ 8125372 w 10321503"/>
              <a:gd name="connsiteY15798" fmla="*/ 3902048 h 5599766"/>
              <a:gd name="connsiteX15799" fmla="*/ 8128904 w 10321503"/>
              <a:gd name="connsiteY15799" fmla="*/ 3895907 h 5599766"/>
              <a:gd name="connsiteX15800" fmla="*/ 8129518 w 10321503"/>
              <a:gd name="connsiteY15800" fmla="*/ 3895548 h 5599766"/>
              <a:gd name="connsiteX15801" fmla="*/ 8136580 w 10321503"/>
              <a:gd name="connsiteY15801" fmla="*/ 3895548 h 5599766"/>
              <a:gd name="connsiteX15802" fmla="*/ 8137196 w 10321503"/>
              <a:gd name="connsiteY15802" fmla="*/ 3895907 h 5599766"/>
              <a:gd name="connsiteX15803" fmla="*/ 8140728 w 10321503"/>
              <a:gd name="connsiteY15803" fmla="*/ 3902048 h 5599766"/>
              <a:gd name="connsiteX15804" fmla="*/ 8140728 w 10321503"/>
              <a:gd name="connsiteY15804" fmla="*/ 3902715 h 5599766"/>
              <a:gd name="connsiteX15805" fmla="*/ 8137196 w 10321503"/>
              <a:gd name="connsiteY15805" fmla="*/ 3908857 h 5599766"/>
              <a:gd name="connsiteX15806" fmla="*/ 8136580 w 10321503"/>
              <a:gd name="connsiteY15806" fmla="*/ 3909214 h 5599766"/>
              <a:gd name="connsiteX15807" fmla="*/ 8533051 w 10321503"/>
              <a:gd name="connsiteY15807" fmla="*/ 3909214 h 5599766"/>
              <a:gd name="connsiteX15808" fmla="*/ 8525987 w 10321503"/>
              <a:gd name="connsiteY15808" fmla="*/ 3909214 h 5599766"/>
              <a:gd name="connsiteX15809" fmla="*/ 8525372 w 10321503"/>
              <a:gd name="connsiteY15809" fmla="*/ 3908857 h 5599766"/>
              <a:gd name="connsiteX15810" fmla="*/ 8521841 w 10321503"/>
              <a:gd name="connsiteY15810" fmla="*/ 3902715 h 5599766"/>
              <a:gd name="connsiteX15811" fmla="*/ 8521841 w 10321503"/>
              <a:gd name="connsiteY15811" fmla="*/ 3902049 h 5599766"/>
              <a:gd name="connsiteX15812" fmla="*/ 8525372 w 10321503"/>
              <a:gd name="connsiteY15812" fmla="*/ 3895907 h 5599766"/>
              <a:gd name="connsiteX15813" fmla="*/ 8525987 w 10321503"/>
              <a:gd name="connsiteY15813" fmla="*/ 3895550 h 5599766"/>
              <a:gd name="connsiteX15814" fmla="*/ 8533051 w 10321503"/>
              <a:gd name="connsiteY15814" fmla="*/ 3895550 h 5599766"/>
              <a:gd name="connsiteX15815" fmla="*/ 8533666 w 10321503"/>
              <a:gd name="connsiteY15815" fmla="*/ 3895907 h 5599766"/>
              <a:gd name="connsiteX15816" fmla="*/ 8537196 w 10321503"/>
              <a:gd name="connsiteY15816" fmla="*/ 3902049 h 5599766"/>
              <a:gd name="connsiteX15817" fmla="*/ 8537196 w 10321503"/>
              <a:gd name="connsiteY15817" fmla="*/ 3902715 h 5599766"/>
              <a:gd name="connsiteX15818" fmla="*/ 8533666 w 10321503"/>
              <a:gd name="connsiteY15818" fmla="*/ 3908857 h 5599766"/>
              <a:gd name="connsiteX15819" fmla="*/ 8533051 w 10321503"/>
              <a:gd name="connsiteY15819" fmla="*/ 3909214 h 5599766"/>
              <a:gd name="connsiteX15820" fmla="*/ 5163134 w 10321503"/>
              <a:gd name="connsiteY15820" fmla="*/ 3909218 h 5599766"/>
              <a:gd name="connsiteX15821" fmla="*/ 5156070 w 10321503"/>
              <a:gd name="connsiteY15821" fmla="*/ 3909218 h 5599766"/>
              <a:gd name="connsiteX15822" fmla="*/ 5155456 w 10321503"/>
              <a:gd name="connsiteY15822" fmla="*/ 3908860 h 5599766"/>
              <a:gd name="connsiteX15823" fmla="*/ 5151924 w 10321503"/>
              <a:gd name="connsiteY15823" fmla="*/ 3902719 h 5599766"/>
              <a:gd name="connsiteX15824" fmla="*/ 5151924 w 10321503"/>
              <a:gd name="connsiteY15824" fmla="*/ 3902053 h 5599766"/>
              <a:gd name="connsiteX15825" fmla="*/ 5155456 w 10321503"/>
              <a:gd name="connsiteY15825" fmla="*/ 3895911 h 5599766"/>
              <a:gd name="connsiteX15826" fmla="*/ 5156070 w 10321503"/>
              <a:gd name="connsiteY15826" fmla="*/ 3895553 h 5599766"/>
              <a:gd name="connsiteX15827" fmla="*/ 5163134 w 10321503"/>
              <a:gd name="connsiteY15827" fmla="*/ 3895553 h 5599766"/>
              <a:gd name="connsiteX15828" fmla="*/ 5163748 w 10321503"/>
              <a:gd name="connsiteY15828" fmla="*/ 3895911 h 5599766"/>
              <a:gd name="connsiteX15829" fmla="*/ 5167279 w 10321503"/>
              <a:gd name="connsiteY15829" fmla="*/ 3902053 h 5599766"/>
              <a:gd name="connsiteX15830" fmla="*/ 5167279 w 10321503"/>
              <a:gd name="connsiteY15830" fmla="*/ 3902719 h 5599766"/>
              <a:gd name="connsiteX15831" fmla="*/ 5163748 w 10321503"/>
              <a:gd name="connsiteY15831" fmla="*/ 3908860 h 5599766"/>
              <a:gd name="connsiteX15832" fmla="*/ 5163134 w 10321503"/>
              <a:gd name="connsiteY15832" fmla="*/ 3909218 h 5599766"/>
              <a:gd name="connsiteX15833" fmla="*/ 4766683 w 10321503"/>
              <a:gd name="connsiteY15833" fmla="*/ 3909220 h 5599766"/>
              <a:gd name="connsiteX15834" fmla="*/ 4759621 w 10321503"/>
              <a:gd name="connsiteY15834" fmla="*/ 3909220 h 5599766"/>
              <a:gd name="connsiteX15835" fmla="*/ 4759007 w 10321503"/>
              <a:gd name="connsiteY15835" fmla="*/ 3908861 h 5599766"/>
              <a:gd name="connsiteX15836" fmla="*/ 4755475 w 10321503"/>
              <a:gd name="connsiteY15836" fmla="*/ 3902719 h 5599766"/>
              <a:gd name="connsiteX15837" fmla="*/ 4755475 w 10321503"/>
              <a:gd name="connsiteY15837" fmla="*/ 3902055 h 5599766"/>
              <a:gd name="connsiteX15838" fmla="*/ 4759007 w 10321503"/>
              <a:gd name="connsiteY15838" fmla="*/ 3895912 h 5599766"/>
              <a:gd name="connsiteX15839" fmla="*/ 4759621 w 10321503"/>
              <a:gd name="connsiteY15839" fmla="*/ 3895554 h 5599766"/>
              <a:gd name="connsiteX15840" fmla="*/ 4766683 w 10321503"/>
              <a:gd name="connsiteY15840" fmla="*/ 3895554 h 5599766"/>
              <a:gd name="connsiteX15841" fmla="*/ 4767297 w 10321503"/>
              <a:gd name="connsiteY15841" fmla="*/ 3895912 h 5599766"/>
              <a:gd name="connsiteX15842" fmla="*/ 4770829 w 10321503"/>
              <a:gd name="connsiteY15842" fmla="*/ 3902055 h 5599766"/>
              <a:gd name="connsiteX15843" fmla="*/ 4770829 w 10321503"/>
              <a:gd name="connsiteY15843" fmla="*/ 3902719 h 5599766"/>
              <a:gd name="connsiteX15844" fmla="*/ 4767297 w 10321503"/>
              <a:gd name="connsiteY15844" fmla="*/ 3908861 h 5599766"/>
              <a:gd name="connsiteX15845" fmla="*/ 4766683 w 10321503"/>
              <a:gd name="connsiteY15845" fmla="*/ 3909220 h 5599766"/>
              <a:gd name="connsiteX15846" fmla="*/ 3379008 w 10321503"/>
              <a:gd name="connsiteY15846" fmla="*/ 3909223 h 5599766"/>
              <a:gd name="connsiteX15847" fmla="*/ 3371947 w 10321503"/>
              <a:gd name="connsiteY15847" fmla="*/ 3909223 h 5599766"/>
              <a:gd name="connsiteX15848" fmla="*/ 3371332 w 10321503"/>
              <a:gd name="connsiteY15848" fmla="*/ 3908865 h 5599766"/>
              <a:gd name="connsiteX15849" fmla="*/ 3367800 w 10321503"/>
              <a:gd name="connsiteY15849" fmla="*/ 3902723 h 5599766"/>
              <a:gd name="connsiteX15850" fmla="*/ 3367800 w 10321503"/>
              <a:gd name="connsiteY15850" fmla="*/ 3902057 h 5599766"/>
              <a:gd name="connsiteX15851" fmla="*/ 3371332 w 10321503"/>
              <a:gd name="connsiteY15851" fmla="*/ 3895916 h 5599766"/>
              <a:gd name="connsiteX15852" fmla="*/ 3371947 w 10321503"/>
              <a:gd name="connsiteY15852" fmla="*/ 3895557 h 5599766"/>
              <a:gd name="connsiteX15853" fmla="*/ 3379008 w 10321503"/>
              <a:gd name="connsiteY15853" fmla="*/ 3895557 h 5599766"/>
              <a:gd name="connsiteX15854" fmla="*/ 3379624 w 10321503"/>
              <a:gd name="connsiteY15854" fmla="*/ 3895916 h 5599766"/>
              <a:gd name="connsiteX15855" fmla="*/ 3383155 w 10321503"/>
              <a:gd name="connsiteY15855" fmla="*/ 3902057 h 5599766"/>
              <a:gd name="connsiteX15856" fmla="*/ 3383155 w 10321503"/>
              <a:gd name="connsiteY15856" fmla="*/ 3902723 h 5599766"/>
              <a:gd name="connsiteX15857" fmla="*/ 3379624 w 10321503"/>
              <a:gd name="connsiteY15857" fmla="*/ 3908865 h 5599766"/>
              <a:gd name="connsiteX15858" fmla="*/ 3379008 w 10321503"/>
              <a:gd name="connsiteY15858" fmla="*/ 3909223 h 5599766"/>
              <a:gd name="connsiteX15859" fmla="*/ 5559633 w 10321503"/>
              <a:gd name="connsiteY15859" fmla="*/ 3909225 h 5599766"/>
              <a:gd name="connsiteX15860" fmla="*/ 5552569 w 10321503"/>
              <a:gd name="connsiteY15860" fmla="*/ 3909225 h 5599766"/>
              <a:gd name="connsiteX15861" fmla="*/ 5551956 w 10321503"/>
              <a:gd name="connsiteY15861" fmla="*/ 3908867 h 5599766"/>
              <a:gd name="connsiteX15862" fmla="*/ 5548424 w 10321503"/>
              <a:gd name="connsiteY15862" fmla="*/ 3902725 h 5599766"/>
              <a:gd name="connsiteX15863" fmla="*/ 5548424 w 10321503"/>
              <a:gd name="connsiteY15863" fmla="*/ 3902060 h 5599766"/>
              <a:gd name="connsiteX15864" fmla="*/ 5551956 w 10321503"/>
              <a:gd name="connsiteY15864" fmla="*/ 3895917 h 5599766"/>
              <a:gd name="connsiteX15865" fmla="*/ 5552569 w 10321503"/>
              <a:gd name="connsiteY15865" fmla="*/ 3895559 h 5599766"/>
              <a:gd name="connsiteX15866" fmla="*/ 5559633 w 10321503"/>
              <a:gd name="connsiteY15866" fmla="*/ 3895559 h 5599766"/>
              <a:gd name="connsiteX15867" fmla="*/ 5560246 w 10321503"/>
              <a:gd name="connsiteY15867" fmla="*/ 3895917 h 5599766"/>
              <a:gd name="connsiteX15868" fmla="*/ 5563779 w 10321503"/>
              <a:gd name="connsiteY15868" fmla="*/ 3902060 h 5599766"/>
              <a:gd name="connsiteX15869" fmla="*/ 5563779 w 10321503"/>
              <a:gd name="connsiteY15869" fmla="*/ 3902725 h 5599766"/>
              <a:gd name="connsiteX15870" fmla="*/ 5560246 w 10321503"/>
              <a:gd name="connsiteY15870" fmla="*/ 3908867 h 5599766"/>
              <a:gd name="connsiteX15871" fmla="*/ 5559633 w 10321503"/>
              <a:gd name="connsiteY15871" fmla="*/ 3909225 h 5599766"/>
              <a:gd name="connsiteX15872" fmla="*/ 5361358 w 10321503"/>
              <a:gd name="connsiteY15872" fmla="*/ 3909237 h 5599766"/>
              <a:gd name="connsiteX15873" fmla="*/ 5354295 w 10321503"/>
              <a:gd name="connsiteY15873" fmla="*/ 3909237 h 5599766"/>
              <a:gd name="connsiteX15874" fmla="*/ 5353680 w 10321503"/>
              <a:gd name="connsiteY15874" fmla="*/ 3908879 h 5599766"/>
              <a:gd name="connsiteX15875" fmla="*/ 5350149 w 10321503"/>
              <a:gd name="connsiteY15875" fmla="*/ 3902737 h 5599766"/>
              <a:gd name="connsiteX15876" fmla="*/ 5350149 w 10321503"/>
              <a:gd name="connsiteY15876" fmla="*/ 3902073 h 5599766"/>
              <a:gd name="connsiteX15877" fmla="*/ 5353680 w 10321503"/>
              <a:gd name="connsiteY15877" fmla="*/ 3895929 h 5599766"/>
              <a:gd name="connsiteX15878" fmla="*/ 5354295 w 10321503"/>
              <a:gd name="connsiteY15878" fmla="*/ 3895571 h 5599766"/>
              <a:gd name="connsiteX15879" fmla="*/ 5361358 w 10321503"/>
              <a:gd name="connsiteY15879" fmla="*/ 3895571 h 5599766"/>
              <a:gd name="connsiteX15880" fmla="*/ 5361972 w 10321503"/>
              <a:gd name="connsiteY15880" fmla="*/ 3895929 h 5599766"/>
              <a:gd name="connsiteX15881" fmla="*/ 5365503 w 10321503"/>
              <a:gd name="connsiteY15881" fmla="*/ 3902073 h 5599766"/>
              <a:gd name="connsiteX15882" fmla="*/ 5365503 w 10321503"/>
              <a:gd name="connsiteY15882" fmla="*/ 3902737 h 5599766"/>
              <a:gd name="connsiteX15883" fmla="*/ 5361972 w 10321503"/>
              <a:gd name="connsiteY15883" fmla="*/ 3908879 h 5599766"/>
              <a:gd name="connsiteX15884" fmla="*/ 5361358 w 10321503"/>
              <a:gd name="connsiteY15884" fmla="*/ 3909237 h 5599766"/>
              <a:gd name="connsiteX15885" fmla="*/ 8929486 w 10321503"/>
              <a:gd name="connsiteY15885" fmla="*/ 3909238 h 5599766"/>
              <a:gd name="connsiteX15886" fmla="*/ 8922423 w 10321503"/>
              <a:gd name="connsiteY15886" fmla="*/ 3909238 h 5599766"/>
              <a:gd name="connsiteX15887" fmla="*/ 8921809 w 10321503"/>
              <a:gd name="connsiteY15887" fmla="*/ 3908880 h 5599766"/>
              <a:gd name="connsiteX15888" fmla="*/ 8918278 w 10321503"/>
              <a:gd name="connsiteY15888" fmla="*/ 3902739 h 5599766"/>
              <a:gd name="connsiteX15889" fmla="*/ 8918278 w 10321503"/>
              <a:gd name="connsiteY15889" fmla="*/ 3902073 h 5599766"/>
              <a:gd name="connsiteX15890" fmla="*/ 8921809 w 10321503"/>
              <a:gd name="connsiteY15890" fmla="*/ 3895931 h 5599766"/>
              <a:gd name="connsiteX15891" fmla="*/ 8922423 w 10321503"/>
              <a:gd name="connsiteY15891" fmla="*/ 3895573 h 5599766"/>
              <a:gd name="connsiteX15892" fmla="*/ 8922454 w 10321503"/>
              <a:gd name="connsiteY15892" fmla="*/ 3895573 h 5599766"/>
              <a:gd name="connsiteX15893" fmla="*/ 8922487 w 10321503"/>
              <a:gd name="connsiteY15893" fmla="*/ 3895553 h 5599766"/>
              <a:gd name="connsiteX15894" fmla="*/ 8929551 w 10321503"/>
              <a:gd name="connsiteY15894" fmla="*/ 3895553 h 5599766"/>
              <a:gd name="connsiteX15895" fmla="*/ 8930165 w 10321503"/>
              <a:gd name="connsiteY15895" fmla="*/ 3895911 h 5599766"/>
              <a:gd name="connsiteX15896" fmla="*/ 8933697 w 10321503"/>
              <a:gd name="connsiteY15896" fmla="*/ 3902053 h 5599766"/>
              <a:gd name="connsiteX15897" fmla="*/ 8933697 w 10321503"/>
              <a:gd name="connsiteY15897" fmla="*/ 3902719 h 5599766"/>
              <a:gd name="connsiteX15898" fmla="*/ 8930165 w 10321503"/>
              <a:gd name="connsiteY15898" fmla="*/ 3908860 h 5599766"/>
              <a:gd name="connsiteX15899" fmla="*/ 8929551 w 10321503"/>
              <a:gd name="connsiteY15899" fmla="*/ 3909218 h 5599766"/>
              <a:gd name="connsiteX15900" fmla="*/ 8929520 w 10321503"/>
              <a:gd name="connsiteY15900" fmla="*/ 3909218 h 5599766"/>
              <a:gd name="connsiteX15901" fmla="*/ 3577234 w 10321503"/>
              <a:gd name="connsiteY15901" fmla="*/ 3909239 h 5599766"/>
              <a:gd name="connsiteX15902" fmla="*/ 3570172 w 10321503"/>
              <a:gd name="connsiteY15902" fmla="*/ 3909239 h 5599766"/>
              <a:gd name="connsiteX15903" fmla="*/ 3569557 w 10321503"/>
              <a:gd name="connsiteY15903" fmla="*/ 3908882 h 5599766"/>
              <a:gd name="connsiteX15904" fmla="*/ 3566024 w 10321503"/>
              <a:gd name="connsiteY15904" fmla="*/ 3902740 h 5599766"/>
              <a:gd name="connsiteX15905" fmla="*/ 3566024 w 10321503"/>
              <a:gd name="connsiteY15905" fmla="*/ 3902074 h 5599766"/>
              <a:gd name="connsiteX15906" fmla="*/ 3569557 w 10321503"/>
              <a:gd name="connsiteY15906" fmla="*/ 3895933 h 5599766"/>
              <a:gd name="connsiteX15907" fmla="*/ 3570172 w 10321503"/>
              <a:gd name="connsiteY15907" fmla="*/ 3895574 h 5599766"/>
              <a:gd name="connsiteX15908" fmla="*/ 3577234 w 10321503"/>
              <a:gd name="connsiteY15908" fmla="*/ 3895574 h 5599766"/>
              <a:gd name="connsiteX15909" fmla="*/ 3577848 w 10321503"/>
              <a:gd name="connsiteY15909" fmla="*/ 3895933 h 5599766"/>
              <a:gd name="connsiteX15910" fmla="*/ 3581379 w 10321503"/>
              <a:gd name="connsiteY15910" fmla="*/ 3902074 h 5599766"/>
              <a:gd name="connsiteX15911" fmla="*/ 3581379 w 10321503"/>
              <a:gd name="connsiteY15911" fmla="*/ 3902740 h 5599766"/>
              <a:gd name="connsiteX15912" fmla="*/ 3577848 w 10321503"/>
              <a:gd name="connsiteY15912" fmla="*/ 3908882 h 5599766"/>
              <a:gd name="connsiteX15913" fmla="*/ 3577234 w 10321503"/>
              <a:gd name="connsiteY15913" fmla="*/ 3909239 h 5599766"/>
              <a:gd name="connsiteX15914" fmla="*/ 5757857 w 10321503"/>
              <a:gd name="connsiteY15914" fmla="*/ 3909240 h 5599766"/>
              <a:gd name="connsiteX15915" fmla="*/ 5750795 w 10321503"/>
              <a:gd name="connsiteY15915" fmla="*/ 3909240 h 5599766"/>
              <a:gd name="connsiteX15916" fmla="*/ 5750181 w 10321503"/>
              <a:gd name="connsiteY15916" fmla="*/ 3908882 h 5599766"/>
              <a:gd name="connsiteX15917" fmla="*/ 5746649 w 10321503"/>
              <a:gd name="connsiteY15917" fmla="*/ 3902741 h 5599766"/>
              <a:gd name="connsiteX15918" fmla="*/ 5746649 w 10321503"/>
              <a:gd name="connsiteY15918" fmla="*/ 3902076 h 5599766"/>
              <a:gd name="connsiteX15919" fmla="*/ 5750181 w 10321503"/>
              <a:gd name="connsiteY15919" fmla="*/ 3895934 h 5599766"/>
              <a:gd name="connsiteX15920" fmla="*/ 5750795 w 10321503"/>
              <a:gd name="connsiteY15920" fmla="*/ 3895575 h 5599766"/>
              <a:gd name="connsiteX15921" fmla="*/ 5757857 w 10321503"/>
              <a:gd name="connsiteY15921" fmla="*/ 3895575 h 5599766"/>
              <a:gd name="connsiteX15922" fmla="*/ 5758471 w 10321503"/>
              <a:gd name="connsiteY15922" fmla="*/ 3895934 h 5599766"/>
              <a:gd name="connsiteX15923" fmla="*/ 5762003 w 10321503"/>
              <a:gd name="connsiteY15923" fmla="*/ 3902076 h 5599766"/>
              <a:gd name="connsiteX15924" fmla="*/ 5762003 w 10321503"/>
              <a:gd name="connsiteY15924" fmla="*/ 3902741 h 5599766"/>
              <a:gd name="connsiteX15925" fmla="*/ 5758471 w 10321503"/>
              <a:gd name="connsiteY15925" fmla="*/ 3908882 h 5599766"/>
              <a:gd name="connsiteX15926" fmla="*/ 5757857 w 10321503"/>
              <a:gd name="connsiteY15926" fmla="*/ 3909240 h 5599766"/>
              <a:gd name="connsiteX15927" fmla="*/ 6947256 w 10321503"/>
              <a:gd name="connsiteY15927" fmla="*/ 3909247 h 5599766"/>
              <a:gd name="connsiteX15928" fmla="*/ 6940193 w 10321503"/>
              <a:gd name="connsiteY15928" fmla="*/ 3909247 h 5599766"/>
              <a:gd name="connsiteX15929" fmla="*/ 6939578 w 10321503"/>
              <a:gd name="connsiteY15929" fmla="*/ 3908889 h 5599766"/>
              <a:gd name="connsiteX15930" fmla="*/ 6936048 w 10321503"/>
              <a:gd name="connsiteY15930" fmla="*/ 3902747 h 5599766"/>
              <a:gd name="connsiteX15931" fmla="*/ 6936048 w 10321503"/>
              <a:gd name="connsiteY15931" fmla="*/ 3902083 h 5599766"/>
              <a:gd name="connsiteX15932" fmla="*/ 6939578 w 10321503"/>
              <a:gd name="connsiteY15932" fmla="*/ 3895941 h 5599766"/>
              <a:gd name="connsiteX15933" fmla="*/ 6940193 w 10321503"/>
              <a:gd name="connsiteY15933" fmla="*/ 3895582 h 5599766"/>
              <a:gd name="connsiteX15934" fmla="*/ 6947256 w 10321503"/>
              <a:gd name="connsiteY15934" fmla="*/ 3895582 h 5599766"/>
              <a:gd name="connsiteX15935" fmla="*/ 6947870 w 10321503"/>
              <a:gd name="connsiteY15935" fmla="*/ 3895941 h 5599766"/>
              <a:gd name="connsiteX15936" fmla="*/ 6951402 w 10321503"/>
              <a:gd name="connsiteY15936" fmla="*/ 3902083 h 5599766"/>
              <a:gd name="connsiteX15937" fmla="*/ 6951402 w 10321503"/>
              <a:gd name="connsiteY15937" fmla="*/ 3902747 h 5599766"/>
              <a:gd name="connsiteX15938" fmla="*/ 6947870 w 10321503"/>
              <a:gd name="connsiteY15938" fmla="*/ 3908889 h 5599766"/>
              <a:gd name="connsiteX15939" fmla="*/ 6947256 w 10321503"/>
              <a:gd name="connsiteY15939" fmla="*/ 3909247 h 5599766"/>
              <a:gd name="connsiteX15940" fmla="*/ 3180784 w 10321503"/>
              <a:gd name="connsiteY15940" fmla="*/ 3909250 h 5599766"/>
              <a:gd name="connsiteX15941" fmla="*/ 3173721 w 10321503"/>
              <a:gd name="connsiteY15941" fmla="*/ 3909250 h 5599766"/>
              <a:gd name="connsiteX15942" fmla="*/ 3173107 w 10321503"/>
              <a:gd name="connsiteY15942" fmla="*/ 3908893 h 5599766"/>
              <a:gd name="connsiteX15943" fmla="*/ 3169576 w 10321503"/>
              <a:gd name="connsiteY15943" fmla="*/ 3902751 h 5599766"/>
              <a:gd name="connsiteX15944" fmla="*/ 3169576 w 10321503"/>
              <a:gd name="connsiteY15944" fmla="*/ 3902085 h 5599766"/>
              <a:gd name="connsiteX15945" fmla="*/ 3173107 w 10321503"/>
              <a:gd name="connsiteY15945" fmla="*/ 3895943 h 5599766"/>
              <a:gd name="connsiteX15946" fmla="*/ 3173721 w 10321503"/>
              <a:gd name="connsiteY15946" fmla="*/ 3895585 h 5599766"/>
              <a:gd name="connsiteX15947" fmla="*/ 3180784 w 10321503"/>
              <a:gd name="connsiteY15947" fmla="*/ 3895585 h 5599766"/>
              <a:gd name="connsiteX15948" fmla="*/ 3181398 w 10321503"/>
              <a:gd name="connsiteY15948" fmla="*/ 3895943 h 5599766"/>
              <a:gd name="connsiteX15949" fmla="*/ 3184931 w 10321503"/>
              <a:gd name="connsiteY15949" fmla="*/ 3902085 h 5599766"/>
              <a:gd name="connsiteX15950" fmla="*/ 3184931 w 10321503"/>
              <a:gd name="connsiteY15950" fmla="*/ 3902751 h 5599766"/>
              <a:gd name="connsiteX15951" fmla="*/ 3181398 w 10321503"/>
              <a:gd name="connsiteY15951" fmla="*/ 3908893 h 5599766"/>
              <a:gd name="connsiteX15952" fmla="*/ 3180784 w 10321503"/>
              <a:gd name="connsiteY15952" fmla="*/ 3909250 h 5599766"/>
              <a:gd name="connsiteX15953" fmla="*/ 6154307 w 10321503"/>
              <a:gd name="connsiteY15953" fmla="*/ 3909250 h 5599766"/>
              <a:gd name="connsiteX15954" fmla="*/ 6147243 w 10321503"/>
              <a:gd name="connsiteY15954" fmla="*/ 3909250 h 5599766"/>
              <a:gd name="connsiteX15955" fmla="*/ 6146629 w 10321503"/>
              <a:gd name="connsiteY15955" fmla="*/ 3908893 h 5599766"/>
              <a:gd name="connsiteX15956" fmla="*/ 6143098 w 10321503"/>
              <a:gd name="connsiteY15956" fmla="*/ 3902751 h 5599766"/>
              <a:gd name="connsiteX15957" fmla="*/ 6143098 w 10321503"/>
              <a:gd name="connsiteY15957" fmla="*/ 3902085 h 5599766"/>
              <a:gd name="connsiteX15958" fmla="*/ 6146629 w 10321503"/>
              <a:gd name="connsiteY15958" fmla="*/ 3895943 h 5599766"/>
              <a:gd name="connsiteX15959" fmla="*/ 6147243 w 10321503"/>
              <a:gd name="connsiteY15959" fmla="*/ 3895585 h 5599766"/>
              <a:gd name="connsiteX15960" fmla="*/ 6154307 w 10321503"/>
              <a:gd name="connsiteY15960" fmla="*/ 3895585 h 5599766"/>
              <a:gd name="connsiteX15961" fmla="*/ 6154921 w 10321503"/>
              <a:gd name="connsiteY15961" fmla="*/ 3895943 h 5599766"/>
              <a:gd name="connsiteX15962" fmla="*/ 6158453 w 10321503"/>
              <a:gd name="connsiteY15962" fmla="*/ 3902085 h 5599766"/>
              <a:gd name="connsiteX15963" fmla="*/ 6158453 w 10321503"/>
              <a:gd name="connsiteY15963" fmla="*/ 3902751 h 5599766"/>
              <a:gd name="connsiteX15964" fmla="*/ 6154921 w 10321503"/>
              <a:gd name="connsiteY15964" fmla="*/ 3908893 h 5599766"/>
              <a:gd name="connsiteX15965" fmla="*/ 6154307 w 10321503"/>
              <a:gd name="connsiteY15965" fmla="*/ 3909250 h 5599766"/>
              <a:gd name="connsiteX15966" fmla="*/ 6550807 w 10321503"/>
              <a:gd name="connsiteY15966" fmla="*/ 3909250 h 5599766"/>
              <a:gd name="connsiteX15967" fmla="*/ 6543744 w 10321503"/>
              <a:gd name="connsiteY15967" fmla="*/ 3909250 h 5599766"/>
              <a:gd name="connsiteX15968" fmla="*/ 6543129 w 10321503"/>
              <a:gd name="connsiteY15968" fmla="*/ 3908893 h 5599766"/>
              <a:gd name="connsiteX15969" fmla="*/ 6539598 w 10321503"/>
              <a:gd name="connsiteY15969" fmla="*/ 3902751 h 5599766"/>
              <a:gd name="connsiteX15970" fmla="*/ 6539598 w 10321503"/>
              <a:gd name="connsiteY15970" fmla="*/ 3902085 h 5599766"/>
              <a:gd name="connsiteX15971" fmla="*/ 6543129 w 10321503"/>
              <a:gd name="connsiteY15971" fmla="*/ 3895943 h 5599766"/>
              <a:gd name="connsiteX15972" fmla="*/ 6543744 w 10321503"/>
              <a:gd name="connsiteY15972" fmla="*/ 3895585 h 5599766"/>
              <a:gd name="connsiteX15973" fmla="*/ 6550807 w 10321503"/>
              <a:gd name="connsiteY15973" fmla="*/ 3895585 h 5599766"/>
              <a:gd name="connsiteX15974" fmla="*/ 6551420 w 10321503"/>
              <a:gd name="connsiteY15974" fmla="*/ 3895943 h 5599766"/>
              <a:gd name="connsiteX15975" fmla="*/ 6554953 w 10321503"/>
              <a:gd name="connsiteY15975" fmla="*/ 3902085 h 5599766"/>
              <a:gd name="connsiteX15976" fmla="*/ 6554953 w 10321503"/>
              <a:gd name="connsiteY15976" fmla="*/ 3902751 h 5599766"/>
              <a:gd name="connsiteX15977" fmla="*/ 6551420 w 10321503"/>
              <a:gd name="connsiteY15977" fmla="*/ 3908893 h 5599766"/>
              <a:gd name="connsiteX15978" fmla="*/ 6550807 w 10321503"/>
              <a:gd name="connsiteY15978" fmla="*/ 3909250 h 5599766"/>
              <a:gd name="connsiteX15979" fmla="*/ 6749031 w 10321503"/>
              <a:gd name="connsiteY15979" fmla="*/ 3909250 h 5599766"/>
              <a:gd name="connsiteX15980" fmla="*/ 6741967 w 10321503"/>
              <a:gd name="connsiteY15980" fmla="*/ 3909250 h 5599766"/>
              <a:gd name="connsiteX15981" fmla="*/ 6741354 w 10321503"/>
              <a:gd name="connsiteY15981" fmla="*/ 3908893 h 5599766"/>
              <a:gd name="connsiteX15982" fmla="*/ 6737823 w 10321503"/>
              <a:gd name="connsiteY15982" fmla="*/ 3902751 h 5599766"/>
              <a:gd name="connsiteX15983" fmla="*/ 6737823 w 10321503"/>
              <a:gd name="connsiteY15983" fmla="*/ 3902085 h 5599766"/>
              <a:gd name="connsiteX15984" fmla="*/ 6741354 w 10321503"/>
              <a:gd name="connsiteY15984" fmla="*/ 3895944 h 5599766"/>
              <a:gd name="connsiteX15985" fmla="*/ 6741967 w 10321503"/>
              <a:gd name="connsiteY15985" fmla="*/ 3895585 h 5599766"/>
              <a:gd name="connsiteX15986" fmla="*/ 6749031 w 10321503"/>
              <a:gd name="connsiteY15986" fmla="*/ 3895585 h 5599766"/>
              <a:gd name="connsiteX15987" fmla="*/ 6749646 w 10321503"/>
              <a:gd name="connsiteY15987" fmla="*/ 3895944 h 5599766"/>
              <a:gd name="connsiteX15988" fmla="*/ 6753177 w 10321503"/>
              <a:gd name="connsiteY15988" fmla="*/ 3902085 h 5599766"/>
              <a:gd name="connsiteX15989" fmla="*/ 6753177 w 10321503"/>
              <a:gd name="connsiteY15989" fmla="*/ 3902751 h 5599766"/>
              <a:gd name="connsiteX15990" fmla="*/ 6749646 w 10321503"/>
              <a:gd name="connsiteY15990" fmla="*/ 3908893 h 5599766"/>
              <a:gd name="connsiteX15991" fmla="*/ 6749031 w 10321503"/>
              <a:gd name="connsiteY15991" fmla="*/ 3909250 h 5599766"/>
              <a:gd name="connsiteX15992" fmla="*/ 4171959 w 10321503"/>
              <a:gd name="connsiteY15992" fmla="*/ 3909251 h 5599766"/>
              <a:gd name="connsiteX15993" fmla="*/ 4164896 w 10321503"/>
              <a:gd name="connsiteY15993" fmla="*/ 3909251 h 5599766"/>
              <a:gd name="connsiteX15994" fmla="*/ 4164282 w 10321503"/>
              <a:gd name="connsiteY15994" fmla="*/ 3908893 h 5599766"/>
              <a:gd name="connsiteX15995" fmla="*/ 4160751 w 10321503"/>
              <a:gd name="connsiteY15995" fmla="*/ 3902751 h 5599766"/>
              <a:gd name="connsiteX15996" fmla="*/ 4160751 w 10321503"/>
              <a:gd name="connsiteY15996" fmla="*/ 3902087 h 5599766"/>
              <a:gd name="connsiteX15997" fmla="*/ 4164282 w 10321503"/>
              <a:gd name="connsiteY15997" fmla="*/ 3895944 h 5599766"/>
              <a:gd name="connsiteX15998" fmla="*/ 4164896 w 10321503"/>
              <a:gd name="connsiteY15998" fmla="*/ 3895585 h 5599766"/>
              <a:gd name="connsiteX15999" fmla="*/ 4171959 w 10321503"/>
              <a:gd name="connsiteY15999" fmla="*/ 3895585 h 5599766"/>
              <a:gd name="connsiteX16000" fmla="*/ 4172573 w 10321503"/>
              <a:gd name="connsiteY16000" fmla="*/ 3895944 h 5599766"/>
              <a:gd name="connsiteX16001" fmla="*/ 4176105 w 10321503"/>
              <a:gd name="connsiteY16001" fmla="*/ 3902087 h 5599766"/>
              <a:gd name="connsiteX16002" fmla="*/ 4176105 w 10321503"/>
              <a:gd name="connsiteY16002" fmla="*/ 3902751 h 5599766"/>
              <a:gd name="connsiteX16003" fmla="*/ 4172573 w 10321503"/>
              <a:gd name="connsiteY16003" fmla="*/ 3908893 h 5599766"/>
              <a:gd name="connsiteX16004" fmla="*/ 4171959 w 10321503"/>
              <a:gd name="connsiteY16004" fmla="*/ 3909251 h 5599766"/>
              <a:gd name="connsiteX16005" fmla="*/ 8731342 w 10321503"/>
              <a:gd name="connsiteY16005" fmla="*/ 3909251 h 5599766"/>
              <a:gd name="connsiteX16006" fmla="*/ 8724280 w 10321503"/>
              <a:gd name="connsiteY16006" fmla="*/ 3909251 h 5599766"/>
              <a:gd name="connsiteX16007" fmla="*/ 8724201 w 10321503"/>
              <a:gd name="connsiteY16007" fmla="*/ 3909205 h 5599766"/>
              <a:gd name="connsiteX16008" fmla="*/ 8724154 w 10321503"/>
              <a:gd name="connsiteY16008" fmla="*/ 3909205 h 5599766"/>
              <a:gd name="connsiteX16009" fmla="*/ 8723540 w 10321503"/>
              <a:gd name="connsiteY16009" fmla="*/ 3908847 h 5599766"/>
              <a:gd name="connsiteX16010" fmla="*/ 8720009 w 10321503"/>
              <a:gd name="connsiteY16010" fmla="*/ 3902706 h 5599766"/>
              <a:gd name="connsiteX16011" fmla="*/ 8720009 w 10321503"/>
              <a:gd name="connsiteY16011" fmla="*/ 3902040 h 5599766"/>
              <a:gd name="connsiteX16012" fmla="*/ 8723540 w 10321503"/>
              <a:gd name="connsiteY16012" fmla="*/ 3895898 h 5599766"/>
              <a:gd name="connsiteX16013" fmla="*/ 8724154 w 10321503"/>
              <a:gd name="connsiteY16013" fmla="*/ 3895540 h 5599766"/>
              <a:gd name="connsiteX16014" fmla="*/ 8731219 w 10321503"/>
              <a:gd name="connsiteY16014" fmla="*/ 3895540 h 5599766"/>
              <a:gd name="connsiteX16015" fmla="*/ 8731296 w 10321503"/>
              <a:gd name="connsiteY16015" fmla="*/ 3895585 h 5599766"/>
              <a:gd name="connsiteX16016" fmla="*/ 8731342 w 10321503"/>
              <a:gd name="connsiteY16016" fmla="*/ 3895585 h 5599766"/>
              <a:gd name="connsiteX16017" fmla="*/ 8731956 w 10321503"/>
              <a:gd name="connsiteY16017" fmla="*/ 3895944 h 5599766"/>
              <a:gd name="connsiteX16018" fmla="*/ 8735491 w 10321503"/>
              <a:gd name="connsiteY16018" fmla="*/ 3902087 h 5599766"/>
              <a:gd name="connsiteX16019" fmla="*/ 8735491 w 10321503"/>
              <a:gd name="connsiteY16019" fmla="*/ 3902751 h 5599766"/>
              <a:gd name="connsiteX16020" fmla="*/ 8731956 w 10321503"/>
              <a:gd name="connsiteY16020" fmla="*/ 3908893 h 5599766"/>
              <a:gd name="connsiteX16021" fmla="*/ 8731342 w 10321503"/>
              <a:gd name="connsiteY16021" fmla="*/ 3909251 h 5599766"/>
              <a:gd name="connsiteX16022" fmla="*/ 3775459 w 10321503"/>
              <a:gd name="connsiteY16022" fmla="*/ 3909254 h 5599766"/>
              <a:gd name="connsiteX16023" fmla="*/ 3768396 w 10321503"/>
              <a:gd name="connsiteY16023" fmla="*/ 3909254 h 5599766"/>
              <a:gd name="connsiteX16024" fmla="*/ 3767781 w 10321503"/>
              <a:gd name="connsiteY16024" fmla="*/ 3908896 h 5599766"/>
              <a:gd name="connsiteX16025" fmla="*/ 3764249 w 10321503"/>
              <a:gd name="connsiteY16025" fmla="*/ 3902754 h 5599766"/>
              <a:gd name="connsiteX16026" fmla="*/ 3764249 w 10321503"/>
              <a:gd name="connsiteY16026" fmla="*/ 3902090 h 5599766"/>
              <a:gd name="connsiteX16027" fmla="*/ 3767781 w 10321503"/>
              <a:gd name="connsiteY16027" fmla="*/ 3895947 h 5599766"/>
              <a:gd name="connsiteX16028" fmla="*/ 3768396 w 10321503"/>
              <a:gd name="connsiteY16028" fmla="*/ 3895589 h 5599766"/>
              <a:gd name="connsiteX16029" fmla="*/ 3775459 w 10321503"/>
              <a:gd name="connsiteY16029" fmla="*/ 3895589 h 5599766"/>
              <a:gd name="connsiteX16030" fmla="*/ 3776073 w 10321503"/>
              <a:gd name="connsiteY16030" fmla="*/ 3895947 h 5599766"/>
              <a:gd name="connsiteX16031" fmla="*/ 3779604 w 10321503"/>
              <a:gd name="connsiteY16031" fmla="*/ 3902090 h 5599766"/>
              <a:gd name="connsiteX16032" fmla="*/ 3779604 w 10321503"/>
              <a:gd name="connsiteY16032" fmla="*/ 3902754 h 5599766"/>
              <a:gd name="connsiteX16033" fmla="*/ 3776073 w 10321503"/>
              <a:gd name="connsiteY16033" fmla="*/ 3908896 h 5599766"/>
              <a:gd name="connsiteX16034" fmla="*/ 3775459 w 10321503"/>
              <a:gd name="connsiteY16034" fmla="*/ 3909254 h 5599766"/>
              <a:gd name="connsiteX16035" fmla="*/ 7938387 w 10321503"/>
              <a:gd name="connsiteY16035" fmla="*/ 3909254 h 5599766"/>
              <a:gd name="connsiteX16036" fmla="*/ 7931324 w 10321503"/>
              <a:gd name="connsiteY16036" fmla="*/ 3909254 h 5599766"/>
              <a:gd name="connsiteX16037" fmla="*/ 7930708 w 10321503"/>
              <a:gd name="connsiteY16037" fmla="*/ 3908896 h 5599766"/>
              <a:gd name="connsiteX16038" fmla="*/ 7927179 w 10321503"/>
              <a:gd name="connsiteY16038" fmla="*/ 3902754 h 5599766"/>
              <a:gd name="connsiteX16039" fmla="*/ 7927179 w 10321503"/>
              <a:gd name="connsiteY16039" fmla="*/ 3902089 h 5599766"/>
              <a:gd name="connsiteX16040" fmla="*/ 7930708 w 10321503"/>
              <a:gd name="connsiteY16040" fmla="*/ 3895947 h 5599766"/>
              <a:gd name="connsiteX16041" fmla="*/ 7931324 w 10321503"/>
              <a:gd name="connsiteY16041" fmla="*/ 3895589 h 5599766"/>
              <a:gd name="connsiteX16042" fmla="*/ 7938387 w 10321503"/>
              <a:gd name="connsiteY16042" fmla="*/ 3895589 h 5599766"/>
              <a:gd name="connsiteX16043" fmla="*/ 7939002 w 10321503"/>
              <a:gd name="connsiteY16043" fmla="*/ 3895947 h 5599766"/>
              <a:gd name="connsiteX16044" fmla="*/ 7942533 w 10321503"/>
              <a:gd name="connsiteY16044" fmla="*/ 3902089 h 5599766"/>
              <a:gd name="connsiteX16045" fmla="*/ 7942533 w 10321503"/>
              <a:gd name="connsiteY16045" fmla="*/ 3902754 h 5599766"/>
              <a:gd name="connsiteX16046" fmla="*/ 7939002 w 10321503"/>
              <a:gd name="connsiteY16046" fmla="*/ 3908896 h 5599766"/>
              <a:gd name="connsiteX16047" fmla="*/ 7938387 w 10321503"/>
              <a:gd name="connsiteY16047" fmla="*/ 3909254 h 5599766"/>
              <a:gd name="connsiteX16048" fmla="*/ 4964909 w 10321503"/>
              <a:gd name="connsiteY16048" fmla="*/ 3909256 h 5599766"/>
              <a:gd name="connsiteX16049" fmla="*/ 4957846 w 10321503"/>
              <a:gd name="connsiteY16049" fmla="*/ 3909256 h 5599766"/>
              <a:gd name="connsiteX16050" fmla="*/ 4957232 w 10321503"/>
              <a:gd name="connsiteY16050" fmla="*/ 3908898 h 5599766"/>
              <a:gd name="connsiteX16051" fmla="*/ 4953699 w 10321503"/>
              <a:gd name="connsiteY16051" fmla="*/ 3902757 h 5599766"/>
              <a:gd name="connsiteX16052" fmla="*/ 4953699 w 10321503"/>
              <a:gd name="connsiteY16052" fmla="*/ 3902091 h 5599766"/>
              <a:gd name="connsiteX16053" fmla="*/ 4957232 w 10321503"/>
              <a:gd name="connsiteY16053" fmla="*/ 3895949 h 5599766"/>
              <a:gd name="connsiteX16054" fmla="*/ 4957846 w 10321503"/>
              <a:gd name="connsiteY16054" fmla="*/ 3895591 h 5599766"/>
              <a:gd name="connsiteX16055" fmla="*/ 4964909 w 10321503"/>
              <a:gd name="connsiteY16055" fmla="*/ 3895591 h 5599766"/>
              <a:gd name="connsiteX16056" fmla="*/ 4965523 w 10321503"/>
              <a:gd name="connsiteY16056" fmla="*/ 3895949 h 5599766"/>
              <a:gd name="connsiteX16057" fmla="*/ 4969054 w 10321503"/>
              <a:gd name="connsiteY16057" fmla="*/ 3902091 h 5599766"/>
              <a:gd name="connsiteX16058" fmla="*/ 4969054 w 10321503"/>
              <a:gd name="connsiteY16058" fmla="*/ 3902757 h 5599766"/>
              <a:gd name="connsiteX16059" fmla="*/ 4965523 w 10321503"/>
              <a:gd name="connsiteY16059" fmla="*/ 3908898 h 5599766"/>
              <a:gd name="connsiteX16060" fmla="*/ 4964909 w 10321503"/>
              <a:gd name="connsiteY16060" fmla="*/ 3909256 h 5599766"/>
              <a:gd name="connsiteX16061" fmla="*/ 6352582 w 10321503"/>
              <a:gd name="connsiteY16061" fmla="*/ 3909256 h 5599766"/>
              <a:gd name="connsiteX16062" fmla="*/ 6345519 w 10321503"/>
              <a:gd name="connsiteY16062" fmla="*/ 3909256 h 5599766"/>
              <a:gd name="connsiteX16063" fmla="*/ 6344904 w 10321503"/>
              <a:gd name="connsiteY16063" fmla="*/ 3908897 h 5599766"/>
              <a:gd name="connsiteX16064" fmla="*/ 6341373 w 10321503"/>
              <a:gd name="connsiteY16064" fmla="*/ 3902756 h 5599766"/>
              <a:gd name="connsiteX16065" fmla="*/ 6341373 w 10321503"/>
              <a:gd name="connsiteY16065" fmla="*/ 3902091 h 5599766"/>
              <a:gd name="connsiteX16066" fmla="*/ 6344904 w 10321503"/>
              <a:gd name="connsiteY16066" fmla="*/ 3895949 h 5599766"/>
              <a:gd name="connsiteX16067" fmla="*/ 6345519 w 10321503"/>
              <a:gd name="connsiteY16067" fmla="*/ 3895590 h 5599766"/>
              <a:gd name="connsiteX16068" fmla="*/ 6352582 w 10321503"/>
              <a:gd name="connsiteY16068" fmla="*/ 3895590 h 5599766"/>
              <a:gd name="connsiteX16069" fmla="*/ 6353196 w 10321503"/>
              <a:gd name="connsiteY16069" fmla="*/ 3895949 h 5599766"/>
              <a:gd name="connsiteX16070" fmla="*/ 6356728 w 10321503"/>
              <a:gd name="connsiteY16070" fmla="*/ 3902091 h 5599766"/>
              <a:gd name="connsiteX16071" fmla="*/ 6356728 w 10321503"/>
              <a:gd name="connsiteY16071" fmla="*/ 3902756 h 5599766"/>
              <a:gd name="connsiteX16072" fmla="*/ 6353196 w 10321503"/>
              <a:gd name="connsiteY16072" fmla="*/ 3908897 h 5599766"/>
              <a:gd name="connsiteX16073" fmla="*/ 6352582 w 10321503"/>
              <a:gd name="connsiteY16073" fmla="*/ 3909256 h 5599766"/>
              <a:gd name="connsiteX16074" fmla="*/ 8334897 w 10321503"/>
              <a:gd name="connsiteY16074" fmla="*/ 3909256 h 5599766"/>
              <a:gd name="connsiteX16075" fmla="*/ 8327832 w 10321503"/>
              <a:gd name="connsiteY16075" fmla="*/ 3909256 h 5599766"/>
              <a:gd name="connsiteX16076" fmla="*/ 8327218 w 10321503"/>
              <a:gd name="connsiteY16076" fmla="*/ 3908897 h 5599766"/>
              <a:gd name="connsiteX16077" fmla="*/ 8323687 w 10321503"/>
              <a:gd name="connsiteY16077" fmla="*/ 3902756 h 5599766"/>
              <a:gd name="connsiteX16078" fmla="*/ 8323687 w 10321503"/>
              <a:gd name="connsiteY16078" fmla="*/ 3902091 h 5599766"/>
              <a:gd name="connsiteX16079" fmla="*/ 8327218 w 10321503"/>
              <a:gd name="connsiteY16079" fmla="*/ 3895949 h 5599766"/>
              <a:gd name="connsiteX16080" fmla="*/ 8327832 w 10321503"/>
              <a:gd name="connsiteY16080" fmla="*/ 3895590 h 5599766"/>
              <a:gd name="connsiteX16081" fmla="*/ 8334897 w 10321503"/>
              <a:gd name="connsiteY16081" fmla="*/ 3895590 h 5599766"/>
              <a:gd name="connsiteX16082" fmla="*/ 8335512 w 10321503"/>
              <a:gd name="connsiteY16082" fmla="*/ 3895949 h 5599766"/>
              <a:gd name="connsiteX16083" fmla="*/ 8339042 w 10321503"/>
              <a:gd name="connsiteY16083" fmla="*/ 3902091 h 5599766"/>
              <a:gd name="connsiteX16084" fmla="*/ 8339042 w 10321503"/>
              <a:gd name="connsiteY16084" fmla="*/ 3902756 h 5599766"/>
              <a:gd name="connsiteX16085" fmla="*/ 8335512 w 10321503"/>
              <a:gd name="connsiteY16085" fmla="*/ 3908897 h 5599766"/>
              <a:gd name="connsiteX16086" fmla="*/ 8334897 w 10321503"/>
              <a:gd name="connsiteY16086" fmla="*/ 3909256 h 5599766"/>
              <a:gd name="connsiteX16087" fmla="*/ 4568408 w 10321503"/>
              <a:gd name="connsiteY16087" fmla="*/ 3909265 h 5599766"/>
              <a:gd name="connsiteX16088" fmla="*/ 4561345 w 10321503"/>
              <a:gd name="connsiteY16088" fmla="*/ 3909265 h 5599766"/>
              <a:gd name="connsiteX16089" fmla="*/ 4560731 w 10321503"/>
              <a:gd name="connsiteY16089" fmla="*/ 3908907 h 5599766"/>
              <a:gd name="connsiteX16090" fmla="*/ 4557199 w 10321503"/>
              <a:gd name="connsiteY16090" fmla="*/ 3902765 h 5599766"/>
              <a:gd name="connsiteX16091" fmla="*/ 4557199 w 10321503"/>
              <a:gd name="connsiteY16091" fmla="*/ 3902100 h 5599766"/>
              <a:gd name="connsiteX16092" fmla="*/ 4560731 w 10321503"/>
              <a:gd name="connsiteY16092" fmla="*/ 3895957 h 5599766"/>
              <a:gd name="connsiteX16093" fmla="*/ 4561345 w 10321503"/>
              <a:gd name="connsiteY16093" fmla="*/ 3895599 h 5599766"/>
              <a:gd name="connsiteX16094" fmla="*/ 4568408 w 10321503"/>
              <a:gd name="connsiteY16094" fmla="*/ 3895599 h 5599766"/>
              <a:gd name="connsiteX16095" fmla="*/ 4569022 w 10321503"/>
              <a:gd name="connsiteY16095" fmla="*/ 3895957 h 5599766"/>
              <a:gd name="connsiteX16096" fmla="*/ 4572554 w 10321503"/>
              <a:gd name="connsiteY16096" fmla="*/ 3902100 h 5599766"/>
              <a:gd name="connsiteX16097" fmla="*/ 4572554 w 10321503"/>
              <a:gd name="connsiteY16097" fmla="*/ 3902765 h 5599766"/>
              <a:gd name="connsiteX16098" fmla="*/ 4569022 w 10321503"/>
              <a:gd name="connsiteY16098" fmla="*/ 3908907 h 5599766"/>
              <a:gd name="connsiteX16099" fmla="*/ 4568408 w 10321503"/>
              <a:gd name="connsiteY16099" fmla="*/ 3909265 h 5599766"/>
              <a:gd name="connsiteX16100" fmla="*/ 10317312 w 10321503"/>
              <a:gd name="connsiteY16100" fmla="*/ 3909265 h 5599766"/>
              <a:gd name="connsiteX16101" fmla="*/ 10310249 w 10321503"/>
              <a:gd name="connsiteY16101" fmla="*/ 3909265 h 5599766"/>
              <a:gd name="connsiteX16102" fmla="*/ 10310147 w 10321503"/>
              <a:gd name="connsiteY16102" fmla="*/ 3909205 h 5599766"/>
              <a:gd name="connsiteX16103" fmla="*/ 10310074 w 10321503"/>
              <a:gd name="connsiteY16103" fmla="*/ 3909205 h 5599766"/>
              <a:gd name="connsiteX16104" fmla="*/ 10309460 w 10321503"/>
              <a:gd name="connsiteY16104" fmla="*/ 3908847 h 5599766"/>
              <a:gd name="connsiteX16105" fmla="*/ 10305928 w 10321503"/>
              <a:gd name="connsiteY16105" fmla="*/ 3902706 h 5599766"/>
              <a:gd name="connsiteX16106" fmla="*/ 10305928 w 10321503"/>
              <a:gd name="connsiteY16106" fmla="*/ 3902040 h 5599766"/>
              <a:gd name="connsiteX16107" fmla="*/ 10309460 w 10321503"/>
              <a:gd name="connsiteY16107" fmla="*/ 3895898 h 5599766"/>
              <a:gd name="connsiteX16108" fmla="*/ 10310074 w 10321503"/>
              <a:gd name="connsiteY16108" fmla="*/ 3895540 h 5599766"/>
              <a:gd name="connsiteX16109" fmla="*/ 10317136 w 10321503"/>
              <a:gd name="connsiteY16109" fmla="*/ 3895540 h 5599766"/>
              <a:gd name="connsiteX16110" fmla="*/ 10317238 w 10321503"/>
              <a:gd name="connsiteY16110" fmla="*/ 3895599 h 5599766"/>
              <a:gd name="connsiteX16111" fmla="*/ 10317312 w 10321503"/>
              <a:gd name="connsiteY16111" fmla="*/ 3895599 h 5599766"/>
              <a:gd name="connsiteX16112" fmla="*/ 10317926 w 10321503"/>
              <a:gd name="connsiteY16112" fmla="*/ 3895956 h 5599766"/>
              <a:gd name="connsiteX16113" fmla="*/ 10321458 w 10321503"/>
              <a:gd name="connsiteY16113" fmla="*/ 3902100 h 5599766"/>
              <a:gd name="connsiteX16114" fmla="*/ 10321458 w 10321503"/>
              <a:gd name="connsiteY16114" fmla="*/ 3902765 h 5599766"/>
              <a:gd name="connsiteX16115" fmla="*/ 10317926 w 10321503"/>
              <a:gd name="connsiteY16115" fmla="*/ 3908906 h 5599766"/>
              <a:gd name="connsiteX16116" fmla="*/ 10317312 w 10321503"/>
              <a:gd name="connsiteY16116" fmla="*/ 3909265 h 5599766"/>
              <a:gd name="connsiteX16117" fmla="*/ 3973734 w 10321503"/>
              <a:gd name="connsiteY16117" fmla="*/ 3909266 h 5599766"/>
              <a:gd name="connsiteX16118" fmla="*/ 3966671 w 10321503"/>
              <a:gd name="connsiteY16118" fmla="*/ 3909266 h 5599766"/>
              <a:gd name="connsiteX16119" fmla="*/ 3966057 w 10321503"/>
              <a:gd name="connsiteY16119" fmla="*/ 3908907 h 5599766"/>
              <a:gd name="connsiteX16120" fmla="*/ 3962525 w 10321503"/>
              <a:gd name="connsiteY16120" fmla="*/ 3902766 h 5599766"/>
              <a:gd name="connsiteX16121" fmla="*/ 3962525 w 10321503"/>
              <a:gd name="connsiteY16121" fmla="*/ 3902101 h 5599766"/>
              <a:gd name="connsiteX16122" fmla="*/ 3966057 w 10321503"/>
              <a:gd name="connsiteY16122" fmla="*/ 3895959 h 5599766"/>
              <a:gd name="connsiteX16123" fmla="*/ 3966671 w 10321503"/>
              <a:gd name="connsiteY16123" fmla="*/ 3895600 h 5599766"/>
              <a:gd name="connsiteX16124" fmla="*/ 3973734 w 10321503"/>
              <a:gd name="connsiteY16124" fmla="*/ 3895600 h 5599766"/>
              <a:gd name="connsiteX16125" fmla="*/ 3974348 w 10321503"/>
              <a:gd name="connsiteY16125" fmla="*/ 3895959 h 5599766"/>
              <a:gd name="connsiteX16126" fmla="*/ 3977880 w 10321503"/>
              <a:gd name="connsiteY16126" fmla="*/ 3902101 h 5599766"/>
              <a:gd name="connsiteX16127" fmla="*/ 3977880 w 10321503"/>
              <a:gd name="connsiteY16127" fmla="*/ 3902766 h 5599766"/>
              <a:gd name="connsiteX16128" fmla="*/ 3974348 w 10321503"/>
              <a:gd name="connsiteY16128" fmla="*/ 3908907 h 5599766"/>
              <a:gd name="connsiteX16129" fmla="*/ 3973734 w 10321503"/>
              <a:gd name="connsiteY16129" fmla="*/ 3909266 h 5599766"/>
              <a:gd name="connsiteX16130" fmla="*/ 4370183 w 10321503"/>
              <a:gd name="connsiteY16130" fmla="*/ 3909269 h 5599766"/>
              <a:gd name="connsiteX16131" fmla="*/ 4363121 w 10321503"/>
              <a:gd name="connsiteY16131" fmla="*/ 3909269 h 5599766"/>
              <a:gd name="connsiteX16132" fmla="*/ 4362506 w 10321503"/>
              <a:gd name="connsiteY16132" fmla="*/ 3908911 h 5599766"/>
              <a:gd name="connsiteX16133" fmla="*/ 4358975 w 10321503"/>
              <a:gd name="connsiteY16133" fmla="*/ 3902769 h 5599766"/>
              <a:gd name="connsiteX16134" fmla="*/ 4358975 w 10321503"/>
              <a:gd name="connsiteY16134" fmla="*/ 3902104 h 5599766"/>
              <a:gd name="connsiteX16135" fmla="*/ 4362506 w 10321503"/>
              <a:gd name="connsiteY16135" fmla="*/ 3895962 h 5599766"/>
              <a:gd name="connsiteX16136" fmla="*/ 4363121 w 10321503"/>
              <a:gd name="connsiteY16136" fmla="*/ 3895603 h 5599766"/>
              <a:gd name="connsiteX16137" fmla="*/ 4370183 w 10321503"/>
              <a:gd name="connsiteY16137" fmla="*/ 3895603 h 5599766"/>
              <a:gd name="connsiteX16138" fmla="*/ 4370797 w 10321503"/>
              <a:gd name="connsiteY16138" fmla="*/ 3895962 h 5599766"/>
              <a:gd name="connsiteX16139" fmla="*/ 4374329 w 10321503"/>
              <a:gd name="connsiteY16139" fmla="*/ 3902104 h 5599766"/>
              <a:gd name="connsiteX16140" fmla="*/ 4374329 w 10321503"/>
              <a:gd name="connsiteY16140" fmla="*/ 3902769 h 5599766"/>
              <a:gd name="connsiteX16141" fmla="*/ 4370797 w 10321503"/>
              <a:gd name="connsiteY16141" fmla="*/ 3908911 h 5599766"/>
              <a:gd name="connsiteX16142" fmla="*/ 4370183 w 10321503"/>
              <a:gd name="connsiteY16142" fmla="*/ 3909269 h 5599766"/>
              <a:gd name="connsiteX16143" fmla="*/ 2189610 w 10321503"/>
              <a:gd name="connsiteY16143" fmla="*/ 3909274 h 5599766"/>
              <a:gd name="connsiteX16144" fmla="*/ 2182547 w 10321503"/>
              <a:gd name="connsiteY16144" fmla="*/ 3909274 h 5599766"/>
              <a:gd name="connsiteX16145" fmla="*/ 2181933 w 10321503"/>
              <a:gd name="connsiteY16145" fmla="*/ 3908915 h 5599766"/>
              <a:gd name="connsiteX16146" fmla="*/ 2178401 w 10321503"/>
              <a:gd name="connsiteY16146" fmla="*/ 3902774 h 5599766"/>
              <a:gd name="connsiteX16147" fmla="*/ 2178401 w 10321503"/>
              <a:gd name="connsiteY16147" fmla="*/ 3902108 h 5599766"/>
              <a:gd name="connsiteX16148" fmla="*/ 2181933 w 10321503"/>
              <a:gd name="connsiteY16148" fmla="*/ 3895966 h 5599766"/>
              <a:gd name="connsiteX16149" fmla="*/ 2182547 w 10321503"/>
              <a:gd name="connsiteY16149" fmla="*/ 3895608 h 5599766"/>
              <a:gd name="connsiteX16150" fmla="*/ 2189610 w 10321503"/>
              <a:gd name="connsiteY16150" fmla="*/ 3895608 h 5599766"/>
              <a:gd name="connsiteX16151" fmla="*/ 2190224 w 10321503"/>
              <a:gd name="connsiteY16151" fmla="*/ 3895966 h 5599766"/>
              <a:gd name="connsiteX16152" fmla="*/ 2193755 w 10321503"/>
              <a:gd name="connsiteY16152" fmla="*/ 3902108 h 5599766"/>
              <a:gd name="connsiteX16153" fmla="*/ 2193755 w 10321503"/>
              <a:gd name="connsiteY16153" fmla="*/ 3902774 h 5599766"/>
              <a:gd name="connsiteX16154" fmla="*/ 2190224 w 10321503"/>
              <a:gd name="connsiteY16154" fmla="*/ 3908915 h 5599766"/>
              <a:gd name="connsiteX16155" fmla="*/ 2189610 w 10321503"/>
              <a:gd name="connsiteY16155" fmla="*/ 3909274 h 5599766"/>
              <a:gd name="connsiteX16156" fmla="*/ 2387834 w 10321503"/>
              <a:gd name="connsiteY16156" fmla="*/ 3909274 h 5599766"/>
              <a:gd name="connsiteX16157" fmla="*/ 2380772 w 10321503"/>
              <a:gd name="connsiteY16157" fmla="*/ 3909274 h 5599766"/>
              <a:gd name="connsiteX16158" fmla="*/ 2380157 w 10321503"/>
              <a:gd name="connsiteY16158" fmla="*/ 3908915 h 5599766"/>
              <a:gd name="connsiteX16159" fmla="*/ 2376625 w 10321503"/>
              <a:gd name="connsiteY16159" fmla="*/ 3902774 h 5599766"/>
              <a:gd name="connsiteX16160" fmla="*/ 2376625 w 10321503"/>
              <a:gd name="connsiteY16160" fmla="*/ 3902108 h 5599766"/>
              <a:gd name="connsiteX16161" fmla="*/ 2380157 w 10321503"/>
              <a:gd name="connsiteY16161" fmla="*/ 3895966 h 5599766"/>
              <a:gd name="connsiteX16162" fmla="*/ 2380772 w 10321503"/>
              <a:gd name="connsiteY16162" fmla="*/ 3895608 h 5599766"/>
              <a:gd name="connsiteX16163" fmla="*/ 2387834 w 10321503"/>
              <a:gd name="connsiteY16163" fmla="*/ 3895608 h 5599766"/>
              <a:gd name="connsiteX16164" fmla="*/ 2388448 w 10321503"/>
              <a:gd name="connsiteY16164" fmla="*/ 3895966 h 5599766"/>
              <a:gd name="connsiteX16165" fmla="*/ 2391979 w 10321503"/>
              <a:gd name="connsiteY16165" fmla="*/ 3902108 h 5599766"/>
              <a:gd name="connsiteX16166" fmla="*/ 2391979 w 10321503"/>
              <a:gd name="connsiteY16166" fmla="*/ 3902774 h 5599766"/>
              <a:gd name="connsiteX16167" fmla="*/ 2388448 w 10321503"/>
              <a:gd name="connsiteY16167" fmla="*/ 3908915 h 5599766"/>
              <a:gd name="connsiteX16168" fmla="*/ 2387834 w 10321503"/>
              <a:gd name="connsiteY16168" fmla="*/ 3909274 h 5599766"/>
              <a:gd name="connsiteX16169" fmla="*/ 2586059 w 10321503"/>
              <a:gd name="connsiteY16169" fmla="*/ 3909274 h 5599766"/>
              <a:gd name="connsiteX16170" fmla="*/ 2578996 w 10321503"/>
              <a:gd name="connsiteY16170" fmla="*/ 3909274 h 5599766"/>
              <a:gd name="connsiteX16171" fmla="*/ 2578382 w 10321503"/>
              <a:gd name="connsiteY16171" fmla="*/ 3908915 h 5599766"/>
              <a:gd name="connsiteX16172" fmla="*/ 2574850 w 10321503"/>
              <a:gd name="connsiteY16172" fmla="*/ 3902774 h 5599766"/>
              <a:gd name="connsiteX16173" fmla="*/ 2574850 w 10321503"/>
              <a:gd name="connsiteY16173" fmla="*/ 3902108 h 5599766"/>
              <a:gd name="connsiteX16174" fmla="*/ 2578382 w 10321503"/>
              <a:gd name="connsiteY16174" fmla="*/ 3895966 h 5599766"/>
              <a:gd name="connsiteX16175" fmla="*/ 2578996 w 10321503"/>
              <a:gd name="connsiteY16175" fmla="*/ 3895608 h 5599766"/>
              <a:gd name="connsiteX16176" fmla="*/ 2586059 w 10321503"/>
              <a:gd name="connsiteY16176" fmla="*/ 3895608 h 5599766"/>
              <a:gd name="connsiteX16177" fmla="*/ 2586673 w 10321503"/>
              <a:gd name="connsiteY16177" fmla="*/ 3895966 h 5599766"/>
              <a:gd name="connsiteX16178" fmla="*/ 2590205 w 10321503"/>
              <a:gd name="connsiteY16178" fmla="*/ 3902108 h 5599766"/>
              <a:gd name="connsiteX16179" fmla="*/ 2590205 w 10321503"/>
              <a:gd name="connsiteY16179" fmla="*/ 3902774 h 5599766"/>
              <a:gd name="connsiteX16180" fmla="*/ 2586673 w 10321503"/>
              <a:gd name="connsiteY16180" fmla="*/ 3908915 h 5599766"/>
              <a:gd name="connsiteX16181" fmla="*/ 2586059 w 10321503"/>
              <a:gd name="connsiteY16181" fmla="*/ 3909274 h 5599766"/>
              <a:gd name="connsiteX16182" fmla="*/ 2784283 w 10321503"/>
              <a:gd name="connsiteY16182" fmla="*/ 3909274 h 5599766"/>
              <a:gd name="connsiteX16183" fmla="*/ 2777220 w 10321503"/>
              <a:gd name="connsiteY16183" fmla="*/ 3909274 h 5599766"/>
              <a:gd name="connsiteX16184" fmla="*/ 2776606 w 10321503"/>
              <a:gd name="connsiteY16184" fmla="*/ 3908915 h 5599766"/>
              <a:gd name="connsiteX16185" fmla="*/ 2773075 w 10321503"/>
              <a:gd name="connsiteY16185" fmla="*/ 3902774 h 5599766"/>
              <a:gd name="connsiteX16186" fmla="*/ 2773075 w 10321503"/>
              <a:gd name="connsiteY16186" fmla="*/ 3902108 h 5599766"/>
              <a:gd name="connsiteX16187" fmla="*/ 2776606 w 10321503"/>
              <a:gd name="connsiteY16187" fmla="*/ 3895966 h 5599766"/>
              <a:gd name="connsiteX16188" fmla="*/ 2777220 w 10321503"/>
              <a:gd name="connsiteY16188" fmla="*/ 3895608 h 5599766"/>
              <a:gd name="connsiteX16189" fmla="*/ 2784283 w 10321503"/>
              <a:gd name="connsiteY16189" fmla="*/ 3895608 h 5599766"/>
              <a:gd name="connsiteX16190" fmla="*/ 2784897 w 10321503"/>
              <a:gd name="connsiteY16190" fmla="*/ 3895966 h 5599766"/>
              <a:gd name="connsiteX16191" fmla="*/ 2788430 w 10321503"/>
              <a:gd name="connsiteY16191" fmla="*/ 3902108 h 5599766"/>
              <a:gd name="connsiteX16192" fmla="*/ 2788430 w 10321503"/>
              <a:gd name="connsiteY16192" fmla="*/ 3902774 h 5599766"/>
              <a:gd name="connsiteX16193" fmla="*/ 2784897 w 10321503"/>
              <a:gd name="connsiteY16193" fmla="*/ 3908915 h 5599766"/>
              <a:gd name="connsiteX16194" fmla="*/ 2784283 w 10321503"/>
              <a:gd name="connsiteY16194" fmla="*/ 3909274 h 5599766"/>
              <a:gd name="connsiteX16195" fmla="*/ 11254 w 10321503"/>
              <a:gd name="connsiteY16195" fmla="*/ 4072587 h 5599766"/>
              <a:gd name="connsiteX16196" fmla="*/ 4192 w 10321503"/>
              <a:gd name="connsiteY16196" fmla="*/ 4072587 h 5599766"/>
              <a:gd name="connsiteX16197" fmla="*/ 3578 w 10321503"/>
              <a:gd name="connsiteY16197" fmla="*/ 4072229 h 5599766"/>
              <a:gd name="connsiteX16198" fmla="*/ 46 w 10321503"/>
              <a:gd name="connsiteY16198" fmla="*/ 4066086 h 5599766"/>
              <a:gd name="connsiteX16199" fmla="*/ 46 w 10321503"/>
              <a:gd name="connsiteY16199" fmla="*/ 4065421 h 5599766"/>
              <a:gd name="connsiteX16200" fmla="*/ 3578 w 10321503"/>
              <a:gd name="connsiteY16200" fmla="*/ 4059279 h 5599766"/>
              <a:gd name="connsiteX16201" fmla="*/ 4192 w 10321503"/>
              <a:gd name="connsiteY16201" fmla="*/ 4058921 h 5599766"/>
              <a:gd name="connsiteX16202" fmla="*/ 11254 w 10321503"/>
              <a:gd name="connsiteY16202" fmla="*/ 4058921 h 5599766"/>
              <a:gd name="connsiteX16203" fmla="*/ 11868 w 10321503"/>
              <a:gd name="connsiteY16203" fmla="*/ 4059279 h 5599766"/>
              <a:gd name="connsiteX16204" fmla="*/ 15400 w 10321503"/>
              <a:gd name="connsiteY16204" fmla="*/ 4065421 h 5599766"/>
              <a:gd name="connsiteX16205" fmla="*/ 15400 w 10321503"/>
              <a:gd name="connsiteY16205" fmla="*/ 4066086 h 5599766"/>
              <a:gd name="connsiteX16206" fmla="*/ 11868 w 10321503"/>
              <a:gd name="connsiteY16206" fmla="*/ 4072229 h 5599766"/>
              <a:gd name="connsiteX16207" fmla="*/ 11254 w 10321503"/>
              <a:gd name="connsiteY16207" fmla="*/ 4072587 h 5599766"/>
              <a:gd name="connsiteX16208" fmla="*/ 209480 w 10321503"/>
              <a:gd name="connsiteY16208" fmla="*/ 4072587 h 5599766"/>
              <a:gd name="connsiteX16209" fmla="*/ 202416 w 10321503"/>
              <a:gd name="connsiteY16209" fmla="*/ 4072587 h 5599766"/>
              <a:gd name="connsiteX16210" fmla="*/ 201803 w 10321503"/>
              <a:gd name="connsiteY16210" fmla="*/ 4072229 h 5599766"/>
              <a:gd name="connsiteX16211" fmla="*/ 198270 w 10321503"/>
              <a:gd name="connsiteY16211" fmla="*/ 4066086 h 5599766"/>
              <a:gd name="connsiteX16212" fmla="*/ 198270 w 10321503"/>
              <a:gd name="connsiteY16212" fmla="*/ 4065421 h 5599766"/>
              <a:gd name="connsiteX16213" fmla="*/ 201803 w 10321503"/>
              <a:gd name="connsiteY16213" fmla="*/ 4059279 h 5599766"/>
              <a:gd name="connsiteX16214" fmla="*/ 202416 w 10321503"/>
              <a:gd name="connsiteY16214" fmla="*/ 4058921 h 5599766"/>
              <a:gd name="connsiteX16215" fmla="*/ 209480 w 10321503"/>
              <a:gd name="connsiteY16215" fmla="*/ 4058921 h 5599766"/>
              <a:gd name="connsiteX16216" fmla="*/ 210094 w 10321503"/>
              <a:gd name="connsiteY16216" fmla="*/ 4059279 h 5599766"/>
              <a:gd name="connsiteX16217" fmla="*/ 213625 w 10321503"/>
              <a:gd name="connsiteY16217" fmla="*/ 4065421 h 5599766"/>
              <a:gd name="connsiteX16218" fmla="*/ 213625 w 10321503"/>
              <a:gd name="connsiteY16218" fmla="*/ 4066086 h 5599766"/>
              <a:gd name="connsiteX16219" fmla="*/ 210094 w 10321503"/>
              <a:gd name="connsiteY16219" fmla="*/ 4072229 h 5599766"/>
              <a:gd name="connsiteX16220" fmla="*/ 209480 w 10321503"/>
              <a:gd name="connsiteY16220" fmla="*/ 4072587 h 5599766"/>
              <a:gd name="connsiteX16221" fmla="*/ 407754 w 10321503"/>
              <a:gd name="connsiteY16221" fmla="*/ 4072587 h 5599766"/>
              <a:gd name="connsiteX16222" fmla="*/ 400692 w 10321503"/>
              <a:gd name="connsiteY16222" fmla="*/ 4072587 h 5599766"/>
              <a:gd name="connsiteX16223" fmla="*/ 400078 w 10321503"/>
              <a:gd name="connsiteY16223" fmla="*/ 4072229 h 5599766"/>
              <a:gd name="connsiteX16224" fmla="*/ 396546 w 10321503"/>
              <a:gd name="connsiteY16224" fmla="*/ 4066086 h 5599766"/>
              <a:gd name="connsiteX16225" fmla="*/ 396546 w 10321503"/>
              <a:gd name="connsiteY16225" fmla="*/ 4065421 h 5599766"/>
              <a:gd name="connsiteX16226" fmla="*/ 400078 w 10321503"/>
              <a:gd name="connsiteY16226" fmla="*/ 4059279 h 5599766"/>
              <a:gd name="connsiteX16227" fmla="*/ 400692 w 10321503"/>
              <a:gd name="connsiteY16227" fmla="*/ 4058921 h 5599766"/>
              <a:gd name="connsiteX16228" fmla="*/ 407754 w 10321503"/>
              <a:gd name="connsiteY16228" fmla="*/ 4058921 h 5599766"/>
              <a:gd name="connsiteX16229" fmla="*/ 408369 w 10321503"/>
              <a:gd name="connsiteY16229" fmla="*/ 4059279 h 5599766"/>
              <a:gd name="connsiteX16230" fmla="*/ 411900 w 10321503"/>
              <a:gd name="connsiteY16230" fmla="*/ 4065421 h 5599766"/>
              <a:gd name="connsiteX16231" fmla="*/ 411900 w 10321503"/>
              <a:gd name="connsiteY16231" fmla="*/ 4066086 h 5599766"/>
              <a:gd name="connsiteX16232" fmla="*/ 408369 w 10321503"/>
              <a:gd name="connsiteY16232" fmla="*/ 4072229 h 5599766"/>
              <a:gd name="connsiteX16233" fmla="*/ 407754 w 10321503"/>
              <a:gd name="connsiteY16233" fmla="*/ 4072587 h 5599766"/>
              <a:gd name="connsiteX16234" fmla="*/ 605979 w 10321503"/>
              <a:gd name="connsiteY16234" fmla="*/ 4072587 h 5599766"/>
              <a:gd name="connsiteX16235" fmla="*/ 598916 w 10321503"/>
              <a:gd name="connsiteY16235" fmla="*/ 4072587 h 5599766"/>
              <a:gd name="connsiteX16236" fmla="*/ 598302 w 10321503"/>
              <a:gd name="connsiteY16236" fmla="*/ 4072229 h 5599766"/>
              <a:gd name="connsiteX16237" fmla="*/ 594770 w 10321503"/>
              <a:gd name="connsiteY16237" fmla="*/ 4066086 h 5599766"/>
              <a:gd name="connsiteX16238" fmla="*/ 594770 w 10321503"/>
              <a:gd name="connsiteY16238" fmla="*/ 4065421 h 5599766"/>
              <a:gd name="connsiteX16239" fmla="*/ 598302 w 10321503"/>
              <a:gd name="connsiteY16239" fmla="*/ 4059279 h 5599766"/>
              <a:gd name="connsiteX16240" fmla="*/ 598916 w 10321503"/>
              <a:gd name="connsiteY16240" fmla="*/ 4058921 h 5599766"/>
              <a:gd name="connsiteX16241" fmla="*/ 605979 w 10321503"/>
              <a:gd name="connsiteY16241" fmla="*/ 4058921 h 5599766"/>
              <a:gd name="connsiteX16242" fmla="*/ 606593 w 10321503"/>
              <a:gd name="connsiteY16242" fmla="*/ 4059279 h 5599766"/>
              <a:gd name="connsiteX16243" fmla="*/ 610125 w 10321503"/>
              <a:gd name="connsiteY16243" fmla="*/ 4065421 h 5599766"/>
              <a:gd name="connsiteX16244" fmla="*/ 610125 w 10321503"/>
              <a:gd name="connsiteY16244" fmla="*/ 4066086 h 5599766"/>
              <a:gd name="connsiteX16245" fmla="*/ 606593 w 10321503"/>
              <a:gd name="connsiteY16245" fmla="*/ 4072229 h 5599766"/>
              <a:gd name="connsiteX16246" fmla="*/ 605979 w 10321503"/>
              <a:gd name="connsiteY16246" fmla="*/ 4072587 h 5599766"/>
              <a:gd name="connsiteX16247" fmla="*/ 804204 w 10321503"/>
              <a:gd name="connsiteY16247" fmla="*/ 4072587 h 5599766"/>
              <a:gd name="connsiteX16248" fmla="*/ 797140 w 10321503"/>
              <a:gd name="connsiteY16248" fmla="*/ 4072587 h 5599766"/>
              <a:gd name="connsiteX16249" fmla="*/ 796526 w 10321503"/>
              <a:gd name="connsiteY16249" fmla="*/ 4072229 h 5599766"/>
              <a:gd name="connsiteX16250" fmla="*/ 792995 w 10321503"/>
              <a:gd name="connsiteY16250" fmla="*/ 4066086 h 5599766"/>
              <a:gd name="connsiteX16251" fmla="*/ 792995 w 10321503"/>
              <a:gd name="connsiteY16251" fmla="*/ 4065421 h 5599766"/>
              <a:gd name="connsiteX16252" fmla="*/ 796526 w 10321503"/>
              <a:gd name="connsiteY16252" fmla="*/ 4059279 h 5599766"/>
              <a:gd name="connsiteX16253" fmla="*/ 797140 w 10321503"/>
              <a:gd name="connsiteY16253" fmla="*/ 4058921 h 5599766"/>
              <a:gd name="connsiteX16254" fmla="*/ 804204 w 10321503"/>
              <a:gd name="connsiteY16254" fmla="*/ 4058921 h 5599766"/>
              <a:gd name="connsiteX16255" fmla="*/ 804818 w 10321503"/>
              <a:gd name="connsiteY16255" fmla="*/ 4059279 h 5599766"/>
              <a:gd name="connsiteX16256" fmla="*/ 808350 w 10321503"/>
              <a:gd name="connsiteY16256" fmla="*/ 4065421 h 5599766"/>
              <a:gd name="connsiteX16257" fmla="*/ 808350 w 10321503"/>
              <a:gd name="connsiteY16257" fmla="*/ 4066086 h 5599766"/>
              <a:gd name="connsiteX16258" fmla="*/ 804818 w 10321503"/>
              <a:gd name="connsiteY16258" fmla="*/ 4072229 h 5599766"/>
              <a:gd name="connsiteX16259" fmla="*/ 804204 w 10321503"/>
              <a:gd name="connsiteY16259" fmla="*/ 4072587 h 5599766"/>
              <a:gd name="connsiteX16260" fmla="*/ 1002428 w 10321503"/>
              <a:gd name="connsiteY16260" fmla="*/ 4072587 h 5599766"/>
              <a:gd name="connsiteX16261" fmla="*/ 995366 w 10321503"/>
              <a:gd name="connsiteY16261" fmla="*/ 4072587 h 5599766"/>
              <a:gd name="connsiteX16262" fmla="*/ 994752 w 10321503"/>
              <a:gd name="connsiteY16262" fmla="*/ 4072229 h 5599766"/>
              <a:gd name="connsiteX16263" fmla="*/ 991220 w 10321503"/>
              <a:gd name="connsiteY16263" fmla="*/ 4066086 h 5599766"/>
              <a:gd name="connsiteX16264" fmla="*/ 991220 w 10321503"/>
              <a:gd name="connsiteY16264" fmla="*/ 4065421 h 5599766"/>
              <a:gd name="connsiteX16265" fmla="*/ 994752 w 10321503"/>
              <a:gd name="connsiteY16265" fmla="*/ 4059279 h 5599766"/>
              <a:gd name="connsiteX16266" fmla="*/ 995366 w 10321503"/>
              <a:gd name="connsiteY16266" fmla="*/ 4058921 h 5599766"/>
              <a:gd name="connsiteX16267" fmla="*/ 1002428 w 10321503"/>
              <a:gd name="connsiteY16267" fmla="*/ 4058921 h 5599766"/>
              <a:gd name="connsiteX16268" fmla="*/ 1003042 w 10321503"/>
              <a:gd name="connsiteY16268" fmla="*/ 4059279 h 5599766"/>
              <a:gd name="connsiteX16269" fmla="*/ 1006574 w 10321503"/>
              <a:gd name="connsiteY16269" fmla="*/ 4065421 h 5599766"/>
              <a:gd name="connsiteX16270" fmla="*/ 1006574 w 10321503"/>
              <a:gd name="connsiteY16270" fmla="*/ 4066086 h 5599766"/>
              <a:gd name="connsiteX16271" fmla="*/ 1003042 w 10321503"/>
              <a:gd name="connsiteY16271" fmla="*/ 4072229 h 5599766"/>
              <a:gd name="connsiteX16272" fmla="*/ 1002428 w 10321503"/>
              <a:gd name="connsiteY16272" fmla="*/ 4072587 h 5599766"/>
              <a:gd name="connsiteX16273" fmla="*/ 1200704 w 10321503"/>
              <a:gd name="connsiteY16273" fmla="*/ 4072587 h 5599766"/>
              <a:gd name="connsiteX16274" fmla="*/ 1193642 w 10321503"/>
              <a:gd name="connsiteY16274" fmla="*/ 4072587 h 5599766"/>
              <a:gd name="connsiteX16275" fmla="*/ 1193028 w 10321503"/>
              <a:gd name="connsiteY16275" fmla="*/ 4072229 h 5599766"/>
              <a:gd name="connsiteX16276" fmla="*/ 1189495 w 10321503"/>
              <a:gd name="connsiteY16276" fmla="*/ 4066086 h 5599766"/>
              <a:gd name="connsiteX16277" fmla="*/ 1189495 w 10321503"/>
              <a:gd name="connsiteY16277" fmla="*/ 4065421 h 5599766"/>
              <a:gd name="connsiteX16278" fmla="*/ 1193028 w 10321503"/>
              <a:gd name="connsiteY16278" fmla="*/ 4059279 h 5599766"/>
              <a:gd name="connsiteX16279" fmla="*/ 1193642 w 10321503"/>
              <a:gd name="connsiteY16279" fmla="*/ 4058921 h 5599766"/>
              <a:gd name="connsiteX16280" fmla="*/ 1200704 w 10321503"/>
              <a:gd name="connsiteY16280" fmla="*/ 4058921 h 5599766"/>
              <a:gd name="connsiteX16281" fmla="*/ 1201318 w 10321503"/>
              <a:gd name="connsiteY16281" fmla="*/ 4059279 h 5599766"/>
              <a:gd name="connsiteX16282" fmla="*/ 1204850 w 10321503"/>
              <a:gd name="connsiteY16282" fmla="*/ 4065421 h 5599766"/>
              <a:gd name="connsiteX16283" fmla="*/ 1204850 w 10321503"/>
              <a:gd name="connsiteY16283" fmla="*/ 4066086 h 5599766"/>
              <a:gd name="connsiteX16284" fmla="*/ 1201318 w 10321503"/>
              <a:gd name="connsiteY16284" fmla="*/ 4072229 h 5599766"/>
              <a:gd name="connsiteX16285" fmla="*/ 1200704 w 10321503"/>
              <a:gd name="connsiteY16285" fmla="*/ 4072587 h 5599766"/>
              <a:gd name="connsiteX16286" fmla="*/ 1398928 w 10321503"/>
              <a:gd name="connsiteY16286" fmla="*/ 4072587 h 5599766"/>
              <a:gd name="connsiteX16287" fmla="*/ 1391866 w 10321503"/>
              <a:gd name="connsiteY16287" fmla="*/ 4072587 h 5599766"/>
              <a:gd name="connsiteX16288" fmla="*/ 1391252 w 10321503"/>
              <a:gd name="connsiteY16288" fmla="*/ 4072229 h 5599766"/>
              <a:gd name="connsiteX16289" fmla="*/ 1387720 w 10321503"/>
              <a:gd name="connsiteY16289" fmla="*/ 4066086 h 5599766"/>
              <a:gd name="connsiteX16290" fmla="*/ 1387720 w 10321503"/>
              <a:gd name="connsiteY16290" fmla="*/ 4065421 h 5599766"/>
              <a:gd name="connsiteX16291" fmla="*/ 1391252 w 10321503"/>
              <a:gd name="connsiteY16291" fmla="*/ 4059279 h 5599766"/>
              <a:gd name="connsiteX16292" fmla="*/ 1391866 w 10321503"/>
              <a:gd name="connsiteY16292" fmla="*/ 4058921 h 5599766"/>
              <a:gd name="connsiteX16293" fmla="*/ 1398928 w 10321503"/>
              <a:gd name="connsiteY16293" fmla="*/ 4058921 h 5599766"/>
              <a:gd name="connsiteX16294" fmla="*/ 1399544 w 10321503"/>
              <a:gd name="connsiteY16294" fmla="*/ 4059279 h 5599766"/>
              <a:gd name="connsiteX16295" fmla="*/ 1403074 w 10321503"/>
              <a:gd name="connsiteY16295" fmla="*/ 4065421 h 5599766"/>
              <a:gd name="connsiteX16296" fmla="*/ 1403074 w 10321503"/>
              <a:gd name="connsiteY16296" fmla="*/ 4066086 h 5599766"/>
              <a:gd name="connsiteX16297" fmla="*/ 1399544 w 10321503"/>
              <a:gd name="connsiteY16297" fmla="*/ 4072229 h 5599766"/>
              <a:gd name="connsiteX16298" fmla="*/ 1398928 w 10321503"/>
              <a:gd name="connsiteY16298" fmla="*/ 4072587 h 5599766"/>
              <a:gd name="connsiteX16299" fmla="*/ 1597154 w 10321503"/>
              <a:gd name="connsiteY16299" fmla="*/ 4072587 h 5599766"/>
              <a:gd name="connsiteX16300" fmla="*/ 1590090 w 10321503"/>
              <a:gd name="connsiteY16300" fmla="*/ 4072587 h 5599766"/>
              <a:gd name="connsiteX16301" fmla="*/ 1589476 w 10321503"/>
              <a:gd name="connsiteY16301" fmla="*/ 4072229 h 5599766"/>
              <a:gd name="connsiteX16302" fmla="*/ 1585944 w 10321503"/>
              <a:gd name="connsiteY16302" fmla="*/ 4066086 h 5599766"/>
              <a:gd name="connsiteX16303" fmla="*/ 1585944 w 10321503"/>
              <a:gd name="connsiteY16303" fmla="*/ 4065421 h 5599766"/>
              <a:gd name="connsiteX16304" fmla="*/ 1589476 w 10321503"/>
              <a:gd name="connsiteY16304" fmla="*/ 4059279 h 5599766"/>
              <a:gd name="connsiteX16305" fmla="*/ 1590090 w 10321503"/>
              <a:gd name="connsiteY16305" fmla="*/ 4058921 h 5599766"/>
              <a:gd name="connsiteX16306" fmla="*/ 1597154 w 10321503"/>
              <a:gd name="connsiteY16306" fmla="*/ 4058921 h 5599766"/>
              <a:gd name="connsiteX16307" fmla="*/ 1597768 w 10321503"/>
              <a:gd name="connsiteY16307" fmla="*/ 4059279 h 5599766"/>
              <a:gd name="connsiteX16308" fmla="*/ 1601298 w 10321503"/>
              <a:gd name="connsiteY16308" fmla="*/ 4065421 h 5599766"/>
              <a:gd name="connsiteX16309" fmla="*/ 1601298 w 10321503"/>
              <a:gd name="connsiteY16309" fmla="*/ 4066086 h 5599766"/>
              <a:gd name="connsiteX16310" fmla="*/ 1597768 w 10321503"/>
              <a:gd name="connsiteY16310" fmla="*/ 4072229 h 5599766"/>
              <a:gd name="connsiteX16311" fmla="*/ 1597154 w 10321503"/>
              <a:gd name="connsiteY16311" fmla="*/ 4072587 h 5599766"/>
              <a:gd name="connsiteX16312" fmla="*/ 1795378 w 10321503"/>
              <a:gd name="connsiteY16312" fmla="*/ 4072587 h 5599766"/>
              <a:gd name="connsiteX16313" fmla="*/ 1788315 w 10321503"/>
              <a:gd name="connsiteY16313" fmla="*/ 4072587 h 5599766"/>
              <a:gd name="connsiteX16314" fmla="*/ 1787701 w 10321503"/>
              <a:gd name="connsiteY16314" fmla="*/ 4072229 h 5599766"/>
              <a:gd name="connsiteX16315" fmla="*/ 1784170 w 10321503"/>
              <a:gd name="connsiteY16315" fmla="*/ 4066086 h 5599766"/>
              <a:gd name="connsiteX16316" fmla="*/ 1784170 w 10321503"/>
              <a:gd name="connsiteY16316" fmla="*/ 4065421 h 5599766"/>
              <a:gd name="connsiteX16317" fmla="*/ 1787701 w 10321503"/>
              <a:gd name="connsiteY16317" fmla="*/ 4059279 h 5599766"/>
              <a:gd name="connsiteX16318" fmla="*/ 1788315 w 10321503"/>
              <a:gd name="connsiteY16318" fmla="*/ 4058921 h 5599766"/>
              <a:gd name="connsiteX16319" fmla="*/ 1795378 w 10321503"/>
              <a:gd name="connsiteY16319" fmla="*/ 4058921 h 5599766"/>
              <a:gd name="connsiteX16320" fmla="*/ 1795992 w 10321503"/>
              <a:gd name="connsiteY16320" fmla="*/ 4059279 h 5599766"/>
              <a:gd name="connsiteX16321" fmla="*/ 1799524 w 10321503"/>
              <a:gd name="connsiteY16321" fmla="*/ 4065421 h 5599766"/>
              <a:gd name="connsiteX16322" fmla="*/ 1799524 w 10321503"/>
              <a:gd name="connsiteY16322" fmla="*/ 4066086 h 5599766"/>
              <a:gd name="connsiteX16323" fmla="*/ 1795992 w 10321503"/>
              <a:gd name="connsiteY16323" fmla="*/ 4072229 h 5599766"/>
              <a:gd name="connsiteX16324" fmla="*/ 1795378 w 10321503"/>
              <a:gd name="connsiteY16324" fmla="*/ 4072587 h 5599766"/>
              <a:gd name="connsiteX16325" fmla="*/ 1993654 w 10321503"/>
              <a:gd name="connsiteY16325" fmla="*/ 4072587 h 5599766"/>
              <a:gd name="connsiteX16326" fmla="*/ 1986590 w 10321503"/>
              <a:gd name="connsiteY16326" fmla="*/ 4072587 h 5599766"/>
              <a:gd name="connsiteX16327" fmla="*/ 1985976 w 10321503"/>
              <a:gd name="connsiteY16327" fmla="*/ 4072229 h 5599766"/>
              <a:gd name="connsiteX16328" fmla="*/ 1982445 w 10321503"/>
              <a:gd name="connsiteY16328" fmla="*/ 4066086 h 5599766"/>
              <a:gd name="connsiteX16329" fmla="*/ 1982445 w 10321503"/>
              <a:gd name="connsiteY16329" fmla="*/ 4065421 h 5599766"/>
              <a:gd name="connsiteX16330" fmla="*/ 1985976 w 10321503"/>
              <a:gd name="connsiteY16330" fmla="*/ 4059279 h 5599766"/>
              <a:gd name="connsiteX16331" fmla="*/ 1986590 w 10321503"/>
              <a:gd name="connsiteY16331" fmla="*/ 4058921 h 5599766"/>
              <a:gd name="connsiteX16332" fmla="*/ 1993654 w 10321503"/>
              <a:gd name="connsiteY16332" fmla="*/ 4058921 h 5599766"/>
              <a:gd name="connsiteX16333" fmla="*/ 1994268 w 10321503"/>
              <a:gd name="connsiteY16333" fmla="*/ 4059279 h 5599766"/>
              <a:gd name="connsiteX16334" fmla="*/ 1997800 w 10321503"/>
              <a:gd name="connsiteY16334" fmla="*/ 4065421 h 5599766"/>
              <a:gd name="connsiteX16335" fmla="*/ 1997800 w 10321503"/>
              <a:gd name="connsiteY16335" fmla="*/ 4066086 h 5599766"/>
              <a:gd name="connsiteX16336" fmla="*/ 1994268 w 10321503"/>
              <a:gd name="connsiteY16336" fmla="*/ 4072229 h 5599766"/>
              <a:gd name="connsiteX16337" fmla="*/ 1993654 w 10321503"/>
              <a:gd name="connsiteY16337" fmla="*/ 4072587 h 5599766"/>
              <a:gd name="connsiteX16338" fmla="*/ 3577234 w 10321503"/>
              <a:gd name="connsiteY16338" fmla="*/ 4078288 h 5599766"/>
              <a:gd name="connsiteX16339" fmla="*/ 3570172 w 10321503"/>
              <a:gd name="connsiteY16339" fmla="*/ 4078288 h 5599766"/>
              <a:gd name="connsiteX16340" fmla="*/ 3569557 w 10321503"/>
              <a:gd name="connsiteY16340" fmla="*/ 4077930 h 5599766"/>
              <a:gd name="connsiteX16341" fmla="*/ 3566024 w 10321503"/>
              <a:gd name="connsiteY16341" fmla="*/ 4071789 h 5599766"/>
              <a:gd name="connsiteX16342" fmla="*/ 3566024 w 10321503"/>
              <a:gd name="connsiteY16342" fmla="*/ 4071123 h 5599766"/>
              <a:gd name="connsiteX16343" fmla="*/ 3569557 w 10321503"/>
              <a:gd name="connsiteY16343" fmla="*/ 4064981 h 5599766"/>
              <a:gd name="connsiteX16344" fmla="*/ 3570172 w 10321503"/>
              <a:gd name="connsiteY16344" fmla="*/ 4064623 h 5599766"/>
              <a:gd name="connsiteX16345" fmla="*/ 3577234 w 10321503"/>
              <a:gd name="connsiteY16345" fmla="*/ 4064623 h 5599766"/>
              <a:gd name="connsiteX16346" fmla="*/ 3577848 w 10321503"/>
              <a:gd name="connsiteY16346" fmla="*/ 4064981 h 5599766"/>
              <a:gd name="connsiteX16347" fmla="*/ 3581379 w 10321503"/>
              <a:gd name="connsiteY16347" fmla="*/ 4071123 h 5599766"/>
              <a:gd name="connsiteX16348" fmla="*/ 3581379 w 10321503"/>
              <a:gd name="connsiteY16348" fmla="*/ 4071789 h 5599766"/>
              <a:gd name="connsiteX16349" fmla="*/ 3577848 w 10321503"/>
              <a:gd name="connsiteY16349" fmla="*/ 4077930 h 5599766"/>
              <a:gd name="connsiteX16350" fmla="*/ 3577234 w 10321503"/>
              <a:gd name="connsiteY16350" fmla="*/ 4078288 h 5599766"/>
              <a:gd name="connsiteX16351" fmla="*/ 6352582 w 10321503"/>
              <a:gd name="connsiteY16351" fmla="*/ 4078289 h 5599766"/>
              <a:gd name="connsiteX16352" fmla="*/ 6345519 w 10321503"/>
              <a:gd name="connsiteY16352" fmla="*/ 4078289 h 5599766"/>
              <a:gd name="connsiteX16353" fmla="*/ 6344904 w 10321503"/>
              <a:gd name="connsiteY16353" fmla="*/ 4077932 h 5599766"/>
              <a:gd name="connsiteX16354" fmla="*/ 6341373 w 10321503"/>
              <a:gd name="connsiteY16354" fmla="*/ 4071790 h 5599766"/>
              <a:gd name="connsiteX16355" fmla="*/ 6341373 w 10321503"/>
              <a:gd name="connsiteY16355" fmla="*/ 4071125 h 5599766"/>
              <a:gd name="connsiteX16356" fmla="*/ 6344904 w 10321503"/>
              <a:gd name="connsiteY16356" fmla="*/ 4064983 h 5599766"/>
              <a:gd name="connsiteX16357" fmla="*/ 6345519 w 10321503"/>
              <a:gd name="connsiteY16357" fmla="*/ 4064624 h 5599766"/>
              <a:gd name="connsiteX16358" fmla="*/ 6352582 w 10321503"/>
              <a:gd name="connsiteY16358" fmla="*/ 4064624 h 5599766"/>
              <a:gd name="connsiteX16359" fmla="*/ 6353196 w 10321503"/>
              <a:gd name="connsiteY16359" fmla="*/ 4064983 h 5599766"/>
              <a:gd name="connsiteX16360" fmla="*/ 6356728 w 10321503"/>
              <a:gd name="connsiteY16360" fmla="*/ 4071125 h 5599766"/>
              <a:gd name="connsiteX16361" fmla="*/ 6356728 w 10321503"/>
              <a:gd name="connsiteY16361" fmla="*/ 4071790 h 5599766"/>
              <a:gd name="connsiteX16362" fmla="*/ 6353196 w 10321503"/>
              <a:gd name="connsiteY16362" fmla="*/ 4077932 h 5599766"/>
              <a:gd name="connsiteX16363" fmla="*/ 6352582 w 10321503"/>
              <a:gd name="connsiteY16363" fmla="*/ 4078289 h 5599766"/>
              <a:gd name="connsiteX16364" fmla="*/ 3775459 w 10321503"/>
              <a:gd name="connsiteY16364" fmla="*/ 4078291 h 5599766"/>
              <a:gd name="connsiteX16365" fmla="*/ 3768396 w 10321503"/>
              <a:gd name="connsiteY16365" fmla="*/ 4078291 h 5599766"/>
              <a:gd name="connsiteX16366" fmla="*/ 3767781 w 10321503"/>
              <a:gd name="connsiteY16366" fmla="*/ 4077933 h 5599766"/>
              <a:gd name="connsiteX16367" fmla="*/ 3764249 w 10321503"/>
              <a:gd name="connsiteY16367" fmla="*/ 4071792 h 5599766"/>
              <a:gd name="connsiteX16368" fmla="*/ 3764249 w 10321503"/>
              <a:gd name="connsiteY16368" fmla="*/ 4071126 h 5599766"/>
              <a:gd name="connsiteX16369" fmla="*/ 3767781 w 10321503"/>
              <a:gd name="connsiteY16369" fmla="*/ 4064984 h 5599766"/>
              <a:gd name="connsiteX16370" fmla="*/ 3768396 w 10321503"/>
              <a:gd name="connsiteY16370" fmla="*/ 4064625 h 5599766"/>
              <a:gd name="connsiteX16371" fmla="*/ 3775459 w 10321503"/>
              <a:gd name="connsiteY16371" fmla="*/ 4064625 h 5599766"/>
              <a:gd name="connsiteX16372" fmla="*/ 3776073 w 10321503"/>
              <a:gd name="connsiteY16372" fmla="*/ 4064984 h 5599766"/>
              <a:gd name="connsiteX16373" fmla="*/ 3779604 w 10321503"/>
              <a:gd name="connsiteY16373" fmla="*/ 4071126 h 5599766"/>
              <a:gd name="connsiteX16374" fmla="*/ 3779604 w 10321503"/>
              <a:gd name="connsiteY16374" fmla="*/ 4071792 h 5599766"/>
              <a:gd name="connsiteX16375" fmla="*/ 3776073 w 10321503"/>
              <a:gd name="connsiteY16375" fmla="*/ 4077933 h 5599766"/>
              <a:gd name="connsiteX16376" fmla="*/ 3775459 w 10321503"/>
              <a:gd name="connsiteY16376" fmla="*/ 4078291 h 5599766"/>
              <a:gd name="connsiteX16377" fmla="*/ 8533007 w 10321503"/>
              <a:gd name="connsiteY16377" fmla="*/ 4078292 h 5599766"/>
              <a:gd name="connsiteX16378" fmla="*/ 8525944 w 10321503"/>
              <a:gd name="connsiteY16378" fmla="*/ 4078292 h 5599766"/>
              <a:gd name="connsiteX16379" fmla="*/ 8525329 w 10321503"/>
              <a:gd name="connsiteY16379" fmla="*/ 4077933 h 5599766"/>
              <a:gd name="connsiteX16380" fmla="*/ 8521798 w 10321503"/>
              <a:gd name="connsiteY16380" fmla="*/ 4071792 h 5599766"/>
              <a:gd name="connsiteX16381" fmla="*/ 8521798 w 10321503"/>
              <a:gd name="connsiteY16381" fmla="*/ 4071126 h 5599766"/>
              <a:gd name="connsiteX16382" fmla="*/ 8525329 w 10321503"/>
              <a:gd name="connsiteY16382" fmla="*/ 4064984 h 5599766"/>
              <a:gd name="connsiteX16383" fmla="*/ 8525944 w 10321503"/>
              <a:gd name="connsiteY16383" fmla="*/ 4064626 h 5599766"/>
              <a:gd name="connsiteX16384" fmla="*/ 8533007 w 10321503"/>
              <a:gd name="connsiteY16384" fmla="*/ 4064626 h 5599766"/>
              <a:gd name="connsiteX16385" fmla="*/ 8533620 w 10321503"/>
              <a:gd name="connsiteY16385" fmla="*/ 4064984 h 5599766"/>
              <a:gd name="connsiteX16386" fmla="*/ 8537153 w 10321503"/>
              <a:gd name="connsiteY16386" fmla="*/ 4071126 h 5599766"/>
              <a:gd name="connsiteX16387" fmla="*/ 8537153 w 10321503"/>
              <a:gd name="connsiteY16387" fmla="*/ 4071792 h 5599766"/>
              <a:gd name="connsiteX16388" fmla="*/ 8533620 w 10321503"/>
              <a:gd name="connsiteY16388" fmla="*/ 4077933 h 5599766"/>
              <a:gd name="connsiteX16389" fmla="*/ 8533007 w 10321503"/>
              <a:gd name="connsiteY16389" fmla="*/ 4078292 h 5599766"/>
              <a:gd name="connsiteX16390" fmla="*/ 10118893 w 10321503"/>
              <a:gd name="connsiteY16390" fmla="*/ 4078296 h 5599766"/>
              <a:gd name="connsiteX16391" fmla="*/ 10111830 w 10321503"/>
              <a:gd name="connsiteY16391" fmla="*/ 4078296 h 5599766"/>
              <a:gd name="connsiteX16392" fmla="*/ 10111820 w 10321503"/>
              <a:gd name="connsiteY16392" fmla="*/ 4078289 h 5599766"/>
              <a:gd name="connsiteX16393" fmla="*/ 10111818 w 10321503"/>
              <a:gd name="connsiteY16393" fmla="*/ 4078289 h 5599766"/>
              <a:gd name="connsiteX16394" fmla="*/ 10111203 w 10321503"/>
              <a:gd name="connsiteY16394" fmla="*/ 4077931 h 5599766"/>
              <a:gd name="connsiteX16395" fmla="*/ 10107672 w 10321503"/>
              <a:gd name="connsiteY16395" fmla="*/ 4071790 h 5599766"/>
              <a:gd name="connsiteX16396" fmla="*/ 10107672 w 10321503"/>
              <a:gd name="connsiteY16396" fmla="*/ 4071124 h 5599766"/>
              <a:gd name="connsiteX16397" fmla="*/ 10111203 w 10321503"/>
              <a:gd name="connsiteY16397" fmla="*/ 4064981 h 5599766"/>
              <a:gd name="connsiteX16398" fmla="*/ 10111818 w 10321503"/>
              <a:gd name="connsiteY16398" fmla="*/ 4064624 h 5599766"/>
              <a:gd name="connsiteX16399" fmla="*/ 10118880 w 10321503"/>
              <a:gd name="connsiteY16399" fmla="*/ 4064624 h 5599766"/>
              <a:gd name="connsiteX16400" fmla="*/ 10118893 w 10321503"/>
              <a:gd name="connsiteY16400" fmla="*/ 4064630 h 5599766"/>
              <a:gd name="connsiteX16401" fmla="*/ 10119508 w 10321503"/>
              <a:gd name="connsiteY16401" fmla="*/ 4064988 h 5599766"/>
              <a:gd name="connsiteX16402" fmla="*/ 10123040 w 10321503"/>
              <a:gd name="connsiteY16402" fmla="*/ 4071131 h 5599766"/>
              <a:gd name="connsiteX16403" fmla="*/ 10123040 w 10321503"/>
              <a:gd name="connsiteY16403" fmla="*/ 4071797 h 5599766"/>
              <a:gd name="connsiteX16404" fmla="*/ 10119508 w 10321503"/>
              <a:gd name="connsiteY16404" fmla="*/ 4077938 h 5599766"/>
              <a:gd name="connsiteX16405" fmla="*/ 10118893 w 10321503"/>
              <a:gd name="connsiteY16405" fmla="*/ 4078296 h 5599766"/>
              <a:gd name="connsiteX16406" fmla="*/ 5559633 w 10321503"/>
              <a:gd name="connsiteY16406" fmla="*/ 4078303 h 5599766"/>
              <a:gd name="connsiteX16407" fmla="*/ 5552569 w 10321503"/>
              <a:gd name="connsiteY16407" fmla="*/ 4078303 h 5599766"/>
              <a:gd name="connsiteX16408" fmla="*/ 5551956 w 10321503"/>
              <a:gd name="connsiteY16408" fmla="*/ 4077945 h 5599766"/>
              <a:gd name="connsiteX16409" fmla="*/ 5548424 w 10321503"/>
              <a:gd name="connsiteY16409" fmla="*/ 4071804 h 5599766"/>
              <a:gd name="connsiteX16410" fmla="*/ 5548424 w 10321503"/>
              <a:gd name="connsiteY16410" fmla="*/ 4071137 h 5599766"/>
              <a:gd name="connsiteX16411" fmla="*/ 5551956 w 10321503"/>
              <a:gd name="connsiteY16411" fmla="*/ 4064995 h 5599766"/>
              <a:gd name="connsiteX16412" fmla="*/ 5552569 w 10321503"/>
              <a:gd name="connsiteY16412" fmla="*/ 4064637 h 5599766"/>
              <a:gd name="connsiteX16413" fmla="*/ 5559633 w 10321503"/>
              <a:gd name="connsiteY16413" fmla="*/ 4064637 h 5599766"/>
              <a:gd name="connsiteX16414" fmla="*/ 5560246 w 10321503"/>
              <a:gd name="connsiteY16414" fmla="*/ 4064995 h 5599766"/>
              <a:gd name="connsiteX16415" fmla="*/ 5563779 w 10321503"/>
              <a:gd name="connsiteY16415" fmla="*/ 4071137 h 5599766"/>
              <a:gd name="connsiteX16416" fmla="*/ 5563779 w 10321503"/>
              <a:gd name="connsiteY16416" fmla="*/ 4071804 h 5599766"/>
              <a:gd name="connsiteX16417" fmla="*/ 5560246 w 10321503"/>
              <a:gd name="connsiteY16417" fmla="*/ 4077945 h 5599766"/>
              <a:gd name="connsiteX16418" fmla="*/ 5559633 w 10321503"/>
              <a:gd name="connsiteY16418" fmla="*/ 4078303 h 5599766"/>
              <a:gd name="connsiteX16419" fmla="*/ 4171959 w 10321503"/>
              <a:gd name="connsiteY16419" fmla="*/ 4078307 h 5599766"/>
              <a:gd name="connsiteX16420" fmla="*/ 4164896 w 10321503"/>
              <a:gd name="connsiteY16420" fmla="*/ 4078307 h 5599766"/>
              <a:gd name="connsiteX16421" fmla="*/ 4164282 w 10321503"/>
              <a:gd name="connsiteY16421" fmla="*/ 4077948 h 5599766"/>
              <a:gd name="connsiteX16422" fmla="*/ 4160751 w 10321503"/>
              <a:gd name="connsiteY16422" fmla="*/ 4071808 h 5599766"/>
              <a:gd name="connsiteX16423" fmla="*/ 4160751 w 10321503"/>
              <a:gd name="connsiteY16423" fmla="*/ 4071142 h 5599766"/>
              <a:gd name="connsiteX16424" fmla="*/ 4164282 w 10321503"/>
              <a:gd name="connsiteY16424" fmla="*/ 4065001 h 5599766"/>
              <a:gd name="connsiteX16425" fmla="*/ 4164896 w 10321503"/>
              <a:gd name="connsiteY16425" fmla="*/ 4064642 h 5599766"/>
              <a:gd name="connsiteX16426" fmla="*/ 4171959 w 10321503"/>
              <a:gd name="connsiteY16426" fmla="*/ 4064642 h 5599766"/>
              <a:gd name="connsiteX16427" fmla="*/ 4172573 w 10321503"/>
              <a:gd name="connsiteY16427" fmla="*/ 4065001 h 5599766"/>
              <a:gd name="connsiteX16428" fmla="*/ 4176105 w 10321503"/>
              <a:gd name="connsiteY16428" fmla="*/ 4071142 h 5599766"/>
              <a:gd name="connsiteX16429" fmla="*/ 4176105 w 10321503"/>
              <a:gd name="connsiteY16429" fmla="*/ 4071808 h 5599766"/>
              <a:gd name="connsiteX16430" fmla="*/ 4172573 w 10321503"/>
              <a:gd name="connsiteY16430" fmla="*/ 4077948 h 5599766"/>
              <a:gd name="connsiteX16431" fmla="*/ 4171959 w 10321503"/>
              <a:gd name="connsiteY16431" fmla="*/ 4078307 h 5599766"/>
              <a:gd name="connsiteX16432" fmla="*/ 6550807 w 10321503"/>
              <a:gd name="connsiteY16432" fmla="*/ 4078307 h 5599766"/>
              <a:gd name="connsiteX16433" fmla="*/ 6543744 w 10321503"/>
              <a:gd name="connsiteY16433" fmla="*/ 4078307 h 5599766"/>
              <a:gd name="connsiteX16434" fmla="*/ 6543129 w 10321503"/>
              <a:gd name="connsiteY16434" fmla="*/ 4077948 h 5599766"/>
              <a:gd name="connsiteX16435" fmla="*/ 6539598 w 10321503"/>
              <a:gd name="connsiteY16435" fmla="*/ 4071808 h 5599766"/>
              <a:gd name="connsiteX16436" fmla="*/ 6539598 w 10321503"/>
              <a:gd name="connsiteY16436" fmla="*/ 4071142 h 5599766"/>
              <a:gd name="connsiteX16437" fmla="*/ 6543129 w 10321503"/>
              <a:gd name="connsiteY16437" fmla="*/ 4065001 h 5599766"/>
              <a:gd name="connsiteX16438" fmla="*/ 6543744 w 10321503"/>
              <a:gd name="connsiteY16438" fmla="*/ 4064641 h 5599766"/>
              <a:gd name="connsiteX16439" fmla="*/ 6550807 w 10321503"/>
              <a:gd name="connsiteY16439" fmla="*/ 4064641 h 5599766"/>
              <a:gd name="connsiteX16440" fmla="*/ 6551420 w 10321503"/>
              <a:gd name="connsiteY16440" fmla="*/ 4065001 h 5599766"/>
              <a:gd name="connsiteX16441" fmla="*/ 6554953 w 10321503"/>
              <a:gd name="connsiteY16441" fmla="*/ 4071142 h 5599766"/>
              <a:gd name="connsiteX16442" fmla="*/ 6554953 w 10321503"/>
              <a:gd name="connsiteY16442" fmla="*/ 4071808 h 5599766"/>
              <a:gd name="connsiteX16443" fmla="*/ 6551420 w 10321503"/>
              <a:gd name="connsiteY16443" fmla="*/ 4077948 h 5599766"/>
              <a:gd name="connsiteX16444" fmla="*/ 6550807 w 10321503"/>
              <a:gd name="connsiteY16444" fmla="*/ 4078307 h 5599766"/>
              <a:gd name="connsiteX16445" fmla="*/ 4370183 w 10321503"/>
              <a:gd name="connsiteY16445" fmla="*/ 4078308 h 5599766"/>
              <a:gd name="connsiteX16446" fmla="*/ 4363121 w 10321503"/>
              <a:gd name="connsiteY16446" fmla="*/ 4078308 h 5599766"/>
              <a:gd name="connsiteX16447" fmla="*/ 4362506 w 10321503"/>
              <a:gd name="connsiteY16447" fmla="*/ 4077950 h 5599766"/>
              <a:gd name="connsiteX16448" fmla="*/ 4358975 w 10321503"/>
              <a:gd name="connsiteY16448" fmla="*/ 4071809 h 5599766"/>
              <a:gd name="connsiteX16449" fmla="*/ 4358975 w 10321503"/>
              <a:gd name="connsiteY16449" fmla="*/ 4071143 h 5599766"/>
              <a:gd name="connsiteX16450" fmla="*/ 4362506 w 10321503"/>
              <a:gd name="connsiteY16450" fmla="*/ 4065001 h 5599766"/>
              <a:gd name="connsiteX16451" fmla="*/ 4363121 w 10321503"/>
              <a:gd name="connsiteY16451" fmla="*/ 4064642 h 5599766"/>
              <a:gd name="connsiteX16452" fmla="*/ 4370183 w 10321503"/>
              <a:gd name="connsiteY16452" fmla="*/ 4064642 h 5599766"/>
              <a:gd name="connsiteX16453" fmla="*/ 4370797 w 10321503"/>
              <a:gd name="connsiteY16453" fmla="*/ 4065001 h 5599766"/>
              <a:gd name="connsiteX16454" fmla="*/ 4374329 w 10321503"/>
              <a:gd name="connsiteY16454" fmla="*/ 4071143 h 5599766"/>
              <a:gd name="connsiteX16455" fmla="*/ 4374329 w 10321503"/>
              <a:gd name="connsiteY16455" fmla="*/ 4071809 h 5599766"/>
              <a:gd name="connsiteX16456" fmla="*/ 4370797 w 10321503"/>
              <a:gd name="connsiteY16456" fmla="*/ 4077950 h 5599766"/>
              <a:gd name="connsiteX16457" fmla="*/ 4370183 w 10321503"/>
              <a:gd name="connsiteY16457" fmla="*/ 4078308 h 5599766"/>
              <a:gd name="connsiteX16458" fmla="*/ 8334803 w 10321503"/>
              <a:gd name="connsiteY16458" fmla="*/ 4078309 h 5599766"/>
              <a:gd name="connsiteX16459" fmla="*/ 8327739 w 10321503"/>
              <a:gd name="connsiteY16459" fmla="*/ 4078309 h 5599766"/>
              <a:gd name="connsiteX16460" fmla="*/ 8327126 w 10321503"/>
              <a:gd name="connsiteY16460" fmla="*/ 4077950 h 5599766"/>
              <a:gd name="connsiteX16461" fmla="*/ 8323593 w 10321503"/>
              <a:gd name="connsiteY16461" fmla="*/ 4071809 h 5599766"/>
              <a:gd name="connsiteX16462" fmla="*/ 8323593 w 10321503"/>
              <a:gd name="connsiteY16462" fmla="*/ 4071144 h 5599766"/>
              <a:gd name="connsiteX16463" fmla="*/ 8327126 w 10321503"/>
              <a:gd name="connsiteY16463" fmla="*/ 4065002 h 5599766"/>
              <a:gd name="connsiteX16464" fmla="*/ 8327739 w 10321503"/>
              <a:gd name="connsiteY16464" fmla="*/ 4064643 h 5599766"/>
              <a:gd name="connsiteX16465" fmla="*/ 8334803 w 10321503"/>
              <a:gd name="connsiteY16465" fmla="*/ 4064643 h 5599766"/>
              <a:gd name="connsiteX16466" fmla="*/ 8335417 w 10321503"/>
              <a:gd name="connsiteY16466" fmla="*/ 4065002 h 5599766"/>
              <a:gd name="connsiteX16467" fmla="*/ 8338949 w 10321503"/>
              <a:gd name="connsiteY16467" fmla="*/ 4071144 h 5599766"/>
              <a:gd name="connsiteX16468" fmla="*/ 8338949 w 10321503"/>
              <a:gd name="connsiteY16468" fmla="*/ 4071809 h 5599766"/>
              <a:gd name="connsiteX16469" fmla="*/ 8335417 w 10321503"/>
              <a:gd name="connsiteY16469" fmla="*/ 4077950 h 5599766"/>
              <a:gd name="connsiteX16470" fmla="*/ 8334803 w 10321503"/>
              <a:gd name="connsiteY16470" fmla="*/ 4078309 h 5599766"/>
              <a:gd name="connsiteX16471" fmla="*/ 2586060 w 10321503"/>
              <a:gd name="connsiteY16471" fmla="*/ 4078313 h 5599766"/>
              <a:gd name="connsiteX16472" fmla="*/ 2578998 w 10321503"/>
              <a:gd name="connsiteY16472" fmla="*/ 4078313 h 5599766"/>
              <a:gd name="connsiteX16473" fmla="*/ 2578383 w 10321503"/>
              <a:gd name="connsiteY16473" fmla="*/ 4077955 h 5599766"/>
              <a:gd name="connsiteX16474" fmla="*/ 2574850 w 10321503"/>
              <a:gd name="connsiteY16474" fmla="*/ 4071813 h 5599766"/>
              <a:gd name="connsiteX16475" fmla="*/ 2574850 w 10321503"/>
              <a:gd name="connsiteY16475" fmla="*/ 4071806 h 5599766"/>
              <a:gd name="connsiteX16476" fmla="*/ 2574850 w 10321503"/>
              <a:gd name="connsiteY16476" fmla="*/ 4071148 h 5599766"/>
              <a:gd name="connsiteX16477" fmla="*/ 2574850 w 10321503"/>
              <a:gd name="connsiteY16477" fmla="*/ 4071140 h 5599766"/>
              <a:gd name="connsiteX16478" fmla="*/ 2578383 w 10321503"/>
              <a:gd name="connsiteY16478" fmla="*/ 4064997 h 5599766"/>
              <a:gd name="connsiteX16479" fmla="*/ 2578998 w 10321503"/>
              <a:gd name="connsiteY16479" fmla="*/ 4064640 h 5599766"/>
              <a:gd name="connsiteX16480" fmla="*/ 2586060 w 10321503"/>
              <a:gd name="connsiteY16480" fmla="*/ 4064640 h 5599766"/>
              <a:gd name="connsiteX16481" fmla="*/ 2586674 w 10321503"/>
              <a:gd name="connsiteY16481" fmla="*/ 4064997 h 5599766"/>
              <a:gd name="connsiteX16482" fmla="*/ 2590205 w 10321503"/>
              <a:gd name="connsiteY16482" fmla="*/ 4071140 h 5599766"/>
              <a:gd name="connsiteX16483" fmla="*/ 2590205 w 10321503"/>
              <a:gd name="connsiteY16483" fmla="*/ 4071148 h 5599766"/>
              <a:gd name="connsiteX16484" fmla="*/ 2590205 w 10321503"/>
              <a:gd name="connsiteY16484" fmla="*/ 4071806 h 5599766"/>
              <a:gd name="connsiteX16485" fmla="*/ 2590205 w 10321503"/>
              <a:gd name="connsiteY16485" fmla="*/ 4071813 h 5599766"/>
              <a:gd name="connsiteX16486" fmla="*/ 2586674 w 10321503"/>
              <a:gd name="connsiteY16486" fmla="*/ 4077955 h 5599766"/>
              <a:gd name="connsiteX16487" fmla="*/ 2586060 w 10321503"/>
              <a:gd name="connsiteY16487" fmla="*/ 4078313 h 5599766"/>
              <a:gd name="connsiteX16488" fmla="*/ 7740056 w 10321503"/>
              <a:gd name="connsiteY16488" fmla="*/ 4078313 h 5599766"/>
              <a:gd name="connsiteX16489" fmla="*/ 7732992 w 10321503"/>
              <a:gd name="connsiteY16489" fmla="*/ 4078313 h 5599766"/>
              <a:gd name="connsiteX16490" fmla="*/ 7732378 w 10321503"/>
              <a:gd name="connsiteY16490" fmla="*/ 4077955 h 5599766"/>
              <a:gd name="connsiteX16491" fmla="*/ 7728846 w 10321503"/>
              <a:gd name="connsiteY16491" fmla="*/ 4071813 h 5599766"/>
              <a:gd name="connsiteX16492" fmla="*/ 7728846 w 10321503"/>
              <a:gd name="connsiteY16492" fmla="*/ 4071148 h 5599766"/>
              <a:gd name="connsiteX16493" fmla="*/ 7732378 w 10321503"/>
              <a:gd name="connsiteY16493" fmla="*/ 4065005 h 5599766"/>
              <a:gd name="connsiteX16494" fmla="*/ 7732992 w 10321503"/>
              <a:gd name="connsiteY16494" fmla="*/ 4064647 h 5599766"/>
              <a:gd name="connsiteX16495" fmla="*/ 7740056 w 10321503"/>
              <a:gd name="connsiteY16495" fmla="*/ 4064647 h 5599766"/>
              <a:gd name="connsiteX16496" fmla="*/ 7740670 w 10321503"/>
              <a:gd name="connsiteY16496" fmla="*/ 4065005 h 5599766"/>
              <a:gd name="connsiteX16497" fmla="*/ 7744202 w 10321503"/>
              <a:gd name="connsiteY16497" fmla="*/ 4071148 h 5599766"/>
              <a:gd name="connsiteX16498" fmla="*/ 7744202 w 10321503"/>
              <a:gd name="connsiteY16498" fmla="*/ 4071813 h 5599766"/>
              <a:gd name="connsiteX16499" fmla="*/ 7740670 w 10321503"/>
              <a:gd name="connsiteY16499" fmla="*/ 4077955 h 5599766"/>
              <a:gd name="connsiteX16500" fmla="*/ 7740056 w 10321503"/>
              <a:gd name="connsiteY16500" fmla="*/ 4078313 h 5599766"/>
              <a:gd name="connsiteX16501" fmla="*/ 7343591 w 10321503"/>
              <a:gd name="connsiteY16501" fmla="*/ 4078315 h 5599766"/>
              <a:gd name="connsiteX16502" fmla="*/ 7336527 w 10321503"/>
              <a:gd name="connsiteY16502" fmla="*/ 4078315 h 5599766"/>
              <a:gd name="connsiteX16503" fmla="*/ 7335913 w 10321503"/>
              <a:gd name="connsiteY16503" fmla="*/ 4077957 h 5599766"/>
              <a:gd name="connsiteX16504" fmla="*/ 7332381 w 10321503"/>
              <a:gd name="connsiteY16504" fmla="*/ 4071815 h 5599766"/>
              <a:gd name="connsiteX16505" fmla="*/ 7332381 w 10321503"/>
              <a:gd name="connsiteY16505" fmla="*/ 4071150 h 5599766"/>
              <a:gd name="connsiteX16506" fmla="*/ 7335913 w 10321503"/>
              <a:gd name="connsiteY16506" fmla="*/ 4065007 h 5599766"/>
              <a:gd name="connsiteX16507" fmla="*/ 7336527 w 10321503"/>
              <a:gd name="connsiteY16507" fmla="*/ 4064649 h 5599766"/>
              <a:gd name="connsiteX16508" fmla="*/ 7343591 w 10321503"/>
              <a:gd name="connsiteY16508" fmla="*/ 4064649 h 5599766"/>
              <a:gd name="connsiteX16509" fmla="*/ 7344205 w 10321503"/>
              <a:gd name="connsiteY16509" fmla="*/ 4065007 h 5599766"/>
              <a:gd name="connsiteX16510" fmla="*/ 7347738 w 10321503"/>
              <a:gd name="connsiteY16510" fmla="*/ 4071150 h 5599766"/>
              <a:gd name="connsiteX16511" fmla="*/ 7347738 w 10321503"/>
              <a:gd name="connsiteY16511" fmla="*/ 4071815 h 5599766"/>
              <a:gd name="connsiteX16512" fmla="*/ 7344205 w 10321503"/>
              <a:gd name="connsiteY16512" fmla="*/ 4077957 h 5599766"/>
              <a:gd name="connsiteX16513" fmla="*/ 7343591 w 10321503"/>
              <a:gd name="connsiteY16513" fmla="*/ 4078315 h 5599766"/>
              <a:gd name="connsiteX16514" fmla="*/ 3379008 w 10321503"/>
              <a:gd name="connsiteY16514" fmla="*/ 4078317 h 5599766"/>
              <a:gd name="connsiteX16515" fmla="*/ 3371947 w 10321503"/>
              <a:gd name="connsiteY16515" fmla="*/ 4078317 h 5599766"/>
              <a:gd name="connsiteX16516" fmla="*/ 3371332 w 10321503"/>
              <a:gd name="connsiteY16516" fmla="*/ 4077959 h 5599766"/>
              <a:gd name="connsiteX16517" fmla="*/ 3367800 w 10321503"/>
              <a:gd name="connsiteY16517" fmla="*/ 4071818 h 5599766"/>
              <a:gd name="connsiteX16518" fmla="*/ 3367800 w 10321503"/>
              <a:gd name="connsiteY16518" fmla="*/ 4071152 h 5599766"/>
              <a:gd name="connsiteX16519" fmla="*/ 3371332 w 10321503"/>
              <a:gd name="connsiteY16519" fmla="*/ 4065010 h 5599766"/>
              <a:gd name="connsiteX16520" fmla="*/ 3371947 w 10321503"/>
              <a:gd name="connsiteY16520" fmla="*/ 4064652 h 5599766"/>
              <a:gd name="connsiteX16521" fmla="*/ 3379008 w 10321503"/>
              <a:gd name="connsiteY16521" fmla="*/ 4064652 h 5599766"/>
              <a:gd name="connsiteX16522" fmla="*/ 3379624 w 10321503"/>
              <a:gd name="connsiteY16522" fmla="*/ 4065010 h 5599766"/>
              <a:gd name="connsiteX16523" fmla="*/ 3383155 w 10321503"/>
              <a:gd name="connsiteY16523" fmla="*/ 4071152 h 5599766"/>
              <a:gd name="connsiteX16524" fmla="*/ 3383155 w 10321503"/>
              <a:gd name="connsiteY16524" fmla="*/ 4071818 h 5599766"/>
              <a:gd name="connsiteX16525" fmla="*/ 3379624 w 10321503"/>
              <a:gd name="connsiteY16525" fmla="*/ 4077959 h 5599766"/>
              <a:gd name="connsiteX16526" fmla="*/ 3379008 w 10321503"/>
              <a:gd name="connsiteY16526" fmla="*/ 4078317 h 5599766"/>
              <a:gd name="connsiteX16527" fmla="*/ 3180784 w 10321503"/>
              <a:gd name="connsiteY16527" fmla="*/ 4078318 h 5599766"/>
              <a:gd name="connsiteX16528" fmla="*/ 3173721 w 10321503"/>
              <a:gd name="connsiteY16528" fmla="*/ 4078318 h 5599766"/>
              <a:gd name="connsiteX16529" fmla="*/ 3173107 w 10321503"/>
              <a:gd name="connsiteY16529" fmla="*/ 4077960 h 5599766"/>
              <a:gd name="connsiteX16530" fmla="*/ 3169576 w 10321503"/>
              <a:gd name="connsiteY16530" fmla="*/ 4071818 h 5599766"/>
              <a:gd name="connsiteX16531" fmla="*/ 3169576 w 10321503"/>
              <a:gd name="connsiteY16531" fmla="*/ 4071153 h 5599766"/>
              <a:gd name="connsiteX16532" fmla="*/ 3173107 w 10321503"/>
              <a:gd name="connsiteY16532" fmla="*/ 4065011 h 5599766"/>
              <a:gd name="connsiteX16533" fmla="*/ 3173721 w 10321503"/>
              <a:gd name="connsiteY16533" fmla="*/ 4064652 h 5599766"/>
              <a:gd name="connsiteX16534" fmla="*/ 3180784 w 10321503"/>
              <a:gd name="connsiteY16534" fmla="*/ 4064652 h 5599766"/>
              <a:gd name="connsiteX16535" fmla="*/ 3181398 w 10321503"/>
              <a:gd name="connsiteY16535" fmla="*/ 4065011 h 5599766"/>
              <a:gd name="connsiteX16536" fmla="*/ 3184931 w 10321503"/>
              <a:gd name="connsiteY16536" fmla="*/ 4071153 h 5599766"/>
              <a:gd name="connsiteX16537" fmla="*/ 3184931 w 10321503"/>
              <a:gd name="connsiteY16537" fmla="*/ 4071818 h 5599766"/>
              <a:gd name="connsiteX16538" fmla="*/ 3181398 w 10321503"/>
              <a:gd name="connsiteY16538" fmla="*/ 4077960 h 5599766"/>
              <a:gd name="connsiteX16539" fmla="*/ 3180784 w 10321503"/>
              <a:gd name="connsiteY16539" fmla="*/ 4078318 h 5599766"/>
              <a:gd name="connsiteX16540" fmla="*/ 4964909 w 10321503"/>
              <a:gd name="connsiteY16540" fmla="*/ 4078319 h 5599766"/>
              <a:gd name="connsiteX16541" fmla="*/ 4957846 w 10321503"/>
              <a:gd name="connsiteY16541" fmla="*/ 4078319 h 5599766"/>
              <a:gd name="connsiteX16542" fmla="*/ 4957232 w 10321503"/>
              <a:gd name="connsiteY16542" fmla="*/ 4077962 h 5599766"/>
              <a:gd name="connsiteX16543" fmla="*/ 4953699 w 10321503"/>
              <a:gd name="connsiteY16543" fmla="*/ 4071820 h 5599766"/>
              <a:gd name="connsiteX16544" fmla="*/ 4953699 w 10321503"/>
              <a:gd name="connsiteY16544" fmla="*/ 4071155 h 5599766"/>
              <a:gd name="connsiteX16545" fmla="*/ 4957232 w 10321503"/>
              <a:gd name="connsiteY16545" fmla="*/ 4065013 h 5599766"/>
              <a:gd name="connsiteX16546" fmla="*/ 4957846 w 10321503"/>
              <a:gd name="connsiteY16546" fmla="*/ 4064653 h 5599766"/>
              <a:gd name="connsiteX16547" fmla="*/ 4964909 w 10321503"/>
              <a:gd name="connsiteY16547" fmla="*/ 4064653 h 5599766"/>
              <a:gd name="connsiteX16548" fmla="*/ 4965523 w 10321503"/>
              <a:gd name="connsiteY16548" fmla="*/ 4065013 h 5599766"/>
              <a:gd name="connsiteX16549" fmla="*/ 4969054 w 10321503"/>
              <a:gd name="connsiteY16549" fmla="*/ 4071155 h 5599766"/>
              <a:gd name="connsiteX16550" fmla="*/ 4969054 w 10321503"/>
              <a:gd name="connsiteY16550" fmla="*/ 4071820 h 5599766"/>
              <a:gd name="connsiteX16551" fmla="*/ 4965523 w 10321503"/>
              <a:gd name="connsiteY16551" fmla="*/ 4077962 h 5599766"/>
              <a:gd name="connsiteX16552" fmla="*/ 4964909 w 10321503"/>
              <a:gd name="connsiteY16552" fmla="*/ 4078319 h 5599766"/>
              <a:gd name="connsiteX16553" fmla="*/ 6154307 w 10321503"/>
              <a:gd name="connsiteY16553" fmla="*/ 4078327 h 5599766"/>
              <a:gd name="connsiteX16554" fmla="*/ 6147243 w 10321503"/>
              <a:gd name="connsiteY16554" fmla="*/ 4078327 h 5599766"/>
              <a:gd name="connsiteX16555" fmla="*/ 6146629 w 10321503"/>
              <a:gd name="connsiteY16555" fmla="*/ 4077969 h 5599766"/>
              <a:gd name="connsiteX16556" fmla="*/ 6143098 w 10321503"/>
              <a:gd name="connsiteY16556" fmla="*/ 4071828 h 5599766"/>
              <a:gd name="connsiteX16557" fmla="*/ 6143098 w 10321503"/>
              <a:gd name="connsiteY16557" fmla="*/ 4071162 h 5599766"/>
              <a:gd name="connsiteX16558" fmla="*/ 6146629 w 10321503"/>
              <a:gd name="connsiteY16558" fmla="*/ 4065020 h 5599766"/>
              <a:gd name="connsiteX16559" fmla="*/ 6147243 w 10321503"/>
              <a:gd name="connsiteY16559" fmla="*/ 4064662 h 5599766"/>
              <a:gd name="connsiteX16560" fmla="*/ 6154307 w 10321503"/>
              <a:gd name="connsiteY16560" fmla="*/ 4064662 h 5599766"/>
              <a:gd name="connsiteX16561" fmla="*/ 6154921 w 10321503"/>
              <a:gd name="connsiteY16561" fmla="*/ 4065020 h 5599766"/>
              <a:gd name="connsiteX16562" fmla="*/ 6158453 w 10321503"/>
              <a:gd name="connsiteY16562" fmla="*/ 4071162 h 5599766"/>
              <a:gd name="connsiteX16563" fmla="*/ 6158453 w 10321503"/>
              <a:gd name="connsiteY16563" fmla="*/ 4071828 h 5599766"/>
              <a:gd name="connsiteX16564" fmla="*/ 6154921 w 10321503"/>
              <a:gd name="connsiteY16564" fmla="*/ 4077969 h 5599766"/>
              <a:gd name="connsiteX16565" fmla="*/ 6154307 w 10321503"/>
              <a:gd name="connsiteY16565" fmla="*/ 4078327 h 5599766"/>
              <a:gd name="connsiteX16566" fmla="*/ 9722512 w 10321503"/>
              <a:gd name="connsiteY16566" fmla="*/ 4078327 h 5599766"/>
              <a:gd name="connsiteX16567" fmla="*/ 9715449 w 10321503"/>
              <a:gd name="connsiteY16567" fmla="*/ 4078327 h 5599766"/>
              <a:gd name="connsiteX16568" fmla="*/ 9715401 w 10321503"/>
              <a:gd name="connsiteY16568" fmla="*/ 4078299 h 5599766"/>
              <a:gd name="connsiteX16569" fmla="*/ 9715345 w 10321503"/>
              <a:gd name="connsiteY16569" fmla="*/ 4078299 h 5599766"/>
              <a:gd name="connsiteX16570" fmla="*/ 9714730 w 10321503"/>
              <a:gd name="connsiteY16570" fmla="*/ 4077941 h 5599766"/>
              <a:gd name="connsiteX16571" fmla="*/ 9711199 w 10321503"/>
              <a:gd name="connsiteY16571" fmla="*/ 4071801 h 5599766"/>
              <a:gd name="connsiteX16572" fmla="*/ 9711199 w 10321503"/>
              <a:gd name="connsiteY16572" fmla="*/ 4071134 h 5599766"/>
              <a:gd name="connsiteX16573" fmla="*/ 9714730 w 10321503"/>
              <a:gd name="connsiteY16573" fmla="*/ 4064992 h 5599766"/>
              <a:gd name="connsiteX16574" fmla="*/ 9715345 w 10321503"/>
              <a:gd name="connsiteY16574" fmla="*/ 4064634 h 5599766"/>
              <a:gd name="connsiteX16575" fmla="*/ 9722407 w 10321503"/>
              <a:gd name="connsiteY16575" fmla="*/ 4064634 h 5599766"/>
              <a:gd name="connsiteX16576" fmla="*/ 9722456 w 10321503"/>
              <a:gd name="connsiteY16576" fmla="*/ 4064662 h 5599766"/>
              <a:gd name="connsiteX16577" fmla="*/ 9722512 w 10321503"/>
              <a:gd name="connsiteY16577" fmla="*/ 4064662 h 5599766"/>
              <a:gd name="connsiteX16578" fmla="*/ 9723126 w 10321503"/>
              <a:gd name="connsiteY16578" fmla="*/ 4065020 h 5599766"/>
              <a:gd name="connsiteX16579" fmla="*/ 9726659 w 10321503"/>
              <a:gd name="connsiteY16579" fmla="*/ 4071162 h 5599766"/>
              <a:gd name="connsiteX16580" fmla="*/ 9726659 w 10321503"/>
              <a:gd name="connsiteY16580" fmla="*/ 4071828 h 5599766"/>
              <a:gd name="connsiteX16581" fmla="*/ 9723126 w 10321503"/>
              <a:gd name="connsiteY16581" fmla="*/ 4077969 h 5599766"/>
              <a:gd name="connsiteX16582" fmla="*/ 9722512 w 10321503"/>
              <a:gd name="connsiteY16582" fmla="*/ 4078327 h 5599766"/>
              <a:gd name="connsiteX16583" fmla="*/ 6947256 w 10321503"/>
              <a:gd name="connsiteY16583" fmla="*/ 4078328 h 5599766"/>
              <a:gd name="connsiteX16584" fmla="*/ 6940193 w 10321503"/>
              <a:gd name="connsiteY16584" fmla="*/ 4078328 h 5599766"/>
              <a:gd name="connsiteX16585" fmla="*/ 6939578 w 10321503"/>
              <a:gd name="connsiteY16585" fmla="*/ 4077970 h 5599766"/>
              <a:gd name="connsiteX16586" fmla="*/ 6936048 w 10321503"/>
              <a:gd name="connsiteY16586" fmla="*/ 4071829 h 5599766"/>
              <a:gd name="connsiteX16587" fmla="*/ 6936048 w 10321503"/>
              <a:gd name="connsiteY16587" fmla="*/ 4071163 h 5599766"/>
              <a:gd name="connsiteX16588" fmla="*/ 6939578 w 10321503"/>
              <a:gd name="connsiteY16588" fmla="*/ 4065021 h 5599766"/>
              <a:gd name="connsiteX16589" fmla="*/ 6940193 w 10321503"/>
              <a:gd name="connsiteY16589" fmla="*/ 4064663 h 5599766"/>
              <a:gd name="connsiteX16590" fmla="*/ 6947256 w 10321503"/>
              <a:gd name="connsiteY16590" fmla="*/ 4064663 h 5599766"/>
              <a:gd name="connsiteX16591" fmla="*/ 6947870 w 10321503"/>
              <a:gd name="connsiteY16591" fmla="*/ 4065021 h 5599766"/>
              <a:gd name="connsiteX16592" fmla="*/ 6951402 w 10321503"/>
              <a:gd name="connsiteY16592" fmla="*/ 4071163 h 5599766"/>
              <a:gd name="connsiteX16593" fmla="*/ 6951402 w 10321503"/>
              <a:gd name="connsiteY16593" fmla="*/ 4071829 h 5599766"/>
              <a:gd name="connsiteX16594" fmla="*/ 6947870 w 10321503"/>
              <a:gd name="connsiteY16594" fmla="*/ 4077970 h 5599766"/>
              <a:gd name="connsiteX16595" fmla="*/ 6947256 w 10321503"/>
              <a:gd name="connsiteY16595" fmla="*/ 4078328 h 5599766"/>
              <a:gd name="connsiteX16596" fmla="*/ 5757857 w 10321503"/>
              <a:gd name="connsiteY16596" fmla="*/ 4078329 h 5599766"/>
              <a:gd name="connsiteX16597" fmla="*/ 5750795 w 10321503"/>
              <a:gd name="connsiteY16597" fmla="*/ 4078329 h 5599766"/>
              <a:gd name="connsiteX16598" fmla="*/ 5750181 w 10321503"/>
              <a:gd name="connsiteY16598" fmla="*/ 4077971 h 5599766"/>
              <a:gd name="connsiteX16599" fmla="*/ 5746649 w 10321503"/>
              <a:gd name="connsiteY16599" fmla="*/ 4071829 h 5599766"/>
              <a:gd name="connsiteX16600" fmla="*/ 5746649 w 10321503"/>
              <a:gd name="connsiteY16600" fmla="*/ 4071164 h 5599766"/>
              <a:gd name="connsiteX16601" fmla="*/ 5750181 w 10321503"/>
              <a:gd name="connsiteY16601" fmla="*/ 4065022 h 5599766"/>
              <a:gd name="connsiteX16602" fmla="*/ 5750795 w 10321503"/>
              <a:gd name="connsiteY16602" fmla="*/ 4064663 h 5599766"/>
              <a:gd name="connsiteX16603" fmla="*/ 5757857 w 10321503"/>
              <a:gd name="connsiteY16603" fmla="*/ 4064663 h 5599766"/>
              <a:gd name="connsiteX16604" fmla="*/ 5758471 w 10321503"/>
              <a:gd name="connsiteY16604" fmla="*/ 4065022 h 5599766"/>
              <a:gd name="connsiteX16605" fmla="*/ 5762003 w 10321503"/>
              <a:gd name="connsiteY16605" fmla="*/ 4071164 h 5599766"/>
              <a:gd name="connsiteX16606" fmla="*/ 5762003 w 10321503"/>
              <a:gd name="connsiteY16606" fmla="*/ 4071829 h 5599766"/>
              <a:gd name="connsiteX16607" fmla="*/ 5758471 w 10321503"/>
              <a:gd name="connsiteY16607" fmla="*/ 4077971 h 5599766"/>
              <a:gd name="connsiteX16608" fmla="*/ 5757857 w 10321503"/>
              <a:gd name="connsiteY16608" fmla="*/ 4078329 h 5599766"/>
              <a:gd name="connsiteX16609" fmla="*/ 8731307 w 10321503"/>
              <a:gd name="connsiteY16609" fmla="*/ 4078331 h 5599766"/>
              <a:gd name="connsiteX16610" fmla="*/ 8724243 w 10321503"/>
              <a:gd name="connsiteY16610" fmla="*/ 4078331 h 5599766"/>
              <a:gd name="connsiteX16611" fmla="*/ 8724185 w 10321503"/>
              <a:gd name="connsiteY16611" fmla="*/ 4078296 h 5599766"/>
              <a:gd name="connsiteX16612" fmla="*/ 8724138 w 10321503"/>
              <a:gd name="connsiteY16612" fmla="*/ 4078296 h 5599766"/>
              <a:gd name="connsiteX16613" fmla="*/ 8723523 w 10321503"/>
              <a:gd name="connsiteY16613" fmla="*/ 4077938 h 5599766"/>
              <a:gd name="connsiteX16614" fmla="*/ 8719992 w 10321503"/>
              <a:gd name="connsiteY16614" fmla="*/ 4071797 h 5599766"/>
              <a:gd name="connsiteX16615" fmla="*/ 8719992 w 10321503"/>
              <a:gd name="connsiteY16615" fmla="*/ 4071131 h 5599766"/>
              <a:gd name="connsiteX16616" fmla="*/ 8723523 w 10321503"/>
              <a:gd name="connsiteY16616" fmla="*/ 4064989 h 5599766"/>
              <a:gd name="connsiteX16617" fmla="*/ 8724138 w 10321503"/>
              <a:gd name="connsiteY16617" fmla="*/ 4064630 h 5599766"/>
              <a:gd name="connsiteX16618" fmla="*/ 8731203 w 10321503"/>
              <a:gd name="connsiteY16618" fmla="*/ 4064630 h 5599766"/>
              <a:gd name="connsiteX16619" fmla="*/ 8731261 w 10321503"/>
              <a:gd name="connsiteY16619" fmla="*/ 4064664 h 5599766"/>
              <a:gd name="connsiteX16620" fmla="*/ 8731307 w 10321503"/>
              <a:gd name="connsiteY16620" fmla="*/ 4064664 h 5599766"/>
              <a:gd name="connsiteX16621" fmla="*/ 8731921 w 10321503"/>
              <a:gd name="connsiteY16621" fmla="*/ 4065023 h 5599766"/>
              <a:gd name="connsiteX16622" fmla="*/ 8735453 w 10321503"/>
              <a:gd name="connsiteY16622" fmla="*/ 4071166 h 5599766"/>
              <a:gd name="connsiteX16623" fmla="*/ 8735453 w 10321503"/>
              <a:gd name="connsiteY16623" fmla="*/ 4071831 h 5599766"/>
              <a:gd name="connsiteX16624" fmla="*/ 8731921 w 10321503"/>
              <a:gd name="connsiteY16624" fmla="*/ 4077973 h 5599766"/>
              <a:gd name="connsiteX16625" fmla="*/ 8731307 w 10321503"/>
              <a:gd name="connsiteY16625" fmla="*/ 4078331 h 5599766"/>
              <a:gd name="connsiteX16626" fmla="*/ 5361358 w 10321503"/>
              <a:gd name="connsiteY16626" fmla="*/ 4078333 h 5599766"/>
              <a:gd name="connsiteX16627" fmla="*/ 5354295 w 10321503"/>
              <a:gd name="connsiteY16627" fmla="*/ 4078333 h 5599766"/>
              <a:gd name="connsiteX16628" fmla="*/ 5353680 w 10321503"/>
              <a:gd name="connsiteY16628" fmla="*/ 4077975 h 5599766"/>
              <a:gd name="connsiteX16629" fmla="*/ 5350149 w 10321503"/>
              <a:gd name="connsiteY16629" fmla="*/ 4071834 h 5599766"/>
              <a:gd name="connsiteX16630" fmla="*/ 5350149 w 10321503"/>
              <a:gd name="connsiteY16630" fmla="*/ 4071169 h 5599766"/>
              <a:gd name="connsiteX16631" fmla="*/ 5353680 w 10321503"/>
              <a:gd name="connsiteY16631" fmla="*/ 4065026 h 5599766"/>
              <a:gd name="connsiteX16632" fmla="*/ 5354295 w 10321503"/>
              <a:gd name="connsiteY16632" fmla="*/ 4064668 h 5599766"/>
              <a:gd name="connsiteX16633" fmla="*/ 5361358 w 10321503"/>
              <a:gd name="connsiteY16633" fmla="*/ 4064668 h 5599766"/>
              <a:gd name="connsiteX16634" fmla="*/ 5361972 w 10321503"/>
              <a:gd name="connsiteY16634" fmla="*/ 4065026 h 5599766"/>
              <a:gd name="connsiteX16635" fmla="*/ 5365503 w 10321503"/>
              <a:gd name="connsiteY16635" fmla="*/ 4071169 h 5599766"/>
              <a:gd name="connsiteX16636" fmla="*/ 5365503 w 10321503"/>
              <a:gd name="connsiteY16636" fmla="*/ 4071834 h 5599766"/>
              <a:gd name="connsiteX16637" fmla="*/ 5361972 w 10321503"/>
              <a:gd name="connsiteY16637" fmla="*/ 4077975 h 5599766"/>
              <a:gd name="connsiteX16638" fmla="*/ 5361358 w 10321503"/>
              <a:gd name="connsiteY16638" fmla="*/ 4078333 h 5599766"/>
              <a:gd name="connsiteX16639" fmla="*/ 7541877 w 10321503"/>
              <a:gd name="connsiteY16639" fmla="*/ 4078335 h 5599766"/>
              <a:gd name="connsiteX16640" fmla="*/ 7534812 w 10321503"/>
              <a:gd name="connsiteY16640" fmla="*/ 4078335 h 5599766"/>
              <a:gd name="connsiteX16641" fmla="*/ 7534198 w 10321503"/>
              <a:gd name="connsiteY16641" fmla="*/ 4077977 h 5599766"/>
              <a:gd name="connsiteX16642" fmla="*/ 7530667 w 10321503"/>
              <a:gd name="connsiteY16642" fmla="*/ 4071836 h 5599766"/>
              <a:gd name="connsiteX16643" fmla="*/ 7530667 w 10321503"/>
              <a:gd name="connsiteY16643" fmla="*/ 4071170 h 5599766"/>
              <a:gd name="connsiteX16644" fmla="*/ 7534198 w 10321503"/>
              <a:gd name="connsiteY16644" fmla="*/ 4065028 h 5599766"/>
              <a:gd name="connsiteX16645" fmla="*/ 7534812 w 10321503"/>
              <a:gd name="connsiteY16645" fmla="*/ 4064670 h 5599766"/>
              <a:gd name="connsiteX16646" fmla="*/ 7541877 w 10321503"/>
              <a:gd name="connsiteY16646" fmla="*/ 4064670 h 5599766"/>
              <a:gd name="connsiteX16647" fmla="*/ 7542489 w 10321503"/>
              <a:gd name="connsiteY16647" fmla="*/ 4065028 h 5599766"/>
              <a:gd name="connsiteX16648" fmla="*/ 7546022 w 10321503"/>
              <a:gd name="connsiteY16648" fmla="*/ 4071170 h 5599766"/>
              <a:gd name="connsiteX16649" fmla="*/ 7546022 w 10321503"/>
              <a:gd name="connsiteY16649" fmla="*/ 4071836 h 5599766"/>
              <a:gd name="connsiteX16650" fmla="*/ 7542489 w 10321503"/>
              <a:gd name="connsiteY16650" fmla="*/ 4077977 h 5599766"/>
              <a:gd name="connsiteX16651" fmla="*/ 7541877 w 10321503"/>
              <a:gd name="connsiteY16651" fmla="*/ 4078335 h 5599766"/>
              <a:gd name="connsiteX16652" fmla="*/ 9920753 w 10321503"/>
              <a:gd name="connsiteY16652" fmla="*/ 4078337 h 5599766"/>
              <a:gd name="connsiteX16653" fmla="*/ 9913691 w 10321503"/>
              <a:gd name="connsiteY16653" fmla="*/ 4078337 h 5599766"/>
              <a:gd name="connsiteX16654" fmla="*/ 9913667 w 10321503"/>
              <a:gd name="connsiteY16654" fmla="*/ 4078324 h 5599766"/>
              <a:gd name="connsiteX16655" fmla="*/ 9913665 w 10321503"/>
              <a:gd name="connsiteY16655" fmla="*/ 4078324 h 5599766"/>
              <a:gd name="connsiteX16656" fmla="*/ 9913051 w 10321503"/>
              <a:gd name="connsiteY16656" fmla="*/ 4077966 h 5599766"/>
              <a:gd name="connsiteX16657" fmla="*/ 9909519 w 10321503"/>
              <a:gd name="connsiteY16657" fmla="*/ 4071825 h 5599766"/>
              <a:gd name="connsiteX16658" fmla="*/ 9909519 w 10321503"/>
              <a:gd name="connsiteY16658" fmla="*/ 4071159 h 5599766"/>
              <a:gd name="connsiteX16659" fmla="*/ 9913051 w 10321503"/>
              <a:gd name="connsiteY16659" fmla="*/ 4065016 h 5599766"/>
              <a:gd name="connsiteX16660" fmla="*/ 9913665 w 10321503"/>
              <a:gd name="connsiteY16660" fmla="*/ 4064659 h 5599766"/>
              <a:gd name="connsiteX16661" fmla="*/ 9920727 w 10321503"/>
              <a:gd name="connsiteY16661" fmla="*/ 4064659 h 5599766"/>
              <a:gd name="connsiteX16662" fmla="*/ 9920750 w 10321503"/>
              <a:gd name="connsiteY16662" fmla="*/ 4064671 h 5599766"/>
              <a:gd name="connsiteX16663" fmla="*/ 9920753 w 10321503"/>
              <a:gd name="connsiteY16663" fmla="*/ 4064671 h 5599766"/>
              <a:gd name="connsiteX16664" fmla="*/ 9921368 w 10321503"/>
              <a:gd name="connsiteY16664" fmla="*/ 4065030 h 5599766"/>
              <a:gd name="connsiteX16665" fmla="*/ 9924899 w 10321503"/>
              <a:gd name="connsiteY16665" fmla="*/ 4071172 h 5599766"/>
              <a:gd name="connsiteX16666" fmla="*/ 9924899 w 10321503"/>
              <a:gd name="connsiteY16666" fmla="*/ 4071837 h 5599766"/>
              <a:gd name="connsiteX16667" fmla="*/ 9921368 w 10321503"/>
              <a:gd name="connsiteY16667" fmla="*/ 4077978 h 5599766"/>
              <a:gd name="connsiteX16668" fmla="*/ 9920753 w 10321503"/>
              <a:gd name="connsiteY16668" fmla="*/ 4078337 h 5599766"/>
              <a:gd name="connsiteX16669" fmla="*/ 4568408 w 10321503"/>
              <a:gd name="connsiteY16669" fmla="*/ 4078338 h 5599766"/>
              <a:gd name="connsiteX16670" fmla="*/ 4561345 w 10321503"/>
              <a:gd name="connsiteY16670" fmla="*/ 4078338 h 5599766"/>
              <a:gd name="connsiteX16671" fmla="*/ 4560731 w 10321503"/>
              <a:gd name="connsiteY16671" fmla="*/ 4077980 h 5599766"/>
              <a:gd name="connsiteX16672" fmla="*/ 4557199 w 10321503"/>
              <a:gd name="connsiteY16672" fmla="*/ 4071839 h 5599766"/>
              <a:gd name="connsiteX16673" fmla="*/ 4557199 w 10321503"/>
              <a:gd name="connsiteY16673" fmla="*/ 4071173 h 5599766"/>
              <a:gd name="connsiteX16674" fmla="*/ 4560731 w 10321503"/>
              <a:gd name="connsiteY16674" fmla="*/ 4065030 h 5599766"/>
              <a:gd name="connsiteX16675" fmla="*/ 4561345 w 10321503"/>
              <a:gd name="connsiteY16675" fmla="*/ 4064673 h 5599766"/>
              <a:gd name="connsiteX16676" fmla="*/ 4568408 w 10321503"/>
              <a:gd name="connsiteY16676" fmla="*/ 4064673 h 5599766"/>
              <a:gd name="connsiteX16677" fmla="*/ 4569022 w 10321503"/>
              <a:gd name="connsiteY16677" fmla="*/ 4065030 h 5599766"/>
              <a:gd name="connsiteX16678" fmla="*/ 4572554 w 10321503"/>
              <a:gd name="connsiteY16678" fmla="*/ 4071173 h 5599766"/>
              <a:gd name="connsiteX16679" fmla="*/ 4572554 w 10321503"/>
              <a:gd name="connsiteY16679" fmla="*/ 4071839 h 5599766"/>
              <a:gd name="connsiteX16680" fmla="*/ 4569022 w 10321503"/>
              <a:gd name="connsiteY16680" fmla="*/ 4077980 h 5599766"/>
              <a:gd name="connsiteX16681" fmla="*/ 4568408 w 10321503"/>
              <a:gd name="connsiteY16681" fmla="*/ 4078338 h 5599766"/>
              <a:gd name="connsiteX16682" fmla="*/ 5163134 w 10321503"/>
              <a:gd name="connsiteY16682" fmla="*/ 4078338 h 5599766"/>
              <a:gd name="connsiteX16683" fmla="*/ 5156070 w 10321503"/>
              <a:gd name="connsiteY16683" fmla="*/ 4078338 h 5599766"/>
              <a:gd name="connsiteX16684" fmla="*/ 5155456 w 10321503"/>
              <a:gd name="connsiteY16684" fmla="*/ 4077981 h 5599766"/>
              <a:gd name="connsiteX16685" fmla="*/ 5151924 w 10321503"/>
              <a:gd name="connsiteY16685" fmla="*/ 4071839 h 5599766"/>
              <a:gd name="connsiteX16686" fmla="*/ 5151924 w 10321503"/>
              <a:gd name="connsiteY16686" fmla="*/ 4071173 h 5599766"/>
              <a:gd name="connsiteX16687" fmla="*/ 5155456 w 10321503"/>
              <a:gd name="connsiteY16687" fmla="*/ 4065031 h 5599766"/>
              <a:gd name="connsiteX16688" fmla="*/ 5156070 w 10321503"/>
              <a:gd name="connsiteY16688" fmla="*/ 4064673 h 5599766"/>
              <a:gd name="connsiteX16689" fmla="*/ 5163134 w 10321503"/>
              <a:gd name="connsiteY16689" fmla="*/ 4064673 h 5599766"/>
              <a:gd name="connsiteX16690" fmla="*/ 5163748 w 10321503"/>
              <a:gd name="connsiteY16690" fmla="*/ 4065031 h 5599766"/>
              <a:gd name="connsiteX16691" fmla="*/ 5167279 w 10321503"/>
              <a:gd name="connsiteY16691" fmla="*/ 4071173 h 5599766"/>
              <a:gd name="connsiteX16692" fmla="*/ 5167279 w 10321503"/>
              <a:gd name="connsiteY16692" fmla="*/ 4071839 h 5599766"/>
              <a:gd name="connsiteX16693" fmla="*/ 5163748 w 10321503"/>
              <a:gd name="connsiteY16693" fmla="*/ 4077981 h 5599766"/>
              <a:gd name="connsiteX16694" fmla="*/ 5163134 w 10321503"/>
              <a:gd name="connsiteY16694" fmla="*/ 4078338 h 5599766"/>
              <a:gd name="connsiteX16695" fmla="*/ 7938347 w 10321503"/>
              <a:gd name="connsiteY16695" fmla="*/ 4078338 h 5599766"/>
              <a:gd name="connsiteX16696" fmla="*/ 7931283 w 10321503"/>
              <a:gd name="connsiteY16696" fmla="*/ 4078338 h 5599766"/>
              <a:gd name="connsiteX16697" fmla="*/ 7930669 w 10321503"/>
              <a:gd name="connsiteY16697" fmla="*/ 4077981 h 5599766"/>
              <a:gd name="connsiteX16698" fmla="*/ 7927137 w 10321503"/>
              <a:gd name="connsiteY16698" fmla="*/ 4071839 h 5599766"/>
              <a:gd name="connsiteX16699" fmla="*/ 7927137 w 10321503"/>
              <a:gd name="connsiteY16699" fmla="*/ 4071173 h 5599766"/>
              <a:gd name="connsiteX16700" fmla="*/ 7930669 w 10321503"/>
              <a:gd name="connsiteY16700" fmla="*/ 4065031 h 5599766"/>
              <a:gd name="connsiteX16701" fmla="*/ 7931283 w 10321503"/>
              <a:gd name="connsiteY16701" fmla="*/ 4064673 h 5599766"/>
              <a:gd name="connsiteX16702" fmla="*/ 7938347 w 10321503"/>
              <a:gd name="connsiteY16702" fmla="*/ 4064673 h 5599766"/>
              <a:gd name="connsiteX16703" fmla="*/ 7938961 w 10321503"/>
              <a:gd name="connsiteY16703" fmla="*/ 4065031 h 5599766"/>
              <a:gd name="connsiteX16704" fmla="*/ 7942493 w 10321503"/>
              <a:gd name="connsiteY16704" fmla="*/ 4071173 h 5599766"/>
              <a:gd name="connsiteX16705" fmla="*/ 7942493 w 10321503"/>
              <a:gd name="connsiteY16705" fmla="*/ 4071839 h 5599766"/>
              <a:gd name="connsiteX16706" fmla="*/ 7938961 w 10321503"/>
              <a:gd name="connsiteY16706" fmla="*/ 4077981 h 5599766"/>
              <a:gd name="connsiteX16707" fmla="*/ 7938347 w 10321503"/>
              <a:gd name="connsiteY16707" fmla="*/ 4078338 h 5599766"/>
              <a:gd name="connsiteX16708" fmla="*/ 2784284 w 10321503"/>
              <a:gd name="connsiteY16708" fmla="*/ 4078343 h 5599766"/>
              <a:gd name="connsiteX16709" fmla="*/ 2777221 w 10321503"/>
              <a:gd name="connsiteY16709" fmla="*/ 4078343 h 5599766"/>
              <a:gd name="connsiteX16710" fmla="*/ 2776607 w 10321503"/>
              <a:gd name="connsiteY16710" fmla="*/ 4077984 h 5599766"/>
              <a:gd name="connsiteX16711" fmla="*/ 2773075 w 10321503"/>
              <a:gd name="connsiteY16711" fmla="*/ 4071843 h 5599766"/>
              <a:gd name="connsiteX16712" fmla="*/ 2773075 w 10321503"/>
              <a:gd name="connsiteY16712" fmla="*/ 4071178 h 5599766"/>
              <a:gd name="connsiteX16713" fmla="*/ 2776607 w 10321503"/>
              <a:gd name="connsiteY16713" fmla="*/ 4065035 h 5599766"/>
              <a:gd name="connsiteX16714" fmla="*/ 2777221 w 10321503"/>
              <a:gd name="connsiteY16714" fmla="*/ 4064677 h 5599766"/>
              <a:gd name="connsiteX16715" fmla="*/ 2777242 w 10321503"/>
              <a:gd name="connsiteY16715" fmla="*/ 4064677 h 5599766"/>
              <a:gd name="connsiteX16716" fmla="*/ 2777272 w 10321503"/>
              <a:gd name="connsiteY16716" fmla="*/ 4064660 h 5599766"/>
              <a:gd name="connsiteX16717" fmla="*/ 2784335 w 10321503"/>
              <a:gd name="connsiteY16717" fmla="*/ 4064660 h 5599766"/>
              <a:gd name="connsiteX16718" fmla="*/ 2784949 w 10321503"/>
              <a:gd name="connsiteY16718" fmla="*/ 4065017 h 5599766"/>
              <a:gd name="connsiteX16719" fmla="*/ 2788481 w 10321503"/>
              <a:gd name="connsiteY16719" fmla="*/ 4071160 h 5599766"/>
              <a:gd name="connsiteX16720" fmla="*/ 2788481 w 10321503"/>
              <a:gd name="connsiteY16720" fmla="*/ 4071825 h 5599766"/>
              <a:gd name="connsiteX16721" fmla="*/ 2784949 w 10321503"/>
              <a:gd name="connsiteY16721" fmla="*/ 4077966 h 5599766"/>
              <a:gd name="connsiteX16722" fmla="*/ 2784335 w 10321503"/>
              <a:gd name="connsiteY16722" fmla="*/ 4078325 h 5599766"/>
              <a:gd name="connsiteX16723" fmla="*/ 2784314 w 10321503"/>
              <a:gd name="connsiteY16723" fmla="*/ 4078325 h 5599766"/>
              <a:gd name="connsiteX16724" fmla="*/ 5956083 w 10321503"/>
              <a:gd name="connsiteY16724" fmla="*/ 4078348 h 5599766"/>
              <a:gd name="connsiteX16725" fmla="*/ 5949019 w 10321503"/>
              <a:gd name="connsiteY16725" fmla="*/ 4078348 h 5599766"/>
              <a:gd name="connsiteX16726" fmla="*/ 5948405 w 10321503"/>
              <a:gd name="connsiteY16726" fmla="*/ 4077991 h 5599766"/>
              <a:gd name="connsiteX16727" fmla="*/ 5944873 w 10321503"/>
              <a:gd name="connsiteY16727" fmla="*/ 4071849 h 5599766"/>
              <a:gd name="connsiteX16728" fmla="*/ 5944873 w 10321503"/>
              <a:gd name="connsiteY16728" fmla="*/ 4071184 h 5599766"/>
              <a:gd name="connsiteX16729" fmla="*/ 5948405 w 10321503"/>
              <a:gd name="connsiteY16729" fmla="*/ 4065041 h 5599766"/>
              <a:gd name="connsiteX16730" fmla="*/ 5949019 w 10321503"/>
              <a:gd name="connsiteY16730" fmla="*/ 4064683 h 5599766"/>
              <a:gd name="connsiteX16731" fmla="*/ 5956083 w 10321503"/>
              <a:gd name="connsiteY16731" fmla="*/ 4064683 h 5599766"/>
              <a:gd name="connsiteX16732" fmla="*/ 5956697 w 10321503"/>
              <a:gd name="connsiteY16732" fmla="*/ 4065041 h 5599766"/>
              <a:gd name="connsiteX16733" fmla="*/ 5960227 w 10321503"/>
              <a:gd name="connsiteY16733" fmla="*/ 4071184 h 5599766"/>
              <a:gd name="connsiteX16734" fmla="*/ 5960227 w 10321503"/>
              <a:gd name="connsiteY16734" fmla="*/ 4071849 h 5599766"/>
              <a:gd name="connsiteX16735" fmla="*/ 5956697 w 10321503"/>
              <a:gd name="connsiteY16735" fmla="*/ 4077991 h 5599766"/>
              <a:gd name="connsiteX16736" fmla="*/ 5956083 w 10321503"/>
              <a:gd name="connsiteY16736" fmla="*/ 4078348 h 5599766"/>
              <a:gd name="connsiteX16737" fmla="*/ 9524276 w 10321503"/>
              <a:gd name="connsiteY16737" fmla="*/ 4078348 h 5599766"/>
              <a:gd name="connsiteX16738" fmla="*/ 9517212 w 10321503"/>
              <a:gd name="connsiteY16738" fmla="*/ 4078348 h 5599766"/>
              <a:gd name="connsiteX16739" fmla="*/ 9517110 w 10321503"/>
              <a:gd name="connsiteY16739" fmla="*/ 4078288 h 5599766"/>
              <a:gd name="connsiteX16740" fmla="*/ 9517098 w 10321503"/>
              <a:gd name="connsiteY16740" fmla="*/ 4078288 h 5599766"/>
              <a:gd name="connsiteX16741" fmla="*/ 9516482 w 10321503"/>
              <a:gd name="connsiteY16741" fmla="*/ 4077930 h 5599766"/>
              <a:gd name="connsiteX16742" fmla="*/ 9512951 w 10321503"/>
              <a:gd name="connsiteY16742" fmla="*/ 4071790 h 5599766"/>
              <a:gd name="connsiteX16743" fmla="*/ 9512951 w 10321503"/>
              <a:gd name="connsiteY16743" fmla="*/ 4071124 h 5599766"/>
              <a:gd name="connsiteX16744" fmla="*/ 9516482 w 10321503"/>
              <a:gd name="connsiteY16744" fmla="*/ 4064981 h 5599766"/>
              <a:gd name="connsiteX16745" fmla="*/ 9517098 w 10321503"/>
              <a:gd name="connsiteY16745" fmla="*/ 4064624 h 5599766"/>
              <a:gd name="connsiteX16746" fmla="*/ 9524161 w 10321503"/>
              <a:gd name="connsiteY16746" fmla="*/ 4064624 h 5599766"/>
              <a:gd name="connsiteX16747" fmla="*/ 9524262 w 10321503"/>
              <a:gd name="connsiteY16747" fmla="*/ 4064683 h 5599766"/>
              <a:gd name="connsiteX16748" fmla="*/ 9524276 w 10321503"/>
              <a:gd name="connsiteY16748" fmla="*/ 4064683 h 5599766"/>
              <a:gd name="connsiteX16749" fmla="*/ 9524889 w 10321503"/>
              <a:gd name="connsiteY16749" fmla="*/ 4065041 h 5599766"/>
              <a:gd name="connsiteX16750" fmla="*/ 9528422 w 10321503"/>
              <a:gd name="connsiteY16750" fmla="*/ 4071184 h 5599766"/>
              <a:gd name="connsiteX16751" fmla="*/ 9528422 w 10321503"/>
              <a:gd name="connsiteY16751" fmla="*/ 4071849 h 5599766"/>
              <a:gd name="connsiteX16752" fmla="*/ 9524889 w 10321503"/>
              <a:gd name="connsiteY16752" fmla="*/ 4077990 h 5599766"/>
              <a:gd name="connsiteX16753" fmla="*/ 9524276 w 10321503"/>
              <a:gd name="connsiteY16753" fmla="*/ 4078348 h 5599766"/>
              <a:gd name="connsiteX16754" fmla="*/ 3973734 w 10321503"/>
              <a:gd name="connsiteY16754" fmla="*/ 4078355 h 5599766"/>
              <a:gd name="connsiteX16755" fmla="*/ 3966671 w 10321503"/>
              <a:gd name="connsiteY16755" fmla="*/ 4078355 h 5599766"/>
              <a:gd name="connsiteX16756" fmla="*/ 3966057 w 10321503"/>
              <a:gd name="connsiteY16756" fmla="*/ 4077996 h 5599766"/>
              <a:gd name="connsiteX16757" fmla="*/ 3962525 w 10321503"/>
              <a:gd name="connsiteY16757" fmla="*/ 4071855 h 5599766"/>
              <a:gd name="connsiteX16758" fmla="*/ 3962525 w 10321503"/>
              <a:gd name="connsiteY16758" fmla="*/ 4071190 h 5599766"/>
              <a:gd name="connsiteX16759" fmla="*/ 3966057 w 10321503"/>
              <a:gd name="connsiteY16759" fmla="*/ 4065048 h 5599766"/>
              <a:gd name="connsiteX16760" fmla="*/ 3966671 w 10321503"/>
              <a:gd name="connsiteY16760" fmla="*/ 4064689 h 5599766"/>
              <a:gd name="connsiteX16761" fmla="*/ 3973734 w 10321503"/>
              <a:gd name="connsiteY16761" fmla="*/ 4064689 h 5599766"/>
              <a:gd name="connsiteX16762" fmla="*/ 3974348 w 10321503"/>
              <a:gd name="connsiteY16762" fmla="*/ 4065048 h 5599766"/>
              <a:gd name="connsiteX16763" fmla="*/ 3977880 w 10321503"/>
              <a:gd name="connsiteY16763" fmla="*/ 4071190 h 5599766"/>
              <a:gd name="connsiteX16764" fmla="*/ 3977880 w 10321503"/>
              <a:gd name="connsiteY16764" fmla="*/ 4071855 h 5599766"/>
              <a:gd name="connsiteX16765" fmla="*/ 3974348 w 10321503"/>
              <a:gd name="connsiteY16765" fmla="*/ 4077996 h 5599766"/>
              <a:gd name="connsiteX16766" fmla="*/ 3973734 w 10321503"/>
              <a:gd name="connsiteY16766" fmla="*/ 4078355 h 5599766"/>
              <a:gd name="connsiteX16767" fmla="*/ 4766683 w 10321503"/>
              <a:gd name="connsiteY16767" fmla="*/ 4078357 h 5599766"/>
              <a:gd name="connsiteX16768" fmla="*/ 4759621 w 10321503"/>
              <a:gd name="connsiteY16768" fmla="*/ 4078357 h 5599766"/>
              <a:gd name="connsiteX16769" fmla="*/ 4759007 w 10321503"/>
              <a:gd name="connsiteY16769" fmla="*/ 4077999 h 5599766"/>
              <a:gd name="connsiteX16770" fmla="*/ 4755475 w 10321503"/>
              <a:gd name="connsiteY16770" fmla="*/ 4071857 h 5599766"/>
              <a:gd name="connsiteX16771" fmla="*/ 4755475 w 10321503"/>
              <a:gd name="connsiteY16771" fmla="*/ 4071193 h 5599766"/>
              <a:gd name="connsiteX16772" fmla="*/ 4759007 w 10321503"/>
              <a:gd name="connsiteY16772" fmla="*/ 4065050 h 5599766"/>
              <a:gd name="connsiteX16773" fmla="*/ 4759621 w 10321503"/>
              <a:gd name="connsiteY16773" fmla="*/ 4064691 h 5599766"/>
              <a:gd name="connsiteX16774" fmla="*/ 4766683 w 10321503"/>
              <a:gd name="connsiteY16774" fmla="*/ 4064691 h 5599766"/>
              <a:gd name="connsiteX16775" fmla="*/ 4767297 w 10321503"/>
              <a:gd name="connsiteY16775" fmla="*/ 4065050 h 5599766"/>
              <a:gd name="connsiteX16776" fmla="*/ 4770829 w 10321503"/>
              <a:gd name="connsiteY16776" fmla="*/ 4071193 h 5599766"/>
              <a:gd name="connsiteX16777" fmla="*/ 4770829 w 10321503"/>
              <a:gd name="connsiteY16777" fmla="*/ 4071857 h 5599766"/>
              <a:gd name="connsiteX16778" fmla="*/ 4767297 w 10321503"/>
              <a:gd name="connsiteY16778" fmla="*/ 4077999 h 5599766"/>
              <a:gd name="connsiteX16779" fmla="*/ 4766683 w 10321503"/>
              <a:gd name="connsiteY16779" fmla="*/ 4078357 h 5599766"/>
              <a:gd name="connsiteX16780" fmla="*/ 2982559 w 10321503"/>
              <a:gd name="connsiteY16780" fmla="*/ 4078360 h 5599766"/>
              <a:gd name="connsiteX16781" fmla="*/ 2975496 w 10321503"/>
              <a:gd name="connsiteY16781" fmla="*/ 4078360 h 5599766"/>
              <a:gd name="connsiteX16782" fmla="*/ 2974882 w 10321503"/>
              <a:gd name="connsiteY16782" fmla="*/ 4078002 h 5599766"/>
              <a:gd name="connsiteX16783" fmla="*/ 2971351 w 10321503"/>
              <a:gd name="connsiteY16783" fmla="*/ 4071861 h 5599766"/>
              <a:gd name="connsiteX16784" fmla="*/ 2971351 w 10321503"/>
              <a:gd name="connsiteY16784" fmla="*/ 4071195 h 5599766"/>
              <a:gd name="connsiteX16785" fmla="*/ 2974882 w 10321503"/>
              <a:gd name="connsiteY16785" fmla="*/ 4065052 h 5599766"/>
              <a:gd name="connsiteX16786" fmla="*/ 2975496 w 10321503"/>
              <a:gd name="connsiteY16786" fmla="*/ 4064695 h 5599766"/>
              <a:gd name="connsiteX16787" fmla="*/ 2982559 w 10321503"/>
              <a:gd name="connsiteY16787" fmla="*/ 4064695 h 5599766"/>
              <a:gd name="connsiteX16788" fmla="*/ 2983173 w 10321503"/>
              <a:gd name="connsiteY16788" fmla="*/ 4065052 h 5599766"/>
              <a:gd name="connsiteX16789" fmla="*/ 2986706 w 10321503"/>
              <a:gd name="connsiteY16789" fmla="*/ 4071195 h 5599766"/>
              <a:gd name="connsiteX16790" fmla="*/ 2986706 w 10321503"/>
              <a:gd name="connsiteY16790" fmla="*/ 4071861 h 5599766"/>
              <a:gd name="connsiteX16791" fmla="*/ 2983173 w 10321503"/>
              <a:gd name="connsiteY16791" fmla="*/ 4078002 h 5599766"/>
              <a:gd name="connsiteX16792" fmla="*/ 2982559 w 10321503"/>
              <a:gd name="connsiteY16792" fmla="*/ 4078360 h 5599766"/>
              <a:gd name="connsiteX16793" fmla="*/ 8929628 w 10321503"/>
              <a:gd name="connsiteY16793" fmla="*/ 4078361 h 5599766"/>
              <a:gd name="connsiteX16794" fmla="*/ 8922564 w 10321503"/>
              <a:gd name="connsiteY16794" fmla="*/ 4078361 h 5599766"/>
              <a:gd name="connsiteX16795" fmla="*/ 8922451 w 10321503"/>
              <a:gd name="connsiteY16795" fmla="*/ 4078295 h 5599766"/>
              <a:gd name="connsiteX16796" fmla="*/ 8922341 w 10321503"/>
              <a:gd name="connsiteY16796" fmla="*/ 4078295 h 5599766"/>
              <a:gd name="connsiteX16797" fmla="*/ 8921726 w 10321503"/>
              <a:gd name="connsiteY16797" fmla="*/ 4077938 h 5599766"/>
              <a:gd name="connsiteX16798" fmla="*/ 8918194 w 10321503"/>
              <a:gd name="connsiteY16798" fmla="*/ 4071796 h 5599766"/>
              <a:gd name="connsiteX16799" fmla="*/ 8918194 w 10321503"/>
              <a:gd name="connsiteY16799" fmla="*/ 4071131 h 5599766"/>
              <a:gd name="connsiteX16800" fmla="*/ 8921726 w 10321503"/>
              <a:gd name="connsiteY16800" fmla="*/ 4064988 h 5599766"/>
              <a:gd name="connsiteX16801" fmla="*/ 8922341 w 10321503"/>
              <a:gd name="connsiteY16801" fmla="*/ 4064629 h 5599766"/>
              <a:gd name="connsiteX16802" fmla="*/ 8929403 w 10321503"/>
              <a:gd name="connsiteY16802" fmla="*/ 4064629 h 5599766"/>
              <a:gd name="connsiteX16803" fmla="*/ 8929515 w 10321503"/>
              <a:gd name="connsiteY16803" fmla="*/ 4064695 h 5599766"/>
              <a:gd name="connsiteX16804" fmla="*/ 8929628 w 10321503"/>
              <a:gd name="connsiteY16804" fmla="*/ 4064695 h 5599766"/>
              <a:gd name="connsiteX16805" fmla="*/ 8930242 w 10321503"/>
              <a:gd name="connsiteY16805" fmla="*/ 4065054 h 5599766"/>
              <a:gd name="connsiteX16806" fmla="*/ 8933774 w 10321503"/>
              <a:gd name="connsiteY16806" fmla="*/ 4071197 h 5599766"/>
              <a:gd name="connsiteX16807" fmla="*/ 8933774 w 10321503"/>
              <a:gd name="connsiteY16807" fmla="*/ 4071861 h 5599766"/>
              <a:gd name="connsiteX16808" fmla="*/ 8930242 w 10321503"/>
              <a:gd name="connsiteY16808" fmla="*/ 4078003 h 5599766"/>
              <a:gd name="connsiteX16809" fmla="*/ 8929628 w 10321503"/>
              <a:gd name="connsiteY16809" fmla="*/ 4078361 h 5599766"/>
              <a:gd name="connsiteX16810" fmla="*/ 6749031 w 10321503"/>
              <a:gd name="connsiteY16810" fmla="*/ 4078369 h 5599766"/>
              <a:gd name="connsiteX16811" fmla="*/ 6741967 w 10321503"/>
              <a:gd name="connsiteY16811" fmla="*/ 4078369 h 5599766"/>
              <a:gd name="connsiteX16812" fmla="*/ 6741354 w 10321503"/>
              <a:gd name="connsiteY16812" fmla="*/ 4078010 h 5599766"/>
              <a:gd name="connsiteX16813" fmla="*/ 6737823 w 10321503"/>
              <a:gd name="connsiteY16813" fmla="*/ 4071869 h 5599766"/>
              <a:gd name="connsiteX16814" fmla="*/ 6737823 w 10321503"/>
              <a:gd name="connsiteY16814" fmla="*/ 4071204 h 5599766"/>
              <a:gd name="connsiteX16815" fmla="*/ 6741354 w 10321503"/>
              <a:gd name="connsiteY16815" fmla="*/ 4065061 h 5599766"/>
              <a:gd name="connsiteX16816" fmla="*/ 6741967 w 10321503"/>
              <a:gd name="connsiteY16816" fmla="*/ 4064702 h 5599766"/>
              <a:gd name="connsiteX16817" fmla="*/ 6749031 w 10321503"/>
              <a:gd name="connsiteY16817" fmla="*/ 4064702 h 5599766"/>
              <a:gd name="connsiteX16818" fmla="*/ 6749646 w 10321503"/>
              <a:gd name="connsiteY16818" fmla="*/ 4065061 h 5599766"/>
              <a:gd name="connsiteX16819" fmla="*/ 6753177 w 10321503"/>
              <a:gd name="connsiteY16819" fmla="*/ 4071204 h 5599766"/>
              <a:gd name="connsiteX16820" fmla="*/ 6753177 w 10321503"/>
              <a:gd name="connsiteY16820" fmla="*/ 4071869 h 5599766"/>
              <a:gd name="connsiteX16821" fmla="*/ 6749646 w 10321503"/>
              <a:gd name="connsiteY16821" fmla="*/ 4078010 h 5599766"/>
              <a:gd name="connsiteX16822" fmla="*/ 6749031 w 10321503"/>
              <a:gd name="connsiteY16822" fmla="*/ 4078369 h 5599766"/>
              <a:gd name="connsiteX16823" fmla="*/ 2387835 w 10321503"/>
              <a:gd name="connsiteY16823" fmla="*/ 4078371 h 5599766"/>
              <a:gd name="connsiteX16824" fmla="*/ 2380773 w 10321503"/>
              <a:gd name="connsiteY16824" fmla="*/ 4078371 h 5599766"/>
              <a:gd name="connsiteX16825" fmla="*/ 2380159 w 10321503"/>
              <a:gd name="connsiteY16825" fmla="*/ 4078013 h 5599766"/>
              <a:gd name="connsiteX16826" fmla="*/ 2376626 w 10321503"/>
              <a:gd name="connsiteY16826" fmla="*/ 4071871 h 5599766"/>
              <a:gd name="connsiteX16827" fmla="*/ 2376626 w 10321503"/>
              <a:gd name="connsiteY16827" fmla="*/ 4071809 h 5599766"/>
              <a:gd name="connsiteX16828" fmla="*/ 2376626 w 10321503"/>
              <a:gd name="connsiteY16828" fmla="*/ 4071206 h 5599766"/>
              <a:gd name="connsiteX16829" fmla="*/ 2376626 w 10321503"/>
              <a:gd name="connsiteY16829" fmla="*/ 4071144 h 5599766"/>
              <a:gd name="connsiteX16830" fmla="*/ 2380159 w 10321503"/>
              <a:gd name="connsiteY16830" fmla="*/ 4065002 h 5599766"/>
              <a:gd name="connsiteX16831" fmla="*/ 2380773 w 10321503"/>
              <a:gd name="connsiteY16831" fmla="*/ 4064643 h 5599766"/>
              <a:gd name="connsiteX16832" fmla="*/ 2387835 w 10321503"/>
              <a:gd name="connsiteY16832" fmla="*/ 4064643 h 5599766"/>
              <a:gd name="connsiteX16833" fmla="*/ 2388449 w 10321503"/>
              <a:gd name="connsiteY16833" fmla="*/ 4065002 h 5599766"/>
              <a:gd name="connsiteX16834" fmla="*/ 2391981 w 10321503"/>
              <a:gd name="connsiteY16834" fmla="*/ 4071144 h 5599766"/>
              <a:gd name="connsiteX16835" fmla="*/ 2391981 w 10321503"/>
              <a:gd name="connsiteY16835" fmla="*/ 4071206 h 5599766"/>
              <a:gd name="connsiteX16836" fmla="*/ 2391981 w 10321503"/>
              <a:gd name="connsiteY16836" fmla="*/ 4071809 h 5599766"/>
              <a:gd name="connsiteX16837" fmla="*/ 2391981 w 10321503"/>
              <a:gd name="connsiteY16837" fmla="*/ 4071871 h 5599766"/>
              <a:gd name="connsiteX16838" fmla="*/ 2388449 w 10321503"/>
              <a:gd name="connsiteY16838" fmla="*/ 4078013 h 5599766"/>
              <a:gd name="connsiteX16839" fmla="*/ 2387835 w 10321503"/>
              <a:gd name="connsiteY16839" fmla="*/ 4078371 h 5599766"/>
              <a:gd name="connsiteX16840" fmla="*/ 9127823 w 10321503"/>
              <a:gd name="connsiteY16840" fmla="*/ 4078373 h 5599766"/>
              <a:gd name="connsiteX16841" fmla="*/ 9120761 w 10321503"/>
              <a:gd name="connsiteY16841" fmla="*/ 4078373 h 5599766"/>
              <a:gd name="connsiteX16842" fmla="*/ 9120145 w 10321503"/>
              <a:gd name="connsiteY16842" fmla="*/ 4078016 h 5599766"/>
              <a:gd name="connsiteX16843" fmla="*/ 9116615 w 10321503"/>
              <a:gd name="connsiteY16843" fmla="*/ 4071874 h 5599766"/>
              <a:gd name="connsiteX16844" fmla="*/ 9116615 w 10321503"/>
              <a:gd name="connsiteY16844" fmla="*/ 4071208 h 5599766"/>
              <a:gd name="connsiteX16845" fmla="*/ 9120145 w 10321503"/>
              <a:gd name="connsiteY16845" fmla="*/ 4065066 h 5599766"/>
              <a:gd name="connsiteX16846" fmla="*/ 9120761 w 10321503"/>
              <a:gd name="connsiteY16846" fmla="*/ 4064708 h 5599766"/>
              <a:gd name="connsiteX16847" fmla="*/ 9120794 w 10321503"/>
              <a:gd name="connsiteY16847" fmla="*/ 4064708 h 5599766"/>
              <a:gd name="connsiteX16848" fmla="*/ 9120802 w 10321503"/>
              <a:gd name="connsiteY16848" fmla="*/ 4064702 h 5599766"/>
              <a:gd name="connsiteX16849" fmla="*/ 9127864 w 10321503"/>
              <a:gd name="connsiteY16849" fmla="*/ 4064702 h 5599766"/>
              <a:gd name="connsiteX16850" fmla="*/ 9128479 w 10321503"/>
              <a:gd name="connsiteY16850" fmla="*/ 4065061 h 5599766"/>
              <a:gd name="connsiteX16851" fmla="*/ 9132012 w 10321503"/>
              <a:gd name="connsiteY16851" fmla="*/ 4071204 h 5599766"/>
              <a:gd name="connsiteX16852" fmla="*/ 9132012 w 10321503"/>
              <a:gd name="connsiteY16852" fmla="*/ 4071869 h 5599766"/>
              <a:gd name="connsiteX16853" fmla="*/ 9128479 w 10321503"/>
              <a:gd name="connsiteY16853" fmla="*/ 4078010 h 5599766"/>
              <a:gd name="connsiteX16854" fmla="*/ 9127864 w 10321503"/>
              <a:gd name="connsiteY16854" fmla="*/ 4078369 h 5599766"/>
              <a:gd name="connsiteX16855" fmla="*/ 9127832 w 10321503"/>
              <a:gd name="connsiteY16855" fmla="*/ 4078369 h 5599766"/>
              <a:gd name="connsiteX16856" fmla="*/ 8136704 w 10321503"/>
              <a:gd name="connsiteY16856" fmla="*/ 4078375 h 5599766"/>
              <a:gd name="connsiteX16857" fmla="*/ 8129641 w 10321503"/>
              <a:gd name="connsiteY16857" fmla="*/ 4078375 h 5599766"/>
              <a:gd name="connsiteX16858" fmla="*/ 8129027 w 10321503"/>
              <a:gd name="connsiteY16858" fmla="*/ 4078017 h 5599766"/>
              <a:gd name="connsiteX16859" fmla="*/ 8125496 w 10321503"/>
              <a:gd name="connsiteY16859" fmla="*/ 4071875 h 5599766"/>
              <a:gd name="connsiteX16860" fmla="*/ 8125496 w 10321503"/>
              <a:gd name="connsiteY16860" fmla="*/ 4071210 h 5599766"/>
              <a:gd name="connsiteX16861" fmla="*/ 8129027 w 10321503"/>
              <a:gd name="connsiteY16861" fmla="*/ 4065068 h 5599766"/>
              <a:gd name="connsiteX16862" fmla="*/ 8129641 w 10321503"/>
              <a:gd name="connsiteY16862" fmla="*/ 4064709 h 5599766"/>
              <a:gd name="connsiteX16863" fmla="*/ 8136704 w 10321503"/>
              <a:gd name="connsiteY16863" fmla="*/ 4064709 h 5599766"/>
              <a:gd name="connsiteX16864" fmla="*/ 8137319 w 10321503"/>
              <a:gd name="connsiteY16864" fmla="*/ 4065068 h 5599766"/>
              <a:gd name="connsiteX16865" fmla="*/ 8140851 w 10321503"/>
              <a:gd name="connsiteY16865" fmla="*/ 4071210 h 5599766"/>
              <a:gd name="connsiteX16866" fmla="*/ 8140851 w 10321503"/>
              <a:gd name="connsiteY16866" fmla="*/ 4071875 h 5599766"/>
              <a:gd name="connsiteX16867" fmla="*/ 8137319 w 10321503"/>
              <a:gd name="connsiteY16867" fmla="*/ 4078017 h 5599766"/>
              <a:gd name="connsiteX16868" fmla="*/ 8136704 w 10321503"/>
              <a:gd name="connsiteY16868" fmla="*/ 4078375 h 5599766"/>
              <a:gd name="connsiteX16869" fmla="*/ 2189610 w 10321503"/>
              <a:gd name="connsiteY16869" fmla="*/ 4078377 h 5599766"/>
              <a:gd name="connsiteX16870" fmla="*/ 2189559 w 10321503"/>
              <a:gd name="connsiteY16870" fmla="*/ 4078377 h 5599766"/>
              <a:gd name="connsiteX16871" fmla="*/ 2182547 w 10321503"/>
              <a:gd name="connsiteY16871" fmla="*/ 4078377 h 5599766"/>
              <a:gd name="connsiteX16872" fmla="*/ 2182495 w 10321503"/>
              <a:gd name="connsiteY16872" fmla="*/ 4078377 h 5599766"/>
              <a:gd name="connsiteX16873" fmla="*/ 2181881 w 10321503"/>
              <a:gd name="connsiteY16873" fmla="*/ 4078018 h 5599766"/>
              <a:gd name="connsiteX16874" fmla="*/ 2178349 w 10321503"/>
              <a:gd name="connsiteY16874" fmla="*/ 4071876 h 5599766"/>
              <a:gd name="connsiteX16875" fmla="*/ 2178349 w 10321503"/>
              <a:gd name="connsiteY16875" fmla="*/ 4071211 h 5599766"/>
              <a:gd name="connsiteX16876" fmla="*/ 2181881 w 10321503"/>
              <a:gd name="connsiteY16876" fmla="*/ 4065069 h 5599766"/>
              <a:gd name="connsiteX16877" fmla="*/ 2182495 w 10321503"/>
              <a:gd name="connsiteY16877" fmla="*/ 4064710 h 5599766"/>
              <a:gd name="connsiteX16878" fmla="*/ 2182547 w 10321503"/>
              <a:gd name="connsiteY16878" fmla="*/ 4064710 h 5599766"/>
              <a:gd name="connsiteX16879" fmla="*/ 2189559 w 10321503"/>
              <a:gd name="connsiteY16879" fmla="*/ 4064710 h 5599766"/>
              <a:gd name="connsiteX16880" fmla="*/ 2189610 w 10321503"/>
              <a:gd name="connsiteY16880" fmla="*/ 4064710 h 5599766"/>
              <a:gd name="connsiteX16881" fmla="*/ 2190224 w 10321503"/>
              <a:gd name="connsiteY16881" fmla="*/ 4065069 h 5599766"/>
              <a:gd name="connsiteX16882" fmla="*/ 2193755 w 10321503"/>
              <a:gd name="connsiteY16882" fmla="*/ 4071211 h 5599766"/>
              <a:gd name="connsiteX16883" fmla="*/ 2193755 w 10321503"/>
              <a:gd name="connsiteY16883" fmla="*/ 4071876 h 5599766"/>
              <a:gd name="connsiteX16884" fmla="*/ 2190224 w 10321503"/>
              <a:gd name="connsiteY16884" fmla="*/ 4078018 h 5599766"/>
              <a:gd name="connsiteX16885" fmla="*/ 2189610 w 10321503"/>
              <a:gd name="connsiteY16885" fmla="*/ 4078377 h 5599766"/>
              <a:gd name="connsiteX16886" fmla="*/ 7145531 w 10321503"/>
              <a:gd name="connsiteY16886" fmla="*/ 4078377 h 5599766"/>
              <a:gd name="connsiteX16887" fmla="*/ 7138469 w 10321503"/>
              <a:gd name="connsiteY16887" fmla="*/ 4078377 h 5599766"/>
              <a:gd name="connsiteX16888" fmla="*/ 7137854 w 10321503"/>
              <a:gd name="connsiteY16888" fmla="*/ 4078018 h 5599766"/>
              <a:gd name="connsiteX16889" fmla="*/ 7134322 w 10321503"/>
              <a:gd name="connsiteY16889" fmla="*/ 4071876 h 5599766"/>
              <a:gd name="connsiteX16890" fmla="*/ 7134322 w 10321503"/>
              <a:gd name="connsiteY16890" fmla="*/ 4071211 h 5599766"/>
              <a:gd name="connsiteX16891" fmla="*/ 7137854 w 10321503"/>
              <a:gd name="connsiteY16891" fmla="*/ 4065069 h 5599766"/>
              <a:gd name="connsiteX16892" fmla="*/ 7138469 w 10321503"/>
              <a:gd name="connsiteY16892" fmla="*/ 4064710 h 5599766"/>
              <a:gd name="connsiteX16893" fmla="*/ 7145531 w 10321503"/>
              <a:gd name="connsiteY16893" fmla="*/ 4064710 h 5599766"/>
              <a:gd name="connsiteX16894" fmla="*/ 7146145 w 10321503"/>
              <a:gd name="connsiteY16894" fmla="*/ 4065069 h 5599766"/>
              <a:gd name="connsiteX16895" fmla="*/ 7149677 w 10321503"/>
              <a:gd name="connsiteY16895" fmla="*/ 4071211 h 5599766"/>
              <a:gd name="connsiteX16896" fmla="*/ 7149677 w 10321503"/>
              <a:gd name="connsiteY16896" fmla="*/ 4071876 h 5599766"/>
              <a:gd name="connsiteX16897" fmla="*/ 7146145 w 10321503"/>
              <a:gd name="connsiteY16897" fmla="*/ 4078018 h 5599766"/>
              <a:gd name="connsiteX16898" fmla="*/ 7145531 w 10321503"/>
              <a:gd name="connsiteY16898" fmla="*/ 4078377 h 5599766"/>
              <a:gd name="connsiteX16899" fmla="*/ 11254 w 10321503"/>
              <a:gd name="connsiteY16899" fmla="*/ 4241688 h 5599766"/>
              <a:gd name="connsiteX16900" fmla="*/ 4192 w 10321503"/>
              <a:gd name="connsiteY16900" fmla="*/ 4241688 h 5599766"/>
              <a:gd name="connsiteX16901" fmla="*/ 3578 w 10321503"/>
              <a:gd name="connsiteY16901" fmla="*/ 4241330 h 5599766"/>
              <a:gd name="connsiteX16902" fmla="*/ 46 w 10321503"/>
              <a:gd name="connsiteY16902" fmla="*/ 4235189 h 5599766"/>
              <a:gd name="connsiteX16903" fmla="*/ 46 w 10321503"/>
              <a:gd name="connsiteY16903" fmla="*/ 4234523 h 5599766"/>
              <a:gd name="connsiteX16904" fmla="*/ 3578 w 10321503"/>
              <a:gd name="connsiteY16904" fmla="*/ 4228382 h 5599766"/>
              <a:gd name="connsiteX16905" fmla="*/ 4192 w 10321503"/>
              <a:gd name="connsiteY16905" fmla="*/ 4228023 h 5599766"/>
              <a:gd name="connsiteX16906" fmla="*/ 11254 w 10321503"/>
              <a:gd name="connsiteY16906" fmla="*/ 4228023 h 5599766"/>
              <a:gd name="connsiteX16907" fmla="*/ 11868 w 10321503"/>
              <a:gd name="connsiteY16907" fmla="*/ 4228382 h 5599766"/>
              <a:gd name="connsiteX16908" fmla="*/ 15400 w 10321503"/>
              <a:gd name="connsiteY16908" fmla="*/ 4234523 h 5599766"/>
              <a:gd name="connsiteX16909" fmla="*/ 15400 w 10321503"/>
              <a:gd name="connsiteY16909" fmla="*/ 4235189 h 5599766"/>
              <a:gd name="connsiteX16910" fmla="*/ 11868 w 10321503"/>
              <a:gd name="connsiteY16910" fmla="*/ 4241330 h 5599766"/>
              <a:gd name="connsiteX16911" fmla="*/ 11254 w 10321503"/>
              <a:gd name="connsiteY16911" fmla="*/ 4241688 h 5599766"/>
              <a:gd name="connsiteX16912" fmla="*/ 209480 w 10321503"/>
              <a:gd name="connsiteY16912" fmla="*/ 4241688 h 5599766"/>
              <a:gd name="connsiteX16913" fmla="*/ 202416 w 10321503"/>
              <a:gd name="connsiteY16913" fmla="*/ 4241688 h 5599766"/>
              <a:gd name="connsiteX16914" fmla="*/ 201803 w 10321503"/>
              <a:gd name="connsiteY16914" fmla="*/ 4241330 h 5599766"/>
              <a:gd name="connsiteX16915" fmla="*/ 198270 w 10321503"/>
              <a:gd name="connsiteY16915" fmla="*/ 4235189 h 5599766"/>
              <a:gd name="connsiteX16916" fmla="*/ 198270 w 10321503"/>
              <a:gd name="connsiteY16916" fmla="*/ 4234523 h 5599766"/>
              <a:gd name="connsiteX16917" fmla="*/ 201803 w 10321503"/>
              <a:gd name="connsiteY16917" fmla="*/ 4228382 h 5599766"/>
              <a:gd name="connsiteX16918" fmla="*/ 202416 w 10321503"/>
              <a:gd name="connsiteY16918" fmla="*/ 4228023 h 5599766"/>
              <a:gd name="connsiteX16919" fmla="*/ 209480 w 10321503"/>
              <a:gd name="connsiteY16919" fmla="*/ 4228023 h 5599766"/>
              <a:gd name="connsiteX16920" fmla="*/ 210094 w 10321503"/>
              <a:gd name="connsiteY16920" fmla="*/ 4228382 h 5599766"/>
              <a:gd name="connsiteX16921" fmla="*/ 213625 w 10321503"/>
              <a:gd name="connsiteY16921" fmla="*/ 4234523 h 5599766"/>
              <a:gd name="connsiteX16922" fmla="*/ 213625 w 10321503"/>
              <a:gd name="connsiteY16922" fmla="*/ 4235189 h 5599766"/>
              <a:gd name="connsiteX16923" fmla="*/ 210094 w 10321503"/>
              <a:gd name="connsiteY16923" fmla="*/ 4241330 h 5599766"/>
              <a:gd name="connsiteX16924" fmla="*/ 209480 w 10321503"/>
              <a:gd name="connsiteY16924" fmla="*/ 4241688 h 5599766"/>
              <a:gd name="connsiteX16925" fmla="*/ 407754 w 10321503"/>
              <a:gd name="connsiteY16925" fmla="*/ 4241688 h 5599766"/>
              <a:gd name="connsiteX16926" fmla="*/ 400692 w 10321503"/>
              <a:gd name="connsiteY16926" fmla="*/ 4241688 h 5599766"/>
              <a:gd name="connsiteX16927" fmla="*/ 400078 w 10321503"/>
              <a:gd name="connsiteY16927" fmla="*/ 4241330 h 5599766"/>
              <a:gd name="connsiteX16928" fmla="*/ 396546 w 10321503"/>
              <a:gd name="connsiteY16928" fmla="*/ 4235189 h 5599766"/>
              <a:gd name="connsiteX16929" fmla="*/ 396546 w 10321503"/>
              <a:gd name="connsiteY16929" fmla="*/ 4234523 h 5599766"/>
              <a:gd name="connsiteX16930" fmla="*/ 400078 w 10321503"/>
              <a:gd name="connsiteY16930" fmla="*/ 4228382 h 5599766"/>
              <a:gd name="connsiteX16931" fmla="*/ 400692 w 10321503"/>
              <a:gd name="connsiteY16931" fmla="*/ 4228023 h 5599766"/>
              <a:gd name="connsiteX16932" fmla="*/ 407754 w 10321503"/>
              <a:gd name="connsiteY16932" fmla="*/ 4228023 h 5599766"/>
              <a:gd name="connsiteX16933" fmla="*/ 408369 w 10321503"/>
              <a:gd name="connsiteY16933" fmla="*/ 4228382 h 5599766"/>
              <a:gd name="connsiteX16934" fmla="*/ 411900 w 10321503"/>
              <a:gd name="connsiteY16934" fmla="*/ 4234523 h 5599766"/>
              <a:gd name="connsiteX16935" fmla="*/ 411900 w 10321503"/>
              <a:gd name="connsiteY16935" fmla="*/ 4235189 h 5599766"/>
              <a:gd name="connsiteX16936" fmla="*/ 408369 w 10321503"/>
              <a:gd name="connsiteY16936" fmla="*/ 4241330 h 5599766"/>
              <a:gd name="connsiteX16937" fmla="*/ 407754 w 10321503"/>
              <a:gd name="connsiteY16937" fmla="*/ 4241688 h 5599766"/>
              <a:gd name="connsiteX16938" fmla="*/ 605979 w 10321503"/>
              <a:gd name="connsiteY16938" fmla="*/ 4241688 h 5599766"/>
              <a:gd name="connsiteX16939" fmla="*/ 598916 w 10321503"/>
              <a:gd name="connsiteY16939" fmla="*/ 4241688 h 5599766"/>
              <a:gd name="connsiteX16940" fmla="*/ 598302 w 10321503"/>
              <a:gd name="connsiteY16940" fmla="*/ 4241330 h 5599766"/>
              <a:gd name="connsiteX16941" fmla="*/ 594770 w 10321503"/>
              <a:gd name="connsiteY16941" fmla="*/ 4235189 h 5599766"/>
              <a:gd name="connsiteX16942" fmla="*/ 594770 w 10321503"/>
              <a:gd name="connsiteY16942" fmla="*/ 4234523 h 5599766"/>
              <a:gd name="connsiteX16943" fmla="*/ 598302 w 10321503"/>
              <a:gd name="connsiteY16943" fmla="*/ 4228382 h 5599766"/>
              <a:gd name="connsiteX16944" fmla="*/ 598916 w 10321503"/>
              <a:gd name="connsiteY16944" fmla="*/ 4228023 h 5599766"/>
              <a:gd name="connsiteX16945" fmla="*/ 605979 w 10321503"/>
              <a:gd name="connsiteY16945" fmla="*/ 4228023 h 5599766"/>
              <a:gd name="connsiteX16946" fmla="*/ 606593 w 10321503"/>
              <a:gd name="connsiteY16946" fmla="*/ 4228382 h 5599766"/>
              <a:gd name="connsiteX16947" fmla="*/ 610125 w 10321503"/>
              <a:gd name="connsiteY16947" fmla="*/ 4234523 h 5599766"/>
              <a:gd name="connsiteX16948" fmla="*/ 610125 w 10321503"/>
              <a:gd name="connsiteY16948" fmla="*/ 4235189 h 5599766"/>
              <a:gd name="connsiteX16949" fmla="*/ 606593 w 10321503"/>
              <a:gd name="connsiteY16949" fmla="*/ 4241330 h 5599766"/>
              <a:gd name="connsiteX16950" fmla="*/ 605979 w 10321503"/>
              <a:gd name="connsiteY16950" fmla="*/ 4241688 h 5599766"/>
              <a:gd name="connsiteX16951" fmla="*/ 804204 w 10321503"/>
              <a:gd name="connsiteY16951" fmla="*/ 4241688 h 5599766"/>
              <a:gd name="connsiteX16952" fmla="*/ 797140 w 10321503"/>
              <a:gd name="connsiteY16952" fmla="*/ 4241688 h 5599766"/>
              <a:gd name="connsiteX16953" fmla="*/ 796526 w 10321503"/>
              <a:gd name="connsiteY16953" fmla="*/ 4241330 h 5599766"/>
              <a:gd name="connsiteX16954" fmla="*/ 792995 w 10321503"/>
              <a:gd name="connsiteY16954" fmla="*/ 4235189 h 5599766"/>
              <a:gd name="connsiteX16955" fmla="*/ 792995 w 10321503"/>
              <a:gd name="connsiteY16955" fmla="*/ 4234523 h 5599766"/>
              <a:gd name="connsiteX16956" fmla="*/ 796526 w 10321503"/>
              <a:gd name="connsiteY16956" fmla="*/ 4228382 h 5599766"/>
              <a:gd name="connsiteX16957" fmla="*/ 797140 w 10321503"/>
              <a:gd name="connsiteY16957" fmla="*/ 4228023 h 5599766"/>
              <a:gd name="connsiteX16958" fmla="*/ 804204 w 10321503"/>
              <a:gd name="connsiteY16958" fmla="*/ 4228023 h 5599766"/>
              <a:gd name="connsiteX16959" fmla="*/ 804818 w 10321503"/>
              <a:gd name="connsiteY16959" fmla="*/ 4228382 h 5599766"/>
              <a:gd name="connsiteX16960" fmla="*/ 808350 w 10321503"/>
              <a:gd name="connsiteY16960" fmla="*/ 4234523 h 5599766"/>
              <a:gd name="connsiteX16961" fmla="*/ 808350 w 10321503"/>
              <a:gd name="connsiteY16961" fmla="*/ 4235189 h 5599766"/>
              <a:gd name="connsiteX16962" fmla="*/ 804818 w 10321503"/>
              <a:gd name="connsiteY16962" fmla="*/ 4241330 h 5599766"/>
              <a:gd name="connsiteX16963" fmla="*/ 804204 w 10321503"/>
              <a:gd name="connsiteY16963" fmla="*/ 4241688 h 5599766"/>
              <a:gd name="connsiteX16964" fmla="*/ 1002428 w 10321503"/>
              <a:gd name="connsiteY16964" fmla="*/ 4241688 h 5599766"/>
              <a:gd name="connsiteX16965" fmla="*/ 995366 w 10321503"/>
              <a:gd name="connsiteY16965" fmla="*/ 4241688 h 5599766"/>
              <a:gd name="connsiteX16966" fmla="*/ 994752 w 10321503"/>
              <a:gd name="connsiteY16966" fmla="*/ 4241330 h 5599766"/>
              <a:gd name="connsiteX16967" fmla="*/ 991220 w 10321503"/>
              <a:gd name="connsiteY16967" fmla="*/ 4235189 h 5599766"/>
              <a:gd name="connsiteX16968" fmla="*/ 991220 w 10321503"/>
              <a:gd name="connsiteY16968" fmla="*/ 4234523 h 5599766"/>
              <a:gd name="connsiteX16969" fmla="*/ 994752 w 10321503"/>
              <a:gd name="connsiteY16969" fmla="*/ 4228382 h 5599766"/>
              <a:gd name="connsiteX16970" fmla="*/ 995366 w 10321503"/>
              <a:gd name="connsiteY16970" fmla="*/ 4228023 h 5599766"/>
              <a:gd name="connsiteX16971" fmla="*/ 1002428 w 10321503"/>
              <a:gd name="connsiteY16971" fmla="*/ 4228023 h 5599766"/>
              <a:gd name="connsiteX16972" fmla="*/ 1003042 w 10321503"/>
              <a:gd name="connsiteY16972" fmla="*/ 4228382 h 5599766"/>
              <a:gd name="connsiteX16973" fmla="*/ 1006574 w 10321503"/>
              <a:gd name="connsiteY16973" fmla="*/ 4234523 h 5599766"/>
              <a:gd name="connsiteX16974" fmla="*/ 1006574 w 10321503"/>
              <a:gd name="connsiteY16974" fmla="*/ 4235189 h 5599766"/>
              <a:gd name="connsiteX16975" fmla="*/ 1003042 w 10321503"/>
              <a:gd name="connsiteY16975" fmla="*/ 4241330 h 5599766"/>
              <a:gd name="connsiteX16976" fmla="*/ 1002428 w 10321503"/>
              <a:gd name="connsiteY16976" fmla="*/ 4241688 h 5599766"/>
              <a:gd name="connsiteX16977" fmla="*/ 1200704 w 10321503"/>
              <a:gd name="connsiteY16977" fmla="*/ 4241688 h 5599766"/>
              <a:gd name="connsiteX16978" fmla="*/ 1193642 w 10321503"/>
              <a:gd name="connsiteY16978" fmla="*/ 4241688 h 5599766"/>
              <a:gd name="connsiteX16979" fmla="*/ 1193028 w 10321503"/>
              <a:gd name="connsiteY16979" fmla="*/ 4241330 h 5599766"/>
              <a:gd name="connsiteX16980" fmla="*/ 1189495 w 10321503"/>
              <a:gd name="connsiteY16980" fmla="*/ 4235189 h 5599766"/>
              <a:gd name="connsiteX16981" fmla="*/ 1189495 w 10321503"/>
              <a:gd name="connsiteY16981" fmla="*/ 4234523 h 5599766"/>
              <a:gd name="connsiteX16982" fmla="*/ 1193028 w 10321503"/>
              <a:gd name="connsiteY16982" fmla="*/ 4228382 h 5599766"/>
              <a:gd name="connsiteX16983" fmla="*/ 1193642 w 10321503"/>
              <a:gd name="connsiteY16983" fmla="*/ 4228023 h 5599766"/>
              <a:gd name="connsiteX16984" fmla="*/ 1200704 w 10321503"/>
              <a:gd name="connsiteY16984" fmla="*/ 4228023 h 5599766"/>
              <a:gd name="connsiteX16985" fmla="*/ 1201318 w 10321503"/>
              <a:gd name="connsiteY16985" fmla="*/ 4228382 h 5599766"/>
              <a:gd name="connsiteX16986" fmla="*/ 1204850 w 10321503"/>
              <a:gd name="connsiteY16986" fmla="*/ 4234523 h 5599766"/>
              <a:gd name="connsiteX16987" fmla="*/ 1204850 w 10321503"/>
              <a:gd name="connsiteY16987" fmla="*/ 4235189 h 5599766"/>
              <a:gd name="connsiteX16988" fmla="*/ 1201318 w 10321503"/>
              <a:gd name="connsiteY16988" fmla="*/ 4241330 h 5599766"/>
              <a:gd name="connsiteX16989" fmla="*/ 1200704 w 10321503"/>
              <a:gd name="connsiteY16989" fmla="*/ 4241688 h 5599766"/>
              <a:gd name="connsiteX16990" fmla="*/ 1398928 w 10321503"/>
              <a:gd name="connsiteY16990" fmla="*/ 4241688 h 5599766"/>
              <a:gd name="connsiteX16991" fmla="*/ 1391866 w 10321503"/>
              <a:gd name="connsiteY16991" fmla="*/ 4241688 h 5599766"/>
              <a:gd name="connsiteX16992" fmla="*/ 1391252 w 10321503"/>
              <a:gd name="connsiteY16992" fmla="*/ 4241330 h 5599766"/>
              <a:gd name="connsiteX16993" fmla="*/ 1387720 w 10321503"/>
              <a:gd name="connsiteY16993" fmla="*/ 4235189 h 5599766"/>
              <a:gd name="connsiteX16994" fmla="*/ 1387720 w 10321503"/>
              <a:gd name="connsiteY16994" fmla="*/ 4234523 h 5599766"/>
              <a:gd name="connsiteX16995" fmla="*/ 1391252 w 10321503"/>
              <a:gd name="connsiteY16995" fmla="*/ 4228382 h 5599766"/>
              <a:gd name="connsiteX16996" fmla="*/ 1391866 w 10321503"/>
              <a:gd name="connsiteY16996" fmla="*/ 4228023 h 5599766"/>
              <a:gd name="connsiteX16997" fmla="*/ 1398928 w 10321503"/>
              <a:gd name="connsiteY16997" fmla="*/ 4228023 h 5599766"/>
              <a:gd name="connsiteX16998" fmla="*/ 1399544 w 10321503"/>
              <a:gd name="connsiteY16998" fmla="*/ 4228382 h 5599766"/>
              <a:gd name="connsiteX16999" fmla="*/ 1403074 w 10321503"/>
              <a:gd name="connsiteY16999" fmla="*/ 4234523 h 5599766"/>
              <a:gd name="connsiteX17000" fmla="*/ 1403074 w 10321503"/>
              <a:gd name="connsiteY17000" fmla="*/ 4235189 h 5599766"/>
              <a:gd name="connsiteX17001" fmla="*/ 1399544 w 10321503"/>
              <a:gd name="connsiteY17001" fmla="*/ 4241330 h 5599766"/>
              <a:gd name="connsiteX17002" fmla="*/ 1398928 w 10321503"/>
              <a:gd name="connsiteY17002" fmla="*/ 4241688 h 5599766"/>
              <a:gd name="connsiteX17003" fmla="*/ 1597154 w 10321503"/>
              <a:gd name="connsiteY17003" fmla="*/ 4241688 h 5599766"/>
              <a:gd name="connsiteX17004" fmla="*/ 1590090 w 10321503"/>
              <a:gd name="connsiteY17004" fmla="*/ 4241688 h 5599766"/>
              <a:gd name="connsiteX17005" fmla="*/ 1589476 w 10321503"/>
              <a:gd name="connsiteY17005" fmla="*/ 4241330 h 5599766"/>
              <a:gd name="connsiteX17006" fmla="*/ 1585944 w 10321503"/>
              <a:gd name="connsiteY17006" fmla="*/ 4235189 h 5599766"/>
              <a:gd name="connsiteX17007" fmla="*/ 1585944 w 10321503"/>
              <a:gd name="connsiteY17007" fmla="*/ 4234523 h 5599766"/>
              <a:gd name="connsiteX17008" fmla="*/ 1589476 w 10321503"/>
              <a:gd name="connsiteY17008" fmla="*/ 4228382 h 5599766"/>
              <a:gd name="connsiteX17009" fmla="*/ 1590090 w 10321503"/>
              <a:gd name="connsiteY17009" fmla="*/ 4228023 h 5599766"/>
              <a:gd name="connsiteX17010" fmla="*/ 1597154 w 10321503"/>
              <a:gd name="connsiteY17010" fmla="*/ 4228023 h 5599766"/>
              <a:gd name="connsiteX17011" fmla="*/ 1597768 w 10321503"/>
              <a:gd name="connsiteY17011" fmla="*/ 4228382 h 5599766"/>
              <a:gd name="connsiteX17012" fmla="*/ 1601298 w 10321503"/>
              <a:gd name="connsiteY17012" fmla="*/ 4234523 h 5599766"/>
              <a:gd name="connsiteX17013" fmla="*/ 1601298 w 10321503"/>
              <a:gd name="connsiteY17013" fmla="*/ 4235189 h 5599766"/>
              <a:gd name="connsiteX17014" fmla="*/ 1597768 w 10321503"/>
              <a:gd name="connsiteY17014" fmla="*/ 4241330 h 5599766"/>
              <a:gd name="connsiteX17015" fmla="*/ 1597154 w 10321503"/>
              <a:gd name="connsiteY17015" fmla="*/ 4241688 h 5599766"/>
              <a:gd name="connsiteX17016" fmla="*/ 1795378 w 10321503"/>
              <a:gd name="connsiteY17016" fmla="*/ 4241688 h 5599766"/>
              <a:gd name="connsiteX17017" fmla="*/ 1788315 w 10321503"/>
              <a:gd name="connsiteY17017" fmla="*/ 4241688 h 5599766"/>
              <a:gd name="connsiteX17018" fmla="*/ 1787701 w 10321503"/>
              <a:gd name="connsiteY17018" fmla="*/ 4241330 h 5599766"/>
              <a:gd name="connsiteX17019" fmla="*/ 1784170 w 10321503"/>
              <a:gd name="connsiteY17019" fmla="*/ 4235189 h 5599766"/>
              <a:gd name="connsiteX17020" fmla="*/ 1784170 w 10321503"/>
              <a:gd name="connsiteY17020" fmla="*/ 4234523 h 5599766"/>
              <a:gd name="connsiteX17021" fmla="*/ 1787701 w 10321503"/>
              <a:gd name="connsiteY17021" fmla="*/ 4228382 h 5599766"/>
              <a:gd name="connsiteX17022" fmla="*/ 1788315 w 10321503"/>
              <a:gd name="connsiteY17022" fmla="*/ 4228023 h 5599766"/>
              <a:gd name="connsiteX17023" fmla="*/ 1795378 w 10321503"/>
              <a:gd name="connsiteY17023" fmla="*/ 4228023 h 5599766"/>
              <a:gd name="connsiteX17024" fmla="*/ 1795992 w 10321503"/>
              <a:gd name="connsiteY17024" fmla="*/ 4228382 h 5599766"/>
              <a:gd name="connsiteX17025" fmla="*/ 1799524 w 10321503"/>
              <a:gd name="connsiteY17025" fmla="*/ 4234523 h 5599766"/>
              <a:gd name="connsiteX17026" fmla="*/ 1799524 w 10321503"/>
              <a:gd name="connsiteY17026" fmla="*/ 4235189 h 5599766"/>
              <a:gd name="connsiteX17027" fmla="*/ 1795992 w 10321503"/>
              <a:gd name="connsiteY17027" fmla="*/ 4241330 h 5599766"/>
              <a:gd name="connsiteX17028" fmla="*/ 1795378 w 10321503"/>
              <a:gd name="connsiteY17028" fmla="*/ 4241688 h 5599766"/>
              <a:gd name="connsiteX17029" fmla="*/ 1993654 w 10321503"/>
              <a:gd name="connsiteY17029" fmla="*/ 4241688 h 5599766"/>
              <a:gd name="connsiteX17030" fmla="*/ 1986590 w 10321503"/>
              <a:gd name="connsiteY17030" fmla="*/ 4241688 h 5599766"/>
              <a:gd name="connsiteX17031" fmla="*/ 1985976 w 10321503"/>
              <a:gd name="connsiteY17031" fmla="*/ 4241330 h 5599766"/>
              <a:gd name="connsiteX17032" fmla="*/ 1982445 w 10321503"/>
              <a:gd name="connsiteY17032" fmla="*/ 4235189 h 5599766"/>
              <a:gd name="connsiteX17033" fmla="*/ 1982445 w 10321503"/>
              <a:gd name="connsiteY17033" fmla="*/ 4234523 h 5599766"/>
              <a:gd name="connsiteX17034" fmla="*/ 1985976 w 10321503"/>
              <a:gd name="connsiteY17034" fmla="*/ 4228382 h 5599766"/>
              <a:gd name="connsiteX17035" fmla="*/ 1986590 w 10321503"/>
              <a:gd name="connsiteY17035" fmla="*/ 4228023 h 5599766"/>
              <a:gd name="connsiteX17036" fmla="*/ 1993654 w 10321503"/>
              <a:gd name="connsiteY17036" fmla="*/ 4228023 h 5599766"/>
              <a:gd name="connsiteX17037" fmla="*/ 1994268 w 10321503"/>
              <a:gd name="connsiteY17037" fmla="*/ 4228382 h 5599766"/>
              <a:gd name="connsiteX17038" fmla="*/ 1997800 w 10321503"/>
              <a:gd name="connsiteY17038" fmla="*/ 4234523 h 5599766"/>
              <a:gd name="connsiteX17039" fmla="*/ 1997800 w 10321503"/>
              <a:gd name="connsiteY17039" fmla="*/ 4235189 h 5599766"/>
              <a:gd name="connsiteX17040" fmla="*/ 1994268 w 10321503"/>
              <a:gd name="connsiteY17040" fmla="*/ 4241330 h 5599766"/>
              <a:gd name="connsiteX17041" fmla="*/ 1993654 w 10321503"/>
              <a:gd name="connsiteY17041" fmla="*/ 4241688 h 5599766"/>
              <a:gd name="connsiteX17042" fmla="*/ 3379008 w 10321503"/>
              <a:gd name="connsiteY17042" fmla="*/ 4247440 h 5599766"/>
              <a:gd name="connsiteX17043" fmla="*/ 3371947 w 10321503"/>
              <a:gd name="connsiteY17043" fmla="*/ 4247440 h 5599766"/>
              <a:gd name="connsiteX17044" fmla="*/ 3371332 w 10321503"/>
              <a:gd name="connsiteY17044" fmla="*/ 4247082 h 5599766"/>
              <a:gd name="connsiteX17045" fmla="*/ 3367800 w 10321503"/>
              <a:gd name="connsiteY17045" fmla="*/ 4240941 h 5599766"/>
              <a:gd name="connsiteX17046" fmla="*/ 3367800 w 10321503"/>
              <a:gd name="connsiteY17046" fmla="*/ 4240274 h 5599766"/>
              <a:gd name="connsiteX17047" fmla="*/ 3371332 w 10321503"/>
              <a:gd name="connsiteY17047" fmla="*/ 4234132 h 5599766"/>
              <a:gd name="connsiteX17048" fmla="*/ 3371947 w 10321503"/>
              <a:gd name="connsiteY17048" fmla="*/ 4233775 h 5599766"/>
              <a:gd name="connsiteX17049" fmla="*/ 3379008 w 10321503"/>
              <a:gd name="connsiteY17049" fmla="*/ 4233775 h 5599766"/>
              <a:gd name="connsiteX17050" fmla="*/ 3379624 w 10321503"/>
              <a:gd name="connsiteY17050" fmla="*/ 4234132 h 5599766"/>
              <a:gd name="connsiteX17051" fmla="*/ 3383155 w 10321503"/>
              <a:gd name="connsiteY17051" fmla="*/ 4240274 h 5599766"/>
              <a:gd name="connsiteX17052" fmla="*/ 3383155 w 10321503"/>
              <a:gd name="connsiteY17052" fmla="*/ 4240941 h 5599766"/>
              <a:gd name="connsiteX17053" fmla="*/ 3379624 w 10321503"/>
              <a:gd name="connsiteY17053" fmla="*/ 4247082 h 5599766"/>
              <a:gd name="connsiteX17054" fmla="*/ 3379008 w 10321503"/>
              <a:gd name="connsiteY17054" fmla="*/ 4247440 h 5599766"/>
              <a:gd name="connsiteX17055" fmla="*/ 4766683 w 10321503"/>
              <a:gd name="connsiteY17055" fmla="*/ 4247440 h 5599766"/>
              <a:gd name="connsiteX17056" fmla="*/ 4759621 w 10321503"/>
              <a:gd name="connsiteY17056" fmla="*/ 4247440 h 5599766"/>
              <a:gd name="connsiteX17057" fmla="*/ 4759007 w 10321503"/>
              <a:gd name="connsiteY17057" fmla="*/ 4247082 h 5599766"/>
              <a:gd name="connsiteX17058" fmla="*/ 4755475 w 10321503"/>
              <a:gd name="connsiteY17058" fmla="*/ 4240941 h 5599766"/>
              <a:gd name="connsiteX17059" fmla="*/ 4755475 w 10321503"/>
              <a:gd name="connsiteY17059" fmla="*/ 4240275 h 5599766"/>
              <a:gd name="connsiteX17060" fmla="*/ 4759007 w 10321503"/>
              <a:gd name="connsiteY17060" fmla="*/ 4234134 h 5599766"/>
              <a:gd name="connsiteX17061" fmla="*/ 4759621 w 10321503"/>
              <a:gd name="connsiteY17061" fmla="*/ 4233775 h 5599766"/>
              <a:gd name="connsiteX17062" fmla="*/ 4766683 w 10321503"/>
              <a:gd name="connsiteY17062" fmla="*/ 4233775 h 5599766"/>
              <a:gd name="connsiteX17063" fmla="*/ 4767297 w 10321503"/>
              <a:gd name="connsiteY17063" fmla="*/ 4234134 h 5599766"/>
              <a:gd name="connsiteX17064" fmla="*/ 4770829 w 10321503"/>
              <a:gd name="connsiteY17064" fmla="*/ 4240275 h 5599766"/>
              <a:gd name="connsiteX17065" fmla="*/ 4770829 w 10321503"/>
              <a:gd name="connsiteY17065" fmla="*/ 4240941 h 5599766"/>
              <a:gd name="connsiteX17066" fmla="*/ 4767297 w 10321503"/>
              <a:gd name="connsiteY17066" fmla="*/ 4247082 h 5599766"/>
              <a:gd name="connsiteX17067" fmla="*/ 4766683 w 10321503"/>
              <a:gd name="connsiteY17067" fmla="*/ 4247440 h 5599766"/>
              <a:gd name="connsiteX17068" fmla="*/ 5757857 w 10321503"/>
              <a:gd name="connsiteY17068" fmla="*/ 4247440 h 5599766"/>
              <a:gd name="connsiteX17069" fmla="*/ 5750795 w 10321503"/>
              <a:gd name="connsiteY17069" fmla="*/ 4247440 h 5599766"/>
              <a:gd name="connsiteX17070" fmla="*/ 5750181 w 10321503"/>
              <a:gd name="connsiteY17070" fmla="*/ 4247080 h 5599766"/>
              <a:gd name="connsiteX17071" fmla="*/ 5746649 w 10321503"/>
              <a:gd name="connsiteY17071" fmla="*/ 4240940 h 5599766"/>
              <a:gd name="connsiteX17072" fmla="*/ 5746649 w 10321503"/>
              <a:gd name="connsiteY17072" fmla="*/ 4240274 h 5599766"/>
              <a:gd name="connsiteX17073" fmla="*/ 5750181 w 10321503"/>
              <a:gd name="connsiteY17073" fmla="*/ 4234132 h 5599766"/>
              <a:gd name="connsiteX17074" fmla="*/ 5750795 w 10321503"/>
              <a:gd name="connsiteY17074" fmla="*/ 4233774 h 5599766"/>
              <a:gd name="connsiteX17075" fmla="*/ 5757857 w 10321503"/>
              <a:gd name="connsiteY17075" fmla="*/ 4233774 h 5599766"/>
              <a:gd name="connsiteX17076" fmla="*/ 5758471 w 10321503"/>
              <a:gd name="connsiteY17076" fmla="*/ 4234132 h 5599766"/>
              <a:gd name="connsiteX17077" fmla="*/ 5762003 w 10321503"/>
              <a:gd name="connsiteY17077" fmla="*/ 4240274 h 5599766"/>
              <a:gd name="connsiteX17078" fmla="*/ 5762003 w 10321503"/>
              <a:gd name="connsiteY17078" fmla="*/ 4240940 h 5599766"/>
              <a:gd name="connsiteX17079" fmla="*/ 5758471 w 10321503"/>
              <a:gd name="connsiteY17079" fmla="*/ 4247080 h 5599766"/>
              <a:gd name="connsiteX17080" fmla="*/ 5757857 w 10321503"/>
              <a:gd name="connsiteY17080" fmla="*/ 4247440 h 5599766"/>
              <a:gd name="connsiteX17081" fmla="*/ 6749031 w 10321503"/>
              <a:gd name="connsiteY17081" fmla="*/ 4247445 h 5599766"/>
              <a:gd name="connsiteX17082" fmla="*/ 6741967 w 10321503"/>
              <a:gd name="connsiteY17082" fmla="*/ 4247445 h 5599766"/>
              <a:gd name="connsiteX17083" fmla="*/ 6741354 w 10321503"/>
              <a:gd name="connsiteY17083" fmla="*/ 4247087 h 5599766"/>
              <a:gd name="connsiteX17084" fmla="*/ 6737823 w 10321503"/>
              <a:gd name="connsiteY17084" fmla="*/ 4240945 h 5599766"/>
              <a:gd name="connsiteX17085" fmla="*/ 6737823 w 10321503"/>
              <a:gd name="connsiteY17085" fmla="*/ 4240281 h 5599766"/>
              <a:gd name="connsiteX17086" fmla="*/ 6741354 w 10321503"/>
              <a:gd name="connsiteY17086" fmla="*/ 4234138 h 5599766"/>
              <a:gd name="connsiteX17087" fmla="*/ 6741967 w 10321503"/>
              <a:gd name="connsiteY17087" fmla="*/ 4233780 h 5599766"/>
              <a:gd name="connsiteX17088" fmla="*/ 6749031 w 10321503"/>
              <a:gd name="connsiteY17088" fmla="*/ 4233780 h 5599766"/>
              <a:gd name="connsiteX17089" fmla="*/ 6749646 w 10321503"/>
              <a:gd name="connsiteY17089" fmla="*/ 4234138 h 5599766"/>
              <a:gd name="connsiteX17090" fmla="*/ 6753177 w 10321503"/>
              <a:gd name="connsiteY17090" fmla="*/ 4240281 h 5599766"/>
              <a:gd name="connsiteX17091" fmla="*/ 6753177 w 10321503"/>
              <a:gd name="connsiteY17091" fmla="*/ 4240945 h 5599766"/>
              <a:gd name="connsiteX17092" fmla="*/ 6749646 w 10321503"/>
              <a:gd name="connsiteY17092" fmla="*/ 4247087 h 5599766"/>
              <a:gd name="connsiteX17093" fmla="*/ 6749031 w 10321503"/>
              <a:gd name="connsiteY17093" fmla="*/ 4247445 h 5599766"/>
              <a:gd name="connsiteX17094" fmla="*/ 7145299 w 10321503"/>
              <a:gd name="connsiteY17094" fmla="*/ 4247445 h 5599766"/>
              <a:gd name="connsiteX17095" fmla="*/ 7138234 w 10321503"/>
              <a:gd name="connsiteY17095" fmla="*/ 4247445 h 5599766"/>
              <a:gd name="connsiteX17096" fmla="*/ 7137621 w 10321503"/>
              <a:gd name="connsiteY17096" fmla="*/ 4247088 h 5599766"/>
              <a:gd name="connsiteX17097" fmla="*/ 7134088 w 10321503"/>
              <a:gd name="connsiteY17097" fmla="*/ 4240946 h 5599766"/>
              <a:gd name="connsiteX17098" fmla="*/ 7134088 w 10321503"/>
              <a:gd name="connsiteY17098" fmla="*/ 4240281 h 5599766"/>
              <a:gd name="connsiteX17099" fmla="*/ 7137621 w 10321503"/>
              <a:gd name="connsiteY17099" fmla="*/ 4234139 h 5599766"/>
              <a:gd name="connsiteX17100" fmla="*/ 7138234 w 10321503"/>
              <a:gd name="connsiteY17100" fmla="*/ 4233780 h 5599766"/>
              <a:gd name="connsiteX17101" fmla="*/ 7145299 w 10321503"/>
              <a:gd name="connsiteY17101" fmla="*/ 4233780 h 5599766"/>
              <a:gd name="connsiteX17102" fmla="*/ 7145911 w 10321503"/>
              <a:gd name="connsiteY17102" fmla="*/ 4234139 h 5599766"/>
              <a:gd name="connsiteX17103" fmla="*/ 7149443 w 10321503"/>
              <a:gd name="connsiteY17103" fmla="*/ 4240281 h 5599766"/>
              <a:gd name="connsiteX17104" fmla="*/ 7149443 w 10321503"/>
              <a:gd name="connsiteY17104" fmla="*/ 4240946 h 5599766"/>
              <a:gd name="connsiteX17105" fmla="*/ 7145911 w 10321503"/>
              <a:gd name="connsiteY17105" fmla="*/ 4247088 h 5599766"/>
              <a:gd name="connsiteX17106" fmla="*/ 7145299 w 10321503"/>
              <a:gd name="connsiteY17106" fmla="*/ 4247445 h 5599766"/>
              <a:gd name="connsiteX17107" fmla="*/ 4171959 w 10321503"/>
              <a:gd name="connsiteY17107" fmla="*/ 4247450 h 5599766"/>
              <a:gd name="connsiteX17108" fmla="*/ 4164896 w 10321503"/>
              <a:gd name="connsiteY17108" fmla="*/ 4247450 h 5599766"/>
              <a:gd name="connsiteX17109" fmla="*/ 4164282 w 10321503"/>
              <a:gd name="connsiteY17109" fmla="*/ 4247091 h 5599766"/>
              <a:gd name="connsiteX17110" fmla="*/ 4160751 w 10321503"/>
              <a:gd name="connsiteY17110" fmla="*/ 4240950 h 5599766"/>
              <a:gd name="connsiteX17111" fmla="*/ 4160751 w 10321503"/>
              <a:gd name="connsiteY17111" fmla="*/ 4240285 h 5599766"/>
              <a:gd name="connsiteX17112" fmla="*/ 4164282 w 10321503"/>
              <a:gd name="connsiteY17112" fmla="*/ 4234143 h 5599766"/>
              <a:gd name="connsiteX17113" fmla="*/ 4164896 w 10321503"/>
              <a:gd name="connsiteY17113" fmla="*/ 4233784 h 5599766"/>
              <a:gd name="connsiteX17114" fmla="*/ 4171959 w 10321503"/>
              <a:gd name="connsiteY17114" fmla="*/ 4233784 h 5599766"/>
              <a:gd name="connsiteX17115" fmla="*/ 4172573 w 10321503"/>
              <a:gd name="connsiteY17115" fmla="*/ 4234143 h 5599766"/>
              <a:gd name="connsiteX17116" fmla="*/ 4176105 w 10321503"/>
              <a:gd name="connsiteY17116" fmla="*/ 4240285 h 5599766"/>
              <a:gd name="connsiteX17117" fmla="*/ 4176105 w 10321503"/>
              <a:gd name="connsiteY17117" fmla="*/ 4240950 h 5599766"/>
              <a:gd name="connsiteX17118" fmla="*/ 4172573 w 10321503"/>
              <a:gd name="connsiteY17118" fmla="*/ 4247091 h 5599766"/>
              <a:gd name="connsiteX17119" fmla="*/ 4171959 w 10321503"/>
              <a:gd name="connsiteY17119" fmla="*/ 4247450 h 5599766"/>
              <a:gd name="connsiteX17120" fmla="*/ 7938265 w 10321503"/>
              <a:gd name="connsiteY17120" fmla="*/ 4247453 h 5599766"/>
              <a:gd name="connsiteX17121" fmla="*/ 7931200 w 10321503"/>
              <a:gd name="connsiteY17121" fmla="*/ 4247453 h 5599766"/>
              <a:gd name="connsiteX17122" fmla="*/ 7930587 w 10321503"/>
              <a:gd name="connsiteY17122" fmla="*/ 4247095 h 5599766"/>
              <a:gd name="connsiteX17123" fmla="*/ 7927055 w 10321503"/>
              <a:gd name="connsiteY17123" fmla="*/ 4240953 h 5599766"/>
              <a:gd name="connsiteX17124" fmla="*/ 7927055 w 10321503"/>
              <a:gd name="connsiteY17124" fmla="*/ 4240288 h 5599766"/>
              <a:gd name="connsiteX17125" fmla="*/ 7930587 w 10321503"/>
              <a:gd name="connsiteY17125" fmla="*/ 4234146 h 5599766"/>
              <a:gd name="connsiteX17126" fmla="*/ 7931200 w 10321503"/>
              <a:gd name="connsiteY17126" fmla="*/ 4233787 h 5599766"/>
              <a:gd name="connsiteX17127" fmla="*/ 7938265 w 10321503"/>
              <a:gd name="connsiteY17127" fmla="*/ 4233787 h 5599766"/>
              <a:gd name="connsiteX17128" fmla="*/ 7938880 w 10321503"/>
              <a:gd name="connsiteY17128" fmla="*/ 4234146 h 5599766"/>
              <a:gd name="connsiteX17129" fmla="*/ 7942411 w 10321503"/>
              <a:gd name="connsiteY17129" fmla="*/ 4240288 h 5599766"/>
              <a:gd name="connsiteX17130" fmla="*/ 7942411 w 10321503"/>
              <a:gd name="connsiteY17130" fmla="*/ 4240953 h 5599766"/>
              <a:gd name="connsiteX17131" fmla="*/ 7938880 w 10321503"/>
              <a:gd name="connsiteY17131" fmla="*/ 4247095 h 5599766"/>
              <a:gd name="connsiteX17132" fmla="*/ 7938265 w 10321503"/>
              <a:gd name="connsiteY17132" fmla="*/ 4247453 h 5599766"/>
              <a:gd name="connsiteX17133" fmla="*/ 2784284 w 10321503"/>
              <a:gd name="connsiteY17133" fmla="*/ 4247454 h 5599766"/>
              <a:gd name="connsiteX17134" fmla="*/ 2777221 w 10321503"/>
              <a:gd name="connsiteY17134" fmla="*/ 4247454 h 5599766"/>
              <a:gd name="connsiteX17135" fmla="*/ 2776607 w 10321503"/>
              <a:gd name="connsiteY17135" fmla="*/ 4247096 h 5599766"/>
              <a:gd name="connsiteX17136" fmla="*/ 2773075 w 10321503"/>
              <a:gd name="connsiteY17136" fmla="*/ 4240954 h 5599766"/>
              <a:gd name="connsiteX17137" fmla="*/ 2773075 w 10321503"/>
              <a:gd name="connsiteY17137" fmla="*/ 4240289 h 5599766"/>
              <a:gd name="connsiteX17138" fmla="*/ 2776607 w 10321503"/>
              <a:gd name="connsiteY17138" fmla="*/ 4234146 h 5599766"/>
              <a:gd name="connsiteX17139" fmla="*/ 2777221 w 10321503"/>
              <a:gd name="connsiteY17139" fmla="*/ 4233788 h 5599766"/>
              <a:gd name="connsiteX17140" fmla="*/ 2777260 w 10321503"/>
              <a:gd name="connsiteY17140" fmla="*/ 4233788 h 5599766"/>
              <a:gd name="connsiteX17141" fmla="*/ 2777272 w 10321503"/>
              <a:gd name="connsiteY17141" fmla="*/ 4233781 h 5599766"/>
              <a:gd name="connsiteX17142" fmla="*/ 2784335 w 10321503"/>
              <a:gd name="connsiteY17142" fmla="*/ 4233781 h 5599766"/>
              <a:gd name="connsiteX17143" fmla="*/ 2784949 w 10321503"/>
              <a:gd name="connsiteY17143" fmla="*/ 4234139 h 5599766"/>
              <a:gd name="connsiteX17144" fmla="*/ 2788481 w 10321503"/>
              <a:gd name="connsiteY17144" fmla="*/ 4240282 h 5599766"/>
              <a:gd name="connsiteX17145" fmla="*/ 2788481 w 10321503"/>
              <a:gd name="connsiteY17145" fmla="*/ 4240948 h 5599766"/>
              <a:gd name="connsiteX17146" fmla="*/ 2784949 w 10321503"/>
              <a:gd name="connsiteY17146" fmla="*/ 4247089 h 5599766"/>
              <a:gd name="connsiteX17147" fmla="*/ 2784335 w 10321503"/>
              <a:gd name="connsiteY17147" fmla="*/ 4247447 h 5599766"/>
              <a:gd name="connsiteX17148" fmla="*/ 2784296 w 10321503"/>
              <a:gd name="connsiteY17148" fmla="*/ 4247447 h 5599766"/>
              <a:gd name="connsiteX17149" fmla="*/ 10118915 w 10321503"/>
              <a:gd name="connsiteY17149" fmla="*/ 4247458 h 5599766"/>
              <a:gd name="connsiteX17150" fmla="*/ 10111851 w 10321503"/>
              <a:gd name="connsiteY17150" fmla="*/ 4247458 h 5599766"/>
              <a:gd name="connsiteX17151" fmla="*/ 10111820 w 10321503"/>
              <a:gd name="connsiteY17151" fmla="*/ 4247440 h 5599766"/>
              <a:gd name="connsiteX17152" fmla="*/ 10111816 w 10321503"/>
              <a:gd name="connsiteY17152" fmla="*/ 4247440 h 5599766"/>
              <a:gd name="connsiteX17153" fmla="*/ 10111201 w 10321503"/>
              <a:gd name="connsiteY17153" fmla="*/ 4247080 h 5599766"/>
              <a:gd name="connsiteX17154" fmla="*/ 10107671 w 10321503"/>
              <a:gd name="connsiteY17154" fmla="*/ 4240940 h 5599766"/>
              <a:gd name="connsiteX17155" fmla="*/ 10107671 w 10321503"/>
              <a:gd name="connsiteY17155" fmla="*/ 4240274 h 5599766"/>
              <a:gd name="connsiteX17156" fmla="*/ 10111201 w 10321503"/>
              <a:gd name="connsiteY17156" fmla="*/ 4234132 h 5599766"/>
              <a:gd name="connsiteX17157" fmla="*/ 10111816 w 10321503"/>
              <a:gd name="connsiteY17157" fmla="*/ 4233774 h 5599766"/>
              <a:gd name="connsiteX17158" fmla="*/ 10118878 w 10321503"/>
              <a:gd name="connsiteY17158" fmla="*/ 4233774 h 5599766"/>
              <a:gd name="connsiteX17159" fmla="*/ 10118911 w 10321503"/>
              <a:gd name="connsiteY17159" fmla="*/ 4233793 h 5599766"/>
              <a:gd name="connsiteX17160" fmla="*/ 10118915 w 10321503"/>
              <a:gd name="connsiteY17160" fmla="*/ 4233793 h 5599766"/>
              <a:gd name="connsiteX17161" fmla="*/ 10119529 w 10321503"/>
              <a:gd name="connsiteY17161" fmla="*/ 4234151 h 5599766"/>
              <a:gd name="connsiteX17162" fmla="*/ 10123060 w 10321503"/>
              <a:gd name="connsiteY17162" fmla="*/ 4240293 h 5599766"/>
              <a:gd name="connsiteX17163" fmla="*/ 10123060 w 10321503"/>
              <a:gd name="connsiteY17163" fmla="*/ 4240959 h 5599766"/>
              <a:gd name="connsiteX17164" fmla="*/ 10119529 w 10321503"/>
              <a:gd name="connsiteY17164" fmla="*/ 4247100 h 5599766"/>
              <a:gd name="connsiteX17165" fmla="*/ 10118915 w 10321503"/>
              <a:gd name="connsiteY17165" fmla="*/ 4247458 h 5599766"/>
              <a:gd name="connsiteX17166" fmla="*/ 7740055 w 10321503"/>
              <a:gd name="connsiteY17166" fmla="*/ 4247465 h 5599766"/>
              <a:gd name="connsiteX17167" fmla="*/ 7732992 w 10321503"/>
              <a:gd name="connsiteY17167" fmla="*/ 4247465 h 5599766"/>
              <a:gd name="connsiteX17168" fmla="*/ 7732376 w 10321503"/>
              <a:gd name="connsiteY17168" fmla="*/ 4247107 h 5599766"/>
              <a:gd name="connsiteX17169" fmla="*/ 7728845 w 10321503"/>
              <a:gd name="connsiteY17169" fmla="*/ 4240966 h 5599766"/>
              <a:gd name="connsiteX17170" fmla="*/ 7728845 w 10321503"/>
              <a:gd name="connsiteY17170" fmla="*/ 4240300 h 5599766"/>
              <a:gd name="connsiteX17171" fmla="*/ 7732376 w 10321503"/>
              <a:gd name="connsiteY17171" fmla="*/ 4234157 h 5599766"/>
              <a:gd name="connsiteX17172" fmla="*/ 7732992 w 10321503"/>
              <a:gd name="connsiteY17172" fmla="*/ 4233800 h 5599766"/>
              <a:gd name="connsiteX17173" fmla="*/ 7740055 w 10321503"/>
              <a:gd name="connsiteY17173" fmla="*/ 4233800 h 5599766"/>
              <a:gd name="connsiteX17174" fmla="*/ 7740669 w 10321503"/>
              <a:gd name="connsiteY17174" fmla="*/ 4234157 h 5599766"/>
              <a:gd name="connsiteX17175" fmla="*/ 7744201 w 10321503"/>
              <a:gd name="connsiteY17175" fmla="*/ 4240300 h 5599766"/>
              <a:gd name="connsiteX17176" fmla="*/ 7744201 w 10321503"/>
              <a:gd name="connsiteY17176" fmla="*/ 4240966 h 5599766"/>
              <a:gd name="connsiteX17177" fmla="*/ 7740669 w 10321503"/>
              <a:gd name="connsiteY17177" fmla="*/ 4247107 h 5599766"/>
              <a:gd name="connsiteX17178" fmla="*/ 7740055 w 10321503"/>
              <a:gd name="connsiteY17178" fmla="*/ 4247465 h 5599766"/>
              <a:gd name="connsiteX17179" fmla="*/ 7541823 w 10321503"/>
              <a:gd name="connsiteY17179" fmla="*/ 4247466 h 5599766"/>
              <a:gd name="connsiteX17180" fmla="*/ 7534759 w 10321503"/>
              <a:gd name="connsiteY17180" fmla="*/ 4247466 h 5599766"/>
              <a:gd name="connsiteX17181" fmla="*/ 7534144 w 10321503"/>
              <a:gd name="connsiteY17181" fmla="*/ 4247108 h 5599766"/>
              <a:gd name="connsiteX17182" fmla="*/ 7530613 w 10321503"/>
              <a:gd name="connsiteY17182" fmla="*/ 4240966 h 5599766"/>
              <a:gd name="connsiteX17183" fmla="*/ 7530613 w 10321503"/>
              <a:gd name="connsiteY17183" fmla="*/ 4240301 h 5599766"/>
              <a:gd name="connsiteX17184" fmla="*/ 7534144 w 10321503"/>
              <a:gd name="connsiteY17184" fmla="*/ 4234158 h 5599766"/>
              <a:gd name="connsiteX17185" fmla="*/ 7534759 w 10321503"/>
              <a:gd name="connsiteY17185" fmla="*/ 4233800 h 5599766"/>
              <a:gd name="connsiteX17186" fmla="*/ 7541823 w 10321503"/>
              <a:gd name="connsiteY17186" fmla="*/ 4233800 h 5599766"/>
              <a:gd name="connsiteX17187" fmla="*/ 7542437 w 10321503"/>
              <a:gd name="connsiteY17187" fmla="*/ 4234158 h 5599766"/>
              <a:gd name="connsiteX17188" fmla="*/ 7545970 w 10321503"/>
              <a:gd name="connsiteY17188" fmla="*/ 4240301 h 5599766"/>
              <a:gd name="connsiteX17189" fmla="*/ 7545970 w 10321503"/>
              <a:gd name="connsiteY17189" fmla="*/ 4240966 h 5599766"/>
              <a:gd name="connsiteX17190" fmla="*/ 7542437 w 10321503"/>
              <a:gd name="connsiteY17190" fmla="*/ 4247108 h 5599766"/>
              <a:gd name="connsiteX17191" fmla="*/ 7541823 w 10321503"/>
              <a:gd name="connsiteY17191" fmla="*/ 4247466 h 5599766"/>
              <a:gd name="connsiteX17192" fmla="*/ 3577234 w 10321503"/>
              <a:gd name="connsiteY17192" fmla="*/ 4247468 h 5599766"/>
              <a:gd name="connsiteX17193" fmla="*/ 3570172 w 10321503"/>
              <a:gd name="connsiteY17193" fmla="*/ 4247468 h 5599766"/>
              <a:gd name="connsiteX17194" fmla="*/ 3569557 w 10321503"/>
              <a:gd name="connsiteY17194" fmla="*/ 4247109 h 5599766"/>
              <a:gd name="connsiteX17195" fmla="*/ 3566024 w 10321503"/>
              <a:gd name="connsiteY17195" fmla="*/ 4240968 h 5599766"/>
              <a:gd name="connsiteX17196" fmla="*/ 3566024 w 10321503"/>
              <a:gd name="connsiteY17196" fmla="*/ 4240303 h 5599766"/>
              <a:gd name="connsiteX17197" fmla="*/ 3569557 w 10321503"/>
              <a:gd name="connsiteY17197" fmla="*/ 4234160 h 5599766"/>
              <a:gd name="connsiteX17198" fmla="*/ 3570172 w 10321503"/>
              <a:gd name="connsiteY17198" fmla="*/ 4233802 h 5599766"/>
              <a:gd name="connsiteX17199" fmla="*/ 3577234 w 10321503"/>
              <a:gd name="connsiteY17199" fmla="*/ 4233802 h 5599766"/>
              <a:gd name="connsiteX17200" fmla="*/ 3577848 w 10321503"/>
              <a:gd name="connsiteY17200" fmla="*/ 4234160 h 5599766"/>
              <a:gd name="connsiteX17201" fmla="*/ 3581379 w 10321503"/>
              <a:gd name="connsiteY17201" fmla="*/ 4240303 h 5599766"/>
              <a:gd name="connsiteX17202" fmla="*/ 3581379 w 10321503"/>
              <a:gd name="connsiteY17202" fmla="*/ 4240968 h 5599766"/>
              <a:gd name="connsiteX17203" fmla="*/ 3577848 w 10321503"/>
              <a:gd name="connsiteY17203" fmla="*/ 4247109 h 5599766"/>
              <a:gd name="connsiteX17204" fmla="*/ 3577234 w 10321503"/>
              <a:gd name="connsiteY17204" fmla="*/ 4247468 h 5599766"/>
              <a:gd name="connsiteX17205" fmla="*/ 3775459 w 10321503"/>
              <a:gd name="connsiteY17205" fmla="*/ 4247468 h 5599766"/>
              <a:gd name="connsiteX17206" fmla="*/ 3768396 w 10321503"/>
              <a:gd name="connsiteY17206" fmla="*/ 4247468 h 5599766"/>
              <a:gd name="connsiteX17207" fmla="*/ 3767781 w 10321503"/>
              <a:gd name="connsiteY17207" fmla="*/ 4247110 h 5599766"/>
              <a:gd name="connsiteX17208" fmla="*/ 3764249 w 10321503"/>
              <a:gd name="connsiteY17208" fmla="*/ 4240969 h 5599766"/>
              <a:gd name="connsiteX17209" fmla="*/ 3764249 w 10321503"/>
              <a:gd name="connsiteY17209" fmla="*/ 4240303 h 5599766"/>
              <a:gd name="connsiteX17210" fmla="*/ 3767781 w 10321503"/>
              <a:gd name="connsiteY17210" fmla="*/ 4234161 h 5599766"/>
              <a:gd name="connsiteX17211" fmla="*/ 3768396 w 10321503"/>
              <a:gd name="connsiteY17211" fmla="*/ 4233803 h 5599766"/>
              <a:gd name="connsiteX17212" fmla="*/ 3775459 w 10321503"/>
              <a:gd name="connsiteY17212" fmla="*/ 4233803 h 5599766"/>
              <a:gd name="connsiteX17213" fmla="*/ 3776073 w 10321503"/>
              <a:gd name="connsiteY17213" fmla="*/ 4234161 h 5599766"/>
              <a:gd name="connsiteX17214" fmla="*/ 3779604 w 10321503"/>
              <a:gd name="connsiteY17214" fmla="*/ 4240303 h 5599766"/>
              <a:gd name="connsiteX17215" fmla="*/ 3779604 w 10321503"/>
              <a:gd name="connsiteY17215" fmla="*/ 4240969 h 5599766"/>
              <a:gd name="connsiteX17216" fmla="*/ 3776073 w 10321503"/>
              <a:gd name="connsiteY17216" fmla="*/ 4247110 h 5599766"/>
              <a:gd name="connsiteX17217" fmla="*/ 3775459 w 10321503"/>
              <a:gd name="connsiteY17217" fmla="*/ 4247468 h 5599766"/>
              <a:gd name="connsiteX17218" fmla="*/ 6947256 w 10321503"/>
              <a:gd name="connsiteY17218" fmla="*/ 4247468 h 5599766"/>
              <a:gd name="connsiteX17219" fmla="*/ 6940193 w 10321503"/>
              <a:gd name="connsiteY17219" fmla="*/ 4247468 h 5599766"/>
              <a:gd name="connsiteX17220" fmla="*/ 6939578 w 10321503"/>
              <a:gd name="connsiteY17220" fmla="*/ 4247110 h 5599766"/>
              <a:gd name="connsiteX17221" fmla="*/ 6936048 w 10321503"/>
              <a:gd name="connsiteY17221" fmla="*/ 4240969 h 5599766"/>
              <a:gd name="connsiteX17222" fmla="*/ 6936048 w 10321503"/>
              <a:gd name="connsiteY17222" fmla="*/ 4240304 h 5599766"/>
              <a:gd name="connsiteX17223" fmla="*/ 6939578 w 10321503"/>
              <a:gd name="connsiteY17223" fmla="*/ 4234162 h 5599766"/>
              <a:gd name="connsiteX17224" fmla="*/ 6940193 w 10321503"/>
              <a:gd name="connsiteY17224" fmla="*/ 4233804 h 5599766"/>
              <a:gd name="connsiteX17225" fmla="*/ 6947256 w 10321503"/>
              <a:gd name="connsiteY17225" fmla="*/ 4233804 h 5599766"/>
              <a:gd name="connsiteX17226" fmla="*/ 6947870 w 10321503"/>
              <a:gd name="connsiteY17226" fmla="*/ 4234162 h 5599766"/>
              <a:gd name="connsiteX17227" fmla="*/ 6951402 w 10321503"/>
              <a:gd name="connsiteY17227" fmla="*/ 4240304 h 5599766"/>
              <a:gd name="connsiteX17228" fmla="*/ 6951402 w 10321503"/>
              <a:gd name="connsiteY17228" fmla="*/ 4240969 h 5599766"/>
              <a:gd name="connsiteX17229" fmla="*/ 6947870 w 10321503"/>
              <a:gd name="connsiteY17229" fmla="*/ 4247110 h 5599766"/>
              <a:gd name="connsiteX17230" fmla="*/ 6947256 w 10321503"/>
              <a:gd name="connsiteY17230" fmla="*/ 4247468 h 5599766"/>
              <a:gd name="connsiteX17231" fmla="*/ 4964909 w 10321503"/>
              <a:gd name="connsiteY17231" fmla="*/ 4247470 h 5599766"/>
              <a:gd name="connsiteX17232" fmla="*/ 4957846 w 10321503"/>
              <a:gd name="connsiteY17232" fmla="*/ 4247470 h 5599766"/>
              <a:gd name="connsiteX17233" fmla="*/ 4957232 w 10321503"/>
              <a:gd name="connsiteY17233" fmla="*/ 4247112 h 5599766"/>
              <a:gd name="connsiteX17234" fmla="*/ 4953699 w 10321503"/>
              <a:gd name="connsiteY17234" fmla="*/ 4240970 h 5599766"/>
              <a:gd name="connsiteX17235" fmla="*/ 4953699 w 10321503"/>
              <a:gd name="connsiteY17235" fmla="*/ 4240305 h 5599766"/>
              <a:gd name="connsiteX17236" fmla="*/ 4957232 w 10321503"/>
              <a:gd name="connsiteY17236" fmla="*/ 4234163 h 5599766"/>
              <a:gd name="connsiteX17237" fmla="*/ 4957846 w 10321503"/>
              <a:gd name="connsiteY17237" fmla="*/ 4233804 h 5599766"/>
              <a:gd name="connsiteX17238" fmla="*/ 4964909 w 10321503"/>
              <a:gd name="connsiteY17238" fmla="*/ 4233804 h 5599766"/>
              <a:gd name="connsiteX17239" fmla="*/ 4965523 w 10321503"/>
              <a:gd name="connsiteY17239" fmla="*/ 4234163 h 5599766"/>
              <a:gd name="connsiteX17240" fmla="*/ 4969054 w 10321503"/>
              <a:gd name="connsiteY17240" fmla="*/ 4240305 h 5599766"/>
              <a:gd name="connsiteX17241" fmla="*/ 4969054 w 10321503"/>
              <a:gd name="connsiteY17241" fmla="*/ 4240970 h 5599766"/>
              <a:gd name="connsiteX17242" fmla="*/ 4965523 w 10321503"/>
              <a:gd name="connsiteY17242" fmla="*/ 4247112 h 5599766"/>
              <a:gd name="connsiteX17243" fmla="*/ 4964909 w 10321503"/>
              <a:gd name="connsiteY17243" fmla="*/ 4247470 h 5599766"/>
              <a:gd name="connsiteX17244" fmla="*/ 3180784 w 10321503"/>
              <a:gd name="connsiteY17244" fmla="*/ 4247474 h 5599766"/>
              <a:gd name="connsiteX17245" fmla="*/ 3173721 w 10321503"/>
              <a:gd name="connsiteY17245" fmla="*/ 4247474 h 5599766"/>
              <a:gd name="connsiteX17246" fmla="*/ 3173107 w 10321503"/>
              <a:gd name="connsiteY17246" fmla="*/ 4247115 h 5599766"/>
              <a:gd name="connsiteX17247" fmla="*/ 3169576 w 10321503"/>
              <a:gd name="connsiteY17247" fmla="*/ 4240973 h 5599766"/>
              <a:gd name="connsiteX17248" fmla="*/ 3169576 w 10321503"/>
              <a:gd name="connsiteY17248" fmla="*/ 4240309 h 5599766"/>
              <a:gd name="connsiteX17249" fmla="*/ 3173107 w 10321503"/>
              <a:gd name="connsiteY17249" fmla="*/ 4234165 h 5599766"/>
              <a:gd name="connsiteX17250" fmla="*/ 3173721 w 10321503"/>
              <a:gd name="connsiteY17250" fmla="*/ 4233807 h 5599766"/>
              <a:gd name="connsiteX17251" fmla="*/ 3180784 w 10321503"/>
              <a:gd name="connsiteY17251" fmla="*/ 4233807 h 5599766"/>
              <a:gd name="connsiteX17252" fmla="*/ 3181398 w 10321503"/>
              <a:gd name="connsiteY17252" fmla="*/ 4234165 h 5599766"/>
              <a:gd name="connsiteX17253" fmla="*/ 3184931 w 10321503"/>
              <a:gd name="connsiteY17253" fmla="*/ 4240309 h 5599766"/>
              <a:gd name="connsiteX17254" fmla="*/ 3184931 w 10321503"/>
              <a:gd name="connsiteY17254" fmla="*/ 4240973 h 5599766"/>
              <a:gd name="connsiteX17255" fmla="*/ 3181398 w 10321503"/>
              <a:gd name="connsiteY17255" fmla="*/ 4247115 h 5599766"/>
              <a:gd name="connsiteX17256" fmla="*/ 3180784 w 10321503"/>
              <a:gd name="connsiteY17256" fmla="*/ 4247474 h 5599766"/>
              <a:gd name="connsiteX17257" fmla="*/ 3973734 w 10321503"/>
              <a:gd name="connsiteY17257" fmla="*/ 4247474 h 5599766"/>
              <a:gd name="connsiteX17258" fmla="*/ 3966671 w 10321503"/>
              <a:gd name="connsiteY17258" fmla="*/ 4247474 h 5599766"/>
              <a:gd name="connsiteX17259" fmla="*/ 3966057 w 10321503"/>
              <a:gd name="connsiteY17259" fmla="*/ 4247116 h 5599766"/>
              <a:gd name="connsiteX17260" fmla="*/ 3962525 w 10321503"/>
              <a:gd name="connsiteY17260" fmla="*/ 4240973 h 5599766"/>
              <a:gd name="connsiteX17261" fmla="*/ 3962525 w 10321503"/>
              <a:gd name="connsiteY17261" fmla="*/ 4240309 h 5599766"/>
              <a:gd name="connsiteX17262" fmla="*/ 3966057 w 10321503"/>
              <a:gd name="connsiteY17262" fmla="*/ 4234166 h 5599766"/>
              <a:gd name="connsiteX17263" fmla="*/ 3966671 w 10321503"/>
              <a:gd name="connsiteY17263" fmla="*/ 4233807 h 5599766"/>
              <a:gd name="connsiteX17264" fmla="*/ 3973734 w 10321503"/>
              <a:gd name="connsiteY17264" fmla="*/ 4233807 h 5599766"/>
              <a:gd name="connsiteX17265" fmla="*/ 3974348 w 10321503"/>
              <a:gd name="connsiteY17265" fmla="*/ 4234166 h 5599766"/>
              <a:gd name="connsiteX17266" fmla="*/ 3977880 w 10321503"/>
              <a:gd name="connsiteY17266" fmla="*/ 4240309 h 5599766"/>
              <a:gd name="connsiteX17267" fmla="*/ 3977880 w 10321503"/>
              <a:gd name="connsiteY17267" fmla="*/ 4240973 h 5599766"/>
              <a:gd name="connsiteX17268" fmla="*/ 3974348 w 10321503"/>
              <a:gd name="connsiteY17268" fmla="*/ 4247116 h 5599766"/>
              <a:gd name="connsiteX17269" fmla="*/ 3973734 w 10321503"/>
              <a:gd name="connsiteY17269" fmla="*/ 4247474 h 5599766"/>
              <a:gd name="connsiteX17270" fmla="*/ 8533065 w 10321503"/>
              <a:gd name="connsiteY17270" fmla="*/ 4247476 h 5599766"/>
              <a:gd name="connsiteX17271" fmla="*/ 8526001 w 10321503"/>
              <a:gd name="connsiteY17271" fmla="*/ 4247476 h 5599766"/>
              <a:gd name="connsiteX17272" fmla="*/ 8525387 w 10321503"/>
              <a:gd name="connsiteY17272" fmla="*/ 4247118 h 5599766"/>
              <a:gd name="connsiteX17273" fmla="*/ 8521855 w 10321503"/>
              <a:gd name="connsiteY17273" fmla="*/ 4240977 h 5599766"/>
              <a:gd name="connsiteX17274" fmla="*/ 8521855 w 10321503"/>
              <a:gd name="connsiteY17274" fmla="*/ 4240311 h 5599766"/>
              <a:gd name="connsiteX17275" fmla="*/ 8525387 w 10321503"/>
              <a:gd name="connsiteY17275" fmla="*/ 4234169 h 5599766"/>
              <a:gd name="connsiteX17276" fmla="*/ 8526001 w 10321503"/>
              <a:gd name="connsiteY17276" fmla="*/ 4233811 h 5599766"/>
              <a:gd name="connsiteX17277" fmla="*/ 8533065 w 10321503"/>
              <a:gd name="connsiteY17277" fmla="*/ 4233811 h 5599766"/>
              <a:gd name="connsiteX17278" fmla="*/ 8533679 w 10321503"/>
              <a:gd name="connsiteY17278" fmla="*/ 4234169 h 5599766"/>
              <a:gd name="connsiteX17279" fmla="*/ 8537211 w 10321503"/>
              <a:gd name="connsiteY17279" fmla="*/ 4240311 h 5599766"/>
              <a:gd name="connsiteX17280" fmla="*/ 8537211 w 10321503"/>
              <a:gd name="connsiteY17280" fmla="*/ 4240977 h 5599766"/>
              <a:gd name="connsiteX17281" fmla="*/ 8533679 w 10321503"/>
              <a:gd name="connsiteY17281" fmla="*/ 4247118 h 5599766"/>
              <a:gd name="connsiteX17282" fmla="*/ 8533065 w 10321503"/>
              <a:gd name="connsiteY17282" fmla="*/ 4247476 h 5599766"/>
              <a:gd name="connsiteX17283" fmla="*/ 4370183 w 10321503"/>
              <a:gd name="connsiteY17283" fmla="*/ 4247478 h 5599766"/>
              <a:gd name="connsiteX17284" fmla="*/ 4363121 w 10321503"/>
              <a:gd name="connsiteY17284" fmla="*/ 4247478 h 5599766"/>
              <a:gd name="connsiteX17285" fmla="*/ 4362506 w 10321503"/>
              <a:gd name="connsiteY17285" fmla="*/ 4247119 h 5599766"/>
              <a:gd name="connsiteX17286" fmla="*/ 4358975 w 10321503"/>
              <a:gd name="connsiteY17286" fmla="*/ 4240978 h 5599766"/>
              <a:gd name="connsiteX17287" fmla="*/ 4358975 w 10321503"/>
              <a:gd name="connsiteY17287" fmla="*/ 4240313 h 5599766"/>
              <a:gd name="connsiteX17288" fmla="*/ 4362506 w 10321503"/>
              <a:gd name="connsiteY17288" fmla="*/ 4234171 h 5599766"/>
              <a:gd name="connsiteX17289" fmla="*/ 4363121 w 10321503"/>
              <a:gd name="connsiteY17289" fmla="*/ 4233812 h 5599766"/>
              <a:gd name="connsiteX17290" fmla="*/ 4370183 w 10321503"/>
              <a:gd name="connsiteY17290" fmla="*/ 4233812 h 5599766"/>
              <a:gd name="connsiteX17291" fmla="*/ 4370797 w 10321503"/>
              <a:gd name="connsiteY17291" fmla="*/ 4234171 h 5599766"/>
              <a:gd name="connsiteX17292" fmla="*/ 4374329 w 10321503"/>
              <a:gd name="connsiteY17292" fmla="*/ 4240313 h 5599766"/>
              <a:gd name="connsiteX17293" fmla="*/ 4374329 w 10321503"/>
              <a:gd name="connsiteY17293" fmla="*/ 4240978 h 5599766"/>
              <a:gd name="connsiteX17294" fmla="*/ 4370797 w 10321503"/>
              <a:gd name="connsiteY17294" fmla="*/ 4247119 h 5599766"/>
              <a:gd name="connsiteX17295" fmla="*/ 4370183 w 10321503"/>
              <a:gd name="connsiteY17295" fmla="*/ 4247478 h 5599766"/>
              <a:gd name="connsiteX17296" fmla="*/ 9920739 w 10321503"/>
              <a:gd name="connsiteY17296" fmla="*/ 4247482 h 5599766"/>
              <a:gd name="connsiteX17297" fmla="*/ 9913676 w 10321503"/>
              <a:gd name="connsiteY17297" fmla="*/ 4247482 h 5599766"/>
              <a:gd name="connsiteX17298" fmla="*/ 9913663 w 10321503"/>
              <a:gd name="connsiteY17298" fmla="*/ 4247475 h 5599766"/>
              <a:gd name="connsiteX17299" fmla="*/ 9913662 w 10321503"/>
              <a:gd name="connsiteY17299" fmla="*/ 4247475 h 5599766"/>
              <a:gd name="connsiteX17300" fmla="*/ 9913047 w 10321503"/>
              <a:gd name="connsiteY17300" fmla="*/ 4247116 h 5599766"/>
              <a:gd name="connsiteX17301" fmla="*/ 9909516 w 10321503"/>
              <a:gd name="connsiteY17301" fmla="*/ 4240975 h 5599766"/>
              <a:gd name="connsiteX17302" fmla="*/ 9909516 w 10321503"/>
              <a:gd name="connsiteY17302" fmla="*/ 4240310 h 5599766"/>
              <a:gd name="connsiteX17303" fmla="*/ 9913047 w 10321503"/>
              <a:gd name="connsiteY17303" fmla="*/ 4234167 h 5599766"/>
              <a:gd name="connsiteX17304" fmla="*/ 9913662 w 10321503"/>
              <a:gd name="connsiteY17304" fmla="*/ 4233809 h 5599766"/>
              <a:gd name="connsiteX17305" fmla="*/ 9920724 w 10321503"/>
              <a:gd name="connsiteY17305" fmla="*/ 4233809 h 5599766"/>
              <a:gd name="connsiteX17306" fmla="*/ 9920737 w 10321503"/>
              <a:gd name="connsiteY17306" fmla="*/ 4233816 h 5599766"/>
              <a:gd name="connsiteX17307" fmla="*/ 9920739 w 10321503"/>
              <a:gd name="connsiteY17307" fmla="*/ 4233816 h 5599766"/>
              <a:gd name="connsiteX17308" fmla="*/ 9921353 w 10321503"/>
              <a:gd name="connsiteY17308" fmla="*/ 4234174 h 5599766"/>
              <a:gd name="connsiteX17309" fmla="*/ 9924885 w 10321503"/>
              <a:gd name="connsiteY17309" fmla="*/ 4240317 h 5599766"/>
              <a:gd name="connsiteX17310" fmla="*/ 9924885 w 10321503"/>
              <a:gd name="connsiteY17310" fmla="*/ 4240982 h 5599766"/>
              <a:gd name="connsiteX17311" fmla="*/ 9921353 w 10321503"/>
              <a:gd name="connsiteY17311" fmla="*/ 4247124 h 5599766"/>
              <a:gd name="connsiteX17312" fmla="*/ 9920739 w 10321503"/>
              <a:gd name="connsiteY17312" fmla="*/ 4247482 h 5599766"/>
              <a:gd name="connsiteX17313" fmla="*/ 8929470 w 10321503"/>
              <a:gd name="connsiteY17313" fmla="*/ 4247484 h 5599766"/>
              <a:gd name="connsiteX17314" fmla="*/ 8922408 w 10321503"/>
              <a:gd name="connsiteY17314" fmla="*/ 4247484 h 5599766"/>
              <a:gd name="connsiteX17315" fmla="*/ 8921793 w 10321503"/>
              <a:gd name="connsiteY17315" fmla="*/ 4247126 h 5599766"/>
              <a:gd name="connsiteX17316" fmla="*/ 8918262 w 10321503"/>
              <a:gd name="connsiteY17316" fmla="*/ 4240985 h 5599766"/>
              <a:gd name="connsiteX17317" fmla="*/ 8918262 w 10321503"/>
              <a:gd name="connsiteY17317" fmla="*/ 4240319 h 5599766"/>
              <a:gd name="connsiteX17318" fmla="*/ 8921793 w 10321503"/>
              <a:gd name="connsiteY17318" fmla="*/ 4234176 h 5599766"/>
              <a:gd name="connsiteX17319" fmla="*/ 8922408 w 10321503"/>
              <a:gd name="connsiteY17319" fmla="*/ 4233819 h 5599766"/>
              <a:gd name="connsiteX17320" fmla="*/ 8922485 w 10321503"/>
              <a:gd name="connsiteY17320" fmla="*/ 4233819 h 5599766"/>
              <a:gd name="connsiteX17321" fmla="*/ 8922497 w 10321503"/>
              <a:gd name="connsiteY17321" fmla="*/ 4233811 h 5599766"/>
              <a:gd name="connsiteX17322" fmla="*/ 8929560 w 10321503"/>
              <a:gd name="connsiteY17322" fmla="*/ 4233811 h 5599766"/>
              <a:gd name="connsiteX17323" fmla="*/ 8930174 w 10321503"/>
              <a:gd name="connsiteY17323" fmla="*/ 4234170 h 5599766"/>
              <a:gd name="connsiteX17324" fmla="*/ 8933706 w 10321503"/>
              <a:gd name="connsiteY17324" fmla="*/ 4240312 h 5599766"/>
              <a:gd name="connsiteX17325" fmla="*/ 8933706 w 10321503"/>
              <a:gd name="connsiteY17325" fmla="*/ 4240977 h 5599766"/>
              <a:gd name="connsiteX17326" fmla="*/ 8930174 w 10321503"/>
              <a:gd name="connsiteY17326" fmla="*/ 4247118 h 5599766"/>
              <a:gd name="connsiteX17327" fmla="*/ 8929560 w 10321503"/>
              <a:gd name="connsiteY17327" fmla="*/ 4247477 h 5599766"/>
              <a:gd name="connsiteX17328" fmla="*/ 8929482 w 10321503"/>
              <a:gd name="connsiteY17328" fmla="*/ 4247477 h 5599766"/>
              <a:gd name="connsiteX17329" fmla="*/ 5559633 w 10321503"/>
              <a:gd name="connsiteY17329" fmla="*/ 4247486 h 5599766"/>
              <a:gd name="connsiteX17330" fmla="*/ 5552569 w 10321503"/>
              <a:gd name="connsiteY17330" fmla="*/ 4247486 h 5599766"/>
              <a:gd name="connsiteX17331" fmla="*/ 5551956 w 10321503"/>
              <a:gd name="connsiteY17331" fmla="*/ 4247128 h 5599766"/>
              <a:gd name="connsiteX17332" fmla="*/ 5548424 w 10321503"/>
              <a:gd name="connsiteY17332" fmla="*/ 4240987 h 5599766"/>
              <a:gd name="connsiteX17333" fmla="*/ 5548424 w 10321503"/>
              <a:gd name="connsiteY17333" fmla="*/ 4240321 h 5599766"/>
              <a:gd name="connsiteX17334" fmla="*/ 5551956 w 10321503"/>
              <a:gd name="connsiteY17334" fmla="*/ 4234179 h 5599766"/>
              <a:gd name="connsiteX17335" fmla="*/ 5552569 w 10321503"/>
              <a:gd name="connsiteY17335" fmla="*/ 4233821 h 5599766"/>
              <a:gd name="connsiteX17336" fmla="*/ 5559633 w 10321503"/>
              <a:gd name="connsiteY17336" fmla="*/ 4233821 h 5599766"/>
              <a:gd name="connsiteX17337" fmla="*/ 5560246 w 10321503"/>
              <a:gd name="connsiteY17337" fmla="*/ 4234179 h 5599766"/>
              <a:gd name="connsiteX17338" fmla="*/ 5563779 w 10321503"/>
              <a:gd name="connsiteY17338" fmla="*/ 4240321 h 5599766"/>
              <a:gd name="connsiteX17339" fmla="*/ 5563779 w 10321503"/>
              <a:gd name="connsiteY17339" fmla="*/ 4240987 h 5599766"/>
              <a:gd name="connsiteX17340" fmla="*/ 5560246 w 10321503"/>
              <a:gd name="connsiteY17340" fmla="*/ 4247128 h 5599766"/>
              <a:gd name="connsiteX17341" fmla="*/ 5559633 w 10321503"/>
              <a:gd name="connsiteY17341" fmla="*/ 4247486 h 5599766"/>
              <a:gd name="connsiteX17342" fmla="*/ 7343644 w 10321503"/>
              <a:gd name="connsiteY17342" fmla="*/ 4247487 h 5599766"/>
              <a:gd name="connsiteX17343" fmla="*/ 7336580 w 10321503"/>
              <a:gd name="connsiteY17343" fmla="*/ 4247487 h 5599766"/>
              <a:gd name="connsiteX17344" fmla="*/ 7335967 w 10321503"/>
              <a:gd name="connsiteY17344" fmla="*/ 4247129 h 5599766"/>
              <a:gd name="connsiteX17345" fmla="*/ 7332434 w 10321503"/>
              <a:gd name="connsiteY17345" fmla="*/ 4240987 h 5599766"/>
              <a:gd name="connsiteX17346" fmla="*/ 7332434 w 10321503"/>
              <a:gd name="connsiteY17346" fmla="*/ 4240322 h 5599766"/>
              <a:gd name="connsiteX17347" fmla="*/ 7335967 w 10321503"/>
              <a:gd name="connsiteY17347" fmla="*/ 4234180 h 5599766"/>
              <a:gd name="connsiteX17348" fmla="*/ 7336580 w 10321503"/>
              <a:gd name="connsiteY17348" fmla="*/ 4233821 h 5599766"/>
              <a:gd name="connsiteX17349" fmla="*/ 7343644 w 10321503"/>
              <a:gd name="connsiteY17349" fmla="*/ 4233821 h 5599766"/>
              <a:gd name="connsiteX17350" fmla="*/ 7344259 w 10321503"/>
              <a:gd name="connsiteY17350" fmla="*/ 4234180 h 5599766"/>
              <a:gd name="connsiteX17351" fmla="*/ 7347791 w 10321503"/>
              <a:gd name="connsiteY17351" fmla="*/ 4240322 h 5599766"/>
              <a:gd name="connsiteX17352" fmla="*/ 7347791 w 10321503"/>
              <a:gd name="connsiteY17352" fmla="*/ 4240987 h 5599766"/>
              <a:gd name="connsiteX17353" fmla="*/ 7344259 w 10321503"/>
              <a:gd name="connsiteY17353" fmla="*/ 4247129 h 5599766"/>
              <a:gd name="connsiteX17354" fmla="*/ 7343644 w 10321503"/>
              <a:gd name="connsiteY17354" fmla="*/ 4247487 h 5599766"/>
              <a:gd name="connsiteX17355" fmla="*/ 4568408 w 10321503"/>
              <a:gd name="connsiteY17355" fmla="*/ 4247488 h 5599766"/>
              <a:gd name="connsiteX17356" fmla="*/ 4561345 w 10321503"/>
              <a:gd name="connsiteY17356" fmla="*/ 4247488 h 5599766"/>
              <a:gd name="connsiteX17357" fmla="*/ 4560731 w 10321503"/>
              <a:gd name="connsiteY17357" fmla="*/ 4247129 h 5599766"/>
              <a:gd name="connsiteX17358" fmla="*/ 4557199 w 10321503"/>
              <a:gd name="connsiteY17358" fmla="*/ 4240988 h 5599766"/>
              <a:gd name="connsiteX17359" fmla="*/ 4557199 w 10321503"/>
              <a:gd name="connsiteY17359" fmla="*/ 4240323 h 5599766"/>
              <a:gd name="connsiteX17360" fmla="*/ 4560731 w 10321503"/>
              <a:gd name="connsiteY17360" fmla="*/ 4234181 h 5599766"/>
              <a:gd name="connsiteX17361" fmla="*/ 4561345 w 10321503"/>
              <a:gd name="connsiteY17361" fmla="*/ 4233822 h 5599766"/>
              <a:gd name="connsiteX17362" fmla="*/ 4568408 w 10321503"/>
              <a:gd name="connsiteY17362" fmla="*/ 4233822 h 5599766"/>
              <a:gd name="connsiteX17363" fmla="*/ 4569022 w 10321503"/>
              <a:gd name="connsiteY17363" fmla="*/ 4234181 h 5599766"/>
              <a:gd name="connsiteX17364" fmla="*/ 4572554 w 10321503"/>
              <a:gd name="connsiteY17364" fmla="*/ 4240323 h 5599766"/>
              <a:gd name="connsiteX17365" fmla="*/ 4572554 w 10321503"/>
              <a:gd name="connsiteY17365" fmla="*/ 4240988 h 5599766"/>
              <a:gd name="connsiteX17366" fmla="*/ 4569022 w 10321503"/>
              <a:gd name="connsiteY17366" fmla="*/ 4247129 h 5599766"/>
              <a:gd name="connsiteX17367" fmla="*/ 4568408 w 10321503"/>
              <a:gd name="connsiteY17367" fmla="*/ 4247488 h 5599766"/>
              <a:gd name="connsiteX17368" fmla="*/ 2387835 w 10321503"/>
              <a:gd name="connsiteY17368" fmla="*/ 4247494 h 5599766"/>
              <a:gd name="connsiteX17369" fmla="*/ 2380773 w 10321503"/>
              <a:gd name="connsiteY17369" fmla="*/ 4247494 h 5599766"/>
              <a:gd name="connsiteX17370" fmla="*/ 2380159 w 10321503"/>
              <a:gd name="connsiteY17370" fmla="*/ 4247136 h 5599766"/>
              <a:gd name="connsiteX17371" fmla="*/ 2376626 w 10321503"/>
              <a:gd name="connsiteY17371" fmla="*/ 4240994 h 5599766"/>
              <a:gd name="connsiteX17372" fmla="*/ 2376626 w 10321503"/>
              <a:gd name="connsiteY17372" fmla="*/ 4240986 h 5599766"/>
              <a:gd name="connsiteX17373" fmla="*/ 2376626 w 10321503"/>
              <a:gd name="connsiteY17373" fmla="*/ 4240329 h 5599766"/>
              <a:gd name="connsiteX17374" fmla="*/ 2376626 w 10321503"/>
              <a:gd name="connsiteY17374" fmla="*/ 4240321 h 5599766"/>
              <a:gd name="connsiteX17375" fmla="*/ 2380159 w 10321503"/>
              <a:gd name="connsiteY17375" fmla="*/ 4234178 h 5599766"/>
              <a:gd name="connsiteX17376" fmla="*/ 2380773 w 10321503"/>
              <a:gd name="connsiteY17376" fmla="*/ 4233821 h 5599766"/>
              <a:gd name="connsiteX17377" fmla="*/ 2387835 w 10321503"/>
              <a:gd name="connsiteY17377" fmla="*/ 4233821 h 5599766"/>
              <a:gd name="connsiteX17378" fmla="*/ 2388449 w 10321503"/>
              <a:gd name="connsiteY17378" fmla="*/ 4234178 h 5599766"/>
              <a:gd name="connsiteX17379" fmla="*/ 2391981 w 10321503"/>
              <a:gd name="connsiteY17379" fmla="*/ 4240321 h 5599766"/>
              <a:gd name="connsiteX17380" fmla="*/ 2391981 w 10321503"/>
              <a:gd name="connsiteY17380" fmla="*/ 4240329 h 5599766"/>
              <a:gd name="connsiteX17381" fmla="*/ 2391981 w 10321503"/>
              <a:gd name="connsiteY17381" fmla="*/ 4240986 h 5599766"/>
              <a:gd name="connsiteX17382" fmla="*/ 2391981 w 10321503"/>
              <a:gd name="connsiteY17382" fmla="*/ 4240994 h 5599766"/>
              <a:gd name="connsiteX17383" fmla="*/ 2388449 w 10321503"/>
              <a:gd name="connsiteY17383" fmla="*/ 4247136 h 5599766"/>
              <a:gd name="connsiteX17384" fmla="*/ 2387835 w 10321503"/>
              <a:gd name="connsiteY17384" fmla="*/ 4247494 h 5599766"/>
              <a:gd name="connsiteX17385" fmla="*/ 6550807 w 10321503"/>
              <a:gd name="connsiteY17385" fmla="*/ 4247499 h 5599766"/>
              <a:gd name="connsiteX17386" fmla="*/ 6543744 w 10321503"/>
              <a:gd name="connsiteY17386" fmla="*/ 4247499 h 5599766"/>
              <a:gd name="connsiteX17387" fmla="*/ 6543129 w 10321503"/>
              <a:gd name="connsiteY17387" fmla="*/ 4247141 h 5599766"/>
              <a:gd name="connsiteX17388" fmla="*/ 6539598 w 10321503"/>
              <a:gd name="connsiteY17388" fmla="*/ 4240999 h 5599766"/>
              <a:gd name="connsiteX17389" fmla="*/ 6539598 w 10321503"/>
              <a:gd name="connsiteY17389" fmla="*/ 4240334 h 5599766"/>
              <a:gd name="connsiteX17390" fmla="*/ 6543129 w 10321503"/>
              <a:gd name="connsiteY17390" fmla="*/ 4234192 h 5599766"/>
              <a:gd name="connsiteX17391" fmla="*/ 6543744 w 10321503"/>
              <a:gd name="connsiteY17391" fmla="*/ 4233833 h 5599766"/>
              <a:gd name="connsiteX17392" fmla="*/ 6550807 w 10321503"/>
              <a:gd name="connsiteY17392" fmla="*/ 4233833 h 5599766"/>
              <a:gd name="connsiteX17393" fmla="*/ 6551420 w 10321503"/>
              <a:gd name="connsiteY17393" fmla="*/ 4234192 h 5599766"/>
              <a:gd name="connsiteX17394" fmla="*/ 6554953 w 10321503"/>
              <a:gd name="connsiteY17394" fmla="*/ 4240334 h 5599766"/>
              <a:gd name="connsiteX17395" fmla="*/ 6554953 w 10321503"/>
              <a:gd name="connsiteY17395" fmla="*/ 4240999 h 5599766"/>
              <a:gd name="connsiteX17396" fmla="*/ 6551420 w 10321503"/>
              <a:gd name="connsiteY17396" fmla="*/ 4247141 h 5599766"/>
              <a:gd name="connsiteX17397" fmla="*/ 6550807 w 10321503"/>
              <a:gd name="connsiteY17397" fmla="*/ 4247499 h 5599766"/>
              <a:gd name="connsiteX17398" fmla="*/ 8334877 w 10321503"/>
              <a:gd name="connsiteY17398" fmla="*/ 4247501 h 5599766"/>
              <a:gd name="connsiteX17399" fmla="*/ 8327813 w 10321503"/>
              <a:gd name="connsiteY17399" fmla="*/ 4247501 h 5599766"/>
              <a:gd name="connsiteX17400" fmla="*/ 8327199 w 10321503"/>
              <a:gd name="connsiteY17400" fmla="*/ 4247143 h 5599766"/>
              <a:gd name="connsiteX17401" fmla="*/ 8323667 w 10321503"/>
              <a:gd name="connsiteY17401" fmla="*/ 4241001 h 5599766"/>
              <a:gd name="connsiteX17402" fmla="*/ 8323667 w 10321503"/>
              <a:gd name="connsiteY17402" fmla="*/ 4240336 h 5599766"/>
              <a:gd name="connsiteX17403" fmla="*/ 8327199 w 10321503"/>
              <a:gd name="connsiteY17403" fmla="*/ 4234193 h 5599766"/>
              <a:gd name="connsiteX17404" fmla="*/ 8327813 w 10321503"/>
              <a:gd name="connsiteY17404" fmla="*/ 4233835 h 5599766"/>
              <a:gd name="connsiteX17405" fmla="*/ 8334877 w 10321503"/>
              <a:gd name="connsiteY17405" fmla="*/ 4233835 h 5599766"/>
              <a:gd name="connsiteX17406" fmla="*/ 8335491 w 10321503"/>
              <a:gd name="connsiteY17406" fmla="*/ 4234193 h 5599766"/>
              <a:gd name="connsiteX17407" fmla="*/ 8339022 w 10321503"/>
              <a:gd name="connsiteY17407" fmla="*/ 4240336 h 5599766"/>
              <a:gd name="connsiteX17408" fmla="*/ 8339022 w 10321503"/>
              <a:gd name="connsiteY17408" fmla="*/ 4241001 h 5599766"/>
              <a:gd name="connsiteX17409" fmla="*/ 8335491 w 10321503"/>
              <a:gd name="connsiteY17409" fmla="*/ 4247143 h 5599766"/>
              <a:gd name="connsiteX17410" fmla="*/ 8334877 w 10321503"/>
              <a:gd name="connsiteY17410" fmla="*/ 4247501 h 5599766"/>
              <a:gd name="connsiteX17411" fmla="*/ 9127824 w 10321503"/>
              <a:gd name="connsiteY17411" fmla="*/ 4247501 h 5599766"/>
              <a:gd name="connsiteX17412" fmla="*/ 9120762 w 10321503"/>
              <a:gd name="connsiteY17412" fmla="*/ 4247501 h 5599766"/>
              <a:gd name="connsiteX17413" fmla="*/ 9120754 w 10321503"/>
              <a:gd name="connsiteY17413" fmla="*/ 4247496 h 5599766"/>
              <a:gd name="connsiteX17414" fmla="*/ 9120701 w 10321503"/>
              <a:gd name="connsiteY17414" fmla="*/ 4247496 h 5599766"/>
              <a:gd name="connsiteX17415" fmla="*/ 9120088 w 10321503"/>
              <a:gd name="connsiteY17415" fmla="*/ 4247137 h 5599766"/>
              <a:gd name="connsiteX17416" fmla="*/ 9116555 w 10321503"/>
              <a:gd name="connsiteY17416" fmla="*/ 4240996 h 5599766"/>
              <a:gd name="connsiteX17417" fmla="*/ 9116555 w 10321503"/>
              <a:gd name="connsiteY17417" fmla="*/ 4240331 h 5599766"/>
              <a:gd name="connsiteX17418" fmla="*/ 9120088 w 10321503"/>
              <a:gd name="connsiteY17418" fmla="*/ 4234189 h 5599766"/>
              <a:gd name="connsiteX17419" fmla="*/ 9120701 w 10321503"/>
              <a:gd name="connsiteY17419" fmla="*/ 4233830 h 5599766"/>
              <a:gd name="connsiteX17420" fmla="*/ 9127765 w 10321503"/>
              <a:gd name="connsiteY17420" fmla="*/ 4233830 h 5599766"/>
              <a:gd name="connsiteX17421" fmla="*/ 9127773 w 10321503"/>
              <a:gd name="connsiteY17421" fmla="*/ 4233835 h 5599766"/>
              <a:gd name="connsiteX17422" fmla="*/ 9127824 w 10321503"/>
              <a:gd name="connsiteY17422" fmla="*/ 4233835 h 5599766"/>
              <a:gd name="connsiteX17423" fmla="*/ 9128440 w 10321503"/>
              <a:gd name="connsiteY17423" fmla="*/ 4234193 h 5599766"/>
              <a:gd name="connsiteX17424" fmla="*/ 9131971 w 10321503"/>
              <a:gd name="connsiteY17424" fmla="*/ 4240336 h 5599766"/>
              <a:gd name="connsiteX17425" fmla="*/ 9131971 w 10321503"/>
              <a:gd name="connsiteY17425" fmla="*/ 4241001 h 5599766"/>
              <a:gd name="connsiteX17426" fmla="*/ 9128440 w 10321503"/>
              <a:gd name="connsiteY17426" fmla="*/ 4247143 h 5599766"/>
              <a:gd name="connsiteX17427" fmla="*/ 9127824 w 10321503"/>
              <a:gd name="connsiteY17427" fmla="*/ 4247501 h 5599766"/>
              <a:gd name="connsiteX17428" fmla="*/ 5956083 w 10321503"/>
              <a:gd name="connsiteY17428" fmla="*/ 4247503 h 5599766"/>
              <a:gd name="connsiteX17429" fmla="*/ 5949019 w 10321503"/>
              <a:gd name="connsiteY17429" fmla="*/ 4247503 h 5599766"/>
              <a:gd name="connsiteX17430" fmla="*/ 5948405 w 10321503"/>
              <a:gd name="connsiteY17430" fmla="*/ 4247144 h 5599766"/>
              <a:gd name="connsiteX17431" fmla="*/ 5944873 w 10321503"/>
              <a:gd name="connsiteY17431" fmla="*/ 4241003 h 5599766"/>
              <a:gd name="connsiteX17432" fmla="*/ 5944873 w 10321503"/>
              <a:gd name="connsiteY17432" fmla="*/ 4240338 h 5599766"/>
              <a:gd name="connsiteX17433" fmla="*/ 5948405 w 10321503"/>
              <a:gd name="connsiteY17433" fmla="*/ 4234195 h 5599766"/>
              <a:gd name="connsiteX17434" fmla="*/ 5949019 w 10321503"/>
              <a:gd name="connsiteY17434" fmla="*/ 4233837 h 5599766"/>
              <a:gd name="connsiteX17435" fmla="*/ 5956083 w 10321503"/>
              <a:gd name="connsiteY17435" fmla="*/ 4233837 h 5599766"/>
              <a:gd name="connsiteX17436" fmla="*/ 5956697 w 10321503"/>
              <a:gd name="connsiteY17436" fmla="*/ 4234195 h 5599766"/>
              <a:gd name="connsiteX17437" fmla="*/ 5960227 w 10321503"/>
              <a:gd name="connsiteY17437" fmla="*/ 4240338 h 5599766"/>
              <a:gd name="connsiteX17438" fmla="*/ 5960227 w 10321503"/>
              <a:gd name="connsiteY17438" fmla="*/ 4241003 h 5599766"/>
              <a:gd name="connsiteX17439" fmla="*/ 5956697 w 10321503"/>
              <a:gd name="connsiteY17439" fmla="*/ 4247144 h 5599766"/>
              <a:gd name="connsiteX17440" fmla="*/ 5956083 w 10321503"/>
              <a:gd name="connsiteY17440" fmla="*/ 4247503 h 5599766"/>
              <a:gd name="connsiteX17441" fmla="*/ 10317229 w 10321503"/>
              <a:gd name="connsiteY17441" fmla="*/ 4247504 h 5599766"/>
              <a:gd name="connsiteX17442" fmla="*/ 10310166 w 10321503"/>
              <a:gd name="connsiteY17442" fmla="*/ 4247504 h 5599766"/>
              <a:gd name="connsiteX17443" fmla="*/ 10309552 w 10321503"/>
              <a:gd name="connsiteY17443" fmla="*/ 4247146 h 5599766"/>
              <a:gd name="connsiteX17444" fmla="*/ 10309532 w 10321503"/>
              <a:gd name="connsiteY17444" fmla="*/ 4247112 h 5599766"/>
              <a:gd name="connsiteX17445" fmla="*/ 10309513 w 10321503"/>
              <a:gd name="connsiteY17445" fmla="*/ 4247101 h 5599766"/>
              <a:gd name="connsiteX17446" fmla="*/ 10305981 w 10321503"/>
              <a:gd name="connsiteY17446" fmla="*/ 4240959 h 5599766"/>
              <a:gd name="connsiteX17447" fmla="*/ 10305981 w 10321503"/>
              <a:gd name="connsiteY17447" fmla="*/ 4240294 h 5599766"/>
              <a:gd name="connsiteX17448" fmla="*/ 10309513 w 10321503"/>
              <a:gd name="connsiteY17448" fmla="*/ 4234151 h 5599766"/>
              <a:gd name="connsiteX17449" fmla="*/ 10310127 w 10321503"/>
              <a:gd name="connsiteY17449" fmla="*/ 4233794 h 5599766"/>
              <a:gd name="connsiteX17450" fmla="*/ 10317189 w 10321503"/>
              <a:gd name="connsiteY17450" fmla="*/ 4233794 h 5599766"/>
              <a:gd name="connsiteX17451" fmla="*/ 10317803 w 10321503"/>
              <a:gd name="connsiteY17451" fmla="*/ 4234151 h 5599766"/>
              <a:gd name="connsiteX17452" fmla="*/ 10317823 w 10321503"/>
              <a:gd name="connsiteY17452" fmla="*/ 4234185 h 5599766"/>
              <a:gd name="connsiteX17453" fmla="*/ 10317844 w 10321503"/>
              <a:gd name="connsiteY17453" fmla="*/ 4234197 h 5599766"/>
              <a:gd name="connsiteX17454" fmla="*/ 10321375 w 10321503"/>
              <a:gd name="connsiteY17454" fmla="*/ 4240340 h 5599766"/>
              <a:gd name="connsiteX17455" fmla="*/ 10321375 w 10321503"/>
              <a:gd name="connsiteY17455" fmla="*/ 4241005 h 5599766"/>
              <a:gd name="connsiteX17456" fmla="*/ 10317844 w 10321503"/>
              <a:gd name="connsiteY17456" fmla="*/ 4247146 h 5599766"/>
              <a:gd name="connsiteX17457" fmla="*/ 10317229 w 10321503"/>
              <a:gd name="connsiteY17457" fmla="*/ 4247504 h 5599766"/>
              <a:gd name="connsiteX17458" fmla="*/ 6154307 w 10321503"/>
              <a:gd name="connsiteY17458" fmla="*/ 4247505 h 5599766"/>
              <a:gd name="connsiteX17459" fmla="*/ 6147243 w 10321503"/>
              <a:gd name="connsiteY17459" fmla="*/ 4247505 h 5599766"/>
              <a:gd name="connsiteX17460" fmla="*/ 6146629 w 10321503"/>
              <a:gd name="connsiteY17460" fmla="*/ 4247147 h 5599766"/>
              <a:gd name="connsiteX17461" fmla="*/ 6143098 w 10321503"/>
              <a:gd name="connsiteY17461" fmla="*/ 4241005 h 5599766"/>
              <a:gd name="connsiteX17462" fmla="*/ 6143098 w 10321503"/>
              <a:gd name="connsiteY17462" fmla="*/ 4240340 h 5599766"/>
              <a:gd name="connsiteX17463" fmla="*/ 6146629 w 10321503"/>
              <a:gd name="connsiteY17463" fmla="*/ 4234198 h 5599766"/>
              <a:gd name="connsiteX17464" fmla="*/ 6147243 w 10321503"/>
              <a:gd name="connsiteY17464" fmla="*/ 4233840 h 5599766"/>
              <a:gd name="connsiteX17465" fmla="*/ 6154307 w 10321503"/>
              <a:gd name="connsiteY17465" fmla="*/ 4233840 h 5599766"/>
              <a:gd name="connsiteX17466" fmla="*/ 6154921 w 10321503"/>
              <a:gd name="connsiteY17466" fmla="*/ 4234198 h 5599766"/>
              <a:gd name="connsiteX17467" fmla="*/ 6158453 w 10321503"/>
              <a:gd name="connsiteY17467" fmla="*/ 4240340 h 5599766"/>
              <a:gd name="connsiteX17468" fmla="*/ 6158453 w 10321503"/>
              <a:gd name="connsiteY17468" fmla="*/ 4241005 h 5599766"/>
              <a:gd name="connsiteX17469" fmla="*/ 6154921 w 10321503"/>
              <a:gd name="connsiteY17469" fmla="*/ 4247147 h 5599766"/>
              <a:gd name="connsiteX17470" fmla="*/ 6154307 w 10321503"/>
              <a:gd name="connsiteY17470" fmla="*/ 4247505 h 5599766"/>
              <a:gd name="connsiteX17471" fmla="*/ 8731346 w 10321503"/>
              <a:gd name="connsiteY17471" fmla="*/ 4247508 h 5599766"/>
              <a:gd name="connsiteX17472" fmla="*/ 8724283 w 10321503"/>
              <a:gd name="connsiteY17472" fmla="*/ 4247508 h 5599766"/>
              <a:gd name="connsiteX17473" fmla="*/ 8724209 w 10321503"/>
              <a:gd name="connsiteY17473" fmla="*/ 4247465 h 5599766"/>
              <a:gd name="connsiteX17474" fmla="*/ 8724165 w 10321503"/>
              <a:gd name="connsiteY17474" fmla="*/ 4247465 h 5599766"/>
              <a:gd name="connsiteX17475" fmla="*/ 8723551 w 10321503"/>
              <a:gd name="connsiteY17475" fmla="*/ 4247107 h 5599766"/>
              <a:gd name="connsiteX17476" fmla="*/ 8720020 w 10321503"/>
              <a:gd name="connsiteY17476" fmla="*/ 4240966 h 5599766"/>
              <a:gd name="connsiteX17477" fmla="*/ 8720020 w 10321503"/>
              <a:gd name="connsiteY17477" fmla="*/ 4240300 h 5599766"/>
              <a:gd name="connsiteX17478" fmla="*/ 8723551 w 10321503"/>
              <a:gd name="connsiteY17478" fmla="*/ 4234157 h 5599766"/>
              <a:gd name="connsiteX17479" fmla="*/ 8724165 w 10321503"/>
              <a:gd name="connsiteY17479" fmla="*/ 4233800 h 5599766"/>
              <a:gd name="connsiteX17480" fmla="*/ 8731229 w 10321503"/>
              <a:gd name="connsiteY17480" fmla="*/ 4233800 h 5599766"/>
              <a:gd name="connsiteX17481" fmla="*/ 8731302 w 10321503"/>
              <a:gd name="connsiteY17481" fmla="*/ 4233843 h 5599766"/>
              <a:gd name="connsiteX17482" fmla="*/ 8731346 w 10321503"/>
              <a:gd name="connsiteY17482" fmla="*/ 4233843 h 5599766"/>
              <a:gd name="connsiteX17483" fmla="*/ 8731960 w 10321503"/>
              <a:gd name="connsiteY17483" fmla="*/ 4234201 h 5599766"/>
              <a:gd name="connsiteX17484" fmla="*/ 8735493 w 10321503"/>
              <a:gd name="connsiteY17484" fmla="*/ 4240344 h 5599766"/>
              <a:gd name="connsiteX17485" fmla="*/ 8735493 w 10321503"/>
              <a:gd name="connsiteY17485" fmla="*/ 4241008 h 5599766"/>
              <a:gd name="connsiteX17486" fmla="*/ 8731960 w 10321503"/>
              <a:gd name="connsiteY17486" fmla="*/ 4247151 h 5599766"/>
              <a:gd name="connsiteX17487" fmla="*/ 8731346 w 10321503"/>
              <a:gd name="connsiteY17487" fmla="*/ 4247508 h 5599766"/>
              <a:gd name="connsiteX17488" fmla="*/ 2189611 w 10321503"/>
              <a:gd name="connsiteY17488" fmla="*/ 4247514 h 5599766"/>
              <a:gd name="connsiteX17489" fmla="*/ 2182548 w 10321503"/>
              <a:gd name="connsiteY17489" fmla="*/ 4247514 h 5599766"/>
              <a:gd name="connsiteX17490" fmla="*/ 2181933 w 10321503"/>
              <a:gd name="connsiteY17490" fmla="*/ 4247156 h 5599766"/>
              <a:gd name="connsiteX17491" fmla="*/ 2181929 w 10321503"/>
              <a:gd name="connsiteY17491" fmla="*/ 4247147 h 5599766"/>
              <a:gd name="connsiteX17492" fmla="*/ 2181883 w 10321503"/>
              <a:gd name="connsiteY17492" fmla="*/ 4247119 h 5599766"/>
              <a:gd name="connsiteX17493" fmla="*/ 2178350 w 10321503"/>
              <a:gd name="connsiteY17493" fmla="*/ 4240978 h 5599766"/>
              <a:gd name="connsiteX17494" fmla="*/ 2178350 w 10321503"/>
              <a:gd name="connsiteY17494" fmla="*/ 4240313 h 5599766"/>
              <a:gd name="connsiteX17495" fmla="*/ 2181883 w 10321503"/>
              <a:gd name="connsiteY17495" fmla="*/ 4234171 h 5599766"/>
              <a:gd name="connsiteX17496" fmla="*/ 2182497 w 10321503"/>
              <a:gd name="connsiteY17496" fmla="*/ 4233812 h 5599766"/>
              <a:gd name="connsiteX17497" fmla="*/ 2189559 w 10321503"/>
              <a:gd name="connsiteY17497" fmla="*/ 4233812 h 5599766"/>
              <a:gd name="connsiteX17498" fmla="*/ 2190173 w 10321503"/>
              <a:gd name="connsiteY17498" fmla="*/ 4234171 h 5599766"/>
              <a:gd name="connsiteX17499" fmla="*/ 2190179 w 10321503"/>
              <a:gd name="connsiteY17499" fmla="*/ 4234180 h 5599766"/>
              <a:gd name="connsiteX17500" fmla="*/ 2190225 w 10321503"/>
              <a:gd name="connsiteY17500" fmla="*/ 4234207 h 5599766"/>
              <a:gd name="connsiteX17501" fmla="*/ 2193757 w 10321503"/>
              <a:gd name="connsiteY17501" fmla="*/ 4240349 h 5599766"/>
              <a:gd name="connsiteX17502" fmla="*/ 2193757 w 10321503"/>
              <a:gd name="connsiteY17502" fmla="*/ 4241015 h 5599766"/>
              <a:gd name="connsiteX17503" fmla="*/ 2190225 w 10321503"/>
              <a:gd name="connsiteY17503" fmla="*/ 4247156 h 5599766"/>
              <a:gd name="connsiteX17504" fmla="*/ 2189611 w 10321503"/>
              <a:gd name="connsiteY17504" fmla="*/ 4247514 h 5599766"/>
              <a:gd name="connsiteX17505" fmla="*/ 2982559 w 10321503"/>
              <a:gd name="connsiteY17505" fmla="*/ 4247514 h 5599766"/>
              <a:gd name="connsiteX17506" fmla="*/ 2975496 w 10321503"/>
              <a:gd name="connsiteY17506" fmla="*/ 4247514 h 5599766"/>
              <a:gd name="connsiteX17507" fmla="*/ 2974882 w 10321503"/>
              <a:gd name="connsiteY17507" fmla="*/ 4247156 h 5599766"/>
              <a:gd name="connsiteX17508" fmla="*/ 2971351 w 10321503"/>
              <a:gd name="connsiteY17508" fmla="*/ 4241015 h 5599766"/>
              <a:gd name="connsiteX17509" fmla="*/ 2971351 w 10321503"/>
              <a:gd name="connsiteY17509" fmla="*/ 4240349 h 5599766"/>
              <a:gd name="connsiteX17510" fmla="*/ 2974882 w 10321503"/>
              <a:gd name="connsiteY17510" fmla="*/ 4234207 h 5599766"/>
              <a:gd name="connsiteX17511" fmla="*/ 2975496 w 10321503"/>
              <a:gd name="connsiteY17511" fmla="*/ 4233849 h 5599766"/>
              <a:gd name="connsiteX17512" fmla="*/ 2982559 w 10321503"/>
              <a:gd name="connsiteY17512" fmla="*/ 4233849 h 5599766"/>
              <a:gd name="connsiteX17513" fmla="*/ 2983173 w 10321503"/>
              <a:gd name="connsiteY17513" fmla="*/ 4234207 h 5599766"/>
              <a:gd name="connsiteX17514" fmla="*/ 2986706 w 10321503"/>
              <a:gd name="connsiteY17514" fmla="*/ 4240349 h 5599766"/>
              <a:gd name="connsiteX17515" fmla="*/ 2986706 w 10321503"/>
              <a:gd name="connsiteY17515" fmla="*/ 4241015 h 5599766"/>
              <a:gd name="connsiteX17516" fmla="*/ 2983173 w 10321503"/>
              <a:gd name="connsiteY17516" fmla="*/ 4247156 h 5599766"/>
              <a:gd name="connsiteX17517" fmla="*/ 2982559 w 10321503"/>
              <a:gd name="connsiteY17517" fmla="*/ 4247514 h 5599766"/>
              <a:gd name="connsiteX17518" fmla="*/ 9326023 w 10321503"/>
              <a:gd name="connsiteY17518" fmla="*/ 4247514 h 5599766"/>
              <a:gd name="connsiteX17519" fmla="*/ 9318960 w 10321503"/>
              <a:gd name="connsiteY17519" fmla="*/ 4247514 h 5599766"/>
              <a:gd name="connsiteX17520" fmla="*/ 9318345 w 10321503"/>
              <a:gd name="connsiteY17520" fmla="*/ 4247155 h 5599766"/>
              <a:gd name="connsiteX17521" fmla="*/ 9314815 w 10321503"/>
              <a:gd name="connsiteY17521" fmla="*/ 4241014 h 5599766"/>
              <a:gd name="connsiteX17522" fmla="*/ 9314815 w 10321503"/>
              <a:gd name="connsiteY17522" fmla="*/ 4240349 h 5599766"/>
              <a:gd name="connsiteX17523" fmla="*/ 9318345 w 10321503"/>
              <a:gd name="connsiteY17523" fmla="*/ 4234206 h 5599766"/>
              <a:gd name="connsiteX17524" fmla="*/ 9318960 w 10321503"/>
              <a:gd name="connsiteY17524" fmla="*/ 4233848 h 5599766"/>
              <a:gd name="connsiteX17525" fmla="*/ 9319000 w 10321503"/>
              <a:gd name="connsiteY17525" fmla="*/ 4233848 h 5599766"/>
              <a:gd name="connsiteX17526" fmla="*/ 9319004 w 10321503"/>
              <a:gd name="connsiteY17526" fmla="*/ 4233845 h 5599766"/>
              <a:gd name="connsiteX17527" fmla="*/ 9326068 w 10321503"/>
              <a:gd name="connsiteY17527" fmla="*/ 4233845 h 5599766"/>
              <a:gd name="connsiteX17528" fmla="*/ 9326682 w 10321503"/>
              <a:gd name="connsiteY17528" fmla="*/ 4234203 h 5599766"/>
              <a:gd name="connsiteX17529" fmla="*/ 9330213 w 10321503"/>
              <a:gd name="connsiteY17529" fmla="*/ 4240345 h 5599766"/>
              <a:gd name="connsiteX17530" fmla="*/ 9330213 w 10321503"/>
              <a:gd name="connsiteY17530" fmla="*/ 4241011 h 5599766"/>
              <a:gd name="connsiteX17531" fmla="*/ 9326682 w 10321503"/>
              <a:gd name="connsiteY17531" fmla="*/ 4247152 h 5599766"/>
              <a:gd name="connsiteX17532" fmla="*/ 9326068 w 10321503"/>
              <a:gd name="connsiteY17532" fmla="*/ 4247511 h 5599766"/>
              <a:gd name="connsiteX17533" fmla="*/ 9326029 w 10321503"/>
              <a:gd name="connsiteY17533" fmla="*/ 4247511 h 5599766"/>
              <a:gd name="connsiteX17534" fmla="*/ 5361358 w 10321503"/>
              <a:gd name="connsiteY17534" fmla="*/ 4247519 h 5599766"/>
              <a:gd name="connsiteX17535" fmla="*/ 5354295 w 10321503"/>
              <a:gd name="connsiteY17535" fmla="*/ 4247519 h 5599766"/>
              <a:gd name="connsiteX17536" fmla="*/ 5353680 w 10321503"/>
              <a:gd name="connsiteY17536" fmla="*/ 4247161 h 5599766"/>
              <a:gd name="connsiteX17537" fmla="*/ 5350149 w 10321503"/>
              <a:gd name="connsiteY17537" fmla="*/ 4241019 h 5599766"/>
              <a:gd name="connsiteX17538" fmla="*/ 5350149 w 10321503"/>
              <a:gd name="connsiteY17538" fmla="*/ 4240354 h 5599766"/>
              <a:gd name="connsiteX17539" fmla="*/ 5353680 w 10321503"/>
              <a:gd name="connsiteY17539" fmla="*/ 4234211 h 5599766"/>
              <a:gd name="connsiteX17540" fmla="*/ 5354295 w 10321503"/>
              <a:gd name="connsiteY17540" fmla="*/ 4233853 h 5599766"/>
              <a:gd name="connsiteX17541" fmla="*/ 5361358 w 10321503"/>
              <a:gd name="connsiteY17541" fmla="*/ 4233853 h 5599766"/>
              <a:gd name="connsiteX17542" fmla="*/ 5361972 w 10321503"/>
              <a:gd name="connsiteY17542" fmla="*/ 4234211 h 5599766"/>
              <a:gd name="connsiteX17543" fmla="*/ 5365503 w 10321503"/>
              <a:gd name="connsiteY17543" fmla="*/ 4240354 h 5599766"/>
              <a:gd name="connsiteX17544" fmla="*/ 5365503 w 10321503"/>
              <a:gd name="connsiteY17544" fmla="*/ 4241019 h 5599766"/>
              <a:gd name="connsiteX17545" fmla="*/ 5361972 w 10321503"/>
              <a:gd name="connsiteY17545" fmla="*/ 4247161 h 5599766"/>
              <a:gd name="connsiteX17546" fmla="*/ 5361358 w 10321503"/>
              <a:gd name="connsiteY17546" fmla="*/ 4247519 h 5599766"/>
              <a:gd name="connsiteX17547" fmla="*/ 5163134 w 10321503"/>
              <a:gd name="connsiteY17547" fmla="*/ 4247521 h 5599766"/>
              <a:gd name="connsiteX17548" fmla="*/ 5156070 w 10321503"/>
              <a:gd name="connsiteY17548" fmla="*/ 4247521 h 5599766"/>
              <a:gd name="connsiteX17549" fmla="*/ 5155456 w 10321503"/>
              <a:gd name="connsiteY17549" fmla="*/ 4247163 h 5599766"/>
              <a:gd name="connsiteX17550" fmla="*/ 5151924 w 10321503"/>
              <a:gd name="connsiteY17550" fmla="*/ 4241022 h 5599766"/>
              <a:gd name="connsiteX17551" fmla="*/ 5151924 w 10321503"/>
              <a:gd name="connsiteY17551" fmla="*/ 4240356 h 5599766"/>
              <a:gd name="connsiteX17552" fmla="*/ 5155456 w 10321503"/>
              <a:gd name="connsiteY17552" fmla="*/ 4234214 h 5599766"/>
              <a:gd name="connsiteX17553" fmla="*/ 5156070 w 10321503"/>
              <a:gd name="connsiteY17553" fmla="*/ 4233856 h 5599766"/>
              <a:gd name="connsiteX17554" fmla="*/ 5163134 w 10321503"/>
              <a:gd name="connsiteY17554" fmla="*/ 4233856 h 5599766"/>
              <a:gd name="connsiteX17555" fmla="*/ 5163748 w 10321503"/>
              <a:gd name="connsiteY17555" fmla="*/ 4234214 h 5599766"/>
              <a:gd name="connsiteX17556" fmla="*/ 5167279 w 10321503"/>
              <a:gd name="connsiteY17556" fmla="*/ 4240356 h 5599766"/>
              <a:gd name="connsiteX17557" fmla="*/ 5167279 w 10321503"/>
              <a:gd name="connsiteY17557" fmla="*/ 4241022 h 5599766"/>
              <a:gd name="connsiteX17558" fmla="*/ 5163748 w 10321503"/>
              <a:gd name="connsiteY17558" fmla="*/ 4247163 h 5599766"/>
              <a:gd name="connsiteX17559" fmla="*/ 5163134 w 10321503"/>
              <a:gd name="connsiteY17559" fmla="*/ 4247521 h 5599766"/>
              <a:gd name="connsiteX17560" fmla="*/ 6352582 w 10321503"/>
              <a:gd name="connsiteY17560" fmla="*/ 4247525 h 5599766"/>
              <a:gd name="connsiteX17561" fmla="*/ 6345519 w 10321503"/>
              <a:gd name="connsiteY17561" fmla="*/ 4247525 h 5599766"/>
              <a:gd name="connsiteX17562" fmla="*/ 6344904 w 10321503"/>
              <a:gd name="connsiteY17562" fmla="*/ 4247165 h 5599766"/>
              <a:gd name="connsiteX17563" fmla="*/ 6341373 w 10321503"/>
              <a:gd name="connsiteY17563" fmla="*/ 4241024 h 5599766"/>
              <a:gd name="connsiteX17564" fmla="*/ 6341373 w 10321503"/>
              <a:gd name="connsiteY17564" fmla="*/ 4240359 h 5599766"/>
              <a:gd name="connsiteX17565" fmla="*/ 6344904 w 10321503"/>
              <a:gd name="connsiteY17565" fmla="*/ 4234217 h 5599766"/>
              <a:gd name="connsiteX17566" fmla="*/ 6345519 w 10321503"/>
              <a:gd name="connsiteY17566" fmla="*/ 4233858 h 5599766"/>
              <a:gd name="connsiteX17567" fmla="*/ 6352582 w 10321503"/>
              <a:gd name="connsiteY17567" fmla="*/ 4233858 h 5599766"/>
              <a:gd name="connsiteX17568" fmla="*/ 6353196 w 10321503"/>
              <a:gd name="connsiteY17568" fmla="*/ 4234217 h 5599766"/>
              <a:gd name="connsiteX17569" fmla="*/ 6356728 w 10321503"/>
              <a:gd name="connsiteY17569" fmla="*/ 4240359 h 5599766"/>
              <a:gd name="connsiteX17570" fmla="*/ 6356728 w 10321503"/>
              <a:gd name="connsiteY17570" fmla="*/ 4241024 h 5599766"/>
              <a:gd name="connsiteX17571" fmla="*/ 6353196 w 10321503"/>
              <a:gd name="connsiteY17571" fmla="*/ 4247165 h 5599766"/>
              <a:gd name="connsiteX17572" fmla="*/ 6352582 w 10321503"/>
              <a:gd name="connsiteY17572" fmla="*/ 4247525 h 5599766"/>
              <a:gd name="connsiteX17573" fmla="*/ 8136702 w 10321503"/>
              <a:gd name="connsiteY17573" fmla="*/ 4247528 h 5599766"/>
              <a:gd name="connsiteX17574" fmla="*/ 8129638 w 10321503"/>
              <a:gd name="connsiteY17574" fmla="*/ 4247528 h 5599766"/>
              <a:gd name="connsiteX17575" fmla="*/ 8129025 w 10321503"/>
              <a:gd name="connsiteY17575" fmla="*/ 4247169 h 5599766"/>
              <a:gd name="connsiteX17576" fmla="*/ 8125493 w 10321503"/>
              <a:gd name="connsiteY17576" fmla="*/ 4241027 h 5599766"/>
              <a:gd name="connsiteX17577" fmla="*/ 8125493 w 10321503"/>
              <a:gd name="connsiteY17577" fmla="*/ 4240363 h 5599766"/>
              <a:gd name="connsiteX17578" fmla="*/ 8129025 w 10321503"/>
              <a:gd name="connsiteY17578" fmla="*/ 4234220 h 5599766"/>
              <a:gd name="connsiteX17579" fmla="*/ 8129638 w 10321503"/>
              <a:gd name="connsiteY17579" fmla="*/ 4233861 h 5599766"/>
              <a:gd name="connsiteX17580" fmla="*/ 8136702 w 10321503"/>
              <a:gd name="connsiteY17580" fmla="*/ 4233861 h 5599766"/>
              <a:gd name="connsiteX17581" fmla="*/ 8137316 w 10321503"/>
              <a:gd name="connsiteY17581" fmla="*/ 4234220 h 5599766"/>
              <a:gd name="connsiteX17582" fmla="*/ 8140848 w 10321503"/>
              <a:gd name="connsiteY17582" fmla="*/ 4240363 h 5599766"/>
              <a:gd name="connsiteX17583" fmla="*/ 8140848 w 10321503"/>
              <a:gd name="connsiteY17583" fmla="*/ 4241027 h 5599766"/>
              <a:gd name="connsiteX17584" fmla="*/ 8137316 w 10321503"/>
              <a:gd name="connsiteY17584" fmla="*/ 4247169 h 5599766"/>
              <a:gd name="connsiteX17585" fmla="*/ 8136702 w 10321503"/>
              <a:gd name="connsiteY17585" fmla="*/ 4247528 h 5599766"/>
              <a:gd name="connsiteX17586" fmla="*/ 9524327 w 10321503"/>
              <a:gd name="connsiteY17586" fmla="*/ 4247529 h 5599766"/>
              <a:gd name="connsiteX17587" fmla="*/ 9517264 w 10321503"/>
              <a:gd name="connsiteY17587" fmla="*/ 4247529 h 5599766"/>
              <a:gd name="connsiteX17588" fmla="*/ 9517215 w 10321503"/>
              <a:gd name="connsiteY17588" fmla="*/ 4247501 h 5599766"/>
              <a:gd name="connsiteX17589" fmla="*/ 9517211 w 10321503"/>
              <a:gd name="connsiteY17589" fmla="*/ 4247501 h 5599766"/>
              <a:gd name="connsiteX17590" fmla="*/ 9516596 w 10321503"/>
              <a:gd name="connsiteY17590" fmla="*/ 4247143 h 5599766"/>
              <a:gd name="connsiteX17591" fmla="*/ 9513066 w 10321503"/>
              <a:gd name="connsiteY17591" fmla="*/ 4241001 h 5599766"/>
              <a:gd name="connsiteX17592" fmla="*/ 9513066 w 10321503"/>
              <a:gd name="connsiteY17592" fmla="*/ 4240336 h 5599766"/>
              <a:gd name="connsiteX17593" fmla="*/ 9516596 w 10321503"/>
              <a:gd name="connsiteY17593" fmla="*/ 4234193 h 5599766"/>
              <a:gd name="connsiteX17594" fmla="*/ 9517211 w 10321503"/>
              <a:gd name="connsiteY17594" fmla="*/ 4233835 h 5599766"/>
              <a:gd name="connsiteX17595" fmla="*/ 9524274 w 10321503"/>
              <a:gd name="connsiteY17595" fmla="*/ 4233835 h 5599766"/>
              <a:gd name="connsiteX17596" fmla="*/ 9524322 w 10321503"/>
              <a:gd name="connsiteY17596" fmla="*/ 4233864 h 5599766"/>
              <a:gd name="connsiteX17597" fmla="*/ 9524327 w 10321503"/>
              <a:gd name="connsiteY17597" fmla="*/ 4233864 h 5599766"/>
              <a:gd name="connsiteX17598" fmla="*/ 9524941 w 10321503"/>
              <a:gd name="connsiteY17598" fmla="*/ 4234221 h 5599766"/>
              <a:gd name="connsiteX17599" fmla="*/ 9528473 w 10321503"/>
              <a:gd name="connsiteY17599" fmla="*/ 4240364 h 5599766"/>
              <a:gd name="connsiteX17600" fmla="*/ 9528473 w 10321503"/>
              <a:gd name="connsiteY17600" fmla="*/ 4241029 h 5599766"/>
              <a:gd name="connsiteX17601" fmla="*/ 9524941 w 10321503"/>
              <a:gd name="connsiteY17601" fmla="*/ 4247171 h 5599766"/>
              <a:gd name="connsiteX17602" fmla="*/ 9524327 w 10321503"/>
              <a:gd name="connsiteY17602" fmla="*/ 4247529 h 5599766"/>
              <a:gd name="connsiteX17603" fmla="*/ 2586059 w 10321503"/>
              <a:gd name="connsiteY17603" fmla="*/ 4247530 h 5599766"/>
              <a:gd name="connsiteX17604" fmla="*/ 2578996 w 10321503"/>
              <a:gd name="connsiteY17604" fmla="*/ 4247530 h 5599766"/>
              <a:gd name="connsiteX17605" fmla="*/ 2578382 w 10321503"/>
              <a:gd name="connsiteY17605" fmla="*/ 4247172 h 5599766"/>
              <a:gd name="connsiteX17606" fmla="*/ 2574850 w 10321503"/>
              <a:gd name="connsiteY17606" fmla="*/ 4241030 h 5599766"/>
              <a:gd name="connsiteX17607" fmla="*/ 2574850 w 10321503"/>
              <a:gd name="connsiteY17607" fmla="*/ 4240365 h 5599766"/>
              <a:gd name="connsiteX17608" fmla="*/ 2578382 w 10321503"/>
              <a:gd name="connsiteY17608" fmla="*/ 4234222 h 5599766"/>
              <a:gd name="connsiteX17609" fmla="*/ 2578996 w 10321503"/>
              <a:gd name="connsiteY17609" fmla="*/ 4233864 h 5599766"/>
              <a:gd name="connsiteX17610" fmla="*/ 2586059 w 10321503"/>
              <a:gd name="connsiteY17610" fmla="*/ 4233864 h 5599766"/>
              <a:gd name="connsiteX17611" fmla="*/ 2586673 w 10321503"/>
              <a:gd name="connsiteY17611" fmla="*/ 4234222 h 5599766"/>
              <a:gd name="connsiteX17612" fmla="*/ 2590205 w 10321503"/>
              <a:gd name="connsiteY17612" fmla="*/ 4240365 h 5599766"/>
              <a:gd name="connsiteX17613" fmla="*/ 2590205 w 10321503"/>
              <a:gd name="connsiteY17613" fmla="*/ 4241030 h 5599766"/>
              <a:gd name="connsiteX17614" fmla="*/ 2586673 w 10321503"/>
              <a:gd name="connsiteY17614" fmla="*/ 4247172 h 5599766"/>
              <a:gd name="connsiteX17615" fmla="*/ 2586059 w 10321503"/>
              <a:gd name="connsiteY17615" fmla="*/ 4247530 h 5599766"/>
              <a:gd name="connsiteX17616" fmla="*/ 1002428 w 10321503"/>
              <a:gd name="connsiteY17616" fmla="*/ 4410125 h 5599766"/>
              <a:gd name="connsiteX17617" fmla="*/ 995366 w 10321503"/>
              <a:gd name="connsiteY17617" fmla="*/ 4410125 h 5599766"/>
              <a:gd name="connsiteX17618" fmla="*/ 994752 w 10321503"/>
              <a:gd name="connsiteY17618" fmla="*/ 4409766 h 5599766"/>
              <a:gd name="connsiteX17619" fmla="*/ 991220 w 10321503"/>
              <a:gd name="connsiteY17619" fmla="*/ 4403624 h 5599766"/>
              <a:gd name="connsiteX17620" fmla="*/ 991220 w 10321503"/>
              <a:gd name="connsiteY17620" fmla="*/ 4402959 h 5599766"/>
              <a:gd name="connsiteX17621" fmla="*/ 994752 w 10321503"/>
              <a:gd name="connsiteY17621" fmla="*/ 4396817 h 5599766"/>
              <a:gd name="connsiteX17622" fmla="*/ 995366 w 10321503"/>
              <a:gd name="connsiteY17622" fmla="*/ 4396459 h 5599766"/>
              <a:gd name="connsiteX17623" fmla="*/ 1002428 w 10321503"/>
              <a:gd name="connsiteY17623" fmla="*/ 4396459 h 5599766"/>
              <a:gd name="connsiteX17624" fmla="*/ 1003042 w 10321503"/>
              <a:gd name="connsiteY17624" fmla="*/ 4396817 h 5599766"/>
              <a:gd name="connsiteX17625" fmla="*/ 1006574 w 10321503"/>
              <a:gd name="connsiteY17625" fmla="*/ 4402959 h 5599766"/>
              <a:gd name="connsiteX17626" fmla="*/ 1006574 w 10321503"/>
              <a:gd name="connsiteY17626" fmla="*/ 4403624 h 5599766"/>
              <a:gd name="connsiteX17627" fmla="*/ 1003042 w 10321503"/>
              <a:gd name="connsiteY17627" fmla="*/ 4409766 h 5599766"/>
              <a:gd name="connsiteX17628" fmla="*/ 1002428 w 10321503"/>
              <a:gd name="connsiteY17628" fmla="*/ 4410125 h 5599766"/>
              <a:gd name="connsiteX17629" fmla="*/ 1795378 w 10321503"/>
              <a:gd name="connsiteY17629" fmla="*/ 4410127 h 5599766"/>
              <a:gd name="connsiteX17630" fmla="*/ 1788315 w 10321503"/>
              <a:gd name="connsiteY17630" fmla="*/ 4410127 h 5599766"/>
              <a:gd name="connsiteX17631" fmla="*/ 1787701 w 10321503"/>
              <a:gd name="connsiteY17631" fmla="*/ 4409769 h 5599766"/>
              <a:gd name="connsiteX17632" fmla="*/ 1784170 w 10321503"/>
              <a:gd name="connsiteY17632" fmla="*/ 4403627 h 5599766"/>
              <a:gd name="connsiteX17633" fmla="*/ 1784170 w 10321503"/>
              <a:gd name="connsiteY17633" fmla="*/ 4402961 h 5599766"/>
              <a:gd name="connsiteX17634" fmla="*/ 1787701 w 10321503"/>
              <a:gd name="connsiteY17634" fmla="*/ 4396820 h 5599766"/>
              <a:gd name="connsiteX17635" fmla="*/ 1788315 w 10321503"/>
              <a:gd name="connsiteY17635" fmla="*/ 4396462 h 5599766"/>
              <a:gd name="connsiteX17636" fmla="*/ 1795378 w 10321503"/>
              <a:gd name="connsiteY17636" fmla="*/ 4396462 h 5599766"/>
              <a:gd name="connsiteX17637" fmla="*/ 1795992 w 10321503"/>
              <a:gd name="connsiteY17637" fmla="*/ 4396820 h 5599766"/>
              <a:gd name="connsiteX17638" fmla="*/ 1799524 w 10321503"/>
              <a:gd name="connsiteY17638" fmla="*/ 4402961 h 5599766"/>
              <a:gd name="connsiteX17639" fmla="*/ 1799524 w 10321503"/>
              <a:gd name="connsiteY17639" fmla="*/ 4403627 h 5599766"/>
              <a:gd name="connsiteX17640" fmla="*/ 1795992 w 10321503"/>
              <a:gd name="connsiteY17640" fmla="*/ 4409769 h 5599766"/>
              <a:gd name="connsiteX17641" fmla="*/ 1795378 w 10321503"/>
              <a:gd name="connsiteY17641" fmla="*/ 4410127 h 5599766"/>
              <a:gd name="connsiteX17642" fmla="*/ 605979 w 10321503"/>
              <a:gd name="connsiteY17642" fmla="*/ 4410144 h 5599766"/>
              <a:gd name="connsiteX17643" fmla="*/ 598916 w 10321503"/>
              <a:gd name="connsiteY17643" fmla="*/ 4410144 h 5599766"/>
              <a:gd name="connsiteX17644" fmla="*/ 598302 w 10321503"/>
              <a:gd name="connsiteY17644" fmla="*/ 4409785 h 5599766"/>
              <a:gd name="connsiteX17645" fmla="*/ 594770 w 10321503"/>
              <a:gd name="connsiteY17645" fmla="*/ 4403643 h 5599766"/>
              <a:gd name="connsiteX17646" fmla="*/ 594770 w 10321503"/>
              <a:gd name="connsiteY17646" fmla="*/ 4402978 h 5599766"/>
              <a:gd name="connsiteX17647" fmla="*/ 598302 w 10321503"/>
              <a:gd name="connsiteY17647" fmla="*/ 4396836 h 5599766"/>
              <a:gd name="connsiteX17648" fmla="*/ 598916 w 10321503"/>
              <a:gd name="connsiteY17648" fmla="*/ 4396478 h 5599766"/>
              <a:gd name="connsiteX17649" fmla="*/ 605979 w 10321503"/>
              <a:gd name="connsiteY17649" fmla="*/ 4396478 h 5599766"/>
              <a:gd name="connsiteX17650" fmla="*/ 606593 w 10321503"/>
              <a:gd name="connsiteY17650" fmla="*/ 4396836 h 5599766"/>
              <a:gd name="connsiteX17651" fmla="*/ 610125 w 10321503"/>
              <a:gd name="connsiteY17651" fmla="*/ 4402978 h 5599766"/>
              <a:gd name="connsiteX17652" fmla="*/ 610125 w 10321503"/>
              <a:gd name="connsiteY17652" fmla="*/ 4403643 h 5599766"/>
              <a:gd name="connsiteX17653" fmla="*/ 606593 w 10321503"/>
              <a:gd name="connsiteY17653" fmla="*/ 4409785 h 5599766"/>
              <a:gd name="connsiteX17654" fmla="*/ 605979 w 10321503"/>
              <a:gd name="connsiteY17654" fmla="*/ 4410144 h 5599766"/>
              <a:gd name="connsiteX17655" fmla="*/ 1200704 w 10321503"/>
              <a:gd name="connsiteY17655" fmla="*/ 4410144 h 5599766"/>
              <a:gd name="connsiteX17656" fmla="*/ 1193642 w 10321503"/>
              <a:gd name="connsiteY17656" fmla="*/ 4410144 h 5599766"/>
              <a:gd name="connsiteX17657" fmla="*/ 1193028 w 10321503"/>
              <a:gd name="connsiteY17657" fmla="*/ 4409786 h 5599766"/>
              <a:gd name="connsiteX17658" fmla="*/ 1189495 w 10321503"/>
              <a:gd name="connsiteY17658" fmla="*/ 4403643 h 5599766"/>
              <a:gd name="connsiteX17659" fmla="*/ 1189495 w 10321503"/>
              <a:gd name="connsiteY17659" fmla="*/ 4402978 h 5599766"/>
              <a:gd name="connsiteX17660" fmla="*/ 1193028 w 10321503"/>
              <a:gd name="connsiteY17660" fmla="*/ 4396836 h 5599766"/>
              <a:gd name="connsiteX17661" fmla="*/ 1193642 w 10321503"/>
              <a:gd name="connsiteY17661" fmla="*/ 4396478 h 5599766"/>
              <a:gd name="connsiteX17662" fmla="*/ 1200704 w 10321503"/>
              <a:gd name="connsiteY17662" fmla="*/ 4396478 h 5599766"/>
              <a:gd name="connsiteX17663" fmla="*/ 1201318 w 10321503"/>
              <a:gd name="connsiteY17663" fmla="*/ 4396836 h 5599766"/>
              <a:gd name="connsiteX17664" fmla="*/ 1204850 w 10321503"/>
              <a:gd name="connsiteY17664" fmla="*/ 4402978 h 5599766"/>
              <a:gd name="connsiteX17665" fmla="*/ 1204850 w 10321503"/>
              <a:gd name="connsiteY17665" fmla="*/ 4403643 h 5599766"/>
              <a:gd name="connsiteX17666" fmla="*/ 1201318 w 10321503"/>
              <a:gd name="connsiteY17666" fmla="*/ 4409786 h 5599766"/>
              <a:gd name="connsiteX17667" fmla="*/ 1200704 w 10321503"/>
              <a:gd name="connsiteY17667" fmla="*/ 4410144 h 5599766"/>
              <a:gd name="connsiteX17668" fmla="*/ 407754 w 10321503"/>
              <a:gd name="connsiteY17668" fmla="*/ 4410148 h 5599766"/>
              <a:gd name="connsiteX17669" fmla="*/ 400692 w 10321503"/>
              <a:gd name="connsiteY17669" fmla="*/ 4410148 h 5599766"/>
              <a:gd name="connsiteX17670" fmla="*/ 400078 w 10321503"/>
              <a:gd name="connsiteY17670" fmla="*/ 4409791 h 5599766"/>
              <a:gd name="connsiteX17671" fmla="*/ 396546 w 10321503"/>
              <a:gd name="connsiteY17671" fmla="*/ 4403648 h 5599766"/>
              <a:gd name="connsiteX17672" fmla="*/ 396546 w 10321503"/>
              <a:gd name="connsiteY17672" fmla="*/ 4402982 h 5599766"/>
              <a:gd name="connsiteX17673" fmla="*/ 400078 w 10321503"/>
              <a:gd name="connsiteY17673" fmla="*/ 4396841 h 5599766"/>
              <a:gd name="connsiteX17674" fmla="*/ 400692 w 10321503"/>
              <a:gd name="connsiteY17674" fmla="*/ 4396483 h 5599766"/>
              <a:gd name="connsiteX17675" fmla="*/ 407754 w 10321503"/>
              <a:gd name="connsiteY17675" fmla="*/ 4396483 h 5599766"/>
              <a:gd name="connsiteX17676" fmla="*/ 408369 w 10321503"/>
              <a:gd name="connsiteY17676" fmla="*/ 4396841 h 5599766"/>
              <a:gd name="connsiteX17677" fmla="*/ 411900 w 10321503"/>
              <a:gd name="connsiteY17677" fmla="*/ 4402982 h 5599766"/>
              <a:gd name="connsiteX17678" fmla="*/ 411900 w 10321503"/>
              <a:gd name="connsiteY17678" fmla="*/ 4403648 h 5599766"/>
              <a:gd name="connsiteX17679" fmla="*/ 408369 w 10321503"/>
              <a:gd name="connsiteY17679" fmla="*/ 4409791 h 5599766"/>
              <a:gd name="connsiteX17680" fmla="*/ 407754 w 10321503"/>
              <a:gd name="connsiteY17680" fmla="*/ 4410148 h 5599766"/>
              <a:gd name="connsiteX17681" fmla="*/ 11254 w 10321503"/>
              <a:gd name="connsiteY17681" fmla="*/ 4410153 h 5599766"/>
              <a:gd name="connsiteX17682" fmla="*/ 4192 w 10321503"/>
              <a:gd name="connsiteY17682" fmla="*/ 4410153 h 5599766"/>
              <a:gd name="connsiteX17683" fmla="*/ 3578 w 10321503"/>
              <a:gd name="connsiteY17683" fmla="*/ 4409795 h 5599766"/>
              <a:gd name="connsiteX17684" fmla="*/ 46 w 10321503"/>
              <a:gd name="connsiteY17684" fmla="*/ 4403653 h 5599766"/>
              <a:gd name="connsiteX17685" fmla="*/ 46 w 10321503"/>
              <a:gd name="connsiteY17685" fmla="*/ 4402987 h 5599766"/>
              <a:gd name="connsiteX17686" fmla="*/ 3578 w 10321503"/>
              <a:gd name="connsiteY17686" fmla="*/ 4396845 h 5599766"/>
              <a:gd name="connsiteX17687" fmla="*/ 4192 w 10321503"/>
              <a:gd name="connsiteY17687" fmla="*/ 4396487 h 5599766"/>
              <a:gd name="connsiteX17688" fmla="*/ 11254 w 10321503"/>
              <a:gd name="connsiteY17688" fmla="*/ 4396487 h 5599766"/>
              <a:gd name="connsiteX17689" fmla="*/ 11868 w 10321503"/>
              <a:gd name="connsiteY17689" fmla="*/ 4396845 h 5599766"/>
              <a:gd name="connsiteX17690" fmla="*/ 15400 w 10321503"/>
              <a:gd name="connsiteY17690" fmla="*/ 4402987 h 5599766"/>
              <a:gd name="connsiteX17691" fmla="*/ 15400 w 10321503"/>
              <a:gd name="connsiteY17691" fmla="*/ 4403653 h 5599766"/>
              <a:gd name="connsiteX17692" fmla="*/ 11868 w 10321503"/>
              <a:gd name="connsiteY17692" fmla="*/ 4409795 h 5599766"/>
              <a:gd name="connsiteX17693" fmla="*/ 11254 w 10321503"/>
              <a:gd name="connsiteY17693" fmla="*/ 4410153 h 5599766"/>
              <a:gd name="connsiteX17694" fmla="*/ 804204 w 10321503"/>
              <a:gd name="connsiteY17694" fmla="*/ 4410163 h 5599766"/>
              <a:gd name="connsiteX17695" fmla="*/ 797140 w 10321503"/>
              <a:gd name="connsiteY17695" fmla="*/ 4410163 h 5599766"/>
              <a:gd name="connsiteX17696" fmla="*/ 796526 w 10321503"/>
              <a:gd name="connsiteY17696" fmla="*/ 4409804 h 5599766"/>
              <a:gd name="connsiteX17697" fmla="*/ 792995 w 10321503"/>
              <a:gd name="connsiteY17697" fmla="*/ 4403662 h 5599766"/>
              <a:gd name="connsiteX17698" fmla="*/ 792995 w 10321503"/>
              <a:gd name="connsiteY17698" fmla="*/ 4402996 h 5599766"/>
              <a:gd name="connsiteX17699" fmla="*/ 796526 w 10321503"/>
              <a:gd name="connsiteY17699" fmla="*/ 4396854 h 5599766"/>
              <a:gd name="connsiteX17700" fmla="*/ 797140 w 10321503"/>
              <a:gd name="connsiteY17700" fmla="*/ 4396497 h 5599766"/>
              <a:gd name="connsiteX17701" fmla="*/ 804204 w 10321503"/>
              <a:gd name="connsiteY17701" fmla="*/ 4396497 h 5599766"/>
              <a:gd name="connsiteX17702" fmla="*/ 804818 w 10321503"/>
              <a:gd name="connsiteY17702" fmla="*/ 4396854 h 5599766"/>
              <a:gd name="connsiteX17703" fmla="*/ 808350 w 10321503"/>
              <a:gd name="connsiteY17703" fmla="*/ 4402996 h 5599766"/>
              <a:gd name="connsiteX17704" fmla="*/ 808350 w 10321503"/>
              <a:gd name="connsiteY17704" fmla="*/ 4403662 h 5599766"/>
              <a:gd name="connsiteX17705" fmla="*/ 804818 w 10321503"/>
              <a:gd name="connsiteY17705" fmla="*/ 4409804 h 5599766"/>
              <a:gd name="connsiteX17706" fmla="*/ 804204 w 10321503"/>
              <a:gd name="connsiteY17706" fmla="*/ 4410163 h 5599766"/>
              <a:gd name="connsiteX17707" fmla="*/ 1398928 w 10321503"/>
              <a:gd name="connsiteY17707" fmla="*/ 4410174 h 5599766"/>
              <a:gd name="connsiteX17708" fmla="*/ 1391866 w 10321503"/>
              <a:gd name="connsiteY17708" fmla="*/ 4410174 h 5599766"/>
              <a:gd name="connsiteX17709" fmla="*/ 1391252 w 10321503"/>
              <a:gd name="connsiteY17709" fmla="*/ 4409816 h 5599766"/>
              <a:gd name="connsiteX17710" fmla="*/ 1387720 w 10321503"/>
              <a:gd name="connsiteY17710" fmla="*/ 4403674 h 5599766"/>
              <a:gd name="connsiteX17711" fmla="*/ 1387720 w 10321503"/>
              <a:gd name="connsiteY17711" fmla="*/ 4403007 h 5599766"/>
              <a:gd name="connsiteX17712" fmla="*/ 1391252 w 10321503"/>
              <a:gd name="connsiteY17712" fmla="*/ 4396867 h 5599766"/>
              <a:gd name="connsiteX17713" fmla="*/ 1391866 w 10321503"/>
              <a:gd name="connsiteY17713" fmla="*/ 4396508 h 5599766"/>
              <a:gd name="connsiteX17714" fmla="*/ 1398928 w 10321503"/>
              <a:gd name="connsiteY17714" fmla="*/ 4396508 h 5599766"/>
              <a:gd name="connsiteX17715" fmla="*/ 1399544 w 10321503"/>
              <a:gd name="connsiteY17715" fmla="*/ 4396867 h 5599766"/>
              <a:gd name="connsiteX17716" fmla="*/ 1403074 w 10321503"/>
              <a:gd name="connsiteY17716" fmla="*/ 4403007 h 5599766"/>
              <a:gd name="connsiteX17717" fmla="*/ 1403074 w 10321503"/>
              <a:gd name="connsiteY17717" fmla="*/ 4403674 h 5599766"/>
              <a:gd name="connsiteX17718" fmla="*/ 1399544 w 10321503"/>
              <a:gd name="connsiteY17718" fmla="*/ 4409816 h 5599766"/>
              <a:gd name="connsiteX17719" fmla="*/ 1398928 w 10321503"/>
              <a:gd name="connsiteY17719" fmla="*/ 4410174 h 5599766"/>
              <a:gd name="connsiteX17720" fmla="*/ 1597154 w 10321503"/>
              <a:gd name="connsiteY17720" fmla="*/ 4410175 h 5599766"/>
              <a:gd name="connsiteX17721" fmla="*/ 1590090 w 10321503"/>
              <a:gd name="connsiteY17721" fmla="*/ 4410175 h 5599766"/>
              <a:gd name="connsiteX17722" fmla="*/ 1589476 w 10321503"/>
              <a:gd name="connsiteY17722" fmla="*/ 4409816 h 5599766"/>
              <a:gd name="connsiteX17723" fmla="*/ 1585944 w 10321503"/>
              <a:gd name="connsiteY17723" fmla="*/ 4403674 h 5599766"/>
              <a:gd name="connsiteX17724" fmla="*/ 1585944 w 10321503"/>
              <a:gd name="connsiteY17724" fmla="*/ 4403009 h 5599766"/>
              <a:gd name="connsiteX17725" fmla="*/ 1589476 w 10321503"/>
              <a:gd name="connsiteY17725" fmla="*/ 4396868 h 5599766"/>
              <a:gd name="connsiteX17726" fmla="*/ 1590090 w 10321503"/>
              <a:gd name="connsiteY17726" fmla="*/ 4396509 h 5599766"/>
              <a:gd name="connsiteX17727" fmla="*/ 1597154 w 10321503"/>
              <a:gd name="connsiteY17727" fmla="*/ 4396509 h 5599766"/>
              <a:gd name="connsiteX17728" fmla="*/ 1597768 w 10321503"/>
              <a:gd name="connsiteY17728" fmla="*/ 4396868 h 5599766"/>
              <a:gd name="connsiteX17729" fmla="*/ 1601298 w 10321503"/>
              <a:gd name="connsiteY17729" fmla="*/ 4403009 h 5599766"/>
              <a:gd name="connsiteX17730" fmla="*/ 1601298 w 10321503"/>
              <a:gd name="connsiteY17730" fmla="*/ 4403674 h 5599766"/>
              <a:gd name="connsiteX17731" fmla="*/ 1597768 w 10321503"/>
              <a:gd name="connsiteY17731" fmla="*/ 4409816 h 5599766"/>
              <a:gd name="connsiteX17732" fmla="*/ 1597154 w 10321503"/>
              <a:gd name="connsiteY17732" fmla="*/ 4410175 h 5599766"/>
              <a:gd name="connsiteX17733" fmla="*/ 209480 w 10321503"/>
              <a:gd name="connsiteY17733" fmla="*/ 4410179 h 5599766"/>
              <a:gd name="connsiteX17734" fmla="*/ 202416 w 10321503"/>
              <a:gd name="connsiteY17734" fmla="*/ 4410179 h 5599766"/>
              <a:gd name="connsiteX17735" fmla="*/ 201803 w 10321503"/>
              <a:gd name="connsiteY17735" fmla="*/ 4409821 h 5599766"/>
              <a:gd name="connsiteX17736" fmla="*/ 198270 w 10321503"/>
              <a:gd name="connsiteY17736" fmla="*/ 4403679 h 5599766"/>
              <a:gd name="connsiteX17737" fmla="*/ 198270 w 10321503"/>
              <a:gd name="connsiteY17737" fmla="*/ 4403013 h 5599766"/>
              <a:gd name="connsiteX17738" fmla="*/ 201803 w 10321503"/>
              <a:gd name="connsiteY17738" fmla="*/ 4396872 h 5599766"/>
              <a:gd name="connsiteX17739" fmla="*/ 202416 w 10321503"/>
              <a:gd name="connsiteY17739" fmla="*/ 4396514 h 5599766"/>
              <a:gd name="connsiteX17740" fmla="*/ 209480 w 10321503"/>
              <a:gd name="connsiteY17740" fmla="*/ 4396514 h 5599766"/>
              <a:gd name="connsiteX17741" fmla="*/ 210094 w 10321503"/>
              <a:gd name="connsiteY17741" fmla="*/ 4396872 h 5599766"/>
              <a:gd name="connsiteX17742" fmla="*/ 213625 w 10321503"/>
              <a:gd name="connsiteY17742" fmla="*/ 4403013 h 5599766"/>
              <a:gd name="connsiteX17743" fmla="*/ 213625 w 10321503"/>
              <a:gd name="connsiteY17743" fmla="*/ 4403679 h 5599766"/>
              <a:gd name="connsiteX17744" fmla="*/ 210094 w 10321503"/>
              <a:gd name="connsiteY17744" fmla="*/ 4409821 h 5599766"/>
              <a:gd name="connsiteX17745" fmla="*/ 209480 w 10321503"/>
              <a:gd name="connsiteY17745" fmla="*/ 4410179 h 5599766"/>
              <a:gd name="connsiteX17746" fmla="*/ 1993654 w 10321503"/>
              <a:gd name="connsiteY17746" fmla="*/ 4410191 h 5599766"/>
              <a:gd name="connsiteX17747" fmla="*/ 1986590 w 10321503"/>
              <a:gd name="connsiteY17747" fmla="*/ 4410191 h 5599766"/>
              <a:gd name="connsiteX17748" fmla="*/ 1985976 w 10321503"/>
              <a:gd name="connsiteY17748" fmla="*/ 4409832 h 5599766"/>
              <a:gd name="connsiteX17749" fmla="*/ 1982445 w 10321503"/>
              <a:gd name="connsiteY17749" fmla="*/ 4403690 h 5599766"/>
              <a:gd name="connsiteX17750" fmla="*/ 1982445 w 10321503"/>
              <a:gd name="connsiteY17750" fmla="*/ 4403024 h 5599766"/>
              <a:gd name="connsiteX17751" fmla="*/ 1985976 w 10321503"/>
              <a:gd name="connsiteY17751" fmla="*/ 4396883 h 5599766"/>
              <a:gd name="connsiteX17752" fmla="*/ 1986590 w 10321503"/>
              <a:gd name="connsiteY17752" fmla="*/ 4396526 h 5599766"/>
              <a:gd name="connsiteX17753" fmla="*/ 1993654 w 10321503"/>
              <a:gd name="connsiteY17753" fmla="*/ 4396526 h 5599766"/>
              <a:gd name="connsiteX17754" fmla="*/ 1994268 w 10321503"/>
              <a:gd name="connsiteY17754" fmla="*/ 4396883 h 5599766"/>
              <a:gd name="connsiteX17755" fmla="*/ 1997800 w 10321503"/>
              <a:gd name="connsiteY17755" fmla="*/ 4403024 h 5599766"/>
              <a:gd name="connsiteX17756" fmla="*/ 1997800 w 10321503"/>
              <a:gd name="connsiteY17756" fmla="*/ 4403690 h 5599766"/>
              <a:gd name="connsiteX17757" fmla="*/ 1994268 w 10321503"/>
              <a:gd name="connsiteY17757" fmla="*/ 4409832 h 5599766"/>
              <a:gd name="connsiteX17758" fmla="*/ 1993654 w 10321503"/>
              <a:gd name="connsiteY17758" fmla="*/ 4410191 h 5599766"/>
              <a:gd name="connsiteX17759" fmla="*/ 2189611 w 10321503"/>
              <a:gd name="connsiteY17759" fmla="*/ 4415895 h 5599766"/>
              <a:gd name="connsiteX17760" fmla="*/ 2182548 w 10321503"/>
              <a:gd name="connsiteY17760" fmla="*/ 4415895 h 5599766"/>
              <a:gd name="connsiteX17761" fmla="*/ 2181933 w 10321503"/>
              <a:gd name="connsiteY17761" fmla="*/ 4415537 h 5599766"/>
              <a:gd name="connsiteX17762" fmla="*/ 2178401 w 10321503"/>
              <a:gd name="connsiteY17762" fmla="*/ 4409396 h 5599766"/>
              <a:gd name="connsiteX17763" fmla="*/ 2178401 w 10321503"/>
              <a:gd name="connsiteY17763" fmla="*/ 4408730 h 5599766"/>
              <a:gd name="connsiteX17764" fmla="*/ 2181933 w 10321503"/>
              <a:gd name="connsiteY17764" fmla="*/ 4402587 h 5599766"/>
              <a:gd name="connsiteX17765" fmla="*/ 2182548 w 10321503"/>
              <a:gd name="connsiteY17765" fmla="*/ 4402230 h 5599766"/>
              <a:gd name="connsiteX17766" fmla="*/ 2189611 w 10321503"/>
              <a:gd name="connsiteY17766" fmla="*/ 4402230 h 5599766"/>
              <a:gd name="connsiteX17767" fmla="*/ 2190225 w 10321503"/>
              <a:gd name="connsiteY17767" fmla="*/ 4402587 h 5599766"/>
              <a:gd name="connsiteX17768" fmla="*/ 2193757 w 10321503"/>
              <a:gd name="connsiteY17768" fmla="*/ 4408730 h 5599766"/>
              <a:gd name="connsiteX17769" fmla="*/ 2193757 w 10321503"/>
              <a:gd name="connsiteY17769" fmla="*/ 4409396 h 5599766"/>
              <a:gd name="connsiteX17770" fmla="*/ 2190225 w 10321503"/>
              <a:gd name="connsiteY17770" fmla="*/ 4415537 h 5599766"/>
              <a:gd name="connsiteX17771" fmla="*/ 2189611 w 10321503"/>
              <a:gd name="connsiteY17771" fmla="*/ 4415895 h 5599766"/>
              <a:gd name="connsiteX17772" fmla="*/ 2387835 w 10321503"/>
              <a:gd name="connsiteY17772" fmla="*/ 4415895 h 5599766"/>
              <a:gd name="connsiteX17773" fmla="*/ 2380773 w 10321503"/>
              <a:gd name="connsiteY17773" fmla="*/ 4415895 h 5599766"/>
              <a:gd name="connsiteX17774" fmla="*/ 2380159 w 10321503"/>
              <a:gd name="connsiteY17774" fmla="*/ 4415537 h 5599766"/>
              <a:gd name="connsiteX17775" fmla="*/ 2376626 w 10321503"/>
              <a:gd name="connsiteY17775" fmla="*/ 4409396 h 5599766"/>
              <a:gd name="connsiteX17776" fmla="*/ 2376626 w 10321503"/>
              <a:gd name="connsiteY17776" fmla="*/ 4408730 h 5599766"/>
              <a:gd name="connsiteX17777" fmla="*/ 2380159 w 10321503"/>
              <a:gd name="connsiteY17777" fmla="*/ 4402587 h 5599766"/>
              <a:gd name="connsiteX17778" fmla="*/ 2380773 w 10321503"/>
              <a:gd name="connsiteY17778" fmla="*/ 4402230 h 5599766"/>
              <a:gd name="connsiteX17779" fmla="*/ 2387835 w 10321503"/>
              <a:gd name="connsiteY17779" fmla="*/ 4402230 h 5599766"/>
              <a:gd name="connsiteX17780" fmla="*/ 2388449 w 10321503"/>
              <a:gd name="connsiteY17780" fmla="*/ 4402587 h 5599766"/>
              <a:gd name="connsiteX17781" fmla="*/ 2391981 w 10321503"/>
              <a:gd name="connsiteY17781" fmla="*/ 4408730 h 5599766"/>
              <a:gd name="connsiteX17782" fmla="*/ 2391981 w 10321503"/>
              <a:gd name="connsiteY17782" fmla="*/ 4409396 h 5599766"/>
              <a:gd name="connsiteX17783" fmla="*/ 2388449 w 10321503"/>
              <a:gd name="connsiteY17783" fmla="*/ 4415537 h 5599766"/>
              <a:gd name="connsiteX17784" fmla="*/ 2387835 w 10321503"/>
              <a:gd name="connsiteY17784" fmla="*/ 4415895 h 5599766"/>
              <a:gd name="connsiteX17785" fmla="*/ 2586060 w 10321503"/>
              <a:gd name="connsiteY17785" fmla="*/ 4415895 h 5599766"/>
              <a:gd name="connsiteX17786" fmla="*/ 2578998 w 10321503"/>
              <a:gd name="connsiteY17786" fmla="*/ 4415895 h 5599766"/>
              <a:gd name="connsiteX17787" fmla="*/ 2578383 w 10321503"/>
              <a:gd name="connsiteY17787" fmla="*/ 4415537 h 5599766"/>
              <a:gd name="connsiteX17788" fmla="*/ 2574850 w 10321503"/>
              <a:gd name="connsiteY17788" fmla="*/ 4409396 h 5599766"/>
              <a:gd name="connsiteX17789" fmla="*/ 2574850 w 10321503"/>
              <a:gd name="connsiteY17789" fmla="*/ 4408730 h 5599766"/>
              <a:gd name="connsiteX17790" fmla="*/ 2578383 w 10321503"/>
              <a:gd name="connsiteY17790" fmla="*/ 4402587 h 5599766"/>
              <a:gd name="connsiteX17791" fmla="*/ 2578998 w 10321503"/>
              <a:gd name="connsiteY17791" fmla="*/ 4402230 h 5599766"/>
              <a:gd name="connsiteX17792" fmla="*/ 2586060 w 10321503"/>
              <a:gd name="connsiteY17792" fmla="*/ 4402230 h 5599766"/>
              <a:gd name="connsiteX17793" fmla="*/ 2586674 w 10321503"/>
              <a:gd name="connsiteY17793" fmla="*/ 4402587 h 5599766"/>
              <a:gd name="connsiteX17794" fmla="*/ 2590205 w 10321503"/>
              <a:gd name="connsiteY17794" fmla="*/ 4408730 h 5599766"/>
              <a:gd name="connsiteX17795" fmla="*/ 2590205 w 10321503"/>
              <a:gd name="connsiteY17795" fmla="*/ 4409396 h 5599766"/>
              <a:gd name="connsiteX17796" fmla="*/ 2586674 w 10321503"/>
              <a:gd name="connsiteY17796" fmla="*/ 4415537 h 5599766"/>
              <a:gd name="connsiteX17797" fmla="*/ 2586060 w 10321503"/>
              <a:gd name="connsiteY17797" fmla="*/ 4415895 h 5599766"/>
              <a:gd name="connsiteX17798" fmla="*/ 2784284 w 10321503"/>
              <a:gd name="connsiteY17798" fmla="*/ 4415895 h 5599766"/>
              <a:gd name="connsiteX17799" fmla="*/ 2777221 w 10321503"/>
              <a:gd name="connsiteY17799" fmla="*/ 4415895 h 5599766"/>
              <a:gd name="connsiteX17800" fmla="*/ 2776607 w 10321503"/>
              <a:gd name="connsiteY17800" fmla="*/ 4415537 h 5599766"/>
              <a:gd name="connsiteX17801" fmla="*/ 2773075 w 10321503"/>
              <a:gd name="connsiteY17801" fmla="*/ 4409396 h 5599766"/>
              <a:gd name="connsiteX17802" fmla="*/ 2773075 w 10321503"/>
              <a:gd name="connsiteY17802" fmla="*/ 4408730 h 5599766"/>
              <a:gd name="connsiteX17803" fmla="*/ 2776607 w 10321503"/>
              <a:gd name="connsiteY17803" fmla="*/ 4402587 h 5599766"/>
              <a:gd name="connsiteX17804" fmla="*/ 2777221 w 10321503"/>
              <a:gd name="connsiteY17804" fmla="*/ 4402230 h 5599766"/>
              <a:gd name="connsiteX17805" fmla="*/ 2784284 w 10321503"/>
              <a:gd name="connsiteY17805" fmla="*/ 4402230 h 5599766"/>
              <a:gd name="connsiteX17806" fmla="*/ 2784898 w 10321503"/>
              <a:gd name="connsiteY17806" fmla="*/ 4402587 h 5599766"/>
              <a:gd name="connsiteX17807" fmla="*/ 2788430 w 10321503"/>
              <a:gd name="connsiteY17807" fmla="*/ 4408730 h 5599766"/>
              <a:gd name="connsiteX17808" fmla="*/ 2788430 w 10321503"/>
              <a:gd name="connsiteY17808" fmla="*/ 4409396 h 5599766"/>
              <a:gd name="connsiteX17809" fmla="*/ 2784898 w 10321503"/>
              <a:gd name="connsiteY17809" fmla="*/ 4415537 h 5599766"/>
              <a:gd name="connsiteX17810" fmla="*/ 2784284 w 10321503"/>
              <a:gd name="connsiteY17810" fmla="*/ 4415895 h 5599766"/>
              <a:gd name="connsiteX17811" fmla="*/ 2982559 w 10321503"/>
              <a:gd name="connsiteY17811" fmla="*/ 4415895 h 5599766"/>
              <a:gd name="connsiteX17812" fmla="*/ 2975496 w 10321503"/>
              <a:gd name="connsiteY17812" fmla="*/ 4415895 h 5599766"/>
              <a:gd name="connsiteX17813" fmla="*/ 2974882 w 10321503"/>
              <a:gd name="connsiteY17813" fmla="*/ 4415537 h 5599766"/>
              <a:gd name="connsiteX17814" fmla="*/ 2971351 w 10321503"/>
              <a:gd name="connsiteY17814" fmla="*/ 4409396 h 5599766"/>
              <a:gd name="connsiteX17815" fmla="*/ 2971351 w 10321503"/>
              <a:gd name="connsiteY17815" fmla="*/ 4408730 h 5599766"/>
              <a:gd name="connsiteX17816" fmla="*/ 2974882 w 10321503"/>
              <a:gd name="connsiteY17816" fmla="*/ 4402587 h 5599766"/>
              <a:gd name="connsiteX17817" fmla="*/ 2975496 w 10321503"/>
              <a:gd name="connsiteY17817" fmla="*/ 4402230 h 5599766"/>
              <a:gd name="connsiteX17818" fmla="*/ 2982559 w 10321503"/>
              <a:gd name="connsiteY17818" fmla="*/ 4402230 h 5599766"/>
              <a:gd name="connsiteX17819" fmla="*/ 2983173 w 10321503"/>
              <a:gd name="connsiteY17819" fmla="*/ 4402587 h 5599766"/>
              <a:gd name="connsiteX17820" fmla="*/ 2986706 w 10321503"/>
              <a:gd name="connsiteY17820" fmla="*/ 4408730 h 5599766"/>
              <a:gd name="connsiteX17821" fmla="*/ 2986706 w 10321503"/>
              <a:gd name="connsiteY17821" fmla="*/ 4409396 h 5599766"/>
              <a:gd name="connsiteX17822" fmla="*/ 2983173 w 10321503"/>
              <a:gd name="connsiteY17822" fmla="*/ 4415537 h 5599766"/>
              <a:gd name="connsiteX17823" fmla="*/ 2982559 w 10321503"/>
              <a:gd name="connsiteY17823" fmla="*/ 4415895 h 5599766"/>
              <a:gd name="connsiteX17824" fmla="*/ 3180784 w 10321503"/>
              <a:gd name="connsiteY17824" fmla="*/ 4415895 h 5599766"/>
              <a:gd name="connsiteX17825" fmla="*/ 3173721 w 10321503"/>
              <a:gd name="connsiteY17825" fmla="*/ 4415895 h 5599766"/>
              <a:gd name="connsiteX17826" fmla="*/ 3173107 w 10321503"/>
              <a:gd name="connsiteY17826" fmla="*/ 4415537 h 5599766"/>
              <a:gd name="connsiteX17827" fmla="*/ 3169576 w 10321503"/>
              <a:gd name="connsiteY17827" fmla="*/ 4409396 h 5599766"/>
              <a:gd name="connsiteX17828" fmla="*/ 3169576 w 10321503"/>
              <a:gd name="connsiteY17828" fmla="*/ 4408730 h 5599766"/>
              <a:gd name="connsiteX17829" fmla="*/ 3173107 w 10321503"/>
              <a:gd name="connsiteY17829" fmla="*/ 4402587 h 5599766"/>
              <a:gd name="connsiteX17830" fmla="*/ 3173721 w 10321503"/>
              <a:gd name="connsiteY17830" fmla="*/ 4402230 h 5599766"/>
              <a:gd name="connsiteX17831" fmla="*/ 3180784 w 10321503"/>
              <a:gd name="connsiteY17831" fmla="*/ 4402230 h 5599766"/>
              <a:gd name="connsiteX17832" fmla="*/ 3181398 w 10321503"/>
              <a:gd name="connsiteY17832" fmla="*/ 4402587 h 5599766"/>
              <a:gd name="connsiteX17833" fmla="*/ 3184931 w 10321503"/>
              <a:gd name="connsiteY17833" fmla="*/ 4408730 h 5599766"/>
              <a:gd name="connsiteX17834" fmla="*/ 3184931 w 10321503"/>
              <a:gd name="connsiteY17834" fmla="*/ 4409396 h 5599766"/>
              <a:gd name="connsiteX17835" fmla="*/ 3181398 w 10321503"/>
              <a:gd name="connsiteY17835" fmla="*/ 4415537 h 5599766"/>
              <a:gd name="connsiteX17836" fmla="*/ 3180784 w 10321503"/>
              <a:gd name="connsiteY17836" fmla="*/ 4415895 h 5599766"/>
              <a:gd name="connsiteX17837" fmla="*/ 3379008 w 10321503"/>
              <a:gd name="connsiteY17837" fmla="*/ 4415895 h 5599766"/>
              <a:gd name="connsiteX17838" fmla="*/ 3371947 w 10321503"/>
              <a:gd name="connsiteY17838" fmla="*/ 4415895 h 5599766"/>
              <a:gd name="connsiteX17839" fmla="*/ 3371332 w 10321503"/>
              <a:gd name="connsiteY17839" fmla="*/ 4415537 h 5599766"/>
              <a:gd name="connsiteX17840" fmla="*/ 3367800 w 10321503"/>
              <a:gd name="connsiteY17840" fmla="*/ 4409396 h 5599766"/>
              <a:gd name="connsiteX17841" fmla="*/ 3367800 w 10321503"/>
              <a:gd name="connsiteY17841" fmla="*/ 4408730 h 5599766"/>
              <a:gd name="connsiteX17842" fmla="*/ 3371332 w 10321503"/>
              <a:gd name="connsiteY17842" fmla="*/ 4402587 h 5599766"/>
              <a:gd name="connsiteX17843" fmla="*/ 3371947 w 10321503"/>
              <a:gd name="connsiteY17843" fmla="*/ 4402230 h 5599766"/>
              <a:gd name="connsiteX17844" fmla="*/ 3379008 w 10321503"/>
              <a:gd name="connsiteY17844" fmla="*/ 4402230 h 5599766"/>
              <a:gd name="connsiteX17845" fmla="*/ 3379624 w 10321503"/>
              <a:gd name="connsiteY17845" fmla="*/ 4402587 h 5599766"/>
              <a:gd name="connsiteX17846" fmla="*/ 3383155 w 10321503"/>
              <a:gd name="connsiteY17846" fmla="*/ 4408730 h 5599766"/>
              <a:gd name="connsiteX17847" fmla="*/ 3383155 w 10321503"/>
              <a:gd name="connsiteY17847" fmla="*/ 4409396 h 5599766"/>
              <a:gd name="connsiteX17848" fmla="*/ 3379624 w 10321503"/>
              <a:gd name="connsiteY17848" fmla="*/ 4415537 h 5599766"/>
              <a:gd name="connsiteX17849" fmla="*/ 3379008 w 10321503"/>
              <a:gd name="connsiteY17849" fmla="*/ 4415895 h 5599766"/>
              <a:gd name="connsiteX17850" fmla="*/ 3577234 w 10321503"/>
              <a:gd name="connsiteY17850" fmla="*/ 4415895 h 5599766"/>
              <a:gd name="connsiteX17851" fmla="*/ 3570172 w 10321503"/>
              <a:gd name="connsiteY17851" fmla="*/ 4415895 h 5599766"/>
              <a:gd name="connsiteX17852" fmla="*/ 3569557 w 10321503"/>
              <a:gd name="connsiteY17852" fmla="*/ 4415537 h 5599766"/>
              <a:gd name="connsiteX17853" fmla="*/ 3566024 w 10321503"/>
              <a:gd name="connsiteY17853" fmla="*/ 4409396 h 5599766"/>
              <a:gd name="connsiteX17854" fmla="*/ 3566024 w 10321503"/>
              <a:gd name="connsiteY17854" fmla="*/ 4408730 h 5599766"/>
              <a:gd name="connsiteX17855" fmla="*/ 3569557 w 10321503"/>
              <a:gd name="connsiteY17855" fmla="*/ 4402587 h 5599766"/>
              <a:gd name="connsiteX17856" fmla="*/ 3570172 w 10321503"/>
              <a:gd name="connsiteY17856" fmla="*/ 4402230 h 5599766"/>
              <a:gd name="connsiteX17857" fmla="*/ 3577234 w 10321503"/>
              <a:gd name="connsiteY17857" fmla="*/ 4402230 h 5599766"/>
              <a:gd name="connsiteX17858" fmla="*/ 3577848 w 10321503"/>
              <a:gd name="connsiteY17858" fmla="*/ 4402587 h 5599766"/>
              <a:gd name="connsiteX17859" fmla="*/ 3581379 w 10321503"/>
              <a:gd name="connsiteY17859" fmla="*/ 4408730 h 5599766"/>
              <a:gd name="connsiteX17860" fmla="*/ 3581379 w 10321503"/>
              <a:gd name="connsiteY17860" fmla="*/ 4409396 h 5599766"/>
              <a:gd name="connsiteX17861" fmla="*/ 3577848 w 10321503"/>
              <a:gd name="connsiteY17861" fmla="*/ 4415537 h 5599766"/>
              <a:gd name="connsiteX17862" fmla="*/ 3577234 w 10321503"/>
              <a:gd name="connsiteY17862" fmla="*/ 4415895 h 5599766"/>
              <a:gd name="connsiteX17863" fmla="*/ 3775459 w 10321503"/>
              <a:gd name="connsiteY17863" fmla="*/ 4415895 h 5599766"/>
              <a:gd name="connsiteX17864" fmla="*/ 3768396 w 10321503"/>
              <a:gd name="connsiteY17864" fmla="*/ 4415895 h 5599766"/>
              <a:gd name="connsiteX17865" fmla="*/ 3767781 w 10321503"/>
              <a:gd name="connsiteY17865" fmla="*/ 4415537 h 5599766"/>
              <a:gd name="connsiteX17866" fmla="*/ 3764249 w 10321503"/>
              <a:gd name="connsiteY17866" fmla="*/ 4409396 h 5599766"/>
              <a:gd name="connsiteX17867" fmla="*/ 3764249 w 10321503"/>
              <a:gd name="connsiteY17867" fmla="*/ 4408730 h 5599766"/>
              <a:gd name="connsiteX17868" fmla="*/ 3767781 w 10321503"/>
              <a:gd name="connsiteY17868" fmla="*/ 4402587 h 5599766"/>
              <a:gd name="connsiteX17869" fmla="*/ 3768396 w 10321503"/>
              <a:gd name="connsiteY17869" fmla="*/ 4402230 h 5599766"/>
              <a:gd name="connsiteX17870" fmla="*/ 3775459 w 10321503"/>
              <a:gd name="connsiteY17870" fmla="*/ 4402230 h 5599766"/>
              <a:gd name="connsiteX17871" fmla="*/ 3776073 w 10321503"/>
              <a:gd name="connsiteY17871" fmla="*/ 4402587 h 5599766"/>
              <a:gd name="connsiteX17872" fmla="*/ 3779604 w 10321503"/>
              <a:gd name="connsiteY17872" fmla="*/ 4408730 h 5599766"/>
              <a:gd name="connsiteX17873" fmla="*/ 3779604 w 10321503"/>
              <a:gd name="connsiteY17873" fmla="*/ 4409396 h 5599766"/>
              <a:gd name="connsiteX17874" fmla="*/ 3776073 w 10321503"/>
              <a:gd name="connsiteY17874" fmla="*/ 4415537 h 5599766"/>
              <a:gd name="connsiteX17875" fmla="*/ 3775459 w 10321503"/>
              <a:gd name="connsiteY17875" fmla="*/ 4415895 h 5599766"/>
              <a:gd name="connsiteX17876" fmla="*/ 3973734 w 10321503"/>
              <a:gd name="connsiteY17876" fmla="*/ 4415895 h 5599766"/>
              <a:gd name="connsiteX17877" fmla="*/ 3966671 w 10321503"/>
              <a:gd name="connsiteY17877" fmla="*/ 4415895 h 5599766"/>
              <a:gd name="connsiteX17878" fmla="*/ 3966057 w 10321503"/>
              <a:gd name="connsiteY17878" fmla="*/ 4415537 h 5599766"/>
              <a:gd name="connsiteX17879" fmla="*/ 3962525 w 10321503"/>
              <a:gd name="connsiteY17879" fmla="*/ 4409396 h 5599766"/>
              <a:gd name="connsiteX17880" fmla="*/ 3962525 w 10321503"/>
              <a:gd name="connsiteY17880" fmla="*/ 4408730 h 5599766"/>
              <a:gd name="connsiteX17881" fmla="*/ 3966057 w 10321503"/>
              <a:gd name="connsiteY17881" fmla="*/ 4402587 h 5599766"/>
              <a:gd name="connsiteX17882" fmla="*/ 3966671 w 10321503"/>
              <a:gd name="connsiteY17882" fmla="*/ 4402230 h 5599766"/>
              <a:gd name="connsiteX17883" fmla="*/ 3973734 w 10321503"/>
              <a:gd name="connsiteY17883" fmla="*/ 4402230 h 5599766"/>
              <a:gd name="connsiteX17884" fmla="*/ 3974348 w 10321503"/>
              <a:gd name="connsiteY17884" fmla="*/ 4402587 h 5599766"/>
              <a:gd name="connsiteX17885" fmla="*/ 3977880 w 10321503"/>
              <a:gd name="connsiteY17885" fmla="*/ 4408730 h 5599766"/>
              <a:gd name="connsiteX17886" fmla="*/ 3977880 w 10321503"/>
              <a:gd name="connsiteY17886" fmla="*/ 4409396 h 5599766"/>
              <a:gd name="connsiteX17887" fmla="*/ 3974348 w 10321503"/>
              <a:gd name="connsiteY17887" fmla="*/ 4415537 h 5599766"/>
              <a:gd name="connsiteX17888" fmla="*/ 3973734 w 10321503"/>
              <a:gd name="connsiteY17888" fmla="*/ 4415895 h 5599766"/>
              <a:gd name="connsiteX17889" fmla="*/ 4171959 w 10321503"/>
              <a:gd name="connsiteY17889" fmla="*/ 4415895 h 5599766"/>
              <a:gd name="connsiteX17890" fmla="*/ 4164896 w 10321503"/>
              <a:gd name="connsiteY17890" fmla="*/ 4415895 h 5599766"/>
              <a:gd name="connsiteX17891" fmla="*/ 4164282 w 10321503"/>
              <a:gd name="connsiteY17891" fmla="*/ 4415537 h 5599766"/>
              <a:gd name="connsiteX17892" fmla="*/ 4160751 w 10321503"/>
              <a:gd name="connsiteY17892" fmla="*/ 4409396 h 5599766"/>
              <a:gd name="connsiteX17893" fmla="*/ 4160751 w 10321503"/>
              <a:gd name="connsiteY17893" fmla="*/ 4408730 h 5599766"/>
              <a:gd name="connsiteX17894" fmla="*/ 4164282 w 10321503"/>
              <a:gd name="connsiteY17894" fmla="*/ 4402587 h 5599766"/>
              <a:gd name="connsiteX17895" fmla="*/ 4164896 w 10321503"/>
              <a:gd name="connsiteY17895" fmla="*/ 4402230 h 5599766"/>
              <a:gd name="connsiteX17896" fmla="*/ 4171959 w 10321503"/>
              <a:gd name="connsiteY17896" fmla="*/ 4402230 h 5599766"/>
              <a:gd name="connsiteX17897" fmla="*/ 4172573 w 10321503"/>
              <a:gd name="connsiteY17897" fmla="*/ 4402587 h 5599766"/>
              <a:gd name="connsiteX17898" fmla="*/ 4176105 w 10321503"/>
              <a:gd name="connsiteY17898" fmla="*/ 4408730 h 5599766"/>
              <a:gd name="connsiteX17899" fmla="*/ 4176105 w 10321503"/>
              <a:gd name="connsiteY17899" fmla="*/ 4409396 h 5599766"/>
              <a:gd name="connsiteX17900" fmla="*/ 4172573 w 10321503"/>
              <a:gd name="connsiteY17900" fmla="*/ 4415537 h 5599766"/>
              <a:gd name="connsiteX17901" fmla="*/ 4171959 w 10321503"/>
              <a:gd name="connsiteY17901" fmla="*/ 4415895 h 5599766"/>
              <a:gd name="connsiteX17902" fmla="*/ 4370183 w 10321503"/>
              <a:gd name="connsiteY17902" fmla="*/ 4415895 h 5599766"/>
              <a:gd name="connsiteX17903" fmla="*/ 4363121 w 10321503"/>
              <a:gd name="connsiteY17903" fmla="*/ 4415895 h 5599766"/>
              <a:gd name="connsiteX17904" fmla="*/ 4362506 w 10321503"/>
              <a:gd name="connsiteY17904" fmla="*/ 4415537 h 5599766"/>
              <a:gd name="connsiteX17905" fmla="*/ 4358975 w 10321503"/>
              <a:gd name="connsiteY17905" fmla="*/ 4409396 h 5599766"/>
              <a:gd name="connsiteX17906" fmla="*/ 4358975 w 10321503"/>
              <a:gd name="connsiteY17906" fmla="*/ 4408730 h 5599766"/>
              <a:gd name="connsiteX17907" fmla="*/ 4362506 w 10321503"/>
              <a:gd name="connsiteY17907" fmla="*/ 4402587 h 5599766"/>
              <a:gd name="connsiteX17908" fmla="*/ 4363121 w 10321503"/>
              <a:gd name="connsiteY17908" fmla="*/ 4402230 h 5599766"/>
              <a:gd name="connsiteX17909" fmla="*/ 4370183 w 10321503"/>
              <a:gd name="connsiteY17909" fmla="*/ 4402230 h 5599766"/>
              <a:gd name="connsiteX17910" fmla="*/ 4370797 w 10321503"/>
              <a:gd name="connsiteY17910" fmla="*/ 4402587 h 5599766"/>
              <a:gd name="connsiteX17911" fmla="*/ 4374329 w 10321503"/>
              <a:gd name="connsiteY17911" fmla="*/ 4408730 h 5599766"/>
              <a:gd name="connsiteX17912" fmla="*/ 4374329 w 10321503"/>
              <a:gd name="connsiteY17912" fmla="*/ 4409396 h 5599766"/>
              <a:gd name="connsiteX17913" fmla="*/ 4370797 w 10321503"/>
              <a:gd name="connsiteY17913" fmla="*/ 4415537 h 5599766"/>
              <a:gd name="connsiteX17914" fmla="*/ 4370183 w 10321503"/>
              <a:gd name="connsiteY17914" fmla="*/ 4415895 h 5599766"/>
              <a:gd name="connsiteX17915" fmla="*/ 4568408 w 10321503"/>
              <a:gd name="connsiteY17915" fmla="*/ 4415895 h 5599766"/>
              <a:gd name="connsiteX17916" fmla="*/ 4561345 w 10321503"/>
              <a:gd name="connsiteY17916" fmla="*/ 4415895 h 5599766"/>
              <a:gd name="connsiteX17917" fmla="*/ 4560731 w 10321503"/>
              <a:gd name="connsiteY17917" fmla="*/ 4415537 h 5599766"/>
              <a:gd name="connsiteX17918" fmla="*/ 4557199 w 10321503"/>
              <a:gd name="connsiteY17918" fmla="*/ 4409396 h 5599766"/>
              <a:gd name="connsiteX17919" fmla="*/ 4557199 w 10321503"/>
              <a:gd name="connsiteY17919" fmla="*/ 4408730 h 5599766"/>
              <a:gd name="connsiteX17920" fmla="*/ 4560731 w 10321503"/>
              <a:gd name="connsiteY17920" fmla="*/ 4402587 h 5599766"/>
              <a:gd name="connsiteX17921" fmla="*/ 4561345 w 10321503"/>
              <a:gd name="connsiteY17921" fmla="*/ 4402230 h 5599766"/>
              <a:gd name="connsiteX17922" fmla="*/ 4568408 w 10321503"/>
              <a:gd name="connsiteY17922" fmla="*/ 4402230 h 5599766"/>
              <a:gd name="connsiteX17923" fmla="*/ 4569022 w 10321503"/>
              <a:gd name="connsiteY17923" fmla="*/ 4402587 h 5599766"/>
              <a:gd name="connsiteX17924" fmla="*/ 4572554 w 10321503"/>
              <a:gd name="connsiteY17924" fmla="*/ 4408730 h 5599766"/>
              <a:gd name="connsiteX17925" fmla="*/ 4572554 w 10321503"/>
              <a:gd name="connsiteY17925" fmla="*/ 4409396 h 5599766"/>
              <a:gd name="connsiteX17926" fmla="*/ 4569022 w 10321503"/>
              <a:gd name="connsiteY17926" fmla="*/ 4415537 h 5599766"/>
              <a:gd name="connsiteX17927" fmla="*/ 4568408 w 10321503"/>
              <a:gd name="connsiteY17927" fmla="*/ 4415895 h 5599766"/>
              <a:gd name="connsiteX17928" fmla="*/ 4766683 w 10321503"/>
              <a:gd name="connsiteY17928" fmla="*/ 4415895 h 5599766"/>
              <a:gd name="connsiteX17929" fmla="*/ 4759621 w 10321503"/>
              <a:gd name="connsiteY17929" fmla="*/ 4415895 h 5599766"/>
              <a:gd name="connsiteX17930" fmla="*/ 4759007 w 10321503"/>
              <a:gd name="connsiteY17930" fmla="*/ 4415537 h 5599766"/>
              <a:gd name="connsiteX17931" fmla="*/ 4755475 w 10321503"/>
              <a:gd name="connsiteY17931" fmla="*/ 4409396 h 5599766"/>
              <a:gd name="connsiteX17932" fmla="*/ 4755475 w 10321503"/>
              <a:gd name="connsiteY17932" fmla="*/ 4408730 h 5599766"/>
              <a:gd name="connsiteX17933" fmla="*/ 4759007 w 10321503"/>
              <a:gd name="connsiteY17933" fmla="*/ 4402587 h 5599766"/>
              <a:gd name="connsiteX17934" fmla="*/ 4759621 w 10321503"/>
              <a:gd name="connsiteY17934" fmla="*/ 4402230 h 5599766"/>
              <a:gd name="connsiteX17935" fmla="*/ 4766683 w 10321503"/>
              <a:gd name="connsiteY17935" fmla="*/ 4402230 h 5599766"/>
              <a:gd name="connsiteX17936" fmla="*/ 4767297 w 10321503"/>
              <a:gd name="connsiteY17936" fmla="*/ 4402587 h 5599766"/>
              <a:gd name="connsiteX17937" fmla="*/ 4770829 w 10321503"/>
              <a:gd name="connsiteY17937" fmla="*/ 4408730 h 5599766"/>
              <a:gd name="connsiteX17938" fmla="*/ 4770829 w 10321503"/>
              <a:gd name="connsiteY17938" fmla="*/ 4409396 h 5599766"/>
              <a:gd name="connsiteX17939" fmla="*/ 4767297 w 10321503"/>
              <a:gd name="connsiteY17939" fmla="*/ 4415537 h 5599766"/>
              <a:gd name="connsiteX17940" fmla="*/ 4766683 w 10321503"/>
              <a:gd name="connsiteY17940" fmla="*/ 4415895 h 5599766"/>
              <a:gd name="connsiteX17941" fmla="*/ 4964909 w 10321503"/>
              <a:gd name="connsiteY17941" fmla="*/ 4415895 h 5599766"/>
              <a:gd name="connsiteX17942" fmla="*/ 4957846 w 10321503"/>
              <a:gd name="connsiteY17942" fmla="*/ 4415895 h 5599766"/>
              <a:gd name="connsiteX17943" fmla="*/ 4957232 w 10321503"/>
              <a:gd name="connsiteY17943" fmla="*/ 4415537 h 5599766"/>
              <a:gd name="connsiteX17944" fmla="*/ 4953699 w 10321503"/>
              <a:gd name="connsiteY17944" fmla="*/ 4409396 h 5599766"/>
              <a:gd name="connsiteX17945" fmla="*/ 4953699 w 10321503"/>
              <a:gd name="connsiteY17945" fmla="*/ 4408730 h 5599766"/>
              <a:gd name="connsiteX17946" fmla="*/ 4957232 w 10321503"/>
              <a:gd name="connsiteY17946" fmla="*/ 4402587 h 5599766"/>
              <a:gd name="connsiteX17947" fmla="*/ 4957846 w 10321503"/>
              <a:gd name="connsiteY17947" fmla="*/ 4402230 h 5599766"/>
              <a:gd name="connsiteX17948" fmla="*/ 4964909 w 10321503"/>
              <a:gd name="connsiteY17948" fmla="*/ 4402230 h 5599766"/>
              <a:gd name="connsiteX17949" fmla="*/ 4965523 w 10321503"/>
              <a:gd name="connsiteY17949" fmla="*/ 4402587 h 5599766"/>
              <a:gd name="connsiteX17950" fmla="*/ 4969054 w 10321503"/>
              <a:gd name="connsiteY17950" fmla="*/ 4408730 h 5599766"/>
              <a:gd name="connsiteX17951" fmla="*/ 4969054 w 10321503"/>
              <a:gd name="connsiteY17951" fmla="*/ 4409396 h 5599766"/>
              <a:gd name="connsiteX17952" fmla="*/ 4965523 w 10321503"/>
              <a:gd name="connsiteY17952" fmla="*/ 4415537 h 5599766"/>
              <a:gd name="connsiteX17953" fmla="*/ 4964909 w 10321503"/>
              <a:gd name="connsiteY17953" fmla="*/ 4415895 h 5599766"/>
              <a:gd name="connsiteX17954" fmla="*/ 5163134 w 10321503"/>
              <a:gd name="connsiteY17954" fmla="*/ 4415895 h 5599766"/>
              <a:gd name="connsiteX17955" fmla="*/ 5156070 w 10321503"/>
              <a:gd name="connsiteY17955" fmla="*/ 4415895 h 5599766"/>
              <a:gd name="connsiteX17956" fmla="*/ 5155456 w 10321503"/>
              <a:gd name="connsiteY17956" fmla="*/ 4415537 h 5599766"/>
              <a:gd name="connsiteX17957" fmla="*/ 5151924 w 10321503"/>
              <a:gd name="connsiteY17957" fmla="*/ 4409396 h 5599766"/>
              <a:gd name="connsiteX17958" fmla="*/ 5151924 w 10321503"/>
              <a:gd name="connsiteY17958" fmla="*/ 4408730 h 5599766"/>
              <a:gd name="connsiteX17959" fmla="*/ 5155456 w 10321503"/>
              <a:gd name="connsiteY17959" fmla="*/ 4402587 h 5599766"/>
              <a:gd name="connsiteX17960" fmla="*/ 5156070 w 10321503"/>
              <a:gd name="connsiteY17960" fmla="*/ 4402230 h 5599766"/>
              <a:gd name="connsiteX17961" fmla="*/ 5163134 w 10321503"/>
              <a:gd name="connsiteY17961" fmla="*/ 4402230 h 5599766"/>
              <a:gd name="connsiteX17962" fmla="*/ 5163748 w 10321503"/>
              <a:gd name="connsiteY17962" fmla="*/ 4402587 h 5599766"/>
              <a:gd name="connsiteX17963" fmla="*/ 5167279 w 10321503"/>
              <a:gd name="connsiteY17963" fmla="*/ 4408730 h 5599766"/>
              <a:gd name="connsiteX17964" fmla="*/ 5167279 w 10321503"/>
              <a:gd name="connsiteY17964" fmla="*/ 4409396 h 5599766"/>
              <a:gd name="connsiteX17965" fmla="*/ 5163748 w 10321503"/>
              <a:gd name="connsiteY17965" fmla="*/ 4415537 h 5599766"/>
              <a:gd name="connsiteX17966" fmla="*/ 5163134 w 10321503"/>
              <a:gd name="connsiteY17966" fmla="*/ 4415895 h 5599766"/>
              <a:gd name="connsiteX17967" fmla="*/ 5361358 w 10321503"/>
              <a:gd name="connsiteY17967" fmla="*/ 4415895 h 5599766"/>
              <a:gd name="connsiteX17968" fmla="*/ 5354295 w 10321503"/>
              <a:gd name="connsiteY17968" fmla="*/ 4415895 h 5599766"/>
              <a:gd name="connsiteX17969" fmla="*/ 5353680 w 10321503"/>
              <a:gd name="connsiteY17969" fmla="*/ 4415537 h 5599766"/>
              <a:gd name="connsiteX17970" fmla="*/ 5350149 w 10321503"/>
              <a:gd name="connsiteY17970" fmla="*/ 4409396 h 5599766"/>
              <a:gd name="connsiteX17971" fmla="*/ 5350149 w 10321503"/>
              <a:gd name="connsiteY17971" fmla="*/ 4408730 h 5599766"/>
              <a:gd name="connsiteX17972" fmla="*/ 5353680 w 10321503"/>
              <a:gd name="connsiteY17972" fmla="*/ 4402587 h 5599766"/>
              <a:gd name="connsiteX17973" fmla="*/ 5354295 w 10321503"/>
              <a:gd name="connsiteY17973" fmla="*/ 4402230 h 5599766"/>
              <a:gd name="connsiteX17974" fmla="*/ 5361358 w 10321503"/>
              <a:gd name="connsiteY17974" fmla="*/ 4402230 h 5599766"/>
              <a:gd name="connsiteX17975" fmla="*/ 5361972 w 10321503"/>
              <a:gd name="connsiteY17975" fmla="*/ 4402587 h 5599766"/>
              <a:gd name="connsiteX17976" fmla="*/ 5365503 w 10321503"/>
              <a:gd name="connsiteY17976" fmla="*/ 4408730 h 5599766"/>
              <a:gd name="connsiteX17977" fmla="*/ 5365503 w 10321503"/>
              <a:gd name="connsiteY17977" fmla="*/ 4409396 h 5599766"/>
              <a:gd name="connsiteX17978" fmla="*/ 5361972 w 10321503"/>
              <a:gd name="connsiteY17978" fmla="*/ 4415537 h 5599766"/>
              <a:gd name="connsiteX17979" fmla="*/ 5361358 w 10321503"/>
              <a:gd name="connsiteY17979" fmla="*/ 4415895 h 5599766"/>
              <a:gd name="connsiteX17980" fmla="*/ 5559633 w 10321503"/>
              <a:gd name="connsiteY17980" fmla="*/ 4415895 h 5599766"/>
              <a:gd name="connsiteX17981" fmla="*/ 5552569 w 10321503"/>
              <a:gd name="connsiteY17981" fmla="*/ 4415895 h 5599766"/>
              <a:gd name="connsiteX17982" fmla="*/ 5551956 w 10321503"/>
              <a:gd name="connsiteY17982" fmla="*/ 4415537 h 5599766"/>
              <a:gd name="connsiteX17983" fmla="*/ 5548424 w 10321503"/>
              <a:gd name="connsiteY17983" fmla="*/ 4409396 h 5599766"/>
              <a:gd name="connsiteX17984" fmla="*/ 5548424 w 10321503"/>
              <a:gd name="connsiteY17984" fmla="*/ 4408730 h 5599766"/>
              <a:gd name="connsiteX17985" fmla="*/ 5551956 w 10321503"/>
              <a:gd name="connsiteY17985" fmla="*/ 4402587 h 5599766"/>
              <a:gd name="connsiteX17986" fmla="*/ 5552569 w 10321503"/>
              <a:gd name="connsiteY17986" fmla="*/ 4402230 h 5599766"/>
              <a:gd name="connsiteX17987" fmla="*/ 5559633 w 10321503"/>
              <a:gd name="connsiteY17987" fmla="*/ 4402230 h 5599766"/>
              <a:gd name="connsiteX17988" fmla="*/ 5560246 w 10321503"/>
              <a:gd name="connsiteY17988" fmla="*/ 4402587 h 5599766"/>
              <a:gd name="connsiteX17989" fmla="*/ 5563779 w 10321503"/>
              <a:gd name="connsiteY17989" fmla="*/ 4408730 h 5599766"/>
              <a:gd name="connsiteX17990" fmla="*/ 5563779 w 10321503"/>
              <a:gd name="connsiteY17990" fmla="*/ 4409396 h 5599766"/>
              <a:gd name="connsiteX17991" fmla="*/ 5560246 w 10321503"/>
              <a:gd name="connsiteY17991" fmla="*/ 4415537 h 5599766"/>
              <a:gd name="connsiteX17992" fmla="*/ 5559633 w 10321503"/>
              <a:gd name="connsiteY17992" fmla="*/ 4415895 h 5599766"/>
              <a:gd name="connsiteX17993" fmla="*/ 5757857 w 10321503"/>
              <a:gd name="connsiteY17993" fmla="*/ 4415895 h 5599766"/>
              <a:gd name="connsiteX17994" fmla="*/ 5750795 w 10321503"/>
              <a:gd name="connsiteY17994" fmla="*/ 4415895 h 5599766"/>
              <a:gd name="connsiteX17995" fmla="*/ 5750181 w 10321503"/>
              <a:gd name="connsiteY17995" fmla="*/ 4415537 h 5599766"/>
              <a:gd name="connsiteX17996" fmla="*/ 5746649 w 10321503"/>
              <a:gd name="connsiteY17996" fmla="*/ 4409396 h 5599766"/>
              <a:gd name="connsiteX17997" fmla="*/ 5746649 w 10321503"/>
              <a:gd name="connsiteY17997" fmla="*/ 4408730 h 5599766"/>
              <a:gd name="connsiteX17998" fmla="*/ 5750181 w 10321503"/>
              <a:gd name="connsiteY17998" fmla="*/ 4402587 h 5599766"/>
              <a:gd name="connsiteX17999" fmla="*/ 5750795 w 10321503"/>
              <a:gd name="connsiteY17999" fmla="*/ 4402230 h 5599766"/>
              <a:gd name="connsiteX18000" fmla="*/ 5757857 w 10321503"/>
              <a:gd name="connsiteY18000" fmla="*/ 4402230 h 5599766"/>
              <a:gd name="connsiteX18001" fmla="*/ 5758471 w 10321503"/>
              <a:gd name="connsiteY18001" fmla="*/ 4402587 h 5599766"/>
              <a:gd name="connsiteX18002" fmla="*/ 5762003 w 10321503"/>
              <a:gd name="connsiteY18002" fmla="*/ 4408730 h 5599766"/>
              <a:gd name="connsiteX18003" fmla="*/ 5762003 w 10321503"/>
              <a:gd name="connsiteY18003" fmla="*/ 4409396 h 5599766"/>
              <a:gd name="connsiteX18004" fmla="*/ 5758471 w 10321503"/>
              <a:gd name="connsiteY18004" fmla="*/ 4415537 h 5599766"/>
              <a:gd name="connsiteX18005" fmla="*/ 5757857 w 10321503"/>
              <a:gd name="connsiteY18005" fmla="*/ 4415895 h 5599766"/>
              <a:gd name="connsiteX18006" fmla="*/ 5956083 w 10321503"/>
              <a:gd name="connsiteY18006" fmla="*/ 4415895 h 5599766"/>
              <a:gd name="connsiteX18007" fmla="*/ 5949019 w 10321503"/>
              <a:gd name="connsiteY18007" fmla="*/ 4415895 h 5599766"/>
              <a:gd name="connsiteX18008" fmla="*/ 5948405 w 10321503"/>
              <a:gd name="connsiteY18008" fmla="*/ 4415537 h 5599766"/>
              <a:gd name="connsiteX18009" fmla="*/ 5944873 w 10321503"/>
              <a:gd name="connsiteY18009" fmla="*/ 4409396 h 5599766"/>
              <a:gd name="connsiteX18010" fmla="*/ 5944873 w 10321503"/>
              <a:gd name="connsiteY18010" fmla="*/ 4408730 h 5599766"/>
              <a:gd name="connsiteX18011" fmla="*/ 5948405 w 10321503"/>
              <a:gd name="connsiteY18011" fmla="*/ 4402587 h 5599766"/>
              <a:gd name="connsiteX18012" fmla="*/ 5949019 w 10321503"/>
              <a:gd name="connsiteY18012" fmla="*/ 4402230 h 5599766"/>
              <a:gd name="connsiteX18013" fmla="*/ 5956083 w 10321503"/>
              <a:gd name="connsiteY18013" fmla="*/ 4402230 h 5599766"/>
              <a:gd name="connsiteX18014" fmla="*/ 5956697 w 10321503"/>
              <a:gd name="connsiteY18014" fmla="*/ 4402587 h 5599766"/>
              <a:gd name="connsiteX18015" fmla="*/ 5960227 w 10321503"/>
              <a:gd name="connsiteY18015" fmla="*/ 4408730 h 5599766"/>
              <a:gd name="connsiteX18016" fmla="*/ 5960227 w 10321503"/>
              <a:gd name="connsiteY18016" fmla="*/ 4409396 h 5599766"/>
              <a:gd name="connsiteX18017" fmla="*/ 5956697 w 10321503"/>
              <a:gd name="connsiteY18017" fmla="*/ 4415537 h 5599766"/>
              <a:gd name="connsiteX18018" fmla="*/ 5956083 w 10321503"/>
              <a:gd name="connsiteY18018" fmla="*/ 4415895 h 5599766"/>
              <a:gd name="connsiteX18019" fmla="*/ 6154307 w 10321503"/>
              <a:gd name="connsiteY18019" fmla="*/ 4415895 h 5599766"/>
              <a:gd name="connsiteX18020" fmla="*/ 6147243 w 10321503"/>
              <a:gd name="connsiteY18020" fmla="*/ 4415895 h 5599766"/>
              <a:gd name="connsiteX18021" fmla="*/ 6146629 w 10321503"/>
              <a:gd name="connsiteY18021" fmla="*/ 4415537 h 5599766"/>
              <a:gd name="connsiteX18022" fmla="*/ 6143098 w 10321503"/>
              <a:gd name="connsiteY18022" fmla="*/ 4409396 h 5599766"/>
              <a:gd name="connsiteX18023" fmla="*/ 6143098 w 10321503"/>
              <a:gd name="connsiteY18023" fmla="*/ 4408730 h 5599766"/>
              <a:gd name="connsiteX18024" fmla="*/ 6146629 w 10321503"/>
              <a:gd name="connsiteY18024" fmla="*/ 4402587 h 5599766"/>
              <a:gd name="connsiteX18025" fmla="*/ 6147243 w 10321503"/>
              <a:gd name="connsiteY18025" fmla="*/ 4402230 h 5599766"/>
              <a:gd name="connsiteX18026" fmla="*/ 6154307 w 10321503"/>
              <a:gd name="connsiteY18026" fmla="*/ 4402230 h 5599766"/>
              <a:gd name="connsiteX18027" fmla="*/ 6154921 w 10321503"/>
              <a:gd name="connsiteY18027" fmla="*/ 4402587 h 5599766"/>
              <a:gd name="connsiteX18028" fmla="*/ 6158453 w 10321503"/>
              <a:gd name="connsiteY18028" fmla="*/ 4408730 h 5599766"/>
              <a:gd name="connsiteX18029" fmla="*/ 6158453 w 10321503"/>
              <a:gd name="connsiteY18029" fmla="*/ 4409396 h 5599766"/>
              <a:gd name="connsiteX18030" fmla="*/ 6154921 w 10321503"/>
              <a:gd name="connsiteY18030" fmla="*/ 4415537 h 5599766"/>
              <a:gd name="connsiteX18031" fmla="*/ 6154307 w 10321503"/>
              <a:gd name="connsiteY18031" fmla="*/ 4415895 h 5599766"/>
              <a:gd name="connsiteX18032" fmla="*/ 6352582 w 10321503"/>
              <a:gd name="connsiteY18032" fmla="*/ 4415895 h 5599766"/>
              <a:gd name="connsiteX18033" fmla="*/ 6345519 w 10321503"/>
              <a:gd name="connsiteY18033" fmla="*/ 4415895 h 5599766"/>
              <a:gd name="connsiteX18034" fmla="*/ 6344904 w 10321503"/>
              <a:gd name="connsiteY18034" fmla="*/ 4415537 h 5599766"/>
              <a:gd name="connsiteX18035" fmla="*/ 6341373 w 10321503"/>
              <a:gd name="connsiteY18035" fmla="*/ 4409396 h 5599766"/>
              <a:gd name="connsiteX18036" fmla="*/ 6341373 w 10321503"/>
              <a:gd name="connsiteY18036" fmla="*/ 4408730 h 5599766"/>
              <a:gd name="connsiteX18037" fmla="*/ 6344904 w 10321503"/>
              <a:gd name="connsiteY18037" fmla="*/ 4402587 h 5599766"/>
              <a:gd name="connsiteX18038" fmla="*/ 6345519 w 10321503"/>
              <a:gd name="connsiteY18038" fmla="*/ 4402230 h 5599766"/>
              <a:gd name="connsiteX18039" fmla="*/ 6352582 w 10321503"/>
              <a:gd name="connsiteY18039" fmla="*/ 4402230 h 5599766"/>
              <a:gd name="connsiteX18040" fmla="*/ 6353196 w 10321503"/>
              <a:gd name="connsiteY18040" fmla="*/ 4402587 h 5599766"/>
              <a:gd name="connsiteX18041" fmla="*/ 6356728 w 10321503"/>
              <a:gd name="connsiteY18041" fmla="*/ 4408730 h 5599766"/>
              <a:gd name="connsiteX18042" fmla="*/ 6356728 w 10321503"/>
              <a:gd name="connsiteY18042" fmla="*/ 4409396 h 5599766"/>
              <a:gd name="connsiteX18043" fmla="*/ 6353196 w 10321503"/>
              <a:gd name="connsiteY18043" fmla="*/ 4415537 h 5599766"/>
              <a:gd name="connsiteX18044" fmla="*/ 6352582 w 10321503"/>
              <a:gd name="connsiteY18044" fmla="*/ 4415895 h 5599766"/>
              <a:gd name="connsiteX18045" fmla="*/ 6550807 w 10321503"/>
              <a:gd name="connsiteY18045" fmla="*/ 4415895 h 5599766"/>
              <a:gd name="connsiteX18046" fmla="*/ 6543744 w 10321503"/>
              <a:gd name="connsiteY18046" fmla="*/ 4415895 h 5599766"/>
              <a:gd name="connsiteX18047" fmla="*/ 6543129 w 10321503"/>
              <a:gd name="connsiteY18047" fmla="*/ 4415537 h 5599766"/>
              <a:gd name="connsiteX18048" fmla="*/ 6539598 w 10321503"/>
              <a:gd name="connsiteY18048" fmla="*/ 4409396 h 5599766"/>
              <a:gd name="connsiteX18049" fmla="*/ 6539598 w 10321503"/>
              <a:gd name="connsiteY18049" fmla="*/ 4408730 h 5599766"/>
              <a:gd name="connsiteX18050" fmla="*/ 6543129 w 10321503"/>
              <a:gd name="connsiteY18050" fmla="*/ 4402587 h 5599766"/>
              <a:gd name="connsiteX18051" fmla="*/ 6543744 w 10321503"/>
              <a:gd name="connsiteY18051" fmla="*/ 4402230 h 5599766"/>
              <a:gd name="connsiteX18052" fmla="*/ 6550807 w 10321503"/>
              <a:gd name="connsiteY18052" fmla="*/ 4402230 h 5599766"/>
              <a:gd name="connsiteX18053" fmla="*/ 6551420 w 10321503"/>
              <a:gd name="connsiteY18053" fmla="*/ 4402587 h 5599766"/>
              <a:gd name="connsiteX18054" fmla="*/ 6554953 w 10321503"/>
              <a:gd name="connsiteY18054" fmla="*/ 4408730 h 5599766"/>
              <a:gd name="connsiteX18055" fmla="*/ 6554953 w 10321503"/>
              <a:gd name="connsiteY18055" fmla="*/ 4409396 h 5599766"/>
              <a:gd name="connsiteX18056" fmla="*/ 6551420 w 10321503"/>
              <a:gd name="connsiteY18056" fmla="*/ 4415537 h 5599766"/>
              <a:gd name="connsiteX18057" fmla="*/ 6550807 w 10321503"/>
              <a:gd name="connsiteY18057" fmla="*/ 4415895 h 5599766"/>
              <a:gd name="connsiteX18058" fmla="*/ 6749031 w 10321503"/>
              <a:gd name="connsiteY18058" fmla="*/ 4415895 h 5599766"/>
              <a:gd name="connsiteX18059" fmla="*/ 6741967 w 10321503"/>
              <a:gd name="connsiteY18059" fmla="*/ 4415895 h 5599766"/>
              <a:gd name="connsiteX18060" fmla="*/ 6741354 w 10321503"/>
              <a:gd name="connsiteY18060" fmla="*/ 4415537 h 5599766"/>
              <a:gd name="connsiteX18061" fmla="*/ 6737823 w 10321503"/>
              <a:gd name="connsiteY18061" fmla="*/ 4409396 h 5599766"/>
              <a:gd name="connsiteX18062" fmla="*/ 6737823 w 10321503"/>
              <a:gd name="connsiteY18062" fmla="*/ 4408730 h 5599766"/>
              <a:gd name="connsiteX18063" fmla="*/ 6741354 w 10321503"/>
              <a:gd name="connsiteY18063" fmla="*/ 4402587 h 5599766"/>
              <a:gd name="connsiteX18064" fmla="*/ 6741967 w 10321503"/>
              <a:gd name="connsiteY18064" fmla="*/ 4402230 h 5599766"/>
              <a:gd name="connsiteX18065" fmla="*/ 6749031 w 10321503"/>
              <a:gd name="connsiteY18065" fmla="*/ 4402230 h 5599766"/>
              <a:gd name="connsiteX18066" fmla="*/ 6749646 w 10321503"/>
              <a:gd name="connsiteY18066" fmla="*/ 4402587 h 5599766"/>
              <a:gd name="connsiteX18067" fmla="*/ 6753177 w 10321503"/>
              <a:gd name="connsiteY18067" fmla="*/ 4408730 h 5599766"/>
              <a:gd name="connsiteX18068" fmla="*/ 6753177 w 10321503"/>
              <a:gd name="connsiteY18068" fmla="*/ 4409396 h 5599766"/>
              <a:gd name="connsiteX18069" fmla="*/ 6749646 w 10321503"/>
              <a:gd name="connsiteY18069" fmla="*/ 4415537 h 5599766"/>
              <a:gd name="connsiteX18070" fmla="*/ 6749031 w 10321503"/>
              <a:gd name="connsiteY18070" fmla="*/ 4415895 h 5599766"/>
              <a:gd name="connsiteX18071" fmla="*/ 6947256 w 10321503"/>
              <a:gd name="connsiteY18071" fmla="*/ 4415895 h 5599766"/>
              <a:gd name="connsiteX18072" fmla="*/ 6940193 w 10321503"/>
              <a:gd name="connsiteY18072" fmla="*/ 4415895 h 5599766"/>
              <a:gd name="connsiteX18073" fmla="*/ 6939578 w 10321503"/>
              <a:gd name="connsiteY18073" fmla="*/ 4415537 h 5599766"/>
              <a:gd name="connsiteX18074" fmla="*/ 6936048 w 10321503"/>
              <a:gd name="connsiteY18074" fmla="*/ 4409396 h 5599766"/>
              <a:gd name="connsiteX18075" fmla="*/ 6936048 w 10321503"/>
              <a:gd name="connsiteY18075" fmla="*/ 4408730 h 5599766"/>
              <a:gd name="connsiteX18076" fmla="*/ 6939578 w 10321503"/>
              <a:gd name="connsiteY18076" fmla="*/ 4402587 h 5599766"/>
              <a:gd name="connsiteX18077" fmla="*/ 6940193 w 10321503"/>
              <a:gd name="connsiteY18077" fmla="*/ 4402230 h 5599766"/>
              <a:gd name="connsiteX18078" fmla="*/ 6947256 w 10321503"/>
              <a:gd name="connsiteY18078" fmla="*/ 4402230 h 5599766"/>
              <a:gd name="connsiteX18079" fmla="*/ 6947870 w 10321503"/>
              <a:gd name="connsiteY18079" fmla="*/ 4402587 h 5599766"/>
              <a:gd name="connsiteX18080" fmla="*/ 6951402 w 10321503"/>
              <a:gd name="connsiteY18080" fmla="*/ 4408730 h 5599766"/>
              <a:gd name="connsiteX18081" fmla="*/ 6951402 w 10321503"/>
              <a:gd name="connsiteY18081" fmla="*/ 4409396 h 5599766"/>
              <a:gd name="connsiteX18082" fmla="*/ 6947870 w 10321503"/>
              <a:gd name="connsiteY18082" fmla="*/ 4415537 h 5599766"/>
              <a:gd name="connsiteX18083" fmla="*/ 6947256 w 10321503"/>
              <a:gd name="connsiteY18083" fmla="*/ 4415895 h 5599766"/>
              <a:gd name="connsiteX18084" fmla="*/ 7145285 w 10321503"/>
              <a:gd name="connsiteY18084" fmla="*/ 4415895 h 5599766"/>
              <a:gd name="connsiteX18085" fmla="*/ 7138221 w 10321503"/>
              <a:gd name="connsiteY18085" fmla="*/ 4415895 h 5599766"/>
              <a:gd name="connsiteX18086" fmla="*/ 7137607 w 10321503"/>
              <a:gd name="connsiteY18086" fmla="*/ 4415537 h 5599766"/>
              <a:gd name="connsiteX18087" fmla="*/ 7134075 w 10321503"/>
              <a:gd name="connsiteY18087" fmla="*/ 4409396 h 5599766"/>
              <a:gd name="connsiteX18088" fmla="*/ 7134075 w 10321503"/>
              <a:gd name="connsiteY18088" fmla="*/ 4408730 h 5599766"/>
              <a:gd name="connsiteX18089" fmla="*/ 7137607 w 10321503"/>
              <a:gd name="connsiteY18089" fmla="*/ 4402587 h 5599766"/>
              <a:gd name="connsiteX18090" fmla="*/ 7138221 w 10321503"/>
              <a:gd name="connsiteY18090" fmla="*/ 4402230 h 5599766"/>
              <a:gd name="connsiteX18091" fmla="*/ 7145285 w 10321503"/>
              <a:gd name="connsiteY18091" fmla="*/ 4402230 h 5599766"/>
              <a:gd name="connsiteX18092" fmla="*/ 7145899 w 10321503"/>
              <a:gd name="connsiteY18092" fmla="*/ 4402587 h 5599766"/>
              <a:gd name="connsiteX18093" fmla="*/ 7149430 w 10321503"/>
              <a:gd name="connsiteY18093" fmla="*/ 4408730 h 5599766"/>
              <a:gd name="connsiteX18094" fmla="*/ 7149430 w 10321503"/>
              <a:gd name="connsiteY18094" fmla="*/ 4409396 h 5599766"/>
              <a:gd name="connsiteX18095" fmla="*/ 7145899 w 10321503"/>
              <a:gd name="connsiteY18095" fmla="*/ 4415537 h 5599766"/>
              <a:gd name="connsiteX18096" fmla="*/ 7145285 w 10321503"/>
              <a:gd name="connsiteY18096" fmla="*/ 4415895 h 5599766"/>
              <a:gd name="connsiteX18097" fmla="*/ 7343640 w 10321503"/>
              <a:gd name="connsiteY18097" fmla="*/ 4415895 h 5599766"/>
              <a:gd name="connsiteX18098" fmla="*/ 7336577 w 10321503"/>
              <a:gd name="connsiteY18098" fmla="*/ 4415895 h 5599766"/>
              <a:gd name="connsiteX18099" fmla="*/ 7335962 w 10321503"/>
              <a:gd name="connsiteY18099" fmla="*/ 4415537 h 5599766"/>
              <a:gd name="connsiteX18100" fmla="*/ 7332430 w 10321503"/>
              <a:gd name="connsiteY18100" fmla="*/ 4409396 h 5599766"/>
              <a:gd name="connsiteX18101" fmla="*/ 7332430 w 10321503"/>
              <a:gd name="connsiteY18101" fmla="*/ 4408730 h 5599766"/>
              <a:gd name="connsiteX18102" fmla="*/ 7335962 w 10321503"/>
              <a:gd name="connsiteY18102" fmla="*/ 4402587 h 5599766"/>
              <a:gd name="connsiteX18103" fmla="*/ 7336577 w 10321503"/>
              <a:gd name="connsiteY18103" fmla="*/ 4402230 h 5599766"/>
              <a:gd name="connsiteX18104" fmla="*/ 7343640 w 10321503"/>
              <a:gd name="connsiteY18104" fmla="*/ 4402230 h 5599766"/>
              <a:gd name="connsiteX18105" fmla="*/ 7344254 w 10321503"/>
              <a:gd name="connsiteY18105" fmla="*/ 4402587 h 5599766"/>
              <a:gd name="connsiteX18106" fmla="*/ 7347787 w 10321503"/>
              <a:gd name="connsiteY18106" fmla="*/ 4408730 h 5599766"/>
              <a:gd name="connsiteX18107" fmla="*/ 7347787 w 10321503"/>
              <a:gd name="connsiteY18107" fmla="*/ 4409396 h 5599766"/>
              <a:gd name="connsiteX18108" fmla="*/ 7344254 w 10321503"/>
              <a:gd name="connsiteY18108" fmla="*/ 4415537 h 5599766"/>
              <a:gd name="connsiteX18109" fmla="*/ 7343640 w 10321503"/>
              <a:gd name="connsiteY18109" fmla="*/ 4415895 h 5599766"/>
              <a:gd name="connsiteX18110" fmla="*/ 7541856 w 10321503"/>
              <a:gd name="connsiteY18110" fmla="*/ 4415895 h 5599766"/>
              <a:gd name="connsiteX18111" fmla="*/ 7534793 w 10321503"/>
              <a:gd name="connsiteY18111" fmla="*/ 4415895 h 5599766"/>
              <a:gd name="connsiteX18112" fmla="*/ 7534178 w 10321503"/>
              <a:gd name="connsiteY18112" fmla="*/ 4415537 h 5599766"/>
              <a:gd name="connsiteX18113" fmla="*/ 7530646 w 10321503"/>
              <a:gd name="connsiteY18113" fmla="*/ 4409396 h 5599766"/>
              <a:gd name="connsiteX18114" fmla="*/ 7530646 w 10321503"/>
              <a:gd name="connsiteY18114" fmla="*/ 4408730 h 5599766"/>
              <a:gd name="connsiteX18115" fmla="*/ 7534178 w 10321503"/>
              <a:gd name="connsiteY18115" fmla="*/ 4402587 h 5599766"/>
              <a:gd name="connsiteX18116" fmla="*/ 7534793 w 10321503"/>
              <a:gd name="connsiteY18116" fmla="*/ 4402230 h 5599766"/>
              <a:gd name="connsiteX18117" fmla="*/ 7541856 w 10321503"/>
              <a:gd name="connsiteY18117" fmla="*/ 4402230 h 5599766"/>
              <a:gd name="connsiteX18118" fmla="*/ 7542470 w 10321503"/>
              <a:gd name="connsiteY18118" fmla="*/ 4402587 h 5599766"/>
              <a:gd name="connsiteX18119" fmla="*/ 7546003 w 10321503"/>
              <a:gd name="connsiteY18119" fmla="*/ 4408730 h 5599766"/>
              <a:gd name="connsiteX18120" fmla="*/ 7546003 w 10321503"/>
              <a:gd name="connsiteY18120" fmla="*/ 4409396 h 5599766"/>
              <a:gd name="connsiteX18121" fmla="*/ 7542470 w 10321503"/>
              <a:gd name="connsiteY18121" fmla="*/ 4415537 h 5599766"/>
              <a:gd name="connsiteX18122" fmla="*/ 7541856 w 10321503"/>
              <a:gd name="connsiteY18122" fmla="*/ 4415895 h 5599766"/>
              <a:gd name="connsiteX18123" fmla="*/ 7740176 w 10321503"/>
              <a:gd name="connsiteY18123" fmla="*/ 4415895 h 5599766"/>
              <a:gd name="connsiteX18124" fmla="*/ 7733113 w 10321503"/>
              <a:gd name="connsiteY18124" fmla="*/ 4415895 h 5599766"/>
              <a:gd name="connsiteX18125" fmla="*/ 7732498 w 10321503"/>
              <a:gd name="connsiteY18125" fmla="*/ 4415537 h 5599766"/>
              <a:gd name="connsiteX18126" fmla="*/ 7728967 w 10321503"/>
              <a:gd name="connsiteY18126" fmla="*/ 4409396 h 5599766"/>
              <a:gd name="connsiteX18127" fmla="*/ 7728967 w 10321503"/>
              <a:gd name="connsiteY18127" fmla="*/ 4408730 h 5599766"/>
              <a:gd name="connsiteX18128" fmla="*/ 7732498 w 10321503"/>
              <a:gd name="connsiteY18128" fmla="*/ 4402587 h 5599766"/>
              <a:gd name="connsiteX18129" fmla="*/ 7733113 w 10321503"/>
              <a:gd name="connsiteY18129" fmla="*/ 4402230 h 5599766"/>
              <a:gd name="connsiteX18130" fmla="*/ 7740176 w 10321503"/>
              <a:gd name="connsiteY18130" fmla="*/ 4402230 h 5599766"/>
              <a:gd name="connsiteX18131" fmla="*/ 7740790 w 10321503"/>
              <a:gd name="connsiteY18131" fmla="*/ 4402587 h 5599766"/>
              <a:gd name="connsiteX18132" fmla="*/ 7744322 w 10321503"/>
              <a:gd name="connsiteY18132" fmla="*/ 4408730 h 5599766"/>
              <a:gd name="connsiteX18133" fmla="*/ 7744322 w 10321503"/>
              <a:gd name="connsiteY18133" fmla="*/ 4409396 h 5599766"/>
              <a:gd name="connsiteX18134" fmla="*/ 7740790 w 10321503"/>
              <a:gd name="connsiteY18134" fmla="*/ 4415537 h 5599766"/>
              <a:gd name="connsiteX18135" fmla="*/ 7740176 w 10321503"/>
              <a:gd name="connsiteY18135" fmla="*/ 4415895 h 5599766"/>
              <a:gd name="connsiteX18136" fmla="*/ 7938283 w 10321503"/>
              <a:gd name="connsiteY18136" fmla="*/ 4415895 h 5599766"/>
              <a:gd name="connsiteX18137" fmla="*/ 7931220 w 10321503"/>
              <a:gd name="connsiteY18137" fmla="*/ 4415895 h 5599766"/>
              <a:gd name="connsiteX18138" fmla="*/ 7930605 w 10321503"/>
              <a:gd name="connsiteY18138" fmla="*/ 4415537 h 5599766"/>
              <a:gd name="connsiteX18139" fmla="*/ 7927074 w 10321503"/>
              <a:gd name="connsiteY18139" fmla="*/ 4409396 h 5599766"/>
              <a:gd name="connsiteX18140" fmla="*/ 7927074 w 10321503"/>
              <a:gd name="connsiteY18140" fmla="*/ 4408730 h 5599766"/>
              <a:gd name="connsiteX18141" fmla="*/ 7930605 w 10321503"/>
              <a:gd name="connsiteY18141" fmla="*/ 4402587 h 5599766"/>
              <a:gd name="connsiteX18142" fmla="*/ 7931220 w 10321503"/>
              <a:gd name="connsiteY18142" fmla="*/ 4402230 h 5599766"/>
              <a:gd name="connsiteX18143" fmla="*/ 7938283 w 10321503"/>
              <a:gd name="connsiteY18143" fmla="*/ 4402230 h 5599766"/>
              <a:gd name="connsiteX18144" fmla="*/ 7938897 w 10321503"/>
              <a:gd name="connsiteY18144" fmla="*/ 4402587 h 5599766"/>
              <a:gd name="connsiteX18145" fmla="*/ 7942429 w 10321503"/>
              <a:gd name="connsiteY18145" fmla="*/ 4408730 h 5599766"/>
              <a:gd name="connsiteX18146" fmla="*/ 7942429 w 10321503"/>
              <a:gd name="connsiteY18146" fmla="*/ 4409396 h 5599766"/>
              <a:gd name="connsiteX18147" fmla="*/ 7938897 w 10321503"/>
              <a:gd name="connsiteY18147" fmla="*/ 4415537 h 5599766"/>
              <a:gd name="connsiteX18148" fmla="*/ 7938283 w 10321503"/>
              <a:gd name="connsiteY18148" fmla="*/ 4415895 h 5599766"/>
              <a:gd name="connsiteX18149" fmla="*/ 8136634 w 10321503"/>
              <a:gd name="connsiteY18149" fmla="*/ 4415895 h 5599766"/>
              <a:gd name="connsiteX18150" fmla="*/ 8129571 w 10321503"/>
              <a:gd name="connsiteY18150" fmla="*/ 4415895 h 5599766"/>
              <a:gd name="connsiteX18151" fmla="*/ 8128957 w 10321503"/>
              <a:gd name="connsiteY18151" fmla="*/ 4415537 h 5599766"/>
              <a:gd name="connsiteX18152" fmla="*/ 8125426 w 10321503"/>
              <a:gd name="connsiteY18152" fmla="*/ 4409396 h 5599766"/>
              <a:gd name="connsiteX18153" fmla="*/ 8125426 w 10321503"/>
              <a:gd name="connsiteY18153" fmla="*/ 4408730 h 5599766"/>
              <a:gd name="connsiteX18154" fmla="*/ 8128957 w 10321503"/>
              <a:gd name="connsiteY18154" fmla="*/ 4402587 h 5599766"/>
              <a:gd name="connsiteX18155" fmla="*/ 8129571 w 10321503"/>
              <a:gd name="connsiteY18155" fmla="*/ 4402230 h 5599766"/>
              <a:gd name="connsiteX18156" fmla="*/ 8136634 w 10321503"/>
              <a:gd name="connsiteY18156" fmla="*/ 4402230 h 5599766"/>
              <a:gd name="connsiteX18157" fmla="*/ 8137249 w 10321503"/>
              <a:gd name="connsiteY18157" fmla="*/ 4402587 h 5599766"/>
              <a:gd name="connsiteX18158" fmla="*/ 8140780 w 10321503"/>
              <a:gd name="connsiteY18158" fmla="*/ 4408730 h 5599766"/>
              <a:gd name="connsiteX18159" fmla="*/ 8140780 w 10321503"/>
              <a:gd name="connsiteY18159" fmla="*/ 4409396 h 5599766"/>
              <a:gd name="connsiteX18160" fmla="*/ 8137249 w 10321503"/>
              <a:gd name="connsiteY18160" fmla="*/ 4415537 h 5599766"/>
              <a:gd name="connsiteX18161" fmla="*/ 8136634 w 10321503"/>
              <a:gd name="connsiteY18161" fmla="*/ 4415895 h 5599766"/>
              <a:gd name="connsiteX18162" fmla="*/ 8334837 w 10321503"/>
              <a:gd name="connsiteY18162" fmla="*/ 4415895 h 5599766"/>
              <a:gd name="connsiteX18163" fmla="*/ 8327772 w 10321503"/>
              <a:gd name="connsiteY18163" fmla="*/ 4415895 h 5599766"/>
              <a:gd name="connsiteX18164" fmla="*/ 8327159 w 10321503"/>
              <a:gd name="connsiteY18164" fmla="*/ 4415537 h 5599766"/>
              <a:gd name="connsiteX18165" fmla="*/ 8323627 w 10321503"/>
              <a:gd name="connsiteY18165" fmla="*/ 4409396 h 5599766"/>
              <a:gd name="connsiteX18166" fmla="*/ 8323627 w 10321503"/>
              <a:gd name="connsiteY18166" fmla="*/ 4408730 h 5599766"/>
              <a:gd name="connsiteX18167" fmla="*/ 8327159 w 10321503"/>
              <a:gd name="connsiteY18167" fmla="*/ 4402587 h 5599766"/>
              <a:gd name="connsiteX18168" fmla="*/ 8327772 w 10321503"/>
              <a:gd name="connsiteY18168" fmla="*/ 4402230 h 5599766"/>
              <a:gd name="connsiteX18169" fmla="*/ 8334837 w 10321503"/>
              <a:gd name="connsiteY18169" fmla="*/ 4402230 h 5599766"/>
              <a:gd name="connsiteX18170" fmla="*/ 8335451 w 10321503"/>
              <a:gd name="connsiteY18170" fmla="*/ 4402587 h 5599766"/>
              <a:gd name="connsiteX18171" fmla="*/ 8338982 w 10321503"/>
              <a:gd name="connsiteY18171" fmla="*/ 4408730 h 5599766"/>
              <a:gd name="connsiteX18172" fmla="*/ 8338982 w 10321503"/>
              <a:gd name="connsiteY18172" fmla="*/ 4409396 h 5599766"/>
              <a:gd name="connsiteX18173" fmla="*/ 8335451 w 10321503"/>
              <a:gd name="connsiteY18173" fmla="*/ 4415537 h 5599766"/>
              <a:gd name="connsiteX18174" fmla="*/ 8334837 w 10321503"/>
              <a:gd name="connsiteY18174" fmla="*/ 4415895 h 5599766"/>
              <a:gd name="connsiteX18175" fmla="*/ 8533154 w 10321503"/>
              <a:gd name="connsiteY18175" fmla="*/ 4415895 h 5599766"/>
              <a:gd name="connsiteX18176" fmla="*/ 8526090 w 10321503"/>
              <a:gd name="connsiteY18176" fmla="*/ 4415895 h 5599766"/>
              <a:gd name="connsiteX18177" fmla="*/ 8525476 w 10321503"/>
              <a:gd name="connsiteY18177" fmla="*/ 4415537 h 5599766"/>
              <a:gd name="connsiteX18178" fmla="*/ 8521945 w 10321503"/>
              <a:gd name="connsiteY18178" fmla="*/ 4409396 h 5599766"/>
              <a:gd name="connsiteX18179" fmla="*/ 8521945 w 10321503"/>
              <a:gd name="connsiteY18179" fmla="*/ 4408730 h 5599766"/>
              <a:gd name="connsiteX18180" fmla="*/ 8525476 w 10321503"/>
              <a:gd name="connsiteY18180" fmla="*/ 4402588 h 5599766"/>
              <a:gd name="connsiteX18181" fmla="*/ 8526090 w 10321503"/>
              <a:gd name="connsiteY18181" fmla="*/ 4402231 h 5599766"/>
              <a:gd name="connsiteX18182" fmla="*/ 8533154 w 10321503"/>
              <a:gd name="connsiteY18182" fmla="*/ 4402231 h 5599766"/>
              <a:gd name="connsiteX18183" fmla="*/ 8533768 w 10321503"/>
              <a:gd name="connsiteY18183" fmla="*/ 4402588 h 5599766"/>
              <a:gd name="connsiteX18184" fmla="*/ 8537299 w 10321503"/>
              <a:gd name="connsiteY18184" fmla="*/ 4408730 h 5599766"/>
              <a:gd name="connsiteX18185" fmla="*/ 8537299 w 10321503"/>
              <a:gd name="connsiteY18185" fmla="*/ 4409396 h 5599766"/>
              <a:gd name="connsiteX18186" fmla="*/ 8533768 w 10321503"/>
              <a:gd name="connsiteY18186" fmla="*/ 4415537 h 5599766"/>
              <a:gd name="connsiteX18187" fmla="*/ 8533154 w 10321503"/>
              <a:gd name="connsiteY18187" fmla="*/ 4415895 h 5599766"/>
              <a:gd name="connsiteX18188" fmla="*/ 8731308 w 10321503"/>
              <a:gd name="connsiteY18188" fmla="*/ 4415895 h 5599766"/>
              <a:gd name="connsiteX18189" fmla="*/ 8724245 w 10321503"/>
              <a:gd name="connsiteY18189" fmla="*/ 4415895 h 5599766"/>
              <a:gd name="connsiteX18190" fmla="*/ 8723631 w 10321503"/>
              <a:gd name="connsiteY18190" fmla="*/ 4415537 h 5599766"/>
              <a:gd name="connsiteX18191" fmla="*/ 8720100 w 10321503"/>
              <a:gd name="connsiteY18191" fmla="*/ 4409396 h 5599766"/>
              <a:gd name="connsiteX18192" fmla="*/ 8720100 w 10321503"/>
              <a:gd name="connsiteY18192" fmla="*/ 4408730 h 5599766"/>
              <a:gd name="connsiteX18193" fmla="*/ 8723631 w 10321503"/>
              <a:gd name="connsiteY18193" fmla="*/ 4402587 h 5599766"/>
              <a:gd name="connsiteX18194" fmla="*/ 8724245 w 10321503"/>
              <a:gd name="connsiteY18194" fmla="*/ 4402230 h 5599766"/>
              <a:gd name="connsiteX18195" fmla="*/ 8731308 w 10321503"/>
              <a:gd name="connsiteY18195" fmla="*/ 4402230 h 5599766"/>
              <a:gd name="connsiteX18196" fmla="*/ 8731923 w 10321503"/>
              <a:gd name="connsiteY18196" fmla="*/ 4402587 h 5599766"/>
              <a:gd name="connsiteX18197" fmla="*/ 8735456 w 10321503"/>
              <a:gd name="connsiteY18197" fmla="*/ 4408730 h 5599766"/>
              <a:gd name="connsiteX18198" fmla="*/ 8735456 w 10321503"/>
              <a:gd name="connsiteY18198" fmla="*/ 4409396 h 5599766"/>
              <a:gd name="connsiteX18199" fmla="*/ 8731923 w 10321503"/>
              <a:gd name="connsiteY18199" fmla="*/ 4415537 h 5599766"/>
              <a:gd name="connsiteX18200" fmla="*/ 8731308 w 10321503"/>
              <a:gd name="connsiteY18200" fmla="*/ 4415895 h 5599766"/>
              <a:gd name="connsiteX18201" fmla="*/ 8929614 w 10321503"/>
              <a:gd name="connsiteY18201" fmla="*/ 4415895 h 5599766"/>
              <a:gd name="connsiteX18202" fmla="*/ 8922550 w 10321503"/>
              <a:gd name="connsiteY18202" fmla="*/ 4415895 h 5599766"/>
              <a:gd name="connsiteX18203" fmla="*/ 8921936 w 10321503"/>
              <a:gd name="connsiteY18203" fmla="*/ 4415537 h 5599766"/>
              <a:gd name="connsiteX18204" fmla="*/ 8918405 w 10321503"/>
              <a:gd name="connsiteY18204" fmla="*/ 4409396 h 5599766"/>
              <a:gd name="connsiteX18205" fmla="*/ 8918405 w 10321503"/>
              <a:gd name="connsiteY18205" fmla="*/ 4408730 h 5599766"/>
              <a:gd name="connsiteX18206" fmla="*/ 8921936 w 10321503"/>
              <a:gd name="connsiteY18206" fmla="*/ 4402587 h 5599766"/>
              <a:gd name="connsiteX18207" fmla="*/ 8922550 w 10321503"/>
              <a:gd name="connsiteY18207" fmla="*/ 4402230 h 5599766"/>
              <a:gd name="connsiteX18208" fmla="*/ 8929614 w 10321503"/>
              <a:gd name="connsiteY18208" fmla="*/ 4402230 h 5599766"/>
              <a:gd name="connsiteX18209" fmla="*/ 8930228 w 10321503"/>
              <a:gd name="connsiteY18209" fmla="*/ 4402587 h 5599766"/>
              <a:gd name="connsiteX18210" fmla="*/ 8933760 w 10321503"/>
              <a:gd name="connsiteY18210" fmla="*/ 4408730 h 5599766"/>
              <a:gd name="connsiteX18211" fmla="*/ 8933760 w 10321503"/>
              <a:gd name="connsiteY18211" fmla="*/ 4409396 h 5599766"/>
              <a:gd name="connsiteX18212" fmla="*/ 8930228 w 10321503"/>
              <a:gd name="connsiteY18212" fmla="*/ 4415537 h 5599766"/>
              <a:gd name="connsiteX18213" fmla="*/ 8929614 w 10321503"/>
              <a:gd name="connsiteY18213" fmla="*/ 4415895 h 5599766"/>
              <a:gd name="connsiteX18214" fmla="*/ 9127820 w 10321503"/>
              <a:gd name="connsiteY18214" fmla="*/ 4415895 h 5599766"/>
              <a:gd name="connsiteX18215" fmla="*/ 9120758 w 10321503"/>
              <a:gd name="connsiteY18215" fmla="*/ 4415895 h 5599766"/>
              <a:gd name="connsiteX18216" fmla="*/ 9120143 w 10321503"/>
              <a:gd name="connsiteY18216" fmla="*/ 4415537 h 5599766"/>
              <a:gd name="connsiteX18217" fmla="*/ 9116612 w 10321503"/>
              <a:gd name="connsiteY18217" fmla="*/ 4409396 h 5599766"/>
              <a:gd name="connsiteX18218" fmla="*/ 9116612 w 10321503"/>
              <a:gd name="connsiteY18218" fmla="*/ 4408730 h 5599766"/>
              <a:gd name="connsiteX18219" fmla="*/ 9120143 w 10321503"/>
              <a:gd name="connsiteY18219" fmla="*/ 4402587 h 5599766"/>
              <a:gd name="connsiteX18220" fmla="*/ 9120758 w 10321503"/>
              <a:gd name="connsiteY18220" fmla="*/ 4402230 h 5599766"/>
              <a:gd name="connsiteX18221" fmla="*/ 9127820 w 10321503"/>
              <a:gd name="connsiteY18221" fmla="*/ 4402230 h 5599766"/>
              <a:gd name="connsiteX18222" fmla="*/ 9128434 w 10321503"/>
              <a:gd name="connsiteY18222" fmla="*/ 4402587 h 5599766"/>
              <a:gd name="connsiteX18223" fmla="*/ 9131967 w 10321503"/>
              <a:gd name="connsiteY18223" fmla="*/ 4408730 h 5599766"/>
              <a:gd name="connsiteX18224" fmla="*/ 9131967 w 10321503"/>
              <a:gd name="connsiteY18224" fmla="*/ 4409396 h 5599766"/>
              <a:gd name="connsiteX18225" fmla="*/ 9128434 w 10321503"/>
              <a:gd name="connsiteY18225" fmla="*/ 4415537 h 5599766"/>
              <a:gd name="connsiteX18226" fmla="*/ 9127820 w 10321503"/>
              <a:gd name="connsiteY18226" fmla="*/ 4415895 h 5599766"/>
              <a:gd name="connsiteX18227" fmla="*/ 9325997 w 10321503"/>
              <a:gd name="connsiteY18227" fmla="*/ 4415895 h 5599766"/>
              <a:gd name="connsiteX18228" fmla="*/ 9318934 w 10321503"/>
              <a:gd name="connsiteY18228" fmla="*/ 4415895 h 5599766"/>
              <a:gd name="connsiteX18229" fmla="*/ 9318318 w 10321503"/>
              <a:gd name="connsiteY18229" fmla="*/ 4415537 h 5599766"/>
              <a:gd name="connsiteX18230" fmla="*/ 9314788 w 10321503"/>
              <a:gd name="connsiteY18230" fmla="*/ 4409396 h 5599766"/>
              <a:gd name="connsiteX18231" fmla="*/ 9314788 w 10321503"/>
              <a:gd name="connsiteY18231" fmla="*/ 4408730 h 5599766"/>
              <a:gd name="connsiteX18232" fmla="*/ 9318318 w 10321503"/>
              <a:gd name="connsiteY18232" fmla="*/ 4402587 h 5599766"/>
              <a:gd name="connsiteX18233" fmla="*/ 9318934 w 10321503"/>
              <a:gd name="connsiteY18233" fmla="*/ 4402230 h 5599766"/>
              <a:gd name="connsiteX18234" fmla="*/ 9325997 w 10321503"/>
              <a:gd name="connsiteY18234" fmla="*/ 4402230 h 5599766"/>
              <a:gd name="connsiteX18235" fmla="*/ 9326610 w 10321503"/>
              <a:gd name="connsiteY18235" fmla="*/ 4402587 h 5599766"/>
              <a:gd name="connsiteX18236" fmla="*/ 9330141 w 10321503"/>
              <a:gd name="connsiteY18236" fmla="*/ 4408730 h 5599766"/>
              <a:gd name="connsiteX18237" fmla="*/ 9330141 w 10321503"/>
              <a:gd name="connsiteY18237" fmla="*/ 4409396 h 5599766"/>
              <a:gd name="connsiteX18238" fmla="*/ 9326610 w 10321503"/>
              <a:gd name="connsiteY18238" fmla="*/ 4415537 h 5599766"/>
              <a:gd name="connsiteX18239" fmla="*/ 9325997 w 10321503"/>
              <a:gd name="connsiteY18239" fmla="*/ 4415895 h 5599766"/>
              <a:gd name="connsiteX18240" fmla="*/ 9524279 w 10321503"/>
              <a:gd name="connsiteY18240" fmla="*/ 4415895 h 5599766"/>
              <a:gd name="connsiteX18241" fmla="*/ 9517217 w 10321503"/>
              <a:gd name="connsiteY18241" fmla="*/ 4415895 h 5599766"/>
              <a:gd name="connsiteX18242" fmla="*/ 9516603 w 10321503"/>
              <a:gd name="connsiteY18242" fmla="*/ 4415537 h 5599766"/>
              <a:gd name="connsiteX18243" fmla="*/ 9513071 w 10321503"/>
              <a:gd name="connsiteY18243" fmla="*/ 4409396 h 5599766"/>
              <a:gd name="connsiteX18244" fmla="*/ 9513071 w 10321503"/>
              <a:gd name="connsiteY18244" fmla="*/ 4408730 h 5599766"/>
              <a:gd name="connsiteX18245" fmla="*/ 9516603 w 10321503"/>
              <a:gd name="connsiteY18245" fmla="*/ 4402587 h 5599766"/>
              <a:gd name="connsiteX18246" fmla="*/ 9517217 w 10321503"/>
              <a:gd name="connsiteY18246" fmla="*/ 4402230 h 5599766"/>
              <a:gd name="connsiteX18247" fmla="*/ 9524279 w 10321503"/>
              <a:gd name="connsiteY18247" fmla="*/ 4402230 h 5599766"/>
              <a:gd name="connsiteX18248" fmla="*/ 9524892 w 10321503"/>
              <a:gd name="connsiteY18248" fmla="*/ 4402587 h 5599766"/>
              <a:gd name="connsiteX18249" fmla="*/ 9528426 w 10321503"/>
              <a:gd name="connsiteY18249" fmla="*/ 4408730 h 5599766"/>
              <a:gd name="connsiteX18250" fmla="*/ 9528426 w 10321503"/>
              <a:gd name="connsiteY18250" fmla="*/ 4409396 h 5599766"/>
              <a:gd name="connsiteX18251" fmla="*/ 9524892 w 10321503"/>
              <a:gd name="connsiteY18251" fmla="*/ 4415537 h 5599766"/>
              <a:gd name="connsiteX18252" fmla="*/ 9524279 w 10321503"/>
              <a:gd name="connsiteY18252" fmla="*/ 4415895 h 5599766"/>
              <a:gd name="connsiteX18253" fmla="*/ 9722569 w 10321503"/>
              <a:gd name="connsiteY18253" fmla="*/ 4415895 h 5599766"/>
              <a:gd name="connsiteX18254" fmla="*/ 9715507 w 10321503"/>
              <a:gd name="connsiteY18254" fmla="*/ 4415895 h 5599766"/>
              <a:gd name="connsiteX18255" fmla="*/ 9714893 w 10321503"/>
              <a:gd name="connsiteY18255" fmla="*/ 4415537 h 5599766"/>
              <a:gd name="connsiteX18256" fmla="*/ 9711362 w 10321503"/>
              <a:gd name="connsiteY18256" fmla="*/ 4409396 h 5599766"/>
              <a:gd name="connsiteX18257" fmla="*/ 9711362 w 10321503"/>
              <a:gd name="connsiteY18257" fmla="*/ 4408730 h 5599766"/>
              <a:gd name="connsiteX18258" fmla="*/ 9714893 w 10321503"/>
              <a:gd name="connsiteY18258" fmla="*/ 4402587 h 5599766"/>
              <a:gd name="connsiteX18259" fmla="*/ 9715507 w 10321503"/>
              <a:gd name="connsiteY18259" fmla="*/ 4402230 h 5599766"/>
              <a:gd name="connsiteX18260" fmla="*/ 9722569 w 10321503"/>
              <a:gd name="connsiteY18260" fmla="*/ 4402230 h 5599766"/>
              <a:gd name="connsiteX18261" fmla="*/ 9723183 w 10321503"/>
              <a:gd name="connsiteY18261" fmla="*/ 4402587 h 5599766"/>
              <a:gd name="connsiteX18262" fmla="*/ 9726716 w 10321503"/>
              <a:gd name="connsiteY18262" fmla="*/ 4408730 h 5599766"/>
              <a:gd name="connsiteX18263" fmla="*/ 9726716 w 10321503"/>
              <a:gd name="connsiteY18263" fmla="*/ 4409396 h 5599766"/>
              <a:gd name="connsiteX18264" fmla="*/ 9723183 w 10321503"/>
              <a:gd name="connsiteY18264" fmla="*/ 4415537 h 5599766"/>
              <a:gd name="connsiteX18265" fmla="*/ 9722569 w 10321503"/>
              <a:gd name="connsiteY18265" fmla="*/ 4415895 h 5599766"/>
              <a:gd name="connsiteX18266" fmla="*/ 9920708 w 10321503"/>
              <a:gd name="connsiteY18266" fmla="*/ 4415895 h 5599766"/>
              <a:gd name="connsiteX18267" fmla="*/ 9913645 w 10321503"/>
              <a:gd name="connsiteY18267" fmla="*/ 4415895 h 5599766"/>
              <a:gd name="connsiteX18268" fmla="*/ 9913031 w 10321503"/>
              <a:gd name="connsiteY18268" fmla="*/ 4415537 h 5599766"/>
              <a:gd name="connsiteX18269" fmla="*/ 9909500 w 10321503"/>
              <a:gd name="connsiteY18269" fmla="*/ 4409396 h 5599766"/>
              <a:gd name="connsiteX18270" fmla="*/ 9909500 w 10321503"/>
              <a:gd name="connsiteY18270" fmla="*/ 4408730 h 5599766"/>
              <a:gd name="connsiteX18271" fmla="*/ 9913031 w 10321503"/>
              <a:gd name="connsiteY18271" fmla="*/ 4402587 h 5599766"/>
              <a:gd name="connsiteX18272" fmla="*/ 9913645 w 10321503"/>
              <a:gd name="connsiteY18272" fmla="*/ 4402230 h 5599766"/>
              <a:gd name="connsiteX18273" fmla="*/ 9920708 w 10321503"/>
              <a:gd name="connsiteY18273" fmla="*/ 4402230 h 5599766"/>
              <a:gd name="connsiteX18274" fmla="*/ 9921321 w 10321503"/>
              <a:gd name="connsiteY18274" fmla="*/ 4402587 h 5599766"/>
              <a:gd name="connsiteX18275" fmla="*/ 9924853 w 10321503"/>
              <a:gd name="connsiteY18275" fmla="*/ 4408730 h 5599766"/>
              <a:gd name="connsiteX18276" fmla="*/ 9924853 w 10321503"/>
              <a:gd name="connsiteY18276" fmla="*/ 4409396 h 5599766"/>
              <a:gd name="connsiteX18277" fmla="*/ 9921321 w 10321503"/>
              <a:gd name="connsiteY18277" fmla="*/ 4415537 h 5599766"/>
              <a:gd name="connsiteX18278" fmla="*/ 9920708 w 10321503"/>
              <a:gd name="connsiteY18278" fmla="*/ 4415895 h 5599766"/>
              <a:gd name="connsiteX18279" fmla="*/ 10118929 w 10321503"/>
              <a:gd name="connsiteY18279" fmla="*/ 4415895 h 5599766"/>
              <a:gd name="connsiteX18280" fmla="*/ 10111866 w 10321503"/>
              <a:gd name="connsiteY18280" fmla="*/ 4415895 h 5599766"/>
              <a:gd name="connsiteX18281" fmla="*/ 10111252 w 10321503"/>
              <a:gd name="connsiteY18281" fmla="*/ 4415537 h 5599766"/>
              <a:gd name="connsiteX18282" fmla="*/ 10107721 w 10321503"/>
              <a:gd name="connsiteY18282" fmla="*/ 4409396 h 5599766"/>
              <a:gd name="connsiteX18283" fmla="*/ 10107721 w 10321503"/>
              <a:gd name="connsiteY18283" fmla="*/ 4408730 h 5599766"/>
              <a:gd name="connsiteX18284" fmla="*/ 10111252 w 10321503"/>
              <a:gd name="connsiteY18284" fmla="*/ 4402587 h 5599766"/>
              <a:gd name="connsiteX18285" fmla="*/ 10111866 w 10321503"/>
              <a:gd name="connsiteY18285" fmla="*/ 4402230 h 5599766"/>
              <a:gd name="connsiteX18286" fmla="*/ 10118929 w 10321503"/>
              <a:gd name="connsiteY18286" fmla="*/ 4402230 h 5599766"/>
              <a:gd name="connsiteX18287" fmla="*/ 10119544 w 10321503"/>
              <a:gd name="connsiteY18287" fmla="*/ 4402587 h 5599766"/>
              <a:gd name="connsiteX18288" fmla="*/ 10123076 w 10321503"/>
              <a:gd name="connsiteY18288" fmla="*/ 4408730 h 5599766"/>
              <a:gd name="connsiteX18289" fmla="*/ 10123076 w 10321503"/>
              <a:gd name="connsiteY18289" fmla="*/ 4409396 h 5599766"/>
              <a:gd name="connsiteX18290" fmla="*/ 10119544 w 10321503"/>
              <a:gd name="connsiteY18290" fmla="*/ 4415537 h 5599766"/>
              <a:gd name="connsiteX18291" fmla="*/ 10118929 w 10321503"/>
              <a:gd name="connsiteY18291" fmla="*/ 4415895 h 5599766"/>
              <a:gd name="connsiteX18292" fmla="*/ 10317202 w 10321503"/>
              <a:gd name="connsiteY18292" fmla="*/ 4415895 h 5599766"/>
              <a:gd name="connsiteX18293" fmla="*/ 10310139 w 10321503"/>
              <a:gd name="connsiteY18293" fmla="*/ 4415895 h 5599766"/>
              <a:gd name="connsiteX18294" fmla="*/ 10309525 w 10321503"/>
              <a:gd name="connsiteY18294" fmla="*/ 4415537 h 5599766"/>
              <a:gd name="connsiteX18295" fmla="*/ 10305993 w 10321503"/>
              <a:gd name="connsiteY18295" fmla="*/ 4409396 h 5599766"/>
              <a:gd name="connsiteX18296" fmla="*/ 10305993 w 10321503"/>
              <a:gd name="connsiteY18296" fmla="*/ 4408730 h 5599766"/>
              <a:gd name="connsiteX18297" fmla="*/ 10309525 w 10321503"/>
              <a:gd name="connsiteY18297" fmla="*/ 4402587 h 5599766"/>
              <a:gd name="connsiteX18298" fmla="*/ 10310139 w 10321503"/>
              <a:gd name="connsiteY18298" fmla="*/ 4402230 h 5599766"/>
              <a:gd name="connsiteX18299" fmla="*/ 10317202 w 10321503"/>
              <a:gd name="connsiteY18299" fmla="*/ 4402230 h 5599766"/>
              <a:gd name="connsiteX18300" fmla="*/ 10317817 w 10321503"/>
              <a:gd name="connsiteY18300" fmla="*/ 4402587 h 5599766"/>
              <a:gd name="connsiteX18301" fmla="*/ 10321348 w 10321503"/>
              <a:gd name="connsiteY18301" fmla="*/ 4408730 h 5599766"/>
              <a:gd name="connsiteX18302" fmla="*/ 10321348 w 10321503"/>
              <a:gd name="connsiteY18302" fmla="*/ 4409396 h 5599766"/>
              <a:gd name="connsiteX18303" fmla="*/ 10317817 w 10321503"/>
              <a:gd name="connsiteY18303" fmla="*/ 4415537 h 5599766"/>
              <a:gd name="connsiteX18304" fmla="*/ 10317202 w 10321503"/>
              <a:gd name="connsiteY18304" fmla="*/ 4415895 h 5599766"/>
              <a:gd name="connsiteX18305" fmla="*/ 1398928 w 10321503"/>
              <a:gd name="connsiteY18305" fmla="*/ 4579213 h 5599766"/>
              <a:gd name="connsiteX18306" fmla="*/ 1391866 w 10321503"/>
              <a:gd name="connsiteY18306" fmla="*/ 4579213 h 5599766"/>
              <a:gd name="connsiteX18307" fmla="*/ 1391252 w 10321503"/>
              <a:gd name="connsiteY18307" fmla="*/ 4578855 h 5599766"/>
              <a:gd name="connsiteX18308" fmla="*/ 1387720 w 10321503"/>
              <a:gd name="connsiteY18308" fmla="*/ 4572713 h 5599766"/>
              <a:gd name="connsiteX18309" fmla="*/ 1387720 w 10321503"/>
              <a:gd name="connsiteY18309" fmla="*/ 4572047 h 5599766"/>
              <a:gd name="connsiteX18310" fmla="*/ 1391252 w 10321503"/>
              <a:gd name="connsiteY18310" fmla="*/ 4565905 h 5599766"/>
              <a:gd name="connsiteX18311" fmla="*/ 1391866 w 10321503"/>
              <a:gd name="connsiteY18311" fmla="*/ 4565547 h 5599766"/>
              <a:gd name="connsiteX18312" fmla="*/ 1398928 w 10321503"/>
              <a:gd name="connsiteY18312" fmla="*/ 4565547 h 5599766"/>
              <a:gd name="connsiteX18313" fmla="*/ 1399544 w 10321503"/>
              <a:gd name="connsiteY18313" fmla="*/ 4565905 h 5599766"/>
              <a:gd name="connsiteX18314" fmla="*/ 1403074 w 10321503"/>
              <a:gd name="connsiteY18314" fmla="*/ 4572047 h 5599766"/>
              <a:gd name="connsiteX18315" fmla="*/ 1403074 w 10321503"/>
              <a:gd name="connsiteY18315" fmla="*/ 4572713 h 5599766"/>
              <a:gd name="connsiteX18316" fmla="*/ 1399544 w 10321503"/>
              <a:gd name="connsiteY18316" fmla="*/ 4578855 h 5599766"/>
              <a:gd name="connsiteX18317" fmla="*/ 1398928 w 10321503"/>
              <a:gd name="connsiteY18317" fmla="*/ 4579213 h 5599766"/>
              <a:gd name="connsiteX18318" fmla="*/ 1795378 w 10321503"/>
              <a:gd name="connsiteY18318" fmla="*/ 4579216 h 5599766"/>
              <a:gd name="connsiteX18319" fmla="*/ 1788315 w 10321503"/>
              <a:gd name="connsiteY18319" fmla="*/ 4579216 h 5599766"/>
              <a:gd name="connsiteX18320" fmla="*/ 1787701 w 10321503"/>
              <a:gd name="connsiteY18320" fmla="*/ 4578857 h 5599766"/>
              <a:gd name="connsiteX18321" fmla="*/ 1784170 w 10321503"/>
              <a:gd name="connsiteY18321" fmla="*/ 4572716 h 5599766"/>
              <a:gd name="connsiteX18322" fmla="*/ 1784170 w 10321503"/>
              <a:gd name="connsiteY18322" fmla="*/ 4572050 h 5599766"/>
              <a:gd name="connsiteX18323" fmla="*/ 1787701 w 10321503"/>
              <a:gd name="connsiteY18323" fmla="*/ 4565909 h 5599766"/>
              <a:gd name="connsiteX18324" fmla="*/ 1788315 w 10321503"/>
              <a:gd name="connsiteY18324" fmla="*/ 4565551 h 5599766"/>
              <a:gd name="connsiteX18325" fmla="*/ 1795378 w 10321503"/>
              <a:gd name="connsiteY18325" fmla="*/ 4565551 h 5599766"/>
              <a:gd name="connsiteX18326" fmla="*/ 1795992 w 10321503"/>
              <a:gd name="connsiteY18326" fmla="*/ 4565909 h 5599766"/>
              <a:gd name="connsiteX18327" fmla="*/ 1799524 w 10321503"/>
              <a:gd name="connsiteY18327" fmla="*/ 4572050 h 5599766"/>
              <a:gd name="connsiteX18328" fmla="*/ 1799524 w 10321503"/>
              <a:gd name="connsiteY18328" fmla="*/ 4572716 h 5599766"/>
              <a:gd name="connsiteX18329" fmla="*/ 1795992 w 10321503"/>
              <a:gd name="connsiteY18329" fmla="*/ 4578857 h 5599766"/>
              <a:gd name="connsiteX18330" fmla="*/ 1795378 w 10321503"/>
              <a:gd name="connsiteY18330" fmla="*/ 4579216 h 5599766"/>
              <a:gd name="connsiteX18331" fmla="*/ 1200704 w 10321503"/>
              <a:gd name="connsiteY18331" fmla="*/ 4579217 h 5599766"/>
              <a:gd name="connsiteX18332" fmla="*/ 1193642 w 10321503"/>
              <a:gd name="connsiteY18332" fmla="*/ 4579217 h 5599766"/>
              <a:gd name="connsiteX18333" fmla="*/ 1193028 w 10321503"/>
              <a:gd name="connsiteY18333" fmla="*/ 4578859 h 5599766"/>
              <a:gd name="connsiteX18334" fmla="*/ 1189495 w 10321503"/>
              <a:gd name="connsiteY18334" fmla="*/ 4572716 h 5599766"/>
              <a:gd name="connsiteX18335" fmla="*/ 1189495 w 10321503"/>
              <a:gd name="connsiteY18335" fmla="*/ 4572051 h 5599766"/>
              <a:gd name="connsiteX18336" fmla="*/ 1193028 w 10321503"/>
              <a:gd name="connsiteY18336" fmla="*/ 4565910 h 5599766"/>
              <a:gd name="connsiteX18337" fmla="*/ 1193642 w 10321503"/>
              <a:gd name="connsiteY18337" fmla="*/ 4565551 h 5599766"/>
              <a:gd name="connsiteX18338" fmla="*/ 1200704 w 10321503"/>
              <a:gd name="connsiteY18338" fmla="*/ 4565551 h 5599766"/>
              <a:gd name="connsiteX18339" fmla="*/ 1201318 w 10321503"/>
              <a:gd name="connsiteY18339" fmla="*/ 4565910 h 5599766"/>
              <a:gd name="connsiteX18340" fmla="*/ 1204850 w 10321503"/>
              <a:gd name="connsiteY18340" fmla="*/ 4572051 h 5599766"/>
              <a:gd name="connsiteX18341" fmla="*/ 1204850 w 10321503"/>
              <a:gd name="connsiteY18341" fmla="*/ 4572716 h 5599766"/>
              <a:gd name="connsiteX18342" fmla="*/ 1201318 w 10321503"/>
              <a:gd name="connsiteY18342" fmla="*/ 4578859 h 5599766"/>
              <a:gd name="connsiteX18343" fmla="*/ 1200704 w 10321503"/>
              <a:gd name="connsiteY18343" fmla="*/ 4579217 h 5599766"/>
              <a:gd name="connsiteX18344" fmla="*/ 804204 w 10321503"/>
              <a:gd name="connsiteY18344" fmla="*/ 4579226 h 5599766"/>
              <a:gd name="connsiteX18345" fmla="*/ 797140 w 10321503"/>
              <a:gd name="connsiteY18345" fmla="*/ 4579226 h 5599766"/>
              <a:gd name="connsiteX18346" fmla="*/ 796526 w 10321503"/>
              <a:gd name="connsiteY18346" fmla="*/ 4578867 h 5599766"/>
              <a:gd name="connsiteX18347" fmla="*/ 792995 w 10321503"/>
              <a:gd name="connsiteY18347" fmla="*/ 4572725 h 5599766"/>
              <a:gd name="connsiteX18348" fmla="*/ 792995 w 10321503"/>
              <a:gd name="connsiteY18348" fmla="*/ 4572060 h 5599766"/>
              <a:gd name="connsiteX18349" fmla="*/ 796526 w 10321503"/>
              <a:gd name="connsiteY18349" fmla="*/ 4565918 h 5599766"/>
              <a:gd name="connsiteX18350" fmla="*/ 797140 w 10321503"/>
              <a:gd name="connsiteY18350" fmla="*/ 4565560 h 5599766"/>
              <a:gd name="connsiteX18351" fmla="*/ 804204 w 10321503"/>
              <a:gd name="connsiteY18351" fmla="*/ 4565560 h 5599766"/>
              <a:gd name="connsiteX18352" fmla="*/ 804818 w 10321503"/>
              <a:gd name="connsiteY18352" fmla="*/ 4565918 h 5599766"/>
              <a:gd name="connsiteX18353" fmla="*/ 808350 w 10321503"/>
              <a:gd name="connsiteY18353" fmla="*/ 4572060 h 5599766"/>
              <a:gd name="connsiteX18354" fmla="*/ 808350 w 10321503"/>
              <a:gd name="connsiteY18354" fmla="*/ 4572725 h 5599766"/>
              <a:gd name="connsiteX18355" fmla="*/ 804818 w 10321503"/>
              <a:gd name="connsiteY18355" fmla="*/ 4578867 h 5599766"/>
              <a:gd name="connsiteX18356" fmla="*/ 804204 w 10321503"/>
              <a:gd name="connsiteY18356" fmla="*/ 4579226 h 5599766"/>
              <a:gd name="connsiteX18357" fmla="*/ 1993654 w 10321503"/>
              <a:gd name="connsiteY18357" fmla="*/ 4579227 h 5599766"/>
              <a:gd name="connsiteX18358" fmla="*/ 1986590 w 10321503"/>
              <a:gd name="connsiteY18358" fmla="*/ 4579227 h 5599766"/>
              <a:gd name="connsiteX18359" fmla="*/ 1985976 w 10321503"/>
              <a:gd name="connsiteY18359" fmla="*/ 4578869 h 5599766"/>
              <a:gd name="connsiteX18360" fmla="*/ 1982445 w 10321503"/>
              <a:gd name="connsiteY18360" fmla="*/ 4572727 h 5599766"/>
              <a:gd name="connsiteX18361" fmla="*/ 1982445 w 10321503"/>
              <a:gd name="connsiteY18361" fmla="*/ 4572062 h 5599766"/>
              <a:gd name="connsiteX18362" fmla="*/ 1985976 w 10321503"/>
              <a:gd name="connsiteY18362" fmla="*/ 4565921 h 5599766"/>
              <a:gd name="connsiteX18363" fmla="*/ 1986590 w 10321503"/>
              <a:gd name="connsiteY18363" fmla="*/ 4565562 h 5599766"/>
              <a:gd name="connsiteX18364" fmla="*/ 1993654 w 10321503"/>
              <a:gd name="connsiteY18364" fmla="*/ 4565562 h 5599766"/>
              <a:gd name="connsiteX18365" fmla="*/ 1994268 w 10321503"/>
              <a:gd name="connsiteY18365" fmla="*/ 4565921 h 5599766"/>
              <a:gd name="connsiteX18366" fmla="*/ 1997800 w 10321503"/>
              <a:gd name="connsiteY18366" fmla="*/ 4572062 h 5599766"/>
              <a:gd name="connsiteX18367" fmla="*/ 1997800 w 10321503"/>
              <a:gd name="connsiteY18367" fmla="*/ 4572727 h 5599766"/>
              <a:gd name="connsiteX18368" fmla="*/ 1994268 w 10321503"/>
              <a:gd name="connsiteY18368" fmla="*/ 4578869 h 5599766"/>
              <a:gd name="connsiteX18369" fmla="*/ 1993654 w 10321503"/>
              <a:gd name="connsiteY18369" fmla="*/ 4579227 h 5599766"/>
              <a:gd name="connsiteX18370" fmla="*/ 1597154 w 10321503"/>
              <a:gd name="connsiteY18370" fmla="*/ 4579231 h 5599766"/>
              <a:gd name="connsiteX18371" fmla="*/ 1590090 w 10321503"/>
              <a:gd name="connsiteY18371" fmla="*/ 4579231 h 5599766"/>
              <a:gd name="connsiteX18372" fmla="*/ 1589476 w 10321503"/>
              <a:gd name="connsiteY18372" fmla="*/ 4578873 h 5599766"/>
              <a:gd name="connsiteX18373" fmla="*/ 1585944 w 10321503"/>
              <a:gd name="connsiteY18373" fmla="*/ 4572729 h 5599766"/>
              <a:gd name="connsiteX18374" fmla="*/ 1585944 w 10321503"/>
              <a:gd name="connsiteY18374" fmla="*/ 4572065 h 5599766"/>
              <a:gd name="connsiteX18375" fmla="*/ 1589476 w 10321503"/>
              <a:gd name="connsiteY18375" fmla="*/ 4565923 h 5599766"/>
              <a:gd name="connsiteX18376" fmla="*/ 1590090 w 10321503"/>
              <a:gd name="connsiteY18376" fmla="*/ 4565565 h 5599766"/>
              <a:gd name="connsiteX18377" fmla="*/ 1597154 w 10321503"/>
              <a:gd name="connsiteY18377" fmla="*/ 4565565 h 5599766"/>
              <a:gd name="connsiteX18378" fmla="*/ 1597768 w 10321503"/>
              <a:gd name="connsiteY18378" fmla="*/ 4565923 h 5599766"/>
              <a:gd name="connsiteX18379" fmla="*/ 1601298 w 10321503"/>
              <a:gd name="connsiteY18379" fmla="*/ 4572065 h 5599766"/>
              <a:gd name="connsiteX18380" fmla="*/ 1601298 w 10321503"/>
              <a:gd name="connsiteY18380" fmla="*/ 4572729 h 5599766"/>
              <a:gd name="connsiteX18381" fmla="*/ 1597768 w 10321503"/>
              <a:gd name="connsiteY18381" fmla="*/ 4578873 h 5599766"/>
              <a:gd name="connsiteX18382" fmla="*/ 1597154 w 10321503"/>
              <a:gd name="connsiteY18382" fmla="*/ 4579231 h 5599766"/>
              <a:gd name="connsiteX18383" fmla="*/ 11254 w 10321503"/>
              <a:gd name="connsiteY18383" fmla="*/ 4579241 h 5599766"/>
              <a:gd name="connsiteX18384" fmla="*/ 4192 w 10321503"/>
              <a:gd name="connsiteY18384" fmla="*/ 4579241 h 5599766"/>
              <a:gd name="connsiteX18385" fmla="*/ 3578 w 10321503"/>
              <a:gd name="connsiteY18385" fmla="*/ 4578883 h 5599766"/>
              <a:gd name="connsiteX18386" fmla="*/ 46 w 10321503"/>
              <a:gd name="connsiteY18386" fmla="*/ 4572741 h 5599766"/>
              <a:gd name="connsiteX18387" fmla="*/ 46 w 10321503"/>
              <a:gd name="connsiteY18387" fmla="*/ 4572075 h 5599766"/>
              <a:gd name="connsiteX18388" fmla="*/ 3578 w 10321503"/>
              <a:gd name="connsiteY18388" fmla="*/ 4565934 h 5599766"/>
              <a:gd name="connsiteX18389" fmla="*/ 4192 w 10321503"/>
              <a:gd name="connsiteY18389" fmla="*/ 4565576 h 5599766"/>
              <a:gd name="connsiteX18390" fmla="*/ 11254 w 10321503"/>
              <a:gd name="connsiteY18390" fmla="*/ 4565576 h 5599766"/>
              <a:gd name="connsiteX18391" fmla="*/ 11868 w 10321503"/>
              <a:gd name="connsiteY18391" fmla="*/ 4565934 h 5599766"/>
              <a:gd name="connsiteX18392" fmla="*/ 15400 w 10321503"/>
              <a:gd name="connsiteY18392" fmla="*/ 4572075 h 5599766"/>
              <a:gd name="connsiteX18393" fmla="*/ 15400 w 10321503"/>
              <a:gd name="connsiteY18393" fmla="*/ 4572741 h 5599766"/>
              <a:gd name="connsiteX18394" fmla="*/ 11868 w 10321503"/>
              <a:gd name="connsiteY18394" fmla="*/ 4578883 h 5599766"/>
              <a:gd name="connsiteX18395" fmla="*/ 11254 w 10321503"/>
              <a:gd name="connsiteY18395" fmla="*/ 4579241 h 5599766"/>
              <a:gd name="connsiteX18396" fmla="*/ 407754 w 10321503"/>
              <a:gd name="connsiteY18396" fmla="*/ 4579245 h 5599766"/>
              <a:gd name="connsiteX18397" fmla="*/ 400692 w 10321503"/>
              <a:gd name="connsiteY18397" fmla="*/ 4579245 h 5599766"/>
              <a:gd name="connsiteX18398" fmla="*/ 400078 w 10321503"/>
              <a:gd name="connsiteY18398" fmla="*/ 4578887 h 5599766"/>
              <a:gd name="connsiteX18399" fmla="*/ 396546 w 10321503"/>
              <a:gd name="connsiteY18399" fmla="*/ 4572744 h 5599766"/>
              <a:gd name="connsiteX18400" fmla="*/ 396546 w 10321503"/>
              <a:gd name="connsiteY18400" fmla="*/ 4572079 h 5599766"/>
              <a:gd name="connsiteX18401" fmla="*/ 400078 w 10321503"/>
              <a:gd name="connsiteY18401" fmla="*/ 4565938 h 5599766"/>
              <a:gd name="connsiteX18402" fmla="*/ 400692 w 10321503"/>
              <a:gd name="connsiteY18402" fmla="*/ 4565579 h 5599766"/>
              <a:gd name="connsiteX18403" fmla="*/ 407754 w 10321503"/>
              <a:gd name="connsiteY18403" fmla="*/ 4565579 h 5599766"/>
              <a:gd name="connsiteX18404" fmla="*/ 408369 w 10321503"/>
              <a:gd name="connsiteY18404" fmla="*/ 4565938 h 5599766"/>
              <a:gd name="connsiteX18405" fmla="*/ 411900 w 10321503"/>
              <a:gd name="connsiteY18405" fmla="*/ 4572079 h 5599766"/>
              <a:gd name="connsiteX18406" fmla="*/ 411900 w 10321503"/>
              <a:gd name="connsiteY18406" fmla="*/ 4572744 h 5599766"/>
              <a:gd name="connsiteX18407" fmla="*/ 408369 w 10321503"/>
              <a:gd name="connsiteY18407" fmla="*/ 4578887 h 5599766"/>
              <a:gd name="connsiteX18408" fmla="*/ 407754 w 10321503"/>
              <a:gd name="connsiteY18408" fmla="*/ 4579245 h 5599766"/>
              <a:gd name="connsiteX18409" fmla="*/ 209480 w 10321503"/>
              <a:gd name="connsiteY18409" fmla="*/ 4579257 h 5599766"/>
              <a:gd name="connsiteX18410" fmla="*/ 202416 w 10321503"/>
              <a:gd name="connsiteY18410" fmla="*/ 4579257 h 5599766"/>
              <a:gd name="connsiteX18411" fmla="*/ 201803 w 10321503"/>
              <a:gd name="connsiteY18411" fmla="*/ 4578899 h 5599766"/>
              <a:gd name="connsiteX18412" fmla="*/ 198270 w 10321503"/>
              <a:gd name="connsiteY18412" fmla="*/ 4572756 h 5599766"/>
              <a:gd name="connsiteX18413" fmla="*/ 198270 w 10321503"/>
              <a:gd name="connsiteY18413" fmla="*/ 4572092 h 5599766"/>
              <a:gd name="connsiteX18414" fmla="*/ 201803 w 10321503"/>
              <a:gd name="connsiteY18414" fmla="*/ 4565950 h 5599766"/>
              <a:gd name="connsiteX18415" fmla="*/ 202416 w 10321503"/>
              <a:gd name="connsiteY18415" fmla="*/ 4565592 h 5599766"/>
              <a:gd name="connsiteX18416" fmla="*/ 209480 w 10321503"/>
              <a:gd name="connsiteY18416" fmla="*/ 4565592 h 5599766"/>
              <a:gd name="connsiteX18417" fmla="*/ 210094 w 10321503"/>
              <a:gd name="connsiteY18417" fmla="*/ 4565950 h 5599766"/>
              <a:gd name="connsiteX18418" fmla="*/ 213625 w 10321503"/>
              <a:gd name="connsiteY18418" fmla="*/ 4572092 h 5599766"/>
              <a:gd name="connsiteX18419" fmla="*/ 213625 w 10321503"/>
              <a:gd name="connsiteY18419" fmla="*/ 4572756 h 5599766"/>
              <a:gd name="connsiteX18420" fmla="*/ 210094 w 10321503"/>
              <a:gd name="connsiteY18420" fmla="*/ 4578899 h 5599766"/>
              <a:gd name="connsiteX18421" fmla="*/ 209480 w 10321503"/>
              <a:gd name="connsiteY18421" fmla="*/ 4579257 h 5599766"/>
              <a:gd name="connsiteX18422" fmla="*/ 1002428 w 10321503"/>
              <a:gd name="connsiteY18422" fmla="*/ 4579262 h 5599766"/>
              <a:gd name="connsiteX18423" fmla="*/ 995366 w 10321503"/>
              <a:gd name="connsiteY18423" fmla="*/ 4579262 h 5599766"/>
              <a:gd name="connsiteX18424" fmla="*/ 994752 w 10321503"/>
              <a:gd name="connsiteY18424" fmla="*/ 4578904 h 5599766"/>
              <a:gd name="connsiteX18425" fmla="*/ 991220 w 10321503"/>
              <a:gd name="connsiteY18425" fmla="*/ 4572762 h 5599766"/>
              <a:gd name="connsiteX18426" fmla="*/ 991220 w 10321503"/>
              <a:gd name="connsiteY18426" fmla="*/ 4572097 h 5599766"/>
              <a:gd name="connsiteX18427" fmla="*/ 994752 w 10321503"/>
              <a:gd name="connsiteY18427" fmla="*/ 4565955 h 5599766"/>
              <a:gd name="connsiteX18428" fmla="*/ 995366 w 10321503"/>
              <a:gd name="connsiteY18428" fmla="*/ 4565597 h 5599766"/>
              <a:gd name="connsiteX18429" fmla="*/ 1002428 w 10321503"/>
              <a:gd name="connsiteY18429" fmla="*/ 4565597 h 5599766"/>
              <a:gd name="connsiteX18430" fmla="*/ 1003042 w 10321503"/>
              <a:gd name="connsiteY18430" fmla="*/ 4565955 h 5599766"/>
              <a:gd name="connsiteX18431" fmla="*/ 1006574 w 10321503"/>
              <a:gd name="connsiteY18431" fmla="*/ 4572097 h 5599766"/>
              <a:gd name="connsiteX18432" fmla="*/ 1006574 w 10321503"/>
              <a:gd name="connsiteY18432" fmla="*/ 4572762 h 5599766"/>
              <a:gd name="connsiteX18433" fmla="*/ 1003042 w 10321503"/>
              <a:gd name="connsiteY18433" fmla="*/ 4578904 h 5599766"/>
              <a:gd name="connsiteX18434" fmla="*/ 1002428 w 10321503"/>
              <a:gd name="connsiteY18434" fmla="*/ 4579262 h 5599766"/>
              <a:gd name="connsiteX18435" fmla="*/ 605979 w 10321503"/>
              <a:gd name="connsiteY18435" fmla="*/ 4579264 h 5599766"/>
              <a:gd name="connsiteX18436" fmla="*/ 598916 w 10321503"/>
              <a:gd name="connsiteY18436" fmla="*/ 4579264 h 5599766"/>
              <a:gd name="connsiteX18437" fmla="*/ 598302 w 10321503"/>
              <a:gd name="connsiteY18437" fmla="*/ 4578905 h 5599766"/>
              <a:gd name="connsiteX18438" fmla="*/ 594770 w 10321503"/>
              <a:gd name="connsiteY18438" fmla="*/ 4572763 h 5599766"/>
              <a:gd name="connsiteX18439" fmla="*/ 594770 w 10321503"/>
              <a:gd name="connsiteY18439" fmla="*/ 4572098 h 5599766"/>
              <a:gd name="connsiteX18440" fmla="*/ 598302 w 10321503"/>
              <a:gd name="connsiteY18440" fmla="*/ 4565957 h 5599766"/>
              <a:gd name="connsiteX18441" fmla="*/ 598916 w 10321503"/>
              <a:gd name="connsiteY18441" fmla="*/ 4565598 h 5599766"/>
              <a:gd name="connsiteX18442" fmla="*/ 605979 w 10321503"/>
              <a:gd name="connsiteY18442" fmla="*/ 4565598 h 5599766"/>
              <a:gd name="connsiteX18443" fmla="*/ 606593 w 10321503"/>
              <a:gd name="connsiteY18443" fmla="*/ 4565957 h 5599766"/>
              <a:gd name="connsiteX18444" fmla="*/ 610125 w 10321503"/>
              <a:gd name="connsiteY18444" fmla="*/ 4572098 h 5599766"/>
              <a:gd name="connsiteX18445" fmla="*/ 610125 w 10321503"/>
              <a:gd name="connsiteY18445" fmla="*/ 4572763 h 5599766"/>
              <a:gd name="connsiteX18446" fmla="*/ 606593 w 10321503"/>
              <a:gd name="connsiteY18446" fmla="*/ 4578905 h 5599766"/>
              <a:gd name="connsiteX18447" fmla="*/ 605979 w 10321503"/>
              <a:gd name="connsiteY18447" fmla="*/ 4579264 h 5599766"/>
              <a:gd name="connsiteX18448" fmla="*/ 2189611 w 10321503"/>
              <a:gd name="connsiteY18448" fmla="*/ 4584997 h 5599766"/>
              <a:gd name="connsiteX18449" fmla="*/ 2182548 w 10321503"/>
              <a:gd name="connsiteY18449" fmla="*/ 4584997 h 5599766"/>
              <a:gd name="connsiteX18450" fmla="*/ 2181933 w 10321503"/>
              <a:gd name="connsiteY18450" fmla="*/ 4584639 h 5599766"/>
              <a:gd name="connsiteX18451" fmla="*/ 2178401 w 10321503"/>
              <a:gd name="connsiteY18451" fmla="*/ 4578497 h 5599766"/>
              <a:gd name="connsiteX18452" fmla="*/ 2178401 w 10321503"/>
              <a:gd name="connsiteY18452" fmla="*/ 4577832 h 5599766"/>
              <a:gd name="connsiteX18453" fmla="*/ 2181933 w 10321503"/>
              <a:gd name="connsiteY18453" fmla="*/ 4571690 h 5599766"/>
              <a:gd name="connsiteX18454" fmla="*/ 2182548 w 10321503"/>
              <a:gd name="connsiteY18454" fmla="*/ 4571332 h 5599766"/>
              <a:gd name="connsiteX18455" fmla="*/ 2189611 w 10321503"/>
              <a:gd name="connsiteY18455" fmla="*/ 4571332 h 5599766"/>
              <a:gd name="connsiteX18456" fmla="*/ 2190225 w 10321503"/>
              <a:gd name="connsiteY18456" fmla="*/ 4571690 h 5599766"/>
              <a:gd name="connsiteX18457" fmla="*/ 2193757 w 10321503"/>
              <a:gd name="connsiteY18457" fmla="*/ 4577832 h 5599766"/>
              <a:gd name="connsiteX18458" fmla="*/ 2193757 w 10321503"/>
              <a:gd name="connsiteY18458" fmla="*/ 4578497 h 5599766"/>
              <a:gd name="connsiteX18459" fmla="*/ 2190225 w 10321503"/>
              <a:gd name="connsiteY18459" fmla="*/ 4584639 h 5599766"/>
              <a:gd name="connsiteX18460" fmla="*/ 2189611 w 10321503"/>
              <a:gd name="connsiteY18460" fmla="*/ 4584997 h 5599766"/>
              <a:gd name="connsiteX18461" fmla="*/ 2387835 w 10321503"/>
              <a:gd name="connsiteY18461" fmla="*/ 4584997 h 5599766"/>
              <a:gd name="connsiteX18462" fmla="*/ 2380773 w 10321503"/>
              <a:gd name="connsiteY18462" fmla="*/ 4584997 h 5599766"/>
              <a:gd name="connsiteX18463" fmla="*/ 2380159 w 10321503"/>
              <a:gd name="connsiteY18463" fmla="*/ 4584639 h 5599766"/>
              <a:gd name="connsiteX18464" fmla="*/ 2376626 w 10321503"/>
              <a:gd name="connsiteY18464" fmla="*/ 4578497 h 5599766"/>
              <a:gd name="connsiteX18465" fmla="*/ 2376626 w 10321503"/>
              <a:gd name="connsiteY18465" fmla="*/ 4577832 h 5599766"/>
              <a:gd name="connsiteX18466" fmla="*/ 2380159 w 10321503"/>
              <a:gd name="connsiteY18466" fmla="*/ 4571690 h 5599766"/>
              <a:gd name="connsiteX18467" fmla="*/ 2380773 w 10321503"/>
              <a:gd name="connsiteY18467" fmla="*/ 4571332 h 5599766"/>
              <a:gd name="connsiteX18468" fmla="*/ 2387835 w 10321503"/>
              <a:gd name="connsiteY18468" fmla="*/ 4571332 h 5599766"/>
              <a:gd name="connsiteX18469" fmla="*/ 2388449 w 10321503"/>
              <a:gd name="connsiteY18469" fmla="*/ 4571690 h 5599766"/>
              <a:gd name="connsiteX18470" fmla="*/ 2391981 w 10321503"/>
              <a:gd name="connsiteY18470" fmla="*/ 4577832 h 5599766"/>
              <a:gd name="connsiteX18471" fmla="*/ 2391981 w 10321503"/>
              <a:gd name="connsiteY18471" fmla="*/ 4578497 h 5599766"/>
              <a:gd name="connsiteX18472" fmla="*/ 2388449 w 10321503"/>
              <a:gd name="connsiteY18472" fmla="*/ 4584639 h 5599766"/>
              <a:gd name="connsiteX18473" fmla="*/ 2387835 w 10321503"/>
              <a:gd name="connsiteY18473" fmla="*/ 4584997 h 5599766"/>
              <a:gd name="connsiteX18474" fmla="*/ 2586060 w 10321503"/>
              <a:gd name="connsiteY18474" fmla="*/ 4584997 h 5599766"/>
              <a:gd name="connsiteX18475" fmla="*/ 2578998 w 10321503"/>
              <a:gd name="connsiteY18475" fmla="*/ 4584997 h 5599766"/>
              <a:gd name="connsiteX18476" fmla="*/ 2578383 w 10321503"/>
              <a:gd name="connsiteY18476" fmla="*/ 4584639 h 5599766"/>
              <a:gd name="connsiteX18477" fmla="*/ 2574850 w 10321503"/>
              <a:gd name="connsiteY18477" fmla="*/ 4578497 h 5599766"/>
              <a:gd name="connsiteX18478" fmla="*/ 2574850 w 10321503"/>
              <a:gd name="connsiteY18478" fmla="*/ 4577832 h 5599766"/>
              <a:gd name="connsiteX18479" fmla="*/ 2578383 w 10321503"/>
              <a:gd name="connsiteY18479" fmla="*/ 4571690 h 5599766"/>
              <a:gd name="connsiteX18480" fmla="*/ 2578998 w 10321503"/>
              <a:gd name="connsiteY18480" fmla="*/ 4571332 h 5599766"/>
              <a:gd name="connsiteX18481" fmla="*/ 2586060 w 10321503"/>
              <a:gd name="connsiteY18481" fmla="*/ 4571332 h 5599766"/>
              <a:gd name="connsiteX18482" fmla="*/ 2586674 w 10321503"/>
              <a:gd name="connsiteY18482" fmla="*/ 4571690 h 5599766"/>
              <a:gd name="connsiteX18483" fmla="*/ 2590205 w 10321503"/>
              <a:gd name="connsiteY18483" fmla="*/ 4577832 h 5599766"/>
              <a:gd name="connsiteX18484" fmla="*/ 2590205 w 10321503"/>
              <a:gd name="connsiteY18484" fmla="*/ 4578497 h 5599766"/>
              <a:gd name="connsiteX18485" fmla="*/ 2586674 w 10321503"/>
              <a:gd name="connsiteY18485" fmla="*/ 4584639 h 5599766"/>
              <a:gd name="connsiteX18486" fmla="*/ 2586060 w 10321503"/>
              <a:gd name="connsiteY18486" fmla="*/ 4584997 h 5599766"/>
              <a:gd name="connsiteX18487" fmla="*/ 2784284 w 10321503"/>
              <a:gd name="connsiteY18487" fmla="*/ 4584997 h 5599766"/>
              <a:gd name="connsiteX18488" fmla="*/ 2777221 w 10321503"/>
              <a:gd name="connsiteY18488" fmla="*/ 4584997 h 5599766"/>
              <a:gd name="connsiteX18489" fmla="*/ 2776607 w 10321503"/>
              <a:gd name="connsiteY18489" fmla="*/ 4584639 h 5599766"/>
              <a:gd name="connsiteX18490" fmla="*/ 2773075 w 10321503"/>
              <a:gd name="connsiteY18490" fmla="*/ 4578497 h 5599766"/>
              <a:gd name="connsiteX18491" fmla="*/ 2773075 w 10321503"/>
              <a:gd name="connsiteY18491" fmla="*/ 4577832 h 5599766"/>
              <a:gd name="connsiteX18492" fmla="*/ 2776607 w 10321503"/>
              <a:gd name="connsiteY18492" fmla="*/ 4571690 h 5599766"/>
              <a:gd name="connsiteX18493" fmla="*/ 2777221 w 10321503"/>
              <a:gd name="connsiteY18493" fmla="*/ 4571332 h 5599766"/>
              <a:gd name="connsiteX18494" fmla="*/ 2784284 w 10321503"/>
              <a:gd name="connsiteY18494" fmla="*/ 4571332 h 5599766"/>
              <a:gd name="connsiteX18495" fmla="*/ 2784898 w 10321503"/>
              <a:gd name="connsiteY18495" fmla="*/ 4571690 h 5599766"/>
              <a:gd name="connsiteX18496" fmla="*/ 2788430 w 10321503"/>
              <a:gd name="connsiteY18496" fmla="*/ 4577832 h 5599766"/>
              <a:gd name="connsiteX18497" fmla="*/ 2788430 w 10321503"/>
              <a:gd name="connsiteY18497" fmla="*/ 4578497 h 5599766"/>
              <a:gd name="connsiteX18498" fmla="*/ 2784898 w 10321503"/>
              <a:gd name="connsiteY18498" fmla="*/ 4584639 h 5599766"/>
              <a:gd name="connsiteX18499" fmla="*/ 2784284 w 10321503"/>
              <a:gd name="connsiteY18499" fmla="*/ 4584997 h 5599766"/>
              <a:gd name="connsiteX18500" fmla="*/ 2982559 w 10321503"/>
              <a:gd name="connsiteY18500" fmla="*/ 4584997 h 5599766"/>
              <a:gd name="connsiteX18501" fmla="*/ 2975496 w 10321503"/>
              <a:gd name="connsiteY18501" fmla="*/ 4584997 h 5599766"/>
              <a:gd name="connsiteX18502" fmla="*/ 2974882 w 10321503"/>
              <a:gd name="connsiteY18502" fmla="*/ 4584639 h 5599766"/>
              <a:gd name="connsiteX18503" fmla="*/ 2971351 w 10321503"/>
              <a:gd name="connsiteY18503" fmla="*/ 4578497 h 5599766"/>
              <a:gd name="connsiteX18504" fmla="*/ 2971351 w 10321503"/>
              <a:gd name="connsiteY18504" fmla="*/ 4577832 h 5599766"/>
              <a:gd name="connsiteX18505" fmla="*/ 2974882 w 10321503"/>
              <a:gd name="connsiteY18505" fmla="*/ 4571690 h 5599766"/>
              <a:gd name="connsiteX18506" fmla="*/ 2975496 w 10321503"/>
              <a:gd name="connsiteY18506" fmla="*/ 4571332 h 5599766"/>
              <a:gd name="connsiteX18507" fmla="*/ 2982559 w 10321503"/>
              <a:gd name="connsiteY18507" fmla="*/ 4571332 h 5599766"/>
              <a:gd name="connsiteX18508" fmla="*/ 2983173 w 10321503"/>
              <a:gd name="connsiteY18508" fmla="*/ 4571690 h 5599766"/>
              <a:gd name="connsiteX18509" fmla="*/ 2986706 w 10321503"/>
              <a:gd name="connsiteY18509" fmla="*/ 4577832 h 5599766"/>
              <a:gd name="connsiteX18510" fmla="*/ 2986706 w 10321503"/>
              <a:gd name="connsiteY18510" fmla="*/ 4578497 h 5599766"/>
              <a:gd name="connsiteX18511" fmla="*/ 2983173 w 10321503"/>
              <a:gd name="connsiteY18511" fmla="*/ 4584639 h 5599766"/>
              <a:gd name="connsiteX18512" fmla="*/ 2982559 w 10321503"/>
              <a:gd name="connsiteY18512" fmla="*/ 4584997 h 5599766"/>
              <a:gd name="connsiteX18513" fmla="*/ 3180784 w 10321503"/>
              <a:gd name="connsiteY18513" fmla="*/ 4584997 h 5599766"/>
              <a:gd name="connsiteX18514" fmla="*/ 3173721 w 10321503"/>
              <a:gd name="connsiteY18514" fmla="*/ 4584997 h 5599766"/>
              <a:gd name="connsiteX18515" fmla="*/ 3173107 w 10321503"/>
              <a:gd name="connsiteY18515" fmla="*/ 4584639 h 5599766"/>
              <a:gd name="connsiteX18516" fmla="*/ 3169576 w 10321503"/>
              <a:gd name="connsiteY18516" fmla="*/ 4578497 h 5599766"/>
              <a:gd name="connsiteX18517" fmla="*/ 3169576 w 10321503"/>
              <a:gd name="connsiteY18517" fmla="*/ 4577832 h 5599766"/>
              <a:gd name="connsiteX18518" fmla="*/ 3173107 w 10321503"/>
              <a:gd name="connsiteY18518" fmla="*/ 4571690 h 5599766"/>
              <a:gd name="connsiteX18519" fmla="*/ 3173721 w 10321503"/>
              <a:gd name="connsiteY18519" fmla="*/ 4571332 h 5599766"/>
              <a:gd name="connsiteX18520" fmla="*/ 3180784 w 10321503"/>
              <a:gd name="connsiteY18520" fmla="*/ 4571332 h 5599766"/>
              <a:gd name="connsiteX18521" fmla="*/ 3181398 w 10321503"/>
              <a:gd name="connsiteY18521" fmla="*/ 4571690 h 5599766"/>
              <a:gd name="connsiteX18522" fmla="*/ 3184931 w 10321503"/>
              <a:gd name="connsiteY18522" fmla="*/ 4577832 h 5599766"/>
              <a:gd name="connsiteX18523" fmla="*/ 3184931 w 10321503"/>
              <a:gd name="connsiteY18523" fmla="*/ 4578497 h 5599766"/>
              <a:gd name="connsiteX18524" fmla="*/ 3181398 w 10321503"/>
              <a:gd name="connsiteY18524" fmla="*/ 4584639 h 5599766"/>
              <a:gd name="connsiteX18525" fmla="*/ 3180784 w 10321503"/>
              <a:gd name="connsiteY18525" fmla="*/ 4584997 h 5599766"/>
              <a:gd name="connsiteX18526" fmla="*/ 3379008 w 10321503"/>
              <a:gd name="connsiteY18526" fmla="*/ 4584997 h 5599766"/>
              <a:gd name="connsiteX18527" fmla="*/ 3371947 w 10321503"/>
              <a:gd name="connsiteY18527" fmla="*/ 4584997 h 5599766"/>
              <a:gd name="connsiteX18528" fmla="*/ 3371332 w 10321503"/>
              <a:gd name="connsiteY18528" fmla="*/ 4584639 h 5599766"/>
              <a:gd name="connsiteX18529" fmla="*/ 3367800 w 10321503"/>
              <a:gd name="connsiteY18529" fmla="*/ 4578497 h 5599766"/>
              <a:gd name="connsiteX18530" fmla="*/ 3367800 w 10321503"/>
              <a:gd name="connsiteY18530" fmla="*/ 4577832 h 5599766"/>
              <a:gd name="connsiteX18531" fmla="*/ 3371332 w 10321503"/>
              <a:gd name="connsiteY18531" fmla="*/ 4571690 h 5599766"/>
              <a:gd name="connsiteX18532" fmla="*/ 3371947 w 10321503"/>
              <a:gd name="connsiteY18532" fmla="*/ 4571332 h 5599766"/>
              <a:gd name="connsiteX18533" fmla="*/ 3379008 w 10321503"/>
              <a:gd name="connsiteY18533" fmla="*/ 4571332 h 5599766"/>
              <a:gd name="connsiteX18534" fmla="*/ 3379624 w 10321503"/>
              <a:gd name="connsiteY18534" fmla="*/ 4571690 h 5599766"/>
              <a:gd name="connsiteX18535" fmla="*/ 3383155 w 10321503"/>
              <a:gd name="connsiteY18535" fmla="*/ 4577832 h 5599766"/>
              <a:gd name="connsiteX18536" fmla="*/ 3383155 w 10321503"/>
              <a:gd name="connsiteY18536" fmla="*/ 4578497 h 5599766"/>
              <a:gd name="connsiteX18537" fmla="*/ 3379624 w 10321503"/>
              <a:gd name="connsiteY18537" fmla="*/ 4584639 h 5599766"/>
              <a:gd name="connsiteX18538" fmla="*/ 3379008 w 10321503"/>
              <a:gd name="connsiteY18538" fmla="*/ 4584997 h 5599766"/>
              <a:gd name="connsiteX18539" fmla="*/ 3577234 w 10321503"/>
              <a:gd name="connsiteY18539" fmla="*/ 4584997 h 5599766"/>
              <a:gd name="connsiteX18540" fmla="*/ 3570172 w 10321503"/>
              <a:gd name="connsiteY18540" fmla="*/ 4584997 h 5599766"/>
              <a:gd name="connsiteX18541" fmla="*/ 3569557 w 10321503"/>
              <a:gd name="connsiteY18541" fmla="*/ 4584639 h 5599766"/>
              <a:gd name="connsiteX18542" fmla="*/ 3566024 w 10321503"/>
              <a:gd name="connsiteY18542" fmla="*/ 4578497 h 5599766"/>
              <a:gd name="connsiteX18543" fmla="*/ 3566024 w 10321503"/>
              <a:gd name="connsiteY18543" fmla="*/ 4577832 h 5599766"/>
              <a:gd name="connsiteX18544" fmla="*/ 3569557 w 10321503"/>
              <a:gd name="connsiteY18544" fmla="*/ 4571690 h 5599766"/>
              <a:gd name="connsiteX18545" fmla="*/ 3570172 w 10321503"/>
              <a:gd name="connsiteY18545" fmla="*/ 4571332 h 5599766"/>
              <a:gd name="connsiteX18546" fmla="*/ 3577234 w 10321503"/>
              <a:gd name="connsiteY18546" fmla="*/ 4571332 h 5599766"/>
              <a:gd name="connsiteX18547" fmla="*/ 3577848 w 10321503"/>
              <a:gd name="connsiteY18547" fmla="*/ 4571690 h 5599766"/>
              <a:gd name="connsiteX18548" fmla="*/ 3581379 w 10321503"/>
              <a:gd name="connsiteY18548" fmla="*/ 4577832 h 5599766"/>
              <a:gd name="connsiteX18549" fmla="*/ 3581379 w 10321503"/>
              <a:gd name="connsiteY18549" fmla="*/ 4578497 h 5599766"/>
              <a:gd name="connsiteX18550" fmla="*/ 3577848 w 10321503"/>
              <a:gd name="connsiteY18550" fmla="*/ 4584639 h 5599766"/>
              <a:gd name="connsiteX18551" fmla="*/ 3577234 w 10321503"/>
              <a:gd name="connsiteY18551" fmla="*/ 4584997 h 5599766"/>
              <a:gd name="connsiteX18552" fmla="*/ 3775459 w 10321503"/>
              <a:gd name="connsiteY18552" fmla="*/ 4584997 h 5599766"/>
              <a:gd name="connsiteX18553" fmla="*/ 3768396 w 10321503"/>
              <a:gd name="connsiteY18553" fmla="*/ 4584997 h 5599766"/>
              <a:gd name="connsiteX18554" fmla="*/ 3767781 w 10321503"/>
              <a:gd name="connsiteY18554" fmla="*/ 4584639 h 5599766"/>
              <a:gd name="connsiteX18555" fmla="*/ 3764249 w 10321503"/>
              <a:gd name="connsiteY18555" fmla="*/ 4578497 h 5599766"/>
              <a:gd name="connsiteX18556" fmla="*/ 3764249 w 10321503"/>
              <a:gd name="connsiteY18556" fmla="*/ 4577832 h 5599766"/>
              <a:gd name="connsiteX18557" fmla="*/ 3767781 w 10321503"/>
              <a:gd name="connsiteY18557" fmla="*/ 4571690 h 5599766"/>
              <a:gd name="connsiteX18558" fmla="*/ 3768396 w 10321503"/>
              <a:gd name="connsiteY18558" fmla="*/ 4571332 h 5599766"/>
              <a:gd name="connsiteX18559" fmla="*/ 3775459 w 10321503"/>
              <a:gd name="connsiteY18559" fmla="*/ 4571332 h 5599766"/>
              <a:gd name="connsiteX18560" fmla="*/ 3776073 w 10321503"/>
              <a:gd name="connsiteY18560" fmla="*/ 4571690 h 5599766"/>
              <a:gd name="connsiteX18561" fmla="*/ 3779604 w 10321503"/>
              <a:gd name="connsiteY18561" fmla="*/ 4577832 h 5599766"/>
              <a:gd name="connsiteX18562" fmla="*/ 3779604 w 10321503"/>
              <a:gd name="connsiteY18562" fmla="*/ 4578497 h 5599766"/>
              <a:gd name="connsiteX18563" fmla="*/ 3776073 w 10321503"/>
              <a:gd name="connsiteY18563" fmla="*/ 4584639 h 5599766"/>
              <a:gd name="connsiteX18564" fmla="*/ 3775459 w 10321503"/>
              <a:gd name="connsiteY18564" fmla="*/ 4584997 h 5599766"/>
              <a:gd name="connsiteX18565" fmla="*/ 3973734 w 10321503"/>
              <a:gd name="connsiteY18565" fmla="*/ 4584997 h 5599766"/>
              <a:gd name="connsiteX18566" fmla="*/ 3966671 w 10321503"/>
              <a:gd name="connsiteY18566" fmla="*/ 4584997 h 5599766"/>
              <a:gd name="connsiteX18567" fmla="*/ 3966057 w 10321503"/>
              <a:gd name="connsiteY18567" fmla="*/ 4584639 h 5599766"/>
              <a:gd name="connsiteX18568" fmla="*/ 3962525 w 10321503"/>
              <a:gd name="connsiteY18568" fmla="*/ 4578497 h 5599766"/>
              <a:gd name="connsiteX18569" fmla="*/ 3962525 w 10321503"/>
              <a:gd name="connsiteY18569" fmla="*/ 4577832 h 5599766"/>
              <a:gd name="connsiteX18570" fmla="*/ 3966057 w 10321503"/>
              <a:gd name="connsiteY18570" fmla="*/ 4571690 h 5599766"/>
              <a:gd name="connsiteX18571" fmla="*/ 3966671 w 10321503"/>
              <a:gd name="connsiteY18571" fmla="*/ 4571332 h 5599766"/>
              <a:gd name="connsiteX18572" fmla="*/ 3973734 w 10321503"/>
              <a:gd name="connsiteY18572" fmla="*/ 4571332 h 5599766"/>
              <a:gd name="connsiteX18573" fmla="*/ 3974348 w 10321503"/>
              <a:gd name="connsiteY18573" fmla="*/ 4571690 h 5599766"/>
              <a:gd name="connsiteX18574" fmla="*/ 3977880 w 10321503"/>
              <a:gd name="connsiteY18574" fmla="*/ 4577832 h 5599766"/>
              <a:gd name="connsiteX18575" fmla="*/ 3977880 w 10321503"/>
              <a:gd name="connsiteY18575" fmla="*/ 4578497 h 5599766"/>
              <a:gd name="connsiteX18576" fmla="*/ 3974348 w 10321503"/>
              <a:gd name="connsiteY18576" fmla="*/ 4584639 h 5599766"/>
              <a:gd name="connsiteX18577" fmla="*/ 3973734 w 10321503"/>
              <a:gd name="connsiteY18577" fmla="*/ 4584997 h 5599766"/>
              <a:gd name="connsiteX18578" fmla="*/ 4171959 w 10321503"/>
              <a:gd name="connsiteY18578" fmla="*/ 4584997 h 5599766"/>
              <a:gd name="connsiteX18579" fmla="*/ 4164896 w 10321503"/>
              <a:gd name="connsiteY18579" fmla="*/ 4584997 h 5599766"/>
              <a:gd name="connsiteX18580" fmla="*/ 4164282 w 10321503"/>
              <a:gd name="connsiteY18580" fmla="*/ 4584639 h 5599766"/>
              <a:gd name="connsiteX18581" fmla="*/ 4160751 w 10321503"/>
              <a:gd name="connsiteY18581" fmla="*/ 4578497 h 5599766"/>
              <a:gd name="connsiteX18582" fmla="*/ 4160751 w 10321503"/>
              <a:gd name="connsiteY18582" fmla="*/ 4577832 h 5599766"/>
              <a:gd name="connsiteX18583" fmla="*/ 4164282 w 10321503"/>
              <a:gd name="connsiteY18583" fmla="*/ 4571690 h 5599766"/>
              <a:gd name="connsiteX18584" fmla="*/ 4164896 w 10321503"/>
              <a:gd name="connsiteY18584" fmla="*/ 4571332 h 5599766"/>
              <a:gd name="connsiteX18585" fmla="*/ 4171959 w 10321503"/>
              <a:gd name="connsiteY18585" fmla="*/ 4571332 h 5599766"/>
              <a:gd name="connsiteX18586" fmla="*/ 4172573 w 10321503"/>
              <a:gd name="connsiteY18586" fmla="*/ 4571690 h 5599766"/>
              <a:gd name="connsiteX18587" fmla="*/ 4176105 w 10321503"/>
              <a:gd name="connsiteY18587" fmla="*/ 4577832 h 5599766"/>
              <a:gd name="connsiteX18588" fmla="*/ 4176105 w 10321503"/>
              <a:gd name="connsiteY18588" fmla="*/ 4578497 h 5599766"/>
              <a:gd name="connsiteX18589" fmla="*/ 4172573 w 10321503"/>
              <a:gd name="connsiteY18589" fmla="*/ 4584639 h 5599766"/>
              <a:gd name="connsiteX18590" fmla="*/ 4171959 w 10321503"/>
              <a:gd name="connsiteY18590" fmla="*/ 4584997 h 5599766"/>
              <a:gd name="connsiteX18591" fmla="*/ 4370183 w 10321503"/>
              <a:gd name="connsiteY18591" fmla="*/ 4584997 h 5599766"/>
              <a:gd name="connsiteX18592" fmla="*/ 4363121 w 10321503"/>
              <a:gd name="connsiteY18592" fmla="*/ 4584997 h 5599766"/>
              <a:gd name="connsiteX18593" fmla="*/ 4362506 w 10321503"/>
              <a:gd name="connsiteY18593" fmla="*/ 4584639 h 5599766"/>
              <a:gd name="connsiteX18594" fmla="*/ 4358975 w 10321503"/>
              <a:gd name="connsiteY18594" fmla="*/ 4578497 h 5599766"/>
              <a:gd name="connsiteX18595" fmla="*/ 4358975 w 10321503"/>
              <a:gd name="connsiteY18595" fmla="*/ 4577832 h 5599766"/>
              <a:gd name="connsiteX18596" fmla="*/ 4362506 w 10321503"/>
              <a:gd name="connsiteY18596" fmla="*/ 4571690 h 5599766"/>
              <a:gd name="connsiteX18597" fmla="*/ 4363121 w 10321503"/>
              <a:gd name="connsiteY18597" fmla="*/ 4571332 h 5599766"/>
              <a:gd name="connsiteX18598" fmla="*/ 4370183 w 10321503"/>
              <a:gd name="connsiteY18598" fmla="*/ 4571332 h 5599766"/>
              <a:gd name="connsiteX18599" fmla="*/ 4370797 w 10321503"/>
              <a:gd name="connsiteY18599" fmla="*/ 4571690 h 5599766"/>
              <a:gd name="connsiteX18600" fmla="*/ 4374329 w 10321503"/>
              <a:gd name="connsiteY18600" fmla="*/ 4577832 h 5599766"/>
              <a:gd name="connsiteX18601" fmla="*/ 4374329 w 10321503"/>
              <a:gd name="connsiteY18601" fmla="*/ 4578497 h 5599766"/>
              <a:gd name="connsiteX18602" fmla="*/ 4370797 w 10321503"/>
              <a:gd name="connsiteY18602" fmla="*/ 4584639 h 5599766"/>
              <a:gd name="connsiteX18603" fmla="*/ 4370183 w 10321503"/>
              <a:gd name="connsiteY18603" fmla="*/ 4584997 h 5599766"/>
              <a:gd name="connsiteX18604" fmla="*/ 4568408 w 10321503"/>
              <a:gd name="connsiteY18604" fmla="*/ 4584997 h 5599766"/>
              <a:gd name="connsiteX18605" fmla="*/ 4561345 w 10321503"/>
              <a:gd name="connsiteY18605" fmla="*/ 4584997 h 5599766"/>
              <a:gd name="connsiteX18606" fmla="*/ 4560731 w 10321503"/>
              <a:gd name="connsiteY18606" fmla="*/ 4584639 h 5599766"/>
              <a:gd name="connsiteX18607" fmla="*/ 4557199 w 10321503"/>
              <a:gd name="connsiteY18607" fmla="*/ 4578497 h 5599766"/>
              <a:gd name="connsiteX18608" fmla="*/ 4557199 w 10321503"/>
              <a:gd name="connsiteY18608" fmla="*/ 4577832 h 5599766"/>
              <a:gd name="connsiteX18609" fmla="*/ 4560731 w 10321503"/>
              <a:gd name="connsiteY18609" fmla="*/ 4571690 h 5599766"/>
              <a:gd name="connsiteX18610" fmla="*/ 4561345 w 10321503"/>
              <a:gd name="connsiteY18610" fmla="*/ 4571332 h 5599766"/>
              <a:gd name="connsiteX18611" fmla="*/ 4568408 w 10321503"/>
              <a:gd name="connsiteY18611" fmla="*/ 4571332 h 5599766"/>
              <a:gd name="connsiteX18612" fmla="*/ 4569022 w 10321503"/>
              <a:gd name="connsiteY18612" fmla="*/ 4571690 h 5599766"/>
              <a:gd name="connsiteX18613" fmla="*/ 4572554 w 10321503"/>
              <a:gd name="connsiteY18613" fmla="*/ 4577832 h 5599766"/>
              <a:gd name="connsiteX18614" fmla="*/ 4572554 w 10321503"/>
              <a:gd name="connsiteY18614" fmla="*/ 4578497 h 5599766"/>
              <a:gd name="connsiteX18615" fmla="*/ 4569022 w 10321503"/>
              <a:gd name="connsiteY18615" fmla="*/ 4584639 h 5599766"/>
              <a:gd name="connsiteX18616" fmla="*/ 4568408 w 10321503"/>
              <a:gd name="connsiteY18616" fmla="*/ 4584997 h 5599766"/>
              <a:gd name="connsiteX18617" fmla="*/ 4766683 w 10321503"/>
              <a:gd name="connsiteY18617" fmla="*/ 4584997 h 5599766"/>
              <a:gd name="connsiteX18618" fmla="*/ 4759621 w 10321503"/>
              <a:gd name="connsiteY18618" fmla="*/ 4584997 h 5599766"/>
              <a:gd name="connsiteX18619" fmla="*/ 4759007 w 10321503"/>
              <a:gd name="connsiteY18619" fmla="*/ 4584639 h 5599766"/>
              <a:gd name="connsiteX18620" fmla="*/ 4755475 w 10321503"/>
              <a:gd name="connsiteY18620" fmla="*/ 4578497 h 5599766"/>
              <a:gd name="connsiteX18621" fmla="*/ 4755475 w 10321503"/>
              <a:gd name="connsiteY18621" fmla="*/ 4577832 h 5599766"/>
              <a:gd name="connsiteX18622" fmla="*/ 4759007 w 10321503"/>
              <a:gd name="connsiteY18622" fmla="*/ 4571690 h 5599766"/>
              <a:gd name="connsiteX18623" fmla="*/ 4759621 w 10321503"/>
              <a:gd name="connsiteY18623" fmla="*/ 4571332 h 5599766"/>
              <a:gd name="connsiteX18624" fmla="*/ 4766683 w 10321503"/>
              <a:gd name="connsiteY18624" fmla="*/ 4571332 h 5599766"/>
              <a:gd name="connsiteX18625" fmla="*/ 4767297 w 10321503"/>
              <a:gd name="connsiteY18625" fmla="*/ 4571690 h 5599766"/>
              <a:gd name="connsiteX18626" fmla="*/ 4770829 w 10321503"/>
              <a:gd name="connsiteY18626" fmla="*/ 4577832 h 5599766"/>
              <a:gd name="connsiteX18627" fmla="*/ 4770829 w 10321503"/>
              <a:gd name="connsiteY18627" fmla="*/ 4578497 h 5599766"/>
              <a:gd name="connsiteX18628" fmla="*/ 4767297 w 10321503"/>
              <a:gd name="connsiteY18628" fmla="*/ 4584639 h 5599766"/>
              <a:gd name="connsiteX18629" fmla="*/ 4766683 w 10321503"/>
              <a:gd name="connsiteY18629" fmla="*/ 4584997 h 5599766"/>
              <a:gd name="connsiteX18630" fmla="*/ 4964909 w 10321503"/>
              <a:gd name="connsiteY18630" fmla="*/ 4584997 h 5599766"/>
              <a:gd name="connsiteX18631" fmla="*/ 4957846 w 10321503"/>
              <a:gd name="connsiteY18631" fmla="*/ 4584997 h 5599766"/>
              <a:gd name="connsiteX18632" fmla="*/ 4957232 w 10321503"/>
              <a:gd name="connsiteY18632" fmla="*/ 4584639 h 5599766"/>
              <a:gd name="connsiteX18633" fmla="*/ 4953699 w 10321503"/>
              <a:gd name="connsiteY18633" fmla="*/ 4578497 h 5599766"/>
              <a:gd name="connsiteX18634" fmla="*/ 4953699 w 10321503"/>
              <a:gd name="connsiteY18634" fmla="*/ 4577832 h 5599766"/>
              <a:gd name="connsiteX18635" fmla="*/ 4957232 w 10321503"/>
              <a:gd name="connsiteY18635" fmla="*/ 4571690 h 5599766"/>
              <a:gd name="connsiteX18636" fmla="*/ 4957846 w 10321503"/>
              <a:gd name="connsiteY18636" fmla="*/ 4571332 h 5599766"/>
              <a:gd name="connsiteX18637" fmla="*/ 4964909 w 10321503"/>
              <a:gd name="connsiteY18637" fmla="*/ 4571332 h 5599766"/>
              <a:gd name="connsiteX18638" fmla="*/ 4965523 w 10321503"/>
              <a:gd name="connsiteY18638" fmla="*/ 4571690 h 5599766"/>
              <a:gd name="connsiteX18639" fmla="*/ 4969054 w 10321503"/>
              <a:gd name="connsiteY18639" fmla="*/ 4577832 h 5599766"/>
              <a:gd name="connsiteX18640" fmla="*/ 4969054 w 10321503"/>
              <a:gd name="connsiteY18640" fmla="*/ 4578497 h 5599766"/>
              <a:gd name="connsiteX18641" fmla="*/ 4965523 w 10321503"/>
              <a:gd name="connsiteY18641" fmla="*/ 4584639 h 5599766"/>
              <a:gd name="connsiteX18642" fmla="*/ 4964909 w 10321503"/>
              <a:gd name="connsiteY18642" fmla="*/ 4584997 h 5599766"/>
              <a:gd name="connsiteX18643" fmla="*/ 5163134 w 10321503"/>
              <a:gd name="connsiteY18643" fmla="*/ 4584997 h 5599766"/>
              <a:gd name="connsiteX18644" fmla="*/ 5156070 w 10321503"/>
              <a:gd name="connsiteY18644" fmla="*/ 4584997 h 5599766"/>
              <a:gd name="connsiteX18645" fmla="*/ 5155456 w 10321503"/>
              <a:gd name="connsiteY18645" fmla="*/ 4584639 h 5599766"/>
              <a:gd name="connsiteX18646" fmla="*/ 5151924 w 10321503"/>
              <a:gd name="connsiteY18646" fmla="*/ 4578497 h 5599766"/>
              <a:gd name="connsiteX18647" fmla="*/ 5151924 w 10321503"/>
              <a:gd name="connsiteY18647" fmla="*/ 4577832 h 5599766"/>
              <a:gd name="connsiteX18648" fmla="*/ 5155456 w 10321503"/>
              <a:gd name="connsiteY18648" fmla="*/ 4571690 h 5599766"/>
              <a:gd name="connsiteX18649" fmla="*/ 5156070 w 10321503"/>
              <a:gd name="connsiteY18649" fmla="*/ 4571332 h 5599766"/>
              <a:gd name="connsiteX18650" fmla="*/ 5163134 w 10321503"/>
              <a:gd name="connsiteY18650" fmla="*/ 4571332 h 5599766"/>
              <a:gd name="connsiteX18651" fmla="*/ 5163748 w 10321503"/>
              <a:gd name="connsiteY18651" fmla="*/ 4571690 h 5599766"/>
              <a:gd name="connsiteX18652" fmla="*/ 5167279 w 10321503"/>
              <a:gd name="connsiteY18652" fmla="*/ 4577832 h 5599766"/>
              <a:gd name="connsiteX18653" fmla="*/ 5167279 w 10321503"/>
              <a:gd name="connsiteY18653" fmla="*/ 4578497 h 5599766"/>
              <a:gd name="connsiteX18654" fmla="*/ 5163748 w 10321503"/>
              <a:gd name="connsiteY18654" fmla="*/ 4584639 h 5599766"/>
              <a:gd name="connsiteX18655" fmla="*/ 5163134 w 10321503"/>
              <a:gd name="connsiteY18655" fmla="*/ 4584997 h 5599766"/>
              <a:gd name="connsiteX18656" fmla="*/ 5361358 w 10321503"/>
              <a:gd name="connsiteY18656" fmla="*/ 4584997 h 5599766"/>
              <a:gd name="connsiteX18657" fmla="*/ 5354295 w 10321503"/>
              <a:gd name="connsiteY18657" fmla="*/ 4584997 h 5599766"/>
              <a:gd name="connsiteX18658" fmla="*/ 5353680 w 10321503"/>
              <a:gd name="connsiteY18658" fmla="*/ 4584639 h 5599766"/>
              <a:gd name="connsiteX18659" fmla="*/ 5350149 w 10321503"/>
              <a:gd name="connsiteY18659" fmla="*/ 4578497 h 5599766"/>
              <a:gd name="connsiteX18660" fmla="*/ 5350149 w 10321503"/>
              <a:gd name="connsiteY18660" fmla="*/ 4577832 h 5599766"/>
              <a:gd name="connsiteX18661" fmla="*/ 5353680 w 10321503"/>
              <a:gd name="connsiteY18661" fmla="*/ 4571690 h 5599766"/>
              <a:gd name="connsiteX18662" fmla="*/ 5354295 w 10321503"/>
              <a:gd name="connsiteY18662" fmla="*/ 4571332 h 5599766"/>
              <a:gd name="connsiteX18663" fmla="*/ 5361358 w 10321503"/>
              <a:gd name="connsiteY18663" fmla="*/ 4571332 h 5599766"/>
              <a:gd name="connsiteX18664" fmla="*/ 5361972 w 10321503"/>
              <a:gd name="connsiteY18664" fmla="*/ 4571690 h 5599766"/>
              <a:gd name="connsiteX18665" fmla="*/ 5365503 w 10321503"/>
              <a:gd name="connsiteY18665" fmla="*/ 4577832 h 5599766"/>
              <a:gd name="connsiteX18666" fmla="*/ 5365503 w 10321503"/>
              <a:gd name="connsiteY18666" fmla="*/ 4578497 h 5599766"/>
              <a:gd name="connsiteX18667" fmla="*/ 5361972 w 10321503"/>
              <a:gd name="connsiteY18667" fmla="*/ 4584639 h 5599766"/>
              <a:gd name="connsiteX18668" fmla="*/ 5361358 w 10321503"/>
              <a:gd name="connsiteY18668" fmla="*/ 4584997 h 5599766"/>
              <a:gd name="connsiteX18669" fmla="*/ 5559633 w 10321503"/>
              <a:gd name="connsiteY18669" fmla="*/ 4584997 h 5599766"/>
              <a:gd name="connsiteX18670" fmla="*/ 5552569 w 10321503"/>
              <a:gd name="connsiteY18670" fmla="*/ 4584997 h 5599766"/>
              <a:gd name="connsiteX18671" fmla="*/ 5551956 w 10321503"/>
              <a:gd name="connsiteY18671" fmla="*/ 4584639 h 5599766"/>
              <a:gd name="connsiteX18672" fmla="*/ 5548424 w 10321503"/>
              <a:gd name="connsiteY18672" fmla="*/ 4578497 h 5599766"/>
              <a:gd name="connsiteX18673" fmla="*/ 5548424 w 10321503"/>
              <a:gd name="connsiteY18673" fmla="*/ 4577832 h 5599766"/>
              <a:gd name="connsiteX18674" fmla="*/ 5551956 w 10321503"/>
              <a:gd name="connsiteY18674" fmla="*/ 4571690 h 5599766"/>
              <a:gd name="connsiteX18675" fmla="*/ 5552569 w 10321503"/>
              <a:gd name="connsiteY18675" fmla="*/ 4571332 h 5599766"/>
              <a:gd name="connsiteX18676" fmla="*/ 5559633 w 10321503"/>
              <a:gd name="connsiteY18676" fmla="*/ 4571332 h 5599766"/>
              <a:gd name="connsiteX18677" fmla="*/ 5560246 w 10321503"/>
              <a:gd name="connsiteY18677" fmla="*/ 4571690 h 5599766"/>
              <a:gd name="connsiteX18678" fmla="*/ 5563779 w 10321503"/>
              <a:gd name="connsiteY18678" fmla="*/ 4577832 h 5599766"/>
              <a:gd name="connsiteX18679" fmla="*/ 5563779 w 10321503"/>
              <a:gd name="connsiteY18679" fmla="*/ 4578497 h 5599766"/>
              <a:gd name="connsiteX18680" fmla="*/ 5560246 w 10321503"/>
              <a:gd name="connsiteY18680" fmla="*/ 4584639 h 5599766"/>
              <a:gd name="connsiteX18681" fmla="*/ 5559633 w 10321503"/>
              <a:gd name="connsiteY18681" fmla="*/ 4584997 h 5599766"/>
              <a:gd name="connsiteX18682" fmla="*/ 5757857 w 10321503"/>
              <a:gd name="connsiteY18682" fmla="*/ 4584997 h 5599766"/>
              <a:gd name="connsiteX18683" fmla="*/ 5750795 w 10321503"/>
              <a:gd name="connsiteY18683" fmla="*/ 4584997 h 5599766"/>
              <a:gd name="connsiteX18684" fmla="*/ 5750181 w 10321503"/>
              <a:gd name="connsiteY18684" fmla="*/ 4584639 h 5599766"/>
              <a:gd name="connsiteX18685" fmla="*/ 5746649 w 10321503"/>
              <a:gd name="connsiteY18685" fmla="*/ 4578497 h 5599766"/>
              <a:gd name="connsiteX18686" fmla="*/ 5746649 w 10321503"/>
              <a:gd name="connsiteY18686" fmla="*/ 4577832 h 5599766"/>
              <a:gd name="connsiteX18687" fmla="*/ 5750181 w 10321503"/>
              <a:gd name="connsiteY18687" fmla="*/ 4571690 h 5599766"/>
              <a:gd name="connsiteX18688" fmla="*/ 5750795 w 10321503"/>
              <a:gd name="connsiteY18688" fmla="*/ 4571332 h 5599766"/>
              <a:gd name="connsiteX18689" fmla="*/ 5757857 w 10321503"/>
              <a:gd name="connsiteY18689" fmla="*/ 4571332 h 5599766"/>
              <a:gd name="connsiteX18690" fmla="*/ 5758471 w 10321503"/>
              <a:gd name="connsiteY18690" fmla="*/ 4571690 h 5599766"/>
              <a:gd name="connsiteX18691" fmla="*/ 5762003 w 10321503"/>
              <a:gd name="connsiteY18691" fmla="*/ 4577832 h 5599766"/>
              <a:gd name="connsiteX18692" fmla="*/ 5762003 w 10321503"/>
              <a:gd name="connsiteY18692" fmla="*/ 4578497 h 5599766"/>
              <a:gd name="connsiteX18693" fmla="*/ 5758471 w 10321503"/>
              <a:gd name="connsiteY18693" fmla="*/ 4584639 h 5599766"/>
              <a:gd name="connsiteX18694" fmla="*/ 5757857 w 10321503"/>
              <a:gd name="connsiteY18694" fmla="*/ 4584997 h 5599766"/>
              <a:gd name="connsiteX18695" fmla="*/ 5956083 w 10321503"/>
              <a:gd name="connsiteY18695" fmla="*/ 4584997 h 5599766"/>
              <a:gd name="connsiteX18696" fmla="*/ 5949019 w 10321503"/>
              <a:gd name="connsiteY18696" fmla="*/ 4584997 h 5599766"/>
              <a:gd name="connsiteX18697" fmla="*/ 5948405 w 10321503"/>
              <a:gd name="connsiteY18697" fmla="*/ 4584639 h 5599766"/>
              <a:gd name="connsiteX18698" fmla="*/ 5944873 w 10321503"/>
              <a:gd name="connsiteY18698" fmla="*/ 4578497 h 5599766"/>
              <a:gd name="connsiteX18699" fmla="*/ 5944873 w 10321503"/>
              <a:gd name="connsiteY18699" fmla="*/ 4577832 h 5599766"/>
              <a:gd name="connsiteX18700" fmla="*/ 5948405 w 10321503"/>
              <a:gd name="connsiteY18700" fmla="*/ 4571690 h 5599766"/>
              <a:gd name="connsiteX18701" fmla="*/ 5949019 w 10321503"/>
              <a:gd name="connsiteY18701" fmla="*/ 4571332 h 5599766"/>
              <a:gd name="connsiteX18702" fmla="*/ 5956083 w 10321503"/>
              <a:gd name="connsiteY18702" fmla="*/ 4571332 h 5599766"/>
              <a:gd name="connsiteX18703" fmla="*/ 5956697 w 10321503"/>
              <a:gd name="connsiteY18703" fmla="*/ 4571690 h 5599766"/>
              <a:gd name="connsiteX18704" fmla="*/ 5960227 w 10321503"/>
              <a:gd name="connsiteY18704" fmla="*/ 4577832 h 5599766"/>
              <a:gd name="connsiteX18705" fmla="*/ 5960227 w 10321503"/>
              <a:gd name="connsiteY18705" fmla="*/ 4578497 h 5599766"/>
              <a:gd name="connsiteX18706" fmla="*/ 5956697 w 10321503"/>
              <a:gd name="connsiteY18706" fmla="*/ 4584639 h 5599766"/>
              <a:gd name="connsiteX18707" fmla="*/ 5956083 w 10321503"/>
              <a:gd name="connsiteY18707" fmla="*/ 4584997 h 5599766"/>
              <a:gd name="connsiteX18708" fmla="*/ 6154307 w 10321503"/>
              <a:gd name="connsiteY18708" fmla="*/ 4584997 h 5599766"/>
              <a:gd name="connsiteX18709" fmla="*/ 6147243 w 10321503"/>
              <a:gd name="connsiteY18709" fmla="*/ 4584997 h 5599766"/>
              <a:gd name="connsiteX18710" fmla="*/ 6146629 w 10321503"/>
              <a:gd name="connsiteY18710" fmla="*/ 4584639 h 5599766"/>
              <a:gd name="connsiteX18711" fmla="*/ 6143098 w 10321503"/>
              <a:gd name="connsiteY18711" fmla="*/ 4578497 h 5599766"/>
              <a:gd name="connsiteX18712" fmla="*/ 6143098 w 10321503"/>
              <a:gd name="connsiteY18712" fmla="*/ 4577832 h 5599766"/>
              <a:gd name="connsiteX18713" fmla="*/ 6146629 w 10321503"/>
              <a:gd name="connsiteY18713" fmla="*/ 4571690 h 5599766"/>
              <a:gd name="connsiteX18714" fmla="*/ 6147243 w 10321503"/>
              <a:gd name="connsiteY18714" fmla="*/ 4571332 h 5599766"/>
              <a:gd name="connsiteX18715" fmla="*/ 6154307 w 10321503"/>
              <a:gd name="connsiteY18715" fmla="*/ 4571332 h 5599766"/>
              <a:gd name="connsiteX18716" fmla="*/ 6154921 w 10321503"/>
              <a:gd name="connsiteY18716" fmla="*/ 4571690 h 5599766"/>
              <a:gd name="connsiteX18717" fmla="*/ 6158453 w 10321503"/>
              <a:gd name="connsiteY18717" fmla="*/ 4577832 h 5599766"/>
              <a:gd name="connsiteX18718" fmla="*/ 6158453 w 10321503"/>
              <a:gd name="connsiteY18718" fmla="*/ 4578497 h 5599766"/>
              <a:gd name="connsiteX18719" fmla="*/ 6154921 w 10321503"/>
              <a:gd name="connsiteY18719" fmla="*/ 4584639 h 5599766"/>
              <a:gd name="connsiteX18720" fmla="*/ 6154307 w 10321503"/>
              <a:gd name="connsiteY18720" fmla="*/ 4584997 h 5599766"/>
              <a:gd name="connsiteX18721" fmla="*/ 6352582 w 10321503"/>
              <a:gd name="connsiteY18721" fmla="*/ 4584997 h 5599766"/>
              <a:gd name="connsiteX18722" fmla="*/ 6345519 w 10321503"/>
              <a:gd name="connsiteY18722" fmla="*/ 4584997 h 5599766"/>
              <a:gd name="connsiteX18723" fmla="*/ 6344904 w 10321503"/>
              <a:gd name="connsiteY18723" fmla="*/ 4584639 h 5599766"/>
              <a:gd name="connsiteX18724" fmla="*/ 6341373 w 10321503"/>
              <a:gd name="connsiteY18724" fmla="*/ 4578497 h 5599766"/>
              <a:gd name="connsiteX18725" fmla="*/ 6341373 w 10321503"/>
              <a:gd name="connsiteY18725" fmla="*/ 4577832 h 5599766"/>
              <a:gd name="connsiteX18726" fmla="*/ 6344904 w 10321503"/>
              <a:gd name="connsiteY18726" fmla="*/ 4571690 h 5599766"/>
              <a:gd name="connsiteX18727" fmla="*/ 6345519 w 10321503"/>
              <a:gd name="connsiteY18727" fmla="*/ 4571332 h 5599766"/>
              <a:gd name="connsiteX18728" fmla="*/ 6352582 w 10321503"/>
              <a:gd name="connsiteY18728" fmla="*/ 4571332 h 5599766"/>
              <a:gd name="connsiteX18729" fmla="*/ 6353196 w 10321503"/>
              <a:gd name="connsiteY18729" fmla="*/ 4571690 h 5599766"/>
              <a:gd name="connsiteX18730" fmla="*/ 6356728 w 10321503"/>
              <a:gd name="connsiteY18730" fmla="*/ 4577832 h 5599766"/>
              <a:gd name="connsiteX18731" fmla="*/ 6356728 w 10321503"/>
              <a:gd name="connsiteY18731" fmla="*/ 4578497 h 5599766"/>
              <a:gd name="connsiteX18732" fmla="*/ 6353196 w 10321503"/>
              <a:gd name="connsiteY18732" fmla="*/ 4584639 h 5599766"/>
              <a:gd name="connsiteX18733" fmla="*/ 6352582 w 10321503"/>
              <a:gd name="connsiteY18733" fmla="*/ 4584997 h 5599766"/>
              <a:gd name="connsiteX18734" fmla="*/ 6550807 w 10321503"/>
              <a:gd name="connsiteY18734" fmla="*/ 4584997 h 5599766"/>
              <a:gd name="connsiteX18735" fmla="*/ 6543744 w 10321503"/>
              <a:gd name="connsiteY18735" fmla="*/ 4584997 h 5599766"/>
              <a:gd name="connsiteX18736" fmla="*/ 6543129 w 10321503"/>
              <a:gd name="connsiteY18736" fmla="*/ 4584639 h 5599766"/>
              <a:gd name="connsiteX18737" fmla="*/ 6539598 w 10321503"/>
              <a:gd name="connsiteY18737" fmla="*/ 4578497 h 5599766"/>
              <a:gd name="connsiteX18738" fmla="*/ 6539598 w 10321503"/>
              <a:gd name="connsiteY18738" fmla="*/ 4577832 h 5599766"/>
              <a:gd name="connsiteX18739" fmla="*/ 6543129 w 10321503"/>
              <a:gd name="connsiteY18739" fmla="*/ 4571690 h 5599766"/>
              <a:gd name="connsiteX18740" fmla="*/ 6543744 w 10321503"/>
              <a:gd name="connsiteY18740" fmla="*/ 4571332 h 5599766"/>
              <a:gd name="connsiteX18741" fmla="*/ 6550807 w 10321503"/>
              <a:gd name="connsiteY18741" fmla="*/ 4571332 h 5599766"/>
              <a:gd name="connsiteX18742" fmla="*/ 6551420 w 10321503"/>
              <a:gd name="connsiteY18742" fmla="*/ 4571690 h 5599766"/>
              <a:gd name="connsiteX18743" fmla="*/ 6554953 w 10321503"/>
              <a:gd name="connsiteY18743" fmla="*/ 4577832 h 5599766"/>
              <a:gd name="connsiteX18744" fmla="*/ 6554953 w 10321503"/>
              <a:gd name="connsiteY18744" fmla="*/ 4578497 h 5599766"/>
              <a:gd name="connsiteX18745" fmla="*/ 6551420 w 10321503"/>
              <a:gd name="connsiteY18745" fmla="*/ 4584639 h 5599766"/>
              <a:gd name="connsiteX18746" fmla="*/ 6550807 w 10321503"/>
              <a:gd name="connsiteY18746" fmla="*/ 4584997 h 5599766"/>
              <a:gd name="connsiteX18747" fmla="*/ 6749031 w 10321503"/>
              <a:gd name="connsiteY18747" fmla="*/ 4584997 h 5599766"/>
              <a:gd name="connsiteX18748" fmla="*/ 6741967 w 10321503"/>
              <a:gd name="connsiteY18748" fmla="*/ 4584997 h 5599766"/>
              <a:gd name="connsiteX18749" fmla="*/ 6741354 w 10321503"/>
              <a:gd name="connsiteY18749" fmla="*/ 4584639 h 5599766"/>
              <a:gd name="connsiteX18750" fmla="*/ 6737823 w 10321503"/>
              <a:gd name="connsiteY18750" fmla="*/ 4578497 h 5599766"/>
              <a:gd name="connsiteX18751" fmla="*/ 6737823 w 10321503"/>
              <a:gd name="connsiteY18751" fmla="*/ 4577832 h 5599766"/>
              <a:gd name="connsiteX18752" fmla="*/ 6741354 w 10321503"/>
              <a:gd name="connsiteY18752" fmla="*/ 4571690 h 5599766"/>
              <a:gd name="connsiteX18753" fmla="*/ 6741967 w 10321503"/>
              <a:gd name="connsiteY18753" fmla="*/ 4571332 h 5599766"/>
              <a:gd name="connsiteX18754" fmla="*/ 6749031 w 10321503"/>
              <a:gd name="connsiteY18754" fmla="*/ 4571332 h 5599766"/>
              <a:gd name="connsiteX18755" fmla="*/ 6749646 w 10321503"/>
              <a:gd name="connsiteY18755" fmla="*/ 4571690 h 5599766"/>
              <a:gd name="connsiteX18756" fmla="*/ 6753177 w 10321503"/>
              <a:gd name="connsiteY18756" fmla="*/ 4577832 h 5599766"/>
              <a:gd name="connsiteX18757" fmla="*/ 6753177 w 10321503"/>
              <a:gd name="connsiteY18757" fmla="*/ 4578497 h 5599766"/>
              <a:gd name="connsiteX18758" fmla="*/ 6749646 w 10321503"/>
              <a:gd name="connsiteY18758" fmla="*/ 4584639 h 5599766"/>
              <a:gd name="connsiteX18759" fmla="*/ 6749031 w 10321503"/>
              <a:gd name="connsiteY18759" fmla="*/ 4584997 h 5599766"/>
              <a:gd name="connsiteX18760" fmla="*/ 6947256 w 10321503"/>
              <a:gd name="connsiteY18760" fmla="*/ 4584997 h 5599766"/>
              <a:gd name="connsiteX18761" fmla="*/ 6940193 w 10321503"/>
              <a:gd name="connsiteY18761" fmla="*/ 4584997 h 5599766"/>
              <a:gd name="connsiteX18762" fmla="*/ 6939578 w 10321503"/>
              <a:gd name="connsiteY18762" fmla="*/ 4584639 h 5599766"/>
              <a:gd name="connsiteX18763" fmla="*/ 6936048 w 10321503"/>
              <a:gd name="connsiteY18763" fmla="*/ 4578497 h 5599766"/>
              <a:gd name="connsiteX18764" fmla="*/ 6936048 w 10321503"/>
              <a:gd name="connsiteY18764" fmla="*/ 4577832 h 5599766"/>
              <a:gd name="connsiteX18765" fmla="*/ 6939578 w 10321503"/>
              <a:gd name="connsiteY18765" fmla="*/ 4571690 h 5599766"/>
              <a:gd name="connsiteX18766" fmla="*/ 6940193 w 10321503"/>
              <a:gd name="connsiteY18766" fmla="*/ 4571332 h 5599766"/>
              <a:gd name="connsiteX18767" fmla="*/ 6947256 w 10321503"/>
              <a:gd name="connsiteY18767" fmla="*/ 4571332 h 5599766"/>
              <a:gd name="connsiteX18768" fmla="*/ 6947870 w 10321503"/>
              <a:gd name="connsiteY18768" fmla="*/ 4571690 h 5599766"/>
              <a:gd name="connsiteX18769" fmla="*/ 6951402 w 10321503"/>
              <a:gd name="connsiteY18769" fmla="*/ 4577832 h 5599766"/>
              <a:gd name="connsiteX18770" fmla="*/ 6951402 w 10321503"/>
              <a:gd name="connsiteY18770" fmla="*/ 4578497 h 5599766"/>
              <a:gd name="connsiteX18771" fmla="*/ 6947870 w 10321503"/>
              <a:gd name="connsiteY18771" fmla="*/ 4584639 h 5599766"/>
              <a:gd name="connsiteX18772" fmla="*/ 6947256 w 10321503"/>
              <a:gd name="connsiteY18772" fmla="*/ 4584997 h 5599766"/>
              <a:gd name="connsiteX18773" fmla="*/ 7145416 w 10321503"/>
              <a:gd name="connsiteY18773" fmla="*/ 4584997 h 5599766"/>
              <a:gd name="connsiteX18774" fmla="*/ 7138352 w 10321503"/>
              <a:gd name="connsiteY18774" fmla="*/ 4584997 h 5599766"/>
              <a:gd name="connsiteX18775" fmla="*/ 7137738 w 10321503"/>
              <a:gd name="connsiteY18775" fmla="*/ 4584639 h 5599766"/>
              <a:gd name="connsiteX18776" fmla="*/ 7134208 w 10321503"/>
              <a:gd name="connsiteY18776" fmla="*/ 4578497 h 5599766"/>
              <a:gd name="connsiteX18777" fmla="*/ 7134208 w 10321503"/>
              <a:gd name="connsiteY18777" fmla="*/ 4577832 h 5599766"/>
              <a:gd name="connsiteX18778" fmla="*/ 7137738 w 10321503"/>
              <a:gd name="connsiteY18778" fmla="*/ 4571690 h 5599766"/>
              <a:gd name="connsiteX18779" fmla="*/ 7138352 w 10321503"/>
              <a:gd name="connsiteY18779" fmla="*/ 4571332 h 5599766"/>
              <a:gd name="connsiteX18780" fmla="*/ 7145416 w 10321503"/>
              <a:gd name="connsiteY18780" fmla="*/ 4571332 h 5599766"/>
              <a:gd name="connsiteX18781" fmla="*/ 7146031 w 10321503"/>
              <a:gd name="connsiteY18781" fmla="*/ 4571690 h 5599766"/>
              <a:gd name="connsiteX18782" fmla="*/ 7149562 w 10321503"/>
              <a:gd name="connsiteY18782" fmla="*/ 4577832 h 5599766"/>
              <a:gd name="connsiteX18783" fmla="*/ 7149562 w 10321503"/>
              <a:gd name="connsiteY18783" fmla="*/ 4578497 h 5599766"/>
              <a:gd name="connsiteX18784" fmla="*/ 7146031 w 10321503"/>
              <a:gd name="connsiteY18784" fmla="*/ 4584639 h 5599766"/>
              <a:gd name="connsiteX18785" fmla="*/ 7145416 w 10321503"/>
              <a:gd name="connsiteY18785" fmla="*/ 4584997 h 5599766"/>
              <a:gd name="connsiteX18786" fmla="*/ 7343697 w 10321503"/>
              <a:gd name="connsiteY18786" fmla="*/ 4584997 h 5599766"/>
              <a:gd name="connsiteX18787" fmla="*/ 7336631 w 10321503"/>
              <a:gd name="connsiteY18787" fmla="*/ 4584997 h 5599766"/>
              <a:gd name="connsiteX18788" fmla="*/ 7336019 w 10321503"/>
              <a:gd name="connsiteY18788" fmla="*/ 4584639 h 5599766"/>
              <a:gd name="connsiteX18789" fmla="*/ 7332486 w 10321503"/>
              <a:gd name="connsiteY18789" fmla="*/ 4578497 h 5599766"/>
              <a:gd name="connsiteX18790" fmla="*/ 7332486 w 10321503"/>
              <a:gd name="connsiteY18790" fmla="*/ 4577832 h 5599766"/>
              <a:gd name="connsiteX18791" fmla="*/ 7336019 w 10321503"/>
              <a:gd name="connsiteY18791" fmla="*/ 4571690 h 5599766"/>
              <a:gd name="connsiteX18792" fmla="*/ 7336631 w 10321503"/>
              <a:gd name="connsiteY18792" fmla="*/ 4571332 h 5599766"/>
              <a:gd name="connsiteX18793" fmla="*/ 7343697 w 10321503"/>
              <a:gd name="connsiteY18793" fmla="*/ 4571332 h 5599766"/>
              <a:gd name="connsiteX18794" fmla="*/ 7344311 w 10321503"/>
              <a:gd name="connsiteY18794" fmla="*/ 4571690 h 5599766"/>
              <a:gd name="connsiteX18795" fmla="*/ 7347842 w 10321503"/>
              <a:gd name="connsiteY18795" fmla="*/ 4577832 h 5599766"/>
              <a:gd name="connsiteX18796" fmla="*/ 7347842 w 10321503"/>
              <a:gd name="connsiteY18796" fmla="*/ 4578497 h 5599766"/>
              <a:gd name="connsiteX18797" fmla="*/ 7344311 w 10321503"/>
              <a:gd name="connsiteY18797" fmla="*/ 4584639 h 5599766"/>
              <a:gd name="connsiteX18798" fmla="*/ 7343697 w 10321503"/>
              <a:gd name="connsiteY18798" fmla="*/ 4584997 h 5599766"/>
              <a:gd name="connsiteX18799" fmla="*/ 7541831 w 10321503"/>
              <a:gd name="connsiteY18799" fmla="*/ 4584997 h 5599766"/>
              <a:gd name="connsiteX18800" fmla="*/ 7534768 w 10321503"/>
              <a:gd name="connsiteY18800" fmla="*/ 4584997 h 5599766"/>
              <a:gd name="connsiteX18801" fmla="*/ 7534154 w 10321503"/>
              <a:gd name="connsiteY18801" fmla="*/ 4584639 h 5599766"/>
              <a:gd name="connsiteX18802" fmla="*/ 7530622 w 10321503"/>
              <a:gd name="connsiteY18802" fmla="*/ 4578497 h 5599766"/>
              <a:gd name="connsiteX18803" fmla="*/ 7530622 w 10321503"/>
              <a:gd name="connsiteY18803" fmla="*/ 4577832 h 5599766"/>
              <a:gd name="connsiteX18804" fmla="*/ 7534154 w 10321503"/>
              <a:gd name="connsiteY18804" fmla="*/ 4571690 h 5599766"/>
              <a:gd name="connsiteX18805" fmla="*/ 7534768 w 10321503"/>
              <a:gd name="connsiteY18805" fmla="*/ 4571332 h 5599766"/>
              <a:gd name="connsiteX18806" fmla="*/ 7541831 w 10321503"/>
              <a:gd name="connsiteY18806" fmla="*/ 4571332 h 5599766"/>
              <a:gd name="connsiteX18807" fmla="*/ 7542445 w 10321503"/>
              <a:gd name="connsiteY18807" fmla="*/ 4571690 h 5599766"/>
              <a:gd name="connsiteX18808" fmla="*/ 7545979 w 10321503"/>
              <a:gd name="connsiteY18808" fmla="*/ 4577832 h 5599766"/>
              <a:gd name="connsiteX18809" fmla="*/ 7545979 w 10321503"/>
              <a:gd name="connsiteY18809" fmla="*/ 4578497 h 5599766"/>
              <a:gd name="connsiteX18810" fmla="*/ 7542445 w 10321503"/>
              <a:gd name="connsiteY18810" fmla="*/ 4584639 h 5599766"/>
              <a:gd name="connsiteX18811" fmla="*/ 7541831 w 10321503"/>
              <a:gd name="connsiteY18811" fmla="*/ 4584997 h 5599766"/>
              <a:gd name="connsiteX18812" fmla="*/ 7740066 w 10321503"/>
              <a:gd name="connsiteY18812" fmla="*/ 4584997 h 5599766"/>
              <a:gd name="connsiteX18813" fmla="*/ 7733003 w 10321503"/>
              <a:gd name="connsiteY18813" fmla="*/ 4584997 h 5599766"/>
              <a:gd name="connsiteX18814" fmla="*/ 7732389 w 10321503"/>
              <a:gd name="connsiteY18814" fmla="*/ 4584639 h 5599766"/>
              <a:gd name="connsiteX18815" fmla="*/ 7728857 w 10321503"/>
              <a:gd name="connsiteY18815" fmla="*/ 4578497 h 5599766"/>
              <a:gd name="connsiteX18816" fmla="*/ 7728857 w 10321503"/>
              <a:gd name="connsiteY18816" fmla="*/ 4577832 h 5599766"/>
              <a:gd name="connsiteX18817" fmla="*/ 7732389 w 10321503"/>
              <a:gd name="connsiteY18817" fmla="*/ 4571690 h 5599766"/>
              <a:gd name="connsiteX18818" fmla="*/ 7733003 w 10321503"/>
              <a:gd name="connsiteY18818" fmla="*/ 4571332 h 5599766"/>
              <a:gd name="connsiteX18819" fmla="*/ 7740066 w 10321503"/>
              <a:gd name="connsiteY18819" fmla="*/ 4571332 h 5599766"/>
              <a:gd name="connsiteX18820" fmla="*/ 7740680 w 10321503"/>
              <a:gd name="connsiteY18820" fmla="*/ 4571690 h 5599766"/>
              <a:gd name="connsiteX18821" fmla="*/ 7744213 w 10321503"/>
              <a:gd name="connsiteY18821" fmla="*/ 4577832 h 5599766"/>
              <a:gd name="connsiteX18822" fmla="*/ 7744213 w 10321503"/>
              <a:gd name="connsiteY18822" fmla="*/ 4578497 h 5599766"/>
              <a:gd name="connsiteX18823" fmla="*/ 7740680 w 10321503"/>
              <a:gd name="connsiteY18823" fmla="*/ 4584639 h 5599766"/>
              <a:gd name="connsiteX18824" fmla="*/ 7740066 w 10321503"/>
              <a:gd name="connsiteY18824" fmla="*/ 4584997 h 5599766"/>
              <a:gd name="connsiteX18825" fmla="*/ 7938266 w 10321503"/>
              <a:gd name="connsiteY18825" fmla="*/ 4584997 h 5599766"/>
              <a:gd name="connsiteX18826" fmla="*/ 7931201 w 10321503"/>
              <a:gd name="connsiteY18826" fmla="*/ 4584997 h 5599766"/>
              <a:gd name="connsiteX18827" fmla="*/ 7930587 w 10321503"/>
              <a:gd name="connsiteY18827" fmla="*/ 4584639 h 5599766"/>
              <a:gd name="connsiteX18828" fmla="*/ 7927056 w 10321503"/>
              <a:gd name="connsiteY18828" fmla="*/ 4578497 h 5599766"/>
              <a:gd name="connsiteX18829" fmla="*/ 7927056 w 10321503"/>
              <a:gd name="connsiteY18829" fmla="*/ 4577832 h 5599766"/>
              <a:gd name="connsiteX18830" fmla="*/ 7930587 w 10321503"/>
              <a:gd name="connsiteY18830" fmla="*/ 4571690 h 5599766"/>
              <a:gd name="connsiteX18831" fmla="*/ 7931201 w 10321503"/>
              <a:gd name="connsiteY18831" fmla="*/ 4571332 h 5599766"/>
              <a:gd name="connsiteX18832" fmla="*/ 7938266 w 10321503"/>
              <a:gd name="connsiteY18832" fmla="*/ 4571332 h 5599766"/>
              <a:gd name="connsiteX18833" fmla="*/ 7938880 w 10321503"/>
              <a:gd name="connsiteY18833" fmla="*/ 4571690 h 5599766"/>
              <a:gd name="connsiteX18834" fmla="*/ 7942411 w 10321503"/>
              <a:gd name="connsiteY18834" fmla="*/ 4577832 h 5599766"/>
              <a:gd name="connsiteX18835" fmla="*/ 7942411 w 10321503"/>
              <a:gd name="connsiteY18835" fmla="*/ 4578497 h 5599766"/>
              <a:gd name="connsiteX18836" fmla="*/ 7938880 w 10321503"/>
              <a:gd name="connsiteY18836" fmla="*/ 4584639 h 5599766"/>
              <a:gd name="connsiteX18837" fmla="*/ 7938266 w 10321503"/>
              <a:gd name="connsiteY18837" fmla="*/ 4584997 h 5599766"/>
              <a:gd name="connsiteX18838" fmla="*/ 8136524 w 10321503"/>
              <a:gd name="connsiteY18838" fmla="*/ 4584997 h 5599766"/>
              <a:gd name="connsiteX18839" fmla="*/ 8129460 w 10321503"/>
              <a:gd name="connsiteY18839" fmla="*/ 4584997 h 5599766"/>
              <a:gd name="connsiteX18840" fmla="*/ 8128845 w 10321503"/>
              <a:gd name="connsiteY18840" fmla="*/ 4584639 h 5599766"/>
              <a:gd name="connsiteX18841" fmla="*/ 8125314 w 10321503"/>
              <a:gd name="connsiteY18841" fmla="*/ 4578497 h 5599766"/>
              <a:gd name="connsiteX18842" fmla="*/ 8125314 w 10321503"/>
              <a:gd name="connsiteY18842" fmla="*/ 4577832 h 5599766"/>
              <a:gd name="connsiteX18843" fmla="*/ 8128845 w 10321503"/>
              <a:gd name="connsiteY18843" fmla="*/ 4571690 h 5599766"/>
              <a:gd name="connsiteX18844" fmla="*/ 8129460 w 10321503"/>
              <a:gd name="connsiteY18844" fmla="*/ 4571332 h 5599766"/>
              <a:gd name="connsiteX18845" fmla="*/ 8136524 w 10321503"/>
              <a:gd name="connsiteY18845" fmla="*/ 4571332 h 5599766"/>
              <a:gd name="connsiteX18846" fmla="*/ 8137138 w 10321503"/>
              <a:gd name="connsiteY18846" fmla="*/ 4571690 h 5599766"/>
              <a:gd name="connsiteX18847" fmla="*/ 8140670 w 10321503"/>
              <a:gd name="connsiteY18847" fmla="*/ 4577832 h 5599766"/>
              <a:gd name="connsiteX18848" fmla="*/ 8140670 w 10321503"/>
              <a:gd name="connsiteY18848" fmla="*/ 4578497 h 5599766"/>
              <a:gd name="connsiteX18849" fmla="*/ 8137138 w 10321503"/>
              <a:gd name="connsiteY18849" fmla="*/ 4584639 h 5599766"/>
              <a:gd name="connsiteX18850" fmla="*/ 8136524 w 10321503"/>
              <a:gd name="connsiteY18850" fmla="*/ 4584997 h 5599766"/>
              <a:gd name="connsiteX18851" fmla="*/ 8334895 w 10321503"/>
              <a:gd name="connsiteY18851" fmla="*/ 4584997 h 5599766"/>
              <a:gd name="connsiteX18852" fmla="*/ 8327831 w 10321503"/>
              <a:gd name="connsiteY18852" fmla="*/ 4584997 h 5599766"/>
              <a:gd name="connsiteX18853" fmla="*/ 8327217 w 10321503"/>
              <a:gd name="connsiteY18853" fmla="*/ 4584639 h 5599766"/>
              <a:gd name="connsiteX18854" fmla="*/ 8323686 w 10321503"/>
              <a:gd name="connsiteY18854" fmla="*/ 4578497 h 5599766"/>
              <a:gd name="connsiteX18855" fmla="*/ 8323686 w 10321503"/>
              <a:gd name="connsiteY18855" fmla="*/ 4577832 h 5599766"/>
              <a:gd name="connsiteX18856" fmla="*/ 8327217 w 10321503"/>
              <a:gd name="connsiteY18856" fmla="*/ 4571690 h 5599766"/>
              <a:gd name="connsiteX18857" fmla="*/ 8327831 w 10321503"/>
              <a:gd name="connsiteY18857" fmla="*/ 4571332 h 5599766"/>
              <a:gd name="connsiteX18858" fmla="*/ 8334895 w 10321503"/>
              <a:gd name="connsiteY18858" fmla="*/ 4571332 h 5599766"/>
              <a:gd name="connsiteX18859" fmla="*/ 8335509 w 10321503"/>
              <a:gd name="connsiteY18859" fmla="*/ 4571690 h 5599766"/>
              <a:gd name="connsiteX18860" fmla="*/ 8339041 w 10321503"/>
              <a:gd name="connsiteY18860" fmla="*/ 4577832 h 5599766"/>
              <a:gd name="connsiteX18861" fmla="*/ 8339041 w 10321503"/>
              <a:gd name="connsiteY18861" fmla="*/ 4578497 h 5599766"/>
              <a:gd name="connsiteX18862" fmla="*/ 8335509 w 10321503"/>
              <a:gd name="connsiteY18862" fmla="*/ 4584639 h 5599766"/>
              <a:gd name="connsiteX18863" fmla="*/ 8334895 w 10321503"/>
              <a:gd name="connsiteY18863" fmla="*/ 4584997 h 5599766"/>
              <a:gd name="connsiteX18864" fmla="*/ 8533124 w 10321503"/>
              <a:gd name="connsiteY18864" fmla="*/ 4584997 h 5599766"/>
              <a:gd name="connsiteX18865" fmla="*/ 8526061 w 10321503"/>
              <a:gd name="connsiteY18865" fmla="*/ 4584997 h 5599766"/>
              <a:gd name="connsiteX18866" fmla="*/ 8525446 w 10321503"/>
              <a:gd name="connsiteY18866" fmla="*/ 4584639 h 5599766"/>
              <a:gd name="connsiteX18867" fmla="*/ 8521915 w 10321503"/>
              <a:gd name="connsiteY18867" fmla="*/ 4578497 h 5599766"/>
              <a:gd name="connsiteX18868" fmla="*/ 8521915 w 10321503"/>
              <a:gd name="connsiteY18868" fmla="*/ 4577832 h 5599766"/>
              <a:gd name="connsiteX18869" fmla="*/ 8525446 w 10321503"/>
              <a:gd name="connsiteY18869" fmla="*/ 4571690 h 5599766"/>
              <a:gd name="connsiteX18870" fmla="*/ 8526061 w 10321503"/>
              <a:gd name="connsiteY18870" fmla="*/ 4571332 h 5599766"/>
              <a:gd name="connsiteX18871" fmla="*/ 8533124 w 10321503"/>
              <a:gd name="connsiteY18871" fmla="*/ 4571332 h 5599766"/>
              <a:gd name="connsiteX18872" fmla="*/ 8533739 w 10321503"/>
              <a:gd name="connsiteY18872" fmla="*/ 4571690 h 5599766"/>
              <a:gd name="connsiteX18873" fmla="*/ 8537269 w 10321503"/>
              <a:gd name="connsiteY18873" fmla="*/ 4577832 h 5599766"/>
              <a:gd name="connsiteX18874" fmla="*/ 8537269 w 10321503"/>
              <a:gd name="connsiteY18874" fmla="*/ 4578497 h 5599766"/>
              <a:gd name="connsiteX18875" fmla="*/ 8533739 w 10321503"/>
              <a:gd name="connsiteY18875" fmla="*/ 4584639 h 5599766"/>
              <a:gd name="connsiteX18876" fmla="*/ 8533124 w 10321503"/>
              <a:gd name="connsiteY18876" fmla="*/ 4584997 h 5599766"/>
              <a:gd name="connsiteX18877" fmla="*/ 8731274 w 10321503"/>
              <a:gd name="connsiteY18877" fmla="*/ 4584997 h 5599766"/>
              <a:gd name="connsiteX18878" fmla="*/ 8724210 w 10321503"/>
              <a:gd name="connsiteY18878" fmla="*/ 4584997 h 5599766"/>
              <a:gd name="connsiteX18879" fmla="*/ 8723595 w 10321503"/>
              <a:gd name="connsiteY18879" fmla="*/ 4584639 h 5599766"/>
              <a:gd name="connsiteX18880" fmla="*/ 8720064 w 10321503"/>
              <a:gd name="connsiteY18880" fmla="*/ 4578497 h 5599766"/>
              <a:gd name="connsiteX18881" fmla="*/ 8720064 w 10321503"/>
              <a:gd name="connsiteY18881" fmla="*/ 4577832 h 5599766"/>
              <a:gd name="connsiteX18882" fmla="*/ 8723595 w 10321503"/>
              <a:gd name="connsiteY18882" fmla="*/ 4571690 h 5599766"/>
              <a:gd name="connsiteX18883" fmla="*/ 8724210 w 10321503"/>
              <a:gd name="connsiteY18883" fmla="*/ 4571332 h 5599766"/>
              <a:gd name="connsiteX18884" fmla="*/ 8731274 w 10321503"/>
              <a:gd name="connsiteY18884" fmla="*/ 4571332 h 5599766"/>
              <a:gd name="connsiteX18885" fmla="*/ 8731888 w 10321503"/>
              <a:gd name="connsiteY18885" fmla="*/ 4571690 h 5599766"/>
              <a:gd name="connsiteX18886" fmla="*/ 8735421 w 10321503"/>
              <a:gd name="connsiteY18886" fmla="*/ 4577832 h 5599766"/>
              <a:gd name="connsiteX18887" fmla="*/ 8735421 w 10321503"/>
              <a:gd name="connsiteY18887" fmla="*/ 4578497 h 5599766"/>
              <a:gd name="connsiteX18888" fmla="*/ 8731888 w 10321503"/>
              <a:gd name="connsiteY18888" fmla="*/ 4584639 h 5599766"/>
              <a:gd name="connsiteX18889" fmla="*/ 8731274 w 10321503"/>
              <a:gd name="connsiteY18889" fmla="*/ 4584997 h 5599766"/>
              <a:gd name="connsiteX18890" fmla="*/ 8929588 w 10321503"/>
              <a:gd name="connsiteY18890" fmla="*/ 4584997 h 5599766"/>
              <a:gd name="connsiteX18891" fmla="*/ 8922524 w 10321503"/>
              <a:gd name="connsiteY18891" fmla="*/ 4584997 h 5599766"/>
              <a:gd name="connsiteX18892" fmla="*/ 8921910 w 10321503"/>
              <a:gd name="connsiteY18892" fmla="*/ 4584639 h 5599766"/>
              <a:gd name="connsiteX18893" fmla="*/ 8918379 w 10321503"/>
              <a:gd name="connsiteY18893" fmla="*/ 4578497 h 5599766"/>
              <a:gd name="connsiteX18894" fmla="*/ 8918379 w 10321503"/>
              <a:gd name="connsiteY18894" fmla="*/ 4577832 h 5599766"/>
              <a:gd name="connsiteX18895" fmla="*/ 8921910 w 10321503"/>
              <a:gd name="connsiteY18895" fmla="*/ 4571690 h 5599766"/>
              <a:gd name="connsiteX18896" fmla="*/ 8922524 w 10321503"/>
              <a:gd name="connsiteY18896" fmla="*/ 4571332 h 5599766"/>
              <a:gd name="connsiteX18897" fmla="*/ 8929588 w 10321503"/>
              <a:gd name="connsiteY18897" fmla="*/ 4571332 h 5599766"/>
              <a:gd name="connsiteX18898" fmla="*/ 8930202 w 10321503"/>
              <a:gd name="connsiteY18898" fmla="*/ 4571690 h 5599766"/>
              <a:gd name="connsiteX18899" fmla="*/ 8933733 w 10321503"/>
              <a:gd name="connsiteY18899" fmla="*/ 4577832 h 5599766"/>
              <a:gd name="connsiteX18900" fmla="*/ 8933733 w 10321503"/>
              <a:gd name="connsiteY18900" fmla="*/ 4578497 h 5599766"/>
              <a:gd name="connsiteX18901" fmla="*/ 8930202 w 10321503"/>
              <a:gd name="connsiteY18901" fmla="*/ 4584639 h 5599766"/>
              <a:gd name="connsiteX18902" fmla="*/ 8929588 w 10321503"/>
              <a:gd name="connsiteY18902" fmla="*/ 4584997 h 5599766"/>
              <a:gd name="connsiteX18903" fmla="*/ 9127817 w 10321503"/>
              <a:gd name="connsiteY18903" fmla="*/ 4584997 h 5599766"/>
              <a:gd name="connsiteX18904" fmla="*/ 9120755 w 10321503"/>
              <a:gd name="connsiteY18904" fmla="*/ 4584997 h 5599766"/>
              <a:gd name="connsiteX18905" fmla="*/ 9120142 w 10321503"/>
              <a:gd name="connsiteY18905" fmla="*/ 4584639 h 5599766"/>
              <a:gd name="connsiteX18906" fmla="*/ 9116609 w 10321503"/>
              <a:gd name="connsiteY18906" fmla="*/ 4578497 h 5599766"/>
              <a:gd name="connsiteX18907" fmla="*/ 9116609 w 10321503"/>
              <a:gd name="connsiteY18907" fmla="*/ 4577832 h 5599766"/>
              <a:gd name="connsiteX18908" fmla="*/ 9120142 w 10321503"/>
              <a:gd name="connsiteY18908" fmla="*/ 4571690 h 5599766"/>
              <a:gd name="connsiteX18909" fmla="*/ 9120755 w 10321503"/>
              <a:gd name="connsiteY18909" fmla="*/ 4571332 h 5599766"/>
              <a:gd name="connsiteX18910" fmla="*/ 9127817 w 10321503"/>
              <a:gd name="connsiteY18910" fmla="*/ 4571332 h 5599766"/>
              <a:gd name="connsiteX18911" fmla="*/ 9128432 w 10321503"/>
              <a:gd name="connsiteY18911" fmla="*/ 4571690 h 5599766"/>
              <a:gd name="connsiteX18912" fmla="*/ 9131963 w 10321503"/>
              <a:gd name="connsiteY18912" fmla="*/ 4577832 h 5599766"/>
              <a:gd name="connsiteX18913" fmla="*/ 9131963 w 10321503"/>
              <a:gd name="connsiteY18913" fmla="*/ 4578497 h 5599766"/>
              <a:gd name="connsiteX18914" fmla="*/ 9128432 w 10321503"/>
              <a:gd name="connsiteY18914" fmla="*/ 4584639 h 5599766"/>
              <a:gd name="connsiteX18915" fmla="*/ 9127817 w 10321503"/>
              <a:gd name="connsiteY18915" fmla="*/ 4584997 h 5599766"/>
              <a:gd name="connsiteX18916" fmla="*/ 9326068 w 10321503"/>
              <a:gd name="connsiteY18916" fmla="*/ 4584997 h 5599766"/>
              <a:gd name="connsiteX18917" fmla="*/ 9319004 w 10321503"/>
              <a:gd name="connsiteY18917" fmla="*/ 4584997 h 5599766"/>
              <a:gd name="connsiteX18918" fmla="*/ 9318390 w 10321503"/>
              <a:gd name="connsiteY18918" fmla="*/ 4584639 h 5599766"/>
              <a:gd name="connsiteX18919" fmla="*/ 9314858 w 10321503"/>
              <a:gd name="connsiteY18919" fmla="*/ 4578497 h 5599766"/>
              <a:gd name="connsiteX18920" fmla="*/ 9314858 w 10321503"/>
              <a:gd name="connsiteY18920" fmla="*/ 4577832 h 5599766"/>
              <a:gd name="connsiteX18921" fmla="*/ 9318390 w 10321503"/>
              <a:gd name="connsiteY18921" fmla="*/ 4571690 h 5599766"/>
              <a:gd name="connsiteX18922" fmla="*/ 9319004 w 10321503"/>
              <a:gd name="connsiteY18922" fmla="*/ 4571332 h 5599766"/>
              <a:gd name="connsiteX18923" fmla="*/ 9326068 w 10321503"/>
              <a:gd name="connsiteY18923" fmla="*/ 4571332 h 5599766"/>
              <a:gd name="connsiteX18924" fmla="*/ 9326682 w 10321503"/>
              <a:gd name="connsiteY18924" fmla="*/ 4571690 h 5599766"/>
              <a:gd name="connsiteX18925" fmla="*/ 9330213 w 10321503"/>
              <a:gd name="connsiteY18925" fmla="*/ 4577832 h 5599766"/>
              <a:gd name="connsiteX18926" fmla="*/ 9330213 w 10321503"/>
              <a:gd name="connsiteY18926" fmla="*/ 4578497 h 5599766"/>
              <a:gd name="connsiteX18927" fmla="*/ 9326682 w 10321503"/>
              <a:gd name="connsiteY18927" fmla="*/ 4584639 h 5599766"/>
              <a:gd name="connsiteX18928" fmla="*/ 9326068 w 10321503"/>
              <a:gd name="connsiteY18928" fmla="*/ 4584997 h 5599766"/>
              <a:gd name="connsiteX18929" fmla="*/ 9524329 w 10321503"/>
              <a:gd name="connsiteY18929" fmla="*/ 4584997 h 5599766"/>
              <a:gd name="connsiteX18930" fmla="*/ 9517266 w 10321503"/>
              <a:gd name="connsiteY18930" fmla="*/ 4584997 h 5599766"/>
              <a:gd name="connsiteX18931" fmla="*/ 9516652 w 10321503"/>
              <a:gd name="connsiteY18931" fmla="*/ 4584639 h 5599766"/>
              <a:gd name="connsiteX18932" fmla="*/ 9513120 w 10321503"/>
              <a:gd name="connsiteY18932" fmla="*/ 4578497 h 5599766"/>
              <a:gd name="connsiteX18933" fmla="*/ 9513120 w 10321503"/>
              <a:gd name="connsiteY18933" fmla="*/ 4577832 h 5599766"/>
              <a:gd name="connsiteX18934" fmla="*/ 9516652 w 10321503"/>
              <a:gd name="connsiteY18934" fmla="*/ 4571690 h 5599766"/>
              <a:gd name="connsiteX18935" fmla="*/ 9517266 w 10321503"/>
              <a:gd name="connsiteY18935" fmla="*/ 4571332 h 5599766"/>
              <a:gd name="connsiteX18936" fmla="*/ 9524329 w 10321503"/>
              <a:gd name="connsiteY18936" fmla="*/ 4571332 h 5599766"/>
              <a:gd name="connsiteX18937" fmla="*/ 9524943 w 10321503"/>
              <a:gd name="connsiteY18937" fmla="*/ 4571690 h 5599766"/>
              <a:gd name="connsiteX18938" fmla="*/ 9528475 w 10321503"/>
              <a:gd name="connsiteY18938" fmla="*/ 4577832 h 5599766"/>
              <a:gd name="connsiteX18939" fmla="*/ 9528475 w 10321503"/>
              <a:gd name="connsiteY18939" fmla="*/ 4578497 h 5599766"/>
              <a:gd name="connsiteX18940" fmla="*/ 9524943 w 10321503"/>
              <a:gd name="connsiteY18940" fmla="*/ 4584639 h 5599766"/>
              <a:gd name="connsiteX18941" fmla="*/ 9524329 w 10321503"/>
              <a:gd name="connsiteY18941" fmla="*/ 4584997 h 5599766"/>
              <a:gd name="connsiteX18942" fmla="*/ 9722553 w 10321503"/>
              <a:gd name="connsiteY18942" fmla="*/ 4584997 h 5599766"/>
              <a:gd name="connsiteX18943" fmla="*/ 9715491 w 10321503"/>
              <a:gd name="connsiteY18943" fmla="*/ 4584997 h 5599766"/>
              <a:gd name="connsiteX18944" fmla="*/ 9714877 w 10321503"/>
              <a:gd name="connsiteY18944" fmla="*/ 4584639 h 5599766"/>
              <a:gd name="connsiteX18945" fmla="*/ 9711345 w 10321503"/>
              <a:gd name="connsiteY18945" fmla="*/ 4578497 h 5599766"/>
              <a:gd name="connsiteX18946" fmla="*/ 9711345 w 10321503"/>
              <a:gd name="connsiteY18946" fmla="*/ 4577832 h 5599766"/>
              <a:gd name="connsiteX18947" fmla="*/ 9714877 w 10321503"/>
              <a:gd name="connsiteY18947" fmla="*/ 4571690 h 5599766"/>
              <a:gd name="connsiteX18948" fmla="*/ 9715491 w 10321503"/>
              <a:gd name="connsiteY18948" fmla="*/ 4571332 h 5599766"/>
              <a:gd name="connsiteX18949" fmla="*/ 9722553 w 10321503"/>
              <a:gd name="connsiteY18949" fmla="*/ 4571332 h 5599766"/>
              <a:gd name="connsiteX18950" fmla="*/ 9723168 w 10321503"/>
              <a:gd name="connsiteY18950" fmla="*/ 4571690 h 5599766"/>
              <a:gd name="connsiteX18951" fmla="*/ 9726699 w 10321503"/>
              <a:gd name="connsiteY18951" fmla="*/ 4577832 h 5599766"/>
              <a:gd name="connsiteX18952" fmla="*/ 9726699 w 10321503"/>
              <a:gd name="connsiteY18952" fmla="*/ 4578497 h 5599766"/>
              <a:gd name="connsiteX18953" fmla="*/ 9723168 w 10321503"/>
              <a:gd name="connsiteY18953" fmla="*/ 4584639 h 5599766"/>
              <a:gd name="connsiteX18954" fmla="*/ 9722553 w 10321503"/>
              <a:gd name="connsiteY18954" fmla="*/ 4584997 h 5599766"/>
              <a:gd name="connsiteX18955" fmla="*/ 9920670 w 10321503"/>
              <a:gd name="connsiteY18955" fmla="*/ 4584997 h 5599766"/>
              <a:gd name="connsiteX18956" fmla="*/ 9913609 w 10321503"/>
              <a:gd name="connsiteY18956" fmla="*/ 4584997 h 5599766"/>
              <a:gd name="connsiteX18957" fmla="*/ 9912994 w 10321503"/>
              <a:gd name="connsiteY18957" fmla="*/ 4584639 h 5599766"/>
              <a:gd name="connsiteX18958" fmla="*/ 9909462 w 10321503"/>
              <a:gd name="connsiteY18958" fmla="*/ 4578497 h 5599766"/>
              <a:gd name="connsiteX18959" fmla="*/ 9909462 w 10321503"/>
              <a:gd name="connsiteY18959" fmla="*/ 4577832 h 5599766"/>
              <a:gd name="connsiteX18960" fmla="*/ 9912994 w 10321503"/>
              <a:gd name="connsiteY18960" fmla="*/ 4571690 h 5599766"/>
              <a:gd name="connsiteX18961" fmla="*/ 9913609 w 10321503"/>
              <a:gd name="connsiteY18961" fmla="*/ 4571332 h 5599766"/>
              <a:gd name="connsiteX18962" fmla="*/ 9920670 w 10321503"/>
              <a:gd name="connsiteY18962" fmla="*/ 4571332 h 5599766"/>
              <a:gd name="connsiteX18963" fmla="*/ 9921284 w 10321503"/>
              <a:gd name="connsiteY18963" fmla="*/ 4571690 h 5599766"/>
              <a:gd name="connsiteX18964" fmla="*/ 9924817 w 10321503"/>
              <a:gd name="connsiteY18964" fmla="*/ 4577832 h 5599766"/>
              <a:gd name="connsiteX18965" fmla="*/ 9924817 w 10321503"/>
              <a:gd name="connsiteY18965" fmla="*/ 4578497 h 5599766"/>
              <a:gd name="connsiteX18966" fmla="*/ 9921284 w 10321503"/>
              <a:gd name="connsiteY18966" fmla="*/ 4584639 h 5599766"/>
              <a:gd name="connsiteX18967" fmla="*/ 9920670 w 10321503"/>
              <a:gd name="connsiteY18967" fmla="*/ 4584997 h 5599766"/>
              <a:gd name="connsiteX18968" fmla="*/ 10118964 w 10321503"/>
              <a:gd name="connsiteY18968" fmla="*/ 4584997 h 5599766"/>
              <a:gd name="connsiteX18969" fmla="*/ 10111901 w 10321503"/>
              <a:gd name="connsiteY18969" fmla="*/ 4584997 h 5599766"/>
              <a:gd name="connsiteX18970" fmla="*/ 10111287 w 10321503"/>
              <a:gd name="connsiteY18970" fmla="*/ 4584639 h 5599766"/>
              <a:gd name="connsiteX18971" fmla="*/ 10107756 w 10321503"/>
              <a:gd name="connsiteY18971" fmla="*/ 4578497 h 5599766"/>
              <a:gd name="connsiteX18972" fmla="*/ 10107756 w 10321503"/>
              <a:gd name="connsiteY18972" fmla="*/ 4577832 h 5599766"/>
              <a:gd name="connsiteX18973" fmla="*/ 10111287 w 10321503"/>
              <a:gd name="connsiteY18973" fmla="*/ 4571690 h 5599766"/>
              <a:gd name="connsiteX18974" fmla="*/ 10111901 w 10321503"/>
              <a:gd name="connsiteY18974" fmla="*/ 4571332 h 5599766"/>
              <a:gd name="connsiteX18975" fmla="*/ 10118964 w 10321503"/>
              <a:gd name="connsiteY18975" fmla="*/ 4571332 h 5599766"/>
              <a:gd name="connsiteX18976" fmla="*/ 10119579 w 10321503"/>
              <a:gd name="connsiteY18976" fmla="*/ 4571690 h 5599766"/>
              <a:gd name="connsiteX18977" fmla="*/ 10123111 w 10321503"/>
              <a:gd name="connsiteY18977" fmla="*/ 4577832 h 5599766"/>
              <a:gd name="connsiteX18978" fmla="*/ 10123111 w 10321503"/>
              <a:gd name="connsiteY18978" fmla="*/ 4578497 h 5599766"/>
              <a:gd name="connsiteX18979" fmla="*/ 10119579 w 10321503"/>
              <a:gd name="connsiteY18979" fmla="*/ 4584639 h 5599766"/>
              <a:gd name="connsiteX18980" fmla="*/ 10118964 w 10321503"/>
              <a:gd name="connsiteY18980" fmla="*/ 4584997 h 5599766"/>
              <a:gd name="connsiteX18981" fmla="*/ 10317241 w 10321503"/>
              <a:gd name="connsiteY18981" fmla="*/ 4584997 h 5599766"/>
              <a:gd name="connsiteX18982" fmla="*/ 10310178 w 10321503"/>
              <a:gd name="connsiteY18982" fmla="*/ 4584997 h 5599766"/>
              <a:gd name="connsiteX18983" fmla="*/ 10309564 w 10321503"/>
              <a:gd name="connsiteY18983" fmla="*/ 4584639 h 5599766"/>
              <a:gd name="connsiteX18984" fmla="*/ 10306032 w 10321503"/>
              <a:gd name="connsiteY18984" fmla="*/ 4578497 h 5599766"/>
              <a:gd name="connsiteX18985" fmla="*/ 10306032 w 10321503"/>
              <a:gd name="connsiteY18985" fmla="*/ 4577832 h 5599766"/>
              <a:gd name="connsiteX18986" fmla="*/ 10309564 w 10321503"/>
              <a:gd name="connsiteY18986" fmla="*/ 4571690 h 5599766"/>
              <a:gd name="connsiteX18987" fmla="*/ 10310178 w 10321503"/>
              <a:gd name="connsiteY18987" fmla="*/ 4571332 h 5599766"/>
              <a:gd name="connsiteX18988" fmla="*/ 10317241 w 10321503"/>
              <a:gd name="connsiteY18988" fmla="*/ 4571332 h 5599766"/>
              <a:gd name="connsiteX18989" fmla="*/ 10317855 w 10321503"/>
              <a:gd name="connsiteY18989" fmla="*/ 4571690 h 5599766"/>
              <a:gd name="connsiteX18990" fmla="*/ 10321387 w 10321503"/>
              <a:gd name="connsiteY18990" fmla="*/ 4577832 h 5599766"/>
              <a:gd name="connsiteX18991" fmla="*/ 10321387 w 10321503"/>
              <a:gd name="connsiteY18991" fmla="*/ 4578497 h 5599766"/>
              <a:gd name="connsiteX18992" fmla="*/ 10317855 w 10321503"/>
              <a:gd name="connsiteY18992" fmla="*/ 4584639 h 5599766"/>
              <a:gd name="connsiteX18993" fmla="*/ 10317241 w 10321503"/>
              <a:gd name="connsiteY18993" fmla="*/ 4584997 h 5599766"/>
              <a:gd name="connsiteX18994" fmla="*/ 1795378 w 10321503"/>
              <a:gd name="connsiteY18994" fmla="*/ 4748364 h 5599766"/>
              <a:gd name="connsiteX18995" fmla="*/ 1788315 w 10321503"/>
              <a:gd name="connsiteY18995" fmla="*/ 4748364 h 5599766"/>
              <a:gd name="connsiteX18996" fmla="*/ 1787701 w 10321503"/>
              <a:gd name="connsiteY18996" fmla="*/ 4748005 h 5599766"/>
              <a:gd name="connsiteX18997" fmla="*/ 1784170 w 10321503"/>
              <a:gd name="connsiteY18997" fmla="*/ 4741862 h 5599766"/>
              <a:gd name="connsiteX18998" fmla="*/ 1784170 w 10321503"/>
              <a:gd name="connsiteY18998" fmla="*/ 4741198 h 5599766"/>
              <a:gd name="connsiteX18999" fmla="*/ 1787701 w 10321503"/>
              <a:gd name="connsiteY18999" fmla="*/ 4735056 h 5599766"/>
              <a:gd name="connsiteX19000" fmla="*/ 1788315 w 10321503"/>
              <a:gd name="connsiteY19000" fmla="*/ 4734697 h 5599766"/>
              <a:gd name="connsiteX19001" fmla="*/ 1795378 w 10321503"/>
              <a:gd name="connsiteY19001" fmla="*/ 4734697 h 5599766"/>
              <a:gd name="connsiteX19002" fmla="*/ 1795992 w 10321503"/>
              <a:gd name="connsiteY19002" fmla="*/ 4735056 h 5599766"/>
              <a:gd name="connsiteX19003" fmla="*/ 1799524 w 10321503"/>
              <a:gd name="connsiteY19003" fmla="*/ 4741198 h 5599766"/>
              <a:gd name="connsiteX19004" fmla="*/ 1799524 w 10321503"/>
              <a:gd name="connsiteY19004" fmla="*/ 4741862 h 5599766"/>
              <a:gd name="connsiteX19005" fmla="*/ 1795992 w 10321503"/>
              <a:gd name="connsiteY19005" fmla="*/ 4748005 h 5599766"/>
              <a:gd name="connsiteX19006" fmla="*/ 1795378 w 10321503"/>
              <a:gd name="connsiteY19006" fmla="*/ 4748364 h 5599766"/>
              <a:gd name="connsiteX19007" fmla="*/ 804204 w 10321503"/>
              <a:gd name="connsiteY19007" fmla="*/ 4748367 h 5599766"/>
              <a:gd name="connsiteX19008" fmla="*/ 797140 w 10321503"/>
              <a:gd name="connsiteY19008" fmla="*/ 4748367 h 5599766"/>
              <a:gd name="connsiteX19009" fmla="*/ 796526 w 10321503"/>
              <a:gd name="connsiteY19009" fmla="*/ 4748011 h 5599766"/>
              <a:gd name="connsiteX19010" fmla="*/ 792995 w 10321503"/>
              <a:gd name="connsiteY19010" fmla="*/ 4741868 h 5599766"/>
              <a:gd name="connsiteX19011" fmla="*/ 792995 w 10321503"/>
              <a:gd name="connsiteY19011" fmla="*/ 4741201 h 5599766"/>
              <a:gd name="connsiteX19012" fmla="*/ 796526 w 10321503"/>
              <a:gd name="connsiteY19012" fmla="*/ 4735061 h 5599766"/>
              <a:gd name="connsiteX19013" fmla="*/ 797140 w 10321503"/>
              <a:gd name="connsiteY19013" fmla="*/ 4734703 h 5599766"/>
              <a:gd name="connsiteX19014" fmla="*/ 804204 w 10321503"/>
              <a:gd name="connsiteY19014" fmla="*/ 4734703 h 5599766"/>
              <a:gd name="connsiteX19015" fmla="*/ 804818 w 10321503"/>
              <a:gd name="connsiteY19015" fmla="*/ 4735061 h 5599766"/>
              <a:gd name="connsiteX19016" fmla="*/ 808350 w 10321503"/>
              <a:gd name="connsiteY19016" fmla="*/ 4741201 h 5599766"/>
              <a:gd name="connsiteX19017" fmla="*/ 808350 w 10321503"/>
              <a:gd name="connsiteY19017" fmla="*/ 4741868 h 5599766"/>
              <a:gd name="connsiteX19018" fmla="*/ 804818 w 10321503"/>
              <a:gd name="connsiteY19018" fmla="*/ 4748011 h 5599766"/>
              <a:gd name="connsiteX19019" fmla="*/ 804204 w 10321503"/>
              <a:gd name="connsiteY19019" fmla="*/ 4748367 h 5599766"/>
              <a:gd name="connsiteX19020" fmla="*/ 1002428 w 10321503"/>
              <a:gd name="connsiteY19020" fmla="*/ 4748370 h 5599766"/>
              <a:gd name="connsiteX19021" fmla="*/ 995366 w 10321503"/>
              <a:gd name="connsiteY19021" fmla="*/ 4748370 h 5599766"/>
              <a:gd name="connsiteX19022" fmla="*/ 994752 w 10321503"/>
              <a:gd name="connsiteY19022" fmla="*/ 4748013 h 5599766"/>
              <a:gd name="connsiteX19023" fmla="*/ 991220 w 10321503"/>
              <a:gd name="connsiteY19023" fmla="*/ 4741869 h 5599766"/>
              <a:gd name="connsiteX19024" fmla="*/ 991220 w 10321503"/>
              <a:gd name="connsiteY19024" fmla="*/ 4741204 h 5599766"/>
              <a:gd name="connsiteX19025" fmla="*/ 994752 w 10321503"/>
              <a:gd name="connsiteY19025" fmla="*/ 4735063 h 5599766"/>
              <a:gd name="connsiteX19026" fmla="*/ 995366 w 10321503"/>
              <a:gd name="connsiteY19026" fmla="*/ 4734704 h 5599766"/>
              <a:gd name="connsiteX19027" fmla="*/ 1002428 w 10321503"/>
              <a:gd name="connsiteY19027" fmla="*/ 4734704 h 5599766"/>
              <a:gd name="connsiteX19028" fmla="*/ 1003042 w 10321503"/>
              <a:gd name="connsiteY19028" fmla="*/ 4735063 h 5599766"/>
              <a:gd name="connsiteX19029" fmla="*/ 1006574 w 10321503"/>
              <a:gd name="connsiteY19029" fmla="*/ 4741204 h 5599766"/>
              <a:gd name="connsiteX19030" fmla="*/ 1006574 w 10321503"/>
              <a:gd name="connsiteY19030" fmla="*/ 4741869 h 5599766"/>
              <a:gd name="connsiteX19031" fmla="*/ 1003042 w 10321503"/>
              <a:gd name="connsiteY19031" fmla="*/ 4748013 h 5599766"/>
              <a:gd name="connsiteX19032" fmla="*/ 1002428 w 10321503"/>
              <a:gd name="connsiteY19032" fmla="*/ 4748370 h 5599766"/>
              <a:gd name="connsiteX19033" fmla="*/ 605979 w 10321503"/>
              <a:gd name="connsiteY19033" fmla="*/ 4748382 h 5599766"/>
              <a:gd name="connsiteX19034" fmla="*/ 598916 w 10321503"/>
              <a:gd name="connsiteY19034" fmla="*/ 4748382 h 5599766"/>
              <a:gd name="connsiteX19035" fmla="*/ 598302 w 10321503"/>
              <a:gd name="connsiteY19035" fmla="*/ 4748022 h 5599766"/>
              <a:gd name="connsiteX19036" fmla="*/ 594770 w 10321503"/>
              <a:gd name="connsiteY19036" fmla="*/ 4741880 h 5599766"/>
              <a:gd name="connsiteX19037" fmla="*/ 594770 w 10321503"/>
              <a:gd name="connsiteY19037" fmla="*/ 4741216 h 5599766"/>
              <a:gd name="connsiteX19038" fmla="*/ 598302 w 10321503"/>
              <a:gd name="connsiteY19038" fmla="*/ 4735072 h 5599766"/>
              <a:gd name="connsiteX19039" fmla="*/ 598916 w 10321503"/>
              <a:gd name="connsiteY19039" fmla="*/ 4734715 h 5599766"/>
              <a:gd name="connsiteX19040" fmla="*/ 605979 w 10321503"/>
              <a:gd name="connsiteY19040" fmla="*/ 4734715 h 5599766"/>
              <a:gd name="connsiteX19041" fmla="*/ 606593 w 10321503"/>
              <a:gd name="connsiteY19041" fmla="*/ 4735072 h 5599766"/>
              <a:gd name="connsiteX19042" fmla="*/ 610125 w 10321503"/>
              <a:gd name="connsiteY19042" fmla="*/ 4741216 h 5599766"/>
              <a:gd name="connsiteX19043" fmla="*/ 610125 w 10321503"/>
              <a:gd name="connsiteY19043" fmla="*/ 4741880 h 5599766"/>
              <a:gd name="connsiteX19044" fmla="*/ 606593 w 10321503"/>
              <a:gd name="connsiteY19044" fmla="*/ 4748022 h 5599766"/>
              <a:gd name="connsiteX19045" fmla="*/ 605979 w 10321503"/>
              <a:gd name="connsiteY19045" fmla="*/ 4748382 h 5599766"/>
              <a:gd name="connsiteX19046" fmla="*/ 1993654 w 10321503"/>
              <a:gd name="connsiteY19046" fmla="*/ 4748392 h 5599766"/>
              <a:gd name="connsiteX19047" fmla="*/ 1986590 w 10321503"/>
              <a:gd name="connsiteY19047" fmla="*/ 4748392 h 5599766"/>
              <a:gd name="connsiteX19048" fmla="*/ 1985976 w 10321503"/>
              <a:gd name="connsiteY19048" fmla="*/ 4748033 h 5599766"/>
              <a:gd name="connsiteX19049" fmla="*/ 1982445 w 10321503"/>
              <a:gd name="connsiteY19049" fmla="*/ 4741891 h 5599766"/>
              <a:gd name="connsiteX19050" fmla="*/ 1982445 w 10321503"/>
              <a:gd name="connsiteY19050" fmla="*/ 4741225 h 5599766"/>
              <a:gd name="connsiteX19051" fmla="*/ 1985976 w 10321503"/>
              <a:gd name="connsiteY19051" fmla="*/ 4735084 h 5599766"/>
              <a:gd name="connsiteX19052" fmla="*/ 1986590 w 10321503"/>
              <a:gd name="connsiteY19052" fmla="*/ 4734724 h 5599766"/>
              <a:gd name="connsiteX19053" fmla="*/ 1993654 w 10321503"/>
              <a:gd name="connsiteY19053" fmla="*/ 4734724 h 5599766"/>
              <a:gd name="connsiteX19054" fmla="*/ 1994268 w 10321503"/>
              <a:gd name="connsiteY19054" fmla="*/ 4735084 h 5599766"/>
              <a:gd name="connsiteX19055" fmla="*/ 1997800 w 10321503"/>
              <a:gd name="connsiteY19055" fmla="*/ 4741225 h 5599766"/>
              <a:gd name="connsiteX19056" fmla="*/ 1997800 w 10321503"/>
              <a:gd name="connsiteY19056" fmla="*/ 4741891 h 5599766"/>
              <a:gd name="connsiteX19057" fmla="*/ 1994268 w 10321503"/>
              <a:gd name="connsiteY19057" fmla="*/ 4748033 h 5599766"/>
              <a:gd name="connsiteX19058" fmla="*/ 1993654 w 10321503"/>
              <a:gd name="connsiteY19058" fmla="*/ 4748392 h 5599766"/>
              <a:gd name="connsiteX19059" fmla="*/ 407754 w 10321503"/>
              <a:gd name="connsiteY19059" fmla="*/ 4748402 h 5599766"/>
              <a:gd name="connsiteX19060" fmla="*/ 400692 w 10321503"/>
              <a:gd name="connsiteY19060" fmla="*/ 4748402 h 5599766"/>
              <a:gd name="connsiteX19061" fmla="*/ 400078 w 10321503"/>
              <a:gd name="connsiteY19061" fmla="*/ 4748041 h 5599766"/>
              <a:gd name="connsiteX19062" fmla="*/ 396546 w 10321503"/>
              <a:gd name="connsiteY19062" fmla="*/ 4741900 h 5599766"/>
              <a:gd name="connsiteX19063" fmla="*/ 396546 w 10321503"/>
              <a:gd name="connsiteY19063" fmla="*/ 4741235 h 5599766"/>
              <a:gd name="connsiteX19064" fmla="*/ 400078 w 10321503"/>
              <a:gd name="connsiteY19064" fmla="*/ 4735095 h 5599766"/>
              <a:gd name="connsiteX19065" fmla="*/ 400692 w 10321503"/>
              <a:gd name="connsiteY19065" fmla="*/ 4734733 h 5599766"/>
              <a:gd name="connsiteX19066" fmla="*/ 407754 w 10321503"/>
              <a:gd name="connsiteY19066" fmla="*/ 4734733 h 5599766"/>
              <a:gd name="connsiteX19067" fmla="*/ 408369 w 10321503"/>
              <a:gd name="connsiteY19067" fmla="*/ 4735095 h 5599766"/>
              <a:gd name="connsiteX19068" fmla="*/ 411900 w 10321503"/>
              <a:gd name="connsiteY19068" fmla="*/ 4741235 h 5599766"/>
              <a:gd name="connsiteX19069" fmla="*/ 411900 w 10321503"/>
              <a:gd name="connsiteY19069" fmla="*/ 4741900 h 5599766"/>
              <a:gd name="connsiteX19070" fmla="*/ 408369 w 10321503"/>
              <a:gd name="connsiteY19070" fmla="*/ 4748041 h 5599766"/>
              <a:gd name="connsiteX19071" fmla="*/ 407754 w 10321503"/>
              <a:gd name="connsiteY19071" fmla="*/ 4748402 h 5599766"/>
              <a:gd name="connsiteX19072" fmla="*/ 1398928 w 10321503"/>
              <a:gd name="connsiteY19072" fmla="*/ 4748409 h 5599766"/>
              <a:gd name="connsiteX19073" fmla="*/ 1391866 w 10321503"/>
              <a:gd name="connsiteY19073" fmla="*/ 4748409 h 5599766"/>
              <a:gd name="connsiteX19074" fmla="*/ 1391252 w 10321503"/>
              <a:gd name="connsiteY19074" fmla="*/ 4748053 h 5599766"/>
              <a:gd name="connsiteX19075" fmla="*/ 1387720 w 10321503"/>
              <a:gd name="connsiteY19075" fmla="*/ 4741907 h 5599766"/>
              <a:gd name="connsiteX19076" fmla="*/ 1387720 w 10321503"/>
              <a:gd name="connsiteY19076" fmla="*/ 4741242 h 5599766"/>
              <a:gd name="connsiteX19077" fmla="*/ 1391252 w 10321503"/>
              <a:gd name="connsiteY19077" fmla="*/ 4735102 h 5599766"/>
              <a:gd name="connsiteX19078" fmla="*/ 1391866 w 10321503"/>
              <a:gd name="connsiteY19078" fmla="*/ 4734741 h 5599766"/>
              <a:gd name="connsiteX19079" fmla="*/ 1398928 w 10321503"/>
              <a:gd name="connsiteY19079" fmla="*/ 4734741 h 5599766"/>
              <a:gd name="connsiteX19080" fmla="*/ 1399544 w 10321503"/>
              <a:gd name="connsiteY19080" fmla="*/ 4735102 h 5599766"/>
              <a:gd name="connsiteX19081" fmla="*/ 1403074 w 10321503"/>
              <a:gd name="connsiteY19081" fmla="*/ 4741242 h 5599766"/>
              <a:gd name="connsiteX19082" fmla="*/ 1403074 w 10321503"/>
              <a:gd name="connsiteY19082" fmla="*/ 4741907 h 5599766"/>
              <a:gd name="connsiteX19083" fmla="*/ 1399544 w 10321503"/>
              <a:gd name="connsiteY19083" fmla="*/ 4748053 h 5599766"/>
              <a:gd name="connsiteX19084" fmla="*/ 1398928 w 10321503"/>
              <a:gd name="connsiteY19084" fmla="*/ 4748409 h 5599766"/>
              <a:gd name="connsiteX19085" fmla="*/ 209480 w 10321503"/>
              <a:gd name="connsiteY19085" fmla="*/ 4748424 h 5599766"/>
              <a:gd name="connsiteX19086" fmla="*/ 202416 w 10321503"/>
              <a:gd name="connsiteY19086" fmla="*/ 4748424 h 5599766"/>
              <a:gd name="connsiteX19087" fmla="*/ 201803 w 10321503"/>
              <a:gd name="connsiteY19087" fmla="*/ 4748064 h 5599766"/>
              <a:gd name="connsiteX19088" fmla="*/ 198270 w 10321503"/>
              <a:gd name="connsiteY19088" fmla="*/ 4741921 h 5599766"/>
              <a:gd name="connsiteX19089" fmla="*/ 198270 w 10321503"/>
              <a:gd name="connsiteY19089" fmla="*/ 4741256 h 5599766"/>
              <a:gd name="connsiteX19090" fmla="*/ 201803 w 10321503"/>
              <a:gd name="connsiteY19090" fmla="*/ 4735113 h 5599766"/>
              <a:gd name="connsiteX19091" fmla="*/ 202416 w 10321503"/>
              <a:gd name="connsiteY19091" fmla="*/ 4734756 h 5599766"/>
              <a:gd name="connsiteX19092" fmla="*/ 209480 w 10321503"/>
              <a:gd name="connsiteY19092" fmla="*/ 4734756 h 5599766"/>
              <a:gd name="connsiteX19093" fmla="*/ 210094 w 10321503"/>
              <a:gd name="connsiteY19093" fmla="*/ 4735113 h 5599766"/>
              <a:gd name="connsiteX19094" fmla="*/ 213625 w 10321503"/>
              <a:gd name="connsiteY19094" fmla="*/ 4741256 h 5599766"/>
              <a:gd name="connsiteX19095" fmla="*/ 213625 w 10321503"/>
              <a:gd name="connsiteY19095" fmla="*/ 4741921 h 5599766"/>
              <a:gd name="connsiteX19096" fmla="*/ 210094 w 10321503"/>
              <a:gd name="connsiteY19096" fmla="*/ 4748064 h 5599766"/>
              <a:gd name="connsiteX19097" fmla="*/ 209480 w 10321503"/>
              <a:gd name="connsiteY19097" fmla="*/ 4748424 h 5599766"/>
              <a:gd name="connsiteX19098" fmla="*/ 1597154 w 10321503"/>
              <a:gd name="connsiteY19098" fmla="*/ 4748430 h 5599766"/>
              <a:gd name="connsiteX19099" fmla="*/ 1590090 w 10321503"/>
              <a:gd name="connsiteY19099" fmla="*/ 4748430 h 5599766"/>
              <a:gd name="connsiteX19100" fmla="*/ 1589476 w 10321503"/>
              <a:gd name="connsiteY19100" fmla="*/ 4748071 h 5599766"/>
              <a:gd name="connsiteX19101" fmla="*/ 1585944 w 10321503"/>
              <a:gd name="connsiteY19101" fmla="*/ 4741929 h 5599766"/>
              <a:gd name="connsiteX19102" fmla="*/ 1585944 w 10321503"/>
              <a:gd name="connsiteY19102" fmla="*/ 4741262 h 5599766"/>
              <a:gd name="connsiteX19103" fmla="*/ 1589476 w 10321503"/>
              <a:gd name="connsiteY19103" fmla="*/ 4735119 h 5599766"/>
              <a:gd name="connsiteX19104" fmla="*/ 1590090 w 10321503"/>
              <a:gd name="connsiteY19104" fmla="*/ 4734765 h 5599766"/>
              <a:gd name="connsiteX19105" fmla="*/ 1597154 w 10321503"/>
              <a:gd name="connsiteY19105" fmla="*/ 4734765 h 5599766"/>
              <a:gd name="connsiteX19106" fmla="*/ 1597768 w 10321503"/>
              <a:gd name="connsiteY19106" fmla="*/ 4735119 h 5599766"/>
              <a:gd name="connsiteX19107" fmla="*/ 1601298 w 10321503"/>
              <a:gd name="connsiteY19107" fmla="*/ 4741262 h 5599766"/>
              <a:gd name="connsiteX19108" fmla="*/ 1601298 w 10321503"/>
              <a:gd name="connsiteY19108" fmla="*/ 4741929 h 5599766"/>
              <a:gd name="connsiteX19109" fmla="*/ 1597768 w 10321503"/>
              <a:gd name="connsiteY19109" fmla="*/ 4748071 h 5599766"/>
              <a:gd name="connsiteX19110" fmla="*/ 1597154 w 10321503"/>
              <a:gd name="connsiteY19110" fmla="*/ 4748430 h 5599766"/>
              <a:gd name="connsiteX19111" fmla="*/ 11254 w 10321503"/>
              <a:gd name="connsiteY19111" fmla="*/ 4748439 h 5599766"/>
              <a:gd name="connsiteX19112" fmla="*/ 4192 w 10321503"/>
              <a:gd name="connsiteY19112" fmla="*/ 4748439 h 5599766"/>
              <a:gd name="connsiteX19113" fmla="*/ 3578 w 10321503"/>
              <a:gd name="connsiteY19113" fmla="*/ 4748080 h 5599766"/>
              <a:gd name="connsiteX19114" fmla="*/ 46 w 10321503"/>
              <a:gd name="connsiteY19114" fmla="*/ 4741939 h 5599766"/>
              <a:gd name="connsiteX19115" fmla="*/ 46 w 10321503"/>
              <a:gd name="connsiteY19115" fmla="*/ 4741272 h 5599766"/>
              <a:gd name="connsiteX19116" fmla="*/ 3578 w 10321503"/>
              <a:gd name="connsiteY19116" fmla="*/ 4735127 h 5599766"/>
              <a:gd name="connsiteX19117" fmla="*/ 4192 w 10321503"/>
              <a:gd name="connsiteY19117" fmla="*/ 4734773 h 5599766"/>
              <a:gd name="connsiteX19118" fmla="*/ 11254 w 10321503"/>
              <a:gd name="connsiteY19118" fmla="*/ 4734773 h 5599766"/>
              <a:gd name="connsiteX19119" fmla="*/ 11868 w 10321503"/>
              <a:gd name="connsiteY19119" fmla="*/ 4735127 h 5599766"/>
              <a:gd name="connsiteX19120" fmla="*/ 15400 w 10321503"/>
              <a:gd name="connsiteY19120" fmla="*/ 4741272 h 5599766"/>
              <a:gd name="connsiteX19121" fmla="*/ 15400 w 10321503"/>
              <a:gd name="connsiteY19121" fmla="*/ 4741939 h 5599766"/>
              <a:gd name="connsiteX19122" fmla="*/ 11868 w 10321503"/>
              <a:gd name="connsiteY19122" fmla="*/ 4748080 h 5599766"/>
              <a:gd name="connsiteX19123" fmla="*/ 11254 w 10321503"/>
              <a:gd name="connsiteY19123" fmla="*/ 4748439 h 5599766"/>
              <a:gd name="connsiteX19124" fmla="*/ 1200704 w 10321503"/>
              <a:gd name="connsiteY19124" fmla="*/ 4748442 h 5599766"/>
              <a:gd name="connsiteX19125" fmla="*/ 1193642 w 10321503"/>
              <a:gd name="connsiteY19125" fmla="*/ 4748442 h 5599766"/>
              <a:gd name="connsiteX19126" fmla="*/ 1193028 w 10321503"/>
              <a:gd name="connsiteY19126" fmla="*/ 4748086 h 5599766"/>
              <a:gd name="connsiteX19127" fmla="*/ 1189495 w 10321503"/>
              <a:gd name="connsiteY19127" fmla="*/ 4741941 h 5599766"/>
              <a:gd name="connsiteX19128" fmla="*/ 1189495 w 10321503"/>
              <a:gd name="connsiteY19128" fmla="*/ 4741276 h 5599766"/>
              <a:gd name="connsiteX19129" fmla="*/ 1193028 w 10321503"/>
              <a:gd name="connsiteY19129" fmla="*/ 4735134 h 5599766"/>
              <a:gd name="connsiteX19130" fmla="*/ 1193642 w 10321503"/>
              <a:gd name="connsiteY19130" fmla="*/ 4734774 h 5599766"/>
              <a:gd name="connsiteX19131" fmla="*/ 1200704 w 10321503"/>
              <a:gd name="connsiteY19131" fmla="*/ 4734774 h 5599766"/>
              <a:gd name="connsiteX19132" fmla="*/ 1201318 w 10321503"/>
              <a:gd name="connsiteY19132" fmla="*/ 4735134 h 5599766"/>
              <a:gd name="connsiteX19133" fmla="*/ 1204850 w 10321503"/>
              <a:gd name="connsiteY19133" fmla="*/ 4741276 h 5599766"/>
              <a:gd name="connsiteX19134" fmla="*/ 1204850 w 10321503"/>
              <a:gd name="connsiteY19134" fmla="*/ 4741941 h 5599766"/>
              <a:gd name="connsiteX19135" fmla="*/ 1201318 w 10321503"/>
              <a:gd name="connsiteY19135" fmla="*/ 4748086 h 5599766"/>
              <a:gd name="connsiteX19136" fmla="*/ 1200704 w 10321503"/>
              <a:gd name="connsiteY19136" fmla="*/ 4748442 h 5599766"/>
              <a:gd name="connsiteX19137" fmla="*/ 2189611 w 10321503"/>
              <a:gd name="connsiteY19137" fmla="*/ 4754151 h 5599766"/>
              <a:gd name="connsiteX19138" fmla="*/ 2182548 w 10321503"/>
              <a:gd name="connsiteY19138" fmla="*/ 4754151 h 5599766"/>
              <a:gd name="connsiteX19139" fmla="*/ 2181933 w 10321503"/>
              <a:gd name="connsiteY19139" fmla="*/ 4753793 h 5599766"/>
              <a:gd name="connsiteX19140" fmla="*/ 2178401 w 10321503"/>
              <a:gd name="connsiteY19140" fmla="*/ 4747651 h 5599766"/>
              <a:gd name="connsiteX19141" fmla="*/ 2178401 w 10321503"/>
              <a:gd name="connsiteY19141" fmla="*/ 4746986 h 5599766"/>
              <a:gd name="connsiteX19142" fmla="*/ 2181933 w 10321503"/>
              <a:gd name="connsiteY19142" fmla="*/ 4740844 h 5599766"/>
              <a:gd name="connsiteX19143" fmla="*/ 2182548 w 10321503"/>
              <a:gd name="connsiteY19143" fmla="*/ 4740486 h 5599766"/>
              <a:gd name="connsiteX19144" fmla="*/ 2189611 w 10321503"/>
              <a:gd name="connsiteY19144" fmla="*/ 4740486 h 5599766"/>
              <a:gd name="connsiteX19145" fmla="*/ 2190225 w 10321503"/>
              <a:gd name="connsiteY19145" fmla="*/ 4740844 h 5599766"/>
              <a:gd name="connsiteX19146" fmla="*/ 2193757 w 10321503"/>
              <a:gd name="connsiteY19146" fmla="*/ 4746986 h 5599766"/>
              <a:gd name="connsiteX19147" fmla="*/ 2193757 w 10321503"/>
              <a:gd name="connsiteY19147" fmla="*/ 4747651 h 5599766"/>
              <a:gd name="connsiteX19148" fmla="*/ 2190225 w 10321503"/>
              <a:gd name="connsiteY19148" fmla="*/ 4753793 h 5599766"/>
              <a:gd name="connsiteX19149" fmla="*/ 2189611 w 10321503"/>
              <a:gd name="connsiteY19149" fmla="*/ 4754151 h 5599766"/>
              <a:gd name="connsiteX19150" fmla="*/ 2387835 w 10321503"/>
              <a:gd name="connsiteY19150" fmla="*/ 4754151 h 5599766"/>
              <a:gd name="connsiteX19151" fmla="*/ 2380773 w 10321503"/>
              <a:gd name="connsiteY19151" fmla="*/ 4754151 h 5599766"/>
              <a:gd name="connsiteX19152" fmla="*/ 2380159 w 10321503"/>
              <a:gd name="connsiteY19152" fmla="*/ 4753793 h 5599766"/>
              <a:gd name="connsiteX19153" fmla="*/ 2376626 w 10321503"/>
              <a:gd name="connsiteY19153" fmla="*/ 4747651 h 5599766"/>
              <a:gd name="connsiteX19154" fmla="*/ 2376626 w 10321503"/>
              <a:gd name="connsiteY19154" fmla="*/ 4746986 h 5599766"/>
              <a:gd name="connsiteX19155" fmla="*/ 2380159 w 10321503"/>
              <a:gd name="connsiteY19155" fmla="*/ 4740844 h 5599766"/>
              <a:gd name="connsiteX19156" fmla="*/ 2380773 w 10321503"/>
              <a:gd name="connsiteY19156" fmla="*/ 4740486 h 5599766"/>
              <a:gd name="connsiteX19157" fmla="*/ 2387835 w 10321503"/>
              <a:gd name="connsiteY19157" fmla="*/ 4740486 h 5599766"/>
              <a:gd name="connsiteX19158" fmla="*/ 2388449 w 10321503"/>
              <a:gd name="connsiteY19158" fmla="*/ 4740844 h 5599766"/>
              <a:gd name="connsiteX19159" fmla="*/ 2391981 w 10321503"/>
              <a:gd name="connsiteY19159" fmla="*/ 4746986 h 5599766"/>
              <a:gd name="connsiteX19160" fmla="*/ 2391981 w 10321503"/>
              <a:gd name="connsiteY19160" fmla="*/ 4747651 h 5599766"/>
              <a:gd name="connsiteX19161" fmla="*/ 2388449 w 10321503"/>
              <a:gd name="connsiteY19161" fmla="*/ 4753793 h 5599766"/>
              <a:gd name="connsiteX19162" fmla="*/ 2387835 w 10321503"/>
              <a:gd name="connsiteY19162" fmla="*/ 4754151 h 5599766"/>
              <a:gd name="connsiteX19163" fmla="*/ 2586060 w 10321503"/>
              <a:gd name="connsiteY19163" fmla="*/ 4754151 h 5599766"/>
              <a:gd name="connsiteX19164" fmla="*/ 2578998 w 10321503"/>
              <a:gd name="connsiteY19164" fmla="*/ 4754151 h 5599766"/>
              <a:gd name="connsiteX19165" fmla="*/ 2578383 w 10321503"/>
              <a:gd name="connsiteY19165" fmla="*/ 4753793 h 5599766"/>
              <a:gd name="connsiteX19166" fmla="*/ 2574850 w 10321503"/>
              <a:gd name="connsiteY19166" fmla="*/ 4747651 h 5599766"/>
              <a:gd name="connsiteX19167" fmla="*/ 2574850 w 10321503"/>
              <a:gd name="connsiteY19167" fmla="*/ 4746986 h 5599766"/>
              <a:gd name="connsiteX19168" fmla="*/ 2578383 w 10321503"/>
              <a:gd name="connsiteY19168" fmla="*/ 4740844 h 5599766"/>
              <a:gd name="connsiteX19169" fmla="*/ 2578998 w 10321503"/>
              <a:gd name="connsiteY19169" fmla="*/ 4740486 h 5599766"/>
              <a:gd name="connsiteX19170" fmla="*/ 2586060 w 10321503"/>
              <a:gd name="connsiteY19170" fmla="*/ 4740486 h 5599766"/>
              <a:gd name="connsiteX19171" fmla="*/ 2586674 w 10321503"/>
              <a:gd name="connsiteY19171" fmla="*/ 4740844 h 5599766"/>
              <a:gd name="connsiteX19172" fmla="*/ 2590205 w 10321503"/>
              <a:gd name="connsiteY19172" fmla="*/ 4746986 h 5599766"/>
              <a:gd name="connsiteX19173" fmla="*/ 2590205 w 10321503"/>
              <a:gd name="connsiteY19173" fmla="*/ 4747651 h 5599766"/>
              <a:gd name="connsiteX19174" fmla="*/ 2586674 w 10321503"/>
              <a:gd name="connsiteY19174" fmla="*/ 4753793 h 5599766"/>
              <a:gd name="connsiteX19175" fmla="*/ 2586060 w 10321503"/>
              <a:gd name="connsiteY19175" fmla="*/ 4754151 h 5599766"/>
              <a:gd name="connsiteX19176" fmla="*/ 2784284 w 10321503"/>
              <a:gd name="connsiteY19176" fmla="*/ 4754151 h 5599766"/>
              <a:gd name="connsiteX19177" fmla="*/ 2777221 w 10321503"/>
              <a:gd name="connsiteY19177" fmla="*/ 4754151 h 5599766"/>
              <a:gd name="connsiteX19178" fmla="*/ 2776607 w 10321503"/>
              <a:gd name="connsiteY19178" fmla="*/ 4753793 h 5599766"/>
              <a:gd name="connsiteX19179" fmla="*/ 2773075 w 10321503"/>
              <a:gd name="connsiteY19179" fmla="*/ 4747651 h 5599766"/>
              <a:gd name="connsiteX19180" fmla="*/ 2773075 w 10321503"/>
              <a:gd name="connsiteY19180" fmla="*/ 4746986 h 5599766"/>
              <a:gd name="connsiteX19181" fmla="*/ 2776607 w 10321503"/>
              <a:gd name="connsiteY19181" fmla="*/ 4740844 h 5599766"/>
              <a:gd name="connsiteX19182" fmla="*/ 2777221 w 10321503"/>
              <a:gd name="connsiteY19182" fmla="*/ 4740486 h 5599766"/>
              <a:gd name="connsiteX19183" fmla="*/ 2784284 w 10321503"/>
              <a:gd name="connsiteY19183" fmla="*/ 4740486 h 5599766"/>
              <a:gd name="connsiteX19184" fmla="*/ 2784898 w 10321503"/>
              <a:gd name="connsiteY19184" fmla="*/ 4740844 h 5599766"/>
              <a:gd name="connsiteX19185" fmla="*/ 2788430 w 10321503"/>
              <a:gd name="connsiteY19185" fmla="*/ 4746986 h 5599766"/>
              <a:gd name="connsiteX19186" fmla="*/ 2788430 w 10321503"/>
              <a:gd name="connsiteY19186" fmla="*/ 4747651 h 5599766"/>
              <a:gd name="connsiteX19187" fmla="*/ 2784898 w 10321503"/>
              <a:gd name="connsiteY19187" fmla="*/ 4753793 h 5599766"/>
              <a:gd name="connsiteX19188" fmla="*/ 2784284 w 10321503"/>
              <a:gd name="connsiteY19188" fmla="*/ 4754151 h 5599766"/>
              <a:gd name="connsiteX19189" fmla="*/ 2982559 w 10321503"/>
              <a:gd name="connsiteY19189" fmla="*/ 4754151 h 5599766"/>
              <a:gd name="connsiteX19190" fmla="*/ 2975496 w 10321503"/>
              <a:gd name="connsiteY19190" fmla="*/ 4754151 h 5599766"/>
              <a:gd name="connsiteX19191" fmla="*/ 2974882 w 10321503"/>
              <a:gd name="connsiteY19191" fmla="*/ 4753793 h 5599766"/>
              <a:gd name="connsiteX19192" fmla="*/ 2971351 w 10321503"/>
              <a:gd name="connsiteY19192" fmla="*/ 4747651 h 5599766"/>
              <a:gd name="connsiteX19193" fmla="*/ 2971351 w 10321503"/>
              <a:gd name="connsiteY19193" fmla="*/ 4746986 h 5599766"/>
              <a:gd name="connsiteX19194" fmla="*/ 2974882 w 10321503"/>
              <a:gd name="connsiteY19194" fmla="*/ 4740844 h 5599766"/>
              <a:gd name="connsiteX19195" fmla="*/ 2975496 w 10321503"/>
              <a:gd name="connsiteY19195" fmla="*/ 4740486 h 5599766"/>
              <a:gd name="connsiteX19196" fmla="*/ 2982559 w 10321503"/>
              <a:gd name="connsiteY19196" fmla="*/ 4740486 h 5599766"/>
              <a:gd name="connsiteX19197" fmla="*/ 2983173 w 10321503"/>
              <a:gd name="connsiteY19197" fmla="*/ 4740844 h 5599766"/>
              <a:gd name="connsiteX19198" fmla="*/ 2986706 w 10321503"/>
              <a:gd name="connsiteY19198" fmla="*/ 4746986 h 5599766"/>
              <a:gd name="connsiteX19199" fmla="*/ 2986706 w 10321503"/>
              <a:gd name="connsiteY19199" fmla="*/ 4747651 h 5599766"/>
              <a:gd name="connsiteX19200" fmla="*/ 2983173 w 10321503"/>
              <a:gd name="connsiteY19200" fmla="*/ 4753793 h 5599766"/>
              <a:gd name="connsiteX19201" fmla="*/ 2982559 w 10321503"/>
              <a:gd name="connsiteY19201" fmla="*/ 4754151 h 5599766"/>
              <a:gd name="connsiteX19202" fmla="*/ 3180784 w 10321503"/>
              <a:gd name="connsiteY19202" fmla="*/ 4754151 h 5599766"/>
              <a:gd name="connsiteX19203" fmla="*/ 3173721 w 10321503"/>
              <a:gd name="connsiteY19203" fmla="*/ 4754151 h 5599766"/>
              <a:gd name="connsiteX19204" fmla="*/ 3173107 w 10321503"/>
              <a:gd name="connsiteY19204" fmla="*/ 4753793 h 5599766"/>
              <a:gd name="connsiteX19205" fmla="*/ 3169576 w 10321503"/>
              <a:gd name="connsiteY19205" fmla="*/ 4747651 h 5599766"/>
              <a:gd name="connsiteX19206" fmla="*/ 3169576 w 10321503"/>
              <a:gd name="connsiteY19206" fmla="*/ 4746986 h 5599766"/>
              <a:gd name="connsiteX19207" fmla="*/ 3173107 w 10321503"/>
              <a:gd name="connsiteY19207" fmla="*/ 4740844 h 5599766"/>
              <a:gd name="connsiteX19208" fmla="*/ 3173721 w 10321503"/>
              <a:gd name="connsiteY19208" fmla="*/ 4740486 h 5599766"/>
              <a:gd name="connsiteX19209" fmla="*/ 3180784 w 10321503"/>
              <a:gd name="connsiteY19209" fmla="*/ 4740486 h 5599766"/>
              <a:gd name="connsiteX19210" fmla="*/ 3181398 w 10321503"/>
              <a:gd name="connsiteY19210" fmla="*/ 4740844 h 5599766"/>
              <a:gd name="connsiteX19211" fmla="*/ 3184931 w 10321503"/>
              <a:gd name="connsiteY19211" fmla="*/ 4746986 h 5599766"/>
              <a:gd name="connsiteX19212" fmla="*/ 3184931 w 10321503"/>
              <a:gd name="connsiteY19212" fmla="*/ 4747651 h 5599766"/>
              <a:gd name="connsiteX19213" fmla="*/ 3181398 w 10321503"/>
              <a:gd name="connsiteY19213" fmla="*/ 4753793 h 5599766"/>
              <a:gd name="connsiteX19214" fmla="*/ 3180784 w 10321503"/>
              <a:gd name="connsiteY19214" fmla="*/ 4754151 h 5599766"/>
              <a:gd name="connsiteX19215" fmla="*/ 3379008 w 10321503"/>
              <a:gd name="connsiteY19215" fmla="*/ 4754151 h 5599766"/>
              <a:gd name="connsiteX19216" fmla="*/ 3371947 w 10321503"/>
              <a:gd name="connsiteY19216" fmla="*/ 4754151 h 5599766"/>
              <a:gd name="connsiteX19217" fmla="*/ 3371332 w 10321503"/>
              <a:gd name="connsiteY19217" fmla="*/ 4753793 h 5599766"/>
              <a:gd name="connsiteX19218" fmla="*/ 3367800 w 10321503"/>
              <a:gd name="connsiteY19218" fmla="*/ 4747651 h 5599766"/>
              <a:gd name="connsiteX19219" fmla="*/ 3367800 w 10321503"/>
              <a:gd name="connsiteY19219" fmla="*/ 4746986 h 5599766"/>
              <a:gd name="connsiteX19220" fmla="*/ 3371332 w 10321503"/>
              <a:gd name="connsiteY19220" fmla="*/ 4740844 h 5599766"/>
              <a:gd name="connsiteX19221" fmla="*/ 3371947 w 10321503"/>
              <a:gd name="connsiteY19221" fmla="*/ 4740486 h 5599766"/>
              <a:gd name="connsiteX19222" fmla="*/ 3379008 w 10321503"/>
              <a:gd name="connsiteY19222" fmla="*/ 4740486 h 5599766"/>
              <a:gd name="connsiteX19223" fmla="*/ 3379624 w 10321503"/>
              <a:gd name="connsiteY19223" fmla="*/ 4740844 h 5599766"/>
              <a:gd name="connsiteX19224" fmla="*/ 3383155 w 10321503"/>
              <a:gd name="connsiteY19224" fmla="*/ 4746986 h 5599766"/>
              <a:gd name="connsiteX19225" fmla="*/ 3383155 w 10321503"/>
              <a:gd name="connsiteY19225" fmla="*/ 4747651 h 5599766"/>
              <a:gd name="connsiteX19226" fmla="*/ 3379624 w 10321503"/>
              <a:gd name="connsiteY19226" fmla="*/ 4753793 h 5599766"/>
              <a:gd name="connsiteX19227" fmla="*/ 3379008 w 10321503"/>
              <a:gd name="connsiteY19227" fmla="*/ 4754151 h 5599766"/>
              <a:gd name="connsiteX19228" fmla="*/ 3577234 w 10321503"/>
              <a:gd name="connsiteY19228" fmla="*/ 4754151 h 5599766"/>
              <a:gd name="connsiteX19229" fmla="*/ 3570172 w 10321503"/>
              <a:gd name="connsiteY19229" fmla="*/ 4754151 h 5599766"/>
              <a:gd name="connsiteX19230" fmla="*/ 3569557 w 10321503"/>
              <a:gd name="connsiteY19230" fmla="*/ 4753793 h 5599766"/>
              <a:gd name="connsiteX19231" fmla="*/ 3566024 w 10321503"/>
              <a:gd name="connsiteY19231" fmla="*/ 4747651 h 5599766"/>
              <a:gd name="connsiteX19232" fmla="*/ 3566024 w 10321503"/>
              <a:gd name="connsiteY19232" fmla="*/ 4746986 h 5599766"/>
              <a:gd name="connsiteX19233" fmla="*/ 3569557 w 10321503"/>
              <a:gd name="connsiteY19233" fmla="*/ 4740844 h 5599766"/>
              <a:gd name="connsiteX19234" fmla="*/ 3570172 w 10321503"/>
              <a:gd name="connsiteY19234" fmla="*/ 4740486 h 5599766"/>
              <a:gd name="connsiteX19235" fmla="*/ 3577234 w 10321503"/>
              <a:gd name="connsiteY19235" fmla="*/ 4740486 h 5599766"/>
              <a:gd name="connsiteX19236" fmla="*/ 3577848 w 10321503"/>
              <a:gd name="connsiteY19236" fmla="*/ 4740844 h 5599766"/>
              <a:gd name="connsiteX19237" fmla="*/ 3581379 w 10321503"/>
              <a:gd name="connsiteY19237" fmla="*/ 4746986 h 5599766"/>
              <a:gd name="connsiteX19238" fmla="*/ 3581379 w 10321503"/>
              <a:gd name="connsiteY19238" fmla="*/ 4747651 h 5599766"/>
              <a:gd name="connsiteX19239" fmla="*/ 3577848 w 10321503"/>
              <a:gd name="connsiteY19239" fmla="*/ 4753793 h 5599766"/>
              <a:gd name="connsiteX19240" fmla="*/ 3577234 w 10321503"/>
              <a:gd name="connsiteY19240" fmla="*/ 4754151 h 5599766"/>
              <a:gd name="connsiteX19241" fmla="*/ 3775459 w 10321503"/>
              <a:gd name="connsiteY19241" fmla="*/ 4754151 h 5599766"/>
              <a:gd name="connsiteX19242" fmla="*/ 3768396 w 10321503"/>
              <a:gd name="connsiteY19242" fmla="*/ 4754151 h 5599766"/>
              <a:gd name="connsiteX19243" fmla="*/ 3767781 w 10321503"/>
              <a:gd name="connsiteY19243" fmla="*/ 4753793 h 5599766"/>
              <a:gd name="connsiteX19244" fmla="*/ 3764249 w 10321503"/>
              <a:gd name="connsiteY19244" fmla="*/ 4747651 h 5599766"/>
              <a:gd name="connsiteX19245" fmla="*/ 3764249 w 10321503"/>
              <a:gd name="connsiteY19245" fmla="*/ 4746986 h 5599766"/>
              <a:gd name="connsiteX19246" fmla="*/ 3767781 w 10321503"/>
              <a:gd name="connsiteY19246" fmla="*/ 4740844 h 5599766"/>
              <a:gd name="connsiteX19247" fmla="*/ 3768396 w 10321503"/>
              <a:gd name="connsiteY19247" fmla="*/ 4740486 h 5599766"/>
              <a:gd name="connsiteX19248" fmla="*/ 3775459 w 10321503"/>
              <a:gd name="connsiteY19248" fmla="*/ 4740486 h 5599766"/>
              <a:gd name="connsiteX19249" fmla="*/ 3776073 w 10321503"/>
              <a:gd name="connsiteY19249" fmla="*/ 4740844 h 5599766"/>
              <a:gd name="connsiteX19250" fmla="*/ 3779604 w 10321503"/>
              <a:gd name="connsiteY19250" fmla="*/ 4746986 h 5599766"/>
              <a:gd name="connsiteX19251" fmla="*/ 3779604 w 10321503"/>
              <a:gd name="connsiteY19251" fmla="*/ 4747651 h 5599766"/>
              <a:gd name="connsiteX19252" fmla="*/ 3776073 w 10321503"/>
              <a:gd name="connsiteY19252" fmla="*/ 4753793 h 5599766"/>
              <a:gd name="connsiteX19253" fmla="*/ 3775459 w 10321503"/>
              <a:gd name="connsiteY19253" fmla="*/ 4754151 h 5599766"/>
              <a:gd name="connsiteX19254" fmla="*/ 3973734 w 10321503"/>
              <a:gd name="connsiteY19254" fmla="*/ 4754151 h 5599766"/>
              <a:gd name="connsiteX19255" fmla="*/ 3966671 w 10321503"/>
              <a:gd name="connsiteY19255" fmla="*/ 4754151 h 5599766"/>
              <a:gd name="connsiteX19256" fmla="*/ 3966057 w 10321503"/>
              <a:gd name="connsiteY19256" fmla="*/ 4753793 h 5599766"/>
              <a:gd name="connsiteX19257" fmla="*/ 3962525 w 10321503"/>
              <a:gd name="connsiteY19257" fmla="*/ 4747651 h 5599766"/>
              <a:gd name="connsiteX19258" fmla="*/ 3962525 w 10321503"/>
              <a:gd name="connsiteY19258" fmla="*/ 4746986 h 5599766"/>
              <a:gd name="connsiteX19259" fmla="*/ 3966057 w 10321503"/>
              <a:gd name="connsiteY19259" fmla="*/ 4740844 h 5599766"/>
              <a:gd name="connsiteX19260" fmla="*/ 3966671 w 10321503"/>
              <a:gd name="connsiteY19260" fmla="*/ 4740486 h 5599766"/>
              <a:gd name="connsiteX19261" fmla="*/ 3973734 w 10321503"/>
              <a:gd name="connsiteY19261" fmla="*/ 4740486 h 5599766"/>
              <a:gd name="connsiteX19262" fmla="*/ 3974348 w 10321503"/>
              <a:gd name="connsiteY19262" fmla="*/ 4740844 h 5599766"/>
              <a:gd name="connsiteX19263" fmla="*/ 3977880 w 10321503"/>
              <a:gd name="connsiteY19263" fmla="*/ 4746986 h 5599766"/>
              <a:gd name="connsiteX19264" fmla="*/ 3977880 w 10321503"/>
              <a:gd name="connsiteY19264" fmla="*/ 4747651 h 5599766"/>
              <a:gd name="connsiteX19265" fmla="*/ 3974348 w 10321503"/>
              <a:gd name="connsiteY19265" fmla="*/ 4753793 h 5599766"/>
              <a:gd name="connsiteX19266" fmla="*/ 3973734 w 10321503"/>
              <a:gd name="connsiteY19266" fmla="*/ 4754151 h 5599766"/>
              <a:gd name="connsiteX19267" fmla="*/ 4171959 w 10321503"/>
              <a:gd name="connsiteY19267" fmla="*/ 4754151 h 5599766"/>
              <a:gd name="connsiteX19268" fmla="*/ 4164896 w 10321503"/>
              <a:gd name="connsiteY19268" fmla="*/ 4754151 h 5599766"/>
              <a:gd name="connsiteX19269" fmla="*/ 4164282 w 10321503"/>
              <a:gd name="connsiteY19269" fmla="*/ 4753793 h 5599766"/>
              <a:gd name="connsiteX19270" fmla="*/ 4160751 w 10321503"/>
              <a:gd name="connsiteY19270" fmla="*/ 4747651 h 5599766"/>
              <a:gd name="connsiteX19271" fmla="*/ 4160751 w 10321503"/>
              <a:gd name="connsiteY19271" fmla="*/ 4746986 h 5599766"/>
              <a:gd name="connsiteX19272" fmla="*/ 4164282 w 10321503"/>
              <a:gd name="connsiteY19272" fmla="*/ 4740844 h 5599766"/>
              <a:gd name="connsiteX19273" fmla="*/ 4164896 w 10321503"/>
              <a:gd name="connsiteY19273" fmla="*/ 4740486 h 5599766"/>
              <a:gd name="connsiteX19274" fmla="*/ 4171959 w 10321503"/>
              <a:gd name="connsiteY19274" fmla="*/ 4740486 h 5599766"/>
              <a:gd name="connsiteX19275" fmla="*/ 4172573 w 10321503"/>
              <a:gd name="connsiteY19275" fmla="*/ 4740844 h 5599766"/>
              <a:gd name="connsiteX19276" fmla="*/ 4176105 w 10321503"/>
              <a:gd name="connsiteY19276" fmla="*/ 4746986 h 5599766"/>
              <a:gd name="connsiteX19277" fmla="*/ 4176105 w 10321503"/>
              <a:gd name="connsiteY19277" fmla="*/ 4747651 h 5599766"/>
              <a:gd name="connsiteX19278" fmla="*/ 4172573 w 10321503"/>
              <a:gd name="connsiteY19278" fmla="*/ 4753793 h 5599766"/>
              <a:gd name="connsiteX19279" fmla="*/ 4171959 w 10321503"/>
              <a:gd name="connsiteY19279" fmla="*/ 4754151 h 5599766"/>
              <a:gd name="connsiteX19280" fmla="*/ 4370183 w 10321503"/>
              <a:gd name="connsiteY19280" fmla="*/ 4754151 h 5599766"/>
              <a:gd name="connsiteX19281" fmla="*/ 4363121 w 10321503"/>
              <a:gd name="connsiteY19281" fmla="*/ 4754151 h 5599766"/>
              <a:gd name="connsiteX19282" fmla="*/ 4362506 w 10321503"/>
              <a:gd name="connsiteY19282" fmla="*/ 4753793 h 5599766"/>
              <a:gd name="connsiteX19283" fmla="*/ 4358975 w 10321503"/>
              <a:gd name="connsiteY19283" fmla="*/ 4747651 h 5599766"/>
              <a:gd name="connsiteX19284" fmla="*/ 4358975 w 10321503"/>
              <a:gd name="connsiteY19284" fmla="*/ 4746986 h 5599766"/>
              <a:gd name="connsiteX19285" fmla="*/ 4362506 w 10321503"/>
              <a:gd name="connsiteY19285" fmla="*/ 4740844 h 5599766"/>
              <a:gd name="connsiteX19286" fmla="*/ 4363121 w 10321503"/>
              <a:gd name="connsiteY19286" fmla="*/ 4740486 h 5599766"/>
              <a:gd name="connsiteX19287" fmla="*/ 4370183 w 10321503"/>
              <a:gd name="connsiteY19287" fmla="*/ 4740486 h 5599766"/>
              <a:gd name="connsiteX19288" fmla="*/ 4370797 w 10321503"/>
              <a:gd name="connsiteY19288" fmla="*/ 4740844 h 5599766"/>
              <a:gd name="connsiteX19289" fmla="*/ 4374329 w 10321503"/>
              <a:gd name="connsiteY19289" fmla="*/ 4746986 h 5599766"/>
              <a:gd name="connsiteX19290" fmla="*/ 4374329 w 10321503"/>
              <a:gd name="connsiteY19290" fmla="*/ 4747651 h 5599766"/>
              <a:gd name="connsiteX19291" fmla="*/ 4370797 w 10321503"/>
              <a:gd name="connsiteY19291" fmla="*/ 4753793 h 5599766"/>
              <a:gd name="connsiteX19292" fmla="*/ 4370183 w 10321503"/>
              <a:gd name="connsiteY19292" fmla="*/ 4754151 h 5599766"/>
              <a:gd name="connsiteX19293" fmla="*/ 4568408 w 10321503"/>
              <a:gd name="connsiteY19293" fmla="*/ 4754151 h 5599766"/>
              <a:gd name="connsiteX19294" fmla="*/ 4561345 w 10321503"/>
              <a:gd name="connsiteY19294" fmla="*/ 4754151 h 5599766"/>
              <a:gd name="connsiteX19295" fmla="*/ 4560731 w 10321503"/>
              <a:gd name="connsiteY19295" fmla="*/ 4753793 h 5599766"/>
              <a:gd name="connsiteX19296" fmla="*/ 4557199 w 10321503"/>
              <a:gd name="connsiteY19296" fmla="*/ 4747651 h 5599766"/>
              <a:gd name="connsiteX19297" fmla="*/ 4557199 w 10321503"/>
              <a:gd name="connsiteY19297" fmla="*/ 4746986 h 5599766"/>
              <a:gd name="connsiteX19298" fmla="*/ 4560731 w 10321503"/>
              <a:gd name="connsiteY19298" fmla="*/ 4740844 h 5599766"/>
              <a:gd name="connsiteX19299" fmla="*/ 4561345 w 10321503"/>
              <a:gd name="connsiteY19299" fmla="*/ 4740486 h 5599766"/>
              <a:gd name="connsiteX19300" fmla="*/ 4568408 w 10321503"/>
              <a:gd name="connsiteY19300" fmla="*/ 4740486 h 5599766"/>
              <a:gd name="connsiteX19301" fmla="*/ 4569022 w 10321503"/>
              <a:gd name="connsiteY19301" fmla="*/ 4740844 h 5599766"/>
              <a:gd name="connsiteX19302" fmla="*/ 4572554 w 10321503"/>
              <a:gd name="connsiteY19302" fmla="*/ 4746986 h 5599766"/>
              <a:gd name="connsiteX19303" fmla="*/ 4572554 w 10321503"/>
              <a:gd name="connsiteY19303" fmla="*/ 4747651 h 5599766"/>
              <a:gd name="connsiteX19304" fmla="*/ 4569022 w 10321503"/>
              <a:gd name="connsiteY19304" fmla="*/ 4753793 h 5599766"/>
              <a:gd name="connsiteX19305" fmla="*/ 4568408 w 10321503"/>
              <a:gd name="connsiteY19305" fmla="*/ 4754151 h 5599766"/>
              <a:gd name="connsiteX19306" fmla="*/ 4766683 w 10321503"/>
              <a:gd name="connsiteY19306" fmla="*/ 4754151 h 5599766"/>
              <a:gd name="connsiteX19307" fmla="*/ 4759621 w 10321503"/>
              <a:gd name="connsiteY19307" fmla="*/ 4754151 h 5599766"/>
              <a:gd name="connsiteX19308" fmla="*/ 4759007 w 10321503"/>
              <a:gd name="connsiteY19308" fmla="*/ 4753793 h 5599766"/>
              <a:gd name="connsiteX19309" fmla="*/ 4755475 w 10321503"/>
              <a:gd name="connsiteY19309" fmla="*/ 4747651 h 5599766"/>
              <a:gd name="connsiteX19310" fmla="*/ 4755475 w 10321503"/>
              <a:gd name="connsiteY19310" fmla="*/ 4746986 h 5599766"/>
              <a:gd name="connsiteX19311" fmla="*/ 4759007 w 10321503"/>
              <a:gd name="connsiteY19311" fmla="*/ 4740844 h 5599766"/>
              <a:gd name="connsiteX19312" fmla="*/ 4759621 w 10321503"/>
              <a:gd name="connsiteY19312" fmla="*/ 4740486 h 5599766"/>
              <a:gd name="connsiteX19313" fmla="*/ 4766683 w 10321503"/>
              <a:gd name="connsiteY19313" fmla="*/ 4740486 h 5599766"/>
              <a:gd name="connsiteX19314" fmla="*/ 4767297 w 10321503"/>
              <a:gd name="connsiteY19314" fmla="*/ 4740844 h 5599766"/>
              <a:gd name="connsiteX19315" fmla="*/ 4770829 w 10321503"/>
              <a:gd name="connsiteY19315" fmla="*/ 4746986 h 5599766"/>
              <a:gd name="connsiteX19316" fmla="*/ 4770829 w 10321503"/>
              <a:gd name="connsiteY19316" fmla="*/ 4747651 h 5599766"/>
              <a:gd name="connsiteX19317" fmla="*/ 4767297 w 10321503"/>
              <a:gd name="connsiteY19317" fmla="*/ 4753793 h 5599766"/>
              <a:gd name="connsiteX19318" fmla="*/ 4766683 w 10321503"/>
              <a:gd name="connsiteY19318" fmla="*/ 4754151 h 5599766"/>
              <a:gd name="connsiteX19319" fmla="*/ 4964909 w 10321503"/>
              <a:gd name="connsiteY19319" fmla="*/ 4754151 h 5599766"/>
              <a:gd name="connsiteX19320" fmla="*/ 4957846 w 10321503"/>
              <a:gd name="connsiteY19320" fmla="*/ 4754151 h 5599766"/>
              <a:gd name="connsiteX19321" fmla="*/ 4957232 w 10321503"/>
              <a:gd name="connsiteY19321" fmla="*/ 4753793 h 5599766"/>
              <a:gd name="connsiteX19322" fmla="*/ 4953699 w 10321503"/>
              <a:gd name="connsiteY19322" fmla="*/ 4747651 h 5599766"/>
              <a:gd name="connsiteX19323" fmla="*/ 4953699 w 10321503"/>
              <a:gd name="connsiteY19323" fmla="*/ 4746986 h 5599766"/>
              <a:gd name="connsiteX19324" fmla="*/ 4957232 w 10321503"/>
              <a:gd name="connsiteY19324" fmla="*/ 4740844 h 5599766"/>
              <a:gd name="connsiteX19325" fmla="*/ 4957846 w 10321503"/>
              <a:gd name="connsiteY19325" fmla="*/ 4740486 h 5599766"/>
              <a:gd name="connsiteX19326" fmla="*/ 4964909 w 10321503"/>
              <a:gd name="connsiteY19326" fmla="*/ 4740486 h 5599766"/>
              <a:gd name="connsiteX19327" fmla="*/ 4965523 w 10321503"/>
              <a:gd name="connsiteY19327" fmla="*/ 4740844 h 5599766"/>
              <a:gd name="connsiteX19328" fmla="*/ 4969054 w 10321503"/>
              <a:gd name="connsiteY19328" fmla="*/ 4746986 h 5599766"/>
              <a:gd name="connsiteX19329" fmla="*/ 4969054 w 10321503"/>
              <a:gd name="connsiteY19329" fmla="*/ 4747651 h 5599766"/>
              <a:gd name="connsiteX19330" fmla="*/ 4965523 w 10321503"/>
              <a:gd name="connsiteY19330" fmla="*/ 4753793 h 5599766"/>
              <a:gd name="connsiteX19331" fmla="*/ 4964909 w 10321503"/>
              <a:gd name="connsiteY19331" fmla="*/ 4754151 h 5599766"/>
              <a:gd name="connsiteX19332" fmla="*/ 5163134 w 10321503"/>
              <a:gd name="connsiteY19332" fmla="*/ 4754151 h 5599766"/>
              <a:gd name="connsiteX19333" fmla="*/ 5156070 w 10321503"/>
              <a:gd name="connsiteY19333" fmla="*/ 4754151 h 5599766"/>
              <a:gd name="connsiteX19334" fmla="*/ 5155456 w 10321503"/>
              <a:gd name="connsiteY19334" fmla="*/ 4753793 h 5599766"/>
              <a:gd name="connsiteX19335" fmla="*/ 5151924 w 10321503"/>
              <a:gd name="connsiteY19335" fmla="*/ 4747651 h 5599766"/>
              <a:gd name="connsiteX19336" fmla="*/ 5151924 w 10321503"/>
              <a:gd name="connsiteY19336" fmla="*/ 4746986 h 5599766"/>
              <a:gd name="connsiteX19337" fmla="*/ 5155456 w 10321503"/>
              <a:gd name="connsiteY19337" fmla="*/ 4740844 h 5599766"/>
              <a:gd name="connsiteX19338" fmla="*/ 5156070 w 10321503"/>
              <a:gd name="connsiteY19338" fmla="*/ 4740486 h 5599766"/>
              <a:gd name="connsiteX19339" fmla="*/ 5163134 w 10321503"/>
              <a:gd name="connsiteY19339" fmla="*/ 4740486 h 5599766"/>
              <a:gd name="connsiteX19340" fmla="*/ 5163748 w 10321503"/>
              <a:gd name="connsiteY19340" fmla="*/ 4740844 h 5599766"/>
              <a:gd name="connsiteX19341" fmla="*/ 5167279 w 10321503"/>
              <a:gd name="connsiteY19341" fmla="*/ 4746986 h 5599766"/>
              <a:gd name="connsiteX19342" fmla="*/ 5167279 w 10321503"/>
              <a:gd name="connsiteY19342" fmla="*/ 4747651 h 5599766"/>
              <a:gd name="connsiteX19343" fmla="*/ 5163748 w 10321503"/>
              <a:gd name="connsiteY19343" fmla="*/ 4753793 h 5599766"/>
              <a:gd name="connsiteX19344" fmla="*/ 5163134 w 10321503"/>
              <a:gd name="connsiteY19344" fmla="*/ 4754151 h 5599766"/>
              <a:gd name="connsiteX19345" fmla="*/ 5361358 w 10321503"/>
              <a:gd name="connsiteY19345" fmla="*/ 4754151 h 5599766"/>
              <a:gd name="connsiteX19346" fmla="*/ 5354295 w 10321503"/>
              <a:gd name="connsiteY19346" fmla="*/ 4754151 h 5599766"/>
              <a:gd name="connsiteX19347" fmla="*/ 5353680 w 10321503"/>
              <a:gd name="connsiteY19347" fmla="*/ 4753793 h 5599766"/>
              <a:gd name="connsiteX19348" fmla="*/ 5350149 w 10321503"/>
              <a:gd name="connsiteY19348" fmla="*/ 4747651 h 5599766"/>
              <a:gd name="connsiteX19349" fmla="*/ 5350149 w 10321503"/>
              <a:gd name="connsiteY19349" fmla="*/ 4746986 h 5599766"/>
              <a:gd name="connsiteX19350" fmla="*/ 5353680 w 10321503"/>
              <a:gd name="connsiteY19350" fmla="*/ 4740844 h 5599766"/>
              <a:gd name="connsiteX19351" fmla="*/ 5354295 w 10321503"/>
              <a:gd name="connsiteY19351" fmla="*/ 4740486 h 5599766"/>
              <a:gd name="connsiteX19352" fmla="*/ 5361358 w 10321503"/>
              <a:gd name="connsiteY19352" fmla="*/ 4740486 h 5599766"/>
              <a:gd name="connsiteX19353" fmla="*/ 5361972 w 10321503"/>
              <a:gd name="connsiteY19353" fmla="*/ 4740844 h 5599766"/>
              <a:gd name="connsiteX19354" fmla="*/ 5365503 w 10321503"/>
              <a:gd name="connsiteY19354" fmla="*/ 4746986 h 5599766"/>
              <a:gd name="connsiteX19355" fmla="*/ 5365503 w 10321503"/>
              <a:gd name="connsiteY19355" fmla="*/ 4747651 h 5599766"/>
              <a:gd name="connsiteX19356" fmla="*/ 5361972 w 10321503"/>
              <a:gd name="connsiteY19356" fmla="*/ 4753793 h 5599766"/>
              <a:gd name="connsiteX19357" fmla="*/ 5361358 w 10321503"/>
              <a:gd name="connsiteY19357" fmla="*/ 4754151 h 5599766"/>
              <a:gd name="connsiteX19358" fmla="*/ 5559633 w 10321503"/>
              <a:gd name="connsiteY19358" fmla="*/ 4754151 h 5599766"/>
              <a:gd name="connsiteX19359" fmla="*/ 5552569 w 10321503"/>
              <a:gd name="connsiteY19359" fmla="*/ 4754151 h 5599766"/>
              <a:gd name="connsiteX19360" fmla="*/ 5551956 w 10321503"/>
              <a:gd name="connsiteY19360" fmla="*/ 4753793 h 5599766"/>
              <a:gd name="connsiteX19361" fmla="*/ 5548424 w 10321503"/>
              <a:gd name="connsiteY19361" fmla="*/ 4747651 h 5599766"/>
              <a:gd name="connsiteX19362" fmla="*/ 5548424 w 10321503"/>
              <a:gd name="connsiteY19362" fmla="*/ 4746986 h 5599766"/>
              <a:gd name="connsiteX19363" fmla="*/ 5551956 w 10321503"/>
              <a:gd name="connsiteY19363" fmla="*/ 4740844 h 5599766"/>
              <a:gd name="connsiteX19364" fmla="*/ 5552569 w 10321503"/>
              <a:gd name="connsiteY19364" fmla="*/ 4740486 h 5599766"/>
              <a:gd name="connsiteX19365" fmla="*/ 5559633 w 10321503"/>
              <a:gd name="connsiteY19365" fmla="*/ 4740486 h 5599766"/>
              <a:gd name="connsiteX19366" fmla="*/ 5560246 w 10321503"/>
              <a:gd name="connsiteY19366" fmla="*/ 4740844 h 5599766"/>
              <a:gd name="connsiteX19367" fmla="*/ 5563779 w 10321503"/>
              <a:gd name="connsiteY19367" fmla="*/ 4746986 h 5599766"/>
              <a:gd name="connsiteX19368" fmla="*/ 5563779 w 10321503"/>
              <a:gd name="connsiteY19368" fmla="*/ 4747651 h 5599766"/>
              <a:gd name="connsiteX19369" fmla="*/ 5560246 w 10321503"/>
              <a:gd name="connsiteY19369" fmla="*/ 4753793 h 5599766"/>
              <a:gd name="connsiteX19370" fmla="*/ 5559633 w 10321503"/>
              <a:gd name="connsiteY19370" fmla="*/ 4754151 h 5599766"/>
              <a:gd name="connsiteX19371" fmla="*/ 5757857 w 10321503"/>
              <a:gd name="connsiteY19371" fmla="*/ 4754151 h 5599766"/>
              <a:gd name="connsiteX19372" fmla="*/ 5750795 w 10321503"/>
              <a:gd name="connsiteY19372" fmla="*/ 4754151 h 5599766"/>
              <a:gd name="connsiteX19373" fmla="*/ 5750181 w 10321503"/>
              <a:gd name="connsiteY19373" fmla="*/ 4753793 h 5599766"/>
              <a:gd name="connsiteX19374" fmla="*/ 5746649 w 10321503"/>
              <a:gd name="connsiteY19374" fmla="*/ 4747651 h 5599766"/>
              <a:gd name="connsiteX19375" fmla="*/ 5746649 w 10321503"/>
              <a:gd name="connsiteY19375" fmla="*/ 4746986 h 5599766"/>
              <a:gd name="connsiteX19376" fmla="*/ 5750181 w 10321503"/>
              <a:gd name="connsiteY19376" fmla="*/ 4740844 h 5599766"/>
              <a:gd name="connsiteX19377" fmla="*/ 5750795 w 10321503"/>
              <a:gd name="connsiteY19377" fmla="*/ 4740486 h 5599766"/>
              <a:gd name="connsiteX19378" fmla="*/ 5757857 w 10321503"/>
              <a:gd name="connsiteY19378" fmla="*/ 4740486 h 5599766"/>
              <a:gd name="connsiteX19379" fmla="*/ 5758471 w 10321503"/>
              <a:gd name="connsiteY19379" fmla="*/ 4740844 h 5599766"/>
              <a:gd name="connsiteX19380" fmla="*/ 5762003 w 10321503"/>
              <a:gd name="connsiteY19380" fmla="*/ 4746986 h 5599766"/>
              <a:gd name="connsiteX19381" fmla="*/ 5762003 w 10321503"/>
              <a:gd name="connsiteY19381" fmla="*/ 4747651 h 5599766"/>
              <a:gd name="connsiteX19382" fmla="*/ 5758471 w 10321503"/>
              <a:gd name="connsiteY19382" fmla="*/ 4753793 h 5599766"/>
              <a:gd name="connsiteX19383" fmla="*/ 5757857 w 10321503"/>
              <a:gd name="connsiteY19383" fmla="*/ 4754151 h 5599766"/>
              <a:gd name="connsiteX19384" fmla="*/ 5956083 w 10321503"/>
              <a:gd name="connsiteY19384" fmla="*/ 4754151 h 5599766"/>
              <a:gd name="connsiteX19385" fmla="*/ 5949019 w 10321503"/>
              <a:gd name="connsiteY19385" fmla="*/ 4754151 h 5599766"/>
              <a:gd name="connsiteX19386" fmla="*/ 5948405 w 10321503"/>
              <a:gd name="connsiteY19386" fmla="*/ 4753793 h 5599766"/>
              <a:gd name="connsiteX19387" fmla="*/ 5944873 w 10321503"/>
              <a:gd name="connsiteY19387" fmla="*/ 4747651 h 5599766"/>
              <a:gd name="connsiteX19388" fmla="*/ 5944873 w 10321503"/>
              <a:gd name="connsiteY19388" fmla="*/ 4746986 h 5599766"/>
              <a:gd name="connsiteX19389" fmla="*/ 5948405 w 10321503"/>
              <a:gd name="connsiteY19389" fmla="*/ 4740844 h 5599766"/>
              <a:gd name="connsiteX19390" fmla="*/ 5949019 w 10321503"/>
              <a:gd name="connsiteY19390" fmla="*/ 4740486 h 5599766"/>
              <a:gd name="connsiteX19391" fmla="*/ 5956083 w 10321503"/>
              <a:gd name="connsiteY19391" fmla="*/ 4740486 h 5599766"/>
              <a:gd name="connsiteX19392" fmla="*/ 5956697 w 10321503"/>
              <a:gd name="connsiteY19392" fmla="*/ 4740844 h 5599766"/>
              <a:gd name="connsiteX19393" fmla="*/ 5960227 w 10321503"/>
              <a:gd name="connsiteY19393" fmla="*/ 4746986 h 5599766"/>
              <a:gd name="connsiteX19394" fmla="*/ 5960227 w 10321503"/>
              <a:gd name="connsiteY19394" fmla="*/ 4747651 h 5599766"/>
              <a:gd name="connsiteX19395" fmla="*/ 5956697 w 10321503"/>
              <a:gd name="connsiteY19395" fmla="*/ 4753793 h 5599766"/>
              <a:gd name="connsiteX19396" fmla="*/ 5956083 w 10321503"/>
              <a:gd name="connsiteY19396" fmla="*/ 4754151 h 5599766"/>
              <a:gd name="connsiteX19397" fmla="*/ 6154307 w 10321503"/>
              <a:gd name="connsiteY19397" fmla="*/ 4754151 h 5599766"/>
              <a:gd name="connsiteX19398" fmla="*/ 6147243 w 10321503"/>
              <a:gd name="connsiteY19398" fmla="*/ 4754151 h 5599766"/>
              <a:gd name="connsiteX19399" fmla="*/ 6146629 w 10321503"/>
              <a:gd name="connsiteY19399" fmla="*/ 4753793 h 5599766"/>
              <a:gd name="connsiteX19400" fmla="*/ 6143098 w 10321503"/>
              <a:gd name="connsiteY19400" fmla="*/ 4747651 h 5599766"/>
              <a:gd name="connsiteX19401" fmla="*/ 6143098 w 10321503"/>
              <a:gd name="connsiteY19401" fmla="*/ 4746986 h 5599766"/>
              <a:gd name="connsiteX19402" fmla="*/ 6146629 w 10321503"/>
              <a:gd name="connsiteY19402" fmla="*/ 4740844 h 5599766"/>
              <a:gd name="connsiteX19403" fmla="*/ 6147243 w 10321503"/>
              <a:gd name="connsiteY19403" fmla="*/ 4740486 h 5599766"/>
              <a:gd name="connsiteX19404" fmla="*/ 6154307 w 10321503"/>
              <a:gd name="connsiteY19404" fmla="*/ 4740486 h 5599766"/>
              <a:gd name="connsiteX19405" fmla="*/ 6154921 w 10321503"/>
              <a:gd name="connsiteY19405" fmla="*/ 4740844 h 5599766"/>
              <a:gd name="connsiteX19406" fmla="*/ 6158453 w 10321503"/>
              <a:gd name="connsiteY19406" fmla="*/ 4746986 h 5599766"/>
              <a:gd name="connsiteX19407" fmla="*/ 6158453 w 10321503"/>
              <a:gd name="connsiteY19407" fmla="*/ 4747651 h 5599766"/>
              <a:gd name="connsiteX19408" fmla="*/ 6154921 w 10321503"/>
              <a:gd name="connsiteY19408" fmla="*/ 4753793 h 5599766"/>
              <a:gd name="connsiteX19409" fmla="*/ 6154307 w 10321503"/>
              <a:gd name="connsiteY19409" fmla="*/ 4754151 h 5599766"/>
              <a:gd name="connsiteX19410" fmla="*/ 6352582 w 10321503"/>
              <a:gd name="connsiteY19410" fmla="*/ 4754151 h 5599766"/>
              <a:gd name="connsiteX19411" fmla="*/ 6345519 w 10321503"/>
              <a:gd name="connsiteY19411" fmla="*/ 4754151 h 5599766"/>
              <a:gd name="connsiteX19412" fmla="*/ 6344904 w 10321503"/>
              <a:gd name="connsiteY19412" fmla="*/ 4753793 h 5599766"/>
              <a:gd name="connsiteX19413" fmla="*/ 6341373 w 10321503"/>
              <a:gd name="connsiteY19413" fmla="*/ 4747651 h 5599766"/>
              <a:gd name="connsiteX19414" fmla="*/ 6341373 w 10321503"/>
              <a:gd name="connsiteY19414" fmla="*/ 4746986 h 5599766"/>
              <a:gd name="connsiteX19415" fmla="*/ 6344904 w 10321503"/>
              <a:gd name="connsiteY19415" fmla="*/ 4740844 h 5599766"/>
              <a:gd name="connsiteX19416" fmla="*/ 6345519 w 10321503"/>
              <a:gd name="connsiteY19416" fmla="*/ 4740486 h 5599766"/>
              <a:gd name="connsiteX19417" fmla="*/ 6352582 w 10321503"/>
              <a:gd name="connsiteY19417" fmla="*/ 4740486 h 5599766"/>
              <a:gd name="connsiteX19418" fmla="*/ 6353196 w 10321503"/>
              <a:gd name="connsiteY19418" fmla="*/ 4740844 h 5599766"/>
              <a:gd name="connsiteX19419" fmla="*/ 6356728 w 10321503"/>
              <a:gd name="connsiteY19419" fmla="*/ 4746986 h 5599766"/>
              <a:gd name="connsiteX19420" fmla="*/ 6356728 w 10321503"/>
              <a:gd name="connsiteY19420" fmla="*/ 4747651 h 5599766"/>
              <a:gd name="connsiteX19421" fmla="*/ 6353196 w 10321503"/>
              <a:gd name="connsiteY19421" fmla="*/ 4753793 h 5599766"/>
              <a:gd name="connsiteX19422" fmla="*/ 6352582 w 10321503"/>
              <a:gd name="connsiteY19422" fmla="*/ 4754151 h 5599766"/>
              <a:gd name="connsiteX19423" fmla="*/ 6550807 w 10321503"/>
              <a:gd name="connsiteY19423" fmla="*/ 4754151 h 5599766"/>
              <a:gd name="connsiteX19424" fmla="*/ 6543744 w 10321503"/>
              <a:gd name="connsiteY19424" fmla="*/ 4754151 h 5599766"/>
              <a:gd name="connsiteX19425" fmla="*/ 6543129 w 10321503"/>
              <a:gd name="connsiteY19425" fmla="*/ 4753793 h 5599766"/>
              <a:gd name="connsiteX19426" fmla="*/ 6539598 w 10321503"/>
              <a:gd name="connsiteY19426" fmla="*/ 4747651 h 5599766"/>
              <a:gd name="connsiteX19427" fmla="*/ 6539598 w 10321503"/>
              <a:gd name="connsiteY19427" fmla="*/ 4746986 h 5599766"/>
              <a:gd name="connsiteX19428" fmla="*/ 6543129 w 10321503"/>
              <a:gd name="connsiteY19428" fmla="*/ 4740844 h 5599766"/>
              <a:gd name="connsiteX19429" fmla="*/ 6543744 w 10321503"/>
              <a:gd name="connsiteY19429" fmla="*/ 4740486 h 5599766"/>
              <a:gd name="connsiteX19430" fmla="*/ 6550807 w 10321503"/>
              <a:gd name="connsiteY19430" fmla="*/ 4740486 h 5599766"/>
              <a:gd name="connsiteX19431" fmla="*/ 6551420 w 10321503"/>
              <a:gd name="connsiteY19431" fmla="*/ 4740844 h 5599766"/>
              <a:gd name="connsiteX19432" fmla="*/ 6554953 w 10321503"/>
              <a:gd name="connsiteY19432" fmla="*/ 4746986 h 5599766"/>
              <a:gd name="connsiteX19433" fmla="*/ 6554953 w 10321503"/>
              <a:gd name="connsiteY19433" fmla="*/ 4747651 h 5599766"/>
              <a:gd name="connsiteX19434" fmla="*/ 6551420 w 10321503"/>
              <a:gd name="connsiteY19434" fmla="*/ 4753793 h 5599766"/>
              <a:gd name="connsiteX19435" fmla="*/ 6550807 w 10321503"/>
              <a:gd name="connsiteY19435" fmla="*/ 4754151 h 5599766"/>
              <a:gd name="connsiteX19436" fmla="*/ 6749031 w 10321503"/>
              <a:gd name="connsiteY19436" fmla="*/ 4754151 h 5599766"/>
              <a:gd name="connsiteX19437" fmla="*/ 6741967 w 10321503"/>
              <a:gd name="connsiteY19437" fmla="*/ 4754151 h 5599766"/>
              <a:gd name="connsiteX19438" fmla="*/ 6741354 w 10321503"/>
              <a:gd name="connsiteY19438" fmla="*/ 4753793 h 5599766"/>
              <a:gd name="connsiteX19439" fmla="*/ 6737823 w 10321503"/>
              <a:gd name="connsiteY19439" fmla="*/ 4747651 h 5599766"/>
              <a:gd name="connsiteX19440" fmla="*/ 6737823 w 10321503"/>
              <a:gd name="connsiteY19440" fmla="*/ 4746986 h 5599766"/>
              <a:gd name="connsiteX19441" fmla="*/ 6741354 w 10321503"/>
              <a:gd name="connsiteY19441" fmla="*/ 4740844 h 5599766"/>
              <a:gd name="connsiteX19442" fmla="*/ 6741967 w 10321503"/>
              <a:gd name="connsiteY19442" fmla="*/ 4740486 h 5599766"/>
              <a:gd name="connsiteX19443" fmla="*/ 6749031 w 10321503"/>
              <a:gd name="connsiteY19443" fmla="*/ 4740486 h 5599766"/>
              <a:gd name="connsiteX19444" fmla="*/ 6749646 w 10321503"/>
              <a:gd name="connsiteY19444" fmla="*/ 4740844 h 5599766"/>
              <a:gd name="connsiteX19445" fmla="*/ 6753177 w 10321503"/>
              <a:gd name="connsiteY19445" fmla="*/ 4746986 h 5599766"/>
              <a:gd name="connsiteX19446" fmla="*/ 6753177 w 10321503"/>
              <a:gd name="connsiteY19446" fmla="*/ 4747651 h 5599766"/>
              <a:gd name="connsiteX19447" fmla="*/ 6749646 w 10321503"/>
              <a:gd name="connsiteY19447" fmla="*/ 4753793 h 5599766"/>
              <a:gd name="connsiteX19448" fmla="*/ 6749031 w 10321503"/>
              <a:gd name="connsiteY19448" fmla="*/ 4754151 h 5599766"/>
              <a:gd name="connsiteX19449" fmla="*/ 6947256 w 10321503"/>
              <a:gd name="connsiteY19449" fmla="*/ 4754151 h 5599766"/>
              <a:gd name="connsiteX19450" fmla="*/ 6940193 w 10321503"/>
              <a:gd name="connsiteY19450" fmla="*/ 4754151 h 5599766"/>
              <a:gd name="connsiteX19451" fmla="*/ 6939578 w 10321503"/>
              <a:gd name="connsiteY19451" fmla="*/ 4753793 h 5599766"/>
              <a:gd name="connsiteX19452" fmla="*/ 6936048 w 10321503"/>
              <a:gd name="connsiteY19452" fmla="*/ 4747651 h 5599766"/>
              <a:gd name="connsiteX19453" fmla="*/ 6936048 w 10321503"/>
              <a:gd name="connsiteY19453" fmla="*/ 4746986 h 5599766"/>
              <a:gd name="connsiteX19454" fmla="*/ 6939578 w 10321503"/>
              <a:gd name="connsiteY19454" fmla="*/ 4740844 h 5599766"/>
              <a:gd name="connsiteX19455" fmla="*/ 6940193 w 10321503"/>
              <a:gd name="connsiteY19455" fmla="*/ 4740486 h 5599766"/>
              <a:gd name="connsiteX19456" fmla="*/ 6947256 w 10321503"/>
              <a:gd name="connsiteY19456" fmla="*/ 4740486 h 5599766"/>
              <a:gd name="connsiteX19457" fmla="*/ 6947870 w 10321503"/>
              <a:gd name="connsiteY19457" fmla="*/ 4740844 h 5599766"/>
              <a:gd name="connsiteX19458" fmla="*/ 6951402 w 10321503"/>
              <a:gd name="connsiteY19458" fmla="*/ 4746986 h 5599766"/>
              <a:gd name="connsiteX19459" fmla="*/ 6951402 w 10321503"/>
              <a:gd name="connsiteY19459" fmla="*/ 4747651 h 5599766"/>
              <a:gd name="connsiteX19460" fmla="*/ 6947870 w 10321503"/>
              <a:gd name="connsiteY19460" fmla="*/ 4753793 h 5599766"/>
              <a:gd name="connsiteX19461" fmla="*/ 6947256 w 10321503"/>
              <a:gd name="connsiteY19461" fmla="*/ 4754151 h 5599766"/>
              <a:gd name="connsiteX19462" fmla="*/ 7145422 w 10321503"/>
              <a:gd name="connsiteY19462" fmla="*/ 4754151 h 5599766"/>
              <a:gd name="connsiteX19463" fmla="*/ 7138361 w 10321503"/>
              <a:gd name="connsiteY19463" fmla="*/ 4754151 h 5599766"/>
              <a:gd name="connsiteX19464" fmla="*/ 7137746 w 10321503"/>
              <a:gd name="connsiteY19464" fmla="*/ 4753793 h 5599766"/>
              <a:gd name="connsiteX19465" fmla="*/ 7134214 w 10321503"/>
              <a:gd name="connsiteY19465" fmla="*/ 4747651 h 5599766"/>
              <a:gd name="connsiteX19466" fmla="*/ 7134214 w 10321503"/>
              <a:gd name="connsiteY19466" fmla="*/ 4746986 h 5599766"/>
              <a:gd name="connsiteX19467" fmla="*/ 7137746 w 10321503"/>
              <a:gd name="connsiteY19467" fmla="*/ 4740844 h 5599766"/>
              <a:gd name="connsiteX19468" fmla="*/ 7138361 w 10321503"/>
              <a:gd name="connsiteY19468" fmla="*/ 4740486 h 5599766"/>
              <a:gd name="connsiteX19469" fmla="*/ 7145422 w 10321503"/>
              <a:gd name="connsiteY19469" fmla="*/ 4740486 h 5599766"/>
              <a:gd name="connsiteX19470" fmla="*/ 7146038 w 10321503"/>
              <a:gd name="connsiteY19470" fmla="*/ 4740844 h 5599766"/>
              <a:gd name="connsiteX19471" fmla="*/ 7149570 w 10321503"/>
              <a:gd name="connsiteY19471" fmla="*/ 4746986 h 5599766"/>
              <a:gd name="connsiteX19472" fmla="*/ 7149570 w 10321503"/>
              <a:gd name="connsiteY19472" fmla="*/ 4747651 h 5599766"/>
              <a:gd name="connsiteX19473" fmla="*/ 7146038 w 10321503"/>
              <a:gd name="connsiteY19473" fmla="*/ 4753793 h 5599766"/>
              <a:gd name="connsiteX19474" fmla="*/ 7145422 w 10321503"/>
              <a:gd name="connsiteY19474" fmla="*/ 4754151 h 5599766"/>
              <a:gd name="connsiteX19475" fmla="*/ 7343599 w 10321503"/>
              <a:gd name="connsiteY19475" fmla="*/ 4754151 h 5599766"/>
              <a:gd name="connsiteX19476" fmla="*/ 7336535 w 10321503"/>
              <a:gd name="connsiteY19476" fmla="*/ 4754151 h 5599766"/>
              <a:gd name="connsiteX19477" fmla="*/ 7335921 w 10321503"/>
              <a:gd name="connsiteY19477" fmla="*/ 4753793 h 5599766"/>
              <a:gd name="connsiteX19478" fmla="*/ 7332389 w 10321503"/>
              <a:gd name="connsiteY19478" fmla="*/ 4747651 h 5599766"/>
              <a:gd name="connsiteX19479" fmla="*/ 7332389 w 10321503"/>
              <a:gd name="connsiteY19479" fmla="*/ 4746986 h 5599766"/>
              <a:gd name="connsiteX19480" fmla="*/ 7335921 w 10321503"/>
              <a:gd name="connsiteY19480" fmla="*/ 4740844 h 5599766"/>
              <a:gd name="connsiteX19481" fmla="*/ 7336535 w 10321503"/>
              <a:gd name="connsiteY19481" fmla="*/ 4740486 h 5599766"/>
              <a:gd name="connsiteX19482" fmla="*/ 7343599 w 10321503"/>
              <a:gd name="connsiteY19482" fmla="*/ 4740486 h 5599766"/>
              <a:gd name="connsiteX19483" fmla="*/ 7344212 w 10321503"/>
              <a:gd name="connsiteY19483" fmla="*/ 4740844 h 5599766"/>
              <a:gd name="connsiteX19484" fmla="*/ 7347744 w 10321503"/>
              <a:gd name="connsiteY19484" fmla="*/ 4746986 h 5599766"/>
              <a:gd name="connsiteX19485" fmla="*/ 7347744 w 10321503"/>
              <a:gd name="connsiteY19485" fmla="*/ 4747651 h 5599766"/>
              <a:gd name="connsiteX19486" fmla="*/ 7344212 w 10321503"/>
              <a:gd name="connsiteY19486" fmla="*/ 4753793 h 5599766"/>
              <a:gd name="connsiteX19487" fmla="*/ 7343599 w 10321503"/>
              <a:gd name="connsiteY19487" fmla="*/ 4754151 h 5599766"/>
              <a:gd name="connsiteX19488" fmla="*/ 7541839 w 10321503"/>
              <a:gd name="connsiteY19488" fmla="*/ 4754151 h 5599766"/>
              <a:gd name="connsiteX19489" fmla="*/ 7534775 w 10321503"/>
              <a:gd name="connsiteY19489" fmla="*/ 4754151 h 5599766"/>
              <a:gd name="connsiteX19490" fmla="*/ 7534161 w 10321503"/>
              <a:gd name="connsiteY19490" fmla="*/ 4753793 h 5599766"/>
              <a:gd name="connsiteX19491" fmla="*/ 7530629 w 10321503"/>
              <a:gd name="connsiteY19491" fmla="*/ 4747651 h 5599766"/>
              <a:gd name="connsiteX19492" fmla="*/ 7530629 w 10321503"/>
              <a:gd name="connsiteY19492" fmla="*/ 4746986 h 5599766"/>
              <a:gd name="connsiteX19493" fmla="*/ 7534161 w 10321503"/>
              <a:gd name="connsiteY19493" fmla="*/ 4740844 h 5599766"/>
              <a:gd name="connsiteX19494" fmla="*/ 7534775 w 10321503"/>
              <a:gd name="connsiteY19494" fmla="*/ 4740486 h 5599766"/>
              <a:gd name="connsiteX19495" fmla="*/ 7541839 w 10321503"/>
              <a:gd name="connsiteY19495" fmla="*/ 4740486 h 5599766"/>
              <a:gd name="connsiteX19496" fmla="*/ 7542453 w 10321503"/>
              <a:gd name="connsiteY19496" fmla="*/ 4740844 h 5599766"/>
              <a:gd name="connsiteX19497" fmla="*/ 7545985 w 10321503"/>
              <a:gd name="connsiteY19497" fmla="*/ 4746986 h 5599766"/>
              <a:gd name="connsiteX19498" fmla="*/ 7545985 w 10321503"/>
              <a:gd name="connsiteY19498" fmla="*/ 4747651 h 5599766"/>
              <a:gd name="connsiteX19499" fmla="*/ 7542453 w 10321503"/>
              <a:gd name="connsiteY19499" fmla="*/ 4753793 h 5599766"/>
              <a:gd name="connsiteX19500" fmla="*/ 7541839 w 10321503"/>
              <a:gd name="connsiteY19500" fmla="*/ 4754151 h 5599766"/>
              <a:gd name="connsiteX19501" fmla="*/ 7740078 w 10321503"/>
              <a:gd name="connsiteY19501" fmla="*/ 4754151 h 5599766"/>
              <a:gd name="connsiteX19502" fmla="*/ 7733016 w 10321503"/>
              <a:gd name="connsiteY19502" fmla="*/ 4754151 h 5599766"/>
              <a:gd name="connsiteX19503" fmla="*/ 7732401 w 10321503"/>
              <a:gd name="connsiteY19503" fmla="*/ 4753793 h 5599766"/>
              <a:gd name="connsiteX19504" fmla="*/ 7728870 w 10321503"/>
              <a:gd name="connsiteY19504" fmla="*/ 4747651 h 5599766"/>
              <a:gd name="connsiteX19505" fmla="*/ 7728870 w 10321503"/>
              <a:gd name="connsiteY19505" fmla="*/ 4746986 h 5599766"/>
              <a:gd name="connsiteX19506" fmla="*/ 7732401 w 10321503"/>
              <a:gd name="connsiteY19506" fmla="*/ 4740844 h 5599766"/>
              <a:gd name="connsiteX19507" fmla="*/ 7733016 w 10321503"/>
              <a:gd name="connsiteY19507" fmla="*/ 4740486 h 5599766"/>
              <a:gd name="connsiteX19508" fmla="*/ 7740078 w 10321503"/>
              <a:gd name="connsiteY19508" fmla="*/ 4740486 h 5599766"/>
              <a:gd name="connsiteX19509" fmla="*/ 7740692 w 10321503"/>
              <a:gd name="connsiteY19509" fmla="*/ 4740844 h 5599766"/>
              <a:gd name="connsiteX19510" fmla="*/ 7744225 w 10321503"/>
              <a:gd name="connsiteY19510" fmla="*/ 4746986 h 5599766"/>
              <a:gd name="connsiteX19511" fmla="*/ 7744225 w 10321503"/>
              <a:gd name="connsiteY19511" fmla="*/ 4747651 h 5599766"/>
              <a:gd name="connsiteX19512" fmla="*/ 7740692 w 10321503"/>
              <a:gd name="connsiteY19512" fmla="*/ 4753793 h 5599766"/>
              <a:gd name="connsiteX19513" fmla="*/ 7740078 w 10321503"/>
              <a:gd name="connsiteY19513" fmla="*/ 4754151 h 5599766"/>
              <a:gd name="connsiteX19514" fmla="*/ 7938418 w 10321503"/>
              <a:gd name="connsiteY19514" fmla="*/ 4754151 h 5599766"/>
              <a:gd name="connsiteX19515" fmla="*/ 7931354 w 10321503"/>
              <a:gd name="connsiteY19515" fmla="*/ 4754151 h 5599766"/>
              <a:gd name="connsiteX19516" fmla="*/ 7930740 w 10321503"/>
              <a:gd name="connsiteY19516" fmla="*/ 4753793 h 5599766"/>
              <a:gd name="connsiteX19517" fmla="*/ 7927209 w 10321503"/>
              <a:gd name="connsiteY19517" fmla="*/ 4747651 h 5599766"/>
              <a:gd name="connsiteX19518" fmla="*/ 7927209 w 10321503"/>
              <a:gd name="connsiteY19518" fmla="*/ 4746986 h 5599766"/>
              <a:gd name="connsiteX19519" fmla="*/ 7930740 w 10321503"/>
              <a:gd name="connsiteY19519" fmla="*/ 4740844 h 5599766"/>
              <a:gd name="connsiteX19520" fmla="*/ 7931354 w 10321503"/>
              <a:gd name="connsiteY19520" fmla="*/ 4740486 h 5599766"/>
              <a:gd name="connsiteX19521" fmla="*/ 7938418 w 10321503"/>
              <a:gd name="connsiteY19521" fmla="*/ 4740486 h 5599766"/>
              <a:gd name="connsiteX19522" fmla="*/ 7939032 w 10321503"/>
              <a:gd name="connsiteY19522" fmla="*/ 4740844 h 5599766"/>
              <a:gd name="connsiteX19523" fmla="*/ 7942564 w 10321503"/>
              <a:gd name="connsiteY19523" fmla="*/ 4746986 h 5599766"/>
              <a:gd name="connsiteX19524" fmla="*/ 7942564 w 10321503"/>
              <a:gd name="connsiteY19524" fmla="*/ 4747651 h 5599766"/>
              <a:gd name="connsiteX19525" fmla="*/ 7939032 w 10321503"/>
              <a:gd name="connsiteY19525" fmla="*/ 4753793 h 5599766"/>
              <a:gd name="connsiteX19526" fmla="*/ 7938418 w 10321503"/>
              <a:gd name="connsiteY19526" fmla="*/ 4754151 h 5599766"/>
              <a:gd name="connsiteX19527" fmla="*/ 8136530 w 10321503"/>
              <a:gd name="connsiteY19527" fmla="*/ 4754151 h 5599766"/>
              <a:gd name="connsiteX19528" fmla="*/ 8129467 w 10321503"/>
              <a:gd name="connsiteY19528" fmla="*/ 4754151 h 5599766"/>
              <a:gd name="connsiteX19529" fmla="*/ 8128852 w 10321503"/>
              <a:gd name="connsiteY19529" fmla="*/ 4753793 h 5599766"/>
              <a:gd name="connsiteX19530" fmla="*/ 8125321 w 10321503"/>
              <a:gd name="connsiteY19530" fmla="*/ 4747651 h 5599766"/>
              <a:gd name="connsiteX19531" fmla="*/ 8125321 w 10321503"/>
              <a:gd name="connsiteY19531" fmla="*/ 4746986 h 5599766"/>
              <a:gd name="connsiteX19532" fmla="*/ 8128852 w 10321503"/>
              <a:gd name="connsiteY19532" fmla="*/ 4740844 h 5599766"/>
              <a:gd name="connsiteX19533" fmla="*/ 8129467 w 10321503"/>
              <a:gd name="connsiteY19533" fmla="*/ 4740486 h 5599766"/>
              <a:gd name="connsiteX19534" fmla="*/ 8136530 w 10321503"/>
              <a:gd name="connsiteY19534" fmla="*/ 4740486 h 5599766"/>
              <a:gd name="connsiteX19535" fmla="*/ 8137145 w 10321503"/>
              <a:gd name="connsiteY19535" fmla="*/ 4740844 h 5599766"/>
              <a:gd name="connsiteX19536" fmla="*/ 8140676 w 10321503"/>
              <a:gd name="connsiteY19536" fmla="*/ 4746986 h 5599766"/>
              <a:gd name="connsiteX19537" fmla="*/ 8140676 w 10321503"/>
              <a:gd name="connsiteY19537" fmla="*/ 4747651 h 5599766"/>
              <a:gd name="connsiteX19538" fmla="*/ 8137145 w 10321503"/>
              <a:gd name="connsiteY19538" fmla="*/ 4753793 h 5599766"/>
              <a:gd name="connsiteX19539" fmla="*/ 8136530 w 10321503"/>
              <a:gd name="connsiteY19539" fmla="*/ 4754151 h 5599766"/>
              <a:gd name="connsiteX19540" fmla="*/ 8334784 w 10321503"/>
              <a:gd name="connsiteY19540" fmla="*/ 4754151 h 5599766"/>
              <a:gd name="connsiteX19541" fmla="*/ 8327721 w 10321503"/>
              <a:gd name="connsiteY19541" fmla="*/ 4754151 h 5599766"/>
              <a:gd name="connsiteX19542" fmla="*/ 8327106 w 10321503"/>
              <a:gd name="connsiteY19542" fmla="*/ 4753793 h 5599766"/>
              <a:gd name="connsiteX19543" fmla="*/ 8323574 w 10321503"/>
              <a:gd name="connsiteY19543" fmla="*/ 4747651 h 5599766"/>
              <a:gd name="connsiteX19544" fmla="*/ 8323574 w 10321503"/>
              <a:gd name="connsiteY19544" fmla="*/ 4746986 h 5599766"/>
              <a:gd name="connsiteX19545" fmla="*/ 8327106 w 10321503"/>
              <a:gd name="connsiteY19545" fmla="*/ 4740844 h 5599766"/>
              <a:gd name="connsiteX19546" fmla="*/ 8327721 w 10321503"/>
              <a:gd name="connsiteY19546" fmla="*/ 4740486 h 5599766"/>
              <a:gd name="connsiteX19547" fmla="*/ 8334784 w 10321503"/>
              <a:gd name="connsiteY19547" fmla="*/ 4740486 h 5599766"/>
              <a:gd name="connsiteX19548" fmla="*/ 8335399 w 10321503"/>
              <a:gd name="connsiteY19548" fmla="*/ 4740844 h 5599766"/>
              <a:gd name="connsiteX19549" fmla="*/ 8338930 w 10321503"/>
              <a:gd name="connsiteY19549" fmla="*/ 4746986 h 5599766"/>
              <a:gd name="connsiteX19550" fmla="*/ 8338930 w 10321503"/>
              <a:gd name="connsiteY19550" fmla="*/ 4747651 h 5599766"/>
              <a:gd name="connsiteX19551" fmla="*/ 8335399 w 10321503"/>
              <a:gd name="connsiteY19551" fmla="*/ 4753793 h 5599766"/>
              <a:gd name="connsiteX19552" fmla="*/ 8334784 w 10321503"/>
              <a:gd name="connsiteY19552" fmla="*/ 4754151 h 5599766"/>
              <a:gd name="connsiteX19553" fmla="*/ 8533126 w 10321503"/>
              <a:gd name="connsiteY19553" fmla="*/ 4754151 h 5599766"/>
              <a:gd name="connsiteX19554" fmla="*/ 8526062 w 10321503"/>
              <a:gd name="connsiteY19554" fmla="*/ 4754151 h 5599766"/>
              <a:gd name="connsiteX19555" fmla="*/ 8525447 w 10321503"/>
              <a:gd name="connsiteY19555" fmla="*/ 4753793 h 5599766"/>
              <a:gd name="connsiteX19556" fmla="*/ 8521916 w 10321503"/>
              <a:gd name="connsiteY19556" fmla="*/ 4747651 h 5599766"/>
              <a:gd name="connsiteX19557" fmla="*/ 8521916 w 10321503"/>
              <a:gd name="connsiteY19557" fmla="*/ 4746986 h 5599766"/>
              <a:gd name="connsiteX19558" fmla="*/ 8525447 w 10321503"/>
              <a:gd name="connsiteY19558" fmla="*/ 4740844 h 5599766"/>
              <a:gd name="connsiteX19559" fmla="*/ 8526062 w 10321503"/>
              <a:gd name="connsiteY19559" fmla="*/ 4740486 h 5599766"/>
              <a:gd name="connsiteX19560" fmla="*/ 8533126 w 10321503"/>
              <a:gd name="connsiteY19560" fmla="*/ 4740486 h 5599766"/>
              <a:gd name="connsiteX19561" fmla="*/ 8533739 w 10321503"/>
              <a:gd name="connsiteY19561" fmla="*/ 4740844 h 5599766"/>
              <a:gd name="connsiteX19562" fmla="*/ 8537271 w 10321503"/>
              <a:gd name="connsiteY19562" fmla="*/ 4746986 h 5599766"/>
              <a:gd name="connsiteX19563" fmla="*/ 8537271 w 10321503"/>
              <a:gd name="connsiteY19563" fmla="*/ 4747651 h 5599766"/>
              <a:gd name="connsiteX19564" fmla="*/ 8533739 w 10321503"/>
              <a:gd name="connsiteY19564" fmla="*/ 4753793 h 5599766"/>
              <a:gd name="connsiteX19565" fmla="*/ 8533126 w 10321503"/>
              <a:gd name="connsiteY19565" fmla="*/ 4754151 h 5599766"/>
              <a:gd name="connsiteX19566" fmla="*/ 8731361 w 10321503"/>
              <a:gd name="connsiteY19566" fmla="*/ 4754151 h 5599766"/>
              <a:gd name="connsiteX19567" fmla="*/ 8724299 w 10321503"/>
              <a:gd name="connsiteY19567" fmla="*/ 4754151 h 5599766"/>
              <a:gd name="connsiteX19568" fmla="*/ 8723685 w 10321503"/>
              <a:gd name="connsiteY19568" fmla="*/ 4753793 h 5599766"/>
              <a:gd name="connsiteX19569" fmla="*/ 8720154 w 10321503"/>
              <a:gd name="connsiteY19569" fmla="*/ 4747651 h 5599766"/>
              <a:gd name="connsiteX19570" fmla="*/ 8720154 w 10321503"/>
              <a:gd name="connsiteY19570" fmla="*/ 4746986 h 5599766"/>
              <a:gd name="connsiteX19571" fmla="*/ 8723685 w 10321503"/>
              <a:gd name="connsiteY19571" fmla="*/ 4740844 h 5599766"/>
              <a:gd name="connsiteX19572" fmla="*/ 8724299 w 10321503"/>
              <a:gd name="connsiteY19572" fmla="*/ 4740486 h 5599766"/>
              <a:gd name="connsiteX19573" fmla="*/ 8731361 w 10321503"/>
              <a:gd name="connsiteY19573" fmla="*/ 4740486 h 5599766"/>
              <a:gd name="connsiteX19574" fmla="*/ 8731977 w 10321503"/>
              <a:gd name="connsiteY19574" fmla="*/ 4740844 h 5599766"/>
              <a:gd name="connsiteX19575" fmla="*/ 8735507 w 10321503"/>
              <a:gd name="connsiteY19575" fmla="*/ 4746986 h 5599766"/>
              <a:gd name="connsiteX19576" fmla="*/ 8735507 w 10321503"/>
              <a:gd name="connsiteY19576" fmla="*/ 4747651 h 5599766"/>
              <a:gd name="connsiteX19577" fmla="*/ 8731977 w 10321503"/>
              <a:gd name="connsiteY19577" fmla="*/ 4753793 h 5599766"/>
              <a:gd name="connsiteX19578" fmla="*/ 8731361 w 10321503"/>
              <a:gd name="connsiteY19578" fmla="*/ 4754151 h 5599766"/>
              <a:gd name="connsiteX19579" fmla="*/ 8929613 w 10321503"/>
              <a:gd name="connsiteY19579" fmla="*/ 4754151 h 5599766"/>
              <a:gd name="connsiteX19580" fmla="*/ 8922549 w 10321503"/>
              <a:gd name="connsiteY19580" fmla="*/ 4754151 h 5599766"/>
              <a:gd name="connsiteX19581" fmla="*/ 8921935 w 10321503"/>
              <a:gd name="connsiteY19581" fmla="*/ 4753793 h 5599766"/>
              <a:gd name="connsiteX19582" fmla="*/ 8918404 w 10321503"/>
              <a:gd name="connsiteY19582" fmla="*/ 4747651 h 5599766"/>
              <a:gd name="connsiteX19583" fmla="*/ 8918404 w 10321503"/>
              <a:gd name="connsiteY19583" fmla="*/ 4746986 h 5599766"/>
              <a:gd name="connsiteX19584" fmla="*/ 8921935 w 10321503"/>
              <a:gd name="connsiteY19584" fmla="*/ 4740844 h 5599766"/>
              <a:gd name="connsiteX19585" fmla="*/ 8922549 w 10321503"/>
              <a:gd name="connsiteY19585" fmla="*/ 4740486 h 5599766"/>
              <a:gd name="connsiteX19586" fmla="*/ 8929613 w 10321503"/>
              <a:gd name="connsiteY19586" fmla="*/ 4740486 h 5599766"/>
              <a:gd name="connsiteX19587" fmla="*/ 8930227 w 10321503"/>
              <a:gd name="connsiteY19587" fmla="*/ 4740844 h 5599766"/>
              <a:gd name="connsiteX19588" fmla="*/ 8933759 w 10321503"/>
              <a:gd name="connsiteY19588" fmla="*/ 4746986 h 5599766"/>
              <a:gd name="connsiteX19589" fmla="*/ 8933759 w 10321503"/>
              <a:gd name="connsiteY19589" fmla="*/ 4747651 h 5599766"/>
              <a:gd name="connsiteX19590" fmla="*/ 8930227 w 10321503"/>
              <a:gd name="connsiteY19590" fmla="*/ 4753793 h 5599766"/>
              <a:gd name="connsiteX19591" fmla="*/ 8929613 w 10321503"/>
              <a:gd name="connsiteY19591" fmla="*/ 4754151 h 5599766"/>
              <a:gd name="connsiteX19592" fmla="*/ 9127730 w 10321503"/>
              <a:gd name="connsiteY19592" fmla="*/ 4754151 h 5599766"/>
              <a:gd name="connsiteX19593" fmla="*/ 9120667 w 10321503"/>
              <a:gd name="connsiteY19593" fmla="*/ 4754151 h 5599766"/>
              <a:gd name="connsiteX19594" fmla="*/ 9120053 w 10321503"/>
              <a:gd name="connsiteY19594" fmla="*/ 4753793 h 5599766"/>
              <a:gd name="connsiteX19595" fmla="*/ 9116522 w 10321503"/>
              <a:gd name="connsiteY19595" fmla="*/ 4747651 h 5599766"/>
              <a:gd name="connsiteX19596" fmla="*/ 9116522 w 10321503"/>
              <a:gd name="connsiteY19596" fmla="*/ 4746986 h 5599766"/>
              <a:gd name="connsiteX19597" fmla="*/ 9120053 w 10321503"/>
              <a:gd name="connsiteY19597" fmla="*/ 4740844 h 5599766"/>
              <a:gd name="connsiteX19598" fmla="*/ 9120667 w 10321503"/>
              <a:gd name="connsiteY19598" fmla="*/ 4740486 h 5599766"/>
              <a:gd name="connsiteX19599" fmla="*/ 9127730 w 10321503"/>
              <a:gd name="connsiteY19599" fmla="*/ 4740486 h 5599766"/>
              <a:gd name="connsiteX19600" fmla="*/ 9128344 w 10321503"/>
              <a:gd name="connsiteY19600" fmla="*/ 4740844 h 5599766"/>
              <a:gd name="connsiteX19601" fmla="*/ 9131878 w 10321503"/>
              <a:gd name="connsiteY19601" fmla="*/ 4746986 h 5599766"/>
              <a:gd name="connsiteX19602" fmla="*/ 9131878 w 10321503"/>
              <a:gd name="connsiteY19602" fmla="*/ 4747651 h 5599766"/>
              <a:gd name="connsiteX19603" fmla="*/ 9128344 w 10321503"/>
              <a:gd name="connsiteY19603" fmla="*/ 4753793 h 5599766"/>
              <a:gd name="connsiteX19604" fmla="*/ 9127730 w 10321503"/>
              <a:gd name="connsiteY19604" fmla="*/ 4754151 h 5599766"/>
              <a:gd name="connsiteX19605" fmla="*/ 9326099 w 10321503"/>
              <a:gd name="connsiteY19605" fmla="*/ 4754151 h 5599766"/>
              <a:gd name="connsiteX19606" fmla="*/ 9319036 w 10321503"/>
              <a:gd name="connsiteY19606" fmla="*/ 4754151 h 5599766"/>
              <a:gd name="connsiteX19607" fmla="*/ 9318421 w 10321503"/>
              <a:gd name="connsiteY19607" fmla="*/ 4753793 h 5599766"/>
              <a:gd name="connsiteX19608" fmla="*/ 9314890 w 10321503"/>
              <a:gd name="connsiteY19608" fmla="*/ 4747651 h 5599766"/>
              <a:gd name="connsiteX19609" fmla="*/ 9314890 w 10321503"/>
              <a:gd name="connsiteY19609" fmla="*/ 4746986 h 5599766"/>
              <a:gd name="connsiteX19610" fmla="*/ 9318421 w 10321503"/>
              <a:gd name="connsiteY19610" fmla="*/ 4740844 h 5599766"/>
              <a:gd name="connsiteX19611" fmla="*/ 9319036 w 10321503"/>
              <a:gd name="connsiteY19611" fmla="*/ 4740486 h 5599766"/>
              <a:gd name="connsiteX19612" fmla="*/ 9326099 w 10321503"/>
              <a:gd name="connsiteY19612" fmla="*/ 4740486 h 5599766"/>
              <a:gd name="connsiteX19613" fmla="*/ 9326714 w 10321503"/>
              <a:gd name="connsiteY19613" fmla="*/ 4740844 h 5599766"/>
              <a:gd name="connsiteX19614" fmla="*/ 9330244 w 10321503"/>
              <a:gd name="connsiteY19614" fmla="*/ 4746986 h 5599766"/>
              <a:gd name="connsiteX19615" fmla="*/ 9330244 w 10321503"/>
              <a:gd name="connsiteY19615" fmla="*/ 4747651 h 5599766"/>
              <a:gd name="connsiteX19616" fmla="*/ 9326714 w 10321503"/>
              <a:gd name="connsiteY19616" fmla="*/ 4753793 h 5599766"/>
              <a:gd name="connsiteX19617" fmla="*/ 9326099 w 10321503"/>
              <a:gd name="connsiteY19617" fmla="*/ 4754151 h 5599766"/>
              <a:gd name="connsiteX19618" fmla="*/ 9524290 w 10321503"/>
              <a:gd name="connsiteY19618" fmla="*/ 4754151 h 5599766"/>
              <a:gd name="connsiteX19619" fmla="*/ 9517227 w 10321503"/>
              <a:gd name="connsiteY19619" fmla="*/ 4754151 h 5599766"/>
              <a:gd name="connsiteX19620" fmla="*/ 9516614 w 10321503"/>
              <a:gd name="connsiteY19620" fmla="*/ 4753793 h 5599766"/>
              <a:gd name="connsiteX19621" fmla="*/ 9513081 w 10321503"/>
              <a:gd name="connsiteY19621" fmla="*/ 4747651 h 5599766"/>
              <a:gd name="connsiteX19622" fmla="*/ 9513081 w 10321503"/>
              <a:gd name="connsiteY19622" fmla="*/ 4746986 h 5599766"/>
              <a:gd name="connsiteX19623" fmla="*/ 9516614 w 10321503"/>
              <a:gd name="connsiteY19623" fmla="*/ 4740844 h 5599766"/>
              <a:gd name="connsiteX19624" fmla="*/ 9517227 w 10321503"/>
              <a:gd name="connsiteY19624" fmla="*/ 4740486 h 5599766"/>
              <a:gd name="connsiteX19625" fmla="*/ 9524290 w 10321503"/>
              <a:gd name="connsiteY19625" fmla="*/ 4740486 h 5599766"/>
              <a:gd name="connsiteX19626" fmla="*/ 9524905 w 10321503"/>
              <a:gd name="connsiteY19626" fmla="*/ 4740844 h 5599766"/>
              <a:gd name="connsiteX19627" fmla="*/ 9528436 w 10321503"/>
              <a:gd name="connsiteY19627" fmla="*/ 4746986 h 5599766"/>
              <a:gd name="connsiteX19628" fmla="*/ 9528436 w 10321503"/>
              <a:gd name="connsiteY19628" fmla="*/ 4747651 h 5599766"/>
              <a:gd name="connsiteX19629" fmla="*/ 9524905 w 10321503"/>
              <a:gd name="connsiteY19629" fmla="*/ 4753793 h 5599766"/>
              <a:gd name="connsiteX19630" fmla="*/ 9524290 w 10321503"/>
              <a:gd name="connsiteY19630" fmla="*/ 4754151 h 5599766"/>
              <a:gd name="connsiteX19631" fmla="*/ 9722470 w 10321503"/>
              <a:gd name="connsiteY19631" fmla="*/ 4754151 h 5599766"/>
              <a:gd name="connsiteX19632" fmla="*/ 9715409 w 10321503"/>
              <a:gd name="connsiteY19632" fmla="*/ 4754151 h 5599766"/>
              <a:gd name="connsiteX19633" fmla="*/ 9714794 w 10321503"/>
              <a:gd name="connsiteY19633" fmla="*/ 4753793 h 5599766"/>
              <a:gd name="connsiteX19634" fmla="*/ 9711263 w 10321503"/>
              <a:gd name="connsiteY19634" fmla="*/ 4747651 h 5599766"/>
              <a:gd name="connsiteX19635" fmla="*/ 9711263 w 10321503"/>
              <a:gd name="connsiteY19635" fmla="*/ 4746986 h 5599766"/>
              <a:gd name="connsiteX19636" fmla="*/ 9714794 w 10321503"/>
              <a:gd name="connsiteY19636" fmla="*/ 4740844 h 5599766"/>
              <a:gd name="connsiteX19637" fmla="*/ 9715409 w 10321503"/>
              <a:gd name="connsiteY19637" fmla="*/ 4740486 h 5599766"/>
              <a:gd name="connsiteX19638" fmla="*/ 9722470 w 10321503"/>
              <a:gd name="connsiteY19638" fmla="*/ 4740486 h 5599766"/>
              <a:gd name="connsiteX19639" fmla="*/ 9723084 w 10321503"/>
              <a:gd name="connsiteY19639" fmla="*/ 4740844 h 5599766"/>
              <a:gd name="connsiteX19640" fmla="*/ 9726617 w 10321503"/>
              <a:gd name="connsiteY19640" fmla="*/ 4746986 h 5599766"/>
              <a:gd name="connsiteX19641" fmla="*/ 9726617 w 10321503"/>
              <a:gd name="connsiteY19641" fmla="*/ 4747651 h 5599766"/>
              <a:gd name="connsiteX19642" fmla="*/ 9723084 w 10321503"/>
              <a:gd name="connsiteY19642" fmla="*/ 4753793 h 5599766"/>
              <a:gd name="connsiteX19643" fmla="*/ 9722470 w 10321503"/>
              <a:gd name="connsiteY19643" fmla="*/ 4754151 h 5599766"/>
              <a:gd name="connsiteX19644" fmla="*/ 9920715 w 10321503"/>
              <a:gd name="connsiteY19644" fmla="*/ 4754151 h 5599766"/>
              <a:gd name="connsiteX19645" fmla="*/ 9913652 w 10321503"/>
              <a:gd name="connsiteY19645" fmla="*/ 4754151 h 5599766"/>
              <a:gd name="connsiteX19646" fmla="*/ 9913038 w 10321503"/>
              <a:gd name="connsiteY19646" fmla="*/ 4753793 h 5599766"/>
              <a:gd name="connsiteX19647" fmla="*/ 9909506 w 10321503"/>
              <a:gd name="connsiteY19647" fmla="*/ 4747651 h 5599766"/>
              <a:gd name="connsiteX19648" fmla="*/ 9909506 w 10321503"/>
              <a:gd name="connsiteY19648" fmla="*/ 4746986 h 5599766"/>
              <a:gd name="connsiteX19649" fmla="*/ 9913038 w 10321503"/>
              <a:gd name="connsiteY19649" fmla="*/ 4740844 h 5599766"/>
              <a:gd name="connsiteX19650" fmla="*/ 9913652 w 10321503"/>
              <a:gd name="connsiteY19650" fmla="*/ 4740486 h 5599766"/>
              <a:gd name="connsiteX19651" fmla="*/ 9920715 w 10321503"/>
              <a:gd name="connsiteY19651" fmla="*/ 4740486 h 5599766"/>
              <a:gd name="connsiteX19652" fmla="*/ 9921329 w 10321503"/>
              <a:gd name="connsiteY19652" fmla="*/ 4740844 h 5599766"/>
              <a:gd name="connsiteX19653" fmla="*/ 9924861 w 10321503"/>
              <a:gd name="connsiteY19653" fmla="*/ 4746986 h 5599766"/>
              <a:gd name="connsiteX19654" fmla="*/ 9924861 w 10321503"/>
              <a:gd name="connsiteY19654" fmla="*/ 4747651 h 5599766"/>
              <a:gd name="connsiteX19655" fmla="*/ 9921329 w 10321503"/>
              <a:gd name="connsiteY19655" fmla="*/ 4753793 h 5599766"/>
              <a:gd name="connsiteX19656" fmla="*/ 9920715 w 10321503"/>
              <a:gd name="connsiteY19656" fmla="*/ 4754151 h 5599766"/>
              <a:gd name="connsiteX19657" fmla="*/ 10119034 w 10321503"/>
              <a:gd name="connsiteY19657" fmla="*/ 4754151 h 5599766"/>
              <a:gd name="connsiteX19658" fmla="*/ 10111971 w 10321503"/>
              <a:gd name="connsiteY19658" fmla="*/ 4754151 h 5599766"/>
              <a:gd name="connsiteX19659" fmla="*/ 10111357 w 10321503"/>
              <a:gd name="connsiteY19659" fmla="*/ 4753793 h 5599766"/>
              <a:gd name="connsiteX19660" fmla="*/ 10107826 w 10321503"/>
              <a:gd name="connsiteY19660" fmla="*/ 4747651 h 5599766"/>
              <a:gd name="connsiteX19661" fmla="*/ 10107826 w 10321503"/>
              <a:gd name="connsiteY19661" fmla="*/ 4746986 h 5599766"/>
              <a:gd name="connsiteX19662" fmla="*/ 10111357 w 10321503"/>
              <a:gd name="connsiteY19662" fmla="*/ 4740844 h 5599766"/>
              <a:gd name="connsiteX19663" fmla="*/ 10111971 w 10321503"/>
              <a:gd name="connsiteY19663" fmla="*/ 4740486 h 5599766"/>
              <a:gd name="connsiteX19664" fmla="*/ 10119034 w 10321503"/>
              <a:gd name="connsiteY19664" fmla="*/ 4740486 h 5599766"/>
              <a:gd name="connsiteX19665" fmla="*/ 10119649 w 10321503"/>
              <a:gd name="connsiteY19665" fmla="*/ 4740844 h 5599766"/>
              <a:gd name="connsiteX19666" fmla="*/ 10123180 w 10321503"/>
              <a:gd name="connsiteY19666" fmla="*/ 4746986 h 5599766"/>
              <a:gd name="connsiteX19667" fmla="*/ 10123180 w 10321503"/>
              <a:gd name="connsiteY19667" fmla="*/ 4747651 h 5599766"/>
              <a:gd name="connsiteX19668" fmla="*/ 10119649 w 10321503"/>
              <a:gd name="connsiteY19668" fmla="*/ 4753793 h 5599766"/>
              <a:gd name="connsiteX19669" fmla="*/ 10119034 w 10321503"/>
              <a:gd name="connsiteY19669" fmla="*/ 4754151 h 5599766"/>
              <a:gd name="connsiteX19670" fmla="*/ 10317154 w 10321503"/>
              <a:gd name="connsiteY19670" fmla="*/ 4754151 h 5599766"/>
              <a:gd name="connsiteX19671" fmla="*/ 10310093 w 10321503"/>
              <a:gd name="connsiteY19671" fmla="*/ 4754151 h 5599766"/>
              <a:gd name="connsiteX19672" fmla="*/ 10309479 w 10321503"/>
              <a:gd name="connsiteY19672" fmla="*/ 4753793 h 5599766"/>
              <a:gd name="connsiteX19673" fmla="*/ 10305947 w 10321503"/>
              <a:gd name="connsiteY19673" fmla="*/ 4747651 h 5599766"/>
              <a:gd name="connsiteX19674" fmla="*/ 10305947 w 10321503"/>
              <a:gd name="connsiteY19674" fmla="*/ 4746986 h 5599766"/>
              <a:gd name="connsiteX19675" fmla="*/ 10309479 w 10321503"/>
              <a:gd name="connsiteY19675" fmla="*/ 4740844 h 5599766"/>
              <a:gd name="connsiteX19676" fmla="*/ 10310093 w 10321503"/>
              <a:gd name="connsiteY19676" fmla="*/ 4740486 h 5599766"/>
              <a:gd name="connsiteX19677" fmla="*/ 10317154 w 10321503"/>
              <a:gd name="connsiteY19677" fmla="*/ 4740486 h 5599766"/>
              <a:gd name="connsiteX19678" fmla="*/ 10317770 w 10321503"/>
              <a:gd name="connsiteY19678" fmla="*/ 4740844 h 5599766"/>
              <a:gd name="connsiteX19679" fmla="*/ 10321301 w 10321503"/>
              <a:gd name="connsiteY19679" fmla="*/ 4746986 h 5599766"/>
              <a:gd name="connsiteX19680" fmla="*/ 10321301 w 10321503"/>
              <a:gd name="connsiteY19680" fmla="*/ 4747651 h 5599766"/>
              <a:gd name="connsiteX19681" fmla="*/ 10317770 w 10321503"/>
              <a:gd name="connsiteY19681" fmla="*/ 4753793 h 5599766"/>
              <a:gd name="connsiteX19682" fmla="*/ 10317154 w 10321503"/>
              <a:gd name="connsiteY19682" fmla="*/ 4754151 h 5599766"/>
              <a:gd name="connsiteX19683" fmla="*/ 804204 w 10321503"/>
              <a:gd name="connsiteY19683" fmla="*/ 4917470 h 5599766"/>
              <a:gd name="connsiteX19684" fmla="*/ 797140 w 10321503"/>
              <a:gd name="connsiteY19684" fmla="*/ 4917470 h 5599766"/>
              <a:gd name="connsiteX19685" fmla="*/ 796526 w 10321503"/>
              <a:gd name="connsiteY19685" fmla="*/ 4917112 h 5599766"/>
              <a:gd name="connsiteX19686" fmla="*/ 792995 w 10321503"/>
              <a:gd name="connsiteY19686" fmla="*/ 4910970 h 5599766"/>
              <a:gd name="connsiteX19687" fmla="*/ 792995 w 10321503"/>
              <a:gd name="connsiteY19687" fmla="*/ 4910304 h 5599766"/>
              <a:gd name="connsiteX19688" fmla="*/ 796526 w 10321503"/>
              <a:gd name="connsiteY19688" fmla="*/ 4904162 h 5599766"/>
              <a:gd name="connsiteX19689" fmla="*/ 797140 w 10321503"/>
              <a:gd name="connsiteY19689" fmla="*/ 4903805 h 5599766"/>
              <a:gd name="connsiteX19690" fmla="*/ 804204 w 10321503"/>
              <a:gd name="connsiteY19690" fmla="*/ 4903805 h 5599766"/>
              <a:gd name="connsiteX19691" fmla="*/ 804818 w 10321503"/>
              <a:gd name="connsiteY19691" fmla="*/ 4904162 h 5599766"/>
              <a:gd name="connsiteX19692" fmla="*/ 808350 w 10321503"/>
              <a:gd name="connsiteY19692" fmla="*/ 4910304 h 5599766"/>
              <a:gd name="connsiteX19693" fmla="*/ 808350 w 10321503"/>
              <a:gd name="connsiteY19693" fmla="*/ 4910970 h 5599766"/>
              <a:gd name="connsiteX19694" fmla="*/ 804818 w 10321503"/>
              <a:gd name="connsiteY19694" fmla="*/ 4917112 h 5599766"/>
              <a:gd name="connsiteX19695" fmla="*/ 804204 w 10321503"/>
              <a:gd name="connsiteY19695" fmla="*/ 4917470 h 5599766"/>
              <a:gd name="connsiteX19696" fmla="*/ 605979 w 10321503"/>
              <a:gd name="connsiteY19696" fmla="*/ 4917471 h 5599766"/>
              <a:gd name="connsiteX19697" fmla="*/ 598916 w 10321503"/>
              <a:gd name="connsiteY19697" fmla="*/ 4917471 h 5599766"/>
              <a:gd name="connsiteX19698" fmla="*/ 598302 w 10321503"/>
              <a:gd name="connsiteY19698" fmla="*/ 4917112 h 5599766"/>
              <a:gd name="connsiteX19699" fmla="*/ 594770 w 10321503"/>
              <a:gd name="connsiteY19699" fmla="*/ 4910971 h 5599766"/>
              <a:gd name="connsiteX19700" fmla="*/ 594770 w 10321503"/>
              <a:gd name="connsiteY19700" fmla="*/ 4910305 h 5599766"/>
              <a:gd name="connsiteX19701" fmla="*/ 598302 w 10321503"/>
              <a:gd name="connsiteY19701" fmla="*/ 4904165 h 5599766"/>
              <a:gd name="connsiteX19702" fmla="*/ 598916 w 10321503"/>
              <a:gd name="connsiteY19702" fmla="*/ 4903806 h 5599766"/>
              <a:gd name="connsiteX19703" fmla="*/ 605979 w 10321503"/>
              <a:gd name="connsiteY19703" fmla="*/ 4903806 h 5599766"/>
              <a:gd name="connsiteX19704" fmla="*/ 606593 w 10321503"/>
              <a:gd name="connsiteY19704" fmla="*/ 4904165 h 5599766"/>
              <a:gd name="connsiteX19705" fmla="*/ 610125 w 10321503"/>
              <a:gd name="connsiteY19705" fmla="*/ 4910305 h 5599766"/>
              <a:gd name="connsiteX19706" fmla="*/ 610125 w 10321503"/>
              <a:gd name="connsiteY19706" fmla="*/ 4910971 h 5599766"/>
              <a:gd name="connsiteX19707" fmla="*/ 606593 w 10321503"/>
              <a:gd name="connsiteY19707" fmla="*/ 4917112 h 5599766"/>
              <a:gd name="connsiteX19708" fmla="*/ 605979 w 10321503"/>
              <a:gd name="connsiteY19708" fmla="*/ 4917471 h 5599766"/>
              <a:gd name="connsiteX19709" fmla="*/ 11254 w 10321503"/>
              <a:gd name="connsiteY19709" fmla="*/ 4917487 h 5599766"/>
              <a:gd name="connsiteX19710" fmla="*/ 4192 w 10321503"/>
              <a:gd name="connsiteY19710" fmla="*/ 4917487 h 5599766"/>
              <a:gd name="connsiteX19711" fmla="*/ 3578 w 10321503"/>
              <a:gd name="connsiteY19711" fmla="*/ 4917127 h 5599766"/>
              <a:gd name="connsiteX19712" fmla="*/ 46 w 10321503"/>
              <a:gd name="connsiteY19712" fmla="*/ 4910984 h 5599766"/>
              <a:gd name="connsiteX19713" fmla="*/ 46 w 10321503"/>
              <a:gd name="connsiteY19713" fmla="*/ 4910321 h 5599766"/>
              <a:gd name="connsiteX19714" fmla="*/ 3578 w 10321503"/>
              <a:gd name="connsiteY19714" fmla="*/ 4904179 h 5599766"/>
              <a:gd name="connsiteX19715" fmla="*/ 4192 w 10321503"/>
              <a:gd name="connsiteY19715" fmla="*/ 4903820 h 5599766"/>
              <a:gd name="connsiteX19716" fmla="*/ 11254 w 10321503"/>
              <a:gd name="connsiteY19716" fmla="*/ 4903820 h 5599766"/>
              <a:gd name="connsiteX19717" fmla="*/ 11868 w 10321503"/>
              <a:gd name="connsiteY19717" fmla="*/ 4904179 h 5599766"/>
              <a:gd name="connsiteX19718" fmla="*/ 15400 w 10321503"/>
              <a:gd name="connsiteY19718" fmla="*/ 4910321 h 5599766"/>
              <a:gd name="connsiteX19719" fmla="*/ 15400 w 10321503"/>
              <a:gd name="connsiteY19719" fmla="*/ 4910984 h 5599766"/>
              <a:gd name="connsiteX19720" fmla="*/ 11868 w 10321503"/>
              <a:gd name="connsiteY19720" fmla="*/ 4917127 h 5599766"/>
              <a:gd name="connsiteX19721" fmla="*/ 11254 w 10321503"/>
              <a:gd name="connsiteY19721" fmla="*/ 4917487 h 5599766"/>
              <a:gd name="connsiteX19722" fmla="*/ 1398928 w 10321503"/>
              <a:gd name="connsiteY19722" fmla="*/ 4917497 h 5599766"/>
              <a:gd name="connsiteX19723" fmla="*/ 1391866 w 10321503"/>
              <a:gd name="connsiteY19723" fmla="*/ 4917497 h 5599766"/>
              <a:gd name="connsiteX19724" fmla="*/ 1391252 w 10321503"/>
              <a:gd name="connsiteY19724" fmla="*/ 4917138 h 5599766"/>
              <a:gd name="connsiteX19725" fmla="*/ 1387720 w 10321503"/>
              <a:gd name="connsiteY19725" fmla="*/ 4910997 h 5599766"/>
              <a:gd name="connsiteX19726" fmla="*/ 1387720 w 10321503"/>
              <a:gd name="connsiteY19726" fmla="*/ 4910331 h 5599766"/>
              <a:gd name="connsiteX19727" fmla="*/ 1391252 w 10321503"/>
              <a:gd name="connsiteY19727" fmla="*/ 4904190 h 5599766"/>
              <a:gd name="connsiteX19728" fmla="*/ 1391866 w 10321503"/>
              <a:gd name="connsiteY19728" fmla="*/ 4903832 h 5599766"/>
              <a:gd name="connsiteX19729" fmla="*/ 1398928 w 10321503"/>
              <a:gd name="connsiteY19729" fmla="*/ 4903832 h 5599766"/>
              <a:gd name="connsiteX19730" fmla="*/ 1399544 w 10321503"/>
              <a:gd name="connsiteY19730" fmla="*/ 4904190 h 5599766"/>
              <a:gd name="connsiteX19731" fmla="*/ 1403074 w 10321503"/>
              <a:gd name="connsiteY19731" fmla="*/ 4910331 h 5599766"/>
              <a:gd name="connsiteX19732" fmla="*/ 1403074 w 10321503"/>
              <a:gd name="connsiteY19732" fmla="*/ 4910997 h 5599766"/>
              <a:gd name="connsiteX19733" fmla="*/ 1399544 w 10321503"/>
              <a:gd name="connsiteY19733" fmla="*/ 4917138 h 5599766"/>
              <a:gd name="connsiteX19734" fmla="*/ 1398928 w 10321503"/>
              <a:gd name="connsiteY19734" fmla="*/ 4917497 h 5599766"/>
              <a:gd name="connsiteX19735" fmla="*/ 1795378 w 10321503"/>
              <a:gd name="connsiteY19735" fmla="*/ 4917497 h 5599766"/>
              <a:gd name="connsiteX19736" fmla="*/ 1788315 w 10321503"/>
              <a:gd name="connsiteY19736" fmla="*/ 4917497 h 5599766"/>
              <a:gd name="connsiteX19737" fmla="*/ 1787701 w 10321503"/>
              <a:gd name="connsiteY19737" fmla="*/ 4917138 h 5599766"/>
              <a:gd name="connsiteX19738" fmla="*/ 1784170 w 10321503"/>
              <a:gd name="connsiteY19738" fmla="*/ 4910996 h 5599766"/>
              <a:gd name="connsiteX19739" fmla="*/ 1784170 w 10321503"/>
              <a:gd name="connsiteY19739" fmla="*/ 4910330 h 5599766"/>
              <a:gd name="connsiteX19740" fmla="*/ 1787701 w 10321503"/>
              <a:gd name="connsiteY19740" fmla="*/ 4904190 h 5599766"/>
              <a:gd name="connsiteX19741" fmla="*/ 1788315 w 10321503"/>
              <a:gd name="connsiteY19741" fmla="*/ 4903832 h 5599766"/>
              <a:gd name="connsiteX19742" fmla="*/ 1795378 w 10321503"/>
              <a:gd name="connsiteY19742" fmla="*/ 4903832 h 5599766"/>
              <a:gd name="connsiteX19743" fmla="*/ 1795992 w 10321503"/>
              <a:gd name="connsiteY19743" fmla="*/ 4904190 h 5599766"/>
              <a:gd name="connsiteX19744" fmla="*/ 1799524 w 10321503"/>
              <a:gd name="connsiteY19744" fmla="*/ 4910330 h 5599766"/>
              <a:gd name="connsiteX19745" fmla="*/ 1799524 w 10321503"/>
              <a:gd name="connsiteY19745" fmla="*/ 4910996 h 5599766"/>
              <a:gd name="connsiteX19746" fmla="*/ 1795992 w 10321503"/>
              <a:gd name="connsiteY19746" fmla="*/ 4917138 h 5599766"/>
              <a:gd name="connsiteX19747" fmla="*/ 1795378 w 10321503"/>
              <a:gd name="connsiteY19747" fmla="*/ 4917497 h 5599766"/>
              <a:gd name="connsiteX19748" fmla="*/ 1993654 w 10321503"/>
              <a:gd name="connsiteY19748" fmla="*/ 4917514 h 5599766"/>
              <a:gd name="connsiteX19749" fmla="*/ 1986590 w 10321503"/>
              <a:gd name="connsiteY19749" fmla="*/ 4917514 h 5599766"/>
              <a:gd name="connsiteX19750" fmla="*/ 1985976 w 10321503"/>
              <a:gd name="connsiteY19750" fmla="*/ 4917156 h 5599766"/>
              <a:gd name="connsiteX19751" fmla="*/ 1982445 w 10321503"/>
              <a:gd name="connsiteY19751" fmla="*/ 4911014 h 5599766"/>
              <a:gd name="connsiteX19752" fmla="*/ 1982445 w 10321503"/>
              <a:gd name="connsiteY19752" fmla="*/ 4910348 h 5599766"/>
              <a:gd name="connsiteX19753" fmla="*/ 1985976 w 10321503"/>
              <a:gd name="connsiteY19753" fmla="*/ 4904208 h 5599766"/>
              <a:gd name="connsiteX19754" fmla="*/ 1986590 w 10321503"/>
              <a:gd name="connsiteY19754" fmla="*/ 4903848 h 5599766"/>
              <a:gd name="connsiteX19755" fmla="*/ 1993654 w 10321503"/>
              <a:gd name="connsiteY19755" fmla="*/ 4903848 h 5599766"/>
              <a:gd name="connsiteX19756" fmla="*/ 1994268 w 10321503"/>
              <a:gd name="connsiteY19756" fmla="*/ 4904208 h 5599766"/>
              <a:gd name="connsiteX19757" fmla="*/ 1997800 w 10321503"/>
              <a:gd name="connsiteY19757" fmla="*/ 4910348 h 5599766"/>
              <a:gd name="connsiteX19758" fmla="*/ 1997800 w 10321503"/>
              <a:gd name="connsiteY19758" fmla="*/ 4911014 h 5599766"/>
              <a:gd name="connsiteX19759" fmla="*/ 1994268 w 10321503"/>
              <a:gd name="connsiteY19759" fmla="*/ 4917156 h 5599766"/>
              <a:gd name="connsiteX19760" fmla="*/ 1993654 w 10321503"/>
              <a:gd name="connsiteY19760" fmla="*/ 4917514 h 5599766"/>
              <a:gd name="connsiteX19761" fmla="*/ 209480 w 10321503"/>
              <a:gd name="connsiteY19761" fmla="*/ 4917520 h 5599766"/>
              <a:gd name="connsiteX19762" fmla="*/ 202416 w 10321503"/>
              <a:gd name="connsiteY19762" fmla="*/ 4917520 h 5599766"/>
              <a:gd name="connsiteX19763" fmla="*/ 201803 w 10321503"/>
              <a:gd name="connsiteY19763" fmla="*/ 4917163 h 5599766"/>
              <a:gd name="connsiteX19764" fmla="*/ 198270 w 10321503"/>
              <a:gd name="connsiteY19764" fmla="*/ 4911020 h 5599766"/>
              <a:gd name="connsiteX19765" fmla="*/ 198270 w 10321503"/>
              <a:gd name="connsiteY19765" fmla="*/ 4910354 h 5599766"/>
              <a:gd name="connsiteX19766" fmla="*/ 201803 w 10321503"/>
              <a:gd name="connsiteY19766" fmla="*/ 4904214 h 5599766"/>
              <a:gd name="connsiteX19767" fmla="*/ 202416 w 10321503"/>
              <a:gd name="connsiteY19767" fmla="*/ 4903855 h 5599766"/>
              <a:gd name="connsiteX19768" fmla="*/ 209480 w 10321503"/>
              <a:gd name="connsiteY19768" fmla="*/ 4903855 h 5599766"/>
              <a:gd name="connsiteX19769" fmla="*/ 210094 w 10321503"/>
              <a:gd name="connsiteY19769" fmla="*/ 4904214 h 5599766"/>
              <a:gd name="connsiteX19770" fmla="*/ 213625 w 10321503"/>
              <a:gd name="connsiteY19770" fmla="*/ 4910354 h 5599766"/>
              <a:gd name="connsiteX19771" fmla="*/ 213625 w 10321503"/>
              <a:gd name="connsiteY19771" fmla="*/ 4911020 h 5599766"/>
              <a:gd name="connsiteX19772" fmla="*/ 210094 w 10321503"/>
              <a:gd name="connsiteY19772" fmla="*/ 4917163 h 5599766"/>
              <a:gd name="connsiteX19773" fmla="*/ 209480 w 10321503"/>
              <a:gd name="connsiteY19773" fmla="*/ 4917520 h 5599766"/>
              <a:gd name="connsiteX19774" fmla="*/ 1002428 w 10321503"/>
              <a:gd name="connsiteY19774" fmla="*/ 4917532 h 5599766"/>
              <a:gd name="connsiteX19775" fmla="*/ 995366 w 10321503"/>
              <a:gd name="connsiteY19775" fmla="*/ 4917532 h 5599766"/>
              <a:gd name="connsiteX19776" fmla="*/ 994752 w 10321503"/>
              <a:gd name="connsiteY19776" fmla="*/ 4917173 h 5599766"/>
              <a:gd name="connsiteX19777" fmla="*/ 991220 w 10321503"/>
              <a:gd name="connsiteY19777" fmla="*/ 4911031 h 5599766"/>
              <a:gd name="connsiteX19778" fmla="*/ 991220 w 10321503"/>
              <a:gd name="connsiteY19778" fmla="*/ 4910367 h 5599766"/>
              <a:gd name="connsiteX19779" fmla="*/ 994752 w 10321503"/>
              <a:gd name="connsiteY19779" fmla="*/ 4904225 h 5599766"/>
              <a:gd name="connsiteX19780" fmla="*/ 995366 w 10321503"/>
              <a:gd name="connsiteY19780" fmla="*/ 4903865 h 5599766"/>
              <a:gd name="connsiteX19781" fmla="*/ 1002428 w 10321503"/>
              <a:gd name="connsiteY19781" fmla="*/ 4903865 h 5599766"/>
              <a:gd name="connsiteX19782" fmla="*/ 1003042 w 10321503"/>
              <a:gd name="connsiteY19782" fmla="*/ 4904225 h 5599766"/>
              <a:gd name="connsiteX19783" fmla="*/ 1006574 w 10321503"/>
              <a:gd name="connsiteY19783" fmla="*/ 4910367 h 5599766"/>
              <a:gd name="connsiteX19784" fmla="*/ 1006574 w 10321503"/>
              <a:gd name="connsiteY19784" fmla="*/ 4911031 h 5599766"/>
              <a:gd name="connsiteX19785" fmla="*/ 1003042 w 10321503"/>
              <a:gd name="connsiteY19785" fmla="*/ 4917173 h 5599766"/>
              <a:gd name="connsiteX19786" fmla="*/ 1002428 w 10321503"/>
              <a:gd name="connsiteY19786" fmla="*/ 4917532 h 5599766"/>
              <a:gd name="connsiteX19787" fmla="*/ 407754 w 10321503"/>
              <a:gd name="connsiteY19787" fmla="*/ 4917539 h 5599766"/>
              <a:gd name="connsiteX19788" fmla="*/ 400692 w 10321503"/>
              <a:gd name="connsiteY19788" fmla="*/ 4917539 h 5599766"/>
              <a:gd name="connsiteX19789" fmla="*/ 400078 w 10321503"/>
              <a:gd name="connsiteY19789" fmla="*/ 4917181 h 5599766"/>
              <a:gd name="connsiteX19790" fmla="*/ 396546 w 10321503"/>
              <a:gd name="connsiteY19790" fmla="*/ 4911040 h 5599766"/>
              <a:gd name="connsiteX19791" fmla="*/ 396546 w 10321503"/>
              <a:gd name="connsiteY19791" fmla="*/ 4910375 h 5599766"/>
              <a:gd name="connsiteX19792" fmla="*/ 400078 w 10321503"/>
              <a:gd name="connsiteY19792" fmla="*/ 4904234 h 5599766"/>
              <a:gd name="connsiteX19793" fmla="*/ 400692 w 10321503"/>
              <a:gd name="connsiteY19793" fmla="*/ 4903876 h 5599766"/>
              <a:gd name="connsiteX19794" fmla="*/ 407754 w 10321503"/>
              <a:gd name="connsiteY19794" fmla="*/ 4903876 h 5599766"/>
              <a:gd name="connsiteX19795" fmla="*/ 408369 w 10321503"/>
              <a:gd name="connsiteY19795" fmla="*/ 4904234 h 5599766"/>
              <a:gd name="connsiteX19796" fmla="*/ 411900 w 10321503"/>
              <a:gd name="connsiteY19796" fmla="*/ 4910375 h 5599766"/>
              <a:gd name="connsiteX19797" fmla="*/ 411900 w 10321503"/>
              <a:gd name="connsiteY19797" fmla="*/ 4911040 h 5599766"/>
              <a:gd name="connsiteX19798" fmla="*/ 408369 w 10321503"/>
              <a:gd name="connsiteY19798" fmla="*/ 4917181 h 5599766"/>
              <a:gd name="connsiteX19799" fmla="*/ 407754 w 10321503"/>
              <a:gd name="connsiteY19799" fmla="*/ 4917539 h 5599766"/>
              <a:gd name="connsiteX19800" fmla="*/ 1200704 w 10321503"/>
              <a:gd name="connsiteY19800" fmla="*/ 4917547 h 5599766"/>
              <a:gd name="connsiteX19801" fmla="*/ 1193642 w 10321503"/>
              <a:gd name="connsiteY19801" fmla="*/ 4917547 h 5599766"/>
              <a:gd name="connsiteX19802" fmla="*/ 1193028 w 10321503"/>
              <a:gd name="connsiteY19802" fmla="*/ 4917190 h 5599766"/>
              <a:gd name="connsiteX19803" fmla="*/ 1189495 w 10321503"/>
              <a:gd name="connsiteY19803" fmla="*/ 4911046 h 5599766"/>
              <a:gd name="connsiteX19804" fmla="*/ 1189495 w 10321503"/>
              <a:gd name="connsiteY19804" fmla="*/ 4910382 h 5599766"/>
              <a:gd name="connsiteX19805" fmla="*/ 1193028 w 10321503"/>
              <a:gd name="connsiteY19805" fmla="*/ 4904241 h 5599766"/>
              <a:gd name="connsiteX19806" fmla="*/ 1193642 w 10321503"/>
              <a:gd name="connsiteY19806" fmla="*/ 4903881 h 5599766"/>
              <a:gd name="connsiteX19807" fmla="*/ 1200704 w 10321503"/>
              <a:gd name="connsiteY19807" fmla="*/ 4903881 h 5599766"/>
              <a:gd name="connsiteX19808" fmla="*/ 1201318 w 10321503"/>
              <a:gd name="connsiteY19808" fmla="*/ 4904241 h 5599766"/>
              <a:gd name="connsiteX19809" fmla="*/ 1204850 w 10321503"/>
              <a:gd name="connsiteY19809" fmla="*/ 4910382 h 5599766"/>
              <a:gd name="connsiteX19810" fmla="*/ 1204850 w 10321503"/>
              <a:gd name="connsiteY19810" fmla="*/ 4911046 h 5599766"/>
              <a:gd name="connsiteX19811" fmla="*/ 1201318 w 10321503"/>
              <a:gd name="connsiteY19811" fmla="*/ 4917190 h 5599766"/>
              <a:gd name="connsiteX19812" fmla="*/ 1200704 w 10321503"/>
              <a:gd name="connsiteY19812" fmla="*/ 4917547 h 5599766"/>
              <a:gd name="connsiteX19813" fmla="*/ 1597154 w 10321503"/>
              <a:gd name="connsiteY19813" fmla="*/ 4917547 h 5599766"/>
              <a:gd name="connsiteX19814" fmla="*/ 1590090 w 10321503"/>
              <a:gd name="connsiteY19814" fmla="*/ 4917547 h 5599766"/>
              <a:gd name="connsiteX19815" fmla="*/ 1589476 w 10321503"/>
              <a:gd name="connsiteY19815" fmla="*/ 4917189 h 5599766"/>
              <a:gd name="connsiteX19816" fmla="*/ 1585944 w 10321503"/>
              <a:gd name="connsiteY19816" fmla="*/ 4911045 h 5599766"/>
              <a:gd name="connsiteX19817" fmla="*/ 1585944 w 10321503"/>
              <a:gd name="connsiteY19817" fmla="*/ 4910382 h 5599766"/>
              <a:gd name="connsiteX19818" fmla="*/ 1589476 w 10321503"/>
              <a:gd name="connsiteY19818" fmla="*/ 4904241 h 5599766"/>
              <a:gd name="connsiteX19819" fmla="*/ 1590090 w 10321503"/>
              <a:gd name="connsiteY19819" fmla="*/ 4903881 h 5599766"/>
              <a:gd name="connsiteX19820" fmla="*/ 1597154 w 10321503"/>
              <a:gd name="connsiteY19820" fmla="*/ 4903881 h 5599766"/>
              <a:gd name="connsiteX19821" fmla="*/ 1597768 w 10321503"/>
              <a:gd name="connsiteY19821" fmla="*/ 4904241 h 5599766"/>
              <a:gd name="connsiteX19822" fmla="*/ 1601298 w 10321503"/>
              <a:gd name="connsiteY19822" fmla="*/ 4910382 h 5599766"/>
              <a:gd name="connsiteX19823" fmla="*/ 1601298 w 10321503"/>
              <a:gd name="connsiteY19823" fmla="*/ 4911045 h 5599766"/>
              <a:gd name="connsiteX19824" fmla="*/ 1597768 w 10321503"/>
              <a:gd name="connsiteY19824" fmla="*/ 4917189 h 5599766"/>
              <a:gd name="connsiteX19825" fmla="*/ 1597154 w 10321503"/>
              <a:gd name="connsiteY19825" fmla="*/ 4917547 h 5599766"/>
              <a:gd name="connsiteX19826" fmla="*/ 2189611 w 10321503"/>
              <a:gd name="connsiteY19826" fmla="*/ 4923253 h 5599766"/>
              <a:gd name="connsiteX19827" fmla="*/ 2182548 w 10321503"/>
              <a:gd name="connsiteY19827" fmla="*/ 4923253 h 5599766"/>
              <a:gd name="connsiteX19828" fmla="*/ 2181933 w 10321503"/>
              <a:gd name="connsiteY19828" fmla="*/ 4922895 h 5599766"/>
              <a:gd name="connsiteX19829" fmla="*/ 2178401 w 10321503"/>
              <a:gd name="connsiteY19829" fmla="*/ 4916754 h 5599766"/>
              <a:gd name="connsiteX19830" fmla="*/ 2178401 w 10321503"/>
              <a:gd name="connsiteY19830" fmla="*/ 4916088 h 5599766"/>
              <a:gd name="connsiteX19831" fmla="*/ 2181933 w 10321503"/>
              <a:gd name="connsiteY19831" fmla="*/ 4909946 h 5599766"/>
              <a:gd name="connsiteX19832" fmla="*/ 2182548 w 10321503"/>
              <a:gd name="connsiteY19832" fmla="*/ 4909588 h 5599766"/>
              <a:gd name="connsiteX19833" fmla="*/ 2189611 w 10321503"/>
              <a:gd name="connsiteY19833" fmla="*/ 4909588 h 5599766"/>
              <a:gd name="connsiteX19834" fmla="*/ 2190225 w 10321503"/>
              <a:gd name="connsiteY19834" fmla="*/ 4909946 h 5599766"/>
              <a:gd name="connsiteX19835" fmla="*/ 2193757 w 10321503"/>
              <a:gd name="connsiteY19835" fmla="*/ 4916088 h 5599766"/>
              <a:gd name="connsiteX19836" fmla="*/ 2193757 w 10321503"/>
              <a:gd name="connsiteY19836" fmla="*/ 4916754 h 5599766"/>
              <a:gd name="connsiteX19837" fmla="*/ 2190225 w 10321503"/>
              <a:gd name="connsiteY19837" fmla="*/ 4922895 h 5599766"/>
              <a:gd name="connsiteX19838" fmla="*/ 2189611 w 10321503"/>
              <a:gd name="connsiteY19838" fmla="*/ 4923253 h 5599766"/>
              <a:gd name="connsiteX19839" fmla="*/ 2387835 w 10321503"/>
              <a:gd name="connsiteY19839" fmla="*/ 4923253 h 5599766"/>
              <a:gd name="connsiteX19840" fmla="*/ 2380773 w 10321503"/>
              <a:gd name="connsiteY19840" fmla="*/ 4923253 h 5599766"/>
              <a:gd name="connsiteX19841" fmla="*/ 2380159 w 10321503"/>
              <a:gd name="connsiteY19841" fmla="*/ 4922895 h 5599766"/>
              <a:gd name="connsiteX19842" fmla="*/ 2376626 w 10321503"/>
              <a:gd name="connsiteY19842" fmla="*/ 4916754 h 5599766"/>
              <a:gd name="connsiteX19843" fmla="*/ 2376626 w 10321503"/>
              <a:gd name="connsiteY19843" fmla="*/ 4916088 h 5599766"/>
              <a:gd name="connsiteX19844" fmla="*/ 2380159 w 10321503"/>
              <a:gd name="connsiteY19844" fmla="*/ 4909946 h 5599766"/>
              <a:gd name="connsiteX19845" fmla="*/ 2380773 w 10321503"/>
              <a:gd name="connsiteY19845" fmla="*/ 4909588 h 5599766"/>
              <a:gd name="connsiteX19846" fmla="*/ 2387835 w 10321503"/>
              <a:gd name="connsiteY19846" fmla="*/ 4909588 h 5599766"/>
              <a:gd name="connsiteX19847" fmla="*/ 2388449 w 10321503"/>
              <a:gd name="connsiteY19847" fmla="*/ 4909946 h 5599766"/>
              <a:gd name="connsiteX19848" fmla="*/ 2391981 w 10321503"/>
              <a:gd name="connsiteY19848" fmla="*/ 4916088 h 5599766"/>
              <a:gd name="connsiteX19849" fmla="*/ 2391981 w 10321503"/>
              <a:gd name="connsiteY19849" fmla="*/ 4916754 h 5599766"/>
              <a:gd name="connsiteX19850" fmla="*/ 2388449 w 10321503"/>
              <a:gd name="connsiteY19850" fmla="*/ 4922895 h 5599766"/>
              <a:gd name="connsiteX19851" fmla="*/ 2387835 w 10321503"/>
              <a:gd name="connsiteY19851" fmla="*/ 4923253 h 5599766"/>
              <a:gd name="connsiteX19852" fmla="*/ 2586060 w 10321503"/>
              <a:gd name="connsiteY19852" fmla="*/ 4923253 h 5599766"/>
              <a:gd name="connsiteX19853" fmla="*/ 2578998 w 10321503"/>
              <a:gd name="connsiteY19853" fmla="*/ 4923253 h 5599766"/>
              <a:gd name="connsiteX19854" fmla="*/ 2578383 w 10321503"/>
              <a:gd name="connsiteY19854" fmla="*/ 4922895 h 5599766"/>
              <a:gd name="connsiteX19855" fmla="*/ 2574850 w 10321503"/>
              <a:gd name="connsiteY19855" fmla="*/ 4916754 h 5599766"/>
              <a:gd name="connsiteX19856" fmla="*/ 2574850 w 10321503"/>
              <a:gd name="connsiteY19856" fmla="*/ 4916088 h 5599766"/>
              <a:gd name="connsiteX19857" fmla="*/ 2578383 w 10321503"/>
              <a:gd name="connsiteY19857" fmla="*/ 4909946 h 5599766"/>
              <a:gd name="connsiteX19858" fmla="*/ 2578998 w 10321503"/>
              <a:gd name="connsiteY19858" fmla="*/ 4909588 h 5599766"/>
              <a:gd name="connsiteX19859" fmla="*/ 2586060 w 10321503"/>
              <a:gd name="connsiteY19859" fmla="*/ 4909588 h 5599766"/>
              <a:gd name="connsiteX19860" fmla="*/ 2586674 w 10321503"/>
              <a:gd name="connsiteY19860" fmla="*/ 4909946 h 5599766"/>
              <a:gd name="connsiteX19861" fmla="*/ 2590205 w 10321503"/>
              <a:gd name="connsiteY19861" fmla="*/ 4916088 h 5599766"/>
              <a:gd name="connsiteX19862" fmla="*/ 2590205 w 10321503"/>
              <a:gd name="connsiteY19862" fmla="*/ 4916754 h 5599766"/>
              <a:gd name="connsiteX19863" fmla="*/ 2586674 w 10321503"/>
              <a:gd name="connsiteY19863" fmla="*/ 4922895 h 5599766"/>
              <a:gd name="connsiteX19864" fmla="*/ 2586060 w 10321503"/>
              <a:gd name="connsiteY19864" fmla="*/ 4923253 h 5599766"/>
              <a:gd name="connsiteX19865" fmla="*/ 2784284 w 10321503"/>
              <a:gd name="connsiteY19865" fmla="*/ 4923253 h 5599766"/>
              <a:gd name="connsiteX19866" fmla="*/ 2777221 w 10321503"/>
              <a:gd name="connsiteY19866" fmla="*/ 4923253 h 5599766"/>
              <a:gd name="connsiteX19867" fmla="*/ 2776607 w 10321503"/>
              <a:gd name="connsiteY19867" fmla="*/ 4922895 h 5599766"/>
              <a:gd name="connsiteX19868" fmla="*/ 2773075 w 10321503"/>
              <a:gd name="connsiteY19868" fmla="*/ 4916754 h 5599766"/>
              <a:gd name="connsiteX19869" fmla="*/ 2773075 w 10321503"/>
              <a:gd name="connsiteY19869" fmla="*/ 4916088 h 5599766"/>
              <a:gd name="connsiteX19870" fmla="*/ 2776607 w 10321503"/>
              <a:gd name="connsiteY19870" fmla="*/ 4909946 h 5599766"/>
              <a:gd name="connsiteX19871" fmla="*/ 2777221 w 10321503"/>
              <a:gd name="connsiteY19871" fmla="*/ 4909588 h 5599766"/>
              <a:gd name="connsiteX19872" fmla="*/ 2784284 w 10321503"/>
              <a:gd name="connsiteY19872" fmla="*/ 4909588 h 5599766"/>
              <a:gd name="connsiteX19873" fmla="*/ 2784898 w 10321503"/>
              <a:gd name="connsiteY19873" fmla="*/ 4909946 h 5599766"/>
              <a:gd name="connsiteX19874" fmla="*/ 2788430 w 10321503"/>
              <a:gd name="connsiteY19874" fmla="*/ 4916088 h 5599766"/>
              <a:gd name="connsiteX19875" fmla="*/ 2788430 w 10321503"/>
              <a:gd name="connsiteY19875" fmla="*/ 4916754 h 5599766"/>
              <a:gd name="connsiteX19876" fmla="*/ 2784898 w 10321503"/>
              <a:gd name="connsiteY19876" fmla="*/ 4922895 h 5599766"/>
              <a:gd name="connsiteX19877" fmla="*/ 2784284 w 10321503"/>
              <a:gd name="connsiteY19877" fmla="*/ 4923253 h 5599766"/>
              <a:gd name="connsiteX19878" fmla="*/ 2982559 w 10321503"/>
              <a:gd name="connsiteY19878" fmla="*/ 4923253 h 5599766"/>
              <a:gd name="connsiteX19879" fmla="*/ 2975496 w 10321503"/>
              <a:gd name="connsiteY19879" fmla="*/ 4923253 h 5599766"/>
              <a:gd name="connsiteX19880" fmla="*/ 2974882 w 10321503"/>
              <a:gd name="connsiteY19880" fmla="*/ 4922895 h 5599766"/>
              <a:gd name="connsiteX19881" fmla="*/ 2971351 w 10321503"/>
              <a:gd name="connsiteY19881" fmla="*/ 4916754 h 5599766"/>
              <a:gd name="connsiteX19882" fmla="*/ 2971351 w 10321503"/>
              <a:gd name="connsiteY19882" fmla="*/ 4916088 h 5599766"/>
              <a:gd name="connsiteX19883" fmla="*/ 2974882 w 10321503"/>
              <a:gd name="connsiteY19883" fmla="*/ 4909946 h 5599766"/>
              <a:gd name="connsiteX19884" fmla="*/ 2975496 w 10321503"/>
              <a:gd name="connsiteY19884" fmla="*/ 4909588 h 5599766"/>
              <a:gd name="connsiteX19885" fmla="*/ 2982559 w 10321503"/>
              <a:gd name="connsiteY19885" fmla="*/ 4909588 h 5599766"/>
              <a:gd name="connsiteX19886" fmla="*/ 2983173 w 10321503"/>
              <a:gd name="connsiteY19886" fmla="*/ 4909946 h 5599766"/>
              <a:gd name="connsiteX19887" fmla="*/ 2986706 w 10321503"/>
              <a:gd name="connsiteY19887" fmla="*/ 4916088 h 5599766"/>
              <a:gd name="connsiteX19888" fmla="*/ 2986706 w 10321503"/>
              <a:gd name="connsiteY19888" fmla="*/ 4916754 h 5599766"/>
              <a:gd name="connsiteX19889" fmla="*/ 2983173 w 10321503"/>
              <a:gd name="connsiteY19889" fmla="*/ 4922895 h 5599766"/>
              <a:gd name="connsiteX19890" fmla="*/ 2982559 w 10321503"/>
              <a:gd name="connsiteY19890" fmla="*/ 4923253 h 5599766"/>
              <a:gd name="connsiteX19891" fmla="*/ 3180784 w 10321503"/>
              <a:gd name="connsiteY19891" fmla="*/ 4923253 h 5599766"/>
              <a:gd name="connsiteX19892" fmla="*/ 3173721 w 10321503"/>
              <a:gd name="connsiteY19892" fmla="*/ 4923253 h 5599766"/>
              <a:gd name="connsiteX19893" fmla="*/ 3173107 w 10321503"/>
              <a:gd name="connsiteY19893" fmla="*/ 4922895 h 5599766"/>
              <a:gd name="connsiteX19894" fmla="*/ 3169576 w 10321503"/>
              <a:gd name="connsiteY19894" fmla="*/ 4916754 h 5599766"/>
              <a:gd name="connsiteX19895" fmla="*/ 3169576 w 10321503"/>
              <a:gd name="connsiteY19895" fmla="*/ 4916088 h 5599766"/>
              <a:gd name="connsiteX19896" fmla="*/ 3173107 w 10321503"/>
              <a:gd name="connsiteY19896" fmla="*/ 4909946 h 5599766"/>
              <a:gd name="connsiteX19897" fmla="*/ 3173721 w 10321503"/>
              <a:gd name="connsiteY19897" fmla="*/ 4909588 h 5599766"/>
              <a:gd name="connsiteX19898" fmla="*/ 3180784 w 10321503"/>
              <a:gd name="connsiteY19898" fmla="*/ 4909588 h 5599766"/>
              <a:gd name="connsiteX19899" fmla="*/ 3181398 w 10321503"/>
              <a:gd name="connsiteY19899" fmla="*/ 4909946 h 5599766"/>
              <a:gd name="connsiteX19900" fmla="*/ 3184931 w 10321503"/>
              <a:gd name="connsiteY19900" fmla="*/ 4916088 h 5599766"/>
              <a:gd name="connsiteX19901" fmla="*/ 3184931 w 10321503"/>
              <a:gd name="connsiteY19901" fmla="*/ 4916754 h 5599766"/>
              <a:gd name="connsiteX19902" fmla="*/ 3181398 w 10321503"/>
              <a:gd name="connsiteY19902" fmla="*/ 4922895 h 5599766"/>
              <a:gd name="connsiteX19903" fmla="*/ 3180784 w 10321503"/>
              <a:gd name="connsiteY19903" fmla="*/ 4923253 h 5599766"/>
              <a:gd name="connsiteX19904" fmla="*/ 3379008 w 10321503"/>
              <a:gd name="connsiteY19904" fmla="*/ 4923253 h 5599766"/>
              <a:gd name="connsiteX19905" fmla="*/ 3371947 w 10321503"/>
              <a:gd name="connsiteY19905" fmla="*/ 4923253 h 5599766"/>
              <a:gd name="connsiteX19906" fmla="*/ 3371332 w 10321503"/>
              <a:gd name="connsiteY19906" fmla="*/ 4922895 h 5599766"/>
              <a:gd name="connsiteX19907" fmla="*/ 3367800 w 10321503"/>
              <a:gd name="connsiteY19907" fmla="*/ 4916754 h 5599766"/>
              <a:gd name="connsiteX19908" fmla="*/ 3367800 w 10321503"/>
              <a:gd name="connsiteY19908" fmla="*/ 4916088 h 5599766"/>
              <a:gd name="connsiteX19909" fmla="*/ 3371332 w 10321503"/>
              <a:gd name="connsiteY19909" fmla="*/ 4909946 h 5599766"/>
              <a:gd name="connsiteX19910" fmla="*/ 3371947 w 10321503"/>
              <a:gd name="connsiteY19910" fmla="*/ 4909588 h 5599766"/>
              <a:gd name="connsiteX19911" fmla="*/ 3379008 w 10321503"/>
              <a:gd name="connsiteY19911" fmla="*/ 4909588 h 5599766"/>
              <a:gd name="connsiteX19912" fmla="*/ 3379624 w 10321503"/>
              <a:gd name="connsiteY19912" fmla="*/ 4909946 h 5599766"/>
              <a:gd name="connsiteX19913" fmla="*/ 3383155 w 10321503"/>
              <a:gd name="connsiteY19913" fmla="*/ 4916088 h 5599766"/>
              <a:gd name="connsiteX19914" fmla="*/ 3383155 w 10321503"/>
              <a:gd name="connsiteY19914" fmla="*/ 4916754 h 5599766"/>
              <a:gd name="connsiteX19915" fmla="*/ 3379624 w 10321503"/>
              <a:gd name="connsiteY19915" fmla="*/ 4922895 h 5599766"/>
              <a:gd name="connsiteX19916" fmla="*/ 3379008 w 10321503"/>
              <a:gd name="connsiteY19916" fmla="*/ 4923253 h 5599766"/>
              <a:gd name="connsiteX19917" fmla="*/ 3577234 w 10321503"/>
              <a:gd name="connsiteY19917" fmla="*/ 4923253 h 5599766"/>
              <a:gd name="connsiteX19918" fmla="*/ 3570172 w 10321503"/>
              <a:gd name="connsiteY19918" fmla="*/ 4923253 h 5599766"/>
              <a:gd name="connsiteX19919" fmla="*/ 3569557 w 10321503"/>
              <a:gd name="connsiteY19919" fmla="*/ 4922895 h 5599766"/>
              <a:gd name="connsiteX19920" fmla="*/ 3566024 w 10321503"/>
              <a:gd name="connsiteY19920" fmla="*/ 4916754 h 5599766"/>
              <a:gd name="connsiteX19921" fmla="*/ 3566024 w 10321503"/>
              <a:gd name="connsiteY19921" fmla="*/ 4916088 h 5599766"/>
              <a:gd name="connsiteX19922" fmla="*/ 3569557 w 10321503"/>
              <a:gd name="connsiteY19922" fmla="*/ 4909946 h 5599766"/>
              <a:gd name="connsiteX19923" fmla="*/ 3570172 w 10321503"/>
              <a:gd name="connsiteY19923" fmla="*/ 4909588 h 5599766"/>
              <a:gd name="connsiteX19924" fmla="*/ 3577234 w 10321503"/>
              <a:gd name="connsiteY19924" fmla="*/ 4909588 h 5599766"/>
              <a:gd name="connsiteX19925" fmla="*/ 3577848 w 10321503"/>
              <a:gd name="connsiteY19925" fmla="*/ 4909946 h 5599766"/>
              <a:gd name="connsiteX19926" fmla="*/ 3581379 w 10321503"/>
              <a:gd name="connsiteY19926" fmla="*/ 4916088 h 5599766"/>
              <a:gd name="connsiteX19927" fmla="*/ 3581379 w 10321503"/>
              <a:gd name="connsiteY19927" fmla="*/ 4916754 h 5599766"/>
              <a:gd name="connsiteX19928" fmla="*/ 3577848 w 10321503"/>
              <a:gd name="connsiteY19928" fmla="*/ 4922895 h 5599766"/>
              <a:gd name="connsiteX19929" fmla="*/ 3577234 w 10321503"/>
              <a:gd name="connsiteY19929" fmla="*/ 4923253 h 5599766"/>
              <a:gd name="connsiteX19930" fmla="*/ 3775459 w 10321503"/>
              <a:gd name="connsiteY19930" fmla="*/ 4923253 h 5599766"/>
              <a:gd name="connsiteX19931" fmla="*/ 3768396 w 10321503"/>
              <a:gd name="connsiteY19931" fmla="*/ 4923253 h 5599766"/>
              <a:gd name="connsiteX19932" fmla="*/ 3767781 w 10321503"/>
              <a:gd name="connsiteY19932" fmla="*/ 4922895 h 5599766"/>
              <a:gd name="connsiteX19933" fmla="*/ 3764249 w 10321503"/>
              <a:gd name="connsiteY19933" fmla="*/ 4916754 h 5599766"/>
              <a:gd name="connsiteX19934" fmla="*/ 3764249 w 10321503"/>
              <a:gd name="connsiteY19934" fmla="*/ 4916088 h 5599766"/>
              <a:gd name="connsiteX19935" fmla="*/ 3767781 w 10321503"/>
              <a:gd name="connsiteY19935" fmla="*/ 4909946 h 5599766"/>
              <a:gd name="connsiteX19936" fmla="*/ 3768396 w 10321503"/>
              <a:gd name="connsiteY19936" fmla="*/ 4909588 h 5599766"/>
              <a:gd name="connsiteX19937" fmla="*/ 3775459 w 10321503"/>
              <a:gd name="connsiteY19937" fmla="*/ 4909588 h 5599766"/>
              <a:gd name="connsiteX19938" fmla="*/ 3776073 w 10321503"/>
              <a:gd name="connsiteY19938" fmla="*/ 4909946 h 5599766"/>
              <a:gd name="connsiteX19939" fmla="*/ 3779604 w 10321503"/>
              <a:gd name="connsiteY19939" fmla="*/ 4916088 h 5599766"/>
              <a:gd name="connsiteX19940" fmla="*/ 3779604 w 10321503"/>
              <a:gd name="connsiteY19940" fmla="*/ 4916754 h 5599766"/>
              <a:gd name="connsiteX19941" fmla="*/ 3776073 w 10321503"/>
              <a:gd name="connsiteY19941" fmla="*/ 4922895 h 5599766"/>
              <a:gd name="connsiteX19942" fmla="*/ 3775459 w 10321503"/>
              <a:gd name="connsiteY19942" fmla="*/ 4923253 h 5599766"/>
              <a:gd name="connsiteX19943" fmla="*/ 3973734 w 10321503"/>
              <a:gd name="connsiteY19943" fmla="*/ 4923253 h 5599766"/>
              <a:gd name="connsiteX19944" fmla="*/ 3966671 w 10321503"/>
              <a:gd name="connsiteY19944" fmla="*/ 4923253 h 5599766"/>
              <a:gd name="connsiteX19945" fmla="*/ 3966057 w 10321503"/>
              <a:gd name="connsiteY19945" fmla="*/ 4922895 h 5599766"/>
              <a:gd name="connsiteX19946" fmla="*/ 3962525 w 10321503"/>
              <a:gd name="connsiteY19946" fmla="*/ 4916754 h 5599766"/>
              <a:gd name="connsiteX19947" fmla="*/ 3962525 w 10321503"/>
              <a:gd name="connsiteY19947" fmla="*/ 4916088 h 5599766"/>
              <a:gd name="connsiteX19948" fmla="*/ 3966057 w 10321503"/>
              <a:gd name="connsiteY19948" fmla="*/ 4909946 h 5599766"/>
              <a:gd name="connsiteX19949" fmla="*/ 3966671 w 10321503"/>
              <a:gd name="connsiteY19949" fmla="*/ 4909588 h 5599766"/>
              <a:gd name="connsiteX19950" fmla="*/ 3973734 w 10321503"/>
              <a:gd name="connsiteY19950" fmla="*/ 4909588 h 5599766"/>
              <a:gd name="connsiteX19951" fmla="*/ 3974348 w 10321503"/>
              <a:gd name="connsiteY19951" fmla="*/ 4909946 h 5599766"/>
              <a:gd name="connsiteX19952" fmla="*/ 3977880 w 10321503"/>
              <a:gd name="connsiteY19952" fmla="*/ 4916088 h 5599766"/>
              <a:gd name="connsiteX19953" fmla="*/ 3977880 w 10321503"/>
              <a:gd name="connsiteY19953" fmla="*/ 4916754 h 5599766"/>
              <a:gd name="connsiteX19954" fmla="*/ 3974348 w 10321503"/>
              <a:gd name="connsiteY19954" fmla="*/ 4922895 h 5599766"/>
              <a:gd name="connsiteX19955" fmla="*/ 3973734 w 10321503"/>
              <a:gd name="connsiteY19955" fmla="*/ 4923253 h 5599766"/>
              <a:gd name="connsiteX19956" fmla="*/ 4171959 w 10321503"/>
              <a:gd name="connsiteY19956" fmla="*/ 4923253 h 5599766"/>
              <a:gd name="connsiteX19957" fmla="*/ 4164896 w 10321503"/>
              <a:gd name="connsiteY19957" fmla="*/ 4923253 h 5599766"/>
              <a:gd name="connsiteX19958" fmla="*/ 4164282 w 10321503"/>
              <a:gd name="connsiteY19958" fmla="*/ 4922895 h 5599766"/>
              <a:gd name="connsiteX19959" fmla="*/ 4160751 w 10321503"/>
              <a:gd name="connsiteY19959" fmla="*/ 4916754 h 5599766"/>
              <a:gd name="connsiteX19960" fmla="*/ 4160751 w 10321503"/>
              <a:gd name="connsiteY19960" fmla="*/ 4916088 h 5599766"/>
              <a:gd name="connsiteX19961" fmla="*/ 4164282 w 10321503"/>
              <a:gd name="connsiteY19961" fmla="*/ 4909946 h 5599766"/>
              <a:gd name="connsiteX19962" fmla="*/ 4164896 w 10321503"/>
              <a:gd name="connsiteY19962" fmla="*/ 4909588 h 5599766"/>
              <a:gd name="connsiteX19963" fmla="*/ 4171959 w 10321503"/>
              <a:gd name="connsiteY19963" fmla="*/ 4909588 h 5599766"/>
              <a:gd name="connsiteX19964" fmla="*/ 4172573 w 10321503"/>
              <a:gd name="connsiteY19964" fmla="*/ 4909946 h 5599766"/>
              <a:gd name="connsiteX19965" fmla="*/ 4176105 w 10321503"/>
              <a:gd name="connsiteY19965" fmla="*/ 4916088 h 5599766"/>
              <a:gd name="connsiteX19966" fmla="*/ 4176105 w 10321503"/>
              <a:gd name="connsiteY19966" fmla="*/ 4916754 h 5599766"/>
              <a:gd name="connsiteX19967" fmla="*/ 4172573 w 10321503"/>
              <a:gd name="connsiteY19967" fmla="*/ 4922895 h 5599766"/>
              <a:gd name="connsiteX19968" fmla="*/ 4171959 w 10321503"/>
              <a:gd name="connsiteY19968" fmla="*/ 4923253 h 5599766"/>
              <a:gd name="connsiteX19969" fmla="*/ 4370183 w 10321503"/>
              <a:gd name="connsiteY19969" fmla="*/ 4923253 h 5599766"/>
              <a:gd name="connsiteX19970" fmla="*/ 4363121 w 10321503"/>
              <a:gd name="connsiteY19970" fmla="*/ 4923253 h 5599766"/>
              <a:gd name="connsiteX19971" fmla="*/ 4362506 w 10321503"/>
              <a:gd name="connsiteY19971" fmla="*/ 4922895 h 5599766"/>
              <a:gd name="connsiteX19972" fmla="*/ 4358975 w 10321503"/>
              <a:gd name="connsiteY19972" fmla="*/ 4916754 h 5599766"/>
              <a:gd name="connsiteX19973" fmla="*/ 4358975 w 10321503"/>
              <a:gd name="connsiteY19973" fmla="*/ 4916088 h 5599766"/>
              <a:gd name="connsiteX19974" fmla="*/ 4362506 w 10321503"/>
              <a:gd name="connsiteY19974" fmla="*/ 4909946 h 5599766"/>
              <a:gd name="connsiteX19975" fmla="*/ 4363121 w 10321503"/>
              <a:gd name="connsiteY19975" fmla="*/ 4909588 h 5599766"/>
              <a:gd name="connsiteX19976" fmla="*/ 4370183 w 10321503"/>
              <a:gd name="connsiteY19976" fmla="*/ 4909588 h 5599766"/>
              <a:gd name="connsiteX19977" fmla="*/ 4370797 w 10321503"/>
              <a:gd name="connsiteY19977" fmla="*/ 4909946 h 5599766"/>
              <a:gd name="connsiteX19978" fmla="*/ 4374329 w 10321503"/>
              <a:gd name="connsiteY19978" fmla="*/ 4916088 h 5599766"/>
              <a:gd name="connsiteX19979" fmla="*/ 4374329 w 10321503"/>
              <a:gd name="connsiteY19979" fmla="*/ 4916754 h 5599766"/>
              <a:gd name="connsiteX19980" fmla="*/ 4370797 w 10321503"/>
              <a:gd name="connsiteY19980" fmla="*/ 4922895 h 5599766"/>
              <a:gd name="connsiteX19981" fmla="*/ 4370183 w 10321503"/>
              <a:gd name="connsiteY19981" fmla="*/ 4923253 h 5599766"/>
              <a:gd name="connsiteX19982" fmla="*/ 4568408 w 10321503"/>
              <a:gd name="connsiteY19982" fmla="*/ 4923253 h 5599766"/>
              <a:gd name="connsiteX19983" fmla="*/ 4561345 w 10321503"/>
              <a:gd name="connsiteY19983" fmla="*/ 4923253 h 5599766"/>
              <a:gd name="connsiteX19984" fmla="*/ 4560731 w 10321503"/>
              <a:gd name="connsiteY19984" fmla="*/ 4922895 h 5599766"/>
              <a:gd name="connsiteX19985" fmla="*/ 4557199 w 10321503"/>
              <a:gd name="connsiteY19985" fmla="*/ 4916754 h 5599766"/>
              <a:gd name="connsiteX19986" fmla="*/ 4557199 w 10321503"/>
              <a:gd name="connsiteY19986" fmla="*/ 4916088 h 5599766"/>
              <a:gd name="connsiteX19987" fmla="*/ 4560731 w 10321503"/>
              <a:gd name="connsiteY19987" fmla="*/ 4909946 h 5599766"/>
              <a:gd name="connsiteX19988" fmla="*/ 4561345 w 10321503"/>
              <a:gd name="connsiteY19988" fmla="*/ 4909588 h 5599766"/>
              <a:gd name="connsiteX19989" fmla="*/ 4568408 w 10321503"/>
              <a:gd name="connsiteY19989" fmla="*/ 4909588 h 5599766"/>
              <a:gd name="connsiteX19990" fmla="*/ 4569022 w 10321503"/>
              <a:gd name="connsiteY19990" fmla="*/ 4909946 h 5599766"/>
              <a:gd name="connsiteX19991" fmla="*/ 4572554 w 10321503"/>
              <a:gd name="connsiteY19991" fmla="*/ 4916088 h 5599766"/>
              <a:gd name="connsiteX19992" fmla="*/ 4572554 w 10321503"/>
              <a:gd name="connsiteY19992" fmla="*/ 4916754 h 5599766"/>
              <a:gd name="connsiteX19993" fmla="*/ 4569022 w 10321503"/>
              <a:gd name="connsiteY19993" fmla="*/ 4922895 h 5599766"/>
              <a:gd name="connsiteX19994" fmla="*/ 4568408 w 10321503"/>
              <a:gd name="connsiteY19994" fmla="*/ 4923253 h 5599766"/>
              <a:gd name="connsiteX19995" fmla="*/ 4766683 w 10321503"/>
              <a:gd name="connsiteY19995" fmla="*/ 4923253 h 5599766"/>
              <a:gd name="connsiteX19996" fmla="*/ 4759621 w 10321503"/>
              <a:gd name="connsiteY19996" fmla="*/ 4923253 h 5599766"/>
              <a:gd name="connsiteX19997" fmla="*/ 4759007 w 10321503"/>
              <a:gd name="connsiteY19997" fmla="*/ 4922895 h 5599766"/>
              <a:gd name="connsiteX19998" fmla="*/ 4755475 w 10321503"/>
              <a:gd name="connsiteY19998" fmla="*/ 4916754 h 5599766"/>
              <a:gd name="connsiteX19999" fmla="*/ 4755475 w 10321503"/>
              <a:gd name="connsiteY19999" fmla="*/ 4916088 h 5599766"/>
              <a:gd name="connsiteX20000" fmla="*/ 4759007 w 10321503"/>
              <a:gd name="connsiteY20000" fmla="*/ 4909946 h 5599766"/>
              <a:gd name="connsiteX20001" fmla="*/ 4759621 w 10321503"/>
              <a:gd name="connsiteY20001" fmla="*/ 4909588 h 5599766"/>
              <a:gd name="connsiteX20002" fmla="*/ 4766683 w 10321503"/>
              <a:gd name="connsiteY20002" fmla="*/ 4909588 h 5599766"/>
              <a:gd name="connsiteX20003" fmla="*/ 4767297 w 10321503"/>
              <a:gd name="connsiteY20003" fmla="*/ 4909946 h 5599766"/>
              <a:gd name="connsiteX20004" fmla="*/ 4770829 w 10321503"/>
              <a:gd name="connsiteY20004" fmla="*/ 4916088 h 5599766"/>
              <a:gd name="connsiteX20005" fmla="*/ 4770829 w 10321503"/>
              <a:gd name="connsiteY20005" fmla="*/ 4916754 h 5599766"/>
              <a:gd name="connsiteX20006" fmla="*/ 4767297 w 10321503"/>
              <a:gd name="connsiteY20006" fmla="*/ 4922895 h 5599766"/>
              <a:gd name="connsiteX20007" fmla="*/ 4766683 w 10321503"/>
              <a:gd name="connsiteY20007" fmla="*/ 4923253 h 5599766"/>
              <a:gd name="connsiteX20008" fmla="*/ 4964909 w 10321503"/>
              <a:gd name="connsiteY20008" fmla="*/ 4923253 h 5599766"/>
              <a:gd name="connsiteX20009" fmla="*/ 4957846 w 10321503"/>
              <a:gd name="connsiteY20009" fmla="*/ 4923253 h 5599766"/>
              <a:gd name="connsiteX20010" fmla="*/ 4957232 w 10321503"/>
              <a:gd name="connsiteY20010" fmla="*/ 4922895 h 5599766"/>
              <a:gd name="connsiteX20011" fmla="*/ 4953699 w 10321503"/>
              <a:gd name="connsiteY20011" fmla="*/ 4916754 h 5599766"/>
              <a:gd name="connsiteX20012" fmla="*/ 4953699 w 10321503"/>
              <a:gd name="connsiteY20012" fmla="*/ 4916088 h 5599766"/>
              <a:gd name="connsiteX20013" fmla="*/ 4957232 w 10321503"/>
              <a:gd name="connsiteY20013" fmla="*/ 4909946 h 5599766"/>
              <a:gd name="connsiteX20014" fmla="*/ 4957846 w 10321503"/>
              <a:gd name="connsiteY20014" fmla="*/ 4909588 h 5599766"/>
              <a:gd name="connsiteX20015" fmla="*/ 4964909 w 10321503"/>
              <a:gd name="connsiteY20015" fmla="*/ 4909588 h 5599766"/>
              <a:gd name="connsiteX20016" fmla="*/ 4965523 w 10321503"/>
              <a:gd name="connsiteY20016" fmla="*/ 4909946 h 5599766"/>
              <a:gd name="connsiteX20017" fmla="*/ 4969054 w 10321503"/>
              <a:gd name="connsiteY20017" fmla="*/ 4916088 h 5599766"/>
              <a:gd name="connsiteX20018" fmla="*/ 4969054 w 10321503"/>
              <a:gd name="connsiteY20018" fmla="*/ 4916754 h 5599766"/>
              <a:gd name="connsiteX20019" fmla="*/ 4965523 w 10321503"/>
              <a:gd name="connsiteY20019" fmla="*/ 4922895 h 5599766"/>
              <a:gd name="connsiteX20020" fmla="*/ 4964909 w 10321503"/>
              <a:gd name="connsiteY20020" fmla="*/ 4923253 h 5599766"/>
              <a:gd name="connsiteX20021" fmla="*/ 5163134 w 10321503"/>
              <a:gd name="connsiteY20021" fmla="*/ 4923253 h 5599766"/>
              <a:gd name="connsiteX20022" fmla="*/ 5156070 w 10321503"/>
              <a:gd name="connsiteY20022" fmla="*/ 4923253 h 5599766"/>
              <a:gd name="connsiteX20023" fmla="*/ 5155456 w 10321503"/>
              <a:gd name="connsiteY20023" fmla="*/ 4922895 h 5599766"/>
              <a:gd name="connsiteX20024" fmla="*/ 5151924 w 10321503"/>
              <a:gd name="connsiteY20024" fmla="*/ 4916754 h 5599766"/>
              <a:gd name="connsiteX20025" fmla="*/ 5151924 w 10321503"/>
              <a:gd name="connsiteY20025" fmla="*/ 4916088 h 5599766"/>
              <a:gd name="connsiteX20026" fmla="*/ 5155456 w 10321503"/>
              <a:gd name="connsiteY20026" fmla="*/ 4909946 h 5599766"/>
              <a:gd name="connsiteX20027" fmla="*/ 5156070 w 10321503"/>
              <a:gd name="connsiteY20027" fmla="*/ 4909588 h 5599766"/>
              <a:gd name="connsiteX20028" fmla="*/ 5163134 w 10321503"/>
              <a:gd name="connsiteY20028" fmla="*/ 4909588 h 5599766"/>
              <a:gd name="connsiteX20029" fmla="*/ 5163748 w 10321503"/>
              <a:gd name="connsiteY20029" fmla="*/ 4909946 h 5599766"/>
              <a:gd name="connsiteX20030" fmla="*/ 5167279 w 10321503"/>
              <a:gd name="connsiteY20030" fmla="*/ 4916088 h 5599766"/>
              <a:gd name="connsiteX20031" fmla="*/ 5167279 w 10321503"/>
              <a:gd name="connsiteY20031" fmla="*/ 4916754 h 5599766"/>
              <a:gd name="connsiteX20032" fmla="*/ 5163748 w 10321503"/>
              <a:gd name="connsiteY20032" fmla="*/ 4922895 h 5599766"/>
              <a:gd name="connsiteX20033" fmla="*/ 5163134 w 10321503"/>
              <a:gd name="connsiteY20033" fmla="*/ 4923253 h 5599766"/>
              <a:gd name="connsiteX20034" fmla="*/ 5361358 w 10321503"/>
              <a:gd name="connsiteY20034" fmla="*/ 4923253 h 5599766"/>
              <a:gd name="connsiteX20035" fmla="*/ 5354295 w 10321503"/>
              <a:gd name="connsiteY20035" fmla="*/ 4923253 h 5599766"/>
              <a:gd name="connsiteX20036" fmla="*/ 5353680 w 10321503"/>
              <a:gd name="connsiteY20036" fmla="*/ 4922895 h 5599766"/>
              <a:gd name="connsiteX20037" fmla="*/ 5350149 w 10321503"/>
              <a:gd name="connsiteY20037" fmla="*/ 4916754 h 5599766"/>
              <a:gd name="connsiteX20038" fmla="*/ 5350149 w 10321503"/>
              <a:gd name="connsiteY20038" fmla="*/ 4916088 h 5599766"/>
              <a:gd name="connsiteX20039" fmla="*/ 5353680 w 10321503"/>
              <a:gd name="connsiteY20039" fmla="*/ 4909946 h 5599766"/>
              <a:gd name="connsiteX20040" fmla="*/ 5354295 w 10321503"/>
              <a:gd name="connsiteY20040" fmla="*/ 4909588 h 5599766"/>
              <a:gd name="connsiteX20041" fmla="*/ 5361358 w 10321503"/>
              <a:gd name="connsiteY20041" fmla="*/ 4909588 h 5599766"/>
              <a:gd name="connsiteX20042" fmla="*/ 5361972 w 10321503"/>
              <a:gd name="connsiteY20042" fmla="*/ 4909946 h 5599766"/>
              <a:gd name="connsiteX20043" fmla="*/ 5365503 w 10321503"/>
              <a:gd name="connsiteY20043" fmla="*/ 4916088 h 5599766"/>
              <a:gd name="connsiteX20044" fmla="*/ 5365503 w 10321503"/>
              <a:gd name="connsiteY20044" fmla="*/ 4916754 h 5599766"/>
              <a:gd name="connsiteX20045" fmla="*/ 5361972 w 10321503"/>
              <a:gd name="connsiteY20045" fmla="*/ 4922895 h 5599766"/>
              <a:gd name="connsiteX20046" fmla="*/ 5361358 w 10321503"/>
              <a:gd name="connsiteY20046" fmla="*/ 4923253 h 5599766"/>
              <a:gd name="connsiteX20047" fmla="*/ 5559633 w 10321503"/>
              <a:gd name="connsiteY20047" fmla="*/ 4923253 h 5599766"/>
              <a:gd name="connsiteX20048" fmla="*/ 5552569 w 10321503"/>
              <a:gd name="connsiteY20048" fmla="*/ 4923253 h 5599766"/>
              <a:gd name="connsiteX20049" fmla="*/ 5551956 w 10321503"/>
              <a:gd name="connsiteY20049" fmla="*/ 4922895 h 5599766"/>
              <a:gd name="connsiteX20050" fmla="*/ 5548424 w 10321503"/>
              <a:gd name="connsiteY20050" fmla="*/ 4916754 h 5599766"/>
              <a:gd name="connsiteX20051" fmla="*/ 5548424 w 10321503"/>
              <a:gd name="connsiteY20051" fmla="*/ 4916088 h 5599766"/>
              <a:gd name="connsiteX20052" fmla="*/ 5551956 w 10321503"/>
              <a:gd name="connsiteY20052" fmla="*/ 4909946 h 5599766"/>
              <a:gd name="connsiteX20053" fmla="*/ 5552569 w 10321503"/>
              <a:gd name="connsiteY20053" fmla="*/ 4909588 h 5599766"/>
              <a:gd name="connsiteX20054" fmla="*/ 5559633 w 10321503"/>
              <a:gd name="connsiteY20054" fmla="*/ 4909588 h 5599766"/>
              <a:gd name="connsiteX20055" fmla="*/ 5560246 w 10321503"/>
              <a:gd name="connsiteY20055" fmla="*/ 4909946 h 5599766"/>
              <a:gd name="connsiteX20056" fmla="*/ 5563779 w 10321503"/>
              <a:gd name="connsiteY20056" fmla="*/ 4916088 h 5599766"/>
              <a:gd name="connsiteX20057" fmla="*/ 5563779 w 10321503"/>
              <a:gd name="connsiteY20057" fmla="*/ 4916754 h 5599766"/>
              <a:gd name="connsiteX20058" fmla="*/ 5560246 w 10321503"/>
              <a:gd name="connsiteY20058" fmla="*/ 4922895 h 5599766"/>
              <a:gd name="connsiteX20059" fmla="*/ 5559633 w 10321503"/>
              <a:gd name="connsiteY20059" fmla="*/ 4923253 h 5599766"/>
              <a:gd name="connsiteX20060" fmla="*/ 5757857 w 10321503"/>
              <a:gd name="connsiteY20060" fmla="*/ 4923253 h 5599766"/>
              <a:gd name="connsiteX20061" fmla="*/ 5750795 w 10321503"/>
              <a:gd name="connsiteY20061" fmla="*/ 4923253 h 5599766"/>
              <a:gd name="connsiteX20062" fmla="*/ 5750181 w 10321503"/>
              <a:gd name="connsiteY20062" fmla="*/ 4922895 h 5599766"/>
              <a:gd name="connsiteX20063" fmla="*/ 5746649 w 10321503"/>
              <a:gd name="connsiteY20063" fmla="*/ 4916754 h 5599766"/>
              <a:gd name="connsiteX20064" fmla="*/ 5746649 w 10321503"/>
              <a:gd name="connsiteY20064" fmla="*/ 4916088 h 5599766"/>
              <a:gd name="connsiteX20065" fmla="*/ 5750181 w 10321503"/>
              <a:gd name="connsiteY20065" fmla="*/ 4909946 h 5599766"/>
              <a:gd name="connsiteX20066" fmla="*/ 5750795 w 10321503"/>
              <a:gd name="connsiteY20066" fmla="*/ 4909588 h 5599766"/>
              <a:gd name="connsiteX20067" fmla="*/ 5757857 w 10321503"/>
              <a:gd name="connsiteY20067" fmla="*/ 4909588 h 5599766"/>
              <a:gd name="connsiteX20068" fmla="*/ 5758471 w 10321503"/>
              <a:gd name="connsiteY20068" fmla="*/ 4909946 h 5599766"/>
              <a:gd name="connsiteX20069" fmla="*/ 5762003 w 10321503"/>
              <a:gd name="connsiteY20069" fmla="*/ 4916088 h 5599766"/>
              <a:gd name="connsiteX20070" fmla="*/ 5762003 w 10321503"/>
              <a:gd name="connsiteY20070" fmla="*/ 4916754 h 5599766"/>
              <a:gd name="connsiteX20071" fmla="*/ 5758471 w 10321503"/>
              <a:gd name="connsiteY20071" fmla="*/ 4922895 h 5599766"/>
              <a:gd name="connsiteX20072" fmla="*/ 5757857 w 10321503"/>
              <a:gd name="connsiteY20072" fmla="*/ 4923253 h 5599766"/>
              <a:gd name="connsiteX20073" fmla="*/ 5956083 w 10321503"/>
              <a:gd name="connsiteY20073" fmla="*/ 4923253 h 5599766"/>
              <a:gd name="connsiteX20074" fmla="*/ 5949019 w 10321503"/>
              <a:gd name="connsiteY20074" fmla="*/ 4923253 h 5599766"/>
              <a:gd name="connsiteX20075" fmla="*/ 5948405 w 10321503"/>
              <a:gd name="connsiteY20075" fmla="*/ 4922895 h 5599766"/>
              <a:gd name="connsiteX20076" fmla="*/ 5944873 w 10321503"/>
              <a:gd name="connsiteY20076" fmla="*/ 4916754 h 5599766"/>
              <a:gd name="connsiteX20077" fmla="*/ 5944873 w 10321503"/>
              <a:gd name="connsiteY20077" fmla="*/ 4916088 h 5599766"/>
              <a:gd name="connsiteX20078" fmla="*/ 5948405 w 10321503"/>
              <a:gd name="connsiteY20078" fmla="*/ 4909946 h 5599766"/>
              <a:gd name="connsiteX20079" fmla="*/ 5949019 w 10321503"/>
              <a:gd name="connsiteY20079" fmla="*/ 4909588 h 5599766"/>
              <a:gd name="connsiteX20080" fmla="*/ 5956083 w 10321503"/>
              <a:gd name="connsiteY20080" fmla="*/ 4909588 h 5599766"/>
              <a:gd name="connsiteX20081" fmla="*/ 5956697 w 10321503"/>
              <a:gd name="connsiteY20081" fmla="*/ 4909946 h 5599766"/>
              <a:gd name="connsiteX20082" fmla="*/ 5960227 w 10321503"/>
              <a:gd name="connsiteY20082" fmla="*/ 4916088 h 5599766"/>
              <a:gd name="connsiteX20083" fmla="*/ 5960227 w 10321503"/>
              <a:gd name="connsiteY20083" fmla="*/ 4916754 h 5599766"/>
              <a:gd name="connsiteX20084" fmla="*/ 5956697 w 10321503"/>
              <a:gd name="connsiteY20084" fmla="*/ 4922895 h 5599766"/>
              <a:gd name="connsiteX20085" fmla="*/ 5956083 w 10321503"/>
              <a:gd name="connsiteY20085" fmla="*/ 4923253 h 5599766"/>
              <a:gd name="connsiteX20086" fmla="*/ 6154307 w 10321503"/>
              <a:gd name="connsiteY20086" fmla="*/ 4923253 h 5599766"/>
              <a:gd name="connsiteX20087" fmla="*/ 6147243 w 10321503"/>
              <a:gd name="connsiteY20087" fmla="*/ 4923253 h 5599766"/>
              <a:gd name="connsiteX20088" fmla="*/ 6146629 w 10321503"/>
              <a:gd name="connsiteY20088" fmla="*/ 4922895 h 5599766"/>
              <a:gd name="connsiteX20089" fmla="*/ 6143098 w 10321503"/>
              <a:gd name="connsiteY20089" fmla="*/ 4916754 h 5599766"/>
              <a:gd name="connsiteX20090" fmla="*/ 6143098 w 10321503"/>
              <a:gd name="connsiteY20090" fmla="*/ 4916088 h 5599766"/>
              <a:gd name="connsiteX20091" fmla="*/ 6146629 w 10321503"/>
              <a:gd name="connsiteY20091" fmla="*/ 4909946 h 5599766"/>
              <a:gd name="connsiteX20092" fmla="*/ 6147243 w 10321503"/>
              <a:gd name="connsiteY20092" fmla="*/ 4909588 h 5599766"/>
              <a:gd name="connsiteX20093" fmla="*/ 6154307 w 10321503"/>
              <a:gd name="connsiteY20093" fmla="*/ 4909588 h 5599766"/>
              <a:gd name="connsiteX20094" fmla="*/ 6154921 w 10321503"/>
              <a:gd name="connsiteY20094" fmla="*/ 4909946 h 5599766"/>
              <a:gd name="connsiteX20095" fmla="*/ 6158453 w 10321503"/>
              <a:gd name="connsiteY20095" fmla="*/ 4916088 h 5599766"/>
              <a:gd name="connsiteX20096" fmla="*/ 6158453 w 10321503"/>
              <a:gd name="connsiteY20096" fmla="*/ 4916754 h 5599766"/>
              <a:gd name="connsiteX20097" fmla="*/ 6154921 w 10321503"/>
              <a:gd name="connsiteY20097" fmla="*/ 4922895 h 5599766"/>
              <a:gd name="connsiteX20098" fmla="*/ 6154307 w 10321503"/>
              <a:gd name="connsiteY20098" fmla="*/ 4923253 h 5599766"/>
              <a:gd name="connsiteX20099" fmla="*/ 6352582 w 10321503"/>
              <a:gd name="connsiteY20099" fmla="*/ 4923253 h 5599766"/>
              <a:gd name="connsiteX20100" fmla="*/ 6345519 w 10321503"/>
              <a:gd name="connsiteY20100" fmla="*/ 4923253 h 5599766"/>
              <a:gd name="connsiteX20101" fmla="*/ 6344904 w 10321503"/>
              <a:gd name="connsiteY20101" fmla="*/ 4922895 h 5599766"/>
              <a:gd name="connsiteX20102" fmla="*/ 6341373 w 10321503"/>
              <a:gd name="connsiteY20102" fmla="*/ 4916754 h 5599766"/>
              <a:gd name="connsiteX20103" fmla="*/ 6341373 w 10321503"/>
              <a:gd name="connsiteY20103" fmla="*/ 4916088 h 5599766"/>
              <a:gd name="connsiteX20104" fmla="*/ 6344904 w 10321503"/>
              <a:gd name="connsiteY20104" fmla="*/ 4909946 h 5599766"/>
              <a:gd name="connsiteX20105" fmla="*/ 6345519 w 10321503"/>
              <a:gd name="connsiteY20105" fmla="*/ 4909588 h 5599766"/>
              <a:gd name="connsiteX20106" fmla="*/ 6352582 w 10321503"/>
              <a:gd name="connsiteY20106" fmla="*/ 4909588 h 5599766"/>
              <a:gd name="connsiteX20107" fmla="*/ 6353196 w 10321503"/>
              <a:gd name="connsiteY20107" fmla="*/ 4909946 h 5599766"/>
              <a:gd name="connsiteX20108" fmla="*/ 6356728 w 10321503"/>
              <a:gd name="connsiteY20108" fmla="*/ 4916088 h 5599766"/>
              <a:gd name="connsiteX20109" fmla="*/ 6356728 w 10321503"/>
              <a:gd name="connsiteY20109" fmla="*/ 4916754 h 5599766"/>
              <a:gd name="connsiteX20110" fmla="*/ 6353196 w 10321503"/>
              <a:gd name="connsiteY20110" fmla="*/ 4922895 h 5599766"/>
              <a:gd name="connsiteX20111" fmla="*/ 6352582 w 10321503"/>
              <a:gd name="connsiteY20111" fmla="*/ 4923253 h 5599766"/>
              <a:gd name="connsiteX20112" fmla="*/ 6550807 w 10321503"/>
              <a:gd name="connsiteY20112" fmla="*/ 4923253 h 5599766"/>
              <a:gd name="connsiteX20113" fmla="*/ 6543744 w 10321503"/>
              <a:gd name="connsiteY20113" fmla="*/ 4923253 h 5599766"/>
              <a:gd name="connsiteX20114" fmla="*/ 6543129 w 10321503"/>
              <a:gd name="connsiteY20114" fmla="*/ 4922895 h 5599766"/>
              <a:gd name="connsiteX20115" fmla="*/ 6539598 w 10321503"/>
              <a:gd name="connsiteY20115" fmla="*/ 4916754 h 5599766"/>
              <a:gd name="connsiteX20116" fmla="*/ 6539598 w 10321503"/>
              <a:gd name="connsiteY20116" fmla="*/ 4916088 h 5599766"/>
              <a:gd name="connsiteX20117" fmla="*/ 6543129 w 10321503"/>
              <a:gd name="connsiteY20117" fmla="*/ 4909946 h 5599766"/>
              <a:gd name="connsiteX20118" fmla="*/ 6543744 w 10321503"/>
              <a:gd name="connsiteY20118" fmla="*/ 4909588 h 5599766"/>
              <a:gd name="connsiteX20119" fmla="*/ 6550807 w 10321503"/>
              <a:gd name="connsiteY20119" fmla="*/ 4909588 h 5599766"/>
              <a:gd name="connsiteX20120" fmla="*/ 6551420 w 10321503"/>
              <a:gd name="connsiteY20120" fmla="*/ 4909946 h 5599766"/>
              <a:gd name="connsiteX20121" fmla="*/ 6554953 w 10321503"/>
              <a:gd name="connsiteY20121" fmla="*/ 4916088 h 5599766"/>
              <a:gd name="connsiteX20122" fmla="*/ 6554953 w 10321503"/>
              <a:gd name="connsiteY20122" fmla="*/ 4916754 h 5599766"/>
              <a:gd name="connsiteX20123" fmla="*/ 6551420 w 10321503"/>
              <a:gd name="connsiteY20123" fmla="*/ 4922895 h 5599766"/>
              <a:gd name="connsiteX20124" fmla="*/ 6550807 w 10321503"/>
              <a:gd name="connsiteY20124" fmla="*/ 4923253 h 5599766"/>
              <a:gd name="connsiteX20125" fmla="*/ 6749031 w 10321503"/>
              <a:gd name="connsiteY20125" fmla="*/ 4923253 h 5599766"/>
              <a:gd name="connsiteX20126" fmla="*/ 6741967 w 10321503"/>
              <a:gd name="connsiteY20126" fmla="*/ 4923253 h 5599766"/>
              <a:gd name="connsiteX20127" fmla="*/ 6741354 w 10321503"/>
              <a:gd name="connsiteY20127" fmla="*/ 4922895 h 5599766"/>
              <a:gd name="connsiteX20128" fmla="*/ 6737823 w 10321503"/>
              <a:gd name="connsiteY20128" fmla="*/ 4916754 h 5599766"/>
              <a:gd name="connsiteX20129" fmla="*/ 6737823 w 10321503"/>
              <a:gd name="connsiteY20129" fmla="*/ 4916088 h 5599766"/>
              <a:gd name="connsiteX20130" fmla="*/ 6741354 w 10321503"/>
              <a:gd name="connsiteY20130" fmla="*/ 4909946 h 5599766"/>
              <a:gd name="connsiteX20131" fmla="*/ 6741967 w 10321503"/>
              <a:gd name="connsiteY20131" fmla="*/ 4909588 h 5599766"/>
              <a:gd name="connsiteX20132" fmla="*/ 6749031 w 10321503"/>
              <a:gd name="connsiteY20132" fmla="*/ 4909588 h 5599766"/>
              <a:gd name="connsiteX20133" fmla="*/ 6749646 w 10321503"/>
              <a:gd name="connsiteY20133" fmla="*/ 4909946 h 5599766"/>
              <a:gd name="connsiteX20134" fmla="*/ 6753177 w 10321503"/>
              <a:gd name="connsiteY20134" fmla="*/ 4916088 h 5599766"/>
              <a:gd name="connsiteX20135" fmla="*/ 6753177 w 10321503"/>
              <a:gd name="connsiteY20135" fmla="*/ 4916754 h 5599766"/>
              <a:gd name="connsiteX20136" fmla="*/ 6749646 w 10321503"/>
              <a:gd name="connsiteY20136" fmla="*/ 4922895 h 5599766"/>
              <a:gd name="connsiteX20137" fmla="*/ 6749031 w 10321503"/>
              <a:gd name="connsiteY20137" fmla="*/ 4923253 h 5599766"/>
              <a:gd name="connsiteX20138" fmla="*/ 6947256 w 10321503"/>
              <a:gd name="connsiteY20138" fmla="*/ 4923253 h 5599766"/>
              <a:gd name="connsiteX20139" fmla="*/ 6940193 w 10321503"/>
              <a:gd name="connsiteY20139" fmla="*/ 4923253 h 5599766"/>
              <a:gd name="connsiteX20140" fmla="*/ 6939578 w 10321503"/>
              <a:gd name="connsiteY20140" fmla="*/ 4922895 h 5599766"/>
              <a:gd name="connsiteX20141" fmla="*/ 6936048 w 10321503"/>
              <a:gd name="connsiteY20141" fmla="*/ 4916754 h 5599766"/>
              <a:gd name="connsiteX20142" fmla="*/ 6936048 w 10321503"/>
              <a:gd name="connsiteY20142" fmla="*/ 4916088 h 5599766"/>
              <a:gd name="connsiteX20143" fmla="*/ 6939578 w 10321503"/>
              <a:gd name="connsiteY20143" fmla="*/ 4909946 h 5599766"/>
              <a:gd name="connsiteX20144" fmla="*/ 6940193 w 10321503"/>
              <a:gd name="connsiteY20144" fmla="*/ 4909588 h 5599766"/>
              <a:gd name="connsiteX20145" fmla="*/ 6947256 w 10321503"/>
              <a:gd name="connsiteY20145" fmla="*/ 4909588 h 5599766"/>
              <a:gd name="connsiteX20146" fmla="*/ 6947870 w 10321503"/>
              <a:gd name="connsiteY20146" fmla="*/ 4909946 h 5599766"/>
              <a:gd name="connsiteX20147" fmla="*/ 6951402 w 10321503"/>
              <a:gd name="connsiteY20147" fmla="*/ 4916088 h 5599766"/>
              <a:gd name="connsiteX20148" fmla="*/ 6951402 w 10321503"/>
              <a:gd name="connsiteY20148" fmla="*/ 4916754 h 5599766"/>
              <a:gd name="connsiteX20149" fmla="*/ 6947870 w 10321503"/>
              <a:gd name="connsiteY20149" fmla="*/ 4922895 h 5599766"/>
              <a:gd name="connsiteX20150" fmla="*/ 6947256 w 10321503"/>
              <a:gd name="connsiteY20150" fmla="*/ 4923253 h 5599766"/>
              <a:gd name="connsiteX20151" fmla="*/ 7145293 w 10321503"/>
              <a:gd name="connsiteY20151" fmla="*/ 4923253 h 5599766"/>
              <a:gd name="connsiteX20152" fmla="*/ 7138229 w 10321503"/>
              <a:gd name="connsiteY20152" fmla="*/ 4923253 h 5599766"/>
              <a:gd name="connsiteX20153" fmla="*/ 7137614 w 10321503"/>
              <a:gd name="connsiteY20153" fmla="*/ 4922895 h 5599766"/>
              <a:gd name="connsiteX20154" fmla="*/ 7134082 w 10321503"/>
              <a:gd name="connsiteY20154" fmla="*/ 4916754 h 5599766"/>
              <a:gd name="connsiteX20155" fmla="*/ 7134082 w 10321503"/>
              <a:gd name="connsiteY20155" fmla="*/ 4916088 h 5599766"/>
              <a:gd name="connsiteX20156" fmla="*/ 7137614 w 10321503"/>
              <a:gd name="connsiteY20156" fmla="*/ 4909946 h 5599766"/>
              <a:gd name="connsiteX20157" fmla="*/ 7138229 w 10321503"/>
              <a:gd name="connsiteY20157" fmla="*/ 4909588 h 5599766"/>
              <a:gd name="connsiteX20158" fmla="*/ 7145293 w 10321503"/>
              <a:gd name="connsiteY20158" fmla="*/ 4909588 h 5599766"/>
              <a:gd name="connsiteX20159" fmla="*/ 7145906 w 10321503"/>
              <a:gd name="connsiteY20159" fmla="*/ 4909946 h 5599766"/>
              <a:gd name="connsiteX20160" fmla="*/ 7149439 w 10321503"/>
              <a:gd name="connsiteY20160" fmla="*/ 4916088 h 5599766"/>
              <a:gd name="connsiteX20161" fmla="*/ 7149439 w 10321503"/>
              <a:gd name="connsiteY20161" fmla="*/ 4916754 h 5599766"/>
              <a:gd name="connsiteX20162" fmla="*/ 7145906 w 10321503"/>
              <a:gd name="connsiteY20162" fmla="*/ 4922895 h 5599766"/>
              <a:gd name="connsiteX20163" fmla="*/ 7145293 w 10321503"/>
              <a:gd name="connsiteY20163" fmla="*/ 4923253 h 5599766"/>
              <a:gd name="connsiteX20164" fmla="*/ 7343681 w 10321503"/>
              <a:gd name="connsiteY20164" fmla="*/ 4923253 h 5599766"/>
              <a:gd name="connsiteX20165" fmla="*/ 7336619 w 10321503"/>
              <a:gd name="connsiteY20165" fmla="*/ 4923253 h 5599766"/>
              <a:gd name="connsiteX20166" fmla="*/ 7336004 w 10321503"/>
              <a:gd name="connsiteY20166" fmla="*/ 4922895 h 5599766"/>
              <a:gd name="connsiteX20167" fmla="*/ 7332472 w 10321503"/>
              <a:gd name="connsiteY20167" fmla="*/ 4916754 h 5599766"/>
              <a:gd name="connsiteX20168" fmla="*/ 7332472 w 10321503"/>
              <a:gd name="connsiteY20168" fmla="*/ 4916088 h 5599766"/>
              <a:gd name="connsiteX20169" fmla="*/ 7336004 w 10321503"/>
              <a:gd name="connsiteY20169" fmla="*/ 4909946 h 5599766"/>
              <a:gd name="connsiteX20170" fmla="*/ 7336619 w 10321503"/>
              <a:gd name="connsiteY20170" fmla="*/ 4909588 h 5599766"/>
              <a:gd name="connsiteX20171" fmla="*/ 7343681 w 10321503"/>
              <a:gd name="connsiteY20171" fmla="*/ 4909588 h 5599766"/>
              <a:gd name="connsiteX20172" fmla="*/ 7344296 w 10321503"/>
              <a:gd name="connsiteY20172" fmla="*/ 4909946 h 5599766"/>
              <a:gd name="connsiteX20173" fmla="*/ 7347829 w 10321503"/>
              <a:gd name="connsiteY20173" fmla="*/ 4916088 h 5599766"/>
              <a:gd name="connsiteX20174" fmla="*/ 7347829 w 10321503"/>
              <a:gd name="connsiteY20174" fmla="*/ 4916754 h 5599766"/>
              <a:gd name="connsiteX20175" fmla="*/ 7344296 w 10321503"/>
              <a:gd name="connsiteY20175" fmla="*/ 4922895 h 5599766"/>
              <a:gd name="connsiteX20176" fmla="*/ 7343681 w 10321503"/>
              <a:gd name="connsiteY20176" fmla="*/ 4923253 h 5599766"/>
              <a:gd name="connsiteX20177" fmla="*/ 7541903 w 10321503"/>
              <a:gd name="connsiteY20177" fmla="*/ 4923253 h 5599766"/>
              <a:gd name="connsiteX20178" fmla="*/ 7534839 w 10321503"/>
              <a:gd name="connsiteY20178" fmla="*/ 4923253 h 5599766"/>
              <a:gd name="connsiteX20179" fmla="*/ 7534225 w 10321503"/>
              <a:gd name="connsiteY20179" fmla="*/ 4922895 h 5599766"/>
              <a:gd name="connsiteX20180" fmla="*/ 7530693 w 10321503"/>
              <a:gd name="connsiteY20180" fmla="*/ 4916754 h 5599766"/>
              <a:gd name="connsiteX20181" fmla="*/ 7530693 w 10321503"/>
              <a:gd name="connsiteY20181" fmla="*/ 4916088 h 5599766"/>
              <a:gd name="connsiteX20182" fmla="*/ 7534225 w 10321503"/>
              <a:gd name="connsiteY20182" fmla="*/ 4909946 h 5599766"/>
              <a:gd name="connsiteX20183" fmla="*/ 7534839 w 10321503"/>
              <a:gd name="connsiteY20183" fmla="*/ 4909588 h 5599766"/>
              <a:gd name="connsiteX20184" fmla="*/ 7541903 w 10321503"/>
              <a:gd name="connsiteY20184" fmla="*/ 4909588 h 5599766"/>
              <a:gd name="connsiteX20185" fmla="*/ 7542516 w 10321503"/>
              <a:gd name="connsiteY20185" fmla="*/ 4909946 h 5599766"/>
              <a:gd name="connsiteX20186" fmla="*/ 7546049 w 10321503"/>
              <a:gd name="connsiteY20186" fmla="*/ 4916088 h 5599766"/>
              <a:gd name="connsiteX20187" fmla="*/ 7546049 w 10321503"/>
              <a:gd name="connsiteY20187" fmla="*/ 4916754 h 5599766"/>
              <a:gd name="connsiteX20188" fmla="*/ 7542516 w 10321503"/>
              <a:gd name="connsiteY20188" fmla="*/ 4922895 h 5599766"/>
              <a:gd name="connsiteX20189" fmla="*/ 7541903 w 10321503"/>
              <a:gd name="connsiteY20189" fmla="*/ 4923253 h 5599766"/>
              <a:gd name="connsiteX20190" fmla="*/ 7740181 w 10321503"/>
              <a:gd name="connsiteY20190" fmla="*/ 4923253 h 5599766"/>
              <a:gd name="connsiteX20191" fmla="*/ 7733118 w 10321503"/>
              <a:gd name="connsiteY20191" fmla="*/ 4923253 h 5599766"/>
              <a:gd name="connsiteX20192" fmla="*/ 7732504 w 10321503"/>
              <a:gd name="connsiteY20192" fmla="*/ 4922895 h 5599766"/>
              <a:gd name="connsiteX20193" fmla="*/ 7728973 w 10321503"/>
              <a:gd name="connsiteY20193" fmla="*/ 4916754 h 5599766"/>
              <a:gd name="connsiteX20194" fmla="*/ 7728973 w 10321503"/>
              <a:gd name="connsiteY20194" fmla="*/ 4916088 h 5599766"/>
              <a:gd name="connsiteX20195" fmla="*/ 7732504 w 10321503"/>
              <a:gd name="connsiteY20195" fmla="*/ 4909946 h 5599766"/>
              <a:gd name="connsiteX20196" fmla="*/ 7733118 w 10321503"/>
              <a:gd name="connsiteY20196" fmla="*/ 4909588 h 5599766"/>
              <a:gd name="connsiteX20197" fmla="*/ 7740181 w 10321503"/>
              <a:gd name="connsiteY20197" fmla="*/ 4909588 h 5599766"/>
              <a:gd name="connsiteX20198" fmla="*/ 7740795 w 10321503"/>
              <a:gd name="connsiteY20198" fmla="*/ 4909946 h 5599766"/>
              <a:gd name="connsiteX20199" fmla="*/ 7744328 w 10321503"/>
              <a:gd name="connsiteY20199" fmla="*/ 4916088 h 5599766"/>
              <a:gd name="connsiteX20200" fmla="*/ 7744328 w 10321503"/>
              <a:gd name="connsiteY20200" fmla="*/ 4916754 h 5599766"/>
              <a:gd name="connsiteX20201" fmla="*/ 7740795 w 10321503"/>
              <a:gd name="connsiteY20201" fmla="*/ 4922895 h 5599766"/>
              <a:gd name="connsiteX20202" fmla="*/ 7740181 w 10321503"/>
              <a:gd name="connsiteY20202" fmla="*/ 4923253 h 5599766"/>
              <a:gd name="connsiteX20203" fmla="*/ 7938404 w 10321503"/>
              <a:gd name="connsiteY20203" fmla="*/ 4923253 h 5599766"/>
              <a:gd name="connsiteX20204" fmla="*/ 7931340 w 10321503"/>
              <a:gd name="connsiteY20204" fmla="*/ 4923253 h 5599766"/>
              <a:gd name="connsiteX20205" fmla="*/ 7930726 w 10321503"/>
              <a:gd name="connsiteY20205" fmla="*/ 4922895 h 5599766"/>
              <a:gd name="connsiteX20206" fmla="*/ 7927195 w 10321503"/>
              <a:gd name="connsiteY20206" fmla="*/ 4916754 h 5599766"/>
              <a:gd name="connsiteX20207" fmla="*/ 7927195 w 10321503"/>
              <a:gd name="connsiteY20207" fmla="*/ 4916088 h 5599766"/>
              <a:gd name="connsiteX20208" fmla="*/ 7930726 w 10321503"/>
              <a:gd name="connsiteY20208" fmla="*/ 4909946 h 5599766"/>
              <a:gd name="connsiteX20209" fmla="*/ 7931340 w 10321503"/>
              <a:gd name="connsiteY20209" fmla="*/ 4909588 h 5599766"/>
              <a:gd name="connsiteX20210" fmla="*/ 7938404 w 10321503"/>
              <a:gd name="connsiteY20210" fmla="*/ 4909588 h 5599766"/>
              <a:gd name="connsiteX20211" fmla="*/ 7939018 w 10321503"/>
              <a:gd name="connsiteY20211" fmla="*/ 4909946 h 5599766"/>
              <a:gd name="connsiteX20212" fmla="*/ 7942550 w 10321503"/>
              <a:gd name="connsiteY20212" fmla="*/ 4916088 h 5599766"/>
              <a:gd name="connsiteX20213" fmla="*/ 7942550 w 10321503"/>
              <a:gd name="connsiteY20213" fmla="*/ 4916754 h 5599766"/>
              <a:gd name="connsiteX20214" fmla="*/ 7939018 w 10321503"/>
              <a:gd name="connsiteY20214" fmla="*/ 4922895 h 5599766"/>
              <a:gd name="connsiteX20215" fmla="*/ 7938404 w 10321503"/>
              <a:gd name="connsiteY20215" fmla="*/ 4923253 h 5599766"/>
              <a:gd name="connsiteX20216" fmla="*/ 8136568 w 10321503"/>
              <a:gd name="connsiteY20216" fmla="*/ 4923253 h 5599766"/>
              <a:gd name="connsiteX20217" fmla="*/ 8129505 w 10321503"/>
              <a:gd name="connsiteY20217" fmla="*/ 4923253 h 5599766"/>
              <a:gd name="connsiteX20218" fmla="*/ 8128891 w 10321503"/>
              <a:gd name="connsiteY20218" fmla="*/ 4922895 h 5599766"/>
              <a:gd name="connsiteX20219" fmla="*/ 8125359 w 10321503"/>
              <a:gd name="connsiteY20219" fmla="*/ 4916754 h 5599766"/>
              <a:gd name="connsiteX20220" fmla="*/ 8125359 w 10321503"/>
              <a:gd name="connsiteY20220" fmla="*/ 4916088 h 5599766"/>
              <a:gd name="connsiteX20221" fmla="*/ 8128891 w 10321503"/>
              <a:gd name="connsiteY20221" fmla="*/ 4909946 h 5599766"/>
              <a:gd name="connsiteX20222" fmla="*/ 8129505 w 10321503"/>
              <a:gd name="connsiteY20222" fmla="*/ 4909588 h 5599766"/>
              <a:gd name="connsiteX20223" fmla="*/ 8136568 w 10321503"/>
              <a:gd name="connsiteY20223" fmla="*/ 4909588 h 5599766"/>
              <a:gd name="connsiteX20224" fmla="*/ 8137183 w 10321503"/>
              <a:gd name="connsiteY20224" fmla="*/ 4909946 h 5599766"/>
              <a:gd name="connsiteX20225" fmla="*/ 8140715 w 10321503"/>
              <a:gd name="connsiteY20225" fmla="*/ 4916088 h 5599766"/>
              <a:gd name="connsiteX20226" fmla="*/ 8140715 w 10321503"/>
              <a:gd name="connsiteY20226" fmla="*/ 4916754 h 5599766"/>
              <a:gd name="connsiteX20227" fmla="*/ 8137183 w 10321503"/>
              <a:gd name="connsiteY20227" fmla="*/ 4922895 h 5599766"/>
              <a:gd name="connsiteX20228" fmla="*/ 8136568 w 10321503"/>
              <a:gd name="connsiteY20228" fmla="*/ 4923253 h 5599766"/>
              <a:gd name="connsiteX20229" fmla="*/ 8334806 w 10321503"/>
              <a:gd name="connsiteY20229" fmla="*/ 4923253 h 5599766"/>
              <a:gd name="connsiteX20230" fmla="*/ 8327743 w 10321503"/>
              <a:gd name="connsiteY20230" fmla="*/ 4923253 h 5599766"/>
              <a:gd name="connsiteX20231" fmla="*/ 8327128 w 10321503"/>
              <a:gd name="connsiteY20231" fmla="*/ 4922895 h 5599766"/>
              <a:gd name="connsiteX20232" fmla="*/ 8323598 w 10321503"/>
              <a:gd name="connsiteY20232" fmla="*/ 4916754 h 5599766"/>
              <a:gd name="connsiteX20233" fmla="*/ 8323598 w 10321503"/>
              <a:gd name="connsiteY20233" fmla="*/ 4916088 h 5599766"/>
              <a:gd name="connsiteX20234" fmla="*/ 8327128 w 10321503"/>
              <a:gd name="connsiteY20234" fmla="*/ 4909946 h 5599766"/>
              <a:gd name="connsiteX20235" fmla="*/ 8327743 w 10321503"/>
              <a:gd name="connsiteY20235" fmla="*/ 4909588 h 5599766"/>
              <a:gd name="connsiteX20236" fmla="*/ 8334806 w 10321503"/>
              <a:gd name="connsiteY20236" fmla="*/ 4909588 h 5599766"/>
              <a:gd name="connsiteX20237" fmla="*/ 8335421 w 10321503"/>
              <a:gd name="connsiteY20237" fmla="*/ 4909946 h 5599766"/>
              <a:gd name="connsiteX20238" fmla="*/ 8338952 w 10321503"/>
              <a:gd name="connsiteY20238" fmla="*/ 4916088 h 5599766"/>
              <a:gd name="connsiteX20239" fmla="*/ 8338952 w 10321503"/>
              <a:gd name="connsiteY20239" fmla="*/ 4916754 h 5599766"/>
              <a:gd name="connsiteX20240" fmla="*/ 8335421 w 10321503"/>
              <a:gd name="connsiteY20240" fmla="*/ 4922895 h 5599766"/>
              <a:gd name="connsiteX20241" fmla="*/ 8334806 w 10321503"/>
              <a:gd name="connsiteY20241" fmla="*/ 4923253 h 5599766"/>
              <a:gd name="connsiteX20242" fmla="*/ 8533110 w 10321503"/>
              <a:gd name="connsiteY20242" fmla="*/ 4923253 h 5599766"/>
              <a:gd name="connsiteX20243" fmla="*/ 8526046 w 10321503"/>
              <a:gd name="connsiteY20243" fmla="*/ 4923253 h 5599766"/>
              <a:gd name="connsiteX20244" fmla="*/ 8525432 w 10321503"/>
              <a:gd name="connsiteY20244" fmla="*/ 4922895 h 5599766"/>
              <a:gd name="connsiteX20245" fmla="*/ 8521901 w 10321503"/>
              <a:gd name="connsiteY20245" fmla="*/ 4916754 h 5599766"/>
              <a:gd name="connsiteX20246" fmla="*/ 8521901 w 10321503"/>
              <a:gd name="connsiteY20246" fmla="*/ 4916088 h 5599766"/>
              <a:gd name="connsiteX20247" fmla="*/ 8525432 w 10321503"/>
              <a:gd name="connsiteY20247" fmla="*/ 4909946 h 5599766"/>
              <a:gd name="connsiteX20248" fmla="*/ 8526046 w 10321503"/>
              <a:gd name="connsiteY20248" fmla="*/ 4909588 h 5599766"/>
              <a:gd name="connsiteX20249" fmla="*/ 8533110 w 10321503"/>
              <a:gd name="connsiteY20249" fmla="*/ 4909588 h 5599766"/>
              <a:gd name="connsiteX20250" fmla="*/ 8533724 w 10321503"/>
              <a:gd name="connsiteY20250" fmla="*/ 4909946 h 5599766"/>
              <a:gd name="connsiteX20251" fmla="*/ 8537256 w 10321503"/>
              <a:gd name="connsiteY20251" fmla="*/ 4916088 h 5599766"/>
              <a:gd name="connsiteX20252" fmla="*/ 8537256 w 10321503"/>
              <a:gd name="connsiteY20252" fmla="*/ 4916754 h 5599766"/>
              <a:gd name="connsiteX20253" fmla="*/ 8533724 w 10321503"/>
              <a:gd name="connsiteY20253" fmla="*/ 4922895 h 5599766"/>
              <a:gd name="connsiteX20254" fmla="*/ 8533110 w 10321503"/>
              <a:gd name="connsiteY20254" fmla="*/ 4923253 h 5599766"/>
              <a:gd name="connsiteX20255" fmla="*/ 8731293 w 10321503"/>
              <a:gd name="connsiteY20255" fmla="*/ 4923253 h 5599766"/>
              <a:gd name="connsiteX20256" fmla="*/ 8724229 w 10321503"/>
              <a:gd name="connsiteY20256" fmla="*/ 4923253 h 5599766"/>
              <a:gd name="connsiteX20257" fmla="*/ 8723617 w 10321503"/>
              <a:gd name="connsiteY20257" fmla="*/ 4922895 h 5599766"/>
              <a:gd name="connsiteX20258" fmla="*/ 8720084 w 10321503"/>
              <a:gd name="connsiteY20258" fmla="*/ 4916754 h 5599766"/>
              <a:gd name="connsiteX20259" fmla="*/ 8720084 w 10321503"/>
              <a:gd name="connsiteY20259" fmla="*/ 4916088 h 5599766"/>
              <a:gd name="connsiteX20260" fmla="*/ 8723617 w 10321503"/>
              <a:gd name="connsiteY20260" fmla="*/ 4909946 h 5599766"/>
              <a:gd name="connsiteX20261" fmla="*/ 8724229 w 10321503"/>
              <a:gd name="connsiteY20261" fmla="*/ 4909588 h 5599766"/>
              <a:gd name="connsiteX20262" fmla="*/ 8731293 w 10321503"/>
              <a:gd name="connsiteY20262" fmla="*/ 4909588 h 5599766"/>
              <a:gd name="connsiteX20263" fmla="*/ 8731908 w 10321503"/>
              <a:gd name="connsiteY20263" fmla="*/ 4909946 h 5599766"/>
              <a:gd name="connsiteX20264" fmla="*/ 8735440 w 10321503"/>
              <a:gd name="connsiteY20264" fmla="*/ 4916088 h 5599766"/>
              <a:gd name="connsiteX20265" fmla="*/ 8735440 w 10321503"/>
              <a:gd name="connsiteY20265" fmla="*/ 4916754 h 5599766"/>
              <a:gd name="connsiteX20266" fmla="*/ 8731908 w 10321503"/>
              <a:gd name="connsiteY20266" fmla="*/ 4922895 h 5599766"/>
              <a:gd name="connsiteX20267" fmla="*/ 8731293 w 10321503"/>
              <a:gd name="connsiteY20267" fmla="*/ 4923253 h 5599766"/>
              <a:gd name="connsiteX20268" fmla="*/ 8929609 w 10321503"/>
              <a:gd name="connsiteY20268" fmla="*/ 4923253 h 5599766"/>
              <a:gd name="connsiteX20269" fmla="*/ 8922546 w 10321503"/>
              <a:gd name="connsiteY20269" fmla="*/ 4923253 h 5599766"/>
              <a:gd name="connsiteX20270" fmla="*/ 8921932 w 10321503"/>
              <a:gd name="connsiteY20270" fmla="*/ 4922895 h 5599766"/>
              <a:gd name="connsiteX20271" fmla="*/ 8918400 w 10321503"/>
              <a:gd name="connsiteY20271" fmla="*/ 4916754 h 5599766"/>
              <a:gd name="connsiteX20272" fmla="*/ 8918400 w 10321503"/>
              <a:gd name="connsiteY20272" fmla="*/ 4916088 h 5599766"/>
              <a:gd name="connsiteX20273" fmla="*/ 8921932 w 10321503"/>
              <a:gd name="connsiteY20273" fmla="*/ 4909946 h 5599766"/>
              <a:gd name="connsiteX20274" fmla="*/ 8922546 w 10321503"/>
              <a:gd name="connsiteY20274" fmla="*/ 4909588 h 5599766"/>
              <a:gd name="connsiteX20275" fmla="*/ 8929609 w 10321503"/>
              <a:gd name="connsiteY20275" fmla="*/ 4909588 h 5599766"/>
              <a:gd name="connsiteX20276" fmla="*/ 8930223 w 10321503"/>
              <a:gd name="connsiteY20276" fmla="*/ 4909946 h 5599766"/>
              <a:gd name="connsiteX20277" fmla="*/ 8933753 w 10321503"/>
              <a:gd name="connsiteY20277" fmla="*/ 4916088 h 5599766"/>
              <a:gd name="connsiteX20278" fmla="*/ 8933753 w 10321503"/>
              <a:gd name="connsiteY20278" fmla="*/ 4916754 h 5599766"/>
              <a:gd name="connsiteX20279" fmla="*/ 8930223 w 10321503"/>
              <a:gd name="connsiteY20279" fmla="*/ 4922895 h 5599766"/>
              <a:gd name="connsiteX20280" fmla="*/ 8929609 w 10321503"/>
              <a:gd name="connsiteY20280" fmla="*/ 4923253 h 5599766"/>
              <a:gd name="connsiteX20281" fmla="*/ 9127718 w 10321503"/>
              <a:gd name="connsiteY20281" fmla="*/ 4923253 h 5599766"/>
              <a:gd name="connsiteX20282" fmla="*/ 9120655 w 10321503"/>
              <a:gd name="connsiteY20282" fmla="*/ 4923253 h 5599766"/>
              <a:gd name="connsiteX20283" fmla="*/ 9120041 w 10321503"/>
              <a:gd name="connsiteY20283" fmla="*/ 4922895 h 5599766"/>
              <a:gd name="connsiteX20284" fmla="*/ 9116509 w 10321503"/>
              <a:gd name="connsiteY20284" fmla="*/ 4916754 h 5599766"/>
              <a:gd name="connsiteX20285" fmla="*/ 9116509 w 10321503"/>
              <a:gd name="connsiteY20285" fmla="*/ 4916088 h 5599766"/>
              <a:gd name="connsiteX20286" fmla="*/ 9120041 w 10321503"/>
              <a:gd name="connsiteY20286" fmla="*/ 4909946 h 5599766"/>
              <a:gd name="connsiteX20287" fmla="*/ 9120655 w 10321503"/>
              <a:gd name="connsiteY20287" fmla="*/ 4909588 h 5599766"/>
              <a:gd name="connsiteX20288" fmla="*/ 9127718 w 10321503"/>
              <a:gd name="connsiteY20288" fmla="*/ 4909588 h 5599766"/>
              <a:gd name="connsiteX20289" fmla="*/ 9128331 w 10321503"/>
              <a:gd name="connsiteY20289" fmla="*/ 4909946 h 5599766"/>
              <a:gd name="connsiteX20290" fmla="*/ 9131863 w 10321503"/>
              <a:gd name="connsiteY20290" fmla="*/ 4916088 h 5599766"/>
              <a:gd name="connsiteX20291" fmla="*/ 9131863 w 10321503"/>
              <a:gd name="connsiteY20291" fmla="*/ 4916754 h 5599766"/>
              <a:gd name="connsiteX20292" fmla="*/ 9128331 w 10321503"/>
              <a:gd name="connsiteY20292" fmla="*/ 4922895 h 5599766"/>
              <a:gd name="connsiteX20293" fmla="*/ 9127718 w 10321503"/>
              <a:gd name="connsiteY20293" fmla="*/ 4923253 h 5599766"/>
              <a:gd name="connsiteX20294" fmla="*/ 9326012 w 10321503"/>
              <a:gd name="connsiteY20294" fmla="*/ 4923253 h 5599766"/>
              <a:gd name="connsiteX20295" fmla="*/ 9318948 w 10321503"/>
              <a:gd name="connsiteY20295" fmla="*/ 4923253 h 5599766"/>
              <a:gd name="connsiteX20296" fmla="*/ 9318334 w 10321503"/>
              <a:gd name="connsiteY20296" fmla="*/ 4922895 h 5599766"/>
              <a:gd name="connsiteX20297" fmla="*/ 9314801 w 10321503"/>
              <a:gd name="connsiteY20297" fmla="*/ 4916754 h 5599766"/>
              <a:gd name="connsiteX20298" fmla="*/ 9314801 w 10321503"/>
              <a:gd name="connsiteY20298" fmla="*/ 4916088 h 5599766"/>
              <a:gd name="connsiteX20299" fmla="*/ 9318334 w 10321503"/>
              <a:gd name="connsiteY20299" fmla="*/ 4909946 h 5599766"/>
              <a:gd name="connsiteX20300" fmla="*/ 9318948 w 10321503"/>
              <a:gd name="connsiteY20300" fmla="*/ 4909588 h 5599766"/>
              <a:gd name="connsiteX20301" fmla="*/ 9326012 w 10321503"/>
              <a:gd name="connsiteY20301" fmla="*/ 4909588 h 5599766"/>
              <a:gd name="connsiteX20302" fmla="*/ 9326626 w 10321503"/>
              <a:gd name="connsiteY20302" fmla="*/ 4909946 h 5599766"/>
              <a:gd name="connsiteX20303" fmla="*/ 9330156 w 10321503"/>
              <a:gd name="connsiteY20303" fmla="*/ 4916088 h 5599766"/>
              <a:gd name="connsiteX20304" fmla="*/ 9330156 w 10321503"/>
              <a:gd name="connsiteY20304" fmla="*/ 4916754 h 5599766"/>
              <a:gd name="connsiteX20305" fmla="*/ 9326626 w 10321503"/>
              <a:gd name="connsiteY20305" fmla="*/ 4922895 h 5599766"/>
              <a:gd name="connsiteX20306" fmla="*/ 9326012 w 10321503"/>
              <a:gd name="connsiteY20306" fmla="*/ 4923253 h 5599766"/>
              <a:gd name="connsiteX20307" fmla="*/ 9524180 w 10321503"/>
              <a:gd name="connsiteY20307" fmla="*/ 4923253 h 5599766"/>
              <a:gd name="connsiteX20308" fmla="*/ 9517118 w 10321503"/>
              <a:gd name="connsiteY20308" fmla="*/ 4923253 h 5599766"/>
              <a:gd name="connsiteX20309" fmla="*/ 9516504 w 10321503"/>
              <a:gd name="connsiteY20309" fmla="*/ 4922895 h 5599766"/>
              <a:gd name="connsiteX20310" fmla="*/ 9512972 w 10321503"/>
              <a:gd name="connsiteY20310" fmla="*/ 4916754 h 5599766"/>
              <a:gd name="connsiteX20311" fmla="*/ 9512972 w 10321503"/>
              <a:gd name="connsiteY20311" fmla="*/ 4916088 h 5599766"/>
              <a:gd name="connsiteX20312" fmla="*/ 9516504 w 10321503"/>
              <a:gd name="connsiteY20312" fmla="*/ 4909946 h 5599766"/>
              <a:gd name="connsiteX20313" fmla="*/ 9517118 w 10321503"/>
              <a:gd name="connsiteY20313" fmla="*/ 4909588 h 5599766"/>
              <a:gd name="connsiteX20314" fmla="*/ 9524180 w 10321503"/>
              <a:gd name="connsiteY20314" fmla="*/ 4909588 h 5599766"/>
              <a:gd name="connsiteX20315" fmla="*/ 9524795 w 10321503"/>
              <a:gd name="connsiteY20315" fmla="*/ 4909946 h 5599766"/>
              <a:gd name="connsiteX20316" fmla="*/ 9528326 w 10321503"/>
              <a:gd name="connsiteY20316" fmla="*/ 4916088 h 5599766"/>
              <a:gd name="connsiteX20317" fmla="*/ 9528326 w 10321503"/>
              <a:gd name="connsiteY20317" fmla="*/ 4916754 h 5599766"/>
              <a:gd name="connsiteX20318" fmla="*/ 9524795 w 10321503"/>
              <a:gd name="connsiteY20318" fmla="*/ 4922895 h 5599766"/>
              <a:gd name="connsiteX20319" fmla="*/ 9524180 w 10321503"/>
              <a:gd name="connsiteY20319" fmla="*/ 4923253 h 5599766"/>
              <a:gd name="connsiteX20320" fmla="*/ 9722535 w 10321503"/>
              <a:gd name="connsiteY20320" fmla="*/ 4923253 h 5599766"/>
              <a:gd name="connsiteX20321" fmla="*/ 9715473 w 10321503"/>
              <a:gd name="connsiteY20321" fmla="*/ 4923253 h 5599766"/>
              <a:gd name="connsiteX20322" fmla="*/ 9714859 w 10321503"/>
              <a:gd name="connsiteY20322" fmla="*/ 4922895 h 5599766"/>
              <a:gd name="connsiteX20323" fmla="*/ 9711327 w 10321503"/>
              <a:gd name="connsiteY20323" fmla="*/ 4916754 h 5599766"/>
              <a:gd name="connsiteX20324" fmla="*/ 9711327 w 10321503"/>
              <a:gd name="connsiteY20324" fmla="*/ 4916088 h 5599766"/>
              <a:gd name="connsiteX20325" fmla="*/ 9714859 w 10321503"/>
              <a:gd name="connsiteY20325" fmla="*/ 4909946 h 5599766"/>
              <a:gd name="connsiteX20326" fmla="*/ 9715473 w 10321503"/>
              <a:gd name="connsiteY20326" fmla="*/ 4909588 h 5599766"/>
              <a:gd name="connsiteX20327" fmla="*/ 9722535 w 10321503"/>
              <a:gd name="connsiteY20327" fmla="*/ 4909588 h 5599766"/>
              <a:gd name="connsiteX20328" fmla="*/ 9723150 w 10321503"/>
              <a:gd name="connsiteY20328" fmla="*/ 4909946 h 5599766"/>
              <a:gd name="connsiteX20329" fmla="*/ 9726681 w 10321503"/>
              <a:gd name="connsiteY20329" fmla="*/ 4916088 h 5599766"/>
              <a:gd name="connsiteX20330" fmla="*/ 9726681 w 10321503"/>
              <a:gd name="connsiteY20330" fmla="*/ 4916754 h 5599766"/>
              <a:gd name="connsiteX20331" fmla="*/ 9723150 w 10321503"/>
              <a:gd name="connsiteY20331" fmla="*/ 4922895 h 5599766"/>
              <a:gd name="connsiteX20332" fmla="*/ 9722535 w 10321503"/>
              <a:gd name="connsiteY20332" fmla="*/ 4923253 h 5599766"/>
              <a:gd name="connsiteX20333" fmla="*/ 9920816 w 10321503"/>
              <a:gd name="connsiteY20333" fmla="*/ 4923253 h 5599766"/>
              <a:gd name="connsiteX20334" fmla="*/ 9913754 w 10321503"/>
              <a:gd name="connsiteY20334" fmla="*/ 4923253 h 5599766"/>
              <a:gd name="connsiteX20335" fmla="*/ 9913140 w 10321503"/>
              <a:gd name="connsiteY20335" fmla="*/ 4922895 h 5599766"/>
              <a:gd name="connsiteX20336" fmla="*/ 9909608 w 10321503"/>
              <a:gd name="connsiteY20336" fmla="*/ 4916754 h 5599766"/>
              <a:gd name="connsiteX20337" fmla="*/ 9909608 w 10321503"/>
              <a:gd name="connsiteY20337" fmla="*/ 4916088 h 5599766"/>
              <a:gd name="connsiteX20338" fmla="*/ 9913140 w 10321503"/>
              <a:gd name="connsiteY20338" fmla="*/ 4909946 h 5599766"/>
              <a:gd name="connsiteX20339" fmla="*/ 9913754 w 10321503"/>
              <a:gd name="connsiteY20339" fmla="*/ 4909588 h 5599766"/>
              <a:gd name="connsiteX20340" fmla="*/ 9920816 w 10321503"/>
              <a:gd name="connsiteY20340" fmla="*/ 4909588 h 5599766"/>
              <a:gd name="connsiteX20341" fmla="*/ 9921431 w 10321503"/>
              <a:gd name="connsiteY20341" fmla="*/ 4909946 h 5599766"/>
              <a:gd name="connsiteX20342" fmla="*/ 9924962 w 10321503"/>
              <a:gd name="connsiteY20342" fmla="*/ 4916088 h 5599766"/>
              <a:gd name="connsiteX20343" fmla="*/ 9924962 w 10321503"/>
              <a:gd name="connsiteY20343" fmla="*/ 4916754 h 5599766"/>
              <a:gd name="connsiteX20344" fmla="*/ 9921431 w 10321503"/>
              <a:gd name="connsiteY20344" fmla="*/ 4922895 h 5599766"/>
              <a:gd name="connsiteX20345" fmla="*/ 9920816 w 10321503"/>
              <a:gd name="connsiteY20345" fmla="*/ 4923253 h 5599766"/>
              <a:gd name="connsiteX20346" fmla="*/ 10118930 w 10321503"/>
              <a:gd name="connsiteY20346" fmla="*/ 4923253 h 5599766"/>
              <a:gd name="connsiteX20347" fmla="*/ 10111867 w 10321503"/>
              <a:gd name="connsiteY20347" fmla="*/ 4923253 h 5599766"/>
              <a:gd name="connsiteX20348" fmla="*/ 10111253 w 10321503"/>
              <a:gd name="connsiteY20348" fmla="*/ 4922895 h 5599766"/>
              <a:gd name="connsiteX20349" fmla="*/ 10107721 w 10321503"/>
              <a:gd name="connsiteY20349" fmla="*/ 4916754 h 5599766"/>
              <a:gd name="connsiteX20350" fmla="*/ 10107721 w 10321503"/>
              <a:gd name="connsiteY20350" fmla="*/ 4916088 h 5599766"/>
              <a:gd name="connsiteX20351" fmla="*/ 10111253 w 10321503"/>
              <a:gd name="connsiteY20351" fmla="*/ 4909946 h 5599766"/>
              <a:gd name="connsiteX20352" fmla="*/ 10111867 w 10321503"/>
              <a:gd name="connsiteY20352" fmla="*/ 4909588 h 5599766"/>
              <a:gd name="connsiteX20353" fmla="*/ 10118930 w 10321503"/>
              <a:gd name="connsiteY20353" fmla="*/ 4909588 h 5599766"/>
              <a:gd name="connsiteX20354" fmla="*/ 10119545 w 10321503"/>
              <a:gd name="connsiteY20354" fmla="*/ 4909946 h 5599766"/>
              <a:gd name="connsiteX20355" fmla="*/ 10123076 w 10321503"/>
              <a:gd name="connsiteY20355" fmla="*/ 4916088 h 5599766"/>
              <a:gd name="connsiteX20356" fmla="*/ 10123076 w 10321503"/>
              <a:gd name="connsiteY20356" fmla="*/ 4916754 h 5599766"/>
              <a:gd name="connsiteX20357" fmla="*/ 10119545 w 10321503"/>
              <a:gd name="connsiteY20357" fmla="*/ 4922895 h 5599766"/>
              <a:gd name="connsiteX20358" fmla="*/ 10118930 w 10321503"/>
              <a:gd name="connsiteY20358" fmla="*/ 4923253 h 5599766"/>
              <a:gd name="connsiteX20359" fmla="*/ 10317113 w 10321503"/>
              <a:gd name="connsiteY20359" fmla="*/ 4923253 h 5599766"/>
              <a:gd name="connsiteX20360" fmla="*/ 10310050 w 10321503"/>
              <a:gd name="connsiteY20360" fmla="*/ 4923253 h 5599766"/>
              <a:gd name="connsiteX20361" fmla="*/ 10309436 w 10321503"/>
              <a:gd name="connsiteY20361" fmla="*/ 4922895 h 5599766"/>
              <a:gd name="connsiteX20362" fmla="*/ 10305904 w 10321503"/>
              <a:gd name="connsiteY20362" fmla="*/ 4916754 h 5599766"/>
              <a:gd name="connsiteX20363" fmla="*/ 10305904 w 10321503"/>
              <a:gd name="connsiteY20363" fmla="*/ 4916088 h 5599766"/>
              <a:gd name="connsiteX20364" fmla="*/ 10309436 w 10321503"/>
              <a:gd name="connsiteY20364" fmla="*/ 4909946 h 5599766"/>
              <a:gd name="connsiteX20365" fmla="*/ 10310050 w 10321503"/>
              <a:gd name="connsiteY20365" fmla="*/ 4909588 h 5599766"/>
              <a:gd name="connsiteX20366" fmla="*/ 10317113 w 10321503"/>
              <a:gd name="connsiteY20366" fmla="*/ 4909588 h 5599766"/>
              <a:gd name="connsiteX20367" fmla="*/ 10317728 w 10321503"/>
              <a:gd name="connsiteY20367" fmla="*/ 4909946 h 5599766"/>
              <a:gd name="connsiteX20368" fmla="*/ 10321259 w 10321503"/>
              <a:gd name="connsiteY20368" fmla="*/ 4916088 h 5599766"/>
              <a:gd name="connsiteX20369" fmla="*/ 10321259 w 10321503"/>
              <a:gd name="connsiteY20369" fmla="*/ 4916754 h 5599766"/>
              <a:gd name="connsiteX20370" fmla="*/ 10317728 w 10321503"/>
              <a:gd name="connsiteY20370" fmla="*/ 4922895 h 5599766"/>
              <a:gd name="connsiteX20371" fmla="*/ 10317113 w 10321503"/>
              <a:gd name="connsiteY20371" fmla="*/ 4923253 h 5599766"/>
              <a:gd name="connsiteX20372" fmla="*/ 1597154 w 10321503"/>
              <a:gd name="connsiteY20372" fmla="*/ 5086571 h 5599766"/>
              <a:gd name="connsiteX20373" fmla="*/ 1590090 w 10321503"/>
              <a:gd name="connsiteY20373" fmla="*/ 5086571 h 5599766"/>
              <a:gd name="connsiteX20374" fmla="*/ 1589476 w 10321503"/>
              <a:gd name="connsiteY20374" fmla="*/ 5086213 h 5599766"/>
              <a:gd name="connsiteX20375" fmla="*/ 1585944 w 10321503"/>
              <a:gd name="connsiteY20375" fmla="*/ 5080070 h 5599766"/>
              <a:gd name="connsiteX20376" fmla="*/ 1585944 w 10321503"/>
              <a:gd name="connsiteY20376" fmla="*/ 5079405 h 5599766"/>
              <a:gd name="connsiteX20377" fmla="*/ 1589476 w 10321503"/>
              <a:gd name="connsiteY20377" fmla="*/ 5073264 h 5599766"/>
              <a:gd name="connsiteX20378" fmla="*/ 1590090 w 10321503"/>
              <a:gd name="connsiteY20378" fmla="*/ 5072905 h 5599766"/>
              <a:gd name="connsiteX20379" fmla="*/ 1597154 w 10321503"/>
              <a:gd name="connsiteY20379" fmla="*/ 5072905 h 5599766"/>
              <a:gd name="connsiteX20380" fmla="*/ 1597768 w 10321503"/>
              <a:gd name="connsiteY20380" fmla="*/ 5073264 h 5599766"/>
              <a:gd name="connsiteX20381" fmla="*/ 1601298 w 10321503"/>
              <a:gd name="connsiteY20381" fmla="*/ 5079405 h 5599766"/>
              <a:gd name="connsiteX20382" fmla="*/ 1601298 w 10321503"/>
              <a:gd name="connsiteY20382" fmla="*/ 5080070 h 5599766"/>
              <a:gd name="connsiteX20383" fmla="*/ 1597768 w 10321503"/>
              <a:gd name="connsiteY20383" fmla="*/ 5086213 h 5599766"/>
              <a:gd name="connsiteX20384" fmla="*/ 1597154 w 10321503"/>
              <a:gd name="connsiteY20384" fmla="*/ 5086571 h 5599766"/>
              <a:gd name="connsiteX20385" fmla="*/ 1398928 w 10321503"/>
              <a:gd name="connsiteY20385" fmla="*/ 5086583 h 5599766"/>
              <a:gd name="connsiteX20386" fmla="*/ 1391866 w 10321503"/>
              <a:gd name="connsiteY20386" fmla="*/ 5086583 h 5599766"/>
              <a:gd name="connsiteX20387" fmla="*/ 1391252 w 10321503"/>
              <a:gd name="connsiteY20387" fmla="*/ 5086225 h 5599766"/>
              <a:gd name="connsiteX20388" fmla="*/ 1387720 w 10321503"/>
              <a:gd name="connsiteY20388" fmla="*/ 5080081 h 5599766"/>
              <a:gd name="connsiteX20389" fmla="*/ 1387720 w 10321503"/>
              <a:gd name="connsiteY20389" fmla="*/ 5079417 h 5599766"/>
              <a:gd name="connsiteX20390" fmla="*/ 1391252 w 10321503"/>
              <a:gd name="connsiteY20390" fmla="*/ 5073275 h 5599766"/>
              <a:gd name="connsiteX20391" fmla="*/ 1391866 w 10321503"/>
              <a:gd name="connsiteY20391" fmla="*/ 5072917 h 5599766"/>
              <a:gd name="connsiteX20392" fmla="*/ 1398928 w 10321503"/>
              <a:gd name="connsiteY20392" fmla="*/ 5072917 h 5599766"/>
              <a:gd name="connsiteX20393" fmla="*/ 1399544 w 10321503"/>
              <a:gd name="connsiteY20393" fmla="*/ 5073275 h 5599766"/>
              <a:gd name="connsiteX20394" fmla="*/ 1403074 w 10321503"/>
              <a:gd name="connsiteY20394" fmla="*/ 5079417 h 5599766"/>
              <a:gd name="connsiteX20395" fmla="*/ 1403074 w 10321503"/>
              <a:gd name="connsiteY20395" fmla="*/ 5080081 h 5599766"/>
              <a:gd name="connsiteX20396" fmla="*/ 1399544 w 10321503"/>
              <a:gd name="connsiteY20396" fmla="*/ 5086225 h 5599766"/>
              <a:gd name="connsiteX20397" fmla="*/ 1398928 w 10321503"/>
              <a:gd name="connsiteY20397" fmla="*/ 5086583 h 5599766"/>
              <a:gd name="connsiteX20398" fmla="*/ 1200704 w 10321503"/>
              <a:gd name="connsiteY20398" fmla="*/ 5086595 h 5599766"/>
              <a:gd name="connsiteX20399" fmla="*/ 1193642 w 10321503"/>
              <a:gd name="connsiteY20399" fmla="*/ 5086595 h 5599766"/>
              <a:gd name="connsiteX20400" fmla="*/ 1193028 w 10321503"/>
              <a:gd name="connsiteY20400" fmla="*/ 5086236 h 5599766"/>
              <a:gd name="connsiteX20401" fmla="*/ 1189495 w 10321503"/>
              <a:gd name="connsiteY20401" fmla="*/ 5080095 h 5599766"/>
              <a:gd name="connsiteX20402" fmla="*/ 1189495 w 10321503"/>
              <a:gd name="connsiteY20402" fmla="*/ 5079431 h 5599766"/>
              <a:gd name="connsiteX20403" fmla="*/ 1193028 w 10321503"/>
              <a:gd name="connsiteY20403" fmla="*/ 5073289 h 5599766"/>
              <a:gd name="connsiteX20404" fmla="*/ 1193642 w 10321503"/>
              <a:gd name="connsiteY20404" fmla="*/ 5072930 h 5599766"/>
              <a:gd name="connsiteX20405" fmla="*/ 1200704 w 10321503"/>
              <a:gd name="connsiteY20405" fmla="*/ 5072930 h 5599766"/>
              <a:gd name="connsiteX20406" fmla="*/ 1201318 w 10321503"/>
              <a:gd name="connsiteY20406" fmla="*/ 5073289 h 5599766"/>
              <a:gd name="connsiteX20407" fmla="*/ 1204850 w 10321503"/>
              <a:gd name="connsiteY20407" fmla="*/ 5079431 h 5599766"/>
              <a:gd name="connsiteX20408" fmla="*/ 1204850 w 10321503"/>
              <a:gd name="connsiteY20408" fmla="*/ 5080095 h 5599766"/>
              <a:gd name="connsiteX20409" fmla="*/ 1201318 w 10321503"/>
              <a:gd name="connsiteY20409" fmla="*/ 5086236 h 5599766"/>
              <a:gd name="connsiteX20410" fmla="*/ 1200704 w 10321503"/>
              <a:gd name="connsiteY20410" fmla="*/ 5086595 h 5599766"/>
              <a:gd name="connsiteX20411" fmla="*/ 605979 w 10321503"/>
              <a:gd name="connsiteY20411" fmla="*/ 5086613 h 5599766"/>
              <a:gd name="connsiteX20412" fmla="*/ 598916 w 10321503"/>
              <a:gd name="connsiteY20412" fmla="*/ 5086613 h 5599766"/>
              <a:gd name="connsiteX20413" fmla="*/ 598302 w 10321503"/>
              <a:gd name="connsiteY20413" fmla="*/ 5086257 h 5599766"/>
              <a:gd name="connsiteX20414" fmla="*/ 594770 w 10321503"/>
              <a:gd name="connsiteY20414" fmla="*/ 5080113 h 5599766"/>
              <a:gd name="connsiteX20415" fmla="*/ 594770 w 10321503"/>
              <a:gd name="connsiteY20415" fmla="*/ 5079447 h 5599766"/>
              <a:gd name="connsiteX20416" fmla="*/ 598302 w 10321503"/>
              <a:gd name="connsiteY20416" fmla="*/ 5073307 h 5599766"/>
              <a:gd name="connsiteX20417" fmla="*/ 598916 w 10321503"/>
              <a:gd name="connsiteY20417" fmla="*/ 5072950 h 5599766"/>
              <a:gd name="connsiteX20418" fmla="*/ 605979 w 10321503"/>
              <a:gd name="connsiteY20418" fmla="*/ 5072950 h 5599766"/>
              <a:gd name="connsiteX20419" fmla="*/ 606593 w 10321503"/>
              <a:gd name="connsiteY20419" fmla="*/ 5073307 h 5599766"/>
              <a:gd name="connsiteX20420" fmla="*/ 610125 w 10321503"/>
              <a:gd name="connsiteY20420" fmla="*/ 5079447 h 5599766"/>
              <a:gd name="connsiteX20421" fmla="*/ 610125 w 10321503"/>
              <a:gd name="connsiteY20421" fmla="*/ 5080113 h 5599766"/>
              <a:gd name="connsiteX20422" fmla="*/ 606593 w 10321503"/>
              <a:gd name="connsiteY20422" fmla="*/ 5086257 h 5599766"/>
              <a:gd name="connsiteX20423" fmla="*/ 605979 w 10321503"/>
              <a:gd name="connsiteY20423" fmla="*/ 5086613 h 5599766"/>
              <a:gd name="connsiteX20424" fmla="*/ 804204 w 10321503"/>
              <a:gd name="connsiteY20424" fmla="*/ 5086618 h 5599766"/>
              <a:gd name="connsiteX20425" fmla="*/ 797140 w 10321503"/>
              <a:gd name="connsiteY20425" fmla="*/ 5086618 h 5599766"/>
              <a:gd name="connsiteX20426" fmla="*/ 796526 w 10321503"/>
              <a:gd name="connsiteY20426" fmla="*/ 5086261 h 5599766"/>
              <a:gd name="connsiteX20427" fmla="*/ 792995 w 10321503"/>
              <a:gd name="connsiteY20427" fmla="*/ 5080117 h 5599766"/>
              <a:gd name="connsiteX20428" fmla="*/ 792995 w 10321503"/>
              <a:gd name="connsiteY20428" fmla="*/ 5079451 h 5599766"/>
              <a:gd name="connsiteX20429" fmla="*/ 796526 w 10321503"/>
              <a:gd name="connsiteY20429" fmla="*/ 5073311 h 5599766"/>
              <a:gd name="connsiteX20430" fmla="*/ 797140 w 10321503"/>
              <a:gd name="connsiteY20430" fmla="*/ 5072954 h 5599766"/>
              <a:gd name="connsiteX20431" fmla="*/ 804204 w 10321503"/>
              <a:gd name="connsiteY20431" fmla="*/ 5072954 h 5599766"/>
              <a:gd name="connsiteX20432" fmla="*/ 804818 w 10321503"/>
              <a:gd name="connsiteY20432" fmla="*/ 5073311 h 5599766"/>
              <a:gd name="connsiteX20433" fmla="*/ 808350 w 10321503"/>
              <a:gd name="connsiteY20433" fmla="*/ 5079451 h 5599766"/>
              <a:gd name="connsiteX20434" fmla="*/ 808350 w 10321503"/>
              <a:gd name="connsiteY20434" fmla="*/ 5080117 h 5599766"/>
              <a:gd name="connsiteX20435" fmla="*/ 804818 w 10321503"/>
              <a:gd name="connsiteY20435" fmla="*/ 5086261 h 5599766"/>
              <a:gd name="connsiteX20436" fmla="*/ 804204 w 10321503"/>
              <a:gd name="connsiteY20436" fmla="*/ 5086618 h 5599766"/>
              <a:gd name="connsiteX20437" fmla="*/ 1002428 w 10321503"/>
              <a:gd name="connsiteY20437" fmla="*/ 5086626 h 5599766"/>
              <a:gd name="connsiteX20438" fmla="*/ 995366 w 10321503"/>
              <a:gd name="connsiteY20438" fmla="*/ 5086626 h 5599766"/>
              <a:gd name="connsiteX20439" fmla="*/ 994752 w 10321503"/>
              <a:gd name="connsiteY20439" fmla="*/ 5086265 h 5599766"/>
              <a:gd name="connsiteX20440" fmla="*/ 991220 w 10321503"/>
              <a:gd name="connsiteY20440" fmla="*/ 5080123 h 5599766"/>
              <a:gd name="connsiteX20441" fmla="*/ 991220 w 10321503"/>
              <a:gd name="connsiteY20441" fmla="*/ 5079459 h 5599766"/>
              <a:gd name="connsiteX20442" fmla="*/ 994752 w 10321503"/>
              <a:gd name="connsiteY20442" fmla="*/ 5073319 h 5599766"/>
              <a:gd name="connsiteX20443" fmla="*/ 995366 w 10321503"/>
              <a:gd name="connsiteY20443" fmla="*/ 5072959 h 5599766"/>
              <a:gd name="connsiteX20444" fmla="*/ 1002428 w 10321503"/>
              <a:gd name="connsiteY20444" fmla="*/ 5072959 h 5599766"/>
              <a:gd name="connsiteX20445" fmla="*/ 1003042 w 10321503"/>
              <a:gd name="connsiteY20445" fmla="*/ 5073319 h 5599766"/>
              <a:gd name="connsiteX20446" fmla="*/ 1006574 w 10321503"/>
              <a:gd name="connsiteY20446" fmla="*/ 5079459 h 5599766"/>
              <a:gd name="connsiteX20447" fmla="*/ 1006574 w 10321503"/>
              <a:gd name="connsiteY20447" fmla="*/ 5080123 h 5599766"/>
              <a:gd name="connsiteX20448" fmla="*/ 1003042 w 10321503"/>
              <a:gd name="connsiteY20448" fmla="*/ 5086265 h 5599766"/>
              <a:gd name="connsiteX20449" fmla="*/ 1002428 w 10321503"/>
              <a:gd name="connsiteY20449" fmla="*/ 5086626 h 5599766"/>
              <a:gd name="connsiteX20450" fmla="*/ 11254 w 10321503"/>
              <a:gd name="connsiteY20450" fmla="*/ 5086630 h 5599766"/>
              <a:gd name="connsiteX20451" fmla="*/ 4192 w 10321503"/>
              <a:gd name="connsiteY20451" fmla="*/ 5086630 h 5599766"/>
              <a:gd name="connsiteX20452" fmla="*/ 3578 w 10321503"/>
              <a:gd name="connsiteY20452" fmla="*/ 5086273 h 5599766"/>
              <a:gd name="connsiteX20453" fmla="*/ 46 w 10321503"/>
              <a:gd name="connsiteY20453" fmla="*/ 5080127 h 5599766"/>
              <a:gd name="connsiteX20454" fmla="*/ 46 w 10321503"/>
              <a:gd name="connsiteY20454" fmla="*/ 5079463 h 5599766"/>
              <a:gd name="connsiteX20455" fmla="*/ 3578 w 10321503"/>
              <a:gd name="connsiteY20455" fmla="*/ 5073326 h 5599766"/>
              <a:gd name="connsiteX20456" fmla="*/ 4192 w 10321503"/>
              <a:gd name="connsiteY20456" fmla="*/ 5072966 h 5599766"/>
              <a:gd name="connsiteX20457" fmla="*/ 11254 w 10321503"/>
              <a:gd name="connsiteY20457" fmla="*/ 5072966 h 5599766"/>
              <a:gd name="connsiteX20458" fmla="*/ 11868 w 10321503"/>
              <a:gd name="connsiteY20458" fmla="*/ 5073326 h 5599766"/>
              <a:gd name="connsiteX20459" fmla="*/ 15400 w 10321503"/>
              <a:gd name="connsiteY20459" fmla="*/ 5079463 h 5599766"/>
              <a:gd name="connsiteX20460" fmla="*/ 15400 w 10321503"/>
              <a:gd name="connsiteY20460" fmla="*/ 5080127 h 5599766"/>
              <a:gd name="connsiteX20461" fmla="*/ 11868 w 10321503"/>
              <a:gd name="connsiteY20461" fmla="*/ 5086273 h 5599766"/>
              <a:gd name="connsiteX20462" fmla="*/ 11254 w 10321503"/>
              <a:gd name="connsiteY20462" fmla="*/ 5086630 h 5599766"/>
              <a:gd name="connsiteX20463" fmla="*/ 209480 w 10321503"/>
              <a:gd name="connsiteY20463" fmla="*/ 5086635 h 5599766"/>
              <a:gd name="connsiteX20464" fmla="*/ 202416 w 10321503"/>
              <a:gd name="connsiteY20464" fmla="*/ 5086635 h 5599766"/>
              <a:gd name="connsiteX20465" fmla="*/ 201803 w 10321503"/>
              <a:gd name="connsiteY20465" fmla="*/ 5086281 h 5599766"/>
              <a:gd name="connsiteX20466" fmla="*/ 198270 w 10321503"/>
              <a:gd name="connsiteY20466" fmla="*/ 5080135 h 5599766"/>
              <a:gd name="connsiteX20467" fmla="*/ 198270 w 10321503"/>
              <a:gd name="connsiteY20467" fmla="*/ 5079472 h 5599766"/>
              <a:gd name="connsiteX20468" fmla="*/ 201803 w 10321503"/>
              <a:gd name="connsiteY20468" fmla="*/ 5073332 h 5599766"/>
              <a:gd name="connsiteX20469" fmla="*/ 202416 w 10321503"/>
              <a:gd name="connsiteY20469" fmla="*/ 5072975 h 5599766"/>
              <a:gd name="connsiteX20470" fmla="*/ 209480 w 10321503"/>
              <a:gd name="connsiteY20470" fmla="*/ 5072975 h 5599766"/>
              <a:gd name="connsiteX20471" fmla="*/ 210094 w 10321503"/>
              <a:gd name="connsiteY20471" fmla="*/ 5073332 h 5599766"/>
              <a:gd name="connsiteX20472" fmla="*/ 213625 w 10321503"/>
              <a:gd name="connsiteY20472" fmla="*/ 5079472 h 5599766"/>
              <a:gd name="connsiteX20473" fmla="*/ 213625 w 10321503"/>
              <a:gd name="connsiteY20473" fmla="*/ 5080135 h 5599766"/>
              <a:gd name="connsiteX20474" fmla="*/ 210094 w 10321503"/>
              <a:gd name="connsiteY20474" fmla="*/ 5086281 h 5599766"/>
              <a:gd name="connsiteX20475" fmla="*/ 209480 w 10321503"/>
              <a:gd name="connsiteY20475" fmla="*/ 5086635 h 5599766"/>
              <a:gd name="connsiteX20476" fmla="*/ 407754 w 10321503"/>
              <a:gd name="connsiteY20476" fmla="*/ 5086635 h 5599766"/>
              <a:gd name="connsiteX20477" fmla="*/ 400692 w 10321503"/>
              <a:gd name="connsiteY20477" fmla="*/ 5086635 h 5599766"/>
              <a:gd name="connsiteX20478" fmla="*/ 400078 w 10321503"/>
              <a:gd name="connsiteY20478" fmla="*/ 5086276 h 5599766"/>
              <a:gd name="connsiteX20479" fmla="*/ 396546 w 10321503"/>
              <a:gd name="connsiteY20479" fmla="*/ 5080135 h 5599766"/>
              <a:gd name="connsiteX20480" fmla="*/ 396546 w 10321503"/>
              <a:gd name="connsiteY20480" fmla="*/ 5079469 h 5599766"/>
              <a:gd name="connsiteX20481" fmla="*/ 400078 w 10321503"/>
              <a:gd name="connsiteY20481" fmla="*/ 5073328 h 5599766"/>
              <a:gd name="connsiteX20482" fmla="*/ 400692 w 10321503"/>
              <a:gd name="connsiteY20482" fmla="*/ 5072972 h 5599766"/>
              <a:gd name="connsiteX20483" fmla="*/ 407754 w 10321503"/>
              <a:gd name="connsiteY20483" fmla="*/ 5072972 h 5599766"/>
              <a:gd name="connsiteX20484" fmla="*/ 408369 w 10321503"/>
              <a:gd name="connsiteY20484" fmla="*/ 5073328 h 5599766"/>
              <a:gd name="connsiteX20485" fmla="*/ 411900 w 10321503"/>
              <a:gd name="connsiteY20485" fmla="*/ 5079469 h 5599766"/>
              <a:gd name="connsiteX20486" fmla="*/ 411900 w 10321503"/>
              <a:gd name="connsiteY20486" fmla="*/ 5080135 h 5599766"/>
              <a:gd name="connsiteX20487" fmla="*/ 408369 w 10321503"/>
              <a:gd name="connsiteY20487" fmla="*/ 5086276 h 5599766"/>
              <a:gd name="connsiteX20488" fmla="*/ 407754 w 10321503"/>
              <a:gd name="connsiteY20488" fmla="*/ 5086635 h 5599766"/>
              <a:gd name="connsiteX20489" fmla="*/ 1795378 w 10321503"/>
              <a:gd name="connsiteY20489" fmla="*/ 5086635 h 5599766"/>
              <a:gd name="connsiteX20490" fmla="*/ 1788315 w 10321503"/>
              <a:gd name="connsiteY20490" fmla="*/ 5086635 h 5599766"/>
              <a:gd name="connsiteX20491" fmla="*/ 1787701 w 10321503"/>
              <a:gd name="connsiteY20491" fmla="*/ 5086280 h 5599766"/>
              <a:gd name="connsiteX20492" fmla="*/ 1784170 w 10321503"/>
              <a:gd name="connsiteY20492" fmla="*/ 5080135 h 5599766"/>
              <a:gd name="connsiteX20493" fmla="*/ 1784170 w 10321503"/>
              <a:gd name="connsiteY20493" fmla="*/ 5079471 h 5599766"/>
              <a:gd name="connsiteX20494" fmla="*/ 1787701 w 10321503"/>
              <a:gd name="connsiteY20494" fmla="*/ 5073331 h 5599766"/>
              <a:gd name="connsiteX20495" fmla="*/ 1788315 w 10321503"/>
              <a:gd name="connsiteY20495" fmla="*/ 5072975 h 5599766"/>
              <a:gd name="connsiteX20496" fmla="*/ 1795378 w 10321503"/>
              <a:gd name="connsiteY20496" fmla="*/ 5072975 h 5599766"/>
              <a:gd name="connsiteX20497" fmla="*/ 1795992 w 10321503"/>
              <a:gd name="connsiteY20497" fmla="*/ 5073331 h 5599766"/>
              <a:gd name="connsiteX20498" fmla="*/ 1799524 w 10321503"/>
              <a:gd name="connsiteY20498" fmla="*/ 5079471 h 5599766"/>
              <a:gd name="connsiteX20499" fmla="*/ 1799524 w 10321503"/>
              <a:gd name="connsiteY20499" fmla="*/ 5080135 h 5599766"/>
              <a:gd name="connsiteX20500" fmla="*/ 1795992 w 10321503"/>
              <a:gd name="connsiteY20500" fmla="*/ 5086280 h 5599766"/>
              <a:gd name="connsiteX20501" fmla="*/ 1795378 w 10321503"/>
              <a:gd name="connsiteY20501" fmla="*/ 5086635 h 5599766"/>
              <a:gd name="connsiteX20502" fmla="*/ 1993654 w 10321503"/>
              <a:gd name="connsiteY20502" fmla="*/ 5086640 h 5599766"/>
              <a:gd name="connsiteX20503" fmla="*/ 1986590 w 10321503"/>
              <a:gd name="connsiteY20503" fmla="*/ 5086640 h 5599766"/>
              <a:gd name="connsiteX20504" fmla="*/ 1985976 w 10321503"/>
              <a:gd name="connsiteY20504" fmla="*/ 5086281 h 5599766"/>
              <a:gd name="connsiteX20505" fmla="*/ 1982445 w 10321503"/>
              <a:gd name="connsiteY20505" fmla="*/ 5080138 h 5599766"/>
              <a:gd name="connsiteX20506" fmla="*/ 1982445 w 10321503"/>
              <a:gd name="connsiteY20506" fmla="*/ 5079473 h 5599766"/>
              <a:gd name="connsiteX20507" fmla="*/ 1985976 w 10321503"/>
              <a:gd name="connsiteY20507" fmla="*/ 5073334 h 5599766"/>
              <a:gd name="connsiteX20508" fmla="*/ 1986590 w 10321503"/>
              <a:gd name="connsiteY20508" fmla="*/ 5072975 h 5599766"/>
              <a:gd name="connsiteX20509" fmla="*/ 1993654 w 10321503"/>
              <a:gd name="connsiteY20509" fmla="*/ 5072975 h 5599766"/>
              <a:gd name="connsiteX20510" fmla="*/ 1994268 w 10321503"/>
              <a:gd name="connsiteY20510" fmla="*/ 5073334 h 5599766"/>
              <a:gd name="connsiteX20511" fmla="*/ 1997800 w 10321503"/>
              <a:gd name="connsiteY20511" fmla="*/ 5079473 h 5599766"/>
              <a:gd name="connsiteX20512" fmla="*/ 1997800 w 10321503"/>
              <a:gd name="connsiteY20512" fmla="*/ 5080138 h 5599766"/>
              <a:gd name="connsiteX20513" fmla="*/ 1994268 w 10321503"/>
              <a:gd name="connsiteY20513" fmla="*/ 5086281 h 5599766"/>
              <a:gd name="connsiteX20514" fmla="*/ 1993654 w 10321503"/>
              <a:gd name="connsiteY20514" fmla="*/ 5086640 h 5599766"/>
              <a:gd name="connsiteX20515" fmla="*/ 2189611 w 10321503"/>
              <a:gd name="connsiteY20515" fmla="*/ 5092356 h 5599766"/>
              <a:gd name="connsiteX20516" fmla="*/ 2182548 w 10321503"/>
              <a:gd name="connsiteY20516" fmla="*/ 5092356 h 5599766"/>
              <a:gd name="connsiteX20517" fmla="*/ 2181933 w 10321503"/>
              <a:gd name="connsiteY20517" fmla="*/ 5091998 h 5599766"/>
              <a:gd name="connsiteX20518" fmla="*/ 2178401 w 10321503"/>
              <a:gd name="connsiteY20518" fmla="*/ 5085857 h 5599766"/>
              <a:gd name="connsiteX20519" fmla="*/ 2178401 w 10321503"/>
              <a:gd name="connsiteY20519" fmla="*/ 5085191 h 5599766"/>
              <a:gd name="connsiteX20520" fmla="*/ 2181933 w 10321503"/>
              <a:gd name="connsiteY20520" fmla="*/ 5079050 h 5599766"/>
              <a:gd name="connsiteX20521" fmla="*/ 2182548 w 10321503"/>
              <a:gd name="connsiteY20521" fmla="*/ 5078691 h 5599766"/>
              <a:gd name="connsiteX20522" fmla="*/ 2189611 w 10321503"/>
              <a:gd name="connsiteY20522" fmla="*/ 5078691 h 5599766"/>
              <a:gd name="connsiteX20523" fmla="*/ 2190225 w 10321503"/>
              <a:gd name="connsiteY20523" fmla="*/ 5079050 h 5599766"/>
              <a:gd name="connsiteX20524" fmla="*/ 2193757 w 10321503"/>
              <a:gd name="connsiteY20524" fmla="*/ 5085191 h 5599766"/>
              <a:gd name="connsiteX20525" fmla="*/ 2193757 w 10321503"/>
              <a:gd name="connsiteY20525" fmla="*/ 5085857 h 5599766"/>
              <a:gd name="connsiteX20526" fmla="*/ 2190225 w 10321503"/>
              <a:gd name="connsiteY20526" fmla="*/ 5091998 h 5599766"/>
              <a:gd name="connsiteX20527" fmla="*/ 2189611 w 10321503"/>
              <a:gd name="connsiteY20527" fmla="*/ 5092356 h 5599766"/>
              <a:gd name="connsiteX20528" fmla="*/ 2387835 w 10321503"/>
              <a:gd name="connsiteY20528" fmla="*/ 5092356 h 5599766"/>
              <a:gd name="connsiteX20529" fmla="*/ 2380773 w 10321503"/>
              <a:gd name="connsiteY20529" fmla="*/ 5092356 h 5599766"/>
              <a:gd name="connsiteX20530" fmla="*/ 2380159 w 10321503"/>
              <a:gd name="connsiteY20530" fmla="*/ 5091998 h 5599766"/>
              <a:gd name="connsiteX20531" fmla="*/ 2376626 w 10321503"/>
              <a:gd name="connsiteY20531" fmla="*/ 5085857 h 5599766"/>
              <a:gd name="connsiteX20532" fmla="*/ 2376626 w 10321503"/>
              <a:gd name="connsiteY20532" fmla="*/ 5085191 h 5599766"/>
              <a:gd name="connsiteX20533" fmla="*/ 2380159 w 10321503"/>
              <a:gd name="connsiteY20533" fmla="*/ 5079050 h 5599766"/>
              <a:gd name="connsiteX20534" fmla="*/ 2380773 w 10321503"/>
              <a:gd name="connsiteY20534" fmla="*/ 5078691 h 5599766"/>
              <a:gd name="connsiteX20535" fmla="*/ 2387835 w 10321503"/>
              <a:gd name="connsiteY20535" fmla="*/ 5078691 h 5599766"/>
              <a:gd name="connsiteX20536" fmla="*/ 2388449 w 10321503"/>
              <a:gd name="connsiteY20536" fmla="*/ 5079050 h 5599766"/>
              <a:gd name="connsiteX20537" fmla="*/ 2391981 w 10321503"/>
              <a:gd name="connsiteY20537" fmla="*/ 5085191 h 5599766"/>
              <a:gd name="connsiteX20538" fmla="*/ 2391981 w 10321503"/>
              <a:gd name="connsiteY20538" fmla="*/ 5085857 h 5599766"/>
              <a:gd name="connsiteX20539" fmla="*/ 2388449 w 10321503"/>
              <a:gd name="connsiteY20539" fmla="*/ 5091998 h 5599766"/>
              <a:gd name="connsiteX20540" fmla="*/ 2387835 w 10321503"/>
              <a:gd name="connsiteY20540" fmla="*/ 5092356 h 5599766"/>
              <a:gd name="connsiteX20541" fmla="*/ 2586060 w 10321503"/>
              <a:gd name="connsiteY20541" fmla="*/ 5092356 h 5599766"/>
              <a:gd name="connsiteX20542" fmla="*/ 2578998 w 10321503"/>
              <a:gd name="connsiteY20542" fmla="*/ 5092356 h 5599766"/>
              <a:gd name="connsiteX20543" fmla="*/ 2578383 w 10321503"/>
              <a:gd name="connsiteY20543" fmla="*/ 5091998 h 5599766"/>
              <a:gd name="connsiteX20544" fmla="*/ 2574850 w 10321503"/>
              <a:gd name="connsiteY20544" fmla="*/ 5085857 h 5599766"/>
              <a:gd name="connsiteX20545" fmla="*/ 2574850 w 10321503"/>
              <a:gd name="connsiteY20545" fmla="*/ 5085191 h 5599766"/>
              <a:gd name="connsiteX20546" fmla="*/ 2578383 w 10321503"/>
              <a:gd name="connsiteY20546" fmla="*/ 5079050 h 5599766"/>
              <a:gd name="connsiteX20547" fmla="*/ 2578998 w 10321503"/>
              <a:gd name="connsiteY20547" fmla="*/ 5078691 h 5599766"/>
              <a:gd name="connsiteX20548" fmla="*/ 2586060 w 10321503"/>
              <a:gd name="connsiteY20548" fmla="*/ 5078691 h 5599766"/>
              <a:gd name="connsiteX20549" fmla="*/ 2586674 w 10321503"/>
              <a:gd name="connsiteY20549" fmla="*/ 5079050 h 5599766"/>
              <a:gd name="connsiteX20550" fmla="*/ 2590205 w 10321503"/>
              <a:gd name="connsiteY20550" fmla="*/ 5085191 h 5599766"/>
              <a:gd name="connsiteX20551" fmla="*/ 2590205 w 10321503"/>
              <a:gd name="connsiteY20551" fmla="*/ 5085857 h 5599766"/>
              <a:gd name="connsiteX20552" fmla="*/ 2586674 w 10321503"/>
              <a:gd name="connsiteY20552" fmla="*/ 5091998 h 5599766"/>
              <a:gd name="connsiteX20553" fmla="*/ 2586060 w 10321503"/>
              <a:gd name="connsiteY20553" fmla="*/ 5092356 h 5599766"/>
              <a:gd name="connsiteX20554" fmla="*/ 2784284 w 10321503"/>
              <a:gd name="connsiteY20554" fmla="*/ 5092356 h 5599766"/>
              <a:gd name="connsiteX20555" fmla="*/ 2777221 w 10321503"/>
              <a:gd name="connsiteY20555" fmla="*/ 5092356 h 5599766"/>
              <a:gd name="connsiteX20556" fmla="*/ 2776607 w 10321503"/>
              <a:gd name="connsiteY20556" fmla="*/ 5091998 h 5599766"/>
              <a:gd name="connsiteX20557" fmla="*/ 2773075 w 10321503"/>
              <a:gd name="connsiteY20557" fmla="*/ 5085857 h 5599766"/>
              <a:gd name="connsiteX20558" fmla="*/ 2773075 w 10321503"/>
              <a:gd name="connsiteY20558" fmla="*/ 5085191 h 5599766"/>
              <a:gd name="connsiteX20559" fmla="*/ 2776607 w 10321503"/>
              <a:gd name="connsiteY20559" fmla="*/ 5079050 h 5599766"/>
              <a:gd name="connsiteX20560" fmla="*/ 2777221 w 10321503"/>
              <a:gd name="connsiteY20560" fmla="*/ 5078691 h 5599766"/>
              <a:gd name="connsiteX20561" fmla="*/ 2784284 w 10321503"/>
              <a:gd name="connsiteY20561" fmla="*/ 5078691 h 5599766"/>
              <a:gd name="connsiteX20562" fmla="*/ 2784898 w 10321503"/>
              <a:gd name="connsiteY20562" fmla="*/ 5079050 h 5599766"/>
              <a:gd name="connsiteX20563" fmla="*/ 2788430 w 10321503"/>
              <a:gd name="connsiteY20563" fmla="*/ 5085191 h 5599766"/>
              <a:gd name="connsiteX20564" fmla="*/ 2788430 w 10321503"/>
              <a:gd name="connsiteY20564" fmla="*/ 5085857 h 5599766"/>
              <a:gd name="connsiteX20565" fmla="*/ 2784898 w 10321503"/>
              <a:gd name="connsiteY20565" fmla="*/ 5091998 h 5599766"/>
              <a:gd name="connsiteX20566" fmla="*/ 2784284 w 10321503"/>
              <a:gd name="connsiteY20566" fmla="*/ 5092356 h 5599766"/>
              <a:gd name="connsiteX20567" fmla="*/ 2982559 w 10321503"/>
              <a:gd name="connsiteY20567" fmla="*/ 5092356 h 5599766"/>
              <a:gd name="connsiteX20568" fmla="*/ 2975496 w 10321503"/>
              <a:gd name="connsiteY20568" fmla="*/ 5092356 h 5599766"/>
              <a:gd name="connsiteX20569" fmla="*/ 2974882 w 10321503"/>
              <a:gd name="connsiteY20569" fmla="*/ 5091998 h 5599766"/>
              <a:gd name="connsiteX20570" fmla="*/ 2971351 w 10321503"/>
              <a:gd name="connsiteY20570" fmla="*/ 5085857 h 5599766"/>
              <a:gd name="connsiteX20571" fmla="*/ 2971351 w 10321503"/>
              <a:gd name="connsiteY20571" fmla="*/ 5085191 h 5599766"/>
              <a:gd name="connsiteX20572" fmla="*/ 2974882 w 10321503"/>
              <a:gd name="connsiteY20572" fmla="*/ 5079050 h 5599766"/>
              <a:gd name="connsiteX20573" fmla="*/ 2975496 w 10321503"/>
              <a:gd name="connsiteY20573" fmla="*/ 5078691 h 5599766"/>
              <a:gd name="connsiteX20574" fmla="*/ 2982559 w 10321503"/>
              <a:gd name="connsiteY20574" fmla="*/ 5078691 h 5599766"/>
              <a:gd name="connsiteX20575" fmla="*/ 2983173 w 10321503"/>
              <a:gd name="connsiteY20575" fmla="*/ 5079050 h 5599766"/>
              <a:gd name="connsiteX20576" fmla="*/ 2986706 w 10321503"/>
              <a:gd name="connsiteY20576" fmla="*/ 5085191 h 5599766"/>
              <a:gd name="connsiteX20577" fmla="*/ 2986706 w 10321503"/>
              <a:gd name="connsiteY20577" fmla="*/ 5085857 h 5599766"/>
              <a:gd name="connsiteX20578" fmla="*/ 2983173 w 10321503"/>
              <a:gd name="connsiteY20578" fmla="*/ 5091998 h 5599766"/>
              <a:gd name="connsiteX20579" fmla="*/ 2982559 w 10321503"/>
              <a:gd name="connsiteY20579" fmla="*/ 5092356 h 5599766"/>
              <a:gd name="connsiteX20580" fmla="*/ 3180784 w 10321503"/>
              <a:gd name="connsiteY20580" fmla="*/ 5092356 h 5599766"/>
              <a:gd name="connsiteX20581" fmla="*/ 3173721 w 10321503"/>
              <a:gd name="connsiteY20581" fmla="*/ 5092356 h 5599766"/>
              <a:gd name="connsiteX20582" fmla="*/ 3173107 w 10321503"/>
              <a:gd name="connsiteY20582" fmla="*/ 5091998 h 5599766"/>
              <a:gd name="connsiteX20583" fmla="*/ 3169576 w 10321503"/>
              <a:gd name="connsiteY20583" fmla="*/ 5085857 h 5599766"/>
              <a:gd name="connsiteX20584" fmla="*/ 3169576 w 10321503"/>
              <a:gd name="connsiteY20584" fmla="*/ 5085191 h 5599766"/>
              <a:gd name="connsiteX20585" fmla="*/ 3173107 w 10321503"/>
              <a:gd name="connsiteY20585" fmla="*/ 5079050 h 5599766"/>
              <a:gd name="connsiteX20586" fmla="*/ 3173721 w 10321503"/>
              <a:gd name="connsiteY20586" fmla="*/ 5078691 h 5599766"/>
              <a:gd name="connsiteX20587" fmla="*/ 3180784 w 10321503"/>
              <a:gd name="connsiteY20587" fmla="*/ 5078691 h 5599766"/>
              <a:gd name="connsiteX20588" fmla="*/ 3181398 w 10321503"/>
              <a:gd name="connsiteY20588" fmla="*/ 5079050 h 5599766"/>
              <a:gd name="connsiteX20589" fmla="*/ 3184931 w 10321503"/>
              <a:gd name="connsiteY20589" fmla="*/ 5085191 h 5599766"/>
              <a:gd name="connsiteX20590" fmla="*/ 3184931 w 10321503"/>
              <a:gd name="connsiteY20590" fmla="*/ 5085857 h 5599766"/>
              <a:gd name="connsiteX20591" fmla="*/ 3181398 w 10321503"/>
              <a:gd name="connsiteY20591" fmla="*/ 5091998 h 5599766"/>
              <a:gd name="connsiteX20592" fmla="*/ 3180784 w 10321503"/>
              <a:gd name="connsiteY20592" fmla="*/ 5092356 h 5599766"/>
              <a:gd name="connsiteX20593" fmla="*/ 3379008 w 10321503"/>
              <a:gd name="connsiteY20593" fmla="*/ 5092356 h 5599766"/>
              <a:gd name="connsiteX20594" fmla="*/ 3371947 w 10321503"/>
              <a:gd name="connsiteY20594" fmla="*/ 5092356 h 5599766"/>
              <a:gd name="connsiteX20595" fmla="*/ 3371332 w 10321503"/>
              <a:gd name="connsiteY20595" fmla="*/ 5091998 h 5599766"/>
              <a:gd name="connsiteX20596" fmla="*/ 3367800 w 10321503"/>
              <a:gd name="connsiteY20596" fmla="*/ 5085857 h 5599766"/>
              <a:gd name="connsiteX20597" fmla="*/ 3367800 w 10321503"/>
              <a:gd name="connsiteY20597" fmla="*/ 5085191 h 5599766"/>
              <a:gd name="connsiteX20598" fmla="*/ 3371332 w 10321503"/>
              <a:gd name="connsiteY20598" fmla="*/ 5079050 h 5599766"/>
              <a:gd name="connsiteX20599" fmla="*/ 3371947 w 10321503"/>
              <a:gd name="connsiteY20599" fmla="*/ 5078691 h 5599766"/>
              <a:gd name="connsiteX20600" fmla="*/ 3379008 w 10321503"/>
              <a:gd name="connsiteY20600" fmla="*/ 5078691 h 5599766"/>
              <a:gd name="connsiteX20601" fmla="*/ 3379624 w 10321503"/>
              <a:gd name="connsiteY20601" fmla="*/ 5079050 h 5599766"/>
              <a:gd name="connsiteX20602" fmla="*/ 3383155 w 10321503"/>
              <a:gd name="connsiteY20602" fmla="*/ 5085191 h 5599766"/>
              <a:gd name="connsiteX20603" fmla="*/ 3383155 w 10321503"/>
              <a:gd name="connsiteY20603" fmla="*/ 5085857 h 5599766"/>
              <a:gd name="connsiteX20604" fmla="*/ 3379624 w 10321503"/>
              <a:gd name="connsiteY20604" fmla="*/ 5091998 h 5599766"/>
              <a:gd name="connsiteX20605" fmla="*/ 3379008 w 10321503"/>
              <a:gd name="connsiteY20605" fmla="*/ 5092356 h 5599766"/>
              <a:gd name="connsiteX20606" fmla="*/ 3577234 w 10321503"/>
              <a:gd name="connsiteY20606" fmla="*/ 5092356 h 5599766"/>
              <a:gd name="connsiteX20607" fmla="*/ 3570172 w 10321503"/>
              <a:gd name="connsiteY20607" fmla="*/ 5092356 h 5599766"/>
              <a:gd name="connsiteX20608" fmla="*/ 3569557 w 10321503"/>
              <a:gd name="connsiteY20608" fmla="*/ 5091998 h 5599766"/>
              <a:gd name="connsiteX20609" fmla="*/ 3566024 w 10321503"/>
              <a:gd name="connsiteY20609" fmla="*/ 5085857 h 5599766"/>
              <a:gd name="connsiteX20610" fmla="*/ 3566024 w 10321503"/>
              <a:gd name="connsiteY20610" fmla="*/ 5085191 h 5599766"/>
              <a:gd name="connsiteX20611" fmla="*/ 3569557 w 10321503"/>
              <a:gd name="connsiteY20611" fmla="*/ 5079050 h 5599766"/>
              <a:gd name="connsiteX20612" fmla="*/ 3570172 w 10321503"/>
              <a:gd name="connsiteY20612" fmla="*/ 5078691 h 5599766"/>
              <a:gd name="connsiteX20613" fmla="*/ 3577234 w 10321503"/>
              <a:gd name="connsiteY20613" fmla="*/ 5078691 h 5599766"/>
              <a:gd name="connsiteX20614" fmla="*/ 3577848 w 10321503"/>
              <a:gd name="connsiteY20614" fmla="*/ 5079050 h 5599766"/>
              <a:gd name="connsiteX20615" fmla="*/ 3581379 w 10321503"/>
              <a:gd name="connsiteY20615" fmla="*/ 5085191 h 5599766"/>
              <a:gd name="connsiteX20616" fmla="*/ 3581379 w 10321503"/>
              <a:gd name="connsiteY20616" fmla="*/ 5085857 h 5599766"/>
              <a:gd name="connsiteX20617" fmla="*/ 3577848 w 10321503"/>
              <a:gd name="connsiteY20617" fmla="*/ 5091998 h 5599766"/>
              <a:gd name="connsiteX20618" fmla="*/ 3577234 w 10321503"/>
              <a:gd name="connsiteY20618" fmla="*/ 5092356 h 5599766"/>
              <a:gd name="connsiteX20619" fmla="*/ 3775459 w 10321503"/>
              <a:gd name="connsiteY20619" fmla="*/ 5092356 h 5599766"/>
              <a:gd name="connsiteX20620" fmla="*/ 3768396 w 10321503"/>
              <a:gd name="connsiteY20620" fmla="*/ 5092356 h 5599766"/>
              <a:gd name="connsiteX20621" fmla="*/ 3767781 w 10321503"/>
              <a:gd name="connsiteY20621" fmla="*/ 5091998 h 5599766"/>
              <a:gd name="connsiteX20622" fmla="*/ 3764249 w 10321503"/>
              <a:gd name="connsiteY20622" fmla="*/ 5085857 h 5599766"/>
              <a:gd name="connsiteX20623" fmla="*/ 3764249 w 10321503"/>
              <a:gd name="connsiteY20623" fmla="*/ 5085191 h 5599766"/>
              <a:gd name="connsiteX20624" fmla="*/ 3767781 w 10321503"/>
              <a:gd name="connsiteY20624" fmla="*/ 5079050 h 5599766"/>
              <a:gd name="connsiteX20625" fmla="*/ 3768396 w 10321503"/>
              <a:gd name="connsiteY20625" fmla="*/ 5078691 h 5599766"/>
              <a:gd name="connsiteX20626" fmla="*/ 3775459 w 10321503"/>
              <a:gd name="connsiteY20626" fmla="*/ 5078691 h 5599766"/>
              <a:gd name="connsiteX20627" fmla="*/ 3776073 w 10321503"/>
              <a:gd name="connsiteY20627" fmla="*/ 5079050 h 5599766"/>
              <a:gd name="connsiteX20628" fmla="*/ 3779604 w 10321503"/>
              <a:gd name="connsiteY20628" fmla="*/ 5085191 h 5599766"/>
              <a:gd name="connsiteX20629" fmla="*/ 3779604 w 10321503"/>
              <a:gd name="connsiteY20629" fmla="*/ 5085857 h 5599766"/>
              <a:gd name="connsiteX20630" fmla="*/ 3776073 w 10321503"/>
              <a:gd name="connsiteY20630" fmla="*/ 5091998 h 5599766"/>
              <a:gd name="connsiteX20631" fmla="*/ 3775459 w 10321503"/>
              <a:gd name="connsiteY20631" fmla="*/ 5092356 h 5599766"/>
              <a:gd name="connsiteX20632" fmla="*/ 3973734 w 10321503"/>
              <a:gd name="connsiteY20632" fmla="*/ 5092356 h 5599766"/>
              <a:gd name="connsiteX20633" fmla="*/ 3966671 w 10321503"/>
              <a:gd name="connsiteY20633" fmla="*/ 5092356 h 5599766"/>
              <a:gd name="connsiteX20634" fmla="*/ 3966057 w 10321503"/>
              <a:gd name="connsiteY20634" fmla="*/ 5091998 h 5599766"/>
              <a:gd name="connsiteX20635" fmla="*/ 3962525 w 10321503"/>
              <a:gd name="connsiteY20635" fmla="*/ 5085857 h 5599766"/>
              <a:gd name="connsiteX20636" fmla="*/ 3962525 w 10321503"/>
              <a:gd name="connsiteY20636" fmla="*/ 5085191 h 5599766"/>
              <a:gd name="connsiteX20637" fmla="*/ 3966057 w 10321503"/>
              <a:gd name="connsiteY20637" fmla="*/ 5079050 h 5599766"/>
              <a:gd name="connsiteX20638" fmla="*/ 3966671 w 10321503"/>
              <a:gd name="connsiteY20638" fmla="*/ 5078691 h 5599766"/>
              <a:gd name="connsiteX20639" fmla="*/ 3973734 w 10321503"/>
              <a:gd name="connsiteY20639" fmla="*/ 5078691 h 5599766"/>
              <a:gd name="connsiteX20640" fmla="*/ 3974348 w 10321503"/>
              <a:gd name="connsiteY20640" fmla="*/ 5079050 h 5599766"/>
              <a:gd name="connsiteX20641" fmla="*/ 3977880 w 10321503"/>
              <a:gd name="connsiteY20641" fmla="*/ 5085191 h 5599766"/>
              <a:gd name="connsiteX20642" fmla="*/ 3977880 w 10321503"/>
              <a:gd name="connsiteY20642" fmla="*/ 5085857 h 5599766"/>
              <a:gd name="connsiteX20643" fmla="*/ 3974348 w 10321503"/>
              <a:gd name="connsiteY20643" fmla="*/ 5091998 h 5599766"/>
              <a:gd name="connsiteX20644" fmla="*/ 3973734 w 10321503"/>
              <a:gd name="connsiteY20644" fmla="*/ 5092356 h 5599766"/>
              <a:gd name="connsiteX20645" fmla="*/ 4171959 w 10321503"/>
              <a:gd name="connsiteY20645" fmla="*/ 5092356 h 5599766"/>
              <a:gd name="connsiteX20646" fmla="*/ 4164896 w 10321503"/>
              <a:gd name="connsiteY20646" fmla="*/ 5092356 h 5599766"/>
              <a:gd name="connsiteX20647" fmla="*/ 4164282 w 10321503"/>
              <a:gd name="connsiteY20647" fmla="*/ 5091998 h 5599766"/>
              <a:gd name="connsiteX20648" fmla="*/ 4160751 w 10321503"/>
              <a:gd name="connsiteY20648" fmla="*/ 5085857 h 5599766"/>
              <a:gd name="connsiteX20649" fmla="*/ 4160751 w 10321503"/>
              <a:gd name="connsiteY20649" fmla="*/ 5085191 h 5599766"/>
              <a:gd name="connsiteX20650" fmla="*/ 4164282 w 10321503"/>
              <a:gd name="connsiteY20650" fmla="*/ 5079050 h 5599766"/>
              <a:gd name="connsiteX20651" fmla="*/ 4164896 w 10321503"/>
              <a:gd name="connsiteY20651" fmla="*/ 5078691 h 5599766"/>
              <a:gd name="connsiteX20652" fmla="*/ 4171959 w 10321503"/>
              <a:gd name="connsiteY20652" fmla="*/ 5078691 h 5599766"/>
              <a:gd name="connsiteX20653" fmla="*/ 4172573 w 10321503"/>
              <a:gd name="connsiteY20653" fmla="*/ 5079050 h 5599766"/>
              <a:gd name="connsiteX20654" fmla="*/ 4176105 w 10321503"/>
              <a:gd name="connsiteY20654" fmla="*/ 5085191 h 5599766"/>
              <a:gd name="connsiteX20655" fmla="*/ 4176105 w 10321503"/>
              <a:gd name="connsiteY20655" fmla="*/ 5085857 h 5599766"/>
              <a:gd name="connsiteX20656" fmla="*/ 4172573 w 10321503"/>
              <a:gd name="connsiteY20656" fmla="*/ 5091998 h 5599766"/>
              <a:gd name="connsiteX20657" fmla="*/ 4171959 w 10321503"/>
              <a:gd name="connsiteY20657" fmla="*/ 5092356 h 5599766"/>
              <a:gd name="connsiteX20658" fmla="*/ 4370183 w 10321503"/>
              <a:gd name="connsiteY20658" fmla="*/ 5092356 h 5599766"/>
              <a:gd name="connsiteX20659" fmla="*/ 4363121 w 10321503"/>
              <a:gd name="connsiteY20659" fmla="*/ 5092356 h 5599766"/>
              <a:gd name="connsiteX20660" fmla="*/ 4362506 w 10321503"/>
              <a:gd name="connsiteY20660" fmla="*/ 5091998 h 5599766"/>
              <a:gd name="connsiteX20661" fmla="*/ 4358975 w 10321503"/>
              <a:gd name="connsiteY20661" fmla="*/ 5085857 h 5599766"/>
              <a:gd name="connsiteX20662" fmla="*/ 4358975 w 10321503"/>
              <a:gd name="connsiteY20662" fmla="*/ 5085191 h 5599766"/>
              <a:gd name="connsiteX20663" fmla="*/ 4362506 w 10321503"/>
              <a:gd name="connsiteY20663" fmla="*/ 5079050 h 5599766"/>
              <a:gd name="connsiteX20664" fmla="*/ 4363121 w 10321503"/>
              <a:gd name="connsiteY20664" fmla="*/ 5078691 h 5599766"/>
              <a:gd name="connsiteX20665" fmla="*/ 4370183 w 10321503"/>
              <a:gd name="connsiteY20665" fmla="*/ 5078691 h 5599766"/>
              <a:gd name="connsiteX20666" fmla="*/ 4370797 w 10321503"/>
              <a:gd name="connsiteY20666" fmla="*/ 5079050 h 5599766"/>
              <a:gd name="connsiteX20667" fmla="*/ 4374329 w 10321503"/>
              <a:gd name="connsiteY20667" fmla="*/ 5085191 h 5599766"/>
              <a:gd name="connsiteX20668" fmla="*/ 4374329 w 10321503"/>
              <a:gd name="connsiteY20668" fmla="*/ 5085857 h 5599766"/>
              <a:gd name="connsiteX20669" fmla="*/ 4370797 w 10321503"/>
              <a:gd name="connsiteY20669" fmla="*/ 5091998 h 5599766"/>
              <a:gd name="connsiteX20670" fmla="*/ 4370183 w 10321503"/>
              <a:gd name="connsiteY20670" fmla="*/ 5092356 h 5599766"/>
              <a:gd name="connsiteX20671" fmla="*/ 4568408 w 10321503"/>
              <a:gd name="connsiteY20671" fmla="*/ 5092356 h 5599766"/>
              <a:gd name="connsiteX20672" fmla="*/ 4561345 w 10321503"/>
              <a:gd name="connsiteY20672" fmla="*/ 5092356 h 5599766"/>
              <a:gd name="connsiteX20673" fmla="*/ 4560731 w 10321503"/>
              <a:gd name="connsiteY20673" fmla="*/ 5091998 h 5599766"/>
              <a:gd name="connsiteX20674" fmla="*/ 4557199 w 10321503"/>
              <a:gd name="connsiteY20674" fmla="*/ 5085857 h 5599766"/>
              <a:gd name="connsiteX20675" fmla="*/ 4557199 w 10321503"/>
              <a:gd name="connsiteY20675" fmla="*/ 5085191 h 5599766"/>
              <a:gd name="connsiteX20676" fmla="*/ 4560731 w 10321503"/>
              <a:gd name="connsiteY20676" fmla="*/ 5079050 h 5599766"/>
              <a:gd name="connsiteX20677" fmla="*/ 4561345 w 10321503"/>
              <a:gd name="connsiteY20677" fmla="*/ 5078691 h 5599766"/>
              <a:gd name="connsiteX20678" fmla="*/ 4568408 w 10321503"/>
              <a:gd name="connsiteY20678" fmla="*/ 5078691 h 5599766"/>
              <a:gd name="connsiteX20679" fmla="*/ 4569022 w 10321503"/>
              <a:gd name="connsiteY20679" fmla="*/ 5079050 h 5599766"/>
              <a:gd name="connsiteX20680" fmla="*/ 4572554 w 10321503"/>
              <a:gd name="connsiteY20680" fmla="*/ 5085191 h 5599766"/>
              <a:gd name="connsiteX20681" fmla="*/ 4572554 w 10321503"/>
              <a:gd name="connsiteY20681" fmla="*/ 5085857 h 5599766"/>
              <a:gd name="connsiteX20682" fmla="*/ 4569022 w 10321503"/>
              <a:gd name="connsiteY20682" fmla="*/ 5091998 h 5599766"/>
              <a:gd name="connsiteX20683" fmla="*/ 4568408 w 10321503"/>
              <a:gd name="connsiteY20683" fmla="*/ 5092356 h 5599766"/>
              <a:gd name="connsiteX20684" fmla="*/ 4766683 w 10321503"/>
              <a:gd name="connsiteY20684" fmla="*/ 5092356 h 5599766"/>
              <a:gd name="connsiteX20685" fmla="*/ 4759621 w 10321503"/>
              <a:gd name="connsiteY20685" fmla="*/ 5092356 h 5599766"/>
              <a:gd name="connsiteX20686" fmla="*/ 4759007 w 10321503"/>
              <a:gd name="connsiteY20686" fmla="*/ 5091998 h 5599766"/>
              <a:gd name="connsiteX20687" fmla="*/ 4755475 w 10321503"/>
              <a:gd name="connsiteY20687" fmla="*/ 5085857 h 5599766"/>
              <a:gd name="connsiteX20688" fmla="*/ 4755475 w 10321503"/>
              <a:gd name="connsiteY20688" fmla="*/ 5085191 h 5599766"/>
              <a:gd name="connsiteX20689" fmla="*/ 4759007 w 10321503"/>
              <a:gd name="connsiteY20689" fmla="*/ 5079050 h 5599766"/>
              <a:gd name="connsiteX20690" fmla="*/ 4759621 w 10321503"/>
              <a:gd name="connsiteY20690" fmla="*/ 5078691 h 5599766"/>
              <a:gd name="connsiteX20691" fmla="*/ 4766683 w 10321503"/>
              <a:gd name="connsiteY20691" fmla="*/ 5078691 h 5599766"/>
              <a:gd name="connsiteX20692" fmla="*/ 4767297 w 10321503"/>
              <a:gd name="connsiteY20692" fmla="*/ 5079050 h 5599766"/>
              <a:gd name="connsiteX20693" fmla="*/ 4770829 w 10321503"/>
              <a:gd name="connsiteY20693" fmla="*/ 5085191 h 5599766"/>
              <a:gd name="connsiteX20694" fmla="*/ 4770829 w 10321503"/>
              <a:gd name="connsiteY20694" fmla="*/ 5085857 h 5599766"/>
              <a:gd name="connsiteX20695" fmla="*/ 4767297 w 10321503"/>
              <a:gd name="connsiteY20695" fmla="*/ 5091998 h 5599766"/>
              <a:gd name="connsiteX20696" fmla="*/ 4766683 w 10321503"/>
              <a:gd name="connsiteY20696" fmla="*/ 5092356 h 5599766"/>
              <a:gd name="connsiteX20697" fmla="*/ 4964909 w 10321503"/>
              <a:gd name="connsiteY20697" fmla="*/ 5092356 h 5599766"/>
              <a:gd name="connsiteX20698" fmla="*/ 4957846 w 10321503"/>
              <a:gd name="connsiteY20698" fmla="*/ 5092356 h 5599766"/>
              <a:gd name="connsiteX20699" fmla="*/ 4957232 w 10321503"/>
              <a:gd name="connsiteY20699" fmla="*/ 5091998 h 5599766"/>
              <a:gd name="connsiteX20700" fmla="*/ 4953699 w 10321503"/>
              <a:gd name="connsiteY20700" fmla="*/ 5085857 h 5599766"/>
              <a:gd name="connsiteX20701" fmla="*/ 4953699 w 10321503"/>
              <a:gd name="connsiteY20701" fmla="*/ 5085191 h 5599766"/>
              <a:gd name="connsiteX20702" fmla="*/ 4957232 w 10321503"/>
              <a:gd name="connsiteY20702" fmla="*/ 5079050 h 5599766"/>
              <a:gd name="connsiteX20703" fmla="*/ 4957846 w 10321503"/>
              <a:gd name="connsiteY20703" fmla="*/ 5078691 h 5599766"/>
              <a:gd name="connsiteX20704" fmla="*/ 4964909 w 10321503"/>
              <a:gd name="connsiteY20704" fmla="*/ 5078691 h 5599766"/>
              <a:gd name="connsiteX20705" fmla="*/ 4965523 w 10321503"/>
              <a:gd name="connsiteY20705" fmla="*/ 5079050 h 5599766"/>
              <a:gd name="connsiteX20706" fmla="*/ 4969054 w 10321503"/>
              <a:gd name="connsiteY20706" fmla="*/ 5085191 h 5599766"/>
              <a:gd name="connsiteX20707" fmla="*/ 4969054 w 10321503"/>
              <a:gd name="connsiteY20707" fmla="*/ 5085857 h 5599766"/>
              <a:gd name="connsiteX20708" fmla="*/ 4965523 w 10321503"/>
              <a:gd name="connsiteY20708" fmla="*/ 5091998 h 5599766"/>
              <a:gd name="connsiteX20709" fmla="*/ 4964909 w 10321503"/>
              <a:gd name="connsiteY20709" fmla="*/ 5092356 h 5599766"/>
              <a:gd name="connsiteX20710" fmla="*/ 5163134 w 10321503"/>
              <a:gd name="connsiteY20710" fmla="*/ 5092356 h 5599766"/>
              <a:gd name="connsiteX20711" fmla="*/ 5156070 w 10321503"/>
              <a:gd name="connsiteY20711" fmla="*/ 5092356 h 5599766"/>
              <a:gd name="connsiteX20712" fmla="*/ 5155456 w 10321503"/>
              <a:gd name="connsiteY20712" fmla="*/ 5091998 h 5599766"/>
              <a:gd name="connsiteX20713" fmla="*/ 5151924 w 10321503"/>
              <a:gd name="connsiteY20713" fmla="*/ 5085857 h 5599766"/>
              <a:gd name="connsiteX20714" fmla="*/ 5151924 w 10321503"/>
              <a:gd name="connsiteY20714" fmla="*/ 5085191 h 5599766"/>
              <a:gd name="connsiteX20715" fmla="*/ 5155456 w 10321503"/>
              <a:gd name="connsiteY20715" fmla="*/ 5079050 h 5599766"/>
              <a:gd name="connsiteX20716" fmla="*/ 5156070 w 10321503"/>
              <a:gd name="connsiteY20716" fmla="*/ 5078691 h 5599766"/>
              <a:gd name="connsiteX20717" fmla="*/ 5163134 w 10321503"/>
              <a:gd name="connsiteY20717" fmla="*/ 5078691 h 5599766"/>
              <a:gd name="connsiteX20718" fmla="*/ 5163748 w 10321503"/>
              <a:gd name="connsiteY20718" fmla="*/ 5079050 h 5599766"/>
              <a:gd name="connsiteX20719" fmla="*/ 5167279 w 10321503"/>
              <a:gd name="connsiteY20719" fmla="*/ 5085191 h 5599766"/>
              <a:gd name="connsiteX20720" fmla="*/ 5167279 w 10321503"/>
              <a:gd name="connsiteY20720" fmla="*/ 5085857 h 5599766"/>
              <a:gd name="connsiteX20721" fmla="*/ 5163748 w 10321503"/>
              <a:gd name="connsiteY20721" fmla="*/ 5091998 h 5599766"/>
              <a:gd name="connsiteX20722" fmla="*/ 5163134 w 10321503"/>
              <a:gd name="connsiteY20722" fmla="*/ 5092356 h 5599766"/>
              <a:gd name="connsiteX20723" fmla="*/ 5361358 w 10321503"/>
              <a:gd name="connsiteY20723" fmla="*/ 5092356 h 5599766"/>
              <a:gd name="connsiteX20724" fmla="*/ 5354295 w 10321503"/>
              <a:gd name="connsiteY20724" fmla="*/ 5092356 h 5599766"/>
              <a:gd name="connsiteX20725" fmla="*/ 5353680 w 10321503"/>
              <a:gd name="connsiteY20725" fmla="*/ 5091998 h 5599766"/>
              <a:gd name="connsiteX20726" fmla="*/ 5350149 w 10321503"/>
              <a:gd name="connsiteY20726" fmla="*/ 5085857 h 5599766"/>
              <a:gd name="connsiteX20727" fmla="*/ 5350149 w 10321503"/>
              <a:gd name="connsiteY20727" fmla="*/ 5085191 h 5599766"/>
              <a:gd name="connsiteX20728" fmla="*/ 5353680 w 10321503"/>
              <a:gd name="connsiteY20728" fmla="*/ 5079050 h 5599766"/>
              <a:gd name="connsiteX20729" fmla="*/ 5354295 w 10321503"/>
              <a:gd name="connsiteY20729" fmla="*/ 5078691 h 5599766"/>
              <a:gd name="connsiteX20730" fmla="*/ 5361358 w 10321503"/>
              <a:gd name="connsiteY20730" fmla="*/ 5078691 h 5599766"/>
              <a:gd name="connsiteX20731" fmla="*/ 5361972 w 10321503"/>
              <a:gd name="connsiteY20731" fmla="*/ 5079050 h 5599766"/>
              <a:gd name="connsiteX20732" fmla="*/ 5365503 w 10321503"/>
              <a:gd name="connsiteY20732" fmla="*/ 5085191 h 5599766"/>
              <a:gd name="connsiteX20733" fmla="*/ 5365503 w 10321503"/>
              <a:gd name="connsiteY20733" fmla="*/ 5085857 h 5599766"/>
              <a:gd name="connsiteX20734" fmla="*/ 5361972 w 10321503"/>
              <a:gd name="connsiteY20734" fmla="*/ 5091998 h 5599766"/>
              <a:gd name="connsiteX20735" fmla="*/ 5361358 w 10321503"/>
              <a:gd name="connsiteY20735" fmla="*/ 5092356 h 5599766"/>
              <a:gd name="connsiteX20736" fmla="*/ 5559633 w 10321503"/>
              <a:gd name="connsiteY20736" fmla="*/ 5092356 h 5599766"/>
              <a:gd name="connsiteX20737" fmla="*/ 5552569 w 10321503"/>
              <a:gd name="connsiteY20737" fmla="*/ 5092356 h 5599766"/>
              <a:gd name="connsiteX20738" fmla="*/ 5551956 w 10321503"/>
              <a:gd name="connsiteY20738" fmla="*/ 5091998 h 5599766"/>
              <a:gd name="connsiteX20739" fmla="*/ 5548424 w 10321503"/>
              <a:gd name="connsiteY20739" fmla="*/ 5085857 h 5599766"/>
              <a:gd name="connsiteX20740" fmla="*/ 5548424 w 10321503"/>
              <a:gd name="connsiteY20740" fmla="*/ 5085191 h 5599766"/>
              <a:gd name="connsiteX20741" fmla="*/ 5551956 w 10321503"/>
              <a:gd name="connsiteY20741" fmla="*/ 5079050 h 5599766"/>
              <a:gd name="connsiteX20742" fmla="*/ 5552569 w 10321503"/>
              <a:gd name="connsiteY20742" fmla="*/ 5078691 h 5599766"/>
              <a:gd name="connsiteX20743" fmla="*/ 5559633 w 10321503"/>
              <a:gd name="connsiteY20743" fmla="*/ 5078691 h 5599766"/>
              <a:gd name="connsiteX20744" fmla="*/ 5560246 w 10321503"/>
              <a:gd name="connsiteY20744" fmla="*/ 5079050 h 5599766"/>
              <a:gd name="connsiteX20745" fmla="*/ 5563779 w 10321503"/>
              <a:gd name="connsiteY20745" fmla="*/ 5085191 h 5599766"/>
              <a:gd name="connsiteX20746" fmla="*/ 5563779 w 10321503"/>
              <a:gd name="connsiteY20746" fmla="*/ 5085857 h 5599766"/>
              <a:gd name="connsiteX20747" fmla="*/ 5560246 w 10321503"/>
              <a:gd name="connsiteY20747" fmla="*/ 5091998 h 5599766"/>
              <a:gd name="connsiteX20748" fmla="*/ 5559633 w 10321503"/>
              <a:gd name="connsiteY20748" fmla="*/ 5092356 h 5599766"/>
              <a:gd name="connsiteX20749" fmla="*/ 5757857 w 10321503"/>
              <a:gd name="connsiteY20749" fmla="*/ 5092356 h 5599766"/>
              <a:gd name="connsiteX20750" fmla="*/ 5750795 w 10321503"/>
              <a:gd name="connsiteY20750" fmla="*/ 5092356 h 5599766"/>
              <a:gd name="connsiteX20751" fmla="*/ 5750181 w 10321503"/>
              <a:gd name="connsiteY20751" fmla="*/ 5091998 h 5599766"/>
              <a:gd name="connsiteX20752" fmla="*/ 5746649 w 10321503"/>
              <a:gd name="connsiteY20752" fmla="*/ 5085857 h 5599766"/>
              <a:gd name="connsiteX20753" fmla="*/ 5746649 w 10321503"/>
              <a:gd name="connsiteY20753" fmla="*/ 5085191 h 5599766"/>
              <a:gd name="connsiteX20754" fmla="*/ 5750181 w 10321503"/>
              <a:gd name="connsiteY20754" fmla="*/ 5079050 h 5599766"/>
              <a:gd name="connsiteX20755" fmla="*/ 5750795 w 10321503"/>
              <a:gd name="connsiteY20755" fmla="*/ 5078691 h 5599766"/>
              <a:gd name="connsiteX20756" fmla="*/ 5757857 w 10321503"/>
              <a:gd name="connsiteY20756" fmla="*/ 5078691 h 5599766"/>
              <a:gd name="connsiteX20757" fmla="*/ 5758471 w 10321503"/>
              <a:gd name="connsiteY20757" fmla="*/ 5079050 h 5599766"/>
              <a:gd name="connsiteX20758" fmla="*/ 5762003 w 10321503"/>
              <a:gd name="connsiteY20758" fmla="*/ 5085191 h 5599766"/>
              <a:gd name="connsiteX20759" fmla="*/ 5762003 w 10321503"/>
              <a:gd name="connsiteY20759" fmla="*/ 5085857 h 5599766"/>
              <a:gd name="connsiteX20760" fmla="*/ 5758471 w 10321503"/>
              <a:gd name="connsiteY20760" fmla="*/ 5091998 h 5599766"/>
              <a:gd name="connsiteX20761" fmla="*/ 5757857 w 10321503"/>
              <a:gd name="connsiteY20761" fmla="*/ 5092356 h 5599766"/>
              <a:gd name="connsiteX20762" fmla="*/ 5956083 w 10321503"/>
              <a:gd name="connsiteY20762" fmla="*/ 5092356 h 5599766"/>
              <a:gd name="connsiteX20763" fmla="*/ 5949019 w 10321503"/>
              <a:gd name="connsiteY20763" fmla="*/ 5092356 h 5599766"/>
              <a:gd name="connsiteX20764" fmla="*/ 5948405 w 10321503"/>
              <a:gd name="connsiteY20764" fmla="*/ 5091998 h 5599766"/>
              <a:gd name="connsiteX20765" fmla="*/ 5944873 w 10321503"/>
              <a:gd name="connsiteY20765" fmla="*/ 5085857 h 5599766"/>
              <a:gd name="connsiteX20766" fmla="*/ 5944873 w 10321503"/>
              <a:gd name="connsiteY20766" fmla="*/ 5085191 h 5599766"/>
              <a:gd name="connsiteX20767" fmla="*/ 5948405 w 10321503"/>
              <a:gd name="connsiteY20767" fmla="*/ 5079050 h 5599766"/>
              <a:gd name="connsiteX20768" fmla="*/ 5949019 w 10321503"/>
              <a:gd name="connsiteY20768" fmla="*/ 5078691 h 5599766"/>
              <a:gd name="connsiteX20769" fmla="*/ 5956083 w 10321503"/>
              <a:gd name="connsiteY20769" fmla="*/ 5078691 h 5599766"/>
              <a:gd name="connsiteX20770" fmla="*/ 5956697 w 10321503"/>
              <a:gd name="connsiteY20770" fmla="*/ 5079050 h 5599766"/>
              <a:gd name="connsiteX20771" fmla="*/ 5960227 w 10321503"/>
              <a:gd name="connsiteY20771" fmla="*/ 5085191 h 5599766"/>
              <a:gd name="connsiteX20772" fmla="*/ 5960227 w 10321503"/>
              <a:gd name="connsiteY20772" fmla="*/ 5085857 h 5599766"/>
              <a:gd name="connsiteX20773" fmla="*/ 5956697 w 10321503"/>
              <a:gd name="connsiteY20773" fmla="*/ 5091998 h 5599766"/>
              <a:gd name="connsiteX20774" fmla="*/ 5956083 w 10321503"/>
              <a:gd name="connsiteY20774" fmla="*/ 5092356 h 5599766"/>
              <a:gd name="connsiteX20775" fmla="*/ 6154307 w 10321503"/>
              <a:gd name="connsiteY20775" fmla="*/ 5092356 h 5599766"/>
              <a:gd name="connsiteX20776" fmla="*/ 6147243 w 10321503"/>
              <a:gd name="connsiteY20776" fmla="*/ 5092356 h 5599766"/>
              <a:gd name="connsiteX20777" fmla="*/ 6146629 w 10321503"/>
              <a:gd name="connsiteY20777" fmla="*/ 5091998 h 5599766"/>
              <a:gd name="connsiteX20778" fmla="*/ 6143098 w 10321503"/>
              <a:gd name="connsiteY20778" fmla="*/ 5085857 h 5599766"/>
              <a:gd name="connsiteX20779" fmla="*/ 6143098 w 10321503"/>
              <a:gd name="connsiteY20779" fmla="*/ 5085191 h 5599766"/>
              <a:gd name="connsiteX20780" fmla="*/ 6146629 w 10321503"/>
              <a:gd name="connsiteY20780" fmla="*/ 5079050 h 5599766"/>
              <a:gd name="connsiteX20781" fmla="*/ 6147243 w 10321503"/>
              <a:gd name="connsiteY20781" fmla="*/ 5078691 h 5599766"/>
              <a:gd name="connsiteX20782" fmla="*/ 6154307 w 10321503"/>
              <a:gd name="connsiteY20782" fmla="*/ 5078691 h 5599766"/>
              <a:gd name="connsiteX20783" fmla="*/ 6154921 w 10321503"/>
              <a:gd name="connsiteY20783" fmla="*/ 5079050 h 5599766"/>
              <a:gd name="connsiteX20784" fmla="*/ 6158453 w 10321503"/>
              <a:gd name="connsiteY20784" fmla="*/ 5085191 h 5599766"/>
              <a:gd name="connsiteX20785" fmla="*/ 6158453 w 10321503"/>
              <a:gd name="connsiteY20785" fmla="*/ 5085857 h 5599766"/>
              <a:gd name="connsiteX20786" fmla="*/ 6154921 w 10321503"/>
              <a:gd name="connsiteY20786" fmla="*/ 5091998 h 5599766"/>
              <a:gd name="connsiteX20787" fmla="*/ 6154307 w 10321503"/>
              <a:gd name="connsiteY20787" fmla="*/ 5092356 h 5599766"/>
              <a:gd name="connsiteX20788" fmla="*/ 6352582 w 10321503"/>
              <a:gd name="connsiteY20788" fmla="*/ 5092356 h 5599766"/>
              <a:gd name="connsiteX20789" fmla="*/ 6345519 w 10321503"/>
              <a:gd name="connsiteY20789" fmla="*/ 5092356 h 5599766"/>
              <a:gd name="connsiteX20790" fmla="*/ 6344904 w 10321503"/>
              <a:gd name="connsiteY20790" fmla="*/ 5091998 h 5599766"/>
              <a:gd name="connsiteX20791" fmla="*/ 6341373 w 10321503"/>
              <a:gd name="connsiteY20791" fmla="*/ 5085857 h 5599766"/>
              <a:gd name="connsiteX20792" fmla="*/ 6341373 w 10321503"/>
              <a:gd name="connsiteY20792" fmla="*/ 5085191 h 5599766"/>
              <a:gd name="connsiteX20793" fmla="*/ 6344904 w 10321503"/>
              <a:gd name="connsiteY20793" fmla="*/ 5079050 h 5599766"/>
              <a:gd name="connsiteX20794" fmla="*/ 6345519 w 10321503"/>
              <a:gd name="connsiteY20794" fmla="*/ 5078691 h 5599766"/>
              <a:gd name="connsiteX20795" fmla="*/ 6352582 w 10321503"/>
              <a:gd name="connsiteY20795" fmla="*/ 5078691 h 5599766"/>
              <a:gd name="connsiteX20796" fmla="*/ 6353196 w 10321503"/>
              <a:gd name="connsiteY20796" fmla="*/ 5079050 h 5599766"/>
              <a:gd name="connsiteX20797" fmla="*/ 6356728 w 10321503"/>
              <a:gd name="connsiteY20797" fmla="*/ 5085191 h 5599766"/>
              <a:gd name="connsiteX20798" fmla="*/ 6356728 w 10321503"/>
              <a:gd name="connsiteY20798" fmla="*/ 5085857 h 5599766"/>
              <a:gd name="connsiteX20799" fmla="*/ 6353196 w 10321503"/>
              <a:gd name="connsiteY20799" fmla="*/ 5091998 h 5599766"/>
              <a:gd name="connsiteX20800" fmla="*/ 6352582 w 10321503"/>
              <a:gd name="connsiteY20800" fmla="*/ 5092356 h 5599766"/>
              <a:gd name="connsiteX20801" fmla="*/ 6550807 w 10321503"/>
              <a:gd name="connsiteY20801" fmla="*/ 5092356 h 5599766"/>
              <a:gd name="connsiteX20802" fmla="*/ 6543744 w 10321503"/>
              <a:gd name="connsiteY20802" fmla="*/ 5092356 h 5599766"/>
              <a:gd name="connsiteX20803" fmla="*/ 6543129 w 10321503"/>
              <a:gd name="connsiteY20803" fmla="*/ 5091998 h 5599766"/>
              <a:gd name="connsiteX20804" fmla="*/ 6539598 w 10321503"/>
              <a:gd name="connsiteY20804" fmla="*/ 5085857 h 5599766"/>
              <a:gd name="connsiteX20805" fmla="*/ 6539598 w 10321503"/>
              <a:gd name="connsiteY20805" fmla="*/ 5085191 h 5599766"/>
              <a:gd name="connsiteX20806" fmla="*/ 6543129 w 10321503"/>
              <a:gd name="connsiteY20806" fmla="*/ 5079050 h 5599766"/>
              <a:gd name="connsiteX20807" fmla="*/ 6543744 w 10321503"/>
              <a:gd name="connsiteY20807" fmla="*/ 5078691 h 5599766"/>
              <a:gd name="connsiteX20808" fmla="*/ 6550807 w 10321503"/>
              <a:gd name="connsiteY20808" fmla="*/ 5078691 h 5599766"/>
              <a:gd name="connsiteX20809" fmla="*/ 6551420 w 10321503"/>
              <a:gd name="connsiteY20809" fmla="*/ 5079050 h 5599766"/>
              <a:gd name="connsiteX20810" fmla="*/ 6554953 w 10321503"/>
              <a:gd name="connsiteY20810" fmla="*/ 5085191 h 5599766"/>
              <a:gd name="connsiteX20811" fmla="*/ 6554953 w 10321503"/>
              <a:gd name="connsiteY20811" fmla="*/ 5085857 h 5599766"/>
              <a:gd name="connsiteX20812" fmla="*/ 6551420 w 10321503"/>
              <a:gd name="connsiteY20812" fmla="*/ 5091998 h 5599766"/>
              <a:gd name="connsiteX20813" fmla="*/ 6550807 w 10321503"/>
              <a:gd name="connsiteY20813" fmla="*/ 5092356 h 5599766"/>
              <a:gd name="connsiteX20814" fmla="*/ 6749031 w 10321503"/>
              <a:gd name="connsiteY20814" fmla="*/ 5092356 h 5599766"/>
              <a:gd name="connsiteX20815" fmla="*/ 6741967 w 10321503"/>
              <a:gd name="connsiteY20815" fmla="*/ 5092356 h 5599766"/>
              <a:gd name="connsiteX20816" fmla="*/ 6741354 w 10321503"/>
              <a:gd name="connsiteY20816" fmla="*/ 5091998 h 5599766"/>
              <a:gd name="connsiteX20817" fmla="*/ 6737823 w 10321503"/>
              <a:gd name="connsiteY20817" fmla="*/ 5085857 h 5599766"/>
              <a:gd name="connsiteX20818" fmla="*/ 6737823 w 10321503"/>
              <a:gd name="connsiteY20818" fmla="*/ 5085191 h 5599766"/>
              <a:gd name="connsiteX20819" fmla="*/ 6741354 w 10321503"/>
              <a:gd name="connsiteY20819" fmla="*/ 5079050 h 5599766"/>
              <a:gd name="connsiteX20820" fmla="*/ 6741967 w 10321503"/>
              <a:gd name="connsiteY20820" fmla="*/ 5078691 h 5599766"/>
              <a:gd name="connsiteX20821" fmla="*/ 6749031 w 10321503"/>
              <a:gd name="connsiteY20821" fmla="*/ 5078691 h 5599766"/>
              <a:gd name="connsiteX20822" fmla="*/ 6749646 w 10321503"/>
              <a:gd name="connsiteY20822" fmla="*/ 5079050 h 5599766"/>
              <a:gd name="connsiteX20823" fmla="*/ 6753177 w 10321503"/>
              <a:gd name="connsiteY20823" fmla="*/ 5085191 h 5599766"/>
              <a:gd name="connsiteX20824" fmla="*/ 6753177 w 10321503"/>
              <a:gd name="connsiteY20824" fmla="*/ 5085857 h 5599766"/>
              <a:gd name="connsiteX20825" fmla="*/ 6749646 w 10321503"/>
              <a:gd name="connsiteY20825" fmla="*/ 5091998 h 5599766"/>
              <a:gd name="connsiteX20826" fmla="*/ 6749031 w 10321503"/>
              <a:gd name="connsiteY20826" fmla="*/ 5092356 h 5599766"/>
              <a:gd name="connsiteX20827" fmla="*/ 6947256 w 10321503"/>
              <a:gd name="connsiteY20827" fmla="*/ 5092356 h 5599766"/>
              <a:gd name="connsiteX20828" fmla="*/ 6940193 w 10321503"/>
              <a:gd name="connsiteY20828" fmla="*/ 5092356 h 5599766"/>
              <a:gd name="connsiteX20829" fmla="*/ 6939578 w 10321503"/>
              <a:gd name="connsiteY20829" fmla="*/ 5091998 h 5599766"/>
              <a:gd name="connsiteX20830" fmla="*/ 6936048 w 10321503"/>
              <a:gd name="connsiteY20830" fmla="*/ 5085857 h 5599766"/>
              <a:gd name="connsiteX20831" fmla="*/ 6936048 w 10321503"/>
              <a:gd name="connsiteY20831" fmla="*/ 5085191 h 5599766"/>
              <a:gd name="connsiteX20832" fmla="*/ 6939578 w 10321503"/>
              <a:gd name="connsiteY20832" fmla="*/ 5079050 h 5599766"/>
              <a:gd name="connsiteX20833" fmla="*/ 6940193 w 10321503"/>
              <a:gd name="connsiteY20833" fmla="*/ 5078691 h 5599766"/>
              <a:gd name="connsiteX20834" fmla="*/ 6947256 w 10321503"/>
              <a:gd name="connsiteY20834" fmla="*/ 5078691 h 5599766"/>
              <a:gd name="connsiteX20835" fmla="*/ 6947870 w 10321503"/>
              <a:gd name="connsiteY20835" fmla="*/ 5079050 h 5599766"/>
              <a:gd name="connsiteX20836" fmla="*/ 6951402 w 10321503"/>
              <a:gd name="connsiteY20836" fmla="*/ 5085191 h 5599766"/>
              <a:gd name="connsiteX20837" fmla="*/ 6951402 w 10321503"/>
              <a:gd name="connsiteY20837" fmla="*/ 5085857 h 5599766"/>
              <a:gd name="connsiteX20838" fmla="*/ 6947870 w 10321503"/>
              <a:gd name="connsiteY20838" fmla="*/ 5091998 h 5599766"/>
              <a:gd name="connsiteX20839" fmla="*/ 6947256 w 10321503"/>
              <a:gd name="connsiteY20839" fmla="*/ 5092356 h 5599766"/>
              <a:gd name="connsiteX20840" fmla="*/ 7145426 w 10321503"/>
              <a:gd name="connsiteY20840" fmla="*/ 5092356 h 5599766"/>
              <a:gd name="connsiteX20841" fmla="*/ 7138362 w 10321503"/>
              <a:gd name="connsiteY20841" fmla="*/ 5092356 h 5599766"/>
              <a:gd name="connsiteX20842" fmla="*/ 7137748 w 10321503"/>
              <a:gd name="connsiteY20842" fmla="*/ 5091998 h 5599766"/>
              <a:gd name="connsiteX20843" fmla="*/ 7134216 w 10321503"/>
              <a:gd name="connsiteY20843" fmla="*/ 5085857 h 5599766"/>
              <a:gd name="connsiteX20844" fmla="*/ 7134216 w 10321503"/>
              <a:gd name="connsiteY20844" fmla="*/ 5085191 h 5599766"/>
              <a:gd name="connsiteX20845" fmla="*/ 7137748 w 10321503"/>
              <a:gd name="connsiteY20845" fmla="*/ 5079050 h 5599766"/>
              <a:gd name="connsiteX20846" fmla="*/ 7138362 w 10321503"/>
              <a:gd name="connsiteY20846" fmla="*/ 5078691 h 5599766"/>
              <a:gd name="connsiteX20847" fmla="*/ 7145426 w 10321503"/>
              <a:gd name="connsiteY20847" fmla="*/ 5078691 h 5599766"/>
              <a:gd name="connsiteX20848" fmla="*/ 7146039 w 10321503"/>
              <a:gd name="connsiteY20848" fmla="*/ 5079050 h 5599766"/>
              <a:gd name="connsiteX20849" fmla="*/ 7149572 w 10321503"/>
              <a:gd name="connsiteY20849" fmla="*/ 5085191 h 5599766"/>
              <a:gd name="connsiteX20850" fmla="*/ 7149572 w 10321503"/>
              <a:gd name="connsiteY20850" fmla="*/ 5085857 h 5599766"/>
              <a:gd name="connsiteX20851" fmla="*/ 7146039 w 10321503"/>
              <a:gd name="connsiteY20851" fmla="*/ 5091998 h 5599766"/>
              <a:gd name="connsiteX20852" fmla="*/ 7145426 w 10321503"/>
              <a:gd name="connsiteY20852" fmla="*/ 5092356 h 5599766"/>
              <a:gd name="connsiteX20853" fmla="*/ 7343529 w 10321503"/>
              <a:gd name="connsiteY20853" fmla="*/ 5092356 h 5599766"/>
              <a:gd name="connsiteX20854" fmla="*/ 7336463 w 10321503"/>
              <a:gd name="connsiteY20854" fmla="*/ 5092356 h 5599766"/>
              <a:gd name="connsiteX20855" fmla="*/ 7335851 w 10321503"/>
              <a:gd name="connsiteY20855" fmla="*/ 5091998 h 5599766"/>
              <a:gd name="connsiteX20856" fmla="*/ 7332319 w 10321503"/>
              <a:gd name="connsiteY20856" fmla="*/ 5085857 h 5599766"/>
              <a:gd name="connsiteX20857" fmla="*/ 7332319 w 10321503"/>
              <a:gd name="connsiteY20857" fmla="*/ 5085191 h 5599766"/>
              <a:gd name="connsiteX20858" fmla="*/ 7335851 w 10321503"/>
              <a:gd name="connsiteY20858" fmla="*/ 5079050 h 5599766"/>
              <a:gd name="connsiteX20859" fmla="*/ 7336463 w 10321503"/>
              <a:gd name="connsiteY20859" fmla="*/ 5078691 h 5599766"/>
              <a:gd name="connsiteX20860" fmla="*/ 7343529 w 10321503"/>
              <a:gd name="connsiteY20860" fmla="*/ 5078691 h 5599766"/>
              <a:gd name="connsiteX20861" fmla="*/ 7344143 w 10321503"/>
              <a:gd name="connsiteY20861" fmla="*/ 5079050 h 5599766"/>
              <a:gd name="connsiteX20862" fmla="*/ 7347676 w 10321503"/>
              <a:gd name="connsiteY20862" fmla="*/ 5085191 h 5599766"/>
              <a:gd name="connsiteX20863" fmla="*/ 7347676 w 10321503"/>
              <a:gd name="connsiteY20863" fmla="*/ 5085857 h 5599766"/>
              <a:gd name="connsiteX20864" fmla="*/ 7344143 w 10321503"/>
              <a:gd name="connsiteY20864" fmla="*/ 5091998 h 5599766"/>
              <a:gd name="connsiteX20865" fmla="*/ 7343529 w 10321503"/>
              <a:gd name="connsiteY20865" fmla="*/ 5092356 h 5599766"/>
              <a:gd name="connsiteX20866" fmla="*/ 7541958 w 10321503"/>
              <a:gd name="connsiteY20866" fmla="*/ 5092356 h 5599766"/>
              <a:gd name="connsiteX20867" fmla="*/ 7534895 w 10321503"/>
              <a:gd name="connsiteY20867" fmla="*/ 5092356 h 5599766"/>
              <a:gd name="connsiteX20868" fmla="*/ 7534281 w 10321503"/>
              <a:gd name="connsiteY20868" fmla="*/ 5091998 h 5599766"/>
              <a:gd name="connsiteX20869" fmla="*/ 7530750 w 10321503"/>
              <a:gd name="connsiteY20869" fmla="*/ 5085857 h 5599766"/>
              <a:gd name="connsiteX20870" fmla="*/ 7530750 w 10321503"/>
              <a:gd name="connsiteY20870" fmla="*/ 5085191 h 5599766"/>
              <a:gd name="connsiteX20871" fmla="*/ 7534281 w 10321503"/>
              <a:gd name="connsiteY20871" fmla="*/ 5079050 h 5599766"/>
              <a:gd name="connsiteX20872" fmla="*/ 7534895 w 10321503"/>
              <a:gd name="connsiteY20872" fmla="*/ 5078691 h 5599766"/>
              <a:gd name="connsiteX20873" fmla="*/ 7541958 w 10321503"/>
              <a:gd name="connsiteY20873" fmla="*/ 5078691 h 5599766"/>
              <a:gd name="connsiteX20874" fmla="*/ 7542572 w 10321503"/>
              <a:gd name="connsiteY20874" fmla="*/ 5079050 h 5599766"/>
              <a:gd name="connsiteX20875" fmla="*/ 7546104 w 10321503"/>
              <a:gd name="connsiteY20875" fmla="*/ 5085191 h 5599766"/>
              <a:gd name="connsiteX20876" fmla="*/ 7546104 w 10321503"/>
              <a:gd name="connsiteY20876" fmla="*/ 5085857 h 5599766"/>
              <a:gd name="connsiteX20877" fmla="*/ 7542572 w 10321503"/>
              <a:gd name="connsiteY20877" fmla="*/ 5091998 h 5599766"/>
              <a:gd name="connsiteX20878" fmla="*/ 7541958 w 10321503"/>
              <a:gd name="connsiteY20878" fmla="*/ 5092356 h 5599766"/>
              <a:gd name="connsiteX20879" fmla="*/ 7740046 w 10321503"/>
              <a:gd name="connsiteY20879" fmla="*/ 5092356 h 5599766"/>
              <a:gd name="connsiteX20880" fmla="*/ 7732984 w 10321503"/>
              <a:gd name="connsiteY20880" fmla="*/ 5092356 h 5599766"/>
              <a:gd name="connsiteX20881" fmla="*/ 7732369 w 10321503"/>
              <a:gd name="connsiteY20881" fmla="*/ 5091998 h 5599766"/>
              <a:gd name="connsiteX20882" fmla="*/ 7728838 w 10321503"/>
              <a:gd name="connsiteY20882" fmla="*/ 5085857 h 5599766"/>
              <a:gd name="connsiteX20883" fmla="*/ 7728838 w 10321503"/>
              <a:gd name="connsiteY20883" fmla="*/ 5085191 h 5599766"/>
              <a:gd name="connsiteX20884" fmla="*/ 7732369 w 10321503"/>
              <a:gd name="connsiteY20884" fmla="*/ 5079050 h 5599766"/>
              <a:gd name="connsiteX20885" fmla="*/ 7732984 w 10321503"/>
              <a:gd name="connsiteY20885" fmla="*/ 5078691 h 5599766"/>
              <a:gd name="connsiteX20886" fmla="*/ 7740046 w 10321503"/>
              <a:gd name="connsiteY20886" fmla="*/ 5078691 h 5599766"/>
              <a:gd name="connsiteX20887" fmla="*/ 7740660 w 10321503"/>
              <a:gd name="connsiteY20887" fmla="*/ 5079050 h 5599766"/>
              <a:gd name="connsiteX20888" fmla="*/ 7744193 w 10321503"/>
              <a:gd name="connsiteY20888" fmla="*/ 5085191 h 5599766"/>
              <a:gd name="connsiteX20889" fmla="*/ 7744193 w 10321503"/>
              <a:gd name="connsiteY20889" fmla="*/ 5085857 h 5599766"/>
              <a:gd name="connsiteX20890" fmla="*/ 7740660 w 10321503"/>
              <a:gd name="connsiteY20890" fmla="*/ 5091998 h 5599766"/>
              <a:gd name="connsiteX20891" fmla="*/ 7740046 w 10321503"/>
              <a:gd name="connsiteY20891" fmla="*/ 5092356 h 5599766"/>
              <a:gd name="connsiteX20892" fmla="*/ 7938351 w 10321503"/>
              <a:gd name="connsiteY20892" fmla="*/ 5092356 h 5599766"/>
              <a:gd name="connsiteX20893" fmla="*/ 7931287 w 10321503"/>
              <a:gd name="connsiteY20893" fmla="*/ 5092356 h 5599766"/>
              <a:gd name="connsiteX20894" fmla="*/ 7930673 w 10321503"/>
              <a:gd name="connsiteY20894" fmla="*/ 5091998 h 5599766"/>
              <a:gd name="connsiteX20895" fmla="*/ 7927140 w 10321503"/>
              <a:gd name="connsiteY20895" fmla="*/ 5085857 h 5599766"/>
              <a:gd name="connsiteX20896" fmla="*/ 7927140 w 10321503"/>
              <a:gd name="connsiteY20896" fmla="*/ 5085191 h 5599766"/>
              <a:gd name="connsiteX20897" fmla="*/ 7930673 w 10321503"/>
              <a:gd name="connsiteY20897" fmla="*/ 5079050 h 5599766"/>
              <a:gd name="connsiteX20898" fmla="*/ 7931287 w 10321503"/>
              <a:gd name="connsiteY20898" fmla="*/ 5078691 h 5599766"/>
              <a:gd name="connsiteX20899" fmla="*/ 7938351 w 10321503"/>
              <a:gd name="connsiteY20899" fmla="*/ 5078691 h 5599766"/>
              <a:gd name="connsiteX20900" fmla="*/ 7938966 w 10321503"/>
              <a:gd name="connsiteY20900" fmla="*/ 5079050 h 5599766"/>
              <a:gd name="connsiteX20901" fmla="*/ 7942496 w 10321503"/>
              <a:gd name="connsiteY20901" fmla="*/ 5085191 h 5599766"/>
              <a:gd name="connsiteX20902" fmla="*/ 7942496 w 10321503"/>
              <a:gd name="connsiteY20902" fmla="*/ 5085857 h 5599766"/>
              <a:gd name="connsiteX20903" fmla="*/ 7938966 w 10321503"/>
              <a:gd name="connsiteY20903" fmla="*/ 5091998 h 5599766"/>
              <a:gd name="connsiteX20904" fmla="*/ 7938351 w 10321503"/>
              <a:gd name="connsiteY20904" fmla="*/ 5092356 h 5599766"/>
              <a:gd name="connsiteX20905" fmla="*/ 8136638 w 10321503"/>
              <a:gd name="connsiteY20905" fmla="*/ 5092356 h 5599766"/>
              <a:gd name="connsiteX20906" fmla="*/ 8129574 w 10321503"/>
              <a:gd name="connsiteY20906" fmla="*/ 5092356 h 5599766"/>
              <a:gd name="connsiteX20907" fmla="*/ 8128960 w 10321503"/>
              <a:gd name="connsiteY20907" fmla="*/ 5091998 h 5599766"/>
              <a:gd name="connsiteX20908" fmla="*/ 8125429 w 10321503"/>
              <a:gd name="connsiteY20908" fmla="*/ 5085857 h 5599766"/>
              <a:gd name="connsiteX20909" fmla="*/ 8125429 w 10321503"/>
              <a:gd name="connsiteY20909" fmla="*/ 5085191 h 5599766"/>
              <a:gd name="connsiteX20910" fmla="*/ 8128960 w 10321503"/>
              <a:gd name="connsiteY20910" fmla="*/ 5079050 h 5599766"/>
              <a:gd name="connsiteX20911" fmla="*/ 8129574 w 10321503"/>
              <a:gd name="connsiteY20911" fmla="*/ 5078691 h 5599766"/>
              <a:gd name="connsiteX20912" fmla="*/ 8136638 w 10321503"/>
              <a:gd name="connsiteY20912" fmla="*/ 5078691 h 5599766"/>
              <a:gd name="connsiteX20913" fmla="*/ 8137252 w 10321503"/>
              <a:gd name="connsiteY20913" fmla="*/ 5079050 h 5599766"/>
              <a:gd name="connsiteX20914" fmla="*/ 8140783 w 10321503"/>
              <a:gd name="connsiteY20914" fmla="*/ 5085191 h 5599766"/>
              <a:gd name="connsiteX20915" fmla="*/ 8140783 w 10321503"/>
              <a:gd name="connsiteY20915" fmla="*/ 5085857 h 5599766"/>
              <a:gd name="connsiteX20916" fmla="*/ 8137252 w 10321503"/>
              <a:gd name="connsiteY20916" fmla="*/ 5091998 h 5599766"/>
              <a:gd name="connsiteX20917" fmla="*/ 8136638 w 10321503"/>
              <a:gd name="connsiteY20917" fmla="*/ 5092356 h 5599766"/>
              <a:gd name="connsiteX20918" fmla="*/ 8334863 w 10321503"/>
              <a:gd name="connsiteY20918" fmla="*/ 5092356 h 5599766"/>
              <a:gd name="connsiteX20919" fmla="*/ 8327799 w 10321503"/>
              <a:gd name="connsiteY20919" fmla="*/ 5092356 h 5599766"/>
              <a:gd name="connsiteX20920" fmla="*/ 8327185 w 10321503"/>
              <a:gd name="connsiteY20920" fmla="*/ 5091998 h 5599766"/>
              <a:gd name="connsiteX20921" fmla="*/ 8323653 w 10321503"/>
              <a:gd name="connsiteY20921" fmla="*/ 5085857 h 5599766"/>
              <a:gd name="connsiteX20922" fmla="*/ 8323653 w 10321503"/>
              <a:gd name="connsiteY20922" fmla="*/ 5085191 h 5599766"/>
              <a:gd name="connsiteX20923" fmla="*/ 8327185 w 10321503"/>
              <a:gd name="connsiteY20923" fmla="*/ 5079050 h 5599766"/>
              <a:gd name="connsiteX20924" fmla="*/ 8327799 w 10321503"/>
              <a:gd name="connsiteY20924" fmla="*/ 5078691 h 5599766"/>
              <a:gd name="connsiteX20925" fmla="*/ 8334863 w 10321503"/>
              <a:gd name="connsiteY20925" fmla="*/ 5078691 h 5599766"/>
              <a:gd name="connsiteX20926" fmla="*/ 8335477 w 10321503"/>
              <a:gd name="connsiteY20926" fmla="*/ 5079050 h 5599766"/>
              <a:gd name="connsiteX20927" fmla="*/ 8339009 w 10321503"/>
              <a:gd name="connsiteY20927" fmla="*/ 5085191 h 5599766"/>
              <a:gd name="connsiteX20928" fmla="*/ 8339009 w 10321503"/>
              <a:gd name="connsiteY20928" fmla="*/ 5085857 h 5599766"/>
              <a:gd name="connsiteX20929" fmla="*/ 8335477 w 10321503"/>
              <a:gd name="connsiteY20929" fmla="*/ 5091998 h 5599766"/>
              <a:gd name="connsiteX20930" fmla="*/ 8334863 w 10321503"/>
              <a:gd name="connsiteY20930" fmla="*/ 5092356 h 5599766"/>
              <a:gd name="connsiteX20931" fmla="*/ 8533106 w 10321503"/>
              <a:gd name="connsiteY20931" fmla="*/ 5092356 h 5599766"/>
              <a:gd name="connsiteX20932" fmla="*/ 8526042 w 10321503"/>
              <a:gd name="connsiteY20932" fmla="*/ 5092356 h 5599766"/>
              <a:gd name="connsiteX20933" fmla="*/ 8525426 w 10321503"/>
              <a:gd name="connsiteY20933" fmla="*/ 5091998 h 5599766"/>
              <a:gd name="connsiteX20934" fmla="*/ 8521896 w 10321503"/>
              <a:gd name="connsiteY20934" fmla="*/ 5085857 h 5599766"/>
              <a:gd name="connsiteX20935" fmla="*/ 8521896 w 10321503"/>
              <a:gd name="connsiteY20935" fmla="*/ 5085191 h 5599766"/>
              <a:gd name="connsiteX20936" fmla="*/ 8525426 w 10321503"/>
              <a:gd name="connsiteY20936" fmla="*/ 5079050 h 5599766"/>
              <a:gd name="connsiteX20937" fmla="*/ 8526042 w 10321503"/>
              <a:gd name="connsiteY20937" fmla="*/ 5078691 h 5599766"/>
              <a:gd name="connsiteX20938" fmla="*/ 8533106 w 10321503"/>
              <a:gd name="connsiteY20938" fmla="*/ 5078691 h 5599766"/>
              <a:gd name="connsiteX20939" fmla="*/ 8533719 w 10321503"/>
              <a:gd name="connsiteY20939" fmla="*/ 5079050 h 5599766"/>
              <a:gd name="connsiteX20940" fmla="*/ 8537251 w 10321503"/>
              <a:gd name="connsiteY20940" fmla="*/ 5085191 h 5599766"/>
              <a:gd name="connsiteX20941" fmla="*/ 8537251 w 10321503"/>
              <a:gd name="connsiteY20941" fmla="*/ 5085857 h 5599766"/>
              <a:gd name="connsiteX20942" fmla="*/ 8533719 w 10321503"/>
              <a:gd name="connsiteY20942" fmla="*/ 5091998 h 5599766"/>
              <a:gd name="connsiteX20943" fmla="*/ 8533106 w 10321503"/>
              <a:gd name="connsiteY20943" fmla="*/ 5092356 h 5599766"/>
              <a:gd name="connsiteX20944" fmla="*/ 8731356 w 10321503"/>
              <a:gd name="connsiteY20944" fmla="*/ 5092356 h 5599766"/>
              <a:gd name="connsiteX20945" fmla="*/ 8724293 w 10321503"/>
              <a:gd name="connsiteY20945" fmla="*/ 5092356 h 5599766"/>
              <a:gd name="connsiteX20946" fmla="*/ 8723679 w 10321503"/>
              <a:gd name="connsiteY20946" fmla="*/ 5091998 h 5599766"/>
              <a:gd name="connsiteX20947" fmla="*/ 8720147 w 10321503"/>
              <a:gd name="connsiteY20947" fmla="*/ 5085857 h 5599766"/>
              <a:gd name="connsiteX20948" fmla="*/ 8720147 w 10321503"/>
              <a:gd name="connsiteY20948" fmla="*/ 5085191 h 5599766"/>
              <a:gd name="connsiteX20949" fmla="*/ 8723679 w 10321503"/>
              <a:gd name="connsiteY20949" fmla="*/ 5079050 h 5599766"/>
              <a:gd name="connsiteX20950" fmla="*/ 8724293 w 10321503"/>
              <a:gd name="connsiteY20950" fmla="*/ 5078691 h 5599766"/>
              <a:gd name="connsiteX20951" fmla="*/ 8731356 w 10321503"/>
              <a:gd name="connsiteY20951" fmla="*/ 5078691 h 5599766"/>
              <a:gd name="connsiteX20952" fmla="*/ 8731970 w 10321503"/>
              <a:gd name="connsiteY20952" fmla="*/ 5079050 h 5599766"/>
              <a:gd name="connsiteX20953" fmla="*/ 8735502 w 10321503"/>
              <a:gd name="connsiteY20953" fmla="*/ 5085191 h 5599766"/>
              <a:gd name="connsiteX20954" fmla="*/ 8735502 w 10321503"/>
              <a:gd name="connsiteY20954" fmla="*/ 5085857 h 5599766"/>
              <a:gd name="connsiteX20955" fmla="*/ 8731970 w 10321503"/>
              <a:gd name="connsiteY20955" fmla="*/ 5091998 h 5599766"/>
              <a:gd name="connsiteX20956" fmla="*/ 8731356 w 10321503"/>
              <a:gd name="connsiteY20956" fmla="*/ 5092356 h 5599766"/>
              <a:gd name="connsiteX20957" fmla="*/ 8929613 w 10321503"/>
              <a:gd name="connsiteY20957" fmla="*/ 5092356 h 5599766"/>
              <a:gd name="connsiteX20958" fmla="*/ 8922549 w 10321503"/>
              <a:gd name="connsiteY20958" fmla="*/ 5092356 h 5599766"/>
              <a:gd name="connsiteX20959" fmla="*/ 8921935 w 10321503"/>
              <a:gd name="connsiteY20959" fmla="*/ 5091998 h 5599766"/>
              <a:gd name="connsiteX20960" fmla="*/ 8918403 w 10321503"/>
              <a:gd name="connsiteY20960" fmla="*/ 5085857 h 5599766"/>
              <a:gd name="connsiteX20961" fmla="*/ 8918403 w 10321503"/>
              <a:gd name="connsiteY20961" fmla="*/ 5085191 h 5599766"/>
              <a:gd name="connsiteX20962" fmla="*/ 8921935 w 10321503"/>
              <a:gd name="connsiteY20962" fmla="*/ 5079050 h 5599766"/>
              <a:gd name="connsiteX20963" fmla="*/ 8922549 w 10321503"/>
              <a:gd name="connsiteY20963" fmla="*/ 5078691 h 5599766"/>
              <a:gd name="connsiteX20964" fmla="*/ 8929613 w 10321503"/>
              <a:gd name="connsiteY20964" fmla="*/ 5078691 h 5599766"/>
              <a:gd name="connsiteX20965" fmla="*/ 8930227 w 10321503"/>
              <a:gd name="connsiteY20965" fmla="*/ 5079050 h 5599766"/>
              <a:gd name="connsiteX20966" fmla="*/ 8933758 w 10321503"/>
              <a:gd name="connsiteY20966" fmla="*/ 5085191 h 5599766"/>
              <a:gd name="connsiteX20967" fmla="*/ 8933758 w 10321503"/>
              <a:gd name="connsiteY20967" fmla="*/ 5085857 h 5599766"/>
              <a:gd name="connsiteX20968" fmla="*/ 8930227 w 10321503"/>
              <a:gd name="connsiteY20968" fmla="*/ 5091998 h 5599766"/>
              <a:gd name="connsiteX20969" fmla="*/ 8929613 w 10321503"/>
              <a:gd name="connsiteY20969" fmla="*/ 5092356 h 5599766"/>
              <a:gd name="connsiteX20970" fmla="*/ 9127746 w 10321503"/>
              <a:gd name="connsiteY20970" fmla="*/ 5092356 h 5599766"/>
              <a:gd name="connsiteX20971" fmla="*/ 9120682 w 10321503"/>
              <a:gd name="connsiteY20971" fmla="*/ 5092356 h 5599766"/>
              <a:gd name="connsiteX20972" fmla="*/ 9120069 w 10321503"/>
              <a:gd name="connsiteY20972" fmla="*/ 5091998 h 5599766"/>
              <a:gd name="connsiteX20973" fmla="*/ 9116536 w 10321503"/>
              <a:gd name="connsiteY20973" fmla="*/ 5085857 h 5599766"/>
              <a:gd name="connsiteX20974" fmla="*/ 9116536 w 10321503"/>
              <a:gd name="connsiteY20974" fmla="*/ 5085191 h 5599766"/>
              <a:gd name="connsiteX20975" fmla="*/ 9120069 w 10321503"/>
              <a:gd name="connsiteY20975" fmla="*/ 5079050 h 5599766"/>
              <a:gd name="connsiteX20976" fmla="*/ 9120682 w 10321503"/>
              <a:gd name="connsiteY20976" fmla="*/ 5078691 h 5599766"/>
              <a:gd name="connsiteX20977" fmla="*/ 9127746 w 10321503"/>
              <a:gd name="connsiteY20977" fmla="*/ 5078691 h 5599766"/>
              <a:gd name="connsiteX20978" fmla="*/ 9128360 w 10321503"/>
              <a:gd name="connsiteY20978" fmla="*/ 5079050 h 5599766"/>
              <a:gd name="connsiteX20979" fmla="*/ 9131893 w 10321503"/>
              <a:gd name="connsiteY20979" fmla="*/ 5085191 h 5599766"/>
              <a:gd name="connsiteX20980" fmla="*/ 9131893 w 10321503"/>
              <a:gd name="connsiteY20980" fmla="*/ 5085857 h 5599766"/>
              <a:gd name="connsiteX20981" fmla="*/ 9128360 w 10321503"/>
              <a:gd name="connsiteY20981" fmla="*/ 5091998 h 5599766"/>
              <a:gd name="connsiteX20982" fmla="*/ 9127746 w 10321503"/>
              <a:gd name="connsiteY20982" fmla="*/ 5092356 h 5599766"/>
              <a:gd name="connsiteX20983" fmla="*/ 9326050 w 10321503"/>
              <a:gd name="connsiteY20983" fmla="*/ 5092356 h 5599766"/>
              <a:gd name="connsiteX20984" fmla="*/ 9318987 w 10321503"/>
              <a:gd name="connsiteY20984" fmla="*/ 5092356 h 5599766"/>
              <a:gd name="connsiteX20985" fmla="*/ 9318372 w 10321503"/>
              <a:gd name="connsiteY20985" fmla="*/ 5091998 h 5599766"/>
              <a:gd name="connsiteX20986" fmla="*/ 9314840 w 10321503"/>
              <a:gd name="connsiteY20986" fmla="*/ 5085857 h 5599766"/>
              <a:gd name="connsiteX20987" fmla="*/ 9314840 w 10321503"/>
              <a:gd name="connsiteY20987" fmla="*/ 5085191 h 5599766"/>
              <a:gd name="connsiteX20988" fmla="*/ 9318372 w 10321503"/>
              <a:gd name="connsiteY20988" fmla="*/ 5079050 h 5599766"/>
              <a:gd name="connsiteX20989" fmla="*/ 9318987 w 10321503"/>
              <a:gd name="connsiteY20989" fmla="*/ 5078691 h 5599766"/>
              <a:gd name="connsiteX20990" fmla="*/ 9326050 w 10321503"/>
              <a:gd name="connsiteY20990" fmla="*/ 5078691 h 5599766"/>
              <a:gd name="connsiteX20991" fmla="*/ 9326664 w 10321503"/>
              <a:gd name="connsiteY20991" fmla="*/ 5079050 h 5599766"/>
              <a:gd name="connsiteX20992" fmla="*/ 9330196 w 10321503"/>
              <a:gd name="connsiteY20992" fmla="*/ 5085191 h 5599766"/>
              <a:gd name="connsiteX20993" fmla="*/ 9330196 w 10321503"/>
              <a:gd name="connsiteY20993" fmla="*/ 5085857 h 5599766"/>
              <a:gd name="connsiteX20994" fmla="*/ 9326664 w 10321503"/>
              <a:gd name="connsiteY20994" fmla="*/ 5091998 h 5599766"/>
              <a:gd name="connsiteX20995" fmla="*/ 9326050 w 10321503"/>
              <a:gd name="connsiteY20995" fmla="*/ 5092356 h 5599766"/>
              <a:gd name="connsiteX20996" fmla="*/ 9524204 w 10321503"/>
              <a:gd name="connsiteY20996" fmla="*/ 5092356 h 5599766"/>
              <a:gd name="connsiteX20997" fmla="*/ 9517140 w 10321503"/>
              <a:gd name="connsiteY20997" fmla="*/ 5092356 h 5599766"/>
              <a:gd name="connsiteX20998" fmla="*/ 9516526 w 10321503"/>
              <a:gd name="connsiteY20998" fmla="*/ 5091998 h 5599766"/>
              <a:gd name="connsiteX20999" fmla="*/ 9512996 w 10321503"/>
              <a:gd name="connsiteY20999" fmla="*/ 5085857 h 5599766"/>
              <a:gd name="connsiteX21000" fmla="*/ 9512996 w 10321503"/>
              <a:gd name="connsiteY21000" fmla="*/ 5085191 h 5599766"/>
              <a:gd name="connsiteX21001" fmla="*/ 9516526 w 10321503"/>
              <a:gd name="connsiteY21001" fmla="*/ 5079050 h 5599766"/>
              <a:gd name="connsiteX21002" fmla="*/ 9517140 w 10321503"/>
              <a:gd name="connsiteY21002" fmla="*/ 5078691 h 5599766"/>
              <a:gd name="connsiteX21003" fmla="*/ 9524204 w 10321503"/>
              <a:gd name="connsiteY21003" fmla="*/ 5078691 h 5599766"/>
              <a:gd name="connsiteX21004" fmla="*/ 9524818 w 10321503"/>
              <a:gd name="connsiteY21004" fmla="*/ 5079050 h 5599766"/>
              <a:gd name="connsiteX21005" fmla="*/ 9528352 w 10321503"/>
              <a:gd name="connsiteY21005" fmla="*/ 5085191 h 5599766"/>
              <a:gd name="connsiteX21006" fmla="*/ 9528352 w 10321503"/>
              <a:gd name="connsiteY21006" fmla="*/ 5085857 h 5599766"/>
              <a:gd name="connsiteX21007" fmla="*/ 9524818 w 10321503"/>
              <a:gd name="connsiteY21007" fmla="*/ 5091998 h 5599766"/>
              <a:gd name="connsiteX21008" fmla="*/ 9524204 w 10321503"/>
              <a:gd name="connsiteY21008" fmla="*/ 5092356 h 5599766"/>
              <a:gd name="connsiteX21009" fmla="*/ 9722568 w 10321503"/>
              <a:gd name="connsiteY21009" fmla="*/ 5092356 h 5599766"/>
              <a:gd name="connsiteX21010" fmla="*/ 9715506 w 10321503"/>
              <a:gd name="connsiteY21010" fmla="*/ 5092356 h 5599766"/>
              <a:gd name="connsiteX21011" fmla="*/ 9714891 w 10321503"/>
              <a:gd name="connsiteY21011" fmla="*/ 5091998 h 5599766"/>
              <a:gd name="connsiteX21012" fmla="*/ 9711360 w 10321503"/>
              <a:gd name="connsiteY21012" fmla="*/ 5085857 h 5599766"/>
              <a:gd name="connsiteX21013" fmla="*/ 9711360 w 10321503"/>
              <a:gd name="connsiteY21013" fmla="*/ 5085191 h 5599766"/>
              <a:gd name="connsiteX21014" fmla="*/ 9714891 w 10321503"/>
              <a:gd name="connsiteY21014" fmla="*/ 5079050 h 5599766"/>
              <a:gd name="connsiteX21015" fmla="*/ 9715506 w 10321503"/>
              <a:gd name="connsiteY21015" fmla="*/ 5078691 h 5599766"/>
              <a:gd name="connsiteX21016" fmla="*/ 9722568 w 10321503"/>
              <a:gd name="connsiteY21016" fmla="*/ 5078691 h 5599766"/>
              <a:gd name="connsiteX21017" fmla="*/ 9723182 w 10321503"/>
              <a:gd name="connsiteY21017" fmla="*/ 5079050 h 5599766"/>
              <a:gd name="connsiteX21018" fmla="*/ 9726714 w 10321503"/>
              <a:gd name="connsiteY21018" fmla="*/ 5085191 h 5599766"/>
              <a:gd name="connsiteX21019" fmla="*/ 9726714 w 10321503"/>
              <a:gd name="connsiteY21019" fmla="*/ 5085857 h 5599766"/>
              <a:gd name="connsiteX21020" fmla="*/ 9723182 w 10321503"/>
              <a:gd name="connsiteY21020" fmla="*/ 5091998 h 5599766"/>
              <a:gd name="connsiteX21021" fmla="*/ 9722568 w 10321503"/>
              <a:gd name="connsiteY21021" fmla="*/ 5092356 h 5599766"/>
              <a:gd name="connsiteX21022" fmla="*/ 9920730 w 10321503"/>
              <a:gd name="connsiteY21022" fmla="*/ 5092356 h 5599766"/>
              <a:gd name="connsiteX21023" fmla="*/ 9913667 w 10321503"/>
              <a:gd name="connsiteY21023" fmla="*/ 5092356 h 5599766"/>
              <a:gd name="connsiteX21024" fmla="*/ 9913053 w 10321503"/>
              <a:gd name="connsiteY21024" fmla="*/ 5091998 h 5599766"/>
              <a:gd name="connsiteX21025" fmla="*/ 9909522 w 10321503"/>
              <a:gd name="connsiteY21025" fmla="*/ 5085857 h 5599766"/>
              <a:gd name="connsiteX21026" fmla="*/ 9909522 w 10321503"/>
              <a:gd name="connsiteY21026" fmla="*/ 5085191 h 5599766"/>
              <a:gd name="connsiteX21027" fmla="*/ 9913053 w 10321503"/>
              <a:gd name="connsiteY21027" fmla="*/ 5079050 h 5599766"/>
              <a:gd name="connsiteX21028" fmla="*/ 9913667 w 10321503"/>
              <a:gd name="connsiteY21028" fmla="*/ 5078691 h 5599766"/>
              <a:gd name="connsiteX21029" fmla="*/ 9920730 w 10321503"/>
              <a:gd name="connsiteY21029" fmla="*/ 5078691 h 5599766"/>
              <a:gd name="connsiteX21030" fmla="*/ 9921344 w 10321503"/>
              <a:gd name="connsiteY21030" fmla="*/ 5079050 h 5599766"/>
              <a:gd name="connsiteX21031" fmla="*/ 9924877 w 10321503"/>
              <a:gd name="connsiteY21031" fmla="*/ 5085191 h 5599766"/>
              <a:gd name="connsiteX21032" fmla="*/ 9924877 w 10321503"/>
              <a:gd name="connsiteY21032" fmla="*/ 5085857 h 5599766"/>
              <a:gd name="connsiteX21033" fmla="*/ 9921344 w 10321503"/>
              <a:gd name="connsiteY21033" fmla="*/ 5091998 h 5599766"/>
              <a:gd name="connsiteX21034" fmla="*/ 9920730 w 10321503"/>
              <a:gd name="connsiteY21034" fmla="*/ 5092356 h 5599766"/>
              <a:gd name="connsiteX21035" fmla="*/ 10118960 w 10321503"/>
              <a:gd name="connsiteY21035" fmla="*/ 5092356 h 5599766"/>
              <a:gd name="connsiteX21036" fmla="*/ 10111897 w 10321503"/>
              <a:gd name="connsiteY21036" fmla="*/ 5092356 h 5599766"/>
              <a:gd name="connsiteX21037" fmla="*/ 10111283 w 10321503"/>
              <a:gd name="connsiteY21037" fmla="*/ 5091998 h 5599766"/>
              <a:gd name="connsiteX21038" fmla="*/ 10107752 w 10321503"/>
              <a:gd name="connsiteY21038" fmla="*/ 5085857 h 5599766"/>
              <a:gd name="connsiteX21039" fmla="*/ 10107752 w 10321503"/>
              <a:gd name="connsiteY21039" fmla="*/ 5085191 h 5599766"/>
              <a:gd name="connsiteX21040" fmla="*/ 10111283 w 10321503"/>
              <a:gd name="connsiteY21040" fmla="*/ 5079050 h 5599766"/>
              <a:gd name="connsiteX21041" fmla="*/ 10111897 w 10321503"/>
              <a:gd name="connsiteY21041" fmla="*/ 5078691 h 5599766"/>
              <a:gd name="connsiteX21042" fmla="*/ 10118960 w 10321503"/>
              <a:gd name="connsiteY21042" fmla="*/ 5078691 h 5599766"/>
              <a:gd name="connsiteX21043" fmla="*/ 10119575 w 10321503"/>
              <a:gd name="connsiteY21043" fmla="*/ 5079050 h 5599766"/>
              <a:gd name="connsiteX21044" fmla="*/ 10123106 w 10321503"/>
              <a:gd name="connsiteY21044" fmla="*/ 5085191 h 5599766"/>
              <a:gd name="connsiteX21045" fmla="*/ 10123106 w 10321503"/>
              <a:gd name="connsiteY21045" fmla="*/ 5085857 h 5599766"/>
              <a:gd name="connsiteX21046" fmla="*/ 10119575 w 10321503"/>
              <a:gd name="connsiteY21046" fmla="*/ 5091998 h 5599766"/>
              <a:gd name="connsiteX21047" fmla="*/ 10118960 w 10321503"/>
              <a:gd name="connsiteY21047" fmla="*/ 5092356 h 5599766"/>
              <a:gd name="connsiteX21048" fmla="*/ 10317193 w 10321503"/>
              <a:gd name="connsiteY21048" fmla="*/ 5092356 h 5599766"/>
              <a:gd name="connsiteX21049" fmla="*/ 10310130 w 10321503"/>
              <a:gd name="connsiteY21049" fmla="*/ 5092356 h 5599766"/>
              <a:gd name="connsiteX21050" fmla="*/ 10309516 w 10321503"/>
              <a:gd name="connsiteY21050" fmla="*/ 5091998 h 5599766"/>
              <a:gd name="connsiteX21051" fmla="*/ 10305984 w 10321503"/>
              <a:gd name="connsiteY21051" fmla="*/ 5085857 h 5599766"/>
              <a:gd name="connsiteX21052" fmla="*/ 10305984 w 10321503"/>
              <a:gd name="connsiteY21052" fmla="*/ 5085191 h 5599766"/>
              <a:gd name="connsiteX21053" fmla="*/ 10309516 w 10321503"/>
              <a:gd name="connsiteY21053" fmla="*/ 5079050 h 5599766"/>
              <a:gd name="connsiteX21054" fmla="*/ 10310130 w 10321503"/>
              <a:gd name="connsiteY21054" fmla="*/ 5078691 h 5599766"/>
              <a:gd name="connsiteX21055" fmla="*/ 10317193 w 10321503"/>
              <a:gd name="connsiteY21055" fmla="*/ 5078691 h 5599766"/>
              <a:gd name="connsiteX21056" fmla="*/ 10317808 w 10321503"/>
              <a:gd name="connsiteY21056" fmla="*/ 5079050 h 5599766"/>
              <a:gd name="connsiteX21057" fmla="*/ 10321339 w 10321503"/>
              <a:gd name="connsiteY21057" fmla="*/ 5085191 h 5599766"/>
              <a:gd name="connsiteX21058" fmla="*/ 10321339 w 10321503"/>
              <a:gd name="connsiteY21058" fmla="*/ 5085857 h 5599766"/>
              <a:gd name="connsiteX21059" fmla="*/ 10317808 w 10321503"/>
              <a:gd name="connsiteY21059" fmla="*/ 5091998 h 5599766"/>
              <a:gd name="connsiteX21060" fmla="*/ 10317193 w 10321503"/>
              <a:gd name="connsiteY21060" fmla="*/ 5092356 h 5599766"/>
              <a:gd name="connsiteX21061" fmla="*/ 407754 w 10321503"/>
              <a:gd name="connsiteY21061" fmla="*/ 5255730 h 5599766"/>
              <a:gd name="connsiteX21062" fmla="*/ 400692 w 10321503"/>
              <a:gd name="connsiteY21062" fmla="*/ 5255730 h 5599766"/>
              <a:gd name="connsiteX21063" fmla="*/ 400078 w 10321503"/>
              <a:gd name="connsiteY21063" fmla="*/ 5255372 h 5599766"/>
              <a:gd name="connsiteX21064" fmla="*/ 396546 w 10321503"/>
              <a:gd name="connsiteY21064" fmla="*/ 5249230 h 5599766"/>
              <a:gd name="connsiteX21065" fmla="*/ 396546 w 10321503"/>
              <a:gd name="connsiteY21065" fmla="*/ 5248564 h 5599766"/>
              <a:gd name="connsiteX21066" fmla="*/ 400078 w 10321503"/>
              <a:gd name="connsiteY21066" fmla="*/ 5242423 h 5599766"/>
              <a:gd name="connsiteX21067" fmla="*/ 400692 w 10321503"/>
              <a:gd name="connsiteY21067" fmla="*/ 5242064 h 5599766"/>
              <a:gd name="connsiteX21068" fmla="*/ 407754 w 10321503"/>
              <a:gd name="connsiteY21068" fmla="*/ 5242064 h 5599766"/>
              <a:gd name="connsiteX21069" fmla="*/ 408369 w 10321503"/>
              <a:gd name="connsiteY21069" fmla="*/ 5242423 h 5599766"/>
              <a:gd name="connsiteX21070" fmla="*/ 411900 w 10321503"/>
              <a:gd name="connsiteY21070" fmla="*/ 5248564 h 5599766"/>
              <a:gd name="connsiteX21071" fmla="*/ 411900 w 10321503"/>
              <a:gd name="connsiteY21071" fmla="*/ 5249230 h 5599766"/>
              <a:gd name="connsiteX21072" fmla="*/ 408369 w 10321503"/>
              <a:gd name="connsiteY21072" fmla="*/ 5255372 h 5599766"/>
              <a:gd name="connsiteX21073" fmla="*/ 407754 w 10321503"/>
              <a:gd name="connsiteY21073" fmla="*/ 5255730 h 5599766"/>
              <a:gd name="connsiteX21074" fmla="*/ 1795378 w 10321503"/>
              <a:gd name="connsiteY21074" fmla="*/ 5255737 h 5599766"/>
              <a:gd name="connsiteX21075" fmla="*/ 1788315 w 10321503"/>
              <a:gd name="connsiteY21075" fmla="*/ 5255737 h 5599766"/>
              <a:gd name="connsiteX21076" fmla="*/ 1787701 w 10321503"/>
              <a:gd name="connsiteY21076" fmla="*/ 5255379 h 5599766"/>
              <a:gd name="connsiteX21077" fmla="*/ 1784170 w 10321503"/>
              <a:gd name="connsiteY21077" fmla="*/ 5249237 h 5599766"/>
              <a:gd name="connsiteX21078" fmla="*/ 1784170 w 10321503"/>
              <a:gd name="connsiteY21078" fmla="*/ 5248571 h 5599766"/>
              <a:gd name="connsiteX21079" fmla="*/ 1787701 w 10321503"/>
              <a:gd name="connsiteY21079" fmla="*/ 5242431 h 5599766"/>
              <a:gd name="connsiteX21080" fmla="*/ 1788315 w 10321503"/>
              <a:gd name="connsiteY21080" fmla="*/ 5242072 h 5599766"/>
              <a:gd name="connsiteX21081" fmla="*/ 1795378 w 10321503"/>
              <a:gd name="connsiteY21081" fmla="*/ 5242072 h 5599766"/>
              <a:gd name="connsiteX21082" fmla="*/ 1795992 w 10321503"/>
              <a:gd name="connsiteY21082" fmla="*/ 5242431 h 5599766"/>
              <a:gd name="connsiteX21083" fmla="*/ 1799524 w 10321503"/>
              <a:gd name="connsiteY21083" fmla="*/ 5248571 h 5599766"/>
              <a:gd name="connsiteX21084" fmla="*/ 1799524 w 10321503"/>
              <a:gd name="connsiteY21084" fmla="*/ 5249237 h 5599766"/>
              <a:gd name="connsiteX21085" fmla="*/ 1795992 w 10321503"/>
              <a:gd name="connsiteY21085" fmla="*/ 5255379 h 5599766"/>
              <a:gd name="connsiteX21086" fmla="*/ 1795378 w 10321503"/>
              <a:gd name="connsiteY21086" fmla="*/ 5255737 h 5599766"/>
              <a:gd name="connsiteX21087" fmla="*/ 1200704 w 10321503"/>
              <a:gd name="connsiteY21087" fmla="*/ 5255752 h 5599766"/>
              <a:gd name="connsiteX21088" fmla="*/ 1193642 w 10321503"/>
              <a:gd name="connsiteY21088" fmla="*/ 5255752 h 5599766"/>
              <a:gd name="connsiteX21089" fmla="*/ 1193028 w 10321503"/>
              <a:gd name="connsiteY21089" fmla="*/ 5255393 h 5599766"/>
              <a:gd name="connsiteX21090" fmla="*/ 1189495 w 10321503"/>
              <a:gd name="connsiteY21090" fmla="*/ 5249251 h 5599766"/>
              <a:gd name="connsiteX21091" fmla="*/ 1189495 w 10321503"/>
              <a:gd name="connsiteY21091" fmla="*/ 5248587 h 5599766"/>
              <a:gd name="connsiteX21092" fmla="*/ 1193028 w 10321503"/>
              <a:gd name="connsiteY21092" fmla="*/ 5242445 h 5599766"/>
              <a:gd name="connsiteX21093" fmla="*/ 1193642 w 10321503"/>
              <a:gd name="connsiteY21093" fmla="*/ 5242088 h 5599766"/>
              <a:gd name="connsiteX21094" fmla="*/ 1200704 w 10321503"/>
              <a:gd name="connsiteY21094" fmla="*/ 5242088 h 5599766"/>
              <a:gd name="connsiteX21095" fmla="*/ 1201318 w 10321503"/>
              <a:gd name="connsiteY21095" fmla="*/ 5242445 h 5599766"/>
              <a:gd name="connsiteX21096" fmla="*/ 1204850 w 10321503"/>
              <a:gd name="connsiteY21096" fmla="*/ 5248587 h 5599766"/>
              <a:gd name="connsiteX21097" fmla="*/ 1204850 w 10321503"/>
              <a:gd name="connsiteY21097" fmla="*/ 5249251 h 5599766"/>
              <a:gd name="connsiteX21098" fmla="*/ 1201318 w 10321503"/>
              <a:gd name="connsiteY21098" fmla="*/ 5255393 h 5599766"/>
              <a:gd name="connsiteX21099" fmla="*/ 1200704 w 10321503"/>
              <a:gd name="connsiteY21099" fmla="*/ 5255752 h 5599766"/>
              <a:gd name="connsiteX21100" fmla="*/ 209480 w 10321503"/>
              <a:gd name="connsiteY21100" fmla="*/ 5255756 h 5599766"/>
              <a:gd name="connsiteX21101" fmla="*/ 202416 w 10321503"/>
              <a:gd name="connsiteY21101" fmla="*/ 5255756 h 5599766"/>
              <a:gd name="connsiteX21102" fmla="*/ 201803 w 10321503"/>
              <a:gd name="connsiteY21102" fmla="*/ 5255397 h 5599766"/>
              <a:gd name="connsiteX21103" fmla="*/ 198270 w 10321503"/>
              <a:gd name="connsiteY21103" fmla="*/ 5249255 h 5599766"/>
              <a:gd name="connsiteX21104" fmla="*/ 198270 w 10321503"/>
              <a:gd name="connsiteY21104" fmla="*/ 5248589 h 5599766"/>
              <a:gd name="connsiteX21105" fmla="*/ 201803 w 10321503"/>
              <a:gd name="connsiteY21105" fmla="*/ 5242450 h 5599766"/>
              <a:gd name="connsiteX21106" fmla="*/ 202416 w 10321503"/>
              <a:gd name="connsiteY21106" fmla="*/ 5242092 h 5599766"/>
              <a:gd name="connsiteX21107" fmla="*/ 209480 w 10321503"/>
              <a:gd name="connsiteY21107" fmla="*/ 5242092 h 5599766"/>
              <a:gd name="connsiteX21108" fmla="*/ 210094 w 10321503"/>
              <a:gd name="connsiteY21108" fmla="*/ 5242450 h 5599766"/>
              <a:gd name="connsiteX21109" fmla="*/ 213625 w 10321503"/>
              <a:gd name="connsiteY21109" fmla="*/ 5248589 h 5599766"/>
              <a:gd name="connsiteX21110" fmla="*/ 213625 w 10321503"/>
              <a:gd name="connsiteY21110" fmla="*/ 5249255 h 5599766"/>
              <a:gd name="connsiteX21111" fmla="*/ 210094 w 10321503"/>
              <a:gd name="connsiteY21111" fmla="*/ 5255397 h 5599766"/>
              <a:gd name="connsiteX21112" fmla="*/ 209480 w 10321503"/>
              <a:gd name="connsiteY21112" fmla="*/ 5255756 h 5599766"/>
              <a:gd name="connsiteX21113" fmla="*/ 804204 w 10321503"/>
              <a:gd name="connsiteY21113" fmla="*/ 5255758 h 5599766"/>
              <a:gd name="connsiteX21114" fmla="*/ 797140 w 10321503"/>
              <a:gd name="connsiteY21114" fmla="*/ 5255758 h 5599766"/>
              <a:gd name="connsiteX21115" fmla="*/ 796526 w 10321503"/>
              <a:gd name="connsiteY21115" fmla="*/ 5255399 h 5599766"/>
              <a:gd name="connsiteX21116" fmla="*/ 792995 w 10321503"/>
              <a:gd name="connsiteY21116" fmla="*/ 5249255 h 5599766"/>
              <a:gd name="connsiteX21117" fmla="*/ 792995 w 10321503"/>
              <a:gd name="connsiteY21117" fmla="*/ 5248593 h 5599766"/>
              <a:gd name="connsiteX21118" fmla="*/ 796526 w 10321503"/>
              <a:gd name="connsiteY21118" fmla="*/ 5242452 h 5599766"/>
              <a:gd name="connsiteX21119" fmla="*/ 797140 w 10321503"/>
              <a:gd name="connsiteY21119" fmla="*/ 5242092 h 5599766"/>
              <a:gd name="connsiteX21120" fmla="*/ 804204 w 10321503"/>
              <a:gd name="connsiteY21120" fmla="*/ 5242092 h 5599766"/>
              <a:gd name="connsiteX21121" fmla="*/ 804818 w 10321503"/>
              <a:gd name="connsiteY21121" fmla="*/ 5242452 h 5599766"/>
              <a:gd name="connsiteX21122" fmla="*/ 808350 w 10321503"/>
              <a:gd name="connsiteY21122" fmla="*/ 5248593 h 5599766"/>
              <a:gd name="connsiteX21123" fmla="*/ 808350 w 10321503"/>
              <a:gd name="connsiteY21123" fmla="*/ 5249255 h 5599766"/>
              <a:gd name="connsiteX21124" fmla="*/ 804818 w 10321503"/>
              <a:gd name="connsiteY21124" fmla="*/ 5255399 h 5599766"/>
              <a:gd name="connsiteX21125" fmla="*/ 804204 w 10321503"/>
              <a:gd name="connsiteY21125" fmla="*/ 5255758 h 5599766"/>
              <a:gd name="connsiteX21126" fmla="*/ 1993654 w 10321503"/>
              <a:gd name="connsiteY21126" fmla="*/ 5255760 h 5599766"/>
              <a:gd name="connsiteX21127" fmla="*/ 1986590 w 10321503"/>
              <a:gd name="connsiteY21127" fmla="*/ 5255760 h 5599766"/>
              <a:gd name="connsiteX21128" fmla="*/ 1985976 w 10321503"/>
              <a:gd name="connsiteY21128" fmla="*/ 5255403 h 5599766"/>
              <a:gd name="connsiteX21129" fmla="*/ 1982445 w 10321503"/>
              <a:gd name="connsiteY21129" fmla="*/ 5249260 h 5599766"/>
              <a:gd name="connsiteX21130" fmla="*/ 1982445 w 10321503"/>
              <a:gd name="connsiteY21130" fmla="*/ 5248596 h 5599766"/>
              <a:gd name="connsiteX21131" fmla="*/ 1985976 w 10321503"/>
              <a:gd name="connsiteY21131" fmla="*/ 5242452 h 5599766"/>
              <a:gd name="connsiteX21132" fmla="*/ 1986590 w 10321503"/>
              <a:gd name="connsiteY21132" fmla="*/ 5242096 h 5599766"/>
              <a:gd name="connsiteX21133" fmla="*/ 1993654 w 10321503"/>
              <a:gd name="connsiteY21133" fmla="*/ 5242096 h 5599766"/>
              <a:gd name="connsiteX21134" fmla="*/ 1994268 w 10321503"/>
              <a:gd name="connsiteY21134" fmla="*/ 5242452 h 5599766"/>
              <a:gd name="connsiteX21135" fmla="*/ 1997800 w 10321503"/>
              <a:gd name="connsiteY21135" fmla="*/ 5248596 h 5599766"/>
              <a:gd name="connsiteX21136" fmla="*/ 1997800 w 10321503"/>
              <a:gd name="connsiteY21136" fmla="*/ 5249260 h 5599766"/>
              <a:gd name="connsiteX21137" fmla="*/ 1994268 w 10321503"/>
              <a:gd name="connsiteY21137" fmla="*/ 5255403 h 5599766"/>
              <a:gd name="connsiteX21138" fmla="*/ 1993654 w 10321503"/>
              <a:gd name="connsiteY21138" fmla="*/ 5255760 h 5599766"/>
              <a:gd name="connsiteX21139" fmla="*/ 11254 w 10321503"/>
              <a:gd name="connsiteY21139" fmla="*/ 5255762 h 5599766"/>
              <a:gd name="connsiteX21140" fmla="*/ 4192 w 10321503"/>
              <a:gd name="connsiteY21140" fmla="*/ 5255762 h 5599766"/>
              <a:gd name="connsiteX21141" fmla="*/ 3578 w 10321503"/>
              <a:gd name="connsiteY21141" fmla="*/ 5255403 h 5599766"/>
              <a:gd name="connsiteX21142" fmla="*/ 46 w 10321503"/>
              <a:gd name="connsiteY21142" fmla="*/ 5249262 h 5599766"/>
              <a:gd name="connsiteX21143" fmla="*/ 46 w 10321503"/>
              <a:gd name="connsiteY21143" fmla="*/ 5248597 h 5599766"/>
              <a:gd name="connsiteX21144" fmla="*/ 3578 w 10321503"/>
              <a:gd name="connsiteY21144" fmla="*/ 5242455 h 5599766"/>
              <a:gd name="connsiteX21145" fmla="*/ 4192 w 10321503"/>
              <a:gd name="connsiteY21145" fmla="*/ 5242098 h 5599766"/>
              <a:gd name="connsiteX21146" fmla="*/ 11254 w 10321503"/>
              <a:gd name="connsiteY21146" fmla="*/ 5242098 h 5599766"/>
              <a:gd name="connsiteX21147" fmla="*/ 11868 w 10321503"/>
              <a:gd name="connsiteY21147" fmla="*/ 5242455 h 5599766"/>
              <a:gd name="connsiteX21148" fmla="*/ 15400 w 10321503"/>
              <a:gd name="connsiteY21148" fmla="*/ 5248597 h 5599766"/>
              <a:gd name="connsiteX21149" fmla="*/ 15400 w 10321503"/>
              <a:gd name="connsiteY21149" fmla="*/ 5249262 h 5599766"/>
              <a:gd name="connsiteX21150" fmla="*/ 11868 w 10321503"/>
              <a:gd name="connsiteY21150" fmla="*/ 5255403 h 5599766"/>
              <a:gd name="connsiteX21151" fmla="*/ 11254 w 10321503"/>
              <a:gd name="connsiteY21151" fmla="*/ 5255762 h 5599766"/>
              <a:gd name="connsiteX21152" fmla="*/ 1597154 w 10321503"/>
              <a:gd name="connsiteY21152" fmla="*/ 5255763 h 5599766"/>
              <a:gd name="connsiteX21153" fmla="*/ 1590090 w 10321503"/>
              <a:gd name="connsiteY21153" fmla="*/ 5255763 h 5599766"/>
              <a:gd name="connsiteX21154" fmla="*/ 1589476 w 10321503"/>
              <a:gd name="connsiteY21154" fmla="*/ 5255405 h 5599766"/>
              <a:gd name="connsiteX21155" fmla="*/ 1585944 w 10321503"/>
              <a:gd name="connsiteY21155" fmla="*/ 5249264 h 5599766"/>
              <a:gd name="connsiteX21156" fmla="*/ 1585944 w 10321503"/>
              <a:gd name="connsiteY21156" fmla="*/ 5248598 h 5599766"/>
              <a:gd name="connsiteX21157" fmla="*/ 1589476 w 10321503"/>
              <a:gd name="connsiteY21157" fmla="*/ 5242459 h 5599766"/>
              <a:gd name="connsiteX21158" fmla="*/ 1590090 w 10321503"/>
              <a:gd name="connsiteY21158" fmla="*/ 5242099 h 5599766"/>
              <a:gd name="connsiteX21159" fmla="*/ 1597154 w 10321503"/>
              <a:gd name="connsiteY21159" fmla="*/ 5242099 h 5599766"/>
              <a:gd name="connsiteX21160" fmla="*/ 1597768 w 10321503"/>
              <a:gd name="connsiteY21160" fmla="*/ 5242459 h 5599766"/>
              <a:gd name="connsiteX21161" fmla="*/ 1601298 w 10321503"/>
              <a:gd name="connsiteY21161" fmla="*/ 5248598 h 5599766"/>
              <a:gd name="connsiteX21162" fmla="*/ 1601298 w 10321503"/>
              <a:gd name="connsiteY21162" fmla="*/ 5249264 h 5599766"/>
              <a:gd name="connsiteX21163" fmla="*/ 1597768 w 10321503"/>
              <a:gd name="connsiteY21163" fmla="*/ 5255405 h 5599766"/>
              <a:gd name="connsiteX21164" fmla="*/ 1597154 w 10321503"/>
              <a:gd name="connsiteY21164" fmla="*/ 5255763 h 5599766"/>
              <a:gd name="connsiteX21165" fmla="*/ 1398928 w 10321503"/>
              <a:gd name="connsiteY21165" fmla="*/ 5255773 h 5599766"/>
              <a:gd name="connsiteX21166" fmla="*/ 1391866 w 10321503"/>
              <a:gd name="connsiteY21166" fmla="*/ 5255773 h 5599766"/>
              <a:gd name="connsiteX21167" fmla="*/ 1391252 w 10321503"/>
              <a:gd name="connsiteY21167" fmla="*/ 5255415 h 5599766"/>
              <a:gd name="connsiteX21168" fmla="*/ 1387720 w 10321503"/>
              <a:gd name="connsiteY21168" fmla="*/ 5249272 h 5599766"/>
              <a:gd name="connsiteX21169" fmla="*/ 1387720 w 10321503"/>
              <a:gd name="connsiteY21169" fmla="*/ 5248607 h 5599766"/>
              <a:gd name="connsiteX21170" fmla="*/ 1391252 w 10321503"/>
              <a:gd name="connsiteY21170" fmla="*/ 5242467 h 5599766"/>
              <a:gd name="connsiteX21171" fmla="*/ 1391866 w 10321503"/>
              <a:gd name="connsiteY21171" fmla="*/ 5242109 h 5599766"/>
              <a:gd name="connsiteX21172" fmla="*/ 1398928 w 10321503"/>
              <a:gd name="connsiteY21172" fmla="*/ 5242109 h 5599766"/>
              <a:gd name="connsiteX21173" fmla="*/ 1399544 w 10321503"/>
              <a:gd name="connsiteY21173" fmla="*/ 5242467 h 5599766"/>
              <a:gd name="connsiteX21174" fmla="*/ 1403074 w 10321503"/>
              <a:gd name="connsiteY21174" fmla="*/ 5248607 h 5599766"/>
              <a:gd name="connsiteX21175" fmla="*/ 1403074 w 10321503"/>
              <a:gd name="connsiteY21175" fmla="*/ 5249272 h 5599766"/>
              <a:gd name="connsiteX21176" fmla="*/ 1399544 w 10321503"/>
              <a:gd name="connsiteY21176" fmla="*/ 5255415 h 5599766"/>
              <a:gd name="connsiteX21177" fmla="*/ 1398928 w 10321503"/>
              <a:gd name="connsiteY21177" fmla="*/ 5255773 h 5599766"/>
              <a:gd name="connsiteX21178" fmla="*/ 1002428 w 10321503"/>
              <a:gd name="connsiteY21178" fmla="*/ 5255793 h 5599766"/>
              <a:gd name="connsiteX21179" fmla="*/ 995366 w 10321503"/>
              <a:gd name="connsiteY21179" fmla="*/ 5255793 h 5599766"/>
              <a:gd name="connsiteX21180" fmla="*/ 994752 w 10321503"/>
              <a:gd name="connsiteY21180" fmla="*/ 5255432 h 5599766"/>
              <a:gd name="connsiteX21181" fmla="*/ 991220 w 10321503"/>
              <a:gd name="connsiteY21181" fmla="*/ 5249291 h 5599766"/>
              <a:gd name="connsiteX21182" fmla="*/ 991220 w 10321503"/>
              <a:gd name="connsiteY21182" fmla="*/ 5248626 h 5599766"/>
              <a:gd name="connsiteX21183" fmla="*/ 994752 w 10321503"/>
              <a:gd name="connsiteY21183" fmla="*/ 5242488 h 5599766"/>
              <a:gd name="connsiteX21184" fmla="*/ 995366 w 10321503"/>
              <a:gd name="connsiteY21184" fmla="*/ 5242130 h 5599766"/>
              <a:gd name="connsiteX21185" fmla="*/ 1002428 w 10321503"/>
              <a:gd name="connsiteY21185" fmla="*/ 5242130 h 5599766"/>
              <a:gd name="connsiteX21186" fmla="*/ 1003042 w 10321503"/>
              <a:gd name="connsiteY21186" fmla="*/ 5242488 h 5599766"/>
              <a:gd name="connsiteX21187" fmla="*/ 1006574 w 10321503"/>
              <a:gd name="connsiteY21187" fmla="*/ 5248626 h 5599766"/>
              <a:gd name="connsiteX21188" fmla="*/ 1006574 w 10321503"/>
              <a:gd name="connsiteY21188" fmla="*/ 5249291 h 5599766"/>
              <a:gd name="connsiteX21189" fmla="*/ 1003042 w 10321503"/>
              <a:gd name="connsiteY21189" fmla="*/ 5255432 h 5599766"/>
              <a:gd name="connsiteX21190" fmla="*/ 1002428 w 10321503"/>
              <a:gd name="connsiteY21190" fmla="*/ 5255793 h 5599766"/>
              <a:gd name="connsiteX21191" fmla="*/ 605979 w 10321503"/>
              <a:gd name="connsiteY21191" fmla="*/ 5255795 h 5599766"/>
              <a:gd name="connsiteX21192" fmla="*/ 598916 w 10321503"/>
              <a:gd name="connsiteY21192" fmla="*/ 5255795 h 5599766"/>
              <a:gd name="connsiteX21193" fmla="*/ 598302 w 10321503"/>
              <a:gd name="connsiteY21193" fmla="*/ 5255438 h 5599766"/>
              <a:gd name="connsiteX21194" fmla="*/ 594770 w 10321503"/>
              <a:gd name="connsiteY21194" fmla="*/ 5249294 h 5599766"/>
              <a:gd name="connsiteX21195" fmla="*/ 594770 w 10321503"/>
              <a:gd name="connsiteY21195" fmla="*/ 5248633 h 5599766"/>
              <a:gd name="connsiteX21196" fmla="*/ 598302 w 10321503"/>
              <a:gd name="connsiteY21196" fmla="*/ 5242492 h 5599766"/>
              <a:gd name="connsiteX21197" fmla="*/ 598916 w 10321503"/>
              <a:gd name="connsiteY21197" fmla="*/ 5242131 h 5599766"/>
              <a:gd name="connsiteX21198" fmla="*/ 605979 w 10321503"/>
              <a:gd name="connsiteY21198" fmla="*/ 5242131 h 5599766"/>
              <a:gd name="connsiteX21199" fmla="*/ 606593 w 10321503"/>
              <a:gd name="connsiteY21199" fmla="*/ 5242492 h 5599766"/>
              <a:gd name="connsiteX21200" fmla="*/ 610125 w 10321503"/>
              <a:gd name="connsiteY21200" fmla="*/ 5248633 h 5599766"/>
              <a:gd name="connsiteX21201" fmla="*/ 610125 w 10321503"/>
              <a:gd name="connsiteY21201" fmla="*/ 5249294 h 5599766"/>
              <a:gd name="connsiteX21202" fmla="*/ 606593 w 10321503"/>
              <a:gd name="connsiteY21202" fmla="*/ 5255438 h 5599766"/>
              <a:gd name="connsiteX21203" fmla="*/ 605979 w 10321503"/>
              <a:gd name="connsiteY21203" fmla="*/ 5255795 h 5599766"/>
              <a:gd name="connsiteX21204" fmla="*/ 2189611 w 10321503"/>
              <a:gd name="connsiteY21204" fmla="*/ 5261510 h 5599766"/>
              <a:gd name="connsiteX21205" fmla="*/ 2182548 w 10321503"/>
              <a:gd name="connsiteY21205" fmla="*/ 5261510 h 5599766"/>
              <a:gd name="connsiteX21206" fmla="*/ 2181933 w 10321503"/>
              <a:gd name="connsiteY21206" fmla="*/ 5261152 h 5599766"/>
              <a:gd name="connsiteX21207" fmla="*/ 2178401 w 10321503"/>
              <a:gd name="connsiteY21207" fmla="*/ 5255010 h 5599766"/>
              <a:gd name="connsiteX21208" fmla="*/ 2178401 w 10321503"/>
              <a:gd name="connsiteY21208" fmla="*/ 5254345 h 5599766"/>
              <a:gd name="connsiteX21209" fmla="*/ 2181933 w 10321503"/>
              <a:gd name="connsiteY21209" fmla="*/ 5248203 h 5599766"/>
              <a:gd name="connsiteX21210" fmla="*/ 2182548 w 10321503"/>
              <a:gd name="connsiteY21210" fmla="*/ 5247845 h 5599766"/>
              <a:gd name="connsiteX21211" fmla="*/ 2189611 w 10321503"/>
              <a:gd name="connsiteY21211" fmla="*/ 5247845 h 5599766"/>
              <a:gd name="connsiteX21212" fmla="*/ 2190225 w 10321503"/>
              <a:gd name="connsiteY21212" fmla="*/ 5248203 h 5599766"/>
              <a:gd name="connsiteX21213" fmla="*/ 2193757 w 10321503"/>
              <a:gd name="connsiteY21213" fmla="*/ 5254345 h 5599766"/>
              <a:gd name="connsiteX21214" fmla="*/ 2193757 w 10321503"/>
              <a:gd name="connsiteY21214" fmla="*/ 5255010 h 5599766"/>
              <a:gd name="connsiteX21215" fmla="*/ 2190225 w 10321503"/>
              <a:gd name="connsiteY21215" fmla="*/ 5261152 h 5599766"/>
              <a:gd name="connsiteX21216" fmla="*/ 2189611 w 10321503"/>
              <a:gd name="connsiteY21216" fmla="*/ 5261510 h 5599766"/>
              <a:gd name="connsiteX21217" fmla="*/ 2387835 w 10321503"/>
              <a:gd name="connsiteY21217" fmla="*/ 5261510 h 5599766"/>
              <a:gd name="connsiteX21218" fmla="*/ 2380773 w 10321503"/>
              <a:gd name="connsiteY21218" fmla="*/ 5261510 h 5599766"/>
              <a:gd name="connsiteX21219" fmla="*/ 2380159 w 10321503"/>
              <a:gd name="connsiteY21219" fmla="*/ 5261152 h 5599766"/>
              <a:gd name="connsiteX21220" fmla="*/ 2376626 w 10321503"/>
              <a:gd name="connsiteY21220" fmla="*/ 5255010 h 5599766"/>
              <a:gd name="connsiteX21221" fmla="*/ 2376626 w 10321503"/>
              <a:gd name="connsiteY21221" fmla="*/ 5254345 h 5599766"/>
              <a:gd name="connsiteX21222" fmla="*/ 2380159 w 10321503"/>
              <a:gd name="connsiteY21222" fmla="*/ 5248203 h 5599766"/>
              <a:gd name="connsiteX21223" fmla="*/ 2380773 w 10321503"/>
              <a:gd name="connsiteY21223" fmla="*/ 5247845 h 5599766"/>
              <a:gd name="connsiteX21224" fmla="*/ 2387835 w 10321503"/>
              <a:gd name="connsiteY21224" fmla="*/ 5247845 h 5599766"/>
              <a:gd name="connsiteX21225" fmla="*/ 2388449 w 10321503"/>
              <a:gd name="connsiteY21225" fmla="*/ 5248203 h 5599766"/>
              <a:gd name="connsiteX21226" fmla="*/ 2391981 w 10321503"/>
              <a:gd name="connsiteY21226" fmla="*/ 5254345 h 5599766"/>
              <a:gd name="connsiteX21227" fmla="*/ 2391981 w 10321503"/>
              <a:gd name="connsiteY21227" fmla="*/ 5255010 h 5599766"/>
              <a:gd name="connsiteX21228" fmla="*/ 2388449 w 10321503"/>
              <a:gd name="connsiteY21228" fmla="*/ 5261152 h 5599766"/>
              <a:gd name="connsiteX21229" fmla="*/ 2387835 w 10321503"/>
              <a:gd name="connsiteY21229" fmla="*/ 5261510 h 5599766"/>
              <a:gd name="connsiteX21230" fmla="*/ 2586060 w 10321503"/>
              <a:gd name="connsiteY21230" fmla="*/ 5261510 h 5599766"/>
              <a:gd name="connsiteX21231" fmla="*/ 2578998 w 10321503"/>
              <a:gd name="connsiteY21231" fmla="*/ 5261510 h 5599766"/>
              <a:gd name="connsiteX21232" fmla="*/ 2578383 w 10321503"/>
              <a:gd name="connsiteY21232" fmla="*/ 5261152 h 5599766"/>
              <a:gd name="connsiteX21233" fmla="*/ 2574850 w 10321503"/>
              <a:gd name="connsiteY21233" fmla="*/ 5255010 h 5599766"/>
              <a:gd name="connsiteX21234" fmla="*/ 2574850 w 10321503"/>
              <a:gd name="connsiteY21234" fmla="*/ 5254345 h 5599766"/>
              <a:gd name="connsiteX21235" fmla="*/ 2578383 w 10321503"/>
              <a:gd name="connsiteY21235" fmla="*/ 5248203 h 5599766"/>
              <a:gd name="connsiteX21236" fmla="*/ 2578998 w 10321503"/>
              <a:gd name="connsiteY21236" fmla="*/ 5247845 h 5599766"/>
              <a:gd name="connsiteX21237" fmla="*/ 2586060 w 10321503"/>
              <a:gd name="connsiteY21237" fmla="*/ 5247845 h 5599766"/>
              <a:gd name="connsiteX21238" fmla="*/ 2586674 w 10321503"/>
              <a:gd name="connsiteY21238" fmla="*/ 5248203 h 5599766"/>
              <a:gd name="connsiteX21239" fmla="*/ 2590205 w 10321503"/>
              <a:gd name="connsiteY21239" fmla="*/ 5254345 h 5599766"/>
              <a:gd name="connsiteX21240" fmla="*/ 2590205 w 10321503"/>
              <a:gd name="connsiteY21240" fmla="*/ 5255010 h 5599766"/>
              <a:gd name="connsiteX21241" fmla="*/ 2586674 w 10321503"/>
              <a:gd name="connsiteY21241" fmla="*/ 5261152 h 5599766"/>
              <a:gd name="connsiteX21242" fmla="*/ 2586060 w 10321503"/>
              <a:gd name="connsiteY21242" fmla="*/ 5261510 h 5599766"/>
              <a:gd name="connsiteX21243" fmla="*/ 2784284 w 10321503"/>
              <a:gd name="connsiteY21243" fmla="*/ 5261510 h 5599766"/>
              <a:gd name="connsiteX21244" fmla="*/ 2777221 w 10321503"/>
              <a:gd name="connsiteY21244" fmla="*/ 5261510 h 5599766"/>
              <a:gd name="connsiteX21245" fmla="*/ 2776607 w 10321503"/>
              <a:gd name="connsiteY21245" fmla="*/ 5261152 h 5599766"/>
              <a:gd name="connsiteX21246" fmla="*/ 2773075 w 10321503"/>
              <a:gd name="connsiteY21246" fmla="*/ 5255010 h 5599766"/>
              <a:gd name="connsiteX21247" fmla="*/ 2773075 w 10321503"/>
              <a:gd name="connsiteY21247" fmla="*/ 5254345 h 5599766"/>
              <a:gd name="connsiteX21248" fmla="*/ 2776607 w 10321503"/>
              <a:gd name="connsiteY21248" fmla="*/ 5248203 h 5599766"/>
              <a:gd name="connsiteX21249" fmla="*/ 2777221 w 10321503"/>
              <a:gd name="connsiteY21249" fmla="*/ 5247845 h 5599766"/>
              <a:gd name="connsiteX21250" fmla="*/ 2784284 w 10321503"/>
              <a:gd name="connsiteY21250" fmla="*/ 5247845 h 5599766"/>
              <a:gd name="connsiteX21251" fmla="*/ 2784898 w 10321503"/>
              <a:gd name="connsiteY21251" fmla="*/ 5248203 h 5599766"/>
              <a:gd name="connsiteX21252" fmla="*/ 2788430 w 10321503"/>
              <a:gd name="connsiteY21252" fmla="*/ 5254345 h 5599766"/>
              <a:gd name="connsiteX21253" fmla="*/ 2788430 w 10321503"/>
              <a:gd name="connsiteY21253" fmla="*/ 5255010 h 5599766"/>
              <a:gd name="connsiteX21254" fmla="*/ 2784898 w 10321503"/>
              <a:gd name="connsiteY21254" fmla="*/ 5261152 h 5599766"/>
              <a:gd name="connsiteX21255" fmla="*/ 2784284 w 10321503"/>
              <a:gd name="connsiteY21255" fmla="*/ 5261510 h 5599766"/>
              <a:gd name="connsiteX21256" fmla="*/ 2982559 w 10321503"/>
              <a:gd name="connsiteY21256" fmla="*/ 5261510 h 5599766"/>
              <a:gd name="connsiteX21257" fmla="*/ 2975496 w 10321503"/>
              <a:gd name="connsiteY21257" fmla="*/ 5261510 h 5599766"/>
              <a:gd name="connsiteX21258" fmla="*/ 2974882 w 10321503"/>
              <a:gd name="connsiteY21258" fmla="*/ 5261152 h 5599766"/>
              <a:gd name="connsiteX21259" fmla="*/ 2971351 w 10321503"/>
              <a:gd name="connsiteY21259" fmla="*/ 5255010 h 5599766"/>
              <a:gd name="connsiteX21260" fmla="*/ 2971351 w 10321503"/>
              <a:gd name="connsiteY21260" fmla="*/ 5254345 h 5599766"/>
              <a:gd name="connsiteX21261" fmla="*/ 2974882 w 10321503"/>
              <a:gd name="connsiteY21261" fmla="*/ 5248203 h 5599766"/>
              <a:gd name="connsiteX21262" fmla="*/ 2975496 w 10321503"/>
              <a:gd name="connsiteY21262" fmla="*/ 5247845 h 5599766"/>
              <a:gd name="connsiteX21263" fmla="*/ 2982559 w 10321503"/>
              <a:gd name="connsiteY21263" fmla="*/ 5247845 h 5599766"/>
              <a:gd name="connsiteX21264" fmla="*/ 2983173 w 10321503"/>
              <a:gd name="connsiteY21264" fmla="*/ 5248203 h 5599766"/>
              <a:gd name="connsiteX21265" fmla="*/ 2986706 w 10321503"/>
              <a:gd name="connsiteY21265" fmla="*/ 5254345 h 5599766"/>
              <a:gd name="connsiteX21266" fmla="*/ 2986706 w 10321503"/>
              <a:gd name="connsiteY21266" fmla="*/ 5255010 h 5599766"/>
              <a:gd name="connsiteX21267" fmla="*/ 2983173 w 10321503"/>
              <a:gd name="connsiteY21267" fmla="*/ 5261152 h 5599766"/>
              <a:gd name="connsiteX21268" fmla="*/ 2982559 w 10321503"/>
              <a:gd name="connsiteY21268" fmla="*/ 5261510 h 5599766"/>
              <a:gd name="connsiteX21269" fmla="*/ 3180784 w 10321503"/>
              <a:gd name="connsiteY21269" fmla="*/ 5261510 h 5599766"/>
              <a:gd name="connsiteX21270" fmla="*/ 3173721 w 10321503"/>
              <a:gd name="connsiteY21270" fmla="*/ 5261510 h 5599766"/>
              <a:gd name="connsiteX21271" fmla="*/ 3173107 w 10321503"/>
              <a:gd name="connsiteY21271" fmla="*/ 5261152 h 5599766"/>
              <a:gd name="connsiteX21272" fmla="*/ 3169576 w 10321503"/>
              <a:gd name="connsiteY21272" fmla="*/ 5255010 h 5599766"/>
              <a:gd name="connsiteX21273" fmla="*/ 3169576 w 10321503"/>
              <a:gd name="connsiteY21273" fmla="*/ 5254345 h 5599766"/>
              <a:gd name="connsiteX21274" fmla="*/ 3173107 w 10321503"/>
              <a:gd name="connsiteY21274" fmla="*/ 5248203 h 5599766"/>
              <a:gd name="connsiteX21275" fmla="*/ 3173721 w 10321503"/>
              <a:gd name="connsiteY21275" fmla="*/ 5247845 h 5599766"/>
              <a:gd name="connsiteX21276" fmla="*/ 3180784 w 10321503"/>
              <a:gd name="connsiteY21276" fmla="*/ 5247845 h 5599766"/>
              <a:gd name="connsiteX21277" fmla="*/ 3181398 w 10321503"/>
              <a:gd name="connsiteY21277" fmla="*/ 5248203 h 5599766"/>
              <a:gd name="connsiteX21278" fmla="*/ 3184931 w 10321503"/>
              <a:gd name="connsiteY21278" fmla="*/ 5254345 h 5599766"/>
              <a:gd name="connsiteX21279" fmla="*/ 3184931 w 10321503"/>
              <a:gd name="connsiteY21279" fmla="*/ 5255010 h 5599766"/>
              <a:gd name="connsiteX21280" fmla="*/ 3181398 w 10321503"/>
              <a:gd name="connsiteY21280" fmla="*/ 5261152 h 5599766"/>
              <a:gd name="connsiteX21281" fmla="*/ 3180784 w 10321503"/>
              <a:gd name="connsiteY21281" fmla="*/ 5261510 h 5599766"/>
              <a:gd name="connsiteX21282" fmla="*/ 3379008 w 10321503"/>
              <a:gd name="connsiteY21282" fmla="*/ 5261510 h 5599766"/>
              <a:gd name="connsiteX21283" fmla="*/ 3371947 w 10321503"/>
              <a:gd name="connsiteY21283" fmla="*/ 5261510 h 5599766"/>
              <a:gd name="connsiteX21284" fmla="*/ 3371332 w 10321503"/>
              <a:gd name="connsiteY21284" fmla="*/ 5261152 h 5599766"/>
              <a:gd name="connsiteX21285" fmla="*/ 3367800 w 10321503"/>
              <a:gd name="connsiteY21285" fmla="*/ 5255010 h 5599766"/>
              <a:gd name="connsiteX21286" fmla="*/ 3367800 w 10321503"/>
              <a:gd name="connsiteY21286" fmla="*/ 5254345 h 5599766"/>
              <a:gd name="connsiteX21287" fmla="*/ 3371332 w 10321503"/>
              <a:gd name="connsiteY21287" fmla="*/ 5248203 h 5599766"/>
              <a:gd name="connsiteX21288" fmla="*/ 3371947 w 10321503"/>
              <a:gd name="connsiteY21288" fmla="*/ 5247845 h 5599766"/>
              <a:gd name="connsiteX21289" fmla="*/ 3379008 w 10321503"/>
              <a:gd name="connsiteY21289" fmla="*/ 5247845 h 5599766"/>
              <a:gd name="connsiteX21290" fmla="*/ 3379624 w 10321503"/>
              <a:gd name="connsiteY21290" fmla="*/ 5248203 h 5599766"/>
              <a:gd name="connsiteX21291" fmla="*/ 3383155 w 10321503"/>
              <a:gd name="connsiteY21291" fmla="*/ 5254345 h 5599766"/>
              <a:gd name="connsiteX21292" fmla="*/ 3383155 w 10321503"/>
              <a:gd name="connsiteY21292" fmla="*/ 5255010 h 5599766"/>
              <a:gd name="connsiteX21293" fmla="*/ 3379624 w 10321503"/>
              <a:gd name="connsiteY21293" fmla="*/ 5261152 h 5599766"/>
              <a:gd name="connsiteX21294" fmla="*/ 3379008 w 10321503"/>
              <a:gd name="connsiteY21294" fmla="*/ 5261510 h 5599766"/>
              <a:gd name="connsiteX21295" fmla="*/ 3577234 w 10321503"/>
              <a:gd name="connsiteY21295" fmla="*/ 5261510 h 5599766"/>
              <a:gd name="connsiteX21296" fmla="*/ 3570172 w 10321503"/>
              <a:gd name="connsiteY21296" fmla="*/ 5261510 h 5599766"/>
              <a:gd name="connsiteX21297" fmla="*/ 3569557 w 10321503"/>
              <a:gd name="connsiteY21297" fmla="*/ 5261152 h 5599766"/>
              <a:gd name="connsiteX21298" fmla="*/ 3566024 w 10321503"/>
              <a:gd name="connsiteY21298" fmla="*/ 5255010 h 5599766"/>
              <a:gd name="connsiteX21299" fmla="*/ 3566024 w 10321503"/>
              <a:gd name="connsiteY21299" fmla="*/ 5254345 h 5599766"/>
              <a:gd name="connsiteX21300" fmla="*/ 3569557 w 10321503"/>
              <a:gd name="connsiteY21300" fmla="*/ 5248203 h 5599766"/>
              <a:gd name="connsiteX21301" fmla="*/ 3570172 w 10321503"/>
              <a:gd name="connsiteY21301" fmla="*/ 5247845 h 5599766"/>
              <a:gd name="connsiteX21302" fmla="*/ 3577234 w 10321503"/>
              <a:gd name="connsiteY21302" fmla="*/ 5247845 h 5599766"/>
              <a:gd name="connsiteX21303" fmla="*/ 3577848 w 10321503"/>
              <a:gd name="connsiteY21303" fmla="*/ 5248203 h 5599766"/>
              <a:gd name="connsiteX21304" fmla="*/ 3581379 w 10321503"/>
              <a:gd name="connsiteY21304" fmla="*/ 5254345 h 5599766"/>
              <a:gd name="connsiteX21305" fmla="*/ 3581379 w 10321503"/>
              <a:gd name="connsiteY21305" fmla="*/ 5255010 h 5599766"/>
              <a:gd name="connsiteX21306" fmla="*/ 3577848 w 10321503"/>
              <a:gd name="connsiteY21306" fmla="*/ 5261152 h 5599766"/>
              <a:gd name="connsiteX21307" fmla="*/ 3577234 w 10321503"/>
              <a:gd name="connsiteY21307" fmla="*/ 5261510 h 5599766"/>
              <a:gd name="connsiteX21308" fmla="*/ 3775459 w 10321503"/>
              <a:gd name="connsiteY21308" fmla="*/ 5261510 h 5599766"/>
              <a:gd name="connsiteX21309" fmla="*/ 3768396 w 10321503"/>
              <a:gd name="connsiteY21309" fmla="*/ 5261510 h 5599766"/>
              <a:gd name="connsiteX21310" fmla="*/ 3767781 w 10321503"/>
              <a:gd name="connsiteY21310" fmla="*/ 5261152 h 5599766"/>
              <a:gd name="connsiteX21311" fmla="*/ 3764249 w 10321503"/>
              <a:gd name="connsiteY21311" fmla="*/ 5255010 h 5599766"/>
              <a:gd name="connsiteX21312" fmla="*/ 3764249 w 10321503"/>
              <a:gd name="connsiteY21312" fmla="*/ 5254345 h 5599766"/>
              <a:gd name="connsiteX21313" fmla="*/ 3767781 w 10321503"/>
              <a:gd name="connsiteY21313" fmla="*/ 5248203 h 5599766"/>
              <a:gd name="connsiteX21314" fmla="*/ 3768396 w 10321503"/>
              <a:gd name="connsiteY21314" fmla="*/ 5247845 h 5599766"/>
              <a:gd name="connsiteX21315" fmla="*/ 3775459 w 10321503"/>
              <a:gd name="connsiteY21315" fmla="*/ 5247845 h 5599766"/>
              <a:gd name="connsiteX21316" fmla="*/ 3776073 w 10321503"/>
              <a:gd name="connsiteY21316" fmla="*/ 5248203 h 5599766"/>
              <a:gd name="connsiteX21317" fmla="*/ 3779604 w 10321503"/>
              <a:gd name="connsiteY21317" fmla="*/ 5254345 h 5599766"/>
              <a:gd name="connsiteX21318" fmla="*/ 3779604 w 10321503"/>
              <a:gd name="connsiteY21318" fmla="*/ 5255010 h 5599766"/>
              <a:gd name="connsiteX21319" fmla="*/ 3776073 w 10321503"/>
              <a:gd name="connsiteY21319" fmla="*/ 5261152 h 5599766"/>
              <a:gd name="connsiteX21320" fmla="*/ 3775459 w 10321503"/>
              <a:gd name="connsiteY21320" fmla="*/ 5261510 h 5599766"/>
              <a:gd name="connsiteX21321" fmla="*/ 3973734 w 10321503"/>
              <a:gd name="connsiteY21321" fmla="*/ 5261510 h 5599766"/>
              <a:gd name="connsiteX21322" fmla="*/ 3966671 w 10321503"/>
              <a:gd name="connsiteY21322" fmla="*/ 5261510 h 5599766"/>
              <a:gd name="connsiteX21323" fmla="*/ 3966057 w 10321503"/>
              <a:gd name="connsiteY21323" fmla="*/ 5261152 h 5599766"/>
              <a:gd name="connsiteX21324" fmla="*/ 3962525 w 10321503"/>
              <a:gd name="connsiteY21324" fmla="*/ 5255010 h 5599766"/>
              <a:gd name="connsiteX21325" fmla="*/ 3962525 w 10321503"/>
              <a:gd name="connsiteY21325" fmla="*/ 5254345 h 5599766"/>
              <a:gd name="connsiteX21326" fmla="*/ 3966057 w 10321503"/>
              <a:gd name="connsiteY21326" fmla="*/ 5248203 h 5599766"/>
              <a:gd name="connsiteX21327" fmla="*/ 3966671 w 10321503"/>
              <a:gd name="connsiteY21327" fmla="*/ 5247845 h 5599766"/>
              <a:gd name="connsiteX21328" fmla="*/ 3973734 w 10321503"/>
              <a:gd name="connsiteY21328" fmla="*/ 5247845 h 5599766"/>
              <a:gd name="connsiteX21329" fmla="*/ 3974348 w 10321503"/>
              <a:gd name="connsiteY21329" fmla="*/ 5248203 h 5599766"/>
              <a:gd name="connsiteX21330" fmla="*/ 3977880 w 10321503"/>
              <a:gd name="connsiteY21330" fmla="*/ 5254345 h 5599766"/>
              <a:gd name="connsiteX21331" fmla="*/ 3977880 w 10321503"/>
              <a:gd name="connsiteY21331" fmla="*/ 5255010 h 5599766"/>
              <a:gd name="connsiteX21332" fmla="*/ 3974348 w 10321503"/>
              <a:gd name="connsiteY21332" fmla="*/ 5261152 h 5599766"/>
              <a:gd name="connsiteX21333" fmla="*/ 3973734 w 10321503"/>
              <a:gd name="connsiteY21333" fmla="*/ 5261510 h 5599766"/>
              <a:gd name="connsiteX21334" fmla="*/ 4171959 w 10321503"/>
              <a:gd name="connsiteY21334" fmla="*/ 5261510 h 5599766"/>
              <a:gd name="connsiteX21335" fmla="*/ 4164896 w 10321503"/>
              <a:gd name="connsiteY21335" fmla="*/ 5261510 h 5599766"/>
              <a:gd name="connsiteX21336" fmla="*/ 4164282 w 10321503"/>
              <a:gd name="connsiteY21336" fmla="*/ 5261152 h 5599766"/>
              <a:gd name="connsiteX21337" fmla="*/ 4160751 w 10321503"/>
              <a:gd name="connsiteY21337" fmla="*/ 5255010 h 5599766"/>
              <a:gd name="connsiteX21338" fmla="*/ 4160751 w 10321503"/>
              <a:gd name="connsiteY21338" fmla="*/ 5254345 h 5599766"/>
              <a:gd name="connsiteX21339" fmla="*/ 4164282 w 10321503"/>
              <a:gd name="connsiteY21339" fmla="*/ 5248203 h 5599766"/>
              <a:gd name="connsiteX21340" fmla="*/ 4164896 w 10321503"/>
              <a:gd name="connsiteY21340" fmla="*/ 5247845 h 5599766"/>
              <a:gd name="connsiteX21341" fmla="*/ 4171959 w 10321503"/>
              <a:gd name="connsiteY21341" fmla="*/ 5247845 h 5599766"/>
              <a:gd name="connsiteX21342" fmla="*/ 4172573 w 10321503"/>
              <a:gd name="connsiteY21342" fmla="*/ 5248203 h 5599766"/>
              <a:gd name="connsiteX21343" fmla="*/ 4176105 w 10321503"/>
              <a:gd name="connsiteY21343" fmla="*/ 5254345 h 5599766"/>
              <a:gd name="connsiteX21344" fmla="*/ 4176105 w 10321503"/>
              <a:gd name="connsiteY21344" fmla="*/ 5255010 h 5599766"/>
              <a:gd name="connsiteX21345" fmla="*/ 4172573 w 10321503"/>
              <a:gd name="connsiteY21345" fmla="*/ 5261152 h 5599766"/>
              <a:gd name="connsiteX21346" fmla="*/ 4171959 w 10321503"/>
              <a:gd name="connsiteY21346" fmla="*/ 5261510 h 5599766"/>
              <a:gd name="connsiteX21347" fmla="*/ 4370183 w 10321503"/>
              <a:gd name="connsiteY21347" fmla="*/ 5261510 h 5599766"/>
              <a:gd name="connsiteX21348" fmla="*/ 4363121 w 10321503"/>
              <a:gd name="connsiteY21348" fmla="*/ 5261510 h 5599766"/>
              <a:gd name="connsiteX21349" fmla="*/ 4362506 w 10321503"/>
              <a:gd name="connsiteY21349" fmla="*/ 5261152 h 5599766"/>
              <a:gd name="connsiteX21350" fmla="*/ 4358975 w 10321503"/>
              <a:gd name="connsiteY21350" fmla="*/ 5255010 h 5599766"/>
              <a:gd name="connsiteX21351" fmla="*/ 4358975 w 10321503"/>
              <a:gd name="connsiteY21351" fmla="*/ 5254345 h 5599766"/>
              <a:gd name="connsiteX21352" fmla="*/ 4362506 w 10321503"/>
              <a:gd name="connsiteY21352" fmla="*/ 5248203 h 5599766"/>
              <a:gd name="connsiteX21353" fmla="*/ 4363121 w 10321503"/>
              <a:gd name="connsiteY21353" fmla="*/ 5247845 h 5599766"/>
              <a:gd name="connsiteX21354" fmla="*/ 4370183 w 10321503"/>
              <a:gd name="connsiteY21354" fmla="*/ 5247845 h 5599766"/>
              <a:gd name="connsiteX21355" fmla="*/ 4370797 w 10321503"/>
              <a:gd name="connsiteY21355" fmla="*/ 5248203 h 5599766"/>
              <a:gd name="connsiteX21356" fmla="*/ 4374329 w 10321503"/>
              <a:gd name="connsiteY21356" fmla="*/ 5254345 h 5599766"/>
              <a:gd name="connsiteX21357" fmla="*/ 4374329 w 10321503"/>
              <a:gd name="connsiteY21357" fmla="*/ 5255010 h 5599766"/>
              <a:gd name="connsiteX21358" fmla="*/ 4370797 w 10321503"/>
              <a:gd name="connsiteY21358" fmla="*/ 5261152 h 5599766"/>
              <a:gd name="connsiteX21359" fmla="*/ 4370183 w 10321503"/>
              <a:gd name="connsiteY21359" fmla="*/ 5261510 h 5599766"/>
              <a:gd name="connsiteX21360" fmla="*/ 4568408 w 10321503"/>
              <a:gd name="connsiteY21360" fmla="*/ 5261510 h 5599766"/>
              <a:gd name="connsiteX21361" fmla="*/ 4561345 w 10321503"/>
              <a:gd name="connsiteY21361" fmla="*/ 5261510 h 5599766"/>
              <a:gd name="connsiteX21362" fmla="*/ 4560731 w 10321503"/>
              <a:gd name="connsiteY21362" fmla="*/ 5261152 h 5599766"/>
              <a:gd name="connsiteX21363" fmla="*/ 4557199 w 10321503"/>
              <a:gd name="connsiteY21363" fmla="*/ 5255010 h 5599766"/>
              <a:gd name="connsiteX21364" fmla="*/ 4557199 w 10321503"/>
              <a:gd name="connsiteY21364" fmla="*/ 5254345 h 5599766"/>
              <a:gd name="connsiteX21365" fmla="*/ 4560731 w 10321503"/>
              <a:gd name="connsiteY21365" fmla="*/ 5248203 h 5599766"/>
              <a:gd name="connsiteX21366" fmla="*/ 4561345 w 10321503"/>
              <a:gd name="connsiteY21366" fmla="*/ 5247845 h 5599766"/>
              <a:gd name="connsiteX21367" fmla="*/ 4568408 w 10321503"/>
              <a:gd name="connsiteY21367" fmla="*/ 5247845 h 5599766"/>
              <a:gd name="connsiteX21368" fmla="*/ 4569022 w 10321503"/>
              <a:gd name="connsiteY21368" fmla="*/ 5248203 h 5599766"/>
              <a:gd name="connsiteX21369" fmla="*/ 4572554 w 10321503"/>
              <a:gd name="connsiteY21369" fmla="*/ 5254345 h 5599766"/>
              <a:gd name="connsiteX21370" fmla="*/ 4572554 w 10321503"/>
              <a:gd name="connsiteY21370" fmla="*/ 5255010 h 5599766"/>
              <a:gd name="connsiteX21371" fmla="*/ 4569022 w 10321503"/>
              <a:gd name="connsiteY21371" fmla="*/ 5261152 h 5599766"/>
              <a:gd name="connsiteX21372" fmla="*/ 4568408 w 10321503"/>
              <a:gd name="connsiteY21372" fmla="*/ 5261510 h 5599766"/>
              <a:gd name="connsiteX21373" fmla="*/ 4766683 w 10321503"/>
              <a:gd name="connsiteY21373" fmla="*/ 5261510 h 5599766"/>
              <a:gd name="connsiteX21374" fmla="*/ 4759621 w 10321503"/>
              <a:gd name="connsiteY21374" fmla="*/ 5261510 h 5599766"/>
              <a:gd name="connsiteX21375" fmla="*/ 4759007 w 10321503"/>
              <a:gd name="connsiteY21375" fmla="*/ 5261152 h 5599766"/>
              <a:gd name="connsiteX21376" fmla="*/ 4755475 w 10321503"/>
              <a:gd name="connsiteY21376" fmla="*/ 5255010 h 5599766"/>
              <a:gd name="connsiteX21377" fmla="*/ 4755475 w 10321503"/>
              <a:gd name="connsiteY21377" fmla="*/ 5254345 h 5599766"/>
              <a:gd name="connsiteX21378" fmla="*/ 4759007 w 10321503"/>
              <a:gd name="connsiteY21378" fmla="*/ 5248203 h 5599766"/>
              <a:gd name="connsiteX21379" fmla="*/ 4759621 w 10321503"/>
              <a:gd name="connsiteY21379" fmla="*/ 5247845 h 5599766"/>
              <a:gd name="connsiteX21380" fmla="*/ 4766683 w 10321503"/>
              <a:gd name="connsiteY21380" fmla="*/ 5247845 h 5599766"/>
              <a:gd name="connsiteX21381" fmla="*/ 4767297 w 10321503"/>
              <a:gd name="connsiteY21381" fmla="*/ 5248203 h 5599766"/>
              <a:gd name="connsiteX21382" fmla="*/ 4770829 w 10321503"/>
              <a:gd name="connsiteY21382" fmla="*/ 5254345 h 5599766"/>
              <a:gd name="connsiteX21383" fmla="*/ 4770829 w 10321503"/>
              <a:gd name="connsiteY21383" fmla="*/ 5255010 h 5599766"/>
              <a:gd name="connsiteX21384" fmla="*/ 4767297 w 10321503"/>
              <a:gd name="connsiteY21384" fmla="*/ 5261152 h 5599766"/>
              <a:gd name="connsiteX21385" fmla="*/ 4766683 w 10321503"/>
              <a:gd name="connsiteY21385" fmla="*/ 5261510 h 5599766"/>
              <a:gd name="connsiteX21386" fmla="*/ 4964909 w 10321503"/>
              <a:gd name="connsiteY21386" fmla="*/ 5261510 h 5599766"/>
              <a:gd name="connsiteX21387" fmla="*/ 4957846 w 10321503"/>
              <a:gd name="connsiteY21387" fmla="*/ 5261510 h 5599766"/>
              <a:gd name="connsiteX21388" fmla="*/ 4957232 w 10321503"/>
              <a:gd name="connsiteY21388" fmla="*/ 5261152 h 5599766"/>
              <a:gd name="connsiteX21389" fmla="*/ 4953699 w 10321503"/>
              <a:gd name="connsiteY21389" fmla="*/ 5255010 h 5599766"/>
              <a:gd name="connsiteX21390" fmla="*/ 4953699 w 10321503"/>
              <a:gd name="connsiteY21390" fmla="*/ 5254345 h 5599766"/>
              <a:gd name="connsiteX21391" fmla="*/ 4957232 w 10321503"/>
              <a:gd name="connsiteY21391" fmla="*/ 5248203 h 5599766"/>
              <a:gd name="connsiteX21392" fmla="*/ 4957846 w 10321503"/>
              <a:gd name="connsiteY21392" fmla="*/ 5247845 h 5599766"/>
              <a:gd name="connsiteX21393" fmla="*/ 4964909 w 10321503"/>
              <a:gd name="connsiteY21393" fmla="*/ 5247845 h 5599766"/>
              <a:gd name="connsiteX21394" fmla="*/ 4965523 w 10321503"/>
              <a:gd name="connsiteY21394" fmla="*/ 5248203 h 5599766"/>
              <a:gd name="connsiteX21395" fmla="*/ 4969054 w 10321503"/>
              <a:gd name="connsiteY21395" fmla="*/ 5254345 h 5599766"/>
              <a:gd name="connsiteX21396" fmla="*/ 4969054 w 10321503"/>
              <a:gd name="connsiteY21396" fmla="*/ 5255010 h 5599766"/>
              <a:gd name="connsiteX21397" fmla="*/ 4965523 w 10321503"/>
              <a:gd name="connsiteY21397" fmla="*/ 5261152 h 5599766"/>
              <a:gd name="connsiteX21398" fmla="*/ 4964909 w 10321503"/>
              <a:gd name="connsiteY21398" fmla="*/ 5261510 h 5599766"/>
              <a:gd name="connsiteX21399" fmla="*/ 5163134 w 10321503"/>
              <a:gd name="connsiteY21399" fmla="*/ 5261510 h 5599766"/>
              <a:gd name="connsiteX21400" fmla="*/ 5156070 w 10321503"/>
              <a:gd name="connsiteY21400" fmla="*/ 5261510 h 5599766"/>
              <a:gd name="connsiteX21401" fmla="*/ 5155456 w 10321503"/>
              <a:gd name="connsiteY21401" fmla="*/ 5261152 h 5599766"/>
              <a:gd name="connsiteX21402" fmla="*/ 5151924 w 10321503"/>
              <a:gd name="connsiteY21402" fmla="*/ 5255010 h 5599766"/>
              <a:gd name="connsiteX21403" fmla="*/ 5151924 w 10321503"/>
              <a:gd name="connsiteY21403" fmla="*/ 5254345 h 5599766"/>
              <a:gd name="connsiteX21404" fmla="*/ 5155456 w 10321503"/>
              <a:gd name="connsiteY21404" fmla="*/ 5248203 h 5599766"/>
              <a:gd name="connsiteX21405" fmla="*/ 5156070 w 10321503"/>
              <a:gd name="connsiteY21405" fmla="*/ 5247845 h 5599766"/>
              <a:gd name="connsiteX21406" fmla="*/ 5163134 w 10321503"/>
              <a:gd name="connsiteY21406" fmla="*/ 5247845 h 5599766"/>
              <a:gd name="connsiteX21407" fmla="*/ 5163748 w 10321503"/>
              <a:gd name="connsiteY21407" fmla="*/ 5248203 h 5599766"/>
              <a:gd name="connsiteX21408" fmla="*/ 5167279 w 10321503"/>
              <a:gd name="connsiteY21408" fmla="*/ 5254345 h 5599766"/>
              <a:gd name="connsiteX21409" fmla="*/ 5167279 w 10321503"/>
              <a:gd name="connsiteY21409" fmla="*/ 5255010 h 5599766"/>
              <a:gd name="connsiteX21410" fmla="*/ 5163748 w 10321503"/>
              <a:gd name="connsiteY21410" fmla="*/ 5261152 h 5599766"/>
              <a:gd name="connsiteX21411" fmla="*/ 5163134 w 10321503"/>
              <a:gd name="connsiteY21411" fmla="*/ 5261510 h 5599766"/>
              <a:gd name="connsiteX21412" fmla="*/ 5361358 w 10321503"/>
              <a:gd name="connsiteY21412" fmla="*/ 5261510 h 5599766"/>
              <a:gd name="connsiteX21413" fmla="*/ 5354295 w 10321503"/>
              <a:gd name="connsiteY21413" fmla="*/ 5261510 h 5599766"/>
              <a:gd name="connsiteX21414" fmla="*/ 5353680 w 10321503"/>
              <a:gd name="connsiteY21414" fmla="*/ 5261152 h 5599766"/>
              <a:gd name="connsiteX21415" fmla="*/ 5350149 w 10321503"/>
              <a:gd name="connsiteY21415" fmla="*/ 5255010 h 5599766"/>
              <a:gd name="connsiteX21416" fmla="*/ 5350149 w 10321503"/>
              <a:gd name="connsiteY21416" fmla="*/ 5254345 h 5599766"/>
              <a:gd name="connsiteX21417" fmla="*/ 5353680 w 10321503"/>
              <a:gd name="connsiteY21417" fmla="*/ 5248203 h 5599766"/>
              <a:gd name="connsiteX21418" fmla="*/ 5354295 w 10321503"/>
              <a:gd name="connsiteY21418" fmla="*/ 5247845 h 5599766"/>
              <a:gd name="connsiteX21419" fmla="*/ 5361358 w 10321503"/>
              <a:gd name="connsiteY21419" fmla="*/ 5247845 h 5599766"/>
              <a:gd name="connsiteX21420" fmla="*/ 5361972 w 10321503"/>
              <a:gd name="connsiteY21420" fmla="*/ 5248203 h 5599766"/>
              <a:gd name="connsiteX21421" fmla="*/ 5365503 w 10321503"/>
              <a:gd name="connsiteY21421" fmla="*/ 5254345 h 5599766"/>
              <a:gd name="connsiteX21422" fmla="*/ 5365503 w 10321503"/>
              <a:gd name="connsiteY21422" fmla="*/ 5255010 h 5599766"/>
              <a:gd name="connsiteX21423" fmla="*/ 5361972 w 10321503"/>
              <a:gd name="connsiteY21423" fmla="*/ 5261152 h 5599766"/>
              <a:gd name="connsiteX21424" fmla="*/ 5361358 w 10321503"/>
              <a:gd name="connsiteY21424" fmla="*/ 5261510 h 5599766"/>
              <a:gd name="connsiteX21425" fmla="*/ 5559633 w 10321503"/>
              <a:gd name="connsiteY21425" fmla="*/ 5261510 h 5599766"/>
              <a:gd name="connsiteX21426" fmla="*/ 5552569 w 10321503"/>
              <a:gd name="connsiteY21426" fmla="*/ 5261510 h 5599766"/>
              <a:gd name="connsiteX21427" fmla="*/ 5551956 w 10321503"/>
              <a:gd name="connsiteY21427" fmla="*/ 5261152 h 5599766"/>
              <a:gd name="connsiteX21428" fmla="*/ 5548424 w 10321503"/>
              <a:gd name="connsiteY21428" fmla="*/ 5255010 h 5599766"/>
              <a:gd name="connsiteX21429" fmla="*/ 5548424 w 10321503"/>
              <a:gd name="connsiteY21429" fmla="*/ 5254345 h 5599766"/>
              <a:gd name="connsiteX21430" fmla="*/ 5551956 w 10321503"/>
              <a:gd name="connsiteY21430" fmla="*/ 5248203 h 5599766"/>
              <a:gd name="connsiteX21431" fmla="*/ 5552569 w 10321503"/>
              <a:gd name="connsiteY21431" fmla="*/ 5247845 h 5599766"/>
              <a:gd name="connsiteX21432" fmla="*/ 5559633 w 10321503"/>
              <a:gd name="connsiteY21432" fmla="*/ 5247845 h 5599766"/>
              <a:gd name="connsiteX21433" fmla="*/ 5560246 w 10321503"/>
              <a:gd name="connsiteY21433" fmla="*/ 5248203 h 5599766"/>
              <a:gd name="connsiteX21434" fmla="*/ 5563779 w 10321503"/>
              <a:gd name="connsiteY21434" fmla="*/ 5254345 h 5599766"/>
              <a:gd name="connsiteX21435" fmla="*/ 5563779 w 10321503"/>
              <a:gd name="connsiteY21435" fmla="*/ 5255010 h 5599766"/>
              <a:gd name="connsiteX21436" fmla="*/ 5560246 w 10321503"/>
              <a:gd name="connsiteY21436" fmla="*/ 5261152 h 5599766"/>
              <a:gd name="connsiteX21437" fmla="*/ 5559633 w 10321503"/>
              <a:gd name="connsiteY21437" fmla="*/ 5261510 h 5599766"/>
              <a:gd name="connsiteX21438" fmla="*/ 5757857 w 10321503"/>
              <a:gd name="connsiteY21438" fmla="*/ 5261510 h 5599766"/>
              <a:gd name="connsiteX21439" fmla="*/ 5750795 w 10321503"/>
              <a:gd name="connsiteY21439" fmla="*/ 5261510 h 5599766"/>
              <a:gd name="connsiteX21440" fmla="*/ 5750181 w 10321503"/>
              <a:gd name="connsiteY21440" fmla="*/ 5261152 h 5599766"/>
              <a:gd name="connsiteX21441" fmla="*/ 5746649 w 10321503"/>
              <a:gd name="connsiteY21441" fmla="*/ 5255010 h 5599766"/>
              <a:gd name="connsiteX21442" fmla="*/ 5746649 w 10321503"/>
              <a:gd name="connsiteY21442" fmla="*/ 5254345 h 5599766"/>
              <a:gd name="connsiteX21443" fmla="*/ 5750181 w 10321503"/>
              <a:gd name="connsiteY21443" fmla="*/ 5248203 h 5599766"/>
              <a:gd name="connsiteX21444" fmla="*/ 5750795 w 10321503"/>
              <a:gd name="connsiteY21444" fmla="*/ 5247845 h 5599766"/>
              <a:gd name="connsiteX21445" fmla="*/ 5757857 w 10321503"/>
              <a:gd name="connsiteY21445" fmla="*/ 5247845 h 5599766"/>
              <a:gd name="connsiteX21446" fmla="*/ 5758471 w 10321503"/>
              <a:gd name="connsiteY21446" fmla="*/ 5248203 h 5599766"/>
              <a:gd name="connsiteX21447" fmla="*/ 5762003 w 10321503"/>
              <a:gd name="connsiteY21447" fmla="*/ 5254345 h 5599766"/>
              <a:gd name="connsiteX21448" fmla="*/ 5762003 w 10321503"/>
              <a:gd name="connsiteY21448" fmla="*/ 5255010 h 5599766"/>
              <a:gd name="connsiteX21449" fmla="*/ 5758471 w 10321503"/>
              <a:gd name="connsiteY21449" fmla="*/ 5261152 h 5599766"/>
              <a:gd name="connsiteX21450" fmla="*/ 5757857 w 10321503"/>
              <a:gd name="connsiteY21450" fmla="*/ 5261510 h 5599766"/>
              <a:gd name="connsiteX21451" fmla="*/ 5956083 w 10321503"/>
              <a:gd name="connsiteY21451" fmla="*/ 5261510 h 5599766"/>
              <a:gd name="connsiteX21452" fmla="*/ 5949019 w 10321503"/>
              <a:gd name="connsiteY21452" fmla="*/ 5261510 h 5599766"/>
              <a:gd name="connsiteX21453" fmla="*/ 5948405 w 10321503"/>
              <a:gd name="connsiteY21453" fmla="*/ 5261152 h 5599766"/>
              <a:gd name="connsiteX21454" fmla="*/ 5944873 w 10321503"/>
              <a:gd name="connsiteY21454" fmla="*/ 5255010 h 5599766"/>
              <a:gd name="connsiteX21455" fmla="*/ 5944873 w 10321503"/>
              <a:gd name="connsiteY21455" fmla="*/ 5254345 h 5599766"/>
              <a:gd name="connsiteX21456" fmla="*/ 5948405 w 10321503"/>
              <a:gd name="connsiteY21456" fmla="*/ 5248203 h 5599766"/>
              <a:gd name="connsiteX21457" fmla="*/ 5949019 w 10321503"/>
              <a:gd name="connsiteY21457" fmla="*/ 5247845 h 5599766"/>
              <a:gd name="connsiteX21458" fmla="*/ 5956083 w 10321503"/>
              <a:gd name="connsiteY21458" fmla="*/ 5247845 h 5599766"/>
              <a:gd name="connsiteX21459" fmla="*/ 5956697 w 10321503"/>
              <a:gd name="connsiteY21459" fmla="*/ 5248203 h 5599766"/>
              <a:gd name="connsiteX21460" fmla="*/ 5960227 w 10321503"/>
              <a:gd name="connsiteY21460" fmla="*/ 5254345 h 5599766"/>
              <a:gd name="connsiteX21461" fmla="*/ 5960227 w 10321503"/>
              <a:gd name="connsiteY21461" fmla="*/ 5255010 h 5599766"/>
              <a:gd name="connsiteX21462" fmla="*/ 5956697 w 10321503"/>
              <a:gd name="connsiteY21462" fmla="*/ 5261152 h 5599766"/>
              <a:gd name="connsiteX21463" fmla="*/ 5956083 w 10321503"/>
              <a:gd name="connsiteY21463" fmla="*/ 5261510 h 5599766"/>
              <a:gd name="connsiteX21464" fmla="*/ 6154307 w 10321503"/>
              <a:gd name="connsiteY21464" fmla="*/ 5261510 h 5599766"/>
              <a:gd name="connsiteX21465" fmla="*/ 6147243 w 10321503"/>
              <a:gd name="connsiteY21465" fmla="*/ 5261510 h 5599766"/>
              <a:gd name="connsiteX21466" fmla="*/ 6146629 w 10321503"/>
              <a:gd name="connsiteY21466" fmla="*/ 5261152 h 5599766"/>
              <a:gd name="connsiteX21467" fmla="*/ 6143098 w 10321503"/>
              <a:gd name="connsiteY21467" fmla="*/ 5255010 h 5599766"/>
              <a:gd name="connsiteX21468" fmla="*/ 6143098 w 10321503"/>
              <a:gd name="connsiteY21468" fmla="*/ 5254345 h 5599766"/>
              <a:gd name="connsiteX21469" fmla="*/ 6146629 w 10321503"/>
              <a:gd name="connsiteY21469" fmla="*/ 5248203 h 5599766"/>
              <a:gd name="connsiteX21470" fmla="*/ 6147243 w 10321503"/>
              <a:gd name="connsiteY21470" fmla="*/ 5247845 h 5599766"/>
              <a:gd name="connsiteX21471" fmla="*/ 6154307 w 10321503"/>
              <a:gd name="connsiteY21471" fmla="*/ 5247845 h 5599766"/>
              <a:gd name="connsiteX21472" fmla="*/ 6154921 w 10321503"/>
              <a:gd name="connsiteY21472" fmla="*/ 5248203 h 5599766"/>
              <a:gd name="connsiteX21473" fmla="*/ 6158453 w 10321503"/>
              <a:gd name="connsiteY21473" fmla="*/ 5254345 h 5599766"/>
              <a:gd name="connsiteX21474" fmla="*/ 6158453 w 10321503"/>
              <a:gd name="connsiteY21474" fmla="*/ 5255010 h 5599766"/>
              <a:gd name="connsiteX21475" fmla="*/ 6154921 w 10321503"/>
              <a:gd name="connsiteY21475" fmla="*/ 5261152 h 5599766"/>
              <a:gd name="connsiteX21476" fmla="*/ 6154307 w 10321503"/>
              <a:gd name="connsiteY21476" fmla="*/ 5261510 h 5599766"/>
              <a:gd name="connsiteX21477" fmla="*/ 6352582 w 10321503"/>
              <a:gd name="connsiteY21477" fmla="*/ 5261510 h 5599766"/>
              <a:gd name="connsiteX21478" fmla="*/ 6345519 w 10321503"/>
              <a:gd name="connsiteY21478" fmla="*/ 5261510 h 5599766"/>
              <a:gd name="connsiteX21479" fmla="*/ 6344904 w 10321503"/>
              <a:gd name="connsiteY21479" fmla="*/ 5261152 h 5599766"/>
              <a:gd name="connsiteX21480" fmla="*/ 6341373 w 10321503"/>
              <a:gd name="connsiteY21480" fmla="*/ 5255010 h 5599766"/>
              <a:gd name="connsiteX21481" fmla="*/ 6341373 w 10321503"/>
              <a:gd name="connsiteY21481" fmla="*/ 5254345 h 5599766"/>
              <a:gd name="connsiteX21482" fmla="*/ 6344904 w 10321503"/>
              <a:gd name="connsiteY21482" fmla="*/ 5248203 h 5599766"/>
              <a:gd name="connsiteX21483" fmla="*/ 6345519 w 10321503"/>
              <a:gd name="connsiteY21483" fmla="*/ 5247845 h 5599766"/>
              <a:gd name="connsiteX21484" fmla="*/ 6352582 w 10321503"/>
              <a:gd name="connsiteY21484" fmla="*/ 5247845 h 5599766"/>
              <a:gd name="connsiteX21485" fmla="*/ 6353196 w 10321503"/>
              <a:gd name="connsiteY21485" fmla="*/ 5248203 h 5599766"/>
              <a:gd name="connsiteX21486" fmla="*/ 6356728 w 10321503"/>
              <a:gd name="connsiteY21486" fmla="*/ 5254345 h 5599766"/>
              <a:gd name="connsiteX21487" fmla="*/ 6356728 w 10321503"/>
              <a:gd name="connsiteY21487" fmla="*/ 5255010 h 5599766"/>
              <a:gd name="connsiteX21488" fmla="*/ 6353196 w 10321503"/>
              <a:gd name="connsiteY21488" fmla="*/ 5261152 h 5599766"/>
              <a:gd name="connsiteX21489" fmla="*/ 6352582 w 10321503"/>
              <a:gd name="connsiteY21489" fmla="*/ 5261510 h 5599766"/>
              <a:gd name="connsiteX21490" fmla="*/ 6550807 w 10321503"/>
              <a:gd name="connsiteY21490" fmla="*/ 5261510 h 5599766"/>
              <a:gd name="connsiteX21491" fmla="*/ 6543744 w 10321503"/>
              <a:gd name="connsiteY21491" fmla="*/ 5261510 h 5599766"/>
              <a:gd name="connsiteX21492" fmla="*/ 6543129 w 10321503"/>
              <a:gd name="connsiteY21492" fmla="*/ 5261152 h 5599766"/>
              <a:gd name="connsiteX21493" fmla="*/ 6539598 w 10321503"/>
              <a:gd name="connsiteY21493" fmla="*/ 5255010 h 5599766"/>
              <a:gd name="connsiteX21494" fmla="*/ 6539598 w 10321503"/>
              <a:gd name="connsiteY21494" fmla="*/ 5254345 h 5599766"/>
              <a:gd name="connsiteX21495" fmla="*/ 6543129 w 10321503"/>
              <a:gd name="connsiteY21495" fmla="*/ 5248203 h 5599766"/>
              <a:gd name="connsiteX21496" fmla="*/ 6543744 w 10321503"/>
              <a:gd name="connsiteY21496" fmla="*/ 5247845 h 5599766"/>
              <a:gd name="connsiteX21497" fmla="*/ 6550807 w 10321503"/>
              <a:gd name="connsiteY21497" fmla="*/ 5247845 h 5599766"/>
              <a:gd name="connsiteX21498" fmla="*/ 6551420 w 10321503"/>
              <a:gd name="connsiteY21498" fmla="*/ 5248203 h 5599766"/>
              <a:gd name="connsiteX21499" fmla="*/ 6554953 w 10321503"/>
              <a:gd name="connsiteY21499" fmla="*/ 5254345 h 5599766"/>
              <a:gd name="connsiteX21500" fmla="*/ 6554953 w 10321503"/>
              <a:gd name="connsiteY21500" fmla="*/ 5255010 h 5599766"/>
              <a:gd name="connsiteX21501" fmla="*/ 6551420 w 10321503"/>
              <a:gd name="connsiteY21501" fmla="*/ 5261152 h 5599766"/>
              <a:gd name="connsiteX21502" fmla="*/ 6550807 w 10321503"/>
              <a:gd name="connsiteY21502" fmla="*/ 5261510 h 5599766"/>
              <a:gd name="connsiteX21503" fmla="*/ 6749031 w 10321503"/>
              <a:gd name="connsiteY21503" fmla="*/ 5261510 h 5599766"/>
              <a:gd name="connsiteX21504" fmla="*/ 6741967 w 10321503"/>
              <a:gd name="connsiteY21504" fmla="*/ 5261510 h 5599766"/>
              <a:gd name="connsiteX21505" fmla="*/ 6741354 w 10321503"/>
              <a:gd name="connsiteY21505" fmla="*/ 5261152 h 5599766"/>
              <a:gd name="connsiteX21506" fmla="*/ 6737823 w 10321503"/>
              <a:gd name="connsiteY21506" fmla="*/ 5255010 h 5599766"/>
              <a:gd name="connsiteX21507" fmla="*/ 6737823 w 10321503"/>
              <a:gd name="connsiteY21507" fmla="*/ 5254345 h 5599766"/>
              <a:gd name="connsiteX21508" fmla="*/ 6741354 w 10321503"/>
              <a:gd name="connsiteY21508" fmla="*/ 5248203 h 5599766"/>
              <a:gd name="connsiteX21509" fmla="*/ 6741967 w 10321503"/>
              <a:gd name="connsiteY21509" fmla="*/ 5247845 h 5599766"/>
              <a:gd name="connsiteX21510" fmla="*/ 6749031 w 10321503"/>
              <a:gd name="connsiteY21510" fmla="*/ 5247845 h 5599766"/>
              <a:gd name="connsiteX21511" fmla="*/ 6749646 w 10321503"/>
              <a:gd name="connsiteY21511" fmla="*/ 5248203 h 5599766"/>
              <a:gd name="connsiteX21512" fmla="*/ 6753177 w 10321503"/>
              <a:gd name="connsiteY21512" fmla="*/ 5254345 h 5599766"/>
              <a:gd name="connsiteX21513" fmla="*/ 6753177 w 10321503"/>
              <a:gd name="connsiteY21513" fmla="*/ 5255010 h 5599766"/>
              <a:gd name="connsiteX21514" fmla="*/ 6749646 w 10321503"/>
              <a:gd name="connsiteY21514" fmla="*/ 5261152 h 5599766"/>
              <a:gd name="connsiteX21515" fmla="*/ 6749031 w 10321503"/>
              <a:gd name="connsiteY21515" fmla="*/ 5261510 h 5599766"/>
              <a:gd name="connsiteX21516" fmla="*/ 6947256 w 10321503"/>
              <a:gd name="connsiteY21516" fmla="*/ 5261510 h 5599766"/>
              <a:gd name="connsiteX21517" fmla="*/ 6940193 w 10321503"/>
              <a:gd name="connsiteY21517" fmla="*/ 5261510 h 5599766"/>
              <a:gd name="connsiteX21518" fmla="*/ 6939578 w 10321503"/>
              <a:gd name="connsiteY21518" fmla="*/ 5261152 h 5599766"/>
              <a:gd name="connsiteX21519" fmla="*/ 6936048 w 10321503"/>
              <a:gd name="connsiteY21519" fmla="*/ 5255010 h 5599766"/>
              <a:gd name="connsiteX21520" fmla="*/ 6936048 w 10321503"/>
              <a:gd name="connsiteY21520" fmla="*/ 5254345 h 5599766"/>
              <a:gd name="connsiteX21521" fmla="*/ 6939578 w 10321503"/>
              <a:gd name="connsiteY21521" fmla="*/ 5248203 h 5599766"/>
              <a:gd name="connsiteX21522" fmla="*/ 6940193 w 10321503"/>
              <a:gd name="connsiteY21522" fmla="*/ 5247845 h 5599766"/>
              <a:gd name="connsiteX21523" fmla="*/ 6947256 w 10321503"/>
              <a:gd name="connsiteY21523" fmla="*/ 5247845 h 5599766"/>
              <a:gd name="connsiteX21524" fmla="*/ 6947870 w 10321503"/>
              <a:gd name="connsiteY21524" fmla="*/ 5248203 h 5599766"/>
              <a:gd name="connsiteX21525" fmla="*/ 6951402 w 10321503"/>
              <a:gd name="connsiteY21525" fmla="*/ 5254345 h 5599766"/>
              <a:gd name="connsiteX21526" fmla="*/ 6951402 w 10321503"/>
              <a:gd name="connsiteY21526" fmla="*/ 5255010 h 5599766"/>
              <a:gd name="connsiteX21527" fmla="*/ 6947870 w 10321503"/>
              <a:gd name="connsiteY21527" fmla="*/ 5261152 h 5599766"/>
              <a:gd name="connsiteX21528" fmla="*/ 6947256 w 10321503"/>
              <a:gd name="connsiteY21528" fmla="*/ 5261510 h 5599766"/>
              <a:gd name="connsiteX21529" fmla="*/ 7145470 w 10321503"/>
              <a:gd name="connsiteY21529" fmla="*/ 5261510 h 5599766"/>
              <a:gd name="connsiteX21530" fmla="*/ 7138406 w 10321503"/>
              <a:gd name="connsiteY21530" fmla="*/ 5261510 h 5599766"/>
              <a:gd name="connsiteX21531" fmla="*/ 7137793 w 10321503"/>
              <a:gd name="connsiteY21531" fmla="*/ 5261152 h 5599766"/>
              <a:gd name="connsiteX21532" fmla="*/ 7134260 w 10321503"/>
              <a:gd name="connsiteY21532" fmla="*/ 5255010 h 5599766"/>
              <a:gd name="connsiteX21533" fmla="*/ 7134260 w 10321503"/>
              <a:gd name="connsiteY21533" fmla="*/ 5254345 h 5599766"/>
              <a:gd name="connsiteX21534" fmla="*/ 7137793 w 10321503"/>
              <a:gd name="connsiteY21534" fmla="*/ 5248203 h 5599766"/>
              <a:gd name="connsiteX21535" fmla="*/ 7138406 w 10321503"/>
              <a:gd name="connsiteY21535" fmla="*/ 5247845 h 5599766"/>
              <a:gd name="connsiteX21536" fmla="*/ 7145470 w 10321503"/>
              <a:gd name="connsiteY21536" fmla="*/ 5247845 h 5599766"/>
              <a:gd name="connsiteX21537" fmla="*/ 7146084 w 10321503"/>
              <a:gd name="connsiteY21537" fmla="*/ 5248203 h 5599766"/>
              <a:gd name="connsiteX21538" fmla="*/ 7149616 w 10321503"/>
              <a:gd name="connsiteY21538" fmla="*/ 5254345 h 5599766"/>
              <a:gd name="connsiteX21539" fmla="*/ 7149616 w 10321503"/>
              <a:gd name="connsiteY21539" fmla="*/ 5255010 h 5599766"/>
              <a:gd name="connsiteX21540" fmla="*/ 7146084 w 10321503"/>
              <a:gd name="connsiteY21540" fmla="*/ 5261152 h 5599766"/>
              <a:gd name="connsiteX21541" fmla="*/ 7145470 w 10321503"/>
              <a:gd name="connsiteY21541" fmla="*/ 5261510 h 5599766"/>
              <a:gd name="connsiteX21542" fmla="*/ 7343744 w 10321503"/>
              <a:gd name="connsiteY21542" fmla="*/ 5261510 h 5599766"/>
              <a:gd name="connsiteX21543" fmla="*/ 7336680 w 10321503"/>
              <a:gd name="connsiteY21543" fmla="*/ 5261510 h 5599766"/>
              <a:gd name="connsiteX21544" fmla="*/ 7336065 w 10321503"/>
              <a:gd name="connsiteY21544" fmla="*/ 5261152 h 5599766"/>
              <a:gd name="connsiteX21545" fmla="*/ 7332534 w 10321503"/>
              <a:gd name="connsiteY21545" fmla="*/ 5255010 h 5599766"/>
              <a:gd name="connsiteX21546" fmla="*/ 7332534 w 10321503"/>
              <a:gd name="connsiteY21546" fmla="*/ 5254345 h 5599766"/>
              <a:gd name="connsiteX21547" fmla="*/ 7336065 w 10321503"/>
              <a:gd name="connsiteY21547" fmla="*/ 5248203 h 5599766"/>
              <a:gd name="connsiteX21548" fmla="*/ 7336680 w 10321503"/>
              <a:gd name="connsiteY21548" fmla="*/ 5247845 h 5599766"/>
              <a:gd name="connsiteX21549" fmla="*/ 7343744 w 10321503"/>
              <a:gd name="connsiteY21549" fmla="*/ 5247845 h 5599766"/>
              <a:gd name="connsiteX21550" fmla="*/ 7344358 w 10321503"/>
              <a:gd name="connsiteY21550" fmla="*/ 5248203 h 5599766"/>
              <a:gd name="connsiteX21551" fmla="*/ 7347889 w 10321503"/>
              <a:gd name="connsiteY21551" fmla="*/ 5254345 h 5599766"/>
              <a:gd name="connsiteX21552" fmla="*/ 7347889 w 10321503"/>
              <a:gd name="connsiteY21552" fmla="*/ 5255010 h 5599766"/>
              <a:gd name="connsiteX21553" fmla="*/ 7344358 w 10321503"/>
              <a:gd name="connsiteY21553" fmla="*/ 5261152 h 5599766"/>
              <a:gd name="connsiteX21554" fmla="*/ 7343744 w 10321503"/>
              <a:gd name="connsiteY21554" fmla="*/ 5261510 h 5599766"/>
              <a:gd name="connsiteX21555" fmla="*/ 7541939 w 10321503"/>
              <a:gd name="connsiteY21555" fmla="*/ 5261510 h 5599766"/>
              <a:gd name="connsiteX21556" fmla="*/ 7534875 w 10321503"/>
              <a:gd name="connsiteY21556" fmla="*/ 5261510 h 5599766"/>
              <a:gd name="connsiteX21557" fmla="*/ 7534261 w 10321503"/>
              <a:gd name="connsiteY21557" fmla="*/ 5261152 h 5599766"/>
              <a:gd name="connsiteX21558" fmla="*/ 7530730 w 10321503"/>
              <a:gd name="connsiteY21558" fmla="*/ 5255010 h 5599766"/>
              <a:gd name="connsiteX21559" fmla="*/ 7530730 w 10321503"/>
              <a:gd name="connsiteY21559" fmla="*/ 5254345 h 5599766"/>
              <a:gd name="connsiteX21560" fmla="*/ 7534261 w 10321503"/>
              <a:gd name="connsiteY21560" fmla="*/ 5248203 h 5599766"/>
              <a:gd name="connsiteX21561" fmla="*/ 7534875 w 10321503"/>
              <a:gd name="connsiteY21561" fmla="*/ 5247845 h 5599766"/>
              <a:gd name="connsiteX21562" fmla="*/ 7541939 w 10321503"/>
              <a:gd name="connsiteY21562" fmla="*/ 5247845 h 5599766"/>
              <a:gd name="connsiteX21563" fmla="*/ 7542553 w 10321503"/>
              <a:gd name="connsiteY21563" fmla="*/ 5248203 h 5599766"/>
              <a:gd name="connsiteX21564" fmla="*/ 7546085 w 10321503"/>
              <a:gd name="connsiteY21564" fmla="*/ 5254345 h 5599766"/>
              <a:gd name="connsiteX21565" fmla="*/ 7546085 w 10321503"/>
              <a:gd name="connsiteY21565" fmla="*/ 5255010 h 5599766"/>
              <a:gd name="connsiteX21566" fmla="*/ 7542553 w 10321503"/>
              <a:gd name="connsiteY21566" fmla="*/ 5261152 h 5599766"/>
              <a:gd name="connsiteX21567" fmla="*/ 7541939 w 10321503"/>
              <a:gd name="connsiteY21567" fmla="*/ 5261510 h 5599766"/>
              <a:gd name="connsiteX21568" fmla="*/ 7740128 w 10321503"/>
              <a:gd name="connsiteY21568" fmla="*/ 5261510 h 5599766"/>
              <a:gd name="connsiteX21569" fmla="*/ 7733065 w 10321503"/>
              <a:gd name="connsiteY21569" fmla="*/ 5261510 h 5599766"/>
              <a:gd name="connsiteX21570" fmla="*/ 7732451 w 10321503"/>
              <a:gd name="connsiteY21570" fmla="*/ 5261152 h 5599766"/>
              <a:gd name="connsiteX21571" fmla="*/ 7728919 w 10321503"/>
              <a:gd name="connsiteY21571" fmla="*/ 5255010 h 5599766"/>
              <a:gd name="connsiteX21572" fmla="*/ 7728919 w 10321503"/>
              <a:gd name="connsiteY21572" fmla="*/ 5254345 h 5599766"/>
              <a:gd name="connsiteX21573" fmla="*/ 7732451 w 10321503"/>
              <a:gd name="connsiteY21573" fmla="*/ 5248203 h 5599766"/>
              <a:gd name="connsiteX21574" fmla="*/ 7733065 w 10321503"/>
              <a:gd name="connsiteY21574" fmla="*/ 5247845 h 5599766"/>
              <a:gd name="connsiteX21575" fmla="*/ 7740128 w 10321503"/>
              <a:gd name="connsiteY21575" fmla="*/ 5247845 h 5599766"/>
              <a:gd name="connsiteX21576" fmla="*/ 7740742 w 10321503"/>
              <a:gd name="connsiteY21576" fmla="*/ 5248203 h 5599766"/>
              <a:gd name="connsiteX21577" fmla="*/ 7744274 w 10321503"/>
              <a:gd name="connsiteY21577" fmla="*/ 5254345 h 5599766"/>
              <a:gd name="connsiteX21578" fmla="*/ 7744274 w 10321503"/>
              <a:gd name="connsiteY21578" fmla="*/ 5255010 h 5599766"/>
              <a:gd name="connsiteX21579" fmla="*/ 7740742 w 10321503"/>
              <a:gd name="connsiteY21579" fmla="*/ 5261152 h 5599766"/>
              <a:gd name="connsiteX21580" fmla="*/ 7740128 w 10321503"/>
              <a:gd name="connsiteY21580" fmla="*/ 5261510 h 5599766"/>
              <a:gd name="connsiteX21581" fmla="*/ 7938307 w 10321503"/>
              <a:gd name="connsiteY21581" fmla="*/ 5261510 h 5599766"/>
              <a:gd name="connsiteX21582" fmla="*/ 7931243 w 10321503"/>
              <a:gd name="connsiteY21582" fmla="*/ 5261510 h 5599766"/>
              <a:gd name="connsiteX21583" fmla="*/ 7930629 w 10321503"/>
              <a:gd name="connsiteY21583" fmla="*/ 5261152 h 5599766"/>
              <a:gd name="connsiteX21584" fmla="*/ 7927098 w 10321503"/>
              <a:gd name="connsiteY21584" fmla="*/ 5255010 h 5599766"/>
              <a:gd name="connsiteX21585" fmla="*/ 7927098 w 10321503"/>
              <a:gd name="connsiteY21585" fmla="*/ 5254345 h 5599766"/>
              <a:gd name="connsiteX21586" fmla="*/ 7930629 w 10321503"/>
              <a:gd name="connsiteY21586" fmla="*/ 5248203 h 5599766"/>
              <a:gd name="connsiteX21587" fmla="*/ 7931243 w 10321503"/>
              <a:gd name="connsiteY21587" fmla="*/ 5247845 h 5599766"/>
              <a:gd name="connsiteX21588" fmla="*/ 7938307 w 10321503"/>
              <a:gd name="connsiteY21588" fmla="*/ 5247845 h 5599766"/>
              <a:gd name="connsiteX21589" fmla="*/ 7938921 w 10321503"/>
              <a:gd name="connsiteY21589" fmla="*/ 5248203 h 5599766"/>
              <a:gd name="connsiteX21590" fmla="*/ 7942452 w 10321503"/>
              <a:gd name="connsiteY21590" fmla="*/ 5254345 h 5599766"/>
              <a:gd name="connsiteX21591" fmla="*/ 7942452 w 10321503"/>
              <a:gd name="connsiteY21591" fmla="*/ 5255010 h 5599766"/>
              <a:gd name="connsiteX21592" fmla="*/ 7938921 w 10321503"/>
              <a:gd name="connsiteY21592" fmla="*/ 5261152 h 5599766"/>
              <a:gd name="connsiteX21593" fmla="*/ 7938307 w 10321503"/>
              <a:gd name="connsiteY21593" fmla="*/ 5261510 h 5599766"/>
              <a:gd name="connsiteX21594" fmla="*/ 8136562 w 10321503"/>
              <a:gd name="connsiteY21594" fmla="*/ 5261510 h 5599766"/>
              <a:gd name="connsiteX21595" fmla="*/ 8129499 w 10321503"/>
              <a:gd name="connsiteY21595" fmla="*/ 5261510 h 5599766"/>
              <a:gd name="connsiteX21596" fmla="*/ 8128886 w 10321503"/>
              <a:gd name="connsiteY21596" fmla="*/ 5261152 h 5599766"/>
              <a:gd name="connsiteX21597" fmla="*/ 8125354 w 10321503"/>
              <a:gd name="connsiteY21597" fmla="*/ 5255010 h 5599766"/>
              <a:gd name="connsiteX21598" fmla="*/ 8125354 w 10321503"/>
              <a:gd name="connsiteY21598" fmla="*/ 5254345 h 5599766"/>
              <a:gd name="connsiteX21599" fmla="*/ 8128886 w 10321503"/>
              <a:gd name="connsiteY21599" fmla="*/ 5248203 h 5599766"/>
              <a:gd name="connsiteX21600" fmla="*/ 8129499 w 10321503"/>
              <a:gd name="connsiteY21600" fmla="*/ 5247845 h 5599766"/>
              <a:gd name="connsiteX21601" fmla="*/ 8136562 w 10321503"/>
              <a:gd name="connsiteY21601" fmla="*/ 5247845 h 5599766"/>
              <a:gd name="connsiteX21602" fmla="*/ 8137178 w 10321503"/>
              <a:gd name="connsiteY21602" fmla="*/ 5248203 h 5599766"/>
              <a:gd name="connsiteX21603" fmla="*/ 8140710 w 10321503"/>
              <a:gd name="connsiteY21603" fmla="*/ 5254345 h 5599766"/>
              <a:gd name="connsiteX21604" fmla="*/ 8140710 w 10321503"/>
              <a:gd name="connsiteY21604" fmla="*/ 5255010 h 5599766"/>
              <a:gd name="connsiteX21605" fmla="*/ 8137178 w 10321503"/>
              <a:gd name="connsiteY21605" fmla="*/ 5261152 h 5599766"/>
              <a:gd name="connsiteX21606" fmla="*/ 8136562 w 10321503"/>
              <a:gd name="connsiteY21606" fmla="*/ 5261510 h 5599766"/>
              <a:gd name="connsiteX21607" fmla="*/ 8334876 w 10321503"/>
              <a:gd name="connsiteY21607" fmla="*/ 5261510 h 5599766"/>
              <a:gd name="connsiteX21608" fmla="*/ 8327811 w 10321503"/>
              <a:gd name="connsiteY21608" fmla="*/ 5261510 h 5599766"/>
              <a:gd name="connsiteX21609" fmla="*/ 8327198 w 10321503"/>
              <a:gd name="connsiteY21609" fmla="*/ 5261152 h 5599766"/>
              <a:gd name="connsiteX21610" fmla="*/ 8323665 w 10321503"/>
              <a:gd name="connsiteY21610" fmla="*/ 5255010 h 5599766"/>
              <a:gd name="connsiteX21611" fmla="*/ 8323665 w 10321503"/>
              <a:gd name="connsiteY21611" fmla="*/ 5254345 h 5599766"/>
              <a:gd name="connsiteX21612" fmla="*/ 8327198 w 10321503"/>
              <a:gd name="connsiteY21612" fmla="*/ 5248203 h 5599766"/>
              <a:gd name="connsiteX21613" fmla="*/ 8327811 w 10321503"/>
              <a:gd name="connsiteY21613" fmla="*/ 5247845 h 5599766"/>
              <a:gd name="connsiteX21614" fmla="*/ 8334876 w 10321503"/>
              <a:gd name="connsiteY21614" fmla="*/ 5247845 h 5599766"/>
              <a:gd name="connsiteX21615" fmla="*/ 8335490 w 10321503"/>
              <a:gd name="connsiteY21615" fmla="*/ 5248203 h 5599766"/>
              <a:gd name="connsiteX21616" fmla="*/ 8339022 w 10321503"/>
              <a:gd name="connsiteY21616" fmla="*/ 5254345 h 5599766"/>
              <a:gd name="connsiteX21617" fmla="*/ 8339022 w 10321503"/>
              <a:gd name="connsiteY21617" fmla="*/ 5255010 h 5599766"/>
              <a:gd name="connsiteX21618" fmla="*/ 8335490 w 10321503"/>
              <a:gd name="connsiteY21618" fmla="*/ 5261152 h 5599766"/>
              <a:gd name="connsiteX21619" fmla="*/ 8334876 w 10321503"/>
              <a:gd name="connsiteY21619" fmla="*/ 5261510 h 5599766"/>
              <a:gd name="connsiteX21620" fmla="*/ 8533107 w 10321503"/>
              <a:gd name="connsiteY21620" fmla="*/ 5261510 h 5599766"/>
              <a:gd name="connsiteX21621" fmla="*/ 8526043 w 10321503"/>
              <a:gd name="connsiteY21621" fmla="*/ 5261510 h 5599766"/>
              <a:gd name="connsiteX21622" fmla="*/ 8525429 w 10321503"/>
              <a:gd name="connsiteY21622" fmla="*/ 5261152 h 5599766"/>
              <a:gd name="connsiteX21623" fmla="*/ 8521898 w 10321503"/>
              <a:gd name="connsiteY21623" fmla="*/ 5255010 h 5599766"/>
              <a:gd name="connsiteX21624" fmla="*/ 8521898 w 10321503"/>
              <a:gd name="connsiteY21624" fmla="*/ 5254345 h 5599766"/>
              <a:gd name="connsiteX21625" fmla="*/ 8525429 w 10321503"/>
              <a:gd name="connsiteY21625" fmla="*/ 5248203 h 5599766"/>
              <a:gd name="connsiteX21626" fmla="*/ 8526043 w 10321503"/>
              <a:gd name="connsiteY21626" fmla="*/ 5247845 h 5599766"/>
              <a:gd name="connsiteX21627" fmla="*/ 8533107 w 10321503"/>
              <a:gd name="connsiteY21627" fmla="*/ 5247845 h 5599766"/>
              <a:gd name="connsiteX21628" fmla="*/ 8533721 w 10321503"/>
              <a:gd name="connsiteY21628" fmla="*/ 5248203 h 5599766"/>
              <a:gd name="connsiteX21629" fmla="*/ 8537252 w 10321503"/>
              <a:gd name="connsiteY21629" fmla="*/ 5254345 h 5599766"/>
              <a:gd name="connsiteX21630" fmla="*/ 8537252 w 10321503"/>
              <a:gd name="connsiteY21630" fmla="*/ 5255010 h 5599766"/>
              <a:gd name="connsiteX21631" fmla="*/ 8533721 w 10321503"/>
              <a:gd name="connsiteY21631" fmla="*/ 5261152 h 5599766"/>
              <a:gd name="connsiteX21632" fmla="*/ 8533107 w 10321503"/>
              <a:gd name="connsiteY21632" fmla="*/ 5261510 h 5599766"/>
              <a:gd name="connsiteX21633" fmla="*/ 8731325 w 10321503"/>
              <a:gd name="connsiteY21633" fmla="*/ 5261510 h 5599766"/>
              <a:gd name="connsiteX21634" fmla="*/ 8724263 w 10321503"/>
              <a:gd name="connsiteY21634" fmla="*/ 5261510 h 5599766"/>
              <a:gd name="connsiteX21635" fmla="*/ 8723649 w 10321503"/>
              <a:gd name="connsiteY21635" fmla="*/ 5261152 h 5599766"/>
              <a:gd name="connsiteX21636" fmla="*/ 8720117 w 10321503"/>
              <a:gd name="connsiteY21636" fmla="*/ 5255010 h 5599766"/>
              <a:gd name="connsiteX21637" fmla="*/ 8720117 w 10321503"/>
              <a:gd name="connsiteY21637" fmla="*/ 5254345 h 5599766"/>
              <a:gd name="connsiteX21638" fmla="*/ 8723649 w 10321503"/>
              <a:gd name="connsiteY21638" fmla="*/ 5248203 h 5599766"/>
              <a:gd name="connsiteX21639" fmla="*/ 8724263 w 10321503"/>
              <a:gd name="connsiteY21639" fmla="*/ 5247845 h 5599766"/>
              <a:gd name="connsiteX21640" fmla="*/ 8731325 w 10321503"/>
              <a:gd name="connsiteY21640" fmla="*/ 5247845 h 5599766"/>
              <a:gd name="connsiteX21641" fmla="*/ 8731940 w 10321503"/>
              <a:gd name="connsiteY21641" fmla="*/ 5248203 h 5599766"/>
              <a:gd name="connsiteX21642" fmla="*/ 8735473 w 10321503"/>
              <a:gd name="connsiteY21642" fmla="*/ 5254345 h 5599766"/>
              <a:gd name="connsiteX21643" fmla="*/ 8735473 w 10321503"/>
              <a:gd name="connsiteY21643" fmla="*/ 5255010 h 5599766"/>
              <a:gd name="connsiteX21644" fmla="*/ 8731940 w 10321503"/>
              <a:gd name="connsiteY21644" fmla="*/ 5261152 h 5599766"/>
              <a:gd name="connsiteX21645" fmla="*/ 8731325 w 10321503"/>
              <a:gd name="connsiteY21645" fmla="*/ 5261510 h 5599766"/>
              <a:gd name="connsiteX21646" fmla="*/ 8929556 w 10321503"/>
              <a:gd name="connsiteY21646" fmla="*/ 5261510 h 5599766"/>
              <a:gd name="connsiteX21647" fmla="*/ 8922493 w 10321503"/>
              <a:gd name="connsiteY21647" fmla="*/ 5261510 h 5599766"/>
              <a:gd name="connsiteX21648" fmla="*/ 8921878 w 10321503"/>
              <a:gd name="connsiteY21648" fmla="*/ 5261152 h 5599766"/>
              <a:gd name="connsiteX21649" fmla="*/ 8918348 w 10321503"/>
              <a:gd name="connsiteY21649" fmla="*/ 5255010 h 5599766"/>
              <a:gd name="connsiteX21650" fmla="*/ 8918348 w 10321503"/>
              <a:gd name="connsiteY21650" fmla="*/ 5254345 h 5599766"/>
              <a:gd name="connsiteX21651" fmla="*/ 8921878 w 10321503"/>
              <a:gd name="connsiteY21651" fmla="*/ 5248203 h 5599766"/>
              <a:gd name="connsiteX21652" fmla="*/ 8922493 w 10321503"/>
              <a:gd name="connsiteY21652" fmla="*/ 5247845 h 5599766"/>
              <a:gd name="connsiteX21653" fmla="*/ 8929556 w 10321503"/>
              <a:gd name="connsiteY21653" fmla="*/ 5247845 h 5599766"/>
              <a:gd name="connsiteX21654" fmla="*/ 8930170 w 10321503"/>
              <a:gd name="connsiteY21654" fmla="*/ 5248203 h 5599766"/>
              <a:gd name="connsiteX21655" fmla="*/ 8933702 w 10321503"/>
              <a:gd name="connsiteY21655" fmla="*/ 5254345 h 5599766"/>
              <a:gd name="connsiteX21656" fmla="*/ 8933702 w 10321503"/>
              <a:gd name="connsiteY21656" fmla="*/ 5255010 h 5599766"/>
              <a:gd name="connsiteX21657" fmla="*/ 8930170 w 10321503"/>
              <a:gd name="connsiteY21657" fmla="*/ 5261152 h 5599766"/>
              <a:gd name="connsiteX21658" fmla="*/ 8929556 w 10321503"/>
              <a:gd name="connsiteY21658" fmla="*/ 5261510 h 5599766"/>
              <a:gd name="connsiteX21659" fmla="*/ 9127718 w 10321503"/>
              <a:gd name="connsiteY21659" fmla="*/ 5261510 h 5599766"/>
              <a:gd name="connsiteX21660" fmla="*/ 9120657 w 10321503"/>
              <a:gd name="connsiteY21660" fmla="*/ 5261510 h 5599766"/>
              <a:gd name="connsiteX21661" fmla="*/ 9120044 w 10321503"/>
              <a:gd name="connsiteY21661" fmla="*/ 5261152 h 5599766"/>
              <a:gd name="connsiteX21662" fmla="*/ 9116510 w 10321503"/>
              <a:gd name="connsiteY21662" fmla="*/ 5255010 h 5599766"/>
              <a:gd name="connsiteX21663" fmla="*/ 9116510 w 10321503"/>
              <a:gd name="connsiteY21663" fmla="*/ 5254345 h 5599766"/>
              <a:gd name="connsiteX21664" fmla="*/ 9120044 w 10321503"/>
              <a:gd name="connsiteY21664" fmla="*/ 5248203 h 5599766"/>
              <a:gd name="connsiteX21665" fmla="*/ 9120657 w 10321503"/>
              <a:gd name="connsiteY21665" fmla="*/ 5247845 h 5599766"/>
              <a:gd name="connsiteX21666" fmla="*/ 9127718 w 10321503"/>
              <a:gd name="connsiteY21666" fmla="*/ 5247845 h 5599766"/>
              <a:gd name="connsiteX21667" fmla="*/ 9128333 w 10321503"/>
              <a:gd name="connsiteY21667" fmla="*/ 5248203 h 5599766"/>
              <a:gd name="connsiteX21668" fmla="*/ 9131865 w 10321503"/>
              <a:gd name="connsiteY21668" fmla="*/ 5254345 h 5599766"/>
              <a:gd name="connsiteX21669" fmla="*/ 9131865 w 10321503"/>
              <a:gd name="connsiteY21669" fmla="*/ 5255010 h 5599766"/>
              <a:gd name="connsiteX21670" fmla="*/ 9128333 w 10321503"/>
              <a:gd name="connsiteY21670" fmla="*/ 5261152 h 5599766"/>
              <a:gd name="connsiteX21671" fmla="*/ 9127718 w 10321503"/>
              <a:gd name="connsiteY21671" fmla="*/ 5261510 h 5599766"/>
              <a:gd name="connsiteX21672" fmla="*/ 9325945 w 10321503"/>
              <a:gd name="connsiteY21672" fmla="*/ 5261510 h 5599766"/>
              <a:gd name="connsiteX21673" fmla="*/ 9318882 w 10321503"/>
              <a:gd name="connsiteY21673" fmla="*/ 5261510 h 5599766"/>
              <a:gd name="connsiteX21674" fmla="*/ 9318268 w 10321503"/>
              <a:gd name="connsiteY21674" fmla="*/ 5261152 h 5599766"/>
              <a:gd name="connsiteX21675" fmla="*/ 9314736 w 10321503"/>
              <a:gd name="connsiteY21675" fmla="*/ 5255010 h 5599766"/>
              <a:gd name="connsiteX21676" fmla="*/ 9314736 w 10321503"/>
              <a:gd name="connsiteY21676" fmla="*/ 5254345 h 5599766"/>
              <a:gd name="connsiteX21677" fmla="*/ 9318268 w 10321503"/>
              <a:gd name="connsiteY21677" fmla="*/ 5248203 h 5599766"/>
              <a:gd name="connsiteX21678" fmla="*/ 9318882 w 10321503"/>
              <a:gd name="connsiteY21678" fmla="*/ 5247845 h 5599766"/>
              <a:gd name="connsiteX21679" fmla="*/ 9325945 w 10321503"/>
              <a:gd name="connsiteY21679" fmla="*/ 5247845 h 5599766"/>
              <a:gd name="connsiteX21680" fmla="*/ 9326562 w 10321503"/>
              <a:gd name="connsiteY21680" fmla="*/ 5248203 h 5599766"/>
              <a:gd name="connsiteX21681" fmla="*/ 9330092 w 10321503"/>
              <a:gd name="connsiteY21681" fmla="*/ 5254345 h 5599766"/>
              <a:gd name="connsiteX21682" fmla="*/ 9330092 w 10321503"/>
              <a:gd name="connsiteY21682" fmla="*/ 5255010 h 5599766"/>
              <a:gd name="connsiteX21683" fmla="*/ 9326562 w 10321503"/>
              <a:gd name="connsiteY21683" fmla="*/ 5261152 h 5599766"/>
              <a:gd name="connsiteX21684" fmla="*/ 9325945 w 10321503"/>
              <a:gd name="connsiteY21684" fmla="*/ 5261510 h 5599766"/>
              <a:gd name="connsiteX21685" fmla="*/ 9524167 w 10321503"/>
              <a:gd name="connsiteY21685" fmla="*/ 5261510 h 5599766"/>
              <a:gd name="connsiteX21686" fmla="*/ 9517103 w 10321503"/>
              <a:gd name="connsiteY21686" fmla="*/ 5261510 h 5599766"/>
              <a:gd name="connsiteX21687" fmla="*/ 9516489 w 10321503"/>
              <a:gd name="connsiteY21687" fmla="*/ 5261152 h 5599766"/>
              <a:gd name="connsiteX21688" fmla="*/ 9512956 w 10321503"/>
              <a:gd name="connsiteY21688" fmla="*/ 5255010 h 5599766"/>
              <a:gd name="connsiteX21689" fmla="*/ 9512956 w 10321503"/>
              <a:gd name="connsiteY21689" fmla="*/ 5254345 h 5599766"/>
              <a:gd name="connsiteX21690" fmla="*/ 9516489 w 10321503"/>
              <a:gd name="connsiteY21690" fmla="*/ 5248203 h 5599766"/>
              <a:gd name="connsiteX21691" fmla="*/ 9517103 w 10321503"/>
              <a:gd name="connsiteY21691" fmla="*/ 5247845 h 5599766"/>
              <a:gd name="connsiteX21692" fmla="*/ 9524167 w 10321503"/>
              <a:gd name="connsiteY21692" fmla="*/ 5247845 h 5599766"/>
              <a:gd name="connsiteX21693" fmla="*/ 9524780 w 10321503"/>
              <a:gd name="connsiteY21693" fmla="*/ 5248203 h 5599766"/>
              <a:gd name="connsiteX21694" fmla="*/ 9528313 w 10321503"/>
              <a:gd name="connsiteY21694" fmla="*/ 5254345 h 5599766"/>
              <a:gd name="connsiteX21695" fmla="*/ 9528313 w 10321503"/>
              <a:gd name="connsiteY21695" fmla="*/ 5255010 h 5599766"/>
              <a:gd name="connsiteX21696" fmla="*/ 9524780 w 10321503"/>
              <a:gd name="connsiteY21696" fmla="*/ 5261152 h 5599766"/>
              <a:gd name="connsiteX21697" fmla="*/ 9524167 w 10321503"/>
              <a:gd name="connsiteY21697" fmla="*/ 5261510 h 5599766"/>
              <a:gd name="connsiteX21698" fmla="*/ 9722558 w 10321503"/>
              <a:gd name="connsiteY21698" fmla="*/ 5261510 h 5599766"/>
              <a:gd name="connsiteX21699" fmla="*/ 9715496 w 10321503"/>
              <a:gd name="connsiteY21699" fmla="*/ 5261510 h 5599766"/>
              <a:gd name="connsiteX21700" fmla="*/ 9714881 w 10321503"/>
              <a:gd name="connsiteY21700" fmla="*/ 5261152 h 5599766"/>
              <a:gd name="connsiteX21701" fmla="*/ 9711351 w 10321503"/>
              <a:gd name="connsiteY21701" fmla="*/ 5255010 h 5599766"/>
              <a:gd name="connsiteX21702" fmla="*/ 9711351 w 10321503"/>
              <a:gd name="connsiteY21702" fmla="*/ 5254345 h 5599766"/>
              <a:gd name="connsiteX21703" fmla="*/ 9714881 w 10321503"/>
              <a:gd name="connsiteY21703" fmla="*/ 5248203 h 5599766"/>
              <a:gd name="connsiteX21704" fmla="*/ 9715496 w 10321503"/>
              <a:gd name="connsiteY21704" fmla="*/ 5247845 h 5599766"/>
              <a:gd name="connsiteX21705" fmla="*/ 9722558 w 10321503"/>
              <a:gd name="connsiteY21705" fmla="*/ 5247845 h 5599766"/>
              <a:gd name="connsiteX21706" fmla="*/ 9723173 w 10321503"/>
              <a:gd name="connsiteY21706" fmla="*/ 5248203 h 5599766"/>
              <a:gd name="connsiteX21707" fmla="*/ 9726705 w 10321503"/>
              <a:gd name="connsiteY21707" fmla="*/ 5254345 h 5599766"/>
              <a:gd name="connsiteX21708" fmla="*/ 9726705 w 10321503"/>
              <a:gd name="connsiteY21708" fmla="*/ 5255010 h 5599766"/>
              <a:gd name="connsiteX21709" fmla="*/ 9723173 w 10321503"/>
              <a:gd name="connsiteY21709" fmla="*/ 5261152 h 5599766"/>
              <a:gd name="connsiteX21710" fmla="*/ 9722558 w 10321503"/>
              <a:gd name="connsiteY21710" fmla="*/ 5261510 h 5599766"/>
              <a:gd name="connsiteX21711" fmla="*/ 9920765 w 10321503"/>
              <a:gd name="connsiteY21711" fmla="*/ 5261510 h 5599766"/>
              <a:gd name="connsiteX21712" fmla="*/ 9913702 w 10321503"/>
              <a:gd name="connsiteY21712" fmla="*/ 5261510 h 5599766"/>
              <a:gd name="connsiteX21713" fmla="*/ 9913088 w 10321503"/>
              <a:gd name="connsiteY21713" fmla="*/ 5261152 h 5599766"/>
              <a:gd name="connsiteX21714" fmla="*/ 9909557 w 10321503"/>
              <a:gd name="connsiteY21714" fmla="*/ 5255010 h 5599766"/>
              <a:gd name="connsiteX21715" fmla="*/ 9909557 w 10321503"/>
              <a:gd name="connsiteY21715" fmla="*/ 5254345 h 5599766"/>
              <a:gd name="connsiteX21716" fmla="*/ 9913088 w 10321503"/>
              <a:gd name="connsiteY21716" fmla="*/ 5248203 h 5599766"/>
              <a:gd name="connsiteX21717" fmla="*/ 9913702 w 10321503"/>
              <a:gd name="connsiteY21717" fmla="*/ 5247845 h 5599766"/>
              <a:gd name="connsiteX21718" fmla="*/ 9920765 w 10321503"/>
              <a:gd name="connsiteY21718" fmla="*/ 5247845 h 5599766"/>
              <a:gd name="connsiteX21719" fmla="*/ 9921379 w 10321503"/>
              <a:gd name="connsiteY21719" fmla="*/ 5248203 h 5599766"/>
              <a:gd name="connsiteX21720" fmla="*/ 9924912 w 10321503"/>
              <a:gd name="connsiteY21720" fmla="*/ 5254345 h 5599766"/>
              <a:gd name="connsiteX21721" fmla="*/ 9924912 w 10321503"/>
              <a:gd name="connsiteY21721" fmla="*/ 5255010 h 5599766"/>
              <a:gd name="connsiteX21722" fmla="*/ 9921379 w 10321503"/>
              <a:gd name="connsiteY21722" fmla="*/ 5261152 h 5599766"/>
              <a:gd name="connsiteX21723" fmla="*/ 9920765 w 10321503"/>
              <a:gd name="connsiteY21723" fmla="*/ 5261510 h 5599766"/>
              <a:gd name="connsiteX21724" fmla="*/ 10118922 w 10321503"/>
              <a:gd name="connsiteY21724" fmla="*/ 5261510 h 5599766"/>
              <a:gd name="connsiteX21725" fmla="*/ 10111859 w 10321503"/>
              <a:gd name="connsiteY21725" fmla="*/ 5261510 h 5599766"/>
              <a:gd name="connsiteX21726" fmla="*/ 10111245 w 10321503"/>
              <a:gd name="connsiteY21726" fmla="*/ 5261152 h 5599766"/>
              <a:gd name="connsiteX21727" fmla="*/ 10107714 w 10321503"/>
              <a:gd name="connsiteY21727" fmla="*/ 5255010 h 5599766"/>
              <a:gd name="connsiteX21728" fmla="*/ 10107714 w 10321503"/>
              <a:gd name="connsiteY21728" fmla="*/ 5254345 h 5599766"/>
              <a:gd name="connsiteX21729" fmla="*/ 10111245 w 10321503"/>
              <a:gd name="connsiteY21729" fmla="*/ 5248203 h 5599766"/>
              <a:gd name="connsiteX21730" fmla="*/ 10111859 w 10321503"/>
              <a:gd name="connsiteY21730" fmla="*/ 5247845 h 5599766"/>
              <a:gd name="connsiteX21731" fmla="*/ 10118922 w 10321503"/>
              <a:gd name="connsiteY21731" fmla="*/ 5247845 h 5599766"/>
              <a:gd name="connsiteX21732" fmla="*/ 10119537 w 10321503"/>
              <a:gd name="connsiteY21732" fmla="*/ 5248203 h 5599766"/>
              <a:gd name="connsiteX21733" fmla="*/ 10123069 w 10321503"/>
              <a:gd name="connsiteY21733" fmla="*/ 5254345 h 5599766"/>
              <a:gd name="connsiteX21734" fmla="*/ 10123069 w 10321503"/>
              <a:gd name="connsiteY21734" fmla="*/ 5255010 h 5599766"/>
              <a:gd name="connsiteX21735" fmla="*/ 10119537 w 10321503"/>
              <a:gd name="connsiteY21735" fmla="*/ 5261152 h 5599766"/>
              <a:gd name="connsiteX21736" fmla="*/ 10118922 w 10321503"/>
              <a:gd name="connsiteY21736" fmla="*/ 5261510 h 5599766"/>
              <a:gd name="connsiteX21737" fmla="*/ 10317179 w 10321503"/>
              <a:gd name="connsiteY21737" fmla="*/ 5261510 h 5599766"/>
              <a:gd name="connsiteX21738" fmla="*/ 10310117 w 10321503"/>
              <a:gd name="connsiteY21738" fmla="*/ 5261510 h 5599766"/>
              <a:gd name="connsiteX21739" fmla="*/ 10309502 w 10321503"/>
              <a:gd name="connsiteY21739" fmla="*/ 5261152 h 5599766"/>
              <a:gd name="connsiteX21740" fmla="*/ 10305971 w 10321503"/>
              <a:gd name="connsiteY21740" fmla="*/ 5255010 h 5599766"/>
              <a:gd name="connsiteX21741" fmla="*/ 10305971 w 10321503"/>
              <a:gd name="connsiteY21741" fmla="*/ 5254345 h 5599766"/>
              <a:gd name="connsiteX21742" fmla="*/ 10309502 w 10321503"/>
              <a:gd name="connsiteY21742" fmla="*/ 5248203 h 5599766"/>
              <a:gd name="connsiteX21743" fmla="*/ 10310117 w 10321503"/>
              <a:gd name="connsiteY21743" fmla="*/ 5247845 h 5599766"/>
              <a:gd name="connsiteX21744" fmla="*/ 10317179 w 10321503"/>
              <a:gd name="connsiteY21744" fmla="*/ 5247845 h 5599766"/>
              <a:gd name="connsiteX21745" fmla="*/ 10317794 w 10321503"/>
              <a:gd name="connsiteY21745" fmla="*/ 5248203 h 5599766"/>
              <a:gd name="connsiteX21746" fmla="*/ 10321325 w 10321503"/>
              <a:gd name="connsiteY21746" fmla="*/ 5254345 h 5599766"/>
              <a:gd name="connsiteX21747" fmla="*/ 10321325 w 10321503"/>
              <a:gd name="connsiteY21747" fmla="*/ 5255010 h 5599766"/>
              <a:gd name="connsiteX21748" fmla="*/ 10317794 w 10321503"/>
              <a:gd name="connsiteY21748" fmla="*/ 5261152 h 5599766"/>
              <a:gd name="connsiteX21749" fmla="*/ 10317179 w 10321503"/>
              <a:gd name="connsiteY21749" fmla="*/ 5261510 h 5599766"/>
              <a:gd name="connsiteX21750" fmla="*/ 605979 w 10321503"/>
              <a:gd name="connsiteY21750" fmla="*/ 5424827 h 5599766"/>
              <a:gd name="connsiteX21751" fmla="*/ 598916 w 10321503"/>
              <a:gd name="connsiteY21751" fmla="*/ 5424827 h 5599766"/>
              <a:gd name="connsiteX21752" fmla="*/ 598302 w 10321503"/>
              <a:gd name="connsiteY21752" fmla="*/ 5424468 h 5599766"/>
              <a:gd name="connsiteX21753" fmla="*/ 594770 w 10321503"/>
              <a:gd name="connsiteY21753" fmla="*/ 5418326 h 5599766"/>
              <a:gd name="connsiteX21754" fmla="*/ 594770 w 10321503"/>
              <a:gd name="connsiteY21754" fmla="*/ 5417661 h 5599766"/>
              <a:gd name="connsiteX21755" fmla="*/ 598302 w 10321503"/>
              <a:gd name="connsiteY21755" fmla="*/ 5411520 h 5599766"/>
              <a:gd name="connsiteX21756" fmla="*/ 598916 w 10321503"/>
              <a:gd name="connsiteY21756" fmla="*/ 5411161 h 5599766"/>
              <a:gd name="connsiteX21757" fmla="*/ 605979 w 10321503"/>
              <a:gd name="connsiteY21757" fmla="*/ 5411161 h 5599766"/>
              <a:gd name="connsiteX21758" fmla="*/ 606593 w 10321503"/>
              <a:gd name="connsiteY21758" fmla="*/ 5411520 h 5599766"/>
              <a:gd name="connsiteX21759" fmla="*/ 610125 w 10321503"/>
              <a:gd name="connsiteY21759" fmla="*/ 5417661 h 5599766"/>
              <a:gd name="connsiteX21760" fmla="*/ 610125 w 10321503"/>
              <a:gd name="connsiteY21760" fmla="*/ 5418326 h 5599766"/>
              <a:gd name="connsiteX21761" fmla="*/ 606593 w 10321503"/>
              <a:gd name="connsiteY21761" fmla="*/ 5424468 h 5599766"/>
              <a:gd name="connsiteX21762" fmla="*/ 605979 w 10321503"/>
              <a:gd name="connsiteY21762" fmla="*/ 5424827 h 5599766"/>
              <a:gd name="connsiteX21763" fmla="*/ 11254 w 10321503"/>
              <a:gd name="connsiteY21763" fmla="*/ 5424830 h 5599766"/>
              <a:gd name="connsiteX21764" fmla="*/ 4192 w 10321503"/>
              <a:gd name="connsiteY21764" fmla="*/ 5424830 h 5599766"/>
              <a:gd name="connsiteX21765" fmla="*/ 3578 w 10321503"/>
              <a:gd name="connsiteY21765" fmla="*/ 5424472 h 5599766"/>
              <a:gd name="connsiteX21766" fmla="*/ 46 w 10321503"/>
              <a:gd name="connsiteY21766" fmla="*/ 5418329 h 5599766"/>
              <a:gd name="connsiteX21767" fmla="*/ 46 w 10321503"/>
              <a:gd name="connsiteY21767" fmla="*/ 5417664 h 5599766"/>
              <a:gd name="connsiteX21768" fmla="*/ 3578 w 10321503"/>
              <a:gd name="connsiteY21768" fmla="*/ 5411523 h 5599766"/>
              <a:gd name="connsiteX21769" fmla="*/ 4192 w 10321503"/>
              <a:gd name="connsiteY21769" fmla="*/ 5411164 h 5599766"/>
              <a:gd name="connsiteX21770" fmla="*/ 11254 w 10321503"/>
              <a:gd name="connsiteY21770" fmla="*/ 5411164 h 5599766"/>
              <a:gd name="connsiteX21771" fmla="*/ 11868 w 10321503"/>
              <a:gd name="connsiteY21771" fmla="*/ 5411523 h 5599766"/>
              <a:gd name="connsiteX21772" fmla="*/ 15400 w 10321503"/>
              <a:gd name="connsiteY21772" fmla="*/ 5417664 h 5599766"/>
              <a:gd name="connsiteX21773" fmla="*/ 15400 w 10321503"/>
              <a:gd name="connsiteY21773" fmla="*/ 5418329 h 5599766"/>
              <a:gd name="connsiteX21774" fmla="*/ 11868 w 10321503"/>
              <a:gd name="connsiteY21774" fmla="*/ 5424472 h 5599766"/>
              <a:gd name="connsiteX21775" fmla="*/ 11254 w 10321503"/>
              <a:gd name="connsiteY21775" fmla="*/ 5424830 h 5599766"/>
              <a:gd name="connsiteX21776" fmla="*/ 1795378 w 10321503"/>
              <a:gd name="connsiteY21776" fmla="*/ 5424838 h 5599766"/>
              <a:gd name="connsiteX21777" fmla="*/ 1788315 w 10321503"/>
              <a:gd name="connsiteY21777" fmla="*/ 5424838 h 5599766"/>
              <a:gd name="connsiteX21778" fmla="*/ 1787701 w 10321503"/>
              <a:gd name="connsiteY21778" fmla="*/ 5424480 h 5599766"/>
              <a:gd name="connsiteX21779" fmla="*/ 1784170 w 10321503"/>
              <a:gd name="connsiteY21779" fmla="*/ 5418337 h 5599766"/>
              <a:gd name="connsiteX21780" fmla="*/ 1784170 w 10321503"/>
              <a:gd name="connsiteY21780" fmla="*/ 5417672 h 5599766"/>
              <a:gd name="connsiteX21781" fmla="*/ 1787701 w 10321503"/>
              <a:gd name="connsiteY21781" fmla="*/ 5411530 h 5599766"/>
              <a:gd name="connsiteX21782" fmla="*/ 1788315 w 10321503"/>
              <a:gd name="connsiteY21782" fmla="*/ 5411172 h 5599766"/>
              <a:gd name="connsiteX21783" fmla="*/ 1795378 w 10321503"/>
              <a:gd name="connsiteY21783" fmla="*/ 5411172 h 5599766"/>
              <a:gd name="connsiteX21784" fmla="*/ 1795992 w 10321503"/>
              <a:gd name="connsiteY21784" fmla="*/ 5411530 h 5599766"/>
              <a:gd name="connsiteX21785" fmla="*/ 1799524 w 10321503"/>
              <a:gd name="connsiteY21785" fmla="*/ 5417672 h 5599766"/>
              <a:gd name="connsiteX21786" fmla="*/ 1799524 w 10321503"/>
              <a:gd name="connsiteY21786" fmla="*/ 5418337 h 5599766"/>
              <a:gd name="connsiteX21787" fmla="*/ 1795992 w 10321503"/>
              <a:gd name="connsiteY21787" fmla="*/ 5424480 h 5599766"/>
              <a:gd name="connsiteX21788" fmla="*/ 1795378 w 10321503"/>
              <a:gd name="connsiteY21788" fmla="*/ 5424838 h 5599766"/>
              <a:gd name="connsiteX21789" fmla="*/ 407754 w 10321503"/>
              <a:gd name="connsiteY21789" fmla="*/ 5424843 h 5599766"/>
              <a:gd name="connsiteX21790" fmla="*/ 400692 w 10321503"/>
              <a:gd name="connsiteY21790" fmla="*/ 5424843 h 5599766"/>
              <a:gd name="connsiteX21791" fmla="*/ 400078 w 10321503"/>
              <a:gd name="connsiteY21791" fmla="*/ 5424485 h 5599766"/>
              <a:gd name="connsiteX21792" fmla="*/ 396546 w 10321503"/>
              <a:gd name="connsiteY21792" fmla="*/ 5418343 h 5599766"/>
              <a:gd name="connsiteX21793" fmla="*/ 396546 w 10321503"/>
              <a:gd name="connsiteY21793" fmla="*/ 5417677 h 5599766"/>
              <a:gd name="connsiteX21794" fmla="*/ 400078 w 10321503"/>
              <a:gd name="connsiteY21794" fmla="*/ 5411535 h 5599766"/>
              <a:gd name="connsiteX21795" fmla="*/ 400692 w 10321503"/>
              <a:gd name="connsiteY21795" fmla="*/ 5411177 h 5599766"/>
              <a:gd name="connsiteX21796" fmla="*/ 407754 w 10321503"/>
              <a:gd name="connsiteY21796" fmla="*/ 5411177 h 5599766"/>
              <a:gd name="connsiteX21797" fmla="*/ 408369 w 10321503"/>
              <a:gd name="connsiteY21797" fmla="*/ 5411535 h 5599766"/>
              <a:gd name="connsiteX21798" fmla="*/ 411900 w 10321503"/>
              <a:gd name="connsiteY21798" fmla="*/ 5417677 h 5599766"/>
              <a:gd name="connsiteX21799" fmla="*/ 411900 w 10321503"/>
              <a:gd name="connsiteY21799" fmla="*/ 5418343 h 5599766"/>
              <a:gd name="connsiteX21800" fmla="*/ 408369 w 10321503"/>
              <a:gd name="connsiteY21800" fmla="*/ 5424485 h 5599766"/>
              <a:gd name="connsiteX21801" fmla="*/ 407754 w 10321503"/>
              <a:gd name="connsiteY21801" fmla="*/ 5424843 h 5599766"/>
              <a:gd name="connsiteX21802" fmla="*/ 1398928 w 10321503"/>
              <a:gd name="connsiteY21802" fmla="*/ 5424843 h 5599766"/>
              <a:gd name="connsiteX21803" fmla="*/ 1391866 w 10321503"/>
              <a:gd name="connsiteY21803" fmla="*/ 5424843 h 5599766"/>
              <a:gd name="connsiteX21804" fmla="*/ 1391252 w 10321503"/>
              <a:gd name="connsiteY21804" fmla="*/ 5424484 h 5599766"/>
              <a:gd name="connsiteX21805" fmla="*/ 1387720 w 10321503"/>
              <a:gd name="connsiteY21805" fmla="*/ 5418342 h 5599766"/>
              <a:gd name="connsiteX21806" fmla="*/ 1387720 w 10321503"/>
              <a:gd name="connsiteY21806" fmla="*/ 5417676 h 5599766"/>
              <a:gd name="connsiteX21807" fmla="*/ 1391252 w 10321503"/>
              <a:gd name="connsiteY21807" fmla="*/ 5411534 h 5599766"/>
              <a:gd name="connsiteX21808" fmla="*/ 1391866 w 10321503"/>
              <a:gd name="connsiteY21808" fmla="*/ 5411177 h 5599766"/>
              <a:gd name="connsiteX21809" fmla="*/ 1398928 w 10321503"/>
              <a:gd name="connsiteY21809" fmla="*/ 5411177 h 5599766"/>
              <a:gd name="connsiteX21810" fmla="*/ 1399544 w 10321503"/>
              <a:gd name="connsiteY21810" fmla="*/ 5411534 h 5599766"/>
              <a:gd name="connsiteX21811" fmla="*/ 1403074 w 10321503"/>
              <a:gd name="connsiteY21811" fmla="*/ 5417676 h 5599766"/>
              <a:gd name="connsiteX21812" fmla="*/ 1403074 w 10321503"/>
              <a:gd name="connsiteY21812" fmla="*/ 5418342 h 5599766"/>
              <a:gd name="connsiteX21813" fmla="*/ 1399544 w 10321503"/>
              <a:gd name="connsiteY21813" fmla="*/ 5424484 h 5599766"/>
              <a:gd name="connsiteX21814" fmla="*/ 1398928 w 10321503"/>
              <a:gd name="connsiteY21814" fmla="*/ 5424843 h 5599766"/>
              <a:gd name="connsiteX21815" fmla="*/ 804204 w 10321503"/>
              <a:gd name="connsiteY21815" fmla="*/ 5424854 h 5599766"/>
              <a:gd name="connsiteX21816" fmla="*/ 797140 w 10321503"/>
              <a:gd name="connsiteY21816" fmla="*/ 5424854 h 5599766"/>
              <a:gd name="connsiteX21817" fmla="*/ 796526 w 10321503"/>
              <a:gd name="connsiteY21817" fmla="*/ 5424495 h 5599766"/>
              <a:gd name="connsiteX21818" fmla="*/ 792995 w 10321503"/>
              <a:gd name="connsiteY21818" fmla="*/ 5418353 h 5599766"/>
              <a:gd name="connsiteX21819" fmla="*/ 792995 w 10321503"/>
              <a:gd name="connsiteY21819" fmla="*/ 5417688 h 5599766"/>
              <a:gd name="connsiteX21820" fmla="*/ 796526 w 10321503"/>
              <a:gd name="connsiteY21820" fmla="*/ 5411547 h 5599766"/>
              <a:gd name="connsiteX21821" fmla="*/ 797140 w 10321503"/>
              <a:gd name="connsiteY21821" fmla="*/ 5411188 h 5599766"/>
              <a:gd name="connsiteX21822" fmla="*/ 804204 w 10321503"/>
              <a:gd name="connsiteY21822" fmla="*/ 5411188 h 5599766"/>
              <a:gd name="connsiteX21823" fmla="*/ 804818 w 10321503"/>
              <a:gd name="connsiteY21823" fmla="*/ 5411547 h 5599766"/>
              <a:gd name="connsiteX21824" fmla="*/ 808350 w 10321503"/>
              <a:gd name="connsiteY21824" fmla="*/ 5417688 h 5599766"/>
              <a:gd name="connsiteX21825" fmla="*/ 808350 w 10321503"/>
              <a:gd name="connsiteY21825" fmla="*/ 5418353 h 5599766"/>
              <a:gd name="connsiteX21826" fmla="*/ 804818 w 10321503"/>
              <a:gd name="connsiteY21826" fmla="*/ 5424495 h 5599766"/>
              <a:gd name="connsiteX21827" fmla="*/ 804204 w 10321503"/>
              <a:gd name="connsiteY21827" fmla="*/ 5424854 h 5599766"/>
              <a:gd name="connsiteX21828" fmla="*/ 1200704 w 10321503"/>
              <a:gd name="connsiteY21828" fmla="*/ 5424880 h 5599766"/>
              <a:gd name="connsiteX21829" fmla="*/ 1193642 w 10321503"/>
              <a:gd name="connsiteY21829" fmla="*/ 5424880 h 5599766"/>
              <a:gd name="connsiteX21830" fmla="*/ 1193028 w 10321503"/>
              <a:gd name="connsiteY21830" fmla="*/ 5424522 h 5599766"/>
              <a:gd name="connsiteX21831" fmla="*/ 1189495 w 10321503"/>
              <a:gd name="connsiteY21831" fmla="*/ 5418380 h 5599766"/>
              <a:gd name="connsiteX21832" fmla="*/ 1189495 w 10321503"/>
              <a:gd name="connsiteY21832" fmla="*/ 5417715 h 5599766"/>
              <a:gd name="connsiteX21833" fmla="*/ 1193028 w 10321503"/>
              <a:gd name="connsiteY21833" fmla="*/ 5411573 h 5599766"/>
              <a:gd name="connsiteX21834" fmla="*/ 1193642 w 10321503"/>
              <a:gd name="connsiteY21834" fmla="*/ 5411214 h 5599766"/>
              <a:gd name="connsiteX21835" fmla="*/ 1200704 w 10321503"/>
              <a:gd name="connsiteY21835" fmla="*/ 5411214 h 5599766"/>
              <a:gd name="connsiteX21836" fmla="*/ 1201318 w 10321503"/>
              <a:gd name="connsiteY21836" fmla="*/ 5411573 h 5599766"/>
              <a:gd name="connsiteX21837" fmla="*/ 1204850 w 10321503"/>
              <a:gd name="connsiteY21837" fmla="*/ 5417715 h 5599766"/>
              <a:gd name="connsiteX21838" fmla="*/ 1204850 w 10321503"/>
              <a:gd name="connsiteY21838" fmla="*/ 5418380 h 5599766"/>
              <a:gd name="connsiteX21839" fmla="*/ 1201318 w 10321503"/>
              <a:gd name="connsiteY21839" fmla="*/ 5424522 h 5599766"/>
              <a:gd name="connsiteX21840" fmla="*/ 1200704 w 10321503"/>
              <a:gd name="connsiteY21840" fmla="*/ 5424880 h 5599766"/>
              <a:gd name="connsiteX21841" fmla="*/ 1002428 w 10321503"/>
              <a:gd name="connsiteY21841" fmla="*/ 5424887 h 5599766"/>
              <a:gd name="connsiteX21842" fmla="*/ 995366 w 10321503"/>
              <a:gd name="connsiteY21842" fmla="*/ 5424887 h 5599766"/>
              <a:gd name="connsiteX21843" fmla="*/ 994752 w 10321503"/>
              <a:gd name="connsiteY21843" fmla="*/ 5424529 h 5599766"/>
              <a:gd name="connsiteX21844" fmla="*/ 991220 w 10321503"/>
              <a:gd name="connsiteY21844" fmla="*/ 5418387 h 5599766"/>
              <a:gd name="connsiteX21845" fmla="*/ 991220 w 10321503"/>
              <a:gd name="connsiteY21845" fmla="*/ 5417721 h 5599766"/>
              <a:gd name="connsiteX21846" fmla="*/ 994752 w 10321503"/>
              <a:gd name="connsiteY21846" fmla="*/ 5411579 h 5599766"/>
              <a:gd name="connsiteX21847" fmla="*/ 995366 w 10321503"/>
              <a:gd name="connsiteY21847" fmla="*/ 5411221 h 5599766"/>
              <a:gd name="connsiteX21848" fmla="*/ 1002428 w 10321503"/>
              <a:gd name="connsiteY21848" fmla="*/ 5411221 h 5599766"/>
              <a:gd name="connsiteX21849" fmla="*/ 1003042 w 10321503"/>
              <a:gd name="connsiteY21849" fmla="*/ 5411579 h 5599766"/>
              <a:gd name="connsiteX21850" fmla="*/ 1006574 w 10321503"/>
              <a:gd name="connsiteY21850" fmla="*/ 5417721 h 5599766"/>
              <a:gd name="connsiteX21851" fmla="*/ 1006574 w 10321503"/>
              <a:gd name="connsiteY21851" fmla="*/ 5418387 h 5599766"/>
              <a:gd name="connsiteX21852" fmla="*/ 1003042 w 10321503"/>
              <a:gd name="connsiteY21852" fmla="*/ 5424529 h 5599766"/>
              <a:gd name="connsiteX21853" fmla="*/ 1002428 w 10321503"/>
              <a:gd name="connsiteY21853" fmla="*/ 5424887 h 5599766"/>
              <a:gd name="connsiteX21854" fmla="*/ 209480 w 10321503"/>
              <a:gd name="connsiteY21854" fmla="*/ 5424891 h 5599766"/>
              <a:gd name="connsiteX21855" fmla="*/ 202416 w 10321503"/>
              <a:gd name="connsiteY21855" fmla="*/ 5424891 h 5599766"/>
              <a:gd name="connsiteX21856" fmla="*/ 201803 w 10321503"/>
              <a:gd name="connsiteY21856" fmla="*/ 5424532 h 5599766"/>
              <a:gd name="connsiteX21857" fmla="*/ 198270 w 10321503"/>
              <a:gd name="connsiteY21857" fmla="*/ 5418389 h 5599766"/>
              <a:gd name="connsiteX21858" fmla="*/ 198270 w 10321503"/>
              <a:gd name="connsiteY21858" fmla="*/ 5417725 h 5599766"/>
              <a:gd name="connsiteX21859" fmla="*/ 201803 w 10321503"/>
              <a:gd name="connsiteY21859" fmla="*/ 5411583 h 5599766"/>
              <a:gd name="connsiteX21860" fmla="*/ 202416 w 10321503"/>
              <a:gd name="connsiteY21860" fmla="*/ 5411225 h 5599766"/>
              <a:gd name="connsiteX21861" fmla="*/ 209480 w 10321503"/>
              <a:gd name="connsiteY21861" fmla="*/ 5411225 h 5599766"/>
              <a:gd name="connsiteX21862" fmla="*/ 210094 w 10321503"/>
              <a:gd name="connsiteY21862" fmla="*/ 5411583 h 5599766"/>
              <a:gd name="connsiteX21863" fmla="*/ 213625 w 10321503"/>
              <a:gd name="connsiteY21863" fmla="*/ 5417725 h 5599766"/>
              <a:gd name="connsiteX21864" fmla="*/ 213625 w 10321503"/>
              <a:gd name="connsiteY21864" fmla="*/ 5418389 h 5599766"/>
              <a:gd name="connsiteX21865" fmla="*/ 210094 w 10321503"/>
              <a:gd name="connsiteY21865" fmla="*/ 5424532 h 5599766"/>
              <a:gd name="connsiteX21866" fmla="*/ 209480 w 10321503"/>
              <a:gd name="connsiteY21866" fmla="*/ 5424891 h 5599766"/>
              <a:gd name="connsiteX21867" fmla="*/ 1993654 w 10321503"/>
              <a:gd name="connsiteY21867" fmla="*/ 5424909 h 5599766"/>
              <a:gd name="connsiteX21868" fmla="*/ 1986590 w 10321503"/>
              <a:gd name="connsiteY21868" fmla="*/ 5424909 h 5599766"/>
              <a:gd name="connsiteX21869" fmla="*/ 1985976 w 10321503"/>
              <a:gd name="connsiteY21869" fmla="*/ 5424550 h 5599766"/>
              <a:gd name="connsiteX21870" fmla="*/ 1982445 w 10321503"/>
              <a:gd name="connsiteY21870" fmla="*/ 5418407 h 5599766"/>
              <a:gd name="connsiteX21871" fmla="*/ 1982445 w 10321503"/>
              <a:gd name="connsiteY21871" fmla="*/ 5417743 h 5599766"/>
              <a:gd name="connsiteX21872" fmla="*/ 1985976 w 10321503"/>
              <a:gd name="connsiteY21872" fmla="*/ 5411600 h 5599766"/>
              <a:gd name="connsiteX21873" fmla="*/ 1986590 w 10321503"/>
              <a:gd name="connsiteY21873" fmla="*/ 5411242 h 5599766"/>
              <a:gd name="connsiteX21874" fmla="*/ 1993654 w 10321503"/>
              <a:gd name="connsiteY21874" fmla="*/ 5411242 h 5599766"/>
              <a:gd name="connsiteX21875" fmla="*/ 1994268 w 10321503"/>
              <a:gd name="connsiteY21875" fmla="*/ 5411600 h 5599766"/>
              <a:gd name="connsiteX21876" fmla="*/ 1997800 w 10321503"/>
              <a:gd name="connsiteY21876" fmla="*/ 5417743 h 5599766"/>
              <a:gd name="connsiteX21877" fmla="*/ 1997800 w 10321503"/>
              <a:gd name="connsiteY21877" fmla="*/ 5418407 h 5599766"/>
              <a:gd name="connsiteX21878" fmla="*/ 1994268 w 10321503"/>
              <a:gd name="connsiteY21878" fmla="*/ 5424550 h 5599766"/>
              <a:gd name="connsiteX21879" fmla="*/ 1993654 w 10321503"/>
              <a:gd name="connsiteY21879" fmla="*/ 5424909 h 5599766"/>
              <a:gd name="connsiteX21880" fmla="*/ 1597154 w 10321503"/>
              <a:gd name="connsiteY21880" fmla="*/ 5424910 h 5599766"/>
              <a:gd name="connsiteX21881" fmla="*/ 1590090 w 10321503"/>
              <a:gd name="connsiteY21881" fmla="*/ 5424910 h 5599766"/>
              <a:gd name="connsiteX21882" fmla="*/ 1589476 w 10321503"/>
              <a:gd name="connsiteY21882" fmla="*/ 5424552 h 5599766"/>
              <a:gd name="connsiteX21883" fmla="*/ 1585944 w 10321503"/>
              <a:gd name="connsiteY21883" fmla="*/ 5418409 h 5599766"/>
              <a:gd name="connsiteX21884" fmla="*/ 1585944 w 10321503"/>
              <a:gd name="connsiteY21884" fmla="*/ 5417744 h 5599766"/>
              <a:gd name="connsiteX21885" fmla="*/ 1589476 w 10321503"/>
              <a:gd name="connsiteY21885" fmla="*/ 5411601 h 5599766"/>
              <a:gd name="connsiteX21886" fmla="*/ 1590090 w 10321503"/>
              <a:gd name="connsiteY21886" fmla="*/ 5411244 h 5599766"/>
              <a:gd name="connsiteX21887" fmla="*/ 1597154 w 10321503"/>
              <a:gd name="connsiteY21887" fmla="*/ 5411244 h 5599766"/>
              <a:gd name="connsiteX21888" fmla="*/ 1597768 w 10321503"/>
              <a:gd name="connsiteY21888" fmla="*/ 5411601 h 5599766"/>
              <a:gd name="connsiteX21889" fmla="*/ 1601298 w 10321503"/>
              <a:gd name="connsiteY21889" fmla="*/ 5417744 h 5599766"/>
              <a:gd name="connsiteX21890" fmla="*/ 1601298 w 10321503"/>
              <a:gd name="connsiteY21890" fmla="*/ 5418409 h 5599766"/>
              <a:gd name="connsiteX21891" fmla="*/ 1597768 w 10321503"/>
              <a:gd name="connsiteY21891" fmla="*/ 5424552 h 5599766"/>
              <a:gd name="connsiteX21892" fmla="*/ 1597154 w 10321503"/>
              <a:gd name="connsiteY21892" fmla="*/ 5424910 h 5599766"/>
              <a:gd name="connsiteX21893" fmla="*/ 2189611 w 10321503"/>
              <a:gd name="connsiteY21893" fmla="*/ 5430613 h 5599766"/>
              <a:gd name="connsiteX21894" fmla="*/ 2182548 w 10321503"/>
              <a:gd name="connsiteY21894" fmla="*/ 5430613 h 5599766"/>
              <a:gd name="connsiteX21895" fmla="*/ 2181933 w 10321503"/>
              <a:gd name="connsiteY21895" fmla="*/ 5430254 h 5599766"/>
              <a:gd name="connsiteX21896" fmla="*/ 2178401 w 10321503"/>
              <a:gd name="connsiteY21896" fmla="*/ 5424113 h 5599766"/>
              <a:gd name="connsiteX21897" fmla="*/ 2178401 w 10321503"/>
              <a:gd name="connsiteY21897" fmla="*/ 5423448 h 5599766"/>
              <a:gd name="connsiteX21898" fmla="*/ 2181933 w 10321503"/>
              <a:gd name="connsiteY21898" fmla="*/ 5417306 h 5599766"/>
              <a:gd name="connsiteX21899" fmla="*/ 2182548 w 10321503"/>
              <a:gd name="connsiteY21899" fmla="*/ 5416947 h 5599766"/>
              <a:gd name="connsiteX21900" fmla="*/ 2189611 w 10321503"/>
              <a:gd name="connsiteY21900" fmla="*/ 5416947 h 5599766"/>
              <a:gd name="connsiteX21901" fmla="*/ 2190225 w 10321503"/>
              <a:gd name="connsiteY21901" fmla="*/ 5417306 h 5599766"/>
              <a:gd name="connsiteX21902" fmla="*/ 2193757 w 10321503"/>
              <a:gd name="connsiteY21902" fmla="*/ 5423448 h 5599766"/>
              <a:gd name="connsiteX21903" fmla="*/ 2193757 w 10321503"/>
              <a:gd name="connsiteY21903" fmla="*/ 5424113 h 5599766"/>
              <a:gd name="connsiteX21904" fmla="*/ 2190225 w 10321503"/>
              <a:gd name="connsiteY21904" fmla="*/ 5430254 h 5599766"/>
              <a:gd name="connsiteX21905" fmla="*/ 2189611 w 10321503"/>
              <a:gd name="connsiteY21905" fmla="*/ 5430613 h 5599766"/>
              <a:gd name="connsiteX21906" fmla="*/ 2387835 w 10321503"/>
              <a:gd name="connsiteY21906" fmla="*/ 5430613 h 5599766"/>
              <a:gd name="connsiteX21907" fmla="*/ 2380773 w 10321503"/>
              <a:gd name="connsiteY21907" fmla="*/ 5430613 h 5599766"/>
              <a:gd name="connsiteX21908" fmla="*/ 2380159 w 10321503"/>
              <a:gd name="connsiteY21908" fmla="*/ 5430254 h 5599766"/>
              <a:gd name="connsiteX21909" fmla="*/ 2376626 w 10321503"/>
              <a:gd name="connsiteY21909" fmla="*/ 5424113 h 5599766"/>
              <a:gd name="connsiteX21910" fmla="*/ 2376626 w 10321503"/>
              <a:gd name="connsiteY21910" fmla="*/ 5423448 h 5599766"/>
              <a:gd name="connsiteX21911" fmla="*/ 2380159 w 10321503"/>
              <a:gd name="connsiteY21911" fmla="*/ 5417306 h 5599766"/>
              <a:gd name="connsiteX21912" fmla="*/ 2380773 w 10321503"/>
              <a:gd name="connsiteY21912" fmla="*/ 5416947 h 5599766"/>
              <a:gd name="connsiteX21913" fmla="*/ 2387835 w 10321503"/>
              <a:gd name="connsiteY21913" fmla="*/ 5416947 h 5599766"/>
              <a:gd name="connsiteX21914" fmla="*/ 2388449 w 10321503"/>
              <a:gd name="connsiteY21914" fmla="*/ 5417306 h 5599766"/>
              <a:gd name="connsiteX21915" fmla="*/ 2391981 w 10321503"/>
              <a:gd name="connsiteY21915" fmla="*/ 5423448 h 5599766"/>
              <a:gd name="connsiteX21916" fmla="*/ 2391981 w 10321503"/>
              <a:gd name="connsiteY21916" fmla="*/ 5424113 h 5599766"/>
              <a:gd name="connsiteX21917" fmla="*/ 2388449 w 10321503"/>
              <a:gd name="connsiteY21917" fmla="*/ 5430254 h 5599766"/>
              <a:gd name="connsiteX21918" fmla="*/ 2387835 w 10321503"/>
              <a:gd name="connsiteY21918" fmla="*/ 5430613 h 5599766"/>
              <a:gd name="connsiteX21919" fmla="*/ 2586060 w 10321503"/>
              <a:gd name="connsiteY21919" fmla="*/ 5430613 h 5599766"/>
              <a:gd name="connsiteX21920" fmla="*/ 2578998 w 10321503"/>
              <a:gd name="connsiteY21920" fmla="*/ 5430613 h 5599766"/>
              <a:gd name="connsiteX21921" fmla="*/ 2578383 w 10321503"/>
              <a:gd name="connsiteY21921" fmla="*/ 5430254 h 5599766"/>
              <a:gd name="connsiteX21922" fmla="*/ 2574850 w 10321503"/>
              <a:gd name="connsiteY21922" fmla="*/ 5424113 h 5599766"/>
              <a:gd name="connsiteX21923" fmla="*/ 2574850 w 10321503"/>
              <a:gd name="connsiteY21923" fmla="*/ 5423448 h 5599766"/>
              <a:gd name="connsiteX21924" fmla="*/ 2578383 w 10321503"/>
              <a:gd name="connsiteY21924" fmla="*/ 5417306 h 5599766"/>
              <a:gd name="connsiteX21925" fmla="*/ 2578998 w 10321503"/>
              <a:gd name="connsiteY21925" fmla="*/ 5416947 h 5599766"/>
              <a:gd name="connsiteX21926" fmla="*/ 2586060 w 10321503"/>
              <a:gd name="connsiteY21926" fmla="*/ 5416947 h 5599766"/>
              <a:gd name="connsiteX21927" fmla="*/ 2586674 w 10321503"/>
              <a:gd name="connsiteY21927" fmla="*/ 5417306 h 5599766"/>
              <a:gd name="connsiteX21928" fmla="*/ 2590205 w 10321503"/>
              <a:gd name="connsiteY21928" fmla="*/ 5423448 h 5599766"/>
              <a:gd name="connsiteX21929" fmla="*/ 2590205 w 10321503"/>
              <a:gd name="connsiteY21929" fmla="*/ 5424113 h 5599766"/>
              <a:gd name="connsiteX21930" fmla="*/ 2586674 w 10321503"/>
              <a:gd name="connsiteY21930" fmla="*/ 5430254 h 5599766"/>
              <a:gd name="connsiteX21931" fmla="*/ 2586060 w 10321503"/>
              <a:gd name="connsiteY21931" fmla="*/ 5430613 h 5599766"/>
              <a:gd name="connsiteX21932" fmla="*/ 2784284 w 10321503"/>
              <a:gd name="connsiteY21932" fmla="*/ 5430613 h 5599766"/>
              <a:gd name="connsiteX21933" fmla="*/ 2777221 w 10321503"/>
              <a:gd name="connsiteY21933" fmla="*/ 5430613 h 5599766"/>
              <a:gd name="connsiteX21934" fmla="*/ 2776607 w 10321503"/>
              <a:gd name="connsiteY21934" fmla="*/ 5430254 h 5599766"/>
              <a:gd name="connsiteX21935" fmla="*/ 2773075 w 10321503"/>
              <a:gd name="connsiteY21935" fmla="*/ 5424113 h 5599766"/>
              <a:gd name="connsiteX21936" fmla="*/ 2773075 w 10321503"/>
              <a:gd name="connsiteY21936" fmla="*/ 5423448 h 5599766"/>
              <a:gd name="connsiteX21937" fmla="*/ 2776607 w 10321503"/>
              <a:gd name="connsiteY21937" fmla="*/ 5417306 h 5599766"/>
              <a:gd name="connsiteX21938" fmla="*/ 2777221 w 10321503"/>
              <a:gd name="connsiteY21938" fmla="*/ 5416947 h 5599766"/>
              <a:gd name="connsiteX21939" fmla="*/ 2784284 w 10321503"/>
              <a:gd name="connsiteY21939" fmla="*/ 5416947 h 5599766"/>
              <a:gd name="connsiteX21940" fmla="*/ 2784898 w 10321503"/>
              <a:gd name="connsiteY21940" fmla="*/ 5417306 h 5599766"/>
              <a:gd name="connsiteX21941" fmla="*/ 2788430 w 10321503"/>
              <a:gd name="connsiteY21941" fmla="*/ 5423448 h 5599766"/>
              <a:gd name="connsiteX21942" fmla="*/ 2788430 w 10321503"/>
              <a:gd name="connsiteY21942" fmla="*/ 5424113 h 5599766"/>
              <a:gd name="connsiteX21943" fmla="*/ 2784898 w 10321503"/>
              <a:gd name="connsiteY21943" fmla="*/ 5430254 h 5599766"/>
              <a:gd name="connsiteX21944" fmla="*/ 2784284 w 10321503"/>
              <a:gd name="connsiteY21944" fmla="*/ 5430613 h 5599766"/>
              <a:gd name="connsiteX21945" fmla="*/ 2982559 w 10321503"/>
              <a:gd name="connsiteY21945" fmla="*/ 5430613 h 5599766"/>
              <a:gd name="connsiteX21946" fmla="*/ 2975496 w 10321503"/>
              <a:gd name="connsiteY21946" fmla="*/ 5430613 h 5599766"/>
              <a:gd name="connsiteX21947" fmla="*/ 2974882 w 10321503"/>
              <a:gd name="connsiteY21947" fmla="*/ 5430254 h 5599766"/>
              <a:gd name="connsiteX21948" fmla="*/ 2971351 w 10321503"/>
              <a:gd name="connsiteY21948" fmla="*/ 5424113 h 5599766"/>
              <a:gd name="connsiteX21949" fmla="*/ 2971351 w 10321503"/>
              <a:gd name="connsiteY21949" fmla="*/ 5423448 h 5599766"/>
              <a:gd name="connsiteX21950" fmla="*/ 2974882 w 10321503"/>
              <a:gd name="connsiteY21950" fmla="*/ 5417306 h 5599766"/>
              <a:gd name="connsiteX21951" fmla="*/ 2975496 w 10321503"/>
              <a:gd name="connsiteY21951" fmla="*/ 5416947 h 5599766"/>
              <a:gd name="connsiteX21952" fmla="*/ 2982559 w 10321503"/>
              <a:gd name="connsiteY21952" fmla="*/ 5416947 h 5599766"/>
              <a:gd name="connsiteX21953" fmla="*/ 2983173 w 10321503"/>
              <a:gd name="connsiteY21953" fmla="*/ 5417306 h 5599766"/>
              <a:gd name="connsiteX21954" fmla="*/ 2986706 w 10321503"/>
              <a:gd name="connsiteY21954" fmla="*/ 5423448 h 5599766"/>
              <a:gd name="connsiteX21955" fmla="*/ 2986706 w 10321503"/>
              <a:gd name="connsiteY21955" fmla="*/ 5424113 h 5599766"/>
              <a:gd name="connsiteX21956" fmla="*/ 2983173 w 10321503"/>
              <a:gd name="connsiteY21956" fmla="*/ 5430254 h 5599766"/>
              <a:gd name="connsiteX21957" fmla="*/ 2982559 w 10321503"/>
              <a:gd name="connsiteY21957" fmla="*/ 5430613 h 5599766"/>
              <a:gd name="connsiteX21958" fmla="*/ 3180784 w 10321503"/>
              <a:gd name="connsiteY21958" fmla="*/ 5430613 h 5599766"/>
              <a:gd name="connsiteX21959" fmla="*/ 3173721 w 10321503"/>
              <a:gd name="connsiteY21959" fmla="*/ 5430613 h 5599766"/>
              <a:gd name="connsiteX21960" fmla="*/ 3173107 w 10321503"/>
              <a:gd name="connsiteY21960" fmla="*/ 5430254 h 5599766"/>
              <a:gd name="connsiteX21961" fmla="*/ 3169576 w 10321503"/>
              <a:gd name="connsiteY21961" fmla="*/ 5424113 h 5599766"/>
              <a:gd name="connsiteX21962" fmla="*/ 3169576 w 10321503"/>
              <a:gd name="connsiteY21962" fmla="*/ 5423448 h 5599766"/>
              <a:gd name="connsiteX21963" fmla="*/ 3173107 w 10321503"/>
              <a:gd name="connsiteY21963" fmla="*/ 5417306 h 5599766"/>
              <a:gd name="connsiteX21964" fmla="*/ 3173721 w 10321503"/>
              <a:gd name="connsiteY21964" fmla="*/ 5416947 h 5599766"/>
              <a:gd name="connsiteX21965" fmla="*/ 3180784 w 10321503"/>
              <a:gd name="connsiteY21965" fmla="*/ 5416947 h 5599766"/>
              <a:gd name="connsiteX21966" fmla="*/ 3181398 w 10321503"/>
              <a:gd name="connsiteY21966" fmla="*/ 5417306 h 5599766"/>
              <a:gd name="connsiteX21967" fmla="*/ 3184931 w 10321503"/>
              <a:gd name="connsiteY21967" fmla="*/ 5423448 h 5599766"/>
              <a:gd name="connsiteX21968" fmla="*/ 3184931 w 10321503"/>
              <a:gd name="connsiteY21968" fmla="*/ 5424113 h 5599766"/>
              <a:gd name="connsiteX21969" fmla="*/ 3181398 w 10321503"/>
              <a:gd name="connsiteY21969" fmla="*/ 5430254 h 5599766"/>
              <a:gd name="connsiteX21970" fmla="*/ 3180784 w 10321503"/>
              <a:gd name="connsiteY21970" fmla="*/ 5430613 h 5599766"/>
              <a:gd name="connsiteX21971" fmla="*/ 3379008 w 10321503"/>
              <a:gd name="connsiteY21971" fmla="*/ 5430613 h 5599766"/>
              <a:gd name="connsiteX21972" fmla="*/ 3371947 w 10321503"/>
              <a:gd name="connsiteY21972" fmla="*/ 5430613 h 5599766"/>
              <a:gd name="connsiteX21973" fmla="*/ 3371332 w 10321503"/>
              <a:gd name="connsiteY21973" fmla="*/ 5430254 h 5599766"/>
              <a:gd name="connsiteX21974" fmla="*/ 3367800 w 10321503"/>
              <a:gd name="connsiteY21974" fmla="*/ 5424113 h 5599766"/>
              <a:gd name="connsiteX21975" fmla="*/ 3367800 w 10321503"/>
              <a:gd name="connsiteY21975" fmla="*/ 5423448 h 5599766"/>
              <a:gd name="connsiteX21976" fmla="*/ 3371332 w 10321503"/>
              <a:gd name="connsiteY21976" fmla="*/ 5417306 h 5599766"/>
              <a:gd name="connsiteX21977" fmla="*/ 3371947 w 10321503"/>
              <a:gd name="connsiteY21977" fmla="*/ 5416947 h 5599766"/>
              <a:gd name="connsiteX21978" fmla="*/ 3379008 w 10321503"/>
              <a:gd name="connsiteY21978" fmla="*/ 5416947 h 5599766"/>
              <a:gd name="connsiteX21979" fmla="*/ 3379624 w 10321503"/>
              <a:gd name="connsiteY21979" fmla="*/ 5417306 h 5599766"/>
              <a:gd name="connsiteX21980" fmla="*/ 3383155 w 10321503"/>
              <a:gd name="connsiteY21980" fmla="*/ 5423448 h 5599766"/>
              <a:gd name="connsiteX21981" fmla="*/ 3383155 w 10321503"/>
              <a:gd name="connsiteY21981" fmla="*/ 5424113 h 5599766"/>
              <a:gd name="connsiteX21982" fmla="*/ 3379624 w 10321503"/>
              <a:gd name="connsiteY21982" fmla="*/ 5430254 h 5599766"/>
              <a:gd name="connsiteX21983" fmla="*/ 3379008 w 10321503"/>
              <a:gd name="connsiteY21983" fmla="*/ 5430613 h 5599766"/>
              <a:gd name="connsiteX21984" fmla="*/ 3577234 w 10321503"/>
              <a:gd name="connsiteY21984" fmla="*/ 5430613 h 5599766"/>
              <a:gd name="connsiteX21985" fmla="*/ 3570172 w 10321503"/>
              <a:gd name="connsiteY21985" fmla="*/ 5430613 h 5599766"/>
              <a:gd name="connsiteX21986" fmla="*/ 3569557 w 10321503"/>
              <a:gd name="connsiteY21986" fmla="*/ 5430254 h 5599766"/>
              <a:gd name="connsiteX21987" fmla="*/ 3566024 w 10321503"/>
              <a:gd name="connsiteY21987" fmla="*/ 5424113 h 5599766"/>
              <a:gd name="connsiteX21988" fmla="*/ 3566024 w 10321503"/>
              <a:gd name="connsiteY21988" fmla="*/ 5423448 h 5599766"/>
              <a:gd name="connsiteX21989" fmla="*/ 3569557 w 10321503"/>
              <a:gd name="connsiteY21989" fmla="*/ 5417306 h 5599766"/>
              <a:gd name="connsiteX21990" fmla="*/ 3570172 w 10321503"/>
              <a:gd name="connsiteY21990" fmla="*/ 5416947 h 5599766"/>
              <a:gd name="connsiteX21991" fmla="*/ 3577234 w 10321503"/>
              <a:gd name="connsiteY21991" fmla="*/ 5416947 h 5599766"/>
              <a:gd name="connsiteX21992" fmla="*/ 3577848 w 10321503"/>
              <a:gd name="connsiteY21992" fmla="*/ 5417306 h 5599766"/>
              <a:gd name="connsiteX21993" fmla="*/ 3581379 w 10321503"/>
              <a:gd name="connsiteY21993" fmla="*/ 5423448 h 5599766"/>
              <a:gd name="connsiteX21994" fmla="*/ 3581379 w 10321503"/>
              <a:gd name="connsiteY21994" fmla="*/ 5424113 h 5599766"/>
              <a:gd name="connsiteX21995" fmla="*/ 3577848 w 10321503"/>
              <a:gd name="connsiteY21995" fmla="*/ 5430254 h 5599766"/>
              <a:gd name="connsiteX21996" fmla="*/ 3577234 w 10321503"/>
              <a:gd name="connsiteY21996" fmla="*/ 5430613 h 5599766"/>
              <a:gd name="connsiteX21997" fmla="*/ 3775459 w 10321503"/>
              <a:gd name="connsiteY21997" fmla="*/ 5430613 h 5599766"/>
              <a:gd name="connsiteX21998" fmla="*/ 3768396 w 10321503"/>
              <a:gd name="connsiteY21998" fmla="*/ 5430613 h 5599766"/>
              <a:gd name="connsiteX21999" fmla="*/ 3767781 w 10321503"/>
              <a:gd name="connsiteY21999" fmla="*/ 5430254 h 5599766"/>
              <a:gd name="connsiteX22000" fmla="*/ 3764249 w 10321503"/>
              <a:gd name="connsiteY22000" fmla="*/ 5424113 h 5599766"/>
              <a:gd name="connsiteX22001" fmla="*/ 3764249 w 10321503"/>
              <a:gd name="connsiteY22001" fmla="*/ 5423448 h 5599766"/>
              <a:gd name="connsiteX22002" fmla="*/ 3767781 w 10321503"/>
              <a:gd name="connsiteY22002" fmla="*/ 5417306 h 5599766"/>
              <a:gd name="connsiteX22003" fmla="*/ 3768396 w 10321503"/>
              <a:gd name="connsiteY22003" fmla="*/ 5416947 h 5599766"/>
              <a:gd name="connsiteX22004" fmla="*/ 3775459 w 10321503"/>
              <a:gd name="connsiteY22004" fmla="*/ 5416947 h 5599766"/>
              <a:gd name="connsiteX22005" fmla="*/ 3776073 w 10321503"/>
              <a:gd name="connsiteY22005" fmla="*/ 5417306 h 5599766"/>
              <a:gd name="connsiteX22006" fmla="*/ 3779604 w 10321503"/>
              <a:gd name="connsiteY22006" fmla="*/ 5423448 h 5599766"/>
              <a:gd name="connsiteX22007" fmla="*/ 3779604 w 10321503"/>
              <a:gd name="connsiteY22007" fmla="*/ 5424113 h 5599766"/>
              <a:gd name="connsiteX22008" fmla="*/ 3776073 w 10321503"/>
              <a:gd name="connsiteY22008" fmla="*/ 5430254 h 5599766"/>
              <a:gd name="connsiteX22009" fmla="*/ 3775459 w 10321503"/>
              <a:gd name="connsiteY22009" fmla="*/ 5430613 h 5599766"/>
              <a:gd name="connsiteX22010" fmla="*/ 3973734 w 10321503"/>
              <a:gd name="connsiteY22010" fmla="*/ 5430613 h 5599766"/>
              <a:gd name="connsiteX22011" fmla="*/ 3966671 w 10321503"/>
              <a:gd name="connsiteY22011" fmla="*/ 5430613 h 5599766"/>
              <a:gd name="connsiteX22012" fmla="*/ 3966057 w 10321503"/>
              <a:gd name="connsiteY22012" fmla="*/ 5430254 h 5599766"/>
              <a:gd name="connsiteX22013" fmla="*/ 3962525 w 10321503"/>
              <a:gd name="connsiteY22013" fmla="*/ 5424113 h 5599766"/>
              <a:gd name="connsiteX22014" fmla="*/ 3962525 w 10321503"/>
              <a:gd name="connsiteY22014" fmla="*/ 5423448 h 5599766"/>
              <a:gd name="connsiteX22015" fmla="*/ 3966057 w 10321503"/>
              <a:gd name="connsiteY22015" fmla="*/ 5417306 h 5599766"/>
              <a:gd name="connsiteX22016" fmla="*/ 3966671 w 10321503"/>
              <a:gd name="connsiteY22016" fmla="*/ 5416947 h 5599766"/>
              <a:gd name="connsiteX22017" fmla="*/ 3973734 w 10321503"/>
              <a:gd name="connsiteY22017" fmla="*/ 5416947 h 5599766"/>
              <a:gd name="connsiteX22018" fmla="*/ 3974348 w 10321503"/>
              <a:gd name="connsiteY22018" fmla="*/ 5417306 h 5599766"/>
              <a:gd name="connsiteX22019" fmla="*/ 3977880 w 10321503"/>
              <a:gd name="connsiteY22019" fmla="*/ 5423448 h 5599766"/>
              <a:gd name="connsiteX22020" fmla="*/ 3977880 w 10321503"/>
              <a:gd name="connsiteY22020" fmla="*/ 5424113 h 5599766"/>
              <a:gd name="connsiteX22021" fmla="*/ 3974348 w 10321503"/>
              <a:gd name="connsiteY22021" fmla="*/ 5430254 h 5599766"/>
              <a:gd name="connsiteX22022" fmla="*/ 3973734 w 10321503"/>
              <a:gd name="connsiteY22022" fmla="*/ 5430613 h 5599766"/>
              <a:gd name="connsiteX22023" fmla="*/ 4171959 w 10321503"/>
              <a:gd name="connsiteY22023" fmla="*/ 5430613 h 5599766"/>
              <a:gd name="connsiteX22024" fmla="*/ 4164896 w 10321503"/>
              <a:gd name="connsiteY22024" fmla="*/ 5430613 h 5599766"/>
              <a:gd name="connsiteX22025" fmla="*/ 4164282 w 10321503"/>
              <a:gd name="connsiteY22025" fmla="*/ 5430254 h 5599766"/>
              <a:gd name="connsiteX22026" fmla="*/ 4160751 w 10321503"/>
              <a:gd name="connsiteY22026" fmla="*/ 5424113 h 5599766"/>
              <a:gd name="connsiteX22027" fmla="*/ 4160751 w 10321503"/>
              <a:gd name="connsiteY22027" fmla="*/ 5423448 h 5599766"/>
              <a:gd name="connsiteX22028" fmla="*/ 4164282 w 10321503"/>
              <a:gd name="connsiteY22028" fmla="*/ 5417306 h 5599766"/>
              <a:gd name="connsiteX22029" fmla="*/ 4164896 w 10321503"/>
              <a:gd name="connsiteY22029" fmla="*/ 5416947 h 5599766"/>
              <a:gd name="connsiteX22030" fmla="*/ 4171959 w 10321503"/>
              <a:gd name="connsiteY22030" fmla="*/ 5416947 h 5599766"/>
              <a:gd name="connsiteX22031" fmla="*/ 4172573 w 10321503"/>
              <a:gd name="connsiteY22031" fmla="*/ 5417306 h 5599766"/>
              <a:gd name="connsiteX22032" fmla="*/ 4176105 w 10321503"/>
              <a:gd name="connsiteY22032" fmla="*/ 5423448 h 5599766"/>
              <a:gd name="connsiteX22033" fmla="*/ 4176105 w 10321503"/>
              <a:gd name="connsiteY22033" fmla="*/ 5424113 h 5599766"/>
              <a:gd name="connsiteX22034" fmla="*/ 4172573 w 10321503"/>
              <a:gd name="connsiteY22034" fmla="*/ 5430254 h 5599766"/>
              <a:gd name="connsiteX22035" fmla="*/ 4171959 w 10321503"/>
              <a:gd name="connsiteY22035" fmla="*/ 5430613 h 5599766"/>
              <a:gd name="connsiteX22036" fmla="*/ 4370183 w 10321503"/>
              <a:gd name="connsiteY22036" fmla="*/ 5430613 h 5599766"/>
              <a:gd name="connsiteX22037" fmla="*/ 4363121 w 10321503"/>
              <a:gd name="connsiteY22037" fmla="*/ 5430613 h 5599766"/>
              <a:gd name="connsiteX22038" fmla="*/ 4362506 w 10321503"/>
              <a:gd name="connsiteY22038" fmla="*/ 5430254 h 5599766"/>
              <a:gd name="connsiteX22039" fmla="*/ 4358975 w 10321503"/>
              <a:gd name="connsiteY22039" fmla="*/ 5424113 h 5599766"/>
              <a:gd name="connsiteX22040" fmla="*/ 4358975 w 10321503"/>
              <a:gd name="connsiteY22040" fmla="*/ 5423448 h 5599766"/>
              <a:gd name="connsiteX22041" fmla="*/ 4362506 w 10321503"/>
              <a:gd name="connsiteY22041" fmla="*/ 5417306 h 5599766"/>
              <a:gd name="connsiteX22042" fmla="*/ 4363121 w 10321503"/>
              <a:gd name="connsiteY22042" fmla="*/ 5416947 h 5599766"/>
              <a:gd name="connsiteX22043" fmla="*/ 4370183 w 10321503"/>
              <a:gd name="connsiteY22043" fmla="*/ 5416947 h 5599766"/>
              <a:gd name="connsiteX22044" fmla="*/ 4370797 w 10321503"/>
              <a:gd name="connsiteY22044" fmla="*/ 5417306 h 5599766"/>
              <a:gd name="connsiteX22045" fmla="*/ 4374329 w 10321503"/>
              <a:gd name="connsiteY22045" fmla="*/ 5423448 h 5599766"/>
              <a:gd name="connsiteX22046" fmla="*/ 4374329 w 10321503"/>
              <a:gd name="connsiteY22046" fmla="*/ 5424113 h 5599766"/>
              <a:gd name="connsiteX22047" fmla="*/ 4370797 w 10321503"/>
              <a:gd name="connsiteY22047" fmla="*/ 5430254 h 5599766"/>
              <a:gd name="connsiteX22048" fmla="*/ 4370183 w 10321503"/>
              <a:gd name="connsiteY22048" fmla="*/ 5430613 h 5599766"/>
              <a:gd name="connsiteX22049" fmla="*/ 4568408 w 10321503"/>
              <a:gd name="connsiteY22049" fmla="*/ 5430613 h 5599766"/>
              <a:gd name="connsiteX22050" fmla="*/ 4561345 w 10321503"/>
              <a:gd name="connsiteY22050" fmla="*/ 5430613 h 5599766"/>
              <a:gd name="connsiteX22051" fmla="*/ 4560731 w 10321503"/>
              <a:gd name="connsiteY22051" fmla="*/ 5430254 h 5599766"/>
              <a:gd name="connsiteX22052" fmla="*/ 4557199 w 10321503"/>
              <a:gd name="connsiteY22052" fmla="*/ 5424113 h 5599766"/>
              <a:gd name="connsiteX22053" fmla="*/ 4557199 w 10321503"/>
              <a:gd name="connsiteY22053" fmla="*/ 5423448 h 5599766"/>
              <a:gd name="connsiteX22054" fmla="*/ 4560731 w 10321503"/>
              <a:gd name="connsiteY22054" fmla="*/ 5417306 h 5599766"/>
              <a:gd name="connsiteX22055" fmla="*/ 4561345 w 10321503"/>
              <a:gd name="connsiteY22055" fmla="*/ 5416947 h 5599766"/>
              <a:gd name="connsiteX22056" fmla="*/ 4568408 w 10321503"/>
              <a:gd name="connsiteY22056" fmla="*/ 5416947 h 5599766"/>
              <a:gd name="connsiteX22057" fmla="*/ 4569022 w 10321503"/>
              <a:gd name="connsiteY22057" fmla="*/ 5417306 h 5599766"/>
              <a:gd name="connsiteX22058" fmla="*/ 4572554 w 10321503"/>
              <a:gd name="connsiteY22058" fmla="*/ 5423448 h 5599766"/>
              <a:gd name="connsiteX22059" fmla="*/ 4572554 w 10321503"/>
              <a:gd name="connsiteY22059" fmla="*/ 5424113 h 5599766"/>
              <a:gd name="connsiteX22060" fmla="*/ 4569022 w 10321503"/>
              <a:gd name="connsiteY22060" fmla="*/ 5430254 h 5599766"/>
              <a:gd name="connsiteX22061" fmla="*/ 4568408 w 10321503"/>
              <a:gd name="connsiteY22061" fmla="*/ 5430613 h 5599766"/>
              <a:gd name="connsiteX22062" fmla="*/ 4766683 w 10321503"/>
              <a:gd name="connsiteY22062" fmla="*/ 5430613 h 5599766"/>
              <a:gd name="connsiteX22063" fmla="*/ 4759621 w 10321503"/>
              <a:gd name="connsiteY22063" fmla="*/ 5430613 h 5599766"/>
              <a:gd name="connsiteX22064" fmla="*/ 4759007 w 10321503"/>
              <a:gd name="connsiteY22064" fmla="*/ 5430254 h 5599766"/>
              <a:gd name="connsiteX22065" fmla="*/ 4755475 w 10321503"/>
              <a:gd name="connsiteY22065" fmla="*/ 5424113 h 5599766"/>
              <a:gd name="connsiteX22066" fmla="*/ 4755475 w 10321503"/>
              <a:gd name="connsiteY22066" fmla="*/ 5423448 h 5599766"/>
              <a:gd name="connsiteX22067" fmla="*/ 4759007 w 10321503"/>
              <a:gd name="connsiteY22067" fmla="*/ 5417306 h 5599766"/>
              <a:gd name="connsiteX22068" fmla="*/ 4759621 w 10321503"/>
              <a:gd name="connsiteY22068" fmla="*/ 5416947 h 5599766"/>
              <a:gd name="connsiteX22069" fmla="*/ 4766683 w 10321503"/>
              <a:gd name="connsiteY22069" fmla="*/ 5416947 h 5599766"/>
              <a:gd name="connsiteX22070" fmla="*/ 4767297 w 10321503"/>
              <a:gd name="connsiteY22070" fmla="*/ 5417306 h 5599766"/>
              <a:gd name="connsiteX22071" fmla="*/ 4770829 w 10321503"/>
              <a:gd name="connsiteY22071" fmla="*/ 5423448 h 5599766"/>
              <a:gd name="connsiteX22072" fmla="*/ 4770829 w 10321503"/>
              <a:gd name="connsiteY22072" fmla="*/ 5424113 h 5599766"/>
              <a:gd name="connsiteX22073" fmla="*/ 4767297 w 10321503"/>
              <a:gd name="connsiteY22073" fmla="*/ 5430254 h 5599766"/>
              <a:gd name="connsiteX22074" fmla="*/ 4766683 w 10321503"/>
              <a:gd name="connsiteY22074" fmla="*/ 5430613 h 5599766"/>
              <a:gd name="connsiteX22075" fmla="*/ 4964909 w 10321503"/>
              <a:gd name="connsiteY22075" fmla="*/ 5430613 h 5599766"/>
              <a:gd name="connsiteX22076" fmla="*/ 4957846 w 10321503"/>
              <a:gd name="connsiteY22076" fmla="*/ 5430613 h 5599766"/>
              <a:gd name="connsiteX22077" fmla="*/ 4957232 w 10321503"/>
              <a:gd name="connsiteY22077" fmla="*/ 5430254 h 5599766"/>
              <a:gd name="connsiteX22078" fmla="*/ 4953699 w 10321503"/>
              <a:gd name="connsiteY22078" fmla="*/ 5424113 h 5599766"/>
              <a:gd name="connsiteX22079" fmla="*/ 4953699 w 10321503"/>
              <a:gd name="connsiteY22079" fmla="*/ 5423448 h 5599766"/>
              <a:gd name="connsiteX22080" fmla="*/ 4957232 w 10321503"/>
              <a:gd name="connsiteY22080" fmla="*/ 5417306 h 5599766"/>
              <a:gd name="connsiteX22081" fmla="*/ 4957846 w 10321503"/>
              <a:gd name="connsiteY22081" fmla="*/ 5416947 h 5599766"/>
              <a:gd name="connsiteX22082" fmla="*/ 4964909 w 10321503"/>
              <a:gd name="connsiteY22082" fmla="*/ 5416947 h 5599766"/>
              <a:gd name="connsiteX22083" fmla="*/ 4965523 w 10321503"/>
              <a:gd name="connsiteY22083" fmla="*/ 5417306 h 5599766"/>
              <a:gd name="connsiteX22084" fmla="*/ 4969054 w 10321503"/>
              <a:gd name="connsiteY22084" fmla="*/ 5423448 h 5599766"/>
              <a:gd name="connsiteX22085" fmla="*/ 4969054 w 10321503"/>
              <a:gd name="connsiteY22085" fmla="*/ 5424113 h 5599766"/>
              <a:gd name="connsiteX22086" fmla="*/ 4965523 w 10321503"/>
              <a:gd name="connsiteY22086" fmla="*/ 5430254 h 5599766"/>
              <a:gd name="connsiteX22087" fmla="*/ 4964909 w 10321503"/>
              <a:gd name="connsiteY22087" fmla="*/ 5430613 h 5599766"/>
              <a:gd name="connsiteX22088" fmla="*/ 5163134 w 10321503"/>
              <a:gd name="connsiteY22088" fmla="*/ 5430613 h 5599766"/>
              <a:gd name="connsiteX22089" fmla="*/ 5156070 w 10321503"/>
              <a:gd name="connsiteY22089" fmla="*/ 5430613 h 5599766"/>
              <a:gd name="connsiteX22090" fmla="*/ 5155456 w 10321503"/>
              <a:gd name="connsiteY22090" fmla="*/ 5430254 h 5599766"/>
              <a:gd name="connsiteX22091" fmla="*/ 5151924 w 10321503"/>
              <a:gd name="connsiteY22091" fmla="*/ 5424113 h 5599766"/>
              <a:gd name="connsiteX22092" fmla="*/ 5151924 w 10321503"/>
              <a:gd name="connsiteY22092" fmla="*/ 5423448 h 5599766"/>
              <a:gd name="connsiteX22093" fmla="*/ 5155456 w 10321503"/>
              <a:gd name="connsiteY22093" fmla="*/ 5417306 h 5599766"/>
              <a:gd name="connsiteX22094" fmla="*/ 5156070 w 10321503"/>
              <a:gd name="connsiteY22094" fmla="*/ 5416947 h 5599766"/>
              <a:gd name="connsiteX22095" fmla="*/ 5163134 w 10321503"/>
              <a:gd name="connsiteY22095" fmla="*/ 5416947 h 5599766"/>
              <a:gd name="connsiteX22096" fmla="*/ 5163748 w 10321503"/>
              <a:gd name="connsiteY22096" fmla="*/ 5417306 h 5599766"/>
              <a:gd name="connsiteX22097" fmla="*/ 5167279 w 10321503"/>
              <a:gd name="connsiteY22097" fmla="*/ 5423448 h 5599766"/>
              <a:gd name="connsiteX22098" fmla="*/ 5167279 w 10321503"/>
              <a:gd name="connsiteY22098" fmla="*/ 5424113 h 5599766"/>
              <a:gd name="connsiteX22099" fmla="*/ 5163748 w 10321503"/>
              <a:gd name="connsiteY22099" fmla="*/ 5430254 h 5599766"/>
              <a:gd name="connsiteX22100" fmla="*/ 5163134 w 10321503"/>
              <a:gd name="connsiteY22100" fmla="*/ 5430613 h 5599766"/>
              <a:gd name="connsiteX22101" fmla="*/ 5361358 w 10321503"/>
              <a:gd name="connsiteY22101" fmla="*/ 5430613 h 5599766"/>
              <a:gd name="connsiteX22102" fmla="*/ 5354295 w 10321503"/>
              <a:gd name="connsiteY22102" fmla="*/ 5430613 h 5599766"/>
              <a:gd name="connsiteX22103" fmla="*/ 5353680 w 10321503"/>
              <a:gd name="connsiteY22103" fmla="*/ 5430254 h 5599766"/>
              <a:gd name="connsiteX22104" fmla="*/ 5350149 w 10321503"/>
              <a:gd name="connsiteY22104" fmla="*/ 5424113 h 5599766"/>
              <a:gd name="connsiteX22105" fmla="*/ 5350149 w 10321503"/>
              <a:gd name="connsiteY22105" fmla="*/ 5423448 h 5599766"/>
              <a:gd name="connsiteX22106" fmla="*/ 5353680 w 10321503"/>
              <a:gd name="connsiteY22106" fmla="*/ 5417306 h 5599766"/>
              <a:gd name="connsiteX22107" fmla="*/ 5354295 w 10321503"/>
              <a:gd name="connsiteY22107" fmla="*/ 5416947 h 5599766"/>
              <a:gd name="connsiteX22108" fmla="*/ 5361358 w 10321503"/>
              <a:gd name="connsiteY22108" fmla="*/ 5416947 h 5599766"/>
              <a:gd name="connsiteX22109" fmla="*/ 5361972 w 10321503"/>
              <a:gd name="connsiteY22109" fmla="*/ 5417306 h 5599766"/>
              <a:gd name="connsiteX22110" fmla="*/ 5365503 w 10321503"/>
              <a:gd name="connsiteY22110" fmla="*/ 5423448 h 5599766"/>
              <a:gd name="connsiteX22111" fmla="*/ 5365503 w 10321503"/>
              <a:gd name="connsiteY22111" fmla="*/ 5424113 h 5599766"/>
              <a:gd name="connsiteX22112" fmla="*/ 5361972 w 10321503"/>
              <a:gd name="connsiteY22112" fmla="*/ 5430254 h 5599766"/>
              <a:gd name="connsiteX22113" fmla="*/ 5361358 w 10321503"/>
              <a:gd name="connsiteY22113" fmla="*/ 5430613 h 5599766"/>
              <a:gd name="connsiteX22114" fmla="*/ 5559633 w 10321503"/>
              <a:gd name="connsiteY22114" fmla="*/ 5430613 h 5599766"/>
              <a:gd name="connsiteX22115" fmla="*/ 5552569 w 10321503"/>
              <a:gd name="connsiteY22115" fmla="*/ 5430613 h 5599766"/>
              <a:gd name="connsiteX22116" fmla="*/ 5551956 w 10321503"/>
              <a:gd name="connsiteY22116" fmla="*/ 5430254 h 5599766"/>
              <a:gd name="connsiteX22117" fmla="*/ 5548424 w 10321503"/>
              <a:gd name="connsiteY22117" fmla="*/ 5424113 h 5599766"/>
              <a:gd name="connsiteX22118" fmla="*/ 5548424 w 10321503"/>
              <a:gd name="connsiteY22118" fmla="*/ 5423448 h 5599766"/>
              <a:gd name="connsiteX22119" fmla="*/ 5551956 w 10321503"/>
              <a:gd name="connsiteY22119" fmla="*/ 5417306 h 5599766"/>
              <a:gd name="connsiteX22120" fmla="*/ 5552569 w 10321503"/>
              <a:gd name="connsiteY22120" fmla="*/ 5416947 h 5599766"/>
              <a:gd name="connsiteX22121" fmla="*/ 5559633 w 10321503"/>
              <a:gd name="connsiteY22121" fmla="*/ 5416947 h 5599766"/>
              <a:gd name="connsiteX22122" fmla="*/ 5560246 w 10321503"/>
              <a:gd name="connsiteY22122" fmla="*/ 5417306 h 5599766"/>
              <a:gd name="connsiteX22123" fmla="*/ 5563779 w 10321503"/>
              <a:gd name="connsiteY22123" fmla="*/ 5423448 h 5599766"/>
              <a:gd name="connsiteX22124" fmla="*/ 5563779 w 10321503"/>
              <a:gd name="connsiteY22124" fmla="*/ 5424113 h 5599766"/>
              <a:gd name="connsiteX22125" fmla="*/ 5560246 w 10321503"/>
              <a:gd name="connsiteY22125" fmla="*/ 5430254 h 5599766"/>
              <a:gd name="connsiteX22126" fmla="*/ 5559633 w 10321503"/>
              <a:gd name="connsiteY22126" fmla="*/ 5430613 h 5599766"/>
              <a:gd name="connsiteX22127" fmla="*/ 5757857 w 10321503"/>
              <a:gd name="connsiteY22127" fmla="*/ 5430613 h 5599766"/>
              <a:gd name="connsiteX22128" fmla="*/ 5750795 w 10321503"/>
              <a:gd name="connsiteY22128" fmla="*/ 5430613 h 5599766"/>
              <a:gd name="connsiteX22129" fmla="*/ 5750181 w 10321503"/>
              <a:gd name="connsiteY22129" fmla="*/ 5430254 h 5599766"/>
              <a:gd name="connsiteX22130" fmla="*/ 5746649 w 10321503"/>
              <a:gd name="connsiteY22130" fmla="*/ 5424113 h 5599766"/>
              <a:gd name="connsiteX22131" fmla="*/ 5746649 w 10321503"/>
              <a:gd name="connsiteY22131" fmla="*/ 5423448 h 5599766"/>
              <a:gd name="connsiteX22132" fmla="*/ 5750181 w 10321503"/>
              <a:gd name="connsiteY22132" fmla="*/ 5417306 h 5599766"/>
              <a:gd name="connsiteX22133" fmla="*/ 5750795 w 10321503"/>
              <a:gd name="connsiteY22133" fmla="*/ 5416947 h 5599766"/>
              <a:gd name="connsiteX22134" fmla="*/ 5757857 w 10321503"/>
              <a:gd name="connsiteY22134" fmla="*/ 5416947 h 5599766"/>
              <a:gd name="connsiteX22135" fmla="*/ 5758471 w 10321503"/>
              <a:gd name="connsiteY22135" fmla="*/ 5417306 h 5599766"/>
              <a:gd name="connsiteX22136" fmla="*/ 5762003 w 10321503"/>
              <a:gd name="connsiteY22136" fmla="*/ 5423448 h 5599766"/>
              <a:gd name="connsiteX22137" fmla="*/ 5762003 w 10321503"/>
              <a:gd name="connsiteY22137" fmla="*/ 5424113 h 5599766"/>
              <a:gd name="connsiteX22138" fmla="*/ 5758471 w 10321503"/>
              <a:gd name="connsiteY22138" fmla="*/ 5430254 h 5599766"/>
              <a:gd name="connsiteX22139" fmla="*/ 5757857 w 10321503"/>
              <a:gd name="connsiteY22139" fmla="*/ 5430613 h 5599766"/>
              <a:gd name="connsiteX22140" fmla="*/ 5956083 w 10321503"/>
              <a:gd name="connsiteY22140" fmla="*/ 5430613 h 5599766"/>
              <a:gd name="connsiteX22141" fmla="*/ 5949019 w 10321503"/>
              <a:gd name="connsiteY22141" fmla="*/ 5430613 h 5599766"/>
              <a:gd name="connsiteX22142" fmla="*/ 5948405 w 10321503"/>
              <a:gd name="connsiteY22142" fmla="*/ 5430254 h 5599766"/>
              <a:gd name="connsiteX22143" fmla="*/ 5944873 w 10321503"/>
              <a:gd name="connsiteY22143" fmla="*/ 5424113 h 5599766"/>
              <a:gd name="connsiteX22144" fmla="*/ 5944873 w 10321503"/>
              <a:gd name="connsiteY22144" fmla="*/ 5423448 h 5599766"/>
              <a:gd name="connsiteX22145" fmla="*/ 5948405 w 10321503"/>
              <a:gd name="connsiteY22145" fmla="*/ 5417306 h 5599766"/>
              <a:gd name="connsiteX22146" fmla="*/ 5949019 w 10321503"/>
              <a:gd name="connsiteY22146" fmla="*/ 5416947 h 5599766"/>
              <a:gd name="connsiteX22147" fmla="*/ 5956083 w 10321503"/>
              <a:gd name="connsiteY22147" fmla="*/ 5416947 h 5599766"/>
              <a:gd name="connsiteX22148" fmla="*/ 5956697 w 10321503"/>
              <a:gd name="connsiteY22148" fmla="*/ 5417306 h 5599766"/>
              <a:gd name="connsiteX22149" fmla="*/ 5960227 w 10321503"/>
              <a:gd name="connsiteY22149" fmla="*/ 5423448 h 5599766"/>
              <a:gd name="connsiteX22150" fmla="*/ 5960227 w 10321503"/>
              <a:gd name="connsiteY22150" fmla="*/ 5424113 h 5599766"/>
              <a:gd name="connsiteX22151" fmla="*/ 5956697 w 10321503"/>
              <a:gd name="connsiteY22151" fmla="*/ 5430254 h 5599766"/>
              <a:gd name="connsiteX22152" fmla="*/ 5956083 w 10321503"/>
              <a:gd name="connsiteY22152" fmla="*/ 5430613 h 5599766"/>
              <a:gd name="connsiteX22153" fmla="*/ 6154307 w 10321503"/>
              <a:gd name="connsiteY22153" fmla="*/ 5430613 h 5599766"/>
              <a:gd name="connsiteX22154" fmla="*/ 6147243 w 10321503"/>
              <a:gd name="connsiteY22154" fmla="*/ 5430613 h 5599766"/>
              <a:gd name="connsiteX22155" fmla="*/ 6146629 w 10321503"/>
              <a:gd name="connsiteY22155" fmla="*/ 5430254 h 5599766"/>
              <a:gd name="connsiteX22156" fmla="*/ 6143098 w 10321503"/>
              <a:gd name="connsiteY22156" fmla="*/ 5424113 h 5599766"/>
              <a:gd name="connsiteX22157" fmla="*/ 6143098 w 10321503"/>
              <a:gd name="connsiteY22157" fmla="*/ 5423448 h 5599766"/>
              <a:gd name="connsiteX22158" fmla="*/ 6146629 w 10321503"/>
              <a:gd name="connsiteY22158" fmla="*/ 5417306 h 5599766"/>
              <a:gd name="connsiteX22159" fmla="*/ 6147243 w 10321503"/>
              <a:gd name="connsiteY22159" fmla="*/ 5416947 h 5599766"/>
              <a:gd name="connsiteX22160" fmla="*/ 6154307 w 10321503"/>
              <a:gd name="connsiteY22160" fmla="*/ 5416947 h 5599766"/>
              <a:gd name="connsiteX22161" fmla="*/ 6154921 w 10321503"/>
              <a:gd name="connsiteY22161" fmla="*/ 5417306 h 5599766"/>
              <a:gd name="connsiteX22162" fmla="*/ 6158453 w 10321503"/>
              <a:gd name="connsiteY22162" fmla="*/ 5423448 h 5599766"/>
              <a:gd name="connsiteX22163" fmla="*/ 6158453 w 10321503"/>
              <a:gd name="connsiteY22163" fmla="*/ 5424113 h 5599766"/>
              <a:gd name="connsiteX22164" fmla="*/ 6154921 w 10321503"/>
              <a:gd name="connsiteY22164" fmla="*/ 5430254 h 5599766"/>
              <a:gd name="connsiteX22165" fmla="*/ 6154307 w 10321503"/>
              <a:gd name="connsiteY22165" fmla="*/ 5430613 h 5599766"/>
              <a:gd name="connsiteX22166" fmla="*/ 6352582 w 10321503"/>
              <a:gd name="connsiteY22166" fmla="*/ 5430613 h 5599766"/>
              <a:gd name="connsiteX22167" fmla="*/ 6345519 w 10321503"/>
              <a:gd name="connsiteY22167" fmla="*/ 5430613 h 5599766"/>
              <a:gd name="connsiteX22168" fmla="*/ 6344904 w 10321503"/>
              <a:gd name="connsiteY22168" fmla="*/ 5430254 h 5599766"/>
              <a:gd name="connsiteX22169" fmla="*/ 6341373 w 10321503"/>
              <a:gd name="connsiteY22169" fmla="*/ 5424113 h 5599766"/>
              <a:gd name="connsiteX22170" fmla="*/ 6341373 w 10321503"/>
              <a:gd name="connsiteY22170" fmla="*/ 5423448 h 5599766"/>
              <a:gd name="connsiteX22171" fmla="*/ 6344904 w 10321503"/>
              <a:gd name="connsiteY22171" fmla="*/ 5417306 h 5599766"/>
              <a:gd name="connsiteX22172" fmla="*/ 6345519 w 10321503"/>
              <a:gd name="connsiteY22172" fmla="*/ 5416947 h 5599766"/>
              <a:gd name="connsiteX22173" fmla="*/ 6352582 w 10321503"/>
              <a:gd name="connsiteY22173" fmla="*/ 5416947 h 5599766"/>
              <a:gd name="connsiteX22174" fmla="*/ 6353196 w 10321503"/>
              <a:gd name="connsiteY22174" fmla="*/ 5417306 h 5599766"/>
              <a:gd name="connsiteX22175" fmla="*/ 6356728 w 10321503"/>
              <a:gd name="connsiteY22175" fmla="*/ 5423448 h 5599766"/>
              <a:gd name="connsiteX22176" fmla="*/ 6356728 w 10321503"/>
              <a:gd name="connsiteY22176" fmla="*/ 5424113 h 5599766"/>
              <a:gd name="connsiteX22177" fmla="*/ 6353196 w 10321503"/>
              <a:gd name="connsiteY22177" fmla="*/ 5430254 h 5599766"/>
              <a:gd name="connsiteX22178" fmla="*/ 6352582 w 10321503"/>
              <a:gd name="connsiteY22178" fmla="*/ 5430613 h 5599766"/>
              <a:gd name="connsiteX22179" fmla="*/ 6550807 w 10321503"/>
              <a:gd name="connsiteY22179" fmla="*/ 5430613 h 5599766"/>
              <a:gd name="connsiteX22180" fmla="*/ 6543744 w 10321503"/>
              <a:gd name="connsiteY22180" fmla="*/ 5430613 h 5599766"/>
              <a:gd name="connsiteX22181" fmla="*/ 6543129 w 10321503"/>
              <a:gd name="connsiteY22181" fmla="*/ 5430254 h 5599766"/>
              <a:gd name="connsiteX22182" fmla="*/ 6539598 w 10321503"/>
              <a:gd name="connsiteY22182" fmla="*/ 5424113 h 5599766"/>
              <a:gd name="connsiteX22183" fmla="*/ 6539598 w 10321503"/>
              <a:gd name="connsiteY22183" fmla="*/ 5423448 h 5599766"/>
              <a:gd name="connsiteX22184" fmla="*/ 6543129 w 10321503"/>
              <a:gd name="connsiteY22184" fmla="*/ 5417306 h 5599766"/>
              <a:gd name="connsiteX22185" fmla="*/ 6543744 w 10321503"/>
              <a:gd name="connsiteY22185" fmla="*/ 5416947 h 5599766"/>
              <a:gd name="connsiteX22186" fmla="*/ 6550807 w 10321503"/>
              <a:gd name="connsiteY22186" fmla="*/ 5416947 h 5599766"/>
              <a:gd name="connsiteX22187" fmla="*/ 6551420 w 10321503"/>
              <a:gd name="connsiteY22187" fmla="*/ 5417306 h 5599766"/>
              <a:gd name="connsiteX22188" fmla="*/ 6554953 w 10321503"/>
              <a:gd name="connsiteY22188" fmla="*/ 5423448 h 5599766"/>
              <a:gd name="connsiteX22189" fmla="*/ 6554953 w 10321503"/>
              <a:gd name="connsiteY22189" fmla="*/ 5424113 h 5599766"/>
              <a:gd name="connsiteX22190" fmla="*/ 6551420 w 10321503"/>
              <a:gd name="connsiteY22190" fmla="*/ 5430254 h 5599766"/>
              <a:gd name="connsiteX22191" fmla="*/ 6550807 w 10321503"/>
              <a:gd name="connsiteY22191" fmla="*/ 5430613 h 5599766"/>
              <a:gd name="connsiteX22192" fmla="*/ 6749031 w 10321503"/>
              <a:gd name="connsiteY22192" fmla="*/ 5430613 h 5599766"/>
              <a:gd name="connsiteX22193" fmla="*/ 6741967 w 10321503"/>
              <a:gd name="connsiteY22193" fmla="*/ 5430613 h 5599766"/>
              <a:gd name="connsiteX22194" fmla="*/ 6741354 w 10321503"/>
              <a:gd name="connsiteY22194" fmla="*/ 5430254 h 5599766"/>
              <a:gd name="connsiteX22195" fmla="*/ 6737823 w 10321503"/>
              <a:gd name="connsiteY22195" fmla="*/ 5424113 h 5599766"/>
              <a:gd name="connsiteX22196" fmla="*/ 6737823 w 10321503"/>
              <a:gd name="connsiteY22196" fmla="*/ 5423448 h 5599766"/>
              <a:gd name="connsiteX22197" fmla="*/ 6741354 w 10321503"/>
              <a:gd name="connsiteY22197" fmla="*/ 5417306 h 5599766"/>
              <a:gd name="connsiteX22198" fmla="*/ 6741967 w 10321503"/>
              <a:gd name="connsiteY22198" fmla="*/ 5416947 h 5599766"/>
              <a:gd name="connsiteX22199" fmla="*/ 6749031 w 10321503"/>
              <a:gd name="connsiteY22199" fmla="*/ 5416947 h 5599766"/>
              <a:gd name="connsiteX22200" fmla="*/ 6749646 w 10321503"/>
              <a:gd name="connsiteY22200" fmla="*/ 5417306 h 5599766"/>
              <a:gd name="connsiteX22201" fmla="*/ 6753177 w 10321503"/>
              <a:gd name="connsiteY22201" fmla="*/ 5423448 h 5599766"/>
              <a:gd name="connsiteX22202" fmla="*/ 6753177 w 10321503"/>
              <a:gd name="connsiteY22202" fmla="*/ 5424113 h 5599766"/>
              <a:gd name="connsiteX22203" fmla="*/ 6749646 w 10321503"/>
              <a:gd name="connsiteY22203" fmla="*/ 5430254 h 5599766"/>
              <a:gd name="connsiteX22204" fmla="*/ 6749031 w 10321503"/>
              <a:gd name="connsiteY22204" fmla="*/ 5430613 h 5599766"/>
              <a:gd name="connsiteX22205" fmla="*/ 6947256 w 10321503"/>
              <a:gd name="connsiteY22205" fmla="*/ 5430613 h 5599766"/>
              <a:gd name="connsiteX22206" fmla="*/ 6940193 w 10321503"/>
              <a:gd name="connsiteY22206" fmla="*/ 5430613 h 5599766"/>
              <a:gd name="connsiteX22207" fmla="*/ 6939578 w 10321503"/>
              <a:gd name="connsiteY22207" fmla="*/ 5430254 h 5599766"/>
              <a:gd name="connsiteX22208" fmla="*/ 6936048 w 10321503"/>
              <a:gd name="connsiteY22208" fmla="*/ 5424113 h 5599766"/>
              <a:gd name="connsiteX22209" fmla="*/ 6936048 w 10321503"/>
              <a:gd name="connsiteY22209" fmla="*/ 5423448 h 5599766"/>
              <a:gd name="connsiteX22210" fmla="*/ 6939578 w 10321503"/>
              <a:gd name="connsiteY22210" fmla="*/ 5417306 h 5599766"/>
              <a:gd name="connsiteX22211" fmla="*/ 6940193 w 10321503"/>
              <a:gd name="connsiteY22211" fmla="*/ 5416947 h 5599766"/>
              <a:gd name="connsiteX22212" fmla="*/ 6947256 w 10321503"/>
              <a:gd name="connsiteY22212" fmla="*/ 5416947 h 5599766"/>
              <a:gd name="connsiteX22213" fmla="*/ 6947870 w 10321503"/>
              <a:gd name="connsiteY22213" fmla="*/ 5417306 h 5599766"/>
              <a:gd name="connsiteX22214" fmla="*/ 6951402 w 10321503"/>
              <a:gd name="connsiteY22214" fmla="*/ 5423448 h 5599766"/>
              <a:gd name="connsiteX22215" fmla="*/ 6951402 w 10321503"/>
              <a:gd name="connsiteY22215" fmla="*/ 5424113 h 5599766"/>
              <a:gd name="connsiteX22216" fmla="*/ 6947870 w 10321503"/>
              <a:gd name="connsiteY22216" fmla="*/ 5430254 h 5599766"/>
              <a:gd name="connsiteX22217" fmla="*/ 6947256 w 10321503"/>
              <a:gd name="connsiteY22217" fmla="*/ 5430613 h 5599766"/>
              <a:gd name="connsiteX22218" fmla="*/ 7145436 w 10321503"/>
              <a:gd name="connsiteY22218" fmla="*/ 5430613 h 5599766"/>
              <a:gd name="connsiteX22219" fmla="*/ 7138372 w 10321503"/>
              <a:gd name="connsiteY22219" fmla="*/ 5430613 h 5599766"/>
              <a:gd name="connsiteX22220" fmla="*/ 7137758 w 10321503"/>
              <a:gd name="connsiteY22220" fmla="*/ 5430254 h 5599766"/>
              <a:gd name="connsiteX22221" fmla="*/ 7134227 w 10321503"/>
              <a:gd name="connsiteY22221" fmla="*/ 5424113 h 5599766"/>
              <a:gd name="connsiteX22222" fmla="*/ 7134227 w 10321503"/>
              <a:gd name="connsiteY22222" fmla="*/ 5423448 h 5599766"/>
              <a:gd name="connsiteX22223" fmla="*/ 7137758 w 10321503"/>
              <a:gd name="connsiteY22223" fmla="*/ 5417306 h 5599766"/>
              <a:gd name="connsiteX22224" fmla="*/ 7138372 w 10321503"/>
              <a:gd name="connsiteY22224" fmla="*/ 5416947 h 5599766"/>
              <a:gd name="connsiteX22225" fmla="*/ 7145436 w 10321503"/>
              <a:gd name="connsiteY22225" fmla="*/ 5416947 h 5599766"/>
              <a:gd name="connsiteX22226" fmla="*/ 7146050 w 10321503"/>
              <a:gd name="connsiteY22226" fmla="*/ 5417306 h 5599766"/>
              <a:gd name="connsiteX22227" fmla="*/ 7149582 w 10321503"/>
              <a:gd name="connsiteY22227" fmla="*/ 5423448 h 5599766"/>
              <a:gd name="connsiteX22228" fmla="*/ 7149582 w 10321503"/>
              <a:gd name="connsiteY22228" fmla="*/ 5424113 h 5599766"/>
              <a:gd name="connsiteX22229" fmla="*/ 7146050 w 10321503"/>
              <a:gd name="connsiteY22229" fmla="*/ 5430254 h 5599766"/>
              <a:gd name="connsiteX22230" fmla="*/ 7145436 w 10321503"/>
              <a:gd name="connsiteY22230" fmla="*/ 5430613 h 5599766"/>
              <a:gd name="connsiteX22231" fmla="*/ 7343671 w 10321503"/>
              <a:gd name="connsiteY22231" fmla="*/ 5430613 h 5599766"/>
              <a:gd name="connsiteX22232" fmla="*/ 7336605 w 10321503"/>
              <a:gd name="connsiteY22232" fmla="*/ 5430613 h 5599766"/>
              <a:gd name="connsiteX22233" fmla="*/ 7335992 w 10321503"/>
              <a:gd name="connsiteY22233" fmla="*/ 5430254 h 5599766"/>
              <a:gd name="connsiteX22234" fmla="*/ 7332459 w 10321503"/>
              <a:gd name="connsiteY22234" fmla="*/ 5424113 h 5599766"/>
              <a:gd name="connsiteX22235" fmla="*/ 7332459 w 10321503"/>
              <a:gd name="connsiteY22235" fmla="*/ 5423448 h 5599766"/>
              <a:gd name="connsiteX22236" fmla="*/ 7335992 w 10321503"/>
              <a:gd name="connsiteY22236" fmla="*/ 5417306 h 5599766"/>
              <a:gd name="connsiteX22237" fmla="*/ 7336605 w 10321503"/>
              <a:gd name="connsiteY22237" fmla="*/ 5416947 h 5599766"/>
              <a:gd name="connsiteX22238" fmla="*/ 7343671 w 10321503"/>
              <a:gd name="connsiteY22238" fmla="*/ 5416947 h 5599766"/>
              <a:gd name="connsiteX22239" fmla="*/ 7344284 w 10321503"/>
              <a:gd name="connsiteY22239" fmla="*/ 5417306 h 5599766"/>
              <a:gd name="connsiteX22240" fmla="*/ 7347816 w 10321503"/>
              <a:gd name="connsiteY22240" fmla="*/ 5423448 h 5599766"/>
              <a:gd name="connsiteX22241" fmla="*/ 7347816 w 10321503"/>
              <a:gd name="connsiteY22241" fmla="*/ 5424113 h 5599766"/>
              <a:gd name="connsiteX22242" fmla="*/ 7344284 w 10321503"/>
              <a:gd name="connsiteY22242" fmla="*/ 5430254 h 5599766"/>
              <a:gd name="connsiteX22243" fmla="*/ 7343671 w 10321503"/>
              <a:gd name="connsiteY22243" fmla="*/ 5430613 h 5599766"/>
              <a:gd name="connsiteX22244" fmla="*/ 7541797 w 10321503"/>
              <a:gd name="connsiteY22244" fmla="*/ 5430613 h 5599766"/>
              <a:gd name="connsiteX22245" fmla="*/ 7534734 w 10321503"/>
              <a:gd name="connsiteY22245" fmla="*/ 5430613 h 5599766"/>
              <a:gd name="connsiteX22246" fmla="*/ 7534121 w 10321503"/>
              <a:gd name="connsiteY22246" fmla="*/ 5430254 h 5599766"/>
              <a:gd name="connsiteX22247" fmla="*/ 7530589 w 10321503"/>
              <a:gd name="connsiteY22247" fmla="*/ 5424113 h 5599766"/>
              <a:gd name="connsiteX22248" fmla="*/ 7530589 w 10321503"/>
              <a:gd name="connsiteY22248" fmla="*/ 5423448 h 5599766"/>
              <a:gd name="connsiteX22249" fmla="*/ 7534121 w 10321503"/>
              <a:gd name="connsiteY22249" fmla="*/ 5417306 h 5599766"/>
              <a:gd name="connsiteX22250" fmla="*/ 7534734 w 10321503"/>
              <a:gd name="connsiteY22250" fmla="*/ 5416947 h 5599766"/>
              <a:gd name="connsiteX22251" fmla="*/ 7541797 w 10321503"/>
              <a:gd name="connsiteY22251" fmla="*/ 5416947 h 5599766"/>
              <a:gd name="connsiteX22252" fmla="*/ 7542412 w 10321503"/>
              <a:gd name="connsiteY22252" fmla="*/ 5417306 h 5599766"/>
              <a:gd name="connsiteX22253" fmla="*/ 7545944 w 10321503"/>
              <a:gd name="connsiteY22253" fmla="*/ 5423448 h 5599766"/>
              <a:gd name="connsiteX22254" fmla="*/ 7545944 w 10321503"/>
              <a:gd name="connsiteY22254" fmla="*/ 5424113 h 5599766"/>
              <a:gd name="connsiteX22255" fmla="*/ 7542412 w 10321503"/>
              <a:gd name="connsiteY22255" fmla="*/ 5430254 h 5599766"/>
              <a:gd name="connsiteX22256" fmla="*/ 7541797 w 10321503"/>
              <a:gd name="connsiteY22256" fmla="*/ 5430613 h 5599766"/>
              <a:gd name="connsiteX22257" fmla="*/ 7740131 w 10321503"/>
              <a:gd name="connsiteY22257" fmla="*/ 5430613 h 5599766"/>
              <a:gd name="connsiteX22258" fmla="*/ 7733068 w 10321503"/>
              <a:gd name="connsiteY22258" fmla="*/ 5430613 h 5599766"/>
              <a:gd name="connsiteX22259" fmla="*/ 7732455 w 10321503"/>
              <a:gd name="connsiteY22259" fmla="*/ 5430254 h 5599766"/>
              <a:gd name="connsiteX22260" fmla="*/ 7728922 w 10321503"/>
              <a:gd name="connsiteY22260" fmla="*/ 5424113 h 5599766"/>
              <a:gd name="connsiteX22261" fmla="*/ 7728922 w 10321503"/>
              <a:gd name="connsiteY22261" fmla="*/ 5423448 h 5599766"/>
              <a:gd name="connsiteX22262" fmla="*/ 7732455 w 10321503"/>
              <a:gd name="connsiteY22262" fmla="*/ 5417306 h 5599766"/>
              <a:gd name="connsiteX22263" fmla="*/ 7733068 w 10321503"/>
              <a:gd name="connsiteY22263" fmla="*/ 5416947 h 5599766"/>
              <a:gd name="connsiteX22264" fmla="*/ 7740131 w 10321503"/>
              <a:gd name="connsiteY22264" fmla="*/ 5416947 h 5599766"/>
              <a:gd name="connsiteX22265" fmla="*/ 7740744 w 10321503"/>
              <a:gd name="connsiteY22265" fmla="*/ 5417306 h 5599766"/>
              <a:gd name="connsiteX22266" fmla="*/ 7744278 w 10321503"/>
              <a:gd name="connsiteY22266" fmla="*/ 5423448 h 5599766"/>
              <a:gd name="connsiteX22267" fmla="*/ 7744278 w 10321503"/>
              <a:gd name="connsiteY22267" fmla="*/ 5424113 h 5599766"/>
              <a:gd name="connsiteX22268" fmla="*/ 7740744 w 10321503"/>
              <a:gd name="connsiteY22268" fmla="*/ 5430254 h 5599766"/>
              <a:gd name="connsiteX22269" fmla="*/ 7740131 w 10321503"/>
              <a:gd name="connsiteY22269" fmla="*/ 5430613 h 5599766"/>
              <a:gd name="connsiteX22270" fmla="*/ 7938353 w 10321503"/>
              <a:gd name="connsiteY22270" fmla="*/ 5430613 h 5599766"/>
              <a:gd name="connsiteX22271" fmla="*/ 7931290 w 10321503"/>
              <a:gd name="connsiteY22271" fmla="*/ 5430613 h 5599766"/>
              <a:gd name="connsiteX22272" fmla="*/ 7930676 w 10321503"/>
              <a:gd name="connsiteY22272" fmla="*/ 5430254 h 5599766"/>
              <a:gd name="connsiteX22273" fmla="*/ 7927144 w 10321503"/>
              <a:gd name="connsiteY22273" fmla="*/ 5424113 h 5599766"/>
              <a:gd name="connsiteX22274" fmla="*/ 7927144 w 10321503"/>
              <a:gd name="connsiteY22274" fmla="*/ 5423448 h 5599766"/>
              <a:gd name="connsiteX22275" fmla="*/ 7930676 w 10321503"/>
              <a:gd name="connsiteY22275" fmla="*/ 5417306 h 5599766"/>
              <a:gd name="connsiteX22276" fmla="*/ 7931290 w 10321503"/>
              <a:gd name="connsiteY22276" fmla="*/ 5416947 h 5599766"/>
              <a:gd name="connsiteX22277" fmla="*/ 7938353 w 10321503"/>
              <a:gd name="connsiteY22277" fmla="*/ 5416947 h 5599766"/>
              <a:gd name="connsiteX22278" fmla="*/ 7938968 w 10321503"/>
              <a:gd name="connsiteY22278" fmla="*/ 5417306 h 5599766"/>
              <a:gd name="connsiteX22279" fmla="*/ 7942499 w 10321503"/>
              <a:gd name="connsiteY22279" fmla="*/ 5423448 h 5599766"/>
              <a:gd name="connsiteX22280" fmla="*/ 7942499 w 10321503"/>
              <a:gd name="connsiteY22280" fmla="*/ 5424113 h 5599766"/>
              <a:gd name="connsiteX22281" fmla="*/ 7938968 w 10321503"/>
              <a:gd name="connsiteY22281" fmla="*/ 5430254 h 5599766"/>
              <a:gd name="connsiteX22282" fmla="*/ 7938353 w 10321503"/>
              <a:gd name="connsiteY22282" fmla="*/ 5430613 h 5599766"/>
              <a:gd name="connsiteX22283" fmla="*/ 8136550 w 10321503"/>
              <a:gd name="connsiteY22283" fmla="*/ 5430613 h 5599766"/>
              <a:gd name="connsiteX22284" fmla="*/ 8129486 w 10321503"/>
              <a:gd name="connsiteY22284" fmla="*/ 5430613 h 5599766"/>
              <a:gd name="connsiteX22285" fmla="*/ 8128872 w 10321503"/>
              <a:gd name="connsiteY22285" fmla="*/ 5430254 h 5599766"/>
              <a:gd name="connsiteX22286" fmla="*/ 8125340 w 10321503"/>
              <a:gd name="connsiteY22286" fmla="*/ 5424113 h 5599766"/>
              <a:gd name="connsiteX22287" fmla="*/ 8125340 w 10321503"/>
              <a:gd name="connsiteY22287" fmla="*/ 5423448 h 5599766"/>
              <a:gd name="connsiteX22288" fmla="*/ 8128872 w 10321503"/>
              <a:gd name="connsiteY22288" fmla="*/ 5417306 h 5599766"/>
              <a:gd name="connsiteX22289" fmla="*/ 8129486 w 10321503"/>
              <a:gd name="connsiteY22289" fmla="*/ 5416947 h 5599766"/>
              <a:gd name="connsiteX22290" fmla="*/ 8136550 w 10321503"/>
              <a:gd name="connsiteY22290" fmla="*/ 5416947 h 5599766"/>
              <a:gd name="connsiteX22291" fmla="*/ 8137165 w 10321503"/>
              <a:gd name="connsiteY22291" fmla="*/ 5417306 h 5599766"/>
              <a:gd name="connsiteX22292" fmla="*/ 8140696 w 10321503"/>
              <a:gd name="connsiteY22292" fmla="*/ 5423448 h 5599766"/>
              <a:gd name="connsiteX22293" fmla="*/ 8140696 w 10321503"/>
              <a:gd name="connsiteY22293" fmla="*/ 5424113 h 5599766"/>
              <a:gd name="connsiteX22294" fmla="*/ 8137165 w 10321503"/>
              <a:gd name="connsiteY22294" fmla="*/ 5430254 h 5599766"/>
              <a:gd name="connsiteX22295" fmla="*/ 8136550 w 10321503"/>
              <a:gd name="connsiteY22295" fmla="*/ 5430613 h 5599766"/>
              <a:gd name="connsiteX22296" fmla="*/ 8334765 w 10321503"/>
              <a:gd name="connsiteY22296" fmla="*/ 5430613 h 5599766"/>
              <a:gd name="connsiteX22297" fmla="*/ 8327702 w 10321503"/>
              <a:gd name="connsiteY22297" fmla="*/ 5430613 h 5599766"/>
              <a:gd name="connsiteX22298" fmla="*/ 8327086 w 10321503"/>
              <a:gd name="connsiteY22298" fmla="*/ 5430254 h 5599766"/>
              <a:gd name="connsiteX22299" fmla="*/ 8323554 w 10321503"/>
              <a:gd name="connsiteY22299" fmla="*/ 5424113 h 5599766"/>
              <a:gd name="connsiteX22300" fmla="*/ 8323554 w 10321503"/>
              <a:gd name="connsiteY22300" fmla="*/ 5423448 h 5599766"/>
              <a:gd name="connsiteX22301" fmla="*/ 8327086 w 10321503"/>
              <a:gd name="connsiteY22301" fmla="*/ 5417306 h 5599766"/>
              <a:gd name="connsiteX22302" fmla="*/ 8327702 w 10321503"/>
              <a:gd name="connsiteY22302" fmla="*/ 5416947 h 5599766"/>
              <a:gd name="connsiteX22303" fmla="*/ 8334765 w 10321503"/>
              <a:gd name="connsiteY22303" fmla="*/ 5416947 h 5599766"/>
              <a:gd name="connsiteX22304" fmla="*/ 8335380 w 10321503"/>
              <a:gd name="connsiteY22304" fmla="*/ 5417306 h 5599766"/>
              <a:gd name="connsiteX22305" fmla="*/ 8338911 w 10321503"/>
              <a:gd name="connsiteY22305" fmla="*/ 5423448 h 5599766"/>
              <a:gd name="connsiteX22306" fmla="*/ 8338911 w 10321503"/>
              <a:gd name="connsiteY22306" fmla="*/ 5424113 h 5599766"/>
              <a:gd name="connsiteX22307" fmla="*/ 8335380 w 10321503"/>
              <a:gd name="connsiteY22307" fmla="*/ 5430254 h 5599766"/>
              <a:gd name="connsiteX22308" fmla="*/ 8334765 w 10321503"/>
              <a:gd name="connsiteY22308" fmla="*/ 5430613 h 5599766"/>
              <a:gd name="connsiteX22309" fmla="*/ 8533143 w 10321503"/>
              <a:gd name="connsiteY22309" fmla="*/ 5430613 h 5599766"/>
              <a:gd name="connsiteX22310" fmla="*/ 8526080 w 10321503"/>
              <a:gd name="connsiteY22310" fmla="*/ 5430613 h 5599766"/>
              <a:gd name="connsiteX22311" fmla="*/ 8525466 w 10321503"/>
              <a:gd name="connsiteY22311" fmla="*/ 5430254 h 5599766"/>
              <a:gd name="connsiteX22312" fmla="*/ 8521935 w 10321503"/>
              <a:gd name="connsiteY22312" fmla="*/ 5424113 h 5599766"/>
              <a:gd name="connsiteX22313" fmla="*/ 8521935 w 10321503"/>
              <a:gd name="connsiteY22313" fmla="*/ 5423448 h 5599766"/>
              <a:gd name="connsiteX22314" fmla="*/ 8525466 w 10321503"/>
              <a:gd name="connsiteY22314" fmla="*/ 5417306 h 5599766"/>
              <a:gd name="connsiteX22315" fmla="*/ 8526080 w 10321503"/>
              <a:gd name="connsiteY22315" fmla="*/ 5416947 h 5599766"/>
              <a:gd name="connsiteX22316" fmla="*/ 8533143 w 10321503"/>
              <a:gd name="connsiteY22316" fmla="*/ 5416947 h 5599766"/>
              <a:gd name="connsiteX22317" fmla="*/ 8533758 w 10321503"/>
              <a:gd name="connsiteY22317" fmla="*/ 5417306 h 5599766"/>
              <a:gd name="connsiteX22318" fmla="*/ 8537289 w 10321503"/>
              <a:gd name="connsiteY22318" fmla="*/ 5423448 h 5599766"/>
              <a:gd name="connsiteX22319" fmla="*/ 8537289 w 10321503"/>
              <a:gd name="connsiteY22319" fmla="*/ 5424113 h 5599766"/>
              <a:gd name="connsiteX22320" fmla="*/ 8533758 w 10321503"/>
              <a:gd name="connsiteY22320" fmla="*/ 5430254 h 5599766"/>
              <a:gd name="connsiteX22321" fmla="*/ 8533143 w 10321503"/>
              <a:gd name="connsiteY22321" fmla="*/ 5430613 h 5599766"/>
              <a:gd name="connsiteX22322" fmla="*/ 8731247 w 10321503"/>
              <a:gd name="connsiteY22322" fmla="*/ 5430613 h 5599766"/>
              <a:gd name="connsiteX22323" fmla="*/ 8724183 w 10321503"/>
              <a:gd name="connsiteY22323" fmla="*/ 5430613 h 5599766"/>
              <a:gd name="connsiteX22324" fmla="*/ 8723569 w 10321503"/>
              <a:gd name="connsiteY22324" fmla="*/ 5430254 h 5599766"/>
              <a:gd name="connsiteX22325" fmla="*/ 8720038 w 10321503"/>
              <a:gd name="connsiteY22325" fmla="*/ 5424113 h 5599766"/>
              <a:gd name="connsiteX22326" fmla="*/ 8720038 w 10321503"/>
              <a:gd name="connsiteY22326" fmla="*/ 5423448 h 5599766"/>
              <a:gd name="connsiteX22327" fmla="*/ 8723569 w 10321503"/>
              <a:gd name="connsiteY22327" fmla="*/ 5417306 h 5599766"/>
              <a:gd name="connsiteX22328" fmla="*/ 8724183 w 10321503"/>
              <a:gd name="connsiteY22328" fmla="*/ 5416947 h 5599766"/>
              <a:gd name="connsiteX22329" fmla="*/ 8731247 w 10321503"/>
              <a:gd name="connsiteY22329" fmla="*/ 5416947 h 5599766"/>
              <a:gd name="connsiteX22330" fmla="*/ 8731861 w 10321503"/>
              <a:gd name="connsiteY22330" fmla="*/ 5417306 h 5599766"/>
              <a:gd name="connsiteX22331" fmla="*/ 8735393 w 10321503"/>
              <a:gd name="connsiteY22331" fmla="*/ 5423448 h 5599766"/>
              <a:gd name="connsiteX22332" fmla="*/ 8735393 w 10321503"/>
              <a:gd name="connsiteY22332" fmla="*/ 5424113 h 5599766"/>
              <a:gd name="connsiteX22333" fmla="*/ 8731861 w 10321503"/>
              <a:gd name="connsiteY22333" fmla="*/ 5430254 h 5599766"/>
              <a:gd name="connsiteX22334" fmla="*/ 8731247 w 10321503"/>
              <a:gd name="connsiteY22334" fmla="*/ 5430613 h 5599766"/>
              <a:gd name="connsiteX22335" fmla="*/ 8929655 w 10321503"/>
              <a:gd name="connsiteY22335" fmla="*/ 5430613 h 5599766"/>
              <a:gd name="connsiteX22336" fmla="*/ 8922592 w 10321503"/>
              <a:gd name="connsiteY22336" fmla="*/ 5430613 h 5599766"/>
              <a:gd name="connsiteX22337" fmla="*/ 8921977 w 10321503"/>
              <a:gd name="connsiteY22337" fmla="*/ 5430254 h 5599766"/>
              <a:gd name="connsiteX22338" fmla="*/ 8918446 w 10321503"/>
              <a:gd name="connsiteY22338" fmla="*/ 5424113 h 5599766"/>
              <a:gd name="connsiteX22339" fmla="*/ 8918446 w 10321503"/>
              <a:gd name="connsiteY22339" fmla="*/ 5423448 h 5599766"/>
              <a:gd name="connsiteX22340" fmla="*/ 8921977 w 10321503"/>
              <a:gd name="connsiteY22340" fmla="*/ 5417306 h 5599766"/>
              <a:gd name="connsiteX22341" fmla="*/ 8922592 w 10321503"/>
              <a:gd name="connsiteY22341" fmla="*/ 5416947 h 5599766"/>
              <a:gd name="connsiteX22342" fmla="*/ 8929655 w 10321503"/>
              <a:gd name="connsiteY22342" fmla="*/ 5416947 h 5599766"/>
              <a:gd name="connsiteX22343" fmla="*/ 8930269 w 10321503"/>
              <a:gd name="connsiteY22343" fmla="*/ 5417306 h 5599766"/>
              <a:gd name="connsiteX22344" fmla="*/ 8933801 w 10321503"/>
              <a:gd name="connsiteY22344" fmla="*/ 5423448 h 5599766"/>
              <a:gd name="connsiteX22345" fmla="*/ 8933801 w 10321503"/>
              <a:gd name="connsiteY22345" fmla="*/ 5424113 h 5599766"/>
              <a:gd name="connsiteX22346" fmla="*/ 8930269 w 10321503"/>
              <a:gd name="connsiteY22346" fmla="*/ 5430254 h 5599766"/>
              <a:gd name="connsiteX22347" fmla="*/ 8929655 w 10321503"/>
              <a:gd name="connsiteY22347" fmla="*/ 5430613 h 5599766"/>
              <a:gd name="connsiteX22348" fmla="*/ 9127830 w 10321503"/>
              <a:gd name="connsiteY22348" fmla="*/ 5430613 h 5599766"/>
              <a:gd name="connsiteX22349" fmla="*/ 9120767 w 10321503"/>
              <a:gd name="connsiteY22349" fmla="*/ 5430613 h 5599766"/>
              <a:gd name="connsiteX22350" fmla="*/ 9120152 w 10321503"/>
              <a:gd name="connsiteY22350" fmla="*/ 5430254 h 5599766"/>
              <a:gd name="connsiteX22351" fmla="*/ 9116622 w 10321503"/>
              <a:gd name="connsiteY22351" fmla="*/ 5424113 h 5599766"/>
              <a:gd name="connsiteX22352" fmla="*/ 9116622 w 10321503"/>
              <a:gd name="connsiteY22352" fmla="*/ 5423448 h 5599766"/>
              <a:gd name="connsiteX22353" fmla="*/ 9120152 w 10321503"/>
              <a:gd name="connsiteY22353" fmla="*/ 5417306 h 5599766"/>
              <a:gd name="connsiteX22354" fmla="*/ 9120767 w 10321503"/>
              <a:gd name="connsiteY22354" fmla="*/ 5416947 h 5599766"/>
              <a:gd name="connsiteX22355" fmla="*/ 9127830 w 10321503"/>
              <a:gd name="connsiteY22355" fmla="*/ 5416947 h 5599766"/>
              <a:gd name="connsiteX22356" fmla="*/ 9128444 w 10321503"/>
              <a:gd name="connsiteY22356" fmla="*/ 5417306 h 5599766"/>
              <a:gd name="connsiteX22357" fmla="*/ 9131977 w 10321503"/>
              <a:gd name="connsiteY22357" fmla="*/ 5423448 h 5599766"/>
              <a:gd name="connsiteX22358" fmla="*/ 9131977 w 10321503"/>
              <a:gd name="connsiteY22358" fmla="*/ 5424113 h 5599766"/>
              <a:gd name="connsiteX22359" fmla="*/ 9128444 w 10321503"/>
              <a:gd name="connsiteY22359" fmla="*/ 5430254 h 5599766"/>
              <a:gd name="connsiteX22360" fmla="*/ 9127830 w 10321503"/>
              <a:gd name="connsiteY22360" fmla="*/ 5430613 h 5599766"/>
              <a:gd name="connsiteX22361" fmla="*/ 9326070 w 10321503"/>
              <a:gd name="connsiteY22361" fmla="*/ 5430613 h 5599766"/>
              <a:gd name="connsiteX22362" fmla="*/ 9319007 w 10321503"/>
              <a:gd name="connsiteY22362" fmla="*/ 5430613 h 5599766"/>
              <a:gd name="connsiteX22363" fmla="*/ 9318392 w 10321503"/>
              <a:gd name="connsiteY22363" fmla="*/ 5430254 h 5599766"/>
              <a:gd name="connsiteX22364" fmla="*/ 9314861 w 10321503"/>
              <a:gd name="connsiteY22364" fmla="*/ 5424113 h 5599766"/>
              <a:gd name="connsiteX22365" fmla="*/ 9314861 w 10321503"/>
              <a:gd name="connsiteY22365" fmla="*/ 5423448 h 5599766"/>
              <a:gd name="connsiteX22366" fmla="*/ 9318392 w 10321503"/>
              <a:gd name="connsiteY22366" fmla="*/ 5417306 h 5599766"/>
              <a:gd name="connsiteX22367" fmla="*/ 9319007 w 10321503"/>
              <a:gd name="connsiteY22367" fmla="*/ 5416947 h 5599766"/>
              <a:gd name="connsiteX22368" fmla="*/ 9326070 w 10321503"/>
              <a:gd name="connsiteY22368" fmla="*/ 5416947 h 5599766"/>
              <a:gd name="connsiteX22369" fmla="*/ 9326684 w 10321503"/>
              <a:gd name="connsiteY22369" fmla="*/ 5417306 h 5599766"/>
              <a:gd name="connsiteX22370" fmla="*/ 9330215 w 10321503"/>
              <a:gd name="connsiteY22370" fmla="*/ 5423448 h 5599766"/>
              <a:gd name="connsiteX22371" fmla="*/ 9330215 w 10321503"/>
              <a:gd name="connsiteY22371" fmla="*/ 5424113 h 5599766"/>
              <a:gd name="connsiteX22372" fmla="*/ 9326684 w 10321503"/>
              <a:gd name="connsiteY22372" fmla="*/ 5430254 h 5599766"/>
              <a:gd name="connsiteX22373" fmla="*/ 9326070 w 10321503"/>
              <a:gd name="connsiteY22373" fmla="*/ 5430613 h 5599766"/>
              <a:gd name="connsiteX22374" fmla="*/ 9524212 w 10321503"/>
              <a:gd name="connsiteY22374" fmla="*/ 5430613 h 5599766"/>
              <a:gd name="connsiteX22375" fmla="*/ 9517150 w 10321503"/>
              <a:gd name="connsiteY22375" fmla="*/ 5430613 h 5599766"/>
              <a:gd name="connsiteX22376" fmla="*/ 9516536 w 10321503"/>
              <a:gd name="connsiteY22376" fmla="*/ 5430254 h 5599766"/>
              <a:gd name="connsiteX22377" fmla="*/ 9513004 w 10321503"/>
              <a:gd name="connsiteY22377" fmla="*/ 5424113 h 5599766"/>
              <a:gd name="connsiteX22378" fmla="*/ 9513004 w 10321503"/>
              <a:gd name="connsiteY22378" fmla="*/ 5423448 h 5599766"/>
              <a:gd name="connsiteX22379" fmla="*/ 9516536 w 10321503"/>
              <a:gd name="connsiteY22379" fmla="*/ 5417306 h 5599766"/>
              <a:gd name="connsiteX22380" fmla="*/ 9517150 w 10321503"/>
              <a:gd name="connsiteY22380" fmla="*/ 5416947 h 5599766"/>
              <a:gd name="connsiteX22381" fmla="*/ 9524212 w 10321503"/>
              <a:gd name="connsiteY22381" fmla="*/ 5416947 h 5599766"/>
              <a:gd name="connsiteX22382" fmla="*/ 9524826 w 10321503"/>
              <a:gd name="connsiteY22382" fmla="*/ 5417306 h 5599766"/>
              <a:gd name="connsiteX22383" fmla="*/ 9528360 w 10321503"/>
              <a:gd name="connsiteY22383" fmla="*/ 5423448 h 5599766"/>
              <a:gd name="connsiteX22384" fmla="*/ 9528360 w 10321503"/>
              <a:gd name="connsiteY22384" fmla="*/ 5424113 h 5599766"/>
              <a:gd name="connsiteX22385" fmla="*/ 9524826 w 10321503"/>
              <a:gd name="connsiteY22385" fmla="*/ 5430254 h 5599766"/>
              <a:gd name="connsiteX22386" fmla="*/ 9524212 w 10321503"/>
              <a:gd name="connsiteY22386" fmla="*/ 5430613 h 5599766"/>
              <a:gd name="connsiteX22387" fmla="*/ 9722519 w 10321503"/>
              <a:gd name="connsiteY22387" fmla="*/ 5430613 h 5599766"/>
              <a:gd name="connsiteX22388" fmla="*/ 9715457 w 10321503"/>
              <a:gd name="connsiteY22388" fmla="*/ 5430613 h 5599766"/>
              <a:gd name="connsiteX22389" fmla="*/ 9714843 w 10321503"/>
              <a:gd name="connsiteY22389" fmla="*/ 5430254 h 5599766"/>
              <a:gd name="connsiteX22390" fmla="*/ 9711311 w 10321503"/>
              <a:gd name="connsiteY22390" fmla="*/ 5424113 h 5599766"/>
              <a:gd name="connsiteX22391" fmla="*/ 9711311 w 10321503"/>
              <a:gd name="connsiteY22391" fmla="*/ 5423448 h 5599766"/>
              <a:gd name="connsiteX22392" fmla="*/ 9714843 w 10321503"/>
              <a:gd name="connsiteY22392" fmla="*/ 5417306 h 5599766"/>
              <a:gd name="connsiteX22393" fmla="*/ 9715457 w 10321503"/>
              <a:gd name="connsiteY22393" fmla="*/ 5416947 h 5599766"/>
              <a:gd name="connsiteX22394" fmla="*/ 9722519 w 10321503"/>
              <a:gd name="connsiteY22394" fmla="*/ 5416947 h 5599766"/>
              <a:gd name="connsiteX22395" fmla="*/ 9723134 w 10321503"/>
              <a:gd name="connsiteY22395" fmla="*/ 5417306 h 5599766"/>
              <a:gd name="connsiteX22396" fmla="*/ 9726666 w 10321503"/>
              <a:gd name="connsiteY22396" fmla="*/ 5423448 h 5599766"/>
              <a:gd name="connsiteX22397" fmla="*/ 9726666 w 10321503"/>
              <a:gd name="connsiteY22397" fmla="*/ 5424113 h 5599766"/>
              <a:gd name="connsiteX22398" fmla="*/ 9723134 w 10321503"/>
              <a:gd name="connsiteY22398" fmla="*/ 5430254 h 5599766"/>
              <a:gd name="connsiteX22399" fmla="*/ 9722519 w 10321503"/>
              <a:gd name="connsiteY22399" fmla="*/ 5430613 h 5599766"/>
              <a:gd name="connsiteX22400" fmla="*/ 9920729 w 10321503"/>
              <a:gd name="connsiteY22400" fmla="*/ 5430613 h 5599766"/>
              <a:gd name="connsiteX22401" fmla="*/ 9913666 w 10321503"/>
              <a:gd name="connsiteY22401" fmla="*/ 5430613 h 5599766"/>
              <a:gd name="connsiteX22402" fmla="*/ 9913052 w 10321503"/>
              <a:gd name="connsiteY22402" fmla="*/ 5430254 h 5599766"/>
              <a:gd name="connsiteX22403" fmla="*/ 9909521 w 10321503"/>
              <a:gd name="connsiteY22403" fmla="*/ 5424113 h 5599766"/>
              <a:gd name="connsiteX22404" fmla="*/ 9909521 w 10321503"/>
              <a:gd name="connsiteY22404" fmla="*/ 5423448 h 5599766"/>
              <a:gd name="connsiteX22405" fmla="*/ 9913052 w 10321503"/>
              <a:gd name="connsiteY22405" fmla="*/ 5417306 h 5599766"/>
              <a:gd name="connsiteX22406" fmla="*/ 9913666 w 10321503"/>
              <a:gd name="connsiteY22406" fmla="*/ 5416947 h 5599766"/>
              <a:gd name="connsiteX22407" fmla="*/ 9920729 w 10321503"/>
              <a:gd name="connsiteY22407" fmla="*/ 5416947 h 5599766"/>
              <a:gd name="connsiteX22408" fmla="*/ 9921344 w 10321503"/>
              <a:gd name="connsiteY22408" fmla="*/ 5417306 h 5599766"/>
              <a:gd name="connsiteX22409" fmla="*/ 9924876 w 10321503"/>
              <a:gd name="connsiteY22409" fmla="*/ 5423448 h 5599766"/>
              <a:gd name="connsiteX22410" fmla="*/ 9924876 w 10321503"/>
              <a:gd name="connsiteY22410" fmla="*/ 5424113 h 5599766"/>
              <a:gd name="connsiteX22411" fmla="*/ 9921344 w 10321503"/>
              <a:gd name="connsiteY22411" fmla="*/ 5430254 h 5599766"/>
              <a:gd name="connsiteX22412" fmla="*/ 9920729 w 10321503"/>
              <a:gd name="connsiteY22412" fmla="*/ 5430613 h 5599766"/>
              <a:gd name="connsiteX22413" fmla="*/ 10119010 w 10321503"/>
              <a:gd name="connsiteY22413" fmla="*/ 5430613 h 5599766"/>
              <a:gd name="connsiteX22414" fmla="*/ 10111947 w 10321503"/>
              <a:gd name="connsiteY22414" fmla="*/ 5430613 h 5599766"/>
              <a:gd name="connsiteX22415" fmla="*/ 10111333 w 10321503"/>
              <a:gd name="connsiteY22415" fmla="*/ 5430254 h 5599766"/>
              <a:gd name="connsiteX22416" fmla="*/ 10107801 w 10321503"/>
              <a:gd name="connsiteY22416" fmla="*/ 5424113 h 5599766"/>
              <a:gd name="connsiteX22417" fmla="*/ 10107801 w 10321503"/>
              <a:gd name="connsiteY22417" fmla="*/ 5423448 h 5599766"/>
              <a:gd name="connsiteX22418" fmla="*/ 10111333 w 10321503"/>
              <a:gd name="connsiteY22418" fmla="*/ 5417306 h 5599766"/>
              <a:gd name="connsiteX22419" fmla="*/ 10111947 w 10321503"/>
              <a:gd name="connsiteY22419" fmla="*/ 5416947 h 5599766"/>
              <a:gd name="connsiteX22420" fmla="*/ 10119010 w 10321503"/>
              <a:gd name="connsiteY22420" fmla="*/ 5416947 h 5599766"/>
              <a:gd name="connsiteX22421" fmla="*/ 10119625 w 10321503"/>
              <a:gd name="connsiteY22421" fmla="*/ 5417306 h 5599766"/>
              <a:gd name="connsiteX22422" fmla="*/ 10123156 w 10321503"/>
              <a:gd name="connsiteY22422" fmla="*/ 5423448 h 5599766"/>
              <a:gd name="connsiteX22423" fmla="*/ 10123156 w 10321503"/>
              <a:gd name="connsiteY22423" fmla="*/ 5424113 h 5599766"/>
              <a:gd name="connsiteX22424" fmla="*/ 10119625 w 10321503"/>
              <a:gd name="connsiteY22424" fmla="*/ 5430254 h 5599766"/>
              <a:gd name="connsiteX22425" fmla="*/ 10119010 w 10321503"/>
              <a:gd name="connsiteY22425" fmla="*/ 5430613 h 5599766"/>
              <a:gd name="connsiteX22426" fmla="*/ 10317169 w 10321503"/>
              <a:gd name="connsiteY22426" fmla="*/ 5430613 h 5599766"/>
              <a:gd name="connsiteX22427" fmla="*/ 10310106 w 10321503"/>
              <a:gd name="connsiteY22427" fmla="*/ 5430613 h 5599766"/>
              <a:gd name="connsiteX22428" fmla="*/ 10309492 w 10321503"/>
              <a:gd name="connsiteY22428" fmla="*/ 5430254 h 5599766"/>
              <a:gd name="connsiteX22429" fmla="*/ 10305960 w 10321503"/>
              <a:gd name="connsiteY22429" fmla="*/ 5424113 h 5599766"/>
              <a:gd name="connsiteX22430" fmla="*/ 10305960 w 10321503"/>
              <a:gd name="connsiteY22430" fmla="*/ 5423448 h 5599766"/>
              <a:gd name="connsiteX22431" fmla="*/ 10309492 w 10321503"/>
              <a:gd name="connsiteY22431" fmla="*/ 5417306 h 5599766"/>
              <a:gd name="connsiteX22432" fmla="*/ 10310106 w 10321503"/>
              <a:gd name="connsiteY22432" fmla="*/ 5416947 h 5599766"/>
              <a:gd name="connsiteX22433" fmla="*/ 10317169 w 10321503"/>
              <a:gd name="connsiteY22433" fmla="*/ 5416947 h 5599766"/>
              <a:gd name="connsiteX22434" fmla="*/ 10317784 w 10321503"/>
              <a:gd name="connsiteY22434" fmla="*/ 5417306 h 5599766"/>
              <a:gd name="connsiteX22435" fmla="*/ 10321315 w 10321503"/>
              <a:gd name="connsiteY22435" fmla="*/ 5423448 h 5599766"/>
              <a:gd name="connsiteX22436" fmla="*/ 10321315 w 10321503"/>
              <a:gd name="connsiteY22436" fmla="*/ 5424113 h 5599766"/>
              <a:gd name="connsiteX22437" fmla="*/ 10317784 w 10321503"/>
              <a:gd name="connsiteY22437" fmla="*/ 5430254 h 5599766"/>
              <a:gd name="connsiteX22438" fmla="*/ 10317169 w 10321503"/>
              <a:gd name="connsiteY22438" fmla="*/ 5430613 h 5599766"/>
              <a:gd name="connsiteX22439" fmla="*/ 1398928 w 10321503"/>
              <a:gd name="connsiteY22439" fmla="*/ 5593926 h 5599766"/>
              <a:gd name="connsiteX22440" fmla="*/ 1391866 w 10321503"/>
              <a:gd name="connsiteY22440" fmla="*/ 5593926 h 5599766"/>
              <a:gd name="connsiteX22441" fmla="*/ 1391252 w 10321503"/>
              <a:gd name="connsiteY22441" fmla="*/ 5593569 h 5599766"/>
              <a:gd name="connsiteX22442" fmla="*/ 1387720 w 10321503"/>
              <a:gd name="connsiteY22442" fmla="*/ 5587426 h 5599766"/>
              <a:gd name="connsiteX22443" fmla="*/ 1387720 w 10321503"/>
              <a:gd name="connsiteY22443" fmla="*/ 5586761 h 5599766"/>
              <a:gd name="connsiteX22444" fmla="*/ 1391252 w 10321503"/>
              <a:gd name="connsiteY22444" fmla="*/ 5580619 h 5599766"/>
              <a:gd name="connsiteX22445" fmla="*/ 1391866 w 10321503"/>
              <a:gd name="connsiteY22445" fmla="*/ 5580261 h 5599766"/>
              <a:gd name="connsiteX22446" fmla="*/ 1398928 w 10321503"/>
              <a:gd name="connsiteY22446" fmla="*/ 5580261 h 5599766"/>
              <a:gd name="connsiteX22447" fmla="*/ 1399544 w 10321503"/>
              <a:gd name="connsiteY22447" fmla="*/ 5580619 h 5599766"/>
              <a:gd name="connsiteX22448" fmla="*/ 1403074 w 10321503"/>
              <a:gd name="connsiteY22448" fmla="*/ 5586761 h 5599766"/>
              <a:gd name="connsiteX22449" fmla="*/ 1403074 w 10321503"/>
              <a:gd name="connsiteY22449" fmla="*/ 5587426 h 5599766"/>
              <a:gd name="connsiteX22450" fmla="*/ 1399544 w 10321503"/>
              <a:gd name="connsiteY22450" fmla="*/ 5593569 h 5599766"/>
              <a:gd name="connsiteX22451" fmla="*/ 1398928 w 10321503"/>
              <a:gd name="connsiteY22451" fmla="*/ 5593926 h 5599766"/>
              <a:gd name="connsiteX22452" fmla="*/ 1795378 w 10321503"/>
              <a:gd name="connsiteY22452" fmla="*/ 5593941 h 5599766"/>
              <a:gd name="connsiteX22453" fmla="*/ 1788315 w 10321503"/>
              <a:gd name="connsiteY22453" fmla="*/ 5593941 h 5599766"/>
              <a:gd name="connsiteX22454" fmla="*/ 1787701 w 10321503"/>
              <a:gd name="connsiteY22454" fmla="*/ 5593583 h 5599766"/>
              <a:gd name="connsiteX22455" fmla="*/ 1784170 w 10321503"/>
              <a:gd name="connsiteY22455" fmla="*/ 5587440 h 5599766"/>
              <a:gd name="connsiteX22456" fmla="*/ 1784170 w 10321503"/>
              <a:gd name="connsiteY22456" fmla="*/ 5586775 h 5599766"/>
              <a:gd name="connsiteX22457" fmla="*/ 1787701 w 10321503"/>
              <a:gd name="connsiteY22457" fmla="*/ 5580633 h 5599766"/>
              <a:gd name="connsiteX22458" fmla="*/ 1788315 w 10321503"/>
              <a:gd name="connsiteY22458" fmla="*/ 5580275 h 5599766"/>
              <a:gd name="connsiteX22459" fmla="*/ 1795378 w 10321503"/>
              <a:gd name="connsiteY22459" fmla="*/ 5580275 h 5599766"/>
              <a:gd name="connsiteX22460" fmla="*/ 1795992 w 10321503"/>
              <a:gd name="connsiteY22460" fmla="*/ 5580633 h 5599766"/>
              <a:gd name="connsiteX22461" fmla="*/ 1799524 w 10321503"/>
              <a:gd name="connsiteY22461" fmla="*/ 5586775 h 5599766"/>
              <a:gd name="connsiteX22462" fmla="*/ 1799524 w 10321503"/>
              <a:gd name="connsiteY22462" fmla="*/ 5587440 h 5599766"/>
              <a:gd name="connsiteX22463" fmla="*/ 1795992 w 10321503"/>
              <a:gd name="connsiteY22463" fmla="*/ 5593583 h 5599766"/>
              <a:gd name="connsiteX22464" fmla="*/ 1795378 w 10321503"/>
              <a:gd name="connsiteY22464" fmla="*/ 5593941 h 5599766"/>
              <a:gd name="connsiteX22465" fmla="*/ 1597154 w 10321503"/>
              <a:gd name="connsiteY22465" fmla="*/ 5593942 h 5599766"/>
              <a:gd name="connsiteX22466" fmla="*/ 1590090 w 10321503"/>
              <a:gd name="connsiteY22466" fmla="*/ 5593942 h 5599766"/>
              <a:gd name="connsiteX22467" fmla="*/ 1589476 w 10321503"/>
              <a:gd name="connsiteY22467" fmla="*/ 5593585 h 5599766"/>
              <a:gd name="connsiteX22468" fmla="*/ 1585944 w 10321503"/>
              <a:gd name="connsiteY22468" fmla="*/ 5587442 h 5599766"/>
              <a:gd name="connsiteX22469" fmla="*/ 1585944 w 10321503"/>
              <a:gd name="connsiteY22469" fmla="*/ 5586777 h 5599766"/>
              <a:gd name="connsiteX22470" fmla="*/ 1589476 w 10321503"/>
              <a:gd name="connsiteY22470" fmla="*/ 5580636 h 5599766"/>
              <a:gd name="connsiteX22471" fmla="*/ 1590090 w 10321503"/>
              <a:gd name="connsiteY22471" fmla="*/ 5580277 h 5599766"/>
              <a:gd name="connsiteX22472" fmla="*/ 1597154 w 10321503"/>
              <a:gd name="connsiteY22472" fmla="*/ 5580277 h 5599766"/>
              <a:gd name="connsiteX22473" fmla="*/ 1597768 w 10321503"/>
              <a:gd name="connsiteY22473" fmla="*/ 5580636 h 5599766"/>
              <a:gd name="connsiteX22474" fmla="*/ 1601298 w 10321503"/>
              <a:gd name="connsiteY22474" fmla="*/ 5586777 h 5599766"/>
              <a:gd name="connsiteX22475" fmla="*/ 1601298 w 10321503"/>
              <a:gd name="connsiteY22475" fmla="*/ 5587442 h 5599766"/>
              <a:gd name="connsiteX22476" fmla="*/ 1597768 w 10321503"/>
              <a:gd name="connsiteY22476" fmla="*/ 5593585 h 5599766"/>
              <a:gd name="connsiteX22477" fmla="*/ 1597154 w 10321503"/>
              <a:gd name="connsiteY22477" fmla="*/ 5593942 h 5599766"/>
              <a:gd name="connsiteX22478" fmla="*/ 407754 w 10321503"/>
              <a:gd name="connsiteY22478" fmla="*/ 5593946 h 5599766"/>
              <a:gd name="connsiteX22479" fmla="*/ 400692 w 10321503"/>
              <a:gd name="connsiteY22479" fmla="*/ 5593946 h 5599766"/>
              <a:gd name="connsiteX22480" fmla="*/ 400078 w 10321503"/>
              <a:gd name="connsiteY22480" fmla="*/ 5593588 h 5599766"/>
              <a:gd name="connsiteX22481" fmla="*/ 396546 w 10321503"/>
              <a:gd name="connsiteY22481" fmla="*/ 5587446 h 5599766"/>
              <a:gd name="connsiteX22482" fmla="*/ 396546 w 10321503"/>
              <a:gd name="connsiteY22482" fmla="*/ 5586781 h 5599766"/>
              <a:gd name="connsiteX22483" fmla="*/ 400078 w 10321503"/>
              <a:gd name="connsiteY22483" fmla="*/ 5580639 h 5599766"/>
              <a:gd name="connsiteX22484" fmla="*/ 400692 w 10321503"/>
              <a:gd name="connsiteY22484" fmla="*/ 5580281 h 5599766"/>
              <a:gd name="connsiteX22485" fmla="*/ 407754 w 10321503"/>
              <a:gd name="connsiteY22485" fmla="*/ 5580281 h 5599766"/>
              <a:gd name="connsiteX22486" fmla="*/ 408369 w 10321503"/>
              <a:gd name="connsiteY22486" fmla="*/ 5580639 h 5599766"/>
              <a:gd name="connsiteX22487" fmla="*/ 411900 w 10321503"/>
              <a:gd name="connsiteY22487" fmla="*/ 5586781 h 5599766"/>
              <a:gd name="connsiteX22488" fmla="*/ 411900 w 10321503"/>
              <a:gd name="connsiteY22488" fmla="*/ 5587446 h 5599766"/>
              <a:gd name="connsiteX22489" fmla="*/ 408369 w 10321503"/>
              <a:gd name="connsiteY22489" fmla="*/ 5593588 h 5599766"/>
              <a:gd name="connsiteX22490" fmla="*/ 407754 w 10321503"/>
              <a:gd name="connsiteY22490" fmla="*/ 5593946 h 5599766"/>
              <a:gd name="connsiteX22491" fmla="*/ 804204 w 10321503"/>
              <a:gd name="connsiteY22491" fmla="*/ 5593960 h 5599766"/>
              <a:gd name="connsiteX22492" fmla="*/ 797140 w 10321503"/>
              <a:gd name="connsiteY22492" fmla="*/ 5593960 h 5599766"/>
              <a:gd name="connsiteX22493" fmla="*/ 796526 w 10321503"/>
              <a:gd name="connsiteY22493" fmla="*/ 5593604 h 5599766"/>
              <a:gd name="connsiteX22494" fmla="*/ 792995 w 10321503"/>
              <a:gd name="connsiteY22494" fmla="*/ 5587460 h 5599766"/>
              <a:gd name="connsiteX22495" fmla="*/ 792995 w 10321503"/>
              <a:gd name="connsiteY22495" fmla="*/ 5586795 h 5599766"/>
              <a:gd name="connsiteX22496" fmla="*/ 796526 w 10321503"/>
              <a:gd name="connsiteY22496" fmla="*/ 5580654 h 5599766"/>
              <a:gd name="connsiteX22497" fmla="*/ 797140 w 10321503"/>
              <a:gd name="connsiteY22497" fmla="*/ 5580295 h 5599766"/>
              <a:gd name="connsiteX22498" fmla="*/ 804204 w 10321503"/>
              <a:gd name="connsiteY22498" fmla="*/ 5580295 h 5599766"/>
              <a:gd name="connsiteX22499" fmla="*/ 804818 w 10321503"/>
              <a:gd name="connsiteY22499" fmla="*/ 5580654 h 5599766"/>
              <a:gd name="connsiteX22500" fmla="*/ 808350 w 10321503"/>
              <a:gd name="connsiteY22500" fmla="*/ 5586795 h 5599766"/>
              <a:gd name="connsiteX22501" fmla="*/ 808350 w 10321503"/>
              <a:gd name="connsiteY22501" fmla="*/ 5587460 h 5599766"/>
              <a:gd name="connsiteX22502" fmla="*/ 804818 w 10321503"/>
              <a:gd name="connsiteY22502" fmla="*/ 5593604 h 5599766"/>
              <a:gd name="connsiteX22503" fmla="*/ 804204 w 10321503"/>
              <a:gd name="connsiteY22503" fmla="*/ 5593960 h 5599766"/>
              <a:gd name="connsiteX22504" fmla="*/ 1002428 w 10321503"/>
              <a:gd name="connsiteY22504" fmla="*/ 5593960 h 5599766"/>
              <a:gd name="connsiteX22505" fmla="*/ 995366 w 10321503"/>
              <a:gd name="connsiteY22505" fmla="*/ 5593960 h 5599766"/>
              <a:gd name="connsiteX22506" fmla="*/ 994752 w 10321503"/>
              <a:gd name="connsiteY22506" fmla="*/ 5593604 h 5599766"/>
              <a:gd name="connsiteX22507" fmla="*/ 991220 w 10321503"/>
              <a:gd name="connsiteY22507" fmla="*/ 5587460 h 5599766"/>
              <a:gd name="connsiteX22508" fmla="*/ 991220 w 10321503"/>
              <a:gd name="connsiteY22508" fmla="*/ 5586795 h 5599766"/>
              <a:gd name="connsiteX22509" fmla="*/ 994752 w 10321503"/>
              <a:gd name="connsiteY22509" fmla="*/ 5580654 h 5599766"/>
              <a:gd name="connsiteX22510" fmla="*/ 995366 w 10321503"/>
              <a:gd name="connsiteY22510" fmla="*/ 5580295 h 5599766"/>
              <a:gd name="connsiteX22511" fmla="*/ 1002428 w 10321503"/>
              <a:gd name="connsiteY22511" fmla="*/ 5580295 h 5599766"/>
              <a:gd name="connsiteX22512" fmla="*/ 1003042 w 10321503"/>
              <a:gd name="connsiteY22512" fmla="*/ 5580654 h 5599766"/>
              <a:gd name="connsiteX22513" fmla="*/ 1006574 w 10321503"/>
              <a:gd name="connsiteY22513" fmla="*/ 5586795 h 5599766"/>
              <a:gd name="connsiteX22514" fmla="*/ 1006574 w 10321503"/>
              <a:gd name="connsiteY22514" fmla="*/ 5587460 h 5599766"/>
              <a:gd name="connsiteX22515" fmla="*/ 1003042 w 10321503"/>
              <a:gd name="connsiteY22515" fmla="*/ 5593604 h 5599766"/>
              <a:gd name="connsiteX22516" fmla="*/ 1002428 w 10321503"/>
              <a:gd name="connsiteY22516" fmla="*/ 5593960 h 5599766"/>
              <a:gd name="connsiteX22517" fmla="*/ 1993654 w 10321503"/>
              <a:gd name="connsiteY22517" fmla="*/ 5593969 h 5599766"/>
              <a:gd name="connsiteX22518" fmla="*/ 1986590 w 10321503"/>
              <a:gd name="connsiteY22518" fmla="*/ 5593969 h 5599766"/>
              <a:gd name="connsiteX22519" fmla="*/ 1985976 w 10321503"/>
              <a:gd name="connsiteY22519" fmla="*/ 5593612 h 5599766"/>
              <a:gd name="connsiteX22520" fmla="*/ 1982445 w 10321503"/>
              <a:gd name="connsiteY22520" fmla="*/ 5587470 h 5599766"/>
              <a:gd name="connsiteX22521" fmla="*/ 1982445 w 10321503"/>
              <a:gd name="connsiteY22521" fmla="*/ 5586803 h 5599766"/>
              <a:gd name="connsiteX22522" fmla="*/ 1985976 w 10321503"/>
              <a:gd name="connsiteY22522" fmla="*/ 5580662 h 5599766"/>
              <a:gd name="connsiteX22523" fmla="*/ 1986590 w 10321503"/>
              <a:gd name="connsiteY22523" fmla="*/ 5580304 h 5599766"/>
              <a:gd name="connsiteX22524" fmla="*/ 1993654 w 10321503"/>
              <a:gd name="connsiteY22524" fmla="*/ 5580304 h 5599766"/>
              <a:gd name="connsiteX22525" fmla="*/ 1994268 w 10321503"/>
              <a:gd name="connsiteY22525" fmla="*/ 5580662 h 5599766"/>
              <a:gd name="connsiteX22526" fmla="*/ 1997800 w 10321503"/>
              <a:gd name="connsiteY22526" fmla="*/ 5586803 h 5599766"/>
              <a:gd name="connsiteX22527" fmla="*/ 1997800 w 10321503"/>
              <a:gd name="connsiteY22527" fmla="*/ 5587470 h 5599766"/>
              <a:gd name="connsiteX22528" fmla="*/ 1994268 w 10321503"/>
              <a:gd name="connsiteY22528" fmla="*/ 5593612 h 5599766"/>
              <a:gd name="connsiteX22529" fmla="*/ 1993654 w 10321503"/>
              <a:gd name="connsiteY22529" fmla="*/ 5593969 h 5599766"/>
              <a:gd name="connsiteX22530" fmla="*/ 1200704 w 10321503"/>
              <a:gd name="connsiteY22530" fmla="*/ 5593976 h 5599766"/>
              <a:gd name="connsiteX22531" fmla="*/ 1193642 w 10321503"/>
              <a:gd name="connsiteY22531" fmla="*/ 5593976 h 5599766"/>
              <a:gd name="connsiteX22532" fmla="*/ 1193028 w 10321503"/>
              <a:gd name="connsiteY22532" fmla="*/ 5593619 h 5599766"/>
              <a:gd name="connsiteX22533" fmla="*/ 1189495 w 10321503"/>
              <a:gd name="connsiteY22533" fmla="*/ 5587477 h 5599766"/>
              <a:gd name="connsiteX22534" fmla="*/ 1189495 w 10321503"/>
              <a:gd name="connsiteY22534" fmla="*/ 5586811 h 5599766"/>
              <a:gd name="connsiteX22535" fmla="*/ 1193028 w 10321503"/>
              <a:gd name="connsiteY22535" fmla="*/ 5580670 h 5599766"/>
              <a:gd name="connsiteX22536" fmla="*/ 1193642 w 10321503"/>
              <a:gd name="connsiteY22536" fmla="*/ 5580312 h 5599766"/>
              <a:gd name="connsiteX22537" fmla="*/ 1200704 w 10321503"/>
              <a:gd name="connsiteY22537" fmla="*/ 5580312 h 5599766"/>
              <a:gd name="connsiteX22538" fmla="*/ 1201318 w 10321503"/>
              <a:gd name="connsiteY22538" fmla="*/ 5580670 h 5599766"/>
              <a:gd name="connsiteX22539" fmla="*/ 1204850 w 10321503"/>
              <a:gd name="connsiteY22539" fmla="*/ 5586811 h 5599766"/>
              <a:gd name="connsiteX22540" fmla="*/ 1204850 w 10321503"/>
              <a:gd name="connsiteY22540" fmla="*/ 5587477 h 5599766"/>
              <a:gd name="connsiteX22541" fmla="*/ 1201318 w 10321503"/>
              <a:gd name="connsiteY22541" fmla="*/ 5593619 h 5599766"/>
              <a:gd name="connsiteX22542" fmla="*/ 1200704 w 10321503"/>
              <a:gd name="connsiteY22542" fmla="*/ 5593976 h 5599766"/>
              <a:gd name="connsiteX22543" fmla="*/ 209480 w 10321503"/>
              <a:gd name="connsiteY22543" fmla="*/ 5594001 h 5599766"/>
              <a:gd name="connsiteX22544" fmla="*/ 202416 w 10321503"/>
              <a:gd name="connsiteY22544" fmla="*/ 5594001 h 5599766"/>
              <a:gd name="connsiteX22545" fmla="*/ 201803 w 10321503"/>
              <a:gd name="connsiteY22545" fmla="*/ 5593644 h 5599766"/>
              <a:gd name="connsiteX22546" fmla="*/ 198270 w 10321503"/>
              <a:gd name="connsiteY22546" fmla="*/ 5587502 h 5599766"/>
              <a:gd name="connsiteX22547" fmla="*/ 198270 w 10321503"/>
              <a:gd name="connsiteY22547" fmla="*/ 5586835 h 5599766"/>
              <a:gd name="connsiteX22548" fmla="*/ 201803 w 10321503"/>
              <a:gd name="connsiteY22548" fmla="*/ 5580694 h 5599766"/>
              <a:gd name="connsiteX22549" fmla="*/ 202416 w 10321503"/>
              <a:gd name="connsiteY22549" fmla="*/ 5580336 h 5599766"/>
              <a:gd name="connsiteX22550" fmla="*/ 209480 w 10321503"/>
              <a:gd name="connsiteY22550" fmla="*/ 5580336 h 5599766"/>
              <a:gd name="connsiteX22551" fmla="*/ 210094 w 10321503"/>
              <a:gd name="connsiteY22551" fmla="*/ 5580694 h 5599766"/>
              <a:gd name="connsiteX22552" fmla="*/ 213625 w 10321503"/>
              <a:gd name="connsiteY22552" fmla="*/ 5586835 h 5599766"/>
              <a:gd name="connsiteX22553" fmla="*/ 213625 w 10321503"/>
              <a:gd name="connsiteY22553" fmla="*/ 5587502 h 5599766"/>
              <a:gd name="connsiteX22554" fmla="*/ 210094 w 10321503"/>
              <a:gd name="connsiteY22554" fmla="*/ 5593644 h 5599766"/>
              <a:gd name="connsiteX22555" fmla="*/ 209480 w 10321503"/>
              <a:gd name="connsiteY22555" fmla="*/ 5594001 h 5599766"/>
              <a:gd name="connsiteX22556" fmla="*/ 11254 w 10321503"/>
              <a:gd name="connsiteY22556" fmla="*/ 5594008 h 5599766"/>
              <a:gd name="connsiteX22557" fmla="*/ 4192 w 10321503"/>
              <a:gd name="connsiteY22557" fmla="*/ 5594008 h 5599766"/>
              <a:gd name="connsiteX22558" fmla="*/ 3578 w 10321503"/>
              <a:gd name="connsiteY22558" fmla="*/ 5593651 h 5599766"/>
              <a:gd name="connsiteX22559" fmla="*/ 46 w 10321503"/>
              <a:gd name="connsiteY22559" fmla="*/ 5587508 h 5599766"/>
              <a:gd name="connsiteX22560" fmla="*/ 46 w 10321503"/>
              <a:gd name="connsiteY22560" fmla="*/ 5586843 h 5599766"/>
              <a:gd name="connsiteX22561" fmla="*/ 3578 w 10321503"/>
              <a:gd name="connsiteY22561" fmla="*/ 5580700 h 5599766"/>
              <a:gd name="connsiteX22562" fmla="*/ 4192 w 10321503"/>
              <a:gd name="connsiteY22562" fmla="*/ 5580343 h 5599766"/>
              <a:gd name="connsiteX22563" fmla="*/ 11254 w 10321503"/>
              <a:gd name="connsiteY22563" fmla="*/ 5580343 h 5599766"/>
              <a:gd name="connsiteX22564" fmla="*/ 11868 w 10321503"/>
              <a:gd name="connsiteY22564" fmla="*/ 5580700 h 5599766"/>
              <a:gd name="connsiteX22565" fmla="*/ 15400 w 10321503"/>
              <a:gd name="connsiteY22565" fmla="*/ 5586843 h 5599766"/>
              <a:gd name="connsiteX22566" fmla="*/ 15400 w 10321503"/>
              <a:gd name="connsiteY22566" fmla="*/ 5587508 h 5599766"/>
              <a:gd name="connsiteX22567" fmla="*/ 11868 w 10321503"/>
              <a:gd name="connsiteY22567" fmla="*/ 5593651 h 5599766"/>
              <a:gd name="connsiteX22568" fmla="*/ 11254 w 10321503"/>
              <a:gd name="connsiteY22568" fmla="*/ 5594008 h 5599766"/>
              <a:gd name="connsiteX22569" fmla="*/ 605979 w 10321503"/>
              <a:gd name="connsiteY22569" fmla="*/ 5594017 h 5599766"/>
              <a:gd name="connsiteX22570" fmla="*/ 598916 w 10321503"/>
              <a:gd name="connsiteY22570" fmla="*/ 5594017 h 5599766"/>
              <a:gd name="connsiteX22571" fmla="*/ 598302 w 10321503"/>
              <a:gd name="connsiteY22571" fmla="*/ 5593660 h 5599766"/>
              <a:gd name="connsiteX22572" fmla="*/ 594770 w 10321503"/>
              <a:gd name="connsiteY22572" fmla="*/ 5587517 h 5599766"/>
              <a:gd name="connsiteX22573" fmla="*/ 594770 w 10321503"/>
              <a:gd name="connsiteY22573" fmla="*/ 5586853 h 5599766"/>
              <a:gd name="connsiteX22574" fmla="*/ 598302 w 10321503"/>
              <a:gd name="connsiteY22574" fmla="*/ 5580711 h 5599766"/>
              <a:gd name="connsiteX22575" fmla="*/ 598916 w 10321503"/>
              <a:gd name="connsiteY22575" fmla="*/ 5580351 h 5599766"/>
              <a:gd name="connsiteX22576" fmla="*/ 605979 w 10321503"/>
              <a:gd name="connsiteY22576" fmla="*/ 5580351 h 5599766"/>
              <a:gd name="connsiteX22577" fmla="*/ 606593 w 10321503"/>
              <a:gd name="connsiteY22577" fmla="*/ 5580711 h 5599766"/>
              <a:gd name="connsiteX22578" fmla="*/ 610125 w 10321503"/>
              <a:gd name="connsiteY22578" fmla="*/ 5586853 h 5599766"/>
              <a:gd name="connsiteX22579" fmla="*/ 610125 w 10321503"/>
              <a:gd name="connsiteY22579" fmla="*/ 5587517 h 5599766"/>
              <a:gd name="connsiteX22580" fmla="*/ 606593 w 10321503"/>
              <a:gd name="connsiteY22580" fmla="*/ 5593660 h 5599766"/>
              <a:gd name="connsiteX22581" fmla="*/ 605979 w 10321503"/>
              <a:gd name="connsiteY22581" fmla="*/ 5594017 h 5599766"/>
              <a:gd name="connsiteX22582" fmla="*/ 2189611 w 10321503"/>
              <a:gd name="connsiteY22582" fmla="*/ 5599766 h 5599766"/>
              <a:gd name="connsiteX22583" fmla="*/ 2182548 w 10321503"/>
              <a:gd name="connsiteY22583" fmla="*/ 5599766 h 5599766"/>
              <a:gd name="connsiteX22584" fmla="*/ 2181933 w 10321503"/>
              <a:gd name="connsiteY22584" fmla="*/ 5599409 h 5599766"/>
              <a:gd name="connsiteX22585" fmla="*/ 2178401 w 10321503"/>
              <a:gd name="connsiteY22585" fmla="*/ 5593267 h 5599766"/>
              <a:gd name="connsiteX22586" fmla="*/ 2178401 w 10321503"/>
              <a:gd name="connsiteY22586" fmla="*/ 5592601 h 5599766"/>
              <a:gd name="connsiteX22587" fmla="*/ 2181933 w 10321503"/>
              <a:gd name="connsiteY22587" fmla="*/ 5586459 h 5599766"/>
              <a:gd name="connsiteX22588" fmla="*/ 2182548 w 10321503"/>
              <a:gd name="connsiteY22588" fmla="*/ 5586101 h 5599766"/>
              <a:gd name="connsiteX22589" fmla="*/ 2189611 w 10321503"/>
              <a:gd name="connsiteY22589" fmla="*/ 5586101 h 5599766"/>
              <a:gd name="connsiteX22590" fmla="*/ 2190225 w 10321503"/>
              <a:gd name="connsiteY22590" fmla="*/ 5586459 h 5599766"/>
              <a:gd name="connsiteX22591" fmla="*/ 2193757 w 10321503"/>
              <a:gd name="connsiteY22591" fmla="*/ 5592601 h 5599766"/>
              <a:gd name="connsiteX22592" fmla="*/ 2193757 w 10321503"/>
              <a:gd name="connsiteY22592" fmla="*/ 5593267 h 5599766"/>
              <a:gd name="connsiteX22593" fmla="*/ 2190225 w 10321503"/>
              <a:gd name="connsiteY22593" fmla="*/ 5599409 h 5599766"/>
              <a:gd name="connsiteX22594" fmla="*/ 2189611 w 10321503"/>
              <a:gd name="connsiteY22594" fmla="*/ 5599766 h 5599766"/>
              <a:gd name="connsiteX22595" fmla="*/ 2387835 w 10321503"/>
              <a:gd name="connsiteY22595" fmla="*/ 5599766 h 5599766"/>
              <a:gd name="connsiteX22596" fmla="*/ 2380773 w 10321503"/>
              <a:gd name="connsiteY22596" fmla="*/ 5599766 h 5599766"/>
              <a:gd name="connsiteX22597" fmla="*/ 2380159 w 10321503"/>
              <a:gd name="connsiteY22597" fmla="*/ 5599409 h 5599766"/>
              <a:gd name="connsiteX22598" fmla="*/ 2376626 w 10321503"/>
              <a:gd name="connsiteY22598" fmla="*/ 5593267 h 5599766"/>
              <a:gd name="connsiteX22599" fmla="*/ 2376626 w 10321503"/>
              <a:gd name="connsiteY22599" fmla="*/ 5592601 h 5599766"/>
              <a:gd name="connsiteX22600" fmla="*/ 2380159 w 10321503"/>
              <a:gd name="connsiteY22600" fmla="*/ 5586459 h 5599766"/>
              <a:gd name="connsiteX22601" fmla="*/ 2380773 w 10321503"/>
              <a:gd name="connsiteY22601" fmla="*/ 5586101 h 5599766"/>
              <a:gd name="connsiteX22602" fmla="*/ 2387835 w 10321503"/>
              <a:gd name="connsiteY22602" fmla="*/ 5586101 h 5599766"/>
              <a:gd name="connsiteX22603" fmla="*/ 2388449 w 10321503"/>
              <a:gd name="connsiteY22603" fmla="*/ 5586459 h 5599766"/>
              <a:gd name="connsiteX22604" fmla="*/ 2391981 w 10321503"/>
              <a:gd name="connsiteY22604" fmla="*/ 5592601 h 5599766"/>
              <a:gd name="connsiteX22605" fmla="*/ 2391981 w 10321503"/>
              <a:gd name="connsiteY22605" fmla="*/ 5593267 h 5599766"/>
              <a:gd name="connsiteX22606" fmla="*/ 2388449 w 10321503"/>
              <a:gd name="connsiteY22606" fmla="*/ 5599409 h 5599766"/>
              <a:gd name="connsiteX22607" fmla="*/ 2387835 w 10321503"/>
              <a:gd name="connsiteY22607" fmla="*/ 5599766 h 5599766"/>
              <a:gd name="connsiteX22608" fmla="*/ 2586060 w 10321503"/>
              <a:gd name="connsiteY22608" fmla="*/ 5599766 h 5599766"/>
              <a:gd name="connsiteX22609" fmla="*/ 2578998 w 10321503"/>
              <a:gd name="connsiteY22609" fmla="*/ 5599766 h 5599766"/>
              <a:gd name="connsiteX22610" fmla="*/ 2578383 w 10321503"/>
              <a:gd name="connsiteY22610" fmla="*/ 5599409 h 5599766"/>
              <a:gd name="connsiteX22611" fmla="*/ 2574850 w 10321503"/>
              <a:gd name="connsiteY22611" fmla="*/ 5593267 h 5599766"/>
              <a:gd name="connsiteX22612" fmla="*/ 2574850 w 10321503"/>
              <a:gd name="connsiteY22612" fmla="*/ 5592601 h 5599766"/>
              <a:gd name="connsiteX22613" fmla="*/ 2578383 w 10321503"/>
              <a:gd name="connsiteY22613" fmla="*/ 5586459 h 5599766"/>
              <a:gd name="connsiteX22614" fmla="*/ 2578998 w 10321503"/>
              <a:gd name="connsiteY22614" fmla="*/ 5586101 h 5599766"/>
              <a:gd name="connsiteX22615" fmla="*/ 2586060 w 10321503"/>
              <a:gd name="connsiteY22615" fmla="*/ 5586101 h 5599766"/>
              <a:gd name="connsiteX22616" fmla="*/ 2586674 w 10321503"/>
              <a:gd name="connsiteY22616" fmla="*/ 5586459 h 5599766"/>
              <a:gd name="connsiteX22617" fmla="*/ 2590205 w 10321503"/>
              <a:gd name="connsiteY22617" fmla="*/ 5592601 h 5599766"/>
              <a:gd name="connsiteX22618" fmla="*/ 2590205 w 10321503"/>
              <a:gd name="connsiteY22618" fmla="*/ 5593267 h 5599766"/>
              <a:gd name="connsiteX22619" fmla="*/ 2586674 w 10321503"/>
              <a:gd name="connsiteY22619" fmla="*/ 5599409 h 5599766"/>
              <a:gd name="connsiteX22620" fmla="*/ 2586060 w 10321503"/>
              <a:gd name="connsiteY22620" fmla="*/ 5599766 h 5599766"/>
              <a:gd name="connsiteX22621" fmla="*/ 2784284 w 10321503"/>
              <a:gd name="connsiteY22621" fmla="*/ 5599766 h 5599766"/>
              <a:gd name="connsiteX22622" fmla="*/ 2777221 w 10321503"/>
              <a:gd name="connsiteY22622" fmla="*/ 5599766 h 5599766"/>
              <a:gd name="connsiteX22623" fmla="*/ 2776607 w 10321503"/>
              <a:gd name="connsiteY22623" fmla="*/ 5599409 h 5599766"/>
              <a:gd name="connsiteX22624" fmla="*/ 2773075 w 10321503"/>
              <a:gd name="connsiteY22624" fmla="*/ 5593267 h 5599766"/>
              <a:gd name="connsiteX22625" fmla="*/ 2773075 w 10321503"/>
              <a:gd name="connsiteY22625" fmla="*/ 5592601 h 5599766"/>
              <a:gd name="connsiteX22626" fmla="*/ 2776607 w 10321503"/>
              <a:gd name="connsiteY22626" fmla="*/ 5586459 h 5599766"/>
              <a:gd name="connsiteX22627" fmla="*/ 2777221 w 10321503"/>
              <a:gd name="connsiteY22627" fmla="*/ 5586101 h 5599766"/>
              <a:gd name="connsiteX22628" fmla="*/ 2784284 w 10321503"/>
              <a:gd name="connsiteY22628" fmla="*/ 5586101 h 5599766"/>
              <a:gd name="connsiteX22629" fmla="*/ 2784898 w 10321503"/>
              <a:gd name="connsiteY22629" fmla="*/ 5586459 h 5599766"/>
              <a:gd name="connsiteX22630" fmla="*/ 2788430 w 10321503"/>
              <a:gd name="connsiteY22630" fmla="*/ 5592601 h 5599766"/>
              <a:gd name="connsiteX22631" fmla="*/ 2788430 w 10321503"/>
              <a:gd name="connsiteY22631" fmla="*/ 5593267 h 5599766"/>
              <a:gd name="connsiteX22632" fmla="*/ 2784898 w 10321503"/>
              <a:gd name="connsiteY22632" fmla="*/ 5599409 h 5599766"/>
              <a:gd name="connsiteX22633" fmla="*/ 2784284 w 10321503"/>
              <a:gd name="connsiteY22633" fmla="*/ 5599766 h 5599766"/>
              <a:gd name="connsiteX22634" fmla="*/ 2982559 w 10321503"/>
              <a:gd name="connsiteY22634" fmla="*/ 5599766 h 5599766"/>
              <a:gd name="connsiteX22635" fmla="*/ 2975496 w 10321503"/>
              <a:gd name="connsiteY22635" fmla="*/ 5599766 h 5599766"/>
              <a:gd name="connsiteX22636" fmla="*/ 2974882 w 10321503"/>
              <a:gd name="connsiteY22636" fmla="*/ 5599409 h 5599766"/>
              <a:gd name="connsiteX22637" fmla="*/ 2971351 w 10321503"/>
              <a:gd name="connsiteY22637" fmla="*/ 5593267 h 5599766"/>
              <a:gd name="connsiteX22638" fmla="*/ 2971351 w 10321503"/>
              <a:gd name="connsiteY22638" fmla="*/ 5592601 h 5599766"/>
              <a:gd name="connsiteX22639" fmla="*/ 2974882 w 10321503"/>
              <a:gd name="connsiteY22639" fmla="*/ 5586459 h 5599766"/>
              <a:gd name="connsiteX22640" fmla="*/ 2975496 w 10321503"/>
              <a:gd name="connsiteY22640" fmla="*/ 5586101 h 5599766"/>
              <a:gd name="connsiteX22641" fmla="*/ 2982559 w 10321503"/>
              <a:gd name="connsiteY22641" fmla="*/ 5586101 h 5599766"/>
              <a:gd name="connsiteX22642" fmla="*/ 2983173 w 10321503"/>
              <a:gd name="connsiteY22642" fmla="*/ 5586459 h 5599766"/>
              <a:gd name="connsiteX22643" fmla="*/ 2986706 w 10321503"/>
              <a:gd name="connsiteY22643" fmla="*/ 5592601 h 5599766"/>
              <a:gd name="connsiteX22644" fmla="*/ 2986706 w 10321503"/>
              <a:gd name="connsiteY22644" fmla="*/ 5593267 h 5599766"/>
              <a:gd name="connsiteX22645" fmla="*/ 2983173 w 10321503"/>
              <a:gd name="connsiteY22645" fmla="*/ 5599409 h 5599766"/>
              <a:gd name="connsiteX22646" fmla="*/ 2982559 w 10321503"/>
              <a:gd name="connsiteY22646" fmla="*/ 5599766 h 5599766"/>
              <a:gd name="connsiteX22647" fmla="*/ 3180784 w 10321503"/>
              <a:gd name="connsiteY22647" fmla="*/ 5599766 h 5599766"/>
              <a:gd name="connsiteX22648" fmla="*/ 3173721 w 10321503"/>
              <a:gd name="connsiteY22648" fmla="*/ 5599766 h 5599766"/>
              <a:gd name="connsiteX22649" fmla="*/ 3173107 w 10321503"/>
              <a:gd name="connsiteY22649" fmla="*/ 5599409 h 5599766"/>
              <a:gd name="connsiteX22650" fmla="*/ 3169576 w 10321503"/>
              <a:gd name="connsiteY22650" fmla="*/ 5593267 h 5599766"/>
              <a:gd name="connsiteX22651" fmla="*/ 3169576 w 10321503"/>
              <a:gd name="connsiteY22651" fmla="*/ 5592601 h 5599766"/>
              <a:gd name="connsiteX22652" fmla="*/ 3173107 w 10321503"/>
              <a:gd name="connsiteY22652" fmla="*/ 5586459 h 5599766"/>
              <a:gd name="connsiteX22653" fmla="*/ 3173721 w 10321503"/>
              <a:gd name="connsiteY22653" fmla="*/ 5586101 h 5599766"/>
              <a:gd name="connsiteX22654" fmla="*/ 3180784 w 10321503"/>
              <a:gd name="connsiteY22654" fmla="*/ 5586101 h 5599766"/>
              <a:gd name="connsiteX22655" fmla="*/ 3181398 w 10321503"/>
              <a:gd name="connsiteY22655" fmla="*/ 5586459 h 5599766"/>
              <a:gd name="connsiteX22656" fmla="*/ 3184931 w 10321503"/>
              <a:gd name="connsiteY22656" fmla="*/ 5592601 h 5599766"/>
              <a:gd name="connsiteX22657" fmla="*/ 3184931 w 10321503"/>
              <a:gd name="connsiteY22657" fmla="*/ 5593267 h 5599766"/>
              <a:gd name="connsiteX22658" fmla="*/ 3181398 w 10321503"/>
              <a:gd name="connsiteY22658" fmla="*/ 5599409 h 5599766"/>
              <a:gd name="connsiteX22659" fmla="*/ 3180784 w 10321503"/>
              <a:gd name="connsiteY22659" fmla="*/ 5599766 h 5599766"/>
              <a:gd name="connsiteX22660" fmla="*/ 3379008 w 10321503"/>
              <a:gd name="connsiteY22660" fmla="*/ 5599766 h 5599766"/>
              <a:gd name="connsiteX22661" fmla="*/ 3371947 w 10321503"/>
              <a:gd name="connsiteY22661" fmla="*/ 5599766 h 5599766"/>
              <a:gd name="connsiteX22662" fmla="*/ 3371332 w 10321503"/>
              <a:gd name="connsiteY22662" fmla="*/ 5599409 h 5599766"/>
              <a:gd name="connsiteX22663" fmla="*/ 3367800 w 10321503"/>
              <a:gd name="connsiteY22663" fmla="*/ 5593267 h 5599766"/>
              <a:gd name="connsiteX22664" fmla="*/ 3367800 w 10321503"/>
              <a:gd name="connsiteY22664" fmla="*/ 5592601 h 5599766"/>
              <a:gd name="connsiteX22665" fmla="*/ 3371332 w 10321503"/>
              <a:gd name="connsiteY22665" fmla="*/ 5586459 h 5599766"/>
              <a:gd name="connsiteX22666" fmla="*/ 3371947 w 10321503"/>
              <a:gd name="connsiteY22666" fmla="*/ 5586101 h 5599766"/>
              <a:gd name="connsiteX22667" fmla="*/ 3379008 w 10321503"/>
              <a:gd name="connsiteY22667" fmla="*/ 5586101 h 5599766"/>
              <a:gd name="connsiteX22668" fmla="*/ 3379624 w 10321503"/>
              <a:gd name="connsiteY22668" fmla="*/ 5586459 h 5599766"/>
              <a:gd name="connsiteX22669" fmla="*/ 3383155 w 10321503"/>
              <a:gd name="connsiteY22669" fmla="*/ 5592601 h 5599766"/>
              <a:gd name="connsiteX22670" fmla="*/ 3383155 w 10321503"/>
              <a:gd name="connsiteY22670" fmla="*/ 5593267 h 5599766"/>
              <a:gd name="connsiteX22671" fmla="*/ 3379624 w 10321503"/>
              <a:gd name="connsiteY22671" fmla="*/ 5599409 h 5599766"/>
              <a:gd name="connsiteX22672" fmla="*/ 3379008 w 10321503"/>
              <a:gd name="connsiteY22672" fmla="*/ 5599766 h 5599766"/>
              <a:gd name="connsiteX22673" fmla="*/ 3577234 w 10321503"/>
              <a:gd name="connsiteY22673" fmla="*/ 5599766 h 5599766"/>
              <a:gd name="connsiteX22674" fmla="*/ 3570172 w 10321503"/>
              <a:gd name="connsiteY22674" fmla="*/ 5599766 h 5599766"/>
              <a:gd name="connsiteX22675" fmla="*/ 3569557 w 10321503"/>
              <a:gd name="connsiteY22675" fmla="*/ 5599409 h 5599766"/>
              <a:gd name="connsiteX22676" fmla="*/ 3566024 w 10321503"/>
              <a:gd name="connsiteY22676" fmla="*/ 5593267 h 5599766"/>
              <a:gd name="connsiteX22677" fmla="*/ 3566024 w 10321503"/>
              <a:gd name="connsiteY22677" fmla="*/ 5592601 h 5599766"/>
              <a:gd name="connsiteX22678" fmla="*/ 3569557 w 10321503"/>
              <a:gd name="connsiteY22678" fmla="*/ 5586459 h 5599766"/>
              <a:gd name="connsiteX22679" fmla="*/ 3570172 w 10321503"/>
              <a:gd name="connsiteY22679" fmla="*/ 5586101 h 5599766"/>
              <a:gd name="connsiteX22680" fmla="*/ 3577234 w 10321503"/>
              <a:gd name="connsiteY22680" fmla="*/ 5586101 h 5599766"/>
              <a:gd name="connsiteX22681" fmla="*/ 3577848 w 10321503"/>
              <a:gd name="connsiteY22681" fmla="*/ 5586459 h 5599766"/>
              <a:gd name="connsiteX22682" fmla="*/ 3581379 w 10321503"/>
              <a:gd name="connsiteY22682" fmla="*/ 5592601 h 5599766"/>
              <a:gd name="connsiteX22683" fmla="*/ 3581379 w 10321503"/>
              <a:gd name="connsiteY22683" fmla="*/ 5593267 h 5599766"/>
              <a:gd name="connsiteX22684" fmla="*/ 3577848 w 10321503"/>
              <a:gd name="connsiteY22684" fmla="*/ 5599409 h 5599766"/>
              <a:gd name="connsiteX22685" fmla="*/ 3577234 w 10321503"/>
              <a:gd name="connsiteY22685" fmla="*/ 5599766 h 5599766"/>
              <a:gd name="connsiteX22686" fmla="*/ 3775459 w 10321503"/>
              <a:gd name="connsiteY22686" fmla="*/ 5599766 h 5599766"/>
              <a:gd name="connsiteX22687" fmla="*/ 3768396 w 10321503"/>
              <a:gd name="connsiteY22687" fmla="*/ 5599766 h 5599766"/>
              <a:gd name="connsiteX22688" fmla="*/ 3767781 w 10321503"/>
              <a:gd name="connsiteY22688" fmla="*/ 5599409 h 5599766"/>
              <a:gd name="connsiteX22689" fmla="*/ 3764249 w 10321503"/>
              <a:gd name="connsiteY22689" fmla="*/ 5593267 h 5599766"/>
              <a:gd name="connsiteX22690" fmla="*/ 3764249 w 10321503"/>
              <a:gd name="connsiteY22690" fmla="*/ 5592601 h 5599766"/>
              <a:gd name="connsiteX22691" fmla="*/ 3767781 w 10321503"/>
              <a:gd name="connsiteY22691" fmla="*/ 5586459 h 5599766"/>
              <a:gd name="connsiteX22692" fmla="*/ 3768396 w 10321503"/>
              <a:gd name="connsiteY22692" fmla="*/ 5586101 h 5599766"/>
              <a:gd name="connsiteX22693" fmla="*/ 3775459 w 10321503"/>
              <a:gd name="connsiteY22693" fmla="*/ 5586101 h 5599766"/>
              <a:gd name="connsiteX22694" fmla="*/ 3776073 w 10321503"/>
              <a:gd name="connsiteY22694" fmla="*/ 5586459 h 5599766"/>
              <a:gd name="connsiteX22695" fmla="*/ 3779604 w 10321503"/>
              <a:gd name="connsiteY22695" fmla="*/ 5592601 h 5599766"/>
              <a:gd name="connsiteX22696" fmla="*/ 3779604 w 10321503"/>
              <a:gd name="connsiteY22696" fmla="*/ 5593267 h 5599766"/>
              <a:gd name="connsiteX22697" fmla="*/ 3776073 w 10321503"/>
              <a:gd name="connsiteY22697" fmla="*/ 5599409 h 5599766"/>
              <a:gd name="connsiteX22698" fmla="*/ 3775459 w 10321503"/>
              <a:gd name="connsiteY22698" fmla="*/ 5599766 h 5599766"/>
              <a:gd name="connsiteX22699" fmla="*/ 3973734 w 10321503"/>
              <a:gd name="connsiteY22699" fmla="*/ 5599766 h 5599766"/>
              <a:gd name="connsiteX22700" fmla="*/ 3966671 w 10321503"/>
              <a:gd name="connsiteY22700" fmla="*/ 5599766 h 5599766"/>
              <a:gd name="connsiteX22701" fmla="*/ 3966057 w 10321503"/>
              <a:gd name="connsiteY22701" fmla="*/ 5599409 h 5599766"/>
              <a:gd name="connsiteX22702" fmla="*/ 3962525 w 10321503"/>
              <a:gd name="connsiteY22702" fmla="*/ 5593267 h 5599766"/>
              <a:gd name="connsiteX22703" fmla="*/ 3962525 w 10321503"/>
              <a:gd name="connsiteY22703" fmla="*/ 5592601 h 5599766"/>
              <a:gd name="connsiteX22704" fmla="*/ 3966057 w 10321503"/>
              <a:gd name="connsiteY22704" fmla="*/ 5586459 h 5599766"/>
              <a:gd name="connsiteX22705" fmla="*/ 3966671 w 10321503"/>
              <a:gd name="connsiteY22705" fmla="*/ 5586101 h 5599766"/>
              <a:gd name="connsiteX22706" fmla="*/ 3973734 w 10321503"/>
              <a:gd name="connsiteY22706" fmla="*/ 5586101 h 5599766"/>
              <a:gd name="connsiteX22707" fmla="*/ 3974348 w 10321503"/>
              <a:gd name="connsiteY22707" fmla="*/ 5586459 h 5599766"/>
              <a:gd name="connsiteX22708" fmla="*/ 3977880 w 10321503"/>
              <a:gd name="connsiteY22708" fmla="*/ 5592601 h 5599766"/>
              <a:gd name="connsiteX22709" fmla="*/ 3977880 w 10321503"/>
              <a:gd name="connsiteY22709" fmla="*/ 5593267 h 5599766"/>
              <a:gd name="connsiteX22710" fmla="*/ 3974348 w 10321503"/>
              <a:gd name="connsiteY22710" fmla="*/ 5599409 h 5599766"/>
              <a:gd name="connsiteX22711" fmla="*/ 3973734 w 10321503"/>
              <a:gd name="connsiteY22711" fmla="*/ 5599766 h 5599766"/>
              <a:gd name="connsiteX22712" fmla="*/ 4171959 w 10321503"/>
              <a:gd name="connsiteY22712" fmla="*/ 5599766 h 5599766"/>
              <a:gd name="connsiteX22713" fmla="*/ 4164896 w 10321503"/>
              <a:gd name="connsiteY22713" fmla="*/ 5599766 h 5599766"/>
              <a:gd name="connsiteX22714" fmla="*/ 4164282 w 10321503"/>
              <a:gd name="connsiteY22714" fmla="*/ 5599409 h 5599766"/>
              <a:gd name="connsiteX22715" fmla="*/ 4160751 w 10321503"/>
              <a:gd name="connsiteY22715" fmla="*/ 5593267 h 5599766"/>
              <a:gd name="connsiteX22716" fmla="*/ 4160751 w 10321503"/>
              <a:gd name="connsiteY22716" fmla="*/ 5592601 h 5599766"/>
              <a:gd name="connsiteX22717" fmla="*/ 4164282 w 10321503"/>
              <a:gd name="connsiteY22717" fmla="*/ 5586459 h 5599766"/>
              <a:gd name="connsiteX22718" fmla="*/ 4164896 w 10321503"/>
              <a:gd name="connsiteY22718" fmla="*/ 5586101 h 5599766"/>
              <a:gd name="connsiteX22719" fmla="*/ 4171959 w 10321503"/>
              <a:gd name="connsiteY22719" fmla="*/ 5586101 h 5599766"/>
              <a:gd name="connsiteX22720" fmla="*/ 4172573 w 10321503"/>
              <a:gd name="connsiteY22720" fmla="*/ 5586459 h 5599766"/>
              <a:gd name="connsiteX22721" fmla="*/ 4176105 w 10321503"/>
              <a:gd name="connsiteY22721" fmla="*/ 5592601 h 5599766"/>
              <a:gd name="connsiteX22722" fmla="*/ 4176105 w 10321503"/>
              <a:gd name="connsiteY22722" fmla="*/ 5593267 h 5599766"/>
              <a:gd name="connsiteX22723" fmla="*/ 4172573 w 10321503"/>
              <a:gd name="connsiteY22723" fmla="*/ 5599409 h 5599766"/>
              <a:gd name="connsiteX22724" fmla="*/ 4171959 w 10321503"/>
              <a:gd name="connsiteY22724" fmla="*/ 5599766 h 5599766"/>
              <a:gd name="connsiteX22725" fmla="*/ 4370183 w 10321503"/>
              <a:gd name="connsiteY22725" fmla="*/ 5599766 h 5599766"/>
              <a:gd name="connsiteX22726" fmla="*/ 4363121 w 10321503"/>
              <a:gd name="connsiteY22726" fmla="*/ 5599766 h 5599766"/>
              <a:gd name="connsiteX22727" fmla="*/ 4362506 w 10321503"/>
              <a:gd name="connsiteY22727" fmla="*/ 5599409 h 5599766"/>
              <a:gd name="connsiteX22728" fmla="*/ 4358975 w 10321503"/>
              <a:gd name="connsiteY22728" fmla="*/ 5593267 h 5599766"/>
              <a:gd name="connsiteX22729" fmla="*/ 4358975 w 10321503"/>
              <a:gd name="connsiteY22729" fmla="*/ 5592601 h 5599766"/>
              <a:gd name="connsiteX22730" fmla="*/ 4362506 w 10321503"/>
              <a:gd name="connsiteY22730" fmla="*/ 5586459 h 5599766"/>
              <a:gd name="connsiteX22731" fmla="*/ 4363121 w 10321503"/>
              <a:gd name="connsiteY22731" fmla="*/ 5586101 h 5599766"/>
              <a:gd name="connsiteX22732" fmla="*/ 4370183 w 10321503"/>
              <a:gd name="connsiteY22732" fmla="*/ 5586101 h 5599766"/>
              <a:gd name="connsiteX22733" fmla="*/ 4370797 w 10321503"/>
              <a:gd name="connsiteY22733" fmla="*/ 5586459 h 5599766"/>
              <a:gd name="connsiteX22734" fmla="*/ 4374329 w 10321503"/>
              <a:gd name="connsiteY22734" fmla="*/ 5592601 h 5599766"/>
              <a:gd name="connsiteX22735" fmla="*/ 4374329 w 10321503"/>
              <a:gd name="connsiteY22735" fmla="*/ 5593267 h 5599766"/>
              <a:gd name="connsiteX22736" fmla="*/ 4370797 w 10321503"/>
              <a:gd name="connsiteY22736" fmla="*/ 5599409 h 5599766"/>
              <a:gd name="connsiteX22737" fmla="*/ 4370183 w 10321503"/>
              <a:gd name="connsiteY22737" fmla="*/ 5599766 h 5599766"/>
              <a:gd name="connsiteX22738" fmla="*/ 4568408 w 10321503"/>
              <a:gd name="connsiteY22738" fmla="*/ 5599766 h 5599766"/>
              <a:gd name="connsiteX22739" fmla="*/ 4561345 w 10321503"/>
              <a:gd name="connsiteY22739" fmla="*/ 5599766 h 5599766"/>
              <a:gd name="connsiteX22740" fmla="*/ 4560731 w 10321503"/>
              <a:gd name="connsiteY22740" fmla="*/ 5599409 h 5599766"/>
              <a:gd name="connsiteX22741" fmla="*/ 4557199 w 10321503"/>
              <a:gd name="connsiteY22741" fmla="*/ 5593267 h 5599766"/>
              <a:gd name="connsiteX22742" fmla="*/ 4557199 w 10321503"/>
              <a:gd name="connsiteY22742" fmla="*/ 5592601 h 5599766"/>
              <a:gd name="connsiteX22743" fmla="*/ 4560731 w 10321503"/>
              <a:gd name="connsiteY22743" fmla="*/ 5586459 h 5599766"/>
              <a:gd name="connsiteX22744" fmla="*/ 4561345 w 10321503"/>
              <a:gd name="connsiteY22744" fmla="*/ 5586101 h 5599766"/>
              <a:gd name="connsiteX22745" fmla="*/ 4568408 w 10321503"/>
              <a:gd name="connsiteY22745" fmla="*/ 5586101 h 5599766"/>
              <a:gd name="connsiteX22746" fmla="*/ 4569022 w 10321503"/>
              <a:gd name="connsiteY22746" fmla="*/ 5586459 h 5599766"/>
              <a:gd name="connsiteX22747" fmla="*/ 4572554 w 10321503"/>
              <a:gd name="connsiteY22747" fmla="*/ 5592601 h 5599766"/>
              <a:gd name="connsiteX22748" fmla="*/ 4572554 w 10321503"/>
              <a:gd name="connsiteY22748" fmla="*/ 5593267 h 5599766"/>
              <a:gd name="connsiteX22749" fmla="*/ 4569022 w 10321503"/>
              <a:gd name="connsiteY22749" fmla="*/ 5599409 h 5599766"/>
              <a:gd name="connsiteX22750" fmla="*/ 4568408 w 10321503"/>
              <a:gd name="connsiteY22750" fmla="*/ 5599766 h 5599766"/>
              <a:gd name="connsiteX22751" fmla="*/ 4766683 w 10321503"/>
              <a:gd name="connsiteY22751" fmla="*/ 5599766 h 5599766"/>
              <a:gd name="connsiteX22752" fmla="*/ 4759621 w 10321503"/>
              <a:gd name="connsiteY22752" fmla="*/ 5599766 h 5599766"/>
              <a:gd name="connsiteX22753" fmla="*/ 4759007 w 10321503"/>
              <a:gd name="connsiteY22753" fmla="*/ 5599409 h 5599766"/>
              <a:gd name="connsiteX22754" fmla="*/ 4755475 w 10321503"/>
              <a:gd name="connsiteY22754" fmla="*/ 5593267 h 5599766"/>
              <a:gd name="connsiteX22755" fmla="*/ 4755475 w 10321503"/>
              <a:gd name="connsiteY22755" fmla="*/ 5592601 h 5599766"/>
              <a:gd name="connsiteX22756" fmla="*/ 4759007 w 10321503"/>
              <a:gd name="connsiteY22756" fmla="*/ 5586459 h 5599766"/>
              <a:gd name="connsiteX22757" fmla="*/ 4759621 w 10321503"/>
              <a:gd name="connsiteY22757" fmla="*/ 5586101 h 5599766"/>
              <a:gd name="connsiteX22758" fmla="*/ 4766683 w 10321503"/>
              <a:gd name="connsiteY22758" fmla="*/ 5586101 h 5599766"/>
              <a:gd name="connsiteX22759" fmla="*/ 4767297 w 10321503"/>
              <a:gd name="connsiteY22759" fmla="*/ 5586459 h 5599766"/>
              <a:gd name="connsiteX22760" fmla="*/ 4770829 w 10321503"/>
              <a:gd name="connsiteY22760" fmla="*/ 5592601 h 5599766"/>
              <a:gd name="connsiteX22761" fmla="*/ 4770829 w 10321503"/>
              <a:gd name="connsiteY22761" fmla="*/ 5593267 h 5599766"/>
              <a:gd name="connsiteX22762" fmla="*/ 4767297 w 10321503"/>
              <a:gd name="connsiteY22762" fmla="*/ 5599409 h 5599766"/>
              <a:gd name="connsiteX22763" fmla="*/ 4766683 w 10321503"/>
              <a:gd name="connsiteY22763" fmla="*/ 5599766 h 5599766"/>
              <a:gd name="connsiteX22764" fmla="*/ 4964909 w 10321503"/>
              <a:gd name="connsiteY22764" fmla="*/ 5599766 h 5599766"/>
              <a:gd name="connsiteX22765" fmla="*/ 4957846 w 10321503"/>
              <a:gd name="connsiteY22765" fmla="*/ 5599766 h 5599766"/>
              <a:gd name="connsiteX22766" fmla="*/ 4957232 w 10321503"/>
              <a:gd name="connsiteY22766" fmla="*/ 5599409 h 5599766"/>
              <a:gd name="connsiteX22767" fmla="*/ 4953699 w 10321503"/>
              <a:gd name="connsiteY22767" fmla="*/ 5593267 h 5599766"/>
              <a:gd name="connsiteX22768" fmla="*/ 4953699 w 10321503"/>
              <a:gd name="connsiteY22768" fmla="*/ 5592601 h 5599766"/>
              <a:gd name="connsiteX22769" fmla="*/ 4957232 w 10321503"/>
              <a:gd name="connsiteY22769" fmla="*/ 5586459 h 5599766"/>
              <a:gd name="connsiteX22770" fmla="*/ 4957846 w 10321503"/>
              <a:gd name="connsiteY22770" fmla="*/ 5586101 h 5599766"/>
              <a:gd name="connsiteX22771" fmla="*/ 4964909 w 10321503"/>
              <a:gd name="connsiteY22771" fmla="*/ 5586101 h 5599766"/>
              <a:gd name="connsiteX22772" fmla="*/ 4965523 w 10321503"/>
              <a:gd name="connsiteY22772" fmla="*/ 5586459 h 5599766"/>
              <a:gd name="connsiteX22773" fmla="*/ 4969054 w 10321503"/>
              <a:gd name="connsiteY22773" fmla="*/ 5592601 h 5599766"/>
              <a:gd name="connsiteX22774" fmla="*/ 4969054 w 10321503"/>
              <a:gd name="connsiteY22774" fmla="*/ 5593267 h 5599766"/>
              <a:gd name="connsiteX22775" fmla="*/ 4965523 w 10321503"/>
              <a:gd name="connsiteY22775" fmla="*/ 5599409 h 5599766"/>
              <a:gd name="connsiteX22776" fmla="*/ 4964909 w 10321503"/>
              <a:gd name="connsiteY22776" fmla="*/ 5599766 h 5599766"/>
              <a:gd name="connsiteX22777" fmla="*/ 5163134 w 10321503"/>
              <a:gd name="connsiteY22777" fmla="*/ 5599766 h 5599766"/>
              <a:gd name="connsiteX22778" fmla="*/ 5156070 w 10321503"/>
              <a:gd name="connsiteY22778" fmla="*/ 5599766 h 5599766"/>
              <a:gd name="connsiteX22779" fmla="*/ 5155456 w 10321503"/>
              <a:gd name="connsiteY22779" fmla="*/ 5599409 h 5599766"/>
              <a:gd name="connsiteX22780" fmla="*/ 5151924 w 10321503"/>
              <a:gd name="connsiteY22780" fmla="*/ 5593267 h 5599766"/>
              <a:gd name="connsiteX22781" fmla="*/ 5151924 w 10321503"/>
              <a:gd name="connsiteY22781" fmla="*/ 5592601 h 5599766"/>
              <a:gd name="connsiteX22782" fmla="*/ 5155456 w 10321503"/>
              <a:gd name="connsiteY22782" fmla="*/ 5586459 h 5599766"/>
              <a:gd name="connsiteX22783" fmla="*/ 5156070 w 10321503"/>
              <a:gd name="connsiteY22783" fmla="*/ 5586101 h 5599766"/>
              <a:gd name="connsiteX22784" fmla="*/ 5163134 w 10321503"/>
              <a:gd name="connsiteY22784" fmla="*/ 5586101 h 5599766"/>
              <a:gd name="connsiteX22785" fmla="*/ 5163748 w 10321503"/>
              <a:gd name="connsiteY22785" fmla="*/ 5586459 h 5599766"/>
              <a:gd name="connsiteX22786" fmla="*/ 5167279 w 10321503"/>
              <a:gd name="connsiteY22786" fmla="*/ 5592601 h 5599766"/>
              <a:gd name="connsiteX22787" fmla="*/ 5167279 w 10321503"/>
              <a:gd name="connsiteY22787" fmla="*/ 5593267 h 5599766"/>
              <a:gd name="connsiteX22788" fmla="*/ 5163748 w 10321503"/>
              <a:gd name="connsiteY22788" fmla="*/ 5599409 h 5599766"/>
              <a:gd name="connsiteX22789" fmla="*/ 5163134 w 10321503"/>
              <a:gd name="connsiteY22789" fmla="*/ 5599766 h 5599766"/>
              <a:gd name="connsiteX22790" fmla="*/ 5361358 w 10321503"/>
              <a:gd name="connsiteY22790" fmla="*/ 5599766 h 5599766"/>
              <a:gd name="connsiteX22791" fmla="*/ 5354295 w 10321503"/>
              <a:gd name="connsiteY22791" fmla="*/ 5599766 h 5599766"/>
              <a:gd name="connsiteX22792" fmla="*/ 5353680 w 10321503"/>
              <a:gd name="connsiteY22792" fmla="*/ 5599409 h 5599766"/>
              <a:gd name="connsiteX22793" fmla="*/ 5350149 w 10321503"/>
              <a:gd name="connsiteY22793" fmla="*/ 5593267 h 5599766"/>
              <a:gd name="connsiteX22794" fmla="*/ 5350149 w 10321503"/>
              <a:gd name="connsiteY22794" fmla="*/ 5592601 h 5599766"/>
              <a:gd name="connsiteX22795" fmla="*/ 5353680 w 10321503"/>
              <a:gd name="connsiteY22795" fmla="*/ 5586459 h 5599766"/>
              <a:gd name="connsiteX22796" fmla="*/ 5354295 w 10321503"/>
              <a:gd name="connsiteY22796" fmla="*/ 5586101 h 5599766"/>
              <a:gd name="connsiteX22797" fmla="*/ 5361358 w 10321503"/>
              <a:gd name="connsiteY22797" fmla="*/ 5586101 h 5599766"/>
              <a:gd name="connsiteX22798" fmla="*/ 5361972 w 10321503"/>
              <a:gd name="connsiteY22798" fmla="*/ 5586459 h 5599766"/>
              <a:gd name="connsiteX22799" fmla="*/ 5365503 w 10321503"/>
              <a:gd name="connsiteY22799" fmla="*/ 5592601 h 5599766"/>
              <a:gd name="connsiteX22800" fmla="*/ 5365503 w 10321503"/>
              <a:gd name="connsiteY22800" fmla="*/ 5593267 h 5599766"/>
              <a:gd name="connsiteX22801" fmla="*/ 5361972 w 10321503"/>
              <a:gd name="connsiteY22801" fmla="*/ 5599409 h 5599766"/>
              <a:gd name="connsiteX22802" fmla="*/ 5361358 w 10321503"/>
              <a:gd name="connsiteY22802" fmla="*/ 5599766 h 5599766"/>
              <a:gd name="connsiteX22803" fmla="*/ 5559633 w 10321503"/>
              <a:gd name="connsiteY22803" fmla="*/ 5599766 h 5599766"/>
              <a:gd name="connsiteX22804" fmla="*/ 5552569 w 10321503"/>
              <a:gd name="connsiteY22804" fmla="*/ 5599766 h 5599766"/>
              <a:gd name="connsiteX22805" fmla="*/ 5551956 w 10321503"/>
              <a:gd name="connsiteY22805" fmla="*/ 5599409 h 5599766"/>
              <a:gd name="connsiteX22806" fmla="*/ 5548424 w 10321503"/>
              <a:gd name="connsiteY22806" fmla="*/ 5593267 h 5599766"/>
              <a:gd name="connsiteX22807" fmla="*/ 5548424 w 10321503"/>
              <a:gd name="connsiteY22807" fmla="*/ 5592601 h 5599766"/>
              <a:gd name="connsiteX22808" fmla="*/ 5551956 w 10321503"/>
              <a:gd name="connsiteY22808" fmla="*/ 5586459 h 5599766"/>
              <a:gd name="connsiteX22809" fmla="*/ 5552569 w 10321503"/>
              <a:gd name="connsiteY22809" fmla="*/ 5586101 h 5599766"/>
              <a:gd name="connsiteX22810" fmla="*/ 5559633 w 10321503"/>
              <a:gd name="connsiteY22810" fmla="*/ 5586101 h 5599766"/>
              <a:gd name="connsiteX22811" fmla="*/ 5560246 w 10321503"/>
              <a:gd name="connsiteY22811" fmla="*/ 5586459 h 5599766"/>
              <a:gd name="connsiteX22812" fmla="*/ 5563779 w 10321503"/>
              <a:gd name="connsiteY22812" fmla="*/ 5592601 h 5599766"/>
              <a:gd name="connsiteX22813" fmla="*/ 5563779 w 10321503"/>
              <a:gd name="connsiteY22813" fmla="*/ 5593267 h 5599766"/>
              <a:gd name="connsiteX22814" fmla="*/ 5560246 w 10321503"/>
              <a:gd name="connsiteY22814" fmla="*/ 5599409 h 5599766"/>
              <a:gd name="connsiteX22815" fmla="*/ 5559633 w 10321503"/>
              <a:gd name="connsiteY22815" fmla="*/ 5599766 h 5599766"/>
              <a:gd name="connsiteX22816" fmla="*/ 5757857 w 10321503"/>
              <a:gd name="connsiteY22816" fmla="*/ 5599766 h 5599766"/>
              <a:gd name="connsiteX22817" fmla="*/ 5750795 w 10321503"/>
              <a:gd name="connsiteY22817" fmla="*/ 5599766 h 5599766"/>
              <a:gd name="connsiteX22818" fmla="*/ 5750181 w 10321503"/>
              <a:gd name="connsiteY22818" fmla="*/ 5599409 h 5599766"/>
              <a:gd name="connsiteX22819" fmla="*/ 5746649 w 10321503"/>
              <a:gd name="connsiteY22819" fmla="*/ 5593267 h 5599766"/>
              <a:gd name="connsiteX22820" fmla="*/ 5746649 w 10321503"/>
              <a:gd name="connsiteY22820" fmla="*/ 5592601 h 5599766"/>
              <a:gd name="connsiteX22821" fmla="*/ 5750181 w 10321503"/>
              <a:gd name="connsiteY22821" fmla="*/ 5586459 h 5599766"/>
              <a:gd name="connsiteX22822" fmla="*/ 5750795 w 10321503"/>
              <a:gd name="connsiteY22822" fmla="*/ 5586101 h 5599766"/>
              <a:gd name="connsiteX22823" fmla="*/ 5757857 w 10321503"/>
              <a:gd name="connsiteY22823" fmla="*/ 5586101 h 5599766"/>
              <a:gd name="connsiteX22824" fmla="*/ 5758471 w 10321503"/>
              <a:gd name="connsiteY22824" fmla="*/ 5586459 h 5599766"/>
              <a:gd name="connsiteX22825" fmla="*/ 5762003 w 10321503"/>
              <a:gd name="connsiteY22825" fmla="*/ 5592601 h 5599766"/>
              <a:gd name="connsiteX22826" fmla="*/ 5762003 w 10321503"/>
              <a:gd name="connsiteY22826" fmla="*/ 5593267 h 5599766"/>
              <a:gd name="connsiteX22827" fmla="*/ 5758471 w 10321503"/>
              <a:gd name="connsiteY22827" fmla="*/ 5599409 h 5599766"/>
              <a:gd name="connsiteX22828" fmla="*/ 5757857 w 10321503"/>
              <a:gd name="connsiteY22828" fmla="*/ 5599766 h 5599766"/>
              <a:gd name="connsiteX22829" fmla="*/ 5956083 w 10321503"/>
              <a:gd name="connsiteY22829" fmla="*/ 5599766 h 5599766"/>
              <a:gd name="connsiteX22830" fmla="*/ 5949019 w 10321503"/>
              <a:gd name="connsiteY22830" fmla="*/ 5599766 h 5599766"/>
              <a:gd name="connsiteX22831" fmla="*/ 5948405 w 10321503"/>
              <a:gd name="connsiteY22831" fmla="*/ 5599409 h 5599766"/>
              <a:gd name="connsiteX22832" fmla="*/ 5944873 w 10321503"/>
              <a:gd name="connsiteY22832" fmla="*/ 5593267 h 5599766"/>
              <a:gd name="connsiteX22833" fmla="*/ 5944873 w 10321503"/>
              <a:gd name="connsiteY22833" fmla="*/ 5592601 h 5599766"/>
              <a:gd name="connsiteX22834" fmla="*/ 5948405 w 10321503"/>
              <a:gd name="connsiteY22834" fmla="*/ 5586459 h 5599766"/>
              <a:gd name="connsiteX22835" fmla="*/ 5949019 w 10321503"/>
              <a:gd name="connsiteY22835" fmla="*/ 5586101 h 5599766"/>
              <a:gd name="connsiteX22836" fmla="*/ 5956083 w 10321503"/>
              <a:gd name="connsiteY22836" fmla="*/ 5586101 h 5599766"/>
              <a:gd name="connsiteX22837" fmla="*/ 5956697 w 10321503"/>
              <a:gd name="connsiteY22837" fmla="*/ 5586459 h 5599766"/>
              <a:gd name="connsiteX22838" fmla="*/ 5960227 w 10321503"/>
              <a:gd name="connsiteY22838" fmla="*/ 5592601 h 5599766"/>
              <a:gd name="connsiteX22839" fmla="*/ 5960227 w 10321503"/>
              <a:gd name="connsiteY22839" fmla="*/ 5593267 h 5599766"/>
              <a:gd name="connsiteX22840" fmla="*/ 5956697 w 10321503"/>
              <a:gd name="connsiteY22840" fmla="*/ 5599409 h 5599766"/>
              <a:gd name="connsiteX22841" fmla="*/ 5956083 w 10321503"/>
              <a:gd name="connsiteY22841" fmla="*/ 5599766 h 5599766"/>
              <a:gd name="connsiteX22842" fmla="*/ 6154307 w 10321503"/>
              <a:gd name="connsiteY22842" fmla="*/ 5599766 h 5599766"/>
              <a:gd name="connsiteX22843" fmla="*/ 6147243 w 10321503"/>
              <a:gd name="connsiteY22843" fmla="*/ 5599766 h 5599766"/>
              <a:gd name="connsiteX22844" fmla="*/ 6146629 w 10321503"/>
              <a:gd name="connsiteY22844" fmla="*/ 5599409 h 5599766"/>
              <a:gd name="connsiteX22845" fmla="*/ 6143098 w 10321503"/>
              <a:gd name="connsiteY22845" fmla="*/ 5593267 h 5599766"/>
              <a:gd name="connsiteX22846" fmla="*/ 6143098 w 10321503"/>
              <a:gd name="connsiteY22846" fmla="*/ 5592601 h 5599766"/>
              <a:gd name="connsiteX22847" fmla="*/ 6146629 w 10321503"/>
              <a:gd name="connsiteY22847" fmla="*/ 5586459 h 5599766"/>
              <a:gd name="connsiteX22848" fmla="*/ 6147243 w 10321503"/>
              <a:gd name="connsiteY22848" fmla="*/ 5586101 h 5599766"/>
              <a:gd name="connsiteX22849" fmla="*/ 6154307 w 10321503"/>
              <a:gd name="connsiteY22849" fmla="*/ 5586101 h 5599766"/>
              <a:gd name="connsiteX22850" fmla="*/ 6154921 w 10321503"/>
              <a:gd name="connsiteY22850" fmla="*/ 5586459 h 5599766"/>
              <a:gd name="connsiteX22851" fmla="*/ 6158453 w 10321503"/>
              <a:gd name="connsiteY22851" fmla="*/ 5592601 h 5599766"/>
              <a:gd name="connsiteX22852" fmla="*/ 6158453 w 10321503"/>
              <a:gd name="connsiteY22852" fmla="*/ 5593267 h 5599766"/>
              <a:gd name="connsiteX22853" fmla="*/ 6154921 w 10321503"/>
              <a:gd name="connsiteY22853" fmla="*/ 5599409 h 5599766"/>
              <a:gd name="connsiteX22854" fmla="*/ 6154307 w 10321503"/>
              <a:gd name="connsiteY22854" fmla="*/ 5599766 h 5599766"/>
              <a:gd name="connsiteX22855" fmla="*/ 6352582 w 10321503"/>
              <a:gd name="connsiteY22855" fmla="*/ 5599766 h 5599766"/>
              <a:gd name="connsiteX22856" fmla="*/ 6345519 w 10321503"/>
              <a:gd name="connsiteY22856" fmla="*/ 5599766 h 5599766"/>
              <a:gd name="connsiteX22857" fmla="*/ 6344904 w 10321503"/>
              <a:gd name="connsiteY22857" fmla="*/ 5599409 h 5599766"/>
              <a:gd name="connsiteX22858" fmla="*/ 6341373 w 10321503"/>
              <a:gd name="connsiteY22858" fmla="*/ 5593267 h 5599766"/>
              <a:gd name="connsiteX22859" fmla="*/ 6341373 w 10321503"/>
              <a:gd name="connsiteY22859" fmla="*/ 5592601 h 5599766"/>
              <a:gd name="connsiteX22860" fmla="*/ 6344904 w 10321503"/>
              <a:gd name="connsiteY22860" fmla="*/ 5586459 h 5599766"/>
              <a:gd name="connsiteX22861" fmla="*/ 6345519 w 10321503"/>
              <a:gd name="connsiteY22861" fmla="*/ 5586101 h 5599766"/>
              <a:gd name="connsiteX22862" fmla="*/ 6352582 w 10321503"/>
              <a:gd name="connsiteY22862" fmla="*/ 5586101 h 5599766"/>
              <a:gd name="connsiteX22863" fmla="*/ 6353196 w 10321503"/>
              <a:gd name="connsiteY22863" fmla="*/ 5586459 h 5599766"/>
              <a:gd name="connsiteX22864" fmla="*/ 6356728 w 10321503"/>
              <a:gd name="connsiteY22864" fmla="*/ 5592601 h 5599766"/>
              <a:gd name="connsiteX22865" fmla="*/ 6356728 w 10321503"/>
              <a:gd name="connsiteY22865" fmla="*/ 5593267 h 5599766"/>
              <a:gd name="connsiteX22866" fmla="*/ 6353196 w 10321503"/>
              <a:gd name="connsiteY22866" fmla="*/ 5599409 h 5599766"/>
              <a:gd name="connsiteX22867" fmla="*/ 6352582 w 10321503"/>
              <a:gd name="connsiteY22867" fmla="*/ 5599766 h 5599766"/>
              <a:gd name="connsiteX22868" fmla="*/ 6550807 w 10321503"/>
              <a:gd name="connsiteY22868" fmla="*/ 5599766 h 5599766"/>
              <a:gd name="connsiteX22869" fmla="*/ 6543744 w 10321503"/>
              <a:gd name="connsiteY22869" fmla="*/ 5599766 h 5599766"/>
              <a:gd name="connsiteX22870" fmla="*/ 6543129 w 10321503"/>
              <a:gd name="connsiteY22870" fmla="*/ 5599409 h 5599766"/>
              <a:gd name="connsiteX22871" fmla="*/ 6539598 w 10321503"/>
              <a:gd name="connsiteY22871" fmla="*/ 5593267 h 5599766"/>
              <a:gd name="connsiteX22872" fmla="*/ 6539598 w 10321503"/>
              <a:gd name="connsiteY22872" fmla="*/ 5592601 h 5599766"/>
              <a:gd name="connsiteX22873" fmla="*/ 6543129 w 10321503"/>
              <a:gd name="connsiteY22873" fmla="*/ 5586459 h 5599766"/>
              <a:gd name="connsiteX22874" fmla="*/ 6543744 w 10321503"/>
              <a:gd name="connsiteY22874" fmla="*/ 5586101 h 5599766"/>
              <a:gd name="connsiteX22875" fmla="*/ 6550807 w 10321503"/>
              <a:gd name="connsiteY22875" fmla="*/ 5586101 h 5599766"/>
              <a:gd name="connsiteX22876" fmla="*/ 6551420 w 10321503"/>
              <a:gd name="connsiteY22876" fmla="*/ 5586459 h 5599766"/>
              <a:gd name="connsiteX22877" fmla="*/ 6554953 w 10321503"/>
              <a:gd name="connsiteY22877" fmla="*/ 5592601 h 5599766"/>
              <a:gd name="connsiteX22878" fmla="*/ 6554953 w 10321503"/>
              <a:gd name="connsiteY22878" fmla="*/ 5593267 h 5599766"/>
              <a:gd name="connsiteX22879" fmla="*/ 6551420 w 10321503"/>
              <a:gd name="connsiteY22879" fmla="*/ 5599409 h 5599766"/>
              <a:gd name="connsiteX22880" fmla="*/ 6550807 w 10321503"/>
              <a:gd name="connsiteY22880" fmla="*/ 5599766 h 5599766"/>
              <a:gd name="connsiteX22881" fmla="*/ 6749031 w 10321503"/>
              <a:gd name="connsiteY22881" fmla="*/ 5599766 h 5599766"/>
              <a:gd name="connsiteX22882" fmla="*/ 6741967 w 10321503"/>
              <a:gd name="connsiteY22882" fmla="*/ 5599766 h 5599766"/>
              <a:gd name="connsiteX22883" fmla="*/ 6741354 w 10321503"/>
              <a:gd name="connsiteY22883" fmla="*/ 5599409 h 5599766"/>
              <a:gd name="connsiteX22884" fmla="*/ 6737823 w 10321503"/>
              <a:gd name="connsiteY22884" fmla="*/ 5593267 h 5599766"/>
              <a:gd name="connsiteX22885" fmla="*/ 6737823 w 10321503"/>
              <a:gd name="connsiteY22885" fmla="*/ 5592601 h 5599766"/>
              <a:gd name="connsiteX22886" fmla="*/ 6741354 w 10321503"/>
              <a:gd name="connsiteY22886" fmla="*/ 5586459 h 5599766"/>
              <a:gd name="connsiteX22887" fmla="*/ 6741967 w 10321503"/>
              <a:gd name="connsiteY22887" fmla="*/ 5586101 h 5599766"/>
              <a:gd name="connsiteX22888" fmla="*/ 6749031 w 10321503"/>
              <a:gd name="connsiteY22888" fmla="*/ 5586101 h 5599766"/>
              <a:gd name="connsiteX22889" fmla="*/ 6749646 w 10321503"/>
              <a:gd name="connsiteY22889" fmla="*/ 5586459 h 5599766"/>
              <a:gd name="connsiteX22890" fmla="*/ 6753177 w 10321503"/>
              <a:gd name="connsiteY22890" fmla="*/ 5592601 h 5599766"/>
              <a:gd name="connsiteX22891" fmla="*/ 6753177 w 10321503"/>
              <a:gd name="connsiteY22891" fmla="*/ 5593267 h 5599766"/>
              <a:gd name="connsiteX22892" fmla="*/ 6749646 w 10321503"/>
              <a:gd name="connsiteY22892" fmla="*/ 5599409 h 5599766"/>
              <a:gd name="connsiteX22893" fmla="*/ 6749031 w 10321503"/>
              <a:gd name="connsiteY22893" fmla="*/ 5599766 h 5599766"/>
              <a:gd name="connsiteX22894" fmla="*/ 6947256 w 10321503"/>
              <a:gd name="connsiteY22894" fmla="*/ 5599766 h 5599766"/>
              <a:gd name="connsiteX22895" fmla="*/ 6940193 w 10321503"/>
              <a:gd name="connsiteY22895" fmla="*/ 5599766 h 5599766"/>
              <a:gd name="connsiteX22896" fmla="*/ 6939578 w 10321503"/>
              <a:gd name="connsiteY22896" fmla="*/ 5599409 h 5599766"/>
              <a:gd name="connsiteX22897" fmla="*/ 6936048 w 10321503"/>
              <a:gd name="connsiteY22897" fmla="*/ 5593267 h 5599766"/>
              <a:gd name="connsiteX22898" fmla="*/ 6936048 w 10321503"/>
              <a:gd name="connsiteY22898" fmla="*/ 5592601 h 5599766"/>
              <a:gd name="connsiteX22899" fmla="*/ 6939578 w 10321503"/>
              <a:gd name="connsiteY22899" fmla="*/ 5586459 h 5599766"/>
              <a:gd name="connsiteX22900" fmla="*/ 6940193 w 10321503"/>
              <a:gd name="connsiteY22900" fmla="*/ 5586101 h 5599766"/>
              <a:gd name="connsiteX22901" fmla="*/ 6947256 w 10321503"/>
              <a:gd name="connsiteY22901" fmla="*/ 5586101 h 5599766"/>
              <a:gd name="connsiteX22902" fmla="*/ 6947870 w 10321503"/>
              <a:gd name="connsiteY22902" fmla="*/ 5586459 h 5599766"/>
              <a:gd name="connsiteX22903" fmla="*/ 6951402 w 10321503"/>
              <a:gd name="connsiteY22903" fmla="*/ 5592601 h 5599766"/>
              <a:gd name="connsiteX22904" fmla="*/ 6951402 w 10321503"/>
              <a:gd name="connsiteY22904" fmla="*/ 5593267 h 5599766"/>
              <a:gd name="connsiteX22905" fmla="*/ 6947870 w 10321503"/>
              <a:gd name="connsiteY22905" fmla="*/ 5599409 h 5599766"/>
              <a:gd name="connsiteX22906" fmla="*/ 6947256 w 10321503"/>
              <a:gd name="connsiteY22906" fmla="*/ 5599766 h 5599766"/>
              <a:gd name="connsiteX22907" fmla="*/ 7145491 w 10321503"/>
              <a:gd name="connsiteY22907" fmla="*/ 5599766 h 5599766"/>
              <a:gd name="connsiteX22908" fmla="*/ 7138427 w 10321503"/>
              <a:gd name="connsiteY22908" fmla="*/ 5599766 h 5599766"/>
              <a:gd name="connsiteX22909" fmla="*/ 7137812 w 10321503"/>
              <a:gd name="connsiteY22909" fmla="*/ 5599409 h 5599766"/>
              <a:gd name="connsiteX22910" fmla="*/ 7134283 w 10321503"/>
              <a:gd name="connsiteY22910" fmla="*/ 5593267 h 5599766"/>
              <a:gd name="connsiteX22911" fmla="*/ 7134283 w 10321503"/>
              <a:gd name="connsiteY22911" fmla="*/ 5592601 h 5599766"/>
              <a:gd name="connsiteX22912" fmla="*/ 7137812 w 10321503"/>
              <a:gd name="connsiteY22912" fmla="*/ 5586459 h 5599766"/>
              <a:gd name="connsiteX22913" fmla="*/ 7138427 w 10321503"/>
              <a:gd name="connsiteY22913" fmla="*/ 5586101 h 5599766"/>
              <a:gd name="connsiteX22914" fmla="*/ 7145491 w 10321503"/>
              <a:gd name="connsiteY22914" fmla="*/ 5586101 h 5599766"/>
              <a:gd name="connsiteX22915" fmla="*/ 7146105 w 10321503"/>
              <a:gd name="connsiteY22915" fmla="*/ 5586459 h 5599766"/>
              <a:gd name="connsiteX22916" fmla="*/ 7149638 w 10321503"/>
              <a:gd name="connsiteY22916" fmla="*/ 5592601 h 5599766"/>
              <a:gd name="connsiteX22917" fmla="*/ 7149638 w 10321503"/>
              <a:gd name="connsiteY22917" fmla="*/ 5593267 h 5599766"/>
              <a:gd name="connsiteX22918" fmla="*/ 7146105 w 10321503"/>
              <a:gd name="connsiteY22918" fmla="*/ 5599409 h 5599766"/>
              <a:gd name="connsiteX22919" fmla="*/ 7145491 w 10321503"/>
              <a:gd name="connsiteY22919" fmla="*/ 5599766 h 5599766"/>
              <a:gd name="connsiteX22920" fmla="*/ 7343599 w 10321503"/>
              <a:gd name="connsiteY22920" fmla="*/ 5599766 h 5599766"/>
              <a:gd name="connsiteX22921" fmla="*/ 7336535 w 10321503"/>
              <a:gd name="connsiteY22921" fmla="*/ 5599766 h 5599766"/>
              <a:gd name="connsiteX22922" fmla="*/ 7335921 w 10321503"/>
              <a:gd name="connsiteY22922" fmla="*/ 5599409 h 5599766"/>
              <a:gd name="connsiteX22923" fmla="*/ 7332389 w 10321503"/>
              <a:gd name="connsiteY22923" fmla="*/ 5593267 h 5599766"/>
              <a:gd name="connsiteX22924" fmla="*/ 7332389 w 10321503"/>
              <a:gd name="connsiteY22924" fmla="*/ 5592601 h 5599766"/>
              <a:gd name="connsiteX22925" fmla="*/ 7335921 w 10321503"/>
              <a:gd name="connsiteY22925" fmla="*/ 5586459 h 5599766"/>
              <a:gd name="connsiteX22926" fmla="*/ 7336535 w 10321503"/>
              <a:gd name="connsiteY22926" fmla="*/ 5586101 h 5599766"/>
              <a:gd name="connsiteX22927" fmla="*/ 7343599 w 10321503"/>
              <a:gd name="connsiteY22927" fmla="*/ 5586101 h 5599766"/>
              <a:gd name="connsiteX22928" fmla="*/ 7344212 w 10321503"/>
              <a:gd name="connsiteY22928" fmla="*/ 5586459 h 5599766"/>
              <a:gd name="connsiteX22929" fmla="*/ 7347744 w 10321503"/>
              <a:gd name="connsiteY22929" fmla="*/ 5592601 h 5599766"/>
              <a:gd name="connsiteX22930" fmla="*/ 7347744 w 10321503"/>
              <a:gd name="connsiteY22930" fmla="*/ 5593267 h 5599766"/>
              <a:gd name="connsiteX22931" fmla="*/ 7344212 w 10321503"/>
              <a:gd name="connsiteY22931" fmla="*/ 5599409 h 5599766"/>
              <a:gd name="connsiteX22932" fmla="*/ 7343599 w 10321503"/>
              <a:gd name="connsiteY22932" fmla="*/ 5599766 h 5599766"/>
              <a:gd name="connsiteX22933" fmla="*/ 7541849 w 10321503"/>
              <a:gd name="connsiteY22933" fmla="*/ 5599766 h 5599766"/>
              <a:gd name="connsiteX22934" fmla="*/ 7534785 w 10321503"/>
              <a:gd name="connsiteY22934" fmla="*/ 5599766 h 5599766"/>
              <a:gd name="connsiteX22935" fmla="*/ 7534172 w 10321503"/>
              <a:gd name="connsiteY22935" fmla="*/ 5599409 h 5599766"/>
              <a:gd name="connsiteX22936" fmla="*/ 7530640 w 10321503"/>
              <a:gd name="connsiteY22936" fmla="*/ 5593267 h 5599766"/>
              <a:gd name="connsiteX22937" fmla="*/ 7530640 w 10321503"/>
              <a:gd name="connsiteY22937" fmla="*/ 5592601 h 5599766"/>
              <a:gd name="connsiteX22938" fmla="*/ 7534172 w 10321503"/>
              <a:gd name="connsiteY22938" fmla="*/ 5586459 h 5599766"/>
              <a:gd name="connsiteX22939" fmla="*/ 7534785 w 10321503"/>
              <a:gd name="connsiteY22939" fmla="*/ 5586101 h 5599766"/>
              <a:gd name="connsiteX22940" fmla="*/ 7541849 w 10321503"/>
              <a:gd name="connsiteY22940" fmla="*/ 5586101 h 5599766"/>
              <a:gd name="connsiteX22941" fmla="*/ 7542463 w 10321503"/>
              <a:gd name="connsiteY22941" fmla="*/ 5586459 h 5599766"/>
              <a:gd name="connsiteX22942" fmla="*/ 7545996 w 10321503"/>
              <a:gd name="connsiteY22942" fmla="*/ 5592601 h 5599766"/>
              <a:gd name="connsiteX22943" fmla="*/ 7545996 w 10321503"/>
              <a:gd name="connsiteY22943" fmla="*/ 5593267 h 5599766"/>
              <a:gd name="connsiteX22944" fmla="*/ 7542463 w 10321503"/>
              <a:gd name="connsiteY22944" fmla="*/ 5599409 h 5599766"/>
              <a:gd name="connsiteX22945" fmla="*/ 7541849 w 10321503"/>
              <a:gd name="connsiteY22945" fmla="*/ 5599766 h 5599766"/>
              <a:gd name="connsiteX22946" fmla="*/ 7740091 w 10321503"/>
              <a:gd name="connsiteY22946" fmla="*/ 5599766 h 5599766"/>
              <a:gd name="connsiteX22947" fmla="*/ 7733028 w 10321503"/>
              <a:gd name="connsiteY22947" fmla="*/ 5599766 h 5599766"/>
              <a:gd name="connsiteX22948" fmla="*/ 7732414 w 10321503"/>
              <a:gd name="connsiteY22948" fmla="*/ 5599409 h 5599766"/>
              <a:gd name="connsiteX22949" fmla="*/ 7728882 w 10321503"/>
              <a:gd name="connsiteY22949" fmla="*/ 5593267 h 5599766"/>
              <a:gd name="connsiteX22950" fmla="*/ 7728882 w 10321503"/>
              <a:gd name="connsiteY22950" fmla="*/ 5592601 h 5599766"/>
              <a:gd name="connsiteX22951" fmla="*/ 7732414 w 10321503"/>
              <a:gd name="connsiteY22951" fmla="*/ 5586459 h 5599766"/>
              <a:gd name="connsiteX22952" fmla="*/ 7733028 w 10321503"/>
              <a:gd name="connsiteY22952" fmla="*/ 5586101 h 5599766"/>
              <a:gd name="connsiteX22953" fmla="*/ 7740091 w 10321503"/>
              <a:gd name="connsiteY22953" fmla="*/ 5586101 h 5599766"/>
              <a:gd name="connsiteX22954" fmla="*/ 7740705 w 10321503"/>
              <a:gd name="connsiteY22954" fmla="*/ 5586459 h 5599766"/>
              <a:gd name="connsiteX22955" fmla="*/ 7744238 w 10321503"/>
              <a:gd name="connsiteY22955" fmla="*/ 5592601 h 5599766"/>
              <a:gd name="connsiteX22956" fmla="*/ 7744238 w 10321503"/>
              <a:gd name="connsiteY22956" fmla="*/ 5593267 h 5599766"/>
              <a:gd name="connsiteX22957" fmla="*/ 7740705 w 10321503"/>
              <a:gd name="connsiteY22957" fmla="*/ 5599409 h 5599766"/>
              <a:gd name="connsiteX22958" fmla="*/ 7740091 w 10321503"/>
              <a:gd name="connsiteY22958" fmla="*/ 5599766 h 5599766"/>
              <a:gd name="connsiteX22959" fmla="*/ 7938236 w 10321503"/>
              <a:gd name="connsiteY22959" fmla="*/ 5599766 h 5599766"/>
              <a:gd name="connsiteX22960" fmla="*/ 7931167 w 10321503"/>
              <a:gd name="connsiteY22960" fmla="*/ 5599766 h 5599766"/>
              <a:gd name="connsiteX22961" fmla="*/ 7930554 w 10321503"/>
              <a:gd name="connsiteY22961" fmla="*/ 5599409 h 5599766"/>
              <a:gd name="connsiteX22962" fmla="*/ 7927024 w 10321503"/>
              <a:gd name="connsiteY22962" fmla="*/ 5593267 h 5599766"/>
              <a:gd name="connsiteX22963" fmla="*/ 7927024 w 10321503"/>
              <a:gd name="connsiteY22963" fmla="*/ 5592601 h 5599766"/>
              <a:gd name="connsiteX22964" fmla="*/ 7930554 w 10321503"/>
              <a:gd name="connsiteY22964" fmla="*/ 5586459 h 5599766"/>
              <a:gd name="connsiteX22965" fmla="*/ 7931167 w 10321503"/>
              <a:gd name="connsiteY22965" fmla="*/ 5586101 h 5599766"/>
              <a:gd name="connsiteX22966" fmla="*/ 7938236 w 10321503"/>
              <a:gd name="connsiteY22966" fmla="*/ 5586101 h 5599766"/>
              <a:gd name="connsiteX22967" fmla="*/ 7938848 w 10321503"/>
              <a:gd name="connsiteY22967" fmla="*/ 5586459 h 5599766"/>
              <a:gd name="connsiteX22968" fmla="*/ 7942380 w 10321503"/>
              <a:gd name="connsiteY22968" fmla="*/ 5592601 h 5599766"/>
              <a:gd name="connsiteX22969" fmla="*/ 7942380 w 10321503"/>
              <a:gd name="connsiteY22969" fmla="*/ 5593267 h 5599766"/>
              <a:gd name="connsiteX22970" fmla="*/ 7938848 w 10321503"/>
              <a:gd name="connsiteY22970" fmla="*/ 5599409 h 5599766"/>
              <a:gd name="connsiteX22971" fmla="*/ 7938236 w 10321503"/>
              <a:gd name="connsiteY22971" fmla="*/ 5599766 h 5599766"/>
              <a:gd name="connsiteX22972" fmla="*/ 8136631 w 10321503"/>
              <a:gd name="connsiteY22972" fmla="*/ 5599766 h 5599766"/>
              <a:gd name="connsiteX22973" fmla="*/ 8129569 w 10321503"/>
              <a:gd name="connsiteY22973" fmla="*/ 5599766 h 5599766"/>
              <a:gd name="connsiteX22974" fmla="*/ 8128955 w 10321503"/>
              <a:gd name="connsiteY22974" fmla="*/ 5599409 h 5599766"/>
              <a:gd name="connsiteX22975" fmla="*/ 8125424 w 10321503"/>
              <a:gd name="connsiteY22975" fmla="*/ 5593267 h 5599766"/>
              <a:gd name="connsiteX22976" fmla="*/ 8125424 w 10321503"/>
              <a:gd name="connsiteY22976" fmla="*/ 5592601 h 5599766"/>
              <a:gd name="connsiteX22977" fmla="*/ 8128955 w 10321503"/>
              <a:gd name="connsiteY22977" fmla="*/ 5586459 h 5599766"/>
              <a:gd name="connsiteX22978" fmla="*/ 8129569 w 10321503"/>
              <a:gd name="connsiteY22978" fmla="*/ 5586101 h 5599766"/>
              <a:gd name="connsiteX22979" fmla="*/ 8136631 w 10321503"/>
              <a:gd name="connsiteY22979" fmla="*/ 5586101 h 5599766"/>
              <a:gd name="connsiteX22980" fmla="*/ 8137246 w 10321503"/>
              <a:gd name="connsiteY22980" fmla="*/ 5586459 h 5599766"/>
              <a:gd name="connsiteX22981" fmla="*/ 8140779 w 10321503"/>
              <a:gd name="connsiteY22981" fmla="*/ 5592601 h 5599766"/>
              <a:gd name="connsiteX22982" fmla="*/ 8140779 w 10321503"/>
              <a:gd name="connsiteY22982" fmla="*/ 5593267 h 5599766"/>
              <a:gd name="connsiteX22983" fmla="*/ 8137246 w 10321503"/>
              <a:gd name="connsiteY22983" fmla="*/ 5599409 h 5599766"/>
              <a:gd name="connsiteX22984" fmla="*/ 8136631 w 10321503"/>
              <a:gd name="connsiteY22984" fmla="*/ 5599766 h 5599766"/>
              <a:gd name="connsiteX22985" fmla="*/ 8334780 w 10321503"/>
              <a:gd name="connsiteY22985" fmla="*/ 5599766 h 5599766"/>
              <a:gd name="connsiteX22986" fmla="*/ 8327716 w 10321503"/>
              <a:gd name="connsiteY22986" fmla="*/ 5599766 h 5599766"/>
              <a:gd name="connsiteX22987" fmla="*/ 8327102 w 10321503"/>
              <a:gd name="connsiteY22987" fmla="*/ 5599409 h 5599766"/>
              <a:gd name="connsiteX22988" fmla="*/ 8323569 w 10321503"/>
              <a:gd name="connsiteY22988" fmla="*/ 5593267 h 5599766"/>
              <a:gd name="connsiteX22989" fmla="*/ 8323569 w 10321503"/>
              <a:gd name="connsiteY22989" fmla="*/ 5592601 h 5599766"/>
              <a:gd name="connsiteX22990" fmla="*/ 8327102 w 10321503"/>
              <a:gd name="connsiteY22990" fmla="*/ 5586459 h 5599766"/>
              <a:gd name="connsiteX22991" fmla="*/ 8327716 w 10321503"/>
              <a:gd name="connsiteY22991" fmla="*/ 5586101 h 5599766"/>
              <a:gd name="connsiteX22992" fmla="*/ 8334780 w 10321503"/>
              <a:gd name="connsiteY22992" fmla="*/ 5586101 h 5599766"/>
              <a:gd name="connsiteX22993" fmla="*/ 8335393 w 10321503"/>
              <a:gd name="connsiteY22993" fmla="*/ 5586459 h 5599766"/>
              <a:gd name="connsiteX22994" fmla="*/ 8338925 w 10321503"/>
              <a:gd name="connsiteY22994" fmla="*/ 5592601 h 5599766"/>
              <a:gd name="connsiteX22995" fmla="*/ 8338925 w 10321503"/>
              <a:gd name="connsiteY22995" fmla="*/ 5593267 h 5599766"/>
              <a:gd name="connsiteX22996" fmla="*/ 8335393 w 10321503"/>
              <a:gd name="connsiteY22996" fmla="*/ 5599409 h 5599766"/>
              <a:gd name="connsiteX22997" fmla="*/ 8334780 w 10321503"/>
              <a:gd name="connsiteY22997" fmla="*/ 5599766 h 5599766"/>
              <a:gd name="connsiteX22998" fmla="*/ 8533032 w 10321503"/>
              <a:gd name="connsiteY22998" fmla="*/ 5599766 h 5599766"/>
              <a:gd name="connsiteX22999" fmla="*/ 8525968 w 10321503"/>
              <a:gd name="connsiteY22999" fmla="*/ 5599766 h 5599766"/>
              <a:gd name="connsiteX23000" fmla="*/ 8525353 w 10321503"/>
              <a:gd name="connsiteY23000" fmla="*/ 5599409 h 5599766"/>
              <a:gd name="connsiteX23001" fmla="*/ 8521822 w 10321503"/>
              <a:gd name="connsiteY23001" fmla="*/ 5593267 h 5599766"/>
              <a:gd name="connsiteX23002" fmla="*/ 8521822 w 10321503"/>
              <a:gd name="connsiteY23002" fmla="*/ 5592601 h 5599766"/>
              <a:gd name="connsiteX23003" fmla="*/ 8525353 w 10321503"/>
              <a:gd name="connsiteY23003" fmla="*/ 5586459 h 5599766"/>
              <a:gd name="connsiteX23004" fmla="*/ 8525968 w 10321503"/>
              <a:gd name="connsiteY23004" fmla="*/ 5586101 h 5599766"/>
              <a:gd name="connsiteX23005" fmla="*/ 8533032 w 10321503"/>
              <a:gd name="connsiteY23005" fmla="*/ 5586101 h 5599766"/>
              <a:gd name="connsiteX23006" fmla="*/ 8533646 w 10321503"/>
              <a:gd name="connsiteY23006" fmla="*/ 5586459 h 5599766"/>
              <a:gd name="connsiteX23007" fmla="*/ 8537177 w 10321503"/>
              <a:gd name="connsiteY23007" fmla="*/ 5592601 h 5599766"/>
              <a:gd name="connsiteX23008" fmla="*/ 8537177 w 10321503"/>
              <a:gd name="connsiteY23008" fmla="*/ 5593267 h 5599766"/>
              <a:gd name="connsiteX23009" fmla="*/ 8533646 w 10321503"/>
              <a:gd name="connsiteY23009" fmla="*/ 5599409 h 5599766"/>
              <a:gd name="connsiteX23010" fmla="*/ 8533032 w 10321503"/>
              <a:gd name="connsiteY23010" fmla="*/ 5599766 h 5599766"/>
              <a:gd name="connsiteX23011" fmla="*/ 8731361 w 10321503"/>
              <a:gd name="connsiteY23011" fmla="*/ 5599766 h 5599766"/>
              <a:gd name="connsiteX23012" fmla="*/ 8724299 w 10321503"/>
              <a:gd name="connsiteY23012" fmla="*/ 5599766 h 5599766"/>
              <a:gd name="connsiteX23013" fmla="*/ 8723685 w 10321503"/>
              <a:gd name="connsiteY23013" fmla="*/ 5599409 h 5599766"/>
              <a:gd name="connsiteX23014" fmla="*/ 8720154 w 10321503"/>
              <a:gd name="connsiteY23014" fmla="*/ 5593267 h 5599766"/>
              <a:gd name="connsiteX23015" fmla="*/ 8720154 w 10321503"/>
              <a:gd name="connsiteY23015" fmla="*/ 5592601 h 5599766"/>
              <a:gd name="connsiteX23016" fmla="*/ 8723685 w 10321503"/>
              <a:gd name="connsiteY23016" fmla="*/ 5586459 h 5599766"/>
              <a:gd name="connsiteX23017" fmla="*/ 8724299 w 10321503"/>
              <a:gd name="connsiteY23017" fmla="*/ 5586101 h 5599766"/>
              <a:gd name="connsiteX23018" fmla="*/ 8731361 w 10321503"/>
              <a:gd name="connsiteY23018" fmla="*/ 5586101 h 5599766"/>
              <a:gd name="connsiteX23019" fmla="*/ 8731977 w 10321503"/>
              <a:gd name="connsiteY23019" fmla="*/ 5586459 h 5599766"/>
              <a:gd name="connsiteX23020" fmla="*/ 8735507 w 10321503"/>
              <a:gd name="connsiteY23020" fmla="*/ 5592601 h 5599766"/>
              <a:gd name="connsiteX23021" fmla="*/ 8735507 w 10321503"/>
              <a:gd name="connsiteY23021" fmla="*/ 5593267 h 5599766"/>
              <a:gd name="connsiteX23022" fmla="*/ 8731977 w 10321503"/>
              <a:gd name="connsiteY23022" fmla="*/ 5599409 h 5599766"/>
              <a:gd name="connsiteX23023" fmla="*/ 8731361 w 10321503"/>
              <a:gd name="connsiteY23023" fmla="*/ 5599766 h 5599766"/>
              <a:gd name="connsiteX23024" fmla="*/ 8929596 w 10321503"/>
              <a:gd name="connsiteY23024" fmla="*/ 5599766 h 5599766"/>
              <a:gd name="connsiteX23025" fmla="*/ 8922534 w 10321503"/>
              <a:gd name="connsiteY23025" fmla="*/ 5599766 h 5599766"/>
              <a:gd name="connsiteX23026" fmla="*/ 8921918 w 10321503"/>
              <a:gd name="connsiteY23026" fmla="*/ 5599409 h 5599766"/>
              <a:gd name="connsiteX23027" fmla="*/ 8918387 w 10321503"/>
              <a:gd name="connsiteY23027" fmla="*/ 5593267 h 5599766"/>
              <a:gd name="connsiteX23028" fmla="*/ 8918387 w 10321503"/>
              <a:gd name="connsiteY23028" fmla="*/ 5592601 h 5599766"/>
              <a:gd name="connsiteX23029" fmla="*/ 8921918 w 10321503"/>
              <a:gd name="connsiteY23029" fmla="*/ 5586459 h 5599766"/>
              <a:gd name="connsiteX23030" fmla="*/ 8922534 w 10321503"/>
              <a:gd name="connsiteY23030" fmla="*/ 5586101 h 5599766"/>
              <a:gd name="connsiteX23031" fmla="*/ 8929596 w 10321503"/>
              <a:gd name="connsiteY23031" fmla="*/ 5586101 h 5599766"/>
              <a:gd name="connsiteX23032" fmla="*/ 8930210 w 10321503"/>
              <a:gd name="connsiteY23032" fmla="*/ 5586459 h 5599766"/>
              <a:gd name="connsiteX23033" fmla="*/ 8933742 w 10321503"/>
              <a:gd name="connsiteY23033" fmla="*/ 5592601 h 5599766"/>
              <a:gd name="connsiteX23034" fmla="*/ 8933742 w 10321503"/>
              <a:gd name="connsiteY23034" fmla="*/ 5593267 h 5599766"/>
              <a:gd name="connsiteX23035" fmla="*/ 8930210 w 10321503"/>
              <a:gd name="connsiteY23035" fmla="*/ 5599409 h 5599766"/>
              <a:gd name="connsiteX23036" fmla="*/ 8929596 w 10321503"/>
              <a:gd name="connsiteY23036" fmla="*/ 5599766 h 5599766"/>
              <a:gd name="connsiteX23037" fmla="*/ 9127747 w 10321503"/>
              <a:gd name="connsiteY23037" fmla="*/ 5599766 h 5599766"/>
              <a:gd name="connsiteX23038" fmla="*/ 9120683 w 10321503"/>
              <a:gd name="connsiteY23038" fmla="*/ 5599766 h 5599766"/>
              <a:gd name="connsiteX23039" fmla="*/ 9120070 w 10321503"/>
              <a:gd name="connsiteY23039" fmla="*/ 5599409 h 5599766"/>
              <a:gd name="connsiteX23040" fmla="*/ 9116538 w 10321503"/>
              <a:gd name="connsiteY23040" fmla="*/ 5593267 h 5599766"/>
              <a:gd name="connsiteX23041" fmla="*/ 9116538 w 10321503"/>
              <a:gd name="connsiteY23041" fmla="*/ 5592601 h 5599766"/>
              <a:gd name="connsiteX23042" fmla="*/ 9120070 w 10321503"/>
              <a:gd name="connsiteY23042" fmla="*/ 5586459 h 5599766"/>
              <a:gd name="connsiteX23043" fmla="*/ 9120683 w 10321503"/>
              <a:gd name="connsiteY23043" fmla="*/ 5586101 h 5599766"/>
              <a:gd name="connsiteX23044" fmla="*/ 9127747 w 10321503"/>
              <a:gd name="connsiteY23044" fmla="*/ 5586101 h 5599766"/>
              <a:gd name="connsiteX23045" fmla="*/ 9128360 w 10321503"/>
              <a:gd name="connsiteY23045" fmla="*/ 5586459 h 5599766"/>
              <a:gd name="connsiteX23046" fmla="*/ 9131893 w 10321503"/>
              <a:gd name="connsiteY23046" fmla="*/ 5592601 h 5599766"/>
              <a:gd name="connsiteX23047" fmla="*/ 9131893 w 10321503"/>
              <a:gd name="connsiteY23047" fmla="*/ 5593267 h 5599766"/>
              <a:gd name="connsiteX23048" fmla="*/ 9128360 w 10321503"/>
              <a:gd name="connsiteY23048" fmla="*/ 5599409 h 5599766"/>
              <a:gd name="connsiteX23049" fmla="*/ 9127747 w 10321503"/>
              <a:gd name="connsiteY23049" fmla="*/ 5599766 h 5599766"/>
              <a:gd name="connsiteX23050" fmla="*/ 9326047 w 10321503"/>
              <a:gd name="connsiteY23050" fmla="*/ 5599766 h 5599766"/>
              <a:gd name="connsiteX23051" fmla="*/ 9318983 w 10321503"/>
              <a:gd name="connsiteY23051" fmla="*/ 5599766 h 5599766"/>
              <a:gd name="connsiteX23052" fmla="*/ 9318369 w 10321503"/>
              <a:gd name="connsiteY23052" fmla="*/ 5599409 h 5599766"/>
              <a:gd name="connsiteX23053" fmla="*/ 9314836 w 10321503"/>
              <a:gd name="connsiteY23053" fmla="*/ 5593267 h 5599766"/>
              <a:gd name="connsiteX23054" fmla="*/ 9314836 w 10321503"/>
              <a:gd name="connsiteY23054" fmla="*/ 5592601 h 5599766"/>
              <a:gd name="connsiteX23055" fmla="*/ 9318369 w 10321503"/>
              <a:gd name="connsiteY23055" fmla="*/ 5586459 h 5599766"/>
              <a:gd name="connsiteX23056" fmla="*/ 9318983 w 10321503"/>
              <a:gd name="connsiteY23056" fmla="*/ 5586101 h 5599766"/>
              <a:gd name="connsiteX23057" fmla="*/ 9326047 w 10321503"/>
              <a:gd name="connsiteY23057" fmla="*/ 5586101 h 5599766"/>
              <a:gd name="connsiteX23058" fmla="*/ 9326661 w 10321503"/>
              <a:gd name="connsiteY23058" fmla="*/ 5586459 h 5599766"/>
              <a:gd name="connsiteX23059" fmla="*/ 9330193 w 10321503"/>
              <a:gd name="connsiteY23059" fmla="*/ 5592601 h 5599766"/>
              <a:gd name="connsiteX23060" fmla="*/ 9330193 w 10321503"/>
              <a:gd name="connsiteY23060" fmla="*/ 5593267 h 5599766"/>
              <a:gd name="connsiteX23061" fmla="*/ 9326661 w 10321503"/>
              <a:gd name="connsiteY23061" fmla="*/ 5599409 h 5599766"/>
              <a:gd name="connsiteX23062" fmla="*/ 9326047 w 10321503"/>
              <a:gd name="connsiteY23062" fmla="*/ 5599766 h 5599766"/>
              <a:gd name="connsiteX23063" fmla="*/ 9524277 w 10321503"/>
              <a:gd name="connsiteY23063" fmla="*/ 5599766 h 5599766"/>
              <a:gd name="connsiteX23064" fmla="*/ 9517213 w 10321503"/>
              <a:gd name="connsiteY23064" fmla="*/ 5599766 h 5599766"/>
              <a:gd name="connsiteX23065" fmla="*/ 9516600 w 10321503"/>
              <a:gd name="connsiteY23065" fmla="*/ 5599409 h 5599766"/>
              <a:gd name="connsiteX23066" fmla="*/ 9513067 w 10321503"/>
              <a:gd name="connsiteY23066" fmla="*/ 5593267 h 5599766"/>
              <a:gd name="connsiteX23067" fmla="*/ 9513067 w 10321503"/>
              <a:gd name="connsiteY23067" fmla="*/ 5592601 h 5599766"/>
              <a:gd name="connsiteX23068" fmla="*/ 9516600 w 10321503"/>
              <a:gd name="connsiteY23068" fmla="*/ 5586459 h 5599766"/>
              <a:gd name="connsiteX23069" fmla="*/ 9517213 w 10321503"/>
              <a:gd name="connsiteY23069" fmla="*/ 5586101 h 5599766"/>
              <a:gd name="connsiteX23070" fmla="*/ 9524277 w 10321503"/>
              <a:gd name="connsiteY23070" fmla="*/ 5586101 h 5599766"/>
              <a:gd name="connsiteX23071" fmla="*/ 9524890 w 10321503"/>
              <a:gd name="connsiteY23071" fmla="*/ 5586459 h 5599766"/>
              <a:gd name="connsiteX23072" fmla="*/ 9528423 w 10321503"/>
              <a:gd name="connsiteY23072" fmla="*/ 5592601 h 5599766"/>
              <a:gd name="connsiteX23073" fmla="*/ 9528423 w 10321503"/>
              <a:gd name="connsiteY23073" fmla="*/ 5593267 h 5599766"/>
              <a:gd name="connsiteX23074" fmla="*/ 9524890 w 10321503"/>
              <a:gd name="connsiteY23074" fmla="*/ 5599409 h 5599766"/>
              <a:gd name="connsiteX23075" fmla="*/ 9524277 w 10321503"/>
              <a:gd name="connsiteY23075" fmla="*/ 5599766 h 5599766"/>
              <a:gd name="connsiteX23076" fmla="*/ 9722488 w 10321503"/>
              <a:gd name="connsiteY23076" fmla="*/ 5599766 h 5599766"/>
              <a:gd name="connsiteX23077" fmla="*/ 9715426 w 10321503"/>
              <a:gd name="connsiteY23077" fmla="*/ 5599766 h 5599766"/>
              <a:gd name="connsiteX23078" fmla="*/ 9714811 w 10321503"/>
              <a:gd name="connsiteY23078" fmla="*/ 5599409 h 5599766"/>
              <a:gd name="connsiteX23079" fmla="*/ 9711280 w 10321503"/>
              <a:gd name="connsiteY23079" fmla="*/ 5593267 h 5599766"/>
              <a:gd name="connsiteX23080" fmla="*/ 9711280 w 10321503"/>
              <a:gd name="connsiteY23080" fmla="*/ 5592601 h 5599766"/>
              <a:gd name="connsiteX23081" fmla="*/ 9714811 w 10321503"/>
              <a:gd name="connsiteY23081" fmla="*/ 5586459 h 5599766"/>
              <a:gd name="connsiteX23082" fmla="*/ 9715426 w 10321503"/>
              <a:gd name="connsiteY23082" fmla="*/ 5586101 h 5599766"/>
              <a:gd name="connsiteX23083" fmla="*/ 9722488 w 10321503"/>
              <a:gd name="connsiteY23083" fmla="*/ 5586101 h 5599766"/>
              <a:gd name="connsiteX23084" fmla="*/ 9723102 w 10321503"/>
              <a:gd name="connsiteY23084" fmla="*/ 5586459 h 5599766"/>
              <a:gd name="connsiteX23085" fmla="*/ 9726634 w 10321503"/>
              <a:gd name="connsiteY23085" fmla="*/ 5592601 h 5599766"/>
              <a:gd name="connsiteX23086" fmla="*/ 9726634 w 10321503"/>
              <a:gd name="connsiteY23086" fmla="*/ 5593267 h 5599766"/>
              <a:gd name="connsiteX23087" fmla="*/ 9723102 w 10321503"/>
              <a:gd name="connsiteY23087" fmla="*/ 5599409 h 5599766"/>
              <a:gd name="connsiteX23088" fmla="*/ 9722488 w 10321503"/>
              <a:gd name="connsiteY23088" fmla="*/ 5599766 h 5599766"/>
              <a:gd name="connsiteX23089" fmla="*/ 9920786 w 10321503"/>
              <a:gd name="connsiteY23089" fmla="*/ 5599766 h 5599766"/>
              <a:gd name="connsiteX23090" fmla="*/ 9913725 w 10321503"/>
              <a:gd name="connsiteY23090" fmla="*/ 5599766 h 5599766"/>
              <a:gd name="connsiteX23091" fmla="*/ 9913109 w 10321503"/>
              <a:gd name="connsiteY23091" fmla="*/ 5599409 h 5599766"/>
              <a:gd name="connsiteX23092" fmla="*/ 9909579 w 10321503"/>
              <a:gd name="connsiteY23092" fmla="*/ 5593267 h 5599766"/>
              <a:gd name="connsiteX23093" fmla="*/ 9909579 w 10321503"/>
              <a:gd name="connsiteY23093" fmla="*/ 5592601 h 5599766"/>
              <a:gd name="connsiteX23094" fmla="*/ 9913109 w 10321503"/>
              <a:gd name="connsiteY23094" fmla="*/ 5586459 h 5599766"/>
              <a:gd name="connsiteX23095" fmla="*/ 9913725 w 10321503"/>
              <a:gd name="connsiteY23095" fmla="*/ 5586101 h 5599766"/>
              <a:gd name="connsiteX23096" fmla="*/ 9920786 w 10321503"/>
              <a:gd name="connsiteY23096" fmla="*/ 5586101 h 5599766"/>
              <a:gd name="connsiteX23097" fmla="*/ 9921400 w 10321503"/>
              <a:gd name="connsiteY23097" fmla="*/ 5586459 h 5599766"/>
              <a:gd name="connsiteX23098" fmla="*/ 9924933 w 10321503"/>
              <a:gd name="connsiteY23098" fmla="*/ 5592601 h 5599766"/>
              <a:gd name="connsiteX23099" fmla="*/ 9924933 w 10321503"/>
              <a:gd name="connsiteY23099" fmla="*/ 5593267 h 5599766"/>
              <a:gd name="connsiteX23100" fmla="*/ 9921400 w 10321503"/>
              <a:gd name="connsiteY23100" fmla="*/ 5599409 h 5599766"/>
              <a:gd name="connsiteX23101" fmla="*/ 9920786 w 10321503"/>
              <a:gd name="connsiteY23101" fmla="*/ 5599766 h 5599766"/>
              <a:gd name="connsiteX23102" fmla="*/ 10118960 w 10321503"/>
              <a:gd name="connsiteY23102" fmla="*/ 5599766 h 5599766"/>
              <a:gd name="connsiteX23103" fmla="*/ 10111897 w 10321503"/>
              <a:gd name="connsiteY23103" fmla="*/ 5599766 h 5599766"/>
              <a:gd name="connsiteX23104" fmla="*/ 10111283 w 10321503"/>
              <a:gd name="connsiteY23104" fmla="*/ 5599409 h 5599766"/>
              <a:gd name="connsiteX23105" fmla="*/ 10107753 w 10321503"/>
              <a:gd name="connsiteY23105" fmla="*/ 5593267 h 5599766"/>
              <a:gd name="connsiteX23106" fmla="*/ 10107753 w 10321503"/>
              <a:gd name="connsiteY23106" fmla="*/ 5592601 h 5599766"/>
              <a:gd name="connsiteX23107" fmla="*/ 10111283 w 10321503"/>
              <a:gd name="connsiteY23107" fmla="*/ 5586459 h 5599766"/>
              <a:gd name="connsiteX23108" fmla="*/ 10111897 w 10321503"/>
              <a:gd name="connsiteY23108" fmla="*/ 5586101 h 5599766"/>
              <a:gd name="connsiteX23109" fmla="*/ 10118960 w 10321503"/>
              <a:gd name="connsiteY23109" fmla="*/ 5586101 h 5599766"/>
              <a:gd name="connsiteX23110" fmla="*/ 10119575 w 10321503"/>
              <a:gd name="connsiteY23110" fmla="*/ 5586459 h 5599766"/>
              <a:gd name="connsiteX23111" fmla="*/ 10123106 w 10321503"/>
              <a:gd name="connsiteY23111" fmla="*/ 5592601 h 5599766"/>
              <a:gd name="connsiteX23112" fmla="*/ 10123106 w 10321503"/>
              <a:gd name="connsiteY23112" fmla="*/ 5593267 h 5599766"/>
              <a:gd name="connsiteX23113" fmla="*/ 10119575 w 10321503"/>
              <a:gd name="connsiteY23113" fmla="*/ 5599409 h 5599766"/>
              <a:gd name="connsiteX23114" fmla="*/ 10118960 w 10321503"/>
              <a:gd name="connsiteY23114" fmla="*/ 5599766 h 5599766"/>
              <a:gd name="connsiteX23115" fmla="*/ 10317237 w 10321503"/>
              <a:gd name="connsiteY23115" fmla="*/ 5599766 h 5599766"/>
              <a:gd name="connsiteX23116" fmla="*/ 10310174 w 10321503"/>
              <a:gd name="connsiteY23116" fmla="*/ 5599766 h 5599766"/>
              <a:gd name="connsiteX23117" fmla="*/ 10309560 w 10321503"/>
              <a:gd name="connsiteY23117" fmla="*/ 5599409 h 5599766"/>
              <a:gd name="connsiteX23118" fmla="*/ 10306027 w 10321503"/>
              <a:gd name="connsiteY23118" fmla="*/ 5593267 h 5599766"/>
              <a:gd name="connsiteX23119" fmla="*/ 10306027 w 10321503"/>
              <a:gd name="connsiteY23119" fmla="*/ 5592601 h 5599766"/>
              <a:gd name="connsiteX23120" fmla="*/ 10309560 w 10321503"/>
              <a:gd name="connsiteY23120" fmla="*/ 5586459 h 5599766"/>
              <a:gd name="connsiteX23121" fmla="*/ 10310174 w 10321503"/>
              <a:gd name="connsiteY23121" fmla="*/ 5586101 h 5599766"/>
              <a:gd name="connsiteX23122" fmla="*/ 10317237 w 10321503"/>
              <a:gd name="connsiteY23122" fmla="*/ 5586101 h 5599766"/>
              <a:gd name="connsiteX23123" fmla="*/ 10317851 w 10321503"/>
              <a:gd name="connsiteY23123" fmla="*/ 5586459 h 5599766"/>
              <a:gd name="connsiteX23124" fmla="*/ 10321383 w 10321503"/>
              <a:gd name="connsiteY23124" fmla="*/ 5592601 h 5599766"/>
              <a:gd name="connsiteX23125" fmla="*/ 10321383 w 10321503"/>
              <a:gd name="connsiteY23125" fmla="*/ 5593267 h 5599766"/>
              <a:gd name="connsiteX23126" fmla="*/ 10317851 w 10321503"/>
              <a:gd name="connsiteY23126" fmla="*/ 5599409 h 5599766"/>
              <a:gd name="connsiteX23127" fmla="*/ 10317237 w 10321503"/>
              <a:gd name="connsiteY23127" fmla="*/ 5599766 h 5599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</a:cxnLst>
            <a:rect l="l" t="t" r="r" b="b"/>
            <a:pathLst>
              <a:path w="10321503" h="5599766">
                <a:moveTo>
                  <a:pt x="8533154" y="13666"/>
                </a:moveTo>
                <a:lnTo>
                  <a:pt x="8526090" y="13666"/>
                </a:lnTo>
                <a:cubicBezTo>
                  <a:pt x="8525834" y="13666"/>
                  <a:pt x="8525476" y="13307"/>
                  <a:pt x="8525476" y="13307"/>
                </a:cubicBezTo>
                <a:lnTo>
                  <a:pt x="8521945" y="7166"/>
                </a:lnTo>
                <a:cubicBezTo>
                  <a:pt x="8521843" y="6961"/>
                  <a:pt x="8521945" y="6501"/>
                  <a:pt x="8521945" y="6501"/>
                </a:cubicBezTo>
                <a:lnTo>
                  <a:pt x="8525476" y="359"/>
                </a:lnTo>
                <a:cubicBezTo>
                  <a:pt x="8525630" y="154"/>
                  <a:pt x="8526090" y="0"/>
                  <a:pt x="8526090" y="0"/>
                </a:cubicBezTo>
                <a:lnTo>
                  <a:pt x="8533154" y="0"/>
                </a:lnTo>
                <a:cubicBezTo>
                  <a:pt x="8533409" y="0"/>
                  <a:pt x="8533768" y="359"/>
                  <a:pt x="8533768" y="359"/>
                </a:cubicBezTo>
                <a:lnTo>
                  <a:pt x="8537299" y="6501"/>
                </a:lnTo>
                <a:cubicBezTo>
                  <a:pt x="8537402" y="6706"/>
                  <a:pt x="8537299" y="7166"/>
                  <a:pt x="8537299" y="7166"/>
                </a:cubicBezTo>
                <a:lnTo>
                  <a:pt x="8533768" y="13307"/>
                </a:lnTo>
                <a:cubicBezTo>
                  <a:pt x="8533615" y="13512"/>
                  <a:pt x="8533154" y="13666"/>
                  <a:pt x="8533154" y="13666"/>
                </a:cubicBezTo>
                <a:close/>
                <a:moveTo>
                  <a:pt x="605979" y="13673"/>
                </a:moveTo>
                <a:lnTo>
                  <a:pt x="598916" y="13673"/>
                </a:lnTo>
                <a:cubicBezTo>
                  <a:pt x="598661" y="13673"/>
                  <a:pt x="598302" y="13316"/>
                  <a:pt x="598302" y="13316"/>
                </a:cubicBezTo>
                <a:lnTo>
                  <a:pt x="594770" y="7173"/>
                </a:lnTo>
                <a:cubicBezTo>
                  <a:pt x="594668" y="6968"/>
                  <a:pt x="594770" y="6507"/>
                  <a:pt x="594770" y="6507"/>
                </a:cubicBezTo>
                <a:lnTo>
                  <a:pt x="598302" y="366"/>
                </a:lnTo>
                <a:cubicBezTo>
                  <a:pt x="598455" y="161"/>
                  <a:pt x="598916" y="8"/>
                  <a:pt x="598916" y="8"/>
                </a:cubicBezTo>
                <a:lnTo>
                  <a:pt x="605979" y="8"/>
                </a:lnTo>
                <a:cubicBezTo>
                  <a:pt x="606235" y="8"/>
                  <a:pt x="606593" y="366"/>
                  <a:pt x="606593" y="366"/>
                </a:cubicBezTo>
                <a:lnTo>
                  <a:pt x="610125" y="6507"/>
                </a:lnTo>
                <a:cubicBezTo>
                  <a:pt x="610227" y="6712"/>
                  <a:pt x="610125" y="7173"/>
                  <a:pt x="610125" y="7173"/>
                </a:cubicBezTo>
                <a:lnTo>
                  <a:pt x="606593" y="13316"/>
                </a:lnTo>
                <a:cubicBezTo>
                  <a:pt x="606440" y="13520"/>
                  <a:pt x="605979" y="13673"/>
                  <a:pt x="605979" y="13673"/>
                </a:cubicBezTo>
                <a:close/>
                <a:moveTo>
                  <a:pt x="407754" y="13677"/>
                </a:moveTo>
                <a:lnTo>
                  <a:pt x="400692" y="13677"/>
                </a:lnTo>
                <a:cubicBezTo>
                  <a:pt x="400436" y="13677"/>
                  <a:pt x="400078" y="13318"/>
                  <a:pt x="400078" y="13318"/>
                </a:cubicBezTo>
                <a:lnTo>
                  <a:pt x="396546" y="7175"/>
                </a:lnTo>
                <a:cubicBezTo>
                  <a:pt x="396444" y="6971"/>
                  <a:pt x="396546" y="6511"/>
                  <a:pt x="396546" y="6511"/>
                </a:cubicBezTo>
                <a:lnTo>
                  <a:pt x="400078" y="369"/>
                </a:lnTo>
                <a:cubicBezTo>
                  <a:pt x="400231" y="164"/>
                  <a:pt x="400692" y="10"/>
                  <a:pt x="400692" y="10"/>
                </a:cubicBezTo>
                <a:lnTo>
                  <a:pt x="407754" y="10"/>
                </a:lnTo>
                <a:cubicBezTo>
                  <a:pt x="408011" y="10"/>
                  <a:pt x="408369" y="369"/>
                  <a:pt x="408369" y="369"/>
                </a:cubicBezTo>
                <a:lnTo>
                  <a:pt x="411900" y="6511"/>
                </a:lnTo>
                <a:cubicBezTo>
                  <a:pt x="412002" y="6715"/>
                  <a:pt x="411900" y="7175"/>
                  <a:pt x="411900" y="7175"/>
                </a:cubicBezTo>
                <a:lnTo>
                  <a:pt x="408369" y="13318"/>
                </a:lnTo>
                <a:cubicBezTo>
                  <a:pt x="408214" y="13522"/>
                  <a:pt x="407754" y="13677"/>
                  <a:pt x="407754" y="13677"/>
                </a:cubicBezTo>
                <a:close/>
                <a:moveTo>
                  <a:pt x="1200704" y="13707"/>
                </a:moveTo>
                <a:lnTo>
                  <a:pt x="1193642" y="13707"/>
                </a:lnTo>
                <a:cubicBezTo>
                  <a:pt x="1193386" y="13707"/>
                  <a:pt x="1193028" y="13348"/>
                  <a:pt x="1193028" y="13348"/>
                </a:cubicBezTo>
                <a:lnTo>
                  <a:pt x="1189495" y="7206"/>
                </a:lnTo>
                <a:cubicBezTo>
                  <a:pt x="1189393" y="7002"/>
                  <a:pt x="1189495" y="6541"/>
                  <a:pt x="1189495" y="6541"/>
                </a:cubicBezTo>
                <a:lnTo>
                  <a:pt x="1193028" y="400"/>
                </a:lnTo>
                <a:cubicBezTo>
                  <a:pt x="1193180" y="195"/>
                  <a:pt x="1193642" y="41"/>
                  <a:pt x="1193642" y="41"/>
                </a:cubicBezTo>
                <a:lnTo>
                  <a:pt x="1200704" y="41"/>
                </a:lnTo>
                <a:cubicBezTo>
                  <a:pt x="1200960" y="41"/>
                  <a:pt x="1201318" y="400"/>
                  <a:pt x="1201318" y="400"/>
                </a:cubicBezTo>
                <a:lnTo>
                  <a:pt x="1204850" y="6541"/>
                </a:lnTo>
                <a:cubicBezTo>
                  <a:pt x="1204952" y="6746"/>
                  <a:pt x="1204850" y="7206"/>
                  <a:pt x="1204850" y="7206"/>
                </a:cubicBezTo>
                <a:lnTo>
                  <a:pt x="1201318" y="13348"/>
                </a:lnTo>
                <a:cubicBezTo>
                  <a:pt x="1201165" y="13553"/>
                  <a:pt x="1200704" y="13707"/>
                  <a:pt x="1200704" y="13707"/>
                </a:cubicBezTo>
                <a:close/>
                <a:moveTo>
                  <a:pt x="209480" y="13708"/>
                </a:moveTo>
                <a:lnTo>
                  <a:pt x="202416" y="13708"/>
                </a:lnTo>
                <a:cubicBezTo>
                  <a:pt x="202160" y="13708"/>
                  <a:pt x="201803" y="13350"/>
                  <a:pt x="201803" y="13350"/>
                </a:cubicBezTo>
                <a:lnTo>
                  <a:pt x="198270" y="7208"/>
                </a:lnTo>
                <a:cubicBezTo>
                  <a:pt x="198168" y="7003"/>
                  <a:pt x="198270" y="6543"/>
                  <a:pt x="198270" y="6543"/>
                </a:cubicBezTo>
                <a:lnTo>
                  <a:pt x="201803" y="401"/>
                </a:lnTo>
                <a:cubicBezTo>
                  <a:pt x="201955" y="196"/>
                  <a:pt x="202416" y="43"/>
                  <a:pt x="202416" y="43"/>
                </a:cubicBezTo>
                <a:lnTo>
                  <a:pt x="209480" y="43"/>
                </a:lnTo>
                <a:cubicBezTo>
                  <a:pt x="209735" y="43"/>
                  <a:pt x="210094" y="401"/>
                  <a:pt x="210094" y="401"/>
                </a:cubicBezTo>
                <a:lnTo>
                  <a:pt x="213625" y="6543"/>
                </a:lnTo>
                <a:cubicBezTo>
                  <a:pt x="213727" y="6748"/>
                  <a:pt x="213625" y="7208"/>
                  <a:pt x="213625" y="7208"/>
                </a:cubicBezTo>
                <a:lnTo>
                  <a:pt x="210094" y="13350"/>
                </a:lnTo>
                <a:cubicBezTo>
                  <a:pt x="209940" y="13555"/>
                  <a:pt x="209480" y="13708"/>
                  <a:pt x="209480" y="13708"/>
                </a:cubicBezTo>
                <a:close/>
                <a:moveTo>
                  <a:pt x="1398928" y="13717"/>
                </a:moveTo>
                <a:lnTo>
                  <a:pt x="1391866" y="13717"/>
                </a:lnTo>
                <a:cubicBezTo>
                  <a:pt x="1391610" y="13717"/>
                  <a:pt x="1391252" y="13359"/>
                  <a:pt x="1391252" y="13359"/>
                </a:cubicBezTo>
                <a:lnTo>
                  <a:pt x="1387720" y="7217"/>
                </a:lnTo>
                <a:cubicBezTo>
                  <a:pt x="1387617" y="7012"/>
                  <a:pt x="1387720" y="6551"/>
                  <a:pt x="1387720" y="6551"/>
                </a:cubicBezTo>
                <a:lnTo>
                  <a:pt x="1391252" y="410"/>
                </a:lnTo>
                <a:cubicBezTo>
                  <a:pt x="1391406" y="205"/>
                  <a:pt x="1391866" y="51"/>
                  <a:pt x="1391866" y="51"/>
                </a:cubicBezTo>
                <a:lnTo>
                  <a:pt x="1398928" y="51"/>
                </a:lnTo>
                <a:cubicBezTo>
                  <a:pt x="1399185" y="51"/>
                  <a:pt x="1399544" y="410"/>
                  <a:pt x="1399544" y="410"/>
                </a:cubicBezTo>
                <a:lnTo>
                  <a:pt x="1403074" y="6551"/>
                </a:lnTo>
                <a:cubicBezTo>
                  <a:pt x="1403177" y="6756"/>
                  <a:pt x="1403074" y="7217"/>
                  <a:pt x="1403074" y="7217"/>
                </a:cubicBezTo>
                <a:lnTo>
                  <a:pt x="1399544" y="13359"/>
                </a:lnTo>
                <a:cubicBezTo>
                  <a:pt x="1399389" y="13564"/>
                  <a:pt x="1398928" y="13717"/>
                  <a:pt x="1398928" y="13717"/>
                </a:cubicBezTo>
                <a:close/>
                <a:moveTo>
                  <a:pt x="1795378" y="13722"/>
                </a:moveTo>
                <a:lnTo>
                  <a:pt x="1788315" y="13722"/>
                </a:lnTo>
                <a:cubicBezTo>
                  <a:pt x="1788060" y="13722"/>
                  <a:pt x="1787701" y="13363"/>
                  <a:pt x="1787701" y="13363"/>
                </a:cubicBezTo>
                <a:lnTo>
                  <a:pt x="1784170" y="7221"/>
                </a:lnTo>
                <a:cubicBezTo>
                  <a:pt x="1784067" y="7016"/>
                  <a:pt x="1784170" y="6556"/>
                  <a:pt x="1784170" y="6556"/>
                </a:cubicBezTo>
                <a:lnTo>
                  <a:pt x="1787701" y="414"/>
                </a:lnTo>
                <a:cubicBezTo>
                  <a:pt x="1787854" y="209"/>
                  <a:pt x="1788315" y="55"/>
                  <a:pt x="1788315" y="55"/>
                </a:cubicBezTo>
                <a:lnTo>
                  <a:pt x="1795378" y="55"/>
                </a:lnTo>
                <a:cubicBezTo>
                  <a:pt x="1795634" y="55"/>
                  <a:pt x="1795992" y="414"/>
                  <a:pt x="1795992" y="414"/>
                </a:cubicBezTo>
                <a:lnTo>
                  <a:pt x="1799524" y="6556"/>
                </a:lnTo>
                <a:cubicBezTo>
                  <a:pt x="1799626" y="6760"/>
                  <a:pt x="1799524" y="7221"/>
                  <a:pt x="1799524" y="7221"/>
                </a:cubicBezTo>
                <a:lnTo>
                  <a:pt x="1795992" y="13363"/>
                </a:lnTo>
                <a:cubicBezTo>
                  <a:pt x="1795838" y="13567"/>
                  <a:pt x="1795378" y="13722"/>
                  <a:pt x="1795378" y="13722"/>
                </a:cubicBezTo>
                <a:close/>
                <a:moveTo>
                  <a:pt x="804204" y="13725"/>
                </a:moveTo>
                <a:lnTo>
                  <a:pt x="797140" y="13725"/>
                </a:lnTo>
                <a:cubicBezTo>
                  <a:pt x="796886" y="13725"/>
                  <a:pt x="796526" y="13366"/>
                  <a:pt x="796526" y="13366"/>
                </a:cubicBezTo>
                <a:lnTo>
                  <a:pt x="792995" y="7224"/>
                </a:lnTo>
                <a:cubicBezTo>
                  <a:pt x="792893" y="7019"/>
                  <a:pt x="792995" y="6559"/>
                  <a:pt x="792995" y="6559"/>
                </a:cubicBezTo>
                <a:lnTo>
                  <a:pt x="796526" y="418"/>
                </a:lnTo>
                <a:cubicBezTo>
                  <a:pt x="796680" y="213"/>
                  <a:pt x="797140" y="59"/>
                  <a:pt x="797140" y="59"/>
                </a:cubicBezTo>
                <a:lnTo>
                  <a:pt x="804204" y="59"/>
                </a:lnTo>
                <a:cubicBezTo>
                  <a:pt x="804460" y="59"/>
                  <a:pt x="804818" y="418"/>
                  <a:pt x="804818" y="418"/>
                </a:cubicBezTo>
                <a:lnTo>
                  <a:pt x="808350" y="6559"/>
                </a:lnTo>
                <a:cubicBezTo>
                  <a:pt x="808452" y="6764"/>
                  <a:pt x="808350" y="7224"/>
                  <a:pt x="808350" y="7224"/>
                </a:cubicBezTo>
                <a:lnTo>
                  <a:pt x="804818" y="13366"/>
                </a:lnTo>
                <a:cubicBezTo>
                  <a:pt x="804665" y="13571"/>
                  <a:pt x="804204" y="13725"/>
                  <a:pt x="804204" y="13725"/>
                </a:cubicBezTo>
                <a:close/>
                <a:moveTo>
                  <a:pt x="1993654" y="13726"/>
                </a:moveTo>
                <a:lnTo>
                  <a:pt x="1986590" y="13726"/>
                </a:lnTo>
                <a:cubicBezTo>
                  <a:pt x="1986336" y="13726"/>
                  <a:pt x="1985976" y="13368"/>
                  <a:pt x="1985976" y="13368"/>
                </a:cubicBezTo>
                <a:lnTo>
                  <a:pt x="1982445" y="7226"/>
                </a:lnTo>
                <a:cubicBezTo>
                  <a:pt x="1982343" y="7021"/>
                  <a:pt x="1982445" y="6560"/>
                  <a:pt x="1982445" y="6560"/>
                </a:cubicBezTo>
                <a:lnTo>
                  <a:pt x="1985976" y="419"/>
                </a:lnTo>
                <a:cubicBezTo>
                  <a:pt x="1986130" y="214"/>
                  <a:pt x="1986590" y="62"/>
                  <a:pt x="1986590" y="62"/>
                </a:cubicBezTo>
                <a:lnTo>
                  <a:pt x="1993654" y="62"/>
                </a:lnTo>
                <a:cubicBezTo>
                  <a:pt x="1993910" y="62"/>
                  <a:pt x="1994268" y="419"/>
                  <a:pt x="1994268" y="419"/>
                </a:cubicBezTo>
                <a:lnTo>
                  <a:pt x="1997800" y="6560"/>
                </a:lnTo>
                <a:cubicBezTo>
                  <a:pt x="1997902" y="6765"/>
                  <a:pt x="1997800" y="7226"/>
                  <a:pt x="1997800" y="7226"/>
                </a:cubicBezTo>
                <a:lnTo>
                  <a:pt x="1994268" y="13368"/>
                </a:lnTo>
                <a:cubicBezTo>
                  <a:pt x="1994114" y="13573"/>
                  <a:pt x="1993654" y="13726"/>
                  <a:pt x="1993654" y="13726"/>
                </a:cubicBezTo>
                <a:close/>
                <a:moveTo>
                  <a:pt x="1597154" y="13745"/>
                </a:moveTo>
                <a:lnTo>
                  <a:pt x="1590090" y="13745"/>
                </a:lnTo>
                <a:cubicBezTo>
                  <a:pt x="1589834" y="13745"/>
                  <a:pt x="1589476" y="13387"/>
                  <a:pt x="1589476" y="13387"/>
                </a:cubicBezTo>
                <a:lnTo>
                  <a:pt x="1585944" y="7245"/>
                </a:lnTo>
                <a:cubicBezTo>
                  <a:pt x="1585842" y="7040"/>
                  <a:pt x="1585944" y="6579"/>
                  <a:pt x="1585944" y="6579"/>
                </a:cubicBezTo>
                <a:lnTo>
                  <a:pt x="1589476" y="438"/>
                </a:lnTo>
                <a:cubicBezTo>
                  <a:pt x="1589630" y="233"/>
                  <a:pt x="1590090" y="80"/>
                  <a:pt x="1590090" y="80"/>
                </a:cubicBezTo>
                <a:lnTo>
                  <a:pt x="1597154" y="80"/>
                </a:lnTo>
                <a:cubicBezTo>
                  <a:pt x="1597409" y="80"/>
                  <a:pt x="1597768" y="438"/>
                  <a:pt x="1597768" y="438"/>
                </a:cubicBezTo>
                <a:lnTo>
                  <a:pt x="1601298" y="6579"/>
                </a:lnTo>
                <a:cubicBezTo>
                  <a:pt x="1601401" y="6784"/>
                  <a:pt x="1601298" y="7245"/>
                  <a:pt x="1601298" y="7245"/>
                </a:cubicBezTo>
                <a:lnTo>
                  <a:pt x="1597768" y="13387"/>
                </a:lnTo>
                <a:cubicBezTo>
                  <a:pt x="1597614" y="13592"/>
                  <a:pt x="1597154" y="13745"/>
                  <a:pt x="1597154" y="13745"/>
                </a:cubicBezTo>
                <a:close/>
                <a:moveTo>
                  <a:pt x="1002428" y="13754"/>
                </a:moveTo>
                <a:lnTo>
                  <a:pt x="995366" y="13754"/>
                </a:lnTo>
                <a:cubicBezTo>
                  <a:pt x="995110" y="13754"/>
                  <a:pt x="994752" y="13395"/>
                  <a:pt x="994752" y="13395"/>
                </a:cubicBezTo>
                <a:lnTo>
                  <a:pt x="991220" y="7254"/>
                </a:lnTo>
                <a:cubicBezTo>
                  <a:pt x="991117" y="7049"/>
                  <a:pt x="991220" y="6589"/>
                  <a:pt x="991220" y="6589"/>
                </a:cubicBezTo>
                <a:lnTo>
                  <a:pt x="994752" y="447"/>
                </a:lnTo>
                <a:cubicBezTo>
                  <a:pt x="994905" y="242"/>
                  <a:pt x="995366" y="89"/>
                  <a:pt x="995366" y="89"/>
                </a:cubicBezTo>
                <a:lnTo>
                  <a:pt x="1002428" y="89"/>
                </a:lnTo>
                <a:cubicBezTo>
                  <a:pt x="1002685" y="89"/>
                  <a:pt x="1003042" y="447"/>
                  <a:pt x="1003042" y="447"/>
                </a:cubicBezTo>
                <a:lnTo>
                  <a:pt x="1006574" y="6589"/>
                </a:lnTo>
                <a:cubicBezTo>
                  <a:pt x="1006677" y="6793"/>
                  <a:pt x="1006574" y="7254"/>
                  <a:pt x="1006574" y="7254"/>
                </a:cubicBezTo>
                <a:lnTo>
                  <a:pt x="1003042" y="13395"/>
                </a:lnTo>
                <a:cubicBezTo>
                  <a:pt x="1002889" y="13601"/>
                  <a:pt x="1002428" y="13754"/>
                  <a:pt x="1002428" y="13754"/>
                </a:cubicBezTo>
                <a:close/>
                <a:moveTo>
                  <a:pt x="11254" y="13755"/>
                </a:moveTo>
                <a:lnTo>
                  <a:pt x="4192" y="13755"/>
                </a:lnTo>
                <a:cubicBezTo>
                  <a:pt x="3935" y="13755"/>
                  <a:pt x="3578" y="13398"/>
                  <a:pt x="3578" y="13398"/>
                </a:cubicBezTo>
                <a:lnTo>
                  <a:pt x="46" y="7255"/>
                </a:lnTo>
                <a:cubicBezTo>
                  <a:pt x="-57" y="7050"/>
                  <a:pt x="46" y="6589"/>
                  <a:pt x="46" y="6589"/>
                </a:cubicBezTo>
                <a:lnTo>
                  <a:pt x="3578" y="449"/>
                </a:lnTo>
                <a:cubicBezTo>
                  <a:pt x="3731" y="243"/>
                  <a:pt x="4192" y="90"/>
                  <a:pt x="4192" y="90"/>
                </a:cubicBezTo>
                <a:lnTo>
                  <a:pt x="11254" y="90"/>
                </a:lnTo>
                <a:cubicBezTo>
                  <a:pt x="11511" y="90"/>
                  <a:pt x="11868" y="449"/>
                  <a:pt x="11868" y="449"/>
                </a:cubicBezTo>
                <a:lnTo>
                  <a:pt x="15400" y="6589"/>
                </a:lnTo>
                <a:cubicBezTo>
                  <a:pt x="15503" y="6794"/>
                  <a:pt x="15400" y="7255"/>
                  <a:pt x="15400" y="7255"/>
                </a:cubicBezTo>
                <a:lnTo>
                  <a:pt x="11868" y="13398"/>
                </a:lnTo>
                <a:cubicBezTo>
                  <a:pt x="11716" y="13602"/>
                  <a:pt x="11254" y="13755"/>
                  <a:pt x="11254" y="13755"/>
                </a:cubicBezTo>
                <a:close/>
                <a:moveTo>
                  <a:pt x="2189610" y="19506"/>
                </a:moveTo>
                <a:lnTo>
                  <a:pt x="2182547" y="19506"/>
                </a:lnTo>
                <a:cubicBezTo>
                  <a:pt x="2182291" y="19506"/>
                  <a:pt x="2181933" y="19147"/>
                  <a:pt x="2181933" y="19147"/>
                </a:cubicBezTo>
                <a:lnTo>
                  <a:pt x="2178401" y="13006"/>
                </a:lnTo>
                <a:cubicBezTo>
                  <a:pt x="2178299" y="12801"/>
                  <a:pt x="2178401" y="12340"/>
                  <a:pt x="2178401" y="12340"/>
                </a:cubicBezTo>
                <a:lnTo>
                  <a:pt x="2181933" y="6199"/>
                </a:lnTo>
                <a:cubicBezTo>
                  <a:pt x="2182085" y="5994"/>
                  <a:pt x="2182547" y="5841"/>
                  <a:pt x="2182547" y="5841"/>
                </a:cubicBezTo>
                <a:lnTo>
                  <a:pt x="2189610" y="5841"/>
                </a:lnTo>
                <a:cubicBezTo>
                  <a:pt x="2189865" y="5841"/>
                  <a:pt x="2190224" y="6199"/>
                  <a:pt x="2190224" y="6199"/>
                </a:cubicBezTo>
                <a:lnTo>
                  <a:pt x="2193755" y="12340"/>
                </a:lnTo>
                <a:cubicBezTo>
                  <a:pt x="2193857" y="12545"/>
                  <a:pt x="2193755" y="13006"/>
                  <a:pt x="2193755" y="13006"/>
                </a:cubicBezTo>
                <a:lnTo>
                  <a:pt x="2190224" y="19147"/>
                </a:lnTo>
                <a:cubicBezTo>
                  <a:pt x="2190071" y="19352"/>
                  <a:pt x="2189610" y="19506"/>
                  <a:pt x="2189610" y="19506"/>
                </a:cubicBezTo>
                <a:close/>
                <a:moveTo>
                  <a:pt x="2387834" y="19506"/>
                </a:moveTo>
                <a:lnTo>
                  <a:pt x="2380772" y="19506"/>
                </a:lnTo>
                <a:cubicBezTo>
                  <a:pt x="2380515" y="19506"/>
                  <a:pt x="2380157" y="19147"/>
                  <a:pt x="2380157" y="19147"/>
                </a:cubicBezTo>
                <a:lnTo>
                  <a:pt x="2376625" y="13006"/>
                </a:lnTo>
                <a:cubicBezTo>
                  <a:pt x="2376523" y="12801"/>
                  <a:pt x="2376625" y="12340"/>
                  <a:pt x="2376625" y="12340"/>
                </a:cubicBezTo>
                <a:lnTo>
                  <a:pt x="2380157" y="6199"/>
                </a:lnTo>
                <a:cubicBezTo>
                  <a:pt x="2380311" y="5994"/>
                  <a:pt x="2380772" y="5841"/>
                  <a:pt x="2380772" y="5841"/>
                </a:cubicBezTo>
                <a:lnTo>
                  <a:pt x="2387834" y="5841"/>
                </a:lnTo>
                <a:cubicBezTo>
                  <a:pt x="2388089" y="5841"/>
                  <a:pt x="2388448" y="6199"/>
                  <a:pt x="2388448" y="6199"/>
                </a:cubicBezTo>
                <a:lnTo>
                  <a:pt x="2391979" y="12340"/>
                </a:lnTo>
                <a:cubicBezTo>
                  <a:pt x="2392083" y="12545"/>
                  <a:pt x="2391979" y="13006"/>
                  <a:pt x="2391979" y="13006"/>
                </a:cubicBezTo>
                <a:lnTo>
                  <a:pt x="2388448" y="19147"/>
                </a:lnTo>
                <a:cubicBezTo>
                  <a:pt x="2388295" y="19352"/>
                  <a:pt x="2387834" y="19506"/>
                  <a:pt x="2387834" y="19506"/>
                </a:cubicBezTo>
                <a:close/>
                <a:moveTo>
                  <a:pt x="2586059" y="19506"/>
                </a:moveTo>
                <a:lnTo>
                  <a:pt x="2578996" y="19506"/>
                </a:lnTo>
                <a:cubicBezTo>
                  <a:pt x="2578740" y="19506"/>
                  <a:pt x="2578382" y="19147"/>
                  <a:pt x="2578382" y="19147"/>
                </a:cubicBezTo>
                <a:lnTo>
                  <a:pt x="2574850" y="13006"/>
                </a:lnTo>
                <a:cubicBezTo>
                  <a:pt x="2574748" y="12801"/>
                  <a:pt x="2574850" y="12340"/>
                  <a:pt x="2574850" y="12340"/>
                </a:cubicBezTo>
                <a:lnTo>
                  <a:pt x="2578382" y="6199"/>
                </a:lnTo>
                <a:cubicBezTo>
                  <a:pt x="2578536" y="5994"/>
                  <a:pt x="2578996" y="5841"/>
                  <a:pt x="2578996" y="5841"/>
                </a:cubicBezTo>
                <a:lnTo>
                  <a:pt x="2586059" y="5841"/>
                </a:lnTo>
                <a:cubicBezTo>
                  <a:pt x="2586315" y="5841"/>
                  <a:pt x="2586673" y="6199"/>
                  <a:pt x="2586673" y="6199"/>
                </a:cubicBezTo>
                <a:lnTo>
                  <a:pt x="2590205" y="12340"/>
                </a:lnTo>
                <a:cubicBezTo>
                  <a:pt x="2590307" y="12545"/>
                  <a:pt x="2590205" y="13006"/>
                  <a:pt x="2590205" y="13006"/>
                </a:cubicBezTo>
                <a:lnTo>
                  <a:pt x="2586673" y="19147"/>
                </a:lnTo>
                <a:cubicBezTo>
                  <a:pt x="2586520" y="19352"/>
                  <a:pt x="2586059" y="19506"/>
                  <a:pt x="2586059" y="19506"/>
                </a:cubicBezTo>
                <a:close/>
                <a:moveTo>
                  <a:pt x="2784283" y="19506"/>
                </a:moveTo>
                <a:lnTo>
                  <a:pt x="2777220" y="19506"/>
                </a:lnTo>
                <a:cubicBezTo>
                  <a:pt x="2776965" y="19506"/>
                  <a:pt x="2776606" y="19147"/>
                  <a:pt x="2776606" y="19147"/>
                </a:cubicBezTo>
                <a:lnTo>
                  <a:pt x="2773075" y="13006"/>
                </a:lnTo>
                <a:cubicBezTo>
                  <a:pt x="2772972" y="12801"/>
                  <a:pt x="2773075" y="12340"/>
                  <a:pt x="2773075" y="12340"/>
                </a:cubicBezTo>
                <a:lnTo>
                  <a:pt x="2776606" y="6199"/>
                </a:lnTo>
                <a:cubicBezTo>
                  <a:pt x="2776760" y="5994"/>
                  <a:pt x="2777220" y="5841"/>
                  <a:pt x="2777220" y="5841"/>
                </a:cubicBezTo>
                <a:lnTo>
                  <a:pt x="2784283" y="5841"/>
                </a:lnTo>
                <a:cubicBezTo>
                  <a:pt x="2784540" y="5841"/>
                  <a:pt x="2784897" y="6199"/>
                  <a:pt x="2784897" y="6199"/>
                </a:cubicBezTo>
                <a:lnTo>
                  <a:pt x="2788430" y="12340"/>
                </a:lnTo>
                <a:cubicBezTo>
                  <a:pt x="2788531" y="12545"/>
                  <a:pt x="2788430" y="13006"/>
                  <a:pt x="2788430" y="13006"/>
                </a:cubicBezTo>
                <a:lnTo>
                  <a:pt x="2784897" y="19147"/>
                </a:lnTo>
                <a:cubicBezTo>
                  <a:pt x="2784744" y="19352"/>
                  <a:pt x="2784283" y="19506"/>
                  <a:pt x="2784283" y="19506"/>
                </a:cubicBezTo>
                <a:close/>
                <a:moveTo>
                  <a:pt x="2982559" y="19506"/>
                </a:moveTo>
                <a:lnTo>
                  <a:pt x="2975496" y="19506"/>
                </a:lnTo>
                <a:cubicBezTo>
                  <a:pt x="2975241" y="19506"/>
                  <a:pt x="2974882" y="19147"/>
                  <a:pt x="2974882" y="19147"/>
                </a:cubicBezTo>
                <a:lnTo>
                  <a:pt x="2971351" y="13006"/>
                </a:lnTo>
                <a:cubicBezTo>
                  <a:pt x="2971249" y="12801"/>
                  <a:pt x="2971351" y="12340"/>
                  <a:pt x="2971351" y="12340"/>
                </a:cubicBezTo>
                <a:lnTo>
                  <a:pt x="2974882" y="6199"/>
                </a:lnTo>
                <a:cubicBezTo>
                  <a:pt x="2975036" y="5994"/>
                  <a:pt x="2975496" y="5841"/>
                  <a:pt x="2975496" y="5841"/>
                </a:cubicBezTo>
                <a:lnTo>
                  <a:pt x="2982559" y="5841"/>
                </a:lnTo>
                <a:cubicBezTo>
                  <a:pt x="2982815" y="5841"/>
                  <a:pt x="2983173" y="6199"/>
                  <a:pt x="2983173" y="6199"/>
                </a:cubicBezTo>
                <a:lnTo>
                  <a:pt x="2986706" y="12340"/>
                </a:lnTo>
                <a:cubicBezTo>
                  <a:pt x="2986808" y="12545"/>
                  <a:pt x="2986706" y="13006"/>
                  <a:pt x="2986706" y="13006"/>
                </a:cubicBezTo>
                <a:lnTo>
                  <a:pt x="2983173" y="19147"/>
                </a:lnTo>
                <a:cubicBezTo>
                  <a:pt x="2983020" y="19352"/>
                  <a:pt x="2982559" y="19506"/>
                  <a:pt x="2982559" y="19506"/>
                </a:cubicBezTo>
                <a:close/>
                <a:moveTo>
                  <a:pt x="3180784" y="19506"/>
                </a:moveTo>
                <a:lnTo>
                  <a:pt x="3173721" y="19506"/>
                </a:lnTo>
                <a:cubicBezTo>
                  <a:pt x="3173466" y="19506"/>
                  <a:pt x="3173107" y="19147"/>
                  <a:pt x="3173107" y="19147"/>
                </a:cubicBezTo>
                <a:lnTo>
                  <a:pt x="3169576" y="13006"/>
                </a:lnTo>
                <a:cubicBezTo>
                  <a:pt x="3169473" y="12801"/>
                  <a:pt x="3169576" y="12340"/>
                  <a:pt x="3169576" y="12340"/>
                </a:cubicBezTo>
                <a:lnTo>
                  <a:pt x="3173107" y="6199"/>
                </a:lnTo>
                <a:cubicBezTo>
                  <a:pt x="3173261" y="5994"/>
                  <a:pt x="3173721" y="5841"/>
                  <a:pt x="3173721" y="5841"/>
                </a:cubicBezTo>
                <a:lnTo>
                  <a:pt x="3180784" y="5841"/>
                </a:lnTo>
                <a:cubicBezTo>
                  <a:pt x="3181040" y="5841"/>
                  <a:pt x="3181398" y="6199"/>
                  <a:pt x="3181398" y="6199"/>
                </a:cubicBezTo>
                <a:lnTo>
                  <a:pt x="3184931" y="12340"/>
                </a:lnTo>
                <a:cubicBezTo>
                  <a:pt x="3185033" y="12545"/>
                  <a:pt x="3184931" y="13006"/>
                  <a:pt x="3184931" y="13006"/>
                </a:cubicBezTo>
                <a:lnTo>
                  <a:pt x="3181398" y="19147"/>
                </a:lnTo>
                <a:cubicBezTo>
                  <a:pt x="3181245" y="19352"/>
                  <a:pt x="3180784" y="19506"/>
                  <a:pt x="3180784" y="19506"/>
                </a:cubicBezTo>
                <a:close/>
                <a:moveTo>
                  <a:pt x="3379008" y="19506"/>
                </a:moveTo>
                <a:lnTo>
                  <a:pt x="3371947" y="19506"/>
                </a:lnTo>
                <a:cubicBezTo>
                  <a:pt x="3371690" y="19506"/>
                  <a:pt x="3371332" y="19147"/>
                  <a:pt x="3371332" y="19147"/>
                </a:cubicBezTo>
                <a:lnTo>
                  <a:pt x="3367800" y="13006"/>
                </a:lnTo>
                <a:cubicBezTo>
                  <a:pt x="3367697" y="12801"/>
                  <a:pt x="3367800" y="12340"/>
                  <a:pt x="3367800" y="12340"/>
                </a:cubicBezTo>
                <a:lnTo>
                  <a:pt x="3371332" y="6199"/>
                </a:lnTo>
                <a:cubicBezTo>
                  <a:pt x="3371485" y="5994"/>
                  <a:pt x="3371947" y="5841"/>
                  <a:pt x="3371947" y="5841"/>
                </a:cubicBezTo>
                <a:lnTo>
                  <a:pt x="3379008" y="5841"/>
                </a:lnTo>
                <a:cubicBezTo>
                  <a:pt x="3379265" y="5841"/>
                  <a:pt x="3379624" y="6199"/>
                  <a:pt x="3379624" y="6199"/>
                </a:cubicBezTo>
                <a:lnTo>
                  <a:pt x="3383155" y="12340"/>
                </a:lnTo>
                <a:cubicBezTo>
                  <a:pt x="3383257" y="12545"/>
                  <a:pt x="3383155" y="13006"/>
                  <a:pt x="3383155" y="13006"/>
                </a:cubicBezTo>
                <a:lnTo>
                  <a:pt x="3379624" y="19147"/>
                </a:lnTo>
                <a:cubicBezTo>
                  <a:pt x="3379470" y="19352"/>
                  <a:pt x="3379008" y="19506"/>
                  <a:pt x="3379008" y="19506"/>
                </a:cubicBezTo>
                <a:close/>
                <a:moveTo>
                  <a:pt x="3577234" y="19506"/>
                </a:moveTo>
                <a:lnTo>
                  <a:pt x="3570172" y="19506"/>
                </a:lnTo>
                <a:cubicBezTo>
                  <a:pt x="3569914" y="19506"/>
                  <a:pt x="3569557" y="19147"/>
                  <a:pt x="3569557" y="19147"/>
                </a:cubicBezTo>
                <a:lnTo>
                  <a:pt x="3566024" y="13006"/>
                </a:lnTo>
                <a:cubicBezTo>
                  <a:pt x="3565922" y="12801"/>
                  <a:pt x="3566024" y="12340"/>
                  <a:pt x="3566024" y="12340"/>
                </a:cubicBezTo>
                <a:lnTo>
                  <a:pt x="3569557" y="6199"/>
                </a:lnTo>
                <a:cubicBezTo>
                  <a:pt x="3569709" y="5994"/>
                  <a:pt x="3570172" y="5841"/>
                  <a:pt x="3570172" y="5841"/>
                </a:cubicBezTo>
                <a:lnTo>
                  <a:pt x="3577234" y="5841"/>
                </a:lnTo>
                <a:cubicBezTo>
                  <a:pt x="3577489" y="5841"/>
                  <a:pt x="3577848" y="6199"/>
                  <a:pt x="3577848" y="6199"/>
                </a:cubicBezTo>
                <a:lnTo>
                  <a:pt x="3581379" y="12340"/>
                </a:lnTo>
                <a:cubicBezTo>
                  <a:pt x="3581481" y="12545"/>
                  <a:pt x="3581379" y="13006"/>
                  <a:pt x="3581379" y="13006"/>
                </a:cubicBezTo>
                <a:lnTo>
                  <a:pt x="3577848" y="19147"/>
                </a:lnTo>
                <a:cubicBezTo>
                  <a:pt x="3577694" y="19352"/>
                  <a:pt x="3577234" y="19506"/>
                  <a:pt x="3577234" y="19506"/>
                </a:cubicBezTo>
                <a:close/>
                <a:moveTo>
                  <a:pt x="3775459" y="19506"/>
                </a:moveTo>
                <a:lnTo>
                  <a:pt x="3768396" y="19506"/>
                </a:lnTo>
                <a:cubicBezTo>
                  <a:pt x="3768139" y="19506"/>
                  <a:pt x="3767781" y="19147"/>
                  <a:pt x="3767781" y="19147"/>
                </a:cubicBezTo>
                <a:lnTo>
                  <a:pt x="3764249" y="13006"/>
                </a:lnTo>
                <a:cubicBezTo>
                  <a:pt x="3764147" y="12801"/>
                  <a:pt x="3764249" y="12340"/>
                  <a:pt x="3764249" y="12340"/>
                </a:cubicBezTo>
                <a:lnTo>
                  <a:pt x="3767781" y="6199"/>
                </a:lnTo>
                <a:cubicBezTo>
                  <a:pt x="3767935" y="5994"/>
                  <a:pt x="3768396" y="5841"/>
                  <a:pt x="3768396" y="5841"/>
                </a:cubicBezTo>
                <a:lnTo>
                  <a:pt x="3775459" y="5841"/>
                </a:lnTo>
                <a:cubicBezTo>
                  <a:pt x="3775713" y="5841"/>
                  <a:pt x="3776073" y="6199"/>
                  <a:pt x="3776073" y="6199"/>
                </a:cubicBezTo>
                <a:lnTo>
                  <a:pt x="3779604" y="12340"/>
                </a:lnTo>
                <a:cubicBezTo>
                  <a:pt x="3779706" y="12545"/>
                  <a:pt x="3779604" y="13006"/>
                  <a:pt x="3779604" y="13006"/>
                </a:cubicBezTo>
                <a:lnTo>
                  <a:pt x="3776073" y="19147"/>
                </a:lnTo>
                <a:cubicBezTo>
                  <a:pt x="3775919" y="19352"/>
                  <a:pt x="3775459" y="19506"/>
                  <a:pt x="3775459" y="19506"/>
                </a:cubicBezTo>
                <a:close/>
                <a:moveTo>
                  <a:pt x="3973734" y="19506"/>
                </a:moveTo>
                <a:lnTo>
                  <a:pt x="3966671" y="19506"/>
                </a:lnTo>
                <a:cubicBezTo>
                  <a:pt x="3966415" y="19506"/>
                  <a:pt x="3966057" y="19147"/>
                  <a:pt x="3966057" y="19147"/>
                </a:cubicBezTo>
                <a:lnTo>
                  <a:pt x="3962525" y="13006"/>
                </a:lnTo>
                <a:cubicBezTo>
                  <a:pt x="3962423" y="12801"/>
                  <a:pt x="3962525" y="12340"/>
                  <a:pt x="3962525" y="12340"/>
                </a:cubicBezTo>
                <a:lnTo>
                  <a:pt x="3966057" y="6199"/>
                </a:lnTo>
                <a:cubicBezTo>
                  <a:pt x="3966211" y="5994"/>
                  <a:pt x="3966671" y="5841"/>
                  <a:pt x="3966671" y="5841"/>
                </a:cubicBezTo>
                <a:lnTo>
                  <a:pt x="3973734" y="5841"/>
                </a:lnTo>
                <a:cubicBezTo>
                  <a:pt x="3973990" y="5841"/>
                  <a:pt x="3974348" y="6199"/>
                  <a:pt x="3974348" y="6199"/>
                </a:cubicBezTo>
                <a:lnTo>
                  <a:pt x="3977880" y="12340"/>
                </a:lnTo>
                <a:cubicBezTo>
                  <a:pt x="3977982" y="12545"/>
                  <a:pt x="3977880" y="13006"/>
                  <a:pt x="3977880" y="13006"/>
                </a:cubicBezTo>
                <a:lnTo>
                  <a:pt x="3974348" y="19147"/>
                </a:lnTo>
                <a:cubicBezTo>
                  <a:pt x="3974195" y="19352"/>
                  <a:pt x="3973734" y="19506"/>
                  <a:pt x="3973734" y="19506"/>
                </a:cubicBezTo>
                <a:close/>
                <a:moveTo>
                  <a:pt x="4171959" y="19506"/>
                </a:moveTo>
                <a:lnTo>
                  <a:pt x="4164896" y="19506"/>
                </a:lnTo>
                <a:cubicBezTo>
                  <a:pt x="4164640" y="19506"/>
                  <a:pt x="4164282" y="19147"/>
                  <a:pt x="4164282" y="19147"/>
                </a:cubicBezTo>
                <a:lnTo>
                  <a:pt x="4160751" y="13006"/>
                </a:lnTo>
                <a:cubicBezTo>
                  <a:pt x="4160648" y="12801"/>
                  <a:pt x="4160751" y="12340"/>
                  <a:pt x="4160751" y="12340"/>
                </a:cubicBezTo>
                <a:lnTo>
                  <a:pt x="4164282" y="6199"/>
                </a:lnTo>
                <a:cubicBezTo>
                  <a:pt x="4164435" y="5994"/>
                  <a:pt x="4164896" y="5841"/>
                  <a:pt x="4164896" y="5841"/>
                </a:cubicBezTo>
                <a:lnTo>
                  <a:pt x="4171959" y="5841"/>
                </a:lnTo>
                <a:cubicBezTo>
                  <a:pt x="4172215" y="5841"/>
                  <a:pt x="4172573" y="6199"/>
                  <a:pt x="4172573" y="6199"/>
                </a:cubicBezTo>
                <a:lnTo>
                  <a:pt x="4176105" y="12340"/>
                </a:lnTo>
                <a:cubicBezTo>
                  <a:pt x="4176207" y="12545"/>
                  <a:pt x="4176105" y="13006"/>
                  <a:pt x="4176105" y="13006"/>
                </a:cubicBezTo>
                <a:lnTo>
                  <a:pt x="4172573" y="19147"/>
                </a:lnTo>
                <a:cubicBezTo>
                  <a:pt x="4172419" y="19352"/>
                  <a:pt x="4171959" y="19506"/>
                  <a:pt x="4171959" y="19506"/>
                </a:cubicBezTo>
                <a:close/>
                <a:moveTo>
                  <a:pt x="4370183" y="19506"/>
                </a:moveTo>
                <a:lnTo>
                  <a:pt x="4363121" y="19506"/>
                </a:lnTo>
                <a:cubicBezTo>
                  <a:pt x="4362864" y="19506"/>
                  <a:pt x="4362506" y="19147"/>
                  <a:pt x="4362506" y="19147"/>
                </a:cubicBezTo>
                <a:lnTo>
                  <a:pt x="4358975" y="13006"/>
                </a:lnTo>
                <a:cubicBezTo>
                  <a:pt x="4358872" y="12801"/>
                  <a:pt x="4358975" y="12340"/>
                  <a:pt x="4358975" y="12340"/>
                </a:cubicBezTo>
                <a:lnTo>
                  <a:pt x="4362506" y="6199"/>
                </a:lnTo>
                <a:cubicBezTo>
                  <a:pt x="4362660" y="5994"/>
                  <a:pt x="4363121" y="5841"/>
                  <a:pt x="4363121" y="5841"/>
                </a:cubicBezTo>
                <a:lnTo>
                  <a:pt x="4370183" y="5841"/>
                </a:lnTo>
                <a:cubicBezTo>
                  <a:pt x="4370439" y="5841"/>
                  <a:pt x="4370797" y="6199"/>
                  <a:pt x="4370797" y="6199"/>
                </a:cubicBezTo>
                <a:lnTo>
                  <a:pt x="4374329" y="12340"/>
                </a:lnTo>
                <a:cubicBezTo>
                  <a:pt x="4374432" y="12545"/>
                  <a:pt x="4374329" y="13006"/>
                  <a:pt x="4374329" y="13006"/>
                </a:cubicBezTo>
                <a:lnTo>
                  <a:pt x="4370797" y="19147"/>
                </a:lnTo>
                <a:cubicBezTo>
                  <a:pt x="4370643" y="19352"/>
                  <a:pt x="4370183" y="19506"/>
                  <a:pt x="4370183" y="19506"/>
                </a:cubicBezTo>
                <a:close/>
                <a:moveTo>
                  <a:pt x="4568408" y="19506"/>
                </a:moveTo>
                <a:lnTo>
                  <a:pt x="4561345" y="19506"/>
                </a:lnTo>
                <a:cubicBezTo>
                  <a:pt x="4561089" y="19506"/>
                  <a:pt x="4560731" y="19147"/>
                  <a:pt x="4560731" y="19147"/>
                </a:cubicBezTo>
                <a:lnTo>
                  <a:pt x="4557199" y="13006"/>
                </a:lnTo>
                <a:cubicBezTo>
                  <a:pt x="4557097" y="12801"/>
                  <a:pt x="4557199" y="12340"/>
                  <a:pt x="4557199" y="12340"/>
                </a:cubicBezTo>
                <a:lnTo>
                  <a:pt x="4560731" y="6199"/>
                </a:lnTo>
                <a:cubicBezTo>
                  <a:pt x="4560884" y="5994"/>
                  <a:pt x="4561345" y="5841"/>
                  <a:pt x="4561345" y="5841"/>
                </a:cubicBezTo>
                <a:lnTo>
                  <a:pt x="4568408" y="5841"/>
                </a:lnTo>
                <a:cubicBezTo>
                  <a:pt x="4568663" y="5841"/>
                  <a:pt x="4569022" y="6199"/>
                  <a:pt x="4569022" y="6199"/>
                </a:cubicBezTo>
                <a:lnTo>
                  <a:pt x="4572554" y="12340"/>
                </a:lnTo>
                <a:cubicBezTo>
                  <a:pt x="4572656" y="12545"/>
                  <a:pt x="4572554" y="13006"/>
                  <a:pt x="4572554" y="13006"/>
                </a:cubicBezTo>
                <a:lnTo>
                  <a:pt x="4569022" y="19147"/>
                </a:lnTo>
                <a:cubicBezTo>
                  <a:pt x="4568869" y="19352"/>
                  <a:pt x="4568408" y="19506"/>
                  <a:pt x="4568408" y="19506"/>
                </a:cubicBezTo>
                <a:close/>
                <a:moveTo>
                  <a:pt x="4766683" y="19506"/>
                </a:moveTo>
                <a:lnTo>
                  <a:pt x="4759621" y="19506"/>
                </a:lnTo>
                <a:cubicBezTo>
                  <a:pt x="4759364" y="19506"/>
                  <a:pt x="4759007" y="19147"/>
                  <a:pt x="4759007" y="19147"/>
                </a:cubicBezTo>
                <a:lnTo>
                  <a:pt x="4755475" y="13006"/>
                </a:lnTo>
                <a:cubicBezTo>
                  <a:pt x="4755372" y="12801"/>
                  <a:pt x="4755475" y="12340"/>
                  <a:pt x="4755475" y="12340"/>
                </a:cubicBezTo>
                <a:lnTo>
                  <a:pt x="4759007" y="6199"/>
                </a:lnTo>
                <a:cubicBezTo>
                  <a:pt x="4759160" y="5994"/>
                  <a:pt x="4759621" y="5841"/>
                  <a:pt x="4759621" y="5841"/>
                </a:cubicBezTo>
                <a:lnTo>
                  <a:pt x="4766683" y="5841"/>
                </a:lnTo>
                <a:cubicBezTo>
                  <a:pt x="4766940" y="5841"/>
                  <a:pt x="4767297" y="6199"/>
                  <a:pt x="4767297" y="6199"/>
                </a:cubicBezTo>
                <a:lnTo>
                  <a:pt x="4770829" y="12340"/>
                </a:lnTo>
                <a:cubicBezTo>
                  <a:pt x="4770932" y="12545"/>
                  <a:pt x="4770829" y="13006"/>
                  <a:pt x="4770829" y="13006"/>
                </a:cubicBezTo>
                <a:lnTo>
                  <a:pt x="4767297" y="19147"/>
                </a:lnTo>
                <a:cubicBezTo>
                  <a:pt x="4767144" y="19352"/>
                  <a:pt x="4766683" y="19506"/>
                  <a:pt x="4766683" y="19506"/>
                </a:cubicBezTo>
                <a:close/>
                <a:moveTo>
                  <a:pt x="4964909" y="19506"/>
                </a:moveTo>
                <a:lnTo>
                  <a:pt x="4957846" y="19506"/>
                </a:lnTo>
                <a:cubicBezTo>
                  <a:pt x="4957589" y="19506"/>
                  <a:pt x="4957232" y="19147"/>
                  <a:pt x="4957232" y="19147"/>
                </a:cubicBezTo>
                <a:lnTo>
                  <a:pt x="4953699" y="13006"/>
                </a:lnTo>
                <a:cubicBezTo>
                  <a:pt x="4953597" y="12801"/>
                  <a:pt x="4953699" y="12340"/>
                  <a:pt x="4953699" y="12340"/>
                </a:cubicBezTo>
                <a:lnTo>
                  <a:pt x="4957232" y="6199"/>
                </a:lnTo>
                <a:cubicBezTo>
                  <a:pt x="4957384" y="5994"/>
                  <a:pt x="4957846" y="5841"/>
                  <a:pt x="4957846" y="5841"/>
                </a:cubicBezTo>
                <a:lnTo>
                  <a:pt x="4964909" y="5841"/>
                </a:lnTo>
                <a:cubicBezTo>
                  <a:pt x="4965164" y="5841"/>
                  <a:pt x="4965523" y="6199"/>
                  <a:pt x="4965523" y="6199"/>
                </a:cubicBezTo>
                <a:lnTo>
                  <a:pt x="4969054" y="12340"/>
                </a:lnTo>
                <a:cubicBezTo>
                  <a:pt x="4969156" y="12545"/>
                  <a:pt x="4969054" y="13006"/>
                  <a:pt x="4969054" y="13006"/>
                </a:cubicBezTo>
                <a:lnTo>
                  <a:pt x="4965523" y="19147"/>
                </a:lnTo>
                <a:cubicBezTo>
                  <a:pt x="4965369" y="19352"/>
                  <a:pt x="4964909" y="19506"/>
                  <a:pt x="4964909" y="19506"/>
                </a:cubicBezTo>
                <a:close/>
                <a:moveTo>
                  <a:pt x="5163134" y="19506"/>
                </a:moveTo>
                <a:lnTo>
                  <a:pt x="5156070" y="19506"/>
                </a:lnTo>
                <a:cubicBezTo>
                  <a:pt x="5155814" y="19506"/>
                  <a:pt x="5155456" y="19147"/>
                  <a:pt x="5155456" y="19147"/>
                </a:cubicBezTo>
                <a:lnTo>
                  <a:pt x="5151924" y="13006"/>
                </a:lnTo>
                <a:cubicBezTo>
                  <a:pt x="5151822" y="12801"/>
                  <a:pt x="5151924" y="12340"/>
                  <a:pt x="5151924" y="12340"/>
                </a:cubicBezTo>
                <a:lnTo>
                  <a:pt x="5155456" y="6199"/>
                </a:lnTo>
                <a:cubicBezTo>
                  <a:pt x="5155610" y="5994"/>
                  <a:pt x="5156070" y="5841"/>
                  <a:pt x="5156070" y="5841"/>
                </a:cubicBezTo>
                <a:lnTo>
                  <a:pt x="5163134" y="5841"/>
                </a:lnTo>
                <a:cubicBezTo>
                  <a:pt x="5163388" y="5841"/>
                  <a:pt x="5163748" y="6199"/>
                  <a:pt x="5163748" y="6199"/>
                </a:cubicBezTo>
                <a:lnTo>
                  <a:pt x="5167279" y="12340"/>
                </a:lnTo>
                <a:cubicBezTo>
                  <a:pt x="5167381" y="12545"/>
                  <a:pt x="5167279" y="13006"/>
                  <a:pt x="5167279" y="13006"/>
                </a:cubicBezTo>
                <a:lnTo>
                  <a:pt x="5163748" y="19147"/>
                </a:lnTo>
                <a:cubicBezTo>
                  <a:pt x="5163594" y="19352"/>
                  <a:pt x="5163134" y="19506"/>
                  <a:pt x="5163134" y="19506"/>
                </a:cubicBezTo>
                <a:close/>
                <a:moveTo>
                  <a:pt x="5361358" y="19506"/>
                </a:moveTo>
                <a:lnTo>
                  <a:pt x="5354295" y="19506"/>
                </a:lnTo>
                <a:cubicBezTo>
                  <a:pt x="5354038" y="19506"/>
                  <a:pt x="5353680" y="19147"/>
                  <a:pt x="5353680" y="19147"/>
                </a:cubicBezTo>
                <a:lnTo>
                  <a:pt x="5350149" y="13006"/>
                </a:lnTo>
                <a:cubicBezTo>
                  <a:pt x="5350047" y="12801"/>
                  <a:pt x="5350149" y="12340"/>
                  <a:pt x="5350149" y="12340"/>
                </a:cubicBezTo>
                <a:lnTo>
                  <a:pt x="5353680" y="6199"/>
                </a:lnTo>
                <a:cubicBezTo>
                  <a:pt x="5353835" y="5994"/>
                  <a:pt x="5354295" y="5841"/>
                  <a:pt x="5354295" y="5841"/>
                </a:cubicBezTo>
                <a:lnTo>
                  <a:pt x="5361358" y="5841"/>
                </a:lnTo>
                <a:cubicBezTo>
                  <a:pt x="5361614" y="5841"/>
                  <a:pt x="5361972" y="6199"/>
                  <a:pt x="5361972" y="6199"/>
                </a:cubicBezTo>
                <a:lnTo>
                  <a:pt x="5365503" y="12340"/>
                </a:lnTo>
                <a:cubicBezTo>
                  <a:pt x="5365606" y="12545"/>
                  <a:pt x="5365503" y="13006"/>
                  <a:pt x="5365503" y="13006"/>
                </a:cubicBezTo>
                <a:lnTo>
                  <a:pt x="5361972" y="19147"/>
                </a:lnTo>
                <a:cubicBezTo>
                  <a:pt x="5361818" y="19352"/>
                  <a:pt x="5361358" y="19506"/>
                  <a:pt x="5361358" y="19506"/>
                </a:cubicBezTo>
                <a:close/>
                <a:moveTo>
                  <a:pt x="5559633" y="19506"/>
                </a:moveTo>
                <a:lnTo>
                  <a:pt x="5552569" y="19506"/>
                </a:lnTo>
                <a:cubicBezTo>
                  <a:pt x="5552314" y="19506"/>
                  <a:pt x="5551956" y="19147"/>
                  <a:pt x="5551956" y="19147"/>
                </a:cubicBezTo>
                <a:lnTo>
                  <a:pt x="5548424" y="13006"/>
                </a:lnTo>
                <a:cubicBezTo>
                  <a:pt x="5548322" y="12801"/>
                  <a:pt x="5548424" y="12340"/>
                  <a:pt x="5548424" y="12340"/>
                </a:cubicBezTo>
                <a:lnTo>
                  <a:pt x="5551956" y="6199"/>
                </a:lnTo>
                <a:cubicBezTo>
                  <a:pt x="5552109" y="5994"/>
                  <a:pt x="5552569" y="5841"/>
                  <a:pt x="5552569" y="5841"/>
                </a:cubicBezTo>
                <a:lnTo>
                  <a:pt x="5559633" y="5841"/>
                </a:lnTo>
                <a:cubicBezTo>
                  <a:pt x="5559889" y="5841"/>
                  <a:pt x="5560246" y="6199"/>
                  <a:pt x="5560246" y="6199"/>
                </a:cubicBezTo>
                <a:lnTo>
                  <a:pt x="5563779" y="12340"/>
                </a:lnTo>
                <a:cubicBezTo>
                  <a:pt x="5563881" y="12545"/>
                  <a:pt x="5563779" y="13006"/>
                  <a:pt x="5563779" y="13006"/>
                </a:cubicBezTo>
                <a:lnTo>
                  <a:pt x="5560246" y="19147"/>
                </a:lnTo>
                <a:cubicBezTo>
                  <a:pt x="5560094" y="19352"/>
                  <a:pt x="5559633" y="19506"/>
                  <a:pt x="5559633" y="19506"/>
                </a:cubicBezTo>
                <a:close/>
                <a:moveTo>
                  <a:pt x="5757857" y="19506"/>
                </a:moveTo>
                <a:lnTo>
                  <a:pt x="5750795" y="19506"/>
                </a:lnTo>
                <a:cubicBezTo>
                  <a:pt x="5750538" y="19506"/>
                  <a:pt x="5750181" y="19147"/>
                  <a:pt x="5750181" y="19147"/>
                </a:cubicBezTo>
                <a:lnTo>
                  <a:pt x="5746649" y="13006"/>
                </a:lnTo>
                <a:cubicBezTo>
                  <a:pt x="5746546" y="12801"/>
                  <a:pt x="5746649" y="12340"/>
                  <a:pt x="5746649" y="12340"/>
                </a:cubicBezTo>
                <a:lnTo>
                  <a:pt x="5750181" y="6199"/>
                </a:lnTo>
                <a:cubicBezTo>
                  <a:pt x="5750333" y="5994"/>
                  <a:pt x="5750795" y="5841"/>
                  <a:pt x="5750795" y="5841"/>
                </a:cubicBezTo>
                <a:lnTo>
                  <a:pt x="5757857" y="5841"/>
                </a:lnTo>
                <a:cubicBezTo>
                  <a:pt x="5758114" y="5841"/>
                  <a:pt x="5758471" y="6199"/>
                  <a:pt x="5758471" y="6199"/>
                </a:cubicBezTo>
                <a:lnTo>
                  <a:pt x="5762003" y="12340"/>
                </a:lnTo>
                <a:cubicBezTo>
                  <a:pt x="5762106" y="12545"/>
                  <a:pt x="5762003" y="13006"/>
                  <a:pt x="5762003" y="13006"/>
                </a:cubicBezTo>
                <a:lnTo>
                  <a:pt x="5758471" y="19147"/>
                </a:lnTo>
                <a:cubicBezTo>
                  <a:pt x="5758318" y="19352"/>
                  <a:pt x="5757857" y="19506"/>
                  <a:pt x="5757857" y="19506"/>
                </a:cubicBezTo>
                <a:close/>
                <a:moveTo>
                  <a:pt x="5956083" y="19506"/>
                </a:moveTo>
                <a:lnTo>
                  <a:pt x="5949019" y="19506"/>
                </a:lnTo>
                <a:cubicBezTo>
                  <a:pt x="5948763" y="19506"/>
                  <a:pt x="5948405" y="19147"/>
                  <a:pt x="5948405" y="19147"/>
                </a:cubicBezTo>
                <a:lnTo>
                  <a:pt x="5944873" y="13006"/>
                </a:lnTo>
                <a:cubicBezTo>
                  <a:pt x="5944771" y="12801"/>
                  <a:pt x="5944873" y="12340"/>
                  <a:pt x="5944873" y="12340"/>
                </a:cubicBezTo>
                <a:lnTo>
                  <a:pt x="5948405" y="6199"/>
                </a:lnTo>
                <a:cubicBezTo>
                  <a:pt x="5948558" y="5994"/>
                  <a:pt x="5949019" y="5841"/>
                  <a:pt x="5949019" y="5841"/>
                </a:cubicBezTo>
                <a:lnTo>
                  <a:pt x="5956083" y="5841"/>
                </a:lnTo>
                <a:cubicBezTo>
                  <a:pt x="5956338" y="5841"/>
                  <a:pt x="5956697" y="6199"/>
                  <a:pt x="5956697" y="6199"/>
                </a:cubicBezTo>
                <a:lnTo>
                  <a:pt x="5960227" y="12340"/>
                </a:lnTo>
                <a:cubicBezTo>
                  <a:pt x="5960330" y="12545"/>
                  <a:pt x="5960227" y="13006"/>
                  <a:pt x="5960227" y="13006"/>
                </a:cubicBezTo>
                <a:lnTo>
                  <a:pt x="5956697" y="19147"/>
                </a:lnTo>
                <a:cubicBezTo>
                  <a:pt x="5956542" y="19352"/>
                  <a:pt x="5956083" y="19506"/>
                  <a:pt x="5956083" y="19506"/>
                </a:cubicBezTo>
                <a:close/>
                <a:moveTo>
                  <a:pt x="6154307" y="19506"/>
                </a:moveTo>
                <a:lnTo>
                  <a:pt x="6147243" y="19506"/>
                </a:lnTo>
                <a:cubicBezTo>
                  <a:pt x="6146988" y="19506"/>
                  <a:pt x="6146629" y="19147"/>
                  <a:pt x="6146629" y="19147"/>
                </a:cubicBezTo>
                <a:lnTo>
                  <a:pt x="6143098" y="13006"/>
                </a:lnTo>
                <a:cubicBezTo>
                  <a:pt x="6142996" y="12801"/>
                  <a:pt x="6143098" y="12340"/>
                  <a:pt x="6143098" y="12340"/>
                </a:cubicBezTo>
                <a:lnTo>
                  <a:pt x="6146629" y="6199"/>
                </a:lnTo>
                <a:cubicBezTo>
                  <a:pt x="6146783" y="5994"/>
                  <a:pt x="6147243" y="5841"/>
                  <a:pt x="6147243" y="5841"/>
                </a:cubicBezTo>
                <a:lnTo>
                  <a:pt x="6154307" y="5841"/>
                </a:lnTo>
                <a:cubicBezTo>
                  <a:pt x="6154562" y="5841"/>
                  <a:pt x="6154921" y="6199"/>
                  <a:pt x="6154921" y="6199"/>
                </a:cubicBezTo>
                <a:lnTo>
                  <a:pt x="6158453" y="12340"/>
                </a:lnTo>
                <a:cubicBezTo>
                  <a:pt x="6158554" y="12545"/>
                  <a:pt x="6158453" y="13006"/>
                  <a:pt x="6158453" y="13006"/>
                </a:cubicBezTo>
                <a:lnTo>
                  <a:pt x="6154921" y="19147"/>
                </a:lnTo>
                <a:cubicBezTo>
                  <a:pt x="6154768" y="19352"/>
                  <a:pt x="6154307" y="19506"/>
                  <a:pt x="6154307" y="19506"/>
                </a:cubicBezTo>
                <a:close/>
                <a:moveTo>
                  <a:pt x="6352582" y="19506"/>
                </a:moveTo>
                <a:lnTo>
                  <a:pt x="6345519" y="19506"/>
                </a:lnTo>
                <a:cubicBezTo>
                  <a:pt x="6345263" y="19506"/>
                  <a:pt x="6344904" y="19147"/>
                  <a:pt x="6344904" y="19147"/>
                </a:cubicBezTo>
                <a:lnTo>
                  <a:pt x="6341373" y="13006"/>
                </a:lnTo>
                <a:cubicBezTo>
                  <a:pt x="6341271" y="12801"/>
                  <a:pt x="6341373" y="12340"/>
                  <a:pt x="6341373" y="12340"/>
                </a:cubicBezTo>
                <a:lnTo>
                  <a:pt x="6344904" y="6199"/>
                </a:lnTo>
                <a:cubicBezTo>
                  <a:pt x="6345058" y="5994"/>
                  <a:pt x="6345519" y="5841"/>
                  <a:pt x="6345519" y="5841"/>
                </a:cubicBezTo>
                <a:lnTo>
                  <a:pt x="6352582" y="5841"/>
                </a:lnTo>
                <a:cubicBezTo>
                  <a:pt x="6352838" y="5841"/>
                  <a:pt x="6353196" y="6199"/>
                  <a:pt x="6353196" y="6199"/>
                </a:cubicBezTo>
                <a:lnTo>
                  <a:pt x="6356728" y="12340"/>
                </a:lnTo>
                <a:cubicBezTo>
                  <a:pt x="6356830" y="12545"/>
                  <a:pt x="6356728" y="13006"/>
                  <a:pt x="6356728" y="13006"/>
                </a:cubicBezTo>
                <a:lnTo>
                  <a:pt x="6353196" y="19147"/>
                </a:lnTo>
                <a:cubicBezTo>
                  <a:pt x="6353043" y="19352"/>
                  <a:pt x="6352582" y="19506"/>
                  <a:pt x="6352582" y="19506"/>
                </a:cubicBezTo>
                <a:close/>
                <a:moveTo>
                  <a:pt x="6550807" y="19506"/>
                </a:moveTo>
                <a:lnTo>
                  <a:pt x="6543744" y="19506"/>
                </a:lnTo>
                <a:cubicBezTo>
                  <a:pt x="6543488" y="19506"/>
                  <a:pt x="6543129" y="19147"/>
                  <a:pt x="6543129" y="19147"/>
                </a:cubicBezTo>
                <a:lnTo>
                  <a:pt x="6539598" y="13006"/>
                </a:lnTo>
                <a:cubicBezTo>
                  <a:pt x="6539495" y="12801"/>
                  <a:pt x="6539598" y="12340"/>
                  <a:pt x="6539598" y="12340"/>
                </a:cubicBezTo>
                <a:lnTo>
                  <a:pt x="6543129" y="6199"/>
                </a:lnTo>
                <a:cubicBezTo>
                  <a:pt x="6543282" y="5994"/>
                  <a:pt x="6543744" y="5841"/>
                  <a:pt x="6543744" y="5841"/>
                </a:cubicBezTo>
                <a:lnTo>
                  <a:pt x="6550807" y="5841"/>
                </a:lnTo>
                <a:cubicBezTo>
                  <a:pt x="6551063" y="5841"/>
                  <a:pt x="6551420" y="6199"/>
                  <a:pt x="6551420" y="6199"/>
                </a:cubicBezTo>
                <a:lnTo>
                  <a:pt x="6554953" y="12340"/>
                </a:lnTo>
                <a:cubicBezTo>
                  <a:pt x="6555055" y="12545"/>
                  <a:pt x="6554953" y="13006"/>
                  <a:pt x="6554953" y="13006"/>
                </a:cubicBezTo>
                <a:lnTo>
                  <a:pt x="6551420" y="19147"/>
                </a:lnTo>
                <a:cubicBezTo>
                  <a:pt x="6551267" y="19352"/>
                  <a:pt x="6550807" y="19506"/>
                  <a:pt x="6550807" y="19506"/>
                </a:cubicBezTo>
                <a:close/>
                <a:moveTo>
                  <a:pt x="6749031" y="19506"/>
                </a:moveTo>
                <a:lnTo>
                  <a:pt x="6741967" y="19506"/>
                </a:lnTo>
                <a:cubicBezTo>
                  <a:pt x="6741711" y="19506"/>
                  <a:pt x="6741354" y="19147"/>
                  <a:pt x="6741354" y="19147"/>
                </a:cubicBezTo>
                <a:lnTo>
                  <a:pt x="6737823" y="13006"/>
                </a:lnTo>
                <a:cubicBezTo>
                  <a:pt x="6737720" y="12801"/>
                  <a:pt x="6737823" y="12340"/>
                  <a:pt x="6737823" y="12340"/>
                </a:cubicBezTo>
                <a:lnTo>
                  <a:pt x="6741354" y="6199"/>
                </a:lnTo>
                <a:cubicBezTo>
                  <a:pt x="6741508" y="5994"/>
                  <a:pt x="6741967" y="5841"/>
                  <a:pt x="6741967" y="5841"/>
                </a:cubicBezTo>
                <a:lnTo>
                  <a:pt x="6749031" y="5841"/>
                </a:lnTo>
                <a:cubicBezTo>
                  <a:pt x="6749287" y="5841"/>
                  <a:pt x="6749646" y="6199"/>
                  <a:pt x="6749646" y="6199"/>
                </a:cubicBezTo>
                <a:lnTo>
                  <a:pt x="6753177" y="12340"/>
                </a:lnTo>
                <a:cubicBezTo>
                  <a:pt x="6753279" y="12545"/>
                  <a:pt x="6753177" y="13006"/>
                  <a:pt x="6753177" y="13006"/>
                </a:cubicBezTo>
                <a:lnTo>
                  <a:pt x="6749646" y="19147"/>
                </a:lnTo>
                <a:cubicBezTo>
                  <a:pt x="6749491" y="19352"/>
                  <a:pt x="6749031" y="19506"/>
                  <a:pt x="6749031" y="19506"/>
                </a:cubicBezTo>
                <a:close/>
                <a:moveTo>
                  <a:pt x="6947256" y="19506"/>
                </a:moveTo>
                <a:lnTo>
                  <a:pt x="6940193" y="19506"/>
                </a:lnTo>
                <a:cubicBezTo>
                  <a:pt x="6939937" y="19506"/>
                  <a:pt x="6939578" y="19147"/>
                  <a:pt x="6939578" y="19147"/>
                </a:cubicBezTo>
                <a:lnTo>
                  <a:pt x="6936048" y="13006"/>
                </a:lnTo>
                <a:cubicBezTo>
                  <a:pt x="6935945" y="12801"/>
                  <a:pt x="6936048" y="12340"/>
                  <a:pt x="6936048" y="12340"/>
                </a:cubicBezTo>
                <a:lnTo>
                  <a:pt x="6939578" y="6199"/>
                </a:lnTo>
                <a:cubicBezTo>
                  <a:pt x="6939733" y="5994"/>
                  <a:pt x="6940193" y="5841"/>
                  <a:pt x="6940193" y="5841"/>
                </a:cubicBezTo>
                <a:lnTo>
                  <a:pt x="6947256" y="5841"/>
                </a:lnTo>
                <a:cubicBezTo>
                  <a:pt x="6947512" y="5841"/>
                  <a:pt x="6947870" y="6199"/>
                  <a:pt x="6947870" y="6199"/>
                </a:cubicBezTo>
                <a:lnTo>
                  <a:pt x="6951402" y="12340"/>
                </a:lnTo>
                <a:cubicBezTo>
                  <a:pt x="6951504" y="12545"/>
                  <a:pt x="6951402" y="13006"/>
                  <a:pt x="6951402" y="13006"/>
                </a:cubicBezTo>
                <a:lnTo>
                  <a:pt x="6947870" y="19147"/>
                </a:lnTo>
                <a:cubicBezTo>
                  <a:pt x="6947717" y="19352"/>
                  <a:pt x="6947256" y="19506"/>
                  <a:pt x="6947256" y="19506"/>
                </a:cubicBezTo>
                <a:close/>
                <a:moveTo>
                  <a:pt x="7145328" y="19506"/>
                </a:moveTo>
                <a:lnTo>
                  <a:pt x="7138264" y="19506"/>
                </a:lnTo>
                <a:cubicBezTo>
                  <a:pt x="7138009" y="19506"/>
                  <a:pt x="7137650" y="19147"/>
                  <a:pt x="7137650" y="19147"/>
                </a:cubicBezTo>
                <a:lnTo>
                  <a:pt x="7134118" y="13006"/>
                </a:lnTo>
                <a:cubicBezTo>
                  <a:pt x="7134016" y="12801"/>
                  <a:pt x="7134118" y="12340"/>
                  <a:pt x="7134118" y="12340"/>
                </a:cubicBezTo>
                <a:lnTo>
                  <a:pt x="7137650" y="6199"/>
                </a:lnTo>
                <a:cubicBezTo>
                  <a:pt x="7137803" y="5994"/>
                  <a:pt x="7138264" y="5841"/>
                  <a:pt x="7138264" y="5841"/>
                </a:cubicBezTo>
                <a:lnTo>
                  <a:pt x="7145328" y="5841"/>
                </a:lnTo>
                <a:cubicBezTo>
                  <a:pt x="7145581" y="5841"/>
                  <a:pt x="7145942" y="6199"/>
                  <a:pt x="7145942" y="6199"/>
                </a:cubicBezTo>
                <a:lnTo>
                  <a:pt x="7149474" y="12340"/>
                </a:lnTo>
                <a:cubicBezTo>
                  <a:pt x="7149575" y="12545"/>
                  <a:pt x="7149474" y="13006"/>
                  <a:pt x="7149474" y="13006"/>
                </a:cubicBezTo>
                <a:lnTo>
                  <a:pt x="7145942" y="19147"/>
                </a:lnTo>
                <a:cubicBezTo>
                  <a:pt x="7145788" y="19352"/>
                  <a:pt x="7145328" y="19506"/>
                  <a:pt x="7145328" y="19506"/>
                </a:cubicBezTo>
                <a:close/>
                <a:moveTo>
                  <a:pt x="7343736" y="19506"/>
                </a:moveTo>
                <a:lnTo>
                  <a:pt x="7336672" y="19506"/>
                </a:lnTo>
                <a:cubicBezTo>
                  <a:pt x="7336415" y="19506"/>
                  <a:pt x="7336057" y="19147"/>
                  <a:pt x="7336057" y="19147"/>
                </a:cubicBezTo>
                <a:lnTo>
                  <a:pt x="7332525" y="13006"/>
                </a:lnTo>
                <a:cubicBezTo>
                  <a:pt x="7332423" y="12801"/>
                  <a:pt x="7332525" y="12340"/>
                  <a:pt x="7332525" y="12340"/>
                </a:cubicBezTo>
                <a:lnTo>
                  <a:pt x="7336057" y="6199"/>
                </a:lnTo>
                <a:cubicBezTo>
                  <a:pt x="7336209" y="5994"/>
                  <a:pt x="7336672" y="5841"/>
                  <a:pt x="7336672" y="5841"/>
                </a:cubicBezTo>
                <a:lnTo>
                  <a:pt x="7343736" y="5841"/>
                </a:lnTo>
                <a:cubicBezTo>
                  <a:pt x="7343991" y="5841"/>
                  <a:pt x="7344348" y="6199"/>
                  <a:pt x="7344348" y="6199"/>
                </a:cubicBezTo>
                <a:lnTo>
                  <a:pt x="7347881" y="12340"/>
                </a:lnTo>
                <a:cubicBezTo>
                  <a:pt x="7347983" y="12545"/>
                  <a:pt x="7347881" y="13006"/>
                  <a:pt x="7347881" y="13006"/>
                </a:cubicBezTo>
                <a:lnTo>
                  <a:pt x="7344348" y="19147"/>
                </a:lnTo>
                <a:cubicBezTo>
                  <a:pt x="7344194" y="19352"/>
                  <a:pt x="7343736" y="19506"/>
                  <a:pt x="7343736" y="19506"/>
                </a:cubicBezTo>
                <a:close/>
                <a:moveTo>
                  <a:pt x="7541951" y="19506"/>
                </a:moveTo>
                <a:lnTo>
                  <a:pt x="7534889" y="19506"/>
                </a:lnTo>
                <a:cubicBezTo>
                  <a:pt x="7534632" y="19506"/>
                  <a:pt x="7534275" y="19147"/>
                  <a:pt x="7534275" y="19147"/>
                </a:cubicBezTo>
                <a:lnTo>
                  <a:pt x="7530743" y="13006"/>
                </a:lnTo>
                <a:cubicBezTo>
                  <a:pt x="7530640" y="12801"/>
                  <a:pt x="7530743" y="12340"/>
                  <a:pt x="7530743" y="12340"/>
                </a:cubicBezTo>
                <a:lnTo>
                  <a:pt x="7534275" y="6199"/>
                </a:lnTo>
                <a:cubicBezTo>
                  <a:pt x="7534428" y="5994"/>
                  <a:pt x="7534889" y="5841"/>
                  <a:pt x="7534889" y="5841"/>
                </a:cubicBezTo>
                <a:lnTo>
                  <a:pt x="7541951" y="5841"/>
                </a:lnTo>
                <a:cubicBezTo>
                  <a:pt x="7542208" y="5841"/>
                  <a:pt x="7542566" y="6199"/>
                  <a:pt x="7542566" y="6199"/>
                </a:cubicBezTo>
                <a:lnTo>
                  <a:pt x="7546098" y="12340"/>
                </a:lnTo>
                <a:cubicBezTo>
                  <a:pt x="7546201" y="12545"/>
                  <a:pt x="7546098" y="13006"/>
                  <a:pt x="7546098" y="13006"/>
                </a:cubicBezTo>
                <a:lnTo>
                  <a:pt x="7542566" y="19147"/>
                </a:lnTo>
                <a:cubicBezTo>
                  <a:pt x="7542412" y="19352"/>
                  <a:pt x="7541951" y="19506"/>
                  <a:pt x="7541951" y="19506"/>
                </a:cubicBezTo>
                <a:close/>
                <a:moveTo>
                  <a:pt x="7740104" y="19506"/>
                </a:moveTo>
                <a:lnTo>
                  <a:pt x="7733041" y="19506"/>
                </a:lnTo>
                <a:cubicBezTo>
                  <a:pt x="7732785" y="19506"/>
                  <a:pt x="7732427" y="19147"/>
                  <a:pt x="7732427" y="19147"/>
                </a:cubicBezTo>
                <a:lnTo>
                  <a:pt x="7728895" y="13006"/>
                </a:lnTo>
                <a:cubicBezTo>
                  <a:pt x="7728792" y="12801"/>
                  <a:pt x="7728895" y="12340"/>
                  <a:pt x="7728895" y="12340"/>
                </a:cubicBezTo>
                <a:lnTo>
                  <a:pt x="7732427" y="6199"/>
                </a:lnTo>
                <a:cubicBezTo>
                  <a:pt x="7732580" y="5994"/>
                  <a:pt x="7733041" y="5841"/>
                  <a:pt x="7733041" y="5841"/>
                </a:cubicBezTo>
                <a:lnTo>
                  <a:pt x="7740104" y="5841"/>
                </a:lnTo>
                <a:cubicBezTo>
                  <a:pt x="7740359" y="5841"/>
                  <a:pt x="7740718" y="6199"/>
                  <a:pt x="7740718" y="6199"/>
                </a:cubicBezTo>
                <a:lnTo>
                  <a:pt x="7744250" y="12340"/>
                </a:lnTo>
                <a:cubicBezTo>
                  <a:pt x="7744352" y="12545"/>
                  <a:pt x="7744250" y="13006"/>
                  <a:pt x="7744250" y="13006"/>
                </a:cubicBezTo>
                <a:lnTo>
                  <a:pt x="7740718" y="19147"/>
                </a:lnTo>
                <a:cubicBezTo>
                  <a:pt x="7740566" y="19352"/>
                  <a:pt x="7740104" y="19506"/>
                  <a:pt x="7740104" y="19506"/>
                </a:cubicBezTo>
                <a:close/>
                <a:moveTo>
                  <a:pt x="7938285" y="19506"/>
                </a:moveTo>
                <a:lnTo>
                  <a:pt x="7931220" y="19506"/>
                </a:lnTo>
                <a:cubicBezTo>
                  <a:pt x="7930966" y="19506"/>
                  <a:pt x="7930607" y="19147"/>
                  <a:pt x="7930607" y="19147"/>
                </a:cubicBezTo>
                <a:lnTo>
                  <a:pt x="7927076" y="13006"/>
                </a:lnTo>
                <a:cubicBezTo>
                  <a:pt x="7926974" y="12801"/>
                  <a:pt x="7927076" y="12340"/>
                  <a:pt x="7927076" y="12340"/>
                </a:cubicBezTo>
                <a:lnTo>
                  <a:pt x="7930607" y="6199"/>
                </a:lnTo>
                <a:cubicBezTo>
                  <a:pt x="7930761" y="5994"/>
                  <a:pt x="7931220" y="5841"/>
                  <a:pt x="7931220" y="5841"/>
                </a:cubicBezTo>
                <a:lnTo>
                  <a:pt x="7938285" y="5841"/>
                </a:lnTo>
                <a:cubicBezTo>
                  <a:pt x="7938541" y="5841"/>
                  <a:pt x="7938899" y="6199"/>
                  <a:pt x="7938899" y="6199"/>
                </a:cubicBezTo>
                <a:lnTo>
                  <a:pt x="7942430" y="12340"/>
                </a:lnTo>
                <a:cubicBezTo>
                  <a:pt x="7942534" y="12545"/>
                  <a:pt x="7942430" y="13006"/>
                  <a:pt x="7942430" y="13006"/>
                </a:cubicBezTo>
                <a:lnTo>
                  <a:pt x="7938899" y="19147"/>
                </a:lnTo>
                <a:cubicBezTo>
                  <a:pt x="7938745" y="19352"/>
                  <a:pt x="7938285" y="19506"/>
                  <a:pt x="7938285" y="19506"/>
                </a:cubicBezTo>
                <a:close/>
                <a:moveTo>
                  <a:pt x="8136595" y="19506"/>
                </a:moveTo>
                <a:lnTo>
                  <a:pt x="8129533" y="19506"/>
                </a:lnTo>
                <a:cubicBezTo>
                  <a:pt x="8129276" y="19506"/>
                  <a:pt x="8128918" y="19147"/>
                  <a:pt x="8128918" y="19147"/>
                </a:cubicBezTo>
                <a:lnTo>
                  <a:pt x="8125386" y="13006"/>
                </a:lnTo>
                <a:cubicBezTo>
                  <a:pt x="8125284" y="12801"/>
                  <a:pt x="8125386" y="12340"/>
                  <a:pt x="8125386" y="12340"/>
                </a:cubicBezTo>
                <a:lnTo>
                  <a:pt x="8128918" y="6199"/>
                </a:lnTo>
                <a:cubicBezTo>
                  <a:pt x="8129071" y="5994"/>
                  <a:pt x="8129533" y="5841"/>
                  <a:pt x="8129533" y="5841"/>
                </a:cubicBezTo>
                <a:lnTo>
                  <a:pt x="8136595" y="5841"/>
                </a:lnTo>
                <a:cubicBezTo>
                  <a:pt x="8136851" y="5841"/>
                  <a:pt x="8137210" y="6199"/>
                  <a:pt x="8137210" y="6199"/>
                </a:cubicBezTo>
                <a:lnTo>
                  <a:pt x="8140742" y="12340"/>
                </a:lnTo>
                <a:cubicBezTo>
                  <a:pt x="8140844" y="12545"/>
                  <a:pt x="8140742" y="13006"/>
                  <a:pt x="8140742" y="13006"/>
                </a:cubicBezTo>
                <a:lnTo>
                  <a:pt x="8137210" y="19147"/>
                </a:lnTo>
                <a:cubicBezTo>
                  <a:pt x="8137055" y="19352"/>
                  <a:pt x="8136595" y="19506"/>
                  <a:pt x="8136595" y="19506"/>
                </a:cubicBezTo>
                <a:close/>
                <a:moveTo>
                  <a:pt x="8334928" y="19506"/>
                </a:moveTo>
                <a:lnTo>
                  <a:pt x="8327864" y="19506"/>
                </a:lnTo>
                <a:cubicBezTo>
                  <a:pt x="8327608" y="19506"/>
                  <a:pt x="8327250" y="19147"/>
                  <a:pt x="8327250" y="19147"/>
                </a:cubicBezTo>
                <a:lnTo>
                  <a:pt x="8323718" y="13006"/>
                </a:lnTo>
                <a:cubicBezTo>
                  <a:pt x="8323617" y="12801"/>
                  <a:pt x="8323718" y="12340"/>
                  <a:pt x="8323718" y="12340"/>
                </a:cubicBezTo>
                <a:lnTo>
                  <a:pt x="8327250" y="6199"/>
                </a:lnTo>
                <a:cubicBezTo>
                  <a:pt x="8327403" y="5994"/>
                  <a:pt x="8327864" y="5841"/>
                  <a:pt x="8327864" y="5841"/>
                </a:cubicBezTo>
                <a:lnTo>
                  <a:pt x="8334928" y="5841"/>
                </a:lnTo>
                <a:cubicBezTo>
                  <a:pt x="8335183" y="5841"/>
                  <a:pt x="8335542" y="6199"/>
                  <a:pt x="8335542" y="6199"/>
                </a:cubicBezTo>
                <a:lnTo>
                  <a:pt x="8339073" y="12340"/>
                </a:lnTo>
                <a:cubicBezTo>
                  <a:pt x="8339176" y="12545"/>
                  <a:pt x="8339073" y="13006"/>
                  <a:pt x="8339073" y="13006"/>
                </a:cubicBezTo>
                <a:lnTo>
                  <a:pt x="8335542" y="19147"/>
                </a:lnTo>
                <a:cubicBezTo>
                  <a:pt x="8335389" y="19352"/>
                  <a:pt x="8334928" y="19506"/>
                  <a:pt x="8334928" y="19506"/>
                </a:cubicBezTo>
                <a:close/>
                <a:moveTo>
                  <a:pt x="8731303" y="19506"/>
                </a:moveTo>
                <a:lnTo>
                  <a:pt x="8724239" y="19506"/>
                </a:lnTo>
                <a:cubicBezTo>
                  <a:pt x="8723982" y="19506"/>
                  <a:pt x="8723624" y="19147"/>
                  <a:pt x="8723624" y="19147"/>
                </a:cubicBezTo>
                <a:lnTo>
                  <a:pt x="8720094" y="13006"/>
                </a:lnTo>
                <a:cubicBezTo>
                  <a:pt x="8719991" y="12801"/>
                  <a:pt x="8720094" y="12340"/>
                  <a:pt x="8720094" y="12340"/>
                </a:cubicBezTo>
                <a:lnTo>
                  <a:pt x="8720158" y="12230"/>
                </a:lnTo>
                <a:lnTo>
                  <a:pt x="8720158" y="12187"/>
                </a:lnTo>
                <a:lnTo>
                  <a:pt x="8723688" y="6045"/>
                </a:lnTo>
                <a:cubicBezTo>
                  <a:pt x="8723842" y="5840"/>
                  <a:pt x="8724302" y="5687"/>
                  <a:pt x="8724302" y="5687"/>
                </a:cubicBezTo>
                <a:lnTo>
                  <a:pt x="8731366" y="5687"/>
                </a:lnTo>
                <a:cubicBezTo>
                  <a:pt x="8731622" y="5687"/>
                  <a:pt x="8731980" y="6045"/>
                  <a:pt x="8731980" y="6045"/>
                </a:cubicBezTo>
                <a:lnTo>
                  <a:pt x="8735511" y="12187"/>
                </a:lnTo>
                <a:cubicBezTo>
                  <a:pt x="8735613" y="12392"/>
                  <a:pt x="8735511" y="12852"/>
                  <a:pt x="8735511" y="12852"/>
                </a:cubicBezTo>
                <a:lnTo>
                  <a:pt x="8735449" y="12961"/>
                </a:lnTo>
                <a:lnTo>
                  <a:pt x="8735449" y="13006"/>
                </a:lnTo>
                <a:lnTo>
                  <a:pt x="8731917" y="19147"/>
                </a:lnTo>
                <a:cubicBezTo>
                  <a:pt x="8731763" y="19352"/>
                  <a:pt x="8731303" y="19506"/>
                  <a:pt x="8731303" y="19506"/>
                </a:cubicBezTo>
                <a:close/>
                <a:moveTo>
                  <a:pt x="1002428" y="182838"/>
                </a:moveTo>
                <a:lnTo>
                  <a:pt x="995366" y="182838"/>
                </a:lnTo>
                <a:cubicBezTo>
                  <a:pt x="995110" y="182838"/>
                  <a:pt x="994752" y="182479"/>
                  <a:pt x="994752" y="182479"/>
                </a:cubicBezTo>
                <a:lnTo>
                  <a:pt x="991220" y="176337"/>
                </a:lnTo>
                <a:cubicBezTo>
                  <a:pt x="991117" y="176133"/>
                  <a:pt x="991220" y="175672"/>
                  <a:pt x="991220" y="175672"/>
                </a:cubicBezTo>
                <a:lnTo>
                  <a:pt x="994752" y="169530"/>
                </a:lnTo>
                <a:cubicBezTo>
                  <a:pt x="994905" y="169326"/>
                  <a:pt x="995366" y="169172"/>
                  <a:pt x="995366" y="169172"/>
                </a:cubicBezTo>
                <a:lnTo>
                  <a:pt x="1002428" y="169172"/>
                </a:lnTo>
                <a:cubicBezTo>
                  <a:pt x="1002685" y="169172"/>
                  <a:pt x="1003042" y="169530"/>
                  <a:pt x="1003042" y="169530"/>
                </a:cubicBezTo>
                <a:lnTo>
                  <a:pt x="1006574" y="175672"/>
                </a:lnTo>
                <a:cubicBezTo>
                  <a:pt x="1006677" y="175876"/>
                  <a:pt x="1006574" y="176337"/>
                  <a:pt x="1006574" y="176337"/>
                </a:cubicBezTo>
                <a:lnTo>
                  <a:pt x="1003042" y="182479"/>
                </a:lnTo>
                <a:cubicBezTo>
                  <a:pt x="1002889" y="182684"/>
                  <a:pt x="1002428" y="182838"/>
                  <a:pt x="1002428" y="182838"/>
                </a:cubicBezTo>
                <a:close/>
                <a:moveTo>
                  <a:pt x="1795378" y="182840"/>
                </a:moveTo>
                <a:lnTo>
                  <a:pt x="1788315" y="182840"/>
                </a:lnTo>
                <a:cubicBezTo>
                  <a:pt x="1788060" y="182840"/>
                  <a:pt x="1787701" y="182482"/>
                  <a:pt x="1787701" y="182482"/>
                </a:cubicBezTo>
                <a:lnTo>
                  <a:pt x="1784170" y="176340"/>
                </a:lnTo>
                <a:cubicBezTo>
                  <a:pt x="1784067" y="176135"/>
                  <a:pt x="1784170" y="175674"/>
                  <a:pt x="1784170" y="175674"/>
                </a:cubicBezTo>
                <a:lnTo>
                  <a:pt x="1787701" y="169533"/>
                </a:lnTo>
                <a:cubicBezTo>
                  <a:pt x="1787854" y="169328"/>
                  <a:pt x="1788315" y="169175"/>
                  <a:pt x="1788315" y="169175"/>
                </a:cubicBezTo>
                <a:lnTo>
                  <a:pt x="1795378" y="169175"/>
                </a:lnTo>
                <a:cubicBezTo>
                  <a:pt x="1795634" y="169175"/>
                  <a:pt x="1795992" y="169533"/>
                  <a:pt x="1795992" y="169533"/>
                </a:cubicBezTo>
                <a:lnTo>
                  <a:pt x="1799524" y="175674"/>
                </a:lnTo>
                <a:cubicBezTo>
                  <a:pt x="1799626" y="175879"/>
                  <a:pt x="1799524" y="176340"/>
                  <a:pt x="1799524" y="176340"/>
                </a:cubicBezTo>
                <a:lnTo>
                  <a:pt x="1795992" y="182482"/>
                </a:lnTo>
                <a:cubicBezTo>
                  <a:pt x="1795838" y="182687"/>
                  <a:pt x="1795378" y="182840"/>
                  <a:pt x="1795378" y="182840"/>
                </a:cubicBezTo>
                <a:close/>
                <a:moveTo>
                  <a:pt x="605979" y="182857"/>
                </a:moveTo>
                <a:lnTo>
                  <a:pt x="598916" y="182857"/>
                </a:lnTo>
                <a:cubicBezTo>
                  <a:pt x="598661" y="182857"/>
                  <a:pt x="598302" y="182498"/>
                  <a:pt x="598302" y="182498"/>
                </a:cubicBezTo>
                <a:lnTo>
                  <a:pt x="594770" y="176356"/>
                </a:lnTo>
                <a:cubicBezTo>
                  <a:pt x="594668" y="176151"/>
                  <a:pt x="594770" y="175691"/>
                  <a:pt x="594770" y="175691"/>
                </a:cubicBezTo>
                <a:lnTo>
                  <a:pt x="598302" y="169549"/>
                </a:lnTo>
                <a:cubicBezTo>
                  <a:pt x="598455" y="169345"/>
                  <a:pt x="598916" y="169191"/>
                  <a:pt x="598916" y="169191"/>
                </a:cubicBezTo>
                <a:lnTo>
                  <a:pt x="605979" y="169191"/>
                </a:lnTo>
                <a:cubicBezTo>
                  <a:pt x="606235" y="169191"/>
                  <a:pt x="606593" y="169549"/>
                  <a:pt x="606593" y="169549"/>
                </a:cubicBezTo>
                <a:lnTo>
                  <a:pt x="610125" y="175691"/>
                </a:lnTo>
                <a:cubicBezTo>
                  <a:pt x="610227" y="175895"/>
                  <a:pt x="610125" y="176356"/>
                  <a:pt x="610125" y="176356"/>
                </a:cubicBezTo>
                <a:lnTo>
                  <a:pt x="606593" y="182498"/>
                </a:lnTo>
                <a:cubicBezTo>
                  <a:pt x="606440" y="182703"/>
                  <a:pt x="605979" y="182857"/>
                  <a:pt x="605979" y="182857"/>
                </a:cubicBezTo>
                <a:close/>
                <a:moveTo>
                  <a:pt x="1200704" y="182857"/>
                </a:moveTo>
                <a:lnTo>
                  <a:pt x="1193642" y="182857"/>
                </a:lnTo>
                <a:cubicBezTo>
                  <a:pt x="1193386" y="182857"/>
                  <a:pt x="1193028" y="182499"/>
                  <a:pt x="1193028" y="182499"/>
                </a:cubicBezTo>
                <a:lnTo>
                  <a:pt x="1189495" y="176356"/>
                </a:lnTo>
                <a:cubicBezTo>
                  <a:pt x="1189393" y="176151"/>
                  <a:pt x="1189495" y="175691"/>
                  <a:pt x="1189495" y="175691"/>
                </a:cubicBezTo>
                <a:lnTo>
                  <a:pt x="1193028" y="169549"/>
                </a:lnTo>
                <a:cubicBezTo>
                  <a:pt x="1193180" y="169345"/>
                  <a:pt x="1193642" y="169191"/>
                  <a:pt x="1193642" y="169191"/>
                </a:cubicBezTo>
                <a:lnTo>
                  <a:pt x="1200704" y="169191"/>
                </a:lnTo>
                <a:cubicBezTo>
                  <a:pt x="1200960" y="169191"/>
                  <a:pt x="1201318" y="169549"/>
                  <a:pt x="1201318" y="169549"/>
                </a:cubicBezTo>
                <a:lnTo>
                  <a:pt x="1204850" y="175691"/>
                </a:lnTo>
                <a:cubicBezTo>
                  <a:pt x="1204952" y="175896"/>
                  <a:pt x="1204850" y="176356"/>
                  <a:pt x="1204850" y="176356"/>
                </a:cubicBezTo>
                <a:lnTo>
                  <a:pt x="1201318" y="182499"/>
                </a:lnTo>
                <a:cubicBezTo>
                  <a:pt x="1201165" y="182704"/>
                  <a:pt x="1200704" y="182857"/>
                  <a:pt x="1200704" y="182857"/>
                </a:cubicBezTo>
                <a:close/>
                <a:moveTo>
                  <a:pt x="407754" y="182861"/>
                </a:moveTo>
                <a:lnTo>
                  <a:pt x="400692" y="182861"/>
                </a:lnTo>
                <a:cubicBezTo>
                  <a:pt x="400436" y="182861"/>
                  <a:pt x="400078" y="182504"/>
                  <a:pt x="400078" y="182504"/>
                </a:cubicBezTo>
                <a:lnTo>
                  <a:pt x="396546" y="176361"/>
                </a:lnTo>
                <a:cubicBezTo>
                  <a:pt x="396444" y="176156"/>
                  <a:pt x="396546" y="175695"/>
                  <a:pt x="396546" y="175695"/>
                </a:cubicBezTo>
                <a:lnTo>
                  <a:pt x="400078" y="169554"/>
                </a:lnTo>
                <a:cubicBezTo>
                  <a:pt x="400231" y="169349"/>
                  <a:pt x="400692" y="169196"/>
                  <a:pt x="400692" y="169196"/>
                </a:cubicBezTo>
                <a:lnTo>
                  <a:pt x="407754" y="169196"/>
                </a:lnTo>
                <a:cubicBezTo>
                  <a:pt x="408011" y="169196"/>
                  <a:pt x="408369" y="169554"/>
                  <a:pt x="408369" y="169554"/>
                </a:cubicBezTo>
                <a:lnTo>
                  <a:pt x="411900" y="175695"/>
                </a:lnTo>
                <a:cubicBezTo>
                  <a:pt x="412002" y="175900"/>
                  <a:pt x="411900" y="176361"/>
                  <a:pt x="411900" y="176361"/>
                </a:cubicBezTo>
                <a:lnTo>
                  <a:pt x="408369" y="182504"/>
                </a:lnTo>
                <a:cubicBezTo>
                  <a:pt x="408214" y="182708"/>
                  <a:pt x="407754" y="182861"/>
                  <a:pt x="407754" y="182861"/>
                </a:cubicBezTo>
                <a:close/>
                <a:moveTo>
                  <a:pt x="11254" y="182866"/>
                </a:moveTo>
                <a:lnTo>
                  <a:pt x="4192" y="182866"/>
                </a:lnTo>
                <a:cubicBezTo>
                  <a:pt x="3935" y="182866"/>
                  <a:pt x="3578" y="182508"/>
                  <a:pt x="3578" y="182508"/>
                </a:cubicBezTo>
                <a:lnTo>
                  <a:pt x="46" y="176366"/>
                </a:lnTo>
                <a:cubicBezTo>
                  <a:pt x="-57" y="176161"/>
                  <a:pt x="46" y="175700"/>
                  <a:pt x="46" y="175700"/>
                </a:cubicBezTo>
                <a:lnTo>
                  <a:pt x="3578" y="169558"/>
                </a:lnTo>
                <a:cubicBezTo>
                  <a:pt x="3731" y="169354"/>
                  <a:pt x="4192" y="169200"/>
                  <a:pt x="4192" y="169200"/>
                </a:cubicBezTo>
                <a:lnTo>
                  <a:pt x="11254" y="169200"/>
                </a:lnTo>
                <a:cubicBezTo>
                  <a:pt x="11511" y="169200"/>
                  <a:pt x="11868" y="169558"/>
                  <a:pt x="11868" y="169558"/>
                </a:cubicBezTo>
                <a:lnTo>
                  <a:pt x="15400" y="175700"/>
                </a:lnTo>
                <a:cubicBezTo>
                  <a:pt x="15503" y="175905"/>
                  <a:pt x="15400" y="176366"/>
                  <a:pt x="15400" y="176366"/>
                </a:cubicBezTo>
                <a:lnTo>
                  <a:pt x="11868" y="182508"/>
                </a:lnTo>
                <a:cubicBezTo>
                  <a:pt x="11716" y="182712"/>
                  <a:pt x="11254" y="182866"/>
                  <a:pt x="11254" y="182866"/>
                </a:cubicBezTo>
                <a:close/>
                <a:moveTo>
                  <a:pt x="804204" y="182876"/>
                </a:moveTo>
                <a:lnTo>
                  <a:pt x="797140" y="182876"/>
                </a:lnTo>
                <a:cubicBezTo>
                  <a:pt x="796886" y="182876"/>
                  <a:pt x="796526" y="182517"/>
                  <a:pt x="796526" y="182517"/>
                </a:cubicBezTo>
                <a:lnTo>
                  <a:pt x="792995" y="176375"/>
                </a:lnTo>
                <a:cubicBezTo>
                  <a:pt x="792893" y="176170"/>
                  <a:pt x="792995" y="175709"/>
                  <a:pt x="792995" y="175709"/>
                </a:cubicBezTo>
                <a:lnTo>
                  <a:pt x="796526" y="169567"/>
                </a:lnTo>
                <a:cubicBezTo>
                  <a:pt x="796680" y="169363"/>
                  <a:pt x="797140" y="169210"/>
                  <a:pt x="797140" y="169210"/>
                </a:cubicBezTo>
                <a:lnTo>
                  <a:pt x="804204" y="169210"/>
                </a:lnTo>
                <a:cubicBezTo>
                  <a:pt x="804460" y="169210"/>
                  <a:pt x="804818" y="169567"/>
                  <a:pt x="804818" y="169567"/>
                </a:cubicBezTo>
                <a:lnTo>
                  <a:pt x="808350" y="175709"/>
                </a:lnTo>
                <a:cubicBezTo>
                  <a:pt x="808452" y="175914"/>
                  <a:pt x="808350" y="176375"/>
                  <a:pt x="808350" y="176375"/>
                </a:cubicBezTo>
                <a:lnTo>
                  <a:pt x="804818" y="182517"/>
                </a:lnTo>
                <a:cubicBezTo>
                  <a:pt x="804665" y="182722"/>
                  <a:pt x="804204" y="182876"/>
                  <a:pt x="804204" y="182876"/>
                </a:cubicBezTo>
                <a:close/>
                <a:moveTo>
                  <a:pt x="1398928" y="182887"/>
                </a:moveTo>
                <a:lnTo>
                  <a:pt x="1391866" y="182887"/>
                </a:lnTo>
                <a:cubicBezTo>
                  <a:pt x="1391610" y="182887"/>
                  <a:pt x="1391252" y="182529"/>
                  <a:pt x="1391252" y="182529"/>
                </a:cubicBezTo>
                <a:lnTo>
                  <a:pt x="1387720" y="176387"/>
                </a:lnTo>
                <a:cubicBezTo>
                  <a:pt x="1387617" y="176182"/>
                  <a:pt x="1387720" y="175720"/>
                  <a:pt x="1387720" y="175720"/>
                </a:cubicBezTo>
                <a:lnTo>
                  <a:pt x="1391252" y="169580"/>
                </a:lnTo>
                <a:cubicBezTo>
                  <a:pt x="1391406" y="169375"/>
                  <a:pt x="1391866" y="169221"/>
                  <a:pt x="1391866" y="169221"/>
                </a:cubicBezTo>
                <a:lnTo>
                  <a:pt x="1398928" y="169221"/>
                </a:lnTo>
                <a:cubicBezTo>
                  <a:pt x="1399185" y="169221"/>
                  <a:pt x="1399544" y="169580"/>
                  <a:pt x="1399544" y="169580"/>
                </a:cubicBezTo>
                <a:lnTo>
                  <a:pt x="1403074" y="175720"/>
                </a:lnTo>
                <a:cubicBezTo>
                  <a:pt x="1403177" y="175926"/>
                  <a:pt x="1403074" y="176387"/>
                  <a:pt x="1403074" y="176387"/>
                </a:cubicBezTo>
                <a:lnTo>
                  <a:pt x="1399544" y="182529"/>
                </a:lnTo>
                <a:cubicBezTo>
                  <a:pt x="1399389" y="182733"/>
                  <a:pt x="1398928" y="182887"/>
                  <a:pt x="1398928" y="182887"/>
                </a:cubicBezTo>
                <a:close/>
                <a:moveTo>
                  <a:pt x="1597154" y="182888"/>
                </a:moveTo>
                <a:lnTo>
                  <a:pt x="1590090" y="182888"/>
                </a:lnTo>
                <a:cubicBezTo>
                  <a:pt x="1589834" y="182888"/>
                  <a:pt x="1589476" y="182529"/>
                  <a:pt x="1589476" y="182529"/>
                </a:cubicBezTo>
                <a:lnTo>
                  <a:pt x="1585944" y="176387"/>
                </a:lnTo>
                <a:cubicBezTo>
                  <a:pt x="1585842" y="176182"/>
                  <a:pt x="1585944" y="175722"/>
                  <a:pt x="1585944" y="175722"/>
                </a:cubicBezTo>
                <a:lnTo>
                  <a:pt x="1589476" y="169581"/>
                </a:lnTo>
                <a:cubicBezTo>
                  <a:pt x="1589630" y="169376"/>
                  <a:pt x="1590090" y="169222"/>
                  <a:pt x="1590090" y="169222"/>
                </a:cubicBezTo>
                <a:lnTo>
                  <a:pt x="1597154" y="169222"/>
                </a:lnTo>
                <a:cubicBezTo>
                  <a:pt x="1597409" y="169222"/>
                  <a:pt x="1597768" y="169581"/>
                  <a:pt x="1597768" y="169581"/>
                </a:cubicBezTo>
                <a:lnTo>
                  <a:pt x="1601298" y="175722"/>
                </a:lnTo>
                <a:cubicBezTo>
                  <a:pt x="1601401" y="175928"/>
                  <a:pt x="1601298" y="176387"/>
                  <a:pt x="1601298" y="176387"/>
                </a:cubicBezTo>
                <a:lnTo>
                  <a:pt x="1597768" y="182529"/>
                </a:lnTo>
                <a:cubicBezTo>
                  <a:pt x="1597614" y="182734"/>
                  <a:pt x="1597154" y="182888"/>
                  <a:pt x="1597154" y="182888"/>
                </a:cubicBezTo>
                <a:close/>
                <a:moveTo>
                  <a:pt x="209480" y="182892"/>
                </a:moveTo>
                <a:lnTo>
                  <a:pt x="202416" y="182892"/>
                </a:lnTo>
                <a:cubicBezTo>
                  <a:pt x="202160" y="182892"/>
                  <a:pt x="201803" y="182534"/>
                  <a:pt x="201803" y="182534"/>
                </a:cubicBezTo>
                <a:lnTo>
                  <a:pt x="198270" y="176392"/>
                </a:lnTo>
                <a:cubicBezTo>
                  <a:pt x="198168" y="176187"/>
                  <a:pt x="198270" y="175726"/>
                  <a:pt x="198270" y="175726"/>
                </a:cubicBezTo>
                <a:lnTo>
                  <a:pt x="201803" y="169585"/>
                </a:lnTo>
                <a:cubicBezTo>
                  <a:pt x="201955" y="169380"/>
                  <a:pt x="202416" y="169227"/>
                  <a:pt x="202416" y="169227"/>
                </a:cubicBezTo>
                <a:lnTo>
                  <a:pt x="209480" y="169227"/>
                </a:lnTo>
                <a:cubicBezTo>
                  <a:pt x="209735" y="169227"/>
                  <a:pt x="210094" y="169585"/>
                  <a:pt x="210094" y="169585"/>
                </a:cubicBezTo>
                <a:lnTo>
                  <a:pt x="213625" y="175726"/>
                </a:lnTo>
                <a:cubicBezTo>
                  <a:pt x="213727" y="175930"/>
                  <a:pt x="213625" y="176392"/>
                  <a:pt x="213625" y="176392"/>
                </a:cubicBezTo>
                <a:lnTo>
                  <a:pt x="210094" y="182534"/>
                </a:lnTo>
                <a:cubicBezTo>
                  <a:pt x="209940" y="182739"/>
                  <a:pt x="209480" y="182892"/>
                  <a:pt x="209480" y="182892"/>
                </a:cubicBezTo>
                <a:close/>
                <a:moveTo>
                  <a:pt x="1993654" y="182904"/>
                </a:moveTo>
                <a:lnTo>
                  <a:pt x="1986590" y="182904"/>
                </a:lnTo>
                <a:cubicBezTo>
                  <a:pt x="1986336" y="182904"/>
                  <a:pt x="1985976" y="182545"/>
                  <a:pt x="1985976" y="182545"/>
                </a:cubicBezTo>
                <a:lnTo>
                  <a:pt x="1982445" y="176403"/>
                </a:lnTo>
                <a:cubicBezTo>
                  <a:pt x="1982343" y="176198"/>
                  <a:pt x="1982445" y="175737"/>
                  <a:pt x="1982445" y="175737"/>
                </a:cubicBezTo>
                <a:lnTo>
                  <a:pt x="1985976" y="169596"/>
                </a:lnTo>
                <a:cubicBezTo>
                  <a:pt x="1986130" y="169391"/>
                  <a:pt x="1986590" y="169239"/>
                  <a:pt x="1986590" y="169239"/>
                </a:cubicBezTo>
                <a:lnTo>
                  <a:pt x="1993654" y="169239"/>
                </a:lnTo>
                <a:cubicBezTo>
                  <a:pt x="1993910" y="169239"/>
                  <a:pt x="1994268" y="169596"/>
                  <a:pt x="1994268" y="169596"/>
                </a:cubicBezTo>
                <a:lnTo>
                  <a:pt x="1997800" y="175737"/>
                </a:lnTo>
                <a:cubicBezTo>
                  <a:pt x="1997902" y="175942"/>
                  <a:pt x="1997800" y="176403"/>
                  <a:pt x="1997800" y="176403"/>
                </a:cubicBezTo>
                <a:lnTo>
                  <a:pt x="1994268" y="182545"/>
                </a:lnTo>
                <a:cubicBezTo>
                  <a:pt x="1994114" y="182750"/>
                  <a:pt x="1993654" y="182904"/>
                  <a:pt x="1993654" y="182904"/>
                </a:cubicBezTo>
                <a:close/>
                <a:moveTo>
                  <a:pt x="2189611" y="188608"/>
                </a:moveTo>
                <a:lnTo>
                  <a:pt x="2182548" y="188608"/>
                </a:lnTo>
                <a:cubicBezTo>
                  <a:pt x="2182291" y="188608"/>
                  <a:pt x="2181933" y="188250"/>
                  <a:pt x="2181933" y="188250"/>
                </a:cubicBezTo>
                <a:lnTo>
                  <a:pt x="2178401" y="182109"/>
                </a:lnTo>
                <a:cubicBezTo>
                  <a:pt x="2178299" y="181904"/>
                  <a:pt x="2178401" y="181443"/>
                  <a:pt x="2178401" y="181443"/>
                </a:cubicBezTo>
                <a:lnTo>
                  <a:pt x="2181933" y="175300"/>
                </a:lnTo>
                <a:cubicBezTo>
                  <a:pt x="2182087" y="175096"/>
                  <a:pt x="2182548" y="174943"/>
                  <a:pt x="2182548" y="174943"/>
                </a:cubicBezTo>
                <a:lnTo>
                  <a:pt x="2189611" y="174943"/>
                </a:lnTo>
                <a:cubicBezTo>
                  <a:pt x="2189865" y="174943"/>
                  <a:pt x="2190225" y="175300"/>
                  <a:pt x="2190225" y="175300"/>
                </a:cubicBezTo>
                <a:lnTo>
                  <a:pt x="2193757" y="181443"/>
                </a:lnTo>
                <a:cubicBezTo>
                  <a:pt x="2193859" y="181648"/>
                  <a:pt x="2193757" y="182109"/>
                  <a:pt x="2193757" y="182109"/>
                </a:cubicBezTo>
                <a:lnTo>
                  <a:pt x="2190225" y="188250"/>
                </a:lnTo>
                <a:cubicBezTo>
                  <a:pt x="2190071" y="188455"/>
                  <a:pt x="2189611" y="188608"/>
                  <a:pt x="2189611" y="188608"/>
                </a:cubicBezTo>
                <a:close/>
                <a:moveTo>
                  <a:pt x="2387835" y="188608"/>
                </a:moveTo>
                <a:lnTo>
                  <a:pt x="2380773" y="188608"/>
                </a:lnTo>
                <a:cubicBezTo>
                  <a:pt x="2380515" y="188608"/>
                  <a:pt x="2380159" y="188250"/>
                  <a:pt x="2380159" y="188250"/>
                </a:cubicBezTo>
                <a:lnTo>
                  <a:pt x="2376626" y="182109"/>
                </a:lnTo>
                <a:cubicBezTo>
                  <a:pt x="2376523" y="181904"/>
                  <a:pt x="2376626" y="181443"/>
                  <a:pt x="2376626" y="181443"/>
                </a:cubicBezTo>
                <a:lnTo>
                  <a:pt x="2380159" y="175300"/>
                </a:lnTo>
                <a:cubicBezTo>
                  <a:pt x="2380312" y="175096"/>
                  <a:pt x="2380773" y="174943"/>
                  <a:pt x="2380773" y="174943"/>
                </a:cubicBezTo>
                <a:lnTo>
                  <a:pt x="2387835" y="174943"/>
                </a:lnTo>
                <a:cubicBezTo>
                  <a:pt x="2388091" y="174943"/>
                  <a:pt x="2388449" y="175300"/>
                  <a:pt x="2388449" y="175300"/>
                </a:cubicBezTo>
                <a:lnTo>
                  <a:pt x="2391981" y="181443"/>
                </a:lnTo>
                <a:cubicBezTo>
                  <a:pt x="2392083" y="181648"/>
                  <a:pt x="2391981" y="182109"/>
                  <a:pt x="2391981" y="182109"/>
                </a:cubicBezTo>
                <a:lnTo>
                  <a:pt x="2388449" y="188250"/>
                </a:lnTo>
                <a:cubicBezTo>
                  <a:pt x="2388296" y="188455"/>
                  <a:pt x="2387835" y="188608"/>
                  <a:pt x="2387835" y="188608"/>
                </a:cubicBezTo>
                <a:close/>
                <a:moveTo>
                  <a:pt x="2586060" y="188608"/>
                </a:moveTo>
                <a:lnTo>
                  <a:pt x="2578998" y="188608"/>
                </a:lnTo>
                <a:cubicBezTo>
                  <a:pt x="2578740" y="188608"/>
                  <a:pt x="2578383" y="188250"/>
                  <a:pt x="2578383" y="188250"/>
                </a:cubicBezTo>
                <a:lnTo>
                  <a:pt x="2574850" y="182109"/>
                </a:lnTo>
                <a:cubicBezTo>
                  <a:pt x="2574749" y="181904"/>
                  <a:pt x="2574850" y="181443"/>
                  <a:pt x="2574850" y="181443"/>
                </a:cubicBezTo>
                <a:lnTo>
                  <a:pt x="2578383" y="175300"/>
                </a:lnTo>
                <a:cubicBezTo>
                  <a:pt x="2578536" y="175096"/>
                  <a:pt x="2578998" y="174943"/>
                  <a:pt x="2578998" y="174943"/>
                </a:cubicBezTo>
                <a:lnTo>
                  <a:pt x="2586060" y="174943"/>
                </a:lnTo>
                <a:cubicBezTo>
                  <a:pt x="2586316" y="174943"/>
                  <a:pt x="2586674" y="175300"/>
                  <a:pt x="2586674" y="175300"/>
                </a:cubicBezTo>
                <a:lnTo>
                  <a:pt x="2590205" y="181443"/>
                </a:lnTo>
                <a:cubicBezTo>
                  <a:pt x="2590308" y="181648"/>
                  <a:pt x="2590205" y="182109"/>
                  <a:pt x="2590205" y="182109"/>
                </a:cubicBezTo>
                <a:lnTo>
                  <a:pt x="2586674" y="188250"/>
                </a:lnTo>
                <a:cubicBezTo>
                  <a:pt x="2586520" y="188455"/>
                  <a:pt x="2586060" y="188608"/>
                  <a:pt x="2586060" y="188608"/>
                </a:cubicBezTo>
                <a:close/>
                <a:moveTo>
                  <a:pt x="2784284" y="188608"/>
                </a:moveTo>
                <a:lnTo>
                  <a:pt x="2777221" y="188608"/>
                </a:lnTo>
                <a:cubicBezTo>
                  <a:pt x="2776966" y="188608"/>
                  <a:pt x="2776607" y="188250"/>
                  <a:pt x="2776607" y="188250"/>
                </a:cubicBezTo>
                <a:lnTo>
                  <a:pt x="2773075" y="182109"/>
                </a:lnTo>
                <a:cubicBezTo>
                  <a:pt x="2772973" y="181904"/>
                  <a:pt x="2773075" y="181443"/>
                  <a:pt x="2773075" y="181443"/>
                </a:cubicBezTo>
                <a:lnTo>
                  <a:pt x="2776607" y="175300"/>
                </a:lnTo>
                <a:cubicBezTo>
                  <a:pt x="2776760" y="175096"/>
                  <a:pt x="2777221" y="174943"/>
                  <a:pt x="2777221" y="174943"/>
                </a:cubicBezTo>
                <a:lnTo>
                  <a:pt x="2784284" y="174943"/>
                </a:lnTo>
                <a:cubicBezTo>
                  <a:pt x="2784540" y="174943"/>
                  <a:pt x="2784898" y="175300"/>
                  <a:pt x="2784898" y="175300"/>
                </a:cubicBezTo>
                <a:lnTo>
                  <a:pt x="2788430" y="181443"/>
                </a:lnTo>
                <a:cubicBezTo>
                  <a:pt x="2788532" y="181648"/>
                  <a:pt x="2788430" y="182109"/>
                  <a:pt x="2788430" y="182109"/>
                </a:cubicBezTo>
                <a:lnTo>
                  <a:pt x="2784898" y="188250"/>
                </a:lnTo>
                <a:cubicBezTo>
                  <a:pt x="2784744" y="188455"/>
                  <a:pt x="2784284" y="188608"/>
                  <a:pt x="2784284" y="188608"/>
                </a:cubicBezTo>
                <a:close/>
                <a:moveTo>
                  <a:pt x="2982559" y="188608"/>
                </a:moveTo>
                <a:lnTo>
                  <a:pt x="2975496" y="188608"/>
                </a:lnTo>
                <a:cubicBezTo>
                  <a:pt x="2975241" y="188608"/>
                  <a:pt x="2974882" y="188250"/>
                  <a:pt x="2974882" y="188250"/>
                </a:cubicBezTo>
                <a:lnTo>
                  <a:pt x="2971351" y="182109"/>
                </a:lnTo>
                <a:cubicBezTo>
                  <a:pt x="2971249" y="181904"/>
                  <a:pt x="2971351" y="181443"/>
                  <a:pt x="2971351" y="181443"/>
                </a:cubicBezTo>
                <a:lnTo>
                  <a:pt x="2974882" y="175300"/>
                </a:lnTo>
                <a:cubicBezTo>
                  <a:pt x="2975036" y="175096"/>
                  <a:pt x="2975496" y="174943"/>
                  <a:pt x="2975496" y="174943"/>
                </a:cubicBezTo>
                <a:lnTo>
                  <a:pt x="2982559" y="174943"/>
                </a:lnTo>
                <a:cubicBezTo>
                  <a:pt x="2982815" y="174943"/>
                  <a:pt x="2983173" y="175300"/>
                  <a:pt x="2983173" y="175300"/>
                </a:cubicBezTo>
                <a:lnTo>
                  <a:pt x="2986706" y="181443"/>
                </a:lnTo>
                <a:cubicBezTo>
                  <a:pt x="2986808" y="181648"/>
                  <a:pt x="2986706" y="182109"/>
                  <a:pt x="2986706" y="182109"/>
                </a:cubicBezTo>
                <a:lnTo>
                  <a:pt x="2983173" y="188250"/>
                </a:lnTo>
                <a:cubicBezTo>
                  <a:pt x="2983020" y="188455"/>
                  <a:pt x="2982559" y="188608"/>
                  <a:pt x="2982559" y="188608"/>
                </a:cubicBezTo>
                <a:close/>
                <a:moveTo>
                  <a:pt x="3180784" y="188608"/>
                </a:moveTo>
                <a:lnTo>
                  <a:pt x="3173721" y="188608"/>
                </a:lnTo>
                <a:cubicBezTo>
                  <a:pt x="3173466" y="188608"/>
                  <a:pt x="3173107" y="188250"/>
                  <a:pt x="3173107" y="188250"/>
                </a:cubicBezTo>
                <a:lnTo>
                  <a:pt x="3169576" y="182109"/>
                </a:lnTo>
                <a:cubicBezTo>
                  <a:pt x="3169473" y="181904"/>
                  <a:pt x="3169576" y="181443"/>
                  <a:pt x="3169576" y="181443"/>
                </a:cubicBezTo>
                <a:lnTo>
                  <a:pt x="3173107" y="175300"/>
                </a:lnTo>
                <a:cubicBezTo>
                  <a:pt x="3173261" y="175096"/>
                  <a:pt x="3173721" y="174943"/>
                  <a:pt x="3173721" y="174943"/>
                </a:cubicBezTo>
                <a:lnTo>
                  <a:pt x="3180784" y="174943"/>
                </a:lnTo>
                <a:cubicBezTo>
                  <a:pt x="3181040" y="174943"/>
                  <a:pt x="3181398" y="175300"/>
                  <a:pt x="3181398" y="175300"/>
                </a:cubicBezTo>
                <a:lnTo>
                  <a:pt x="3184931" y="181443"/>
                </a:lnTo>
                <a:cubicBezTo>
                  <a:pt x="3185033" y="181648"/>
                  <a:pt x="3184931" y="182109"/>
                  <a:pt x="3184931" y="182109"/>
                </a:cubicBezTo>
                <a:lnTo>
                  <a:pt x="3181398" y="188250"/>
                </a:lnTo>
                <a:cubicBezTo>
                  <a:pt x="3181245" y="188455"/>
                  <a:pt x="3180784" y="188608"/>
                  <a:pt x="3180784" y="188608"/>
                </a:cubicBezTo>
                <a:close/>
                <a:moveTo>
                  <a:pt x="3379008" y="188608"/>
                </a:moveTo>
                <a:lnTo>
                  <a:pt x="3371947" y="188608"/>
                </a:lnTo>
                <a:cubicBezTo>
                  <a:pt x="3371690" y="188608"/>
                  <a:pt x="3371332" y="188250"/>
                  <a:pt x="3371332" y="188250"/>
                </a:cubicBezTo>
                <a:lnTo>
                  <a:pt x="3367800" y="182109"/>
                </a:lnTo>
                <a:cubicBezTo>
                  <a:pt x="3367697" y="181904"/>
                  <a:pt x="3367800" y="181443"/>
                  <a:pt x="3367800" y="181443"/>
                </a:cubicBezTo>
                <a:lnTo>
                  <a:pt x="3371332" y="175300"/>
                </a:lnTo>
                <a:cubicBezTo>
                  <a:pt x="3371485" y="175096"/>
                  <a:pt x="3371947" y="174943"/>
                  <a:pt x="3371947" y="174943"/>
                </a:cubicBezTo>
                <a:lnTo>
                  <a:pt x="3379008" y="174943"/>
                </a:lnTo>
                <a:cubicBezTo>
                  <a:pt x="3379265" y="174943"/>
                  <a:pt x="3379624" y="175300"/>
                  <a:pt x="3379624" y="175300"/>
                </a:cubicBezTo>
                <a:lnTo>
                  <a:pt x="3383155" y="181443"/>
                </a:lnTo>
                <a:cubicBezTo>
                  <a:pt x="3383257" y="181648"/>
                  <a:pt x="3383155" y="182109"/>
                  <a:pt x="3383155" y="182109"/>
                </a:cubicBezTo>
                <a:lnTo>
                  <a:pt x="3379624" y="188250"/>
                </a:lnTo>
                <a:cubicBezTo>
                  <a:pt x="3379470" y="188455"/>
                  <a:pt x="3379008" y="188608"/>
                  <a:pt x="3379008" y="188608"/>
                </a:cubicBezTo>
                <a:close/>
                <a:moveTo>
                  <a:pt x="3577234" y="188608"/>
                </a:moveTo>
                <a:lnTo>
                  <a:pt x="3570172" y="188608"/>
                </a:lnTo>
                <a:cubicBezTo>
                  <a:pt x="3569914" y="188608"/>
                  <a:pt x="3569557" y="188250"/>
                  <a:pt x="3569557" y="188250"/>
                </a:cubicBezTo>
                <a:lnTo>
                  <a:pt x="3566024" y="182109"/>
                </a:lnTo>
                <a:cubicBezTo>
                  <a:pt x="3565922" y="181904"/>
                  <a:pt x="3566024" y="181443"/>
                  <a:pt x="3566024" y="181443"/>
                </a:cubicBezTo>
                <a:lnTo>
                  <a:pt x="3569557" y="175300"/>
                </a:lnTo>
                <a:cubicBezTo>
                  <a:pt x="3569709" y="175096"/>
                  <a:pt x="3570172" y="174943"/>
                  <a:pt x="3570172" y="174943"/>
                </a:cubicBezTo>
                <a:lnTo>
                  <a:pt x="3577234" y="174943"/>
                </a:lnTo>
                <a:cubicBezTo>
                  <a:pt x="3577489" y="174943"/>
                  <a:pt x="3577848" y="175300"/>
                  <a:pt x="3577848" y="175300"/>
                </a:cubicBezTo>
                <a:lnTo>
                  <a:pt x="3581379" y="181443"/>
                </a:lnTo>
                <a:cubicBezTo>
                  <a:pt x="3581481" y="181648"/>
                  <a:pt x="3581379" y="182109"/>
                  <a:pt x="3581379" y="182109"/>
                </a:cubicBezTo>
                <a:lnTo>
                  <a:pt x="3577848" y="188250"/>
                </a:lnTo>
                <a:cubicBezTo>
                  <a:pt x="3577694" y="188455"/>
                  <a:pt x="3577234" y="188608"/>
                  <a:pt x="3577234" y="188608"/>
                </a:cubicBezTo>
                <a:close/>
                <a:moveTo>
                  <a:pt x="3775459" y="188608"/>
                </a:moveTo>
                <a:lnTo>
                  <a:pt x="3768396" y="188608"/>
                </a:lnTo>
                <a:cubicBezTo>
                  <a:pt x="3768139" y="188608"/>
                  <a:pt x="3767781" y="188250"/>
                  <a:pt x="3767781" y="188250"/>
                </a:cubicBezTo>
                <a:lnTo>
                  <a:pt x="3764249" y="182109"/>
                </a:lnTo>
                <a:cubicBezTo>
                  <a:pt x="3764147" y="181904"/>
                  <a:pt x="3764249" y="181443"/>
                  <a:pt x="3764249" y="181443"/>
                </a:cubicBezTo>
                <a:lnTo>
                  <a:pt x="3767781" y="175300"/>
                </a:lnTo>
                <a:cubicBezTo>
                  <a:pt x="3767935" y="175096"/>
                  <a:pt x="3768396" y="174943"/>
                  <a:pt x="3768396" y="174943"/>
                </a:cubicBezTo>
                <a:lnTo>
                  <a:pt x="3775459" y="174943"/>
                </a:lnTo>
                <a:cubicBezTo>
                  <a:pt x="3775713" y="174943"/>
                  <a:pt x="3776073" y="175300"/>
                  <a:pt x="3776073" y="175300"/>
                </a:cubicBezTo>
                <a:lnTo>
                  <a:pt x="3779604" y="181443"/>
                </a:lnTo>
                <a:cubicBezTo>
                  <a:pt x="3779706" y="181648"/>
                  <a:pt x="3779604" y="182109"/>
                  <a:pt x="3779604" y="182109"/>
                </a:cubicBezTo>
                <a:lnTo>
                  <a:pt x="3776073" y="188250"/>
                </a:lnTo>
                <a:cubicBezTo>
                  <a:pt x="3775919" y="188455"/>
                  <a:pt x="3775459" y="188608"/>
                  <a:pt x="3775459" y="188608"/>
                </a:cubicBezTo>
                <a:close/>
                <a:moveTo>
                  <a:pt x="3973734" y="188608"/>
                </a:moveTo>
                <a:lnTo>
                  <a:pt x="3966671" y="188608"/>
                </a:lnTo>
                <a:cubicBezTo>
                  <a:pt x="3966415" y="188608"/>
                  <a:pt x="3966057" y="188250"/>
                  <a:pt x="3966057" y="188250"/>
                </a:cubicBezTo>
                <a:lnTo>
                  <a:pt x="3962525" y="182109"/>
                </a:lnTo>
                <a:cubicBezTo>
                  <a:pt x="3962423" y="181904"/>
                  <a:pt x="3962525" y="181443"/>
                  <a:pt x="3962525" y="181443"/>
                </a:cubicBezTo>
                <a:lnTo>
                  <a:pt x="3966057" y="175300"/>
                </a:lnTo>
                <a:cubicBezTo>
                  <a:pt x="3966211" y="175096"/>
                  <a:pt x="3966671" y="174943"/>
                  <a:pt x="3966671" y="174943"/>
                </a:cubicBezTo>
                <a:lnTo>
                  <a:pt x="3973734" y="174943"/>
                </a:lnTo>
                <a:cubicBezTo>
                  <a:pt x="3973990" y="174943"/>
                  <a:pt x="3974348" y="175300"/>
                  <a:pt x="3974348" y="175300"/>
                </a:cubicBezTo>
                <a:lnTo>
                  <a:pt x="3977880" y="181443"/>
                </a:lnTo>
                <a:cubicBezTo>
                  <a:pt x="3977982" y="181648"/>
                  <a:pt x="3977880" y="182109"/>
                  <a:pt x="3977880" y="182109"/>
                </a:cubicBezTo>
                <a:lnTo>
                  <a:pt x="3974348" y="188250"/>
                </a:lnTo>
                <a:cubicBezTo>
                  <a:pt x="3974195" y="188455"/>
                  <a:pt x="3973734" y="188608"/>
                  <a:pt x="3973734" y="188608"/>
                </a:cubicBezTo>
                <a:close/>
                <a:moveTo>
                  <a:pt x="4171959" y="188608"/>
                </a:moveTo>
                <a:lnTo>
                  <a:pt x="4164896" y="188608"/>
                </a:lnTo>
                <a:cubicBezTo>
                  <a:pt x="4164640" y="188608"/>
                  <a:pt x="4164282" y="188250"/>
                  <a:pt x="4164282" y="188250"/>
                </a:cubicBezTo>
                <a:lnTo>
                  <a:pt x="4160751" y="182109"/>
                </a:lnTo>
                <a:cubicBezTo>
                  <a:pt x="4160648" y="181904"/>
                  <a:pt x="4160751" y="181443"/>
                  <a:pt x="4160751" y="181443"/>
                </a:cubicBezTo>
                <a:lnTo>
                  <a:pt x="4164282" y="175300"/>
                </a:lnTo>
                <a:cubicBezTo>
                  <a:pt x="4164435" y="175096"/>
                  <a:pt x="4164896" y="174943"/>
                  <a:pt x="4164896" y="174943"/>
                </a:cubicBezTo>
                <a:lnTo>
                  <a:pt x="4171959" y="174943"/>
                </a:lnTo>
                <a:cubicBezTo>
                  <a:pt x="4172215" y="174943"/>
                  <a:pt x="4172573" y="175300"/>
                  <a:pt x="4172573" y="175300"/>
                </a:cubicBezTo>
                <a:lnTo>
                  <a:pt x="4176105" y="181443"/>
                </a:lnTo>
                <a:cubicBezTo>
                  <a:pt x="4176207" y="181648"/>
                  <a:pt x="4176105" y="182109"/>
                  <a:pt x="4176105" y="182109"/>
                </a:cubicBezTo>
                <a:lnTo>
                  <a:pt x="4172573" y="188250"/>
                </a:lnTo>
                <a:cubicBezTo>
                  <a:pt x="4172419" y="188455"/>
                  <a:pt x="4171959" y="188608"/>
                  <a:pt x="4171959" y="188608"/>
                </a:cubicBezTo>
                <a:close/>
                <a:moveTo>
                  <a:pt x="4370183" y="188608"/>
                </a:moveTo>
                <a:lnTo>
                  <a:pt x="4363121" y="188608"/>
                </a:lnTo>
                <a:cubicBezTo>
                  <a:pt x="4362864" y="188608"/>
                  <a:pt x="4362506" y="188250"/>
                  <a:pt x="4362506" y="188250"/>
                </a:cubicBezTo>
                <a:lnTo>
                  <a:pt x="4358975" y="182109"/>
                </a:lnTo>
                <a:cubicBezTo>
                  <a:pt x="4358872" y="181904"/>
                  <a:pt x="4358975" y="181443"/>
                  <a:pt x="4358975" y="181443"/>
                </a:cubicBezTo>
                <a:lnTo>
                  <a:pt x="4362506" y="175300"/>
                </a:lnTo>
                <a:cubicBezTo>
                  <a:pt x="4362660" y="175096"/>
                  <a:pt x="4363121" y="174943"/>
                  <a:pt x="4363121" y="174943"/>
                </a:cubicBezTo>
                <a:lnTo>
                  <a:pt x="4370183" y="174943"/>
                </a:lnTo>
                <a:cubicBezTo>
                  <a:pt x="4370439" y="174943"/>
                  <a:pt x="4370797" y="175300"/>
                  <a:pt x="4370797" y="175300"/>
                </a:cubicBezTo>
                <a:lnTo>
                  <a:pt x="4374329" y="181443"/>
                </a:lnTo>
                <a:cubicBezTo>
                  <a:pt x="4374432" y="181648"/>
                  <a:pt x="4374329" y="182109"/>
                  <a:pt x="4374329" y="182109"/>
                </a:cubicBezTo>
                <a:lnTo>
                  <a:pt x="4370797" y="188250"/>
                </a:lnTo>
                <a:cubicBezTo>
                  <a:pt x="4370643" y="188455"/>
                  <a:pt x="4370183" y="188608"/>
                  <a:pt x="4370183" y="188608"/>
                </a:cubicBezTo>
                <a:close/>
                <a:moveTo>
                  <a:pt x="4568408" y="188608"/>
                </a:moveTo>
                <a:lnTo>
                  <a:pt x="4561345" y="188608"/>
                </a:lnTo>
                <a:cubicBezTo>
                  <a:pt x="4561089" y="188608"/>
                  <a:pt x="4560731" y="188250"/>
                  <a:pt x="4560731" y="188250"/>
                </a:cubicBezTo>
                <a:lnTo>
                  <a:pt x="4557199" y="182109"/>
                </a:lnTo>
                <a:cubicBezTo>
                  <a:pt x="4557097" y="181904"/>
                  <a:pt x="4557199" y="181443"/>
                  <a:pt x="4557199" y="181443"/>
                </a:cubicBezTo>
                <a:lnTo>
                  <a:pt x="4560731" y="175300"/>
                </a:lnTo>
                <a:cubicBezTo>
                  <a:pt x="4560884" y="175096"/>
                  <a:pt x="4561345" y="174943"/>
                  <a:pt x="4561345" y="174943"/>
                </a:cubicBezTo>
                <a:lnTo>
                  <a:pt x="4568408" y="174943"/>
                </a:lnTo>
                <a:cubicBezTo>
                  <a:pt x="4568663" y="174943"/>
                  <a:pt x="4569022" y="175300"/>
                  <a:pt x="4569022" y="175300"/>
                </a:cubicBezTo>
                <a:lnTo>
                  <a:pt x="4572554" y="181443"/>
                </a:lnTo>
                <a:cubicBezTo>
                  <a:pt x="4572656" y="181648"/>
                  <a:pt x="4572554" y="182109"/>
                  <a:pt x="4572554" y="182109"/>
                </a:cubicBezTo>
                <a:lnTo>
                  <a:pt x="4569022" y="188250"/>
                </a:lnTo>
                <a:cubicBezTo>
                  <a:pt x="4568869" y="188455"/>
                  <a:pt x="4568408" y="188608"/>
                  <a:pt x="4568408" y="188608"/>
                </a:cubicBezTo>
                <a:close/>
                <a:moveTo>
                  <a:pt x="4766683" y="188608"/>
                </a:moveTo>
                <a:lnTo>
                  <a:pt x="4759621" y="188608"/>
                </a:lnTo>
                <a:cubicBezTo>
                  <a:pt x="4759364" y="188608"/>
                  <a:pt x="4759007" y="188250"/>
                  <a:pt x="4759007" y="188250"/>
                </a:cubicBezTo>
                <a:lnTo>
                  <a:pt x="4755475" y="182109"/>
                </a:lnTo>
                <a:cubicBezTo>
                  <a:pt x="4755372" y="181904"/>
                  <a:pt x="4755475" y="181443"/>
                  <a:pt x="4755475" y="181443"/>
                </a:cubicBezTo>
                <a:lnTo>
                  <a:pt x="4759007" y="175300"/>
                </a:lnTo>
                <a:cubicBezTo>
                  <a:pt x="4759160" y="175096"/>
                  <a:pt x="4759621" y="174943"/>
                  <a:pt x="4759621" y="174943"/>
                </a:cubicBezTo>
                <a:lnTo>
                  <a:pt x="4766683" y="174943"/>
                </a:lnTo>
                <a:cubicBezTo>
                  <a:pt x="4766940" y="174943"/>
                  <a:pt x="4767297" y="175300"/>
                  <a:pt x="4767297" y="175300"/>
                </a:cubicBezTo>
                <a:lnTo>
                  <a:pt x="4770829" y="181443"/>
                </a:lnTo>
                <a:cubicBezTo>
                  <a:pt x="4770932" y="181648"/>
                  <a:pt x="4770829" y="182109"/>
                  <a:pt x="4770829" y="182109"/>
                </a:cubicBezTo>
                <a:lnTo>
                  <a:pt x="4767297" y="188250"/>
                </a:lnTo>
                <a:cubicBezTo>
                  <a:pt x="4767144" y="188455"/>
                  <a:pt x="4766683" y="188608"/>
                  <a:pt x="4766683" y="188608"/>
                </a:cubicBezTo>
                <a:close/>
                <a:moveTo>
                  <a:pt x="4964909" y="188608"/>
                </a:moveTo>
                <a:lnTo>
                  <a:pt x="4957846" y="188608"/>
                </a:lnTo>
                <a:cubicBezTo>
                  <a:pt x="4957589" y="188608"/>
                  <a:pt x="4957232" y="188250"/>
                  <a:pt x="4957232" y="188250"/>
                </a:cubicBezTo>
                <a:lnTo>
                  <a:pt x="4953699" y="182109"/>
                </a:lnTo>
                <a:cubicBezTo>
                  <a:pt x="4953597" y="181904"/>
                  <a:pt x="4953699" y="181443"/>
                  <a:pt x="4953699" y="181443"/>
                </a:cubicBezTo>
                <a:lnTo>
                  <a:pt x="4957232" y="175300"/>
                </a:lnTo>
                <a:cubicBezTo>
                  <a:pt x="4957384" y="175096"/>
                  <a:pt x="4957846" y="174943"/>
                  <a:pt x="4957846" y="174943"/>
                </a:cubicBezTo>
                <a:lnTo>
                  <a:pt x="4964909" y="174943"/>
                </a:lnTo>
                <a:cubicBezTo>
                  <a:pt x="4965164" y="174943"/>
                  <a:pt x="4965523" y="175300"/>
                  <a:pt x="4965523" y="175300"/>
                </a:cubicBezTo>
                <a:lnTo>
                  <a:pt x="4969054" y="181443"/>
                </a:lnTo>
                <a:cubicBezTo>
                  <a:pt x="4969156" y="181648"/>
                  <a:pt x="4969054" y="182109"/>
                  <a:pt x="4969054" y="182109"/>
                </a:cubicBezTo>
                <a:lnTo>
                  <a:pt x="4965523" y="188250"/>
                </a:lnTo>
                <a:cubicBezTo>
                  <a:pt x="4965369" y="188455"/>
                  <a:pt x="4964909" y="188608"/>
                  <a:pt x="4964909" y="188608"/>
                </a:cubicBezTo>
                <a:close/>
                <a:moveTo>
                  <a:pt x="5163134" y="188608"/>
                </a:moveTo>
                <a:lnTo>
                  <a:pt x="5156070" y="188608"/>
                </a:lnTo>
                <a:cubicBezTo>
                  <a:pt x="5155814" y="188608"/>
                  <a:pt x="5155456" y="188250"/>
                  <a:pt x="5155456" y="188250"/>
                </a:cubicBezTo>
                <a:lnTo>
                  <a:pt x="5151924" y="182109"/>
                </a:lnTo>
                <a:cubicBezTo>
                  <a:pt x="5151822" y="181904"/>
                  <a:pt x="5151924" y="181443"/>
                  <a:pt x="5151924" y="181443"/>
                </a:cubicBezTo>
                <a:lnTo>
                  <a:pt x="5155456" y="175300"/>
                </a:lnTo>
                <a:cubicBezTo>
                  <a:pt x="5155610" y="175096"/>
                  <a:pt x="5156070" y="174943"/>
                  <a:pt x="5156070" y="174943"/>
                </a:cubicBezTo>
                <a:lnTo>
                  <a:pt x="5163134" y="174943"/>
                </a:lnTo>
                <a:cubicBezTo>
                  <a:pt x="5163388" y="174943"/>
                  <a:pt x="5163748" y="175300"/>
                  <a:pt x="5163748" y="175300"/>
                </a:cubicBezTo>
                <a:lnTo>
                  <a:pt x="5167279" y="181443"/>
                </a:lnTo>
                <a:cubicBezTo>
                  <a:pt x="5167381" y="181648"/>
                  <a:pt x="5167279" y="182109"/>
                  <a:pt x="5167279" y="182109"/>
                </a:cubicBezTo>
                <a:lnTo>
                  <a:pt x="5163748" y="188250"/>
                </a:lnTo>
                <a:cubicBezTo>
                  <a:pt x="5163594" y="188455"/>
                  <a:pt x="5163134" y="188608"/>
                  <a:pt x="5163134" y="188608"/>
                </a:cubicBezTo>
                <a:close/>
                <a:moveTo>
                  <a:pt x="5361358" y="188608"/>
                </a:moveTo>
                <a:lnTo>
                  <a:pt x="5354295" y="188608"/>
                </a:lnTo>
                <a:cubicBezTo>
                  <a:pt x="5354038" y="188608"/>
                  <a:pt x="5353680" y="188250"/>
                  <a:pt x="5353680" y="188250"/>
                </a:cubicBezTo>
                <a:lnTo>
                  <a:pt x="5350149" y="182109"/>
                </a:lnTo>
                <a:cubicBezTo>
                  <a:pt x="5350047" y="181904"/>
                  <a:pt x="5350149" y="181443"/>
                  <a:pt x="5350149" y="181443"/>
                </a:cubicBezTo>
                <a:lnTo>
                  <a:pt x="5353680" y="175300"/>
                </a:lnTo>
                <a:cubicBezTo>
                  <a:pt x="5353835" y="175096"/>
                  <a:pt x="5354295" y="174943"/>
                  <a:pt x="5354295" y="174943"/>
                </a:cubicBezTo>
                <a:lnTo>
                  <a:pt x="5361358" y="174943"/>
                </a:lnTo>
                <a:cubicBezTo>
                  <a:pt x="5361614" y="174943"/>
                  <a:pt x="5361972" y="175300"/>
                  <a:pt x="5361972" y="175300"/>
                </a:cubicBezTo>
                <a:lnTo>
                  <a:pt x="5365503" y="181443"/>
                </a:lnTo>
                <a:cubicBezTo>
                  <a:pt x="5365606" y="181648"/>
                  <a:pt x="5365503" y="182109"/>
                  <a:pt x="5365503" y="182109"/>
                </a:cubicBezTo>
                <a:lnTo>
                  <a:pt x="5361972" y="188250"/>
                </a:lnTo>
                <a:cubicBezTo>
                  <a:pt x="5361818" y="188455"/>
                  <a:pt x="5361358" y="188608"/>
                  <a:pt x="5361358" y="188608"/>
                </a:cubicBezTo>
                <a:close/>
                <a:moveTo>
                  <a:pt x="5559633" y="188608"/>
                </a:moveTo>
                <a:lnTo>
                  <a:pt x="5552569" y="188608"/>
                </a:lnTo>
                <a:cubicBezTo>
                  <a:pt x="5552314" y="188608"/>
                  <a:pt x="5551956" y="188250"/>
                  <a:pt x="5551956" y="188250"/>
                </a:cubicBezTo>
                <a:lnTo>
                  <a:pt x="5548424" y="182109"/>
                </a:lnTo>
                <a:cubicBezTo>
                  <a:pt x="5548322" y="181904"/>
                  <a:pt x="5548424" y="181443"/>
                  <a:pt x="5548424" y="181443"/>
                </a:cubicBezTo>
                <a:lnTo>
                  <a:pt x="5551956" y="175300"/>
                </a:lnTo>
                <a:cubicBezTo>
                  <a:pt x="5552109" y="175096"/>
                  <a:pt x="5552569" y="174943"/>
                  <a:pt x="5552569" y="174943"/>
                </a:cubicBezTo>
                <a:lnTo>
                  <a:pt x="5559633" y="174943"/>
                </a:lnTo>
                <a:cubicBezTo>
                  <a:pt x="5559889" y="174943"/>
                  <a:pt x="5560246" y="175300"/>
                  <a:pt x="5560246" y="175300"/>
                </a:cubicBezTo>
                <a:lnTo>
                  <a:pt x="5563779" y="181443"/>
                </a:lnTo>
                <a:cubicBezTo>
                  <a:pt x="5563881" y="181648"/>
                  <a:pt x="5563779" y="182109"/>
                  <a:pt x="5563779" y="182109"/>
                </a:cubicBezTo>
                <a:lnTo>
                  <a:pt x="5560246" y="188250"/>
                </a:lnTo>
                <a:cubicBezTo>
                  <a:pt x="5560094" y="188455"/>
                  <a:pt x="5559633" y="188608"/>
                  <a:pt x="5559633" y="188608"/>
                </a:cubicBezTo>
                <a:close/>
                <a:moveTo>
                  <a:pt x="5757857" y="188608"/>
                </a:moveTo>
                <a:lnTo>
                  <a:pt x="5750795" y="188608"/>
                </a:lnTo>
                <a:cubicBezTo>
                  <a:pt x="5750538" y="188608"/>
                  <a:pt x="5750181" y="188250"/>
                  <a:pt x="5750181" y="188250"/>
                </a:cubicBezTo>
                <a:lnTo>
                  <a:pt x="5746649" y="182109"/>
                </a:lnTo>
                <a:cubicBezTo>
                  <a:pt x="5746546" y="181904"/>
                  <a:pt x="5746649" y="181443"/>
                  <a:pt x="5746649" y="181443"/>
                </a:cubicBezTo>
                <a:lnTo>
                  <a:pt x="5750181" y="175300"/>
                </a:lnTo>
                <a:cubicBezTo>
                  <a:pt x="5750333" y="175096"/>
                  <a:pt x="5750795" y="174943"/>
                  <a:pt x="5750795" y="174943"/>
                </a:cubicBezTo>
                <a:lnTo>
                  <a:pt x="5757857" y="174943"/>
                </a:lnTo>
                <a:cubicBezTo>
                  <a:pt x="5758114" y="174943"/>
                  <a:pt x="5758471" y="175300"/>
                  <a:pt x="5758471" y="175300"/>
                </a:cubicBezTo>
                <a:lnTo>
                  <a:pt x="5762003" y="181443"/>
                </a:lnTo>
                <a:cubicBezTo>
                  <a:pt x="5762106" y="181648"/>
                  <a:pt x="5762003" y="182109"/>
                  <a:pt x="5762003" y="182109"/>
                </a:cubicBezTo>
                <a:lnTo>
                  <a:pt x="5758471" y="188250"/>
                </a:lnTo>
                <a:cubicBezTo>
                  <a:pt x="5758318" y="188455"/>
                  <a:pt x="5757857" y="188608"/>
                  <a:pt x="5757857" y="188608"/>
                </a:cubicBezTo>
                <a:close/>
                <a:moveTo>
                  <a:pt x="5956083" y="188608"/>
                </a:moveTo>
                <a:lnTo>
                  <a:pt x="5949019" y="188608"/>
                </a:lnTo>
                <a:cubicBezTo>
                  <a:pt x="5948763" y="188608"/>
                  <a:pt x="5948405" y="188250"/>
                  <a:pt x="5948405" y="188250"/>
                </a:cubicBezTo>
                <a:lnTo>
                  <a:pt x="5944873" y="182109"/>
                </a:lnTo>
                <a:cubicBezTo>
                  <a:pt x="5944771" y="181904"/>
                  <a:pt x="5944873" y="181443"/>
                  <a:pt x="5944873" y="181443"/>
                </a:cubicBezTo>
                <a:lnTo>
                  <a:pt x="5948405" y="175300"/>
                </a:lnTo>
                <a:cubicBezTo>
                  <a:pt x="5948558" y="175096"/>
                  <a:pt x="5949019" y="174943"/>
                  <a:pt x="5949019" y="174943"/>
                </a:cubicBezTo>
                <a:lnTo>
                  <a:pt x="5956083" y="174943"/>
                </a:lnTo>
                <a:cubicBezTo>
                  <a:pt x="5956338" y="174943"/>
                  <a:pt x="5956697" y="175300"/>
                  <a:pt x="5956697" y="175300"/>
                </a:cubicBezTo>
                <a:lnTo>
                  <a:pt x="5960227" y="181443"/>
                </a:lnTo>
                <a:cubicBezTo>
                  <a:pt x="5960330" y="181648"/>
                  <a:pt x="5960227" y="182109"/>
                  <a:pt x="5960227" y="182109"/>
                </a:cubicBezTo>
                <a:lnTo>
                  <a:pt x="5956697" y="188250"/>
                </a:lnTo>
                <a:cubicBezTo>
                  <a:pt x="5956542" y="188455"/>
                  <a:pt x="5956083" y="188608"/>
                  <a:pt x="5956083" y="188608"/>
                </a:cubicBezTo>
                <a:close/>
                <a:moveTo>
                  <a:pt x="6154307" y="188608"/>
                </a:moveTo>
                <a:lnTo>
                  <a:pt x="6147243" y="188608"/>
                </a:lnTo>
                <a:cubicBezTo>
                  <a:pt x="6146988" y="188608"/>
                  <a:pt x="6146629" y="188250"/>
                  <a:pt x="6146629" y="188250"/>
                </a:cubicBezTo>
                <a:lnTo>
                  <a:pt x="6143098" y="182109"/>
                </a:lnTo>
                <a:cubicBezTo>
                  <a:pt x="6142996" y="181904"/>
                  <a:pt x="6143098" y="181443"/>
                  <a:pt x="6143098" y="181443"/>
                </a:cubicBezTo>
                <a:lnTo>
                  <a:pt x="6146629" y="175300"/>
                </a:lnTo>
                <a:cubicBezTo>
                  <a:pt x="6146783" y="175096"/>
                  <a:pt x="6147243" y="174943"/>
                  <a:pt x="6147243" y="174943"/>
                </a:cubicBezTo>
                <a:lnTo>
                  <a:pt x="6154307" y="174943"/>
                </a:lnTo>
                <a:cubicBezTo>
                  <a:pt x="6154562" y="174943"/>
                  <a:pt x="6154921" y="175300"/>
                  <a:pt x="6154921" y="175300"/>
                </a:cubicBezTo>
                <a:lnTo>
                  <a:pt x="6158453" y="181443"/>
                </a:lnTo>
                <a:cubicBezTo>
                  <a:pt x="6158554" y="181648"/>
                  <a:pt x="6158453" y="182109"/>
                  <a:pt x="6158453" y="182109"/>
                </a:cubicBezTo>
                <a:lnTo>
                  <a:pt x="6154921" y="188250"/>
                </a:lnTo>
                <a:cubicBezTo>
                  <a:pt x="6154768" y="188455"/>
                  <a:pt x="6154307" y="188608"/>
                  <a:pt x="6154307" y="188608"/>
                </a:cubicBezTo>
                <a:close/>
                <a:moveTo>
                  <a:pt x="6352582" y="188608"/>
                </a:moveTo>
                <a:lnTo>
                  <a:pt x="6345519" y="188608"/>
                </a:lnTo>
                <a:cubicBezTo>
                  <a:pt x="6345263" y="188608"/>
                  <a:pt x="6344904" y="188250"/>
                  <a:pt x="6344904" y="188250"/>
                </a:cubicBezTo>
                <a:lnTo>
                  <a:pt x="6341373" y="182109"/>
                </a:lnTo>
                <a:cubicBezTo>
                  <a:pt x="6341271" y="181904"/>
                  <a:pt x="6341373" y="181443"/>
                  <a:pt x="6341373" y="181443"/>
                </a:cubicBezTo>
                <a:lnTo>
                  <a:pt x="6344904" y="175300"/>
                </a:lnTo>
                <a:cubicBezTo>
                  <a:pt x="6345058" y="175096"/>
                  <a:pt x="6345519" y="174943"/>
                  <a:pt x="6345519" y="174943"/>
                </a:cubicBezTo>
                <a:lnTo>
                  <a:pt x="6352582" y="174943"/>
                </a:lnTo>
                <a:cubicBezTo>
                  <a:pt x="6352838" y="174943"/>
                  <a:pt x="6353196" y="175300"/>
                  <a:pt x="6353196" y="175300"/>
                </a:cubicBezTo>
                <a:lnTo>
                  <a:pt x="6356728" y="181443"/>
                </a:lnTo>
                <a:cubicBezTo>
                  <a:pt x="6356830" y="181648"/>
                  <a:pt x="6356728" y="182109"/>
                  <a:pt x="6356728" y="182109"/>
                </a:cubicBezTo>
                <a:lnTo>
                  <a:pt x="6353196" y="188250"/>
                </a:lnTo>
                <a:cubicBezTo>
                  <a:pt x="6353043" y="188455"/>
                  <a:pt x="6352582" y="188608"/>
                  <a:pt x="6352582" y="188608"/>
                </a:cubicBezTo>
                <a:close/>
                <a:moveTo>
                  <a:pt x="6550807" y="188608"/>
                </a:moveTo>
                <a:lnTo>
                  <a:pt x="6543744" y="188608"/>
                </a:lnTo>
                <a:cubicBezTo>
                  <a:pt x="6543488" y="188608"/>
                  <a:pt x="6543129" y="188250"/>
                  <a:pt x="6543129" y="188250"/>
                </a:cubicBezTo>
                <a:lnTo>
                  <a:pt x="6539598" y="182109"/>
                </a:lnTo>
                <a:cubicBezTo>
                  <a:pt x="6539495" y="181904"/>
                  <a:pt x="6539598" y="181443"/>
                  <a:pt x="6539598" y="181443"/>
                </a:cubicBezTo>
                <a:lnTo>
                  <a:pt x="6543129" y="175300"/>
                </a:lnTo>
                <a:cubicBezTo>
                  <a:pt x="6543282" y="175096"/>
                  <a:pt x="6543744" y="174943"/>
                  <a:pt x="6543744" y="174943"/>
                </a:cubicBezTo>
                <a:lnTo>
                  <a:pt x="6550807" y="174943"/>
                </a:lnTo>
                <a:cubicBezTo>
                  <a:pt x="6551063" y="174943"/>
                  <a:pt x="6551420" y="175300"/>
                  <a:pt x="6551420" y="175300"/>
                </a:cubicBezTo>
                <a:lnTo>
                  <a:pt x="6554953" y="181443"/>
                </a:lnTo>
                <a:cubicBezTo>
                  <a:pt x="6555055" y="181648"/>
                  <a:pt x="6554953" y="182109"/>
                  <a:pt x="6554953" y="182109"/>
                </a:cubicBezTo>
                <a:lnTo>
                  <a:pt x="6551420" y="188250"/>
                </a:lnTo>
                <a:cubicBezTo>
                  <a:pt x="6551267" y="188455"/>
                  <a:pt x="6550807" y="188608"/>
                  <a:pt x="6550807" y="188608"/>
                </a:cubicBezTo>
                <a:close/>
                <a:moveTo>
                  <a:pt x="6749031" y="188608"/>
                </a:moveTo>
                <a:lnTo>
                  <a:pt x="6741967" y="188608"/>
                </a:lnTo>
                <a:cubicBezTo>
                  <a:pt x="6741711" y="188608"/>
                  <a:pt x="6741354" y="188250"/>
                  <a:pt x="6741354" y="188250"/>
                </a:cubicBezTo>
                <a:lnTo>
                  <a:pt x="6737823" y="182109"/>
                </a:lnTo>
                <a:cubicBezTo>
                  <a:pt x="6737720" y="181904"/>
                  <a:pt x="6737823" y="181443"/>
                  <a:pt x="6737823" y="181443"/>
                </a:cubicBezTo>
                <a:lnTo>
                  <a:pt x="6741354" y="175300"/>
                </a:lnTo>
                <a:cubicBezTo>
                  <a:pt x="6741508" y="175096"/>
                  <a:pt x="6741967" y="174943"/>
                  <a:pt x="6741967" y="174943"/>
                </a:cubicBezTo>
                <a:lnTo>
                  <a:pt x="6749031" y="174943"/>
                </a:lnTo>
                <a:cubicBezTo>
                  <a:pt x="6749287" y="174943"/>
                  <a:pt x="6749646" y="175300"/>
                  <a:pt x="6749646" y="175300"/>
                </a:cubicBezTo>
                <a:lnTo>
                  <a:pt x="6753177" y="181443"/>
                </a:lnTo>
                <a:cubicBezTo>
                  <a:pt x="6753279" y="181648"/>
                  <a:pt x="6753177" y="182109"/>
                  <a:pt x="6753177" y="182109"/>
                </a:cubicBezTo>
                <a:lnTo>
                  <a:pt x="6749646" y="188250"/>
                </a:lnTo>
                <a:cubicBezTo>
                  <a:pt x="6749491" y="188455"/>
                  <a:pt x="6749031" y="188608"/>
                  <a:pt x="6749031" y="188608"/>
                </a:cubicBezTo>
                <a:close/>
                <a:moveTo>
                  <a:pt x="6947256" y="188608"/>
                </a:moveTo>
                <a:lnTo>
                  <a:pt x="6940193" y="188608"/>
                </a:lnTo>
                <a:cubicBezTo>
                  <a:pt x="6939937" y="188608"/>
                  <a:pt x="6939578" y="188250"/>
                  <a:pt x="6939578" y="188250"/>
                </a:cubicBezTo>
                <a:lnTo>
                  <a:pt x="6936048" y="182109"/>
                </a:lnTo>
                <a:cubicBezTo>
                  <a:pt x="6935945" y="181904"/>
                  <a:pt x="6936048" y="181443"/>
                  <a:pt x="6936048" y="181443"/>
                </a:cubicBezTo>
                <a:lnTo>
                  <a:pt x="6939578" y="175300"/>
                </a:lnTo>
                <a:cubicBezTo>
                  <a:pt x="6939733" y="175096"/>
                  <a:pt x="6940193" y="174943"/>
                  <a:pt x="6940193" y="174943"/>
                </a:cubicBezTo>
                <a:lnTo>
                  <a:pt x="6947256" y="174943"/>
                </a:lnTo>
                <a:cubicBezTo>
                  <a:pt x="6947512" y="174943"/>
                  <a:pt x="6947870" y="175300"/>
                  <a:pt x="6947870" y="175300"/>
                </a:cubicBezTo>
                <a:lnTo>
                  <a:pt x="6951402" y="181443"/>
                </a:lnTo>
                <a:cubicBezTo>
                  <a:pt x="6951504" y="181648"/>
                  <a:pt x="6951402" y="182109"/>
                  <a:pt x="6951402" y="182109"/>
                </a:cubicBezTo>
                <a:lnTo>
                  <a:pt x="6947870" y="188250"/>
                </a:lnTo>
                <a:cubicBezTo>
                  <a:pt x="6947717" y="188455"/>
                  <a:pt x="6947256" y="188608"/>
                  <a:pt x="6947256" y="188608"/>
                </a:cubicBezTo>
                <a:close/>
                <a:moveTo>
                  <a:pt x="7145285" y="188608"/>
                </a:moveTo>
                <a:lnTo>
                  <a:pt x="7138221" y="188608"/>
                </a:lnTo>
                <a:cubicBezTo>
                  <a:pt x="7137965" y="188608"/>
                  <a:pt x="7137607" y="188250"/>
                  <a:pt x="7137607" y="188250"/>
                </a:cubicBezTo>
                <a:lnTo>
                  <a:pt x="7134075" y="182109"/>
                </a:lnTo>
                <a:cubicBezTo>
                  <a:pt x="7133973" y="181904"/>
                  <a:pt x="7134075" y="181443"/>
                  <a:pt x="7134075" y="181443"/>
                </a:cubicBezTo>
                <a:lnTo>
                  <a:pt x="7137607" y="175300"/>
                </a:lnTo>
                <a:cubicBezTo>
                  <a:pt x="7137760" y="175096"/>
                  <a:pt x="7138221" y="174943"/>
                  <a:pt x="7138221" y="174943"/>
                </a:cubicBezTo>
                <a:lnTo>
                  <a:pt x="7145285" y="174943"/>
                </a:lnTo>
                <a:cubicBezTo>
                  <a:pt x="7145540" y="174943"/>
                  <a:pt x="7145899" y="175300"/>
                  <a:pt x="7145899" y="175300"/>
                </a:cubicBezTo>
                <a:lnTo>
                  <a:pt x="7149430" y="181443"/>
                </a:lnTo>
                <a:cubicBezTo>
                  <a:pt x="7149532" y="181648"/>
                  <a:pt x="7149430" y="182109"/>
                  <a:pt x="7149430" y="182109"/>
                </a:cubicBezTo>
                <a:lnTo>
                  <a:pt x="7145899" y="188250"/>
                </a:lnTo>
                <a:cubicBezTo>
                  <a:pt x="7145746" y="188455"/>
                  <a:pt x="7145285" y="188608"/>
                  <a:pt x="7145285" y="188608"/>
                </a:cubicBezTo>
                <a:close/>
                <a:moveTo>
                  <a:pt x="7343640" y="188608"/>
                </a:moveTo>
                <a:lnTo>
                  <a:pt x="7336577" y="188608"/>
                </a:lnTo>
                <a:cubicBezTo>
                  <a:pt x="7336320" y="188608"/>
                  <a:pt x="7335962" y="188250"/>
                  <a:pt x="7335962" y="188250"/>
                </a:cubicBezTo>
                <a:lnTo>
                  <a:pt x="7332430" y="182109"/>
                </a:lnTo>
                <a:cubicBezTo>
                  <a:pt x="7332328" y="181904"/>
                  <a:pt x="7332430" y="181443"/>
                  <a:pt x="7332430" y="181443"/>
                </a:cubicBezTo>
                <a:lnTo>
                  <a:pt x="7335962" y="175300"/>
                </a:lnTo>
                <a:cubicBezTo>
                  <a:pt x="7336117" y="175096"/>
                  <a:pt x="7336577" y="174943"/>
                  <a:pt x="7336577" y="174943"/>
                </a:cubicBezTo>
                <a:lnTo>
                  <a:pt x="7343640" y="174943"/>
                </a:lnTo>
                <a:cubicBezTo>
                  <a:pt x="7343897" y="174943"/>
                  <a:pt x="7344254" y="175300"/>
                  <a:pt x="7344254" y="175300"/>
                </a:cubicBezTo>
                <a:lnTo>
                  <a:pt x="7347787" y="181443"/>
                </a:lnTo>
                <a:cubicBezTo>
                  <a:pt x="7347889" y="181648"/>
                  <a:pt x="7347787" y="182109"/>
                  <a:pt x="7347787" y="182109"/>
                </a:cubicBezTo>
                <a:lnTo>
                  <a:pt x="7344254" y="188250"/>
                </a:lnTo>
                <a:cubicBezTo>
                  <a:pt x="7344099" y="188455"/>
                  <a:pt x="7343640" y="188608"/>
                  <a:pt x="7343640" y="188608"/>
                </a:cubicBezTo>
                <a:close/>
                <a:moveTo>
                  <a:pt x="7541856" y="188608"/>
                </a:moveTo>
                <a:lnTo>
                  <a:pt x="7534793" y="188608"/>
                </a:lnTo>
                <a:cubicBezTo>
                  <a:pt x="7534537" y="188608"/>
                  <a:pt x="7534178" y="188250"/>
                  <a:pt x="7534178" y="188250"/>
                </a:cubicBezTo>
                <a:lnTo>
                  <a:pt x="7530646" y="182109"/>
                </a:lnTo>
                <a:cubicBezTo>
                  <a:pt x="7530544" y="181904"/>
                  <a:pt x="7530646" y="181443"/>
                  <a:pt x="7530646" y="181443"/>
                </a:cubicBezTo>
                <a:lnTo>
                  <a:pt x="7534178" y="175300"/>
                </a:lnTo>
                <a:cubicBezTo>
                  <a:pt x="7534331" y="175096"/>
                  <a:pt x="7534793" y="174943"/>
                  <a:pt x="7534793" y="174943"/>
                </a:cubicBezTo>
                <a:lnTo>
                  <a:pt x="7541856" y="174943"/>
                </a:lnTo>
                <a:cubicBezTo>
                  <a:pt x="7542112" y="174943"/>
                  <a:pt x="7542470" y="175300"/>
                  <a:pt x="7542470" y="175300"/>
                </a:cubicBezTo>
                <a:lnTo>
                  <a:pt x="7546003" y="181443"/>
                </a:lnTo>
                <a:cubicBezTo>
                  <a:pt x="7546105" y="181648"/>
                  <a:pt x="7546003" y="182109"/>
                  <a:pt x="7546003" y="182109"/>
                </a:cubicBezTo>
                <a:lnTo>
                  <a:pt x="7542470" y="188250"/>
                </a:lnTo>
                <a:cubicBezTo>
                  <a:pt x="7542316" y="188455"/>
                  <a:pt x="7541856" y="188608"/>
                  <a:pt x="7541856" y="188608"/>
                </a:cubicBezTo>
                <a:close/>
                <a:moveTo>
                  <a:pt x="7740176" y="188608"/>
                </a:moveTo>
                <a:lnTo>
                  <a:pt x="7733113" y="188608"/>
                </a:lnTo>
                <a:cubicBezTo>
                  <a:pt x="7732857" y="188608"/>
                  <a:pt x="7732498" y="188250"/>
                  <a:pt x="7732498" y="188250"/>
                </a:cubicBezTo>
                <a:lnTo>
                  <a:pt x="7728967" y="182109"/>
                </a:lnTo>
                <a:cubicBezTo>
                  <a:pt x="7728865" y="181904"/>
                  <a:pt x="7728967" y="181443"/>
                  <a:pt x="7728967" y="181443"/>
                </a:cubicBezTo>
                <a:lnTo>
                  <a:pt x="7732498" y="175300"/>
                </a:lnTo>
                <a:cubicBezTo>
                  <a:pt x="7732653" y="175096"/>
                  <a:pt x="7733113" y="174943"/>
                  <a:pt x="7733113" y="174943"/>
                </a:cubicBezTo>
                <a:lnTo>
                  <a:pt x="7740176" y="174943"/>
                </a:lnTo>
                <a:cubicBezTo>
                  <a:pt x="7740432" y="174943"/>
                  <a:pt x="7740790" y="175300"/>
                  <a:pt x="7740790" y="175300"/>
                </a:cubicBezTo>
                <a:lnTo>
                  <a:pt x="7744322" y="181443"/>
                </a:lnTo>
                <a:cubicBezTo>
                  <a:pt x="7744424" y="181648"/>
                  <a:pt x="7744322" y="182109"/>
                  <a:pt x="7744322" y="182109"/>
                </a:cubicBezTo>
                <a:lnTo>
                  <a:pt x="7740790" y="188250"/>
                </a:lnTo>
                <a:cubicBezTo>
                  <a:pt x="7740637" y="188455"/>
                  <a:pt x="7740176" y="188608"/>
                  <a:pt x="7740176" y="188608"/>
                </a:cubicBezTo>
                <a:close/>
                <a:moveTo>
                  <a:pt x="7938283" y="188608"/>
                </a:moveTo>
                <a:lnTo>
                  <a:pt x="7931220" y="188608"/>
                </a:lnTo>
                <a:cubicBezTo>
                  <a:pt x="7930963" y="188608"/>
                  <a:pt x="7930605" y="188250"/>
                  <a:pt x="7930605" y="188250"/>
                </a:cubicBezTo>
                <a:lnTo>
                  <a:pt x="7927074" y="182109"/>
                </a:lnTo>
                <a:cubicBezTo>
                  <a:pt x="7926971" y="181904"/>
                  <a:pt x="7927074" y="181443"/>
                  <a:pt x="7927074" y="181443"/>
                </a:cubicBezTo>
                <a:lnTo>
                  <a:pt x="7930605" y="175300"/>
                </a:lnTo>
                <a:cubicBezTo>
                  <a:pt x="7930758" y="175096"/>
                  <a:pt x="7931220" y="174943"/>
                  <a:pt x="7931220" y="174943"/>
                </a:cubicBezTo>
                <a:lnTo>
                  <a:pt x="7938283" y="174943"/>
                </a:lnTo>
                <a:cubicBezTo>
                  <a:pt x="7938538" y="174943"/>
                  <a:pt x="7938897" y="175300"/>
                  <a:pt x="7938897" y="175300"/>
                </a:cubicBezTo>
                <a:lnTo>
                  <a:pt x="7942429" y="181443"/>
                </a:lnTo>
                <a:cubicBezTo>
                  <a:pt x="7942531" y="181648"/>
                  <a:pt x="7942429" y="182109"/>
                  <a:pt x="7942429" y="182109"/>
                </a:cubicBezTo>
                <a:lnTo>
                  <a:pt x="7938897" y="188250"/>
                </a:lnTo>
                <a:cubicBezTo>
                  <a:pt x="7938743" y="188455"/>
                  <a:pt x="7938283" y="188608"/>
                  <a:pt x="7938283" y="188608"/>
                </a:cubicBezTo>
                <a:close/>
                <a:moveTo>
                  <a:pt x="8136634" y="188608"/>
                </a:moveTo>
                <a:lnTo>
                  <a:pt x="8129571" y="188608"/>
                </a:lnTo>
                <a:cubicBezTo>
                  <a:pt x="8129314" y="188608"/>
                  <a:pt x="8128957" y="188250"/>
                  <a:pt x="8128957" y="188250"/>
                </a:cubicBezTo>
                <a:lnTo>
                  <a:pt x="8125426" y="182109"/>
                </a:lnTo>
                <a:cubicBezTo>
                  <a:pt x="8125324" y="181904"/>
                  <a:pt x="8125426" y="181443"/>
                  <a:pt x="8125426" y="181443"/>
                </a:cubicBezTo>
                <a:lnTo>
                  <a:pt x="8128957" y="175300"/>
                </a:lnTo>
                <a:cubicBezTo>
                  <a:pt x="8129111" y="175096"/>
                  <a:pt x="8129571" y="174943"/>
                  <a:pt x="8129571" y="174943"/>
                </a:cubicBezTo>
                <a:lnTo>
                  <a:pt x="8136634" y="174943"/>
                </a:lnTo>
                <a:cubicBezTo>
                  <a:pt x="8136891" y="174943"/>
                  <a:pt x="8137249" y="175300"/>
                  <a:pt x="8137249" y="175300"/>
                </a:cubicBezTo>
                <a:lnTo>
                  <a:pt x="8140780" y="181443"/>
                </a:lnTo>
                <a:cubicBezTo>
                  <a:pt x="8140883" y="181648"/>
                  <a:pt x="8140780" y="182109"/>
                  <a:pt x="8140780" y="182109"/>
                </a:cubicBezTo>
                <a:lnTo>
                  <a:pt x="8137249" y="188250"/>
                </a:lnTo>
                <a:cubicBezTo>
                  <a:pt x="8137096" y="188455"/>
                  <a:pt x="8136634" y="188608"/>
                  <a:pt x="8136634" y="188608"/>
                </a:cubicBezTo>
                <a:close/>
                <a:moveTo>
                  <a:pt x="8334837" y="188608"/>
                </a:moveTo>
                <a:lnTo>
                  <a:pt x="8327772" y="188608"/>
                </a:lnTo>
                <a:cubicBezTo>
                  <a:pt x="8327516" y="188608"/>
                  <a:pt x="8327159" y="188250"/>
                  <a:pt x="8327159" y="188250"/>
                </a:cubicBezTo>
                <a:lnTo>
                  <a:pt x="8323627" y="182109"/>
                </a:lnTo>
                <a:cubicBezTo>
                  <a:pt x="8323525" y="181904"/>
                  <a:pt x="8323627" y="181443"/>
                  <a:pt x="8323627" y="181443"/>
                </a:cubicBezTo>
                <a:lnTo>
                  <a:pt x="8327159" y="175300"/>
                </a:lnTo>
                <a:cubicBezTo>
                  <a:pt x="8327313" y="175096"/>
                  <a:pt x="8327772" y="174943"/>
                  <a:pt x="8327772" y="174943"/>
                </a:cubicBezTo>
                <a:lnTo>
                  <a:pt x="8334837" y="174943"/>
                </a:lnTo>
                <a:cubicBezTo>
                  <a:pt x="8335092" y="174943"/>
                  <a:pt x="8335451" y="175300"/>
                  <a:pt x="8335451" y="175300"/>
                </a:cubicBezTo>
                <a:lnTo>
                  <a:pt x="8338982" y="181443"/>
                </a:lnTo>
                <a:cubicBezTo>
                  <a:pt x="8339085" y="181648"/>
                  <a:pt x="8338982" y="182109"/>
                  <a:pt x="8338982" y="182109"/>
                </a:cubicBezTo>
                <a:lnTo>
                  <a:pt x="8335451" y="188250"/>
                </a:lnTo>
                <a:cubicBezTo>
                  <a:pt x="8335297" y="188455"/>
                  <a:pt x="8334837" y="188608"/>
                  <a:pt x="8334837" y="188608"/>
                </a:cubicBezTo>
                <a:close/>
                <a:moveTo>
                  <a:pt x="8533154" y="188608"/>
                </a:moveTo>
                <a:lnTo>
                  <a:pt x="8526090" y="188608"/>
                </a:lnTo>
                <a:cubicBezTo>
                  <a:pt x="8525834" y="188608"/>
                  <a:pt x="8525476" y="188250"/>
                  <a:pt x="8525476" y="188250"/>
                </a:cubicBezTo>
                <a:lnTo>
                  <a:pt x="8521945" y="182109"/>
                </a:lnTo>
                <a:cubicBezTo>
                  <a:pt x="8521843" y="181904"/>
                  <a:pt x="8521945" y="181443"/>
                  <a:pt x="8521945" y="181443"/>
                </a:cubicBezTo>
                <a:lnTo>
                  <a:pt x="8525476" y="175301"/>
                </a:lnTo>
                <a:cubicBezTo>
                  <a:pt x="8525630" y="175097"/>
                  <a:pt x="8526090" y="174944"/>
                  <a:pt x="8526090" y="174944"/>
                </a:cubicBezTo>
                <a:lnTo>
                  <a:pt x="8533154" y="174944"/>
                </a:lnTo>
                <a:cubicBezTo>
                  <a:pt x="8533409" y="174944"/>
                  <a:pt x="8533768" y="175301"/>
                  <a:pt x="8533768" y="175301"/>
                </a:cubicBezTo>
                <a:lnTo>
                  <a:pt x="8537299" y="181443"/>
                </a:lnTo>
                <a:cubicBezTo>
                  <a:pt x="8537402" y="181648"/>
                  <a:pt x="8537299" y="182109"/>
                  <a:pt x="8537299" y="182109"/>
                </a:cubicBezTo>
                <a:lnTo>
                  <a:pt x="8533768" y="188250"/>
                </a:lnTo>
                <a:cubicBezTo>
                  <a:pt x="8533615" y="188455"/>
                  <a:pt x="8533154" y="188608"/>
                  <a:pt x="8533154" y="188608"/>
                </a:cubicBezTo>
                <a:close/>
                <a:moveTo>
                  <a:pt x="8731308" y="188608"/>
                </a:moveTo>
                <a:lnTo>
                  <a:pt x="8724245" y="188608"/>
                </a:lnTo>
                <a:cubicBezTo>
                  <a:pt x="8723989" y="188608"/>
                  <a:pt x="8723631" y="188250"/>
                  <a:pt x="8723631" y="188250"/>
                </a:cubicBezTo>
                <a:lnTo>
                  <a:pt x="8720100" y="182109"/>
                </a:lnTo>
                <a:cubicBezTo>
                  <a:pt x="8719997" y="181904"/>
                  <a:pt x="8720100" y="181443"/>
                  <a:pt x="8720100" y="181443"/>
                </a:cubicBezTo>
                <a:lnTo>
                  <a:pt x="8723631" y="175300"/>
                </a:lnTo>
                <a:cubicBezTo>
                  <a:pt x="8723785" y="175096"/>
                  <a:pt x="8724245" y="174943"/>
                  <a:pt x="8724245" y="174943"/>
                </a:cubicBezTo>
                <a:lnTo>
                  <a:pt x="8731308" y="174943"/>
                </a:lnTo>
                <a:cubicBezTo>
                  <a:pt x="8731564" y="174943"/>
                  <a:pt x="8731923" y="175300"/>
                  <a:pt x="8731923" y="175300"/>
                </a:cubicBezTo>
                <a:lnTo>
                  <a:pt x="8735456" y="181443"/>
                </a:lnTo>
                <a:cubicBezTo>
                  <a:pt x="8735558" y="181648"/>
                  <a:pt x="8735456" y="182109"/>
                  <a:pt x="8735456" y="182109"/>
                </a:cubicBezTo>
                <a:lnTo>
                  <a:pt x="8731923" y="188250"/>
                </a:lnTo>
                <a:cubicBezTo>
                  <a:pt x="8731769" y="188455"/>
                  <a:pt x="8731308" y="188608"/>
                  <a:pt x="8731308" y="188608"/>
                </a:cubicBezTo>
                <a:close/>
                <a:moveTo>
                  <a:pt x="1398928" y="351926"/>
                </a:moveTo>
                <a:lnTo>
                  <a:pt x="1391866" y="351926"/>
                </a:lnTo>
                <a:cubicBezTo>
                  <a:pt x="1391610" y="351926"/>
                  <a:pt x="1391252" y="351568"/>
                  <a:pt x="1391252" y="351568"/>
                </a:cubicBezTo>
                <a:lnTo>
                  <a:pt x="1387720" y="345426"/>
                </a:lnTo>
                <a:cubicBezTo>
                  <a:pt x="1387617" y="345221"/>
                  <a:pt x="1387720" y="344760"/>
                  <a:pt x="1387720" y="344760"/>
                </a:cubicBezTo>
                <a:lnTo>
                  <a:pt x="1391252" y="338618"/>
                </a:lnTo>
                <a:cubicBezTo>
                  <a:pt x="1391406" y="338414"/>
                  <a:pt x="1391866" y="338260"/>
                  <a:pt x="1391866" y="338260"/>
                </a:cubicBezTo>
                <a:lnTo>
                  <a:pt x="1398928" y="338260"/>
                </a:lnTo>
                <a:cubicBezTo>
                  <a:pt x="1399185" y="338260"/>
                  <a:pt x="1399544" y="338618"/>
                  <a:pt x="1399544" y="338618"/>
                </a:cubicBezTo>
                <a:lnTo>
                  <a:pt x="1403074" y="344760"/>
                </a:lnTo>
                <a:cubicBezTo>
                  <a:pt x="1403177" y="344964"/>
                  <a:pt x="1403074" y="345426"/>
                  <a:pt x="1403074" y="345426"/>
                </a:cubicBezTo>
                <a:lnTo>
                  <a:pt x="1399544" y="351568"/>
                </a:lnTo>
                <a:cubicBezTo>
                  <a:pt x="1399389" y="351773"/>
                  <a:pt x="1398928" y="351926"/>
                  <a:pt x="1398928" y="351926"/>
                </a:cubicBezTo>
                <a:close/>
                <a:moveTo>
                  <a:pt x="1795378" y="351929"/>
                </a:moveTo>
                <a:lnTo>
                  <a:pt x="1788315" y="351929"/>
                </a:lnTo>
                <a:cubicBezTo>
                  <a:pt x="1788060" y="351929"/>
                  <a:pt x="1787701" y="351570"/>
                  <a:pt x="1787701" y="351570"/>
                </a:cubicBezTo>
                <a:lnTo>
                  <a:pt x="1784170" y="345429"/>
                </a:lnTo>
                <a:cubicBezTo>
                  <a:pt x="1784067" y="345224"/>
                  <a:pt x="1784170" y="344763"/>
                  <a:pt x="1784170" y="344763"/>
                </a:cubicBezTo>
                <a:lnTo>
                  <a:pt x="1787701" y="338622"/>
                </a:lnTo>
                <a:cubicBezTo>
                  <a:pt x="1787854" y="338417"/>
                  <a:pt x="1788315" y="338264"/>
                  <a:pt x="1788315" y="338264"/>
                </a:cubicBezTo>
                <a:lnTo>
                  <a:pt x="1795378" y="338264"/>
                </a:lnTo>
                <a:cubicBezTo>
                  <a:pt x="1795634" y="338264"/>
                  <a:pt x="1795992" y="338622"/>
                  <a:pt x="1795992" y="338622"/>
                </a:cubicBezTo>
                <a:lnTo>
                  <a:pt x="1799524" y="344763"/>
                </a:lnTo>
                <a:cubicBezTo>
                  <a:pt x="1799626" y="344968"/>
                  <a:pt x="1799524" y="345429"/>
                  <a:pt x="1799524" y="345429"/>
                </a:cubicBezTo>
                <a:lnTo>
                  <a:pt x="1795992" y="351570"/>
                </a:lnTo>
                <a:cubicBezTo>
                  <a:pt x="1795838" y="351775"/>
                  <a:pt x="1795378" y="351929"/>
                  <a:pt x="1795378" y="351929"/>
                </a:cubicBezTo>
                <a:close/>
                <a:moveTo>
                  <a:pt x="1200704" y="351930"/>
                </a:moveTo>
                <a:lnTo>
                  <a:pt x="1193642" y="351930"/>
                </a:lnTo>
                <a:cubicBezTo>
                  <a:pt x="1193386" y="351930"/>
                  <a:pt x="1193028" y="351572"/>
                  <a:pt x="1193028" y="351572"/>
                </a:cubicBezTo>
                <a:lnTo>
                  <a:pt x="1189495" y="345429"/>
                </a:lnTo>
                <a:cubicBezTo>
                  <a:pt x="1189393" y="345224"/>
                  <a:pt x="1189495" y="344764"/>
                  <a:pt x="1189495" y="344764"/>
                </a:cubicBezTo>
                <a:lnTo>
                  <a:pt x="1193028" y="338623"/>
                </a:lnTo>
                <a:cubicBezTo>
                  <a:pt x="1193180" y="338418"/>
                  <a:pt x="1193642" y="338264"/>
                  <a:pt x="1193642" y="338264"/>
                </a:cubicBezTo>
                <a:lnTo>
                  <a:pt x="1200704" y="338264"/>
                </a:lnTo>
                <a:cubicBezTo>
                  <a:pt x="1200960" y="338264"/>
                  <a:pt x="1201318" y="338623"/>
                  <a:pt x="1201318" y="338623"/>
                </a:cubicBezTo>
                <a:lnTo>
                  <a:pt x="1204850" y="344764"/>
                </a:lnTo>
                <a:cubicBezTo>
                  <a:pt x="1204952" y="344969"/>
                  <a:pt x="1204850" y="345429"/>
                  <a:pt x="1204850" y="345429"/>
                </a:cubicBezTo>
                <a:lnTo>
                  <a:pt x="1201318" y="351572"/>
                </a:lnTo>
                <a:cubicBezTo>
                  <a:pt x="1201165" y="351776"/>
                  <a:pt x="1200704" y="351930"/>
                  <a:pt x="1200704" y="351930"/>
                </a:cubicBezTo>
                <a:close/>
                <a:moveTo>
                  <a:pt x="804204" y="351939"/>
                </a:moveTo>
                <a:lnTo>
                  <a:pt x="797140" y="351939"/>
                </a:lnTo>
                <a:cubicBezTo>
                  <a:pt x="796886" y="351939"/>
                  <a:pt x="796526" y="351580"/>
                  <a:pt x="796526" y="351580"/>
                </a:cubicBezTo>
                <a:lnTo>
                  <a:pt x="792995" y="345438"/>
                </a:lnTo>
                <a:cubicBezTo>
                  <a:pt x="792893" y="345233"/>
                  <a:pt x="792995" y="344773"/>
                  <a:pt x="792995" y="344773"/>
                </a:cubicBezTo>
                <a:lnTo>
                  <a:pt x="796526" y="338631"/>
                </a:lnTo>
                <a:cubicBezTo>
                  <a:pt x="796680" y="338426"/>
                  <a:pt x="797140" y="338273"/>
                  <a:pt x="797140" y="338273"/>
                </a:cubicBezTo>
                <a:lnTo>
                  <a:pt x="804204" y="338273"/>
                </a:lnTo>
                <a:cubicBezTo>
                  <a:pt x="804460" y="338273"/>
                  <a:pt x="804818" y="338631"/>
                  <a:pt x="804818" y="338631"/>
                </a:cubicBezTo>
                <a:lnTo>
                  <a:pt x="808350" y="344773"/>
                </a:lnTo>
                <a:cubicBezTo>
                  <a:pt x="808452" y="344978"/>
                  <a:pt x="808350" y="345438"/>
                  <a:pt x="808350" y="345438"/>
                </a:cubicBezTo>
                <a:lnTo>
                  <a:pt x="804818" y="351580"/>
                </a:lnTo>
                <a:cubicBezTo>
                  <a:pt x="804665" y="351785"/>
                  <a:pt x="804204" y="351939"/>
                  <a:pt x="804204" y="351939"/>
                </a:cubicBezTo>
                <a:close/>
                <a:moveTo>
                  <a:pt x="1993654" y="351940"/>
                </a:moveTo>
                <a:lnTo>
                  <a:pt x="1986590" y="351940"/>
                </a:lnTo>
                <a:cubicBezTo>
                  <a:pt x="1986336" y="351940"/>
                  <a:pt x="1985976" y="351582"/>
                  <a:pt x="1985976" y="351582"/>
                </a:cubicBezTo>
                <a:lnTo>
                  <a:pt x="1982445" y="345440"/>
                </a:lnTo>
                <a:cubicBezTo>
                  <a:pt x="1982343" y="345236"/>
                  <a:pt x="1982445" y="344775"/>
                  <a:pt x="1982445" y="344775"/>
                </a:cubicBezTo>
                <a:lnTo>
                  <a:pt x="1985976" y="338634"/>
                </a:lnTo>
                <a:cubicBezTo>
                  <a:pt x="1986130" y="338429"/>
                  <a:pt x="1986590" y="338275"/>
                  <a:pt x="1986590" y="338275"/>
                </a:cubicBezTo>
                <a:lnTo>
                  <a:pt x="1993654" y="338275"/>
                </a:lnTo>
                <a:cubicBezTo>
                  <a:pt x="1993910" y="338275"/>
                  <a:pt x="1994268" y="338634"/>
                  <a:pt x="1994268" y="338634"/>
                </a:cubicBezTo>
                <a:lnTo>
                  <a:pt x="1997800" y="344775"/>
                </a:lnTo>
                <a:cubicBezTo>
                  <a:pt x="1997902" y="344979"/>
                  <a:pt x="1997800" y="345440"/>
                  <a:pt x="1997800" y="345440"/>
                </a:cubicBezTo>
                <a:lnTo>
                  <a:pt x="1994268" y="351582"/>
                </a:lnTo>
                <a:cubicBezTo>
                  <a:pt x="1994114" y="351787"/>
                  <a:pt x="1993654" y="351940"/>
                  <a:pt x="1993654" y="351940"/>
                </a:cubicBezTo>
                <a:close/>
                <a:moveTo>
                  <a:pt x="1597154" y="351944"/>
                </a:moveTo>
                <a:lnTo>
                  <a:pt x="1590090" y="351944"/>
                </a:lnTo>
                <a:cubicBezTo>
                  <a:pt x="1589834" y="351944"/>
                  <a:pt x="1589476" y="351586"/>
                  <a:pt x="1589476" y="351586"/>
                </a:cubicBezTo>
                <a:lnTo>
                  <a:pt x="1585944" y="345442"/>
                </a:lnTo>
                <a:cubicBezTo>
                  <a:pt x="1585842" y="345239"/>
                  <a:pt x="1585944" y="344778"/>
                  <a:pt x="1585944" y="344778"/>
                </a:cubicBezTo>
                <a:lnTo>
                  <a:pt x="1589476" y="338636"/>
                </a:lnTo>
                <a:cubicBezTo>
                  <a:pt x="1589630" y="338432"/>
                  <a:pt x="1590090" y="338278"/>
                  <a:pt x="1590090" y="338278"/>
                </a:cubicBezTo>
                <a:lnTo>
                  <a:pt x="1597154" y="338278"/>
                </a:lnTo>
                <a:cubicBezTo>
                  <a:pt x="1597409" y="338278"/>
                  <a:pt x="1597768" y="338636"/>
                  <a:pt x="1597768" y="338636"/>
                </a:cubicBezTo>
                <a:lnTo>
                  <a:pt x="1601298" y="344778"/>
                </a:lnTo>
                <a:cubicBezTo>
                  <a:pt x="1601401" y="344982"/>
                  <a:pt x="1601298" y="345442"/>
                  <a:pt x="1601298" y="345442"/>
                </a:cubicBezTo>
                <a:lnTo>
                  <a:pt x="1597768" y="351586"/>
                </a:lnTo>
                <a:cubicBezTo>
                  <a:pt x="1597614" y="351790"/>
                  <a:pt x="1597154" y="351944"/>
                  <a:pt x="1597154" y="351944"/>
                </a:cubicBezTo>
                <a:close/>
                <a:moveTo>
                  <a:pt x="11254" y="351954"/>
                </a:moveTo>
                <a:lnTo>
                  <a:pt x="4192" y="351954"/>
                </a:lnTo>
                <a:cubicBezTo>
                  <a:pt x="3935" y="351954"/>
                  <a:pt x="3578" y="351596"/>
                  <a:pt x="3578" y="351596"/>
                </a:cubicBezTo>
                <a:lnTo>
                  <a:pt x="46" y="345454"/>
                </a:lnTo>
                <a:cubicBezTo>
                  <a:pt x="-57" y="345249"/>
                  <a:pt x="46" y="344788"/>
                  <a:pt x="46" y="344788"/>
                </a:cubicBezTo>
                <a:lnTo>
                  <a:pt x="3578" y="338647"/>
                </a:lnTo>
                <a:cubicBezTo>
                  <a:pt x="3731" y="338442"/>
                  <a:pt x="4192" y="338289"/>
                  <a:pt x="4192" y="338289"/>
                </a:cubicBezTo>
                <a:lnTo>
                  <a:pt x="11254" y="338289"/>
                </a:lnTo>
                <a:cubicBezTo>
                  <a:pt x="11511" y="338289"/>
                  <a:pt x="11868" y="338647"/>
                  <a:pt x="11868" y="338647"/>
                </a:cubicBezTo>
                <a:lnTo>
                  <a:pt x="15400" y="344788"/>
                </a:lnTo>
                <a:cubicBezTo>
                  <a:pt x="15503" y="344992"/>
                  <a:pt x="15400" y="345454"/>
                  <a:pt x="15400" y="345454"/>
                </a:cubicBezTo>
                <a:lnTo>
                  <a:pt x="11868" y="351596"/>
                </a:lnTo>
                <a:cubicBezTo>
                  <a:pt x="11716" y="351801"/>
                  <a:pt x="11254" y="351954"/>
                  <a:pt x="11254" y="351954"/>
                </a:cubicBezTo>
                <a:close/>
                <a:moveTo>
                  <a:pt x="407754" y="351958"/>
                </a:moveTo>
                <a:lnTo>
                  <a:pt x="400692" y="351958"/>
                </a:lnTo>
                <a:cubicBezTo>
                  <a:pt x="400436" y="351958"/>
                  <a:pt x="400078" y="351600"/>
                  <a:pt x="400078" y="351600"/>
                </a:cubicBezTo>
                <a:lnTo>
                  <a:pt x="396546" y="345457"/>
                </a:lnTo>
                <a:cubicBezTo>
                  <a:pt x="396444" y="345252"/>
                  <a:pt x="396546" y="344792"/>
                  <a:pt x="396546" y="344792"/>
                </a:cubicBezTo>
                <a:lnTo>
                  <a:pt x="400078" y="338651"/>
                </a:lnTo>
                <a:cubicBezTo>
                  <a:pt x="400231" y="338446"/>
                  <a:pt x="400692" y="338292"/>
                  <a:pt x="400692" y="338292"/>
                </a:cubicBezTo>
                <a:lnTo>
                  <a:pt x="407754" y="338292"/>
                </a:lnTo>
                <a:cubicBezTo>
                  <a:pt x="408011" y="338292"/>
                  <a:pt x="408369" y="338651"/>
                  <a:pt x="408369" y="338651"/>
                </a:cubicBezTo>
                <a:lnTo>
                  <a:pt x="411900" y="344792"/>
                </a:lnTo>
                <a:cubicBezTo>
                  <a:pt x="412002" y="344997"/>
                  <a:pt x="411900" y="345457"/>
                  <a:pt x="411900" y="345457"/>
                </a:cubicBezTo>
                <a:lnTo>
                  <a:pt x="408369" y="351600"/>
                </a:lnTo>
                <a:cubicBezTo>
                  <a:pt x="408214" y="351804"/>
                  <a:pt x="407754" y="351958"/>
                  <a:pt x="407754" y="351958"/>
                </a:cubicBezTo>
                <a:close/>
                <a:moveTo>
                  <a:pt x="209480" y="351970"/>
                </a:moveTo>
                <a:lnTo>
                  <a:pt x="202416" y="351970"/>
                </a:lnTo>
                <a:cubicBezTo>
                  <a:pt x="202160" y="351970"/>
                  <a:pt x="201803" y="351612"/>
                  <a:pt x="201803" y="351612"/>
                </a:cubicBezTo>
                <a:lnTo>
                  <a:pt x="198270" y="345469"/>
                </a:lnTo>
                <a:cubicBezTo>
                  <a:pt x="198168" y="345265"/>
                  <a:pt x="198270" y="344805"/>
                  <a:pt x="198270" y="344805"/>
                </a:cubicBezTo>
                <a:lnTo>
                  <a:pt x="201803" y="338663"/>
                </a:lnTo>
                <a:cubicBezTo>
                  <a:pt x="201955" y="338459"/>
                  <a:pt x="202416" y="338305"/>
                  <a:pt x="202416" y="338305"/>
                </a:cubicBezTo>
                <a:lnTo>
                  <a:pt x="209480" y="338305"/>
                </a:lnTo>
                <a:cubicBezTo>
                  <a:pt x="209735" y="338305"/>
                  <a:pt x="210094" y="338663"/>
                  <a:pt x="210094" y="338663"/>
                </a:cubicBezTo>
                <a:lnTo>
                  <a:pt x="213625" y="344805"/>
                </a:lnTo>
                <a:cubicBezTo>
                  <a:pt x="213727" y="345009"/>
                  <a:pt x="213625" y="345469"/>
                  <a:pt x="213625" y="345469"/>
                </a:cubicBezTo>
                <a:lnTo>
                  <a:pt x="210094" y="351612"/>
                </a:lnTo>
                <a:cubicBezTo>
                  <a:pt x="209940" y="351817"/>
                  <a:pt x="209480" y="351970"/>
                  <a:pt x="209480" y="351970"/>
                </a:cubicBezTo>
                <a:close/>
                <a:moveTo>
                  <a:pt x="1002428" y="351975"/>
                </a:moveTo>
                <a:lnTo>
                  <a:pt x="995366" y="351975"/>
                </a:lnTo>
                <a:cubicBezTo>
                  <a:pt x="995110" y="351975"/>
                  <a:pt x="994752" y="351617"/>
                  <a:pt x="994752" y="351617"/>
                </a:cubicBezTo>
                <a:lnTo>
                  <a:pt x="991220" y="345475"/>
                </a:lnTo>
                <a:cubicBezTo>
                  <a:pt x="991117" y="345270"/>
                  <a:pt x="991220" y="344810"/>
                  <a:pt x="991220" y="344810"/>
                </a:cubicBezTo>
                <a:lnTo>
                  <a:pt x="994752" y="338668"/>
                </a:lnTo>
                <a:cubicBezTo>
                  <a:pt x="994905" y="338464"/>
                  <a:pt x="995366" y="338310"/>
                  <a:pt x="995366" y="338310"/>
                </a:cubicBezTo>
                <a:lnTo>
                  <a:pt x="1002428" y="338310"/>
                </a:lnTo>
                <a:cubicBezTo>
                  <a:pt x="1002685" y="338310"/>
                  <a:pt x="1003042" y="338668"/>
                  <a:pt x="1003042" y="338668"/>
                </a:cubicBezTo>
                <a:lnTo>
                  <a:pt x="1006574" y="344810"/>
                </a:lnTo>
                <a:cubicBezTo>
                  <a:pt x="1006677" y="345014"/>
                  <a:pt x="1006574" y="345475"/>
                  <a:pt x="1006574" y="345475"/>
                </a:cubicBezTo>
                <a:lnTo>
                  <a:pt x="1003042" y="351617"/>
                </a:lnTo>
                <a:cubicBezTo>
                  <a:pt x="1002889" y="351822"/>
                  <a:pt x="1002428" y="351975"/>
                  <a:pt x="1002428" y="351975"/>
                </a:cubicBezTo>
                <a:close/>
                <a:moveTo>
                  <a:pt x="605979" y="351977"/>
                </a:moveTo>
                <a:lnTo>
                  <a:pt x="598916" y="351977"/>
                </a:lnTo>
                <a:cubicBezTo>
                  <a:pt x="598661" y="351977"/>
                  <a:pt x="598302" y="351618"/>
                  <a:pt x="598302" y="351618"/>
                </a:cubicBezTo>
                <a:lnTo>
                  <a:pt x="594770" y="345476"/>
                </a:lnTo>
                <a:cubicBezTo>
                  <a:pt x="594668" y="345272"/>
                  <a:pt x="594770" y="344811"/>
                  <a:pt x="594770" y="344811"/>
                </a:cubicBezTo>
                <a:lnTo>
                  <a:pt x="598302" y="338670"/>
                </a:lnTo>
                <a:cubicBezTo>
                  <a:pt x="598455" y="338465"/>
                  <a:pt x="598916" y="338311"/>
                  <a:pt x="598916" y="338311"/>
                </a:cubicBezTo>
                <a:lnTo>
                  <a:pt x="605979" y="338311"/>
                </a:lnTo>
                <a:cubicBezTo>
                  <a:pt x="606235" y="338311"/>
                  <a:pt x="606593" y="338670"/>
                  <a:pt x="606593" y="338670"/>
                </a:cubicBezTo>
                <a:lnTo>
                  <a:pt x="610125" y="344811"/>
                </a:lnTo>
                <a:cubicBezTo>
                  <a:pt x="610227" y="345015"/>
                  <a:pt x="610125" y="345476"/>
                  <a:pt x="610125" y="345476"/>
                </a:cubicBezTo>
                <a:lnTo>
                  <a:pt x="606593" y="351618"/>
                </a:lnTo>
                <a:cubicBezTo>
                  <a:pt x="606440" y="351823"/>
                  <a:pt x="605979" y="351977"/>
                  <a:pt x="605979" y="351977"/>
                </a:cubicBezTo>
                <a:close/>
                <a:moveTo>
                  <a:pt x="2189611" y="357710"/>
                </a:moveTo>
                <a:lnTo>
                  <a:pt x="2182548" y="357710"/>
                </a:lnTo>
                <a:cubicBezTo>
                  <a:pt x="2182291" y="357710"/>
                  <a:pt x="2181933" y="357352"/>
                  <a:pt x="2181933" y="357352"/>
                </a:cubicBezTo>
                <a:lnTo>
                  <a:pt x="2178401" y="351210"/>
                </a:lnTo>
                <a:cubicBezTo>
                  <a:pt x="2178299" y="351005"/>
                  <a:pt x="2178401" y="350545"/>
                  <a:pt x="2178401" y="350545"/>
                </a:cubicBezTo>
                <a:lnTo>
                  <a:pt x="2181933" y="344403"/>
                </a:lnTo>
                <a:cubicBezTo>
                  <a:pt x="2182087" y="344198"/>
                  <a:pt x="2182548" y="344045"/>
                  <a:pt x="2182548" y="344045"/>
                </a:cubicBezTo>
                <a:lnTo>
                  <a:pt x="2189611" y="344045"/>
                </a:lnTo>
                <a:cubicBezTo>
                  <a:pt x="2189865" y="344045"/>
                  <a:pt x="2190225" y="344403"/>
                  <a:pt x="2190225" y="344403"/>
                </a:cubicBezTo>
                <a:lnTo>
                  <a:pt x="2193757" y="350545"/>
                </a:lnTo>
                <a:cubicBezTo>
                  <a:pt x="2193859" y="350749"/>
                  <a:pt x="2193757" y="351210"/>
                  <a:pt x="2193757" y="351210"/>
                </a:cubicBezTo>
                <a:lnTo>
                  <a:pt x="2190225" y="357352"/>
                </a:lnTo>
                <a:cubicBezTo>
                  <a:pt x="2190071" y="357556"/>
                  <a:pt x="2189611" y="357710"/>
                  <a:pt x="2189611" y="357710"/>
                </a:cubicBezTo>
                <a:close/>
                <a:moveTo>
                  <a:pt x="2387835" y="357710"/>
                </a:moveTo>
                <a:lnTo>
                  <a:pt x="2380773" y="357710"/>
                </a:lnTo>
                <a:cubicBezTo>
                  <a:pt x="2380515" y="357710"/>
                  <a:pt x="2380159" y="357352"/>
                  <a:pt x="2380159" y="357352"/>
                </a:cubicBezTo>
                <a:lnTo>
                  <a:pt x="2376626" y="351210"/>
                </a:lnTo>
                <a:cubicBezTo>
                  <a:pt x="2376523" y="351005"/>
                  <a:pt x="2376626" y="350545"/>
                  <a:pt x="2376626" y="350545"/>
                </a:cubicBezTo>
                <a:lnTo>
                  <a:pt x="2380159" y="344403"/>
                </a:lnTo>
                <a:cubicBezTo>
                  <a:pt x="2380312" y="344198"/>
                  <a:pt x="2380773" y="344045"/>
                  <a:pt x="2380773" y="344045"/>
                </a:cubicBezTo>
                <a:lnTo>
                  <a:pt x="2387835" y="344045"/>
                </a:lnTo>
                <a:cubicBezTo>
                  <a:pt x="2388091" y="344045"/>
                  <a:pt x="2388449" y="344403"/>
                  <a:pt x="2388449" y="344403"/>
                </a:cubicBezTo>
                <a:lnTo>
                  <a:pt x="2391981" y="350545"/>
                </a:lnTo>
                <a:cubicBezTo>
                  <a:pt x="2392083" y="350749"/>
                  <a:pt x="2391981" y="351210"/>
                  <a:pt x="2391981" y="351210"/>
                </a:cubicBezTo>
                <a:lnTo>
                  <a:pt x="2388449" y="357352"/>
                </a:lnTo>
                <a:cubicBezTo>
                  <a:pt x="2388296" y="357556"/>
                  <a:pt x="2387835" y="357710"/>
                  <a:pt x="2387835" y="357710"/>
                </a:cubicBezTo>
                <a:close/>
                <a:moveTo>
                  <a:pt x="2586060" y="357710"/>
                </a:moveTo>
                <a:lnTo>
                  <a:pt x="2578998" y="357710"/>
                </a:lnTo>
                <a:cubicBezTo>
                  <a:pt x="2578740" y="357710"/>
                  <a:pt x="2578383" y="357352"/>
                  <a:pt x="2578383" y="357352"/>
                </a:cubicBezTo>
                <a:lnTo>
                  <a:pt x="2574850" y="351210"/>
                </a:lnTo>
                <a:cubicBezTo>
                  <a:pt x="2574749" y="351005"/>
                  <a:pt x="2574850" y="350545"/>
                  <a:pt x="2574850" y="350545"/>
                </a:cubicBezTo>
                <a:lnTo>
                  <a:pt x="2578383" y="344403"/>
                </a:lnTo>
                <a:cubicBezTo>
                  <a:pt x="2578536" y="344198"/>
                  <a:pt x="2578998" y="344045"/>
                  <a:pt x="2578998" y="344045"/>
                </a:cubicBezTo>
                <a:lnTo>
                  <a:pt x="2586060" y="344045"/>
                </a:lnTo>
                <a:cubicBezTo>
                  <a:pt x="2586316" y="344045"/>
                  <a:pt x="2586674" y="344403"/>
                  <a:pt x="2586674" y="344403"/>
                </a:cubicBezTo>
                <a:lnTo>
                  <a:pt x="2590205" y="350545"/>
                </a:lnTo>
                <a:cubicBezTo>
                  <a:pt x="2590308" y="350749"/>
                  <a:pt x="2590205" y="351210"/>
                  <a:pt x="2590205" y="351210"/>
                </a:cubicBezTo>
                <a:lnTo>
                  <a:pt x="2586674" y="357352"/>
                </a:lnTo>
                <a:cubicBezTo>
                  <a:pt x="2586520" y="357556"/>
                  <a:pt x="2586060" y="357710"/>
                  <a:pt x="2586060" y="357710"/>
                </a:cubicBezTo>
                <a:close/>
                <a:moveTo>
                  <a:pt x="2784284" y="357710"/>
                </a:moveTo>
                <a:lnTo>
                  <a:pt x="2777221" y="357710"/>
                </a:lnTo>
                <a:cubicBezTo>
                  <a:pt x="2776966" y="357710"/>
                  <a:pt x="2776607" y="357352"/>
                  <a:pt x="2776607" y="357352"/>
                </a:cubicBezTo>
                <a:lnTo>
                  <a:pt x="2773075" y="351210"/>
                </a:lnTo>
                <a:cubicBezTo>
                  <a:pt x="2772973" y="351005"/>
                  <a:pt x="2773075" y="350545"/>
                  <a:pt x="2773075" y="350545"/>
                </a:cubicBezTo>
                <a:lnTo>
                  <a:pt x="2776607" y="344403"/>
                </a:lnTo>
                <a:cubicBezTo>
                  <a:pt x="2776760" y="344198"/>
                  <a:pt x="2777221" y="344045"/>
                  <a:pt x="2777221" y="344045"/>
                </a:cubicBezTo>
                <a:lnTo>
                  <a:pt x="2784284" y="344045"/>
                </a:lnTo>
                <a:cubicBezTo>
                  <a:pt x="2784540" y="344045"/>
                  <a:pt x="2784898" y="344403"/>
                  <a:pt x="2784898" y="344403"/>
                </a:cubicBezTo>
                <a:lnTo>
                  <a:pt x="2788430" y="350545"/>
                </a:lnTo>
                <a:cubicBezTo>
                  <a:pt x="2788532" y="350749"/>
                  <a:pt x="2788430" y="351210"/>
                  <a:pt x="2788430" y="351210"/>
                </a:cubicBezTo>
                <a:lnTo>
                  <a:pt x="2784898" y="357352"/>
                </a:lnTo>
                <a:cubicBezTo>
                  <a:pt x="2784744" y="357556"/>
                  <a:pt x="2784284" y="357710"/>
                  <a:pt x="2784284" y="357710"/>
                </a:cubicBezTo>
                <a:close/>
                <a:moveTo>
                  <a:pt x="2982559" y="357710"/>
                </a:moveTo>
                <a:lnTo>
                  <a:pt x="2975496" y="357710"/>
                </a:lnTo>
                <a:cubicBezTo>
                  <a:pt x="2975241" y="357710"/>
                  <a:pt x="2974882" y="357352"/>
                  <a:pt x="2974882" y="357352"/>
                </a:cubicBezTo>
                <a:lnTo>
                  <a:pt x="2971351" y="351210"/>
                </a:lnTo>
                <a:cubicBezTo>
                  <a:pt x="2971249" y="351005"/>
                  <a:pt x="2971351" y="350545"/>
                  <a:pt x="2971351" y="350545"/>
                </a:cubicBezTo>
                <a:lnTo>
                  <a:pt x="2974882" y="344403"/>
                </a:lnTo>
                <a:cubicBezTo>
                  <a:pt x="2975036" y="344198"/>
                  <a:pt x="2975496" y="344045"/>
                  <a:pt x="2975496" y="344045"/>
                </a:cubicBezTo>
                <a:lnTo>
                  <a:pt x="2982559" y="344045"/>
                </a:lnTo>
                <a:cubicBezTo>
                  <a:pt x="2982815" y="344045"/>
                  <a:pt x="2983173" y="344403"/>
                  <a:pt x="2983173" y="344403"/>
                </a:cubicBezTo>
                <a:lnTo>
                  <a:pt x="2986706" y="350545"/>
                </a:lnTo>
                <a:cubicBezTo>
                  <a:pt x="2986808" y="350749"/>
                  <a:pt x="2986706" y="351210"/>
                  <a:pt x="2986706" y="351210"/>
                </a:cubicBezTo>
                <a:lnTo>
                  <a:pt x="2983173" y="357352"/>
                </a:lnTo>
                <a:cubicBezTo>
                  <a:pt x="2983020" y="357556"/>
                  <a:pt x="2982559" y="357710"/>
                  <a:pt x="2982559" y="357710"/>
                </a:cubicBezTo>
                <a:close/>
                <a:moveTo>
                  <a:pt x="3180784" y="357710"/>
                </a:moveTo>
                <a:lnTo>
                  <a:pt x="3173721" y="357710"/>
                </a:lnTo>
                <a:cubicBezTo>
                  <a:pt x="3173466" y="357710"/>
                  <a:pt x="3173107" y="357352"/>
                  <a:pt x="3173107" y="357352"/>
                </a:cubicBezTo>
                <a:lnTo>
                  <a:pt x="3169576" y="351210"/>
                </a:lnTo>
                <a:cubicBezTo>
                  <a:pt x="3169473" y="351005"/>
                  <a:pt x="3169576" y="350545"/>
                  <a:pt x="3169576" y="350545"/>
                </a:cubicBezTo>
                <a:lnTo>
                  <a:pt x="3173107" y="344403"/>
                </a:lnTo>
                <a:cubicBezTo>
                  <a:pt x="3173261" y="344198"/>
                  <a:pt x="3173721" y="344045"/>
                  <a:pt x="3173721" y="344045"/>
                </a:cubicBezTo>
                <a:lnTo>
                  <a:pt x="3180784" y="344045"/>
                </a:lnTo>
                <a:cubicBezTo>
                  <a:pt x="3181040" y="344045"/>
                  <a:pt x="3181398" y="344403"/>
                  <a:pt x="3181398" y="344403"/>
                </a:cubicBezTo>
                <a:lnTo>
                  <a:pt x="3184931" y="350545"/>
                </a:lnTo>
                <a:cubicBezTo>
                  <a:pt x="3185033" y="350749"/>
                  <a:pt x="3184931" y="351210"/>
                  <a:pt x="3184931" y="351210"/>
                </a:cubicBezTo>
                <a:lnTo>
                  <a:pt x="3181398" y="357352"/>
                </a:lnTo>
                <a:cubicBezTo>
                  <a:pt x="3181245" y="357556"/>
                  <a:pt x="3180784" y="357710"/>
                  <a:pt x="3180784" y="357710"/>
                </a:cubicBezTo>
                <a:close/>
                <a:moveTo>
                  <a:pt x="3379008" y="357710"/>
                </a:moveTo>
                <a:lnTo>
                  <a:pt x="3371947" y="357710"/>
                </a:lnTo>
                <a:cubicBezTo>
                  <a:pt x="3371690" y="357710"/>
                  <a:pt x="3371332" y="357352"/>
                  <a:pt x="3371332" y="357352"/>
                </a:cubicBezTo>
                <a:lnTo>
                  <a:pt x="3367800" y="351210"/>
                </a:lnTo>
                <a:cubicBezTo>
                  <a:pt x="3367697" y="351005"/>
                  <a:pt x="3367800" y="350545"/>
                  <a:pt x="3367800" y="350545"/>
                </a:cubicBezTo>
                <a:lnTo>
                  <a:pt x="3371332" y="344403"/>
                </a:lnTo>
                <a:cubicBezTo>
                  <a:pt x="3371485" y="344198"/>
                  <a:pt x="3371947" y="344045"/>
                  <a:pt x="3371947" y="344045"/>
                </a:cubicBezTo>
                <a:lnTo>
                  <a:pt x="3379008" y="344045"/>
                </a:lnTo>
                <a:cubicBezTo>
                  <a:pt x="3379265" y="344045"/>
                  <a:pt x="3379624" y="344403"/>
                  <a:pt x="3379624" y="344403"/>
                </a:cubicBezTo>
                <a:lnTo>
                  <a:pt x="3383155" y="350545"/>
                </a:lnTo>
                <a:cubicBezTo>
                  <a:pt x="3383257" y="350749"/>
                  <a:pt x="3383155" y="351210"/>
                  <a:pt x="3383155" y="351210"/>
                </a:cubicBezTo>
                <a:lnTo>
                  <a:pt x="3379624" y="357352"/>
                </a:lnTo>
                <a:cubicBezTo>
                  <a:pt x="3379470" y="357556"/>
                  <a:pt x="3379008" y="357710"/>
                  <a:pt x="3379008" y="357710"/>
                </a:cubicBezTo>
                <a:close/>
                <a:moveTo>
                  <a:pt x="3577234" y="357710"/>
                </a:moveTo>
                <a:lnTo>
                  <a:pt x="3570172" y="357710"/>
                </a:lnTo>
                <a:cubicBezTo>
                  <a:pt x="3569914" y="357710"/>
                  <a:pt x="3569557" y="357352"/>
                  <a:pt x="3569557" y="357352"/>
                </a:cubicBezTo>
                <a:lnTo>
                  <a:pt x="3566024" y="351210"/>
                </a:lnTo>
                <a:cubicBezTo>
                  <a:pt x="3565922" y="351005"/>
                  <a:pt x="3566024" y="350545"/>
                  <a:pt x="3566024" y="350545"/>
                </a:cubicBezTo>
                <a:lnTo>
                  <a:pt x="3569557" y="344403"/>
                </a:lnTo>
                <a:cubicBezTo>
                  <a:pt x="3569709" y="344198"/>
                  <a:pt x="3570172" y="344045"/>
                  <a:pt x="3570172" y="344045"/>
                </a:cubicBezTo>
                <a:lnTo>
                  <a:pt x="3577234" y="344045"/>
                </a:lnTo>
                <a:cubicBezTo>
                  <a:pt x="3577489" y="344045"/>
                  <a:pt x="3577848" y="344403"/>
                  <a:pt x="3577848" y="344403"/>
                </a:cubicBezTo>
                <a:lnTo>
                  <a:pt x="3581379" y="350545"/>
                </a:lnTo>
                <a:cubicBezTo>
                  <a:pt x="3581481" y="350749"/>
                  <a:pt x="3581379" y="351210"/>
                  <a:pt x="3581379" y="351210"/>
                </a:cubicBezTo>
                <a:lnTo>
                  <a:pt x="3577848" y="357352"/>
                </a:lnTo>
                <a:cubicBezTo>
                  <a:pt x="3577694" y="357556"/>
                  <a:pt x="3577234" y="357710"/>
                  <a:pt x="3577234" y="357710"/>
                </a:cubicBezTo>
                <a:close/>
                <a:moveTo>
                  <a:pt x="3775459" y="357710"/>
                </a:moveTo>
                <a:lnTo>
                  <a:pt x="3768396" y="357710"/>
                </a:lnTo>
                <a:cubicBezTo>
                  <a:pt x="3768139" y="357710"/>
                  <a:pt x="3767781" y="357352"/>
                  <a:pt x="3767781" y="357352"/>
                </a:cubicBezTo>
                <a:lnTo>
                  <a:pt x="3764249" y="351210"/>
                </a:lnTo>
                <a:cubicBezTo>
                  <a:pt x="3764147" y="351005"/>
                  <a:pt x="3764249" y="350545"/>
                  <a:pt x="3764249" y="350545"/>
                </a:cubicBezTo>
                <a:lnTo>
                  <a:pt x="3767781" y="344403"/>
                </a:lnTo>
                <a:cubicBezTo>
                  <a:pt x="3767935" y="344198"/>
                  <a:pt x="3768396" y="344045"/>
                  <a:pt x="3768396" y="344045"/>
                </a:cubicBezTo>
                <a:lnTo>
                  <a:pt x="3775459" y="344045"/>
                </a:lnTo>
                <a:cubicBezTo>
                  <a:pt x="3775713" y="344045"/>
                  <a:pt x="3776073" y="344403"/>
                  <a:pt x="3776073" y="344403"/>
                </a:cubicBezTo>
                <a:lnTo>
                  <a:pt x="3779604" y="350545"/>
                </a:lnTo>
                <a:cubicBezTo>
                  <a:pt x="3779706" y="350749"/>
                  <a:pt x="3779604" y="351210"/>
                  <a:pt x="3779604" y="351210"/>
                </a:cubicBezTo>
                <a:lnTo>
                  <a:pt x="3776073" y="357352"/>
                </a:lnTo>
                <a:cubicBezTo>
                  <a:pt x="3775919" y="357556"/>
                  <a:pt x="3775459" y="357710"/>
                  <a:pt x="3775459" y="357710"/>
                </a:cubicBezTo>
                <a:close/>
                <a:moveTo>
                  <a:pt x="3973734" y="357710"/>
                </a:moveTo>
                <a:lnTo>
                  <a:pt x="3966671" y="357710"/>
                </a:lnTo>
                <a:cubicBezTo>
                  <a:pt x="3966415" y="357710"/>
                  <a:pt x="3966057" y="357352"/>
                  <a:pt x="3966057" y="357352"/>
                </a:cubicBezTo>
                <a:lnTo>
                  <a:pt x="3962525" y="351210"/>
                </a:lnTo>
                <a:cubicBezTo>
                  <a:pt x="3962423" y="351005"/>
                  <a:pt x="3962525" y="350545"/>
                  <a:pt x="3962525" y="350545"/>
                </a:cubicBezTo>
                <a:lnTo>
                  <a:pt x="3966057" y="344403"/>
                </a:lnTo>
                <a:cubicBezTo>
                  <a:pt x="3966211" y="344198"/>
                  <a:pt x="3966671" y="344045"/>
                  <a:pt x="3966671" y="344045"/>
                </a:cubicBezTo>
                <a:lnTo>
                  <a:pt x="3973734" y="344045"/>
                </a:lnTo>
                <a:cubicBezTo>
                  <a:pt x="3973990" y="344045"/>
                  <a:pt x="3974348" y="344403"/>
                  <a:pt x="3974348" y="344403"/>
                </a:cubicBezTo>
                <a:lnTo>
                  <a:pt x="3977880" y="350545"/>
                </a:lnTo>
                <a:cubicBezTo>
                  <a:pt x="3977982" y="350749"/>
                  <a:pt x="3977880" y="351210"/>
                  <a:pt x="3977880" y="351210"/>
                </a:cubicBezTo>
                <a:lnTo>
                  <a:pt x="3974348" y="357352"/>
                </a:lnTo>
                <a:cubicBezTo>
                  <a:pt x="3974195" y="357556"/>
                  <a:pt x="3973734" y="357710"/>
                  <a:pt x="3973734" y="357710"/>
                </a:cubicBezTo>
                <a:close/>
                <a:moveTo>
                  <a:pt x="4171959" y="357710"/>
                </a:moveTo>
                <a:lnTo>
                  <a:pt x="4164896" y="357710"/>
                </a:lnTo>
                <a:cubicBezTo>
                  <a:pt x="4164640" y="357710"/>
                  <a:pt x="4164282" y="357352"/>
                  <a:pt x="4164282" y="357352"/>
                </a:cubicBezTo>
                <a:lnTo>
                  <a:pt x="4160751" y="351210"/>
                </a:lnTo>
                <a:cubicBezTo>
                  <a:pt x="4160648" y="351005"/>
                  <a:pt x="4160751" y="350545"/>
                  <a:pt x="4160751" y="350545"/>
                </a:cubicBezTo>
                <a:lnTo>
                  <a:pt x="4164282" y="344403"/>
                </a:lnTo>
                <a:cubicBezTo>
                  <a:pt x="4164435" y="344198"/>
                  <a:pt x="4164896" y="344045"/>
                  <a:pt x="4164896" y="344045"/>
                </a:cubicBezTo>
                <a:lnTo>
                  <a:pt x="4171959" y="344045"/>
                </a:lnTo>
                <a:cubicBezTo>
                  <a:pt x="4172215" y="344045"/>
                  <a:pt x="4172573" y="344403"/>
                  <a:pt x="4172573" y="344403"/>
                </a:cubicBezTo>
                <a:lnTo>
                  <a:pt x="4176105" y="350545"/>
                </a:lnTo>
                <a:cubicBezTo>
                  <a:pt x="4176207" y="350749"/>
                  <a:pt x="4176105" y="351210"/>
                  <a:pt x="4176105" y="351210"/>
                </a:cubicBezTo>
                <a:lnTo>
                  <a:pt x="4172573" y="357352"/>
                </a:lnTo>
                <a:cubicBezTo>
                  <a:pt x="4172419" y="357556"/>
                  <a:pt x="4171959" y="357710"/>
                  <a:pt x="4171959" y="357710"/>
                </a:cubicBezTo>
                <a:close/>
                <a:moveTo>
                  <a:pt x="4370183" y="357710"/>
                </a:moveTo>
                <a:lnTo>
                  <a:pt x="4363121" y="357710"/>
                </a:lnTo>
                <a:cubicBezTo>
                  <a:pt x="4362864" y="357710"/>
                  <a:pt x="4362506" y="357352"/>
                  <a:pt x="4362506" y="357352"/>
                </a:cubicBezTo>
                <a:lnTo>
                  <a:pt x="4358975" y="351210"/>
                </a:lnTo>
                <a:cubicBezTo>
                  <a:pt x="4358872" y="351005"/>
                  <a:pt x="4358975" y="350545"/>
                  <a:pt x="4358975" y="350545"/>
                </a:cubicBezTo>
                <a:lnTo>
                  <a:pt x="4362506" y="344403"/>
                </a:lnTo>
                <a:cubicBezTo>
                  <a:pt x="4362660" y="344198"/>
                  <a:pt x="4363121" y="344045"/>
                  <a:pt x="4363121" y="344045"/>
                </a:cubicBezTo>
                <a:lnTo>
                  <a:pt x="4370183" y="344045"/>
                </a:lnTo>
                <a:cubicBezTo>
                  <a:pt x="4370439" y="344045"/>
                  <a:pt x="4370797" y="344403"/>
                  <a:pt x="4370797" y="344403"/>
                </a:cubicBezTo>
                <a:lnTo>
                  <a:pt x="4374329" y="350545"/>
                </a:lnTo>
                <a:cubicBezTo>
                  <a:pt x="4374432" y="350749"/>
                  <a:pt x="4374329" y="351210"/>
                  <a:pt x="4374329" y="351210"/>
                </a:cubicBezTo>
                <a:lnTo>
                  <a:pt x="4370797" y="357352"/>
                </a:lnTo>
                <a:cubicBezTo>
                  <a:pt x="4370643" y="357556"/>
                  <a:pt x="4370183" y="357710"/>
                  <a:pt x="4370183" y="357710"/>
                </a:cubicBezTo>
                <a:close/>
                <a:moveTo>
                  <a:pt x="4568408" y="357710"/>
                </a:moveTo>
                <a:lnTo>
                  <a:pt x="4561345" y="357710"/>
                </a:lnTo>
                <a:cubicBezTo>
                  <a:pt x="4561089" y="357710"/>
                  <a:pt x="4560731" y="357352"/>
                  <a:pt x="4560731" y="357352"/>
                </a:cubicBezTo>
                <a:lnTo>
                  <a:pt x="4557199" y="351210"/>
                </a:lnTo>
                <a:cubicBezTo>
                  <a:pt x="4557097" y="351005"/>
                  <a:pt x="4557199" y="350545"/>
                  <a:pt x="4557199" y="350545"/>
                </a:cubicBezTo>
                <a:lnTo>
                  <a:pt x="4560731" y="344403"/>
                </a:lnTo>
                <a:cubicBezTo>
                  <a:pt x="4560884" y="344198"/>
                  <a:pt x="4561345" y="344045"/>
                  <a:pt x="4561345" y="344045"/>
                </a:cubicBezTo>
                <a:lnTo>
                  <a:pt x="4568408" y="344045"/>
                </a:lnTo>
                <a:cubicBezTo>
                  <a:pt x="4568663" y="344045"/>
                  <a:pt x="4569022" y="344403"/>
                  <a:pt x="4569022" y="344403"/>
                </a:cubicBezTo>
                <a:lnTo>
                  <a:pt x="4572554" y="350545"/>
                </a:lnTo>
                <a:cubicBezTo>
                  <a:pt x="4572656" y="350749"/>
                  <a:pt x="4572554" y="351210"/>
                  <a:pt x="4572554" y="351210"/>
                </a:cubicBezTo>
                <a:lnTo>
                  <a:pt x="4569022" y="357352"/>
                </a:lnTo>
                <a:cubicBezTo>
                  <a:pt x="4568869" y="357556"/>
                  <a:pt x="4568408" y="357710"/>
                  <a:pt x="4568408" y="357710"/>
                </a:cubicBezTo>
                <a:close/>
                <a:moveTo>
                  <a:pt x="4766683" y="357710"/>
                </a:moveTo>
                <a:lnTo>
                  <a:pt x="4759621" y="357710"/>
                </a:lnTo>
                <a:cubicBezTo>
                  <a:pt x="4759364" y="357710"/>
                  <a:pt x="4759007" y="357352"/>
                  <a:pt x="4759007" y="357352"/>
                </a:cubicBezTo>
                <a:lnTo>
                  <a:pt x="4755475" y="351210"/>
                </a:lnTo>
                <a:cubicBezTo>
                  <a:pt x="4755372" y="351005"/>
                  <a:pt x="4755475" y="350545"/>
                  <a:pt x="4755475" y="350545"/>
                </a:cubicBezTo>
                <a:lnTo>
                  <a:pt x="4759007" y="344403"/>
                </a:lnTo>
                <a:cubicBezTo>
                  <a:pt x="4759160" y="344198"/>
                  <a:pt x="4759621" y="344045"/>
                  <a:pt x="4759621" y="344045"/>
                </a:cubicBezTo>
                <a:lnTo>
                  <a:pt x="4766683" y="344045"/>
                </a:lnTo>
                <a:cubicBezTo>
                  <a:pt x="4766940" y="344045"/>
                  <a:pt x="4767297" y="344403"/>
                  <a:pt x="4767297" y="344403"/>
                </a:cubicBezTo>
                <a:lnTo>
                  <a:pt x="4770829" y="350545"/>
                </a:lnTo>
                <a:cubicBezTo>
                  <a:pt x="4770932" y="350749"/>
                  <a:pt x="4770829" y="351210"/>
                  <a:pt x="4770829" y="351210"/>
                </a:cubicBezTo>
                <a:lnTo>
                  <a:pt x="4767297" y="357352"/>
                </a:lnTo>
                <a:cubicBezTo>
                  <a:pt x="4767144" y="357556"/>
                  <a:pt x="4766683" y="357710"/>
                  <a:pt x="4766683" y="357710"/>
                </a:cubicBezTo>
                <a:close/>
                <a:moveTo>
                  <a:pt x="4964909" y="357710"/>
                </a:moveTo>
                <a:lnTo>
                  <a:pt x="4957846" y="357710"/>
                </a:lnTo>
                <a:cubicBezTo>
                  <a:pt x="4957589" y="357710"/>
                  <a:pt x="4957232" y="357352"/>
                  <a:pt x="4957232" y="357352"/>
                </a:cubicBezTo>
                <a:lnTo>
                  <a:pt x="4953699" y="351210"/>
                </a:lnTo>
                <a:cubicBezTo>
                  <a:pt x="4953597" y="351005"/>
                  <a:pt x="4953699" y="350545"/>
                  <a:pt x="4953699" y="350545"/>
                </a:cubicBezTo>
                <a:lnTo>
                  <a:pt x="4957232" y="344403"/>
                </a:lnTo>
                <a:cubicBezTo>
                  <a:pt x="4957384" y="344198"/>
                  <a:pt x="4957846" y="344045"/>
                  <a:pt x="4957846" y="344045"/>
                </a:cubicBezTo>
                <a:lnTo>
                  <a:pt x="4964909" y="344045"/>
                </a:lnTo>
                <a:cubicBezTo>
                  <a:pt x="4965164" y="344045"/>
                  <a:pt x="4965523" y="344403"/>
                  <a:pt x="4965523" y="344403"/>
                </a:cubicBezTo>
                <a:lnTo>
                  <a:pt x="4969054" y="350545"/>
                </a:lnTo>
                <a:cubicBezTo>
                  <a:pt x="4969156" y="350749"/>
                  <a:pt x="4969054" y="351210"/>
                  <a:pt x="4969054" y="351210"/>
                </a:cubicBezTo>
                <a:lnTo>
                  <a:pt x="4965523" y="357352"/>
                </a:lnTo>
                <a:cubicBezTo>
                  <a:pt x="4965369" y="357556"/>
                  <a:pt x="4964909" y="357710"/>
                  <a:pt x="4964909" y="357710"/>
                </a:cubicBezTo>
                <a:close/>
                <a:moveTo>
                  <a:pt x="5163134" y="357710"/>
                </a:moveTo>
                <a:lnTo>
                  <a:pt x="5156070" y="357710"/>
                </a:lnTo>
                <a:cubicBezTo>
                  <a:pt x="5155814" y="357710"/>
                  <a:pt x="5155456" y="357352"/>
                  <a:pt x="5155456" y="357352"/>
                </a:cubicBezTo>
                <a:lnTo>
                  <a:pt x="5151924" y="351210"/>
                </a:lnTo>
                <a:cubicBezTo>
                  <a:pt x="5151822" y="351005"/>
                  <a:pt x="5151924" y="350545"/>
                  <a:pt x="5151924" y="350545"/>
                </a:cubicBezTo>
                <a:lnTo>
                  <a:pt x="5155456" y="344403"/>
                </a:lnTo>
                <a:cubicBezTo>
                  <a:pt x="5155610" y="344198"/>
                  <a:pt x="5156070" y="344045"/>
                  <a:pt x="5156070" y="344045"/>
                </a:cubicBezTo>
                <a:lnTo>
                  <a:pt x="5163134" y="344045"/>
                </a:lnTo>
                <a:cubicBezTo>
                  <a:pt x="5163388" y="344045"/>
                  <a:pt x="5163748" y="344403"/>
                  <a:pt x="5163748" y="344403"/>
                </a:cubicBezTo>
                <a:lnTo>
                  <a:pt x="5167279" y="350545"/>
                </a:lnTo>
                <a:cubicBezTo>
                  <a:pt x="5167381" y="350749"/>
                  <a:pt x="5167279" y="351210"/>
                  <a:pt x="5167279" y="351210"/>
                </a:cubicBezTo>
                <a:lnTo>
                  <a:pt x="5163748" y="357352"/>
                </a:lnTo>
                <a:cubicBezTo>
                  <a:pt x="5163594" y="357556"/>
                  <a:pt x="5163134" y="357710"/>
                  <a:pt x="5163134" y="357710"/>
                </a:cubicBezTo>
                <a:close/>
                <a:moveTo>
                  <a:pt x="5361358" y="357710"/>
                </a:moveTo>
                <a:lnTo>
                  <a:pt x="5354295" y="357710"/>
                </a:lnTo>
                <a:cubicBezTo>
                  <a:pt x="5354038" y="357710"/>
                  <a:pt x="5353680" y="357352"/>
                  <a:pt x="5353680" y="357352"/>
                </a:cubicBezTo>
                <a:lnTo>
                  <a:pt x="5350149" y="351210"/>
                </a:lnTo>
                <a:cubicBezTo>
                  <a:pt x="5350047" y="351005"/>
                  <a:pt x="5350149" y="350545"/>
                  <a:pt x="5350149" y="350545"/>
                </a:cubicBezTo>
                <a:lnTo>
                  <a:pt x="5353680" y="344403"/>
                </a:lnTo>
                <a:cubicBezTo>
                  <a:pt x="5353835" y="344198"/>
                  <a:pt x="5354295" y="344045"/>
                  <a:pt x="5354295" y="344045"/>
                </a:cubicBezTo>
                <a:lnTo>
                  <a:pt x="5361358" y="344045"/>
                </a:lnTo>
                <a:cubicBezTo>
                  <a:pt x="5361614" y="344045"/>
                  <a:pt x="5361972" y="344403"/>
                  <a:pt x="5361972" y="344403"/>
                </a:cubicBezTo>
                <a:lnTo>
                  <a:pt x="5365503" y="350545"/>
                </a:lnTo>
                <a:cubicBezTo>
                  <a:pt x="5365606" y="350749"/>
                  <a:pt x="5365503" y="351210"/>
                  <a:pt x="5365503" y="351210"/>
                </a:cubicBezTo>
                <a:lnTo>
                  <a:pt x="5361972" y="357352"/>
                </a:lnTo>
                <a:cubicBezTo>
                  <a:pt x="5361818" y="357556"/>
                  <a:pt x="5361358" y="357710"/>
                  <a:pt x="5361358" y="357710"/>
                </a:cubicBezTo>
                <a:close/>
                <a:moveTo>
                  <a:pt x="5559633" y="357710"/>
                </a:moveTo>
                <a:lnTo>
                  <a:pt x="5552569" y="357710"/>
                </a:lnTo>
                <a:cubicBezTo>
                  <a:pt x="5552314" y="357710"/>
                  <a:pt x="5551956" y="357352"/>
                  <a:pt x="5551956" y="357352"/>
                </a:cubicBezTo>
                <a:lnTo>
                  <a:pt x="5548424" y="351210"/>
                </a:lnTo>
                <a:cubicBezTo>
                  <a:pt x="5548322" y="351005"/>
                  <a:pt x="5548424" y="350545"/>
                  <a:pt x="5548424" y="350545"/>
                </a:cubicBezTo>
                <a:lnTo>
                  <a:pt x="5551956" y="344403"/>
                </a:lnTo>
                <a:cubicBezTo>
                  <a:pt x="5552109" y="344198"/>
                  <a:pt x="5552569" y="344045"/>
                  <a:pt x="5552569" y="344045"/>
                </a:cubicBezTo>
                <a:lnTo>
                  <a:pt x="5559633" y="344045"/>
                </a:lnTo>
                <a:cubicBezTo>
                  <a:pt x="5559889" y="344045"/>
                  <a:pt x="5560246" y="344403"/>
                  <a:pt x="5560246" y="344403"/>
                </a:cubicBezTo>
                <a:lnTo>
                  <a:pt x="5563779" y="350545"/>
                </a:lnTo>
                <a:cubicBezTo>
                  <a:pt x="5563881" y="350749"/>
                  <a:pt x="5563779" y="351210"/>
                  <a:pt x="5563779" y="351210"/>
                </a:cubicBezTo>
                <a:lnTo>
                  <a:pt x="5560246" y="357352"/>
                </a:lnTo>
                <a:cubicBezTo>
                  <a:pt x="5560094" y="357556"/>
                  <a:pt x="5559633" y="357710"/>
                  <a:pt x="5559633" y="357710"/>
                </a:cubicBezTo>
                <a:close/>
                <a:moveTo>
                  <a:pt x="5757857" y="357710"/>
                </a:moveTo>
                <a:lnTo>
                  <a:pt x="5750795" y="357710"/>
                </a:lnTo>
                <a:cubicBezTo>
                  <a:pt x="5750538" y="357710"/>
                  <a:pt x="5750181" y="357352"/>
                  <a:pt x="5750181" y="357352"/>
                </a:cubicBezTo>
                <a:lnTo>
                  <a:pt x="5746649" y="351210"/>
                </a:lnTo>
                <a:cubicBezTo>
                  <a:pt x="5746546" y="351005"/>
                  <a:pt x="5746649" y="350545"/>
                  <a:pt x="5746649" y="350545"/>
                </a:cubicBezTo>
                <a:lnTo>
                  <a:pt x="5750181" y="344403"/>
                </a:lnTo>
                <a:cubicBezTo>
                  <a:pt x="5750333" y="344198"/>
                  <a:pt x="5750795" y="344045"/>
                  <a:pt x="5750795" y="344045"/>
                </a:cubicBezTo>
                <a:lnTo>
                  <a:pt x="5757857" y="344045"/>
                </a:lnTo>
                <a:cubicBezTo>
                  <a:pt x="5758114" y="344045"/>
                  <a:pt x="5758471" y="344403"/>
                  <a:pt x="5758471" y="344403"/>
                </a:cubicBezTo>
                <a:lnTo>
                  <a:pt x="5762003" y="350545"/>
                </a:lnTo>
                <a:cubicBezTo>
                  <a:pt x="5762106" y="350749"/>
                  <a:pt x="5762003" y="351210"/>
                  <a:pt x="5762003" y="351210"/>
                </a:cubicBezTo>
                <a:lnTo>
                  <a:pt x="5758471" y="357352"/>
                </a:lnTo>
                <a:cubicBezTo>
                  <a:pt x="5758318" y="357556"/>
                  <a:pt x="5757857" y="357710"/>
                  <a:pt x="5757857" y="357710"/>
                </a:cubicBezTo>
                <a:close/>
                <a:moveTo>
                  <a:pt x="5956083" y="357710"/>
                </a:moveTo>
                <a:lnTo>
                  <a:pt x="5949019" y="357710"/>
                </a:lnTo>
                <a:cubicBezTo>
                  <a:pt x="5948763" y="357710"/>
                  <a:pt x="5948405" y="357352"/>
                  <a:pt x="5948405" y="357352"/>
                </a:cubicBezTo>
                <a:lnTo>
                  <a:pt x="5944873" y="351210"/>
                </a:lnTo>
                <a:cubicBezTo>
                  <a:pt x="5944771" y="351005"/>
                  <a:pt x="5944873" y="350545"/>
                  <a:pt x="5944873" y="350545"/>
                </a:cubicBezTo>
                <a:lnTo>
                  <a:pt x="5948405" y="344403"/>
                </a:lnTo>
                <a:cubicBezTo>
                  <a:pt x="5948558" y="344198"/>
                  <a:pt x="5949019" y="344045"/>
                  <a:pt x="5949019" y="344045"/>
                </a:cubicBezTo>
                <a:lnTo>
                  <a:pt x="5956083" y="344045"/>
                </a:lnTo>
                <a:cubicBezTo>
                  <a:pt x="5956338" y="344045"/>
                  <a:pt x="5956697" y="344403"/>
                  <a:pt x="5956697" y="344403"/>
                </a:cubicBezTo>
                <a:lnTo>
                  <a:pt x="5960227" y="350545"/>
                </a:lnTo>
                <a:cubicBezTo>
                  <a:pt x="5960330" y="350749"/>
                  <a:pt x="5960227" y="351210"/>
                  <a:pt x="5960227" y="351210"/>
                </a:cubicBezTo>
                <a:lnTo>
                  <a:pt x="5956697" y="357352"/>
                </a:lnTo>
                <a:cubicBezTo>
                  <a:pt x="5956542" y="357556"/>
                  <a:pt x="5956083" y="357710"/>
                  <a:pt x="5956083" y="357710"/>
                </a:cubicBezTo>
                <a:close/>
                <a:moveTo>
                  <a:pt x="6154307" y="357710"/>
                </a:moveTo>
                <a:lnTo>
                  <a:pt x="6147243" y="357710"/>
                </a:lnTo>
                <a:cubicBezTo>
                  <a:pt x="6146988" y="357710"/>
                  <a:pt x="6146629" y="357352"/>
                  <a:pt x="6146629" y="357352"/>
                </a:cubicBezTo>
                <a:lnTo>
                  <a:pt x="6143098" y="351210"/>
                </a:lnTo>
                <a:cubicBezTo>
                  <a:pt x="6142996" y="351005"/>
                  <a:pt x="6143098" y="350545"/>
                  <a:pt x="6143098" y="350545"/>
                </a:cubicBezTo>
                <a:lnTo>
                  <a:pt x="6146629" y="344403"/>
                </a:lnTo>
                <a:cubicBezTo>
                  <a:pt x="6146783" y="344198"/>
                  <a:pt x="6147243" y="344045"/>
                  <a:pt x="6147243" y="344045"/>
                </a:cubicBezTo>
                <a:lnTo>
                  <a:pt x="6154307" y="344045"/>
                </a:lnTo>
                <a:cubicBezTo>
                  <a:pt x="6154562" y="344045"/>
                  <a:pt x="6154921" y="344403"/>
                  <a:pt x="6154921" y="344403"/>
                </a:cubicBezTo>
                <a:lnTo>
                  <a:pt x="6158453" y="350545"/>
                </a:lnTo>
                <a:cubicBezTo>
                  <a:pt x="6158554" y="350749"/>
                  <a:pt x="6158453" y="351210"/>
                  <a:pt x="6158453" y="351210"/>
                </a:cubicBezTo>
                <a:lnTo>
                  <a:pt x="6154921" y="357352"/>
                </a:lnTo>
                <a:cubicBezTo>
                  <a:pt x="6154768" y="357556"/>
                  <a:pt x="6154307" y="357710"/>
                  <a:pt x="6154307" y="357710"/>
                </a:cubicBezTo>
                <a:close/>
                <a:moveTo>
                  <a:pt x="6352582" y="357710"/>
                </a:moveTo>
                <a:lnTo>
                  <a:pt x="6345519" y="357710"/>
                </a:lnTo>
                <a:cubicBezTo>
                  <a:pt x="6345263" y="357710"/>
                  <a:pt x="6344904" y="357352"/>
                  <a:pt x="6344904" y="357352"/>
                </a:cubicBezTo>
                <a:lnTo>
                  <a:pt x="6341373" y="351210"/>
                </a:lnTo>
                <a:cubicBezTo>
                  <a:pt x="6341271" y="351005"/>
                  <a:pt x="6341373" y="350545"/>
                  <a:pt x="6341373" y="350545"/>
                </a:cubicBezTo>
                <a:lnTo>
                  <a:pt x="6344904" y="344403"/>
                </a:lnTo>
                <a:cubicBezTo>
                  <a:pt x="6345058" y="344198"/>
                  <a:pt x="6345519" y="344045"/>
                  <a:pt x="6345519" y="344045"/>
                </a:cubicBezTo>
                <a:lnTo>
                  <a:pt x="6352582" y="344045"/>
                </a:lnTo>
                <a:cubicBezTo>
                  <a:pt x="6352838" y="344045"/>
                  <a:pt x="6353196" y="344403"/>
                  <a:pt x="6353196" y="344403"/>
                </a:cubicBezTo>
                <a:lnTo>
                  <a:pt x="6356728" y="350545"/>
                </a:lnTo>
                <a:cubicBezTo>
                  <a:pt x="6356830" y="350749"/>
                  <a:pt x="6356728" y="351210"/>
                  <a:pt x="6356728" y="351210"/>
                </a:cubicBezTo>
                <a:lnTo>
                  <a:pt x="6353196" y="357352"/>
                </a:lnTo>
                <a:cubicBezTo>
                  <a:pt x="6353043" y="357556"/>
                  <a:pt x="6352582" y="357710"/>
                  <a:pt x="6352582" y="357710"/>
                </a:cubicBezTo>
                <a:close/>
                <a:moveTo>
                  <a:pt x="6550807" y="357710"/>
                </a:moveTo>
                <a:lnTo>
                  <a:pt x="6543744" y="357710"/>
                </a:lnTo>
                <a:cubicBezTo>
                  <a:pt x="6543488" y="357710"/>
                  <a:pt x="6543129" y="357352"/>
                  <a:pt x="6543129" y="357352"/>
                </a:cubicBezTo>
                <a:lnTo>
                  <a:pt x="6539598" y="351210"/>
                </a:lnTo>
                <a:cubicBezTo>
                  <a:pt x="6539495" y="351005"/>
                  <a:pt x="6539598" y="350545"/>
                  <a:pt x="6539598" y="350545"/>
                </a:cubicBezTo>
                <a:lnTo>
                  <a:pt x="6543129" y="344403"/>
                </a:lnTo>
                <a:cubicBezTo>
                  <a:pt x="6543282" y="344198"/>
                  <a:pt x="6543744" y="344045"/>
                  <a:pt x="6543744" y="344045"/>
                </a:cubicBezTo>
                <a:lnTo>
                  <a:pt x="6550807" y="344045"/>
                </a:lnTo>
                <a:cubicBezTo>
                  <a:pt x="6551063" y="344045"/>
                  <a:pt x="6551420" y="344403"/>
                  <a:pt x="6551420" y="344403"/>
                </a:cubicBezTo>
                <a:lnTo>
                  <a:pt x="6554953" y="350545"/>
                </a:lnTo>
                <a:cubicBezTo>
                  <a:pt x="6555055" y="350749"/>
                  <a:pt x="6554953" y="351210"/>
                  <a:pt x="6554953" y="351210"/>
                </a:cubicBezTo>
                <a:lnTo>
                  <a:pt x="6551420" y="357352"/>
                </a:lnTo>
                <a:cubicBezTo>
                  <a:pt x="6551267" y="357556"/>
                  <a:pt x="6550807" y="357710"/>
                  <a:pt x="6550807" y="357710"/>
                </a:cubicBezTo>
                <a:close/>
                <a:moveTo>
                  <a:pt x="6749031" y="357710"/>
                </a:moveTo>
                <a:lnTo>
                  <a:pt x="6741967" y="357710"/>
                </a:lnTo>
                <a:cubicBezTo>
                  <a:pt x="6741711" y="357710"/>
                  <a:pt x="6741354" y="357352"/>
                  <a:pt x="6741354" y="357352"/>
                </a:cubicBezTo>
                <a:lnTo>
                  <a:pt x="6737823" y="351210"/>
                </a:lnTo>
                <a:cubicBezTo>
                  <a:pt x="6737720" y="351005"/>
                  <a:pt x="6737823" y="350545"/>
                  <a:pt x="6737823" y="350545"/>
                </a:cubicBezTo>
                <a:lnTo>
                  <a:pt x="6741354" y="344403"/>
                </a:lnTo>
                <a:cubicBezTo>
                  <a:pt x="6741508" y="344198"/>
                  <a:pt x="6741967" y="344045"/>
                  <a:pt x="6741967" y="344045"/>
                </a:cubicBezTo>
                <a:lnTo>
                  <a:pt x="6749031" y="344045"/>
                </a:lnTo>
                <a:cubicBezTo>
                  <a:pt x="6749287" y="344045"/>
                  <a:pt x="6749646" y="344403"/>
                  <a:pt x="6749646" y="344403"/>
                </a:cubicBezTo>
                <a:lnTo>
                  <a:pt x="6753177" y="350545"/>
                </a:lnTo>
                <a:cubicBezTo>
                  <a:pt x="6753279" y="350749"/>
                  <a:pt x="6753177" y="351210"/>
                  <a:pt x="6753177" y="351210"/>
                </a:cubicBezTo>
                <a:lnTo>
                  <a:pt x="6749646" y="357352"/>
                </a:lnTo>
                <a:cubicBezTo>
                  <a:pt x="6749491" y="357556"/>
                  <a:pt x="6749031" y="357710"/>
                  <a:pt x="6749031" y="357710"/>
                </a:cubicBezTo>
                <a:close/>
                <a:moveTo>
                  <a:pt x="6947256" y="357710"/>
                </a:moveTo>
                <a:lnTo>
                  <a:pt x="6940193" y="357710"/>
                </a:lnTo>
                <a:cubicBezTo>
                  <a:pt x="6939937" y="357710"/>
                  <a:pt x="6939578" y="357352"/>
                  <a:pt x="6939578" y="357352"/>
                </a:cubicBezTo>
                <a:lnTo>
                  <a:pt x="6936048" y="351210"/>
                </a:lnTo>
                <a:cubicBezTo>
                  <a:pt x="6935945" y="351005"/>
                  <a:pt x="6936048" y="350545"/>
                  <a:pt x="6936048" y="350545"/>
                </a:cubicBezTo>
                <a:lnTo>
                  <a:pt x="6939578" y="344403"/>
                </a:lnTo>
                <a:cubicBezTo>
                  <a:pt x="6939733" y="344198"/>
                  <a:pt x="6940193" y="344045"/>
                  <a:pt x="6940193" y="344045"/>
                </a:cubicBezTo>
                <a:lnTo>
                  <a:pt x="6947256" y="344045"/>
                </a:lnTo>
                <a:cubicBezTo>
                  <a:pt x="6947512" y="344045"/>
                  <a:pt x="6947870" y="344403"/>
                  <a:pt x="6947870" y="344403"/>
                </a:cubicBezTo>
                <a:lnTo>
                  <a:pt x="6951402" y="350545"/>
                </a:lnTo>
                <a:cubicBezTo>
                  <a:pt x="6951504" y="350749"/>
                  <a:pt x="6951402" y="351210"/>
                  <a:pt x="6951402" y="351210"/>
                </a:cubicBezTo>
                <a:lnTo>
                  <a:pt x="6947870" y="357352"/>
                </a:lnTo>
                <a:cubicBezTo>
                  <a:pt x="6947717" y="357556"/>
                  <a:pt x="6947256" y="357710"/>
                  <a:pt x="6947256" y="357710"/>
                </a:cubicBezTo>
                <a:close/>
                <a:moveTo>
                  <a:pt x="7145416" y="357710"/>
                </a:moveTo>
                <a:lnTo>
                  <a:pt x="7138352" y="357710"/>
                </a:lnTo>
                <a:cubicBezTo>
                  <a:pt x="7138097" y="357710"/>
                  <a:pt x="7137738" y="357352"/>
                  <a:pt x="7137738" y="357352"/>
                </a:cubicBezTo>
                <a:lnTo>
                  <a:pt x="7134208" y="351210"/>
                </a:lnTo>
                <a:cubicBezTo>
                  <a:pt x="7134106" y="351005"/>
                  <a:pt x="7134208" y="350545"/>
                  <a:pt x="7134208" y="350545"/>
                </a:cubicBezTo>
                <a:lnTo>
                  <a:pt x="7137738" y="344403"/>
                </a:lnTo>
                <a:cubicBezTo>
                  <a:pt x="7137893" y="344198"/>
                  <a:pt x="7138352" y="344045"/>
                  <a:pt x="7138352" y="344045"/>
                </a:cubicBezTo>
                <a:lnTo>
                  <a:pt x="7145416" y="344045"/>
                </a:lnTo>
                <a:cubicBezTo>
                  <a:pt x="7145672" y="344045"/>
                  <a:pt x="7146031" y="344403"/>
                  <a:pt x="7146031" y="344403"/>
                </a:cubicBezTo>
                <a:lnTo>
                  <a:pt x="7149562" y="350545"/>
                </a:lnTo>
                <a:cubicBezTo>
                  <a:pt x="7149665" y="350749"/>
                  <a:pt x="7149562" y="351210"/>
                  <a:pt x="7149562" y="351210"/>
                </a:cubicBezTo>
                <a:lnTo>
                  <a:pt x="7146031" y="357352"/>
                </a:lnTo>
                <a:cubicBezTo>
                  <a:pt x="7145878" y="357556"/>
                  <a:pt x="7145416" y="357710"/>
                  <a:pt x="7145416" y="357710"/>
                </a:cubicBezTo>
                <a:close/>
                <a:moveTo>
                  <a:pt x="7343697" y="357710"/>
                </a:moveTo>
                <a:lnTo>
                  <a:pt x="7336631" y="357710"/>
                </a:lnTo>
                <a:cubicBezTo>
                  <a:pt x="7336377" y="357710"/>
                  <a:pt x="7336019" y="357352"/>
                  <a:pt x="7336019" y="357352"/>
                </a:cubicBezTo>
                <a:lnTo>
                  <a:pt x="7332486" y="351210"/>
                </a:lnTo>
                <a:cubicBezTo>
                  <a:pt x="7332382" y="351005"/>
                  <a:pt x="7332486" y="350545"/>
                  <a:pt x="7332486" y="350545"/>
                </a:cubicBezTo>
                <a:lnTo>
                  <a:pt x="7336019" y="344403"/>
                </a:lnTo>
                <a:cubicBezTo>
                  <a:pt x="7336173" y="344198"/>
                  <a:pt x="7336631" y="344045"/>
                  <a:pt x="7336631" y="344045"/>
                </a:cubicBezTo>
                <a:lnTo>
                  <a:pt x="7343697" y="344045"/>
                </a:lnTo>
                <a:cubicBezTo>
                  <a:pt x="7343953" y="344045"/>
                  <a:pt x="7344311" y="344403"/>
                  <a:pt x="7344311" y="344403"/>
                </a:cubicBezTo>
                <a:lnTo>
                  <a:pt x="7347842" y="350545"/>
                </a:lnTo>
                <a:cubicBezTo>
                  <a:pt x="7347943" y="350749"/>
                  <a:pt x="7347842" y="351210"/>
                  <a:pt x="7347842" y="351210"/>
                </a:cubicBezTo>
                <a:lnTo>
                  <a:pt x="7344311" y="357352"/>
                </a:lnTo>
                <a:cubicBezTo>
                  <a:pt x="7344155" y="357556"/>
                  <a:pt x="7343697" y="357710"/>
                  <a:pt x="7343697" y="357710"/>
                </a:cubicBezTo>
                <a:close/>
                <a:moveTo>
                  <a:pt x="7541831" y="357710"/>
                </a:moveTo>
                <a:lnTo>
                  <a:pt x="7534768" y="357710"/>
                </a:lnTo>
                <a:cubicBezTo>
                  <a:pt x="7534513" y="357710"/>
                  <a:pt x="7534154" y="357352"/>
                  <a:pt x="7534154" y="357352"/>
                </a:cubicBezTo>
                <a:lnTo>
                  <a:pt x="7530622" y="351210"/>
                </a:lnTo>
                <a:cubicBezTo>
                  <a:pt x="7530519" y="351005"/>
                  <a:pt x="7530622" y="350545"/>
                  <a:pt x="7530622" y="350545"/>
                </a:cubicBezTo>
                <a:lnTo>
                  <a:pt x="7534154" y="344403"/>
                </a:lnTo>
                <a:cubicBezTo>
                  <a:pt x="7534308" y="344198"/>
                  <a:pt x="7534768" y="344045"/>
                  <a:pt x="7534768" y="344045"/>
                </a:cubicBezTo>
                <a:lnTo>
                  <a:pt x="7541831" y="344045"/>
                </a:lnTo>
                <a:cubicBezTo>
                  <a:pt x="7542087" y="344045"/>
                  <a:pt x="7542445" y="344403"/>
                  <a:pt x="7542445" y="344403"/>
                </a:cubicBezTo>
                <a:lnTo>
                  <a:pt x="7545979" y="350545"/>
                </a:lnTo>
                <a:cubicBezTo>
                  <a:pt x="7546082" y="350749"/>
                  <a:pt x="7545979" y="351210"/>
                  <a:pt x="7545979" y="351210"/>
                </a:cubicBezTo>
                <a:lnTo>
                  <a:pt x="7542445" y="357352"/>
                </a:lnTo>
                <a:cubicBezTo>
                  <a:pt x="7542291" y="357556"/>
                  <a:pt x="7541831" y="357710"/>
                  <a:pt x="7541831" y="357710"/>
                </a:cubicBezTo>
                <a:close/>
                <a:moveTo>
                  <a:pt x="7740066" y="357710"/>
                </a:moveTo>
                <a:lnTo>
                  <a:pt x="7733003" y="357710"/>
                </a:lnTo>
                <a:cubicBezTo>
                  <a:pt x="7732747" y="357710"/>
                  <a:pt x="7732389" y="357352"/>
                  <a:pt x="7732389" y="357352"/>
                </a:cubicBezTo>
                <a:lnTo>
                  <a:pt x="7728857" y="351210"/>
                </a:lnTo>
                <a:cubicBezTo>
                  <a:pt x="7728755" y="351005"/>
                  <a:pt x="7728857" y="350545"/>
                  <a:pt x="7728857" y="350545"/>
                </a:cubicBezTo>
                <a:lnTo>
                  <a:pt x="7732389" y="344403"/>
                </a:lnTo>
                <a:cubicBezTo>
                  <a:pt x="7732541" y="344198"/>
                  <a:pt x="7733003" y="344045"/>
                  <a:pt x="7733003" y="344045"/>
                </a:cubicBezTo>
                <a:lnTo>
                  <a:pt x="7740066" y="344045"/>
                </a:lnTo>
                <a:cubicBezTo>
                  <a:pt x="7740322" y="344045"/>
                  <a:pt x="7740680" y="344403"/>
                  <a:pt x="7740680" y="344403"/>
                </a:cubicBezTo>
                <a:lnTo>
                  <a:pt x="7744213" y="350545"/>
                </a:lnTo>
                <a:cubicBezTo>
                  <a:pt x="7744315" y="350749"/>
                  <a:pt x="7744213" y="351210"/>
                  <a:pt x="7744213" y="351210"/>
                </a:cubicBezTo>
                <a:lnTo>
                  <a:pt x="7740680" y="357352"/>
                </a:lnTo>
                <a:cubicBezTo>
                  <a:pt x="7740528" y="357556"/>
                  <a:pt x="7740066" y="357710"/>
                  <a:pt x="7740066" y="357710"/>
                </a:cubicBezTo>
                <a:close/>
                <a:moveTo>
                  <a:pt x="7938266" y="357710"/>
                </a:moveTo>
                <a:lnTo>
                  <a:pt x="7931201" y="357710"/>
                </a:lnTo>
                <a:cubicBezTo>
                  <a:pt x="7930945" y="357710"/>
                  <a:pt x="7930587" y="357352"/>
                  <a:pt x="7930587" y="357352"/>
                </a:cubicBezTo>
                <a:lnTo>
                  <a:pt x="7927056" y="351210"/>
                </a:lnTo>
                <a:cubicBezTo>
                  <a:pt x="7926953" y="351005"/>
                  <a:pt x="7927056" y="350545"/>
                  <a:pt x="7927056" y="350545"/>
                </a:cubicBezTo>
                <a:lnTo>
                  <a:pt x="7930587" y="344403"/>
                </a:lnTo>
                <a:cubicBezTo>
                  <a:pt x="7930740" y="344198"/>
                  <a:pt x="7931201" y="344045"/>
                  <a:pt x="7931201" y="344045"/>
                </a:cubicBezTo>
                <a:lnTo>
                  <a:pt x="7938266" y="344045"/>
                </a:lnTo>
                <a:cubicBezTo>
                  <a:pt x="7938521" y="344045"/>
                  <a:pt x="7938880" y="344403"/>
                  <a:pt x="7938880" y="344403"/>
                </a:cubicBezTo>
                <a:lnTo>
                  <a:pt x="7942411" y="350545"/>
                </a:lnTo>
                <a:cubicBezTo>
                  <a:pt x="7942513" y="350749"/>
                  <a:pt x="7942411" y="351210"/>
                  <a:pt x="7942411" y="351210"/>
                </a:cubicBezTo>
                <a:lnTo>
                  <a:pt x="7938880" y="357352"/>
                </a:lnTo>
                <a:cubicBezTo>
                  <a:pt x="7938725" y="357556"/>
                  <a:pt x="7938266" y="357710"/>
                  <a:pt x="7938266" y="357710"/>
                </a:cubicBezTo>
                <a:close/>
                <a:moveTo>
                  <a:pt x="8136524" y="357710"/>
                </a:moveTo>
                <a:lnTo>
                  <a:pt x="8129460" y="357710"/>
                </a:lnTo>
                <a:cubicBezTo>
                  <a:pt x="8129204" y="357710"/>
                  <a:pt x="8128845" y="357352"/>
                  <a:pt x="8128845" y="357352"/>
                </a:cubicBezTo>
                <a:lnTo>
                  <a:pt x="8125314" y="351210"/>
                </a:lnTo>
                <a:cubicBezTo>
                  <a:pt x="8125212" y="351005"/>
                  <a:pt x="8125314" y="350545"/>
                  <a:pt x="8125314" y="350545"/>
                </a:cubicBezTo>
                <a:lnTo>
                  <a:pt x="8128845" y="344403"/>
                </a:lnTo>
                <a:cubicBezTo>
                  <a:pt x="8128999" y="344198"/>
                  <a:pt x="8129460" y="344045"/>
                  <a:pt x="8129460" y="344045"/>
                </a:cubicBezTo>
                <a:lnTo>
                  <a:pt x="8136524" y="344045"/>
                </a:lnTo>
                <a:cubicBezTo>
                  <a:pt x="8136782" y="344045"/>
                  <a:pt x="8137138" y="344403"/>
                  <a:pt x="8137138" y="344403"/>
                </a:cubicBezTo>
                <a:lnTo>
                  <a:pt x="8140670" y="350545"/>
                </a:lnTo>
                <a:cubicBezTo>
                  <a:pt x="8140772" y="350749"/>
                  <a:pt x="8140670" y="351210"/>
                  <a:pt x="8140670" y="351210"/>
                </a:cubicBezTo>
                <a:lnTo>
                  <a:pt x="8137138" y="357352"/>
                </a:lnTo>
                <a:cubicBezTo>
                  <a:pt x="8136984" y="357556"/>
                  <a:pt x="8136524" y="357710"/>
                  <a:pt x="8136524" y="357710"/>
                </a:cubicBezTo>
                <a:close/>
                <a:moveTo>
                  <a:pt x="8334895" y="357710"/>
                </a:moveTo>
                <a:lnTo>
                  <a:pt x="8327831" y="357710"/>
                </a:lnTo>
                <a:cubicBezTo>
                  <a:pt x="8327576" y="357710"/>
                  <a:pt x="8327217" y="357352"/>
                  <a:pt x="8327217" y="357352"/>
                </a:cubicBezTo>
                <a:lnTo>
                  <a:pt x="8323686" y="351210"/>
                </a:lnTo>
                <a:cubicBezTo>
                  <a:pt x="8323584" y="351005"/>
                  <a:pt x="8323686" y="350545"/>
                  <a:pt x="8323686" y="350545"/>
                </a:cubicBezTo>
                <a:lnTo>
                  <a:pt x="8327217" y="344403"/>
                </a:lnTo>
                <a:cubicBezTo>
                  <a:pt x="8327371" y="344198"/>
                  <a:pt x="8327831" y="344045"/>
                  <a:pt x="8327831" y="344045"/>
                </a:cubicBezTo>
                <a:lnTo>
                  <a:pt x="8334895" y="344045"/>
                </a:lnTo>
                <a:cubicBezTo>
                  <a:pt x="8335150" y="344045"/>
                  <a:pt x="8335509" y="344403"/>
                  <a:pt x="8335509" y="344403"/>
                </a:cubicBezTo>
                <a:lnTo>
                  <a:pt x="8339041" y="350545"/>
                </a:lnTo>
                <a:cubicBezTo>
                  <a:pt x="8339143" y="350749"/>
                  <a:pt x="8339041" y="351210"/>
                  <a:pt x="8339041" y="351210"/>
                </a:cubicBezTo>
                <a:lnTo>
                  <a:pt x="8335509" y="357352"/>
                </a:lnTo>
                <a:cubicBezTo>
                  <a:pt x="8335356" y="357556"/>
                  <a:pt x="8334895" y="357710"/>
                  <a:pt x="8334895" y="357710"/>
                </a:cubicBezTo>
                <a:close/>
                <a:moveTo>
                  <a:pt x="8533124" y="357710"/>
                </a:moveTo>
                <a:lnTo>
                  <a:pt x="8526061" y="357710"/>
                </a:lnTo>
                <a:cubicBezTo>
                  <a:pt x="8525805" y="357710"/>
                  <a:pt x="8525446" y="357352"/>
                  <a:pt x="8525446" y="357352"/>
                </a:cubicBezTo>
                <a:lnTo>
                  <a:pt x="8521915" y="351210"/>
                </a:lnTo>
                <a:cubicBezTo>
                  <a:pt x="8521812" y="351005"/>
                  <a:pt x="8521915" y="350545"/>
                  <a:pt x="8521915" y="350545"/>
                </a:cubicBezTo>
                <a:lnTo>
                  <a:pt x="8525446" y="344403"/>
                </a:lnTo>
                <a:cubicBezTo>
                  <a:pt x="8525599" y="344198"/>
                  <a:pt x="8526061" y="344045"/>
                  <a:pt x="8526061" y="344045"/>
                </a:cubicBezTo>
                <a:lnTo>
                  <a:pt x="8533124" y="344045"/>
                </a:lnTo>
                <a:cubicBezTo>
                  <a:pt x="8533379" y="344045"/>
                  <a:pt x="8533739" y="344403"/>
                  <a:pt x="8533739" y="344403"/>
                </a:cubicBezTo>
                <a:lnTo>
                  <a:pt x="8537269" y="350545"/>
                </a:lnTo>
                <a:cubicBezTo>
                  <a:pt x="8537372" y="350749"/>
                  <a:pt x="8537269" y="351210"/>
                  <a:pt x="8537269" y="351210"/>
                </a:cubicBezTo>
                <a:lnTo>
                  <a:pt x="8533739" y="357352"/>
                </a:lnTo>
                <a:cubicBezTo>
                  <a:pt x="8533586" y="357556"/>
                  <a:pt x="8533124" y="357710"/>
                  <a:pt x="8533124" y="357710"/>
                </a:cubicBezTo>
                <a:close/>
                <a:moveTo>
                  <a:pt x="8731274" y="357710"/>
                </a:moveTo>
                <a:lnTo>
                  <a:pt x="8724210" y="357710"/>
                </a:lnTo>
                <a:cubicBezTo>
                  <a:pt x="8723954" y="357710"/>
                  <a:pt x="8723595" y="357352"/>
                  <a:pt x="8723595" y="357352"/>
                </a:cubicBezTo>
                <a:lnTo>
                  <a:pt x="8720064" y="351210"/>
                </a:lnTo>
                <a:cubicBezTo>
                  <a:pt x="8719962" y="351005"/>
                  <a:pt x="8720064" y="350545"/>
                  <a:pt x="8720064" y="350545"/>
                </a:cubicBezTo>
                <a:lnTo>
                  <a:pt x="8723595" y="344403"/>
                </a:lnTo>
                <a:cubicBezTo>
                  <a:pt x="8723749" y="344198"/>
                  <a:pt x="8724210" y="344045"/>
                  <a:pt x="8724210" y="344045"/>
                </a:cubicBezTo>
                <a:lnTo>
                  <a:pt x="8731274" y="344045"/>
                </a:lnTo>
                <a:cubicBezTo>
                  <a:pt x="8731529" y="344045"/>
                  <a:pt x="8731888" y="344403"/>
                  <a:pt x="8731888" y="344403"/>
                </a:cubicBezTo>
                <a:lnTo>
                  <a:pt x="8735421" y="350545"/>
                </a:lnTo>
                <a:cubicBezTo>
                  <a:pt x="8735523" y="350749"/>
                  <a:pt x="8735421" y="351210"/>
                  <a:pt x="8735421" y="351210"/>
                </a:cubicBezTo>
                <a:lnTo>
                  <a:pt x="8731888" y="357352"/>
                </a:lnTo>
                <a:cubicBezTo>
                  <a:pt x="8731735" y="357556"/>
                  <a:pt x="8731274" y="357710"/>
                  <a:pt x="8731274" y="357710"/>
                </a:cubicBezTo>
                <a:close/>
                <a:moveTo>
                  <a:pt x="8929588" y="357710"/>
                </a:moveTo>
                <a:lnTo>
                  <a:pt x="8922524" y="357710"/>
                </a:lnTo>
                <a:cubicBezTo>
                  <a:pt x="8922268" y="357710"/>
                  <a:pt x="8921910" y="357352"/>
                  <a:pt x="8921910" y="357352"/>
                </a:cubicBezTo>
                <a:lnTo>
                  <a:pt x="8918379" y="351210"/>
                </a:lnTo>
                <a:cubicBezTo>
                  <a:pt x="8918277" y="351005"/>
                  <a:pt x="8918379" y="350545"/>
                  <a:pt x="8918379" y="350545"/>
                </a:cubicBezTo>
                <a:lnTo>
                  <a:pt x="8921910" y="344403"/>
                </a:lnTo>
                <a:cubicBezTo>
                  <a:pt x="8922063" y="344198"/>
                  <a:pt x="8922524" y="344045"/>
                  <a:pt x="8922524" y="344045"/>
                </a:cubicBezTo>
                <a:lnTo>
                  <a:pt x="8929588" y="344045"/>
                </a:lnTo>
                <a:cubicBezTo>
                  <a:pt x="8929843" y="344045"/>
                  <a:pt x="8930202" y="344403"/>
                  <a:pt x="8930202" y="344403"/>
                </a:cubicBezTo>
                <a:lnTo>
                  <a:pt x="8933733" y="350545"/>
                </a:lnTo>
                <a:cubicBezTo>
                  <a:pt x="8933836" y="350749"/>
                  <a:pt x="8933733" y="351210"/>
                  <a:pt x="8933733" y="351210"/>
                </a:cubicBezTo>
                <a:lnTo>
                  <a:pt x="8930202" y="357352"/>
                </a:lnTo>
                <a:cubicBezTo>
                  <a:pt x="8930048" y="357556"/>
                  <a:pt x="8929588" y="357710"/>
                  <a:pt x="8929588" y="357710"/>
                </a:cubicBezTo>
                <a:close/>
                <a:moveTo>
                  <a:pt x="9127817" y="357710"/>
                </a:moveTo>
                <a:lnTo>
                  <a:pt x="9120755" y="357710"/>
                </a:lnTo>
                <a:cubicBezTo>
                  <a:pt x="9120499" y="357710"/>
                  <a:pt x="9120142" y="357352"/>
                  <a:pt x="9120142" y="357352"/>
                </a:cubicBezTo>
                <a:lnTo>
                  <a:pt x="9116609" y="351210"/>
                </a:lnTo>
                <a:cubicBezTo>
                  <a:pt x="9116507" y="351005"/>
                  <a:pt x="9116609" y="350545"/>
                  <a:pt x="9116609" y="350545"/>
                </a:cubicBezTo>
                <a:lnTo>
                  <a:pt x="9120142" y="344403"/>
                </a:lnTo>
                <a:cubicBezTo>
                  <a:pt x="9120294" y="344198"/>
                  <a:pt x="9120755" y="344045"/>
                  <a:pt x="9120755" y="344045"/>
                </a:cubicBezTo>
                <a:lnTo>
                  <a:pt x="9127817" y="344045"/>
                </a:lnTo>
                <a:cubicBezTo>
                  <a:pt x="9128074" y="344045"/>
                  <a:pt x="9128432" y="344403"/>
                  <a:pt x="9128432" y="344403"/>
                </a:cubicBezTo>
                <a:lnTo>
                  <a:pt x="9131963" y="350545"/>
                </a:lnTo>
                <a:cubicBezTo>
                  <a:pt x="9132066" y="350749"/>
                  <a:pt x="9131963" y="351210"/>
                  <a:pt x="9131963" y="351210"/>
                </a:cubicBezTo>
                <a:lnTo>
                  <a:pt x="9128432" y="357352"/>
                </a:lnTo>
                <a:cubicBezTo>
                  <a:pt x="9128279" y="357556"/>
                  <a:pt x="9127817" y="357710"/>
                  <a:pt x="9127817" y="357710"/>
                </a:cubicBezTo>
                <a:close/>
                <a:moveTo>
                  <a:pt x="9326068" y="357710"/>
                </a:moveTo>
                <a:lnTo>
                  <a:pt x="9319004" y="357710"/>
                </a:lnTo>
                <a:cubicBezTo>
                  <a:pt x="9318748" y="357710"/>
                  <a:pt x="9318390" y="357352"/>
                  <a:pt x="9318390" y="357352"/>
                </a:cubicBezTo>
                <a:lnTo>
                  <a:pt x="9314858" y="351210"/>
                </a:lnTo>
                <a:cubicBezTo>
                  <a:pt x="9314756" y="351005"/>
                  <a:pt x="9314858" y="350545"/>
                  <a:pt x="9314858" y="350545"/>
                </a:cubicBezTo>
                <a:lnTo>
                  <a:pt x="9318390" y="344403"/>
                </a:lnTo>
                <a:cubicBezTo>
                  <a:pt x="9318543" y="344198"/>
                  <a:pt x="9319004" y="344045"/>
                  <a:pt x="9319004" y="344045"/>
                </a:cubicBezTo>
                <a:lnTo>
                  <a:pt x="9326068" y="344045"/>
                </a:lnTo>
                <a:cubicBezTo>
                  <a:pt x="9326323" y="344045"/>
                  <a:pt x="9326682" y="344403"/>
                  <a:pt x="9326682" y="344403"/>
                </a:cubicBezTo>
                <a:lnTo>
                  <a:pt x="9330213" y="350545"/>
                </a:lnTo>
                <a:cubicBezTo>
                  <a:pt x="9330316" y="350749"/>
                  <a:pt x="9330213" y="351210"/>
                  <a:pt x="9330213" y="351210"/>
                </a:cubicBezTo>
                <a:lnTo>
                  <a:pt x="9326682" y="357352"/>
                </a:lnTo>
                <a:cubicBezTo>
                  <a:pt x="9326529" y="357556"/>
                  <a:pt x="9326068" y="357710"/>
                  <a:pt x="9326068" y="357710"/>
                </a:cubicBezTo>
                <a:close/>
                <a:moveTo>
                  <a:pt x="9524329" y="357710"/>
                </a:moveTo>
                <a:lnTo>
                  <a:pt x="9517266" y="357710"/>
                </a:lnTo>
                <a:cubicBezTo>
                  <a:pt x="9517010" y="357710"/>
                  <a:pt x="9516652" y="357352"/>
                  <a:pt x="9516652" y="357352"/>
                </a:cubicBezTo>
                <a:lnTo>
                  <a:pt x="9513120" y="351210"/>
                </a:lnTo>
                <a:cubicBezTo>
                  <a:pt x="9513018" y="351005"/>
                  <a:pt x="9513120" y="350545"/>
                  <a:pt x="9513120" y="350545"/>
                </a:cubicBezTo>
                <a:lnTo>
                  <a:pt x="9516652" y="344403"/>
                </a:lnTo>
                <a:cubicBezTo>
                  <a:pt x="9516805" y="344198"/>
                  <a:pt x="9517266" y="344045"/>
                  <a:pt x="9517266" y="344045"/>
                </a:cubicBezTo>
                <a:lnTo>
                  <a:pt x="9524329" y="344045"/>
                </a:lnTo>
                <a:cubicBezTo>
                  <a:pt x="9524585" y="344045"/>
                  <a:pt x="9524943" y="344403"/>
                  <a:pt x="9524943" y="344403"/>
                </a:cubicBezTo>
                <a:lnTo>
                  <a:pt x="9528475" y="350545"/>
                </a:lnTo>
                <a:cubicBezTo>
                  <a:pt x="9528577" y="350749"/>
                  <a:pt x="9528475" y="351210"/>
                  <a:pt x="9528475" y="351210"/>
                </a:cubicBezTo>
                <a:lnTo>
                  <a:pt x="9524943" y="357352"/>
                </a:lnTo>
                <a:cubicBezTo>
                  <a:pt x="9524790" y="357556"/>
                  <a:pt x="9524329" y="357710"/>
                  <a:pt x="9524329" y="357710"/>
                </a:cubicBezTo>
                <a:close/>
                <a:moveTo>
                  <a:pt x="9722553" y="357710"/>
                </a:moveTo>
                <a:lnTo>
                  <a:pt x="9715491" y="357710"/>
                </a:lnTo>
                <a:cubicBezTo>
                  <a:pt x="9715235" y="357710"/>
                  <a:pt x="9714877" y="357352"/>
                  <a:pt x="9714877" y="357352"/>
                </a:cubicBezTo>
                <a:lnTo>
                  <a:pt x="9711345" y="351210"/>
                </a:lnTo>
                <a:cubicBezTo>
                  <a:pt x="9711243" y="351005"/>
                  <a:pt x="9711345" y="350545"/>
                  <a:pt x="9711345" y="350545"/>
                </a:cubicBezTo>
                <a:lnTo>
                  <a:pt x="9714877" y="344403"/>
                </a:lnTo>
                <a:cubicBezTo>
                  <a:pt x="9715030" y="344198"/>
                  <a:pt x="9715491" y="344045"/>
                  <a:pt x="9715491" y="344045"/>
                </a:cubicBezTo>
                <a:lnTo>
                  <a:pt x="9722553" y="344045"/>
                </a:lnTo>
                <a:cubicBezTo>
                  <a:pt x="9722809" y="344045"/>
                  <a:pt x="9723168" y="344403"/>
                  <a:pt x="9723168" y="344403"/>
                </a:cubicBezTo>
                <a:lnTo>
                  <a:pt x="9726699" y="350545"/>
                </a:lnTo>
                <a:cubicBezTo>
                  <a:pt x="9726801" y="350749"/>
                  <a:pt x="9726699" y="351210"/>
                  <a:pt x="9726699" y="351210"/>
                </a:cubicBezTo>
                <a:lnTo>
                  <a:pt x="9723168" y="357352"/>
                </a:lnTo>
                <a:cubicBezTo>
                  <a:pt x="9723014" y="357556"/>
                  <a:pt x="9722553" y="357710"/>
                  <a:pt x="9722553" y="357710"/>
                </a:cubicBezTo>
                <a:close/>
                <a:moveTo>
                  <a:pt x="9920670" y="357710"/>
                </a:moveTo>
                <a:lnTo>
                  <a:pt x="9913609" y="357710"/>
                </a:lnTo>
                <a:cubicBezTo>
                  <a:pt x="9913352" y="357710"/>
                  <a:pt x="9912994" y="357352"/>
                  <a:pt x="9912994" y="357352"/>
                </a:cubicBezTo>
                <a:lnTo>
                  <a:pt x="9909462" y="351210"/>
                </a:lnTo>
                <a:cubicBezTo>
                  <a:pt x="9909359" y="351005"/>
                  <a:pt x="9909462" y="350545"/>
                  <a:pt x="9909462" y="350545"/>
                </a:cubicBezTo>
                <a:lnTo>
                  <a:pt x="9912994" y="344403"/>
                </a:lnTo>
                <a:cubicBezTo>
                  <a:pt x="9913147" y="344198"/>
                  <a:pt x="9913609" y="344045"/>
                  <a:pt x="9913609" y="344045"/>
                </a:cubicBezTo>
                <a:lnTo>
                  <a:pt x="9920670" y="344045"/>
                </a:lnTo>
                <a:cubicBezTo>
                  <a:pt x="9920927" y="344045"/>
                  <a:pt x="9921284" y="344403"/>
                  <a:pt x="9921284" y="344403"/>
                </a:cubicBezTo>
                <a:lnTo>
                  <a:pt x="9924817" y="350545"/>
                </a:lnTo>
                <a:cubicBezTo>
                  <a:pt x="9924919" y="350749"/>
                  <a:pt x="9924817" y="351210"/>
                  <a:pt x="9924817" y="351210"/>
                </a:cubicBezTo>
                <a:lnTo>
                  <a:pt x="9921284" y="357352"/>
                </a:lnTo>
                <a:cubicBezTo>
                  <a:pt x="9921131" y="357556"/>
                  <a:pt x="9920670" y="357710"/>
                  <a:pt x="9920670" y="357710"/>
                </a:cubicBezTo>
                <a:close/>
                <a:moveTo>
                  <a:pt x="10118964" y="357710"/>
                </a:moveTo>
                <a:lnTo>
                  <a:pt x="10111901" y="357710"/>
                </a:lnTo>
                <a:cubicBezTo>
                  <a:pt x="10111646" y="357710"/>
                  <a:pt x="10111287" y="357352"/>
                  <a:pt x="10111287" y="357352"/>
                </a:cubicBezTo>
                <a:lnTo>
                  <a:pt x="10107756" y="351210"/>
                </a:lnTo>
                <a:cubicBezTo>
                  <a:pt x="10107654" y="351005"/>
                  <a:pt x="10107756" y="350545"/>
                  <a:pt x="10107756" y="350545"/>
                </a:cubicBezTo>
                <a:lnTo>
                  <a:pt x="10111287" y="344403"/>
                </a:lnTo>
                <a:cubicBezTo>
                  <a:pt x="10111441" y="344198"/>
                  <a:pt x="10111901" y="344045"/>
                  <a:pt x="10111901" y="344045"/>
                </a:cubicBezTo>
                <a:lnTo>
                  <a:pt x="10118964" y="344045"/>
                </a:lnTo>
                <a:cubicBezTo>
                  <a:pt x="10119221" y="344045"/>
                  <a:pt x="10119579" y="344403"/>
                  <a:pt x="10119579" y="344403"/>
                </a:cubicBezTo>
                <a:lnTo>
                  <a:pt x="10123111" y="350545"/>
                </a:lnTo>
                <a:cubicBezTo>
                  <a:pt x="10123213" y="350749"/>
                  <a:pt x="10123111" y="351210"/>
                  <a:pt x="10123111" y="351210"/>
                </a:cubicBezTo>
                <a:lnTo>
                  <a:pt x="10119579" y="357352"/>
                </a:lnTo>
                <a:cubicBezTo>
                  <a:pt x="10119426" y="357556"/>
                  <a:pt x="10118964" y="357710"/>
                  <a:pt x="10118964" y="357710"/>
                </a:cubicBezTo>
                <a:close/>
                <a:moveTo>
                  <a:pt x="10317241" y="357710"/>
                </a:moveTo>
                <a:lnTo>
                  <a:pt x="10310178" y="357710"/>
                </a:lnTo>
                <a:cubicBezTo>
                  <a:pt x="10309922" y="357710"/>
                  <a:pt x="10309564" y="357352"/>
                  <a:pt x="10309564" y="357352"/>
                </a:cubicBezTo>
                <a:lnTo>
                  <a:pt x="10306032" y="351210"/>
                </a:lnTo>
                <a:cubicBezTo>
                  <a:pt x="10305930" y="351005"/>
                  <a:pt x="10306032" y="350545"/>
                  <a:pt x="10306032" y="350545"/>
                </a:cubicBezTo>
                <a:lnTo>
                  <a:pt x="10309564" y="344403"/>
                </a:lnTo>
                <a:cubicBezTo>
                  <a:pt x="10309717" y="344198"/>
                  <a:pt x="10310178" y="344045"/>
                  <a:pt x="10310178" y="344045"/>
                </a:cubicBezTo>
                <a:lnTo>
                  <a:pt x="10317241" y="344045"/>
                </a:lnTo>
                <a:cubicBezTo>
                  <a:pt x="10317497" y="344045"/>
                  <a:pt x="10317855" y="344403"/>
                  <a:pt x="10317855" y="344403"/>
                </a:cubicBezTo>
                <a:lnTo>
                  <a:pt x="10321387" y="350545"/>
                </a:lnTo>
                <a:cubicBezTo>
                  <a:pt x="10321489" y="350749"/>
                  <a:pt x="10321387" y="351210"/>
                  <a:pt x="10321387" y="351210"/>
                </a:cubicBezTo>
                <a:lnTo>
                  <a:pt x="10317855" y="357352"/>
                </a:lnTo>
                <a:cubicBezTo>
                  <a:pt x="10317702" y="357556"/>
                  <a:pt x="10317241" y="357710"/>
                  <a:pt x="10317241" y="357710"/>
                </a:cubicBezTo>
                <a:close/>
                <a:moveTo>
                  <a:pt x="1795378" y="521077"/>
                </a:moveTo>
                <a:lnTo>
                  <a:pt x="1788315" y="521077"/>
                </a:lnTo>
                <a:cubicBezTo>
                  <a:pt x="1788060" y="521077"/>
                  <a:pt x="1787701" y="520718"/>
                  <a:pt x="1787701" y="520718"/>
                </a:cubicBezTo>
                <a:lnTo>
                  <a:pt x="1784170" y="514575"/>
                </a:lnTo>
                <a:cubicBezTo>
                  <a:pt x="1784067" y="514371"/>
                  <a:pt x="1784170" y="513911"/>
                  <a:pt x="1784170" y="513911"/>
                </a:cubicBezTo>
                <a:lnTo>
                  <a:pt x="1787701" y="507769"/>
                </a:lnTo>
                <a:cubicBezTo>
                  <a:pt x="1787854" y="507564"/>
                  <a:pt x="1788315" y="507410"/>
                  <a:pt x="1788315" y="507410"/>
                </a:cubicBezTo>
                <a:lnTo>
                  <a:pt x="1795378" y="507410"/>
                </a:lnTo>
                <a:cubicBezTo>
                  <a:pt x="1795634" y="507410"/>
                  <a:pt x="1795992" y="507769"/>
                  <a:pt x="1795992" y="507769"/>
                </a:cubicBezTo>
                <a:lnTo>
                  <a:pt x="1799524" y="513911"/>
                </a:lnTo>
                <a:cubicBezTo>
                  <a:pt x="1799626" y="514115"/>
                  <a:pt x="1799524" y="514575"/>
                  <a:pt x="1799524" y="514575"/>
                </a:cubicBezTo>
                <a:lnTo>
                  <a:pt x="1795992" y="520718"/>
                </a:lnTo>
                <a:cubicBezTo>
                  <a:pt x="1795838" y="520923"/>
                  <a:pt x="1795378" y="521077"/>
                  <a:pt x="1795378" y="521077"/>
                </a:cubicBezTo>
                <a:close/>
                <a:moveTo>
                  <a:pt x="804204" y="521080"/>
                </a:moveTo>
                <a:lnTo>
                  <a:pt x="797140" y="521080"/>
                </a:lnTo>
                <a:cubicBezTo>
                  <a:pt x="796886" y="521080"/>
                  <a:pt x="796526" y="520724"/>
                  <a:pt x="796526" y="520724"/>
                </a:cubicBezTo>
                <a:lnTo>
                  <a:pt x="792995" y="514581"/>
                </a:lnTo>
                <a:cubicBezTo>
                  <a:pt x="792893" y="514375"/>
                  <a:pt x="792995" y="513914"/>
                  <a:pt x="792995" y="513914"/>
                </a:cubicBezTo>
                <a:lnTo>
                  <a:pt x="796526" y="507774"/>
                </a:lnTo>
                <a:cubicBezTo>
                  <a:pt x="796680" y="507568"/>
                  <a:pt x="797140" y="507416"/>
                  <a:pt x="797140" y="507416"/>
                </a:cubicBezTo>
                <a:lnTo>
                  <a:pt x="804204" y="507416"/>
                </a:lnTo>
                <a:cubicBezTo>
                  <a:pt x="804460" y="507416"/>
                  <a:pt x="804818" y="507774"/>
                  <a:pt x="804818" y="507774"/>
                </a:cubicBezTo>
                <a:lnTo>
                  <a:pt x="808350" y="513914"/>
                </a:lnTo>
                <a:cubicBezTo>
                  <a:pt x="808452" y="514120"/>
                  <a:pt x="808350" y="514581"/>
                  <a:pt x="808350" y="514581"/>
                </a:cubicBezTo>
                <a:lnTo>
                  <a:pt x="804818" y="520724"/>
                </a:lnTo>
                <a:cubicBezTo>
                  <a:pt x="804665" y="520928"/>
                  <a:pt x="804204" y="521080"/>
                  <a:pt x="804204" y="521080"/>
                </a:cubicBezTo>
                <a:close/>
                <a:moveTo>
                  <a:pt x="1002428" y="521083"/>
                </a:moveTo>
                <a:lnTo>
                  <a:pt x="995366" y="521083"/>
                </a:lnTo>
                <a:cubicBezTo>
                  <a:pt x="995110" y="521083"/>
                  <a:pt x="994752" y="520726"/>
                  <a:pt x="994752" y="520726"/>
                </a:cubicBezTo>
                <a:lnTo>
                  <a:pt x="991220" y="514582"/>
                </a:lnTo>
                <a:cubicBezTo>
                  <a:pt x="991117" y="514378"/>
                  <a:pt x="991220" y="513917"/>
                  <a:pt x="991220" y="513917"/>
                </a:cubicBezTo>
                <a:lnTo>
                  <a:pt x="994752" y="507776"/>
                </a:lnTo>
                <a:cubicBezTo>
                  <a:pt x="994905" y="507571"/>
                  <a:pt x="995366" y="507417"/>
                  <a:pt x="995366" y="507417"/>
                </a:cubicBezTo>
                <a:lnTo>
                  <a:pt x="1002428" y="507417"/>
                </a:lnTo>
                <a:cubicBezTo>
                  <a:pt x="1002685" y="507417"/>
                  <a:pt x="1003042" y="507776"/>
                  <a:pt x="1003042" y="507776"/>
                </a:cubicBezTo>
                <a:lnTo>
                  <a:pt x="1006574" y="513917"/>
                </a:lnTo>
                <a:cubicBezTo>
                  <a:pt x="1006677" y="514122"/>
                  <a:pt x="1006574" y="514582"/>
                  <a:pt x="1006574" y="514582"/>
                </a:cubicBezTo>
                <a:lnTo>
                  <a:pt x="1003042" y="520726"/>
                </a:lnTo>
                <a:cubicBezTo>
                  <a:pt x="1002889" y="520929"/>
                  <a:pt x="1002428" y="521083"/>
                  <a:pt x="1002428" y="521083"/>
                </a:cubicBezTo>
                <a:close/>
                <a:moveTo>
                  <a:pt x="605979" y="521095"/>
                </a:moveTo>
                <a:lnTo>
                  <a:pt x="598916" y="521095"/>
                </a:lnTo>
                <a:cubicBezTo>
                  <a:pt x="598661" y="521095"/>
                  <a:pt x="598302" y="520735"/>
                  <a:pt x="598302" y="520735"/>
                </a:cubicBezTo>
                <a:lnTo>
                  <a:pt x="594770" y="514593"/>
                </a:lnTo>
                <a:cubicBezTo>
                  <a:pt x="594668" y="514389"/>
                  <a:pt x="594770" y="513929"/>
                  <a:pt x="594770" y="513929"/>
                </a:cubicBezTo>
                <a:lnTo>
                  <a:pt x="598302" y="507785"/>
                </a:lnTo>
                <a:cubicBezTo>
                  <a:pt x="598455" y="507583"/>
                  <a:pt x="598916" y="507428"/>
                  <a:pt x="598916" y="507428"/>
                </a:cubicBezTo>
                <a:lnTo>
                  <a:pt x="605979" y="507428"/>
                </a:lnTo>
                <a:cubicBezTo>
                  <a:pt x="606235" y="507428"/>
                  <a:pt x="606593" y="507785"/>
                  <a:pt x="606593" y="507785"/>
                </a:cubicBezTo>
                <a:lnTo>
                  <a:pt x="610125" y="513929"/>
                </a:lnTo>
                <a:cubicBezTo>
                  <a:pt x="610227" y="514132"/>
                  <a:pt x="610125" y="514593"/>
                  <a:pt x="610125" y="514593"/>
                </a:cubicBezTo>
                <a:lnTo>
                  <a:pt x="606593" y="520735"/>
                </a:lnTo>
                <a:cubicBezTo>
                  <a:pt x="606440" y="520939"/>
                  <a:pt x="605979" y="521095"/>
                  <a:pt x="605979" y="521095"/>
                </a:cubicBezTo>
                <a:close/>
                <a:moveTo>
                  <a:pt x="1993654" y="521105"/>
                </a:moveTo>
                <a:lnTo>
                  <a:pt x="1986590" y="521105"/>
                </a:lnTo>
                <a:cubicBezTo>
                  <a:pt x="1986336" y="521105"/>
                  <a:pt x="1985976" y="520746"/>
                  <a:pt x="1985976" y="520746"/>
                </a:cubicBezTo>
                <a:lnTo>
                  <a:pt x="1982445" y="514604"/>
                </a:lnTo>
                <a:cubicBezTo>
                  <a:pt x="1982343" y="514398"/>
                  <a:pt x="1982445" y="513938"/>
                  <a:pt x="1982445" y="513938"/>
                </a:cubicBezTo>
                <a:lnTo>
                  <a:pt x="1985976" y="507797"/>
                </a:lnTo>
                <a:cubicBezTo>
                  <a:pt x="1986130" y="507590"/>
                  <a:pt x="1986590" y="507437"/>
                  <a:pt x="1986590" y="507437"/>
                </a:cubicBezTo>
                <a:lnTo>
                  <a:pt x="1993654" y="507437"/>
                </a:lnTo>
                <a:cubicBezTo>
                  <a:pt x="1993910" y="507437"/>
                  <a:pt x="1994268" y="507797"/>
                  <a:pt x="1994268" y="507797"/>
                </a:cubicBezTo>
                <a:lnTo>
                  <a:pt x="1997800" y="513938"/>
                </a:lnTo>
                <a:cubicBezTo>
                  <a:pt x="1997902" y="514144"/>
                  <a:pt x="1997800" y="514604"/>
                  <a:pt x="1997800" y="514604"/>
                </a:cubicBezTo>
                <a:lnTo>
                  <a:pt x="1994268" y="520746"/>
                </a:lnTo>
                <a:cubicBezTo>
                  <a:pt x="1994114" y="520950"/>
                  <a:pt x="1993654" y="521105"/>
                  <a:pt x="1993654" y="521105"/>
                </a:cubicBezTo>
                <a:close/>
                <a:moveTo>
                  <a:pt x="407754" y="521115"/>
                </a:moveTo>
                <a:lnTo>
                  <a:pt x="400692" y="521115"/>
                </a:lnTo>
                <a:cubicBezTo>
                  <a:pt x="400436" y="521115"/>
                  <a:pt x="400078" y="520754"/>
                  <a:pt x="400078" y="520754"/>
                </a:cubicBezTo>
                <a:lnTo>
                  <a:pt x="396546" y="514613"/>
                </a:lnTo>
                <a:cubicBezTo>
                  <a:pt x="396444" y="514409"/>
                  <a:pt x="396546" y="513948"/>
                  <a:pt x="396546" y="513948"/>
                </a:cubicBezTo>
                <a:lnTo>
                  <a:pt x="400078" y="507808"/>
                </a:lnTo>
                <a:cubicBezTo>
                  <a:pt x="400231" y="507601"/>
                  <a:pt x="400692" y="507446"/>
                  <a:pt x="400692" y="507446"/>
                </a:cubicBezTo>
                <a:lnTo>
                  <a:pt x="407754" y="507446"/>
                </a:lnTo>
                <a:cubicBezTo>
                  <a:pt x="408011" y="507446"/>
                  <a:pt x="408369" y="507808"/>
                  <a:pt x="408369" y="507808"/>
                </a:cubicBezTo>
                <a:lnTo>
                  <a:pt x="411900" y="513948"/>
                </a:lnTo>
                <a:cubicBezTo>
                  <a:pt x="412002" y="514151"/>
                  <a:pt x="411900" y="514613"/>
                  <a:pt x="411900" y="514613"/>
                </a:cubicBezTo>
                <a:lnTo>
                  <a:pt x="408369" y="520754"/>
                </a:lnTo>
                <a:cubicBezTo>
                  <a:pt x="408214" y="520961"/>
                  <a:pt x="407754" y="521115"/>
                  <a:pt x="407754" y="521115"/>
                </a:cubicBezTo>
                <a:close/>
                <a:moveTo>
                  <a:pt x="1398928" y="521122"/>
                </a:moveTo>
                <a:lnTo>
                  <a:pt x="1391866" y="521122"/>
                </a:lnTo>
                <a:cubicBezTo>
                  <a:pt x="1391610" y="521122"/>
                  <a:pt x="1391252" y="520766"/>
                  <a:pt x="1391252" y="520766"/>
                </a:cubicBezTo>
                <a:lnTo>
                  <a:pt x="1387720" y="514620"/>
                </a:lnTo>
                <a:cubicBezTo>
                  <a:pt x="1387617" y="514418"/>
                  <a:pt x="1387720" y="513955"/>
                  <a:pt x="1387720" y="513955"/>
                </a:cubicBezTo>
                <a:lnTo>
                  <a:pt x="1391252" y="507815"/>
                </a:lnTo>
                <a:cubicBezTo>
                  <a:pt x="1391406" y="507608"/>
                  <a:pt x="1391866" y="507454"/>
                  <a:pt x="1391866" y="507454"/>
                </a:cubicBezTo>
                <a:lnTo>
                  <a:pt x="1398928" y="507454"/>
                </a:lnTo>
                <a:cubicBezTo>
                  <a:pt x="1399185" y="507454"/>
                  <a:pt x="1399544" y="507815"/>
                  <a:pt x="1399544" y="507815"/>
                </a:cubicBezTo>
                <a:lnTo>
                  <a:pt x="1403074" y="513955"/>
                </a:lnTo>
                <a:cubicBezTo>
                  <a:pt x="1403177" y="514162"/>
                  <a:pt x="1403074" y="514620"/>
                  <a:pt x="1403074" y="514620"/>
                </a:cubicBezTo>
                <a:lnTo>
                  <a:pt x="1399544" y="520766"/>
                </a:lnTo>
                <a:cubicBezTo>
                  <a:pt x="1399389" y="520970"/>
                  <a:pt x="1398928" y="521122"/>
                  <a:pt x="1398928" y="521122"/>
                </a:cubicBezTo>
                <a:close/>
                <a:moveTo>
                  <a:pt x="209480" y="521137"/>
                </a:moveTo>
                <a:lnTo>
                  <a:pt x="202416" y="521137"/>
                </a:lnTo>
                <a:cubicBezTo>
                  <a:pt x="202160" y="521137"/>
                  <a:pt x="201803" y="520777"/>
                  <a:pt x="201803" y="520777"/>
                </a:cubicBezTo>
                <a:lnTo>
                  <a:pt x="198270" y="514634"/>
                </a:lnTo>
                <a:cubicBezTo>
                  <a:pt x="198168" y="514429"/>
                  <a:pt x="198270" y="513969"/>
                  <a:pt x="198270" y="513969"/>
                </a:cubicBezTo>
                <a:lnTo>
                  <a:pt x="201803" y="507826"/>
                </a:lnTo>
                <a:cubicBezTo>
                  <a:pt x="201955" y="507622"/>
                  <a:pt x="202416" y="507469"/>
                  <a:pt x="202416" y="507469"/>
                </a:cubicBezTo>
                <a:lnTo>
                  <a:pt x="209480" y="507469"/>
                </a:lnTo>
                <a:cubicBezTo>
                  <a:pt x="209735" y="507469"/>
                  <a:pt x="210094" y="507826"/>
                  <a:pt x="210094" y="507826"/>
                </a:cubicBezTo>
                <a:lnTo>
                  <a:pt x="213625" y="513969"/>
                </a:lnTo>
                <a:cubicBezTo>
                  <a:pt x="213727" y="514175"/>
                  <a:pt x="213625" y="514634"/>
                  <a:pt x="213625" y="514634"/>
                </a:cubicBezTo>
                <a:lnTo>
                  <a:pt x="210094" y="520777"/>
                </a:lnTo>
                <a:cubicBezTo>
                  <a:pt x="209940" y="520982"/>
                  <a:pt x="209480" y="521137"/>
                  <a:pt x="209480" y="521137"/>
                </a:cubicBezTo>
                <a:close/>
                <a:moveTo>
                  <a:pt x="1597154" y="521143"/>
                </a:moveTo>
                <a:lnTo>
                  <a:pt x="1590090" y="521143"/>
                </a:lnTo>
                <a:cubicBezTo>
                  <a:pt x="1589834" y="521143"/>
                  <a:pt x="1589476" y="520784"/>
                  <a:pt x="1589476" y="520784"/>
                </a:cubicBezTo>
                <a:lnTo>
                  <a:pt x="1585944" y="514642"/>
                </a:lnTo>
                <a:cubicBezTo>
                  <a:pt x="1585842" y="514435"/>
                  <a:pt x="1585944" y="513975"/>
                  <a:pt x="1585944" y="513975"/>
                </a:cubicBezTo>
                <a:lnTo>
                  <a:pt x="1589476" y="507832"/>
                </a:lnTo>
                <a:cubicBezTo>
                  <a:pt x="1589630" y="507631"/>
                  <a:pt x="1590090" y="507478"/>
                  <a:pt x="1590090" y="507478"/>
                </a:cubicBezTo>
                <a:lnTo>
                  <a:pt x="1597154" y="507478"/>
                </a:lnTo>
                <a:cubicBezTo>
                  <a:pt x="1597409" y="507478"/>
                  <a:pt x="1597768" y="507832"/>
                  <a:pt x="1597768" y="507832"/>
                </a:cubicBezTo>
                <a:lnTo>
                  <a:pt x="1601298" y="513975"/>
                </a:lnTo>
                <a:cubicBezTo>
                  <a:pt x="1601401" y="514178"/>
                  <a:pt x="1601298" y="514642"/>
                  <a:pt x="1601298" y="514642"/>
                </a:cubicBezTo>
                <a:lnTo>
                  <a:pt x="1597768" y="520784"/>
                </a:lnTo>
                <a:cubicBezTo>
                  <a:pt x="1597614" y="520990"/>
                  <a:pt x="1597154" y="521143"/>
                  <a:pt x="1597154" y="521143"/>
                </a:cubicBezTo>
                <a:close/>
                <a:moveTo>
                  <a:pt x="11254" y="521152"/>
                </a:moveTo>
                <a:lnTo>
                  <a:pt x="4192" y="521152"/>
                </a:lnTo>
                <a:cubicBezTo>
                  <a:pt x="3935" y="521152"/>
                  <a:pt x="3578" y="520793"/>
                  <a:pt x="3578" y="520793"/>
                </a:cubicBezTo>
                <a:lnTo>
                  <a:pt x="46" y="514652"/>
                </a:lnTo>
                <a:cubicBezTo>
                  <a:pt x="-57" y="514444"/>
                  <a:pt x="46" y="513985"/>
                  <a:pt x="46" y="513985"/>
                </a:cubicBezTo>
                <a:lnTo>
                  <a:pt x="3578" y="507840"/>
                </a:lnTo>
                <a:cubicBezTo>
                  <a:pt x="3731" y="507639"/>
                  <a:pt x="4192" y="507486"/>
                  <a:pt x="4192" y="507486"/>
                </a:cubicBezTo>
                <a:lnTo>
                  <a:pt x="11254" y="507486"/>
                </a:lnTo>
                <a:cubicBezTo>
                  <a:pt x="11511" y="507486"/>
                  <a:pt x="11868" y="507840"/>
                  <a:pt x="11868" y="507840"/>
                </a:cubicBezTo>
                <a:lnTo>
                  <a:pt x="15400" y="513985"/>
                </a:lnTo>
                <a:cubicBezTo>
                  <a:pt x="15503" y="514192"/>
                  <a:pt x="15400" y="514652"/>
                  <a:pt x="15400" y="514652"/>
                </a:cubicBezTo>
                <a:lnTo>
                  <a:pt x="11868" y="520793"/>
                </a:lnTo>
                <a:cubicBezTo>
                  <a:pt x="11716" y="521000"/>
                  <a:pt x="11254" y="521152"/>
                  <a:pt x="11254" y="521152"/>
                </a:cubicBezTo>
                <a:close/>
                <a:moveTo>
                  <a:pt x="1200704" y="521155"/>
                </a:moveTo>
                <a:lnTo>
                  <a:pt x="1193642" y="521155"/>
                </a:lnTo>
                <a:cubicBezTo>
                  <a:pt x="1193386" y="521155"/>
                  <a:pt x="1193028" y="520799"/>
                  <a:pt x="1193028" y="520799"/>
                </a:cubicBezTo>
                <a:lnTo>
                  <a:pt x="1189495" y="514654"/>
                </a:lnTo>
                <a:cubicBezTo>
                  <a:pt x="1189393" y="514448"/>
                  <a:pt x="1189495" y="513989"/>
                  <a:pt x="1189495" y="513989"/>
                </a:cubicBezTo>
                <a:lnTo>
                  <a:pt x="1193028" y="507847"/>
                </a:lnTo>
                <a:cubicBezTo>
                  <a:pt x="1193180" y="507644"/>
                  <a:pt x="1193642" y="507487"/>
                  <a:pt x="1193642" y="507487"/>
                </a:cubicBezTo>
                <a:lnTo>
                  <a:pt x="1200704" y="507487"/>
                </a:lnTo>
                <a:cubicBezTo>
                  <a:pt x="1200960" y="507487"/>
                  <a:pt x="1201318" y="507847"/>
                  <a:pt x="1201318" y="507847"/>
                </a:cubicBezTo>
                <a:lnTo>
                  <a:pt x="1204850" y="513989"/>
                </a:lnTo>
                <a:cubicBezTo>
                  <a:pt x="1204952" y="514194"/>
                  <a:pt x="1204850" y="514654"/>
                  <a:pt x="1204850" y="514654"/>
                </a:cubicBezTo>
                <a:lnTo>
                  <a:pt x="1201318" y="520799"/>
                </a:lnTo>
                <a:cubicBezTo>
                  <a:pt x="1201165" y="521004"/>
                  <a:pt x="1200704" y="521155"/>
                  <a:pt x="1200704" y="521155"/>
                </a:cubicBezTo>
                <a:close/>
                <a:moveTo>
                  <a:pt x="2189611" y="526864"/>
                </a:moveTo>
                <a:lnTo>
                  <a:pt x="2182548" y="526864"/>
                </a:lnTo>
                <a:cubicBezTo>
                  <a:pt x="2182291" y="526864"/>
                  <a:pt x="2181933" y="526506"/>
                  <a:pt x="2181933" y="526506"/>
                </a:cubicBezTo>
                <a:lnTo>
                  <a:pt x="2178401" y="520364"/>
                </a:lnTo>
                <a:cubicBezTo>
                  <a:pt x="2178299" y="520159"/>
                  <a:pt x="2178401" y="519699"/>
                  <a:pt x="2178401" y="519699"/>
                </a:cubicBezTo>
                <a:lnTo>
                  <a:pt x="2181933" y="513557"/>
                </a:lnTo>
                <a:cubicBezTo>
                  <a:pt x="2182087" y="513353"/>
                  <a:pt x="2182548" y="513199"/>
                  <a:pt x="2182548" y="513199"/>
                </a:cubicBezTo>
                <a:lnTo>
                  <a:pt x="2189611" y="513199"/>
                </a:lnTo>
                <a:cubicBezTo>
                  <a:pt x="2189865" y="513199"/>
                  <a:pt x="2190225" y="513557"/>
                  <a:pt x="2190225" y="513557"/>
                </a:cubicBezTo>
                <a:lnTo>
                  <a:pt x="2193757" y="519699"/>
                </a:lnTo>
                <a:cubicBezTo>
                  <a:pt x="2193859" y="519903"/>
                  <a:pt x="2193757" y="520364"/>
                  <a:pt x="2193757" y="520364"/>
                </a:cubicBezTo>
                <a:lnTo>
                  <a:pt x="2190225" y="526506"/>
                </a:lnTo>
                <a:cubicBezTo>
                  <a:pt x="2190071" y="526711"/>
                  <a:pt x="2189611" y="526864"/>
                  <a:pt x="2189611" y="526864"/>
                </a:cubicBezTo>
                <a:close/>
                <a:moveTo>
                  <a:pt x="2387835" y="526864"/>
                </a:moveTo>
                <a:lnTo>
                  <a:pt x="2380773" y="526864"/>
                </a:lnTo>
                <a:cubicBezTo>
                  <a:pt x="2380515" y="526864"/>
                  <a:pt x="2380159" y="526506"/>
                  <a:pt x="2380159" y="526506"/>
                </a:cubicBezTo>
                <a:lnTo>
                  <a:pt x="2376626" y="520364"/>
                </a:lnTo>
                <a:cubicBezTo>
                  <a:pt x="2376523" y="520159"/>
                  <a:pt x="2376626" y="519699"/>
                  <a:pt x="2376626" y="519699"/>
                </a:cubicBezTo>
                <a:lnTo>
                  <a:pt x="2380159" y="513557"/>
                </a:lnTo>
                <a:cubicBezTo>
                  <a:pt x="2380312" y="513353"/>
                  <a:pt x="2380773" y="513199"/>
                  <a:pt x="2380773" y="513199"/>
                </a:cubicBezTo>
                <a:lnTo>
                  <a:pt x="2387835" y="513199"/>
                </a:lnTo>
                <a:cubicBezTo>
                  <a:pt x="2388091" y="513199"/>
                  <a:pt x="2388449" y="513557"/>
                  <a:pt x="2388449" y="513557"/>
                </a:cubicBezTo>
                <a:lnTo>
                  <a:pt x="2391981" y="519699"/>
                </a:lnTo>
                <a:cubicBezTo>
                  <a:pt x="2392083" y="519903"/>
                  <a:pt x="2391981" y="520364"/>
                  <a:pt x="2391981" y="520364"/>
                </a:cubicBezTo>
                <a:lnTo>
                  <a:pt x="2388449" y="526506"/>
                </a:lnTo>
                <a:cubicBezTo>
                  <a:pt x="2388296" y="526711"/>
                  <a:pt x="2387835" y="526864"/>
                  <a:pt x="2387835" y="526864"/>
                </a:cubicBezTo>
                <a:close/>
                <a:moveTo>
                  <a:pt x="2586060" y="526864"/>
                </a:moveTo>
                <a:lnTo>
                  <a:pt x="2578998" y="526864"/>
                </a:lnTo>
                <a:cubicBezTo>
                  <a:pt x="2578740" y="526864"/>
                  <a:pt x="2578383" y="526506"/>
                  <a:pt x="2578383" y="526506"/>
                </a:cubicBezTo>
                <a:lnTo>
                  <a:pt x="2574850" y="520364"/>
                </a:lnTo>
                <a:cubicBezTo>
                  <a:pt x="2574749" y="520159"/>
                  <a:pt x="2574850" y="519699"/>
                  <a:pt x="2574850" y="519699"/>
                </a:cubicBezTo>
                <a:lnTo>
                  <a:pt x="2578383" y="513557"/>
                </a:lnTo>
                <a:cubicBezTo>
                  <a:pt x="2578536" y="513353"/>
                  <a:pt x="2578998" y="513199"/>
                  <a:pt x="2578998" y="513199"/>
                </a:cubicBezTo>
                <a:lnTo>
                  <a:pt x="2586060" y="513199"/>
                </a:lnTo>
                <a:cubicBezTo>
                  <a:pt x="2586316" y="513199"/>
                  <a:pt x="2586674" y="513557"/>
                  <a:pt x="2586674" y="513557"/>
                </a:cubicBezTo>
                <a:lnTo>
                  <a:pt x="2590205" y="519699"/>
                </a:lnTo>
                <a:cubicBezTo>
                  <a:pt x="2590308" y="519903"/>
                  <a:pt x="2590205" y="520364"/>
                  <a:pt x="2590205" y="520364"/>
                </a:cubicBezTo>
                <a:lnTo>
                  <a:pt x="2586674" y="526506"/>
                </a:lnTo>
                <a:cubicBezTo>
                  <a:pt x="2586520" y="526711"/>
                  <a:pt x="2586060" y="526864"/>
                  <a:pt x="2586060" y="526864"/>
                </a:cubicBezTo>
                <a:close/>
                <a:moveTo>
                  <a:pt x="2784284" y="526864"/>
                </a:moveTo>
                <a:lnTo>
                  <a:pt x="2777221" y="526864"/>
                </a:lnTo>
                <a:cubicBezTo>
                  <a:pt x="2776966" y="526864"/>
                  <a:pt x="2776607" y="526506"/>
                  <a:pt x="2776607" y="526506"/>
                </a:cubicBezTo>
                <a:lnTo>
                  <a:pt x="2773075" y="520364"/>
                </a:lnTo>
                <a:cubicBezTo>
                  <a:pt x="2772973" y="520159"/>
                  <a:pt x="2773075" y="519699"/>
                  <a:pt x="2773075" y="519699"/>
                </a:cubicBezTo>
                <a:lnTo>
                  <a:pt x="2776607" y="513557"/>
                </a:lnTo>
                <a:cubicBezTo>
                  <a:pt x="2776760" y="513353"/>
                  <a:pt x="2777221" y="513199"/>
                  <a:pt x="2777221" y="513199"/>
                </a:cubicBezTo>
                <a:lnTo>
                  <a:pt x="2784284" y="513199"/>
                </a:lnTo>
                <a:cubicBezTo>
                  <a:pt x="2784540" y="513199"/>
                  <a:pt x="2784898" y="513557"/>
                  <a:pt x="2784898" y="513557"/>
                </a:cubicBezTo>
                <a:lnTo>
                  <a:pt x="2788430" y="519699"/>
                </a:lnTo>
                <a:cubicBezTo>
                  <a:pt x="2788532" y="519903"/>
                  <a:pt x="2788430" y="520364"/>
                  <a:pt x="2788430" y="520364"/>
                </a:cubicBezTo>
                <a:lnTo>
                  <a:pt x="2784898" y="526506"/>
                </a:lnTo>
                <a:cubicBezTo>
                  <a:pt x="2784744" y="526711"/>
                  <a:pt x="2784284" y="526864"/>
                  <a:pt x="2784284" y="526864"/>
                </a:cubicBezTo>
                <a:close/>
                <a:moveTo>
                  <a:pt x="2982559" y="526864"/>
                </a:moveTo>
                <a:lnTo>
                  <a:pt x="2975496" y="526864"/>
                </a:lnTo>
                <a:cubicBezTo>
                  <a:pt x="2975241" y="526864"/>
                  <a:pt x="2974882" y="526506"/>
                  <a:pt x="2974882" y="526506"/>
                </a:cubicBezTo>
                <a:lnTo>
                  <a:pt x="2971351" y="520364"/>
                </a:lnTo>
                <a:cubicBezTo>
                  <a:pt x="2971249" y="520159"/>
                  <a:pt x="2971351" y="519699"/>
                  <a:pt x="2971351" y="519699"/>
                </a:cubicBezTo>
                <a:lnTo>
                  <a:pt x="2974882" y="513557"/>
                </a:lnTo>
                <a:cubicBezTo>
                  <a:pt x="2975036" y="513353"/>
                  <a:pt x="2975496" y="513199"/>
                  <a:pt x="2975496" y="513199"/>
                </a:cubicBezTo>
                <a:lnTo>
                  <a:pt x="2982559" y="513199"/>
                </a:lnTo>
                <a:cubicBezTo>
                  <a:pt x="2982815" y="513199"/>
                  <a:pt x="2983173" y="513557"/>
                  <a:pt x="2983173" y="513557"/>
                </a:cubicBezTo>
                <a:lnTo>
                  <a:pt x="2986706" y="519699"/>
                </a:lnTo>
                <a:cubicBezTo>
                  <a:pt x="2986808" y="519903"/>
                  <a:pt x="2986706" y="520364"/>
                  <a:pt x="2986706" y="520364"/>
                </a:cubicBezTo>
                <a:lnTo>
                  <a:pt x="2983173" y="526506"/>
                </a:lnTo>
                <a:cubicBezTo>
                  <a:pt x="2983020" y="526711"/>
                  <a:pt x="2982559" y="526864"/>
                  <a:pt x="2982559" y="526864"/>
                </a:cubicBezTo>
                <a:close/>
                <a:moveTo>
                  <a:pt x="3180784" y="526864"/>
                </a:moveTo>
                <a:lnTo>
                  <a:pt x="3173721" y="526864"/>
                </a:lnTo>
                <a:cubicBezTo>
                  <a:pt x="3173466" y="526864"/>
                  <a:pt x="3173107" y="526506"/>
                  <a:pt x="3173107" y="526506"/>
                </a:cubicBezTo>
                <a:lnTo>
                  <a:pt x="3169576" y="520364"/>
                </a:lnTo>
                <a:cubicBezTo>
                  <a:pt x="3169473" y="520159"/>
                  <a:pt x="3169576" y="519699"/>
                  <a:pt x="3169576" y="519699"/>
                </a:cubicBezTo>
                <a:lnTo>
                  <a:pt x="3173107" y="513557"/>
                </a:lnTo>
                <a:cubicBezTo>
                  <a:pt x="3173261" y="513353"/>
                  <a:pt x="3173721" y="513199"/>
                  <a:pt x="3173721" y="513199"/>
                </a:cubicBezTo>
                <a:lnTo>
                  <a:pt x="3180784" y="513199"/>
                </a:lnTo>
                <a:cubicBezTo>
                  <a:pt x="3181040" y="513199"/>
                  <a:pt x="3181398" y="513557"/>
                  <a:pt x="3181398" y="513557"/>
                </a:cubicBezTo>
                <a:lnTo>
                  <a:pt x="3184931" y="519699"/>
                </a:lnTo>
                <a:cubicBezTo>
                  <a:pt x="3185033" y="519903"/>
                  <a:pt x="3184931" y="520364"/>
                  <a:pt x="3184931" y="520364"/>
                </a:cubicBezTo>
                <a:lnTo>
                  <a:pt x="3181398" y="526506"/>
                </a:lnTo>
                <a:cubicBezTo>
                  <a:pt x="3181245" y="526711"/>
                  <a:pt x="3180784" y="526864"/>
                  <a:pt x="3180784" y="526864"/>
                </a:cubicBezTo>
                <a:close/>
                <a:moveTo>
                  <a:pt x="3379008" y="526864"/>
                </a:moveTo>
                <a:lnTo>
                  <a:pt x="3371947" y="526864"/>
                </a:lnTo>
                <a:cubicBezTo>
                  <a:pt x="3371690" y="526864"/>
                  <a:pt x="3371332" y="526506"/>
                  <a:pt x="3371332" y="526506"/>
                </a:cubicBezTo>
                <a:lnTo>
                  <a:pt x="3367800" y="520364"/>
                </a:lnTo>
                <a:cubicBezTo>
                  <a:pt x="3367697" y="520159"/>
                  <a:pt x="3367800" y="519699"/>
                  <a:pt x="3367800" y="519699"/>
                </a:cubicBezTo>
                <a:lnTo>
                  <a:pt x="3371332" y="513557"/>
                </a:lnTo>
                <a:cubicBezTo>
                  <a:pt x="3371485" y="513353"/>
                  <a:pt x="3371947" y="513199"/>
                  <a:pt x="3371947" y="513199"/>
                </a:cubicBezTo>
                <a:lnTo>
                  <a:pt x="3379008" y="513199"/>
                </a:lnTo>
                <a:cubicBezTo>
                  <a:pt x="3379265" y="513199"/>
                  <a:pt x="3379624" y="513557"/>
                  <a:pt x="3379624" y="513557"/>
                </a:cubicBezTo>
                <a:lnTo>
                  <a:pt x="3383155" y="519699"/>
                </a:lnTo>
                <a:cubicBezTo>
                  <a:pt x="3383257" y="519903"/>
                  <a:pt x="3383155" y="520364"/>
                  <a:pt x="3383155" y="520364"/>
                </a:cubicBezTo>
                <a:lnTo>
                  <a:pt x="3379624" y="526506"/>
                </a:lnTo>
                <a:cubicBezTo>
                  <a:pt x="3379470" y="526711"/>
                  <a:pt x="3379008" y="526864"/>
                  <a:pt x="3379008" y="526864"/>
                </a:cubicBezTo>
                <a:close/>
                <a:moveTo>
                  <a:pt x="3577234" y="526864"/>
                </a:moveTo>
                <a:lnTo>
                  <a:pt x="3570172" y="526864"/>
                </a:lnTo>
                <a:cubicBezTo>
                  <a:pt x="3569914" y="526864"/>
                  <a:pt x="3569557" y="526506"/>
                  <a:pt x="3569557" y="526506"/>
                </a:cubicBezTo>
                <a:lnTo>
                  <a:pt x="3566024" y="520364"/>
                </a:lnTo>
                <a:cubicBezTo>
                  <a:pt x="3565922" y="520159"/>
                  <a:pt x="3566024" y="519699"/>
                  <a:pt x="3566024" y="519699"/>
                </a:cubicBezTo>
                <a:lnTo>
                  <a:pt x="3569557" y="513557"/>
                </a:lnTo>
                <a:cubicBezTo>
                  <a:pt x="3569709" y="513353"/>
                  <a:pt x="3570172" y="513199"/>
                  <a:pt x="3570172" y="513199"/>
                </a:cubicBezTo>
                <a:lnTo>
                  <a:pt x="3577234" y="513199"/>
                </a:lnTo>
                <a:cubicBezTo>
                  <a:pt x="3577489" y="513199"/>
                  <a:pt x="3577848" y="513557"/>
                  <a:pt x="3577848" y="513557"/>
                </a:cubicBezTo>
                <a:lnTo>
                  <a:pt x="3581379" y="519699"/>
                </a:lnTo>
                <a:cubicBezTo>
                  <a:pt x="3581481" y="519903"/>
                  <a:pt x="3581379" y="520364"/>
                  <a:pt x="3581379" y="520364"/>
                </a:cubicBezTo>
                <a:lnTo>
                  <a:pt x="3577848" y="526506"/>
                </a:lnTo>
                <a:cubicBezTo>
                  <a:pt x="3577694" y="526711"/>
                  <a:pt x="3577234" y="526864"/>
                  <a:pt x="3577234" y="526864"/>
                </a:cubicBezTo>
                <a:close/>
                <a:moveTo>
                  <a:pt x="3775459" y="526864"/>
                </a:moveTo>
                <a:lnTo>
                  <a:pt x="3768396" y="526864"/>
                </a:lnTo>
                <a:cubicBezTo>
                  <a:pt x="3768139" y="526864"/>
                  <a:pt x="3767781" y="526506"/>
                  <a:pt x="3767781" y="526506"/>
                </a:cubicBezTo>
                <a:lnTo>
                  <a:pt x="3764249" y="520364"/>
                </a:lnTo>
                <a:cubicBezTo>
                  <a:pt x="3764147" y="520159"/>
                  <a:pt x="3764249" y="519699"/>
                  <a:pt x="3764249" y="519699"/>
                </a:cubicBezTo>
                <a:lnTo>
                  <a:pt x="3767781" y="513557"/>
                </a:lnTo>
                <a:cubicBezTo>
                  <a:pt x="3767935" y="513353"/>
                  <a:pt x="3768396" y="513199"/>
                  <a:pt x="3768396" y="513199"/>
                </a:cubicBezTo>
                <a:lnTo>
                  <a:pt x="3775459" y="513199"/>
                </a:lnTo>
                <a:cubicBezTo>
                  <a:pt x="3775713" y="513199"/>
                  <a:pt x="3776073" y="513557"/>
                  <a:pt x="3776073" y="513557"/>
                </a:cubicBezTo>
                <a:lnTo>
                  <a:pt x="3779604" y="519699"/>
                </a:lnTo>
                <a:cubicBezTo>
                  <a:pt x="3779706" y="519903"/>
                  <a:pt x="3779604" y="520364"/>
                  <a:pt x="3779604" y="520364"/>
                </a:cubicBezTo>
                <a:lnTo>
                  <a:pt x="3776073" y="526506"/>
                </a:lnTo>
                <a:cubicBezTo>
                  <a:pt x="3775919" y="526711"/>
                  <a:pt x="3775459" y="526864"/>
                  <a:pt x="3775459" y="526864"/>
                </a:cubicBezTo>
                <a:close/>
                <a:moveTo>
                  <a:pt x="3973734" y="526864"/>
                </a:moveTo>
                <a:lnTo>
                  <a:pt x="3966671" y="526864"/>
                </a:lnTo>
                <a:cubicBezTo>
                  <a:pt x="3966415" y="526864"/>
                  <a:pt x="3966057" y="526506"/>
                  <a:pt x="3966057" y="526506"/>
                </a:cubicBezTo>
                <a:lnTo>
                  <a:pt x="3962525" y="520364"/>
                </a:lnTo>
                <a:cubicBezTo>
                  <a:pt x="3962423" y="520159"/>
                  <a:pt x="3962525" y="519699"/>
                  <a:pt x="3962525" y="519699"/>
                </a:cubicBezTo>
                <a:lnTo>
                  <a:pt x="3966057" y="513557"/>
                </a:lnTo>
                <a:cubicBezTo>
                  <a:pt x="3966211" y="513353"/>
                  <a:pt x="3966671" y="513199"/>
                  <a:pt x="3966671" y="513199"/>
                </a:cubicBezTo>
                <a:lnTo>
                  <a:pt x="3973734" y="513199"/>
                </a:lnTo>
                <a:cubicBezTo>
                  <a:pt x="3973990" y="513199"/>
                  <a:pt x="3974348" y="513557"/>
                  <a:pt x="3974348" y="513557"/>
                </a:cubicBezTo>
                <a:lnTo>
                  <a:pt x="3977880" y="519699"/>
                </a:lnTo>
                <a:cubicBezTo>
                  <a:pt x="3977982" y="519903"/>
                  <a:pt x="3977880" y="520364"/>
                  <a:pt x="3977880" y="520364"/>
                </a:cubicBezTo>
                <a:lnTo>
                  <a:pt x="3974348" y="526506"/>
                </a:lnTo>
                <a:cubicBezTo>
                  <a:pt x="3974195" y="526711"/>
                  <a:pt x="3973734" y="526864"/>
                  <a:pt x="3973734" y="526864"/>
                </a:cubicBezTo>
                <a:close/>
                <a:moveTo>
                  <a:pt x="4171959" y="526864"/>
                </a:moveTo>
                <a:lnTo>
                  <a:pt x="4164896" y="526864"/>
                </a:lnTo>
                <a:cubicBezTo>
                  <a:pt x="4164640" y="526864"/>
                  <a:pt x="4164282" y="526506"/>
                  <a:pt x="4164282" y="526506"/>
                </a:cubicBezTo>
                <a:lnTo>
                  <a:pt x="4160751" y="520364"/>
                </a:lnTo>
                <a:cubicBezTo>
                  <a:pt x="4160648" y="520159"/>
                  <a:pt x="4160751" y="519699"/>
                  <a:pt x="4160751" y="519699"/>
                </a:cubicBezTo>
                <a:lnTo>
                  <a:pt x="4164282" y="513557"/>
                </a:lnTo>
                <a:cubicBezTo>
                  <a:pt x="4164435" y="513353"/>
                  <a:pt x="4164896" y="513199"/>
                  <a:pt x="4164896" y="513199"/>
                </a:cubicBezTo>
                <a:lnTo>
                  <a:pt x="4171959" y="513199"/>
                </a:lnTo>
                <a:cubicBezTo>
                  <a:pt x="4172215" y="513199"/>
                  <a:pt x="4172573" y="513557"/>
                  <a:pt x="4172573" y="513557"/>
                </a:cubicBezTo>
                <a:lnTo>
                  <a:pt x="4176105" y="519699"/>
                </a:lnTo>
                <a:cubicBezTo>
                  <a:pt x="4176207" y="519903"/>
                  <a:pt x="4176105" y="520364"/>
                  <a:pt x="4176105" y="520364"/>
                </a:cubicBezTo>
                <a:lnTo>
                  <a:pt x="4172573" y="526506"/>
                </a:lnTo>
                <a:cubicBezTo>
                  <a:pt x="4172419" y="526711"/>
                  <a:pt x="4171959" y="526864"/>
                  <a:pt x="4171959" y="526864"/>
                </a:cubicBezTo>
                <a:close/>
                <a:moveTo>
                  <a:pt x="4370183" y="526864"/>
                </a:moveTo>
                <a:lnTo>
                  <a:pt x="4363121" y="526864"/>
                </a:lnTo>
                <a:cubicBezTo>
                  <a:pt x="4362864" y="526864"/>
                  <a:pt x="4362506" y="526506"/>
                  <a:pt x="4362506" y="526506"/>
                </a:cubicBezTo>
                <a:lnTo>
                  <a:pt x="4358975" y="520364"/>
                </a:lnTo>
                <a:cubicBezTo>
                  <a:pt x="4358872" y="520159"/>
                  <a:pt x="4358975" y="519699"/>
                  <a:pt x="4358975" y="519699"/>
                </a:cubicBezTo>
                <a:lnTo>
                  <a:pt x="4362506" y="513557"/>
                </a:lnTo>
                <a:cubicBezTo>
                  <a:pt x="4362660" y="513353"/>
                  <a:pt x="4363121" y="513199"/>
                  <a:pt x="4363121" y="513199"/>
                </a:cubicBezTo>
                <a:lnTo>
                  <a:pt x="4370183" y="513199"/>
                </a:lnTo>
                <a:cubicBezTo>
                  <a:pt x="4370439" y="513199"/>
                  <a:pt x="4370797" y="513557"/>
                  <a:pt x="4370797" y="513557"/>
                </a:cubicBezTo>
                <a:lnTo>
                  <a:pt x="4374329" y="519699"/>
                </a:lnTo>
                <a:cubicBezTo>
                  <a:pt x="4374432" y="519903"/>
                  <a:pt x="4374329" y="520364"/>
                  <a:pt x="4374329" y="520364"/>
                </a:cubicBezTo>
                <a:lnTo>
                  <a:pt x="4370797" y="526506"/>
                </a:lnTo>
                <a:cubicBezTo>
                  <a:pt x="4370643" y="526711"/>
                  <a:pt x="4370183" y="526864"/>
                  <a:pt x="4370183" y="526864"/>
                </a:cubicBezTo>
                <a:close/>
                <a:moveTo>
                  <a:pt x="4568408" y="526864"/>
                </a:moveTo>
                <a:lnTo>
                  <a:pt x="4561345" y="526864"/>
                </a:lnTo>
                <a:cubicBezTo>
                  <a:pt x="4561089" y="526864"/>
                  <a:pt x="4560731" y="526506"/>
                  <a:pt x="4560731" y="526506"/>
                </a:cubicBezTo>
                <a:lnTo>
                  <a:pt x="4557199" y="520364"/>
                </a:lnTo>
                <a:cubicBezTo>
                  <a:pt x="4557097" y="520159"/>
                  <a:pt x="4557199" y="519699"/>
                  <a:pt x="4557199" y="519699"/>
                </a:cubicBezTo>
                <a:lnTo>
                  <a:pt x="4560731" y="513557"/>
                </a:lnTo>
                <a:cubicBezTo>
                  <a:pt x="4560884" y="513353"/>
                  <a:pt x="4561345" y="513199"/>
                  <a:pt x="4561345" y="513199"/>
                </a:cubicBezTo>
                <a:lnTo>
                  <a:pt x="4568408" y="513199"/>
                </a:lnTo>
                <a:cubicBezTo>
                  <a:pt x="4568663" y="513199"/>
                  <a:pt x="4569022" y="513557"/>
                  <a:pt x="4569022" y="513557"/>
                </a:cubicBezTo>
                <a:lnTo>
                  <a:pt x="4572554" y="519699"/>
                </a:lnTo>
                <a:cubicBezTo>
                  <a:pt x="4572656" y="519903"/>
                  <a:pt x="4572554" y="520364"/>
                  <a:pt x="4572554" y="520364"/>
                </a:cubicBezTo>
                <a:lnTo>
                  <a:pt x="4569022" y="526506"/>
                </a:lnTo>
                <a:cubicBezTo>
                  <a:pt x="4568869" y="526711"/>
                  <a:pt x="4568408" y="526864"/>
                  <a:pt x="4568408" y="526864"/>
                </a:cubicBezTo>
                <a:close/>
                <a:moveTo>
                  <a:pt x="4766683" y="526864"/>
                </a:moveTo>
                <a:lnTo>
                  <a:pt x="4759621" y="526864"/>
                </a:lnTo>
                <a:cubicBezTo>
                  <a:pt x="4759364" y="526864"/>
                  <a:pt x="4759007" y="526506"/>
                  <a:pt x="4759007" y="526506"/>
                </a:cubicBezTo>
                <a:lnTo>
                  <a:pt x="4755475" y="520364"/>
                </a:lnTo>
                <a:cubicBezTo>
                  <a:pt x="4755372" y="520159"/>
                  <a:pt x="4755475" y="519699"/>
                  <a:pt x="4755475" y="519699"/>
                </a:cubicBezTo>
                <a:lnTo>
                  <a:pt x="4759007" y="513557"/>
                </a:lnTo>
                <a:cubicBezTo>
                  <a:pt x="4759160" y="513353"/>
                  <a:pt x="4759621" y="513199"/>
                  <a:pt x="4759621" y="513199"/>
                </a:cubicBezTo>
                <a:lnTo>
                  <a:pt x="4766683" y="513199"/>
                </a:lnTo>
                <a:cubicBezTo>
                  <a:pt x="4766940" y="513199"/>
                  <a:pt x="4767297" y="513557"/>
                  <a:pt x="4767297" y="513557"/>
                </a:cubicBezTo>
                <a:lnTo>
                  <a:pt x="4770829" y="519699"/>
                </a:lnTo>
                <a:cubicBezTo>
                  <a:pt x="4770932" y="519903"/>
                  <a:pt x="4770829" y="520364"/>
                  <a:pt x="4770829" y="520364"/>
                </a:cubicBezTo>
                <a:lnTo>
                  <a:pt x="4767297" y="526506"/>
                </a:lnTo>
                <a:cubicBezTo>
                  <a:pt x="4767144" y="526711"/>
                  <a:pt x="4766683" y="526864"/>
                  <a:pt x="4766683" y="526864"/>
                </a:cubicBezTo>
                <a:close/>
                <a:moveTo>
                  <a:pt x="4964909" y="526864"/>
                </a:moveTo>
                <a:lnTo>
                  <a:pt x="4957846" y="526864"/>
                </a:lnTo>
                <a:cubicBezTo>
                  <a:pt x="4957589" y="526864"/>
                  <a:pt x="4957232" y="526506"/>
                  <a:pt x="4957232" y="526506"/>
                </a:cubicBezTo>
                <a:lnTo>
                  <a:pt x="4953699" y="520364"/>
                </a:lnTo>
                <a:cubicBezTo>
                  <a:pt x="4953597" y="520159"/>
                  <a:pt x="4953699" y="519699"/>
                  <a:pt x="4953699" y="519699"/>
                </a:cubicBezTo>
                <a:lnTo>
                  <a:pt x="4957232" y="513557"/>
                </a:lnTo>
                <a:cubicBezTo>
                  <a:pt x="4957384" y="513353"/>
                  <a:pt x="4957846" y="513199"/>
                  <a:pt x="4957846" y="513199"/>
                </a:cubicBezTo>
                <a:lnTo>
                  <a:pt x="4964909" y="513199"/>
                </a:lnTo>
                <a:cubicBezTo>
                  <a:pt x="4965164" y="513199"/>
                  <a:pt x="4965523" y="513557"/>
                  <a:pt x="4965523" y="513557"/>
                </a:cubicBezTo>
                <a:lnTo>
                  <a:pt x="4969054" y="519699"/>
                </a:lnTo>
                <a:cubicBezTo>
                  <a:pt x="4969156" y="519903"/>
                  <a:pt x="4969054" y="520364"/>
                  <a:pt x="4969054" y="520364"/>
                </a:cubicBezTo>
                <a:lnTo>
                  <a:pt x="4965523" y="526506"/>
                </a:lnTo>
                <a:cubicBezTo>
                  <a:pt x="4965369" y="526711"/>
                  <a:pt x="4964909" y="526864"/>
                  <a:pt x="4964909" y="526864"/>
                </a:cubicBezTo>
                <a:close/>
                <a:moveTo>
                  <a:pt x="5163134" y="526864"/>
                </a:moveTo>
                <a:lnTo>
                  <a:pt x="5156070" y="526864"/>
                </a:lnTo>
                <a:cubicBezTo>
                  <a:pt x="5155814" y="526864"/>
                  <a:pt x="5155456" y="526506"/>
                  <a:pt x="5155456" y="526506"/>
                </a:cubicBezTo>
                <a:lnTo>
                  <a:pt x="5151924" y="520364"/>
                </a:lnTo>
                <a:cubicBezTo>
                  <a:pt x="5151822" y="520159"/>
                  <a:pt x="5151924" y="519699"/>
                  <a:pt x="5151924" y="519699"/>
                </a:cubicBezTo>
                <a:lnTo>
                  <a:pt x="5155456" y="513557"/>
                </a:lnTo>
                <a:cubicBezTo>
                  <a:pt x="5155610" y="513353"/>
                  <a:pt x="5156070" y="513199"/>
                  <a:pt x="5156070" y="513199"/>
                </a:cubicBezTo>
                <a:lnTo>
                  <a:pt x="5163134" y="513199"/>
                </a:lnTo>
                <a:cubicBezTo>
                  <a:pt x="5163388" y="513199"/>
                  <a:pt x="5163748" y="513557"/>
                  <a:pt x="5163748" y="513557"/>
                </a:cubicBezTo>
                <a:lnTo>
                  <a:pt x="5167279" y="519699"/>
                </a:lnTo>
                <a:cubicBezTo>
                  <a:pt x="5167381" y="519903"/>
                  <a:pt x="5167279" y="520364"/>
                  <a:pt x="5167279" y="520364"/>
                </a:cubicBezTo>
                <a:lnTo>
                  <a:pt x="5163748" y="526506"/>
                </a:lnTo>
                <a:cubicBezTo>
                  <a:pt x="5163594" y="526711"/>
                  <a:pt x="5163134" y="526864"/>
                  <a:pt x="5163134" y="526864"/>
                </a:cubicBezTo>
                <a:close/>
                <a:moveTo>
                  <a:pt x="5361358" y="526864"/>
                </a:moveTo>
                <a:lnTo>
                  <a:pt x="5354295" y="526864"/>
                </a:lnTo>
                <a:cubicBezTo>
                  <a:pt x="5354038" y="526864"/>
                  <a:pt x="5353680" y="526506"/>
                  <a:pt x="5353680" y="526506"/>
                </a:cubicBezTo>
                <a:lnTo>
                  <a:pt x="5350149" y="520364"/>
                </a:lnTo>
                <a:cubicBezTo>
                  <a:pt x="5350047" y="520159"/>
                  <a:pt x="5350149" y="519699"/>
                  <a:pt x="5350149" y="519699"/>
                </a:cubicBezTo>
                <a:lnTo>
                  <a:pt x="5353680" y="513557"/>
                </a:lnTo>
                <a:cubicBezTo>
                  <a:pt x="5353835" y="513353"/>
                  <a:pt x="5354295" y="513199"/>
                  <a:pt x="5354295" y="513199"/>
                </a:cubicBezTo>
                <a:lnTo>
                  <a:pt x="5361358" y="513199"/>
                </a:lnTo>
                <a:cubicBezTo>
                  <a:pt x="5361614" y="513199"/>
                  <a:pt x="5361972" y="513557"/>
                  <a:pt x="5361972" y="513557"/>
                </a:cubicBezTo>
                <a:lnTo>
                  <a:pt x="5365503" y="519699"/>
                </a:lnTo>
                <a:cubicBezTo>
                  <a:pt x="5365606" y="519903"/>
                  <a:pt x="5365503" y="520364"/>
                  <a:pt x="5365503" y="520364"/>
                </a:cubicBezTo>
                <a:lnTo>
                  <a:pt x="5361972" y="526506"/>
                </a:lnTo>
                <a:cubicBezTo>
                  <a:pt x="5361818" y="526711"/>
                  <a:pt x="5361358" y="526864"/>
                  <a:pt x="5361358" y="526864"/>
                </a:cubicBezTo>
                <a:close/>
                <a:moveTo>
                  <a:pt x="5559633" y="526864"/>
                </a:moveTo>
                <a:lnTo>
                  <a:pt x="5552569" y="526864"/>
                </a:lnTo>
                <a:cubicBezTo>
                  <a:pt x="5552314" y="526864"/>
                  <a:pt x="5551956" y="526506"/>
                  <a:pt x="5551956" y="526506"/>
                </a:cubicBezTo>
                <a:lnTo>
                  <a:pt x="5548424" y="520364"/>
                </a:lnTo>
                <a:cubicBezTo>
                  <a:pt x="5548322" y="520159"/>
                  <a:pt x="5548424" y="519699"/>
                  <a:pt x="5548424" y="519699"/>
                </a:cubicBezTo>
                <a:lnTo>
                  <a:pt x="5551956" y="513557"/>
                </a:lnTo>
                <a:cubicBezTo>
                  <a:pt x="5552109" y="513353"/>
                  <a:pt x="5552569" y="513199"/>
                  <a:pt x="5552569" y="513199"/>
                </a:cubicBezTo>
                <a:lnTo>
                  <a:pt x="5559633" y="513199"/>
                </a:lnTo>
                <a:cubicBezTo>
                  <a:pt x="5559889" y="513199"/>
                  <a:pt x="5560246" y="513557"/>
                  <a:pt x="5560246" y="513557"/>
                </a:cubicBezTo>
                <a:lnTo>
                  <a:pt x="5563779" y="519699"/>
                </a:lnTo>
                <a:cubicBezTo>
                  <a:pt x="5563881" y="519903"/>
                  <a:pt x="5563779" y="520364"/>
                  <a:pt x="5563779" y="520364"/>
                </a:cubicBezTo>
                <a:lnTo>
                  <a:pt x="5560246" y="526506"/>
                </a:lnTo>
                <a:cubicBezTo>
                  <a:pt x="5560094" y="526711"/>
                  <a:pt x="5559633" y="526864"/>
                  <a:pt x="5559633" y="526864"/>
                </a:cubicBezTo>
                <a:close/>
                <a:moveTo>
                  <a:pt x="5757857" y="526864"/>
                </a:moveTo>
                <a:lnTo>
                  <a:pt x="5750795" y="526864"/>
                </a:lnTo>
                <a:cubicBezTo>
                  <a:pt x="5750538" y="526864"/>
                  <a:pt x="5750181" y="526506"/>
                  <a:pt x="5750181" y="526506"/>
                </a:cubicBezTo>
                <a:lnTo>
                  <a:pt x="5746649" y="520364"/>
                </a:lnTo>
                <a:cubicBezTo>
                  <a:pt x="5746546" y="520159"/>
                  <a:pt x="5746649" y="519699"/>
                  <a:pt x="5746649" y="519699"/>
                </a:cubicBezTo>
                <a:lnTo>
                  <a:pt x="5750181" y="513557"/>
                </a:lnTo>
                <a:cubicBezTo>
                  <a:pt x="5750333" y="513353"/>
                  <a:pt x="5750795" y="513199"/>
                  <a:pt x="5750795" y="513199"/>
                </a:cubicBezTo>
                <a:lnTo>
                  <a:pt x="5757857" y="513199"/>
                </a:lnTo>
                <a:cubicBezTo>
                  <a:pt x="5758114" y="513199"/>
                  <a:pt x="5758471" y="513557"/>
                  <a:pt x="5758471" y="513557"/>
                </a:cubicBezTo>
                <a:lnTo>
                  <a:pt x="5762003" y="519699"/>
                </a:lnTo>
                <a:cubicBezTo>
                  <a:pt x="5762106" y="519903"/>
                  <a:pt x="5762003" y="520364"/>
                  <a:pt x="5762003" y="520364"/>
                </a:cubicBezTo>
                <a:lnTo>
                  <a:pt x="5758471" y="526506"/>
                </a:lnTo>
                <a:cubicBezTo>
                  <a:pt x="5758318" y="526711"/>
                  <a:pt x="5757857" y="526864"/>
                  <a:pt x="5757857" y="526864"/>
                </a:cubicBezTo>
                <a:close/>
                <a:moveTo>
                  <a:pt x="5956083" y="526864"/>
                </a:moveTo>
                <a:lnTo>
                  <a:pt x="5949019" y="526864"/>
                </a:lnTo>
                <a:cubicBezTo>
                  <a:pt x="5948763" y="526864"/>
                  <a:pt x="5948405" y="526506"/>
                  <a:pt x="5948405" y="526506"/>
                </a:cubicBezTo>
                <a:lnTo>
                  <a:pt x="5944873" y="520364"/>
                </a:lnTo>
                <a:cubicBezTo>
                  <a:pt x="5944771" y="520159"/>
                  <a:pt x="5944873" y="519699"/>
                  <a:pt x="5944873" y="519699"/>
                </a:cubicBezTo>
                <a:lnTo>
                  <a:pt x="5948405" y="513557"/>
                </a:lnTo>
                <a:cubicBezTo>
                  <a:pt x="5948558" y="513353"/>
                  <a:pt x="5949019" y="513199"/>
                  <a:pt x="5949019" y="513199"/>
                </a:cubicBezTo>
                <a:lnTo>
                  <a:pt x="5956083" y="513199"/>
                </a:lnTo>
                <a:cubicBezTo>
                  <a:pt x="5956338" y="513199"/>
                  <a:pt x="5956697" y="513557"/>
                  <a:pt x="5956697" y="513557"/>
                </a:cubicBezTo>
                <a:lnTo>
                  <a:pt x="5960227" y="519699"/>
                </a:lnTo>
                <a:cubicBezTo>
                  <a:pt x="5960330" y="519903"/>
                  <a:pt x="5960227" y="520364"/>
                  <a:pt x="5960227" y="520364"/>
                </a:cubicBezTo>
                <a:lnTo>
                  <a:pt x="5956697" y="526506"/>
                </a:lnTo>
                <a:cubicBezTo>
                  <a:pt x="5956542" y="526711"/>
                  <a:pt x="5956083" y="526864"/>
                  <a:pt x="5956083" y="526864"/>
                </a:cubicBezTo>
                <a:close/>
                <a:moveTo>
                  <a:pt x="6154307" y="526864"/>
                </a:moveTo>
                <a:lnTo>
                  <a:pt x="6147243" y="526864"/>
                </a:lnTo>
                <a:cubicBezTo>
                  <a:pt x="6146988" y="526864"/>
                  <a:pt x="6146629" y="526506"/>
                  <a:pt x="6146629" y="526506"/>
                </a:cubicBezTo>
                <a:lnTo>
                  <a:pt x="6143098" y="520364"/>
                </a:lnTo>
                <a:cubicBezTo>
                  <a:pt x="6142996" y="520159"/>
                  <a:pt x="6143098" y="519699"/>
                  <a:pt x="6143098" y="519699"/>
                </a:cubicBezTo>
                <a:lnTo>
                  <a:pt x="6146629" y="513557"/>
                </a:lnTo>
                <a:cubicBezTo>
                  <a:pt x="6146783" y="513353"/>
                  <a:pt x="6147243" y="513199"/>
                  <a:pt x="6147243" y="513199"/>
                </a:cubicBezTo>
                <a:lnTo>
                  <a:pt x="6154307" y="513199"/>
                </a:lnTo>
                <a:cubicBezTo>
                  <a:pt x="6154562" y="513199"/>
                  <a:pt x="6154921" y="513557"/>
                  <a:pt x="6154921" y="513557"/>
                </a:cubicBezTo>
                <a:lnTo>
                  <a:pt x="6158453" y="519699"/>
                </a:lnTo>
                <a:cubicBezTo>
                  <a:pt x="6158554" y="519903"/>
                  <a:pt x="6158453" y="520364"/>
                  <a:pt x="6158453" y="520364"/>
                </a:cubicBezTo>
                <a:lnTo>
                  <a:pt x="6154921" y="526506"/>
                </a:lnTo>
                <a:cubicBezTo>
                  <a:pt x="6154768" y="526711"/>
                  <a:pt x="6154307" y="526864"/>
                  <a:pt x="6154307" y="526864"/>
                </a:cubicBezTo>
                <a:close/>
                <a:moveTo>
                  <a:pt x="6352582" y="526864"/>
                </a:moveTo>
                <a:lnTo>
                  <a:pt x="6345519" y="526864"/>
                </a:lnTo>
                <a:cubicBezTo>
                  <a:pt x="6345263" y="526864"/>
                  <a:pt x="6344904" y="526506"/>
                  <a:pt x="6344904" y="526506"/>
                </a:cubicBezTo>
                <a:lnTo>
                  <a:pt x="6341373" y="520364"/>
                </a:lnTo>
                <a:cubicBezTo>
                  <a:pt x="6341271" y="520159"/>
                  <a:pt x="6341373" y="519699"/>
                  <a:pt x="6341373" y="519699"/>
                </a:cubicBezTo>
                <a:lnTo>
                  <a:pt x="6344904" y="513557"/>
                </a:lnTo>
                <a:cubicBezTo>
                  <a:pt x="6345058" y="513353"/>
                  <a:pt x="6345519" y="513199"/>
                  <a:pt x="6345519" y="513199"/>
                </a:cubicBezTo>
                <a:lnTo>
                  <a:pt x="6352582" y="513199"/>
                </a:lnTo>
                <a:cubicBezTo>
                  <a:pt x="6352838" y="513199"/>
                  <a:pt x="6353196" y="513557"/>
                  <a:pt x="6353196" y="513557"/>
                </a:cubicBezTo>
                <a:lnTo>
                  <a:pt x="6356728" y="519699"/>
                </a:lnTo>
                <a:cubicBezTo>
                  <a:pt x="6356830" y="519903"/>
                  <a:pt x="6356728" y="520364"/>
                  <a:pt x="6356728" y="520364"/>
                </a:cubicBezTo>
                <a:lnTo>
                  <a:pt x="6353196" y="526506"/>
                </a:lnTo>
                <a:cubicBezTo>
                  <a:pt x="6353043" y="526711"/>
                  <a:pt x="6352582" y="526864"/>
                  <a:pt x="6352582" y="526864"/>
                </a:cubicBezTo>
                <a:close/>
                <a:moveTo>
                  <a:pt x="6550807" y="526864"/>
                </a:moveTo>
                <a:lnTo>
                  <a:pt x="6543744" y="526864"/>
                </a:lnTo>
                <a:cubicBezTo>
                  <a:pt x="6543488" y="526864"/>
                  <a:pt x="6543129" y="526506"/>
                  <a:pt x="6543129" y="526506"/>
                </a:cubicBezTo>
                <a:lnTo>
                  <a:pt x="6539598" y="520364"/>
                </a:lnTo>
                <a:cubicBezTo>
                  <a:pt x="6539495" y="520159"/>
                  <a:pt x="6539598" y="519699"/>
                  <a:pt x="6539598" y="519699"/>
                </a:cubicBezTo>
                <a:lnTo>
                  <a:pt x="6543129" y="513557"/>
                </a:lnTo>
                <a:cubicBezTo>
                  <a:pt x="6543282" y="513353"/>
                  <a:pt x="6543744" y="513199"/>
                  <a:pt x="6543744" y="513199"/>
                </a:cubicBezTo>
                <a:lnTo>
                  <a:pt x="6550807" y="513199"/>
                </a:lnTo>
                <a:cubicBezTo>
                  <a:pt x="6551063" y="513199"/>
                  <a:pt x="6551420" y="513557"/>
                  <a:pt x="6551420" y="513557"/>
                </a:cubicBezTo>
                <a:lnTo>
                  <a:pt x="6554953" y="519699"/>
                </a:lnTo>
                <a:cubicBezTo>
                  <a:pt x="6555055" y="519903"/>
                  <a:pt x="6554953" y="520364"/>
                  <a:pt x="6554953" y="520364"/>
                </a:cubicBezTo>
                <a:lnTo>
                  <a:pt x="6551420" y="526506"/>
                </a:lnTo>
                <a:cubicBezTo>
                  <a:pt x="6551267" y="526711"/>
                  <a:pt x="6550807" y="526864"/>
                  <a:pt x="6550807" y="526864"/>
                </a:cubicBezTo>
                <a:close/>
                <a:moveTo>
                  <a:pt x="6749031" y="526864"/>
                </a:moveTo>
                <a:lnTo>
                  <a:pt x="6741967" y="526864"/>
                </a:lnTo>
                <a:cubicBezTo>
                  <a:pt x="6741711" y="526864"/>
                  <a:pt x="6741354" y="526506"/>
                  <a:pt x="6741354" y="526506"/>
                </a:cubicBezTo>
                <a:lnTo>
                  <a:pt x="6737823" y="520364"/>
                </a:lnTo>
                <a:cubicBezTo>
                  <a:pt x="6737720" y="520159"/>
                  <a:pt x="6737823" y="519699"/>
                  <a:pt x="6737823" y="519699"/>
                </a:cubicBezTo>
                <a:lnTo>
                  <a:pt x="6741354" y="513557"/>
                </a:lnTo>
                <a:cubicBezTo>
                  <a:pt x="6741508" y="513353"/>
                  <a:pt x="6741967" y="513199"/>
                  <a:pt x="6741967" y="513199"/>
                </a:cubicBezTo>
                <a:lnTo>
                  <a:pt x="6749031" y="513199"/>
                </a:lnTo>
                <a:cubicBezTo>
                  <a:pt x="6749287" y="513199"/>
                  <a:pt x="6749646" y="513557"/>
                  <a:pt x="6749646" y="513557"/>
                </a:cubicBezTo>
                <a:lnTo>
                  <a:pt x="6753177" y="519699"/>
                </a:lnTo>
                <a:cubicBezTo>
                  <a:pt x="6753279" y="519903"/>
                  <a:pt x="6753177" y="520364"/>
                  <a:pt x="6753177" y="520364"/>
                </a:cubicBezTo>
                <a:lnTo>
                  <a:pt x="6749646" y="526506"/>
                </a:lnTo>
                <a:cubicBezTo>
                  <a:pt x="6749491" y="526711"/>
                  <a:pt x="6749031" y="526864"/>
                  <a:pt x="6749031" y="526864"/>
                </a:cubicBezTo>
                <a:close/>
                <a:moveTo>
                  <a:pt x="6947256" y="526864"/>
                </a:moveTo>
                <a:lnTo>
                  <a:pt x="6940193" y="526864"/>
                </a:lnTo>
                <a:cubicBezTo>
                  <a:pt x="6939937" y="526864"/>
                  <a:pt x="6939578" y="526506"/>
                  <a:pt x="6939578" y="526506"/>
                </a:cubicBezTo>
                <a:lnTo>
                  <a:pt x="6936048" y="520364"/>
                </a:lnTo>
                <a:cubicBezTo>
                  <a:pt x="6935945" y="520159"/>
                  <a:pt x="6936048" y="519699"/>
                  <a:pt x="6936048" y="519699"/>
                </a:cubicBezTo>
                <a:lnTo>
                  <a:pt x="6939578" y="513557"/>
                </a:lnTo>
                <a:cubicBezTo>
                  <a:pt x="6939733" y="513353"/>
                  <a:pt x="6940193" y="513199"/>
                  <a:pt x="6940193" y="513199"/>
                </a:cubicBezTo>
                <a:lnTo>
                  <a:pt x="6947256" y="513199"/>
                </a:lnTo>
                <a:cubicBezTo>
                  <a:pt x="6947512" y="513199"/>
                  <a:pt x="6947870" y="513557"/>
                  <a:pt x="6947870" y="513557"/>
                </a:cubicBezTo>
                <a:lnTo>
                  <a:pt x="6951402" y="519699"/>
                </a:lnTo>
                <a:cubicBezTo>
                  <a:pt x="6951504" y="519903"/>
                  <a:pt x="6951402" y="520364"/>
                  <a:pt x="6951402" y="520364"/>
                </a:cubicBezTo>
                <a:lnTo>
                  <a:pt x="6947870" y="526506"/>
                </a:lnTo>
                <a:cubicBezTo>
                  <a:pt x="6947717" y="526711"/>
                  <a:pt x="6947256" y="526864"/>
                  <a:pt x="6947256" y="526864"/>
                </a:cubicBezTo>
                <a:close/>
                <a:moveTo>
                  <a:pt x="7145422" y="526864"/>
                </a:moveTo>
                <a:lnTo>
                  <a:pt x="7138361" y="526864"/>
                </a:lnTo>
                <a:cubicBezTo>
                  <a:pt x="7138105" y="526864"/>
                  <a:pt x="7137746" y="526506"/>
                  <a:pt x="7137746" y="526506"/>
                </a:cubicBezTo>
                <a:lnTo>
                  <a:pt x="7134214" y="520364"/>
                </a:lnTo>
                <a:cubicBezTo>
                  <a:pt x="7134112" y="520159"/>
                  <a:pt x="7134214" y="519699"/>
                  <a:pt x="7134214" y="519699"/>
                </a:cubicBezTo>
                <a:lnTo>
                  <a:pt x="7137746" y="513557"/>
                </a:lnTo>
                <a:cubicBezTo>
                  <a:pt x="7137900" y="513353"/>
                  <a:pt x="7138361" y="513199"/>
                  <a:pt x="7138361" y="513199"/>
                </a:cubicBezTo>
                <a:lnTo>
                  <a:pt x="7145422" y="513199"/>
                </a:lnTo>
                <a:cubicBezTo>
                  <a:pt x="7145680" y="513199"/>
                  <a:pt x="7146038" y="513557"/>
                  <a:pt x="7146038" y="513557"/>
                </a:cubicBezTo>
                <a:lnTo>
                  <a:pt x="7149570" y="519699"/>
                </a:lnTo>
                <a:cubicBezTo>
                  <a:pt x="7149671" y="519903"/>
                  <a:pt x="7149570" y="520364"/>
                  <a:pt x="7149570" y="520364"/>
                </a:cubicBezTo>
                <a:lnTo>
                  <a:pt x="7146038" y="526506"/>
                </a:lnTo>
                <a:cubicBezTo>
                  <a:pt x="7145885" y="526711"/>
                  <a:pt x="7145422" y="526864"/>
                  <a:pt x="7145422" y="526864"/>
                </a:cubicBezTo>
                <a:close/>
                <a:moveTo>
                  <a:pt x="7343599" y="526864"/>
                </a:moveTo>
                <a:lnTo>
                  <a:pt x="7336535" y="526864"/>
                </a:lnTo>
                <a:cubicBezTo>
                  <a:pt x="7336280" y="526864"/>
                  <a:pt x="7335921" y="526506"/>
                  <a:pt x="7335921" y="526506"/>
                </a:cubicBezTo>
                <a:lnTo>
                  <a:pt x="7332389" y="520364"/>
                </a:lnTo>
                <a:cubicBezTo>
                  <a:pt x="7332287" y="520159"/>
                  <a:pt x="7332389" y="519699"/>
                  <a:pt x="7332389" y="519699"/>
                </a:cubicBezTo>
                <a:lnTo>
                  <a:pt x="7335921" y="513557"/>
                </a:lnTo>
                <a:cubicBezTo>
                  <a:pt x="7336074" y="513353"/>
                  <a:pt x="7336535" y="513199"/>
                  <a:pt x="7336535" y="513199"/>
                </a:cubicBezTo>
                <a:lnTo>
                  <a:pt x="7343599" y="513199"/>
                </a:lnTo>
                <a:cubicBezTo>
                  <a:pt x="7343854" y="513199"/>
                  <a:pt x="7344212" y="513557"/>
                  <a:pt x="7344212" y="513557"/>
                </a:cubicBezTo>
                <a:lnTo>
                  <a:pt x="7347744" y="519699"/>
                </a:lnTo>
                <a:cubicBezTo>
                  <a:pt x="7347847" y="519903"/>
                  <a:pt x="7347744" y="520364"/>
                  <a:pt x="7347744" y="520364"/>
                </a:cubicBezTo>
                <a:lnTo>
                  <a:pt x="7344212" y="526506"/>
                </a:lnTo>
                <a:cubicBezTo>
                  <a:pt x="7344059" y="526711"/>
                  <a:pt x="7343599" y="526864"/>
                  <a:pt x="7343599" y="526864"/>
                </a:cubicBezTo>
                <a:close/>
                <a:moveTo>
                  <a:pt x="7541839" y="526864"/>
                </a:moveTo>
                <a:lnTo>
                  <a:pt x="7534775" y="526864"/>
                </a:lnTo>
                <a:cubicBezTo>
                  <a:pt x="7534519" y="526864"/>
                  <a:pt x="7534161" y="526506"/>
                  <a:pt x="7534161" y="526506"/>
                </a:cubicBezTo>
                <a:lnTo>
                  <a:pt x="7530629" y="520364"/>
                </a:lnTo>
                <a:cubicBezTo>
                  <a:pt x="7530527" y="520159"/>
                  <a:pt x="7530629" y="519699"/>
                  <a:pt x="7530629" y="519699"/>
                </a:cubicBezTo>
                <a:lnTo>
                  <a:pt x="7534161" y="513557"/>
                </a:lnTo>
                <a:cubicBezTo>
                  <a:pt x="7534314" y="513353"/>
                  <a:pt x="7534775" y="513199"/>
                  <a:pt x="7534775" y="513199"/>
                </a:cubicBezTo>
                <a:lnTo>
                  <a:pt x="7541839" y="513199"/>
                </a:lnTo>
                <a:cubicBezTo>
                  <a:pt x="7542094" y="513199"/>
                  <a:pt x="7542453" y="513557"/>
                  <a:pt x="7542453" y="513557"/>
                </a:cubicBezTo>
                <a:lnTo>
                  <a:pt x="7545985" y="519699"/>
                </a:lnTo>
                <a:cubicBezTo>
                  <a:pt x="7546087" y="519903"/>
                  <a:pt x="7545985" y="520364"/>
                  <a:pt x="7545985" y="520364"/>
                </a:cubicBezTo>
                <a:lnTo>
                  <a:pt x="7542453" y="526506"/>
                </a:lnTo>
                <a:cubicBezTo>
                  <a:pt x="7542299" y="526711"/>
                  <a:pt x="7541839" y="526864"/>
                  <a:pt x="7541839" y="526864"/>
                </a:cubicBezTo>
                <a:close/>
                <a:moveTo>
                  <a:pt x="7740078" y="526864"/>
                </a:moveTo>
                <a:lnTo>
                  <a:pt x="7733016" y="526864"/>
                </a:lnTo>
                <a:cubicBezTo>
                  <a:pt x="7732760" y="526864"/>
                  <a:pt x="7732401" y="526506"/>
                  <a:pt x="7732401" y="526506"/>
                </a:cubicBezTo>
                <a:lnTo>
                  <a:pt x="7728870" y="520364"/>
                </a:lnTo>
                <a:cubicBezTo>
                  <a:pt x="7728767" y="520159"/>
                  <a:pt x="7728870" y="519699"/>
                  <a:pt x="7728870" y="519699"/>
                </a:cubicBezTo>
                <a:lnTo>
                  <a:pt x="7732401" y="513557"/>
                </a:lnTo>
                <a:cubicBezTo>
                  <a:pt x="7732554" y="513353"/>
                  <a:pt x="7733016" y="513199"/>
                  <a:pt x="7733016" y="513199"/>
                </a:cubicBezTo>
                <a:lnTo>
                  <a:pt x="7740078" y="513199"/>
                </a:lnTo>
                <a:cubicBezTo>
                  <a:pt x="7740335" y="513199"/>
                  <a:pt x="7740692" y="513557"/>
                  <a:pt x="7740692" y="513557"/>
                </a:cubicBezTo>
                <a:lnTo>
                  <a:pt x="7744225" y="519699"/>
                </a:lnTo>
                <a:cubicBezTo>
                  <a:pt x="7744328" y="519903"/>
                  <a:pt x="7744225" y="520364"/>
                  <a:pt x="7744225" y="520364"/>
                </a:cubicBezTo>
                <a:lnTo>
                  <a:pt x="7740692" y="526506"/>
                </a:lnTo>
                <a:cubicBezTo>
                  <a:pt x="7740540" y="526711"/>
                  <a:pt x="7740078" y="526864"/>
                  <a:pt x="7740078" y="526864"/>
                </a:cubicBezTo>
                <a:close/>
                <a:moveTo>
                  <a:pt x="7938418" y="526864"/>
                </a:moveTo>
                <a:lnTo>
                  <a:pt x="7931354" y="526864"/>
                </a:lnTo>
                <a:cubicBezTo>
                  <a:pt x="7931099" y="526864"/>
                  <a:pt x="7930740" y="526506"/>
                  <a:pt x="7930740" y="526506"/>
                </a:cubicBezTo>
                <a:lnTo>
                  <a:pt x="7927209" y="520364"/>
                </a:lnTo>
                <a:cubicBezTo>
                  <a:pt x="7927107" y="520159"/>
                  <a:pt x="7927209" y="519699"/>
                  <a:pt x="7927209" y="519699"/>
                </a:cubicBezTo>
                <a:lnTo>
                  <a:pt x="7930740" y="513557"/>
                </a:lnTo>
                <a:cubicBezTo>
                  <a:pt x="7930894" y="513353"/>
                  <a:pt x="7931354" y="513199"/>
                  <a:pt x="7931354" y="513199"/>
                </a:cubicBezTo>
                <a:lnTo>
                  <a:pt x="7938418" y="513199"/>
                </a:lnTo>
                <a:cubicBezTo>
                  <a:pt x="7938674" y="513199"/>
                  <a:pt x="7939032" y="513557"/>
                  <a:pt x="7939032" y="513557"/>
                </a:cubicBezTo>
                <a:lnTo>
                  <a:pt x="7942564" y="519699"/>
                </a:lnTo>
                <a:cubicBezTo>
                  <a:pt x="7942666" y="519903"/>
                  <a:pt x="7942564" y="520364"/>
                  <a:pt x="7942564" y="520364"/>
                </a:cubicBezTo>
                <a:lnTo>
                  <a:pt x="7939032" y="526506"/>
                </a:lnTo>
                <a:cubicBezTo>
                  <a:pt x="7938879" y="526711"/>
                  <a:pt x="7938418" y="526864"/>
                  <a:pt x="7938418" y="526864"/>
                </a:cubicBezTo>
                <a:close/>
                <a:moveTo>
                  <a:pt x="8136530" y="526864"/>
                </a:moveTo>
                <a:lnTo>
                  <a:pt x="8129467" y="526864"/>
                </a:lnTo>
                <a:cubicBezTo>
                  <a:pt x="8129211" y="526864"/>
                  <a:pt x="8128852" y="526506"/>
                  <a:pt x="8128852" y="526506"/>
                </a:cubicBezTo>
                <a:lnTo>
                  <a:pt x="8125321" y="520364"/>
                </a:lnTo>
                <a:cubicBezTo>
                  <a:pt x="8125219" y="520159"/>
                  <a:pt x="8125321" y="519699"/>
                  <a:pt x="8125321" y="519699"/>
                </a:cubicBezTo>
                <a:lnTo>
                  <a:pt x="8128852" y="513557"/>
                </a:lnTo>
                <a:cubicBezTo>
                  <a:pt x="8129006" y="513353"/>
                  <a:pt x="8129467" y="513199"/>
                  <a:pt x="8129467" y="513199"/>
                </a:cubicBezTo>
                <a:lnTo>
                  <a:pt x="8136530" y="513199"/>
                </a:lnTo>
                <a:cubicBezTo>
                  <a:pt x="8136786" y="513199"/>
                  <a:pt x="8137145" y="513557"/>
                  <a:pt x="8137145" y="513557"/>
                </a:cubicBezTo>
                <a:lnTo>
                  <a:pt x="8140676" y="519699"/>
                </a:lnTo>
                <a:cubicBezTo>
                  <a:pt x="8140779" y="519903"/>
                  <a:pt x="8140676" y="520364"/>
                  <a:pt x="8140676" y="520364"/>
                </a:cubicBezTo>
                <a:lnTo>
                  <a:pt x="8137145" y="526506"/>
                </a:lnTo>
                <a:cubicBezTo>
                  <a:pt x="8136991" y="526711"/>
                  <a:pt x="8136530" y="526864"/>
                  <a:pt x="8136530" y="526864"/>
                </a:cubicBezTo>
                <a:close/>
                <a:moveTo>
                  <a:pt x="8334784" y="526864"/>
                </a:moveTo>
                <a:lnTo>
                  <a:pt x="8327721" y="526864"/>
                </a:lnTo>
                <a:cubicBezTo>
                  <a:pt x="8327465" y="526864"/>
                  <a:pt x="8327106" y="526506"/>
                  <a:pt x="8327106" y="526506"/>
                </a:cubicBezTo>
                <a:lnTo>
                  <a:pt x="8323574" y="520364"/>
                </a:lnTo>
                <a:cubicBezTo>
                  <a:pt x="8323472" y="520159"/>
                  <a:pt x="8323574" y="519699"/>
                  <a:pt x="8323574" y="519699"/>
                </a:cubicBezTo>
                <a:lnTo>
                  <a:pt x="8327106" y="513557"/>
                </a:lnTo>
                <a:cubicBezTo>
                  <a:pt x="8327259" y="513353"/>
                  <a:pt x="8327721" y="513199"/>
                  <a:pt x="8327721" y="513199"/>
                </a:cubicBezTo>
                <a:lnTo>
                  <a:pt x="8334784" y="513199"/>
                </a:lnTo>
                <a:cubicBezTo>
                  <a:pt x="8335039" y="513199"/>
                  <a:pt x="8335399" y="513557"/>
                  <a:pt x="8335399" y="513557"/>
                </a:cubicBezTo>
                <a:lnTo>
                  <a:pt x="8338930" y="519699"/>
                </a:lnTo>
                <a:cubicBezTo>
                  <a:pt x="8339032" y="519903"/>
                  <a:pt x="8338930" y="520364"/>
                  <a:pt x="8338930" y="520364"/>
                </a:cubicBezTo>
                <a:lnTo>
                  <a:pt x="8335399" y="526506"/>
                </a:lnTo>
                <a:cubicBezTo>
                  <a:pt x="8335245" y="526711"/>
                  <a:pt x="8334784" y="526864"/>
                  <a:pt x="8334784" y="526864"/>
                </a:cubicBezTo>
                <a:close/>
                <a:moveTo>
                  <a:pt x="8533126" y="526864"/>
                </a:moveTo>
                <a:lnTo>
                  <a:pt x="8526062" y="526864"/>
                </a:lnTo>
                <a:cubicBezTo>
                  <a:pt x="8525806" y="526864"/>
                  <a:pt x="8525447" y="526506"/>
                  <a:pt x="8525447" y="526506"/>
                </a:cubicBezTo>
                <a:lnTo>
                  <a:pt x="8521916" y="520364"/>
                </a:lnTo>
                <a:cubicBezTo>
                  <a:pt x="8521813" y="520159"/>
                  <a:pt x="8521916" y="519699"/>
                  <a:pt x="8521916" y="519699"/>
                </a:cubicBezTo>
                <a:lnTo>
                  <a:pt x="8525447" y="513557"/>
                </a:lnTo>
                <a:cubicBezTo>
                  <a:pt x="8525601" y="513353"/>
                  <a:pt x="8526062" y="513199"/>
                  <a:pt x="8526062" y="513199"/>
                </a:cubicBezTo>
                <a:lnTo>
                  <a:pt x="8533126" y="513199"/>
                </a:lnTo>
                <a:cubicBezTo>
                  <a:pt x="8533381" y="513199"/>
                  <a:pt x="8533739" y="513557"/>
                  <a:pt x="8533739" y="513557"/>
                </a:cubicBezTo>
                <a:lnTo>
                  <a:pt x="8537271" y="519699"/>
                </a:lnTo>
                <a:cubicBezTo>
                  <a:pt x="8537374" y="519903"/>
                  <a:pt x="8537271" y="520364"/>
                  <a:pt x="8537271" y="520364"/>
                </a:cubicBezTo>
                <a:lnTo>
                  <a:pt x="8533739" y="526506"/>
                </a:lnTo>
                <a:cubicBezTo>
                  <a:pt x="8533586" y="526711"/>
                  <a:pt x="8533126" y="526864"/>
                  <a:pt x="8533126" y="526864"/>
                </a:cubicBezTo>
                <a:close/>
                <a:moveTo>
                  <a:pt x="8731361" y="526864"/>
                </a:moveTo>
                <a:lnTo>
                  <a:pt x="8724299" y="526864"/>
                </a:lnTo>
                <a:cubicBezTo>
                  <a:pt x="8724042" y="526864"/>
                  <a:pt x="8723685" y="526506"/>
                  <a:pt x="8723685" y="526506"/>
                </a:cubicBezTo>
                <a:lnTo>
                  <a:pt x="8720154" y="520364"/>
                </a:lnTo>
                <a:cubicBezTo>
                  <a:pt x="8720050" y="520159"/>
                  <a:pt x="8720154" y="519699"/>
                  <a:pt x="8720154" y="519699"/>
                </a:cubicBezTo>
                <a:lnTo>
                  <a:pt x="8723685" y="513557"/>
                </a:lnTo>
                <a:cubicBezTo>
                  <a:pt x="8723838" y="513353"/>
                  <a:pt x="8724299" y="513199"/>
                  <a:pt x="8724299" y="513199"/>
                </a:cubicBezTo>
                <a:lnTo>
                  <a:pt x="8731361" y="513199"/>
                </a:lnTo>
                <a:cubicBezTo>
                  <a:pt x="8731618" y="513199"/>
                  <a:pt x="8731977" y="513557"/>
                  <a:pt x="8731977" y="513557"/>
                </a:cubicBezTo>
                <a:lnTo>
                  <a:pt x="8735507" y="519699"/>
                </a:lnTo>
                <a:cubicBezTo>
                  <a:pt x="8735610" y="519903"/>
                  <a:pt x="8735507" y="520364"/>
                  <a:pt x="8735507" y="520364"/>
                </a:cubicBezTo>
                <a:lnTo>
                  <a:pt x="8731977" y="526506"/>
                </a:lnTo>
                <a:cubicBezTo>
                  <a:pt x="8731823" y="526711"/>
                  <a:pt x="8731361" y="526864"/>
                  <a:pt x="8731361" y="526864"/>
                </a:cubicBezTo>
                <a:close/>
                <a:moveTo>
                  <a:pt x="8929613" y="526864"/>
                </a:moveTo>
                <a:lnTo>
                  <a:pt x="8922549" y="526864"/>
                </a:lnTo>
                <a:cubicBezTo>
                  <a:pt x="8922294" y="526864"/>
                  <a:pt x="8921935" y="526506"/>
                  <a:pt x="8921935" y="526506"/>
                </a:cubicBezTo>
                <a:lnTo>
                  <a:pt x="8918404" y="520364"/>
                </a:lnTo>
                <a:cubicBezTo>
                  <a:pt x="8918301" y="520159"/>
                  <a:pt x="8918404" y="519699"/>
                  <a:pt x="8918404" y="519699"/>
                </a:cubicBezTo>
                <a:lnTo>
                  <a:pt x="8921935" y="513557"/>
                </a:lnTo>
                <a:cubicBezTo>
                  <a:pt x="8922088" y="513353"/>
                  <a:pt x="8922549" y="513199"/>
                  <a:pt x="8922549" y="513199"/>
                </a:cubicBezTo>
                <a:lnTo>
                  <a:pt x="8929613" y="513199"/>
                </a:lnTo>
                <a:cubicBezTo>
                  <a:pt x="8929868" y="513199"/>
                  <a:pt x="8930227" y="513557"/>
                  <a:pt x="8930227" y="513557"/>
                </a:cubicBezTo>
                <a:lnTo>
                  <a:pt x="8933759" y="519699"/>
                </a:lnTo>
                <a:cubicBezTo>
                  <a:pt x="8933861" y="519903"/>
                  <a:pt x="8933759" y="520364"/>
                  <a:pt x="8933759" y="520364"/>
                </a:cubicBezTo>
                <a:lnTo>
                  <a:pt x="8930227" y="526506"/>
                </a:lnTo>
                <a:cubicBezTo>
                  <a:pt x="8930074" y="526711"/>
                  <a:pt x="8929613" y="526864"/>
                  <a:pt x="8929613" y="526864"/>
                </a:cubicBezTo>
                <a:close/>
                <a:moveTo>
                  <a:pt x="9127730" y="526864"/>
                </a:moveTo>
                <a:lnTo>
                  <a:pt x="9120667" y="526864"/>
                </a:lnTo>
                <a:cubicBezTo>
                  <a:pt x="9120413" y="526864"/>
                  <a:pt x="9120053" y="526506"/>
                  <a:pt x="9120053" y="526506"/>
                </a:cubicBezTo>
                <a:lnTo>
                  <a:pt x="9116522" y="520364"/>
                </a:lnTo>
                <a:cubicBezTo>
                  <a:pt x="9116420" y="520159"/>
                  <a:pt x="9116522" y="519699"/>
                  <a:pt x="9116522" y="519699"/>
                </a:cubicBezTo>
                <a:lnTo>
                  <a:pt x="9120053" y="513557"/>
                </a:lnTo>
                <a:cubicBezTo>
                  <a:pt x="9120209" y="513353"/>
                  <a:pt x="9120667" y="513199"/>
                  <a:pt x="9120667" y="513199"/>
                </a:cubicBezTo>
                <a:lnTo>
                  <a:pt x="9127730" y="513199"/>
                </a:lnTo>
                <a:cubicBezTo>
                  <a:pt x="9127986" y="513199"/>
                  <a:pt x="9128344" y="513557"/>
                  <a:pt x="9128344" y="513557"/>
                </a:cubicBezTo>
                <a:lnTo>
                  <a:pt x="9131878" y="519699"/>
                </a:lnTo>
                <a:cubicBezTo>
                  <a:pt x="9131980" y="519903"/>
                  <a:pt x="9131878" y="520364"/>
                  <a:pt x="9131878" y="520364"/>
                </a:cubicBezTo>
                <a:lnTo>
                  <a:pt x="9128344" y="526506"/>
                </a:lnTo>
                <a:cubicBezTo>
                  <a:pt x="9128191" y="526711"/>
                  <a:pt x="9127730" y="526864"/>
                  <a:pt x="9127730" y="526864"/>
                </a:cubicBezTo>
                <a:close/>
                <a:moveTo>
                  <a:pt x="9326099" y="526864"/>
                </a:moveTo>
                <a:lnTo>
                  <a:pt x="9319036" y="526864"/>
                </a:lnTo>
                <a:cubicBezTo>
                  <a:pt x="9318780" y="526864"/>
                  <a:pt x="9318421" y="526506"/>
                  <a:pt x="9318421" y="526506"/>
                </a:cubicBezTo>
                <a:lnTo>
                  <a:pt x="9314890" y="520364"/>
                </a:lnTo>
                <a:cubicBezTo>
                  <a:pt x="9314788" y="520159"/>
                  <a:pt x="9314890" y="519699"/>
                  <a:pt x="9314890" y="519699"/>
                </a:cubicBezTo>
                <a:lnTo>
                  <a:pt x="9318421" y="513557"/>
                </a:lnTo>
                <a:cubicBezTo>
                  <a:pt x="9318575" y="513353"/>
                  <a:pt x="9319036" y="513199"/>
                  <a:pt x="9319036" y="513199"/>
                </a:cubicBezTo>
                <a:lnTo>
                  <a:pt x="9326099" y="513199"/>
                </a:lnTo>
                <a:cubicBezTo>
                  <a:pt x="9326354" y="513199"/>
                  <a:pt x="9326714" y="513557"/>
                  <a:pt x="9326714" y="513557"/>
                </a:cubicBezTo>
                <a:lnTo>
                  <a:pt x="9330244" y="519699"/>
                </a:lnTo>
                <a:cubicBezTo>
                  <a:pt x="9330347" y="519903"/>
                  <a:pt x="9330244" y="520364"/>
                  <a:pt x="9330244" y="520364"/>
                </a:cubicBezTo>
                <a:lnTo>
                  <a:pt x="9326714" y="526506"/>
                </a:lnTo>
                <a:cubicBezTo>
                  <a:pt x="9326560" y="526711"/>
                  <a:pt x="9326099" y="526864"/>
                  <a:pt x="9326099" y="526864"/>
                </a:cubicBezTo>
                <a:close/>
                <a:moveTo>
                  <a:pt x="9524290" y="526864"/>
                </a:moveTo>
                <a:lnTo>
                  <a:pt x="9517227" y="526864"/>
                </a:lnTo>
                <a:cubicBezTo>
                  <a:pt x="9516971" y="526864"/>
                  <a:pt x="9516614" y="526506"/>
                  <a:pt x="9516614" y="526506"/>
                </a:cubicBezTo>
                <a:lnTo>
                  <a:pt x="9513081" y="520364"/>
                </a:lnTo>
                <a:cubicBezTo>
                  <a:pt x="9512979" y="520159"/>
                  <a:pt x="9513081" y="519699"/>
                  <a:pt x="9513081" y="519699"/>
                </a:cubicBezTo>
                <a:lnTo>
                  <a:pt x="9516614" y="513557"/>
                </a:lnTo>
                <a:cubicBezTo>
                  <a:pt x="9516766" y="513353"/>
                  <a:pt x="9517227" y="513199"/>
                  <a:pt x="9517227" y="513199"/>
                </a:cubicBezTo>
                <a:lnTo>
                  <a:pt x="9524290" y="513199"/>
                </a:lnTo>
                <a:cubicBezTo>
                  <a:pt x="9524547" y="513199"/>
                  <a:pt x="9524905" y="513557"/>
                  <a:pt x="9524905" y="513557"/>
                </a:cubicBezTo>
                <a:lnTo>
                  <a:pt x="9528436" y="519699"/>
                </a:lnTo>
                <a:cubicBezTo>
                  <a:pt x="9528539" y="519903"/>
                  <a:pt x="9528436" y="520364"/>
                  <a:pt x="9528436" y="520364"/>
                </a:cubicBezTo>
                <a:lnTo>
                  <a:pt x="9524905" y="526506"/>
                </a:lnTo>
                <a:cubicBezTo>
                  <a:pt x="9524750" y="526711"/>
                  <a:pt x="9524290" y="526864"/>
                  <a:pt x="9524290" y="526864"/>
                </a:cubicBezTo>
                <a:close/>
                <a:moveTo>
                  <a:pt x="9722470" y="526864"/>
                </a:moveTo>
                <a:lnTo>
                  <a:pt x="9715409" y="526864"/>
                </a:lnTo>
                <a:cubicBezTo>
                  <a:pt x="9715152" y="526864"/>
                  <a:pt x="9714794" y="526506"/>
                  <a:pt x="9714794" y="526506"/>
                </a:cubicBezTo>
                <a:lnTo>
                  <a:pt x="9711263" y="520364"/>
                </a:lnTo>
                <a:cubicBezTo>
                  <a:pt x="9711160" y="520159"/>
                  <a:pt x="9711263" y="519699"/>
                  <a:pt x="9711263" y="519699"/>
                </a:cubicBezTo>
                <a:lnTo>
                  <a:pt x="9714794" y="513557"/>
                </a:lnTo>
                <a:cubicBezTo>
                  <a:pt x="9714947" y="513353"/>
                  <a:pt x="9715409" y="513199"/>
                  <a:pt x="9715409" y="513199"/>
                </a:cubicBezTo>
                <a:lnTo>
                  <a:pt x="9722470" y="513199"/>
                </a:lnTo>
                <a:cubicBezTo>
                  <a:pt x="9722727" y="513199"/>
                  <a:pt x="9723084" y="513557"/>
                  <a:pt x="9723084" y="513557"/>
                </a:cubicBezTo>
                <a:lnTo>
                  <a:pt x="9726617" y="519699"/>
                </a:lnTo>
                <a:cubicBezTo>
                  <a:pt x="9726720" y="519903"/>
                  <a:pt x="9726617" y="520364"/>
                  <a:pt x="9726617" y="520364"/>
                </a:cubicBezTo>
                <a:lnTo>
                  <a:pt x="9723084" y="526506"/>
                </a:lnTo>
                <a:cubicBezTo>
                  <a:pt x="9722931" y="526711"/>
                  <a:pt x="9722470" y="526864"/>
                  <a:pt x="9722470" y="526864"/>
                </a:cubicBezTo>
                <a:close/>
                <a:moveTo>
                  <a:pt x="9920715" y="526864"/>
                </a:moveTo>
                <a:lnTo>
                  <a:pt x="9913652" y="526864"/>
                </a:lnTo>
                <a:cubicBezTo>
                  <a:pt x="9913396" y="526864"/>
                  <a:pt x="9913038" y="526506"/>
                  <a:pt x="9913038" y="526506"/>
                </a:cubicBezTo>
                <a:lnTo>
                  <a:pt x="9909506" y="520364"/>
                </a:lnTo>
                <a:cubicBezTo>
                  <a:pt x="9909404" y="520159"/>
                  <a:pt x="9909506" y="519699"/>
                  <a:pt x="9909506" y="519699"/>
                </a:cubicBezTo>
                <a:lnTo>
                  <a:pt x="9913038" y="513557"/>
                </a:lnTo>
                <a:cubicBezTo>
                  <a:pt x="9913191" y="513353"/>
                  <a:pt x="9913652" y="513199"/>
                  <a:pt x="9913652" y="513199"/>
                </a:cubicBezTo>
                <a:lnTo>
                  <a:pt x="9920715" y="513199"/>
                </a:lnTo>
                <a:cubicBezTo>
                  <a:pt x="9920972" y="513199"/>
                  <a:pt x="9921329" y="513557"/>
                  <a:pt x="9921329" y="513557"/>
                </a:cubicBezTo>
                <a:lnTo>
                  <a:pt x="9924861" y="519699"/>
                </a:lnTo>
                <a:cubicBezTo>
                  <a:pt x="9924964" y="519903"/>
                  <a:pt x="9924861" y="520364"/>
                  <a:pt x="9924861" y="520364"/>
                </a:cubicBezTo>
                <a:lnTo>
                  <a:pt x="9921329" y="526506"/>
                </a:lnTo>
                <a:cubicBezTo>
                  <a:pt x="9921175" y="526711"/>
                  <a:pt x="9920715" y="526864"/>
                  <a:pt x="9920715" y="526864"/>
                </a:cubicBezTo>
                <a:close/>
                <a:moveTo>
                  <a:pt x="10119034" y="526864"/>
                </a:moveTo>
                <a:lnTo>
                  <a:pt x="10111971" y="526864"/>
                </a:lnTo>
                <a:cubicBezTo>
                  <a:pt x="10111715" y="526864"/>
                  <a:pt x="10111357" y="526506"/>
                  <a:pt x="10111357" y="526506"/>
                </a:cubicBezTo>
                <a:lnTo>
                  <a:pt x="10107826" y="520364"/>
                </a:lnTo>
                <a:cubicBezTo>
                  <a:pt x="10107723" y="520159"/>
                  <a:pt x="10107826" y="519699"/>
                  <a:pt x="10107826" y="519699"/>
                </a:cubicBezTo>
                <a:lnTo>
                  <a:pt x="10111357" y="513557"/>
                </a:lnTo>
                <a:cubicBezTo>
                  <a:pt x="10111511" y="513353"/>
                  <a:pt x="10111971" y="513199"/>
                  <a:pt x="10111971" y="513199"/>
                </a:cubicBezTo>
                <a:lnTo>
                  <a:pt x="10119034" y="513199"/>
                </a:lnTo>
                <a:cubicBezTo>
                  <a:pt x="10119291" y="513199"/>
                  <a:pt x="10119649" y="513557"/>
                  <a:pt x="10119649" y="513557"/>
                </a:cubicBezTo>
                <a:lnTo>
                  <a:pt x="10123180" y="519699"/>
                </a:lnTo>
                <a:cubicBezTo>
                  <a:pt x="10123283" y="519903"/>
                  <a:pt x="10123180" y="520364"/>
                  <a:pt x="10123180" y="520364"/>
                </a:cubicBezTo>
                <a:lnTo>
                  <a:pt x="10119649" y="526506"/>
                </a:lnTo>
                <a:cubicBezTo>
                  <a:pt x="10119495" y="526711"/>
                  <a:pt x="10119034" y="526864"/>
                  <a:pt x="10119034" y="526864"/>
                </a:cubicBezTo>
                <a:close/>
                <a:moveTo>
                  <a:pt x="10317154" y="526864"/>
                </a:moveTo>
                <a:lnTo>
                  <a:pt x="10310093" y="526864"/>
                </a:lnTo>
                <a:cubicBezTo>
                  <a:pt x="10309835" y="526864"/>
                  <a:pt x="10309479" y="526506"/>
                  <a:pt x="10309479" y="526506"/>
                </a:cubicBezTo>
                <a:lnTo>
                  <a:pt x="10305947" y="520364"/>
                </a:lnTo>
                <a:cubicBezTo>
                  <a:pt x="10305845" y="520159"/>
                  <a:pt x="10305947" y="519699"/>
                  <a:pt x="10305947" y="519699"/>
                </a:cubicBezTo>
                <a:lnTo>
                  <a:pt x="10309479" y="513557"/>
                </a:lnTo>
                <a:cubicBezTo>
                  <a:pt x="10309632" y="513353"/>
                  <a:pt x="10310093" y="513199"/>
                  <a:pt x="10310093" y="513199"/>
                </a:cubicBezTo>
                <a:lnTo>
                  <a:pt x="10317154" y="513199"/>
                </a:lnTo>
                <a:cubicBezTo>
                  <a:pt x="10317411" y="513199"/>
                  <a:pt x="10317770" y="513557"/>
                  <a:pt x="10317770" y="513557"/>
                </a:cubicBezTo>
                <a:lnTo>
                  <a:pt x="10321301" y="519699"/>
                </a:lnTo>
                <a:cubicBezTo>
                  <a:pt x="10321403" y="519903"/>
                  <a:pt x="10321301" y="520364"/>
                  <a:pt x="10321301" y="520364"/>
                </a:cubicBezTo>
                <a:lnTo>
                  <a:pt x="10317770" y="526506"/>
                </a:lnTo>
                <a:cubicBezTo>
                  <a:pt x="10317616" y="526711"/>
                  <a:pt x="10317154" y="526864"/>
                  <a:pt x="10317154" y="526864"/>
                </a:cubicBezTo>
                <a:close/>
                <a:moveTo>
                  <a:pt x="804204" y="690183"/>
                </a:moveTo>
                <a:lnTo>
                  <a:pt x="797140" y="690183"/>
                </a:lnTo>
                <a:cubicBezTo>
                  <a:pt x="796886" y="690183"/>
                  <a:pt x="796526" y="689825"/>
                  <a:pt x="796526" y="689825"/>
                </a:cubicBezTo>
                <a:lnTo>
                  <a:pt x="792995" y="683683"/>
                </a:lnTo>
                <a:cubicBezTo>
                  <a:pt x="792893" y="683479"/>
                  <a:pt x="792995" y="683017"/>
                  <a:pt x="792995" y="683017"/>
                </a:cubicBezTo>
                <a:lnTo>
                  <a:pt x="796526" y="676875"/>
                </a:lnTo>
                <a:cubicBezTo>
                  <a:pt x="796680" y="676672"/>
                  <a:pt x="797140" y="676518"/>
                  <a:pt x="797140" y="676518"/>
                </a:cubicBezTo>
                <a:lnTo>
                  <a:pt x="804204" y="676518"/>
                </a:lnTo>
                <a:cubicBezTo>
                  <a:pt x="804460" y="676518"/>
                  <a:pt x="804818" y="676875"/>
                  <a:pt x="804818" y="676875"/>
                </a:cubicBezTo>
                <a:lnTo>
                  <a:pt x="808350" y="683017"/>
                </a:lnTo>
                <a:cubicBezTo>
                  <a:pt x="808452" y="683222"/>
                  <a:pt x="808350" y="683683"/>
                  <a:pt x="808350" y="683683"/>
                </a:cubicBezTo>
                <a:lnTo>
                  <a:pt x="804818" y="689825"/>
                </a:lnTo>
                <a:cubicBezTo>
                  <a:pt x="804665" y="690030"/>
                  <a:pt x="804204" y="690183"/>
                  <a:pt x="804204" y="690183"/>
                </a:cubicBezTo>
                <a:close/>
                <a:moveTo>
                  <a:pt x="605979" y="690184"/>
                </a:moveTo>
                <a:lnTo>
                  <a:pt x="598916" y="690184"/>
                </a:lnTo>
                <a:cubicBezTo>
                  <a:pt x="598661" y="690184"/>
                  <a:pt x="598302" y="689825"/>
                  <a:pt x="598302" y="689825"/>
                </a:cubicBezTo>
                <a:lnTo>
                  <a:pt x="594770" y="683684"/>
                </a:lnTo>
                <a:cubicBezTo>
                  <a:pt x="594668" y="683479"/>
                  <a:pt x="594770" y="683018"/>
                  <a:pt x="594770" y="683018"/>
                </a:cubicBezTo>
                <a:lnTo>
                  <a:pt x="598302" y="676878"/>
                </a:lnTo>
                <a:cubicBezTo>
                  <a:pt x="598455" y="676672"/>
                  <a:pt x="598916" y="676519"/>
                  <a:pt x="598916" y="676519"/>
                </a:cubicBezTo>
                <a:lnTo>
                  <a:pt x="605979" y="676519"/>
                </a:lnTo>
                <a:cubicBezTo>
                  <a:pt x="606235" y="676519"/>
                  <a:pt x="606593" y="676878"/>
                  <a:pt x="606593" y="676878"/>
                </a:cubicBezTo>
                <a:lnTo>
                  <a:pt x="610125" y="683018"/>
                </a:lnTo>
                <a:cubicBezTo>
                  <a:pt x="610227" y="683224"/>
                  <a:pt x="610125" y="683684"/>
                  <a:pt x="610125" y="683684"/>
                </a:cubicBezTo>
                <a:lnTo>
                  <a:pt x="606593" y="689825"/>
                </a:lnTo>
                <a:cubicBezTo>
                  <a:pt x="606440" y="690031"/>
                  <a:pt x="605979" y="690184"/>
                  <a:pt x="605979" y="690184"/>
                </a:cubicBezTo>
                <a:close/>
                <a:moveTo>
                  <a:pt x="11254" y="690200"/>
                </a:moveTo>
                <a:lnTo>
                  <a:pt x="4192" y="690200"/>
                </a:lnTo>
                <a:cubicBezTo>
                  <a:pt x="3935" y="690200"/>
                  <a:pt x="3578" y="689840"/>
                  <a:pt x="3578" y="689840"/>
                </a:cubicBezTo>
                <a:lnTo>
                  <a:pt x="46" y="683697"/>
                </a:lnTo>
                <a:cubicBezTo>
                  <a:pt x="-57" y="683494"/>
                  <a:pt x="46" y="683034"/>
                  <a:pt x="46" y="683034"/>
                </a:cubicBezTo>
                <a:lnTo>
                  <a:pt x="3578" y="676892"/>
                </a:lnTo>
                <a:cubicBezTo>
                  <a:pt x="3731" y="676687"/>
                  <a:pt x="4192" y="676533"/>
                  <a:pt x="4192" y="676533"/>
                </a:cubicBezTo>
                <a:lnTo>
                  <a:pt x="11254" y="676533"/>
                </a:lnTo>
                <a:cubicBezTo>
                  <a:pt x="11511" y="676533"/>
                  <a:pt x="11868" y="676892"/>
                  <a:pt x="11868" y="676892"/>
                </a:cubicBezTo>
                <a:lnTo>
                  <a:pt x="15400" y="683034"/>
                </a:lnTo>
                <a:cubicBezTo>
                  <a:pt x="15503" y="683237"/>
                  <a:pt x="15400" y="683697"/>
                  <a:pt x="15400" y="683697"/>
                </a:cubicBezTo>
                <a:lnTo>
                  <a:pt x="11868" y="689840"/>
                </a:lnTo>
                <a:cubicBezTo>
                  <a:pt x="11716" y="690046"/>
                  <a:pt x="11254" y="690200"/>
                  <a:pt x="11254" y="690200"/>
                </a:cubicBezTo>
                <a:close/>
                <a:moveTo>
                  <a:pt x="1398928" y="690210"/>
                </a:moveTo>
                <a:lnTo>
                  <a:pt x="1391866" y="690210"/>
                </a:lnTo>
                <a:cubicBezTo>
                  <a:pt x="1391610" y="690210"/>
                  <a:pt x="1391252" y="689851"/>
                  <a:pt x="1391252" y="689851"/>
                </a:cubicBezTo>
                <a:lnTo>
                  <a:pt x="1387720" y="683710"/>
                </a:lnTo>
                <a:cubicBezTo>
                  <a:pt x="1387617" y="683504"/>
                  <a:pt x="1387720" y="683044"/>
                  <a:pt x="1387720" y="683044"/>
                </a:cubicBezTo>
                <a:lnTo>
                  <a:pt x="1391252" y="676903"/>
                </a:lnTo>
                <a:cubicBezTo>
                  <a:pt x="1391406" y="676698"/>
                  <a:pt x="1391866" y="676545"/>
                  <a:pt x="1391866" y="676545"/>
                </a:cubicBezTo>
                <a:lnTo>
                  <a:pt x="1398928" y="676545"/>
                </a:lnTo>
                <a:cubicBezTo>
                  <a:pt x="1399185" y="676545"/>
                  <a:pt x="1399544" y="676903"/>
                  <a:pt x="1399544" y="676903"/>
                </a:cubicBezTo>
                <a:lnTo>
                  <a:pt x="1403074" y="683044"/>
                </a:lnTo>
                <a:cubicBezTo>
                  <a:pt x="1403177" y="683249"/>
                  <a:pt x="1403074" y="683710"/>
                  <a:pt x="1403074" y="683710"/>
                </a:cubicBezTo>
                <a:lnTo>
                  <a:pt x="1399544" y="689851"/>
                </a:lnTo>
                <a:cubicBezTo>
                  <a:pt x="1399389" y="690056"/>
                  <a:pt x="1398928" y="690210"/>
                  <a:pt x="1398928" y="690210"/>
                </a:cubicBezTo>
                <a:close/>
                <a:moveTo>
                  <a:pt x="1795378" y="690210"/>
                </a:moveTo>
                <a:lnTo>
                  <a:pt x="1788315" y="690210"/>
                </a:lnTo>
                <a:cubicBezTo>
                  <a:pt x="1788060" y="690210"/>
                  <a:pt x="1787701" y="689851"/>
                  <a:pt x="1787701" y="689851"/>
                </a:cubicBezTo>
                <a:lnTo>
                  <a:pt x="1784170" y="683709"/>
                </a:lnTo>
                <a:cubicBezTo>
                  <a:pt x="1784067" y="683504"/>
                  <a:pt x="1784170" y="683043"/>
                  <a:pt x="1784170" y="683043"/>
                </a:cubicBezTo>
                <a:lnTo>
                  <a:pt x="1787701" y="676903"/>
                </a:lnTo>
                <a:cubicBezTo>
                  <a:pt x="1787854" y="676698"/>
                  <a:pt x="1788315" y="676545"/>
                  <a:pt x="1788315" y="676545"/>
                </a:cubicBezTo>
                <a:lnTo>
                  <a:pt x="1795378" y="676545"/>
                </a:lnTo>
                <a:cubicBezTo>
                  <a:pt x="1795634" y="676545"/>
                  <a:pt x="1795992" y="676903"/>
                  <a:pt x="1795992" y="676903"/>
                </a:cubicBezTo>
                <a:lnTo>
                  <a:pt x="1799524" y="683043"/>
                </a:lnTo>
                <a:cubicBezTo>
                  <a:pt x="1799626" y="683249"/>
                  <a:pt x="1799524" y="683709"/>
                  <a:pt x="1799524" y="683709"/>
                </a:cubicBezTo>
                <a:lnTo>
                  <a:pt x="1795992" y="689851"/>
                </a:lnTo>
                <a:cubicBezTo>
                  <a:pt x="1795838" y="690056"/>
                  <a:pt x="1795378" y="690210"/>
                  <a:pt x="1795378" y="690210"/>
                </a:cubicBezTo>
                <a:close/>
                <a:moveTo>
                  <a:pt x="1993654" y="690227"/>
                </a:moveTo>
                <a:lnTo>
                  <a:pt x="1986590" y="690227"/>
                </a:lnTo>
                <a:cubicBezTo>
                  <a:pt x="1986336" y="690227"/>
                  <a:pt x="1985976" y="689869"/>
                  <a:pt x="1985976" y="689869"/>
                </a:cubicBezTo>
                <a:lnTo>
                  <a:pt x="1982445" y="683727"/>
                </a:lnTo>
                <a:cubicBezTo>
                  <a:pt x="1982343" y="683522"/>
                  <a:pt x="1982445" y="683061"/>
                  <a:pt x="1982445" y="683061"/>
                </a:cubicBezTo>
                <a:lnTo>
                  <a:pt x="1985976" y="676921"/>
                </a:lnTo>
                <a:cubicBezTo>
                  <a:pt x="1986130" y="676714"/>
                  <a:pt x="1986590" y="676561"/>
                  <a:pt x="1986590" y="676561"/>
                </a:cubicBezTo>
                <a:lnTo>
                  <a:pt x="1993654" y="676561"/>
                </a:lnTo>
                <a:cubicBezTo>
                  <a:pt x="1993910" y="676561"/>
                  <a:pt x="1994268" y="676921"/>
                  <a:pt x="1994268" y="676921"/>
                </a:cubicBezTo>
                <a:lnTo>
                  <a:pt x="1997800" y="683061"/>
                </a:lnTo>
                <a:cubicBezTo>
                  <a:pt x="1997902" y="683267"/>
                  <a:pt x="1997800" y="683727"/>
                  <a:pt x="1997800" y="683727"/>
                </a:cubicBezTo>
                <a:lnTo>
                  <a:pt x="1994268" y="689869"/>
                </a:lnTo>
                <a:cubicBezTo>
                  <a:pt x="1994114" y="690073"/>
                  <a:pt x="1993654" y="690227"/>
                  <a:pt x="1993654" y="690227"/>
                </a:cubicBezTo>
                <a:close/>
                <a:moveTo>
                  <a:pt x="209480" y="690233"/>
                </a:moveTo>
                <a:lnTo>
                  <a:pt x="202416" y="690233"/>
                </a:lnTo>
                <a:cubicBezTo>
                  <a:pt x="202160" y="690233"/>
                  <a:pt x="201803" y="689876"/>
                  <a:pt x="201803" y="689876"/>
                </a:cubicBezTo>
                <a:lnTo>
                  <a:pt x="198270" y="683733"/>
                </a:lnTo>
                <a:cubicBezTo>
                  <a:pt x="198168" y="683528"/>
                  <a:pt x="198270" y="683067"/>
                  <a:pt x="198270" y="683067"/>
                </a:cubicBezTo>
                <a:lnTo>
                  <a:pt x="201803" y="676927"/>
                </a:lnTo>
                <a:cubicBezTo>
                  <a:pt x="201955" y="676721"/>
                  <a:pt x="202416" y="676568"/>
                  <a:pt x="202416" y="676568"/>
                </a:cubicBezTo>
                <a:lnTo>
                  <a:pt x="209480" y="676568"/>
                </a:lnTo>
                <a:cubicBezTo>
                  <a:pt x="209735" y="676568"/>
                  <a:pt x="210094" y="676927"/>
                  <a:pt x="210094" y="676927"/>
                </a:cubicBezTo>
                <a:lnTo>
                  <a:pt x="213625" y="683067"/>
                </a:lnTo>
                <a:cubicBezTo>
                  <a:pt x="213727" y="683271"/>
                  <a:pt x="213625" y="683733"/>
                  <a:pt x="213625" y="683733"/>
                </a:cubicBezTo>
                <a:lnTo>
                  <a:pt x="210094" y="689876"/>
                </a:lnTo>
                <a:cubicBezTo>
                  <a:pt x="209940" y="690080"/>
                  <a:pt x="209480" y="690233"/>
                  <a:pt x="209480" y="690233"/>
                </a:cubicBezTo>
                <a:close/>
                <a:moveTo>
                  <a:pt x="1002428" y="690245"/>
                </a:moveTo>
                <a:lnTo>
                  <a:pt x="995366" y="690245"/>
                </a:lnTo>
                <a:cubicBezTo>
                  <a:pt x="995110" y="690245"/>
                  <a:pt x="994752" y="689886"/>
                  <a:pt x="994752" y="689886"/>
                </a:cubicBezTo>
                <a:lnTo>
                  <a:pt x="991220" y="683744"/>
                </a:lnTo>
                <a:cubicBezTo>
                  <a:pt x="991117" y="683540"/>
                  <a:pt x="991220" y="683080"/>
                  <a:pt x="991220" y="683080"/>
                </a:cubicBezTo>
                <a:lnTo>
                  <a:pt x="994752" y="676938"/>
                </a:lnTo>
                <a:cubicBezTo>
                  <a:pt x="994905" y="676734"/>
                  <a:pt x="995366" y="676578"/>
                  <a:pt x="995366" y="676578"/>
                </a:cubicBezTo>
                <a:lnTo>
                  <a:pt x="1002428" y="676578"/>
                </a:lnTo>
                <a:cubicBezTo>
                  <a:pt x="1002685" y="676578"/>
                  <a:pt x="1003042" y="676938"/>
                  <a:pt x="1003042" y="676938"/>
                </a:cubicBezTo>
                <a:lnTo>
                  <a:pt x="1006574" y="683080"/>
                </a:lnTo>
                <a:cubicBezTo>
                  <a:pt x="1006677" y="683283"/>
                  <a:pt x="1006574" y="683744"/>
                  <a:pt x="1006574" y="683744"/>
                </a:cubicBezTo>
                <a:lnTo>
                  <a:pt x="1003042" y="689886"/>
                </a:lnTo>
                <a:cubicBezTo>
                  <a:pt x="1002889" y="690090"/>
                  <a:pt x="1002428" y="690245"/>
                  <a:pt x="1002428" y="690245"/>
                </a:cubicBezTo>
                <a:close/>
                <a:moveTo>
                  <a:pt x="407754" y="690252"/>
                </a:moveTo>
                <a:lnTo>
                  <a:pt x="400692" y="690252"/>
                </a:lnTo>
                <a:cubicBezTo>
                  <a:pt x="400436" y="690252"/>
                  <a:pt x="400078" y="689894"/>
                  <a:pt x="400078" y="689894"/>
                </a:cubicBezTo>
                <a:lnTo>
                  <a:pt x="396546" y="683753"/>
                </a:lnTo>
                <a:cubicBezTo>
                  <a:pt x="396444" y="683549"/>
                  <a:pt x="396546" y="683088"/>
                  <a:pt x="396546" y="683088"/>
                </a:cubicBezTo>
                <a:lnTo>
                  <a:pt x="400078" y="676947"/>
                </a:lnTo>
                <a:cubicBezTo>
                  <a:pt x="400231" y="676743"/>
                  <a:pt x="400692" y="676589"/>
                  <a:pt x="400692" y="676589"/>
                </a:cubicBezTo>
                <a:lnTo>
                  <a:pt x="407754" y="676589"/>
                </a:lnTo>
                <a:cubicBezTo>
                  <a:pt x="408011" y="676589"/>
                  <a:pt x="408369" y="676947"/>
                  <a:pt x="408369" y="676947"/>
                </a:cubicBezTo>
                <a:lnTo>
                  <a:pt x="411900" y="683088"/>
                </a:lnTo>
                <a:cubicBezTo>
                  <a:pt x="412002" y="683292"/>
                  <a:pt x="411900" y="683753"/>
                  <a:pt x="411900" y="683753"/>
                </a:cubicBezTo>
                <a:lnTo>
                  <a:pt x="408369" y="689894"/>
                </a:lnTo>
                <a:cubicBezTo>
                  <a:pt x="408214" y="690102"/>
                  <a:pt x="407754" y="690252"/>
                  <a:pt x="407754" y="690252"/>
                </a:cubicBezTo>
                <a:close/>
                <a:moveTo>
                  <a:pt x="1200704" y="690260"/>
                </a:moveTo>
                <a:lnTo>
                  <a:pt x="1193642" y="690260"/>
                </a:lnTo>
                <a:cubicBezTo>
                  <a:pt x="1193386" y="690260"/>
                  <a:pt x="1193028" y="689903"/>
                  <a:pt x="1193028" y="689903"/>
                </a:cubicBezTo>
                <a:lnTo>
                  <a:pt x="1189495" y="683759"/>
                </a:lnTo>
                <a:cubicBezTo>
                  <a:pt x="1189393" y="683557"/>
                  <a:pt x="1189495" y="683095"/>
                  <a:pt x="1189495" y="683095"/>
                </a:cubicBezTo>
                <a:lnTo>
                  <a:pt x="1193028" y="676954"/>
                </a:lnTo>
                <a:cubicBezTo>
                  <a:pt x="1193180" y="676747"/>
                  <a:pt x="1193642" y="676594"/>
                  <a:pt x="1193642" y="676594"/>
                </a:cubicBezTo>
                <a:lnTo>
                  <a:pt x="1200704" y="676594"/>
                </a:lnTo>
                <a:cubicBezTo>
                  <a:pt x="1200960" y="676594"/>
                  <a:pt x="1201318" y="676954"/>
                  <a:pt x="1201318" y="676954"/>
                </a:cubicBezTo>
                <a:lnTo>
                  <a:pt x="1204850" y="683095"/>
                </a:lnTo>
                <a:cubicBezTo>
                  <a:pt x="1204952" y="683300"/>
                  <a:pt x="1204850" y="683759"/>
                  <a:pt x="1204850" y="683759"/>
                </a:cubicBezTo>
                <a:lnTo>
                  <a:pt x="1201318" y="689903"/>
                </a:lnTo>
                <a:cubicBezTo>
                  <a:pt x="1201165" y="690106"/>
                  <a:pt x="1200704" y="690260"/>
                  <a:pt x="1200704" y="690260"/>
                </a:cubicBezTo>
                <a:close/>
                <a:moveTo>
                  <a:pt x="1597154" y="690260"/>
                </a:moveTo>
                <a:lnTo>
                  <a:pt x="1590090" y="690260"/>
                </a:lnTo>
                <a:cubicBezTo>
                  <a:pt x="1589834" y="690260"/>
                  <a:pt x="1589476" y="689902"/>
                  <a:pt x="1589476" y="689902"/>
                </a:cubicBezTo>
                <a:lnTo>
                  <a:pt x="1585944" y="683758"/>
                </a:lnTo>
                <a:cubicBezTo>
                  <a:pt x="1585842" y="683557"/>
                  <a:pt x="1585944" y="683095"/>
                  <a:pt x="1585944" y="683095"/>
                </a:cubicBezTo>
                <a:lnTo>
                  <a:pt x="1589476" y="676954"/>
                </a:lnTo>
                <a:cubicBezTo>
                  <a:pt x="1589630" y="676747"/>
                  <a:pt x="1590090" y="676594"/>
                  <a:pt x="1590090" y="676594"/>
                </a:cubicBezTo>
                <a:lnTo>
                  <a:pt x="1597154" y="676594"/>
                </a:lnTo>
                <a:cubicBezTo>
                  <a:pt x="1597409" y="676594"/>
                  <a:pt x="1597768" y="676954"/>
                  <a:pt x="1597768" y="676954"/>
                </a:cubicBezTo>
                <a:lnTo>
                  <a:pt x="1601298" y="683095"/>
                </a:lnTo>
                <a:cubicBezTo>
                  <a:pt x="1601401" y="683300"/>
                  <a:pt x="1601298" y="683758"/>
                  <a:pt x="1601298" y="683758"/>
                </a:cubicBezTo>
                <a:lnTo>
                  <a:pt x="1597768" y="689902"/>
                </a:lnTo>
                <a:cubicBezTo>
                  <a:pt x="1597614" y="690106"/>
                  <a:pt x="1597154" y="690260"/>
                  <a:pt x="1597154" y="690260"/>
                </a:cubicBezTo>
                <a:close/>
                <a:moveTo>
                  <a:pt x="2189611" y="695966"/>
                </a:moveTo>
                <a:lnTo>
                  <a:pt x="2182548" y="695966"/>
                </a:lnTo>
                <a:cubicBezTo>
                  <a:pt x="2182291" y="695966"/>
                  <a:pt x="2181933" y="695608"/>
                  <a:pt x="2181933" y="695608"/>
                </a:cubicBezTo>
                <a:lnTo>
                  <a:pt x="2178401" y="689467"/>
                </a:lnTo>
                <a:cubicBezTo>
                  <a:pt x="2178299" y="689262"/>
                  <a:pt x="2178401" y="688801"/>
                  <a:pt x="2178401" y="688801"/>
                </a:cubicBezTo>
                <a:lnTo>
                  <a:pt x="2181933" y="682659"/>
                </a:lnTo>
                <a:cubicBezTo>
                  <a:pt x="2182087" y="682454"/>
                  <a:pt x="2182548" y="682301"/>
                  <a:pt x="2182548" y="682301"/>
                </a:cubicBezTo>
                <a:lnTo>
                  <a:pt x="2189611" y="682301"/>
                </a:lnTo>
                <a:cubicBezTo>
                  <a:pt x="2189865" y="682301"/>
                  <a:pt x="2190225" y="682659"/>
                  <a:pt x="2190225" y="682659"/>
                </a:cubicBezTo>
                <a:lnTo>
                  <a:pt x="2193757" y="688801"/>
                </a:lnTo>
                <a:cubicBezTo>
                  <a:pt x="2193859" y="689005"/>
                  <a:pt x="2193757" y="689467"/>
                  <a:pt x="2193757" y="689467"/>
                </a:cubicBezTo>
                <a:lnTo>
                  <a:pt x="2190225" y="695608"/>
                </a:lnTo>
                <a:cubicBezTo>
                  <a:pt x="2190071" y="695813"/>
                  <a:pt x="2189611" y="695966"/>
                  <a:pt x="2189611" y="695966"/>
                </a:cubicBezTo>
                <a:close/>
                <a:moveTo>
                  <a:pt x="2387835" y="695966"/>
                </a:moveTo>
                <a:lnTo>
                  <a:pt x="2380773" y="695966"/>
                </a:lnTo>
                <a:cubicBezTo>
                  <a:pt x="2380515" y="695966"/>
                  <a:pt x="2380159" y="695608"/>
                  <a:pt x="2380159" y="695608"/>
                </a:cubicBezTo>
                <a:lnTo>
                  <a:pt x="2376626" y="689467"/>
                </a:lnTo>
                <a:cubicBezTo>
                  <a:pt x="2376523" y="689262"/>
                  <a:pt x="2376626" y="688801"/>
                  <a:pt x="2376626" y="688801"/>
                </a:cubicBezTo>
                <a:lnTo>
                  <a:pt x="2380159" y="682659"/>
                </a:lnTo>
                <a:cubicBezTo>
                  <a:pt x="2380312" y="682454"/>
                  <a:pt x="2380773" y="682301"/>
                  <a:pt x="2380773" y="682301"/>
                </a:cubicBezTo>
                <a:lnTo>
                  <a:pt x="2387835" y="682301"/>
                </a:lnTo>
                <a:cubicBezTo>
                  <a:pt x="2388091" y="682301"/>
                  <a:pt x="2388449" y="682659"/>
                  <a:pt x="2388449" y="682659"/>
                </a:cubicBezTo>
                <a:lnTo>
                  <a:pt x="2391981" y="688801"/>
                </a:lnTo>
                <a:cubicBezTo>
                  <a:pt x="2392083" y="689005"/>
                  <a:pt x="2391981" y="689467"/>
                  <a:pt x="2391981" y="689467"/>
                </a:cubicBezTo>
                <a:lnTo>
                  <a:pt x="2388449" y="695608"/>
                </a:lnTo>
                <a:cubicBezTo>
                  <a:pt x="2388296" y="695813"/>
                  <a:pt x="2387835" y="695966"/>
                  <a:pt x="2387835" y="695966"/>
                </a:cubicBezTo>
                <a:close/>
                <a:moveTo>
                  <a:pt x="2586060" y="695966"/>
                </a:moveTo>
                <a:lnTo>
                  <a:pt x="2578998" y="695966"/>
                </a:lnTo>
                <a:cubicBezTo>
                  <a:pt x="2578740" y="695966"/>
                  <a:pt x="2578383" y="695608"/>
                  <a:pt x="2578383" y="695608"/>
                </a:cubicBezTo>
                <a:lnTo>
                  <a:pt x="2574850" y="689467"/>
                </a:lnTo>
                <a:cubicBezTo>
                  <a:pt x="2574749" y="689262"/>
                  <a:pt x="2574850" y="688801"/>
                  <a:pt x="2574850" y="688801"/>
                </a:cubicBezTo>
                <a:lnTo>
                  <a:pt x="2578383" y="682659"/>
                </a:lnTo>
                <a:cubicBezTo>
                  <a:pt x="2578536" y="682454"/>
                  <a:pt x="2578998" y="682301"/>
                  <a:pt x="2578998" y="682301"/>
                </a:cubicBezTo>
                <a:lnTo>
                  <a:pt x="2586060" y="682301"/>
                </a:lnTo>
                <a:cubicBezTo>
                  <a:pt x="2586316" y="682301"/>
                  <a:pt x="2586674" y="682659"/>
                  <a:pt x="2586674" y="682659"/>
                </a:cubicBezTo>
                <a:lnTo>
                  <a:pt x="2590205" y="688801"/>
                </a:lnTo>
                <a:cubicBezTo>
                  <a:pt x="2590308" y="689005"/>
                  <a:pt x="2590205" y="689467"/>
                  <a:pt x="2590205" y="689467"/>
                </a:cubicBezTo>
                <a:lnTo>
                  <a:pt x="2586674" y="695608"/>
                </a:lnTo>
                <a:cubicBezTo>
                  <a:pt x="2586520" y="695813"/>
                  <a:pt x="2586060" y="695966"/>
                  <a:pt x="2586060" y="695966"/>
                </a:cubicBezTo>
                <a:close/>
                <a:moveTo>
                  <a:pt x="2784284" y="695966"/>
                </a:moveTo>
                <a:lnTo>
                  <a:pt x="2777221" y="695966"/>
                </a:lnTo>
                <a:cubicBezTo>
                  <a:pt x="2776966" y="695966"/>
                  <a:pt x="2776607" y="695608"/>
                  <a:pt x="2776607" y="695608"/>
                </a:cubicBezTo>
                <a:lnTo>
                  <a:pt x="2773075" y="689467"/>
                </a:lnTo>
                <a:cubicBezTo>
                  <a:pt x="2772973" y="689262"/>
                  <a:pt x="2773075" y="688801"/>
                  <a:pt x="2773075" y="688801"/>
                </a:cubicBezTo>
                <a:lnTo>
                  <a:pt x="2776607" y="682659"/>
                </a:lnTo>
                <a:cubicBezTo>
                  <a:pt x="2776760" y="682454"/>
                  <a:pt x="2777221" y="682301"/>
                  <a:pt x="2777221" y="682301"/>
                </a:cubicBezTo>
                <a:lnTo>
                  <a:pt x="2784284" y="682301"/>
                </a:lnTo>
                <a:cubicBezTo>
                  <a:pt x="2784540" y="682301"/>
                  <a:pt x="2784898" y="682659"/>
                  <a:pt x="2784898" y="682659"/>
                </a:cubicBezTo>
                <a:lnTo>
                  <a:pt x="2788430" y="688801"/>
                </a:lnTo>
                <a:cubicBezTo>
                  <a:pt x="2788532" y="689005"/>
                  <a:pt x="2788430" y="689467"/>
                  <a:pt x="2788430" y="689467"/>
                </a:cubicBezTo>
                <a:lnTo>
                  <a:pt x="2784898" y="695608"/>
                </a:lnTo>
                <a:cubicBezTo>
                  <a:pt x="2784744" y="695813"/>
                  <a:pt x="2784284" y="695966"/>
                  <a:pt x="2784284" y="695966"/>
                </a:cubicBezTo>
                <a:close/>
                <a:moveTo>
                  <a:pt x="2982559" y="695966"/>
                </a:moveTo>
                <a:lnTo>
                  <a:pt x="2975496" y="695966"/>
                </a:lnTo>
                <a:cubicBezTo>
                  <a:pt x="2975241" y="695966"/>
                  <a:pt x="2974882" y="695608"/>
                  <a:pt x="2974882" y="695608"/>
                </a:cubicBezTo>
                <a:lnTo>
                  <a:pt x="2971351" y="689467"/>
                </a:lnTo>
                <a:cubicBezTo>
                  <a:pt x="2971249" y="689262"/>
                  <a:pt x="2971351" y="688801"/>
                  <a:pt x="2971351" y="688801"/>
                </a:cubicBezTo>
                <a:lnTo>
                  <a:pt x="2974882" y="682659"/>
                </a:lnTo>
                <a:cubicBezTo>
                  <a:pt x="2975036" y="682454"/>
                  <a:pt x="2975496" y="682301"/>
                  <a:pt x="2975496" y="682301"/>
                </a:cubicBezTo>
                <a:lnTo>
                  <a:pt x="2982559" y="682301"/>
                </a:lnTo>
                <a:cubicBezTo>
                  <a:pt x="2982815" y="682301"/>
                  <a:pt x="2983173" y="682659"/>
                  <a:pt x="2983173" y="682659"/>
                </a:cubicBezTo>
                <a:lnTo>
                  <a:pt x="2986706" y="688801"/>
                </a:lnTo>
                <a:cubicBezTo>
                  <a:pt x="2986808" y="689005"/>
                  <a:pt x="2986706" y="689467"/>
                  <a:pt x="2986706" y="689467"/>
                </a:cubicBezTo>
                <a:lnTo>
                  <a:pt x="2983173" y="695608"/>
                </a:lnTo>
                <a:cubicBezTo>
                  <a:pt x="2983020" y="695813"/>
                  <a:pt x="2982559" y="695966"/>
                  <a:pt x="2982559" y="695966"/>
                </a:cubicBezTo>
                <a:close/>
                <a:moveTo>
                  <a:pt x="3180784" y="695966"/>
                </a:moveTo>
                <a:lnTo>
                  <a:pt x="3173721" y="695966"/>
                </a:lnTo>
                <a:cubicBezTo>
                  <a:pt x="3173466" y="695966"/>
                  <a:pt x="3173107" y="695608"/>
                  <a:pt x="3173107" y="695608"/>
                </a:cubicBezTo>
                <a:lnTo>
                  <a:pt x="3169576" y="689467"/>
                </a:lnTo>
                <a:cubicBezTo>
                  <a:pt x="3169473" y="689262"/>
                  <a:pt x="3169576" y="688801"/>
                  <a:pt x="3169576" y="688801"/>
                </a:cubicBezTo>
                <a:lnTo>
                  <a:pt x="3173107" y="682659"/>
                </a:lnTo>
                <a:cubicBezTo>
                  <a:pt x="3173261" y="682454"/>
                  <a:pt x="3173721" y="682301"/>
                  <a:pt x="3173721" y="682301"/>
                </a:cubicBezTo>
                <a:lnTo>
                  <a:pt x="3180784" y="682301"/>
                </a:lnTo>
                <a:cubicBezTo>
                  <a:pt x="3181040" y="682301"/>
                  <a:pt x="3181398" y="682659"/>
                  <a:pt x="3181398" y="682659"/>
                </a:cubicBezTo>
                <a:lnTo>
                  <a:pt x="3184931" y="688801"/>
                </a:lnTo>
                <a:cubicBezTo>
                  <a:pt x="3185033" y="689005"/>
                  <a:pt x="3184931" y="689467"/>
                  <a:pt x="3184931" y="689467"/>
                </a:cubicBezTo>
                <a:lnTo>
                  <a:pt x="3181398" y="695608"/>
                </a:lnTo>
                <a:cubicBezTo>
                  <a:pt x="3181245" y="695813"/>
                  <a:pt x="3180784" y="695966"/>
                  <a:pt x="3180784" y="695966"/>
                </a:cubicBezTo>
                <a:close/>
                <a:moveTo>
                  <a:pt x="3379008" y="695966"/>
                </a:moveTo>
                <a:lnTo>
                  <a:pt x="3371947" y="695966"/>
                </a:lnTo>
                <a:cubicBezTo>
                  <a:pt x="3371690" y="695966"/>
                  <a:pt x="3371332" y="695608"/>
                  <a:pt x="3371332" y="695608"/>
                </a:cubicBezTo>
                <a:lnTo>
                  <a:pt x="3367800" y="689467"/>
                </a:lnTo>
                <a:cubicBezTo>
                  <a:pt x="3367697" y="689262"/>
                  <a:pt x="3367800" y="688801"/>
                  <a:pt x="3367800" y="688801"/>
                </a:cubicBezTo>
                <a:lnTo>
                  <a:pt x="3371332" y="682659"/>
                </a:lnTo>
                <a:cubicBezTo>
                  <a:pt x="3371485" y="682454"/>
                  <a:pt x="3371947" y="682301"/>
                  <a:pt x="3371947" y="682301"/>
                </a:cubicBezTo>
                <a:lnTo>
                  <a:pt x="3379008" y="682301"/>
                </a:lnTo>
                <a:cubicBezTo>
                  <a:pt x="3379265" y="682301"/>
                  <a:pt x="3379624" y="682659"/>
                  <a:pt x="3379624" y="682659"/>
                </a:cubicBezTo>
                <a:lnTo>
                  <a:pt x="3383155" y="688801"/>
                </a:lnTo>
                <a:cubicBezTo>
                  <a:pt x="3383257" y="689005"/>
                  <a:pt x="3383155" y="689467"/>
                  <a:pt x="3383155" y="689467"/>
                </a:cubicBezTo>
                <a:lnTo>
                  <a:pt x="3379624" y="695608"/>
                </a:lnTo>
                <a:cubicBezTo>
                  <a:pt x="3379470" y="695813"/>
                  <a:pt x="3379008" y="695966"/>
                  <a:pt x="3379008" y="695966"/>
                </a:cubicBezTo>
                <a:close/>
                <a:moveTo>
                  <a:pt x="3577234" y="695966"/>
                </a:moveTo>
                <a:lnTo>
                  <a:pt x="3570172" y="695966"/>
                </a:lnTo>
                <a:cubicBezTo>
                  <a:pt x="3569914" y="695966"/>
                  <a:pt x="3569557" y="695608"/>
                  <a:pt x="3569557" y="695608"/>
                </a:cubicBezTo>
                <a:lnTo>
                  <a:pt x="3566024" y="689467"/>
                </a:lnTo>
                <a:cubicBezTo>
                  <a:pt x="3565922" y="689262"/>
                  <a:pt x="3566024" y="688801"/>
                  <a:pt x="3566024" y="688801"/>
                </a:cubicBezTo>
                <a:lnTo>
                  <a:pt x="3569557" y="682659"/>
                </a:lnTo>
                <a:cubicBezTo>
                  <a:pt x="3569709" y="682454"/>
                  <a:pt x="3570172" y="682301"/>
                  <a:pt x="3570172" y="682301"/>
                </a:cubicBezTo>
                <a:lnTo>
                  <a:pt x="3577234" y="682301"/>
                </a:lnTo>
                <a:cubicBezTo>
                  <a:pt x="3577489" y="682301"/>
                  <a:pt x="3577848" y="682659"/>
                  <a:pt x="3577848" y="682659"/>
                </a:cubicBezTo>
                <a:lnTo>
                  <a:pt x="3581379" y="688801"/>
                </a:lnTo>
                <a:cubicBezTo>
                  <a:pt x="3581481" y="689005"/>
                  <a:pt x="3581379" y="689467"/>
                  <a:pt x="3581379" y="689467"/>
                </a:cubicBezTo>
                <a:lnTo>
                  <a:pt x="3577848" y="695608"/>
                </a:lnTo>
                <a:cubicBezTo>
                  <a:pt x="3577694" y="695813"/>
                  <a:pt x="3577234" y="695966"/>
                  <a:pt x="3577234" y="695966"/>
                </a:cubicBezTo>
                <a:close/>
                <a:moveTo>
                  <a:pt x="3775459" y="695966"/>
                </a:moveTo>
                <a:lnTo>
                  <a:pt x="3768396" y="695966"/>
                </a:lnTo>
                <a:cubicBezTo>
                  <a:pt x="3768139" y="695966"/>
                  <a:pt x="3767781" y="695608"/>
                  <a:pt x="3767781" y="695608"/>
                </a:cubicBezTo>
                <a:lnTo>
                  <a:pt x="3764249" y="689467"/>
                </a:lnTo>
                <a:cubicBezTo>
                  <a:pt x="3764147" y="689262"/>
                  <a:pt x="3764249" y="688801"/>
                  <a:pt x="3764249" y="688801"/>
                </a:cubicBezTo>
                <a:lnTo>
                  <a:pt x="3767781" y="682659"/>
                </a:lnTo>
                <a:cubicBezTo>
                  <a:pt x="3767935" y="682454"/>
                  <a:pt x="3768396" y="682301"/>
                  <a:pt x="3768396" y="682301"/>
                </a:cubicBezTo>
                <a:lnTo>
                  <a:pt x="3775459" y="682301"/>
                </a:lnTo>
                <a:cubicBezTo>
                  <a:pt x="3775713" y="682301"/>
                  <a:pt x="3776073" y="682659"/>
                  <a:pt x="3776073" y="682659"/>
                </a:cubicBezTo>
                <a:lnTo>
                  <a:pt x="3779604" y="688801"/>
                </a:lnTo>
                <a:cubicBezTo>
                  <a:pt x="3779706" y="689005"/>
                  <a:pt x="3779604" y="689467"/>
                  <a:pt x="3779604" y="689467"/>
                </a:cubicBezTo>
                <a:lnTo>
                  <a:pt x="3776073" y="695608"/>
                </a:lnTo>
                <a:cubicBezTo>
                  <a:pt x="3775919" y="695813"/>
                  <a:pt x="3775459" y="695966"/>
                  <a:pt x="3775459" y="695966"/>
                </a:cubicBezTo>
                <a:close/>
                <a:moveTo>
                  <a:pt x="3973734" y="695966"/>
                </a:moveTo>
                <a:lnTo>
                  <a:pt x="3966671" y="695966"/>
                </a:lnTo>
                <a:cubicBezTo>
                  <a:pt x="3966415" y="695966"/>
                  <a:pt x="3966057" y="695608"/>
                  <a:pt x="3966057" y="695608"/>
                </a:cubicBezTo>
                <a:lnTo>
                  <a:pt x="3962525" y="689467"/>
                </a:lnTo>
                <a:cubicBezTo>
                  <a:pt x="3962423" y="689262"/>
                  <a:pt x="3962525" y="688801"/>
                  <a:pt x="3962525" y="688801"/>
                </a:cubicBezTo>
                <a:lnTo>
                  <a:pt x="3966057" y="682659"/>
                </a:lnTo>
                <a:cubicBezTo>
                  <a:pt x="3966211" y="682454"/>
                  <a:pt x="3966671" y="682301"/>
                  <a:pt x="3966671" y="682301"/>
                </a:cubicBezTo>
                <a:lnTo>
                  <a:pt x="3973734" y="682301"/>
                </a:lnTo>
                <a:cubicBezTo>
                  <a:pt x="3973990" y="682301"/>
                  <a:pt x="3974348" y="682659"/>
                  <a:pt x="3974348" y="682659"/>
                </a:cubicBezTo>
                <a:lnTo>
                  <a:pt x="3977880" y="688801"/>
                </a:lnTo>
                <a:cubicBezTo>
                  <a:pt x="3977982" y="689005"/>
                  <a:pt x="3977880" y="689467"/>
                  <a:pt x="3977880" y="689467"/>
                </a:cubicBezTo>
                <a:lnTo>
                  <a:pt x="3974348" y="695608"/>
                </a:lnTo>
                <a:cubicBezTo>
                  <a:pt x="3974195" y="695813"/>
                  <a:pt x="3973734" y="695966"/>
                  <a:pt x="3973734" y="695966"/>
                </a:cubicBezTo>
                <a:close/>
                <a:moveTo>
                  <a:pt x="4171959" y="695966"/>
                </a:moveTo>
                <a:lnTo>
                  <a:pt x="4164896" y="695966"/>
                </a:lnTo>
                <a:cubicBezTo>
                  <a:pt x="4164640" y="695966"/>
                  <a:pt x="4164282" y="695608"/>
                  <a:pt x="4164282" y="695608"/>
                </a:cubicBezTo>
                <a:lnTo>
                  <a:pt x="4160751" y="689467"/>
                </a:lnTo>
                <a:cubicBezTo>
                  <a:pt x="4160648" y="689262"/>
                  <a:pt x="4160751" y="688801"/>
                  <a:pt x="4160751" y="688801"/>
                </a:cubicBezTo>
                <a:lnTo>
                  <a:pt x="4164282" y="682659"/>
                </a:lnTo>
                <a:cubicBezTo>
                  <a:pt x="4164435" y="682454"/>
                  <a:pt x="4164896" y="682301"/>
                  <a:pt x="4164896" y="682301"/>
                </a:cubicBezTo>
                <a:lnTo>
                  <a:pt x="4171959" y="682301"/>
                </a:lnTo>
                <a:cubicBezTo>
                  <a:pt x="4172215" y="682301"/>
                  <a:pt x="4172573" y="682659"/>
                  <a:pt x="4172573" y="682659"/>
                </a:cubicBezTo>
                <a:lnTo>
                  <a:pt x="4176105" y="688801"/>
                </a:lnTo>
                <a:cubicBezTo>
                  <a:pt x="4176207" y="689005"/>
                  <a:pt x="4176105" y="689467"/>
                  <a:pt x="4176105" y="689467"/>
                </a:cubicBezTo>
                <a:lnTo>
                  <a:pt x="4172573" y="695608"/>
                </a:lnTo>
                <a:cubicBezTo>
                  <a:pt x="4172419" y="695813"/>
                  <a:pt x="4171959" y="695966"/>
                  <a:pt x="4171959" y="695966"/>
                </a:cubicBezTo>
                <a:close/>
                <a:moveTo>
                  <a:pt x="4370183" y="695966"/>
                </a:moveTo>
                <a:lnTo>
                  <a:pt x="4363121" y="695966"/>
                </a:lnTo>
                <a:cubicBezTo>
                  <a:pt x="4362864" y="695966"/>
                  <a:pt x="4362506" y="695608"/>
                  <a:pt x="4362506" y="695608"/>
                </a:cubicBezTo>
                <a:lnTo>
                  <a:pt x="4358975" y="689467"/>
                </a:lnTo>
                <a:cubicBezTo>
                  <a:pt x="4358872" y="689262"/>
                  <a:pt x="4358975" y="688801"/>
                  <a:pt x="4358975" y="688801"/>
                </a:cubicBezTo>
                <a:lnTo>
                  <a:pt x="4362506" y="682659"/>
                </a:lnTo>
                <a:cubicBezTo>
                  <a:pt x="4362660" y="682454"/>
                  <a:pt x="4363121" y="682301"/>
                  <a:pt x="4363121" y="682301"/>
                </a:cubicBezTo>
                <a:lnTo>
                  <a:pt x="4370183" y="682301"/>
                </a:lnTo>
                <a:cubicBezTo>
                  <a:pt x="4370439" y="682301"/>
                  <a:pt x="4370797" y="682659"/>
                  <a:pt x="4370797" y="682659"/>
                </a:cubicBezTo>
                <a:lnTo>
                  <a:pt x="4374329" y="688801"/>
                </a:lnTo>
                <a:cubicBezTo>
                  <a:pt x="4374432" y="689005"/>
                  <a:pt x="4374329" y="689467"/>
                  <a:pt x="4374329" y="689467"/>
                </a:cubicBezTo>
                <a:lnTo>
                  <a:pt x="4370797" y="695608"/>
                </a:lnTo>
                <a:cubicBezTo>
                  <a:pt x="4370643" y="695813"/>
                  <a:pt x="4370183" y="695966"/>
                  <a:pt x="4370183" y="695966"/>
                </a:cubicBezTo>
                <a:close/>
                <a:moveTo>
                  <a:pt x="4568408" y="695966"/>
                </a:moveTo>
                <a:lnTo>
                  <a:pt x="4561345" y="695966"/>
                </a:lnTo>
                <a:cubicBezTo>
                  <a:pt x="4561089" y="695966"/>
                  <a:pt x="4560731" y="695608"/>
                  <a:pt x="4560731" y="695608"/>
                </a:cubicBezTo>
                <a:lnTo>
                  <a:pt x="4557199" y="689467"/>
                </a:lnTo>
                <a:cubicBezTo>
                  <a:pt x="4557097" y="689262"/>
                  <a:pt x="4557199" y="688801"/>
                  <a:pt x="4557199" y="688801"/>
                </a:cubicBezTo>
                <a:lnTo>
                  <a:pt x="4560731" y="682659"/>
                </a:lnTo>
                <a:cubicBezTo>
                  <a:pt x="4560884" y="682454"/>
                  <a:pt x="4561345" y="682301"/>
                  <a:pt x="4561345" y="682301"/>
                </a:cubicBezTo>
                <a:lnTo>
                  <a:pt x="4568408" y="682301"/>
                </a:lnTo>
                <a:cubicBezTo>
                  <a:pt x="4568663" y="682301"/>
                  <a:pt x="4569022" y="682659"/>
                  <a:pt x="4569022" y="682659"/>
                </a:cubicBezTo>
                <a:lnTo>
                  <a:pt x="4572554" y="688801"/>
                </a:lnTo>
                <a:cubicBezTo>
                  <a:pt x="4572656" y="689005"/>
                  <a:pt x="4572554" y="689467"/>
                  <a:pt x="4572554" y="689467"/>
                </a:cubicBezTo>
                <a:lnTo>
                  <a:pt x="4569022" y="695608"/>
                </a:lnTo>
                <a:cubicBezTo>
                  <a:pt x="4568869" y="695813"/>
                  <a:pt x="4568408" y="695966"/>
                  <a:pt x="4568408" y="695966"/>
                </a:cubicBezTo>
                <a:close/>
                <a:moveTo>
                  <a:pt x="4766683" y="695966"/>
                </a:moveTo>
                <a:lnTo>
                  <a:pt x="4759621" y="695966"/>
                </a:lnTo>
                <a:cubicBezTo>
                  <a:pt x="4759364" y="695966"/>
                  <a:pt x="4759007" y="695608"/>
                  <a:pt x="4759007" y="695608"/>
                </a:cubicBezTo>
                <a:lnTo>
                  <a:pt x="4755475" y="689467"/>
                </a:lnTo>
                <a:cubicBezTo>
                  <a:pt x="4755372" y="689262"/>
                  <a:pt x="4755475" y="688801"/>
                  <a:pt x="4755475" y="688801"/>
                </a:cubicBezTo>
                <a:lnTo>
                  <a:pt x="4759007" y="682659"/>
                </a:lnTo>
                <a:cubicBezTo>
                  <a:pt x="4759160" y="682454"/>
                  <a:pt x="4759621" y="682301"/>
                  <a:pt x="4759621" y="682301"/>
                </a:cubicBezTo>
                <a:lnTo>
                  <a:pt x="4766683" y="682301"/>
                </a:lnTo>
                <a:cubicBezTo>
                  <a:pt x="4766940" y="682301"/>
                  <a:pt x="4767297" y="682659"/>
                  <a:pt x="4767297" y="682659"/>
                </a:cubicBezTo>
                <a:lnTo>
                  <a:pt x="4770829" y="688801"/>
                </a:lnTo>
                <a:cubicBezTo>
                  <a:pt x="4770932" y="689005"/>
                  <a:pt x="4770829" y="689467"/>
                  <a:pt x="4770829" y="689467"/>
                </a:cubicBezTo>
                <a:lnTo>
                  <a:pt x="4767297" y="695608"/>
                </a:lnTo>
                <a:cubicBezTo>
                  <a:pt x="4767144" y="695813"/>
                  <a:pt x="4766683" y="695966"/>
                  <a:pt x="4766683" y="695966"/>
                </a:cubicBezTo>
                <a:close/>
                <a:moveTo>
                  <a:pt x="4964909" y="695966"/>
                </a:moveTo>
                <a:lnTo>
                  <a:pt x="4957846" y="695966"/>
                </a:lnTo>
                <a:cubicBezTo>
                  <a:pt x="4957589" y="695966"/>
                  <a:pt x="4957232" y="695608"/>
                  <a:pt x="4957232" y="695608"/>
                </a:cubicBezTo>
                <a:lnTo>
                  <a:pt x="4953699" y="689467"/>
                </a:lnTo>
                <a:cubicBezTo>
                  <a:pt x="4953597" y="689262"/>
                  <a:pt x="4953699" y="688801"/>
                  <a:pt x="4953699" y="688801"/>
                </a:cubicBezTo>
                <a:lnTo>
                  <a:pt x="4957232" y="682659"/>
                </a:lnTo>
                <a:cubicBezTo>
                  <a:pt x="4957384" y="682454"/>
                  <a:pt x="4957846" y="682301"/>
                  <a:pt x="4957846" y="682301"/>
                </a:cubicBezTo>
                <a:lnTo>
                  <a:pt x="4964909" y="682301"/>
                </a:lnTo>
                <a:cubicBezTo>
                  <a:pt x="4965164" y="682301"/>
                  <a:pt x="4965523" y="682659"/>
                  <a:pt x="4965523" y="682659"/>
                </a:cubicBezTo>
                <a:lnTo>
                  <a:pt x="4969054" y="688801"/>
                </a:lnTo>
                <a:cubicBezTo>
                  <a:pt x="4969156" y="689005"/>
                  <a:pt x="4969054" y="689467"/>
                  <a:pt x="4969054" y="689467"/>
                </a:cubicBezTo>
                <a:lnTo>
                  <a:pt x="4965523" y="695608"/>
                </a:lnTo>
                <a:cubicBezTo>
                  <a:pt x="4965369" y="695813"/>
                  <a:pt x="4964909" y="695966"/>
                  <a:pt x="4964909" y="695966"/>
                </a:cubicBezTo>
                <a:close/>
                <a:moveTo>
                  <a:pt x="5163134" y="695966"/>
                </a:moveTo>
                <a:lnTo>
                  <a:pt x="5156070" y="695966"/>
                </a:lnTo>
                <a:cubicBezTo>
                  <a:pt x="5155814" y="695966"/>
                  <a:pt x="5155456" y="695608"/>
                  <a:pt x="5155456" y="695608"/>
                </a:cubicBezTo>
                <a:lnTo>
                  <a:pt x="5151924" y="689467"/>
                </a:lnTo>
                <a:cubicBezTo>
                  <a:pt x="5151822" y="689262"/>
                  <a:pt x="5151924" y="688801"/>
                  <a:pt x="5151924" y="688801"/>
                </a:cubicBezTo>
                <a:lnTo>
                  <a:pt x="5155456" y="682659"/>
                </a:lnTo>
                <a:cubicBezTo>
                  <a:pt x="5155610" y="682454"/>
                  <a:pt x="5156070" y="682301"/>
                  <a:pt x="5156070" y="682301"/>
                </a:cubicBezTo>
                <a:lnTo>
                  <a:pt x="5163134" y="682301"/>
                </a:lnTo>
                <a:cubicBezTo>
                  <a:pt x="5163388" y="682301"/>
                  <a:pt x="5163748" y="682659"/>
                  <a:pt x="5163748" y="682659"/>
                </a:cubicBezTo>
                <a:lnTo>
                  <a:pt x="5167279" y="688801"/>
                </a:lnTo>
                <a:cubicBezTo>
                  <a:pt x="5167381" y="689005"/>
                  <a:pt x="5167279" y="689467"/>
                  <a:pt x="5167279" y="689467"/>
                </a:cubicBezTo>
                <a:lnTo>
                  <a:pt x="5163748" y="695608"/>
                </a:lnTo>
                <a:cubicBezTo>
                  <a:pt x="5163594" y="695813"/>
                  <a:pt x="5163134" y="695966"/>
                  <a:pt x="5163134" y="695966"/>
                </a:cubicBezTo>
                <a:close/>
                <a:moveTo>
                  <a:pt x="5361358" y="695966"/>
                </a:moveTo>
                <a:lnTo>
                  <a:pt x="5354295" y="695966"/>
                </a:lnTo>
                <a:cubicBezTo>
                  <a:pt x="5354038" y="695966"/>
                  <a:pt x="5353680" y="695608"/>
                  <a:pt x="5353680" y="695608"/>
                </a:cubicBezTo>
                <a:lnTo>
                  <a:pt x="5350149" y="689467"/>
                </a:lnTo>
                <a:cubicBezTo>
                  <a:pt x="5350047" y="689262"/>
                  <a:pt x="5350149" y="688801"/>
                  <a:pt x="5350149" y="688801"/>
                </a:cubicBezTo>
                <a:lnTo>
                  <a:pt x="5353680" y="682659"/>
                </a:lnTo>
                <a:cubicBezTo>
                  <a:pt x="5353835" y="682454"/>
                  <a:pt x="5354295" y="682301"/>
                  <a:pt x="5354295" y="682301"/>
                </a:cubicBezTo>
                <a:lnTo>
                  <a:pt x="5361358" y="682301"/>
                </a:lnTo>
                <a:cubicBezTo>
                  <a:pt x="5361614" y="682301"/>
                  <a:pt x="5361972" y="682659"/>
                  <a:pt x="5361972" y="682659"/>
                </a:cubicBezTo>
                <a:lnTo>
                  <a:pt x="5365503" y="688801"/>
                </a:lnTo>
                <a:cubicBezTo>
                  <a:pt x="5365606" y="689005"/>
                  <a:pt x="5365503" y="689467"/>
                  <a:pt x="5365503" y="689467"/>
                </a:cubicBezTo>
                <a:lnTo>
                  <a:pt x="5361972" y="695608"/>
                </a:lnTo>
                <a:cubicBezTo>
                  <a:pt x="5361818" y="695813"/>
                  <a:pt x="5361358" y="695966"/>
                  <a:pt x="5361358" y="695966"/>
                </a:cubicBezTo>
                <a:close/>
                <a:moveTo>
                  <a:pt x="5559633" y="695966"/>
                </a:moveTo>
                <a:lnTo>
                  <a:pt x="5552569" y="695966"/>
                </a:lnTo>
                <a:cubicBezTo>
                  <a:pt x="5552314" y="695966"/>
                  <a:pt x="5551956" y="695608"/>
                  <a:pt x="5551956" y="695608"/>
                </a:cubicBezTo>
                <a:lnTo>
                  <a:pt x="5548424" y="689467"/>
                </a:lnTo>
                <a:cubicBezTo>
                  <a:pt x="5548322" y="689262"/>
                  <a:pt x="5548424" y="688801"/>
                  <a:pt x="5548424" y="688801"/>
                </a:cubicBezTo>
                <a:lnTo>
                  <a:pt x="5551956" y="682659"/>
                </a:lnTo>
                <a:cubicBezTo>
                  <a:pt x="5552109" y="682454"/>
                  <a:pt x="5552569" y="682301"/>
                  <a:pt x="5552569" y="682301"/>
                </a:cubicBezTo>
                <a:lnTo>
                  <a:pt x="5559633" y="682301"/>
                </a:lnTo>
                <a:cubicBezTo>
                  <a:pt x="5559889" y="682301"/>
                  <a:pt x="5560246" y="682659"/>
                  <a:pt x="5560246" y="682659"/>
                </a:cubicBezTo>
                <a:lnTo>
                  <a:pt x="5563779" y="688801"/>
                </a:lnTo>
                <a:cubicBezTo>
                  <a:pt x="5563881" y="689005"/>
                  <a:pt x="5563779" y="689467"/>
                  <a:pt x="5563779" y="689467"/>
                </a:cubicBezTo>
                <a:lnTo>
                  <a:pt x="5560246" y="695608"/>
                </a:lnTo>
                <a:cubicBezTo>
                  <a:pt x="5560094" y="695813"/>
                  <a:pt x="5559633" y="695966"/>
                  <a:pt x="5559633" y="695966"/>
                </a:cubicBezTo>
                <a:close/>
                <a:moveTo>
                  <a:pt x="5757857" y="695966"/>
                </a:moveTo>
                <a:lnTo>
                  <a:pt x="5750795" y="695966"/>
                </a:lnTo>
                <a:cubicBezTo>
                  <a:pt x="5750538" y="695966"/>
                  <a:pt x="5750181" y="695608"/>
                  <a:pt x="5750181" y="695608"/>
                </a:cubicBezTo>
                <a:lnTo>
                  <a:pt x="5746649" y="689467"/>
                </a:lnTo>
                <a:cubicBezTo>
                  <a:pt x="5746546" y="689262"/>
                  <a:pt x="5746649" y="688801"/>
                  <a:pt x="5746649" y="688801"/>
                </a:cubicBezTo>
                <a:lnTo>
                  <a:pt x="5750181" y="682659"/>
                </a:lnTo>
                <a:cubicBezTo>
                  <a:pt x="5750333" y="682454"/>
                  <a:pt x="5750795" y="682301"/>
                  <a:pt x="5750795" y="682301"/>
                </a:cubicBezTo>
                <a:lnTo>
                  <a:pt x="5757857" y="682301"/>
                </a:lnTo>
                <a:cubicBezTo>
                  <a:pt x="5758114" y="682301"/>
                  <a:pt x="5758471" y="682659"/>
                  <a:pt x="5758471" y="682659"/>
                </a:cubicBezTo>
                <a:lnTo>
                  <a:pt x="5762003" y="688801"/>
                </a:lnTo>
                <a:cubicBezTo>
                  <a:pt x="5762106" y="689005"/>
                  <a:pt x="5762003" y="689467"/>
                  <a:pt x="5762003" y="689467"/>
                </a:cubicBezTo>
                <a:lnTo>
                  <a:pt x="5758471" y="695608"/>
                </a:lnTo>
                <a:cubicBezTo>
                  <a:pt x="5758318" y="695813"/>
                  <a:pt x="5757857" y="695966"/>
                  <a:pt x="5757857" y="695966"/>
                </a:cubicBezTo>
                <a:close/>
                <a:moveTo>
                  <a:pt x="5956083" y="695966"/>
                </a:moveTo>
                <a:lnTo>
                  <a:pt x="5949019" y="695966"/>
                </a:lnTo>
                <a:cubicBezTo>
                  <a:pt x="5948763" y="695966"/>
                  <a:pt x="5948405" y="695608"/>
                  <a:pt x="5948405" y="695608"/>
                </a:cubicBezTo>
                <a:lnTo>
                  <a:pt x="5944873" y="689467"/>
                </a:lnTo>
                <a:cubicBezTo>
                  <a:pt x="5944771" y="689262"/>
                  <a:pt x="5944873" y="688801"/>
                  <a:pt x="5944873" y="688801"/>
                </a:cubicBezTo>
                <a:lnTo>
                  <a:pt x="5948405" y="682659"/>
                </a:lnTo>
                <a:cubicBezTo>
                  <a:pt x="5948558" y="682454"/>
                  <a:pt x="5949019" y="682301"/>
                  <a:pt x="5949019" y="682301"/>
                </a:cubicBezTo>
                <a:lnTo>
                  <a:pt x="5956083" y="682301"/>
                </a:lnTo>
                <a:cubicBezTo>
                  <a:pt x="5956338" y="682301"/>
                  <a:pt x="5956697" y="682659"/>
                  <a:pt x="5956697" y="682659"/>
                </a:cubicBezTo>
                <a:lnTo>
                  <a:pt x="5960227" y="688801"/>
                </a:lnTo>
                <a:cubicBezTo>
                  <a:pt x="5960330" y="689005"/>
                  <a:pt x="5960227" y="689467"/>
                  <a:pt x="5960227" y="689467"/>
                </a:cubicBezTo>
                <a:lnTo>
                  <a:pt x="5956697" y="695608"/>
                </a:lnTo>
                <a:cubicBezTo>
                  <a:pt x="5956542" y="695813"/>
                  <a:pt x="5956083" y="695966"/>
                  <a:pt x="5956083" y="695966"/>
                </a:cubicBezTo>
                <a:close/>
                <a:moveTo>
                  <a:pt x="6154307" y="695966"/>
                </a:moveTo>
                <a:lnTo>
                  <a:pt x="6147243" y="695966"/>
                </a:lnTo>
                <a:cubicBezTo>
                  <a:pt x="6146988" y="695966"/>
                  <a:pt x="6146629" y="695608"/>
                  <a:pt x="6146629" y="695608"/>
                </a:cubicBezTo>
                <a:lnTo>
                  <a:pt x="6143098" y="689467"/>
                </a:lnTo>
                <a:cubicBezTo>
                  <a:pt x="6142996" y="689262"/>
                  <a:pt x="6143098" y="688801"/>
                  <a:pt x="6143098" y="688801"/>
                </a:cubicBezTo>
                <a:lnTo>
                  <a:pt x="6146629" y="682659"/>
                </a:lnTo>
                <a:cubicBezTo>
                  <a:pt x="6146783" y="682454"/>
                  <a:pt x="6147243" y="682301"/>
                  <a:pt x="6147243" y="682301"/>
                </a:cubicBezTo>
                <a:lnTo>
                  <a:pt x="6154307" y="682301"/>
                </a:lnTo>
                <a:cubicBezTo>
                  <a:pt x="6154562" y="682301"/>
                  <a:pt x="6154921" y="682659"/>
                  <a:pt x="6154921" y="682659"/>
                </a:cubicBezTo>
                <a:lnTo>
                  <a:pt x="6158453" y="688801"/>
                </a:lnTo>
                <a:cubicBezTo>
                  <a:pt x="6158554" y="689005"/>
                  <a:pt x="6158453" y="689467"/>
                  <a:pt x="6158453" y="689467"/>
                </a:cubicBezTo>
                <a:lnTo>
                  <a:pt x="6154921" y="695608"/>
                </a:lnTo>
                <a:cubicBezTo>
                  <a:pt x="6154768" y="695813"/>
                  <a:pt x="6154307" y="695966"/>
                  <a:pt x="6154307" y="695966"/>
                </a:cubicBezTo>
                <a:close/>
                <a:moveTo>
                  <a:pt x="6352582" y="695966"/>
                </a:moveTo>
                <a:lnTo>
                  <a:pt x="6345519" y="695966"/>
                </a:lnTo>
                <a:cubicBezTo>
                  <a:pt x="6345263" y="695966"/>
                  <a:pt x="6344904" y="695608"/>
                  <a:pt x="6344904" y="695608"/>
                </a:cubicBezTo>
                <a:lnTo>
                  <a:pt x="6341373" y="689467"/>
                </a:lnTo>
                <a:cubicBezTo>
                  <a:pt x="6341271" y="689262"/>
                  <a:pt x="6341373" y="688801"/>
                  <a:pt x="6341373" y="688801"/>
                </a:cubicBezTo>
                <a:lnTo>
                  <a:pt x="6344904" y="682659"/>
                </a:lnTo>
                <a:cubicBezTo>
                  <a:pt x="6345058" y="682454"/>
                  <a:pt x="6345519" y="682301"/>
                  <a:pt x="6345519" y="682301"/>
                </a:cubicBezTo>
                <a:lnTo>
                  <a:pt x="6352582" y="682301"/>
                </a:lnTo>
                <a:cubicBezTo>
                  <a:pt x="6352838" y="682301"/>
                  <a:pt x="6353196" y="682659"/>
                  <a:pt x="6353196" y="682659"/>
                </a:cubicBezTo>
                <a:lnTo>
                  <a:pt x="6356728" y="688801"/>
                </a:lnTo>
                <a:cubicBezTo>
                  <a:pt x="6356830" y="689005"/>
                  <a:pt x="6356728" y="689467"/>
                  <a:pt x="6356728" y="689467"/>
                </a:cubicBezTo>
                <a:lnTo>
                  <a:pt x="6353196" y="695608"/>
                </a:lnTo>
                <a:cubicBezTo>
                  <a:pt x="6353043" y="695813"/>
                  <a:pt x="6352582" y="695966"/>
                  <a:pt x="6352582" y="695966"/>
                </a:cubicBezTo>
                <a:close/>
                <a:moveTo>
                  <a:pt x="6550807" y="695966"/>
                </a:moveTo>
                <a:lnTo>
                  <a:pt x="6543744" y="695966"/>
                </a:lnTo>
                <a:cubicBezTo>
                  <a:pt x="6543488" y="695966"/>
                  <a:pt x="6543129" y="695608"/>
                  <a:pt x="6543129" y="695608"/>
                </a:cubicBezTo>
                <a:lnTo>
                  <a:pt x="6539598" y="689467"/>
                </a:lnTo>
                <a:cubicBezTo>
                  <a:pt x="6539495" y="689262"/>
                  <a:pt x="6539598" y="688801"/>
                  <a:pt x="6539598" y="688801"/>
                </a:cubicBezTo>
                <a:lnTo>
                  <a:pt x="6543129" y="682659"/>
                </a:lnTo>
                <a:cubicBezTo>
                  <a:pt x="6543282" y="682454"/>
                  <a:pt x="6543744" y="682301"/>
                  <a:pt x="6543744" y="682301"/>
                </a:cubicBezTo>
                <a:lnTo>
                  <a:pt x="6550807" y="682301"/>
                </a:lnTo>
                <a:cubicBezTo>
                  <a:pt x="6551063" y="682301"/>
                  <a:pt x="6551420" y="682659"/>
                  <a:pt x="6551420" y="682659"/>
                </a:cubicBezTo>
                <a:lnTo>
                  <a:pt x="6554953" y="688801"/>
                </a:lnTo>
                <a:cubicBezTo>
                  <a:pt x="6555055" y="689005"/>
                  <a:pt x="6554953" y="689467"/>
                  <a:pt x="6554953" y="689467"/>
                </a:cubicBezTo>
                <a:lnTo>
                  <a:pt x="6551420" y="695608"/>
                </a:lnTo>
                <a:cubicBezTo>
                  <a:pt x="6551267" y="695813"/>
                  <a:pt x="6550807" y="695966"/>
                  <a:pt x="6550807" y="695966"/>
                </a:cubicBezTo>
                <a:close/>
                <a:moveTo>
                  <a:pt x="6749031" y="695966"/>
                </a:moveTo>
                <a:lnTo>
                  <a:pt x="6741967" y="695966"/>
                </a:lnTo>
                <a:cubicBezTo>
                  <a:pt x="6741711" y="695966"/>
                  <a:pt x="6741354" y="695608"/>
                  <a:pt x="6741354" y="695608"/>
                </a:cubicBezTo>
                <a:lnTo>
                  <a:pt x="6737823" y="689467"/>
                </a:lnTo>
                <a:cubicBezTo>
                  <a:pt x="6737720" y="689262"/>
                  <a:pt x="6737823" y="688801"/>
                  <a:pt x="6737823" y="688801"/>
                </a:cubicBezTo>
                <a:lnTo>
                  <a:pt x="6741354" y="682659"/>
                </a:lnTo>
                <a:cubicBezTo>
                  <a:pt x="6741508" y="682454"/>
                  <a:pt x="6741967" y="682301"/>
                  <a:pt x="6741967" y="682301"/>
                </a:cubicBezTo>
                <a:lnTo>
                  <a:pt x="6749031" y="682301"/>
                </a:lnTo>
                <a:cubicBezTo>
                  <a:pt x="6749287" y="682301"/>
                  <a:pt x="6749646" y="682659"/>
                  <a:pt x="6749646" y="682659"/>
                </a:cubicBezTo>
                <a:lnTo>
                  <a:pt x="6753177" y="688801"/>
                </a:lnTo>
                <a:cubicBezTo>
                  <a:pt x="6753279" y="689005"/>
                  <a:pt x="6753177" y="689467"/>
                  <a:pt x="6753177" y="689467"/>
                </a:cubicBezTo>
                <a:lnTo>
                  <a:pt x="6749646" y="695608"/>
                </a:lnTo>
                <a:cubicBezTo>
                  <a:pt x="6749491" y="695813"/>
                  <a:pt x="6749031" y="695966"/>
                  <a:pt x="6749031" y="695966"/>
                </a:cubicBezTo>
                <a:close/>
                <a:moveTo>
                  <a:pt x="6947256" y="695966"/>
                </a:moveTo>
                <a:lnTo>
                  <a:pt x="6940193" y="695966"/>
                </a:lnTo>
                <a:cubicBezTo>
                  <a:pt x="6939937" y="695966"/>
                  <a:pt x="6939578" y="695608"/>
                  <a:pt x="6939578" y="695608"/>
                </a:cubicBezTo>
                <a:lnTo>
                  <a:pt x="6936048" y="689467"/>
                </a:lnTo>
                <a:cubicBezTo>
                  <a:pt x="6935945" y="689262"/>
                  <a:pt x="6936048" y="688801"/>
                  <a:pt x="6936048" y="688801"/>
                </a:cubicBezTo>
                <a:lnTo>
                  <a:pt x="6939578" y="682659"/>
                </a:lnTo>
                <a:cubicBezTo>
                  <a:pt x="6939733" y="682454"/>
                  <a:pt x="6940193" y="682301"/>
                  <a:pt x="6940193" y="682301"/>
                </a:cubicBezTo>
                <a:lnTo>
                  <a:pt x="6947256" y="682301"/>
                </a:lnTo>
                <a:cubicBezTo>
                  <a:pt x="6947512" y="682301"/>
                  <a:pt x="6947870" y="682659"/>
                  <a:pt x="6947870" y="682659"/>
                </a:cubicBezTo>
                <a:lnTo>
                  <a:pt x="6951402" y="688801"/>
                </a:lnTo>
                <a:cubicBezTo>
                  <a:pt x="6951504" y="689005"/>
                  <a:pt x="6951402" y="689467"/>
                  <a:pt x="6951402" y="689467"/>
                </a:cubicBezTo>
                <a:lnTo>
                  <a:pt x="6947870" y="695608"/>
                </a:lnTo>
                <a:cubicBezTo>
                  <a:pt x="6947717" y="695813"/>
                  <a:pt x="6947256" y="695966"/>
                  <a:pt x="6947256" y="695966"/>
                </a:cubicBezTo>
                <a:close/>
                <a:moveTo>
                  <a:pt x="7145293" y="695966"/>
                </a:moveTo>
                <a:lnTo>
                  <a:pt x="7138229" y="695966"/>
                </a:lnTo>
                <a:cubicBezTo>
                  <a:pt x="7137973" y="695966"/>
                  <a:pt x="7137614" y="695608"/>
                  <a:pt x="7137614" y="695608"/>
                </a:cubicBezTo>
                <a:lnTo>
                  <a:pt x="7134082" y="689467"/>
                </a:lnTo>
                <a:cubicBezTo>
                  <a:pt x="7133981" y="689262"/>
                  <a:pt x="7134082" y="688801"/>
                  <a:pt x="7134082" y="688801"/>
                </a:cubicBezTo>
                <a:lnTo>
                  <a:pt x="7137614" y="682659"/>
                </a:lnTo>
                <a:cubicBezTo>
                  <a:pt x="7137768" y="682454"/>
                  <a:pt x="7138229" y="682301"/>
                  <a:pt x="7138229" y="682301"/>
                </a:cubicBezTo>
                <a:lnTo>
                  <a:pt x="7145293" y="682301"/>
                </a:lnTo>
                <a:cubicBezTo>
                  <a:pt x="7145548" y="682301"/>
                  <a:pt x="7145906" y="682659"/>
                  <a:pt x="7145906" y="682659"/>
                </a:cubicBezTo>
                <a:lnTo>
                  <a:pt x="7149439" y="688801"/>
                </a:lnTo>
                <a:cubicBezTo>
                  <a:pt x="7149543" y="689005"/>
                  <a:pt x="7149439" y="689467"/>
                  <a:pt x="7149439" y="689467"/>
                </a:cubicBezTo>
                <a:lnTo>
                  <a:pt x="7145906" y="695608"/>
                </a:lnTo>
                <a:cubicBezTo>
                  <a:pt x="7145754" y="695813"/>
                  <a:pt x="7145293" y="695966"/>
                  <a:pt x="7145293" y="695966"/>
                </a:cubicBezTo>
                <a:close/>
                <a:moveTo>
                  <a:pt x="7343681" y="695966"/>
                </a:moveTo>
                <a:lnTo>
                  <a:pt x="7336619" y="695966"/>
                </a:lnTo>
                <a:cubicBezTo>
                  <a:pt x="7336363" y="695966"/>
                  <a:pt x="7336004" y="695608"/>
                  <a:pt x="7336004" y="695608"/>
                </a:cubicBezTo>
                <a:lnTo>
                  <a:pt x="7332472" y="689467"/>
                </a:lnTo>
                <a:cubicBezTo>
                  <a:pt x="7332370" y="689262"/>
                  <a:pt x="7332472" y="688801"/>
                  <a:pt x="7332472" y="688801"/>
                </a:cubicBezTo>
                <a:lnTo>
                  <a:pt x="7336004" y="682659"/>
                </a:lnTo>
                <a:cubicBezTo>
                  <a:pt x="7336156" y="682454"/>
                  <a:pt x="7336619" y="682301"/>
                  <a:pt x="7336619" y="682301"/>
                </a:cubicBezTo>
                <a:lnTo>
                  <a:pt x="7343681" y="682301"/>
                </a:lnTo>
                <a:cubicBezTo>
                  <a:pt x="7343936" y="682301"/>
                  <a:pt x="7344296" y="682659"/>
                  <a:pt x="7344296" y="682659"/>
                </a:cubicBezTo>
                <a:lnTo>
                  <a:pt x="7347829" y="688801"/>
                </a:lnTo>
                <a:cubicBezTo>
                  <a:pt x="7347931" y="689005"/>
                  <a:pt x="7347829" y="689467"/>
                  <a:pt x="7347829" y="689467"/>
                </a:cubicBezTo>
                <a:lnTo>
                  <a:pt x="7344296" y="695608"/>
                </a:lnTo>
                <a:cubicBezTo>
                  <a:pt x="7344141" y="695813"/>
                  <a:pt x="7343681" y="695966"/>
                  <a:pt x="7343681" y="695966"/>
                </a:cubicBezTo>
                <a:close/>
                <a:moveTo>
                  <a:pt x="7541903" y="695966"/>
                </a:moveTo>
                <a:lnTo>
                  <a:pt x="7534839" y="695966"/>
                </a:lnTo>
                <a:cubicBezTo>
                  <a:pt x="7534583" y="695966"/>
                  <a:pt x="7534225" y="695608"/>
                  <a:pt x="7534225" y="695608"/>
                </a:cubicBezTo>
                <a:lnTo>
                  <a:pt x="7530693" y="689467"/>
                </a:lnTo>
                <a:cubicBezTo>
                  <a:pt x="7530591" y="689262"/>
                  <a:pt x="7530693" y="688801"/>
                  <a:pt x="7530693" y="688801"/>
                </a:cubicBezTo>
                <a:lnTo>
                  <a:pt x="7534225" y="682659"/>
                </a:lnTo>
                <a:cubicBezTo>
                  <a:pt x="7534378" y="682454"/>
                  <a:pt x="7534839" y="682301"/>
                  <a:pt x="7534839" y="682301"/>
                </a:cubicBezTo>
                <a:lnTo>
                  <a:pt x="7541903" y="682301"/>
                </a:lnTo>
                <a:cubicBezTo>
                  <a:pt x="7542159" y="682301"/>
                  <a:pt x="7542516" y="682659"/>
                  <a:pt x="7542516" y="682659"/>
                </a:cubicBezTo>
                <a:lnTo>
                  <a:pt x="7546049" y="688801"/>
                </a:lnTo>
                <a:cubicBezTo>
                  <a:pt x="7546151" y="689005"/>
                  <a:pt x="7546049" y="689467"/>
                  <a:pt x="7546049" y="689467"/>
                </a:cubicBezTo>
                <a:lnTo>
                  <a:pt x="7542516" y="695608"/>
                </a:lnTo>
                <a:cubicBezTo>
                  <a:pt x="7542363" y="695813"/>
                  <a:pt x="7541903" y="695966"/>
                  <a:pt x="7541903" y="695966"/>
                </a:cubicBezTo>
                <a:close/>
                <a:moveTo>
                  <a:pt x="7740181" y="695966"/>
                </a:moveTo>
                <a:lnTo>
                  <a:pt x="7733118" y="695966"/>
                </a:lnTo>
                <a:cubicBezTo>
                  <a:pt x="7732862" y="695966"/>
                  <a:pt x="7732504" y="695608"/>
                  <a:pt x="7732504" y="695608"/>
                </a:cubicBezTo>
                <a:lnTo>
                  <a:pt x="7728973" y="689467"/>
                </a:lnTo>
                <a:cubicBezTo>
                  <a:pt x="7728871" y="689262"/>
                  <a:pt x="7728973" y="688801"/>
                  <a:pt x="7728973" y="688801"/>
                </a:cubicBezTo>
                <a:lnTo>
                  <a:pt x="7732504" y="682659"/>
                </a:lnTo>
                <a:cubicBezTo>
                  <a:pt x="7732657" y="682454"/>
                  <a:pt x="7733118" y="682301"/>
                  <a:pt x="7733118" y="682301"/>
                </a:cubicBezTo>
                <a:lnTo>
                  <a:pt x="7740181" y="682301"/>
                </a:lnTo>
                <a:cubicBezTo>
                  <a:pt x="7740437" y="682301"/>
                  <a:pt x="7740795" y="682659"/>
                  <a:pt x="7740795" y="682659"/>
                </a:cubicBezTo>
                <a:lnTo>
                  <a:pt x="7744328" y="688801"/>
                </a:lnTo>
                <a:cubicBezTo>
                  <a:pt x="7744430" y="689005"/>
                  <a:pt x="7744328" y="689467"/>
                  <a:pt x="7744328" y="689467"/>
                </a:cubicBezTo>
                <a:lnTo>
                  <a:pt x="7740795" y="695608"/>
                </a:lnTo>
                <a:cubicBezTo>
                  <a:pt x="7740642" y="695813"/>
                  <a:pt x="7740181" y="695966"/>
                  <a:pt x="7740181" y="695966"/>
                </a:cubicBezTo>
                <a:close/>
                <a:moveTo>
                  <a:pt x="7938404" y="695966"/>
                </a:moveTo>
                <a:lnTo>
                  <a:pt x="7931340" y="695966"/>
                </a:lnTo>
                <a:cubicBezTo>
                  <a:pt x="7931085" y="695966"/>
                  <a:pt x="7930726" y="695608"/>
                  <a:pt x="7930726" y="695608"/>
                </a:cubicBezTo>
                <a:lnTo>
                  <a:pt x="7927195" y="689467"/>
                </a:lnTo>
                <a:cubicBezTo>
                  <a:pt x="7927093" y="689262"/>
                  <a:pt x="7927195" y="688801"/>
                  <a:pt x="7927195" y="688801"/>
                </a:cubicBezTo>
                <a:lnTo>
                  <a:pt x="7930726" y="682659"/>
                </a:lnTo>
                <a:cubicBezTo>
                  <a:pt x="7930880" y="682454"/>
                  <a:pt x="7931340" y="682301"/>
                  <a:pt x="7931340" y="682301"/>
                </a:cubicBezTo>
                <a:lnTo>
                  <a:pt x="7938404" y="682301"/>
                </a:lnTo>
                <a:cubicBezTo>
                  <a:pt x="7938660" y="682301"/>
                  <a:pt x="7939018" y="682659"/>
                  <a:pt x="7939018" y="682659"/>
                </a:cubicBezTo>
                <a:lnTo>
                  <a:pt x="7942550" y="688801"/>
                </a:lnTo>
                <a:cubicBezTo>
                  <a:pt x="7942652" y="689005"/>
                  <a:pt x="7942550" y="689467"/>
                  <a:pt x="7942550" y="689467"/>
                </a:cubicBezTo>
                <a:lnTo>
                  <a:pt x="7939018" y="695608"/>
                </a:lnTo>
                <a:cubicBezTo>
                  <a:pt x="7938864" y="695813"/>
                  <a:pt x="7938404" y="695966"/>
                  <a:pt x="7938404" y="695966"/>
                </a:cubicBezTo>
                <a:close/>
                <a:moveTo>
                  <a:pt x="8136568" y="695966"/>
                </a:moveTo>
                <a:lnTo>
                  <a:pt x="8129505" y="695966"/>
                </a:lnTo>
                <a:cubicBezTo>
                  <a:pt x="8129249" y="695966"/>
                  <a:pt x="8128891" y="695608"/>
                  <a:pt x="8128891" y="695608"/>
                </a:cubicBezTo>
                <a:lnTo>
                  <a:pt x="8125359" y="689467"/>
                </a:lnTo>
                <a:cubicBezTo>
                  <a:pt x="8125257" y="689262"/>
                  <a:pt x="8125359" y="688801"/>
                  <a:pt x="8125359" y="688801"/>
                </a:cubicBezTo>
                <a:lnTo>
                  <a:pt x="8128891" y="682659"/>
                </a:lnTo>
                <a:cubicBezTo>
                  <a:pt x="8129044" y="682454"/>
                  <a:pt x="8129505" y="682301"/>
                  <a:pt x="8129505" y="682301"/>
                </a:cubicBezTo>
                <a:lnTo>
                  <a:pt x="8136568" y="682301"/>
                </a:lnTo>
                <a:cubicBezTo>
                  <a:pt x="8136824" y="682301"/>
                  <a:pt x="8137183" y="682659"/>
                  <a:pt x="8137183" y="682659"/>
                </a:cubicBezTo>
                <a:lnTo>
                  <a:pt x="8140715" y="688801"/>
                </a:lnTo>
                <a:cubicBezTo>
                  <a:pt x="8140817" y="689005"/>
                  <a:pt x="8140715" y="689467"/>
                  <a:pt x="8140715" y="689467"/>
                </a:cubicBezTo>
                <a:lnTo>
                  <a:pt x="8137183" y="695608"/>
                </a:lnTo>
                <a:cubicBezTo>
                  <a:pt x="8137029" y="695813"/>
                  <a:pt x="8136568" y="695966"/>
                  <a:pt x="8136568" y="695966"/>
                </a:cubicBezTo>
                <a:close/>
                <a:moveTo>
                  <a:pt x="8334806" y="695966"/>
                </a:moveTo>
                <a:lnTo>
                  <a:pt x="8327743" y="695966"/>
                </a:lnTo>
                <a:cubicBezTo>
                  <a:pt x="8327487" y="695966"/>
                  <a:pt x="8327128" y="695608"/>
                  <a:pt x="8327128" y="695608"/>
                </a:cubicBezTo>
                <a:lnTo>
                  <a:pt x="8323598" y="689467"/>
                </a:lnTo>
                <a:cubicBezTo>
                  <a:pt x="8323495" y="689262"/>
                  <a:pt x="8323598" y="688801"/>
                  <a:pt x="8323598" y="688801"/>
                </a:cubicBezTo>
                <a:lnTo>
                  <a:pt x="8327128" y="682659"/>
                </a:lnTo>
                <a:cubicBezTo>
                  <a:pt x="8327282" y="682454"/>
                  <a:pt x="8327743" y="682301"/>
                  <a:pt x="8327743" y="682301"/>
                </a:cubicBezTo>
                <a:lnTo>
                  <a:pt x="8334806" y="682301"/>
                </a:lnTo>
                <a:cubicBezTo>
                  <a:pt x="8335062" y="682301"/>
                  <a:pt x="8335421" y="682659"/>
                  <a:pt x="8335421" y="682659"/>
                </a:cubicBezTo>
                <a:lnTo>
                  <a:pt x="8338952" y="688801"/>
                </a:lnTo>
                <a:cubicBezTo>
                  <a:pt x="8339056" y="689005"/>
                  <a:pt x="8338952" y="689467"/>
                  <a:pt x="8338952" y="689467"/>
                </a:cubicBezTo>
                <a:lnTo>
                  <a:pt x="8335421" y="695608"/>
                </a:lnTo>
                <a:cubicBezTo>
                  <a:pt x="8335267" y="695813"/>
                  <a:pt x="8334806" y="695966"/>
                  <a:pt x="8334806" y="695966"/>
                </a:cubicBezTo>
                <a:close/>
                <a:moveTo>
                  <a:pt x="8533110" y="695966"/>
                </a:moveTo>
                <a:lnTo>
                  <a:pt x="8526046" y="695966"/>
                </a:lnTo>
                <a:cubicBezTo>
                  <a:pt x="8525791" y="695966"/>
                  <a:pt x="8525432" y="695608"/>
                  <a:pt x="8525432" y="695608"/>
                </a:cubicBezTo>
                <a:lnTo>
                  <a:pt x="8521901" y="689467"/>
                </a:lnTo>
                <a:cubicBezTo>
                  <a:pt x="8521798" y="689262"/>
                  <a:pt x="8521901" y="688801"/>
                  <a:pt x="8521901" y="688801"/>
                </a:cubicBezTo>
                <a:lnTo>
                  <a:pt x="8525432" y="682659"/>
                </a:lnTo>
                <a:cubicBezTo>
                  <a:pt x="8525585" y="682454"/>
                  <a:pt x="8526046" y="682301"/>
                  <a:pt x="8526046" y="682301"/>
                </a:cubicBezTo>
                <a:lnTo>
                  <a:pt x="8533110" y="682301"/>
                </a:lnTo>
                <a:cubicBezTo>
                  <a:pt x="8533365" y="682301"/>
                  <a:pt x="8533724" y="682659"/>
                  <a:pt x="8533724" y="682659"/>
                </a:cubicBezTo>
                <a:lnTo>
                  <a:pt x="8537256" y="688801"/>
                </a:lnTo>
                <a:cubicBezTo>
                  <a:pt x="8537358" y="689005"/>
                  <a:pt x="8537256" y="689467"/>
                  <a:pt x="8537256" y="689467"/>
                </a:cubicBezTo>
                <a:lnTo>
                  <a:pt x="8533724" y="695608"/>
                </a:lnTo>
                <a:cubicBezTo>
                  <a:pt x="8533570" y="695813"/>
                  <a:pt x="8533110" y="695966"/>
                  <a:pt x="8533110" y="695966"/>
                </a:cubicBezTo>
                <a:close/>
                <a:moveTo>
                  <a:pt x="8731293" y="695966"/>
                </a:moveTo>
                <a:lnTo>
                  <a:pt x="8724229" y="695966"/>
                </a:lnTo>
                <a:cubicBezTo>
                  <a:pt x="8723974" y="695966"/>
                  <a:pt x="8723617" y="695608"/>
                  <a:pt x="8723617" y="695608"/>
                </a:cubicBezTo>
                <a:lnTo>
                  <a:pt x="8720084" y="689467"/>
                </a:lnTo>
                <a:cubicBezTo>
                  <a:pt x="8719982" y="689262"/>
                  <a:pt x="8720084" y="688801"/>
                  <a:pt x="8720084" y="688801"/>
                </a:cubicBezTo>
                <a:lnTo>
                  <a:pt x="8723617" y="682659"/>
                </a:lnTo>
                <a:cubicBezTo>
                  <a:pt x="8723769" y="682454"/>
                  <a:pt x="8724229" y="682301"/>
                  <a:pt x="8724229" y="682301"/>
                </a:cubicBezTo>
                <a:lnTo>
                  <a:pt x="8731293" y="682301"/>
                </a:lnTo>
                <a:cubicBezTo>
                  <a:pt x="8731550" y="682301"/>
                  <a:pt x="8731908" y="682659"/>
                  <a:pt x="8731908" y="682659"/>
                </a:cubicBezTo>
                <a:lnTo>
                  <a:pt x="8735440" y="688801"/>
                </a:lnTo>
                <a:cubicBezTo>
                  <a:pt x="8735542" y="689005"/>
                  <a:pt x="8735440" y="689467"/>
                  <a:pt x="8735440" y="689467"/>
                </a:cubicBezTo>
                <a:lnTo>
                  <a:pt x="8731908" y="695608"/>
                </a:lnTo>
                <a:cubicBezTo>
                  <a:pt x="8731754" y="695813"/>
                  <a:pt x="8731293" y="695966"/>
                  <a:pt x="8731293" y="695966"/>
                </a:cubicBezTo>
                <a:close/>
                <a:moveTo>
                  <a:pt x="8929609" y="695966"/>
                </a:moveTo>
                <a:lnTo>
                  <a:pt x="8922546" y="695966"/>
                </a:lnTo>
                <a:cubicBezTo>
                  <a:pt x="8922290" y="695966"/>
                  <a:pt x="8921932" y="695608"/>
                  <a:pt x="8921932" y="695608"/>
                </a:cubicBezTo>
                <a:lnTo>
                  <a:pt x="8918400" y="689467"/>
                </a:lnTo>
                <a:cubicBezTo>
                  <a:pt x="8918298" y="689262"/>
                  <a:pt x="8918400" y="688801"/>
                  <a:pt x="8918400" y="688801"/>
                </a:cubicBezTo>
                <a:lnTo>
                  <a:pt x="8921932" y="682659"/>
                </a:lnTo>
                <a:cubicBezTo>
                  <a:pt x="8922085" y="682454"/>
                  <a:pt x="8922546" y="682301"/>
                  <a:pt x="8922546" y="682301"/>
                </a:cubicBezTo>
                <a:lnTo>
                  <a:pt x="8929609" y="682301"/>
                </a:lnTo>
                <a:cubicBezTo>
                  <a:pt x="8929864" y="682301"/>
                  <a:pt x="8930223" y="682659"/>
                  <a:pt x="8930223" y="682659"/>
                </a:cubicBezTo>
                <a:lnTo>
                  <a:pt x="8933753" y="688801"/>
                </a:lnTo>
                <a:cubicBezTo>
                  <a:pt x="8933856" y="689005"/>
                  <a:pt x="8933753" y="689467"/>
                  <a:pt x="8933753" y="689467"/>
                </a:cubicBezTo>
                <a:lnTo>
                  <a:pt x="8930223" y="695608"/>
                </a:lnTo>
                <a:cubicBezTo>
                  <a:pt x="8930070" y="695813"/>
                  <a:pt x="8929609" y="695966"/>
                  <a:pt x="8929609" y="695966"/>
                </a:cubicBezTo>
                <a:close/>
                <a:moveTo>
                  <a:pt x="9127718" y="695966"/>
                </a:moveTo>
                <a:lnTo>
                  <a:pt x="9120655" y="695966"/>
                </a:lnTo>
                <a:cubicBezTo>
                  <a:pt x="9120399" y="695966"/>
                  <a:pt x="9120041" y="695608"/>
                  <a:pt x="9120041" y="695608"/>
                </a:cubicBezTo>
                <a:lnTo>
                  <a:pt x="9116509" y="689467"/>
                </a:lnTo>
                <a:cubicBezTo>
                  <a:pt x="9116406" y="689262"/>
                  <a:pt x="9116509" y="688801"/>
                  <a:pt x="9116509" y="688801"/>
                </a:cubicBezTo>
                <a:lnTo>
                  <a:pt x="9120041" y="682659"/>
                </a:lnTo>
                <a:cubicBezTo>
                  <a:pt x="9120195" y="682454"/>
                  <a:pt x="9120655" y="682301"/>
                  <a:pt x="9120655" y="682301"/>
                </a:cubicBezTo>
                <a:lnTo>
                  <a:pt x="9127718" y="682301"/>
                </a:lnTo>
                <a:cubicBezTo>
                  <a:pt x="9127974" y="682301"/>
                  <a:pt x="9128331" y="682659"/>
                  <a:pt x="9128331" y="682659"/>
                </a:cubicBezTo>
                <a:lnTo>
                  <a:pt x="9131863" y="688801"/>
                </a:lnTo>
                <a:cubicBezTo>
                  <a:pt x="9131967" y="689005"/>
                  <a:pt x="9131863" y="689467"/>
                  <a:pt x="9131863" y="689467"/>
                </a:cubicBezTo>
                <a:lnTo>
                  <a:pt x="9128331" y="695608"/>
                </a:lnTo>
                <a:cubicBezTo>
                  <a:pt x="9128177" y="695813"/>
                  <a:pt x="9127718" y="695966"/>
                  <a:pt x="9127718" y="695966"/>
                </a:cubicBezTo>
                <a:close/>
                <a:moveTo>
                  <a:pt x="9326012" y="695966"/>
                </a:moveTo>
                <a:lnTo>
                  <a:pt x="9318948" y="695966"/>
                </a:lnTo>
                <a:cubicBezTo>
                  <a:pt x="9318692" y="695966"/>
                  <a:pt x="9318334" y="695608"/>
                  <a:pt x="9318334" y="695608"/>
                </a:cubicBezTo>
                <a:lnTo>
                  <a:pt x="9314801" y="689467"/>
                </a:lnTo>
                <a:cubicBezTo>
                  <a:pt x="9314700" y="689262"/>
                  <a:pt x="9314801" y="688801"/>
                  <a:pt x="9314801" y="688801"/>
                </a:cubicBezTo>
                <a:lnTo>
                  <a:pt x="9318334" y="682659"/>
                </a:lnTo>
                <a:cubicBezTo>
                  <a:pt x="9318487" y="682454"/>
                  <a:pt x="9318948" y="682301"/>
                  <a:pt x="9318948" y="682301"/>
                </a:cubicBezTo>
                <a:lnTo>
                  <a:pt x="9326012" y="682301"/>
                </a:lnTo>
                <a:cubicBezTo>
                  <a:pt x="9326267" y="682301"/>
                  <a:pt x="9326626" y="682659"/>
                  <a:pt x="9326626" y="682659"/>
                </a:cubicBezTo>
                <a:lnTo>
                  <a:pt x="9330156" y="688801"/>
                </a:lnTo>
                <a:cubicBezTo>
                  <a:pt x="9330259" y="689005"/>
                  <a:pt x="9330156" y="689467"/>
                  <a:pt x="9330156" y="689467"/>
                </a:cubicBezTo>
                <a:lnTo>
                  <a:pt x="9326626" y="695608"/>
                </a:lnTo>
                <a:cubicBezTo>
                  <a:pt x="9326474" y="695813"/>
                  <a:pt x="9326012" y="695966"/>
                  <a:pt x="9326012" y="695966"/>
                </a:cubicBezTo>
                <a:close/>
                <a:moveTo>
                  <a:pt x="9524180" y="695966"/>
                </a:moveTo>
                <a:lnTo>
                  <a:pt x="9517118" y="695966"/>
                </a:lnTo>
                <a:cubicBezTo>
                  <a:pt x="9516861" y="695966"/>
                  <a:pt x="9516504" y="695608"/>
                  <a:pt x="9516504" y="695608"/>
                </a:cubicBezTo>
                <a:lnTo>
                  <a:pt x="9512972" y="689467"/>
                </a:lnTo>
                <a:cubicBezTo>
                  <a:pt x="9512868" y="689262"/>
                  <a:pt x="9512972" y="688801"/>
                  <a:pt x="9512972" y="688801"/>
                </a:cubicBezTo>
                <a:lnTo>
                  <a:pt x="9516504" y="682659"/>
                </a:lnTo>
                <a:cubicBezTo>
                  <a:pt x="9516657" y="682454"/>
                  <a:pt x="9517118" y="682301"/>
                  <a:pt x="9517118" y="682301"/>
                </a:cubicBezTo>
                <a:lnTo>
                  <a:pt x="9524180" y="682301"/>
                </a:lnTo>
                <a:cubicBezTo>
                  <a:pt x="9524437" y="682301"/>
                  <a:pt x="9524795" y="682659"/>
                  <a:pt x="9524795" y="682659"/>
                </a:cubicBezTo>
                <a:lnTo>
                  <a:pt x="9528326" y="688801"/>
                </a:lnTo>
                <a:cubicBezTo>
                  <a:pt x="9528429" y="689005"/>
                  <a:pt x="9528326" y="689467"/>
                  <a:pt x="9528326" y="689467"/>
                </a:cubicBezTo>
                <a:lnTo>
                  <a:pt x="9524795" y="695608"/>
                </a:lnTo>
                <a:cubicBezTo>
                  <a:pt x="9524639" y="695813"/>
                  <a:pt x="9524180" y="695966"/>
                  <a:pt x="9524180" y="695966"/>
                </a:cubicBezTo>
                <a:close/>
                <a:moveTo>
                  <a:pt x="9722535" y="695966"/>
                </a:moveTo>
                <a:lnTo>
                  <a:pt x="9715473" y="695966"/>
                </a:lnTo>
                <a:cubicBezTo>
                  <a:pt x="9715217" y="695966"/>
                  <a:pt x="9714859" y="695608"/>
                  <a:pt x="9714859" y="695608"/>
                </a:cubicBezTo>
                <a:lnTo>
                  <a:pt x="9711327" y="689467"/>
                </a:lnTo>
                <a:cubicBezTo>
                  <a:pt x="9711224" y="689262"/>
                  <a:pt x="9711327" y="688801"/>
                  <a:pt x="9711327" y="688801"/>
                </a:cubicBezTo>
                <a:lnTo>
                  <a:pt x="9714859" y="682659"/>
                </a:lnTo>
                <a:cubicBezTo>
                  <a:pt x="9715012" y="682454"/>
                  <a:pt x="9715473" y="682301"/>
                  <a:pt x="9715473" y="682301"/>
                </a:cubicBezTo>
                <a:lnTo>
                  <a:pt x="9722535" y="682301"/>
                </a:lnTo>
                <a:cubicBezTo>
                  <a:pt x="9722791" y="682301"/>
                  <a:pt x="9723150" y="682659"/>
                  <a:pt x="9723150" y="682659"/>
                </a:cubicBezTo>
                <a:lnTo>
                  <a:pt x="9726681" y="688801"/>
                </a:lnTo>
                <a:cubicBezTo>
                  <a:pt x="9726784" y="689005"/>
                  <a:pt x="9726681" y="689467"/>
                  <a:pt x="9726681" y="689467"/>
                </a:cubicBezTo>
                <a:lnTo>
                  <a:pt x="9723150" y="695608"/>
                </a:lnTo>
                <a:cubicBezTo>
                  <a:pt x="9722996" y="695813"/>
                  <a:pt x="9722535" y="695966"/>
                  <a:pt x="9722535" y="695966"/>
                </a:cubicBezTo>
                <a:close/>
                <a:moveTo>
                  <a:pt x="9920816" y="695966"/>
                </a:moveTo>
                <a:lnTo>
                  <a:pt x="9913754" y="695966"/>
                </a:lnTo>
                <a:cubicBezTo>
                  <a:pt x="9913497" y="695966"/>
                  <a:pt x="9913140" y="695608"/>
                  <a:pt x="9913140" y="695608"/>
                </a:cubicBezTo>
                <a:lnTo>
                  <a:pt x="9909608" y="689467"/>
                </a:lnTo>
                <a:cubicBezTo>
                  <a:pt x="9909505" y="689262"/>
                  <a:pt x="9909608" y="688801"/>
                  <a:pt x="9909608" y="688801"/>
                </a:cubicBezTo>
                <a:lnTo>
                  <a:pt x="9913140" y="682659"/>
                </a:lnTo>
                <a:cubicBezTo>
                  <a:pt x="9913293" y="682454"/>
                  <a:pt x="9913754" y="682301"/>
                  <a:pt x="9913754" y="682301"/>
                </a:cubicBezTo>
                <a:lnTo>
                  <a:pt x="9920816" y="682301"/>
                </a:lnTo>
                <a:cubicBezTo>
                  <a:pt x="9921073" y="682301"/>
                  <a:pt x="9921431" y="682659"/>
                  <a:pt x="9921431" y="682659"/>
                </a:cubicBezTo>
                <a:lnTo>
                  <a:pt x="9924962" y="688801"/>
                </a:lnTo>
                <a:cubicBezTo>
                  <a:pt x="9925065" y="689005"/>
                  <a:pt x="9924962" y="689467"/>
                  <a:pt x="9924962" y="689467"/>
                </a:cubicBezTo>
                <a:lnTo>
                  <a:pt x="9921431" y="695608"/>
                </a:lnTo>
                <a:cubicBezTo>
                  <a:pt x="9921277" y="695813"/>
                  <a:pt x="9920816" y="695966"/>
                  <a:pt x="9920816" y="695966"/>
                </a:cubicBezTo>
                <a:close/>
                <a:moveTo>
                  <a:pt x="10118930" y="695966"/>
                </a:moveTo>
                <a:lnTo>
                  <a:pt x="10111867" y="695966"/>
                </a:lnTo>
                <a:cubicBezTo>
                  <a:pt x="10111611" y="695966"/>
                  <a:pt x="10111253" y="695608"/>
                  <a:pt x="10111253" y="695608"/>
                </a:cubicBezTo>
                <a:lnTo>
                  <a:pt x="10107721" y="689467"/>
                </a:lnTo>
                <a:cubicBezTo>
                  <a:pt x="10107619" y="689262"/>
                  <a:pt x="10107721" y="688801"/>
                  <a:pt x="10107721" y="688801"/>
                </a:cubicBezTo>
                <a:lnTo>
                  <a:pt x="10111253" y="682659"/>
                </a:lnTo>
                <a:cubicBezTo>
                  <a:pt x="10111407" y="682454"/>
                  <a:pt x="10111867" y="682301"/>
                  <a:pt x="10111867" y="682301"/>
                </a:cubicBezTo>
                <a:lnTo>
                  <a:pt x="10118930" y="682301"/>
                </a:lnTo>
                <a:cubicBezTo>
                  <a:pt x="10119186" y="682301"/>
                  <a:pt x="10119545" y="682659"/>
                  <a:pt x="10119545" y="682659"/>
                </a:cubicBezTo>
                <a:lnTo>
                  <a:pt x="10123076" y="688801"/>
                </a:lnTo>
                <a:cubicBezTo>
                  <a:pt x="10123178" y="689005"/>
                  <a:pt x="10123076" y="689467"/>
                  <a:pt x="10123076" y="689467"/>
                </a:cubicBezTo>
                <a:lnTo>
                  <a:pt x="10119545" y="695608"/>
                </a:lnTo>
                <a:cubicBezTo>
                  <a:pt x="10119392" y="695813"/>
                  <a:pt x="10118930" y="695966"/>
                  <a:pt x="10118930" y="695966"/>
                </a:cubicBezTo>
                <a:close/>
                <a:moveTo>
                  <a:pt x="10317113" y="695966"/>
                </a:moveTo>
                <a:lnTo>
                  <a:pt x="10310050" y="695966"/>
                </a:lnTo>
                <a:cubicBezTo>
                  <a:pt x="10309794" y="695966"/>
                  <a:pt x="10309436" y="695608"/>
                  <a:pt x="10309436" y="695608"/>
                </a:cubicBezTo>
                <a:lnTo>
                  <a:pt x="10305904" y="689467"/>
                </a:lnTo>
                <a:cubicBezTo>
                  <a:pt x="10305802" y="689262"/>
                  <a:pt x="10305904" y="688801"/>
                  <a:pt x="10305904" y="688801"/>
                </a:cubicBezTo>
                <a:lnTo>
                  <a:pt x="10309436" y="682659"/>
                </a:lnTo>
                <a:cubicBezTo>
                  <a:pt x="10309589" y="682454"/>
                  <a:pt x="10310050" y="682301"/>
                  <a:pt x="10310050" y="682301"/>
                </a:cubicBezTo>
                <a:lnTo>
                  <a:pt x="10317113" y="682301"/>
                </a:lnTo>
                <a:cubicBezTo>
                  <a:pt x="10317369" y="682301"/>
                  <a:pt x="10317728" y="682659"/>
                  <a:pt x="10317728" y="682659"/>
                </a:cubicBezTo>
                <a:lnTo>
                  <a:pt x="10321259" y="688801"/>
                </a:lnTo>
                <a:cubicBezTo>
                  <a:pt x="10321361" y="689005"/>
                  <a:pt x="10321259" y="689467"/>
                  <a:pt x="10321259" y="689467"/>
                </a:cubicBezTo>
                <a:lnTo>
                  <a:pt x="10317728" y="695608"/>
                </a:lnTo>
                <a:cubicBezTo>
                  <a:pt x="10317574" y="695813"/>
                  <a:pt x="10317113" y="695966"/>
                  <a:pt x="10317113" y="695966"/>
                </a:cubicBezTo>
                <a:close/>
                <a:moveTo>
                  <a:pt x="1597154" y="859284"/>
                </a:moveTo>
                <a:lnTo>
                  <a:pt x="1590090" y="859284"/>
                </a:lnTo>
                <a:cubicBezTo>
                  <a:pt x="1589834" y="859284"/>
                  <a:pt x="1589476" y="858926"/>
                  <a:pt x="1589476" y="858926"/>
                </a:cubicBezTo>
                <a:lnTo>
                  <a:pt x="1585944" y="852783"/>
                </a:lnTo>
                <a:cubicBezTo>
                  <a:pt x="1585842" y="852579"/>
                  <a:pt x="1585944" y="852118"/>
                  <a:pt x="1585944" y="852118"/>
                </a:cubicBezTo>
                <a:lnTo>
                  <a:pt x="1589476" y="845977"/>
                </a:lnTo>
                <a:cubicBezTo>
                  <a:pt x="1589630" y="845772"/>
                  <a:pt x="1590090" y="845618"/>
                  <a:pt x="1590090" y="845618"/>
                </a:cubicBezTo>
                <a:lnTo>
                  <a:pt x="1597154" y="845618"/>
                </a:lnTo>
                <a:cubicBezTo>
                  <a:pt x="1597409" y="845618"/>
                  <a:pt x="1597768" y="845977"/>
                  <a:pt x="1597768" y="845977"/>
                </a:cubicBezTo>
                <a:lnTo>
                  <a:pt x="1601298" y="852118"/>
                </a:lnTo>
                <a:cubicBezTo>
                  <a:pt x="1601401" y="852323"/>
                  <a:pt x="1601298" y="852783"/>
                  <a:pt x="1601298" y="852783"/>
                </a:cubicBezTo>
                <a:lnTo>
                  <a:pt x="1597768" y="858926"/>
                </a:lnTo>
                <a:cubicBezTo>
                  <a:pt x="1597614" y="859130"/>
                  <a:pt x="1597154" y="859284"/>
                  <a:pt x="1597154" y="859284"/>
                </a:cubicBezTo>
                <a:close/>
                <a:moveTo>
                  <a:pt x="1398928" y="859296"/>
                </a:moveTo>
                <a:lnTo>
                  <a:pt x="1391866" y="859296"/>
                </a:lnTo>
                <a:cubicBezTo>
                  <a:pt x="1391610" y="859296"/>
                  <a:pt x="1391252" y="858938"/>
                  <a:pt x="1391252" y="858938"/>
                </a:cubicBezTo>
                <a:lnTo>
                  <a:pt x="1387720" y="852794"/>
                </a:lnTo>
                <a:cubicBezTo>
                  <a:pt x="1387617" y="852592"/>
                  <a:pt x="1387720" y="852130"/>
                  <a:pt x="1387720" y="852130"/>
                </a:cubicBezTo>
                <a:lnTo>
                  <a:pt x="1391252" y="845988"/>
                </a:lnTo>
                <a:cubicBezTo>
                  <a:pt x="1391406" y="845785"/>
                  <a:pt x="1391866" y="845630"/>
                  <a:pt x="1391866" y="845630"/>
                </a:cubicBezTo>
                <a:lnTo>
                  <a:pt x="1398928" y="845630"/>
                </a:lnTo>
                <a:cubicBezTo>
                  <a:pt x="1399185" y="845630"/>
                  <a:pt x="1399544" y="845988"/>
                  <a:pt x="1399544" y="845988"/>
                </a:cubicBezTo>
                <a:lnTo>
                  <a:pt x="1403074" y="852130"/>
                </a:lnTo>
                <a:cubicBezTo>
                  <a:pt x="1403177" y="852336"/>
                  <a:pt x="1403074" y="852794"/>
                  <a:pt x="1403074" y="852794"/>
                </a:cubicBezTo>
                <a:lnTo>
                  <a:pt x="1399544" y="858938"/>
                </a:lnTo>
                <a:cubicBezTo>
                  <a:pt x="1399389" y="859141"/>
                  <a:pt x="1398928" y="859296"/>
                  <a:pt x="1398928" y="859296"/>
                </a:cubicBezTo>
                <a:close/>
                <a:moveTo>
                  <a:pt x="1200704" y="859308"/>
                </a:moveTo>
                <a:lnTo>
                  <a:pt x="1193642" y="859308"/>
                </a:lnTo>
                <a:cubicBezTo>
                  <a:pt x="1193386" y="859308"/>
                  <a:pt x="1193028" y="858949"/>
                  <a:pt x="1193028" y="858949"/>
                </a:cubicBezTo>
                <a:lnTo>
                  <a:pt x="1189495" y="852808"/>
                </a:lnTo>
                <a:cubicBezTo>
                  <a:pt x="1189393" y="852602"/>
                  <a:pt x="1189495" y="852144"/>
                  <a:pt x="1189495" y="852144"/>
                </a:cubicBezTo>
                <a:lnTo>
                  <a:pt x="1193028" y="846002"/>
                </a:lnTo>
                <a:cubicBezTo>
                  <a:pt x="1193180" y="845798"/>
                  <a:pt x="1193642" y="845643"/>
                  <a:pt x="1193642" y="845643"/>
                </a:cubicBezTo>
                <a:lnTo>
                  <a:pt x="1200704" y="845643"/>
                </a:lnTo>
                <a:cubicBezTo>
                  <a:pt x="1200960" y="845643"/>
                  <a:pt x="1201318" y="846002"/>
                  <a:pt x="1201318" y="846002"/>
                </a:cubicBezTo>
                <a:lnTo>
                  <a:pt x="1204850" y="852144"/>
                </a:lnTo>
                <a:cubicBezTo>
                  <a:pt x="1204952" y="852347"/>
                  <a:pt x="1204850" y="852808"/>
                  <a:pt x="1204850" y="852808"/>
                </a:cubicBezTo>
                <a:lnTo>
                  <a:pt x="1201318" y="858949"/>
                </a:lnTo>
                <a:cubicBezTo>
                  <a:pt x="1201165" y="859155"/>
                  <a:pt x="1200704" y="859308"/>
                  <a:pt x="1200704" y="859308"/>
                </a:cubicBezTo>
                <a:close/>
                <a:moveTo>
                  <a:pt x="605979" y="859326"/>
                </a:moveTo>
                <a:lnTo>
                  <a:pt x="598916" y="859326"/>
                </a:lnTo>
                <a:cubicBezTo>
                  <a:pt x="598661" y="859326"/>
                  <a:pt x="598302" y="858970"/>
                  <a:pt x="598302" y="858970"/>
                </a:cubicBezTo>
                <a:lnTo>
                  <a:pt x="594770" y="852826"/>
                </a:lnTo>
                <a:cubicBezTo>
                  <a:pt x="594668" y="852622"/>
                  <a:pt x="594770" y="852160"/>
                  <a:pt x="594770" y="852160"/>
                </a:cubicBezTo>
                <a:lnTo>
                  <a:pt x="598302" y="846020"/>
                </a:lnTo>
                <a:cubicBezTo>
                  <a:pt x="598455" y="845815"/>
                  <a:pt x="598916" y="845663"/>
                  <a:pt x="598916" y="845663"/>
                </a:cubicBezTo>
                <a:lnTo>
                  <a:pt x="605979" y="845663"/>
                </a:lnTo>
                <a:cubicBezTo>
                  <a:pt x="606235" y="845663"/>
                  <a:pt x="606593" y="846020"/>
                  <a:pt x="606593" y="846020"/>
                </a:cubicBezTo>
                <a:lnTo>
                  <a:pt x="610125" y="852160"/>
                </a:lnTo>
                <a:cubicBezTo>
                  <a:pt x="610227" y="852365"/>
                  <a:pt x="610125" y="852826"/>
                  <a:pt x="610125" y="852826"/>
                </a:cubicBezTo>
                <a:lnTo>
                  <a:pt x="606593" y="858970"/>
                </a:lnTo>
                <a:cubicBezTo>
                  <a:pt x="606440" y="859172"/>
                  <a:pt x="605979" y="859326"/>
                  <a:pt x="605979" y="859326"/>
                </a:cubicBezTo>
                <a:close/>
                <a:moveTo>
                  <a:pt x="804204" y="859331"/>
                </a:moveTo>
                <a:lnTo>
                  <a:pt x="797140" y="859331"/>
                </a:lnTo>
                <a:cubicBezTo>
                  <a:pt x="796886" y="859331"/>
                  <a:pt x="796526" y="858974"/>
                  <a:pt x="796526" y="858974"/>
                </a:cubicBezTo>
                <a:lnTo>
                  <a:pt x="792995" y="852830"/>
                </a:lnTo>
                <a:cubicBezTo>
                  <a:pt x="792893" y="852626"/>
                  <a:pt x="792995" y="852164"/>
                  <a:pt x="792995" y="852164"/>
                </a:cubicBezTo>
                <a:lnTo>
                  <a:pt x="796526" y="846024"/>
                </a:lnTo>
                <a:cubicBezTo>
                  <a:pt x="796680" y="845819"/>
                  <a:pt x="797140" y="845667"/>
                  <a:pt x="797140" y="845667"/>
                </a:cubicBezTo>
                <a:lnTo>
                  <a:pt x="804204" y="845667"/>
                </a:lnTo>
                <a:cubicBezTo>
                  <a:pt x="804460" y="845667"/>
                  <a:pt x="804818" y="846024"/>
                  <a:pt x="804818" y="846024"/>
                </a:cubicBezTo>
                <a:lnTo>
                  <a:pt x="808350" y="852164"/>
                </a:lnTo>
                <a:cubicBezTo>
                  <a:pt x="808452" y="852369"/>
                  <a:pt x="808350" y="852830"/>
                  <a:pt x="808350" y="852830"/>
                </a:cubicBezTo>
                <a:lnTo>
                  <a:pt x="804818" y="858974"/>
                </a:lnTo>
                <a:cubicBezTo>
                  <a:pt x="804665" y="859179"/>
                  <a:pt x="804204" y="859331"/>
                  <a:pt x="804204" y="859331"/>
                </a:cubicBezTo>
                <a:close/>
                <a:moveTo>
                  <a:pt x="1002428" y="859339"/>
                </a:moveTo>
                <a:lnTo>
                  <a:pt x="995366" y="859339"/>
                </a:lnTo>
                <a:cubicBezTo>
                  <a:pt x="995110" y="859339"/>
                  <a:pt x="994752" y="858978"/>
                  <a:pt x="994752" y="858978"/>
                </a:cubicBezTo>
                <a:lnTo>
                  <a:pt x="991220" y="852836"/>
                </a:lnTo>
                <a:cubicBezTo>
                  <a:pt x="991117" y="852632"/>
                  <a:pt x="991220" y="852172"/>
                  <a:pt x="991220" y="852172"/>
                </a:cubicBezTo>
                <a:lnTo>
                  <a:pt x="994752" y="846032"/>
                </a:lnTo>
                <a:cubicBezTo>
                  <a:pt x="994905" y="845826"/>
                  <a:pt x="995366" y="845672"/>
                  <a:pt x="995366" y="845672"/>
                </a:cubicBezTo>
                <a:lnTo>
                  <a:pt x="1002428" y="845672"/>
                </a:lnTo>
                <a:cubicBezTo>
                  <a:pt x="1002685" y="845672"/>
                  <a:pt x="1003042" y="846032"/>
                  <a:pt x="1003042" y="846032"/>
                </a:cubicBezTo>
                <a:lnTo>
                  <a:pt x="1006574" y="852172"/>
                </a:lnTo>
                <a:cubicBezTo>
                  <a:pt x="1006677" y="852377"/>
                  <a:pt x="1006574" y="852836"/>
                  <a:pt x="1006574" y="852836"/>
                </a:cubicBezTo>
                <a:lnTo>
                  <a:pt x="1003042" y="858978"/>
                </a:lnTo>
                <a:cubicBezTo>
                  <a:pt x="1002889" y="859185"/>
                  <a:pt x="1002428" y="859339"/>
                  <a:pt x="1002428" y="859339"/>
                </a:cubicBezTo>
                <a:close/>
                <a:moveTo>
                  <a:pt x="11254" y="859343"/>
                </a:moveTo>
                <a:lnTo>
                  <a:pt x="4192" y="859343"/>
                </a:lnTo>
                <a:cubicBezTo>
                  <a:pt x="3935" y="859343"/>
                  <a:pt x="3578" y="858986"/>
                  <a:pt x="3578" y="858986"/>
                </a:cubicBezTo>
                <a:lnTo>
                  <a:pt x="46" y="852840"/>
                </a:lnTo>
                <a:cubicBezTo>
                  <a:pt x="-57" y="852638"/>
                  <a:pt x="46" y="852176"/>
                  <a:pt x="46" y="852176"/>
                </a:cubicBezTo>
                <a:lnTo>
                  <a:pt x="3578" y="846039"/>
                </a:lnTo>
                <a:cubicBezTo>
                  <a:pt x="3731" y="845832"/>
                  <a:pt x="4192" y="845679"/>
                  <a:pt x="4192" y="845679"/>
                </a:cubicBezTo>
                <a:lnTo>
                  <a:pt x="11254" y="845679"/>
                </a:lnTo>
                <a:cubicBezTo>
                  <a:pt x="11511" y="845679"/>
                  <a:pt x="11868" y="846039"/>
                  <a:pt x="11868" y="846039"/>
                </a:cubicBezTo>
                <a:lnTo>
                  <a:pt x="15400" y="852176"/>
                </a:lnTo>
                <a:cubicBezTo>
                  <a:pt x="15503" y="852383"/>
                  <a:pt x="15400" y="852840"/>
                  <a:pt x="15400" y="852840"/>
                </a:cubicBezTo>
                <a:lnTo>
                  <a:pt x="11868" y="858986"/>
                </a:lnTo>
                <a:cubicBezTo>
                  <a:pt x="11716" y="859189"/>
                  <a:pt x="11254" y="859343"/>
                  <a:pt x="11254" y="859343"/>
                </a:cubicBezTo>
                <a:close/>
                <a:moveTo>
                  <a:pt x="209480" y="859348"/>
                </a:moveTo>
                <a:lnTo>
                  <a:pt x="202416" y="859348"/>
                </a:lnTo>
                <a:cubicBezTo>
                  <a:pt x="202160" y="859348"/>
                  <a:pt x="201803" y="858994"/>
                  <a:pt x="201803" y="858994"/>
                </a:cubicBezTo>
                <a:lnTo>
                  <a:pt x="198270" y="852848"/>
                </a:lnTo>
                <a:cubicBezTo>
                  <a:pt x="198168" y="852646"/>
                  <a:pt x="198270" y="852185"/>
                  <a:pt x="198270" y="852185"/>
                </a:cubicBezTo>
                <a:lnTo>
                  <a:pt x="201803" y="846045"/>
                </a:lnTo>
                <a:cubicBezTo>
                  <a:pt x="201955" y="845840"/>
                  <a:pt x="202416" y="845688"/>
                  <a:pt x="202416" y="845688"/>
                </a:cubicBezTo>
                <a:lnTo>
                  <a:pt x="209480" y="845688"/>
                </a:lnTo>
                <a:cubicBezTo>
                  <a:pt x="209735" y="845688"/>
                  <a:pt x="210094" y="846045"/>
                  <a:pt x="210094" y="846045"/>
                </a:cubicBezTo>
                <a:lnTo>
                  <a:pt x="213625" y="852185"/>
                </a:lnTo>
                <a:cubicBezTo>
                  <a:pt x="213727" y="852389"/>
                  <a:pt x="213625" y="852848"/>
                  <a:pt x="213625" y="852848"/>
                </a:cubicBezTo>
                <a:lnTo>
                  <a:pt x="210094" y="858994"/>
                </a:lnTo>
                <a:cubicBezTo>
                  <a:pt x="209940" y="859197"/>
                  <a:pt x="209480" y="859348"/>
                  <a:pt x="209480" y="859348"/>
                </a:cubicBezTo>
                <a:close/>
                <a:moveTo>
                  <a:pt x="407754" y="859348"/>
                </a:moveTo>
                <a:lnTo>
                  <a:pt x="400692" y="859348"/>
                </a:lnTo>
                <a:cubicBezTo>
                  <a:pt x="400436" y="859348"/>
                  <a:pt x="400078" y="858989"/>
                  <a:pt x="400078" y="858989"/>
                </a:cubicBezTo>
                <a:lnTo>
                  <a:pt x="396546" y="852848"/>
                </a:lnTo>
                <a:cubicBezTo>
                  <a:pt x="396444" y="852640"/>
                  <a:pt x="396546" y="852182"/>
                  <a:pt x="396546" y="852182"/>
                </a:cubicBezTo>
                <a:lnTo>
                  <a:pt x="400078" y="846041"/>
                </a:lnTo>
                <a:cubicBezTo>
                  <a:pt x="400231" y="845837"/>
                  <a:pt x="400692" y="845685"/>
                  <a:pt x="400692" y="845685"/>
                </a:cubicBezTo>
                <a:lnTo>
                  <a:pt x="407754" y="845685"/>
                </a:lnTo>
                <a:cubicBezTo>
                  <a:pt x="408011" y="845685"/>
                  <a:pt x="408369" y="846041"/>
                  <a:pt x="408369" y="846041"/>
                </a:cubicBezTo>
                <a:lnTo>
                  <a:pt x="411900" y="852182"/>
                </a:lnTo>
                <a:cubicBezTo>
                  <a:pt x="412002" y="852387"/>
                  <a:pt x="411900" y="852848"/>
                  <a:pt x="411900" y="852848"/>
                </a:cubicBezTo>
                <a:lnTo>
                  <a:pt x="408369" y="858989"/>
                </a:lnTo>
                <a:cubicBezTo>
                  <a:pt x="408214" y="859194"/>
                  <a:pt x="407754" y="859348"/>
                  <a:pt x="407754" y="859348"/>
                </a:cubicBezTo>
                <a:close/>
                <a:moveTo>
                  <a:pt x="1795378" y="859348"/>
                </a:moveTo>
                <a:lnTo>
                  <a:pt x="1788315" y="859348"/>
                </a:lnTo>
                <a:cubicBezTo>
                  <a:pt x="1788060" y="859348"/>
                  <a:pt x="1787701" y="858993"/>
                  <a:pt x="1787701" y="858993"/>
                </a:cubicBezTo>
                <a:lnTo>
                  <a:pt x="1784170" y="852848"/>
                </a:lnTo>
                <a:cubicBezTo>
                  <a:pt x="1784067" y="852642"/>
                  <a:pt x="1784170" y="852184"/>
                  <a:pt x="1784170" y="852184"/>
                </a:cubicBezTo>
                <a:lnTo>
                  <a:pt x="1787701" y="846044"/>
                </a:lnTo>
                <a:cubicBezTo>
                  <a:pt x="1787854" y="845840"/>
                  <a:pt x="1788315" y="845688"/>
                  <a:pt x="1788315" y="845688"/>
                </a:cubicBezTo>
                <a:lnTo>
                  <a:pt x="1795378" y="845688"/>
                </a:lnTo>
                <a:cubicBezTo>
                  <a:pt x="1795634" y="845688"/>
                  <a:pt x="1795992" y="846044"/>
                  <a:pt x="1795992" y="846044"/>
                </a:cubicBezTo>
                <a:lnTo>
                  <a:pt x="1799524" y="852184"/>
                </a:lnTo>
                <a:cubicBezTo>
                  <a:pt x="1799626" y="852387"/>
                  <a:pt x="1799524" y="852848"/>
                  <a:pt x="1799524" y="852848"/>
                </a:cubicBezTo>
                <a:lnTo>
                  <a:pt x="1795992" y="858993"/>
                </a:lnTo>
                <a:cubicBezTo>
                  <a:pt x="1795838" y="859197"/>
                  <a:pt x="1795378" y="859348"/>
                  <a:pt x="1795378" y="859348"/>
                </a:cubicBezTo>
                <a:close/>
                <a:moveTo>
                  <a:pt x="1993654" y="859353"/>
                </a:moveTo>
                <a:lnTo>
                  <a:pt x="1986590" y="859353"/>
                </a:lnTo>
                <a:cubicBezTo>
                  <a:pt x="1986336" y="859353"/>
                  <a:pt x="1985976" y="858994"/>
                  <a:pt x="1985976" y="858994"/>
                </a:cubicBezTo>
                <a:lnTo>
                  <a:pt x="1982445" y="852851"/>
                </a:lnTo>
                <a:cubicBezTo>
                  <a:pt x="1982343" y="852648"/>
                  <a:pt x="1982445" y="852186"/>
                  <a:pt x="1982445" y="852186"/>
                </a:cubicBezTo>
                <a:lnTo>
                  <a:pt x="1985976" y="846047"/>
                </a:lnTo>
                <a:cubicBezTo>
                  <a:pt x="1986130" y="845842"/>
                  <a:pt x="1986590" y="845688"/>
                  <a:pt x="1986590" y="845688"/>
                </a:cubicBezTo>
                <a:lnTo>
                  <a:pt x="1993654" y="845688"/>
                </a:lnTo>
                <a:cubicBezTo>
                  <a:pt x="1993910" y="845688"/>
                  <a:pt x="1994268" y="846047"/>
                  <a:pt x="1994268" y="846047"/>
                </a:cubicBezTo>
                <a:lnTo>
                  <a:pt x="1997800" y="852186"/>
                </a:lnTo>
                <a:cubicBezTo>
                  <a:pt x="1997902" y="852389"/>
                  <a:pt x="1997800" y="852851"/>
                  <a:pt x="1997800" y="852851"/>
                </a:cubicBezTo>
                <a:lnTo>
                  <a:pt x="1994268" y="858994"/>
                </a:lnTo>
                <a:cubicBezTo>
                  <a:pt x="1994114" y="859198"/>
                  <a:pt x="1993654" y="859353"/>
                  <a:pt x="1993654" y="859353"/>
                </a:cubicBezTo>
                <a:close/>
                <a:moveTo>
                  <a:pt x="2189611" y="865069"/>
                </a:moveTo>
                <a:lnTo>
                  <a:pt x="2182548" y="865069"/>
                </a:lnTo>
                <a:cubicBezTo>
                  <a:pt x="2182291" y="865069"/>
                  <a:pt x="2181933" y="864711"/>
                  <a:pt x="2181933" y="864711"/>
                </a:cubicBezTo>
                <a:lnTo>
                  <a:pt x="2178401" y="858570"/>
                </a:lnTo>
                <a:cubicBezTo>
                  <a:pt x="2178299" y="858365"/>
                  <a:pt x="2178401" y="857904"/>
                  <a:pt x="2178401" y="857904"/>
                </a:cubicBezTo>
                <a:lnTo>
                  <a:pt x="2181933" y="851763"/>
                </a:lnTo>
                <a:cubicBezTo>
                  <a:pt x="2182087" y="851557"/>
                  <a:pt x="2182548" y="851404"/>
                  <a:pt x="2182548" y="851404"/>
                </a:cubicBezTo>
                <a:lnTo>
                  <a:pt x="2189611" y="851404"/>
                </a:lnTo>
                <a:cubicBezTo>
                  <a:pt x="2189865" y="851404"/>
                  <a:pt x="2190225" y="851763"/>
                  <a:pt x="2190225" y="851763"/>
                </a:cubicBezTo>
                <a:lnTo>
                  <a:pt x="2193757" y="857904"/>
                </a:lnTo>
                <a:cubicBezTo>
                  <a:pt x="2193859" y="858109"/>
                  <a:pt x="2193757" y="858570"/>
                  <a:pt x="2193757" y="858570"/>
                </a:cubicBezTo>
                <a:lnTo>
                  <a:pt x="2190225" y="864711"/>
                </a:lnTo>
                <a:cubicBezTo>
                  <a:pt x="2190071" y="864916"/>
                  <a:pt x="2189611" y="865069"/>
                  <a:pt x="2189611" y="865069"/>
                </a:cubicBezTo>
                <a:close/>
                <a:moveTo>
                  <a:pt x="2387835" y="865069"/>
                </a:moveTo>
                <a:lnTo>
                  <a:pt x="2380773" y="865069"/>
                </a:lnTo>
                <a:cubicBezTo>
                  <a:pt x="2380515" y="865069"/>
                  <a:pt x="2380159" y="864711"/>
                  <a:pt x="2380159" y="864711"/>
                </a:cubicBezTo>
                <a:lnTo>
                  <a:pt x="2376626" y="858570"/>
                </a:lnTo>
                <a:cubicBezTo>
                  <a:pt x="2376523" y="858365"/>
                  <a:pt x="2376626" y="857904"/>
                  <a:pt x="2376626" y="857904"/>
                </a:cubicBezTo>
                <a:lnTo>
                  <a:pt x="2380159" y="851763"/>
                </a:lnTo>
                <a:cubicBezTo>
                  <a:pt x="2380312" y="851557"/>
                  <a:pt x="2380773" y="851404"/>
                  <a:pt x="2380773" y="851404"/>
                </a:cubicBezTo>
                <a:lnTo>
                  <a:pt x="2387835" y="851404"/>
                </a:lnTo>
                <a:cubicBezTo>
                  <a:pt x="2388091" y="851404"/>
                  <a:pt x="2388449" y="851763"/>
                  <a:pt x="2388449" y="851763"/>
                </a:cubicBezTo>
                <a:lnTo>
                  <a:pt x="2391981" y="857904"/>
                </a:lnTo>
                <a:cubicBezTo>
                  <a:pt x="2392083" y="858109"/>
                  <a:pt x="2391981" y="858570"/>
                  <a:pt x="2391981" y="858570"/>
                </a:cubicBezTo>
                <a:lnTo>
                  <a:pt x="2388449" y="864711"/>
                </a:lnTo>
                <a:cubicBezTo>
                  <a:pt x="2388296" y="864916"/>
                  <a:pt x="2387835" y="865069"/>
                  <a:pt x="2387835" y="865069"/>
                </a:cubicBezTo>
                <a:close/>
                <a:moveTo>
                  <a:pt x="2586060" y="865069"/>
                </a:moveTo>
                <a:lnTo>
                  <a:pt x="2578998" y="865069"/>
                </a:lnTo>
                <a:cubicBezTo>
                  <a:pt x="2578740" y="865069"/>
                  <a:pt x="2578383" y="864711"/>
                  <a:pt x="2578383" y="864711"/>
                </a:cubicBezTo>
                <a:lnTo>
                  <a:pt x="2574850" y="858570"/>
                </a:lnTo>
                <a:cubicBezTo>
                  <a:pt x="2574749" y="858365"/>
                  <a:pt x="2574850" y="857904"/>
                  <a:pt x="2574850" y="857904"/>
                </a:cubicBezTo>
                <a:lnTo>
                  <a:pt x="2578383" y="851763"/>
                </a:lnTo>
                <a:cubicBezTo>
                  <a:pt x="2578536" y="851557"/>
                  <a:pt x="2578998" y="851404"/>
                  <a:pt x="2578998" y="851404"/>
                </a:cubicBezTo>
                <a:lnTo>
                  <a:pt x="2586060" y="851404"/>
                </a:lnTo>
                <a:cubicBezTo>
                  <a:pt x="2586316" y="851404"/>
                  <a:pt x="2586674" y="851763"/>
                  <a:pt x="2586674" y="851763"/>
                </a:cubicBezTo>
                <a:lnTo>
                  <a:pt x="2590205" y="857904"/>
                </a:lnTo>
                <a:cubicBezTo>
                  <a:pt x="2590308" y="858109"/>
                  <a:pt x="2590205" y="858570"/>
                  <a:pt x="2590205" y="858570"/>
                </a:cubicBezTo>
                <a:lnTo>
                  <a:pt x="2586674" y="864711"/>
                </a:lnTo>
                <a:cubicBezTo>
                  <a:pt x="2586520" y="864916"/>
                  <a:pt x="2586060" y="865069"/>
                  <a:pt x="2586060" y="865069"/>
                </a:cubicBezTo>
                <a:close/>
                <a:moveTo>
                  <a:pt x="2784284" y="865069"/>
                </a:moveTo>
                <a:lnTo>
                  <a:pt x="2777221" y="865069"/>
                </a:lnTo>
                <a:cubicBezTo>
                  <a:pt x="2776966" y="865069"/>
                  <a:pt x="2776607" y="864711"/>
                  <a:pt x="2776607" y="864711"/>
                </a:cubicBezTo>
                <a:lnTo>
                  <a:pt x="2773075" y="858570"/>
                </a:lnTo>
                <a:cubicBezTo>
                  <a:pt x="2772973" y="858365"/>
                  <a:pt x="2773075" y="857904"/>
                  <a:pt x="2773075" y="857904"/>
                </a:cubicBezTo>
                <a:lnTo>
                  <a:pt x="2776607" y="851763"/>
                </a:lnTo>
                <a:cubicBezTo>
                  <a:pt x="2776760" y="851557"/>
                  <a:pt x="2777221" y="851404"/>
                  <a:pt x="2777221" y="851404"/>
                </a:cubicBezTo>
                <a:lnTo>
                  <a:pt x="2784284" y="851404"/>
                </a:lnTo>
                <a:cubicBezTo>
                  <a:pt x="2784540" y="851404"/>
                  <a:pt x="2784898" y="851763"/>
                  <a:pt x="2784898" y="851763"/>
                </a:cubicBezTo>
                <a:lnTo>
                  <a:pt x="2788430" y="857904"/>
                </a:lnTo>
                <a:cubicBezTo>
                  <a:pt x="2788532" y="858109"/>
                  <a:pt x="2788430" y="858570"/>
                  <a:pt x="2788430" y="858570"/>
                </a:cubicBezTo>
                <a:lnTo>
                  <a:pt x="2784898" y="864711"/>
                </a:lnTo>
                <a:cubicBezTo>
                  <a:pt x="2784744" y="864916"/>
                  <a:pt x="2784284" y="865069"/>
                  <a:pt x="2784284" y="865069"/>
                </a:cubicBezTo>
                <a:close/>
                <a:moveTo>
                  <a:pt x="2982559" y="865069"/>
                </a:moveTo>
                <a:lnTo>
                  <a:pt x="2975496" y="865069"/>
                </a:lnTo>
                <a:cubicBezTo>
                  <a:pt x="2975241" y="865069"/>
                  <a:pt x="2974882" y="864711"/>
                  <a:pt x="2974882" y="864711"/>
                </a:cubicBezTo>
                <a:lnTo>
                  <a:pt x="2971351" y="858570"/>
                </a:lnTo>
                <a:cubicBezTo>
                  <a:pt x="2971249" y="858365"/>
                  <a:pt x="2971351" y="857904"/>
                  <a:pt x="2971351" y="857904"/>
                </a:cubicBezTo>
                <a:lnTo>
                  <a:pt x="2974882" y="851763"/>
                </a:lnTo>
                <a:cubicBezTo>
                  <a:pt x="2975036" y="851557"/>
                  <a:pt x="2975496" y="851404"/>
                  <a:pt x="2975496" y="851404"/>
                </a:cubicBezTo>
                <a:lnTo>
                  <a:pt x="2982559" y="851404"/>
                </a:lnTo>
                <a:cubicBezTo>
                  <a:pt x="2982815" y="851404"/>
                  <a:pt x="2983173" y="851763"/>
                  <a:pt x="2983173" y="851763"/>
                </a:cubicBezTo>
                <a:lnTo>
                  <a:pt x="2986706" y="857904"/>
                </a:lnTo>
                <a:cubicBezTo>
                  <a:pt x="2986808" y="858109"/>
                  <a:pt x="2986706" y="858570"/>
                  <a:pt x="2986706" y="858570"/>
                </a:cubicBezTo>
                <a:lnTo>
                  <a:pt x="2983173" y="864711"/>
                </a:lnTo>
                <a:cubicBezTo>
                  <a:pt x="2983020" y="864916"/>
                  <a:pt x="2982559" y="865069"/>
                  <a:pt x="2982559" y="865069"/>
                </a:cubicBezTo>
                <a:close/>
                <a:moveTo>
                  <a:pt x="3180784" y="865069"/>
                </a:moveTo>
                <a:lnTo>
                  <a:pt x="3173721" y="865069"/>
                </a:lnTo>
                <a:cubicBezTo>
                  <a:pt x="3173466" y="865069"/>
                  <a:pt x="3173107" y="864711"/>
                  <a:pt x="3173107" y="864711"/>
                </a:cubicBezTo>
                <a:lnTo>
                  <a:pt x="3169576" y="858570"/>
                </a:lnTo>
                <a:cubicBezTo>
                  <a:pt x="3169473" y="858365"/>
                  <a:pt x="3169576" y="857904"/>
                  <a:pt x="3169576" y="857904"/>
                </a:cubicBezTo>
                <a:lnTo>
                  <a:pt x="3173107" y="851763"/>
                </a:lnTo>
                <a:cubicBezTo>
                  <a:pt x="3173261" y="851557"/>
                  <a:pt x="3173721" y="851404"/>
                  <a:pt x="3173721" y="851404"/>
                </a:cubicBezTo>
                <a:lnTo>
                  <a:pt x="3180784" y="851404"/>
                </a:lnTo>
                <a:cubicBezTo>
                  <a:pt x="3181040" y="851404"/>
                  <a:pt x="3181398" y="851763"/>
                  <a:pt x="3181398" y="851763"/>
                </a:cubicBezTo>
                <a:lnTo>
                  <a:pt x="3184931" y="857904"/>
                </a:lnTo>
                <a:cubicBezTo>
                  <a:pt x="3185033" y="858109"/>
                  <a:pt x="3184931" y="858570"/>
                  <a:pt x="3184931" y="858570"/>
                </a:cubicBezTo>
                <a:lnTo>
                  <a:pt x="3181398" y="864711"/>
                </a:lnTo>
                <a:cubicBezTo>
                  <a:pt x="3181245" y="864916"/>
                  <a:pt x="3180784" y="865069"/>
                  <a:pt x="3180784" y="865069"/>
                </a:cubicBezTo>
                <a:close/>
                <a:moveTo>
                  <a:pt x="3379008" y="865069"/>
                </a:moveTo>
                <a:lnTo>
                  <a:pt x="3371947" y="865069"/>
                </a:lnTo>
                <a:cubicBezTo>
                  <a:pt x="3371690" y="865069"/>
                  <a:pt x="3371332" y="864711"/>
                  <a:pt x="3371332" y="864711"/>
                </a:cubicBezTo>
                <a:lnTo>
                  <a:pt x="3367800" y="858570"/>
                </a:lnTo>
                <a:cubicBezTo>
                  <a:pt x="3367697" y="858365"/>
                  <a:pt x="3367800" y="857904"/>
                  <a:pt x="3367800" y="857904"/>
                </a:cubicBezTo>
                <a:lnTo>
                  <a:pt x="3371332" y="851763"/>
                </a:lnTo>
                <a:cubicBezTo>
                  <a:pt x="3371485" y="851557"/>
                  <a:pt x="3371947" y="851404"/>
                  <a:pt x="3371947" y="851404"/>
                </a:cubicBezTo>
                <a:lnTo>
                  <a:pt x="3379008" y="851404"/>
                </a:lnTo>
                <a:cubicBezTo>
                  <a:pt x="3379265" y="851404"/>
                  <a:pt x="3379624" y="851763"/>
                  <a:pt x="3379624" y="851763"/>
                </a:cubicBezTo>
                <a:lnTo>
                  <a:pt x="3383155" y="857904"/>
                </a:lnTo>
                <a:cubicBezTo>
                  <a:pt x="3383257" y="858109"/>
                  <a:pt x="3383155" y="858570"/>
                  <a:pt x="3383155" y="858570"/>
                </a:cubicBezTo>
                <a:lnTo>
                  <a:pt x="3379624" y="864711"/>
                </a:lnTo>
                <a:cubicBezTo>
                  <a:pt x="3379470" y="864916"/>
                  <a:pt x="3379008" y="865069"/>
                  <a:pt x="3379008" y="865069"/>
                </a:cubicBezTo>
                <a:close/>
                <a:moveTo>
                  <a:pt x="3577234" y="865069"/>
                </a:moveTo>
                <a:lnTo>
                  <a:pt x="3570172" y="865069"/>
                </a:lnTo>
                <a:cubicBezTo>
                  <a:pt x="3569914" y="865069"/>
                  <a:pt x="3569557" y="864711"/>
                  <a:pt x="3569557" y="864711"/>
                </a:cubicBezTo>
                <a:lnTo>
                  <a:pt x="3566024" y="858570"/>
                </a:lnTo>
                <a:cubicBezTo>
                  <a:pt x="3565922" y="858365"/>
                  <a:pt x="3566024" y="857904"/>
                  <a:pt x="3566024" y="857904"/>
                </a:cubicBezTo>
                <a:lnTo>
                  <a:pt x="3569557" y="851763"/>
                </a:lnTo>
                <a:cubicBezTo>
                  <a:pt x="3569709" y="851557"/>
                  <a:pt x="3570172" y="851404"/>
                  <a:pt x="3570172" y="851404"/>
                </a:cubicBezTo>
                <a:lnTo>
                  <a:pt x="3577234" y="851404"/>
                </a:lnTo>
                <a:cubicBezTo>
                  <a:pt x="3577489" y="851404"/>
                  <a:pt x="3577848" y="851763"/>
                  <a:pt x="3577848" y="851763"/>
                </a:cubicBezTo>
                <a:lnTo>
                  <a:pt x="3581379" y="857904"/>
                </a:lnTo>
                <a:cubicBezTo>
                  <a:pt x="3581481" y="858109"/>
                  <a:pt x="3581379" y="858570"/>
                  <a:pt x="3581379" y="858570"/>
                </a:cubicBezTo>
                <a:lnTo>
                  <a:pt x="3577848" y="864711"/>
                </a:lnTo>
                <a:cubicBezTo>
                  <a:pt x="3577694" y="864916"/>
                  <a:pt x="3577234" y="865069"/>
                  <a:pt x="3577234" y="865069"/>
                </a:cubicBezTo>
                <a:close/>
                <a:moveTo>
                  <a:pt x="3775459" y="865069"/>
                </a:moveTo>
                <a:lnTo>
                  <a:pt x="3768396" y="865069"/>
                </a:lnTo>
                <a:cubicBezTo>
                  <a:pt x="3768139" y="865069"/>
                  <a:pt x="3767781" y="864711"/>
                  <a:pt x="3767781" y="864711"/>
                </a:cubicBezTo>
                <a:lnTo>
                  <a:pt x="3764249" y="858570"/>
                </a:lnTo>
                <a:cubicBezTo>
                  <a:pt x="3764147" y="858365"/>
                  <a:pt x="3764249" y="857904"/>
                  <a:pt x="3764249" y="857904"/>
                </a:cubicBezTo>
                <a:lnTo>
                  <a:pt x="3767781" y="851763"/>
                </a:lnTo>
                <a:cubicBezTo>
                  <a:pt x="3767935" y="851557"/>
                  <a:pt x="3768396" y="851404"/>
                  <a:pt x="3768396" y="851404"/>
                </a:cubicBezTo>
                <a:lnTo>
                  <a:pt x="3775459" y="851404"/>
                </a:lnTo>
                <a:cubicBezTo>
                  <a:pt x="3775713" y="851404"/>
                  <a:pt x="3776073" y="851763"/>
                  <a:pt x="3776073" y="851763"/>
                </a:cubicBezTo>
                <a:lnTo>
                  <a:pt x="3779604" y="857904"/>
                </a:lnTo>
                <a:cubicBezTo>
                  <a:pt x="3779706" y="858109"/>
                  <a:pt x="3779604" y="858570"/>
                  <a:pt x="3779604" y="858570"/>
                </a:cubicBezTo>
                <a:lnTo>
                  <a:pt x="3776073" y="864711"/>
                </a:lnTo>
                <a:cubicBezTo>
                  <a:pt x="3775919" y="864916"/>
                  <a:pt x="3775459" y="865069"/>
                  <a:pt x="3775459" y="865069"/>
                </a:cubicBezTo>
                <a:close/>
                <a:moveTo>
                  <a:pt x="3973734" y="865069"/>
                </a:moveTo>
                <a:lnTo>
                  <a:pt x="3966671" y="865069"/>
                </a:lnTo>
                <a:cubicBezTo>
                  <a:pt x="3966415" y="865069"/>
                  <a:pt x="3966057" y="864711"/>
                  <a:pt x="3966057" y="864711"/>
                </a:cubicBezTo>
                <a:lnTo>
                  <a:pt x="3962525" y="858570"/>
                </a:lnTo>
                <a:cubicBezTo>
                  <a:pt x="3962423" y="858365"/>
                  <a:pt x="3962525" y="857904"/>
                  <a:pt x="3962525" y="857904"/>
                </a:cubicBezTo>
                <a:lnTo>
                  <a:pt x="3966057" y="851763"/>
                </a:lnTo>
                <a:cubicBezTo>
                  <a:pt x="3966211" y="851557"/>
                  <a:pt x="3966671" y="851404"/>
                  <a:pt x="3966671" y="851404"/>
                </a:cubicBezTo>
                <a:lnTo>
                  <a:pt x="3973734" y="851404"/>
                </a:lnTo>
                <a:cubicBezTo>
                  <a:pt x="3973990" y="851404"/>
                  <a:pt x="3974348" y="851763"/>
                  <a:pt x="3974348" y="851763"/>
                </a:cubicBezTo>
                <a:lnTo>
                  <a:pt x="3977880" y="857904"/>
                </a:lnTo>
                <a:cubicBezTo>
                  <a:pt x="3977982" y="858109"/>
                  <a:pt x="3977880" y="858570"/>
                  <a:pt x="3977880" y="858570"/>
                </a:cubicBezTo>
                <a:lnTo>
                  <a:pt x="3974348" y="864711"/>
                </a:lnTo>
                <a:cubicBezTo>
                  <a:pt x="3974195" y="864916"/>
                  <a:pt x="3973734" y="865069"/>
                  <a:pt x="3973734" y="865069"/>
                </a:cubicBezTo>
                <a:close/>
                <a:moveTo>
                  <a:pt x="4171959" y="865069"/>
                </a:moveTo>
                <a:lnTo>
                  <a:pt x="4164896" y="865069"/>
                </a:lnTo>
                <a:cubicBezTo>
                  <a:pt x="4164640" y="865069"/>
                  <a:pt x="4164282" y="864711"/>
                  <a:pt x="4164282" y="864711"/>
                </a:cubicBezTo>
                <a:lnTo>
                  <a:pt x="4160751" y="858570"/>
                </a:lnTo>
                <a:cubicBezTo>
                  <a:pt x="4160648" y="858365"/>
                  <a:pt x="4160751" y="857904"/>
                  <a:pt x="4160751" y="857904"/>
                </a:cubicBezTo>
                <a:lnTo>
                  <a:pt x="4164282" y="851763"/>
                </a:lnTo>
                <a:cubicBezTo>
                  <a:pt x="4164435" y="851557"/>
                  <a:pt x="4164896" y="851404"/>
                  <a:pt x="4164896" y="851404"/>
                </a:cubicBezTo>
                <a:lnTo>
                  <a:pt x="4171959" y="851404"/>
                </a:lnTo>
                <a:cubicBezTo>
                  <a:pt x="4172215" y="851404"/>
                  <a:pt x="4172573" y="851763"/>
                  <a:pt x="4172573" y="851763"/>
                </a:cubicBezTo>
                <a:lnTo>
                  <a:pt x="4176105" y="857904"/>
                </a:lnTo>
                <a:cubicBezTo>
                  <a:pt x="4176207" y="858109"/>
                  <a:pt x="4176105" y="858570"/>
                  <a:pt x="4176105" y="858570"/>
                </a:cubicBezTo>
                <a:lnTo>
                  <a:pt x="4172573" y="864711"/>
                </a:lnTo>
                <a:cubicBezTo>
                  <a:pt x="4172419" y="864916"/>
                  <a:pt x="4171959" y="865069"/>
                  <a:pt x="4171959" y="865069"/>
                </a:cubicBezTo>
                <a:close/>
                <a:moveTo>
                  <a:pt x="4370183" y="865069"/>
                </a:moveTo>
                <a:lnTo>
                  <a:pt x="4363121" y="865069"/>
                </a:lnTo>
                <a:cubicBezTo>
                  <a:pt x="4362864" y="865069"/>
                  <a:pt x="4362506" y="864711"/>
                  <a:pt x="4362506" y="864711"/>
                </a:cubicBezTo>
                <a:lnTo>
                  <a:pt x="4358975" y="858570"/>
                </a:lnTo>
                <a:cubicBezTo>
                  <a:pt x="4358872" y="858365"/>
                  <a:pt x="4358975" y="857904"/>
                  <a:pt x="4358975" y="857904"/>
                </a:cubicBezTo>
                <a:lnTo>
                  <a:pt x="4362506" y="851763"/>
                </a:lnTo>
                <a:cubicBezTo>
                  <a:pt x="4362660" y="851557"/>
                  <a:pt x="4363121" y="851404"/>
                  <a:pt x="4363121" y="851404"/>
                </a:cubicBezTo>
                <a:lnTo>
                  <a:pt x="4370183" y="851404"/>
                </a:lnTo>
                <a:cubicBezTo>
                  <a:pt x="4370439" y="851404"/>
                  <a:pt x="4370797" y="851763"/>
                  <a:pt x="4370797" y="851763"/>
                </a:cubicBezTo>
                <a:lnTo>
                  <a:pt x="4374329" y="857904"/>
                </a:lnTo>
                <a:cubicBezTo>
                  <a:pt x="4374432" y="858109"/>
                  <a:pt x="4374329" y="858570"/>
                  <a:pt x="4374329" y="858570"/>
                </a:cubicBezTo>
                <a:lnTo>
                  <a:pt x="4370797" y="864711"/>
                </a:lnTo>
                <a:cubicBezTo>
                  <a:pt x="4370643" y="864916"/>
                  <a:pt x="4370183" y="865069"/>
                  <a:pt x="4370183" y="865069"/>
                </a:cubicBezTo>
                <a:close/>
                <a:moveTo>
                  <a:pt x="4568408" y="865069"/>
                </a:moveTo>
                <a:lnTo>
                  <a:pt x="4561345" y="865069"/>
                </a:lnTo>
                <a:cubicBezTo>
                  <a:pt x="4561089" y="865069"/>
                  <a:pt x="4560731" y="864711"/>
                  <a:pt x="4560731" y="864711"/>
                </a:cubicBezTo>
                <a:lnTo>
                  <a:pt x="4557199" y="858570"/>
                </a:lnTo>
                <a:cubicBezTo>
                  <a:pt x="4557097" y="858365"/>
                  <a:pt x="4557199" y="857904"/>
                  <a:pt x="4557199" y="857904"/>
                </a:cubicBezTo>
                <a:lnTo>
                  <a:pt x="4560731" y="851763"/>
                </a:lnTo>
                <a:cubicBezTo>
                  <a:pt x="4560884" y="851557"/>
                  <a:pt x="4561345" y="851404"/>
                  <a:pt x="4561345" y="851404"/>
                </a:cubicBezTo>
                <a:lnTo>
                  <a:pt x="4568408" y="851404"/>
                </a:lnTo>
                <a:cubicBezTo>
                  <a:pt x="4568663" y="851404"/>
                  <a:pt x="4569022" y="851763"/>
                  <a:pt x="4569022" y="851763"/>
                </a:cubicBezTo>
                <a:lnTo>
                  <a:pt x="4572554" y="857904"/>
                </a:lnTo>
                <a:cubicBezTo>
                  <a:pt x="4572656" y="858109"/>
                  <a:pt x="4572554" y="858570"/>
                  <a:pt x="4572554" y="858570"/>
                </a:cubicBezTo>
                <a:lnTo>
                  <a:pt x="4569022" y="864711"/>
                </a:lnTo>
                <a:cubicBezTo>
                  <a:pt x="4568869" y="864916"/>
                  <a:pt x="4568408" y="865069"/>
                  <a:pt x="4568408" y="865069"/>
                </a:cubicBezTo>
                <a:close/>
                <a:moveTo>
                  <a:pt x="4766683" y="865069"/>
                </a:moveTo>
                <a:lnTo>
                  <a:pt x="4759621" y="865069"/>
                </a:lnTo>
                <a:cubicBezTo>
                  <a:pt x="4759364" y="865069"/>
                  <a:pt x="4759007" y="864711"/>
                  <a:pt x="4759007" y="864711"/>
                </a:cubicBezTo>
                <a:lnTo>
                  <a:pt x="4755475" y="858570"/>
                </a:lnTo>
                <a:cubicBezTo>
                  <a:pt x="4755372" y="858365"/>
                  <a:pt x="4755475" y="857904"/>
                  <a:pt x="4755475" y="857904"/>
                </a:cubicBezTo>
                <a:lnTo>
                  <a:pt x="4759007" y="851763"/>
                </a:lnTo>
                <a:cubicBezTo>
                  <a:pt x="4759160" y="851557"/>
                  <a:pt x="4759621" y="851404"/>
                  <a:pt x="4759621" y="851404"/>
                </a:cubicBezTo>
                <a:lnTo>
                  <a:pt x="4766683" y="851404"/>
                </a:lnTo>
                <a:cubicBezTo>
                  <a:pt x="4766940" y="851404"/>
                  <a:pt x="4767297" y="851763"/>
                  <a:pt x="4767297" y="851763"/>
                </a:cubicBezTo>
                <a:lnTo>
                  <a:pt x="4770829" y="857904"/>
                </a:lnTo>
                <a:cubicBezTo>
                  <a:pt x="4770932" y="858109"/>
                  <a:pt x="4770829" y="858570"/>
                  <a:pt x="4770829" y="858570"/>
                </a:cubicBezTo>
                <a:lnTo>
                  <a:pt x="4767297" y="864711"/>
                </a:lnTo>
                <a:cubicBezTo>
                  <a:pt x="4767144" y="864916"/>
                  <a:pt x="4766683" y="865069"/>
                  <a:pt x="4766683" y="865069"/>
                </a:cubicBezTo>
                <a:close/>
                <a:moveTo>
                  <a:pt x="4964909" y="865069"/>
                </a:moveTo>
                <a:lnTo>
                  <a:pt x="4957846" y="865069"/>
                </a:lnTo>
                <a:cubicBezTo>
                  <a:pt x="4957589" y="865069"/>
                  <a:pt x="4957232" y="864711"/>
                  <a:pt x="4957232" y="864711"/>
                </a:cubicBezTo>
                <a:lnTo>
                  <a:pt x="4953699" y="858570"/>
                </a:lnTo>
                <a:cubicBezTo>
                  <a:pt x="4953597" y="858365"/>
                  <a:pt x="4953699" y="857904"/>
                  <a:pt x="4953699" y="857904"/>
                </a:cubicBezTo>
                <a:lnTo>
                  <a:pt x="4957232" y="851763"/>
                </a:lnTo>
                <a:cubicBezTo>
                  <a:pt x="4957384" y="851557"/>
                  <a:pt x="4957846" y="851404"/>
                  <a:pt x="4957846" y="851404"/>
                </a:cubicBezTo>
                <a:lnTo>
                  <a:pt x="4964909" y="851404"/>
                </a:lnTo>
                <a:cubicBezTo>
                  <a:pt x="4965164" y="851404"/>
                  <a:pt x="4965523" y="851763"/>
                  <a:pt x="4965523" y="851763"/>
                </a:cubicBezTo>
                <a:lnTo>
                  <a:pt x="4969054" y="857904"/>
                </a:lnTo>
                <a:cubicBezTo>
                  <a:pt x="4969156" y="858109"/>
                  <a:pt x="4969054" y="858570"/>
                  <a:pt x="4969054" y="858570"/>
                </a:cubicBezTo>
                <a:lnTo>
                  <a:pt x="4965523" y="864711"/>
                </a:lnTo>
                <a:cubicBezTo>
                  <a:pt x="4965369" y="864916"/>
                  <a:pt x="4964909" y="865069"/>
                  <a:pt x="4964909" y="865069"/>
                </a:cubicBezTo>
                <a:close/>
                <a:moveTo>
                  <a:pt x="5163134" y="865069"/>
                </a:moveTo>
                <a:lnTo>
                  <a:pt x="5156070" y="865069"/>
                </a:lnTo>
                <a:cubicBezTo>
                  <a:pt x="5155814" y="865069"/>
                  <a:pt x="5155456" y="864711"/>
                  <a:pt x="5155456" y="864711"/>
                </a:cubicBezTo>
                <a:lnTo>
                  <a:pt x="5151924" y="858570"/>
                </a:lnTo>
                <a:cubicBezTo>
                  <a:pt x="5151822" y="858365"/>
                  <a:pt x="5151924" y="857904"/>
                  <a:pt x="5151924" y="857904"/>
                </a:cubicBezTo>
                <a:lnTo>
                  <a:pt x="5155456" y="851763"/>
                </a:lnTo>
                <a:cubicBezTo>
                  <a:pt x="5155610" y="851557"/>
                  <a:pt x="5156070" y="851404"/>
                  <a:pt x="5156070" y="851404"/>
                </a:cubicBezTo>
                <a:lnTo>
                  <a:pt x="5163134" y="851404"/>
                </a:lnTo>
                <a:cubicBezTo>
                  <a:pt x="5163388" y="851404"/>
                  <a:pt x="5163748" y="851763"/>
                  <a:pt x="5163748" y="851763"/>
                </a:cubicBezTo>
                <a:lnTo>
                  <a:pt x="5167279" y="857904"/>
                </a:lnTo>
                <a:cubicBezTo>
                  <a:pt x="5167381" y="858109"/>
                  <a:pt x="5167279" y="858570"/>
                  <a:pt x="5167279" y="858570"/>
                </a:cubicBezTo>
                <a:lnTo>
                  <a:pt x="5163748" y="864711"/>
                </a:lnTo>
                <a:cubicBezTo>
                  <a:pt x="5163594" y="864916"/>
                  <a:pt x="5163134" y="865069"/>
                  <a:pt x="5163134" y="865069"/>
                </a:cubicBezTo>
                <a:close/>
                <a:moveTo>
                  <a:pt x="5361358" y="865069"/>
                </a:moveTo>
                <a:lnTo>
                  <a:pt x="5354295" y="865069"/>
                </a:lnTo>
                <a:cubicBezTo>
                  <a:pt x="5354038" y="865069"/>
                  <a:pt x="5353680" y="864711"/>
                  <a:pt x="5353680" y="864711"/>
                </a:cubicBezTo>
                <a:lnTo>
                  <a:pt x="5350149" y="858570"/>
                </a:lnTo>
                <a:cubicBezTo>
                  <a:pt x="5350047" y="858365"/>
                  <a:pt x="5350149" y="857904"/>
                  <a:pt x="5350149" y="857904"/>
                </a:cubicBezTo>
                <a:lnTo>
                  <a:pt x="5353680" y="851763"/>
                </a:lnTo>
                <a:cubicBezTo>
                  <a:pt x="5353835" y="851557"/>
                  <a:pt x="5354295" y="851404"/>
                  <a:pt x="5354295" y="851404"/>
                </a:cubicBezTo>
                <a:lnTo>
                  <a:pt x="5361358" y="851404"/>
                </a:lnTo>
                <a:cubicBezTo>
                  <a:pt x="5361614" y="851404"/>
                  <a:pt x="5361972" y="851763"/>
                  <a:pt x="5361972" y="851763"/>
                </a:cubicBezTo>
                <a:lnTo>
                  <a:pt x="5365503" y="857904"/>
                </a:lnTo>
                <a:cubicBezTo>
                  <a:pt x="5365606" y="858109"/>
                  <a:pt x="5365503" y="858570"/>
                  <a:pt x="5365503" y="858570"/>
                </a:cubicBezTo>
                <a:lnTo>
                  <a:pt x="5361972" y="864711"/>
                </a:lnTo>
                <a:cubicBezTo>
                  <a:pt x="5361818" y="864916"/>
                  <a:pt x="5361358" y="865069"/>
                  <a:pt x="5361358" y="865069"/>
                </a:cubicBezTo>
                <a:close/>
                <a:moveTo>
                  <a:pt x="5559633" y="865069"/>
                </a:moveTo>
                <a:lnTo>
                  <a:pt x="5552569" y="865069"/>
                </a:lnTo>
                <a:cubicBezTo>
                  <a:pt x="5552314" y="865069"/>
                  <a:pt x="5551956" y="864711"/>
                  <a:pt x="5551956" y="864711"/>
                </a:cubicBezTo>
                <a:lnTo>
                  <a:pt x="5548424" y="858570"/>
                </a:lnTo>
                <a:cubicBezTo>
                  <a:pt x="5548322" y="858365"/>
                  <a:pt x="5548424" y="857904"/>
                  <a:pt x="5548424" y="857904"/>
                </a:cubicBezTo>
                <a:lnTo>
                  <a:pt x="5551956" y="851763"/>
                </a:lnTo>
                <a:cubicBezTo>
                  <a:pt x="5552109" y="851557"/>
                  <a:pt x="5552569" y="851404"/>
                  <a:pt x="5552569" y="851404"/>
                </a:cubicBezTo>
                <a:lnTo>
                  <a:pt x="5559633" y="851404"/>
                </a:lnTo>
                <a:cubicBezTo>
                  <a:pt x="5559889" y="851404"/>
                  <a:pt x="5560246" y="851763"/>
                  <a:pt x="5560246" y="851763"/>
                </a:cubicBezTo>
                <a:lnTo>
                  <a:pt x="5563779" y="857904"/>
                </a:lnTo>
                <a:cubicBezTo>
                  <a:pt x="5563881" y="858109"/>
                  <a:pt x="5563779" y="858570"/>
                  <a:pt x="5563779" y="858570"/>
                </a:cubicBezTo>
                <a:lnTo>
                  <a:pt x="5560246" y="864711"/>
                </a:lnTo>
                <a:cubicBezTo>
                  <a:pt x="5560094" y="864916"/>
                  <a:pt x="5559633" y="865069"/>
                  <a:pt x="5559633" y="865069"/>
                </a:cubicBezTo>
                <a:close/>
                <a:moveTo>
                  <a:pt x="5757857" y="865069"/>
                </a:moveTo>
                <a:lnTo>
                  <a:pt x="5750795" y="865069"/>
                </a:lnTo>
                <a:cubicBezTo>
                  <a:pt x="5750538" y="865069"/>
                  <a:pt x="5750181" y="864711"/>
                  <a:pt x="5750181" y="864711"/>
                </a:cubicBezTo>
                <a:lnTo>
                  <a:pt x="5746649" y="858570"/>
                </a:lnTo>
                <a:cubicBezTo>
                  <a:pt x="5746546" y="858365"/>
                  <a:pt x="5746649" y="857904"/>
                  <a:pt x="5746649" y="857904"/>
                </a:cubicBezTo>
                <a:lnTo>
                  <a:pt x="5750181" y="851763"/>
                </a:lnTo>
                <a:cubicBezTo>
                  <a:pt x="5750333" y="851557"/>
                  <a:pt x="5750795" y="851404"/>
                  <a:pt x="5750795" y="851404"/>
                </a:cubicBezTo>
                <a:lnTo>
                  <a:pt x="5757857" y="851404"/>
                </a:lnTo>
                <a:cubicBezTo>
                  <a:pt x="5758114" y="851404"/>
                  <a:pt x="5758471" y="851763"/>
                  <a:pt x="5758471" y="851763"/>
                </a:cubicBezTo>
                <a:lnTo>
                  <a:pt x="5762003" y="857904"/>
                </a:lnTo>
                <a:cubicBezTo>
                  <a:pt x="5762106" y="858109"/>
                  <a:pt x="5762003" y="858570"/>
                  <a:pt x="5762003" y="858570"/>
                </a:cubicBezTo>
                <a:lnTo>
                  <a:pt x="5758471" y="864711"/>
                </a:lnTo>
                <a:cubicBezTo>
                  <a:pt x="5758318" y="864916"/>
                  <a:pt x="5757857" y="865069"/>
                  <a:pt x="5757857" y="865069"/>
                </a:cubicBezTo>
                <a:close/>
                <a:moveTo>
                  <a:pt x="5956083" y="865069"/>
                </a:moveTo>
                <a:lnTo>
                  <a:pt x="5949019" y="865069"/>
                </a:lnTo>
                <a:cubicBezTo>
                  <a:pt x="5948763" y="865069"/>
                  <a:pt x="5948405" y="864711"/>
                  <a:pt x="5948405" y="864711"/>
                </a:cubicBezTo>
                <a:lnTo>
                  <a:pt x="5944873" y="858570"/>
                </a:lnTo>
                <a:cubicBezTo>
                  <a:pt x="5944771" y="858365"/>
                  <a:pt x="5944873" y="857904"/>
                  <a:pt x="5944873" y="857904"/>
                </a:cubicBezTo>
                <a:lnTo>
                  <a:pt x="5948405" y="851763"/>
                </a:lnTo>
                <a:cubicBezTo>
                  <a:pt x="5948558" y="851557"/>
                  <a:pt x="5949019" y="851404"/>
                  <a:pt x="5949019" y="851404"/>
                </a:cubicBezTo>
                <a:lnTo>
                  <a:pt x="5956083" y="851404"/>
                </a:lnTo>
                <a:cubicBezTo>
                  <a:pt x="5956338" y="851404"/>
                  <a:pt x="5956697" y="851763"/>
                  <a:pt x="5956697" y="851763"/>
                </a:cubicBezTo>
                <a:lnTo>
                  <a:pt x="5960227" y="857904"/>
                </a:lnTo>
                <a:cubicBezTo>
                  <a:pt x="5960330" y="858109"/>
                  <a:pt x="5960227" y="858570"/>
                  <a:pt x="5960227" y="858570"/>
                </a:cubicBezTo>
                <a:lnTo>
                  <a:pt x="5956697" y="864711"/>
                </a:lnTo>
                <a:cubicBezTo>
                  <a:pt x="5956542" y="864916"/>
                  <a:pt x="5956083" y="865069"/>
                  <a:pt x="5956083" y="865069"/>
                </a:cubicBezTo>
                <a:close/>
                <a:moveTo>
                  <a:pt x="6154307" y="865069"/>
                </a:moveTo>
                <a:lnTo>
                  <a:pt x="6147243" y="865069"/>
                </a:lnTo>
                <a:cubicBezTo>
                  <a:pt x="6146988" y="865069"/>
                  <a:pt x="6146629" y="864711"/>
                  <a:pt x="6146629" y="864711"/>
                </a:cubicBezTo>
                <a:lnTo>
                  <a:pt x="6143098" y="858570"/>
                </a:lnTo>
                <a:cubicBezTo>
                  <a:pt x="6142996" y="858365"/>
                  <a:pt x="6143098" y="857904"/>
                  <a:pt x="6143098" y="857904"/>
                </a:cubicBezTo>
                <a:lnTo>
                  <a:pt x="6146629" y="851763"/>
                </a:lnTo>
                <a:cubicBezTo>
                  <a:pt x="6146783" y="851557"/>
                  <a:pt x="6147243" y="851404"/>
                  <a:pt x="6147243" y="851404"/>
                </a:cubicBezTo>
                <a:lnTo>
                  <a:pt x="6154307" y="851404"/>
                </a:lnTo>
                <a:cubicBezTo>
                  <a:pt x="6154562" y="851404"/>
                  <a:pt x="6154921" y="851763"/>
                  <a:pt x="6154921" y="851763"/>
                </a:cubicBezTo>
                <a:lnTo>
                  <a:pt x="6158453" y="857904"/>
                </a:lnTo>
                <a:cubicBezTo>
                  <a:pt x="6158554" y="858109"/>
                  <a:pt x="6158453" y="858570"/>
                  <a:pt x="6158453" y="858570"/>
                </a:cubicBezTo>
                <a:lnTo>
                  <a:pt x="6154921" y="864711"/>
                </a:lnTo>
                <a:cubicBezTo>
                  <a:pt x="6154768" y="864916"/>
                  <a:pt x="6154307" y="865069"/>
                  <a:pt x="6154307" y="865069"/>
                </a:cubicBezTo>
                <a:close/>
                <a:moveTo>
                  <a:pt x="6352582" y="865069"/>
                </a:moveTo>
                <a:lnTo>
                  <a:pt x="6345519" y="865069"/>
                </a:lnTo>
                <a:cubicBezTo>
                  <a:pt x="6345263" y="865069"/>
                  <a:pt x="6344904" y="864711"/>
                  <a:pt x="6344904" y="864711"/>
                </a:cubicBezTo>
                <a:lnTo>
                  <a:pt x="6341373" y="858570"/>
                </a:lnTo>
                <a:cubicBezTo>
                  <a:pt x="6341271" y="858365"/>
                  <a:pt x="6341373" y="857904"/>
                  <a:pt x="6341373" y="857904"/>
                </a:cubicBezTo>
                <a:lnTo>
                  <a:pt x="6344904" y="851763"/>
                </a:lnTo>
                <a:cubicBezTo>
                  <a:pt x="6345058" y="851557"/>
                  <a:pt x="6345519" y="851404"/>
                  <a:pt x="6345519" y="851404"/>
                </a:cubicBezTo>
                <a:lnTo>
                  <a:pt x="6352582" y="851404"/>
                </a:lnTo>
                <a:cubicBezTo>
                  <a:pt x="6352838" y="851404"/>
                  <a:pt x="6353196" y="851763"/>
                  <a:pt x="6353196" y="851763"/>
                </a:cubicBezTo>
                <a:lnTo>
                  <a:pt x="6356728" y="857904"/>
                </a:lnTo>
                <a:cubicBezTo>
                  <a:pt x="6356830" y="858109"/>
                  <a:pt x="6356728" y="858570"/>
                  <a:pt x="6356728" y="858570"/>
                </a:cubicBezTo>
                <a:lnTo>
                  <a:pt x="6353196" y="864711"/>
                </a:lnTo>
                <a:cubicBezTo>
                  <a:pt x="6353043" y="864916"/>
                  <a:pt x="6352582" y="865069"/>
                  <a:pt x="6352582" y="865069"/>
                </a:cubicBezTo>
                <a:close/>
                <a:moveTo>
                  <a:pt x="6550807" y="865069"/>
                </a:moveTo>
                <a:lnTo>
                  <a:pt x="6543744" y="865069"/>
                </a:lnTo>
                <a:cubicBezTo>
                  <a:pt x="6543488" y="865069"/>
                  <a:pt x="6543129" y="864711"/>
                  <a:pt x="6543129" y="864711"/>
                </a:cubicBezTo>
                <a:lnTo>
                  <a:pt x="6539598" y="858570"/>
                </a:lnTo>
                <a:cubicBezTo>
                  <a:pt x="6539495" y="858365"/>
                  <a:pt x="6539598" y="857904"/>
                  <a:pt x="6539598" y="857904"/>
                </a:cubicBezTo>
                <a:lnTo>
                  <a:pt x="6543129" y="851763"/>
                </a:lnTo>
                <a:cubicBezTo>
                  <a:pt x="6543282" y="851557"/>
                  <a:pt x="6543744" y="851404"/>
                  <a:pt x="6543744" y="851404"/>
                </a:cubicBezTo>
                <a:lnTo>
                  <a:pt x="6550807" y="851404"/>
                </a:lnTo>
                <a:cubicBezTo>
                  <a:pt x="6551063" y="851404"/>
                  <a:pt x="6551420" y="851763"/>
                  <a:pt x="6551420" y="851763"/>
                </a:cubicBezTo>
                <a:lnTo>
                  <a:pt x="6554953" y="857904"/>
                </a:lnTo>
                <a:cubicBezTo>
                  <a:pt x="6555055" y="858109"/>
                  <a:pt x="6554953" y="858570"/>
                  <a:pt x="6554953" y="858570"/>
                </a:cubicBezTo>
                <a:lnTo>
                  <a:pt x="6551420" y="864711"/>
                </a:lnTo>
                <a:cubicBezTo>
                  <a:pt x="6551267" y="864916"/>
                  <a:pt x="6550807" y="865069"/>
                  <a:pt x="6550807" y="865069"/>
                </a:cubicBezTo>
                <a:close/>
                <a:moveTo>
                  <a:pt x="6749031" y="865069"/>
                </a:moveTo>
                <a:lnTo>
                  <a:pt x="6741967" y="865069"/>
                </a:lnTo>
                <a:cubicBezTo>
                  <a:pt x="6741711" y="865069"/>
                  <a:pt x="6741354" y="864711"/>
                  <a:pt x="6741354" y="864711"/>
                </a:cubicBezTo>
                <a:lnTo>
                  <a:pt x="6737823" y="858570"/>
                </a:lnTo>
                <a:cubicBezTo>
                  <a:pt x="6737720" y="858365"/>
                  <a:pt x="6737823" y="857904"/>
                  <a:pt x="6737823" y="857904"/>
                </a:cubicBezTo>
                <a:lnTo>
                  <a:pt x="6741354" y="851763"/>
                </a:lnTo>
                <a:cubicBezTo>
                  <a:pt x="6741508" y="851557"/>
                  <a:pt x="6741967" y="851404"/>
                  <a:pt x="6741967" y="851404"/>
                </a:cubicBezTo>
                <a:lnTo>
                  <a:pt x="6749031" y="851404"/>
                </a:lnTo>
                <a:cubicBezTo>
                  <a:pt x="6749287" y="851404"/>
                  <a:pt x="6749646" y="851763"/>
                  <a:pt x="6749646" y="851763"/>
                </a:cubicBezTo>
                <a:lnTo>
                  <a:pt x="6753177" y="857904"/>
                </a:lnTo>
                <a:cubicBezTo>
                  <a:pt x="6753279" y="858109"/>
                  <a:pt x="6753177" y="858570"/>
                  <a:pt x="6753177" y="858570"/>
                </a:cubicBezTo>
                <a:lnTo>
                  <a:pt x="6749646" y="864711"/>
                </a:lnTo>
                <a:cubicBezTo>
                  <a:pt x="6749491" y="864916"/>
                  <a:pt x="6749031" y="865069"/>
                  <a:pt x="6749031" y="865069"/>
                </a:cubicBezTo>
                <a:close/>
                <a:moveTo>
                  <a:pt x="6947256" y="865069"/>
                </a:moveTo>
                <a:lnTo>
                  <a:pt x="6940193" y="865069"/>
                </a:lnTo>
                <a:cubicBezTo>
                  <a:pt x="6939937" y="865069"/>
                  <a:pt x="6939578" y="864711"/>
                  <a:pt x="6939578" y="864711"/>
                </a:cubicBezTo>
                <a:lnTo>
                  <a:pt x="6936048" y="858570"/>
                </a:lnTo>
                <a:cubicBezTo>
                  <a:pt x="6935945" y="858365"/>
                  <a:pt x="6936048" y="857904"/>
                  <a:pt x="6936048" y="857904"/>
                </a:cubicBezTo>
                <a:lnTo>
                  <a:pt x="6939578" y="851763"/>
                </a:lnTo>
                <a:cubicBezTo>
                  <a:pt x="6939733" y="851557"/>
                  <a:pt x="6940193" y="851404"/>
                  <a:pt x="6940193" y="851404"/>
                </a:cubicBezTo>
                <a:lnTo>
                  <a:pt x="6947256" y="851404"/>
                </a:lnTo>
                <a:cubicBezTo>
                  <a:pt x="6947512" y="851404"/>
                  <a:pt x="6947870" y="851763"/>
                  <a:pt x="6947870" y="851763"/>
                </a:cubicBezTo>
                <a:lnTo>
                  <a:pt x="6951402" y="857904"/>
                </a:lnTo>
                <a:cubicBezTo>
                  <a:pt x="6951504" y="858109"/>
                  <a:pt x="6951402" y="858570"/>
                  <a:pt x="6951402" y="858570"/>
                </a:cubicBezTo>
                <a:lnTo>
                  <a:pt x="6947870" y="864711"/>
                </a:lnTo>
                <a:cubicBezTo>
                  <a:pt x="6947717" y="864916"/>
                  <a:pt x="6947256" y="865069"/>
                  <a:pt x="6947256" y="865069"/>
                </a:cubicBezTo>
                <a:close/>
                <a:moveTo>
                  <a:pt x="7145426" y="865069"/>
                </a:moveTo>
                <a:lnTo>
                  <a:pt x="7138362" y="865069"/>
                </a:lnTo>
                <a:cubicBezTo>
                  <a:pt x="7138106" y="865069"/>
                  <a:pt x="7137748" y="864711"/>
                  <a:pt x="7137748" y="864711"/>
                </a:cubicBezTo>
                <a:lnTo>
                  <a:pt x="7134216" y="858570"/>
                </a:lnTo>
                <a:cubicBezTo>
                  <a:pt x="7134114" y="858365"/>
                  <a:pt x="7134216" y="857904"/>
                  <a:pt x="7134216" y="857904"/>
                </a:cubicBezTo>
                <a:lnTo>
                  <a:pt x="7137748" y="851763"/>
                </a:lnTo>
                <a:cubicBezTo>
                  <a:pt x="7137902" y="851557"/>
                  <a:pt x="7138362" y="851404"/>
                  <a:pt x="7138362" y="851404"/>
                </a:cubicBezTo>
                <a:lnTo>
                  <a:pt x="7145426" y="851404"/>
                </a:lnTo>
                <a:cubicBezTo>
                  <a:pt x="7145681" y="851404"/>
                  <a:pt x="7146039" y="851763"/>
                  <a:pt x="7146039" y="851763"/>
                </a:cubicBezTo>
                <a:lnTo>
                  <a:pt x="7149572" y="857904"/>
                </a:lnTo>
                <a:cubicBezTo>
                  <a:pt x="7149674" y="858109"/>
                  <a:pt x="7149572" y="858570"/>
                  <a:pt x="7149572" y="858570"/>
                </a:cubicBezTo>
                <a:lnTo>
                  <a:pt x="7146039" y="864711"/>
                </a:lnTo>
                <a:cubicBezTo>
                  <a:pt x="7145886" y="864916"/>
                  <a:pt x="7145426" y="865069"/>
                  <a:pt x="7145426" y="865069"/>
                </a:cubicBezTo>
                <a:close/>
                <a:moveTo>
                  <a:pt x="7343529" y="865069"/>
                </a:moveTo>
                <a:lnTo>
                  <a:pt x="7336463" y="865069"/>
                </a:lnTo>
                <a:cubicBezTo>
                  <a:pt x="7336209" y="865069"/>
                  <a:pt x="7335851" y="864711"/>
                  <a:pt x="7335851" y="864711"/>
                </a:cubicBezTo>
                <a:lnTo>
                  <a:pt x="7332319" y="858570"/>
                </a:lnTo>
                <a:cubicBezTo>
                  <a:pt x="7332217" y="858365"/>
                  <a:pt x="7332319" y="857904"/>
                  <a:pt x="7332319" y="857904"/>
                </a:cubicBezTo>
                <a:lnTo>
                  <a:pt x="7335851" y="851763"/>
                </a:lnTo>
                <a:cubicBezTo>
                  <a:pt x="7336004" y="851557"/>
                  <a:pt x="7336463" y="851404"/>
                  <a:pt x="7336463" y="851404"/>
                </a:cubicBezTo>
                <a:lnTo>
                  <a:pt x="7343529" y="851404"/>
                </a:lnTo>
                <a:cubicBezTo>
                  <a:pt x="7343784" y="851404"/>
                  <a:pt x="7344143" y="851763"/>
                  <a:pt x="7344143" y="851763"/>
                </a:cubicBezTo>
                <a:lnTo>
                  <a:pt x="7347676" y="857904"/>
                </a:lnTo>
                <a:cubicBezTo>
                  <a:pt x="7347778" y="858109"/>
                  <a:pt x="7347676" y="858570"/>
                  <a:pt x="7347676" y="858570"/>
                </a:cubicBezTo>
                <a:lnTo>
                  <a:pt x="7344143" y="864711"/>
                </a:lnTo>
                <a:cubicBezTo>
                  <a:pt x="7343989" y="864916"/>
                  <a:pt x="7343529" y="865069"/>
                  <a:pt x="7343529" y="865069"/>
                </a:cubicBezTo>
                <a:close/>
                <a:moveTo>
                  <a:pt x="7541958" y="865069"/>
                </a:moveTo>
                <a:lnTo>
                  <a:pt x="7534895" y="865069"/>
                </a:lnTo>
                <a:cubicBezTo>
                  <a:pt x="7534639" y="865069"/>
                  <a:pt x="7534281" y="864711"/>
                  <a:pt x="7534281" y="864711"/>
                </a:cubicBezTo>
                <a:lnTo>
                  <a:pt x="7530750" y="858570"/>
                </a:lnTo>
                <a:cubicBezTo>
                  <a:pt x="7530647" y="858365"/>
                  <a:pt x="7530750" y="857904"/>
                  <a:pt x="7530750" y="857904"/>
                </a:cubicBezTo>
                <a:lnTo>
                  <a:pt x="7534281" y="851763"/>
                </a:lnTo>
                <a:cubicBezTo>
                  <a:pt x="7534434" y="851557"/>
                  <a:pt x="7534895" y="851404"/>
                  <a:pt x="7534895" y="851404"/>
                </a:cubicBezTo>
                <a:lnTo>
                  <a:pt x="7541958" y="851404"/>
                </a:lnTo>
                <a:cubicBezTo>
                  <a:pt x="7542214" y="851404"/>
                  <a:pt x="7542572" y="851763"/>
                  <a:pt x="7542572" y="851763"/>
                </a:cubicBezTo>
                <a:lnTo>
                  <a:pt x="7546104" y="857904"/>
                </a:lnTo>
                <a:cubicBezTo>
                  <a:pt x="7546206" y="858109"/>
                  <a:pt x="7546104" y="858570"/>
                  <a:pt x="7546104" y="858570"/>
                </a:cubicBezTo>
                <a:lnTo>
                  <a:pt x="7542572" y="864711"/>
                </a:lnTo>
                <a:cubicBezTo>
                  <a:pt x="7542419" y="864916"/>
                  <a:pt x="7541958" y="865069"/>
                  <a:pt x="7541958" y="865069"/>
                </a:cubicBezTo>
                <a:close/>
                <a:moveTo>
                  <a:pt x="7740046" y="865069"/>
                </a:moveTo>
                <a:lnTo>
                  <a:pt x="7732984" y="865069"/>
                </a:lnTo>
                <a:cubicBezTo>
                  <a:pt x="7732729" y="865069"/>
                  <a:pt x="7732369" y="864711"/>
                  <a:pt x="7732369" y="864711"/>
                </a:cubicBezTo>
                <a:lnTo>
                  <a:pt x="7728838" y="858570"/>
                </a:lnTo>
                <a:cubicBezTo>
                  <a:pt x="7728736" y="858365"/>
                  <a:pt x="7728838" y="857904"/>
                  <a:pt x="7728838" y="857904"/>
                </a:cubicBezTo>
                <a:lnTo>
                  <a:pt x="7732369" y="851763"/>
                </a:lnTo>
                <a:cubicBezTo>
                  <a:pt x="7732523" y="851557"/>
                  <a:pt x="7732984" y="851404"/>
                  <a:pt x="7732984" y="851404"/>
                </a:cubicBezTo>
                <a:lnTo>
                  <a:pt x="7740046" y="851404"/>
                </a:lnTo>
                <a:cubicBezTo>
                  <a:pt x="7740302" y="851404"/>
                  <a:pt x="7740660" y="851763"/>
                  <a:pt x="7740660" y="851763"/>
                </a:cubicBezTo>
                <a:lnTo>
                  <a:pt x="7744193" y="857904"/>
                </a:lnTo>
                <a:cubicBezTo>
                  <a:pt x="7744296" y="858109"/>
                  <a:pt x="7744193" y="858570"/>
                  <a:pt x="7744193" y="858570"/>
                </a:cubicBezTo>
                <a:lnTo>
                  <a:pt x="7740660" y="864711"/>
                </a:lnTo>
                <a:cubicBezTo>
                  <a:pt x="7740508" y="864916"/>
                  <a:pt x="7740046" y="865069"/>
                  <a:pt x="7740046" y="865069"/>
                </a:cubicBezTo>
                <a:close/>
                <a:moveTo>
                  <a:pt x="7938351" y="865069"/>
                </a:moveTo>
                <a:lnTo>
                  <a:pt x="7931287" y="865069"/>
                </a:lnTo>
                <a:cubicBezTo>
                  <a:pt x="7931031" y="865069"/>
                  <a:pt x="7930673" y="864711"/>
                  <a:pt x="7930673" y="864711"/>
                </a:cubicBezTo>
                <a:lnTo>
                  <a:pt x="7927140" y="858570"/>
                </a:lnTo>
                <a:cubicBezTo>
                  <a:pt x="7927039" y="858365"/>
                  <a:pt x="7927140" y="857904"/>
                  <a:pt x="7927140" y="857904"/>
                </a:cubicBezTo>
                <a:lnTo>
                  <a:pt x="7930673" y="851763"/>
                </a:lnTo>
                <a:cubicBezTo>
                  <a:pt x="7930827" y="851557"/>
                  <a:pt x="7931287" y="851404"/>
                  <a:pt x="7931287" y="851404"/>
                </a:cubicBezTo>
                <a:lnTo>
                  <a:pt x="7938351" y="851404"/>
                </a:lnTo>
                <a:cubicBezTo>
                  <a:pt x="7938607" y="851404"/>
                  <a:pt x="7938966" y="851763"/>
                  <a:pt x="7938966" y="851763"/>
                </a:cubicBezTo>
                <a:lnTo>
                  <a:pt x="7942496" y="857904"/>
                </a:lnTo>
                <a:cubicBezTo>
                  <a:pt x="7942598" y="858109"/>
                  <a:pt x="7942496" y="858570"/>
                  <a:pt x="7942496" y="858570"/>
                </a:cubicBezTo>
                <a:lnTo>
                  <a:pt x="7938966" y="864711"/>
                </a:lnTo>
                <a:cubicBezTo>
                  <a:pt x="7938809" y="864916"/>
                  <a:pt x="7938351" y="865069"/>
                  <a:pt x="7938351" y="865069"/>
                </a:cubicBezTo>
                <a:close/>
                <a:moveTo>
                  <a:pt x="8136638" y="865069"/>
                </a:moveTo>
                <a:lnTo>
                  <a:pt x="8129574" y="865069"/>
                </a:lnTo>
                <a:cubicBezTo>
                  <a:pt x="8129318" y="865069"/>
                  <a:pt x="8128960" y="864711"/>
                  <a:pt x="8128960" y="864711"/>
                </a:cubicBezTo>
                <a:lnTo>
                  <a:pt x="8125429" y="858570"/>
                </a:lnTo>
                <a:cubicBezTo>
                  <a:pt x="8125327" y="858365"/>
                  <a:pt x="8125429" y="857904"/>
                  <a:pt x="8125429" y="857904"/>
                </a:cubicBezTo>
                <a:lnTo>
                  <a:pt x="8128960" y="851763"/>
                </a:lnTo>
                <a:cubicBezTo>
                  <a:pt x="8129113" y="851557"/>
                  <a:pt x="8129574" y="851404"/>
                  <a:pt x="8129574" y="851404"/>
                </a:cubicBezTo>
                <a:lnTo>
                  <a:pt x="8136638" y="851404"/>
                </a:lnTo>
                <a:cubicBezTo>
                  <a:pt x="8136893" y="851404"/>
                  <a:pt x="8137252" y="851763"/>
                  <a:pt x="8137252" y="851763"/>
                </a:cubicBezTo>
                <a:lnTo>
                  <a:pt x="8140783" y="857904"/>
                </a:lnTo>
                <a:cubicBezTo>
                  <a:pt x="8140886" y="858109"/>
                  <a:pt x="8140783" y="858570"/>
                  <a:pt x="8140783" y="858570"/>
                </a:cubicBezTo>
                <a:lnTo>
                  <a:pt x="8137252" y="864711"/>
                </a:lnTo>
                <a:cubicBezTo>
                  <a:pt x="8137098" y="864916"/>
                  <a:pt x="8136638" y="865069"/>
                  <a:pt x="8136638" y="865069"/>
                </a:cubicBezTo>
                <a:close/>
                <a:moveTo>
                  <a:pt x="8334863" y="865069"/>
                </a:moveTo>
                <a:lnTo>
                  <a:pt x="8327799" y="865069"/>
                </a:lnTo>
                <a:cubicBezTo>
                  <a:pt x="8327543" y="865069"/>
                  <a:pt x="8327185" y="864711"/>
                  <a:pt x="8327185" y="864711"/>
                </a:cubicBezTo>
                <a:lnTo>
                  <a:pt x="8323653" y="858570"/>
                </a:lnTo>
                <a:cubicBezTo>
                  <a:pt x="8323550" y="858365"/>
                  <a:pt x="8323653" y="857904"/>
                  <a:pt x="8323653" y="857904"/>
                </a:cubicBezTo>
                <a:lnTo>
                  <a:pt x="8327185" y="851763"/>
                </a:lnTo>
                <a:cubicBezTo>
                  <a:pt x="8327339" y="851557"/>
                  <a:pt x="8327799" y="851404"/>
                  <a:pt x="8327799" y="851404"/>
                </a:cubicBezTo>
                <a:lnTo>
                  <a:pt x="8334863" y="851404"/>
                </a:lnTo>
                <a:cubicBezTo>
                  <a:pt x="8335118" y="851404"/>
                  <a:pt x="8335477" y="851763"/>
                  <a:pt x="8335477" y="851763"/>
                </a:cubicBezTo>
                <a:lnTo>
                  <a:pt x="8339009" y="857904"/>
                </a:lnTo>
                <a:cubicBezTo>
                  <a:pt x="8339111" y="858109"/>
                  <a:pt x="8339009" y="858570"/>
                  <a:pt x="8339009" y="858570"/>
                </a:cubicBezTo>
                <a:lnTo>
                  <a:pt x="8335477" y="864711"/>
                </a:lnTo>
                <a:cubicBezTo>
                  <a:pt x="8335324" y="864916"/>
                  <a:pt x="8334863" y="865069"/>
                  <a:pt x="8334863" y="865069"/>
                </a:cubicBezTo>
                <a:close/>
                <a:moveTo>
                  <a:pt x="8533106" y="865069"/>
                </a:moveTo>
                <a:lnTo>
                  <a:pt x="8526042" y="865069"/>
                </a:lnTo>
                <a:cubicBezTo>
                  <a:pt x="8525785" y="865069"/>
                  <a:pt x="8525426" y="864711"/>
                  <a:pt x="8525426" y="864711"/>
                </a:cubicBezTo>
                <a:lnTo>
                  <a:pt x="8521896" y="858570"/>
                </a:lnTo>
                <a:cubicBezTo>
                  <a:pt x="8521794" y="858365"/>
                  <a:pt x="8521896" y="857904"/>
                  <a:pt x="8521896" y="857904"/>
                </a:cubicBezTo>
                <a:lnTo>
                  <a:pt x="8525426" y="851763"/>
                </a:lnTo>
                <a:cubicBezTo>
                  <a:pt x="8525580" y="851557"/>
                  <a:pt x="8526042" y="851404"/>
                  <a:pt x="8526042" y="851404"/>
                </a:cubicBezTo>
                <a:lnTo>
                  <a:pt x="8533106" y="851404"/>
                </a:lnTo>
                <a:cubicBezTo>
                  <a:pt x="8533360" y="851404"/>
                  <a:pt x="8533719" y="851763"/>
                  <a:pt x="8533719" y="851763"/>
                </a:cubicBezTo>
                <a:lnTo>
                  <a:pt x="8537251" y="857904"/>
                </a:lnTo>
                <a:cubicBezTo>
                  <a:pt x="8537353" y="858109"/>
                  <a:pt x="8537251" y="858570"/>
                  <a:pt x="8537251" y="858570"/>
                </a:cubicBezTo>
                <a:lnTo>
                  <a:pt x="8533719" y="864711"/>
                </a:lnTo>
                <a:cubicBezTo>
                  <a:pt x="8533566" y="864916"/>
                  <a:pt x="8533106" y="865069"/>
                  <a:pt x="8533106" y="865069"/>
                </a:cubicBezTo>
                <a:close/>
                <a:moveTo>
                  <a:pt x="8731356" y="865069"/>
                </a:moveTo>
                <a:lnTo>
                  <a:pt x="8724293" y="865069"/>
                </a:lnTo>
                <a:cubicBezTo>
                  <a:pt x="8724037" y="865069"/>
                  <a:pt x="8723679" y="864711"/>
                  <a:pt x="8723679" y="864711"/>
                </a:cubicBezTo>
                <a:lnTo>
                  <a:pt x="8720147" y="858570"/>
                </a:lnTo>
                <a:cubicBezTo>
                  <a:pt x="8720045" y="858365"/>
                  <a:pt x="8720147" y="857904"/>
                  <a:pt x="8720147" y="857904"/>
                </a:cubicBezTo>
                <a:lnTo>
                  <a:pt x="8723679" y="851763"/>
                </a:lnTo>
                <a:cubicBezTo>
                  <a:pt x="8723832" y="851557"/>
                  <a:pt x="8724293" y="851404"/>
                  <a:pt x="8724293" y="851404"/>
                </a:cubicBezTo>
                <a:lnTo>
                  <a:pt x="8731356" y="851404"/>
                </a:lnTo>
                <a:cubicBezTo>
                  <a:pt x="8731612" y="851404"/>
                  <a:pt x="8731970" y="851763"/>
                  <a:pt x="8731970" y="851763"/>
                </a:cubicBezTo>
                <a:lnTo>
                  <a:pt x="8735502" y="857904"/>
                </a:lnTo>
                <a:cubicBezTo>
                  <a:pt x="8735604" y="858109"/>
                  <a:pt x="8735502" y="858570"/>
                  <a:pt x="8735502" y="858570"/>
                </a:cubicBezTo>
                <a:lnTo>
                  <a:pt x="8731970" y="864711"/>
                </a:lnTo>
                <a:cubicBezTo>
                  <a:pt x="8731816" y="864916"/>
                  <a:pt x="8731356" y="865069"/>
                  <a:pt x="8731356" y="865069"/>
                </a:cubicBezTo>
                <a:close/>
                <a:moveTo>
                  <a:pt x="8929613" y="865069"/>
                </a:moveTo>
                <a:lnTo>
                  <a:pt x="8922549" y="865069"/>
                </a:lnTo>
                <a:cubicBezTo>
                  <a:pt x="8922294" y="865069"/>
                  <a:pt x="8921935" y="864711"/>
                  <a:pt x="8921935" y="864711"/>
                </a:cubicBezTo>
                <a:lnTo>
                  <a:pt x="8918403" y="858570"/>
                </a:lnTo>
                <a:cubicBezTo>
                  <a:pt x="8918301" y="858365"/>
                  <a:pt x="8918403" y="857904"/>
                  <a:pt x="8918403" y="857904"/>
                </a:cubicBezTo>
                <a:lnTo>
                  <a:pt x="8921935" y="851763"/>
                </a:lnTo>
                <a:cubicBezTo>
                  <a:pt x="8922088" y="851557"/>
                  <a:pt x="8922549" y="851404"/>
                  <a:pt x="8922549" y="851404"/>
                </a:cubicBezTo>
                <a:lnTo>
                  <a:pt x="8929613" y="851404"/>
                </a:lnTo>
                <a:cubicBezTo>
                  <a:pt x="8929868" y="851404"/>
                  <a:pt x="8930227" y="851763"/>
                  <a:pt x="8930227" y="851763"/>
                </a:cubicBezTo>
                <a:lnTo>
                  <a:pt x="8933758" y="857904"/>
                </a:lnTo>
                <a:cubicBezTo>
                  <a:pt x="8933860" y="858109"/>
                  <a:pt x="8933758" y="858570"/>
                  <a:pt x="8933758" y="858570"/>
                </a:cubicBezTo>
                <a:lnTo>
                  <a:pt x="8930227" y="864711"/>
                </a:lnTo>
                <a:cubicBezTo>
                  <a:pt x="8930074" y="864916"/>
                  <a:pt x="8929613" y="865069"/>
                  <a:pt x="8929613" y="865069"/>
                </a:cubicBezTo>
                <a:close/>
                <a:moveTo>
                  <a:pt x="9127746" y="865069"/>
                </a:moveTo>
                <a:lnTo>
                  <a:pt x="9120682" y="865069"/>
                </a:lnTo>
                <a:cubicBezTo>
                  <a:pt x="9120427" y="865069"/>
                  <a:pt x="9120069" y="864711"/>
                  <a:pt x="9120069" y="864711"/>
                </a:cubicBezTo>
                <a:lnTo>
                  <a:pt x="9116536" y="858570"/>
                </a:lnTo>
                <a:cubicBezTo>
                  <a:pt x="9116435" y="858365"/>
                  <a:pt x="9116536" y="857904"/>
                  <a:pt x="9116536" y="857904"/>
                </a:cubicBezTo>
                <a:lnTo>
                  <a:pt x="9120069" y="851763"/>
                </a:lnTo>
                <a:cubicBezTo>
                  <a:pt x="9120223" y="851557"/>
                  <a:pt x="9120682" y="851404"/>
                  <a:pt x="9120682" y="851404"/>
                </a:cubicBezTo>
                <a:lnTo>
                  <a:pt x="9127746" y="851404"/>
                </a:lnTo>
                <a:cubicBezTo>
                  <a:pt x="9128002" y="851404"/>
                  <a:pt x="9128360" y="851763"/>
                  <a:pt x="9128360" y="851763"/>
                </a:cubicBezTo>
                <a:lnTo>
                  <a:pt x="9131893" y="857904"/>
                </a:lnTo>
                <a:cubicBezTo>
                  <a:pt x="9131995" y="858109"/>
                  <a:pt x="9131893" y="858570"/>
                  <a:pt x="9131893" y="858570"/>
                </a:cubicBezTo>
                <a:lnTo>
                  <a:pt x="9128360" y="864711"/>
                </a:lnTo>
                <a:cubicBezTo>
                  <a:pt x="9128207" y="864916"/>
                  <a:pt x="9127746" y="865069"/>
                  <a:pt x="9127746" y="865069"/>
                </a:cubicBezTo>
                <a:close/>
                <a:moveTo>
                  <a:pt x="9326050" y="865069"/>
                </a:moveTo>
                <a:lnTo>
                  <a:pt x="9318987" y="865069"/>
                </a:lnTo>
                <a:cubicBezTo>
                  <a:pt x="9318730" y="865069"/>
                  <a:pt x="9318372" y="864711"/>
                  <a:pt x="9318372" y="864711"/>
                </a:cubicBezTo>
                <a:lnTo>
                  <a:pt x="9314840" y="858570"/>
                </a:lnTo>
                <a:cubicBezTo>
                  <a:pt x="9314738" y="858365"/>
                  <a:pt x="9314840" y="857904"/>
                  <a:pt x="9314840" y="857904"/>
                </a:cubicBezTo>
                <a:lnTo>
                  <a:pt x="9318372" y="851763"/>
                </a:lnTo>
                <a:cubicBezTo>
                  <a:pt x="9318526" y="851557"/>
                  <a:pt x="9318987" y="851404"/>
                  <a:pt x="9318987" y="851404"/>
                </a:cubicBezTo>
                <a:lnTo>
                  <a:pt x="9326050" y="851404"/>
                </a:lnTo>
                <a:cubicBezTo>
                  <a:pt x="9326307" y="851404"/>
                  <a:pt x="9326664" y="851763"/>
                  <a:pt x="9326664" y="851763"/>
                </a:cubicBezTo>
                <a:lnTo>
                  <a:pt x="9330196" y="857904"/>
                </a:lnTo>
                <a:cubicBezTo>
                  <a:pt x="9330297" y="858109"/>
                  <a:pt x="9330196" y="858570"/>
                  <a:pt x="9330196" y="858570"/>
                </a:cubicBezTo>
                <a:lnTo>
                  <a:pt x="9326664" y="864711"/>
                </a:lnTo>
                <a:cubicBezTo>
                  <a:pt x="9326510" y="864916"/>
                  <a:pt x="9326050" y="865069"/>
                  <a:pt x="9326050" y="865069"/>
                </a:cubicBezTo>
                <a:close/>
                <a:moveTo>
                  <a:pt x="9524204" y="865069"/>
                </a:moveTo>
                <a:lnTo>
                  <a:pt x="9517140" y="865069"/>
                </a:lnTo>
                <a:cubicBezTo>
                  <a:pt x="9516885" y="865069"/>
                  <a:pt x="9516526" y="864711"/>
                  <a:pt x="9516526" y="864711"/>
                </a:cubicBezTo>
                <a:lnTo>
                  <a:pt x="9512996" y="858570"/>
                </a:lnTo>
                <a:cubicBezTo>
                  <a:pt x="9512894" y="858365"/>
                  <a:pt x="9512996" y="857904"/>
                  <a:pt x="9512996" y="857904"/>
                </a:cubicBezTo>
                <a:lnTo>
                  <a:pt x="9516526" y="851763"/>
                </a:lnTo>
                <a:cubicBezTo>
                  <a:pt x="9516681" y="851557"/>
                  <a:pt x="9517140" y="851404"/>
                  <a:pt x="9517140" y="851404"/>
                </a:cubicBezTo>
                <a:lnTo>
                  <a:pt x="9524204" y="851404"/>
                </a:lnTo>
                <a:cubicBezTo>
                  <a:pt x="9524461" y="851404"/>
                  <a:pt x="9524818" y="851763"/>
                  <a:pt x="9524818" y="851763"/>
                </a:cubicBezTo>
                <a:lnTo>
                  <a:pt x="9528352" y="857904"/>
                </a:lnTo>
                <a:cubicBezTo>
                  <a:pt x="9528454" y="858109"/>
                  <a:pt x="9528352" y="858570"/>
                  <a:pt x="9528352" y="858570"/>
                </a:cubicBezTo>
                <a:lnTo>
                  <a:pt x="9524818" y="864711"/>
                </a:lnTo>
                <a:cubicBezTo>
                  <a:pt x="9524664" y="864916"/>
                  <a:pt x="9524204" y="865069"/>
                  <a:pt x="9524204" y="865069"/>
                </a:cubicBezTo>
                <a:close/>
                <a:moveTo>
                  <a:pt x="9722568" y="865069"/>
                </a:moveTo>
                <a:lnTo>
                  <a:pt x="9715506" y="865069"/>
                </a:lnTo>
                <a:cubicBezTo>
                  <a:pt x="9715249" y="865069"/>
                  <a:pt x="9714891" y="864711"/>
                  <a:pt x="9714891" y="864711"/>
                </a:cubicBezTo>
                <a:lnTo>
                  <a:pt x="9711360" y="858570"/>
                </a:lnTo>
                <a:cubicBezTo>
                  <a:pt x="9711257" y="858365"/>
                  <a:pt x="9711360" y="857904"/>
                  <a:pt x="9711360" y="857904"/>
                </a:cubicBezTo>
                <a:lnTo>
                  <a:pt x="9714891" y="851763"/>
                </a:lnTo>
                <a:cubicBezTo>
                  <a:pt x="9715044" y="851557"/>
                  <a:pt x="9715506" y="851404"/>
                  <a:pt x="9715506" y="851404"/>
                </a:cubicBezTo>
                <a:lnTo>
                  <a:pt x="9722568" y="851404"/>
                </a:lnTo>
                <a:cubicBezTo>
                  <a:pt x="9722823" y="851404"/>
                  <a:pt x="9723182" y="851763"/>
                  <a:pt x="9723182" y="851763"/>
                </a:cubicBezTo>
                <a:lnTo>
                  <a:pt x="9726714" y="857904"/>
                </a:lnTo>
                <a:cubicBezTo>
                  <a:pt x="9726816" y="858109"/>
                  <a:pt x="9726714" y="858570"/>
                  <a:pt x="9726714" y="858570"/>
                </a:cubicBezTo>
                <a:lnTo>
                  <a:pt x="9723182" y="864711"/>
                </a:lnTo>
                <a:cubicBezTo>
                  <a:pt x="9723028" y="864916"/>
                  <a:pt x="9722568" y="865069"/>
                  <a:pt x="9722568" y="865069"/>
                </a:cubicBezTo>
                <a:close/>
                <a:moveTo>
                  <a:pt x="9920730" y="865069"/>
                </a:moveTo>
                <a:lnTo>
                  <a:pt x="9913667" y="865069"/>
                </a:lnTo>
                <a:cubicBezTo>
                  <a:pt x="9913412" y="865069"/>
                  <a:pt x="9913053" y="864711"/>
                  <a:pt x="9913053" y="864711"/>
                </a:cubicBezTo>
                <a:lnTo>
                  <a:pt x="9909522" y="858570"/>
                </a:lnTo>
                <a:cubicBezTo>
                  <a:pt x="9909420" y="858365"/>
                  <a:pt x="9909522" y="857904"/>
                  <a:pt x="9909522" y="857904"/>
                </a:cubicBezTo>
                <a:lnTo>
                  <a:pt x="9913053" y="851763"/>
                </a:lnTo>
                <a:cubicBezTo>
                  <a:pt x="9913207" y="851557"/>
                  <a:pt x="9913667" y="851404"/>
                  <a:pt x="9913667" y="851404"/>
                </a:cubicBezTo>
                <a:lnTo>
                  <a:pt x="9920730" y="851404"/>
                </a:lnTo>
                <a:cubicBezTo>
                  <a:pt x="9920987" y="851404"/>
                  <a:pt x="9921344" y="851763"/>
                  <a:pt x="9921344" y="851763"/>
                </a:cubicBezTo>
                <a:lnTo>
                  <a:pt x="9924877" y="857904"/>
                </a:lnTo>
                <a:cubicBezTo>
                  <a:pt x="9924979" y="858109"/>
                  <a:pt x="9924877" y="858570"/>
                  <a:pt x="9924877" y="858570"/>
                </a:cubicBezTo>
                <a:lnTo>
                  <a:pt x="9921344" y="864711"/>
                </a:lnTo>
                <a:cubicBezTo>
                  <a:pt x="9921191" y="864916"/>
                  <a:pt x="9920730" y="865069"/>
                  <a:pt x="9920730" y="865069"/>
                </a:cubicBezTo>
                <a:close/>
                <a:moveTo>
                  <a:pt x="10118960" y="865069"/>
                </a:moveTo>
                <a:lnTo>
                  <a:pt x="10111897" y="865069"/>
                </a:lnTo>
                <a:cubicBezTo>
                  <a:pt x="10111641" y="865069"/>
                  <a:pt x="10111283" y="864711"/>
                  <a:pt x="10111283" y="864711"/>
                </a:cubicBezTo>
                <a:lnTo>
                  <a:pt x="10107752" y="858570"/>
                </a:lnTo>
                <a:cubicBezTo>
                  <a:pt x="10107649" y="858365"/>
                  <a:pt x="10107752" y="857904"/>
                  <a:pt x="10107752" y="857904"/>
                </a:cubicBezTo>
                <a:lnTo>
                  <a:pt x="10111283" y="851763"/>
                </a:lnTo>
                <a:cubicBezTo>
                  <a:pt x="10111436" y="851557"/>
                  <a:pt x="10111897" y="851404"/>
                  <a:pt x="10111897" y="851404"/>
                </a:cubicBezTo>
                <a:lnTo>
                  <a:pt x="10118960" y="851404"/>
                </a:lnTo>
                <a:cubicBezTo>
                  <a:pt x="10119217" y="851404"/>
                  <a:pt x="10119575" y="851763"/>
                  <a:pt x="10119575" y="851763"/>
                </a:cubicBezTo>
                <a:lnTo>
                  <a:pt x="10123106" y="857904"/>
                </a:lnTo>
                <a:cubicBezTo>
                  <a:pt x="10123209" y="858109"/>
                  <a:pt x="10123106" y="858570"/>
                  <a:pt x="10123106" y="858570"/>
                </a:cubicBezTo>
                <a:lnTo>
                  <a:pt x="10119575" y="864711"/>
                </a:lnTo>
                <a:cubicBezTo>
                  <a:pt x="10119421" y="864916"/>
                  <a:pt x="10118960" y="865069"/>
                  <a:pt x="10118960" y="865069"/>
                </a:cubicBezTo>
                <a:close/>
                <a:moveTo>
                  <a:pt x="10317193" y="865069"/>
                </a:moveTo>
                <a:lnTo>
                  <a:pt x="10310130" y="865069"/>
                </a:lnTo>
                <a:cubicBezTo>
                  <a:pt x="10309874" y="865069"/>
                  <a:pt x="10309516" y="864711"/>
                  <a:pt x="10309516" y="864711"/>
                </a:cubicBezTo>
                <a:lnTo>
                  <a:pt x="10305984" y="858570"/>
                </a:lnTo>
                <a:cubicBezTo>
                  <a:pt x="10305882" y="858365"/>
                  <a:pt x="10305984" y="857904"/>
                  <a:pt x="10305984" y="857904"/>
                </a:cubicBezTo>
                <a:lnTo>
                  <a:pt x="10309516" y="851763"/>
                </a:lnTo>
                <a:cubicBezTo>
                  <a:pt x="10309670" y="851557"/>
                  <a:pt x="10310130" y="851404"/>
                  <a:pt x="10310130" y="851404"/>
                </a:cubicBezTo>
                <a:lnTo>
                  <a:pt x="10317193" y="851404"/>
                </a:lnTo>
                <a:cubicBezTo>
                  <a:pt x="10317449" y="851404"/>
                  <a:pt x="10317808" y="851763"/>
                  <a:pt x="10317808" y="851763"/>
                </a:cubicBezTo>
                <a:lnTo>
                  <a:pt x="10321339" y="857904"/>
                </a:lnTo>
                <a:cubicBezTo>
                  <a:pt x="10321442" y="858109"/>
                  <a:pt x="10321339" y="858570"/>
                  <a:pt x="10321339" y="858570"/>
                </a:cubicBezTo>
                <a:lnTo>
                  <a:pt x="10317808" y="864711"/>
                </a:lnTo>
                <a:cubicBezTo>
                  <a:pt x="10317654" y="864916"/>
                  <a:pt x="10317193" y="865069"/>
                  <a:pt x="10317193" y="865069"/>
                </a:cubicBezTo>
                <a:close/>
                <a:moveTo>
                  <a:pt x="407754" y="1028443"/>
                </a:moveTo>
                <a:lnTo>
                  <a:pt x="400692" y="1028443"/>
                </a:lnTo>
                <a:cubicBezTo>
                  <a:pt x="400436" y="1028443"/>
                  <a:pt x="400078" y="1028085"/>
                  <a:pt x="400078" y="1028085"/>
                </a:cubicBezTo>
                <a:lnTo>
                  <a:pt x="396546" y="1021943"/>
                </a:lnTo>
                <a:cubicBezTo>
                  <a:pt x="396444" y="1021738"/>
                  <a:pt x="396546" y="1021277"/>
                  <a:pt x="396546" y="1021277"/>
                </a:cubicBezTo>
                <a:lnTo>
                  <a:pt x="400078" y="1015136"/>
                </a:lnTo>
                <a:cubicBezTo>
                  <a:pt x="400231" y="1014931"/>
                  <a:pt x="400692" y="1014777"/>
                  <a:pt x="400692" y="1014777"/>
                </a:cubicBezTo>
                <a:lnTo>
                  <a:pt x="407754" y="1014777"/>
                </a:lnTo>
                <a:cubicBezTo>
                  <a:pt x="408011" y="1014777"/>
                  <a:pt x="408369" y="1015136"/>
                  <a:pt x="408369" y="1015136"/>
                </a:cubicBezTo>
                <a:lnTo>
                  <a:pt x="411900" y="1021277"/>
                </a:lnTo>
                <a:cubicBezTo>
                  <a:pt x="412002" y="1021482"/>
                  <a:pt x="411900" y="1021943"/>
                  <a:pt x="411900" y="1021943"/>
                </a:cubicBezTo>
                <a:lnTo>
                  <a:pt x="408369" y="1028085"/>
                </a:lnTo>
                <a:cubicBezTo>
                  <a:pt x="408214" y="1028289"/>
                  <a:pt x="407754" y="1028443"/>
                  <a:pt x="407754" y="1028443"/>
                </a:cubicBezTo>
                <a:close/>
                <a:moveTo>
                  <a:pt x="1795378" y="1028450"/>
                </a:moveTo>
                <a:lnTo>
                  <a:pt x="1788315" y="1028450"/>
                </a:lnTo>
                <a:cubicBezTo>
                  <a:pt x="1788060" y="1028450"/>
                  <a:pt x="1787701" y="1028092"/>
                  <a:pt x="1787701" y="1028092"/>
                </a:cubicBezTo>
                <a:lnTo>
                  <a:pt x="1784170" y="1021950"/>
                </a:lnTo>
                <a:cubicBezTo>
                  <a:pt x="1784067" y="1021745"/>
                  <a:pt x="1784170" y="1021284"/>
                  <a:pt x="1784170" y="1021284"/>
                </a:cubicBezTo>
                <a:lnTo>
                  <a:pt x="1787701" y="1015144"/>
                </a:lnTo>
                <a:cubicBezTo>
                  <a:pt x="1787854" y="1014938"/>
                  <a:pt x="1788315" y="1014785"/>
                  <a:pt x="1788315" y="1014785"/>
                </a:cubicBezTo>
                <a:lnTo>
                  <a:pt x="1795378" y="1014785"/>
                </a:lnTo>
                <a:cubicBezTo>
                  <a:pt x="1795634" y="1014785"/>
                  <a:pt x="1795992" y="1015144"/>
                  <a:pt x="1795992" y="1015144"/>
                </a:cubicBezTo>
                <a:lnTo>
                  <a:pt x="1799524" y="1021284"/>
                </a:lnTo>
                <a:cubicBezTo>
                  <a:pt x="1799626" y="1021489"/>
                  <a:pt x="1799524" y="1021950"/>
                  <a:pt x="1799524" y="1021950"/>
                </a:cubicBezTo>
                <a:lnTo>
                  <a:pt x="1795992" y="1028092"/>
                </a:lnTo>
                <a:cubicBezTo>
                  <a:pt x="1795838" y="1028297"/>
                  <a:pt x="1795378" y="1028450"/>
                  <a:pt x="1795378" y="1028450"/>
                </a:cubicBezTo>
                <a:close/>
                <a:moveTo>
                  <a:pt x="1200704" y="1028465"/>
                </a:moveTo>
                <a:lnTo>
                  <a:pt x="1193642" y="1028465"/>
                </a:lnTo>
                <a:cubicBezTo>
                  <a:pt x="1193386" y="1028465"/>
                  <a:pt x="1193028" y="1028106"/>
                  <a:pt x="1193028" y="1028106"/>
                </a:cubicBezTo>
                <a:lnTo>
                  <a:pt x="1189495" y="1021964"/>
                </a:lnTo>
                <a:cubicBezTo>
                  <a:pt x="1189393" y="1021760"/>
                  <a:pt x="1189495" y="1021300"/>
                  <a:pt x="1189495" y="1021300"/>
                </a:cubicBezTo>
                <a:lnTo>
                  <a:pt x="1193028" y="1015158"/>
                </a:lnTo>
                <a:cubicBezTo>
                  <a:pt x="1193180" y="1014955"/>
                  <a:pt x="1193642" y="1014801"/>
                  <a:pt x="1193642" y="1014801"/>
                </a:cubicBezTo>
                <a:lnTo>
                  <a:pt x="1200704" y="1014801"/>
                </a:lnTo>
                <a:cubicBezTo>
                  <a:pt x="1200960" y="1014801"/>
                  <a:pt x="1201318" y="1015158"/>
                  <a:pt x="1201318" y="1015158"/>
                </a:cubicBezTo>
                <a:lnTo>
                  <a:pt x="1204850" y="1021300"/>
                </a:lnTo>
                <a:cubicBezTo>
                  <a:pt x="1204952" y="1021503"/>
                  <a:pt x="1204850" y="1021964"/>
                  <a:pt x="1204850" y="1021964"/>
                </a:cubicBezTo>
                <a:lnTo>
                  <a:pt x="1201318" y="1028106"/>
                </a:lnTo>
                <a:cubicBezTo>
                  <a:pt x="1201165" y="1028310"/>
                  <a:pt x="1200704" y="1028465"/>
                  <a:pt x="1200704" y="1028465"/>
                </a:cubicBezTo>
                <a:close/>
                <a:moveTo>
                  <a:pt x="209480" y="1028469"/>
                </a:moveTo>
                <a:lnTo>
                  <a:pt x="202416" y="1028469"/>
                </a:lnTo>
                <a:cubicBezTo>
                  <a:pt x="202160" y="1028469"/>
                  <a:pt x="201803" y="1028110"/>
                  <a:pt x="201803" y="1028110"/>
                </a:cubicBezTo>
                <a:lnTo>
                  <a:pt x="198270" y="1021968"/>
                </a:lnTo>
                <a:cubicBezTo>
                  <a:pt x="198168" y="1021763"/>
                  <a:pt x="198270" y="1021302"/>
                  <a:pt x="198270" y="1021302"/>
                </a:cubicBezTo>
                <a:lnTo>
                  <a:pt x="201803" y="1015163"/>
                </a:lnTo>
                <a:cubicBezTo>
                  <a:pt x="201955" y="1014957"/>
                  <a:pt x="202416" y="1014805"/>
                  <a:pt x="202416" y="1014805"/>
                </a:cubicBezTo>
                <a:lnTo>
                  <a:pt x="209480" y="1014805"/>
                </a:lnTo>
                <a:cubicBezTo>
                  <a:pt x="209735" y="1014805"/>
                  <a:pt x="210094" y="1015163"/>
                  <a:pt x="210094" y="1015163"/>
                </a:cubicBezTo>
                <a:lnTo>
                  <a:pt x="213625" y="1021302"/>
                </a:lnTo>
                <a:cubicBezTo>
                  <a:pt x="213727" y="1021508"/>
                  <a:pt x="213625" y="1021968"/>
                  <a:pt x="213625" y="1021968"/>
                </a:cubicBezTo>
                <a:lnTo>
                  <a:pt x="210094" y="1028110"/>
                </a:lnTo>
                <a:cubicBezTo>
                  <a:pt x="209940" y="1028315"/>
                  <a:pt x="209480" y="1028469"/>
                  <a:pt x="209480" y="1028469"/>
                </a:cubicBezTo>
                <a:close/>
                <a:moveTo>
                  <a:pt x="804204" y="1028471"/>
                </a:moveTo>
                <a:lnTo>
                  <a:pt x="797140" y="1028471"/>
                </a:lnTo>
                <a:cubicBezTo>
                  <a:pt x="796886" y="1028471"/>
                  <a:pt x="796526" y="1028112"/>
                  <a:pt x="796526" y="1028112"/>
                </a:cubicBezTo>
                <a:lnTo>
                  <a:pt x="792995" y="1021968"/>
                </a:lnTo>
                <a:cubicBezTo>
                  <a:pt x="792893" y="1021765"/>
                  <a:pt x="792995" y="1021306"/>
                  <a:pt x="792995" y="1021306"/>
                </a:cubicBezTo>
                <a:lnTo>
                  <a:pt x="796526" y="1015165"/>
                </a:lnTo>
                <a:cubicBezTo>
                  <a:pt x="796680" y="1014960"/>
                  <a:pt x="797140" y="1014805"/>
                  <a:pt x="797140" y="1014805"/>
                </a:cubicBezTo>
                <a:lnTo>
                  <a:pt x="804204" y="1014805"/>
                </a:lnTo>
                <a:cubicBezTo>
                  <a:pt x="804460" y="1014805"/>
                  <a:pt x="804818" y="1015165"/>
                  <a:pt x="804818" y="1015165"/>
                </a:cubicBezTo>
                <a:lnTo>
                  <a:pt x="808350" y="1021306"/>
                </a:lnTo>
                <a:cubicBezTo>
                  <a:pt x="808452" y="1021509"/>
                  <a:pt x="808350" y="1021968"/>
                  <a:pt x="808350" y="1021968"/>
                </a:cubicBezTo>
                <a:lnTo>
                  <a:pt x="804818" y="1028112"/>
                </a:lnTo>
                <a:cubicBezTo>
                  <a:pt x="804665" y="1028317"/>
                  <a:pt x="804204" y="1028471"/>
                  <a:pt x="804204" y="1028471"/>
                </a:cubicBezTo>
                <a:close/>
                <a:moveTo>
                  <a:pt x="1993654" y="1028473"/>
                </a:moveTo>
                <a:lnTo>
                  <a:pt x="1986590" y="1028473"/>
                </a:lnTo>
                <a:cubicBezTo>
                  <a:pt x="1986336" y="1028473"/>
                  <a:pt x="1985976" y="1028116"/>
                  <a:pt x="1985976" y="1028116"/>
                </a:cubicBezTo>
                <a:lnTo>
                  <a:pt x="1982445" y="1021973"/>
                </a:lnTo>
                <a:cubicBezTo>
                  <a:pt x="1982343" y="1021767"/>
                  <a:pt x="1982445" y="1021309"/>
                  <a:pt x="1982445" y="1021309"/>
                </a:cubicBezTo>
                <a:lnTo>
                  <a:pt x="1985976" y="1015165"/>
                </a:lnTo>
                <a:cubicBezTo>
                  <a:pt x="1986130" y="1014962"/>
                  <a:pt x="1986590" y="1014809"/>
                  <a:pt x="1986590" y="1014809"/>
                </a:cubicBezTo>
                <a:lnTo>
                  <a:pt x="1993654" y="1014809"/>
                </a:lnTo>
                <a:cubicBezTo>
                  <a:pt x="1993910" y="1014809"/>
                  <a:pt x="1994268" y="1015165"/>
                  <a:pt x="1994268" y="1015165"/>
                </a:cubicBezTo>
                <a:lnTo>
                  <a:pt x="1997800" y="1021309"/>
                </a:lnTo>
                <a:cubicBezTo>
                  <a:pt x="1997902" y="1021512"/>
                  <a:pt x="1997800" y="1021973"/>
                  <a:pt x="1997800" y="1021973"/>
                </a:cubicBezTo>
                <a:lnTo>
                  <a:pt x="1994268" y="1028116"/>
                </a:lnTo>
                <a:cubicBezTo>
                  <a:pt x="1994114" y="1028318"/>
                  <a:pt x="1993654" y="1028473"/>
                  <a:pt x="1993654" y="1028473"/>
                </a:cubicBezTo>
                <a:close/>
                <a:moveTo>
                  <a:pt x="11254" y="1028475"/>
                </a:moveTo>
                <a:lnTo>
                  <a:pt x="4192" y="1028475"/>
                </a:lnTo>
                <a:cubicBezTo>
                  <a:pt x="3935" y="1028475"/>
                  <a:pt x="3578" y="1028116"/>
                  <a:pt x="3578" y="1028116"/>
                </a:cubicBezTo>
                <a:lnTo>
                  <a:pt x="46" y="1021975"/>
                </a:lnTo>
                <a:cubicBezTo>
                  <a:pt x="-57" y="1021771"/>
                  <a:pt x="46" y="1021310"/>
                  <a:pt x="46" y="1021310"/>
                </a:cubicBezTo>
                <a:lnTo>
                  <a:pt x="3578" y="1015168"/>
                </a:lnTo>
                <a:cubicBezTo>
                  <a:pt x="3731" y="1014965"/>
                  <a:pt x="4192" y="1014811"/>
                  <a:pt x="4192" y="1014811"/>
                </a:cubicBezTo>
                <a:lnTo>
                  <a:pt x="11254" y="1014811"/>
                </a:lnTo>
                <a:cubicBezTo>
                  <a:pt x="11511" y="1014811"/>
                  <a:pt x="11868" y="1015168"/>
                  <a:pt x="11868" y="1015168"/>
                </a:cubicBezTo>
                <a:lnTo>
                  <a:pt x="15400" y="1021310"/>
                </a:lnTo>
                <a:cubicBezTo>
                  <a:pt x="15503" y="1021513"/>
                  <a:pt x="15400" y="1021975"/>
                  <a:pt x="15400" y="1021975"/>
                </a:cubicBezTo>
                <a:lnTo>
                  <a:pt x="11868" y="1028116"/>
                </a:lnTo>
                <a:cubicBezTo>
                  <a:pt x="11716" y="1028321"/>
                  <a:pt x="11254" y="1028475"/>
                  <a:pt x="11254" y="1028475"/>
                </a:cubicBezTo>
                <a:close/>
                <a:moveTo>
                  <a:pt x="1597154" y="1028476"/>
                </a:moveTo>
                <a:lnTo>
                  <a:pt x="1590090" y="1028476"/>
                </a:lnTo>
                <a:cubicBezTo>
                  <a:pt x="1589834" y="1028476"/>
                  <a:pt x="1589476" y="1028118"/>
                  <a:pt x="1589476" y="1028118"/>
                </a:cubicBezTo>
                <a:lnTo>
                  <a:pt x="1585944" y="1021977"/>
                </a:lnTo>
                <a:cubicBezTo>
                  <a:pt x="1585842" y="1021773"/>
                  <a:pt x="1585944" y="1021311"/>
                  <a:pt x="1585944" y="1021311"/>
                </a:cubicBezTo>
                <a:lnTo>
                  <a:pt x="1589476" y="1015172"/>
                </a:lnTo>
                <a:cubicBezTo>
                  <a:pt x="1589630" y="1014966"/>
                  <a:pt x="1590090" y="1014812"/>
                  <a:pt x="1590090" y="1014812"/>
                </a:cubicBezTo>
                <a:lnTo>
                  <a:pt x="1597154" y="1014812"/>
                </a:lnTo>
                <a:cubicBezTo>
                  <a:pt x="1597409" y="1014812"/>
                  <a:pt x="1597768" y="1015172"/>
                  <a:pt x="1597768" y="1015172"/>
                </a:cubicBezTo>
                <a:lnTo>
                  <a:pt x="1601298" y="1021311"/>
                </a:lnTo>
                <a:cubicBezTo>
                  <a:pt x="1601401" y="1021517"/>
                  <a:pt x="1601298" y="1021977"/>
                  <a:pt x="1601298" y="1021977"/>
                </a:cubicBezTo>
                <a:lnTo>
                  <a:pt x="1597768" y="1028118"/>
                </a:lnTo>
                <a:cubicBezTo>
                  <a:pt x="1597614" y="1028323"/>
                  <a:pt x="1597154" y="1028476"/>
                  <a:pt x="1597154" y="1028476"/>
                </a:cubicBezTo>
                <a:close/>
                <a:moveTo>
                  <a:pt x="1398928" y="1028486"/>
                </a:moveTo>
                <a:lnTo>
                  <a:pt x="1391866" y="1028486"/>
                </a:lnTo>
                <a:cubicBezTo>
                  <a:pt x="1391610" y="1028486"/>
                  <a:pt x="1391252" y="1028128"/>
                  <a:pt x="1391252" y="1028128"/>
                </a:cubicBezTo>
                <a:lnTo>
                  <a:pt x="1387720" y="1021985"/>
                </a:lnTo>
                <a:cubicBezTo>
                  <a:pt x="1387617" y="1021780"/>
                  <a:pt x="1387720" y="1021320"/>
                  <a:pt x="1387720" y="1021320"/>
                </a:cubicBezTo>
                <a:lnTo>
                  <a:pt x="1391252" y="1015180"/>
                </a:lnTo>
                <a:cubicBezTo>
                  <a:pt x="1391406" y="1014975"/>
                  <a:pt x="1391866" y="1014822"/>
                  <a:pt x="1391866" y="1014822"/>
                </a:cubicBezTo>
                <a:lnTo>
                  <a:pt x="1398928" y="1014822"/>
                </a:lnTo>
                <a:cubicBezTo>
                  <a:pt x="1399185" y="1014822"/>
                  <a:pt x="1399544" y="1015180"/>
                  <a:pt x="1399544" y="1015180"/>
                </a:cubicBezTo>
                <a:lnTo>
                  <a:pt x="1403074" y="1021320"/>
                </a:lnTo>
                <a:cubicBezTo>
                  <a:pt x="1403177" y="1021526"/>
                  <a:pt x="1403074" y="1021985"/>
                  <a:pt x="1403074" y="1021985"/>
                </a:cubicBezTo>
                <a:lnTo>
                  <a:pt x="1399544" y="1028128"/>
                </a:lnTo>
                <a:cubicBezTo>
                  <a:pt x="1399389" y="1028333"/>
                  <a:pt x="1398928" y="1028486"/>
                  <a:pt x="1398928" y="1028486"/>
                </a:cubicBezTo>
                <a:close/>
                <a:moveTo>
                  <a:pt x="1002428" y="1028506"/>
                </a:moveTo>
                <a:lnTo>
                  <a:pt x="995366" y="1028506"/>
                </a:lnTo>
                <a:cubicBezTo>
                  <a:pt x="995110" y="1028506"/>
                  <a:pt x="994752" y="1028145"/>
                  <a:pt x="994752" y="1028145"/>
                </a:cubicBezTo>
                <a:lnTo>
                  <a:pt x="991220" y="1022004"/>
                </a:lnTo>
                <a:cubicBezTo>
                  <a:pt x="991117" y="1021800"/>
                  <a:pt x="991220" y="1021339"/>
                  <a:pt x="991220" y="1021339"/>
                </a:cubicBezTo>
                <a:lnTo>
                  <a:pt x="994752" y="1015201"/>
                </a:lnTo>
                <a:cubicBezTo>
                  <a:pt x="994905" y="1014996"/>
                  <a:pt x="995366" y="1014843"/>
                  <a:pt x="995366" y="1014843"/>
                </a:cubicBezTo>
                <a:lnTo>
                  <a:pt x="1002428" y="1014843"/>
                </a:lnTo>
                <a:cubicBezTo>
                  <a:pt x="1002685" y="1014843"/>
                  <a:pt x="1003042" y="1015201"/>
                  <a:pt x="1003042" y="1015201"/>
                </a:cubicBezTo>
                <a:lnTo>
                  <a:pt x="1006574" y="1021339"/>
                </a:lnTo>
                <a:cubicBezTo>
                  <a:pt x="1006677" y="1021544"/>
                  <a:pt x="1006574" y="1022004"/>
                  <a:pt x="1006574" y="1022004"/>
                </a:cubicBezTo>
                <a:lnTo>
                  <a:pt x="1003042" y="1028145"/>
                </a:lnTo>
                <a:cubicBezTo>
                  <a:pt x="1002889" y="1028351"/>
                  <a:pt x="1002428" y="1028506"/>
                  <a:pt x="1002428" y="1028506"/>
                </a:cubicBezTo>
                <a:close/>
                <a:moveTo>
                  <a:pt x="605979" y="1028508"/>
                </a:moveTo>
                <a:lnTo>
                  <a:pt x="598916" y="1028508"/>
                </a:lnTo>
                <a:cubicBezTo>
                  <a:pt x="598661" y="1028508"/>
                  <a:pt x="598302" y="1028151"/>
                  <a:pt x="598302" y="1028151"/>
                </a:cubicBezTo>
                <a:lnTo>
                  <a:pt x="594770" y="1022007"/>
                </a:lnTo>
                <a:cubicBezTo>
                  <a:pt x="594668" y="1021803"/>
                  <a:pt x="594770" y="1021346"/>
                  <a:pt x="594770" y="1021346"/>
                </a:cubicBezTo>
                <a:lnTo>
                  <a:pt x="598302" y="1015205"/>
                </a:lnTo>
                <a:cubicBezTo>
                  <a:pt x="598455" y="1015000"/>
                  <a:pt x="598916" y="1014844"/>
                  <a:pt x="598916" y="1014844"/>
                </a:cubicBezTo>
                <a:lnTo>
                  <a:pt x="605979" y="1014844"/>
                </a:lnTo>
                <a:cubicBezTo>
                  <a:pt x="606235" y="1014844"/>
                  <a:pt x="606593" y="1015205"/>
                  <a:pt x="606593" y="1015205"/>
                </a:cubicBezTo>
                <a:lnTo>
                  <a:pt x="610125" y="1021346"/>
                </a:lnTo>
                <a:cubicBezTo>
                  <a:pt x="610227" y="1021547"/>
                  <a:pt x="610125" y="1022007"/>
                  <a:pt x="610125" y="1022007"/>
                </a:cubicBezTo>
                <a:lnTo>
                  <a:pt x="606593" y="1028151"/>
                </a:lnTo>
                <a:cubicBezTo>
                  <a:pt x="606440" y="1028354"/>
                  <a:pt x="605979" y="1028508"/>
                  <a:pt x="605979" y="1028508"/>
                </a:cubicBezTo>
                <a:close/>
                <a:moveTo>
                  <a:pt x="2189611" y="1034223"/>
                </a:moveTo>
                <a:lnTo>
                  <a:pt x="2182548" y="1034223"/>
                </a:lnTo>
                <a:cubicBezTo>
                  <a:pt x="2182291" y="1034223"/>
                  <a:pt x="2181933" y="1033865"/>
                  <a:pt x="2181933" y="1033865"/>
                </a:cubicBezTo>
                <a:lnTo>
                  <a:pt x="2178401" y="1027723"/>
                </a:lnTo>
                <a:cubicBezTo>
                  <a:pt x="2178299" y="1027518"/>
                  <a:pt x="2178401" y="1027058"/>
                  <a:pt x="2178401" y="1027058"/>
                </a:cubicBezTo>
                <a:lnTo>
                  <a:pt x="2181933" y="1020916"/>
                </a:lnTo>
                <a:cubicBezTo>
                  <a:pt x="2182087" y="1020711"/>
                  <a:pt x="2182548" y="1020558"/>
                  <a:pt x="2182548" y="1020558"/>
                </a:cubicBezTo>
                <a:lnTo>
                  <a:pt x="2189611" y="1020558"/>
                </a:lnTo>
                <a:cubicBezTo>
                  <a:pt x="2189865" y="1020558"/>
                  <a:pt x="2190225" y="1020916"/>
                  <a:pt x="2190225" y="1020916"/>
                </a:cubicBezTo>
                <a:lnTo>
                  <a:pt x="2193757" y="1027058"/>
                </a:lnTo>
                <a:cubicBezTo>
                  <a:pt x="2193859" y="1027263"/>
                  <a:pt x="2193757" y="1027723"/>
                  <a:pt x="2193757" y="1027723"/>
                </a:cubicBezTo>
                <a:lnTo>
                  <a:pt x="2190225" y="1033865"/>
                </a:lnTo>
                <a:cubicBezTo>
                  <a:pt x="2190071" y="1034069"/>
                  <a:pt x="2189611" y="1034223"/>
                  <a:pt x="2189611" y="1034223"/>
                </a:cubicBezTo>
                <a:close/>
                <a:moveTo>
                  <a:pt x="2387835" y="1034223"/>
                </a:moveTo>
                <a:lnTo>
                  <a:pt x="2380773" y="1034223"/>
                </a:lnTo>
                <a:cubicBezTo>
                  <a:pt x="2380515" y="1034223"/>
                  <a:pt x="2380159" y="1033865"/>
                  <a:pt x="2380159" y="1033865"/>
                </a:cubicBezTo>
                <a:lnTo>
                  <a:pt x="2376626" y="1027723"/>
                </a:lnTo>
                <a:cubicBezTo>
                  <a:pt x="2376523" y="1027518"/>
                  <a:pt x="2376626" y="1027058"/>
                  <a:pt x="2376626" y="1027058"/>
                </a:cubicBezTo>
                <a:lnTo>
                  <a:pt x="2380159" y="1020916"/>
                </a:lnTo>
                <a:cubicBezTo>
                  <a:pt x="2380312" y="1020711"/>
                  <a:pt x="2380773" y="1020558"/>
                  <a:pt x="2380773" y="1020558"/>
                </a:cubicBezTo>
                <a:lnTo>
                  <a:pt x="2387835" y="1020558"/>
                </a:lnTo>
                <a:cubicBezTo>
                  <a:pt x="2388091" y="1020558"/>
                  <a:pt x="2388449" y="1020916"/>
                  <a:pt x="2388449" y="1020916"/>
                </a:cubicBezTo>
                <a:lnTo>
                  <a:pt x="2391981" y="1027058"/>
                </a:lnTo>
                <a:cubicBezTo>
                  <a:pt x="2392083" y="1027263"/>
                  <a:pt x="2391981" y="1027723"/>
                  <a:pt x="2391981" y="1027723"/>
                </a:cubicBezTo>
                <a:lnTo>
                  <a:pt x="2388449" y="1033865"/>
                </a:lnTo>
                <a:cubicBezTo>
                  <a:pt x="2388296" y="1034069"/>
                  <a:pt x="2387835" y="1034223"/>
                  <a:pt x="2387835" y="1034223"/>
                </a:cubicBezTo>
                <a:close/>
                <a:moveTo>
                  <a:pt x="2586060" y="1034223"/>
                </a:moveTo>
                <a:lnTo>
                  <a:pt x="2578998" y="1034223"/>
                </a:lnTo>
                <a:cubicBezTo>
                  <a:pt x="2578740" y="1034223"/>
                  <a:pt x="2578383" y="1033865"/>
                  <a:pt x="2578383" y="1033865"/>
                </a:cubicBezTo>
                <a:lnTo>
                  <a:pt x="2574850" y="1027723"/>
                </a:lnTo>
                <a:cubicBezTo>
                  <a:pt x="2574749" y="1027518"/>
                  <a:pt x="2574850" y="1027058"/>
                  <a:pt x="2574850" y="1027058"/>
                </a:cubicBezTo>
                <a:lnTo>
                  <a:pt x="2578383" y="1020916"/>
                </a:lnTo>
                <a:cubicBezTo>
                  <a:pt x="2578536" y="1020711"/>
                  <a:pt x="2578998" y="1020558"/>
                  <a:pt x="2578998" y="1020558"/>
                </a:cubicBezTo>
                <a:lnTo>
                  <a:pt x="2586060" y="1020558"/>
                </a:lnTo>
                <a:cubicBezTo>
                  <a:pt x="2586316" y="1020558"/>
                  <a:pt x="2586674" y="1020916"/>
                  <a:pt x="2586674" y="1020916"/>
                </a:cubicBezTo>
                <a:lnTo>
                  <a:pt x="2590205" y="1027058"/>
                </a:lnTo>
                <a:cubicBezTo>
                  <a:pt x="2590308" y="1027263"/>
                  <a:pt x="2590205" y="1027723"/>
                  <a:pt x="2590205" y="1027723"/>
                </a:cubicBezTo>
                <a:lnTo>
                  <a:pt x="2586674" y="1033865"/>
                </a:lnTo>
                <a:cubicBezTo>
                  <a:pt x="2586520" y="1034069"/>
                  <a:pt x="2586060" y="1034223"/>
                  <a:pt x="2586060" y="1034223"/>
                </a:cubicBezTo>
                <a:close/>
                <a:moveTo>
                  <a:pt x="2784284" y="1034223"/>
                </a:moveTo>
                <a:lnTo>
                  <a:pt x="2777221" y="1034223"/>
                </a:lnTo>
                <a:cubicBezTo>
                  <a:pt x="2776966" y="1034223"/>
                  <a:pt x="2776607" y="1033865"/>
                  <a:pt x="2776607" y="1033865"/>
                </a:cubicBezTo>
                <a:lnTo>
                  <a:pt x="2773075" y="1027723"/>
                </a:lnTo>
                <a:cubicBezTo>
                  <a:pt x="2772973" y="1027518"/>
                  <a:pt x="2773075" y="1027058"/>
                  <a:pt x="2773075" y="1027058"/>
                </a:cubicBezTo>
                <a:lnTo>
                  <a:pt x="2776607" y="1020916"/>
                </a:lnTo>
                <a:cubicBezTo>
                  <a:pt x="2776760" y="1020711"/>
                  <a:pt x="2777221" y="1020558"/>
                  <a:pt x="2777221" y="1020558"/>
                </a:cubicBezTo>
                <a:lnTo>
                  <a:pt x="2784284" y="1020558"/>
                </a:lnTo>
                <a:cubicBezTo>
                  <a:pt x="2784540" y="1020558"/>
                  <a:pt x="2784898" y="1020916"/>
                  <a:pt x="2784898" y="1020916"/>
                </a:cubicBezTo>
                <a:lnTo>
                  <a:pt x="2788430" y="1027058"/>
                </a:lnTo>
                <a:cubicBezTo>
                  <a:pt x="2788532" y="1027263"/>
                  <a:pt x="2788430" y="1027723"/>
                  <a:pt x="2788430" y="1027723"/>
                </a:cubicBezTo>
                <a:lnTo>
                  <a:pt x="2784898" y="1033865"/>
                </a:lnTo>
                <a:cubicBezTo>
                  <a:pt x="2784744" y="1034069"/>
                  <a:pt x="2784284" y="1034223"/>
                  <a:pt x="2784284" y="1034223"/>
                </a:cubicBezTo>
                <a:close/>
                <a:moveTo>
                  <a:pt x="2982559" y="1034223"/>
                </a:moveTo>
                <a:lnTo>
                  <a:pt x="2975496" y="1034223"/>
                </a:lnTo>
                <a:cubicBezTo>
                  <a:pt x="2975241" y="1034223"/>
                  <a:pt x="2974882" y="1033865"/>
                  <a:pt x="2974882" y="1033865"/>
                </a:cubicBezTo>
                <a:lnTo>
                  <a:pt x="2971351" y="1027723"/>
                </a:lnTo>
                <a:cubicBezTo>
                  <a:pt x="2971249" y="1027518"/>
                  <a:pt x="2971351" y="1027058"/>
                  <a:pt x="2971351" y="1027058"/>
                </a:cubicBezTo>
                <a:lnTo>
                  <a:pt x="2974882" y="1020916"/>
                </a:lnTo>
                <a:cubicBezTo>
                  <a:pt x="2975036" y="1020711"/>
                  <a:pt x="2975496" y="1020558"/>
                  <a:pt x="2975496" y="1020558"/>
                </a:cubicBezTo>
                <a:lnTo>
                  <a:pt x="2982559" y="1020558"/>
                </a:lnTo>
                <a:cubicBezTo>
                  <a:pt x="2982815" y="1020558"/>
                  <a:pt x="2983173" y="1020916"/>
                  <a:pt x="2983173" y="1020916"/>
                </a:cubicBezTo>
                <a:lnTo>
                  <a:pt x="2986706" y="1027058"/>
                </a:lnTo>
                <a:cubicBezTo>
                  <a:pt x="2986808" y="1027263"/>
                  <a:pt x="2986706" y="1027723"/>
                  <a:pt x="2986706" y="1027723"/>
                </a:cubicBezTo>
                <a:lnTo>
                  <a:pt x="2983173" y="1033865"/>
                </a:lnTo>
                <a:cubicBezTo>
                  <a:pt x="2983020" y="1034069"/>
                  <a:pt x="2982559" y="1034223"/>
                  <a:pt x="2982559" y="1034223"/>
                </a:cubicBezTo>
                <a:close/>
                <a:moveTo>
                  <a:pt x="3180784" y="1034223"/>
                </a:moveTo>
                <a:lnTo>
                  <a:pt x="3173721" y="1034223"/>
                </a:lnTo>
                <a:cubicBezTo>
                  <a:pt x="3173466" y="1034223"/>
                  <a:pt x="3173107" y="1033865"/>
                  <a:pt x="3173107" y="1033865"/>
                </a:cubicBezTo>
                <a:lnTo>
                  <a:pt x="3169576" y="1027723"/>
                </a:lnTo>
                <a:cubicBezTo>
                  <a:pt x="3169473" y="1027518"/>
                  <a:pt x="3169576" y="1027058"/>
                  <a:pt x="3169576" y="1027058"/>
                </a:cubicBezTo>
                <a:lnTo>
                  <a:pt x="3173107" y="1020916"/>
                </a:lnTo>
                <a:cubicBezTo>
                  <a:pt x="3173261" y="1020711"/>
                  <a:pt x="3173721" y="1020558"/>
                  <a:pt x="3173721" y="1020558"/>
                </a:cubicBezTo>
                <a:lnTo>
                  <a:pt x="3180784" y="1020558"/>
                </a:lnTo>
                <a:cubicBezTo>
                  <a:pt x="3181040" y="1020558"/>
                  <a:pt x="3181398" y="1020916"/>
                  <a:pt x="3181398" y="1020916"/>
                </a:cubicBezTo>
                <a:lnTo>
                  <a:pt x="3184931" y="1027058"/>
                </a:lnTo>
                <a:cubicBezTo>
                  <a:pt x="3185033" y="1027263"/>
                  <a:pt x="3184931" y="1027723"/>
                  <a:pt x="3184931" y="1027723"/>
                </a:cubicBezTo>
                <a:lnTo>
                  <a:pt x="3181398" y="1033865"/>
                </a:lnTo>
                <a:cubicBezTo>
                  <a:pt x="3181245" y="1034069"/>
                  <a:pt x="3180784" y="1034223"/>
                  <a:pt x="3180784" y="1034223"/>
                </a:cubicBezTo>
                <a:close/>
                <a:moveTo>
                  <a:pt x="3379008" y="1034223"/>
                </a:moveTo>
                <a:lnTo>
                  <a:pt x="3371947" y="1034223"/>
                </a:lnTo>
                <a:cubicBezTo>
                  <a:pt x="3371690" y="1034223"/>
                  <a:pt x="3371332" y="1033865"/>
                  <a:pt x="3371332" y="1033865"/>
                </a:cubicBezTo>
                <a:lnTo>
                  <a:pt x="3367800" y="1027723"/>
                </a:lnTo>
                <a:cubicBezTo>
                  <a:pt x="3367697" y="1027518"/>
                  <a:pt x="3367800" y="1027058"/>
                  <a:pt x="3367800" y="1027058"/>
                </a:cubicBezTo>
                <a:lnTo>
                  <a:pt x="3371332" y="1020916"/>
                </a:lnTo>
                <a:cubicBezTo>
                  <a:pt x="3371485" y="1020711"/>
                  <a:pt x="3371947" y="1020558"/>
                  <a:pt x="3371947" y="1020558"/>
                </a:cubicBezTo>
                <a:lnTo>
                  <a:pt x="3379008" y="1020558"/>
                </a:lnTo>
                <a:cubicBezTo>
                  <a:pt x="3379265" y="1020558"/>
                  <a:pt x="3379624" y="1020916"/>
                  <a:pt x="3379624" y="1020916"/>
                </a:cubicBezTo>
                <a:lnTo>
                  <a:pt x="3383155" y="1027058"/>
                </a:lnTo>
                <a:cubicBezTo>
                  <a:pt x="3383257" y="1027263"/>
                  <a:pt x="3383155" y="1027723"/>
                  <a:pt x="3383155" y="1027723"/>
                </a:cubicBezTo>
                <a:lnTo>
                  <a:pt x="3379624" y="1033865"/>
                </a:lnTo>
                <a:cubicBezTo>
                  <a:pt x="3379470" y="1034069"/>
                  <a:pt x="3379008" y="1034223"/>
                  <a:pt x="3379008" y="1034223"/>
                </a:cubicBezTo>
                <a:close/>
                <a:moveTo>
                  <a:pt x="3577234" y="1034223"/>
                </a:moveTo>
                <a:lnTo>
                  <a:pt x="3570172" y="1034223"/>
                </a:lnTo>
                <a:cubicBezTo>
                  <a:pt x="3569914" y="1034223"/>
                  <a:pt x="3569557" y="1033865"/>
                  <a:pt x="3569557" y="1033865"/>
                </a:cubicBezTo>
                <a:lnTo>
                  <a:pt x="3566024" y="1027723"/>
                </a:lnTo>
                <a:cubicBezTo>
                  <a:pt x="3565922" y="1027518"/>
                  <a:pt x="3566024" y="1027058"/>
                  <a:pt x="3566024" y="1027058"/>
                </a:cubicBezTo>
                <a:lnTo>
                  <a:pt x="3569557" y="1020916"/>
                </a:lnTo>
                <a:cubicBezTo>
                  <a:pt x="3569709" y="1020711"/>
                  <a:pt x="3570172" y="1020558"/>
                  <a:pt x="3570172" y="1020558"/>
                </a:cubicBezTo>
                <a:lnTo>
                  <a:pt x="3577234" y="1020558"/>
                </a:lnTo>
                <a:cubicBezTo>
                  <a:pt x="3577489" y="1020558"/>
                  <a:pt x="3577848" y="1020916"/>
                  <a:pt x="3577848" y="1020916"/>
                </a:cubicBezTo>
                <a:lnTo>
                  <a:pt x="3581379" y="1027058"/>
                </a:lnTo>
                <a:cubicBezTo>
                  <a:pt x="3581481" y="1027263"/>
                  <a:pt x="3581379" y="1027723"/>
                  <a:pt x="3581379" y="1027723"/>
                </a:cubicBezTo>
                <a:lnTo>
                  <a:pt x="3577848" y="1033865"/>
                </a:lnTo>
                <a:cubicBezTo>
                  <a:pt x="3577694" y="1034069"/>
                  <a:pt x="3577234" y="1034223"/>
                  <a:pt x="3577234" y="1034223"/>
                </a:cubicBezTo>
                <a:close/>
                <a:moveTo>
                  <a:pt x="3775459" y="1034223"/>
                </a:moveTo>
                <a:lnTo>
                  <a:pt x="3768396" y="1034223"/>
                </a:lnTo>
                <a:cubicBezTo>
                  <a:pt x="3768139" y="1034223"/>
                  <a:pt x="3767781" y="1033865"/>
                  <a:pt x="3767781" y="1033865"/>
                </a:cubicBezTo>
                <a:lnTo>
                  <a:pt x="3764249" y="1027723"/>
                </a:lnTo>
                <a:cubicBezTo>
                  <a:pt x="3764147" y="1027518"/>
                  <a:pt x="3764249" y="1027058"/>
                  <a:pt x="3764249" y="1027058"/>
                </a:cubicBezTo>
                <a:lnTo>
                  <a:pt x="3767781" y="1020916"/>
                </a:lnTo>
                <a:cubicBezTo>
                  <a:pt x="3767935" y="1020711"/>
                  <a:pt x="3768396" y="1020558"/>
                  <a:pt x="3768396" y="1020558"/>
                </a:cubicBezTo>
                <a:lnTo>
                  <a:pt x="3775459" y="1020558"/>
                </a:lnTo>
                <a:cubicBezTo>
                  <a:pt x="3775713" y="1020558"/>
                  <a:pt x="3776073" y="1020916"/>
                  <a:pt x="3776073" y="1020916"/>
                </a:cubicBezTo>
                <a:lnTo>
                  <a:pt x="3779604" y="1027058"/>
                </a:lnTo>
                <a:cubicBezTo>
                  <a:pt x="3779706" y="1027263"/>
                  <a:pt x="3779604" y="1027723"/>
                  <a:pt x="3779604" y="1027723"/>
                </a:cubicBezTo>
                <a:lnTo>
                  <a:pt x="3776073" y="1033865"/>
                </a:lnTo>
                <a:cubicBezTo>
                  <a:pt x="3775919" y="1034069"/>
                  <a:pt x="3775459" y="1034223"/>
                  <a:pt x="3775459" y="1034223"/>
                </a:cubicBezTo>
                <a:close/>
                <a:moveTo>
                  <a:pt x="3973734" y="1034223"/>
                </a:moveTo>
                <a:lnTo>
                  <a:pt x="3966671" y="1034223"/>
                </a:lnTo>
                <a:cubicBezTo>
                  <a:pt x="3966415" y="1034223"/>
                  <a:pt x="3966057" y="1033865"/>
                  <a:pt x="3966057" y="1033865"/>
                </a:cubicBezTo>
                <a:lnTo>
                  <a:pt x="3962525" y="1027723"/>
                </a:lnTo>
                <a:cubicBezTo>
                  <a:pt x="3962423" y="1027518"/>
                  <a:pt x="3962525" y="1027058"/>
                  <a:pt x="3962525" y="1027058"/>
                </a:cubicBezTo>
                <a:lnTo>
                  <a:pt x="3966057" y="1020916"/>
                </a:lnTo>
                <a:cubicBezTo>
                  <a:pt x="3966211" y="1020711"/>
                  <a:pt x="3966671" y="1020558"/>
                  <a:pt x="3966671" y="1020558"/>
                </a:cubicBezTo>
                <a:lnTo>
                  <a:pt x="3973734" y="1020558"/>
                </a:lnTo>
                <a:cubicBezTo>
                  <a:pt x="3973990" y="1020558"/>
                  <a:pt x="3974348" y="1020916"/>
                  <a:pt x="3974348" y="1020916"/>
                </a:cubicBezTo>
                <a:lnTo>
                  <a:pt x="3977880" y="1027058"/>
                </a:lnTo>
                <a:cubicBezTo>
                  <a:pt x="3977982" y="1027263"/>
                  <a:pt x="3977880" y="1027723"/>
                  <a:pt x="3977880" y="1027723"/>
                </a:cubicBezTo>
                <a:lnTo>
                  <a:pt x="3974348" y="1033865"/>
                </a:lnTo>
                <a:cubicBezTo>
                  <a:pt x="3974195" y="1034069"/>
                  <a:pt x="3973734" y="1034223"/>
                  <a:pt x="3973734" y="1034223"/>
                </a:cubicBezTo>
                <a:close/>
                <a:moveTo>
                  <a:pt x="4171959" y="1034223"/>
                </a:moveTo>
                <a:lnTo>
                  <a:pt x="4164896" y="1034223"/>
                </a:lnTo>
                <a:cubicBezTo>
                  <a:pt x="4164640" y="1034223"/>
                  <a:pt x="4164282" y="1033865"/>
                  <a:pt x="4164282" y="1033865"/>
                </a:cubicBezTo>
                <a:lnTo>
                  <a:pt x="4160751" y="1027723"/>
                </a:lnTo>
                <a:cubicBezTo>
                  <a:pt x="4160648" y="1027518"/>
                  <a:pt x="4160751" y="1027058"/>
                  <a:pt x="4160751" y="1027058"/>
                </a:cubicBezTo>
                <a:lnTo>
                  <a:pt x="4164282" y="1020916"/>
                </a:lnTo>
                <a:cubicBezTo>
                  <a:pt x="4164435" y="1020711"/>
                  <a:pt x="4164896" y="1020558"/>
                  <a:pt x="4164896" y="1020558"/>
                </a:cubicBezTo>
                <a:lnTo>
                  <a:pt x="4171959" y="1020558"/>
                </a:lnTo>
                <a:cubicBezTo>
                  <a:pt x="4172215" y="1020558"/>
                  <a:pt x="4172573" y="1020916"/>
                  <a:pt x="4172573" y="1020916"/>
                </a:cubicBezTo>
                <a:lnTo>
                  <a:pt x="4176105" y="1027058"/>
                </a:lnTo>
                <a:cubicBezTo>
                  <a:pt x="4176207" y="1027263"/>
                  <a:pt x="4176105" y="1027723"/>
                  <a:pt x="4176105" y="1027723"/>
                </a:cubicBezTo>
                <a:lnTo>
                  <a:pt x="4172573" y="1033865"/>
                </a:lnTo>
                <a:cubicBezTo>
                  <a:pt x="4172419" y="1034069"/>
                  <a:pt x="4171959" y="1034223"/>
                  <a:pt x="4171959" y="1034223"/>
                </a:cubicBezTo>
                <a:close/>
                <a:moveTo>
                  <a:pt x="4370183" y="1034223"/>
                </a:moveTo>
                <a:lnTo>
                  <a:pt x="4363121" y="1034223"/>
                </a:lnTo>
                <a:cubicBezTo>
                  <a:pt x="4362864" y="1034223"/>
                  <a:pt x="4362506" y="1033865"/>
                  <a:pt x="4362506" y="1033865"/>
                </a:cubicBezTo>
                <a:lnTo>
                  <a:pt x="4358975" y="1027723"/>
                </a:lnTo>
                <a:cubicBezTo>
                  <a:pt x="4358872" y="1027518"/>
                  <a:pt x="4358975" y="1027058"/>
                  <a:pt x="4358975" y="1027058"/>
                </a:cubicBezTo>
                <a:lnTo>
                  <a:pt x="4362506" y="1020916"/>
                </a:lnTo>
                <a:cubicBezTo>
                  <a:pt x="4362660" y="1020711"/>
                  <a:pt x="4363121" y="1020558"/>
                  <a:pt x="4363121" y="1020558"/>
                </a:cubicBezTo>
                <a:lnTo>
                  <a:pt x="4370183" y="1020558"/>
                </a:lnTo>
                <a:cubicBezTo>
                  <a:pt x="4370439" y="1020558"/>
                  <a:pt x="4370797" y="1020916"/>
                  <a:pt x="4370797" y="1020916"/>
                </a:cubicBezTo>
                <a:lnTo>
                  <a:pt x="4374329" y="1027058"/>
                </a:lnTo>
                <a:cubicBezTo>
                  <a:pt x="4374432" y="1027263"/>
                  <a:pt x="4374329" y="1027723"/>
                  <a:pt x="4374329" y="1027723"/>
                </a:cubicBezTo>
                <a:lnTo>
                  <a:pt x="4370797" y="1033865"/>
                </a:lnTo>
                <a:cubicBezTo>
                  <a:pt x="4370643" y="1034069"/>
                  <a:pt x="4370183" y="1034223"/>
                  <a:pt x="4370183" y="1034223"/>
                </a:cubicBezTo>
                <a:close/>
                <a:moveTo>
                  <a:pt x="4568408" y="1034223"/>
                </a:moveTo>
                <a:lnTo>
                  <a:pt x="4561345" y="1034223"/>
                </a:lnTo>
                <a:cubicBezTo>
                  <a:pt x="4561089" y="1034223"/>
                  <a:pt x="4560731" y="1033865"/>
                  <a:pt x="4560731" y="1033865"/>
                </a:cubicBezTo>
                <a:lnTo>
                  <a:pt x="4557199" y="1027723"/>
                </a:lnTo>
                <a:cubicBezTo>
                  <a:pt x="4557097" y="1027518"/>
                  <a:pt x="4557199" y="1027058"/>
                  <a:pt x="4557199" y="1027058"/>
                </a:cubicBezTo>
                <a:lnTo>
                  <a:pt x="4560731" y="1020916"/>
                </a:lnTo>
                <a:cubicBezTo>
                  <a:pt x="4560884" y="1020711"/>
                  <a:pt x="4561345" y="1020558"/>
                  <a:pt x="4561345" y="1020558"/>
                </a:cubicBezTo>
                <a:lnTo>
                  <a:pt x="4568408" y="1020558"/>
                </a:lnTo>
                <a:cubicBezTo>
                  <a:pt x="4568663" y="1020558"/>
                  <a:pt x="4569022" y="1020916"/>
                  <a:pt x="4569022" y="1020916"/>
                </a:cubicBezTo>
                <a:lnTo>
                  <a:pt x="4572554" y="1027058"/>
                </a:lnTo>
                <a:cubicBezTo>
                  <a:pt x="4572656" y="1027263"/>
                  <a:pt x="4572554" y="1027723"/>
                  <a:pt x="4572554" y="1027723"/>
                </a:cubicBezTo>
                <a:lnTo>
                  <a:pt x="4569022" y="1033865"/>
                </a:lnTo>
                <a:cubicBezTo>
                  <a:pt x="4568869" y="1034069"/>
                  <a:pt x="4568408" y="1034223"/>
                  <a:pt x="4568408" y="1034223"/>
                </a:cubicBezTo>
                <a:close/>
                <a:moveTo>
                  <a:pt x="4766683" y="1034223"/>
                </a:moveTo>
                <a:lnTo>
                  <a:pt x="4759621" y="1034223"/>
                </a:lnTo>
                <a:cubicBezTo>
                  <a:pt x="4759364" y="1034223"/>
                  <a:pt x="4759007" y="1033865"/>
                  <a:pt x="4759007" y="1033865"/>
                </a:cubicBezTo>
                <a:lnTo>
                  <a:pt x="4755475" y="1027723"/>
                </a:lnTo>
                <a:cubicBezTo>
                  <a:pt x="4755372" y="1027518"/>
                  <a:pt x="4755475" y="1027058"/>
                  <a:pt x="4755475" y="1027058"/>
                </a:cubicBezTo>
                <a:lnTo>
                  <a:pt x="4759007" y="1020916"/>
                </a:lnTo>
                <a:cubicBezTo>
                  <a:pt x="4759160" y="1020711"/>
                  <a:pt x="4759621" y="1020558"/>
                  <a:pt x="4759621" y="1020558"/>
                </a:cubicBezTo>
                <a:lnTo>
                  <a:pt x="4766683" y="1020558"/>
                </a:lnTo>
                <a:cubicBezTo>
                  <a:pt x="4766940" y="1020558"/>
                  <a:pt x="4767297" y="1020916"/>
                  <a:pt x="4767297" y="1020916"/>
                </a:cubicBezTo>
                <a:lnTo>
                  <a:pt x="4770829" y="1027058"/>
                </a:lnTo>
                <a:cubicBezTo>
                  <a:pt x="4770932" y="1027263"/>
                  <a:pt x="4770829" y="1027723"/>
                  <a:pt x="4770829" y="1027723"/>
                </a:cubicBezTo>
                <a:lnTo>
                  <a:pt x="4767297" y="1033865"/>
                </a:lnTo>
                <a:cubicBezTo>
                  <a:pt x="4767144" y="1034069"/>
                  <a:pt x="4766683" y="1034223"/>
                  <a:pt x="4766683" y="1034223"/>
                </a:cubicBezTo>
                <a:close/>
                <a:moveTo>
                  <a:pt x="4964909" y="1034223"/>
                </a:moveTo>
                <a:lnTo>
                  <a:pt x="4957846" y="1034223"/>
                </a:lnTo>
                <a:cubicBezTo>
                  <a:pt x="4957589" y="1034223"/>
                  <a:pt x="4957232" y="1033865"/>
                  <a:pt x="4957232" y="1033865"/>
                </a:cubicBezTo>
                <a:lnTo>
                  <a:pt x="4953699" y="1027723"/>
                </a:lnTo>
                <a:cubicBezTo>
                  <a:pt x="4953597" y="1027518"/>
                  <a:pt x="4953699" y="1027058"/>
                  <a:pt x="4953699" y="1027058"/>
                </a:cubicBezTo>
                <a:lnTo>
                  <a:pt x="4957232" y="1020916"/>
                </a:lnTo>
                <a:cubicBezTo>
                  <a:pt x="4957384" y="1020711"/>
                  <a:pt x="4957846" y="1020558"/>
                  <a:pt x="4957846" y="1020558"/>
                </a:cubicBezTo>
                <a:lnTo>
                  <a:pt x="4964909" y="1020558"/>
                </a:lnTo>
                <a:cubicBezTo>
                  <a:pt x="4965164" y="1020558"/>
                  <a:pt x="4965523" y="1020916"/>
                  <a:pt x="4965523" y="1020916"/>
                </a:cubicBezTo>
                <a:lnTo>
                  <a:pt x="4969054" y="1027058"/>
                </a:lnTo>
                <a:cubicBezTo>
                  <a:pt x="4969156" y="1027263"/>
                  <a:pt x="4969054" y="1027723"/>
                  <a:pt x="4969054" y="1027723"/>
                </a:cubicBezTo>
                <a:lnTo>
                  <a:pt x="4965523" y="1033865"/>
                </a:lnTo>
                <a:cubicBezTo>
                  <a:pt x="4965369" y="1034069"/>
                  <a:pt x="4964909" y="1034223"/>
                  <a:pt x="4964909" y="1034223"/>
                </a:cubicBezTo>
                <a:close/>
                <a:moveTo>
                  <a:pt x="5163134" y="1034223"/>
                </a:moveTo>
                <a:lnTo>
                  <a:pt x="5156070" y="1034223"/>
                </a:lnTo>
                <a:cubicBezTo>
                  <a:pt x="5155814" y="1034223"/>
                  <a:pt x="5155456" y="1033865"/>
                  <a:pt x="5155456" y="1033865"/>
                </a:cubicBezTo>
                <a:lnTo>
                  <a:pt x="5151924" y="1027723"/>
                </a:lnTo>
                <a:cubicBezTo>
                  <a:pt x="5151822" y="1027518"/>
                  <a:pt x="5151924" y="1027058"/>
                  <a:pt x="5151924" y="1027058"/>
                </a:cubicBezTo>
                <a:lnTo>
                  <a:pt x="5155456" y="1020916"/>
                </a:lnTo>
                <a:cubicBezTo>
                  <a:pt x="5155610" y="1020711"/>
                  <a:pt x="5156070" y="1020558"/>
                  <a:pt x="5156070" y="1020558"/>
                </a:cubicBezTo>
                <a:lnTo>
                  <a:pt x="5163134" y="1020558"/>
                </a:lnTo>
                <a:cubicBezTo>
                  <a:pt x="5163388" y="1020558"/>
                  <a:pt x="5163748" y="1020916"/>
                  <a:pt x="5163748" y="1020916"/>
                </a:cubicBezTo>
                <a:lnTo>
                  <a:pt x="5167279" y="1027058"/>
                </a:lnTo>
                <a:cubicBezTo>
                  <a:pt x="5167381" y="1027263"/>
                  <a:pt x="5167279" y="1027723"/>
                  <a:pt x="5167279" y="1027723"/>
                </a:cubicBezTo>
                <a:lnTo>
                  <a:pt x="5163748" y="1033865"/>
                </a:lnTo>
                <a:cubicBezTo>
                  <a:pt x="5163594" y="1034069"/>
                  <a:pt x="5163134" y="1034223"/>
                  <a:pt x="5163134" y="1034223"/>
                </a:cubicBezTo>
                <a:close/>
                <a:moveTo>
                  <a:pt x="5361358" y="1034223"/>
                </a:moveTo>
                <a:lnTo>
                  <a:pt x="5354295" y="1034223"/>
                </a:lnTo>
                <a:cubicBezTo>
                  <a:pt x="5354038" y="1034223"/>
                  <a:pt x="5353680" y="1033865"/>
                  <a:pt x="5353680" y="1033865"/>
                </a:cubicBezTo>
                <a:lnTo>
                  <a:pt x="5350149" y="1027723"/>
                </a:lnTo>
                <a:cubicBezTo>
                  <a:pt x="5350047" y="1027518"/>
                  <a:pt x="5350149" y="1027058"/>
                  <a:pt x="5350149" y="1027058"/>
                </a:cubicBezTo>
                <a:lnTo>
                  <a:pt x="5353680" y="1020916"/>
                </a:lnTo>
                <a:cubicBezTo>
                  <a:pt x="5353835" y="1020711"/>
                  <a:pt x="5354295" y="1020558"/>
                  <a:pt x="5354295" y="1020558"/>
                </a:cubicBezTo>
                <a:lnTo>
                  <a:pt x="5361358" y="1020558"/>
                </a:lnTo>
                <a:cubicBezTo>
                  <a:pt x="5361614" y="1020558"/>
                  <a:pt x="5361972" y="1020916"/>
                  <a:pt x="5361972" y="1020916"/>
                </a:cubicBezTo>
                <a:lnTo>
                  <a:pt x="5365503" y="1027058"/>
                </a:lnTo>
                <a:cubicBezTo>
                  <a:pt x="5365606" y="1027263"/>
                  <a:pt x="5365503" y="1027723"/>
                  <a:pt x="5365503" y="1027723"/>
                </a:cubicBezTo>
                <a:lnTo>
                  <a:pt x="5361972" y="1033865"/>
                </a:lnTo>
                <a:cubicBezTo>
                  <a:pt x="5361818" y="1034069"/>
                  <a:pt x="5361358" y="1034223"/>
                  <a:pt x="5361358" y="1034223"/>
                </a:cubicBezTo>
                <a:close/>
                <a:moveTo>
                  <a:pt x="5559633" y="1034223"/>
                </a:moveTo>
                <a:lnTo>
                  <a:pt x="5552569" y="1034223"/>
                </a:lnTo>
                <a:cubicBezTo>
                  <a:pt x="5552314" y="1034223"/>
                  <a:pt x="5551956" y="1033865"/>
                  <a:pt x="5551956" y="1033865"/>
                </a:cubicBezTo>
                <a:lnTo>
                  <a:pt x="5548424" y="1027723"/>
                </a:lnTo>
                <a:cubicBezTo>
                  <a:pt x="5548322" y="1027518"/>
                  <a:pt x="5548424" y="1027058"/>
                  <a:pt x="5548424" y="1027058"/>
                </a:cubicBezTo>
                <a:lnTo>
                  <a:pt x="5551956" y="1020916"/>
                </a:lnTo>
                <a:cubicBezTo>
                  <a:pt x="5552109" y="1020711"/>
                  <a:pt x="5552569" y="1020558"/>
                  <a:pt x="5552569" y="1020558"/>
                </a:cubicBezTo>
                <a:lnTo>
                  <a:pt x="5559633" y="1020558"/>
                </a:lnTo>
                <a:cubicBezTo>
                  <a:pt x="5559889" y="1020558"/>
                  <a:pt x="5560246" y="1020916"/>
                  <a:pt x="5560246" y="1020916"/>
                </a:cubicBezTo>
                <a:lnTo>
                  <a:pt x="5563779" y="1027058"/>
                </a:lnTo>
                <a:cubicBezTo>
                  <a:pt x="5563881" y="1027263"/>
                  <a:pt x="5563779" y="1027723"/>
                  <a:pt x="5563779" y="1027723"/>
                </a:cubicBezTo>
                <a:lnTo>
                  <a:pt x="5560246" y="1033865"/>
                </a:lnTo>
                <a:cubicBezTo>
                  <a:pt x="5560094" y="1034069"/>
                  <a:pt x="5559633" y="1034223"/>
                  <a:pt x="5559633" y="1034223"/>
                </a:cubicBezTo>
                <a:close/>
                <a:moveTo>
                  <a:pt x="5757857" y="1034223"/>
                </a:moveTo>
                <a:lnTo>
                  <a:pt x="5750795" y="1034223"/>
                </a:lnTo>
                <a:cubicBezTo>
                  <a:pt x="5750538" y="1034223"/>
                  <a:pt x="5750181" y="1033865"/>
                  <a:pt x="5750181" y="1033865"/>
                </a:cubicBezTo>
                <a:lnTo>
                  <a:pt x="5746649" y="1027723"/>
                </a:lnTo>
                <a:cubicBezTo>
                  <a:pt x="5746546" y="1027518"/>
                  <a:pt x="5746649" y="1027058"/>
                  <a:pt x="5746649" y="1027058"/>
                </a:cubicBezTo>
                <a:lnTo>
                  <a:pt x="5750181" y="1020916"/>
                </a:lnTo>
                <a:cubicBezTo>
                  <a:pt x="5750333" y="1020711"/>
                  <a:pt x="5750795" y="1020558"/>
                  <a:pt x="5750795" y="1020558"/>
                </a:cubicBezTo>
                <a:lnTo>
                  <a:pt x="5757857" y="1020558"/>
                </a:lnTo>
                <a:cubicBezTo>
                  <a:pt x="5758114" y="1020558"/>
                  <a:pt x="5758471" y="1020916"/>
                  <a:pt x="5758471" y="1020916"/>
                </a:cubicBezTo>
                <a:lnTo>
                  <a:pt x="5762003" y="1027058"/>
                </a:lnTo>
                <a:cubicBezTo>
                  <a:pt x="5762106" y="1027263"/>
                  <a:pt x="5762003" y="1027723"/>
                  <a:pt x="5762003" y="1027723"/>
                </a:cubicBezTo>
                <a:lnTo>
                  <a:pt x="5758471" y="1033865"/>
                </a:lnTo>
                <a:cubicBezTo>
                  <a:pt x="5758318" y="1034069"/>
                  <a:pt x="5757857" y="1034223"/>
                  <a:pt x="5757857" y="1034223"/>
                </a:cubicBezTo>
                <a:close/>
                <a:moveTo>
                  <a:pt x="5956083" y="1034223"/>
                </a:moveTo>
                <a:lnTo>
                  <a:pt x="5949019" y="1034223"/>
                </a:lnTo>
                <a:cubicBezTo>
                  <a:pt x="5948763" y="1034223"/>
                  <a:pt x="5948405" y="1033865"/>
                  <a:pt x="5948405" y="1033865"/>
                </a:cubicBezTo>
                <a:lnTo>
                  <a:pt x="5944873" y="1027723"/>
                </a:lnTo>
                <a:cubicBezTo>
                  <a:pt x="5944771" y="1027518"/>
                  <a:pt x="5944873" y="1027058"/>
                  <a:pt x="5944873" y="1027058"/>
                </a:cubicBezTo>
                <a:lnTo>
                  <a:pt x="5948405" y="1020916"/>
                </a:lnTo>
                <a:cubicBezTo>
                  <a:pt x="5948558" y="1020711"/>
                  <a:pt x="5949019" y="1020558"/>
                  <a:pt x="5949019" y="1020558"/>
                </a:cubicBezTo>
                <a:lnTo>
                  <a:pt x="5956083" y="1020558"/>
                </a:lnTo>
                <a:cubicBezTo>
                  <a:pt x="5956338" y="1020558"/>
                  <a:pt x="5956697" y="1020916"/>
                  <a:pt x="5956697" y="1020916"/>
                </a:cubicBezTo>
                <a:lnTo>
                  <a:pt x="5960227" y="1027058"/>
                </a:lnTo>
                <a:cubicBezTo>
                  <a:pt x="5960330" y="1027263"/>
                  <a:pt x="5960227" y="1027723"/>
                  <a:pt x="5960227" y="1027723"/>
                </a:cubicBezTo>
                <a:lnTo>
                  <a:pt x="5956697" y="1033865"/>
                </a:lnTo>
                <a:cubicBezTo>
                  <a:pt x="5956542" y="1034069"/>
                  <a:pt x="5956083" y="1034223"/>
                  <a:pt x="5956083" y="1034223"/>
                </a:cubicBezTo>
                <a:close/>
                <a:moveTo>
                  <a:pt x="6154307" y="1034223"/>
                </a:moveTo>
                <a:lnTo>
                  <a:pt x="6147243" y="1034223"/>
                </a:lnTo>
                <a:cubicBezTo>
                  <a:pt x="6146988" y="1034223"/>
                  <a:pt x="6146629" y="1033865"/>
                  <a:pt x="6146629" y="1033865"/>
                </a:cubicBezTo>
                <a:lnTo>
                  <a:pt x="6143098" y="1027723"/>
                </a:lnTo>
                <a:cubicBezTo>
                  <a:pt x="6142996" y="1027518"/>
                  <a:pt x="6143098" y="1027058"/>
                  <a:pt x="6143098" y="1027058"/>
                </a:cubicBezTo>
                <a:lnTo>
                  <a:pt x="6146629" y="1020916"/>
                </a:lnTo>
                <a:cubicBezTo>
                  <a:pt x="6146783" y="1020711"/>
                  <a:pt x="6147243" y="1020558"/>
                  <a:pt x="6147243" y="1020558"/>
                </a:cubicBezTo>
                <a:lnTo>
                  <a:pt x="6154307" y="1020558"/>
                </a:lnTo>
                <a:cubicBezTo>
                  <a:pt x="6154562" y="1020558"/>
                  <a:pt x="6154921" y="1020916"/>
                  <a:pt x="6154921" y="1020916"/>
                </a:cubicBezTo>
                <a:lnTo>
                  <a:pt x="6158453" y="1027058"/>
                </a:lnTo>
                <a:cubicBezTo>
                  <a:pt x="6158554" y="1027263"/>
                  <a:pt x="6158453" y="1027723"/>
                  <a:pt x="6158453" y="1027723"/>
                </a:cubicBezTo>
                <a:lnTo>
                  <a:pt x="6154921" y="1033865"/>
                </a:lnTo>
                <a:cubicBezTo>
                  <a:pt x="6154768" y="1034069"/>
                  <a:pt x="6154307" y="1034223"/>
                  <a:pt x="6154307" y="1034223"/>
                </a:cubicBezTo>
                <a:close/>
                <a:moveTo>
                  <a:pt x="6352582" y="1034223"/>
                </a:moveTo>
                <a:lnTo>
                  <a:pt x="6345519" y="1034223"/>
                </a:lnTo>
                <a:cubicBezTo>
                  <a:pt x="6345263" y="1034223"/>
                  <a:pt x="6344904" y="1033865"/>
                  <a:pt x="6344904" y="1033865"/>
                </a:cubicBezTo>
                <a:lnTo>
                  <a:pt x="6341373" y="1027723"/>
                </a:lnTo>
                <a:cubicBezTo>
                  <a:pt x="6341271" y="1027518"/>
                  <a:pt x="6341373" y="1027058"/>
                  <a:pt x="6341373" y="1027058"/>
                </a:cubicBezTo>
                <a:lnTo>
                  <a:pt x="6344904" y="1020916"/>
                </a:lnTo>
                <a:cubicBezTo>
                  <a:pt x="6345058" y="1020711"/>
                  <a:pt x="6345519" y="1020558"/>
                  <a:pt x="6345519" y="1020558"/>
                </a:cubicBezTo>
                <a:lnTo>
                  <a:pt x="6352582" y="1020558"/>
                </a:lnTo>
                <a:cubicBezTo>
                  <a:pt x="6352838" y="1020558"/>
                  <a:pt x="6353196" y="1020916"/>
                  <a:pt x="6353196" y="1020916"/>
                </a:cubicBezTo>
                <a:lnTo>
                  <a:pt x="6356728" y="1027058"/>
                </a:lnTo>
                <a:cubicBezTo>
                  <a:pt x="6356830" y="1027263"/>
                  <a:pt x="6356728" y="1027723"/>
                  <a:pt x="6356728" y="1027723"/>
                </a:cubicBezTo>
                <a:lnTo>
                  <a:pt x="6353196" y="1033865"/>
                </a:lnTo>
                <a:cubicBezTo>
                  <a:pt x="6353043" y="1034069"/>
                  <a:pt x="6352582" y="1034223"/>
                  <a:pt x="6352582" y="1034223"/>
                </a:cubicBezTo>
                <a:close/>
                <a:moveTo>
                  <a:pt x="6550807" y="1034223"/>
                </a:moveTo>
                <a:lnTo>
                  <a:pt x="6543744" y="1034223"/>
                </a:lnTo>
                <a:cubicBezTo>
                  <a:pt x="6543488" y="1034223"/>
                  <a:pt x="6543129" y="1033865"/>
                  <a:pt x="6543129" y="1033865"/>
                </a:cubicBezTo>
                <a:lnTo>
                  <a:pt x="6539598" y="1027723"/>
                </a:lnTo>
                <a:cubicBezTo>
                  <a:pt x="6539495" y="1027518"/>
                  <a:pt x="6539598" y="1027058"/>
                  <a:pt x="6539598" y="1027058"/>
                </a:cubicBezTo>
                <a:lnTo>
                  <a:pt x="6543129" y="1020916"/>
                </a:lnTo>
                <a:cubicBezTo>
                  <a:pt x="6543282" y="1020711"/>
                  <a:pt x="6543744" y="1020558"/>
                  <a:pt x="6543744" y="1020558"/>
                </a:cubicBezTo>
                <a:lnTo>
                  <a:pt x="6550807" y="1020558"/>
                </a:lnTo>
                <a:cubicBezTo>
                  <a:pt x="6551063" y="1020558"/>
                  <a:pt x="6551420" y="1020916"/>
                  <a:pt x="6551420" y="1020916"/>
                </a:cubicBezTo>
                <a:lnTo>
                  <a:pt x="6554953" y="1027058"/>
                </a:lnTo>
                <a:cubicBezTo>
                  <a:pt x="6555055" y="1027263"/>
                  <a:pt x="6554953" y="1027723"/>
                  <a:pt x="6554953" y="1027723"/>
                </a:cubicBezTo>
                <a:lnTo>
                  <a:pt x="6551420" y="1033865"/>
                </a:lnTo>
                <a:cubicBezTo>
                  <a:pt x="6551267" y="1034069"/>
                  <a:pt x="6550807" y="1034223"/>
                  <a:pt x="6550807" y="1034223"/>
                </a:cubicBezTo>
                <a:close/>
                <a:moveTo>
                  <a:pt x="6749031" y="1034223"/>
                </a:moveTo>
                <a:lnTo>
                  <a:pt x="6741967" y="1034223"/>
                </a:lnTo>
                <a:cubicBezTo>
                  <a:pt x="6741711" y="1034223"/>
                  <a:pt x="6741354" y="1033865"/>
                  <a:pt x="6741354" y="1033865"/>
                </a:cubicBezTo>
                <a:lnTo>
                  <a:pt x="6737823" y="1027723"/>
                </a:lnTo>
                <a:cubicBezTo>
                  <a:pt x="6737720" y="1027518"/>
                  <a:pt x="6737823" y="1027058"/>
                  <a:pt x="6737823" y="1027058"/>
                </a:cubicBezTo>
                <a:lnTo>
                  <a:pt x="6741354" y="1020916"/>
                </a:lnTo>
                <a:cubicBezTo>
                  <a:pt x="6741508" y="1020711"/>
                  <a:pt x="6741967" y="1020558"/>
                  <a:pt x="6741967" y="1020558"/>
                </a:cubicBezTo>
                <a:lnTo>
                  <a:pt x="6749031" y="1020558"/>
                </a:lnTo>
                <a:cubicBezTo>
                  <a:pt x="6749287" y="1020558"/>
                  <a:pt x="6749646" y="1020916"/>
                  <a:pt x="6749646" y="1020916"/>
                </a:cubicBezTo>
                <a:lnTo>
                  <a:pt x="6753177" y="1027058"/>
                </a:lnTo>
                <a:cubicBezTo>
                  <a:pt x="6753279" y="1027263"/>
                  <a:pt x="6753177" y="1027723"/>
                  <a:pt x="6753177" y="1027723"/>
                </a:cubicBezTo>
                <a:lnTo>
                  <a:pt x="6749646" y="1033865"/>
                </a:lnTo>
                <a:cubicBezTo>
                  <a:pt x="6749491" y="1034069"/>
                  <a:pt x="6749031" y="1034223"/>
                  <a:pt x="6749031" y="1034223"/>
                </a:cubicBezTo>
                <a:close/>
                <a:moveTo>
                  <a:pt x="6947256" y="1034223"/>
                </a:moveTo>
                <a:lnTo>
                  <a:pt x="6940193" y="1034223"/>
                </a:lnTo>
                <a:cubicBezTo>
                  <a:pt x="6939937" y="1034223"/>
                  <a:pt x="6939578" y="1033865"/>
                  <a:pt x="6939578" y="1033865"/>
                </a:cubicBezTo>
                <a:lnTo>
                  <a:pt x="6936048" y="1027723"/>
                </a:lnTo>
                <a:cubicBezTo>
                  <a:pt x="6935945" y="1027518"/>
                  <a:pt x="6936048" y="1027058"/>
                  <a:pt x="6936048" y="1027058"/>
                </a:cubicBezTo>
                <a:lnTo>
                  <a:pt x="6939578" y="1020916"/>
                </a:lnTo>
                <a:cubicBezTo>
                  <a:pt x="6939733" y="1020711"/>
                  <a:pt x="6940193" y="1020558"/>
                  <a:pt x="6940193" y="1020558"/>
                </a:cubicBezTo>
                <a:lnTo>
                  <a:pt x="6947256" y="1020558"/>
                </a:lnTo>
                <a:cubicBezTo>
                  <a:pt x="6947512" y="1020558"/>
                  <a:pt x="6947870" y="1020916"/>
                  <a:pt x="6947870" y="1020916"/>
                </a:cubicBezTo>
                <a:lnTo>
                  <a:pt x="6951402" y="1027058"/>
                </a:lnTo>
                <a:cubicBezTo>
                  <a:pt x="6951504" y="1027263"/>
                  <a:pt x="6951402" y="1027723"/>
                  <a:pt x="6951402" y="1027723"/>
                </a:cubicBezTo>
                <a:lnTo>
                  <a:pt x="6947870" y="1033865"/>
                </a:lnTo>
                <a:cubicBezTo>
                  <a:pt x="6947717" y="1034069"/>
                  <a:pt x="6947256" y="1034223"/>
                  <a:pt x="6947256" y="1034223"/>
                </a:cubicBezTo>
                <a:close/>
                <a:moveTo>
                  <a:pt x="7145470" y="1034223"/>
                </a:moveTo>
                <a:lnTo>
                  <a:pt x="7138406" y="1034223"/>
                </a:lnTo>
                <a:cubicBezTo>
                  <a:pt x="7138151" y="1034223"/>
                  <a:pt x="7137793" y="1033865"/>
                  <a:pt x="7137793" y="1033865"/>
                </a:cubicBezTo>
                <a:lnTo>
                  <a:pt x="7134260" y="1027723"/>
                </a:lnTo>
                <a:cubicBezTo>
                  <a:pt x="7134159" y="1027518"/>
                  <a:pt x="7134260" y="1027058"/>
                  <a:pt x="7134260" y="1027058"/>
                </a:cubicBezTo>
                <a:lnTo>
                  <a:pt x="7137793" y="1020916"/>
                </a:lnTo>
                <a:cubicBezTo>
                  <a:pt x="7137946" y="1020711"/>
                  <a:pt x="7138406" y="1020558"/>
                  <a:pt x="7138406" y="1020558"/>
                </a:cubicBezTo>
                <a:lnTo>
                  <a:pt x="7145470" y="1020558"/>
                </a:lnTo>
                <a:cubicBezTo>
                  <a:pt x="7145726" y="1020558"/>
                  <a:pt x="7146084" y="1020916"/>
                  <a:pt x="7146084" y="1020916"/>
                </a:cubicBezTo>
                <a:lnTo>
                  <a:pt x="7149616" y="1027058"/>
                </a:lnTo>
                <a:cubicBezTo>
                  <a:pt x="7149718" y="1027263"/>
                  <a:pt x="7149616" y="1027723"/>
                  <a:pt x="7149616" y="1027723"/>
                </a:cubicBezTo>
                <a:lnTo>
                  <a:pt x="7146084" y="1033865"/>
                </a:lnTo>
                <a:cubicBezTo>
                  <a:pt x="7145932" y="1034069"/>
                  <a:pt x="7145470" y="1034223"/>
                  <a:pt x="7145470" y="1034223"/>
                </a:cubicBezTo>
                <a:close/>
                <a:moveTo>
                  <a:pt x="7343744" y="1034223"/>
                </a:moveTo>
                <a:lnTo>
                  <a:pt x="7336680" y="1034223"/>
                </a:lnTo>
                <a:cubicBezTo>
                  <a:pt x="7336425" y="1034223"/>
                  <a:pt x="7336065" y="1033865"/>
                  <a:pt x="7336065" y="1033865"/>
                </a:cubicBezTo>
                <a:lnTo>
                  <a:pt x="7332534" y="1027723"/>
                </a:lnTo>
                <a:cubicBezTo>
                  <a:pt x="7332432" y="1027518"/>
                  <a:pt x="7332534" y="1027058"/>
                  <a:pt x="7332534" y="1027058"/>
                </a:cubicBezTo>
                <a:lnTo>
                  <a:pt x="7336065" y="1020916"/>
                </a:lnTo>
                <a:cubicBezTo>
                  <a:pt x="7336219" y="1020711"/>
                  <a:pt x="7336680" y="1020558"/>
                  <a:pt x="7336680" y="1020558"/>
                </a:cubicBezTo>
                <a:lnTo>
                  <a:pt x="7343744" y="1020558"/>
                </a:lnTo>
                <a:cubicBezTo>
                  <a:pt x="7343999" y="1020558"/>
                  <a:pt x="7344358" y="1020916"/>
                  <a:pt x="7344358" y="1020916"/>
                </a:cubicBezTo>
                <a:lnTo>
                  <a:pt x="7347889" y="1027058"/>
                </a:lnTo>
                <a:cubicBezTo>
                  <a:pt x="7347991" y="1027263"/>
                  <a:pt x="7347889" y="1027723"/>
                  <a:pt x="7347889" y="1027723"/>
                </a:cubicBezTo>
                <a:lnTo>
                  <a:pt x="7344358" y="1033865"/>
                </a:lnTo>
                <a:cubicBezTo>
                  <a:pt x="7344202" y="1034069"/>
                  <a:pt x="7343744" y="1034223"/>
                  <a:pt x="7343744" y="1034223"/>
                </a:cubicBezTo>
                <a:close/>
                <a:moveTo>
                  <a:pt x="7541939" y="1034223"/>
                </a:moveTo>
                <a:lnTo>
                  <a:pt x="7534875" y="1034223"/>
                </a:lnTo>
                <a:cubicBezTo>
                  <a:pt x="7534620" y="1034223"/>
                  <a:pt x="7534261" y="1033865"/>
                  <a:pt x="7534261" y="1033865"/>
                </a:cubicBezTo>
                <a:lnTo>
                  <a:pt x="7530730" y="1027723"/>
                </a:lnTo>
                <a:cubicBezTo>
                  <a:pt x="7530628" y="1027518"/>
                  <a:pt x="7530730" y="1027058"/>
                  <a:pt x="7530730" y="1027058"/>
                </a:cubicBezTo>
                <a:lnTo>
                  <a:pt x="7534261" y="1020916"/>
                </a:lnTo>
                <a:cubicBezTo>
                  <a:pt x="7534415" y="1020711"/>
                  <a:pt x="7534875" y="1020558"/>
                  <a:pt x="7534875" y="1020558"/>
                </a:cubicBezTo>
                <a:lnTo>
                  <a:pt x="7541939" y="1020558"/>
                </a:lnTo>
                <a:cubicBezTo>
                  <a:pt x="7542196" y="1020558"/>
                  <a:pt x="7542553" y="1020916"/>
                  <a:pt x="7542553" y="1020916"/>
                </a:cubicBezTo>
                <a:lnTo>
                  <a:pt x="7546085" y="1027058"/>
                </a:lnTo>
                <a:cubicBezTo>
                  <a:pt x="7546188" y="1027263"/>
                  <a:pt x="7546085" y="1027723"/>
                  <a:pt x="7546085" y="1027723"/>
                </a:cubicBezTo>
                <a:lnTo>
                  <a:pt x="7542553" y="1033865"/>
                </a:lnTo>
                <a:cubicBezTo>
                  <a:pt x="7542400" y="1034069"/>
                  <a:pt x="7541939" y="1034223"/>
                  <a:pt x="7541939" y="1034223"/>
                </a:cubicBezTo>
                <a:close/>
                <a:moveTo>
                  <a:pt x="7740128" y="1034223"/>
                </a:moveTo>
                <a:lnTo>
                  <a:pt x="7733065" y="1034223"/>
                </a:lnTo>
                <a:cubicBezTo>
                  <a:pt x="7732809" y="1034223"/>
                  <a:pt x="7732451" y="1033865"/>
                  <a:pt x="7732451" y="1033865"/>
                </a:cubicBezTo>
                <a:lnTo>
                  <a:pt x="7728919" y="1027723"/>
                </a:lnTo>
                <a:cubicBezTo>
                  <a:pt x="7728817" y="1027518"/>
                  <a:pt x="7728919" y="1027058"/>
                  <a:pt x="7728919" y="1027058"/>
                </a:cubicBezTo>
                <a:lnTo>
                  <a:pt x="7732451" y="1020916"/>
                </a:lnTo>
                <a:cubicBezTo>
                  <a:pt x="7732604" y="1020711"/>
                  <a:pt x="7733065" y="1020558"/>
                  <a:pt x="7733065" y="1020558"/>
                </a:cubicBezTo>
                <a:lnTo>
                  <a:pt x="7740128" y="1020558"/>
                </a:lnTo>
                <a:cubicBezTo>
                  <a:pt x="7740384" y="1020558"/>
                  <a:pt x="7740742" y="1020916"/>
                  <a:pt x="7740742" y="1020916"/>
                </a:cubicBezTo>
                <a:lnTo>
                  <a:pt x="7744274" y="1027058"/>
                </a:lnTo>
                <a:cubicBezTo>
                  <a:pt x="7744376" y="1027263"/>
                  <a:pt x="7744274" y="1027723"/>
                  <a:pt x="7744274" y="1027723"/>
                </a:cubicBezTo>
                <a:lnTo>
                  <a:pt x="7740742" y="1033865"/>
                </a:lnTo>
                <a:cubicBezTo>
                  <a:pt x="7740590" y="1034069"/>
                  <a:pt x="7740128" y="1034223"/>
                  <a:pt x="7740128" y="1034223"/>
                </a:cubicBezTo>
                <a:close/>
                <a:moveTo>
                  <a:pt x="7938307" y="1034223"/>
                </a:moveTo>
                <a:lnTo>
                  <a:pt x="7931243" y="1034223"/>
                </a:lnTo>
                <a:cubicBezTo>
                  <a:pt x="7930987" y="1034223"/>
                  <a:pt x="7930629" y="1033865"/>
                  <a:pt x="7930629" y="1033865"/>
                </a:cubicBezTo>
                <a:lnTo>
                  <a:pt x="7927098" y="1027723"/>
                </a:lnTo>
                <a:cubicBezTo>
                  <a:pt x="7926996" y="1027518"/>
                  <a:pt x="7927098" y="1027058"/>
                  <a:pt x="7927098" y="1027058"/>
                </a:cubicBezTo>
                <a:lnTo>
                  <a:pt x="7930629" y="1020916"/>
                </a:lnTo>
                <a:cubicBezTo>
                  <a:pt x="7930782" y="1020711"/>
                  <a:pt x="7931243" y="1020558"/>
                  <a:pt x="7931243" y="1020558"/>
                </a:cubicBezTo>
                <a:lnTo>
                  <a:pt x="7938307" y="1020558"/>
                </a:lnTo>
                <a:cubicBezTo>
                  <a:pt x="7938563" y="1020558"/>
                  <a:pt x="7938921" y="1020916"/>
                  <a:pt x="7938921" y="1020916"/>
                </a:cubicBezTo>
                <a:lnTo>
                  <a:pt x="7942452" y="1027058"/>
                </a:lnTo>
                <a:cubicBezTo>
                  <a:pt x="7942555" y="1027263"/>
                  <a:pt x="7942452" y="1027723"/>
                  <a:pt x="7942452" y="1027723"/>
                </a:cubicBezTo>
                <a:lnTo>
                  <a:pt x="7938921" y="1033865"/>
                </a:lnTo>
                <a:cubicBezTo>
                  <a:pt x="7938767" y="1034069"/>
                  <a:pt x="7938307" y="1034223"/>
                  <a:pt x="7938307" y="1034223"/>
                </a:cubicBezTo>
                <a:close/>
                <a:moveTo>
                  <a:pt x="8136562" y="1034223"/>
                </a:moveTo>
                <a:lnTo>
                  <a:pt x="8129499" y="1034223"/>
                </a:lnTo>
                <a:cubicBezTo>
                  <a:pt x="8129244" y="1034223"/>
                  <a:pt x="8128886" y="1033865"/>
                  <a:pt x="8128886" y="1033865"/>
                </a:cubicBezTo>
                <a:lnTo>
                  <a:pt x="8125354" y="1027723"/>
                </a:lnTo>
                <a:cubicBezTo>
                  <a:pt x="8125251" y="1027518"/>
                  <a:pt x="8125354" y="1027058"/>
                  <a:pt x="8125354" y="1027058"/>
                </a:cubicBezTo>
                <a:lnTo>
                  <a:pt x="8128886" y="1020916"/>
                </a:lnTo>
                <a:cubicBezTo>
                  <a:pt x="8129039" y="1020711"/>
                  <a:pt x="8129499" y="1020558"/>
                  <a:pt x="8129499" y="1020558"/>
                </a:cubicBezTo>
                <a:lnTo>
                  <a:pt x="8136562" y="1020558"/>
                </a:lnTo>
                <a:cubicBezTo>
                  <a:pt x="8136820" y="1020558"/>
                  <a:pt x="8137178" y="1020916"/>
                  <a:pt x="8137178" y="1020916"/>
                </a:cubicBezTo>
                <a:lnTo>
                  <a:pt x="8140710" y="1027058"/>
                </a:lnTo>
                <a:cubicBezTo>
                  <a:pt x="8140812" y="1027263"/>
                  <a:pt x="8140710" y="1027723"/>
                  <a:pt x="8140710" y="1027723"/>
                </a:cubicBezTo>
                <a:lnTo>
                  <a:pt x="8137178" y="1033865"/>
                </a:lnTo>
                <a:cubicBezTo>
                  <a:pt x="8137025" y="1034069"/>
                  <a:pt x="8136562" y="1034223"/>
                  <a:pt x="8136562" y="1034223"/>
                </a:cubicBezTo>
                <a:close/>
                <a:moveTo>
                  <a:pt x="8334876" y="1034223"/>
                </a:moveTo>
                <a:lnTo>
                  <a:pt x="8327811" y="1034223"/>
                </a:lnTo>
                <a:cubicBezTo>
                  <a:pt x="8327556" y="1034223"/>
                  <a:pt x="8327198" y="1033865"/>
                  <a:pt x="8327198" y="1033865"/>
                </a:cubicBezTo>
                <a:lnTo>
                  <a:pt x="8323665" y="1027723"/>
                </a:lnTo>
                <a:cubicBezTo>
                  <a:pt x="8323563" y="1027518"/>
                  <a:pt x="8323665" y="1027058"/>
                  <a:pt x="8323665" y="1027058"/>
                </a:cubicBezTo>
                <a:lnTo>
                  <a:pt x="8327198" y="1020916"/>
                </a:lnTo>
                <a:cubicBezTo>
                  <a:pt x="8327351" y="1020711"/>
                  <a:pt x="8327811" y="1020558"/>
                  <a:pt x="8327811" y="1020558"/>
                </a:cubicBezTo>
                <a:lnTo>
                  <a:pt x="8334876" y="1020558"/>
                </a:lnTo>
                <a:cubicBezTo>
                  <a:pt x="8335130" y="1020558"/>
                  <a:pt x="8335490" y="1020916"/>
                  <a:pt x="8335490" y="1020916"/>
                </a:cubicBezTo>
                <a:lnTo>
                  <a:pt x="8339022" y="1027058"/>
                </a:lnTo>
                <a:cubicBezTo>
                  <a:pt x="8339123" y="1027263"/>
                  <a:pt x="8339022" y="1027723"/>
                  <a:pt x="8339022" y="1027723"/>
                </a:cubicBezTo>
                <a:lnTo>
                  <a:pt x="8335490" y="1033865"/>
                </a:lnTo>
                <a:cubicBezTo>
                  <a:pt x="8335336" y="1034069"/>
                  <a:pt x="8334876" y="1034223"/>
                  <a:pt x="8334876" y="1034223"/>
                </a:cubicBezTo>
                <a:close/>
                <a:moveTo>
                  <a:pt x="8533107" y="1034223"/>
                </a:moveTo>
                <a:lnTo>
                  <a:pt x="8526043" y="1034223"/>
                </a:lnTo>
                <a:cubicBezTo>
                  <a:pt x="8525787" y="1034223"/>
                  <a:pt x="8525429" y="1033865"/>
                  <a:pt x="8525429" y="1033865"/>
                </a:cubicBezTo>
                <a:lnTo>
                  <a:pt x="8521898" y="1027723"/>
                </a:lnTo>
                <a:cubicBezTo>
                  <a:pt x="8521795" y="1027518"/>
                  <a:pt x="8521898" y="1027058"/>
                  <a:pt x="8521898" y="1027058"/>
                </a:cubicBezTo>
                <a:lnTo>
                  <a:pt x="8525429" y="1020916"/>
                </a:lnTo>
                <a:cubicBezTo>
                  <a:pt x="8525582" y="1020711"/>
                  <a:pt x="8526043" y="1020558"/>
                  <a:pt x="8526043" y="1020558"/>
                </a:cubicBezTo>
                <a:lnTo>
                  <a:pt x="8533107" y="1020558"/>
                </a:lnTo>
                <a:cubicBezTo>
                  <a:pt x="8533363" y="1020558"/>
                  <a:pt x="8533721" y="1020916"/>
                  <a:pt x="8533721" y="1020916"/>
                </a:cubicBezTo>
                <a:lnTo>
                  <a:pt x="8537252" y="1027058"/>
                </a:lnTo>
                <a:cubicBezTo>
                  <a:pt x="8537356" y="1027263"/>
                  <a:pt x="8537252" y="1027723"/>
                  <a:pt x="8537252" y="1027723"/>
                </a:cubicBezTo>
                <a:lnTo>
                  <a:pt x="8533721" y="1033865"/>
                </a:lnTo>
                <a:cubicBezTo>
                  <a:pt x="8533568" y="1034069"/>
                  <a:pt x="8533107" y="1034223"/>
                  <a:pt x="8533107" y="1034223"/>
                </a:cubicBezTo>
                <a:close/>
                <a:moveTo>
                  <a:pt x="8731325" y="1034223"/>
                </a:moveTo>
                <a:lnTo>
                  <a:pt x="8724263" y="1034223"/>
                </a:lnTo>
                <a:cubicBezTo>
                  <a:pt x="8724007" y="1034223"/>
                  <a:pt x="8723649" y="1033865"/>
                  <a:pt x="8723649" y="1033865"/>
                </a:cubicBezTo>
                <a:lnTo>
                  <a:pt x="8720117" y="1027723"/>
                </a:lnTo>
                <a:cubicBezTo>
                  <a:pt x="8720014" y="1027518"/>
                  <a:pt x="8720117" y="1027058"/>
                  <a:pt x="8720117" y="1027058"/>
                </a:cubicBezTo>
                <a:lnTo>
                  <a:pt x="8723649" y="1020916"/>
                </a:lnTo>
                <a:cubicBezTo>
                  <a:pt x="8723802" y="1020711"/>
                  <a:pt x="8724263" y="1020558"/>
                  <a:pt x="8724263" y="1020558"/>
                </a:cubicBezTo>
                <a:lnTo>
                  <a:pt x="8731325" y="1020558"/>
                </a:lnTo>
                <a:cubicBezTo>
                  <a:pt x="8731582" y="1020558"/>
                  <a:pt x="8731940" y="1020916"/>
                  <a:pt x="8731940" y="1020916"/>
                </a:cubicBezTo>
                <a:lnTo>
                  <a:pt x="8735473" y="1027058"/>
                </a:lnTo>
                <a:cubicBezTo>
                  <a:pt x="8735575" y="1027263"/>
                  <a:pt x="8735473" y="1027723"/>
                  <a:pt x="8735473" y="1027723"/>
                </a:cubicBezTo>
                <a:lnTo>
                  <a:pt x="8731940" y="1033865"/>
                </a:lnTo>
                <a:cubicBezTo>
                  <a:pt x="8731787" y="1034069"/>
                  <a:pt x="8731325" y="1034223"/>
                  <a:pt x="8731325" y="1034223"/>
                </a:cubicBezTo>
                <a:close/>
                <a:moveTo>
                  <a:pt x="8929556" y="1034223"/>
                </a:moveTo>
                <a:lnTo>
                  <a:pt x="8922493" y="1034223"/>
                </a:lnTo>
                <a:cubicBezTo>
                  <a:pt x="8922237" y="1034223"/>
                  <a:pt x="8921878" y="1033865"/>
                  <a:pt x="8921878" y="1033865"/>
                </a:cubicBezTo>
                <a:lnTo>
                  <a:pt x="8918348" y="1027723"/>
                </a:lnTo>
                <a:cubicBezTo>
                  <a:pt x="8918246" y="1027518"/>
                  <a:pt x="8918348" y="1027058"/>
                  <a:pt x="8918348" y="1027058"/>
                </a:cubicBezTo>
                <a:lnTo>
                  <a:pt x="8921878" y="1020916"/>
                </a:lnTo>
                <a:cubicBezTo>
                  <a:pt x="8922032" y="1020711"/>
                  <a:pt x="8922493" y="1020558"/>
                  <a:pt x="8922493" y="1020558"/>
                </a:cubicBezTo>
                <a:lnTo>
                  <a:pt x="8929556" y="1020558"/>
                </a:lnTo>
                <a:cubicBezTo>
                  <a:pt x="8929811" y="1020558"/>
                  <a:pt x="8930170" y="1020916"/>
                  <a:pt x="8930170" y="1020916"/>
                </a:cubicBezTo>
                <a:lnTo>
                  <a:pt x="8933702" y="1027058"/>
                </a:lnTo>
                <a:cubicBezTo>
                  <a:pt x="8933804" y="1027263"/>
                  <a:pt x="8933702" y="1027723"/>
                  <a:pt x="8933702" y="1027723"/>
                </a:cubicBezTo>
                <a:lnTo>
                  <a:pt x="8930170" y="1033865"/>
                </a:lnTo>
                <a:cubicBezTo>
                  <a:pt x="8930018" y="1034069"/>
                  <a:pt x="8929556" y="1034223"/>
                  <a:pt x="8929556" y="1034223"/>
                </a:cubicBezTo>
                <a:close/>
                <a:moveTo>
                  <a:pt x="9127718" y="1034223"/>
                </a:moveTo>
                <a:lnTo>
                  <a:pt x="9120657" y="1034223"/>
                </a:lnTo>
                <a:cubicBezTo>
                  <a:pt x="9120401" y="1034223"/>
                  <a:pt x="9120044" y="1033865"/>
                  <a:pt x="9120044" y="1033865"/>
                </a:cubicBezTo>
                <a:lnTo>
                  <a:pt x="9116510" y="1027723"/>
                </a:lnTo>
                <a:cubicBezTo>
                  <a:pt x="9116408" y="1027518"/>
                  <a:pt x="9116510" y="1027058"/>
                  <a:pt x="9116510" y="1027058"/>
                </a:cubicBezTo>
                <a:lnTo>
                  <a:pt x="9120044" y="1020916"/>
                </a:lnTo>
                <a:cubicBezTo>
                  <a:pt x="9120196" y="1020711"/>
                  <a:pt x="9120657" y="1020558"/>
                  <a:pt x="9120657" y="1020558"/>
                </a:cubicBezTo>
                <a:lnTo>
                  <a:pt x="9127718" y="1020558"/>
                </a:lnTo>
                <a:cubicBezTo>
                  <a:pt x="9127974" y="1020558"/>
                  <a:pt x="9128333" y="1020916"/>
                  <a:pt x="9128333" y="1020916"/>
                </a:cubicBezTo>
                <a:lnTo>
                  <a:pt x="9131865" y="1027058"/>
                </a:lnTo>
                <a:cubicBezTo>
                  <a:pt x="9131968" y="1027263"/>
                  <a:pt x="9131865" y="1027723"/>
                  <a:pt x="9131865" y="1027723"/>
                </a:cubicBezTo>
                <a:lnTo>
                  <a:pt x="9128333" y="1033865"/>
                </a:lnTo>
                <a:cubicBezTo>
                  <a:pt x="9128179" y="1034069"/>
                  <a:pt x="9127718" y="1034223"/>
                  <a:pt x="9127718" y="1034223"/>
                </a:cubicBezTo>
                <a:close/>
                <a:moveTo>
                  <a:pt x="9325945" y="1034223"/>
                </a:moveTo>
                <a:lnTo>
                  <a:pt x="9318882" y="1034223"/>
                </a:lnTo>
                <a:cubicBezTo>
                  <a:pt x="9318627" y="1034223"/>
                  <a:pt x="9318268" y="1033865"/>
                  <a:pt x="9318268" y="1033865"/>
                </a:cubicBezTo>
                <a:lnTo>
                  <a:pt x="9314736" y="1027723"/>
                </a:lnTo>
                <a:cubicBezTo>
                  <a:pt x="9314633" y="1027518"/>
                  <a:pt x="9314736" y="1027058"/>
                  <a:pt x="9314736" y="1027058"/>
                </a:cubicBezTo>
                <a:lnTo>
                  <a:pt x="9318268" y="1020916"/>
                </a:lnTo>
                <a:cubicBezTo>
                  <a:pt x="9318421" y="1020711"/>
                  <a:pt x="9318882" y="1020558"/>
                  <a:pt x="9318882" y="1020558"/>
                </a:cubicBezTo>
                <a:lnTo>
                  <a:pt x="9325945" y="1020558"/>
                </a:lnTo>
                <a:cubicBezTo>
                  <a:pt x="9326202" y="1020558"/>
                  <a:pt x="9326562" y="1020916"/>
                  <a:pt x="9326562" y="1020916"/>
                </a:cubicBezTo>
                <a:lnTo>
                  <a:pt x="9330092" y="1027058"/>
                </a:lnTo>
                <a:cubicBezTo>
                  <a:pt x="9330194" y="1027263"/>
                  <a:pt x="9330092" y="1027723"/>
                  <a:pt x="9330092" y="1027723"/>
                </a:cubicBezTo>
                <a:lnTo>
                  <a:pt x="9326562" y="1033865"/>
                </a:lnTo>
                <a:cubicBezTo>
                  <a:pt x="9326407" y="1034069"/>
                  <a:pt x="9325945" y="1034223"/>
                  <a:pt x="9325945" y="1034223"/>
                </a:cubicBezTo>
                <a:close/>
                <a:moveTo>
                  <a:pt x="9524167" y="1034223"/>
                </a:moveTo>
                <a:lnTo>
                  <a:pt x="9517103" y="1034223"/>
                </a:lnTo>
                <a:cubicBezTo>
                  <a:pt x="9516847" y="1034223"/>
                  <a:pt x="9516489" y="1033865"/>
                  <a:pt x="9516489" y="1033865"/>
                </a:cubicBezTo>
                <a:lnTo>
                  <a:pt x="9512956" y="1027723"/>
                </a:lnTo>
                <a:cubicBezTo>
                  <a:pt x="9512855" y="1027518"/>
                  <a:pt x="9512956" y="1027058"/>
                  <a:pt x="9512956" y="1027058"/>
                </a:cubicBezTo>
                <a:lnTo>
                  <a:pt x="9516489" y="1020916"/>
                </a:lnTo>
                <a:cubicBezTo>
                  <a:pt x="9516643" y="1020711"/>
                  <a:pt x="9517103" y="1020558"/>
                  <a:pt x="9517103" y="1020558"/>
                </a:cubicBezTo>
                <a:lnTo>
                  <a:pt x="9524167" y="1020558"/>
                </a:lnTo>
                <a:cubicBezTo>
                  <a:pt x="9524422" y="1020558"/>
                  <a:pt x="9524780" y="1020916"/>
                  <a:pt x="9524780" y="1020916"/>
                </a:cubicBezTo>
                <a:lnTo>
                  <a:pt x="9528313" y="1027058"/>
                </a:lnTo>
                <a:cubicBezTo>
                  <a:pt x="9528415" y="1027263"/>
                  <a:pt x="9528313" y="1027723"/>
                  <a:pt x="9528313" y="1027723"/>
                </a:cubicBezTo>
                <a:lnTo>
                  <a:pt x="9524780" y="1033865"/>
                </a:lnTo>
                <a:cubicBezTo>
                  <a:pt x="9524627" y="1034069"/>
                  <a:pt x="9524167" y="1034223"/>
                  <a:pt x="9524167" y="1034223"/>
                </a:cubicBezTo>
                <a:close/>
                <a:moveTo>
                  <a:pt x="9722558" y="1034223"/>
                </a:moveTo>
                <a:lnTo>
                  <a:pt x="9715496" y="1034223"/>
                </a:lnTo>
                <a:cubicBezTo>
                  <a:pt x="9715241" y="1034223"/>
                  <a:pt x="9714881" y="1033865"/>
                  <a:pt x="9714881" y="1033865"/>
                </a:cubicBezTo>
                <a:lnTo>
                  <a:pt x="9711351" y="1027723"/>
                </a:lnTo>
                <a:cubicBezTo>
                  <a:pt x="9711248" y="1027518"/>
                  <a:pt x="9711351" y="1027058"/>
                  <a:pt x="9711351" y="1027058"/>
                </a:cubicBezTo>
                <a:lnTo>
                  <a:pt x="9714881" y="1020916"/>
                </a:lnTo>
                <a:cubicBezTo>
                  <a:pt x="9715035" y="1020711"/>
                  <a:pt x="9715496" y="1020558"/>
                  <a:pt x="9715496" y="1020558"/>
                </a:cubicBezTo>
                <a:lnTo>
                  <a:pt x="9722558" y="1020558"/>
                </a:lnTo>
                <a:cubicBezTo>
                  <a:pt x="9722816" y="1020558"/>
                  <a:pt x="9723173" y="1020916"/>
                  <a:pt x="9723173" y="1020916"/>
                </a:cubicBezTo>
                <a:lnTo>
                  <a:pt x="9726705" y="1027058"/>
                </a:lnTo>
                <a:cubicBezTo>
                  <a:pt x="9726807" y="1027263"/>
                  <a:pt x="9726705" y="1027723"/>
                  <a:pt x="9726705" y="1027723"/>
                </a:cubicBezTo>
                <a:lnTo>
                  <a:pt x="9723173" y="1033865"/>
                </a:lnTo>
                <a:cubicBezTo>
                  <a:pt x="9723020" y="1034069"/>
                  <a:pt x="9722558" y="1034223"/>
                  <a:pt x="9722558" y="1034223"/>
                </a:cubicBezTo>
                <a:close/>
                <a:moveTo>
                  <a:pt x="9920765" y="1034223"/>
                </a:moveTo>
                <a:lnTo>
                  <a:pt x="9913702" y="1034223"/>
                </a:lnTo>
                <a:cubicBezTo>
                  <a:pt x="9913447" y="1034223"/>
                  <a:pt x="9913088" y="1033865"/>
                  <a:pt x="9913088" y="1033865"/>
                </a:cubicBezTo>
                <a:lnTo>
                  <a:pt x="9909557" y="1027723"/>
                </a:lnTo>
                <a:cubicBezTo>
                  <a:pt x="9909455" y="1027518"/>
                  <a:pt x="9909557" y="1027058"/>
                  <a:pt x="9909557" y="1027058"/>
                </a:cubicBezTo>
                <a:lnTo>
                  <a:pt x="9913088" y="1020916"/>
                </a:lnTo>
                <a:cubicBezTo>
                  <a:pt x="9913242" y="1020711"/>
                  <a:pt x="9913702" y="1020558"/>
                  <a:pt x="9913702" y="1020558"/>
                </a:cubicBezTo>
                <a:lnTo>
                  <a:pt x="9920765" y="1020558"/>
                </a:lnTo>
                <a:cubicBezTo>
                  <a:pt x="9921022" y="1020558"/>
                  <a:pt x="9921379" y="1020916"/>
                  <a:pt x="9921379" y="1020916"/>
                </a:cubicBezTo>
                <a:lnTo>
                  <a:pt x="9924912" y="1027058"/>
                </a:lnTo>
                <a:cubicBezTo>
                  <a:pt x="9925014" y="1027263"/>
                  <a:pt x="9924912" y="1027723"/>
                  <a:pt x="9924912" y="1027723"/>
                </a:cubicBezTo>
                <a:lnTo>
                  <a:pt x="9921379" y="1033865"/>
                </a:lnTo>
                <a:cubicBezTo>
                  <a:pt x="9921226" y="1034069"/>
                  <a:pt x="9920765" y="1034223"/>
                  <a:pt x="9920765" y="1034223"/>
                </a:cubicBezTo>
                <a:close/>
                <a:moveTo>
                  <a:pt x="10118922" y="1034223"/>
                </a:moveTo>
                <a:lnTo>
                  <a:pt x="10111859" y="1034223"/>
                </a:lnTo>
                <a:cubicBezTo>
                  <a:pt x="10111604" y="1034223"/>
                  <a:pt x="10111245" y="1033865"/>
                  <a:pt x="10111245" y="1033865"/>
                </a:cubicBezTo>
                <a:lnTo>
                  <a:pt x="10107714" y="1027723"/>
                </a:lnTo>
                <a:cubicBezTo>
                  <a:pt x="10107612" y="1027518"/>
                  <a:pt x="10107714" y="1027058"/>
                  <a:pt x="10107714" y="1027058"/>
                </a:cubicBezTo>
                <a:lnTo>
                  <a:pt x="10111245" y="1020916"/>
                </a:lnTo>
                <a:cubicBezTo>
                  <a:pt x="10111399" y="1020711"/>
                  <a:pt x="10111859" y="1020558"/>
                  <a:pt x="10111859" y="1020558"/>
                </a:cubicBezTo>
                <a:lnTo>
                  <a:pt x="10118922" y="1020558"/>
                </a:lnTo>
                <a:cubicBezTo>
                  <a:pt x="10119179" y="1020558"/>
                  <a:pt x="10119537" y="1020916"/>
                  <a:pt x="10119537" y="1020916"/>
                </a:cubicBezTo>
                <a:lnTo>
                  <a:pt x="10123069" y="1027058"/>
                </a:lnTo>
                <a:cubicBezTo>
                  <a:pt x="10123171" y="1027263"/>
                  <a:pt x="10123069" y="1027723"/>
                  <a:pt x="10123069" y="1027723"/>
                </a:cubicBezTo>
                <a:lnTo>
                  <a:pt x="10119537" y="1033865"/>
                </a:lnTo>
                <a:cubicBezTo>
                  <a:pt x="10119384" y="1034069"/>
                  <a:pt x="10118922" y="1034223"/>
                  <a:pt x="10118922" y="1034223"/>
                </a:cubicBezTo>
                <a:close/>
                <a:moveTo>
                  <a:pt x="10317179" y="1034223"/>
                </a:moveTo>
                <a:lnTo>
                  <a:pt x="10310117" y="1034223"/>
                </a:lnTo>
                <a:cubicBezTo>
                  <a:pt x="10309860" y="1034223"/>
                  <a:pt x="10309502" y="1033865"/>
                  <a:pt x="10309502" y="1033865"/>
                </a:cubicBezTo>
                <a:lnTo>
                  <a:pt x="10305971" y="1027723"/>
                </a:lnTo>
                <a:cubicBezTo>
                  <a:pt x="10305868" y="1027518"/>
                  <a:pt x="10305971" y="1027058"/>
                  <a:pt x="10305971" y="1027058"/>
                </a:cubicBezTo>
                <a:lnTo>
                  <a:pt x="10309502" y="1020916"/>
                </a:lnTo>
                <a:cubicBezTo>
                  <a:pt x="10309656" y="1020711"/>
                  <a:pt x="10310117" y="1020558"/>
                  <a:pt x="10310117" y="1020558"/>
                </a:cubicBezTo>
                <a:lnTo>
                  <a:pt x="10317179" y="1020558"/>
                </a:lnTo>
                <a:cubicBezTo>
                  <a:pt x="10317436" y="1020558"/>
                  <a:pt x="10317794" y="1020916"/>
                  <a:pt x="10317794" y="1020916"/>
                </a:cubicBezTo>
                <a:lnTo>
                  <a:pt x="10321325" y="1027058"/>
                </a:lnTo>
                <a:cubicBezTo>
                  <a:pt x="10321428" y="1027263"/>
                  <a:pt x="10321325" y="1027723"/>
                  <a:pt x="10321325" y="1027723"/>
                </a:cubicBezTo>
                <a:lnTo>
                  <a:pt x="10317794" y="1033865"/>
                </a:lnTo>
                <a:cubicBezTo>
                  <a:pt x="10317640" y="1034069"/>
                  <a:pt x="10317179" y="1034223"/>
                  <a:pt x="10317179" y="1034223"/>
                </a:cubicBezTo>
                <a:close/>
                <a:moveTo>
                  <a:pt x="605979" y="1197540"/>
                </a:moveTo>
                <a:lnTo>
                  <a:pt x="598916" y="1197540"/>
                </a:lnTo>
                <a:cubicBezTo>
                  <a:pt x="598661" y="1197540"/>
                  <a:pt x="598302" y="1197181"/>
                  <a:pt x="598302" y="1197181"/>
                </a:cubicBezTo>
                <a:lnTo>
                  <a:pt x="594770" y="1191039"/>
                </a:lnTo>
                <a:cubicBezTo>
                  <a:pt x="594668" y="1190834"/>
                  <a:pt x="594770" y="1190374"/>
                  <a:pt x="594770" y="1190374"/>
                </a:cubicBezTo>
                <a:lnTo>
                  <a:pt x="598302" y="1184233"/>
                </a:lnTo>
                <a:cubicBezTo>
                  <a:pt x="598455" y="1184028"/>
                  <a:pt x="598916" y="1183874"/>
                  <a:pt x="598916" y="1183874"/>
                </a:cubicBezTo>
                <a:lnTo>
                  <a:pt x="605979" y="1183874"/>
                </a:lnTo>
                <a:cubicBezTo>
                  <a:pt x="606235" y="1183874"/>
                  <a:pt x="606593" y="1184233"/>
                  <a:pt x="606593" y="1184233"/>
                </a:cubicBezTo>
                <a:lnTo>
                  <a:pt x="610125" y="1190374"/>
                </a:lnTo>
                <a:cubicBezTo>
                  <a:pt x="610227" y="1190579"/>
                  <a:pt x="610125" y="1191039"/>
                  <a:pt x="610125" y="1191039"/>
                </a:cubicBezTo>
                <a:lnTo>
                  <a:pt x="606593" y="1197181"/>
                </a:lnTo>
                <a:cubicBezTo>
                  <a:pt x="606440" y="1197386"/>
                  <a:pt x="605979" y="1197540"/>
                  <a:pt x="605979" y="1197540"/>
                </a:cubicBezTo>
                <a:close/>
                <a:moveTo>
                  <a:pt x="11254" y="1197543"/>
                </a:moveTo>
                <a:lnTo>
                  <a:pt x="4192" y="1197543"/>
                </a:lnTo>
                <a:cubicBezTo>
                  <a:pt x="3935" y="1197543"/>
                  <a:pt x="3578" y="1197185"/>
                  <a:pt x="3578" y="1197185"/>
                </a:cubicBezTo>
                <a:lnTo>
                  <a:pt x="46" y="1191042"/>
                </a:lnTo>
                <a:cubicBezTo>
                  <a:pt x="-57" y="1190838"/>
                  <a:pt x="46" y="1190377"/>
                  <a:pt x="46" y="1190377"/>
                </a:cubicBezTo>
                <a:lnTo>
                  <a:pt x="3578" y="1184236"/>
                </a:lnTo>
                <a:cubicBezTo>
                  <a:pt x="3731" y="1184031"/>
                  <a:pt x="4192" y="1183877"/>
                  <a:pt x="4192" y="1183877"/>
                </a:cubicBezTo>
                <a:lnTo>
                  <a:pt x="11254" y="1183877"/>
                </a:lnTo>
                <a:cubicBezTo>
                  <a:pt x="11511" y="1183877"/>
                  <a:pt x="11868" y="1184236"/>
                  <a:pt x="11868" y="1184236"/>
                </a:cubicBezTo>
                <a:lnTo>
                  <a:pt x="15400" y="1190377"/>
                </a:lnTo>
                <a:cubicBezTo>
                  <a:pt x="15503" y="1190582"/>
                  <a:pt x="15400" y="1191042"/>
                  <a:pt x="15400" y="1191042"/>
                </a:cubicBezTo>
                <a:lnTo>
                  <a:pt x="11868" y="1197185"/>
                </a:lnTo>
                <a:cubicBezTo>
                  <a:pt x="11716" y="1197389"/>
                  <a:pt x="11254" y="1197543"/>
                  <a:pt x="11254" y="1197543"/>
                </a:cubicBezTo>
                <a:close/>
                <a:moveTo>
                  <a:pt x="1795378" y="1197551"/>
                </a:moveTo>
                <a:lnTo>
                  <a:pt x="1788315" y="1197551"/>
                </a:lnTo>
                <a:cubicBezTo>
                  <a:pt x="1788060" y="1197551"/>
                  <a:pt x="1787701" y="1197193"/>
                  <a:pt x="1787701" y="1197193"/>
                </a:cubicBezTo>
                <a:lnTo>
                  <a:pt x="1784170" y="1191050"/>
                </a:lnTo>
                <a:cubicBezTo>
                  <a:pt x="1784067" y="1190844"/>
                  <a:pt x="1784170" y="1190385"/>
                  <a:pt x="1784170" y="1190385"/>
                </a:cubicBezTo>
                <a:lnTo>
                  <a:pt x="1787701" y="1184243"/>
                </a:lnTo>
                <a:cubicBezTo>
                  <a:pt x="1787854" y="1184038"/>
                  <a:pt x="1788315" y="1183885"/>
                  <a:pt x="1788315" y="1183885"/>
                </a:cubicBezTo>
                <a:lnTo>
                  <a:pt x="1795378" y="1183885"/>
                </a:lnTo>
                <a:cubicBezTo>
                  <a:pt x="1795634" y="1183885"/>
                  <a:pt x="1795992" y="1184243"/>
                  <a:pt x="1795992" y="1184243"/>
                </a:cubicBezTo>
                <a:lnTo>
                  <a:pt x="1799524" y="1190385"/>
                </a:lnTo>
                <a:cubicBezTo>
                  <a:pt x="1799626" y="1190590"/>
                  <a:pt x="1799524" y="1191050"/>
                  <a:pt x="1799524" y="1191050"/>
                </a:cubicBezTo>
                <a:lnTo>
                  <a:pt x="1795992" y="1197193"/>
                </a:lnTo>
                <a:cubicBezTo>
                  <a:pt x="1795838" y="1197397"/>
                  <a:pt x="1795378" y="1197551"/>
                  <a:pt x="1795378" y="1197551"/>
                </a:cubicBezTo>
                <a:close/>
                <a:moveTo>
                  <a:pt x="407754" y="1197556"/>
                </a:moveTo>
                <a:lnTo>
                  <a:pt x="400692" y="1197556"/>
                </a:lnTo>
                <a:cubicBezTo>
                  <a:pt x="400436" y="1197556"/>
                  <a:pt x="400078" y="1197198"/>
                  <a:pt x="400078" y="1197198"/>
                </a:cubicBezTo>
                <a:lnTo>
                  <a:pt x="396546" y="1191056"/>
                </a:lnTo>
                <a:cubicBezTo>
                  <a:pt x="396444" y="1190851"/>
                  <a:pt x="396546" y="1190390"/>
                  <a:pt x="396546" y="1190390"/>
                </a:cubicBezTo>
                <a:lnTo>
                  <a:pt x="400078" y="1184248"/>
                </a:lnTo>
                <a:cubicBezTo>
                  <a:pt x="400231" y="1184044"/>
                  <a:pt x="400692" y="1183890"/>
                  <a:pt x="400692" y="1183890"/>
                </a:cubicBezTo>
                <a:lnTo>
                  <a:pt x="407754" y="1183890"/>
                </a:lnTo>
                <a:cubicBezTo>
                  <a:pt x="408011" y="1183890"/>
                  <a:pt x="408369" y="1184248"/>
                  <a:pt x="408369" y="1184248"/>
                </a:cubicBezTo>
                <a:lnTo>
                  <a:pt x="411900" y="1190390"/>
                </a:lnTo>
                <a:cubicBezTo>
                  <a:pt x="412002" y="1190594"/>
                  <a:pt x="411900" y="1191056"/>
                  <a:pt x="411900" y="1191056"/>
                </a:cubicBezTo>
                <a:lnTo>
                  <a:pt x="408369" y="1197198"/>
                </a:lnTo>
                <a:cubicBezTo>
                  <a:pt x="408214" y="1197403"/>
                  <a:pt x="407754" y="1197556"/>
                  <a:pt x="407754" y="1197556"/>
                </a:cubicBezTo>
                <a:close/>
                <a:moveTo>
                  <a:pt x="1398928" y="1197556"/>
                </a:moveTo>
                <a:lnTo>
                  <a:pt x="1391866" y="1197556"/>
                </a:lnTo>
                <a:cubicBezTo>
                  <a:pt x="1391610" y="1197556"/>
                  <a:pt x="1391252" y="1197197"/>
                  <a:pt x="1391252" y="1197197"/>
                </a:cubicBezTo>
                <a:lnTo>
                  <a:pt x="1387720" y="1191055"/>
                </a:lnTo>
                <a:cubicBezTo>
                  <a:pt x="1387617" y="1190850"/>
                  <a:pt x="1387720" y="1190389"/>
                  <a:pt x="1387720" y="1190389"/>
                </a:cubicBezTo>
                <a:lnTo>
                  <a:pt x="1391252" y="1184247"/>
                </a:lnTo>
                <a:cubicBezTo>
                  <a:pt x="1391406" y="1184043"/>
                  <a:pt x="1391866" y="1183890"/>
                  <a:pt x="1391866" y="1183890"/>
                </a:cubicBezTo>
                <a:lnTo>
                  <a:pt x="1398928" y="1183890"/>
                </a:lnTo>
                <a:cubicBezTo>
                  <a:pt x="1399185" y="1183890"/>
                  <a:pt x="1399544" y="1184247"/>
                  <a:pt x="1399544" y="1184247"/>
                </a:cubicBezTo>
                <a:lnTo>
                  <a:pt x="1403074" y="1190389"/>
                </a:lnTo>
                <a:cubicBezTo>
                  <a:pt x="1403177" y="1190593"/>
                  <a:pt x="1403074" y="1191055"/>
                  <a:pt x="1403074" y="1191055"/>
                </a:cubicBezTo>
                <a:lnTo>
                  <a:pt x="1399544" y="1197197"/>
                </a:lnTo>
                <a:cubicBezTo>
                  <a:pt x="1399389" y="1197403"/>
                  <a:pt x="1398928" y="1197556"/>
                  <a:pt x="1398928" y="1197556"/>
                </a:cubicBezTo>
                <a:close/>
                <a:moveTo>
                  <a:pt x="804204" y="1197567"/>
                </a:moveTo>
                <a:lnTo>
                  <a:pt x="797140" y="1197567"/>
                </a:lnTo>
                <a:cubicBezTo>
                  <a:pt x="796886" y="1197567"/>
                  <a:pt x="796526" y="1197208"/>
                  <a:pt x="796526" y="1197208"/>
                </a:cubicBezTo>
                <a:lnTo>
                  <a:pt x="792995" y="1191066"/>
                </a:lnTo>
                <a:cubicBezTo>
                  <a:pt x="792893" y="1190861"/>
                  <a:pt x="792995" y="1190401"/>
                  <a:pt x="792995" y="1190401"/>
                </a:cubicBezTo>
                <a:lnTo>
                  <a:pt x="796526" y="1184260"/>
                </a:lnTo>
                <a:cubicBezTo>
                  <a:pt x="796680" y="1184054"/>
                  <a:pt x="797140" y="1183901"/>
                  <a:pt x="797140" y="1183901"/>
                </a:cubicBezTo>
                <a:lnTo>
                  <a:pt x="804204" y="1183901"/>
                </a:lnTo>
                <a:cubicBezTo>
                  <a:pt x="804460" y="1183901"/>
                  <a:pt x="804818" y="1184260"/>
                  <a:pt x="804818" y="1184260"/>
                </a:cubicBezTo>
                <a:lnTo>
                  <a:pt x="808350" y="1190401"/>
                </a:lnTo>
                <a:cubicBezTo>
                  <a:pt x="808452" y="1190606"/>
                  <a:pt x="808350" y="1191066"/>
                  <a:pt x="808350" y="1191066"/>
                </a:cubicBezTo>
                <a:lnTo>
                  <a:pt x="804818" y="1197208"/>
                </a:lnTo>
                <a:cubicBezTo>
                  <a:pt x="804665" y="1197413"/>
                  <a:pt x="804204" y="1197567"/>
                  <a:pt x="804204" y="1197567"/>
                </a:cubicBezTo>
                <a:close/>
                <a:moveTo>
                  <a:pt x="1200704" y="1197593"/>
                </a:moveTo>
                <a:lnTo>
                  <a:pt x="1193642" y="1197593"/>
                </a:lnTo>
                <a:cubicBezTo>
                  <a:pt x="1193386" y="1197593"/>
                  <a:pt x="1193028" y="1197235"/>
                  <a:pt x="1193028" y="1197235"/>
                </a:cubicBezTo>
                <a:lnTo>
                  <a:pt x="1189495" y="1191093"/>
                </a:lnTo>
                <a:cubicBezTo>
                  <a:pt x="1189393" y="1190888"/>
                  <a:pt x="1189495" y="1190428"/>
                  <a:pt x="1189495" y="1190428"/>
                </a:cubicBezTo>
                <a:lnTo>
                  <a:pt x="1193028" y="1184286"/>
                </a:lnTo>
                <a:cubicBezTo>
                  <a:pt x="1193180" y="1184081"/>
                  <a:pt x="1193642" y="1183927"/>
                  <a:pt x="1193642" y="1183927"/>
                </a:cubicBezTo>
                <a:lnTo>
                  <a:pt x="1200704" y="1183927"/>
                </a:lnTo>
                <a:cubicBezTo>
                  <a:pt x="1200960" y="1183927"/>
                  <a:pt x="1201318" y="1184286"/>
                  <a:pt x="1201318" y="1184286"/>
                </a:cubicBezTo>
                <a:lnTo>
                  <a:pt x="1204850" y="1190428"/>
                </a:lnTo>
                <a:cubicBezTo>
                  <a:pt x="1204952" y="1190632"/>
                  <a:pt x="1204850" y="1191093"/>
                  <a:pt x="1204850" y="1191093"/>
                </a:cubicBezTo>
                <a:lnTo>
                  <a:pt x="1201318" y="1197235"/>
                </a:lnTo>
                <a:cubicBezTo>
                  <a:pt x="1201165" y="1197440"/>
                  <a:pt x="1200704" y="1197593"/>
                  <a:pt x="1200704" y="1197593"/>
                </a:cubicBezTo>
                <a:close/>
                <a:moveTo>
                  <a:pt x="1002428" y="1197600"/>
                </a:moveTo>
                <a:lnTo>
                  <a:pt x="995366" y="1197600"/>
                </a:lnTo>
                <a:cubicBezTo>
                  <a:pt x="995110" y="1197600"/>
                  <a:pt x="994752" y="1197242"/>
                  <a:pt x="994752" y="1197242"/>
                </a:cubicBezTo>
                <a:lnTo>
                  <a:pt x="991220" y="1191100"/>
                </a:lnTo>
                <a:cubicBezTo>
                  <a:pt x="991117" y="1190894"/>
                  <a:pt x="991220" y="1190434"/>
                  <a:pt x="991220" y="1190434"/>
                </a:cubicBezTo>
                <a:lnTo>
                  <a:pt x="994752" y="1184292"/>
                </a:lnTo>
                <a:cubicBezTo>
                  <a:pt x="994905" y="1184088"/>
                  <a:pt x="995366" y="1183934"/>
                  <a:pt x="995366" y="1183934"/>
                </a:cubicBezTo>
                <a:lnTo>
                  <a:pt x="1002428" y="1183934"/>
                </a:lnTo>
                <a:cubicBezTo>
                  <a:pt x="1002685" y="1183934"/>
                  <a:pt x="1003042" y="1184292"/>
                  <a:pt x="1003042" y="1184292"/>
                </a:cubicBezTo>
                <a:lnTo>
                  <a:pt x="1006574" y="1190434"/>
                </a:lnTo>
                <a:cubicBezTo>
                  <a:pt x="1006677" y="1190638"/>
                  <a:pt x="1006574" y="1191100"/>
                  <a:pt x="1006574" y="1191100"/>
                </a:cubicBezTo>
                <a:lnTo>
                  <a:pt x="1003042" y="1197242"/>
                </a:lnTo>
                <a:cubicBezTo>
                  <a:pt x="1002889" y="1197447"/>
                  <a:pt x="1002428" y="1197600"/>
                  <a:pt x="1002428" y="1197600"/>
                </a:cubicBezTo>
                <a:close/>
                <a:moveTo>
                  <a:pt x="209480" y="1197604"/>
                </a:moveTo>
                <a:lnTo>
                  <a:pt x="202416" y="1197604"/>
                </a:lnTo>
                <a:cubicBezTo>
                  <a:pt x="202160" y="1197604"/>
                  <a:pt x="201803" y="1197245"/>
                  <a:pt x="201803" y="1197245"/>
                </a:cubicBezTo>
                <a:lnTo>
                  <a:pt x="198270" y="1191102"/>
                </a:lnTo>
                <a:cubicBezTo>
                  <a:pt x="198168" y="1190898"/>
                  <a:pt x="198270" y="1190438"/>
                  <a:pt x="198270" y="1190438"/>
                </a:cubicBezTo>
                <a:lnTo>
                  <a:pt x="201803" y="1184296"/>
                </a:lnTo>
                <a:cubicBezTo>
                  <a:pt x="201955" y="1184091"/>
                  <a:pt x="202416" y="1183938"/>
                  <a:pt x="202416" y="1183938"/>
                </a:cubicBezTo>
                <a:lnTo>
                  <a:pt x="209480" y="1183938"/>
                </a:lnTo>
                <a:cubicBezTo>
                  <a:pt x="209735" y="1183938"/>
                  <a:pt x="210094" y="1184296"/>
                  <a:pt x="210094" y="1184296"/>
                </a:cubicBezTo>
                <a:lnTo>
                  <a:pt x="213625" y="1190438"/>
                </a:lnTo>
                <a:cubicBezTo>
                  <a:pt x="213727" y="1190643"/>
                  <a:pt x="213625" y="1191102"/>
                  <a:pt x="213625" y="1191102"/>
                </a:cubicBezTo>
                <a:lnTo>
                  <a:pt x="210094" y="1197245"/>
                </a:lnTo>
                <a:cubicBezTo>
                  <a:pt x="209940" y="1197450"/>
                  <a:pt x="209480" y="1197604"/>
                  <a:pt x="209480" y="1197604"/>
                </a:cubicBezTo>
                <a:close/>
                <a:moveTo>
                  <a:pt x="1993654" y="1197622"/>
                </a:moveTo>
                <a:lnTo>
                  <a:pt x="1986590" y="1197622"/>
                </a:lnTo>
                <a:cubicBezTo>
                  <a:pt x="1986336" y="1197622"/>
                  <a:pt x="1985976" y="1197263"/>
                  <a:pt x="1985976" y="1197263"/>
                </a:cubicBezTo>
                <a:lnTo>
                  <a:pt x="1982445" y="1191120"/>
                </a:lnTo>
                <a:cubicBezTo>
                  <a:pt x="1982343" y="1190916"/>
                  <a:pt x="1982445" y="1190456"/>
                  <a:pt x="1982445" y="1190456"/>
                </a:cubicBezTo>
                <a:lnTo>
                  <a:pt x="1985976" y="1184313"/>
                </a:lnTo>
                <a:cubicBezTo>
                  <a:pt x="1986130" y="1184109"/>
                  <a:pt x="1986590" y="1183955"/>
                  <a:pt x="1986590" y="1183955"/>
                </a:cubicBezTo>
                <a:lnTo>
                  <a:pt x="1993654" y="1183955"/>
                </a:lnTo>
                <a:cubicBezTo>
                  <a:pt x="1993910" y="1183955"/>
                  <a:pt x="1994268" y="1184313"/>
                  <a:pt x="1994268" y="1184313"/>
                </a:cubicBezTo>
                <a:lnTo>
                  <a:pt x="1997800" y="1190456"/>
                </a:lnTo>
                <a:cubicBezTo>
                  <a:pt x="1997902" y="1190660"/>
                  <a:pt x="1997800" y="1191120"/>
                  <a:pt x="1997800" y="1191120"/>
                </a:cubicBezTo>
                <a:lnTo>
                  <a:pt x="1994268" y="1197263"/>
                </a:lnTo>
                <a:cubicBezTo>
                  <a:pt x="1994114" y="1197468"/>
                  <a:pt x="1993654" y="1197622"/>
                  <a:pt x="1993654" y="1197622"/>
                </a:cubicBezTo>
                <a:close/>
                <a:moveTo>
                  <a:pt x="1597154" y="1197623"/>
                </a:moveTo>
                <a:lnTo>
                  <a:pt x="1590090" y="1197623"/>
                </a:lnTo>
                <a:cubicBezTo>
                  <a:pt x="1589834" y="1197623"/>
                  <a:pt x="1589476" y="1197265"/>
                  <a:pt x="1589476" y="1197265"/>
                </a:cubicBezTo>
                <a:lnTo>
                  <a:pt x="1585944" y="1191122"/>
                </a:lnTo>
                <a:cubicBezTo>
                  <a:pt x="1585842" y="1190917"/>
                  <a:pt x="1585944" y="1190457"/>
                  <a:pt x="1585944" y="1190457"/>
                </a:cubicBezTo>
                <a:lnTo>
                  <a:pt x="1589476" y="1184314"/>
                </a:lnTo>
                <a:cubicBezTo>
                  <a:pt x="1589630" y="1184110"/>
                  <a:pt x="1590090" y="1183957"/>
                  <a:pt x="1590090" y="1183957"/>
                </a:cubicBezTo>
                <a:lnTo>
                  <a:pt x="1597154" y="1183957"/>
                </a:lnTo>
                <a:cubicBezTo>
                  <a:pt x="1597409" y="1183957"/>
                  <a:pt x="1597768" y="1184314"/>
                  <a:pt x="1597768" y="1184314"/>
                </a:cubicBezTo>
                <a:lnTo>
                  <a:pt x="1601298" y="1190457"/>
                </a:lnTo>
                <a:cubicBezTo>
                  <a:pt x="1601401" y="1190661"/>
                  <a:pt x="1601298" y="1191122"/>
                  <a:pt x="1601298" y="1191122"/>
                </a:cubicBezTo>
                <a:lnTo>
                  <a:pt x="1597768" y="1197265"/>
                </a:lnTo>
                <a:cubicBezTo>
                  <a:pt x="1597614" y="1197470"/>
                  <a:pt x="1597154" y="1197623"/>
                  <a:pt x="1597154" y="1197623"/>
                </a:cubicBezTo>
                <a:close/>
                <a:moveTo>
                  <a:pt x="2189611" y="1203326"/>
                </a:moveTo>
                <a:lnTo>
                  <a:pt x="2182548" y="1203326"/>
                </a:lnTo>
                <a:cubicBezTo>
                  <a:pt x="2182291" y="1203326"/>
                  <a:pt x="2181933" y="1202967"/>
                  <a:pt x="2181933" y="1202967"/>
                </a:cubicBezTo>
                <a:lnTo>
                  <a:pt x="2178401" y="1196826"/>
                </a:lnTo>
                <a:cubicBezTo>
                  <a:pt x="2178299" y="1196621"/>
                  <a:pt x="2178401" y="1196161"/>
                  <a:pt x="2178401" y="1196161"/>
                </a:cubicBezTo>
                <a:lnTo>
                  <a:pt x="2181933" y="1190019"/>
                </a:lnTo>
                <a:cubicBezTo>
                  <a:pt x="2182087" y="1189814"/>
                  <a:pt x="2182548" y="1189660"/>
                  <a:pt x="2182548" y="1189660"/>
                </a:cubicBezTo>
                <a:lnTo>
                  <a:pt x="2189611" y="1189660"/>
                </a:lnTo>
                <a:cubicBezTo>
                  <a:pt x="2189865" y="1189660"/>
                  <a:pt x="2190225" y="1190019"/>
                  <a:pt x="2190225" y="1190019"/>
                </a:cubicBezTo>
                <a:lnTo>
                  <a:pt x="2193757" y="1196161"/>
                </a:lnTo>
                <a:cubicBezTo>
                  <a:pt x="2193859" y="1196365"/>
                  <a:pt x="2193757" y="1196826"/>
                  <a:pt x="2193757" y="1196826"/>
                </a:cubicBezTo>
                <a:lnTo>
                  <a:pt x="2190225" y="1202967"/>
                </a:lnTo>
                <a:cubicBezTo>
                  <a:pt x="2190071" y="1203172"/>
                  <a:pt x="2189611" y="1203326"/>
                  <a:pt x="2189611" y="1203326"/>
                </a:cubicBezTo>
                <a:close/>
                <a:moveTo>
                  <a:pt x="2387835" y="1203326"/>
                </a:moveTo>
                <a:lnTo>
                  <a:pt x="2380773" y="1203326"/>
                </a:lnTo>
                <a:cubicBezTo>
                  <a:pt x="2380515" y="1203326"/>
                  <a:pt x="2380159" y="1202967"/>
                  <a:pt x="2380159" y="1202967"/>
                </a:cubicBezTo>
                <a:lnTo>
                  <a:pt x="2376626" y="1196826"/>
                </a:lnTo>
                <a:cubicBezTo>
                  <a:pt x="2376523" y="1196621"/>
                  <a:pt x="2376626" y="1196161"/>
                  <a:pt x="2376626" y="1196161"/>
                </a:cubicBezTo>
                <a:lnTo>
                  <a:pt x="2380159" y="1190019"/>
                </a:lnTo>
                <a:cubicBezTo>
                  <a:pt x="2380312" y="1189814"/>
                  <a:pt x="2380773" y="1189660"/>
                  <a:pt x="2380773" y="1189660"/>
                </a:cubicBezTo>
                <a:lnTo>
                  <a:pt x="2387835" y="1189660"/>
                </a:lnTo>
                <a:cubicBezTo>
                  <a:pt x="2388091" y="1189660"/>
                  <a:pt x="2388449" y="1190019"/>
                  <a:pt x="2388449" y="1190019"/>
                </a:cubicBezTo>
                <a:lnTo>
                  <a:pt x="2391981" y="1196161"/>
                </a:lnTo>
                <a:cubicBezTo>
                  <a:pt x="2392083" y="1196365"/>
                  <a:pt x="2391981" y="1196826"/>
                  <a:pt x="2391981" y="1196826"/>
                </a:cubicBezTo>
                <a:lnTo>
                  <a:pt x="2388449" y="1202967"/>
                </a:lnTo>
                <a:cubicBezTo>
                  <a:pt x="2388296" y="1203172"/>
                  <a:pt x="2387835" y="1203326"/>
                  <a:pt x="2387835" y="1203326"/>
                </a:cubicBezTo>
                <a:close/>
                <a:moveTo>
                  <a:pt x="2586060" y="1203326"/>
                </a:moveTo>
                <a:lnTo>
                  <a:pt x="2578998" y="1203326"/>
                </a:lnTo>
                <a:cubicBezTo>
                  <a:pt x="2578740" y="1203326"/>
                  <a:pt x="2578383" y="1202967"/>
                  <a:pt x="2578383" y="1202967"/>
                </a:cubicBezTo>
                <a:lnTo>
                  <a:pt x="2574850" y="1196826"/>
                </a:lnTo>
                <a:cubicBezTo>
                  <a:pt x="2574749" y="1196621"/>
                  <a:pt x="2574850" y="1196161"/>
                  <a:pt x="2574850" y="1196161"/>
                </a:cubicBezTo>
                <a:lnTo>
                  <a:pt x="2578383" y="1190019"/>
                </a:lnTo>
                <a:cubicBezTo>
                  <a:pt x="2578536" y="1189814"/>
                  <a:pt x="2578998" y="1189660"/>
                  <a:pt x="2578998" y="1189660"/>
                </a:cubicBezTo>
                <a:lnTo>
                  <a:pt x="2586060" y="1189660"/>
                </a:lnTo>
                <a:cubicBezTo>
                  <a:pt x="2586316" y="1189660"/>
                  <a:pt x="2586674" y="1190019"/>
                  <a:pt x="2586674" y="1190019"/>
                </a:cubicBezTo>
                <a:lnTo>
                  <a:pt x="2590205" y="1196161"/>
                </a:lnTo>
                <a:cubicBezTo>
                  <a:pt x="2590308" y="1196365"/>
                  <a:pt x="2590205" y="1196826"/>
                  <a:pt x="2590205" y="1196826"/>
                </a:cubicBezTo>
                <a:lnTo>
                  <a:pt x="2586674" y="1202967"/>
                </a:lnTo>
                <a:cubicBezTo>
                  <a:pt x="2586520" y="1203172"/>
                  <a:pt x="2586060" y="1203326"/>
                  <a:pt x="2586060" y="1203326"/>
                </a:cubicBezTo>
                <a:close/>
                <a:moveTo>
                  <a:pt x="2784284" y="1203326"/>
                </a:moveTo>
                <a:lnTo>
                  <a:pt x="2777221" y="1203326"/>
                </a:lnTo>
                <a:cubicBezTo>
                  <a:pt x="2776966" y="1203326"/>
                  <a:pt x="2776607" y="1202967"/>
                  <a:pt x="2776607" y="1202967"/>
                </a:cubicBezTo>
                <a:lnTo>
                  <a:pt x="2773075" y="1196826"/>
                </a:lnTo>
                <a:cubicBezTo>
                  <a:pt x="2772973" y="1196621"/>
                  <a:pt x="2773075" y="1196161"/>
                  <a:pt x="2773075" y="1196161"/>
                </a:cubicBezTo>
                <a:lnTo>
                  <a:pt x="2776607" y="1190019"/>
                </a:lnTo>
                <a:cubicBezTo>
                  <a:pt x="2776760" y="1189814"/>
                  <a:pt x="2777221" y="1189660"/>
                  <a:pt x="2777221" y="1189660"/>
                </a:cubicBezTo>
                <a:lnTo>
                  <a:pt x="2784284" y="1189660"/>
                </a:lnTo>
                <a:cubicBezTo>
                  <a:pt x="2784540" y="1189660"/>
                  <a:pt x="2784898" y="1190019"/>
                  <a:pt x="2784898" y="1190019"/>
                </a:cubicBezTo>
                <a:lnTo>
                  <a:pt x="2788430" y="1196161"/>
                </a:lnTo>
                <a:cubicBezTo>
                  <a:pt x="2788532" y="1196365"/>
                  <a:pt x="2788430" y="1196826"/>
                  <a:pt x="2788430" y="1196826"/>
                </a:cubicBezTo>
                <a:lnTo>
                  <a:pt x="2784898" y="1202967"/>
                </a:lnTo>
                <a:cubicBezTo>
                  <a:pt x="2784744" y="1203172"/>
                  <a:pt x="2784284" y="1203326"/>
                  <a:pt x="2784284" y="1203326"/>
                </a:cubicBezTo>
                <a:close/>
                <a:moveTo>
                  <a:pt x="2982559" y="1203326"/>
                </a:moveTo>
                <a:lnTo>
                  <a:pt x="2975496" y="1203326"/>
                </a:lnTo>
                <a:cubicBezTo>
                  <a:pt x="2975241" y="1203326"/>
                  <a:pt x="2974882" y="1202967"/>
                  <a:pt x="2974882" y="1202967"/>
                </a:cubicBezTo>
                <a:lnTo>
                  <a:pt x="2971351" y="1196826"/>
                </a:lnTo>
                <a:cubicBezTo>
                  <a:pt x="2971249" y="1196621"/>
                  <a:pt x="2971351" y="1196161"/>
                  <a:pt x="2971351" y="1196161"/>
                </a:cubicBezTo>
                <a:lnTo>
                  <a:pt x="2974882" y="1190019"/>
                </a:lnTo>
                <a:cubicBezTo>
                  <a:pt x="2975036" y="1189814"/>
                  <a:pt x="2975496" y="1189660"/>
                  <a:pt x="2975496" y="1189660"/>
                </a:cubicBezTo>
                <a:lnTo>
                  <a:pt x="2982559" y="1189660"/>
                </a:lnTo>
                <a:cubicBezTo>
                  <a:pt x="2982815" y="1189660"/>
                  <a:pt x="2983173" y="1190019"/>
                  <a:pt x="2983173" y="1190019"/>
                </a:cubicBezTo>
                <a:lnTo>
                  <a:pt x="2986706" y="1196161"/>
                </a:lnTo>
                <a:cubicBezTo>
                  <a:pt x="2986808" y="1196365"/>
                  <a:pt x="2986706" y="1196826"/>
                  <a:pt x="2986706" y="1196826"/>
                </a:cubicBezTo>
                <a:lnTo>
                  <a:pt x="2983173" y="1202967"/>
                </a:lnTo>
                <a:cubicBezTo>
                  <a:pt x="2983020" y="1203172"/>
                  <a:pt x="2982559" y="1203326"/>
                  <a:pt x="2982559" y="1203326"/>
                </a:cubicBezTo>
                <a:close/>
                <a:moveTo>
                  <a:pt x="3180784" y="1203326"/>
                </a:moveTo>
                <a:lnTo>
                  <a:pt x="3173721" y="1203326"/>
                </a:lnTo>
                <a:cubicBezTo>
                  <a:pt x="3173466" y="1203326"/>
                  <a:pt x="3173107" y="1202967"/>
                  <a:pt x="3173107" y="1202967"/>
                </a:cubicBezTo>
                <a:lnTo>
                  <a:pt x="3169576" y="1196826"/>
                </a:lnTo>
                <a:cubicBezTo>
                  <a:pt x="3169473" y="1196621"/>
                  <a:pt x="3169576" y="1196161"/>
                  <a:pt x="3169576" y="1196161"/>
                </a:cubicBezTo>
                <a:lnTo>
                  <a:pt x="3173107" y="1190019"/>
                </a:lnTo>
                <a:cubicBezTo>
                  <a:pt x="3173261" y="1189814"/>
                  <a:pt x="3173721" y="1189660"/>
                  <a:pt x="3173721" y="1189660"/>
                </a:cubicBezTo>
                <a:lnTo>
                  <a:pt x="3180784" y="1189660"/>
                </a:lnTo>
                <a:cubicBezTo>
                  <a:pt x="3181040" y="1189660"/>
                  <a:pt x="3181398" y="1190019"/>
                  <a:pt x="3181398" y="1190019"/>
                </a:cubicBezTo>
                <a:lnTo>
                  <a:pt x="3184931" y="1196161"/>
                </a:lnTo>
                <a:cubicBezTo>
                  <a:pt x="3185033" y="1196365"/>
                  <a:pt x="3184931" y="1196826"/>
                  <a:pt x="3184931" y="1196826"/>
                </a:cubicBezTo>
                <a:lnTo>
                  <a:pt x="3181398" y="1202967"/>
                </a:lnTo>
                <a:cubicBezTo>
                  <a:pt x="3181245" y="1203172"/>
                  <a:pt x="3180784" y="1203326"/>
                  <a:pt x="3180784" y="1203326"/>
                </a:cubicBezTo>
                <a:close/>
                <a:moveTo>
                  <a:pt x="3379008" y="1203326"/>
                </a:moveTo>
                <a:lnTo>
                  <a:pt x="3371947" y="1203326"/>
                </a:lnTo>
                <a:cubicBezTo>
                  <a:pt x="3371690" y="1203326"/>
                  <a:pt x="3371332" y="1202967"/>
                  <a:pt x="3371332" y="1202967"/>
                </a:cubicBezTo>
                <a:lnTo>
                  <a:pt x="3367800" y="1196826"/>
                </a:lnTo>
                <a:cubicBezTo>
                  <a:pt x="3367697" y="1196621"/>
                  <a:pt x="3367800" y="1196161"/>
                  <a:pt x="3367800" y="1196161"/>
                </a:cubicBezTo>
                <a:lnTo>
                  <a:pt x="3371332" y="1190019"/>
                </a:lnTo>
                <a:cubicBezTo>
                  <a:pt x="3371485" y="1189814"/>
                  <a:pt x="3371947" y="1189660"/>
                  <a:pt x="3371947" y="1189660"/>
                </a:cubicBezTo>
                <a:lnTo>
                  <a:pt x="3379008" y="1189660"/>
                </a:lnTo>
                <a:cubicBezTo>
                  <a:pt x="3379265" y="1189660"/>
                  <a:pt x="3379624" y="1190019"/>
                  <a:pt x="3379624" y="1190019"/>
                </a:cubicBezTo>
                <a:lnTo>
                  <a:pt x="3383155" y="1196161"/>
                </a:lnTo>
                <a:cubicBezTo>
                  <a:pt x="3383257" y="1196365"/>
                  <a:pt x="3383155" y="1196826"/>
                  <a:pt x="3383155" y="1196826"/>
                </a:cubicBezTo>
                <a:lnTo>
                  <a:pt x="3379624" y="1202967"/>
                </a:lnTo>
                <a:cubicBezTo>
                  <a:pt x="3379470" y="1203172"/>
                  <a:pt x="3379008" y="1203326"/>
                  <a:pt x="3379008" y="1203326"/>
                </a:cubicBezTo>
                <a:close/>
                <a:moveTo>
                  <a:pt x="3577234" y="1203326"/>
                </a:moveTo>
                <a:lnTo>
                  <a:pt x="3570172" y="1203326"/>
                </a:lnTo>
                <a:cubicBezTo>
                  <a:pt x="3569914" y="1203326"/>
                  <a:pt x="3569557" y="1202967"/>
                  <a:pt x="3569557" y="1202967"/>
                </a:cubicBezTo>
                <a:lnTo>
                  <a:pt x="3566024" y="1196826"/>
                </a:lnTo>
                <a:cubicBezTo>
                  <a:pt x="3565922" y="1196621"/>
                  <a:pt x="3566024" y="1196161"/>
                  <a:pt x="3566024" y="1196161"/>
                </a:cubicBezTo>
                <a:lnTo>
                  <a:pt x="3569557" y="1190019"/>
                </a:lnTo>
                <a:cubicBezTo>
                  <a:pt x="3569709" y="1189814"/>
                  <a:pt x="3570172" y="1189660"/>
                  <a:pt x="3570172" y="1189660"/>
                </a:cubicBezTo>
                <a:lnTo>
                  <a:pt x="3577234" y="1189660"/>
                </a:lnTo>
                <a:cubicBezTo>
                  <a:pt x="3577489" y="1189660"/>
                  <a:pt x="3577848" y="1190019"/>
                  <a:pt x="3577848" y="1190019"/>
                </a:cubicBezTo>
                <a:lnTo>
                  <a:pt x="3581379" y="1196161"/>
                </a:lnTo>
                <a:cubicBezTo>
                  <a:pt x="3581481" y="1196365"/>
                  <a:pt x="3581379" y="1196826"/>
                  <a:pt x="3581379" y="1196826"/>
                </a:cubicBezTo>
                <a:lnTo>
                  <a:pt x="3577848" y="1202967"/>
                </a:lnTo>
                <a:cubicBezTo>
                  <a:pt x="3577694" y="1203172"/>
                  <a:pt x="3577234" y="1203326"/>
                  <a:pt x="3577234" y="1203326"/>
                </a:cubicBezTo>
                <a:close/>
                <a:moveTo>
                  <a:pt x="3775459" y="1203326"/>
                </a:moveTo>
                <a:lnTo>
                  <a:pt x="3768396" y="1203326"/>
                </a:lnTo>
                <a:cubicBezTo>
                  <a:pt x="3768139" y="1203326"/>
                  <a:pt x="3767781" y="1202967"/>
                  <a:pt x="3767781" y="1202967"/>
                </a:cubicBezTo>
                <a:lnTo>
                  <a:pt x="3764249" y="1196826"/>
                </a:lnTo>
                <a:cubicBezTo>
                  <a:pt x="3764147" y="1196621"/>
                  <a:pt x="3764249" y="1196161"/>
                  <a:pt x="3764249" y="1196161"/>
                </a:cubicBezTo>
                <a:lnTo>
                  <a:pt x="3767781" y="1190019"/>
                </a:lnTo>
                <a:cubicBezTo>
                  <a:pt x="3767935" y="1189814"/>
                  <a:pt x="3768396" y="1189660"/>
                  <a:pt x="3768396" y="1189660"/>
                </a:cubicBezTo>
                <a:lnTo>
                  <a:pt x="3775459" y="1189660"/>
                </a:lnTo>
                <a:cubicBezTo>
                  <a:pt x="3775713" y="1189660"/>
                  <a:pt x="3776073" y="1190019"/>
                  <a:pt x="3776073" y="1190019"/>
                </a:cubicBezTo>
                <a:lnTo>
                  <a:pt x="3779604" y="1196161"/>
                </a:lnTo>
                <a:cubicBezTo>
                  <a:pt x="3779706" y="1196365"/>
                  <a:pt x="3779604" y="1196826"/>
                  <a:pt x="3779604" y="1196826"/>
                </a:cubicBezTo>
                <a:lnTo>
                  <a:pt x="3776073" y="1202967"/>
                </a:lnTo>
                <a:cubicBezTo>
                  <a:pt x="3775919" y="1203172"/>
                  <a:pt x="3775459" y="1203326"/>
                  <a:pt x="3775459" y="1203326"/>
                </a:cubicBezTo>
                <a:close/>
                <a:moveTo>
                  <a:pt x="3973734" y="1203326"/>
                </a:moveTo>
                <a:lnTo>
                  <a:pt x="3966671" y="1203326"/>
                </a:lnTo>
                <a:cubicBezTo>
                  <a:pt x="3966415" y="1203326"/>
                  <a:pt x="3966057" y="1202967"/>
                  <a:pt x="3966057" y="1202967"/>
                </a:cubicBezTo>
                <a:lnTo>
                  <a:pt x="3962525" y="1196826"/>
                </a:lnTo>
                <a:cubicBezTo>
                  <a:pt x="3962423" y="1196621"/>
                  <a:pt x="3962525" y="1196161"/>
                  <a:pt x="3962525" y="1196161"/>
                </a:cubicBezTo>
                <a:lnTo>
                  <a:pt x="3966057" y="1190019"/>
                </a:lnTo>
                <a:cubicBezTo>
                  <a:pt x="3966211" y="1189814"/>
                  <a:pt x="3966671" y="1189660"/>
                  <a:pt x="3966671" y="1189660"/>
                </a:cubicBezTo>
                <a:lnTo>
                  <a:pt x="3973734" y="1189660"/>
                </a:lnTo>
                <a:cubicBezTo>
                  <a:pt x="3973990" y="1189660"/>
                  <a:pt x="3974348" y="1190019"/>
                  <a:pt x="3974348" y="1190019"/>
                </a:cubicBezTo>
                <a:lnTo>
                  <a:pt x="3977880" y="1196161"/>
                </a:lnTo>
                <a:cubicBezTo>
                  <a:pt x="3977982" y="1196365"/>
                  <a:pt x="3977880" y="1196826"/>
                  <a:pt x="3977880" y="1196826"/>
                </a:cubicBezTo>
                <a:lnTo>
                  <a:pt x="3974348" y="1202967"/>
                </a:lnTo>
                <a:cubicBezTo>
                  <a:pt x="3974195" y="1203172"/>
                  <a:pt x="3973734" y="1203326"/>
                  <a:pt x="3973734" y="1203326"/>
                </a:cubicBezTo>
                <a:close/>
                <a:moveTo>
                  <a:pt x="4171959" y="1203326"/>
                </a:moveTo>
                <a:lnTo>
                  <a:pt x="4164896" y="1203326"/>
                </a:lnTo>
                <a:cubicBezTo>
                  <a:pt x="4164640" y="1203326"/>
                  <a:pt x="4164282" y="1202967"/>
                  <a:pt x="4164282" y="1202967"/>
                </a:cubicBezTo>
                <a:lnTo>
                  <a:pt x="4160751" y="1196826"/>
                </a:lnTo>
                <a:cubicBezTo>
                  <a:pt x="4160648" y="1196621"/>
                  <a:pt x="4160751" y="1196161"/>
                  <a:pt x="4160751" y="1196161"/>
                </a:cubicBezTo>
                <a:lnTo>
                  <a:pt x="4164282" y="1190019"/>
                </a:lnTo>
                <a:cubicBezTo>
                  <a:pt x="4164435" y="1189814"/>
                  <a:pt x="4164896" y="1189660"/>
                  <a:pt x="4164896" y="1189660"/>
                </a:cubicBezTo>
                <a:lnTo>
                  <a:pt x="4171959" y="1189660"/>
                </a:lnTo>
                <a:cubicBezTo>
                  <a:pt x="4172215" y="1189660"/>
                  <a:pt x="4172573" y="1190019"/>
                  <a:pt x="4172573" y="1190019"/>
                </a:cubicBezTo>
                <a:lnTo>
                  <a:pt x="4176105" y="1196161"/>
                </a:lnTo>
                <a:cubicBezTo>
                  <a:pt x="4176207" y="1196365"/>
                  <a:pt x="4176105" y="1196826"/>
                  <a:pt x="4176105" y="1196826"/>
                </a:cubicBezTo>
                <a:lnTo>
                  <a:pt x="4172573" y="1202967"/>
                </a:lnTo>
                <a:cubicBezTo>
                  <a:pt x="4172419" y="1203172"/>
                  <a:pt x="4171959" y="1203326"/>
                  <a:pt x="4171959" y="1203326"/>
                </a:cubicBezTo>
                <a:close/>
                <a:moveTo>
                  <a:pt x="4370183" y="1203326"/>
                </a:moveTo>
                <a:lnTo>
                  <a:pt x="4363121" y="1203326"/>
                </a:lnTo>
                <a:cubicBezTo>
                  <a:pt x="4362864" y="1203326"/>
                  <a:pt x="4362506" y="1202967"/>
                  <a:pt x="4362506" y="1202967"/>
                </a:cubicBezTo>
                <a:lnTo>
                  <a:pt x="4358975" y="1196826"/>
                </a:lnTo>
                <a:cubicBezTo>
                  <a:pt x="4358872" y="1196621"/>
                  <a:pt x="4358975" y="1196161"/>
                  <a:pt x="4358975" y="1196161"/>
                </a:cubicBezTo>
                <a:lnTo>
                  <a:pt x="4362506" y="1190019"/>
                </a:lnTo>
                <a:cubicBezTo>
                  <a:pt x="4362660" y="1189814"/>
                  <a:pt x="4363121" y="1189660"/>
                  <a:pt x="4363121" y="1189660"/>
                </a:cubicBezTo>
                <a:lnTo>
                  <a:pt x="4370183" y="1189660"/>
                </a:lnTo>
                <a:cubicBezTo>
                  <a:pt x="4370439" y="1189660"/>
                  <a:pt x="4370797" y="1190019"/>
                  <a:pt x="4370797" y="1190019"/>
                </a:cubicBezTo>
                <a:lnTo>
                  <a:pt x="4374329" y="1196161"/>
                </a:lnTo>
                <a:cubicBezTo>
                  <a:pt x="4374432" y="1196365"/>
                  <a:pt x="4374329" y="1196826"/>
                  <a:pt x="4374329" y="1196826"/>
                </a:cubicBezTo>
                <a:lnTo>
                  <a:pt x="4370797" y="1202967"/>
                </a:lnTo>
                <a:cubicBezTo>
                  <a:pt x="4370643" y="1203172"/>
                  <a:pt x="4370183" y="1203326"/>
                  <a:pt x="4370183" y="1203326"/>
                </a:cubicBezTo>
                <a:close/>
                <a:moveTo>
                  <a:pt x="4568408" y="1203326"/>
                </a:moveTo>
                <a:lnTo>
                  <a:pt x="4561345" y="1203326"/>
                </a:lnTo>
                <a:cubicBezTo>
                  <a:pt x="4561089" y="1203326"/>
                  <a:pt x="4560731" y="1202967"/>
                  <a:pt x="4560731" y="1202967"/>
                </a:cubicBezTo>
                <a:lnTo>
                  <a:pt x="4557199" y="1196826"/>
                </a:lnTo>
                <a:cubicBezTo>
                  <a:pt x="4557097" y="1196621"/>
                  <a:pt x="4557199" y="1196161"/>
                  <a:pt x="4557199" y="1196161"/>
                </a:cubicBezTo>
                <a:lnTo>
                  <a:pt x="4560731" y="1190019"/>
                </a:lnTo>
                <a:cubicBezTo>
                  <a:pt x="4560884" y="1189814"/>
                  <a:pt x="4561345" y="1189660"/>
                  <a:pt x="4561345" y="1189660"/>
                </a:cubicBezTo>
                <a:lnTo>
                  <a:pt x="4568408" y="1189660"/>
                </a:lnTo>
                <a:cubicBezTo>
                  <a:pt x="4568663" y="1189660"/>
                  <a:pt x="4569022" y="1190019"/>
                  <a:pt x="4569022" y="1190019"/>
                </a:cubicBezTo>
                <a:lnTo>
                  <a:pt x="4572554" y="1196161"/>
                </a:lnTo>
                <a:cubicBezTo>
                  <a:pt x="4572656" y="1196365"/>
                  <a:pt x="4572554" y="1196826"/>
                  <a:pt x="4572554" y="1196826"/>
                </a:cubicBezTo>
                <a:lnTo>
                  <a:pt x="4569022" y="1202967"/>
                </a:lnTo>
                <a:cubicBezTo>
                  <a:pt x="4568869" y="1203172"/>
                  <a:pt x="4568408" y="1203326"/>
                  <a:pt x="4568408" y="1203326"/>
                </a:cubicBezTo>
                <a:close/>
                <a:moveTo>
                  <a:pt x="4766683" y="1203326"/>
                </a:moveTo>
                <a:lnTo>
                  <a:pt x="4759621" y="1203326"/>
                </a:lnTo>
                <a:cubicBezTo>
                  <a:pt x="4759364" y="1203326"/>
                  <a:pt x="4759007" y="1202967"/>
                  <a:pt x="4759007" y="1202967"/>
                </a:cubicBezTo>
                <a:lnTo>
                  <a:pt x="4755475" y="1196826"/>
                </a:lnTo>
                <a:cubicBezTo>
                  <a:pt x="4755372" y="1196621"/>
                  <a:pt x="4755475" y="1196161"/>
                  <a:pt x="4755475" y="1196161"/>
                </a:cubicBezTo>
                <a:lnTo>
                  <a:pt x="4759007" y="1190019"/>
                </a:lnTo>
                <a:cubicBezTo>
                  <a:pt x="4759160" y="1189814"/>
                  <a:pt x="4759621" y="1189660"/>
                  <a:pt x="4759621" y="1189660"/>
                </a:cubicBezTo>
                <a:lnTo>
                  <a:pt x="4766683" y="1189660"/>
                </a:lnTo>
                <a:cubicBezTo>
                  <a:pt x="4766940" y="1189660"/>
                  <a:pt x="4767297" y="1190019"/>
                  <a:pt x="4767297" y="1190019"/>
                </a:cubicBezTo>
                <a:lnTo>
                  <a:pt x="4770829" y="1196161"/>
                </a:lnTo>
                <a:cubicBezTo>
                  <a:pt x="4770932" y="1196365"/>
                  <a:pt x="4770829" y="1196826"/>
                  <a:pt x="4770829" y="1196826"/>
                </a:cubicBezTo>
                <a:lnTo>
                  <a:pt x="4767297" y="1202967"/>
                </a:lnTo>
                <a:cubicBezTo>
                  <a:pt x="4767144" y="1203172"/>
                  <a:pt x="4766683" y="1203326"/>
                  <a:pt x="4766683" y="1203326"/>
                </a:cubicBezTo>
                <a:close/>
                <a:moveTo>
                  <a:pt x="4964909" y="1203326"/>
                </a:moveTo>
                <a:lnTo>
                  <a:pt x="4957846" y="1203326"/>
                </a:lnTo>
                <a:cubicBezTo>
                  <a:pt x="4957589" y="1203326"/>
                  <a:pt x="4957232" y="1202967"/>
                  <a:pt x="4957232" y="1202967"/>
                </a:cubicBezTo>
                <a:lnTo>
                  <a:pt x="4953699" y="1196826"/>
                </a:lnTo>
                <a:cubicBezTo>
                  <a:pt x="4953597" y="1196621"/>
                  <a:pt x="4953699" y="1196161"/>
                  <a:pt x="4953699" y="1196161"/>
                </a:cubicBezTo>
                <a:lnTo>
                  <a:pt x="4957232" y="1190019"/>
                </a:lnTo>
                <a:cubicBezTo>
                  <a:pt x="4957384" y="1189814"/>
                  <a:pt x="4957846" y="1189660"/>
                  <a:pt x="4957846" y="1189660"/>
                </a:cubicBezTo>
                <a:lnTo>
                  <a:pt x="4964909" y="1189660"/>
                </a:lnTo>
                <a:cubicBezTo>
                  <a:pt x="4965164" y="1189660"/>
                  <a:pt x="4965523" y="1190019"/>
                  <a:pt x="4965523" y="1190019"/>
                </a:cubicBezTo>
                <a:lnTo>
                  <a:pt x="4969054" y="1196161"/>
                </a:lnTo>
                <a:cubicBezTo>
                  <a:pt x="4969156" y="1196365"/>
                  <a:pt x="4969054" y="1196826"/>
                  <a:pt x="4969054" y="1196826"/>
                </a:cubicBezTo>
                <a:lnTo>
                  <a:pt x="4965523" y="1202967"/>
                </a:lnTo>
                <a:cubicBezTo>
                  <a:pt x="4965369" y="1203172"/>
                  <a:pt x="4964909" y="1203326"/>
                  <a:pt x="4964909" y="1203326"/>
                </a:cubicBezTo>
                <a:close/>
                <a:moveTo>
                  <a:pt x="5163134" y="1203326"/>
                </a:moveTo>
                <a:lnTo>
                  <a:pt x="5156070" y="1203326"/>
                </a:lnTo>
                <a:cubicBezTo>
                  <a:pt x="5155814" y="1203326"/>
                  <a:pt x="5155456" y="1202967"/>
                  <a:pt x="5155456" y="1202967"/>
                </a:cubicBezTo>
                <a:lnTo>
                  <a:pt x="5151924" y="1196826"/>
                </a:lnTo>
                <a:cubicBezTo>
                  <a:pt x="5151822" y="1196621"/>
                  <a:pt x="5151924" y="1196161"/>
                  <a:pt x="5151924" y="1196161"/>
                </a:cubicBezTo>
                <a:lnTo>
                  <a:pt x="5155456" y="1190019"/>
                </a:lnTo>
                <a:cubicBezTo>
                  <a:pt x="5155610" y="1189814"/>
                  <a:pt x="5156070" y="1189660"/>
                  <a:pt x="5156070" y="1189660"/>
                </a:cubicBezTo>
                <a:lnTo>
                  <a:pt x="5163134" y="1189660"/>
                </a:lnTo>
                <a:cubicBezTo>
                  <a:pt x="5163388" y="1189660"/>
                  <a:pt x="5163748" y="1190019"/>
                  <a:pt x="5163748" y="1190019"/>
                </a:cubicBezTo>
                <a:lnTo>
                  <a:pt x="5167279" y="1196161"/>
                </a:lnTo>
                <a:cubicBezTo>
                  <a:pt x="5167381" y="1196365"/>
                  <a:pt x="5167279" y="1196826"/>
                  <a:pt x="5167279" y="1196826"/>
                </a:cubicBezTo>
                <a:lnTo>
                  <a:pt x="5163748" y="1202967"/>
                </a:lnTo>
                <a:cubicBezTo>
                  <a:pt x="5163594" y="1203172"/>
                  <a:pt x="5163134" y="1203326"/>
                  <a:pt x="5163134" y="1203326"/>
                </a:cubicBezTo>
                <a:close/>
                <a:moveTo>
                  <a:pt x="5361358" y="1203326"/>
                </a:moveTo>
                <a:lnTo>
                  <a:pt x="5354295" y="1203326"/>
                </a:lnTo>
                <a:cubicBezTo>
                  <a:pt x="5354038" y="1203326"/>
                  <a:pt x="5353680" y="1202967"/>
                  <a:pt x="5353680" y="1202967"/>
                </a:cubicBezTo>
                <a:lnTo>
                  <a:pt x="5350149" y="1196826"/>
                </a:lnTo>
                <a:cubicBezTo>
                  <a:pt x="5350047" y="1196621"/>
                  <a:pt x="5350149" y="1196161"/>
                  <a:pt x="5350149" y="1196161"/>
                </a:cubicBezTo>
                <a:lnTo>
                  <a:pt x="5353680" y="1190019"/>
                </a:lnTo>
                <a:cubicBezTo>
                  <a:pt x="5353835" y="1189814"/>
                  <a:pt x="5354295" y="1189660"/>
                  <a:pt x="5354295" y="1189660"/>
                </a:cubicBezTo>
                <a:lnTo>
                  <a:pt x="5361358" y="1189660"/>
                </a:lnTo>
                <a:cubicBezTo>
                  <a:pt x="5361614" y="1189660"/>
                  <a:pt x="5361972" y="1190019"/>
                  <a:pt x="5361972" y="1190019"/>
                </a:cubicBezTo>
                <a:lnTo>
                  <a:pt x="5365503" y="1196161"/>
                </a:lnTo>
                <a:cubicBezTo>
                  <a:pt x="5365606" y="1196365"/>
                  <a:pt x="5365503" y="1196826"/>
                  <a:pt x="5365503" y="1196826"/>
                </a:cubicBezTo>
                <a:lnTo>
                  <a:pt x="5361972" y="1202967"/>
                </a:lnTo>
                <a:cubicBezTo>
                  <a:pt x="5361818" y="1203172"/>
                  <a:pt x="5361358" y="1203326"/>
                  <a:pt x="5361358" y="1203326"/>
                </a:cubicBezTo>
                <a:close/>
                <a:moveTo>
                  <a:pt x="5559633" y="1203326"/>
                </a:moveTo>
                <a:lnTo>
                  <a:pt x="5552569" y="1203326"/>
                </a:lnTo>
                <a:cubicBezTo>
                  <a:pt x="5552314" y="1203326"/>
                  <a:pt x="5551956" y="1202967"/>
                  <a:pt x="5551956" y="1202967"/>
                </a:cubicBezTo>
                <a:lnTo>
                  <a:pt x="5548424" y="1196826"/>
                </a:lnTo>
                <a:cubicBezTo>
                  <a:pt x="5548322" y="1196621"/>
                  <a:pt x="5548424" y="1196161"/>
                  <a:pt x="5548424" y="1196161"/>
                </a:cubicBezTo>
                <a:lnTo>
                  <a:pt x="5551956" y="1190019"/>
                </a:lnTo>
                <a:cubicBezTo>
                  <a:pt x="5552109" y="1189814"/>
                  <a:pt x="5552569" y="1189660"/>
                  <a:pt x="5552569" y="1189660"/>
                </a:cubicBezTo>
                <a:lnTo>
                  <a:pt x="5559633" y="1189660"/>
                </a:lnTo>
                <a:cubicBezTo>
                  <a:pt x="5559889" y="1189660"/>
                  <a:pt x="5560246" y="1190019"/>
                  <a:pt x="5560246" y="1190019"/>
                </a:cubicBezTo>
                <a:lnTo>
                  <a:pt x="5563779" y="1196161"/>
                </a:lnTo>
                <a:cubicBezTo>
                  <a:pt x="5563881" y="1196365"/>
                  <a:pt x="5563779" y="1196826"/>
                  <a:pt x="5563779" y="1196826"/>
                </a:cubicBezTo>
                <a:lnTo>
                  <a:pt x="5560246" y="1202967"/>
                </a:lnTo>
                <a:cubicBezTo>
                  <a:pt x="5560094" y="1203172"/>
                  <a:pt x="5559633" y="1203326"/>
                  <a:pt x="5559633" y="1203326"/>
                </a:cubicBezTo>
                <a:close/>
                <a:moveTo>
                  <a:pt x="5757857" y="1203326"/>
                </a:moveTo>
                <a:lnTo>
                  <a:pt x="5750795" y="1203326"/>
                </a:lnTo>
                <a:cubicBezTo>
                  <a:pt x="5750538" y="1203326"/>
                  <a:pt x="5750181" y="1202967"/>
                  <a:pt x="5750181" y="1202967"/>
                </a:cubicBezTo>
                <a:lnTo>
                  <a:pt x="5746649" y="1196826"/>
                </a:lnTo>
                <a:cubicBezTo>
                  <a:pt x="5746546" y="1196621"/>
                  <a:pt x="5746649" y="1196161"/>
                  <a:pt x="5746649" y="1196161"/>
                </a:cubicBezTo>
                <a:lnTo>
                  <a:pt x="5750181" y="1190019"/>
                </a:lnTo>
                <a:cubicBezTo>
                  <a:pt x="5750333" y="1189814"/>
                  <a:pt x="5750795" y="1189660"/>
                  <a:pt x="5750795" y="1189660"/>
                </a:cubicBezTo>
                <a:lnTo>
                  <a:pt x="5757857" y="1189660"/>
                </a:lnTo>
                <a:cubicBezTo>
                  <a:pt x="5758114" y="1189660"/>
                  <a:pt x="5758471" y="1190019"/>
                  <a:pt x="5758471" y="1190019"/>
                </a:cubicBezTo>
                <a:lnTo>
                  <a:pt x="5762003" y="1196161"/>
                </a:lnTo>
                <a:cubicBezTo>
                  <a:pt x="5762106" y="1196365"/>
                  <a:pt x="5762003" y="1196826"/>
                  <a:pt x="5762003" y="1196826"/>
                </a:cubicBezTo>
                <a:lnTo>
                  <a:pt x="5758471" y="1202967"/>
                </a:lnTo>
                <a:cubicBezTo>
                  <a:pt x="5758318" y="1203172"/>
                  <a:pt x="5757857" y="1203326"/>
                  <a:pt x="5757857" y="1203326"/>
                </a:cubicBezTo>
                <a:close/>
                <a:moveTo>
                  <a:pt x="5956083" y="1203326"/>
                </a:moveTo>
                <a:lnTo>
                  <a:pt x="5949019" y="1203326"/>
                </a:lnTo>
                <a:cubicBezTo>
                  <a:pt x="5948763" y="1203326"/>
                  <a:pt x="5948405" y="1202967"/>
                  <a:pt x="5948405" y="1202967"/>
                </a:cubicBezTo>
                <a:lnTo>
                  <a:pt x="5944873" y="1196826"/>
                </a:lnTo>
                <a:cubicBezTo>
                  <a:pt x="5944771" y="1196621"/>
                  <a:pt x="5944873" y="1196161"/>
                  <a:pt x="5944873" y="1196161"/>
                </a:cubicBezTo>
                <a:lnTo>
                  <a:pt x="5948405" y="1190019"/>
                </a:lnTo>
                <a:cubicBezTo>
                  <a:pt x="5948558" y="1189814"/>
                  <a:pt x="5949019" y="1189660"/>
                  <a:pt x="5949019" y="1189660"/>
                </a:cubicBezTo>
                <a:lnTo>
                  <a:pt x="5956083" y="1189660"/>
                </a:lnTo>
                <a:cubicBezTo>
                  <a:pt x="5956338" y="1189660"/>
                  <a:pt x="5956697" y="1190019"/>
                  <a:pt x="5956697" y="1190019"/>
                </a:cubicBezTo>
                <a:lnTo>
                  <a:pt x="5960227" y="1196161"/>
                </a:lnTo>
                <a:cubicBezTo>
                  <a:pt x="5960330" y="1196365"/>
                  <a:pt x="5960227" y="1196826"/>
                  <a:pt x="5960227" y="1196826"/>
                </a:cubicBezTo>
                <a:lnTo>
                  <a:pt x="5956697" y="1202967"/>
                </a:lnTo>
                <a:cubicBezTo>
                  <a:pt x="5956542" y="1203172"/>
                  <a:pt x="5956083" y="1203326"/>
                  <a:pt x="5956083" y="1203326"/>
                </a:cubicBezTo>
                <a:close/>
                <a:moveTo>
                  <a:pt x="6154307" y="1203326"/>
                </a:moveTo>
                <a:lnTo>
                  <a:pt x="6147243" y="1203326"/>
                </a:lnTo>
                <a:cubicBezTo>
                  <a:pt x="6146988" y="1203326"/>
                  <a:pt x="6146629" y="1202967"/>
                  <a:pt x="6146629" y="1202967"/>
                </a:cubicBezTo>
                <a:lnTo>
                  <a:pt x="6143098" y="1196826"/>
                </a:lnTo>
                <a:cubicBezTo>
                  <a:pt x="6142996" y="1196621"/>
                  <a:pt x="6143098" y="1196161"/>
                  <a:pt x="6143098" y="1196161"/>
                </a:cubicBezTo>
                <a:lnTo>
                  <a:pt x="6146629" y="1190019"/>
                </a:lnTo>
                <a:cubicBezTo>
                  <a:pt x="6146783" y="1189814"/>
                  <a:pt x="6147243" y="1189660"/>
                  <a:pt x="6147243" y="1189660"/>
                </a:cubicBezTo>
                <a:lnTo>
                  <a:pt x="6154307" y="1189660"/>
                </a:lnTo>
                <a:cubicBezTo>
                  <a:pt x="6154562" y="1189660"/>
                  <a:pt x="6154921" y="1190019"/>
                  <a:pt x="6154921" y="1190019"/>
                </a:cubicBezTo>
                <a:lnTo>
                  <a:pt x="6158453" y="1196161"/>
                </a:lnTo>
                <a:cubicBezTo>
                  <a:pt x="6158554" y="1196365"/>
                  <a:pt x="6158453" y="1196826"/>
                  <a:pt x="6158453" y="1196826"/>
                </a:cubicBezTo>
                <a:lnTo>
                  <a:pt x="6154921" y="1202967"/>
                </a:lnTo>
                <a:cubicBezTo>
                  <a:pt x="6154768" y="1203172"/>
                  <a:pt x="6154307" y="1203326"/>
                  <a:pt x="6154307" y="1203326"/>
                </a:cubicBezTo>
                <a:close/>
                <a:moveTo>
                  <a:pt x="6352582" y="1203326"/>
                </a:moveTo>
                <a:lnTo>
                  <a:pt x="6345519" y="1203326"/>
                </a:lnTo>
                <a:cubicBezTo>
                  <a:pt x="6345263" y="1203326"/>
                  <a:pt x="6344904" y="1202967"/>
                  <a:pt x="6344904" y="1202967"/>
                </a:cubicBezTo>
                <a:lnTo>
                  <a:pt x="6341373" y="1196826"/>
                </a:lnTo>
                <a:cubicBezTo>
                  <a:pt x="6341271" y="1196621"/>
                  <a:pt x="6341373" y="1196161"/>
                  <a:pt x="6341373" y="1196161"/>
                </a:cubicBezTo>
                <a:lnTo>
                  <a:pt x="6344904" y="1190019"/>
                </a:lnTo>
                <a:cubicBezTo>
                  <a:pt x="6345058" y="1189814"/>
                  <a:pt x="6345519" y="1189660"/>
                  <a:pt x="6345519" y="1189660"/>
                </a:cubicBezTo>
                <a:lnTo>
                  <a:pt x="6352582" y="1189660"/>
                </a:lnTo>
                <a:cubicBezTo>
                  <a:pt x="6352838" y="1189660"/>
                  <a:pt x="6353196" y="1190019"/>
                  <a:pt x="6353196" y="1190019"/>
                </a:cubicBezTo>
                <a:lnTo>
                  <a:pt x="6356728" y="1196161"/>
                </a:lnTo>
                <a:cubicBezTo>
                  <a:pt x="6356830" y="1196365"/>
                  <a:pt x="6356728" y="1196826"/>
                  <a:pt x="6356728" y="1196826"/>
                </a:cubicBezTo>
                <a:lnTo>
                  <a:pt x="6353196" y="1202967"/>
                </a:lnTo>
                <a:cubicBezTo>
                  <a:pt x="6353043" y="1203172"/>
                  <a:pt x="6352582" y="1203326"/>
                  <a:pt x="6352582" y="1203326"/>
                </a:cubicBezTo>
                <a:close/>
                <a:moveTo>
                  <a:pt x="6550807" y="1203326"/>
                </a:moveTo>
                <a:lnTo>
                  <a:pt x="6543744" y="1203326"/>
                </a:lnTo>
                <a:cubicBezTo>
                  <a:pt x="6543488" y="1203326"/>
                  <a:pt x="6543129" y="1202967"/>
                  <a:pt x="6543129" y="1202967"/>
                </a:cubicBezTo>
                <a:lnTo>
                  <a:pt x="6539598" y="1196826"/>
                </a:lnTo>
                <a:cubicBezTo>
                  <a:pt x="6539495" y="1196621"/>
                  <a:pt x="6539598" y="1196161"/>
                  <a:pt x="6539598" y="1196161"/>
                </a:cubicBezTo>
                <a:lnTo>
                  <a:pt x="6543129" y="1190019"/>
                </a:lnTo>
                <a:cubicBezTo>
                  <a:pt x="6543282" y="1189814"/>
                  <a:pt x="6543744" y="1189660"/>
                  <a:pt x="6543744" y="1189660"/>
                </a:cubicBezTo>
                <a:lnTo>
                  <a:pt x="6550807" y="1189660"/>
                </a:lnTo>
                <a:cubicBezTo>
                  <a:pt x="6551063" y="1189660"/>
                  <a:pt x="6551420" y="1190019"/>
                  <a:pt x="6551420" y="1190019"/>
                </a:cubicBezTo>
                <a:lnTo>
                  <a:pt x="6554953" y="1196161"/>
                </a:lnTo>
                <a:cubicBezTo>
                  <a:pt x="6555055" y="1196365"/>
                  <a:pt x="6554953" y="1196826"/>
                  <a:pt x="6554953" y="1196826"/>
                </a:cubicBezTo>
                <a:lnTo>
                  <a:pt x="6551420" y="1202967"/>
                </a:lnTo>
                <a:cubicBezTo>
                  <a:pt x="6551267" y="1203172"/>
                  <a:pt x="6550807" y="1203326"/>
                  <a:pt x="6550807" y="1203326"/>
                </a:cubicBezTo>
                <a:close/>
                <a:moveTo>
                  <a:pt x="6749031" y="1203326"/>
                </a:moveTo>
                <a:lnTo>
                  <a:pt x="6741967" y="1203326"/>
                </a:lnTo>
                <a:cubicBezTo>
                  <a:pt x="6741711" y="1203326"/>
                  <a:pt x="6741354" y="1202967"/>
                  <a:pt x="6741354" y="1202967"/>
                </a:cubicBezTo>
                <a:lnTo>
                  <a:pt x="6737823" y="1196826"/>
                </a:lnTo>
                <a:cubicBezTo>
                  <a:pt x="6737720" y="1196621"/>
                  <a:pt x="6737823" y="1196161"/>
                  <a:pt x="6737823" y="1196161"/>
                </a:cubicBezTo>
                <a:lnTo>
                  <a:pt x="6741354" y="1190019"/>
                </a:lnTo>
                <a:cubicBezTo>
                  <a:pt x="6741508" y="1189814"/>
                  <a:pt x="6741967" y="1189660"/>
                  <a:pt x="6741967" y="1189660"/>
                </a:cubicBezTo>
                <a:lnTo>
                  <a:pt x="6749031" y="1189660"/>
                </a:lnTo>
                <a:cubicBezTo>
                  <a:pt x="6749287" y="1189660"/>
                  <a:pt x="6749646" y="1190019"/>
                  <a:pt x="6749646" y="1190019"/>
                </a:cubicBezTo>
                <a:lnTo>
                  <a:pt x="6753177" y="1196161"/>
                </a:lnTo>
                <a:cubicBezTo>
                  <a:pt x="6753279" y="1196365"/>
                  <a:pt x="6753177" y="1196826"/>
                  <a:pt x="6753177" y="1196826"/>
                </a:cubicBezTo>
                <a:lnTo>
                  <a:pt x="6749646" y="1202967"/>
                </a:lnTo>
                <a:cubicBezTo>
                  <a:pt x="6749491" y="1203172"/>
                  <a:pt x="6749031" y="1203326"/>
                  <a:pt x="6749031" y="1203326"/>
                </a:cubicBezTo>
                <a:close/>
                <a:moveTo>
                  <a:pt x="6947256" y="1203326"/>
                </a:moveTo>
                <a:lnTo>
                  <a:pt x="6940193" y="1203326"/>
                </a:lnTo>
                <a:cubicBezTo>
                  <a:pt x="6939937" y="1203326"/>
                  <a:pt x="6939578" y="1202967"/>
                  <a:pt x="6939578" y="1202967"/>
                </a:cubicBezTo>
                <a:lnTo>
                  <a:pt x="6936048" y="1196826"/>
                </a:lnTo>
                <a:cubicBezTo>
                  <a:pt x="6935945" y="1196621"/>
                  <a:pt x="6936048" y="1196161"/>
                  <a:pt x="6936048" y="1196161"/>
                </a:cubicBezTo>
                <a:lnTo>
                  <a:pt x="6939578" y="1190019"/>
                </a:lnTo>
                <a:cubicBezTo>
                  <a:pt x="6939733" y="1189814"/>
                  <a:pt x="6940193" y="1189660"/>
                  <a:pt x="6940193" y="1189660"/>
                </a:cubicBezTo>
                <a:lnTo>
                  <a:pt x="6947256" y="1189660"/>
                </a:lnTo>
                <a:cubicBezTo>
                  <a:pt x="6947512" y="1189660"/>
                  <a:pt x="6947870" y="1190019"/>
                  <a:pt x="6947870" y="1190019"/>
                </a:cubicBezTo>
                <a:lnTo>
                  <a:pt x="6951402" y="1196161"/>
                </a:lnTo>
                <a:cubicBezTo>
                  <a:pt x="6951504" y="1196365"/>
                  <a:pt x="6951402" y="1196826"/>
                  <a:pt x="6951402" y="1196826"/>
                </a:cubicBezTo>
                <a:lnTo>
                  <a:pt x="6947870" y="1202967"/>
                </a:lnTo>
                <a:cubicBezTo>
                  <a:pt x="6947717" y="1203172"/>
                  <a:pt x="6947256" y="1203326"/>
                  <a:pt x="6947256" y="1203326"/>
                </a:cubicBezTo>
                <a:close/>
                <a:moveTo>
                  <a:pt x="7145436" y="1203326"/>
                </a:moveTo>
                <a:lnTo>
                  <a:pt x="7138372" y="1203326"/>
                </a:lnTo>
                <a:cubicBezTo>
                  <a:pt x="7138116" y="1203326"/>
                  <a:pt x="7137758" y="1202967"/>
                  <a:pt x="7137758" y="1202967"/>
                </a:cubicBezTo>
                <a:lnTo>
                  <a:pt x="7134227" y="1196826"/>
                </a:lnTo>
                <a:cubicBezTo>
                  <a:pt x="7134124" y="1196621"/>
                  <a:pt x="7134227" y="1196161"/>
                  <a:pt x="7134227" y="1196161"/>
                </a:cubicBezTo>
                <a:lnTo>
                  <a:pt x="7137758" y="1190019"/>
                </a:lnTo>
                <a:cubicBezTo>
                  <a:pt x="7137911" y="1189814"/>
                  <a:pt x="7138372" y="1189660"/>
                  <a:pt x="7138372" y="1189660"/>
                </a:cubicBezTo>
                <a:lnTo>
                  <a:pt x="7145436" y="1189660"/>
                </a:lnTo>
                <a:cubicBezTo>
                  <a:pt x="7145691" y="1189660"/>
                  <a:pt x="7146050" y="1190019"/>
                  <a:pt x="7146050" y="1190019"/>
                </a:cubicBezTo>
                <a:lnTo>
                  <a:pt x="7149582" y="1196161"/>
                </a:lnTo>
                <a:cubicBezTo>
                  <a:pt x="7149684" y="1196365"/>
                  <a:pt x="7149582" y="1196826"/>
                  <a:pt x="7149582" y="1196826"/>
                </a:cubicBezTo>
                <a:lnTo>
                  <a:pt x="7146050" y="1202967"/>
                </a:lnTo>
                <a:cubicBezTo>
                  <a:pt x="7145897" y="1203172"/>
                  <a:pt x="7145436" y="1203326"/>
                  <a:pt x="7145436" y="1203326"/>
                </a:cubicBezTo>
                <a:close/>
                <a:moveTo>
                  <a:pt x="7343671" y="1203326"/>
                </a:moveTo>
                <a:lnTo>
                  <a:pt x="7336605" y="1203326"/>
                </a:lnTo>
                <a:cubicBezTo>
                  <a:pt x="7336350" y="1203326"/>
                  <a:pt x="7335992" y="1202967"/>
                  <a:pt x="7335992" y="1202967"/>
                </a:cubicBezTo>
                <a:lnTo>
                  <a:pt x="7332459" y="1196826"/>
                </a:lnTo>
                <a:cubicBezTo>
                  <a:pt x="7332358" y="1196621"/>
                  <a:pt x="7332459" y="1196161"/>
                  <a:pt x="7332459" y="1196161"/>
                </a:cubicBezTo>
                <a:lnTo>
                  <a:pt x="7335992" y="1190019"/>
                </a:lnTo>
                <a:cubicBezTo>
                  <a:pt x="7336146" y="1189814"/>
                  <a:pt x="7336605" y="1189660"/>
                  <a:pt x="7336605" y="1189660"/>
                </a:cubicBezTo>
                <a:lnTo>
                  <a:pt x="7343671" y="1189660"/>
                </a:lnTo>
                <a:cubicBezTo>
                  <a:pt x="7343925" y="1189660"/>
                  <a:pt x="7344284" y="1190019"/>
                  <a:pt x="7344284" y="1190019"/>
                </a:cubicBezTo>
                <a:lnTo>
                  <a:pt x="7347816" y="1196161"/>
                </a:lnTo>
                <a:cubicBezTo>
                  <a:pt x="7347918" y="1196365"/>
                  <a:pt x="7347816" y="1196826"/>
                  <a:pt x="7347816" y="1196826"/>
                </a:cubicBezTo>
                <a:lnTo>
                  <a:pt x="7344284" y="1202967"/>
                </a:lnTo>
                <a:cubicBezTo>
                  <a:pt x="7344131" y="1203172"/>
                  <a:pt x="7343671" y="1203326"/>
                  <a:pt x="7343671" y="1203326"/>
                </a:cubicBezTo>
                <a:close/>
                <a:moveTo>
                  <a:pt x="7541797" y="1203326"/>
                </a:moveTo>
                <a:lnTo>
                  <a:pt x="7534734" y="1203326"/>
                </a:lnTo>
                <a:cubicBezTo>
                  <a:pt x="7534478" y="1203326"/>
                  <a:pt x="7534121" y="1202967"/>
                  <a:pt x="7534121" y="1202967"/>
                </a:cubicBezTo>
                <a:lnTo>
                  <a:pt x="7530589" y="1196826"/>
                </a:lnTo>
                <a:cubicBezTo>
                  <a:pt x="7530486" y="1196621"/>
                  <a:pt x="7530589" y="1196161"/>
                  <a:pt x="7530589" y="1196161"/>
                </a:cubicBezTo>
                <a:lnTo>
                  <a:pt x="7534121" y="1190019"/>
                </a:lnTo>
                <a:cubicBezTo>
                  <a:pt x="7534273" y="1189814"/>
                  <a:pt x="7534734" y="1189660"/>
                  <a:pt x="7534734" y="1189660"/>
                </a:cubicBezTo>
                <a:lnTo>
                  <a:pt x="7541797" y="1189660"/>
                </a:lnTo>
                <a:cubicBezTo>
                  <a:pt x="7542054" y="1189660"/>
                  <a:pt x="7542412" y="1190019"/>
                  <a:pt x="7542412" y="1190019"/>
                </a:cubicBezTo>
                <a:lnTo>
                  <a:pt x="7545944" y="1196161"/>
                </a:lnTo>
                <a:cubicBezTo>
                  <a:pt x="7546047" y="1196365"/>
                  <a:pt x="7545944" y="1196826"/>
                  <a:pt x="7545944" y="1196826"/>
                </a:cubicBezTo>
                <a:lnTo>
                  <a:pt x="7542412" y="1202967"/>
                </a:lnTo>
                <a:cubicBezTo>
                  <a:pt x="7542259" y="1203172"/>
                  <a:pt x="7541797" y="1203326"/>
                  <a:pt x="7541797" y="1203326"/>
                </a:cubicBezTo>
                <a:close/>
                <a:moveTo>
                  <a:pt x="7740131" y="1203326"/>
                </a:moveTo>
                <a:lnTo>
                  <a:pt x="7733068" y="1203326"/>
                </a:lnTo>
                <a:cubicBezTo>
                  <a:pt x="7732813" y="1203326"/>
                  <a:pt x="7732455" y="1202967"/>
                  <a:pt x="7732455" y="1202967"/>
                </a:cubicBezTo>
                <a:lnTo>
                  <a:pt x="7728922" y="1196826"/>
                </a:lnTo>
                <a:cubicBezTo>
                  <a:pt x="7728820" y="1196621"/>
                  <a:pt x="7728922" y="1196161"/>
                  <a:pt x="7728922" y="1196161"/>
                </a:cubicBezTo>
                <a:lnTo>
                  <a:pt x="7732455" y="1190019"/>
                </a:lnTo>
                <a:cubicBezTo>
                  <a:pt x="7732608" y="1189814"/>
                  <a:pt x="7733068" y="1189660"/>
                  <a:pt x="7733068" y="1189660"/>
                </a:cubicBezTo>
                <a:lnTo>
                  <a:pt x="7740131" y="1189660"/>
                </a:lnTo>
                <a:cubicBezTo>
                  <a:pt x="7740387" y="1189660"/>
                  <a:pt x="7740744" y="1190019"/>
                  <a:pt x="7740744" y="1190019"/>
                </a:cubicBezTo>
                <a:lnTo>
                  <a:pt x="7744278" y="1196161"/>
                </a:lnTo>
                <a:cubicBezTo>
                  <a:pt x="7744380" y="1196365"/>
                  <a:pt x="7744278" y="1196826"/>
                  <a:pt x="7744278" y="1196826"/>
                </a:cubicBezTo>
                <a:lnTo>
                  <a:pt x="7740744" y="1202967"/>
                </a:lnTo>
                <a:cubicBezTo>
                  <a:pt x="7740592" y="1203172"/>
                  <a:pt x="7740131" y="1203326"/>
                  <a:pt x="7740131" y="1203326"/>
                </a:cubicBezTo>
                <a:close/>
                <a:moveTo>
                  <a:pt x="7938353" y="1203326"/>
                </a:moveTo>
                <a:lnTo>
                  <a:pt x="7931290" y="1203326"/>
                </a:lnTo>
                <a:cubicBezTo>
                  <a:pt x="7931033" y="1203326"/>
                  <a:pt x="7930676" y="1202967"/>
                  <a:pt x="7930676" y="1202967"/>
                </a:cubicBezTo>
                <a:lnTo>
                  <a:pt x="7927144" y="1196826"/>
                </a:lnTo>
                <a:cubicBezTo>
                  <a:pt x="7927042" y="1196621"/>
                  <a:pt x="7927144" y="1196161"/>
                  <a:pt x="7927144" y="1196161"/>
                </a:cubicBezTo>
                <a:lnTo>
                  <a:pt x="7930676" y="1190019"/>
                </a:lnTo>
                <a:cubicBezTo>
                  <a:pt x="7930830" y="1189814"/>
                  <a:pt x="7931290" y="1189660"/>
                  <a:pt x="7931290" y="1189660"/>
                </a:cubicBezTo>
                <a:lnTo>
                  <a:pt x="7938353" y="1189660"/>
                </a:lnTo>
                <a:cubicBezTo>
                  <a:pt x="7938609" y="1189660"/>
                  <a:pt x="7938968" y="1190019"/>
                  <a:pt x="7938968" y="1190019"/>
                </a:cubicBezTo>
                <a:lnTo>
                  <a:pt x="7942499" y="1196161"/>
                </a:lnTo>
                <a:cubicBezTo>
                  <a:pt x="7942601" y="1196365"/>
                  <a:pt x="7942499" y="1196826"/>
                  <a:pt x="7942499" y="1196826"/>
                </a:cubicBezTo>
                <a:lnTo>
                  <a:pt x="7938968" y="1202967"/>
                </a:lnTo>
                <a:cubicBezTo>
                  <a:pt x="7938813" y="1203172"/>
                  <a:pt x="7938353" y="1203326"/>
                  <a:pt x="7938353" y="1203326"/>
                </a:cubicBezTo>
                <a:close/>
                <a:moveTo>
                  <a:pt x="8136550" y="1203326"/>
                </a:moveTo>
                <a:lnTo>
                  <a:pt x="8129486" y="1203326"/>
                </a:lnTo>
                <a:cubicBezTo>
                  <a:pt x="8129230" y="1203326"/>
                  <a:pt x="8128872" y="1202967"/>
                  <a:pt x="8128872" y="1202967"/>
                </a:cubicBezTo>
                <a:lnTo>
                  <a:pt x="8125340" y="1196826"/>
                </a:lnTo>
                <a:cubicBezTo>
                  <a:pt x="8125238" y="1196621"/>
                  <a:pt x="8125340" y="1196161"/>
                  <a:pt x="8125340" y="1196161"/>
                </a:cubicBezTo>
                <a:lnTo>
                  <a:pt x="8128872" y="1190019"/>
                </a:lnTo>
                <a:cubicBezTo>
                  <a:pt x="8129027" y="1189814"/>
                  <a:pt x="8129486" y="1189660"/>
                  <a:pt x="8129486" y="1189660"/>
                </a:cubicBezTo>
                <a:lnTo>
                  <a:pt x="8136550" y="1189660"/>
                </a:lnTo>
                <a:cubicBezTo>
                  <a:pt x="8136808" y="1189660"/>
                  <a:pt x="8137165" y="1190019"/>
                  <a:pt x="8137165" y="1190019"/>
                </a:cubicBezTo>
                <a:lnTo>
                  <a:pt x="8140696" y="1196161"/>
                </a:lnTo>
                <a:cubicBezTo>
                  <a:pt x="8140798" y="1196365"/>
                  <a:pt x="8140696" y="1196826"/>
                  <a:pt x="8140696" y="1196826"/>
                </a:cubicBezTo>
                <a:lnTo>
                  <a:pt x="8137165" y="1202967"/>
                </a:lnTo>
                <a:cubicBezTo>
                  <a:pt x="8137010" y="1203172"/>
                  <a:pt x="8136550" y="1203326"/>
                  <a:pt x="8136550" y="1203326"/>
                </a:cubicBezTo>
                <a:close/>
                <a:moveTo>
                  <a:pt x="8334765" y="1203326"/>
                </a:moveTo>
                <a:lnTo>
                  <a:pt x="8327702" y="1203326"/>
                </a:lnTo>
                <a:cubicBezTo>
                  <a:pt x="8327444" y="1203326"/>
                  <a:pt x="8327086" y="1202967"/>
                  <a:pt x="8327086" y="1202967"/>
                </a:cubicBezTo>
                <a:lnTo>
                  <a:pt x="8323554" y="1196826"/>
                </a:lnTo>
                <a:cubicBezTo>
                  <a:pt x="8323453" y="1196621"/>
                  <a:pt x="8323554" y="1196161"/>
                  <a:pt x="8323554" y="1196161"/>
                </a:cubicBezTo>
                <a:lnTo>
                  <a:pt x="8327086" y="1190019"/>
                </a:lnTo>
                <a:cubicBezTo>
                  <a:pt x="8327241" y="1189814"/>
                  <a:pt x="8327702" y="1189660"/>
                  <a:pt x="8327702" y="1189660"/>
                </a:cubicBezTo>
                <a:lnTo>
                  <a:pt x="8334765" y="1189660"/>
                </a:lnTo>
                <a:cubicBezTo>
                  <a:pt x="8335020" y="1189660"/>
                  <a:pt x="8335380" y="1190019"/>
                  <a:pt x="8335380" y="1190019"/>
                </a:cubicBezTo>
                <a:lnTo>
                  <a:pt x="8338911" y="1196161"/>
                </a:lnTo>
                <a:cubicBezTo>
                  <a:pt x="8339013" y="1196365"/>
                  <a:pt x="8338911" y="1196826"/>
                  <a:pt x="8338911" y="1196826"/>
                </a:cubicBezTo>
                <a:lnTo>
                  <a:pt x="8335380" y="1202967"/>
                </a:lnTo>
                <a:cubicBezTo>
                  <a:pt x="8335226" y="1203172"/>
                  <a:pt x="8334765" y="1203326"/>
                  <a:pt x="8334765" y="1203326"/>
                </a:cubicBezTo>
                <a:close/>
                <a:moveTo>
                  <a:pt x="8533143" y="1203326"/>
                </a:moveTo>
                <a:lnTo>
                  <a:pt x="8526080" y="1203326"/>
                </a:lnTo>
                <a:cubicBezTo>
                  <a:pt x="8525824" y="1203326"/>
                  <a:pt x="8525466" y="1202967"/>
                  <a:pt x="8525466" y="1202967"/>
                </a:cubicBezTo>
                <a:lnTo>
                  <a:pt x="8521935" y="1196826"/>
                </a:lnTo>
                <a:cubicBezTo>
                  <a:pt x="8521832" y="1196621"/>
                  <a:pt x="8521935" y="1196161"/>
                  <a:pt x="8521935" y="1196161"/>
                </a:cubicBezTo>
                <a:lnTo>
                  <a:pt x="8525466" y="1190019"/>
                </a:lnTo>
                <a:cubicBezTo>
                  <a:pt x="8525620" y="1189814"/>
                  <a:pt x="8526080" y="1189660"/>
                  <a:pt x="8526080" y="1189660"/>
                </a:cubicBezTo>
                <a:lnTo>
                  <a:pt x="8533143" y="1189660"/>
                </a:lnTo>
                <a:cubicBezTo>
                  <a:pt x="8533399" y="1189660"/>
                  <a:pt x="8533758" y="1190019"/>
                  <a:pt x="8533758" y="1190019"/>
                </a:cubicBezTo>
                <a:lnTo>
                  <a:pt x="8537289" y="1196161"/>
                </a:lnTo>
                <a:cubicBezTo>
                  <a:pt x="8537392" y="1196365"/>
                  <a:pt x="8537289" y="1196826"/>
                  <a:pt x="8537289" y="1196826"/>
                </a:cubicBezTo>
                <a:lnTo>
                  <a:pt x="8533758" y="1202967"/>
                </a:lnTo>
                <a:cubicBezTo>
                  <a:pt x="8533604" y="1203172"/>
                  <a:pt x="8533143" y="1203326"/>
                  <a:pt x="8533143" y="1203326"/>
                </a:cubicBezTo>
                <a:close/>
                <a:moveTo>
                  <a:pt x="8731247" y="1203326"/>
                </a:moveTo>
                <a:lnTo>
                  <a:pt x="8724183" y="1203326"/>
                </a:lnTo>
                <a:cubicBezTo>
                  <a:pt x="8723927" y="1203326"/>
                  <a:pt x="8723569" y="1202967"/>
                  <a:pt x="8723569" y="1202967"/>
                </a:cubicBezTo>
                <a:lnTo>
                  <a:pt x="8720038" y="1196826"/>
                </a:lnTo>
                <a:cubicBezTo>
                  <a:pt x="8719936" y="1196621"/>
                  <a:pt x="8720038" y="1196161"/>
                  <a:pt x="8720038" y="1196161"/>
                </a:cubicBezTo>
                <a:lnTo>
                  <a:pt x="8723569" y="1190019"/>
                </a:lnTo>
                <a:cubicBezTo>
                  <a:pt x="8723722" y="1189814"/>
                  <a:pt x="8724183" y="1189660"/>
                  <a:pt x="8724183" y="1189660"/>
                </a:cubicBezTo>
                <a:lnTo>
                  <a:pt x="8731247" y="1189660"/>
                </a:lnTo>
                <a:cubicBezTo>
                  <a:pt x="8731504" y="1189660"/>
                  <a:pt x="8731861" y="1190019"/>
                  <a:pt x="8731861" y="1190019"/>
                </a:cubicBezTo>
                <a:lnTo>
                  <a:pt x="8735393" y="1196161"/>
                </a:lnTo>
                <a:cubicBezTo>
                  <a:pt x="8735495" y="1196365"/>
                  <a:pt x="8735393" y="1196826"/>
                  <a:pt x="8735393" y="1196826"/>
                </a:cubicBezTo>
                <a:lnTo>
                  <a:pt x="8731861" y="1202967"/>
                </a:lnTo>
                <a:cubicBezTo>
                  <a:pt x="8731707" y="1203172"/>
                  <a:pt x="8731247" y="1203326"/>
                  <a:pt x="8731247" y="1203326"/>
                </a:cubicBezTo>
                <a:close/>
                <a:moveTo>
                  <a:pt x="8929655" y="1203326"/>
                </a:moveTo>
                <a:lnTo>
                  <a:pt x="8922592" y="1203326"/>
                </a:lnTo>
                <a:cubicBezTo>
                  <a:pt x="8922336" y="1203326"/>
                  <a:pt x="8921977" y="1202967"/>
                  <a:pt x="8921977" y="1202967"/>
                </a:cubicBezTo>
                <a:lnTo>
                  <a:pt x="8918446" y="1196826"/>
                </a:lnTo>
                <a:cubicBezTo>
                  <a:pt x="8918344" y="1196621"/>
                  <a:pt x="8918446" y="1196161"/>
                  <a:pt x="8918446" y="1196161"/>
                </a:cubicBezTo>
                <a:lnTo>
                  <a:pt x="8921977" y="1190019"/>
                </a:lnTo>
                <a:cubicBezTo>
                  <a:pt x="8922131" y="1189814"/>
                  <a:pt x="8922592" y="1189660"/>
                  <a:pt x="8922592" y="1189660"/>
                </a:cubicBezTo>
                <a:lnTo>
                  <a:pt x="8929655" y="1189660"/>
                </a:lnTo>
                <a:cubicBezTo>
                  <a:pt x="8929910" y="1189660"/>
                  <a:pt x="8930269" y="1190019"/>
                  <a:pt x="8930269" y="1190019"/>
                </a:cubicBezTo>
                <a:lnTo>
                  <a:pt x="8933801" y="1196161"/>
                </a:lnTo>
                <a:cubicBezTo>
                  <a:pt x="8933903" y="1196365"/>
                  <a:pt x="8933801" y="1196826"/>
                  <a:pt x="8933801" y="1196826"/>
                </a:cubicBezTo>
                <a:lnTo>
                  <a:pt x="8930269" y="1202967"/>
                </a:lnTo>
                <a:cubicBezTo>
                  <a:pt x="8930116" y="1203172"/>
                  <a:pt x="8929655" y="1203326"/>
                  <a:pt x="8929655" y="1203326"/>
                </a:cubicBezTo>
                <a:close/>
                <a:moveTo>
                  <a:pt x="9127830" y="1203326"/>
                </a:moveTo>
                <a:lnTo>
                  <a:pt x="9120767" y="1203326"/>
                </a:lnTo>
                <a:cubicBezTo>
                  <a:pt x="9120512" y="1203326"/>
                  <a:pt x="9120152" y="1202967"/>
                  <a:pt x="9120152" y="1202967"/>
                </a:cubicBezTo>
                <a:lnTo>
                  <a:pt x="9116622" y="1196826"/>
                </a:lnTo>
                <a:cubicBezTo>
                  <a:pt x="9116519" y="1196621"/>
                  <a:pt x="9116622" y="1196161"/>
                  <a:pt x="9116622" y="1196161"/>
                </a:cubicBezTo>
                <a:lnTo>
                  <a:pt x="9120152" y="1190019"/>
                </a:lnTo>
                <a:cubicBezTo>
                  <a:pt x="9120307" y="1189814"/>
                  <a:pt x="9120767" y="1189660"/>
                  <a:pt x="9120767" y="1189660"/>
                </a:cubicBezTo>
                <a:lnTo>
                  <a:pt x="9127830" y="1189660"/>
                </a:lnTo>
                <a:cubicBezTo>
                  <a:pt x="9128086" y="1189660"/>
                  <a:pt x="9128444" y="1190019"/>
                  <a:pt x="9128444" y="1190019"/>
                </a:cubicBezTo>
                <a:lnTo>
                  <a:pt x="9131977" y="1196161"/>
                </a:lnTo>
                <a:cubicBezTo>
                  <a:pt x="9132078" y="1196365"/>
                  <a:pt x="9131977" y="1196826"/>
                  <a:pt x="9131977" y="1196826"/>
                </a:cubicBezTo>
                <a:lnTo>
                  <a:pt x="9128444" y="1202967"/>
                </a:lnTo>
                <a:cubicBezTo>
                  <a:pt x="9128290" y="1203172"/>
                  <a:pt x="9127830" y="1203326"/>
                  <a:pt x="9127830" y="1203326"/>
                </a:cubicBezTo>
                <a:close/>
                <a:moveTo>
                  <a:pt x="9326070" y="1203326"/>
                </a:moveTo>
                <a:lnTo>
                  <a:pt x="9319007" y="1203326"/>
                </a:lnTo>
                <a:cubicBezTo>
                  <a:pt x="9318750" y="1203326"/>
                  <a:pt x="9318392" y="1202967"/>
                  <a:pt x="9318392" y="1202967"/>
                </a:cubicBezTo>
                <a:lnTo>
                  <a:pt x="9314861" y="1196826"/>
                </a:lnTo>
                <a:cubicBezTo>
                  <a:pt x="9314758" y="1196621"/>
                  <a:pt x="9314861" y="1196161"/>
                  <a:pt x="9314861" y="1196161"/>
                </a:cubicBezTo>
                <a:lnTo>
                  <a:pt x="9318392" y="1190019"/>
                </a:lnTo>
                <a:cubicBezTo>
                  <a:pt x="9318546" y="1189814"/>
                  <a:pt x="9319007" y="1189660"/>
                  <a:pt x="9319007" y="1189660"/>
                </a:cubicBezTo>
                <a:lnTo>
                  <a:pt x="9326070" y="1189660"/>
                </a:lnTo>
                <a:cubicBezTo>
                  <a:pt x="9326325" y="1189660"/>
                  <a:pt x="9326684" y="1190019"/>
                  <a:pt x="9326684" y="1190019"/>
                </a:cubicBezTo>
                <a:lnTo>
                  <a:pt x="9330215" y="1196161"/>
                </a:lnTo>
                <a:cubicBezTo>
                  <a:pt x="9330317" y="1196365"/>
                  <a:pt x="9330215" y="1196826"/>
                  <a:pt x="9330215" y="1196826"/>
                </a:cubicBezTo>
                <a:lnTo>
                  <a:pt x="9326684" y="1202967"/>
                </a:lnTo>
                <a:cubicBezTo>
                  <a:pt x="9326530" y="1203172"/>
                  <a:pt x="9326070" y="1203326"/>
                  <a:pt x="9326070" y="1203326"/>
                </a:cubicBezTo>
                <a:close/>
                <a:moveTo>
                  <a:pt x="9524212" y="1203326"/>
                </a:moveTo>
                <a:lnTo>
                  <a:pt x="9517150" y="1203326"/>
                </a:lnTo>
                <a:cubicBezTo>
                  <a:pt x="9516893" y="1203326"/>
                  <a:pt x="9516536" y="1202967"/>
                  <a:pt x="9516536" y="1202967"/>
                </a:cubicBezTo>
                <a:lnTo>
                  <a:pt x="9513004" y="1196826"/>
                </a:lnTo>
                <a:cubicBezTo>
                  <a:pt x="9512902" y="1196621"/>
                  <a:pt x="9513004" y="1196161"/>
                  <a:pt x="9513004" y="1196161"/>
                </a:cubicBezTo>
                <a:lnTo>
                  <a:pt x="9516536" y="1190019"/>
                </a:lnTo>
                <a:cubicBezTo>
                  <a:pt x="9516689" y="1189814"/>
                  <a:pt x="9517150" y="1189660"/>
                  <a:pt x="9517150" y="1189660"/>
                </a:cubicBezTo>
                <a:lnTo>
                  <a:pt x="9524212" y="1189660"/>
                </a:lnTo>
                <a:cubicBezTo>
                  <a:pt x="9524468" y="1189660"/>
                  <a:pt x="9524826" y="1190019"/>
                  <a:pt x="9524826" y="1190019"/>
                </a:cubicBezTo>
                <a:lnTo>
                  <a:pt x="9528360" y="1196161"/>
                </a:lnTo>
                <a:cubicBezTo>
                  <a:pt x="9528461" y="1196365"/>
                  <a:pt x="9528360" y="1196826"/>
                  <a:pt x="9528360" y="1196826"/>
                </a:cubicBezTo>
                <a:lnTo>
                  <a:pt x="9524826" y="1202967"/>
                </a:lnTo>
                <a:cubicBezTo>
                  <a:pt x="9524674" y="1203172"/>
                  <a:pt x="9524212" y="1203326"/>
                  <a:pt x="9524212" y="1203326"/>
                </a:cubicBezTo>
                <a:close/>
                <a:moveTo>
                  <a:pt x="9722519" y="1203326"/>
                </a:moveTo>
                <a:lnTo>
                  <a:pt x="9715457" y="1203326"/>
                </a:lnTo>
                <a:cubicBezTo>
                  <a:pt x="9715202" y="1203326"/>
                  <a:pt x="9714843" y="1202967"/>
                  <a:pt x="9714843" y="1202967"/>
                </a:cubicBezTo>
                <a:lnTo>
                  <a:pt x="9711311" y="1196826"/>
                </a:lnTo>
                <a:cubicBezTo>
                  <a:pt x="9711209" y="1196621"/>
                  <a:pt x="9711311" y="1196161"/>
                  <a:pt x="9711311" y="1196161"/>
                </a:cubicBezTo>
                <a:lnTo>
                  <a:pt x="9714843" y="1190019"/>
                </a:lnTo>
                <a:cubicBezTo>
                  <a:pt x="9714997" y="1189814"/>
                  <a:pt x="9715457" y="1189660"/>
                  <a:pt x="9715457" y="1189660"/>
                </a:cubicBezTo>
                <a:lnTo>
                  <a:pt x="9722519" y="1189660"/>
                </a:lnTo>
                <a:cubicBezTo>
                  <a:pt x="9722775" y="1189660"/>
                  <a:pt x="9723134" y="1190019"/>
                  <a:pt x="9723134" y="1190019"/>
                </a:cubicBezTo>
                <a:lnTo>
                  <a:pt x="9726666" y="1196161"/>
                </a:lnTo>
                <a:cubicBezTo>
                  <a:pt x="9726768" y="1196365"/>
                  <a:pt x="9726666" y="1196826"/>
                  <a:pt x="9726666" y="1196826"/>
                </a:cubicBezTo>
                <a:lnTo>
                  <a:pt x="9723134" y="1202967"/>
                </a:lnTo>
                <a:cubicBezTo>
                  <a:pt x="9722980" y="1203172"/>
                  <a:pt x="9722519" y="1203326"/>
                  <a:pt x="9722519" y="1203326"/>
                </a:cubicBezTo>
                <a:close/>
                <a:moveTo>
                  <a:pt x="9920729" y="1203326"/>
                </a:moveTo>
                <a:lnTo>
                  <a:pt x="9913666" y="1203326"/>
                </a:lnTo>
                <a:cubicBezTo>
                  <a:pt x="9913411" y="1203326"/>
                  <a:pt x="9913052" y="1202967"/>
                  <a:pt x="9913052" y="1202967"/>
                </a:cubicBezTo>
                <a:lnTo>
                  <a:pt x="9909521" y="1196826"/>
                </a:lnTo>
                <a:cubicBezTo>
                  <a:pt x="9909419" y="1196621"/>
                  <a:pt x="9909521" y="1196161"/>
                  <a:pt x="9909521" y="1196161"/>
                </a:cubicBezTo>
                <a:lnTo>
                  <a:pt x="9913052" y="1190019"/>
                </a:lnTo>
                <a:cubicBezTo>
                  <a:pt x="9913206" y="1189814"/>
                  <a:pt x="9913666" y="1189660"/>
                  <a:pt x="9913666" y="1189660"/>
                </a:cubicBezTo>
                <a:lnTo>
                  <a:pt x="9920729" y="1189660"/>
                </a:lnTo>
                <a:cubicBezTo>
                  <a:pt x="9920986" y="1189660"/>
                  <a:pt x="9921344" y="1190019"/>
                  <a:pt x="9921344" y="1190019"/>
                </a:cubicBezTo>
                <a:lnTo>
                  <a:pt x="9924876" y="1196161"/>
                </a:lnTo>
                <a:cubicBezTo>
                  <a:pt x="9924978" y="1196365"/>
                  <a:pt x="9924876" y="1196826"/>
                  <a:pt x="9924876" y="1196826"/>
                </a:cubicBezTo>
                <a:lnTo>
                  <a:pt x="9921344" y="1202967"/>
                </a:lnTo>
                <a:cubicBezTo>
                  <a:pt x="9921190" y="1203172"/>
                  <a:pt x="9920729" y="1203326"/>
                  <a:pt x="9920729" y="1203326"/>
                </a:cubicBezTo>
                <a:close/>
                <a:moveTo>
                  <a:pt x="10119010" y="1203326"/>
                </a:moveTo>
                <a:lnTo>
                  <a:pt x="10111947" y="1203326"/>
                </a:lnTo>
                <a:cubicBezTo>
                  <a:pt x="10111690" y="1203326"/>
                  <a:pt x="10111333" y="1202967"/>
                  <a:pt x="10111333" y="1202967"/>
                </a:cubicBezTo>
                <a:lnTo>
                  <a:pt x="10107801" y="1196826"/>
                </a:lnTo>
                <a:cubicBezTo>
                  <a:pt x="10107699" y="1196621"/>
                  <a:pt x="10107801" y="1196161"/>
                  <a:pt x="10107801" y="1196161"/>
                </a:cubicBezTo>
                <a:lnTo>
                  <a:pt x="10111333" y="1190019"/>
                </a:lnTo>
                <a:cubicBezTo>
                  <a:pt x="10111486" y="1189814"/>
                  <a:pt x="10111947" y="1189660"/>
                  <a:pt x="10111947" y="1189660"/>
                </a:cubicBezTo>
                <a:lnTo>
                  <a:pt x="10119010" y="1189660"/>
                </a:lnTo>
                <a:cubicBezTo>
                  <a:pt x="10119266" y="1189660"/>
                  <a:pt x="10119625" y="1190019"/>
                  <a:pt x="10119625" y="1190019"/>
                </a:cubicBezTo>
                <a:lnTo>
                  <a:pt x="10123156" y="1196161"/>
                </a:lnTo>
                <a:cubicBezTo>
                  <a:pt x="10123258" y="1196365"/>
                  <a:pt x="10123156" y="1196826"/>
                  <a:pt x="10123156" y="1196826"/>
                </a:cubicBezTo>
                <a:lnTo>
                  <a:pt x="10119625" y="1202967"/>
                </a:lnTo>
                <a:cubicBezTo>
                  <a:pt x="10119471" y="1203172"/>
                  <a:pt x="10119010" y="1203326"/>
                  <a:pt x="10119010" y="1203326"/>
                </a:cubicBezTo>
                <a:close/>
                <a:moveTo>
                  <a:pt x="10317169" y="1203326"/>
                </a:moveTo>
                <a:lnTo>
                  <a:pt x="10310106" y="1203326"/>
                </a:lnTo>
                <a:cubicBezTo>
                  <a:pt x="10309850" y="1203326"/>
                  <a:pt x="10309492" y="1202967"/>
                  <a:pt x="10309492" y="1202967"/>
                </a:cubicBezTo>
                <a:lnTo>
                  <a:pt x="10305960" y="1196826"/>
                </a:lnTo>
                <a:cubicBezTo>
                  <a:pt x="10305858" y="1196621"/>
                  <a:pt x="10305960" y="1196161"/>
                  <a:pt x="10305960" y="1196161"/>
                </a:cubicBezTo>
                <a:lnTo>
                  <a:pt x="10309492" y="1190019"/>
                </a:lnTo>
                <a:cubicBezTo>
                  <a:pt x="10309645" y="1189814"/>
                  <a:pt x="10310106" y="1189660"/>
                  <a:pt x="10310106" y="1189660"/>
                </a:cubicBezTo>
                <a:lnTo>
                  <a:pt x="10317169" y="1189660"/>
                </a:lnTo>
                <a:cubicBezTo>
                  <a:pt x="10317426" y="1189660"/>
                  <a:pt x="10317784" y="1190019"/>
                  <a:pt x="10317784" y="1190019"/>
                </a:cubicBezTo>
                <a:lnTo>
                  <a:pt x="10321315" y="1196161"/>
                </a:lnTo>
                <a:cubicBezTo>
                  <a:pt x="10321417" y="1196365"/>
                  <a:pt x="10321315" y="1196826"/>
                  <a:pt x="10321315" y="1196826"/>
                </a:cubicBezTo>
                <a:lnTo>
                  <a:pt x="10317784" y="1202967"/>
                </a:lnTo>
                <a:cubicBezTo>
                  <a:pt x="10317630" y="1203172"/>
                  <a:pt x="10317169" y="1203326"/>
                  <a:pt x="10317169" y="1203326"/>
                </a:cubicBezTo>
                <a:close/>
                <a:moveTo>
                  <a:pt x="1398928" y="1366639"/>
                </a:moveTo>
                <a:lnTo>
                  <a:pt x="1391866" y="1366639"/>
                </a:lnTo>
                <a:cubicBezTo>
                  <a:pt x="1391610" y="1366639"/>
                  <a:pt x="1391252" y="1366282"/>
                  <a:pt x="1391252" y="1366282"/>
                </a:cubicBezTo>
                <a:lnTo>
                  <a:pt x="1387720" y="1360139"/>
                </a:lnTo>
                <a:cubicBezTo>
                  <a:pt x="1387617" y="1359935"/>
                  <a:pt x="1387720" y="1359474"/>
                  <a:pt x="1387720" y="1359474"/>
                </a:cubicBezTo>
                <a:lnTo>
                  <a:pt x="1391252" y="1353332"/>
                </a:lnTo>
                <a:cubicBezTo>
                  <a:pt x="1391406" y="1353127"/>
                  <a:pt x="1391866" y="1352974"/>
                  <a:pt x="1391866" y="1352974"/>
                </a:cubicBezTo>
                <a:lnTo>
                  <a:pt x="1398928" y="1352974"/>
                </a:lnTo>
                <a:cubicBezTo>
                  <a:pt x="1399185" y="1352974"/>
                  <a:pt x="1399544" y="1353332"/>
                  <a:pt x="1399544" y="1353332"/>
                </a:cubicBezTo>
                <a:lnTo>
                  <a:pt x="1403074" y="1359474"/>
                </a:lnTo>
                <a:cubicBezTo>
                  <a:pt x="1403177" y="1359679"/>
                  <a:pt x="1403074" y="1360139"/>
                  <a:pt x="1403074" y="1360139"/>
                </a:cubicBezTo>
                <a:lnTo>
                  <a:pt x="1399544" y="1366282"/>
                </a:lnTo>
                <a:cubicBezTo>
                  <a:pt x="1399389" y="1366485"/>
                  <a:pt x="1398928" y="1366639"/>
                  <a:pt x="1398928" y="1366639"/>
                </a:cubicBezTo>
                <a:close/>
                <a:moveTo>
                  <a:pt x="1795378" y="1366654"/>
                </a:moveTo>
                <a:lnTo>
                  <a:pt x="1788315" y="1366654"/>
                </a:lnTo>
                <a:cubicBezTo>
                  <a:pt x="1788060" y="1366654"/>
                  <a:pt x="1787701" y="1366296"/>
                  <a:pt x="1787701" y="1366296"/>
                </a:cubicBezTo>
                <a:lnTo>
                  <a:pt x="1784170" y="1360153"/>
                </a:lnTo>
                <a:cubicBezTo>
                  <a:pt x="1784067" y="1359949"/>
                  <a:pt x="1784170" y="1359488"/>
                  <a:pt x="1784170" y="1359488"/>
                </a:cubicBezTo>
                <a:lnTo>
                  <a:pt x="1787701" y="1353346"/>
                </a:lnTo>
                <a:cubicBezTo>
                  <a:pt x="1787854" y="1353142"/>
                  <a:pt x="1788315" y="1352988"/>
                  <a:pt x="1788315" y="1352988"/>
                </a:cubicBezTo>
                <a:lnTo>
                  <a:pt x="1795378" y="1352988"/>
                </a:lnTo>
                <a:cubicBezTo>
                  <a:pt x="1795634" y="1352988"/>
                  <a:pt x="1795992" y="1353346"/>
                  <a:pt x="1795992" y="1353346"/>
                </a:cubicBezTo>
                <a:lnTo>
                  <a:pt x="1799524" y="1359488"/>
                </a:lnTo>
                <a:cubicBezTo>
                  <a:pt x="1799626" y="1359693"/>
                  <a:pt x="1799524" y="1360153"/>
                  <a:pt x="1799524" y="1360153"/>
                </a:cubicBezTo>
                <a:lnTo>
                  <a:pt x="1795992" y="1366296"/>
                </a:lnTo>
                <a:cubicBezTo>
                  <a:pt x="1795838" y="1366499"/>
                  <a:pt x="1795378" y="1366654"/>
                  <a:pt x="1795378" y="1366654"/>
                </a:cubicBezTo>
                <a:close/>
                <a:moveTo>
                  <a:pt x="1597154" y="1366655"/>
                </a:moveTo>
                <a:lnTo>
                  <a:pt x="1590090" y="1366655"/>
                </a:lnTo>
                <a:cubicBezTo>
                  <a:pt x="1589834" y="1366655"/>
                  <a:pt x="1589476" y="1366298"/>
                  <a:pt x="1589476" y="1366298"/>
                </a:cubicBezTo>
                <a:lnTo>
                  <a:pt x="1585944" y="1360155"/>
                </a:lnTo>
                <a:cubicBezTo>
                  <a:pt x="1585842" y="1359950"/>
                  <a:pt x="1585944" y="1359490"/>
                  <a:pt x="1585944" y="1359490"/>
                </a:cubicBezTo>
                <a:lnTo>
                  <a:pt x="1589476" y="1353349"/>
                </a:lnTo>
                <a:cubicBezTo>
                  <a:pt x="1589630" y="1353144"/>
                  <a:pt x="1590090" y="1352990"/>
                  <a:pt x="1590090" y="1352990"/>
                </a:cubicBezTo>
                <a:lnTo>
                  <a:pt x="1597154" y="1352990"/>
                </a:lnTo>
                <a:cubicBezTo>
                  <a:pt x="1597409" y="1352990"/>
                  <a:pt x="1597768" y="1353349"/>
                  <a:pt x="1597768" y="1353349"/>
                </a:cubicBezTo>
                <a:lnTo>
                  <a:pt x="1601298" y="1359490"/>
                </a:lnTo>
                <a:cubicBezTo>
                  <a:pt x="1601401" y="1359695"/>
                  <a:pt x="1601298" y="1360155"/>
                  <a:pt x="1601298" y="1360155"/>
                </a:cubicBezTo>
                <a:lnTo>
                  <a:pt x="1597768" y="1366298"/>
                </a:lnTo>
                <a:cubicBezTo>
                  <a:pt x="1597614" y="1366502"/>
                  <a:pt x="1597154" y="1366655"/>
                  <a:pt x="1597154" y="1366655"/>
                </a:cubicBezTo>
                <a:close/>
                <a:moveTo>
                  <a:pt x="407754" y="1366659"/>
                </a:moveTo>
                <a:lnTo>
                  <a:pt x="400692" y="1366659"/>
                </a:lnTo>
                <a:cubicBezTo>
                  <a:pt x="400436" y="1366659"/>
                  <a:pt x="400078" y="1366301"/>
                  <a:pt x="400078" y="1366301"/>
                </a:cubicBezTo>
                <a:lnTo>
                  <a:pt x="396546" y="1360159"/>
                </a:lnTo>
                <a:cubicBezTo>
                  <a:pt x="396444" y="1359954"/>
                  <a:pt x="396546" y="1359494"/>
                  <a:pt x="396546" y="1359494"/>
                </a:cubicBezTo>
                <a:lnTo>
                  <a:pt x="400078" y="1353352"/>
                </a:lnTo>
                <a:cubicBezTo>
                  <a:pt x="400231" y="1353147"/>
                  <a:pt x="400692" y="1352994"/>
                  <a:pt x="400692" y="1352994"/>
                </a:cubicBezTo>
                <a:lnTo>
                  <a:pt x="407754" y="1352994"/>
                </a:lnTo>
                <a:cubicBezTo>
                  <a:pt x="408011" y="1352994"/>
                  <a:pt x="408369" y="1353352"/>
                  <a:pt x="408369" y="1353352"/>
                </a:cubicBezTo>
                <a:lnTo>
                  <a:pt x="411900" y="1359494"/>
                </a:lnTo>
                <a:cubicBezTo>
                  <a:pt x="412002" y="1359698"/>
                  <a:pt x="411900" y="1360159"/>
                  <a:pt x="411900" y="1360159"/>
                </a:cubicBezTo>
                <a:lnTo>
                  <a:pt x="408369" y="1366301"/>
                </a:lnTo>
                <a:cubicBezTo>
                  <a:pt x="408214" y="1366505"/>
                  <a:pt x="407754" y="1366659"/>
                  <a:pt x="407754" y="1366659"/>
                </a:cubicBezTo>
                <a:close/>
                <a:moveTo>
                  <a:pt x="804204" y="1366673"/>
                </a:moveTo>
                <a:lnTo>
                  <a:pt x="797140" y="1366673"/>
                </a:lnTo>
                <a:cubicBezTo>
                  <a:pt x="796886" y="1366673"/>
                  <a:pt x="796526" y="1366317"/>
                  <a:pt x="796526" y="1366317"/>
                </a:cubicBezTo>
                <a:lnTo>
                  <a:pt x="792995" y="1360173"/>
                </a:lnTo>
                <a:cubicBezTo>
                  <a:pt x="792893" y="1359968"/>
                  <a:pt x="792995" y="1359508"/>
                  <a:pt x="792995" y="1359508"/>
                </a:cubicBezTo>
                <a:lnTo>
                  <a:pt x="796526" y="1353367"/>
                </a:lnTo>
                <a:cubicBezTo>
                  <a:pt x="796680" y="1353161"/>
                  <a:pt x="797140" y="1353008"/>
                  <a:pt x="797140" y="1353008"/>
                </a:cubicBezTo>
                <a:lnTo>
                  <a:pt x="804204" y="1353008"/>
                </a:lnTo>
                <a:cubicBezTo>
                  <a:pt x="804460" y="1353008"/>
                  <a:pt x="804818" y="1353367"/>
                  <a:pt x="804818" y="1353367"/>
                </a:cubicBezTo>
                <a:lnTo>
                  <a:pt x="808350" y="1359508"/>
                </a:lnTo>
                <a:cubicBezTo>
                  <a:pt x="808452" y="1359713"/>
                  <a:pt x="808350" y="1360173"/>
                  <a:pt x="808350" y="1360173"/>
                </a:cubicBezTo>
                <a:lnTo>
                  <a:pt x="804818" y="1366317"/>
                </a:lnTo>
                <a:cubicBezTo>
                  <a:pt x="804665" y="1366519"/>
                  <a:pt x="804204" y="1366673"/>
                  <a:pt x="804204" y="1366673"/>
                </a:cubicBezTo>
                <a:close/>
                <a:moveTo>
                  <a:pt x="1002428" y="1366673"/>
                </a:moveTo>
                <a:lnTo>
                  <a:pt x="995366" y="1366673"/>
                </a:lnTo>
                <a:cubicBezTo>
                  <a:pt x="995110" y="1366673"/>
                  <a:pt x="994752" y="1366317"/>
                  <a:pt x="994752" y="1366317"/>
                </a:cubicBezTo>
                <a:lnTo>
                  <a:pt x="991220" y="1360173"/>
                </a:lnTo>
                <a:cubicBezTo>
                  <a:pt x="991117" y="1359968"/>
                  <a:pt x="991220" y="1359508"/>
                  <a:pt x="991220" y="1359508"/>
                </a:cubicBezTo>
                <a:lnTo>
                  <a:pt x="994752" y="1353367"/>
                </a:lnTo>
                <a:cubicBezTo>
                  <a:pt x="994905" y="1353162"/>
                  <a:pt x="995366" y="1353008"/>
                  <a:pt x="995366" y="1353008"/>
                </a:cubicBezTo>
                <a:lnTo>
                  <a:pt x="1002428" y="1353008"/>
                </a:lnTo>
                <a:cubicBezTo>
                  <a:pt x="1002685" y="1353008"/>
                  <a:pt x="1003042" y="1353367"/>
                  <a:pt x="1003042" y="1353367"/>
                </a:cubicBezTo>
                <a:lnTo>
                  <a:pt x="1006574" y="1359508"/>
                </a:lnTo>
                <a:cubicBezTo>
                  <a:pt x="1006677" y="1359713"/>
                  <a:pt x="1006574" y="1360173"/>
                  <a:pt x="1006574" y="1360173"/>
                </a:cubicBezTo>
                <a:lnTo>
                  <a:pt x="1003042" y="1366317"/>
                </a:lnTo>
                <a:cubicBezTo>
                  <a:pt x="1002889" y="1366519"/>
                  <a:pt x="1002428" y="1366673"/>
                  <a:pt x="1002428" y="1366673"/>
                </a:cubicBezTo>
                <a:close/>
                <a:moveTo>
                  <a:pt x="1993654" y="1366682"/>
                </a:moveTo>
                <a:lnTo>
                  <a:pt x="1986590" y="1366682"/>
                </a:lnTo>
                <a:cubicBezTo>
                  <a:pt x="1986336" y="1366682"/>
                  <a:pt x="1985976" y="1366325"/>
                  <a:pt x="1985976" y="1366325"/>
                </a:cubicBezTo>
                <a:lnTo>
                  <a:pt x="1982445" y="1360183"/>
                </a:lnTo>
                <a:cubicBezTo>
                  <a:pt x="1982343" y="1359978"/>
                  <a:pt x="1982445" y="1359516"/>
                  <a:pt x="1982445" y="1359516"/>
                </a:cubicBezTo>
                <a:lnTo>
                  <a:pt x="1985976" y="1353375"/>
                </a:lnTo>
                <a:cubicBezTo>
                  <a:pt x="1986130" y="1353170"/>
                  <a:pt x="1986590" y="1353017"/>
                  <a:pt x="1986590" y="1353017"/>
                </a:cubicBezTo>
                <a:lnTo>
                  <a:pt x="1993654" y="1353017"/>
                </a:lnTo>
                <a:cubicBezTo>
                  <a:pt x="1993910" y="1353017"/>
                  <a:pt x="1994268" y="1353375"/>
                  <a:pt x="1994268" y="1353375"/>
                </a:cubicBezTo>
                <a:lnTo>
                  <a:pt x="1997800" y="1359516"/>
                </a:lnTo>
                <a:cubicBezTo>
                  <a:pt x="1997902" y="1359721"/>
                  <a:pt x="1997800" y="1360183"/>
                  <a:pt x="1997800" y="1360183"/>
                </a:cubicBezTo>
                <a:lnTo>
                  <a:pt x="1994268" y="1366325"/>
                </a:lnTo>
                <a:cubicBezTo>
                  <a:pt x="1994114" y="1366529"/>
                  <a:pt x="1993654" y="1366682"/>
                  <a:pt x="1993654" y="1366682"/>
                </a:cubicBezTo>
                <a:close/>
                <a:moveTo>
                  <a:pt x="1200704" y="1366689"/>
                </a:moveTo>
                <a:lnTo>
                  <a:pt x="1193642" y="1366689"/>
                </a:lnTo>
                <a:cubicBezTo>
                  <a:pt x="1193386" y="1366689"/>
                  <a:pt x="1193028" y="1366332"/>
                  <a:pt x="1193028" y="1366332"/>
                </a:cubicBezTo>
                <a:lnTo>
                  <a:pt x="1189495" y="1360190"/>
                </a:lnTo>
                <a:cubicBezTo>
                  <a:pt x="1189393" y="1359984"/>
                  <a:pt x="1189495" y="1359524"/>
                  <a:pt x="1189495" y="1359524"/>
                </a:cubicBezTo>
                <a:lnTo>
                  <a:pt x="1193028" y="1353383"/>
                </a:lnTo>
                <a:cubicBezTo>
                  <a:pt x="1193180" y="1353177"/>
                  <a:pt x="1193642" y="1353025"/>
                  <a:pt x="1193642" y="1353025"/>
                </a:cubicBezTo>
                <a:lnTo>
                  <a:pt x="1200704" y="1353025"/>
                </a:lnTo>
                <a:cubicBezTo>
                  <a:pt x="1200960" y="1353025"/>
                  <a:pt x="1201318" y="1353383"/>
                  <a:pt x="1201318" y="1353383"/>
                </a:cubicBezTo>
                <a:lnTo>
                  <a:pt x="1204850" y="1359524"/>
                </a:lnTo>
                <a:cubicBezTo>
                  <a:pt x="1204952" y="1359729"/>
                  <a:pt x="1204850" y="1360190"/>
                  <a:pt x="1204850" y="1360190"/>
                </a:cubicBezTo>
                <a:lnTo>
                  <a:pt x="1201318" y="1366332"/>
                </a:lnTo>
                <a:cubicBezTo>
                  <a:pt x="1201165" y="1366536"/>
                  <a:pt x="1200704" y="1366689"/>
                  <a:pt x="1200704" y="1366689"/>
                </a:cubicBezTo>
                <a:close/>
                <a:moveTo>
                  <a:pt x="209480" y="1366714"/>
                </a:moveTo>
                <a:lnTo>
                  <a:pt x="202416" y="1366714"/>
                </a:lnTo>
                <a:cubicBezTo>
                  <a:pt x="202160" y="1366714"/>
                  <a:pt x="201803" y="1366357"/>
                  <a:pt x="201803" y="1366357"/>
                </a:cubicBezTo>
                <a:lnTo>
                  <a:pt x="198270" y="1360215"/>
                </a:lnTo>
                <a:cubicBezTo>
                  <a:pt x="198168" y="1360010"/>
                  <a:pt x="198270" y="1359548"/>
                  <a:pt x="198270" y="1359548"/>
                </a:cubicBezTo>
                <a:lnTo>
                  <a:pt x="201803" y="1353407"/>
                </a:lnTo>
                <a:cubicBezTo>
                  <a:pt x="201955" y="1353201"/>
                  <a:pt x="202416" y="1353049"/>
                  <a:pt x="202416" y="1353049"/>
                </a:cubicBezTo>
                <a:lnTo>
                  <a:pt x="209480" y="1353049"/>
                </a:lnTo>
                <a:cubicBezTo>
                  <a:pt x="209735" y="1353049"/>
                  <a:pt x="210094" y="1353407"/>
                  <a:pt x="210094" y="1353407"/>
                </a:cubicBezTo>
                <a:lnTo>
                  <a:pt x="213625" y="1359548"/>
                </a:lnTo>
                <a:cubicBezTo>
                  <a:pt x="213727" y="1359753"/>
                  <a:pt x="213625" y="1360215"/>
                  <a:pt x="213625" y="1360215"/>
                </a:cubicBezTo>
                <a:lnTo>
                  <a:pt x="210094" y="1366357"/>
                </a:lnTo>
                <a:cubicBezTo>
                  <a:pt x="209940" y="1366561"/>
                  <a:pt x="209480" y="1366714"/>
                  <a:pt x="209480" y="1366714"/>
                </a:cubicBezTo>
                <a:close/>
                <a:moveTo>
                  <a:pt x="11254" y="1366721"/>
                </a:moveTo>
                <a:lnTo>
                  <a:pt x="4192" y="1366721"/>
                </a:lnTo>
                <a:cubicBezTo>
                  <a:pt x="3935" y="1366721"/>
                  <a:pt x="3578" y="1366364"/>
                  <a:pt x="3578" y="1366364"/>
                </a:cubicBezTo>
                <a:lnTo>
                  <a:pt x="46" y="1360221"/>
                </a:lnTo>
                <a:cubicBezTo>
                  <a:pt x="-57" y="1360017"/>
                  <a:pt x="46" y="1359556"/>
                  <a:pt x="46" y="1359556"/>
                </a:cubicBezTo>
                <a:lnTo>
                  <a:pt x="3578" y="1353413"/>
                </a:lnTo>
                <a:cubicBezTo>
                  <a:pt x="3731" y="1353208"/>
                  <a:pt x="4192" y="1353056"/>
                  <a:pt x="4192" y="1353056"/>
                </a:cubicBezTo>
                <a:lnTo>
                  <a:pt x="11254" y="1353056"/>
                </a:lnTo>
                <a:cubicBezTo>
                  <a:pt x="11511" y="1353056"/>
                  <a:pt x="11868" y="1353413"/>
                  <a:pt x="11868" y="1353413"/>
                </a:cubicBezTo>
                <a:lnTo>
                  <a:pt x="15400" y="1359556"/>
                </a:lnTo>
                <a:cubicBezTo>
                  <a:pt x="15503" y="1359760"/>
                  <a:pt x="15400" y="1360221"/>
                  <a:pt x="15400" y="1360221"/>
                </a:cubicBezTo>
                <a:lnTo>
                  <a:pt x="11868" y="1366364"/>
                </a:lnTo>
                <a:cubicBezTo>
                  <a:pt x="11716" y="1366567"/>
                  <a:pt x="11254" y="1366721"/>
                  <a:pt x="11254" y="1366721"/>
                </a:cubicBezTo>
                <a:close/>
                <a:moveTo>
                  <a:pt x="605979" y="1366730"/>
                </a:moveTo>
                <a:lnTo>
                  <a:pt x="598916" y="1366730"/>
                </a:lnTo>
                <a:cubicBezTo>
                  <a:pt x="598661" y="1366730"/>
                  <a:pt x="598302" y="1366373"/>
                  <a:pt x="598302" y="1366373"/>
                </a:cubicBezTo>
                <a:lnTo>
                  <a:pt x="594770" y="1360230"/>
                </a:lnTo>
                <a:cubicBezTo>
                  <a:pt x="594668" y="1360026"/>
                  <a:pt x="594770" y="1359566"/>
                  <a:pt x="594770" y="1359566"/>
                </a:cubicBezTo>
                <a:lnTo>
                  <a:pt x="598302" y="1353424"/>
                </a:lnTo>
                <a:cubicBezTo>
                  <a:pt x="598455" y="1353219"/>
                  <a:pt x="598916" y="1353064"/>
                  <a:pt x="598916" y="1353064"/>
                </a:cubicBezTo>
                <a:lnTo>
                  <a:pt x="605979" y="1353064"/>
                </a:lnTo>
                <a:cubicBezTo>
                  <a:pt x="606235" y="1353064"/>
                  <a:pt x="606593" y="1353424"/>
                  <a:pt x="606593" y="1353424"/>
                </a:cubicBezTo>
                <a:lnTo>
                  <a:pt x="610125" y="1359566"/>
                </a:lnTo>
                <a:cubicBezTo>
                  <a:pt x="610227" y="1359770"/>
                  <a:pt x="610125" y="1360230"/>
                  <a:pt x="610125" y="1360230"/>
                </a:cubicBezTo>
                <a:lnTo>
                  <a:pt x="606593" y="1366373"/>
                </a:lnTo>
                <a:cubicBezTo>
                  <a:pt x="606440" y="1366577"/>
                  <a:pt x="605979" y="1366730"/>
                  <a:pt x="605979" y="1366730"/>
                </a:cubicBezTo>
                <a:close/>
                <a:moveTo>
                  <a:pt x="2189611" y="1372479"/>
                </a:moveTo>
                <a:lnTo>
                  <a:pt x="2182548" y="1372479"/>
                </a:lnTo>
                <a:cubicBezTo>
                  <a:pt x="2182291" y="1372479"/>
                  <a:pt x="2181933" y="1372122"/>
                  <a:pt x="2181933" y="1372122"/>
                </a:cubicBezTo>
                <a:lnTo>
                  <a:pt x="2178401" y="1365980"/>
                </a:lnTo>
                <a:cubicBezTo>
                  <a:pt x="2178299" y="1365775"/>
                  <a:pt x="2178401" y="1365314"/>
                  <a:pt x="2178401" y="1365314"/>
                </a:cubicBezTo>
                <a:lnTo>
                  <a:pt x="2181933" y="1359172"/>
                </a:lnTo>
                <a:cubicBezTo>
                  <a:pt x="2182087" y="1358967"/>
                  <a:pt x="2182548" y="1358814"/>
                  <a:pt x="2182548" y="1358814"/>
                </a:cubicBezTo>
                <a:lnTo>
                  <a:pt x="2189611" y="1358814"/>
                </a:lnTo>
                <a:cubicBezTo>
                  <a:pt x="2189865" y="1358814"/>
                  <a:pt x="2190225" y="1359172"/>
                  <a:pt x="2190225" y="1359172"/>
                </a:cubicBezTo>
                <a:lnTo>
                  <a:pt x="2193757" y="1365314"/>
                </a:lnTo>
                <a:cubicBezTo>
                  <a:pt x="2193859" y="1365519"/>
                  <a:pt x="2193757" y="1365980"/>
                  <a:pt x="2193757" y="1365980"/>
                </a:cubicBezTo>
                <a:lnTo>
                  <a:pt x="2190225" y="1372122"/>
                </a:lnTo>
                <a:cubicBezTo>
                  <a:pt x="2190071" y="1372326"/>
                  <a:pt x="2189611" y="1372479"/>
                  <a:pt x="2189611" y="1372479"/>
                </a:cubicBezTo>
                <a:close/>
                <a:moveTo>
                  <a:pt x="2387835" y="1372479"/>
                </a:moveTo>
                <a:lnTo>
                  <a:pt x="2380773" y="1372479"/>
                </a:lnTo>
                <a:cubicBezTo>
                  <a:pt x="2380515" y="1372479"/>
                  <a:pt x="2380159" y="1372122"/>
                  <a:pt x="2380159" y="1372122"/>
                </a:cubicBezTo>
                <a:lnTo>
                  <a:pt x="2376626" y="1365980"/>
                </a:lnTo>
                <a:cubicBezTo>
                  <a:pt x="2376523" y="1365775"/>
                  <a:pt x="2376626" y="1365314"/>
                  <a:pt x="2376626" y="1365314"/>
                </a:cubicBezTo>
                <a:lnTo>
                  <a:pt x="2380159" y="1359172"/>
                </a:lnTo>
                <a:cubicBezTo>
                  <a:pt x="2380312" y="1358967"/>
                  <a:pt x="2380773" y="1358814"/>
                  <a:pt x="2380773" y="1358814"/>
                </a:cubicBezTo>
                <a:lnTo>
                  <a:pt x="2387835" y="1358814"/>
                </a:lnTo>
                <a:cubicBezTo>
                  <a:pt x="2388091" y="1358814"/>
                  <a:pt x="2388449" y="1359172"/>
                  <a:pt x="2388449" y="1359172"/>
                </a:cubicBezTo>
                <a:lnTo>
                  <a:pt x="2391981" y="1365314"/>
                </a:lnTo>
                <a:cubicBezTo>
                  <a:pt x="2392083" y="1365519"/>
                  <a:pt x="2391981" y="1365980"/>
                  <a:pt x="2391981" y="1365980"/>
                </a:cubicBezTo>
                <a:lnTo>
                  <a:pt x="2388449" y="1372122"/>
                </a:lnTo>
                <a:cubicBezTo>
                  <a:pt x="2388296" y="1372326"/>
                  <a:pt x="2387835" y="1372479"/>
                  <a:pt x="2387835" y="1372479"/>
                </a:cubicBezTo>
                <a:close/>
                <a:moveTo>
                  <a:pt x="2586060" y="1372479"/>
                </a:moveTo>
                <a:lnTo>
                  <a:pt x="2578998" y="1372479"/>
                </a:lnTo>
                <a:cubicBezTo>
                  <a:pt x="2578740" y="1372479"/>
                  <a:pt x="2578383" y="1372122"/>
                  <a:pt x="2578383" y="1372122"/>
                </a:cubicBezTo>
                <a:lnTo>
                  <a:pt x="2574850" y="1365980"/>
                </a:lnTo>
                <a:cubicBezTo>
                  <a:pt x="2574749" y="1365775"/>
                  <a:pt x="2574850" y="1365314"/>
                  <a:pt x="2574850" y="1365314"/>
                </a:cubicBezTo>
                <a:lnTo>
                  <a:pt x="2578383" y="1359172"/>
                </a:lnTo>
                <a:cubicBezTo>
                  <a:pt x="2578536" y="1358967"/>
                  <a:pt x="2578998" y="1358814"/>
                  <a:pt x="2578998" y="1358814"/>
                </a:cubicBezTo>
                <a:lnTo>
                  <a:pt x="2586060" y="1358814"/>
                </a:lnTo>
                <a:cubicBezTo>
                  <a:pt x="2586316" y="1358814"/>
                  <a:pt x="2586674" y="1359172"/>
                  <a:pt x="2586674" y="1359172"/>
                </a:cubicBezTo>
                <a:lnTo>
                  <a:pt x="2590205" y="1365314"/>
                </a:lnTo>
                <a:cubicBezTo>
                  <a:pt x="2590308" y="1365519"/>
                  <a:pt x="2590205" y="1365980"/>
                  <a:pt x="2590205" y="1365980"/>
                </a:cubicBezTo>
                <a:lnTo>
                  <a:pt x="2586674" y="1372122"/>
                </a:lnTo>
                <a:cubicBezTo>
                  <a:pt x="2586520" y="1372326"/>
                  <a:pt x="2586060" y="1372479"/>
                  <a:pt x="2586060" y="1372479"/>
                </a:cubicBezTo>
                <a:close/>
                <a:moveTo>
                  <a:pt x="2784284" y="1372479"/>
                </a:moveTo>
                <a:lnTo>
                  <a:pt x="2777221" y="1372479"/>
                </a:lnTo>
                <a:cubicBezTo>
                  <a:pt x="2776966" y="1372479"/>
                  <a:pt x="2776607" y="1372122"/>
                  <a:pt x="2776607" y="1372122"/>
                </a:cubicBezTo>
                <a:lnTo>
                  <a:pt x="2773075" y="1365980"/>
                </a:lnTo>
                <a:cubicBezTo>
                  <a:pt x="2772973" y="1365775"/>
                  <a:pt x="2773075" y="1365314"/>
                  <a:pt x="2773075" y="1365314"/>
                </a:cubicBezTo>
                <a:lnTo>
                  <a:pt x="2776607" y="1359172"/>
                </a:lnTo>
                <a:cubicBezTo>
                  <a:pt x="2776760" y="1358967"/>
                  <a:pt x="2777221" y="1358814"/>
                  <a:pt x="2777221" y="1358814"/>
                </a:cubicBezTo>
                <a:lnTo>
                  <a:pt x="2784284" y="1358814"/>
                </a:lnTo>
                <a:cubicBezTo>
                  <a:pt x="2784540" y="1358814"/>
                  <a:pt x="2784898" y="1359172"/>
                  <a:pt x="2784898" y="1359172"/>
                </a:cubicBezTo>
                <a:lnTo>
                  <a:pt x="2788430" y="1365314"/>
                </a:lnTo>
                <a:cubicBezTo>
                  <a:pt x="2788532" y="1365519"/>
                  <a:pt x="2788430" y="1365980"/>
                  <a:pt x="2788430" y="1365980"/>
                </a:cubicBezTo>
                <a:lnTo>
                  <a:pt x="2784898" y="1372122"/>
                </a:lnTo>
                <a:cubicBezTo>
                  <a:pt x="2784744" y="1372326"/>
                  <a:pt x="2784284" y="1372479"/>
                  <a:pt x="2784284" y="1372479"/>
                </a:cubicBezTo>
                <a:close/>
                <a:moveTo>
                  <a:pt x="2982559" y="1372479"/>
                </a:moveTo>
                <a:lnTo>
                  <a:pt x="2975496" y="1372479"/>
                </a:lnTo>
                <a:cubicBezTo>
                  <a:pt x="2975241" y="1372479"/>
                  <a:pt x="2974882" y="1372122"/>
                  <a:pt x="2974882" y="1372122"/>
                </a:cubicBezTo>
                <a:lnTo>
                  <a:pt x="2971351" y="1365980"/>
                </a:lnTo>
                <a:cubicBezTo>
                  <a:pt x="2971249" y="1365775"/>
                  <a:pt x="2971351" y="1365314"/>
                  <a:pt x="2971351" y="1365314"/>
                </a:cubicBezTo>
                <a:lnTo>
                  <a:pt x="2974882" y="1359172"/>
                </a:lnTo>
                <a:cubicBezTo>
                  <a:pt x="2975036" y="1358967"/>
                  <a:pt x="2975496" y="1358814"/>
                  <a:pt x="2975496" y="1358814"/>
                </a:cubicBezTo>
                <a:lnTo>
                  <a:pt x="2982559" y="1358814"/>
                </a:lnTo>
                <a:cubicBezTo>
                  <a:pt x="2982815" y="1358814"/>
                  <a:pt x="2983173" y="1359172"/>
                  <a:pt x="2983173" y="1359172"/>
                </a:cubicBezTo>
                <a:lnTo>
                  <a:pt x="2986706" y="1365314"/>
                </a:lnTo>
                <a:cubicBezTo>
                  <a:pt x="2986808" y="1365519"/>
                  <a:pt x="2986706" y="1365980"/>
                  <a:pt x="2986706" y="1365980"/>
                </a:cubicBezTo>
                <a:lnTo>
                  <a:pt x="2983173" y="1372122"/>
                </a:lnTo>
                <a:cubicBezTo>
                  <a:pt x="2983020" y="1372326"/>
                  <a:pt x="2982559" y="1372479"/>
                  <a:pt x="2982559" y="1372479"/>
                </a:cubicBezTo>
                <a:close/>
                <a:moveTo>
                  <a:pt x="3180784" y="1372479"/>
                </a:moveTo>
                <a:lnTo>
                  <a:pt x="3173721" y="1372479"/>
                </a:lnTo>
                <a:cubicBezTo>
                  <a:pt x="3173466" y="1372479"/>
                  <a:pt x="3173107" y="1372122"/>
                  <a:pt x="3173107" y="1372122"/>
                </a:cubicBezTo>
                <a:lnTo>
                  <a:pt x="3169576" y="1365980"/>
                </a:lnTo>
                <a:cubicBezTo>
                  <a:pt x="3169473" y="1365775"/>
                  <a:pt x="3169576" y="1365314"/>
                  <a:pt x="3169576" y="1365314"/>
                </a:cubicBezTo>
                <a:lnTo>
                  <a:pt x="3173107" y="1359172"/>
                </a:lnTo>
                <a:cubicBezTo>
                  <a:pt x="3173261" y="1358967"/>
                  <a:pt x="3173721" y="1358814"/>
                  <a:pt x="3173721" y="1358814"/>
                </a:cubicBezTo>
                <a:lnTo>
                  <a:pt x="3180784" y="1358814"/>
                </a:lnTo>
                <a:cubicBezTo>
                  <a:pt x="3181040" y="1358814"/>
                  <a:pt x="3181398" y="1359172"/>
                  <a:pt x="3181398" y="1359172"/>
                </a:cubicBezTo>
                <a:lnTo>
                  <a:pt x="3184931" y="1365314"/>
                </a:lnTo>
                <a:cubicBezTo>
                  <a:pt x="3185033" y="1365519"/>
                  <a:pt x="3184931" y="1365980"/>
                  <a:pt x="3184931" y="1365980"/>
                </a:cubicBezTo>
                <a:lnTo>
                  <a:pt x="3181398" y="1372122"/>
                </a:lnTo>
                <a:cubicBezTo>
                  <a:pt x="3181245" y="1372326"/>
                  <a:pt x="3180784" y="1372479"/>
                  <a:pt x="3180784" y="1372479"/>
                </a:cubicBezTo>
                <a:close/>
                <a:moveTo>
                  <a:pt x="3379008" y="1372479"/>
                </a:moveTo>
                <a:lnTo>
                  <a:pt x="3371947" y="1372479"/>
                </a:lnTo>
                <a:cubicBezTo>
                  <a:pt x="3371690" y="1372479"/>
                  <a:pt x="3371332" y="1372122"/>
                  <a:pt x="3371332" y="1372122"/>
                </a:cubicBezTo>
                <a:lnTo>
                  <a:pt x="3367800" y="1365980"/>
                </a:lnTo>
                <a:cubicBezTo>
                  <a:pt x="3367697" y="1365775"/>
                  <a:pt x="3367800" y="1365314"/>
                  <a:pt x="3367800" y="1365314"/>
                </a:cubicBezTo>
                <a:lnTo>
                  <a:pt x="3371332" y="1359172"/>
                </a:lnTo>
                <a:cubicBezTo>
                  <a:pt x="3371485" y="1358967"/>
                  <a:pt x="3371947" y="1358814"/>
                  <a:pt x="3371947" y="1358814"/>
                </a:cubicBezTo>
                <a:lnTo>
                  <a:pt x="3379008" y="1358814"/>
                </a:lnTo>
                <a:cubicBezTo>
                  <a:pt x="3379265" y="1358814"/>
                  <a:pt x="3379624" y="1359172"/>
                  <a:pt x="3379624" y="1359172"/>
                </a:cubicBezTo>
                <a:lnTo>
                  <a:pt x="3383155" y="1365314"/>
                </a:lnTo>
                <a:cubicBezTo>
                  <a:pt x="3383257" y="1365519"/>
                  <a:pt x="3383155" y="1365980"/>
                  <a:pt x="3383155" y="1365980"/>
                </a:cubicBezTo>
                <a:lnTo>
                  <a:pt x="3379624" y="1372122"/>
                </a:lnTo>
                <a:cubicBezTo>
                  <a:pt x="3379470" y="1372326"/>
                  <a:pt x="3379008" y="1372479"/>
                  <a:pt x="3379008" y="1372479"/>
                </a:cubicBezTo>
                <a:close/>
                <a:moveTo>
                  <a:pt x="3577234" y="1372479"/>
                </a:moveTo>
                <a:lnTo>
                  <a:pt x="3570172" y="1372479"/>
                </a:lnTo>
                <a:cubicBezTo>
                  <a:pt x="3569914" y="1372479"/>
                  <a:pt x="3569557" y="1372122"/>
                  <a:pt x="3569557" y="1372122"/>
                </a:cubicBezTo>
                <a:lnTo>
                  <a:pt x="3566024" y="1365980"/>
                </a:lnTo>
                <a:cubicBezTo>
                  <a:pt x="3565922" y="1365775"/>
                  <a:pt x="3566024" y="1365314"/>
                  <a:pt x="3566024" y="1365314"/>
                </a:cubicBezTo>
                <a:lnTo>
                  <a:pt x="3569557" y="1359172"/>
                </a:lnTo>
                <a:cubicBezTo>
                  <a:pt x="3569709" y="1358967"/>
                  <a:pt x="3570172" y="1358814"/>
                  <a:pt x="3570172" y="1358814"/>
                </a:cubicBezTo>
                <a:lnTo>
                  <a:pt x="3577234" y="1358814"/>
                </a:lnTo>
                <a:cubicBezTo>
                  <a:pt x="3577489" y="1358814"/>
                  <a:pt x="3577848" y="1359172"/>
                  <a:pt x="3577848" y="1359172"/>
                </a:cubicBezTo>
                <a:lnTo>
                  <a:pt x="3581379" y="1365314"/>
                </a:lnTo>
                <a:cubicBezTo>
                  <a:pt x="3581481" y="1365519"/>
                  <a:pt x="3581379" y="1365980"/>
                  <a:pt x="3581379" y="1365980"/>
                </a:cubicBezTo>
                <a:lnTo>
                  <a:pt x="3577848" y="1372122"/>
                </a:lnTo>
                <a:cubicBezTo>
                  <a:pt x="3577694" y="1372326"/>
                  <a:pt x="3577234" y="1372479"/>
                  <a:pt x="3577234" y="1372479"/>
                </a:cubicBezTo>
                <a:close/>
                <a:moveTo>
                  <a:pt x="3775459" y="1372479"/>
                </a:moveTo>
                <a:lnTo>
                  <a:pt x="3768396" y="1372479"/>
                </a:lnTo>
                <a:cubicBezTo>
                  <a:pt x="3768139" y="1372479"/>
                  <a:pt x="3767781" y="1372122"/>
                  <a:pt x="3767781" y="1372122"/>
                </a:cubicBezTo>
                <a:lnTo>
                  <a:pt x="3764249" y="1365980"/>
                </a:lnTo>
                <a:cubicBezTo>
                  <a:pt x="3764147" y="1365775"/>
                  <a:pt x="3764249" y="1365314"/>
                  <a:pt x="3764249" y="1365314"/>
                </a:cubicBezTo>
                <a:lnTo>
                  <a:pt x="3767781" y="1359172"/>
                </a:lnTo>
                <a:cubicBezTo>
                  <a:pt x="3767935" y="1358967"/>
                  <a:pt x="3768396" y="1358814"/>
                  <a:pt x="3768396" y="1358814"/>
                </a:cubicBezTo>
                <a:lnTo>
                  <a:pt x="3775459" y="1358814"/>
                </a:lnTo>
                <a:cubicBezTo>
                  <a:pt x="3775713" y="1358814"/>
                  <a:pt x="3776073" y="1359172"/>
                  <a:pt x="3776073" y="1359172"/>
                </a:cubicBezTo>
                <a:lnTo>
                  <a:pt x="3779604" y="1365314"/>
                </a:lnTo>
                <a:cubicBezTo>
                  <a:pt x="3779706" y="1365519"/>
                  <a:pt x="3779604" y="1365980"/>
                  <a:pt x="3779604" y="1365980"/>
                </a:cubicBezTo>
                <a:lnTo>
                  <a:pt x="3776073" y="1372122"/>
                </a:lnTo>
                <a:cubicBezTo>
                  <a:pt x="3775919" y="1372326"/>
                  <a:pt x="3775459" y="1372479"/>
                  <a:pt x="3775459" y="1372479"/>
                </a:cubicBezTo>
                <a:close/>
                <a:moveTo>
                  <a:pt x="3973734" y="1372479"/>
                </a:moveTo>
                <a:lnTo>
                  <a:pt x="3966671" y="1372479"/>
                </a:lnTo>
                <a:cubicBezTo>
                  <a:pt x="3966415" y="1372479"/>
                  <a:pt x="3966057" y="1372122"/>
                  <a:pt x="3966057" y="1372122"/>
                </a:cubicBezTo>
                <a:lnTo>
                  <a:pt x="3962525" y="1365980"/>
                </a:lnTo>
                <a:cubicBezTo>
                  <a:pt x="3962423" y="1365775"/>
                  <a:pt x="3962525" y="1365314"/>
                  <a:pt x="3962525" y="1365314"/>
                </a:cubicBezTo>
                <a:lnTo>
                  <a:pt x="3966057" y="1359172"/>
                </a:lnTo>
                <a:cubicBezTo>
                  <a:pt x="3966211" y="1358967"/>
                  <a:pt x="3966671" y="1358814"/>
                  <a:pt x="3966671" y="1358814"/>
                </a:cubicBezTo>
                <a:lnTo>
                  <a:pt x="3973734" y="1358814"/>
                </a:lnTo>
                <a:cubicBezTo>
                  <a:pt x="3973990" y="1358814"/>
                  <a:pt x="3974348" y="1359172"/>
                  <a:pt x="3974348" y="1359172"/>
                </a:cubicBezTo>
                <a:lnTo>
                  <a:pt x="3977880" y="1365314"/>
                </a:lnTo>
                <a:cubicBezTo>
                  <a:pt x="3977982" y="1365519"/>
                  <a:pt x="3977880" y="1365980"/>
                  <a:pt x="3977880" y="1365980"/>
                </a:cubicBezTo>
                <a:lnTo>
                  <a:pt x="3974348" y="1372122"/>
                </a:lnTo>
                <a:cubicBezTo>
                  <a:pt x="3974195" y="1372326"/>
                  <a:pt x="3973734" y="1372479"/>
                  <a:pt x="3973734" y="1372479"/>
                </a:cubicBezTo>
                <a:close/>
                <a:moveTo>
                  <a:pt x="4171959" y="1372479"/>
                </a:moveTo>
                <a:lnTo>
                  <a:pt x="4164896" y="1372479"/>
                </a:lnTo>
                <a:cubicBezTo>
                  <a:pt x="4164640" y="1372479"/>
                  <a:pt x="4164282" y="1372122"/>
                  <a:pt x="4164282" y="1372122"/>
                </a:cubicBezTo>
                <a:lnTo>
                  <a:pt x="4160751" y="1365980"/>
                </a:lnTo>
                <a:cubicBezTo>
                  <a:pt x="4160648" y="1365775"/>
                  <a:pt x="4160751" y="1365314"/>
                  <a:pt x="4160751" y="1365314"/>
                </a:cubicBezTo>
                <a:lnTo>
                  <a:pt x="4164282" y="1359172"/>
                </a:lnTo>
                <a:cubicBezTo>
                  <a:pt x="4164435" y="1358967"/>
                  <a:pt x="4164896" y="1358814"/>
                  <a:pt x="4164896" y="1358814"/>
                </a:cubicBezTo>
                <a:lnTo>
                  <a:pt x="4171959" y="1358814"/>
                </a:lnTo>
                <a:cubicBezTo>
                  <a:pt x="4172215" y="1358814"/>
                  <a:pt x="4172573" y="1359172"/>
                  <a:pt x="4172573" y="1359172"/>
                </a:cubicBezTo>
                <a:lnTo>
                  <a:pt x="4176105" y="1365314"/>
                </a:lnTo>
                <a:cubicBezTo>
                  <a:pt x="4176207" y="1365519"/>
                  <a:pt x="4176105" y="1365980"/>
                  <a:pt x="4176105" y="1365980"/>
                </a:cubicBezTo>
                <a:lnTo>
                  <a:pt x="4172573" y="1372122"/>
                </a:lnTo>
                <a:cubicBezTo>
                  <a:pt x="4172419" y="1372326"/>
                  <a:pt x="4171959" y="1372479"/>
                  <a:pt x="4171959" y="1372479"/>
                </a:cubicBezTo>
                <a:close/>
                <a:moveTo>
                  <a:pt x="4370183" y="1372479"/>
                </a:moveTo>
                <a:lnTo>
                  <a:pt x="4363121" y="1372479"/>
                </a:lnTo>
                <a:cubicBezTo>
                  <a:pt x="4362864" y="1372479"/>
                  <a:pt x="4362506" y="1372122"/>
                  <a:pt x="4362506" y="1372122"/>
                </a:cubicBezTo>
                <a:lnTo>
                  <a:pt x="4358975" y="1365980"/>
                </a:lnTo>
                <a:cubicBezTo>
                  <a:pt x="4358872" y="1365775"/>
                  <a:pt x="4358975" y="1365314"/>
                  <a:pt x="4358975" y="1365314"/>
                </a:cubicBezTo>
                <a:lnTo>
                  <a:pt x="4362506" y="1359172"/>
                </a:lnTo>
                <a:cubicBezTo>
                  <a:pt x="4362660" y="1358967"/>
                  <a:pt x="4363121" y="1358814"/>
                  <a:pt x="4363121" y="1358814"/>
                </a:cubicBezTo>
                <a:lnTo>
                  <a:pt x="4370183" y="1358814"/>
                </a:lnTo>
                <a:cubicBezTo>
                  <a:pt x="4370439" y="1358814"/>
                  <a:pt x="4370797" y="1359172"/>
                  <a:pt x="4370797" y="1359172"/>
                </a:cubicBezTo>
                <a:lnTo>
                  <a:pt x="4374329" y="1365314"/>
                </a:lnTo>
                <a:cubicBezTo>
                  <a:pt x="4374432" y="1365519"/>
                  <a:pt x="4374329" y="1365980"/>
                  <a:pt x="4374329" y="1365980"/>
                </a:cubicBezTo>
                <a:lnTo>
                  <a:pt x="4370797" y="1372122"/>
                </a:lnTo>
                <a:cubicBezTo>
                  <a:pt x="4370643" y="1372326"/>
                  <a:pt x="4370183" y="1372479"/>
                  <a:pt x="4370183" y="1372479"/>
                </a:cubicBezTo>
                <a:close/>
                <a:moveTo>
                  <a:pt x="4568408" y="1372479"/>
                </a:moveTo>
                <a:lnTo>
                  <a:pt x="4561345" y="1372479"/>
                </a:lnTo>
                <a:cubicBezTo>
                  <a:pt x="4561089" y="1372479"/>
                  <a:pt x="4560731" y="1372122"/>
                  <a:pt x="4560731" y="1372122"/>
                </a:cubicBezTo>
                <a:lnTo>
                  <a:pt x="4557199" y="1365980"/>
                </a:lnTo>
                <a:cubicBezTo>
                  <a:pt x="4557097" y="1365775"/>
                  <a:pt x="4557199" y="1365314"/>
                  <a:pt x="4557199" y="1365314"/>
                </a:cubicBezTo>
                <a:lnTo>
                  <a:pt x="4560731" y="1359172"/>
                </a:lnTo>
                <a:cubicBezTo>
                  <a:pt x="4560884" y="1358967"/>
                  <a:pt x="4561345" y="1358814"/>
                  <a:pt x="4561345" y="1358814"/>
                </a:cubicBezTo>
                <a:lnTo>
                  <a:pt x="4568408" y="1358814"/>
                </a:lnTo>
                <a:cubicBezTo>
                  <a:pt x="4568663" y="1358814"/>
                  <a:pt x="4569022" y="1359172"/>
                  <a:pt x="4569022" y="1359172"/>
                </a:cubicBezTo>
                <a:lnTo>
                  <a:pt x="4572554" y="1365314"/>
                </a:lnTo>
                <a:cubicBezTo>
                  <a:pt x="4572656" y="1365519"/>
                  <a:pt x="4572554" y="1365980"/>
                  <a:pt x="4572554" y="1365980"/>
                </a:cubicBezTo>
                <a:lnTo>
                  <a:pt x="4569022" y="1372122"/>
                </a:lnTo>
                <a:cubicBezTo>
                  <a:pt x="4568869" y="1372326"/>
                  <a:pt x="4568408" y="1372479"/>
                  <a:pt x="4568408" y="1372479"/>
                </a:cubicBezTo>
                <a:close/>
                <a:moveTo>
                  <a:pt x="4766683" y="1372479"/>
                </a:moveTo>
                <a:lnTo>
                  <a:pt x="4759621" y="1372479"/>
                </a:lnTo>
                <a:cubicBezTo>
                  <a:pt x="4759364" y="1372479"/>
                  <a:pt x="4759007" y="1372122"/>
                  <a:pt x="4759007" y="1372122"/>
                </a:cubicBezTo>
                <a:lnTo>
                  <a:pt x="4755475" y="1365980"/>
                </a:lnTo>
                <a:cubicBezTo>
                  <a:pt x="4755372" y="1365775"/>
                  <a:pt x="4755475" y="1365314"/>
                  <a:pt x="4755475" y="1365314"/>
                </a:cubicBezTo>
                <a:lnTo>
                  <a:pt x="4759007" y="1359172"/>
                </a:lnTo>
                <a:cubicBezTo>
                  <a:pt x="4759160" y="1358967"/>
                  <a:pt x="4759621" y="1358814"/>
                  <a:pt x="4759621" y="1358814"/>
                </a:cubicBezTo>
                <a:lnTo>
                  <a:pt x="4766683" y="1358814"/>
                </a:lnTo>
                <a:cubicBezTo>
                  <a:pt x="4766940" y="1358814"/>
                  <a:pt x="4767297" y="1359172"/>
                  <a:pt x="4767297" y="1359172"/>
                </a:cubicBezTo>
                <a:lnTo>
                  <a:pt x="4770829" y="1365314"/>
                </a:lnTo>
                <a:cubicBezTo>
                  <a:pt x="4770932" y="1365519"/>
                  <a:pt x="4770829" y="1365980"/>
                  <a:pt x="4770829" y="1365980"/>
                </a:cubicBezTo>
                <a:lnTo>
                  <a:pt x="4767297" y="1372122"/>
                </a:lnTo>
                <a:cubicBezTo>
                  <a:pt x="4767144" y="1372326"/>
                  <a:pt x="4766683" y="1372479"/>
                  <a:pt x="4766683" y="1372479"/>
                </a:cubicBezTo>
                <a:close/>
                <a:moveTo>
                  <a:pt x="4964909" y="1372479"/>
                </a:moveTo>
                <a:lnTo>
                  <a:pt x="4957846" y="1372479"/>
                </a:lnTo>
                <a:cubicBezTo>
                  <a:pt x="4957589" y="1372479"/>
                  <a:pt x="4957232" y="1372122"/>
                  <a:pt x="4957232" y="1372122"/>
                </a:cubicBezTo>
                <a:lnTo>
                  <a:pt x="4953699" y="1365980"/>
                </a:lnTo>
                <a:cubicBezTo>
                  <a:pt x="4953597" y="1365775"/>
                  <a:pt x="4953699" y="1365314"/>
                  <a:pt x="4953699" y="1365314"/>
                </a:cubicBezTo>
                <a:lnTo>
                  <a:pt x="4957232" y="1359172"/>
                </a:lnTo>
                <a:cubicBezTo>
                  <a:pt x="4957384" y="1358967"/>
                  <a:pt x="4957846" y="1358814"/>
                  <a:pt x="4957846" y="1358814"/>
                </a:cubicBezTo>
                <a:lnTo>
                  <a:pt x="4964909" y="1358814"/>
                </a:lnTo>
                <a:cubicBezTo>
                  <a:pt x="4965164" y="1358814"/>
                  <a:pt x="4965523" y="1359172"/>
                  <a:pt x="4965523" y="1359172"/>
                </a:cubicBezTo>
                <a:lnTo>
                  <a:pt x="4969054" y="1365314"/>
                </a:lnTo>
                <a:cubicBezTo>
                  <a:pt x="4969156" y="1365519"/>
                  <a:pt x="4969054" y="1365980"/>
                  <a:pt x="4969054" y="1365980"/>
                </a:cubicBezTo>
                <a:lnTo>
                  <a:pt x="4965523" y="1372122"/>
                </a:lnTo>
                <a:cubicBezTo>
                  <a:pt x="4965369" y="1372326"/>
                  <a:pt x="4964909" y="1372479"/>
                  <a:pt x="4964909" y="1372479"/>
                </a:cubicBezTo>
                <a:close/>
                <a:moveTo>
                  <a:pt x="5163134" y="1372479"/>
                </a:moveTo>
                <a:lnTo>
                  <a:pt x="5156070" y="1372479"/>
                </a:lnTo>
                <a:cubicBezTo>
                  <a:pt x="5155814" y="1372479"/>
                  <a:pt x="5155456" y="1372122"/>
                  <a:pt x="5155456" y="1372122"/>
                </a:cubicBezTo>
                <a:lnTo>
                  <a:pt x="5151924" y="1365980"/>
                </a:lnTo>
                <a:cubicBezTo>
                  <a:pt x="5151822" y="1365775"/>
                  <a:pt x="5151924" y="1365314"/>
                  <a:pt x="5151924" y="1365314"/>
                </a:cubicBezTo>
                <a:lnTo>
                  <a:pt x="5155456" y="1359172"/>
                </a:lnTo>
                <a:cubicBezTo>
                  <a:pt x="5155610" y="1358967"/>
                  <a:pt x="5156070" y="1358814"/>
                  <a:pt x="5156070" y="1358814"/>
                </a:cubicBezTo>
                <a:lnTo>
                  <a:pt x="5163134" y="1358814"/>
                </a:lnTo>
                <a:cubicBezTo>
                  <a:pt x="5163388" y="1358814"/>
                  <a:pt x="5163748" y="1359172"/>
                  <a:pt x="5163748" y="1359172"/>
                </a:cubicBezTo>
                <a:lnTo>
                  <a:pt x="5167279" y="1365314"/>
                </a:lnTo>
                <a:cubicBezTo>
                  <a:pt x="5167381" y="1365519"/>
                  <a:pt x="5167279" y="1365980"/>
                  <a:pt x="5167279" y="1365980"/>
                </a:cubicBezTo>
                <a:lnTo>
                  <a:pt x="5163748" y="1372122"/>
                </a:lnTo>
                <a:cubicBezTo>
                  <a:pt x="5163594" y="1372326"/>
                  <a:pt x="5163134" y="1372479"/>
                  <a:pt x="5163134" y="1372479"/>
                </a:cubicBezTo>
                <a:close/>
                <a:moveTo>
                  <a:pt x="5361358" y="1372479"/>
                </a:moveTo>
                <a:lnTo>
                  <a:pt x="5354295" y="1372479"/>
                </a:lnTo>
                <a:cubicBezTo>
                  <a:pt x="5354038" y="1372479"/>
                  <a:pt x="5353680" y="1372122"/>
                  <a:pt x="5353680" y="1372122"/>
                </a:cubicBezTo>
                <a:lnTo>
                  <a:pt x="5350149" y="1365980"/>
                </a:lnTo>
                <a:cubicBezTo>
                  <a:pt x="5350047" y="1365775"/>
                  <a:pt x="5350149" y="1365314"/>
                  <a:pt x="5350149" y="1365314"/>
                </a:cubicBezTo>
                <a:lnTo>
                  <a:pt x="5353680" y="1359172"/>
                </a:lnTo>
                <a:cubicBezTo>
                  <a:pt x="5353835" y="1358967"/>
                  <a:pt x="5354295" y="1358814"/>
                  <a:pt x="5354295" y="1358814"/>
                </a:cubicBezTo>
                <a:lnTo>
                  <a:pt x="5361358" y="1358814"/>
                </a:lnTo>
                <a:cubicBezTo>
                  <a:pt x="5361614" y="1358814"/>
                  <a:pt x="5361972" y="1359172"/>
                  <a:pt x="5361972" y="1359172"/>
                </a:cubicBezTo>
                <a:lnTo>
                  <a:pt x="5365503" y="1365314"/>
                </a:lnTo>
                <a:cubicBezTo>
                  <a:pt x="5365606" y="1365519"/>
                  <a:pt x="5365503" y="1365980"/>
                  <a:pt x="5365503" y="1365980"/>
                </a:cubicBezTo>
                <a:lnTo>
                  <a:pt x="5361972" y="1372122"/>
                </a:lnTo>
                <a:cubicBezTo>
                  <a:pt x="5361818" y="1372326"/>
                  <a:pt x="5361358" y="1372479"/>
                  <a:pt x="5361358" y="1372479"/>
                </a:cubicBezTo>
                <a:close/>
                <a:moveTo>
                  <a:pt x="5559633" y="1372479"/>
                </a:moveTo>
                <a:lnTo>
                  <a:pt x="5552569" y="1372479"/>
                </a:lnTo>
                <a:cubicBezTo>
                  <a:pt x="5552314" y="1372479"/>
                  <a:pt x="5551956" y="1372122"/>
                  <a:pt x="5551956" y="1372122"/>
                </a:cubicBezTo>
                <a:lnTo>
                  <a:pt x="5548424" y="1365980"/>
                </a:lnTo>
                <a:cubicBezTo>
                  <a:pt x="5548322" y="1365775"/>
                  <a:pt x="5548424" y="1365314"/>
                  <a:pt x="5548424" y="1365314"/>
                </a:cubicBezTo>
                <a:lnTo>
                  <a:pt x="5551956" y="1359172"/>
                </a:lnTo>
                <a:cubicBezTo>
                  <a:pt x="5552109" y="1358967"/>
                  <a:pt x="5552569" y="1358814"/>
                  <a:pt x="5552569" y="1358814"/>
                </a:cubicBezTo>
                <a:lnTo>
                  <a:pt x="5559633" y="1358814"/>
                </a:lnTo>
                <a:cubicBezTo>
                  <a:pt x="5559889" y="1358814"/>
                  <a:pt x="5560246" y="1359172"/>
                  <a:pt x="5560246" y="1359172"/>
                </a:cubicBezTo>
                <a:lnTo>
                  <a:pt x="5563779" y="1365314"/>
                </a:lnTo>
                <a:cubicBezTo>
                  <a:pt x="5563881" y="1365519"/>
                  <a:pt x="5563779" y="1365980"/>
                  <a:pt x="5563779" y="1365980"/>
                </a:cubicBezTo>
                <a:lnTo>
                  <a:pt x="5560246" y="1372122"/>
                </a:lnTo>
                <a:cubicBezTo>
                  <a:pt x="5560094" y="1372326"/>
                  <a:pt x="5559633" y="1372479"/>
                  <a:pt x="5559633" y="1372479"/>
                </a:cubicBezTo>
                <a:close/>
                <a:moveTo>
                  <a:pt x="5757857" y="1372479"/>
                </a:moveTo>
                <a:lnTo>
                  <a:pt x="5750795" y="1372479"/>
                </a:lnTo>
                <a:cubicBezTo>
                  <a:pt x="5750538" y="1372479"/>
                  <a:pt x="5750181" y="1372122"/>
                  <a:pt x="5750181" y="1372122"/>
                </a:cubicBezTo>
                <a:lnTo>
                  <a:pt x="5746649" y="1365980"/>
                </a:lnTo>
                <a:cubicBezTo>
                  <a:pt x="5746546" y="1365775"/>
                  <a:pt x="5746649" y="1365314"/>
                  <a:pt x="5746649" y="1365314"/>
                </a:cubicBezTo>
                <a:lnTo>
                  <a:pt x="5750181" y="1359172"/>
                </a:lnTo>
                <a:cubicBezTo>
                  <a:pt x="5750333" y="1358967"/>
                  <a:pt x="5750795" y="1358814"/>
                  <a:pt x="5750795" y="1358814"/>
                </a:cubicBezTo>
                <a:lnTo>
                  <a:pt x="5757857" y="1358814"/>
                </a:lnTo>
                <a:cubicBezTo>
                  <a:pt x="5758114" y="1358814"/>
                  <a:pt x="5758471" y="1359172"/>
                  <a:pt x="5758471" y="1359172"/>
                </a:cubicBezTo>
                <a:lnTo>
                  <a:pt x="5762003" y="1365314"/>
                </a:lnTo>
                <a:cubicBezTo>
                  <a:pt x="5762106" y="1365519"/>
                  <a:pt x="5762003" y="1365980"/>
                  <a:pt x="5762003" y="1365980"/>
                </a:cubicBezTo>
                <a:lnTo>
                  <a:pt x="5758471" y="1372122"/>
                </a:lnTo>
                <a:cubicBezTo>
                  <a:pt x="5758318" y="1372326"/>
                  <a:pt x="5757857" y="1372479"/>
                  <a:pt x="5757857" y="1372479"/>
                </a:cubicBezTo>
                <a:close/>
                <a:moveTo>
                  <a:pt x="5956083" y="1372479"/>
                </a:moveTo>
                <a:lnTo>
                  <a:pt x="5949019" y="1372479"/>
                </a:lnTo>
                <a:cubicBezTo>
                  <a:pt x="5948763" y="1372479"/>
                  <a:pt x="5948405" y="1372122"/>
                  <a:pt x="5948405" y="1372122"/>
                </a:cubicBezTo>
                <a:lnTo>
                  <a:pt x="5944873" y="1365980"/>
                </a:lnTo>
                <a:cubicBezTo>
                  <a:pt x="5944771" y="1365775"/>
                  <a:pt x="5944873" y="1365314"/>
                  <a:pt x="5944873" y="1365314"/>
                </a:cubicBezTo>
                <a:lnTo>
                  <a:pt x="5948405" y="1359172"/>
                </a:lnTo>
                <a:cubicBezTo>
                  <a:pt x="5948558" y="1358967"/>
                  <a:pt x="5949019" y="1358814"/>
                  <a:pt x="5949019" y="1358814"/>
                </a:cubicBezTo>
                <a:lnTo>
                  <a:pt x="5956083" y="1358814"/>
                </a:lnTo>
                <a:cubicBezTo>
                  <a:pt x="5956338" y="1358814"/>
                  <a:pt x="5956697" y="1359172"/>
                  <a:pt x="5956697" y="1359172"/>
                </a:cubicBezTo>
                <a:lnTo>
                  <a:pt x="5960227" y="1365314"/>
                </a:lnTo>
                <a:cubicBezTo>
                  <a:pt x="5960330" y="1365519"/>
                  <a:pt x="5960227" y="1365980"/>
                  <a:pt x="5960227" y="1365980"/>
                </a:cubicBezTo>
                <a:lnTo>
                  <a:pt x="5956697" y="1372122"/>
                </a:lnTo>
                <a:cubicBezTo>
                  <a:pt x="5956542" y="1372326"/>
                  <a:pt x="5956083" y="1372479"/>
                  <a:pt x="5956083" y="1372479"/>
                </a:cubicBezTo>
                <a:close/>
                <a:moveTo>
                  <a:pt x="6154307" y="1372479"/>
                </a:moveTo>
                <a:lnTo>
                  <a:pt x="6147243" y="1372479"/>
                </a:lnTo>
                <a:cubicBezTo>
                  <a:pt x="6146988" y="1372479"/>
                  <a:pt x="6146629" y="1372122"/>
                  <a:pt x="6146629" y="1372122"/>
                </a:cubicBezTo>
                <a:lnTo>
                  <a:pt x="6143098" y="1365980"/>
                </a:lnTo>
                <a:cubicBezTo>
                  <a:pt x="6142996" y="1365775"/>
                  <a:pt x="6143098" y="1365314"/>
                  <a:pt x="6143098" y="1365314"/>
                </a:cubicBezTo>
                <a:lnTo>
                  <a:pt x="6146629" y="1359172"/>
                </a:lnTo>
                <a:cubicBezTo>
                  <a:pt x="6146783" y="1358967"/>
                  <a:pt x="6147243" y="1358814"/>
                  <a:pt x="6147243" y="1358814"/>
                </a:cubicBezTo>
                <a:lnTo>
                  <a:pt x="6154307" y="1358814"/>
                </a:lnTo>
                <a:cubicBezTo>
                  <a:pt x="6154562" y="1358814"/>
                  <a:pt x="6154921" y="1359172"/>
                  <a:pt x="6154921" y="1359172"/>
                </a:cubicBezTo>
                <a:lnTo>
                  <a:pt x="6158453" y="1365314"/>
                </a:lnTo>
                <a:cubicBezTo>
                  <a:pt x="6158554" y="1365519"/>
                  <a:pt x="6158453" y="1365980"/>
                  <a:pt x="6158453" y="1365980"/>
                </a:cubicBezTo>
                <a:lnTo>
                  <a:pt x="6154921" y="1372122"/>
                </a:lnTo>
                <a:cubicBezTo>
                  <a:pt x="6154768" y="1372326"/>
                  <a:pt x="6154307" y="1372479"/>
                  <a:pt x="6154307" y="1372479"/>
                </a:cubicBezTo>
                <a:close/>
                <a:moveTo>
                  <a:pt x="6352582" y="1372479"/>
                </a:moveTo>
                <a:lnTo>
                  <a:pt x="6345519" y="1372479"/>
                </a:lnTo>
                <a:cubicBezTo>
                  <a:pt x="6345263" y="1372479"/>
                  <a:pt x="6344904" y="1372122"/>
                  <a:pt x="6344904" y="1372122"/>
                </a:cubicBezTo>
                <a:lnTo>
                  <a:pt x="6341373" y="1365980"/>
                </a:lnTo>
                <a:cubicBezTo>
                  <a:pt x="6341271" y="1365775"/>
                  <a:pt x="6341373" y="1365314"/>
                  <a:pt x="6341373" y="1365314"/>
                </a:cubicBezTo>
                <a:lnTo>
                  <a:pt x="6344904" y="1359172"/>
                </a:lnTo>
                <a:cubicBezTo>
                  <a:pt x="6345058" y="1358967"/>
                  <a:pt x="6345519" y="1358814"/>
                  <a:pt x="6345519" y="1358814"/>
                </a:cubicBezTo>
                <a:lnTo>
                  <a:pt x="6352582" y="1358814"/>
                </a:lnTo>
                <a:cubicBezTo>
                  <a:pt x="6352838" y="1358814"/>
                  <a:pt x="6353196" y="1359172"/>
                  <a:pt x="6353196" y="1359172"/>
                </a:cubicBezTo>
                <a:lnTo>
                  <a:pt x="6356728" y="1365314"/>
                </a:lnTo>
                <a:cubicBezTo>
                  <a:pt x="6356830" y="1365519"/>
                  <a:pt x="6356728" y="1365980"/>
                  <a:pt x="6356728" y="1365980"/>
                </a:cubicBezTo>
                <a:lnTo>
                  <a:pt x="6353196" y="1372122"/>
                </a:lnTo>
                <a:cubicBezTo>
                  <a:pt x="6353043" y="1372326"/>
                  <a:pt x="6352582" y="1372479"/>
                  <a:pt x="6352582" y="1372479"/>
                </a:cubicBezTo>
                <a:close/>
                <a:moveTo>
                  <a:pt x="6550807" y="1372479"/>
                </a:moveTo>
                <a:lnTo>
                  <a:pt x="6543744" y="1372479"/>
                </a:lnTo>
                <a:cubicBezTo>
                  <a:pt x="6543488" y="1372479"/>
                  <a:pt x="6543129" y="1372122"/>
                  <a:pt x="6543129" y="1372122"/>
                </a:cubicBezTo>
                <a:lnTo>
                  <a:pt x="6539598" y="1365980"/>
                </a:lnTo>
                <a:cubicBezTo>
                  <a:pt x="6539495" y="1365775"/>
                  <a:pt x="6539598" y="1365314"/>
                  <a:pt x="6539598" y="1365314"/>
                </a:cubicBezTo>
                <a:lnTo>
                  <a:pt x="6543129" y="1359172"/>
                </a:lnTo>
                <a:cubicBezTo>
                  <a:pt x="6543282" y="1358967"/>
                  <a:pt x="6543744" y="1358814"/>
                  <a:pt x="6543744" y="1358814"/>
                </a:cubicBezTo>
                <a:lnTo>
                  <a:pt x="6550807" y="1358814"/>
                </a:lnTo>
                <a:cubicBezTo>
                  <a:pt x="6551063" y="1358814"/>
                  <a:pt x="6551420" y="1359172"/>
                  <a:pt x="6551420" y="1359172"/>
                </a:cubicBezTo>
                <a:lnTo>
                  <a:pt x="6554953" y="1365314"/>
                </a:lnTo>
                <a:cubicBezTo>
                  <a:pt x="6555055" y="1365519"/>
                  <a:pt x="6554953" y="1365980"/>
                  <a:pt x="6554953" y="1365980"/>
                </a:cubicBezTo>
                <a:lnTo>
                  <a:pt x="6551420" y="1372122"/>
                </a:lnTo>
                <a:cubicBezTo>
                  <a:pt x="6551267" y="1372326"/>
                  <a:pt x="6550807" y="1372479"/>
                  <a:pt x="6550807" y="1372479"/>
                </a:cubicBezTo>
                <a:close/>
                <a:moveTo>
                  <a:pt x="6749031" y="1372479"/>
                </a:moveTo>
                <a:lnTo>
                  <a:pt x="6741967" y="1372479"/>
                </a:lnTo>
                <a:cubicBezTo>
                  <a:pt x="6741711" y="1372479"/>
                  <a:pt x="6741354" y="1372122"/>
                  <a:pt x="6741354" y="1372122"/>
                </a:cubicBezTo>
                <a:lnTo>
                  <a:pt x="6737823" y="1365980"/>
                </a:lnTo>
                <a:cubicBezTo>
                  <a:pt x="6737720" y="1365775"/>
                  <a:pt x="6737823" y="1365314"/>
                  <a:pt x="6737823" y="1365314"/>
                </a:cubicBezTo>
                <a:lnTo>
                  <a:pt x="6741354" y="1359172"/>
                </a:lnTo>
                <a:cubicBezTo>
                  <a:pt x="6741508" y="1358967"/>
                  <a:pt x="6741967" y="1358814"/>
                  <a:pt x="6741967" y="1358814"/>
                </a:cubicBezTo>
                <a:lnTo>
                  <a:pt x="6749031" y="1358814"/>
                </a:lnTo>
                <a:cubicBezTo>
                  <a:pt x="6749287" y="1358814"/>
                  <a:pt x="6749646" y="1359172"/>
                  <a:pt x="6749646" y="1359172"/>
                </a:cubicBezTo>
                <a:lnTo>
                  <a:pt x="6753177" y="1365314"/>
                </a:lnTo>
                <a:cubicBezTo>
                  <a:pt x="6753279" y="1365519"/>
                  <a:pt x="6753177" y="1365980"/>
                  <a:pt x="6753177" y="1365980"/>
                </a:cubicBezTo>
                <a:lnTo>
                  <a:pt x="6749646" y="1372122"/>
                </a:lnTo>
                <a:cubicBezTo>
                  <a:pt x="6749491" y="1372326"/>
                  <a:pt x="6749031" y="1372479"/>
                  <a:pt x="6749031" y="1372479"/>
                </a:cubicBezTo>
                <a:close/>
                <a:moveTo>
                  <a:pt x="6947256" y="1372479"/>
                </a:moveTo>
                <a:lnTo>
                  <a:pt x="6940193" y="1372479"/>
                </a:lnTo>
                <a:cubicBezTo>
                  <a:pt x="6939937" y="1372479"/>
                  <a:pt x="6939578" y="1372122"/>
                  <a:pt x="6939578" y="1372122"/>
                </a:cubicBezTo>
                <a:lnTo>
                  <a:pt x="6936048" y="1365980"/>
                </a:lnTo>
                <a:cubicBezTo>
                  <a:pt x="6935945" y="1365775"/>
                  <a:pt x="6936048" y="1365314"/>
                  <a:pt x="6936048" y="1365314"/>
                </a:cubicBezTo>
                <a:lnTo>
                  <a:pt x="6939578" y="1359172"/>
                </a:lnTo>
                <a:cubicBezTo>
                  <a:pt x="6939733" y="1358967"/>
                  <a:pt x="6940193" y="1358814"/>
                  <a:pt x="6940193" y="1358814"/>
                </a:cubicBezTo>
                <a:lnTo>
                  <a:pt x="6947256" y="1358814"/>
                </a:lnTo>
                <a:cubicBezTo>
                  <a:pt x="6947512" y="1358814"/>
                  <a:pt x="6947870" y="1359172"/>
                  <a:pt x="6947870" y="1359172"/>
                </a:cubicBezTo>
                <a:lnTo>
                  <a:pt x="6951402" y="1365314"/>
                </a:lnTo>
                <a:cubicBezTo>
                  <a:pt x="6951504" y="1365519"/>
                  <a:pt x="6951402" y="1365980"/>
                  <a:pt x="6951402" y="1365980"/>
                </a:cubicBezTo>
                <a:lnTo>
                  <a:pt x="6947870" y="1372122"/>
                </a:lnTo>
                <a:cubicBezTo>
                  <a:pt x="6947717" y="1372326"/>
                  <a:pt x="6947256" y="1372479"/>
                  <a:pt x="6947256" y="1372479"/>
                </a:cubicBezTo>
                <a:close/>
                <a:moveTo>
                  <a:pt x="7145491" y="1372479"/>
                </a:moveTo>
                <a:lnTo>
                  <a:pt x="7138427" y="1372479"/>
                </a:lnTo>
                <a:cubicBezTo>
                  <a:pt x="7138172" y="1372479"/>
                  <a:pt x="7137812" y="1372122"/>
                  <a:pt x="7137812" y="1372122"/>
                </a:cubicBezTo>
                <a:lnTo>
                  <a:pt x="7134283" y="1365980"/>
                </a:lnTo>
                <a:cubicBezTo>
                  <a:pt x="7134180" y="1365775"/>
                  <a:pt x="7134283" y="1365314"/>
                  <a:pt x="7134283" y="1365314"/>
                </a:cubicBezTo>
                <a:lnTo>
                  <a:pt x="7137812" y="1359172"/>
                </a:lnTo>
                <a:cubicBezTo>
                  <a:pt x="7137967" y="1358967"/>
                  <a:pt x="7138427" y="1358814"/>
                  <a:pt x="7138427" y="1358814"/>
                </a:cubicBezTo>
                <a:lnTo>
                  <a:pt x="7145491" y="1358814"/>
                </a:lnTo>
                <a:cubicBezTo>
                  <a:pt x="7145747" y="1358814"/>
                  <a:pt x="7146105" y="1359172"/>
                  <a:pt x="7146105" y="1359172"/>
                </a:cubicBezTo>
                <a:lnTo>
                  <a:pt x="7149638" y="1365314"/>
                </a:lnTo>
                <a:cubicBezTo>
                  <a:pt x="7149740" y="1365519"/>
                  <a:pt x="7149638" y="1365980"/>
                  <a:pt x="7149638" y="1365980"/>
                </a:cubicBezTo>
                <a:lnTo>
                  <a:pt x="7146105" y="1372122"/>
                </a:lnTo>
                <a:cubicBezTo>
                  <a:pt x="7145952" y="1372326"/>
                  <a:pt x="7145491" y="1372479"/>
                  <a:pt x="7145491" y="1372479"/>
                </a:cubicBezTo>
                <a:close/>
                <a:moveTo>
                  <a:pt x="7343599" y="1372479"/>
                </a:moveTo>
                <a:lnTo>
                  <a:pt x="7336535" y="1372479"/>
                </a:lnTo>
                <a:cubicBezTo>
                  <a:pt x="7336280" y="1372479"/>
                  <a:pt x="7335921" y="1372122"/>
                  <a:pt x="7335921" y="1372122"/>
                </a:cubicBezTo>
                <a:lnTo>
                  <a:pt x="7332389" y="1365980"/>
                </a:lnTo>
                <a:cubicBezTo>
                  <a:pt x="7332287" y="1365775"/>
                  <a:pt x="7332389" y="1365314"/>
                  <a:pt x="7332389" y="1365314"/>
                </a:cubicBezTo>
                <a:lnTo>
                  <a:pt x="7335921" y="1359172"/>
                </a:lnTo>
                <a:cubicBezTo>
                  <a:pt x="7336074" y="1358967"/>
                  <a:pt x="7336535" y="1358814"/>
                  <a:pt x="7336535" y="1358814"/>
                </a:cubicBezTo>
                <a:lnTo>
                  <a:pt x="7343599" y="1358814"/>
                </a:lnTo>
                <a:cubicBezTo>
                  <a:pt x="7343854" y="1358814"/>
                  <a:pt x="7344212" y="1359172"/>
                  <a:pt x="7344212" y="1359172"/>
                </a:cubicBezTo>
                <a:lnTo>
                  <a:pt x="7347744" y="1365314"/>
                </a:lnTo>
                <a:cubicBezTo>
                  <a:pt x="7347847" y="1365519"/>
                  <a:pt x="7347744" y="1365980"/>
                  <a:pt x="7347744" y="1365980"/>
                </a:cubicBezTo>
                <a:lnTo>
                  <a:pt x="7344212" y="1372122"/>
                </a:lnTo>
                <a:cubicBezTo>
                  <a:pt x="7344059" y="1372326"/>
                  <a:pt x="7343599" y="1372479"/>
                  <a:pt x="7343599" y="1372479"/>
                </a:cubicBezTo>
                <a:close/>
                <a:moveTo>
                  <a:pt x="7541849" y="1372479"/>
                </a:moveTo>
                <a:lnTo>
                  <a:pt x="7534785" y="1372479"/>
                </a:lnTo>
                <a:cubicBezTo>
                  <a:pt x="7534530" y="1372479"/>
                  <a:pt x="7534172" y="1372122"/>
                  <a:pt x="7534172" y="1372122"/>
                </a:cubicBezTo>
                <a:lnTo>
                  <a:pt x="7530640" y="1365980"/>
                </a:lnTo>
                <a:cubicBezTo>
                  <a:pt x="7530538" y="1365775"/>
                  <a:pt x="7530640" y="1365314"/>
                  <a:pt x="7530640" y="1365314"/>
                </a:cubicBezTo>
                <a:lnTo>
                  <a:pt x="7534172" y="1359172"/>
                </a:lnTo>
                <a:cubicBezTo>
                  <a:pt x="7534325" y="1358967"/>
                  <a:pt x="7534785" y="1358814"/>
                  <a:pt x="7534785" y="1358814"/>
                </a:cubicBezTo>
                <a:lnTo>
                  <a:pt x="7541849" y="1358814"/>
                </a:lnTo>
                <a:cubicBezTo>
                  <a:pt x="7542105" y="1358814"/>
                  <a:pt x="7542463" y="1359172"/>
                  <a:pt x="7542463" y="1359172"/>
                </a:cubicBezTo>
                <a:lnTo>
                  <a:pt x="7545996" y="1365314"/>
                </a:lnTo>
                <a:cubicBezTo>
                  <a:pt x="7546098" y="1365519"/>
                  <a:pt x="7545996" y="1365980"/>
                  <a:pt x="7545996" y="1365980"/>
                </a:cubicBezTo>
                <a:lnTo>
                  <a:pt x="7542463" y="1372122"/>
                </a:lnTo>
                <a:cubicBezTo>
                  <a:pt x="7542310" y="1372326"/>
                  <a:pt x="7541849" y="1372479"/>
                  <a:pt x="7541849" y="1372479"/>
                </a:cubicBezTo>
                <a:close/>
                <a:moveTo>
                  <a:pt x="7740091" y="1372479"/>
                </a:moveTo>
                <a:lnTo>
                  <a:pt x="7733028" y="1372479"/>
                </a:lnTo>
                <a:cubicBezTo>
                  <a:pt x="7732771" y="1372479"/>
                  <a:pt x="7732414" y="1372122"/>
                  <a:pt x="7732414" y="1372122"/>
                </a:cubicBezTo>
                <a:lnTo>
                  <a:pt x="7728882" y="1365980"/>
                </a:lnTo>
                <a:cubicBezTo>
                  <a:pt x="7728780" y="1365775"/>
                  <a:pt x="7728882" y="1365314"/>
                  <a:pt x="7728882" y="1365314"/>
                </a:cubicBezTo>
                <a:lnTo>
                  <a:pt x="7732414" y="1359172"/>
                </a:lnTo>
                <a:cubicBezTo>
                  <a:pt x="7732566" y="1358967"/>
                  <a:pt x="7733028" y="1358814"/>
                  <a:pt x="7733028" y="1358814"/>
                </a:cubicBezTo>
                <a:lnTo>
                  <a:pt x="7740091" y="1358814"/>
                </a:lnTo>
                <a:cubicBezTo>
                  <a:pt x="7740346" y="1358814"/>
                  <a:pt x="7740705" y="1359172"/>
                  <a:pt x="7740705" y="1359172"/>
                </a:cubicBezTo>
                <a:lnTo>
                  <a:pt x="7744238" y="1365314"/>
                </a:lnTo>
                <a:cubicBezTo>
                  <a:pt x="7744340" y="1365519"/>
                  <a:pt x="7744238" y="1365980"/>
                  <a:pt x="7744238" y="1365980"/>
                </a:cubicBezTo>
                <a:lnTo>
                  <a:pt x="7740705" y="1372122"/>
                </a:lnTo>
                <a:cubicBezTo>
                  <a:pt x="7740552" y="1372326"/>
                  <a:pt x="7740091" y="1372479"/>
                  <a:pt x="7740091" y="1372479"/>
                </a:cubicBezTo>
                <a:close/>
                <a:moveTo>
                  <a:pt x="7938236" y="1372479"/>
                </a:moveTo>
                <a:lnTo>
                  <a:pt x="7931167" y="1372479"/>
                </a:lnTo>
                <a:cubicBezTo>
                  <a:pt x="7930912" y="1372479"/>
                  <a:pt x="7930554" y="1372122"/>
                  <a:pt x="7930554" y="1372122"/>
                </a:cubicBezTo>
                <a:lnTo>
                  <a:pt x="7927024" y="1365980"/>
                </a:lnTo>
                <a:cubicBezTo>
                  <a:pt x="7926920" y="1365775"/>
                  <a:pt x="7927024" y="1365314"/>
                  <a:pt x="7927024" y="1365314"/>
                </a:cubicBezTo>
                <a:lnTo>
                  <a:pt x="7930554" y="1359172"/>
                </a:lnTo>
                <a:cubicBezTo>
                  <a:pt x="7930708" y="1358967"/>
                  <a:pt x="7931167" y="1358814"/>
                  <a:pt x="7931167" y="1358814"/>
                </a:cubicBezTo>
                <a:lnTo>
                  <a:pt x="7938236" y="1358814"/>
                </a:lnTo>
                <a:cubicBezTo>
                  <a:pt x="7938490" y="1358814"/>
                  <a:pt x="7938848" y="1359172"/>
                  <a:pt x="7938848" y="1359172"/>
                </a:cubicBezTo>
                <a:lnTo>
                  <a:pt x="7942380" y="1365314"/>
                </a:lnTo>
                <a:cubicBezTo>
                  <a:pt x="7942483" y="1365519"/>
                  <a:pt x="7942380" y="1365980"/>
                  <a:pt x="7942380" y="1365980"/>
                </a:cubicBezTo>
                <a:lnTo>
                  <a:pt x="7938848" y="1372122"/>
                </a:lnTo>
                <a:cubicBezTo>
                  <a:pt x="7938692" y="1372326"/>
                  <a:pt x="7938236" y="1372479"/>
                  <a:pt x="7938236" y="1372479"/>
                </a:cubicBezTo>
                <a:close/>
                <a:moveTo>
                  <a:pt x="8136631" y="1372479"/>
                </a:moveTo>
                <a:lnTo>
                  <a:pt x="8129569" y="1372479"/>
                </a:lnTo>
                <a:cubicBezTo>
                  <a:pt x="8129313" y="1372479"/>
                  <a:pt x="8128955" y="1372122"/>
                  <a:pt x="8128955" y="1372122"/>
                </a:cubicBezTo>
                <a:lnTo>
                  <a:pt x="8125424" y="1365980"/>
                </a:lnTo>
                <a:cubicBezTo>
                  <a:pt x="8125321" y="1365775"/>
                  <a:pt x="8125424" y="1365314"/>
                  <a:pt x="8125424" y="1365314"/>
                </a:cubicBezTo>
                <a:lnTo>
                  <a:pt x="8128955" y="1359172"/>
                </a:lnTo>
                <a:cubicBezTo>
                  <a:pt x="8129108" y="1358967"/>
                  <a:pt x="8129569" y="1358814"/>
                  <a:pt x="8129569" y="1358814"/>
                </a:cubicBezTo>
                <a:lnTo>
                  <a:pt x="8136631" y="1358814"/>
                </a:lnTo>
                <a:cubicBezTo>
                  <a:pt x="8136889" y="1358814"/>
                  <a:pt x="8137246" y="1359172"/>
                  <a:pt x="8137246" y="1359172"/>
                </a:cubicBezTo>
                <a:lnTo>
                  <a:pt x="8140779" y="1365314"/>
                </a:lnTo>
                <a:cubicBezTo>
                  <a:pt x="8140881" y="1365519"/>
                  <a:pt x="8140779" y="1365980"/>
                  <a:pt x="8140779" y="1365980"/>
                </a:cubicBezTo>
                <a:lnTo>
                  <a:pt x="8137246" y="1372122"/>
                </a:lnTo>
                <a:cubicBezTo>
                  <a:pt x="8137093" y="1372326"/>
                  <a:pt x="8136631" y="1372479"/>
                  <a:pt x="8136631" y="1372479"/>
                </a:cubicBezTo>
                <a:close/>
                <a:moveTo>
                  <a:pt x="8334780" y="1372479"/>
                </a:moveTo>
                <a:lnTo>
                  <a:pt x="8327716" y="1372479"/>
                </a:lnTo>
                <a:cubicBezTo>
                  <a:pt x="8327460" y="1372479"/>
                  <a:pt x="8327102" y="1372122"/>
                  <a:pt x="8327102" y="1372122"/>
                </a:cubicBezTo>
                <a:lnTo>
                  <a:pt x="8323569" y="1365980"/>
                </a:lnTo>
                <a:cubicBezTo>
                  <a:pt x="8323466" y="1365775"/>
                  <a:pt x="8323569" y="1365314"/>
                  <a:pt x="8323569" y="1365314"/>
                </a:cubicBezTo>
                <a:lnTo>
                  <a:pt x="8327102" y="1359172"/>
                </a:lnTo>
                <a:cubicBezTo>
                  <a:pt x="8327255" y="1358967"/>
                  <a:pt x="8327716" y="1358814"/>
                  <a:pt x="8327716" y="1358814"/>
                </a:cubicBezTo>
                <a:lnTo>
                  <a:pt x="8334780" y="1358814"/>
                </a:lnTo>
                <a:cubicBezTo>
                  <a:pt x="8335034" y="1358814"/>
                  <a:pt x="8335393" y="1359172"/>
                  <a:pt x="8335393" y="1359172"/>
                </a:cubicBezTo>
                <a:lnTo>
                  <a:pt x="8338925" y="1365314"/>
                </a:lnTo>
                <a:cubicBezTo>
                  <a:pt x="8339028" y="1365519"/>
                  <a:pt x="8338925" y="1365980"/>
                  <a:pt x="8338925" y="1365980"/>
                </a:cubicBezTo>
                <a:lnTo>
                  <a:pt x="8335393" y="1372122"/>
                </a:lnTo>
                <a:cubicBezTo>
                  <a:pt x="8335240" y="1372326"/>
                  <a:pt x="8334780" y="1372479"/>
                  <a:pt x="8334780" y="1372479"/>
                </a:cubicBezTo>
                <a:close/>
                <a:moveTo>
                  <a:pt x="8533032" y="1372479"/>
                </a:moveTo>
                <a:lnTo>
                  <a:pt x="8525968" y="1372479"/>
                </a:lnTo>
                <a:cubicBezTo>
                  <a:pt x="8525712" y="1372479"/>
                  <a:pt x="8525353" y="1372122"/>
                  <a:pt x="8525353" y="1372122"/>
                </a:cubicBezTo>
                <a:lnTo>
                  <a:pt x="8521822" y="1365980"/>
                </a:lnTo>
                <a:cubicBezTo>
                  <a:pt x="8521720" y="1365775"/>
                  <a:pt x="8521822" y="1365314"/>
                  <a:pt x="8521822" y="1365314"/>
                </a:cubicBezTo>
                <a:lnTo>
                  <a:pt x="8525353" y="1359172"/>
                </a:lnTo>
                <a:cubicBezTo>
                  <a:pt x="8525507" y="1358967"/>
                  <a:pt x="8525968" y="1358814"/>
                  <a:pt x="8525968" y="1358814"/>
                </a:cubicBezTo>
                <a:lnTo>
                  <a:pt x="8533032" y="1358814"/>
                </a:lnTo>
                <a:cubicBezTo>
                  <a:pt x="8533286" y="1358814"/>
                  <a:pt x="8533646" y="1359172"/>
                  <a:pt x="8533646" y="1359172"/>
                </a:cubicBezTo>
                <a:lnTo>
                  <a:pt x="8537177" y="1365314"/>
                </a:lnTo>
                <a:cubicBezTo>
                  <a:pt x="8537279" y="1365519"/>
                  <a:pt x="8537177" y="1365980"/>
                  <a:pt x="8537177" y="1365980"/>
                </a:cubicBezTo>
                <a:lnTo>
                  <a:pt x="8533646" y="1372122"/>
                </a:lnTo>
                <a:cubicBezTo>
                  <a:pt x="8533492" y="1372326"/>
                  <a:pt x="8533032" y="1372479"/>
                  <a:pt x="8533032" y="1372479"/>
                </a:cubicBezTo>
                <a:close/>
                <a:moveTo>
                  <a:pt x="8731361" y="1372479"/>
                </a:moveTo>
                <a:lnTo>
                  <a:pt x="8724299" y="1372479"/>
                </a:lnTo>
                <a:cubicBezTo>
                  <a:pt x="8724042" y="1372479"/>
                  <a:pt x="8723685" y="1372122"/>
                  <a:pt x="8723685" y="1372122"/>
                </a:cubicBezTo>
                <a:lnTo>
                  <a:pt x="8720154" y="1365980"/>
                </a:lnTo>
                <a:cubicBezTo>
                  <a:pt x="8720050" y="1365775"/>
                  <a:pt x="8720154" y="1365314"/>
                  <a:pt x="8720154" y="1365314"/>
                </a:cubicBezTo>
                <a:lnTo>
                  <a:pt x="8723685" y="1359172"/>
                </a:lnTo>
                <a:cubicBezTo>
                  <a:pt x="8723838" y="1358967"/>
                  <a:pt x="8724299" y="1358814"/>
                  <a:pt x="8724299" y="1358814"/>
                </a:cubicBezTo>
                <a:lnTo>
                  <a:pt x="8731361" y="1358814"/>
                </a:lnTo>
                <a:cubicBezTo>
                  <a:pt x="8731618" y="1358814"/>
                  <a:pt x="8731977" y="1359172"/>
                  <a:pt x="8731977" y="1359172"/>
                </a:cubicBezTo>
                <a:lnTo>
                  <a:pt x="8735507" y="1365314"/>
                </a:lnTo>
                <a:cubicBezTo>
                  <a:pt x="8735610" y="1365519"/>
                  <a:pt x="8735507" y="1365980"/>
                  <a:pt x="8735507" y="1365980"/>
                </a:cubicBezTo>
                <a:lnTo>
                  <a:pt x="8731977" y="1372122"/>
                </a:lnTo>
                <a:cubicBezTo>
                  <a:pt x="8731823" y="1372326"/>
                  <a:pt x="8731361" y="1372479"/>
                  <a:pt x="8731361" y="1372479"/>
                </a:cubicBezTo>
                <a:close/>
                <a:moveTo>
                  <a:pt x="8929596" y="1372479"/>
                </a:moveTo>
                <a:lnTo>
                  <a:pt x="8922534" y="1372479"/>
                </a:lnTo>
                <a:cubicBezTo>
                  <a:pt x="8922277" y="1372479"/>
                  <a:pt x="8921918" y="1372122"/>
                  <a:pt x="8921918" y="1372122"/>
                </a:cubicBezTo>
                <a:lnTo>
                  <a:pt x="8918387" y="1365980"/>
                </a:lnTo>
                <a:cubicBezTo>
                  <a:pt x="8918285" y="1365775"/>
                  <a:pt x="8918387" y="1365314"/>
                  <a:pt x="8918387" y="1365314"/>
                </a:cubicBezTo>
                <a:lnTo>
                  <a:pt x="8921918" y="1359172"/>
                </a:lnTo>
                <a:cubicBezTo>
                  <a:pt x="8922073" y="1358967"/>
                  <a:pt x="8922534" y="1358814"/>
                  <a:pt x="8922534" y="1358814"/>
                </a:cubicBezTo>
                <a:lnTo>
                  <a:pt x="8929596" y="1358814"/>
                </a:lnTo>
                <a:cubicBezTo>
                  <a:pt x="8929851" y="1358814"/>
                  <a:pt x="8930210" y="1359172"/>
                  <a:pt x="8930210" y="1359172"/>
                </a:cubicBezTo>
                <a:lnTo>
                  <a:pt x="8933742" y="1365314"/>
                </a:lnTo>
                <a:cubicBezTo>
                  <a:pt x="8933844" y="1365519"/>
                  <a:pt x="8933742" y="1365980"/>
                  <a:pt x="8933742" y="1365980"/>
                </a:cubicBezTo>
                <a:lnTo>
                  <a:pt x="8930210" y="1372122"/>
                </a:lnTo>
                <a:cubicBezTo>
                  <a:pt x="8930057" y="1372326"/>
                  <a:pt x="8929596" y="1372479"/>
                  <a:pt x="8929596" y="1372479"/>
                </a:cubicBezTo>
                <a:close/>
                <a:moveTo>
                  <a:pt x="9127747" y="1372479"/>
                </a:moveTo>
                <a:lnTo>
                  <a:pt x="9120683" y="1372479"/>
                </a:lnTo>
                <a:cubicBezTo>
                  <a:pt x="9120429" y="1372479"/>
                  <a:pt x="9120070" y="1372122"/>
                  <a:pt x="9120070" y="1372122"/>
                </a:cubicBezTo>
                <a:lnTo>
                  <a:pt x="9116538" y="1365980"/>
                </a:lnTo>
                <a:cubicBezTo>
                  <a:pt x="9116435" y="1365775"/>
                  <a:pt x="9116538" y="1365314"/>
                  <a:pt x="9116538" y="1365314"/>
                </a:cubicBezTo>
                <a:lnTo>
                  <a:pt x="9120070" y="1359172"/>
                </a:lnTo>
                <a:cubicBezTo>
                  <a:pt x="9120223" y="1358967"/>
                  <a:pt x="9120683" y="1358814"/>
                  <a:pt x="9120683" y="1358814"/>
                </a:cubicBezTo>
                <a:lnTo>
                  <a:pt x="9127747" y="1358814"/>
                </a:lnTo>
                <a:cubicBezTo>
                  <a:pt x="9128003" y="1358814"/>
                  <a:pt x="9128360" y="1359172"/>
                  <a:pt x="9128360" y="1359172"/>
                </a:cubicBezTo>
                <a:lnTo>
                  <a:pt x="9131893" y="1365314"/>
                </a:lnTo>
                <a:cubicBezTo>
                  <a:pt x="9131995" y="1365519"/>
                  <a:pt x="9131893" y="1365980"/>
                  <a:pt x="9131893" y="1365980"/>
                </a:cubicBezTo>
                <a:lnTo>
                  <a:pt x="9128360" y="1372122"/>
                </a:lnTo>
                <a:cubicBezTo>
                  <a:pt x="9128207" y="1372326"/>
                  <a:pt x="9127747" y="1372479"/>
                  <a:pt x="9127747" y="1372479"/>
                </a:cubicBezTo>
                <a:close/>
                <a:moveTo>
                  <a:pt x="9326047" y="1372479"/>
                </a:moveTo>
                <a:lnTo>
                  <a:pt x="9318983" y="1372479"/>
                </a:lnTo>
                <a:cubicBezTo>
                  <a:pt x="9318726" y="1372479"/>
                  <a:pt x="9318369" y="1372122"/>
                  <a:pt x="9318369" y="1372122"/>
                </a:cubicBezTo>
                <a:lnTo>
                  <a:pt x="9314836" y="1365980"/>
                </a:lnTo>
                <a:cubicBezTo>
                  <a:pt x="9314734" y="1365775"/>
                  <a:pt x="9314836" y="1365314"/>
                  <a:pt x="9314836" y="1365314"/>
                </a:cubicBezTo>
                <a:lnTo>
                  <a:pt x="9318369" y="1359172"/>
                </a:lnTo>
                <a:cubicBezTo>
                  <a:pt x="9318522" y="1358967"/>
                  <a:pt x="9318983" y="1358814"/>
                  <a:pt x="9318983" y="1358814"/>
                </a:cubicBezTo>
                <a:lnTo>
                  <a:pt x="9326047" y="1358814"/>
                </a:lnTo>
                <a:cubicBezTo>
                  <a:pt x="9326302" y="1358814"/>
                  <a:pt x="9326661" y="1359172"/>
                  <a:pt x="9326661" y="1359172"/>
                </a:cubicBezTo>
                <a:lnTo>
                  <a:pt x="9330193" y="1365314"/>
                </a:lnTo>
                <a:cubicBezTo>
                  <a:pt x="9330294" y="1365519"/>
                  <a:pt x="9330193" y="1365980"/>
                  <a:pt x="9330193" y="1365980"/>
                </a:cubicBezTo>
                <a:lnTo>
                  <a:pt x="9326661" y="1372122"/>
                </a:lnTo>
                <a:cubicBezTo>
                  <a:pt x="9326507" y="1372326"/>
                  <a:pt x="9326047" y="1372479"/>
                  <a:pt x="9326047" y="1372479"/>
                </a:cubicBezTo>
                <a:close/>
                <a:moveTo>
                  <a:pt x="9524277" y="1372479"/>
                </a:moveTo>
                <a:lnTo>
                  <a:pt x="9517213" y="1372479"/>
                </a:lnTo>
                <a:cubicBezTo>
                  <a:pt x="9516957" y="1372479"/>
                  <a:pt x="9516600" y="1372122"/>
                  <a:pt x="9516600" y="1372122"/>
                </a:cubicBezTo>
                <a:lnTo>
                  <a:pt x="9513067" y="1365980"/>
                </a:lnTo>
                <a:cubicBezTo>
                  <a:pt x="9512966" y="1365775"/>
                  <a:pt x="9513067" y="1365314"/>
                  <a:pt x="9513067" y="1365314"/>
                </a:cubicBezTo>
                <a:lnTo>
                  <a:pt x="9516600" y="1359172"/>
                </a:lnTo>
                <a:cubicBezTo>
                  <a:pt x="9516753" y="1358967"/>
                  <a:pt x="9517213" y="1358814"/>
                  <a:pt x="9517213" y="1358814"/>
                </a:cubicBezTo>
                <a:lnTo>
                  <a:pt x="9524277" y="1358814"/>
                </a:lnTo>
                <a:cubicBezTo>
                  <a:pt x="9524533" y="1358814"/>
                  <a:pt x="9524890" y="1359172"/>
                  <a:pt x="9524890" y="1359172"/>
                </a:cubicBezTo>
                <a:lnTo>
                  <a:pt x="9528423" y="1365314"/>
                </a:lnTo>
                <a:cubicBezTo>
                  <a:pt x="9528524" y="1365519"/>
                  <a:pt x="9528423" y="1365980"/>
                  <a:pt x="9528423" y="1365980"/>
                </a:cubicBezTo>
                <a:lnTo>
                  <a:pt x="9524890" y="1372122"/>
                </a:lnTo>
                <a:cubicBezTo>
                  <a:pt x="9524737" y="1372326"/>
                  <a:pt x="9524277" y="1372479"/>
                  <a:pt x="9524277" y="1372479"/>
                </a:cubicBezTo>
                <a:close/>
                <a:moveTo>
                  <a:pt x="9722488" y="1372479"/>
                </a:moveTo>
                <a:lnTo>
                  <a:pt x="9715426" y="1372479"/>
                </a:lnTo>
                <a:cubicBezTo>
                  <a:pt x="9715170" y="1372479"/>
                  <a:pt x="9714811" y="1372122"/>
                  <a:pt x="9714811" y="1372122"/>
                </a:cubicBezTo>
                <a:lnTo>
                  <a:pt x="9711280" y="1365980"/>
                </a:lnTo>
                <a:cubicBezTo>
                  <a:pt x="9711178" y="1365775"/>
                  <a:pt x="9711280" y="1365314"/>
                  <a:pt x="9711280" y="1365314"/>
                </a:cubicBezTo>
                <a:lnTo>
                  <a:pt x="9714811" y="1359172"/>
                </a:lnTo>
                <a:cubicBezTo>
                  <a:pt x="9714965" y="1358967"/>
                  <a:pt x="9715426" y="1358814"/>
                  <a:pt x="9715426" y="1358814"/>
                </a:cubicBezTo>
                <a:lnTo>
                  <a:pt x="9722488" y="1358814"/>
                </a:lnTo>
                <a:cubicBezTo>
                  <a:pt x="9722745" y="1358814"/>
                  <a:pt x="9723102" y="1359172"/>
                  <a:pt x="9723102" y="1359172"/>
                </a:cubicBezTo>
                <a:lnTo>
                  <a:pt x="9726634" y="1365314"/>
                </a:lnTo>
                <a:cubicBezTo>
                  <a:pt x="9726736" y="1365519"/>
                  <a:pt x="9726634" y="1365980"/>
                  <a:pt x="9726634" y="1365980"/>
                </a:cubicBezTo>
                <a:lnTo>
                  <a:pt x="9723102" y="1372122"/>
                </a:lnTo>
                <a:cubicBezTo>
                  <a:pt x="9722949" y="1372326"/>
                  <a:pt x="9722488" y="1372479"/>
                  <a:pt x="9722488" y="1372479"/>
                </a:cubicBezTo>
                <a:close/>
                <a:moveTo>
                  <a:pt x="9920786" y="1372479"/>
                </a:moveTo>
                <a:lnTo>
                  <a:pt x="9913725" y="1372479"/>
                </a:lnTo>
                <a:cubicBezTo>
                  <a:pt x="9913468" y="1372479"/>
                  <a:pt x="9913109" y="1372122"/>
                  <a:pt x="9913109" y="1372122"/>
                </a:cubicBezTo>
                <a:lnTo>
                  <a:pt x="9909579" y="1365980"/>
                </a:lnTo>
                <a:cubicBezTo>
                  <a:pt x="9909476" y="1365775"/>
                  <a:pt x="9909579" y="1365314"/>
                  <a:pt x="9909579" y="1365314"/>
                </a:cubicBezTo>
                <a:lnTo>
                  <a:pt x="9913109" y="1359172"/>
                </a:lnTo>
                <a:cubicBezTo>
                  <a:pt x="9913263" y="1358967"/>
                  <a:pt x="9913725" y="1358814"/>
                  <a:pt x="9913725" y="1358814"/>
                </a:cubicBezTo>
                <a:lnTo>
                  <a:pt x="9920786" y="1358814"/>
                </a:lnTo>
                <a:cubicBezTo>
                  <a:pt x="9921044" y="1358814"/>
                  <a:pt x="9921400" y="1359172"/>
                  <a:pt x="9921400" y="1359172"/>
                </a:cubicBezTo>
                <a:lnTo>
                  <a:pt x="9924933" y="1365314"/>
                </a:lnTo>
                <a:cubicBezTo>
                  <a:pt x="9925035" y="1365519"/>
                  <a:pt x="9924933" y="1365980"/>
                  <a:pt x="9924933" y="1365980"/>
                </a:cubicBezTo>
                <a:lnTo>
                  <a:pt x="9921400" y="1372122"/>
                </a:lnTo>
                <a:cubicBezTo>
                  <a:pt x="9921247" y="1372326"/>
                  <a:pt x="9920786" y="1372479"/>
                  <a:pt x="9920786" y="1372479"/>
                </a:cubicBezTo>
                <a:close/>
                <a:moveTo>
                  <a:pt x="10118960" y="1372479"/>
                </a:moveTo>
                <a:lnTo>
                  <a:pt x="10111897" y="1372479"/>
                </a:lnTo>
                <a:cubicBezTo>
                  <a:pt x="10111641" y="1372479"/>
                  <a:pt x="10111283" y="1372122"/>
                  <a:pt x="10111283" y="1372122"/>
                </a:cubicBezTo>
                <a:lnTo>
                  <a:pt x="10107753" y="1365980"/>
                </a:lnTo>
                <a:cubicBezTo>
                  <a:pt x="10107650" y="1365775"/>
                  <a:pt x="10107753" y="1365314"/>
                  <a:pt x="10107753" y="1365314"/>
                </a:cubicBezTo>
                <a:lnTo>
                  <a:pt x="10111283" y="1359172"/>
                </a:lnTo>
                <a:cubicBezTo>
                  <a:pt x="10111436" y="1358967"/>
                  <a:pt x="10111897" y="1358814"/>
                  <a:pt x="10111897" y="1358814"/>
                </a:cubicBezTo>
                <a:lnTo>
                  <a:pt x="10118960" y="1358814"/>
                </a:lnTo>
                <a:cubicBezTo>
                  <a:pt x="10119217" y="1358814"/>
                  <a:pt x="10119575" y="1359172"/>
                  <a:pt x="10119575" y="1359172"/>
                </a:cubicBezTo>
                <a:lnTo>
                  <a:pt x="10123106" y="1365314"/>
                </a:lnTo>
                <a:cubicBezTo>
                  <a:pt x="10123209" y="1365519"/>
                  <a:pt x="10123106" y="1365980"/>
                  <a:pt x="10123106" y="1365980"/>
                </a:cubicBezTo>
                <a:lnTo>
                  <a:pt x="10119575" y="1372122"/>
                </a:lnTo>
                <a:cubicBezTo>
                  <a:pt x="10119421" y="1372326"/>
                  <a:pt x="10118960" y="1372479"/>
                  <a:pt x="10118960" y="1372479"/>
                </a:cubicBezTo>
                <a:close/>
                <a:moveTo>
                  <a:pt x="10317237" y="1372479"/>
                </a:moveTo>
                <a:lnTo>
                  <a:pt x="10310174" y="1372479"/>
                </a:lnTo>
                <a:cubicBezTo>
                  <a:pt x="10309918" y="1372479"/>
                  <a:pt x="10309560" y="1372122"/>
                  <a:pt x="10309560" y="1372122"/>
                </a:cubicBezTo>
                <a:lnTo>
                  <a:pt x="10306027" y="1365980"/>
                </a:lnTo>
                <a:cubicBezTo>
                  <a:pt x="10305924" y="1365775"/>
                  <a:pt x="10306027" y="1365314"/>
                  <a:pt x="10306027" y="1365314"/>
                </a:cubicBezTo>
                <a:lnTo>
                  <a:pt x="10309560" y="1359172"/>
                </a:lnTo>
                <a:cubicBezTo>
                  <a:pt x="10309713" y="1358967"/>
                  <a:pt x="10310174" y="1358814"/>
                  <a:pt x="10310174" y="1358814"/>
                </a:cubicBezTo>
                <a:lnTo>
                  <a:pt x="10317237" y="1358814"/>
                </a:lnTo>
                <a:cubicBezTo>
                  <a:pt x="10317492" y="1358814"/>
                  <a:pt x="10317851" y="1359172"/>
                  <a:pt x="10317851" y="1359172"/>
                </a:cubicBezTo>
                <a:lnTo>
                  <a:pt x="10321383" y="1365314"/>
                </a:lnTo>
                <a:cubicBezTo>
                  <a:pt x="10321485" y="1365519"/>
                  <a:pt x="10321383" y="1365980"/>
                  <a:pt x="10321383" y="1365980"/>
                </a:cubicBezTo>
                <a:lnTo>
                  <a:pt x="10317851" y="1372122"/>
                </a:lnTo>
                <a:cubicBezTo>
                  <a:pt x="10317697" y="1372326"/>
                  <a:pt x="10317237" y="1372479"/>
                  <a:pt x="10317237" y="1372479"/>
                </a:cubicBezTo>
                <a:close/>
                <a:moveTo>
                  <a:pt x="11254" y="1535793"/>
                </a:moveTo>
                <a:lnTo>
                  <a:pt x="4192" y="1535793"/>
                </a:lnTo>
                <a:cubicBezTo>
                  <a:pt x="3935" y="1535793"/>
                  <a:pt x="3578" y="1535435"/>
                  <a:pt x="3578" y="1535435"/>
                </a:cubicBezTo>
                <a:lnTo>
                  <a:pt x="46" y="1529293"/>
                </a:lnTo>
                <a:cubicBezTo>
                  <a:pt x="-57" y="1529088"/>
                  <a:pt x="46" y="1528627"/>
                  <a:pt x="46" y="1528627"/>
                </a:cubicBezTo>
                <a:lnTo>
                  <a:pt x="3578" y="1522485"/>
                </a:lnTo>
                <a:cubicBezTo>
                  <a:pt x="3731" y="1522281"/>
                  <a:pt x="4192" y="1522127"/>
                  <a:pt x="4192" y="1522127"/>
                </a:cubicBezTo>
                <a:lnTo>
                  <a:pt x="11254" y="1522127"/>
                </a:lnTo>
                <a:cubicBezTo>
                  <a:pt x="11511" y="1522127"/>
                  <a:pt x="11868" y="1522485"/>
                  <a:pt x="11868" y="1522485"/>
                </a:cubicBezTo>
                <a:lnTo>
                  <a:pt x="15400" y="1528627"/>
                </a:lnTo>
                <a:cubicBezTo>
                  <a:pt x="15503" y="1528831"/>
                  <a:pt x="15400" y="1529293"/>
                  <a:pt x="15400" y="1529293"/>
                </a:cubicBezTo>
                <a:lnTo>
                  <a:pt x="11868" y="1535435"/>
                </a:lnTo>
                <a:cubicBezTo>
                  <a:pt x="11716" y="1535640"/>
                  <a:pt x="11254" y="1535793"/>
                  <a:pt x="11254" y="1535793"/>
                </a:cubicBezTo>
                <a:close/>
                <a:moveTo>
                  <a:pt x="209480" y="1535793"/>
                </a:moveTo>
                <a:lnTo>
                  <a:pt x="202416" y="1535793"/>
                </a:lnTo>
                <a:cubicBezTo>
                  <a:pt x="202160" y="1535793"/>
                  <a:pt x="201803" y="1535435"/>
                  <a:pt x="201803" y="1535435"/>
                </a:cubicBezTo>
                <a:lnTo>
                  <a:pt x="198270" y="1529293"/>
                </a:lnTo>
                <a:cubicBezTo>
                  <a:pt x="198168" y="1529088"/>
                  <a:pt x="198270" y="1528627"/>
                  <a:pt x="198270" y="1528627"/>
                </a:cubicBezTo>
                <a:lnTo>
                  <a:pt x="201803" y="1522485"/>
                </a:lnTo>
                <a:cubicBezTo>
                  <a:pt x="201955" y="1522281"/>
                  <a:pt x="202416" y="1522127"/>
                  <a:pt x="202416" y="1522127"/>
                </a:cubicBezTo>
                <a:lnTo>
                  <a:pt x="209480" y="1522127"/>
                </a:lnTo>
                <a:cubicBezTo>
                  <a:pt x="209735" y="1522127"/>
                  <a:pt x="210094" y="1522485"/>
                  <a:pt x="210094" y="1522485"/>
                </a:cubicBezTo>
                <a:lnTo>
                  <a:pt x="213625" y="1528627"/>
                </a:lnTo>
                <a:cubicBezTo>
                  <a:pt x="213727" y="1528831"/>
                  <a:pt x="213625" y="1529293"/>
                  <a:pt x="213625" y="1529293"/>
                </a:cubicBezTo>
                <a:lnTo>
                  <a:pt x="210094" y="1535435"/>
                </a:lnTo>
                <a:cubicBezTo>
                  <a:pt x="209940" y="1535640"/>
                  <a:pt x="209480" y="1535793"/>
                  <a:pt x="209480" y="1535793"/>
                </a:cubicBezTo>
                <a:close/>
                <a:moveTo>
                  <a:pt x="407754" y="1535793"/>
                </a:moveTo>
                <a:lnTo>
                  <a:pt x="400692" y="1535793"/>
                </a:lnTo>
                <a:cubicBezTo>
                  <a:pt x="400436" y="1535793"/>
                  <a:pt x="400078" y="1535435"/>
                  <a:pt x="400078" y="1535435"/>
                </a:cubicBezTo>
                <a:lnTo>
                  <a:pt x="396546" y="1529293"/>
                </a:lnTo>
                <a:cubicBezTo>
                  <a:pt x="396444" y="1529088"/>
                  <a:pt x="396546" y="1528627"/>
                  <a:pt x="396546" y="1528627"/>
                </a:cubicBezTo>
                <a:lnTo>
                  <a:pt x="400078" y="1522485"/>
                </a:lnTo>
                <a:cubicBezTo>
                  <a:pt x="400231" y="1522281"/>
                  <a:pt x="400692" y="1522127"/>
                  <a:pt x="400692" y="1522127"/>
                </a:cubicBezTo>
                <a:lnTo>
                  <a:pt x="407754" y="1522127"/>
                </a:lnTo>
                <a:cubicBezTo>
                  <a:pt x="408011" y="1522127"/>
                  <a:pt x="408369" y="1522485"/>
                  <a:pt x="408369" y="1522485"/>
                </a:cubicBezTo>
                <a:lnTo>
                  <a:pt x="411900" y="1528627"/>
                </a:lnTo>
                <a:cubicBezTo>
                  <a:pt x="412002" y="1528831"/>
                  <a:pt x="411900" y="1529293"/>
                  <a:pt x="411900" y="1529293"/>
                </a:cubicBezTo>
                <a:lnTo>
                  <a:pt x="408369" y="1535435"/>
                </a:lnTo>
                <a:cubicBezTo>
                  <a:pt x="408214" y="1535640"/>
                  <a:pt x="407754" y="1535793"/>
                  <a:pt x="407754" y="1535793"/>
                </a:cubicBezTo>
                <a:close/>
                <a:moveTo>
                  <a:pt x="605979" y="1535793"/>
                </a:moveTo>
                <a:lnTo>
                  <a:pt x="598916" y="1535793"/>
                </a:lnTo>
                <a:cubicBezTo>
                  <a:pt x="598661" y="1535793"/>
                  <a:pt x="598302" y="1535435"/>
                  <a:pt x="598302" y="1535435"/>
                </a:cubicBezTo>
                <a:lnTo>
                  <a:pt x="594770" y="1529293"/>
                </a:lnTo>
                <a:cubicBezTo>
                  <a:pt x="594668" y="1529088"/>
                  <a:pt x="594770" y="1528627"/>
                  <a:pt x="594770" y="1528627"/>
                </a:cubicBezTo>
                <a:lnTo>
                  <a:pt x="598302" y="1522485"/>
                </a:lnTo>
                <a:cubicBezTo>
                  <a:pt x="598455" y="1522281"/>
                  <a:pt x="598916" y="1522127"/>
                  <a:pt x="598916" y="1522127"/>
                </a:cubicBezTo>
                <a:lnTo>
                  <a:pt x="605979" y="1522127"/>
                </a:lnTo>
                <a:cubicBezTo>
                  <a:pt x="606235" y="1522127"/>
                  <a:pt x="606593" y="1522485"/>
                  <a:pt x="606593" y="1522485"/>
                </a:cubicBezTo>
                <a:lnTo>
                  <a:pt x="610125" y="1528627"/>
                </a:lnTo>
                <a:cubicBezTo>
                  <a:pt x="610227" y="1528831"/>
                  <a:pt x="610125" y="1529293"/>
                  <a:pt x="610125" y="1529293"/>
                </a:cubicBezTo>
                <a:lnTo>
                  <a:pt x="606593" y="1535435"/>
                </a:lnTo>
                <a:cubicBezTo>
                  <a:pt x="606440" y="1535640"/>
                  <a:pt x="605979" y="1535793"/>
                  <a:pt x="605979" y="1535793"/>
                </a:cubicBezTo>
                <a:close/>
                <a:moveTo>
                  <a:pt x="804204" y="1535793"/>
                </a:moveTo>
                <a:lnTo>
                  <a:pt x="797140" y="1535793"/>
                </a:lnTo>
                <a:cubicBezTo>
                  <a:pt x="796886" y="1535793"/>
                  <a:pt x="796526" y="1535435"/>
                  <a:pt x="796526" y="1535435"/>
                </a:cubicBezTo>
                <a:lnTo>
                  <a:pt x="792995" y="1529293"/>
                </a:lnTo>
                <a:cubicBezTo>
                  <a:pt x="792893" y="1529088"/>
                  <a:pt x="792995" y="1528627"/>
                  <a:pt x="792995" y="1528627"/>
                </a:cubicBezTo>
                <a:lnTo>
                  <a:pt x="796526" y="1522485"/>
                </a:lnTo>
                <a:cubicBezTo>
                  <a:pt x="796680" y="1522281"/>
                  <a:pt x="797140" y="1522127"/>
                  <a:pt x="797140" y="1522127"/>
                </a:cubicBezTo>
                <a:lnTo>
                  <a:pt x="804204" y="1522127"/>
                </a:lnTo>
                <a:cubicBezTo>
                  <a:pt x="804460" y="1522127"/>
                  <a:pt x="804818" y="1522485"/>
                  <a:pt x="804818" y="1522485"/>
                </a:cubicBezTo>
                <a:lnTo>
                  <a:pt x="808350" y="1528627"/>
                </a:lnTo>
                <a:cubicBezTo>
                  <a:pt x="808452" y="1528831"/>
                  <a:pt x="808350" y="1529293"/>
                  <a:pt x="808350" y="1529293"/>
                </a:cubicBezTo>
                <a:lnTo>
                  <a:pt x="804818" y="1535435"/>
                </a:lnTo>
                <a:cubicBezTo>
                  <a:pt x="804665" y="1535640"/>
                  <a:pt x="804204" y="1535793"/>
                  <a:pt x="804204" y="1535793"/>
                </a:cubicBezTo>
                <a:close/>
                <a:moveTo>
                  <a:pt x="1002428" y="1535793"/>
                </a:moveTo>
                <a:lnTo>
                  <a:pt x="995366" y="1535793"/>
                </a:lnTo>
                <a:cubicBezTo>
                  <a:pt x="995110" y="1535793"/>
                  <a:pt x="994752" y="1535435"/>
                  <a:pt x="994752" y="1535435"/>
                </a:cubicBezTo>
                <a:lnTo>
                  <a:pt x="991220" y="1529293"/>
                </a:lnTo>
                <a:cubicBezTo>
                  <a:pt x="991117" y="1529088"/>
                  <a:pt x="991220" y="1528627"/>
                  <a:pt x="991220" y="1528627"/>
                </a:cubicBezTo>
                <a:lnTo>
                  <a:pt x="994752" y="1522485"/>
                </a:lnTo>
                <a:cubicBezTo>
                  <a:pt x="994905" y="1522281"/>
                  <a:pt x="995366" y="1522127"/>
                  <a:pt x="995366" y="1522127"/>
                </a:cubicBezTo>
                <a:lnTo>
                  <a:pt x="1002428" y="1522127"/>
                </a:lnTo>
                <a:cubicBezTo>
                  <a:pt x="1002685" y="1522127"/>
                  <a:pt x="1003042" y="1522485"/>
                  <a:pt x="1003042" y="1522485"/>
                </a:cubicBezTo>
                <a:lnTo>
                  <a:pt x="1006574" y="1528627"/>
                </a:lnTo>
                <a:cubicBezTo>
                  <a:pt x="1006677" y="1528831"/>
                  <a:pt x="1006574" y="1529293"/>
                  <a:pt x="1006574" y="1529293"/>
                </a:cubicBezTo>
                <a:lnTo>
                  <a:pt x="1003042" y="1535435"/>
                </a:lnTo>
                <a:cubicBezTo>
                  <a:pt x="1002889" y="1535640"/>
                  <a:pt x="1002428" y="1535793"/>
                  <a:pt x="1002428" y="1535793"/>
                </a:cubicBezTo>
                <a:close/>
                <a:moveTo>
                  <a:pt x="1200704" y="1535793"/>
                </a:moveTo>
                <a:lnTo>
                  <a:pt x="1193642" y="1535793"/>
                </a:lnTo>
                <a:cubicBezTo>
                  <a:pt x="1193386" y="1535793"/>
                  <a:pt x="1193028" y="1535435"/>
                  <a:pt x="1193028" y="1535435"/>
                </a:cubicBezTo>
                <a:lnTo>
                  <a:pt x="1189495" y="1529293"/>
                </a:lnTo>
                <a:cubicBezTo>
                  <a:pt x="1189393" y="1529088"/>
                  <a:pt x="1189495" y="1528627"/>
                  <a:pt x="1189495" y="1528627"/>
                </a:cubicBezTo>
                <a:lnTo>
                  <a:pt x="1193028" y="1522485"/>
                </a:lnTo>
                <a:cubicBezTo>
                  <a:pt x="1193180" y="1522281"/>
                  <a:pt x="1193642" y="1522127"/>
                  <a:pt x="1193642" y="1522127"/>
                </a:cubicBezTo>
                <a:lnTo>
                  <a:pt x="1200704" y="1522127"/>
                </a:lnTo>
                <a:cubicBezTo>
                  <a:pt x="1200960" y="1522127"/>
                  <a:pt x="1201318" y="1522485"/>
                  <a:pt x="1201318" y="1522485"/>
                </a:cubicBezTo>
                <a:lnTo>
                  <a:pt x="1204850" y="1528627"/>
                </a:lnTo>
                <a:cubicBezTo>
                  <a:pt x="1204952" y="1528831"/>
                  <a:pt x="1204850" y="1529293"/>
                  <a:pt x="1204850" y="1529293"/>
                </a:cubicBezTo>
                <a:lnTo>
                  <a:pt x="1201318" y="1535435"/>
                </a:lnTo>
                <a:cubicBezTo>
                  <a:pt x="1201165" y="1535640"/>
                  <a:pt x="1200704" y="1535793"/>
                  <a:pt x="1200704" y="1535793"/>
                </a:cubicBezTo>
                <a:close/>
                <a:moveTo>
                  <a:pt x="1398928" y="1535793"/>
                </a:moveTo>
                <a:lnTo>
                  <a:pt x="1391866" y="1535793"/>
                </a:lnTo>
                <a:cubicBezTo>
                  <a:pt x="1391610" y="1535793"/>
                  <a:pt x="1391252" y="1535435"/>
                  <a:pt x="1391252" y="1535435"/>
                </a:cubicBezTo>
                <a:lnTo>
                  <a:pt x="1387720" y="1529293"/>
                </a:lnTo>
                <a:cubicBezTo>
                  <a:pt x="1387617" y="1529088"/>
                  <a:pt x="1387720" y="1528627"/>
                  <a:pt x="1387720" y="1528627"/>
                </a:cubicBezTo>
                <a:lnTo>
                  <a:pt x="1391252" y="1522485"/>
                </a:lnTo>
                <a:cubicBezTo>
                  <a:pt x="1391406" y="1522281"/>
                  <a:pt x="1391866" y="1522127"/>
                  <a:pt x="1391866" y="1522127"/>
                </a:cubicBezTo>
                <a:lnTo>
                  <a:pt x="1398928" y="1522127"/>
                </a:lnTo>
                <a:cubicBezTo>
                  <a:pt x="1399185" y="1522127"/>
                  <a:pt x="1399544" y="1522485"/>
                  <a:pt x="1399544" y="1522485"/>
                </a:cubicBezTo>
                <a:lnTo>
                  <a:pt x="1403074" y="1528627"/>
                </a:lnTo>
                <a:cubicBezTo>
                  <a:pt x="1403177" y="1528831"/>
                  <a:pt x="1403074" y="1529293"/>
                  <a:pt x="1403074" y="1529293"/>
                </a:cubicBezTo>
                <a:lnTo>
                  <a:pt x="1399544" y="1535435"/>
                </a:lnTo>
                <a:cubicBezTo>
                  <a:pt x="1399389" y="1535640"/>
                  <a:pt x="1398928" y="1535793"/>
                  <a:pt x="1398928" y="1535793"/>
                </a:cubicBezTo>
                <a:close/>
                <a:moveTo>
                  <a:pt x="1597154" y="1535793"/>
                </a:moveTo>
                <a:lnTo>
                  <a:pt x="1590090" y="1535793"/>
                </a:lnTo>
                <a:cubicBezTo>
                  <a:pt x="1589834" y="1535793"/>
                  <a:pt x="1589476" y="1535435"/>
                  <a:pt x="1589476" y="1535435"/>
                </a:cubicBezTo>
                <a:lnTo>
                  <a:pt x="1585944" y="1529293"/>
                </a:lnTo>
                <a:cubicBezTo>
                  <a:pt x="1585842" y="1529088"/>
                  <a:pt x="1585944" y="1528627"/>
                  <a:pt x="1585944" y="1528627"/>
                </a:cubicBezTo>
                <a:lnTo>
                  <a:pt x="1589476" y="1522485"/>
                </a:lnTo>
                <a:cubicBezTo>
                  <a:pt x="1589630" y="1522281"/>
                  <a:pt x="1590090" y="1522127"/>
                  <a:pt x="1590090" y="1522127"/>
                </a:cubicBezTo>
                <a:lnTo>
                  <a:pt x="1597154" y="1522127"/>
                </a:lnTo>
                <a:cubicBezTo>
                  <a:pt x="1597409" y="1522127"/>
                  <a:pt x="1597768" y="1522485"/>
                  <a:pt x="1597768" y="1522485"/>
                </a:cubicBezTo>
                <a:lnTo>
                  <a:pt x="1601298" y="1528627"/>
                </a:lnTo>
                <a:cubicBezTo>
                  <a:pt x="1601401" y="1528831"/>
                  <a:pt x="1601298" y="1529293"/>
                  <a:pt x="1601298" y="1529293"/>
                </a:cubicBezTo>
                <a:lnTo>
                  <a:pt x="1597768" y="1535435"/>
                </a:lnTo>
                <a:cubicBezTo>
                  <a:pt x="1597614" y="1535640"/>
                  <a:pt x="1597154" y="1535793"/>
                  <a:pt x="1597154" y="1535793"/>
                </a:cubicBezTo>
                <a:close/>
                <a:moveTo>
                  <a:pt x="1795378" y="1535793"/>
                </a:moveTo>
                <a:lnTo>
                  <a:pt x="1788315" y="1535793"/>
                </a:lnTo>
                <a:cubicBezTo>
                  <a:pt x="1788060" y="1535793"/>
                  <a:pt x="1787701" y="1535435"/>
                  <a:pt x="1787701" y="1535435"/>
                </a:cubicBezTo>
                <a:lnTo>
                  <a:pt x="1784170" y="1529293"/>
                </a:lnTo>
                <a:cubicBezTo>
                  <a:pt x="1784067" y="1529088"/>
                  <a:pt x="1784170" y="1528627"/>
                  <a:pt x="1784170" y="1528627"/>
                </a:cubicBezTo>
                <a:lnTo>
                  <a:pt x="1787701" y="1522485"/>
                </a:lnTo>
                <a:cubicBezTo>
                  <a:pt x="1787854" y="1522281"/>
                  <a:pt x="1788315" y="1522127"/>
                  <a:pt x="1788315" y="1522127"/>
                </a:cubicBezTo>
                <a:lnTo>
                  <a:pt x="1795378" y="1522127"/>
                </a:lnTo>
                <a:cubicBezTo>
                  <a:pt x="1795634" y="1522127"/>
                  <a:pt x="1795992" y="1522485"/>
                  <a:pt x="1795992" y="1522485"/>
                </a:cubicBezTo>
                <a:lnTo>
                  <a:pt x="1799524" y="1528627"/>
                </a:lnTo>
                <a:cubicBezTo>
                  <a:pt x="1799626" y="1528831"/>
                  <a:pt x="1799524" y="1529293"/>
                  <a:pt x="1799524" y="1529293"/>
                </a:cubicBezTo>
                <a:lnTo>
                  <a:pt x="1795992" y="1535435"/>
                </a:lnTo>
                <a:cubicBezTo>
                  <a:pt x="1795838" y="1535640"/>
                  <a:pt x="1795378" y="1535793"/>
                  <a:pt x="1795378" y="1535793"/>
                </a:cubicBezTo>
                <a:close/>
                <a:moveTo>
                  <a:pt x="1993654" y="1535793"/>
                </a:moveTo>
                <a:lnTo>
                  <a:pt x="1986590" y="1535793"/>
                </a:lnTo>
                <a:cubicBezTo>
                  <a:pt x="1986336" y="1535793"/>
                  <a:pt x="1985976" y="1535435"/>
                  <a:pt x="1985976" y="1535435"/>
                </a:cubicBezTo>
                <a:lnTo>
                  <a:pt x="1982445" y="1529293"/>
                </a:lnTo>
                <a:cubicBezTo>
                  <a:pt x="1982343" y="1529088"/>
                  <a:pt x="1982445" y="1528627"/>
                  <a:pt x="1982445" y="1528627"/>
                </a:cubicBezTo>
                <a:lnTo>
                  <a:pt x="1985976" y="1522485"/>
                </a:lnTo>
                <a:cubicBezTo>
                  <a:pt x="1986130" y="1522281"/>
                  <a:pt x="1986590" y="1522127"/>
                  <a:pt x="1986590" y="1522127"/>
                </a:cubicBezTo>
                <a:lnTo>
                  <a:pt x="1993654" y="1522127"/>
                </a:lnTo>
                <a:cubicBezTo>
                  <a:pt x="1993910" y="1522127"/>
                  <a:pt x="1994268" y="1522485"/>
                  <a:pt x="1994268" y="1522485"/>
                </a:cubicBezTo>
                <a:lnTo>
                  <a:pt x="1997800" y="1528627"/>
                </a:lnTo>
                <a:cubicBezTo>
                  <a:pt x="1997902" y="1528831"/>
                  <a:pt x="1997800" y="1529293"/>
                  <a:pt x="1997800" y="1529293"/>
                </a:cubicBezTo>
                <a:lnTo>
                  <a:pt x="1994268" y="1535435"/>
                </a:lnTo>
                <a:cubicBezTo>
                  <a:pt x="1994114" y="1535640"/>
                  <a:pt x="1993654" y="1535793"/>
                  <a:pt x="1993654" y="1535793"/>
                </a:cubicBezTo>
                <a:close/>
                <a:moveTo>
                  <a:pt x="2189611" y="1541582"/>
                </a:moveTo>
                <a:lnTo>
                  <a:pt x="2182548" y="1541582"/>
                </a:lnTo>
                <a:cubicBezTo>
                  <a:pt x="2182291" y="1541582"/>
                  <a:pt x="2181933" y="1541224"/>
                  <a:pt x="2181933" y="1541224"/>
                </a:cubicBezTo>
                <a:lnTo>
                  <a:pt x="2178401" y="1535083"/>
                </a:lnTo>
                <a:cubicBezTo>
                  <a:pt x="2178299" y="1534878"/>
                  <a:pt x="2178401" y="1534417"/>
                  <a:pt x="2178401" y="1534417"/>
                </a:cubicBezTo>
                <a:lnTo>
                  <a:pt x="2181933" y="1528276"/>
                </a:lnTo>
                <a:cubicBezTo>
                  <a:pt x="2182087" y="1528070"/>
                  <a:pt x="2182548" y="1527917"/>
                  <a:pt x="2182548" y="1527917"/>
                </a:cubicBezTo>
                <a:lnTo>
                  <a:pt x="2189611" y="1527917"/>
                </a:lnTo>
                <a:cubicBezTo>
                  <a:pt x="2189865" y="1527917"/>
                  <a:pt x="2190225" y="1528276"/>
                  <a:pt x="2190225" y="1528276"/>
                </a:cubicBezTo>
                <a:lnTo>
                  <a:pt x="2193757" y="1534417"/>
                </a:lnTo>
                <a:cubicBezTo>
                  <a:pt x="2193859" y="1534622"/>
                  <a:pt x="2193757" y="1535083"/>
                  <a:pt x="2193757" y="1535083"/>
                </a:cubicBezTo>
                <a:lnTo>
                  <a:pt x="2190225" y="1541224"/>
                </a:lnTo>
                <a:cubicBezTo>
                  <a:pt x="2190071" y="1541429"/>
                  <a:pt x="2189611" y="1541582"/>
                  <a:pt x="2189611" y="1541582"/>
                </a:cubicBezTo>
                <a:close/>
                <a:moveTo>
                  <a:pt x="2387835" y="1541582"/>
                </a:moveTo>
                <a:lnTo>
                  <a:pt x="2380773" y="1541582"/>
                </a:lnTo>
                <a:cubicBezTo>
                  <a:pt x="2380515" y="1541582"/>
                  <a:pt x="2380159" y="1541224"/>
                  <a:pt x="2380159" y="1541224"/>
                </a:cubicBezTo>
                <a:lnTo>
                  <a:pt x="2376626" y="1535083"/>
                </a:lnTo>
                <a:cubicBezTo>
                  <a:pt x="2376523" y="1534878"/>
                  <a:pt x="2376626" y="1534417"/>
                  <a:pt x="2376626" y="1534417"/>
                </a:cubicBezTo>
                <a:lnTo>
                  <a:pt x="2380159" y="1528276"/>
                </a:lnTo>
                <a:cubicBezTo>
                  <a:pt x="2380312" y="1528070"/>
                  <a:pt x="2380773" y="1527917"/>
                  <a:pt x="2380773" y="1527917"/>
                </a:cubicBezTo>
                <a:lnTo>
                  <a:pt x="2387835" y="1527917"/>
                </a:lnTo>
                <a:cubicBezTo>
                  <a:pt x="2388091" y="1527917"/>
                  <a:pt x="2388449" y="1528276"/>
                  <a:pt x="2388449" y="1528276"/>
                </a:cubicBezTo>
                <a:lnTo>
                  <a:pt x="2391981" y="1534417"/>
                </a:lnTo>
                <a:cubicBezTo>
                  <a:pt x="2392083" y="1534622"/>
                  <a:pt x="2391981" y="1535083"/>
                  <a:pt x="2391981" y="1535083"/>
                </a:cubicBezTo>
                <a:lnTo>
                  <a:pt x="2388449" y="1541224"/>
                </a:lnTo>
                <a:cubicBezTo>
                  <a:pt x="2388296" y="1541429"/>
                  <a:pt x="2387835" y="1541582"/>
                  <a:pt x="2387835" y="1541582"/>
                </a:cubicBezTo>
                <a:close/>
                <a:moveTo>
                  <a:pt x="2586060" y="1541582"/>
                </a:moveTo>
                <a:lnTo>
                  <a:pt x="2578998" y="1541582"/>
                </a:lnTo>
                <a:cubicBezTo>
                  <a:pt x="2578740" y="1541582"/>
                  <a:pt x="2578383" y="1541224"/>
                  <a:pt x="2578383" y="1541224"/>
                </a:cubicBezTo>
                <a:lnTo>
                  <a:pt x="2574850" y="1535083"/>
                </a:lnTo>
                <a:cubicBezTo>
                  <a:pt x="2574749" y="1534878"/>
                  <a:pt x="2574850" y="1534417"/>
                  <a:pt x="2574850" y="1534417"/>
                </a:cubicBezTo>
                <a:lnTo>
                  <a:pt x="2578383" y="1528276"/>
                </a:lnTo>
                <a:cubicBezTo>
                  <a:pt x="2578536" y="1528070"/>
                  <a:pt x="2578998" y="1527917"/>
                  <a:pt x="2578998" y="1527917"/>
                </a:cubicBezTo>
                <a:lnTo>
                  <a:pt x="2586060" y="1527917"/>
                </a:lnTo>
                <a:cubicBezTo>
                  <a:pt x="2586316" y="1527917"/>
                  <a:pt x="2586674" y="1528276"/>
                  <a:pt x="2586674" y="1528276"/>
                </a:cubicBezTo>
                <a:lnTo>
                  <a:pt x="2590205" y="1534417"/>
                </a:lnTo>
                <a:cubicBezTo>
                  <a:pt x="2590308" y="1534622"/>
                  <a:pt x="2590205" y="1535083"/>
                  <a:pt x="2590205" y="1535083"/>
                </a:cubicBezTo>
                <a:lnTo>
                  <a:pt x="2586674" y="1541224"/>
                </a:lnTo>
                <a:cubicBezTo>
                  <a:pt x="2586520" y="1541429"/>
                  <a:pt x="2586060" y="1541582"/>
                  <a:pt x="2586060" y="1541582"/>
                </a:cubicBezTo>
                <a:close/>
                <a:moveTo>
                  <a:pt x="2784284" y="1541582"/>
                </a:moveTo>
                <a:lnTo>
                  <a:pt x="2777221" y="1541582"/>
                </a:lnTo>
                <a:cubicBezTo>
                  <a:pt x="2776966" y="1541582"/>
                  <a:pt x="2776607" y="1541224"/>
                  <a:pt x="2776607" y="1541224"/>
                </a:cubicBezTo>
                <a:lnTo>
                  <a:pt x="2773075" y="1535083"/>
                </a:lnTo>
                <a:cubicBezTo>
                  <a:pt x="2772973" y="1534878"/>
                  <a:pt x="2773075" y="1534417"/>
                  <a:pt x="2773075" y="1534417"/>
                </a:cubicBezTo>
                <a:lnTo>
                  <a:pt x="2776607" y="1528276"/>
                </a:lnTo>
                <a:cubicBezTo>
                  <a:pt x="2776760" y="1528070"/>
                  <a:pt x="2777221" y="1527917"/>
                  <a:pt x="2777221" y="1527917"/>
                </a:cubicBezTo>
                <a:lnTo>
                  <a:pt x="2784284" y="1527917"/>
                </a:lnTo>
                <a:cubicBezTo>
                  <a:pt x="2784540" y="1527917"/>
                  <a:pt x="2784898" y="1528276"/>
                  <a:pt x="2784898" y="1528276"/>
                </a:cubicBezTo>
                <a:lnTo>
                  <a:pt x="2788430" y="1534417"/>
                </a:lnTo>
                <a:cubicBezTo>
                  <a:pt x="2788532" y="1534622"/>
                  <a:pt x="2788430" y="1535083"/>
                  <a:pt x="2788430" y="1535083"/>
                </a:cubicBezTo>
                <a:lnTo>
                  <a:pt x="2784898" y="1541224"/>
                </a:lnTo>
                <a:cubicBezTo>
                  <a:pt x="2784744" y="1541429"/>
                  <a:pt x="2784284" y="1541582"/>
                  <a:pt x="2784284" y="1541582"/>
                </a:cubicBezTo>
                <a:close/>
                <a:moveTo>
                  <a:pt x="2982559" y="1541582"/>
                </a:moveTo>
                <a:lnTo>
                  <a:pt x="2975496" y="1541582"/>
                </a:lnTo>
                <a:cubicBezTo>
                  <a:pt x="2975241" y="1541582"/>
                  <a:pt x="2974882" y="1541224"/>
                  <a:pt x="2974882" y="1541224"/>
                </a:cubicBezTo>
                <a:lnTo>
                  <a:pt x="2971351" y="1535083"/>
                </a:lnTo>
                <a:cubicBezTo>
                  <a:pt x="2971249" y="1534878"/>
                  <a:pt x="2971351" y="1534417"/>
                  <a:pt x="2971351" y="1534417"/>
                </a:cubicBezTo>
                <a:lnTo>
                  <a:pt x="2974882" y="1528276"/>
                </a:lnTo>
                <a:cubicBezTo>
                  <a:pt x="2975036" y="1528070"/>
                  <a:pt x="2975496" y="1527917"/>
                  <a:pt x="2975496" y="1527917"/>
                </a:cubicBezTo>
                <a:lnTo>
                  <a:pt x="2982559" y="1527917"/>
                </a:lnTo>
                <a:cubicBezTo>
                  <a:pt x="2982815" y="1527917"/>
                  <a:pt x="2983173" y="1528276"/>
                  <a:pt x="2983173" y="1528276"/>
                </a:cubicBezTo>
                <a:lnTo>
                  <a:pt x="2986706" y="1534417"/>
                </a:lnTo>
                <a:cubicBezTo>
                  <a:pt x="2986808" y="1534622"/>
                  <a:pt x="2986706" y="1535083"/>
                  <a:pt x="2986706" y="1535083"/>
                </a:cubicBezTo>
                <a:lnTo>
                  <a:pt x="2983173" y="1541224"/>
                </a:lnTo>
                <a:cubicBezTo>
                  <a:pt x="2983020" y="1541429"/>
                  <a:pt x="2982559" y="1541582"/>
                  <a:pt x="2982559" y="1541582"/>
                </a:cubicBezTo>
                <a:close/>
                <a:moveTo>
                  <a:pt x="3180784" y="1541582"/>
                </a:moveTo>
                <a:lnTo>
                  <a:pt x="3173721" y="1541582"/>
                </a:lnTo>
                <a:cubicBezTo>
                  <a:pt x="3173466" y="1541582"/>
                  <a:pt x="3173107" y="1541224"/>
                  <a:pt x="3173107" y="1541224"/>
                </a:cubicBezTo>
                <a:lnTo>
                  <a:pt x="3169576" y="1535083"/>
                </a:lnTo>
                <a:cubicBezTo>
                  <a:pt x="3169473" y="1534878"/>
                  <a:pt x="3169576" y="1534417"/>
                  <a:pt x="3169576" y="1534417"/>
                </a:cubicBezTo>
                <a:lnTo>
                  <a:pt x="3173107" y="1528276"/>
                </a:lnTo>
                <a:cubicBezTo>
                  <a:pt x="3173261" y="1528070"/>
                  <a:pt x="3173721" y="1527917"/>
                  <a:pt x="3173721" y="1527917"/>
                </a:cubicBezTo>
                <a:lnTo>
                  <a:pt x="3180784" y="1527917"/>
                </a:lnTo>
                <a:cubicBezTo>
                  <a:pt x="3181040" y="1527917"/>
                  <a:pt x="3181398" y="1528276"/>
                  <a:pt x="3181398" y="1528276"/>
                </a:cubicBezTo>
                <a:lnTo>
                  <a:pt x="3184931" y="1534417"/>
                </a:lnTo>
                <a:cubicBezTo>
                  <a:pt x="3185033" y="1534622"/>
                  <a:pt x="3184931" y="1535083"/>
                  <a:pt x="3184931" y="1535083"/>
                </a:cubicBezTo>
                <a:lnTo>
                  <a:pt x="3181398" y="1541224"/>
                </a:lnTo>
                <a:cubicBezTo>
                  <a:pt x="3181245" y="1541429"/>
                  <a:pt x="3180784" y="1541582"/>
                  <a:pt x="3180784" y="1541582"/>
                </a:cubicBezTo>
                <a:close/>
                <a:moveTo>
                  <a:pt x="3379008" y="1541582"/>
                </a:moveTo>
                <a:lnTo>
                  <a:pt x="3371947" y="1541582"/>
                </a:lnTo>
                <a:cubicBezTo>
                  <a:pt x="3371690" y="1541582"/>
                  <a:pt x="3371332" y="1541224"/>
                  <a:pt x="3371332" y="1541224"/>
                </a:cubicBezTo>
                <a:lnTo>
                  <a:pt x="3367800" y="1535083"/>
                </a:lnTo>
                <a:cubicBezTo>
                  <a:pt x="3367697" y="1534878"/>
                  <a:pt x="3367800" y="1534417"/>
                  <a:pt x="3367800" y="1534417"/>
                </a:cubicBezTo>
                <a:lnTo>
                  <a:pt x="3371332" y="1528276"/>
                </a:lnTo>
                <a:cubicBezTo>
                  <a:pt x="3371485" y="1528070"/>
                  <a:pt x="3371947" y="1527917"/>
                  <a:pt x="3371947" y="1527917"/>
                </a:cubicBezTo>
                <a:lnTo>
                  <a:pt x="3379008" y="1527917"/>
                </a:lnTo>
                <a:cubicBezTo>
                  <a:pt x="3379265" y="1527917"/>
                  <a:pt x="3379624" y="1528276"/>
                  <a:pt x="3379624" y="1528276"/>
                </a:cubicBezTo>
                <a:lnTo>
                  <a:pt x="3383155" y="1534417"/>
                </a:lnTo>
                <a:cubicBezTo>
                  <a:pt x="3383257" y="1534622"/>
                  <a:pt x="3383155" y="1535083"/>
                  <a:pt x="3383155" y="1535083"/>
                </a:cubicBezTo>
                <a:lnTo>
                  <a:pt x="3379624" y="1541224"/>
                </a:lnTo>
                <a:cubicBezTo>
                  <a:pt x="3379470" y="1541429"/>
                  <a:pt x="3379008" y="1541582"/>
                  <a:pt x="3379008" y="1541582"/>
                </a:cubicBezTo>
                <a:close/>
                <a:moveTo>
                  <a:pt x="3577234" y="1541582"/>
                </a:moveTo>
                <a:lnTo>
                  <a:pt x="3570172" y="1541582"/>
                </a:lnTo>
                <a:cubicBezTo>
                  <a:pt x="3569914" y="1541582"/>
                  <a:pt x="3569557" y="1541224"/>
                  <a:pt x="3569557" y="1541224"/>
                </a:cubicBezTo>
                <a:lnTo>
                  <a:pt x="3566024" y="1535083"/>
                </a:lnTo>
                <a:cubicBezTo>
                  <a:pt x="3565922" y="1534878"/>
                  <a:pt x="3566024" y="1534417"/>
                  <a:pt x="3566024" y="1534417"/>
                </a:cubicBezTo>
                <a:lnTo>
                  <a:pt x="3569557" y="1528276"/>
                </a:lnTo>
                <a:cubicBezTo>
                  <a:pt x="3569709" y="1528070"/>
                  <a:pt x="3570172" y="1527917"/>
                  <a:pt x="3570172" y="1527917"/>
                </a:cubicBezTo>
                <a:lnTo>
                  <a:pt x="3577234" y="1527917"/>
                </a:lnTo>
                <a:cubicBezTo>
                  <a:pt x="3577489" y="1527917"/>
                  <a:pt x="3577848" y="1528276"/>
                  <a:pt x="3577848" y="1528276"/>
                </a:cubicBezTo>
                <a:lnTo>
                  <a:pt x="3581379" y="1534417"/>
                </a:lnTo>
                <a:cubicBezTo>
                  <a:pt x="3581481" y="1534622"/>
                  <a:pt x="3581379" y="1535083"/>
                  <a:pt x="3581379" y="1535083"/>
                </a:cubicBezTo>
                <a:lnTo>
                  <a:pt x="3577848" y="1541224"/>
                </a:lnTo>
                <a:cubicBezTo>
                  <a:pt x="3577694" y="1541429"/>
                  <a:pt x="3577234" y="1541582"/>
                  <a:pt x="3577234" y="1541582"/>
                </a:cubicBezTo>
                <a:close/>
                <a:moveTo>
                  <a:pt x="3775459" y="1541582"/>
                </a:moveTo>
                <a:lnTo>
                  <a:pt x="3768396" y="1541582"/>
                </a:lnTo>
                <a:cubicBezTo>
                  <a:pt x="3768139" y="1541582"/>
                  <a:pt x="3767781" y="1541224"/>
                  <a:pt x="3767781" y="1541224"/>
                </a:cubicBezTo>
                <a:lnTo>
                  <a:pt x="3764249" y="1535083"/>
                </a:lnTo>
                <a:cubicBezTo>
                  <a:pt x="3764147" y="1534878"/>
                  <a:pt x="3764249" y="1534417"/>
                  <a:pt x="3764249" y="1534417"/>
                </a:cubicBezTo>
                <a:lnTo>
                  <a:pt x="3767781" y="1528276"/>
                </a:lnTo>
                <a:cubicBezTo>
                  <a:pt x="3767935" y="1528070"/>
                  <a:pt x="3768396" y="1527917"/>
                  <a:pt x="3768396" y="1527917"/>
                </a:cubicBezTo>
                <a:lnTo>
                  <a:pt x="3775459" y="1527917"/>
                </a:lnTo>
                <a:cubicBezTo>
                  <a:pt x="3775713" y="1527917"/>
                  <a:pt x="3776073" y="1528276"/>
                  <a:pt x="3776073" y="1528276"/>
                </a:cubicBezTo>
                <a:lnTo>
                  <a:pt x="3779604" y="1534417"/>
                </a:lnTo>
                <a:cubicBezTo>
                  <a:pt x="3779706" y="1534622"/>
                  <a:pt x="3779604" y="1535083"/>
                  <a:pt x="3779604" y="1535083"/>
                </a:cubicBezTo>
                <a:lnTo>
                  <a:pt x="3776073" y="1541224"/>
                </a:lnTo>
                <a:cubicBezTo>
                  <a:pt x="3775919" y="1541429"/>
                  <a:pt x="3775459" y="1541582"/>
                  <a:pt x="3775459" y="1541582"/>
                </a:cubicBezTo>
                <a:close/>
                <a:moveTo>
                  <a:pt x="3973734" y="1541582"/>
                </a:moveTo>
                <a:lnTo>
                  <a:pt x="3966671" y="1541582"/>
                </a:lnTo>
                <a:cubicBezTo>
                  <a:pt x="3966415" y="1541582"/>
                  <a:pt x="3966057" y="1541224"/>
                  <a:pt x="3966057" y="1541224"/>
                </a:cubicBezTo>
                <a:lnTo>
                  <a:pt x="3962525" y="1535083"/>
                </a:lnTo>
                <a:cubicBezTo>
                  <a:pt x="3962423" y="1534878"/>
                  <a:pt x="3962525" y="1534417"/>
                  <a:pt x="3962525" y="1534417"/>
                </a:cubicBezTo>
                <a:lnTo>
                  <a:pt x="3966057" y="1528276"/>
                </a:lnTo>
                <a:cubicBezTo>
                  <a:pt x="3966211" y="1528070"/>
                  <a:pt x="3966671" y="1527917"/>
                  <a:pt x="3966671" y="1527917"/>
                </a:cubicBezTo>
                <a:lnTo>
                  <a:pt x="3973734" y="1527917"/>
                </a:lnTo>
                <a:cubicBezTo>
                  <a:pt x="3973990" y="1527917"/>
                  <a:pt x="3974348" y="1528276"/>
                  <a:pt x="3974348" y="1528276"/>
                </a:cubicBezTo>
                <a:lnTo>
                  <a:pt x="3977880" y="1534417"/>
                </a:lnTo>
                <a:cubicBezTo>
                  <a:pt x="3977982" y="1534622"/>
                  <a:pt x="3977880" y="1535083"/>
                  <a:pt x="3977880" y="1535083"/>
                </a:cubicBezTo>
                <a:lnTo>
                  <a:pt x="3974348" y="1541224"/>
                </a:lnTo>
                <a:cubicBezTo>
                  <a:pt x="3974195" y="1541429"/>
                  <a:pt x="3973734" y="1541582"/>
                  <a:pt x="3973734" y="1541582"/>
                </a:cubicBezTo>
                <a:close/>
                <a:moveTo>
                  <a:pt x="4171959" y="1541582"/>
                </a:moveTo>
                <a:lnTo>
                  <a:pt x="4164896" y="1541582"/>
                </a:lnTo>
                <a:cubicBezTo>
                  <a:pt x="4164640" y="1541582"/>
                  <a:pt x="4164282" y="1541224"/>
                  <a:pt x="4164282" y="1541224"/>
                </a:cubicBezTo>
                <a:lnTo>
                  <a:pt x="4160751" y="1535083"/>
                </a:lnTo>
                <a:cubicBezTo>
                  <a:pt x="4160648" y="1534878"/>
                  <a:pt x="4160751" y="1534417"/>
                  <a:pt x="4160751" y="1534417"/>
                </a:cubicBezTo>
                <a:lnTo>
                  <a:pt x="4164282" y="1528276"/>
                </a:lnTo>
                <a:cubicBezTo>
                  <a:pt x="4164435" y="1528070"/>
                  <a:pt x="4164896" y="1527917"/>
                  <a:pt x="4164896" y="1527917"/>
                </a:cubicBezTo>
                <a:lnTo>
                  <a:pt x="4171959" y="1527917"/>
                </a:lnTo>
                <a:cubicBezTo>
                  <a:pt x="4172215" y="1527917"/>
                  <a:pt x="4172573" y="1528276"/>
                  <a:pt x="4172573" y="1528276"/>
                </a:cubicBezTo>
                <a:lnTo>
                  <a:pt x="4176105" y="1534417"/>
                </a:lnTo>
                <a:cubicBezTo>
                  <a:pt x="4176207" y="1534622"/>
                  <a:pt x="4176105" y="1535083"/>
                  <a:pt x="4176105" y="1535083"/>
                </a:cubicBezTo>
                <a:lnTo>
                  <a:pt x="4172573" y="1541224"/>
                </a:lnTo>
                <a:cubicBezTo>
                  <a:pt x="4172419" y="1541429"/>
                  <a:pt x="4171959" y="1541582"/>
                  <a:pt x="4171959" y="1541582"/>
                </a:cubicBezTo>
                <a:close/>
                <a:moveTo>
                  <a:pt x="4370183" y="1541582"/>
                </a:moveTo>
                <a:lnTo>
                  <a:pt x="4363121" y="1541582"/>
                </a:lnTo>
                <a:cubicBezTo>
                  <a:pt x="4362864" y="1541582"/>
                  <a:pt x="4362506" y="1541224"/>
                  <a:pt x="4362506" y="1541224"/>
                </a:cubicBezTo>
                <a:lnTo>
                  <a:pt x="4358975" y="1535083"/>
                </a:lnTo>
                <a:cubicBezTo>
                  <a:pt x="4358872" y="1534878"/>
                  <a:pt x="4358975" y="1534417"/>
                  <a:pt x="4358975" y="1534417"/>
                </a:cubicBezTo>
                <a:lnTo>
                  <a:pt x="4362506" y="1528276"/>
                </a:lnTo>
                <a:cubicBezTo>
                  <a:pt x="4362660" y="1528070"/>
                  <a:pt x="4363121" y="1527917"/>
                  <a:pt x="4363121" y="1527917"/>
                </a:cubicBezTo>
                <a:lnTo>
                  <a:pt x="4370183" y="1527917"/>
                </a:lnTo>
                <a:cubicBezTo>
                  <a:pt x="4370439" y="1527917"/>
                  <a:pt x="4370797" y="1528276"/>
                  <a:pt x="4370797" y="1528276"/>
                </a:cubicBezTo>
                <a:lnTo>
                  <a:pt x="4374329" y="1534417"/>
                </a:lnTo>
                <a:cubicBezTo>
                  <a:pt x="4374432" y="1534622"/>
                  <a:pt x="4374329" y="1535083"/>
                  <a:pt x="4374329" y="1535083"/>
                </a:cubicBezTo>
                <a:lnTo>
                  <a:pt x="4370797" y="1541224"/>
                </a:lnTo>
                <a:cubicBezTo>
                  <a:pt x="4370643" y="1541429"/>
                  <a:pt x="4370183" y="1541582"/>
                  <a:pt x="4370183" y="1541582"/>
                </a:cubicBezTo>
                <a:close/>
                <a:moveTo>
                  <a:pt x="4568408" y="1541582"/>
                </a:moveTo>
                <a:lnTo>
                  <a:pt x="4561345" y="1541582"/>
                </a:lnTo>
                <a:cubicBezTo>
                  <a:pt x="4561089" y="1541582"/>
                  <a:pt x="4560731" y="1541224"/>
                  <a:pt x="4560731" y="1541224"/>
                </a:cubicBezTo>
                <a:lnTo>
                  <a:pt x="4557199" y="1535083"/>
                </a:lnTo>
                <a:cubicBezTo>
                  <a:pt x="4557097" y="1534878"/>
                  <a:pt x="4557199" y="1534417"/>
                  <a:pt x="4557199" y="1534417"/>
                </a:cubicBezTo>
                <a:lnTo>
                  <a:pt x="4560731" y="1528276"/>
                </a:lnTo>
                <a:cubicBezTo>
                  <a:pt x="4560884" y="1528070"/>
                  <a:pt x="4561345" y="1527917"/>
                  <a:pt x="4561345" y="1527917"/>
                </a:cubicBezTo>
                <a:lnTo>
                  <a:pt x="4568408" y="1527917"/>
                </a:lnTo>
                <a:cubicBezTo>
                  <a:pt x="4568663" y="1527917"/>
                  <a:pt x="4569022" y="1528276"/>
                  <a:pt x="4569022" y="1528276"/>
                </a:cubicBezTo>
                <a:lnTo>
                  <a:pt x="4572554" y="1534417"/>
                </a:lnTo>
                <a:cubicBezTo>
                  <a:pt x="4572656" y="1534622"/>
                  <a:pt x="4572554" y="1535083"/>
                  <a:pt x="4572554" y="1535083"/>
                </a:cubicBezTo>
                <a:lnTo>
                  <a:pt x="4569022" y="1541224"/>
                </a:lnTo>
                <a:cubicBezTo>
                  <a:pt x="4568869" y="1541429"/>
                  <a:pt x="4568408" y="1541582"/>
                  <a:pt x="4568408" y="1541582"/>
                </a:cubicBezTo>
                <a:close/>
                <a:moveTo>
                  <a:pt x="4766683" y="1541582"/>
                </a:moveTo>
                <a:lnTo>
                  <a:pt x="4759621" y="1541582"/>
                </a:lnTo>
                <a:cubicBezTo>
                  <a:pt x="4759364" y="1541582"/>
                  <a:pt x="4759007" y="1541224"/>
                  <a:pt x="4759007" y="1541224"/>
                </a:cubicBezTo>
                <a:lnTo>
                  <a:pt x="4755475" y="1535083"/>
                </a:lnTo>
                <a:cubicBezTo>
                  <a:pt x="4755372" y="1534878"/>
                  <a:pt x="4755475" y="1534417"/>
                  <a:pt x="4755475" y="1534417"/>
                </a:cubicBezTo>
                <a:lnTo>
                  <a:pt x="4759007" y="1528276"/>
                </a:lnTo>
                <a:cubicBezTo>
                  <a:pt x="4759160" y="1528070"/>
                  <a:pt x="4759621" y="1527917"/>
                  <a:pt x="4759621" y="1527917"/>
                </a:cubicBezTo>
                <a:lnTo>
                  <a:pt x="4766683" y="1527917"/>
                </a:lnTo>
                <a:cubicBezTo>
                  <a:pt x="4766940" y="1527917"/>
                  <a:pt x="4767297" y="1528276"/>
                  <a:pt x="4767297" y="1528276"/>
                </a:cubicBezTo>
                <a:lnTo>
                  <a:pt x="4770829" y="1534417"/>
                </a:lnTo>
                <a:cubicBezTo>
                  <a:pt x="4770932" y="1534622"/>
                  <a:pt x="4770829" y="1535083"/>
                  <a:pt x="4770829" y="1535083"/>
                </a:cubicBezTo>
                <a:lnTo>
                  <a:pt x="4767297" y="1541224"/>
                </a:lnTo>
                <a:cubicBezTo>
                  <a:pt x="4767144" y="1541429"/>
                  <a:pt x="4766683" y="1541582"/>
                  <a:pt x="4766683" y="1541582"/>
                </a:cubicBezTo>
                <a:close/>
                <a:moveTo>
                  <a:pt x="4964909" y="1541582"/>
                </a:moveTo>
                <a:lnTo>
                  <a:pt x="4957846" y="1541582"/>
                </a:lnTo>
                <a:cubicBezTo>
                  <a:pt x="4957589" y="1541582"/>
                  <a:pt x="4957232" y="1541224"/>
                  <a:pt x="4957232" y="1541224"/>
                </a:cubicBezTo>
                <a:lnTo>
                  <a:pt x="4953699" y="1535083"/>
                </a:lnTo>
                <a:cubicBezTo>
                  <a:pt x="4953597" y="1534878"/>
                  <a:pt x="4953699" y="1534417"/>
                  <a:pt x="4953699" y="1534417"/>
                </a:cubicBezTo>
                <a:lnTo>
                  <a:pt x="4957232" y="1528276"/>
                </a:lnTo>
                <a:cubicBezTo>
                  <a:pt x="4957384" y="1528070"/>
                  <a:pt x="4957846" y="1527917"/>
                  <a:pt x="4957846" y="1527917"/>
                </a:cubicBezTo>
                <a:lnTo>
                  <a:pt x="4964909" y="1527917"/>
                </a:lnTo>
                <a:cubicBezTo>
                  <a:pt x="4965164" y="1527917"/>
                  <a:pt x="4965523" y="1528276"/>
                  <a:pt x="4965523" y="1528276"/>
                </a:cubicBezTo>
                <a:lnTo>
                  <a:pt x="4969054" y="1534417"/>
                </a:lnTo>
                <a:cubicBezTo>
                  <a:pt x="4969156" y="1534622"/>
                  <a:pt x="4969054" y="1535083"/>
                  <a:pt x="4969054" y="1535083"/>
                </a:cubicBezTo>
                <a:lnTo>
                  <a:pt x="4965523" y="1541224"/>
                </a:lnTo>
                <a:cubicBezTo>
                  <a:pt x="4965369" y="1541429"/>
                  <a:pt x="4964909" y="1541582"/>
                  <a:pt x="4964909" y="1541582"/>
                </a:cubicBezTo>
                <a:close/>
                <a:moveTo>
                  <a:pt x="5163134" y="1541582"/>
                </a:moveTo>
                <a:lnTo>
                  <a:pt x="5156070" y="1541582"/>
                </a:lnTo>
                <a:cubicBezTo>
                  <a:pt x="5155814" y="1541582"/>
                  <a:pt x="5155456" y="1541224"/>
                  <a:pt x="5155456" y="1541224"/>
                </a:cubicBezTo>
                <a:lnTo>
                  <a:pt x="5151924" y="1535083"/>
                </a:lnTo>
                <a:cubicBezTo>
                  <a:pt x="5151822" y="1534878"/>
                  <a:pt x="5151924" y="1534417"/>
                  <a:pt x="5151924" y="1534417"/>
                </a:cubicBezTo>
                <a:lnTo>
                  <a:pt x="5155456" y="1528276"/>
                </a:lnTo>
                <a:cubicBezTo>
                  <a:pt x="5155610" y="1528070"/>
                  <a:pt x="5156070" y="1527917"/>
                  <a:pt x="5156070" y="1527917"/>
                </a:cubicBezTo>
                <a:lnTo>
                  <a:pt x="5163134" y="1527917"/>
                </a:lnTo>
                <a:cubicBezTo>
                  <a:pt x="5163388" y="1527917"/>
                  <a:pt x="5163748" y="1528276"/>
                  <a:pt x="5163748" y="1528276"/>
                </a:cubicBezTo>
                <a:lnTo>
                  <a:pt x="5167279" y="1534417"/>
                </a:lnTo>
                <a:cubicBezTo>
                  <a:pt x="5167381" y="1534622"/>
                  <a:pt x="5167279" y="1535083"/>
                  <a:pt x="5167279" y="1535083"/>
                </a:cubicBezTo>
                <a:lnTo>
                  <a:pt x="5163748" y="1541224"/>
                </a:lnTo>
                <a:cubicBezTo>
                  <a:pt x="5163594" y="1541429"/>
                  <a:pt x="5163134" y="1541582"/>
                  <a:pt x="5163134" y="1541582"/>
                </a:cubicBezTo>
                <a:close/>
                <a:moveTo>
                  <a:pt x="5361358" y="1541582"/>
                </a:moveTo>
                <a:lnTo>
                  <a:pt x="5354295" y="1541582"/>
                </a:lnTo>
                <a:cubicBezTo>
                  <a:pt x="5354038" y="1541582"/>
                  <a:pt x="5353680" y="1541224"/>
                  <a:pt x="5353680" y="1541224"/>
                </a:cubicBezTo>
                <a:lnTo>
                  <a:pt x="5350149" y="1535083"/>
                </a:lnTo>
                <a:cubicBezTo>
                  <a:pt x="5350047" y="1534878"/>
                  <a:pt x="5350149" y="1534417"/>
                  <a:pt x="5350149" y="1534417"/>
                </a:cubicBezTo>
                <a:lnTo>
                  <a:pt x="5353680" y="1528276"/>
                </a:lnTo>
                <a:cubicBezTo>
                  <a:pt x="5353835" y="1528070"/>
                  <a:pt x="5354295" y="1527917"/>
                  <a:pt x="5354295" y="1527917"/>
                </a:cubicBezTo>
                <a:lnTo>
                  <a:pt x="5361358" y="1527917"/>
                </a:lnTo>
                <a:cubicBezTo>
                  <a:pt x="5361614" y="1527917"/>
                  <a:pt x="5361972" y="1528276"/>
                  <a:pt x="5361972" y="1528276"/>
                </a:cubicBezTo>
                <a:lnTo>
                  <a:pt x="5365503" y="1534417"/>
                </a:lnTo>
                <a:cubicBezTo>
                  <a:pt x="5365606" y="1534622"/>
                  <a:pt x="5365503" y="1535083"/>
                  <a:pt x="5365503" y="1535083"/>
                </a:cubicBezTo>
                <a:lnTo>
                  <a:pt x="5361972" y="1541224"/>
                </a:lnTo>
                <a:cubicBezTo>
                  <a:pt x="5361818" y="1541429"/>
                  <a:pt x="5361358" y="1541582"/>
                  <a:pt x="5361358" y="1541582"/>
                </a:cubicBezTo>
                <a:close/>
                <a:moveTo>
                  <a:pt x="5559633" y="1541582"/>
                </a:moveTo>
                <a:lnTo>
                  <a:pt x="5552569" y="1541582"/>
                </a:lnTo>
                <a:cubicBezTo>
                  <a:pt x="5552314" y="1541582"/>
                  <a:pt x="5551956" y="1541224"/>
                  <a:pt x="5551956" y="1541224"/>
                </a:cubicBezTo>
                <a:lnTo>
                  <a:pt x="5548424" y="1535083"/>
                </a:lnTo>
                <a:cubicBezTo>
                  <a:pt x="5548322" y="1534878"/>
                  <a:pt x="5548424" y="1534417"/>
                  <a:pt x="5548424" y="1534417"/>
                </a:cubicBezTo>
                <a:lnTo>
                  <a:pt x="5551956" y="1528276"/>
                </a:lnTo>
                <a:cubicBezTo>
                  <a:pt x="5552109" y="1528070"/>
                  <a:pt x="5552569" y="1527917"/>
                  <a:pt x="5552569" y="1527917"/>
                </a:cubicBezTo>
                <a:lnTo>
                  <a:pt x="5559633" y="1527917"/>
                </a:lnTo>
                <a:cubicBezTo>
                  <a:pt x="5559889" y="1527917"/>
                  <a:pt x="5560246" y="1528276"/>
                  <a:pt x="5560246" y="1528276"/>
                </a:cubicBezTo>
                <a:lnTo>
                  <a:pt x="5563779" y="1534417"/>
                </a:lnTo>
                <a:cubicBezTo>
                  <a:pt x="5563881" y="1534622"/>
                  <a:pt x="5563779" y="1535083"/>
                  <a:pt x="5563779" y="1535083"/>
                </a:cubicBezTo>
                <a:lnTo>
                  <a:pt x="5560246" y="1541224"/>
                </a:lnTo>
                <a:cubicBezTo>
                  <a:pt x="5560094" y="1541429"/>
                  <a:pt x="5559633" y="1541582"/>
                  <a:pt x="5559633" y="1541582"/>
                </a:cubicBezTo>
                <a:close/>
                <a:moveTo>
                  <a:pt x="5757857" y="1541582"/>
                </a:moveTo>
                <a:lnTo>
                  <a:pt x="5750795" y="1541582"/>
                </a:lnTo>
                <a:cubicBezTo>
                  <a:pt x="5750538" y="1541582"/>
                  <a:pt x="5750181" y="1541224"/>
                  <a:pt x="5750181" y="1541224"/>
                </a:cubicBezTo>
                <a:lnTo>
                  <a:pt x="5746649" y="1535083"/>
                </a:lnTo>
                <a:cubicBezTo>
                  <a:pt x="5746546" y="1534878"/>
                  <a:pt x="5746649" y="1534417"/>
                  <a:pt x="5746649" y="1534417"/>
                </a:cubicBezTo>
                <a:lnTo>
                  <a:pt x="5750181" y="1528276"/>
                </a:lnTo>
                <a:cubicBezTo>
                  <a:pt x="5750333" y="1528070"/>
                  <a:pt x="5750795" y="1527917"/>
                  <a:pt x="5750795" y="1527917"/>
                </a:cubicBezTo>
                <a:lnTo>
                  <a:pt x="5757857" y="1527917"/>
                </a:lnTo>
                <a:cubicBezTo>
                  <a:pt x="5758114" y="1527917"/>
                  <a:pt x="5758471" y="1528276"/>
                  <a:pt x="5758471" y="1528276"/>
                </a:cubicBezTo>
                <a:lnTo>
                  <a:pt x="5762003" y="1534417"/>
                </a:lnTo>
                <a:cubicBezTo>
                  <a:pt x="5762106" y="1534622"/>
                  <a:pt x="5762003" y="1535083"/>
                  <a:pt x="5762003" y="1535083"/>
                </a:cubicBezTo>
                <a:lnTo>
                  <a:pt x="5758471" y="1541224"/>
                </a:lnTo>
                <a:cubicBezTo>
                  <a:pt x="5758318" y="1541429"/>
                  <a:pt x="5757857" y="1541582"/>
                  <a:pt x="5757857" y="1541582"/>
                </a:cubicBezTo>
                <a:close/>
                <a:moveTo>
                  <a:pt x="5956083" y="1541582"/>
                </a:moveTo>
                <a:lnTo>
                  <a:pt x="5949019" y="1541582"/>
                </a:lnTo>
                <a:cubicBezTo>
                  <a:pt x="5948763" y="1541582"/>
                  <a:pt x="5948405" y="1541224"/>
                  <a:pt x="5948405" y="1541224"/>
                </a:cubicBezTo>
                <a:lnTo>
                  <a:pt x="5944873" y="1535083"/>
                </a:lnTo>
                <a:cubicBezTo>
                  <a:pt x="5944771" y="1534878"/>
                  <a:pt x="5944873" y="1534417"/>
                  <a:pt x="5944873" y="1534417"/>
                </a:cubicBezTo>
                <a:lnTo>
                  <a:pt x="5948405" y="1528276"/>
                </a:lnTo>
                <a:cubicBezTo>
                  <a:pt x="5948558" y="1528070"/>
                  <a:pt x="5949019" y="1527917"/>
                  <a:pt x="5949019" y="1527917"/>
                </a:cubicBezTo>
                <a:lnTo>
                  <a:pt x="5956083" y="1527917"/>
                </a:lnTo>
                <a:cubicBezTo>
                  <a:pt x="5956338" y="1527917"/>
                  <a:pt x="5956697" y="1528276"/>
                  <a:pt x="5956697" y="1528276"/>
                </a:cubicBezTo>
                <a:lnTo>
                  <a:pt x="5960227" y="1534417"/>
                </a:lnTo>
                <a:cubicBezTo>
                  <a:pt x="5960330" y="1534622"/>
                  <a:pt x="5960227" y="1535083"/>
                  <a:pt x="5960227" y="1535083"/>
                </a:cubicBezTo>
                <a:lnTo>
                  <a:pt x="5956697" y="1541224"/>
                </a:lnTo>
                <a:cubicBezTo>
                  <a:pt x="5956542" y="1541429"/>
                  <a:pt x="5956083" y="1541582"/>
                  <a:pt x="5956083" y="1541582"/>
                </a:cubicBezTo>
                <a:close/>
                <a:moveTo>
                  <a:pt x="6154307" y="1541582"/>
                </a:moveTo>
                <a:lnTo>
                  <a:pt x="6147243" y="1541582"/>
                </a:lnTo>
                <a:cubicBezTo>
                  <a:pt x="6146988" y="1541582"/>
                  <a:pt x="6146629" y="1541224"/>
                  <a:pt x="6146629" y="1541224"/>
                </a:cubicBezTo>
                <a:lnTo>
                  <a:pt x="6143098" y="1535083"/>
                </a:lnTo>
                <a:cubicBezTo>
                  <a:pt x="6142996" y="1534878"/>
                  <a:pt x="6143098" y="1534417"/>
                  <a:pt x="6143098" y="1534417"/>
                </a:cubicBezTo>
                <a:lnTo>
                  <a:pt x="6146629" y="1528276"/>
                </a:lnTo>
                <a:cubicBezTo>
                  <a:pt x="6146783" y="1528070"/>
                  <a:pt x="6147243" y="1527917"/>
                  <a:pt x="6147243" y="1527917"/>
                </a:cubicBezTo>
                <a:lnTo>
                  <a:pt x="6154307" y="1527917"/>
                </a:lnTo>
                <a:cubicBezTo>
                  <a:pt x="6154562" y="1527917"/>
                  <a:pt x="6154921" y="1528276"/>
                  <a:pt x="6154921" y="1528276"/>
                </a:cubicBezTo>
                <a:lnTo>
                  <a:pt x="6158453" y="1534417"/>
                </a:lnTo>
                <a:cubicBezTo>
                  <a:pt x="6158554" y="1534622"/>
                  <a:pt x="6158453" y="1535083"/>
                  <a:pt x="6158453" y="1535083"/>
                </a:cubicBezTo>
                <a:lnTo>
                  <a:pt x="6154921" y="1541224"/>
                </a:lnTo>
                <a:cubicBezTo>
                  <a:pt x="6154768" y="1541429"/>
                  <a:pt x="6154307" y="1541582"/>
                  <a:pt x="6154307" y="1541582"/>
                </a:cubicBezTo>
                <a:close/>
                <a:moveTo>
                  <a:pt x="6352582" y="1541582"/>
                </a:moveTo>
                <a:lnTo>
                  <a:pt x="6345519" y="1541582"/>
                </a:lnTo>
                <a:cubicBezTo>
                  <a:pt x="6345263" y="1541582"/>
                  <a:pt x="6344904" y="1541224"/>
                  <a:pt x="6344904" y="1541224"/>
                </a:cubicBezTo>
                <a:lnTo>
                  <a:pt x="6341373" y="1535083"/>
                </a:lnTo>
                <a:cubicBezTo>
                  <a:pt x="6341271" y="1534878"/>
                  <a:pt x="6341373" y="1534417"/>
                  <a:pt x="6341373" y="1534417"/>
                </a:cubicBezTo>
                <a:lnTo>
                  <a:pt x="6344904" y="1528276"/>
                </a:lnTo>
                <a:cubicBezTo>
                  <a:pt x="6345058" y="1528070"/>
                  <a:pt x="6345519" y="1527917"/>
                  <a:pt x="6345519" y="1527917"/>
                </a:cubicBezTo>
                <a:lnTo>
                  <a:pt x="6352582" y="1527917"/>
                </a:lnTo>
                <a:cubicBezTo>
                  <a:pt x="6352838" y="1527917"/>
                  <a:pt x="6353196" y="1528276"/>
                  <a:pt x="6353196" y="1528276"/>
                </a:cubicBezTo>
                <a:lnTo>
                  <a:pt x="6356728" y="1534417"/>
                </a:lnTo>
                <a:cubicBezTo>
                  <a:pt x="6356830" y="1534622"/>
                  <a:pt x="6356728" y="1535083"/>
                  <a:pt x="6356728" y="1535083"/>
                </a:cubicBezTo>
                <a:lnTo>
                  <a:pt x="6353196" y="1541224"/>
                </a:lnTo>
                <a:cubicBezTo>
                  <a:pt x="6353043" y="1541429"/>
                  <a:pt x="6352582" y="1541582"/>
                  <a:pt x="6352582" y="1541582"/>
                </a:cubicBezTo>
                <a:close/>
                <a:moveTo>
                  <a:pt x="6550807" y="1541582"/>
                </a:moveTo>
                <a:lnTo>
                  <a:pt x="6543744" y="1541582"/>
                </a:lnTo>
                <a:cubicBezTo>
                  <a:pt x="6543488" y="1541582"/>
                  <a:pt x="6543129" y="1541224"/>
                  <a:pt x="6543129" y="1541224"/>
                </a:cubicBezTo>
                <a:lnTo>
                  <a:pt x="6539598" y="1535083"/>
                </a:lnTo>
                <a:cubicBezTo>
                  <a:pt x="6539495" y="1534878"/>
                  <a:pt x="6539598" y="1534417"/>
                  <a:pt x="6539598" y="1534417"/>
                </a:cubicBezTo>
                <a:lnTo>
                  <a:pt x="6543129" y="1528276"/>
                </a:lnTo>
                <a:cubicBezTo>
                  <a:pt x="6543282" y="1528070"/>
                  <a:pt x="6543744" y="1527917"/>
                  <a:pt x="6543744" y="1527917"/>
                </a:cubicBezTo>
                <a:lnTo>
                  <a:pt x="6550807" y="1527917"/>
                </a:lnTo>
                <a:cubicBezTo>
                  <a:pt x="6551063" y="1527917"/>
                  <a:pt x="6551420" y="1528276"/>
                  <a:pt x="6551420" y="1528276"/>
                </a:cubicBezTo>
                <a:lnTo>
                  <a:pt x="6554953" y="1534417"/>
                </a:lnTo>
                <a:cubicBezTo>
                  <a:pt x="6555055" y="1534622"/>
                  <a:pt x="6554953" y="1535083"/>
                  <a:pt x="6554953" y="1535083"/>
                </a:cubicBezTo>
                <a:lnTo>
                  <a:pt x="6551420" y="1541224"/>
                </a:lnTo>
                <a:cubicBezTo>
                  <a:pt x="6551267" y="1541429"/>
                  <a:pt x="6550807" y="1541582"/>
                  <a:pt x="6550807" y="1541582"/>
                </a:cubicBezTo>
                <a:close/>
                <a:moveTo>
                  <a:pt x="6749031" y="1541582"/>
                </a:moveTo>
                <a:lnTo>
                  <a:pt x="6741967" y="1541582"/>
                </a:lnTo>
                <a:cubicBezTo>
                  <a:pt x="6741711" y="1541582"/>
                  <a:pt x="6741354" y="1541224"/>
                  <a:pt x="6741354" y="1541224"/>
                </a:cubicBezTo>
                <a:lnTo>
                  <a:pt x="6737823" y="1535083"/>
                </a:lnTo>
                <a:cubicBezTo>
                  <a:pt x="6737720" y="1534878"/>
                  <a:pt x="6737823" y="1534417"/>
                  <a:pt x="6737823" y="1534417"/>
                </a:cubicBezTo>
                <a:lnTo>
                  <a:pt x="6741354" y="1528276"/>
                </a:lnTo>
                <a:cubicBezTo>
                  <a:pt x="6741508" y="1528070"/>
                  <a:pt x="6741967" y="1527917"/>
                  <a:pt x="6741967" y="1527917"/>
                </a:cubicBezTo>
                <a:lnTo>
                  <a:pt x="6749031" y="1527917"/>
                </a:lnTo>
                <a:cubicBezTo>
                  <a:pt x="6749287" y="1527917"/>
                  <a:pt x="6749646" y="1528276"/>
                  <a:pt x="6749646" y="1528276"/>
                </a:cubicBezTo>
                <a:lnTo>
                  <a:pt x="6753177" y="1534417"/>
                </a:lnTo>
                <a:cubicBezTo>
                  <a:pt x="6753279" y="1534622"/>
                  <a:pt x="6753177" y="1535083"/>
                  <a:pt x="6753177" y="1535083"/>
                </a:cubicBezTo>
                <a:lnTo>
                  <a:pt x="6749646" y="1541224"/>
                </a:lnTo>
                <a:cubicBezTo>
                  <a:pt x="6749491" y="1541429"/>
                  <a:pt x="6749031" y="1541582"/>
                  <a:pt x="6749031" y="1541582"/>
                </a:cubicBezTo>
                <a:close/>
                <a:moveTo>
                  <a:pt x="6947256" y="1541582"/>
                </a:moveTo>
                <a:lnTo>
                  <a:pt x="6940193" y="1541582"/>
                </a:lnTo>
                <a:cubicBezTo>
                  <a:pt x="6939937" y="1541582"/>
                  <a:pt x="6939578" y="1541224"/>
                  <a:pt x="6939578" y="1541224"/>
                </a:cubicBezTo>
                <a:lnTo>
                  <a:pt x="6936048" y="1535083"/>
                </a:lnTo>
                <a:cubicBezTo>
                  <a:pt x="6935945" y="1534878"/>
                  <a:pt x="6936048" y="1534417"/>
                  <a:pt x="6936048" y="1534417"/>
                </a:cubicBezTo>
                <a:lnTo>
                  <a:pt x="6939578" y="1528276"/>
                </a:lnTo>
                <a:cubicBezTo>
                  <a:pt x="6939733" y="1528070"/>
                  <a:pt x="6940193" y="1527917"/>
                  <a:pt x="6940193" y="1527917"/>
                </a:cubicBezTo>
                <a:lnTo>
                  <a:pt x="6947256" y="1527917"/>
                </a:lnTo>
                <a:cubicBezTo>
                  <a:pt x="6947512" y="1527917"/>
                  <a:pt x="6947870" y="1528276"/>
                  <a:pt x="6947870" y="1528276"/>
                </a:cubicBezTo>
                <a:lnTo>
                  <a:pt x="6951402" y="1534417"/>
                </a:lnTo>
                <a:cubicBezTo>
                  <a:pt x="6951504" y="1534622"/>
                  <a:pt x="6951402" y="1535083"/>
                  <a:pt x="6951402" y="1535083"/>
                </a:cubicBezTo>
                <a:lnTo>
                  <a:pt x="6947870" y="1541224"/>
                </a:lnTo>
                <a:cubicBezTo>
                  <a:pt x="6947717" y="1541429"/>
                  <a:pt x="6947256" y="1541582"/>
                  <a:pt x="6947256" y="1541582"/>
                </a:cubicBezTo>
                <a:close/>
                <a:moveTo>
                  <a:pt x="7145484" y="1541582"/>
                </a:moveTo>
                <a:lnTo>
                  <a:pt x="7138422" y="1541582"/>
                </a:lnTo>
                <a:cubicBezTo>
                  <a:pt x="7138166" y="1541582"/>
                  <a:pt x="7137808" y="1541224"/>
                  <a:pt x="7137808" y="1541224"/>
                </a:cubicBezTo>
                <a:lnTo>
                  <a:pt x="7134277" y="1535083"/>
                </a:lnTo>
                <a:cubicBezTo>
                  <a:pt x="7134174" y="1534878"/>
                  <a:pt x="7134277" y="1534417"/>
                  <a:pt x="7134277" y="1534417"/>
                </a:cubicBezTo>
                <a:lnTo>
                  <a:pt x="7137808" y="1528276"/>
                </a:lnTo>
                <a:cubicBezTo>
                  <a:pt x="7137962" y="1528070"/>
                  <a:pt x="7138422" y="1527917"/>
                  <a:pt x="7138422" y="1527917"/>
                </a:cubicBezTo>
                <a:lnTo>
                  <a:pt x="7145484" y="1527917"/>
                </a:lnTo>
                <a:cubicBezTo>
                  <a:pt x="7145740" y="1527917"/>
                  <a:pt x="7146099" y="1528276"/>
                  <a:pt x="7146099" y="1528276"/>
                </a:cubicBezTo>
                <a:lnTo>
                  <a:pt x="7149630" y="1534417"/>
                </a:lnTo>
                <a:cubicBezTo>
                  <a:pt x="7149734" y="1534622"/>
                  <a:pt x="7149630" y="1535083"/>
                  <a:pt x="7149630" y="1535083"/>
                </a:cubicBezTo>
                <a:lnTo>
                  <a:pt x="7146099" y="1541224"/>
                </a:lnTo>
                <a:cubicBezTo>
                  <a:pt x="7145947" y="1541429"/>
                  <a:pt x="7145484" y="1541582"/>
                  <a:pt x="7145484" y="1541582"/>
                </a:cubicBezTo>
                <a:close/>
                <a:moveTo>
                  <a:pt x="7343735" y="1541582"/>
                </a:moveTo>
                <a:lnTo>
                  <a:pt x="7336671" y="1541582"/>
                </a:lnTo>
                <a:cubicBezTo>
                  <a:pt x="7336415" y="1541582"/>
                  <a:pt x="7336056" y="1541224"/>
                  <a:pt x="7336056" y="1541224"/>
                </a:cubicBezTo>
                <a:lnTo>
                  <a:pt x="7332524" y="1535083"/>
                </a:lnTo>
                <a:cubicBezTo>
                  <a:pt x="7332422" y="1534878"/>
                  <a:pt x="7332524" y="1534417"/>
                  <a:pt x="7332524" y="1534417"/>
                </a:cubicBezTo>
                <a:lnTo>
                  <a:pt x="7336056" y="1528276"/>
                </a:lnTo>
                <a:cubicBezTo>
                  <a:pt x="7336209" y="1528070"/>
                  <a:pt x="7336671" y="1527917"/>
                  <a:pt x="7336671" y="1527917"/>
                </a:cubicBezTo>
                <a:lnTo>
                  <a:pt x="7343735" y="1527917"/>
                </a:lnTo>
                <a:cubicBezTo>
                  <a:pt x="7343989" y="1527917"/>
                  <a:pt x="7344348" y="1528276"/>
                  <a:pt x="7344348" y="1528276"/>
                </a:cubicBezTo>
                <a:lnTo>
                  <a:pt x="7347880" y="1534417"/>
                </a:lnTo>
                <a:cubicBezTo>
                  <a:pt x="7347981" y="1534622"/>
                  <a:pt x="7347880" y="1535083"/>
                  <a:pt x="7347880" y="1535083"/>
                </a:cubicBezTo>
                <a:lnTo>
                  <a:pt x="7344348" y="1541224"/>
                </a:lnTo>
                <a:cubicBezTo>
                  <a:pt x="7344193" y="1541429"/>
                  <a:pt x="7343735" y="1541582"/>
                  <a:pt x="7343735" y="1541582"/>
                </a:cubicBezTo>
                <a:close/>
                <a:moveTo>
                  <a:pt x="7541855" y="1541582"/>
                </a:moveTo>
                <a:lnTo>
                  <a:pt x="7534791" y="1541582"/>
                </a:lnTo>
                <a:cubicBezTo>
                  <a:pt x="7534536" y="1541582"/>
                  <a:pt x="7534177" y="1541224"/>
                  <a:pt x="7534177" y="1541224"/>
                </a:cubicBezTo>
                <a:lnTo>
                  <a:pt x="7530646" y="1535083"/>
                </a:lnTo>
                <a:cubicBezTo>
                  <a:pt x="7530543" y="1534878"/>
                  <a:pt x="7530646" y="1534417"/>
                  <a:pt x="7530646" y="1534417"/>
                </a:cubicBezTo>
                <a:lnTo>
                  <a:pt x="7534177" y="1528276"/>
                </a:lnTo>
                <a:cubicBezTo>
                  <a:pt x="7534331" y="1528070"/>
                  <a:pt x="7534791" y="1527917"/>
                  <a:pt x="7534791" y="1527917"/>
                </a:cubicBezTo>
                <a:lnTo>
                  <a:pt x="7541855" y="1527917"/>
                </a:lnTo>
                <a:cubicBezTo>
                  <a:pt x="7542112" y="1527917"/>
                  <a:pt x="7542470" y="1528276"/>
                  <a:pt x="7542470" y="1528276"/>
                </a:cubicBezTo>
                <a:lnTo>
                  <a:pt x="7546002" y="1534417"/>
                </a:lnTo>
                <a:cubicBezTo>
                  <a:pt x="7546103" y="1534622"/>
                  <a:pt x="7546002" y="1535083"/>
                  <a:pt x="7546002" y="1535083"/>
                </a:cubicBezTo>
                <a:lnTo>
                  <a:pt x="7542470" y="1541224"/>
                </a:lnTo>
                <a:cubicBezTo>
                  <a:pt x="7542316" y="1541429"/>
                  <a:pt x="7541855" y="1541582"/>
                  <a:pt x="7541855" y="1541582"/>
                </a:cubicBezTo>
                <a:close/>
                <a:moveTo>
                  <a:pt x="7740156" y="1541582"/>
                </a:moveTo>
                <a:lnTo>
                  <a:pt x="7733093" y="1541582"/>
                </a:lnTo>
                <a:cubicBezTo>
                  <a:pt x="7732837" y="1541582"/>
                  <a:pt x="7732479" y="1541224"/>
                  <a:pt x="7732479" y="1541224"/>
                </a:cubicBezTo>
                <a:lnTo>
                  <a:pt x="7728947" y="1535083"/>
                </a:lnTo>
                <a:cubicBezTo>
                  <a:pt x="7728845" y="1534878"/>
                  <a:pt x="7728947" y="1534417"/>
                  <a:pt x="7728947" y="1534417"/>
                </a:cubicBezTo>
                <a:lnTo>
                  <a:pt x="7732479" y="1528276"/>
                </a:lnTo>
                <a:cubicBezTo>
                  <a:pt x="7732633" y="1528070"/>
                  <a:pt x="7733093" y="1527917"/>
                  <a:pt x="7733093" y="1527917"/>
                </a:cubicBezTo>
                <a:lnTo>
                  <a:pt x="7740156" y="1527917"/>
                </a:lnTo>
                <a:cubicBezTo>
                  <a:pt x="7740413" y="1527917"/>
                  <a:pt x="7740770" y="1528276"/>
                  <a:pt x="7740770" y="1528276"/>
                </a:cubicBezTo>
                <a:lnTo>
                  <a:pt x="7744302" y="1534417"/>
                </a:lnTo>
                <a:cubicBezTo>
                  <a:pt x="7744405" y="1534622"/>
                  <a:pt x="7744302" y="1535083"/>
                  <a:pt x="7744302" y="1535083"/>
                </a:cubicBezTo>
                <a:lnTo>
                  <a:pt x="7740770" y="1541224"/>
                </a:lnTo>
                <a:cubicBezTo>
                  <a:pt x="7740618" y="1541429"/>
                  <a:pt x="7740156" y="1541582"/>
                  <a:pt x="7740156" y="1541582"/>
                </a:cubicBezTo>
                <a:close/>
                <a:moveTo>
                  <a:pt x="7938366" y="1541582"/>
                </a:moveTo>
                <a:lnTo>
                  <a:pt x="7931302" y="1541582"/>
                </a:lnTo>
                <a:cubicBezTo>
                  <a:pt x="7931047" y="1541582"/>
                  <a:pt x="7930688" y="1541224"/>
                  <a:pt x="7930688" y="1541224"/>
                </a:cubicBezTo>
                <a:lnTo>
                  <a:pt x="7927157" y="1535083"/>
                </a:lnTo>
                <a:cubicBezTo>
                  <a:pt x="7927055" y="1534878"/>
                  <a:pt x="7927157" y="1534417"/>
                  <a:pt x="7927157" y="1534417"/>
                </a:cubicBezTo>
                <a:lnTo>
                  <a:pt x="7930688" y="1528276"/>
                </a:lnTo>
                <a:cubicBezTo>
                  <a:pt x="7930842" y="1528070"/>
                  <a:pt x="7931302" y="1527917"/>
                  <a:pt x="7931302" y="1527917"/>
                </a:cubicBezTo>
                <a:lnTo>
                  <a:pt x="7938366" y="1527917"/>
                </a:lnTo>
                <a:cubicBezTo>
                  <a:pt x="7938622" y="1527917"/>
                  <a:pt x="7938980" y="1528276"/>
                  <a:pt x="7938980" y="1528276"/>
                </a:cubicBezTo>
                <a:lnTo>
                  <a:pt x="7942513" y="1534417"/>
                </a:lnTo>
                <a:cubicBezTo>
                  <a:pt x="7942614" y="1534622"/>
                  <a:pt x="7942513" y="1535083"/>
                  <a:pt x="7942513" y="1535083"/>
                </a:cubicBezTo>
                <a:lnTo>
                  <a:pt x="7938980" y="1541224"/>
                </a:lnTo>
                <a:cubicBezTo>
                  <a:pt x="7938826" y="1541429"/>
                  <a:pt x="7938366" y="1541582"/>
                  <a:pt x="7938366" y="1541582"/>
                </a:cubicBezTo>
                <a:close/>
                <a:moveTo>
                  <a:pt x="8136645" y="1541582"/>
                </a:moveTo>
                <a:lnTo>
                  <a:pt x="8129582" y="1541582"/>
                </a:lnTo>
                <a:cubicBezTo>
                  <a:pt x="8129327" y="1541582"/>
                  <a:pt x="8128969" y="1541224"/>
                  <a:pt x="8128969" y="1541224"/>
                </a:cubicBezTo>
                <a:lnTo>
                  <a:pt x="8125437" y="1535083"/>
                </a:lnTo>
                <a:cubicBezTo>
                  <a:pt x="8125335" y="1534878"/>
                  <a:pt x="8125437" y="1534417"/>
                  <a:pt x="8125437" y="1534417"/>
                </a:cubicBezTo>
                <a:lnTo>
                  <a:pt x="8128969" y="1528276"/>
                </a:lnTo>
                <a:cubicBezTo>
                  <a:pt x="8129123" y="1528070"/>
                  <a:pt x="8129582" y="1527917"/>
                  <a:pt x="8129582" y="1527917"/>
                </a:cubicBezTo>
                <a:lnTo>
                  <a:pt x="8136645" y="1527917"/>
                </a:lnTo>
                <a:cubicBezTo>
                  <a:pt x="8136903" y="1527917"/>
                  <a:pt x="8137261" y="1528276"/>
                  <a:pt x="8137261" y="1528276"/>
                </a:cubicBezTo>
                <a:lnTo>
                  <a:pt x="8140793" y="1534417"/>
                </a:lnTo>
                <a:cubicBezTo>
                  <a:pt x="8140894" y="1534622"/>
                  <a:pt x="8140793" y="1535083"/>
                  <a:pt x="8140793" y="1535083"/>
                </a:cubicBezTo>
                <a:lnTo>
                  <a:pt x="8137261" y="1541224"/>
                </a:lnTo>
                <a:cubicBezTo>
                  <a:pt x="8137106" y="1541429"/>
                  <a:pt x="8136645" y="1541582"/>
                  <a:pt x="8136645" y="1541582"/>
                </a:cubicBezTo>
                <a:close/>
                <a:moveTo>
                  <a:pt x="8334834" y="1541582"/>
                </a:moveTo>
                <a:lnTo>
                  <a:pt x="8327771" y="1541582"/>
                </a:lnTo>
                <a:cubicBezTo>
                  <a:pt x="8327514" y="1541582"/>
                  <a:pt x="8327156" y="1541224"/>
                  <a:pt x="8327156" y="1541224"/>
                </a:cubicBezTo>
                <a:lnTo>
                  <a:pt x="8323625" y="1535083"/>
                </a:lnTo>
                <a:cubicBezTo>
                  <a:pt x="8323521" y="1534878"/>
                  <a:pt x="8323625" y="1534417"/>
                  <a:pt x="8323625" y="1534417"/>
                </a:cubicBezTo>
                <a:lnTo>
                  <a:pt x="8327156" y="1528276"/>
                </a:lnTo>
                <a:cubicBezTo>
                  <a:pt x="8327309" y="1528070"/>
                  <a:pt x="8327771" y="1527917"/>
                  <a:pt x="8327771" y="1527917"/>
                </a:cubicBezTo>
                <a:lnTo>
                  <a:pt x="8334834" y="1527917"/>
                </a:lnTo>
                <a:cubicBezTo>
                  <a:pt x="8335090" y="1527917"/>
                  <a:pt x="8335449" y="1528276"/>
                  <a:pt x="8335449" y="1528276"/>
                </a:cubicBezTo>
                <a:lnTo>
                  <a:pt x="8338980" y="1534417"/>
                </a:lnTo>
                <a:cubicBezTo>
                  <a:pt x="8339083" y="1534622"/>
                  <a:pt x="8338980" y="1535083"/>
                  <a:pt x="8338980" y="1535083"/>
                </a:cubicBezTo>
                <a:lnTo>
                  <a:pt x="8335449" y="1541224"/>
                </a:lnTo>
                <a:cubicBezTo>
                  <a:pt x="8335295" y="1541429"/>
                  <a:pt x="8334834" y="1541582"/>
                  <a:pt x="8334834" y="1541582"/>
                </a:cubicBezTo>
                <a:close/>
                <a:moveTo>
                  <a:pt x="8533016" y="1541582"/>
                </a:moveTo>
                <a:lnTo>
                  <a:pt x="8525952" y="1541582"/>
                </a:lnTo>
                <a:cubicBezTo>
                  <a:pt x="8525697" y="1541582"/>
                  <a:pt x="8525338" y="1541224"/>
                  <a:pt x="8525338" y="1541224"/>
                </a:cubicBezTo>
                <a:lnTo>
                  <a:pt x="8521807" y="1535083"/>
                </a:lnTo>
                <a:cubicBezTo>
                  <a:pt x="8521704" y="1534878"/>
                  <a:pt x="8521807" y="1534417"/>
                  <a:pt x="8521807" y="1534417"/>
                </a:cubicBezTo>
                <a:lnTo>
                  <a:pt x="8525338" y="1528276"/>
                </a:lnTo>
                <a:cubicBezTo>
                  <a:pt x="8525492" y="1528070"/>
                  <a:pt x="8525952" y="1527917"/>
                  <a:pt x="8525952" y="1527917"/>
                </a:cubicBezTo>
                <a:lnTo>
                  <a:pt x="8533016" y="1527917"/>
                </a:lnTo>
                <a:cubicBezTo>
                  <a:pt x="8533272" y="1527917"/>
                  <a:pt x="8533630" y="1528276"/>
                  <a:pt x="8533630" y="1528276"/>
                </a:cubicBezTo>
                <a:lnTo>
                  <a:pt x="8537162" y="1534417"/>
                </a:lnTo>
                <a:cubicBezTo>
                  <a:pt x="8537265" y="1534622"/>
                  <a:pt x="8537162" y="1535083"/>
                  <a:pt x="8537162" y="1535083"/>
                </a:cubicBezTo>
                <a:lnTo>
                  <a:pt x="8533630" y="1541224"/>
                </a:lnTo>
                <a:cubicBezTo>
                  <a:pt x="8533477" y="1541429"/>
                  <a:pt x="8533016" y="1541582"/>
                  <a:pt x="8533016" y="1541582"/>
                </a:cubicBezTo>
                <a:close/>
                <a:moveTo>
                  <a:pt x="8731283" y="1541582"/>
                </a:moveTo>
                <a:lnTo>
                  <a:pt x="8724219" y="1541582"/>
                </a:lnTo>
                <a:cubicBezTo>
                  <a:pt x="8723964" y="1541582"/>
                  <a:pt x="8723605" y="1541224"/>
                  <a:pt x="8723605" y="1541224"/>
                </a:cubicBezTo>
                <a:lnTo>
                  <a:pt x="8720074" y="1535083"/>
                </a:lnTo>
                <a:cubicBezTo>
                  <a:pt x="8719972" y="1534878"/>
                  <a:pt x="8720074" y="1534417"/>
                  <a:pt x="8720074" y="1534417"/>
                </a:cubicBezTo>
                <a:lnTo>
                  <a:pt x="8723605" y="1528276"/>
                </a:lnTo>
                <a:cubicBezTo>
                  <a:pt x="8723759" y="1528070"/>
                  <a:pt x="8724219" y="1527917"/>
                  <a:pt x="8724219" y="1527917"/>
                </a:cubicBezTo>
                <a:lnTo>
                  <a:pt x="8731283" y="1527917"/>
                </a:lnTo>
                <a:cubicBezTo>
                  <a:pt x="8731539" y="1527917"/>
                  <a:pt x="8731896" y="1528276"/>
                  <a:pt x="8731896" y="1528276"/>
                </a:cubicBezTo>
                <a:lnTo>
                  <a:pt x="8735430" y="1534417"/>
                </a:lnTo>
                <a:cubicBezTo>
                  <a:pt x="8735533" y="1534622"/>
                  <a:pt x="8735430" y="1535083"/>
                  <a:pt x="8735430" y="1535083"/>
                </a:cubicBezTo>
                <a:lnTo>
                  <a:pt x="8731896" y="1541224"/>
                </a:lnTo>
                <a:cubicBezTo>
                  <a:pt x="8731743" y="1541429"/>
                  <a:pt x="8731283" y="1541582"/>
                  <a:pt x="8731283" y="1541582"/>
                </a:cubicBezTo>
                <a:close/>
                <a:moveTo>
                  <a:pt x="8929601" y="1541582"/>
                </a:moveTo>
                <a:lnTo>
                  <a:pt x="8922538" y="1541582"/>
                </a:lnTo>
                <a:cubicBezTo>
                  <a:pt x="8922282" y="1541582"/>
                  <a:pt x="8921924" y="1541224"/>
                  <a:pt x="8921924" y="1541224"/>
                </a:cubicBezTo>
                <a:lnTo>
                  <a:pt x="8918392" y="1535083"/>
                </a:lnTo>
                <a:cubicBezTo>
                  <a:pt x="8918290" y="1534878"/>
                  <a:pt x="8918392" y="1534417"/>
                  <a:pt x="8918392" y="1534417"/>
                </a:cubicBezTo>
                <a:lnTo>
                  <a:pt x="8921924" y="1528276"/>
                </a:lnTo>
                <a:cubicBezTo>
                  <a:pt x="8922077" y="1528070"/>
                  <a:pt x="8922538" y="1527917"/>
                  <a:pt x="8922538" y="1527917"/>
                </a:cubicBezTo>
                <a:lnTo>
                  <a:pt x="8929601" y="1527917"/>
                </a:lnTo>
                <a:cubicBezTo>
                  <a:pt x="8929856" y="1527917"/>
                  <a:pt x="8930216" y="1528276"/>
                  <a:pt x="8930216" y="1528276"/>
                </a:cubicBezTo>
                <a:lnTo>
                  <a:pt x="8933747" y="1534417"/>
                </a:lnTo>
                <a:cubicBezTo>
                  <a:pt x="8933849" y="1534622"/>
                  <a:pt x="8933747" y="1535083"/>
                  <a:pt x="8933747" y="1535083"/>
                </a:cubicBezTo>
                <a:lnTo>
                  <a:pt x="8930216" y="1541224"/>
                </a:lnTo>
                <a:cubicBezTo>
                  <a:pt x="8930062" y="1541429"/>
                  <a:pt x="8929601" y="1541582"/>
                  <a:pt x="8929601" y="1541582"/>
                </a:cubicBezTo>
                <a:close/>
                <a:moveTo>
                  <a:pt x="9127786" y="1541582"/>
                </a:moveTo>
                <a:lnTo>
                  <a:pt x="9120724" y="1541582"/>
                </a:lnTo>
                <a:cubicBezTo>
                  <a:pt x="9120468" y="1541582"/>
                  <a:pt x="9120109" y="1541224"/>
                  <a:pt x="9120109" y="1541224"/>
                </a:cubicBezTo>
                <a:lnTo>
                  <a:pt x="9116579" y="1535083"/>
                </a:lnTo>
                <a:cubicBezTo>
                  <a:pt x="9116475" y="1534878"/>
                  <a:pt x="9116579" y="1534417"/>
                  <a:pt x="9116579" y="1534417"/>
                </a:cubicBezTo>
                <a:lnTo>
                  <a:pt x="9120109" y="1528276"/>
                </a:lnTo>
                <a:cubicBezTo>
                  <a:pt x="9120263" y="1528070"/>
                  <a:pt x="9120724" y="1527917"/>
                  <a:pt x="9120724" y="1527917"/>
                </a:cubicBezTo>
                <a:lnTo>
                  <a:pt x="9127786" y="1527917"/>
                </a:lnTo>
                <a:cubicBezTo>
                  <a:pt x="9128044" y="1527917"/>
                  <a:pt x="9128401" y="1528276"/>
                  <a:pt x="9128401" y="1528276"/>
                </a:cubicBezTo>
                <a:lnTo>
                  <a:pt x="9131933" y="1534417"/>
                </a:lnTo>
                <a:cubicBezTo>
                  <a:pt x="9132036" y="1534622"/>
                  <a:pt x="9131933" y="1535083"/>
                  <a:pt x="9131933" y="1535083"/>
                </a:cubicBezTo>
                <a:lnTo>
                  <a:pt x="9128401" y="1541224"/>
                </a:lnTo>
                <a:cubicBezTo>
                  <a:pt x="9128247" y="1541429"/>
                  <a:pt x="9127786" y="1541582"/>
                  <a:pt x="9127786" y="1541582"/>
                </a:cubicBezTo>
                <a:close/>
                <a:moveTo>
                  <a:pt x="9325996" y="1541582"/>
                </a:moveTo>
                <a:lnTo>
                  <a:pt x="9318932" y="1541582"/>
                </a:lnTo>
                <a:cubicBezTo>
                  <a:pt x="9318675" y="1541582"/>
                  <a:pt x="9318317" y="1541224"/>
                  <a:pt x="9318317" y="1541224"/>
                </a:cubicBezTo>
                <a:lnTo>
                  <a:pt x="9314785" y="1535083"/>
                </a:lnTo>
                <a:cubicBezTo>
                  <a:pt x="9314683" y="1534878"/>
                  <a:pt x="9314785" y="1534417"/>
                  <a:pt x="9314785" y="1534417"/>
                </a:cubicBezTo>
                <a:lnTo>
                  <a:pt x="9318317" y="1528276"/>
                </a:lnTo>
                <a:cubicBezTo>
                  <a:pt x="9318471" y="1528070"/>
                  <a:pt x="9318932" y="1527917"/>
                  <a:pt x="9318932" y="1527917"/>
                </a:cubicBezTo>
                <a:lnTo>
                  <a:pt x="9325996" y="1527917"/>
                </a:lnTo>
                <a:cubicBezTo>
                  <a:pt x="9326251" y="1527917"/>
                  <a:pt x="9326610" y="1528276"/>
                  <a:pt x="9326610" y="1528276"/>
                </a:cubicBezTo>
                <a:lnTo>
                  <a:pt x="9330141" y="1534417"/>
                </a:lnTo>
                <a:cubicBezTo>
                  <a:pt x="9330242" y="1534622"/>
                  <a:pt x="9330141" y="1535083"/>
                  <a:pt x="9330141" y="1535083"/>
                </a:cubicBezTo>
                <a:lnTo>
                  <a:pt x="9326610" y="1541224"/>
                </a:lnTo>
                <a:cubicBezTo>
                  <a:pt x="9326456" y="1541429"/>
                  <a:pt x="9325996" y="1541582"/>
                  <a:pt x="9325996" y="1541582"/>
                </a:cubicBezTo>
                <a:close/>
                <a:moveTo>
                  <a:pt x="9524246" y="1541582"/>
                </a:moveTo>
                <a:lnTo>
                  <a:pt x="9517182" y="1541582"/>
                </a:lnTo>
                <a:cubicBezTo>
                  <a:pt x="9516926" y="1541582"/>
                  <a:pt x="9516568" y="1541224"/>
                  <a:pt x="9516568" y="1541224"/>
                </a:cubicBezTo>
                <a:lnTo>
                  <a:pt x="9513037" y="1535083"/>
                </a:lnTo>
                <a:cubicBezTo>
                  <a:pt x="9512935" y="1534878"/>
                  <a:pt x="9513037" y="1534417"/>
                  <a:pt x="9513037" y="1534417"/>
                </a:cubicBezTo>
                <a:lnTo>
                  <a:pt x="9516568" y="1528276"/>
                </a:lnTo>
                <a:cubicBezTo>
                  <a:pt x="9516722" y="1528070"/>
                  <a:pt x="9517182" y="1527917"/>
                  <a:pt x="9517182" y="1527917"/>
                </a:cubicBezTo>
                <a:lnTo>
                  <a:pt x="9524246" y="1527917"/>
                </a:lnTo>
                <a:cubicBezTo>
                  <a:pt x="9524502" y="1527917"/>
                  <a:pt x="9524860" y="1528276"/>
                  <a:pt x="9524860" y="1528276"/>
                </a:cubicBezTo>
                <a:lnTo>
                  <a:pt x="9528393" y="1534417"/>
                </a:lnTo>
                <a:cubicBezTo>
                  <a:pt x="9528492" y="1534622"/>
                  <a:pt x="9528393" y="1535083"/>
                  <a:pt x="9528393" y="1535083"/>
                </a:cubicBezTo>
                <a:lnTo>
                  <a:pt x="9524860" y="1541224"/>
                </a:lnTo>
                <a:cubicBezTo>
                  <a:pt x="9524706" y="1541429"/>
                  <a:pt x="9524246" y="1541582"/>
                  <a:pt x="9524246" y="1541582"/>
                </a:cubicBezTo>
                <a:close/>
                <a:moveTo>
                  <a:pt x="9722586" y="1541582"/>
                </a:moveTo>
                <a:lnTo>
                  <a:pt x="9715524" y="1541582"/>
                </a:lnTo>
                <a:cubicBezTo>
                  <a:pt x="9715269" y="1541582"/>
                  <a:pt x="9714910" y="1541224"/>
                  <a:pt x="9714910" y="1541224"/>
                </a:cubicBezTo>
                <a:lnTo>
                  <a:pt x="9711379" y="1535083"/>
                </a:lnTo>
                <a:cubicBezTo>
                  <a:pt x="9711276" y="1534878"/>
                  <a:pt x="9711379" y="1534417"/>
                  <a:pt x="9711379" y="1534417"/>
                </a:cubicBezTo>
                <a:lnTo>
                  <a:pt x="9714910" y="1528276"/>
                </a:lnTo>
                <a:cubicBezTo>
                  <a:pt x="9715064" y="1528070"/>
                  <a:pt x="9715524" y="1527917"/>
                  <a:pt x="9715524" y="1527917"/>
                </a:cubicBezTo>
                <a:lnTo>
                  <a:pt x="9722586" y="1527917"/>
                </a:lnTo>
                <a:cubicBezTo>
                  <a:pt x="9722842" y="1527917"/>
                  <a:pt x="9723201" y="1528276"/>
                  <a:pt x="9723201" y="1528276"/>
                </a:cubicBezTo>
                <a:lnTo>
                  <a:pt x="9726734" y="1534417"/>
                </a:lnTo>
                <a:cubicBezTo>
                  <a:pt x="9726836" y="1534622"/>
                  <a:pt x="9726734" y="1535083"/>
                  <a:pt x="9726734" y="1535083"/>
                </a:cubicBezTo>
                <a:lnTo>
                  <a:pt x="9723201" y="1541224"/>
                </a:lnTo>
                <a:cubicBezTo>
                  <a:pt x="9723048" y="1541429"/>
                  <a:pt x="9722586" y="1541582"/>
                  <a:pt x="9722586" y="1541582"/>
                </a:cubicBezTo>
                <a:close/>
                <a:moveTo>
                  <a:pt x="9920750" y="1541582"/>
                </a:moveTo>
                <a:lnTo>
                  <a:pt x="9913687" y="1541582"/>
                </a:lnTo>
                <a:cubicBezTo>
                  <a:pt x="9913431" y="1541582"/>
                  <a:pt x="9913073" y="1541224"/>
                  <a:pt x="9913073" y="1541224"/>
                </a:cubicBezTo>
                <a:lnTo>
                  <a:pt x="9909542" y="1535083"/>
                </a:lnTo>
                <a:cubicBezTo>
                  <a:pt x="9909439" y="1534878"/>
                  <a:pt x="9909542" y="1534417"/>
                  <a:pt x="9909542" y="1534417"/>
                </a:cubicBezTo>
                <a:lnTo>
                  <a:pt x="9913073" y="1528276"/>
                </a:lnTo>
                <a:cubicBezTo>
                  <a:pt x="9913226" y="1528070"/>
                  <a:pt x="9913687" y="1527917"/>
                  <a:pt x="9913687" y="1527917"/>
                </a:cubicBezTo>
                <a:lnTo>
                  <a:pt x="9920750" y="1527917"/>
                </a:lnTo>
                <a:cubicBezTo>
                  <a:pt x="9921006" y="1527917"/>
                  <a:pt x="9921364" y="1528276"/>
                  <a:pt x="9921364" y="1528276"/>
                </a:cubicBezTo>
                <a:lnTo>
                  <a:pt x="9924896" y="1534417"/>
                </a:lnTo>
                <a:cubicBezTo>
                  <a:pt x="9924998" y="1534622"/>
                  <a:pt x="9924896" y="1535083"/>
                  <a:pt x="9924896" y="1535083"/>
                </a:cubicBezTo>
                <a:lnTo>
                  <a:pt x="9921364" y="1541224"/>
                </a:lnTo>
                <a:cubicBezTo>
                  <a:pt x="9921210" y="1541429"/>
                  <a:pt x="9920750" y="1541582"/>
                  <a:pt x="9920750" y="1541582"/>
                </a:cubicBezTo>
                <a:close/>
                <a:moveTo>
                  <a:pt x="10118932" y="1541582"/>
                </a:moveTo>
                <a:lnTo>
                  <a:pt x="10111869" y="1541582"/>
                </a:lnTo>
                <a:cubicBezTo>
                  <a:pt x="10111614" y="1541582"/>
                  <a:pt x="10111255" y="1541224"/>
                  <a:pt x="10111255" y="1541224"/>
                </a:cubicBezTo>
                <a:lnTo>
                  <a:pt x="10107724" y="1535083"/>
                </a:lnTo>
                <a:cubicBezTo>
                  <a:pt x="10107622" y="1534878"/>
                  <a:pt x="10107724" y="1534417"/>
                  <a:pt x="10107724" y="1534417"/>
                </a:cubicBezTo>
                <a:lnTo>
                  <a:pt x="10111255" y="1528276"/>
                </a:lnTo>
                <a:cubicBezTo>
                  <a:pt x="10111409" y="1528070"/>
                  <a:pt x="10111869" y="1527917"/>
                  <a:pt x="10111869" y="1527917"/>
                </a:cubicBezTo>
                <a:lnTo>
                  <a:pt x="10118932" y="1527917"/>
                </a:lnTo>
                <a:cubicBezTo>
                  <a:pt x="10119190" y="1527917"/>
                  <a:pt x="10119547" y="1528276"/>
                  <a:pt x="10119547" y="1528276"/>
                </a:cubicBezTo>
                <a:lnTo>
                  <a:pt x="10123079" y="1534417"/>
                </a:lnTo>
                <a:cubicBezTo>
                  <a:pt x="10123181" y="1534622"/>
                  <a:pt x="10123079" y="1535083"/>
                  <a:pt x="10123079" y="1535083"/>
                </a:cubicBezTo>
                <a:lnTo>
                  <a:pt x="10119547" y="1541224"/>
                </a:lnTo>
                <a:cubicBezTo>
                  <a:pt x="10119394" y="1541429"/>
                  <a:pt x="10118932" y="1541582"/>
                  <a:pt x="10118932" y="1541582"/>
                </a:cubicBezTo>
                <a:close/>
                <a:moveTo>
                  <a:pt x="10317200" y="1541582"/>
                </a:moveTo>
                <a:lnTo>
                  <a:pt x="10310137" y="1541582"/>
                </a:lnTo>
                <a:cubicBezTo>
                  <a:pt x="10309881" y="1541582"/>
                  <a:pt x="10309523" y="1541224"/>
                  <a:pt x="10309523" y="1541224"/>
                </a:cubicBezTo>
                <a:lnTo>
                  <a:pt x="10305991" y="1535083"/>
                </a:lnTo>
                <a:cubicBezTo>
                  <a:pt x="10305889" y="1534878"/>
                  <a:pt x="10305991" y="1534417"/>
                  <a:pt x="10305991" y="1534417"/>
                </a:cubicBezTo>
                <a:lnTo>
                  <a:pt x="10309523" y="1528276"/>
                </a:lnTo>
                <a:cubicBezTo>
                  <a:pt x="10309676" y="1528070"/>
                  <a:pt x="10310137" y="1527917"/>
                  <a:pt x="10310137" y="1527917"/>
                </a:cubicBezTo>
                <a:lnTo>
                  <a:pt x="10317200" y="1527917"/>
                </a:lnTo>
                <a:cubicBezTo>
                  <a:pt x="10317457" y="1527917"/>
                  <a:pt x="10317815" y="1528276"/>
                  <a:pt x="10317815" y="1528276"/>
                </a:cubicBezTo>
                <a:lnTo>
                  <a:pt x="10321346" y="1534417"/>
                </a:lnTo>
                <a:cubicBezTo>
                  <a:pt x="10321449" y="1534622"/>
                  <a:pt x="10321346" y="1535083"/>
                  <a:pt x="10321346" y="1535083"/>
                </a:cubicBezTo>
                <a:lnTo>
                  <a:pt x="10317815" y="1541224"/>
                </a:lnTo>
                <a:cubicBezTo>
                  <a:pt x="10317661" y="1541429"/>
                  <a:pt x="10317200" y="1541582"/>
                  <a:pt x="10317200" y="1541582"/>
                </a:cubicBezTo>
                <a:close/>
                <a:moveTo>
                  <a:pt x="11254" y="1704896"/>
                </a:moveTo>
                <a:lnTo>
                  <a:pt x="4192" y="1704896"/>
                </a:lnTo>
                <a:cubicBezTo>
                  <a:pt x="3935" y="1704896"/>
                  <a:pt x="3578" y="1704538"/>
                  <a:pt x="3578" y="1704538"/>
                </a:cubicBezTo>
                <a:lnTo>
                  <a:pt x="46" y="1698395"/>
                </a:lnTo>
                <a:cubicBezTo>
                  <a:pt x="-57" y="1698190"/>
                  <a:pt x="46" y="1697729"/>
                  <a:pt x="46" y="1697729"/>
                </a:cubicBezTo>
                <a:lnTo>
                  <a:pt x="3578" y="1691588"/>
                </a:lnTo>
                <a:cubicBezTo>
                  <a:pt x="3731" y="1691383"/>
                  <a:pt x="4192" y="1691230"/>
                  <a:pt x="4192" y="1691230"/>
                </a:cubicBezTo>
                <a:lnTo>
                  <a:pt x="11254" y="1691230"/>
                </a:lnTo>
                <a:cubicBezTo>
                  <a:pt x="11511" y="1691230"/>
                  <a:pt x="11868" y="1691588"/>
                  <a:pt x="11868" y="1691588"/>
                </a:cubicBezTo>
                <a:lnTo>
                  <a:pt x="15400" y="1697729"/>
                </a:lnTo>
                <a:cubicBezTo>
                  <a:pt x="15503" y="1697934"/>
                  <a:pt x="15400" y="1698395"/>
                  <a:pt x="15400" y="1698395"/>
                </a:cubicBezTo>
                <a:lnTo>
                  <a:pt x="11868" y="1704538"/>
                </a:lnTo>
                <a:cubicBezTo>
                  <a:pt x="11716" y="1704742"/>
                  <a:pt x="11254" y="1704896"/>
                  <a:pt x="11254" y="1704896"/>
                </a:cubicBezTo>
                <a:close/>
                <a:moveTo>
                  <a:pt x="209480" y="1704896"/>
                </a:moveTo>
                <a:lnTo>
                  <a:pt x="202416" y="1704896"/>
                </a:lnTo>
                <a:cubicBezTo>
                  <a:pt x="202160" y="1704896"/>
                  <a:pt x="201803" y="1704538"/>
                  <a:pt x="201803" y="1704538"/>
                </a:cubicBezTo>
                <a:lnTo>
                  <a:pt x="198270" y="1698395"/>
                </a:lnTo>
                <a:cubicBezTo>
                  <a:pt x="198168" y="1698190"/>
                  <a:pt x="198270" y="1697729"/>
                  <a:pt x="198270" y="1697729"/>
                </a:cubicBezTo>
                <a:lnTo>
                  <a:pt x="201803" y="1691588"/>
                </a:lnTo>
                <a:cubicBezTo>
                  <a:pt x="201955" y="1691383"/>
                  <a:pt x="202416" y="1691230"/>
                  <a:pt x="202416" y="1691230"/>
                </a:cubicBezTo>
                <a:lnTo>
                  <a:pt x="209480" y="1691230"/>
                </a:lnTo>
                <a:cubicBezTo>
                  <a:pt x="209735" y="1691230"/>
                  <a:pt x="210094" y="1691588"/>
                  <a:pt x="210094" y="1691588"/>
                </a:cubicBezTo>
                <a:lnTo>
                  <a:pt x="213625" y="1697729"/>
                </a:lnTo>
                <a:cubicBezTo>
                  <a:pt x="213727" y="1697934"/>
                  <a:pt x="213625" y="1698395"/>
                  <a:pt x="213625" y="1698395"/>
                </a:cubicBezTo>
                <a:lnTo>
                  <a:pt x="210094" y="1704538"/>
                </a:lnTo>
                <a:cubicBezTo>
                  <a:pt x="209940" y="1704742"/>
                  <a:pt x="209480" y="1704896"/>
                  <a:pt x="209480" y="1704896"/>
                </a:cubicBezTo>
                <a:close/>
                <a:moveTo>
                  <a:pt x="407754" y="1704896"/>
                </a:moveTo>
                <a:lnTo>
                  <a:pt x="400692" y="1704896"/>
                </a:lnTo>
                <a:cubicBezTo>
                  <a:pt x="400436" y="1704896"/>
                  <a:pt x="400078" y="1704538"/>
                  <a:pt x="400078" y="1704538"/>
                </a:cubicBezTo>
                <a:lnTo>
                  <a:pt x="396546" y="1698395"/>
                </a:lnTo>
                <a:cubicBezTo>
                  <a:pt x="396444" y="1698190"/>
                  <a:pt x="396546" y="1697729"/>
                  <a:pt x="396546" y="1697729"/>
                </a:cubicBezTo>
                <a:lnTo>
                  <a:pt x="400078" y="1691588"/>
                </a:lnTo>
                <a:cubicBezTo>
                  <a:pt x="400231" y="1691383"/>
                  <a:pt x="400692" y="1691230"/>
                  <a:pt x="400692" y="1691230"/>
                </a:cubicBezTo>
                <a:lnTo>
                  <a:pt x="407754" y="1691230"/>
                </a:lnTo>
                <a:cubicBezTo>
                  <a:pt x="408011" y="1691230"/>
                  <a:pt x="408369" y="1691588"/>
                  <a:pt x="408369" y="1691588"/>
                </a:cubicBezTo>
                <a:lnTo>
                  <a:pt x="411900" y="1697729"/>
                </a:lnTo>
                <a:cubicBezTo>
                  <a:pt x="412002" y="1697934"/>
                  <a:pt x="411900" y="1698395"/>
                  <a:pt x="411900" y="1698395"/>
                </a:cubicBezTo>
                <a:lnTo>
                  <a:pt x="408369" y="1704538"/>
                </a:lnTo>
                <a:cubicBezTo>
                  <a:pt x="408214" y="1704742"/>
                  <a:pt x="407754" y="1704896"/>
                  <a:pt x="407754" y="1704896"/>
                </a:cubicBezTo>
                <a:close/>
                <a:moveTo>
                  <a:pt x="605979" y="1704896"/>
                </a:moveTo>
                <a:lnTo>
                  <a:pt x="598916" y="1704896"/>
                </a:lnTo>
                <a:cubicBezTo>
                  <a:pt x="598661" y="1704896"/>
                  <a:pt x="598302" y="1704538"/>
                  <a:pt x="598302" y="1704538"/>
                </a:cubicBezTo>
                <a:lnTo>
                  <a:pt x="594770" y="1698395"/>
                </a:lnTo>
                <a:cubicBezTo>
                  <a:pt x="594668" y="1698190"/>
                  <a:pt x="594770" y="1697729"/>
                  <a:pt x="594770" y="1697729"/>
                </a:cubicBezTo>
                <a:lnTo>
                  <a:pt x="598302" y="1691588"/>
                </a:lnTo>
                <a:cubicBezTo>
                  <a:pt x="598455" y="1691383"/>
                  <a:pt x="598916" y="1691230"/>
                  <a:pt x="598916" y="1691230"/>
                </a:cubicBezTo>
                <a:lnTo>
                  <a:pt x="605979" y="1691230"/>
                </a:lnTo>
                <a:cubicBezTo>
                  <a:pt x="606235" y="1691230"/>
                  <a:pt x="606593" y="1691588"/>
                  <a:pt x="606593" y="1691588"/>
                </a:cubicBezTo>
                <a:lnTo>
                  <a:pt x="610125" y="1697729"/>
                </a:lnTo>
                <a:cubicBezTo>
                  <a:pt x="610227" y="1697934"/>
                  <a:pt x="610125" y="1698395"/>
                  <a:pt x="610125" y="1698395"/>
                </a:cubicBezTo>
                <a:lnTo>
                  <a:pt x="606593" y="1704538"/>
                </a:lnTo>
                <a:cubicBezTo>
                  <a:pt x="606440" y="1704742"/>
                  <a:pt x="605979" y="1704896"/>
                  <a:pt x="605979" y="1704896"/>
                </a:cubicBezTo>
                <a:close/>
                <a:moveTo>
                  <a:pt x="804204" y="1704896"/>
                </a:moveTo>
                <a:lnTo>
                  <a:pt x="797140" y="1704896"/>
                </a:lnTo>
                <a:cubicBezTo>
                  <a:pt x="796886" y="1704896"/>
                  <a:pt x="796526" y="1704538"/>
                  <a:pt x="796526" y="1704538"/>
                </a:cubicBezTo>
                <a:lnTo>
                  <a:pt x="792995" y="1698395"/>
                </a:lnTo>
                <a:cubicBezTo>
                  <a:pt x="792893" y="1698190"/>
                  <a:pt x="792995" y="1697729"/>
                  <a:pt x="792995" y="1697729"/>
                </a:cubicBezTo>
                <a:lnTo>
                  <a:pt x="796526" y="1691588"/>
                </a:lnTo>
                <a:cubicBezTo>
                  <a:pt x="796680" y="1691383"/>
                  <a:pt x="797140" y="1691230"/>
                  <a:pt x="797140" y="1691230"/>
                </a:cubicBezTo>
                <a:lnTo>
                  <a:pt x="804204" y="1691230"/>
                </a:lnTo>
                <a:cubicBezTo>
                  <a:pt x="804460" y="1691230"/>
                  <a:pt x="804818" y="1691588"/>
                  <a:pt x="804818" y="1691588"/>
                </a:cubicBezTo>
                <a:lnTo>
                  <a:pt x="808350" y="1697729"/>
                </a:lnTo>
                <a:cubicBezTo>
                  <a:pt x="808452" y="1697934"/>
                  <a:pt x="808350" y="1698395"/>
                  <a:pt x="808350" y="1698395"/>
                </a:cubicBezTo>
                <a:lnTo>
                  <a:pt x="804818" y="1704538"/>
                </a:lnTo>
                <a:cubicBezTo>
                  <a:pt x="804665" y="1704742"/>
                  <a:pt x="804204" y="1704896"/>
                  <a:pt x="804204" y="1704896"/>
                </a:cubicBezTo>
                <a:close/>
                <a:moveTo>
                  <a:pt x="1002428" y="1704896"/>
                </a:moveTo>
                <a:lnTo>
                  <a:pt x="995366" y="1704896"/>
                </a:lnTo>
                <a:cubicBezTo>
                  <a:pt x="995110" y="1704896"/>
                  <a:pt x="994752" y="1704538"/>
                  <a:pt x="994752" y="1704538"/>
                </a:cubicBezTo>
                <a:lnTo>
                  <a:pt x="991220" y="1698395"/>
                </a:lnTo>
                <a:cubicBezTo>
                  <a:pt x="991117" y="1698190"/>
                  <a:pt x="991220" y="1697729"/>
                  <a:pt x="991220" y="1697729"/>
                </a:cubicBezTo>
                <a:lnTo>
                  <a:pt x="994752" y="1691588"/>
                </a:lnTo>
                <a:cubicBezTo>
                  <a:pt x="994905" y="1691383"/>
                  <a:pt x="995366" y="1691230"/>
                  <a:pt x="995366" y="1691230"/>
                </a:cubicBezTo>
                <a:lnTo>
                  <a:pt x="1002428" y="1691230"/>
                </a:lnTo>
                <a:cubicBezTo>
                  <a:pt x="1002685" y="1691230"/>
                  <a:pt x="1003042" y="1691588"/>
                  <a:pt x="1003042" y="1691588"/>
                </a:cubicBezTo>
                <a:lnTo>
                  <a:pt x="1006574" y="1697729"/>
                </a:lnTo>
                <a:cubicBezTo>
                  <a:pt x="1006677" y="1697934"/>
                  <a:pt x="1006574" y="1698395"/>
                  <a:pt x="1006574" y="1698395"/>
                </a:cubicBezTo>
                <a:lnTo>
                  <a:pt x="1003042" y="1704538"/>
                </a:lnTo>
                <a:cubicBezTo>
                  <a:pt x="1002889" y="1704742"/>
                  <a:pt x="1002428" y="1704896"/>
                  <a:pt x="1002428" y="1704896"/>
                </a:cubicBezTo>
                <a:close/>
                <a:moveTo>
                  <a:pt x="1200704" y="1704896"/>
                </a:moveTo>
                <a:lnTo>
                  <a:pt x="1193642" y="1704896"/>
                </a:lnTo>
                <a:cubicBezTo>
                  <a:pt x="1193386" y="1704896"/>
                  <a:pt x="1193028" y="1704538"/>
                  <a:pt x="1193028" y="1704538"/>
                </a:cubicBezTo>
                <a:lnTo>
                  <a:pt x="1189495" y="1698395"/>
                </a:lnTo>
                <a:cubicBezTo>
                  <a:pt x="1189393" y="1698190"/>
                  <a:pt x="1189495" y="1697729"/>
                  <a:pt x="1189495" y="1697729"/>
                </a:cubicBezTo>
                <a:lnTo>
                  <a:pt x="1193028" y="1691588"/>
                </a:lnTo>
                <a:cubicBezTo>
                  <a:pt x="1193180" y="1691383"/>
                  <a:pt x="1193642" y="1691230"/>
                  <a:pt x="1193642" y="1691230"/>
                </a:cubicBezTo>
                <a:lnTo>
                  <a:pt x="1200704" y="1691230"/>
                </a:lnTo>
                <a:cubicBezTo>
                  <a:pt x="1200960" y="1691230"/>
                  <a:pt x="1201318" y="1691588"/>
                  <a:pt x="1201318" y="1691588"/>
                </a:cubicBezTo>
                <a:lnTo>
                  <a:pt x="1204850" y="1697729"/>
                </a:lnTo>
                <a:cubicBezTo>
                  <a:pt x="1204952" y="1697934"/>
                  <a:pt x="1204850" y="1698395"/>
                  <a:pt x="1204850" y="1698395"/>
                </a:cubicBezTo>
                <a:lnTo>
                  <a:pt x="1201318" y="1704538"/>
                </a:lnTo>
                <a:cubicBezTo>
                  <a:pt x="1201165" y="1704742"/>
                  <a:pt x="1200704" y="1704896"/>
                  <a:pt x="1200704" y="1704896"/>
                </a:cubicBezTo>
                <a:close/>
                <a:moveTo>
                  <a:pt x="1398928" y="1704896"/>
                </a:moveTo>
                <a:lnTo>
                  <a:pt x="1391866" y="1704896"/>
                </a:lnTo>
                <a:cubicBezTo>
                  <a:pt x="1391610" y="1704896"/>
                  <a:pt x="1391252" y="1704538"/>
                  <a:pt x="1391252" y="1704538"/>
                </a:cubicBezTo>
                <a:lnTo>
                  <a:pt x="1387720" y="1698395"/>
                </a:lnTo>
                <a:cubicBezTo>
                  <a:pt x="1387617" y="1698190"/>
                  <a:pt x="1387720" y="1697729"/>
                  <a:pt x="1387720" y="1697729"/>
                </a:cubicBezTo>
                <a:lnTo>
                  <a:pt x="1391252" y="1691588"/>
                </a:lnTo>
                <a:cubicBezTo>
                  <a:pt x="1391406" y="1691383"/>
                  <a:pt x="1391866" y="1691230"/>
                  <a:pt x="1391866" y="1691230"/>
                </a:cubicBezTo>
                <a:lnTo>
                  <a:pt x="1398928" y="1691230"/>
                </a:lnTo>
                <a:cubicBezTo>
                  <a:pt x="1399185" y="1691230"/>
                  <a:pt x="1399544" y="1691588"/>
                  <a:pt x="1399544" y="1691588"/>
                </a:cubicBezTo>
                <a:lnTo>
                  <a:pt x="1403074" y="1697729"/>
                </a:lnTo>
                <a:cubicBezTo>
                  <a:pt x="1403177" y="1697934"/>
                  <a:pt x="1403074" y="1698395"/>
                  <a:pt x="1403074" y="1698395"/>
                </a:cubicBezTo>
                <a:lnTo>
                  <a:pt x="1399544" y="1704538"/>
                </a:lnTo>
                <a:cubicBezTo>
                  <a:pt x="1399389" y="1704742"/>
                  <a:pt x="1398928" y="1704896"/>
                  <a:pt x="1398928" y="1704896"/>
                </a:cubicBezTo>
                <a:close/>
                <a:moveTo>
                  <a:pt x="1597154" y="1704896"/>
                </a:moveTo>
                <a:lnTo>
                  <a:pt x="1590090" y="1704896"/>
                </a:lnTo>
                <a:cubicBezTo>
                  <a:pt x="1589834" y="1704896"/>
                  <a:pt x="1589476" y="1704538"/>
                  <a:pt x="1589476" y="1704538"/>
                </a:cubicBezTo>
                <a:lnTo>
                  <a:pt x="1585944" y="1698395"/>
                </a:lnTo>
                <a:cubicBezTo>
                  <a:pt x="1585842" y="1698190"/>
                  <a:pt x="1585944" y="1697729"/>
                  <a:pt x="1585944" y="1697729"/>
                </a:cubicBezTo>
                <a:lnTo>
                  <a:pt x="1589476" y="1691588"/>
                </a:lnTo>
                <a:cubicBezTo>
                  <a:pt x="1589630" y="1691383"/>
                  <a:pt x="1590090" y="1691230"/>
                  <a:pt x="1590090" y="1691230"/>
                </a:cubicBezTo>
                <a:lnTo>
                  <a:pt x="1597154" y="1691230"/>
                </a:lnTo>
                <a:cubicBezTo>
                  <a:pt x="1597409" y="1691230"/>
                  <a:pt x="1597768" y="1691588"/>
                  <a:pt x="1597768" y="1691588"/>
                </a:cubicBezTo>
                <a:lnTo>
                  <a:pt x="1601298" y="1697729"/>
                </a:lnTo>
                <a:cubicBezTo>
                  <a:pt x="1601401" y="1697934"/>
                  <a:pt x="1601298" y="1698395"/>
                  <a:pt x="1601298" y="1698395"/>
                </a:cubicBezTo>
                <a:lnTo>
                  <a:pt x="1597768" y="1704538"/>
                </a:lnTo>
                <a:cubicBezTo>
                  <a:pt x="1597614" y="1704742"/>
                  <a:pt x="1597154" y="1704896"/>
                  <a:pt x="1597154" y="1704896"/>
                </a:cubicBezTo>
                <a:close/>
                <a:moveTo>
                  <a:pt x="1795378" y="1704896"/>
                </a:moveTo>
                <a:lnTo>
                  <a:pt x="1788315" y="1704896"/>
                </a:lnTo>
                <a:cubicBezTo>
                  <a:pt x="1788060" y="1704896"/>
                  <a:pt x="1787701" y="1704538"/>
                  <a:pt x="1787701" y="1704538"/>
                </a:cubicBezTo>
                <a:lnTo>
                  <a:pt x="1784170" y="1698395"/>
                </a:lnTo>
                <a:cubicBezTo>
                  <a:pt x="1784067" y="1698190"/>
                  <a:pt x="1784170" y="1697729"/>
                  <a:pt x="1784170" y="1697729"/>
                </a:cubicBezTo>
                <a:lnTo>
                  <a:pt x="1787701" y="1691588"/>
                </a:lnTo>
                <a:cubicBezTo>
                  <a:pt x="1787854" y="1691383"/>
                  <a:pt x="1788315" y="1691230"/>
                  <a:pt x="1788315" y="1691230"/>
                </a:cubicBezTo>
                <a:lnTo>
                  <a:pt x="1795378" y="1691230"/>
                </a:lnTo>
                <a:cubicBezTo>
                  <a:pt x="1795634" y="1691230"/>
                  <a:pt x="1795992" y="1691588"/>
                  <a:pt x="1795992" y="1691588"/>
                </a:cubicBezTo>
                <a:lnTo>
                  <a:pt x="1799524" y="1697729"/>
                </a:lnTo>
                <a:cubicBezTo>
                  <a:pt x="1799626" y="1697934"/>
                  <a:pt x="1799524" y="1698395"/>
                  <a:pt x="1799524" y="1698395"/>
                </a:cubicBezTo>
                <a:lnTo>
                  <a:pt x="1795992" y="1704538"/>
                </a:lnTo>
                <a:cubicBezTo>
                  <a:pt x="1795838" y="1704742"/>
                  <a:pt x="1795378" y="1704896"/>
                  <a:pt x="1795378" y="1704896"/>
                </a:cubicBezTo>
                <a:close/>
                <a:moveTo>
                  <a:pt x="1993654" y="1704896"/>
                </a:moveTo>
                <a:lnTo>
                  <a:pt x="1986590" y="1704896"/>
                </a:lnTo>
                <a:cubicBezTo>
                  <a:pt x="1986336" y="1704896"/>
                  <a:pt x="1985976" y="1704538"/>
                  <a:pt x="1985976" y="1704538"/>
                </a:cubicBezTo>
                <a:lnTo>
                  <a:pt x="1982445" y="1698395"/>
                </a:lnTo>
                <a:cubicBezTo>
                  <a:pt x="1982343" y="1698190"/>
                  <a:pt x="1982445" y="1697729"/>
                  <a:pt x="1982445" y="1697729"/>
                </a:cubicBezTo>
                <a:lnTo>
                  <a:pt x="1985976" y="1691588"/>
                </a:lnTo>
                <a:cubicBezTo>
                  <a:pt x="1986130" y="1691383"/>
                  <a:pt x="1986590" y="1691230"/>
                  <a:pt x="1986590" y="1691230"/>
                </a:cubicBezTo>
                <a:lnTo>
                  <a:pt x="1993654" y="1691230"/>
                </a:lnTo>
                <a:cubicBezTo>
                  <a:pt x="1993910" y="1691230"/>
                  <a:pt x="1994268" y="1691588"/>
                  <a:pt x="1994268" y="1691588"/>
                </a:cubicBezTo>
                <a:lnTo>
                  <a:pt x="1997800" y="1697729"/>
                </a:lnTo>
                <a:cubicBezTo>
                  <a:pt x="1997902" y="1697934"/>
                  <a:pt x="1997800" y="1698395"/>
                  <a:pt x="1997800" y="1698395"/>
                </a:cubicBezTo>
                <a:lnTo>
                  <a:pt x="1994268" y="1704538"/>
                </a:lnTo>
                <a:cubicBezTo>
                  <a:pt x="1994114" y="1704742"/>
                  <a:pt x="1993654" y="1704896"/>
                  <a:pt x="1993654" y="1704896"/>
                </a:cubicBezTo>
                <a:close/>
                <a:moveTo>
                  <a:pt x="2189611" y="1710685"/>
                </a:moveTo>
                <a:lnTo>
                  <a:pt x="2182548" y="1710685"/>
                </a:lnTo>
                <a:cubicBezTo>
                  <a:pt x="2182291" y="1710685"/>
                  <a:pt x="2181933" y="1710327"/>
                  <a:pt x="2181933" y="1710327"/>
                </a:cubicBezTo>
                <a:lnTo>
                  <a:pt x="2178401" y="1704185"/>
                </a:lnTo>
                <a:cubicBezTo>
                  <a:pt x="2178299" y="1703980"/>
                  <a:pt x="2178401" y="1703520"/>
                  <a:pt x="2178401" y="1703520"/>
                </a:cubicBezTo>
                <a:lnTo>
                  <a:pt x="2181933" y="1697377"/>
                </a:lnTo>
                <a:cubicBezTo>
                  <a:pt x="2182087" y="1697172"/>
                  <a:pt x="2182548" y="1697019"/>
                  <a:pt x="2182548" y="1697019"/>
                </a:cubicBezTo>
                <a:lnTo>
                  <a:pt x="2189611" y="1697019"/>
                </a:lnTo>
                <a:cubicBezTo>
                  <a:pt x="2189865" y="1697019"/>
                  <a:pt x="2190225" y="1697377"/>
                  <a:pt x="2190225" y="1697377"/>
                </a:cubicBezTo>
                <a:lnTo>
                  <a:pt x="2193757" y="1703520"/>
                </a:lnTo>
                <a:cubicBezTo>
                  <a:pt x="2193859" y="1703723"/>
                  <a:pt x="2193757" y="1704185"/>
                  <a:pt x="2193757" y="1704185"/>
                </a:cubicBezTo>
                <a:lnTo>
                  <a:pt x="2190225" y="1710327"/>
                </a:lnTo>
                <a:cubicBezTo>
                  <a:pt x="2190071" y="1710531"/>
                  <a:pt x="2189611" y="1710685"/>
                  <a:pt x="2189611" y="1710685"/>
                </a:cubicBezTo>
                <a:close/>
                <a:moveTo>
                  <a:pt x="2387835" y="1710685"/>
                </a:moveTo>
                <a:lnTo>
                  <a:pt x="2380773" y="1710685"/>
                </a:lnTo>
                <a:cubicBezTo>
                  <a:pt x="2380515" y="1710685"/>
                  <a:pt x="2380159" y="1710327"/>
                  <a:pt x="2380159" y="1710327"/>
                </a:cubicBezTo>
                <a:lnTo>
                  <a:pt x="2376626" y="1704185"/>
                </a:lnTo>
                <a:cubicBezTo>
                  <a:pt x="2376523" y="1703980"/>
                  <a:pt x="2376626" y="1703520"/>
                  <a:pt x="2376626" y="1703520"/>
                </a:cubicBezTo>
                <a:lnTo>
                  <a:pt x="2380159" y="1697377"/>
                </a:lnTo>
                <a:cubicBezTo>
                  <a:pt x="2380312" y="1697172"/>
                  <a:pt x="2380773" y="1697019"/>
                  <a:pt x="2380773" y="1697019"/>
                </a:cubicBezTo>
                <a:lnTo>
                  <a:pt x="2387835" y="1697019"/>
                </a:lnTo>
                <a:cubicBezTo>
                  <a:pt x="2388091" y="1697019"/>
                  <a:pt x="2388449" y="1697377"/>
                  <a:pt x="2388449" y="1697377"/>
                </a:cubicBezTo>
                <a:lnTo>
                  <a:pt x="2391981" y="1703520"/>
                </a:lnTo>
                <a:cubicBezTo>
                  <a:pt x="2392083" y="1703723"/>
                  <a:pt x="2391981" y="1704185"/>
                  <a:pt x="2391981" y="1704185"/>
                </a:cubicBezTo>
                <a:lnTo>
                  <a:pt x="2388449" y="1710327"/>
                </a:lnTo>
                <a:cubicBezTo>
                  <a:pt x="2388296" y="1710531"/>
                  <a:pt x="2387835" y="1710685"/>
                  <a:pt x="2387835" y="1710685"/>
                </a:cubicBezTo>
                <a:close/>
                <a:moveTo>
                  <a:pt x="2586060" y="1710685"/>
                </a:moveTo>
                <a:lnTo>
                  <a:pt x="2578998" y="1710685"/>
                </a:lnTo>
                <a:cubicBezTo>
                  <a:pt x="2578740" y="1710685"/>
                  <a:pt x="2578383" y="1710327"/>
                  <a:pt x="2578383" y="1710327"/>
                </a:cubicBezTo>
                <a:lnTo>
                  <a:pt x="2574850" y="1704185"/>
                </a:lnTo>
                <a:cubicBezTo>
                  <a:pt x="2574749" y="1703980"/>
                  <a:pt x="2574850" y="1703520"/>
                  <a:pt x="2574850" y="1703520"/>
                </a:cubicBezTo>
                <a:lnTo>
                  <a:pt x="2578383" y="1697377"/>
                </a:lnTo>
                <a:cubicBezTo>
                  <a:pt x="2578536" y="1697172"/>
                  <a:pt x="2578998" y="1697019"/>
                  <a:pt x="2578998" y="1697019"/>
                </a:cubicBezTo>
                <a:lnTo>
                  <a:pt x="2586060" y="1697019"/>
                </a:lnTo>
                <a:cubicBezTo>
                  <a:pt x="2586316" y="1697019"/>
                  <a:pt x="2586674" y="1697377"/>
                  <a:pt x="2586674" y="1697377"/>
                </a:cubicBezTo>
                <a:lnTo>
                  <a:pt x="2590205" y="1703520"/>
                </a:lnTo>
                <a:cubicBezTo>
                  <a:pt x="2590308" y="1703723"/>
                  <a:pt x="2590205" y="1704185"/>
                  <a:pt x="2590205" y="1704185"/>
                </a:cubicBezTo>
                <a:lnTo>
                  <a:pt x="2586674" y="1710327"/>
                </a:lnTo>
                <a:cubicBezTo>
                  <a:pt x="2586520" y="1710531"/>
                  <a:pt x="2586060" y="1710685"/>
                  <a:pt x="2586060" y="1710685"/>
                </a:cubicBezTo>
                <a:close/>
                <a:moveTo>
                  <a:pt x="2784284" y="1710685"/>
                </a:moveTo>
                <a:lnTo>
                  <a:pt x="2777221" y="1710685"/>
                </a:lnTo>
                <a:cubicBezTo>
                  <a:pt x="2776966" y="1710685"/>
                  <a:pt x="2776607" y="1710327"/>
                  <a:pt x="2776607" y="1710327"/>
                </a:cubicBezTo>
                <a:lnTo>
                  <a:pt x="2773075" y="1704185"/>
                </a:lnTo>
                <a:cubicBezTo>
                  <a:pt x="2772973" y="1703980"/>
                  <a:pt x="2773075" y="1703520"/>
                  <a:pt x="2773075" y="1703520"/>
                </a:cubicBezTo>
                <a:lnTo>
                  <a:pt x="2776607" y="1697377"/>
                </a:lnTo>
                <a:cubicBezTo>
                  <a:pt x="2776760" y="1697172"/>
                  <a:pt x="2777221" y="1697019"/>
                  <a:pt x="2777221" y="1697019"/>
                </a:cubicBezTo>
                <a:lnTo>
                  <a:pt x="2784284" y="1697019"/>
                </a:lnTo>
                <a:cubicBezTo>
                  <a:pt x="2784540" y="1697019"/>
                  <a:pt x="2784898" y="1697377"/>
                  <a:pt x="2784898" y="1697377"/>
                </a:cubicBezTo>
                <a:lnTo>
                  <a:pt x="2788430" y="1703520"/>
                </a:lnTo>
                <a:cubicBezTo>
                  <a:pt x="2788532" y="1703723"/>
                  <a:pt x="2788430" y="1704185"/>
                  <a:pt x="2788430" y="1704185"/>
                </a:cubicBezTo>
                <a:lnTo>
                  <a:pt x="2784898" y="1710327"/>
                </a:lnTo>
                <a:cubicBezTo>
                  <a:pt x="2784744" y="1710531"/>
                  <a:pt x="2784284" y="1710685"/>
                  <a:pt x="2784284" y="1710685"/>
                </a:cubicBezTo>
                <a:close/>
                <a:moveTo>
                  <a:pt x="2982559" y="1710685"/>
                </a:moveTo>
                <a:lnTo>
                  <a:pt x="2975496" y="1710685"/>
                </a:lnTo>
                <a:cubicBezTo>
                  <a:pt x="2975241" y="1710685"/>
                  <a:pt x="2974882" y="1710327"/>
                  <a:pt x="2974882" y="1710327"/>
                </a:cubicBezTo>
                <a:lnTo>
                  <a:pt x="2971351" y="1704185"/>
                </a:lnTo>
                <a:cubicBezTo>
                  <a:pt x="2971249" y="1703980"/>
                  <a:pt x="2971351" y="1703520"/>
                  <a:pt x="2971351" y="1703520"/>
                </a:cubicBezTo>
                <a:lnTo>
                  <a:pt x="2974882" y="1697377"/>
                </a:lnTo>
                <a:cubicBezTo>
                  <a:pt x="2975036" y="1697172"/>
                  <a:pt x="2975496" y="1697019"/>
                  <a:pt x="2975496" y="1697019"/>
                </a:cubicBezTo>
                <a:lnTo>
                  <a:pt x="2982559" y="1697019"/>
                </a:lnTo>
                <a:cubicBezTo>
                  <a:pt x="2982815" y="1697019"/>
                  <a:pt x="2983173" y="1697377"/>
                  <a:pt x="2983173" y="1697377"/>
                </a:cubicBezTo>
                <a:lnTo>
                  <a:pt x="2986706" y="1703520"/>
                </a:lnTo>
                <a:cubicBezTo>
                  <a:pt x="2986808" y="1703723"/>
                  <a:pt x="2986706" y="1704185"/>
                  <a:pt x="2986706" y="1704185"/>
                </a:cubicBezTo>
                <a:lnTo>
                  <a:pt x="2983173" y="1710327"/>
                </a:lnTo>
                <a:cubicBezTo>
                  <a:pt x="2983020" y="1710531"/>
                  <a:pt x="2982559" y="1710685"/>
                  <a:pt x="2982559" y="1710685"/>
                </a:cubicBezTo>
                <a:close/>
                <a:moveTo>
                  <a:pt x="3180784" y="1710685"/>
                </a:moveTo>
                <a:lnTo>
                  <a:pt x="3173721" y="1710685"/>
                </a:lnTo>
                <a:cubicBezTo>
                  <a:pt x="3173466" y="1710685"/>
                  <a:pt x="3173107" y="1710327"/>
                  <a:pt x="3173107" y="1710327"/>
                </a:cubicBezTo>
                <a:lnTo>
                  <a:pt x="3169576" y="1704185"/>
                </a:lnTo>
                <a:cubicBezTo>
                  <a:pt x="3169473" y="1703980"/>
                  <a:pt x="3169576" y="1703520"/>
                  <a:pt x="3169576" y="1703520"/>
                </a:cubicBezTo>
                <a:lnTo>
                  <a:pt x="3173107" y="1697377"/>
                </a:lnTo>
                <a:cubicBezTo>
                  <a:pt x="3173261" y="1697172"/>
                  <a:pt x="3173721" y="1697019"/>
                  <a:pt x="3173721" y="1697019"/>
                </a:cubicBezTo>
                <a:lnTo>
                  <a:pt x="3180784" y="1697019"/>
                </a:lnTo>
                <a:cubicBezTo>
                  <a:pt x="3181040" y="1697019"/>
                  <a:pt x="3181398" y="1697377"/>
                  <a:pt x="3181398" y="1697377"/>
                </a:cubicBezTo>
                <a:lnTo>
                  <a:pt x="3184931" y="1703520"/>
                </a:lnTo>
                <a:cubicBezTo>
                  <a:pt x="3185033" y="1703723"/>
                  <a:pt x="3184931" y="1704185"/>
                  <a:pt x="3184931" y="1704185"/>
                </a:cubicBezTo>
                <a:lnTo>
                  <a:pt x="3181398" y="1710327"/>
                </a:lnTo>
                <a:cubicBezTo>
                  <a:pt x="3181245" y="1710531"/>
                  <a:pt x="3180784" y="1710685"/>
                  <a:pt x="3180784" y="1710685"/>
                </a:cubicBezTo>
                <a:close/>
                <a:moveTo>
                  <a:pt x="3379008" y="1710685"/>
                </a:moveTo>
                <a:lnTo>
                  <a:pt x="3371947" y="1710685"/>
                </a:lnTo>
                <a:cubicBezTo>
                  <a:pt x="3371690" y="1710685"/>
                  <a:pt x="3371332" y="1710327"/>
                  <a:pt x="3371332" y="1710327"/>
                </a:cubicBezTo>
                <a:lnTo>
                  <a:pt x="3367800" y="1704185"/>
                </a:lnTo>
                <a:cubicBezTo>
                  <a:pt x="3367697" y="1703980"/>
                  <a:pt x="3367800" y="1703520"/>
                  <a:pt x="3367800" y="1703520"/>
                </a:cubicBezTo>
                <a:lnTo>
                  <a:pt x="3371332" y="1697377"/>
                </a:lnTo>
                <a:cubicBezTo>
                  <a:pt x="3371485" y="1697172"/>
                  <a:pt x="3371947" y="1697019"/>
                  <a:pt x="3371947" y="1697019"/>
                </a:cubicBezTo>
                <a:lnTo>
                  <a:pt x="3379008" y="1697019"/>
                </a:lnTo>
                <a:cubicBezTo>
                  <a:pt x="3379265" y="1697019"/>
                  <a:pt x="3379624" y="1697377"/>
                  <a:pt x="3379624" y="1697377"/>
                </a:cubicBezTo>
                <a:lnTo>
                  <a:pt x="3383155" y="1703520"/>
                </a:lnTo>
                <a:cubicBezTo>
                  <a:pt x="3383257" y="1703723"/>
                  <a:pt x="3383155" y="1704185"/>
                  <a:pt x="3383155" y="1704185"/>
                </a:cubicBezTo>
                <a:lnTo>
                  <a:pt x="3379624" y="1710327"/>
                </a:lnTo>
                <a:cubicBezTo>
                  <a:pt x="3379470" y="1710531"/>
                  <a:pt x="3379008" y="1710685"/>
                  <a:pt x="3379008" y="1710685"/>
                </a:cubicBezTo>
                <a:close/>
                <a:moveTo>
                  <a:pt x="3577234" y="1710685"/>
                </a:moveTo>
                <a:lnTo>
                  <a:pt x="3570172" y="1710685"/>
                </a:lnTo>
                <a:cubicBezTo>
                  <a:pt x="3569914" y="1710685"/>
                  <a:pt x="3569557" y="1710327"/>
                  <a:pt x="3569557" y="1710327"/>
                </a:cubicBezTo>
                <a:lnTo>
                  <a:pt x="3566024" y="1704185"/>
                </a:lnTo>
                <a:cubicBezTo>
                  <a:pt x="3565922" y="1703980"/>
                  <a:pt x="3566024" y="1703520"/>
                  <a:pt x="3566024" y="1703520"/>
                </a:cubicBezTo>
                <a:lnTo>
                  <a:pt x="3569557" y="1697377"/>
                </a:lnTo>
                <a:cubicBezTo>
                  <a:pt x="3569709" y="1697172"/>
                  <a:pt x="3570172" y="1697019"/>
                  <a:pt x="3570172" y="1697019"/>
                </a:cubicBezTo>
                <a:lnTo>
                  <a:pt x="3577234" y="1697019"/>
                </a:lnTo>
                <a:cubicBezTo>
                  <a:pt x="3577489" y="1697019"/>
                  <a:pt x="3577848" y="1697377"/>
                  <a:pt x="3577848" y="1697377"/>
                </a:cubicBezTo>
                <a:lnTo>
                  <a:pt x="3581379" y="1703520"/>
                </a:lnTo>
                <a:cubicBezTo>
                  <a:pt x="3581481" y="1703723"/>
                  <a:pt x="3581379" y="1704185"/>
                  <a:pt x="3581379" y="1704185"/>
                </a:cubicBezTo>
                <a:lnTo>
                  <a:pt x="3577848" y="1710327"/>
                </a:lnTo>
                <a:cubicBezTo>
                  <a:pt x="3577694" y="1710531"/>
                  <a:pt x="3577234" y="1710685"/>
                  <a:pt x="3577234" y="1710685"/>
                </a:cubicBezTo>
                <a:close/>
                <a:moveTo>
                  <a:pt x="3775459" y="1710685"/>
                </a:moveTo>
                <a:lnTo>
                  <a:pt x="3768396" y="1710685"/>
                </a:lnTo>
                <a:cubicBezTo>
                  <a:pt x="3768139" y="1710685"/>
                  <a:pt x="3767781" y="1710327"/>
                  <a:pt x="3767781" y="1710327"/>
                </a:cubicBezTo>
                <a:lnTo>
                  <a:pt x="3764249" y="1704185"/>
                </a:lnTo>
                <a:cubicBezTo>
                  <a:pt x="3764147" y="1703980"/>
                  <a:pt x="3764249" y="1703520"/>
                  <a:pt x="3764249" y="1703520"/>
                </a:cubicBezTo>
                <a:lnTo>
                  <a:pt x="3767781" y="1697377"/>
                </a:lnTo>
                <a:cubicBezTo>
                  <a:pt x="3767935" y="1697172"/>
                  <a:pt x="3768396" y="1697019"/>
                  <a:pt x="3768396" y="1697019"/>
                </a:cubicBezTo>
                <a:lnTo>
                  <a:pt x="3775459" y="1697019"/>
                </a:lnTo>
                <a:cubicBezTo>
                  <a:pt x="3775713" y="1697019"/>
                  <a:pt x="3776073" y="1697377"/>
                  <a:pt x="3776073" y="1697377"/>
                </a:cubicBezTo>
                <a:lnTo>
                  <a:pt x="3779604" y="1703520"/>
                </a:lnTo>
                <a:cubicBezTo>
                  <a:pt x="3779706" y="1703723"/>
                  <a:pt x="3779604" y="1704185"/>
                  <a:pt x="3779604" y="1704185"/>
                </a:cubicBezTo>
                <a:lnTo>
                  <a:pt x="3776073" y="1710327"/>
                </a:lnTo>
                <a:cubicBezTo>
                  <a:pt x="3775919" y="1710531"/>
                  <a:pt x="3775459" y="1710685"/>
                  <a:pt x="3775459" y="1710685"/>
                </a:cubicBezTo>
                <a:close/>
                <a:moveTo>
                  <a:pt x="3973734" y="1710685"/>
                </a:moveTo>
                <a:lnTo>
                  <a:pt x="3966671" y="1710685"/>
                </a:lnTo>
                <a:cubicBezTo>
                  <a:pt x="3966415" y="1710685"/>
                  <a:pt x="3966057" y="1710327"/>
                  <a:pt x="3966057" y="1710327"/>
                </a:cubicBezTo>
                <a:lnTo>
                  <a:pt x="3962525" y="1704185"/>
                </a:lnTo>
                <a:cubicBezTo>
                  <a:pt x="3962423" y="1703980"/>
                  <a:pt x="3962525" y="1703520"/>
                  <a:pt x="3962525" y="1703520"/>
                </a:cubicBezTo>
                <a:lnTo>
                  <a:pt x="3966057" y="1697377"/>
                </a:lnTo>
                <a:cubicBezTo>
                  <a:pt x="3966211" y="1697172"/>
                  <a:pt x="3966671" y="1697019"/>
                  <a:pt x="3966671" y="1697019"/>
                </a:cubicBezTo>
                <a:lnTo>
                  <a:pt x="3973734" y="1697019"/>
                </a:lnTo>
                <a:cubicBezTo>
                  <a:pt x="3973990" y="1697019"/>
                  <a:pt x="3974348" y="1697377"/>
                  <a:pt x="3974348" y="1697377"/>
                </a:cubicBezTo>
                <a:lnTo>
                  <a:pt x="3977880" y="1703520"/>
                </a:lnTo>
                <a:cubicBezTo>
                  <a:pt x="3977982" y="1703723"/>
                  <a:pt x="3977880" y="1704185"/>
                  <a:pt x="3977880" y="1704185"/>
                </a:cubicBezTo>
                <a:lnTo>
                  <a:pt x="3974348" y="1710327"/>
                </a:lnTo>
                <a:cubicBezTo>
                  <a:pt x="3974195" y="1710531"/>
                  <a:pt x="3973734" y="1710685"/>
                  <a:pt x="3973734" y="1710685"/>
                </a:cubicBezTo>
                <a:close/>
                <a:moveTo>
                  <a:pt x="4171959" y="1710685"/>
                </a:moveTo>
                <a:lnTo>
                  <a:pt x="4164896" y="1710685"/>
                </a:lnTo>
                <a:cubicBezTo>
                  <a:pt x="4164640" y="1710685"/>
                  <a:pt x="4164282" y="1710327"/>
                  <a:pt x="4164282" y="1710327"/>
                </a:cubicBezTo>
                <a:lnTo>
                  <a:pt x="4160751" y="1704185"/>
                </a:lnTo>
                <a:cubicBezTo>
                  <a:pt x="4160648" y="1703980"/>
                  <a:pt x="4160751" y="1703520"/>
                  <a:pt x="4160751" y="1703520"/>
                </a:cubicBezTo>
                <a:lnTo>
                  <a:pt x="4164282" y="1697377"/>
                </a:lnTo>
                <a:cubicBezTo>
                  <a:pt x="4164435" y="1697172"/>
                  <a:pt x="4164896" y="1697019"/>
                  <a:pt x="4164896" y="1697019"/>
                </a:cubicBezTo>
                <a:lnTo>
                  <a:pt x="4171959" y="1697019"/>
                </a:lnTo>
                <a:cubicBezTo>
                  <a:pt x="4172215" y="1697019"/>
                  <a:pt x="4172573" y="1697377"/>
                  <a:pt x="4172573" y="1697377"/>
                </a:cubicBezTo>
                <a:lnTo>
                  <a:pt x="4176105" y="1703520"/>
                </a:lnTo>
                <a:cubicBezTo>
                  <a:pt x="4176207" y="1703723"/>
                  <a:pt x="4176105" y="1704185"/>
                  <a:pt x="4176105" y="1704185"/>
                </a:cubicBezTo>
                <a:lnTo>
                  <a:pt x="4172573" y="1710327"/>
                </a:lnTo>
                <a:cubicBezTo>
                  <a:pt x="4172419" y="1710531"/>
                  <a:pt x="4171959" y="1710685"/>
                  <a:pt x="4171959" y="1710685"/>
                </a:cubicBezTo>
                <a:close/>
                <a:moveTo>
                  <a:pt x="4370183" y="1710685"/>
                </a:moveTo>
                <a:lnTo>
                  <a:pt x="4363121" y="1710685"/>
                </a:lnTo>
                <a:cubicBezTo>
                  <a:pt x="4362864" y="1710685"/>
                  <a:pt x="4362506" y="1710327"/>
                  <a:pt x="4362506" y="1710327"/>
                </a:cubicBezTo>
                <a:lnTo>
                  <a:pt x="4358975" y="1704185"/>
                </a:lnTo>
                <a:cubicBezTo>
                  <a:pt x="4358872" y="1703980"/>
                  <a:pt x="4358975" y="1703520"/>
                  <a:pt x="4358975" y="1703520"/>
                </a:cubicBezTo>
                <a:lnTo>
                  <a:pt x="4362506" y="1697377"/>
                </a:lnTo>
                <a:cubicBezTo>
                  <a:pt x="4362660" y="1697172"/>
                  <a:pt x="4363121" y="1697019"/>
                  <a:pt x="4363121" y="1697019"/>
                </a:cubicBezTo>
                <a:lnTo>
                  <a:pt x="4370183" y="1697019"/>
                </a:lnTo>
                <a:cubicBezTo>
                  <a:pt x="4370439" y="1697019"/>
                  <a:pt x="4370797" y="1697377"/>
                  <a:pt x="4370797" y="1697377"/>
                </a:cubicBezTo>
                <a:lnTo>
                  <a:pt x="4374329" y="1703520"/>
                </a:lnTo>
                <a:cubicBezTo>
                  <a:pt x="4374432" y="1703723"/>
                  <a:pt x="4374329" y="1704185"/>
                  <a:pt x="4374329" y="1704185"/>
                </a:cubicBezTo>
                <a:lnTo>
                  <a:pt x="4370797" y="1710327"/>
                </a:lnTo>
                <a:cubicBezTo>
                  <a:pt x="4370643" y="1710531"/>
                  <a:pt x="4370183" y="1710685"/>
                  <a:pt x="4370183" y="1710685"/>
                </a:cubicBezTo>
                <a:close/>
                <a:moveTo>
                  <a:pt x="4568408" y="1710685"/>
                </a:moveTo>
                <a:lnTo>
                  <a:pt x="4561345" y="1710685"/>
                </a:lnTo>
                <a:cubicBezTo>
                  <a:pt x="4561089" y="1710685"/>
                  <a:pt x="4560731" y="1710327"/>
                  <a:pt x="4560731" y="1710327"/>
                </a:cubicBezTo>
                <a:lnTo>
                  <a:pt x="4557199" y="1704185"/>
                </a:lnTo>
                <a:cubicBezTo>
                  <a:pt x="4557097" y="1703980"/>
                  <a:pt x="4557199" y="1703520"/>
                  <a:pt x="4557199" y="1703520"/>
                </a:cubicBezTo>
                <a:lnTo>
                  <a:pt x="4560731" y="1697377"/>
                </a:lnTo>
                <a:cubicBezTo>
                  <a:pt x="4560884" y="1697172"/>
                  <a:pt x="4561345" y="1697019"/>
                  <a:pt x="4561345" y="1697019"/>
                </a:cubicBezTo>
                <a:lnTo>
                  <a:pt x="4568408" y="1697019"/>
                </a:lnTo>
                <a:cubicBezTo>
                  <a:pt x="4568663" y="1697019"/>
                  <a:pt x="4569022" y="1697377"/>
                  <a:pt x="4569022" y="1697377"/>
                </a:cubicBezTo>
                <a:lnTo>
                  <a:pt x="4572554" y="1703520"/>
                </a:lnTo>
                <a:cubicBezTo>
                  <a:pt x="4572656" y="1703723"/>
                  <a:pt x="4572554" y="1704185"/>
                  <a:pt x="4572554" y="1704185"/>
                </a:cubicBezTo>
                <a:lnTo>
                  <a:pt x="4569022" y="1710327"/>
                </a:lnTo>
                <a:cubicBezTo>
                  <a:pt x="4568869" y="1710531"/>
                  <a:pt x="4568408" y="1710685"/>
                  <a:pt x="4568408" y="1710685"/>
                </a:cubicBezTo>
                <a:close/>
                <a:moveTo>
                  <a:pt x="4766683" y="1710685"/>
                </a:moveTo>
                <a:lnTo>
                  <a:pt x="4759621" y="1710685"/>
                </a:lnTo>
                <a:cubicBezTo>
                  <a:pt x="4759364" y="1710685"/>
                  <a:pt x="4759007" y="1710327"/>
                  <a:pt x="4759007" y="1710327"/>
                </a:cubicBezTo>
                <a:lnTo>
                  <a:pt x="4755475" y="1704185"/>
                </a:lnTo>
                <a:cubicBezTo>
                  <a:pt x="4755372" y="1703980"/>
                  <a:pt x="4755475" y="1703520"/>
                  <a:pt x="4755475" y="1703520"/>
                </a:cubicBezTo>
                <a:lnTo>
                  <a:pt x="4759007" y="1697377"/>
                </a:lnTo>
                <a:cubicBezTo>
                  <a:pt x="4759160" y="1697172"/>
                  <a:pt x="4759621" y="1697019"/>
                  <a:pt x="4759621" y="1697019"/>
                </a:cubicBezTo>
                <a:lnTo>
                  <a:pt x="4766683" y="1697019"/>
                </a:lnTo>
                <a:cubicBezTo>
                  <a:pt x="4766940" y="1697019"/>
                  <a:pt x="4767297" y="1697377"/>
                  <a:pt x="4767297" y="1697377"/>
                </a:cubicBezTo>
                <a:lnTo>
                  <a:pt x="4770829" y="1703520"/>
                </a:lnTo>
                <a:cubicBezTo>
                  <a:pt x="4770932" y="1703723"/>
                  <a:pt x="4770829" y="1704185"/>
                  <a:pt x="4770829" y="1704185"/>
                </a:cubicBezTo>
                <a:lnTo>
                  <a:pt x="4767297" y="1710327"/>
                </a:lnTo>
                <a:cubicBezTo>
                  <a:pt x="4767144" y="1710531"/>
                  <a:pt x="4766683" y="1710685"/>
                  <a:pt x="4766683" y="1710685"/>
                </a:cubicBezTo>
                <a:close/>
                <a:moveTo>
                  <a:pt x="4964909" y="1710685"/>
                </a:moveTo>
                <a:lnTo>
                  <a:pt x="4957846" y="1710685"/>
                </a:lnTo>
                <a:cubicBezTo>
                  <a:pt x="4957589" y="1710685"/>
                  <a:pt x="4957232" y="1710327"/>
                  <a:pt x="4957232" y="1710327"/>
                </a:cubicBezTo>
                <a:lnTo>
                  <a:pt x="4953699" y="1704185"/>
                </a:lnTo>
                <a:cubicBezTo>
                  <a:pt x="4953597" y="1703980"/>
                  <a:pt x="4953699" y="1703520"/>
                  <a:pt x="4953699" y="1703520"/>
                </a:cubicBezTo>
                <a:lnTo>
                  <a:pt x="4957232" y="1697377"/>
                </a:lnTo>
                <a:cubicBezTo>
                  <a:pt x="4957384" y="1697172"/>
                  <a:pt x="4957846" y="1697019"/>
                  <a:pt x="4957846" y="1697019"/>
                </a:cubicBezTo>
                <a:lnTo>
                  <a:pt x="4964909" y="1697019"/>
                </a:lnTo>
                <a:cubicBezTo>
                  <a:pt x="4965164" y="1697019"/>
                  <a:pt x="4965523" y="1697377"/>
                  <a:pt x="4965523" y="1697377"/>
                </a:cubicBezTo>
                <a:lnTo>
                  <a:pt x="4969054" y="1703520"/>
                </a:lnTo>
                <a:cubicBezTo>
                  <a:pt x="4969156" y="1703723"/>
                  <a:pt x="4969054" y="1704185"/>
                  <a:pt x="4969054" y="1704185"/>
                </a:cubicBezTo>
                <a:lnTo>
                  <a:pt x="4965523" y="1710327"/>
                </a:lnTo>
                <a:cubicBezTo>
                  <a:pt x="4965369" y="1710531"/>
                  <a:pt x="4964909" y="1710685"/>
                  <a:pt x="4964909" y="1710685"/>
                </a:cubicBezTo>
                <a:close/>
                <a:moveTo>
                  <a:pt x="5163134" y="1710685"/>
                </a:moveTo>
                <a:lnTo>
                  <a:pt x="5156070" y="1710685"/>
                </a:lnTo>
                <a:cubicBezTo>
                  <a:pt x="5155814" y="1710685"/>
                  <a:pt x="5155456" y="1710327"/>
                  <a:pt x="5155456" y="1710327"/>
                </a:cubicBezTo>
                <a:lnTo>
                  <a:pt x="5151924" y="1704185"/>
                </a:lnTo>
                <a:cubicBezTo>
                  <a:pt x="5151822" y="1703980"/>
                  <a:pt x="5151924" y="1703520"/>
                  <a:pt x="5151924" y="1703520"/>
                </a:cubicBezTo>
                <a:lnTo>
                  <a:pt x="5155456" y="1697377"/>
                </a:lnTo>
                <a:cubicBezTo>
                  <a:pt x="5155610" y="1697172"/>
                  <a:pt x="5156070" y="1697019"/>
                  <a:pt x="5156070" y="1697019"/>
                </a:cubicBezTo>
                <a:lnTo>
                  <a:pt x="5163134" y="1697019"/>
                </a:lnTo>
                <a:cubicBezTo>
                  <a:pt x="5163388" y="1697019"/>
                  <a:pt x="5163748" y="1697377"/>
                  <a:pt x="5163748" y="1697377"/>
                </a:cubicBezTo>
                <a:lnTo>
                  <a:pt x="5167279" y="1703520"/>
                </a:lnTo>
                <a:cubicBezTo>
                  <a:pt x="5167381" y="1703723"/>
                  <a:pt x="5167279" y="1704185"/>
                  <a:pt x="5167279" y="1704185"/>
                </a:cubicBezTo>
                <a:lnTo>
                  <a:pt x="5163748" y="1710327"/>
                </a:lnTo>
                <a:cubicBezTo>
                  <a:pt x="5163594" y="1710531"/>
                  <a:pt x="5163134" y="1710685"/>
                  <a:pt x="5163134" y="1710685"/>
                </a:cubicBezTo>
                <a:close/>
                <a:moveTo>
                  <a:pt x="5361358" y="1710685"/>
                </a:moveTo>
                <a:lnTo>
                  <a:pt x="5354295" y="1710685"/>
                </a:lnTo>
                <a:cubicBezTo>
                  <a:pt x="5354038" y="1710685"/>
                  <a:pt x="5353680" y="1710327"/>
                  <a:pt x="5353680" y="1710327"/>
                </a:cubicBezTo>
                <a:lnTo>
                  <a:pt x="5350149" y="1704185"/>
                </a:lnTo>
                <a:cubicBezTo>
                  <a:pt x="5350047" y="1703980"/>
                  <a:pt x="5350149" y="1703520"/>
                  <a:pt x="5350149" y="1703520"/>
                </a:cubicBezTo>
                <a:lnTo>
                  <a:pt x="5353680" y="1697377"/>
                </a:lnTo>
                <a:cubicBezTo>
                  <a:pt x="5353835" y="1697172"/>
                  <a:pt x="5354295" y="1697019"/>
                  <a:pt x="5354295" y="1697019"/>
                </a:cubicBezTo>
                <a:lnTo>
                  <a:pt x="5361358" y="1697019"/>
                </a:lnTo>
                <a:cubicBezTo>
                  <a:pt x="5361614" y="1697019"/>
                  <a:pt x="5361972" y="1697377"/>
                  <a:pt x="5361972" y="1697377"/>
                </a:cubicBezTo>
                <a:lnTo>
                  <a:pt x="5365503" y="1703520"/>
                </a:lnTo>
                <a:cubicBezTo>
                  <a:pt x="5365606" y="1703723"/>
                  <a:pt x="5365503" y="1704185"/>
                  <a:pt x="5365503" y="1704185"/>
                </a:cubicBezTo>
                <a:lnTo>
                  <a:pt x="5361972" y="1710327"/>
                </a:lnTo>
                <a:cubicBezTo>
                  <a:pt x="5361818" y="1710531"/>
                  <a:pt x="5361358" y="1710685"/>
                  <a:pt x="5361358" y="1710685"/>
                </a:cubicBezTo>
                <a:close/>
                <a:moveTo>
                  <a:pt x="5559633" y="1710685"/>
                </a:moveTo>
                <a:lnTo>
                  <a:pt x="5552569" y="1710685"/>
                </a:lnTo>
                <a:cubicBezTo>
                  <a:pt x="5552314" y="1710685"/>
                  <a:pt x="5551956" y="1710327"/>
                  <a:pt x="5551956" y="1710327"/>
                </a:cubicBezTo>
                <a:lnTo>
                  <a:pt x="5548424" y="1704185"/>
                </a:lnTo>
                <a:cubicBezTo>
                  <a:pt x="5548322" y="1703980"/>
                  <a:pt x="5548424" y="1703520"/>
                  <a:pt x="5548424" y="1703520"/>
                </a:cubicBezTo>
                <a:lnTo>
                  <a:pt x="5551956" y="1697377"/>
                </a:lnTo>
                <a:cubicBezTo>
                  <a:pt x="5552109" y="1697172"/>
                  <a:pt x="5552569" y="1697019"/>
                  <a:pt x="5552569" y="1697019"/>
                </a:cubicBezTo>
                <a:lnTo>
                  <a:pt x="5559633" y="1697019"/>
                </a:lnTo>
                <a:cubicBezTo>
                  <a:pt x="5559889" y="1697019"/>
                  <a:pt x="5560246" y="1697377"/>
                  <a:pt x="5560246" y="1697377"/>
                </a:cubicBezTo>
                <a:lnTo>
                  <a:pt x="5563779" y="1703520"/>
                </a:lnTo>
                <a:cubicBezTo>
                  <a:pt x="5563881" y="1703723"/>
                  <a:pt x="5563779" y="1704185"/>
                  <a:pt x="5563779" y="1704185"/>
                </a:cubicBezTo>
                <a:lnTo>
                  <a:pt x="5560246" y="1710327"/>
                </a:lnTo>
                <a:cubicBezTo>
                  <a:pt x="5560094" y="1710531"/>
                  <a:pt x="5559633" y="1710685"/>
                  <a:pt x="5559633" y="1710685"/>
                </a:cubicBezTo>
                <a:close/>
                <a:moveTo>
                  <a:pt x="5757857" y="1710685"/>
                </a:moveTo>
                <a:lnTo>
                  <a:pt x="5750795" y="1710685"/>
                </a:lnTo>
                <a:cubicBezTo>
                  <a:pt x="5750538" y="1710685"/>
                  <a:pt x="5750181" y="1710327"/>
                  <a:pt x="5750181" y="1710327"/>
                </a:cubicBezTo>
                <a:lnTo>
                  <a:pt x="5746649" y="1704185"/>
                </a:lnTo>
                <a:cubicBezTo>
                  <a:pt x="5746546" y="1703980"/>
                  <a:pt x="5746649" y="1703520"/>
                  <a:pt x="5746649" y="1703520"/>
                </a:cubicBezTo>
                <a:lnTo>
                  <a:pt x="5750181" y="1697377"/>
                </a:lnTo>
                <a:cubicBezTo>
                  <a:pt x="5750333" y="1697172"/>
                  <a:pt x="5750795" y="1697019"/>
                  <a:pt x="5750795" y="1697019"/>
                </a:cubicBezTo>
                <a:lnTo>
                  <a:pt x="5757857" y="1697019"/>
                </a:lnTo>
                <a:cubicBezTo>
                  <a:pt x="5758114" y="1697019"/>
                  <a:pt x="5758471" y="1697377"/>
                  <a:pt x="5758471" y="1697377"/>
                </a:cubicBezTo>
                <a:lnTo>
                  <a:pt x="5762003" y="1703520"/>
                </a:lnTo>
                <a:cubicBezTo>
                  <a:pt x="5762106" y="1703723"/>
                  <a:pt x="5762003" y="1704185"/>
                  <a:pt x="5762003" y="1704185"/>
                </a:cubicBezTo>
                <a:lnTo>
                  <a:pt x="5758471" y="1710327"/>
                </a:lnTo>
                <a:cubicBezTo>
                  <a:pt x="5758318" y="1710531"/>
                  <a:pt x="5757857" y="1710685"/>
                  <a:pt x="5757857" y="1710685"/>
                </a:cubicBezTo>
                <a:close/>
                <a:moveTo>
                  <a:pt x="5956083" y="1710685"/>
                </a:moveTo>
                <a:lnTo>
                  <a:pt x="5949019" y="1710685"/>
                </a:lnTo>
                <a:cubicBezTo>
                  <a:pt x="5948763" y="1710685"/>
                  <a:pt x="5948405" y="1710327"/>
                  <a:pt x="5948405" y="1710327"/>
                </a:cubicBezTo>
                <a:lnTo>
                  <a:pt x="5944873" y="1704185"/>
                </a:lnTo>
                <a:cubicBezTo>
                  <a:pt x="5944771" y="1703980"/>
                  <a:pt x="5944873" y="1703520"/>
                  <a:pt x="5944873" y="1703520"/>
                </a:cubicBezTo>
                <a:lnTo>
                  <a:pt x="5948405" y="1697377"/>
                </a:lnTo>
                <a:cubicBezTo>
                  <a:pt x="5948558" y="1697172"/>
                  <a:pt x="5949019" y="1697019"/>
                  <a:pt x="5949019" y="1697019"/>
                </a:cubicBezTo>
                <a:lnTo>
                  <a:pt x="5956083" y="1697019"/>
                </a:lnTo>
                <a:cubicBezTo>
                  <a:pt x="5956338" y="1697019"/>
                  <a:pt x="5956697" y="1697377"/>
                  <a:pt x="5956697" y="1697377"/>
                </a:cubicBezTo>
                <a:lnTo>
                  <a:pt x="5960227" y="1703520"/>
                </a:lnTo>
                <a:cubicBezTo>
                  <a:pt x="5960330" y="1703723"/>
                  <a:pt x="5960227" y="1704185"/>
                  <a:pt x="5960227" y="1704185"/>
                </a:cubicBezTo>
                <a:lnTo>
                  <a:pt x="5956697" y="1710327"/>
                </a:lnTo>
                <a:cubicBezTo>
                  <a:pt x="5956542" y="1710531"/>
                  <a:pt x="5956083" y="1710685"/>
                  <a:pt x="5956083" y="1710685"/>
                </a:cubicBezTo>
                <a:close/>
                <a:moveTo>
                  <a:pt x="6154307" y="1710685"/>
                </a:moveTo>
                <a:lnTo>
                  <a:pt x="6147243" y="1710685"/>
                </a:lnTo>
                <a:cubicBezTo>
                  <a:pt x="6146988" y="1710685"/>
                  <a:pt x="6146629" y="1710327"/>
                  <a:pt x="6146629" y="1710327"/>
                </a:cubicBezTo>
                <a:lnTo>
                  <a:pt x="6143098" y="1704185"/>
                </a:lnTo>
                <a:cubicBezTo>
                  <a:pt x="6142996" y="1703980"/>
                  <a:pt x="6143098" y="1703520"/>
                  <a:pt x="6143098" y="1703520"/>
                </a:cubicBezTo>
                <a:lnTo>
                  <a:pt x="6146629" y="1697377"/>
                </a:lnTo>
                <a:cubicBezTo>
                  <a:pt x="6146783" y="1697172"/>
                  <a:pt x="6147243" y="1697019"/>
                  <a:pt x="6147243" y="1697019"/>
                </a:cubicBezTo>
                <a:lnTo>
                  <a:pt x="6154307" y="1697019"/>
                </a:lnTo>
                <a:cubicBezTo>
                  <a:pt x="6154562" y="1697019"/>
                  <a:pt x="6154921" y="1697377"/>
                  <a:pt x="6154921" y="1697377"/>
                </a:cubicBezTo>
                <a:lnTo>
                  <a:pt x="6158453" y="1703520"/>
                </a:lnTo>
                <a:cubicBezTo>
                  <a:pt x="6158554" y="1703723"/>
                  <a:pt x="6158453" y="1704185"/>
                  <a:pt x="6158453" y="1704185"/>
                </a:cubicBezTo>
                <a:lnTo>
                  <a:pt x="6154921" y="1710327"/>
                </a:lnTo>
                <a:cubicBezTo>
                  <a:pt x="6154768" y="1710531"/>
                  <a:pt x="6154307" y="1710685"/>
                  <a:pt x="6154307" y="1710685"/>
                </a:cubicBezTo>
                <a:close/>
                <a:moveTo>
                  <a:pt x="6352582" y="1710685"/>
                </a:moveTo>
                <a:lnTo>
                  <a:pt x="6345519" y="1710685"/>
                </a:lnTo>
                <a:cubicBezTo>
                  <a:pt x="6345263" y="1710685"/>
                  <a:pt x="6344904" y="1710327"/>
                  <a:pt x="6344904" y="1710327"/>
                </a:cubicBezTo>
                <a:lnTo>
                  <a:pt x="6341373" y="1704185"/>
                </a:lnTo>
                <a:cubicBezTo>
                  <a:pt x="6341271" y="1703980"/>
                  <a:pt x="6341373" y="1703520"/>
                  <a:pt x="6341373" y="1703520"/>
                </a:cubicBezTo>
                <a:lnTo>
                  <a:pt x="6344904" y="1697377"/>
                </a:lnTo>
                <a:cubicBezTo>
                  <a:pt x="6345058" y="1697172"/>
                  <a:pt x="6345519" y="1697019"/>
                  <a:pt x="6345519" y="1697019"/>
                </a:cubicBezTo>
                <a:lnTo>
                  <a:pt x="6352582" y="1697019"/>
                </a:lnTo>
                <a:cubicBezTo>
                  <a:pt x="6352838" y="1697019"/>
                  <a:pt x="6353196" y="1697377"/>
                  <a:pt x="6353196" y="1697377"/>
                </a:cubicBezTo>
                <a:lnTo>
                  <a:pt x="6356728" y="1703520"/>
                </a:lnTo>
                <a:cubicBezTo>
                  <a:pt x="6356830" y="1703723"/>
                  <a:pt x="6356728" y="1704185"/>
                  <a:pt x="6356728" y="1704185"/>
                </a:cubicBezTo>
                <a:lnTo>
                  <a:pt x="6353196" y="1710327"/>
                </a:lnTo>
                <a:cubicBezTo>
                  <a:pt x="6353043" y="1710531"/>
                  <a:pt x="6352582" y="1710685"/>
                  <a:pt x="6352582" y="1710685"/>
                </a:cubicBezTo>
                <a:close/>
                <a:moveTo>
                  <a:pt x="6550807" y="1710685"/>
                </a:moveTo>
                <a:lnTo>
                  <a:pt x="6543744" y="1710685"/>
                </a:lnTo>
                <a:cubicBezTo>
                  <a:pt x="6543488" y="1710685"/>
                  <a:pt x="6543129" y="1710327"/>
                  <a:pt x="6543129" y="1710327"/>
                </a:cubicBezTo>
                <a:lnTo>
                  <a:pt x="6539598" y="1704185"/>
                </a:lnTo>
                <a:cubicBezTo>
                  <a:pt x="6539495" y="1703980"/>
                  <a:pt x="6539598" y="1703520"/>
                  <a:pt x="6539598" y="1703520"/>
                </a:cubicBezTo>
                <a:lnTo>
                  <a:pt x="6543129" y="1697377"/>
                </a:lnTo>
                <a:cubicBezTo>
                  <a:pt x="6543282" y="1697172"/>
                  <a:pt x="6543744" y="1697019"/>
                  <a:pt x="6543744" y="1697019"/>
                </a:cubicBezTo>
                <a:lnTo>
                  <a:pt x="6550807" y="1697019"/>
                </a:lnTo>
                <a:cubicBezTo>
                  <a:pt x="6551063" y="1697019"/>
                  <a:pt x="6551420" y="1697377"/>
                  <a:pt x="6551420" y="1697377"/>
                </a:cubicBezTo>
                <a:lnTo>
                  <a:pt x="6554953" y="1703520"/>
                </a:lnTo>
                <a:cubicBezTo>
                  <a:pt x="6555055" y="1703723"/>
                  <a:pt x="6554953" y="1704185"/>
                  <a:pt x="6554953" y="1704185"/>
                </a:cubicBezTo>
                <a:lnTo>
                  <a:pt x="6551420" y="1710327"/>
                </a:lnTo>
                <a:cubicBezTo>
                  <a:pt x="6551267" y="1710531"/>
                  <a:pt x="6550807" y="1710685"/>
                  <a:pt x="6550807" y="1710685"/>
                </a:cubicBezTo>
                <a:close/>
                <a:moveTo>
                  <a:pt x="6749031" y="1710685"/>
                </a:moveTo>
                <a:lnTo>
                  <a:pt x="6741967" y="1710685"/>
                </a:lnTo>
                <a:cubicBezTo>
                  <a:pt x="6741711" y="1710685"/>
                  <a:pt x="6741354" y="1710327"/>
                  <a:pt x="6741354" y="1710327"/>
                </a:cubicBezTo>
                <a:lnTo>
                  <a:pt x="6737823" y="1704185"/>
                </a:lnTo>
                <a:cubicBezTo>
                  <a:pt x="6737720" y="1703980"/>
                  <a:pt x="6737823" y="1703520"/>
                  <a:pt x="6737823" y="1703520"/>
                </a:cubicBezTo>
                <a:lnTo>
                  <a:pt x="6741354" y="1697377"/>
                </a:lnTo>
                <a:cubicBezTo>
                  <a:pt x="6741508" y="1697172"/>
                  <a:pt x="6741967" y="1697019"/>
                  <a:pt x="6741967" y="1697019"/>
                </a:cubicBezTo>
                <a:lnTo>
                  <a:pt x="6749031" y="1697019"/>
                </a:lnTo>
                <a:cubicBezTo>
                  <a:pt x="6749287" y="1697019"/>
                  <a:pt x="6749646" y="1697377"/>
                  <a:pt x="6749646" y="1697377"/>
                </a:cubicBezTo>
                <a:lnTo>
                  <a:pt x="6753177" y="1703520"/>
                </a:lnTo>
                <a:cubicBezTo>
                  <a:pt x="6753279" y="1703723"/>
                  <a:pt x="6753177" y="1704185"/>
                  <a:pt x="6753177" y="1704185"/>
                </a:cubicBezTo>
                <a:lnTo>
                  <a:pt x="6749646" y="1710327"/>
                </a:lnTo>
                <a:cubicBezTo>
                  <a:pt x="6749491" y="1710531"/>
                  <a:pt x="6749031" y="1710685"/>
                  <a:pt x="6749031" y="1710685"/>
                </a:cubicBezTo>
                <a:close/>
                <a:moveTo>
                  <a:pt x="6947256" y="1710685"/>
                </a:moveTo>
                <a:lnTo>
                  <a:pt x="6940193" y="1710685"/>
                </a:lnTo>
                <a:cubicBezTo>
                  <a:pt x="6939937" y="1710685"/>
                  <a:pt x="6939578" y="1710327"/>
                  <a:pt x="6939578" y="1710327"/>
                </a:cubicBezTo>
                <a:lnTo>
                  <a:pt x="6936048" y="1704185"/>
                </a:lnTo>
                <a:cubicBezTo>
                  <a:pt x="6935945" y="1703980"/>
                  <a:pt x="6936048" y="1703520"/>
                  <a:pt x="6936048" y="1703520"/>
                </a:cubicBezTo>
                <a:lnTo>
                  <a:pt x="6939578" y="1697377"/>
                </a:lnTo>
                <a:cubicBezTo>
                  <a:pt x="6939733" y="1697172"/>
                  <a:pt x="6940193" y="1697019"/>
                  <a:pt x="6940193" y="1697019"/>
                </a:cubicBezTo>
                <a:lnTo>
                  <a:pt x="6947256" y="1697019"/>
                </a:lnTo>
                <a:cubicBezTo>
                  <a:pt x="6947512" y="1697019"/>
                  <a:pt x="6947870" y="1697377"/>
                  <a:pt x="6947870" y="1697377"/>
                </a:cubicBezTo>
                <a:lnTo>
                  <a:pt x="6951402" y="1703520"/>
                </a:lnTo>
                <a:cubicBezTo>
                  <a:pt x="6951504" y="1703723"/>
                  <a:pt x="6951402" y="1704185"/>
                  <a:pt x="6951402" y="1704185"/>
                </a:cubicBezTo>
                <a:lnTo>
                  <a:pt x="6947870" y="1710327"/>
                </a:lnTo>
                <a:cubicBezTo>
                  <a:pt x="6947717" y="1710531"/>
                  <a:pt x="6947256" y="1710685"/>
                  <a:pt x="6947256" y="1710685"/>
                </a:cubicBezTo>
                <a:close/>
                <a:moveTo>
                  <a:pt x="7145443" y="1710685"/>
                </a:moveTo>
                <a:lnTo>
                  <a:pt x="7138380" y="1710685"/>
                </a:lnTo>
                <a:cubicBezTo>
                  <a:pt x="7138124" y="1710685"/>
                  <a:pt x="7137766" y="1710327"/>
                  <a:pt x="7137766" y="1710327"/>
                </a:cubicBezTo>
                <a:lnTo>
                  <a:pt x="7134233" y="1704185"/>
                </a:lnTo>
                <a:cubicBezTo>
                  <a:pt x="7134131" y="1703980"/>
                  <a:pt x="7134233" y="1703520"/>
                  <a:pt x="7134233" y="1703520"/>
                </a:cubicBezTo>
                <a:lnTo>
                  <a:pt x="7137766" y="1697377"/>
                </a:lnTo>
                <a:cubicBezTo>
                  <a:pt x="7137920" y="1697172"/>
                  <a:pt x="7138380" y="1697019"/>
                  <a:pt x="7138380" y="1697019"/>
                </a:cubicBezTo>
                <a:lnTo>
                  <a:pt x="7145443" y="1697019"/>
                </a:lnTo>
                <a:cubicBezTo>
                  <a:pt x="7145697" y="1697019"/>
                  <a:pt x="7146056" y="1697377"/>
                  <a:pt x="7146056" y="1697377"/>
                </a:cubicBezTo>
                <a:lnTo>
                  <a:pt x="7149590" y="1703520"/>
                </a:lnTo>
                <a:cubicBezTo>
                  <a:pt x="7149692" y="1703723"/>
                  <a:pt x="7149590" y="1704185"/>
                  <a:pt x="7149590" y="1704185"/>
                </a:cubicBezTo>
                <a:lnTo>
                  <a:pt x="7146056" y="1710327"/>
                </a:lnTo>
                <a:cubicBezTo>
                  <a:pt x="7145904" y="1710531"/>
                  <a:pt x="7145443" y="1710685"/>
                  <a:pt x="7145443" y="1710685"/>
                </a:cubicBezTo>
                <a:close/>
                <a:moveTo>
                  <a:pt x="7343533" y="1710685"/>
                </a:moveTo>
                <a:lnTo>
                  <a:pt x="7336472" y="1710685"/>
                </a:lnTo>
                <a:cubicBezTo>
                  <a:pt x="7336216" y="1710685"/>
                  <a:pt x="7335857" y="1710327"/>
                  <a:pt x="7335857" y="1710327"/>
                </a:cubicBezTo>
                <a:lnTo>
                  <a:pt x="7332324" y="1704185"/>
                </a:lnTo>
                <a:cubicBezTo>
                  <a:pt x="7332221" y="1703980"/>
                  <a:pt x="7332324" y="1703520"/>
                  <a:pt x="7332324" y="1703520"/>
                </a:cubicBezTo>
                <a:lnTo>
                  <a:pt x="7335857" y="1697377"/>
                </a:lnTo>
                <a:cubicBezTo>
                  <a:pt x="7336010" y="1697172"/>
                  <a:pt x="7336472" y="1697019"/>
                  <a:pt x="7336472" y="1697019"/>
                </a:cubicBezTo>
                <a:lnTo>
                  <a:pt x="7343533" y="1697019"/>
                </a:lnTo>
                <a:cubicBezTo>
                  <a:pt x="7343791" y="1697019"/>
                  <a:pt x="7344149" y="1697377"/>
                  <a:pt x="7344149" y="1697377"/>
                </a:cubicBezTo>
                <a:lnTo>
                  <a:pt x="7347681" y="1703520"/>
                </a:lnTo>
                <a:cubicBezTo>
                  <a:pt x="7347783" y="1703723"/>
                  <a:pt x="7347681" y="1704185"/>
                  <a:pt x="7347681" y="1704185"/>
                </a:cubicBezTo>
                <a:lnTo>
                  <a:pt x="7344149" y="1710327"/>
                </a:lnTo>
                <a:cubicBezTo>
                  <a:pt x="7343995" y="1710531"/>
                  <a:pt x="7343533" y="1710685"/>
                  <a:pt x="7343533" y="1710685"/>
                </a:cubicBezTo>
                <a:close/>
                <a:moveTo>
                  <a:pt x="7541974" y="1710685"/>
                </a:moveTo>
                <a:lnTo>
                  <a:pt x="7534911" y="1710685"/>
                </a:lnTo>
                <a:cubicBezTo>
                  <a:pt x="7534655" y="1710685"/>
                  <a:pt x="7534297" y="1710327"/>
                  <a:pt x="7534297" y="1710327"/>
                </a:cubicBezTo>
                <a:lnTo>
                  <a:pt x="7530766" y="1704185"/>
                </a:lnTo>
                <a:cubicBezTo>
                  <a:pt x="7530663" y="1703980"/>
                  <a:pt x="7530766" y="1703520"/>
                  <a:pt x="7530766" y="1703520"/>
                </a:cubicBezTo>
                <a:lnTo>
                  <a:pt x="7534297" y="1697377"/>
                </a:lnTo>
                <a:cubicBezTo>
                  <a:pt x="7534450" y="1697172"/>
                  <a:pt x="7534911" y="1697019"/>
                  <a:pt x="7534911" y="1697019"/>
                </a:cubicBezTo>
                <a:lnTo>
                  <a:pt x="7541974" y="1697019"/>
                </a:lnTo>
                <a:cubicBezTo>
                  <a:pt x="7542230" y="1697019"/>
                  <a:pt x="7542588" y="1697377"/>
                  <a:pt x="7542588" y="1697377"/>
                </a:cubicBezTo>
                <a:lnTo>
                  <a:pt x="7546120" y="1703520"/>
                </a:lnTo>
                <a:cubicBezTo>
                  <a:pt x="7546222" y="1703723"/>
                  <a:pt x="7546120" y="1704185"/>
                  <a:pt x="7546120" y="1704185"/>
                </a:cubicBezTo>
                <a:lnTo>
                  <a:pt x="7542588" y="1710327"/>
                </a:lnTo>
                <a:cubicBezTo>
                  <a:pt x="7542435" y="1710531"/>
                  <a:pt x="7541974" y="1710685"/>
                  <a:pt x="7541974" y="1710685"/>
                </a:cubicBezTo>
                <a:close/>
                <a:moveTo>
                  <a:pt x="7740176" y="1710685"/>
                </a:moveTo>
                <a:lnTo>
                  <a:pt x="7733113" y="1710685"/>
                </a:lnTo>
                <a:cubicBezTo>
                  <a:pt x="7732858" y="1710685"/>
                  <a:pt x="7732500" y="1710327"/>
                  <a:pt x="7732500" y="1710327"/>
                </a:cubicBezTo>
                <a:lnTo>
                  <a:pt x="7728969" y="1704185"/>
                </a:lnTo>
                <a:cubicBezTo>
                  <a:pt x="7728866" y="1703980"/>
                  <a:pt x="7728969" y="1703520"/>
                  <a:pt x="7728969" y="1703520"/>
                </a:cubicBezTo>
                <a:lnTo>
                  <a:pt x="7732500" y="1697377"/>
                </a:lnTo>
                <a:cubicBezTo>
                  <a:pt x="7732653" y="1697172"/>
                  <a:pt x="7733113" y="1697019"/>
                  <a:pt x="7733113" y="1697019"/>
                </a:cubicBezTo>
                <a:lnTo>
                  <a:pt x="7740176" y="1697019"/>
                </a:lnTo>
                <a:cubicBezTo>
                  <a:pt x="7740434" y="1697019"/>
                  <a:pt x="7740791" y="1697377"/>
                  <a:pt x="7740791" y="1697377"/>
                </a:cubicBezTo>
                <a:lnTo>
                  <a:pt x="7744323" y="1703520"/>
                </a:lnTo>
                <a:cubicBezTo>
                  <a:pt x="7744425" y="1703723"/>
                  <a:pt x="7744323" y="1704185"/>
                  <a:pt x="7744323" y="1704185"/>
                </a:cubicBezTo>
                <a:lnTo>
                  <a:pt x="7740791" y="1710327"/>
                </a:lnTo>
                <a:cubicBezTo>
                  <a:pt x="7740638" y="1710531"/>
                  <a:pt x="7740176" y="1710685"/>
                  <a:pt x="7740176" y="1710685"/>
                </a:cubicBezTo>
                <a:close/>
                <a:moveTo>
                  <a:pt x="7938405" y="1710685"/>
                </a:moveTo>
                <a:lnTo>
                  <a:pt x="7931341" y="1710685"/>
                </a:lnTo>
                <a:cubicBezTo>
                  <a:pt x="7931086" y="1710685"/>
                  <a:pt x="7930728" y="1710327"/>
                  <a:pt x="7930728" y="1710327"/>
                </a:cubicBezTo>
                <a:lnTo>
                  <a:pt x="7927196" y="1704185"/>
                </a:lnTo>
                <a:cubicBezTo>
                  <a:pt x="7927094" y="1703980"/>
                  <a:pt x="7927196" y="1703520"/>
                  <a:pt x="7927196" y="1703520"/>
                </a:cubicBezTo>
                <a:lnTo>
                  <a:pt x="7930728" y="1697377"/>
                </a:lnTo>
                <a:cubicBezTo>
                  <a:pt x="7930881" y="1697172"/>
                  <a:pt x="7931341" y="1697019"/>
                  <a:pt x="7931341" y="1697019"/>
                </a:cubicBezTo>
                <a:lnTo>
                  <a:pt x="7938405" y="1697019"/>
                </a:lnTo>
                <a:cubicBezTo>
                  <a:pt x="7938661" y="1697019"/>
                  <a:pt x="7939019" y="1697377"/>
                  <a:pt x="7939019" y="1697377"/>
                </a:cubicBezTo>
                <a:lnTo>
                  <a:pt x="7942551" y="1703520"/>
                </a:lnTo>
                <a:cubicBezTo>
                  <a:pt x="7942654" y="1703723"/>
                  <a:pt x="7942551" y="1704185"/>
                  <a:pt x="7942551" y="1704185"/>
                </a:cubicBezTo>
                <a:lnTo>
                  <a:pt x="7939019" y="1710327"/>
                </a:lnTo>
                <a:cubicBezTo>
                  <a:pt x="7938864" y="1710531"/>
                  <a:pt x="7938405" y="1710685"/>
                  <a:pt x="7938405" y="1710685"/>
                </a:cubicBezTo>
                <a:close/>
                <a:moveTo>
                  <a:pt x="8136574" y="1710685"/>
                </a:moveTo>
                <a:lnTo>
                  <a:pt x="8129510" y="1710685"/>
                </a:lnTo>
                <a:cubicBezTo>
                  <a:pt x="8129254" y="1710685"/>
                  <a:pt x="8128896" y="1710327"/>
                  <a:pt x="8128896" y="1710327"/>
                </a:cubicBezTo>
                <a:lnTo>
                  <a:pt x="8125364" y="1704185"/>
                </a:lnTo>
                <a:cubicBezTo>
                  <a:pt x="8125261" y="1703980"/>
                  <a:pt x="8125364" y="1703520"/>
                  <a:pt x="8125364" y="1703520"/>
                </a:cubicBezTo>
                <a:lnTo>
                  <a:pt x="8128896" y="1697377"/>
                </a:lnTo>
                <a:cubicBezTo>
                  <a:pt x="8129049" y="1697172"/>
                  <a:pt x="8129510" y="1697019"/>
                  <a:pt x="8129510" y="1697019"/>
                </a:cubicBezTo>
                <a:lnTo>
                  <a:pt x="8136574" y="1697019"/>
                </a:lnTo>
                <a:cubicBezTo>
                  <a:pt x="8136830" y="1697019"/>
                  <a:pt x="8137188" y="1697377"/>
                  <a:pt x="8137188" y="1697377"/>
                </a:cubicBezTo>
                <a:lnTo>
                  <a:pt x="8140719" y="1703520"/>
                </a:lnTo>
                <a:cubicBezTo>
                  <a:pt x="8140821" y="1703723"/>
                  <a:pt x="8140719" y="1704185"/>
                  <a:pt x="8140719" y="1704185"/>
                </a:cubicBezTo>
                <a:lnTo>
                  <a:pt x="8137188" y="1710327"/>
                </a:lnTo>
                <a:cubicBezTo>
                  <a:pt x="8137035" y="1710531"/>
                  <a:pt x="8136574" y="1710685"/>
                  <a:pt x="8136574" y="1710685"/>
                </a:cubicBezTo>
                <a:close/>
                <a:moveTo>
                  <a:pt x="8334799" y="1710685"/>
                </a:moveTo>
                <a:lnTo>
                  <a:pt x="8327735" y="1710685"/>
                </a:lnTo>
                <a:cubicBezTo>
                  <a:pt x="8327479" y="1710685"/>
                  <a:pt x="8327122" y="1710327"/>
                  <a:pt x="8327122" y="1710327"/>
                </a:cubicBezTo>
                <a:lnTo>
                  <a:pt x="8323590" y="1704185"/>
                </a:lnTo>
                <a:cubicBezTo>
                  <a:pt x="8323487" y="1703980"/>
                  <a:pt x="8323590" y="1703520"/>
                  <a:pt x="8323590" y="1703520"/>
                </a:cubicBezTo>
                <a:lnTo>
                  <a:pt x="8327122" y="1697377"/>
                </a:lnTo>
                <a:cubicBezTo>
                  <a:pt x="8327275" y="1697172"/>
                  <a:pt x="8327735" y="1697019"/>
                  <a:pt x="8327735" y="1697019"/>
                </a:cubicBezTo>
                <a:lnTo>
                  <a:pt x="8334799" y="1697019"/>
                </a:lnTo>
                <a:cubicBezTo>
                  <a:pt x="8335055" y="1697019"/>
                  <a:pt x="8335414" y="1697377"/>
                  <a:pt x="8335414" y="1697377"/>
                </a:cubicBezTo>
                <a:lnTo>
                  <a:pt x="8338944" y="1703520"/>
                </a:lnTo>
                <a:cubicBezTo>
                  <a:pt x="8339047" y="1703723"/>
                  <a:pt x="8338944" y="1704185"/>
                  <a:pt x="8338944" y="1704185"/>
                </a:cubicBezTo>
                <a:lnTo>
                  <a:pt x="8335414" y="1710327"/>
                </a:lnTo>
                <a:cubicBezTo>
                  <a:pt x="8335261" y="1710531"/>
                  <a:pt x="8334799" y="1710685"/>
                  <a:pt x="8334799" y="1710685"/>
                </a:cubicBezTo>
                <a:close/>
                <a:moveTo>
                  <a:pt x="8533112" y="1710685"/>
                </a:moveTo>
                <a:lnTo>
                  <a:pt x="8526048" y="1710685"/>
                </a:lnTo>
                <a:cubicBezTo>
                  <a:pt x="8525792" y="1710685"/>
                  <a:pt x="8525434" y="1710327"/>
                  <a:pt x="8525434" y="1710327"/>
                </a:cubicBezTo>
                <a:lnTo>
                  <a:pt x="8521904" y="1704185"/>
                </a:lnTo>
                <a:cubicBezTo>
                  <a:pt x="8521801" y="1703980"/>
                  <a:pt x="8521904" y="1703520"/>
                  <a:pt x="8521904" y="1703520"/>
                </a:cubicBezTo>
                <a:lnTo>
                  <a:pt x="8525434" y="1697377"/>
                </a:lnTo>
                <a:cubicBezTo>
                  <a:pt x="8525587" y="1697172"/>
                  <a:pt x="8526048" y="1697019"/>
                  <a:pt x="8526048" y="1697019"/>
                </a:cubicBezTo>
                <a:lnTo>
                  <a:pt x="8533112" y="1697019"/>
                </a:lnTo>
                <a:cubicBezTo>
                  <a:pt x="8533367" y="1697019"/>
                  <a:pt x="8533726" y="1697377"/>
                  <a:pt x="8533726" y="1697377"/>
                </a:cubicBezTo>
                <a:lnTo>
                  <a:pt x="8537257" y="1703520"/>
                </a:lnTo>
                <a:cubicBezTo>
                  <a:pt x="8537359" y="1703723"/>
                  <a:pt x="8537257" y="1704185"/>
                  <a:pt x="8537257" y="1704185"/>
                </a:cubicBezTo>
                <a:lnTo>
                  <a:pt x="8533726" y="1710327"/>
                </a:lnTo>
                <a:cubicBezTo>
                  <a:pt x="8533573" y="1710531"/>
                  <a:pt x="8533112" y="1710685"/>
                  <a:pt x="8533112" y="1710685"/>
                </a:cubicBezTo>
                <a:close/>
                <a:moveTo>
                  <a:pt x="8731339" y="1710685"/>
                </a:moveTo>
                <a:lnTo>
                  <a:pt x="8724275" y="1710685"/>
                </a:lnTo>
                <a:cubicBezTo>
                  <a:pt x="8724020" y="1710685"/>
                  <a:pt x="8723661" y="1710327"/>
                  <a:pt x="8723661" y="1710327"/>
                </a:cubicBezTo>
                <a:lnTo>
                  <a:pt x="8720129" y="1704185"/>
                </a:lnTo>
                <a:cubicBezTo>
                  <a:pt x="8720027" y="1703980"/>
                  <a:pt x="8720129" y="1703520"/>
                  <a:pt x="8720129" y="1703520"/>
                </a:cubicBezTo>
                <a:lnTo>
                  <a:pt x="8723661" y="1697377"/>
                </a:lnTo>
                <a:cubicBezTo>
                  <a:pt x="8723815" y="1697172"/>
                  <a:pt x="8724275" y="1697019"/>
                  <a:pt x="8724275" y="1697019"/>
                </a:cubicBezTo>
                <a:lnTo>
                  <a:pt x="8731339" y="1697019"/>
                </a:lnTo>
                <a:cubicBezTo>
                  <a:pt x="8731595" y="1697019"/>
                  <a:pt x="8731953" y="1697377"/>
                  <a:pt x="8731953" y="1697377"/>
                </a:cubicBezTo>
                <a:lnTo>
                  <a:pt x="8735486" y="1703520"/>
                </a:lnTo>
                <a:cubicBezTo>
                  <a:pt x="8735588" y="1703723"/>
                  <a:pt x="8735486" y="1704185"/>
                  <a:pt x="8735486" y="1704185"/>
                </a:cubicBezTo>
                <a:lnTo>
                  <a:pt x="8731953" y="1710327"/>
                </a:lnTo>
                <a:cubicBezTo>
                  <a:pt x="8731799" y="1710531"/>
                  <a:pt x="8731339" y="1710685"/>
                  <a:pt x="8731339" y="1710685"/>
                </a:cubicBezTo>
                <a:close/>
                <a:moveTo>
                  <a:pt x="8929511" y="1710685"/>
                </a:moveTo>
                <a:lnTo>
                  <a:pt x="8922449" y="1710685"/>
                </a:lnTo>
                <a:cubicBezTo>
                  <a:pt x="8922193" y="1710685"/>
                  <a:pt x="8921835" y="1710327"/>
                  <a:pt x="8921835" y="1710327"/>
                </a:cubicBezTo>
                <a:lnTo>
                  <a:pt x="8918303" y="1704185"/>
                </a:lnTo>
                <a:cubicBezTo>
                  <a:pt x="8918201" y="1703980"/>
                  <a:pt x="8918303" y="1703520"/>
                  <a:pt x="8918303" y="1703520"/>
                </a:cubicBezTo>
                <a:lnTo>
                  <a:pt x="8921835" y="1697377"/>
                </a:lnTo>
                <a:cubicBezTo>
                  <a:pt x="8921988" y="1697172"/>
                  <a:pt x="8922449" y="1697019"/>
                  <a:pt x="8922449" y="1697019"/>
                </a:cubicBezTo>
                <a:lnTo>
                  <a:pt x="8929511" y="1697019"/>
                </a:lnTo>
                <a:cubicBezTo>
                  <a:pt x="8929767" y="1697019"/>
                  <a:pt x="8930126" y="1697377"/>
                  <a:pt x="8930126" y="1697377"/>
                </a:cubicBezTo>
                <a:lnTo>
                  <a:pt x="8933658" y="1703520"/>
                </a:lnTo>
                <a:cubicBezTo>
                  <a:pt x="8933760" y="1703723"/>
                  <a:pt x="8933658" y="1704185"/>
                  <a:pt x="8933658" y="1704185"/>
                </a:cubicBezTo>
                <a:lnTo>
                  <a:pt x="8930126" y="1710327"/>
                </a:lnTo>
                <a:cubicBezTo>
                  <a:pt x="8929972" y="1710531"/>
                  <a:pt x="8929511" y="1710685"/>
                  <a:pt x="8929511" y="1710685"/>
                </a:cubicBezTo>
                <a:close/>
                <a:moveTo>
                  <a:pt x="9127812" y="1710685"/>
                </a:moveTo>
                <a:lnTo>
                  <a:pt x="9120748" y="1710685"/>
                </a:lnTo>
                <a:cubicBezTo>
                  <a:pt x="9120493" y="1710685"/>
                  <a:pt x="9120135" y="1710327"/>
                  <a:pt x="9120135" y="1710327"/>
                </a:cubicBezTo>
                <a:lnTo>
                  <a:pt x="9116603" y="1704185"/>
                </a:lnTo>
                <a:cubicBezTo>
                  <a:pt x="9116500" y="1703980"/>
                  <a:pt x="9116603" y="1703520"/>
                  <a:pt x="9116603" y="1703520"/>
                </a:cubicBezTo>
                <a:lnTo>
                  <a:pt x="9120135" y="1697377"/>
                </a:lnTo>
                <a:cubicBezTo>
                  <a:pt x="9120288" y="1697172"/>
                  <a:pt x="9120748" y="1697019"/>
                  <a:pt x="9120748" y="1697019"/>
                </a:cubicBezTo>
                <a:lnTo>
                  <a:pt x="9127812" y="1697019"/>
                </a:lnTo>
                <a:cubicBezTo>
                  <a:pt x="9128067" y="1697019"/>
                  <a:pt x="9128426" y="1697377"/>
                  <a:pt x="9128426" y="1697377"/>
                </a:cubicBezTo>
                <a:lnTo>
                  <a:pt x="9131958" y="1703520"/>
                </a:lnTo>
                <a:cubicBezTo>
                  <a:pt x="9132060" y="1703723"/>
                  <a:pt x="9131958" y="1704185"/>
                  <a:pt x="9131958" y="1704185"/>
                </a:cubicBezTo>
                <a:lnTo>
                  <a:pt x="9128426" y="1710327"/>
                </a:lnTo>
                <a:cubicBezTo>
                  <a:pt x="9128273" y="1710531"/>
                  <a:pt x="9127812" y="1710685"/>
                  <a:pt x="9127812" y="1710685"/>
                </a:cubicBezTo>
                <a:close/>
                <a:moveTo>
                  <a:pt x="9325944" y="1710685"/>
                </a:moveTo>
                <a:lnTo>
                  <a:pt x="9318881" y="1710685"/>
                </a:lnTo>
                <a:cubicBezTo>
                  <a:pt x="9318623" y="1710685"/>
                  <a:pt x="9318267" y="1710327"/>
                  <a:pt x="9318267" y="1710327"/>
                </a:cubicBezTo>
                <a:lnTo>
                  <a:pt x="9314734" y="1704185"/>
                </a:lnTo>
                <a:cubicBezTo>
                  <a:pt x="9314631" y="1703980"/>
                  <a:pt x="9314734" y="1703520"/>
                  <a:pt x="9314734" y="1703520"/>
                </a:cubicBezTo>
                <a:lnTo>
                  <a:pt x="9318267" y="1697377"/>
                </a:lnTo>
                <a:cubicBezTo>
                  <a:pt x="9318420" y="1697172"/>
                  <a:pt x="9318881" y="1697019"/>
                  <a:pt x="9318881" y="1697019"/>
                </a:cubicBezTo>
                <a:lnTo>
                  <a:pt x="9325944" y="1697019"/>
                </a:lnTo>
                <a:cubicBezTo>
                  <a:pt x="9326200" y="1697019"/>
                  <a:pt x="9326559" y="1697377"/>
                  <a:pt x="9326559" y="1697377"/>
                </a:cubicBezTo>
                <a:lnTo>
                  <a:pt x="9330088" y="1703520"/>
                </a:lnTo>
                <a:cubicBezTo>
                  <a:pt x="9330191" y="1703723"/>
                  <a:pt x="9330088" y="1704185"/>
                  <a:pt x="9330088" y="1704185"/>
                </a:cubicBezTo>
                <a:lnTo>
                  <a:pt x="9326559" y="1710327"/>
                </a:lnTo>
                <a:cubicBezTo>
                  <a:pt x="9326404" y="1710531"/>
                  <a:pt x="9325944" y="1710685"/>
                  <a:pt x="9325944" y="1710685"/>
                </a:cubicBezTo>
                <a:close/>
                <a:moveTo>
                  <a:pt x="9524251" y="1710685"/>
                </a:moveTo>
                <a:lnTo>
                  <a:pt x="9517188" y="1710685"/>
                </a:lnTo>
                <a:cubicBezTo>
                  <a:pt x="9516932" y="1710685"/>
                  <a:pt x="9516573" y="1710327"/>
                  <a:pt x="9516573" y="1710327"/>
                </a:cubicBezTo>
                <a:lnTo>
                  <a:pt x="9513042" y="1704185"/>
                </a:lnTo>
                <a:cubicBezTo>
                  <a:pt x="9512940" y="1703980"/>
                  <a:pt x="9513042" y="1703520"/>
                  <a:pt x="9513042" y="1703520"/>
                </a:cubicBezTo>
                <a:lnTo>
                  <a:pt x="9516573" y="1697377"/>
                </a:lnTo>
                <a:cubicBezTo>
                  <a:pt x="9516727" y="1697172"/>
                  <a:pt x="9517188" y="1697019"/>
                  <a:pt x="9517188" y="1697019"/>
                </a:cubicBezTo>
                <a:lnTo>
                  <a:pt x="9524251" y="1697019"/>
                </a:lnTo>
                <a:cubicBezTo>
                  <a:pt x="9524508" y="1697019"/>
                  <a:pt x="9524865" y="1697377"/>
                  <a:pt x="9524865" y="1697377"/>
                </a:cubicBezTo>
                <a:lnTo>
                  <a:pt x="9528397" y="1703520"/>
                </a:lnTo>
                <a:cubicBezTo>
                  <a:pt x="9528499" y="1703723"/>
                  <a:pt x="9528397" y="1704185"/>
                  <a:pt x="9528397" y="1704185"/>
                </a:cubicBezTo>
                <a:lnTo>
                  <a:pt x="9524865" y="1710327"/>
                </a:lnTo>
                <a:cubicBezTo>
                  <a:pt x="9524711" y="1710531"/>
                  <a:pt x="9524251" y="1710685"/>
                  <a:pt x="9524251" y="1710685"/>
                </a:cubicBezTo>
                <a:close/>
                <a:moveTo>
                  <a:pt x="9722509" y="1710685"/>
                </a:moveTo>
                <a:lnTo>
                  <a:pt x="9715446" y="1710685"/>
                </a:lnTo>
                <a:cubicBezTo>
                  <a:pt x="9715191" y="1710685"/>
                  <a:pt x="9714832" y="1710327"/>
                  <a:pt x="9714832" y="1710327"/>
                </a:cubicBezTo>
                <a:lnTo>
                  <a:pt x="9711301" y="1704185"/>
                </a:lnTo>
                <a:cubicBezTo>
                  <a:pt x="9711199" y="1703980"/>
                  <a:pt x="9711301" y="1703520"/>
                  <a:pt x="9711301" y="1703520"/>
                </a:cubicBezTo>
                <a:lnTo>
                  <a:pt x="9714832" y="1697377"/>
                </a:lnTo>
                <a:cubicBezTo>
                  <a:pt x="9714986" y="1697172"/>
                  <a:pt x="9715446" y="1697019"/>
                  <a:pt x="9715446" y="1697019"/>
                </a:cubicBezTo>
                <a:lnTo>
                  <a:pt x="9722509" y="1697019"/>
                </a:lnTo>
                <a:cubicBezTo>
                  <a:pt x="9722765" y="1697019"/>
                  <a:pt x="9723123" y="1697377"/>
                  <a:pt x="9723123" y="1697377"/>
                </a:cubicBezTo>
                <a:lnTo>
                  <a:pt x="9726655" y="1703520"/>
                </a:lnTo>
                <a:cubicBezTo>
                  <a:pt x="9726758" y="1703723"/>
                  <a:pt x="9726655" y="1704185"/>
                  <a:pt x="9726655" y="1704185"/>
                </a:cubicBezTo>
                <a:lnTo>
                  <a:pt x="9723123" y="1710327"/>
                </a:lnTo>
                <a:cubicBezTo>
                  <a:pt x="9722970" y="1710531"/>
                  <a:pt x="9722509" y="1710685"/>
                  <a:pt x="9722509" y="1710685"/>
                </a:cubicBezTo>
                <a:close/>
                <a:moveTo>
                  <a:pt x="9920717" y="1710685"/>
                </a:moveTo>
                <a:lnTo>
                  <a:pt x="9913655" y="1710685"/>
                </a:lnTo>
                <a:cubicBezTo>
                  <a:pt x="9913398" y="1710685"/>
                  <a:pt x="9913041" y="1710327"/>
                  <a:pt x="9913041" y="1710327"/>
                </a:cubicBezTo>
                <a:lnTo>
                  <a:pt x="9909509" y="1704185"/>
                </a:lnTo>
                <a:cubicBezTo>
                  <a:pt x="9909406" y="1703980"/>
                  <a:pt x="9909509" y="1703520"/>
                  <a:pt x="9909509" y="1703520"/>
                </a:cubicBezTo>
                <a:lnTo>
                  <a:pt x="9913041" y="1697377"/>
                </a:lnTo>
                <a:cubicBezTo>
                  <a:pt x="9913194" y="1697172"/>
                  <a:pt x="9913655" y="1697019"/>
                  <a:pt x="9913655" y="1697019"/>
                </a:cubicBezTo>
                <a:lnTo>
                  <a:pt x="9920717" y="1697019"/>
                </a:lnTo>
                <a:cubicBezTo>
                  <a:pt x="9920974" y="1697019"/>
                  <a:pt x="9921332" y="1697377"/>
                  <a:pt x="9921332" y="1697377"/>
                </a:cubicBezTo>
                <a:lnTo>
                  <a:pt x="9924863" y="1703520"/>
                </a:lnTo>
                <a:cubicBezTo>
                  <a:pt x="9924966" y="1703723"/>
                  <a:pt x="9924863" y="1704185"/>
                  <a:pt x="9924863" y="1704185"/>
                </a:cubicBezTo>
                <a:lnTo>
                  <a:pt x="9921332" y="1710327"/>
                </a:lnTo>
                <a:cubicBezTo>
                  <a:pt x="9921177" y="1710531"/>
                  <a:pt x="9920717" y="1710685"/>
                  <a:pt x="9920717" y="1710685"/>
                </a:cubicBezTo>
                <a:close/>
                <a:moveTo>
                  <a:pt x="10119046" y="1710685"/>
                </a:moveTo>
                <a:lnTo>
                  <a:pt x="10111982" y="1710685"/>
                </a:lnTo>
                <a:cubicBezTo>
                  <a:pt x="10111727" y="1710685"/>
                  <a:pt x="10111368" y="1710327"/>
                  <a:pt x="10111368" y="1710327"/>
                </a:cubicBezTo>
                <a:lnTo>
                  <a:pt x="10107838" y="1704185"/>
                </a:lnTo>
                <a:cubicBezTo>
                  <a:pt x="10107735" y="1703980"/>
                  <a:pt x="10107838" y="1703520"/>
                  <a:pt x="10107838" y="1703520"/>
                </a:cubicBezTo>
                <a:lnTo>
                  <a:pt x="10111368" y="1697377"/>
                </a:lnTo>
                <a:cubicBezTo>
                  <a:pt x="10111522" y="1697172"/>
                  <a:pt x="10111982" y="1697019"/>
                  <a:pt x="10111982" y="1697019"/>
                </a:cubicBezTo>
                <a:lnTo>
                  <a:pt x="10119046" y="1697019"/>
                </a:lnTo>
                <a:cubicBezTo>
                  <a:pt x="10119302" y="1697019"/>
                  <a:pt x="10119660" y="1697377"/>
                  <a:pt x="10119660" y="1697377"/>
                </a:cubicBezTo>
                <a:lnTo>
                  <a:pt x="10123191" y="1703520"/>
                </a:lnTo>
                <a:cubicBezTo>
                  <a:pt x="10123294" y="1703723"/>
                  <a:pt x="10123191" y="1704185"/>
                  <a:pt x="10123191" y="1704185"/>
                </a:cubicBezTo>
                <a:lnTo>
                  <a:pt x="10119660" y="1710327"/>
                </a:lnTo>
                <a:cubicBezTo>
                  <a:pt x="10119507" y="1710531"/>
                  <a:pt x="10119046" y="1710685"/>
                  <a:pt x="10119046" y="1710685"/>
                </a:cubicBezTo>
                <a:close/>
                <a:moveTo>
                  <a:pt x="10317233" y="1710685"/>
                </a:moveTo>
                <a:lnTo>
                  <a:pt x="10310170" y="1710685"/>
                </a:lnTo>
                <a:cubicBezTo>
                  <a:pt x="10309914" y="1710685"/>
                  <a:pt x="10309556" y="1710327"/>
                  <a:pt x="10309556" y="1710327"/>
                </a:cubicBezTo>
                <a:lnTo>
                  <a:pt x="10306025" y="1704185"/>
                </a:lnTo>
                <a:cubicBezTo>
                  <a:pt x="10305922" y="1703980"/>
                  <a:pt x="10306025" y="1703520"/>
                  <a:pt x="10306025" y="1703520"/>
                </a:cubicBezTo>
                <a:lnTo>
                  <a:pt x="10309556" y="1697377"/>
                </a:lnTo>
                <a:cubicBezTo>
                  <a:pt x="10309709" y="1697172"/>
                  <a:pt x="10310170" y="1697019"/>
                  <a:pt x="10310170" y="1697019"/>
                </a:cubicBezTo>
                <a:lnTo>
                  <a:pt x="10317233" y="1697019"/>
                </a:lnTo>
                <a:cubicBezTo>
                  <a:pt x="10317490" y="1697019"/>
                  <a:pt x="10317848" y="1697377"/>
                  <a:pt x="10317848" y="1697377"/>
                </a:cubicBezTo>
                <a:lnTo>
                  <a:pt x="10321379" y="1703520"/>
                </a:lnTo>
                <a:cubicBezTo>
                  <a:pt x="10321482" y="1703723"/>
                  <a:pt x="10321379" y="1704185"/>
                  <a:pt x="10321379" y="1704185"/>
                </a:cubicBezTo>
                <a:lnTo>
                  <a:pt x="10317848" y="1710327"/>
                </a:lnTo>
                <a:cubicBezTo>
                  <a:pt x="10317694" y="1710531"/>
                  <a:pt x="10317233" y="1710685"/>
                  <a:pt x="10317233" y="1710685"/>
                </a:cubicBezTo>
                <a:close/>
                <a:moveTo>
                  <a:pt x="11254" y="1873997"/>
                </a:moveTo>
                <a:lnTo>
                  <a:pt x="4192" y="1873997"/>
                </a:lnTo>
                <a:cubicBezTo>
                  <a:pt x="3935" y="1873997"/>
                  <a:pt x="3578" y="1873640"/>
                  <a:pt x="3578" y="1873640"/>
                </a:cubicBezTo>
                <a:lnTo>
                  <a:pt x="46" y="1867498"/>
                </a:lnTo>
                <a:cubicBezTo>
                  <a:pt x="-57" y="1867293"/>
                  <a:pt x="46" y="1866832"/>
                  <a:pt x="46" y="1866832"/>
                </a:cubicBezTo>
                <a:lnTo>
                  <a:pt x="3578" y="1860690"/>
                </a:lnTo>
                <a:cubicBezTo>
                  <a:pt x="3731" y="1860486"/>
                  <a:pt x="4192" y="1860333"/>
                  <a:pt x="4192" y="1860333"/>
                </a:cubicBezTo>
                <a:lnTo>
                  <a:pt x="11254" y="1860333"/>
                </a:lnTo>
                <a:cubicBezTo>
                  <a:pt x="11511" y="1860333"/>
                  <a:pt x="11868" y="1860690"/>
                  <a:pt x="11868" y="1860690"/>
                </a:cubicBezTo>
                <a:lnTo>
                  <a:pt x="15400" y="1866832"/>
                </a:lnTo>
                <a:cubicBezTo>
                  <a:pt x="15503" y="1867037"/>
                  <a:pt x="15400" y="1867498"/>
                  <a:pt x="15400" y="1867498"/>
                </a:cubicBezTo>
                <a:lnTo>
                  <a:pt x="11868" y="1873640"/>
                </a:lnTo>
                <a:cubicBezTo>
                  <a:pt x="11716" y="1873844"/>
                  <a:pt x="11254" y="1873997"/>
                  <a:pt x="11254" y="1873997"/>
                </a:cubicBezTo>
                <a:close/>
                <a:moveTo>
                  <a:pt x="209480" y="1873997"/>
                </a:moveTo>
                <a:lnTo>
                  <a:pt x="202416" y="1873997"/>
                </a:lnTo>
                <a:cubicBezTo>
                  <a:pt x="202160" y="1873997"/>
                  <a:pt x="201803" y="1873640"/>
                  <a:pt x="201803" y="1873640"/>
                </a:cubicBezTo>
                <a:lnTo>
                  <a:pt x="198270" y="1867498"/>
                </a:lnTo>
                <a:cubicBezTo>
                  <a:pt x="198168" y="1867293"/>
                  <a:pt x="198270" y="1866832"/>
                  <a:pt x="198270" y="1866832"/>
                </a:cubicBezTo>
                <a:lnTo>
                  <a:pt x="201803" y="1860690"/>
                </a:lnTo>
                <a:cubicBezTo>
                  <a:pt x="201955" y="1860486"/>
                  <a:pt x="202416" y="1860333"/>
                  <a:pt x="202416" y="1860333"/>
                </a:cubicBezTo>
                <a:lnTo>
                  <a:pt x="209480" y="1860333"/>
                </a:lnTo>
                <a:cubicBezTo>
                  <a:pt x="209735" y="1860333"/>
                  <a:pt x="210094" y="1860690"/>
                  <a:pt x="210094" y="1860690"/>
                </a:cubicBezTo>
                <a:lnTo>
                  <a:pt x="213625" y="1866832"/>
                </a:lnTo>
                <a:cubicBezTo>
                  <a:pt x="213727" y="1867037"/>
                  <a:pt x="213625" y="1867498"/>
                  <a:pt x="213625" y="1867498"/>
                </a:cubicBezTo>
                <a:lnTo>
                  <a:pt x="210094" y="1873640"/>
                </a:lnTo>
                <a:cubicBezTo>
                  <a:pt x="209940" y="1873844"/>
                  <a:pt x="209480" y="1873997"/>
                  <a:pt x="209480" y="1873997"/>
                </a:cubicBezTo>
                <a:close/>
                <a:moveTo>
                  <a:pt x="407754" y="1873997"/>
                </a:moveTo>
                <a:lnTo>
                  <a:pt x="400692" y="1873997"/>
                </a:lnTo>
                <a:cubicBezTo>
                  <a:pt x="400436" y="1873997"/>
                  <a:pt x="400078" y="1873640"/>
                  <a:pt x="400078" y="1873640"/>
                </a:cubicBezTo>
                <a:lnTo>
                  <a:pt x="396546" y="1867498"/>
                </a:lnTo>
                <a:cubicBezTo>
                  <a:pt x="396444" y="1867293"/>
                  <a:pt x="396546" y="1866832"/>
                  <a:pt x="396546" y="1866832"/>
                </a:cubicBezTo>
                <a:lnTo>
                  <a:pt x="400078" y="1860690"/>
                </a:lnTo>
                <a:cubicBezTo>
                  <a:pt x="400231" y="1860486"/>
                  <a:pt x="400692" y="1860333"/>
                  <a:pt x="400692" y="1860333"/>
                </a:cubicBezTo>
                <a:lnTo>
                  <a:pt x="407754" y="1860333"/>
                </a:lnTo>
                <a:cubicBezTo>
                  <a:pt x="408011" y="1860333"/>
                  <a:pt x="408369" y="1860690"/>
                  <a:pt x="408369" y="1860690"/>
                </a:cubicBezTo>
                <a:lnTo>
                  <a:pt x="411900" y="1866832"/>
                </a:lnTo>
                <a:cubicBezTo>
                  <a:pt x="412002" y="1867037"/>
                  <a:pt x="411900" y="1867498"/>
                  <a:pt x="411900" y="1867498"/>
                </a:cubicBezTo>
                <a:lnTo>
                  <a:pt x="408369" y="1873640"/>
                </a:lnTo>
                <a:cubicBezTo>
                  <a:pt x="408214" y="1873844"/>
                  <a:pt x="407754" y="1873997"/>
                  <a:pt x="407754" y="1873997"/>
                </a:cubicBezTo>
                <a:close/>
                <a:moveTo>
                  <a:pt x="605979" y="1873997"/>
                </a:moveTo>
                <a:lnTo>
                  <a:pt x="598916" y="1873997"/>
                </a:lnTo>
                <a:cubicBezTo>
                  <a:pt x="598661" y="1873997"/>
                  <a:pt x="598302" y="1873640"/>
                  <a:pt x="598302" y="1873640"/>
                </a:cubicBezTo>
                <a:lnTo>
                  <a:pt x="594770" y="1867498"/>
                </a:lnTo>
                <a:cubicBezTo>
                  <a:pt x="594668" y="1867293"/>
                  <a:pt x="594770" y="1866832"/>
                  <a:pt x="594770" y="1866832"/>
                </a:cubicBezTo>
                <a:lnTo>
                  <a:pt x="598302" y="1860690"/>
                </a:lnTo>
                <a:cubicBezTo>
                  <a:pt x="598455" y="1860486"/>
                  <a:pt x="598916" y="1860333"/>
                  <a:pt x="598916" y="1860333"/>
                </a:cubicBezTo>
                <a:lnTo>
                  <a:pt x="605979" y="1860333"/>
                </a:lnTo>
                <a:cubicBezTo>
                  <a:pt x="606235" y="1860333"/>
                  <a:pt x="606593" y="1860690"/>
                  <a:pt x="606593" y="1860690"/>
                </a:cubicBezTo>
                <a:lnTo>
                  <a:pt x="610125" y="1866832"/>
                </a:lnTo>
                <a:cubicBezTo>
                  <a:pt x="610227" y="1867037"/>
                  <a:pt x="610125" y="1867498"/>
                  <a:pt x="610125" y="1867498"/>
                </a:cubicBezTo>
                <a:lnTo>
                  <a:pt x="606593" y="1873640"/>
                </a:lnTo>
                <a:cubicBezTo>
                  <a:pt x="606440" y="1873844"/>
                  <a:pt x="605979" y="1873997"/>
                  <a:pt x="605979" y="1873997"/>
                </a:cubicBezTo>
                <a:close/>
                <a:moveTo>
                  <a:pt x="804204" y="1873997"/>
                </a:moveTo>
                <a:lnTo>
                  <a:pt x="797140" y="1873997"/>
                </a:lnTo>
                <a:cubicBezTo>
                  <a:pt x="796886" y="1873997"/>
                  <a:pt x="796526" y="1873640"/>
                  <a:pt x="796526" y="1873640"/>
                </a:cubicBezTo>
                <a:lnTo>
                  <a:pt x="792995" y="1867498"/>
                </a:lnTo>
                <a:cubicBezTo>
                  <a:pt x="792893" y="1867293"/>
                  <a:pt x="792995" y="1866832"/>
                  <a:pt x="792995" y="1866832"/>
                </a:cubicBezTo>
                <a:lnTo>
                  <a:pt x="796526" y="1860690"/>
                </a:lnTo>
                <a:cubicBezTo>
                  <a:pt x="796680" y="1860486"/>
                  <a:pt x="797140" y="1860333"/>
                  <a:pt x="797140" y="1860333"/>
                </a:cubicBezTo>
                <a:lnTo>
                  <a:pt x="804204" y="1860333"/>
                </a:lnTo>
                <a:cubicBezTo>
                  <a:pt x="804460" y="1860333"/>
                  <a:pt x="804818" y="1860690"/>
                  <a:pt x="804818" y="1860690"/>
                </a:cubicBezTo>
                <a:lnTo>
                  <a:pt x="808350" y="1866832"/>
                </a:lnTo>
                <a:cubicBezTo>
                  <a:pt x="808452" y="1867037"/>
                  <a:pt x="808350" y="1867498"/>
                  <a:pt x="808350" y="1867498"/>
                </a:cubicBezTo>
                <a:lnTo>
                  <a:pt x="804818" y="1873640"/>
                </a:lnTo>
                <a:cubicBezTo>
                  <a:pt x="804665" y="1873844"/>
                  <a:pt x="804204" y="1873997"/>
                  <a:pt x="804204" y="1873997"/>
                </a:cubicBezTo>
                <a:close/>
                <a:moveTo>
                  <a:pt x="1002428" y="1873997"/>
                </a:moveTo>
                <a:lnTo>
                  <a:pt x="995366" y="1873997"/>
                </a:lnTo>
                <a:cubicBezTo>
                  <a:pt x="995110" y="1873997"/>
                  <a:pt x="994752" y="1873640"/>
                  <a:pt x="994752" y="1873640"/>
                </a:cubicBezTo>
                <a:lnTo>
                  <a:pt x="991220" y="1867498"/>
                </a:lnTo>
                <a:cubicBezTo>
                  <a:pt x="991117" y="1867293"/>
                  <a:pt x="991220" y="1866832"/>
                  <a:pt x="991220" y="1866832"/>
                </a:cubicBezTo>
                <a:lnTo>
                  <a:pt x="994752" y="1860690"/>
                </a:lnTo>
                <a:cubicBezTo>
                  <a:pt x="994905" y="1860486"/>
                  <a:pt x="995366" y="1860333"/>
                  <a:pt x="995366" y="1860333"/>
                </a:cubicBezTo>
                <a:lnTo>
                  <a:pt x="1002428" y="1860333"/>
                </a:lnTo>
                <a:cubicBezTo>
                  <a:pt x="1002685" y="1860333"/>
                  <a:pt x="1003042" y="1860690"/>
                  <a:pt x="1003042" y="1860690"/>
                </a:cubicBezTo>
                <a:lnTo>
                  <a:pt x="1006574" y="1866832"/>
                </a:lnTo>
                <a:cubicBezTo>
                  <a:pt x="1006677" y="1867037"/>
                  <a:pt x="1006574" y="1867498"/>
                  <a:pt x="1006574" y="1867498"/>
                </a:cubicBezTo>
                <a:lnTo>
                  <a:pt x="1003042" y="1873640"/>
                </a:lnTo>
                <a:cubicBezTo>
                  <a:pt x="1002889" y="1873844"/>
                  <a:pt x="1002428" y="1873997"/>
                  <a:pt x="1002428" y="1873997"/>
                </a:cubicBezTo>
                <a:close/>
                <a:moveTo>
                  <a:pt x="1200704" y="1873997"/>
                </a:moveTo>
                <a:lnTo>
                  <a:pt x="1193642" y="1873997"/>
                </a:lnTo>
                <a:cubicBezTo>
                  <a:pt x="1193386" y="1873997"/>
                  <a:pt x="1193028" y="1873640"/>
                  <a:pt x="1193028" y="1873640"/>
                </a:cubicBezTo>
                <a:lnTo>
                  <a:pt x="1189495" y="1867498"/>
                </a:lnTo>
                <a:cubicBezTo>
                  <a:pt x="1189393" y="1867293"/>
                  <a:pt x="1189495" y="1866832"/>
                  <a:pt x="1189495" y="1866832"/>
                </a:cubicBezTo>
                <a:lnTo>
                  <a:pt x="1193028" y="1860690"/>
                </a:lnTo>
                <a:cubicBezTo>
                  <a:pt x="1193180" y="1860486"/>
                  <a:pt x="1193642" y="1860333"/>
                  <a:pt x="1193642" y="1860333"/>
                </a:cubicBezTo>
                <a:lnTo>
                  <a:pt x="1200704" y="1860333"/>
                </a:lnTo>
                <a:cubicBezTo>
                  <a:pt x="1200960" y="1860333"/>
                  <a:pt x="1201318" y="1860690"/>
                  <a:pt x="1201318" y="1860690"/>
                </a:cubicBezTo>
                <a:lnTo>
                  <a:pt x="1204850" y="1866832"/>
                </a:lnTo>
                <a:cubicBezTo>
                  <a:pt x="1204952" y="1867037"/>
                  <a:pt x="1204850" y="1867498"/>
                  <a:pt x="1204850" y="1867498"/>
                </a:cubicBezTo>
                <a:lnTo>
                  <a:pt x="1201318" y="1873640"/>
                </a:lnTo>
                <a:cubicBezTo>
                  <a:pt x="1201165" y="1873844"/>
                  <a:pt x="1200704" y="1873997"/>
                  <a:pt x="1200704" y="1873997"/>
                </a:cubicBezTo>
                <a:close/>
                <a:moveTo>
                  <a:pt x="1398928" y="1873997"/>
                </a:moveTo>
                <a:lnTo>
                  <a:pt x="1391866" y="1873997"/>
                </a:lnTo>
                <a:cubicBezTo>
                  <a:pt x="1391610" y="1873997"/>
                  <a:pt x="1391252" y="1873640"/>
                  <a:pt x="1391252" y="1873640"/>
                </a:cubicBezTo>
                <a:lnTo>
                  <a:pt x="1387720" y="1867498"/>
                </a:lnTo>
                <a:cubicBezTo>
                  <a:pt x="1387617" y="1867293"/>
                  <a:pt x="1387720" y="1866832"/>
                  <a:pt x="1387720" y="1866832"/>
                </a:cubicBezTo>
                <a:lnTo>
                  <a:pt x="1391252" y="1860690"/>
                </a:lnTo>
                <a:cubicBezTo>
                  <a:pt x="1391406" y="1860486"/>
                  <a:pt x="1391866" y="1860333"/>
                  <a:pt x="1391866" y="1860333"/>
                </a:cubicBezTo>
                <a:lnTo>
                  <a:pt x="1398928" y="1860333"/>
                </a:lnTo>
                <a:cubicBezTo>
                  <a:pt x="1399185" y="1860333"/>
                  <a:pt x="1399544" y="1860690"/>
                  <a:pt x="1399544" y="1860690"/>
                </a:cubicBezTo>
                <a:lnTo>
                  <a:pt x="1403074" y="1866832"/>
                </a:lnTo>
                <a:cubicBezTo>
                  <a:pt x="1403177" y="1867037"/>
                  <a:pt x="1403074" y="1867498"/>
                  <a:pt x="1403074" y="1867498"/>
                </a:cubicBezTo>
                <a:lnTo>
                  <a:pt x="1399544" y="1873640"/>
                </a:lnTo>
                <a:cubicBezTo>
                  <a:pt x="1399389" y="1873844"/>
                  <a:pt x="1398928" y="1873997"/>
                  <a:pt x="1398928" y="1873997"/>
                </a:cubicBezTo>
                <a:close/>
                <a:moveTo>
                  <a:pt x="1597154" y="1873997"/>
                </a:moveTo>
                <a:lnTo>
                  <a:pt x="1590090" y="1873997"/>
                </a:lnTo>
                <a:cubicBezTo>
                  <a:pt x="1589834" y="1873997"/>
                  <a:pt x="1589476" y="1873640"/>
                  <a:pt x="1589476" y="1873640"/>
                </a:cubicBezTo>
                <a:lnTo>
                  <a:pt x="1585944" y="1867498"/>
                </a:lnTo>
                <a:cubicBezTo>
                  <a:pt x="1585842" y="1867293"/>
                  <a:pt x="1585944" y="1866832"/>
                  <a:pt x="1585944" y="1866832"/>
                </a:cubicBezTo>
                <a:lnTo>
                  <a:pt x="1589476" y="1860690"/>
                </a:lnTo>
                <a:cubicBezTo>
                  <a:pt x="1589630" y="1860486"/>
                  <a:pt x="1590090" y="1860333"/>
                  <a:pt x="1590090" y="1860333"/>
                </a:cubicBezTo>
                <a:lnTo>
                  <a:pt x="1597154" y="1860333"/>
                </a:lnTo>
                <a:cubicBezTo>
                  <a:pt x="1597409" y="1860333"/>
                  <a:pt x="1597768" y="1860690"/>
                  <a:pt x="1597768" y="1860690"/>
                </a:cubicBezTo>
                <a:lnTo>
                  <a:pt x="1601298" y="1866832"/>
                </a:lnTo>
                <a:cubicBezTo>
                  <a:pt x="1601401" y="1867037"/>
                  <a:pt x="1601298" y="1867498"/>
                  <a:pt x="1601298" y="1867498"/>
                </a:cubicBezTo>
                <a:lnTo>
                  <a:pt x="1597768" y="1873640"/>
                </a:lnTo>
                <a:cubicBezTo>
                  <a:pt x="1597614" y="1873844"/>
                  <a:pt x="1597154" y="1873997"/>
                  <a:pt x="1597154" y="1873997"/>
                </a:cubicBezTo>
                <a:close/>
                <a:moveTo>
                  <a:pt x="1795378" y="1873997"/>
                </a:moveTo>
                <a:lnTo>
                  <a:pt x="1788315" y="1873997"/>
                </a:lnTo>
                <a:cubicBezTo>
                  <a:pt x="1788060" y="1873997"/>
                  <a:pt x="1787701" y="1873640"/>
                  <a:pt x="1787701" y="1873640"/>
                </a:cubicBezTo>
                <a:lnTo>
                  <a:pt x="1784170" y="1867498"/>
                </a:lnTo>
                <a:cubicBezTo>
                  <a:pt x="1784067" y="1867293"/>
                  <a:pt x="1784170" y="1866832"/>
                  <a:pt x="1784170" y="1866832"/>
                </a:cubicBezTo>
                <a:lnTo>
                  <a:pt x="1787701" y="1860690"/>
                </a:lnTo>
                <a:cubicBezTo>
                  <a:pt x="1787854" y="1860486"/>
                  <a:pt x="1788315" y="1860333"/>
                  <a:pt x="1788315" y="1860333"/>
                </a:cubicBezTo>
                <a:lnTo>
                  <a:pt x="1795378" y="1860333"/>
                </a:lnTo>
                <a:cubicBezTo>
                  <a:pt x="1795634" y="1860333"/>
                  <a:pt x="1795992" y="1860690"/>
                  <a:pt x="1795992" y="1860690"/>
                </a:cubicBezTo>
                <a:lnTo>
                  <a:pt x="1799524" y="1866832"/>
                </a:lnTo>
                <a:cubicBezTo>
                  <a:pt x="1799626" y="1867037"/>
                  <a:pt x="1799524" y="1867498"/>
                  <a:pt x="1799524" y="1867498"/>
                </a:cubicBezTo>
                <a:lnTo>
                  <a:pt x="1795992" y="1873640"/>
                </a:lnTo>
                <a:cubicBezTo>
                  <a:pt x="1795838" y="1873844"/>
                  <a:pt x="1795378" y="1873997"/>
                  <a:pt x="1795378" y="1873997"/>
                </a:cubicBezTo>
                <a:close/>
                <a:moveTo>
                  <a:pt x="1993654" y="1873997"/>
                </a:moveTo>
                <a:lnTo>
                  <a:pt x="1986590" y="1873997"/>
                </a:lnTo>
                <a:cubicBezTo>
                  <a:pt x="1986336" y="1873997"/>
                  <a:pt x="1985976" y="1873640"/>
                  <a:pt x="1985976" y="1873640"/>
                </a:cubicBezTo>
                <a:lnTo>
                  <a:pt x="1982445" y="1867498"/>
                </a:lnTo>
                <a:cubicBezTo>
                  <a:pt x="1982343" y="1867293"/>
                  <a:pt x="1982445" y="1866832"/>
                  <a:pt x="1982445" y="1866832"/>
                </a:cubicBezTo>
                <a:lnTo>
                  <a:pt x="1985976" y="1860690"/>
                </a:lnTo>
                <a:cubicBezTo>
                  <a:pt x="1986130" y="1860486"/>
                  <a:pt x="1986590" y="1860333"/>
                  <a:pt x="1986590" y="1860333"/>
                </a:cubicBezTo>
                <a:lnTo>
                  <a:pt x="1993654" y="1860333"/>
                </a:lnTo>
                <a:cubicBezTo>
                  <a:pt x="1993910" y="1860333"/>
                  <a:pt x="1994268" y="1860690"/>
                  <a:pt x="1994268" y="1860690"/>
                </a:cubicBezTo>
                <a:lnTo>
                  <a:pt x="1997800" y="1866832"/>
                </a:lnTo>
                <a:cubicBezTo>
                  <a:pt x="1997902" y="1867037"/>
                  <a:pt x="1997800" y="1867498"/>
                  <a:pt x="1997800" y="1867498"/>
                </a:cubicBezTo>
                <a:lnTo>
                  <a:pt x="1994268" y="1873640"/>
                </a:lnTo>
                <a:cubicBezTo>
                  <a:pt x="1994114" y="1873844"/>
                  <a:pt x="1993654" y="1873997"/>
                  <a:pt x="1993654" y="1873997"/>
                </a:cubicBezTo>
                <a:close/>
                <a:moveTo>
                  <a:pt x="2189611" y="1879839"/>
                </a:moveTo>
                <a:lnTo>
                  <a:pt x="2182548" y="1879839"/>
                </a:lnTo>
                <a:cubicBezTo>
                  <a:pt x="2182291" y="1879839"/>
                  <a:pt x="2181933" y="1879480"/>
                  <a:pt x="2181933" y="1879480"/>
                </a:cubicBezTo>
                <a:lnTo>
                  <a:pt x="2178401" y="1873339"/>
                </a:lnTo>
                <a:cubicBezTo>
                  <a:pt x="2178299" y="1873134"/>
                  <a:pt x="2178401" y="1872674"/>
                  <a:pt x="2178401" y="1872674"/>
                </a:cubicBezTo>
                <a:lnTo>
                  <a:pt x="2181933" y="1866531"/>
                </a:lnTo>
                <a:cubicBezTo>
                  <a:pt x="2182087" y="1866327"/>
                  <a:pt x="2182548" y="1866173"/>
                  <a:pt x="2182548" y="1866173"/>
                </a:cubicBezTo>
                <a:lnTo>
                  <a:pt x="2189611" y="1866173"/>
                </a:lnTo>
                <a:cubicBezTo>
                  <a:pt x="2189865" y="1866173"/>
                  <a:pt x="2190225" y="1866531"/>
                  <a:pt x="2190225" y="1866531"/>
                </a:cubicBezTo>
                <a:lnTo>
                  <a:pt x="2193757" y="1872674"/>
                </a:lnTo>
                <a:cubicBezTo>
                  <a:pt x="2193859" y="1872877"/>
                  <a:pt x="2193757" y="1873339"/>
                  <a:pt x="2193757" y="1873339"/>
                </a:cubicBezTo>
                <a:lnTo>
                  <a:pt x="2190225" y="1879480"/>
                </a:lnTo>
                <a:cubicBezTo>
                  <a:pt x="2190071" y="1879685"/>
                  <a:pt x="2189611" y="1879839"/>
                  <a:pt x="2189611" y="1879839"/>
                </a:cubicBezTo>
                <a:close/>
                <a:moveTo>
                  <a:pt x="2387835" y="1879839"/>
                </a:moveTo>
                <a:lnTo>
                  <a:pt x="2380773" y="1879839"/>
                </a:lnTo>
                <a:cubicBezTo>
                  <a:pt x="2380515" y="1879839"/>
                  <a:pt x="2380159" y="1879480"/>
                  <a:pt x="2380159" y="1879480"/>
                </a:cubicBezTo>
                <a:lnTo>
                  <a:pt x="2376626" y="1873339"/>
                </a:lnTo>
                <a:cubicBezTo>
                  <a:pt x="2376523" y="1873134"/>
                  <a:pt x="2376626" y="1872674"/>
                  <a:pt x="2376626" y="1872674"/>
                </a:cubicBezTo>
                <a:lnTo>
                  <a:pt x="2380159" y="1866531"/>
                </a:lnTo>
                <a:cubicBezTo>
                  <a:pt x="2380312" y="1866327"/>
                  <a:pt x="2380773" y="1866173"/>
                  <a:pt x="2380773" y="1866173"/>
                </a:cubicBezTo>
                <a:lnTo>
                  <a:pt x="2387835" y="1866173"/>
                </a:lnTo>
                <a:cubicBezTo>
                  <a:pt x="2388091" y="1866173"/>
                  <a:pt x="2388449" y="1866531"/>
                  <a:pt x="2388449" y="1866531"/>
                </a:cubicBezTo>
                <a:lnTo>
                  <a:pt x="2391981" y="1872674"/>
                </a:lnTo>
                <a:cubicBezTo>
                  <a:pt x="2392083" y="1872877"/>
                  <a:pt x="2391981" y="1873339"/>
                  <a:pt x="2391981" y="1873339"/>
                </a:cubicBezTo>
                <a:lnTo>
                  <a:pt x="2388449" y="1879480"/>
                </a:lnTo>
                <a:cubicBezTo>
                  <a:pt x="2388296" y="1879685"/>
                  <a:pt x="2387835" y="1879839"/>
                  <a:pt x="2387835" y="1879839"/>
                </a:cubicBezTo>
                <a:close/>
                <a:moveTo>
                  <a:pt x="2586060" y="1879839"/>
                </a:moveTo>
                <a:lnTo>
                  <a:pt x="2578998" y="1879839"/>
                </a:lnTo>
                <a:cubicBezTo>
                  <a:pt x="2578740" y="1879839"/>
                  <a:pt x="2578383" y="1879480"/>
                  <a:pt x="2578383" y="1879480"/>
                </a:cubicBezTo>
                <a:lnTo>
                  <a:pt x="2574850" y="1873339"/>
                </a:lnTo>
                <a:cubicBezTo>
                  <a:pt x="2574749" y="1873134"/>
                  <a:pt x="2574850" y="1872674"/>
                  <a:pt x="2574850" y="1872674"/>
                </a:cubicBezTo>
                <a:lnTo>
                  <a:pt x="2578383" y="1866531"/>
                </a:lnTo>
                <a:cubicBezTo>
                  <a:pt x="2578536" y="1866327"/>
                  <a:pt x="2578998" y="1866173"/>
                  <a:pt x="2578998" y="1866173"/>
                </a:cubicBezTo>
                <a:lnTo>
                  <a:pt x="2586060" y="1866173"/>
                </a:lnTo>
                <a:cubicBezTo>
                  <a:pt x="2586316" y="1866173"/>
                  <a:pt x="2586674" y="1866531"/>
                  <a:pt x="2586674" y="1866531"/>
                </a:cubicBezTo>
                <a:lnTo>
                  <a:pt x="2590205" y="1872674"/>
                </a:lnTo>
                <a:cubicBezTo>
                  <a:pt x="2590308" y="1872877"/>
                  <a:pt x="2590205" y="1873339"/>
                  <a:pt x="2590205" y="1873339"/>
                </a:cubicBezTo>
                <a:lnTo>
                  <a:pt x="2586674" y="1879480"/>
                </a:lnTo>
                <a:cubicBezTo>
                  <a:pt x="2586520" y="1879685"/>
                  <a:pt x="2586060" y="1879839"/>
                  <a:pt x="2586060" y="1879839"/>
                </a:cubicBezTo>
                <a:close/>
                <a:moveTo>
                  <a:pt x="2784284" y="1879839"/>
                </a:moveTo>
                <a:lnTo>
                  <a:pt x="2777221" y="1879839"/>
                </a:lnTo>
                <a:cubicBezTo>
                  <a:pt x="2776966" y="1879839"/>
                  <a:pt x="2776607" y="1879480"/>
                  <a:pt x="2776607" y="1879480"/>
                </a:cubicBezTo>
                <a:lnTo>
                  <a:pt x="2773075" y="1873339"/>
                </a:lnTo>
                <a:cubicBezTo>
                  <a:pt x="2772973" y="1873134"/>
                  <a:pt x="2773075" y="1872674"/>
                  <a:pt x="2773075" y="1872674"/>
                </a:cubicBezTo>
                <a:lnTo>
                  <a:pt x="2776607" y="1866531"/>
                </a:lnTo>
                <a:cubicBezTo>
                  <a:pt x="2776760" y="1866327"/>
                  <a:pt x="2777221" y="1866173"/>
                  <a:pt x="2777221" y="1866173"/>
                </a:cubicBezTo>
                <a:lnTo>
                  <a:pt x="2784284" y="1866173"/>
                </a:lnTo>
                <a:cubicBezTo>
                  <a:pt x="2784540" y="1866173"/>
                  <a:pt x="2784898" y="1866531"/>
                  <a:pt x="2784898" y="1866531"/>
                </a:cubicBezTo>
                <a:lnTo>
                  <a:pt x="2788430" y="1872674"/>
                </a:lnTo>
                <a:cubicBezTo>
                  <a:pt x="2788532" y="1872877"/>
                  <a:pt x="2788430" y="1873339"/>
                  <a:pt x="2788430" y="1873339"/>
                </a:cubicBezTo>
                <a:lnTo>
                  <a:pt x="2784898" y="1879480"/>
                </a:lnTo>
                <a:cubicBezTo>
                  <a:pt x="2784744" y="1879685"/>
                  <a:pt x="2784284" y="1879839"/>
                  <a:pt x="2784284" y="1879839"/>
                </a:cubicBezTo>
                <a:close/>
                <a:moveTo>
                  <a:pt x="2982559" y="1879839"/>
                </a:moveTo>
                <a:lnTo>
                  <a:pt x="2975496" y="1879839"/>
                </a:lnTo>
                <a:cubicBezTo>
                  <a:pt x="2975241" y="1879839"/>
                  <a:pt x="2974882" y="1879480"/>
                  <a:pt x="2974882" y="1879480"/>
                </a:cubicBezTo>
                <a:lnTo>
                  <a:pt x="2971351" y="1873339"/>
                </a:lnTo>
                <a:cubicBezTo>
                  <a:pt x="2971249" y="1873134"/>
                  <a:pt x="2971351" y="1872674"/>
                  <a:pt x="2971351" y="1872674"/>
                </a:cubicBezTo>
                <a:lnTo>
                  <a:pt x="2974882" y="1866531"/>
                </a:lnTo>
                <a:cubicBezTo>
                  <a:pt x="2975036" y="1866327"/>
                  <a:pt x="2975496" y="1866173"/>
                  <a:pt x="2975496" y="1866173"/>
                </a:cubicBezTo>
                <a:lnTo>
                  <a:pt x="2982559" y="1866173"/>
                </a:lnTo>
                <a:cubicBezTo>
                  <a:pt x="2982815" y="1866173"/>
                  <a:pt x="2983173" y="1866531"/>
                  <a:pt x="2983173" y="1866531"/>
                </a:cubicBezTo>
                <a:lnTo>
                  <a:pt x="2986706" y="1872674"/>
                </a:lnTo>
                <a:cubicBezTo>
                  <a:pt x="2986808" y="1872877"/>
                  <a:pt x="2986706" y="1873339"/>
                  <a:pt x="2986706" y="1873339"/>
                </a:cubicBezTo>
                <a:lnTo>
                  <a:pt x="2983173" y="1879480"/>
                </a:lnTo>
                <a:cubicBezTo>
                  <a:pt x="2983020" y="1879685"/>
                  <a:pt x="2982559" y="1879839"/>
                  <a:pt x="2982559" y="1879839"/>
                </a:cubicBezTo>
                <a:close/>
                <a:moveTo>
                  <a:pt x="3180784" y="1879839"/>
                </a:moveTo>
                <a:lnTo>
                  <a:pt x="3173721" y="1879839"/>
                </a:lnTo>
                <a:cubicBezTo>
                  <a:pt x="3173466" y="1879839"/>
                  <a:pt x="3173107" y="1879480"/>
                  <a:pt x="3173107" y="1879480"/>
                </a:cubicBezTo>
                <a:lnTo>
                  <a:pt x="3169576" y="1873339"/>
                </a:lnTo>
                <a:cubicBezTo>
                  <a:pt x="3169473" y="1873134"/>
                  <a:pt x="3169576" y="1872674"/>
                  <a:pt x="3169576" y="1872674"/>
                </a:cubicBezTo>
                <a:lnTo>
                  <a:pt x="3173107" y="1866531"/>
                </a:lnTo>
                <a:cubicBezTo>
                  <a:pt x="3173261" y="1866327"/>
                  <a:pt x="3173721" y="1866173"/>
                  <a:pt x="3173721" y="1866173"/>
                </a:cubicBezTo>
                <a:lnTo>
                  <a:pt x="3180784" y="1866173"/>
                </a:lnTo>
                <a:cubicBezTo>
                  <a:pt x="3181040" y="1866173"/>
                  <a:pt x="3181398" y="1866531"/>
                  <a:pt x="3181398" y="1866531"/>
                </a:cubicBezTo>
                <a:lnTo>
                  <a:pt x="3184931" y="1872674"/>
                </a:lnTo>
                <a:cubicBezTo>
                  <a:pt x="3185033" y="1872877"/>
                  <a:pt x="3184931" y="1873339"/>
                  <a:pt x="3184931" y="1873339"/>
                </a:cubicBezTo>
                <a:lnTo>
                  <a:pt x="3181398" y="1879480"/>
                </a:lnTo>
                <a:cubicBezTo>
                  <a:pt x="3181245" y="1879685"/>
                  <a:pt x="3180784" y="1879839"/>
                  <a:pt x="3180784" y="1879839"/>
                </a:cubicBezTo>
                <a:close/>
                <a:moveTo>
                  <a:pt x="3379008" y="1879839"/>
                </a:moveTo>
                <a:lnTo>
                  <a:pt x="3371947" y="1879839"/>
                </a:lnTo>
                <a:cubicBezTo>
                  <a:pt x="3371690" y="1879839"/>
                  <a:pt x="3371332" y="1879480"/>
                  <a:pt x="3371332" y="1879480"/>
                </a:cubicBezTo>
                <a:lnTo>
                  <a:pt x="3367800" y="1873339"/>
                </a:lnTo>
                <a:cubicBezTo>
                  <a:pt x="3367697" y="1873134"/>
                  <a:pt x="3367800" y="1872674"/>
                  <a:pt x="3367800" y="1872674"/>
                </a:cubicBezTo>
                <a:lnTo>
                  <a:pt x="3371332" y="1866531"/>
                </a:lnTo>
                <a:cubicBezTo>
                  <a:pt x="3371485" y="1866327"/>
                  <a:pt x="3371947" y="1866173"/>
                  <a:pt x="3371947" y="1866173"/>
                </a:cubicBezTo>
                <a:lnTo>
                  <a:pt x="3379008" y="1866173"/>
                </a:lnTo>
                <a:cubicBezTo>
                  <a:pt x="3379265" y="1866173"/>
                  <a:pt x="3379624" y="1866531"/>
                  <a:pt x="3379624" y="1866531"/>
                </a:cubicBezTo>
                <a:lnTo>
                  <a:pt x="3383155" y="1872674"/>
                </a:lnTo>
                <a:cubicBezTo>
                  <a:pt x="3383257" y="1872877"/>
                  <a:pt x="3383155" y="1873339"/>
                  <a:pt x="3383155" y="1873339"/>
                </a:cubicBezTo>
                <a:lnTo>
                  <a:pt x="3379624" y="1879480"/>
                </a:lnTo>
                <a:cubicBezTo>
                  <a:pt x="3379470" y="1879685"/>
                  <a:pt x="3379008" y="1879839"/>
                  <a:pt x="3379008" y="1879839"/>
                </a:cubicBezTo>
                <a:close/>
                <a:moveTo>
                  <a:pt x="3577234" y="1879839"/>
                </a:moveTo>
                <a:lnTo>
                  <a:pt x="3570172" y="1879839"/>
                </a:lnTo>
                <a:cubicBezTo>
                  <a:pt x="3569914" y="1879839"/>
                  <a:pt x="3569557" y="1879480"/>
                  <a:pt x="3569557" y="1879480"/>
                </a:cubicBezTo>
                <a:lnTo>
                  <a:pt x="3566024" y="1873339"/>
                </a:lnTo>
                <a:cubicBezTo>
                  <a:pt x="3565922" y="1873134"/>
                  <a:pt x="3566024" y="1872674"/>
                  <a:pt x="3566024" y="1872674"/>
                </a:cubicBezTo>
                <a:lnTo>
                  <a:pt x="3569557" y="1866531"/>
                </a:lnTo>
                <a:cubicBezTo>
                  <a:pt x="3569709" y="1866327"/>
                  <a:pt x="3570172" y="1866173"/>
                  <a:pt x="3570172" y="1866173"/>
                </a:cubicBezTo>
                <a:lnTo>
                  <a:pt x="3577234" y="1866173"/>
                </a:lnTo>
                <a:cubicBezTo>
                  <a:pt x="3577489" y="1866173"/>
                  <a:pt x="3577848" y="1866531"/>
                  <a:pt x="3577848" y="1866531"/>
                </a:cubicBezTo>
                <a:lnTo>
                  <a:pt x="3581379" y="1872674"/>
                </a:lnTo>
                <a:cubicBezTo>
                  <a:pt x="3581481" y="1872877"/>
                  <a:pt x="3581379" y="1873339"/>
                  <a:pt x="3581379" y="1873339"/>
                </a:cubicBezTo>
                <a:lnTo>
                  <a:pt x="3577848" y="1879480"/>
                </a:lnTo>
                <a:cubicBezTo>
                  <a:pt x="3577694" y="1879685"/>
                  <a:pt x="3577234" y="1879839"/>
                  <a:pt x="3577234" y="1879839"/>
                </a:cubicBezTo>
                <a:close/>
                <a:moveTo>
                  <a:pt x="3775459" y="1879839"/>
                </a:moveTo>
                <a:lnTo>
                  <a:pt x="3768396" y="1879839"/>
                </a:lnTo>
                <a:cubicBezTo>
                  <a:pt x="3768139" y="1879839"/>
                  <a:pt x="3767781" y="1879480"/>
                  <a:pt x="3767781" y="1879480"/>
                </a:cubicBezTo>
                <a:lnTo>
                  <a:pt x="3764249" y="1873339"/>
                </a:lnTo>
                <a:cubicBezTo>
                  <a:pt x="3764147" y="1873134"/>
                  <a:pt x="3764249" y="1872674"/>
                  <a:pt x="3764249" y="1872674"/>
                </a:cubicBezTo>
                <a:lnTo>
                  <a:pt x="3767781" y="1866531"/>
                </a:lnTo>
                <a:cubicBezTo>
                  <a:pt x="3767935" y="1866327"/>
                  <a:pt x="3768396" y="1866173"/>
                  <a:pt x="3768396" y="1866173"/>
                </a:cubicBezTo>
                <a:lnTo>
                  <a:pt x="3775459" y="1866173"/>
                </a:lnTo>
                <a:cubicBezTo>
                  <a:pt x="3775713" y="1866173"/>
                  <a:pt x="3776073" y="1866531"/>
                  <a:pt x="3776073" y="1866531"/>
                </a:cubicBezTo>
                <a:lnTo>
                  <a:pt x="3779604" y="1872674"/>
                </a:lnTo>
                <a:cubicBezTo>
                  <a:pt x="3779706" y="1872877"/>
                  <a:pt x="3779604" y="1873339"/>
                  <a:pt x="3779604" y="1873339"/>
                </a:cubicBezTo>
                <a:lnTo>
                  <a:pt x="3776073" y="1879480"/>
                </a:lnTo>
                <a:cubicBezTo>
                  <a:pt x="3775919" y="1879685"/>
                  <a:pt x="3775459" y="1879839"/>
                  <a:pt x="3775459" y="1879839"/>
                </a:cubicBezTo>
                <a:close/>
                <a:moveTo>
                  <a:pt x="3973734" y="1879839"/>
                </a:moveTo>
                <a:lnTo>
                  <a:pt x="3966671" y="1879839"/>
                </a:lnTo>
                <a:cubicBezTo>
                  <a:pt x="3966415" y="1879839"/>
                  <a:pt x="3966057" y="1879480"/>
                  <a:pt x="3966057" y="1879480"/>
                </a:cubicBezTo>
                <a:lnTo>
                  <a:pt x="3962525" y="1873339"/>
                </a:lnTo>
                <a:cubicBezTo>
                  <a:pt x="3962423" y="1873134"/>
                  <a:pt x="3962525" y="1872674"/>
                  <a:pt x="3962525" y="1872674"/>
                </a:cubicBezTo>
                <a:lnTo>
                  <a:pt x="3966057" y="1866531"/>
                </a:lnTo>
                <a:cubicBezTo>
                  <a:pt x="3966211" y="1866327"/>
                  <a:pt x="3966671" y="1866173"/>
                  <a:pt x="3966671" y="1866173"/>
                </a:cubicBezTo>
                <a:lnTo>
                  <a:pt x="3973734" y="1866173"/>
                </a:lnTo>
                <a:cubicBezTo>
                  <a:pt x="3973990" y="1866173"/>
                  <a:pt x="3974348" y="1866531"/>
                  <a:pt x="3974348" y="1866531"/>
                </a:cubicBezTo>
                <a:lnTo>
                  <a:pt x="3977880" y="1872674"/>
                </a:lnTo>
                <a:cubicBezTo>
                  <a:pt x="3977982" y="1872877"/>
                  <a:pt x="3977880" y="1873339"/>
                  <a:pt x="3977880" y="1873339"/>
                </a:cubicBezTo>
                <a:lnTo>
                  <a:pt x="3974348" y="1879480"/>
                </a:lnTo>
                <a:cubicBezTo>
                  <a:pt x="3974195" y="1879685"/>
                  <a:pt x="3973734" y="1879839"/>
                  <a:pt x="3973734" y="1879839"/>
                </a:cubicBezTo>
                <a:close/>
                <a:moveTo>
                  <a:pt x="4171959" y="1879839"/>
                </a:moveTo>
                <a:lnTo>
                  <a:pt x="4164896" y="1879839"/>
                </a:lnTo>
                <a:cubicBezTo>
                  <a:pt x="4164640" y="1879839"/>
                  <a:pt x="4164282" y="1879480"/>
                  <a:pt x="4164282" y="1879480"/>
                </a:cubicBezTo>
                <a:lnTo>
                  <a:pt x="4160751" y="1873339"/>
                </a:lnTo>
                <a:cubicBezTo>
                  <a:pt x="4160648" y="1873134"/>
                  <a:pt x="4160751" y="1872674"/>
                  <a:pt x="4160751" y="1872674"/>
                </a:cubicBezTo>
                <a:lnTo>
                  <a:pt x="4164282" y="1866531"/>
                </a:lnTo>
                <a:cubicBezTo>
                  <a:pt x="4164435" y="1866327"/>
                  <a:pt x="4164896" y="1866173"/>
                  <a:pt x="4164896" y="1866173"/>
                </a:cubicBezTo>
                <a:lnTo>
                  <a:pt x="4171959" y="1866173"/>
                </a:lnTo>
                <a:cubicBezTo>
                  <a:pt x="4172215" y="1866173"/>
                  <a:pt x="4172573" y="1866531"/>
                  <a:pt x="4172573" y="1866531"/>
                </a:cubicBezTo>
                <a:lnTo>
                  <a:pt x="4176105" y="1872674"/>
                </a:lnTo>
                <a:cubicBezTo>
                  <a:pt x="4176207" y="1872877"/>
                  <a:pt x="4176105" y="1873339"/>
                  <a:pt x="4176105" y="1873339"/>
                </a:cubicBezTo>
                <a:lnTo>
                  <a:pt x="4172573" y="1879480"/>
                </a:lnTo>
                <a:cubicBezTo>
                  <a:pt x="4172419" y="1879685"/>
                  <a:pt x="4171959" y="1879839"/>
                  <a:pt x="4171959" y="1879839"/>
                </a:cubicBezTo>
                <a:close/>
                <a:moveTo>
                  <a:pt x="4370183" y="1879839"/>
                </a:moveTo>
                <a:lnTo>
                  <a:pt x="4363121" y="1879839"/>
                </a:lnTo>
                <a:cubicBezTo>
                  <a:pt x="4362864" y="1879839"/>
                  <a:pt x="4362506" y="1879480"/>
                  <a:pt x="4362506" y="1879480"/>
                </a:cubicBezTo>
                <a:lnTo>
                  <a:pt x="4358975" y="1873339"/>
                </a:lnTo>
                <a:cubicBezTo>
                  <a:pt x="4358872" y="1873134"/>
                  <a:pt x="4358975" y="1872674"/>
                  <a:pt x="4358975" y="1872674"/>
                </a:cubicBezTo>
                <a:lnTo>
                  <a:pt x="4362506" y="1866531"/>
                </a:lnTo>
                <a:cubicBezTo>
                  <a:pt x="4362660" y="1866327"/>
                  <a:pt x="4363121" y="1866173"/>
                  <a:pt x="4363121" y="1866173"/>
                </a:cubicBezTo>
                <a:lnTo>
                  <a:pt x="4370183" y="1866173"/>
                </a:lnTo>
                <a:cubicBezTo>
                  <a:pt x="4370439" y="1866173"/>
                  <a:pt x="4370797" y="1866531"/>
                  <a:pt x="4370797" y="1866531"/>
                </a:cubicBezTo>
                <a:lnTo>
                  <a:pt x="4374329" y="1872674"/>
                </a:lnTo>
                <a:cubicBezTo>
                  <a:pt x="4374432" y="1872877"/>
                  <a:pt x="4374329" y="1873339"/>
                  <a:pt x="4374329" y="1873339"/>
                </a:cubicBezTo>
                <a:lnTo>
                  <a:pt x="4370797" y="1879480"/>
                </a:lnTo>
                <a:cubicBezTo>
                  <a:pt x="4370643" y="1879685"/>
                  <a:pt x="4370183" y="1879839"/>
                  <a:pt x="4370183" y="1879839"/>
                </a:cubicBezTo>
                <a:close/>
                <a:moveTo>
                  <a:pt x="4568408" y="1879839"/>
                </a:moveTo>
                <a:lnTo>
                  <a:pt x="4561345" y="1879839"/>
                </a:lnTo>
                <a:cubicBezTo>
                  <a:pt x="4561089" y="1879839"/>
                  <a:pt x="4560731" y="1879480"/>
                  <a:pt x="4560731" y="1879480"/>
                </a:cubicBezTo>
                <a:lnTo>
                  <a:pt x="4557199" y="1873339"/>
                </a:lnTo>
                <a:cubicBezTo>
                  <a:pt x="4557097" y="1873134"/>
                  <a:pt x="4557199" y="1872674"/>
                  <a:pt x="4557199" y="1872674"/>
                </a:cubicBezTo>
                <a:lnTo>
                  <a:pt x="4560731" y="1866531"/>
                </a:lnTo>
                <a:cubicBezTo>
                  <a:pt x="4560884" y="1866327"/>
                  <a:pt x="4561345" y="1866173"/>
                  <a:pt x="4561345" y="1866173"/>
                </a:cubicBezTo>
                <a:lnTo>
                  <a:pt x="4568408" y="1866173"/>
                </a:lnTo>
                <a:cubicBezTo>
                  <a:pt x="4568663" y="1866173"/>
                  <a:pt x="4569022" y="1866531"/>
                  <a:pt x="4569022" y="1866531"/>
                </a:cubicBezTo>
                <a:lnTo>
                  <a:pt x="4572554" y="1872674"/>
                </a:lnTo>
                <a:cubicBezTo>
                  <a:pt x="4572656" y="1872877"/>
                  <a:pt x="4572554" y="1873339"/>
                  <a:pt x="4572554" y="1873339"/>
                </a:cubicBezTo>
                <a:lnTo>
                  <a:pt x="4569022" y="1879480"/>
                </a:lnTo>
                <a:cubicBezTo>
                  <a:pt x="4568869" y="1879685"/>
                  <a:pt x="4568408" y="1879839"/>
                  <a:pt x="4568408" y="1879839"/>
                </a:cubicBezTo>
                <a:close/>
                <a:moveTo>
                  <a:pt x="4766683" y="1879839"/>
                </a:moveTo>
                <a:lnTo>
                  <a:pt x="4759621" y="1879839"/>
                </a:lnTo>
                <a:cubicBezTo>
                  <a:pt x="4759364" y="1879839"/>
                  <a:pt x="4759007" y="1879480"/>
                  <a:pt x="4759007" y="1879480"/>
                </a:cubicBezTo>
                <a:lnTo>
                  <a:pt x="4755475" y="1873339"/>
                </a:lnTo>
                <a:cubicBezTo>
                  <a:pt x="4755372" y="1873134"/>
                  <a:pt x="4755475" y="1872674"/>
                  <a:pt x="4755475" y="1872674"/>
                </a:cubicBezTo>
                <a:lnTo>
                  <a:pt x="4759007" y="1866531"/>
                </a:lnTo>
                <a:cubicBezTo>
                  <a:pt x="4759160" y="1866327"/>
                  <a:pt x="4759621" y="1866173"/>
                  <a:pt x="4759621" y="1866173"/>
                </a:cubicBezTo>
                <a:lnTo>
                  <a:pt x="4766683" y="1866173"/>
                </a:lnTo>
                <a:cubicBezTo>
                  <a:pt x="4766940" y="1866173"/>
                  <a:pt x="4767297" y="1866531"/>
                  <a:pt x="4767297" y="1866531"/>
                </a:cubicBezTo>
                <a:lnTo>
                  <a:pt x="4770829" y="1872674"/>
                </a:lnTo>
                <a:cubicBezTo>
                  <a:pt x="4770932" y="1872877"/>
                  <a:pt x="4770829" y="1873339"/>
                  <a:pt x="4770829" y="1873339"/>
                </a:cubicBezTo>
                <a:lnTo>
                  <a:pt x="4767297" y="1879480"/>
                </a:lnTo>
                <a:cubicBezTo>
                  <a:pt x="4767144" y="1879685"/>
                  <a:pt x="4766683" y="1879839"/>
                  <a:pt x="4766683" y="1879839"/>
                </a:cubicBezTo>
                <a:close/>
                <a:moveTo>
                  <a:pt x="4964909" y="1879839"/>
                </a:moveTo>
                <a:lnTo>
                  <a:pt x="4957846" y="1879839"/>
                </a:lnTo>
                <a:cubicBezTo>
                  <a:pt x="4957589" y="1879839"/>
                  <a:pt x="4957232" y="1879480"/>
                  <a:pt x="4957232" y="1879480"/>
                </a:cubicBezTo>
                <a:lnTo>
                  <a:pt x="4953699" y="1873339"/>
                </a:lnTo>
                <a:cubicBezTo>
                  <a:pt x="4953597" y="1873134"/>
                  <a:pt x="4953699" y="1872674"/>
                  <a:pt x="4953699" y="1872674"/>
                </a:cubicBezTo>
                <a:lnTo>
                  <a:pt x="4957232" y="1866531"/>
                </a:lnTo>
                <a:cubicBezTo>
                  <a:pt x="4957384" y="1866327"/>
                  <a:pt x="4957846" y="1866173"/>
                  <a:pt x="4957846" y="1866173"/>
                </a:cubicBezTo>
                <a:lnTo>
                  <a:pt x="4964909" y="1866173"/>
                </a:lnTo>
                <a:cubicBezTo>
                  <a:pt x="4965164" y="1866173"/>
                  <a:pt x="4965523" y="1866531"/>
                  <a:pt x="4965523" y="1866531"/>
                </a:cubicBezTo>
                <a:lnTo>
                  <a:pt x="4969054" y="1872674"/>
                </a:lnTo>
                <a:cubicBezTo>
                  <a:pt x="4969156" y="1872877"/>
                  <a:pt x="4969054" y="1873339"/>
                  <a:pt x="4969054" y="1873339"/>
                </a:cubicBezTo>
                <a:lnTo>
                  <a:pt x="4965523" y="1879480"/>
                </a:lnTo>
                <a:cubicBezTo>
                  <a:pt x="4965369" y="1879685"/>
                  <a:pt x="4964909" y="1879839"/>
                  <a:pt x="4964909" y="1879839"/>
                </a:cubicBezTo>
                <a:close/>
                <a:moveTo>
                  <a:pt x="5163134" y="1879839"/>
                </a:moveTo>
                <a:lnTo>
                  <a:pt x="5156070" y="1879839"/>
                </a:lnTo>
                <a:cubicBezTo>
                  <a:pt x="5155814" y="1879839"/>
                  <a:pt x="5155456" y="1879480"/>
                  <a:pt x="5155456" y="1879480"/>
                </a:cubicBezTo>
                <a:lnTo>
                  <a:pt x="5151924" y="1873339"/>
                </a:lnTo>
                <a:cubicBezTo>
                  <a:pt x="5151822" y="1873134"/>
                  <a:pt x="5151924" y="1872674"/>
                  <a:pt x="5151924" y="1872674"/>
                </a:cubicBezTo>
                <a:lnTo>
                  <a:pt x="5155456" y="1866531"/>
                </a:lnTo>
                <a:cubicBezTo>
                  <a:pt x="5155610" y="1866327"/>
                  <a:pt x="5156070" y="1866173"/>
                  <a:pt x="5156070" y="1866173"/>
                </a:cubicBezTo>
                <a:lnTo>
                  <a:pt x="5163134" y="1866173"/>
                </a:lnTo>
                <a:cubicBezTo>
                  <a:pt x="5163388" y="1866173"/>
                  <a:pt x="5163748" y="1866531"/>
                  <a:pt x="5163748" y="1866531"/>
                </a:cubicBezTo>
                <a:lnTo>
                  <a:pt x="5167279" y="1872674"/>
                </a:lnTo>
                <a:cubicBezTo>
                  <a:pt x="5167381" y="1872877"/>
                  <a:pt x="5167279" y="1873339"/>
                  <a:pt x="5167279" y="1873339"/>
                </a:cubicBezTo>
                <a:lnTo>
                  <a:pt x="5163748" y="1879480"/>
                </a:lnTo>
                <a:cubicBezTo>
                  <a:pt x="5163594" y="1879685"/>
                  <a:pt x="5163134" y="1879839"/>
                  <a:pt x="5163134" y="1879839"/>
                </a:cubicBezTo>
                <a:close/>
                <a:moveTo>
                  <a:pt x="5361358" y="1879839"/>
                </a:moveTo>
                <a:lnTo>
                  <a:pt x="5354295" y="1879839"/>
                </a:lnTo>
                <a:cubicBezTo>
                  <a:pt x="5354038" y="1879839"/>
                  <a:pt x="5353680" y="1879480"/>
                  <a:pt x="5353680" y="1879480"/>
                </a:cubicBezTo>
                <a:lnTo>
                  <a:pt x="5350149" y="1873339"/>
                </a:lnTo>
                <a:cubicBezTo>
                  <a:pt x="5350047" y="1873134"/>
                  <a:pt x="5350149" y="1872674"/>
                  <a:pt x="5350149" y="1872674"/>
                </a:cubicBezTo>
                <a:lnTo>
                  <a:pt x="5353680" y="1866531"/>
                </a:lnTo>
                <a:cubicBezTo>
                  <a:pt x="5353835" y="1866327"/>
                  <a:pt x="5354295" y="1866173"/>
                  <a:pt x="5354295" y="1866173"/>
                </a:cubicBezTo>
                <a:lnTo>
                  <a:pt x="5361358" y="1866173"/>
                </a:lnTo>
                <a:cubicBezTo>
                  <a:pt x="5361614" y="1866173"/>
                  <a:pt x="5361972" y="1866531"/>
                  <a:pt x="5361972" y="1866531"/>
                </a:cubicBezTo>
                <a:lnTo>
                  <a:pt x="5365503" y="1872674"/>
                </a:lnTo>
                <a:cubicBezTo>
                  <a:pt x="5365606" y="1872877"/>
                  <a:pt x="5365503" y="1873339"/>
                  <a:pt x="5365503" y="1873339"/>
                </a:cubicBezTo>
                <a:lnTo>
                  <a:pt x="5361972" y="1879480"/>
                </a:lnTo>
                <a:cubicBezTo>
                  <a:pt x="5361818" y="1879685"/>
                  <a:pt x="5361358" y="1879839"/>
                  <a:pt x="5361358" y="1879839"/>
                </a:cubicBezTo>
                <a:close/>
                <a:moveTo>
                  <a:pt x="5559633" y="1879839"/>
                </a:moveTo>
                <a:lnTo>
                  <a:pt x="5552569" y="1879839"/>
                </a:lnTo>
                <a:cubicBezTo>
                  <a:pt x="5552314" y="1879839"/>
                  <a:pt x="5551956" y="1879480"/>
                  <a:pt x="5551956" y="1879480"/>
                </a:cubicBezTo>
                <a:lnTo>
                  <a:pt x="5548424" y="1873339"/>
                </a:lnTo>
                <a:cubicBezTo>
                  <a:pt x="5548322" y="1873134"/>
                  <a:pt x="5548424" y="1872674"/>
                  <a:pt x="5548424" y="1872674"/>
                </a:cubicBezTo>
                <a:lnTo>
                  <a:pt x="5551956" y="1866531"/>
                </a:lnTo>
                <a:cubicBezTo>
                  <a:pt x="5552109" y="1866327"/>
                  <a:pt x="5552569" y="1866173"/>
                  <a:pt x="5552569" y="1866173"/>
                </a:cubicBezTo>
                <a:lnTo>
                  <a:pt x="5559633" y="1866173"/>
                </a:lnTo>
                <a:cubicBezTo>
                  <a:pt x="5559889" y="1866173"/>
                  <a:pt x="5560246" y="1866531"/>
                  <a:pt x="5560246" y="1866531"/>
                </a:cubicBezTo>
                <a:lnTo>
                  <a:pt x="5563779" y="1872674"/>
                </a:lnTo>
                <a:cubicBezTo>
                  <a:pt x="5563881" y="1872877"/>
                  <a:pt x="5563779" y="1873339"/>
                  <a:pt x="5563779" y="1873339"/>
                </a:cubicBezTo>
                <a:lnTo>
                  <a:pt x="5560246" y="1879480"/>
                </a:lnTo>
                <a:cubicBezTo>
                  <a:pt x="5560094" y="1879685"/>
                  <a:pt x="5559633" y="1879839"/>
                  <a:pt x="5559633" y="1879839"/>
                </a:cubicBezTo>
                <a:close/>
                <a:moveTo>
                  <a:pt x="5757857" y="1879839"/>
                </a:moveTo>
                <a:lnTo>
                  <a:pt x="5750795" y="1879839"/>
                </a:lnTo>
                <a:cubicBezTo>
                  <a:pt x="5750538" y="1879839"/>
                  <a:pt x="5750181" y="1879480"/>
                  <a:pt x="5750181" y="1879480"/>
                </a:cubicBezTo>
                <a:lnTo>
                  <a:pt x="5746649" y="1873339"/>
                </a:lnTo>
                <a:cubicBezTo>
                  <a:pt x="5746546" y="1873134"/>
                  <a:pt x="5746649" y="1872674"/>
                  <a:pt x="5746649" y="1872674"/>
                </a:cubicBezTo>
                <a:lnTo>
                  <a:pt x="5750181" y="1866531"/>
                </a:lnTo>
                <a:cubicBezTo>
                  <a:pt x="5750333" y="1866327"/>
                  <a:pt x="5750795" y="1866173"/>
                  <a:pt x="5750795" y="1866173"/>
                </a:cubicBezTo>
                <a:lnTo>
                  <a:pt x="5757857" y="1866173"/>
                </a:lnTo>
                <a:cubicBezTo>
                  <a:pt x="5758114" y="1866173"/>
                  <a:pt x="5758471" y="1866531"/>
                  <a:pt x="5758471" y="1866531"/>
                </a:cubicBezTo>
                <a:lnTo>
                  <a:pt x="5762003" y="1872674"/>
                </a:lnTo>
                <a:cubicBezTo>
                  <a:pt x="5762106" y="1872877"/>
                  <a:pt x="5762003" y="1873339"/>
                  <a:pt x="5762003" y="1873339"/>
                </a:cubicBezTo>
                <a:lnTo>
                  <a:pt x="5758471" y="1879480"/>
                </a:lnTo>
                <a:cubicBezTo>
                  <a:pt x="5758318" y="1879685"/>
                  <a:pt x="5757857" y="1879839"/>
                  <a:pt x="5757857" y="1879839"/>
                </a:cubicBezTo>
                <a:close/>
                <a:moveTo>
                  <a:pt x="5956083" y="1879839"/>
                </a:moveTo>
                <a:lnTo>
                  <a:pt x="5949019" y="1879839"/>
                </a:lnTo>
                <a:cubicBezTo>
                  <a:pt x="5948763" y="1879839"/>
                  <a:pt x="5948405" y="1879480"/>
                  <a:pt x="5948405" y="1879480"/>
                </a:cubicBezTo>
                <a:lnTo>
                  <a:pt x="5944873" y="1873339"/>
                </a:lnTo>
                <a:cubicBezTo>
                  <a:pt x="5944771" y="1873134"/>
                  <a:pt x="5944873" y="1872674"/>
                  <a:pt x="5944873" y="1872674"/>
                </a:cubicBezTo>
                <a:lnTo>
                  <a:pt x="5948405" y="1866531"/>
                </a:lnTo>
                <a:cubicBezTo>
                  <a:pt x="5948558" y="1866327"/>
                  <a:pt x="5949019" y="1866173"/>
                  <a:pt x="5949019" y="1866173"/>
                </a:cubicBezTo>
                <a:lnTo>
                  <a:pt x="5956083" y="1866173"/>
                </a:lnTo>
                <a:cubicBezTo>
                  <a:pt x="5956338" y="1866173"/>
                  <a:pt x="5956697" y="1866531"/>
                  <a:pt x="5956697" y="1866531"/>
                </a:cubicBezTo>
                <a:lnTo>
                  <a:pt x="5960227" y="1872674"/>
                </a:lnTo>
                <a:cubicBezTo>
                  <a:pt x="5960330" y="1872877"/>
                  <a:pt x="5960227" y="1873339"/>
                  <a:pt x="5960227" y="1873339"/>
                </a:cubicBezTo>
                <a:lnTo>
                  <a:pt x="5956697" y="1879480"/>
                </a:lnTo>
                <a:cubicBezTo>
                  <a:pt x="5956542" y="1879685"/>
                  <a:pt x="5956083" y="1879839"/>
                  <a:pt x="5956083" y="1879839"/>
                </a:cubicBezTo>
                <a:close/>
                <a:moveTo>
                  <a:pt x="6154307" y="1879839"/>
                </a:moveTo>
                <a:lnTo>
                  <a:pt x="6147243" y="1879839"/>
                </a:lnTo>
                <a:cubicBezTo>
                  <a:pt x="6146988" y="1879839"/>
                  <a:pt x="6146629" y="1879480"/>
                  <a:pt x="6146629" y="1879480"/>
                </a:cubicBezTo>
                <a:lnTo>
                  <a:pt x="6143098" y="1873339"/>
                </a:lnTo>
                <a:cubicBezTo>
                  <a:pt x="6142996" y="1873134"/>
                  <a:pt x="6143098" y="1872674"/>
                  <a:pt x="6143098" y="1872674"/>
                </a:cubicBezTo>
                <a:lnTo>
                  <a:pt x="6146629" y="1866531"/>
                </a:lnTo>
                <a:cubicBezTo>
                  <a:pt x="6146783" y="1866327"/>
                  <a:pt x="6147243" y="1866173"/>
                  <a:pt x="6147243" y="1866173"/>
                </a:cubicBezTo>
                <a:lnTo>
                  <a:pt x="6154307" y="1866173"/>
                </a:lnTo>
                <a:cubicBezTo>
                  <a:pt x="6154562" y="1866173"/>
                  <a:pt x="6154921" y="1866531"/>
                  <a:pt x="6154921" y="1866531"/>
                </a:cubicBezTo>
                <a:lnTo>
                  <a:pt x="6158453" y="1872674"/>
                </a:lnTo>
                <a:cubicBezTo>
                  <a:pt x="6158554" y="1872877"/>
                  <a:pt x="6158453" y="1873339"/>
                  <a:pt x="6158453" y="1873339"/>
                </a:cubicBezTo>
                <a:lnTo>
                  <a:pt x="6154921" y="1879480"/>
                </a:lnTo>
                <a:cubicBezTo>
                  <a:pt x="6154768" y="1879685"/>
                  <a:pt x="6154307" y="1879839"/>
                  <a:pt x="6154307" y="1879839"/>
                </a:cubicBezTo>
                <a:close/>
                <a:moveTo>
                  <a:pt x="6352582" y="1879839"/>
                </a:moveTo>
                <a:lnTo>
                  <a:pt x="6345519" y="1879839"/>
                </a:lnTo>
                <a:cubicBezTo>
                  <a:pt x="6345263" y="1879839"/>
                  <a:pt x="6344904" y="1879480"/>
                  <a:pt x="6344904" y="1879480"/>
                </a:cubicBezTo>
                <a:lnTo>
                  <a:pt x="6341373" y="1873339"/>
                </a:lnTo>
                <a:cubicBezTo>
                  <a:pt x="6341271" y="1873134"/>
                  <a:pt x="6341373" y="1872674"/>
                  <a:pt x="6341373" y="1872674"/>
                </a:cubicBezTo>
                <a:lnTo>
                  <a:pt x="6344904" y="1866531"/>
                </a:lnTo>
                <a:cubicBezTo>
                  <a:pt x="6345058" y="1866327"/>
                  <a:pt x="6345519" y="1866173"/>
                  <a:pt x="6345519" y="1866173"/>
                </a:cubicBezTo>
                <a:lnTo>
                  <a:pt x="6352582" y="1866173"/>
                </a:lnTo>
                <a:cubicBezTo>
                  <a:pt x="6352838" y="1866173"/>
                  <a:pt x="6353196" y="1866531"/>
                  <a:pt x="6353196" y="1866531"/>
                </a:cubicBezTo>
                <a:lnTo>
                  <a:pt x="6356728" y="1872674"/>
                </a:lnTo>
                <a:cubicBezTo>
                  <a:pt x="6356830" y="1872877"/>
                  <a:pt x="6356728" y="1873339"/>
                  <a:pt x="6356728" y="1873339"/>
                </a:cubicBezTo>
                <a:lnTo>
                  <a:pt x="6353196" y="1879480"/>
                </a:lnTo>
                <a:cubicBezTo>
                  <a:pt x="6353043" y="1879685"/>
                  <a:pt x="6352582" y="1879839"/>
                  <a:pt x="6352582" y="1879839"/>
                </a:cubicBezTo>
                <a:close/>
                <a:moveTo>
                  <a:pt x="6550807" y="1879839"/>
                </a:moveTo>
                <a:lnTo>
                  <a:pt x="6543744" y="1879839"/>
                </a:lnTo>
                <a:cubicBezTo>
                  <a:pt x="6543488" y="1879839"/>
                  <a:pt x="6543129" y="1879480"/>
                  <a:pt x="6543129" y="1879480"/>
                </a:cubicBezTo>
                <a:lnTo>
                  <a:pt x="6539598" y="1873339"/>
                </a:lnTo>
                <a:cubicBezTo>
                  <a:pt x="6539495" y="1873134"/>
                  <a:pt x="6539598" y="1872674"/>
                  <a:pt x="6539598" y="1872674"/>
                </a:cubicBezTo>
                <a:lnTo>
                  <a:pt x="6543129" y="1866531"/>
                </a:lnTo>
                <a:cubicBezTo>
                  <a:pt x="6543282" y="1866327"/>
                  <a:pt x="6543744" y="1866173"/>
                  <a:pt x="6543744" y="1866173"/>
                </a:cubicBezTo>
                <a:lnTo>
                  <a:pt x="6550807" y="1866173"/>
                </a:lnTo>
                <a:cubicBezTo>
                  <a:pt x="6551063" y="1866173"/>
                  <a:pt x="6551420" y="1866531"/>
                  <a:pt x="6551420" y="1866531"/>
                </a:cubicBezTo>
                <a:lnTo>
                  <a:pt x="6554953" y="1872674"/>
                </a:lnTo>
                <a:cubicBezTo>
                  <a:pt x="6555055" y="1872877"/>
                  <a:pt x="6554953" y="1873339"/>
                  <a:pt x="6554953" y="1873339"/>
                </a:cubicBezTo>
                <a:lnTo>
                  <a:pt x="6551420" y="1879480"/>
                </a:lnTo>
                <a:cubicBezTo>
                  <a:pt x="6551267" y="1879685"/>
                  <a:pt x="6550807" y="1879839"/>
                  <a:pt x="6550807" y="1879839"/>
                </a:cubicBezTo>
                <a:close/>
                <a:moveTo>
                  <a:pt x="6749031" y="1879839"/>
                </a:moveTo>
                <a:lnTo>
                  <a:pt x="6741967" y="1879839"/>
                </a:lnTo>
                <a:cubicBezTo>
                  <a:pt x="6741711" y="1879839"/>
                  <a:pt x="6741354" y="1879480"/>
                  <a:pt x="6741354" y="1879480"/>
                </a:cubicBezTo>
                <a:lnTo>
                  <a:pt x="6737823" y="1873339"/>
                </a:lnTo>
                <a:cubicBezTo>
                  <a:pt x="6737720" y="1873134"/>
                  <a:pt x="6737823" y="1872674"/>
                  <a:pt x="6737823" y="1872674"/>
                </a:cubicBezTo>
                <a:lnTo>
                  <a:pt x="6741354" y="1866531"/>
                </a:lnTo>
                <a:cubicBezTo>
                  <a:pt x="6741508" y="1866327"/>
                  <a:pt x="6741967" y="1866173"/>
                  <a:pt x="6741967" y="1866173"/>
                </a:cubicBezTo>
                <a:lnTo>
                  <a:pt x="6749031" y="1866173"/>
                </a:lnTo>
                <a:cubicBezTo>
                  <a:pt x="6749287" y="1866173"/>
                  <a:pt x="6749646" y="1866531"/>
                  <a:pt x="6749646" y="1866531"/>
                </a:cubicBezTo>
                <a:lnTo>
                  <a:pt x="6753177" y="1872674"/>
                </a:lnTo>
                <a:cubicBezTo>
                  <a:pt x="6753279" y="1872877"/>
                  <a:pt x="6753177" y="1873339"/>
                  <a:pt x="6753177" y="1873339"/>
                </a:cubicBezTo>
                <a:lnTo>
                  <a:pt x="6749646" y="1879480"/>
                </a:lnTo>
                <a:cubicBezTo>
                  <a:pt x="6749491" y="1879685"/>
                  <a:pt x="6749031" y="1879839"/>
                  <a:pt x="6749031" y="1879839"/>
                </a:cubicBezTo>
                <a:close/>
                <a:moveTo>
                  <a:pt x="6947256" y="1879839"/>
                </a:moveTo>
                <a:lnTo>
                  <a:pt x="6940193" y="1879839"/>
                </a:lnTo>
                <a:cubicBezTo>
                  <a:pt x="6939937" y="1879839"/>
                  <a:pt x="6939578" y="1879480"/>
                  <a:pt x="6939578" y="1879480"/>
                </a:cubicBezTo>
                <a:lnTo>
                  <a:pt x="6936048" y="1873339"/>
                </a:lnTo>
                <a:cubicBezTo>
                  <a:pt x="6935945" y="1873134"/>
                  <a:pt x="6936048" y="1872674"/>
                  <a:pt x="6936048" y="1872674"/>
                </a:cubicBezTo>
                <a:lnTo>
                  <a:pt x="6939578" y="1866531"/>
                </a:lnTo>
                <a:cubicBezTo>
                  <a:pt x="6939733" y="1866327"/>
                  <a:pt x="6940193" y="1866173"/>
                  <a:pt x="6940193" y="1866173"/>
                </a:cubicBezTo>
                <a:lnTo>
                  <a:pt x="6947256" y="1866173"/>
                </a:lnTo>
                <a:cubicBezTo>
                  <a:pt x="6947512" y="1866173"/>
                  <a:pt x="6947870" y="1866531"/>
                  <a:pt x="6947870" y="1866531"/>
                </a:cubicBezTo>
                <a:lnTo>
                  <a:pt x="6951402" y="1872674"/>
                </a:lnTo>
                <a:cubicBezTo>
                  <a:pt x="6951504" y="1872877"/>
                  <a:pt x="6951402" y="1873339"/>
                  <a:pt x="6951402" y="1873339"/>
                </a:cubicBezTo>
                <a:lnTo>
                  <a:pt x="6947870" y="1879480"/>
                </a:lnTo>
                <a:cubicBezTo>
                  <a:pt x="6947717" y="1879685"/>
                  <a:pt x="6947256" y="1879839"/>
                  <a:pt x="6947256" y="1879839"/>
                </a:cubicBezTo>
                <a:close/>
                <a:moveTo>
                  <a:pt x="7145388" y="1879839"/>
                </a:moveTo>
                <a:lnTo>
                  <a:pt x="7138325" y="1879839"/>
                </a:lnTo>
                <a:cubicBezTo>
                  <a:pt x="7138068" y="1879839"/>
                  <a:pt x="7137713" y="1879480"/>
                  <a:pt x="7137713" y="1879480"/>
                </a:cubicBezTo>
                <a:lnTo>
                  <a:pt x="7134180" y="1873339"/>
                </a:lnTo>
                <a:cubicBezTo>
                  <a:pt x="7134078" y="1873134"/>
                  <a:pt x="7134180" y="1872674"/>
                  <a:pt x="7134180" y="1872674"/>
                </a:cubicBezTo>
                <a:lnTo>
                  <a:pt x="7137713" y="1866531"/>
                </a:lnTo>
                <a:cubicBezTo>
                  <a:pt x="7137864" y="1866327"/>
                  <a:pt x="7138325" y="1866173"/>
                  <a:pt x="7138325" y="1866173"/>
                </a:cubicBezTo>
                <a:lnTo>
                  <a:pt x="7145388" y="1866173"/>
                </a:lnTo>
                <a:cubicBezTo>
                  <a:pt x="7145644" y="1866173"/>
                  <a:pt x="7146004" y="1866531"/>
                  <a:pt x="7146004" y="1866531"/>
                </a:cubicBezTo>
                <a:lnTo>
                  <a:pt x="7149535" y="1872674"/>
                </a:lnTo>
                <a:cubicBezTo>
                  <a:pt x="7149638" y="1872877"/>
                  <a:pt x="7149535" y="1873339"/>
                  <a:pt x="7149535" y="1873339"/>
                </a:cubicBezTo>
                <a:lnTo>
                  <a:pt x="7146004" y="1879480"/>
                </a:lnTo>
                <a:cubicBezTo>
                  <a:pt x="7145851" y="1879685"/>
                  <a:pt x="7145388" y="1879839"/>
                  <a:pt x="7145388" y="1879839"/>
                </a:cubicBezTo>
                <a:close/>
                <a:moveTo>
                  <a:pt x="7343639" y="1879839"/>
                </a:moveTo>
                <a:lnTo>
                  <a:pt x="7336575" y="1879839"/>
                </a:lnTo>
                <a:cubicBezTo>
                  <a:pt x="7336319" y="1879839"/>
                  <a:pt x="7335961" y="1879480"/>
                  <a:pt x="7335961" y="1879480"/>
                </a:cubicBezTo>
                <a:lnTo>
                  <a:pt x="7332429" y="1873339"/>
                </a:lnTo>
                <a:cubicBezTo>
                  <a:pt x="7332326" y="1873134"/>
                  <a:pt x="7332429" y="1872674"/>
                  <a:pt x="7332429" y="1872674"/>
                </a:cubicBezTo>
                <a:lnTo>
                  <a:pt x="7335961" y="1866531"/>
                </a:lnTo>
                <a:cubicBezTo>
                  <a:pt x="7336114" y="1866327"/>
                  <a:pt x="7336575" y="1866173"/>
                  <a:pt x="7336575" y="1866173"/>
                </a:cubicBezTo>
                <a:lnTo>
                  <a:pt x="7343639" y="1866173"/>
                </a:lnTo>
                <a:cubicBezTo>
                  <a:pt x="7343894" y="1866173"/>
                  <a:pt x="7344253" y="1866531"/>
                  <a:pt x="7344253" y="1866531"/>
                </a:cubicBezTo>
                <a:lnTo>
                  <a:pt x="7347785" y="1872674"/>
                </a:lnTo>
                <a:cubicBezTo>
                  <a:pt x="7347886" y="1872877"/>
                  <a:pt x="7347785" y="1873339"/>
                  <a:pt x="7347785" y="1873339"/>
                </a:cubicBezTo>
                <a:lnTo>
                  <a:pt x="7344253" y="1879480"/>
                </a:lnTo>
                <a:cubicBezTo>
                  <a:pt x="7344097" y="1879685"/>
                  <a:pt x="7343639" y="1879839"/>
                  <a:pt x="7343639" y="1879839"/>
                </a:cubicBezTo>
                <a:close/>
                <a:moveTo>
                  <a:pt x="7541927" y="1879839"/>
                </a:moveTo>
                <a:lnTo>
                  <a:pt x="7534864" y="1879839"/>
                </a:lnTo>
                <a:cubicBezTo>
                  <a:pt x="7534608" y="1879839"/>
                  <a:pt x="7534250" y="1879480"/>
                  <a:pt x="7534250" y="1879480"/>
                </a:cubicBezTo>
                <a:lnTo>
                  <a:pt x="7530718" y="1873339"/>
                </a:lnTo>
                <a:cubicBezTo>
                  <a:pt x="7530616" y="1873134"/>
                  <a:pt x="7530718" y="1872674"/>
                  <a:pt x="7530718" y="1872674"/>
                </a:cubicBezTo>
                <a:lnTo>
                  <a:pt x="7534250" y="1866531"/>
                </a:lnTo>
                <a:cubicBezTo>
                  <a:pt x="7534403" y="1866327"/>
                  <a:pt x="7534864" y="1866173"/>
                  <a:pt x="7534864" y="1866173"/>
                </a:cubicBezTo>
                <a:lnTo>
                  <a:pt x="7541927" y="1866173"/>
                </a:lnTo>
                <a:cubicBezTo>
                  <a:pt x="7542183" y="1866173"/>
                  <a:pt x="7542541" y="1866531"/>
                  <a:pt x="7542541" y="1866531"/>
                </a:cubicBezTo>
                <a:lnTo>
                  <a:pt x="7546074" y="1872674"/>
                </a:lnTo>
                <a:cubicBezTo>
                  <a:pt x="7546176" y="1872877"/>
                  <a:pt x="7546074" y="1873339"/>
                  <a:pt x="7546074" y="1873339"/>
                </a:cubicBezTo>
                <a:lnTo>
                  <a:pt x="7542541" y="1879480"/>
                </a:lnTo>
                <a:cubicBezTo>
                  <a:pt x="7542388" y="1879685"/>
                  <a:pt x="7541927" y="1879839"/>
                  <a:pt x="7541927" y="1879839"/>
                </a:cubicBezTo>
                <a:close/>
                <a:moveTo>
                  <a:pt x="7740190" y="1879839"/>
                </a:moveTo>
                <a:lnTo>
                  <a:pt x="7733127" y="1879839"/>
                </a:lnTo>
                <a:cubicBezTo>
                  <a:pt x="7732870" y="1879839"/>
                  <a:pt x="7732513" y="1879480"/>
                  <a:pt x="7732513" y="1879480"/>
                </a:cubicBezTo>
                <a:lnTo>
                  <a:pt x="7728981" y="1873339"/>
                </a:lnTo>
                <a:cubicBezTo>
                  <a:pt x="7728879" y="1873134"/>
                  <a:pt x="7728981" y="1872674"/>
                  <a:pt x="7728981" y="1872674"/>
                </a:cubicBezTo>
                <a:lnTo>
                  <a:pt x="7732513" y="1866531"/>
                </a:lnTo>
                <a:cubicBezTo>
                  <a:pt x="7732666" y="1866327"/>
                  <a:pt x="7733127" y="1866173"/>
                  <a:pt x="7733127" y="1866173"/>
                </a:cubicBezTo>
                <a:lnTo>
                  <a:pt x="7740190" y="1866173"/>
                </a:lnTo>
                <a:cubicBezTo>
                  <a:pt x="7740445" y="1866173"/>
                  <a:pt x="7740804" y="1866531"/>
                  <a:pt x="7740804" y="1866531"/>
                </a:cubicBezTo>
                <a:lnTo>
                  <a:pt x="7744336" y="1872674"/>
                </a:lnTo>
                <a:cubicBezTo>
                  <a:pt x="7744438" y="1872877"/>
                  <a:pt x="7744336" y="1873339"/>
                  <a:pt x="7744336" y="1873339"/>
                </a:cubicBezTo>
                <a:lnTo>
                  <a:pt x="7740804" y="1879480"/>
                </a:lnTo>
                <a:cubicBezTo>
                  <a:pt x="7740651" y="1879685"/>
                  <a:pt x="7740190" y="1879839"/>
                  <a:pt x="7740190" y="1879839"/>
                </a:cubicBezTo>
                <a:close/>
                <a:moveTo>
                  <a:pt x="7938320" y="1879839"/>
                </a:moveTo>
                <a:lnTo>
                  <a:pt x="7931256" y="1879839"/>
                </a:lnTo>
                <a:cubicBezTo>
                  <a:pt x="7931001" y="1879839"/>
                  <a:pt x="7930642" y="1879480"/>
                  <a:pt x="7930642" y="1879480"/>
                </a:cubicBezTo>
                <a:lnTo>
                  <a:pt x="7927111" y="1873339"/>
                </a:lnTo>
                <a:cubicBezTo>
                  <a:pt x="7927009" y="1873134"/>
                  <a:pt x="7927111" y="1872674"/>
                  <a:pt x="7927111" y="1872674"/>
                </a:cubicBezTo>
                <a:lnTo>
                  <a:pt x="7930642" y="1866531"/>
                </a:lnTo>
                <a:cubicBezTo>
                  <a:pt x="7930796" y="1866327"/>
                  <a:pt x="7931256" y="1866173"/>
                  <a:pt x="7931256" y="1866173"/>
                </a:cubicBezTo>
                <a:lnTo>
                  <a:pt x="7938320" y="1866173"/>
                </a:lnTo>
                <a:cubicBezTo>
                  <a:pt x="7938576" y="1866173"/>
                  <a:pt x="7938934" y="1866531"/>
                  <a:pt x="7938934" y="1866531"/>
                </a:cubicBezTo>
                <a:lnTo>
                  <a:pt x="7942467" y="1872674"/>
                </a:lnTo>
                <a:cubicBezTo>
                  <a:pt x="7942568" y="1872877"/>
                  <a:pt x="7942467" y="1873339"/>
                  <a:pt x="7942467" y="1873339"/>
                </a:cubicBezTo>
                <a:lnTo>
                  <a:pt x="7938934" y="1879480"/>
                </a:lnTo>
                <a:cubicBezTo>
                  <a:pt x="7938780" y="1879685"/>
                  <a:pt x="7938320" y="1879839"/>
                  <a:pt x="7938320" y="1879839"/>
                </a:cubicBezTo>
                <a:close/>
                <a:moveTo>
                  <a:pt x="8136571" y="1879839"/>
                </a:moveTo>
                <a:lnTo>
                  <a:pt x="8129510" y="1879839"/>
                </a:lnTo>
                <a:cubicBezTo>
                  <a:pt x="8129252" y="1879839"/>
                  <a:pt x="8128895" y="1879480"/>
                  <a:pt x="8128895" y="1879480"/>
                </a:cubicBezTo>
                <a:lnTo>
                  <a:pt x="8125364" y="1873339"/>
                </a:lnTo>
                <a:cubicBezTo>
                  <a:pt x="8125261" y="1873134"/>
                  <a:pt x="8125364" y="1872674"/>
                  <a:pt x="8125364" y="1872674"/>
                </a:cubicBezTo>
                <a:lnTo>
                  <a:pt x="8128895" y="1866531"/>
                </a:lnTo>
                <a:cubicBezTo>
                  <a:pt x="8129048" y="1866327"/>
                  <a:pt x="8129510" y="1866173"/>
                  <a:pt x="8129510" y="1866173"/>
                </a:cubicBezTo>
                <a:lnTo>
                  <a:pt x="8136571" y="1866173"/>
                </a:lnTo>
                <a:cubicBezTo>
                  <a:pt x="8136829" y="1866173"/>
                  <a:pt x="8137188" y="1866531"/>
                  <a:pt x="8137188" y="1866531"/>
                </a:cubicBezTo>
                <a:lnTo>
                  <a:pt x="8140719" y="1872674"/>
                </a:lnTo>
                <a:cubicBezTo>
                  <a:pt x="8140821" y="1872877"/>
                  <a:pt x="8140719" y="1873339"/>
                  <a:pt x="8140719" y="1873339"/>
                </a:cubicBezTo>
                <a:lnTo>
                  <a:pt x="8137188" y="1879480"/>
                </a:lnTo>
                <a:cubicBezTo>
                  <a:pt x="8137033" y="1879685"/>
                  <a:pt x="8136571" y="1879839"/>
                  <a:pt x="8136571" y="1879839"/>
                </a:cubicBezTo>
                <a:close/>
                <a:moveTo>
                  <a:pt x="8334905" y="1879839"/>
                </a:moveTo>
                <a:lnTo>
                  <a:pt x="8327843" y="1879839"/>
                </a:lnTo>
                <a:cubicBezTo>
                  <a:pt x="8327586" y="1879839"/>
                  <a:pt x="8327227" y="1879480"/>
                  <a:pt x="8327227" y="1879480"/>
                </a:cubicBezTo>
                <a:lnTo>
                  <a:pt x="8323697" y="1873339"/>
                </a:lnTo>
                <a:cubicBezTo>
                  <a:pt x="8323594" y="1873134"/>
                  <a:pt x="8323697" y="1872674"/>
                  <a:pt x="8323697" y="1872674"/>
                </a:cubicBezTo>
                <a:lnTo>
                  <a:pt x="8327227" y="1866531"/>
                </a:lnTo>
                <a:cubicBezTo>
                  <a:pt x="8327381" y="1866327"/>
                  <a:pt x="8327843" y="1866173"/>
                  <a:pt x="8327843" y="1866173"/>
                </a:cubicBezTo>
                <a:lnTo>
                  <a:pt x="8334905" y="1866173"/>
                </a:lnTo>
                <a:cubicBezTo>
                  <a:pt x="8335161" y="1866173"/>
                  <a:pt x="8335519" y="1866531"/>
                  <a:pt x="8335519" y="1866531"/>
                </a:cubicBezTo>
                <a:lnTo>
                  <a:pt x="8339051" y="1872674"/>
                </a:lnTo>
                <a:cubicBezTo>
                  <a:pt x="8339154" y="1872877"/>
                  <a:pt x="8339051" y="1873339"/>
                  <a:pt x="8339051" y="1873339"/>
                </a:cubicBezTo>
                <a:lnTo>
                  <a:pt x="8335519" y="1879480"/>
                </a:lnTo>
                <a:cubicBezTo>
                  <a:pt x="8335366" y="1879685"/>
                  <a:pt x="8334905" y="1879839"/>
                  <a:pt x="8334905" y="1879839"/>
                </a:cubicBezTo>
                <a:close/>
                <a:moveTo>
                  <a:pt x="8533000" y="1879839"/>
                </a:moveTo>
                <a:lnTo>
                  <a:pt x="8525937" y="1879839"/>
                </a:lnTo>
                <a:cubicBezTo>
                  <a:pt x="8525681" y="1879839"/>
                  <a:pt x="8525324" y="1879480"/>
                  <a:pt x="8525324" y="1879480"/>
                </a:cubicBezTo>
                <a:lnTo>
                  <a:pt x="8521791" y="1873339"/>
                </a:lnTo>
                <a:cubicBezTo>
                  <a:pt x="8521690" y="1873134"/>
                  <a:pt x="8521791" y="1872674"/>
                  <a:pt x="8521791" y="1872674"/>
                </a:cubicBezTo>
                <a:lnTo>
                  <a:pt x="8525324" y="1866531"/>
                </a:lnTo>
                <a:cubicBezTo>
                  <a:pt x="8525477" y="1866327"/>
                  <a:pt x="8525937" y="1866173"/>
                  <a:pt x="8525937" y="1866173"/>
                </a:cubicBezTo>
                <a:lnTo>
                  <a:pt x="8533000" y="1866173"/>
                </a:lnTo>
                <a:cubicBezTo>
                  <a:pt x="8533256" y="1866173"/>
                  <a:pt x="8533615" y="1866531"/>
                  <a:pt x="8533615" y="1866531"/>
                </a:cubicBezTo>
                <a:lnTo>
                  <a:pt x="8537147" y="1872674"/>
                </a:lnTo>
                <a:cubicBezTo>
                  <a:pt x="8537249" y="1872877"/>
                  <a:pt x="8537147" y="1873339"/>
                  <a:pt x="8537147" y="1873339"/>
                </a:cubicBezTo>
                <a:lnTo>
                  <a:pt x="8533615" y="1879480"/>
                </a:lnTo>
                <a:cubicBezTo>
                  <a:pt x="8533463" y="1879685"/>
                  <a:pt x="8533000" y="1879839"/>
                  <a:pt x="8533000" y="1879839"/>
                </a:cubicBezTo>
                <a:close/>
                <a:moveTo>
                  <a:pt x="8731304" y="1879839"/>
                </a:moveTo>
                <a:lnTo>
                  <a:pt x="8724240" y="1879839"/>
                </a:lnTo>
                <a:cubicBezTo>
                  <a:pt x="8723985" y="1879839"/>
                  <a:pt x="8723626" y="1879480"/>
                  <a:pt x="8723626" y="1879480"/>
                </a:cubicBezTo>
                <a:lnTo>
                  <a:pt x="8720094" y="1873339"/>
                </a:lnTo>
                <a:cubicBezTo>
                  <a:pt x="8719992" y="1873134"/>
                  <a:pt x="8720094" y="1872674"/>
                  <a:pt x="8720094" y="1872674"/>
                </a:cubicBezTo>
                <a:lnTo>
                  <a:pt x="8723626" y="1866531"/>
                </a:lnTo>
                <a:cubicBezTo>
                  <a:pt x="8723779" y="1866327"/>
                  <a:pt x="8724240" y="1866173"/>
                  <a:pt x="8724240" y="1866173"/>
                </a:cubicBezTo>
                <a:lnTo>
                  <a:pt x="8731304" y="1866173"/>
                </a:lnTo>
                <a:cubicBezTo>
                  <a:pt x="8731559" y="1866173"/>
                  <a:pt x="8731918" y="1866531"/>
                  <a:pt x="8731918" y="1866531"/>
                </a:cubicBezTo>
                <a:lnTo>
                  <a:pt x="8735451" y="1872674"/>
                </a:lnTo>
                <a:cubicBezTo>
                  <a:pt x="8735553" y="1872877"/>
                  <a:pt x="8735451" y="1873339"/>
                  <a:pt x="8735451" y="1873339"/>
                </a:cubicBezTo>
                <a:lnTo>
                  <a:pt x="8731918" y="1879480"/>
                </a:lnTo>
                <a:cubicBezTo>
                  <a:pt x="8731765" y="1879685"/>
                  <a:pt x="8731304" y="1879839"/>
                  <a:pt x="8731304" y="1879839"/>
                </a:cubicBezTo>
                <a:close/>
                <a:moveTo>
                  <a:pt x="8929642" y="1879839"/>
                </a:moveTo>
                <a:lnTo>
                  <a:pt x="8922579" y="1879839"/>
                </a:lnTo>
                <a:cubicBezTo>
                  <a:pt x="8922323" y="1879839"/>
                  <a:pt x="8921964" y="1879480"/>
                  <a:pt x="8921964" y="1879480"/>
                </a:cubicBezTo>
                <a:lnTo>
                  <a:pt x="8918433" y="1873339"/>
                </a:lnTo>
                <a:cubicBezTo>
                  <a:pt x="8918331" y="1873134"/>
                  <a:pt x="8918433" y="1872674"/>
                  <a:pt x="8918433" y="1872674"/>
                </a:cubicBezTo>
                <a:lnTo>
                  <a:pt x="8921964" y="1866531"/>
                </a:lnTo>
                <a:cubicBezTo>
                  <a:pt x="8922118" y="1866327"/>
                  <a:pt x="8922579" y="1866173"/>
                  <a:pt x="8922579" y="1866173"/>
                </a:cubicBezTo>
                <a:lnTo>
                  <a:pt x="8929642" y="1866173"/>
                </a:lnTo>
                <a:cubicBezTo>
                  <a:pt x="8929898" y="1866173"/>
                  <a:pt x="8930256" y="1866531"/>
                  <a:pt x="8930256" y="1866531"/>
                </a:cubicBezTo>
                <a:lnTo>
                  <a:pt x="8933788" y="1872674"/>
                </a:lnTo>
                <a:cubicBezTo>
                  <a:pt x="8933890" y="1872877"/>
                  <a:pt x="8933788" y="1873339"/>
                  <a:pt x="8933788" y="1873339"/>
                </a:cubicBezTo>
                <a:lnTo>
                  <a:pt x="8930256" y="1879480"/>
                </a:lnTo>
                <a:cubicBezTo>
                  <a:pt x="8930103" y="1879685"/>
                  <a:pt x="8929642" y="1879839"/>
                  <a:pt x="8929642" y="1879839"/>
                </a:cubicBezTo>
                <a:close/>
                <a:moveTo>
                  <a:pt x="9127727" y="1879839"/>
                </a:moveTo>
                <a:lnTo>
                  <a:pt x="9120664" y="1879839"/>
                </a:lnTo>
                <a:cubicBezTo>
                  <a:pt x="9120408" y="1879839"/>
                  <a:pt x="9120050" y="1879480"/>
                  <a:pt x="9120050" y="1879480"/>
                </a:cubicBezTo>
                <a:lnTo>
                  <a:pt x="9116517" y="1873339"/>
                </a:lnTo>
                <a:cubicBezTo>
                  <a:pt x="9116414" y="1873134"/>
                  <a:pt x="9116517" y="1872674"/>
                  <a:pt x="9116517" y="1872674"/>
                </a:cubicBezTo>
                <a:lnTo>
                  <a:pt x="9120050" y="1866531"/>
                </a:lnTo>
                <a:cubicBezTo>
                  <a:pt x="9120204" y="1866327"/>
                  <a:pt x="9120664" y="1866173"/>
                  <a:pt x="9120664" y="1866173"/>
                </a:cubicBezTo>
                <a:lnTo>
                  <a:pt x="9127727" y="1866173"/>
                </a:lnTo>
                <a:cubicBezTo>
                  <a:pt x="9127982" y="1866173"/>
                  <a:pt x="9128341" y="1866531"/>
                  <a:pt x="9128341" y="1866531"/>
                </a:cubicBezTo>
                <a:lnTo>
                  <a:pt x="9131872" y="1872674"/>
                </a:lnTo>
                <a:cubicBezTo>
                  <a:pt x="9131976" y="1872877"/>
                  <a:pt x="9131872" y="1873339"/>
                  <a:pt x="9131872" y="1873339"/>
                </a:cubicBezTo>
                <a:lnTo>
                  <a:pt x="9128341" y="1879480"/>
                </a:lnTo>
                <a:cubicBezTo>
                  <a:pt x="9128187" y="1879685"/>
                  <a:pt x="9127727" y="1879839"/>
                  <a:pt x="9127727" y="1879839"/>
                </a:cubicBezTo>
                <a:close/>
                <a:moveTo>
                  <a:pt x="9326048" y="1879839"/>
                </a:moveTo>
                <a:lnTo>
                  <a:pt x="9318984" y="1879839"/>
                </a:lnTo>
                <a:cubicBezTo>
                  <a:pt x="9318729" y="1879839"/>
                  <a:pt x="9318371" y="1879480"/>
                  <a:pt x="9318371" y="1879480"/>
                </a:cubicBezTo>
                <a:lnTo>
                  <a:pt x="9314839" y="1873339"/>
                </a:lnTo>
                <a:cubicBezTo>
                  <a:pt x="9314737" y="1873134"/>
                  <a:pt x="9314839" y="1872674"/>
                  <a:pt x="9314839" y="1872674"/>
                </a:cubicBezTo>
                <a:lnTo>
                  <a:pt x="9318371" y="1866531"/>
                </a:lnTo>
                <a:cubicBezTo>
                  <a:pt x="9318524" y="1866327"/>
                  <a:pt x="9318984" y="1866173"/>
                  <a:pt x="9318984" y="1866173"/>
                </a:cubicBezTo>
                <a:lnTo>
                  <a:pt x="9326048" y="1866173"/>
                </a:lnTo>
                <a:cubicBezTo>
                  <a:pt x="9326304" y="1866173"/>
                  <a:pt x="9326663" y="1866531"/>
                  <a:pt x="9326663" y="1866531"/>
                </a:cubicBezTo>
                <a:lnTo>
                  <a:pt x="9330193" y="1872674"/>
                </a:lnTo>
                <a:cubicBezTo>
                  <a:pt x="9330296" y="1872877"/>
                  <a:pt x="9330193" y="1873339"/>
                  <a:pt x="9330193" y="1873339"/>
                </a:cubicBezTo>
                <a:lnTo>
                  <a:pt x="9326663" y="1879480"/>
                </a:lnTo>
                <a:cubicBezTo>
                  <a:pt x="9326509" y="1879685"/>
                  <a:pt x="9326048" y="1879839"/>
                  <a:pt x="9326048" y="1879839"/>
                </a:cubicBezTo>
                <a:close/>
                <a:moveTo>
                  <a:pt x="9524186" y="1879839"/>
                </a:moveTo>
                <a:lnTo>
                  <a:pt x="9517122" y="1879839"/>
                </a:lnTo>
                <a:cubicBezTo>
                  <a:pt x="9516866" y="1879839"/>
                  <a:pt x="9516508" y="1879480"/>
                  <a:pt x="9516508" y="1879480"/>
                </a:cubicBezTo>
                <a:lnTo>
                  <a:pt x="9512977" y="1873339"/>
                </a:lnTo>
                <a:cubicBezTo>
                  <a:pt x="9512875" y="1873134"/>
                  <a:pt x="9512977" y="1872674"/>
                  <a:pt x="9512977" y="1872674"/>
                </a:cubicBezTo>
                <a:lnTo>
                  <a:pt x="9516508" y="1866531"/>
                </a:lnTo>
                <a:cubicBezTo>
                  <a:pt x="9516662" y="1866327"/>
                  <a:pt x="9517122" y="1866173"/>
                  <a:pt x="9517122" y="1866173"/>
                </a:cubicBezTo>
                <a:lnTo>
                  <a:pt x="9524186" y="1866173"/>
                </a:lnTo>
                <a:cubicBezTo>
                  <a:pt x="9524442" y="1866173"/>
                  <a:pt x="9524800" y="1866531"/>
                  <a:pt x="9524800" y="1866531"/>
                </a:cubicBezTo>
                <a:lnTo>
                  <a:pt x="9528333" y="1872674"/>
                </a:lnTo>
                <a:cubicBezTo>
                  <a:pt x="9528436" y="1872877"/>
                  <a:pt x="9528333" y="1873339"/>
                  <a:pt x="9528333" y="1873339"/>
                </a:cubicBezTo>
                <a:lnTo>
                  <a:pt x="9524800" y="1879480"/>
                </a:lnTo>
                <a:cubicBezTo>
                  <a:pt x="9524645" y="1879685"/>
                  <a:pt x="9524186" y="1879839"/>
                  <a:pt x="9524186" y="1879839"/>
                </a:cubicBezTo>
                <a:close/>
                <a:moveTo>
                  <a:pt x="9722552" y="1879839"/>
                </a:moveTo>
                <a:lnTo>
                  <a:pt x="9715490" y="1879839"/>
                </a:lnTo>
                <a:cubicBezTo>
                  <a:pt x="9715234" y="1879839"/>
                  <a:pt x="9714876" y="1879480"/>
                  <a:pt x="9714876" y="1879480"/>
                </a:cubicBezTo>
                <a:lnTo>
                  <a:pt x="9711344" y="1873339"/>
                </a:lnTo>
                <a:cubicBezTo>
                  <a:pt x="9711242" y="1873134"/>
                  <a:pt x="9711344" y="1872674"/>
                  <a:pt x="9711344" y="1872674"/>
                </a:cubicBezTo>
                <a:lnTo>
                  <a:pt x="9714876" y="1866531"/>
                </a:lnTo>
                <a:cubicBezTo>
                  <a:pt x="9715029" y="1866327"/>
                  <a:pt x="9715490" y="1866173"/>
                  <a:pt x="9715490" y="1866173"/>
                </a:cubicBezTo>
                <a:lnTo>
                  <a:pt x="9722552" y="1866173"/>
                </a:lnTo>
                <a:cubicBezTo>
                  <a:pt x="9722809" y="1866173"/>
                  <a:pt x="9723167" y="1866531"/>
                  <a:pt x="9723167" y="1866531"/>
                </a:cubicBezTo>
                <a:lnTo>
                  <a:pt x="9726699" y="1872674"/>
                </a:lnTo>
                <a:cubicBezTo>
                  <a:pt x="9726801" y="1872877"/>
                  <a:pt x="9726699" y="1873339"/>
                  <a:pt x="9726699" y="1873339"/>
                </a:cubicBezTo>
                <a:lnTo>
                  <a:pt x="9723167" y="1879480"/>
                </a:lnTo>
                <a:cubicBezTo>
                  <a:pt x="9723014" y="1879685"/>
                  <a:pt x="9722552" y="1879839"/>
                  <a:pt x="9722552" y="1879839"/>
                </a:cubicBezTo>
                <a:close/>
                <a:moveTo>
                  <a:pt x="9920810" y="1879839"/>
                </a:moveTo>
                <a:lnTo>
                  <a:pt x="9913747" y="1879839"/>
                </a:lnTo>
                <a:cubicBezTo>
                  <a:pt x="9913492" y="1879839"/>
                  <a:pt x="9913133" y="1879480"/>
                  <a:pt x="9913133" y="1879480"/>
                </a:cubicBezTo>
                <a:lnTo>
                  <a:pt x="9909602" y="1873339"/>
                </a:lnTo>
                <a:cubicBezTo>
                  <a:pt x="9909500" y="1873134"/>
                  <a:pt x="9909602" y="1872674"/>
                  <a:pt x="9909602" y="1872674"/>
                </a:cubicBezTo>
                <a:lnTo>
                  <a:pt x="9913133" y="1866531"/>
                </a:lnTo>
                <a:cubicBezTo>
                  <a:pt x="9913287" y="1866327"/>
                  <a:pt x="9913747" y="1866173"/>
                  <a:pt x="9913747" y="1866173"/>
                </a:cubicBezTo>
                <a:lnTo>
                  <a:pt x="9920810" y="1866173"/>
                </a:lnTo>
                <a:cubicBezTo>
                  <a:pt x="9921067" y="1866173"/>
                  <a:pt x="9921425" y="1866531"/>
                  <a:pt x="9921425" y="1866531"/>
                </a:cubicBezTo>
                <a:lnTo>
                  <a:pt x="9924957" y="1872674"/>
                </a:lnTo>
                <a:cubicBezTo>
                  <a:pt x="9925059" y="1872877"/>
                  <a:pt x="9924957" y="1873339"/>
                  <a:pt x="9924957" y="1873339"/>
                </a:cubicBezTo>
                <a:lnTo>
                  <a:pt x="9921425" y="1879480"/>
                </a:lnTo>
                <a:cubicBezTo>
                  <a:pt x="9921271" y="1879685"/>
                  <a:pt x="9920810" y="1879839"/>
                  <a:pt x="9920810" y="1879839"/>
                </a:cubicBezTo>
                <a:close/>
                <a:moveTo>
                  <a:pt x="10118967" y="1879839"/>
                </a:moveTo>
                <a:lnTo>
                  <a:pt x="10111904" y="1879839"/>
                </a:lnTo>
                <a:cubicBezTo>
                  <a:pt x="10111648" y="1879839"/>
                  <a:pt x="10111290" y="1879480"/>
                  <a:pt x="10111290" y="1879480"/>
                </a:cubicBezTo>
                <a:lnTo>
                  <a:pt x="10107758" y="1873339"/>
                </a:lnTo>
                <a:cubicBezTo>
                  <a:pt x="10107656" y="1873134"/>
                  <a:pt x="10107758" y="1872674"/>
                  <a:pt x="10107758" y="1872674"/>
                </a:cubicBezTo>
                <a:lnTo>
                  <a:pt x="10111290" y="1866531"/>
                </a:lnTo>
                <a:cubicBezTo>
                  <a:pt x="10111443" y="1866327"/>
                  <a:pt x="10111904" y="1866173"/>
                  <a:pt x="10111904" y="1866173"/>
                </a:cubicBezTo>
                <a:lnTo>
                  <a:pt x="10118967" y="1866173"/>
                </a:lnTo>
                <a:cubicBezTo>
                  <a:pt x="10119223" y="1866173"/>
                  <a:pt x="10119582" y="1866531"/>
                  <a:pt x="10119582" y="1866531"/>
                </a:cubicBezTo>
                <a:lnTo>
                  <a:pt x="10123113" y="1872674"/>
                </a:lnTo>
                <a:cubicBezTo>
                  <a:pt x="10123215" y="1872877"/>
                  <a:pt x="10123113" y="1873339"/>
                  <a:pt x="10123113" y="1873339"/>
                </a:cubicBezTo>
                <a:lnTo>
                  <a:pt x="10119582" y="1879480"/>
                </a:lnTo>
                <a:cubicBezTo>
                  <a:pt x="10119428" y="1879685"/>
                  <a:pt x="10118967" y="1879839"/>
                  <a:pt x="10118967" y="1879839"/>
                </a:cubicBezTo>
                <a:close/>
                <a:moveTo>
                  <a:pt x="10317219" y="1879839"/>
                </a:moveTo>
                <a:lnTo>
                  <a:pt x="10310156" y="1879839"/>
                </a:lnTo>
                <a:cubicBezTo>
                  <a:pt x="10309900" y="1879839"/>
                  <a:pt x="10309542" y="1879480"/>
                  <a:pt x="10309542" y="1879480"/>
                </a:cubicBezTo>
                <a:lnTo>
                  <a:pt x="10306010" y="1873339"/>
                </a:lnTo>
                <a:cubicBezTo>
                  <a:pt x="10305908" y="1873134"/>
                  <a:pt x="10306010" y="1872674"/>
                  <a:pt x="10306010" y="1872674"/>
                </a:cubicBezTo>
                <a:lnTo>
                  <a:pt x="10309542" y="1866531"/>
                </a:lnTo>
                <a:cubicBezTo>
                  <a:pt x="10309695" y="1866327"/>
                  <a:pt x="10310156" y="1866173"/>
                  <a:pt x="10310156" y="1866173"/>
                </a:cubicBezTo>
                <a:lnTo>
                  <a:pt x="10317219" y="1866173"/>
                </a:lnTo>
                <a:cubicBezTo>
                  <a:pt x="10317475" y="1866173"/>
                  <a:pt x="10317834" y="1866531"/>
                  <a:pt x="10317834" y="1866531"/>
                </a:cubicBezTo>
                <a:lnTo>
                  <a:pt x="10321364" y="1872674"/>
                </a:lnTo>
                <a:cubicBezTo>
                  <a:pt x="10321467" y="1872877"/>
                  <a:pt x="10321364" y="1873339"/>
                  <a:pt x="10321364" y="1873339"/>
                </a:cubicBezTo>
                <a:lnTo>
                  <a:pt x="10317834" y="1879480"/>
                </a:lnTo>
                <a:cubicBezTo>
                  <a:pt x="10317680" y="1879685"/>
                  <a:pt x="10317219" y="1879839"/>
                  <a:pt x="10317219" y="1879839"/>
                </a:cubicBezTo>
                <a:close/>
                <a:moveTo>
                  <a:pt x="11254" y="2043152"/>
                </a:moveTo>
                <a:lnTo>
                  <a:pt x="4192" y="2043152"/>
                </a:lnTo>
                <a:cubicBezTo>
                  <a:pt x="3935" y="2043152"/>
                  <a:pt x="3578" y="2042793"/>
                  <a:pt x="3578" y="2042793"/>
                </a:cubicBezTo>
                <a:lnTo>
                  <a:pt x="46" y="2036651"/>
                </a:lnTo>
                <a:cubicBezTo>
                  <a:pt x="-57" y="2036446"/>
                  <a:pt x="46" y="2035986"/>
                  <a:pt x="46" y="2035986"/>
                </a:cubicBezTo>
                <a:lnTo>
                  <a:pt x="3578" y="2029845"/>
                </a:lnTo>
                <a:cubicBezTo>
                  <a:pt x="3731" y="2029640"/>
                  <a:pt x="4192" y="2029486"/>
                  <a:pt x="4192" y="2029486"/>
                </a:cubicBezTo>
                <a:lnTo>
                  <a:pt x="11254" y="2029486"/>
                </a:lnTo>
                <a:cubicBezTo>
                  <a:pt x="11511" y="2029486"/>
                  <a:pt x="11868" y="2029845"/>
                  <a:pt x="11868" y="2029845"/>
                </a:cubicBezTo>
                <a:lnTo>
                  <a:pt x="15400" y="2035986"/>
                </a:lnTo>
                <a:cubicBezTo>
                  <a:pt x="15503" y="2036191"/>
                  <a:pt x="15400" y="2036651"/>
                  <a:pt x="15400" y="2036651"/>
                </a:cubicBezTo>
                <a:lnTo>
                  <a:pt x="11868" y="2042793"/>
                </a:lnTo>
                <a:cubicBezTo>
                  <a:pt x="11716" y="2042998"/>
                  <a:pt x="11254" y="2043152"/>
                  <a:pt x="11254" y="2043152"/>
                </a:cubicBezTo>
                <a:close/>
                <a:moveTo>
                  <a:pt x="209480" y="2043152"/>
                </a:moveTo>
                <a:lnTo>
                  <a:pt x="202416" y="2043152"/>
                </a:lnTo>
                <a:cubicBezTo>
                  <a:pt x="202160" y="2043152"/>
                  <a:pt x="201803" y="2042793"/>
                  <a:pt x="201803" y="2042793"/>
                </a:cubicBezTo>
                <a:lnTo>
                  <a:pt x="198270" y="2036651"/>
                </a:lnTo>
                <a:cubicBezTo>
                  <a:pt x="198168" y="2036446"/>
                  <a:pt x="198270" y="2035986"/>
                  <a:pt x="198270" y="2035986"/>
                </a:cubicBezTo>
                <a:lnTo>
                  <a:pt x="201803" y="2029845"/>
                </a:lnTo>
                <a:cubicBezTo>
                  <a:pt x="201955" y="2029640"/>
                  <a:pt x="202416" y="2029486"/>
                  <a:pt x="202416" y="2029486"/>
                </a:cubicBezTo>
                <a:lnTo>
                  <a:pt x="209480" y="2029486"/>
                </a:lnTo>
                <a:cubicBezTo>
                  <a:pt x="209735" y="2029486"/>
                  <a:pt x="210094" y="2029845"/>
                  <a:pt x="210094" y="2029845"/>
                </a:cubicBezTo>
                <a:lnTo>
                  <a:pt x="213625" y="2035986"/>
                </a:lnTo>
                <a:cubicBezTo>
                  <a:pt x="213727" y="2036191"/>
                  <a:pt x="213625" y="2036651"/>
                  <a:pt x="213625" y="2036651"/>
                </a:cubicBezTo>
                <a:lnTo>
                  <a:pt x="210094" y="2042793"/>
                </a:lnTo>
                <a:cubicBezTo>
                  <a:pt x="209940" y="2042998"/>
                  <a:pt x="209480" y="2043152"/>
                  <a:pt x="209480" y="2043152"/>
                </a:cubicBezTo>
                <a:close/>
                <a:moveTo>
                  <a:pt x="407754" y="2043152"/>
                </a:moveTo>
                <a:lnTo>
                  <a:pt x="400692" y="2043152"/>
                </a:lnTo>
                <a:cubicBezTo>
                  <a:pt x="400436" y="2043152"/>
                  <a:pt x="400078" y="2042793"/>
                  <a:pt x="400078" y="2042793"/>
                </a:cubicBezTo>
                <a:lnTo>
                  <a:pt x="396546" y="2036651"/>
                </a:lnTo>
                <a:cubicBezTo>
                  <a:pt x="396444" y="2036446"/>
                  <a:pt x="396546" y="2035986"/>
                  <a:pt x="396546" y="2035986"/>
                </a:cubicBezTo>
                <a:lnTo>
                  <a:pt x="400078" y="2029845"/>
                </a:lnTo>
                <a:cubicBezTo>
                  <a:pt x="400231" y="2029640"/>
                  <a:pt x="400692" y="2029486"/>
                  <a:pt x="400692" y="2029486"/>
                </a:cubicBezTo>
                <a:lnTo>
                  <a:pt x="407754" y="2029486"/>
                </a:lnTo>
                <a:cubicBezTo>
                  <a:pt x="408011" y="2029486"/>
                  <a:pt x="408369" y="2029845"/>
                  <a:pt x="408369" y="2029845"/>
                </a:cubicBezTo>
                <a:lnTo>
                  <a:pt x="411900" y="2035986"/>
                </a:lnTo>
                <a:cubicBezTo>
                  <a:pt x="412002" y="2036191"/>
                  <a:pt x="411900" y="2036651"/>
                  <a:pt x="411900" y="2036651"/>
                </a:cubicBezTo>
                <a:lnTo>
                  <a:pt x="408369" y="2042793"/>
                </a:lnTo>
                <a:cubicBezTo>
                  <a:pt x="408214" y="2042998"/>
                  <a:pt x="407754" y="2043152"/>
                  <a:pt x="407754" y="2043152"/>
                </a:cubicBezTo>
                <a:close/>
                <a:moveTo>
                  <a:pt x="605979" y="2043152"/>
                </a:moveTo>
                <a:lnTo>
                  <a:pt x="598916" y="2043152"/>
                </a:lnTo>
                <a:cubicBezTo>
                  <a:pt x="598661" y="2043152"/>
                  <a:pt x="598302" y="2042793"/>
                  <a:pt x="598302" y="2042793"/>
                </a:cubicBezTo>
                <a:lnTo>
                  <a:pt x="594770" y="2036651"/>
                </a:lnTo>
                <a:cubicBezTo>
                  <a:pt x="594668" y="2036446"/>
                  <a:pt x="594770" y="2035986"/>
                  <a:pt x="594770" y="2035986"/>
                </a:cubicBezTo>
                <a:lnTo>
                  <a:pt x="598302" y="2029845"/>
                </a:lnTo>
                <a:cubicBezTo>
                  <a:pt x="598455" y="2029640"/>
                  <a:pt x="598916" y="2029486"/>
                  <a:pt x="598916" y="2029486"/>
                </a:cubicBezTo>
                <a:lnTo>
                  <a:pt x="605979" y="2029486"/>
                </a:lnTo>
                <a:cubicBezTo>
                  <a:pt x="606235" y="2029486"/>
                  <a:pt x="606593" y="2029845"/>
                  <a:pt x="606593" y="2029845"/>
                </a:cubicBezTo>
                <a:lnTo>
                  <a:pt x="610125" y="2035986"/>
                </a:lnTo>
                <a:cubicBezTo>
                  <a:pt x="610227" y="2036191"/>
                  <a:pt x="610125" y="2036651"/>
                  <a:pt x="610125" y="2036651"/>
                </a:cubicBezTo>
                <a:lnTo>
                  <a:pt x="606593" y="2042793"/>
                </a:lnTo>
                <a:cubicBezTo>
                  <a:pt x="606440" y="2042998"/>
                  <a:pt x="605979" y="2043152"/>
                  <a:pt x="605979" y="2043152"/>
                </a:cubicBezTo>
                <a:close/>
                <a:moveTo>
                  <a:pt x="804204" y="2043152"/>
                </a:moveTo>
                <a:lnTo>
                  <a:pt x="797140" y="2043152"/>
                </a:lnTo>
                <a:cubicBezTo>
                  <a:pt x="796886" y="2043152"/>
                  <a:pt x="796526" y="2042793"/>
                  <a:pt x="796526" y="2042793"/>
                </a:cubicBezTo>
                <a:lnTo>
                  <a:pt x="792995" y="2036651"/>
                </a:lnTo>
                <a:cubicBezTo>
                  <a:pt x="792893" y="2036446"/>
                  <a:pt x="792995" y="2035986"/>
                  <a:pt x="792995" y="2035986"/>
                </a:cubicBezTo>
                <a:lnTo>
                  <a:pt x="796526" y="2029845"/>
                </a:lnTo>
                <a:cubicBezTo>
                  <a:pt x="796680" y="2029640"/>
                  <a:pt x="797140" y="2029486"/>
                  <a:pt x="797140" y="2029486"/>
                </a:cubicBezTo>
                <a:lnTo>
                  <a:pt x="804204" y="2029486"/>
                </a:lnTo>
                <a:cubicBezTo>
                  <a:pt x="804460" y="2029486"/>
                  <a:pt x="804818" y="2029845"/>
                  <a:pt x="804818" y="2029845"/>
                </a:cubicBezTo>
                <a:lnTo>
                  <a:pt x="808350" y="2035986"/>
                </a:lnTo>
                <a:cubicBezTo>
                  <a:pt x="808452" y="2036191"/>
                  <a:pt x="808350" y="2036651"/>
                  <a:pt x="808350" y="2036651"/>
                </a:cubicBezTo>
                <a:lnTo>
                  <a:pt x="804818" y="2042793"/>
                </a:lnTo>
                <a:cubicBezTo>
                  <a:pt x="804665" y="2042998"/>
                  <a:pt x="804204" y="2043152"/>
                  <a:pt x="804204" y="2043152"/>
                </a:cubicBezTo>
                <a:close/>
                <a:moveTo>
                  <a:pt x="1002428" y="2043152"/>
                </a:moveTo>
                <a:lnTo>
                  <a:pt x="995366" y="2043152"/>
                </a:lnTo>
                <a:cubicBezTo>
                  <a:pt x="995110" y="2043152"/>
                  <a:pt x="994752" y="2042793"/>
                  <a:pt x="994752" y="2042793"/>
                </a:cubicBezTo>
                <a:lnTo>
                  <a:pt x="991220" y="2036651"/>
                </a:lnTo>
                <a:cubicBezTo>
                  <a:pt x="991117" y="2036446"/>
                  <a:pt x="991220" y="2035986"/>
                  <a:pt x="991220" y="2035986"/>
                </a:cubicBezTo>
                <a:lnTo>
                  <a:pt x="994752" y="2029845"/>
                </a:lnTo>
                <a:cubicBezTo>
                  <a:pt x="994905" y="2029640"/>
                  <a:pt x="995366" y="2029486"/>
                  <a:pt x="995366" y="2029486"/>
                </a:cubicBezTo>
                <a:lnTo>
                  <a:pt x="1002428" y="2029486"/>
                </a:lnTo>
                <a:cubicBezTo>
                  <a:pt x="1002685" y="2029486"/>
                  <a:pt x="1003042" y="2029845"/>
                  <a:pt x="1003042" y="2029845"/>
                </a:cubicBezTo>
                <a:lnTo>
                  <a:pt x="1006574" y="2035986"/>
                </a:lnTo>
                <a:cubicBezTo>
                  <a:pt x="1006677" y="2036191"/>
                  <a:pt x="1006574" y="2036651"/>
                  <a:pt x="1006574" y="2036651"/>
                </a:cubicBezTo>
                <a:lnTo>
                  <a:pt x="1003042" y="2042793"/>
                </a:lnTo>
                <a:cubicBezTo>
                  <a:pt x="1002889" y="2042998"/>
                  <a:pt x="1002428" y="2043152"/>
                  <a:pt x="1002428" y="2043152"/>
                </a:cubicBezTo>
                <a:close/>
                <a:moveTo>
                  <a:pt x="1200704" y="2043152"/>
                </a:moveTo>
                <a:lnTo>
                  <a:pt x="1193642" y="2043152"/>
                </a:lnTo>
                <a:cubicBezTo>
                  <a:pt x="1193386" y="2043152"/>
                  <a:pt x="1193028" y="2042793"/>
                  <a:pt x="1193028" y="2042793"/>
                </a:cubicBezTo>
                <a:lnTo>
                  <a:pt x="1189495" y="2036651"/>
                </a:lnTo>
                <a:cubicBezTo>
                  <a:pt x="1189393" y="2036446"/>
                  <a:pt x="1189495" y="2035986"/>
                  <a:pt x="1189495" y="2035986"/>
                </a:cubicBezTo>
                <a:lnTo>
                  <a:pt x="1193028" y="2029845"/>
                </a:lnTo>
                <a:cubicBezTo>
                  <a:pt x="1193180" y="2029640"/>
                  <a:pt x="1193642" y="2029486"/>
                  <a:pt x="1193642" y="2029486"/>
                </a:cubicBezTo>
                <a:lnTo>
                  <a:pt x="1200704" y="2029486"/>
                </a:lnTo>
                <a:cubicBezTo>
                  <a:pt x="1200960" y="2029486"/>
                  <a:pt x="1201318" y="2029845"/>
                  <a:pt x="1201318" y="2029845"/>
                </a:cubicBezTo>
                <a:lnTo>
                  <a:pt x="1204850" y="2035986"/>
                </a:lnTo>
                <a:cubicBezTo>
                  <a:pt x="1204952" y="2036191"/>
                  <a:pt x="1204850" y="2036651"/>
                  <a:pt x="1204850" y="2036651"/>
                </a:cubicBezTo>
                <a:lnTo>
                  <a:pt x="1201318" y="2042793"/>
                </a:lnTo>
                <a:cubicBezTo>
                  <a:pt x="1201165" y="2042998"/>
                  <a:pt x="1200704" y="2043152"/>
                  <a:pt x="1200704" y="2043152"/>
                </a:cubicBezTo>
                <a:close/>
                <a:moveTo>
                  <a:pt x="1398928" y="2043152"/>
                </a:moveTo>
                <a:lnTo>
                  <a:pt x="1391866" y="2043152"/>
                </a:lnTo>
                <a:cubicBezTo>
                  <a:pt x="1391610" y="2043152"/>
                  <a:pt x="1391252" y="2042793"/>
                  <a:pt x="1391252" y="2042793"/>
                </a:cubicBezTo>
                <a:lnTo>
                  <a:pt x="1387720" y="2036651"/>
                </a:lnTo>
                <a:cubicBezTo>
                  <a:pt x="1387617" y="2036446"/>
                  <a:pt x="1387720" y="2035986"/>
                  <a:pt x="1387720" y="2035986"/>
                </a:cubicBezTo>
                <a:lnTo>
                  <a:pt x="1391252" y="2029845"/>
                </a:lnTo>
                <a:cubicBezTo>
                  <a:pt x="1391406" y="2029640"/>
                  <a:pt x="1391866" y="2029486"/>
                  <a:pt x="1391866" y="2029486"/>
                </a:cubicBezTo>
                <a:lnTo>
                  <a:pt x="1398928" y="2029486"/>
                </a:lnTo>
                <a:cubicBezTo>
                  <a:pt x="1399185" y="2029486"/>
                  <a:pt x="1399544" y="2029845"/>
                  <a:pt x="1399544" y="2029845"/>
                </a:cubicBezTo>
                <a:lnTo>
                  <a:pt x="1403074" y="2035986"/>
                </a:lnTo>
                <a:cubicBezTo>
                  <a:pt x="1403177" y="2036191"/>
                  <a:pt x="1403074" y="2036651"/>
                  <a:pt x="1403074" y="2036651"/>
                </a:cubicBezTo>
                <a:lnTo>
                  <a:pt x="1399544" y="2042793"/>
                </a:lnTo>
                <a:cubicBezTo>
                  <a:pt x="1399389" y="2042998"/>
                  <a:pt x="1398928" y="2043152"/>
                  <a:pt x="1398928" y="2043152"/>
                </a:cubicBezTo>
                <a:close/>
                <a:moveTo>
                  <a:pt x="1597154" y="2043152"/>
                </a:moveTo>
                <a:lnTo>
                  <a:pt x="1590090" y="2043152"/>
                </a:lnTo>
                <a:cubicBezTo>
                  <a:pt x="1589834" y="2043152"/>
                  <a:pt x="1589476" y="2042793"/>
                  <a:pt x="1589476" y="2042793"/>
                </a:cubicBezTo>
                <a:lnTo>
                  <a:pt x="1585944" y="2036651"/>
                </a:lnTo>
                <a:cubicBezTo>
                  <a:pt x="1585842" y="2036446"/>
                  <a:pt x="1585944" y="2035986"/>
                  <a:pt x="1585944" y="2035986"/>
                </a:cubicBezTo>
                <a:lnTo>
                  <a:pt x="1589476" y="2029845"/>
                </a:lnTo>
                <a:cubicBezTo>
                  <a:pt x="1589630" y="2029640"/>
                  <a:pt x="1590090" y="2029486"/>
                  <a:pt x="1590090" y="2029486"/>
                </a:cubicBezTo>
                <a:lnTo>
                  <a:pt x="1597154" y="2029486"/>
                </a:lnTo>
                <a:cubicBezTo>
                  <a:pt x="1597409" y="2029486"/>
                  <a:pt x="1597768" y="2029845"/>
                  <a:pt x="1597768" y="2029845"/>
                </a:cubicBezTo>
                <a:lnTo>
                  <a:pt x="1601298" y="2035986"/>
                </a:lnTo>
                <a:cubicBezTo>
                  <a:pt x="1601401" y="2036191"/>
                  <a:pt x="1601298" y="2036651"/>
                  <a:pt x="1601298" y="2036651"/>
                </a:cubicBezTo>
                <a:lnTo>
                  <a:pt x="1597768" y="2042793"/>
                </a:lnTo>
                <a:cubicBezTo>
                  <a:pt x="1597614" y="2042998"/>
                  <a:pt x="1597154" y="2043152"/>
                  <a:pt x="1597154" y="2043152"/>
                </a:cubicBezTo>
                <a:close/>
                <a:moveTo>
                  <a:pt x="1795378" y="2043152"/>
                </a:moveTo>
                <a:lnTo>
                  <a:pt x="1788315" y="2043152"/>
                </a:lnTo>
                <a:cubicBezTo>
                  <a:pt x="1788060" y="2043152"/>
                  <a:pt x="1787701" y="2042793"/>
                  <a:pt x="1787701" y="2042793"/>
                </a:cubicBezTo>
                <a:lnTo>
                  <a:pt x="1784170" y="2036651"/>
                </a:lnTo>
                <a:cubicBezTo>
                  <a:pt x="1784067" y="2036446"/>
                  <a:pt x="1784170" y="2035986"/>
                  <a:pt x="1784170" y="2035986"/>
                </a:cubicBezTo>
                <a:lnTo>
                  <a:pt x="1787701" y="2029845"/>
                </a:lnTo>
                <a:cubicBezTo>
                  <a:pt x="1787854" y="2029640"/>
                  <a:pt x="1788315" y="2029486"/>
                  <a:pt x="1788315" y="2029486"/>
                </a:cubicBezTo>
                <a:lnTo>
                  <a:pt x="1795378" y="2029486"/>
                </a:lnTo>
                <a:cubicBezTo>
                  <a:pt x="1795634" y="2029486"/>
                  <a:pt x="1795992" y="2029845"/>
                  <a:pt x="1795992" y="2029845"/>
                </a:cubicBezTo>
                <a:lnTo>
                  <a:pt x="1799524" y="2035986"/>
                </a:lnTo>
                <a:cubicBezTo>
                  <a:pt x="1799626" y="2036191"/>
                  <a:pt x="1799524" y="2036651"/>
                  <a:pt x="1799524" y="2036651"/>
                </a:cubicBezTo>
                <a:lnTo>
                  <a:pt x="1795992" y="2042793"/>
                </a:lnTo>
                <a:cubicBezTo>
                  <a:pt x="1795838" y="2042998"/>
                  <a:pt x="1795378" y="2043152"/>
                  <a:pt x="1795378" y="2043152"/>
                </a:cubicBezTo>
                <a:close/>
                <a:moveTo>
                  <a:pt x="1993654" y="2043152"/>
                </a:moveTo>
                <a:lnTo>
                  <a:pt x="1986590" y="2043152"/>
                </a:lnTo>
                <a:cubicBezTo>
                  <a:pt x="1986336" y="2043152"/>
                  <a:pt x="1985976" y="2042793"/>
                  <a:pt x="1985976" y="2042793"/>
                </a:cubicBezTo>
                <a:lnTo>
                  <a:pt x="1982445" y="2036651"/>
                </a:lnTo>
                <a:cubicBezTo>
                  <a:pt x="1982343" y="2036446"/>
                  <a:pt x="1982445" y="2035986"/>
                  <a:pt x="1982445" y="2035986"/>
                </a:cubicBezTo>
                <a:lnTo>
                  <a:pt x="1985976" y="2029845"/>
                </a:lnTo>
                <a:cubicBezTo>
                  <a:pt x="1986130" y="2029640"/>
                  <a:pt x="1986590" y="2029486"/>
                  <a:pt x="1986590" y="2029486"/>
                </a:cubicBezTo>
                <a:lnTo>
                  <a:pt x="1993654" y="2029486"/>
                </a:lnTo>
                <a:cubicBezTo>
                  <a:pt x="1993910" y="2029486"/>
                  <a:pt x="1994268" y="2029845"/>
                  <a:pt x="1994268" y="2029845"/>
                </a:cubicBezTo>
                <a:lnTo>
                  <a:pt x="1997800" y="2035986"/>
                </a:lnTo>
                <a:cubicBezTo>
                  <a:pt x="1997902" y="2036191"/>
                  <a:pt x="1997800" y="2036651"/>
                  <a:pt x="1997800" y="2036651"/>
                </a:cubicBezTo>
                <a:lnTo>
                  <a:pt x="1994268" y="2042793"/>
                </a:lnTo>
                <a:cubicBezTo>
                  <a:pt x="1994114" y="2042998"/>
                  <a:pt x="1993654" y="2043152"/>
                  <a:pt x="1993654" y="2043152"/>
                </a:cubicBezTo>
                <a:close/>
                <a:moveTo>
                  <a:pt x="2189611" y="2048940"/>
                </a:moveTo>
                <a:lnTo>
                  <a:pt x="2182548" y="2048940"/>
                </a:lnTo>
                <a:cubicBezTo>
                  <a:pt x="2182291" y="2048940"/>
                  <a:pt x="2181933" y="2048583"/>
                  <a:pt x="2181933" y="2048583"/>
                </a:cubicBezTo>
                <a:lnTo>
                  <a:pt x="2178401" y="2042441"/>
                </a:lnTo>
                <a:cubicBezTo>
                  <a:pt x="2178299" y="2042236"/>
                  <a:pt x="2178401" y="2041775"/>
                  <a:pt x="2178401" y="2041775"/>
                </a:cubicBezTo>
                <a:lnTo>
                  <a:pt x="2181933" y="2035633"/>
                </a:lnTo>
                <a:cubicBezTo>
                  <a:pt x="2182087" y="2035429"/>
                  <a:pt x="2182548" y="2035275"/>
                  <a:pt x="2182548" y="2035275"/>
                </a:cubicBezTo>
                <a:lnTo>
                  <a:pt x="2189611" y="2035275"/>
                </a:lnTo>
                <a:cubicBezTo>
                  <a:pt x="2189865" y="2035275"/>
                  <a:pt x="2190225" y="2035633"/>
                  <a:pt x="2190225" y="2035633"/>
                </a:cubicBezTo>
                <a:lnTo>
                  <a:pt x="2193757" y="2041775"/>
                </a:lnTo>
                <a:cubicBezTo>
                  <a:pt x="2193859" y="2041980"/>
                  <a:pt x="2193757" y="2042441"/>
                  <a:pt x="2193757" y="2042441"/>
                </a:cubicBezTo>
                <a:lnTo>
                  <a:pt x="2190225" y="2048583"/>
                </a:lnTo>
                <a:cubicBezTo>
                  <a:pt x="2190071" y="2048787"/>
                  <a:pt x="2189611" y="2048940"/>
                  <a:pt x="2189611" y="2048940"/>
                </a:cubicBezTo>
                <a:close/>
                <a:moveTo>
                  <a:pt x="2387835" y="2048940"/>
                </a:moveTo>
                <a:lnTo>
                  <a:pt x="2380773" y="2048940"/>
                </a:lnTo>
                <a:cubicBezTo>
                  <a:pt x="2380515" y="2048940"/>
                  <a:pt x="2380159" y="2048583"/>
                  <a:pt x="2380159" y="2048583"/>
                </a:cubicBezTo>
                <a:lnTo>
                  <a:pt x="2376626" y="2042441"/>
                </a:lnTo>
                <a:cubicBezTo>
                  <a:pt x="2376523" y="2042236"/>
                  <a:pt x="2376626" y="2041775"/>
                  <a:pt x="2376626" y="2041775"/>
                </a:cubicBezTo>
                <a:lnTo>
                  <a:pt x="2380159" y="2035633"/>
                </a:lnTo>
                <a:cubicBezTo>
                  <a:pt x="2380312" y="2035429"/>
                  <a:pt x="2380773" y="2035275"/>
                  <a:pt x="2380773" y="2035275"/>
                </a:cubicBezTo>
                <a:lnTo>
                  <a:pt x="2387835" y="2035275"/>
                </a:lnTo>
                <a:cubicBezTo>
                  <a:pt x="2388091" y="2035275"/>
                  <a:pt x="2388449" y="2035633"/>
                  <a:pt x="2388449" y="2035633"/>
                </a:cubicBezTo>
                <a:lnTo>
                  <a:pt x="2391981" y="2041775"/>
                </a:lnTo>
                <a:cubicBezTo>
                  <a:pt x="2392083" y="2041980"/>
                  <a:pt x="2391981" y="2042441"/>
                  <a:pt x="2391981" y="2042441"/>
                </a:cubicBezTo>
                <a:lnTo>
                  <a:pt x="2388449" y="2048583"/>
                </a:lnTo>
                <a:cubicBezTo>
                  <a:pt x="2388296" y="2048787"/>
                  <a:pt x="2387835" y="2048940"/>
                  <a:pt x="2387835" y="2048940"/>
                </a:cubicBezTo>
                <a:close/>
                <a:moveTo>
                  <a:pt x="2586060" y="2048940"/>
                </a:moveTo>
                <a:lnTo>
                  <a:pt x="2578998" y="2048940"/>
                </a:lnTo>
                <a:cubicBezTo>
                  <a:pt x="2578740" y="2048940"/>
                  <a:pt x="2578383" y="2048583"/>
                  <a:pt x="2578383" y="2048583"/>
                </a:cubicBezTo>
                <a:lnTo>
                  <a:pt x="2574850" y="2042441"/>
                </a:lnTo>
                <a:cubicBezTo>
                  <a:pt x="2574749" y="2042236"/>
                  <a:pt x="2574850" y="2041775"/>
                  <a:pt x="2574850" y="2041775"/>
                </a:cubicBezTo>
                <a:lnTo>
                  <a:pt x="2578383" y="2035633"/>
                </a:lnTo>
                <a:cubicBezTo>
                  <a:pt x="2578536" y="2035429"/>
                  <a:pt x="2578998" y="2035275"/>
                  <a:pt x="2578998" y="2035275"/>
                </a:cubicBezTo>
                <a:lnTo>
                  <a:pt x="2586060" y="2035275"/>
                </a:lnTo>
                <a:cubicBezTo>
                  <a:pt x="2586316" y="2035275"/>
                  <a:pt x="2586674" y="2035633"/>
                  <a:pt x="2586674" y="2035633"/>
                </a:cubicBezTo>
                <a:lnTo>
                  <a:pt x="2590205" y="2041775"/>
                </a:lnTo>
                <a:cubicBezTo>
                  <a:pt x="2590308" y="2041980"/>
                  <a:pt x="2590205" y="2042441"/>
                  <a:pt x="2590205" y="2042441"/>
                </a:cubicBezTo>
                <a:lnTo>
                  <a:pt x="2586674" y="2048583"/>
                </a:lnTo>
                <a:cubicBezTo>
                  <a:pt x="2586520" y="2048787"/>
                  <a:pt x="2586060" y="2048940"/>
                  <a:pt x="2586060" y="2048940"/>
                </a:cubicBezTo>
                <a:close/>
                <a:moveTo>
                  <a:pt x="2784284" y="2048940"/>
                </a:moveTo>
                <a:lnTo>
                  <a:pt x="2777221" y="2048940"/>
                </a:lnTo>
                <a:cubicBezTo>
                  <a:pt x="2776966" y="2048940"/>
                  <a:pt x="2776607" y="2048583"/>
                  <a:pt x="2776607" y="2048583"/>
                </a:cubicBezTo>
                <a:lnTo>
                  <a:pt x="2773075" y="2042441"/>
                </a:lnTo>
                <a:cubicBezTo>
                  <a:pt x="2772973" y="2042236"/>
                  <a:pt x="2773075" y="2041775"/>
                  <a:pt x="2773075" y="2041775"/>
                </a:cubicBezTo>
                <a:lnTo>
                  <a:pt x="2776607" y="2035633"/>
                </a:lnTo>
                <a:cubicBezTo>
                  <a:pt x="2776760" y="2035429"/>
                  <a:pt x="2777221" y="2035275"/>
                  <a:pt x="2777221" y="2035275"/>
                </a:cubicBezTo>
                <a:lnTo>
                  <a:pt x="2784284" y="2035275"/>
                </a:lnTo>
                <a:cubicBezTo>
                  <a:pt x="2784540" y="2035275"/>
                  <a:pt x="2784898" y="2035633"/>
                  <a:pt x="2784898" y="2035633"/>
                </a:cubicBezTo>
                <a:lnTo>
                  <a:pt x="2788430" y="2041775"/>
                </a:lnTo>
                <a:cubicBezTo>
                  <a:pt x="2788532" y="2041980"/>
                  <a:pt x="2788430" y="2042441"/>
                  <a:pt x="2788430" y="2042441"/>
                </a:cubicBezTo>
                <a:lnTo>
                  <a:pt x="2784898" y="2048583"/>
                </a:lnTo>
                <a:cubicBezTo>
                  <a:pt x="2784744" y="2048787"/>
                  <a:pt x="2784284" y="2048940"/>
                  <a:pt x="2784284" y="2048940"/>
                </a:cubicBezTo>
                <a:close/>
                <a:moveTo>
                  <a:pt x="2982559" y="2048940"/>
                </a:moveTo>
                <a:lnTo>
                  <a:pt x="2975496" y="2048940"/>
                </a:lnTo>
                <a:cubicBezTo>
                  <a:pt x="2975241" y="2048940"/>
                  <a:pt x="2974882" y="2048583"/>
                  <a:pt x="2974882" y="2048583"/>
                </a:cubicBezTo>
                <a:lnTo>
                  <a:pt x="2971351" y="2042441"/>
                </a:lnTo>
                <a:cubicBezTo>
                  <a:pt x="2971249" y="2042236"/>
                  <a:pt x="2971351" y="2041775"/>
                  <a:pt x="2971351" y="2041775"/>
                </a:cubicBezTo>
                <a:lnTo>
                  <a:pt x="2974882" y="2035633"/>
                </a:lnTo>
                <a:cubicBezTo>
                  <a:pt x="2975036" y="2035429"/>
                  <a:pt x="2975496" y="2035275"/>
                  <a:pt x="2975496" y="2035275"/>
                </a:cubicBezTo>
                <a:lnTo>
                  <a:pt x="2982559" y="2035275"/>
                </a:lnTo>
                <a:cubicBezTo>
                  <a:pt x="2982815" y="2035275"/>
                  <a:pt x="2983173" y="2035633"/>
                  <a:pt x="2983173" y="2035633"/>
                </a:cubicBezTo>
                <a:lnTo>
                  <a:pt x="2986706" y="2041775"/>
                </a:lnTo>
                <a:cubicBezTo>
                  <a:pt x="2986808" y="2041980"/>
                  <a:pt x="2986706" y="2042441"/>
                  <a:pt x="2986706" y="2042441"/>
                </a:cubicBezTo>
                <a:lnTo>
                  <a:pt x="2983173" y="2048583"/>
                </a:lnTo>
                <a:cubicBezTo>
                  <a:pt x="2983020" y="2048787"/>
                  <a:pt x="2982559" y="2048940"/>
                  <a:pt x="2982559" y="2048940"/>
                </a:cubicBezTo>
                <a:close/>
                <a:moveTo>
                  <a:pt x="3180784" y="2048940"/>
                </a:moveTo>
                <a:lnTo>
                  <a:pt x="3173721" y="2048940"/>
                </a:lnTo>
                <a:cubicBezTo>
                  <a:pt x="3173466" y="2048940"/>
                  <a:pt x="3173107" y="2048583"/>
                  <a:pt x="3173107" y="2048583"/>
                </a:cubicBezTo>
                <a:lnTo>
                  <a:pt x="3169576" y="2042441"/>
                </a:lnTo>
                <a:cubicBezTo>
                  <a:pt x="3169473" y="2042236"/>
                  <a:pt x="3169576" y="2041775"/>
                  <a:pt x="3169576" y="2041775"/>
                </a:cubicBezTo>
                <a:lnTo>
                  <a:pt x="3173107" y="2035633"/>
                </a:lnTo>
                <a:cubicBezTo>
                  <a:pt x="3173261" y="2035429"/>
                  <a:pt x="3173721" y="2035275"/>
                  <a:pt x="3173721" y="2035275"/>
                </a:cubicBezTo>
                <a:lnTo>
                  <a:pt x="3180784" y="2035275"/>
                </a:lnTo>
                <a:cubicBezTo>
                  <a:pt x="3181040" y="2035275"/>
                  <a:pt x="3181398" y="2035633"/>
                  <a:pt x="3181398" y="2035633"/>
                </a:cubicBezTo>
                <a:lnTo>
                  <a:pt x="3184931" y="2041775"/>
                </a:lnTo>
                <a:cubicBezTo>
                  <a:pt x="3185033" y="2041980"/>
                  <a:pt x="3184931" y="2042441"/>
                  <a:pt x="3184931" y="2042441"/>
                </a:cubicBezTo>
                <a:lnTo>
                  <a:pt x="3181398" y="2048583"/>
                </a:lnTo>
                <a:cubicBezTo>
                  <a:pt x="3181245" y="2048787"/>
                  <a:pt x="3180784" y="2048940"/>
                  <a:pt x="3180784" y="2048940"/>
                </a:cubicBezTo>
                <a:close/>
                <a:moveTo>
                  <a:pt x="3379008" y="2048940"/>
                </a:moveTo>
                <a:lnTo>
                  <a:pt x="3371947" y="2048940"/>
                </a:lnTo>
                <a:cubicBezTo>
                  <a:pt x="3371690" y="2048940"/>
                  <a:pt x="3371332" y="2048583"/>
                  <a:pt x="3371332" y="2048583"/>
                </a:cubicBezTo>
                <a:lnTo>
                  <a:pt x="3367800" y="2042441"/>
                </a:lnTo>
                <a:cubicBezTo>
                  <a:pt x="3367697" y="2042236"/>
                  <a:pt x="3367800" y="2041775"/>
                  <a:pt x="3367800" y="2041775"/>
                </a:cubicBezTo>
                <a:lnTo>
                  <a:pt x="3371332" y="2035633"/>
                </a:lnTo>
                <a:cubicBezTo>
                  <a:pt x="3371485" y="2035429"/>
                  <a:pt x="3371947" y="2035275"/>
                  <a:pt x="3371947" y="2035275"/>
                </a:cubicBezTo>
                <a:lnTo>
                  <a:pt x="3379008" y="2035275"/>
                </a:lnTo>
                <a:cubicBezTo>
                  <a:pt x="3379265" y="2035275"/>
                  <a:pt x="3379624" y="2035633"/>
                  <a:pt x="3379624" y="2035633"/>
                </a:cubicBezTo>
                <a:lnTo>
                  <a:pt x="3383155" y="2041775"/>
                </a:lnTo>
                <a:cubicBezTo>
                  <a:pt x="3383257" y="2041980"/>
                  <a:pt x="3383155" y="2042441"/>
                  <a:pt x="3383155" y="2042441"/>
                </a:cubicBezTo>
                <a:lnTo>
                  <a:pt x="3379624" y="2048583"/>
                </a:lnTo>
                <a:cubicBezTo>
                  <a:pt x="3379470" y="2048787"/>
                  <a:pt x="3379008" y="2048940"/>
                  <a:pt x="3379008" y="2048940"/>
                </a:cubicBezTo>
                <a:close/>
                <a:moveTo>
                  <a:pt x="3577234" y="2048940"/>
                </a:moveTo>
                <a:lnTo>
                  <a:pt x="3570172" y="2048940"/>
                </a:lnTo>
                <a:cubicBezTo>
                  <a:pt x="3569914" y="2048940"/>
                  <a:pt x="3569557" y="2048583"/>
                  <a:pt x="3569557" y="2048583"/>
                </a:cubicBezTo>
                <a:lnTo>
                  <a:pt x="3566024" y="2042441"/>
                </a:lnTo>
                <a:cubicBezTo>
                  <a:pt x="3565922" y="2042236"/>
                  <a:pt x="3566024" y="2041775"/>
                  <a:pt x="3566024" y="2041775"/>
                </a:cubicBezTo>
                <a:lnTo>
                  <a:pt x="3569557" y="2035633"/>
                </a:lnTo>
                <a:cubicBezTo>
                  <a:pt x="3569709" y="2035429"/>
                  <a:pt x="3570172" y="2035275"/>
                  <a:pt x="3570172" y="2035275"/>
                </a:cubicBezTo>
                <a:lnTo>
                  <a:pt x="3577234" y="2035275"/>
                </a:lnTo>
                <a:cubicBezTo>
                  <a:pt x="3577489" y="2035275"/>
                  <a:pt x="3577848" y="2035633"/>
                  <a:pt x="3577848" y="2035633"/>
                </a:cubicBezTo>
                <a:lnTo>
                  <a:pt x="3581379" y="2041775"/>
                </a:lnTo>
                <a:cubicBezTo>
                  <a:pt x="3581481" y="2041980"/>
                  <a:pt x="3581379" y="2042441"/>
                  <a:pt x="3581379" y="2042441"/>
                </a:cubicBezTo>
                <a:lnTo>
                  <a:pt x="3577848" y="2048583"/>
                </a:lnTo>
                <a:cubicBezTo>
                  <a:pt x="3577694" y="2048787"/>
                  <a:pt x="3577234" y="2048940"/>
                  <a:pt x="3577234" y="2048940"/>
                </a:cubicBezTo>
                <a:close/>
                <a:moveTo>
                  <a:pt x="3775459" y="2048940"/>
                </a:moveTo>
                <a:lnTo>
                  <a:pt x="3768396" y="2048940"/>
                </a:lnTo>
                <a:cubicBezTo>
                  <a:pt x="3768139" y="2048940"/>
                  <a:pt x="3767781" y="2048583"/>
                  <a:pt x="3767781" y="2048583"/>
                </a:cubicBezTo>
                <a:lnTo>
                  <a:pt x="3764249" y="2042441"/>
                </a:lnTo>
                <a:cubicBezTo>
                  <a:pt x="3764147" y="2042236"/>
                  <a:pt x="3764249" y="2041775"/>
                  <a:pt x="3764249" y="2041775"/>
                </a:cubicBezTo>
                <a:lnTo>
                  <a:pt x="3767781" y="2035633"/>
                </a:lnTo>
                <a:cubicBezTo>
                  <a:pt x="3767935" y="2035429"/>
                  <a:pt x="3768396" y="2035275"/>
                  <a:pt x="3768396" y="2035275"/>
                </a:cubicBezTo>
                <a:lnTo>
                  <a:pt x="3775459" y="2035275"/>
                </a:lnTo>
                <a:cubicBezTo>
                  <a:pt x="3775713" y="2035275"/>
                  <a:pt x="3776073" y="2035633"/>
                  <a:pt x="3776073" y="2035633"/>
                </a:cubicBezTo>
                <a:lnTo>
                  <a:pt x="3779604" y="2041775"/>
                </a:lnTo>
                <a:cubicBezTo>
                  <a:pt x="3779706" y="2041980"/>
                  <a:pt x="3779604" y="2042441"/>
                  <a:pt x="3779604" y="2042441"/>
                </a:cubicBezTo>
                <a:lnTo>
                  <a:pt x="3776073" y="2048583"/>
                </a:lnTo>
                <a:cubicBezTo>
                  <a:pt x="3775919" y="2048787"/>
                  <a:pt x="3775459" y="2048940"/>
                  <a:pt x="3775459" y="2048940"/>
                </a:cubicBezTo>
                <a:close/>
                <a:moveTo>
                  <a:pt x="3973734" y="2048940"/>
                </a:moveTo>
                <a:lnTo>
                  <a:pt x="3966671" y="2048940"/>
                </a:lnTo>
                <a:cubicBezTo>
                  <a:pt x="3966415" y="2048940"/>
                  <a:pt x="3966057" y="2048583"/>
                  <a:pt x="3966057" y="2048583"/>
                </a:cubicBezTo>
                <a:lnTo>
                  <a:pt x="3962525" y="2042441"/>
                </a:lnTo>
                <a:cubicBezTo>
                  <a:pt x="3962423" y="2042236"/>
                  <a:pt x="3962525" y="2041775"/>
                  <a:pt x="3962525" y="2041775"/>
                </a:cubicBezTo>
                <a:lnTo>
                  <a:pt x="3966057" y="2035633"/>
                </a:lnTo>
                <a:cubicBezTo>
                  <a:pt x="3966211" y="2035429"/>
                  <a:pt x="3966671" y="2035275"/>
                  <a:pt x="3966671" y="2035275"/>
                </a:cubicBezTo>
                <a:lnTo>
                  <a:pt x="3973734" y="2035275"/>
                </a:lnTo>
                <a:cubicBezTo>
                  <a:pt x="3973990" y="2035275"/>
                  <a:pt x="3974348" y="2035633"/>
                  <a:pt x="3974348" y="2035633"/>
                </a:cubicBezTo>
                <a:lnTo>
                  <a:pt x="3977880" y="2041775"/>
                </a:lnTo>
                <a:cubicBezTo>
                  <a:pt x="3977982" y="2041980"/>
                  <a:pt x="3977880" y="2042441"/>
                  <a:pt x="3977880" y="2042441"/>
                </a:cubicBezTo>
                <a:lnTo>
                  <a:pt x="3974348" y="2048583"/>
                </a:lnTo>
                <a:cubicBezTo>
                  <a:pt x="3974195" y="2048787"/>
                  <a:pt x="3973734" y="2048940"/>
                  <a:pt x="3973734" y="2048940"/>
                </a:cubicBezTo>
                <a:close/>
                <a:moveTo>
                  <a:pt x="4171959" y="2048940"/>
                </a:moveTo>
                <a:lnTo>
                  <a:pt x="4164896" y="2048940"/>
                </a:lnTo>
                <a:cubicBezTo>
                  <a:pt x="4164640" y="2048940"/>
                  <a:pt x="4164282" y="2048583"/>
                  <a:pt x="4164282" y="2048583"/>
                </a:cubicBezTo>
                <a:lnTo>
                  <a:pt x="4160751" y="2042441"/>
                </a:lnTo>
                <a:cubicBezTo>
                  <a:pt x="4160648" y="2042236"/>
                  <a:pt x="4160751" y="2041775"/>
                  <a:pt x="4160751" y="2041775"/>
                </a:cubicBezTo>
                <a:lnTo>
                  <a:pt x="4164282" y="2035633"/>
                </a:lnTo>
                <a:cubicBezTo>
                  <a:pt x="4164435" y="2035429"/>
                  <a:pt x="4164896" y="2035275"/>
                  <a:pt x="4164896" y="2035275"/>
                </a:cubicBezTo>
                <a:lnTo>
                  <a:pt x="4171959" y="2035275"/>
                </a:lnTo>
                <a:cubicBezTo>
                  <a:pt x="4172215" y="2035275"/>
                  <a:pt x="4172573" y="2035633"/>
                  <a:pt x="4172573" y="2035633"/>
                </a:cubicBezTo>
                <a:lnTo>
                  <a:pt x="4176105" y="2041775"/>
                </a:lnTo>
                <a:cubicBezTo>
                  <a:pt x="4176207" y="2041980"/>
                  <a:pt x="4176105" y="2042441"/>
                  <a:pt x="4176105" y="2042441"/>
                </a:cubicBezTo>
                <a:lnTo>
                  <a:pt x="4172573" y="2048583"/>
                </a:lnTo>
                <a:cubicBezTo>
                  <a:pt x="4172419" y="2048787"/>
                  <a:pt x="4171959" y="2048940"/>
                  <a:pt x="4171959" y="2048940"/>
                </a:cubicBezTo>
                <a:close/>
                <a:moveTo>
                  <a:pt x="4370183" y="2048940"/>
                </a:moveTo>
                <a:lnTo>
                  <a:pt x="4363121" y="2048940"/>
                </a:lnTo>
                <a:cubicBezTo>
                  <a:pt x="4362864" y="2048940"/>
                  <a:pt x="4362506" y="2048583"/>
                  <a:pt x="4362506" y="2048583"/>
                </a:cubicBezTo>
                <a:lnTo>
                  <a:pt x="4358975" y="2042441"/>
                </a:lnTo>
                <a:cubicBezTo>
                  <a:pt x="4358872" y="2042236"/>
                  <a:pt x="4358975" y="2041775"/>
                  <a:pt x="4358975" y="2041775"/>
                </a:cubicBezTo>
                <a:lnTo>
                  <a:pt x="4362506" y="2035633"/>
                </a:lnTo>
                <a:cubicBezTo>
                  <a:pt x="4362660" y="2035429"/>
                  <a:pt x="4363121" y="2035275"/>
                  <a:pt x="4363121" y="2035275"/>
                </a:cubicBezTo>
                <a:lnTo>
                  <a:pt x="4370183" y="2035275"/>
                </a:lnTo>
                <a:cubicBezTo>
                  <a:pt x="4370439" y="2035275"/>
                  <a:pt x="4370797" y="2035633"/>
                  <a:pt x="4370797" y="2035633"/>
                </a:cubicBezTo>
                <a:lnTo>
                  <a:pt x="4374329" y="2041775"/>
                </a:lnTo>
                <a:cubicBezTo>
                  <a:pt x="4374432" y="2041980"/>
                  <a:pt x="4374329" y="2042441"/>
                  <a:pt x="4374329" y="2042441"/>
                </a:cubicBezTo>
                <a:lnTo>
                  <a:pt x="4370797" y="2048583"/>
                </a:lnTo>
                <a:cubicBezTo>
                  <a:pt x="4370643" y="2048787"/>
                  <a:pt x="4370183" y="2048940"/>
                  <a:pt x="4370183" y="2048940"/>
                </a:cubicBezTo>
                <a:close/>
                <a:moveTo>
                  <a:pt x="4568408" y="2048940"/>
                </a:moveTo>
                <a:lnTo>
                  <a:pt x="4561345" y="2048940"/>
                </a:lnTo>
                <a:cubicBezTo>
                  <a:pt x="4561089" y="2048940"/>
                  <a:pt x="4560731" y="2048583"/>
                  <a:pt x="4560731" y="2048583"/>
                </a:cubicBezTo>
                <a:lnTo>
                  <a:pt x="4557199" y="2042441"/>
                </a:lnTo>
                <a:cubicBezTo>
                  <a:pt x="4557097" y="2042236"/>
                  <a:pt x="4557199" y="2041775"/>
                  <a:pt x="4557199" y="2041775"/>
                </a:cubicBezTo>
                <a:lnTo>
                  <a:pt x="4560731" y="2035633"/>
                </a:lnTo>
                <a:cubicBezTo>
                  <a:pt x="4560884" y="2035429"/>
                  <a:pt x="4561345" y="2035275"/>
                  <a:pt x="4561345" y="2035275"/>
                </a:cubicBezTo>
                <a:lnTo>
                  <a:pt x="4568408" y="2035275"/>
                </a:lnTo>
                <a:cubicBezTo>
                  <a:pt x="4568663" y="2035275"/>
                  <a:pt x="4569022" y="2035633"/>
                  <a:pt x="4569022" y="2035633"/>
                </a:cubicBezTo>
                <a:lnTo>
                  <a:pt x="4572554" y="2041775"/>
                </a:lnTo>
                <a:cubicBezTo>
                  <a:pt x="4572656" y="2041980"/>
                  <a:pt x="4572554" y="2042441"/>
                  <a:pt x="4572554" y="2042441"/>
                </a:cubicBezTo>
                <a:lnTo>
                  <a:pt x="4569022" y="2048583"/>
                </a:lnTo>
                <a:cubicBezTo>
                  <a:pt x="4568869" y="2048787"/>
                  <a:pt x="4568408" y="2048940"/>
                  <a:pt x="4568408" y="2048940"/>
                </a:cubicBezTo>
                <a:close/>
                <a:moveTo>
                  <a:pt x="4766683" y="2048940"/>
                </a:moveTo>
                <a:lnTo>
                  <a:pt x="4759621" y="2048940"/>
                </a:lnTo>
                <a:cubicBezTo>
                  <a:pt x="4759364" y="2048940"/>
                  <a:pt x="4759007" y="2048583"/>
                  <a:pt x="4759007" y="2048583"/>
                </a:cubicBezTo>
                <a:lnTo>
                  <a:pt x="4755475" y="2042441"/>
                </a:lnTo>
                <a:cubicBezTo>
                  <a:pt x="4755372" y="2042236"/>
                  <a:pt x="4755475" y="2041775"/>
                  <a:pt x="4755475" y="2041775"/>
                </a:cubicBezTo>
                <a:lnTo>
                  <a:pt x="4759007" y="2035633"/>
                </a:lnTo>
                <a:cubicBezTo>
                  <a:pt x="4759160" y="2035429"/>
                  <a:pt x="4759621" y="2035275"/>
                  <a:pt x="4759621" y="2035275"/>
                </a:cubicBezTo>
                <a:lnTo>
                  <a:pt x="4766683" y="2035275"/>
                </a:lnTo>
                <a:cubicBezTo>
                  <a:pt x="4766940" y="2035275"/>
                  <a:pt x="4767297" y="2035633"/>
                  <a:pt x="4767297" y="2035633"/>
                </a:cubicBezTo>
                <a:lnTo>
                  <a:pt x="4770829" y="2041775"/>
                </a:lnTo>
                <a:cubicBezTo>
                  <a:pt x="4770932" y="2041980"/>
                  <a:pt x="4770829" y="2042441"/>
                  <a:pt x="4770829" y="2042441"/>
                </a:cubicBezTo>
                <a:lnTo>
                  <a:pt x="4767297" y="2048583"/>
                </a:lnTo>
                <a:cubicBezTo>
                  <a:pt x="4767144" y="2048787"/>
                  <a:pt x="4766683" y="2048940"/>
                  <a:pt x="4766683" y="2048940"/>
                </a:cubicBezTo>
                <a:close/>
                <a:moveTo>
                  <a:pt x="4964909" y="2048940"/>
                </a:moveTo>
                <a:lnTo>
                  <a:pt x="4957846" y="2048940"/>
                </a:lnTo>
                <a:cubicBezTo>
                  <a:pt x="4957589" y="2048940"/>
                  <a:pt x="4957232" y="2048583"/>
                  <a:pt x="4957232" y="2048583"/>
                </a:cubicBezTo>
                <a:lnTo>
                  <a:pt x="4953699" y="2042441"/>
                </a:lnTo>
                <a:cubicBezTo>
                  <a:pt x="4953597" y="2042236"/>
                  <a:pt x="4953699" y="2041775"/>
                  <a:pt x="4953699" y="2041775"/>
                </a:cubicBezTo>
                <a:lnTo>
                  <a:pt x="4957232" y="2035633"/>
                </a:lnTo>
                <a:cubicBezTo>
                  <a:pt x="4957384" y="2035429"/>
                  <a:pt x="4957846" y="2035275"/>
                  <a:pt x="4957846" y="2035275"/>
                </a:cubicBezTo>
                <a:lnTo>
                  <a:pt x="4964909" y="2035275"/>
                </a:lnTo>
                <a:cubicBezTo>
                  <a:pt x="4965164" y="2035275"/>
                  <a:pt x="4965523" y="2035633"/>
                  <a:pt x="4965523" y="2035633"/>
                </a:cubicBezTo>
                <a:lnTo>
                  <a:pt x="4969054" y="2041775"/>
                </a:lnTo>
                <a:cubicBezTo>
                  <a:pt x="4969156" y="2041980"/>
                  <a:pt x="4969054" y="2042441"/>
                  <a:pt x="4969054" y="2042441"/>
                </a:cubicBezTo>
                <a:lnTo>
                  <a:pt x="4965523" y="2048583"/>
                </a:lnTo>
                <a:cubicBezTo>
                  <a:pt x="4965369" y="2048787"/>
                  <a:pt x="4964909" y="2048940"/>
                  <a:pt x="4964909" y="2048940"/>
                </a:cubicBezTo>
                <a:close/>
                <a:moveTo>
                  <a:pt x="5163134" y="2048940"/>
                </a:moveTo>
                <a:lnTo>
                  <a:pt x="5156070" y="2048940"/>
                </a:lnTo>
                <a:cubicBezTo>
                  <a:pt x="5155814" y="2048940"/>
                  <a:pt x="5155456" y="2048583"/>
                  <a:pt x="5155456" y="2048583"/>
                </a:cubicBezTo>
                <a:lnTo>
                  <a:pt x="5151924" y="2042441"/>
                </a:lnTo>
                <a:cubicBezTo>
                  <a:pt x="5151822" y="2042236"/>
                  <a:pt x="5151924" y="2041775"/>
                  <a:pt x="5151924" y="2041775"/>
                </a:cubicBezTo>
                <a:lnTo>
                  <a:pt x="5155456" y="2035633"/>
                </a:lnTo>
                <a:cubicBezTo>
                  <a:pt x="5155610" y="2035429"/>
                  <a:pt x="5156070" y="2035275"/>
                  <a:pt x="5156070" y="2035275"/>
                </a:cubicBezTo>
                <a:lnTo>
                  <a:pt x="5163134" y="2035275"/>
                </a:lnTo>
                <a:cubicBezTo>
                  <a:pt x="5163388" y="2035275"/>
                  <a:pt x="5163748" y="2035633"/>
                  <a:pt x="5163748" y="2035633"/>
                </a:cubicBezTo>
                <a:lnTo>
                  <a:pt x="5167279" y="2041775"/>
                </a:lnTo>
                <a:cubicBezTo>
                  <a:pt x="5167381" y="2041980"/>
                  <a:pt x="5167279" y="2042441"/>
                  <a:pt x="5167279" y="2042441"/>
                </a:cubicBezTo>
                <a:lnTo>
                  <a:pt x="5163748" y="2048583"/>
                </a:lnTo>
                <a:cubicBezTo>
                  <a:pt x="5163594" y="2048787"/>
                  <a:pt x="5163134" y="2048940"/>
                  <a:pt x="5163134" y="2048940"/>
                </a:cubicBezTo>
                <a:close/>
                <a:moveTo>
                  <a:pt x="5361358" y="2048940"/>
                </a:moveTo>
                <a:lnTo>
                  <a:pt x="5354295" y="2048940"/>
                </a:lnTo>
                <a:cubicBezTo>
                  <a:pt x="5354038" y="2048940"/>
                  <a:pt x="5353680" y="2048583"/>
                  <a:pt x="5353680" y="2048583"/>
                </a:cubicBezTo>
                <a:lnTo>
                  <a:pt x="5350149" y="2042441"/>
                </a:lnTo>
                <a:cubicBezTo>
                  <a:pt x="5350047" y="2042236"/>
                  <a:pt x="5350149" y="2041775"/>
                  <a:pt x="5350149" y="2041775"/>
                </a:cubicBezTo>
                <a:lnTo>
                  <a:pt x="5353680" y="2035633"/>
                </a:lnTo>
                <a:cubicBezTo>
                  <a:pt x="5353835" y="2035429"/>
                  <a:pt x="5354295" y="2035275"/>
                  <a:pt x="5354295" y="2035275"/>
                </a:cubicBezTo>
                <a:lnTo>
                  <a:pt x="5361358" y="2035275"/>
                </a:lnTo>
                <a:cubicBezTo>
                  <a:pt x="5361614" y="2035275"/>
                  <a:pt x="5361972" y="2035633"/>
                  <a:pt x="5361972" y="2035633"/>
                </a:cubicBezTo>
                <a:lnTo>
                  <a:pt x="5365503" y="2041775"/>
                </a:lnTo>
                <a:cubicBezTo>
                  <a:pt x="5365606" y="2041980"/>
                  <a:pt x="5365503" y="2042441"/>
                  <a:pt x="5365503" y="2042441"/>
                </a:cubicBezTo>
                <a:lnTo>
                  <a:pt x="5361972" y="2048583"/>
                </a:lnTo>
                <a:cubicBezTo>
                  <a:pt x="5361818" y="2048787"/>
                  <a:pt x="5361358" y="2048940"/>
                  <a:pt x="5361358" y="2048940"/>
                </a:cubicBezTo>
                <a:close/>
                <a:moveTo>
                  <a:pt x="5559633" y="2048940"/>
                </a:moveTo>
                <a:lnTo>
                  <a:pt x="5552569" y="2048940"/>
                </a:lnTo>
                <a:cubicBezTo>
                  <a:pt x="5552314" y="2048940"/>
                  <a:pt x="5551956" y="2048583"/>
                  <a:pt x="5551956" y="2048583"/>
                </a:cubicBezTo>
                <a:lnTo>
                  <a:pt x="5548424" y="2042441"/>
                </a:lnTo>
                <a:cubicBezTo>
                  <a:pt x="5548322" y="2042236"/>
                  <a:pt x="5548424" y="2041775"/>
                  <a:pt x="5548424" y="2041775"/>
                </a:cubicBezTo>
                <a:lnTo>
                  <a:pt x="5551956" y="2035633"/>
                </a:lnTo>
                <a:cubicBezTo>
                  <a:pt x="5552109" y="2035429"/>
                  <a:pt x="5552569" y="2035275"/>
                  <a:pt x="5552569" y="2035275"/>
                </a:cubicBezTo>
                <a:lnTo>
                  <a:pt x="5559633" y="2035275"/>
                </a:lnTo>
                <a:cubicBezTo>
                  <a:pt x="5559889" y="2035275"/>
                  <a:pt x="5560246" y="2035633"/>
                  <a:pt x="5560246" y="2035633"/>
                </a:cubicBezTo>
                <a:lnTo>
                  <a:pt x="5563779" y="2041775"/>
                </a:lnTo>
                <a:cubicBezTo>
                  <a:pt x="5563881" y="2041980"/>
                  <a:pt x="5563779" y="2042441"/>
                  <a:pt x="5563779" y="2042441"/>
                </a:cubicBezTo>
                <a:lnTo>
                  <a:pt x="5560246" y="2048583"/>
                </a:lnTo>
                <a:cubicBezTo>
                  <a:pt x="5560094" y="2048787"/>
                  <a:pt x="5559633" y="2048940"/>
                  <a:pt x="5559633" y="2048940"/>
                </a:cubicBezTo>
                <a:close/>
                <a:moveTo>
                  <a:pt x="5757857" y="2048940"/>
                </a:moveTo>
                <a:lnTo>
                  <a:pt x="5750795" y="2048940"/>
                </a:lnTo>
                <a:cubicBezTo>
                  <a:pt x="5750538" y="2048940"/>
                  <a:pt x="5750181" y="2048583"/>
                  <a:pt x="5750181" y="2048583"/>
                </a:cubicBezTo>
                <a:lnTo>
                  <a:pt x="5746649" y="2042441"/>
                </a:lnTo>
                <a:cubicBezTo>
                  <a:pt x="5746546" y="2042236"/>
                  <a:pt x="5746649" y="2041775"/>
                  <a:pt x="5746649" y="2041775"/>
                </a:cubicBezTo>
                <a:lnTo>
                  <a:pt x="5750181" y="2035633"/>
                </a:lnTo>
                <a:cubicBezTo>
                  <a:pt x="5750333" y="2035429"/>
                  <a:pt x="5750795" y="2035275"/>
                  <a:pt x="5750795" y="2035275"/>
                </a:cubicBezTo>
                <a:lnTo>
                  <a:pt x="5757857" y="2035275"/>
                </a:lnTo>
                <a:cubicBezTo>
                  <a:pt x="5758114" y="2035275"/>
                  <a:pt x="5758471" y="2035633"/>
                  <a:pt x="5758471" y="2035633"/>
                </a:cubicBezTo>
                <a:lnTo>
                  <a:pt x="5762003" y="2041775"/>
                </a:lnTo>
                <a:cubicBezTo>
                  <a:pt x="5762106" y="2041980"/>
                  <a:pt x="5762003" y="2042441"/>
                  <a:pt x="5762003" y="2042441"/>
                </a:cubicBezTo>
                <a:lnTo>
                  <a:pt x="5758471" y="2048583"/>
                </a:lnTo>
                <a:cubicBezTo>
                  <a:pt x="5758318" y="2048787"/>
                  <a:pt x="5757857" y="2048940"/>
                  <a:pt x="5757857" y="2048940"/>
                </a:cubicBezTo>
                <a:close/>
                <a:moveTo>
                  <a:pt x="5956083" y="2048940"/>
                </a:moveTo>
                <a:lnTo>
                  <a:pt x="5949019" y="2048940"/>
                </a:lnTo>
                <a:cubicBezTo>
                  <a:pt x="5948763" y="2048940"/>
                  <a:pt x="5948405" y="2048583"/>
                  <a:pt x="5948405" y="2048583"/>
                </a:cubicBezTo>
                <a:lnTo>
                  <a:pt x="5944873" y="2042441"/>
                </a:lnTo>
                <a:cubicBezTo>
                  <a:pt x="5944771" y="2042236"/>
                  <a:pt x="5944873" y="2041775"/>
                  <a:pt x="5944873" y="2041775"/>
                </a:cubicBezTo>
                <a:lnTo>
                  <a:pt x="5948405" y="2035633"/>
                </a:lnTo>
                <a:cubicBezTo>
                  <a:pt x="5948558" y="2035429"/>
                  <a:pt x="5949019" y="2035275"/>
                  <a:pt x="5949019" y="2035275"/>
                </a:cubicBezTo>
                <a:lnTo>
                  <a:pt x="5956083" y="2035275"/>
                </a:lnTo>
                <a:cubicBezTo>
                  <a:pt x="5956338" y="2035275"/>
                  <a:pt x="5956697" y="2035633"/>
                  <a:pt x="5956697" y="2035633"/>
                </a:cubicBezTo>
                <a:lnTo>
                  <a:pt x="5960227" y="2041775"/>
                </a:lnTo>
                <a:cubicBezTo>
                  <a:pt x="5960330" y="2041980"/>
                  <a:pt x="5960227" y="2042441"/>
                  <a:pt x="5960227" y="2042441"/>
                </a:cubicBezTo>
                <a:lnTo>
                  <a:pt x="5956697" y="2048583"/>
                </a:lnTo>
                <a:cubicBezTo>
                  <a:pt x="5956542" y="2048787"/>
                  <a:pt x="5956083" y="2048940"/>
                  <a:pt x="5956083" y="2048940"/>
                </a:cubicBezTo>
                <a:close/>
                <a:moveTo>
                  <a:pt x="6154307" y="2048940"/>
                </a:moveTo>
                <a:lnTo>
                  <a:pt x="6147243" y="2048940"/>
                </a:lnTo>
                <a:cubicBezTo>
                  <a:pt x="6146988" y="2048940"/>
                  <a:pt x="6146629" y="2048583"/>
                  <a:pt x="6146629" y="2048583"/>
                </a:cubicBezTo>
                <a:lnTo>
                  <a:pt x="6143098" y="2042441"/>
                </a:lnTo>
                <a:cubicBezTo>
                  <a:pt x="6142996" y="2042236"/>
                  <a:pt x="6143098" y="2041775"/>
                  <a:pt x="6143098" y="2041775"/>
                </a:cubicBezTo>
                <a:lnTo>
                  <a:pt x="6146629" y="2035633"/>
                </a:lnTo>
                <a:cubicBezTo>
                  <a:pt x="6146783" y="2035429"/>
                  <a:pt x="6147243" y="2035275"/>
                  <a:pt x="6147243" y="2035275"/>
                </a:cubicBezTo>
                <a:lnTo>
                  <a:pt x="6154307" y="2035275"/>
                </a:lnTo>
                <a:cubicBezTo>
                  <a:pt x="6154562" y="2035275"/>
                  <a:pt x="6154921" y="2035633"/>
                  <a:pt x="6154921" y="2035633"/>
                </a:cubicBezTo>
                <a:lnTo>
                  <a:pt x="6158453" y="2041775"/>
                </a:lnTo>
                <a:cubicBezTo>
                  <a:pt x="6158554" y="2041980"/>
                  <a:pt x="6158453" y="2042441"/>
                  <a:pt x="6158453" y="2042441"/>
                </a:cubicBezTo>
                <a:lnTo>
                  <a:pt x="6154921" y="2048583"/>
                </a:lnTo>
                <a:cubicBezTo>
                  <a:pt x="6154768" y="2048787"/>
                  <a:pt x="6154307" y="2048940"/>
                  <a:pt x="6154307" y="2048940"/>
                </a:cubicBezTo>
                <a:close/>
                <a:moveTo>
                  <a:pt x="6352582" y="2048940"/>
                </a:moveTo>
                <a:lnTo>
                  <a:pt x="6345519" y="2048940"/>
                </a:lnTo>
                <a:cubicBezTo>
                  <a:pt x="6345263" y="2048940"/>
                  <a:pt x="6344904" y="2048583"/>
                  <a:pt x="6344904" y="2048583"/>
                </a:cubicBezTo>
                <a:lnTo>
                  <a:pt x="6341373" y="2042441"/>
                </a:lnTo>
                <a:cubicBezTo>
                  <a:pt x="6341271" y="2042236"/>
                  <a:pt x="6341373" y="2041775"/>
                  <a:pt x="6341373" y="2041775"/>
                </a:cubicBezTo>
                <a:lnTo>
                  <a:pt x="6344904" y="2035633"/>
                </a:lnTo>
                <a:cubicBezTo>
                  <a:pt x="6345058" y="2035429"/>
                  <a:pt x="6345519" y="2035275"/>
                  <a:pt x="6345519" y="2035275"/>
                </a:cubicBezTo>
                <a:lnTo>
                  <a:pt x="6352582" y="2035275"/>
                </a:lnTo>
                <a:cubicBezTo>
                  <a:pt x="6352838" y="2035275"/>
                  <a:pt x="6353196" y="2035633"/>
                  <a:pt x="6353196" y="2035633"/>
                </a:cubicBezTo>
                <a:lnTo>
                  <a:pt x="6356728" y="2041775"/>
                </a:lnTo>
                <a:cubicBezTo>
                  <a:pt x="6356830" y="2041980"/>
                  <a:pt x="6356728" y="2042441"/>
                  <a:pt x="6356728" y="2042441"/>
                </a:cubicBezTo>
                <a:lnTo>
                  <a:pt x="6353196" y="2048583"/>
                </a:lnTo>
                <a:cubicBezTo>
                  <a:pt x="6353043" y="2048787"/>
                  <a:pt x="6352582" y="2048940"/>
                  <a:pt x="6352582" y="2048940"/>
                </a:cubicBezTo>
                <a:close/>
                <a:moveTo>
                  <a:pt x="6550807" y="2048940"/>
                </a:moveTo>
                <a:lnTo>
                  <a:pt x="6543744" y="2048940"/>
                </a:lnTo>
                <a:cubicBezTo>
                  <a:pt x="6543488" y="2048940"/>
                  <a:pt x="6543129" y="2048583"/>
                  <a:pt x="6543129" y="2048583"/>
                </a:cubicBezTo>
                <a:lnTo>
                  <a:pt x="6539598" y="2042441"/>
                </a:lnTo>
                <a:cubicBezTo>
                  <a:pt x="6539495" y="2042236"/>
                  <a:pt x="6539598" y="2041775"/>
                  <a:pt x="6539598" y="2041775"/>
                </a:cubicBezTo>
                <a:lnTo>
                  <a:pt x="6543129" y="2035633"/>
                </a:lnTo>
                <a:cubicBezTo>
                  <a:pt x="6543282" y="2035429"/>
                  <a:pt x="6543744" y="2035275"/>
                  <a:pt x="6543744" y="2035275"/>
                </a:cubicBezTo>
                <a:lnTo>
                  <a:pt x="6550807" y="2035275"/>
                </a:lnTo>
                <a:cubicBezTo>
                  <a:pt x="6551063" y="2035275"/>
                  <a:pt x="6551420" y="2035633"/>
                  <a:pt x="6551420" y="2035633"/>
                </a:cubicBezTo>
                <a:lnTo>
                  <a:pt x="6554953" y="2041775"/>
                </a:lnTo>
                <a:cubicBezTo>
                  <a:pt x="6555055" y="2041980"/>
                  <a:pt x="6554953" y="2042441"/>
                  <a:pt x="6554953" y="2042441"/>
                </a:cubicBezTo>
                <a:lnTo>
                  <a:pt x="6551420" y="2048583"/>
                </a:lnTo>
                <a:cubicBezTo>
                  <a:pt x="6551267" y="2048787"/>
                  <a:pt x="6550807" y="2048940"/>
                  <a:pt x="6550807" y="2048940"/>
                </a:cubicBezTo>
                <a:close/>
                <a:moveTo>
                  <a:pt x="6749031" y="2048940"/>
                </a:moveTo>
                <a:lnTo>
                  <a:pt x="6741967" y="2048940"/>
                </a:lnTo>
                <a:cubicBezTo>
                  <a:pt x="6741711" y="2048940"/>
                  <a:pt x="6741354" y="2048583"/>
                  <a:pt x="6741354" y="2048583"/>
                </a:cubicBezTo>
                <a:lnTo>
                  <a:pt x="6737823" y="2042441"/>
                </a:lnTo>
                <a:cubicBezTo>
                  <a:pt x="6737720" y="2042236"/>
                  <a:pt x="6737823" y="2041775"/>
                  <a:pt x="6737823" y="2041775"/>
                </a:cubicBezTo>
                <a:lnTo>
                  <a:pt x="6741354" y="2035633"/>
                </a:lnTo>
                <a:cubicBezTo>
                  <a:pt x="6741508" y="2035429"/>
                  <a:pt x="6741967" y="2035275"/>
                  <a:pt x="6741967" y="2035275"/>
                </a:cubicBezTo>
                <a:lnTo>
                  <a:pt x="6749031" y="2035275"/>
                </a:lnTo>
                <a:cubicBezTo>
                  <a:pt x="6749287" y="2035275"/>
                  <a:pt x="6749646" y="2035633"/>
                  <a:pt x="6749646" y="2035633"/>
                </a:cubicBezTo>
                <a:lnTo>
                  <a:pt x="6753177" y="2041775"/>
                </a:lnTo>
                <a:cubicBezTo>
                  <a:pt x="6753279" y="2041980"/>
                  <a:pt x="6753177" y="2042441"/>
                  <a:pt x="6753177" y="2042441"/>
                </a:cubicBezTo>
                <a:lnTo>
                  <a:pt x="6749646" y="2048583"/>
                </a:lnTo>
                <a:cubicBezTo>
                  <a:pt x="6749491" y="2048787"/>
                  <a:pt x="6749031" y="2048940"/>
                  <a:pt x="6749031" y="2048940"/>
                </a:cubicBezTo>
                <a:close/>
                <a:moveTo>
                  <a:pt x="6947256" y="2048940"/>
                </a:moveTo>
                <a:lnTo>
                  <a:pt x="6940193" y="2048940"/>
                </a:lnTo>
                <a:cubicBezTo>
                  <a:pt x="6939937" y="2048940"/>
                  <a:pt x="6939578" y="2048583"/>
                  <a:pt x="6939578" y="2048583"/>
                </a:cubicBezTo>
                <a:lnTo>
                  <a:pt x="6936048" y="2042441"/>
                </a:lnTo>
                <a:cubicBezTo>
                  <a:pt x="6935945" y="2042236"/>
                  <a:pt x="6936048" y="2041775"/>
                  <a:pt x="6936048" y="2041775"/>
                </a:cubicBezTo>
                <a:lnTo>
                  <a:pt x="6939578" y="2035633"/>
                </a:lnTo>
                <a:cubicBezTo>
                  <a:pt x="6939733" y="2035429"/>
                  <a:pt x="6940193" y="2035275"/>
                  <a:pt x="6940193" y="2035275"/>
                </a:cubicBezTo>
                <a:lnTo>
                  <a:pt x="6947256" y="2035275"/>
                </a:lnTo>
                <a:cubicBezTo>
                  <a:pt x="6947512" y="2035275"/>
                  <a:pt x="6947870" y="2035633"/>
                  <a:pt x="6947870" y="2035633"/>
                </a:cubicBezTo>
                <a:lnTo>
                  <a:pt x="6951402" y="2041775"/>
                </a:lnTo>
                <a:cubicBezTo>
                  <a:pt x="6951504" y="2041980"/>
                  <a:pt x="6951402" y="2042441"/>
                  <a:pt x="6951402" y="2042441"/>
                </a:cubicBezTo>
                <a:lnTo>
                  <a:pt x="6947870" y="2048583"/>
                </a:lnTo>
                <a:cubicBezTo>
                  <a:pt x="6947717" y="2048787"/>
                  <a:pt x="6947256" y="2048940"/>
                  <a:pt x="6947256" y="2048940"/>
                </a:cubicBezTo>
                <a:close/>
                <a:moveTo>
                  <a:pt x="7145357" y="2048940"/>
                </a:moveTo>
                <a:lnTo>
                  <a:pt x="7138295" y="2048940"/>
                </a:lnTo>
                <a:cubicBezTo>
                  <a:pt x="7138039" y="2048940"/>
                  <a:pt x="7137680" y="2048583"/>
                  <a:pt x="7137680" y="2048583"/>
                </a:cubicBezTo>
                <a:lnTo>
                  <a:pt x="7134150" y="2042441"/>
                </a:lnTo>
                <a:cubicBezTo>
                  <a:pt x="7134046" y="2042236"/>
                  <a:pt x="7134150" y="2041775"/>
                  <a:pt x="7134150" y="2041775"/>
                </a:cubicBezTo>
                <a:lnTo>
                  <a:pt x="7137680" y="2035633"/>
                </a:lnTo>
                <a:cubicBezTo>
                  <a:pt x="7137834" y="2035429"/>
                  <a:pt x="7138295" y="2035275"/>
                  <a:pt x="7138295" y="2035275"/>
                </a:cubicBezTo>
                <a:lnTo>
                  <a:pt x="7145357" y="2035275"/>
                </a:lnTo>
                <a:cubicBezTo>
                  <a:pt x="7145613" y="2035275"/>
                  <a:pt x="7145971" y="2035633"/>
                  <a:pt x="7145971" y="2035633"/>
                </a:cubicBezTo>
                <a:lnTo>
                  <a:pt x="7149503" y="2041775"/>
                </a:lnTo>
                <a:cubicBezTo>
                  <a:pt x="7149607" y="2041980"/>
                  <a:pt x="7149503" y="2042441"/>
                  <a:pt x="7149503" y="2042441"/>
                </a:cubicBezTo>
                <a:lnTo>
                  <a:pt x="7145971" y="2048583"/>
                </a:lnTo>
                <a:cubicBezTo>
                  <a:pt x="7145819" y="2048787"/>
                  <a:pt x="7145357" y="2048940"/>
                  <a:pt x="7145357" y="2048940"/>
                </a:cubicBezTo>
                <a:close/>
                <a:moveTo>
                  <a:pt x="7343684" y="2048940"/>
                </a:moveTo>
                <a:lnTo>
                  <a:pt x="7336620" y="2048940"/>
                </a:lnTo>
                <a:cubicBezTo>
                  <a:pt x="7336365" y="2048940"/>
                  <a:pt x="7336008" y="2048583"/>
                  <a:pt x="7336008" y="2048583"/>
                </a:cubicBezTo>
                <a:lnTo>
                  <a:pt x="7332476" y="2042441"/>
                </a:lnTo>
                <a:cubicBezTo>
                  <a:pt x="7332371" y="2042236"/>
                  <a:pt x="7332476" y="2041775"/>
                  <a:pt x="7332476" y="2041775"/>
                </a:cubicBezTo>
                <a:lnTo>
                  <a:pt x="7336008" y="2035633"/>
                </a:lnTo>
                <a:cubicBezTo>
                  <a:pt x="7336161" y="2035429"/>
                  <a:pt x="7336620" y="2035275"/>
                  <a:pt x="7336620" y="2035275"/>
                </a:cubicBezTo>
                <a:lnTo>
                  <a:pt x="7343684" y="2035275"/>
                </a:lnTo>
                <a:cubicBezTo>
                  <a:pt x="7343941" y="2035275"/>
                  <a:pt x="7344298" y="2035633"/>
                  <a:pt x="7344298" y="2035633"/>
                </a:cubicBezTo>
                <a:lnTo>
                  <a:pt x="7347829" y="2041775"/>
                </a:lnTo>
                <a:cubicBezTo>
                  <a:pt x="7347932" y="2041980"/>
                  <a:pt x="7347829" y="2042441"/>
                  <a:pt x="7347829" y="2042441"/>
                </a:cubicBezTo>
                <a:lnTo>
                  <a:pt x="7344298" y="2048583"/>
                </a:lnTo>
                <a:cubicBezTo>
                  <a:pt x="7344144" y="2048787"/>
                  <a:pt x="7343684" y="2048940"/>
                  <a:pt x="7343684" y="2048940"/>
                </a:cubicBezTo>
                <a:close/>
                <a:moveTo>
                  <a:pt x="7541903" y="2048940"/>
                </a:moveTo>
                <a:lnTo>
                  <a:pt x="7534839" y="2048940"/>
                </a:lnTo>
                <a:cubicBezTo>
                  <a:pt x="7534584" y="2048940"/>
                  <a:pt x="7534225" y="2048583"/>
                  <a:pt x="7534225" y="2048583"/>
                </a:cubicBezTo>
                <a:lnTo>
                  <a:pt x="7530695" y="2042441"/>
                </a:lnTo>
                <a:cubicBezTo>
                  <a:pt x="7530593" y="2042236"/>
                  <a:pt x="7530695" y="2041775"/>
                  <a:pt x="7530695" y="2041775"/>
                </a:cubicBezTo>
                <a:lnTo>
                  <a:pt x="7534225" y="2035633"/>
                </a:lnTo>
                <a:cubicBezTo>
                  <a:pt x="7534379" y="2035429"/>
                  <a:pt x="7534839" y="2035275"/>
                  <a:pt x="7534839" y="2035275"/>
                </a:cubicBezTo>
                <a:lnTo>
                  <a:pt x="7541903" y="2035275"/>
                </a:lnTo>
                <a:cubicBezTo>
                  <a:pt x="7542159" y="2035275"/>
                  <a:pt x="7542517" y="2035633"/>
                  <a:pt x="7542517" y="2035633"/>
                </a:cubicBezTo>
                <a:lnTo>
                  <a:pt x="7546050" y="2041775"/>
                </a:lnTo>
                <a:cubicBezTo>
                  <a:pt x="7546152" y="2041980"/>
                  <a:pt x="7546050" y="2042441"/>
                  <a:pt x="7546050" y="2042441"/>
                </a:cubicBezTo>
                <a:lnTo>
                  <a:pt x="7542517" y="2048583"/>
                </a:lnTo>
                <a:cubicBezTo>
                  <a:pt x="7542364" y="2048787"/>
                  <a:pt x="7541903" y="2048940"/>
                  <a:pt x="7541903" y="2048940"/>
                </a:cubicBezTo>
                <a:close/>
                <a:moveTo>
                  <a:pt x="7740141" y="2048940"/>
                </a:moveTo>
                <a:lnTo>
                  <a:pt x="7733078" y="2048940"/>
                </a:lnTo>
                <a:cubicBezTo>
                  <a:pt x="7732822" y="2048940"/>
                  <a:pt x="7732464" y="2048583"/>
                  <a:pt x="7732464" y="2048583"/>
                </a:cubicBezTo>
                <a:lnTo>
                  <a:pt x="7728933" y="2042441"/>
                </a:lnTo>
                <a:cubicBezTo>
                  <a:pt x="7728830" y="2042236"/>
                  <a:pt x="7728933" y="2041775"/>
                  <a:pt x="7728933" y="2041775"/>
                </a:cubicBezTo>
                <a:lnTo>
                  <a:pt x="7732464" y="2035633"/>
                </a:lnTo>
                <a:cubicBezTo>
                  <a:pt x="7732617" y="2035429"/>
                  <a:pt x="7733078" y="2035275"/>
                  <a:pt x="7733078" y="2035275"/>
                </a:cubicBezTo>
                <a:lnTo>
                  <a:pt x="7740141" y="2035275"/>
                </a:lnTo>
                <a:cubicBezTo>
                  <a:pt x="7740396" y="2035275"/>
                  <a:pt x="7740755" y="2035633"/>
                  <a:pt x="7740755" y="2035633"/>
                </a:cubicBezTo>
                <a:lnTo>
                  <a:pt x="7744287" y="2041775"/>
                </a:lnTo>
                <a:cubicBezTo>
                  <a:pt x="7744389" y="2041980"/>
                  <a:pt x="7744287" y="2042441"/>
                  <a:pt x="7744287" y="2042441"/>
                </a:cubicBezTo>
                <a:lnTo>
                  <a:pt x="7740755" y="2048583"/>
                </a:lnTo>
                <a:cubicBezTo>
                  <a:pt x="7740603" y="2048787"/>
                  <a:pt x="7740141" y="2048940"/>
                  <a:pt x="7740141" y="2048940"/>
                </a:cubicBezTo>
                <a:close/>
                <a:moveTo>
                  <a:pt x="7938309" y="2048940"/>
                </a:moveTo>
                <a:lnTo>
                  <a:pt x="7931245" y="2048940"/>
                </a:lnTo>
                <a:cubicBezTo>
                  <a:pt x="7930988" y="2048940"/>
                  <a:pt x="7930631" y="2048583"/>
                  <a:pt x="7930631" y="2048583"/>
                </a:cubicBezTo>
                <a:lnTo>
                  <a:pt x="7927099" y="2042441"/>
                </a:lnTo>
                <a:cubicBezTo>
                  <a:pt x="7926996" y="2042236"/>
                  <a:pt x="7927099" y="2041775"/>
                  <a:pt x="7927099" y="2041775"/>
                </a:cubicBezTo>
                <a:lnTo>
                  <a:pt x="7930631" y="2035633"/>
                </a:lnTo>
                <a:cubicBezTo>
                  <a:pt x="7930784" y="2035429"/>
                  <a:pt x="7931245" y="2035275"/>
                  <a:pt x="7931245" y="2035275"/>
                </a:cubicBezTo>
                <a:lnTo>
                  <a:pt x="7938309" y="2035275"/>
                </a:lnTo>
                <a:cubicBezTo>
                  <a:pt x="7938565" y="2035275"/>
                  <a:pt x="7938922" y="2035633"/>
                  <a:pt x="7938922" y="2035633"/>
                </a:cubicBezTo>
                <a:lnTo>
                  <a:pt x="7942453" y="2041775"/>
                </a:lnTo>
                <a:cubicBezTo>
                  <a:pt x="7942557" y="2041980"/>
                  <a:pt x="7942453" y="2042441"/>
                  <a:pt x="7942453" y="2042441"/>
                </a:cubicBezTo>
                <a:lnTo>
                  <a:pt x="7938922" y="2048583"/>
                </a:lnTo>
                <a:cubicBezTo>
                  <a:pt x="7938767" y="2048787"/>
                  <a:pt x="7938309" y="2048940"/>
                  <a:pt x="7938309" y="2048940"/>
                </a:cubicBezTo>
                <a:close/>
                <a:moveTo>
                  <a:pt x="8136695" y="2048940"/>
                </a:moveTo>
                <a:lnTo>
                  <a:pt x="8129631" y="2048940"/>
                </a:lnTo>
                <a:cubicBezTo>
                  <a:pt x="8129376" y="2048940"/>
                  <a:pt x="8129017" y="2048583"/>
                  <a:pt x="8129017" y="2048583"/>
                </a:cubicBezTo>
                <a:lnTo>
                  <a:pt x="8125487" y="2042441"/>
                </a:lnTo>
                <a:cubicBezTo>
                  <a:pt x="8125384" y="2042236"/>
                  <a:pt x="8125487" y="2041775"/>
                  <a:pt x="8125487" y="2041775"/>
                </a:cubicBezTo>
                <a:lnTo>
                  <a:pt x="8129017" y="2035633"/>
                </a:lnTo>
                <a:cubicBezTo>
                  <a:pt x="8129171" y="2035429"/>
                  <a:pt x="8129631" y="2035275"/>
                  <a:pt x="8129631" y="2035275"/>
                </a:cubicBezTo>
                <a:lnTo>
                  <a:pt x="8136695" y="2035275"/>
                </a:lnTo>
                <a:cubicBezTo>
                  <a:pt x="8136952" y="2035275"/>
                  <a:pt x="8137310" y="2035633"/>
                  <a:pt x="8137310" y="2035633"/>
                </a:cubicBezTo>
                <a:lnTo>
                  <a:pt x="8140841" y="2041775"/>
                </a:lnTo>
                <a:cubicBezTo>
                  <a:pt x="8140943" y="2041980"/>
                  <a:pt x="8140841" y="2042441"/>
                  <a:pt x="8140841" y="2042441"/>
                </a:cubicBezTo>
                <a:lnTo>
                  <a:pt x="8137310" y="2048583"/>
                </a:lnTo>
                <a:cubicBezTo>
                  <a:pt x="8137155" y="2048787"/>
                  <a:pt x="8136695" y="2048940"/>
                  <a:pt x="8136695" y="2048940"/>
                </a:cubicBezTo>
                <a:close/>
                <a:moveTo>
                  <a:pt x="8334841" y="2048940"/>
                </a:moveTo>
                <a:lnTo>
                  <a:pt x="8327777" y="2048940"/>
                </a:lnTo>
                <a:cubicBezTo>
                  <a:pt x="8327521" y="2048940"/>
                  <a:pt x="8327162" y="2048583"/>
                  <a:pt x="8327162" y="2048583"/>
                </a:cubicBezTo>
                <a:lnTo>
                  <a:pt x="8323631" y="2042441"/>
                </a:lnTo>
                <a:cubicBezTo>
                  <a:pt x="8323529" y="2042236"/>
                  <a:pt x="8323631" y="2041775"/>
                  <a:pt x="8323631" y="2041775"/>
                </a:cubicBezTo>
                <a:lnTo>
                  <a:pt x="8327162" y="2035633"/>
                </a:lnTo>
                <a:cubicBezTo>
                  <a:pt x="8327317" y="2035429"/>
                  <a:pt x="8327777" y="2035275"/>
                  <a:pt x="8327777" y="2035275"/>
                </a:cubicBezTo>
                <a:lnTo>
                  <a:pt x="8334841" y="2035275"/>
                </a:lnTo>
                <a:cubicBezTo>
                  <a:pt x="8335095" y="2035275"/>
                  <a:pt x="8335455" y="2035633"/>
                  <a:pt x="8335455" y="2035633"/>
                </a:cubicBezTo>
                <a:lnTo>
                  <a:pt x="8338986" y="2041775"/>
                </a:lnTo>
                <a:cubicBezTo>
                  <a:pt x="8339088" y="2041980"/>
                  <a:pt x="8338986" y="2042441"/>
                  <a:pt x="8338986" y="2042441"/>
                </a:cubicBezTo>
                <a:lnTo>
                  <a:pt x="8335455" y="2048583"/>
                </a:lnTo>
                <a:cubicBezTo>
                  <a:pt x="8335301" y="2048787"/>
                  <a:pt x="8334841" y="2048940"/>
                  <a:pt x="8334841" y="2048940"/>
                </a:cubicBezTo>
                <a:close/>
                <a:moveTo>
                  <a:pt x="8533118" y="2048940"/>
                </a:moveTo>
                <a:lnTo>
                  <a:pt x="8526055" y="2048940"/>
                </a:lnTo>
                <a:cubicBezTo>
                  <a:pt x="8525797" y="2048940"/>
                  <a:pt x="8525440" y="2048583"/>
                  <a:pt x="8525440" y="2048583"/>
                </a:cubicBezTo>
                <a:lnTo>
                  <a:pt x="8521909" y="2042441"/>
                </a:lnTo>
                <a:cubicBezTo>
                  <a:pt x="8521807" y="2042236"/>
                  <a:pt x="8521909" y="2041775"/>
                  <a:pt x="8521909" y="2041775"/>
                </a:cubicBezTo>
                <a:lnTo>
                  <a:pt x="8525440" y="2035633"/>
                </a:lnTo>
                <a:cubicBezTo>
                  <a:pt x="8525593" y="2035429"/>
                  <a:pt x="8526055" y="2035275"/>
                  <a:pt x="8526055" y="2035275"/>
                </a:cubicBezTo>
                <a:lnTo>
                  <a:pt x="8533118" y="2035275"/>
                </a:lnTo>
                <a:cubicBezTo>
                  <a:pt x="8533373" y="2035275"/>
                  <a:pt x="8533732" y="2035633"/>
                  <a:pt x="8533732" y="2035633"/>
                </a:cubicBezTo>
                <a:lnTo>
                  <a:pt x="8537264" y="2041775"/>
                </a:lnTo>
                <a:cubicBezTo>
                  <a:pt x="8537366" y="2041980"/>
                  <a:pt x="8537264" y="2042441"/>
                  <a:pt x="8537264" y="2042441"/>
                </a:cubicBezTo>
                <a:lnTo>
                  <a:pt x="8533732" y="2048583"/>
                </a:lnTo>
                <a:cubicBezTo>
                  <a:pt x="8533579" y="2048787"/>
                  <a:pt x="8533118" y="2048940"/>
                  <a:pt x="8533118" y="2048940"/>
                </a:cubicBezTo>
                <a:close/>
                <a:moveTo>
                  <a:pt x="8731372" y="2048940"/>
                </a:moveTo>
                <a:lnTo>
                  <a:pt x="8724309" y="2048940"/>
                </a:lnTo>
                <a:cubicBezTo>
                  <a:pt x="8724053" y="2048940"/>
                  <a:pt x="8723695" y="2048583"/>
                  <a:pt x="8723695" y="2048583"/>
                </a:cubicBezTo>
                <a:lnTo>
                  <a:pt x="8720164" y="2042441"/>
                </a:lnTo>
                <a:cubicBezTo>
                  <a:pt x="8720062" y="2042236"/>
                  <a:pt x="8720164" y="2041775"/>
                  <a:pt x="8720164" y="2041775"/>
                </a:cubicBezTo>
                <a:lnTo>
                  <a:pt x="8723695" y="2035633"/>
                </a:lnTo>
                <a:cubicBezTo>
                  <a:pt x="8723848" y="2035429"/>
                  <a:pt x="8724309" y="2035275"/>
                  <a:pt x="8724309" y="2035275"/>
                </a:cubicBezTo>
                <a:lnTo>
                  <a:pt x="8731372" y="2035275"/>
                </a:lnTo>
                <a:cubicBezTo>
                  <a:pt x="8731628" y="2035275"/>
                  <a:pt x="8731986" y="2035633"/>
                  <a:pt x="8731986" y="2035633"/>
                </a:cubicBezTo>
                <a:lnTo>
                  <a:pt x="8735519" y="2041775"/>
                </a:lnTo>
                <a:cubicBezTo>
                  <a:pt x="8735620" y="2041980"/>
                  <a:pt x="8735519" y="2042441"/>
                  <a:pt x="8735519" y="2042441"/>
                </a:cubicBezTo>
                <a:lnTo>
                  <a:pt x="8731986" y="2048583"/>
                </a:lnTo>
                <a:cubicBezTo>
                  <a:pt x="8731833" y="2048787"/>
                  <a:pt x="8731372" y="2048940"/>
                  <a:pt x="8731372" y="2048940"/>
                </a:cubicBezTo>
                <a:close/>
                <a:moveTo>
                  <a:pt x="8929493" y="2048940"/>
                </a:moveTo>
                <a:lnTo>
                  <a:pt x="8922429" y="2048940"/>
                </a:lnTo>
                <a:cubicBezTo>
                  <a:pt x="8922175" y="2048940"/>
                  <a:pt x="8921815" y="2048583"/>
                  <a:pt x="8921815" y="2048583"/>
                </a:cubicBezTo>
                <a:lnTo>
                  <a:pt x="8918285" y="2042441"/>
                </a:lnTo>
                <a:cubicBezTo>
                  <a:pt x="8918182" y="2042236"/>
                  <a:pt x="8918285" y="2041775"/>
                  <a:pt x="8918285" y="2041775"/>
                </a:cubicBezTo>
                <a:lnTo>
                  <a:pt x="8921815" y="2035633"/>
                </a:lnTo>
                <a:cubicBezTo>
                  <a:pt x="8921969" y="2035429"/>
                  <a:pt x="8922429" y="2035275"/>
                  <a:pt x="8922429" y="2035275"/>
                </a:cubicBezTo>
                <a:lnTo>
                  <a:pt x="8929493" y="2035275"/>
                </a:lnTo>
                <a:cubicBezTo>
                  <a:pt x="8929748" y="2035275"/>
                  <a:pt x="8930106" y="2035633"/>
                  <a:pt x="8930106" y="2035633"/>
                </a:cubicBezTo>
                <a:lnTo>
                  <a:pt x="8933638" y="2041775"/>
                </a:lnTo>
                <a:cubicBezTo>
                  <a:pt x="8933741" y="2041980"/>
                  <a:pt x="8933638" y="2042441"/>
                  <a:pt x="8933638" y="2042441"/>
                </a:cubicBezTo>
                <a:lnTo>
                  <a:pt x="8930106" y="2048583"/>
                </a:lnTo>
                <a:cubicBezTo>
                  <a:pt x="8929954" y="2048787"/>
                  <a:pt x="8929493" y="2048940"/>
                  <a:pt x="8929493" y="2048940"/>
                </a:cubicBezTo>
                <a:close/>
                <a:moveTo>
                  <a:pt x="9127794" y="2048940"/>
                </a:moveTo>
                <a:lnTo>
                  <a:pt x="9120731" y="2048940"/>
                </a:lnTo>
                <a:cubicBezTo>
                  <a:pt x="9120475" y="2048940"/>
                  <a:pt x="9120117" y="2048583"/>
                  <a:pt x="9120117" y="2048583"/>
                </a:cubicBezTo>
                <a:lnTo>
                  <a:pt x="9116585" y="2042441"/>
                </a:lnTo>
                <a:cubicBezTo>
                  <a:pt x="9116483" y="2042236"/>
                  <a:pt x="9116585" y="2041775"/>
                  <a:pt x="9116585" y="2041775"/>
                </a:cubicBezTo>
                <a:lnTo>
                  <a:pt x="9120117" y="2035633"/>
                </a:lnTo>
                <a:cubicBezTo>
                  <a:pt x="9120270" y="2035429"/>
                  <a:pt x="9120731" y="2035275"/>
                  <a:pt x="9120731" y="2035275"/>
                </a:cubicBezTo>
                <a:lnTo>
                  <a:pt x="9127794" y="2035275"/>
                </a:lnTo>
                <a:cubicBezTo>
                  <a:pt x="9128052" y="2035275"/>
                  <a:pt x="9128409" y="2035633"/>
                  <a:pt x="9128409" y="2035633"/>
                </a:cubicBezTo>
                <a:lnTo>
                  <a:pt x="9131941" y="2041775"/>
                </a:lnTo>
                <a:cubicBezTo>
                  <a:pt x="9132042" y="2041980"/>
                  <a:pt x="9131941" y="2042441"/>
                  <a:pt x="9131941" y="2042441"/>
                </a:cubicBezTo>
                <a:lnTo>
                  <a:pt x="9128409" y="2048583"/>
                </a:lnTo>
                <a:cubicBezTo>
                  <a:pt x="9128254" y="2048787"/>
                  <a:pt x="9127794" y="2048940"/>
                  <a:pt x="9127794" y="2048940"/>
                </a:cubicBezTo>
                <a:close/>
                <a:moveTo>
                  <a:pt x="9326012" y="2048940"/>
                </a:moveTo>
                <a:lnTo>
                  <a:pt x="9318948" y="2048940"/>
                </a:lnTo>
                <a:cubicBezTo>
                  <a:pt x="9318693" y="2048940"/>
                  <a:pt x="9318334" y="2048583"/>
                  <a:pt x="9318334" y="2048583"/>
                </a:cubicBezTo>
                <a:lnTo>
                  <a:pt x="9314802" y="2042441"/>
                </a:lnTo>
                <a:cubicBezTo>
                  <a:pt x="9314700" y="2042236"/>
                  <a:pt x="9314802" y="2041775"/>
                  <a:pt x="9314802" y="2041775"/>
                </a:cubicBezTo>
                <a:lnTo>
                  <a:pt x="9318334" y="2035633"/>
                </a:lnTo>
                <a:cubicBezTo>
                  <a:pt x="9318487" y="2035429"/>
                  <a:pt x="9318948" y="2035275"/>
                  <a:pt x="9318948" y="2035275"/>
                </a:cubicBezTo>
                <a:lnTo>
                  <a:pt x="9326012" y="2035275"/>
                </a:lnTo>
                <a:cubicBezTo>
                  <a:pt x="9326268" y="2035275"/>
                  <a:pt x="9326626" y="2035633"/>
                  <a:pt x="9326626" y="2035633"/>
                </a:cubicBezTo>
                <a:lnTo>
                  <a:pt x="9330157" y="2041775"/>
                </a:lnTo>
                <a:cubicBezTo>
                  <a:pt x="9330259" y="2041980"/>
                  <a:pt x="9330157" y="2042441"/>
                  <a:pt x="9330157" y="2042441"/>
                </a:cubicBezTo>
                <a:lnTo>
                  <a:pt x="9326626" y="2048583"/>
                </a:lnTo>
                <a:cubicBezTo>
                  <a:pt x="9326474" y="2048787"/>
                  <a:pt x="9326012" y="2048940"/>
                  <a:pt x="9326012" y="2048940"/>
                </a:cubicBezTo>
                <a:close/>
                <a:moveTo>
                  <a:pt x="9524282" y="2048940"/>
                </a:moveTo>
                <a:lnTo>
                  <a:pt x="9517218" y="2048940"/>
                </a:lnTo>
                <a:cubicBezTo>
                  <a:pt x="9516962" y="2048940"/>
                  <a:pt x="9516605" y="2048583"/>
                  <a:pt x="9516605" y="2048583"/>
                </a:cubicBezTo>
                <a:lnTo>
                  <a:pt x="9513073" y="2042441"/>
                </a:lnTo>
                <a:cubicBezTo>
                  <a:pt x="9512970" y="2042236"/>
                  <a:pt x="9513073" y="2041775"/>
                  <a:pt x="9513073" y="2041775"/>
                </a:cubicBezTo>
                <a:lnTo>
                  <a:pt x="9516605" y="2035633"/>
                </a:lnTo>
                <a:cubicBezTo>
                  <a:pt x="9516758" y="2035429"/>
                  <a:pt x="9517218" y="2035275"/>
                  <a:pt x="9517218" y="2035275"/>
                </a:cubicBezTo>
                <a:lnTo>
                  <a:pt x="9524282" y="2035275"/>
                </a:lnTo>
                <a:cubicBezTo>
                  <a:pt x="9524538" y="2035275"/>
                  <a:pt x="9524896" y="2035633"/>
                  <a:pt x="9524896" y="2035633"/>
                </a:cubicBezTo>
                <a:lnTo>
                  <a:pt x="9528429" y="2041775"/>
                </a:lnTo>
                <a:cubicBezTo>
                  <a:pt x="9528530" y="2041980"/>
                  <a:pt x="9528429" y="2042441"/>
                  <a:pt x="9528429" y="2042441"/>
                </a:cubicBezTo>
                <a:lnTo>
                  <a:pt x="9524896" y="2048583"/>
                </a:lnTo>
                <a:cubicBezTo>
                  <a:pt x="9524743" y="2048787"/>
                  <a:pt x="9524282" y="2048940"/>
                  <a:pt x="9524282" y="2048940"/>
                </a:cubicBezTo>
                <a:close/>
                <a:moveTo>
                  <a:pt x="9722596" y="2048940"/>
                </a:moveTo>
                <a:lnTo>
                  <a:pt x="9715533" y="2048940"/>
                </a:lnTo>
                <a:cubicBezTo>
                  <a:pt x="9715277" y="2048940"/>
                  <a:pt x="9714920" y="2048583"/>
                  <a:pt x="9714920" y="2048583"/>
                </a:cubicBezTo>
                <a:lnTo>
                  <a:pt x="9711388" y="2042441"/>
                </a:lnTo>
                <a:cubicBezTo>
                  <a:pt x="9711285" y="2042236"/>
                  <a:pt x="9711388" y="2041775"/>
                  <a:pt x="9711388" y="2041775"/>
                </a:cubicBezTo>
                <a:lnTo>
                  <a:pt x="9714920" y="2035633"/>
                </a:lnTo>
                <a:cubicBezTo>
                  <a:pt x="9715073" y="2035429"/>
                  <a:pt x="9715533" y="2035275"/>
                  <a:pt x="9715533" y="2035275"/>
                </a:cubicBezTo>
                <a:lnTo>
                  <a:pt x="9722596" y="2035275"/>
                </a:lnTo>
                <a:cubicBezTo>
                  <a:pt x="9722852" y="2035275"/>
                  <a:pt x="9723210" y="2035633"/>
                  <a:pt x="9723210" y="2035633"/>
                </a:cubicBezTo>
                <a:lnTo>
                  <a:pt x="9726742" y="2041775"/>
                </a:lnTo>
                <a:cubicBezTo>
                  <a:pt x="9726845" y="2041980"/>
                  <a:pt x="9726742" y="2042441"/>
                  <a:pt x="9726742" y="2042441"/>
                </a:cubicBezTo>
                <a:lnTo>
                  <a:pt x="9723210" y="2048583"/>
                </a:lnTo>
                <a:cubicBezTo>
                  <a:pt x="9723056" y="2048787"/>
                  <a:pt x="9722596" y="2048940"/>
                  <a:pt x="9722596" y="2048940"/>
                </a:cubicBezTo>
                <a:close/>
                <a:moveTo>
                  <a:pt x="9920729" y="2048940"/>
                </a:moveTo>
                <a:lnTo>
                  <a:pt x="9913666" y="2048940"/>
                </a:lnTo>
                <a:cubicBezTo>
                  <a:pt x="9913411" y="2048940"/>
                  <a:pt x="9913052" y="2048583"/>
                  <a:pt x="9913052" y="2048583"/>
                </a:cubicBezTo>
                <a:lnTo>
                  <a:pt x="9909521" y="2042441"/>
                </a:lnTo>
                <a:cubicBezTo>
                  <a:pt x="9909419" y="2042236"/>
                  <a:pt x="9909521" y="2041775"/>
                  <a:pt x="9909521" y="2041775"/>
                </a:cubicBezTo>
                <a:lnTo>
                  <a:pt x="9913052" y="2035633"/>
                </a:lnTo>
                <a:cubicBezTo>
                  <a:pt x="9913206" y="2035429"/>
                  <a:pt x="9913666" y="2035275"/>
                  <a:pt x="9913666" y="2035275"/>
                </a:cubicBezTo>
                <a:lnTo>
                  <a:pt x="9920729" y="2035275"/>
                </a:lnTo>
                <a:cubicBezTo>
                  <a:pt x="9920986" y="2035275"/>
                  <a:pt x="9921344" y="2035633"/>
                  <a:pt x="9921344" y="2035633"/>
                </a:cubicBezTo>
                <a:lnTo>
                  <a:pt x="9924876" y="2041775"/>
                </a:lnTo>
                <a:cubicBezTo>
                  <a:pt x="9924978" y="2041980"/>
                  <a:pt x="9924876" y="2042441"/>
                  <a:pt x="9924876" y="2042441"/>
                </a:cubicBezTo>
                <a:lnTo>
                  <a:pt x="9921344" y="2048583"/>
                </a:lnTo>
                <a:cubicBezTo>
                  <a:pt x="9921190" y="2048787"/>
                  <a:pt x="9920729" y="2048940"/>
                  <a:pt x="9920729" y="2048940"/>
                </a:cubicBezTo>
                <a:close/>
                <a:moveTo>
                  <a:pt x="10119026" y="2048940"/>
                </a:moveTo>
                <a:lnTo>
                  <a:pt x="10111964" y="2048940"/>
                </a:lnTo>
                <a:cubicBezTo>
                  <a:pt x="10111708" y="2048940"/>
                  <a:pt x="10111350" y="2048583"/>
                  <a:pt x="10111350" y="2048583"/>
                </a:cubicBezTo>
                <a:lnTo>
                  <a:pt x="10107818" y="2042441"/>
                </a:lnTo>
                <a:cubicBezTo>
                  <a:pt x="10107716" y="2042236"/>
                  <a:pt x="10107818" y="2041775"/>
                  <a:pt x="10107818" y="2041775"/>
                </a:cubicBezTo>
                <a:lnTo>
                  <a:pt x="10111350" y="2035633"/>
                </a:lnTo>
                <a:cubicBezTo>
                  <a:pt x="10111503" y="2035429"/>
                  <a:pt x="10111964" y="2035275"/>
                  <a:pt x="10111964" y="2035275"/>
                </a:cubicBezTo>
                <a:lnTo>
                  <a:pt x="10119026" y="2035275"/>
                </a:lnTo>
                <a:cubicBezTo>
                  <a:pt x="10119283" y="2035275"/>
                  <a:pt x="10119642" y="2035633"/>
                  <a:pt x="10119642" y="2035633"/>
                </a:cubicBezTo>
                <a:lnTo>
                  <a:pt x="10123172" y="2041775"/>
                </a:lnTo>
                <a:cubicBezTo>
                  <a:pt x="10123275" y="2041980"/>
                  <a:pt x="10123172" y="2042441"/>
                  <a:pt x="10123172" y="2042441"/>
                </a:cubicBezTo>
                <a:lnTo>
                  <a:pt x="10119642" y="2048583"/>
                </a:lnTo>
                <a:cubicBezTo>
                  <a:pt x="10119488" y="2048787"/>
                  <a:pt x="10119026" y="2048940"/>
                  <a:pt x="10119026" y="2048940"/>
                </a:cubicBezTo>
                <a:close/>
                <a:moveTo>
                  <a:pt x="10317160" y="2048940"/>
                </a:moveTo>
                <a:lnTo>
                  <a:pt x="10310096" y="2048940"/>
                </a:lnTo>
                <a:cubicBezTo>
                  <a:pt x="10309841" y="2048940"/>
                  <a:pt x="10309482" y="2048583"/>
                  <a:pt x="10309482" y="2048583"/>
                </a:cubicBezTo>
                <a:lnTo>
                  <a:pt x="10305951" y="2042441"/>
                </a:lnTo>
                <a:cubicBezTo>
                  <a:pt x="10305849" y="2042236"/>
                  <a:pt x="10305951" y="2041775"/>
                  <a:pt x="10305951" y="2041775"/>
                </a:cubicBezTo>
                <a:lnTo>
                  <a:pt x="10309482" y="2035633"/>
                </a:lnTo>
                <a:cubicBezTo>
                  <a:pt x="10309636" y="2035429"/>
                  <a:pt x="10310096" y="2035275"/>
                  <a:pt x="10310096" y="2035275"/>
                </a:cubicBezTo>
                <a:lnTo>
                  <a:pt x="10317160" y="2035275"/>
                </a:lnTo>
                <a:cubicBezTo>
                  <a:pt x="10317417" y="2035275"/>
                  <a:pt x="10317774" y="2035633"/>
                  <a:pt x="10317774" y="2035633"/>
                </a:cubicBezTo>
                <a:lnTo>
                  <a:pt x="10321306" y="2041775"/>
                </a:lnTo>
                <a:cubicBezTo>
                  <a:pt x="10321408" y="2041980"/>
                  <a:pt x="10321306" y="2042441"/>
                  <a:pt x="10321306" y="2042441"/>
                </a:cubicBezTo>
                <a:lnTo>
                  <a:pt x="10317774" y="2048583"/>
                </a:lnTo>
                <a:cubicBezTo>
                  <a:pt x="10317621" y="2048787"/>
                  <a:pt x="10317160" y="2048940"/>
                  <a:pt x="10317160" y="2048940"/>
                </a:cubicBezTo>
                <a:close/>
                <a:moveTo>
                  <a:pt x="11254" y="2212254"/>
                </a:moveTo>
                <a:lnTo>
                  <a:pt x="4192" y="2212254"/>
                </a:lnTo>
                <a:cubicBezTo>
                  <a:pt x="3935" y="2212254"/>
                  <a:pt x="3578" y="2211896"/>
                  <a:pt x="3578" y="2211896"/>
                </a:cubicBezTo>
                <a:lnTo>
                  <a:pt x="46" y="2205754"/>
                </a:lnTo>
                <a:cubicBezTo>
                  <a:pt x="-57" y="2205549"/>
                  <a:pt x="46" y="2205089"/>
                  <a:pt x="46" y="2205089"/>
                </a:cubicBezTo>
                <a:lnTo>
                  <a:pt x="3578" y="2198947"/>
                </a:lnTo>
                <a:cubicBezTo>
                  <a:pt x="3731" y="2198743"/>
                  <a:pt x="4192" y="2198589"/>
                  <a:pt x="4192" y="2198589"/>
                </a:cubicBezTo>
                <a:lnTo>
                  <a:pt x="11254" y="2198589"/>
                </a:lnTo>
                <a:cubicBezTo>
                  <a:pt x="11511" y="2198589"/>
                  <a:pt x="11868" y="2198947"/>
                  <a:pt x="11868" y="2198947"/>
                </a:cubicBezTo>
                <a:lnTo>
                  <a:pt x="15400" y="2205089"/>
                </a:lnTo>
                <a:cubicBezTo>
                  <a:pt x="15503" y="2205293"/>
                  <a:pt x="15400" y="2205754"/>
                  <a:pt x="15400" y="2205754"/>
                </a:cubicBezTo>
                <a:lnTo>
                  <a:pt x="11868" y="2211896"/>
                </a:lnTo>
                <a:cubicBezTo>
                  <a:pt x="11716" y="2212100"/>
                  <a:pt x="11254" y="2212254"/>
                  <a:pt x="11254" y="2212254"/>
                </a:cubicBezTo>
                <a:close/>
                <a:moveTo>
                  <a:pt x="209480" y="2212254"/>
                </a:moveTo>
                <a:lnTo>
                  <a:pt x="202416" y="2212254"/>
                </a:lnTo>
                <a:cubicBezTo>
                  <a:pt x="202160" y="2212254"/>
                  <a:pt x="201803" y="2211896"/>
                  <a:pt x="201803" y="2211896"/>
                </a:cubicBezTo>
                <a:lnTo>
                  <a:pt x="198270" y="2205754"/>
                </a:lnTo>
                <a:cubicBezTo>
                  <a:pt x="198168" y="2205549"/>
                  <a:pt x="198270" y="2205089"/>
                  <a:pt x="198270" y="2205089"/>
                </a:cubicBezTo>
                <a:lnTo>
                  <a:pt x="201803" y="2198947"/>
                </a:lnTo>
                <a:cubicBezTo>
                  <a:pt x="201955" y="2198743"/>
                  <a:pt x="202416" y="2198589"/>
                  <a:pt x="202416" y="2198589"/>
                </a:cubicBezTo>
                <a:lnTo>
                  <a:pt x="209480" y="2198589"/>
                </a:lnTo>
                <a:cubicBezTo>
                  <a:pt x="209735" y="2198589"/>
                  <a:pt x="210094" y="2198947"/>
                  <a:pt x="210094" y="2198947"/>
                </a:cubicBezTo>
                <a:lnTo>
                  <a:pt x="213625" y="2205089"/>
                </a:lnTo>
                <a:cubicBezTo>
                  <a:pt x="213727" y="2205293"/>
                  <a:pt x="213625" y="2205754"/>
                  <a:pt x="213625" y="2205754"/>
                </a:cubicBezTo>
                <a:lnTo>
                  <a:pt x="210094" y="2211896"/>
                </a:lnTo>
                <a:cubicBezTo>
                  <a:pt x="209940" y="2212100"/>
                  <a:pt x="209480" y="2212254"/>
                  <a:pt x="209480" y="2212254"/>
                </a:cubicBezTo>
                <a:close/>
                <a:moveTo>
                  <a:pt x="407754" y="2212254"/>
                </a:moveTo>
                <a:lnTo>
                  <a:pt x="400692" y="2212254"/>
                </a:lnTo>
                <a:cubicBezTo>
                  <a:pt x="400436" y="2212254"/>
                  <a:pt x="400078" y="2211896"/>
                  <a:pt x="400078" y="2211896"/>
                </a:cubicBezTo>
                <a:lnTo>
                  <a:pt x="396546" y="2205754"/>
                </a:lnTo>
                <a:cubicBezTo>
                  <a:pt x="396444" y="2205549"/>
                  <a:pt x="396546" y="2205089"/>
                  <a:pt x="396546" y="2205089"/>
                </a:cubicBezTo>
                <a:lnTo>
                  <a:pt x="400078" y="2198947"/>
                </a:lnTo>
                <a:cubicBezTo>
                  <a:pt x="400231" y="2198743"/>
                  <a:pt x="400692" y="2198589"/>
                  <a:pt x="400692" y="2198589"/>
                </a:cubicBezTo>
                <a:lnTo>
                  <a:pt x="407754" y="2198589"/>
                </a:lnTo>
                <a:cubicBezTo>
                  <a:pt x="408011" y="2198589"/>
                  <a:pt x="408369" y="2198947"/>
                  <a:pt x="408369" y="2198947"/>
                </a:cubicBezTo>
                <a:lnTo>
                  <a:pt x="411900" y="2205089"/>
                </a:lnTo>
                <a:cubicBezTo>
                  <a:pt x="412002" y="2205293"/>
                  <a:pt x="411900" y="2205754"/>
                  <a:pt x="411900" y="2205754"/>
                </a:cubicBezTo>
                <a:lnTo>
                  <a:pt x="408369" y="2211896"/>
                </a:lnTo>
                <a:cubicBezTo>
                  <a:pt x="408214" y="2212100"/>
                  <a:pt x="407754" y="2212254"/>
                  <a:pt x="407754" y="2212254"/>
                </a:cubicBezTo>
                <a:close/>
                <a:moveTo>
                  <a:pt x="605979" y="2212254"/>
                </a:moveTo>
                <a:lnTo>
                  <a:pt x="598916" y="2212254"/>
                </a:lnTo>
                <a:cubicBezTo>
                  <a:pt x="598661" y="2212254"/>
                  <a:pt x="598302" y="2211896"/>
                  <a:pt x="598302" y="2211896"/>
                </a:cubicBezTo>
                <a:lnTo>
                  <a:pt x="594770" y="2205754"/>
                </a:lnTo>
                <a:cubicBezTo>
                  <a:pt x="594668" y="2205549"/>
                  <a:pt x="594770" y="2205089"/>
                  <a:pt x="594770" y="2205089"/>
                </a:cubicBezTo>
                <a:lnTo>
                  <a:pt x="598302" y="2198947"/>
                </a:lnTo>
                <a:cubicBezTo>
                  <a:pt x="598455" y="2198743"/>
                  <a:pt x="598916" y="2198589"/>
                  <a:pt x="598916" y="2198589"/>
                </a:cubicBezTo>
                <a:lnTo>
                  <a:pt x="605979" y="2198589"/>
                </a:lnTo>
                <a:cubicBezTo>
                  <a:pt x="606235" y="2198589"/>
                  <a:pt x="606593" y="2198947"/>
                  <a:pt x="606593" y="2198947"/>
                </a:cubicBezTo>
                <a:lnTo>
                  <a:pt x="610125" y="2205089"/>
                </a:lnTo>
                <a:cubicBezTo>
                  <a:pt x="610227" y="2205293"/>
                  <a:pt x="610125" y="2205754"/>
                  <a:pt x="610125" y="2205754"/>
                </a:cubicBezTo>
                <a:lnTo>
                  <a:pt x="606593" y="2211896"/>
                </a:lnTo>
                <a:cubicBezTo>
                  <a:pt x="606440" y="2212100"/>
                  <a:pt x="605979" y="2212254"/>
                  <a:pt x="605979" y="2212254"/>
                </a:cubicBezTo>
                <a:close/>
                <a:moveTo>
                  <a:pt x="804204" y="2212254"/>
                </a:moveTo>
                <a:lnTo>
                  <a:pt x="797140" y="2212254"/>
                </a:lnTo>
                <a:cubicBezTo>
                  <a:pt x="796886" y="2212254"/>
                  <a:pt x="796526" y="2211896"/>
                  <a:pt x="796526" y="2211896"/>
                </a:cubicBezTo>
                <a:lnTo>
                  <a:pt x="792995" y="2205754"/>
                </a:lnTo>
                <a:cubicBezTo>
                  <a:pt x="792893" y="2205549"/>
                  <a:pt x="792995" y="2205089"/>
                  <a:pt x="792995" y="2205089"/>
                </a:cubicBezTo>
                <a:lnTo>
                  <a:pt x="796526" y="2198947"/>
                </a:lnTo>
                <a:cubicBezTo>
                  <a:pt x="796680" y="2198743"/>
                  <a:pt x="797140" y="2198589"/>
                  <a:pt x="797140" y="2198589"/>
                </a:cubicBezTo>
                <a:lnTo>
                  <a:pt x="804204" y="2198589"/>
                </a:lnTo>
                <a:cubicBezTo>
                  <a:pt x="804460" y="2198589"/>
                  <a:pt x="804818" y="2198947"/>
                  <a:pt x="804818" y="2198947"/>
                </a:cubicBezTo>
                <a:lnTo>
                  <a:pt x="808350" y="2205089"/>
                </a:lnTo>
                <a:cubicBezTo>
                  <a:pt x="808452" y="2205293"/>
                  <a:pt x="808350" y="2205754"/>
                  <a:pt x="808350" y="2205754"/>
                </a:cubicBezTo>
                <a:lnTo>
                  <a:pt x="804818" y="2211896"/>
                </a:lnTo>
                <a:cubicBezTo>
                  <a:pt x="804665" y="2212100"/>
                  <a:pt x="804204" y="2212254"/>
                  <a:pt x="804204" y="2212254"/>
                </a:cubicBezTo>
                <a:close/>
                <a:moveTo>
                  <a:pt x="1002428" y="2212254"/>
                </a:moveTo>
                <a:lnTo>
                  <a:pt x="995366" y="2212254"/>
                </a:lnTo>
                <a:cubicBezTo>
                  <a:pt x="995110" y="2212254"/>
                  <a:pt x="994752" y="2211896"/>
                  <a:pt x="994752" y="2211896"/>
                </a:cubicBezTo>
                <a:lnTo>
                  <a:pt x="991220" y="2205754"/>
                </a:lnTo>
                <a:cubicBezTo>
                  <a:pt x="991117" y="2205549"/>
                  <a:pt x="991220" y="2205089"/>
                  <a:pt x="991220" y="2205089"/>
                </a:cubicBezTo>
                <a:lnTo>
                  <a:pt x="994752" y="2198947"/>
                </a:lnTo>
                <a:cubicBezTo>
                  <a:pt x="994905" y="2198743"/>
                  <a:pt x="995366" y="2198589"/>
                  <a:pt x="995366" y="2198589"/>
                </a:cubicBezTo>
                <a:lnTo>
                  <a:pt x="1002428" y="2198589"/>
                </a:lnTo>
                <a:cubicBezTo>
                  <a:pt x="1002685" y="2198589"/>
                  <a:pt x="1003042" y="2198947"/>
                  <a:pt x="1003042" y="2198947"/>
                </a:cubicBezTo>
                <a:lnTo>
                  <a:pt x="1006574" y="2205089"/>
                </a:lnTo>
                <a:cubicBezTo>
                  <a:pt x="1006677" y="2205293"/>
                  <a:pt x="1006574" y="2205754"/>
                  <a:pt x="1006574" y="2205754"/>
                </a:cubicBezTo>
                <a:lnTo>
                  <a:pt x="1003042" y="2211896"/>
                </a:lnTo>
                <a:cubicBezTo>
                  <a:pt x="1002889" y="2212100"/>
                  <a:pt x="1002428" y="2212254"/>
                  <a:pt x="1002428" y="2212254"/>
                </a:cubicBezTo>
                <a:close/>
                <a:moveTo>
                  <a:pt x="1200704" y="2212254"/>
                </a:moveTo>
                <a:lnTo>
                  <a:pt x="1193642" y="2212254"/>
                </a:lnTo>
                <a:cubicBezTo>
                  <a:pt x="1193386" y="2212254"/>
                  <a:pt x="1193028" y="2211896"/>
                  <a:pt x="1193028" y="2211896"/>
                </a:cubicBezTo>
                <a:lnTo>
                  <a:pt x="1189495" y="2205754"/>
                </a:lnTo>
                <a:cubicBezTo>
                  <a:pt x="1189393" y="2205549"/>
                  <a:pt x="1189495" y="2205089"/>
                  <a:pt x="1189495" y="2205089"/>
                </a:cubicBezTo>
                <a:lnTo>
                  <a:pt x="1193028" y="2198947"/>
                </a:lnTo>
                <a:cubicBezTo>
                  <a:pt x="1193180" y="2198743"/>
                  <a:pt x="1193642" y="2198589"/>
                  <a:pt x="1193642" y="2198589"/>
                </a:cubicBezTo>
                <a:lnTo>
                  <a:pt x="1200704" y="2198589"/>
                </a:lnTo>
                <a:cubicBezTo>
                  <a:pt x="1200960" y="2198589"/>
                  <a:pt x="1201318" y="2198947"/>
                  <a:pt x="1201318" y="2198947"/>
                </a:cubicBezTo>
                <a:lnTo>
                  <a:pt x="1204850" y="2205089"/>
                </a:lnTo>
                <a:cubicBezTo>
                  <a:pt x="1204952" y="2205293"/>
                  <a:pt x="1204850" y="2205754"/>
                  <a:pt x="1204850" y="2205754"/>
                </a:cubicBezTo>
                <a:lnTo>
                  <a:pt x="1201318" y="2211896"/>
                </a:lnTo>
                <a:cubicBezTo>
                  <a:pt x="1201165" y="2212100"/>
                  <a:pt x="1200704" y="2212254"/>
                  <a:pt x="1200704" y="2212254"/>
                </a:cubicBezTo>
                <a:close/>
                <a:moveTo>
                  <a:pt x="1398928" y="2212254"/>
                </a:moveTo>
                <a:lnTo>
                  <a:pt x="1391866" y="2212254"/>
                </a:lnTo>
                <a:cubicBezTo>
                  <a:pt x="1391610" y="2212254"/>
                  <a:pt x="1391252" y="2211896"/>
                  <a:pt x="1391252" y="2211896"/>
                </a:cubicBezTo>
                <a:lnTo>
                  <a:pt x="1387720" y="2205754"/>
                </a:lnTo>
                <a:cubicBezTo>
                  <a:pt x="1387617" y="2205549"/>
                  <a:pt x="1387720" y="2205089"/>
                  <a:pt x="1387720" y="2205089"/>
                </a:cubicBezTo>
                <a:lnTo>
                  <a:pt x="1391252" y="2198947"/>
                </a:lnTo>
                <a:cubicBezTo>
                  <a:pt x="1391406" y="2198743"/>
                  <a:pt x="1391866" y="2198589"/>
                  <a:pt x="1391866" y="2198589"/>
                </a:cubicBezTo>
                <a:lnTo>
                  <a:pt x="1398928" y="2198589"/>
                </a:lnTo>
                <a:cubicBezTo>
                  <a:pt x="1399185" y="2198589"/>
                  <a:pt x="1399544" y="2198947"/>
                  <a:pt x="1399544" y="2198947"/>
                </a:cubicBezTo>
                <a:lnTo>
                  <a:pt x="1403074" y="2205089"/>
                </a:lnTo>
                <a:cubicBezTo>
                  <a:pt x="1403177" y="2205293"/>
                  <a:pt x="1403074" y="2205754"/>
                  <a:pt x="1403074" y="2205754"/>
                </a:cubicBezTo>
                <a:lnTo>
                  <a:pt x="1399544" y="2211896"/>
                </a:lnTo>
                <a:cubicBezTo>
                  <a:pt x="1399389" y="2212100"/>
                  <a:pt x="1398928" y="2212254"/>
                  <a:pt x="1398928" y="2212254"/>
                </a:cubicBezTo>
                <a:close/>
                <a:moveTo>
                  <a:pt x="1597154" y="2212254"/>
                </a:moveTo>
                <a:lnTo>
                  <a:pt x="1590090" y="2212254"/>
                </a:lnTo>
                <a:cubicBezTo>
                  <a:pt x="1589834" y="2212254"/>
                  <a:pt x="1589476" y="2211896"/>
                  <a:pt x="1589476" y="2211896"/>
                </a:cubicBezTo>
                <a:lnTo>
                  <a:pt x="1585944" y="2205754"/>
                </a:lnTo>
                <a:cubicBezTo>
                  <a:pt x="1585842" y="2205549"/>
                  <a:pt x="1585944" y="2205089"/>
                  <a:pt x="1585944" y="2205089"/>
                </a:cubicBezTo>
                <a:lnTo>
                  <a:pt x="1589476" y="2198947"/>
                </a:lnTo>
                <a:cubicBezTo>
                  <a:pt x="1589630" y="2198743"/>
                  <a:pt x="1590090" y="2198589"/>
                  <a:pt x="1590090" y="2198589"/>
                </a:cubicBezTo>
                <a:lnTo>
                  <a:pt x="1597154" y="2198589"/>
                </a:lnTo>
                <a:cubicBezTo>
                  <a:pt x="1597409" y="2198589"/>
                  <a:pt x="1597768" y="2198947"/>
                  <a:pt x="1597768" y="2198947"/>
                </a:cubicBezTo>
                <a:lnTo>
                  <a:pt x="1601298" y="2205089"/>
                </a:lnTo>
                <a:cubicBezTo>
                  <a:pt x="1601401" y="2205293"/>
                  <a:pt x="1601298" y="2205754"/>
                  <a:pt x="1601298" y="2205754"/>
                </a:cubicBezTo>
                <a:lnTo>
                  <a:pt x="1597768" y="2211896"/>
                </a:lnTo>
                <a:cubicBezTo>
                  <a:pt x="1597614" y="2212100"/>
                  <a:pt x="1597154" y="2212254"/>
                  <a:pt x="1597154" y="2212254"/>
                </a:cubicBezTo>
                <a:close/>
                <a:moveTo>
                  <a:pt x="1795378" y="2212254"/>
                </a:moveTo>
                <a:lnTo>
                  <a:pt x="1788315" y="2212254"/>
                </a:lnTo>
                <a:cubicBezTo>
                  <a:pt x="1788060" y="2212254"/>
                  <a:pt x="1787701" y="2211896"/>
                  <a:pt x="1787701" y="2211896"/>
                </a:cubicBezTo>
                <a:lnTo>
                  <a:pt x="1784170" y="2205754"/>
                </a:lnTo>
                <a:cubicBezTo>
                  <a:pt x="1784067" y="2205549"/>
                  <a:pt x="1784170" y="2205089"/>
                  <a:pt x="1784170" y="2205089"/>
                </a:cubicBezTo>
                <a:lnTo>
                  <a:pt x="1787701" y="2198947"/>
                </a:lnTo>
                <a:cubicBezTo>
                  <a:pt x="1787854" y="2198743"/>
                  <a:pt x="1788315" y="2198589"/>
                  <a:pt x="1788315" y="2198589"/>
                </a:cubicBezTo>
                <a:lnTo>
                  <a:pt x="1795378" y="2198589"/>
                </a:lnTo>
                <a:cubicBezTo>
                  <a:pt x="1795634" y="2198589"/>
                  <a:pt x="1795992" y="2198947"/>
                  <a:pt x="1795992" y="2198947"/>
                </a:cubicBezTo>
                <a:lnTo>
                  <a:pt x="1799524" y="2205089"/>
                </a:lnTo>
                <a:cubicBezTo>
                  <a:pt x="1799626" y="2205293"/>
                  <a:pt x="1799524" y="2205754"/>
                  <a:pt x="1799524" y="2205754"/>
                </a:cubicBezTo>
                <a:lnTo>
                  <a:pt x="1795992" y="2211896"/>
                </a:lnTo>
                <a:cubicBezTo>
                  <a:pt x="1795838" y="2212100"/>
                  <a:pt x="1795378" y="2212254"/>
                  <a:pt x="1795378" y="2212254"/>
                </a:cubicBezTo>
                <a:close/>
                <a:moveTo>
                  <a:pt x="1993654" y="2212254"/>
                </a:moveTo>
                <a:lnTo>
                  <a:pt x="1986590" y="2212254"/>
                </a:lnTo>
                <a:cubicBezTo>
                  <a:pt x="1986336" y="2212254"/>
                  <a:pt x="1985976" y="2211896"/>
                  <a:pt x="1985976" y="2211896"/>
                </a:cubicBezTo>
                <a:lnTo>
                  <a:pt x="1982445" y="2205754"/>
                </a:lnTo>
                <a:cubicBezTo>
                  <a:pt x="1982343" y="2205549"/>
                  <a:pt x="1982445" y="2205089"/>
                  <a:pt x="1982445" y="2205089"/>
                </a:cubicBezTo>
                <a:lnTo>
                  <a:pt x="1985976" y="2198947"/>
                </a:lnTo>
                <a:cubicBezTo>
                  <a:pt x="1986130" y="2198743"/>
                  <a:pt x="1986590" y="2198589"/>
                  <a:pt x="1986590" y="2198589"/>
                </a:cubicBezTo>
                <a:lnTo>
                  <a:pt x="1993654" y="2198589"/>
                </a:lnTo>
                <a:cubicBezTo>
                  <a:pt x="1993910" y="2198589"/>
                  <a:pt x="1994268" y="2198947"/>
                  <a:pt x="1994268" y="2198947"/>
                </a:cubicBezTo>
                <a:lnTo>
                  <a:pt x="1997800" y="2205089"/>
                </a:lnTo>
                <a:cubicBezTo>
                  <a:pt x="1997902" y="2205293"/>
                  <a:pt x="1997800" y="2205754"/>
                  <a:pt x="1997800" y="2205754"/>
                </a:cubicBezTo>
                <a:lnTo>
                  <a:pt x="1994268" y="2211896"/>
                </a:lnTo>
                <a:cubicBezTo>
                  <a:pt x="1994114" y="2212100"/>
                  <a:pt x="1993654" y="2212254"/>
                  <a:pt x="1993654" y="2212254"/>
                </a:cubicBezTo>
                <a:close/>
                <a:moveTo>
                  <a:pt x="2189611" y="2218043"/>
                </a:moveTo>
                <a:lnTo>
                  <a:pt x="2182548" y="2218043"/>
                </a:lnTo>
                <a:cubicBezTo>
                  <a:pt x="2182291" y="2218043"/>
                  <a:pt x="2181933" y="2217685"/>
                  <a:pt x="2181933" y="2217685"/>
                </a:cubicBezTo>
                <a:lnTo>
                  <a:pt x="2178401" y="2211544"/>
                </a:lnTo>
                <a:cubicBezTo>
                  <a:pt x="2178299" y="2211339"/>
                  <a:pt x="2178401" y="2210878"/>
                  <a:pt x="2178401" y="2210878"/>
                </a:cubicBezTo>
                <a:lnTo>
                  <a:pt x="2181933" y="2204736"/>
                </a:lnTo>
                <a:cubicBezTo>
                  <a:pt x="2182087" y="2204531"/>
                  <a:pt x="2182548" y="2204378"/>
                  <a:pt x="2182548" y="2204378"/>
                </a:cubicBezTo>
                <a:lnTo>
                  <a:pt x="2189611" y="2204378"/>
                </a:lnTo>
                <a:cubicBezTo>
                  <a:pt x="2189865" y="2204378"/>
                  <a:pt x="2190225" y="2204736"/>
                  <a:pt x="2190225" y="2204736"/>
                </a:cubicBezTo>
                <a:lnTo>
                  <a:pt x="2193757" y="2210878"/>
                </a:lnTo>
                <a:cubicBezTo>
                  <a:pt x="2193859" y="2211083"/>
                  <a:pt x="2193757" y="2211544"/>
                  <a:pt x="2193757" y="2211544"/>
                </a:cubicBezTo>
                <a:lnTo>
                  <a:pt x="2190225" y="2217685"/>
                </a:lnTo>
                <a:cubicBezTo>
                  <a:pt x="2190071" y="2217890"/>
                  <a:pt x="2189611" y="2218043"/>
                  <a:pt x="2189611" y="2218043"/>
                </a:cubicBezTo>
                <a:close/>
                <a:moveTo>
                  <a:pt x="2387835" y="2218043"/>
                </a:moveTo>
                <a:lnTo>
                  <a:pt x="2380773" y="2218043"/>
                </a:lnTo>
                <a:cubicBezTo>
                  <a:pt x="2380515" y="2218043"/>
                  <a:pt x="2380159" y="2217685"/>
                  <a:pt x="2380159" y="2217685"/>
                </a:cubicBezTo>
                <a:lnTo>
                  <a:pt x="2376626" y="2211544"/>
                </a:lnTo>
                <a:cubicBezTo>
                  <a:pt x="2376523" y="2211339"/>
                  <a:pt x="2376626" y="2210878"/>
                  <a:pt x="2376626" y="2210878"/>
                </a:cubicBezTo>
                <a:lnTo>
                  <a:pt x="2380159" y="2204736"/>
                </a:lnTo>
                <a:cubicBezTo>
                  <a:pt x="2380312" y="2204531"/>
                  <a:pt x="2380773" y="2204378"/>
                  <a:pt x="2380773" y="2204378"/>
                </a:cubicBezTo>
                <a:lnTo>
                  <a:pt x="2387835" y="2204378"/>
                </a:lnTo>
                <a:cubicBezTo>
                  <a:pt x="2388091" y="2204378"/>
                  <a:pt x="2388449" y="2204736"/>
                  <a:pt x="2388449" y="2204736"/>
                </a:cubicBezTo>
                <a:lnTo>
                  <a:pt x="2391981" y="2210878"/>
                </a:lnTo>
                <a:cubicBezTo>
                  <a:pt x="2392083" y="2211083"/>
                  <a:pt x="2391981" y="2211544"/>
                  <a:pt x="2391981" y="2211544"/>
                </a:cubicBezTo>
                <a:lnTo>
                  <a:pt x="2388449" y="2217685"/>
                </a:lnTo>
                <a:cubicBezTo>
                  <a:pt x="2388296" y="2217890"/>
                  <a:pt x="2387835" y="2218043"/>
                  <a:pt x="2387835" y="2218043"/>
                </a:cubicBezTo>
                <a:close/>
                <a:moveTo>
                  <a:pt x="2586060" y="2218043"/>
                </a:moveTo>
                <a:lnTo>
                  <a:pt x="2578998" y="2218043"/>
                </a:lnTo>
                <a:cubicBezTo>
                  <a:pt x="2578740" y="2218043"/>
                  <a:pt x="2578383" y="2217685"/>
                  <a:pt x="2578383" y="2217685"/>
                </a:cubicBezTo>
                <a:lnTo>
                  <a:pt x="2574850" y="2211544"/>
                </a:lnTo>
                <a:cubicBezTo>
                  <a:pt x="2574749" y="2211339"/>
                  <a:pt x="2574850" y="2210878"/>
                  <a:pt x="2574850" y="2210878"/>
                </a:cubicBezTo>
                <a:lnTo>
                  <a:pt x="2578383" y="2204736"/>
                </a:lnTo>
                <a:cubicBezTo>
                  <a:pt x="2578536" y="2204531"/>
                  <a:pt x="2578998" y="2204378"/>
                  <a:pt x="2578998" y="2204378"/>
                </a:cubicBezTo>
                <a:lnTo>
                  <a:pt x="2586060" y="2204378"/>
                </a:lnTo>
                <a:cubicBezTo>
                  <a:pt x="2586316" y="2204378"/>
                  <a:pt x="2586674" y="2204736"/>
                  <a:pt x="2586674" y="2204736"/>
                </a:cubicBezTo>
                <a:lnTo>
                  <a:pt x="2590205" y="2210878"/>
                </a:lnTo>
                <a:cubicBezTo>
                  <a:pt x="2590308" y="2211083"/>
                  <a:pt x="2590205" y="2211544"/>
                  <a:pt x="2590205" y="2211544"/>
                </a:cubicBezTo>
                <a:lnTo>
                  <a:pt x="2586674" y="2217685"/>
                </a:lnTo>
                <a:cubicBezTo>
                  <a:pt x="2586520" y="2217890"/>
                  <a:pt x="2586060" y="2218043"/>
                  <a:pt x="2586060" y="2218043"/>
                </a:cubicBezTo>
                <a:close/>
                <a:moveTo>
                  <a:pt x="2784284" y="2218043"/>
                </a:moveTo>
                <a:lnTo>
                  <a:pt x="2777221" y="2218043"/>
                </a:lnTo>
                <a:cubicBezTo>
                  <a:pt x="2776966" y="2218043"/>
                  <a:pt x="2776607" y="2217685"/>
                  <a:pt x="2776607" y="2217685"/>
                </a:cubicBezTo>
                <a:lnTo>
                  <a:pt x="2773075" y="2211544"/>
                </a:lnTo>
                <a:cubicBezTo>
                  <a:pt x="2772973" y="2211339"/>
                  <a:pt x="2773075" y="2210878"/>
                  <a:pt x="2773075" y="2210878"/>
                </a:cubicBezTo>
                <a:lnTo>
                  <a:pt x="2776607" y="2204736"/>
                </a:lnTo>
                <a:cubicBezTo>
                  <a:pt x="2776760" y="2204531"/>
                  <a:pt x="2777221" y="2204378"/>
                  <a:pt x="2777221" y="2204378"/>
                </a:cubicBezTo>
                <a:lnTo>
                  <a:pt x="2784284" y="2204378"/>
                </a:lnTo>
                <a:cubicBezTo>
                  <a:pt x="2784540" y="2204378"/>
                  <a:pt x="2784898" y="2204736"/>
                  <a:pt x="2784898" y="2204736"/>
                </a:cubicBezTo>
                <a:lnTo>
                  <a:pt x="2788430" y="2210878"/>
                </a:lnTo>
                <a:cubicBezTo>
                  <a:pt x="2788532" y="2211083"/>
                  <a:pt x="2788430" y="2211544"/>
                  <a:pt x="2788430" y="2211544"/>
                </a:cubicBezTo>
                <a:lnTo>
                  <a:pt x="2784898" y="2217685"/>
                </a:lnTo>
                <a:cubicBezTo>
                  <a:pt x="2784744" y="2217890"/>
                  <a:pt x="2784284" y="2218043"/>
                  <a:pt x="2784284" y="2218043"/>
                </a:cubicBezTo>
                <a:close/>
                <a:moveTo>
                  <a:pt x="2982559" y="2218043"/>
                </a:moveTo>
                <a:lnTo>
                  <a:pt x="2975496" y="2218043"/>
                </a:lnTo>
                <a:cubicBezTo>
                  <a:pt x="2975241" y="2218043"/>
                  <a:pt x="2974882" y="2217685"/>
                  <a:pt x="2974882" y="2217685"/>
                </a:cubicBezTo>
                <a:lnTo>
                  <a:pt x="2971351" y="2211544"/>
                </a:lnTo>
                <a:cubicBezTo>
                  <a:pt x="2971249" y="2211339"/>
                  <a:pt x="2971351" y="2210878"/>
                  <a:pt x="2971351" y="2210878"/>
                </a:cubicBezTo>
                <a:lnTo>
                  <a:pt x="2974882" y="2204736"/>
                </a:lnTo>
                <a:cubicBezTo>
                  <a:pt x="2975036" y="2204531"/>
                  <a:pt x="2975496" y="2204378"/>
                  <a:pt x="2975496" y="2204378"/>
                </a:cubicBezTo>
                <a:lnTo>
                  <a:pt x="2982559" y="2204378"/>
                </a:lnTo>
                <a:cubicBezTo>
                  <a:pt x="2982815" y="2204378"/>
                  <a:pt x="2983173" y="2204736"/>
                  <a:pt x="2983173" y="2204736"/>
                </a:cubicBezTo>
                <a:lnTo>
                  <a:pt x="2986706" y="2210878"/>
                </a:lnTo>
                <a:cubicBezTo>
                  <a:pt x="2986808" y="2211083"/>
                  <a:pt x="2986706" y="2211544"/>
                  <a:pt x="2986706" y="2211544"/>
                </a:cubicBezTo>
                <a:lnTo>
                  <a:pt x="2983173" y="2217685"/>
                </a:lnTo>
                <a:cubicBezTo>
                  <a:pt x="2983020" y="2217890"/>
                  <a:pt x="2982559" y="2218043"/>
                  <a:pt x="2982559" y="2218043"/>
                </a:cubicBezTo>
                <a:close/>
                <a:moveTo>
                  <a:pt x="3180784" y="2218043"/>
                </a:moveTo>
                <a:lnTo>
                  <a:pt x="3173721" y="2218043"/>
                </a:lnTo>
                <a:cubicBezTo>
                  <a:pt x="3173466" y="2218043"/>
                  <a:pt x="3173107" y="2217685"/>
                  <a:pt x="3173107" y="2217685"/>
                </a:cubicBezTo>
                <a:lnTo>
                  <a:pt x="3169576" y="2211544"/>
                </a:lnTo>
                <a:cubicBezTo>
                  <a:pt x="3169473" y="2211339"/>
                  <a:pt x="3169576" y="2210878"/>
                  <a:pt x="3169576" y="2210878"/>
                </a:cubicBezTo>
                <a:lnTo>
                  <a:pt x="3173107" y="2204736"/>
                </a:lnTo>
                <a:cubicBezTo>
                  <a:pt x="3173261" y="2204531"/>
                  <a:pt x="3173721" y="2204378"/>
                  <a:pt x="3173721" y="2204378"/>
                </a:cubicBezTo>
                <a:lnTo>
                  <a:pt x="3180784" y="2204378"/>
                </a:lnTo>
                <a:cubicBezTo>
                  <a:pt x="3181040" y="2204378"/>
                  <a:pt x="3181398" y="2204736"/>
                  <a:pt x="3181398" y="2204736"/>
                </a:cubicBezTo>
                <a:lnTo>
                  <a:pt x="3184931" y="2210878"/>
                </a:lnTo>
                <a:cubicBezTo>
                  <a:pt x="3185033" y="2211083"/>
                  <a:pt x="3184931" y="2211544"/>
                  <a:pt x="3184931" y="2211544"/>
                </a:cubicBezTo>
                <a:lnTo>
                  <a:pt x="3181398" y="2217685"/>
                </a:lnTo>
                <a:cubicBezTo>
                  <a:pt x="3181245" y="2217890"/>
                  <a:pt x="3180784" y="2218043"/>
                  <a:pt x="3180784" y="2218043"/>
                </a:cubicBezTo>
                <a:close/>
                <a:moveTo>
                  <a:pt x="3379008" y="2218043"/>
                </a:moveTo>
                <a:lnTo>
                  <a:pt x="3371947" y="2218043"/>
                </a:lnTo>
                <a:cubicBezTo>
                  <a:pt x="3371690" y="2218043"/>
                  <a:pt x="3371332" y="2217685"/>
                  <a:pt x="3371332" y="2217685"/>
                </a:cubicBezTo>
                <a:lnTo>
                  <a:pt x="3367800" y="2211544"/>
                </a:lnTo>
                <a:cubicBezTo>
                  <a:pt x="3367697" y="2211339"/>
                  <a:pt x="3367800" y="2210878"/>
                  <a:pt x="3367800" y="2210878"/>
                </a:cubicBezTo>
                <a:lnTo>
                  <a:pt x="3371332" y="2204736"/>
                </a:lnTo>
                <a:cubicBezTo>
                  <a:pt x="3371485" y="2204531"/>
                  <a:pt x="3371947" y="2204378"/>
                  <a:pt x="3371947" y="2204378"/>
                </a:cubicBezTo>
                <a:lnTo>
                  <a:pt x="3379008" y="2204378"/>
                </a:lnTo>
                <a:cubicBezTo>
                  <a:pt x="3379265" y="2204378"/>
                  <a:pt x="3379624" y="2204736"/>
                  <a:pt x="3379624" y="2204736"/>
                </a:cubicBezTo>
                <a:lnTo>
                  <a:pt x="3383155" y="2210878"/>
                </a:lnTo>
                <a:cubicBezTo>
                  <a:pt x="3383257" y="2211083"/>
                  <a:pt x="3383155" y="2211544"/>
                  <a:pt x="3383155" y="2211544"/>
                </a:cubicBezTo>
                <a:lnTo>
                  <a:pt x="3379624" y="2217685"/>
                </a:lnTo>
                <a:cubicBezTo>
                  <a:pt x="3379470" y="2217890"/>
                  <a:pt x="3379008" y="2218043"/>
                  <a:pt x="3379008" y="2218043"/>
                </a:cubicBezTo>
                <a:close/>
                <a:moveTo>
                  <a:pt x="3577234" y="2218043"/>
                </a:moveTo>
                <a:lnTo>
                  <a:pt x="3570172" y="2218043"/>
                </a:lnTo>
                <a:cubicBezTo>
                  <a:pt x="3569914" y="2218043"/>
                  <a:pt x="3569557" y="2217685"/>
                  <a:pt x="3569557" y="2217685"/>
                </a:cubicBezTo>
                <a:lnTo>
                  <a:pt x="3566024" y="2211544"/>
                </a:lnTo>
                <a:cubicBezTo>
                  <a:pt x="3565922" y="2211339"/>
                  <a:pt x="3566024" y="2210878"/>
                  <a:pt x="3566024" y="2210878"/>
                </a:cubicBezTo>
                <a:lnTo>
                  <a:pt x="3569557" y="2204736"/>
                </a:lnTo>
                <a:cubicBezTo>
                  <a:pt x="3569709" y="2204531"/>
                  <a:pt x="3570172" y="2204378"/>
                  <a:pt x="3570172" y="2204378"/>
                </a:cubicBezTo>
                <a:lnTo>
                  <a:pt x="3577234" y="2204378"/>
                </a:lnTo>
                <a:cubicBezTo>
                  <a:pt x="3577489" y="2204378"/>
                  <a:pt x="3577848" y="2204736"/>
                  <a:pt x="3577848" y="2204736"/>
                </a:cubicBezTo>
                <a:lnTo>
                  <a:pt x="3581379" y="2210878"/>
                </a:lnTo>
                <a:cubicBezTo>
                  <a:pt x="3581481" y="2211083"/>
                  <a:pt x="3581379" y="2211544"/>
                  <a:pt x="3581379" y="2211544"/>
                </a:cubicBezTo>
                <a:lnTo>
                  <a:pt x="3577848" y="2217685"/>
                </a:lnTo>
                <a:cubicBezTo>
                  <a:pt x="3577694" y="2217890"/>
                  <a:pt x="3577234" y="2218043"/>
                  <a:pt x="3577234" y="2218043"/>
                </a:cubicBezTo>
                <a:close/>
                <a:moveTo>
                  <a:pt x="3775459" y="2218043"/>
                </a:moveTo>
                <a:lnTo>
                  <a:pt x="3768396" y="2218043"/>
                </a:lnTo>
                <a:cubicBezTo>
                  <a:pt x="3768139" y="2218043"/>
                  <a:pt x="3767781" y="2217685"/>
                  <a:pt x="3767781" y="2217685"/>
                </a:cubicBezTo>
                <a:lnTo>
                  <a:pt x="3764249" y="2211544"/>
                </a:lnTo>
                <a:cubicBezTo>
                  <a:pt x="3764147" y="2211339"/>
                  <a:pt x="3764249" y="2210878"/>
                  <a:pt x="3764249" y="2210878"/>
                </a:cubicBezTo>
                <a:lnTo>
                  <a:pt x="3767781" y="2204736"/>
                </a:lnTo>
                <a:cubicBezTo>
                  <a:pt x="3767935" y="2204531"/>
                  <a:pt x="3768396" y="2204378"/>
                  <a:pt x="3768396" y="2204378"/>
                </a:cubicBezTo>
                <a:lnTo>
                  <a:pt x="3775459" y="2204378"/>
                </a:lnTo>
                <a:cubicBezTo>
                  <a:pt x="3775713" y="2204378"/>
                  <a:pt x="3776073" y="2204736"/>
                  <a:pt x="3776073" y="2204736"/>
                </a:cubicBezTo>
                <a:lnTo>
                  <a:pt x="3779604" y="2210878"/>
                </a:lnTo>
                <a:cubicBezTo>
                  <a:pt x="3779706" y="2211083"/>
                  <a:pt x="3779604" y="2211544"/>
                  <a:pt x="3779604" y="2211544"/>
                </a:cubicBezTo>
                <a:lnTo>
                  <a:pt x="3776073" y="2217685"/>
                </a:lnTo>
                <a:cubicBezTo>
                  <a:pt x="3775919" y="2217890"/>
                  <a:pt x="3775459" y="2218043"/>
                  <a:pt x="3775459" y="2218043"/>
                </a:cubicBezTo>
                <a:close/>
                <a:moveTo>
                  <a:pt x="3973734" y="2218043"/>
                </a:moveTo>
                <a:lnTo>
                  <a:pt x="3966671" y="2218043"/>
                </a:lnTo>
                <a:cubicBezTo>
                  <a:pt x="3966415" y="2218043"/>
                  <a:pt x="3966057" y="2217685"/>
                  <a:pt x="3966057" y="2217685"/>
                </a:cubicBezTo>
                <a:lnTo>
                  <a:pt x="3962525" y="2211544"/>
                </a:lnTo>
                <a:cubicBezTo>
                  <a:pt x="3962423" y="2211339"/>
                  <a:pt x="3962525" y="2210878"/>
                  <a:pt x="3962525" y="2210878"/>
                </a:cubicBezTo>
                <a:lnTo>
                  <a:pt x="3966057" y="2204736"/>
                </a:lnTo>
                <a:cubicBezTo>
                  <a:pt x="3966211" y="2204531"/>
                  <a:pt x="3966671" y="2204378"/>
                  <a:pt x="3966671" y="2204378"/>
                </a:cubicBezTo>
                <a:lnTo>
                  <a:pt x="3973734" y="2204378"/>
                </a:lnTo>
                <a:cubicBezTo>
                  <a:pt x="3973990" y="2204378"/>
                  <a:pt x="3974348" y="2204736"/>
                  <a:pt x="3974348" y="2204736"/>
                </a:cubicBezTo>
                <a:lnTo>
                  <a:pt x="3977880" y="2210878"/>
                </a:lnTo>
                <a:cubicBezTo>
                  <a:pt x="3977982" y="2211083"/>
                  <a:pt x="3977880" y="2211544"/>
                  <a:pt x="3977880" y="2211544"/>
                </a:cubicBezTo>
                <a:lnTo>
                  <a:pt x="3974348" y="2217685"/>
                </a:lnTo>
                <a:cubicBezTo>
                  <a:pt x="3974195" y="2217890"/>
                  <a:pt x="3973734" y="2218043"/>
                  <a:pt x="3973734" y="2218043"/>
                </a:cubicBezTo>
                <a:close/>
                <a:moveTo>
                  <a:pt x="4171959" y="2218043"/>
                </a:moveTo>
                <a:lnTo>
                  <a:pt x="4164896" y="2218043"/>
                </a:lnTo>
                <a:cubicBezTo>
                  <a:pt x="4164640" y="2218043"/>
                  <a:pt x="4164282" y="2217685"/>
                  <a:pt x="4164282" y="2217685"/>
                </a:cubicBezTo>
                <a:lnTo>
                  <a:pt x="4160751" y="2211544"/>
                </a:lnTo>
                <a:cubicBezTo>
                  <a:pt x="4160648" y="2211339"/>
                  <a:pt x="4160751" y="2210878"/>
                  <a:pt x="4160751" y="2210878"/>
                </a:cubicBezTo>
                <a:lnTo>
                  <a:pt x="4164282" y="2204736"/>
                </a:lnTo>
                <a:cubicBezTo>
                  <a:pt x="4164435" y="2204531"/>
                  <a:pt x="4164896" y="2204378"/>
                  <a:pt x="4164896" y="2204378"/>
                </a:cubicBezTo>
                <a:lnTo>
                  <a:pt x="4171959" y="2204378"/>
                </a:lnTo>
                <a:cubicBezTo>
                  <a:pt x="4172215" y="2204378"/>
                  <a:pt x="4172573" y="2204736"/>
                  <a:pt x="4172573" y="2204736"/>
                </a:cubicBezTo>
                <a:lnTo>
                  <a:pt x="4176105" y="2210878"/>
                </a:lnTo>
                <a:cubicBezTo>
                  <a:pt x="4176207" y="2211083"/>
                  <a:pt x="4176105" y="2211544"/>
                  <a:pt x="4176105" y="2211544"/>
                </a:cubicBezTo>
                <a:lnTo>
                  <a:pt x="4172573" y="2217685"/>
                </a:lnTo>
                <a:cubicBezTo>
                  <a:pt x="4172419" y="2217890"/>
                  <a:pt x="4171959" y="2218043"/>
                  <a:pt x="4171959" y="2218043"/>
                </a:cubicBezTo>
                <a:close/>
                <a:moveTo>
                  <a:pt x="4370183" y="2218043"/>
                </a:moveTo>
                <a:lnTo>
                  <a:pt x="4363121" y="2218043"/>
                </a:lnTo>
                <a:cubicBezTo>
                  <a:pt x="4362864" y="2218043"/>
                  <a:pt x="4362506" y="2217685"/>
                  <a:pt x="4362506" y="2217685"/>
                </a:cubicBezTo>
                <a:lnTo>
                  <a:pt x="4358975" y="2211544"/>
                </a:lnTo>
                <a:cubicBezTo>
                  <a:pt x="4358872" y="2211339"/>
                  <a:pt x="4358975" y="2210878"/>
                  <a:pt x="4358975" y="2210878"/>
                </a:cubicBezTo>
                <a:lnTo>
                  <a:pt x="4362506" y="2204736"/>
                </a:lnTo>
                <a:cubicBezTo>
                  <a:pt x="4362660" y="2204531"/>
                  <a:pt x="4363121" y="2204378"/>
                  <a:pt x="4363121" y="2204378"/>
                </a:cubicBezTo>
                <a:lnTo>
                  <a:pt x="4370183" y="2204378"/>
                </a:lnTo>
                <a:cubicBezTo>
                  <a:pt x="4370439" y="2204378"/>
                  <a:pt x="4370797" y="2204736"/>
                  <a:pt x="4370797" y="2204736"/>
                </a:cubicBezTo>
                <a:lnTo>
                  <a:pt x="4374329" y="2210878"/>
                </a:lnTo>
                <a:cubicBezTo>
                  <a:pt x="4374432" y="2211083"/>
                  <a:pt x="4374329" y="2211544"/>
                  <a:pt x="4374329" y="2211544"/>
                </a:cubicBezTo>
                <a:lnTo>
                  <a:pt x="4370797" y="2217685"/>
                </a:lnTo>
                <a:cubicBezTo>
                  <a:pt x="4370643" y="2217890"/>
                  <a:pt x="4370183" y="2218043"/>
                  <a:pt x="4370183" y="2218043"/>
                </a:cubicBezTo>
                <a:close/>
                <a:moveTo>
                  <a:pt x="4568408" y="2218043"/>
                </a:moveTo>
                <a:lnTo>
                  <a:pt x="4561345" y="2218043"/>
                </a:lnTo>
                <a:cubicBezTo>
                  <a:pt x="4561089" y="2218043"/>
                  <a:pt x="4560731" y="2217685"/>
                  <a:pt x="4560731" y="2217685"/>
                </a:cubicBezTo>
                <a:lnTo>
                  <a:pt x="4557199" y="2211544"/>
                </a:lnTo>
                <a:cubicBezTo>
                  <a:pt x="4557097" y="2211339"/>
                  <a:pt x="4557199" y="2210878"/>
                  <a:pt x="4557199" y="2210878"/>
                </a:cubicBezTo>
                <a:lnTo>
                  <a:pt x="4560731" y="2204736"/>
                </a:lnTo>
                <a:cubicBezTo>
                  <a:pt x="4560884" y="2204531"/>
                  <a:pt x="4561345" y="2204378"/>
                  <a:pt x="4561345" y="2204378"/>
                </a:cubicBezTo>
                <a:lnTo>
                  <a:pt x="4568408" y="2204378"/>
                </a:lnTo>
                <a:cubicBezTo>
                  <a:pt x="4568663" y="2204378"/>
                  <a:pt x="4569022" y="2204736"/>
                  <a:pt x="4569022" y="2204736"/>
                </a:cubicBezTo>
                <a:lnTo>
                  <a:pt x="4572554" y="2210878"/>
                </a:lnTo>
                <a:cubicBezTo>
                  <a:pt x="4572656" y="2211083"/>
                  <a:pt x="4572554" y="2211544"/>
                  <a:pt x="4572554" y="2211544"/>
                </a:cubicBezTo>
                <a:lnTo>
                  <a:pt x="4569022" y="2217685"/>
                </a:lnTo>
                <a:cubicBezTo>
                  <a:pt x="4568869" y="2217890"/>
                  <a:pt x="4568408" y="2218043"/>
                  <a:pt x="4568408" y="2218043"/>
                </a:cubicBezTo>
                <a:close/>
                <a:moveTo>
                  <a:pt x="4766683" y="2218043"/>
                </a:moveTo>
                <a:lnTo>
                  <a:pt x="4759621" y="2218043"/>
                </a:lnTo>
                <a:cubicBezTo>
                  <a:pt x="4759364" y="2218043"/>
                  <a:pt x="4759007" y="2217685"/>
                  <a:pt x="4759007" y="2217685"/>
                </a:cubicBezTo>
                <a:lnTo>
                  <a:pt x="4755475" y="2211544"/>
                </a:lnTo>
                <a:cubicBezTo>
                  <a:pt x="4755372" y="2211339"/>
                  <a:pt x="4755475" y="2210878"/>
                  <a:pt x="4755475" y="2210878"/>
                </a:cubicBezTo>
                <a:lnTo>
                  <a:pt x="4759007" y="2204736"/>
                </a:lnTo>
                <a:cubicBezTo>
                  <a:pt x="4759160" y="2204531"/>
                  <a:pt x="4759621" y="2204378"/>
                  <a:pt x="4759621" y="2204378"/>
                </a:cubicBezTo>
                <a:lnTo>
                  <a:pt x="4766683" y="2204378"/>
                </a:lnTo>
                <a:cubicBezTo>
                  <a:pt x="4766940" y="2204378"/>
                  <a:pt x="4767297" y="2204736"/>
                  <a:pt x="4767297" y="2204736"/>
                </a:cubicBezTo>
                <a:lnTo>
                  <a:pt x="4770829" y="2210878"/>
                </a:lnTo>
                <a:cubicBezTo>
                  <a:pt x="4770932" y="2211083"/>
                  <a:pt x="4770829" y="2211544"/>
                  <a:pt x="4770829" y="2211544"/>
                </a:cubicBezTo>
                <a:lnTo>
                  <a:pt x="4767297" y="2217685"/>
                </a:lnTo>
                <a:cubicBezTo>
                  <a:pt x="4767144" y="2217890"/>
                  <a:pt x="4766683" y="2218043"/>
                  <a:pt x="4766683" y="2218043"/>
                </a:cubicBezTo>
                <a:close/>
                <a:moveTo>
                  <a:pt x="4964909" y="2218043"/>
                </a:moveTo>
                <a:lnTo>
                  <a:pt x="4957846" y="2218043"/>
                </a:lnTo>
                <a:cubicBezTo>
                  <a:pt x="4957589" y="2218043"/>
                  <a:pt x="4957232" y="2217685"/>
                  <a:pt x="4957232" y="2217685"/>
                </a:cubicBezTo>
                <a:lnTo>
                  <a:pt x="4953699" y="2211544"/>
                </a:lnTo>
                <a:cubicBezTo>
                  <a:pt x="4953597" y="2211339"/>
                  <a:pt x="4953699" y="2210878"/>
                  <a:pt x="4953699" y="2210878"/>
                </a:cubicBezTo>
                <a:lnTo>
                  <a:pt x="4957232" y="2204736"/>
                </a:lnTo>
                <a:cubicBezTo>
                  <a:pt x="4957384" y="2204531"/>
                  <a:pt x="4957846" y="2204378"/>
                  <a:pt x="4957846" y="2204378"/>
                </a:cubicBezTo>
                <a:lnTo>
                  <a:pt x="4964909" y="2204378"/>
                </a:lnTo>
                <a:cubicBezTo>
                  <a:pt x="4965164" y="2204378"/>
                  <a:pt x="4965523" y="2204736"/>
                  <a:pt x="4965523" y="2204736"/>
                </a:cubicBezTo>
                <a:lnTo>
                  <a:pt x="4969054" y="2210878"/>
                </a:lnTo>
                <a:cubicBezTo>
                  <a:pt x="4969156" y="2211083"/>
                  <a:pt x="4969054" y="2211544"/>
                  <a:pt x="4969054" y="2211544"/>
                </a:cubicBezTo>
                <a:lnTo>
                  <a:pt x="4965523" y="2217685"/>
                </a:lnTo>
                <a:cubicBezTo>
                  <a:pt x="4965369" y="2217890"/>
                  <a:pt x="4964909" y="2218043"/>
                  <a:pt x="4964909" y="2218043"/>
                </a:cubicBezTo>
                <a:close/>
                <a:moveTo>
                  <a:pt x="5163134" y="2218043"/>
                </a:moveTo>
                <a:lnTo>
                  <a:pt x="5156070" y="2218043"/>
                </a:lnTo>
                <a:cubicBezTo>
                  <a:pt x="5155814" y="2218043"/>
                  <a:pt x="5155456" y="2217685"/>
                  <a:pt x="5155456" y="2217685"/>
                </a:cubicBezTo>
                <a:lnTo>
                  <a:pt x="5151924" y="2211544"/>
                </a:lnTo>
                <a:cubicBezTo>
                  <a:pt x="5151822" y="2211339"/>
                  <a:pt x="5151924" y="2210878"/>
                  <a:pt x="5151924" y="2210878"/>
                </a:cubicBezTo>
                <a:lnTo>
                  <a:pt x="5155456" y="2204736"/>
                </a:lnTo>
                <a:cubicBezTo>
                  <a:pt x="5155610" y="2204531"/>
                  <a:pt x="5156070" y="2204378"/>
                  <a:pt x="5156070" y="2204378"/>
                </a:cubicBezTo>
                <a:lnTo>
                  <a:pt x="5163134" y="2204378"/>
                </a:lnTo>
                <a:cubicBezTo>
                  <a:pt x="5163388" y="2204378"/>
                  <a:pt x="5163748" y="2204736"/>
                  <a:pt x="5163748" y="2204736"/>
                </a:cubicBezTo>
                <a:lnTo>
                  <a:pt x="5167279" y="2210878"/>
                </a:lnTo>
                <a:cubicBezTo>
                  <a:pt x="5167381" y="2211083"/>
                  <a:pt x="5167279" y="2211544"/>
                  <a:pt x="5167279" y="2211544"/>
                </a:cubicBezTo>
                <a:lnTo>
                  <a:pt x="5163748" y="2217685"/>
                </a:lnTo>
                <a:cubicBezTo>
                  <a:pt x="5163594" y="2217890"/>
                  <a:pt x="5163134" y="2218043"/>
                  <a:pt x="5163134" y="2218043"/>
                </a:cubicBezTo>
                <a:close/>
                <a:moveTo>
                  <a:pt x="5361358" y="2218043"/>
                </a:moveTo>
                <a:lnTo>
                  <a:pt x="5354295" y="2218043"/>
                </a:lnTo>
                <a:cubicBezTo>
                  <a:pt x="5354038" y="2218043"/>
                  <a:pt x="5353680" y="2217685"/>
                  <a:pt x="5353680" y="2217685"/>
                </a:cubicBezTo>
                <a:lnTo>
                  <a:pt x="5350149" y="2211544"/>
                </a:lnTo>
                <a:cubicBezTo>
                  <a:pt x="5350047" y="2211339"/>
                  <a:pt x="5350149" y="2210878"/>
                  <a:pt x="5350149" y="2210878"/>
                </a:cubicBezTo>
                <a:lnTo>
                  <a:pt x="5353680" y="2204736"/>
                </a:lnTo>
                <a:cubicBezTo>
                  <a:pt x="5353835" y="2204531"/>
                  <a:pt x="5354295" y="2204378"/>
                  <a:pt x="5354295" y="2204378"/>
                </a:cubicBezTo>
                <a:lnTo>
                  <a:pt x="5361358" y="2204378"/>
                </a:lnTo>
                <a:cubicBezTo>
                  <a:pt x="5361614" y="2204378"/>
                  <a:pt x="5361972" y="2204736"/>
                  <a:pt x="5361972" y="2204736"/>
                </a:cubicBezTo>
                <a:lnTo>
                  <a:pt x="5365503" y="2210878"/>
                </a:lnTo>
                <a:cubicBezTo>
                  <a:pt x="5365606" y="2211083"/>
                  <a:pt x="5365503" y="2211544"/>
                  <a:pt x="5365503" y="2211544"/>
                </a:cubicBezTo>
                <a:lnTo>
                  <a:pt x="5361972" y="2217685"/>
                </a:lnTo>
                <a:cubicBezTo>
                  <a:pt x="5361818" y="2217890"/>
                  <a:pt x="5361358" y="2218043"/>
                  <a:pt x="5361358" y="2218043"/>
                </a:cubicBezTo>
                <a:close/>
                <a:moveTo>
                  <a:pt x="5559633" y="2218043"/>
                </a:moveTo>
                <a:lnTo>
                  <a:pt x="5552569" y="2218043"/>
                </a:lnTo>
                <a:cubicBezTo>
                  <a:pt x="5552314" y="2218043"/>
                  <a:pt x="5551956" y="2217685"/>
                  <a:pt x="5551956" y="2217685"/>
                </a:cubicBezTo>
                <a:lnTo>
                  <a:pt x="5548424" y="2211544"/>
                </a:lnTo>
                <a:cubicBezTo>
                  <a:pt x="5548322" y="2211339"/>
                  <a:pt x="5548424" y="2210878"/>
                  <a:pt x="5548424" y="2210878"/>
                </a:cubicBezTo>
                <a:lnTo>
                  <a:pt x="5551956" y="2204736"/>
                </a:lnTo>
                <a:cubicBezTo>
                  <a:pt x="5552109" y="2204531"/>
                  <a:pt x="5552569" y="2204378"/>
                  <a:pt x="5552569" y="2204378"/>
                </a:cubicBezTo>
                <a:lnTo>
                  <a:pt x="5559633" y="2204378"/>
                </a:lnTo>
                <a:cubicBezTo>
                  <a:pt x="5559889" y="2204378"/>
                  <a:pt x="5560246" y="2204736"/>
                  <a:pt x="5560246" y="2204736"/>
                </a:cubicBezTo>
                <a:lnTo>
                  <a:pt x="5563779" y="2210878"/>
                </a:lnTo>
                <a:cubicBezTo>
                  <a:pt x="5563881" y="2211083"/>
                  <a:pt x="5563779" y="2211544"/>
                  <a:pt x="5563779" y="2211544"/>
                </a:cubicBezTo>
                <a:lnTo>
                  <a:pt x="5560246" y="2217685"/>
                </a:lnTo>
                <a:cubicBezTo>
                  <a:pt x="5560094" y="2217890"/>
                  <a:pt x="5559633" y="2218043"/>
                  <a:pt x="5559633" y="2218043"/>
                </a:cubicBezTo>
                <a:close/>
                <a:moveTo>
                  <a:pt x="5757857" y="2218043"/>
                </a:moveTo>
                <a:lnTo>
                  <a:pt x="5750795" y="2218043"/>
                </a:lnTo>
                <a:cubicBezTo>
                  <a:pt x="5750538" y="2218043"/>
                  <a:pt x="5750181" y="2217685"/>
                  <a:pt x="5750181" y="2217685"/>
                </a:cubicBezTo>
                <a:lnTo>
                  <a:pt x="5746649" y="2211544"/>
                </a:lnTo>
                <a:cubicBezTo>
                  <a:pt x="5746546" y="2211339"/>
                  <a:pt x="5746649" y="2210878"/>
                  <a:pt x="5746649" y="2210878"/>
                </a:cubicBezTo>
                <a:lnTo>
                  <a:pt x="5750181" y="2204736"/>
                </a:lnTo>
                <a:cubicBezTo>
                  <a:pt x="5750333" y="2204531"/>
                  <a:pt x="5750795" y="2204378"/>
                  <a:pt x="5750795" y="2204378"/>
                </a:cubicBezTo>
                <a:lnTo>
                  <a:pt x="5757857" y="2204378"/>
                </a:lnTo>
                <a:cubicBezTo>
                  <a:pt x="5758114" y="2204378"/>
                  <a:pt x="5758471" y="2204736"/>
                  <a:pt x="5758471" y="2204736"/>
                </a:cubicBezTo>
                <a:lnTo>
                  <a:pt x="5762003" y="2210878"/>
                </a:lnTo>
                <a:cubicBezTo>
                  <a:pt x="5762106" y="2211083"/>
                  <a:pt x="5762003" y="2211544"/>
                  <a:pt x="5762003" y="2211544"/>
                </a:cubicBezTo>
                <a:lnTo>
                  <a:pt x="5758471" y="2217685"/>
                </a:lnTo>
                <a:cubicBezTo>
                  <a:pt x="5758318" y="2217890"/>
                  <a:pt x="5757857" y="2218043"/>
                  <a:pt x="5757857" y="2218043"/>
                </a:cubicBezTo>
                <a:close/>
                <a:moveTo>
                  <a:pt x="5956083" y="2218043"/>
                </a:moveTo>
                <a:lnTo>
                  <a:pt x="5949019" y="2218043"/>
                </a:lnTo>
                <a:cubicBezTo>
                  <a:pt x="5948763" y="2218043"/>
                  <a:pt x="5948405" y="2217685"/>
                  <a:pt x="5948405" y="2217685"/>
                </a:cubicBezTo>
                <a:lnTo>
                  <a:pt x="5944873" y="2211544"/>
                </a:lnTo>
                <a:cubicBezTo>
                  <a:pt x="5944771" y="2211339"/>
                  <a:pt x="5944873" y="2210878"/>
                  <a:pt x="5944873" y="2210878"/>
                </a:cubicBezTo>
                <a:lnTo>
                  <a:pt x="5948405" y="2204736"/>
                </a:lnTo>
                <a:cubicBezTo>
                  <a:pt x="5948558" y="2204531"/>
                  <a:pt x="5949019" y="2204378"/>
                  <a:pt x="5949019" y="2204378"/>
                </a:cubicBezTo>
                <a:lnTo>
                  <a:pt x="5956083" y="2204378"/>
                </a:lnTo>
                <a:cubicBezTo>
                  <a:pt x="5956338" y="2204378"/>
                  <a:pt x="5956697" y="2204736"/>
                  <a:pt x="5956697" y="2204736"/>
                </a:cubicBezTo>
                <a:lnTo>
                  <a:pt x="5960227" y="2210878"/>
                </a:lnTo>
                <a:cubicBezTo>
                  <a:pt x="5960330" y="2211083"/>
                  <a:pt x="5960227" y="2211544"/>
                  <a:pt x="5960227" y="2211544"/>
                </a:cubicBezTo>
                <a:lnTo>
                  <a:pt x="5956697" y="2217685"/>
                </a:lnTo>
                <a:cubicBezTo>
                  <a:pt x="5956542" y="2217890"/>
                  <a:pt x="5956083" y="2218043"/>
                  <a:pt x="5956083" y="2218043"/>
                </a:cubicBezTo>
                <a:close/>
                <a:moveTo>
                  <a:pt x="6154307" y="2218043"/>
                </a:moveTo>
                <a:lnTo>
                  <a:pt x="6147243" y="2218043"/>
                </a:lnTo>
                <a:cubicBezTo>
                  <a:pt x="6146988" y="2218043"/>
                  <a:pt x="6146629" y="2217685"/>
                  <a:pt x="6146629" y="2217685"/>
                </a:cubicBezTo>
                <a:lnTo>
                  <a:pt x="6143098" y="2211544"/>
                </a:lnTo>
                <a:cubicBezTo>
                  <a:pt x="6142996" y="2211339"/>
                  <a:pt x="6143098" y="2210878"/>
                  <a:pt x="6143098" y="2210878"/>
                </a:cubicBezTo>
                <a:lnTo>
                  <a:pt x="6146629" y="2204736"/>
                </a:lnTo>
                <a:cubicBezTo>
                  <a:pt x="6146783" y="2204531"/>
                  <a:pt x="6147243" y="2204378"/>
                  <a:pt x="6147243" y="2204378"/>
                </a:cubicBezTo>
                <a:lnTo>
                  <a:pt x="6154307" y="2204378"/>
                </a:lnTo>
                <a:cubicBezTo>
                  <a:pt x="6154562" y="2204378"/>
                  <a:pt x="6154921" y="2204736"/>
                  <a:pt x="6154921" y="2204736"/>
                </a:cubicBezTo>
                <a:lnTo>
                  <a:pt x="6158453" y="2210878"/>
                </a:lnTo>
                <a:cubicBezTo>
                  <a:pt x="6158554" y="2211083"/>
                  <a:pt x="6158453" y="2211544"/>
                  <a:pt x="6158453" y="2211544"/>
                </a:cubicBezTo>
                <a:lnTo>
                  <a:pt x="6154921" y="2217685"/>
                </a:lnTo>
                <a:cubicBezTo>
                  <a:pt x="6154768" y="2217890"/>
                  <a:pt x="6154307" y="2218043"/>
                  <a:pt x="6154307" y="2218043"/>
                </a:cubicBezTo>
                <a:close/>
                <a:moveTo>
                  <a:pt x="6352582" y="2218043"/>
                </a:moveTo>
                <a:lnTo>
                  <a:pt x="6345519" y="2218043"/>
                </a:lnTo>
                <a:cubicBezTo>
                  <a:pt x="6345263" y="2218043"/>
                  <a:pt x="6344904" y="2217685"/>
                  <a:pt x="6344904" y="2217685"/>
                </a:cubicBezTo>
                <a:lnTo>
                  <a:pt x="6341373" y="2211544"/>
                </a:lnTo>
                <a:cubicBezTo>
                  <a:pt x="6341271" y="2211339"/>
                  <a:pt x="6341373" y="2210878"/>
                  <a:pt x="6341373" y="2210878"/>
                </a:cubicBezTo>
                <a:lnTo>
                  <a:pt x="6344904" y="2204736"/>
                </a:lnTo>
                <a:cubicBezTo>
                  <a:pt x="6345058" y="2204531"/>
                  <a:pt x="6345519" y="2204378"/>
                  <a:pt x="6345519" y="2204378"/>
                </a:cubicBezTo>
                <a:lnTo>
                  <a:pt x="6352582" y="2204378"/>
                </a:lnTo>
                <a:cubicBezTo>
                  <a:pt x="6352838" y="2204378"/>
                  <a:pt x="6353196" y="2204736"/>
                  <a:pt x="6353196" y="2204736"/>
                </a:cubicBezTo>
                <a:lnTo>
                  <a:pt x="6356728" y="2210878"/>
                </a:lnTo>
                <a:cubicBezTo>
                  <a:pt x="6356830" y="2211083"/>
                  <a:pt x="6356728" y="2211544"/>
                  <a:pt x="6356728" y="2211544"/>
                </a:cubicBezTo>
                <a:lnTo>
                  <a:pt x="6353196" y="2217685"/>
                </a:lnTo>
                <a:cubicBezTo>
                  <a:pt x="6353043" y="2217890"/>
                  <a:pt x="6352582" y="2218043"/>
                  <a:pt x="6352582" y="2218043"/>
                </a:cubicBezTo>
                <a:close/>
                <a:moveTo>
                  <a:pt x="6550807" y="2218043"/>
                </a:moveTo>
                <a:lnTo>
                  <a:pt x="6543744" y="2218043"/>
                </a:lnTo>
                <a:cubicBezTo>
                  <a:pt x="6543488" y="2218043"/>
                  <a:pt x="6543129" y="2217685"/>
                  <a:pt x="6543129" y="2217685"/>
                </a:cubicBezTo>
                <a:lnTo>
                  <a:pt x="6539598" y="2211544"/>
                </a:lnTo>
                <a:cubicBezTo>
                  <a:pt x="6539495" y="2211339"/>
                  <a:pt x="6539598" y="2210878"/>
                  <a:pt x="6539598" y="2210878"/>
                </a:cubicBezTo>
                <a:lnTo>
                  <a:pt x="6543129" y="2204736"/>
                </a:lnTo>
                <a:cubicBezTo>
                  <a:pt x="6543282" y="2204531"/>
                  <a:pt x="6543744" y="2204378"/>
                  <a:pt x="6543744" y="2204378"/>
                </a:cubicBezTo>
                <a:lnTo>
                  <a:pt x="6550807" y="2204378"/>
                </a:lnTo>
                <a:cubicBezTo>
                  <a:pt x="6551063" y="2204378"/>
                  <a:pt x="6551420" y="2204736"/>
                  <a:pt x="6551420" y="2204736"/>
                </a:cubicBezTo>
                <a:lnTo>
                  <a:pt x="6554953" y="2210878"/>
                </a:lnTo>
                <a:cubicBezTo>
                  <a:pt x="6555055" y="2211083"/>
                  <a:pt x="6554953" y="2211544"/>
                  <a:pt x="6554953" y="2211544"/>
                </a:cubicBezTo>
                <a:lnTo>
                  <a:pt x="6551420" y="2217685"/>
                </a:lnTo>
                <a:cubicBezTo>
                  <a:pt x="6551267" y="2217890"/>
                  <a:pt x="6550807" y="2218043"/>
                  <a:pt x="6550807" y="2218043"/>
                </a:cubicBezTo>
                <a:close/>
                <a:moveTo>
                  <a:pt x="6749031" y="2218043"/>
                </a:moveTo>
                <a:lnTo>
                  <a:pt x="6741967" y="2218043"/>
                </a:lnTo>
                <a:cubicBezTo>
                  <a:pt x="6741711" y="2218043"/>
                  <a:pt x="6741354" y="2217685"/>
                  <a:pt x="6741354" y="2217685"/>
                </a:cubicBezTo>
                <a:lnTo>
                  <a:pt x="6737823" y="2211544"/>
                </a:lnTo>
                <a:cubicBezTo>
                  <a:pt x="6737720" y="2211339"/>
                  <a:pt x="6737823" y="2210878"/>
                  <a:pt x="6737823" y="2210878"/>
                </a:cubicBezTo>
                <a:lnTo>
                  <a:pt x="6741354" y="2204736"/>
                </a:lnTo>
                <a:cubicBezTo>
                  <a:pt x="6741508" y="2204531"/>
                  <a:pt x="6741967" y="2204378"/>
                  <a:pt x="6741967" y="2204378"/>
                </a:cubicBezTo>
                <a:lnTo>
                  <a:pt x="6749031" y="2204378"/>
                </a:lnTo>
                <a:cubicBezTo>
                  <a:pt x="6749287" y="2204378"/>
                  <a:pt x="6749646" y="2204736"/>
                  <a:pt x="6749646" y="2204736"/>
                </a:cubicBezTo>
                <a:lnTo>
                  <a:pt x="6753177" y="2210878"/>
                </a:lnTo>
                <a:cubicBezTo>
                  <a:pt x="6753279" y="2211083"/>
                  <a:pt x="6753177" y="2211544"/>
                  <a:pt x="6753177" y="2211544"/>
                </a:cubicBezTo>
                <a:lnTo>
                  <a:pt x="6749646" y="2217685"/>
                </a:lnTo>
                <a:cubicBezTo>
                  <a:pt x="6749491" y="2217890"/>
                  <a:pt x="6749031" y="2218043"/>
                  <a:pt x="6749031" y="2218043"/>
                </a:cubicBezTo>
                <a:close/>
                <a:moveTo>
                  <a:pt x="6947256" y="2218043"/>
                </a:moveTo>
                <a:lnTo>
                  <a:pt x="6940193" y="2218043"/>
                </a:lnTo>
                <a:cubicBezTo>
                  <a:pt x="6939937" y="2218043"/>
                  <a:pt x="6939578" y="2217685"/>
                  <a:pt x="6939578" y="2217685"/>
                </a:cubicBezTo>
                <a:lnTo>
                  <a:pt x="6936048" y="2211544"/>
                </a:lnTo>
                <a:cubicBezTo>
                  <a:pt x="6935945" y="2211339"/>
                  <a:pt x="6936048" y="2210878"/>
                  <a:pt x="6936048" y="2210878"/>
                </a:cubicBezTo>
                <a:lnTo>
                  <a:pt x="6939578" y="2204736"/>
                </a:lnTo>
                <a:cubicBezTo>
                  <a:pt x="6939733" y="2204531"/>
                  <a:pt x="6940193" y="2204378"/>
                  <a:pt x="6940193" y="2204378"/>
                </a:cubicBezTo>
                <a:lnTo>
                  <a:pt x="6947256" y="2204378"/>
                </a:lnTo>
                <a:cubicBezTo>
                  <a:pt x="6947512" y="2204378"/>
                  <a:pt x="6947870" y="2204736"/>
                  <a:pt x="6947870" y="2204736"/>
                </a:cubicBezTo>
                <a:lnTo>
                  <a:pt x="6951402" y="2210878"/>
                </a:lnTo>
                <a:cubicBezTo>
                  <a:pt x="6951504" y="2211083"/>
                  <a:pt x="6951402" y="2211544"/>
                  <a:pt x="6951402" y="2211544"/>
                </a:cubicBezTo>
                <a:lnTo>
                  <a:pt x="6947870" y="2217685"/>
                </a:lnTo>
                <a:cubicBezTo>
                  <a:pt x="6947717" y="2217890"/>
                  <a:pt x="6947256" y="2218043"/>
                  <a:pt x="6947256" y="2218043"/>
                </a:cubicBezTo>
                <a:close/>
                <a:moveTo>
                  <a:pt x="7145518" y="2218043"/>
                </a:moveTo>
                <a:lnTo>
                  <a:pt x="7138456" y="2218043"/>
                </a:lnTo>
                <a:cubicBezTo>
                  <a:pt x="7138200" y="2218043"/>
                  <a:pt x="7137841" y="2217685"/>
                  <a:pt x="7137841" y="2217685"/>
                </a:cubicBezTo>
                <a:lnTo>
                  <a:pt x="7134311" y="2211544"/>
                </a:lnTo>
                <a:cubicBezTo>
                  <a:pt x="7134208" y="2211339"/>
                  <a:pt x="7134311" y="2210878"/>
                  <a:pt x="7134311" y="2210878"/>
                </a:cubicBezTo>
                <a:lnTo>
                  <a:pt x="7137841" y="2204736"/>
                </a:lnTo>
                <a:cubicBezTo>
                  <a:pt x="7137996" y="2204531"/>
                  <a:pt x="7138456" y="2204378"/>
                  <a:pt x="7138456" y="2204378"/>
                </a:cubicBezTo>
                <a:lnTo>
                  <a:pt x="7145518" y="2204378"/>
                </a:lnTo>
                <a:cubicBezTo>
                  <a:pt x="7145775" y="2204378"/>
                  <a:pt x="7146133" y="2204736"/>
                  <a:pt x="7146133" y="2204736"/>
                </a:cubicBezTo>
                <a:lnTo>
                  <a:pt x="7149665" y="2210878"/>
                </a:lnTo>
                <a:cubicBezTo>
                  <a:pt x="7149768" y="2211083"/>
                  <a:pt x="7149665" y="2211544"/>
                  <a:pt x="7149665" y="2211544"/>
                </a:cubicBezTo>
                <a:lnTo>
                  <a:pt x="7146133" y="2217685"/>
                </a:lnTo>
                <a:cubicBezTo>
                  <a:pt x="7145980" y="2217890"/>
                  <a:pt x="7145518" y="2218043"/>
                  <a:pt x="7145518" y="2218043"/>
                </a:cubicBezTo>
                <a:close/>
                <a:moveTo>
                  <a:pt x="7343704" y="2218043"/>
                </a:moveTo>
                <a:lnTo>
                  <a:pt x="7336640" y="2218043"/>
                </a:lnTo>
                <a:cubicBezTo>
                  <a:pt x="7336384" y="2218043"/>
                  <a:pt x="7336025" y="2217685"/>
                  <a:pt x="7336025" y="2217685"/>
                </a:cubicBezTo>
                <a:lnTo>
                  <a:pt x="7332495" y="2211544"/>
                </a:lnTo>
                <a:cubicBezTo>
                  <a:pt x="7332391" y="2211339"/>
                  <a:pt x="7332495" y="2210878"/>
                  <a:pt x="7332495" y="2210878"/>
                </a:cubicBezTo>
                <a:lnTo>
                  <a:pt x="7336025" y="2204736"/>
                </a:lnTo>
                <a:cubicBezTo>
                  <a:pt x="7336178" y="2204531"/>
                  <a:pt x="7336640" y="2204378"/>
                  <a:pt x="7336640" y="2204378"/>
                </a:cubicBezTo>
                <a:lnTo>
                  <a:pt x="7343704" y="2204378"/>
                </a:lnTo>
                <a:cubicBezTo>
                  <a:pt x="7343960" y="2204378"/>
                  <a:pt x="7344317" y="2204736"/>
                  <a:pt x="7344317" y="2204736"/>
                </a:cubicBezTo>
                <a:lnTo>
                  <a:pt x="7347848" y="2210878"/>
                </a:lnTo>
                <a:cubicBezTo>
                  <a:pt x="7347952" y="2211083"/>
                  <a:pt x="7347848" y="2211544"/>
                  <a:pt x="7347848" y="2211544"/>
                </a:cubicBezTo>
                <a:lnTo>
                  <a:pt x="7344317" y="2217685"/>
                </a:lnTo>
                <a:cubicBezTo>
                  <a:pt x="7344163" y="2217890"/>
                  <a:pt x="7343704" y="2218043"/>
                  <a:pt x="7343704" y="2218043"/>
                </a:cubicBezTo>
                <a:close/>
                <a:moveTo>
                  <a:pt x="7541917" y="2218043"/>
                </a:moveTo>
                <a:lnTo>
                  <a:pt x="7534853" y="2218043"/>
                </a:lnTo>
                <a:cubicBezTo>
                  <a:pt x="7534596" y="2218043"/>
                  <a:pt x="7534237" y="2217685"/>
                  <a:pt x="7534237" y="2217685"/>
                </a:cubicBezTo>
                <a:lnTo>
                  <a:pt x="7530707" y="2211544"/>
                </a:lnTo>
                <a:cubicBezTo>
                  <a:pt x="7530604" y="2211339"/>
                  <a:pt x="7530707" y="2210878"/>
                  <a:pt x="7530707" y="2210878"/>
                </a:cubicBezTo>
                <a:lnTo>
                  <a:pt x="7534237" y="2204736"/>
                </a:lnTo>
                <a:cubicBezTo>
                  <a:pt x="7534391" y="2204531"/>
                  <a:pt x="7534853" y="2204378"/>
                  <a:pt x="7534853" y="2204378"/>
                </a:cubicBezTo>
                <a:lnTo>
                  <a:pt x="7541917" y="2204378"/>
                </a:lnTo>
                <a:cubicBezTo>
                  <a:pt x="7542172" y="2204378"/>
                  <a:pt x="7542529" y="2204736"/>
                  <a:pt x="7542529" y="2204736"/>
                </a:cubicBezTo>
                <a:lnTo>
                  <a:pt x="7546061" y="2210878"/>
                </a:lnTo>
                <a:cubicBezTo>
                  <a:pt x="7546164" y="2211083"/>
                  <a:pt x="7546061" y="2211544"/>
                  <a:pt x="7546061" y="2211544"/>
                </a:cubicBezTo>
                <a:lnTo>
                  <a:pt x="7542529" y="2217685"/>
                </a:lnTo>
                <a:cubicBezTo>
                  <a:pt x="7542375" y="2217890"/>
                  <a:pt x="7541917" y="2218043"/>
                  <a:pt x="7541917" y="2218043"/>
                </a:cubicBezTo>
                <a:close/>
                <a:moveTo>
                  <a:pt x="7740010" y="2218043"/>
                </a:moveTo>
                <a:lnTo>
                  <a:pt x="7732948" y="2218043"/>
                </a:lnTo>
                <a:cubicBezTo>
                  <a:pt x="7732692" y="2218043"/>
                  <a:pt x="7732333" y="2217685"/>
                  <a:pt x="7732333" y="2217685"/>
                </a:cubicBezTo>
                <a:lnTo>
                  <a:pt x="7728801" y="2211544"/>
                </a:lnTo>
                <a:cubicBezTo>
                  <a:pt x="7728699" y="2211339"/>
                  <a:pt x="7728801" y="2210878"/>
                  <a:pt x="7728801" y="2210878"/>
                </a:cubicBezTo>
                <a:lnTo>
                  <a:pt x="7732333" y="2204736"/>
                </a:lnTo>
                <a:cubicBezTo>
                  <a:pt x="7732487" y="2204531"/>
                  <a:pt x="7732948" y="2204378"/>
                  <a:pt x="7732948" y="2204378"/>
                </a:cubicBezTo>
                <a:lnTo>
                  <a:pt x="7740010" y="2204378"/>
                </a:lnTo>
                <a:cubicBezTo>
                  <a:pt x="7740267" y="2204378"/>
                  <a:pt x="7740624" y="2204736"/>
                  <a:pt x="7740624" y="2204736"/>
                </a:cubicBezTo>
                <a:lnTo>
                  <a:pt x="7744159" y="2210878"/>
                </a:lnTo>
                <a:cubicBezTo>
                  <a:pt x="7744260" y="2211083"/>
                  <a:pt x="7744159" y="2211544"/>
                  <a:pt x="7744159" y="2211544"/>
                </a:cubicBezTo>
                <a:lnTo>
                  <a:pt x="7740624" y="2217685"/>
                </a:lnTo>
                <a:cubicBezTo>
                  <a:pt x="7740472" y="2217890"/>
                  <a:pt x="7740010" y="2218043"/>
                  <a:pt x="7740010" y="2218043"/>
                </a:cubicBezTo>
                <a:close/>
                <a:moveTo>
                  <a:pt x="7938248" y="2218043"/>
                </a:moveTo>
                <a:lnTo>
                  <a:pt x="7931184" y="2218043"/>
                </a:lnTo>
                <a:cubicBezTo>
                  <a:pt x="7930929" y="2218043"/>
                  <a:pt x="7930570" y="2217685"/>
                  <a:pt x="7930570" y="2217685"/>
                </a:cubicBezTo>
                <a:lnTo>
                  <a:pt x="7927038" y="2211544"/>
                </a:lnTo>
                <a:cubicBezTo>
                  <a:pt x="7926936" y="2211339"/>
                  <a:pt x="7927038" y="2210878"/>
                  <a:pt x="7927038" y="2210878"/>
                </a:cubicBezTo>
                <a:lnTo>
                  <a:pt x="7930570" y="2204736"/>
                </a:lnTo>
                <a:cubicBezTo>
                  <a:pt x="7930723" y="2204531"/>
                  <a:pt x="7931184" y="2204378"/>
                  <a:pt x="7931184" y="2204378"/>
                </a:cubicBezTo>
                <a:lnTo>
                  <a:pt x="7938248" y="2204378"/>
                </a:lnTo>
                <a:cubicBezTo>
                  <a:pt x="7938505" y="2204378"/>
                  <a:pt x="7938862" y="2204736"/>
                  <a:pt x="7938862" y="2204736"/>
                </a:cubicBezTo>
                <a:lnTo>
                  <a:pt x="7942395" y="2210878"/>
                </a:lnTo>
                <a:cubicBezTo>
                  <a:pt x="7942497" y="2211083"/>
                  <a:pt x="7942395" y="2211544"/>
                  <a:pt x="7942395" y="2211544"/>
                </a:cubicBezTo>
                <a:lnTo>
                  <a:pt x="7938862" y="2217685"/>
                </a:lnTo>
                <a:cubicBezTo>
                  <a:pt x="7938709" y="2217890"/>
                  <a:pt x="7938248" y="2218043"/>
                  <a:pt x="7938248" y="2218043"/>
                </a:cubicBezTo>
                <a:close/>
                <a:moveTo>
                  <a:pt x="8136628" y="2218043"/>
                </a:moveTo>
                <a:lnTo>
                  <a:pt x="8129565" y="2218043"/>
                </a:lnTo>
                <a:cubicBezTo>
                  <a:pt x="8129309" y="2218043"/>
                  <a:pt x="8128951" y="2217685"/>
                  <a:pt x="8128951" y="2217685"/>
                </a:cubicBezTo>
                <a:lnTo>
                  <a:pt x="8125420" y="2211544"/>
                </a:lnTo>
                <a:cubicBezTo>
                  <a:pt x="8125318" y="2211339"/>
                  <a:pt x="8125420" y="2210878"/>
                  <a:pt x="8125420" y="2210878"/>
                </a:cubicBezTo>
                <a:lnTo>
                  <a:pt x="8128951" y="2204736"/>
                </a:lnTo>
                <a:cubicBezTo>
                  <a:pt x="8129104" y="2204531"/>
                  <a:pt x="8129565" y="2204378"/>
                  <a:pt x="8129565" y="2204378"/>
                </a:cubicBezTo>
                <a:lnTo>
                  <a:pt x="8136628" y="2204378"/>
                </a:lnTo>
                <a:cubicBezTo>
                  <a:pt x="8136884" y="2204378"/>
                  <a:pt x="8137242" y="2204736"/>
                  <a:pt x="8137242" y="2204736"/>
                </a:cubicBezTo>
                <a:lnTo>
                  <a:pt x="8140774" y="2210878"/>
                </a:lnTo>
                <a:cubicBezTo>
                  <a:pt x="8140876" y="2211083"/>
                  <a:pt x="8140774" y="2211544"/>
                  <a:pt x="8140774" y="2211544"/>
                </a:cubicBezTo>
                <a:lnTo>
                  <a:pt x="8137242" y="2217685"/>
                </a:lnTo>
                <a:cubicBezTo>
                  <a:pt x="8137089" y="2217890"/>
                  <a:pt x="8136628" y="2218043"/>
                  <a:pt x="8136628" y="2218043"/>
                </a:cubicBezTo>
                <a:close/>
                <a:moveTo>
                  <a:pt x="8334809" y="2218043"/>
                </a:moveTo>
                <a:lnTo>
                  <a:pt x="8327746" y="2218043"/>
                </a:lnTo>
                <a:cubicBezTo>
                  <a:pt x="8327491" y="2218043"/>
                  <a:pt x="8327132" y="2217685"/>
                  <a:pt x="8327132" y="2217685"/>
                </a:cubicBezTo>
                <a:lnTo>
                  <a:pt x="8323599" y="2211544"/>
                </a:lnTo>
                <a:cubicBezTo>
                  <a:pt x="8323497" y="2211339"/>
                  <a:pt x="8323599" y="2210878"/>
                  <a:pt x="8323599" y="2210878"/>
                </a:cubicBezTo>
                <a:lnTo>
                  <a:pt x="8327132" y="2204736"/>
                </a:lnTo>
                <a:cubicBezTo>
                  <a:pt x="8327285" y="2204531"/>
                  <a:pt x="8327746" y="2204378"/>
                  <a:pt x="8327746" y="2204378"/>
                </a:cubicBezTo>
                <a:lnTo>
                  <a:pt x="8334809" y="2204378"/>
                </a:lnTo>
                <a:cubicBezTo>
                  <a:pt x="8335065" y="2204378"/>
                  <a:pt x="8335425" y="2204736"/>
                  <a:pt x="8335425" y="2204736"/>
                </a:cubicBezTo>
                <a:lnTo>
                  <a:pt x="8338956" y="2210878"/>
                </a:lnTo>
                <a:cubicBezTo>
                  <a:pt x="8339058" y="2211083"/>
                  <a:pt x="8338956" y="2211544"/>
                  <a:pt x="8338956" y="2211544"/>
                </a:cubicBezTo>
                <a:lnTo>
                  <a:pt x="8335425" y="2217685"/>
                </a:lnTo>
                <a:cubicBezTo>
                  <a:pt x="8335271" y="2217890"/>
                  <a:pt x="8334809" y="2218043"/>
                  <a:pt x="8334809" y="2218043"/>
                </a:cubicBezTo>
                <a:close/>
                <a:moveTo>
                  <a:pt x="8533139" y="2218043"/>
                </a:moveTo>
                <a:lnTo>
                  <a:pt x="8526076" y="2218043"/>
                </a:lnTo>
                <a:cubicBezTo>
                  <a:pt x="8525820" y="2218043"/>
                  <a:pt x="8525462" y="2217685"/>
                  <a:pt x="8525462" y="2217685"/>
                </a:cubicBezTo>
                <a:lnTo>
                  <a:pt x="8521929" y="2211544"/>
                </a:lnTo>
                <a:cubicBezTo>
                  <a:pt x="8521827" y="2211339"/>
                  <a:pt x="8521929" y="2210878"/>
                  <a:pt x="8521929" y="2210878"/>
                </a:cubicBezTo>
                <a:lnTo>
                  <a:pt x="8525462" y="2204736"/>
                </a:lnTo>
                <a:cubicBezTo>
                  <a:pt x="8525615" y="2204531"/>
                  <a:pt x="8526076" y="2204378"/>
                  <a:pt x="8526076" y="2204378"/>
                </a:cubicBezTo>
                <a:lnTo>
                  <a:pt x="8533139" y="2204378"/>
                </a:lnTo>
                <a:cubicBezTo>
                  <a:pt x="8533395" y="2204378"/>
                  <a:pt x="8533753" y="2204736"/>
                  <a:pt x="8533753" y="2204736"/>
                </a:cubicBezTo>
                <a:lnTo>
                  <a:pt x="8537285" y="2210878"/>
                </a:lnTo>
                <a:cubicBezTo>
                  <a:pt x="8537387" y="2211083"/>
                  <a:pt x="8537285" y="2211544"/>
                  <a:pt x="8537285" y="2211544"/>
                </a:cubicBezTo>
                <a:lnTo>
                  <a:pt x="8533753" y="2217685"/>
                </a:lnTo>
                <a:cubicBezTo>
                  <a:pt x="8533600" y="2217890"/>
                  <a:pt x="8533139" y="2218043"/>
                  <a:pt x="8533139" y="2218043"/>
                </a:cubicBezTo>
                <a:close/>
                <a:moveTo>
                  <a:pt x="8731257" y="2218043"/>
                </a:moveTo>
                <a:lnTo>
                  <a:pt x="8724194" y="2218043"/>
                </a:lnTo>
                <a:cubicBezTo>
                  <a:pt x="8723938" y="2218043"/>
                  <a:pt x="8723580" y="2217685"/>
                  <a:pt x="8723580" y="2217685"/>
                </a:cubicBezTo>
                <a:lnTo>
                  <a:pt x="8720048" y="2211544"/>
                </a:lnTo>
                <a:cubicBezTo>
                  <a:pt x="8719946" y="2211339"/>
                  <a:pt x="8720048" y="2210878"/>
                  <a:pt x="8720048" y="2210878"/>
                </a:cubicBezTo>
                <a:lnTo>
                  <a:pt x="8723580" y="2204736"/>
                </a:lnTo>
                <a:cubicBezTo>
                  <a:pt x="8723733" y="2204531"/>
                  <a:pt x="8724194" y="2204378"/>
                  <a:pt x="8724194" y="2204378"/>
                </a:cubicBezTo>
                <a:lnTo>
                  <a:pt x="8731257" y="2204378"/>
                </a:lnTo>
                <a:cubicBezTo>
                  <a:pt x="8731513" y="2204378"/>
                  <a:pt x="8731872" y="2204736"/>
                  <a:pt x="8731872" y="2204736"/>
                </a:cubicBezTo>
                <a:lnTo>
                  <a:pt x="8735404" y="2210878"/>
                </a:lnTo>
                <a:cubicBezTo>
                  <a:pt x="8735507" y="2211083"/>
                  <a:pt x="8735404" y="2211544"/>
                  <a:pt x="8735404" y="2211544"/>
                </a:cubicBezTo>
                <a:lnTo>
                  <a:pt x="8731872" y="2217685"/>
                </a:lnTo>
                <a:cubicBezTo>
                  <a:pt x="8731718" y="2217890"/>
                  <a:pt x="8731257" y="2218043"/>
                  <a:pt x="8731257" y="2218043"/>
                </a:cubicBezTo>
                <a:close/>
                <a:moveTo>
                  <a:pt x="8929618" y="2218043"/>
                </a:moveTo>
                <a:lnTo>
                  <a:pt x="8922554" y="2218043"/>
                </a:lnTo>
                <a:cubicBezTo>
                  <a:pt x="8922298" y="2218043"/>
                  <a:pt x="8921939" y="2217685"/>
                  <a:pt x="8921939" y="2217685"/>
                </a:cubicBezTo>
                <a:lnTo>
                  <a:pt x="8918409" y="2211544"/>
                </a:lnTo>
                <a:cubicBezTo>
                  <a:pt x="8918306" y="2211339"/>
                  <a:pt x="8918409" y="2210878"/>
                  <a:pt x="8918409" y="2210878"/>
                </a:cubicBezTo>
                <a:lnTo>
                  <a:pt x="8921939" y="2204736"/>
                </a:lnTo>
                <a:cubicBezTo>
                  <a:pt x="8922093" y="2204531"/>
                  <a:pt x="8922554" y="2204378"/>
                  <a:pt x="8922554" y="2204378"/>
                </a:cubicBezTo>
                <a:lnTo>
                  <a:pt x="8929618" y="2204378"/>
                </a:lnTo>
                <a:cubicBezTo>
                  <a:pt x="8929872" y="2204378"/>
                  <a:pt x="8930231" y="2204736"/>
                  <a:pt x="8930231" y="2204736"/>
                </a:cubicBezTo>
                <a:lnTo>
                  <a:pt x="8933763" y="2210878"/>
                </a:lnTo>
                <a:cubicBezTo>
                  <a:pt x="8933866" y="2211083"/>
                  <a:pt x="8933763" y="2211544"/>
                  <a:pt x="8933763" y="2211544"/>
                </a:cubicBezTo>
                <a:lnTo>
                  <a:pt x="8930231" y="2217685"/>
                </a:lnTo>
                <a:cubicBezTo>
                  <a:pt x="8930078" y="2217890"/>
                  <a:pt x="8929618" y="2218043"/>
                  <a:pt x="8929618" y="2218043"/>
                </a:cubicBezTo>
                <a:close/>
                <a:moveTo>
                  <a:pt x="9127792" y="2218043"/>
                </a:moveTo>
                <a:lnTo>
                  <a:pt x="9120729" y="2218043"/>
                </a:lnTo>
                <a:cubicBezTo>
                  <a:pt x="9120474" y="2218043"/>
                  <a:pt x="9120115" y="2217685"/>
                  <a:pt x="9120115" y="2217685"/>
                </a:cubicBezTo>
                <a:lnTo>
                  <a:pt x="9116583" y="2211544"/>
                </a:lnTo>
                <a:cubicBezTo>
                  <a:pt x="9116481" y="2211339"/>
                  <a:pt x="9116583" y="2210878"/>
                  <a:pt x="9116583" y="2210878"/>
                </a:cubicBezTo>
                <a:lnTo>
                  <a:pt x="9120115" y="2204736"/>
                </a:lnTo>
                <a:cubicBezTo>
                  <a:pt x="9120269" y="2204531"/>
                  <a:pt x="9120729" y="2204378"/>
                  <a:pt x="9120729" y="2204378"/>
                </a:cubicBezTo>
                <a:lnTo>
                  <a:pt x="9127792" y="2204378"/>
                </a:lnTo>
                <a:cubicBezTo>
                  <a:pt x="9128049" y="2204378"/>
                  <a:pt x="9128405" y="2204736"/>
                  <a:pt x="9128405" y="2204736"/>
                </a:cubicBezTo>
                <a:lnTo>
                  <a:pt x="9131938" y="2210878"/>
                </a:lnTo>
                <a:cubicBezTo>
                  <a:pt x="9132041" y="2211083"/>
                  <a:pt x="9131938" y="2211544"/>
                  <a:pt x="9131938" y="2211544"/>
                </a:cubicBezTo>
                <a:lnTo>
                  <a:pt x="9128405" y="2217685"/>
                </a:lnTo>
                <a:cubicBezTo>
                  <a:pt x="9128253" y="2217890"/>
                  <a:pt x="9127792" y="2218043"/>
                  <a:pt x="9127792" y="2218043"/>
                </a:cubicBezTo>
                <a:close/>
                <a:moveTo>
                  <a:pt x="9326025" y="2218043"/>
                </a:moveTo>
                <a:lnTo>
                  <a:pt x="9318960" y="2218043"/>
                </a:lnTo>
                <a:cubicBezTo>
                  <a:pt x="9318704" y="2218043"/>
                  <a:pt x="9318346" y="2217685"/>
                  <a:pt x="9318346" y="2217685"/>
                </a:cubicBezTo>
                <a:lnTo>
                  <a:pt x="9314815" y="2211544"/>
                </a:lnTo>
                <a:cubicBezTo>
                  <a:pt x="9314712" y="2211339"/>
                  <a:pt x="9314815" y="2210878"/>
                  <a:pt x="9314815" y="2210878"/>
                </a:cubicBezTo>
                <a:lnTo>
                  <a:pt x="9318346" y="2204736"/>
                </a:lnTo>
                <a:cubicBezTo>
                  <a:pt x="9318499" y="2204531"/>
                  <a:pt x="9318960" y="2204378"/>
                  <a:pt x="9318960" y="2204378"/>
                </a:cubicBezTo>
                <a:lnTo>
                  <a:pt x="9326025" y="2204378"/>
                </a:lnTo>
                <a:cubicBezTo>
                  <a:pt x="9326280" y="2204378"/>
                  <a:pt x="9326638" y="2204736"/>
                  <a:pt x="9326638" y="2204736"/>
                </a:cubicBezTo>
                <a:lnTo>
                  <a:pt x="9330169" y="2210878"/>
                </a:lnTo>
                <a:cubicBezTo>
                  <a:pt x="9330271" y="2211083"/>
                  <a:pt x="9330169" y="2211544"/>
                  <a:pt x="9330169" y="2211544"/>
                </a:cubicBezTo>
                <a:lnTo>
                  <a:pt x="9326638" y="2217685"/>
                </a:lnTo>
                <a:cubicBezTo>
                  <a:pt x="9326484" y="2217890"/>
                  <a:pt x="9326025" y="2218043"/>
                  <a:pt x="9326025" y="2218043"/>
                </a:cubicBezTo>
                <a:close/>
                <a:moveTo>
                  <a:pt x="9524243" y="2218043"/>
                </a:moveTo>
                <a:lnTo>
                  <a:pt x="9517180" y="2218043"/>
                </a:lnTo>
                <a:cubicBezTo>
                  <a:pt x="9516924" y="2218043"/>
                  <a:pt x="9516566" y="2217685"/>
                  <a:pt x="9516566" y="2217685"/>
                </a:cubicBezTo>
                <a:lnTo>
                  <a:pt x="9513035" y="2211544"/>
                </a:lnTo>
                <a:cubicBezTo>
                  <a:pt x="9512933" y="2211339"/>
                  <a:pt x="9513035" y="2210878"/>
                  <a:pt x="9513035" y="2210878"/>
                </a:cubicBezTo>
                <a:lnTo>
                  <a:pt x="9516566" y="2204736"/>
                </a:lnTo>
                <a:cubicBezTo>
                  <a:pt x="9516720" y="2204531"/>
                  <a:pt x="9517180" y="2204378"/>
                  <a:pt x="9517180" y="2204378"/>
                </a:cubicBezTo>
                <a:lnTo>
                  <a:pt x="9524243" y="2204378"/>
                </a:lnTo>
                <a:cubicBezTo>
                  <a:pt x="9524499" y="2204378"/>
                  <a:pt x="9524857" y="2204736"/>
                  <a:pt x="9524857" y="2204736"/>
                </a:cubicBezTo>
                <a:lnTo>
                  <a:pt x="9528389" y="2210878"/>
                </a:lnTo>
                <a:cubicBezTo>
                  <a:pt x="9528492" y="2211083"/>
                  <a:pt x="9528389" y="2211544"/>
                  <a:pt x="9528389" y="2211544"/>
                </a:cubicBezTo>
                <a:lnTo>
                  <a:pt x="9524857" y="2217685"/>
                </a:lnTo>
                <a:cubicBezTo>
                  <a:pt x="9524703" y="2217890"/>
                  <a:pt x="9524243" y="2218043"/>
                  <a:pt x="9524243" y="2218043"/>
                </a:cubicBezTo>
                <a:close/>
                <a:moveTo>
                  <a:pt x="9722506" y="2218043"/>
                </a:moveTo>
                <a:lnTo>
                  <a:pt x="9715445" y="2218043"/>
                </a:lnTo>
                <a:cubicBezTo>
                  <a:pt x="9715188" y="2218043"/>
                  <a:pt x="9714831" y="2217685"/>
                  <a:pt x="9714831" y="2217685"/>
                </a:cubicBezTo>
                <a:lnTo>
                  <a:pt x="9711298" y="2211544"/>
                </a:lnTo>
                <a:cubicBezTo>
                  <a:pt x="9711196" y="2211339"/>
                  <a:pt x="9711298" y="2210878"/>
                  <a:pt x="9711298" y="2210878"/>
                </a:cubicBezTo>
                <a:lnTo>
                  <a:pt x="9714831" y="2204736"/>
                </a:lnTo>
                <a:cubicBezTo>
                  <a:pt x="9714984" y="2204531"/>
                  <a:pt x="9715445" y="2204378"/>
                  <a:pt x="9715445" y="2204378"/>
                </a:cubicBezTo>
                <a:lnTo>
                  <a:pt x="9722506" y="2204378"/>
                </a:lnTo>
                <a:cubicBezTo>
                  <a:pt x="9722763" y="2204378"/>
                  <a:pt x="9723120" y="2204736"/>
                  <a:pt x="9723120" y="2204736"/>
                </a:cubicBezTo>
                <a:lnTo>
                  <a:pt x="9726653" y="2210878"/>
                </a:lnTo>
                <a:cubicBezTo>
                  <a:pt x="9726756" y="2211083"/>
                  <a:pt x="9726653" y="2211544"/>
                  <a:pt x="9726653" y="2211544"/>
                </a:cubicBezTo>
                <a:lnTo>
                  <a:pt x="9723120" y="2217685"/>
                </a:lnTo>
                <a:cubicBezTo>
                  <a:pt x="9722967" y="2217890"/>
                  <a:pt x="9722506" y="2218043"/>
                  <a:pt x="9722506" y="2218043"/>
                </a:cubicBezTo>
                <a:close/>
                <a:moveTo>
                  <a:pt x="9920829" y="2218043"/>
                </a:moveTo>
                <a:lnTo>
                  <a:pt x="9913766" y="2218043"/>
                </a:lnTo>
                <a:cubicBezTo>
                  <a:pt x="9913510" y="2218043"/>
                  <a:pt x="9913151" y="2217685"/>
                  <a:pt x="9913151" y="2217685"/>
                </a:cubicBezTo>
                <a:lnTo>
                  <a:pt x="9909621" y="2211544"/>
                </a:lnTo>
                <a:cubicBezTo>
                  <a:pt x="9909518" y="2211339"/>
                  <a:pt x="9909621" y="2210878"/>
                  <a:pt x="9909621" y="2210878"/>
                </a:cubicBezTo>
                <a:lnTo>
                  <a:pt x="9913151" y="2204736"/>
                </a:lnTo>
                <a:cubicBezTo>
                  <a:pt x="9913305" y="2204531"/>
                  <a:pt x="9913766" y="2204378"/>
                  <a:pt x="9913766" y="2204378"/>
                </a:cubicBezTo>
                <a:lnTo>
                  <a:pt x="9920829" y="2204378"/>
                </a:lnTo>
                <a:cubicBezTo>
                  <a:pt x="9921086" y="2204378"/>
                  <a:pt x="9921443" y="2204736"/>
                  <a:pt x="9921443" y="2204736"/>
                </a:cubicBezTo>
                <a:lnTo>
                  <a:pt x="9924975" y="2210878"/>
                </a:lnTo>
                <a:cubicBezTo>
                  <a:pt x="9925077" y="2211083"/>
                  <a:pt x="9924975" y="2211544"/>
                  <a:pt x="9924975" y="2211544"/>
                </a:cubicBezTo>
                <a:lnTo>
                  <a:pt x="9921443" y="2217685"/>
                </a:lnTo>
                <a:cubicBezTo>
                  <a:pt x="9921290" y="2217890"/>
                  <a:pt x="9920829" y="2218043"/>
                  <a:pt x="9920829" y="2218043"/>
                </a:cubicBezTo>
                <a:close/>
                <a:moveTo>
                  <a:pt x="10118970" y="2218043"/>
                </a:moveTo>
                <a:lnTo>
                  <a:pt x="10111908" y="2218043"/>
                </a:lnTo>
                <a:cubicBezTo>
                  <a:pt x="10111651" y="2218043"/>
                  <a:pt x="10111293" y="2217685"/>
                  <a:pt x="10111293" y="2217685"/>
                </a:cubicBezTo>
                <a:lnTo>
                  <a:pt x="10107762" y="2211544"/>
                </a:lnTo>
                <a:cubicBezTo>
                  <a:pt x="10107659" y="2211339"/>
                  <a:pt x="10107762" y="2210878"/>
                  <a:pt x="10107762" y="2210878"/>
                </a:cubicBezTo>
                <a:lnTo>
                  <a:pt x="10111293" y="2204736"/>
                </a:lnTo>
                <a:cubicBezTo>
                  <a:pt x="10111447" y="2204531"/>
                  <a:pt x="10111908" y="2204378"/>
                  <a:pt x="10111908" y="2204378"/>
                </a:cubicBezTo>
                <a:lnTo>
                  <a:pt x="10118970" y="2204378"/>
                </a:lnTo>
                <a:cubicBezTo>
                  <a:pt x="10119227" y="2204378"/>
                  <a:pt x="10119585" y="2204736"/>
                  <a:pt x="10119585" y="2204736"/>
                </a:cubicBezTo>
                <a:lnTo>
                  <a:pt x="10123116" y="2210878"/>
                </a:lnTo>
                <a:cubicBezTo>
                  <a:pt x="10123219" y="2211083"/>
                  <a:pt x="10123116" y="2211544"/>
                  <a:pt x="10123116" y="2211544"/>
                </a:cubicBezTo>
                <a:lnTo>
                  <a:pt x="10119585" y="2217685"/>
                </a:lnTo>
                <a:cubicBezTo>
                  <a:pt x="10119431" y="2217890"/>
                  <a:pt x="10118970" y="2218043"/>
                  <a:pt x="10118970" y="2218043"/>
                </a:cubicBezTo>
                <a:close/>
                <a:moveTo>
                  <a:pt x="10317231" y="2218043"/>
                </a:moveTo>
                <a:lnTo>
                  <a:pt x="10310168" y="2218043"/>
                </a:lnTo>
                <a:cubicBezTo>
                  <a:pt x="10309913" y="2218043"/>
                  <a:pt x="10309554" y="2217685"/>
                  <a:pt x="10309554" y="2217685"/>
                </a:cubicBezTo>
                <a:lnTo>
                  <a:pt x="10306023" y="2211544"/>
                </a:lnTo>
                <a:cubicBezTo>
                  <a:pt x="10305921" y="2211339"/>
                  <a:pt x="10306023" y="2210878"/>
                  <a:pt x="10306023" y="2210878"/>
                </a:cubicBezTo>
                <a:lnTo>
                  <a:pt x="10309554" y="2204736"/>
                </a:lnTo>
                <a:cubicBezTo>
                  <a:pt x="10309708" y="2204531"/>
                  <a:pt x="10310168" y="2204378"/>
                  <a:pt x="10310168" y="2204378"/>
                </a:cubicBezTo>
                <a:lnTo>
                  <a:pt x="10317231" y="2204378"/>
                </a:lnTo>
                <a:cubicBezTo>
                  <a:pt x="10317488" y="2204378"/>
                  <a:pt x="10317846" y="2204736"/>
                  <a:pt x="10317846" y="2204736"/>
                </a:cubicBezTo>
                <a:lnTo>
                  <a:pt x="10321378" y="2210878"/>
                </a:lnTo>
                <a:cubicBezTo>
                  <a:pt x="10321480" y="2211083"/>
                  <a:pt x="10321378" y="2211544"/>
                  <a:pt x="10321378" y="2211544"/>
                </a:cubicBezTo>
                <a:lnTo>
                  <a:pt x="10317846" y="2217685"/>
                </a:lnTo>
                <a:cubicBezTo>
                  <a:pt x="10317693" y="2217890"/>
                  <a:pt x="10317231" y="2218043"/>
                  <a:pt x="10317231" y="2218043"/>
                </a:cubicBezTo>
                <a:close/>
                <a:moveTo>
                  <a:pt x="11254" y="2381356"/>
                </a:moveTo>
                <a:lnTo>
                  <a:pt x="4192" y="2381356"/>
                </a:lnTo>
                <a:cubicBezTo>
                  <a:pt x="3935" y="2381356"/>
                  <a:pt x="3578" y="2380998"/>
                  <a:pt x="3578" y="2380998"/>
                </a:cubicBezTo>
                <a:lnTo>
                  <a:pt x="46" y="2374856"/>
                </a:lnTo>
                <a:cubicBezTo>
                  <a:pt x="-57" y="2374652"/>
                  <a:pt x="46" y="2374190"/>
                  <a:pt x="46" y="2374190"/>
                </a:cubicBezTo>
                <a:lnTo>
                  <a:pt x="3578" y="2368049"/>
                </a:lnTo>
                <a:cubicBezTo>
                  <a:pt x="3731" y="2367844"/>
                  <a:pt x="4192" y="2367690"/>
                  <a:pt x="4192" y="2367690"/>
                </a:cubicBezTo>
                <a:lnTo>
                  <a:pt x="11254" y="2367690"/>
                </a:lnTo>
                <a:cubicBezTo>
                  <a:pt x="11511" y="2367690"/>
                  <a:pt x="11868" y="2368049"/>
                  <a:pt x="11868" y="2368049"/>
                </a:cubicBezTo>
                <a:lnTo>
                  <a:pt x="15400" y="2374190"/>
                </a:lnTo>
                <a:cubicBezTo>
                  <a:pt x="15503" y="2374395"/>
                  <a:pt x="15400" y="2374856"/>
                  <a:pt x="15400" y="2374856"/>
                </a:cubicBezTo>
                <a:lnTo>
                  <a:pt x="11868" y="2380998"/>
                </a:lnTo>
                <a:cubicBezTo>
                  <a:pt x="11716" y="2381203"/>
                  <a:pt x="11254" y="2381356"/>
                  <a:pt x="11254" y="2381356"/>
                </a:cubicBezTo>
                <a:close/>
                <a:moveTo>
                  <a:pt x="209480" y="2381356"/>
                </a:moveTo>
                <a:lnTo>
                  <a:pt x="202416" y="2381356"/>
                </a:lnTo>
                <a:cubicBezTo>
                  <a:pt x="202160" y="2381356"/>
                  <a:pt x="201803" y="2380998"/>
                  <a:pt x="201803" y="2380998"/>
                </a:cubicBezTo>
                <a:lnTo>
                  <a:pt x="198270" y="2374856"/>
                </a:lnTo>
                <a:cubicBezTo>
                  <a:pt x="198168" y="2374652"/>
                  <a:pt x="198270" y="2374190"/>
                  <a:pt x="198270" y="2374190"/>
                </a:cubicBezTo>
                <a:lnTo>
                  <a:pt x="201803" y="2368049"/>
                </a:lnTo>
                <a:cubicBezTo>
                  <a:pt x="201955" y="2367844"/>
                  <a:pt x="202416" y="2367690"/>
                  <a:pt x="202416" y="2367690"/>
                </a:cubicBezTo>
                <a:lnTo>
                  <a:pt x="209480" y="2367690"/>
                </a:lnTo>
                <a:cubicBezTo>
                  <a:pt x="209735" y="2367690"/>
                  <a:pt x="210094" y="2368049"/>
                  <a:pt x="210094" y="2368049"/>
                </a:cubicBezTo>
                <a:lnTo>
                  <a:pt x="213625" y="2374190"/>
                </a:lnTo>
                <a:cubicBezTo>
                  <a:pt x="213727" y="2374395"/>
                  <a:pt x="213625" y="2374856"/>
                  <a:pt x="213625" y="2374856"/>
                </a:cubicBezTo>
                <a:lnTo>
                  <a:pt x="210094" y="2380998"/>
                </a:lnTo>
                <a:cubicBezTo>
                  <a:pt x="209940" y="2381203"/>
                  <a:pt x="209480" y="2381356"/>
                  <a:pt x="209480" y="2381356"/>
                </a:cubicBezTo>
                <a:close/>
                <a:moveTo>
                  <a:pt x="407754" y="2381356"/>
                </a:moveTo>
                <a:lnTo>
                  <a:pt x="400692" y="2381356"/>
                </a:lnTo>
                <a:cubicBezTo>
                  <a:pt x="400436" y="2381356"/>
                  <a:pt x="400078" y="2380998"/>
                  <a:pt x="400078" y="2380998"/>
                </a:cubicBezTo>
                <a:lnTo>
                  <a:pt x="396546" y="2374856"/>
                </a:lnTo>
                <a:cubicBezTo>
                  <a:pt x="396444" y="2374652"/>
                  <a:pt x="396546" y="2374190"/>
                  <a:pt x="396546" y="2374190"/>
                </a:cubicBezTo>
                <a:lnTo>
                  <a:pt x="400078" y="2368049"/>
                </a:lnTo>
                <a:cubicBezTo>
                  <a:pt x="400231" y="2367844"/>
                  <a:pt x="400692" y="2367690"/>
                  <a:pt x="400692" y="2367690"/>
                </a:cubicBezTo>
                <a:lnTo>
                  <a:pt x="407754" y="2367690"/>
                </a:lnTo>
                <a:cubicBezTo>
                  <a:pt x="408011" y="2367690"/>
                  <a:pt x="408369" y="2368049"/>
                  <a:pt x="408369" y="2368049"/>
                </a:cubicBezTo>
                <a:lnTo>
                  <a:pt x="411900" y="2374190"/>
                </a:lnTo>
                <a:cubicBezTo>
                  <a:pt x="412002" y="2374395"/>
                  <a:pt x="411900" y="2374856"/>
                  <a:pt x="411900" y="2374856"/>
                </a:cubicBezTo>
                <a:lnTo>
                  <a:pt x="408369" y="2380998"/>
                </a:lnTo>
                <a:cubicBezTo>
                  <a:pt x="408214" y="2381203"/>
                  <a:pt x="407754" y="2381356"/>
                  <a:pt x="407754" y="2381356"/>
                </a:cubicBezTo>
                <a:close/>
                <a:moveTo>
                  <a:pt x="605979" y="2381356"/>
                </a:moveTo>
                <a:lnTo>
                  <a:pt x="598916" y="2381356"/>
                </a:lnTo>
                <a:cubicBezTo>
                  <a:pt x="598661" y="2381356"/>
                  <a:pt x="598302" y="2380998"/>
                  <a:pt x="598302" y="2380998"/>
                </a:cubicBezTo>
                <a:lnTo>
                  <a:pt x="594770" y="2374856"/>
                </a:lnTo>
                <a:cubicBezTo>
                  <a:pt x="594668" y="2374652"/>
                  <a:pt x="594770" y="2374190"/>
                  <a:pt x="594770" y="2374190"/>
                </a:cubicBezTo>
                <a:lnTo>
                  <a:pt x="598302" y="2368049"/>
                </a:lnTo>
                <a:cubicBezTo>
                  <a:pt x="598455" y="2367844"/>
                  <a:pt x="598916" y="2367690"/>
                  <a:pt x="598916" y="2367690"/>
                </a:cubicBezTo>
                <a:lnTo>
                  <a:pt x="605979" y="2367690"/>
                </a:lnTo>
                <a:cubicBezTo>
                  <a:pt x="606235" y="2367690"/>
                  <a:pt x="606593" y="2368049"/>
                  <a:pt x="606593" y="2368049"/>
                </a:cubicBezTo>
                <a:lnTo>
                  <a:pt x="610125" y="2374190"/>
                </a:lnTo>
                <a:cubicBezTo>
                  <a:pt x="610227" y="2374395"/>
                  <a:pt x="610125" y="2374856"/>
                  <a:pt x="610125" y="2374856"/>
                </a:cubicBezTo>
                <a:lnTo>
                  <a:pt x="606593" y="2380998"/>
                </a:lnTo>
                <a:cubicBezTo>
                  <a:pt x="606440" y="2381203"/>
                  <a:pt x="605979" y="2381356"/>
                  <a:pt x="605979" y="2381356"/>
                </a:cubicBezTo>
                <a:close/>
                <a:moveTo>
                  <a:pt x="804204" y="2381356"/>
                </a:moveTo>
                <a:lnTo>
                  <a:pt x="797140" y="2381356"/>
                </a:lnTo>
                <a:cubicBezTo>
                  <a:pt x="796886" y="2381356"/>
                  <a:pt x="796526" y="2380998"/>
                  <a:pt x="796526" y="2380998"/>
                </a:cubicBezTo>
                <a:lnTo>
                  <a:pt x="792995" y="2374856"/>
                </a:lnTo>
                <a:cubicBezTo>
                  <a:pt x="792893" y="2374652"/>
                  <a:pt x="792995" y="2374190"/>
                  <a:pt x="792995" y="2374190"/>
                </a:cubicBezTo>
                <a:lnTo>
                  <a:pt x="796526" y="2368049"/>
                </a:lnTo>
                <a:cubicBezTo>
                  <a:pt x="796680" y="2367844"/>
                  <a:pt x="797140" y="2367690"/>
                  <a:pt x="797140" y="2367690"/>
                </a:cubicBezTo>
                <a:lnTo>
                  <a:pt x="804204" y="2367690"/>
                </a:lnTo>
                <a:cubicBezTo>
                  <a:pt x="804460" y="2367690"/>
                  <a:pt x="804818" y="2368049"/>
                  <a:pt x="804818" y="2368049"/>
                </a:cubicBezTo>
                <a:lnTo>
                  <a:pt x="808350" y="2374190"/>
                </a:lnTo>
                <a:cubicBezTo>
                  <a:pt x="808452" y="2374395"/>
                  <a:pt x="808350" y="2374856"/>
                  <a:pt x="808350" y="2374856"/>
                </a:cubicBezTo>
                <a:lnTo>
                  <a:pt x="804818" y="2380998"/>
                </a:lnTo>
                <a:cubicBezTo>
                  <a:pt x="804665" y="2381203"/>
                  <a:pt x="804204" y="2381356"/>
                  <a:pt x="804204" y="2381356"/>
                </a:cubicBezTo>
                <a:close/>
                <a:moveTo>
                  <a:pt x="1002428" y="2381356"/>
                </a:moveTo>
                <a:lnTo>
                  <a:pt x="995366" y="2381356"/>
                </a:lnTo>
                <a:cubicBezTo>
                  <a:pt x="995110" y="2381356"/>
                  <a:pt x="994752" y="2380998"/>
                  <a:pt x="994752" y="2380998"/>
                </a:cubicBezTo>
                <a:lnTo>
                  <a:pt x="991220" y="2374856"/>
                </a:lnTo>
                <a:cubicBezTo>
                  <a:pt x="991117" y="2374652"/>
                  <a:pt x="991220" y="2374190"/>
                  <a:pt x="991220" y="2374190"/>
                </a:cubicBezTo>
                <a:lnTo>
                  <a:pt x="994752" y="2368049"/>
                </a:lnTo>
                <a:cubicBezTo>
                  <a:pt x="994905" y="2367844"/>
                  <a:pt x="995366" y="2367690"/>
                  <a:pt x="995366" y="2367690"/>
                </a:cubicBezTo>
                <a:lnTo>
                  <a:pt x="1002428" y="2367690"/>
                </a:lnTo>
                <a:cubicBezTo>
                  <a:pt x="1002685" y="2367690"/>
                  <a:pt x="1003042" y="2368049"/>
                  <a:pt x="1003042" y="2368049"/>
                </a:cubicBezTo>
                <a:lnTo>
                  <a:pt x="1006574" y="2374190"/>
                </a:lnTo>
                <a:cubicBezTo>
                  <a:pt x="1006677" y="2374395"/>
                  <a:pt x="1006574" y="2374856"/>
                  <a:pt x="1006574" y="2374856"/>
                </a:cubicBezTo>
                <a:lnTo>
                  <a:pt x="1003042" y="2380998"/>
                </a:lnTo>
                <a:cubicBezTo>
                  <a:pt x="1002889" y="2381203"/>
                  <a:pt x="1002428" y="2381356"/>
                  <a:pt x="1002428" y="2381356"/>
                </a:cubicBezTo>
                <a:close/>
                <a:moveTo>
                  <a:pt x="1200704" y="2381356"/>
                </a:moveTo>
                <a:lnTo>
                  <a:pt x="1193642" y="2381356"/>
                </a:lnTo>
                <a:cubicBezTo>
                  <a:pt x="1193386" y="2381356"/>
                  <a:pt x="1193028" y="2380998"/>
                  <a:pt x="1193028" y="2380998"/>
                </a:cubicBezTo>
                <a:lnTo>
                  <a:pt x="1189495" y="2374856"/>
                </a:lnTo>
                <a:cubicBezTo>
                  <a:pt x="1189393" y="2374652"/>
                  <a:pt x="1189495" y="2374190"/>
                  <a:pt x="1189495" y="2374190"/>
                </a:cubicBezTo>
                <a:lnTo>
                  <a:pt x="1193028" y="2368049"/>
                </a:lnTo>
                <a:cubicBezTo>
                  <a:pt x="1193180" y="2367844"/>
                  <a:pt x="1193642" y="2367690"/>
                  <a:pt x="1193642" y="2367690"/>
                </a:cubicBezTo>
                <a:lnTo>
                  <a:pt x="1200704" y="2367690"/>
                </a:lnTo>
                <a:cubicBezTo>
                  <a:pt x="1200960" y="2367690"/>
                  <a:pt x="1201318" y="2368049"/>
                  <a:pt x="1201318" y="2368049"/>
                </a:cubicBezTo>
                <a:lnTo>
                  <a:pt x="1204850" y="2374190"/>
                </a:lnTo>
                <a:cubicBezTo>
                  <a:pt x="1204952" y="2374395"/>
                  <a:pt x="1204850" y="2374856"/>
                  <a:pt x="1204850" y="2374856"/>
                </a:cubicBezTo>
                <a:lnTo>
                  <a:pt x="1201318" y="2380998"/>
                </a:lnTo>
                <a:cubicBezTo>
                  <a:pt x="1201165" y="2381203"/>
                  <a:pt x="1200704" y="2381356"/>
                  <a:pt x="1200704" y="2381356"/>
                </a:cubicBezTo>
                <a:close/>
                <a:moveTo>
                  <a:pt x="1398928" y="2381356"/>
                </a:moveTo>
                <a:lnTo>
                  <a:pt x="1391866" y="2381356"/>
                </a:lnTo>
                <a:cubicBezTo>
                  <a:pt x="1391610" y="2381356"/>
                  <a:pt x="1391252" y="2380998"/>
                  <a:pt x="1391252" y="2380998"/>
                </a:cubicBezTo>
                <a:lnTo>
                  <a:pt x="1387720" y="2374856"/>
                </a:lnTo>
                <a:cubicBezTo>
                  <a:pt x="1387617" y="2374652"/>
                  <a:pt x="1387720" y="2374190"/>
                  <a:pt x="1387720" y="2374190"/>
                </a:cubicBezTo>
                <a:lnTo>
                  <a:pt x="1391252" y="2368049"/>
                </a:lnTo>
                <a:cubicBezTo>
                  <a:pt x="1391406" y="2367844"/>
                  <a:pt x="1391866" y="2367690"/>
                  <a:pt x="1391866" y="2367690"/>
                </a:cubicBezTo>
                <a:lnTo>
                  <a:pt x="1398928" y="2367690"/>
                </a:lnTo>
                <a:cubicBezTo>
                  <a:pt x="1399185" y="2367690"/>
                  <a:pt x="1399544" y="2368049"/>
                  <a:pt x="1399544" y="2368049"/>
                </a:cubicBezTo>
                <a:lnTo>
                  <a:pt x="1403074" y="2374190"/>
                </a:lnTo>
                <a:cubicBezTo>
                  <a:pt x="1403177" y="2374395"/>
                  <a:pt x="1403074" y="2374856"/>
                  <a:pt x="1403074" y="2374856"/>
                </a:cubicBezTo>
                <a:lnTo>
                  <a:pt x="1399544" y="2380998"/>
                </a:lnTo>
                <a:cubicBezTo>
                  <a:pt x="1399389" y="2381203"/>
                  <a:pt x="1398928" y="2381356"/>
                  <a:pt x="1398928" y="2381356"/>
                </a:cubicBezTo>
                <a:close/>
                <a:moveTo>
                  <a:pt x="1597154" y="2381356"/>
                </a:moveTo>
                <a:lnTo>
                  <a:pt x="1590090" y="2381356"/>
                </a:lnTo>
                <a:cubicBezTo>
                  <a:pt x="1589834" y="2381356"/>
                  <a:pt x="1589476" y="2380998"/>
                  <a:pt x="1589476" y="2380998"/>
                </a:cubicBezTo>
                <a:lnTo>
                  <a:pt x="1585944" y="2374856"/>
                </a:lnTo>
                <a:cubicBezTo>
                  <a:pt x="1585842" y="2374652"/>
                  <a:pt x="1585944" y="2374190"/>
                  <a:pt x="1585944" y="2374190"/>
                </a:cubicBezTo>
                <a:lnTo>
                  <a:pt x="1589476" y="2368049"/>
                </a:lnTo>
                <a:cubicBezTo>
                  <a:pt x="1589630" y="2367844"/>
                  <a:pt x="1590090" y="2367690"/>
                  <a:pt x="1590090" y="2367690"/>
                </a:cubicBezTo>
                <a:lnTo>
                  <a:pt x="1597154" y="2367690"/>
                </a:lnTo>
                <a:cubicBezTo>
                  <a:pt x="1597409" y="2367690"/>
                  <a:pt x="1597768" y="2368049"/>
                  <a:pt x="1597768" y="2368049"/>
                </a:cubicBezTo>
                <a:lnTo>
                  <a:pt x="1601298" y="2374190"/>
                </a:lnTo>
                <a:cubicBezTo>
                  <a:pt x="1601401" y="2374395"/>
                  <a:pt x="1601298" y="2374856"/>
                  <a:pt x="1601298" y="2374856"/>
                </a:cubicBezTo>
                <a:lnTo>
                  <a:pt x="1597768" y="2380998"/>
                </a:lnTo>
                <a:cubicBezTo>
                  <a:pt x="1597614" y="2381203"/>
                  <a:pt x="1597154" y="2381356"/>
                  <a:pt x="1597154" y="2381356"/>
                </a:cubicBezTo>
                <a:close/>
                <a:moveTo>
                  <a:pt x="1795378" y="2381356"/>
                </a:moveTo>
                <a:lnTo>
                  <a:pt x="1788315" y="2381356"/>
                </a:lnTo>
                <a:cubicBezTo>
                  <a:pt x="1788060" y="2381356"/>
                  <a:pt x="1787701" y="2380998"/>
                  <a:pt x="1787701" y="2380998"/>
                </a:cubicBezTo>
                <a:lnTo>
                  <a:pt x="1784170" y="2374856"/>
                </a:lnTo>
                <a:cubicBezTo>
                  <a:pt x="1784067" y="2374652"/>
                  <a:pt x="1784170" y="2374190"/>
                  <a:pt x="1784170" y="2374190"/>
                </a:cubicBezTo>
                <a:lnTo>
                  <a:pt x="1787701" y="2368049"/>
                </a:lnTo>
                <a:cubicBezTo>
                  <a:pt x="1787854" y="2367844"/>
                  <a:pt x="1788315" y="2367690"/>
                  <a:pt x="1788315" y="2367690"/>
                </a:cubicBezTo>
                <a:lnTo>
                  <a:pt x="1795378" y="2367690"/>
                </a:lnTo>
                <a:cubicBezTo>
                  <a:pt x="1795634" y="2367690"/>
                  <a:pt x="1795992" y="2368049"/>
                  <a:pt x="1795992" y="2368049"/>
                </a:cubicBezTo>
                <a:lnTo>
                  <a:pt x="1799524" y="2374190"/>
                </a:lnTo>
                <a:cubicBezTo>
                  <a:pt x="1799626" y="2374395"/>
                  <a:pt x="1799524" y="2374856"/>
                  <a:pt x="1799524" y="2374856"/>
                </a:cubicBezTo>
                <a:lnTo>
                  <a:pt x="1795992" y="2380998"/>
                </a:lnTo>
                <a:cubicBezTo>
                  <a:pt x="1795838" y="2381203"/>
                  <a:pt x="1795378" y="2381356"/>
                  <a:pt x="1795378" y="2381356"/>
                </a:cubicBezTo>
                <a:close/>
                <a:moveTo>
                  <a:pt x="1993654" y="2381356"/>
                </a:moveTo>
                <a:lnTo>
                  <a:pt x="1986590" y="2381356"/>
                </a:lnTo>
                <a:cubicBezTo>
                  <a:pt x="1986336" y="2381356"/>
                  <a:pt x="1985976" y="2380998"/>
                  <a:pt x="1985976" y="2380998"/>
                </a:cubicBezTo>
                <a:lnTo>
                  <a:pt x="1982445" y="2374856"/>
                </a:lnTo>
                <a:cubicBezTo>
                  <a:pt x="1982343" y="2374652"/>
                  <a:pt x="1982445" y="2374190"/>
                  <a:pt x="1982445" y="2374190"/>
                </a:cubicBezTo>
                <a:lnTo>
                  <a:pt x="1985976" y="2368049"/>
                </a:lnTo>
                <a:cubicBezTo>
                  <a:pt x="1986130" y="2367844"/>
                  <a:pt x="1986590" y="2367690"/>
                  <a:pt x="1986590" y="2367690"/>
                </a:cubicBezTo>
                <a:lnTo>
                  <a:pt x="1993654" y="2367690"/>
                </a:lnTo>
                <a:cubicBezTo>
                  <a:pt x="1993910" y="2367690"/>
                  <a:pt x="1994268" y="2368049"/>
                  <a:pt x="1994268" y="2368049"/>
                </a:cubicBezTo>
                <a:lnTo>
                  <a:pt x="1997800" y="2374190"/>
                </a:lnTo>
                <a:cubicBezTo>
                  <a:pt x="1997902" y="2374395"/>
                  <a:pt x="1997800" y="2374856"/>
                  <a:pt x="1997800" y="2374856"/>
                </a:cubicBezTo>
                <a:lnTo>
                  <a:pt x="1994268" y="2380998"/>
                </a:lnTo>
                <a:cubicBezTo>
                  <a:pt x="1994114" y="2381203"/>
                  <a:pt x="1993654" y="2381356"/>
                  <a:pt x="1993654" y="2381356"/>
                </a:cubicBezTo>
                <a:close/>
                <a:moveTo>
                  <a:pt x="2189611" y="2387197"/>
                </a:moveTo>
                <a:lnTo>
                  <a:pt x="2182548" y="2387197"/>
                </a:lnTo>
                <a:cubicBezTo>
                  <a:pt x="2182291" y="2387197"/>
                  <a:pt x="2181933" y="2386839"/>
                  <a:pt x="2181933" y="2386839"/>
                </a:cubicBezTo>
                <a:lnTo>
                  <a:pt x="2178401" y="2380697"/>
                </a:lnTo>
                <a:cubicBezTo>
                  <a:pt x="2178299" y="2380492"/>
                  <a:pt x="2178401" y="2380032"/>
                  <a:pt x="2178401" y="2380032"/>
                </a:cubicBezTo>
                <a:lnTo>
                  <a:pt x="2181933" y="2373890"/>
                </a:lnTo>
                <a:cubicBezTo>
                  <a:pt x="2182087" y="2373685"/>
                  <a:pt x="2182548" y="2373532"/>
                  <a:pt x="2182548" y="2373532"/>
                </a:cubicBezTo>
                <a:lnTo>
                  <a:pt x="2189611" y="2373532"/>
                </a:lnTo>
                <a:cubicBezTo>
                  <a:pt x="2189865" y="2373532"/>
                  <a:pt x="2190225" y="2373890"/>
                  <a:pt x="2190225" y="2373890"/>
                </a:cubicBezTo>
                <a:lnTo>
                  <a:pt x="2193757" y="2380032"/>
                </a:lnTo>
                <a:cubicBezTo>
                  <a:pt x="2193859" y="2380237"/>
                  <a:pt x="2193757" y="2380697"/>
                  <a:pt x="2193757" y="2380697"/>
                </a:cubicBezTo>
                <a:lnTo>
                  <a:pt x="2190225" y="2386839"/>
                </a:lnTo>
                <a:cubicBezTo>
                  <a:pt x="2190071" y="2387043"/>
                  <a:pt x="2189611" y="2387197"/>
                  <a:pt x="2189611" y="2387197"/>
                </a:cubicBezTo>
                <a:close/>
                <a:moveTo>
                  <a:pt x="2387835" y="2387197"/>
                </a:moveTo>
                <a:lnTo>
                  <a:pt x="2380773" y="2387197"/>
                </a:lnTo>
                <a:cubicBezTo>
                  <a:pt x="2380515" y="2387197"/>
                  <a:pt x="2380159" y="2386839"/>
                  <a:pt x="2380159" y="2386839"/>
                </a:cubicBezTo>
                <a:lnTo>
                  <a:pt x="2376626" y="2380697"/>
                </a:lnTo>
                <a:cubicBezTo>
                  <a:pt x="2376523" y="2380492"/>
                  <a:pt x="2376626" y="2380032"/>
                  <a:pt x="2376626" y="2380032"/>
                </a:cubicBezTo>
                <a:lnTo>
                  <a:pt x="2380159" y="2373890"/>
                </a:lnTo>
                <a:cubicBezTo>
                  <a:pt x="2380312" y="2373685"/>
                  <a:pt x="2380773" y="2373532"/>
                  <a:pt x="2380773" y="2373532"/>
                </a:cubicBezTo>
                <a:lnTo>
                  <a:pt x="2387835" y="2373532"/>
                </a:lnTo>
                <a:cubicBezTo>
                  <a:pt x="2388091" y="2373532"/>
                  <a:pt x="2388449" y="2373890"/>
                  <a:pt x="2388449" y="2373890"/>
                </a:cubicBezTo>
                <a:lnTo>
                  <a:pt x="2391981" y="2380032"/>
                </a:lnTo>
                <a:cubicBezTo>
                  <a:pt x="2392083" y="2380237"/>
                  <a:pt x="2391981" y="2380697"/>
                  <a:pt x="2391981" y="2380697"/>
                </a:cubicBezTo>
                <a:lnTo>
                  <a:pt x="2388449" y="2386839"/>
                </a:lnTo>
                <a:cubicBezTo>
                  <a:pt x="2388296" y="2387043"/>
                  <a:pt x="2387835" y="2387197"/>
                  <a:pt x="2387835" y="2387197"/>
                </a:cubicBezTo>
                <a:close/>
                <a:moveTo>
                  <a:pt x="2586060" y="2387197"/>
                </a:moveTo>
                <a:lnTo>
                  <a:pt x="2578998" y="2387197"/>
                </a:lnTo>
                <a:cubicBezTo>
                  <a:pt x="2578740" y="2387197"/>
                  <a:pt x="2578383" y="2386839"/>
                  <a:pt x="2578383" y="2386839"/>
                </a:cubicBezTo>
                <a:lnTo>
                  <a:pt x="2574850" y="2380697"/>
                </a:lnTo>
                <a:cubicBezTo>
                  <a:pt x="2574749" y="2380492"/>
                  <a:pt x="2574850" y="2380032"/>
                  <a:pt x="2574850" y="2380032"/>
                </a:cubicBezTo>
                <a:lnTo>
                  <a:pt x="2578383" y="2373890"/>
                </a:lnTo>
                <a:cubicBezTo>
                  <a:pt x="2578536" y="2373685"/>
                  <a:pt x="2578998" y="2373532"/>
                  <a:pt x="2578998" y="2373532"/>
                </a:cubicBezTo>
                <a:lnTo>
                  <a:pt x="2586060" y="2373532"/>
                </a:lnTo>
                <a:cubicBezTo>
                  <a:pt x="2586316" y="2373532"/>
                  <a:pt x="2586674" y="2373890"/>
                  <a:pt x="2586674" y="2373890"/>
                </a:cubicBezTo>
                <a:lnTo>
                  <a:pt x="2590205" y="2380032"/>
                </a:lnTo>
                <a:cubicBezTo>
                  <a:pt x="2590308" y="2380237"/>
                  <a:pt x="2590205" y="2380697"/>
                  <a:pt x="2590205" y="2380697"/>
                </a:cubicBezTo>
                <a:lnTo>
                  <a:pt x="2586674" y="2386839"/>
                </a:lnTo>
                <a:cubicBezTo>
                  <a:pt x="2586520" y="2387043"/>
                  <a:pt x="2586060" y="2387197"/>
                  <a:pt x="2586060" y="2387197"/>
                </a:cubicBezTo>
                <a:close/>
                <a:moveTo>
                  <a:pt x="2784284" y="2387197"/>
                </a:moveTo>
                <a:lnTo>
                  <a:pt x="2777221" y="2387197"/>
                </a:lnTo>
                <a:cubicBezTo>
                  <a:pt x="2776966" y="2387197"/>
                  <a:pt x="2776607" y="2386839"/>
                  <a:pt x="2776607" y="2386839"/>
                </a:cubicBezTo>
                <a:lnTo>
                  <a:pt x="2773075" y="2380697"/>
                </a:lnTo>
                <a:cubicBezTo>
                  <a:pt x="2772973" y="2380492"/>
                  <a:pt x="2773075" y="2380032"/>
                  <a:pt x="2773075" y="2380032"/>
                </a:cubicBezTo>
                <a:lnTo>
                  <a:pt x="2776607" y="2373890"/>
                </a:lnTo>
                <a:cubicBezTo>
                  <a:pt x="2776760" y="2373685"/>
                  <a:pt x="2777221" y="2373532"/>
                  <a:pt x="2777221" y="2373532"/>
                </a:cubicBezTo>
                <a:lnTo>
                  <a:pt x="2784284" y="2373532"/>
                </a:lnTo>
                <a:cubicBezTo>
                  <a:pt x="2784540" y="2373532"/>
                  <a:pt x="2784898" y="2373890"/>
                  <a:pt x="2784898" y="2373890"/>
                </a:cubicBezTo>
                <a:lnTo>
                  <a:pt x="2788430" y="2380032"/>
                </a:lnTo>
                <a:cubicBezTo>
                  <a:pt x="2788532" y="2380237"/>
                  <a:pt x="2788430" y="2380697"/>
                  <a:pt x="2788430" y="2380697"/>
                </a:cubicBezTo>
                <a:lnTo>
                  <a:pt x="2784898" y="2386839"/>
                </a:lnTo>
                <a:cubicBezTo>
                  <a:pt x="2784744" y="2387043"/>
                  <a:pt x="2784284" y="2387197"/>
                  <a:pt x="2784284" y="2387197"/>
                </a:cubicBezTo>
                <a:close/>
                <a:moveTo>
                  <a:pt x="2982559" y="2387197"/>
                </a:moveTo>
                <a:lnTo>
                  <a:pt x="2975496" y="2387197"/>
                </a:lnTo>
                <a:cubicBezTo>
                  <a:pt x="2975241" y="2387197"/>
                  <a:pt x="2974882" y="2386839"/>
                  <a:pt x="2974882" y="2386839"/>
                </a:cubicBezTo>
                <a:lnTo>
                  <a:pt x="2971351" y="2380697"/>
                </a:lnTo>
                <a:cubicBezTo>
                  <a:pt x="2971249" y="2380492"/>
                  <a:pt x="2971351" y="2380032"/>
                  <a:pt x="2971351" y="2380032"/>
                </a:cubicBezTo>
                <a:lnTo>
                  <a:pt x="2974882" y="2373890"/>
                </a:lnTo>
                <a:cubicBezTo>
                  <a:pt x="2975036" y="2373685"/>
                  <a:pt x="2975496" y="2373532"/>
                  <a:pt x="2975496" y="2373532"/>
                </a:cubicBezTo>
                <a:lnTo>
                  <a:pt x="2982559" y="2373532"/>
                </a:lnTo>
                <a:cubicBezTo>
                  <a:pt x="2982815" y="2373532"/>
                  <a:pt x="2983173" y="2373890"/>
                  <a:pt x="2983173" y="2373890"/>
                </a:cubicBezTo>
                <a:lnTo>
                  <a:pt x="2986706" y="2380032"/>
                </a:lnTo>
                <a:cubicBezTo>
                  <a:pt x="2986808" y="2380237"/>
                  <a:pt x="2986706" y="2380697"/>
                  <a:pt x="2986706" y="2380697"/>
                </a:cubicBezTo>
                <a:lnTo>
                  <a:pt x="2983173" y="2386839"/>
                </a:lnTo>
                <a:cubicBezTo>
                  <a:pt x="2983020" y="2387043"/>
                  <a:pt x="2982559" y="2387197"/>
                  <a:pt x="2982559" y="2387197"/>
                </a:cubicBezTo>
                <a:close/>
                <a:moveTo>
                  <a:pt x="3180784" y="2387197"/>
                </a:moveTo>
                <a:lnTo>
                  <a:pt x="3173721" y="2387197"/>
                </a:lnTo>
                <a:cubicBezTo>
                  <a:pt x="3173466" y="2387197"/>
                  <a:pt x="3173107" y="2386839"/>
                  <a:pt x="3173107" y="2386839"/>
                </a:cubicBezTo>
                <a:lnTo>
                  <a:pt x="3169576" y="2380697"/>
                </a:lnTo>
                <a:cubicBezTo>
                  <a:pt x="3169473" y="2380492"/>
                  <a:pt x="3169576" y="2380032"/>
                  <a:pt x="3169576" y="2380032"/>
                </a:cubicBezTo>
                <a:lnTo>
                  <a:pt x="3173107" y="2373890"/>
                </a:lnTo>
                <a:cubicBezTo>
                  <a:pt x="3173261" y="2373685"/>
                  <a:pt x="3173721" y="2373532"/>
                  <a:pt x="3173721" y="2373532"/>
                </a:cubicBezTo>
                <a:lnTo>
                  <a:pt x="3180784" y="2373532"/>
                </a:lnTo>
                <a:cubicBezTo>
                  <a:pt x="3181040" y="2373532"/>
                  <a:pt x="3181398" y="2373890"/>
                  <a:pt x="3181398" y="2373890"/>
                </a:cubicBezTo>
                <a:lnTo>
                  <a:pt x="3184931" y="2380032"/>
                </a:lnTo>
                <a:cubicBezTo>
                  <a:pt x="3185033" y="2380237"/>
                  <a:pt x="3184931" y="2380697"/>
                  <a:pt x="3184931" y="2380697"/>
                </a:cubicBezTo>
                <a:lnTo>
                  <a:pt x="3181398" y="2386839"/>
                </a:lnTo>
                <a:cubicBezTo>
                  <a:pt x="3181245" y="2387043"/>
                  <a:pt x="3180784" y="2387197"/>
                  <a:pt x="3180784" y="2387197"/>
                </a:cubicBezTo>
                <a:close/>
                <a:moveTo>
                  <a:pt x="3379008" y="2387197"/>
                </a:moveTo>
                <a:lnTo>
                  <a:pt x="3371947" y="2387197"/>
                </a:lnTo>
                <a:cubicBezTo>
                  <a:pt x="3371690" y="2387197"/>
                  <a:pt x="3371332" y="2386839"/>
                  <a:pt x="3371332" y="2386839"/>
                </a:cubicBezTo>
                <a:lnTo>
                  <a:pt x="3367800" y="2380697"/>
                </a:lnTo>
                <a:cubicBezTo>
                  <a:pt x="3367697" y="2380492"/>
                  <a:pt x="3367800" y="2380032"/>
                  <a:pt x="3367800" y="2380032"/>
                </a:cubicBezTo>
                <a:lnTo>
                  <a:pt x="3371332" y="2373890"/>
                </a:lnTo>
                <a:cubicBezTo>
                  <a:pt x="3371485" y="2373685"/>
                  <a:pt x="3371947" y="2373532"/>
                  <a:pt x="3371947" y="2373532"/>
                </a:cubicBezTo>
                <a:lnTo>
                  <a:pt x="3379008" y="2373532"/>
                </a:lnTo>
                <a:cubicBezTo>
                  <a:pt x="3379265" y="2373532"/>
                  <a:pt x="3379624" y="2373890"/>
                  <a:pt x="3379624" y="2373890"/>
                </a:cubicBezTo>
                <a:lnTo>
                  <a:pt x="3383155" y="2380032"/>
                </a:lnTo>
                <a:cubicBezTo>
                  <a:pt x="3383257" y="2380237"/>
                  <a:pt x="3383155" y="2380697"/>
                  <a:pt x="3383155" y="2380697"/>
                </a:cubicBezTo>
                <a:lnTo>
                  <a:pt x="3379624" y="2386839"/>
                </a:lnTo>
                <a:cubicBezTo>
                  <a:pt x="3379470" y="2387043"/>
                  <a:pt x="3379008" y="2387197"/>
                  <a:pt x="3379008" y="2387197"/>
                </a:cubicBezTo>
                <a:close/>
                <a:moveTo>
                  <a:pt x="3577234" y="2387197"/>
                </a:moveTo>
                <a:lnTo>
                  <a:pt x="3570172" y="2387197"/>
                </a:lnTo>
                <a:cubicBezTo>
                  <a:pt x="3569914" y="2387197"/>
                  <a:pt x="3569557" y="2386839"/>
                  <a:pt x="3569557" y="2386839"/>
                </a:cubicBezTo>
                <a:lnTo>
                  <a:pt x="3566024" y="2380697"/>
                </a:lnTo>
                <a:cubicBezTo>
                  <a:pt x="3565922" y="2380492"/>
                  <a:pt x="3566024" y="2380032"/>
                  <a:pt x="3566024" y="2380032"/>
                </a:cubicBezTo>
                <a:lnTo>
                  <a:pt x="3569557" y="2373890"/>
                </a:lnTo>
                <a:cubicBezTo>
                  <a:pt x="3569709" y="2373685"/>
                  <a:pt x="3570172" y="2373532"/>
                  <a:pt x="3570172" y="2373532"/>
                </a:cubicBezTo>
                <a:lnTo>
                  <a:pt x="3577234" y="2373532"/>
                </a:lnTo>
                <a:cubicBezTo>
                  <a:pt x="3577489" y="2373532"/>
                  <a:pt x="3577848" y="2373890"/>
                  <a:pt x="3577848" y="2373890"/>
                </a:cubicBezTo>
                <a:lnTo>
                  <a:pt x="3581379" y="2380032"/>
                </a:lnTo>
                <a:cubicBezTo>
                  <a:pt x="3581481" y="2380237"/>
                  <a:pt x="3581379" y="2380697"/>
                  <a:pt x="3581379" y="2380697"/>
                </a:cubicBezTo>
                <a:lnTo>
                  <a:pt x="3577848" y="2386839"/>
                </a:lnTo>
                <a:cubicBezTo>
                  <a:pt x="3577694" y="2387043"/>
                  <a:pt x="3577234" y="2387197"/>
                  <a:pt x="3577234" y="2387197"/>
                </a:cubicBezTo>
                <a:close/>
                <a:moveTo>
                  <a:pt x="3775459" y="2387197"/>
                </a:moveTo>
                <a:lnTo>
                  <a:pt x="3768396" y="2387197"/>
                </a:lnTo>
                <a:cubicBezTo>
                  <a:pt x="3768139" y="2387197"/>
                  <a:pt x="3767781" y="2386839"/>
                  <a:pt x="3767781" y="2386839"/>
                </a:cubicBezTo>
                <a:lnTo>
                  <a:pt x="3764249" y="2380697"/>
                </a:lnTo>
                <a:cubicBezTo>
                  <a:pt x="3764147" y="2380492"/>
                  <a:pt x="3764249" y="2380032"/>
                  <a:pt x="3764249" y="2380032"/>
                </a:cubicBezTo>
                <a:lnTo>
                  <a:pt x="3767781" y="2373890"/>
                </a:lnTo>
                <a:cubicBezTo>
                  <a:pt x="3767935" y="2373685"/>
                  <a:pt x="3768396" y="2373532"/>
                  <a:pt x="3768396" y="2373532"/>
                </a:cubicBezTo>
                <a:lnTo>
                  <a:pt x="3775459" y="2373532"/>
                </a:lnTo>
                <a:cubicBezTo>
                  <a:pt x="3775713" y="2373532"/>
                  <a:pt x="3776073" y="2373890"/>
                  <a:pt x="3776073" y="2373890"/>
                </a:cubicBezTo>
                <a:lnTo>
                  <a:pt x="3779604" y="2380032"/>
                </a:lnTo>
                <a:cubicBezTo>
                  <a:pt x="3779706" y="2380237"/>
                  <a:pt x="3779604" y="2380697"/>
                  <a:pt x="3779604" y="2380697"/>
                </a:cubicBezTo>
                <a:lnTo>
                  <a:pt x="3776073" y="2386839"/>
                </a:lnTo>
                <a:cubicBezTo>
                  <a:pt x="3775919" y="2387043"/>
                  <a:pt x="3775459" y="2387197"/>
                  <a:pt x="3775459" y="2387197"/>
                </a:cubicBezTo>
                <a:close/>
                <a:moveTo>
                  <a:pt x="3973734" y="2387197"/>
                </a:moveTo>
                <a:lnTo>
                  <a:pt x="3966671" y="2387197"/>
                </a:lnTo>
                <a:cubicBezTo>
                  <a:pt x="3966415" y="2387197"/>
                  <a:pt x="3966057" y="2386839"/>
                  <a:pt x="3966057" y="2386839"/>
                </a:cubicBezTo>
                <a:lnTo>
                  <a:pt x="3962525" y="2380697"/>
                </a:lnTo>
                <a:cubicBezTo>
                  <a:pt x="3962423" y="2380492"/>
                  <a:pt x="3962525" y="2380032"/>
                  <a:pt x="3962525" y="2380032"/>
                </a:cubicBezTo>
                <a:lnTo>
                  <a:pt x="3966057" y="2373890"/>
                </a:lnTo>
                <a:cubicBezTo>
                  <a:pt x="3966211" y="2373685"/>
                  <a:pt x="3966671" y="2373532"/>
                  <a:pt x="3966671" y="2373532"/>
                </a:cubicBezTo>
                <a:lnTo>
                  <a:pt x="3973734" y="2373532"/>
                </a:lnTo>
                <a:cubicBezTo>
                  <a:pt x="3973990" y="2373532"/>
                  <a:pt x="3974348" y="2373890"/>
                  <a:pt x="3974348" y="2373890"/>
                </a:cubicBezTo>
                <a:lnTo>
                  <a:pt x="3977880" y="2380032"/>
                </a:lnTo>
                <a:cubicBezTo>
                  <a:pt x="3977982" y="2380237"/>
                  <a:pt x="3977880" y="2380697"/>
                  <a:pt x="3977880" y="2380697"/>
                </a:cubicBezTo>
                <a:lnTo>
                  <a:pt x="3974348" y="2386839"/>
                </a:lnTo>
                <a:cubicBezTo>
                  <a:pt x="3974195" y="2387043"/>
                  <a:pt x="3973734" y="2387197"/>
                  <a:pt x="3973734" y="2387197"/>
                </a:cubicBezTo>
                <a:close/>
                <a:moveTo>
                  <a:pt x="4171959" y="2387197"/>
                </a:moveTo>
                <a:lnTo>
                  <a:pt x="4164896" y="2387197"/>
                </a:lnTo>
                <a:cubicBezTo>
                  <a:pt x="4164640" y="2387197"/>
                  <a:pt x="4164282" y="2386839"/>
                  <a:pt x="4164282" y="2386839"/>
                </a:cubicBezTo>
                <a:lnTo>
                  <a:pt x="4160751" y="2380697"/>
                </a:lnTo>
                <a:cubicBezTo>
                  <a:pt x="4160648" y="2380492"/>
                  <a:pt x="4160751" y="2380032"/>
                  <a:pt x="4160751" y="2380032"/>
                </a:cubicBezTo>
                <a:lnTo>
                  <a:pt x="4164282" y="2373890"/>
                </a:lnTo>
                <a:cubicBezTo>
                  <a:pt x="4164435" y="2373685"/>
                  <a:pt x="4164896" y="2373532"/>
                  <a:pt x="4164896" y="2373532"/>
                </a:cubicBezTo>
                <a:lnTo>
                  <a:pt x="4171959" y="2373532"/>
                </a:lnTo>
                <a:cubicBezTo>
                  <a:pt x="4172215" y="2373532"/>
                  <a:pt x="4172573" y="2373890"/>
                  <a:pt x="4172573" y="2373890"/>
                </a:cubicBezTo>
                <a:lnTo>
                  <a:pt x="4176105" y="2380032"/>
                </a:lnTo>
                <a:cubicBezTo>
                  <a:pt x="4176207" y="2380237"/>
                  <a:pt x="4176105" y="2380697"/>
                  <a:pt x="4176105" y="2380697"/>
                </a:cubicBezTo>
                <a:lnTo>
                  <a:pt x="4172573" y="2386839"/>
                </a:lnTo>
                <a:cubicBezTo>
                  <a:pt x="4172419" y="2387043"/>
                  <a:pt x="4171959" y="2387197"/>
                  <a:pt x="4171959" y="2387197"/>
                </a:cubicBezTo>
                <a:close/>
                <a:moveTo>
                  <a:pt x="4370183" y="2387197"/>
                </a:moveTo>
                <a:lnTo>
                  <a:pt x="4363121" y="2387197"/>
                </a:lnTo>
                <a:cubicBezTo>
                  <a:pt x="4362864" y="2387197"/>
                  <a:pt x="4362506" y="2386839"/>
                  <a:pt x="4362506" y="2386839"/>
                </a:cubicBezTo>
                <a:lnTo>
                  <a:pt x="4358975" y="2380697"/>
                </a:lnTo>
                <a:cubicBezTo>
                  <a:pt x="4358872" y="2380492"/>
                  <a:pt x="4358975" y="2380032"/>
                  <a:pt x="4358975" y="2380032"/>
                </a:cubicBezTo>
                <a:lnTo>
                  <a:pt x="4362506" y="2373890"/>
                </a:lnTo>
                <a:cubicBezTo>
                  <a:pt x="4362660" y="2373685"/>
                  <a:pt x="4363121" y="2373532"/>
                  <a:pt x="4363121" y="2373532"/>
                </a:cubicBezTo>
                <a:lnTo>
                  <a:pt x="4370183" y="2373532"/>
                </a:lnTo>
                <a:cubicBezTo>
                  <a:pt x="4370439" y="2373532"/>
                  <a:pt x="4370797" y="2373890"/>
                  <a:pt x="4370797" y="2373890"/>
                </a:cubicBezTo>
                <a:lnTo>
                  <a:pt x="4374329" y="2380032"/>
                </a:lnTo>
                <a:cubicBezTo>
                  <a:pt x="4374432" y="2380237"/>
                  <a:pt x="4374329" y="2380697"/>
                  <a:pt x="4374329" y="2380697"/>
                </a:cubicBezTo>
                <a:lnTo>
                  <a:pt x="4370797" y="2386839"/>
                </a:lnTo>
                <a:cubicBezTo>
                  <a:pt x="4370643" y="2387043"/>
                  <a:pt x="4370183" y="2387197"/>
                  <a:pt x="4370183" y="2387197"/>
                </a:cubicBezTo>
                <a:close/>
                <a:moveTo>
                  <a:pt x="4568408" y="2387197"/>
                </a:moveTo>
                <a:lnTo>
                  <a:pt x="4561345" y="2387197"/>
                </a:lnTo>
                <a:cubicBezTo>
                  <a:pt x="4561089" y="2387197"/>
                  <a:pt x="4560731" y="2386839"/>
                  <a:pt x="4560731" y="2386839"/>
                </a:cubicBezTo>
                <a:lnTo>
                  <a:pt x="4557199" y="2380697"/>
                </a:lnTo>
                <a:cubicBezTo>
                  <a:pt x="4557097" y="2380492"/>
                  <a:pt x="4557199" y="2380032"/>
                  <a:pt x="4557199" y="2380032"/>
                </a:cubicBezTo>
                <a:lnTo>
                  <a:pt x="4560731" y="2373890"/>
                </a:lnTo>
                <a:cubicBezTo>
                  <a:pt x="4560884" y="2373685"/>
                  <a:pt x="4561345" y="2373532"/>
                  <a:pt x="4561345" y="2373532"/>
                </a:cubicBezTo>
                <a:lnTo>
                  <a:pt x="4568408" y="2373532"/>
                </a:lnTo>
                <a:cubicBezTo>
                  <a:pt x="4568663" y="2373532"/>
                  <a:pt x="4569022" y="2373890"/>
                  <a:pt x="4569022" y="2373890"/>
                </a:cubicBezTo>
                <a:lnTo>
                  <a:pt x="4572554" y="2380032"/>
                </a:lnTo>
                <a:cubicBezTo>
                  <a:pt x="4572656" y="2380237"/>
                  <a:pt x="4572554" y="2380697"/>
                  <a:pt x="4572554" y="2380697"/>
                </a:cubicBezTo>
                <a:lnTo>
                  <a:pt x="4569022" y="2386839"/>
                </a:lnTo>
                <a:cubicBezTo>
                  <a:pt x="4568869" y="2387043"/>
                  <a:pt x="4568408" y="2387197"/>
                  <a:pt x="4568408" y="2387197"/>
                </a:cubicBezTo>
                <a:close/>
                <a:moveTo>
                  <a:pt x="4766683" y="2387197"/>
                </a:moveTo>
                <a:lnTo>
                  <a:pt x="4759621" y="2387197"/>
                </a:lnTo>
                <a:cubicBezTo>
                  <a:pt x="4759364" y="2387197"/>
                  <a:pt x="4759007" y="2386839"/>
                  <a:pt x="4759007" y="2386839"/>
                </a:cubicBezTo>
                <a:lnTo>
                  <a:pt x="4755475" y="2380697"/>
                </a:lnTo>
                <a:cubicBezTo>
                  <a:pt x="4755372" y="2380492"/>
                  <a:pt x="4755475" y="2380032"/>
                  <a:pt x="4755475" y="2380032"/>
                </a:cubicBezTo>
                <a:lnTo>
                  <a:pt x="4759007" y="2373890"/>
                </a:lnTo>
                <a:cubicBezTo>
                  <a:pt x="4759160" y="2373685"/>
                  <a:pt x="4759621" y="2373532"/>
                  <a:pt x="4759621" y="2373532"/>
                </a:cubicBezTo>
                <a:lnTo>
                  <a:pt x="4766683" y="2373532"/>
                </a:lnTo>
                <a:cubicBezTo>
                  <a:pt x="4766940" y="2373532"/>
                  <a:pt x="4767297" y="2373890"/>
                  <a:pt x="4767297" y="2373890"/>
                </a:cubicBezTo>
                <a:lnTo>
                  <a:pt x="4770829" y="2380032"/>
                </a:lnTo>
                <a:cubicBezTo>
                  <a:pt x="4770932" y="2380237"/>
                  <a:pt x="4770829" y="2380697"/>
                  <a:pt x="4770829" y="2380697"/>
                </a:cubicBezTo>
                <a:lnTo>
                  <a:pt x="4767297" y="2386839"/>
                </a:lnTo>
                <a:cubicBezTo>
                  <a:pt x="4767144" y="2387043"/>
                  <a:pt x="4766683" y="2387197"/>
                  <a:pt x="4766683" y="2387197"/>
                </a:cubicBezTo>
                <a:close/>
                <a:moveTo>
                  <a:pt x="4964909" y="2387197"/>
                </a:moveTo>
                <a:lnTo>
                  <a:pt x="4957846" y="2387197"/>
                </a:lnTo>
                <a:cubicBezTo>
                  <a:pt x="4957589" y="2387197"/>
                  <a:pt x="4957232" y="2386839"/>
                  <a:pt x="4957232" y="2386839"/>
                </a:cubicBezTo>
                <a:lnTo>
                  <a:pt x="4953699" y="2380697"/>
                </a:lnTo>
                <a:cubicBezTo>
                  <a:pt x="4953597" y="2380492"/>
                  <a:pt x="4953699" y="2380032"/>
                  <a:pt x="4953699" y="2380032"/>
                </a:cubicBezTo>
                <a:lnTo>
                  <a:pt x="4957232" y="2373890"/>
                </a:lnTo>
                <a:cubicBezTo>
                  <a:pt x="4957384" y="2373685"/>
                  <a:pt x="4957846" y="2373532"/>
                  <a:pt x="4957846" y="2373532"/>
                </a:cubicBezTo>
                <a:lnTo>
                  <a:pt x="4964909" y="2373532"/>
                </a:lnTo>
                <a:cubicBezTo>
                  <a:pt x="4965164" y="2373532"/>
                  <a:pt x="4965523" y="2373890"/>
                  <a:pt x="4965523" y="2373890"/>
                </a:cubicBezTo>
                <a:lnTo>
                  <a:pt x="4969054" y="2380032"/>
                </a:lnTo>
                <a:cubicBezTo>
                  <a:pt x="4969156" y="2380237"/>
                  <a:pt x="4969054" y="2380697"/>
                  <a:pt x="4969054" y="2380697"/>
                </a:cubicBezTo>
                <a:lnTo>
                  <a:pt x="4965523" y="2386839"/>
                </a:lnTo>
                <a:cubicBezTo>
                  <a:pt x="4965369" y="2387043"/>
                  <a:pt x="4964909" y="2387197"/>
                  <a:pt x="4964909" y="2387197"/>
                </a:cubicBezTo>
                <a:close/>
                <a:moveTo>
                  <a:pt x="5163134" y="2387197"/>
                </a:moveTo>
                <a:lnTo>
                  <a:pt x="5156070" y="2387197"/>
                </a:lnTo>
                <a:cubicBezTo>
                  <a:pt x="5155814" y="2387197"/>
                  <a:pt x="5155456" y="2386839"/>
                  <a:pt x="5155456" y="2386839"/>
                </a:cubicBezTo>
                <a:lnTo>
                  <a:pt x="5151924" y="2380697"/>
                </a:lnTo>
                <a:cubicBezTo>
                  <a:pt x="5151822" y="2380492"/>
                  <a:pt x="5151924" y="2380032"/>
                  <a:pt x="5151924" y="2380032"/>
                </a:cubicBezTo>
                <a:lnTo>
                  <a:pt x="5155456" y="2373890"/>
                </a:lnTo>
                <a:cubicBezTo>
                  <a:pt x="5155610" y="2373685"/>
                  <a:pt x="5156070" y="2373532"/>
                  <a:pt x="5156070" y="2373532"/>
                </a:cubicBezTo>
                <a:lnTo>
                  <a:pt x="5163134" y="2373532"/>
                </a:lnTo>
                <a:cubicBezTo>
                  <a:pt x="5163388" y="2373532"/>
                  <a:pt x="5163748" y="2373890"/>
                  <a:pt x="5163748" y="2373890"/>
                </a:cubicBezTo>
                <a:lnTo>
                  <a:pt x="5167279" y="2380032"/>
                </a:lnTo>
                <a:cubicBezTo>
                  <a:pt x="5167381" y="2380237"/>
                  <a:pt x="5167279" y="2380697"/>
                  <a:pt x="5167279" y="2380697"/>
                </a:cubicBezTo>
                <a:lnTo>
                  <a:pt x="5163748" y="2386839"/>
                </a:lnTo>
                <a:cubicBezTo>
                  <a:pt x="5163594" y="2387043"/>
                  <a:pt x="5163134" y="2387197"/>
                  <a:pt x="5163134" y="2387197"/>
                </a:cubicBezTo>
                <a:close/>
                <a:moveTo>
                  <a:pt x="5361358" y="2387197"/>
                </a:moveTo>
                <a:lnTo>
                  <a:pt x="5354295" y="2387197"/>
                </a:lnTo>
                <a:cubicBezTo>
                  <a:pt x="5354038" y="2387197"/>
                  <a:pt x="5353680" y="2386839"/>
                  <a:pt x="5353680" y="2386839"/>
                </a:cubicBezTo>
                <a:lnTo>
                  <a:pt x="5350149" y="2380697"/>
                </a:lnTo>
                <a:cubicBezTo>
                  <a:pt x="5350047" y="2380492"/>
                  <a:pt x="5350149" y="2380032"/>
                  <a:pt x="5350149" y="2380032"/>
                </a:cubicBezTo>
                <a:lnTo>
                  <a:pt x="5353680" y="2373890"/>
                </a:lnTo>
                <a:cubicBezTo>
                  <a:pt x="5353835" y="2373685"/>
                  <a:pt x="5354295" y="2373532"/>
                  <a:pt x="5354295" y="2373532"/>
                </a:cubicBezTo>
                <a:lnTo>
                  <a:pt x="5361358" y="2373532"/>
                </a:lnTo>
                <a:cubicBezTo>
                  <a:pt x="5361614" y="2373532"/>
                  <a:pt x="5361972" y="2373890"/>
                  <a:pt x="5361972" y="2373890"/>
                </a:cubicBezTo>
                <a:lnTo>
                  <a:pt x="5365503" y="2380032"/>
                </a:lnTo>
                <a:cubicBezTo>
                  <a:pt x="5365606" y="2380237"/>
                  <a:pt x="5365503" y="2380697"/>
                  <a:pt x="5365503" y="2380697"/>
                </a:cubicBezTo>
                <a:lnTo>
                  <a:pt x="5361972" y="2386839"/>
                </a:lnTo>
                <a:cubicBezTo>
                  <a:pt x="5361818" y="2387043"/>
                  <a:pt x="5361358" y="2387197"/>
                  <a:pt x="5361358" y="2387197"/>
                </a:cubicBezTo>
                <a:close/>
                <a:moveTo>
                  <a:pt x="5559633" y="2387197"/>
                </a:moveTo>
                <a:lnTo>
                  <a:pt x="5552569" y="2387197"/>
                </a:lnTo>
                <a:cubicBezTo>
                  <a:pt x="5552314" y="2387197"/>
                  <a:pt x="5551956" y="2386839"/>
                  <a:pt x="5551956" y="2386839"/>
                </a:cubicBezTo>
                <a:lnTo>
                  <a:pt x="5548424" y="2380697"/>
                </a:lnTo>
                <a:cubicBezTo>
                  <a:pt x="5548322" y="2380492"/>
                  <a:pt x="5548424" y="2380032"/>
                  <a:pt x="5548424" y="2380032"/>
                </a:cubicBezTo>
                <a:lnTo>
                  <a:pt x="5551956" y="2373890"/>
                </a:lnTo>
                <a:cubicBezTo>
                  <a:pt x="5552109" y="2373685"/>
                  <a:pt x="5552569" y="2373532"/>
                  <a:pt x="5552569" y="2373532"/>
                </a:cubicBezTo>
                <a:lnTo>
                  <a:pt x="5559633" y="2373532"/>
                </a:lnTo>
                <a:cubicBezTo>
                  <a:pt x="5559889" y="2373532"/>
                  <a:pt x="5560246" y="2373890"/>
                  <a:pt x="5560246" y="2373890"/>
                </a:cubicBezTo>
                <a:lnTo>
                  <a:pt x="5563779" y="2380032"/>
                </a:lnTo>
                <a:cubicBezTo>
                  <a:pt x="5563881" y="2380237"/>
                  <a:pt x="5563779" y="2380697"/>
                  <a:pt x="5563779" y="2380697"/>
                </a:cubicBezTo>
                <a:lnTo>
                  <a:pt x="5560246" y="2386839"/>
                </a:lnTo>
                <a:cubicBezTo>
                  <a:pt x="5560094" y="2387043"/>
                  <a:pt x="5559633" y="2387197"/>
                  <a:pt x="5559633" y="2387197"/>
                </a:cubicBezTo>
                <a:close/>
                <a:moveTo>
                  <a:pt x="5757857" y="2387197"/>
                </a:moveTo>
                <a:lnTo>
                  <a:pt x="5750795" y="2387197"/>
                </a:lnTo>
                <a:cubicBezTo>
                  <a:pt x="5750538" y="2387197"/>
                  <a:pt x="5750181" y="2386839"/>
                  <a:pt x="5750181" y="2386839"/>
                </a:cubicBezTo>
                <a:lnTo>
                  <a:pt x="5746649" y="2380697"/>
                </a:lnTo>
                <a:cubicBezTo>
                  <a:pt x="5746546" y="2380492"/>
                  <a:pt x="5746649" y="2380032"/>
                  <a:pt x="5746649" y="2380032"/>
                </a:cubicBezTo>
                <a:lnTo>
                  <a:pt x="5750181" y="2373890"/>
                </a:lnTo>
                <a:cubicBezTo>
                  <a:pt x="5750333" y="2373685"/>
                  <a:pt x="5750795" y="2373532"/>
                  <a:pt x="5750795" y="2373532"/>
                </a:cubicBezTo>
                <a:lnTo>
                  <a:pt x="5757857" y="2373532"/>
                </a:lnTo>
                <a:cubicBezTo>
                  <a:pt x="5758114" y="2373532"/>
                  <a:pt x="5758471" y="2373890"/>
                  <a:pt x="5758471" y="2373890"/>
                </a:cubicBezTo>
                <a:lnTo>
                  <a:pt x="5762003" y="2380032"/>
                </a:lnTo>
                <a:cubicBezTo>
                  <a:pt x="5762106" y="2380237"/>
                  <a:pt x="5762003" y="2380697"/>
                  <a:pt x="5762003" y="2380697"/>
                </a:cubicBezTo>
                <a:lnTo>
                  <a:pt x="5758471" y="2386839"/>
                </a:lnTo>
                <a:cubicBezTo>
                  <a:pt x="5758318" y="2387043"/>
                  <a:pt x="5757857" y="2387197"/>
                  <a:pt x="5757857" y="2387197"/>
                </a:cubicBezTo>
                <a:close/>
                <a:moveTo>
                  <a:pt x="5956083" y="2387197"/>
                </a:moveTo>
                <a:lnTo>
                  <a:pt x="5949019" y="2387197"/>
                </a:lnTo>
                <a:cubicBezTo>
                  <a:pt x="5948763" y="2387197"/>
                  <a:pt x="5948405" y="2386839"/>
                  <a:pt x="5948405" y="2386839"/>
                </a:cubicBezTo>
                <a:lnTo>
                  <a:pt x="5944873" y="2380697"/>
                </a:lnTo>
                <a:cubicBezTo>
                  <a:pt x="5944771" y="2380492"/>
                  <a:pt x="5944873" y="2380032"/>
                  <a:pt x="5944873" y="2380032"/>
                </a:cubicBezTo>
                <a:lnTo>
                  <a:pt x="5948405" y="2373890"/>
                </a:lnTo>
                <a:cubicBezTo>
                  <a:pt x="5948558" y="2373685"/>
                  <a:pt x="5949019" y="2373532"/>
                  <a:pt x="5949019" y="2373532"/>
                </a:cubicBezTo>
                <a:lnTo>
                  <a:pt x="5956083" y="2373532"/>
                </a:lnTo>
                <a:cubicBezTo>
                  <a:pt x="5956338" y="2373532"/>
                  <a:pt x="5956697" y="2373890"/>
                  <a:pt x="5956697" y="2373890"/>
                </a:cubicBezTo>
                <a:lnTo>
                  <a:pt x="5960227" y="2380032"/>
                </a:lnTo>
                <a:cubicBezTo>
                  <a:pt x="5960330" y="2380237"/>
                  <a:pt x="5960227" y="2380697"/>
                  <a:pt x="5960227" y="2380697"/>
                </a:cubicBezTo>
                <a:lnTo>
                  <a:pt x="5956697" y="2386839"/>
                </a:lnTo>
                <a:cubicBezTo>
                  <a:pt x="5956542" y="2387043"/>
                  <a:pt x="5956083" y="2387197"/>
                  <a:pt x="5956083" y="2387197"/>
                </a:cubicBezTo>
                <a:close/>
                <a:moveTo>
                  <a:pt x="6154307" y="2387197"/>
                </a:moveTo>
                <a:lnTo>
                  <a:pt x="6147243" y="2387197"/>
                </a:lnTo>
                <a:cubicBezTo>
                  <a:pt x="6146988" y="2387197"/>
                  <a:pt x="6146629" y="2386839"/>
                  <a:pt x="6146629" y="2386839"/>
                </a:cubicBezTo>
                <a:lnTo>
                  <a:pt x="6143098" y="2380697"/>
                </a:lnTo>
                <a:cubicBezTo>
                  <a:pt x="6142996" y="2380492"/>
                  <a:pt x="6143098" y="2380032"/>
                  <a:pt x="6143098" y="2380032"/>
                </a:cubicBezTo>
                <a:lnTo>
                  <a:pt x="6146629" y="2373890"/>
                </a:lnTo>
                <a:cubicBezTo>
                  <a:pt x="6146783" y="2373685"/>
                  <a:pt x="6147243" y="2373532"/>
                  <a:pt x="6147243" y="2373532"/>
                </a:cubicBezTo>
                <a:lnTo>
                  <a:pt x="6154307" y="2373532"/>
                </a:lnTo>
                <a:cubicBezTo>
                  <a:pt x="6154562" y="2373532"/>
                  <a:pt x="6154921" y="2373890"/>
                  <a:pt x="6154921" y="2373890"/>
                </a:cubicBezTo>
                <a:lnTo>
                  <a:pt x="6158453" y="2380032"/>
                </a:lnTo>
                <a:cubicBezTo>
                  <a:pt x="6158554" y="2380237"/>
                  <a:pt x="6158453" y="2380697"/>
                  <a:pt x="6158453" y="2380697"/>
                </a:cubicBezTo>
                <a:lnTo>
                  <a:pt x="6154921" y="2386839"/>
                </a:lnTo>
                <a:cubicBezTo>
                  <a:pt x="6154768" y="2387043"/>
                  <a:pt x="6154307" y="2387197"/>
                  <a:pt x="6154307" y="2387197"/>
                </a:cubicBezTo>
                <a:close/>
                <a:moveTo>
                  <a:pt x="6352582" y="2387197"/>
                </a:moveTo>
                <a:lnTo>
                  <a:pt x="6345519" y="2387197"/>
                </a:lnTo>
                <a:cubicBezTo>
                  <a:pt x="6345263" y="2387197"/>
                  <a:pt x="6344904" y="2386839"/>
                  <a:pt x="6344904" y="2386839"/>
                </a:cubicBezTo>
                <a:lnTo>
                  <a:pt x="6341373" y="2380697"/>
                </a:lnTo>
                <a:cubicBezTo>
                  <a:pt x="6341271" y="2380492"/>
                  <a:pt x="6341373" y="2380032"/>
                  <a:pt x="6341373" y="2380032"/>
                </a:cubicBezTo>
                <a:lnTo>
                  <a:pt x="6344904" y="2373890"/>
                </a:lnTo>
                <a:cubicBezTo>
                  <a:pt x="6345058" y="2373685"/>
                  <a:pt x="6345519" y="2373532"/>
                  <a:pt x="6345519" y="2373532"/>
                </a:cubicBezTo>
                <a:lnTo>
                  <a:pt x="6352582" y="2373532"/>
                </a:lnTo>
                <a:cubicBezTo>
                  <a:pt x="6352838" y="2373532"/>
                  <a:pt x="6353196" y="2373890"/>
                  <a:pt x="6353196" y="2373890"/>
                </a:cubicBezTo>
                <a:lnTo>
                  <a:pt x="6356728" y="2380032"/>
                </a:lnTo>
                <a:cubicBezTo>
                  <a:pt x="6356830" y="2380237"/>
                  <a:pt x="6356728" y="2380697"/>
                  <a:pt x="6356728" y="2380697"/>
                </a:cubicBezTo>
                <a:lnTo>
                  <a:pt x="6353196" y="2386839"/>
                </a:lnTo>
                <a:cubicBezTo>
                  <a:pt x="6353043" y="2387043"/>
                  <a:pt x="6352582" y="2387197"/>
                  <a:pt x="6352582" y="2387197"/>
                </a:cubicBezTo>
                <a:close/>
                <a:moveTo>
                  <a:pt x="6550807" y="2387197"/>
                </a:moveTo>
                <a:lnTo>
                  <a:pt x="6543744" y="2387197"/>
                </a:lnTo>
                <a:cubicBezTo>
                  <a:pt x="6543488" y="2387197"/>
                  <a:pt x="6543129" y="2386839"/>
                  <a:pt x="6543129" y="2386839"/>
                </a:cubicBezTo>
                <a:lnTo>
                  <a:pt x="6539598" y="2380697"/>
                </a:lnTo>
                <a:cubicBezTo>
                  <a:pt x="6539495" y="2380492"/>
                  <a:pt x="6539598" y="2380032"/>
                  <a:pt x="6539598" y="2380032"/>
                </a:cubicBezTo>
                <a:lnTo>
                  <a:pt x="6543129" y="2373890"/>
                </a:lnTo>
                <a:cubicBezTo>
                  <a:pt x="6543282" y="2373685"/>
                  <a:pt x="6543744" y="2373532"/>
                  <a:pt x="6543744" y="2373532"/>
                </a:cubicBezTo>
                <a:lnTo>
                  <a:pt x="6550807" y="2373532"/>
                </a:lnTo>
                <a:cubicBezTo>
                  <a:pt x="6551063" y="2373532"/>
                  <a:pt x="6551420" y="2373890"/>
                  <a:pt x="6551420" y="2373890"/>
                </a:cubicBezTo>
                <a:lnTo>
                  <a:pt x="6554953" y="2380032"/>
                </a:lnTo>
                <a:cubicBezTo>
                  <a:pt x="6555055" y="2380237"/>
                  <a:pt x="6554953" y="2380697"/>
                  <a:pt x="6554953" y="2380697"/>
                </a:cubicBezTo>
                <a:lnTo>
                  <a:pt x="6551420" y="2386839"/>
                </a:lnTo>
                <a:cubicBezTo>
                  <a:pt x="6551267" y="2387043"/>
                  <a:pt x="6550807" y="2387197"/>
                  <a:pt x="6550807" y="2387197"/>
                </a:cubicBezTo>
                <a:close/>
                <a:moveTo>
                  <a:pt x="6749031" y="2387197"/>
                </a:moveTo>
                <a:lnTo>
                  <a:pt x="6741967" y="2387197"/>
                </a:lnTo>
                <a:cubicBezTo>
                  <a:pt x="6741711" y="2387197"/>
                  <a:pt x="6741354" y="2386839"/>
                  <a:pt x="6741354" y="2386839"/>
                </a:cubicBezTo>
                <a:lnTo>
                  <a:pt x="6737823" y="2380697"/>
                </a:lnTo>
                <a:cubicBezTo>
                  <a:pt x="6737720" y="2380492"/>
                  <a:pt x="6737823" y="2380032"/>
                  <a:pt x="6737823" y="2380032"/>
                </a:cubicBezTo>
                <a:lnTo>
                  <a:pt x="6741354" y="2373890"/>
                </a:lnTo>
                <a:cubicBezTo>
                  <a:pt x="6741508" y="2373685"/>
                  <a:pt x="6741967" y="2373532"/>
                  <a:pt x="6741967" y="2373532"/>
                </a:cubicBezTo>
                <a:lnTo>
                  <a:pt x="6749031" y="2373532"/>
                </a:lnTo>
                <a:cubicBezTo>
                  <a:pt x="6749287" y="2373532"/>
                  <a:pt x="6749646" y="2373890"/>
                  <a:pt x="6749646" y="2373890"/>
                </a:cubicBezTo>
                <a:lnTo>
                  <a:pt x="6753177" y="2380032"/>
                </a:lnTo>
                <a:cubicBezTo>
                  <a:pt x="6753279" y="2380237"/>
                  <a:pt x="6753177" y="2380697"/>
                  <a:pt x="6753177" y="2380697"/>
                </a:cubicBezTo>
                <a:lnTo>
                  <a:pt x="6749646" y="2386839"/>
                </a:lnTo>
                <a:cubicBezTo>
                  <a:pt x="6749491" y="2387043"/>
                  <a:pt x="6749031" y="2387197"/>
                  <a:pt x="6749031" y="2387197"/>
                </a:cubicBezTo>
                <a:close/>
                <a:moveTo>
                  <a:pt x="6947256" y="2387197"/>
                </a:moveTo>
                <a:lnTo>
                  <a:pt x="6940193" y="2387197"/>
                </a:lnTo>
                <a:cubicBezTo>
                  <a:pt x="6939937" y="2387197"/>
                  <a:pt x="6939578" y="2386839"/>
                  <a:pt x="6939578" y="2386839"/>
                </a:cubicBezTo>
                <a:lnTo>
                  <a:pt x="6936048" y="2380697"/>
                </a:lnTo>
                <a:cubicBezTo>
                  <a:pt x="6935945" y="2380492"/>
                  <a:pt x="6936048" y="2380032"/>
                  <a:pt x="6936048" y="2380032"/>
                </a:cubicBezTo>
                <a:lnTo>
                  <a:pt x="6939578" y="2373890"/>
                </a:lnTo>
                <a:cubicBezTo>
                  <a:pt x="6939733" y="2373685"/>
                  <a:pt x="6940193" y="2373532"/>
                  <a:pt x="6940193" y="2373532"/>
                </a:cubicBezTo>
                <a:lnTo>
                  <a:pt x="6947256" y="2373532"/>
                </a:lnTo>
                <a:cubicBezTo>
                  <a:pt x="6947512" y="2373532"/>
                  <a:pt x="6947870" y="2373890"/>
                  <a:pt x="6947870" y="2373890"/>
                </a:cubicBezTo>
                <a:lnTo>
                  <a:pt x="6951402" y="2380032"/>
                </a:lnTo>
                <a:cubicBezTo>
                  <a:pt x="6951504" y="2380237"/>
                  <a:pt x="6951402" y="2380697"/>
                  <a:pt x="6951402" y="2380697"/>
                </a:cubicBezTo>
                <a:lnTo>
                  <a:pt x="6947870" y="2386839"/>
                </a:lnTo>
                <a:cubicBezTo>
                  <a:pt x="6947717" y="2387043"/>
                  <a:pt x="6947256" y="2387197"/>
                  <a:pt x="6947256" y="2387197"/>
                </a:cubicBezTo>
                <a:close/>
                <a:moveTo>
                  <a:pt x="7145338" y="2387197"/>
                </a:moveTo>
                <a:lnTo>
                  <a:pt x="7138274" y="2387197"/>
                </a:lnTo>
                <a:cubicBezTo>
                  <a:pt x="7138017" y="2387197"/>
                  <a:pt x="7137660" y="2386839"/>
                  <a:pt x="7137660" y="2386839"/>
                </a:cubicBezTo>
                <a:lnTo>
                  <a:pt x="7134128" y="2380697"/>
                </a:lnTo>
                <a:cubicBezTo>
                  <a:pt x="7134027" y="2380492"/>
                  <a:pt x="7134128" y="2380032"/>
                  <a:pt x="7134128" y="2380032"/>
                </a:cubicBezTo>
                <a:lnTo>
                  <a:pt x="7137660" y="2373890"/>
                </a:lnTo>
                <a:cubicBezTo>
                  <a:pt x="7137812" y="2373685"/>
                  <a:pt x="7138274" y="2373532"/>
                  <a:pt x="7138274" y="2373532"/>
                </a:cubicBezTo>
                <a:lnTo>
                  <a:pt x="7145338" y="2373532"/>
                </a:lnTo>
                <a:cubicBezTo>
                  <a:pt x="7145594" y="2373532"/>
                  <a:pt x="7145952" y="2373890"/>
                  <a:pt x="7145952" y="2373890"/>
                </a:cubicBezTo>
                <a:lnTo>
                  <a:pt x="7149484" y="2380032"/>
                </a:lnTo>
                <a:cubicBezTo>
                  <a:pt x="7149586" y="2380237"/>
                  <a:pt x="7149484" y="2380697"/>
                  <a:pt x="7149484" y="2380697"/>
                </a:cubicBezTo>
                <a:lnTo>
                  <a:pt x="7145952" y="2386839"/>
                </a:lnTo>
                <a:cubicBezTo>
                  <a:pt x="7145800" y="2387043"/>
                  <a:pt x="7145338" y="2387197"/>
                  <a:pt x="7145338" y="2387197"/>
                </a:cubicBezTo>
                <a:close/>
                <a:moveTo>
                  <a:pt x="7343533" y="2387197"/>
                </a:moveTo>
                <a:lnTo>
                  <a:pt x="7336468" y="2387197"/>
                </a:lnTo>
                <a:cubicBezTo>
                  <a:pt x="7336214" y="2387197"/>
                  <a:pt x="7335855" y="2386839"/>
                  <a:pt x="7335855" y="2386839"/>
                </a:cubicBezTo>
                <a:lnTo>
                  <a:pt x="7332323" y="2380697"/>
                </a:lnTo>
                <a:cubicBezTo>
                  <a:pt x="7332220" y="2380492"/>
                  <a:pt x="7332323" y="2380032"/>
                  <a:pt x="7332323" y="2380032"/>
                </a:cubicBezTo>
                <a:lnTo>
                  <a:pt x="7335855" y="2373890"/>
                </a:lnTo>
                <a:cubicBezTo>
                  <a:pt x="7336009" y="2373685"/>
                  <a:pt x="7336468" y="2373532"/>
                  <a:pt x="7336468" y="2373532"/>
                </a:cubicBezTo>
                <a:lnTo>
                  <a:pt x="7343533" y="2373532"/>
                </a:lnTo>
                <a:cubicBezTo>
                  <a:pt x="7343791" y="2373532"/>
                  <a:pt x="7344148" y="2373890"/>
                  <a:pt x="7344148" y="2373890"/>
                </a:cubicBezTo>
                <a:lnTo>
                  <a:pt x="7347678" y="2380032"/>
                </a:lnTo>
                <a:cubicBezTo>
                  <a:pt x="7347781" y="2380237"/>
                  <a:pt x="7347678" y="2380697"/>
                  <a:pt x="7347678" y="2380697"/>
                </a:cubicBezTo>
                <a:lnTo>
                  <a:pt x="7344148" y="2386839"/>
                </a:lnTo>
                <a:cubicBezTo>
                  <a:pt x="7343993" y="2387043"/>
                  <a:pt x="7343533" y="2387197"/>
                  <a:pt x="7343533" y="2387197"/>
                </a:cubicBezTo>
                <a:close/>
                <a:moveTo>
                  <a:pt x="7541880" y="2387197"/>
                </a:moveTo>
                <a:lnTo>
                  <a:pt x="7534817" y="2387197"/>
                </a:lnTo>
                <a:cubicBezTo>
                  <a:pt x="7534560" y="2387197"/>
                  <a:pt x="7534203" y="2386839"/>
                  <a:pt x="7534203" y="2386839"/>
                </a:cubicBezTo>
                <a:lnTo>
                  <a:pt x="7530671" y="2380697"/>
                </a:lnTo>
                <a:cubicBezTo>
                  <a:pt x="7530569" y="2380492"/>
                  <a:pt x="7530671" y="2380032"/>
                  <a:pt x="7530671" y="2380032"/>
                </a:cubicBezTo>
                <a:lnTo>
                  <a:pt x="7534203" y="2373890"/>
                </a:lnTo>
                <a:cubicBezTo>
                  <a:pt x="7534357" y="2373685"/>
                  <a:pt x="7534817" y="2373532"/>
                  <a:pt x="7534817" y="2373532"/>
                </a:cubicBezTo>
                <a:lnTo>
                  <a:pt x="7541880" y="2373532"/>
                </a:lnTo>
                <a:cubicBezTo>
                  <a:pt x="7542137" y="2373532"/>
                  <a:pt x="7542495" y="2373890"/>
                  <a:pt x="7542495" y="2373890"/>
                </a:cubicBezTo>
                <a:lnTo>
                  <a:pt x="7546026" y="2380032"/>
                </a:lnTo>
                <a:cubicBezTo>
                  <a:pt x="7546129" y="2380237"/>
                  <a:pt x="7546026" y="2380697"/>
                  <a:pt x="7546026" y="2380697"/>
                </a:cubicBezTo>
                <a:lnTo>
                  <a:pt x="7542495" y="2386839"/>
                </a:lnTo>
                <a:cubicBezTo>
                  <a:pt x="7542342" y="2387043"/>
                  <a:pt x="7541880" y="2387197"/>
                  <a:pt x="7541880" y="2387197"/>
                </a:cubicBezTo>
                <a:close/>
                <a:moveTo>
                  <a:pt x="7740022" y="2387197"/>
                </a:moveTo>
                <a:lnTo>
                  <a:pt x="7732959" y="2387197"/>
                </a:lnTo>
                <a:cubicBezTo>
                  <a:pt x="7732703" y="2387197"/>
                  <a:pt x="7732344" y="2386839"/>
                  <a:pt x="7732344" y="2386839"/>
                </a:cubicBezTo>
                <a:lnTo>
                  <a:pt x="7728813" y="2380697"/>
                </a:lnTo>
                <a:cubicBezTo>
                  <a:pt x="7728711" y="2380492"/>
                  <a:pt x="7728813" y="2380032"/>
                  <a:pt x="7728813" y="2380032"/>
                </a:cubicBezTo>
                <a:lnTo>
                  <a:pt x="7732344" y="2373890"/>
                </a:lnTo>
                <a:cubicBezTo>
                  <a:pt x="7732498" y="2373685"/>
                  <a:pt x="7732959" y="2373532"/>
                  <a:pt x="7732959" y="2373532"/>
                </a:cubicBezTo>
                <a:lnTo>
                  <a:pt x="7740022" y="2373532"/>
                </a:lnTo>
                <a:cubicBezTo>
                  <a:pt x="7740280" y="2373532"/>
                  <a:pt x="7740636" y="2373890"/>
                  <a:pt x="7740636" y="2373890"/>
                </a:cubicBezTo>
                <a:lnTo>
                  <a:pt x="7744168" y="2380032"/>
                </a:lnTo>
                <a:cubicBezTo>
                  <a:pt x="7744271" y="2380237"/>
                  <a:pt x="7744168" y="2380697"/>
                  <a:pt x="7744168" y="2380697"/>
                </a:cubicBezTo>
                <a:lnTo>
                  <a:pt x="7740636" y="2386839"/>
                </a:lnTo>
                <a:cubicBezTo>
                  <a:pt x="7740484" y="2387043"/>
                  <a:pt x="7740022" y="2387197"/>
                  <a:pt x="7740022" y="2387197"/>
                </a:cubicBezTo>
                <a:close/>
                <a:moveTo>
                  <a:pt x="7938236" y="2387197"/>
                </a:moveTo>
                <a:lnTo>
                  <a:pt x="7931171" y="2387197"/>
                </a:lnTo>
                <a:cubicBezTo>
                  <a:pt x="7930915" y="2387197"/>
                  <a:pt x="7930557" y="2386839"/>
                  <a:pt x="7930557" y="2386839"/>
                </a:cubicBezTo>
                <a:lnTo>
                  <a:pt x="7927025" y="2380697"/>
                </a:lnTo>
                <a:cubicBezTo>
                  <a:pt x="7926923" y="2380492"/>
                  <a:pt x="7927025" y="2380032"/>
                  <a:pt x="7927025" y="2380032"/>
                </a:cubicBezTo>
                <a:lnTo>
                  <a:pt x="7930557" y="2373890"/>
                </a:lnTo>
                <a:cubicBezTo>
                  <a:pt x="7930708" y="2373685"/>
                  <a:pt x="7931171" y="2373532"/>
                  <a:pt x="7931171" y="2373532"/>
                </a:cubicBezTo>
                <a:lnTo>
                  <a:pt x="7938236" y="2373532"/>
                </a:lnTo>
                <a:cubicBezTo>
                  <a:pt x="7938492" y="2373532"/>
                  <a:pt x="7938850" y="2373890"/>
                  <a:pt x="7938850" y="2373890"/>
                </a:cubicBezTo>
                <a:lnTo>
                  <a:pt x="7942380" y="2380032"/>
                </a:lnTo>
                <a:cubicBezTo>
                  <a:pt x="7942485" y="2380237"/>
                  <a:pt x="7942380" y="2380697"/>
                  <a:pt x="7942380" y="2380697"/>
                </a:cubicBezTo>
                <a:lnTo>
                  <a:pt x="7938850" y="2386839"/>
                </a:lnTo>
                <a:cubicBezTo>
                  <a:pt x="7938694" y="2387043"/>
                  <a:pt x="7938236" y="2387197"/>
                  <a:pt x="7938236" y="2387197"/>
                </a:cubicBezTo>
                <a:close/>
                <a:moveTo>
                  <a:pt x="8136631" y="2387197"/>
                </a:moveTo>
                <a:lnTo>
                  <a:pt x="8129567" y="2387197"/>
                </a:lnTo>
                <a:cubicBezTo>
                  <a:pt x="8129311" y="2387197"/>
                  <a:pt x="8128953" y="2386839"/>
                  <a:pt x="8128953" y="2386839"/>
                </a:cubicBezTo>
                <a:lnTo>
                  <a:pt x="8125421" y="2380697"/>
                </a:lnTo>
                <a:cubicBezTo>
                  <a:pt x="8125319" y="2380492"/>
                  <a:pt x="8125421" y="2380032"/>
                  <a:pt x="8125421" y="2380032"/>
                </a:cubicBezTo>
                <a:lnTo>
                  <a:pt x="8128953" y="2373890"/>
                </a:lnTo>
                <a:cubicBezTo>
                  <a:pt x="8129106" y="2373685"/>
                  <a:pt x="8129567" y="2373532"/>
                  <a:pt x="8129567" y="2373532"/>
                </a:cubicBezTo>
                <a:lnTo>
                  <a:pt x="8136631" y="2373532"/>
                </a:lnTo>
                <a:cubicBezTo>
                  <a:pt x="8136887" y="2373532"/>
                  <a:pt x="8137245" y="2373890"/>
                  <a:pt x="8137245" y="2373890"/>
                </a:cubicBezTo>
                <a:lnTo>
                  <a:pt x="8140777" y="2380032"/>
                </a:lnTo>
                <a:cubicBezTo>
                  <a:pt x="8140879" y="2380237"/>
                  <a:pt x="8140777" y="2380697"/>
                  <a:pt x="8140777" y="2380697"/>
                </a:cubicBezTo>
                <a:lnTo>
                  <a:pt x="8137245" y="2386839"/>
                </a:lnTo>
                <a:cubicBezTo>
                  <a:pt x="8137091" y="2387043"/>
                  <a:pt x="8136631" y="2387197"/>
                  <a:pt x="8136631" y="2387197"/>
                </a:cubicBezTo>
                <a:close/>
                <a:moveTo>
                  <a:pt x="8334806" y="2387197"/>
                </a:moveTo>
                <a:lnTo>
                  <a:pt x="8327741" y="2387197"/>
                </a:lnTo>
                <a:cubicBezTo>
                  <a:pt x="8327485" y="2387197"/>
                  <a:pt x="8327127" y="2386839"/>
                  <a:pt x="8327127" y="2386839"/>
                </a:cubicBezTo>
                <a:lnTo>
                  <a:pt x="8323597" y="2380697"/>
                </a:lnTo>
                <a:cubicBezTo>
                  <a:pt x="8323494" y="2380492"/>
                  <a:pt x="8323597" y="2380032"/>
                  <a:pt x="8323597" y="2380032"/>
                </a:cubicBezTo>
                <a:lnTo>
                  <a:pt x="8327127" y="2373890"/>
                </a:lnTo>
                <a:cubicBezTo>
                  <a:pt x="8327281" y="2373685"/>
                  <a:pt x="8327741" y="2373532"/>
                  <a:pt x="8327741" y="2373532"/>
                </a:cubicBezTo>
                <a:lnTo>
                  <a:pt x="8334806" y="2373532"/>
                </a:lnTo>
                <a:cubicBezTo>
                  <a:pt x="8335060" y="2373532"/>
                  <a:pt x="8335420" y="2373890"/>
                  <a:pt x="8335420" y="2373890"/>
                </a:cubicBezTo>
                <a:lnTo>
                  <a:pt x="8338950" y="2380032"/>
                </a:lnTo>
                <a:cubicBezTo>
                  <a:pt x="8339052" y="2380237"/>
                  <a:pt x="8338950" y="2380697"/>
                  <a:pt x="8338950" y="2380697"/>
                </a:cubicBezTo>
                <a:lnTo>
                  <a:pt x="8335420" y="2386839"/>
                </a:lnTo>
                <a:cubicBezTo>
                  <a:pt x="8335266" y="2387043"/>
                  <a:pt x="8334806" y="2387197"/>
                  <a:pt x="8334806" y="2387197"/>
                </a:cubicBezTo>
                <a:close/>
                <a:moveTo>
                  <a:pt x="8533032" y="2387197"/>
                </a:moveTo>
                <a:lnTo>
                  <a:pt x="8525968" y="2387197"/>
                </a:lnTo>
                <a:cubicBezTo>
                  <a:pt x="8525712" y="2387197"/>
                  <a:pt x="8525353" y="2386839"/>
                  <a:pt x="8525353" y="2386839"/>
                </a:cubicBezTo>
                <a:lnTo>
                  <a:pt x="8521822" y="2380697"/>
                </a:lnTo>
                <a:cubicBezTo>
                  <a:pt x="8521720" y="2380492"/>
                  <a:pt x="8521822" y="2380032"/>
                  <a:pt x="8521822" y="2380032"/>
                </a:cubicBezTo>
                <a:lnTo>
                  <a:pt x="8525353" y="2373890"/>
                </a:lnTo>
                <a:cubicBezTo>
                  <a:pt x="8525507" y="2373685"/>
                  <a:pt x="8525968" y="2373532"/>
                  <a:pt x="8525968" y="2373532"/>
                </a:cubicBezTo>
                <a:lnTo>
                  <a:pt x="8533032" y="2373532"/>
                </a:lnTo>
                <a:cubicBezTo>
                  <a:pt x="8533286" y="2373532"/>
                  <a:pt x="8533646" y="2373890"/>
                  <a:pt x="8533646" y="2373890"/>
                </a:cubicBezTo>
                <a:lnTo>
                  <a:pt x="8537177" y="2380032"/>
                </a:lnTo>
                <a:cubicBezTo>
                  <a:pt x="8537279" y="2380237"/>
                  <a:pt x="8537177" y="2380697"/>
                  <a:pt x="8537177" y="2380697"/>
                </a:cubicBezTo>
                <a:lnTo>
                  <a:pt x="8533646" y="2386839"/>
                </a:lnTo>
                <a:cubicBezTo>
                  <a:pt x="8533492" y="2387043"/>
                  <a:pt x="8533032" y="2387197"/>
                  <a:pt x="8533032" y="2387197"/>
                </a:cubicBezTo>
                <a:close/>
                <a:moveTo>
                  <a:pt x="8731307" y="2387197"/>
                </a:moveTo>
                <a:lnTo>
                  <a:pt x="8724245" y="2387197"/>
                </a:lnTo>
                <a:cubicBezTo>
                  <a:pt x="8723989" y="2387197"/>
                  <a:pt x="8723631" y="2386839"/>
                  <a:pt x="8723631" y="2386839"/>
                </a:cubicBezTo>
                <a:lnTo>
                  <a:pt x="8720100" y="2380697"/>
                </a:lnTo>
                <a:cubicBezTo>
                  <a:pt x="8719997" y="2380492"/>
                  <a:pt x="8720100" y="2380032"/>
                  <a:pt x="8720100" y="2380032"/>
                </a:cubicBezTo>
                <a:lnTo>
                  <a:pt x="8723631" y="2373890"/>
                </a:lnTo>
                <a:cubicBezTo>
                  <a:pt x="8723785" y="2373685"/>
                  <a:pt x="8724245" y="2373532"/>
                  <a:pt x="8724245" y="2373532"/>
                </a:cubicBezTo>
                <a:lnTo>
                  <a:pt x="8731307" y="2373532"/>
                </a:lnTo>
                <a:cubicBezTo>
                  <a:pt x="8731564" y="2373532"/>
                  <a:pt x="8731921" y="2373890"/>
                  <a:pt x="8731921" y="2373890"/>
                </a:cubicBezTo>
                <a:lnTo>
                  <a:pt x="8735456" y="2380032"/>
                </a:lnTo>
                <a:cubicBezTo>
                  <a:pt x="8735557" y="2380237"/>
                  <a:pt x="8735456" y="2380697"/>
                  <a:pt x="8735456" y="2380697"/>
                </a:cubicBezTo>
                <a:lnTo>
                  <a:pt x="8731921" y="2386839"/>
                </a:lnTo>
                <a:cubicBezTo>
                  <a:pt x="8731769" y="2387043"/>
                  <a:pt x="8731307" y="2387197"/>
                  <a:pt x="8731307" y="2387197"/>
                </a:cubicBezTo>
                <a:close/>
                <a:moveTo>
                  <a:pt x="8929513" y="2387197"/>
                </a:moveTo>
                <a:lnTo>
                  <a:pt x="8922449" y="2387197"/>
                </a:lnTo>
                <a:cubicBezTo>
                  <a:pt x="8922193" y="2387197"/>
                  <a:pt x="8921836" y="2386839"/>
                  <a:pt x="8921836" y="2386839"/>
                </a:cubicBezTo>
                <a:lnTo>
                  <a:pt x="8918303" y="2380697"/>
                </a:lnTo>
                <a:cubicBezTo>
                  <a:pt x="8918201" y="2380492"/>
                  <a:pt x="8918303" y="2380032"/>
                  <a:pt x="8918303" y="2380032"/>
                </a:cubicBezTo>
                <a:lnTo>
                  <a:pt x="8921836" y="2373890"/>
                </a:lnTo>
                <a:cubicBezTo>
                  <a:pt x="8921988" y="2373685"/>
                  <a:pt x="8922449" y="2373532"/>
                  <a:pt x="8922449" y="2373532"/>
                </a:cubicBezTo>
                <a:lnTo>
                  <a:pt x="8929513" y="2373532"/>
                </a:lnTo>
                <a:cubicBezTo>
                  <a:pt x="8929767" y="2373532"/>
                  <a:pt x="8930127" y="2373890"/>
                  <a:pt x="8930127" y="2373890"/>
                </a:cubicBezTo>
                <a:lnTo>
                  <a:pt x="8933658" y="2380032"/>
                </a:lnTo>
                <a:cubicBezTo>
                  <a:pt x="8933760" y="2380237"/>
                  <a:pt x="8933658" y="2380697"/>
                  <a:pt x="8933658" y="2380697"/>
                </a:cubicBezTo>
                <a:lnTo>
                  <a:pt x="8930127" y="2386839"/>
                </a:lnTo>
                <a:cubicBezTo>
                  <a:pt x="8929973" y="2387043"/>
                  <a:pt x="8929513" y="2387197"/>
                  <a:pt x="8929513" y="2387197"/>
                </a:cubicBezTo>
                <a:close/>
                <a:moveTo>
                  <a:pt x="9127788" y="2387197"/>
                </a:moveTo>
                <a:lnTo>
                  <a:pt x="9120726" y="2387197"/>
                </a:lnTo>
                <a:cubicBezTo>
                  <a:pt x="9120470" y="2387197"/>
                  <a:pt x="9120112" y="2386839"/>
                  <a:pt x="9120112" y="2386839"/>
                </a:cubicBezTo>
                <a:lnTo>
                  <a:pt x="9116580" y="2380697"/>
                </a:lnTo>
                <a:cubicBezTo>
                  <a:pt x="9116477" y="2380492"/>
                  <a:pt x="9116580" y="2380032"/>
                  <a:pt x="9116580" y="2380032"/>
                </a:cubicBezTo>
                <a:lnTo>
                  <a:pt x="9120112" y="2373890"/>
                </a:lnTo>
                <a:cubicBezTo>
                  <a:pt x="9120265" y="2373685"/>
                  <a:pt x="9120726" y="2373532"/>
                  <a:pt x="9120726" y="2373532"/>
                </a:cubicBezTo>
                <a:lnTo>
                  <a:pt x="9127788" y="2373532"/>
                </a:lnTo>
                <a:cubicBezTo>
                  <a:pt x="9128046" y="2373532"/>
                  <a:pt x="9128402" y="2373890"/>
                  <a:pt x="9128402" y="2373890"/>
                </a:cubicBezTo>
                <a:lnTo>
                  <a:pt x="9131935" y="2380032"/>
                </a:lnTo>
                <a:cubicBezTo>
                  <a:pt x="9132038" y="2380237"/>
                  <a:pt x="9131935" y="2380697"/>
                  <a:pt x="9131935" y="2380697"/>
                </a:cubicBezTo>
                <a:lnTo>
                  <a:pt x="9128402" y="2386839"/>
                </a:lnTo>
                <a:cubicBezTo>
                  <a:pt x="9128249" y="2387043"/>
                  <a:pt x="9127788" y="2387197"/>
                  <a:pt x="9127788" y="2387197"/>
                </a:cubicBezTo>
                <a:close/>
                <a:moveTo>
                  <a:pt x="9325971" y="2387197"/>
                </a:moveTo>
                <a:lnTo>
                  <a:pt x="9318908" y="2387197"/>
                </a:lnTo>
                <a:cubicBezTo>
                  <a:pt x="9318651" y="2387197"/>
                  <a:pt x="9318292" y="2386839"/>
                  <a:pt x="9318292" y="2386839"/>
                </a:cubicBezTo>
                <a:lnTo>
                  <a:pt x="9314762" y="2380697"/>
                </a:lnTo>
                <a:cubicBezTo>
                  <a:pt x="9314659" y="2380492"/>
                  <a:pt x="9314762" y="2380032"/>
                  <a:pt x="9314762" y="2380032"/>
                </a:cubicBezTo>
                <a:lnTo>
                  <a:pt x="9318292" y="2373890"/>
                </a:lnTo>
                <a:cubicBezTo>
                  <a:pt x="9318447" y="2373685"/>
                  <a:pt x="9318908" y="2373532"/>
                  <a:pt x="9318908" y="2373532"/>
                </a:cubicBezTo>
                <a:lnTo>
                  <a:pt x="9325971" y="2373532"/>
                </a:lnTo>
                <a:cubicBezTo>
                  <a:pt x="9326227" y="2373532"/>
                  <a:pt x="9326585" y="2373890"/>
                  <a:pt x="9326585" y="2373890"/>
                </a:cubicBezTo>
                <a:lnTo>
                  <a:pt x="9330116" y="2380032"/>
                </a:lnTo>
                <a:cubicBezTo>
                  <a:pt x="9330219" y="2380237"/>
                  <a:pt x="9330116" y="2380697"/>
                  <a:pt x="9330116" y="2380697"/>
                </a:cubicBezTo>
                <a:lnTo>
                  <a:pt x="9326585" y="2386839"/>
                </a:lnTo>
                <a:cubicBezTo>
                  <a:pt x="9326431" y="2387043"/>
                  <a:pt x="9325971" y="2387197"/>
                  <a:pt x="9325971" y="2387197"/>
                </a:cubicBezTo>
                <a:close/>
                <a:moveTo>
                  <a:pt x="9524282" y="2387197"/>
                </a:moveTo>
                <a:lnTo>
                  <a:pt x="9517219" y="2387197"/>
                </a:lnTo>
                <a:cubicBezTo>
                  <a:pt x="9516963" y="2387197"/>
                  <a:pt x="9516605" y="2386839"/>
                  <a:pt x="9516605" y="2386839"/>
                </a:cubicBezTo>
                <a:lnTo>
                  <a:pt x="9513074" y="2380697"/>
                </a:lnTo>
                <a:cubicBezTo>
                  <a:pt x="9512972" y="2380492"/>
                  <a:pt x="9513074" y="2380032"/>
                  <a:pt x="9513074" y="2380032"/>
                </a:cubicBezTo>
                <a:lnTo>
                  <a:pt x="9516605" y="2373890"/>
                </a:lnTo>
                <a:cubicBezTo>
                  <a:pt x="9516759" y="2373685"/>
                  <a:pt x="9517219" y="2373532"/>
                  <a:pt x="9517219" y="2373532"/>
                </a:cubicBezTo>
                <a:lnTo>
                  <a:pt x="9524282" y="2373532"/>
                </a:lnTo>
                <a:cubicBezTo>
                  <a:pt x="9524539" y="2373532"/>
                  <a:pt x="9524896" y="2373890"/>
                  <a:pt x="9524896" y="2373890"/>
                </a:cubicBezTo>
                <a:lnTo>
                  <a:pt x="9528429" y="2380032"/>
                </a:lnTo>
                <a:cubicBezTo>
                  <a:pt x="9528530" y="2380237"/>
                  <a:pt x="9528429" y="2380697"/>
                  <a:pt x="9528429" y="2380697"/>
                </a:cubicBezTo>
                <a:lnTo>
                  <a:pt x="9524896" y="2386839"/>
                </a:lnTo>
                <a:cubicBezTo>
                  <a:pt x="9524743" y="2387043"/>
                  <a:pt x="9524282" y="2387197"/>
                  <a:pt x="9524282" y="2387197"/>
                </a:cubicBezTo>
                <a:close/>
                <a:moveTo>
                  <a:pt x="9722574" y="2387197"/>
                </a:moveTo>
                <a:lnTo>
                  <a:pt x="9715511" y="2387197"/>
                </a:lnTo>
                <a:cubicBezTo>
                  <a:pt x="9715255" y="2387197"/>
                  <a:pt x="9714897" y="2386839"/>
                  <a:pt x="9714897" y="2386839"/>
                </a:cubicBezTo>
                <a:lnTo>
                  <a:pt x="9711365" y="2380697"/>
                </a:lnTo>
                <a:cubicBezTo>
                  <a:pt x="9711263" y="2380492"/>
                  <a:pt x="9711365" y="2380032"/>
                  <a:pt x="9711365" y="2380032"/>
                </a:cubicBezTo>
                <a:lnTo>
                  <a:pt x="9714897" y="2373890"/>
                </a:lnTo>
                <a:cubicBezTo>
                  <a:pt x="9715050" y="2373685"/>
                  <a:pt x="9715511" y="2373532"/>
                  <a:pt x="9715511" y="2373532"/>
                </a:cubicBezTo>
                <a:lnTo>
                  <a:pt x="9722574" y="2373532"/>
                </a:lnTo>
                <a:cubicBezTo>
                  <a:pt x="9722830" y="2373532"/>
                  <a:pt x="9723188" y="2373890"/>
                  <a:pt x="9723188" y="2373890"/>
                </a:cubicBezTo>
                <a:lnTo>
                  <a:pt x="9726720" y="2380032"/>
                </a:lnTo>
                <a:cubicBezTo>
                  <a:pt x="9726822" y="2380237"/>
                  <a:pt x="9726720" y="2380697"/>
                  <a:pt x="9726720" y="2380697"/>
                </a:cubicBezTo>
                <a:lnTo>
                  <a:pt x="9723188" y="2386839"/>
                </a:lnTo>
                <a:cubicBezTo>
                  <a:pt x="9723035" y="2387043"/>
                  <a:pt x="9722574" y="2387197"/>
                  <a:pt x="9722574" y="2387197"/>
                </a:cubicBezTo>
                <a:close/>
                <a:moveTo>
                  <a:pt x="9920729" y="2387197"/>
                </a:moveTo>
                <a:lnTo>
                  <a:pt x="9913666" y="2387197"/>
                </a:lnTo>
                <a:cubicBezTo>
                  <a:pt x="9913410" y="2387197"/>
                  <a:pt x="9913052" y="2386839"/>
                  <a:pt x="9913052" y="2386839"/>
                </a:cubicBezTo>
                <a:lnTo>
                  <a:pt x="9909520" y="2380697"/>
                </a:lnTo>
                <a:cubicBezTo>
                  <a:pt x="9909418" y="2380492"/>
                  <a:pt x="9909520" y="2380032"/>
                  <a:pt x="9909520" y="2380032"/>
                </a:cubicBezTo>
                <a:lnTo>
                  <a:pt x="9913052" y="2373890"/>
                </a:lnTo>
                <a:cubicBezTo>
                  <a:pt x="9913204" y="2373685"/>
                  <a:pt x="9913666" y="2373532"/>
                  <a:pt x="9913666" y="2373532"/>
                </a:cubicBezTo>
                <a:lnTo>
                  <a:pt x="9920729" y="2373532"/>
                </a:lnTo>
                <a:cubicBezTo>
                  <a:pt x="9920985" y="2373532"/>
                  <a:pt x="9921342" y="2373890"/>
                  <a:pt x="9921342" y="2373890"/>
                </a:cubicBezTo>
                <a:lnTo>
                  <a:pt x="9924875" y="2380032"/>
                </a:lnTo>
                <a:cubicBezTo>
                  <a:pt x="9924977" y="2380237"/>
                  <a:pt x="9924875" y="2380697"/>
                  <a:pt x="9924875" y="2380697"/>
                </a:cubicBezTo>
                <a:lnTo>
                  <a:pt x="9921342" y="2386839"/>
                </a:lnTo>
                <a:cubicBezTo>
                  <a:pt x="9921188" y="2387043"/>
                  <a:pt x="9920729" y="2387197"/>
                  <a:pt x="9920729" y="2387197"/>
                </a:cubicBezTo>
                <a:close/>
                <a:moveTo>
                  <a:pt x="10118979" y="2387197"/>
                </a:moveTo>
                <a:lnTo>
                  <a:pt x="10111917" y="2387197"/>
                </a:lnTo>
                <a:cubicBezTo>
                  <a:pt x="10111661" y="2387197"/>
                  <a:pt x="10111302" y="2386839"/>
                  <a:pt x="10111302" y="2386839"/>
                </a:cubicBezTo>
                <a:lnTo>
                  <a:pt x="10107771" y="2380697"/>
                </a:lnTo>
                <a:cubicBezTo>
                  <a:pt x="10107669" y="2380492"/>
                  <a:pt x="10107771" y="2380032"/>
                  <a:pt x="10107771" y="2380032"/>
                </a:cubicBezTo>
                <a:lnTo>
                  <a:pt x="10111302" y="2373890"/>
                </a:lnTo>
                <a:cubicBezTo>
                  <a:pt x="10111456" y="2373685"/>
                  <a:pt x="10111917" y="2373532"/>
                  <a:pt x="10111917" y="2373532"/>
                </a:cubicBezTo>
                <a:lnTo>
                  <a:pt x="10118979" y="2373532"/>
                </a:lnTo>
                <a:cubicBezTo>
                  <a:pt x="10119236" y="2373532"/>
                  <a:pt x="10119594" y="2373890"/>
                  <a:pt x="10119594" y="2373890"/>
                </a:cubicBezTo>
                <a:lnTo>
                  <a:pt x="10123126" y="2380032"/>
                </a:lnTo>
                <a:cubicBezTo>
                  <a:pt x="10123228" y="2380237"/>
                  <a:pt x="10123126" y="2380697"/>
                  <a:pt x="10123126" y="2380697"/>
                </a:cubicBezTo>
                <a:lnTo>
                  <a:pt x="10119594" y="2386839"/>
                </a:lnTo>
                <a:cubicBezTo>
                  <a:pt x="10119441" y="2387043"/>
                  <a:pt x="10118979" y="2387197"/>
                  <a:pt x="10118979" y="2387197"/>
                </a:cubicBezTo>
                <a:close/>
                <a:moveTo>
                  <a:pt x="10317256" y="2387197"/>
                </a:moveTo>
                <a:lnTo>
                  <a:pt x="10310193" y="2387197"/>
                </a:lnTo>
                <a:cubicBezTo>
                  <a:pt x="10309938" y="2387197"/>
                  <a:pt x="10309580" y="2386839"/>
                  <a:pt x="10309580" y="2386839"/>
                </a:cubicBezTo>
                <a:lnTo>
                  <a:pt x="10306048" y="2380697"/>
                </a:lnTo>
                <a:cubicBezTo>
                  <a:pt x="10305945" y="2380492"/>
                  <a:pt x="10306048" y="2380032"/>
                  <a:pt x="10306048" y="2380032"/>
                </a:cubicBezTo>
                <a:lnTo>
                  <a:pt x="10309580" y="2373890"/>
                </a:lnTo>
                <a:cubicBezTo>
                  <a:pt x="10309733" y="2373685"/>
                  <a:pt x="10310193" y="2373532"/>
                  <a:pt x="10310193" y="2373532"/>
                </a:cubicBezTo>
                <a:lnTo>
                  <a:pt x="10317256" y="2373532"/>
                </a:lnTo>
                <a:cubicBezTo>
                  <a:pt x="10317513" y="2373532"/>
                  <a:pt x="10317871" y="2373890"/>
                  <a:pt x="10317871" y="2373890"/>
                </a:cubicBezTo>
                <a:lnTo>
                  <a:pt x="10321403" y="2380032"/>
                </a:lnTo>
                <a:cubicBezTo>
                  <a:pt x="10321505" y="2380237"/>
                  <a:pt x="10321403" y="2380697"/>
                  <a:pt x="10321403" y="2380697"/>
                </a:cubicBezTo>
                <a:lnTo>
                  <a:pt x="10317871" y="2386839"/>
                </a:lnTo>
                <a:cubicBezTo>
                  <a:pt x="10317718" y="2387043"/>
                  <a:pt x="10317256" y="2387197"/>
                  <a:pt x="10317256" y="2387197"/>
                </a:cubicBezTo>
                <a:close/>
                <a:moveTo>
                  <a:pt x="11254" y="2550510"/>
                </a:moveTo>
                <a:lnTo>
                  <a:pt x="4192" y="2550510"/>
                </a:lnTo>
                <a:cubicBezTo>
                  <a:pt x="3935" y="2550510"/>
                  <a:pt x="3578" y="2550152"/>
                  <a:pt x="3578" y="2550152"/>
                </a:cubicBezTo>
                <a:lnTo>
                  <a:pt x="46" y="2544009"/>
                </a:lnTo>
                <a:cubicBezTo>
                  <a:pt x="-57" y="2543806"/>
                  <a:pt x="46" y="2543345"/>
                  <a:pt x="46" y="2543345"/>
                </a:cubicBezTo>
                <a:lnTo>
                  <a:pt x="3578" y="2537203"/>
                </a:lnTo>
                <a:cubicBezTo>
                  <a:pt x="3731" y="2536998"/>
                  <a:pt x="4192" y="2536844"/>
                  <a:pt x="4192" y="2536844"/>
                </a:cubicBezTo>
                <a:lnTo>
                  <a:pt x="11254" y="2536844"/>
                </a:lnTo>
                <a:cubicBezTo>
                  <a:pt x="11511" y="2536844"/>
                  <a:pt x="11868" y="2537203"/>
                  <a:pt x="11868" y="2537203"/>
                </a:cubicBezTo>
                <a:lnTo>
                  <a:pt x="15400" y="2543345"/>
                </a:lnTo>
                <a:cubicBezTo>
                  <a:pt x="15503" y="2543549"/>
                  <a:pt x="15400" y="2544009"/>
                  <a:pt x="15400" y="2544009"/>
                </a:cubicBezTo>
                <a:lnTo>
                  <a:pt x="11868" y="2550152"/>
                </a:lnTo>
                <a:cubicBezTo>
                  <a:pt x="11716" y="2550357"/>
                  <a:pt x="11254" y="2550510"/>
                  <a:pt x="11254" y="2550510"/>
                </a:cubicBezTo>
                <a:close/>
                <a:moveTo>
                  <a:pt x="209480" y="2550510"/>
                </a:moveTo>
                <a:lnTo>
                  <a:pt x="202416" y="2550510"/>
                </a:lnTo>
                <a:cubicBezTo>
                  <a:pt x="202160" y="2550510"/>
                  <a:pt x="201803" y="2550152"/>
                  <a:pt x="201803" y="2550152"/>
                </a:cubicBezTo>
                <a:lnTo>
                  <a:pt x="198270" y="2544009"/>
                </a:lnTo>
                <a:cubicBezTo>
                  <a:pt x="198168" y="2543806"/>
                  <a:pt x="198270" y="2543345"/>
                  <a:pt x="198270" y="2543345"/>
                </a:cubicBezTo>
                <a:lnTo>
                  <a:pt x="201803" y="2537203"/>
                </a:lnTo>
                <a:cubicBezTo>
                  <a:pt x="201955" y="2536998"/>
                  <a:pt x="202416" y="2536844"/>
                  <a:pt x="202416" y="2536844"/>
                </a:cubicBezTo>
                <a:lnTo>
                  <a:pt x="209480" y="2536844"/>
                </a:lnTo>
                <a:cubicBezTo>
                  <a:pt x="209735" y="2536844"/>
                  <a:pt x="210094" y="2537203"/>
                  <a:pt x="210094" y="2537203"/>
                </a:cubicBezTo>
                <a:lnTo>
                  <a:pt x="213625" y="2543345"/>
                </a:lnTo>
                <a:cubicBezTo>
                  <a:pt x="213727" y="2543549"/>
                  <a:pt x="213625" y="2544009"/>
                  <a:pt x="213625" y="2544009"/>
                </a:cubicBezTo>
                <a:lnTo>
                  <a:pt x="210094" y="2550152"/>
                </a:lnTo>
                <a:cubicBezTo>
                  <a:pt x="209940" y="2550357"/>
                  <a:pt x="209480" y="2550510"/>
                  <a:pt x="209480" y="2550510"/>
                </a:cubicBezTo>
                <a:close/>
                <a:moveTo>
                  <a:pt x="407754" y="2550510"/>
                </a:moveTo>
                <a:lnTo>
                  <a:pt x="400692" y="2550510"/>
                </a:lnTo>
                <a:cubicBezTo>
                  <a:pt x="400436" y="2550510"/>
                  <a:pt x="400078" y="2550152"/>
                  <a:pt x="400078" y="2550152"/>
                </a:cubicBezTo>
                <a:lnTo>
                  <a:pt x="396546" y="2544009"/>
                </a:lnTo>
                <a:cubicBezTo>
                  <a:pt x="396444" y="2543806"/>
                  <a:pt x="396546" y="2543345"/>
                  <a:pt x="396546" y="2543345"/>
                </a:cubicBezTo>
                <a:lnTo>
                  <a:pt x="400078" y="2537203"/>
                </a:lnTo>
                <a:cubicBezTo>
                  <a:pt x="400231" y="2536998"/>
                  <a:pt x="400692" y="2536844"/>
                  <a:pt x="400692" y="2536844"/>
                </a:cubicBezTo>
                <a:lnTo>
                  <a:pt x="407754" y="2536844"/>
                </a:lnTo>
                <a:cubicBezTo>
                  <a:pt x="408011" y="2536844"/>
                  <a:pt x="408369" y="2537203"/>
                  <a:pt x="408369" y="2537203"/>
                </a:cubicBezTo>
                <a:lnTo>
                  <a:pt x="411900" y="2543345"/>
                </a:lnTo>
                <a:cubicBezTo>
                  <a:pt x="412002" y="2543549"/>
                  <a:pt x="411900" y="2544009"/>
                  <a:pt x="411900" y="2544009"/>
                </a:cubicBezTo>
                <a:lnTo>
                  <a:pt x="408369" y="2550152"/>
                </a:lnTo>
                <a:cubicBezTo>
                  <a:pt x="408214" y="2550357"/>
                  <a:pt x="407754" y="2550510"/>
                  <a:pt x="407754" y="2550510"/>
                </a:cubicBezTo>
                <a:close/>
                <a:moveTo>
                  <a:pt x="605979" y="2550510"/>
                </a:moveTo>
                <a:lnTo>
                  <a:pt x="598916" y="2550510"/>
                </a:lnTo>
                <a:cubicBezTo>
                  <a:pt x="598661" y="2550510"/>
                  <a:pt x="598302" y="2550152"/>
                  <a:pt x="598302" y="2550152"/>
                </a:cubicBezTo>
                <a:lnTo>
                  <a:pt x="594770" y="2544009"/>
                </a:lnTo>
                <a:cubicBezTo>
                  <a:pt x="594668" y="2543806"/>
                  <a:pt x="594770" y="2543345"/>
                  <a:pt x="594770" y="2543345"/>
                </a:cubicBezTo>
                <a:lnTo>
                  <a:pt x="598302" y="2537203"/>
                </a:lnTo>
                <a:cubicBezTo>
                  <a:pt x="598455" y="2536998"/>
                  <a:pt x="598916" y="2536844"/>
                  <a:pt x="598916" y="2536844"/>
                </a:cubicBezTo>
                <a:lnTo>
                  <a:pt x="605979" y="2536844"/>
                </a:lnTo>
                <a:cubicBezTo>
                  <a:pt x="606235" y="2536844"/>
                  <a:pt x="606593" y="2537203"/>
                  <a:pt x="606593" y="2537203"/>
                </a:cubicBezTo>
                <a:lnTo>
                  <a:pt x="610125" y="2543345"/>
                </a:lnTo>
                <a:cubicBezTo>
                  <a:pt x="610227" y="2543549"/>
                  <a:pt x="610125" y="2544009"/>
                  <a:pt x="610125" y="2544009"/>
                </a:cubicBezTo>
                <a:lnTo>
                  <a:pt x="606593" y="2550152"/>
                </a:lnTo>
                <a:cubicBezTo>
                  <a:pt x="606440" y="2550357"/>
                  <a:pt x="605979" y="2550510"/>
                  <a:pt x="605979" y="2550510"/>
                </a:cubicBezTo>
                <a:close/>
                <a:moveTo>
                  <a:pt x="804204" y="2550510"/>
                </a:moveTo>
                <a:lnTo>
                  <a:pt x="797140" y="2550510"/>
                </a:lnTo>
                <a:cubicBezTo>
                  <a:pt x="796886" y="2550510"/>
                  <a:pt x="796526" y="2550152"/>
                  <a:pt x="796526" y="2550152"/>
                </a:cubicBezTo>
                <a:lnTo>
                  <a:pt x="792995" y="2544009"/>
                </a:lnTo>
                <a:cubicBezTo>
                  <a:pt x="792893" y="2543806"/>
                  <a:pt x="792995" y="2543345"/>
                  <a:pt x="792995" y="2543345"/>
                </a:cubicBezTo>
                <a:lnTo>
                  <a:pt x="796526" y="2537203"/>
                </a:lnTo>
                <a:cubicBezTo>
                  <a:pt x="796680" y="2536998"/>
                  <a:pt x="797140" y="2536844"/>
                  <a:pt x="797140" y="2536844"/>
                </a:cubicBezTo>
                <a:lnTo>
                  <a:pt x="804204" y="2536844"/>
                </a:lnTo>
                <a:cubicBezTo>
                  <a:pt x="804460" y="2536844"/>
                  <a:pt x="804818" y="2537203"/>
                  <a:pt x="804818" y="2537203"/>
                </a:cubicBezTo>
                <a:lnTo>
                  <a:pt x="808350" y="2543345"/>
                </a:lnTo>
                <a:cubicBezTo>
                  <a:pt x="808452" y="2543549"/>
                  <a:pt x="808350" y="2544009"/>
                  <a:pt x="808350" y="2544009"/>
                </a:cubicBezTo>
                <a:lnTo>
                  <a:pt x="804818" y="2550152"/>
                </a:lnTo>
                <a:cubicBezTo>
                  <a:pt x="804665" y="2550357"/>
                  <a:pt x="804204" y="2550510"/>
                  <a:pt x="804204" y="2550510"/>
                </a:cubicBezTo>
                <a:close/>
                <a:moveTo>
                  <a:pt x="1002428" y="2550510"/>
                </a:moveTo>
                <a:lnTo>
                  <a:pt x="995366" y="2550510"/>
                </a:lnTo>
                <a:cubicBezTo>
                  <a:pt x="995110" y="2550510"/>
                  <a:pt x="994752" y="2550152"/>
                  <a:pt x="994752" y="2550152"/>
                </a:cubicBezTo>
                <a:lnTo>
                  <a:pt x="991220" y="2544009"/>
                </a:lnTo>
                <a:cubicBezTo>
                  <a:pt x="991117" y="2543806"/>
                  <a:pt x="991220" y="2543345"/>
                  <a:pt x="991220" y="2543345"/>
                </a:cubicBezTo>
                <a:lnTo>
                  <a:pt x="994752" y="2537203"/>
                </a:lnTo>
                <a:cubicBezTo>
                  <a:pt x="994905" y="2536998"/>
                  <a:pt x="995366" y="2536844"/>
                  <a:pt x="995366" y="2536844"/>
                </a:cubicBezTo>
                <a:lnTo>
                  <a:pt x="1002428" y="2536844"/>
                </a:lnTo>
                <a:cubicBezTo>
                  <a:pt x="1002685" y="2536844"/>
                  <a:pt x="1003042" y="2537203"/>
                  <a:pt x="1003042" y="2537203"/>
                </a:cubicBezTo>
                <a:lnTo>
                  <a:pt x="1006574" y="2543345"/>
                </a:lnTo>
                <a:cubicBezTo>
                  <a:pt x="1006677" y="2543549"/>
                  <a:pt x="1006574" y="2544009"/>
                  <a:pt x="1006574" y="2544009"/>
                </a:cubicBezTo>
                <a:lnTo>
                  <a:pt x="1003042" y="2550152"/>
                </a:lnTo>
                <a:cubicBezTo>
                  <a:pt x="1002889" y="2550357"/>
                  <a:pt x="1002428" y="2550510"/>
                  <a:pt x="1002428" y="2550510"/>
                </a:cubicBezTo>
                <a:close/>
                <a:moveTo>
                  <a:pt x="1200704" y="2550510"/>
                </a:moveTo>
                <a:lnTo>
                  <a:pt x="1193642" y="2550510"/>
                </a:lnTo>
                <a:cubicBezTo>
                  <a:pt x="1193386" y="2550510"/>
                  <a:pt x="1193028" y="2550152"/>
                  <a:pt x="1193028" y="2550152"/>
                </a:cubicBezTo>
                <a:lnTo>
                  <a:pt x="1189495" y="2544009"/>
                </a:lnTo>
                <a:cubicBezTo>
                  <a:pt x="1189393" y="2543806"/>
                  <a:pt x="1189495" y="2543345"/>
                  <a:pt x="1189495" y="2543345"/>
                </a:cubicBezTo>
                <a:lnTo>
                  <a:pt x="1193028" y="2537203"/>
                </a:lnTo>
                <a:cubicBezTo>
                  <a:pt x="1193180" y="2536998"/>
                  <a:pt x="1193642" y="2536844"/>
                  <a:pt x="1193642" y="2536844"/>
                </a:cubicBezTo>
                <a:lnTo>
                  <a:pt x="1200704" y="2536844"/>
                </a:lnTo>
                <a:cubicBezTo>
                  <a:pt x="1200960" y="2536844"/>
                  <a:pt x="1201318" y="2537203"/>
                  <a:pt x="1201318" y="2537203"/>
                </a:cubicBezTo>
                <a:lnTo>
                  <a:pt x="1204850" y="2543345"/>
                </a:lnTo>
                <a:cubicBezTo>
                  <a:pt x="1204952" y="2543549"/>
                  <a:pt x="1204850" y="2544009"/>
                  <a:pt x="1204850" y="2544009"/>
                </a:cubicBezTo>
                <a:lnTo>
                  <a:pt x="1201318" y="2550152"/>
                </a:lnTo>
                <a:cubicBezTo>
                  <a:pt x="1201165" y="2550357"/>
                  <a:pt x="1200704" y="2550510"/>
                  <a:pt x="1200704" y="2550510"/>
                </a:cubicBezTo>
                <a:close/>
                <a:moveTo>
                  <a:pt x="1398928" y="2550510"/>
                </a:moveTo>
                <a:lnTo>
                  <a:pt x="1391866" y="2550510"/>
                </a:lnTo>
                <a:cubicBezTo>
                  <a:pt x="1391610" y="2550510"/>
                  <a:pt x="1391252" y="2550152"/>
                  <a:pt x="1391252" y="2550152"/>
                </a:cubicBezTo>
                <a:lnTo>
                  <a:pt x="1387720" y="2544009"/>
                </a:lnTo>
                <a:cubicBezTo>
                  <a:pt x="1387617" y="2543806"/>
                  <a:pt x="1387720" y="2543345"/>
                  <a:pt x="1387720" y="2543345"/>
                </a:cubicBezTo>
                <a:lnTo>
                  <a:pt x="1391252" y="2537203"/>
                </a:lnTo>
                <a:cubicBezTo>
                  <a:pt x="1391406" y="2536998"/>
                  <a:pt x="1391866" y="2536844"/>
                  <a:pt x="1391866" y="2536844"/>
                </a:cubicBezTo>
                <a:lnTo>
                  <a:pt x="1398928" y="2536844"/>
                </a:lnTo>
                <a:cubicBezTo>
                  <a:pt x="1399185" y="2536844"/>
                  <a:pt x="1399544" y="2537203"/>
                  <a:pt x="1399544" y="2537203"/>
                </a:cubicBezTo>
                <a:lnTo>
                  <a:pt x="1403074" y="2543345"/>
                </a:lnTo>
                <a:cubicBezTo>
                  <a:pt x="1403177" y="2543549"/>
                  <a:pt x="1403074" y="2544009"/>
                  <a:pt x="1403074" y="2544009"/>
                </a:cubicBezTo>
                <a:lnTo>
                  <a:pt x="1399544" y="2550152"/>
                </a:lnTo>
                <a:cubicBezTo>
                  <a:pt x="1399389" y="2550357"/>
                  <a:pt x="1398928" y="2550510"/>
                  <a:pt x="1398928" y="2550510"/>
                </a:cubicBezTo>
                <a:close/>
                <a:moveTo>
                  <a:pt x="1597154" y="2550510"/>
                </a:moveTo>
                <a:lnTo>
                  <a:pt x="1590090" y="2550510"/>
                </a:lnTo>
                <a:cubicBezTo>
                  <a:pt x="1589834" y="2550510"/>
                  <a:pt x="1589476" y="2550152"/>
                  <a:pt x="1589476" y="2550152"/>
                </a:cubicBezTo>
                <a:lnTo>
                  <a:pt x="1585944" y="2544009"/>
                </a:lnTo>
                <a:cubicBezTo>
                  <a:pt x="1585842" y="2543806"/>
                  <a:pt x="1585944" y="2543345"/>
                  <a:pt x="1585944" y="2543345"/>
                </a:cubicBezTo>
                <a:lnTo>
                  <a:pt x="1589476" y="2537203"/>
                </a:lnTo>
                <a:cubicBezTo>
                  <a:pt x="1589630" y="2536998"/>
                  <a:pt x="1590090" y="2536844"/>
                  <a:pt x="1590090" y="2536844"/>
                </a:cubicBezTo>
                <a:lnTo>
                  <a:pt x="1597154" y="2536844"/>
                </a:lnTo>
                <a:cubicBezTo>
                  <a:pt x="1597409" y="2536844"/>
                  <a:pt x="1597768" y="2537203"/>
                  <a:pt x="1597768" y="2537203"/>
                </a:cubicBezTo>
                <a:lnTo>
                  <a:pt x="1601298" y="2543345"/>
                </a:lnTo>
                <a:cubicBezTo>
                  <a:pt x="1601401" y="2543549"/>
                  <a:pt x="1601298" y="2544009"/>
                  <a:pt x="1601298" y="2544009"/>
                </a:cubicBezTo>
                <a:lnTo>
                  <a:pt x="1597768" y="2550152"/>
                </a:lnTo>
                <a:cubicBezTo>
                  <a:pt x="1597614" y="2550357"/>
                  <a:pt x="1597154" y="2550510"/>
                  <a:pt x="1597154" y="2550510"/>
                </a:cubicBezTo>
                <a:close/>
                <a:moveTo>
                  <a:pt x="1795378" y="2550510"/>
                </a:moveTo>
                <a:lnTo>
                  <a:pt x="1788315" y="2550510"/>
                </a:lnTo>
                <a:cubicBezTo>
                  <a:pt x="1788060" y="2550510"/>
                  <a:pt x="1787701" y="2550152"/>
                  <a:pt x="1787701" y="2550152"/>
                </a:cubicBezTo>
                <a:lnTo>
                  <a:pt x="1784170" y="2544009"/>
                </a:lnTo>
                <a:cubicBezTo>
                  <a:pt x="1784067" y="2543806"/>
                  <a:pt x="1784170" y="2543345"/>
                  <a:pt x="1784170" y="2543345"/>
                </a:cubicBezTo>
                <a:lnTo>
                  <a:pt x="1787701" y="2537203"/>
                </a:lnTo>
                <a:cubicBezTo>
                  <a:pt x="1787854" y="2536998"/>
                  <a:pt x="1788315" y="2536844"/>
                  <a:pt x="1788315" y="2536844"/>
                </a:cubicBezTo>
                <a:lnTo>
                  <a:pt x="1795378" y="2536844"/>
                </a:lnTo>
                <a:cubicBezTo>
                  <a:pt x="1795634" y="2536844"/>
                  <a:pt x="1795992" y="2537203"/>
                  <a:pt x="1795992" y="2537203"/>
                </a:cubicBezTo>
                <a:lnTo>
                  <a:pt x="1799524" y="2543345"/>
                </a:lnTo>
                <a:cubicBezTo>
                  <a:pt x="1799626" y="2543549"/>
                  <a:pt x="1799524" y="2544009"/>
                  <a:pt x="1799524" y="2544009"/>
                </a:cubicBezTo>
                <a:lnTo>
                  <a:pt x="1795992" y="2550152"/>
                </a:lnTo>
                <a:cubicBezTo>
                  <a:pt x="1795838" y="2550357"/>
                  <a:pt x="1795378" y="2550510"/>
                  <a:pt x="1795378" y="2550510"/>
                </a:cubicBezTo>
                <a:close/>
                <a:moveTo>
                  <a:pt x="1993654" y="2550510"/>
                </a:moveTo>
                <a:lnTo>
                  <a:pt x="1986590" y="2550510"/>
                </a:lnTo>
                <a:cubicBezTo>
                  <a:pt x="1986336" y="2550510"/>
                  <a:pt x="1985976" y="2550152"/>
                  <a:pt x="1985976" y="2550152"/>
                </a:cubicBezTo>
                <a:lnTo>
                  <a:pt x="1982445" y="2544009"/>
                </a:lnTo>
                <a:cubicBezTo>
                  <a:pt x="1982343" y="2543806"/>
                  <a:pt x="1982445" y="2543345"/>
                  <a:pt x="1982445" y="2543345"/>
                </a:cubicBezTo>
                <a:lnTo>
                  <a:pt x="1985976" y="2537203"/>
                </a:lnTo>
                <a:cubicBezTo>
                  <a:pt x="1986130" y="2536998"/>
                  <a:pt x="1986590" y="2536844"/>
                  <a:pt x="1986590" y="2536844"/>
                </a:cubicBezTo>
                <a:lnTo>
                  <a:pt x="1993654" y="2536844"/>
                </a:lnTo>
                <a:cubicBezTo>
                  <a:pt x="1993910" y="2536844"/>
                  <a:pt x="1994268" y="2537203"/>
                  <a:pt x="1994268" y="2537203"/>
                </a:cubicBezTo>
                <a:lnTo>
                  <a:pt x="1997800" y="2543345"/>
                </a:lnTo>
                <a:cubicBezTo>
                  <a:pt x="1997902" y="2543549"/>
                  <a:pt x="1997800" y="2544009"/>
                  <a:pt x="1997800" y="2544009"/>
                </a:cubicBezTo>
                <a:lnTo>
                  <a:pt x="1994268" y="2550152"/>
                </a:lnTo>
                <a:cubicBezTo>
                  <a:pt x="1994114" y="2550357"/>
                  <a:pt x="1993654" y="2550510"/>
                  <a:pt x="1993654" y="2550510"/>
                </a:cubicBezTo>
                <a:close/>
                <a:moveTo>
                  <a:pt x="2189611" y="2556300"/>
                </a:moveTo>
                <a:lnTo>
                  <a:pt x="2182548" y="2556300"/>
                </a:lnTo>
                <a:cubicBezTo>
                  <a:pt x="2182291" y="2556300"/>
                  <a:pt x="2181933" y="2555941"/>
                  <a:pt x="2181933" y="2555941"/>
                </a:cubicBezTo>
                <a:lnTo>
                  <a:pt x="2178401" y="2549800"/>
                </a:lnTo>
                <a:cubicBezTo>
                  <a:pt x="2178299" y="2549595"/>
                  <a:pt x="2178401" y="2549135"/>
                  <a:pt x="2178401" y="2549135"/>
                </a:cubicBezTo>
                <a:lnTo>
                  <a:pt x="2181933" y="2542992"/>
                </a:lnTo>
                <a:cubicBezTo>
                  <a:pt x="2182087" y="2542788"/>
                  <a:pt x="2182548" y="2542633"/>
                  <a:pt x="2182548" y="2542633"/>
                </a:cubicBezTo>
                <a:lnTo>
                  <a:pt x="2189611" y="2542633"/>
                </a:lnTo>
                <a:cubicBezTo>
                  <a:pt x="2189865" y="2542633"/>
                  <a:pt x="2190225" y="2542992"/>
                  <a:pt x="2190225" y="2542992"/>
                </a:cubicBezTo>
                <a:lnTo>
                  <a:pt x="2193757" y="2549135"/>
                </a:lnTo>
                <a:cubicBezTo>
                  <a:pt x="2193859" y="2549340"/>
                  <a:pt x="2193757" y="2549800"/>
                  <a:pt x="2193757" y="2549800"/>
                </a:cubicBezTo>
                <a:lnTo>
                  <a:pt x="2190225" y="2555941"/>
                </a:lnTo>
                <a:cubicBezTo>
                  <a:pt x="2190071" y="2556146"/>
                  <a:pt x="2189611" y="2556300"/>
                  <a:pt x="2189611" y="2556300"/>
                </a:cubicBezTo>
                <a:close/>
                <a:moveTo>
                  <a:pt x="2387835" y="2556300"/>
                </a:moveTo>
                <a:lnTo>
                  <a:pt x="2380773" y="2556300"/>
                </a:lnTo>
                <a:cubicBezTo>
                  <a:pt x="2380515" y="2556300"/>
                  <a:pt x="2380159" y="2555941"/>
                  <a:pt x="2380159" y="2555941"/>
                </a:cubicBezTo>
                <a:lnTo>
                  <a:pt x="2376626" y="2549800"/>
                </a:lnTo>
                <a:cubicBezTo>
                  <a:pt x="2376523" y="2549595"/>
                  <a:pt x="2376626" y="2549135"/>
                  <a:pt x="2376626" y="2549135"/>
                </a:cubicBezTo>
                <a:lnTo>
                  <a:pt x="2380159" y="2542992"/>
                </a:lnTo>
                <a:cubicBezTo>
                  <a:pt x="2380312" y="2542788"/>
                  <a:pt x="2380773" y="2542633"/>
                  <a:pt x="2380773" y="2542633"/>
                </a:cubicBezTo>
                <a:lnTo>
                  <a:pt x="2387835" y="2542633"/>
                </a:lnTo>
                <a:cubicBezTo>
                  <a:pt x="2388091" y="2542633"/>
                  <a:pt x="2388449" y="2542992"/>
                  <a:pt x="2388449" y="2542992"/>
                </a:cubicBezTo>
                <a:lnTo>
                  <a:pt x="2391981" y="2549135"/>
                </a:lnTo>
                <a:cubicBezTo>
                  <a:pt x="2392083" y="2549340"/>
                  <a:pt x="2391981" y="2549800"/>
                  <a:pt x="2391981" y="2549800"/>
                </a:cubicBezTo>
                <a:lnTo>
                  <a:pt x="2388449" y="2555941"/>
                </a:lnTo>
                <a:cubicBezTo>
                  <a:pt x="2388296" y="2556146"/>
                  <a:pt x="2387835" y="2556300"/>
                  <a:pt x="2387835" y="2556300"/>
                </a:cubicBezTo>
                <a:close/>
                <a:moveTo>
                  <a:pt x="2586060" y="2556300"/>
                </a:moveTo>
                <a:lnTo>
                  <a:pt x="2578998" y="2556300"/>
                </a:lnTo>
                <a:cubicBezTo>
                  <a:pt x="2578740" y="2556300"/>
                  <a:pt x="2578383" y="2555941"/>
                  <a:pt x="2578383" y="2555941"/>
                </a:cubicBezTo>
                <a:lnTo>
                  <a:pt x="2574850" y="2549800"/>
                </a:lnTo>
                <a:cubicBezTo>
                  <a:pt x="2574749" y="2549595"/>
                  <a:pt x="2574850" y="2549135"/>
                  <a:pt x="2574850" y="2549135"/>
                </a:cubicBezTo>
                <a:lnTo>
                  <a:pt x="2578383" y="2542992"/>
                </a:lnTo>
                <a:cubicBezTo>
                  <a:pt x="2578536" y="2542788"/>
                  <a:pt x="2578998" y="2542633"/>
                  <a:pt x="2578998" y="2542633"/>
                </a:cubicBezTo>
                <a:lnTo>
                  <a:pt x="2586060" y="2542633"/>
                </a:lnTo>
                <a:cubicBezTo>
                  <a:pt x="2586316" y="2542633"/>
                  <a:pt x="2586674" y="2542992"/>
                  <a:pt x="2586674" y="2542992"/>
                </a:cubicBezTo>
                <a:lnTo>
                  <a:pt x="2590205" y="2549135"/>
                </a:lnTo>
                <a:cubicBezTo>
                  <a:pt x="2590308" y="2549340"/>
                  <a:pt x="2590205" y="2549800"/>
                  <a:pt x="2590205" y="2549800"/>
                </a:cubicBezTo>
                <a:lnTo>
                  <a:pt x="2586674" y="2555941"/>
                </a:lnTo>
                <a:cubicBezTo>
                  <a:pt x="2586520" y="2556146"/>
                  <a:pt x="2586060" y="2556300"/>
                  <a:pt x="2586060" y="2556300"/>
                </a:cubicBezTo>
                <a:close/>
                <a:moveTo>
                  <a:pt x="2784284" y="2556300"/>
                </a:moveTo>
                <a:lnTo>
                  <a:pt x="2777221" y="2556300"/>
                </a:lnTo>
                <a:cubicBezTo>
                  <a:pt x="2776966" y="2556300"/>
                  <a:pt x="2776607" y="2555941"/>
                  <a:pt x="2776607" y="2555941"/>
                </a:cubicBezTo>
                <a:lnTo>
                  <a:pt x="2773075" y="2549800"/>
                </a:lnTo>
                <a:cubicBezTo>
                  <a:pt x="2772973" y="2549595"/>
                  <a:pt x="2773075" y="2549135"/>
                  <a:pt x="2773075" y="2549135"/>
                </a:cubicBezTo>
                <a:lnTo>
                  <a:pt x="2776607" y="2542992"/>
                </a:lnTo>
                <a:cubicBezTo>
                  <a:pt x="2776760" y="2542788"/>
                  <a:pt x="2777221" y="2542633"/>
                  <a:pt x="2777221" y="2542633"/>
                </a:cubicBezTo>
                <a:lnTo>
                  <a:pt x="2784284" y="2542633"/>
                </a:lnTo>
                <a:cubicBezTo>
                  <a:pt x="2784540" y="2542633"/>
                  <a:pt x="2784898" y="2542992"/>
                  <a:pt x="2784898" y="2542992"/>
                </a:cubicBezTo>
                <a:lnTo>
                  <a:pt x="2788430" y="2549135"/>
                </a:lnTo>
                <a:cubicBezTo>
                  <a:pt x="2788532" y="2549340"/>
                  <a:pt x="2788430" y="2549800"/>
                  <a:pt x="2788430" y="2549800"/>
                </a:cubicBezTo>
                <a:lnTo>
                  <a:pt x="2784898" y="2555941"/>
                </a:lnTo>
                <a:cubicBezTo>
                  <a:pt x="2784744" y="2556146"/>
                  <a:pt x="2784284" y="2556300"/>
                  <a:pt x="2784284" y="2556300"/>
                </a:cubicBezTo>
                <a:close/>
                <a:moveTo>
                  <a:pt x="2982559" y="2556300"/>
                </a:moveTo>
                <a:lnTo>
                  <a:pt x="2975496" y="2556300"/>
                </a:lnTo>
                <a:cubicBezTo>
                  <a:pt x="2975241" y="2556300"/>
                  <a:pt x="2974882" y="2555941"/>
                  <a:pt x="2974882" y="2555941"/>
                </a:cubicBezTo>
                <a:lnTo>
                  <a:pt x="2971351" y="2549800"/>
                </a:lnTo>
                <a:cubicBezTo>
                  <a:pt x="2971249" y="2549595"/>
                  <a:pt x="2971351" y="2549135"/>
                  <a:pt x="2971351" y="2549135"/>
                </a:cubicBezTo>
                <a:lnTo>
                  <a:pt x="2974882" y="2542992"/>
                </a:lnTo>
                <a:cubicBezTo>
                  <a:pt x="2975036" y="2542788"/>
                  <a:pt x="2975496" y="2542633"/>
                  <a:pt x="2975496" y="2542633"/>
                </a:cubicBezTo>
                <a:lnTo>
                  <a:pt x="2982559" y="2542633"/>
                </a:lnTo>
                <a:cubicBezTo>
                  <a:pt x="2982815" y="2542633"/>
                  <a:pt x="2983173" y="2542992"/>
                  <a:pt x="2983173" y="2542992"/>
                </a:cubicBezTo>
                <a:lnTo>
                  <a:pt x="2986706" y="2549135"/>
                </a:lnTo>
                <a:cubicBezTo>
                  <a:pt x="2986808" y="2549340"/>
                  <a:pt x="2986706" y="2549800"/>
                  <a:pt x="2986706" y="2549800"/>
                </a:cubicBezTo>
                <a:lnTo>
                  <a:pt x="2983173" y="2555941"/>
                </a:lnTo>
                <a:cubicBezTo>
                  <a:pt x="2983020" y="2556146"/>
                  <a:pt x="2982559" y="2556300"/>
                  <a:pt x="2982559" y="2556300"/>
                </a:cubicBezTo>
                <a:close/>
                <a:moveTo>
                  <a:pt x="3180784" y="2556300"/>
                </a:moveTo>
                <a:lnTo>
                  <a:pt x="3173721" y="2556300"/>
                </a:lnTo>
                <a:cubicBezTo>
                  <a:pt x="3173466" y="2556300"/>
                  <a:pt x="3173107" y="2555941"/>
                  <a:pt x="3173107" y="2555941"/>
                </a:cubicBezTo>
                <a:lnTo>
                  <a:pt x="3169576" y="2549800"/>
                </a:lnTo>
                <a:cubicBezTo>
                  <a:pt x="3169473" y="2549595"/>
                  <a:pt x="3169576" y="2549135"/>
                  <a:pt x="3169576" y="2549135"/>
                </a:cubicBezTo>
                <a:lnTo>
                  <a:pt x="3173107" y="2542992"/>
                </a:lnTo>
                <a:cubicBezTo>
                  <a:pt x="3173261" y="2542788"/>
                  <a:pt x="3173721" y="2542633"/>
                  <a:pt x="3173721" y="2542633"/>
                </a:cubicBezTo>
                <a:lnTo>
                  <a:pt x="3180784" y="2542633"/>
                </a:lnTo>
                <a:cubicBezTo>
                  <a:pt x="3181040" y="2542633"/>
                  <a:pt x="3181398" y="2542992"/>
                  <a:pt x="3181398" y="2542992"/>
                </a:cubicBezTo>
                <a:lnTo>
                  <a:pt x="3184931" y="2549135"/>
                </a:lnTo>
                <a:cubicBezTo>
                  <a:pt x="3185033" y="2549340"/>
                  <a:pt x="3184931" y="2549800"/>
                  <a:pt x="3184931" y="2549800"/>
                </a:cubicBezTo>
                <a:lnTo>
                  <a:pt x="3181398" y="2555941"/>
                </a:lnTo>
                <a:cubicBezTo>
                  <a:pt x="3181245" y="2556146"/>
                  <a:pt x="3180784" y="2556300"/>
                  <a:pt x="3180784" y="2556300"/>
                </a:cubicBezTo>
                <a:close/>
                <a:moveTo>
                  <a:pt x="3379008" y="2556300"/>
                </a:moveTo>
                <a:lnTo>
                  <a:pt x="3371947" y="2556300"/>
                </a:lnTo>
                <a:cubicBezTo>
                  <a:pt x="3371690" y="2556300"/>
                  <a:pt x="3371332" y="2555941"/>
                  <a:pt x="3371332" y="2555941"/>
                </a:cubicBezTo>
                <a:lnTo>
                  <a:pt x="3367800" y="2549800"/>
                </a:lnTo>
                <a:cubicBezTo>
                  <a:pt x="3367697" y="2549595"/>
                  <a:pt x="3367800" y="2549135"/>
                  <a:pt x="3367800" y="2549135"/>
                </a:cubicBezTo>
                <a:lnTo>
                  <a:pt x="3371332" y="2542992"/>
                </a:lnTo>
                <a:cubicBezTo>
                  <a:pt x="3371485" y="2542788"/>
                  <a:pt x="3371947" y="2542633"/>
                  <a:pt x="3371947" y="2542633"/>
                </a:cubicBezTo>
                <a:lnTo>
                  <a:pt x="3379008" y="2542633"/>
                </a:lnTo>
                <a:cubicBezTo>
                  <a:pt x="3379265" y="2542633"/>
                  <a:pt x="3379624" y="2542992"/>
                  <a:pt x="3379624" y="2542992"/>
                </a:cubicBezTo>
                <a:lnTo>
                  <a:pt x="3383155" y="2549135"/>
                </a:lnTo>
                <a:cubicBezTo>
                  <a:pt x="3383257" y="2549340"/>
                  <a:pt x="3383155" y="2549800"/>
                  <a:pt x="3383155" y="2549800"/>
                </a:cubicBezTo>
                <a:lnTo>
                  <a:pt x="3379624" y="2555941"/>
                </a:lnTo>
                <a:cubicBezTo>
                  <a:pt x="3379470" y="2556146"/>
                  <a:pt x="3379008" y="2556300"/>
                  <a:pt x="3379008" y="2556300"/>
                </a:cubicBezTo>
                <a:close/>
                <a:moveTo>
                  <a:pt x="3577234" y="2556300"/>
                </a:moveTo>
                <a:lnTo>
                  <a:pt x="3570172" y="2556300"/>
                </a:lnTo>
                <a:cubicBezTo>
                  <a:pt x="3569914" y="2556300"/>
                  <a:pt x="3569557" y="2555941"/>
                  <a:pt x="3569557" y="2555941"/>
                </a:cubicBezTo>
                <a:lnTo>
                  <a:pt x="3566024" y="2549800"/>
                </a:lnTo>
                <a:cubicBezTo>
                  <a:pt x="3565922" y="2549595"/>
                  <a:pt x="3566024" y="2549135"/>
                  <a:pt x="3566024" y="2549135"/>
                </a:cubicBezTo>
                <a:lnTo>
                  <a:pt x="3569557" y="2542992"/>
                </a:lnTo>
                <a:cubicBezTo>
                  <a:pt x="3569709" y="2542788"/>
                  <a:pt x="3570172" y="2542633"/>
                  <a:pt x="3570172" y="2542633"/>
                </a:cubicBezTo>
                <a:lnTo>
                  <a:pt x="3577234" y="2542633"/>
                </a:lnTo>
                <a:cubicBezTo>
                  <a:pt x="3577489" y="2542633"/>
                  <a:pt x="3577848" y="2542992"/>
                  <a:pt x="3577848" y="2542992"/>
                </a:cubicBezTo>
                <a:lnTo>
                  <a:pt x="3581379" y="2549135"/>
                </a:lnTo>
                <a:cubicBezTo>
                  <a:pt x="3581481" y="2549340"/>
                  <a:pt x="3581379" y="2549800"/>
                  <a:pt x="3581379" y="2549800"/>
                </a:cubicBezTo>
                <a:lnTo>
                  <a:pt x="3577848" y="2555941"/>
                </a:lnTo>
                <a:cubicBezTo>
                  <a:pt x="3577694" y="2556146"/>
                  <a:pt x="3577234" y="2556300"/>
                  <a:pt x="3577234" y="2556300"/>
                </a:cubicBezTo>
                <a:close/>
                <a:moveTo>
                  <a:pt x="3775459" y="2556300"/>
                </a:moveTo>
                <a:lnTo>
                  <a:pt x="3768396" y="2556300"/>
                </a:lnTo>
                <a:cubicBezTo>
                  <a:pt x="3768139" y="2556300"/>
                  <a:pt x="3767781" y="2555941"/>
                  <a:pt x="3767781" y="2555941"/>
                </a:cubicBezTo>
                <a:lnTo>
                  <a:pt x="3764249" y="2549800"/>
                </a:lnTo>
                <a:cubicBezTo>
                  <a:pt x="3764147" y="2549595"/>
                  <a:pt x="3764249" y="2549135"/>
                  <a:pt x="3764249" y="2549135"/>
                </a:cubicBezTo>
                <a:lnTo>
                  <a:pt x="3767781" y="2542992"/>
                </a:lnTo>
                <a:cubicBezTo>
                  <a:pt x="3767935" y="2542788"/>
                  <a:pt x="3768396" y="2542633"/>
                  <a:pt x="3768396" y="2542633"/>
                </a:cubicBezTo>
                <a:lnTo>
                  <a:pt x="3775459" y="2542633"/>
                </a:lnTo>
                <a:cubicBezTo>
                  <a:pt x="3775713" y="2542633"/>
                  <a:pt x="3776073" y="2542992"/>
                  <a:pt x="3776073" y="2542992"/>
                </a:cubicBezTo>
                <a:lnTo>
                  <a:pt x="3779604" y="2549135"/>
                </a:lnTo>
                <a:cubicBezTo>
                  <a:pt x="3779706" y="2549340"/>
                  <a:pt x="3779604" y="2549800"/>
                  <a:pt x="3779604" y="2549800"/>
                </a:cubicBezTo>
                <a:lnTo>
                  <a:pt x="3776073" y="2555941"/>
                </a:lnTo>
                <a:cubicBezTo>
                  <a:pt x="3775919" y="2556146"/>
                  <a:pt x="3775459" y="2556300"/>
                  <a:pt x="3775459" y="2556300"/>
                </a:cubicBezTo>
                <a:close/>
                <a:moveTo>
                  <a:pt x="3973734" y="2556300"/>
                </a:moveTo>
                <a:lnTo>
                  <a:pt x="3966671" y="2556300"/>
                </a:lnTo>
                <a:cubicBezTo>
                  <a:pt x="3966415" y="2556300"/>
                  <a:pt x="3966057" y="2555941"/>
                  <a:pt x="3966057" y="2555941"/>
                </a:cubicBezTo>
                <a:lnTo>
                  <a:pt x="3962525" y="2549800"/>
                </a:lnTo>
                <a:cubicBezTo>
                  <a:pt x="3962423" y="2549595"/>
                  <a:pt x="3962525" y="2549135"/>
                  <a:pt x="3962525" y="2549135"/>
                </a:cubicBezTo>
                <a:lnTo>
                  <a:pt x="3966057" y="2542992"/>
                </a:lnTo>
                <a:cubicBezTo>
                  <a:pt x="3966211" y="2542788"/>
                  <a:pt x="3966671" y="2542633"/>
                  <a:pt x="3966671" y="2542633"/>
                </a:cubicBezTo>
                <a:lnTo>
                  <a:pt x="3973734" y="2542633"/>
                </a:lnTo>
                <a:cubicBezTo>
                  <a:pt x="3973990" y="2542633"/>
                  <a:pt x="3974348" y="2542992"/>
                  <a:pt x="3974348" y="2542992"/>
                </a:cubicBezTo>
                <a:lnTo>
                  <a:pt x="3977880" y="2549135"/>
                </a:lnTo>
                <a:cubicBezTo>
                  <a:pt x="3977982" y="2549340"/>
                  <a:pt x="3977880" y="2549800"/>
                  <a:pt x="3977880" y="2549800"/>
                </a:cubicBezTo>
                <a:lnTo>
                  <a:pt x="3974348" y="2555941"/>
                </a:lnTo>
                <a:cubicBezTo>
                  <a:pt x="3974195" y="2556146"/>
                  <a:pt x="3973734" y="2556300"/>
                  <a:pt x="3973734" y="2556300"/>
                </a:cubicBezTo>
                <a:close/>
                <a:moveTo>
                  <a:pt x="4171959" y="2556300"/>
                </a:moveTo>
                <a:lnTo>
                  <a:pt x="4164896" y="2556300"/>
                </a:lnTo>
                <a:cubicBezTo>
                  <a:pt x="4164640" y="2556300"/>
                  <a:pt x="4164282" y="2555941"/>
                  <a:pt x="4164282" y="2555941"/>
                </a:cubicBezTo>
                <a:lnTo>
                  <a:pt x="4160751" y="2549800"/>
                </a:lnTo>
                <a:cubicBezTo>
                  <a:pt x="4160648" y="2549595"/>
                  <a:pt x="4160751" y="2549135"/>
                  <a:pt x="4160751" y="2549135"/>
                </a:cubicBezTo>
                <a:lnTo>
                  <a:pt x="4164282" y="2542992"/>
                </a:lnTo>
                <a:cubicBezTo>
                  <a:pt x="4164435" y="2542788"/>
                  <a:pt x="4164896" y="2542633"/>
                  <a:pt x="4164896" y="2542633"/>
                </a:cubicBezTo>
                <a:lnTo>
                  <a:pt x="4171959" y="2542633"/>
                </a:lnTo>
                <a:cubicBezTo>
                  <a:pt x="4172215" y="2542633"/>
                  <a:pt x="4172573" y="2542992"/>
                  <a:pt x="4172573" y="2542992"/>
                </a:cubicBezTo>
                <a:lnTo>
                  <a:pt x="4176105" y="2549135"/>
                </a:lnTo>
                <a:cubicBezTo>
                  <a:pt x="4176207" y="2549340"/>
                  <a:pt x="4176105" y="2549800"/>
                  <a:pt x="4176105" y="2549800"/>
                </a:cubicBezTo>
                <a:lnTo>
                  <a:pt x="4172573" y="2555941"/>
                </a:lnTo>
                <a:cubicBezTo>
                  <a:pt x="4172419" y="2556146"/>
                  <a:pt x="4171959" y="2556300"/>
                  <a:pt x="4171959" y="2556300"/>
                </a:cubicBezTo>
                <a:close/>
                <a:moveTo>
                  <a:pt x="4370183" y="2556300"/>
                </a:moveTo>
                <a:lnTo>
                  <a:pt x="4363121" y="2556300"/>
                </a:lnTo>
                <a:cubicBezTo>
                  <a:pt x="4362864" y="2556300"/>
                  <a:pt x="4362506" y="2555941"/>
                  <a:pt x="4362506" y="2555941"/>
                </a:cubicBezTo>
                <a:lnTo>
                  <a:pt x="4358975" y="2549800"/>
                </a:lnTo>
                <a:cubicBezTo>
                  <a:pt x="4358872" y="2549595"/>
                  <a:pt x="4358975" y="2549135"/>
                  <a:pt x="4358975" y="2549135"/>
                </a:cubicBezTo>
                <a:lnTo>
                  <a:pt x="4362506" y="2542992"/>
                </a:lnTo>
                <a:cubicBezTo>
                  <a:pt x="4362660" y="2542788"/>
                  <a:pt x="4363121" y="2542633"/>
                  <a:pt x="4363121" y="2542633"/>
                </a:cubicBezTo>
                <a:lnTo>
                  <a:pt x="4370183" y="2542633"/>
                </a:lnTo>
                <a:cubicBezTo>
                  <a:pt x="4370439" y="2542633"/>
                  <a:pt x="4370797" y="2542992"/>
                  <a:pt x="4370797" y="2542992"/>
                </a:cubicBezTo>
                <a:lnTo>
                  <a:pt x="4374329" y="2549135"/>
                </a:lnTo>
                <a:cubicBezTo>
                  <a:pt x="4374432" y="2549340"/>
                  <a:pt x="4374329" y="2549800"/>
                  <a:pt x="4374329" y="2549800"/>
                </a:cubicBezTo>
                <a:lnTo>
                  <a:pt x="4370797" y="2555941"/>
                </a:lnTo>
                <a:cubicBezTo>
                  <a:pt x="4370643" y="2556146"/>
                  <a:pt x="4370183" y="2556300"/>
                  <a:pt x="4370183" y="2556300"/>
                </a:cubicBezTo>
                <a:close/>
                <a:moveTo>
                  <a:pt x="4568408" y="2556300"/>
                </a:moveTo>
                <a:lnTo>
                  <a:pt x="4561345" y="2556300"/>
                </a:lnTo>
                <a:cubicBezTo>
                  <a:pt x="4561089" y="2556300"/>
                  <a:pt x="4560731" y="2555941"/>
                  <a:pt x="4560731" y="2555941"/>
                </a:cubicBezTo>
                <a:lnTo>
                  <a:pt x="4557199" y="2549800"/>
                </a:lnTo>
                <a:cubicBezTo>
                  <a:pt x="4557097" y="2549595"/>
                  <a:pt x="4557199" y="2549135"/>
                  <a:pt x="4557199" y="2549135"/>
                </a:cubicBezTo>
                <a:lnTo>
                  <a:pt x="4560731" y="2542992"/>
                </a:lnTo>
                <a:cubicBezTo>
                  <a:pt x="4560884" y="2542788"/>
                  <a:pt x="4561345" y="2542633"/>
                  <a:pt x="4561345" y="2542633"/>
                </a:cubicBezTo>
                <a:lnTo>
                  <a:pt x="4568408" y="2542633"/>
                </a:lnTo>
                <a:cubicBezTo>
                  <a:pt x="4568663" y="2542633"/>
                  <a:pt x="4569022" y="2542992"/>
                  <a:pt x="4569022" y="2542992"/>
                </a:cubicBezTo>
                <a:lnTo>
                  <a:pt x="4572554" y="2549135"/>
                </a:lnTo>
                <a:cubicBezTo>
                  <a:pt x="4572656" y="2549340"/>
                  <a:pt x="4572554" y="2549800"/>
                  <a:pt x="4572554" y="2549800"/>
                </a:cubicBezTo>
                <a:lnTo>
                  <a:pt x="4569022" y="2555941"/>
                </a:lnTo>
                <a:cubicBezTo>
                  <a:pt x="4568869" y="2556146"/>
                  <a:pt x="4568408" y="2556300"/>
                  <a:pt x="4568408" y="2556300"/>
                </a:cubicBezTo>
                <a:close/>
                <a:moveTo>
                  <a:pt x="4766683" y="2556300"/>
                </a:moveTo>
                <a:lnTo>
                  <a:pt x="4759621" y="2556300"/>
                </a:lnTo>
                <a:cubicBezTo>
                  <a:pt x="4759364" y="2556300"/>
                  <a:pt x="4759007" y="2555941"/>
                  <a:pt x="4759007" y="2555941"/>
                </a:cubicBezTo>
                <a:lnTo>
                  <a:pt x="4755475" y="2549800"/>
                </a:lnTo>
                <a:cubicBezTo>
                  <a:pt x="4755372" y="2549595"/>
                  <a:pt x="4755475" y="2549135"/>
                  <a:pt x="4755475" y="2549135"/>
                </a:cubicBezTo>
                <a:lnTo>
                  <a:pt x="4759007" y="2542992"/>
                </a:lnTo>
                <a:cubicBezTo>
                  <a:pt x="4759160" y="2542788"/>
                  <a:pt x="4759621" y="2542633"/>
                  <a:pt x="4759621" y="2542633"/>
                </a:cubicBezTo>
                <a:lnTo>
                  <a:pt x="4766683" y="2542633"/>
                </a:lnTo>
                <a:cubicBezTo>
                  <a:pt x="4766940" y="2542633"/>
                  <a:pt x="4767297" y="2542992"/>
                  <a:pt x="4767297" y="2542992"/>
                </a:cubicBezTo>
                <a:lnTo>
                  <a:pt x="4770829" y="2549135"/>
                </a:lnTo>
                <a:cubicBezTo>
                  <a:pt x="4770932" y="2549340"/>
                  <a:pt x="4770829" y="2549800"/>
                  <a:pt x="4770829" y="2549800"/>
                </a:cubicBezTo>
                <a:lnTo>
                  <a:pt x="4767297" y="2555941"/>
                </a:lnTo>
                <a:cubicBezTo>
                  <a:pt x="4767144" y="2556146"/>
                  <a:pt x="4766683" y="2556300"/>
                  <a:pt x="4766683" y="2556300"/>
                </a:cubicBezTo>
                <a:close/>
                <a:moveTo>
                  <a:pt x="4964909" y="2556300"/>
                </a:moveTo>
                <a:lnTo>
                  <a:pt x="4957846" y="2556300"/>
                </a:lnTo>
                <a:cubicBezTo>
                  <a:pt x="4957589" y="2556300"/>
                  <a:pt x="4957232" y="2555941"/>
                  <a:pt x="4957232" y="2555941"/>
                </a:cubicBezTo>
                <a:lnTo>
                  <a:pt x="4953699" y="2549800"/>
                </a:lnTo>
                <a:cubicBezTo>
                  <a:pt x="4953597" y="2549595"/>
                  <a:pt x="4953699" y="2549135"/>
                  <a:pt x="4953699" y="2549135"/>
                </a:cubicBezTo>
                <a:lnTo>
                  <a:pt x="4957232" y="2542992"/>
                </a:lnTo>
                <a:cubicBezTo>
                  <a:pt x="4957384" y="2542788"/>
                  <a:pt x="4957846" y="2542633"/>
                  <a:pt x="4957846" y="2542633"/>
                </a:cubicBezTo>
                <a:lnTo>
                  <a:pt x="4964909" y="2542633"/>
                </a:lnTo>
                <a:cubicBezTo>
                  <a:pt x="4965164" y="2542633"/>
                  <a:pt x="4965523" y="2542992"/>
                  <a:pt x="4965523" y="2542992"/>
                </a:cubicBezTo>
                <a:lnTo>
                  <a:pt x="4969054" y="2549135"/>
                </a:lnTo>
                <a:cubicBezTo>
                  <a:pt x="4969156" y="2549340"/>
                  <a:pt x="4969054" y="2549800"/>
                  <a:pt x="4969054" y="2549800"/>
                </a:cubicBezTo>
                <a:lnTo>
                  <a:pt x="4965523" y="2555941"/>
                </a:lnTo>
                <a:cubicBezTo>
                  <a:pt x="4965369" y="2556146"/>
                  <a:pt x="4964909" y="2556300"/>
                  <a:pt x="4964909" y="2556300"/>
                </a:cubicBezTo>
                <a:close/>
                <a:moveTo>
                  <a:pt x="5163134" y="2556300"/>
                </a:moveTo>
                <a:lnTo>
                  <a:pt x="5156070" y="2556300"/>
                </a:lnTo>
                <a:cubicBezTo>
                  <a:pt x="5155814" y="2556300"/>
                  <a:pt x="5155456" y="2555941"/>
                  <a:pt x="5155456" y="2555941"/>
                </a:cubicBezTo>
                <a:lnTo>
                  <a:pt x="5151924" y="2549800"/>
                </a:lnTo>
                <a:cubicBezTo>
                  <a:pt x="5151822" y="2549595"/>
                  <a:pt x="5151924" y="2549135"/>
                  <a:pt x="5151924" y="2549135"/>
                </a:cubicBezTo>
                <a:lnTo>
                  <a:pt x="5155456" y="2542992"/>
                </a:lnTo>
                <a:cubicBezTo>
                  <a:pt x="5155610" y="2542788"/>
                  <a:pt x="5156070" y="2542633"/>
                  <a:pt x="5156070" y="2542633"/>
                </a:cubicBezTo>
                <a:lnTo>
                  <a:pt x="5163134" y="2542633"/>
                </a:lnTo>
                <a:cubicBezTo>
                  <a:pt x="5163388" y="2542633"/>
                  <a:pt x="5163748" y="2542992"/>
                  <a:pt x="5163748" y="2542992"/>
                </a:cubicBezTo>
                <a:lnTo>
                  <a:pt x="5167279" y="2549135"/>
                </a:lnTo>
                <a:cubicBezTo>
                  <a:pt x="5167381" y="2549340"/>
                  <a:pt x="5167279" y="2549800"/>
                  <a:pt x="5167279" y="2549800"/>
                </a:cubicBezTo>
                <a:lnTo>
                  <a:pt x="5163748" y="2555941"/>
                </a:lnTo>
                <a:cubicBezTo>
                  <a:pt x="5163594" y="2556146"/>
                  <a:pt x="5163134" y="2556300"/>
                  <a:pt x="5163134" y="2556300"/>
                </a:cubicBezTo>
                <a:close/>
                <a:moveTo>
                  <a:pt x="5361358" y="2556300"/>
                </a:moveTo>
                <a:lnTo>
                  <a:pt x="5354295" y="2556300"/>
                </a:lnTo>
                <a:cubicBezTo>
                  <a:pt x="5354038" y="2556300"/>
                  <a:pt x="5353680" y="2555941"/>
                  <a:pt x="5353680" y="2555941"/>
                </a:cubicBezTo>
                <a:lnTo>
                  <a:pt x="5350149" y="2549800"/>
                </a:lnTo>
                <a:cubicBezTo>
                  <a:pt x="5350047" y="2549595"/>
                  <a:pt x="5350149" y="2549135"/>
                  <a:pt x="5350149" y="2549135"/>
                </a:cubicBezTo>
                <a:lnTo>
                  <a:pt x="5353680" y="2542992"/>
                </a:lnTo>
                <a:cubicBezTo>
                  <a:pt x="5353835" y="2542788"/>
                  <a:pt x="5354295" y="2542633"/>
                  <a:pt x="5354295" y="2542633"/>
                </a:cubicBezTo>
                <a:lnTo>
                  <a:pt x="5361358" y="2542633"/>
                </a:lnTo>
                <a:cubicBezTo>
                  <a:pt x="5361614" y="2542633"/>
                  <a:pt x="5361972" y="2542992"/>
                  <a:pt x="5361972" y="2542992"/>
                </a:cubicBezTo>
                <a:lnTo>
                  <a:pt x="5365503" y="2549135"/>
                </a:lnTo>
                <a:cubicBezTo>
                  <a:pt x="5365606" y="2549340"/>
                  <a:pt x="5365503" y="2549800"/>
                  <a:pt x="5365503" y="2549800"/>
                </a:cubicBezTo>
                <a:lnTo>
                  <a:pt x="5361972" y="2555941"/>
                </a:lnTo>
                <a:cubicBezTo>
                  <a:pt x="5361818" y="2556146"/>
                  <a:pt x="5361358" y="2556300"/>
                  <a:pt x="5361358" y="2556300"/>
                </a:cubicBezTo>
                <a:close/>
                <a:moveTo>
                  <a:pt x="5559633" y="2556300"/>
                </a:moveTo>
                <a:lnTo>
                  <a:pt x="5552569" y="2556300"/>
                </a:lnTo>
                <a:cubicBezTo>
                  <a:pt x="5552314" y="2556300"/>
                  <a:pt x="5551956" y="2555941"/>
                  <a:pt x="5551956" y="2555941"/>
                </a:cubicBezTo>
                <a:lnTo>
                  <a:pt x="5548424" y="2549800"/>
                </a:lnTo>
                <a:cubicBezTo>
                  <a:pt x="5548322" y="2549595"/>
                  <a:pt x="5548424" y="2549135"/>
                  <a:pt x="5548424" y="2549135"/>
                </a:cubicBezTo>
                <a:lnTo>
                  <a:pt x="5551956" y="2542992"/>
                </a:lnTo>
                <a:cubicBezTo>
                  <a:pt x="5552109" y="2542788"/>
                  <a:pt x="5552569" y="2542633"/>
                  <a:pt x="5552569" y="2542633"/>
                </a:cubicBezTo>
                <a:lnTo>
                  <a:pt x="5559633" y="2542633"/>
                </a:lnTo>
                <a:cubicBezTo>
                  <a:pt x="5559889" y="2542633"/>
                  <a:pt x="5560246" y="2542992"/>
                  <a:pt x="5560246" y="2542992"/>
                </a:cubicBezTo>
                <a:lnTo>
                  <a:pt x="5563779" y="2549135"/>
                </a:lnTo>
                <a:cubicBezTo>
                  <a:pt x="5563881" y="2549340"/>
                  <a:pt x="5563779" y="2549800"/>
                  <a:pt x="5563779" y="2549800"/>
                </a:cubicBezTo>
                <a:lnTo>
                  <a:pt x="5560246" y="2555941"/>
                </a:lnTo>
                <a:cubicBezTo>
                  <a:pt x="5560094" y="2556146"/>
                  <a:pt x="5559633" y="2556300"/>
                  <a:pt x="5559633" y="2556300"/>
                </a:cubicBezTo>
                <a:close/>
                <a:moveTo>
                  <a:pt x="5757857" y="2556300"/>
                </a:moveTo>
                <a:lnTo>
                  <a:pt x="5750795" y="2556300"/>
                </a:lnTo>
                <a:cubicBezTo>
                  <a:pt x="5750538" y="2556300"/>
                  <a:pt x="5750181" y="2555941"/>
                  <a:pt x="5750181" y="2555941"/>
                </a:cubicBezTo>
                <a:lnTo>
                  <a:pt x="5746649" y="2549800"/>
                </a:lnTo>
                <a:cubicBezTo>
                  <a:pt x="5746546" y="2549595"/>
                  <a:pt x="5746649" y="2549135"/>
                  <a:pt x="5746649" y="2549135"/>
                </a:cubicBezTo>
                <a:lnTo>
                  <a:pt x="5750181" y="2542992"/>
                </a:lnTo>
                <a:cubicBezTo>
                  <a:pt x="5750333" y="2542788"/>
                  <a:pt x="5750795" y="2542633"/>
                  <a:pt x="5750795" y="2542633"/>
                </a:cubicBezTo>
                <a:lnTo>
                  <a:pt x="5757857" y="2542633"/>
                </a:lnTo>
                <a:cubicBezTo>
                  <a:pt x="5758114" y="2542633"/>
                  <a:pt x="5758471" y="2542992"/>
                  <a:pt x="5758471" y="2542992"/>
                </a:cubicBezTo>
                <a:lnTo>
                  <a:pt x="5762003" y="2549135"/>
                </a:lnTo>
                <a:cubicBezTo>
                  <a:pt x="5762106" y="2549340"/>
                  <a:pt x="5762003" y="2549800"/>
                  <a:pt x="5762003" y="2549800"/>
                </a:cubicBezTo>
                <a:lnTo>
                  <a:pt x="5758471" y="2555941"/>
                </a:lnTo>
                <a:cubicBezTo>
                  <a:pt x="5758318" y="2556146"/>
                  <a:pt x="5757857" y="2556300"/>
                  <a:pt x="5757857" y="2556300"/>
                </a:cubicBezTo>
                <a:close/>
                <a:moveTo>
                  <a:pt x="5956083" y="2556300"/>
                </a:moveTo>
                <a:lnTo>
                  <a:pt x="5949019" y="2556300"/>
                </a:lnTo>
                <a:cubicBezTo>
                  <a:pt x="5948763" y="2556300"/>
                  <a:pt x="5948405" y="2555941"/>
                  <a:pt x="5948405" y="2555941"/>
                </a:cubicBezTo>
                <a:lnTo>
                  <a:pt x="5944873" y="2549800"/>
                </a:lnTo>
                <a:cubicBezTo>
                  <a:pt x="5944771" y="2549595"/>
                  <a:pt x="5944873" y="2549135"/>
                  <a:pt x="5944873" y="2549135"/>
                </a:cubicBezTo>
                <a:lnTo>
                  <a:pt x="5948405" y="2542992"/>
                </a:lnTo>
                <a:cubicBezTo>
                  <a:pt x="5948558" y="2542788"/>
                  <a:pt x="5949019" y="2542633"/>
                  <a:pt x="5949019" y="2542633"/>
                </a:cubicBezTo>
                <a:lnTo>
                  <a:pt x="5956083" y="2542633"/>
                </a:lnTo>
                <a:cubicBezTo>
                  <a:pt x="5956338" y="2542633"/>
                  <a:pt x="5956697" y="2542992"/>
                  <a:pt x="5956697" y="2542992"/>
                </a:cubicBezTo>
                <a:lnTo>
                  <a:pt x="5960227" y="2549135"/>
                </a:lnTo>
                <a:cubicBezTo>
                  <a:pt x="5960330" y="2549340"/>
                  <a:pt x="5960227" y="2549800"/>
                  <a:pt x="5960227" y="2549800"/>
                </a:cubicBezTo>
                <a:lnTo>
                  <a:pt x="5956697" y="2555941"/>
                </a:lnTo>
                <a:cubicBezTo>
                  <a:pt x="5956542" y="2556146"/>
                  <a:pt x="5956083" y="2556300"/>
                  <a:pt x="5956083" y="2556300"/>
                </a:cubicBezTo>
                <a:close/>
                <a:moveTo>
                  <a:pt x="6154307" y="2556300"/>
                </a:moveTo>
                <a:lnTo>
                  <a:pt x="6147243" y="2556300"/>
                </a:lnTo>
                <a:cubicBezTo>
                  <a:pt x="6146988" y="2556300"/>
                  <a:pt x="6146629" y="2555941"/>
                  <a:pt x="6146629" y="2555941"/>
                </a:cubicBezTo>
                <a:lnTo>
                  <a:pt x="6143098" y="2549800"/>
                </a:lnTo>
                <a:cubicBezTo>
                  <a:pt x="6142996" y="2549595"/>
                  <a:pt x="6143098" y="2549135"/>
                  <a:pt x="6143098" y="2549135"/>
                </a:cubicBezTo>
                <a:lnTo>
                  <a:pt x="6146629" y="2542992"/>
                </a:lnTo>
                <a:cubicBezTo>
                  <a:pt x="6146783" y="2542788"/>
                  <a:pt x="6147243" y="2542633"/>
                  <a:pt x="6147243" y="2542633"/>
                </a:cubicBezTo>
                <a:lnTo>
                  <a:pt x="6154307" y="2542633"/>
                </a:lnTo>
                <a:cubicBezTo>
                  <a:pt x="6154562" y="2542633"/>
                  <a:pt x="6154921" y="2542992"/>
                  <a:pt x="6154921" y="2542992"/>
                </a:cubicBezTo>
                <a:lnTo>
                  <a:pt x="6158453" y="2549135"/>
                </a:lnTo>
                <a:cubicBezTo>
                  <a:pt x="6158554" y="2549340"/>
                  <a:pt x="6158453" y="2549800"/>
                  <a:pt x="6158453" y="2549800"/>
                </a:cubicBezTo>
                <a:lnTo>
                  <a:pt x="6154921" y="2555941"/>
                </a:lnTo>
                <a:cubicBezTo>
                  <a:pt x="6154768" y="2556146"/>
                  <a:pt x="6154307" y="2556300"/>
                  <a:pt x="6154307" y="2556300"/>
                </a:cubicBezTo>
                <a:close/>
                <a:moveTo>
                  <a:pt x="6352582" y="2556300"/>
                </a:moveTo>
                <a:lnTo>
                  <a:pt x="6345519" y="2556300"/>
                </a:lnTo>
                <a:cubicBezTo>
                  <a:pt x="6345263" y="2556300"/>
                  <a:pt x="6344904" y="2555941"/>
                  <a:pt x="6344904" y="2555941"/>
                </a:cubicBezTo>
                <a:lnTo>
                  <a:pt x="6341373" y="2549800"/>
                </a:lnTo>
                <a:cubicBezTo>
                  <a:pt x="6341271" y="2549595"/>
                  <a:pt x="6341373" y="2549135"/>
                  <a:pt x="6341373" y="2549135"/>
                </a:cubicBezTo>
                <a:lnTo>
                  <a:pt x="6344904" y="2542992"/>
                </a:lnTo>
                <a:cubicBezTo>
                  <a:pt x="6345058" y="2542788"/>
                  <a:pt x="6345519" y="2542633"/>
                  <a:pt x="6345519" y="2542633"/>
                </a:cubicBezTo>
                <a:lnTo>
                  <a:pt x="6352582" y="2542633"/>
                </a:lnTo>
                <a:cubicBezTo>
                  <a:pt x="6352838" y="2542633"/>
                  <a:pt x="6353196" y="2542992"/>
                  <a:pt x="6353196" y="2542992"/>
                </a:cubicBezTo>
                <a:lnTo>
                  <a:pt x="6356728" y="2549135"/>
                </a:lnTo>
                <a:cubicBezTo>
                  <a:pt x="6356830" y="2549340"/>
                  <a:pt x="6356728" y="2549800"/>
                  <a:pt x="6356728" y="2549800"/>
                </a:cubicBezTo>
                <a:lnTo>
                  <a:pt x="6353196" y="2555941"/>
                </a:lnTo>
                <a:cubicBezTo>
                  <a:pt x="6353043" y="2556146"/>
                  <a:pt x="6352582" y="2556300"/>
                  <a:pt x="6352582" y="2556300"/>
                </a:cubicBezTo>
                <a:close/>
                <a:moveTo>
                  <a:pt x="6550807" y="2556300"/>
                </a:moveTo>
                <a:lnTo>
                  <a:pt x="6543744" y="2556300"/>
                </a:lnTo>
                <a:cubicBezTo>
                  <a:pt x="6543488" y="2556300"/>
                  <a:pt x="6543129" y="2555941"/>
                  <a:pt x="6543129" y="2555941"/>
                </a:cubicBezTo>
                <a:lnTo>
                  <a:pt x="6539598" y="2549800"/>
                </a:lnTo>
                <a:cubicBezTo>
                  <a:pt x="6539495" y="2549595"/>
                  <a:pt x="6539598" y="2549135"/>
                  <a:pt x="6539598" y="2549135"/>
                </a:cubicBezTo>
                <a:lnTo>
                  <a:pt x="6543129" y="2542992"/>
                </a:lnTo>
                <a:cubicBezTo>
                  <a:pt x="6543282" y="2542788"/>
                  <a:pt x="6543744" y="2542633"/>
                  <a:pt x="6543744" y="2542633"/>
                </a:cubicBezTo>
                <a:lnTo>
                  <a:pt x="6550807" y="2542633"/>
                </a:lnTo>
                <a:cubicBezTo>
                  <a:pt x="6551063" y="2542633"/>
                  <a:pt x="6551420" y="2542992"/>
                  <a:pt x="6551420" y="2542992"/>
                </a:cubicBezTo>
                <a:lnTo>
                  <a:pt x="6554953" y="2549135"/>
                </a:lnTo>
                <a:cubicBezTo>
                  <a:pt x="6555055" y="2549340"/>
                  <a:pt x="6554953" y="2549800"/>
                  <a:pt x="6554953" y="2549800"/>
                </a:cubicBezTo>
                <a:lnTo>
                  <a:pt x="6551420" y="2555941"/>
                </a:lnTo>
                <a:cubicBezTo>
                  <a:pt x="6551267" y="2556146"/>
                  <a:pt x="6550807" y="2556300"/>
                  <a:pt x="6550807" y="2556300"/>
                </a:cubicBezTo>
                <a:close/>
                <a:moveTo>
                  <a:pt x="6749031" y="2556300"/>
                </a:moveTo>
                <a:lnTo>
                  <a:pt x="6741967" y="2556300"/>
                </a:lnTo>
                <a:cubicBezTo>
                  <a:pt x="6741711" y="2556300"/>
                  <a:pt x="6741354" y="2555941"/>
                  <a:pt x="6741354" y="2555941"/>
                </a:cubicBezTo>
                <a:lnTo>
                  <a:pt x="6737823" y="2549800"/>
                </a:lnTo>
                <a:cubicBezTo>
                  <a:pt x="6737720" y="2549595"/>
                  <a:pt x="6737823" y="2549135"/>
                  <a:pt x="6737823" y="2549135"/>
                </a:cubicBezTo>
                <a:lnTo>
                  <a:pt x="6741354" y="2542992"/>
                </a:lnTo>
                <a:cubicBezTo>
                  <a:pt x="6741508" y="2542788"/>
                  <a:pt x="6741967" y="2542633"/>
                  <a:pt x="6741967" y="2542633"/>
                </a:cubicBezTo>
                <a:lnTo>
                  <a:pt x="6749031" y="2542633"/>
                </a:lnTo>
                <a:cubicBezTo>
                  <a:pt x="6749287" y="2542633"/>
                  <a:pt x="6749646" y="2542992"/>
                  <a:pt x="6749646" y="2542992"/>
                </a:cubicBezTo>
                <a:lnTo>
                  <a:pt x="6753177" y="2549135"/>
                </a:lnTo>
                <a:cubicBezTo>
                  <a:pt x="6753279" y="2549340"/>
                  <a:pt x="6753177" y="2549800"/>
                  <a:pt x="6753177" y="2549800"/>
                </a:cubicBezTo>
                <a:lnTo>
                  <a:pt x="6749646" y="2555941"/>
                </a:lnTo>
                <a:cubicBezTo>
                  <a:pt x="6749491" y="2556146"/>
                  <a:pt x="6749031" y="2556300"/>
                  <a:pt x="6749031" y="2556300"/>
                </a:cubicBezTo>
                <a:close/>
                <a:moveTo>
                  <a:pt x="6947256" y="2556300"/>
                </a:moveTo>
                <a:lnTo>
                  <a:pt x="6940193" y="2556300"/>
                </a:lnTo>
                <a:cubicBezTo>
                  <a:pt x="6939937" y="2556300"/>
                  <a:pt x="6939578" y="2555941"/>
                  <a:pt x="6939578" y="2555941"/>
                </a:cubicBezTo>
                <a:lnTo>
                  <a:pt x="6936048" y="2549800"/>
                </a:lnTo>
                <a:cubicBezTo>
                  <a:pt x="6935945" y="2549595"/>
                  <a:pt x="6936048" y="2549135"/>
                  <a:pt x="6936048" y="2549135"/>
                </a:cubicBezTo>
                <a:lnTo>
                  <a:pt x="6939578" y="2542992"/>
                </a:lnTo>
                <a:cubicBezTo>
                  <a:pt x="6939733" y="2542788"/>
                  <a:pt x="6940193" y="2542633"/>
                  <a:pt x="6940193" y="2542633"/>
                </a:cubicBezTo>
                <a:lnTo>
                  <a:pt x="6947256" y="2542633"/>
                </a:lnTo>
                <a:cubicBezTo>
                  <a:pt x="6947512" y="2542633"/>
                  <a:pt x="6947870" y="2542992"/>
                  <a:pt x="6947870" y="2542992"/>
                </a:cubicBezTo>
                <a:lnTo>
                  <a:pt x="6951402" y="2549135"/>
                </a:lnTo>
                <a:cubicBezTo>
                  <a:pt x="6951504" y="2549340"/>
                  <a:pt x="6951402" y="2549800"/>
                  <a:pt x="6951402" y="2549800"/>
                </a:cubicBezTo>
                <a:lnTo>
                  <a:pt x="6947870" y="2555941"/>
                </a:lnTo>
                <a:cubicBezTo>
                  <a:pt x="6947717" y="2556146"/>
                  <a:pt x="6947256" y="2556300"/>
                  <a:pt x="6947256" y="2556300"/>
                </a:cubicBezTo>
                <a:close/>
                <a:moveTo>
                  <a:pt x="7145316" y="2556300"/>
                </a:moveTo>
                <a:lnTo>
                  <a:pt x="7138253" y="2556300"/>
                </a:lnTo>
                <a:cubicBezTo>
                  <a:pt x="7137998" y="2556300"/>
                  <a:pt x="7137639" y="2555941"/>
                  <a:pt x="7137639" y="2555941"/>
                </a:cubicBezTo>
                <a:lnTo>
                  <a:pt x="7134108" y="2549800"/>
                </a:lnTo>
                <a:cubicBezTo>
                  <a:pt x="7134005" y="2549595"/>
                  <a:pt x="7134108" y="2549135"/>
                  <a:pt x="7134108" y="2549135"/>
                </a:cubicBezTo>
                <a:lnTo>
                  <a:pt x="7137639" y="2542992"/>
                </a:lnTo>
                <a:cubicBezTo>
                  <a:pt x="7137793" y="2542788"/>
                  <a:pt x="7138253" y="2542633"/>
                  <a:pt x="7138253" y="2542633"/>
                </a:cubicBezTo>
                <a:lnTo>
                  <a:pt x="7145316" y="2542633"/>
                </a:lnTo>
                <a:cubicBezTo>
                  <a:pt x="7145573" y="2542633"/>
                  <a:pt x="7145932" y="2542992"/>
                  <a:pt x="7145932" y="2542992"/>
                </a:cubicBezTo>
                <a:lnTo>
                  <a:pt x="7149462" y="2549135"/>
                </a:lnTo>
                <a:cubicBezTo>
                  <a:pt x="7149565" y="2549340"/>
                  <a:pt x="7149462" y="2549800"/>
                  <a:pt x="7149462" y="2549800"/>
                </a:cubicBezTo>
                <a:lnTo>
                  <a:pt x="7145932" y="2555941"/>
                </a:lnTo>
                <a:cubicBezTo>
                  <a:pt x="7145778" y="2556146"/>
                  <a:pt x="7145316" y="2556300"/>
                  <a:pt x="7145316" y="2556300"/>
                </a:cubicBezTo>
                <a:close/>
                <a:moveTo>
                  <a:pt x="7343703" y="2556300"/>
                </a:moveTo>
                <a:lnTo>
                  <a:pt x="7336639" y="2556300"/>
                </a:lnTo>
                <a:cubicBezTo>
                  <a:pt x="7336382" y="2556300"/>
                  <a:pt x="7336024" y="2555941"/>
                  <a:pt x="7336024" y="2555941"/>
                </a:cubicBezTo>
                <a:lnTo>
                  <a:pt x="7332492" y="2549800"/>
                </a:lnTo>
                <a:cubicBezTo>
                  <a:pt x="7332390" y="2549595"/>
                  <a:pt x="7332492" y="2549135"/>
                  <a:pt x="7332492" y="2549135"/>
                </a:cubicBezTo>
                <a:lnTo>
                  <a:pt x="7336024" y="2542992"/>
                </a:lnTo>
                <a:cubicBezTo>
                  <a:pt x="7336178" y="2542788"/>
                  <a:pt x="7336639" y="2542633"/>
                  <a:pt x="7336639" y="2542633"/>
                </a:cubicBezTo>
                <a:lnTo>
                  <a:pt x="7343703" y="2542633"/>
                </a:lnTo>
                <a:cubicBezTo>
                  <a:pt x="7343958" y="2542633"/>
                  <a:pt x="7344316" y="2542992"/>
                  <a:pt x="7344316" y="2542992"/>
                </a:cubicBezTo>
                <a:lnTo>
                  <a:pt x="7347847" y="2549135"/>
                </a:lnTo>
                <a:cubicBezTo>
                  <a:pt x="7347951" y="2549340"/>
                  <a:pt x="7347847" y="2549800"/>
                  <a:pt x="7347847" y="2549800"/>
                </a:cubicBezTo>
                <a:lnTo>
                  <a:pt x="7344316" y="2555941"/>
                </a:lnTo>
                <a:cubicBezTo>
                  <a:pt x="7344162" y="2556146"/>
                  <a:pt x="7343703" y="2556300"/>
                  <a:pt x="7343703" y="2556300"/>
                </a:cubicBezTo>
                <a:close/>
                <a:moveTo>
                  <a:pt x="7541821" y="2556300"/>
                </a:moveTo>
                <a:lnTo>
                  <a:pt x="7534757" y="2556300"/>
                </a:lnTo>
                <a:cubicBezTo>
                  <a:pt x="7534501" y="2556300"/>
                  <a:pt x="7534143" y="2555941"/>
                  <a:pt x="7534143" y="2555941"/>
                </a:cubicBezTo>
                <a:lnTo>
                  <a:pt x="7530611" y="2549800"/>
                </a:lnTo>
                <a:cubicBezTo>
                  <a:pt x="7530509" y="2549595"/>
                  <a:pt x="7530611" y="2549135"/>
                  <a:pt x="7530611" y="2549135"/>
                </a:cubicBezTo>
                <a:lnTo>
                  <a:pt x="7534143" y="2542992"/>
                </a:lnTo>
                <a:cubicBezTo>
                  <a:pt x="7534297" y="2542788"/>
                  <a:pt x="7534757" y="2542633"/>
                  <a:pt x="7534757" y="2542633"/>
                </a:cubicBezTo>
                <a:lnTo>
                  <a:pt x="7541821" y="2542633"/>
                </a:lnTo>
                <a:cubicBezTo>
                  <a:pt x="7542076" y="2542633"/>
                  <a:pt x="7542435" y="2542992"/>
                  <a:pt x="7542435" y="2542992"/>
                </a:cubicBezTo>
                <a:lnTo>
                  <a:pt x="7545967" y="2549135"/>
                </a:lnTo>
                <a:cubicBezTo>
                  <a:pt x="7546069" y="2549340"/>
                  <a:pt x="7545967" y="2549800"/>
                  <a:pt x="7545967" y="2549800"/>
                </a:cubicBezTo>
                <a:lnTo>
                  <a:pt x="7542435" y="2555941"/>
                </a:lnTo>
                <a:cubicBezTo>
                  <a:pt x="7542281" y="2556146"/>
                  <a:pt x="7541821" y="2556300"/>
                  <a:pt x="7541821" y="2556300"/>
                </a:cubicBezTo>
                <a:close/>
                <a:moveTo>
                  <a:pt x="7740106" y="2556300"/>
                </a:moveTo>
                <a:lnTo>
                  <a:pt x="7733045" y="2556300"/>
                </a:lnTo>
                <a:cubicBezTo>
                  <a:pt x="7732789" y="2556300"/>
                  <a:pt x="7732431" y="2555941"/>
                  <a:pt x="7732431" y="2555941"/>
                </a:cubicBezTo>
                <a:lnTo>
                  <a:pt x="7728899" y="2549800"/>
                </a:lnTo>
                <a:cubicBezTo>
                  <a:pt x="7728796" y="2549595"/>
                  <a:pt x="7728899" y="2549135"/>
                  <a:pt x="7728899" y="2549135"/>
                </a:cubicBezTo>
                <a:lnTo>
                  <a:pt x="7732431" y="2542992"/>
                </a:lnTo>
                <a:cubicBezTo>
                  <a:pt x="7732584" y="2542788"/>
                  <a:pt x="7733045" y="2542633"/>
                  <a:pt x="7733045" y="2542633"/>
                </a:cubicBezTo>
                <a:lnTo>
                  <a:pt x="7740106" y="2542633"/>
                </a:lnTo>
                <a:cubicBezTo>
                  <a:pt x="7740363" y="2542633"/>
                  <a:pt x="7740722" y="2542992"/>
                  <a:pt x="7740722" y="2542992"/>
                </a:cubicBezTo>
                <a:lnTo>
                  <a:pt x="7744253" y="2549135"/>
                </a:lnTo>
                <a:cubicBezTo>
                  <a:pt x="7744356" y="2549340"/>
                  <a:pt x="7744253" y="2549800"/>
                  <a:pt x="7744253" y="2549800"/>
                </a:cubicBezTo>
                <a:lnTo>
                  <a:pt x="7740722" y="2555941"/>
                </a:lnTo>
                <a:cubicBezTo>
                  <a:pt x="7740569" y="2556146"/>
                  <a:pt x="7740106" y="2556300"/>
                  <a:pt x="7740106" y="2556300"/>
                </a:cubicBezTo>
                <a:close/>
                <a:moveTo>
                  <a:pt x="7938250" y="2556300"/>
                </a:moveTo>
                <a:lnTo>
                  <a:pt x="7931185" y="2556300"/>
                </a:lnTo>
                <a:cubicBezTo>
                  <a:pt x="7930930" y="2556300"/>
                  <a:pt x="7930571" y="2555941"/>
                  <a:pt x="7930571" y="2555941"/>
                </a:cubicBezTo>
                <a:lnTo>
                  <a:pt x="7927040" y="2549800"/>
                </a:lnTo>
                <a:cubicBezTo>
                  <a:pt x="7926938" y="2549595"/>
                  <a:pt x="7927040" y="2549135"/>
                  <a:pt x="7927040" y="2549135"/>
                </a:cubicBezTo>
                <a:lnTo>
                  <a:pt x="7930571" y="2542992"/>
                </a:lnTo>
                <a:cubicBezTo>
                  <a:pt x="7930725" y="2542788"/>
                  <a:pt x="7931185" y="2542633"/>
                  <a:pt x="7931185" y="2542633"/>
                </a:cubicBezTo>
                <a:lnTo>
                  <a:pt x="7938250" y="2542633"/>
                </a:lnTo>
                <a:cubicBezTo>
                  <a:pt x="7938506" y="2542633"/>
                  <a:pt x="7938863" y="2542992"/>
                  <a:pt x="7938863" y="2542992"/>
                </a:cubicBezTo>
                <a:lnTo>
                  <a:pt x="7942396" y="2549135"/>
                </a:lnTo>
                <a:cubicBezTo>
                  <a:pt x="7942498" y="2549340"/>
                  <a:pt x="7942396" y="2549800"/>
                  <a:pt x="7942396" y="2549800"/>
                </a:cubicBezTo>
                <a:lnTo>
                  <a:pt x="7938863" y="2555941"/>
                </a:lnTo>
                <a:cubicBezTo>
                  <a:pt x="7938709" y="2556146"/>
                  <a:pt x="7938250" y="2556300"/>
                  <a:pt x="7938250" y="2556300"/>
                </a:cubicBezTo>
                <a:close/>
                <a:moveTo>
                  <a:pt x="8136539" y="2556300"/>
                </a:moveTo>
                <a:lnTo>
                  <a:pt x="8129476" y="2556300"/>
                </a:lnTo>
                <a:cubicBezTo>
                  <a:pt x="8129220" y="2556300"/>
                  <a:pt x="8128862" y="2555941"/>
                  <a:pt x="8128862" y="2555941"/>
                </a:cubicBezTo>
                <a:lnTo>
                  <a:pt x="8125330" y="2549800"/>
                </a:lnTo>
                <a:cubicBezTo>
                  <a:pt x="8125228" y="2549595"/>
                  <a:pt x="8125330" y="2549135"/>
                  <a:pt x="8125330" y="2549135"/>
                </a:cubicBezTo>
                <a:lnTo>
                  <a:pt x="8128862" y="2542992"/>
                </a:lnTo>
                <a:cubicBezTo>
                  <a:pt x="8129016" y="2542788"/>
                  <a:pt x="8129476" y="2542633"/>
                  <a:pt x="8129476" y="2542633"/>
                </a:cubicBezTo>
                <a:lnTo>
                  <a:pt x="8136539" y="2542633"/>
                </a:lnTo>
                <a:cubicBezTo>
                  <a:pt x="8136797" y="2542633"/>
                  <a:pt x="8137156" y="2542992"/>
                  <a:pt x="8137156" y="2542992"/>
                </a:cubicBezTo>
                <a:lnTo>
                  <a:pt x="8140686" y="2549135"/>
                </a:lnTo>
                <a:cubicBezTo>
                  <a:pt x="8140788" y="2549340"/>
                  <a:pt x="8140686" y="2549800"/>
                  <a:pt x="8140686" y="2549800"/>
                </a:cubicBezTo>
                <a:lnTo>
                  <a:pt x="8137156" y="2555941"/>
                </a:lnTo>
                <a:cubicBezTo>
                  <a:pt x="8137001" y="2556146"/>
                  <a:pt x="8136539" y="2556300"/>
                  <a:pt x="8136539" y="2556300"/>
                </a:cubicBezTo>
                <a:close/>
                <a:moveTo>
                  <a:pt x="8334777" y="2556300"/>
                </a:moveTo>
                <a:lnTo>
                  <a:pt x="8327713" y="2556300"/>
                </a:lnTo>
                <a:cubicBezTo>
                  <a:pt x="8327456" y="2556300"/>
                  <a:pt x="8327098" y="2555941"/>
                  <a:pt x="8327098" y="2555941"/>
                </a:cubicBezTo>
                <a:lnTo>
                  <a:pt x="8323567" y="2549800"/>
                </a:lnTo>
                <a:cubicBezTo>
                  <a:pt x="8323464" y="2549595"/>
                  <a:pt x="8323567" y="2549135"/>
                  <a:pt x="8323567" y="2549135"/>
                </a:cubicBezTo>
                <a:lnTo>
                  <a:pt x="8327098" y="2542992"/>
                </a:lnTo>
                <a:cubicBezTo>
                  <a:pt x="8327252" y="2542788"/>
                  <a:pt x="8327713" y="2542633"/>
                  <a:pt x="8327713" y="2542633"/>
                </a:cubicBezTo>
                <a:lnTo>
                  <a:pt x="8334777" y="2542633"/>
                </a:lnTo>
                <a:cubicBezTo>
                  <a:pt x="8335032" y="2542633"/>
                  <a:pt x="8335391" y="2542992"/>
                  <a:pt x="8335391" y="2542992"/>
                </a:cubicBezTo>
                <a:lnTo>
                  <a:pt x="8338922" y="2549135"/>
                </a:lnTo>
                <a:cubicBezTo>
                  <a:pt x="8339024" y="2549340"/>
                  <a:pt x="8338922" y="2549800"/>
                  <a:pt x="8338922" y="2549800"/>
                </a:cubicBezTo>
                <a:lnTo>
                  <a:pt x="8335391" y="2555941"/>
                </a:lnTo>
                <a:cubicBezTo>
                  <a:pt x="8335238" y="2556146"/>
                  <a:pt x="8334777" y="2556300"/>
                  <a:pt x="8334777" y="2556300"/>
                </a:cubicBezTo>
                <a:close/>
                <a:moveTo>
                  <a:pt x="8533002" y="2556300"/>
                </a:moveTo>
                <a:lnTo>
                  <a:pt x="8525938" y="2556300"/>
                </a:lnTo>
                <a:cubicBezTo>
                  <a:pt x="8525683" y="2556300"/>
                  <a:pt x="8525324" y="2555941"/>
                  <a:pt x="8525324" y="2555941"/>
                </a:cubicBezTo>
                <a:lnTo>
                  <a:pt x="8521792" y="2549800"/>
                </a:lnTo>
                <a:cubicBezTo>
                  <a:pt x="8521691" y="2549595"/>
                  <a:pt x="8521792" y="2549135"/>
                  <a:pt x="8521792" y="2549135"/>
                </a:cubicBezTo>
                <a:lnTo>
                  <a:pt x="8525324" y="2542992"/>
                </a:lnTo>
                <a:cubicBezTo>
                  <a:pt x="8525478" y="2542788"/>
                  <a:pt x="8525938" y="2542633"/>
                  <a:pt x="8525938" y="2542633"/>
                </a:cubicBezTo>
                <a:lnTo>
                  <a:pt x="8533002" y="2542633"/>
                </a:lnTo>
                <a:cubicBezTo>
                  <a:pt x="8533257" y="2542633"/>
                  <a:pt x="8533616" y="2542992"/>
                  <a:pt x="8533616" y="2542992"/>
                </a:cubicBezTo>
                <a:lnTo>
                  <a:pt x="8537147" y="2549135"/>
                </a:lnTo>
                <a:cubicBezTo>
                  <a:pt x="8537250" y="2549340"/>
                  <a:pt x="8537147" y="2549800"/>
                  <a:pt x="8537147" y="2549800"/>
                </a:cubicBezTo>
                <a:lnTo>
                  <a:pt x="8533616" y="2555941"/>
                </a:lnTo>
                <a:cubicBezTo>
                  <a:pt x="8533463" y="2556146"/>
                  <a:pt x="8533002" y="2556300"/>
                  <a:pt x="8533002" y="2556300"/>
                </a:cubicBezTo>
                <a:close/>
                <a:moveTo>
                  <a:pt x="8731332" y="2556300"/>
                </a:moveTo>
                <a:lnTo>
                  <a:pt x="8724268" y="2556300"/>
                </a:lnTo>
                <a:cubicBezTo>
                  <a:pt x="8724013" y="2556300"/>
                  <a:pt x="8723655" y="2555941"/>
                  <a:pt x="8723655" y="2555941"/>
                </a:cubicBezTo>
                <a:lnTo>
                  <a:pt x="8720124" y="2549800"/>
                </a:lnTo>
                <a:cubicBezTo>
                  <a:pt x="8720021" y="2549595"/>
                  <a:pt x="8720124" y="2549135"/>
                  <a:pt x="8720124" y="2549135"/>
                </a:cubicBezTo>
                <a:lnTo>
                  <a:pt x="8723655" y="2542992"/>
                </a:lnTo>
                <a:cubicBezTo>
                  <a:pt x="8723808" y="2542788"/>
                  <a:pt x="8724268" y="2542633"/>
                  <a:pt x="8724268" y="2542633"/>
                </a:cubicBezTo>
                <a:lnTo>
                  <a:pt x="8731332" y="2542633"/>
                </a:lnTo>
                <a:cubicBezTo>
                  <a:pt x="8731589" y="2542633"/>
                  <a:pt x="8731946" y="2542992"/>
                  <a:pt x="8731946" y="2542992"/>
                </a:cubicBezTo>
                <a:lnTo>
                  <a:pt x="8735479" y="2549135"/>
                </a:lnTo>
                <a:cubicBezTo>
                  <a:pt x="8735581" y="2549340"/>
                  <a:pt x="8735479" y="2549800"/>
                  <a:pt x="8735479" y="2549800"/>
                </a:cubicBezTo>
                <a:lnTo>
                  <a:pt x="8731946" y="2555941"/>
                </a:lnTo>
                <a:cubicBezTo>
                  <a:pt x="8731792" y="2556146"/>
                  <a:pt x="8731332" y="2556300"/>
                  <a:pt x="8731332" y="2556300"/>
                </a:cubicBezTo>
                <a:close/>
                <a:moveTo>
                  <a:pt x="8929492" y="2556300"/>
                </a:moveTo>
                <a:lnTo>
                  <a:pt x="8922429" y="2556300"/>
                </a:lnTo>
                <a:cubicBezTo>
                  <a:pt x="8922174" y="2556300"/>
                  <a:pt x="8921815" y="2555941"/>
                  <a:pt x="8921815" y="2555941"/>
                </a:cubicBezTo>
                <a:lnTo>
                  <a:pt x="8918284" y="2549800"/>
                </a:lnTo>
                <a:cubicBezTo>
                  <a:pt x="8918182" y="2549595"/>
                  <a:pt x="8918284" y="2549135"/>
                  <a:pt x="8918284" y="2549135"/>
                </a:cubicBezTo>
                <a:lnTo>
                  <a:pt x="8921815" y="2542992"/>
                </a:lnTo>
                <a:cubicBezTo>
                  <a:pt x="8921969" y="2542788"/>
                  <a:pt x="8922429" y="2542633"/>
                  <a:pt x="8922429" y="2542633"/>
                </a:cubicBezTo>
                <a:lnTo>
                  <a:pt x="8929492" y="2542633"/>
                </a:lnTo>
                <a:cubicBezTo>
                  <a:pt x="8929748" y="2542633"/>
                  <a:pt x="8930106" y="2542992"/>
                  <a:pt x="8930106" y="2542992"/>
                </a:cubicBezTo>
                <a:lnTo>
                  <a:pt x="8933638" y="2549135"/>
                </a:lnTo>
                <a:cubicBezTo>
                  <a:pt x="8933740" y="2549340"/>
                  <a:pt x="8933638" y="2549800"/>
                  <a:pt x="8933638" y="2549800"/>
                </a:cubicBezTo>
                <a:lnTo>
                  <a:pt x="8930106" y="2555941"/>
                </a:lnTo>
                <a:cubicBezTo>
                  <a:pt x="8929954" y="2556146"/>
                  <a:pt x="8929492" y="2556300"/>
                  <a:pt x="8929492" y="2556300"/>
                </a:cubicBezTo>
                <a:close/>
                <a:moveTo>
                  <a:pt x="9127718" y="2556300"/>
                </a:moveTo>
                <a:lnTo>
                  <a:pt x="9120656" y="2556300"/>
                </a:lnTo>
                <a:cubicBezTo>
                  <a:pt x="9120399" y="2556300"/>
                  <a:pt x="9120042" y="2555941"/>
                  <a:pt x="9120042" y="2555941"/>
                </a:cubicBezTo>
                <a:lnTo>
                  <a:pt x="9116509" y="2549800"/>
                </a:lnTo>
                <a:cubicBezTo>
                  <a:pt x="9116407" y="2549595"/>
                  <a:pt x="9116509" y="2549135"/>
                  <a:pt x="9116509" y="2549135"/>
                </a:cubicBezTo>
                <a:lnTo>
                  <a:pt x="9120042" y="2542992"/>
                </a:lnTo>
                <a:cubicBezTo>
                  <a:pt x="9120195" y="2542788"/>
                  <a:pt x="9120656" y="2542633"/>
                  <a:pt x="9120656" y="2542633"/>
                </a:cubicBezTo>
                <a:lnTo>
                  <a:pt x="9127718" y="2542633"/>
                </a:lnTo>
                <a:cubicBezTo>
                  <a:pt x="9127974" y="2542633"/>
                  <a:pt x="9128331" y="2542992"/>
                  <a:pt x="9128331" y="2542992"/>
                </a:cubicBezTo>
                <a:lnTo>
                  <a:pt x="9131865" y="2549135"/>
                </a:lnTo>
                <a:cubicBezTo>
                  <a:pt x="9131967" y="2549340"/>
                  <a:pt x="9131865" y="2549800"/>
                  <a:pt x="9131865" y="2549800"/>
                </a:cubicBezTo>
                <a:lnTo>
                  <a:pt x="9128331" y="2555941"/>
                </a:lnTo>
                <a:cubicBezTo>
                  <a:pt x="9128177" y="2556146"/>
                  <a:pt x="9127718" y="2556300"/>
                  <a:pt x="9127718" y="2556300"/>
                </a:cubicBezTo>
                <a:close/>
                <a:moveTo>
                  <a:pt x="9325937" y="2556300"/>
                </a:moveTo>
                <a:lnTo>
                  <a:pt x="9318874" y="2556300"/>
                </a:lnTo>
                <a:cubicBezTo>
                  <a:pt x="9318618" y="2556300"/>
                  <a:pt x="9318259" y="2555941"/>
                  <a:pt x="9318259" y="2555941"/>
                </a:cubicBezTo>
                <a:lnTo>
                  <a:pt x="9314727" y="2549800"/>
                </a:lnTo>
                <a:cubicBezTo>
                  <a:pt x="9314624" y="2549595"/>
                  <a:pt x="9314727" y="2549135"/>
                  <a:pt x="9314727" y="2549135"/>
                </a:cubicBezTo>
                <a:lnTo>
                  <a:pt x="9318259" y="2542992"/>
                </a:lnTo>
                <a:cubicBezTo>
                  <a:pt x="9318412" y="2542788"/>
                  <a:pt x="9318874" y="2542633"/>
                  <a:pt x="9318874" y="2542633"/>
                </a:cubicBezTo>
                <a:lnTo>
                  <a:pt x="9325937" y="2542633"/>
                </a:lnTo>
                <a:cubicBezTo>
                  <a:pt x="9326193" y="2542633"/>
                  <a:pt x="9326552" y="2542992"/>
                  <a:pt x="9326552" y="2542992"/>
                </a:cubicBezTo>
                <a:lnTo>
                  <a:pt x="9330081" y="2549135"/>
                </a:lnTo>
                <a:cubicBezTo>
                  <a:pt x="9330184" y="2549340"/>
                  <a:pt x="9330081" y="2549800"/>
                  <a:pt x="9330081" y="2549800"/>
                </a:cubicBezTo>
                <a:lnTo>
                  <a:pt x="9326552" y="2555941"/>
                </a:lnTo>
                <a:cubicBezTo>
                  <a:pt x="9326398" y="2556146"/>
                  <a:pt x="9325937" y="2556300"/>
                  <a:pt x="9325937" y="2556300"/>
                </a:cubicBezTo>
                <a:close/>
                <a:moveTo>
                  <a:pt x="9524217" y="2556300"/>
                </a:moveTo>
                <a:lnTo>
                  <a:pt x="9517154" y="2556300"/>
                </a:lnTo>
                <a:cubicBezTo>
                  <a:pt x="9516898" y="2556300"/>
                  <a:pt x="9516541" y="2555941"/>
                  <a:pt x="9516541" y="2555941"/>
                </a:cubicBezTo>
                <a:lnTo>
                  <a:pt x="9513008" y="2549800"/>
                </a:lnTo>
                <a:cubicBezTo>
                  <a:pt x="9512907" y="2549595"/>
                  <a:pt x="9513008" y="2549135"/>
                  <a:pt x="9513008" y="2549135"/>
                </a:cubicBezTo>
                <a:lnTo>
                  <a:pt x="9516541" y="2542992"/>
                </a:lnTo>
                <a:cubicBezTo>
                  <a:pt x="9516694" y="2542788"/>
                  <a:pt x="9517154" y="2542633"/>
                  <a:pt x="9517154" y="2542633"/>
                </a:cubicBezTo>
                <a:lnTo>
                  <a:pt x="9524217" y="2542633"/>
                </a:lnTo>
                <a:cubicBezTo>
                  <a:pt x="9524474" y="2542633"/>
                  <a:pt x="9524832" y="2542992"/>
                  <a:pt x="9524832" y="2542992"/>
                </a:cubicBezTo>
                <a:lnTo>
                  <a:pt x="9528365" y="2549135"/>
                </a:lnTo>
                <a:cubicBezTo>
                  <a:pt x="9528467" y="2549340"/>
                  <a:pt x="9528365" y="2549800"/>
                  <a:pt x="9528365" y="2549800"/>
                </a:cubicBezTo>
                <a:lnTo>
                  <a:pt x="9524832" y="2555941"/>
                </a:lnTo>
                <a:cubicBezTo>
                  <a:pt x="9524676" y="2556146"/>
                  <a:pt x="9524217" y="2556300"/>
                  <a:pt x="9524217" y="2556300"/>
                </a:cubicBezTo>
                <a:close/>
                <a:moveTo>
                  <a:pt x="9722586" y="2556300"/>
                </a:moveTo>
                <a:lnTo>
                  <a:pt x="9715523" y="2556300"/>
                </a:lnTo>
                <a:cubicBezTo>
                  <a:pt x="9715267" y="2556300"/>
                  <a:pt x="9714909" y="2555941"/>
                  <a:pt x="9714909" y="2555941"/>
                </a:cubicBezTo>
                <a:lnTo>
                  <a:pt x="9711378" y="2549800"/>
                </a:lnTo>
                <a:cubicBezTo>
                  <a:pt x="9711275" y="2549595"/>
                  <a:pt x="9711378" y="2549135"/>
                  <a:pt x="9711378" y="2549135"/>
                </a:cubicBezTo>
                <a:lnTo>
                  <a:pt x="9714909" y="2542992"/>
                </a:lnTo>
                <a:cubicBezTo>
                  <a:pt x="9715062" y="2542788"/>
                  <a:pt x="9715523" y="2542633"/>
                  <a:pt x="9715523" y="2542633"/>
                </a:cubicBezTo>
                <a:lnTo>
                  <a:pt x="9722586" y="2542633"/>
                </a:lnTo>
                <a:cubicBezTo>
                  <a:pt x="9722842" y="2542633"/>
                  <a:pt x="9723200" y="2542992"/>
                  <a:pt x="9723200" y="2542992"/>
                </a:cubicBezTo>
                <a:lnTo>
                  <a:pt x="9726732" y="2549135"/>
                </a:lnTo>
                <a:cubicBezTo>
                  <a:pt x="9726834" y="2549340"/>
                  <a:pt x="9726732" y="2549800"/>
                  <a:pt x="9726732" y="2549800"/>
                </a:cubicBezTo>
                <a:lnTo>
                  <a:pt x="9723200" y="2555941"/>
                </a:lnTo>
                <a:cubicBezTo>
                  <a:pt x="9723046" y="2556146"/>
                  <a:pt x="9722586" y="2556300"/>
                  <a:pt x="9722586" y="2556300"/>
                </a:cubicBezTo>
                <a:close/>
                <a:moveTo>
                  <a:pt x="9920752" y="2556300"/>
                </a:moveTo>
                <a:lnTo>
                  <a:pt x="9913690" y="2556300"/>
                </a:lnTo>
                <a:cubicBezTo>
                  <a:pt x="9913433" y="2556300"/>
                  <a:pt x="9913076" y="2555941"/>
                  <a:pt x="9913076" y="2555941"/>
                </a:cubicBezTo>
                <a:lnTo>
                  <a:pt x="9909544" y="2549800"/>
                </a:lnTo>
                <a:cubicBezTo>
                  <a:pt x="9909441" y="2549595"/>
                  <a:pt x="9909544" y="2549135"/>
                  <a:pt x="9909544" y="2549135"/>
                </a:cubicBezTo>
                <a:lnTo>
                  <a:pt x="9913076" y="2542992"/>
                </a:lnTo>
                <a:cubicBezTo>
                  <a:pt x="9913229" y="2542788"/>
                  <a:pt x="9913690" y="2542633"/>
                  <a:pt x="9913690" y="2542633"/>
                </a:cubicBezTo>
                <a:lnTo>
                  <a:pt x="9920752" y="2542633"/>
                </a:lnTo>
                <a:cubicBezTo>
                  <a:pt x="9921009" y="2542633"/>
                  <a:pt x="9921366" y="2542992"/>
                  <a:pt x="9921366" y="2542992"/>
                </a:cubicBezTo>
                <a:lnTo>
                  <a:pt x="9924898" y="2549135"/>
                </a:lnTo>
                <a:cubicBezTo>
                  <a:pt x="9925001" y="2549340"/>
                  <a:pt x="9924898" y="2549800"/>
                  <a:pt x="9924898" y="2549800"/>
                </a:cubicBezTo>
                <a:lnTo>
                  <a:pt x="9921366" y="2555941"/>
                </a:lnTo>
                <a:cubicBezTo>
                  <a:pt x="9921213" y="2556146"/>
                  <a:pt x="9920752" y="2556300"/>
                  <a:pt x="9920752" y="2556300"/>
                </a:cubicBezTo>
                <a:close/>
                <a:moveTo>
                  <a:pt x="10118919" y="2556300"/>
                </a:moveTo>
                <a:lnTo>
                  <a:pt x="10111857" y="2556300"/>
                </a:lnTo>
                <a:cubicBezTo>
                  <a:pt x="10111601" y="2556300"/>
                  <a:pt x="10111243" y="2555941"/>
                  <a:pt x="10111243" y="2555941"/>
                </a:cubicBezTo>
                <a:lnTo>
                  <a:pt x="10107711" y="2549800"/>
                </a:lnTo>
                <a:cubicBezTo>
                  <a:pt x="10107609" y="2549595"/>
                  <a:pt x="10107711" y="2549135"/>
                  <a:pt x="10107711" y="2549135"/>
                </a:cubicBezTo>
                <a:lnTo>
                  <a:pt x="10111243" y="2542992"/>
                </a:lnTo>
                <a:cubicBezTo>
                  <a:pt x="10111396" y="2542788"/>
                  <a:pt x="10111857" y="2542633"/>
                  <a:pt x="10111857" y="2542633"/>
                </a:cubicBezTo>
                <a:lnTo>
                  <a:pt x="10118919" y="2542633"/>
                </a:lnTo>
                <a:cubicBezTo>
                  <a:pt x="10119176" y="2542633"/>
                  <a:pt x="10119534" y="2542992"/>
                  <a:pt x="10119534" y="2542992"/>
                </a:cubicBezTo>
                <a:lnTo>
                  <a:pt x="10123066" y="2549135"/>
                </a:lnTo>
                <a:cubicBezTo>
                  <a:pt x="10123168" y="2549340"/>
                  <a:pt x="10123066" y="2549800"/>
                  <a:pt x="10123066" y="2549800"/>
                </a:cubicBezTo>
                <a:lnTo>
                  <a:pt x="10119534" y="2555941"/>
                </a:lnTo>
                <a:cubicBezTo>
                  <a:pt x="10119381" y="2556146"/>
                  <a:pt x="10118919" y="2556300"/>
                  <a:pt x="10118919" y="2556300"/>
                </a:cubicBezTo>
                <a:close/>
                <a:moveTo>
                  <a:pt x="10317258" y="2556300"/>
                </a:moveTo>
                <a:lnTo>
                  <a:pt x="10310195" y="2556300"/>
                </a:lnTo>
                <a:cubicBezTo>
                  <a:pt x="10309939" y="2556300"/>
                  <a:pt x="10309581" y="2555941"/>
                  <a:pt x="10309581" y="2555941"/>
                </a:cubicBezTo>
                <a:lnTo>
                  <a:pt x="10306049" y="2549800"/>
                </a:lnTo>
                <a:cubicBezTo>
                  <a:pt x="10305947" y="2549595"/>
                  <a:pt x="10306049" y="2549135"/>
                  <a:pt x="10306049" y="2549135"/>
                </a:cubicBezTo>
                <a:lnTo>
                  <a:pt x="10309581" y="2542992"/>
                </a:lnTo>
                <a:cubicBezTo>
                  <a:pt x="10309734" y="2542788"/>
                  <a:pt x="10310195" y="2542633"/>
                  <a:pt x="10310195" y="2542633"/>
                </a:cubicBezTo>
                <a:lnTo>
                  <a:pt x="10317258" y="2542633"/>
                </a:lnTo>
                <a:cubicBezTo>
                  <a:pt x="10317514" y="2542633"/>
                  <a:pt x="10317873" y="2542992"/>
                  <a:pt x="10317873" y="2542992"/>
                </a:cubicBezTo>
                <a:lnTo>
                  <a:pt x="10321404" y="2549135"/>
                </a:lnTo>
                <a:cubicBezTo>
                  <a:pt x="10321506" y="2549340"/>
                  <a:pt x="10321404" y="2549800"/>
                  <a:pt x="10321404" y="2549800"/>
                </a:cubicBezTo>
                <a:lnTo>
                  <a:pt x="10317873" y="2555941"/>
                </a:lnTo>
                <a:cubicBezTo>
                  <a:pt x="10317719" y="2556146"/>
                  <a:pt x="10317258" y="2556300"/>
                  <a:pt x="10317258" y="2556300"/>
                </a:cubicBezTo>
                <a:close/>
                <a:moveTo>
                  <a:pt x="11254" y="2719612"/>
                </a:moveTo>
                <a:lnTo>
                  <a:pt x="4192" y="2719612"/>
                </a:lnTo>
                <a:cubicBezTo>
                  <a:pt x="3935" y="2719612"/>
                  <a:pt x="3578" y="2719253"/>
                  <a:pt x="3578" y="2719253"/>
                </a:cubicBezTo>
                <a:lnTo>
                  <a:pt x="46" y="2713112"/>
                </a:lnTo>
                <a:cubicBezTo>
                  <a:pt x="-57" y="2712907"/>
                  <a:pt x="46" y="2712447"/>
                  <a:pt x="46" y="2712447"/>
                </a:cubicBezTo>
                <a:lnTo>
                  <a:pt x="3578" y="2706305"/>
                </a:lnTo>
                <a:cubicBezTo>
                  <a:pt x="3731" y="2706101"/>
                  <a:pt x="4192" y="2705947"/>
                  <a:pt x="4192" y="2705947"/>
                </a:cubicBezTo>
                <a:lnTo>
                  <a:pt x="11254" y="2705947"/>
                </a:lnTo>
                <a:cubicBezTo>
                  <a:pt x="11511" y="2705947"/>
                  <a:pt x="11868" y="2706305"/>
                  <a:pt x="11868" y="2706305"/>
                </a:cubicBezTo>
                <a:lnTo>
                  <a:pt x="15400" y="2712447"/>
                </a:lnTo>
                <a:cubicBezTo>
                  <a:pt x="15503" y="2712652"/>
                  <a:pt x="15400" y="2713112"/>
                  <a:pt x="15400" y="2713112"/>
                </a:cubicBezTo>
                <a:lnTo>
                  <a:pt x="11868" y="2719253"/>
                </a:lnTo>
                <a:cubicBezTo>
                  <a:pt x="11716" y="2719459"/>
                  <a:pt x="11254" y="2719612"/>
                  <a:pt x="11254" y="2719612"/>
                </a:cubicBezTo>
                <a:close/>
                <a:moveTo>
                  <a:pt x="209480" y="2719612"/>
                </a:moveTo>
                <a:lnTo>
                  <a:pt x="202416" y="2719612"/>
                </a:lnTo>
                <a:cubicBezTo>
                  <a:pt x="202160" y="2719612"/>
                  <a:pt x="201803" y="2719253"/>
                  <a:pt x="201803" y="2719253"/>
                </a:cubicBezTo>
                <a:lnTo>
                  <a:pt x="198270" y="2713112"/>
                </a:lnTo>
                <a:cubicBezTo>
                  <a:pt x="198168" y="2712907"/>
                  <a:pt x="198270" y="2712447"/>
                  <a:pt x="198270" y="2712447"/>
                </a:cubicBezTo>
                <a:lnTo>
                  <a:pt x="201803" y="2706305"/>
                </a:lnTo>
                <a:cubicBezTo>
                  <a:pt x="201955" y="2706101"/>
                  <a:pt x="202416" y="2705947"/>
                  <a:pt x="202416" y="2705947"/>
                </a:cubicBezTo>
                <a:lnTo>
                  <a:pt x="209480" y="2705947"/>
                </a:lnTo>
                <a:cubicBezTo>
                  <a:pt x="209735" y="2705947"/>
                  <a:pt x="210094" y="2706305"/>
                  <a:pt x="210094" y="2706305"/>
                </a:cubicBezTo>
                <a:lnTo>
                  <a:pt x="213625" y="2712447"/>
                </a:lnTo>
                <a:cubicBezTo>
                  <a:pt x="213727" y="2712652"/>
                  <a:pt x="213625" y="2713112"/>
                  <a:pt x="213625" y="2713112"/>
                </a:cubicBezTo>
                <a:lnTo>
                  <a:pt x="210094" y="2719253"/>
                </a:lnTo>
                <a:cubicBezTo>
                  <a:pt x="209940" y="2719459"/>
                  <a:pt x="209480" y="2719612"/>
                  <a:pt x="209480" y="2719612"/>
                </a:cubicBezTo>
                <a:close/>
                <a:moveTo>
                  <a:pt x="407754" y="2719612"/>
                </a:moveTo>
                <a:lnTo>
                  <a:pt x="400692" y="2719612"/>
                </a:lnTo>
                <a:cubicBezTo>
                  <a:pt x="400436" y="2719612"/>
                  <a:pt x="400078" y="2719253"/>
                  <a:pt x="400078" y="2719253"/>
                </a:cubicBezTo>
                <a:lnTo>
                  <a:pt x="396546" y="2713112"/>
                </a:lnTo>
                <a:cubicBezTo>
                  <a:pt x="396444" y="2712907"/>
                  <a:pt x="396546" y="2712447"/>
                  <a:pt x="396546" y="2712447"/>
                </a:cubicBezTo>
                <a:lnTo>
                  <a:pt x="400078" y="2706305"/>
                </a:lnTo>
                <a:cubicBezTo>
                  <a:pt x="400231" y="2706101"/>
                  <a:pt x="400692" y="2705947"/>
                  <a:pt x="400692" y="2705947"/>
                </a:cubicBezTo>
                <a:lnTo>
                  <a:pt x="407754" y="2705947"/>
                </a:lnTo>
                <a:cubicBezTo>
                  <a:pt x="408011" y="2705947"/>
                  <a:pt x="408369" y="2706305"/>
                  <a:pt x="408369" y="2706305"/>
                </a:cubicBezTo>
                <a:lnTo>
                  <a:pt x="411900" y="2712447"/>
                </a:lnTo>
                <a:cubicBezTo>
                  <a:pt x="412002" y="2712652"/>
                  <a:pt x="411900" y="2713112"/>
                  <a:pt x="411900" y="2713112"/>
                </a:cubicBezTo>
                <a:lnTo>
                  <a:pt x="408369" y="2719253"/>
                </a:lnTo>
                <a:cubicBezTo>
                  <a:pt x="408214" y="2719459"/>
                  <a:pt x="407754" y="2719612"/>
                  <a:pt x="407754" y="2719612"/>
                </a:cubicBezTo>
                <a:close/>
                <a:moveTo>
                  <a:pt x="605979" y="2719612"/>
                </a:moveTo>
                <a:lnTo>
                  <a:pt x="598916" y="2719612"/>
                </a:lnTo>
                <a:cubicBezTo>
                  <a:pt x="598661" y="2719612"/>
                  <a:pt x="598302" y="2719253"/>
                  <a:pt x="598302" y="2719253"/>
                </a:cubicBezTo>
                <a:lnTo>
                  <a:pt x="594770" y="2713112"/>
                </a:lnTo>
                <a:cubicBezTo>
                  <a:pt x="594668" y="2712907"/>
                  <a:pt x="594770" y="2712447"/>
                  <a:pt x="594770" y="2712447"/>
                </a:cubicBezTo>
                <a:lnTo>
                  <a:pt x="598302" y="2706305"/>
                </a:lnTo>
                <a:cubicBezTo>
                  <a:pt x="598455" y="2706101"/>
                  <a:pt x="598916" y="2705947"/>
                  <a:pt x="598916" y="2705947"/>
                </a:cubicBezTo>
                <a:lnTo>
                  <a:pt x="605979" y="2705947"/>
                </a:lnTo>
                <a:cubicBezTo>
                  <a:pt x="606235" y="2705947"/>
                  <a:pt x="606593" y="2706305"/>
                  <a:pt x="606593" y="2706305"/>
                </a:cubicBezTo>
                <a:lnTo>
                  <a:pt x="610125" y="2712447"/>
                </a:lnTo>
                <a:cubicBezTo>
                  <a:pt x="610227" y="2712652"/>
                  <a:pt x="610125" y="2713112"/>
                  <a:pt x="610125" y="2713112"/>
                </a:cubicBezTo>
                <a:lnTo>
                  <a:pt x="606593" y="2719253"/>
                </a:lnTo>
                <a:cubicBezTo>
                  <a:pt x="606440" y="2719459"/>
                  <a:pt x="605979" y="2719612"/>
                  <a:pt x="605979" y="2719612"/>
                </a:cubicBezTo>
                <a:close/>
                <a:moveTo>
                  <a:pt x="804204" y="2719612"/>
                </a:moveTo>
                <a:lnTo>
                  <a:pt x="797140" y="2719612"/>
                </a:lnTo>
                <a:cubicBezTo>
                  <a:pt x="796886" y="2719612"/>
                  <a:pt x="796526" y="2719253"/>
                  <a:pt x="796526" y="2719253"/>
                </a:cubicBezTo>
                <a:lnTo>
                  <a:pt x="792995" y="2713112"/>
                </a:lnTo>
                <a:cubicBezTo>
                  <a:pt x="792893" y="2712907"/>
                  <a:pt x="792995" y="2712447"/>
                  <a:pt x="792995" y="2712447"/>
                </a:cubicBezTo>
                <a:lnTo>
                  <a:pt x="796526" y="2706305"/>
                </a:lnTo>
                <a:cubicBezTo>
                  <a:pt x="796680" y="2706101"/>
                  <a:pt x="797140" y="2705947"/>
                  <a:pt x="797140" y="2705947"/>
                </a:cubicBezTo>
                <a:lnTo>
                  <a:pt x="804204" y="2705947"/>
                </a:lnTo>
                <a:cubicBezTo>
                  <a:pt x="804460" y="2705947"/>
                  <a:pt x="804818" y="2706305"/>
                  <a:pt x="804818" y="2706305"/>
                </a:cubicBezTo>
                <a:lnTo>
                  <a:pt x="808350" y="2712447"/>
                </a:lnTo>
                <a:cubicBezTo>
                  <a:pt x="808452" y="2712652"/>
                  <a:pt x="808350" y="2713112"/>
                  <a:pt x="808350" y="2713112"/>
                </a:cubicBezTo>
                <a:lnTo>
                  <a:pt x="804818" y="2719253"/>
                </a:lnTo>
                <a:cubicBezTo>
                  <a:pt x="804665" y="2719459"/>
                  <a:pt x="804204" y="2719612"/>
                  <a:pt x="804204" y="2719612"/>
                </a:cubicBezTo>
                <a:close/>
                <a:moveTo>
                  <a:pt x="1002428" y="2719612"/>
                </a:moveTo>
                <a:lnTo>
                  <a:pt x="995366" y="2719612"/>
                </a:lnTo>
                <a:cubicBezTo>
                  <a:pt x="995110" y="2719612"/>
                  <a:pt x="994752" y="2719253"/>
                  <a:pt x="994752" y="2719253"/>
                </a:cubicBezTo>
                <a:lnTo>
                  <a:pt x="991220" y="2713112"/>
                </a:lnTo>
                <a:cubicBezTo>
                  <a:pt x="991117" y="2712907"/>
                  <a:pt x="991220" y="2712447"/>
                  <a:pt x="991220" y="2712447"/>
                </a:cubicBezTo>
                <a:lnTo>
                  <a:pt x="994752" y="2706305"/>
                </a:lnTo>
                <a:cubicBezTo>
                  <a:pt x="994905" y="2706101"/>
                  <a:pt x="995366" y="2705947"/>
                  <a:pt x="995366" y="2705947"/>
                </a:cubicBezTo>
                <a:lnTo>
                  <a:pt x="1002428" y="2705947"/>
                </a:lnTo>
                <a:cubicBezTo>
                  <a:pt x="1002685" y="2705947"/>
                  <a:pt x="1003042" y="2706305"/>
                  <a:pt x="1003042" y="2706305"/>
                </a:cubicBezTo>
                <a:lnTo>
                  <a:pt x="1006574" y="2712447"/>
                </a:lnTo>
                <a:cubicBezTo>
                  <a:pt x="1006677" y="2712652"/>
                  <a:pt x="1006574" y="2713112"/>
                  <a:pt x="1006574" y="2713112"/>
                </a:cubicBezTo>
                <a:lnTo>
                  <a:pt x="1003042" y="2719253"/>
                </a:lnTo>
                <a:cubicBezTo>
                  <a:pt x="1002889" y="2719459"/>
                  <a:pt x="1002428" y="2719612"/>
                  <a:pt x="1002428" y="2719612"/>
                </a:cubicBezTo>
                <a:close/>
                <a:moveTo>
                  <a:pt x="1200704" y="2719612"/>
                </a:moveTo>
                <a:lnTo>
                  <a:pt x="1193642" y="2719612"/>
                </a:lnTo>
                <a:cubicBezTo>
                  <a:pt x="1193386" y="2719612"/>
                  <a:pt x="1193028" y="2719253"/>
                  <a:pt x="1193028" y="2719253"/>
                </a:cubicBezTo>
                <a:lnTo>
                  <a:pt x="1189495" y="2713112"/>
                </a:lnTo>
                <a:cubicBezTo>
                  <a:pt x="1189393" y="2712907"/>
                  <a:pt x="1189495" y="2712447"/>
                  <a:pt x="1189495" y="2712447"/>
                </a:cubicBezTo>
                <a:lnTo>
                  <a:pt x="1193028" y="2706305"/>
                </a:lnTo>
                <a:cubicBezTo>
                  <a:pt x="1193180" y="2706101"/>
                  <a:pt x="1193642" y="2705947"/>
                  <a:pt x="1193642" y="2705947"/>
                </a:cubicBezTo>
                <a:lnTo>
                  <a:pt x="1200704" y="2705947"/>
                </a:lnTo>
                <a:cubicBezTo>
                  <a:pt x="1200960" y="2705947"/>
                  <a:pt x="1201318" y="2706305"/>
                  <a:pt x="1201318" y="2706305"/>
                </a:cubicBezTo>
                <a:lnTo>
                  <a:pt x="1204850" y="2712447"/>
                </a:lnTo>
                <a:cubicBezTo>
                  <a:pt x="1204952" y="2712652"/>
                  <a:pt x="1204850" y="2713112"/>
                  <a:pt x="1204850" y="2713112"/>
                </a:cubicBezTo>
                <a:lnTo>
                  <a:pt x="1201318" y="2719253"/>
                </a:lnTo>
                <a:cubicBezTo>
                  <a:pt x="1201165" y="2719459"/>
                  <a:pt x="1200704" y="2719612"/>
                  <a:pt x="1200704" y="2719612"/>
                </a:cubicBezTo>
                <a:close/>
                <a:moveTo>
                  <a:pt x="1398928" y="2719612"/>
                </a:moveTo>
                <a:lnTo>
                  <a:pt x="1391866" y="2719612"/>
                </a:lnTo>
                <a:cubicBezTo>
                  <a:pt x="1391610" y="2719612"/>
                  <a:pt x="1391252" y="2719253"/>
                  <a:pt x="1391252" y="2719253"/>
                </a:cubicBezTo>
                <a:lnTo>
                  <a:pt x="1387720" y="2713112"/>
                </a:lnTo>
                <a:cubicBezTo>
                  <a:pt x="1387617" y="2712907"/>
                  <a:pt x="1387720" y="2712447"/>
                  <a:pt x="1387720" y="2712447"/>
                </a:cubicBezTo>
                <a:lnTo>
                  <a:pt x="1391252" y="2706305"/>
                </a:lnTo>
                <a:cubicBezTo>
                  <a:pt x="1391406" y="2706101"/>
                  <a:pt x="1391866" y="2705947"/>
                  <a:pt x="1391866" y="2705947"/>
                </a:cubicBezTo>
                <a:lnTo>
                  <a:pt x="1398928" y="2705947"/>
                </a:lnTo>
                <a:cubicBezTo>
                  <a:pt x="1399185" y="2705947"/>
                  <a:pt x="1399544" y="2706305"/>
                  <a:pt x="1399544" y="2706305"/>
                </a:cubicBezTo>
                <a:lnTo>
                  <a:pt x="1403074" y="2712447"/>
                </a:lnTo>
                <a:cubicBezTo>
                  <a:pt x="1403177" y="2712652"/>
                  <a:pt x="1403074" y="2713112"/>
                  <a:pt x="1403074" y="2713112"/>
                </a:cubicBezTo>
                <a:lnTo>
                  <a:pt x="1399544" y="2719253"/>
                </a:lnTo>
                <a:cubicBezTo>
                  <a:pt x="1399389" y="2719459"/>
                  <a:pt x="1398928" y="2719612"/>
                  <a:pt x="1398928" y="2719612"/>
                </a:cubicBezTo>
                <a:close/>
                <a:moveTo>
                  <a:pt x="1597154" y="2719612"/>
                </a:moveTo>
                <a:lnTo>
                  <a:pt x="1590090" y="2719612"/>
                </a:lnTo>
                <a:cubicBezTo>
                  <a:pt x="1589834" y="2719612"/>
                  <a:pt x="1589476" y="2719253"/>
                  <a:pt x="1589476" y="2719253"/>
                </a:cubicBezTo>
                <a:lnTo>
                  <a:pt x="1585944" y="2713112"/>
                </a:lnTo>
                <a:cubicBezTo>
                  <a:pt x="1585842" y="2712907"/>
                  <a:pt x="1585944" y="2712447"/>
                  <a:pt x="1585944" y="2712447"/>
                </a:cubicBezTo>
                <a:lnTo>
                  <a:pt x="1589476" y="2706305"/>
                </a:lnTo>
                <a:cubicBezTo>
                  <a:pt x="1589630" y="2706101"/>
                  <a:pt x="1590090" y="2705947"/>
                  <a:pt x="1590090" y="2705947"/>
                </a:cubicBezTo>
                <a:lnTo>
                  <a:pt x="1597154" y="2705947"/>
                </a:lnTo>
                <a:cubicBezTo>
                  <a:pt x="1597409" y="2705947"/>
                  <a:pt x="1597768" y="2706305"/>
                  <a:pt x="1597768" y="2706305"/>
                </a:cubicBezTo>
                <a:lnTo>
                  <a:pt x="1601298" y="2712447"/>
                </a:lnTo>
                <a:cubicBezTo>
                  <a:pt x="1601401" y="2712652"/>
                  <a:pt x="1601298" y="2713112"/>
                  <a:pt x="1601298" y="2713112"/>
                </a:cubicBezTo>
                <a:lnTo>
                  <a:pt x="1597768" y="2719253"/>
                </a:lnTo>
                <a:cubicBezTo>
                  <a:pt x="1597614" y="2719459"/>
                  <a:pt x="1597154" y="2719612"/>
                  <a:pt x="1597154" y="2719612"/>
                </a:cubicBezTo>
                <a:close/>
                <a:moveTo>
                  <a:pt x="1795378" y="2719612"/>
                </a:moveTo>
                <a:lnTo>
                  <a:pt x="1788315" y="2719612"/>
                </a:lnTo>
                <a:cubicBezTo>
                  <a:pt x="1788060" y="2719612"/>
                  <a:pt x="1787701" y="2719253"/>
                  <a:pt x="1787701" y="2719253"/>
                </a:cubicBezTo>
                <a:lnTo>
                  <a:pt x="1784170" y="2713112"/>
                </a:lnTo>
                <a:cubicBezTo>
                  <a:pt x="1784067" y="2712907"/>
                  <a:pt x="1784170" y="2712447"/>
                  <a:pt x="1784170" y="2712447"/>
                </a:cubicBezTo>
                <a:lnTo>
                  <a:pt x="1787701" y="2706305"/>
                </a:lnTo>
                <a:cubicBezTo>
                  <a:pt x="1787854" y="2706101"/>
                  <a:pt x="1788315" y="2705947"/>
                  <a:pt x="1788315" y="2705947"/>
                </a:cubicBezTo>
                <a:lnTo>
                  <a:pt x="1795378" y="2705947"/>
                </a:lnTo>
                <a:cubicBezTo>
                  <a:pt x="1795634" y="2705947"/>
                  <a:pt x="1795992" y="2706305"/>
                  <a:pt x="1795992" y="2706305"/>
                </a:cubicBezTo>
                <a:lnTo>
                  <a:pt x="1799524" y="2712447"/>
                </a:lnTo>
                <a:cubicBezTo>
                  <a:pt x="1799626" y="2712652"/>
                  <a:pt x="1799524" y="2713112"/>
                  <a:pt x="1799524" y="2713112"/>
                </a:cubicBezTo>
                <a:lnTo>
                  <a:pt x="1795992" y="2719253"/>
                </a:lnTo>
                <a:cubicBezTo>
                  <a:pt x="1795838" y="2719459"/>
                  <a:pt x="1795378" y="2719612"/>
                  <a:pt x="1795378" y="2719612"/>
                </a:cubicBezTo>
                <a:close/>
                <a:moveTo>
                  <a:pt x="1993654" y="2719612"/>
                </a:moveTo>
                <a:lnTo>
                  <a:pt x="1986590" y="2719612"/>
                </a:lnTo>
                <a:cubicBezTo>
                  <a:pt x="1986336" y="2719612"/>
                  <a:pt x="1985976" y="2719253"/>
                  <a:pt x="1985976" y="2719253"/>
                </a:cubicBezTo>
                <a:lnTo>
                  <a:pt x="1982445" y="2713112"/>
                </a:lnTo>
                <a:cubicBezTo>
                  <a:pt x="1982343" y="2712907"/>
                  <a:pt x="1982445" y="2712447"/>
                  <a:pt x="1982445" y="2712447"/>
                </a:cubicBezTo>
                <a:lnTo>
                  <a:pt x="1985976" y="2706305"/>
                </a:lnTo>
                <a:cubicBezTo>
                  <a:pt x="1986130" y="2706101"/>
                  <a:pt x="1986590" y="2705947"/>
                  <a:pt x="1986590" y="2705947"/>
                </a:cubicBezTo>
                <a:lnTo>
                  <a:pt x="1993654" y="2705947"/>
                </a:lnTo>
                <a:cubicBezTo>
                  <a:pt x="1993910" y="2705947"/>
                  <a:pt x="1994268" y="2706305"/>
                  <a:pt x="1994268" y="2706305"/>
                </a:cubicBezTo>
                <a:lnTo>
                  <a:pt x="1997800" y="2712447"/>
                </a:lnTo>
                <a:cubicBezTo>
                  <a:pt x="1997902" y="2712652"/>
                  <a:pt x="1997800" y="2713112"/>
                  <a:pt x="1997800" y="2713112"/>
                </a:cubicBezTo>
                <a:lnTo>
                  <a:pt x="1994268" y="2719253"/>
                </a:lnTo>
                <a:cubicBezTo>
                  <a:pt x="1994114" y="2719459"/>
                  <a:pt x="1993654" y="2719612"/>
                  <a:pt x="1993654" y="2719612"/>
                </a:cubicBezTo>
                <a:close/>
                <a:moveTo>
                  <a:pt x="2189611" y="2725402"/>
                </a:moveTo>
                <a:lnTo>
                  <a:pt x="2182548" y="2725402"/>
                </a:lnTo>
                <a:cubicBezTo>
                  <a:pt x="2182291" y="2725402"/>
                  <a:pt x="2181933" y="2725044"/>
                  <a:pt x="2181933" y="2725044"/>
                </a:cubicBezTo>
                <a:lnTo>
                  <a:pt x="2178401" y="2718902"/>
                </a:lnTo>
                <a:cubicBezTo>
                  <a:pt x="2178299" y="2718698"/>
                  <a:pt x="2178401" y="2718237"/>
                  <a:pt x="2178401" y="2718237"/>
                </a:cubicBezTo>
                <a:lnTo>
                  <a:pt x="2181933" y="2712095"/>
                </a:lnTo>
                <a:cubicBezTo>
                  <a:pt x="2182087" y="2711890"/>
                  <a:pt x="2182548" y="2711736"/>
                  <a:pt x="2182548" y="2711736"/>
                </a:cubicBezTo>
                <a:lnTo>
                  <a:pt x="2189611" y="2711736"/>
                </a:lnTo>
                <a:cubicBezTo>
                  <a:pt x="2189865" y="2711736"/>
                  <a:pt x="2190225" y="2712095"/>
                  <a:pt x="2190225" y="2712095"/>
                </a:cubicBezTo>
                <a:lnTo>
                  <a:pt x="2193757" y="2718237"/>
                </a:lnTo>
                <a:cubicBezTo>
                  <a:pt x="2193859" y="2718442"/>
                  <a:pt x="2193757" y="2718902"/>
                  <a:pt x="2193757" y="2718902"/>
                </a:cubicBezTo>
                <a:lnTo>
                  <a:pt x="2190225" y="2725044"/>
                </a:lnTo>
                <a:cubicBezTo>
                  <a:pt x="2190071" y="2725248"/>
                  <a:pt x="2189611" y="2725402"/>
                  <a:pt x="2189611" y="2725402"/>
                </a:cubicBezTo>
                <a:close/>
                <a:moveTo>
                  <a:pt x="2387835" y="2725402"/>
                </a:moveTo>
                <a:lnTo>
                  <a:pt x="2380773" y="2725402"/>
                </a:lnTo>
                <a:cubicBezTo>
                  <a:pt x="2380515" y="2725402"/>
                  <a:pt x="2380159" y="2725044"/>
                  <a:pt x="2380159" y="2725044"/>
                </a:cubicBezTo>
                <a:lnTo>
                  <a:pt x="2376626" y="2718902"/>
                </a:lnTo>
                <a:cubicBezTo>
                  <a:pt x="2376523" y="2718698"/>
                  <a:pt x="2376626" y="2718237"/>
                  <a:pt x="2376626" y="2718237"/>
                </a:cubicBezTo>
                <a:lnTo>
                  <a:pt x="2380159" y="2712095"/>
                </a:lnTo>
                <a:cubicBezTo>
                  <a:pt x="2380312" y="2711890"/>
                  <a:pt x="2380773" y="2711736"/>
                  <a:pt x="2380773" y="2711736"/>
                </a:cubicBezTo>
                <a:lnTo>
                  <a:pt x="2387835" y="2711736"/>
                </a:lnTo>
                <a:cubicBezTo>
                  <a:pt x="2388091" y="2711736"/>
                  <a:pt x="2388449" y="2712095"/>
                  <a:pt x="2388449" y="2712095"/>
                </a:cubicBezTo>
                <a:lnTo>
                  <a:pt x="2391981" y="2718237"/>
                </a:lnTo>
                <a:cubicBezTo>
                  <a:pt x="2392083" y="2718442"/>
                  <a:pt x="2391981" y="2718902"/>
                  <a:pt x="2391981" y="2718902"/>
                </a:cubicBezTo>
                <a:lnTo>
                  <a:pt x="2388449" y="2725044"/>
                </a:lnTo>
                <a:cubicBezTo>
                  <a:pt x="2388296" y="2725248"/>
                  <a:pt x="2387835" y="2725402"/>
                  <a:pt x="2387835" y="2725402"/>
                </a:cubicBezTo>
                <a:close/>
                <a:moveTo>
                  <a:pt x="2586060" y="2725402"/>
                </a:moveTo>
                <a:lnTo>
                  <a:pt x="2578998" y="2725402"/>
                </a:lnTo>
                <a:cubicBezTo>
                  <a:pt x="2578740" y="2725402"/>
                  <a:pt x="2578383" y="2725044"/>
                  <a:pt x="2578383" y="2725044"/>
                </a:cubicBezTo>
                <a:lnTo>
                  <a:pt x="2574850" y="2718902"/>
                </a:lnTo>
                <a:cubicBezTo>
                  <a:pt x="2574749" y="2718698"/>
                  <a:pt x="2574850" y="2718237"/>
                  <a:pt x="2574850" y="2718237"/>
                </a:cubicBezTo>
                <a:lnTo>
                  <a:pt x="2578383" y="2712095"/>
                </a:lnTo>
                <a:cubicBezTo>
                  <a:pt x="2578536" y="2711890"/>
                  <a:pt x="2578998" y="2711736"/>
                  <a:pt x="2578998" y="2711736"/>
                </a:cubicBezTo>
                <a:lnTo>
                  <a:pt x="2586060" y="2711736"/>
                </a:lnTo>
                <a:cubicBezTo>
                  <a:pt x="2586316" y="2711736"/>
                  <a:pt x="2586674" y="2712095"/>
                  <a:pt x="2586674" y="2712095"/>
                </a:cubicBezTo>
                <a:lnTo>
                  <a:pt x="2590205" y="2718237"/>
                </a:lnTo>
                <a:cubicBezTo>
                  <a:pt x="2590308" y="2718442"/>
                  <a:pt x="2590205" y="2718902"/>
                  <a:pt x="2590205" y="2718902"/>
                </a:cubicBezTo>
                <a:lnTo>
                  <a:pt x="2586674" y="2725044"/>
                </a:lnTo>
                <a:cubicBezTo>
                  <a:pt x="2586520" y="2725248"/>
                  <a:pt x="2586060" y="2725402"/>
                  <a:pt x="2586060" y="2725402"/>
                </a:cubicBezTo>
                <a:close/>
                <a:moveTo>
                  <a:pt x="2784284" y="2725402"/>
                </a:moveTo>
                <a:lnTo>
                  <a:pt x="2777221" y="2725402"/>
                </a:lnTo>
                <a:cubicBezTo>
                  <a:pt x="2776966" y="2725402"/>
                  <a:pt x="2776607" y="2725044"/>
                  <a:pt x="2776607" y="2725044"/>
                </a:cubicBezTo>
                <a:lnTo>
                  <a:pt x="2773075" y="2718902"/>
                </a:lnTo>
                <a:cubicBezTo>
                  <a:pt x="2772973" y="2718698"/>
                  <a:pt x="2773075" y="2718237"/>
                  <a:pt x="2773075" y="2718237"/>
                </a:cubicBezTo>
                <a:lnTo>
                  <a:pt x="2776607" y="2712095"/>
                </a:lnTo>
                <a:cubicBezTo>
                  <a:pt x="2776760" y="2711890"/>
                  <a:pt x="2777221" y="2711736"/>
                  <a:pt x="2777221" y="2711736"/>
                </a:cubicBezTo>
                <a:lnTo>
                  <a:pt x="2784284" y="2711736"/>
                </a:lnTo>
                <a:cubicBezTo>
                  <a:pt x="2784540" y="2711736"/>
                  <a:pt x="2784898" y="2712095"/>
                  <a:pt x="2784898" y="2712095"/>
                </a:cubicBezTo>
                <a:lnTo>
                  <a:pt x="2788430" y="2718237"/>
                </a:lnTo>
                <a:cubicBezTo>
                  <a:pt x="2788532" y="2718442"/>
                  <a:pt x="2788430" y="2718902"/>
                  <a:pt x="2788430" y="2718902"/>
                </a:cubicBezTo>
                <a:lnTo>
                  <a:pt x="2784898" y="2725044"/>
                </a:lnTo>
                <a:cubicBezTo>
                  <a:pt x="2784744" y="2725248"/>
                  <a:pt x="2784284" y="2725402"/>
                  <a:pt x="2784284" y="2725402"/>
                </a:cubicBezTo>
                <a:close/>
                <a:moveTo>
                  <a:pt x="2982559" y="2725402"/>
                </a:moveTo>
                <a:lnTo>
                  <a:pt x="2975496" y="2725402"/>
                </a:lnTo>
                <a:cubicBezTo>
                  <a:pt x="2975241" y="2725402"/>
                  <a:pt x="2974882" y="2725044"/>
                  <a:pt x="2974882" y="2725044"/>
                </a:cubicBezTo>
                <a:lnTo>
                  <a:pt x="2971351" y="2718902"/>
                </a:lnTo>
                <a:cubicBezTo>
                  <a:pt x="2971249" y="2718698"/>
                  <a:pt x="2971351" y="2718237"/>
                  <a:pt x="2971351" y="2718237"/>
                </a:cubicBezTo>
                <a:lnTo>
                  <a:pt x="2974882" y="2712095"/>
                </a:lnTo>
                <a:cubicBezTo>
                  <a:pt x="2975036" y="2711890"/>
                  <a:pt x="2975496" y="2711736"/>
                  <a:pt x="2975496" y="2711736"/>
                </a:cubicBezTo>
                <a:lnTo>
                  <a:pt x="2982559" y="2711736"/>
                </a:lnTo>
                <a:cubicBezTo>
                  <a:pt x="2982815" y="2711736"/>
                  <a:pt x="2983173" y="2712095"/>
                  <a:pt x="2983173" y="2712095"/>
                </a:cubicBezTo>
                <a:lnTo>
                  <a:pt x="2986706" y="2718237"/>
                </a:lnTo>
                <a:cubicBezTo>
                  <a:pt x="2986808" y="2718442"/>
                  <a:pt x="2986706" y="2718902"/>
                  <a:pt x="2986706" y="2718902"/>
                </a:cubicBezTo>
                <a:lnTo>
                  <a:pt x="2983173" y="2725044"/>
                </a:lnTo>
                <a:cubicBezTo>
                  <a:pt x="2983020" y="2725248"/>
                  <a:pt x="2982559" y="2725402"/>
                  <a:pt x="2982559" y="2725402"/>
                </a:cubicBezTo>
                <a:close/>
                <a:moveTo>
                  <a:pt x="3180784" y="2725402"/>
                </a:moveTo>
                <a:lnTo>
                  <a:pt x="3173721" y="2725402"/>
                </a:lnTo>
                <a:cubicBezTo>
                  <a:pt x="3173466" y="2725402"/>
                  <a:pt x="3173107" y="2725044"/>
                  <a:pt x="3173107" y="2725044"/>
                </a:cubicBezTo>
                <a:lnTo>
                  <a:pt x="3169576" y="2718902"/>
                </a:lnTo>
                <a:cubicBezTo>
                  <a:pt x="3169473" y="2718698"/>
                  <a:pt x="3169576" y="2718237"/>
                  <a:pt x="3169576" y="2718237"/>
                </a:cubicBezTo>
                <a:lnTo>
                  <a:pt x="3173107" y="2712095"/>
                </a:lnTo>
                <a:cubicBezTo>
                  <a:pt x="3173261" y="2711890"/>
                  <a:pt x="3173721" y="2711736"/>
                  <a:pt x="3173721" y="2711736"/>
                </a:cubicBezTo>
                <a:lnTo>
                  <a:pt x="3180784" y="2711736"/>
                </a:lnTo>
                <a:cubicBezTo>
                  <a:pt x="3181040" y="2711736"/>
                  <a:pt x="3181398" y="2712095"/>
                  <a:pt x="3181398" y="2712095"/>
                </a:cubicBezTo>
                <a:lnTo>
                  <a:pt x="3184931" y="2718237"/>
                </a:lnTo>
                <a:cubicBezTo>
                  <a:pt x="3185033" y="2718442"/>
                  <a:pt x="3184931" y="2718902"/>
                  <a:pt x="3184931" y="2718902"/>
                </a:cubicBezTo>
                <a:lnTo>
                  <a:pt x="3181398" y="2725044"/>
                </a:lnTo>
                <a:cubicBezTo>
                  <a:pt x="3181245" y="2725248"/>
                  <a:pt x="3180784" y="2725402"/>
                  <a:pt x="3180784" y="2725402"/>
                </a:cubicBezTo>
                <a:close/>
                <a:moveTo>
                  <a:pt x="3379008" y="2725402"/>
                </a:moveTo>
                <a:lnTo>
                  <a:pt x="3371947" y="2725402"/>
                </a:lnTo>
                <a:cubicBezTo>
                  <a:pt x="3371690" y="2725402"/>
                  <a:pt x="3371332" y="2725044"/>
                  <a:pt x="3371332" y="2725044"/>
                </a:cubicBezTo>
                <a:lnTo>
                  <a:pt x="3367800" y="2718902"/>
                </a:lnTo>
                <a:cubicBezTo>
                  <a:pt x="3367697" y="2718698"/>
                  <a:pt x="3367800" y="2718237"/>
                  <a:pt x="3367800" y="2718237"/>
                </a:cubicBezTo>
                <a:lnTo>
                  <a:pt x="3371332" y="2712095"/>
                </a:lnTo>
                <a:cubicBezTo>
                  <a:pt x="3371485" y="2711890"/>
                  <a:pt x="3371947" y="2711736"/>
                  <a:pt x="3371947" y="2711736"/>
                </a:cubicBezTo>
                <a:lnTo>
                  <a:pt x="3379008" y="2711736"/>
                </a:lnTo>
                <a:cubicBezTo>
                  <a:pt x="3379265" y="2711736"/>
                  <a:pt x="3379624" y="2712095"/>
                  <a:pt x="3379624" y="2712095"/>
                </a:cubicBezTo>
                <a:lnTo>
                  <a:pt x="3383155" y="2718237"/>
                </a:lnTo>
                <a:cubicBezTo>
                  <a:pt x="3383257" y="2718442"/>
                  <a:pt x="3383155" y="2718902"/>
                  <a:pt x="3383155" y="2718902"/>
                </a:cubicBezTo>
                <a:lnTo>
                  <a:pt x="3379624" y="2725044"/>
                </a:lnTo>
                <a:cubicBezTo>
                  <a:pt x="3379470" y="2725248"/>
                  <a:pt x="3379008" y="2725402"/>
                  <a:pt x="3379008" y="2725402"/>
                </a:cubicBezTo>
                <a:close/>
                <a:moveTo>
                  <a:pt x="3577234" y="2725402"/>
                </a:moveTo>
                <a:lnTo>
                  <a:pt x="3570172" y="2725402"/>
                </a:lnTo>
                <a:cubicBezTo>
                  <a:pt x="3569914" y="2725402"/>
                  <a:pt x="3569557" y="2725044"/>
                  <a:pt x="3569557" y="2725044"/>
                </a:cubicBezTo>
                <a:lnTo>
                  <a:pt x="3566024" y="2718902"/>
                </a:lnTo>
                <a:cubicBezTo>
                  <a:pt x="3565922" y="2718698"/>
                  <a:pt x="3566024" y="2718237"/>
                  <a:pt x="3566024" y="2718237"/>
                </a:cubicBezTo>
                <a:lnTo>
                  <a:pt x="3569557" y="2712095"/>
                </a:lnTo>
                <a:cubicBezTo>
                  <a:pt x="3569709" y="2711890"/>
                  <a:pt x="3570172" y="2711736"/>
                  <a:pt x="3570172" y="2711736"/>
                </a:cubicBezTo>
                <a:lnTo>
                  <a:pt x="3577234" y="2711736"/>
                </a:lnTo>
                <a:cubicBezTo>
                  <a:pt x="3577489" y="2711736"/>
                  <a:pt x="3577848" y="2712095"/>
                  <a:pt x="3577848" y="2712095"/>
                </a:cubicBezTo>
                <a:lnTo>
                  <a:pt x="3581379" y="2718237"/>
                </a:lnTo>
                <a:cubicBezTo>
                  <a:pt x="3581481" y="2718442"/>
                  <a:pt x="3581379" y="2718902"/>
                  <a:pt x="3581379" y="2718902"/>
                </a:cubicBezTo>
                <a:lnTo>
                  <a:pt x="3577848" y="2725044"/>
                </a:lnTo>
                <a:cubicBezTo>
                  <a:pt x="3577694" y="2725248"/>
                  <a:pt x="3577234" y="2725402"/>
                  <a:pt x="3577234" y="2725402"/>
                </a:cubicBezTo>
                <a:close/>
                <a:moveTo>
                  <a:pt x="3775459" y="2725402"/>
                </a:moveTo>
                <a:lnTo>
                  <a:pt x="3768396" y="2725402"/>
                </a:lnTo>
                <a:cubicBezTo>
                  <a:pt x="3768139" y="2725402"/>
                  <a:pt x="3767781" y="2725044"/>
                  <a:pt x="3767781" y="2725044"/>
                </a:cubicBezTo>
                <a:lnTo>
                  <a:pt x="3764249" y="2718902"/>
                </a:lnTo>
                <a:cubicBezTo>
                  <a:pt x="3764147" y="2718698"/>
                  <a:pt x="3764249" y="2718237"/>
                  <a:pt x="3764249" y="2718237"/>
                </a:cubicBezTo>
                <a:lnTo>
                  <a:pt x="3767781" y="2712095"/>
                </a:lnTo>
                <a:cubicBezTo>
                  <a:pt x="3767935" y="2711890"/>
                  <a:pt x="3768396" y="2711736"/>
                  <a:pt x="3768396" y="2711736"/>
                </a:cubicBezTo>
                <a:lnTo>
                  <a:pt x="3775459" y="2711736"/>
                </a:lnTo>
                <a:cubicBezTo>
                  <a:pt x="3775713" y="2711736"/>
                  <a:pt x="3776073" y="2712095"/>
                  <a:pt x="3776073" y="2712095"/>
                </a:cubicBezTo>
                <a:lnTo>
                  <a:pt x="3779604" y="2718237"/>
                </a:lnTo>
                <a:cubicBezTo>
                  <a:pt x="3779706" y="2718442"/>
                  <a:pt x="3779604" y="2718902"/>
                  <a:pt x="3779604" y="2718902"/>
                </a:cubicBezTo>
                <a:lnTo>
                  <a:pt x="3776073" y="2725044"/>
                </a:lnTo>
                <a:cubicBezTo>
                  <a:pt x="3775919" y="2725248"/>
                  <a:pt x="3775459" y="2725402"/>
                  <a:pt x="3775459" y="2725402"/>
                </a:cubicBezTo>
                <a:close/>
                <a:moveTo>
                  <a:pt x="3973734" y="2725402"/>
                </a:moveTo>
                <a:lnTo>
                  <a:pt x="3966671" y="2725402"/>
                </a:lnTo>
                <a:cubicBezTo>
                  <a:pt x="3966415" y="2725402"/>
                  <a:pt x="3966057" y="2725044"/>
                  <a:pt x="3966057" y="2725044"/>
                </a:cubicBezTo>
                <a:lnTo>
                  <a:pt x="3962525" y="2718902"/>
                </a:lnTo>
                <a:cubicBezTo>
                  <a:pt x="3962423" y="2718698"/>
                  <a:pt x="3962525" y="2718237"/>
                  <a:pt x="3962525" y="2718237"/>
                </a:cubicBezTo>
                <a:lnTo>
                  <a:pt x="3966057" y="2712095"/>
                </a:lnTo>
                <a:cubicBezTo>
                  <a:pt x="3966211" y="2711890"/>
                  <a:pt x="3966671" y="2711736"/>
                  <a:pt x="3966671" y="2711736"/>
                </a:cubicBezTo>
                <a:lnTo>
                  <a:pt x="3973734" y="2711736"/>
                </a:lnTo>
                <a:cubicBezTo>
                  <a:pt x="3973990" y="2711736"/>
                  <a:pt x="3974348" y="2712095"/>
                  <a:pt x="3974348" y="2712095"/>
                </a:cubicBezTo>
                <a:lnTo>
                  <a:pt x="3977880" y="2718237"/>
                </a:lnTo>
                <a:cubicBezTo>
                  <a:pt x="3977982" y="2718442"/>
                  <a:pt x="3977880" y="2718902"/>
                  <a:pt x="3977880" y="2718902"/>
                </a:cubicBezTo>
                <a:lnTo>
                  <a:pt x="3974348" y="2725044"/>
                </a:lnTo>
                <a:cubicBezTo>
                  <a:pt x="3974195" y="2725248"/>
                  <a:pt x="3973734" y="2725402"/>
                  <a:pt x="3973734" y="2725402"/>
                </a:cubicBezTo>
                <a:close/>
                <a:moveTo>
                  <a:pt x="4171959" y="2725402"/>
                </a:moveTo>
                <a:lnTo>
                  <a:pt x="4164896" y="2725402"/>
                </a:lnTo>
                <a:cubicBezTo>
                  <a:pt x="4164640" y="2725402"/>
                  <a:pt x="4164282" y="2725044"/>
                  <a:pt x="4164282" y="2725044"/>
                </a:cubicBezTo>
                <a:lnTo>
                  <a:pt x="4160751" y="2718902"/>
                </a:lnTo>
                <a:cubicBezTo>
                  <a:pt x="4160648" y="2718698"/>
                  <a:pt x="4160751" y="2718237"/>
                  <a:pt x="4160751" y="2718237"/>
                </a:cubicBezTo>
                <a:lnTo>
                  <a:pt x="4164282" y="2712095"/>
                </a:lnTo>
                <a:cubicBezTo>
                  <a:pt x="4164435" y="2711890"/>
                  <a:pt x="4164896" y="2711736"/>
                  <a:pt x="4164896" y="2711736"/>
                </a:cubicBezTo>
                <a:lnTo>
                  <a:pt x="4171959" y="2711736"/>
                </a:lnTo>
                <a:cubicBezTo>
                  <a:pt x="4172215" y="2711736"/>
                  <a:pt x="4172573" y="2712095"/>
                  <a:pt x="4172573" y="2712095"/>
                </a:cubicBezTo>
                <a:lnTo>
                  <a:pt x="4176105" y="2718237"/>
                </a:lnTo>
                <a:cubicBezTo>
                  <a:pt x="4176207" y="2718442"/>
                  <a:pt x="4176105" y="2718902"/>
                  <a:pt x="4176105" y="2718902"/>
                </a:cubicBezTo>
                <a:lnTo>
                  <a:pt x="4172573" y="2725044"/>
                </a:lnTo>
                <a:cubicBezTo>
                  <a:pt x="4172419" y="2725248"/>
                  <a:pt x="4171959" y="2725402"/>
                  <a:pt x="4171959" y="2725402"/>
                </a:cubicBezTo>
                <a:close/>
                <a:moveTo>
                  <a:pt x="4370183" y="2725402"/>
                </a:moveTo>
                <a:lnTo>
                  <a:pt x="4363121" y="2725402"/>
                </a:lnTo>
                <a:cubicBezTo>
                  <a:pt x="4362864" y="2725402"/>
                  <a:pt x="4362506" y="2725044"/>
                  <a:pt x="4362506" y="2725044"/>
                </a:cubicBezTo>
                <a:lnTo>
                  <a:pt x="4358975" y="2718902"/>
                </a:lnTo>
                <a:cubicBezTo>
                  <a:pt x="4358872" y="2718698"/>
                  <a:pt x="4358975" y="2718237"/>
                  <a:pt x="4358975" y="2718237"/>
                </a:cubicBezTo>
                <a:lnTo>
                  <a:pt x="4362506" y="2712095"/>
                </a:lnTo>
                <a:cubicBezTo>
                  <a:pt x="4362660" y="2711890"/>
                  <a:pt x="4363121" y="2711736"/>
                  <a:pt x="4363121" y="2711736"/>
                </a:cubicBezTo>
                <a:lnTo>
                  <a:pt x="4370183" y="2711736"/>
                </a:lnTo>
                <a:cubicBezTo>
                  <a:pt x="4370439" y="2711736"/>
                  <a:pt x="4370797" y="2712095"/>
                  <a:pt x="4370797" y="2712095"/>
                </a:cubicBezTo>
                <a:lnTo>
                  <a:pt x="4374329" y="2718237"/>
                </a:lnTo>
                <a:cubicBezTo>
                  <a:pt x="4374432" y="2718442"/>
                  <a:pt x="4374329" y="2718902"/>
                  <a:pt x="4374329" y="2718902"/>
                </a:cubicBezTo>
                <a:lnTo>
                  <a:pt x="4370797" y="2725044"/>
                </a:lnTo>
                <a:cubicBezTo>
                  <a:pt x="4370643" y="2725248"/>
                  <a:pt x="4370183" y="2725402"/>
                  <a:pt x="4370183" y="2725402"/>
                </a:cubicBezTo>
                <a:close/>
                <a:moveTo>
                  <a:pt x="4568408" y="2725402"/>
                </a:moveTo>
                <a:lnTo>
                  <a:pt x="4561345" y="2725402"/>
                </a:lnTo>
                <a:cubicBezTo>
                  <a:pt x="4561089" y="2725402"/>
                  <a:pt x="4560731" y="2725044"/>
                  <a:pt x="4560731" y="2725044"/>
                </a:cubicBezTo>
                <a:lnTo>
                  <a:pt x="4557199" y="2718902"/>
                </a:lnTo>
                <a:cubicBezTo>
                  <a:pt x="4557097" y="2718698"/>
                  <a:pt x="4557199" y="2718237"/>
                  <a:pt x="4557199" y="2718237"/>
                </a:cubicBezTo>
                <a:lnTo>
                  <a:pt x="4560731" y="2712095"/>
                </a:lnTo>
                <a:cubicBezTo>
                  <a:pt x="4560884" y="2711890"/>
                  <a:pt x="4561345" y="2711736"/>
                  <a:pt x="4561345" y="2711736"/>
                </a:cubicBezTo>
                <a:lnTo>
                  <a:pt x="4568408" y="2711736"/>
                </a:lnTo>
                <a:cubicBezTo>
                  <a:pt x="4568663" y="2711736"/>
                  <a:pt x="4569022" y="2712095"/>
                  <a:pt x="4569022" y="2712095"/>
                </a:cubicBezTo>
                <a:lnTo>
                  <a:pt x="4572554" y="2718237"/>
                </a:lnTo>
                <a:cubicBezTo>
                  <a:pt x="4572656" y="2718442"/>
                  <a:pt x="4572554" y="2718902"/>
                  <a:pt x="4572554" y="2718902"/>
                </a:cubicBezTo>
                <a:lnTo>
                  <a:pt x="4569022" y="2725044"/>
                </a:lnTo>
                <a:cubicBezTo>
                  <a:pt x="4568869" y="2725248"/>
                  <a:pt x="4568408" y="2725402"/>
                  <a:pt x="4568408" y="2725402"/>
                </a:cubicBezTo>
                <a:close/>
                <a:moveTo>
                  <a:pt x="4766683" y="2725402"/>
                </a:moveTo>
                <a:lnTo>
                  <a:pt x="4759621" y="2725402"/>
                </a:lnTo>
                <a:cubicBezTo>
                  <a:pt x="4759364" y="2725402"/>
                  <a:pt x="4759007" y="2725044"/>
                  <a:pt x="4759007" y="2725044"/>
                </a:cubicBezTo>
                <a:lnTo>
                  <a:pt x="4755475" y="2718902"/>
                </a:lnTo>
                <a:cubicBezTo>
                  <a:pt x="4755372" y="2718698"/>
                  <a:pt x="4755475" y="2718237"/>
                  <a:pt x="4755475" y="2718237"/>
                </a:cubicBezTo>
                <a:lnTo>
                  <a:pt x="4759007" y="2712095"/>
                </a:lnTo>
                <a:cubicBezTo>
                  <a:pt x="4759160" y="2711890"/>
                  <a:pt x="4759621" y="2711736"/>
                  <a:pt x="4759621" y="2711736"/>
                </a:cubicBezTo>
                <a:lnTo>
                  <a:pt x="4766683" y="2711736"/>
                </a:lnTo>
                <a:cubicBezTo>
                  <a:pt x="4766940" y="2711736"/>
                  <a:pt x="4767297" y="2712095"/>
                  <a:pt x="4767297" y="2712095"/>
                </a:cubicBezTo>
                <a:lnTo>
                  <a:pt x="4770829" y="2718237"/>
                </a:lnTo>
                <a:cubicBezTo>
                  <a:pt x="4770932" y="2718442"/>
                  <a:pt x="4770829" y="2718902"/>
                  <a:pt x="4770829" y="2718902"/>
                </a:cubicBezTo>
                <a:lnTo>
                  <a:pt x="4767297" y="2725044"/>
                </a:lnTo>
                <a:cubicBezTo>
                  <a:pt x="4767144" y="2725248"/>
                  <a:pt x="4766683" y="2725402"/>
                  <a:pt x="4766683" y="2725402"/>
                </a:cubicBezTo>
                <a:close/>
                <a:moveTo>
                  <a:pt x="4964909" y="2725402"/>
                </a:moveTo>
                <a:lnTo>
                  <a:pt x="4957846" y="2725402"/>
                </a:lnTo>
                <a:cubicBezTo>
                  <a:pt x="4957589" y="2725402"/>
                  <a:pt x="4957232" y="2725044"/>
                  <a:pt x="4957232" y="2725044"/>
                </a:cubicBezTo>
                <a:lnTo>
                  <a:pt x="4953699" y="2718902"/>
                </a:lnTo>
                <a:cubicBezTo>
                  <a:pt x="4953597" y="2718698"/>
                  <a:pt x="4953699" y="2718237"/>
                  <a:pt x="4953699" y="2718237"/>
                </a:cubicBezTo>
                <a:lnTo>
                  <a:pt x="4957232" y="2712095"/>
                </a:lnTo>
                <a:cubicBezTo>
                  <a:pt x="4957384" y="2711890"/>
                  <a:pt x="4957846" y="2711736"/>
                  <a:pt x="4957846" y="2711736"/>
                </a:cubicBezTo>
                <a:lnTo>
                  <a:pt x="4964909" y="2711736"/>
                </a:lnTo>
                <a:cubicBezTo>
                  <a:pt x="4965164" y="2711736"/>
                  <a:pt x="4965523" y="2712095"/>
                  <a:pt x="4965523" y="2712095"/>
                </a:cubicBezTo>
                <a:lnTo>
                  <a:pt x="4969054" y="2718237"/>
                </a:lnTo>
                <a:cubicBezTo>
                  <a:pt x="4969156" y="2718442"/>
                  <a:pt x="4969054" y="2718902"/>
                  <a:pt x="4969054" y="2718902"/>
                </a:cubicBezTo>
                <a:lnTo>
                  <a:pt x="4965523" y="2725044"/>
                </a:lnTo>
                <a:cubicBezTo>
                  <a:pt x="4965369" y="2725248"/>
                  <a:pt x="4964909" y="2725402"/>
                  <a:pt x="4964909" y="2725402"/>
                </a:cubicBezTo>
                <a:close/>
                <a:moveTo>
                  <a:pt x="5163134" y="2725402"/>
                </a:moveTo>
                <a:lnTo>
                  <a:pt x="5156070" y="2725402"/>
                </a:lnTo>
                <a:cubicBezTo>
                  <a:pt x="5155814" y="2725402"/>
                  <a:pt x="5155456" y="2725044"/>
                  <a:pt x="5155456" y="2725044"/>
                </a:cubicBezTo>
                <a:lnTo>
                  <a:pt x="5151924" y="2718902"/>
                </a:lnTo>
                <a:cubicBezTo>
                  <a:pt x="5151822" y="2718698"/>
                  <a:pt x="5151924" y="2718237"/>
                  <a:pt x="5151924" y="2718237"/>
                </a:cubicBezTo>
                <a:lnTo>
                  <a:pt x="5155456" y="2712095"/>
                </a:lnTo>
                <a:cubicBezTo>
                  <a:pt x="5155610" y="2711890"/>
                  <a:pt x="5156070" y="2711736"/>
                  <a:pt x="5156070" y="2711736"/>
                </a:cubicBezTo>
                <a:lnTo>
                  <a:pt x="5163134" y="2711736"/>
                </a:lnTo>
                <a:cubicBezTo>
                  <a:pt x="5163388" y="2711736"/>
                  <a:pt x="5163748" y="2712095"/>
                  <a:pt x="5163748" y="2712095"/>
                </a:cubicBezTo>
                <a:lnTo>
                  <a:pt x="5167279" y="2718237"/>
                </a:lnTo>
                <a:cubicBezTo>
                  <a:pt x="5167381" y="2718442"/>
                  <a:pt x="5167279" y="2718902"/>
                  <a:pt x="5167279" y="2718902"/>
                </a:cubicBezTo>
                <a:lnTo>
                  <a:pt x="5163748" y="2725044"/>
                </a:lnTo>
                <a:cubicBezTo>
                  <a:pt x="5163594" y="2725248"/>
                  <a:pt x="5163134" y="2725402"/>
                  <a:pt x="5163134" y="2725402"/>
                </a:cubicBezTo>
                <a:close/>
                <a:moveTo>
                  <a:pt x="5361358" y="2725402"/>
                </a:moveTo>
                <a:lnTo>
                  <a:pt x="5354295" y="2725402"/>
                </a:lnTo>
                <a:cubicBezTo>
                  <a:pt x="5354038" y="2725402"/>
                  <a:pt x="5353680" y="2725044"/>
                  <a:pt x="5353680" y="2725044"/>
                </a:cubicBezTo>
                <a:lnTo>
                  <a:pt x="5350149" y="2718902"/>
                </a:lnTo>
                <a:cubicBezTo>
                  <a:pt x="5350047" y="2718698"/>
                  <a:pt x="5350149" y="2718237"/>
                  <a:pt x="5350149" y="2718237"/>
                </a:cubicBezTo>
                <a:lnTo>
                  <a:pt x="5353680" y="2712095"/>
                </a:lnTo>
                <a:cubicBezTo>
                  <a:pt x="5353835" y="2711890"/>
                  <a:pt x="5354295" y="2711736"/>
                  <a:pt x="5354295" y="2711736"/>
                </a:cubicBezTo>
                <a:lnTo>
                  <a:pt x="5361358" y="2711736"/>
                </a:lnTo>
                <a:cubicBezTo>
                  <a:pt x="5361614" y="2711736"/>
                  <a:pt x="5361972" y="2712095"/>
                  <a:pt x="5361972" y="2712095"/>
                </a:cubicBezTo>
                <a:lnTo>
                  <a:pt x="5365503" y="2718237"/>
                </a:lnTo>
                <a:cubicBezTo>
                  <a:pt x="5365606" y="2718442"/>
                  <a:pt x="5365503" y="2718902"/>
                  <a:pt x="5365503" y="2718902"/>
                </a:cubicBezTo>
                <a:lnTo>
                  <a:pt x="5361972" y="2725044"/>
                </a:lnTo>
                <a:cubicBezTo>
                  <a:pt x="5361818" y="2725248"/>
                  <a:pt x="5361358" y="2725402"/>
                  <a:pt x="5361358" y="2725402"/>
                </a:cubicBezTo>
                <a:close/>
                <a:moveTo>
                  <a:pt x="5559633" y="2725402"/>
                </a:moveTo>
                <a:lnTo>
                  <a:pt x="5552569" y="2725402"/>
                </a:lnTo>
                <a:cubicBezTo>
                  <a:pt x="5552314" y="2725402"/>
                  <a:pt x="5551956" y="2725044"/>
                  <a:pt x="5551956" y="2725044"/>
                </a:cubicBezTo>
                <a:lnTo>
                  <a:pt x="5548424" y="2718902"/>
                </a:lnTo>
                <a:cubicBezTo>
                  <a:pt x="5548322" y="2718698"/>
                  <a:pt x="5548424" y="2718237"/>
                  <a:pt x="5548424" y="2718237"/>
                </a:cubicBezTo>
                <a:lnTo>
                  <a:pt x="5551956" y="2712095"/>
                </a:lnTo>
                <a:cubicBezTo>
                  <a:pt x="5552109" y="2711890"/>
                  <a:pt x="5552569" y="2711736"/>
                  <a:pt x="5552569" y="2711736"/>
                </a:cubicBezTo>
                <a:lnTo>
                  <a:pt x="5559633" y="2711736"/>
                </a:lnTo>
                <a:cubicBezTo>
                  <a:pt x="5559889" y="2711736"/>
                  <a:pt x="5560246" y="2712095"/>
                  <a:pt x="5560246" y="2712095"/>
                </a:cubicBezTo>
                <a:lnTo>
                  <a:pt x="5563779" y="2718237"/>
                </a:lnTo>
                <a:cubicBezTo>
                  <a:pt x="5563881" y="2718442"/>
                  <a:pt x="5563779" y="2718902"/>
                  <a:pt x="5563779" y="2718902"/>
                </a:cubicBezTo>
                <a:lnTo>
                  <a:pt x="5560246" y="2725044"/>
                </a:lnTo>
                <a:cubicBezTo>
                  <a:pt x="5560094" y="2725248"/>
                  <a:pt x="5559633" y="2725402"/>
                  <a:pt x="5559633" y="2725402"/>
                </a:cubicBezTo>
                <a:close/>
                <a:moveTo>
                  <a:pt x="5757857" y="2725402"/>
                </a:moveTo>
                <a:lnTo>
                  <a:pt x="5750795" y="2725402"/>
                </a:lnTo>
                <a:cubicBezTo>
                  <a:pt x="5750538" y="2725402"/>
                  <a:pt x="5750181" y="2725044"/>
                  <a:pt x="5750181" y="2725044"/>
                </a:cubicBezTo>
                <a:lnTo>
                  <a:pt x="5746649" y="2718902"/>
                </a:lnTo>
                <a:cubicBezTo>
                  <a:pt x="5746546" y="2718698"/>
                  <a:pt x="5746649" y="2718237"/>
                  <a:pt x="5746649" y="2718237"/>
                </a:cubicBezTo>
                <a:lnTo>
                  <a:pt x="5750181" y="2712095"/>
                </a:lnTo>
                <a:cubicBezTo>
                  <a:pt x="5750333" y="2711890"/>
                  <a:pt x="5750795" y="2711736"/>
                  <a:pt x="5750795" y="2711736"/>
                </a:cubicBezTo>
                <a:lnTo>
                  <a:pt x="5757857" y="2711736"/>
                </a:lnTo>
                <a:cubicBezTo>
                  <a:pt x="5758114" y="2711736"/>
                  <a:pt x="5758471" y="2712095"/>
                  <a:pt x="5758471" y="2712095"/>
                </a:cubicBezTo>
                <a:lnTo>
                  <a:pt x="5762003" y="2718237"/>
                </a:lnTo>
                <a:cubicBezTo>
                  <a:pt x="5762106" y="2718442"/>
                  <a:pt x="5762003" y="2718902"/>
                  <a:pt x="5762003" y="2718902"/>
                </a:cubicBezTo>
                <a:lnTo>
                  <a:pt x="5758471" y="2725044"/>
                </a:lnTo>
                <a:cubicBezTo>
                  <a:pt x="5758318" y="2725248"/>
                  <a:pt x="5757857" y="2725402"/>
                  <a:pt x="5757857" y="2725402"/>
                </a:cubicBezTo>
                <a:close/>
                <a:moveTo>
                  <a:pt x="5956083" y="2725402"/>
                </a:moveTo>
                <a:lnTo>
                  <a:pt x="5949019" y="2725402"/>
                </a:lnTo>
                <a:cubicBezTo>
                  <a:pt x="5948763" y="2725402"/>
                  <a:pt x="5948405" y="2725044"/>
                  <a:pt x="5948405" y="2725044"/>
                </a:cubicBezTo>
                <a:lnTo>
                  <a:pt x="5944873" y="2718902"/>
                </a:lnTo>
                <a:cubicBezTo>
                  <a:pt x="5944771" y="2718698"/>
                  <a:pt x="5944873" y="2718237"/>
                  <a:pt x="5944873" y="2718237"/>
                </a:cubicBezTo>
                <a:lnTo>
                  <a:pt x="5948405" y="2712095"/>
                </a:lnTo>
                <a:cubicBezTo>
                  <a:pt x="5948558" y="2711890"/>
                  <a:pt x="5949019" y="2711736"/>
                  <a:pt x="5949019" y="2711736"/>
                </a:cubicBezTo>
                <a:lnTo>
                  <a:pt x="5956083" y="2711736"/>
                </a:lnTo>
                <a:cubicBezTo>
                  <a:pt x="5956338" y="2711736"/>
                  <a:pt x="5956697" y="2712095"/>
                  <a:pt x="5956697" y="2712095"/>
                </a:cubicBezTo>
                <a:lnTo>
                  <a:pt x="5960227" y="2718237"/>
                </a:lnTo>
                <a:cubicBezTo>
                  <a:pt x="5960330" y="2718442"/>
                  <a:pt x="5960227" y="2718902"/>
                  <a:pt x="5960227" y="2718902"/>
                </a:cubicBezTo>
                <a:lnTo>
                  <a:pt x="5956697" y="2725044"/>
                </a:lnTo>
                <a:cubicBezTo>
                  <a:pt x="5956542" y="2725248"/>
                  <a:pt x="5956083" y="2725402"/>
                  <a:pt x="5956083" y="2725402"/>
                </a:cubicBezTo>
                <a:close/>
                <a:moveTo>
                  <a:pt x="6154307" y="2725402"/>
                </a:moveTo>
                <a:lnTo>
                  <a:pt x="6147243" y="2725402"/>
                </a:lnTo>
                <a:cubicBezTo>
                  <a:pt x="6146988" y="2725402"/>
                  <a:pt x="6146629" y="2725044"/>
                  <a:pt x="6146629" y="2725044"/>
                </a:cubicBezTo>
                <a:lnTo>
                  <a:pt x="6143098" y="2718902"/>
                </a:lnTo>
                <a:cubicBezTo>
                  <a:pt x="6142996" y="2718698"/>
                  <a:pt x="6143098" y="2718237"/>
                  <a:pt x="6143098" y="2718237"/>
                </a:cubicBezTo>
                <a:lnTo>
                  <a:pt x="6146629" y="2712095"/>
                </a:lnTo>
                <a:cubicBezTo>
                  <a:pt x="6146783" y="2711890"/>
                  <a:pt x="6147243" y="2711736"/>
                  <a:pt x="6147243" y="2711736"/>
                </a:cubicBezTo>
                <a:lnTo>
                  <a:pt x="6154307" y="2711736"/>
                </a:lnTo>
                <a:cubicBezTo>
                  <a:pt x="6154562" y="2711736"/>
                  <a:pt x="6154921" y="2712095"/>
                  <a:pt x="6154921" y="2712095"/>
                </a:cubicBezTo>
                <a:lnTo>
                  <a:pt x="6158453" y="2718237"/>
                </a:lnTo>
                <a:cubicBezTo>
                  <a:pt x="6158554" y="2718442"/>
                  <a:pt x="6158453" y="2718902"/>
                  <a:pt x="6158453" y="2718902"/>
                </a:cubicBezTo>
                <a:lnTo>
                  <a:pt x="6154921" y="2725044"/>
                </a:lnTo>
                <a:cubicBezTo>
                  <a:pt x="6154768" y="2725248"/>
                  <a:pt x="6154307" y="2725402"/>
                  <a:pt x="6154307" y="2725402"/>
                </a:cubicBezTo>
                <a:close/>
                <a:moveTo>
                  <a:pt x="6352582" y="2725402"/>
                </a:moveTo>
                <a:lnTo>
                  <a:pt x="6345519" y="2725402"/>
                </a:lnTo>
                <a:cubicBezTo>
                  <a:pt x="6345263" y="2725402"/>
                  <a:pt x="6344904" y="2725044"/>
                  <a:pt x="6344904" y="2725044"/>
                </a:cubicBezTo>
                <a:lnTo>
                  <a:pt x="6341373" y="2718902"/>
                </a:lnTo>
                <a:cubicBezTo>
                  <a:pt x="6341271" y="2718698"/>
                  <a:pt x="6341373" y="2718237"/>
                  <a:pt x="6341373" y="2718237"/>
                </a:cubicBezTo>
                <a:lnTo>
                  <a:pt x="6344904" y="2712095"/>
                </a:lnTo>
                <a:cubicBezTo>
                  <a:pt x="6345058" y="2711890"/>
                  <a:pt x="6345519" y="2711736"/>
                  <a:pt x="6345519" y="2711736"/>
                </a:cubicBezTo>
                <a:lnTo>
                  <a:pt x="6352582" y="2711736"/>
                </a:lnTo>
                <a:cubicBezTo>
                  <a:pt x="6352838" y="2711736"/>
                  <a:pt x="6353196" y="2712095"/>
                  <a:pt x="6353196" y="2712095"/>
                </a:cubicBezTo>
                <a:lnTo>
                  <a:pt x="6356728" y="2718237"/>
                </a:lnTo>
                <a:cubicBezTo>
                  <a:pt x="6356830" y="2718442"/>
                  <a:pt x="6356728" y="2718902"/>
                  <a:pt x="6356728" y="2718902"/>
                </a:cubicBezTo>
                <a:lnTo>
                  <a:pt x="6353196" y="2725044"/>
                </a:lnTo>
                <a:cubicBezTo>
                  <a:pt x="6353043" y="2725248"/>
                  <a:pt x="6352582" y="2725402"/>
                  <a:pt x="6352582" y="2725402"/>
                </a:cubicBezTo>
                <a:close/>
                <a:moveTo>
                  <a:pt x="6550807" y="2725402"/>
                </a:moveTo>
                <a:lnTo>
                  <a:pt x="6543744" y="2725402"/>
                </a:lnTo>
                <a:cubicBezTo>
                  <a:pt x="6543488" y="2725402"/>
                  <a:pt x="6543129" y="2725044"/>
                  <a:pt x="6543129" y="2725044"/>
                </a:cubicBezTo>
                <a:lnTo>
                  <a:pt x="6539598" y="2718902"/>
                </a:lnTo>
                <a:cubicBezTo>
                  <a:pt x="6539495" y="2718698"/>
                  <a:pt x="6539598" y="2718237"/>
                  <a:pt x="6539598" y="2718237"/>
                </a:cubicBezTo>
                <a:lnTo>
                  <a:pt x="6543129" y="2712095"/>
                </a:lnTo>
                <a:cubicBezTo>
                  <a:pt x="6543282" y="2711890"/>
                  <a:pt x="6543744" y="2711736"/>
                  <a:pt x="6543744" y="2711736"/>
                </a:cubicBezTo>
                <a:lnTo>
                  <a:pt x="6550807" y="2711736"/>
                </a:lnTo>
                <a:cubicBezTo>
                  <a:pt x="6551063" y="2711736"/>
                  <a:pt x="6551420" y="2712095"/>
                  <a:pt x="6551420" y="2712095"/>
                </a:cubicBezTo>
                <a:lnTo>
                  <a:pt x="6554953" y="2718237"/>
                </a:lnTo>
                <a:cubicBezTo>
                  <a:pt x="6555055" y="2718442"/>
                  <a:pt x="6554953" y="2718902"/>
                  <a:pt x="6554953" y="2718902"/>
                </a:cubicBezTo>
                <a:lnTo>
                  <a:pt x="6551420" y="2725044"/>
                </a:lnTo>
                <a:cubicBezTo>
                  <a:pt x="6551267" y="2725248"/>
                  <a:pt x="6550807" y="2725402"/>
                  <a:pt x="6550807" y="2725402"/>
                </a:cubicBezTo>
                <a:close/>
                <a:moveTo>
                  <a:pt x="6749031" y="2725402"/>
                </a:moveTo>
                <a:lnTo>
                  <a:pt x="6741967" y="2725402"/>
                </a:lnTo>
                <a:cubicBezTo>
                  <a:pt x="6741711" y="2725402"/>
                  <a:pt x="6741354" y="2725044"/>
                  <a:pt x="6741354" y="2725044"/>
                </a:cubicBezTo>
                <a:lnTo>
                  <a:pt x="6737823" y="2718902"/>
                </a:lnTo>
                <a:cubicBezTo>
                  <a:pt x="6737720" y="2718698"/>
                  <a:pt x="6737823" y="2718237"/>
                  <a:pt x="6737823" y="2718237"/>
                </a:cubicBezTo>
                <a:lnTo>
                  <a:pt x="6741354" y="2712095"/>
                </a:lnTo>
                <a:cubicBezTo>
                  <a:pt x="6741508" y="2711890"/>
                  <a:pt x="6741967" y="2711736"/>
                  <a:pt x="6741967" y="2711736"/>
                </a:cubicBezTo>
                <a:lnTo>
                  <a:pt x="6749031" y="2711736"/>
                </a:lnTo>
                <a:cubicBezTo>
                  <a:pt x="6749287" y="2711736"/>
                  <a:pt x="6749646" y="2712095"/>
                  <a:pt x="6749646" y="2712095"/>
                </a:cubicBezTo>
                <a:lnTo>
                  <a:pt x="6753177" y="2718237"/>
                </a:lnTo>
                <a:cubicBezTo>
                  <a:pt x="6753279" y="2718442"/>
                  <a:pt x="6753177" y="2718902"/>
                  <a:pt x="6753177" y="2718902"/>
                </a:cubicBezTo>
                <a:lnTo>
                  <a:pt x="6749646" y="2725044"/>
                </a:lnTo>
                <a:cubicBezTo>
                  <a:pt x="6749491" y="2725248"/>
                  <a:pt x="6749031" y="2725402"/>
                  <a:pt x="6749031" y="2725402"/>
                </a:cubicBezTo>
                <a:close/>
                <a:moveTo>
                  <a:pt x="6947256" y="2725402"/>
                </a:moveTo>
                <a:lnTo>
                  <a:pt x="6940193" y="2725402"/>
                </a:lnTo>
                <a:cubicBezTo>
                  <a:pt x="6939937" y="2725402"/>
                  <a:pt x="6939578" y="2725044"/>
                  <a:pt x="6939578" y="2725044"/>
                </a:cubicBezTo>
                <a:lnTo>
                  <a:pt x="6936048" y="2718902"/>
                </a:lnTo>
                <a:cubicBezTo>
                  <a:pt x="6935945" y="2718698"/>
                  <a:pt x="6936048" y="2718237"/>
                  <a:pt x="6936048" y="2718237"/>
                </a:cubicBezTo>
                <a:lnTo>
                  <a:pt x="6939578" y="2712095"/>
                </a:lnTo>
                <a:cubicBezTo>
                  <a:pt x="6939733" y="2711890"/>
                  <a:pt x="6940193" y="2711736"/>
                  <a:pt x="6940193" y="2711736"/>
                </a:cubicBezTo>
                <a:lnTo>
                  <a:pt x="6947256" y="2711736"/>
                </a:lnTo>
                <a:cubicBezTo>
                  <a:pt x="6947512" y="2711736"/>
                  <a:pt x="6947870" y="2712095"/>
                  <a:pt x="6947870" y="2712095"/>
                </a:cubicBezTo>
                <a:lnTo>
                  <a:pt x="6951402" y="2718237"/>
                </a:lnTo>
                <a:cubicBezTo>
                  <a:pt x="6951504" y="2718442"/>
                  <a:pt x="6951402" y="2718902"/>
                  <a:pt x="6951402" y="2718902"/>
                </a:cubicBezTo>
                <a:lnTo>
                  <a:pt x="6947870" y="2725044"/>
                </a:lnTo>
                <a:cubicBezTo>
                  <a:pt x="6947717" y="2725248"/>
                  <a:pt x="6947256" y="2725402"/>
                  <a:pt x="6947256" y="2725402"/>
                </a:cubicBezTo>
                <a:close/>
                <a:moveTo>
                  <a:pt x="7145318" y="2725402"/>
                </a:moveTo>
                <a:lnTo>
                  <a:pt x="7138254" y="2725402"/>
                </a:lnTo>
                <a:cubicBezTo>
                  <a:pt x="7137998" y="2725402"/>
                  <a:pt x="7137639" y="2725044"/>
                  <a:pt x="7137639" y="2725044"/>
                </a:cubicBezTo>
                <a:lnTo>
                  <a:pt x="7134109" y="2718902"/>
                </a:lnTo>
                <a:cubicBezTo>
                  <a:pt x="7134005" y="2718698"/>
                  <a:pt x="7134109" y="2718237"/>
                  <a:pt x="7134109" y="2718237"/>
                </a:cubicBezTo>
                <a:lnTo>
                  <a:pt x="7137639" y="2712095"/>
                </a:lnTo>
                <a:cubicBezTo>
                  <a:pt x="7137793" y="2711890"/>
                  <a:pt x="7138254" y="2711736"/>
                  <a:pt x="7138254" y="2711736"/>
                </a:cubicBezTo>
                <a:lnTo>
                  <a:pt x="7145318" y="2711736"/>
                </a:lnTo>
                <a:cubicBezTo>
                  <a:pt x="7145573" y="2711736"/>
                  <a:pt x="7145932" y="2712095"/>
                  <a:pt x="7145932" y="2712095"/>
                </a:cubicBezTo>
                <a:lnTo>
                  <a:pt x="7149462" y="2718237"/>
                </a:lnTo>
                <a:cubicBezTo>
                  <a:pt x="7149565" y="2718442"/>
                  <a:pt x="7149462" y="2718902"/>
                  <a:pt x="7149462" y="2718902"/>
                </a:cubicBezTo>
                <a:lnTo>
                  <a:pt x="7145932" y="2725044"/>
                </a:lnTo>
                <a:cubicBezTo>
                  <a:pt x="7145778" y="2725248"/>
                  <a:pt x="7145318" y="2725402"/>
                  <a:pt x="7145318" y="2725402"/>
                </a:cubicBezTo>
                <a:close/>
                <a:moveTo>
                  <a:pt x="7343754" y="2725402"/>
                </a:moveTo>
                <a:lnTo>
                  <a:pt x="7336690" y="2725402"/>
                </a:lnTo>
                <a:cubicBezTo>
                  <a:pt x="7336434" y="2725402"/>
                  <a:pt x="7336074" y="2725044"/>
                  <a:pt x="7336074" y="2725044"/>
                </a:cubicBezTo>
                <a:lnTo>
                  <a:pt x="7332543" y="2718902"/>
                </a:lnTo>
                <a:cubicBezTo>
                  <a:pt x="7332442" y="2718698"/>
                  <a:pt x="7332543" y="2718237"/>
                  <a:pt x="7332543" y="2718237"/>
                </a:cubicBezTo>
                <a:lnTo>
                  <a:pt x="7336074" y="2712095"/>
                </a:lnTo>
                <a:cubicBezTo>
                  <a:pt x="7336228" y="2711890"/>
                  <a:pt x="7336690" y="2711736"/>
                  <a:pt x="7336690" y="2711736"/>
                </a:cubicBezTo>
                <a:lnTo>
                  <a:pt x="7343754" y="2711736"/>
                </a:lnTo>
                <a:cubicBezTo>
                  <a:pt x="7344009" y="2711736"/>
                  <a:pt x="7344367" y="2712095"/>
                  <a:pt x="7344367" y="2712095"/>
                </a:cubicBezTo>
                <a:lnTo>
                  <a:pt x="7347899" y="2718237"/>
                </a:lnTo>
                <a:cubicBezTo>
                  <a:pt x="7347999" y="2718442"/>
                  <a:pt x="7347899" y="2718902"/>
                  <a:pt x="7347899" y="2718902"/>
                </a:cubicBezTo>
                <a:lnTo>
                  <a:pt x="7344367" y="2725044"/>
                </a:lnTo>
                <a:cubicBezTo>
                  <a:pt x="7344212" y="2725248"/>
                  <a:pt x="7343754" y="2725402"/>
                  <a:pt x="7343754" y="2725402"/>
                </a:cubicBezTo>
                <a:close/>
                <a:moveTo>
                  <a:pt x="7541902" y="2725402"/>
                </a:moveTo>
                <a:lnTo>
                  <a:pt x="7534837" y="2725402"/>
                </a:lnTo>
                <a:cubicBezTo>
                  <a:pt x="7534582" y="2725402"/>
                  <a:pt x="7534223" y="2725044"/>
                  <a:pt x="7534223" y="2725044"/>
                </a:cubicBezTo>
                <a:lnTo>
                  <a:pt x="7530691" y="2718902"/>
                </a:lnTo>
                <a:cubicBezTo>
                  <a:pt x="7530589" y="2718698"/>
                  <a:pt x="7530691" y="2718237"/>
                  <a:pt x="7530691" y="2718237"/>
                </a:cubicBezTo>
                <a:lnTo>
                  <a:pt x="7534223" y="2712095"/>
                </a:lnTo>
                <a:cubicBezTo>
                  <a:pt x="7534377" y="2711890"/>
                  <a:pt x="7534837" y="2711736"/>
                  <a:pt x="7534837" y="2711736"/>
                </a:cubicBezTo>
                <a:lnTo>
                  <a:pt x="7541902" y="2711736"/>
                </a:lnTo>
                <a:cubicBezTo>
                  <a:pt x="7542158" y="2711736"/>
                  <a:pt x="7542515" y="2712095"/>
                  <a:pt x="7542515" y="2712095"/>
                </a:cubicBezTo>
                <a:lnTo>
                  <a:pt x="7546048" y="2718237"/>
                </a:lnTo>
                <a:cubicBezTo>
                  <a:pt x="7546150" y="2718442"/>
                  <a:pt x="7546048" y="2718902"/>
                  <a:pt x="7546048" y="2718902"/>
                </a:cubicBezTo>
                <a:lnTo>
                  <a:pt x="7542515" y="2725044"/>
                </a:lnTo>
                <a:cubicBezTo>
                  <a:pt x="7542361" y="2725248"/>
                  <a:pt x="7541902" y="2725402"/>
                  <a:pt x="7541902" y="2725402"/>
                </a:cubicBezTo>
                <a:close/>
                <a:moveTo>
                  <a:pt x="7740123" y="2725402"/>
                </a:moveTo>
                <a:lnTo>
                  <a:pt x="7733060" y="2725402"/>
                </a:lnTo>
                <a:cubicBezTo>
                  <a:pt x="7732803" y="2725402"/>
                  <a:pt x="7732446" y="2725044"/>
                  <a:pt x="7732446" y="2725044"/>
                </a:cubicBezTo>
                <a:lnTo>
                  <a:pt x="7728915" y="2718902"/>
                </a:lnTo>
                <a:cubicBezTo>
                  <a:pt x="7728812" y="2718698"/>
                  <a:pt x="7728915" y="2718237"/>
                  <a:pt x="7728915" y="2718237"/>
                </a:cubicBezTo>
                <a:lnTo>
                  <a:pt x="7732446" y="2712095"/>
                </a:lnTo>
                <a:cubicBezTo>
                  <a:pt x="7732598" y="2711890"/>
                  <a:pt x="7733060" y="2711736"/>
                  <a:pt x="7733060" y="2711736"/>
                </a:cubicBezTo>
                <a:lnTo>
                  <a:pt x="7740123" y="2711736"/>
                </a:lnTo>
                <a:cubicBezTo>
                  <a:pt x="7740378" y="2711736"/>
                  <a:pt x="7740737" y="2712095"/>
                  <a:pt x="7740737" y="2712095"/>
                </a:cubicBezTo>
                <a:lnTo>
                  <a:pt x="7744269" y="2718237"/>
                </a:lnTo>
                <a:cubicBezTo>
                  <a:pt x="7744371" y="2718442"/>
                  <a:pt x="7744269" y="2718902"/>
                  <a:pt x="7744269" y="2718902"/>
                </a:cubicBezTo>
                <a:lnTo>
                  <a:pt x="7740737" y="2725044"/>
                </a:lnTo>
                <a:cubicBezTo>
                  <a:pt x="7740585" y="2725248"/>
                  <a:pt x="7740123" y="2725402"/>
                  <a:pt x="7740123" y="2725402"/>
                </a:cubicBezTo>
                <a:close/>
                <a:moveTo>
                  <a:pt x="7938258" y="2725402"/>
                </a:moveTo>
                <a:lnTo>
                  <a:pt x="7931193" y="2725402"/>
                </a:lnTo>
                <a:cubicBezTo>
                  <a:pt x="7930938" y="2725402"/>
                  <a:pt x="7930579" y="2725044"/>
                  <a:pt x="7930579" y="2725044"/>
                </a:cubicBezTo>
                <a:lnTo>
                  <a:pt x="7927048" y="2718902"/>
                </a:lnTo>
                <a:cubicBezTo>
                  <a:pt x="7926946" y="2718698"/>
                  <a:pt x="7927048" y="2718237"/>
                  <a:pt x="7927048" y="2718237"/>
                </a:cubicBezTo>
                <a:lnTo>
                  <a:pt x="7930579" y="2712095"/>
                </a:lnTo>
                <a:cubicBezTo>
                  <a:pt x="7930733" y="2711890"/>
                  <a:pt x="7931193" y="2711736"/>
                  <a:pt x="7931193" y="2711736"/>
                </a:cubicBezTo>
                <a:lnTo>
                  <a:pt x="7938258" y="2711736"/>
                </a:lnTo>
                <a:cubicBezTo>
                  <a:pt x="7938513" y="2711736"/>
                  <a:pt x="7938870" y="2712095"/>
                  <a:pt x="7938870" y="2712095"/>
                </a:cubicBezTo>
                <a:lnTo>
                  <a:pt x="7942403" y="2718237"/>
                </a:lnTo>
                <a:cubicBezTo>
                  <a:pt x="7942505" y="2718442"/>
                  <a:pt x="7942403" y="2718902"/>
                  <a:pt x="7942403" y="2718902"/>
                </a:cubicBezTo>
                <a:lnTo>
                  <a:pt x="7938870" y="2725044"/>
                </a:lnTo>
                <a:cubicBezTo>
                  <a:pt x="7938717" y="2725248"/>
                  <a:pt x="7938258" y="2725402"/>
                  <a:pt x="7938258" y="2725402"/>
                </a:cubicBezTo>
                <a:close/>
                <a:moveTo>
                  <a:pt x="8136574" y="2725402"/>
                </a:moveTo>
                <a:lnTo>
                  <a:pt x="8129510" y="2725402"/>
                </a:lnTo>
                <a:cubicBezTo>
                  <a:pt x="8129254" y="2725402"/>
                  <a:pt x="8128896" y="2725044"/>
                  <a:pt x="8128896" y="2725044"/>
                </a:cubicBezTo>
                <a:lnTo>
                  <a:pt x="8125364" y="2718902"/>
                </a:lnTo>
                <a:cubicBezTo>
                  <a:pt x="8125261" y="2718698"/>
                  <a:pt x="8125364" y="2718237"/>
                  <a:pt x="8125364" y="2718237"/>
                </a:cubicBezTo>
                <a:lnTo>
                  <a:pt x="8128896" y="2712095"/>
                </a:lnTo>
                <a:cubicBezTo>
                  <a:pt x="8129049" y="2711890"/>
                  <a:pt x="8129510" y="2711736"/>
                  <a:pt x="8129510" y="2711736"/>
                </a:cubicBezTo>
                <a:lnTo>
                  <a:pt x="8136574" y="2711736"/>
                </a:lnTo>
                <a:cubicBezTo>
                  <a:pt x="8136830" y="2711736"/>
                  <a:pt x="8137188" y="2712095"/>
                  <a:pt x="8137188" y="2712095"/>
                </a:cubicBezTo>
                <a:lnTo>
                  <a:pt x="8140719" y="2718237"/>
                </a:lnTo>
                <a:cubicBezTo>
                  <a:pt x="8140821" y="2718442"/>
                  <a:pt x="8140719" y="2718902"/>
                  <a:pt x="8140719" y="2718902"/>
                </a:cubicBezTo>
                <a:lnTo>
                  <a:pt x="8137188" y="2725044"/>
                </a:lnTo>
                <a:cubicBezTo>
                  <a:pt x="8137034" y="2725248"/>
                  <a:pt x="8136574" y="2725402"/>
                  <a:pt x="8136574" y="2725402"/>
                </a:cubicBezTo>
                <a:close/>
                <a:moveTo>
                  <a:pt x="8334908" y="2725402"/>
                </a:moveTo>
                <a:lnTo>
                  <a:pt x="8327845" y="2725402"/>
                </a:lnTo>
                <a:cubicBezTo>
                  <a:pt x="8327588" y="2725402"/>
                  <a:pt x="8327230" y="2725044"/>
                  <a:pt x="8327230" y="2725044"/>
                </a:cubicBezTo>
                <a:lnTo>
                  <a:pt x="8323698" y="2718902"/>
                </a:lnTo>
                <a:cubicBezTo>
                  <a:pt x="8323595" y="2718698"/>
                  <a:pt x="8323698" y="2718237"/>
                  <a:pt x="8323698" y="2718237"/>
                </a:cubicBezTo>
                <a:lnTo>
                  <a:pt x="8327230" y="2712095"/>
                </a:lnTo>
                <a:cubicBezTo>
                  <a:pt x="8327384" y="2711890"/>
                  <a:pt x="8327845" y="2711736"/>
                  <a:pt x="8327845" y="2711736"/>
                </a:cubicBezTo>
                <a:lnTo>
                  <a:pt x="8334908" y="2711736"/>
                </a:lnTo>
                <a:cubicBezTo>
                  <a:pt x="8335162" y="2711736"/>
                  <a:pt x="8335523" y="2712095"/>
                  <a:pt x="8335523" y="2712095"/>
                </a:cubicBezTo>
                <a:lnTo>
                  <a:pt x="8339054" y="2718237"/>
                </a:lnTo>
                <a:cubicBezTo>
                  <a:pt x="8339156" y="2718442"/>
                  <a:pt x="8339054" y="2718902"/>
                  <a:pt x="8339054" y="2718902"/>
                </a:cubicBezTo>
                <a:lnTo>
                  <a:pt x="8335523" y="2725044"/>
                </a:lnTo>
                <a:cubicBezTo>
                  <a:pt x="8335369" y="2725248"/>
                  <a:pt x="8334908" y="2725402"/>
                  <a:pt x="8334908" y="2725402"/>
                </a:cubicBezTo>
                <a:close/>
                <a:moveTo>
                  <a:pt x="8533093" y="2725402"/>
                </a:moveTo>
                <a:lnTo>
                  <a:pt x="8526029" y="2725402"/>
                </a:lnTo>
                <a:cubicBezTo>
                  <a:pt x="8525773" y="2725402"/>
                  <a:pt x="8525414" y="2725044"/>
                  <a:pt x="8525414" y="2725044"/>
                </a:cubicBezTo>
                <a:lnTo>
                  <a:pt x="8521882" y="2718902"/>
                </a:lnTo>
                <a:cubicBezTo>
                  <a:pt x="8521780" y="2718698"/>
                  <a:pt x="8521882" y="2718237"/>
                  <a:pt x="8521882" y="2718237"/>
                </a:cubicBezTo>
                <a:lnTo>
                  <a:pt x="8525414" y="2712095"/>
                </a:lnTo>
                <a:cubicBezTo>
                  <a:pt x="8525568" y="2711890"/>
                  <a:pt x="8526029" y="2711736"/>
                  <a:pt x="8526029" y="2711736"/>
                </a:cubicBezTo>
                <a:lnTo>
                  <a:pt x="8533093" y="2711736"/>
                </a:lnTo>
                <a:cubicBezTo>
                  <a:pt x="8533347" y="2711736"/>
                  <a:pt x="8533706" y="2712095"/>
                  <a:pt x="8533706" y="2712095"/>
                </a:cubicBezTo>
                <a:lnTo>
                  <a:pt x="8537238" y="2718237"/>
                </a:lnTo>
                <a:cubicBezTo>
                  <a:pt x="8537340" y="2718442"/>
                  <a:pt x="8537238" y="2718902"/>
                  <a:pt x="8537238" y="2718902"/>
                </a:cubicBezTo>
                <a:lnTo>
                  <a:pt x="8533706" y="2725044"/>
                </a:lnTo>
                <a:cubicBezTo>
                  <a:pt x="8533554" y="2725248"/>
                  <a:pt x="8533093" y="2725402"/>
                  <a:pt x="8533093" y="2725402"/>
                </a:cubicBezTo>
                <a:close/>
                <a:moveTo>
                  <a:pt x="8731328" y="2725402"/>
                </a:moveTo>
                <a:lnTo>
                  <a:pt x="8724265" y="2725402"/>
                </a:lnTo>
                <a:cubicBezTo>
                  <a:pt x="8724009" y="2725402"/>
                  <a:pt x="8723651" y="2725044"/>
                  <a:pt x="8723651" y="2725044"/>
                </a:cubicBezTo>
                <a:lnTo>
                  <a:pt x="8720119" y="2718902"/>
                </a:lnTo>
                <a:cubicBezTo>
                  <a:pt x="8720017" y="2718698"/>
                  <a:pt x="8720119" y="2718237"/>
                  <a:pt x="8720119" y="2718237"/>
                </a:cubicBezTo>
                <a:lnTo>
                  <a:pt x="8723651" y="2712095"/>
                </a:lnTo>
                <a:cubicBezTo>
                  <a:pt x="8723804" y="2711890"/>
                  <a:pt x="8724265" y="2711736"/>
                  <a:pt x="8724265" y="2711736"/>
                </a:cubicBezTo>
                <a:lnTo>
                  <a:pt x="8731328" y="2711736"/>
                </a:lnTo>
                <a:cubicBezTo>
                  <a:pt x="8731584" y="2711736"/>
                  <a:pt x="8731942" y="2712095"/>
                  <a:pt x="8731942" y="2712095"/>
                </a:cubicBezTo>
                <a:lnTo>
                  <a:pt x="8735475" y="2718237"/>
                </a:lnTo>
                <a:cubicBezTo>
                  <a:pt x="8735577" y="2718442"/>
                  <a:pt x="8735475" y="2718902"/>
                  <a:pt x="8735475" y="2718902"/>
                </a:cubicBezTo>
                <a:lnTo>
                  <a:pt x="8731942" y="2725044"/>
                </a:lnTo>
                <a:cubicBezTo>
                  <a:pt x="8731789" y="2725248"/>
                  <a:pt x="8731328" y="2725402"/>
                  <a:pt x="8731328" y="2725402"/>
                </a:cubicBezTo>
                <a:close/>
                <a:moveTo>
                  <a:pt x="8929606" y="2725402"/>
                </a:moveTo>
                <a:lnTo>
                  <a:pt x="8922543" y="2725402"/>
                </a:lnTo>
                <a:cubicBezTo>
                  <a:pt x="8922288" y="2725402"/>
                  <a:pt x="8921930" y="2725044"/>
                  <a:pt x="8921930" y="2725044"/>
                </a:cubicBezTo>
                <a:lnTo>
                  <a:pt x="8918398" y="2718902"/>
                </a:lnTo>
                <a:cubicBezTo>
                  <a:pt x="8918296" y="2718698"/>
                  <a:pt x="8918398" y="2718237"/>
                  <a:pt x="8918398" y="2718237"/>
                </a:cubicBezTo>
                <a:lnTo>
                  <a:pt x="8921930" y="2712095"/>
                </a:lnTo>
                <a:cubicBezTo>
                  <a:pt x="8922083" y="2711890"/>
                  <a:pt x="8922543" y="2711736"/>
                  <a:pt x="8922543" y="2711736"/>
                </a:cubicBezTo>
                <a:lnTo>
                  <a:pt x="8929606" y="2711736"/>
                </a:lnTo>
                <a:cubicBezTo>
                  <a:pt x="8929862" y="2711736"/>
                  <a:pt x="8930222" y="2712095"/>
                  <a:pt x="8930222" y="2712095"/>
                </a:cubicBezTo>
                <a:lnTo>
                  <a:pt x="8933753" y="2718237"/>
                </a:lnTo>
                <a:cubicBezTo>
                  <a:pt x="8933855" y="2718442"/>
                  <a:pt x="8933753" y="2718902"/>
                  <a:pt x="8933753" y="2718902"/>
                </a:cubicBezTo>
                <a:lnTo>
                  <a:pt x="8930222" y="2725044"/>
                </a:lnTo>
                <a:cubicBezTo>
                  <a:pt x="8930067" y="2725248"/>
                  <a:pt x="8929606" y="2725402"/>
                  <a:pt x="8929606" y="2725402"/>
                </a:cubicBezTo>
                <a:close/>
                <a:moveTo>
                  <a:pt x="9127718" y="2725402"/>
                </a:moveTo>
                <a:lnTo>
                  <a:pt x="9120657" y="2725402"/>
                </a:lnTo>
                <a:cubicBezTo>
                  <a:pt x="9120401" y="2725402"/>
                  <a:pt x="9120042" y="2725044"/>
                  <a:pt x="9120042" y="2725044"/>
                </a:cubicBezTo>
                <a:lnTo>
                  <a:pt x="9116510" y="2718902"/>
                </a:lnTo>
                <a:cubicBezTo>
                  <a:pt x="9116408" y="2718698"/>
                  <a:pt x="9116510" y="2718237"/>
                  <a:pt x="9116510" y="2718237"/>
                </a:cubicBezTo>
                <a:lnTo>
                  <a:pt x="9120042" y="2712095"/>
                </a:lnTo>
                <a:cubicBezTo>
                  <a:pt x="9120196" y="2711890"/>
                  <a:pt x="9120657" y="2711736"/>
                  <a:pt x="9120657" y="2711736"/>
                </a:cubicBezTo>
                <a:lnTo>
                  <a:pt x="9127718" y="2711736"/>
                </a:lnTo>
                <a:cubicBezTo>
                  <a:pt x="9127974" y="2711736"/>
                  <a:pt x="9128333" y="2712095"/>
                  <a:pt x="9128333" y="2712095"/>
                </a:cubicBezTo>
                <a:lnTo>
                  <a:pt x="9131865" y="2718237"/>
                </a:lnTo>
                <a:cubicBezTo>
                  <a:pt x="9131968" y="2718442"/>
                  <a:pt x="9131865" y="2718902"/>
                  <a:pt x="9131865" y="2718902"/>
                </a:cubicBezTo>
                <a:lnTo>
                  <a:pt x="9128333" y="2725044"/>
                </a:lnTo>
                <a:cubicBezTo>
                  <a:pt x="9128179" y="2725248"/>
                  <a:pt x="9127718" y="2725402"/>
                  <a:pt x="9127718" y="2725402"/>
                </a:cubicBezTo>
                <a:close/>
                <a:moveTo>
                  <a:pt x="9326053" y="2725402"/>
                </a:moveTo>
                <a:lnTo>
                  <a:pt x="9318990" y="2725402"/>
                </a:lnTo>
                <a:cubicBezTo>
                  <a:pt x="9318733" y="2725402"/>
                  <a:pt x="9318376" y="2725044"/>
                  <a:pt x="9318376" y="2725044"/>
                </a:cubicBezTo>
                <a:lnTo>
                  <a:pt x="9314844" y="2718902"/>
                </a:lnTo>
                <a:cubicBezTo>
                  <a:pt x="9314741" y="2718698"/>
                  <a:pt x="9314844" y="2718237"/>
                  <a:pt x="9314844" y="2718237"/>
                </a:cubicBezTo>
                <a:lnTo>
                  <a:pt x="9318376" y="2712095"/>
                </a:lnTo>
                <a:cubicBezTo>
                  <a:pt x="9318530" y="2711890"/>
                  <a:pt x="9318990" y="2711736"/>
                  <a:pt x="9318990" y="2711736"/>
                </a:cubicBezTo>
                <a:lnTo>
                  <a:pt x="9326053" y="2711736"/>
                </a:lnTo>
                <a:cubicBezTo>
                  <a:pt x="9326308" y="2711736"/>
                  <a:pt x="9326668" y="2712095"/>
                  <a:pt x="9326668" y="2712095"/>
                </a:cubicBezTo>
                <a:lnTo>
                  <a:pt x="9330198" y="2718237"/>
                </a:lnTo>
                <a:cubicBezTo>
                  <a:pt x="9330301" y="2718442"/>
                  <a:pt x="9330198" y="2718902"/>
                  <a:pt x="9330198" y="2718902"/>
                </a:cubicBezTo>
                <a:lnTo>
                  <a:pt x="9326668" y="2725044"/>
                </a:lnTo>
                <a:cubicBezTo>
                  <a:pt x="9326513" y="2725248"/>
                  <a:pt x="9326053" y="2725402"/>
                  <a:pt x="9326053" y="2725402"/>
                </a:cubicBezTo>
                <a:close/>
                <a:moveTo>
                  <a:pt x="9524316" y="2725402"/>
                </a:moveTo>
                <a:lnTo>
                  <a:pt x="9517253" y="2725402"/>
                </a:lnTo>
                <a:cubicBezTo>
                  <a:pt x="9516997" y="2725402"/>
                  <a:pt x="9516639" y="2725044"/>
                  <a:pt x="9516639" y="2725044"/>
                </a:cubicBezTo>
                <a:lnTo>
                  <a:pt x="9513108" y="2718902"/>
                </a:lnTo>
                <a:cubicBezTo>
                  <a:pt x="9513006" y="2718698"/>
                  <a:pt x="9513108" y="2718237"/>
                  <a:pt x="9513108" y="2718237"/>
                </a:cubicBezTo>
                <a:lnTo>
                  <a:pt x="9516639" y="2712095"/>
                </a:lnTo>
                <a:cubicBezTo>
                  <a:pt x="9516793" y="2711890"/>
                  <a:pt x="9517253" y="2711736"/>
                  <a:pt x="9517253" y="2711736"/>
                </a:cubicBezTo>
                <a:lnTo>
                  <a:pt x="9524316" y="2711736"/>
                </a:lnTo>
                <a:cubicBezTo>
                  <a:pt x="9524573" y="2711736"/>
                  <a:pt x="9524931" y="2712095"/>
                  <a:pt x="9524931" y="2712095"/>
                </a:cubicBezTo>
                <a:lnTo>
                  <a:pt x="9528462" y="2718237"/>
                </a:lnTo>
                <a:cubicBezTo>
                  <a:pt x="9528566" y="2718442"/>
                  <a:pt x="9528462" y="2718902"/>
                  <a:pt x="9528462" y="2718902"/>
                </a:cubicBezTo>
                <a:lnTo>
                  <a:pt x="9524931" y="2725044"/>
                </a:lnTo>
                <a:cubicBezTo>
                  <a:pt x="9524777" y="2725248"/>
                  <a:pt x="9524316" y="2725402"/>
                  <a:pt x="9524316" y="2725402"/>
                </a:cubicBezTo>
                <a:close/>
                <a:moveTo>
                  <a:pt x="9722491" y="2725402"/>
                </a:moveTo>
                <a:lnTo>
                  <a:pt x="9715428" y="2725402"/>
                </a:lnTo>
                <a:cubicBezTo>
                  <a:pt x="9715173" y="2725402"/>
                  <a:pt x="9714814" y="2725044"/>
                  <a:pt x="9714814" y="2725044"/>
                </a:cubicBezTo>
                <a:lnTo>
                  <a:pt x="9711284" y="2718902"/>
                </a:lnTo>
                <a:cubicBezTo>
                  <a:pt x="9711182" y="2718698"/>
                  <a:pt x="9711284" y="2718237"/>
                  <a:pt x="9711284" y="2718237"/>
                </a:cubicBezTo>
                <a:lnTo>
                  <a:pt x="9714814" y="2712095"/>
                </a:lnTo>
                <a:cubicBezTo>
                  <a:pt x="9714968" y="2711890"/>
                  <a:pt x="9715428" y="2711736"/>
                  <a:pt x="9715428" y="2711736"/>
                </a:cubicBezTo>
                <a:lnTo>
                  <a:pt x="9722491" y="2711736"/>
                </a:lnTo>
                <a:cubicBezTo>
                  <a:pt x="9722747" y="2711736"/>
                  <a:pt x="9723105" y="2712095"/>
                  <a:pt x="9723105" y="2712095"/>
                </a:cubicBezTo>
                <a:lnTo>
                  <a:pt x="9726637" y="2718237"/>
                </a:lnTo>
                <a:cubicBezTo>
                  <a:pt x="9726740" y="2718442"/>
                  <a:pt x="9726637" y="2718902"/>
                  <a:pt x="9726637" y="2718902"/>
                </a:cubicBezTo>
                <a:lnTo>
                  <a:pt x="9723105" y="2725044"/>
                </a:lnTo>
                <a:cubicBezTo>
                  <a:pt x="9722952" y="2725248"/>
                  <a:pt x="9722491" y="2725402"/>
                  <a:pt x="9722491" y="2725402"/>
                </a:cubicBezTo>
                <a:close/>
                <a:moveTo>
                  <a:pt x="9920789" y="2725402"/>
                </a:moveTo>
                <a:lnTo>
                  <a:pt x="9913727" y="2725402"/>
                </a:lnTo>
                <a:cubicBezTo>
                  <a:pt x="9913472" y="2725402"/>
                  <a:pt x="9913113" y="2725044"/>
                  <a:pt x="9913113" y="2725044"/>
                </a:cubicBezTo>
                <a:lnTo>
                  <a:pt x="9909581" y="2718902"/>
                </a:lnTo>
                <a:cubicBezTo>
                  <a:pt x="9909479" y="2718698"/>
                  <a:pt x="9909581" y="2718237"/>
                  <a:pt x="9909581" y="2718237"/>
                </a:cubicBezTo>
                <a:lnTo>
                  <a:pt x="9913113" y="2712095"/>
                </a:lnTo>
                <a:cubicBezTo>
                  <a:pt x="9913267" y="2711890"/>
                  <a:pt x="9913727" y="2711736"/>
                  <a:pt x="9913727" y="2711736"/>
                </a:cubicBezTo>
                <a:lnTo>
                  <a:pt x="9920789" y="2711736"/>
                </a:lnTo>
                <a:cubicBezTo>
                  <a:pt x="9921046" y="2711736"/>
                  <a:pt x="9921404" y="2712095"/>
                  <a:pt x="9921404" y="2712095"/>
                </a:cubicBezTo>
                <a:lnTo>
                  <a:pt x="9924935" y="2718237"/>
                </a:lnTo>
                <a:cubicBezTo>
                  <a:pt x="9925038" y="2718442"/>
                  <a:pt x="9924935" y="2718902"/>
                  <a:pt x="9924935" y="2718902"/>
                </a:cubicBezTo>
                <a:lnTo>
                  <a:pt x="9921404" y="2725044"/>
                </a:lnTo>
                <a:cubicBezTo>
                  <a:pt x="9921250" y="2725248"/>
                  <a:pt x="9920789" y="2725402"/>
                  <a:pt x="9920789" y="2725402"/>
                </a:cubicBezTo>
                <a:close/>
                <a:moveTo>
                  <a:pt x="10118935" y="2725402"/>
                </a:moveTo>
                <a:lnTo>
                  <a:pt x="10111873" y="2725402"/>
                </a:lnTo>
                <a:cubicBezTo>
                  <a:pt x="10111617" y="2725402"/>
                  <a:pt x="10111259" y="2725044"/>
                  <a:pt x="10111259" y="2725044"/>
                </a:cubicBezTo>
                <a:lnTo>
                  <a:pt x="10107728" y="2718902"/>
                </a:lnTo>
                <a:cubicBezTo>
                  <a:pt x="10107624" y="2718698"/>
                  <a:pt x="10107728" y="2718237"/>
                  <a:pt x="10107728" y="2718237"/>
                </a:cubicBezTo>
                <a:lnTo>
                  <a:pt x="10111259" y="2712095"/>
                </a:lnTo>
                <a:cubicBezTo>
                  <a:pt x="10111413" y="2711890"/>
                  <a:pt x="10111873" y="2711736"/>
                  <a:pt x="10111873" y="2711736"/>
                </a:cubicBezTo>
                <a:lnTo>
                  <a:pt x="10118935" y="2711736"/>
                </a:lnTo>
                <a:cubicBezTo>
                  <a:pt x="10119192" y="2711736"/>
                  <a:pt x="10119550" y="2712095"/>
                  <a:pt x="10119550" y="2712095"/>
                </a:cubicBezTo>
                <a:lnTo>
                  <a:pt x="10123081" y="2718237"/>
                </a:lnTo>
                <a:cubicBezTo>
                  <a:pt x="10123184" y="2718442"/>
                  <a:pt x="10123081" y="2718902"/>
                  <a:pt x="10123081" y="2718902"/>
                </a:cubicBezTo>
                <a:lnTo>
                  <a:pt x="10119550" y="2725044"/>
                </a:lnTo>
                <a:cubicBezTo>
                  <a:pt x="10119396" y="2725248"/>
                  <a:pt x="10118935" y="2725402"/>
                  <a:pt x="10118935" y="2725402"/>
                </a:cubicBezTo>
                <a:close/>
                <a:moveTo>
                  <a:pt x="10317185" y="2725402"/>
                </a:moveTo>
                <a:lnTo>
                  <a:pt x="10310122" y="2725402"/>
                </a:lnTo>
                <a:cubicBezTo>
                  <a:pt x="10309867" y="2725402"/>
                  <a:pt x="10309508" y="2725044"/>
                  <a:pt x="10309508" y="2725044"/>
                </a:cubicBezTo>
                <a:lnTo>
                  <a:pt x="10305977" y="2718902"/>
                </a:lnTo>
                <a:cubicBezTo>
                  <a:pt x="10305875" y="2718698"/>
                  <a:pt x="10305977" y="2718237"/>
                  <a:pt x="10305977" y="2718237"/>
                </a:cubicBezTo>
                <a:lnTo>
                  <a:pt x="10309508" y="2712095"/>
                </a:lnTo>
                <a:cubicBezTo>
                  <a:pt x="10309662" y="2711890"/>
                  <a:pt x="10310122" y="2711736"/>
                  <a:pt x="10310122" y="2711736"/>
                </a:cubicBezTo>
                <a:lnTo>
                  <a:pt x="10317185" y="2711736"/>
                </a:lnTo>
                <a:cubicBezTo>
                  <a:pt x="10317442" y="2711736"/>
                  <a:pt x="10317800" y="2712095"/>
                  <a:pt x="10317800" y="2712095"/>
                </a:cubicBezTo>
                <a:lnTo>
                  <a:pt x="10321332" y="2718237"/>
                </a:lnTo>
                <a:cubicBezTo>
                  <a:pt x="10321434" y="2718442"/>
                  <a:pt x="10321332" y="2718902"/>
                  <a:pt x="10321332" y="2718902"/>
                </a:cubicBezTo>
                <a:lnTo>
                  <a:pt x="10317800" y="2725044"/>
                </a:lnTo>
                <a:cubicBezTo>
                  <a:pt x="10317647" y="2725248"/>
                  <a:pt x="10317185" y="2725402"/>
                  <a:pt x="10317185" y="2725402"/>
                </a:cubicBezTo>
                <a:close/>
                <a:moveTo>
                  <a:pt x="11254" y="2888715"/>
                </a:moveTo>
                <a:lnTo>
                  <a:pt x="4192" y="2888715"/>
                </a:lnTo>
                <a:cubicBezTo>
                  <a:pt x="3935" y="2888715"/>
                  <a:pt x="3578" y="2888357"/>
                  <a:pt x="3578" y="2888357"/>
                </a:cubicBezTo>
                <a:lnTo>
                  <a:pt x="46" y="2882215"/>
                </a:lnTo>
                <a:cubicBezTo>
                  <a:pt x="-57" y="2882010"/>
                  <a:pt x="46" y="2881550"/>
                  <a:pt x="46" y="2881550"/>
                </a:cubicBezTo>
                <a:lnTo>
                  <a:pt x="3578" y="2875408"/>
                </a:lnTo>
                <a:cubicBezTo>
                  <a:pt x="3731" y="2875203"/>
                  <a:pt x="4192" y="2875050"/>
                  <a:pt x="4192" y="2875050"/>
                </a:cubicBezTo>
                <a:lnTo>
                  <a:pt x="11254" y="2875050"/>
                </a:lnTo>
                <a:cubicBezTo>
                  <a:pt x="11511" y="2875050"/>
                  <a:pt x="11868" y="2875408"/>
                  <a:pt x="11868" y="2875408"/>
                </a:cubicBezTo>
                <a:lnTo>
                  <a:pt x="15400" y="2881550"/>
                </a:lnTo>
                <a:cubicBezTo>
                  <a:pt x="15503" y="2881755"/>
                  <a:pt x="15400" y="2882215"/>
                  <a:pt x="15400" y="2882215"/>
                </a:cubicBezTo>
                <a:lnTo>
                  <a:pt x="11868" y="2888357"/>
                </a:lnTo>
                <a:cubicBezTo>
                  <a:pt x="11716" y="2888562"/>
                  <a:pt x="11254" y="2888715"/>
                  <a:pt x="11254" y="2888715"/>
                </a:cubicBezTo>
                <a:close/>
                <a:moveTo>
                  <a:pt x="209480" y="2888715"/>
                </a:moveTo>
                <a:lnTo>
                  <a:pt x="202416" y="2888715"/>
                </a:lnTo>
                <a:cubicBezTo>
                  <a:pt x="202160" y="2888715"/>
                  <a:pt x="201803" y="2888357"/>
                  <a:pt x="201803" y="2888357"/>
                </a:cubicBezTo>
                <a:lnTo>
                  <a:pt x="198270" y="2882215"/>
                </a:lnTo>
                <a:cubicBezTo>
                  <a:pt x="198168" y="2882010"/>
                  <a:pt x="198270" y="2881550"/>
                  <a:pt x="198270" y="2881550"/>
                </a:cubicBezTo>
                <a:lnTo>
                  <a:pt x="201803" y="2875408"/>
                </a:lnTo>
                <a:cubicBezTo>
                  <a:pt x="201955" y="2875203"/>
                  <a:pt x="202416" y="2875050"/>
                  <a:pt x="202416" y="2875050"/>
                </a:cubicBezTo>
                <a:lnTo>
                  <a:pt x="209480" y="2875050"/>
                </a:lnTo>
                <a:cubicBezTo>
                  <a:pt x="209735" y="2875050"/>
                  <a:pt x="210094" y="2875408"/>
                  <a:pt x="210094" y="2875408"/>
                </a:cubicBezTo>
                <a:lnTo>
                  <a:pt x="213625" y="2881550"/>
                </a:lnTo>
                <a:cubicBezTo>
                  <a:pt x="213727" y="2881755"/>
                  <a:pt x="213625" y="2882215"/>
                  <a:pt x="213625" y="2882215"/>
                </a:cubicBezTo>
                <a:lnTo>
                  <a:pt x="210094" y="2888357"/>
                </a:lnTo>
                <a:cubicBezTo>
                  <a:pt x="209940" y="2888562"/>
                  <a:pt x="209480" y="2888715"/>
                  <a:pt x="209480" y="2888715"/>
                </a:cubicBezTo>
                <a:close/>
                <a:moveTo>
                  <a:pt x="407754" y="2888715"/>
                </a:moveTo>
                <a:lnTo>
                  <a:pt x="400692" y="2888715"/>
                </a:lnTo>
                <a:cubicBezTo>
                  <a:pt x="400436" y="2888715"/>
                  <a:pt x="400078" y="2888357"/>
                  <a:pt x="400078" y="2888357"/>
                </a:cubicBezTo>
                <a:lnTo>
                  <a:pt x="396546" y="2882215"/>
                </a:lnTo>
                <a:cubicBezTo>
                  <a:pt x="396444" y="2882010"/>
                  <a:pt x="396546" y="2881550"/>
                  <a:pt x="396546" y="2881550"/>
                </a:cubicBezTo>
                <a:lnTo>
                  <a:pt x="400078" y="2875408"/>
                </a:lnTo>
                <a:cubicBezTo>
                  <a:pt x="400231" y="2875203"/>
                  <a:pt x="400692" y="2875050"/>
                  <a:pt x="400692" y="2875050"/>
                </a:cubicBezTo>
                <a:lnTo>
                  <a:pt x="407754" y="2875050"/>
                </a:lnTo>
                <a:cubicBezTo>
                  <a:pt x="408011" y="2875050"/>
                  <a:pt x="408369" y="2875408"/>
                  <a:pt x="408369" y="2875408"/>
                </a:cubicBezTo>
                <a:lnTo>
                  <a:pt x="411900" y="2881550"/>
                </a:lnTo>
                <a:cubicBezTo>
                  <a:pt x="412002" y="2881755"/>
                  <a:pt x="411900" y="2882215"/>
                  <a:pt x="411900" y="2882215"/>
                </a:cubicBezTo>
                <a:lnTo>
                  <a:pt x="408369" y="2888357"/>
                </a:lnTo>
                <a:cubicBezTo>
                  <a:pt x="408214" y="2888562"/>
                  <a:pt x="407754" y="2888715"/>
                  <a:pt x="407754" y="2888715"/>
                </a:cubicBezTo>
                <a:close/>
                <a:moveTo>
                  <a:pt x="605979" y="2888715"/>
                </a:moveTo>
                <a:lnTo>
                  <a:pt x="598916" y="2888715"/>
                </a:lnTo>
                <a:cubicBezTo>
                  <a:pt x="598661" y="2888715"/>
                  <a:pt x="598302" y="2888357"/>
                  <a:pt x="598302" y="2888357"/>
                </a:cubicBezTo>
                <a:lnTo>
                  <a:pt x="594770" y="2882215"/>
                </a:lnTo>
                <a:cubicBezTo>
                  <a:pt x="594668" y="2882010"/>
                  <a:pt x="594770" y="2881550"/>
                  <a:pt x="594770" y="2881550"/>
                </a:cubicBezTo>
                <a:lnTo>
                  <a:pt x="598302" y="2875408"/>
                </a:lnTo>
                <a:cubicBezTo>
                  <a:pt x="598455" y="2875203"/>
                  <a:pt x="598916" y="2875050"/>
                  <a:pt x="598916" y="2875050"/>
                </a:cubicBezTo>
                <a:lnTo>
                  <a:pt x="605979" y="2875050"/>
                </a:lnTo>
                <a:cubicBezTo>
                  <a:pt x="606235" y="2875050"/>
                  <a:pt x="606593" y="2875408"/>
                  <a:pt x="606593" y="2875408"/>
                </a:cubicBezTo>
                <a:lnTo>
                  <a:pt x="610125" y="2881550"/>
                </a:lnTo>
                <a:cubicBezTo>
                  <a:pt x="610227" y="2881755"/>
                  <a:pt x="610125" y="2882215"/>
                  <a:pt x="610125" y="2882215"/>
                </a:cubicBezTo>
                <a:lnTo>
                  <a:pt x="606593" y="2888357"/>
                </a:lnTo>
                <a:cubicBezTo>
                  <a:pt x="606440" y="2888562"/>
                  <a:pt x="605979" y="2888715"/>
                  <a:pt x="605979" y="2888715"/>
                </a:cubicBezTo>
                <a:close/>
                <a:moveTo>
                  <a:pt x="804204" y="2888715"/>
                </a:moveTo>
                <a:lnTo>
                  <a:pt x="797140" y="2888715"/>
                </a:lnTo>
                <a:cubicBezTo>
                  <a:pt x="796886" y="2888715"/>
                  <a:pt x="796526" y="2888357"/>
                  <a:pt x="796526" y="2888357"/>
                </a:cubicBezTo>
                <a:lnTo>
                  <a:pt x="792995" y="2882215"/>
                </a:lnTo>
                <a:cubicBezTo>
                  <a:pt x="792893" y="2882010"/>
                  <a:pt x="792995" y="2881550"/>
                  <a:pt x="792995" y="2881550"/>
                </a:cubicBezTo>
                <a:lnTo>
                  <a:pt x="796526" y="2875408"/>
                </a:lnTo>
                <a:cubicBezTo>
                  <a:pt x="796680" y="2875203"/>
                  <a:pt x="797140" y="2875050"/>
                  <a:pt x="797140" y="2875050"/>
                </a:cubicBezTo>
                <a:lnTo>
                  <a:pt x="804204" y="2875050"/>
                </a:lnTo>
                <a:cubicBezTo>
                  <a:pt x="804460" y="2875050"/>
                  <a:pt x="804818" y="2875408"/>
                  <a:pt x="804818" y="2875408"/>
                </a:cubicBezTo>
                <a:lnTo>
                  <a:pt x="808350" y="2881550"/>
                </a:lnTo>
                <a:cubicBezTo>
                  <a:pt x="808452" y="2881755"/>
                  <a:pt x="808350" y="2882215"/>
                  <a:pt x="808350" y="2882215"/>
                </a:cubicBezTo>
                <a:lnTo>
                  <a:pt x="804818" y="2888357"/>
                </a:lnTo>
                <a:cubicBezTo>
                  <a:pt x="804665" y="2888562"/>
                  <a:pt x="804204" y="2888715"/>
                  <a:pt x="804204" y="2888715"/>
                </a:cubicBezTo>
                <a:close/>
                <a:moveTo>
                  <a:pt x="1002428" y="2888715"/>
                </a:moveTo>
                <a:lnTo>
                  <a:pt x="995366" y="2888715"/>
                </a:lnTo>
                <a:cubicBezTo>
                  <a:pt x="995110" y="2888715"/>
                  <a:pt x="994752" y="2888357"/>
                  <a:pt x="994752" y="2888357"/>
                </a:cubicBezTo>
                <a:lnTo>
                  <a:pt x="991220" y="2882215"/>
                </a:lnTo>
                <a:cubicBezTo>
                  <a:pt x="991117" y="2882010"/>
                  <a:pt x="991220" y="2881550"/>
                  <a:pt x="991220" y="2881550"/>
                </a:cubicBezTo>
                <a:lnTo>
                  <a:pt x="994752" y="2875408"/>
                </a:lnTo>
                <a:cubicBezTo>
                  <a:pt x="994905" y="2875203"/>
                  <a:pt x="995366" y="2875050"/>
                  <a:pt x="995366" y="2875050"/>
                </a:cubicBezTo>
                <a:lnTo>
                  <a:pt x="1002428" y="2875050"/>
                </a:lnTo>
                <a:cubicBezTo>
                  <a:pt x="1002685" y="2875050"/>
                  <a:pt x="1003042" y="2875408"/>
                  <a:pt x="1003042" y="2875408"/>
                </a:cubicBezTo>
                <a:lnTo>
                  <a:pt x="1006574" y="2881550"/>
                </a:lnTo>
                <a:cubicBezTo>
                  <a:pt x="1006677" y="2881755"/>
                  <a:pt x="1006574" y="2882215"/>
                  <a:pt x="1006574" y="2882215"/>
                </a:cubicBezTo>
                <a:lnTo>
                  <a:pt x="1003042" y="2888357"/>
                </a:lnTo>
                <a:cubicBezTo>
                  <a:pt x="1002889" y="2888562"/>
                  <a:pt x="1002428" y="2888715"/>
                  <a:pt x="1002428" y="2888715"/>
                </a:cubicBezTo>
                <a:close/>
                <a:moveTo>
                  <a:pt x="1200704" y="2888715"/>
                </a:moveTo>
                <a:lnTo>
                  <a:pt x="1193642" y="2888715"/>
                </a:lnTo>
                <a:cubicBezTo>
                  <a:pt x="1193386" y="2888715"/>
                  <a:pt x="1193028" y="2888357"/>
                  <a:pt x="1193028" y="2888357"/>
                </a:cubicBezTo>
                <a:lnTo>
                  <a:pt x="1189495" y="2882215"/>
                </a:lnTo>
                <a:cubicBezTo>
                  <a:pt x="1189393" y="2882010"/>
                  <a:pt x="1189495" y="2881550"/>
                  <a:pt x="1189495" y="2881550"/>
                </a:cubicBezTo>
                <a:lnTo>
                  <a:pt x="1193028" y="2875408"/>
                </a:lnTo>
                <a:cubicBezTo>
                  <a:pt x="1193180" y="2875203"/>
                  <a:pt x="1193642" y="2875050"/>
                  <a:pt x="1193642" y="2875050"/>
                </a:cubicBezTo>
                <a:lnTo>
                  <a:pt x="1200704" y="2875050"/>
                </a:lnTo>
                <a:cubicBezTo>
                  <a:pt x="1200960" y="2875050"/>
                  <a:pt x="1201318" y="2875408"/>
                  <a:pt x="1201318" y="2875408"/>
                </a:cubicBezTo>
                <a:lnTo>
                  <a:pt x="1204850" y="2881550"/>
                </a:lnTo>
                <a:cubicBezTo>
                  <a:pt x="1204952" y="2881755"/>
                  <a:pt x="1204850" y="2882215"/>
                  <a:pt x="1204850" y="2882215"/>
                </a:cubicBezTo>
                <a:lnTo>
                  <a:pt x="1201318" y="2888357"/>
                </a:lnTo>
                <a:cubicBezTo>
                  <a:pt x="1201165" y="2888562"/>
                  <a:pt x="1200704" y="2888715"/>
                  <a:pt x="1200704" y="2888715"/>
                </a:cubicBezTo>
                <a:close/>
                <a:moveTo>
                  <a:pt x="1398928" y="2888715"/>
                </a:moveTo>
                <a:lnTo>
                  <a:pt x="1391866" y="2888715"/>
                </a:lnTo>
                <a:cubicBezTo>
                  <a:pt x="1391610" y="2888715"/>
                  <a:pt x="1391252" y="2888357"/>
                  <a:pt x="1391252" y="2888357"/>
                </a:cubicBezTo>
                <a:lnTo>
                  <a:pt x="1387720" y="2882215"/>
                </a:lnTo>
                <a:cubicBezTo>
                  <a:pt x="1387617" y="2882010"/>
                  <a:pt x="1387720" y="2881550"/>
                  <a:pt x="1387720" y="2881550"/>
                </a:cubicBezTo>
                <a:lnTo>
                  <a:pt x="1391252" y="2875408"/>
                </a:lnTo>
                <a:cubicBezTo>
                  <a:pt x="1391406" y="2875203"/>
                  <a:pt x="1391866" y="2875050"/>
                  <a:pt x="1391866" y="2875050"/>
                </a:cubicBezTo>
                <a:lnTo>
                  <a:pt x="1398928" y="2875050"/>
                </a:lnTo>
                <a:cubicBezTo>
                  <a:pt x="1399185" y="2875050"/>
                  <a:pt x="1399544" y="2875408"/>
                  <a:pt x="1399544" y="2875408"/>
                </a:cubicBezTo>
                <a:lnTo>
                  <a:pt x="1403074" y="2881550"/>
                </a:lnTo>
                <a:cubicBezTo>
                  <a:pt x="1403177" y="2881755"/>
                  <a:pt x="1403074" y="2882215"/>
                  <a:pt x="1403074" y="2882215"/>
                </a:cubicBezTo>
                <a:lnTo>
                  <a:pt x="1399544" y="2888357"/>
                </a:lnTo>
                <a:cubicBezTo>
                  <a:pt x="1399389" y="2888562"/>
                  <a:pt x="1398928" y="2888715"/>
                  <a:pt x="1398928" y="2888715"/>
                </a:cubicBezTo>
                <a:close/>
                <a:moveTo>
                  <a:pt x="1597154" y="2888715"/>
                </a:moveTo>
                <a:lnTo>
                  <a:pt x="1590090" y="2888715"/>
                </a:lnTo>
                <a:cubicBezTo>
                  <a:pt x="1589834" y="2888715"/>
                  <a:pt x="1589476" y="2888357"/>
                  <a:pt x="1589476" y="2888357"/>
                </a:cubicBezTo>
                <a:lnTo>
                  <a:pt x="1585944" y="2882215"/>
                </a:lnTo>
                <a:cubicBezTo>
                  <a:pt x="1585842" y="2882010"/>
                  <a:pt x="1585944" y="2881550"/>
                  <a:pt x="1585944" y="2881550"/>
                </a:cubicBezTo>
                <a:lnTo>
                  <a:pt x="1589476" y="2875408"/>
                </a:lnTo>
                <a:cubicBezTo>
                  <a:pt x="1589630" y="2875203"/>
                  <a:pt x="1590090" y="2875050"/>
                  <a:pt x="1590090" y="2875050"/>
                </a:cubicBezTo>
                <a:lnTo>
                  <a:pt x="1597154" y="2875050"/>
                </a:lnTo>
                <a:cubicBezTo>
                  <a:pt x="1597409" y="2875050"/>
                  <a:pt x="1597768" y="2875408"/>
                  <a:pt x="1597768" y="2875408"/>
                </a:cubicBezTo>
                <a:lnTo>
                  <a:pt x="1601298" y="2881550"/>
                </a:lnTo>
                <a:cubicBezTo>
                  <a:pt x="1601401" y="2881755"/>
                  <a:pt x="1601298" y="2882215"/>
                  <a:pt x="1601298" y="2882215"/>
                </a:cubicBezTo>
                <a:lnTo>
                  <a:pt x="1597768" y="2888357"/>
                </a:lnTo>
                <a:cubicBezTo>
                  <a:pt x="1597614" y="2888562"/>
                  <a:pt x="1597154" y="2888715"/>
                  <a:pt x="1597154" y="2888715"/>
                </a:cubicBezTo>
                <a:close/>
                <a:moveTo>
                  <a:pt x="1795378" y="2888715"/>
                </a:moveTo>
                <a:lnTo>
                  <a:pt x="1788315" y="2888715"/>
                </a:lnTo>
                <a:cubicBezTo>
                  <a:pt x="1788060" y="2888715"/>
                  <a:pt x="1787701" y="2888357"/>
                  <a:pt x="1787701" y="2888357"/>
                </a:cubicBezTo>
                <a:lnTo>
                  <a:pt x="1784170" y="2882215"/>
                </a:lnTo>
                <a:cubicBezTo>
                  <a:pt x="1784067" y="2882010"/>
                  <a:pt x="1784170" y="2881550"/>
                  <a:pt x="1784170" y="2881550"/>
                </a:cubicBezTo>
                <a:lnTo>
                  <a:pt x="1787701" y="2875408"/>
                </a:lnTo>
                <a:cubicBezTo>
                  <a:pt x="1787854" y="2875203"/>
                  <a:pt x="1788315" y="2875050"/>
                  <a:pt x="1788315" y="2875050"/>
                </a:cubicBezTo>
                <a:lnTo>
                  <a:pt x="1795378" y="2875050"/>
                </a:lnTo>
                <a:cubicBezTo>
                  <a:pt x="1795634" y="2875050"/>
                  <a:pt x="1795992" y="2875408"/>
                  <a:pt x="1795992" y="2875408"/>
                </a:cubicBezTo>
                <a:lnTo>
                  <a:pt x="1799524" y="2881550"/>
                </a:lnTo>
                <a:cubicBezTo>
                  <a:pt x="1799626" y="2881755"/>
                  <a:pt x="1799524" y="2882215"/>
                  <a:pt x="1799524" y="2882215"/>
                </a:cubicBezTo>
                <a:lnTo>
                  <a:pt x="1795992" y="2888357"/>
                </a:lnTo>
                <a:cubicBezTo>
                  <a:pt x="1795838" y="2888562"/>
                  <a:pt x="1795378" y="2888715"/>
                  <a:pt x="1795378" y="2888715"/>
                </a:cubicBezTo>
                <a:close/>
                <a:moveTo>
                  <a:pt x="1993654" y="2888715"/>
                </a:moveTo>
                <a:lnTo>
                  <a:pt x="1986590" y="2888715"/>
                </a:lnTo>
                <a:cubicBezTo>
                  <a:pt x="1986336" y="2888715"/>
                  <a:pt x="1985976" y="2888357"/>
                  <a:pt x="1985976" y="2888357"/>
                </a:cubicBezTo>
                <a:lnTo>
                  <a:pt x="1982445" y="2882215"/>
                </a:lnTo>
                <a:cubicBezTo>
                  <a:pt x="1982343" y="2882010"/>
                  <a:pt x="1982445" y="2881550"/>
                  <a:pt x="1982445" y="2881550"/>
                </a:cubicBezTo>
                <a:lnTo>
                  <a:pt x="1985976" y="2875408"/>
                </a:lnTo>
                <a:cubicBezTo>
                  <a:pt x="1986130" y="2875203"/>
                  <a:pt x="1986590" y="2875050"/>
                  <a:pt x="1986590" y="2875050"/>
                </a:cubicBezTo>
                <a:lnTo>
                  <a:pt x="1993654" y="2875050"/>
                </a:lnTo>
                <a:cubicBezTo>
                  <a:pt x="1993910" y="2875050"/>
                  <a:pt x="1994268" y="2875408"/>
                  <a:pt x="1994268" y="2875408"/>
                </a:cubicBezTo>
                <a:lnTo>
                  <a:pt x="1997800" y="2881550"/>
                </a:lnTo>
                <a:cubicBezTo>
                  <a:pt x="1997902" y="2881755"/>
                  <a:pt x="1997800" y="2882215"/>
                  <a:pt x="1997800" y="2882215"/>
                </a:cubicBezTo>
                <a:lnTo>
                  <a:pt x="1994268" y="2888357"/>
                </a:lnTo>
                <a:cubicBezTo>
                  <a:pt x="1994114" y="2888562"/>
                  <a:pt x="1993654" y="2888715"/>
                  <a:pt x="1993654" y="2888715"/>
                </a:cubicBezTo>
                <a:close/>
                <a:moveTo>
                  <a:pt x="2387835" y="2894453"/>
                </a:moveTo>
                <a:lnTo>
                  <a:pt x="2380773" y="2894453"/>
                </a:lnTo>
                <a:cubicBezTo>
                  <a:pt x="2380515" y="2894453"/>
                  <a:pt x="2380159" y="2894096"/>
                  <a:pt x="2380159" y="2894096"/>
                </a:cubicBezTo>
                <a:lnTo>
                  <a:pt x="2376626" y="2887953"/>
                </a:lnTo>
                <a:cubicBezTo>
                  <a:pt x="2376523" y="2887750"/>
                  <a:pt x="2376626" y="2887287"/>
                  <a:pt x="2376626" y="2887287"/>
                </a:cubicBezTo>
                <a:lnTo>
                  <a:pt x="2380159" y="2881145"/>
                </a:lnTo>
                <a:cubicBezTo>
                  <a:pt x="2380312" y="2880941"/>
                  <a:pt x="2380773" y="2880788"/>
                  <a:pt x="2380773" y="2880788"/>
                </a:cubicBezTo>
                <a:lnTo>
                  <a:pt x="2387835" y="2880788"/>
                </a:lnTo>
                <a:cubicBezTo>
                  <a:pt x="2388091" y="2880788"/>
                  <a:pt x="2388449" y="2881145"/>
                  <a:pt x="2388449" y="2881145"/>
                </a:cubicBezTo>
                <a:lnTo>
                  <a:pt x="2391981" y="2887287"/>
                </a:lnTo>
                <a:cubicBezTo>
                  <a:pt x="2392083" y="2887492"/>
                  <a:pt x="2391981" y="2887953"/>
                  <a:pt x="2391981" y="2887953"/>
                </a:cubicBezTo>
                <a:lnTo>
                  <a:pt x="2388449" y="2894096"/>
                </a:lnTo>
                <a:cubicBezTo>
                  <a:pt x="2388296" y="2894300"/>
                  <a:pt x="2387835" y="2894453"/>
                  <a:pt x="2387835" y="2894453"/>
                </a:cubicBezTo>
                <a:close/>
                <a:moveTo>
                  <a:pt x="8731236" y="2894453"/>
                </a:moveTo>
                <a:lnTo>
                  <a:pt x="8724173" y="2894453"/>
                </a:lnTo>
                <a:cubicBezTo>
                  <a:pt x="8723916" y="2894453"/>
                  <a:pt x="8723559" y="2894096"/>
                  <a:pt x="8723559" y="2894096"/>
                </a:cubicBezTo>
                <a:lnTo>
                  <a:pt x="8720027" y="2887954"/>
                </a:lnTo>
                <a:cubicBezTo>
                  <a:pt x="8719924" y="2887750"/>
                  <a:pt x="8720027" y="2887289"/>
                  <a:pt x="8720027" y="2887289"/>
                </a:cubicBezTo>
                <a:lnTo>
                  <a:pt x="8723559" y="2881146"/>
                </a:lnTo>
                <a:cubicBezTo>
                  <a:pt x="8723713" y="2880941"/>
                  <a:pt x="8724173" y="2880788"/>
                  <a:pt x="8724173" y="2880788"/>
                </a:cubicBezTo>
                <a:lnTo>
                  <a:pt x="8731236" y="2880788"/>
                </a:lnTo>
                <a:cubicBezTo>
                  <a:pt x="8731494" y="2880788"/>
                  <a:pt x="8731851" y="2881146"/>
                  <a:pt x="8731851" y="2881146"/>
                </a:cubicBezTo>
                <a:lnTo>
                  <a:pt x="8735384" y="2887289"/>
                </a:lnTo>
                <a:cubicBezTo>
                  <a:pt x="8735486" y="2887493"/>
                  <a:pt x="8735384" y="2887954"/>
                  <a:pt x="8735384" y="2887954"/>
                </a:cubicBezTo>
                <a:lnTo>
                  <a:pt x="8731851" y="2894096"/>
                </a:lnTo>
                <a:cubicBezTo>
                  <a:pt x="8731698" y="2894301"/>
                  <a:pt x="8731236" y="2894453"/>
                  <a:pt x="8731236" y="2894453"/>
                </a:cubicBezTo>
                <a:close/>
                <a:moveTo>
                  <a:pt x="6749031" y="2894457"/>
                </a:moveTo>
                <a:lnTo>
                  <a:pt x="6741967" y="2894457"/>
                </a:lnTo>
                <a:cubicBezTo>
                  <a:pt x="6741711" y="2894457"/>
                  <a:pt x="6741354" y="2894099"/>
                  <a:pt x="6741354" y="2894099"/>
                </a:cubicBezTo>
                <a:lnTo>
                  <a:pt x="6737823" y="2887958"/>
                </a:lnTo>
                <a:cubicBezTo>
                  <a:pt x="6737720" y="2887752"/>
                  <a:pt x="6737823" y="2887291"/>
                  <a:pt x="6737823" y="2887291"/>
                </a:cubicBezTo>
                <a:lnTo>
                  <a:pt x="6741354" y="2881149"/>
                </a:lnTo>
                <a:cubicBezTo>
                  <a:pt x="6741508" y="2880945"/>
                  <a:pt x="6741967" y="2880792"/>
                  <a:pt x="6741967" y="2880792"/>
                </a:cubicBezTo>
                <a:lnTo>
                  <a:pt x="6749031" y="2880792"/>
                </a:lnTo>
                <a:cubicBezTo>
                  <a:pt x="6749287" y="2880792"/>
                  <a:pt x="6749646" y="2881149"/>
                  <a:pt x="6749646" y="2881149"/>
                </a:cubicBezTo>
                <a:lnTo>
                  <a:pt x="6753177" y="2887291"/>
                </a:lnTo>
                <a:cubicBezTo>
                  <a:pt x="6753279" y="2887496"/>
                  <a:pt x="6753177" y="2887958"/>
                  <a:pt x="6753177" y="2887958"/>
                </a:cubicBezTo>
                <a:lnTo>
                  <a:pt x="6749646" y="2894099"/>
                </a:lnTo>
                <a:cubicBezTo>
                  <a:pt x="6749491" y="2894304"/>
                  <a:pt x="6749031" y="2894457"/>
                  <a:pt x="6749031" y="2894457"/>
                </a:cubicBezTo>
                <a:close/>
                <a:moveTo>
                  <a:pt x="7343527" y="2894459"/>
                </a:moveTo>
                <a:lnTo>
                  <a:pt x="7336463" y="2894459"/>
                </a:lnTo>
                <a:cubicBezTo>
                  <a:pt x="7336209" y="2894459"/>
                  <a:pt x="7335851" y="2894100"/>
                  <a:pt x="7335851" y="2894100"/>
                </a:cubicBezTo>
                <a:lnTo>
                  <a:pt x="7332316" y="2887958"/>
                </a:lnTo>
                <a:cubicBezTo>
                  <a:pt x="7332214" y="2887753"/>
                  <a:pt x="7332316" y="2887293"/>
                  <a:pt x="7332316" y="2887293"/>
                </a:cubicBezTo>
                <a:lnTo>
                  <a:pt x="7335851" y="2881149"/>
                </a:lnTo>
                <a:cubicBezTo>
                  <a:pt x="7336004" y="2880947"/>
                  <a:pt x="7336463" y="2880792"/>
                  <a:pt x="7336463" y="2880792"/>
                </a:cubicBezTo>
                <a:lnTo>
                  <a:pt x="7343527" y="2880792"/>
                </a:lnTo>
                <a:cubicBezTo>
                  <a:pt x="7343784" y="2880792"/>
                  <a:pt x="7344142" y="2881149"/>
                  <a:pt x="7344142" y="2881149"/>
                </a:cubicBezTo>
                <a:lnTo>
                  <a:pt x="7347674" y="2887293"/>
                </a:lnTo>
                <a:cubicBezTo>
                  <a:pt x="7347777" y="2887498"/>
                  <a:pt x="7347674" y="2887958"/>
                  <a:pt x="7347674" y="2887958"/>
                </a:cubicBezTo>
                <a:lnTo>
                  <a:pt x="7344142" y="2894100"/>
                </a:lnTo>
                <a:cubicBezTo>
                  <a:pt x="7343989" y="2894305"/>
                  <a:pt x="7343527" y="2894459"/>
                  <a:pt x="7343527" y="2894459"/>
                </a:cubicBezTo>
                <a:close/>
                <a:moveTo>
                  <a:pt x="3379008" y="2894465"/>
                </a:moveTo>
                <a:lnTo>
                  <a:pt x="3371947" y="2894465"/>
                </a:lnTo>
                <a:cubicBezTo>
                  <a:pt x="3371690" y="2894465"/>
                  <a:pt x="3371332" y="2894107"/>
                  <a:pt x="3371332" y="2894107"/>
                </a:cubicBezTo>
                <a:lnTo>
                  <a:pt x="3367800" y="2887966"/>
                </a:lnTo>
                <a:cubicBezTo>
                  <a:pt x="3367697" y="2887760"/>
                  <a:pt x="3367800" y="2887300"/>
                  <a:pt x="3367800" y="2887300"/>
                </a:cubicBezTo>
                <a:lnTo>
                  <a:pt x="3371332" y="2881157"/>
                </a:lnTo>
                <a:cubicBezTo>
                  <a:pt x="3371485" y="2880954"/>
                  <a:pt x="3371947" y="2880800"/>
                  <a:pt x="3371947" y="2880800"/>
                </a:cubicBezTo>
                <a:lnTo>
                  <a:pt x="3379008" y="2880800"/>
                </a:lnTo>
                <a:cubicBezTo>
                  <a:pt x="3379265" y="2880800"/>
                  <a:pt x="3379624" y="2881157"/>
                  <a:pt x="3379624" y="2881157"/>
                </a:cubicBezTo>
                <a:lnTo>
                  <a:pt x="3383155" y="2887300"/>
                </a:lnTo>
                <a:cubicBezTo>
                  <a:pt x="3383257" y="2887503"/>
                  <a:pt x="3383155" y="2887966"/>
                  <a:pt x="3383155" y="2887966"/>
                </a:cubicBezTo>
                <a:lnTo>
                  <a:pt x="3379624" y="2894107"/>
                </a:lnTo>
                <a:cubicBezTo>
                  <a:pt x="3379470" y="2894312"/>
                  <a:pt x="3379008" y="2894465"/>
                  <a:pt x="3379008" y="2894465"/>
                </a:cubicBezTo>
                <a:close/>
                <a:moveTo>
                  <a:pt x="5163134" y="2894465"/>
                </a:moveTo>
                <a:lnTo>
                  <a:pt x="5156070" y="2894465"/>
                </a:lnTo>
                <a:cubicBezTo>
                  <a:pt x="5155814" y="2894465"/>
                  <a:pt x="5155456" y="2894106"/>
                  <a:pt x="5155456" y="2894106"/>
                </a:cubicBezTo>
                <a:lnTo>
                  <a:pt x="5151924" y="2887964"/>
                </a:lnTo>
                <a:cubicBezTo>
                  <a:pt x="5151822" y="2887760"/>
                  <a:pt x="5151924" y="2887299"/>
                  <a:pt x="5151924" y="2887299"/>
                </a:cubicBezTo>
                <a:lnTo>
                  <a:pt x="5155456" y="2881156"/>
                </a:lnTo>
                <a:cubicBezTo>
                  <a:pt x="5155610" y="2880952"/>
                  <a:pt x="5156070" y="2880799"/>
                  <a:pt x="5156070" y="2880799"/>
                </a:cubicBezTo>
                <a:lnTo>
                  <a:pt x="5163134" y="2880799"/>
                </a:lnTo>
                <a:cubicBezTo>
                  <a:pt x="5163388" y="2880799"/>
                  <a:pt x="5163748" y="2881156"/>
                  <a:pt x="5163748" y="2881156"/>
                </a:cubicBezTo>
                <a:lnTo>
                  <a:pt x="5167279" y="2887299"/>
                </a:lnTo>
                <a:cubicBezTo>
                  <a:pt x="5167381" y="2887503"/>
                  <a:pt x="5167279" y="2887964"/>
                  <a:pt x="5167279" y="2887964"/>
                </a:cubicBezTo>
                <a:lnTo>
                  <a:pt x="5163748" y="2894106"/>
                </a:lnTo>
                <a:cubicBezTo>
                  <a:pt x="5163594" y="2894311"/>
                  <a:pt x="5163134" y="2894465"/>
                  <a:pt x="5163134" y="2894465"/>
                </a:cubicBezTo>
                <a:close/>
                <a:moveTo>
                  <a:pt x="8533024" y="2894469"/>
                </a:moveTo>
                <a:lnTo>
                  <a:pt x="8525960" y="2894469"/>
                </a:lnTo>
                <a:cubicBezTo>
                  <a:pt x="8525703" y="2894469"/>
                  <a:pt x="8525345" y="2894111"/>
                  <a:pt x="8525345" y="2894111"/>
                </a:cubicBezTo>
                <a:lnTo>
                  <a:pt x="8521813" y="2887969"/>
                </a:lnTo>
                <a:cubicBezTo>
                  <a:pt x="8521711" y="2887764"/>
                  <a:pt x="8521813" y="2887303"/>
                  <a:pt x="8521813" y="2887303"/>
                </a:cubicBezTo>
                <a:lnTo>
                  <a:pt x="8525345" y="2881161"/>
                </a:lnTo>
                <a:cubicBezTo>
                  <a:pt x="8525498" y="2880956"/>
                  <a:pt x="8525960" y="2880803"/>
                  <a:pt x="8525960" y="2880803"/>
                </a:cubicBezTo>
                <a:lnTo>
                  <a:pt x="8533024" y="2880803"/>
                </a:lnTo>
                <a:cubicBezTo>
                  <a:pt x="8533279" y="2880803"/>
                  <a:pt x="8533637" y="2881161"/>
                  <a:pt x="8533637" y="2881161"/>
                </a:cubicBezTo>
                <a:lnTo>
                  <a:pt x="8537169" y="2887303"/>
                </a:lnTo>
                <a:cubicBezTo>
                  <a:pt x="8537270" y="2887508"/>
                  <a:pt x="8537169" y="2887969"/>
                  <a:pt x="8537169" y="2887969"/>
                </a:cubicBezTo>
                <a:lnTo>
                  <a:pt x="8533637" y="2894111"/>
                </a:lnTo>
                <a:cubicBezTo>
                  <a:pt x="8533483" y="2894315"/>
                  <a:pt x="8533024" y="2894469"/>
                  <a:pt x="8533024" y="2894469"/>
                </a:cubicBezTo>
                <a:close/>
                <a:moveTo>
                  <a:pt x="10118904" y="2894469"/>
                </a:moveTo>
                <a:lnTo>
                  <a:pt x="10111841" y="2894469"/>
                </a:lnTo>
                <a:cubicBezTo>
                  <a:pt x="10111586" y="2894469"/>
                  <a:pt x="10111227" y="2894111"/>
                  <a:pt x="10111227" y="2894111"/>
                </a:cubicBezTo>
                <a:lnTo>
                  <a:pt x="10107696" y="2887970"/>
                </a:lnTo>
                <a:cubicBezTo>
                  <a:pt x="10107594" y="2887764"/>
                  <a:pt x="10107696" y="2887304"/>
                  <a:pt x="10107696" y="2887304"/>
                </a:cubicBezTo>
                <a:lnTo>
                  <a:pt x="10111227" y="2881162"/>
                </a:lnTo>
                <a:cubicBezTo>
                  <a:pt x="10111381" y="2880957"/>
                  <a:pt x="10111841" y="2880803"/>
                  <a:pt x="10111841" y="2880803"/>
                </a:cubicBezTo>
                <a:lnTo>
                  <a:pt x="10118904" y="2880803"/>
                </a:lnTo>
                <a:cubicBezTo>
                  <a:pt x="10119161" y="2880803"/>
                  <a:pt x="10119519" y="2881162"/>
                  <a:pt x="10119519" y="2881162"/>
                </a:cubicBezTo>
                <a:lnTo>
                  <a:pt x="10123050" y="2887304"/>
                </a:lnTo>
                <a:cubicBezTo>
                  <a:pt x="10123152" y="2887509"/>
                  <a:pt x="10123050" y="2887970"/>
                  <a:pt x="10123050" y="2887970"/>
                </a:cubicBezTo>
                <a:lnTo>
                  <a:pt x="10119519" y="2894111"/>
                </a:lnTo>
                <a:cubicBezTo>
                  <a:pt x="10119366" y="2894316"/>
                  <a:pt x="10118904" y="2894469"/>
                  <a:pt x="10118904" y="2894469"/>
                </a:cubicBezTo>
                <a:close/>
                <a:moveTo>
                  <a:pt x="5757857" y="2894474"/>
                </a:moveTo>
                <a:lnTo>
                  <a:pt x="5750795" y="2894474"/>
                </a:lnTo>
                <a:cubicBezTo>
                  <a:pt x="5750538" y="2894474"/>
                  <a:pt x="5750181" y="2894116"/>
                  <a:pt x="5750181" y="2894116"/>
                </a:cubicBezTo>
                <a:lnTo>
                  <a:pt x="5746649" y="2887973"/>
                </a:lnTo>
                <a:cubicBezTo>
                  <a:pt x="5746546" y="2887770"/>
                  <a:pt x="5746649" y="2887309"/>
                  <a:pt x="5746649" y="2887309"/>
                </a:cubicBezTo>
                <a:lnTo>
                  <a:pt x="5750181" y="2881165"/>
                </a:lnTo>
                <a:cubicBezTo>
                  <a:pt x="5750333" y="2880962"/>
                  <a:pt x="5750795" y="2880808"/>
                  <a:pt x="5750795" y="2880808"/>
                </a:cubicBezTo>
                <a:lnTo>
                  <a:pt x="5757857" y="2880808"/>
                </a:lnTo>
                <a:cubicBezTo>
                  <a:pt x="5758114" y="2880808"/>
                  <a:pt x="5758471" y="2881165"/>
                  <a:pt x="5758471" y="2881165"/>
                </a:cubicBezTo>
                <a:lnTo>
                  <a:pt x="5762003" y="2887309"/>
                </a:lnTo>
                <a:cubicBezTo>
                  <a:pt x="5762106" y="2887513"/>
                  <a:pt x="5762003" y="2887973"/>
                  <a:pt x="5762003" y="2887973"/>
                </a:cubicBezTo>
                <a:lnTo>
                  <a:pt x="5758471" y="2894116"/>
                </a:lnTo>
                <a:cubicBezTo>
                  <a:pt x="5758318" y="2894321"/>
                  <a:pt x="5757857" y="2894474"/>
                  <a:pt x="5757857" y="2894474"/>
                </a:cubicBezTo>
                <a:close/>
                <a:moveTo>
                  <a:pt x="10317143" y="2894479"/>
                </a:moveTo>
                <a:lnTo>
                  <a:pt x="10310081" y="2894479"/>
                </a:lnTo>
                <a:cubicBezTo>
                  <a:pt x="10309825" y="2894479"/>
                  <a:pt x="10309466" y="2894121"/>
                  <a:pt x="10309466" y="2894121"/>
                </a:cubicBezTo>
                <a:lnTo>
                  <a:pt x="10305935" y="2887979"/>
                </a:lnTo>
                <a:cubicBezTo>
                  <a:pt x="10305832" y="2887774"/>
                  <a:pt x="10305935" y="2887314"/>
                  <a:pt x="10305935" y="2887314"/>
                </a:cubicBezTo>
                <a:lnTo>
                  <a:pt x="10309466" y="2881172"/>
                </a:lnTo>
                <a:cubicBezTo>
                  <a:pt x="10309620" y="2880968"/>
                  <a:pt x="10310081" y="2880814"/>
                  <a:pt x="10310081" y="2880814"/>
                </a:cubicBezTo>
                <a:lnTo>
                  <a:pt x="10317143" y="2880814"/>
                </a:lnTo>
                <a:cubicBezTo>
                  <a:pt x="10317400" y="2880814"/>
                  <a:pt x="10317758" y="2881172"/>
                  <a:pt x="10317758" y="2881172"/>
                </a:cubicBezTo>
                <a:lnTo>
                  <a:pt x="10321290" y="2887314"/>
                </a:lnTo>
                <a:cubicBezTo>
                  <a:pt x="10321392" y="2887519"/>
                  <a:pt x="10321290" y="2887979"/>
                  <a:pt x="10321290" y="2887979"/>
                </a:cubicBezTo>
                <a:lnTo>
                  <a:pt x="10317758" y="2894121"/>
                </a:lnTo>
                <a:cubicBezTo>
                  <a:pt x="10317605" y="2894326"/>
                  <a:pt x="10317143" y="2894479"/>
                  <a:pt x="10317143" y="2894479"/>
                </a:cubicBezTo>
                <a:close/>
                <a:moveTo>
                  <a:pt x="5559633" y="2894481"/>
                </a:moveTo>
                <a:lnTo>
                  <a:pt x="5552569" y="2894481"/>
                </a:lnTo>
                <a:cubicBezTo>
                  <a:pt x="5552314" y="2894481"/>
                  <a:pt x="5551956" y="2894122"/>
                  <a:pt x="5551956" y="2894122"/>
                </a:cubicBezTo>
                <a:lnTo>
                  <a:pt x="5548424" y="2887981"/>
                </a:lnTo>
                <a:cubicBezTo>
                  <a:pt x="5548322" y="2887776"/>
                  <a:pt x="5548424" y="2887315"/>
                  <a:pt x="5548424" y="2887315"/>
                </a:cubicBezTo>
                <a:lnTo>
                  <a:pt x="5551956" y="2881173"/>
                </a:lnTo>
                <a:cubicBezTo>
                  <a:pt x="5552109" y="2880969"/>
                  <a:pt x="5552569" y="2880816"/>
                  <a:pt x="5552569" y="2880816"/>
                </a:cubicBezTo>
                <a:lnTo>
                  <a:pt x="5559633" y="2880816"/>
                </a:lnTo>
                <a:cubicBezTo>
                  <a:pt x="5559889" y="2880816"/>
                  <a:pt x="5560246" y="2881173"/>
                  <a:pt x="5560246" y="2881173"/>
                </a:cubicBezTo>
                <a:lnTo>
                  <a:pt x="5563779" y="2887315"/>
                </a:lnTo>
                <a:cubicBezTo>
                  <a:pt x="5563881" y="2887520"/>
                  <a:pt x="5563779" y="2887981"/>
                  <a:pt x="5563779" y="2887981"/>
                </a:cubicBezTo>
                <a:lnTo>
                  <a:pt x="5560246" y="2894122"/>
                </a:lnTo>
                <a:cubicBezTo>
                  <a:pt x="5560094" y="2894328"/>
                  <a:pt x="5559633" y="2894481"/>
                  <a:pt x="5559633" y="2894481"/>
                </a:cubicBezTo>
                <a:close/>
                <a:moveTo>
                  <a:pt x="7145356" y="2894485"/>
                </a:moveTo>
                <a:lnTo>
                  <a:pt x="7138292" y="2894485"/>
                </a:lnTo>
                <a:cubicBezTo>
                  <a:pt x="7138036" y="2894485"/>
                  <a:pt x="7137677" y="2894127"/>
                  <a:pt x="7137677" y="2894127"/>
                </a:cubicBezTo>
                <a:lnTo>
                  <a:pt x="7134147" y="2887985"/>
                </a:lnTo>
                <a:cubicBezTo>
                  <a:pt x="7134043" y="2887781"/>
                  <a:pt x="7134147" y="2887319"/>
                  <a:pt x="7134147" y="2887319"/>
                </a:cubicBezTo>
                <a:lnTo>
                  <a:pt x="7137677" y="2881177"/>
                </a:lnTo>
                <a:cubicBezTo>
                  <a:pt x="7137830" y="2880972"/>
                  <a:pt x="7138292" y="2880820"/>
                  <a:pt x="7138292" y="2880820"/>
                </a:cubicBezTo>
                <a:lnTo>
                  <a:pt x="7145356" y="2880820"/>
                </a:lnTo>
                <a:cubicBezTo>
                  <a:pt x="7145611" y="2880820"/>
                  <a:pt x="7145968" y="2881177"/>
                  <a:pt x="7145968" y="2881177"/>
                </a:cubicBezTo>
                <a:lnTo>
                  <a:pt x="7149502" y="2887319"/>
                </a:lnTo>
                <a:cubicBezTo>
                  <a:pt x="7149603" y="2887524"/>
                  <a:pt x="7149502" y="2887985"/>
                  <a:pt x="7149502" y="2887985"/>
                </a:cubicBezTo>
                <a:lnTo>
                  <a:pt x="7145968" y="2894127"/>
                </a:lnTo>
                <a:cubicBezTo>
                  <a:pt x="7145816" y="2894331"/>
                  <a:pt x="7145356" y="2894485"/>
                  <a:pt x="7145356" y="2894485"/>
                </a:cubicBezTo>
                <a:close/>
                <a:moveTo>
                  <a:pt x="3577234" y="2894488"/>
                </a:moveTo>
                <a:lnTo>
                  <a:pt x="3570172" y="2894488"/>
                </a:lnTo>
                <a:cubicBezTo>
                  <a:pt x="3569914" y="2894488"/>
                  <a:pt x="3569557" y="2894129"/>
                  <a:pt x="3569557" y="2894129"/>
                </a:cubicBezTo>
                <a:lnTo>
                  <a:pt x="3566024" y="2887989"/>
                </a:lnTo>
                <a:cubicBezTo>
                  <a:pt x="3565922" y="2887783"/>
                  <a:pt x="3566024" y="2887323"/>
                  <a:pt x="3566024" y="2887323"/>
                </a:cubicBezTo>
                <a:lnTo>
                  <a:pt x="3569557" y="2881181"/>
                </a:lnTo>
                <a:cubicBezTo>
                  <a:pt x="3569709" y="2880976"/>
                  <a:pt x="3570172" y="2880824"/>
                  <a:pt x="3570172" y="2880824"/>
                </a:cubicBezTo>
                <a:lnTo>
                  <a:pt x="3577234" y="2880824"/>
                </a:lnTo>
                <a:cubicBezTo>
                  <a:pt x="3577489" y="2880824"/>
                  <a:pt x="3577848" y="2881181"/>
                  <a:pt x="3577848" y="2881181"/>
                </a:cubicBezTo>
                <a:lnTo>
                  <a:pt x="3581379" y="2887323"/>
                </a:lnTo>
                <a:cubicBezTo>
                  <a:pt x="3581481" y="2887528"/>
                  <a:pt x="3581379" y="2887989"/>
                  <a:pt x="3581379" y="2887989"/>
                </a:cubicBezTo>
                <a:lnTo>
                  <a:pt x="3577848" y="2894129"/>
                </a:lnTo>
                <a:cubicBezTo>
                  <a:pt x="3577694" y="2894335"/>
                  <a:pt x="3577234" y="2894488"/>
                  <a:pt x="3577234" y="2894488"/>
                </a:cubicBezTo>
                <a:close/>
                <a:moveTo>
                  <a:pt x="9722496" y="2894489"/>
                </a:moveTo>
                <a:lnTo>
                  <a:pt x="9715433" y="2894489"/>
                </a:lnTo>
                <a:cubicBezTo>
                  <a:pt x="9715177" y="2894489"/>
                  <a:pt x="9714818" y="2894132"/>
                  <a:pt x="9714818" y="2894132"/>
                </a:cubicBezTo>
                <a:lnTo>
                  <a:pt x="9711287" y="2887990"/>
                </a:lnTo>
                <a:cubicBezTo>
                  <a:pt x="9711185" y="2887785"/>
                  <a:pt x="9711287" y="2887324"/>
                  <a:pt x="9711287" y="2887324"/>
                </a:cubicBezTo>
                <a:lnTo>
                  <a:pt x="9714818" y="2881181"/>
                </a:lnTo>
                <a:cubicBezTo>
                  <a:pt x="9714972" y="2880978"/>
                  <a:pt x="9715433" y="2880824"/>
                  <a:pt x="9715433" y="2880824"/>
                </a:cubicBezTo>
                <a:lnTo>
                  <a:pt x="9722496" y="2880824"/>
                </a:lnTo>
                <a:cubicBezTo>
                  <a:pt x="9722751" y="2880824"/>
                  <a:pt x="9723110" y="2881181"/>
                  <a:pt x="9723110" y="2881181"/>
                </a:cubicBezTo>
                <a:lnTo>
                  <a:pt x="9726642" y="2887324"/>
                </a:lnTo>
                <a:cubicBezTo>
                  <a:pt x="9726745" y="2887529"/>
                  <a:pt x="9726642" y="2887990"/>
                  <a:pt x="9726642" y="2887990"/>
                </a:cubicBezTo>
                <a:lnTo>
                  <a:pt x="9723110" y="2894132"/>
                </a:lnTo>
                <a:cubicBezTo>
                  <a:pt x="9722957" y="2894336"/>
                  <a:pt x="9722496" y="2894489"/>
                  <a:pt x="9722496" y="2894489"/>
                </a:cubicBezTo>
                <a:close/>
                <a:moveTo>
                  <a:pt x="9524220" y="2894490"/>
                </a:moveTo>
                <a:lnTo>
                  <a:pt x="9517158" y="2894490"/>
                </a:lnTo>
                <a:cubicBezTo>
                  <a:pt x="9516901" y="2894490"/>
                  <a:pt x="9516543" y="2894132"/>
                  <a:pt x="9516543" y="2894132"/>
                </a:cubicBezTo>
                <a:lnTo>
                  <a:pt x="9513011" y="2887990"/>
                </a:lnTo>
                <a:cubicBezTo>
                  <a:pt x="9512909" y="2887786"/>
                  <a:pt x="9513011" y="2887326"/>
                  <a:pt x="9513011" y="2887326"/>
                </a:cubicBezTo>
                <a:lnTo>
                  <a:pt x="9516543" y="2881182"/>
                </a:lnTo>
                <a:cubicBezTo>
                  <a:pt x="9516696" y="2880979"/>
                  <a:pt x="9517158" y="2880824"/>
                  <a:pt x="9517158" y="2880824"/>
                </a:cubicBezTo>
                <a:lnTo>
                  <a:pt x="9524220" y="2880824"/>
                </a:lnTo>
                <a:cubicBezTo>
                  <a:pt x="9524476" y="2880824"/>
                  <a:pt x="9524835" y="2881182"/>
                  <a:pt x="9524835" y="2881182"/>
                </a:cubicBezTo>
                <a:lnTo>
                  <a:pt x="9528367" y="2887326"/>
                </a:lnTo>
                <a:cubicBezTo>
                  <a:pt x="9528470" y="2887530"/>
                  <a:pt x="9528367" y="2887990"/>
                  <a:pt x="9528367" y="2887990"/>
                </a:cubicBezTo>
                <a:lnTo>
                  <a:pt x="9524835" y="2894132"/>
                </a:lnTo>
                <a:cubicBezTo>
                  <a:pt x="9524681" y="2894337"/>
                  <a:pt x="9524220" y="2894490"/>
                  <a:pt x="9524220" y="2894490"/>
                </a:cubicBezTo>
                <a:close/>
                <a:moveTo>
                  <a:pt x="2189611" y="2894491"/>
                </a:moveTo>
                <a:lnTo>
                  <a:pt x="2182548" y="2894491"/>
                </a:lnTo>
                <a:cubicBezTo>
                  <a:pt x="2182291" y="2894491"/>
                  <a:pt x="2181933" y="2894133"/>
                  <a:pt x="2181933" y="2894133"/>
                </a:cubicBezTo>
                <a:lnTo>
                  <a:pt x="2178401" y="2887991"/>
                </a:lnTo>
                <a:cubicBezTo>
                  <a:pt x="2178299" y="2887787"/>
                  <a:pt x="2178401" y="2887326"/>
                  <a:pt x="2178401" y="2887326"/>
                </a:cubicBezTo>
                <a:lnTo>
                  <a:pt x="2181933" y="2881184"/>
                </a:lnTo>
                <a:cubicBezTo>
                  <a:pt x="2182087" y="2880980"/>
                  <a:pt x="2182548" y="2880827"/>
                  <a:pt x="2182548" y="2880827"/>
                </a:cubicBezTo>
                <a:lnTo>
                  <a:pt x="2189611" y="2880827"/>
                </a:lnTo>
                <a:cubicBezTo>
                  <a:pt x="2189865" y="2880827"/>
                  <a:pt x="2190225" y="2881184"/>
                  <a:pt x="2190225" y="2881184"/>
                </a:cubicBezTo>
                <a:lnTo>
                  <a:pt x="2193757" y="2887326"/>
                </a:lnTo>
                <a:cubicBezTo>
                  <a:pt x="2193859" y="2887531"/>
                  <a:pt x="2193757" y="2887991"/>
                  <a:pt x="2193757" y="2887991"/>
                </a:cubicBezTo>
                <a:lnTo>
                  <a:pt x="2190225" y="2894133"/>
                </a:lnTo>
                <a:cubicBezTo>
                  <a:pt x="2190071" y="2894338"/>
                  <a:pt x="2189611" y="2894491"/>
                  <a:pt x="2189611" y="2894491"/>
                </a:cubicBezTo>
                <a:close/>
                <a:moveTo>
                  <a:pt x="2982559" y="2894491"/>
                </a:moveTo>
                <a:lnTo>
                  <a:pt x="2975496" y="2894491"/>
                </a:lnTo>
                <a:cubicBezTo>
                  <a:pt x="2975241" y="2894491"/>
                  <a:pt x="2974882" y="2894133"/>
                  <a:pt x="2974882" y="2894133"/>
                </a:cubicBezTo>
                <a:lnTo>
                  <a:pt x="2971351" y="2887990"/>
                </a:lnTo>
                <a:cubicBezTo>
                  <a:pt x="2971249" y="2887786"/>
                  <a:pt x="2971351" y="2887326"/>
                  <a:pt x="2971351" y="2887326"/>
                </a:cubicBezTo>
                <a:lnTo>
                  <a:pt x="2974882" y="2881183"/>
                </a:lnTo>
                <a:cubicBezTo>
                  <a:pt x="2975036" y="2880979"/>
                  <a:pt x="2975496" y="2880825"/>
                  <a:pt x="2975496" y="2880825"/>
                </a:cubicBezTo>
                <a:lnTo>
                  <a:pt x="2982559" y="2880825"/>
                </a:lnTo>
                <a:cubicBezTo>
                  <a:pt x="2982815" y="2880825"/>
                  <a:pt x="2983173" y="2881183"/>
                  <a:pt x="2983173" y="2881183"/>
                </a:cubicBezTo>
                <a:lnTo>
                  <a:pt x="2986706" y="2887326"/>
                </a:lnTo>
                <a:cubicBezTo>
                  <a:pt x="2986808" y="2887531"/>
                  <a:pt x="2986706" y="2887990"/>
                  <a:pt x="2986706" y="2887990"/>
                </a:cubicBezTo>
                <a:lnTo>
                  <a:pt x="2983173" y="2894133"/>
                </a:lnTo>
                <a:cubicBezTo>
                  <a:pt x="2983020" y="2894337"/>
                  <a:pt x="2982559" y="2894491"/>
                  <a:pt x="2982559" y="2894491"/>
                </a:cubicBezTo>
                <a:close/>
                <a:moveTo>
                  <a:pt x="6947256" y="2894493"/>
                </a:moveTo>
                <a:lnTo>
                  <a:pt x="6940193" y="2894493"/>
                </a:lnTo>
                <a:cubicBezTo>
                  <a:pt x="6939937" y="2894493"/>
                  <a:pt x="6939578" y="2894135"/>
                  <a:pt x="6939578" y="2894135"/>
                </a:cubicBezTo>
                <a:lnTo>
                  <a:pt x="6936048" y="2887993"/>
                </a:lnTo>
                <a:cubicBezTo>
                  <a:pt x="6935945" y="2887789"/>
                  <a:pt x="6936048" y="2887328"/>
                  <a:pt x="6936048" y="2887328"/>
                </a:cubicBezTo>
                <a:lnTo>
                  <a:pt x="6939578" y="2881185"/>
                </a:lnTo>
                <a:cubicBezTo>
                  <a:pt x="6939733" y="2880981"/>
                  <a:pt x="6940193" y="2880828"/>
                  <a:pt x="6940193" y="2880828"/>
                </a:cubicBezTo>
                <a:lnTo>
                  <a:pt x="6947256" y="2880828"/>
                </a:lnTo>
                <a:cubicBezTo>
                  <a:pt x="6947512" y="2880828"/>
                  <a:pt x="6947870" y="2881185"/>
                  <a:pt x="6947870" y="2881185"/>
                </a:cubicBezTo>
                <a:lnTo>
                  <a:pt x="6951402" y="2887328"/>
                </a:lnTo>
                <a:cubicBezTo>
                  <a:pt x="6951504" y="2887532"/>
                  <a:pt x="6951402" y="2887993"/>
                  <a:pt x="6951402" y="2887993"/>
                </a:cubicBezTo>
                <a:lnTo>
                  <a:pt x="6947870" y="2894135"/>
                </a:lnTo>
                <a:cubicBezTo>
                  <a:pt x="6947717" y="2894340"/>
                  <a:pt x="6947256" y="2894493"/>
                  <a:pt x="6947256" y="2894493"/>
                </a:cubicBezTo>
                <a:close/>
                <a:moveTo>
                  <a:pt x="2784284" y="2894496"/>
                </a:moveTo>
                <a:lnTo>
                  <a:pt x="2777221" y="2894496"/>
                </a:lnTo>
                <a:cubicBezTo>
                  <a:pt x="2776966" y="2894496"/>
                  <a:pt x="2776607" y="2894139"/>
                  <a:pt x="2776607" y="2894139"/>
                </a:cubicBezTo>
                <a:lnTo>
                  <a:pt x="2773075" y="2887997"/>
                </a:lnTo>
                <a:cubicBezTo>
                  <a:pt x="2772973" y="2887792"/>
                  <a:pt x="2773075" y="2887331"/>
                  <a:pt x="2773075" y="2887331"/>
                </a:cubicBezTo>
                <a:lnTo>
                  <a:pt x="2776607" y="2881189"/>
                </a:lnTo>
                <a:cubicBezTo>
                  <a:pt x="2776760" y="2880985"/>
                  <a:pt x="2777221" y="2880831"/>
                  <a:pt x="2777221" y="2880831"/>
                </a:cubicBezTo>
                <a:lnTo>
                  <a:pt x="2784284" y="2880831"/>
                </a:lnTo>
                <a:cubicBezTo>
                  <a:pt x="2784540" y="2880831"/>
                  <a:pt x="2784898" y="2881189"/>
                  <a:pt x="2784898" y="2881189"/>
                </a:cubicBezTo>
                <a:lnTo>
                  <a:pt x="2788430" y="2887331"/>
                </a:lnTo>
                <a:cubicBezTo>
                  <a:pt x="2788532" y="2887537"/>
                  <a:pt x="2788430" y="2887997"/>
                  <a:pt x="2788430" y="2887997"/>
                </a:cubicBezTo>
                <a:lnTo>
                  <a:pt x="2784898" y="2894139"/>
                </a:lnTo>
                <a:cubicBezTo>
                  <a:pt x="2784744" y="2894344"/>
                  <a:pt x="2784284" y="2894496"/>
                  <a:pt x="2784284" y="2894496"/>
                </a:cubicBezTo>
                <a:close/>
                <a:moveTo>
                  <a:pt x="6154307" y="2894499"/>
                </a:moveTo>
                <a:lnTo>
                  <a:pt x="6147243" y="2894499"/>
                </a:lnTo>
                <a:cubicBezTo>
                  <a:pt x="6146988" y="2894499"/>
                  <a:pt x="6146629" y="2894141"/>
                  <a:pt x="6146629" y="2894141"/>
                </a:cubicBezTo>
                <a:lnTo>
                  <a:pt x="6143098" y="2887999"/>
                </a:lnTo>
                <a:cubicBezTo>
                  <a:pt x="6142996" y="2887795"/>
                  <a:pt x="6143098" y="2887334"/>
                  <a:pt x="6143098" y="2887334"/>
                </a:cubicBezTo>
                <a:lnTo>
                  <a:pt x="6146629" y="2881191"/>
                </a:lnTo>
                <a:cubicBezTo>
                  <a:pt x="6146783" y="2880986"/>
                  <a:pt x="6147243" y="2880834"/>
                  <a:pt x="6147243" y="2880834"/>
                </a:cubicBezTo>
                <a:lnTo>
                  <a:pt x="6154307" y="2880834"/>
                </a:lnTo>
                <a:cubicBezTo>
                  <a:pt x="6154562" y="2880834"/>
                  <a:pt x="6154921" y="2881191"/>
                  <a:pt x="6154921" y="2881191"/>
                </a:cubicBezTo>
                <a:lnTo>
                  <a:pt x="6158453" y="2887334"/>
                </a:lnTo>
                <a:cubicBezTo>
                  <a:pt x="6158554" y="2887538"/>
                  <a:pt x="6158453" y="2887999"/>
                  <a:pt x="6158453" y="2887999"/>
                </a:cubicBezTo>
                <a:lnTo>
                  <a:pt x="6154921" y="2894141"/>
                </a:lnTo>
                <a:cubicBezTo>
                  <a:pt x="6154768" y="2894345"/>
                  <a:pt x="6154307" y="2894499"/>
                  <a:pt x="6154307" y="2894499"/>
                </a:cubicBezTo>
                <a:close/>
                <a:moveTo>
                  <a:pt x="9127784" y="2894499"/>
                </a:moveTo>
                <a:lnTo>
                  <a:pt x="9120721" y="2894499"/>
                </a:lnTo>
                <a:cubicBezTo>
                  <a:pt x="9120466" y="2894499"/>
                  <a:pt x="9120106" y="2894141"/>
                  <a:pt x="9120106" y="2894141"/>
                </a:cubicBezTo>
                <a:lnTo>
                  <a:pt x="9116576" y="2887999"/>
                </a:lnTo>
                <a:cubicBezTo>
                  <a:pt x="9116474" y="2887795"/>
                  <a:pt x="9116576" y="2887334"/>
                  <a:pt x="9116576" y="2887334"/>
                </a:cubicBezTo>
                <a:lnTo>
                  <a:pt x="9120106" y="2881191"/>
                </a:lnTo>
                <a:cubicBezTo>
                  <a:pt x="9120260" y="2880987"/>
                  <a:pt x="9120721" y="2880834"/>
                  <a:pt x="9120721" y="2880834"/>
                </a:cubicBezTo>
                <a:lnTo>
                  <a:pt x="9127784" y="2880834"/>
                </a:lnTo>
                <a:cubicBezTo>
                  <a:pt x="9128041" y="2880834"/>
                  <a:pt x="9128398" y="2881191"/>
                  <a:pt x="9128398" y="2881191"/>
                </a:cubicBezTo>
                <a:lnTo>
                  <a:pt x="9131931" y="2887334"/>
                </a:lnTo>
                <a:cubicBezTo>
                  <a:pt x="9132032" y="2887538"/>
                  <a:pt x="9131931" y="2887999"/>
                  <a:pt x="9131931" y="2887999"/>
                </a:cubicBezTo>
                <a:lnTo>
                  <a:pt x="9128398" y="2894141"/>
                </a:lnTo>
                <a:cubicBezTo>
                  <a:pt x="9128245" y="2894345"/>
                  <a:pt x="9127784" y="2894499"/>
                  <a:pt x="9127784" y="2894499"/>
                </a:cubicBezTo>
                <a:close/>
                <a:moveTo>
                  <a:pt x="7938325" y="2894502"/>
                </a:moveTo>
                <a:lnTo>
                  <a:pt x="7931261" y="2894502"/>
                </a:lnTo>
                <a:cubicBezTo>
                  <a:pt x="7931005" y="2894502"/>
                  <a:pt x="7930647" y="2894143"/>
                  <a:pt x="7930647" y="2894143"/>
                </a:cubicBezTo>
                <a:lnTo>
                  <a:pt x="7927116" y="2888000"/>
                </a:lnTo>
                <a:cubicBezTo>
                  <a:pt x="7927014" y="2887796"/>
                  <a:pt x="7927116" y="2887337"/>
                  <a:pt x="7927116" y="2887337"/>
                </a:cubicBezTo>
                <a:lnTo>
                  <a:pt x="7930647" y="2881193"/>
                </a:lnTo>
                <a:cubicBezTo>
                  <a:pt x="7930801" y="2880990"/>
                  <a:pt x="7931261" y="2880835"/>
                  <a:pt x="7931261" y="2880835"/>
                </a:cubicBezTo>
                <a:lnTo>
                  <a:pt x="7938325" y="2880835"/>
                </a:lnTo>
                <a:cubicBezTo>
                  <a:pt x="7938581" y="2880835"/>
                  <a:pt x="7938940" y="2881193"/>
                  <a:pt x="7938940" y="2881193"/>
                </a:cubicBezTo>
                <a:lnTo>
                  <a:pt x="7942471" y="2887337"/>
                </a:lnTo>
                <a:cubicBezTo>
                  <a:pt x="7942573" y="2887540"/>
                  <a:pt x="7942471" y="2888000"/>
                  <a:pt x="7942471" y="2888000"/>
                </a:cubicBezTo>
                <a:lnTo>
                  <a:pt x="7938940" y="2894143"/>
                </a:lnTo>
                <a:cubicBezTo>
                  <a:pt x="7938784" y="2894347"/>
                  <a:pt x="7938325" y="2894502"/>
                  <a:pt x="7938325" y="2894502"/>
                </a:cubicBezTo>
                <a:close/>
                <a:moveTo>
                  <a:pt x="4568408" y="2894505"/>
                </a:moveTo>
                <a:lnTo>
                  <a:pt x="4561345" y="2894505"/>
                </a:lnTo>
                <a:cubicBezTo>
                  <a:pt x="4561089" y="2894505"/>
                  <a:pt x="4560731" y="2894146"/>
                  <a:pt x="4560731" y="2894146"/>
                </a:cubicBezTo>
                <a:lnTo>
                  <a:pt x="4557199" y="2888005"/>
                </a:lnTo>
                <a:cubicBezTo>
                  <a:pt x="4557097" y="2887800"/>
                  <a:pt x="4557199" y="2887340"/>
                  <a:pt x="4557199" y="2887340"/>
                </a:cubicBezTo>
                <a:lnTo>
                  <a:pt x="4560731" y="2881198"/>
                </a:lnTo>
                <a:cubicBezTo>
                  <a:pt x="4560884" y="2880994"/>
                  <a:pt x="4561345" y="2880840"/>
                  <a:pt x="4561345" y="2880840"/>
                </a:cubicBezTo>
                <a:lnTo>
                  <a:pt x="4568408" y="2880840"/>
                </a:lnTo>
                <a:cubicBezTo>
                  <a:pt x="4568663" y="2880840"/>
                  <a:pt x="4569022" y="2881198"/>
                  <a:pt x="4569022" y="2881198"/>
                </a:cubicBezTo>
                <a:lnTo>
                  <a:pt x="4572554" y="2887340"/>
                </a:lnTo>
                <a:cubicBezTo>
                  <a:pt x="4572656" y="2887545"/>
                  <a:pt x="4572554" y="2888005"/>
                  <a:pt x="4572554" y="2888005"/>
                </a:cubicBezTo>
                <a:lnTo>
                  <a:pt x="4569022" y="2894146"/>
                </a:lnTo>
                <a:cubicBezTo>
                  <a:pt x="4568869" y="2894352"/>
                  <a:pt x="4568408" y="2894505"/>
                  <a:pt x="4568408" y="2894505"/>
                </a:cubicBezTo>
                <a:close/>
                <a:moveTo>
                  <a:pt x="6352582" y="2894505"/>
                </a:moveTo>
                <a:lnTo>
                  <a:pt x="6345519" y="2894505"/>
                </a:lnTo>
                <a:cubicBezTo>
                  <a:pt x="6345263" y="2894505"/>
                  <a:pt x="6344904" y="2894146"/>
                  <a:pt x="6344904" y="2894146"/>
                </a:cubicBezTo>
                <a:lnTo>
                  <a:pt x="6341373" y="2888005"/>
                </a:lnTo>
                <a:cubicBezTo>
                  <a:pt x="6341271" y="2887800"/>
                  <a:pt x="6341373" y="2887339"/>
                  <a:pt x="6341373" y="2887339"/>
                </a:cubicBezTo>
                <a:lnTo>
                  <a:pt x="6344904" y="2881198"/>
                </a:lnTo>
                <a:cubicBezTo>
                  <a:pt x="6345058" y="2880993"/>
                  <a:pt x="6345519" y="2880840"/>
                  <a:pt x="6345519" y="2880840"/>
                </a:cubicBezTo>
                <a:lnTo>
                  <a:pt x="6352582" y="2880840"/>
                </a:lnTo>
                <a:cubicBezTo>
                  <a:pt x="6352838" y="2880840"/>
                  <a:pt x="6353196" y="2881198"/>
                  <a:pt x="6353196" y="2881198"/>
                </a:cubicBezTo>
                <a:lnTo>
                  <a:pt x="6356728" y="2887339"/>
                </a:lnTo>
                <a:cubicBezTo>
                  <a:pt x="6356830" y="2887545"/>
                  <a:pt x="6356728" y="2888005"/>
                  <a:pt x="6356728" y="2888005"/>
                </a:cubicBezTo>
                <a:lnTo>
                  <a:pt x="6353196" y="2894146"/>
                </a:lnTo>
                <a:cubicBezTo>
                  <a:pt x="6353043" y="2894351"/>
                  <a:pt x="6352582" y="2894505"/>
                  <a:pt x="6352582" y="2894505"/>
                </a:cubicBezTo>
                <a:close/>
                <a:moveTo>
                  <a:pt x="9920744" y="2894505"/>
                </a:moveTo>
                <a:lnTo>
                  <a:pt x="9913682" y="2894505"/>
                </a:lnTo>
                <a:cubicBezTo>
                  <a:pt x="9913426" y="2894505"/>
                  <a:pt x="9913068" y="2894147"/>
                  <a:pt x="9913068" y="2894147"/>
                </a:cubicBezTo>
                <a:lnTo>
                  <a:pt x="9909536" y="2888006"/>
                </a:lnTo>
                <a:cubicBezTo>
                  <a:pt x="9909434" y="2887801"/>
                  <a:pt x="9909536" y="2887340"/>
                  <a:pt x="9909536" y="2887340"/>
                </a:cubicBezTo>
                <a:lnTo>
                  <a:pt x="9913068" y="2881198"/>
                </a:lnTo>
                <a:cubicBezTo>
                  <a:pt x="9913221" y="2880994"/>
                  <a:pt x="9913682" y="2880840"/>
                  <a:pt x="9913682" y="2880840"/>
                </a:cubicBezTo>
                <a:lnTo>
                  <a:pt x="9920744" y="2880840"/>
                </a:lnTo>
                <a:cubicBezTo>
                  <a:pt x="9921001" y="2880840"/>
                  <a:pt x="9921358" y="2881198"/>
                  <a:pt x="9921358" y="2881198"/>
                </a:cubicBezTo>
                <a:lnTo>
                  <a:pt x="9924891" y="2887340"/>
                </a:lnTo>
                <a:cubicBezTo>
                  <a:pt x="9924993" y="2887545"/>
                  <a:pt x="9924891" y="2888006"/>
                  <a:pt x="9924891" y="2888006"/>
                </a:cubicBezTo>
                <a:lnTo>
                  <a:pt x="9921358" y="2894147"/>
                </a:lnTo>
                <a:cubicBezTo>
                  <a:pt x="9921206" y="2894352"/>
                  <a:pt x="9920744" y="2894505"/>
                  <a:pt x="9920744" y="2894505"/>
                </a:cubicBezTo>
                <a:close/>
                <a:moveTo>
                  <a:pt x="6550807" y="2894506"/>
                </a:moveTo>
                <a:lnTo>
                  <a:pt x="6543744" y="2894506"/>
                </a:lnTo>
                <a:cubicBezTo>
                  <a:pt x="6543488" y="2894506"/>
                  <a:pt x="6543129" y="2894149"/>
                  <a:pt x="6543129" y="2894149"/>
                </a:cubicBezTo>
                <a:lnTo>
                  <a:pt x="6539598" y="2888006"/>
                </a:lnTo>
                <a:cubicBezTo>
                  <a:pt x="6539495" y="2887801"/>
                  <a:pt x="6539598" y="2887340"/>
                  <a:pt x="6539598" y="2887340"/>
                </a:cubicBezTo>
                <a:lnTo>
                  <a:pt x="6543129" y="2881198"/>
                </a:lnTo>
                <a:cubicBezTo>
                  <a:pt x="6543282" y="2880994"/>
                  <a:pt x="6543744" y="2880841"/>
                  <a:pt x="6543744" y="2880841"/>
                </a:cubicBezTo>
                <a:lnTo>
                  <a:pt x="6550807" y="2880841"/>
                </a:lnTo>
                <a:cubicBezTo>
                  <a:pt x="6551063" y="2880841"/>
                  <a:pt x="6551420" y="2881198"/>
                  <a:pt x="6551420" y="2881198"/>
                </a:cubicBezTo>
                <a:lnTo>
                  <a:pt x="6554953" y="2887340"/>
                </a:lnTo>
                <a:cubicBezTo>
                  <a:pt x="6555055" y="2887545"/>
                  <a:pt x="6554953" y="2888006"/>
                  <a:pt x="6554953" y="2888006"/>
                </a:cubicBezTo>
                <a:lnTo>
                  <a:pt x="6551420" y="2894149"/>
                </a:lnTo>
                <a:cubicBezTo>
                  <a:pt x="6551267" y="2894352"/>
                  <a:pt x="6550807" y="2894506"/>
                  <a:pt x="6550807" y="2894506"/>
                </a:cubicBezTo>
                <a:close/>
                <a:moveTo>
                  <a:pt x="8136620" y="2894509"/>
                </a:moveTo>
                <a:lnTo>
                  <a:pt x="8129556" y="2894509"/>
                </a:lnTo>
                <a:cubicBezTo>
                  <a:pt x="8129300" y="2894509"/>
                  <a:pt x="8128942" y="2894149"/>
                  <a:pt x="8128942" y="2894149"/>
                </a:cubicBezTo>
                <a:lnTo>
                  <a:pt x="8125410" y="2888007"/>
                </a:lnTo>
                <a:cubicBezTo>
                  <a:pt x="8125308" y="2887803"/>
                  <a:pt x="8125410" y="2887342"/>
                  <a:pt x="8125410" y="2887342"/>
                </a:cubicBezTo>
                <a:lnTo>
                  <a:pt x="8128942" y="2881200"/>
                </a:lnTo>
                <a:cubicBezTo>
                  <a:pt x="8129095" y="2880996"/>
                  <a:pt x="8129556" y="2880842"/>
                  <a:pt x="8129556" y="2880842"/>
                </a:cubicBezTo>
                <a:lnTo>
                  <a:pt x="8136620" y="2880842"/>
                </a:lnTo>
                <a:cubicBezTo>
                  <a:pt x="8136876" y="2880842"/>
                  <a:pt x="8137235" y="2881200"/>
                  <a:pt x="8137235" y="2881200"/>
                </a:cubicBezTo>
                <a:lnTo>
                  <a:pt x="8140766" y="2887342"/>
                </a:lnTo>
                <a:cubicBezTo>
                  <a:pt x="8140868" y="2887548"/>
                  <a:pt x="8140766" y="2888007"/>
                  <a:pt x="8140766" y="2888007"/>
                </a:cubicBezTo>
                <a:lnTo>
                  <a:pt x="8137235" y="2894149"/>
                </a:lnTo>
                <a:cubicBezTo>
                  <a:pt x="8137081" y="2894354"/>
                  <a:pt x="8136620" y="2894509"/>
                  <a:pt x="8136620" y="2894509"/>
                </a:cubicBezTo>
                <a:close/>
                <a:moveTo>
                  <a:pt x="9326025" y="2894509"/>
                </a:moveTo>
                <a:lnTo>
                  <a:pt x="9318960" y="2894509"/>
                </a:lnTo>
                <a:cubicBezTo>
                  <a:pt x="9318704" y="2894509"/>
                  <a:pt x="9318348" y="2894150"/>
                  <a:pt x="9318348" y="2894150"/>
                </a:cubicBezTo>
                <a:lnTo>
                  <a:pt x="9314815" y="2888008"/>
                </a:lnTo>
                <a:cubicBezTo>
                  <a:pt x="9314712" y="2887803"/>
                  <a:pt x="9314815" y="2887342"/>
                  <a:pt x="9314815" y="2887342"/>
                </a:cubicBezTo>
                <a:lnTo>
                  <a:pt x="9318348" y="2881201"/>
                </a:lnTo>
                <a:cubicBezTo>
                  <a:pt x="9318499" y="2880996"/>
                  <a:pt x="9318960" y="2880842"/>
                  <a:pt x="9318960" y="2880842"/>
                </a:cubicBezTo>
                <a:lnTo>
                  <a:pt x="9326025" y="2880842"/>
                </a:lnTo>
                <a:cubicBezTo>
                  <a:pt x="9326280" y="2880842"/>
                  <a:pt x="9326639" y="2881201"/>
                  <a:pt x="9326639" y="2881201"/>
                </a:cubicBezTo>
                <a:lnTo>
                  <a:pt x="9330169" y="2887342"/>
                </a:lnTo>
                <a:cubicBezTo>
                  <a:pt x="9330272" y="2887548"/>
                  <a:pt x="9330169" y="2888008"/>
                  <a:pt x="9330169" y="2888008"/>
                </a:cubicBezTo>
                <a:lnTo>
                  <a:pt x="9326639" y="2894150"/>
                </a:lnTo>
                <a:cubicBezTo>
                  <a:pt x="9326485" y="2894354"/>
                  <a:pt x="9326025" y="2894509"/>
                  <a:pt x="9326025" y="2894509"/>
                </a:cubicBezTo>
                <a:close/>
                <a:moveTo>
                  <a:pt x="3775459" y="2894513"/>
                </a:moveTo>
                <a:lnTo>
                  <a:pt x="3768396" y="2894513"/>
                </a:lnTo>
                <a:cubicBezTo>
                  <a:pt x="3768139" y="2894513"/>
                  <a:pt x="3767781" y="2894154"/>
                  <a:pt x="3767781" y="2894154"/>
                </a:cubicBezTo>
                <a:lnTo>
                  <a:pt x="3764249" y="2888013"/>
                </a:lnTo>
                <a:cubicBezTo>
                  <a:pt x="3764147" y="2887808"/>
                  <a:pt x="3764249" y="2887347"/>
                  <a:pt x="3764249" y="2887347"/>
                </a:cubicBezTo>
                <a:lnTo>
                  <a:pt x="3767781" y="2881204"/>
                </a:lnTo>
                <a:cubicBezTo>
                  <a:pt x="3767935" y="2881001"/>
                  <a:pt x="3768396" y="2880848"/>
                  <a:pt x="3768396" y="2880848"/>
                </a:cubicBezTo>
                <a:lnTo>
                  <a:pt x="3775459" y="2880848"/>
                </a:lnTo>
                <a:cubicBezTo>
                  <a:pt x="3775713" y="2880848"/>
                  <a:pt x="3776073" y="2881204"/>
                  <a:pt x="3776073" y="2881204"/>
                </a:cubicBezTo>
                <a:lnTo>
                  <a:pt x="3779604" y="2887347"/>
                </a:lnTo>
                <a:cubicBezTo>
                  <a:pt x="3779706" y="2887552"/>
                  <a:pt x="3779604" y="2888013"/>
                  <a:pt x="3779604" y="2888013"/>
                </a:cubicBezTo>
                <a:lnTo>
                  <a:pt x="3776073" y="2894154"/>
                </a:lnTo>
                <a:cubicBezTo>
                  <a:pt x="3775919" y="2894359"/>
                  <a:pt x="3775459" y="2894513"/>
                  <a:pt x="3775459" y="2894513"/>
                </a:cubicBezTo>
                <a:close/>
                <a:moveTo>
                  <a:pt x="8334864" y="2894514"/>
                </a:moveTo>
                <a:lnTo>
                  <a:pt x="8327799" y="2894514"/>
                </a:lnTo>
                <a:cubicBezTo>
                  <a:pt x="8327543" y="2894514"/>
                  <a:pt x="8327185" y="2894157"/>
                  <a:pt x="8327185" y="2894157"/>
                </a:cubicBezTo>
                <a:lnTo>
                  <a:pt x="8323655" y="2888015"/>
                </a:lnTo>
                <a:cubicBezTo>
                  <a:pt x="8323553" y="2887810"/>
                  <a:pt x="8323655" y="2887349"/>
                  <a:pt x="8323655" y="2887349"/>
                </a:cubicBezTo>
                <a:lnTo>
                  <a:pt x="8327185" y="2881208"/>
                </a:lnTo>
                <a:cubicBezTo>
                  <a:pt x="8327339" y="2881003"/>
                  <a:pt x="8327799" y="2880849"/>
                  <a:pt x="8327799" y="2880849"/>
                </a:cubicBezTo>
                <a:lnTo>
                  <a:pt x="8334864" y="2880849"/>
                </a:lnTo>
                <a:cubicBezTo>
                  <a:pt x="8335119" y="2880849"/>
                  <a:pt x="8335478" y="2881208"/>
                  <a:pt x="8335478" y="2881208"/>
                </a:cubicBezTo>
                <a:lnTo>
                  <a:pt x="8339010" y="2887349"/>
                </a:lnTo>
                <a:cubicBezTo>
                  <a:pt x="8339112" y="2887555"/>
                  <a:pt x="8339010" y="2888015"/>
                  <a:pt x="8339010" y="2888015"/>
                </a:cubicBezTo>
                <a:lnTo>
                  <a:pt x="8335478" y="2894157"/>
                </a:lnTo>
                <a:cubicBezTo>
                  <a:pt x="8335324" y="2894361"/>
                  <a:pt x="8334864" y="2894514"/>
                  <a:pt x="8334864" y="2894514"/>
                </a:cubicBezTo>
                <a:close/>
                <a:moveTo>
                  <a:pt x="7541894" y="2894516"/>
                </a:moveTo>
                <a:lnTo>
                  <a:pt x="7534831" y="2894516"/>
                </a:lnTo>
                <a:cubicBezTo>
                  <a:pt x="7534575" y="2894516"/>
                  <a:pt x="7534216" y="2894159"/>
                  <a:pt x="7534216" y="2894159"/>
                </a:cubicBezTo>
                <a:lnTo>
                  <a:pt x="7530684" y="2888016"/>
                </a:lnTo>
                <a:cubicBezTo>
                  <a:pt x="7530583" y="2887812"/>
                  <a:pt x="7530684" y="2887352"/>
                  <a:pt x="7530684" y="2887352"/>
                </a:cubicBezTo>
                <a:lnTo>
                  <a:pt x="7534216" y="2881209"/>
                </a:lnTo>
                <a:cubicBezTo>
                  <a:pt x="7534371" y="2881004"/>
                  <a:pt x="7534831" y="2880851"/>
                  <a:pt x="7534831" y="2880851"/>
                </a:cubicBezTo>
                <a:lnTo>
                  <a:pt x="7541894" y="2880851"/>
                </a:lnTo>
                <a:cubicBezTo>
                  <a:pt x="7542150" y="2880851"/>
                  <a:pt x="7542508" y="2881209"/>
                  <a:pt x="7542508" y="2881209"/>
                </a:cubicBezTo>
                <a:lnTo>
                  <a:pt x="7546041" y="2887352"/>
                </a:lnTo>
                <a:cubicBezTo>
                  <a:pt x="7546143" y="2887556"/>
                  <a:pt x="7546041" y="2888016"/>
                  <a:pt x="7546041" y="2888016"/>
                </a:cubicBezTo>
                <a:lnTo>
                  <a:pt x="7542508" y="2894159"/>
                </a:lnTo>
                <a:cubicBezTo>
                  <a:pt x="7542354" y="2894362"/>
                  <a:pt x="7541894" y="2894516"/>
                  <a:pt x="7541894" y="2894516"/>
                </a:cubicBezTo>
                <a:close/>
                <a:moveTo>
                  <a:pt x="7740128" y="2894518"/>
                </a:moveTo>
                <a:lnTo>
                  <a:pt x="7733064" y="2894518"/>
                </a:lnTo>
                <a:cubicBezTo>
                  <a:pt x="7732809" y="2894518"/>
                  <a:pt x="7732450" y="2894160"/>
                  <a:pt x="7732450" y="2894160"/>
                </a:cubicBezTo>
                <a:lnTo>
                  <a:pt x="7728919" y="2888019"/>
                </a:lnTo>
                <a:cubicBezTo>
                  <a:pt x="7728817" y="2887813"/>
                  <a:pt x="7728919" y="2887353"/>
                  <a:pt x="7728919" y="2887353"/>
                </a:cubicBezTo>
                <a:lnTo>
                  <a:pt x="7732450" y="2881210"/>
                </a:lnTo>
                <a:cubicBezTo>
                  <a:pt x="7732604" y="2881006"/>
                  <a:pt x="7733064" y="2880852"/>
                  <a:pt x="7733064" y="2880852"/>
                </a:cubicBezTo>
                <a:lnTo>
                  <a:pt x="7740128" y="2880852"/>
                </a:lnTo>
                <a:cubicBezTo>
                  <a:pt x="7740383" y="2880852"/>
                  <a:pt x="7740742" y="2881210"/>
                  <a:pt x="7740742" y="2881210"/>
                </a:cubicBezTo>
                <a:lnTo>
                  <a:pt x="7744274" y="2887353"/>
                </a:lnTo>
                <a:cubicBezTo>
                  <a:pt x="7744376" y="2887557"/>
                  <a:pt x="7744274" y="2888019"/>
                  <a:pt x="7744274" y="2888019"/>
                </a:cubicBezTo>
                <a:lnTo>
                  <a:pt x="7740742" y="2894160"/>
                </a:lnTo>
                <a:cubicBezTo>
                  <a:pt x="7740589" y="2894365"/>
                  <a:pt x="7740128" y="2894518"/>
                  <a:pt x="7740128" y="2894518"/>
                </a:cubicBezTo>
                <a:close/>
                <a:moveTo>
                  <a:pt x="4766683" y="2894521"/>
                </a:moveTo>
                <a:lnTo>
                  <a:pt x="4759621" y="2894521"/>
                </a:lnTo>
                <a:cubicBezTo>
                  <a:pt x="4759364" y="2894521"/>
                  <a:pt x="4759007" y="2894163"/>
                  <a:pt x="4759007" y="2894163"/>
                </a:cubicBezTo>
                <a:lnTo>
                  <a:pt x="4755475" y="2888022"/>
                </a:lnTo>
                <a:cubicBezTo>
                  <a:pt x="4755372" y="2887817"/>
                  <a:pt x="4755475" y="2887356"/>
                  <a:pt x="4755475" y="2887356"/>
                </a:cubicBezTo>
                <a:lnTo>
                  <a:pt x="4759007" y="2881212"/>
                </a:lnTo>
                <a:cubicBezTo>
                  <a:pt x="4759160" y="2881010"/>
                  <a:pt x="4759621" y="2880856"/>
                  <a:pt x="4759621" y="2880856"/>
                </a:cubicBezTo>
                <a:lnTo>
                  <a:pt x="4766683" y="2880856"/>
                </a:lnTo>
                <a:cubicBezTo>
                  <a:pt x="4766940" y="2880856"/>
                  <a:pt x="4767297" y="2881212"/>
                  <a:pt x="4767297" y="2881212"/>
                </a:cubicBezTo>
                <a:lnTo>
                  <a:pt x="4770829" y="2887356"/>
                </a:lnTo>
                <a:cubicBezTo>
                  <a:pt x="4770932" y="2887561"/>
                  <a:pt x="4770829" y="2888022"/>
                  <a:pt x="4770829" y="2888022"/>
                </a:cubicBezTo>
                <a:lnTo>
                  <a:pt x="4767297" y="2894163"/>
                </a:lnTo>
                <a:cubicBezTo>
                  <a:pt x="4767144" y="2894368"/>
                  <a:pt x="4766683" y="2894521"/>
                  <a:pt x="4766683" y="2894521"/>
                </a:cubicBezTo>
                <a:close/>
                <a:moveTo>
                  <a:pt x="4964909" y="2894521"/>
                </a:moveTo>
                <a:lnTo>
                  <a:pt x="4957846" y="2894521"/>
                </a:lnTo>
                <a:cubicBezTo>
                  <a:pt x="4957589" y="2894521"/>
                  <a:pt x="4957232" y="2894163"/>
                  <a:pt x="4957232" y="2894163"/>
                </a:cubicBezTo>
                <a:lnTo>
                  <a:pt x="4953699" y="2888022"/>
                </a:lnTo>
                <a:cubicBezTo>
                  <a:pt x="4953597" y="2887817"/>
                  <a:pt x="4953699" y="2887356"/>
                  <a:pt x="4953699" y="2887356"/>
                </a:cubicBezTo>
                <a:lnTo>
                  <a:pt x="4957232" y="2881212"/>
                </a:lnTo>
                <a:cubicBezTo>
                  <a:pt x="4957384" y="2881010"/>
                  <a:pt x="4957846" y="2880856"/>
                  <a:pt x="4957846" y="2880856"/>
                </a:cubicBezTo>
                <a:lnTo>
                  <a:pt x="4964909" y="2880856"/>
                </a:lnTo>
                <a:cubicBezTo>
                  <a:pt x="4965164" y="2880856"/>
                  <a:pt x="4965523" y="2881212"/>
                  <a:pt x="4965523" y="2881212"/>
                </a:cubicBezTo>
                <a:lnTo>
                  <a:pt x="4969054" y="2887356"/>
                </a:lnTo>
                <a:cubicBezTo>
                  <a:pt x="4969156" y="2887561"/>
                  <a:pt x="4969054" y="2888022"/>
                  <a:pt x="4969054" y="2888022"/>
                </a:cubicBezTo>
                <a:lnTo>
                  <a:pt x="4965523" y="2894163"/>
                </a:lnTo>
                <a:cubicBezTo>
                  <a:pt x="4965369" y="2894368"/>
                  <a:pt x="4964909" y="2894521"/>
                  <a:pt x="4964909" y="2894521"/>
                </a:cubicBezTo>
                <a:close/>
                <a:moveTo>
                  <a:pt x="2586060" y="2894524"/>
                </a:moveTo>
                <a:lnTo>
                  <a:pt x="2578998" y="2894524"/>
                </a:lnTo>
                <a:cubicBezTo>
                  <a:pt x="2578740" y="2894524"/>
                  <a:pt x="2578383" y="2894165"/>
                  <a:pt x="2578383" y="2894165"/>
                </a:cubicBezTo>
                <a:lnTo>
                  <a:pt x="2574850" y="2888023"/>
                </a:lnTo>
                <a:cubicBezTo>
                  <a:pt x="2574749" y="2887819"/>
                  <a:pt x="2574850" y="2887358"/>
                  <a:pt x="2574850" y="2887358"/>
                </a:cubicBezTo>
                <a:lnTo>
                  <a:pt x="2578383" y="2881216"/>
                </a:lnTo>
                <a:cubicBezTo>
                  <a:pt x="2578536" y="2881011"/>
                  <a:pt x="2578998" y="2880858"/>
                  <a:pt x="2578998" y="2880858"/>
                </a:cubicBezTo>
                <a:lnTo>
                  <a:pt x="2586060" y="2880858"/>
                </a:lnTo>
                <a:cubicBezTo>
                  <a:pt x="2586316" y="2880858"/>
                  <a:pt x="2586674" y="2881216"/>
                  <a:pt x="2586674" y="2881216"/>
                </a:cubicBezTo>
                <a:lnTo>
                  <a:pt x="2590205" y="2887358"/>
                </a:lnTo>
                <a:cubicBezTo>
                  <a:pt x="2590308" y="2887563"/>
                  <a:pt x="2590205" y="2888023"/>
                  <a:pt x="2590205" y="2888023"/>
                </a:cubicBezTo>
                <a:lnTo>
                  <a:pt x="2586674" y="2894165"/>
                </a:lnTo>
                <a:cubicBezTo>
                  <a:pt x="2586520" y="2894369"/>
                  <a:pt x="2586060" y="2894524"/>
                  <a:pt x="2586060" y="2894524"/>
                </a:cubicBezTo>
                <a:close/>
                <a:moveTo>
                  <a:pt x="5361358" y="2894535"/>
                </a:moveTo>
                <a:lnTo>
                  <a:pt x="5354295" y="2894535"/>
                </a:lnTo>
                <a:cubicBezTo>
                  <a:pt x="5354038" y="2894535"/>
                  <a:pt x="5353680" y="2894178"/>
                  <a:pt x="5353680" y="2894178"/>
                </a:cubicBezTo>
                <a:lnTo>
                  <a:pt x="5350149" y="2888036"/>
                </a:lnTo>
                <a:cubicBezTo>
                  <a:pt x="5350047" y="2887831"/>
                  <a:pt x="5350149" y="2887370"/>
                  <a:pt x="5350149" y="2887370"/>
                </a:cubicBezTo>
                <a:lnTo>
                  <a:pt x="5353680" y="2881228"/>
                </a:lnTo>
                <a:cubicBezTo>
                  <a:pt x="5353835" y="2881024"/>
                  <a:pt x="5354295" y="2880870"/>
                  <a:pt x="5354295" y="2880870"/>
                </a:cubicBezTo>
                <a:lnTo>
                  <a:pt x="5361358" y="2880870"/>
                </a:lnTo>
                <a:cubicBezTo>
                  <a:pt x="5361614" y="2880870"/>
                  <a:pt x="5361972" y="2881228"/>
                  <a:pt x="5361972" y="2881228"/>
                </a:cubicBezTo>
                <a:lnTo>
                  <a:pt x="5365503" y="2887370"/>
                </a:lnTo>
                <a:cubicBezTo>
                  <a:pt x="5365606" y="2887575"/>
                  <a:pt x="5365503" y="2888036"/>
                  <a:pt x="5365503" y="2888036"/>
                </a:cubicBezTo>
                <a:lnTo>
                  <a:pt x="5361972" y="2894178"/>
                </a:lnTo>
                <a:cubicBezTo>
                  <a:pt x="5361818" y="2894382"/>
                  <a:pt x="5361358" y="2894535"/>
                  <a:pt x="5361358" y="2894535"/>
                </a:cubicBezTo>
                <a:close/>
                <a:moveTo>
                  <a:pt x="4171959" y="2894539"/>
                </a:moveTo>
                <a:lnTo>
                  <a:pt x="4164896" y="2894539"/>
                </a:lnTo>
                <a:cubicBezTo>
                  <a:pt x="4164640" y="2894539"/>
                  <a:pt x="4164282" y="2894181"/>
                  <a:pt x="4164282" y="2894181"/>
                </a:cubicBezTo>
                <a:lnTo>
                  <a:pt x="4160751" y="2888039"/>
                </a:lnTo>
                <a:cubicBezTo>
                  <a:pt x="4160648" y="2887834"/>
                  <a:pt x="4160751" y="2887374"/>
                  <a:pt x="4160751" y="2887374"/>
                </a:cubicBezTo>
                <a:lnTo>
                  <a:pt x="4164282" y="2881231"/>
                </a:lnTo>
                <a:cubicBezTo>
                  <a:pt x="4164435" y="2881028"/>
                  <a:pt x="4164896" y="2880874"/>
                  <a:pt x="4164896" y="2880874"/>
                </a:cubicBezTo>
                <a:lnTo>
                  <a:pt x="4171959" y="2880874"/>
                </a:lnTo>
                <a:cubicBezTo>
                  <a:pt x="4172215" y="2880874"/>
                  <a:pt x="4172573" y="2881231"/>
                  <a:pt x="4172573" y="2881231"/>
                </a:cubicBezTo>
                <a:lnTo>
                  <a:pt x="4176105" y="2887374"/>
                </a:lnTo>
                <a:cubicBezTo>
                  <a:pt x="4176207" y="2887580"/>
                  <a:pt x="4176105" y="2888039"/>
                  <a:pt x="4176105" y="2888039"/>
                </a:cubicBezTo>
                <a:lnTo>
                  <a:pt x="4172573" y="2894181"/>
                </a:lnTo>
                <a:cubicBezTo>
                  <a:pt x="4172419" y="2894386"/>
                  <a:pt x="4171959" y="2894539"/>
                  <a:pt x="4171959" y="2894539"/>
                </a:cubicBezTo>
                <a:close/>
                <a:moveTo>
                  <a:pt x="3973734" y="2894541"/>
                </a:moveTo>
                <a:lnTo>
                  <a:pt x="3966671" y="2894541"/>
                </a:lnTo>
                <a:cubicBezTo>
                  <a:pt x="3966415" y="2894541"/>
                  <a:pt x="3966057" y="2894183"/>
                  <a:pt x="3966057" y="2894183"/>
                </a:cubicBezTo>
                <a:lnTo>
                  <a:pt x="3962525" y="2888041"/>
                </a:lnTo>
                <a:cubicBezTo>
                  <a:pt x="3962423" y="2887837"/>
                  <a:pt x="3962525" y="2887376"/>
                  <a:pt x="3962525" y="2887376"/>
                </a:cubicBezTo>
                <a:lnTo>
                  <a:pt x="3966057" y="2881234"/>
                </a:lnTo>
                <a:cubicBezTo>
                  <a:pt x="3966211" y="2881030"/>
                  <a:pt x="3966671" y="2880876"/>
                  <a:pt x="3966671" y="2880876"/>
                </a:cubicBezTo>
                <a:lnTo>
                  <a:pt x="3973734" y="2880876"/>
                </a:lnTo>
                <a:cubicBezTo>
                  <a:pt x="3973990" y="2880876"/>
                  <a:pt x="3974348" y="2881234"/>
                  <a:pt x="3974348" y="2881234"/>
                </a:cubicBezTo>
                <a:lnTo>
                  <a:pt x="3977880" y="2887376"/>
                </a:lnTo>
                <a:cubicBezTo>
                  <a:pt x="3977982" y="2887580"/>
                  <a:pt x="3977880" y="2888041"/>
                  <a:pt x="3977880" y="2888041"/>
                </a:cubicBezTo>
                <a:lnTo>
                  <a:pt x="3974348" y="2894183"/>
                </a:lnTo>
                <a:cubicBezTo>
                  <a:pt x="3974195" y="2894387"/>
                  <a:pt x="3973734" y="2894541"/>
                  <a:pt x="3973734" y="2894541"/>
                </a:cubicBezTo>
                <a:close/>
                <a:moveTo>
                  <a:pt x="5956083" y="2894541"/>
                </a:moveTo>
                <a:lnTo>
                  <a:pt x="5949019" y="2894541"/>
                </a:lnTo>
                <a:cubicBezTo>
                  <a:pt x="5948763" y="2894541"/>
                  <a:pt x="5948405" y="2894183"/>
                  <a:pt x="5948405" y="2894183"/>
                </a:cubicBezTo>
                <a:lnTo>
                  <a:pt x="5944873" y="2888041"/>
                </a:lnTo>
                <a:cubicBezTo>
                  <a:pt x="5944771" y="2887837"/>
                  <a:pt x="5944873" y="2887376"/>
                  <a:pt x="5944873" y="2887376"/>
                </a:cubicBezTo>
                <a:lnTo>
                  <a:pt x="5948405" y="2881234"/>
                </a:lnTo>
                <a:cubicBezTo>
                  <a:pt x="5948558" y="2881029"/>
                  <a:pt x="5949019" y="2880876"/>
                  <a:pt x="5949019" y="2880876"/>
                </a:cubicBezTo>
                <a:lnTo>
                  <a:pt x="5956083" y="2880876"/>
                </a:lnTo>
                <a:cubicBezTo>
                  <a:pt x="5956338" y="2880876"/>
                  <a:pt x="5956697" y="2881234"/>
                  <a:pt x="5956697" y="2881234"/>
                </a:cubicBezTo>
                <a:lnTo>
                  <a:pt x="5960227" y="2887376"/>
                </a:lnTo>
                <a:cubicBezTo>
                  <a:pt x="5960330" y="2887580"/>
                  <a:pt x="5960227" y="2888041"/>
                  <a:pt x="5960227" y="2888041"/>
                </a:cubicBezTo>
                <a:lnTo>
                  <a:pt x="5956697" y="2894183"/>
                </a:lnTo>
                <a:cubicBezTo>
                  <a:pt x="5956542" y="2894387"/>
                  <a:pt x="5956083" y="2894541"/>
                  <a:pt x="5956083" y="2894541"/>
                </a:cubicBezTo>
                <a:close/>
                <a:moveTo>
                  <a:pt x="3180784" y="2894550"/>
                </a:moveTo>
                <a:lnTo>
                  <a:pt x="3173721" y="2894550"/>
                </a:lnTo>
                <a:cubicBezTo>
                  <a:pt x="3173466" y="2894550"/>
                  <a:pt x="3173107" y="2894192"/>
                  <a:pt x="3173107" y="2894192"/>
                </a:cubicBezTo>
                <a:lnTo>
                  <a:pt x="3169576" y="2888050"/>
                </a:lnTo>
                <a:cubicBezTo>
                  <a:pt x="3169473" y="2887845"/>
                  <a:pt x="3169576" y="2887385"/>
                  <a:pt x="3169576" y="2887385"/>
                </a:cubicBezTo>
                <a:lnTo>
                  <a:pt x="3173107" y="2881243"/>
                </a:lnTo>
                <a:cubicBezTo>
                  <a:pt x="3173261" y="2881039"/>
                  <a:pt x="3173721" y="2880885"/>
                  <a:pt x="3173721" y="2880885"/>
                </a:cubicBezTo>
                <a:lnTo>
                  <a:pt x="3180784" y="2880885"/>
                </a:lnTo>
                <a:cubicBezTo>
                  <a:pt x="3181040" y="2880885"/>
                  <a:pt x="3181398" y="2881243"/>
                  <a:pt x="3181398" y="2881243"/>
                </a:cubicBezTo>
                <a:lnTo>
                  <a:pt x="3184931" y="2887385"/>
                </a:lnTo>
                <a:cubicBezTo>
                  <a:pt x="3185033" y="2887590"/>
                  <a:pt x="3184931" y="2888050"/>
                  <a:pt x="3184931" y="2888050"/>
                </a:cubicBezTo>
                <a:lnTo>
                  <a:pt x="3181398" y="2894192"/>
                </a:lnTo>
                <a:cubicBezTo>
                  <a:pt x="3181245" y="2894397"/>
                  <a:pt x="3180784" y="2894550"/>
                  <a:pt x="3180784" y="2894550"/>
                </a:cubicBezTo>
                <a:close/>
                <a:moveTo>
                  <a:pt x="8929648" y="2894552"/>
                </a:moveTo>
                <a:lnTo>
                  <a:pt x="8922585" y="2894552"/>
                </a:lnTo>
                <a:cubicBezTo>
                  <a:pt x="8922329" y="2894552"/>
                  <a:pt x="8921970" y="2894193"/>
                  <a:pt x="8921970" y="2894193"/>
                </a:cubicBezTo>
                <a:lnTo>
                  <a:pt x="8918439" y="2888052"/>
                </a:lnTo>
                <a:cubicBezTo>
                  <a:pt x="8918337" y="2887846"/>
                  <a:pt x="8918439" y="2887386"/>
                  <a:pt x="8918439" y="2887386"/>
                </a:cubicBezTo>
                <a:lnTo>
                  <a:pt x="8921970" y="2881244"/>
                </a:lnTo>
                <a:cubicBezTo>
                  <a:pt x="8922124" y="2881040"/>
                  <a:pt x="8922585" y="2880887"/>
                  <a:pt x="8922585" y="2880887"/>
                </a:cubicBezTo>
                <a:lnTo>
                  <a:pt x="8929648" y="2880887"/>
                </a:lnTo>
                <a:cubicBezTo>
                  <a:pt x="8929903" y="2880887"/>
                  <a:pt x="8930262" y="2881244"/>
                  <a:pt x="8930262" y="2881244"/>
                </a:cubicBezTo>
                <a:lnTo>
                  <a:pt x="8933794" y="2887386"/>
                </a:lnTo>
                <a:cubicBezTo>
                  <a:pt x="8933896" y="2887591"/>
                  <a:pt x="8933794" y="2888052"/>
                  <a:pt x="8933794" y="2888052"/>
                </a:cubicBezTo>
                <a:lnTo>
                  <a:pt x="8930262" y="2894193"/>
                </a:lnTo>
                <a:cubicBezTo>
                  <a:pt x="8930109" y="2894398"/>
                  <a:pt x="8929648" y="2894552"/>
                  <a:pt x="8929648" y="2894552"/>
                </a:cubicBezTo>
                <a:close/>
                <a:moveTo>
                  <a:pt x="4370183" y="2894555"/>
                </a:moveTo>
                <a:lnTo>
                  <a:pt x="4363121" y="2894555"/>
                </a:lnTo>
                <a:cubicBezTo>
                  <a:pt x="4362864" y="2894555"/>
                  <a:pt x="4362506" y="2894197"/>
                  <a:pt x="4362506" y="2894197"/>
                </a:cubicBezTo>
                <a:lnTo>
                  <a:pt x="4358975" y="2888056"/>
                </a:lnTo>
                <a:cubicBezTo>
                  <a:pt x="4358872" y="2887851"/>
                  <a:pt x="4358975" y="2887390"/>
                  <a:pt x="4358975" y="2887390"/>
                </a:cubicBezTo>
                <a:lnTo>
                  <a:pt x="4362506" y="2881248"/>
                </a:lnTo>
                <a:cubicBezTo>
                  <a:pt x="4362660" y="2881044"/>
                  <a:pt x="4363121" y="2880891"/>
                  <a:pt x="4363121" y="2880891"/>
                </a:cubicBezTo>
                <a:lnTo>
                  <a:pt x="4370183" y="2880891"/>
                </a:lnTo>
                <a:cubicBezTo>
                  <a:pt x="4370439" y="2880891"/>
                  <a:pt x="4370797" y="2881248"/>
                  <a:pt x="4370797" y="2881248"/>
                </a:cubicBezTo>
                <a:lnTo>
                  <a:pt x="4374329" y="2887390"/>
                </a:lnTo>
                <a:cubicBezTo>
                  <a:pt x="4374432" y="2887594"/>
                  <a:pt x="4374329" y="2888056"/>
                  <a:pt x="4374329" y="2888056"/>
                </a:cubicBezTo>
                <a:lnTo>
                  <a:pt x="4370797" y="2894197"/>
                </a:lnTo>
                <a:cubicBezTo>
                  <a:pt x="4370643" y="2894402"/>
                  <a:pt x="4370183" y="2894555"/>
                  <a:pt x="4370183" y="2894555"/>
                </a:cubicBezTo>
                <a:close/>
                <a:moveTo>
                  <a:pt x="11254" y="3057869"/>
                </a:moveTo>
                <a:lnTo>
                  <a:pt x="4192" y="3057869"/>
                </a:lnTo>
                <a:cubicBezTo>
                  <a:pt x="3935" y="3057869"/>
                  <a:pt x="3578" y="3057511"/>
                  <a:pt x="3578" y="3057511"/>
                </a:cubicBezTo>
                <a:lnTo>
                  <a:pt x="46" y="3051369"/>
                </a:lnTo>
                <a:cubicBezTo>
                  <a:pt x="-57" y="3051165"/>
                  <a:pt x="46" y="3050703"/>
                  <a:pt x="46" y="3050703"/>
                </a:cubicBezTo>
                <a:lnTo>
                  <a:pt x="3578" y="3044562"/>
                </a:lnTo>
                <a:cubicBezTo>
                  <a:pt x="3731" y="3044357"/>
                  <a:pt x="4192" y="3044204"/>
                  <a:pt x="4192" y="3044204"/>
                </a:cubicBezTo>
                <a:lnTo>
                  <a:pt x="11254" y="3044204"/>
                </a:lnTo>
                <a:cubicBezTo>
                  <a:pt x="11511" y="3044204"/>
                  <a:pt x="11868" y="3044562"/>
                  <a:pt x="11868" y="3044562"/>
                </a:cubicBezTo>
                <a:lnTo>
                  <a:pt x="15400" y="3050703"/>
                </a:lnTo>
                <a:cubicBezTo>
                  <a:pt x="15503" y="3050908"/>
                  <a:pt x="15400" y="3051369"/>
                  <a:pt x="15400" y="3051369"/>
                </a:cubicBezTo>
                <a:lnTo>
                  <a:pt x="11868" y="3057511"/>
                </a:lnTo>
                <a:cubicBezTo>
                  <a:pt x="11716" y="3057716"/>
                  <a:pt x="11254" y="3057869"/>
                  <a:pt x="11254" y="3057869"/>
                </a:cubicBezTo>
                <a:close/>
                <a:moveTo>
                  <a:pt x="209480" y="3057869"/>
                </a:moveTo>
                <a:lnTo>
                  <a:pt x="202416" y="3057869"/>
                </a:lnTo>
                <a:cubicBezTo>
                  <a:pt x="202160" y="3057869"/>
                  <a:pt x="201803" y="3057511"/>
                  <a:pt x="201803" y="3057511"/>
                </a:cubicBezTo>
                <a:lnTo>
                  <a:pt x="198270" y="3051369"/>
                </a:lnTo>
                <a:cubicBezTo>
                  <a:pt x="198168" y="3051165"/>
                  <a:pt x="198270" y="3050703"/>
                  <a:pt x="198270" y="3050703"/>
                </a:cubicBezTo>
                <a:lnTo>
                  <a:pt x="201803" y="3044562"/>
                </a:lnTo>
                <a:cubicBezTo>
                  <a:pt x="201955" y="3044357"/>
                  <a:pt x="202416" y="3044204"/>
                  <a:pt x="202416" y="3044204"/>
                </a:cubicBezTo>
                <a:lnTo>
                  <a:pt x="209480" y="3044204"/>
                </a:lnTo>
                <a:cubicBezTo>
                  <a:pt x="209735" y="3044204"/>
                  <a:pt x="210094" y="3044562"/>
                  <a:pt x="210094" y="3044562"/>
                </a:cubicBezTo>
                <a:lnTo>
                  <a:pt x="213625" y="3050703"/>
                </a:lnTo>
                <a:cubicBezTo>
                  <a:pt x="213727" y="3050908"/>
                  <a:pt x="213625" y="3051369"/>
                  <a:pt x="213625" y="3051369"/>
                </a:cubicBezTo>
                <a:lnTo>
                  <a:pt x="210094" y="3057511"/>
                </a:lnTo>
                <a:cubicBezTo>
                  <a:pt x="209940" y="3057716"/>
                  <a:pt x="209480" y="3057869"/>
                  <a:pt x="209480" y="3057869"/>
                </a:cubicBezTo>
                <a:close/>
                <a:moveTo>
                  <a:pt x="407754" y="3057869"/>
                </a:moveTo>
                <a:lnTo>
                  <a:pt x="400692" y="3057869"/>
                </a:lnTo>
                <a:cubicBezTo>
                  <a:pt x="400436" y="3057869"/>
                  <a:pt x="400078" y="3057511"/>
                  <a:pt x="400078" y="3057511"/>
                </a:cubicBezTo>
                <a:lnTo>
                  <a:pt x="396546" y="3051369"/>
                </a:lnTo>
                <a:cubicBezTo>
                  <a:pt x="396444" y="3051165"/>
                  <a:pt x="396546" y="3050703"/>
                  <a:pt x="396546" y="3050703"/>
                </a:cubicBezTo>
                <a:lnTo>
                  <a:pt x="400078" y="3044562"/>
                </a:lnTo>
                <a:cubicBezTo>
                  <a:pt x="400231" y="3044357"/>
                  <a:pt x="400692" y="3044204"/>
                  <a:pt x="400692" y="3044204"/>
                </a:cubicBezTo>
                <a:lnTo>
                  <a:pt x="407754" y="3044204"/>
                </a:lnTo>
                <a:cubicBezTo>
                  <a:pt x="408011" y="3044204"/>
                  <a:pt x="408369" y="3044562"/>
                  <a:pt x="408369" y="3044562"/>
                </a:cubicBezTo>
                <a:lnTo>
                  <a:pt x="411900" y="3050703"/>
                </a:lnTo>
                <a:cubicBezTo>
                  <a:pt x="412002" y="3050908"/>
                  <a:pt x="411900" y="3051369"/>
                  <a:pt x="411900" y="3051369"/>
                </a:cubicBezTo>
                <a:lnTo>
                  <a:pt x="408369" y="3057511"/>
                </a:lnTo>
                <a:cubicBezTo>
                  <a:pt x="408214" y="3057716"/>
                  <a:pt x="407754" y="3057869"/>
                  <a:pt x="407754" y="3057869"/>
                </a:cubicBezTo>
                <a:close/>
                <a:moveTo>
                  <a:pt x="605979" y="3057869"/>
                </a:moveTo>
                <a:lnTo>
                  <a:pt x="598916" y="3057869"/>
                </a:lnTo>
                <a:cubicBezTo>
                  <a:pt x="598661" y="3057869"/>
                  <a:pt x="598302" y="3057511"/>
                  <a:pt x="598302" y="3057511"/>
                </a:cubicBezTo>
                <a:lnTo>
                  <a:pt x="594770" y="3051369"/>
                </a:lnTo>
                <a:cubicBezTo>
                  <a:pt x="594668" y="3051165"/>
                  <a:pt x="594770" y="3050703"/>
                  <a:pt x="594770" y="3050703"/>
                </a:cubicBezTo>
                <a:lnTo>
                  <a:pt x="598302" y="3044562"/>
                </a:lnTo>
                <a:cubicBezTo>
                  <a:pt x="598455" y="3044357"/>
                  <a:pt x="598916" y="3044204"/>
                  <a:pt x="598916" y="3044204"/>
                </a:cubicBezTo>
                <a:lnTo>
                  <a:pt x="605979" y="3044204"/>
                </a:lnTo>
                <a:cubicBezTo>
                  <a:pt x="606235" y="3044204"/>
                  <a:pt x="606593" y="3044562"/>
                  <a:pt x="606593" y="3044562"/>
                </a:cubicBezTo>
                <a:lnTo>
                  <a:pt x="610125" y="3050703"/>
                </a:lnTo>
                <a:cubicBezTo>
                  <a:pt x="610227" y="3050908"/>
                  <a:pt x="610125" y="3051369"/>
                  <a:pt x="610125" y="3051369"/>
                </a:cubicBezTo>
                <a:lnTo>
                  <a:pt x="606593" y="3057511"/>
                </a:lnTo>
                <a:cubicBezTo>
                  <a:pt x="606440" y="3057716"/>
                  <a:pt x="605979" y="3057869"/>
                  <a:pt x="605979" y="3057869"/>
                </a:cubicBezTo>
                <a:close/>
                <a:moveTo>
                  <a:pt x="804204" y="3057869"/>
                </a:moveTo>
                <a:lnTo>
                  <a:pt x="797140" y="3057869"/>
                </a:lnTo>
                <a:cubicBezTo>
                  <a:pt x="796886" y="3057869"/>
                  <a:pt x="796526" y="3057511"/>
                  <a:pt x="796526" y="3057511"/>
                </a:cubicBezTo>
                <a:lnTo>
                  <a:pt x="792995" y="3051369"/>
                </a:lnTo>
                <a:cubicBezTo>
                  <a:pt x="792893" y="3051165"/>
                  <a:pt x="792995" y="3050703"/>
                  <a:pt x="792995" y="3050703"/>
                </a:cubicBezTo>
                <a:lnTo>
                  <a:pt x="796526" y="3044562"/>
                </a:lnTo>
                <a:cubicBezTo>
                  <a:pt x="796680" y="3044357"/>
                  <a:pt x="797140" y="3044204"/>
                  <a:pt x="797140" y="3044204"/>
                </a:cubicBezTo>
                <a:lnTo>
                  <a:pt x="804204" y="3044204"/>
                </a:lnTo>
                <a:cubicBezTo>
                  <a:pt x="804460" y="3044204"/>
                  <a:pt x="804818" y="3044562"/>
                  <a:pt x="804818" y="3044562"/>
                </a:cubicBezTo>
                <a:lnTo>
                  <a:pt x="808350" y="3050703"/>
                </a:lnTo>
                <a:cubicBezTo>
                  <a:pt x="808452" y="3050908"/>
                  <a:pt x="808350" y="3051369"/>
                  <a:pt x="808350" y="3051369"/>
                </a:cubicBezTo>
                <a:lnTo>
                  <a:pt x="804818" y="3057511"/>
                </a:lnTo>
                <a:cubicBezTo>
                  <a:pt x="804665" y="3057716"/>
                  <a:pt x="804204" y="3057869"/>
                  <a:pt x="804204" y="3057869"/>
                </a:cubicBezTo>
                <a:close/>
                <a:moveTo>
                  <a:pt x="1002428" y="3057869"/>
                </a:moveTo>
                <a:lnTo>
                  <a:pt x="995366" y="3057869"/>
                </a:lnTo>
                <a:cubicBezTo>
                  <a:pt x="995110" y="3057869"/>
                  <a:pt x="994752" y="3057511"/>
                  <a:pt x="994752" y="3057511"/>
                </a:cubicBezTo>
                <a:lnTo>
                  <a:pt x="991220" y="3051369"/>
                </a:lnTo>
                <a:cubicBezTo>
                  <a:pt x="991117" y="3051165"/>
                  <a:pt x="991220" y="3050703"/>
                  <a:pt x="991220" y="3050703"/>
                </a:cubicBezTo>
                <a:lnTo>
                  <a:pt x="994752" y="3044562"/>
                </a:lnTo>
                <a:cubicBezTo>
                  <a:pt x="994905" y="3044357"/>
                  <a:pt x="995366" y="3044204"/>
                  <a:pt x="995366" y="3044204"/>
                </a:cubicBezTo>
                <a:lnTo>
                  <a:pt x="1002428" y="3044204"/>
                </a:lnTo>
                <a:cubicBezTo>
                  <a:pt x="1002685" y="3044204"/>
                  <a:pt x="1003042" y="3044562"/>
                  <a:pt x="1003042" y="3044562"/>
                </a:cubicBezTo>
                <a:lnTo>
                  <a:pt x="1006574" y="3050703"/>
                </a:lnTo>
                <a:cubicBezTo>
                  <a:pt x="1006677" y="3050908"/>
                  <a:pt x="1006574" y="3051369"/>
                  <a:pt x="1006574" y="3051369"/>
                </a:cubicBezTo>
                <a:lnTo>
                  <a:pt x="1003042" y="3057511"/>
                </a:lnTo>
                <a:cubicBezTo>
                  <a:pt x="1002889" y="3057716"/>
                  <a:pt x="1002428" y="3057869"/>
                  <a:pt x="1002428" y="3057869"/>
                </a:cubicBezTo>
                <a:close/>
                <a:moveTo>
                  <a:pt x="1200704" y="3057869"/>
                </a:moveTo>
                <a:lnTo>
                  <a:pt x="1193642" y="3057869"/>
                </a:lnTo>
                <a:cubicBezTo>
                  <a:pt x="1193386" y="3057869"/>
                  <a:pt x="1193028" y="3057511"/>
                  <a:pt x="1193028" y="3057511"/>
                </a:cubicBezTo>
                <a:lnTo>
                  <a:pt x="1189495" y="3051369"/>
                </a:lnTo>
                <a:cubicBezTo>
                  <a:pt x="1189393" y="3051165"/>
                  <a:pt x="1189495" y="3050703"/>
                  <a:pt x="1189495" y="3050703"/>
                </a:cubicBezTo>
                <a:lnTo>
                  <a:pt x="1193028" y="3044562"/>
                </a:lnTo>
                <a:cubicBezTo>
                  <a:pt x="1193180" y="3044357"/>
                  <a:pt x="1193642" y="3044204"/>
                  <a:pt x="1193642" y="3044204"/>
                </a:cubicBezTo>
                <a:lnTo>
                  <a:pt x="1200704" y="3044204"/>
                </a:lnTo>
                <a:cubicBezTo>
                  <a:pt x="1200960" y="3044204"/>
                  <a:pt x="1201318" y="3044562"/>
                  <a:pt x="1201318" y="3044562"/>
                </a:cubicBezTo>
                <a:lnTo>
                  <a:pt x="1204850" y="3050703"/>
                </a:lnTo>
                <a:cubicBezTo>
                  <a:pt x="1204952" y="3050908"/>
                  <a:pt x="1204850" y="3051369"/>
                  <a:pt x="1204850" y="3051369"/>
                </a:cubicBezTo>
                <a:lnTo>
                  <a:pt x="1201318" y="3057511"/>
                </a:lnTo>
                <a:cubicBezTo>
                  <a:pt x="1201165" y="3057716"/>
                  <a:pt x="1200704" y="3057869"/>
                  <a:pt x="1200704" y="3057869"/>
                </a:cubicBezTo>
                <a:close/>
                <a:moveTo>
                  <a:pt x="1398928" y="3057869"/>
                </a:moveTo>
                <a:lnTo>
                  <a:pt x="1391866" y="3057869"/>
                </a:lnTo>
                <a:cubicBezTo>
                  <a:pt x="1391610" y="3057869"/>
                  <a:pt x="1391252" y="3057511"/>
                  <a:pt x="1391252" y="3057511"/>
                </a:cubicBezTo>
                <a:lnTo>
                  <a:pt x="1387720" y="3051369"/>
                </a:lnTo>
                <a:cubicBezTo>
                  <a:pt x="1387617" y="3051165"/>
                  <a:pt x="1387720" y="3050703"/>
                  <a:pt x="1387720" y="3050703"/>
                </a:cubicBezTo>
                <a:lnTo>
                  <a:pt x="1391252" y="3044562"/>
                </a:lnTo>
                <a:cubicBezTo>
                  <a:pt x="1391406" y="3044357"/>
                  <a:pt x="1391866" y="3044204"/>
                  <a:pt x="1391866" y="3044204"/>
                </a:cubicBezTo>
                <a:lnTo>
                  <a:pt x="1398928" y="3044204"/>
                </a:lnTo>
                <a:cubicBezTo>
                  <a:pt x="1399185" y="3044204"/>
                  <a:pt x="1399544" y="3044562"/>
                  <a:pt x="1399544" y="3044562"/>
                </a:cubicBezTo>
                <a:lnTo>
                  <a:pt x="1403074" y="3050703"/>
                </a:lnTo>
                <a:cubicBezTo>
                  <a:pt x="1403177" y="3050908"/>
                  <a:pt x="1403074" y="3051369"/>
                  <a:pt x="1403074" y="3051369"/>
                </a:cubicBezTo>
                <a:lnTo>
                  <a:pt x="1399544" y="3057511"/>
                </a:lnTo>
                <a:cubicBezTo>
                  <a:pt x="1399389" y="3057716"/>
                  <a:pt x="1398928" y="3057869"/>
                  <a:pt x="1398928" y="3057869"/>
                </a:cubicBezTo>
                <a:close/>
                <a:moveTo>
                  <a:pt x="1597154" y="3057869"/>
                </a:moveTo>
                <a:lnTo>
                  <a:pt x="1590090" y="3057869"/>
                </a:lnTo>
                <a:cubicBezTo>
                  <a:pt x="1589834" y="3057869"/>
                  <a:pt x="1589476" y="3057511"/>
                  <a:pt x="1589476" y="3057511"/>
                </a:cubicBezTo>
                <a:lnTo>
                  <a:pt x="1585944" y="3051369"/>
                </a:lnTo>
                <a:cubicBezTo>
                  <a:pt x="1585842" y="3051165"/>
                  <a:pt x="1585944" y="3050703"/>
                  <a:pt x="1585944" y="3050703"/>
                </a:cubicBezTo>
                <a:lnTo>
                  <a:pt x="1589476" y="3044562"/>
                </a:lnTo>
                <a:cubicBezTo>
                  <a:pt x="1589630" y="3044357"/>
                  <a:pt x="1590090" y="3044204"/>
                  <a:pt x="1590090" y="3044204"/>
                </a:cubicBezTo>
                <a:lnTo>
                  <a:pt x="1597154" y="3044204"/>
                </a:lnTo>
                <a:cubicBezTo>
                  <a:pt x="1597409" y="3044204"/>
                  <a:pt x="1597768" y="3044562"/>
                  <a:pt x="1597768" y="3044562"/>
                </a:cubicBezTo>
                <a:lnTo>
                  <a:pt x="1601298" y="3050703"/>
                </a:lnTo>
                <a:cubicBezTo>
                  <a:pt x="1601401" y="3050908"/>
                  <a:pt x="1601298" y="3051369"/>
                  <a:pt x="1601298" y="3051369"/>
                </a:cubicBezTo>
                <a:lnTo>
                  <a:pt x="1597768" y="3057511"/>
                </a:lnTo>
                <a:cubicBezTo>
                  <a:pt x="1597614" y="3057716"/>
                  <a:pt x="1597154" y="3057869"/>
                  <a:pt x="1597154" y="3057869"/>
                </a:cubicBezTo>
                <a:close/>
                <a:moveTo>
                  <a:pt x="1795378" y="3057869"/>
                </a:moveTo>
                <a:lnTo>
                  <a:pt x="1788315" y="3057869"/>
                </a:lnTo>
                <a:cubicBezTo>
                  <a:pt x="1788060" y="3057869"/>
                  <a:pt x="1787701" y="3057511"/>
                  <a:pt x="1787701" y="3057511"/>
                </a:cubicBezTo>
                <a:lnTo>
                  <a:pt x="1784170" y="3051369"/>
                </a:lnTo>
                <a:cubicBezTo>
                  <a:pt x="1784067" y="3051165"/>
                  <a:pt x="1784170" y="3050703"/>
                  <a:pt x="1784170" y="3050703"/>
                </a:cubicBezTo>
                <a:lnTo>
                  <a:pt x="1787701" y="3044562"/>
                </a:lnTo>
                <a:cubicBezTo>
                  <a:pt x="1787854" y="3044357"/>
                  <a:pt x="1788315" y="3044204"/>
                  <a:pt x="1788315" y="3044204"/>
                </a:cubicBezTo>
                <a:lnTo>
                  <a:pt x="1795378" y="3044204"/>
                </a:lnTo>
                <a:cubicBezTo>
                  <a:pt x="1795634" y="3044204"/>
                  <a:pt x="1795992" y="3044562"/>
                  <a:pt x="1795992" y="3044562"/>
                </a:cubicBezTo>
                <a:lnTo>
                  <a:pt x="1799524" y="3050703"/>
                </a:lnTo>
                <a:cubicBezTo>
                  <a:pt x="1799626" y="3050908"/>
                  <a:pt x="1799524" y="3051369"/>
                  <a:pt x="1799524" y="3051369"/>
                </a:cubicBezTo>
                <a:lnTo>
                  <a:pt x="1795992" y="3057511"/>
                </a:lnTo>
                <a:cubicBezTo>
                  <a:pt x="1795838" y="3057716"/>
                  <a:pt x="1795378" y="3057869"/>
                  <a:pt x="1795378" y="3057869"/>
                </a:cubicBezTo>
                <a:close/>
                <a:moveTo>
                  <a:pt x="1993654" y="3057869"/>
                </a:moveTo>
                <a:lnTo>
                  <a:pt x="1986590" y="3057869"/>
                </a:lnTo>
                <a:cubicBezTo>
                  <a:pt x="1986336" y="3057869"/>
                  <a:pt x="1985976" y="3057511"/>
                  <a:pt x="1985976" y="3057511"/>
                </a:cubicBezTo>
                <a:lnTo>
                  <a:pt x="1982445" y="3051369"/>
                </a:lnTo>
                <a:cubicBezTo>
                  <a:pt x="1982343" y="3051165"/>
                  <a:pt x="1982445" y="3050703"/>
                  <a:pt x="1982445" y="3050703"/>
                </a:cubicBezTo>
                <a:lnTo>
                  <a:pt x="1985976" y="3044562"/>
                </a:lnTo>
                <a:cubicBezTo>
                  <a:pt x="1986130" y="3044357"/>
                  <a:pt x="1986590" y="3044204"/>
                  <a:pt x="1986590" y="3044204"/>
                </a:cubicBezTo>
                <a:lnTo>
                  <a:pt x="1993654" y="3044204"/>
                </a:lnTo>
                <a:cubicBezTo>
                  <a:pt x="1993910" y="3044204"/>
                  <a:pt x="1994268" y="3044562"/>
                  <a:pt x="1994268" y="3044562"/>
                </a:cubicBezTo>
                <a:lnTo>
                  <a:pt x="1997800" y="3050703"/>
                </a:lnTo>
                <a:cubicBezTo>
                  <a:pt x="1997902" y="3050908"/>
                  <a:pt x="1997800" y="3051369"/>
                  <a:pt x="1997800" y="3051369"/>
                </a:cubicBezTo>
                <a:lnTo>
                  <a:pt x="1994268" y="3057511"/>
                </a:lnTo>
                <a:cubicBezTo>
                  <a:pt x="1994114" y="3057716"/>
                  <a:pt x="1993654" y="3057869"/>
                  <a:pt x="1993654" y="3057869"/>
                </a:cubicBezTo>
                <a:close/>
                <a:moveTo>
                  <a:pt x="7739996" y="3063568"/>
                </a:moveTo>
                <a:lnTo>
                  <a:pt x="7732934" y="3063568"/>
                </a:lnTo>
                <a:cubicBezTo>
                  <a:pt x="7732679" y="3063568"/>
                  <a:pt x="7732319" y="3063208"/>
                  <a:pt x="7732319" y="3063208"/>
                </a:cubicBezTo>
                <a:lnTo>
                  <a:pt x="7728787" y="3057068"/>
                </a:lnTo>
                <a:cubicBezTo>
                  <a:pt x="7728686" y="3056863"/>
                  <a:pt x="7728787" y="3056403"/>
                  <a:pt x="7728787" y="3056403"/>
                </a:cubicBezTo>
                <a:lnTo>
                  <a:pt x="7732319" y="3050259"/>
                </a:lnTo>
                <a:cubicBezTo>
                  <a:pt x="7732473" y="3050054"/>
                  <a:pt x="7732934" y="3049902"/>
                  <a:pt x="7732934" y="3049902"/>
                </a:cubicBezTo>
                <a:lnTo>
                  <a:pt x="7739996" y="3049902"/>
                </a:lnTo>
                <a:cubicBezTo>
                  <a:pt x="7740255" y="3049902"/>
                  <a:pt x="7740611" y="3050259"/>
                  <a:pt x="7740611" y="3050259"/>
                </a:cubicBezTo>
                <a:lnTo>
                  <a:pt x="7744143" y="3056403"/>
                </a:lnTo>
                <a:cubicBezTo>
                  <a:pt x="7744245" y="3056606"/>
                  <a:pt x="7744143" y="3057068"/>
                  <a:pt x="7744143" y="3057068"/>
                </a:cubicBezTo>
                <a:lnTo>
                  <a:pt x="7740611" y="3063208"/>
                </a:lnTo>
                <a:cubicBezTo>
                  <a:pt x="7740458" y="3063415"/>
                  <a:pt x="7739996" y="3063568"/>
                  <a:pt x="7739996" y="3063568"/>
                </a:cubicBezTo>
                <a:close/>
                <a:moveTo>
                  <a:pt x="2784284" y="3063570"/>
                </a:moveTo>
                <a:lnTo>
                  <a:pt x="2777221" y="3063570"/>
                </a:lnTo>
                <a:cubicBezTo>
                  <a:pt x="2776966" y="3063570"/>
                  <a:pt x="2776607" y="3063212"/>
                  <a:pt x="2776607" y="3063212"/>
                </a:cubicBezTo>
                <a:lnTo>
                  <a:pt x="2773075" y="3057071"/>
                </a:lnTo>
                <a:cubicBezTo>
                  <a:pt x="2772973" y="3056866"/>
                  <a:pt x="2773075" y="3056405"/>
                  <a:pt x="2773075" y="3056405"/>
                </a:cubicBezTo>
                <a:lnTo>
                  <a:pt x="2776607" y="3050262"/>
                </a:lnTo>
                <a:cubicBezTo>
                  <a:pt x="2776760" y="3050057"/>
                  <a:pt x="2777221" y="3049906"/>
                  <a:pt x="2777221" y="3049906"/>
                </a:cubicBezTo>
                <a:lnTo>
                  <a:pt x="2784284" y="3049906"/>
                </a:lnTo>
                <a:cubicBezTo>
                  <a:pt x="2784540" y="3049906"/>
                  <a:pt x="2784898" y="3050262"/>
                  <a:pt x="2784898" y="3050262"/>
                </a:cubicBezTo>
                <a:lnTo>
                  <a:pt x="2788430" y="3056405"/>
                </a:lnTo>
                <a:cubicBezTo>
                  <a:pt x="2788532" y="3056610"/>
                  <a:pt x="2788430" y="3057071"/>
                  <a:pt x="2788430" y="3057071"/>
                </a:cubicBezTo>
                <a:lnTo>
                  <a:pt x="2784898" y="3063212"/>
                </a:lnTo>
                <a:cubicBezTo>
                  <a:pt x="2784744" y="3063418"/>
                  <a:pt x="2784284" y="3063570"/>
                  <a:pt x="2784284" y="3063570"/>
                </a:cubicBezTo>
                <a:close/>
                <a:moveTo>
                  <a:pt x="9127718" y="3063571"/>
                </a:moveTo>
                <a:lnTo>
                  <a:pt x="9120656" y="3063571"/>
                </a:lnTo>
                <a:cubicBezTo>
                  <a:pt x="9120399" y="3063571"/>
                  <a:pt x="9120042" y="3063214"/>
                  <a:pt x="9120042" y="3063214"/>
                </a:cubicBezTo>
                <a:lnTo>
                  <a:pt x="9116509" y="3057071"/>
                </a:lnTo>
                <a:cubicBezTo>
                  <a:pt x="9116407" y="3056867"/>
                  <a:pt x="9116509" y="3056406"/>
                  <a:pt x="9116509" y="3056406"/>
                </a:cubicBezTo>
                <a:lnTo>
                  <a:pt x="9120042" y="3050263"/>
                </a:lnTo>
                <a:cubicBezTo>
                  <a:pt x="9120195" y="3050059"/>
                  <a:pt x="9120656" y="3049906"/>
                  <a:pt x="9120656" y="3049906"/>
                </a:cubicBezTo>
                <a:lnTo>
                  <a:pt x="9127718" y="3049906"/>
                </a:lnTo>
                <a:cubicBezTo>
                  <a:pt x="9127974" y="3049906"/>
                  <a:pt x="9128331" y="3050263"/>
                  <a:pt x="9128331" y="3050263"/>
                </a:cubicBezTo>
                <a:lnTo>
                  <a:pt x="9131865" y="3056406"/>
                </a:lnTo>
                <a:cubicBezTo>
                  <a:pt x="9131967" y="3056612"/>
                  <a:pt x="9131865" y="3057071"/>
                  <a:pt x="9131865" y="3057071"/>
                </a:cubicBezTo>
                <a:lnTo>
                  <a:pt x="9128331" y="3063214"/>
                </a:lnTo>
                <a:cubicBezTo>
                  <a:pt x="9128177" y="3063418"/>
                  <a:pt x="9127718" y="3063571"/>
                  <a:pt x="9127718" y="3063571"/>
                </a:cubicBezTo>
                <a:close/>
                <a:moveTo>
                  <a:pt x="4171959" y="3063573"/>
                </a:moveTo>
                <a:lnTo>
                  <a:pt x="4164896" y="3063573"/>
                </a:lnTo>
                <a:cubicBezTo>
                  <a:pt x="4164640" y="3063573"/>
                  <a:pt x="4164282" y="3063215"/>
                  <a:pt x="4164282" y="3063215"/>
                </a:cubicBezTo>
                <a:lnTo>
                  <a:pt x="4160751" y="3057072"/>
                </a:lnTo>
                <a:cubicBezTo>
                  <a:pt x="4160648" y="3056869"/>
                  <a:pt x="4160751" y="3056408"/>
                  <a:pt x="4160751" y="3056408"/>
                </a:cubicBezTo>
                <a:lnTo>
                  <a:pt x="4164282" y="3050265"/>
                </a:lnTo>
                <a:cubicBezTo>
                  <a:pt x="4164435" y="3050060"/>
                  <a:pt x="4164896" y="3049906"/>
                  <a:pt x="4164896" y="3049906"/>
                </a:cubicBezTo>
                <a:lnTo>
                  <a:pt x="4171959" y="3049906"/>
                </a:lnTo>
                <a:cubicBezTo>
                  <a:pt x="4172215" y="3049906"/>
                  <a:pt x="4172573" y="3050265"/>
                  <a:pt x="4172573" y="3050265"/>
                </a:cubicBezTo>
                <a:lnTo>
                  <a:pt x="4176105" y="3056408"/>
                </a:lnTo>
                <a:cubicBezTo>
                  <a:pt x="4176207" y="3056612"/>
                  <a:pt x="4176105" y="3057072"/>
                  <a:pt x="4176105" y="3057072"/>
                </a:cubicBezTo>
                <a:lnTo>
                  <a:pt x="4172573" y="3063215"/>
                </a:lnTo>
                <a:cubicBezTo>
                  <a:pt x="4172419" y="3063419"/>
                  <a:pt x="4171959" y="3063573"/>
                  <a:pt x="4171959" y="3063573"/>
                </a:cubicBezTo>
                <a:close/>
                <a:moveTo>
                  <a:pt x="3775459" y="3063574"/>
                </a:moveTo>
                <a:lnTo>
                  <a:pt x="3768396" y="3063574"/>
                </a:lnTo>
                <a:cubicBezTo>
                  <a:pt x="3768139" y="3063574"/>
                  <a:pt x="3767781" y="3063217"/>
                  <a:pt x="3767781" y="3063217"/>
                </a:cubicBezTo>
                <a:lnTo>
                  <a:pt x="3764249" y="3057074"/>
                </a:lnTo>
                <a:cubicBezTo>
                  <a:pt x="3764147" y="3056870"/>
                  <a:pt x="3764249" y="3056409"/>
                  <a:pt x="3764249" y="3056409"/>
                </a:cubicBezTo>
                <a:lnTo>
                  <a:pt x="3767781" y="3050266"/>
                </a:lnTo>
                <a:cubicBezTo>
                  <a:pt x="3767935" y="3050061"/>
                  <a:pt x="3768396" y="3049907"/>
                  <a:pt x="3768396" y="3049907"/>
                </a:cubicBezTo>
                <a:lnTo>
                  <a:pt x="3775459" y="3049907"/>
                </a:lnTo>
                <a:cubicBezTo>
                  <a:pt x="3775713" y="3049907"/>
                  <a:pt x="3776073" y="3050266"/>
                  <a:pt x="3776073" y="3050266"/>
                </a:cubicBezTo>
                <a:lnTo>
                  <a:pt x="3779604" y="3056409"/>
                </a:lnTo>
                <a:cubicBezTo>
                  <a:pt x="3779706" y="3056613"/>
                  <a:pt x="3779604" y="3057074"/>
                  <a:pt x="3779604" y="3057074"/>
                </a:cubicBezTo>
                <a:lnTo>
                  <a:pt x="3776073" y="3063217"/>
                </a:lnTo>
                <a:cubicBezTo>
                  <a:pt x="3775919" y="3063420"/>
                  <a:pt x="3775459" y="3063574"/>
                  <a:pt x="3775459" y="3063574"/>
                </a:cubicBezTo>
                <a:close/>
                <a:moveTo>
                  <a:pt x="3180784" y="3063576"/>
                </a:moveTo>
                <a:lnTo>
                  <a:pt x="3173721" y="3063576"/>
                </a:lnTo>
                <a:cubicBezTo>
                  <a:pt x="3173466" y="3063576"/>
                  <a:pt x="3173107" y="3063217"/>
                  <a:pt x="3173107" y="3063217"/>
                </a:cubicBezTo>
                <a:lnTo>
                  <a:pt x="3169576" y="3057075"/>
                </a:lnTo>
                <a:cubicBezTo>
                  <a:pt x="3169473" y="3056870"/>
                  <a:pt x="3169576" y="3056410"/>
                  <a:pt x="3169576" y="3056410"/>
                </a:cubicBezTo>
                <a:lnTo>
                  <a:pt x="3173107" y="3050268"/>
                </a:lnTo>
                <a:cubicBezTo>
                  <a:pt x="3173261" y="3050063"/>
                  <a:pt x="3173721" y="3049909"/>
                  <a:pt x="3173721" y="3049909"/>
                </a:cubicBezTo>
                <a:lnTo>
                  <a:pt x="3180784" y="3049909"/>
                </a:lnTo>
                <a:cubicBezTo>
                  <a:pt x="3181040" y="3049909"/>
                  <a:pt x="3181398" y="3050268"/>
                  <a:pt x="3181398" y="3050268"/>
                </a:cubicBezTo>
                <a:lnTo>
                  <a:pt x="3184931" y="3056410"/>
                </a:lnTo>
                <a:cubicBezTo>
                  <a:pt x="3185033" y="3056614"/>
                  <a:pt x="3184931" y="3057075"/>
                  <a:pt x="3184931" y="3057075"/>
                </a:cubicBezTo>
                <a:lnTo>
                  <a:pt x="3181398" y="3063217"/>
                </a:lnTo>
                <a:cubicBezTo>
                  <a:pt x="3181245" y="3063422"/>
                  <a:pt x="3180784" y="3063576"/>
                  <a:pt x="3180784" y="3063576"/>
                </a:cubicBezTo>
                <a:close/>
                <a:moveTo>
                  <a:pt x="2982559" y="3063577"/>
                </a:moveTo>
                <a:lnTo>
                  <a:pt x="2975496" y="3063577"/>
                </a:lnTo>
                <a:cubicBezTo>
                  <a:pt x="2975241" y="3063577"/>
                  <a:pt x="2974882" y="3063217"/>
                  <a:pt x="2974882" y="3063217"/>
                </a:cubicBezTo>
                <a:lnTo>
                  <a:pt x="2971351" y="3057076"/>
                </a:lnTo>
                <a:cubicBezTo>
                  <a:pt x="2971249" y="3056870"/>
                  <a:pt x="2971351" y="3056411"/>
                  <a:pt x="2971351" y="3056411"/>
                </a:cubicBezTo>
                <a:lnTo>
                  <a:pt x="2974882" y="3050268"/>
                </a:lnTo>
                <a:cubicBezTo>
                  <a:pt x="2975036" y="3050064"/>
                  <a:pt x="2975496" y="3049910"/>
                  <a:pt x="2975496" y="3049910"/>
                </a:cubicBezTo>
                <a:lnTo>
                  <a:pt x="2982559" y="3049910"/>
                </a:lnTo>
                <a:cubicBezTo>
                  <a:pt x="2982815" y="3049910"/>
                  <a:pt x="2983173" y="3050268"/>
                  <a:pt x="2983173" y="3050268"/>
                </a:cubicBezTo>
                <a:lnTo>
                  <a:pt x="2986706" y="3056411"/>
                </a:lnTo>
                <a:cubicBezTo>
                  <a:pt x="2986808" y="3056615"/>
                  <a:pt x="2986706" y="3057076"/>
                  <a:pt x="2986706" y="3057076"/>
                </a:cubicBezTo>
                <a:lnTo>
                  <a:pt x="2983173" y="3063217"/>
                </a:lnTo>
                <a:cubicBezTo>
                  <a:pt x="2983020" y="3063422"/>
                  <a:pt x="2982559" y="3063577"/>
                  <a:pt x="2982559" y="3063577"/>
                </a:cubicBezTo>
                <a:close/>
                <a:moveTo>
                  <a:pt x="5956083" y="3063577"/>
                </a:moveTo>
                <a:lnTo>
                  <a:pt x="5949019" y="3063577"/>
                </a:lnTo>
                <a:cubicBezTo>
                  <a:pt x="5948763" y="3063577"/>
                  <a:pt x="5948405" y="3063218"/>
                  <a:pt x="5948405" y="3063218"/>
                </a:cubicBezTo>
                <a:lnTo>
                  <a:pt x="5944873" y="3057077"/>
                </a:lnTo>
                <a:cubicBezTo>
                  <a:pt x="5944771" y="3056871"/>
                  <a:pt x="5944873" y="3056411"/>
                  <a:pt x="5944873" y="3056411"/>
                </a:cubicBezTo>
                <a:lnTo>
                  <a:pt x="5948405" y="3050269"/>
                </a:lnTo>
                <a:cubicBezTo>
                  <a:pt x="5948558" y="3050065"/>
                  <a:pt x="5949019" y="3049910"/>
                  <a:pt x="5949019" y="3049910"/>
                </a:cubicBezTo>
                <a:lnTo>
                  <a:pt x="5956083" y="3049910"/>
                </a:lnTo>
                <a:cubicBezTo>
                  <a:pt x="5956338" y="3049910"/>
                  <a:pt x="5956697" y="3050269"/>
                  <a:pt x="5956697" y="3050269"/>
                </a:cubicBezTo>
                <a:lnTo>
                  <a:pt x="5960227" y="3056411"/>
                </a:lnTo>
                <a:cubicBezTo>
                  <a:pt x="5960330" y="3056616"/>
                  <a:pt x="5960227" y="3057077"/>
                  <a:pt x="5960227" y="3057077"/>
                </a:cubicBezTo>
                <a:lnTo>
                  <a:pt x="5956697" y="3063218"/>
                </a:lnTo>
                <a:cubicBezTo>
                  <a:pt x="5956542" y="3063423"/>
                  <a:pt x="5956083" y="3063577"/>
                  <a:pt x="5956083" y="3063577"/>
                </a:cubicBezTo>
                <a:close/>
                <a:moveTo>
                  <a:pt x="9524180" y="3063577"/>
                </a:moveTo>
                <a:lnTo>
                  <a:pt x="9517116" y="3063577"/>
                </a:lnTo>
                <a:cubicBezTo>
                  <a:pt x="9516861" y="3063577"/>
                  <a:pt x="9516504" y="3063219"/>
                  <a:pt x="9516504" y="3063219"/>
                </a:cubicBezTo>
                <a:lnTo>
                  <a:pt x="9512972" y="3057078"/>
                </a:lnTo>
                <a:cubicBezTo>
                  <a:pt x="9512868" y="3056873"/>
                  <a:pt x="9512972" y="3056411"/>
                  <a:pt x="9512972" y="3056411"/>
                </a:cubicBezTo>
                <a:lnTo>
                  <a:pt x="9516504" y="3050269"/>
                </a:lnTo>
                <a:cubicBezTo>
                  <a:pt x="9516655" y="3050065"/>
                  <a:pt x="9517116" y="3049911"/>
                  <a:pt x="9517116" y="3049911"/>
                </a:cubicBezTo>
                <a:lnTo>
                  <a:pt x="9524180" y="3049911"/>
                </a:lnTo>
                <a:cubicBezTo>
                  <a:pt x="9524437" y="3049911"/>
                  <a:pt x="9524795" y="3050269"/>
                  <a:pt x="9524795" y="3050269"/>
                </a:cubicBezTo>
                <a:lnTo>
                  <a:pt x="9528326" y="3056411"/>
                </a:lnTo>
                <a:cubicBezTo>
                  <a:pt x="9528429" y="3056616"/>
                  <a:pt x="9528326" y="3057078"/>
                  <a:pt x="9528326" y="3057078"/>
                </a:cubicBezTo>
                <a:lnTo>
                  <a:pt x="9524795" y="3063219"/>
                </a:lnTo>
                <a:cubicBezTo>
                  <a:pt x="9524639" y="3063424"/>
                  <a:pt x="9524180" y="3063577"/>
                  <a:pt x="9524180" y="3063577"/>
                </a:cubicBezTo>
                <a:close/>
                <a:moveTo>
                  <a:pt x="9920684" y="3063580"/>
                </a:moveTo>
                <a:lnTo>
                  <a:pt x="9913622" y="3063580"/>
                </a:lnTo>
                <a:cubicBezTo>
                  <a:pt x="9913366" y="3063580"/>
                  <a:pt x="9913007" y="3063223"/>
                  <a:pt x="9913007" y="3063223"/>
                </a:cubicBezTo>
                <a:lnTo>
                  <a:pt x="9909476" y="3057081"/>
                </a:lnTo>
                <a:cubicBezTo>
                  <a:pt x="9909374" y="3056877"/>
                  <a:pt x="9909476" y="3056415"/>
                  <a:pt x="9909476" y="3056415"/>
                </a:cubicBezTo>
                <a:lnTo>
                  <a:pt x="9913007" y="3050273"/>
                </a:lnTo>
                <a:cubicBezTo>
                  <a:pt x="9913161" y="3050067"/>
                  <a:pt x="9913622" y="3049915"/>
                  <a:pt x="9913622" y="3049915"/>
                </a:cubicBezTo>
                <a:lnTo>
                  <a:pt x="9920684" y="3049915"/>
                </a:lnTo>
                <a:cubicBezTo>
                  <a:pt x="9920941" y="3049915"/>
                  <a:pt x="9921298" y="3050273"/>
                  <a:pt x="9921298" y="3050273"/>
                </a:cubicBezTo>
                <a:lnTo>
                  <a:pt x="9924831" y="3056415"/>
                </a:lnTo>
                <a:cubicBezTo>
                  <a:pt x="9924933" y="3056621"/>
                  <a:pt x="9924831" y="3057081"/>
                  <a:pt x="9924831" y="3057081"/>
                </a:cubicBezTo>
                <a:lnTo>
                  <a:pt x="9921298" y="3063223"/>
                </a:lnTo>
                <a:cubicBezTo>
                  <a:pt x="9921145" y="3063427"/>
                  <a:pt x="9920684" y="3063580"/>
                  <a:pt x="9920684" y="3063580"/>
                </a:cubicBezTo>
                <a:close/>
                <a:moveTo>
                  <a:pt x="5559633" y="3063591"/>
                </a:moveTo>
                <a:lnTo>
                  <a:pt x="5552569" y="3063591"/>
                </a:lnTo>
                <a:cubicBezTo>
                  <a:pt x="5552314" y="3063591"/>
                  <a:pt x="5551956" y="3063233"/>
                  <a:pt x="5551956" y="3063233"/>
                </a:cubicBezTo>
                <a:lnTo>
                  <a:pt x="5548424" y="3057092"/>
                </a:lnTo>
                <a:cubicBezTo>
                  <a:pt x="5548322" y="3056887"/>
                  <a:pt x="5548424" y="3056427"/>
                  <a:pt x="5548424" y="3056427"/>
                </a:cubicBezTo>
                <a:lnTo>
                  <a:pt x="5551956" y="3050284"/>
                </a:lnTo>
                <a:cubicBezTo>
                  <a:pt x="5552109" y="3050079"/>
                  <a:pt x="5552569" y="3049926"/>
                  <a:pt x="5552569" y="3049926"/>
                </a:cubicBezTo>
                <a:lnTo>
                  <a:pt x="5559633" y="3049926"/>
                </a:lnTo>
                <a:cubicBezTo>
                  <a:pt x="5559889" y="3049926"/>
                  <a:pt x="5560246" y="3050284"/>
                  <a:pt x="5560246" y="3050284"/>
                </a:cubicBezTo>
                <a:lnTo>
                  <a:pt x="5563779" y="3056427"/>
                </a:lnTo>
                <a:cubicBezTo>
                  <a:pt x="5563881" y="3056631"/>
                  <a:pt x="5563779" y="3057092"/>
                  <a:pt x="5563779" y="3057092"/>
                </a:cubicBezTo>
                <a:lnTo>
                  <a:pt x="5560246" y="3063233"/>
                </a:lnTo>
                <a:cubicBezTo>
                  <a:pt x="5560094" y="3063439"/>
                  <a:pt x="5559633" y="3063591"/>
                  <a:pt x="5559633" y="3063591"/>
                </a:cubicBezTo>
                <a:close/>
                <a:moveTo>
                  <a:pt x="6749031" y="3063591"/>
                </a:moveTo>
                <a:lnTo>
                  <a:pt x="6741967" y="3063591"/>
                </a:lnTo>
                <a:cubicBezTo>
                  <a:pt x="6741711" y="3063591"/>
                  <a:pt x="6741354" y="3063232"/>
                  <a:pt x="6741354" y="3063232"/>
                </a:cubicBezTo>
                <a:lnTo>
                  <a:pt x="6737823" y="3057089"/>
                </a:lnTo>
                <a:cubicBezTo>
                  <a:pt x="6737720" y="3056885"/>
                  <a:pt x="6737823" y="3056425"/>
                  <a:pt x="6737823" y="3056425"/>
                </a:cubicBezTo>
                <a:lnTo>
                  <a:pt x="6741354" y="3050282"/>
                </a:lnTo>
                <a:cubicBezTo>
                  <a:pt x="6741508" y="3050078"/>
                  <a:pt x="6741967" y="3049923"/>
                  <a:pt x="6741967" y="3049923"/>
                </a:cubicBezTo>
                <a:lnTo>
                  <a:pt x="6749031" y="3049923"/>
                </a:lnTo>
                <a:cubicBezTo>
                  <a:pt x="6749287" y="3049923"/>
                  <a:pt x="6749646" y="3050282"/>
                  <a:pt x="6749646" y="3050282"/>
                </a:cubicBezTo>
                <a:lnTo>
                  <a:pt x="6753177" y="3056425"/>
                </a:lnTo>
                <a:cubicBezTo>
                  <a:pt x="6753279" y="3056630"/>
                  <a:pt x="6753177" y="3057089"/>
                  <a:pt x="6753177" y="3057089"/>
                </a:cubicBezTo>
                <a:lnTo>
                  <a:pt x="6749646" y="3063232"/>
                </a:lnTo>
                <a:cubicBezTo>
                  <a:pt x="6749491" y="3063436"/>
                  <a:pt x="6749031" y="3063591"/>
                  <a:pt x="6749031" y="3063591"/>
                </a:cubicBezTo>
                <a:close/>
                <a:moveTo>
                  <a:pt x="8136574" y="3063591"/>
                </a:moveTo>
                <a:lnTo>
                  <a:pt x="8129510" y="3063591"/>
                </a:lnTo>
                <a:cubicBezTo>
                  <a:pt x="8129254" y="3063591"/>
                  <a:pt x="8128896" y="3063232"/>
                  <a:pt x="8128896" y="3063232"/>
                </a:cubicBezTo>
                <a:lnTo>
                  <a:pt x="8125364" y="3057091"/>
                </a:lnTo>
                <a:cubicBezTo>
                  <a:pt x="8125261" y="3056886"/>
                  <a:pt x="8125364" y="3056425"/>
                  <a:pt x="8125364" y="3056425"/>
                </a:cubicBezTo>
                <a:lnTo>
                  <a:pt x="8128896" y="3050283"/>
                </a:lnTo>
                <a:cubicBezTo>
                  <a:pt x="8129049" y="3050079"/>
                  <a:pt x="8129510" y="3049925"/>
                  <a:pt x="8129510" y="3049925"/>
                </a:cubicBezTo>
                <a:lnTo>
                  <a:pt x="8136574" y="3049925"/>
                </a:lnTo>
                <a:cubicBezTo>
                  <a:pt x="8136830" y="3049925"/>
                  <a:pt x="8137188" y="3050283"/>
                  <a:pt x="8137188" y="3050283"/>
                </a:cubicBezTo>
                <a:lnTo>
                  <a:pt x="8140719" y="3056425"/>
                </a:lnTo>
                <a:cubicBezTo>
                  <a:pt x="8140821" y="3056630"/>
                  <a:pt x="8140719" y="3057091"/>
                  <a:pt x="8140719" y="3057091"/>
                </a:cubicBezTo>
                <a:lnTo>
                  <a:pt x="8137188" y="3063232"/>
                </a:lnTo>
                <a:cubicBezTo>
                  <a:pt x="8137033" y="3063438"/>
                  <a:pt x="8136574" y="3063591"/>
                  <a:pt x="8136574" y="3063591"/>
                </a:cubicBezTo>
                <a:close/>
                <a:moveTo>
                  <a:pt x="6550807" y="3063592"/>
                </a:moveTo>
                <a:lnTo>
                  <a:pt x="6543744" y="3063592"/>
                </a:lnTo>
                <a:cubicBezTo>
                  <a:pt x="6543488" y="3063592"/>
                  <a:pt x="6543129" y="3063233"/>
                  <a:pt x="6543129" y="3063233"/>
                </a:cubicBezTo>
                <a:lnTo>
                  <a:pt x="6539598" y="3057093"/>
                </a:lnTo>
                <a:cubicBezTo>
                  <a:pt x="6539495" y="3056887"/>
                  <a:pt x="6539598" y="3056427"/>
                  <a:pt x="6539598" y="3056427"/>
                </a:cubicBezTo>
                <a:lnTo>
                  <a:pt x="6543129" y="3050284"/>
                </a:lnTo>
                <a:cubicBezTo>
                  <a:pt x="6543282" y="3050079"/>
                  <a:pt x="6543744" y="3049927"/>
                  <a:pt x="6543744" y="3049927"/>
                </a:cubicBezTo>
                <a:lnTo>
                  <a:pt x="6550807" y="3049927"/>
                </a:lnTo>
                <a:cubicBezTo>
                  <a:pt x="6551063" y="3049927"/>
                  <a:pt x="6551420" y="3050284"/>
                  <a:pt x="6551420" y="3050284"/>
                </a:cubicBezTo>
                <a:lnTo>
                  <a:pt x="6554953" y="3056427"/>
                </a:lnTo>
                <a:cubicBezTo>
                  <a:pt x="6555055" y="3056631"/>
                  <a:pt x="6554953" y="3057093"/>
                  <a:pt x="6554953" y="3057093"/>
                </a:cubicBezTo>
                <a:lnTo>
                  <a:pt x="6551420" y="3063233"/>
                </a:lnTo>
                <a:cubicBezTo>
                  <a:pt x="6551267" y="3063439"/>
                  <a:pt x="6550807" y="3063592"/>
                  <a:pt x="6550807" y="3063592"/>
                </a:cubicBezTo>
                <a:close/>
                <a:moveTo>
                  <a:pt x="10317153" y="3063594"/>
                </a:moveTo>
                <a:lnTo>
                  <a:pt x="10310092" y="3063594"/>
                </a:lnTo>
                <a:cubicBezTo>
                  <a:pt x="10309835" y="3063594"/>
                  <a:pt x="10309478" y="3063237"/>
                  <a:pt x="10309478" y="3063237"/>
                </a:cubicBezTo>
                <a:lnTo>
                  <a:pt x="10305946" y="3057095"/>
                </a:lnTo>
                <a:cubicBezTo>
                  <a:pt x="10305843" y="3056890"/>
                  <a:pt x="10305946" y="3056429"/>
                  <a:pt x="10305946" y="3056429"/>
                </a:cubicBezTo>
                <a:lnTo>
                  <a:pt x="10309478" y="3050287"/>
                </a:lnTo>
                <a:cubicBezTo>
                  <a:pt x="10309631" y="3050082"/>
                  <a:pt x="10310092" y="3049928"/>
                  <a:pt x="10310092" y="3049928"/>
                </a:cubicBezTo>
                <a:lnTo>
                  <a:pt x="10317153" y="3049928"/>
                </a:lnTo>
                <a:cubicBezTo>
                  <a:pt x="10317411" y="3049928"/>
                  <a:pt x="10317769" y="3050287"/>
                  <a:pt x="10317769" y="3050287"/>
                </a:cubicBezTo>
                <a:lnTo>
                  <a:pt x="10321300" y="3056429"/>
                </a:lnTo>
                <a:cubicBezTo>
                  <a:pt x="10321403" y="3056634"/>
                  <a:pt x="10321300" y="3057095"/>
                  <a:pt x="10321300" y="3057095"/>
                </a:cubicBezTo>
                <a:lnTo>
                  <a:pt x="10317769" y="3063237"/>
                </a:lnTo>
                <a:cubicBezTo>
                  <a:pt x="10317616" y="3063441"/>
                  <a:pt x="10317153" y="3063594"/>
                  <a:pt x="10317153" y="3063594"/>
                </a:cubicBezTo>
                <a:close/>
                <a:moveTo>
                  <a:pt x="4766683" y="3063595"/>
                </a:moveTo>
                <a:lnTo>
                  <a:pt x="4759621" y="3063595"/>
                </a:lnTo>
                <a:cubicBezTo>
                  <a:pt x="4759364" y="3063595"/>
                  <a:pt x="4759007" y="3063238"/>
                  <a:pt x="4759007" y="3063238"/>
                </a:cubicBezTo>
                <a:lnTo>
                  <a:pt x="4755475" y="3057096"/>
                </a:lnTo>
                <a:cubicBezTo>
                  <a:pt x="4755372" y="3056891"/>
                  <a:pt x="4755475" y="3056429"/>
                  <a:pt x="4755475" y="3056429"/>
                </a:cubicBezTo>
                <a:lnTo>
                  <a:pt x="4759007" y="3050287"/>
                </a:lnTo>
                <a:cubicBezTo>
                  <a:pt x="4759160" y="3050082"/>
                  <a:pt x="4759621" y="3049930"/>
                  <a:pt x="4759621" y="3049930"/>
                </a:cubicBezTo>
                <a:lnTo>
                  <a:pt x="4766683" y="3049930"/>
                </a:lnTo>
                <a:cubicBezTo>
                  <a:pt x="4766940" y="3049930"/>
                  <a:pt x="4767297" y="3050287"/>
                  <a:pt x="4767297" y="3050287"/>
                </a:cubicBezTo>
                <a:lnTo>
                  <a:pt x="4770829" y="3056429"/>
                </a:lnTo>
                <a:cubicBezTo>
                  <a:pt x="4770932" y="3056635"/>
                  <a:pt x="4770829" y="3057096"/>
                  <a:pt x="4770829" y="3057096"/>
                </a:cubicBezTo>
                <a:lnTo>
                  <a:pt x="4767297" y="3063238"/>
                </a:lnTo>
                <a:cubicBezTo>
                  <a:pt x="4767144" y="3063442"/>
                  <a:pt x="4766683" y="3063595"/>
                  <a:pt x="4766683" y="3063595"/>
                </a:cubicBezTo>
                <a:close/>
                <a:moveTo>
                  <a:pt x="6947256" y="3063599"/>
                </a:moveTo>
                <a:lnTo>
                  <a:pt x="6940193" y="3063599"/>
                </a:lnTo>
                <a:cubicBezTo>
                  <a:pt x="6939937" y="3063599"/>
                  <a:pt x="6939578" y="3063241"/>
                  <a:pt x="6939578" y="3063241"/>
                </a:cubicBezTo>
                <a:lnTo>
                  <a:pt x="6936048" y="3057100"/>
                </a:lnTo>
                <a:cubicBezTo>
                  <a:pt x="6935945" y="3056895"/>
                  <a:pt x="6936048" y="3056434"/>
                  <a:pt x="6936048" y="3056434"/>
                </a:cubicBezTo>
                <a:lnTo>
                  <a:pt x="6939578" y="3050291"/>
                </a:lnTo>
                <a:cubicBezTo>
                  <a:pt x="6939733" y="3050086"/>
                  <a:pt x="6940193" y="3049934"/>
                  <a:pt x="6940193" y="3049934"/>
                </a:cubicBezTo>
                <a:lnTo>
                  <a:pt x="6947256" y="3049934"/>
                </a:lnTo>
                <a:cubicBezTo>
                  <a:pt x="6947512" y="3049934"/>
                  <a:pt x="6947870" y="3050291"/>
                  <a:pt x="6947870" y="3050291"/>
                </a:cubicBezTo>
                <a:lnTo>
                  <a:pt x="6951402" y="3056434"/>
                </a:lnTo>
                <a:cubicBezTo>
                  <a:pt x="6951504" y="3056637"/>
                  <a:pt x="6951402" y="3057100"/>
                  <a:pt x="6951402" y="3057100"/>
                </a:cubicBezTo>
                <a:lnTo>
                  <a:pt x="6947870" y="3063241"/>
                </a:lnTo>
                <a:cubicBezTo>
                  <a:pt x="6947717" y="3063446"/>
                  <a:pt x="6947256" y="3063599"/>
                  <a:pt x="6947256" y="3063599"/>
                </a:cubicBezTo>
                <a:close/>
                <a:moveTo>
                  <a:pt x="4568408" y="3063602"/>
                </a:moveTo>
                <a:lnTo>
                  <a:pt x="4561345" y="3063602"/>
                </a:lnTo>
                <a:cubicBezTo>
                  <a:pt x="4561089" y="3063602"/>
                  <a:pt x="4560731" y="3063243"/>
                  <a:pt x="4560731" y="3063243"/>
                </a:cubicBezTo>
                <a:lnTo>
                  <a:pt x="4557199" y="3057102"/>
                </a:lnTo>
                <a:cubicBezTo>
                  <a:pt x="4557097" y="3056897"/>
                  <a:pt x="4557199" y="3056436"/>
                  <a:pt x="4557199" y="3056436"/>
                </a:cubicBezTo>
                <a:lnTo>
                  <a:pt x="4560731" y="3050294"/>
                </a:lnTo>
                <a:cubicBezTo>
                  <a:pt x="4560884" y="3050089"/>
                  <a:pt x="4561345" y="3049937"/>
                  <a:pt x="4561345" y="3049937"/>
                </a:cubicBezTo>
                <a:lnTo>
                  <a:pt x="4568408" y="3049937"/>
                </a:lnTo>
                <a:cubicBezTo>
                  <a:pt x="4568663" y="3049937"/>
                  <a:pt x="4569022" y="3050294"/>
                  <a:pt x="4569022" y="3050294"/>
                </a:cubicBezTo>
                <a:lnTo>
                  <a:pt x="4572554" y="3056436"/>
                </a:lnTo>
                <a:cubicBezTo>
                  <a:pt x="4572656" y="3056641"/>
                  <a:pt x="4572554" y="3057102"/>
                  <a:pt x="4572554" y="3057102"/>
                </a:cubicBezTo>
                <a:lnTo>
                  <a:pt x="4569022" y="3063243"/>
                </a:lnTo>
                <a:cubicBezTo>
                  <a:pt x="4568869" y="3063449"/>
                  <a:pt x="4568408" y="3063602"/>
                  <a:pt x="4568408" y="3063602"/>
                </a:cubicBezTo>
                <a:close/>
                <a:moveTo>
                  <a:pt x="6154307" y="3063602"/>
                </a:moveTo>
                <a:lnTo>
                  <a:pt x="6147243" y="3063602"/>
                </a:lnTo>
                <a:cubicBezTo>
                  <a:pt x="6146988" y="3063602"/>
                  <a:pt x="6146629" y="3063243"/>
                  <a:pt x="6146629" y="3063243"/>
                </a:cubicBezTo>
                <a:lnTo>
                  <a:pt x="6143098" y="3057103"/>
                </a:lnTo>
                <a:cubicBezTo>
                  <a:pt x="6142996" y="3056897"/>
                  <a:pt x="6143098" y="3056437"/>
                  <a:pt x="6143098" y="3056437"/>
                </a:cubicBezTo>
                <a:lnTo>
                  <a:pt x="6146629" y="3050294"/>
                </a:lnTo>
                <a:cubicBezTo>
                  <a:pt x="6146783" y="3050090"/>
                  <a:pt x="6147243" y="3049937"/>
                  <a:pt x="6147243" y="3049937"/>
                </a:cubicBezTo>
                <a:lnTo>
                  <a:pt x="6154307" y="3049937"/>
                </a:lnTo>
                <a:cubicBezTo>
                  <a:pt x="6154562" y="3049937"/>
                  <a:pt x="6154921" y="3050294"/>
                  <a:pt x="6154921" y="3050294"/>
                </a:cubicBezTo>
                <a:lnTo>
                  <a:pt x="6158453" y="3056437"/>
                </a:lnTo>
                <a:cubicBezTo>
                  <a:pt x="6158554" y="3056641"/>
                  <a:pt x="6158453" y="3057103"/>
                  <a:pt x="6158453" y="3057103"/>
                </a:cubicBezTo>
                <a:lnTo>
                  <a:pt x="6154921" y="3063243"/>
                </a:lnTo>
                <a:cubicBezTo>
                  <a:pt x="6154768" y="3063449"/>
                  <a:pt x="6154307" y="3063602"/>
                  <a:pt x="6154307" y="3063602"/>
                </a:cubicBezTo>
                <a:close/>
                <a:moveTo>
                  <a:pt x="7938312" y="3063602"/>
                </a:moveTo>
                <a:lnTo>
                  <a:pt x="7931248" y="3063602"/>
                </a:lnTo>
                <a:cubicBezTo>
                  <a:pt x="7930992" y="3063602"/>
                  <a:pt x="7930635" y="3063244"/>
                  <a:pt x="7930635" y="3063244"/>
                </a:cubicBezTo>
                <a:lnTo>
                  <a:pt x="7927102" y="3057103"/>
                </a:lnTo>
                <a:cubicBezTo>
                  <a:pt x="7927001" y="3056898"/>
                  <a:pt x="7927102" y="3056437"/>
                  <a:pt x="7927102" y="3056437"/>
                </a:cubicBezTo>
                <a:lnTo>
                  <a:pt x="7930635" y="3050295"/>
                </a:lnTo>
                <a:cubicBezTo>
                  <a:pt x="7930788" y="3050090"/>
                  <a:pt x="7931248" y="3049937"/>
                  <a:pt x="7931248" y="3049937"/>
                </a:cubicBezTo>
                <a:lnTo>
                  <a:pt x="7938312" y="3049937"/>
                </a:lnTo>
                <a:cubicBezTo>
                  <a:pt x="7938568" y="3049937"/>
                  <a:pt x="7938926" y="3050295"/>
                  <a:pt x="7938926" y="3050295"/>
                </a:cubicBezTo>
                <a:lnTo>
                  <a:pt x="7942458" y="3056437"/>
                </a:lnTo>
                <a:cubicBezTo>
                  <a:pt x="7942560" y="3056642"/>
                  <a:pt x="7942458" y="3057103"/>
                  <a:pt x="7942458" y="3057103"/>
                </a:cubicBezTo>
                <a:lnTo>
                  <a:pt x="7938926" y="3063244"/>
                </a:lnTo>
                <a:cubicBezTo>
                  <a:pt x="7938771" y="3063450"/>
                  <a:pt x="7938312" y="3063602"/>
                  <a:pt x="7938312" y="3063602"/>
                </a:cubicBezTo>
                <a:close/>
                <a:moveTo>
                  <a:pt x="9722504" y="3063603"/>
                </a:moveTo>
                <a:lnTo>
                  <a:pt x="9715441" y="3063603"/>
                </a:lnTo>
                <a:cubicBezTo>
                  <a:pt x="9715185" y="3063603"/>
                  <a:pt x="9714827" y="3063245"/>
                  <a:pt x="9714827" y="3063245"/>
                </a:cubicBezTo>
                <a:lnTo>
                  <a:pt x="9711295" y="3057103"/>
                </a:lnTo>
                <a:cubicBezTo>
                  <a:pt x="9711193" y="3056898"/>
                  <a:pt x="9711295" y="3056437"/>
                  <a:pt x="9711295" y="3056437"/>
                </a:cubicBezTo>
                <a:lnTo>
                  <a:pt x="9714827" y="3050295"/>
                </a:lnTo>
                <a:cubicBezTo>
                  <a:pt x="9714980" y="3050091"/>
                  <a:pt x="9715441" y="3049937"/>
                  <a:pt x="9715441" y="3049937"/>
                </a:cubicBezTo>
                <a:lnTo>
                  <a:pt x="9722504" y="3049937"/>
                </a:lnTo>
                <a:cubicBezTo>
                  <a:pt x="9722759" y="3049937"/>
                  <a:pt x="9723118" y="3050295"/>
                  <a:pt x="9723118" y="3050295"/>
                </a:cubicBezTo>
                <a:lnTo>
                  <a:pt x="9726650" y="3056437"/>
                </a:lnTo>
                <a:cubicBezTo>
                  <a:pt x="9726752" y="3056643"/>
                  <a:pt x="9726650" y="3057103"/>
                  <a:pt x="9726650" y="3057103"/>
                </a:cubicBezTo>
                <a:lnTo>
                  <a:pt x="9723118" y="3063245"/>
                </a:lnTo>
                <a:cubicBezTo>
                  <a:pt x="9722964" y="3063450"/>
                  <a:pt x="9722504" y="3063603"/>
                  <a:pt x="9722504" y="3063603"/>
                </a:cubicBezTo>
                <a:close/>
                <a:moveTo>
                  <a:pt x="2189611" y="3063610"/>
                </a:moveTo>
                <a:lnTo>
                  <a:pt x="2182548" y="3063610"/>
                </a:lnTo>
                <a:cubicBezTo>
                  <a:pt x="2182291" y="3063610"/>
                  <a:pt x="2181933" y="3063252"/>
                  <a:pt x="2181933" y="3063252"/>
                </a:cubicBezTo>
                <a:lnTo>
                  <a:pt x="2178401" y="3057110"/>
                </a:lnTo>
                <a:cubicBezTo>
                  <a:pt x="2178299" y="3056905"/>
                  <a:pt x="2178401" y="3056445"/>
                  <a:pt x="2178401" y="3056445"/>
                </a:cubicBezTo>
                <a:lnTo>
                  <a:pt x="2181933" y="3050302"/>
                </a:lnTo>
                <a:cubicBezTo>
                  <a:pt x="2182087" y="3050098"/>
                  <a:pt x="2182548" y="3049945"/>
                  <a:pt x="2182548" y="3049945"/>
                </a:cubicBezTo>
                <a:lnTo>
                  <a:pt x="2189611" y="3049945"/>
                </a:lnTo>
                <a:cubicBezTo>
                  <a:pt x="2189865" y="3049945"/>
                  <a:pt x="2190225" y="3050302"/>
                  <a:pt x="2190225" y="3050302"/>
                </a:cubicBezTo>
                <a:lnTo>
                  <a:pt x="2193757" y="3056445"/>
                </a:lnTo>
                <a:cubicBezTo>
                  <a:pt x="2193859" y="3056649"/>
                  <a:pt x="2193757" y="3057110"/>
                  <a:pt x="2193757" y="3057110"/>
                </a:cubicBezTo>
                <a:lnTo>
                  <a:pt x="2190225" y="3063252"/>
                </a:lnTo>
                <a:cubicBezTo>
                  <a:pt x="2190071" y="3063457"/>
                  <a:pt x="2189611" y="3063610"/>
                  <a:pt x="2189611" y="3063610"/>
                </a:cubicBezTo>
                <a:close/>
                <a:moveTo>
                  <a:pt x="7541864" y="3063610"/>
                </a:moveTo>
                <a:lnTo>
                  <a:pt x="7534800" y="3063610"/>
                </a:lnTo>
                <a:cubicBezTo>
                  <a:pt x="7534543" y="3063610"/>
                  <a:pt x="7534186" y="3063252"/>
                  <a:pt x="7534186" y="3063252"/>
                </a:cubicBezTo>
                <a:lnTo>
                  <a:pt x="7530653" y="3057110"/>
                </a:lnTo>
                <a:cubicBezTo>
                  <a:pt x="7530551" y="3056905"/>
                  <a:pt x="7530653" y="3056445"/>
                  <a:pt x="7530653" y="3056445"/>
                </a:cubicBezTo>
                <a:lnTo>
                  <a:pt x="7534186" y="3050303"/>
                </a:lnTo>
                <a:cubicBezTo>
                  <a:pt x="7534339" y="3050098"/>
                  <a:pt x="7534800" y="3049945"/>
                  <a:pt x="7534800" y="3049945"/>
                </a:cubicBezTo>
                <a:lnTo>
                  <a:pt x="7541864" y="3049945"/>
                </a:lnTo>
                <a:cubicBezTo>
                  <a:pt x="7542119" y="3049945"/>
                  <a:pt x="7542478" y="3050303"/>
                  <a:pt x="7542478" y="3050303"/>
                </a:cubicBezTo>
                <a:lnTo>
                  <a:pt x="7546010" y="3056445"/>
                </a:lnTo>
                <a:cubicBezTo>
                  <a:pt x="7546112" y="3056650"/>
                  <a:pt x="7546010" y="3057110"/>
                  <a:pt x="7546010" y="3057110"/>
                </a:cubicBezTo>
                <a:lnTo>
                  <a:pt x="7542478" y="3063252"/>
                </a:lnTo>
                <a:cubicBezTo>
                  <a:pt x="7542324" y="3063457"/>
                  <a:pt x="7541864" y="3063610"/>
                  <a:pt x="7541864" y="3063610"/>
                </a:cubicBezTo>
                <a:close/>
                <a:moveTo>
                  <a:pt x="9326015" y="3063610"/>
                </a:moveTo>
                <a:lnTo>
                  <a:pt x="9318953" y="3063610"/>
                </a:lnTo>
                <a:cubicBezTo>
                  <a:pt x="9318697" y="3063610"/>
                  <a:pt x="9318337" y="3063252"/>
                  <a:pt x="9318337" y="3063252"/>
                </a:cubicBezTo>
                <a:lnTo>
                  <a:pt x="9314807" y="3057110"/>
                </a:lnTo>
                <a:cubicBezTo>
                  <a:pt x="9314705" y="3056905"/>
                  <a:pt x="9314807" y="3056445"/>
                  <a:pt x="9314807" y="3056445"/>
                </a:cubicBezTo>
                <a:lnTo>
                  <a:pt x="9318337" y="3050303"/>
                </a:lnTo>
                <a:cubicBezTo>
                  <a:pt x="9318491" y="3050098"/>
                  <a:pt x="9318953" y="3049945"/>
                  <a:pt x="9318953" y="3049945"/>
                </a:cubicBezTo>
                <a:lnTo>
                  <a:pt x="9326015" y="3049945"/>
                </a:lnTo>
                <a:cubicBezTo>
                  <a:pt x="9326272" y="3049945"/>
                  <a:pt x="9326630" y="3050303"/>
                  <a:pt x="9326630" y="3050303"/>
                </a:cubicBezTo>
                <a:lnTo>
                  <a:pt x="9330161" y="3056445"/>
                </a:lnTo>
                <a:cubicBezTo>
                  <a:pt x="9330263" y="3056650"/>
                  <a:pt x="9330161" y="3057110"/>
                  <a:pt x="9330161" y="3057110"/>
                </a:cubicBezTo>
                <a:lnTo>
                  <a:pt x="9326630" y="3063252"/>
                </a:lnTo>
                <a:cubicBezTo>
                  <a:pt x="9326476" y="3063457"/>
                  <a:pt x="9326015" y="3063610"/>
                  <a:pt x="9326015" y="3063610"/>
                </a:cubicBezTo>
                <a:close/>
                <a:moveTo>
                  <a:pt x="3379008" y="3063619"/>
                </a:moveTo>
                <a:lnTo>
                  <a:pt x="3371947" y="3063619"/>
                </a:lnTo>
                <a:cubicBezTo>
                  <a:pt x="3371690" y="3063619"/>
                  <a:pt x="3371332" y="3063259"/>
                  <a:pt x="3371332" y="3063259"/>
                </a:cubicBezTo>
                <a:lnTo>
                  <a:pt x="3367800" y="3057119"/>
                </a:lnTo>
                <a:cubicBezTo>
                  <a:pt x="3367697" y="3056913"/>
                  <a:pt x="3367800" y="3056454"/>
                  <a:pt x="3367800" y="3056454"/>
                </a:cubicBezTo>
                <a:lnTo>
                  <a:pt x="3371332" y="3050310"/>
                </a:lnTo>
                <a:cubicBezTo>
                  <a:pt x="3371485" y="3050107"/>
                  <a:pt x="3371947" y="3049953"/>
                  <a:pt x="3371947" y="3049953"/>
                </a:cubicBezTo>
                <a:lnTo>
                  <a:pt x="3379008" y="3049953"/>
                </a:lnTo>
                <a:cubicBezTo>
                  <a:pt x="3379265" y="3049953"/>
                  <a:pt x="3379624" y="3050310"/>
                  <a:pt x="3379624" y="3050310"/>
                </a:cubicBezTo>
                <a:lnTo>
                  <a:pt x="3383155" y="3056454"/>
                </a:lnTo>
                <a:cubicBezTo>
                  <a:pt x="3383257" y="3056658"/>
                  <a:pt x="3383155" y="3057119"/>
                  <a:pt x="3383155" y="3057119"/>
                </a:cubicBezTo>
                <a:lnTo>
                  <a:pt x="3379624" y="3063259"/>
                </a:lnTo>
                <a:cubicBezTo>
                  <a:pt x="3379470" y="3063465"/>
                  <a:pt x="3379008" y="3063619"/>
                  <a:pt x="3379008" y="3063619"/>
                </a:cubicBezTo>
                <a:close/>
                <a:moveTo>
                  <a:pt x="2586060" y="3063622"/>
                </a:moveTo>
                <a:lnTo>
                  <a:pt x="2578998" y="3063622"/>
                </a:lnTo>
                <a:cubicBezTo>
                  <a:pt x="2578740" y="3063622"/>
                  <a:pt x="2578383" y="3063264"/>
                  <a:pt x="2578383" y="3063264"/>
                </a:cubicBezTo>
                <a:lnTo>
                  <a:pt x="2574850" y="3057122"/>
                </a:lnTo>
                <a:cubicBezTo>
                  <a:pt x="2574749" y="3056918"/>
                  <a:pt x="2574850" y="3056457"/>
                  <a:pt x="2574850" y="3056457"/>
                </a:cubicBezTo>
                <a:lnTo>
                  <a:pt x="2578383" y="3050314"/>
                </a:lnTo>
                <a:cubicBezTo>
                  <a:pt x="2578536" y="3050110"/>
                  <a:pt x="2578998" y="3049955"/>
                  <a:pt x="2578998" y="3049955"/>
                </a:cubicBezTo>
                <a:lnTo>
                  <a:pt x="2586060" y="3049955"/>
                </a:lnTo>
                <a:cubicBezTo>
                  <a:pt x="2586316" y="3049955"/>
                  <a:pt x="2586674" y="3050314"/>
                  <a:pt x="2586674" y="3050314"/>
                </a:cubicBezTo>
                <a:lnTo>
                  <a:pt x="2590205" y="3056457"/>
                </a:lnTo>
                <a:cubicBezTo>
                  <a:pt x="2590308" y="3056662"/>
                  <a:pt x="2590205" y="3057122"/>
                  <a:pt x="2590205" y="3057122"/>
                </a:cubicBezTo>
                <a:lnTo>
                  <a:pt x="2586674" y="3063264"/>
                </a:lnTo>
                <a:cubicBezTo>
                  <a:pt x="2586520" y="3063468"/>
                  <a:pt x="2586060" y="3063622"/>
                  <a:pt x="2586060" y="3063622"/>
                </a:cubicBezTo>
                <a:close/>
                <a:moveTo>
                  <a:pt x="8533096" y="3063623"/>
                </a:moveTo>
                <a:lnTo>
                  <a:pt x="8526032" y="3063623"/>
                </a:lnTo>
                <a:cubicBezTo>
                  <a:pt x="8525776" y="3063623"/>
                  <a:pt x="8525417" y="3063265"/>
                  <a:pt x="8525417" y="3063265"/>
                </a:cubicBezTo>
                <a:lnTo>
                  <a:pt x="8521887" y="3057123"/>
                </a:lnTo>
                <a:cubicBezTo>
                  <a:pt x="8521784" y="3056919"/>
                  <a:pt x="8521887" y="3056457"/>
                  <a:pt x="8521887" y="3056457"/>
                </a:cubicBezTo>
                <a:lnTo>
                  <a:pt x="8525417" y="3050315"/>
                </a:lnTo>
                <a:cubicBezTo>
                  <a:pt x="8525571" y="3050110"/>
                  <a:pt x="8526032" y="3049957"/>
                  <a:pt x="8526032" y="3049957"/>
                </a:cubicBezTo>
                <a:lnTo>
                  <a:pt x="8533096" y="3049957"/>
                </a:lnTo>
                <a:cubicBezTo>
                  <a:pt x="8533351" y="3049957"/>
                  <a:pt x="8533710" y="3050315"/>
                  <a:pt x="8533710" y="3050315"/>
                </a:cubicBezTo>
                <a:lnTo>
                  <a:pt x="8537241" y="3056457"/>
                </a:lnTo>
                <a:cubicBezTo>
                  <a:pt x="8537343" y="3056662"/>
                  <a:pt x="8537241" y="3057123"/>
                  <a:pt x="8537241" y="3057123"/>
                </a:cubicBezTo>
                <a:lnTo>
                  <a:pt x="8533710" y="3063265"/>
                </a:lnTo>
                <a:cubicBezTo>
                  <a:pt x="8533556" y="3063470"/>
                  <a:pt x="8533096" y="3063623"/>
                  <a:pt x="8533096" y="3063623"/>
                </a:cubicBezTo>
                <a:close/>
                <a:moveTo>
                  <a:pt x="4964909" y="3063628"/>
                </a:moveTo>
                <a:lnTo>
                  <a:pt x="4957846" y="3063628"/>
                </a:lnTo>
                <a:cubicBezTo>
                  <a:pt x="4957589" y="3063628"/>
                  <a:pt x="4957232" y="3063270"/>
                  <a:pt x="4957232" y="3063270"/>
                </a:cubicBezTo>
                <a:lnTo>
                  <a:pt x="4953699" y="3057128"/>
                </a:lnTo>
                <a:cubicBezTo>
                  <a:pt x="4953597" y="3056923"/>
                  <a:pt x="4953699" y="3056463"/>
                  <a:pt x="4953699" y="3056463"/>
                </a:cubicBezTo>
                <a:lnTo>
                  <a:pt x="4957232" y="3050321"/>
                </a:lnTo>
                <a:cubicBezTo>
                  <a:pt x="4957384" y="3050116"/>
                  <a:pt x="4957846" y="3049962"/>
                  <a:pt x="4957846" y="3049962"/>
                </a:cubicBezTo>
                <a:lnTo>
                  <a:pt x="4964909" y="3049962"/>
                </a:lnTo>
                <a:cubicBezTo>
                  <a:pt x="4965164" y="3049962"/>
                  <a:pt x="4965523" y="3050321"/>
                  <a:pt x="4965523" y="3050321"/>
                </a:cubicBezTo>
                <a:lnTo>
                  <a:pt x="4969054" y="3056463"/>
                </a:lnTo>
                <a:cubicBezTo>
                  <a:pt x="4969156" y="3056669"/>
                  <a:pt x="4969054" y="3057128"/>
                  <a:pt x="4969054" y="3057128"/>
                </a:cubicBezTo>
                <a:lnTo>
                  <a:pt x="4965523" y="3063270"/>
                </a:lnTo>
                <a:cubicBezTo>
                  <a:pt x="4965369" y="3063475"/>
                  <a:pt x="4964909" y="3063628"/>
                  <a:pt x="4964909" y="3063628"/>
                </a:cubicBezTo>
                <a:close/>
                <a:moveTo>
                  <a:pt x="10118995" y="3063628"/>
                </a:moveTo>
                <a:lnTo>
                  <a:pt x="10111933" y="3063628"/>
                </a:lnTo>
                <a:cubicBezTo>
                  <a:pt x="10111677" y="3063628"/>
                  <a:pt x="10111318" y="3063270"/>
                  <a:pt x="10111318" y="3063270"/>
                </a:cubicBezTo>
                <a:lnTo>
                  <a:pt x="10107787" y="3057128"/>
                </a:lnTo>
                <a:cubicBezTo>
                  <a:pt x="10107685" y="3056923"/>
                  <a:pt x="10107787" y="3056462"/>
                  <a:pt x="10107787" y="3056462"/>
                </a:cubicBezTo>
                <a:lnTo>
                  <a:pt x="10111318" y="3050320"/>
                </a:lnTo>
                <a:cubicBezTo>
                  <a:pt x="10111472" y="3050115"/>
                  <a:pt x="10111933" y="3049962"/>
                  <a:pt x="10111933" y="3049962"/>
                </a:cubicBezTo>
                <a:lnTo>
                  <a:pt x="10118995" y="3049962"/>
                </a:lnTo>
                <a:cubicBezTo>
                  <a:pt x="10119253" y="3049962"/>
                  <a:pt x="10119610" y="3050320"/>
                  <a:pt x="10119610" y="3050320"/>
                </a:cubicBezTo>
                <a:lnTo>
                  <a:pt x="10123141" y="3056462"/>
                </a:lnTo>
                <a:cubicBezTo>
                  <a:pt x="10123243" y="3056668"/>
                  <a:pt x="10123141" y="3057128"/>
                  <a:pt x="10123141" y="3057128"/>
                </a:cubicBezTo>
                <a:lnTo>
                  <a:pt x="10119610" y="3063270"/>
                </a:lnTo>
                <a:cubicBezTo>
                  <a:pt x="10119457" y="3063475"/>
                  <a:pt x="10118995" y="3063628"/>
                  <a:pt x="10118995" y="3063628"/>
                </a:cubicBezTo>
                <a:close/>
                <a:moveTo>
                  <a:pt x="8929608" y="3063631"/>
                </a:moveTo>
                <a:lnTo>
                  <a:pt x="8922545" y="3063631"/>
                </a:lnTo>
                <a:cubicBezTo>
                  <a:pt x="8922290" y="3063631"/>
                  <a:pt x="8921931" y="3063273"/>
                  <a:pt x="8921931" y="3063273"/>
                </a:cubicBezTo>
                <a:lnTo>
                  <a:pt x="8918400" y="3057132"/>
                </a:lnTo>
                <a:cubicBezTo>
                  <a:pt x="8918298" y="3056927"/>
                  <a:pt x="8918400" y="3056466"/>
                  <a:pt x="8918400" y="3056466"/>
                </a:cubicBezTo>
                <a:lnTo>
                  <a:pt x="8921931" y="3050324"/>
                </a:lnTo>
                <a:cubicBezTo>
                  <a:pt x="8922085" y="3050119"/>
                  <a:pt x="8922545" y="3049966"/>
                  <a:pt x="8922545" y="3049966"/>
                </a:cubicBezTo>
                <a:lnTo>
                  <a:pt x="8929608" y="3049966"/>
                </a:lnTo>
                <a:cubicBezTo>
                  <a:pt x="8929863" y="3049966"/>
                  <a:pt x="8930223" y="3050324"/>
                  <a:pt x="8930223" y="3050324"/>
                </a:cubicBezTo>
                <a:lnTo>
                  <a:pt x="8933753" y="3056466"/>
                </a:lnTo>
                <a:cubicBezTo>
                  <a:pt x="8933856" y="3056671"/>
                  <a:pt x="8933753" y="3057132"/>
                  <a:pt x="8933753" y="3057132"/>
                </a:cubicBezTo>
                <a:lnTo>
                  <a:pt x="8930223" y="3063273"/>
                </a:lnTo>
                <a:cubicBezTo>
                  <a:pt x="8930069" y="3063478"/>
                  <a:pt x="8929608" y="3063631"/>
                  <a:pt x="8929608" y="3063631"/>
                </a:cubicBezTo>
                <a:close/>
                <a:moveTo>
                  <a:pt x="3577234" y="3063634"/>
                </a:moveTo>
                <a:lnTo>
                  <a:pt x="3570172" y="3063634"/>
                </a:lnTo>
                <a:cubicBezTo>
                  <a:pt x="3569914" y="3063634"/>
                  <a:pt x="3569557" y="3063275"/>
                  <a:pt x="3569557" y="3063275"/>
                </a:cubicBezTo>
                <a:lnTo>
                  <a:pt x="3566024" y="3057135"/>
                </a:lnTo>
                <a:cubicBezTo>
                  <a:pt x="3565922" y="3056929"/>
                  <a:pt x="3566024" y="3056468"/>
                  <a:pt x="3566024" y="3056468"/>
                </a:cubicBezTo>
                <a:lnTo>
                  <a:pt x="3569557" y="3050326"/>
                </a:lnTo>
                <a:cubicBezTo>
                  <a:pt x="3569709" y="3050121"/>
                  <a:pt x="3570172" y="3049967"/>
                  <a:pt x="3570172" y="3049967"/>
                </a:cubicBezTo>
                <a:lnTo>
                  <a:pt x="3577234" y="3049967"/>
                </a:lnTo>
                <a:cubicBezTo>
                  <a:pt x="3577489" y="3049967"/>
                  <a:pt x="3577848" y="3050326"/>
                  <a:pt x="3577848" y="3050326"/>
                </a:cubicBezTo>
                <a:lnTo>
                  <a:pt x="3581379" y="3056468"/>
                </a:lnTo>
                <a:cubicBezTo>
                  <a:pt x="3581481" y="3056672"/>
                  <a:pt x="3581379" y="3057135"/>
                  <a:pt x="3581379" y="3057135"/>
                </a:cubicBezTo>
                <a:lnTo>
                  <a:pt x="3577848" y="3063275"/>
                </a:lnTo>
                <a:cubicBezTo>
                  <a:pt x="3577694" y="3063481"/>
                  <a:pt x="3577234" y="3063634"/>
                  <a:pt x="3577234" y="3063634"/>
                </a:cubicBezTo>
                <a:close/>
                <a:moveTo>
                  <a:pt x="5361358" y="3063639"/>
                </a:moveTo>
                <a:lnTo>
                  <a:pt x="5354295" y="3063639"/>
                </a:lnTo>
                <a:cubicBezTo>
                  <a:pt x="5354038" y="3063639"/>
                  <a:pt x="5353680" y="3063281"/>
                  <a:pt x="5353680" y="3063281"/>
                </a:cubicBezTo>
                <a:lnTo>
                  <a:pt x="5350149" y="3057139"/>
                </a:lnTo>
                <a:cubicBezTo>
                  <a:pt x="5350047" y="3056935"/>
                  <a:pt x="5350149" y="3056474"/>
                  <a:pt x="5350149" y="3056474"/>
                </a:cubicBezTo>
                <a:lnTo>
                  <a:pt x="5353680" y="3050332"/>
                </a:lnTo>
                <a:cubicBezTo>
                  <a:pt x="5353835" y="3050127"/>
                  <a:pt x="5354295" y="3049973"/>
                  <a:pt x="5354295" y="3049973"/>
                </a:cubicBezTo>
                <a:lnTo>
                  <a:pt x="5361358" y="3049973"/>
                </a:lnTo>
                <a:cubicBezTo>
                  <a:pt x="5361614" y="3049973"/>
                  <a:pt x="5361972" y="3050332"/>
                  <a:pt x="5361972" y="3050332"/>
                </a:cubicBezTo>
                <a:lnTo>
                  <a:pt x="5365503" y="3056474"/>
                </a:lnTo>
                <a:cubicBezTo>
                  <a:pt x="5365606" y="3056679"/>
                  <a:pt x="5365503" y="3057139"/>
                  <a:pt x="5365503" y="3057139"/>
                </a:cubicBezTo>
                <a:lnTo>
                  <a:pt x="5361972" y="3063281"/>
                </a:lnTo>
                <a:cubicBezTo>
                  <a:pt x="5361818" y="3063485"/>
                  <a:pt x="5361358" y="3063639"/>
                  <a:pt x="5361358" y="3063639"/>
                </a:cubicBezTo>
                <a:close/>
                <a:moveTo>
                  <a:pt x="4370183" y="3063640"/>
                </a:moveTo>
                <a:lnTo>
                  <a:pt x="4363121" y="3063640"/>
                </a:lnTo>
                <a:cubicBezTo>
                  <a:pt x="4362864" y="3063640"/>
                  <a:pt x="4362506" y="3063282"/>
                  <a:pt x="4362506" y="3063282"/>
                </a:cubicBezTo>
                <a:lnTo>
                  <a:pt x="4358975" y="3057140"/>
                </a:lnTo>
                <a:cubicBezTo>
                  <a:pt x="4358872" y="3056936"/>
                  <a:pt x="4358975" y="3056475"/>
                  <a:pt x="4358975" y="3056475"/>
                </a:cubicBezTo>
                <a:lnTo>
                  <a:pt x="4362506" y="3050333"/>
                </a:lnTo>
                <a:cubicBezTo>
                  <a:pt x="4362660" y="3050127"/>
                  <a:pt x="4363121" y="3049973"/>
                  <a:pt x="4363121" y="3049973"/>
                </a:cubicBezTo>
                <a:lnTo>
                  <a:pt x="4370183" y="3049973"/>
                </a:lnTo>
                <a:cubicBezTo>
                  <a:pt x="4370439" y="3049973"/>
                  <a:pt x="4370797" y="3050333"/>
                  <a:pt x="4370797" y="3050333"/>
                </a:cubicBezTo>
                <a:lnTo>
                  <a:pt x="4374329" y="3056475"/>
                </a:lnTo>
                <a:cubicBezTo>
                  <a:pt x="4374432" y="3056680"/>
                  <a:pt x="4374329" y="3057140"/>
                  <a:pt x="4374329" y="3057140"/>
                </a:cubicBezTo>
                <a:lnTo>
                  <a:pt x="4370797" y="3063282"/>
                </a:lnTo>
                <a:cubicBezTo>
                  <a:pt x="4370643" y="3063486"/>
                  <a:pt x="4370183" y="3063640"/>
                  <a:pt x="4370183" y="3063640"/>
                </a:cubicBezTo>
                <a:close/>
                <a:moveTo>
                  <a:pt x="7343710" y="3063640"/>
                </a:moveTo>
                <a:lnTo>
                  <a:pt x="7336647" y="3063640"/>
                </a:lnTo>
                <a:cubicBezTo>
                  <a:pt x="7336391" y="3063640"/>
                  <a:pt x="7336033" y="3063283"/>
                  <a:pt x="7336033" y="3063283"/>
                </a:cubicBezTo>
                <a:lnTo>
                  <a:pt x="7332503" y="3057141"/>
                </a:lnTo>
                <a:cubicBezTo>
                  <a:pt x="7332400" y="3056937"/>
                  <a:pt x="7332503" y="3056476"/>
                  <a:pt x="7332503" y="3056476"/>
                </a:cubicBezTo>
                <a:lnTo>
                  <a:pt x="7336033" y="3050333"/>
                </a:lnTo>
                <a:cubicBezTo>
                  <a:pt x="7336187" y="3050128"/>
                  <a:pt x="7336647" y="3049974"/>
                  <a:pt x="7336647" y="3049974"/>
                </a:cubicBezTo>
                <a:lnTo>
                  <a:pt x="7343710" y="3049974"/>
                </a:lnTo>
                <a:cubicBezTo>
                  <a:pt x="7343968" y="3049974"/>
                  <a:pt x="7344324" y="3050333"/>
                  <a:pt x="7344324" y="3050333"/>
                </a:cubicBezTo>
                <a:lnTo>
                  <a:pt x="7347857" y="3056476"/>
                </a:lnTo>
                <a:cubicBezTo>
                  <a:pt x="7347959" y="3056680"/>
                  <a:pt x="7347857" y="3057141"/>
                  <a:pt x="7347857" y="3057141"/>
                </a:cubicBezTo>
                <a:lnTo>
                  <a:pt x="7344324" y="3063283"/>
                </a:lnTo>
                <a:cubicBezTo>
                  <a:pt x="7344171" y="3063487"/>
                  <a:pt x="7343710" y="3063640"/>
                  <a:pt x="7343710" y="3063640"/>
                </a:cubicBezTo>
                <a:close/>
                <a:moveTo>
                  <a:pt x="2387835" y="3063643"/>
                </a:moveTo>
                <a:lnTo>
                  <a:pt x="2380773" y="3063643"/>
                </a:lnTo>
                <a:cubicBezTo>
                  <a:pt x="2380515" y="3063643"/>
                  <a:pt x="2380159" y="3063284"/>
                  <a:pt x="2380159" y="3063284"/>
                </a:cubicBezTo>
                <a:lnTo>
                  <a:pt x="2376626" y="3057143"/>
                </a:lnTo>
                <a:cubicBezTo>
                  <a:pt x="2376523" y="3056937"/>
                  <a:pt x="2376626" y="3056478"/>
                  <a:pt x="2376626" y="3056478"/>
                </a:cubicBezTo>
                <a:lnTo>
                  <a:pt x="2380159" y="3050334"/>
                </a:lnTo>
                <a:cubicBezTo>
                  <a:pt x="2380312" y="3050130"/>
                  <a:pt x="2380773" y="3049977"/>
                  <a:pt x="2380773" y="3049977"/>
                </a:cubicBezTo>
                <a:lnTo>
                  <a:pt x="2387835" y="3049977"/>
                </a:lnTo>
                <a:cubicBezTo>
                  <a:pt x="2388091" y="3049977"/>
                  <a:pt x="2388449" y="3050334"/>
                  <a:pt x="2388449" y="3050334"/>
                </a:cubicBezTo>
                <a:lnTo>
                  <a:pt x="2391981" y="3056478"/>
                </a:lnTo>
                <a:cubicBezTo>
                  <a:pt x="2392083" y="3056681"/>
                  <a:pt x="2391981" y="3057143"/>
                  <a:pt x="2391981" y="3057143"/>
                </a:cubicBezTo>
                <a:lnTo>
                  <a:pt x="2388449" y="3063284"/>
                </a:lnTo>
                <a:cubicBezTo>
                  <a:pt x="2388296" y="3063489"/>
                  <a:pt x="2387835" y="3063643"/>
                  <a:pt x="2387835" y="3063643"/>
                </a:cubicBezTo>
                <a:close/>
                <a:moveTo>
                  <a:pt x="6352582" y="3063643"/>
                </a:moveTo>
                <a:lnTo>
                  <a:pt x="6345519" y="3063643"/>
                </a:lnTo>
                <a:cubicBezTo>
                  <a:pt x="6345263" y="3063643"/>
                  <a:pt x="6344904" y="3063284"/>
                  <a:pt x="6344904" y="3063284"/>
                </a:cubicBezTo>
                <a:lnTo>
                  <a:pt x="6341373" y="3057143"/>
                </a:lnTo>
                <a:cubicBezTo>
                  <a:pt x="6341271" y="3056938"/>
                  <a:pt x="6341373" y="3056478"/>
                  <a:pt x="6341373" y="3056478"/>
                </a:cubicBezTo>
                <a:lnTo>
                  <a:pt x="6344904" y="3050335"/>
                </a:lnTo>
                <a:cubicBezTo>
                  <a:pt x="6345058" y="3050130"/>
                  <a:pt x="6345519" y="3049977"/>
                  <a:pt x="6345519" y="3049977"/>
                </a:cubicBezTo>
                <a:lnTo>
                  <a:pt x="6352582" y="3049977"/>
                </a:lnTo>
                <a:cubicBezTo>
                  <a:pt x="6352838" y="3049977"/>
                  <a:pt x="6353196" y="3050335"/>
                  <a:pt x="6353196" y="3050335"/>
                </a:cubicBezTo>
                <a:lnTo>
                  <a:pt x="6356728" y="3056478"/>
                </a:lnTo>
                <a:cubicBezTo>
                  <a:pt x="6356830" y="3056682"/>
                  <a:pt x="6356728" y="3057143"/>
                  <a:pt x="6356728" y="3057143"/>
                </a:cubicBezTo>
                <a:lnTo>
                  <a:pt x="6353196" y="3063284"/>
                </a:lnTo>
                <a:cubicBezTo>
                  <a:pt x="6353043" y="3063489"/>
                  <a:pt x="6352582" y="3063643"/>
                  <a:pt x="6352582" y="3063643"/>
                </a:cubicBezTo>
                <a:close/>
                <a:moveTo>
                  <a:pt x="7145489" y="3063643"/>
                </a:moveTo>
                <a:lnTo>
                  <a:pt x="7138424" y="3063643"/>
                </a:lnTo>
                <a:cubicBezTo>
                  <a:pt x="7138169" y="3063643"/>
                  <a:pt x="7137812" y="3063285"/>
                  <a:pt x="7137812" y="3063285"/>
                </a:cubicBezTo>
                <a:lnTo>
                  <a:pt x="7134279" y="3057143"/>
                </a:lnTo>
                <a:cubicBezTo>
                  <a:pt x="7134178" y="3056938"/>
                  <a:pt x="7134279" y="3056478"/>
                  <a:pt x="7134279" y="3056478"/>
                </a:cubicBezTo>
                <a:lnTo>
                  <a:pt x="7137812" y="3050335"/>
                </a:lnTo>
                <a:cubicBezTo>
                  <a:pt x="7137964" y="3050130"/>
                  <a:pt x="7138424" y="3049977"/>
                  <a:pt x="7138424" y="3049977"/>
                </a:cubicBezTo>
                <a:lnTo>
                  <a:pt x="7145489" y="3049977"/>
                </a:lnTo>
                <a:cubicBezTo>
                  <a:pt x="7145744" y="3049977"/>
                  <a:pt x="7146103" y="3050335"/>
                  <a:pt x="7146103" y="3050335"/>
                </a:cubicBezTo>
                <a:lnTo>
                  <a:pt x="7149635" y="3056478"/>
                </a:lnTo>
                <a:cubicBezTo>
                  <a:pt x="7149736" y="3056682"/>
                  <a:pt x="7149635" y="3057143"/>
                  <a:pt x="7149635" y="3057143"/>
                </a:cubicBezTo>
                <a:lnTo>
                  <a:pt x="7146103" y="3063285"/>
                </a:lnTo>
                <a:cubicBezTo>
                  <a:pt x="7145949" y="3063490"/>
                  <a:pt x="7145489" y="3063643"/>
                  <a:pt x="7145489" y="3063643"/>
                </a:cubicBezTo>
                <a:close/>
                <a:moveTo>
                  <a:pt x="3973734" y="3063644"/>
                </a:moveTo>
                <a:lnTo>
                  <a:pt x="3966671" y="3063644"/>
                </a:lnTo>
                <a:cubicBezTo>
                  <a:pt x="3966415" y="3063644"/>
                  <a:pt x="3966057" y="3063286"/>
                  <a:pt x="3966057" y="3063286"/>
                </a:cubicBezTo>
                <a:lnTo>
                  <a:pt x="3962525" y="3057145"/>
                </a:lnTo>
                <a:cubicBezTo>
                  <a:pt x="3962423" y="3056940"/>
                  <a:pt x="3962525" y="3056479"/>
                  <a:pt x="3962525" y="3056479"/>
                </a:cubicBezTo>
                <a:lnTo>
                  <a:pt x="3966057" y="3050336"/>
                </a:lnTo>
                <a:cubicBezTo>
                  <a:pt x="3966211" y="3050132"/>
                  <a:pt x="3966671" y="3049979"/>
                  <a:pt x="3966671" y="3049979"/>
                </a:cubicBezTo>
                <a:lnTo>
                  <a:pt x="3973734" y="3049979"/>
                </a:lnTo>
                <a:cubicBezTo>
                  <a:pt x="3973990" y="3049979"/>
                  <a:pt x="3974348" y="3050336"/>
                  <a:pt x="3974348" y="3050336"/>
                </a:cubicBezTo>
                <a:lnTo>
                  <a:pt x="3977880" y="3056479"/>
                </a:lnTo>
                <a:cubicBezTo>
                  <a:pt x="3977982" y="3056685"/>
                  <a:pt x="3977880" y="3057145"/>
                  <a:pt x="3977880" y="3057145"/>
                </a:cubicBezTo>
                <a:lnTo>
                  <a:pt x="3974348" y="3063286"/>
                </a:lnTo>
                <a:cubicBezTo>
                  <a:pt x="3974195" y="3063492"/>
                  <a:pt x="3973734" y="3063644"/>
                  <a:pt x="3973734" y="3063644"/>
                </a:cubicBezTo>
                <a:close/>
                <a:moveTo>
                  <a:pt x="5757857" y="3063652"/>
                </a:moveTo>
                <a:lnTo>
                  <a:pt x="5750795" y="3063652"/>
                </a:lnTo>
                <a:cubicBezTo>
                  <a:pt x="5750538" y="3063652"/>
                  <a:pt x="5750181" y="3063294"/>
                  <a:pt x="5750181" y="3063294"/>
                </a:cubicBezTo>
                <a:lnTo>
                  <a:pt x="5746649" y="3057153"/>
                </a:lnTo>
                <a:cubicBezTo>
                  <a:pt x="5746546" y="3056948"/>
                  <a:pt x="5746649" y="3056487"/>
                  <a:pt x="5746649" y="3056487"/>
                </a:cubicBezTo>
                <a:lnTo>
                  <a:pt x="5750181" y="3050344"/>
                </a:lnTo>
                <a:cubicBezTo>
                  <a:pt x="5750333" y="3050140"/>
                  <a:pt x="5750795" y="3049987"/>
                  <a:pt x="5750795" y="3049987"/>
                </a:cubicBezTo>
                <a:lnTo>
                  <a:pt x="5757857" y="3049987"/>
                </a:lnTo>
                <a:cubicBezTo>
                  <a:pt x="5758114" y="3049987"/>
                  <a:pt x="5758471" y="3050344"/>
                  <a:pt x="5758471" y="3050344"/>
                </a:cubicBezTo>
                <a:lnTo>
                  <a:pt x="5762003" y="3056487"/>
                </a:lnTo>
                <a:cubicBezTo>
                  <a:pt x="5762106" y="3056691"/>
                  <a:pt x="5762003" y="3057153"/>
                  <a:pt x="5762003" y="3057153"/>
                </a:cubicBezTo>
                <a:lnTo>
                  <a:pt x="5758471" y="3063294"/>
                </a:lnTo>
                <a:cubicBezTo>
                  <a:pt x="5758318" y="3063499"/>
                  <a:pt x="5757857" y="3063652"/>
                  <a:pt x="5757857" y="3063652"/>
                </a:cubicBezTo>
                <a:close/>
                <a:moveTo>
                  <a:pt x="5163134" y="3063655"/>
                </a:moveTo>
                <a:lnTo>
                  <a:pt x="5156070" y="3063655"/>
                </a:lnTo>
                <a:cubicBezTo>
                  <a:pt x="5155814" y="3063655"/>
                  <a:pt x="5155456" y="3063297"/>
                  <a:pt x="5155456" y="3063297"/>
                </a:cubicBezTo>
                <a:lnTo>
                  <a:pt x="5151924" y="3057156"/>
                </a:lnTo>
                <a:cubicBezTo>
                  <a:pt x="5151822" y="3056951"/>
                  <a:pt x="5151924" y="3056490"/>
                  <a:pt x="5151924" y="3056490"/>
                </a:cubicBezTo>
                <a:lnTo>
                  <a:pt x="5155456" y="3050348"/>
                </a:lnTo>
                <a:cubicBezTo>
                  <a:pt x="5155610" y="3050143"/>
                  <a:pt x="5156070" y="3049990"/>
                  <a:pt x="5156070" y="3049990"/>
                </a:cubicBezTo>
                <a:lnTo>
                  <a:pt x="5163134" y="3049990"/>
                </a:lnTo>
                <a:cubicBezTo>
                  <a:pt x="5163388" y="3049990"/>
                  <a:pt x="5163748" y="3050348"/>
                  <a:pt x="5163748" y="3050348"/>
                </a:cubicBezTo>
                <a:lnTo>
                  <a:pt x="5167279" y="3056490"/>
                </a:lnTo>
                <a:cubicBezTo>
                  <a:pt x="5167381" y="3056695"/>
                  <a:pt x="5167279" y="3057156"/>
                  <a:pt x="5167279" y="3057156"/>
                </a:cubicBezTo>
                <a:lnTo>
                  <a:pt x="5163748" y="3063297"/>
                </a:lnTo>
                <a:cubicBezTo>
                  <a:pt x="5163594" y="3063502"/>
                  <a:pt x="5163134" y="3063655"/>
                  <a:pt x="5163134" y="3063655"/>
                </a:cubicBezTo>
                <a:close/>
                <a:moveTo>
                  <a:pt x="8731376" y="3063656"/>
                </a:moveTo>
                <a:lnTo>
                  <a:pt x="8724313" y="3063656"/>
                </a:lnTo>
                <a:cubicBezTo>
                  <a:pt x="8724057" y="3063656"/>
                  <a:pt x="8723699" y="3063298"/>
                  <a:pt x="8723699" y="3063298"/>
                </a:cubicBezTo>
                <a:lnTo>
                  <a:pt x="8720168" y="3057156"/>
                </a:lnTo>
                <a:cubicBezTo>
                  <a:pt x="8720066" y="3056951"/>
                  <a:pt x="8720168" y="3056491"/>
                  <a:pt x="8720168" y="3056491"/>
                </a:cubicBezTo>
                <a:lnTo>
                  <a:pt x="8723699" y="3050349"/>
                </a:lnTo>
                <a:cubicBezTo>
                  <a:pt x="8723852" y="3050144"/>
                  <a:pt x="8724313" y="3049990"/>
                  <a:pt x="8724313" y="3049990"/>
                </a:cubicBezTo>
                <a:lnTo>
                  <a:pt x="8731376" y="3049990"/>
                </a:lnTo>
                <a:cubicBezTo>
                  <a:pt x="8731633" y="3049990"/>
                  <a:pt x="8731990" y="3050349"/>
                  <a:pt x="8731990" y="3050349"/>
                </a:cubicBezTo>
                <a:lnTo>
                  <a:pt x="8735523" y="3056491"/>
                </a:lnTo>
                <a:cubicBezTo>
                  <a:pt x="8735624" y="3056696"/>
                  <a:pt x="8735523" y="3057156"/>
                  <a:pt x="8735523" y="3057156"/>
                </a:cubicBezTo>
                <a:lnTo>
                  <a:pt x="8731990" y="3063298"/>
                </a:lnTo>
                <a:cubicBezTo>
                  <a:pt x="8731836" y="3063503"/>
                  <a:pt x="8731376" y="3063656"/>
                  <a:pt x="8731376" y="3063656"/>
                </a:cubicBezTo>
                <a:close/>
                <a:moveTo>
                  <a:pt x="8334928" y="3063657"/>
                </a:moveTo>
                <a:lnTo>
                  <a:pt x="8327864" y="3063657"/>
                </a:lnTo>
                <a:cubicBezTo>
                  <a:pt x="8327608" y="3063657"/>
                  <a:pt x="8327250" y="3063299"/>
                  <a:pt x="8327250" y="3063299"/>
                </a:cubicBezTo>
                <a:lnTo>
                  <a:pt x="8323718" y="3057156"/>
                </a:lnTo>
                <a:cubicBezTo>
                  <a:pt x="8323617" y="3056952"/>
                  <a:pt x="8323718" y="3056492"/>
                  <a:pt x="8323718" y="3056492"/>
                </a:cubicBezTo>
                <a:lnTo>
                  <a:pt x="8327250" y="3050350"/>
                </a:lnTo>
                <a:cubicBezTo>
                  <a:pt x="8327403" y="3050144"/>
                  <a:pt x="8327864" y="3049990"/>
                  <a:pt x="8327864" y="3049990"/>
                </a:cubicBezTo>
                <a:lnTo>
                  <a:pt x="8334928" y="3049990"/>
                </a:lnTo>
                <a:cubicBezTo>
                  <a:pt x="8335183" y="3049990"/>
                  <a:pt x="8335542" y="3050350"/>
                  <a:pt x="8335542" y="3050350"/>
                </a:cubicBezTo>
                <a:lnTo>
                  <a:pt x="8339073" y="3056492"/>
                </a:lnTo>
                <a:cubicBezTo>
                  <a:pt x="8339176" y="3056697"/>
                  <a:pt x="8339073" y="3057156"/>
                  <a:pt x="8339073" y="3057156"/>
                </a:cubicBezTo>
                <a:lnTo>
                  <a:pt x="8335542" y="3063299"/>
                </a:lnTo>
                <a:cubicBezTo>
                  <a:pt x="8335389" y="3063503"/>
                  <a:pt x="8334928" y="3063657"/>
                  <a:pt x="8334928" y="3063657"/>
                </a:cubicBezTo>
                <a:close/>
                <a:moveTo>
                  <a:pt x="11254" y="3226971"/>
                </a:moveTo>
                <a:lnTo>
                  <a:pt x="4192" y="3226971"/>
                </a:lnTo>
                <a:cubicBezTo>
                  <a:pt x="3935" y="3226971"/>
                  <a:pt x="3578" y="3226613"/>
                  <a:pt x="3578" y="3226613"/>
                </a:cubicBezTo>
                <a:lnTo>
                  <a:pt x="46" y="3220472"/>
                </a:lnTo>
                <a:cubicBezTo>
                  <a:pt x="-57" y="3220267"/>
                  <a:pt x="46" y="3219806"/>
                  <a:pt x="46" y="3219806"/>
                </a:cubicBezTo>
                <a:lnTo>
                  <a:pt x="3578" y="3213664"/>
                </a:lnTo>
                <a:cubicBezTo>
                  <a:pt x="3731" y="3213460"/>
                  <a:pt x="4192" y="3213306"/>
                  <a:pt x="4192" y="3213306"/>
                </a:cubicBezTo>
                <a:lnTo>
                  <a:pt x="11254" y="3213306"/>
                </a:lnTo>
                <a:cubicBezTo>
                  <a:pt x="11511" y="3213306"/>
                  <a:pt x="11868" y="3213664"/>
                  <a:pt x="11868" y="3213664"/>
                </a:cubicBezTo>
                <a:lnTo>
                  <a:pt x="15400" y="3219806"/>
                </a:lnTo>
                <a:cubicBezTo>
                  <a:pt x="15503" y="3220011"/>
                  <a:pt x="15400" y="3220472"/>
                  <a:pt x="15400" y="3220472"/>
                </a:cubicBezTo>
                <a:lnTo>
                  <a:pt x="11868" y="3226613"/>
                </a:lnTo>
                <a:cubicBezTo>
                  <a:pt x="11716" y="3226819"/>
                  <a:pt x="11254" y="3226971"/>
                  <a:pt x="11254" y="3226971"/>
                </a:cubicBezTo>
                <a:close/>
                <a:moveTo>
                  <a:pt x="209480" y="3226971"/>
                </a:moveTo>
                <a:lnTo>
                  <a:pt x="202416" y="3226971"/>
                </a:lnTo>
                <a:cubicBezTo>
                  <a:pt x="202160" y="3226971"/>
                  <a:pt x="201803" y="3226613"/>
                  <a:pt x="201803" y="3226613"/>
                </a:cubicBezTo>
                <a:lnTo>
                  <a:pt x="198270" y="3220472"/>
                </a:lnTo>
                <a:cubicBezTo>
                  <a:pt x="198168" y="3220267"/>
                  <a:pt x="198270" y="3219806"/>
                  <a:pt x="198270" y="3219806"/>
                </a:cubicBezTo>
                <a:lnTo>
                  <a:pt x="201803" y="3213664"/>
                </a:lnTo>
                <a:cubicBezTo>
                  <a:pt x="201955" y="3213460"/>
                  <a:pt x="202416" y="3213306"/>
                  <a:pt x="202416" y="3213306"/>
                </a:cubicBezTo>
                <a:lnTo>
                  <a:pt x="209480" y="3213306"/>
                </a:lnTo>
                <a:cubicBezTo>
                  <a:pt x="209735" y="3213306"/>
                  <a:pt x="210094" y="3213664"/>
                  <a:pt x="210094" y="3213664"/>
                </a:cubicBezTo>
                <a:lnTo>
                  <a:pt x="213625" y="3219806"/>
                </a:lnTo>
                <a:cubicBezTo>
                  <a:pt x="213727" y="3220011"/>
                  <a:pt x="213625" y="3220472"/>
                  <a:pt x="213625" y="3220472"/>
                </a:cubicBezTo>
                <a:lnTo>
                  <a:pt x="210094" y="3226613"/>
                </a:lnTo>
                <a:cubicBezTo>
                  <a:pt x="209940" y="3226819"/>
                  <a:pt x="209480" y="3226971"/>
                  <a:pt x="209480" y="3226971"/>
                </a:cubicBezTo>
                <a:close/>
                <a:moveTo>
                  <a:pt x="407754" y="3226971"/>
                </a:moveTo>
                <a:lnTo>
                  <a:pt x="400692" y="3226971"/>
                </a:lnTo>
                <a:cubicBezTo>
                  <a:pt x="400436" y="3226971"/>
                  <a:pt x="400078" y="3226613"/>
                  <a:pt x="400078" y="3226613"/>
                </a:cubicBezTo>
                <a:lnTo>
                  <a:pt x="396546" y="3220472"/>
                </a:lnTo>
                <a:cubicBezTo>
                  <a:pt x="396444" y="3220267"/>
                  <a:pt x="396546" y="3219806"/>
                  <a:pt x="396546" y="3219806"/>
                </a:cubicBezTo>
                <a:lnTo>
                  <a:pt x="400078" y="3213664"/>
                </a:lnTo>
                <a:cubicBezTo>
                  <a:pt x="400231" y="3213460"/>
                  <a:pt x="400692" y="3213306"/>
                  <a:pt x="400692" y="3213306"/>
                </a:cubicBezTo>
                <a:lnTo>
                  <a:pt x="407754" y="3213306"/>
                </a:lnTo>
                <a:cubicBezTo>
                  <a:pt x="408011" y="3213306"/>
                  <a:pt x="408369" y="3213664"/>
                  <a:pt x="408369" y="3213664"/>
                </a:cubicBezTo>
                <a:lnTo>
                  <a:pt x="411900" y="3219806"/>
                </a:lnTo>
                <a:cubicBezTo>
                  <a:pt x="412002" y="3220011"/>
                  <a:pt x="411900" y="3220472"/>
                  <a:pt x="411900" y="3220472"/>
                </a:cubicBezTo>
                <a:lnTo>
                  <a:pt x="408369" y="3226613"/>
                </a:lnTo>
                <a:cubicBezTo>
                  <a:pt x="408214" y="3226819"/>
                  <a:pt x="407754" y="3226971"/>
                  <a:pt x="407754" y="3226971"/>
                </a:cubicBezTo>
                <a:close/>
                <a:moveTo>
                  <a:pt x="605979" y="3226971"/>
                </a:moveTo>
                <a:lnTo>
                  <a:pt x="598916" y="3226971"/>
                </a:lnTo>
                <a:cubicBezTo>
                  <a:pt x="598661" y="3226971"/>
                  <a:pt x="598302" y="3226613"/>
                  <a:pt x="598302" y="3226613"/>
                </a:cubicBezTo>
                <a:lnTo>
                  <a:pt x="594770" y="3220472"/>
                </a:lnTo>
                <a:cubicBezTo>
                  <a:pt x="594668" y="3220267"/>
                  <a:pt x="594770" y="3219806"/>
                  <a:pt x="594770" y="3219806"/>
                </a:cubicBezTo>
                <a:lnTo>
                  <a:pt x="598302" y="3213664"/>
                </a:lnTo>
                <a:cubicBezTo>
                  <a:pt x="598455" y="3213460"/>
                  <a:pt x="598916" y="3213306"/>
                  <a:pt x="598916" y="3213306"/>
                </a:cubicBezTo>
                <a:lnTo>
                  <a:pt x="605979" y="3213306"/>
                </a:lnTo>
                <a:cubicBezTo>
                  <a:pt x="606235" y="3213306"/>
                  <a:pt x="606593" y="3213664"/>
                  <a:pt x="606593" y="3213664"/>
                </a:cubicBezTo>
                <a:lnTo>
                  <a:pt x="610125" y="3219806"/>
                </a:lnTo>
                <a:cubicBezTo>
                  <a:pt x="610227" y="3220011"/>
                  <a:pt x="610125" y="3220472"/>
                  <a:pt x="610125" y="3220472"/>
                </a:cubicBezTo>
                <a:lnTo>
                  <a:pt x="606593" y="3226613"/>
                </a:lnTo>
                <a:cubicBezTo>
                  <a:pt x="606440" y="3226819"/>
                  <a:pt x="605979" y="3226971"/>
                  <a:pt x="605979" y="3226971"/>
                </a:cubicBezTo>
                <a:close/>
                <a:moveTo>
                  <a:pt x="804204" y="3226971"/>
                </a:moveTo>
                <a:lnTo>
                  <a:pt x="797140" y="3226971"/>
                </a:lnTo>
                <a:cubicBezTo>
                  <a:pt x="796886" y="3226971"/>
                  <a:pt x="796526" y="3226613"/>
                  <a:pt x="796526" y="3226613"/>
                </a:cubicBezTo>
                <a:lnTo>
                  <a:pt x="792995" y="3220472"/>
                </a:lnTo>
                <a:cubicBezTo>
                  <a:pt x="792893" y="3220267"/>
                  <a:pt x="792995" y="3219806"/>
                  <a:pt x="792995" y="3219806"/>
                </a:cubicBezTo>
                <a:lnTo>
                  <a:pt x="796526" y="3213664"/>
                </a:lnTo>
                <a:cubicBezTo>
                  <a:pt x="796680" y="3213460"/>
                  <a:pt x="797140" y="3213306"/>
                  <a:pt x="797140" y="3213306"/>
                </a:cubicBezTo>
                <a:lnTo>
                  <a:pt x="804204" y="3213306"/>
                </a:lnTo>
                <a:cubicBezTo>
                  <a:pt x="804460" y="3213306"/>
                  <a:pt x="804818" y="3213664"/>
                  <a:pt x="804818" y="3213664"/>
                </a:cubicBezTo>
                <a:lnTo>
                  <a:pt x="808350" y="3219806"/>
                </a:lnTo>
                <a:cubicBezTo>
                  <a:pt x="808452" y="3220011"/>
                  <a:pt x="808350" y="3220472"/>
                  <a:pt x="808350" y="3220472"/>
                </a:cubicBezTo>
                <a:lnTo>
                  <a:pt x="804818" y="3226613"/>
                </a:lnTo>
                <a:cubicBezTo>
                  <a:pt x="804665" y="3226819"/>
                  <a:pt x="804204" y="3226971"/>
                  <a:pt x="804204" y="3226971"/>
                </a:cubicBezTo>
                <a:close/>
                <a:moveTo>
                  <a:pt x="1002428" y="3226971"/>
                </a:moveTo>
                <a:lnTo>
                  <a:pt x="995366" y="3226971"/>
                </a:lnTo>
                <a:cubicBezTo>
                  <a:pt x="995110" y="3226971"/>
                  <a:pt x="994752" y="3226613"/>
                  <a:pt x="994752" y="3226613"/>
                </a:cubicBezTo>
                <a:lnTo>
                  <a:pt x="991220" y="3220472"/>
                </a:lnTo>
                <a:cubicBezTo>
                  <a:pt x="991117" y="3220267"/>
                  <a:pt x="991220" y="3219806"/>
                  <a:pt x="991220" y="3219806"/>
                </a:cubicBezTo>
                <a:lnTo>
                  <a:pt x="994752" y="3213664"/>
                </a:lnTo>
                <a:cubicBezTo>
                  <a:pt x="994905" y="3213460"/>
                  <a:pt x="995366" y="3213306"/>
                  <a:pt x="995366" y="3213306"/>
                </a:cubicBezTo>
                <a:lnTo>
                  <a:pt x="1002428" y="3213306"/>
                </a:lnTo>
                <a:cubicBezTo>
                  <a:pt x="1002685" y="3213306"/>
                  <a:pt x="1003042" y="3213664"/>
                  <a:pt x="1003042" y="3213664"/>
                </a:cubicBezTo>
                <a:lnTo>
                  <a:pt x="1006574" y="3219806"/>
                </a:lnTo>
                <a:cubicBezTo>
                  <a:pt x="1006677" y="3220011"/>
                  <a:pt x="1006574" y="3220472"/>
                  <a:pt x="1006574" y="3220472"/>
                </a:cubicBezTo>
                <a:lnTo>
                  <a:pt x="1003042" y="3226613"/>
                </a:lnTo>
                <a:cubicBezTo>
                  <a:pt x="1002889" y="3226819"/>
                  <a:pt x="1002428" y="3226971"/>
                  <a:pt x="1002428" y="3226971"/>
                </a:cubicBezTo>
                <a:close/>
                <a:moveTo>
                  <a:pt x="1200704" y="3226971"/>
                </a:moveTo>
                <a:lnTo>
                  <a:pt x="1193642" y="3226971"/>
                </a:lnTo>
                <a:cubicBezTo>
                  <a:pt x="1193386" y="3226971"/>
                  <a:pt x="1193028" y="3226613"/>
                  <a:pt x="1193028" y="3226613"/>
                </a:cubicBezTo>
                <a:lnTo>
                  <a:pt x="1189495" y="3220472"/>
                </a:lnTo>
                <a:cubicBezTo>
                  <a:pt x="1189393" y="3220267"/>
                  <a:pt x="1189495" y="3219806"/>
                  <a:pt x="1189495" y="3219806"/>
                </a:cubicBezTo>
                <a:lnTo>
                  <a:pt x="1193028" y="3213664"/>
                </a:lnTo>
                <a:cubicBezTo>
                  <a:pt x="1193180" y="3213460"/>
                  <a:pt x="1193642" y="3213306"/>
                  <a:pt x="1193642" y="3213306"/>
                </a:cubicBezTo>
                <a:lnTo>
                  <a:pt x="1200704" y="3213306"/>
                </a:lnTo>
                <a:cubicBezTo>
                  <a:pt x="1200960" y="3213306"/>
                  <a:pt x="1201318" y="3213664"/>
                  <a:pt x="1201318" y="3213664"/>
                </a:cubicBezTo>
                <a:lnTo>
                  <a:pt x="1204850" y="3219806"/>
                </a:lnTo>
                <a:cubicBezTo>
                  <a:pt x="1204952" y="3220011"/>
                  <a:pt x="1204850" y="3220472"/>
                  <a:pt x="1204850" y="3220472"/>
                </a:cubicBezTo>
                <a:lnTo>
                  <a:pt x="1201318" y="3226613"/>
                </a:lnTo>
                <a:cubicBezTo>
                  <a:pt x="1201165" y="3226819"/>
                  <a:pt x="1200704" y="3226971"/>
                  <a:pt x="1200704" y="3226971"/>
                </a:cubicBezTo>
                <a:close/>
                <a:moveTo>
                  <a:pt x="1398928" y="3226971"/>
                </a:moveTo>
                <a:lnTo>
                  <a:pt x="1391866" y="3226971"/>
                </a:lnTo>
                <a:cubicBezTo>
                  <a:pt x="1391610" y="3226971"/>
                  <a:pt x="1391252" y="3226613"/>
                  <a:pt x="1391252" y="3226613"/>
                </a:cubicBezTo>
                <a:lnTo>
                  <a:pt x="1387720" y="3220472"/>
                </a:lnTo>
                <a:cubicBezTo>
                  <a:pt x="1387617" y="3220267"/>
                  <a:pt x="1387720" y="3219806"/>
                  <a:pt x="1387720" y="3219806"/>
                </a:cubicBezTo>
                <a:lnTo>
                  <a:pt x="1391252" y="3213664"/>
                </a:lnTo>
                <a:cubicBezTo>
                  <a:pt x="1391406" y="3213460"/>
                  <a:pt x="1391866" y="3213306"/>
                  <a:pt x="1391866" y="3213306"/>
                </a:cubicBezTo>
                <a:lnTo>
                  <a:pt x="1398928" y="3213306"/>
                </a:lnTo>
                <a:cubicBezTo>
                  <a:pt x="1399185" y="3213306"/>
                  <a:pt x="1399544" y="3213664"/>
                  <a:pt x="1399544" y="3213664"/>
                </a:cubicBezTo>
                <a:lnTo>
                  <a:pt x="1403074" y="3219806"/>
                </a:lnTo>
                <a:cubicBezTo>
                  <a:pt x="1403177" y="3220011"/>
                  <a:pt x="1403074" y="3220472"/>
                  <a:pt x="1403074" y="3220472"/>
                </a:cubicBezTo>
                <a:lnTo>
                  <a:pt x="1399544" y="3226613"/>
                </a:lnTo>
                <a:cubicBezTo>
                  <a:pt x="1399389" y="3226819"/>
                  <a:pt x="1398928" y="3226971"/>
                  <a:pt x="1398928" y="3226971"/>
                </a:cubicBezTo>
                <a:close/>
                <a:moveTo>
                  <a:pt x="1597154" y="3226971"/>
                </a:moveTo>
                <a:lnTo>
                  <a:pt x="1590090" y="3226971"/>
                </a:lnTo>
                <a:cubicBezTo>
                  <a:pt x="1589834" y="3226971"/>
                  <a:pt x="1589476" y="3226613"/>
                  <a:pt x="1589476" y="3226613"/>
                </a:cubicBezTo>
                <a:lnTo>
                  <a:pt x="1585944" y="3220472"/>
                </a:lnTo>
                <a:cubicBezTo>
                  <a:pt x="1585842" y="3220267"/>
                  <a:pt x="1585944" y="3219806"/>
                  <a:pt x="1585944" y="3219806"/>
                </a:cubicBezTo>
                <a:lnTo>
                  <a:pt x="1589476" y="3213664"/>
                </a:lnTo>
                <a:cubicBezTo>
                  <a:pt x="1589630" y="3213460"/>
                  <a:pt x="1590090" y="3213306"/>
                  <a:pt x="1590090" y="3213306"/>
                </a:cubicBezTo>
                <a:lnTo>
                  <a:pt x="1597154" y="3213306"/>
                </a:lnTo>
                <a:cubicBezTo>
                  <a:pt x="1597409" y="3213306"/>
                  <a:pt x="1597768" y="3213664"/>
                  <a:pt x="1597768" y="3213664"/>
                </a:cubicBezTo>
                <a:lnTo>
                  <a:pt x="1601298" y="3219806"/>
                </a:lnTo>
                <a:cubicBezTo>
                  <a:pt x="1601401" y="3220011"/>
                  <a:pt x="1601298" y="3220472"/>
                  <a:pt x="1601298" y="3220472"/>
                </a:cubicBezTo>
                <a:lnTo>
                  <a:pt x="1597768" y="3226613"/>
                </a:lnTo>
                <a:cubicBezTo>
                  <a:pt x="1597614" y="3226819"/>
                  <a:pt x="1597154" y="3226971"/>
                  <a:pt x="1597154" y="3226971"/>
                </a:cubicBezTo>
                <a:close/>
                <a:moveTo>
                  <a:pt x="1795378" y="3226971"/>
                </a:moveTo>
                <a:lnTo>
                  <a:pt x="1788315" y="3226971"/>
                </a:lnTo>
                <a:cubicBezTo>
                  <a:pt x="1788060" y="3226971"/>
                  <a:pt x="1787701" y="3226613"/>
                  <a:pt x="1787701" y="3226613"/>
                </a:cubicBezTo>
                <a:lnTo>
                  <a:pt x="1784170" y="3220472"/>
                </a:lnTo>
                <a:cubicBezTo>
                  <a:pt x="1784067" y="3220267"/>
                  <a:pt x="1784170" y="3219806"/>
                  <a:pt x="1784170" y="3219806"/>
                </a:cubicBezTo>
                <a:lnTo>
                  <a:pt x="1787701" y="3213664"/>
                </a:lnTo>
                <a:cubicBezTo>
                  <a:pt x="1787854" y="3213460"/>
                  <a:pt x="1788315" y="3213306"/>
                  <a:pt x="1788315" y="3213306"/>
                </a:cubicBezTo>
                <a:lnTo>
                  <a:pt x="1795378" y="3213306"/>
                </a:lnTo>
                <a:cubicBezTo>
                  <a:pt x="1795634" y="3213306"/>
                  <a:pt x="1795992" y="3213664"/>
                  <a:pt x="1795992" y="3213664"/>
                </a:cubicBezTo>
                <a:lnTo>
                  <a:pt x="1799524" y="3219806"/>
                </a:lnTo>
                <a:cubicBezTo>
                  <a:pt x="1799626" y="3220011"/>
                  <a:pt x="1799524" y="3220472"/>
                  <a:pt x="1799524" y="3220472"/>
                </a:cubicBezTo>
                <a:lnTo>
                  <a:pt x="1795992" y="3226613"/>
                </a:lnTo>
                <a:cubicBezTo>
                  <a:pt x="1795838" y="3226819"/>
                  <a:pt x="1795378" y="3226971"/>
                  <a:pt x="1795378" y="3226971"/>
                </a:cubicBezTo>
                <a:close/>
                <a:moveTo>
                  <a:pt x="1993654" y="3226971"/>
                </a:moveTo>
                <a:lnTo>
                  <a:pt x="1986590" y="3226971"/>
                </a:lnTo>
                <a:cubicBezTo>
                  <a:pt x="1986336" y="3226971"/>
                  <a:pt x="1985976" y="3226613"/>
                  <a:pt x="1985976" y="3226613"/>
                </a:cubicBezTo>
                <a:lnTo>
                  <a:pt x="1982445" y="3220472"/>
                </a:lnTo>
                <a:cubicBezTo>
                  <a:pt x="1982343" y="3220267"/>
                  <a:pt x="1982445" y="3219806"/>
                  <a:pt x="1982445" y="3219806"/>
                </a:cubicBezTo>
                <a:lnTo>
                  <a:pt x="1985976" y="3213664"/>
                </a:lnTo>
                <a:cubicBezTo>
                  <a:pt x="1986130" y="3213460"/>
                  <a:pt x="1986590" y="3213306"/>
                  <a:pt x="1986590" y="3213306"/>
                </a:cubicBezTo>
                <a:lnTo>
                  <a:pt x="1993654" y="3213306"/>
                </a:lnTo>
                <a:cubicBezTo>
                  <a:pt x="1993910" y="3213306"/>
                  <a:pt x="1994268" y="3213664"/>
                  <a:pt x="1994268" y="3213664"/>
                </a:cubicBezTo>
                <a:lnTo>
                  <a:pt x="1997800" y="3219806"/>
                </a:lnTo>
                <a:cubicBezTo>
                  <a:pt x="1997902" y="3220011"/>
                  <a:pt x="1997800" y="3220472"/>
                  <a:pt x="1997800" y="3220472"/>
                </a:cubicBezTo>
                <a:lnTo>
                  <a:pt x="1994268" y="3226613"/>
                </a:lnTo>
                <a:cubicBezTo>
                  <a:pt x="1994114" y="3226819"/>
                  <a:pt x="1993654" y="3226971"/>
                  <a:pt x="1993654" y="3226971"/>
                </a:cubicBezTo>
                <a:close/>
                <a:moveTo>
                  <a:pt x="3577234" y="3232672"/>
                </a:moveTo>
                <a:lnTo>
                  <a:pt x="3570172" y="3232672"/>
                </a:lnTo>
                <a:cubicBezTo>
                  <a:pt x="3569914" y="3232672"/>
                  <a:pt x="3569557" y="3232316"/>
                  <a:pt x="3569557" y="3232316"/>
                </a:cubicBezTo>
                <a:lnTo>
                  <a:pt x="3566024" y="3226174"/>
                </a:lnTo>
                <a:cubicBezTo>
                  <a:pt x="3565922" y="3225972"/>
                  <a:pt x="3566024" y="3225509"/>
                  <a:pt x="3566024" y="3225509"/>
                </a:cubicBezTo>
                <a:lnTo>
                  <a:pt x="3569557" y="3219368"/>
                </a:lnTo>
                <a:cubicBezTo>
                  <a:pt x="3569709" y="3219163"/>
                  <a:pt x="3570172" y="3219010"/>
                  <a:pt x="3570172" y="3219010"/>
                </a:cubicBezTo>
                <a:lnTo>
                  <a:pt x="3577234" y="3219010"/>
                </a:lnTo>
                <a:cubicBezTo>
                  <a:pt x="3577489" y="3219010"/>
                  <a:pt x="3577848" y="3219368"/>
                  <a:pt x="3577848" y="3219368"/>
                </a:cubicBezTo>
                <a:lnTo>
                  <a:pt x="3581379" y="3225509"/>
                </a:lnTo>
                <a:cubicBezTo>
                  <a:pt x="3581481" y="3225714"/>
                  <a:pt x="3581379" y="3226174"/>
                  <a:pt x="3581379" y="3226174"/>
                </a:cubicBezTo>
                <a:lnTo>
                  <a:pt x="3577848" y="3232316"/>
                </a:lnTo>
                <a:cubicBezTo>
                  <a:pt x="3577694" y="3232517"/>
                  <a:pt x="3577234" y="3232672"/>
                  <a:pt x="3577234" y="3232672"/>
                </a:cubicBezTo>
                <a:close/>
                <a:moveTo>
                  <a:pt x="5956083" y="3232672"/>
                </a:moveTo>
                <a:lnTo>
                  <a:pt x="5949019" y="3232672"/>
                </a:lnTo>
                <a:cubicBezTo>
                  <a:pt x="5948763" y="3232672"/>
                  <a:pt x="5948405" y="3232317"/>
                  <a:pt x="5948405" y="3232317"/>
                </a:cubicBezTo>
                <a:lnTo>
                  <a:pt x="5944873" y="3226175"/>
                </a:lnTo>
                <a:cubicBezTo>
                  <a:pt x="5944771" y="3225973"/>
                  <a:pt x="5944873" y="3225513"/>
                  <a:pt x="5944873" y="3225513"/>
                </a:cubicBezTo>
                <a:lnTo>
                  <a:pt x="5948405" y="3219368"/>
                </a:lnTo>
                <a:cubicBezTo>
                  <a:pt x="5948558" y="3219166"/>
                  <a:pt x="5949019" y="3219010"/>
                  <a:pt x="5949019" y="3219010"/>
                </a:cubicBezTo>
                <a:lnTo>
                  <a:pt x="5956083" y="3219010"/>
                </a:lnTo>
                <a:cubicBezTo>
                  <a:pt x="5956338" y="3219010"/>
                  <a:pt x="5956697" y="3219368"/>
                  <a:pt x="5956697" y="3219368"/>
                </a:cubicBezTo>
                <a:lnTo>
                  <a:pt x="5960227" y="3225513"/>
                </a:lnTo>
                <a:cubicBezTo>
                  <a:pt x="5960330" y="3225715"/>
                  <a:pt x="5960227" y="3226175"/>
                  <a:pt x="5960227" y="3226175"/>
                </a:cubicBezTo>
                <a:lnTo>
                  <a:pt x="5956697" y="3232317"/>
                </a:lnTo>
                <a:cubicBezTo>
                  <a:pt x="5956542" y="3232521"/>
                  <a:pt x="5956083" y="3232672"/>
                  <a:pt x="5956083" y="3232672"/>
                </a:cubicBezTo>
                <a:close/>
                <a:moveTo>
                  <a:pt x="8136530" y="3232672"/>
                </a:moveTo>
                <a:lnTo>
                  <a:pt x="8129465" y="3232672"/>
                </a:lnTo>
                <a:cubicBezTo>
                  <a:pt x="8129211" y="3232672"/>
                  <a:pt x="8128852" y="3232317"/>
                  <a:pt x="8128852" y="3232317"/>
                </a:cubicBezTo>
                <a:lnTo>
                  <a:pt x="8125321" y="3226175"/>
                </a:lnTo>
                <a:cubicBezTo>
                  <a:pt x="8125219" y="3225973"/>
                  <a:pt x="8125321" y="3225510"/>
                  <a:pt x="8125321" y="3225510"/>
                </a:cubicBezTo>
                <a:lnTo>
                  <a:pt x="8128852" y="3219368"/>
                </a:lnTo>
                <a:cubicBezTo>
                  <a:pt x="8129006" y="3219166"/>
                  <a:pt x="8129465" y="3219010"/>
                  <a:pt x="8129465" y="3219010"/>
                </a:cubicBezTo>
                <a:lnTo>
                  <a:pt x="8136530" y="3219010"/>
                </a:lnTo>
                <a:cubicBezTo>
                  <a:pt x="8136786" y="3219010"/>
                  <a:pt x="8137144" y="3219368"/>
                  <a:pt x="8137144" y="3219368"/>
                </a:cubicBezTo>
                <a:lnTo>
                  <a:pt x="8140675" y="3225510"/>
                </a:lnTo>
                <a:cubicBezTo>
                  <a:pt x="8140777" y="3225715"/>
                  <a:pt x="8140675" y="3226175"/>
                  <a:pt x="8140675" y="3226175"/>
                </a:cubicBezTo>
                <a:lnTo>
                  <a:pt x="8137144" y="3232317"/>
                </a:lnTo>
                <a:cubicBezTo>
                  <a:pt x="8136990" y="3232517"/>
                  <a:pt x="8136530" y="3232672"/>
                  <a:pt x="8136530" y="3232672"/>
                </a:cubicBezTo>
                <a:close/>
                <a:moveTo>
                  <a:pt x="7343533" y="3232676"/>
                </a:moveTo>
                <a:lnTo>
                  <a:pt x="7336467" y="3232676"/>
                </a:lnTo>
                <a:cubicBezTo>
                  <a:pt x="7336213" y="3232676"/>
                  <a:pt x="7335854" y="3232317"/>
                  <a:pt x="7335854" y="3232317"/>
                </a:cubicBezTo>
                <a:lnTo>
                  <a:pt x="7332320" y="3226180"/>
                </a:lnTo>
                <a:cubicBezTo>
                  <a:pt x="7332218" y="3225974"/>
                  <a:pt x="7332320" y="3225514"/>
                  <a:pt x="7332320" y="3225514"/>
                </a:cubicBezTo>
                <a:lnTo>
                  <a:pt x="7335854" y="3219372"/>
                </a:lnTo>
                <a:cubicBezTo>
                  <a:pt x="7336008" y="3219168"/>
                  <a:pt x="7336467" y="3219014"/>
                  <a:pt x="7336467" y="3219014"/>
                </a:cubicBezTo>
                <a:lnTo>
                  <a:pt x="7343533" y="3219014"/>
                </a:lnTo>
                <a:cubicBezTo>
                  <a:pt x="7343788" y="3219014"/>
                  <a:pt x="7344146" y="3219372"/>
                  <a:pt x="7344146" y="3219372"/>
                </a:cubicBezTo>
                <a:lnTo>
                  <a:pt x="7347678" y="3225514"/>
                </a:lnTo>
                <a:cubicBezTo>
                  <a:pt x="7347781" y="3225719"/>
                  <a:pt x="7347678" y="3226180"/>
                  <a:pt x="7347678" y="3226180"/>
                </a:cubicBezTo>
                <a:lnTo>
                  <a:pt x="7344146" y="3232317"/>
                </a:lnTo>
                <a:cubicBezTo>
                  <a:pt x="7343991" y="3232521"/>
                  <a:pt x="7343533" y="3232676"/>
                  <a:pt x="7343533" y="3232676"/>
                </a:cubicBezTo>
                <a:close/>
                <a:moveTo>
                  <a:pt x="3379008" y="3232685"/>
                </a:moveTo>
                <a:lnTo>
                  <a:pt x="3371947" y="3232685"/>
                </a:lnTo>
                <a:cubicBezTo>
                  <a:pt x="3371690" y="3232685"/>
                  <a:pt x="3371332" y="3232327"/>
                  <a:pt x="3371332" y="3232327"/>
                </a:cubicBezTo>
                <a:lnTo>
                  <a:pt x="3367800" y="3226188"/>
                </a:lnTo>
                <a:cubicBezTo>
                  <a:pt x="3367697" y="3225983"/>
                  <a:pt x="3367800" y="3225522"/>
                  <a:pt x="3367800" y="3225522"/>
                </a:cubicBezTo>
                <a:lnTo>
                  <a:pt x="3371332" y="3219379"/>
                </a:lnTo>
                <a:cubicBezTo>
                  <a:pt x="3371485" y="3219176"/>
                  <a:pt x="3371947" y="3219022"/>
                  <a:pt x="3371947" y="3219022"/>
                </a:cubicBezTo>
                <a:lnTo>
                  <a:pt x="3379008" y="3219022"/>
                </a:lnTo>
                <a:cubicBezTo>
                  <a:pt x="3379265" y="3219022"/>
                  <a:pt x="3379624" y="3219379"/>
                  <a:pt x="3379624" y="3219379"/>
                </a:cubicBezTo>
                <a:lnTo>
                  <a:pt x="3383155" y="3225522"/>
                </a:lnTo>
                <a:cubicBezTo>
                  <a:pt x="3383257" y="3225726"/>
                  <a:pt x="3383155" y="3226188"/>
                  <a:pt x="3383155" y="3226188"/>
                </a:cubicBezTo>
                <a:lnTo>
                  <a:pt x="3379624" y="3232327"/>
                </a:lnTo>
                <a:cubicBezTo>
                  <a:pt x="3379470" y="3232532"/>
                  <a:pt x="3379008" y="3232685"/>
                  <a:pt x="3379008" y="3232685"/>
                </a:cubicBezTo>
                <a:close/>
                <a:moveTo>
                  <a:pt x="5163134" y="3232685"/>
                </a:moveTo>
                <a:lnTo>
                  <a:pt x="5156070" y="3232685"/>
                </a:lnTo>
                <a:cubicBezTo>
                  <a:pt x="5155814" y="3232685"/>
                  <a:pt x="5155456" y="3232324"/>
                  <a:pt x="5155456" y="3232324"/>
                </a:cubicBezTo>
                <a:lnTo>
                  <a:pt x="5151924" y="3226184"/>
                </a:lnTo>
                <a:cubicBezTo>
                  <a:pt x="5151822" y="3225982"/>
                  <a:pt x="5151924" y="3225522"/>
                  <a:pt x="5151924" y="3225522"/>
                </a:cubicBezTo>
                <a:lnTo>
                  <a:pt x="5155456" y="3219379"/>
                </a:lnTo>
                <a:cubicBezTo>
                  <a:pt x="5155610" y="3219175"/>
                  <a:pt x="5156070" y="3219021"/>
                  <a:pt x="5156070" y="3219021"/>
                </a:cubicBezTo>
                <a:lnTo>
                  <a:pt x="5163134" y="3219021"/>
                </a:lnTo>
                <a:cubicBezTo>
                  <a:pt x="5163388" y="3219021"/>
                  <a:pt x="5163748" y="3219379"/>
                  <a:pt x="5163748" y="3219379"/>
                </a:cubicBezTo>
                <a:lnTo>
                  <a:pt x="5167279" y="3225522"/>
                </a:lnTo>
                <a:cubicBezTo>
                  <a:pt x="5167381" y="3225726"/>
                  <a:pt x="5167279" y="3226184"/>
                  <a:pt x="5167279" y="3226184"/>
                </a:cubicBezTo>
                <a:lnTo>
                  <a:pt x="5163748" y="3232324"/>
                </a:lnTo>
                <a:cubicBezTo>
                  <a:pt x="5163594" y="3232529"/>
                  <a:pt x="5163134" y="3232685"/>
                  <a:pt x="5163134" y="3232685"/>
                </a:cubicBezTo>
                <a:close/>
                <a:moveTo>
                  <a:pt x="8929517" y="3232685"/>
                </a:moveTo>
                <a:lnTo>
                  <a:pt x="8922454" y="3232685"/>
                </a:lnTo>
                <a:cubicBezTo>
                  <a:pt x="8922197" y="3232685"/>
                  <a:pt x="8921840" y="3232326"/>
                  <a:pt x="8921840" y="3232326"/>
                </a:cubicBezTo>
                <a:lnTo>
                  <a:pt x="8918308" y="3226188"/>
                </a:lnTo>
                <a:cubicBezTo>
                  <a:pt x="8918205" y="3225983"/>
                  <a:pt x="8918308" y="3225522"/>
                  <a:pt x="8918308" y="3225522"/>
                </a:cubicBezTo>
                <a:lnTo>
                  <a:pt x="8921840" y="3219379"/>
                </a:lnTo>
                <a:cubicBezTo>
                  <a:pt x="8921993" y="3219176"/>
                  <a:pt x="8922454" y="3219022"/>
                  <a:pt x="8922454" y="3219022"/>
                </a:cubicBezTo>
                <a:lnTo>
                  <a:pt x="8929517" y="3219022"/>
                </a:lnTo>
                <a:cubicBezTo>
                  <a:pt x="8929772" y="3219022"/>
                  <a:pt x="8930132" y="3219379"/>
                  <a:pt x="8930132" y="3219379"/>
                </a:cubicBezTo>
                <a:lnTo>
                  <a:pt x="8933661" y="3225522"/>
                </a:lnTo>
                <a:cubicBezTo>
                  <a:pt x="8933764" y="3225726"/>
                  <a:pt x="8933661" y="3226188"/>
                  <a:pt x="8933661" y="3226188"/>
                </a:cubicBezTo>
                <a:lnTo>
                  <a:pt x="8930132" y="3232326"/>
                </a:lnTo>
                <a:cubicBezTo>
                  <a:pt x="8929977" y="3232531"/>
                  <a:pt x="8929517" y="3232685"/>
                  <a:pt x="8929517" y="3232685"/>
                </a:cubicBezTo>
                <a:close/>
                <a:moveTo>
                  <a:pt x="4766683" y="3232687"/>
                </a:moveTo>
                <a:lnTo>
                  <a:pt x="4759621" y="3232687"/>
                </a:lnTo>
                <a:cubicBezTo>
                  <a:pt x="4759364" y="3232687"/>
                  <a:pt x="4759007" y="3232329"/>
                  <a:pt x="4759007" y="3232329"/>
                </a:cubicBezTo>
                <a:lnTo>
                  <a:pt x="4755475" y="3226190"/>
                </a:lnTo>
                <a:cubicBezTo>
                  <a:pt x="4755372" y="3225986"/>
                  <a:pt x="4755475" y="3225525"/>
                  <a:pt x="4755475" y="3225525"/>
                </a:cubicBezTo>
                <a:lnTo>
                  <a:pt x="4759007" y="3219384"/>
                </a:lnTo>
                <a:cubicBezTo>
                  <a:pt x="4759160" y="3219178"/>
                  <a:pt x="4759621" y="3219023"/>
                  <a:pt x="4759621" y="3219023"/>
                </a:cubicBezTo>
                <a:lnTo>
                  <a:pt x="4766683" y="3219023"/>
                </a:lnTo>
                <a:cubicBezTo>
                  <a:pt x="4766940" y="3219023"/>
                  <a:pt x="4767297" y="3219384"/>
                  <a:pt x="4767297" y="3219384"/>
                </a:cubicBezTo>
                <a:lnTo>
                  <a:pt x="4770829" y="3225525"/>
                </a:lnTo>
                <a:cubicBezTo>
                  <a:pt x="4770932" y="3225729"/>
                  <a:pt x="4770829" y="3226190"/>
                  <a:pt x="4770829" y="3226190"/>
                </a:cubicBezTo>
                <a:lnTo>
                  <a:pt x="4767297" y="3232329"/>
                </a:lnTo>
                <a:cubicBezTo>
                  <a:pt x="4767144" y="3232534"/>
                  <a:pt x="4766683" y="3232687"/>
                  <a:pt x="4766683" y="3232687"/>
                </a:cubicBezTo>
                <a:close/>
                <a:moveTo>
                  <a:pt x="9920687" y="3232687"/>
                </a:moveTo>
                <a:lnTo>
                  <a:pt x="9913625" y="3232687"/>
                </a:lnTo>
                <a:cubicBezTo>
                  <a:pt x="9913369" y="3232687"/>
                  <a:pt x="9913010" y="3232329"/>
                  <a:pt x="9913010" y="3232329"/>
                </a:cubicBezTo>
                <a:lnTo>
                  <a:pt x="9909480" y="3226188"/>
                </a:lnTo>
                <a:cubicBezTo>
                  <a:pt x="9909377" y="3225983"/>
                  <a:pt x="9909480" y="3225522"/>
                  <a:pt x="9909480" y="3225522"/>
                </a:cubicBezTo>
                <a:lnTo>
                  <a:pt x="9913010" y="3219382"/>
                </a:lnTo>
                <a:cubicBezTo>
                  <a:pt x="9913164" y="3219178"/>
                  <a:pt x="9913625" y="3219023"/>
                  <a:pt x="9913625" y="3219023"/>
                </a:cubicBezTo>
                <a:lnTo>
                  <a:pt x="9920687" y="3219023"/>
                </a:lnTo>
                <a:cubicBezTo>
                  <a:pt x="9920944" y="3219023"/>
                  <a:pt x="9921301" y="3219382"/>
                  <a:pt x="9921301" y="3219382"/>
                </a:cubicBezTo>
                <a:lnTo>
                  <a:pt x="9924834" y="3225522"/>
                </a:lnTo>
                <a:cubicBezTo>
                  <a:pt x="9924935" y="3225726"/>
                  <a:pt x="9924834" y="3226188"/>
                  <a:pt x="9924834" y="3226188"/>
                </a:cubicBezTo>
                <a:lnTo>
                  <a:pt x="9921301" y="3232329"/>
                </a:lnTo>
                <a:cubicBezTo>
                  <a:pt x="9921148" y="3232532"/>
                  <a:pt x="9920687" y="3232687"/>
                  <a:pt x="9920687" y="3232687"/>
                </a:cubicBezTo>
                <a:close/>
                <a:moveTo>
                  <a:pt x="10317132" y="3232687"/>
                </a:moveTo>
                <a:lnTo>
                  <a:pt x="10310069" y="3232687"/>
                </a:lnTo>
                <a:cubicBezTo>
                  <a:pt x="10309814" y="3232687"/>
                  <a:pt x="10309455" y="3232329"/>
                  <a:pt x="10309455" y="3232329"/>
                </a:cubicBezTo>
                <a:lnTo>
                  <a:pt x="10305924" y="3226190"/>
                </a:lnTo>
                <a:cubicBezTo>
                  <a:pt x="10305822" y="3225986"/>
                  <a:pt x="10305924" y="3225525"/>
                  <a:pt x="10305924" y="3225525"/>
                </a:cubicBezTo>
                <a:lnTo>
                  <a:pt x="10309455" y="3219384"/>
                </a:lnTo>
                <a:cubicBezTo>
                  <a:pt x="10309609" y="3219179"/>
                  <a:pt x="10310069" y="3219024"/>
                  <a:pt x="10310069" y="3219024"/>
                </a:cubicBezTo>
                <a:lnTo>
                  <a:pt x="10317132" y="3219024"/>
                </a:lnTo>
                <a:cubicBezTo>
                  <a:pt x="10317389" y="3219024"/>
                  <a:pt x="10317747" y="3219384"/>
                  <a:pt x="10317747" y="3219384"/>
                </a:cubicBezTo>
                <a:lnTo>
                  <a:pt x="10321279" y="3225525"/>
                </a:lnTo>
                <a:cubicBezTo>
                  <a:pt x="10321381" y="3225729"/>
                  <a:pt x="10321279" y="3226190"/>
                  <a:pt x="10321279" y="3226190"/>
                </a:cubicBezTo>
                <a:lnTo>
                  <a:pt x="10317747" y="3232329"/>
                </a:lnTo>
                <a:cubicBezTo>
                  <a:pt x="10317594" y="3232534"/>
                  <a:pt x="10317132" y="3232687"/>
                  <a:pt x="10317132" y="3232687"/>
                </a:cubicBezTo>
                <a:close/>
                <a:moveTo>
                  <a:pt x="2982559" y="3232690"/>
                </a:moveTo>
                <a:lnTo>
                  <a:pt x="2975496" y="3232690"/>
                </a:lnTo>
                <a:cubicBezTo>
                  <a:pt x="2975241" y="3232690"/>
                  <a:pt x="2974882" y="3232331"/>
                  <a:pt x="2974882" y="3232331"/>
                </a:cubicBezTo>
                <a:lnTo>
                  <a:pt x="2971351" y="3226192"/>
                </a:lnTo>
                <a:cubicBezTo>
                  <a:pt x="2971249" y="3225988"/>
                  <a:pt x="2971351" y="3225525"/>
                  <a:pt x="2971351" y="3225525"/>
                </a:cubicBezTo>
                <a:lnTo>
                  <a:pt x="2974882" y="3219386"/>
                </a:lnTo>
                <a:cubicBezTo>
                  <a:pt x="2975036" y="3219180"/>
                  <a:pt x="2975496" y="3219028"/>
                  <a:pt x="2975496" y="3219028"/>
                </a:cubicBezTo>
                <a:lnTo>
                  <a:pt x="2982559" y="3219028"/>
                </a:lnTo>
                <a:cubicBezTo>
                  <a:pt x="2982815" y="3219028"/>
                  <a:pt x="2983173" y="3219386"/>
                  <a:pt x="2983173" y="3219386"/>
                </a:cubicBezTo>
                <a:lnTo>
                  <a:pt x="2986706" y="3225525"/>
                </a:lnTo>
                <a:cubicBezTo>
                  <a:pt x="2986808" y="3225732"/>
                  <a:pt x="2986706" y="3226192"/>
                  <a:pt x="2986706" y="3226192"/>
                </a:cubicBezTo>
                <a:lnTo>
                  <a:pt x="2983173" y="3232331"/>
                </a:lnTo>
                <a:cubicBezTo>
                  <a:pt x="2983020" y="3232535"/>
                  <a:pt x="2982559" y="3232690"/>
                  <a:pt x="2982559" y="3232690"/>
                </a:cubicBezTo>
                <a:close/>
                <a:moveTo>
                  <a:pt x="9325974" y="3232690"/>
                </a:moveTo>
                <a:lnTo>
                  <a:pt x="9318911" y="3232690"/>
                </a:lnTo>
                <a:cubicBezTo>
                  <a:pt x="9318653" y="3232690"/>
                  <a:pt x="9318295" y="3232331"/>
                  <a:pt x="9318295" y="3232331"/>
                </a:cubicBezTo>
                <a:lnTo>
                  <a:pt x="9314763" y="3226192"/>
                </a:lnTo>
                <a:cubicBezTo>
                  <a:pt x="9314660" y="3225988"/>
                  <a:pt x="9314763" y="3225529"/>
                  <a:pt x="9314763" y="3225529"/>
                </a:cubicBezTo>
                <a:lnTo>
                  <a:pt x="9318295" y="3219386"/>
                </a:lnTo>
                <a:cubicBezTo>
                  <a:pt x="9318448" y="3219180"/>
                  <a:pt x="9318911" y="3219028"/>
                  <a:pt x="9318911" y="3219028"/>
                </a:cubicBezTo>
                <a:lnTo>
                  <a:pt x="9325974" y="3219028"/>
                </a:lnTo>
                <a:cubicBezTo>
                  <a:pt x="9326229" y="3219028"/>
                  <a:pt x="9326587" y="3219386"/>
                  <a:pt x="9326587" y="3219386"/>
                </a:cubicBezTo>
                <a:lnTo>
                  <a:pt x="9330117" y="3225529"/>
                </a:lnTo>
                <a:cubicBezTo>
                  <a:pt x="9330221" y="3225732"/>
                  <a:pt x="9330117" y="3226192"/>
                  <a:pt x="9330117" y="3226192"/>
                </a:cubicBezTo>
                <a:lnTo>
                  <a:pt x="9326587" y="3232331"/>
                </a:lnTo>
                <a:cubicBezTo>
                  <a:pt x="9326435" y="3232536"/>
                  <a:pt x="9325974" y="3232690"/>
                  <a:pt x="9325974" y="3232690"/>
                </a:cubicBezTo>
                <a:close/>
                <a:moveTo>
                  <a:pt x="7541808" y="3232692"/>
                </a:moveTo>
                <a:lnTo>
                  <a:pt x="7534745" y="3232692"/>
                </a:lnTo>
                <a:cubicBezTo>
                  <a:pt x="7534488" y="3232692"/>
                  <a:pt x="7534130" y="3232331"/>
                  <a:pt x="7534130" y="3232331"/>
                </a:cubicBezTo>
                <a:lnTo>
                  <a:pt x="7530600" y="3226192"/>
                </a:lnTo>
                <a:cubicBezTo>
                  <a:pt x="7530497" y="3225989"/>
                  <a:pt x="7530600" y="3225529"/>
                  <a:pt x="7530600" y="3225529"/>
                </a:cubicBezTo>
                <a:lnTo>
                  <a:pt x="7534130" y="3219386"/>
                </a:lnTo>
                <a:cubicBezTo>
                  <a:pt x="7534284" y="3219180"/>
                  <a:pt x="7534745" y="3219028"/>
                  <a:pt x="7534745" y="3219028"/>
                </a:cubicBezTo>
                <a:lnTo>
                  <a:pt x="7541808" y="3219028"/>
                </a:lnTo>
                <a:cubicBezTo>
                  <a:pt x="7542065" y="3219028"/>
                  <a:pt x="7542423" y="3219386"/>
                  <a:pt x="7542423" y="3219386"/>
                </a:cubicBezTo>
                <a:lnTo>
                  <a:pt x="7545954" y="3225529"/>
                </a:lnTo>
                <a:cubicBezTo>
                  <a:pt x="7546057" y="3225732"/>
                  <a:pt x="7545954" y="3226192"/>
                  <a:pt x="7545954" y="3226192"/>
                </a:cubicBezTo>
                <a:lnTo>
                  <a:pt x="7542423" y="3232331"/>
                </a:lnTo>
                <a:cubicBezTo>
                  <a:pt x="7542269" y="3232536"/>
                  <a:pt x="7541808" y="3232692"/>
                  <a:pt x="7541808" y="3232692"/>
                </a:cubicBezTo>
                <a:close/>
                <a:moveTo>
                  <a:pt x="8334809" y="3232694"/>
                </a:moveTo>
                <a:lnTo>
                  <a:pt x="8327745" y="3232694"/>
                </a:lnTo>
                <a:cubicBezTo>
                  <a:pt x="8327488" y="3232694"/>
                  <a:pt x="8327131" y="3232337"/>
                  <a:pt x="8327131" y="3232337"/>
                </a:cubicBezTo>
                <a:lnTo>
                  <a:pt x="8323599" y="3226197"/>
                </a:lnTo>
                <a:cubicBezTo>
                  <a:pt x="8323496" y="3225994"/>
                  <a:pt x="8323599" y="3225531"/>
                  <a:pt x="8323599" y="3225531"/>
                </a:cubicBezTo>
                <a:lnTo>
                  <a:pt x="8327131" y="3219389"/>
                </a:lnTo>
                <a:cubicBezTo>
                  <a:pt x="8327285" y="3219186"/>
                  <a:pt x="8327745" y="3219032"/>
                  <a:pt x="8327745" y="3219032"/>
                </a:cubicBezTo>
                <a:lnTo>
                  <a:pt x="8334809" y="3219032"/>
                </a:lnTo>
                <a:cubicBezTo>
                  <a:pt x="8335064" y="3219032"/>
                  <a:pt x="8335423" y="3219389"/>
                  <a:pt x="8335423" y="3219389"/>
                </a:cubicBezTo>
                <a:lnTo>
                  <a:pt x="8338954" y="3225531"/>
                </a:lnTo>
                <a:cubicBezTo>
                  <a:pt x="8339057" y="3225736"/>
                  <a:pt x="8338954" y="3226197"/>
                  <a:pt x="8338954" y="3226197"/>
                </a:cubicBezTo>
                <a:lnTo>
                  <a:pt x="8335423" y="3232337"/>
                </a:lnTo>
                <a:cubicBezTo>
                  <a:pt x="8335270" y="3232542"/>
                  <a:pt x="8334809" y="3232694"/>
                  <a:pt x="8334809" y="3232694"/>
                </a:cubicBezTo>
                <a:close/>
                <a:moveTo>
                  <a:pt x="6352582" y="3232701"/>
                </a:moveTo>
                <a:lnTo>
                  <a:pt x="6345519" y="3232701"/>
                </a:lnTo>
                <a:cubicBezTo>
                  <a:pt x="6345263" y="3232701"/>
                  <a:pt x="6344904" y="3232342"/>
                  <a:pt x="6344904" y="3232342"/>
                </a:cubicBezTo>
                <a:lnTo>
                  <a:pt x="6341373" y="3226204"/>
                </a:lnTo>
                <a:cubicBezTo>
                  <a:pt x="6341271" y="3225998"/>
                  <a:pt x="6341373" y="3225539"/>
                  <a:pt x="6341373" y="3225539"/>
                </a:cubicBezTo>
                <a:lnTo>
                  <a:pt x="6344904" y="3219396"/>
                </a:lnTo>
                <a:cubicBezTo>
                  <a:pt x="6345058" y="3219190"/>
                  <a:pt x="6345519" y="3219037"/>
                  <a:pt x="6345519" y="3219037"/>
                </a:cubicBezTo>
                <a:lnTo>
                  <a:pt x="6352582" y="3219037"/>
                </a:lnTo>
                <a:cubicBezTo>
                  <a:pt x="6352838" y="3219037"/>
                  <a:pt x="6353196" y="3219396"/>
                  <a:pt x="6353196" y="3219396"/>
                </a:cubicBezTo>
                <a:lnTo>
                  <a:pt x="6356728" y="3225539"/>
                </a:lnTo>
                <a:cubicBezTo>
                  <a:pt x="6356830" y="3225742"/>
                  <a:pt x="6356728" y="3226204"/>
                  <a:pt x="6356728" y="3226204"/>
                </a:cubicBezTo>
                <a:lnTo>
                  <a:pt x="6353196" y="3232342"/>
                </a:lnTo>
                <a:cubicBezTo>
                  <a:pt x="6353043" y="3232547"/>
                  <a:pt x="6352582" y="3232701"/>
                  <a:pt x="6352582" y="3232701"/>
                </a:cubicBezTo>
                <a:close/>
                <a:moveTo>
                  <a:pt x="2784284" y="3232704"/>
                </a:moveTo>
                <a:lnTo>
                  <a:pt x="2777221" y="3232704"/>
                </a:lnTo>
                <a:cubicBezTo>
                  <a:pt x="2776966" y="3232704"/>
                  <a:pt x="2776607" y="3232346"/>
                  <a:pt x="2776607" y="3232346"/>
                </a:cubicBezTo>
                <a:lnTo>
                  <a:pt x="2773075" y="3226206"/>
                </a:lnTo>
                <a:cubicBezTo>
                  <a:pt x="2772973" y="3226003"/>
                  <a:pt x="2773075" y="3225541"/>
                  <a:pt x="2773075" y="3225541"/>
                </a:cubicBezTo>
                <a:lnTo>
                  <a:pt x="2776607" y="3219400"/>
                </a:lnTo>
                <a:cubicBezTo>
                  <a:pt x="2776760" y="3219195"/>
                  <a:pt x="2777221" y="3219042"/>
                  <a:pt x="2777221" y="3219042"/>
                </a:cubicBezTo>
                <a:lnTo>
                  <a:pt x="2784284" y="3219042"/>
                </a:lnTo>
                <a:cubicBezTo>
                  <a:pt x="2784540" y="3219042"/>
                  <a:pt x="2784898" y="3219400"/>
                  <a:pt x="2784898" y="3219400"/>
                </a:cubicBezTo>
                <a:lnTo>
                  <a:pt x="2788430" y="3225541"/>
                </a:lnTo>
                <a:cubicBezTo>
                  <a:pt x="2788532" y="3225746"/>
                  <a:pt x="2788430" y="3226206"/>
                  <a:pt x="2788430" y="3226206"/>
                </a:cubicBezTo>
                <a:lnTo>
                  <a:pt x="2784898" y="3232346"/>
                </a:lnTo>
                <a:cubicBezTo>
                  <a:pt x="2784744" y="3232551"/>
                  <a:pt x="2784284" y="3232704"/>
                  <a:pt x="2784284" y="3232704"/>
                </a:cubicBezTo>
                <a:close/>
                <a:moveTo>
                  <a:pt x="4370183" y="3232708"/>
                </a:moveTo>
                <a:lnTo>
                  <a:pt x="4363121" y="3232708"/>
                </a:lnTo>
                <a:cubicBezTo>
                  <a:pt x="4362864" y="3232708"/>
                  <a:pt x="4362506" y="3232349"/>
                  <a:pt x="4362506" y="3232349"/>
                </a:cubicBezTo>
                <a:lnTo>
                  <a:pt x="4358975" y="3226209"/>
                </a:lnTo>
                <a:cubicBezTo>
                  <a:pt x="4358872" y="3226004"/>
                  <a:pt x="4358975" y="3225545"/>
                  <a:pt x="4358975" y="3225545"/>
                </a:cubicBezTo>
                <a:lnTo>
                  <a:pt x="4362506" y="3219401"/>
                </a:lnTo>
                <a:cubicBezTo>
                  <a:pt x="4362660" y="3219196"/>
                  <a:pt x="4363121" y="3219044"/>
                  <a:pt x="4363121" y="3219044"/>
                </a:cubicBezTo>
                <a:lnTo>
                  <a:pt x="4370183" y="3219044"/>
                </a:lnTo>
                <a:cubicBezTo>
                  <a:pt x="4370439" y="3219044"/>
                  <a:pt x="4370797" y="3219401"/>
                  <a:pt x="4370797" y="3219401"/>
                </a:cubicBezTo>
                <a:lnTo>
                  <a:pt x="4374329" y="3225545"/>
                </a:lnTo>
                <a:cubicBezTo>
                  <a:pt x="4374432" y="3225749"/>
                  <a:pt x="4374329" y="3226209"/>
                  <a:pt x="4374329" y="3226209"/>
                </a:cubicBezTo>
                <a:lnTo>
                  <a:pt x="4370797" y="3232349"/>
                </a:lnTo>
                <a:cubicBezTo>
                  <a:pt x="4370643" y="3232554"/>
                  <a:pt x="4370183" y="3232708"/>
                  <a:pt x="4370183" y="3232708"/>
                </a:cubicBezTo>
                <a:close/>
                <a:moveTo>
                  <a:pt x="2387835" y="3232715"/>
                </a:moveTo>
                <a:lnTo>
                  <a:pt x="2380773" y="3232715"/>
                </a:lnTo>
                <a:cubicBezTo>
                  <a:pt x="2380515" y="3232715"/>
                  <a:pt x="2380159" y="3232355"/>
                  <a:pt x="2380159" y="3232355"/>
                </a:cubicBezTo>
                <a:lnTo>
                  <a:pt x="2376626" y="3226216"/>
                </a:lnTo>
                <a:cubicBezTo>
                  <a:pt x="2376523" y="3226011"/>
                  <a:pt x="2376626" y="3225550"/>
                  <a:pt x="2376626" y="3225550"/>
                </a:cubicBezTo>
                <a:lnTo>
                  <a:pt x="2380159" y="3219409"/>
                </a:lnTo>
                <a:cubicBezTo>
                  <a:pt x="2380312" y="3219203"/>
                  <a:pt x="2380773" y="3219051"/>
                  <a:pt x="2380773" y="3219051"/>
                </a:cubicBezTo>
                <a:lnTo>
                  <a:pt x="2387835" y="3219051"/>
                </a:lnTo>
                <a:cubicBezTo>
                  <a:pt x="2388091" y="3219051"/>
                  <a:pt x="2388449" y="3219409"/>
                  <a:pt x="2388449" y="3219409"/>
                </a:cubicBezTo>
                <a:lnTo>
                  <a:pt x="2391981" y="3225550"/>
                </a:lnTo>
                <a:cubicBezTo>
                  <a:pt x="2392083" y="3225754"/>
                  <a:pt x="2391981" y="3226216"/>
                  <a:pt x="2391981" y="3226216"/>
                </a:cubicBezTo>
                <a:lnTo>
                  <a:pt x="2388449" y="3232355"/>
                </a:lnTo>
                <a:cubicBezTo>
                  <a:pt x="2388296" y="3232560"/>
                  <a:pt x="2387835" y="3232715"/>
                  <a:pt x="2387835" y="3232715"/>
                </a:cubicBezTo>
                <a:close/>
                <a:moveTo>
                  <a:pt x="6749031" y="3232715"/>
                </a:moveTo>
                <a:lnTo>
                  <a:pt x="6741967" y="3232715"/>
                </a:lnTo>
                <a:cubicBezTo>
                  <a:pt x="6741711" y="3232715"/>
                  <a:pt x="6741354" y="3232355"/>
                  <a:pt x="6741354" y="3232355"/>
                </a:cubicBezTo>
                <a:lnTo>
                  <a:pt x="6737823" y="3226216"/>
                </a:lnTo>
                <a:cubicBezTo>
                  <a:pt x="6737720" y="3226011"/>
                  <a:pt x="6737823" y="3225550"/>
                  <a:pt x="6737823" y="3225550"/>
                </a:cubicBezTo>
                <a:lnTo>
                  <a:pt x="6741354" y="3219409"/>
                </a:lnTo>
                <a:cubicBezTo>
                  <a:pt x="6741508" y="3219203"/>
                  <a:pt x="6741967" y="3219051"/>
                  <a:pt x="6741967" y="3219051"/>
                </a:cubicBezTo>
                <a:lnTo>
                  <a:pt x="6749031" y="3219051"/>
                </a:lnTo>
                <a:cubicBezTo>
                  <a:pt x="6749287" y="3219051"/>
                  <a:pt x="6749646" y="3219409"/>
                  <a:pt x="6749646" y="3219409"/>
                </a:cubicBezTo>
                <a:lnTo>
                  <a:pt x="6753177" y="3225550"/>
                </a:lnTo>
                <a:cubicBezTo>
                  <a:pt x="6753279" y="3225754"/>
                  <a:pt x="6753177" y="3226216"/>
                  <a:pt x="6753177" y="3226216"/>
                </a:cubicBezTo>
                <a:lnTo>
                  <a:pt x="6749646" y="3232355"/>
                </a:lnTo>
                <a:cubicBezTo>
                  <a:pt x="6749491" y="3232560"/>
                  <a:pt x="6749031" y="3232715"/>
                  <a:pt x="6749031" y="3232715"/>
                </a:cubicBezTo>
                <a:close/>
                <a:moveTo>
                  <a:pt x="7938328" y="3232715"/>
                </a:moveTo>
                <a:lnTo>
                  <a:pt x="7931264" y="3232715"/>
                </a:lnTo>
                <a:cubicBezTo>
                  <a:pt x="7931008" y="3232715"/>
                  <a:pt x="7930650" y="3232355"/>
                  <a:pt x="7930650" y="3232355"/>
                </a:cubicBezTo>
                <a:lnTo>
                  <a:pt x="7927119" y="3226216"/>
                </a:lnTo>
                <a:cubicBezTo>
                  <a:pt x="7927016" y="3226011"/>
                  <a:pt x="7927119" y="3225549"/>
                  <a:pt x="7927119" y="3225549"/>
                </a:cubicBezTo>
                <a:lnTo>
                  <a:pt x="7930650" y="3219408"/>
                </a:lnTo>
                <a:cubicBezTo>
                  <a:pt x="7930804" y="3219203"/>
                  <a:pt x="7931264" y="3219051"/>
                  <a:pt x="7931264" y="3219051"/>
                </a:cubicBezTo>
                <a:lnTo>
                  <a:pt x="7938328" y="3219051"/>
                </a:lnTo>
                <a:cubicBezTo>
                  <a:pt x="7938584" y="3219051"/>
                  <a:pt x="7938942" y="3219408"/>
                  <a:pt x="7938942" y="3219408"/>
                </a:cubicBezTo>
                <a:lnTo>
                  <a:pt x="7942473" y="3225549"/>
                </a:lnTo>
                <a:cubicBezTo>
                  <a:pt x="7942576" y="3225754"/>
                  <a:pt x="7942473" y="3226216"/>
                  <a:pt x="7942473" y="3226216"/>
                </a:cubicBezTo>
                <a:lnTo>
                  <a:pt x="7938942" y="3232355"/>
                </a:lnTo>
                <a:cubicBezTo>
                  <a:pt x="7938788" y="3232560"/>
                  <a:pt x="7938328" y="3232715"/>
                  <a:pt x="7938328" y="3232715"/>
                </a:cubicBezTo>
                <a:close/>
                <a:moveTo>
                  <a:pt x="4171959" y="3232717"/>
                </a:moveTo>
                <a:lnTo>
                  <a:pt x="4164896" y="3232717"/>
                </a:lnTo>
                <a:cubicBezTo>
                  <a:pt x="4164640" y="3232717"/>
                  <a:pt x="4164282" y="3232357"/>
                  <a:pt x="4164282" y="3232357"/>
                </a:cubicBezTo>
                <a:lnTo>
                  <a:pt x="4160751" y="3226219"/>
                </a:lnTo>
                <a:cubicBezTo>
                  <a:pt x="4160648" y="3226012"/>
                  <a:pt x="4160751" y="3225553"/>
                  <a:pt x="4160751" y="3225553"/>
                </a:cubicBezTo>
                <a:lnTo>
                  <a:pt x="4164282" y="3219411"/>
                </a:lnTo>
                <a:cubicBezTo>
                  <a:pt x="4164435" y="3219206"/>
                  <a:pt x="4164896" y="3219054"/>
                  <a:pt x="4164896" y="3219054"/>
                </a:cubicBezTo>
                <a:lnTo>
                  <a:pt x="4171959" y="3219054"/>
                </a:lnTo>
                <a:cubicBezTo>
                  <a:pt x="4172215" y="3219054"/>
                  <a:pt x="4172573" y="3219411"/>
                  <a:pt x="4172573" y="3219411"/>
                </a:cubicBezTo>
                <a:lnTo>
                  <a:pt x="4176105" y="3225553"/>
                </a:lnTo>
                <a:cubicBezTo>
                  <a:pt x="4176207" y="3225757"/>
                  <a:pt x="4176105" y="3226219"/>
                  <a:pt x="4176105" y="3226219"/>
                </a:cubicBezTo>
                <a:lnTo>
                  <a:pt x="4172573" y="3232357"/>
                </a:lnTo>
                <a:cubicBezTo>
                  <a:pt x="4172419" y="3232563"/>
                  <a:pt x="4171959" y="3232717"/>
                  <a:pt x="4171959" y="3232717"/>
                </a:cubicBezTo>
                <a:close/>
                <a:moveTo>
                  <a:pt x="7740104" y="3232717"/>
                </a:moveTo>
                <a:lnTo>
                  <a:pt x="7733040" y="3232717"/>
                </a:lnTo>
                <a:cubicBezTo>
                  <a:pt x="7732784" y="3232717"/>
                  <a:pt x="7732427" y="3232358"/>
                  <a:pt x="7732427" y="3232358"/>
                </a:cubicBezTo>
                <a:lnTo>
                  <a:pt x="7728895" y="3226220"/>
                </a:lnTo>
                <a:cubicBezTo>
                  <a:pt x="7728792" y="3226012"/>
                  <a:pt x="7728895" y="3225554"/>
                  <a:pt x="7728895" y="3225554"/>
                </a:cubicBezTo>
                <a:lnTo>
                  <a:pt x="7732427" y="3219411"/>
                </a:lnTo>
                <a:cubicBezTo>
                  <a:pt x="7732579" y="3219208"/>
                  <a:pt x="7733040" y="3219054"/>
                  <a:pt x="7733040" y="3219054"/>
                </a:cubicBezTo>
                <a:lnTo>
                  <a:pt x="7740104" y="3219054"/>
                </a:lnTo>
                <a:cubicBezTo>
                  <a:pt x="7740359" y="3219054"/>
                  <a:pt x="7740718" y="3219411"/>
                  <a:pt x="7740718" y="3219411"/>
                </a:cubicBezTo>
                <a:lnTo>
                  <a:pt x="7744250" y="3225554"/>
                </a:lnTo>
                <a:cubicBezTo>
                  <a:pt x="7744352" y="3225758"/>
                  <a:pt x="7744250" y="3226220"/>
                  <a:pt x="7744250" y="3226220"/>
                </a:cubicBezTo>
                <a:lnTo>
                  <a:pt x="7740718" y="3232358"/>
                </a:lnTo>
                <a:cubicBezTo>
                  <a:pt x="7740566" y="3232564"/>
                  <a:pt x="7740104" y="3232717"/>
                  <a:pt x="7740104" y="3232717"/>
                </a:cubicBezTo>
                <a:close/>
                <a:moveTo>
                  <a:pt x="5757857" y="3232718"/>
                </a:moveTo>
                <a:lnTo>
                  <a:pt x="5750795" y="3232718"/>
                </a:lnTo>
                <a:cubicBezTo>
                  <a:pt x="5750538" y="3232718"/>
                  <a:pt x="5750181" y="3232362"/>
                  <a:pt x="5750181" y="3232362"/>
                </a:cubicBezTo>
                <a:lnTo>
                  <a:pt x="5746649" y="3226220"/>
                </a:lnTo>
                <a:cubicBezTo>
                  <a:pt x="5746546" y="3226016"/>
                  <a:pt x="5746649" y="3225554"/>
                  <a:pt x="5746649" y="3225554"/>
                </a:cubicBezTo>
                <a:lnTo>
                  <a:pt x="5750181" y="3219414"/>
                </a:lnTo>
                <a:cubicBezTo>
                  <a:pt x="5750333" y="3219208"/>
                  <a:pt x="5750795" y="3219054"/>
                  <a:pt x="5750795" y="3219054"/>
                </a:cubicBezTo>
                <a:lnTo>
                  <a:pt x="5757857" y="3219054"/>
                </a:lnTo>
                <a:cubicBezTo>
                  <a:pt x="5758114" y="3219054"/>
                  <a:pt x="5758471" y="3219414"/>
                  <a:pt x="5758471" y="3219414"/>
                </a:cubicBezTo>
                <a:lnTo>
                  <a:pt x="5762003" y="3225554"/>
                </a:lnTo>
                <a:cubicBezTo>
                  <a:pt x="5762106" y="3225758"/>
                  <a:pt x="5762003" y="3226220"/>
                  <a:pt x="5762003" y="3226220"/>
                </a:cubicBezTo>
                <a:lnTo>
                  <a:pt x="5758471" y="3232362"/>
                </a:lnTo>
                <a:cubicBezTo>
                  <a:pt x="5758318" y="3232564"/>
                  <a:pt x="5757857" y="3232718"/>
                  <a:pt x="5757857" y="3232718"/>
                </a:cubicBezTo>
                <a:close/>
                <a:moveTo>
                  <a:pt x="3775459" y="3232720"/>
                </a:moveTo>
                <a:lnTo>
                  <a:pt x="3768396" y="3232720"/>
                </a:lnTo>
                <a:cubicBezTo>
                  <a:pt x="3768139" y="3232720"/>
                  <a:pt x="3767781" y="3232364"/>
                  <a:pt x="3767781" y="3232364"/>
                </a:cubicBezTo>
                <a:lnTo>
                  <a:pt x="3764249" y="3226220"/>
                </a:lnTo>
                <a:cubicBezTo>
                  <a:pt x="3764147" y="3226017"/>
                  <a:pt x="3764249" y="3225556"/>
                  <a:pt x="3764249" y="3225556"/>
                </a:cubicBezTo>
                <a:lnTo>
                  <a:pt x="3767781" y="3219414"/>
                </a:lnTo>
                <a:cubicBezTo>
                  <a:pt x="3767935" y="3219211"/>
                  <a:pt x="3768396" y="3219057"/>
                  <a:pt x="3768396" y="3219057"/>
                </a:cubicBezTo>
                <a:lnTo>
                  <a:pt x="3775459" y="3219057"/>
                </a:lnTo>
                <a:cubicBezTo>
                  <a:pt x="3775713" y="3219057"/>
                  <a:pt x="3776073" y="3219414"/>
                  <a:pt x="3776073" y="3219414"/>
                </a:cubicBezTo>
                <a:lnTo>
                  <a:pt x="3779604" y="3225556"/>
                </a:lnTo>
                <a:cubicBezTo>
                  <a:pt x="3779706" y="3225762"/>
                  <a:pt x="3779604" y="3226220"/>
                  <a:pt x="3779604" y="3226220"/>
                </a:cubicBezTo>
                <a:lnTo>
                  <a:pt x="3776073" y="3232364"/>
                </a:lnTo>
                <a:cubicBezTo>
                  <a:pt x="3775919" y="3232567"/>
                  <a:pt x="3775459" y="3232720"/>
                  <a:pt x="3775459" y="3232720"/>
                </a:cubicBezTo>
                <a:close/>
                <a:moveTo>
                  <a:pt x="2189611" y="3232722"/>
                </a:moveTo>
                <a:lnTo>
                  <a:pt x="2182548" y="3232722"/>
                </a:lnTo>
                <a:cubicBezTo>
                  <a:pt x="2182291" y="3232722"/>
                  <a:pt x="2181933" y="3232365"/>
                  <a:pt x="2181933" y="3232365"/>
                </a:cubicBezTo>
                <a:lnTo>
                  <a:pt x="2178401" y="3226223"/>
                </a:lnTo>
                <a:cubicBezTo>
                  <a:pt x="2178299" y="3226019"/>
                  <a:pt x="2178401" y="3225558"/>
                  <a:pt x="2178401" y="3225558"/>
                </a:cubicBezTo>
                <a:lnTo>
                  <a:pt x="2181933" y="3219415"/>
                </a:lnTo>
                <a:cubicBezTo>
                  <a:pt x="2182087" y="3219212"/>
                  <a:pt x="2182548" y="3219058"/>
                  <a:pt x="2182548" y="3219058"/>
                </a:cubicBezTo>
                <a:lnTo>
                  <a:pt x="2189611" y="3219058"/>
                </a:lnTo>
                <a:cubicBezTo>
                  <a:pt x="2189865" y="3219058"/>
                  <a:pt x="2190225" y="3219415"/>
                  <a:pt x="2190225" y="3219415"/>
                </a:cubicBezTo>
                <a:lnTo>
                  <a:pt x="2193757" y="3225558"/>
                </a:lnTo>
                <a:cubicBezTo>
                  <a:pt x="2193859" y="3225762"/>
                  <a:pt x="2193757" y="3226223"/>
                  <a:pt x="2193757" y="3226223"/>
                </a:cubicBezTo>
                <a:lnTo>
                  <a:pt x="2190225" y="3232365"/>
                </a:lnTo>
                <a:cubicBezTo>
                  <a:pt x="2190071" y="3232567"/>
                  <a:pt x="2189611" y="3232722"/>
                  <a:pt x="2189611" y="3232722"/>
                </a:cubicBezTo>
                <a:close/>
                <a:moveTo>
                  <a:pt x="8731318" y="3232722"/>
                </a:moveTo>
                <a:lnTo>
                  <a:pt x="8724254" y="3232722"/>
                </a:lnTo>
                <a:cubicBezTo>
                  <a:pt x="8723998" y="3232722"/>
                  <a:pt x="8723641" y="3232365"/>
                  <a:pt x="8723641" y="3232365"/>
                </a:cubicBezTo>
                <a:lnTo>
                  <a:pt x="8720109" y="3226223"/>
                </a:lnTo>
                <a:cubicBezTo>
                  <a:pt x="8720007" y="3226019"/>
                  <a:pt x="8720109" y="3225558"/>
                  <a:pt x="8720109" y="3225558"/>
                </a:cubicBezTo>
                <a:lnTo>
                  <a:pt x="8723641" y="3219415"/>
                </a:lnTo>
                <a:cubicBezTo>
                  <a:pt x="8723794" y="3219212"/>
                  <a:pt x="8724254" y="3219058"/>
                  <a:pt x="8724254" y="3219058"/>
                </a:cubicBezTo>
                <a:lnTo>
                  <a:pt x="8731318" y="3219058"/>
                </a:lnTo>
                <a:cubicBezTo>
                  <a:pt x="8731575" y="3219058"/>
                  <a:pt x="8731932" y="3219415"/>
                  <a:pt x="8731932" y="3219415"/>
                </a:cubicBezTo>
                <a:lnTo>
                  <a:pt x="8735465" y="3225558"/>
                </a:lnTo>
                <a:cubicBezTo>
                  <a:pt x="8735567" y="3225762"/>
                  <a:pt x="8735465" y="3226223"/>
                  <a:pt x="8735465" y="3226223"/>
                </a:cubicBezTo>
                <a:lnTo>
                  <a:pt x="8731932" y="3232365"/>
                </a:lnTo>
                <a:cubicBezTo>
                  <a:pt x="8731780" y="3232567"/>
                  <a:pt x="8731318" y="3232722"/>
                  <a:pt x="8731318" y="3232722"/>
                </a:cubicBezTo>
                <a:close/>
                <a:moveTo>
                  <a:pt x="4964909" y="3232724"/>
                </a:moveTo>
                <a:lnTo>
                  <a:pt x="4957846" y="3232724"/>
                </a:lnTo>
                <a:cubicBezTo>
                  <a:pt x="4957589" y="3232724"/>
                  <a:pt x="4957232" y="3232365"/>
                  <a:pt x="4957232" y="3232365"/>
                </a:cubicBezTo>
                <a:lnTo>
                  <a:pt x="4953699" y="3226223"/>
                </a:lnTo>
                <a:cubicBezTo>
                  <a:pt x="4953597" y="3226020"/>
                  <a:pt x="4953699" y="3225561"/>
                  <a:pt x="4953699" y="3225561"/>
                </a:cubicBezTo>
                <a:lnTo>
                  <a:pt x="4957232" y="3219418"/>
                </a:lnTo>
                <a:cubicBezTo>
                  <a:pt x="4957384" y="3219213"/>
                  <a:pt x="4957846" y="3219058"/>
                  <a:pt x="4957846" y="3219058"/>
                </a:cubicBezTo>
                <a:lnTo>
                  <a:pt x="4964909" y="3219058"/>
                </a:lnTo>
                <a:cubicBezTo>
                  <a:pt x="4965164" y="3219058"/>
                  <a:pt x="4965523" y="3219418"/>
                  <a:pt x="4965523" y="3219418"/>
                </a:cubicBezTo>
                <a:lnTo>
                  <a:pt x="4969054" y="3225561"/>
                </a:lnTo>
                <a:cubicBezTo>
                  <a:pt x="4969156" y="3225764"/>
                  <a:pt x="4969054" y="3226223"/>
                  <a:pt x="4969054" y="3226223"/>
                </a:cubicBezTo>
                <a:lnTo>
                  <a:pt x="4965523" y="3232365"/>
                </a:lnTo>
                <a:cubicBezTo>
                  <a:pt x="4965369" y="3232570"/>
                  <a:pt x="4964909" y="3232724"/>
                  <a:pt x="4964909" y="3232724"/>
                </a:cubicBezTo>
                <a:close/>
                <a:moveTo>
                  <a:pt x="5559633" y="3232725"/>
                </a:moveTo>
                <a:lnTo>
                  <a:pt x="5552569" y="3232725"/>
                </a:lnTo>
                <a:cubicBezTo>
                  <a:pt x="5552314" y="3232725"/>
                  <a:pt x="5551956" y="3232366"/>
                  <a:pt x="5551956" y="3232366"/>
                </a:cubicBezTo>
                <a:lnTo>
                  <a:pt x="5548424" y="3226227"/>
                </a:lnTo>
                <a:cubicBezTo>
                  <a:pt x="5548322" y="3226022"/>
                  <a:pt x="5548424" y="3225561"/>
                  <a:pt x="5548424" y="3225561"/>
                </a:cubicBezTo>
                <a:lnTo>
                  <a:pt x="5551956" y="3219419"/>
                </a:lnTo>
                <a:cubicBezTo>
                  <a:pt x="5552109" y="3219214"/>
                  <a:pt x="5552569" y="3219061"/>
                  <a:pt x="5552569" y="3219061"/>
                </a:cubicBezTo>
                <a:lnTo>
                  <a:pt x="5559633" y="3219061"/>
                </a:lnTo>
                <a:cubicBezTo>
                  <a:pt x="5559889" y="3219061"/>
                  <a:pt x="5560246" y="3219419"/>
                  <a:pt x="5560246" y="3219419"/>
                </a:cubicBezTo>
                <a:lnTo>
                  <a:pt x="5563779" y="3225561"/>
                </a:lnTo>
                <a:cubicBezTo>
                  <a:pt x="5563881" y="3225766"/>
                  <a:pt x="5563779" y="3226227"/>
                  <a:pt x="5563779" y="3226227"/>
                </a:cubicBezTo>
                <a:lnTo>
                  <a:pt x="5560246" y="3232366"/>
                </a:lnTo>
                <a:cubicBezTo>
                  <a:pt x="5560094" y="3232573"/>
                  <a:pt x="5559633" y="3232725"/>
                  <a:pt x="5559633" y="3232725"/>
                </a:cubicBezTo>
                <a:close/>
                <a:moveTo>
                  <a:pt x="9127817" y="3232728"/>
                </a:moveTo>
                <a:lnTo>
                  <a:pt x="9120755" y="3232728"/>
                </a:lnTo>
                <a:cubicBezTo>
                  <a:pt x="9120499" y="3232728"/>
                  <a:pt x="9120141" y="3232371"/>
                  <a:pt x="9120141" y="3232371"/>
                </a:cubicBezTo>
                <a:lnTo>
                  <a:pt x="9116609" y="3226229"/>
                </a:lnTo>
                <a:cubicBezTo>
                  <a:pt x="9116507" y="3226026"/>
                  <a:pt x="9116609" y="3225564"/>
                  <a:pt x="9116609" y="3225564"/>
                </a:cubicBezTo>
                <a:lnTo>
                  <a:pt x="9120141" y="3219422"/>
                </a:lnTo>
                <a:cubicBezTo>
                  <a:pt x="9120294" y="3219219"/>
                  <a:pt x="9120755" y="3219065"/>
                  <a:pt x="9120755" y="3219065"/>
                </a:cubicBezTo>
                <a:lnTo>
                  <a:pt x="9127817" y="3219065"/>
                </a:lnTo>
                <a:cubicBezTo>
                  <a:pt x="9128074" y="3219065"/>
                  <a:pt x="9128432" y="3219422"/>
                  <a:pt x="9128432" y="3219422"/>
                </a:cubicBezTo>
                <a:lnTo>
                  <a:pt x="9131963" y="3225564"/>
                </a:lnTo>
                <a:cubicBezTo>
                  <a:pt x="9132066" y="3225769"/>
                  <a:pt x="9131963" y="3226229"/>
                  <a:pt x="9131963" y="3226229"/>
                </a:cubicBezTo>
                <a:lnTo>
                  <a:pt x="9128432" y="3232371"/>
                </a:lnTo>
                <a:cubicBezTo>
                  <a:pt x="9128279" y="3232574"/>
                  <a:pt x="9127817" y="3232728"/>
                  <a:pt x="9127817" y="3232728"/>
                </a:cubicBezTo>
                <a:close/>
                <a:moveTo>
                  <a:pt x="4568408" y="3232729"/>
                </a:moveTo>
                <a:lnTo>
                  <a:pt x="4561345" y="3232729"/>
                </a:lnTo>
                <a:cubicBezTo>
                  <a:pt x="4561089" y="3232729"/>
                  <a:pt x="4560731" y="3232371"/>
                  <a:pt x="4560731" y="3232371"/>
                </a:cubicBezTo>
                <a:lnTo>
                  <a:pt x="4557199" y="3226229"/>
                </a:lnTo>
                <a:cubicBezTo>
                  <a:pt x="4557097" y="3226026"/>
                  <a:pt x="4557199" y="3225566"/>
                  <a:pt x="4557199" y="3225566"/>
                </a:cubicBezTo>
                <a:lnTo>
                  <a:pt x="4560731" y="3219423"/>
                </a:lnTo>
                <a:cubicBezTo>
                  <a:pt x="4560884" y="3219220"/>
                  <a:pt x="4561345" y="3219065"/>
                  <a:pt x="4561345" y="3219065"/>
                </a:cubicBezTo>
                <a:lnTo>
                  <a:pt x="4568408" y="3219065"/>
                </a:lnTo>
                <a:cubicBezTo>
                  <a:pt x="4568663" y="3219065"/>
                  <a:pt x="4569022" y="3219423"/>
                  <a:pt x="4569022" y="3219423"/>
                </a:cubicBezTo>
                <a:lnTo>
                  <a:pt x="4572554" y="3225566"/>
                </a:lnTo>
                <a:cubicBezTo>
                  <a:pt x="4572656" y="3225769"/>
                  <a:pt x="4572554" y="3226229"/>
                  <a:pt x="4572554" y="3226229"/>
                </a:cubicBezTo>
                <a:lnTo>
                  <a:pt x="4569022" y="3232371"/>
                </a:lnTo>
                <a:cubicBezTo>
                  <a:pt x="4568869" y="3232574"/>
                  <a:pt x="4568408" y="3232729"/>
                  <a:pt x="4568408" y="3232729"/>
                </a:cubicBezTo>
                <a:close/>
                <a:moveTo>
                  <a:pt x="9524270" y="3232731"/>
                </a:moveTo>
                <a:lnTo>
                  <a:pt x="9517207" y="3232731"/>
                </a:lnTo>
                <a:cubicBezTo>
                  <a:pt x="9516951" y="3232731"/>
                  <a:pt x="9516592" y="3232372"/>
                  <a:pt x="9516592" y="3232372"/>
                </a:cubicBezTo>
                <a:lnTo>
                  <a:pt x="9513062" y="3226231"/>
                </a:lnTo>
                <a:cubicBezTo>
                  <a:pt x="9512959" y="3226027"/>
                  <a:pt x="9513062" y="3225566"/>
                  <a:pt x="9513062" y="3225566"/>
                </a:cubicBezTo>
                <a:lnTo>
                  <a:pt x="9516592" y="3219423"/>
                </a:lnTo>
                <a:cubicBezTo>
                  <a:pt x="9516746" y="3219220"/>
                  <a:pt x="9517207" y="3219066"/>
                  <a:pt x="9517207" y="3219066"/>
                </a:cubicBezTo>
                <a:lnTo>
                  <a:pt x="9524270" y="3219066"/>
                </a:lnTo>
                <a:cubicBezTo>
                  <a:pt x="9524527" y="3219066"/>
                  <a:pt x="9524884" y="3219423"/>
                  <a:pt x="9524884" y="3219423"/>
                </a:cubicBezTo>
                <a:lnTo>
                  <a:pt x="9528416" y="3225566"/>
                </a:lnTo>
                <a:cubicBezTo>
                  <a:pt x="9528519" y="3225769"/>
                  <a:pt x="9528416" y="3226231"/>
                  <a:pt x="9528416" y="3226231"/>
                </a:cubicBezTo>
                <a:lnTo>
                  <a:pt x="9524884" y="3232372"/>
                </a:lnTo>
                <a:cubicBezTo>
                  <a:pt x="9524730" y="3232575"/>
                  <a:pt x="9524270" y="3232731"/>
                  <a:pt x="9524270" y="3232731"/>
                </a:cubicBezTo>
                <a:close/>
                <a:moveTo>
                  <a:pt x="3180784" y="3232736"/>
                </a:moveTo>
                <a:lnTo>
                  <a:pt x="3173721" y="3232736"/>
                </a:lnTo>
                <a:cubicBezTo>
                  <a:pt x="3173466" y="3232736"/>
                  <a:pt x="3173107" y="3232376"/>
                  <a:pt x="3173107" y="3232376"/>
                </a:cubicBezTo>
                <a:lnTo>
                  <a:pt x="3169576" y="3226237"/>
                </a:lnTo>
                <a:cubicBezTo>
                  <a:pt x="3169473" y="3226031"/>
                  <a:pt x="3169576" y="3225572"/>
                  <a:pt x="3169576" y="3225572"/>
                </a:cubicBezTo>
                <a:lnTo>
                  <a:pt x="3173107" y="3219429"/>
                </a:lnTo>
                <a:cubicBezTo>
                  <a:pt x="3173261" y="3219225"/>
                  <a:pt x="3173721" y="3219072"/>
                  <a:pt x="3173721" y="3219072"/>
                </a:cubicBezTo>
                <a:lnTo>
                  <a:pt x="3180784" y="3219072"/>
                </a:lnTo>
                <a:cubicBezTo>
                  <a:pt x="3181040" y="3219072"/>
                  <a:pt x="3181398" y="3219429"/>
                  <a:pt x="3181398" y="3219429"/>
                </a:cubicBezTo>
                <a:lnTo>
                  <a:pt x="3184931" y="3225572"/>
                </a:lnTo>
                <a:cubicBezTo>
                  <a:pt x="3185033" y="3225776"/>
                  <a:pt x="3184931" y="3226237"/>
                  <a:pt x="3184931" y="3226237"/>
                </a:cubicBezTo>
                <a:lnTo>
                  <a:pt x="3181398" y="3232376"/>
                </a:lnTo>
                <a:cubicBezTo>
                  <a:pt x="3181245" y="3232582"/>
                  <a:pt x="3180784" y="3232736"/>
                  <a:pt x="3180784" y="3232736"/>
                </a:cubicBezTo>
                <a:close/>
                <a:moveTo>
                  <a:pt x="6154307" y="3232741"/>
                </a:moveTo>
                <a:lnTo>
                  <a:pt x="6147243" y="3232741"/>
                </a:lnTo>
                <a:cubicBezTo>
                  <a:pt x="6146988" y="3232741"/>
                  <a:pt x="6146629" y="3232382"/>
                  <a:pt x="6146629" y="3232382"/>
                </a:cubicBezTo>
                <a:lnTo>
                  <a:pt x="6143098" y="3226241"/>
                </a:lnTo>
                <a:cubicBezTo>
                  <a:pt x="6142996" y="3226036"/>
                  <a:pt x="6143098" y="3225576"/>
                  <a:pt x="6143098" y="3225576"/>
                </a:cubicBezTo>
                <a:lnTo>
                  <a:pt x="6146629" y="3219435"/>
                </a:lnTo>
                <a:cubicBezTo>
                  <a:pt x="6146783" y="3219230"/>
                  <a:pt x="6147243" y="3219076"/>
                  <a:pt x="6147243" y="3219076"/>
                </a:cubicBezTo>
                <a:lnTo>
                  <a:pt x="6154307" y="3219076"/>
                </a:lnTo>
                <a:cubicBezTo>
                  <a:pt x="6154562" y="3219076"/>
                  <a:pt x="6154921" y="3219435"/>
                  <a:pt x="6154921" y="3219435"/>
                </a:cubicBezTo>
                <a:lnTo>
                  <a:pt x="6158453" y="3225576"/>
                </a:lnTo>
                <a:cubicBezTo>
                  <a:pt x="6158554" y="3225782"/>
                  <a:pt x="6158453" y="3226241"/>
                  <a:pt x="6158453" y="3226241"/>
                </a:cubicBezTo>
                <a:lnTo>
                  <a:pt x="6154921" y="3232382"/>
                </a:lnTo>
                <a:cubicBezTo>
                  <a:pt x="6154768" y="3232588"/>
                  <a:pt x="6154307" y="3232741"/>
                  <a:pt x="6154307" y="3232741"/>
                </a:cubicBezTo>
                <a:close/>
                <a:moveTo>
                  <a:pt x="3973734" y="3232744"/>
                </a:moveTo>
                <a:lnTo>
                  <a:pt x="3966671" y="3232744"/>
                </a:lnTo>
                <a:cubicBezTo>
                  <a:pt x="3966415" y="3232744"/>
                  <a:pt x="3966057" y="3232386"/>
                  <a:pt x="3966057" y="3232386"/>
                </a:cubicBezTo>
                <a:lnTo>
                  <a:pt x="3962525" y="3226245"/>
                </a:lnTo>
                <a:cubicBezTo>
                  <a:pt x="3962423" y="3226040"/>
                  <a:pt x="3962525" y="3225580"/>
                  <a:pt x="3962525" y="3225580"/>
                </a:cubicBezTo>
                <a:lnTo>
                  <a:pt x="3966057" y="3219438"/>
                </a:lnTo>
                <a:cubicBezTo>
                  <a:pt x="3966211" y="3219233"/>
                  <a:pt x="3966671" y="3219079"/>
                  <a:pt x="3966671" y="3219079"/>
                </a:cubicBezTo>
                <a:lnTo>
                  <a:pt x="3973734" y="3219079"/>
                </a:lnTo>
                <a:cubicBezTo>
                  <a:pt x="3973990" y="3219079"/>
                  <a:pt x="3974348" y="3219438"/>
                  <a:pt x="3974348" y="3219438"/>
                </a:cubicBezTo>
                <a:lnTo>
                  <a:pt x="3977880" y="3225580"/>
                </a:lnTo>
                <a:cubicBezTo>
                  <a:pt x="3977982" y="3225785"/>
                  <a:pt x="3977880" y="3226245"/>
                  <a:pt x="3977880" y="3226245"/>
                </a:cubicBezTo>
                <a:lnTo>
                  <a:pt x="3974348" y="3232386"/>
                </a:lnTo>
                <a:cubicBezTo>
                  <a:pt x="3974195" y="3232591"/>
                  <a:pt x="3973734" y="3232744"/>
                  <a:pt x="3973734" y="3232744"/>
                </a:cubicBezTo>
                <a:close/>
                <a:moveTo>
                  <a:pt x="8533128" y="3232744"/>
                </a:moveTo>
                <a:lnTo>
                  <a:pt x="8526064" y="3232744"/>
                </a:lnTo>
                <a:cubicBezTo>
                  <a:pt x="8525809" y="3232744"/>
                  <a:pt x="8525450" y="3232386"/>
                  <a:pt x="8525450" y="3232386"/>
                </a:cubicBezTo>
                <a:lnTo>
                  <a:pt x="8521919" y="3226245"/>
                </a:lnTo>
                <a:cubicBezTo>
                  <a:pt x="8521816" y="3226040"/>
                  <a:pt x="8521919" y="3225580"/>
                  <a:pt x="8521919" y="3225580"/>
                </a:cubicBezTo>
                <a:lnTo>
                  <a:pt x="8525450" y="3219438"/>
                </a:lnTo>
                <a:cubicBezTo>
                  <a:pt x="8525603" y="3219234"/>
                  <a:pt x="8526064" y="3219079"/>
                  <a:pt x="8526064" y="3219079"/>
                </a:cubicBezTo>
                <a:lnTo>
                  <a:pt x="8533128" y="3219079"/>
                </a:lnTo>
                <a:cubicBezTo>
                  <a:pt x="8533383" y="3219079"/>
                  <a:pt x="8533742" y="3219438"/>
                  <a:pt x="8533742" y="3219438"/>
                </a:cubicBezTo>
                <a:lnTo>
                  <a:pt x="8537273" y="3225580"/>
                </a:lnTo>
                <a:cubicBezTo>
                  <a:pt x="8537376" y="3225785"/>
                  <a:pt x="8537273" y="3226245"/>
                  <a:pt x="8537273" y="3226245"/>
                </a:cubicBezTo>
                <a:lnTo>
                  <a:pt x="8533742" y="3232386"/>
                </a:lnTo>
                <a:cubicBezTo>
                  <a:pt x="8533588" y="3232591"/>
                  <a:pt x="8533128" y="3232744"/>
                  <a:pt x="8533128" y="3232744"/>
                </a:cubicBezTo>
                <a:close/>
                <a:moveTo>
                  <a:pt x="6947256" y="3232747"/>
                </a:moveTo>
                <a:lnTo>
                  <a:pt x="6940193" y="3232747"/>
                </a:lnTo>
                <a:cubicBezTo>
                  <a:pt x="6939937" y="3232747"/>
                  <a:pt x="6939578" y="3232389"/>
                  <a:pt x="6939578" y="3232389"/>
                </a:cubicBezTo>
                <a:lnTo>
                  <a:pt x="6936048" y="3226248"/>
                </a:lnTo>
                <a:cubicBezTo>
                  <a:pt x="6935945" y="3226043"/>
                  <a:pt x="6936048" y="3225582"/>
                  <a:pt x="6936048" y="3225582"/>
                </a:cubicBezTo>
                <a:lnTo>
                  <a:pt x="6939578" y="3219440"/>
                </a:lnTo>
                <a:cubicBezTo>
                  <a:pt x="6939733" y="3219235"/>
                  <a:pt x="6940193" y="3219082"/>
                  <a:pt x="6940193" y="3219082"/>
                </a:cubicBezTo>
                <a:lnTo>
                  <a:pt x="6947256" y="3219082"/>
                </a:lnTo>
                <a:cubicBezTo>
                  <a:pt x="6947512" y="3219082"/>
                  <a:pt x="6947870" y="3219440"/>
                  <a:pt x="6947870" y="3219440"/>
                </a:cubicBezTo>
                <a:lnTo>
                  <a:pt x="6951402" y="3225582"/>
                </a:lnTo>
                <a:cubicBezTo>
                  <a:pt x="6951504" y="3225787"/>
                  <a:pt x="6951402" y="3226248"/>
                  <a:pt x="6951402" y="3226248"/>
                </a:cubicBezTo>
                <a:lnTo>
                  <a:pt x="6947870" y="3232389"/>
                </a:lnTo>
                <a:cubicBezTo>
                  <a:pt x="6947717" y="3232592"/>
                  <a:pt x="6947256" y="3232747"/>
                  <a:pt x="6947256" y="3232747"/>
                </a:cubicBezTo>
                <a:close/>
                <a:moveTo>
                  <a:pt x="6550807" y="3232750"/>
                </a:moveTo>
                <a:lnTo>
                  <a:pt x="6543744" y="3232750"/>
                </a:lnTo>
                <a:cubicBezTo>
                  <a:pt x="6543488" y="3232750"/>
                  <a:pt x="6543129" y="3232391"/>
                  <a:pt x="6543129" y="3232391"/>
                </a:cubicBezTo>
                <a:lnTo>
                  <a:pt x="6539598" y="3226250"/>
                </a:lnTo>
                <a:cubicBezTo>
                  <a:pt x="6539495" y="3226045"/>
                  <a:pt x="6539598" y="3225585"/>
                  <a:pt x="6539598" y="3225585"/>
                </a:cubicBezTo>
                <a:lnTo>
                  <a:pt x="6543129" y="3219442"/>
                </a:lnTo>
                <a:cubicBezTo>
                  <a:pt x="6543282" y="3219238"/>
                  <a:pt x="6543744" y="3219084"/>
                  <a:pt x="6543744" y="3219084"/>
                </a:cubicBezTo>
                <a:lnTo>
                  <a:pt x="6550807" y="3219084"/>
                </a:lnTo>
                <a:cubicBezTo>
                  <a:pt x="6551063" y="3219084"/>
                  <a:pt x="6551420" y="3219442"/>
                  <a:pt x="6551420" y="3219442"/>
                </a:cubicBezTo>
                <a:lnTo>
                  <a:pt x="6554953" y="3225585"/>
                </a:lnTo>
                <a:cubicBezTo>
                  <a:pt x="6555055" y="3225789"/>
                  <a:pt x="6554953" y="3226250"/>
                  <a:pt x="6554953" y="3226250"/>
                </a:cubicBezTo>
                <a:lnTo>
                  <a:pt x="6551420" y="3232391"/>
                </a:lnTo>
                <a:cubicBezTo>
                  <a:pt x="6551267" y="3232596"/>
                  <a:pt x="6550807" y="3232750"/>
                  <a:pt x="6550807" y="3232750"/>
                </a:cubicBezTo>
                <a:close/>
                <a:moveTo>
                  <a:pt x="2586060" y="3232751"/>
                </a:moveTo>
                <a:lnTo>
                  <a:pt x="2578998" y="3232751"/>
                </a:lnTo>
                <a:cubicBezTo>
                  <a:pt x="2578740" y="3232751"/>
                  <a:pt x="2578383" y="3232393"/>
                  <a:pt x="2578383" y="3232393"/>
                </a:cubicBezTo>
                <a:lnTo>
                  <a:pt x="2574850" y="3226252"/>
                </a:lnTo>
                <a:cubicBezTo>
                  <a:pt x="2574749" y="3226047"/>
                  <a:pt x="2574850" y="3225587"/>
                  <a:pt x="2574850" y="3225587"/>
                </a:cubicBezTo>
                <a:lnTo>
                  <a:pt x="2578383" y="3219445"/>
                </a:lnTo>
                <a:cubicBezTo>
                  <a:pt x="2578536" y="3219240"/>
                  <a:pt x="2578998" y="3219086"/>
                  <a:pt x="2578998" y="3219086"/>
                </a:cubicBezTo>
                <a:lnTo>
                  <a:pt x="2586060" y="3219086"/>
                </a:lnTo>
                <a:cubicBezTo>
                  <a:pt x="2586316" y="3219086"/>
                  <a:pt x="2586674" y="3219445"/>
                  <a:pt x="2586674" y="3219445"/>
                </a:cubicBezTo>
                <a:lnTo>
                  <a:pt x="2590205" y="3225587"/>
                </a:lnTo>
                <a:cubicBezTo>
                  <a:pt x="2590308" y="3225791"/>
                  <a:pt x="2590205" y="3226252"/>
                  <a:pt x="2590205" y="3226252"/>
                </a:cubicBezTo>
                <a:lnTo>
                  <a:pt x="2586674" y="3232393"/>
                </a:lnTo>
                <a:cubicBezTo>
                  <a:pt x="2586520" y="3232598"/>
                  <a:pt x="2586060" y="3232751"/>
                  <a:pt x="2586060" y="3232751"/>
                </a:cubicBezTo>
                <a:close/>
                <a:moveTo>
                  <a:pt x="5361358" y="3232752"/>
                </a:moveTo>
                <a:lnTo>
                  <a:pt x="5354295" y="3232752"/>
                </a:lnTo>
                <a:cubicBezTo>
                  <a:pt x="5354038" y="3232752"/>
                  <a:pt x="5353680" y="3232394"/>
                  <a:pt x="5353680" y="3232394"/>
                </a:cubicBezTo>
                <a:lnTo>
                  <a:pt x="5350149" y="3226252"/>
                </a:lnTo>
                <a:cubicBezTo>
                  <a:pt x="5350047" y="3226047"/>
                  <a:pt x="5350149" y="3225587"/>
                  <a:pt x="5350149" y="3225587"/>
                </a:cubicBezTo>
                <a:lnTo>
                  <a:pt x="5353680" y="3219445"/>
                </a:lnTo>
                <a:cubicBezTo>
                  <a:pt x="5353835" y="3219240"/>
                  <a:pt x="5354295" y="3219086"/>
                  <a:pt x="5354295" y="3219086"/>
                </a:cubicBezTo>
                <a:lnTo>
                  <a:pt x="5361358" y="3219086"/>
                </a:lnTo>
                <a:cubicBezTo>
                  <a:pt x="5361614" y="3219086"/>
                  <a:pt x="5361972" y="3219445"/>
                  <a:pt x="5361972" y="3219445"/>
                </a:cubicBezTo>
                <a:lnTo>
                  <a:pt x="5365503" y="3225587"/>
                </a:lnTo>
                <a:cubicBezTo>
                  <a:pt x="5365606" y="3225792"/>
                  <a:pt x="5365503" y="3226252"/>
                  <a:pt x="5365503" y="3226252"/>
                </a:cubicBezTo>
                <a:lnTo>
                  <a:pt x="5361972" y="3232394"/>
                </a:lnTo>
                <a:cubicBezTo>
                  <a:pt x="5361818" y="3232598"/>
                  <a:pt x="5361358" y="3232752"/>
                  <a:pt x="5361358" y="3232752"/>
                </a:cubicBezTo>
                <a:close/>
                <a:moveTo>
                  <a:pt x="9722591" y="3232753"/>
                </a:moveTo>
                <a:lnTo>
                  <a:pt x="9715528" y="3232753"/>
                </a:lnTo>
                <a:cubicBezTo>
                  <a:pt x="9715273" y="3232753"/>
                  <a:pt x="9714914" y="3232394"/>
                  <a:pt x="9714914" y="3232394"/>
                </a:cubicBezTo>
                <a:lnTo>
                  <a:pt x="9711383" y="3226253"/>
                </a:lnTo>
                <a:cubicBezTo>
                  <a:pt x="9711280" y="3226049"/>
                  <a:pt x="9711383" y="3225588"/>
                  <a:pt x="9711383" y="3225588"/>
                </a:cubicBezTo>
                <a:lnTo>
                  <a:pt x="9714914" y="3219446"/>
                </a:lnTo>
                <a:cubicBezTo>
                  <a:pt x="9715068" y="3219241"/>
                  <a:pt x="9715528" y="3219088"/>
                  <a:pt x="9715528" y="3219088"/>
                </a:cubicBezTo>
                <a:lnTo>
                  <a:pt x="9722591" y="3219088"/>
                </a:lnTo>
                <a:cubicBezTo>
                  <a:pt x="9722847" y="3219088"/>
                  <a:pt x="9723205" y="3219446"/>
                  <a:pt x="9723205" y="3219446"/>
                </a:cubicBezTo>
                <a:lnTo>
                  <a:pt x="9726736" y="3225588"/>
                </a:lnTo>
                <a:cubicBezTo>
                  <a:pt x="9726840" y="3225793"/>
                  <a:pt x="9726736" y="3226253"/>
                  <a:pt x="9726736" y="3226253"/>
                </a:cubicBezTo>
                <a:lnTo>
                  <a:pt x="9723205" y="3232394"/>
                </a:lnTo>
                <a:cubicBezTo>
                  <a:pt x="9723052" y="3232599"/>
                  <a:pt x="9722591" y="3232753"/>
                  <a:pt x="9722591" y="3232753"/>
                </a:cubicBezTo>
                <a:close/>
                <a:moveTo>
                  <a:pt x="10119038" y="3232753"/>
                </a:moveTo>
                <a:lnTo>
                  <a:pt x="10111975" y="3232753"/>
                </a:lnTo>
                <a:cubicBezTo>
                  <a:pt x="10111719" y="3232753"/>
                  <a:pt x="10111361" y="3232394"/>
                  <a:pt x="10111361" y="3232394"/>
                </a:cubicBezTo>
                <a:lnTo>
                  <a:pt x="10107829" y="3226253"/>
                </a:lnTo>
                <a:cubicBezTo>
                  <a:pt x="10107727" y="3226048"/>
                  <a:pt x="10107829" y="3225588"/>
                  <a:pt x="10107829" y="3225588"/>
                </a:cubicBezTo>
                <a:lnTo>
                  <a:pt x="10111361" y="3219446"/>
                </a:lnTo>
                <a:cubicBezTo>
                  <a:pt x="10111514" y="3219241"/>
                  <a:pt x="10111975" y="3219087"/>
                  <a:pt x="10111975" y="3219087"/>
                </a:cubicBezTo>
                <a:lnTo>
                  <a:pt x="10119038" y="3219087"/>
                </a:lnTo>
                <a:cubicBezTo>
                  <a:pt x="10119294" y="3219087"/>
                  <a:pt x="10119653" y="3219446"/>
                  <a:pt x="10119653" y="3219446"/>
                </a:cubicBezTo>
                <a:lnTo>
                  <a:pt x="10123184" y="3225588"/>
                </a:lnTo>
                <a:cubicBezTo>
                  <a:pt x="10123286" y="3225793"/>
                  <a:pt x="10123184" y="3226253"/>
                  <a:pt x="10123184" y="3226253"/>
                </a:cubicBezTo>
                <a:lnTo>
                  <a:pt x="10119653" y="3232394"/>
                </a:lnTo>
                <a:cubicBezTo>
                  <a:pt x="10119499" y="3232598"/>
                  <a:pt x="10119038" y="3232753"/>
                  <a:pt x="10119038" y="3232753"/>
                </a:cubicBezTo>
                <a:close/>
                <a:moveTo>
                  <a:pt x="7145529" y="3232761"/>
                </a:moveTo>
                <a:lnTo>
                  <a:pt x="7138467" y="3232761"/>
                </a:lnTo>
                <a:cubicBezTo>
                  <a:pt x="7138211" y="3232761"/>
                  <a:pt x="7137853" y="3232402"/>
                  <a:pt x="7137853" y="3232402"/>
                </a:cubicBezTo>
                <a:lnTo>
                  <a:pt x="7134321" y="3226261"/>
                </a:lnTo>
                <a:cubicBezTo>
                  <a:pt x="7134219" y="3226056"/>
                  <a:pt x="7134321" y="3225595"/>
                  <a:pt x="7134321" y="3225595"/>
                </a:cubicBezTo>
                <a:lnTo>
                  <a:pt x="7137853" y="3219453"/>
                </a:lnTo>
                <a:cubicBezTo>
                  <a:pt x="7138007" y="3219248"/>
                  <a:pt x="7138467" y="3219095"/>
                  <a:pt x="7138467" y="3219095"/>
                </a:cubicBezTo>
                <a:lnTo>
                  <a:pt x="7145529" y="3219095"/>
                </a:lnTo>
                <a:cubicBezTo>
                  <a:pt x="7145786" y="3219095"/>
                  <a:pt x="7146144" y="3219453"/>
                  <a:pt x="7146144" y="3219453"/>
                </a:cubicBezTo>
                <a:lnTo>
                  <a:pt x="7149676" y="3225595"/>
                </a:lnTo>
                <a:cubicBezTo>
                  <a:pt x="7149779" y="3225800"/>
                  <a:pt x="7149676" y="3226261"/>
                  <a:pt x="7149676" y="3226261"/>
                </a:cubicBezTo>
                <a:lnTo>
                  <a:pt x="7146144" y="3232402"/>
                </a:lnTo>
                <a:cubicBezTo>
                  <a:pt x="7145991" y="3232607"/>
                  <a:pt x="7145529" y="3232761"/>
                  <a:pt x="7145529" y="3232761"/>
                </a:cubicBezTo>
                <a:close/>
                <a:moveTo>
                  <a:pt x="11254" y="3396125"/>
                </a:moveTo>
                <a:lnTo>
                  <a:pt x="4192" y="3396125"/>
                </a:lnTo>
                <a:cubicBezTo>
                  <a:pt x="3935" y="3396125"/>
                  <a:pt x="3578" y="3395766"/>
                  <a:pt x="3578" y="3395766"/>
                </a:cubicBezTo>
                <a:lnTo>
                  <a:pt x="46" y="3389625"/>
                </a:lnTo>
                <a:cubicBezTo>
                  <a:pt x="-57" y="3389420"/>
                  <a:pt x="46" y="3388960"/>
                  <a:pt x="46" y="3388960"/>
                </a:cubicBezTo>
                <a:lnTo>
                  <a:pt x="3578" y="3382819"/>
                </a:lnTo>
                <a:cubicBezTo>
                  <a:pt x="3731" y="3382614"/>
                  <a:pt x="4192" y="3382460"/>
                  <a:pt x="4192" y="3382460"/>
                </a:cubicBezTo>
                <a:lnTo>
                  <a:pt x="11254" y="3382460"/>
                </a:lnTo>
                <a:cubicBezTo>
                  <a:pt x="11511" y="3382460"/>
                  <a:pt x="11868" y="3382819"/>
                  <a:pt x="11868" y="3382819"/>
                </a:cubicBezTo>
                <a:lnTo>
                  <a:pt x="15400" y="3388960"/>
                </a:lnTo>
                <a:cubicBezTo>
                  <a:pt x="15503" y="3389165"/>
                  <a:pt x="15400" y="3389625"/>
                  <a:pt x="15400" y="3389625"/>
                </a:cubicBezTo>
                <a:lnTo>
                  <a:pt x="11868" y="3395766"/>
                </a:lnTo>
                <a:cubicBezTo>
                  <a:pt x="11716" y="3395972"/>
                  <a:pt x="11254" y="3396125"/>
                  <a:pt x="11254" y="3396125"/>
                </a:cubicBezTo>
                <a:close/>
                <a:moveTo>
                  <a:pt x="209480" y="3396125"/>
                </a:moveTo>
                <a:lnTo>
                  <a:pt x="202416" y="3396125"/>
                </a:lnTo>
                <a:cubicBezTo>
                  <a:pt x="202160" y="3396125"/>
                  <a:pt x="201803" y="3395766"/>
                  <a:pt x="201803" y="3395766"/>
                </a:cubicBezTo>
                <a:lnTo>
                  <a:pt x="198270" y="3389625"/>
                </a:lnTo>
                <a:cubicBezTo>
                  <a:pt x="198168" y="3389420"/>
                  <a:pt x="198270" y="3388960"/>
                  <a:pt x="198270" y="3388960"/>
                </a:cubicBezTo>
                <a:lnTo>
                  <a:pt x="201803" y="3382819"/>
                </a:lnTo>
                <a:cubicBezTo>
                  <a:pt x="201955" y="3382614"/>
                  <a:pt x="202416" y="3382460"/>
                  <a:pt x="202416" y="3382460"/>
                </a:cubicBezTo>
                <a:lnTo>
                  <a:pt x="209480" y="3382460"/>
                </a:lnTo>
                <a:cubicBezTo>
                  <a:pt x="209735" y="3382460"/>
                  <a:pt x="210094" y="3382819"/>
                  <a:pt x="210094" y="3382819"/>
                </a:cubicBezTo>
                <a:lnTo>
                  <a:pt x="213625" y="3388960"/>
                </a:lnTo>
                <a:cubicBezTo>
                  <a:pt x="213727" y="3389165"/>
                  <a:pt x="213625" y="3389625"/>
                  <a:pt x="213625" y="3389625"/>
                </a:cubicBezTo>
                <a:lnTo>
                  <a:pt x="210094" y="3395766"/>
                </a:lnTo>
                <a:cubicBezTo>
                  <a:pt x="209940" y="3395972"/>
                  <a:pt x="209480" y="3396125"/>
                  <a:pt x="209480" y="3396125"/>
                </a:cubicBezTo>
                <a:close/>
                <a:moveTo>
                  <a:pt x="407754" y="3396125"/>
                </a:moveTo>
                <a:lnTo>
                  <a:pt x="400692" y="3396125"/>
                </a:lnTo>
                <a:cubicBezTo>
                  <a:pt x="400436" y="3396125"/>
                  <a:pt x="400078" y="3395766"/>
                  <a:pt x="400078" y="3395766"/>
                </a:cubicBezTo>
                <a:lnTo>
                  <a:pt x="396546" y="3389625"/>
                </a:lnTo>
                <a:cubicBezTo>
                  <a:pt x="396444" y="3389420"/>
                  <a:pt x="396546" y="3388960"/>
                  <a:pt x="396546" y="3388960"/>
                </a:cubicBezTo>
                <a:lnTo>
                  <a:pt x="400078" y="3382819"/>
                </a:lnTo>
                <a:cubicBezTo>
                  <a:pt x="400231" y="3382614"/>
                  <a:pt x="400692" y="3382460"/>
                  <a:pt x="400692" y="3382460"/>
                </a:cubicBezTo>
                <a:lnTo>
                  <a:pt x="407754" y="3382460"/>
                </a:lnTo>
                <a:cubicBezTo>
                  <a:pt x="408011" y="3382460"/>
                  <a:pt x="408369" y="3382819"/>
                  <a:pt x="408369" y="3382819"/>
                </a:cubicBezTo>
                <a:lnTo>
                  <a:pt x="411900" y="3388960"/>
                </a:lnTo>
                <a:cubicBezTo>
                  <a:pt x="412002" y="3389165"/>
                  <a:pt x="411900" y="3389625"/>
                  <a:pt x="411900" y="3389625"/>
                </a:cubicBezTo>
                <a:lnTo>
                  <a:pt x="408369" y="3395766"/>
                </a:lnTo>
                <a:cubicBezTo>
                  <a:pt x="408214" y="3395972"/>
                  <a:pt x="407754" y="3396125"/>
                  <a:pt x="407754" y="3396125"/>
                </a:cubicBezTo>
                <a:close/>
                <a:moveTo>
                  <a:pt x="605979" y="3396125"/>
                </a:moveTo>
                <a:lnTo>
                  <a:pt x="598916" y="3396125"/>
                </a:lnTo>
                <a:cubicBezTo>
                  <a:pt x="598661" y="3396125"/>
                  <a:pt x="598302" y="3395766"/>
                  <a:pt x="598302" y="3395766"/>
                </a:cubicBezTo>
                <a:lnTo>
                  <a:pt x="594770" y="3389625"/>
                </a:lnTo>
                <a:cubicBezTo>
                  <a:pt x="594668" y="3389420"/>
                  <a:pt x="594770" y="3388960"/>
                  <a:pt x="594770" y="3388960"/>
                </a:cubicBezTo>
                <a:lnTo>
                  <a:pt x="598302" y="3382819"/>
                </a:lnTo>
                <a:cubicBezTo>
                  <a:pt x="598455" y="3382614"/>
                  <a:pt x="598916" y="3382460"/>
                  <a:pt x="598916" y="3382460"/>
                </a:cubicBezTo>
                <a:lnTo>
                  <a:pt x="605979" y="3382460"/>
                </a:lnTo>
                <a:cubicBezTo>
                  <a:pt x="606235" y="3382460"/>
                  <a:pt x="606593" y="3382819"/>
                  <a:pt x="606593" y="3382819"/>
                </a:cubicBezTo>
                <a:lnTo>
                  <a:pt x="610125" y="3388960"/>
                </a:lnTo>
                <a:cubicBezTo>
                  <a:pt x="610227" y="3389165"/>
                  <a:pt x="610125" y="3389625"/>
                  <a:pt x="610125" y="3389625"/>
                </a:cubicBezTo>
                <a:lnTo>
                  <a:pt x="606593" y="3395766"/>
                </a:lnTo>
                <a:cubicBezTo>
                  <a:pt x="606440" y="3395972"/>
                  <a:pt x="605979" y="3396125"/>
                  <a:pt x="605979" y="3396125"/>
                </a:cubicBezTo>
                <a:close/>
                <a:moveTo>
                  <a:pt x="804204" y="3396125"/>
                </a:moveTo>
                <a:lnTo>
                  <a:pt x="797140" y="3396125"/>
                </a:lnTo>
                <a:cubicBezTo>
                  <a:pt x="796886" y="3396125"/>
                  <a:pt x="796526" y="3395766"/>
                  <a:pt x="796526" y="3395766"/>
                </a:cubicBezTo>
                <a:lnTo>
                  <a:pt x="792995" y="3389625"/>
                </a:lnTo>
                <a:cubicBezTo>
                  <a:pt x="792893" y="3389420"/>
                  <a:pt x="792995" y="3388960"/>
                  <a:pt x="792995" y="3388960"/>
                </a:cubicBezTo>
                <a:lnTo>
                  <a:pt x="796526" y="3382819"/>
                </a:lnTo>
                <a:cubicBezTo>
                  <a:pt x="796680" y="3382614"/>
                  <a:pt x="797140" y="3382460"/>
                  <a:pt x="797140" y="3382460"/>
                </a:cubicBezTo>
                <a:lnTo>
                  <a:pt x="804204" y="3382460"/>
                </a:lnTo>
                <a:cubicBezTo>
                  <a:pt x="804460" y="3382460"/>
                  <a:pt x="804818" y="3382819"/>
                  <a:pt x="804818" y="3382819"/>
                </a:cubicBezTo>
                <a:lnTo>
                  <a:pt x="808350" y="3388960"/>
                </a:lnTo>
                <a:cubicBezTo>
                  <a:pt x="808452" y="3389165"/>
                  <a:pt x="808350" y="3389625"/>
                  <a:pt x="808350" y="3389625"/>
                </a:cubicBezTo>
                <a:lnTo>
                  <a:pt x="804818" y="3395766"/>
                </a:lnTo>
                <a:cubicBezTo>
                  <a:pt x="804665" y="3395972"/>
                  <a:pt x="804204" y="3396125"/>
                  <a:pt x="804204" y="3396125"/>
                </a:cubicBezTo>
                <a:close/>
                <a:moveTo>
                  <a:pt x="1002428" y="3396125"/>
                </a:moveTo>
                <a:lnTo>
                  <a:pt x="995366" y="3396125"/>
                </a:lnTo>
                <a:cubicBezTo>
                  <a:pt x="995110" y="3396125"/>
                  <a:pt x="994752" y="3395766"/>
                  <a:pt x="994752" y="3395766"/>
                </a:cubicBezTo>
                <a:lnTo>
                  <a:pt x="991220" y="3389625"/>
                </a:lnTo>
                <a:cubicBezTo>
                  <a:pt x="991117" y="3389420"/>
                  <a:pt x="991220" y="3388960"/>
                  <a:pt x="991220" y="3388960"/>
                </a:cubicBezTo>
                <a:lnTo>
                  <a:pt x="994752" y="3382819"/>
                </a:lnTo>
                <a:cubicBezTo>
                  <a:pt x="994905" y="3382614"/>
                  <a:pt x="995366" y="3382460"/>
                  <a:pt x="995366" y="3382460"/>
                </a:cubicBezTo>
                <a:lnTo>
                  <a:pt x="1002428" y="3382460"/>
                </a:lnTo>
                <a:cubicBezTo>
                  <a:pt x="1002685" y="3382460"/>
                  <a:pt x="1003042" y="3382819"/>
                  <a:pt x="1003042" y="3382819"/>
                </a:cubicBezTo>
                <a:lnTo>
                  <a:pt x="1006574" y="3388960"/>
                </a:lnTo>
                <a:cubicBezTo>
                  <a:pt x="1006677" y="3389165"/>
                  <a:pt x="1006574" y="3389625"/>
                  <a:pt x="1006574" y="3389625"/>
                </a:cubicBezTo>
                <a:lnTo>
                  <a:pt x="1003042" y="3395766"/>
                </a:lnTo>
                <a:cubicBezTo>
                  <a:pt x="1002889" y="3395972"/>
                  <a:pt x="1002428" y="3396125"/>
                  <a:pt x="1002428" y="3396125"/>
                </a:cubicBezTo>
                <a:close/>
                <a:moveTo>
                  <a:pt x="1200704" y="3396125"/>
                </a:moveTo>
                <a:lnTo>
                  <a:pt x="1193642" y="3396125"/>
                </a:lnTo>
                <a:cubicBezTo>
                  <a:pt x="1193386" y="3396125"/>
                  <a:pt x="1193028" y="3395766"/>
                  <a:pt x="1193028" y="3395766"/>
                </a:cubicBezTo>
                <a:lnTo>
                  <a:pt x="1189495" y="3389625"/>
                </a:lnTo>
                <a:cubicBezTo>
                  <a:pt x="1189393" y="3389420"/>
                  <a:pt x="1189495" y="3388960"/>
                  <a:pt x="1189495" y="3388960"/>
                </a:cubicBezTo>
                <a:lnTo>
                  <a:pt x="1193028" y="3382819"/>
                </a:lnTo>
                <a:cubicBezTo>
                  <a:pt x="1193180" y="3382614"/>
                  <a:pt x="1193642" y="3382460"/>
                  <a:pt x="1193642" y="3382460"/>
                </a:cubicBezTo>
                <a:lnTo>
                  <a:pt x="1200704" y="3382460"/>
                </a:lnTo>
                <a:cubicBezTo>
                  <a:pt x="1200960" y="3382460"/>
                  <a:pt x="1201318" y="3382819"/>
                  <a:pt x="1201318" y="3382819"/>
                </a:cubicBezTo>
                <a:lnTo>
                  <a:pt x="1204850" y="3388960"/>
                </a:lnTo>
                <a:cubicBezTo>
                  <a:pt x="1204952" y="3389165"/>
                  <a:pt x="1204850" y="3389625"/>
                  <a:pt x="1204850" y="3389625"/>
                </a:cubicBezTo>
                <a:lnTo>
                  <a:pt x="1201318" y="3395766"/>
                </a:lnTo>
                <a:cubicBezTo>
                  <a:pt x="1201165" y="3395972"/>
                  <a:pt x="1200704" y="3396125"/>
                  <a:pt x="1200704" y="3396125"/>
                </a:cubicBezTo>
                <a:close/>
                <a:moveTo>
                  <a:pt x="1398928" y="3396125"/>
                </a:moveTo>
                <a:lnTo>
                  <a:pt x="1391866" y="3396125"/>
                </a:lnTo>
                <a:cubicBezTo>
                  <a:pt x="1391610" y="3396125"/>
                  <a:pt x="1391252" y="3395766"/>
                  <a:pt x="1391252" y="3395766"/>
                </a:cubicBezTo>
                <a:lnTo>
                  <a:pt x="1387720" y="3389625"/>
                </a:lnTo>
                <a:cubicBezTo>
                  <a:pt x="1387617" y="3389420"/>
                  <a:pt x="1387720" y="3388960"/>
                  <a:pt x="1387720" y="3388960"/>
                </a:cubicBezTo>
                <a:lnTo>
                  <a:pt x="1391252" y="3382819"/>
                </a:lnTo>
                <a:cubicBezTo>
                  <a:pt x="1391406" y="3382614"/>
                  <a:pt x="1391866" y="3382460"/>
                  <a:pt x="1391866" y="3382460"/>
                </a:cubicBezTo>
                <a:lnTo>
                  <a:pt x="1398928" y="3382460"/>
                </a:lnTo>
                <a:cubicBezTo>
                  <a:pt x="1399185" y="3382460"/>
                  <a:pt x="1399544" y="3382819"/>
                  <a:pt x="1399544" y="3382819"/>
                </a:cubicBezTo>
                <a:lnTo>
                  <a:pt x="1403074" y="3388960"/>
                </a:lnTo>
                <a:cubicBezTo>
                  <a:pt x="1403177" y="3389165"/>
                  <a:pt x="1403074" y="3389625"/>
                  <a:pt x="1403074" y="3389625"/>
                </a:cubicBezTo>
                <a:lnTo>
                  <a:pt x="1399544" y="3395766"/>
                </a:lnTo>
                <a:cubicBezTo>
                  <a:pt x="1399389" y="3395972"/>
                  <a:pt x="1398928" y="3396125"/>
                  <a:pt x="1398928" y="3396125"/>
                </a:cubicBezTo>
                <a:close/>
                <a:moveTo>
                  <a:pt x="1597154" y="3396125"/>
                </a:moveTo>
                <a:lnTo>
                  <a:pt x="1590090" y="3396125"/>
                </a:lnTo>
                <a:cubicBezTo>
                  <a:pt x="1589834" y="3396125"/>
                  <a:pt x="1589476" y="3395766"/>
                  <a:pt x="1589476" y="3395766"/>
                </a:cubicBezTo>
                <a:lnTo>
                  <a:pt x="1585944" y="3389625"/>
                </a:lnTo>
                <a:cubicBezTo>
                  <a:pt x="1585842" y="3389420"/>
                  <a:pt x="1585944" y="3388960"/>
                  <a:pt x="1585944" y="3388960"/>
                </a:cubicBezTo>
                <a:lnTo>
                  <a:pt x="1589476" y="3382819"/>
                </a:lnTo>
                <a:cubicBezTo>
                  <a:pt x="1589630" y="3382614"/>
                  <a:pt x="1590090" y="3382460"/>
                  <a:pt x="1590090" y="3382460"/>
                </a:cubicBezTo>
                <a:lnTo>
                  <a:pt x="1597154" y="3382460"/>
                </a:lnTo>
                <a:cubicBezTo>
                  <a:pt x="1597409" y="3382460"/>
                  <a:pt x="1597768" y="3382819"/>
                  <a:pt x="1597768" y="3382819"/>
                </a:cubicBezTo>
                <a:lnTo>
                  <a:pt x="1601298" y="3388960"/>
                </a:lnTo>
                <a:cubicBezTo>
                  <a:pt x="1601401" y="3389165"/>
                  <a:pt x="1601298" y="3389625"/>
                  <a:pt x="1601298" y="3389625"/>
                </a:cubicBezTo>
                <a:lnTo>
                  <a:pt x="1597768" y="3395766"/>
                </a:lnTo>
                <a:cubicBezTo>
                  <a:pt x="1597614" y="3395972"/>
                  <a:pt x="1597154" y="3396125"/>
                  <a:pt x="1597154" y="3396125"/>
                </a:cubicBezTo>
                <a:close/>
                <a:moveTo>
                  <a:pt x="1795378" y="3396125"/>
                </a:moveTo>
                <a:lnTo>
                  <a:pt x="1788315" y="3396125"/>
                </a:lnTo>
                <a:cubicBezTo>
                  <a:pt x="1788060" y="3396125"/>
                  <a:pt x="1787701" y="3395766"/>
                  <a:pt x="1787701" y="3395766"/>
                </a:cubicBezTo>
                <a:lnTo>
                  <a:pt x="1784170" y="3389625"/>
                </a:lnTo>
                <a:cubicBezTo>
                  <a:pt x="1784067" y="3389420"/>
                  <a:pt x="1784170" y="3388960"/>
                  <a:pt x="1784170" y="3388960"/>
                </a:cubicBezTo>
                <a:lnTo>
                  <a:pt x="1787701" y="3382819"/>
                </a:lnTo>
                <a:cubicBezTo>
                  <a:pt x="1787854" y="3382614"/>
                  <a:pt x="1788315" y="3382460"/>
                  <a:pt x="1788315" y="3382460"/>
                </a:cubicBezTo>
                <a:lnTo>
                  <a:pt x="1795378" y="3382460"/>
                </a:lnTo>
                <a:cubicBezTo>
                  <a:pt x="1795634" y="3382460"/>
                  <a:pt x="1795992" y="3382819"/>
                  <a:pt x="1795992" y="3382819"/>
                </a:cubicBezTo>
                <a:lnTo>
                  <a:pt x="1799524" y="3388960"/>
                </a:lnTo>
                <a:cubicBezTo>
                  <a:pt x="1799626" y="3389165"/>
                  <a:pt x="1799524" y="3389625"/>
                  <a:pt x="1799524" y="3389625"/>
                </a:cubicBezTo>
                <a:lnTo>
                  <a:pt x="1795992" y="3395766"/>
                </a:lnTo>
                <a:cubicBezTo>
                  <a:pt x="1795838" y="3395972"/>
                  <a:pt x="1795378" y="3396125"/>
                  <a:pt x="1795378" y="3396125"/>
                </a:cubicBezTo>
                <a:close/>
                <a:moveTo>
                  <a:pt x="1993654" y="3396125"/>
                </a:moveTo>
                <a:lnTo>
                  <a:pt x="1986590" y="3396125"/>
                </a:lnTo>
                <a:cubicBezTo>
                  <a:pt x="1986336" y="3396125"/>
                  <a:pt x="1985976" y="3395766"/>
                  <a:pt x="1985976" y="3395766"/>
                </a:cubicBezTo>
                <a:lnTo>
                  <a:pt x="1982445" y="3389625"/>
                </a:lnTo>
                <a:cubicBezTo>
                  <a:pt x="1982343" y="3389420"/>
                  <a:pt x="1982445" y="3388960"/>
                  <a:pt x="1982445" y="3388960"/>
                </a:cubicBezTo>
                <a:lnTo>
                  <a:pt x="1985976" y="3382819"/>
                </a:lnTo>
                <a:cubicBezTo>
                  <a:pt x="1986130" y="3382614"/>
                  <a:pt x="1986590" y="3382460"/>
                  <a:pt x="1986590" y="3382460"/>
                </a:cubicBezTo>
                <a:lnTo>
                  <a:pt x="1993654" y="3382460"/>
                </a:lnTo>
                <a:cubicBezTo>
                  <a:pt x="1993910" y="3382460"/>
                  <a:pt x="1994268" y="3382819"/>
                  <a:pt x="1994268" y="3382819"/>
                </a:cubicBezTo>
                <a:lnTo>
                  <a:pt x="1997800" y="3388960"/>
                </a:lnTo>
                <a:cubicBezTo>
                  <a:pt x="1997902" y="3389165"/>
                  <a:pt x="1997800" y="3389625"/>
                  <a:pt x="1997800" y="3389625"/>
                </a:cubicBezTo>
                <a:lnTo>
                  <a:pt x="1994268" y="3395766"/>
                </a:lnTo>
                <a:cubicBezTo>
                  <a:pt x="1994114" y="3395972"/>
                  <a:pt x="1993654" y="3396125"/>
                  <a:pt x="1993654" y="3396125"/>
                </a:cubicBezTo>
                <a:close/>
                <a:moveTo>
                  <a:pt x="8334767" y="3401834"/>
                </a:moveTo>
                <a:lnTo>
                  <a:pt x="8327703" y="3401834"/>
                </a:lnTo>
                <a:cubicBezTo>
                  <a:pt x="8327446" y="3401834"/>
                  <a:pt x="8327088" y="3401479"/>
                  <a:pt x="8327088" y="3401479"/>
                </a:cubicBezTo>
                <a:lnTo>
                  <a:pt x="8323557" y="3395337"/>
                </a:lnTo>
                <a:cubicBezTo>
                  <a:pt x="8323453" y="3395132"/>
                  <a:pt x="8323557" y="3394672"/>
                  <a:pt x="8323557" y="3394672"/>
                </a:cubicBezTo>
                <a:lnTo>
                  <a:pt x="8327088" y="3388529"/>
                </a:lnTo>
                <a:cubicBezTo>
                  <a:pt x="8327241" y="3388326"/>
                  <a:pt x="8327703" y="3388174"/>
                  <a:pt x="8327703" y="3388174"/>
                </a:cubicBezTo>
                <a:lnTo>
                  <a:pt x="8334767" y="3388174"/>
                </a:lnTo>
                <a:cubicBezTo>
                  <a:pt x="8335021" y="3388174"/>
                  <a:pt x="8335381" y="3388529"/>
                  <a:pt x="8335381" y="3388529"/>
                </a:cubicBezTo>
                <a:lnTo>
                  <a:pt x="8338912" y="3394672"/>
                </a:lnTo>
                <a:cubicBezTo>
                  <a:pt x="8339014" y="3394878"/>
                  <a:pt x="8338912" y="3395337"/>
                  <a:pt x="8338912" y="3395337"/>
                </a:cubicBezTo>
                <a:lnTo>
                  <a:pt x="8335381" y="3401479"/>
                </a:lnTo>
                <a:cubicBezTo>
                  <a:pt x="8335227" y="3401681"/>
                  <a:pt x="8334767" y="3401834"/>
                  <a:pt x="8334767" y="3401834"/>
                </a:cubicBezTo>
                <a:close/>
                <a:moveTo>
                  <a:pt x="3577234" y="3401837"/>
                </a:moveTo>
                <a:lnTo>
                  <a:pt x="3570172" y="3401837"/>
                </a:lnTo>
                <a:cubicBezTo>
                  <a:pt x="3569914" y="3401837"/>
                  <a:pt x="3569557" y="3401479"/>
                  <a:pt x="3569557" y="3401479"/>
                </a:cubicBezTo>
                <a:lnTo>
                  <a:pt x="3566024" y="3395340"/>
                </a:lnTo>
                <a:cubicBezTo>
                  <a:pt x="3565922" y="3395132"/>
                  <a:pt x="3566024" y="3394674"/>
                  <a:pt x="3566024" y="3394674"/>
                </a:cubicBezTo>
                <a:lnTo>
                  <a:pt x="3569557" y="3388529"/>
                </a:lnTo>
                <a:cubicBezTo>
                  <a:pt x="3569709" y="3388326"/>
                  <a:pt x="3570172" y="3388174"/>
                  <a:pt x="3570172" y="3388174"/>
                </a:cubicBezTo>
                <a:lnTo>
                  <a:pt x="3577234" y="3388174"/>
                </a:lnTo>
                <a:cubicBezTo>
                  <a:pt x="3577489" y="3388174"/>
                  <a:pt x="3577848" y="3388529"/>
                  <a:pt x="3577848" y="3388529"/>
                </a:cubicBezTo>
                <a:lnTo>
                  <a:pt x="3581379" y="3394674"/>
                </a:lnTo>
                <a:cubicBezTo>
                  <a:pt x="3581481" y="3394879"/>
                  <a:pt x="3581379" y="3395340"/>
                  <a:pt x="3581379" y="3395340"/>
                </a:cubicBezTo>
                <a:lnTo>
                  <a:pt x="3577848" y="3401479"/>
                </a:lnTo>
                <a:cubicBezTo>
                  <a:pt x="3577694" y="3401681"/>
                  <a:pt x="3577234" y="3401837"/>
                  <a:pt x="3577234" y="3401837"/>
                </a:cubicBezTo>
                <a:close/>
                <a:moveTo>
                  <a:pt x="3180784" y="3401839"/>
                </a:moveTo>
                <a:lnTo>
                  <a:pt x="3173721" y="3401839"/>
                </a:lnTo>
                <a:cubicBezTo>
                  <a:pt x="3173466" y="3401839"/>
                  <a:pt x="3173107" y="3401480"/>
                  <a:pt x="3173107" y="3401480"/>
                </a:cubicBezTo>
                <a:lnTo>
                  <a:pt x="3169576" y="3395340"/>
                </a:lnTo>
                <a:cubicBezTo>
                  <a:pt x="3169473" y="3395135"/>
                  <a:pt x="3169576" y="3394674"/>
                  <a:pt x="3169576" y="3394674"/>
                </a:cubicBezTo>
                <a:lnTo>
                  <a:pt x="3173107" y="3388529"/>
                </a:lnTo>
                <a:cubicBezTo>
                  <a:pt x="3173261" y="3388326"/>
                  <a:pt x="3173721" y="3388174"/>
                  <a:pt x="3173721" y="3388174"/>
                </a:cubicBezTo>
                <a:lnTo>
                  <a:pt x="3180784" y="3388174"/>
                </a:lnTo>
                <a:cubicBezTo>
                  <a:pt x="3181040" y="3388174"/>
                  <a:pt x="3181398" y="3388529"/>
                  <a:pt x="3181398" y="3388529"/>
                </a:cubicBezTo>
                <a:lnTo>
                  <a:pt x="3184931" y="3394674"/>
                </a:lnTo>
                <a:cubicBezTo>
                  <a:pt x="3185033" y="3394881"/>
                  <a:pt x="3184931" y="3395340"/>
                  <a:pt x="3184931" y="3395340"/>
                </a:cubicBezTo>
                <a:lnTo>
                  <a:pt x="3181398" y="3401480"/>
                </a:lnTo>
                <a:cubicBezTo>
                  <a:pt x="3181245" y="3401681"/>
                  <a:pt x="3180784" y="3401839"/>
                  <a:pt x="3180784" y="3401839"/>
                </a:cubicBezTo>
                <a:close/>
                <a:moveTo>
                  <a:pt x="3775459" y="3401841"/>
                </a:moveTo>
                <a:lnTo>
                  <a:pt x="3768396" y="3401841"/>
                </a:lnTo>
                <a:cubicBezTo>
                  <a:pt x="3768139" y="3401841"/>
                  <a:pt x="3767781" y="3401482"/>
                  <a:pt x="3767781" y="3401482"/>
                </a:cubicBezTo>
                <a:lnTo>
                  <a:pt x="3764249" y="3395344"/>
                </a:lnTo>
                <a:cubicBezTo>
                  <a:pt x="3764147" y="3395140"/>
                  <a:pt x="3764249" y="3394678"/>
                  <a:pt x="3764249" y="3394678"/>
                </a:cubicBezTo>
                <a:lnTo>
                  <a:pt x="3767781" y="3388535"/>
                </a:lnTo>
                <a:cubicBezTo>
                  <a:pt x="3767935" y="3388331"/>
                  <a:pt x="3768396" y="3388176"/>
                  <a:pt x="3768396" y="3388176"/>
                </a:cubicBezTo>
                <a:lnTo>
                  <a:pt x="3775459" y="3388176"/>
                </a:lnTo>
                <a:cubicBezTo>
                  <a:pt x="3775713" y="3388176"/>
                  <a:pt x="3776073" y="3388535"/>
                  <a:pt x="3776073" y="3388535"/>
                </a:cubicBezTo>
                <a:lnTo>
                  <a:pt x="3779604" y="3394678"/>
                </a:lnTo>
                <a:cubicBezTo>
                  <a:pt x="3779706" y="3394881"/>
                  <a:pt x="3779604" y="3395344"/>
                  <a:pt x="3779604" y="3395344"/>
                </a:cubicBezTo>
                <a:lnTo>
                  <a:pt x="3776073" y="3401482"/>
                </a:lnTo>
                <a:cubicBezTo>
                  <a:pt x="3775919" y="3401687"/>
                  <a:pt x="3775459" y="3401841"/>
                  <a:pt x="3775459" y="3401841"/>
                </a:cubicBezTo>
                <a:close/>
                <a:moveTo>
                  <a:pt x="3379008" y="3401842"/>
                </a:moveTo>
                <a:lnTo>
                  <a:pt x="3371947" y="3401842"/>
                </a:lnTo>
                <a:cubicBezTo>
                  <a:pt x="3371690" y="3401842"/>
                  <a:pt x="3371332" y="3401486"/>
                  <a:pt x="3371332" y="3401486"/>
                </a:cubicBezTo>
                <a:lnTo>
                  <a:pt x="3367800" y="3395345"/>
                </a:lnTo>
                <a:cubicBezTo>
                  <a:pt x="3367697" y="3395143"/>
                  <a:pt x="3367800" y="3394681"/>
                  <a:pt x="3367800" y="3394681"/>
                </a:cubicBezTo>
                <a:lnTo>
                  <a:pt x="3371332" y="3388537"/>
                </a:lnTo>
                <a:cubicBezTo>
                  <a:pt x="3371485" y="3388332"/>
                  <a:pt x="3371947" y="3388182"/>
                  <a:pt x="3371947" y="3388182"/>
                </a:cubicBezTo>
                <a:lnTo>
                  <a:pt x="3379008" y="3388182"/>
                </a:lnTo>
                <a:cubicBezTo>
                  <a:pt x="3379265" y="3388182"/>
                  <a:pt x="3379624" y="3388537"/>
                  <a:pt x="3379624" y="3388537"/>
                </a:cubicBezTo>
                <a:lnTo>
                  <a:pt x="3383155" y="3394681"/>
                </a:lnTo>
                <a:cubicBezTo>
                  <a:pt x="3383257" y="3394887"/>
                  <a:pt x="3383155" y="3395345"/>
                  <a:pt x="3383155" y="3395345"/>
                </a:cubicBezTo>
                <a:lnTo>
                  <a:pt x="3379624" y="3401486"/>
                </a:lnTo>
                <a:cubicBezTo>
                  <a:pt x="3379470" y="3401692"/>
                  <a:pt x="3379008" y="3401842"/>
                  <a:pt x="3379008" y="3401842"/>
                </a:cubicBezTo>
                <a:close/>
                <a:moveTo>
                  <a:pt x="3973734" y="3401842"/>
                </a:moveTo>
                <a:lnTo>
                  <a:pt x="3966671" y="3401842"/>
                </a:lnTo>
                <a:cubicBezTo>
                  <a:pt x="3966415" y="3401842"/>
                  <a:pt x="3966057" y="3401486"/>
                  <a:pt x="3966057" y="3401486"/>
                </a:cubicBezTo>
                <a:lnTo>
                  <a:pt x="3962525" y="3395345"/>
                </a:lnTo>
                <a:cubicBezTo>
                  <a:pt x="3962423" y="3395143"/>
                  <a:pt x="3962525" y="3394681"/>
                  <a:pt x="3962525" y="3394681"/>
                </a:cubicBezTo>
                <a:lnTo>
                  <a:pt x="3966057" y="3388537"/>
                </a:lnTo>
                <a:cubicBezTo>
                  <a:pt x="3966211" y="3388332"/>
                  <a:pt x="3966671" y="3388182"/>
                  <a:pt x="3966671" y="3388182"/>
                </a:cubicBezTo>
                <a:lnTo>
                  <a:pt x="3973734" y="3388182"/>
                </a:lnTo>
                <a:cubicBezTo>
                  <a:pt x="3973990" y="3388182"/>
                  <a:pt x="3974348" y="3388537"/>
                  <a:pt x="3974348" y="3388537"/>
                </a:cubicBezTo>
                <a:lnTo>
                  <a:pt x="3977880" y="3394681"/>
                </a:lnTo>
                <a:cubicBezTo>
                  <a:pt x="3977982" y="3394887"/>
                  <a:pt x="3977880" y="3395345"/>
                  <a:pt x="3977880" y="3395345"/>
                </a:cubicBezTo>
                <a:lnTo>
                  <a:pt x="3974348" y="3401486"/>
                </a:lnTo>
                <a:cubicBezTo>
                  <a:pt x="3974195" y="3401690"/>
                  <a:pt x="3973734" y="3401842"/>
                  <a:pt x="3973734" y="3401842"/>
                </a:cubicBezTo>
                <a:close/>
                <a:moveTo>
                  <a:pt x="5559633" y="3401842"/>
                </a:moveTo>
                <a:lnTo>
                  <a:pt x="5552569" y="3401842"/>
                </a:lnTo>
                <a:cubicBezTo>
                  <a:pt x="5552314" y="3401842"/>
                  <a:pt x="5551956" y="3401485"/>
                  <a:pt x="5551956" y="3401485"/>
                </a:cubicBezTo>
                <a:lnTo>
                  <a:pt x="5548424" y="3395344"/>
                </a:lnTo>
                <a:cubicBezTo>
                  <a:pt x="5548322" y="3395140"/>
                  <a:pt x="5548424" y="3394681"/>
                  <a:pt x="5548424" y="3394681"/>
                </a:cubicBezTo>
                <a:lnTo>
                  <a:pt x="5551956" y="3388535"/>
                </a:lnTo>
                <a:cubicBezTo>
                  <a:pt x="5552109" y="3388332"/>
                  <a:pt x="5552569" y="3388182"/>
                  <a:pt x="5552569" y="3388182"/>
                </a:cubicBezTo>
                <a:lnTo>
                  <a:pt x="5559633" y="3388182"/>
                </a:lnTo>
                <a:cubicBezTo>
                  <a:pt x="5559889" y="3388182"/>
                  <a:pt x="5560246" y="3388535"/>
                  <a:pt x="5560246" y="3388535"/>
                </a:cubicBezTo>
                <a:lnTo>
                  <a:pt x="5563779" y="3394681"/>
                </a:lnTo>
                <a:cubicBezTo>
                  <a:pt x="5563881" y="3394883"/>
                  <a:pt x="5563779" y="3395344"/>
                  <a:pt x="5563779" y="3395344"/>
                </a:cubicBezTo>
                <a:lnTo>
                  <a:pt x="5560246" y="3401485"/>
                </a:lnTo>
                <a:cubicBezTo>
                  <a:pt x="5560094" y="3401690"/>
                  <a:pt x="5559633" y="3401842"/>
                  <a:pt x="5559633" y="3401842"/>
                </a:cubicBezTo>
                <a:close/>
                <a:moveTo>
                  <a:pt x="6550807" y="3401842"/>
                </a:moveTo>
                <a:lnTo>
                  <a:pt x="6543744" y="3401842"/>
                </a:lnTo>
                <a:cubicBezTo>
                  <a:pt x="6543488" y="3401842"/>
                  <a:pt x="6543129" y="3401485"/>
                  <a:pt x="6543129" y="3401485"/>
                </a:cubicBezTo>
                <a:lnTo>
                  <a:pt x="6539598" y="3395344"/>
                </a:lnTo>
                <a:cubicBezTo>
                  <a:pt x="6539495" y="3395140"/>
                  <a:pt x="6539598" y="3394681"/>
                  <a:pt x="6539598" y="3394681"/>
                </a:cubicBezTo>
                <a:lnTo>
                  <a:pt x="6543129" y="3388535"/>
                </a:lnTo>
                <a:cubicBezTo>
                  <a:pt x="6543282" y="3388332"/>
                  <a:pt x="6543744" y="3388182"/>
                  <a:pt x="6543744" y="3388182"/>
                </a:cubicBezTo>
                <a:lnTo>
                  <a:pt x="6550807" y="3388182"/>
                </a:lnTo>
                <a:cubicBezTo>
                  <a:pt x="6551063" y="3388182"/>
                  <a:pt x="6551420" y="3388535"/>
                  <a:pt x="6551420" y="3388535"/>
                </a:cubicBezTo>
                <a:lnTo>
                  <a:pt x="6554953" y="3394681"/>
                </a:lnTo>
                <a:cubicBezTo>
                  <a:pt x="6555055" y="3394883"/>
                  <a:pt x="6554953" y="3395344"/>
                  <a:pt x="6554953" y="3395344"/>
                </a:cubicBezTo>
                <a:lnTo>
                  <a:pt x="6551420" y="3401485"/>
                </a:lnTo>
                <a:cubicBezTo>
                  <a:pt x="6551267" y="3401690"/>
                  <a:pt x="6550807" y="3401842"/>
                  <a:pt x="6550807" y="3401842"/>
                </a:cubicBezTo>
                <a:close/>
                <a:moveTo>
                  <a:pt x="5361358" y="3401845"/>
                </a:moveTo>
                <a:lnTo>
                  <a:pt x="5354295" y="3401845"/>
                </a:lnTo>
                <a:cubicBezTo>
                  <a:pt x="5354038" y="3401845"/>
                  <a:pt x="5353680" y="3401488"/>
                  <a:pt x="5353680" y="3401488"/>
                </a:cubicBezTo>
                <a:lnTo>
                  <a:pt x="5350149" y="3395347"/>
                </a:lnTo>
                <a:cubicBezTo>
                  <a:pt x="5350047" y="3395143"/>
                  <a:pt x="5350149" y="3394681"/>
                  <a:pt x="5350149" y="3394681"/>
                </a:cubicBezTo>
                <a:lnTo>
                  <a:pt x="5353680" y="3388540"/>
                </a:lnTo>
                <a:cubicBezTo>
                  <a:pt x="5353835" y="3388335"/>
                  <a:pt x="5354295" y="3388182"/>
                  <a:pt x="5354295" y="3388182"/>
                </a:cubicBezTo>
                <a:lnTo>
                  <a:pt x="5361358" y="3388182"/>
                </a:lnTo>
                <a:cubicBezTo>
                  <a:pt x="5361614" y="3388182"/>
                  <a:pt x="5361972" y="3388540"/>
                  <a:pt x="5361972" y="3388540"/>
                </a:cubicBezTo>
                <a:lnTo>
                  <a:pt x="5365503" y="3394681"/>
                </a:lnTo>
                <a:cubicBezTo>
                  <a:pt x="5365606" y="3394889"/>
                  <a:pt x="5365503" y="3395347"/>
                  <a:pt x="5365503" y="3395347"/>
                </a:cubicBezTo>
                <a:lnTo>
                  <a:pt x="5361972" y="3401488"/>
                </a:lnTo>
                <a:cubicBezTo>
                  <a:pt x="5361818" y="3401692"/>
                  <a:pt x="5361358" y="3401845"/>
                  <a:pt x="5361358" y="3401845"/>
                </a:cubicBezTo>
                <a:close/>
                <a:moveTo>
                  <a:pt x="8731266" y="3401848"/>
                </a:moveTo>
                <a:lnTo>
                  <a:pt x="8724203" y="3401848"/>
                </a:lnTo>
                <a:cubicBezTo>
                  <a:pt x="8723946" y="3401848"/>
                  <a:pt x="8723587" y="3401489"/>
                  <a:pt x="8723587" y="3401489"/>
                </a:cubicBezTo>
                <a:lnTo>
                  <a:pt x="8720056" y="3395349"/>
                </a:lnTo>
                <a:cubicBezTo>
                  <a:pt x="8719954" y="3395145"/>
                  <a:pt x="8720056" y="3394684"/>
                  <a:pt x="8720056" y="3394684"/>
                </a:cubicBezTo>
                <a:lnTo>
                  <a:pt x="8723587" y="3388542"/>
                </a:lnTo>
                <a:cubicBezTo>
                  <a:pt x="8723741" y="3388337"/>
                  <a:pt x="8724203" y="3388184"/>
                  <a:pt x="8724203" y="3388184"/>
                </a:cubicBezTo>
                <a:lnTo>
                  <a:pt x="8731266" y="3388184"/>
                </a:lnTo>
                <a:cubicBezTo>
                  <a:pt x="8731521" y="3388184"/>
                  <a:pt x="8731880" y="3388542"/>
                  <a:pt x="8731880" y="3388542"/>
                </a:cubicBezTo>
                <a:lnTo>
                  <a:pt x="8735412" y="3394684"/>
                </a:lnTo>
                <a:cubicBezTo>
                  <a:pt x="8735515" y="3394889"/>
                  <a:pt x="8735412" y="3395349"/>
                  <a:pt x="8735412" y="3395349"/>
                </a:cubicBezTo>
                <a:lnTo>
                  <a:pt x="8731880" y="3401489"/>
                </a:lnTo>
                <a:cubicBezTo>
                  <a:pt x="8731726" y="3401694"/>
                  <a:pt x="8731266" y="3401848"/>
                  <a:pt x="8731266" y="3401848"/>
                </a:cubicBezTo>
                <a:close/>
                <a:moveTo>
                  <a:pt x="9524191" y="3401848"/>
                </a:moveTo>
                <a:lnTo>
                  <a:pt x="9517128" y="3401848"/>
                </a:lnTo>
                <a:cubicBezTo>
                  <a:pt x="9516872" y="3401848"/>
                  <a:pt x="9516515" y="3401489"/>
                  <a:pt x="9516515" y="3401489"/>
                </a:cubicBezTo>
                <a:lnTo>
                  <a:pt x="9512982" y="3395349"/>
                </a:lnTo>
                <a:cubicBezTo>
                  <a:pt x="9512881" y="3395145"/>
                  <a:pt x="9512982" y="3394684"/>
                  <a:pt x="9512982" y="3394684"/>
                </a:cubicBezTo>
                <a:lnTo>
                  <a:pt x="9516515" y="3388542"/>
                </a:lnTo>
                <a:cubicBezTo>
                  <a:pt x="9516667" y="3388337"/>
                  <a:pt x="9517128" y="3388184"/>
                  <a:pt x="9517128" y="3388184"/>
                </a:cubicBezTo>
                <a:lnTo>
                  <a:pt x="9524191" y="3388184"/>
                </a:lnTo>
                <a:cubicBezTo>
                  <a:pt x="9524448" y="3388184"/>
                  <a:pt x="9524806" y="3388542"/>
                  <a:pt x="9524806" y="3388542"/>
                </a:cubicBezTo>
                <a:lnTo>
                  <a:pt x="9528339" y="3394684"/>
                </a:lnTo>
                <a:cubicBezTo>
                  <a:pt x="9528441" y="3394889"/>
                  <a:pt x="9528339" y="3395349"/>
                  <a:pt x="9528339" y="3395349"/>
                </a:cubicBezTo>
                <a:lnTo>
                  <a:pt x="9524806" y="3401489"/>
                </a:lnTo>
                <a:cubicBezTo>
                  <a:pt x="9524651" y="3401694"/>
                  <a:pt x="9524191" y="3401848"/>
                  <a:pt x="9524191" y="3401848"/>
                </a:cubicBezTo>
                <a:close/>
                <a:moveTo>
                  <a:pt x="5757857" y="3401850"/>
                </a:moveTo>
                <a:lnTo>
                  <a:pt x="5750795" y="3401850"/>
                </a:lnTo>
                <a:cubicBezTo>
                  <a:pt x="5750538" y="3401850"/>
                  <a:pt x="5750181" y="3401490"/>
                  <a:pt x="5750181" y="3401490"/>
                </a:cubicBezTo>
                <a:lnTo>
                  <a:pt x="5746649" y="3395353"/>
                </a:lnTo>
                <a:cubicBezTo>
                  <a:pt x="5746546" y="3395146"/>
                  <a:pt x="5746649" y="3394689"/>
                  <a:pt x="5746649" y="3394689"/>
                </a:cubicBezTo>
                <a:lnTo>
                  <a:pt x="5750181" y="3388544"/>
                </a:lnTo>
                <a:cubicBezTo>
                  <a:pt x="5750333" y="3388340"/>
                  <a:pt x="5750795" y="3388186"/>
                  <a:pt x="5750795" y="3388186"/>
                </a:cubicBezTo>
                <a:lnTo>
                  <a:pt x="5757857" y="3388186"/>
                </a:lnTo>
                <a:cubicBezTo>
                  <a:pt x="5758114" y="3388186"/>
                  <a:pt x="5758471" y="3388544"/>
                  <a:pt x="5758471" y="3388544"/>
                </a:cubicBezTo>
                <a:lnTo>
                  <a:pt x="5762003" y="3394689"/>
                </a:lnTo>
                <a:cubicBezTo>
                  <a:pt x="5762106" y="3394892"/>
                  <a:pt x="5762003" y="3395353"/>
                  <a:pt x="5762003" y="3395353"/>
                </a:cubicBezTo>
                <a:lnTo>
                  <a:pt x="5758471" y="3401490"/>
                </a:lnTo>
                <a:cubicBezTo>
                  <a:pt x="5758318" y="3401698"/>
                  <a:pt x="5757857" y="3401850"/>
                  <a:pt x="5757857" y="3401850"/>
                </a:cubicBezTo>
                <a:close/>
                <a:moveTo>
                  <a:pt x="9127758" y="3401856"/>
                </a:moveTo>
                <a:lnTo>
                  <a:pt x="9120695" y="3401856"/>
                </a:lnTo>
                <a:cubicBezTo>
                  <a:pt x="9120439" y="3401856"/>
                  <a:pt x="9120081" y="3401497"/>
                  <a:pt x="9120081" y="3401497"/>
                </a:cubicBezTo>
                <a:lnTo>
                  <a:pt x="9116548" y="3395358"/>
                </a:lnTo>
                <a:cubicBezTo>
                  <a:pt x="9116446" y="3395153"/>
                  <a:pt x="9116548" y="3394694"/>
                  <a:pt x="9116548" y="3394694"/>
                </a:cubicBezTo>
                <a:lnTo>
                  <a:pt x="9120081" y="3388551"/>
                </a:lnTo>
                <a:cubicBezTo>
                  <a:pt x="9120233" y="3388344"/>
                  <a:pt x="9120695" y="3388190"/>
                  <a:pt x="9120695" y="3388190"/>
                </a:cubicBezTo>
                <a:lnTo>
                  <a:pt x="9127758" y="3388190"/>
                </a:lnTo>
                <a:cubicBezTo>
                  <a:pt x="9128013" y="3388190"/>
                  <a:pt x="9128372" y="3388551"/>
                  <a:pt x="9128372" y="3388551"/>
                </a:cubicBezTo>
                <a:lnTo>
                  <a:pt x="9131903" y="3394694"/>
                </a:lnTo>
                <a:cubicBezTo>
                  <a:pt x="9132006" y="3394897"/>
                  <a:pt x="9131903" y="3395358"/>
                  <a:pt x="9131903" y="3395358"/>
                </a:cubicBezTo>
                <a:lnTo>
                  <a:pt x="9128372" y="3401497"/>
                </a:lnTo>
                <a:cubicBezTo>
                  <a:pt x="9128217" y="3401702"/>
                  <a:pt x="9127758" y="3401856"/>
                  <a:pt x="9127758" y="3401856"/>
                </a:cubicBezTo>
                <a:close/>
                <a:moveTo>
                  <a:pt x="4766683" y="3401857"/>
                </a:moveTo>
                <a:lnTo>
                  <a:pt x="4759621" y="3401857"/>
                </a:lnTo>
                <a:cubicBezTo>
                  <a:pt x="4759364" y="3401857"/>
                  <a:pt x="4759007" y="3401497"/>
                  <a:pt x="4759007" y="3401497"/>
                </a:cubicBezTo>
                <a:lnTo>
                  <a:pt x="4755475" y="3395358"/>
                </a:lnTo>
                <a:cubicBezTo>
                  <a:pt x="4755372" y="3395153"/>
                  <a:pt x="4755475" y="3394694"/>
                  <a:pt x="4755475" y="3394694"/>
                </a:cubicBezTo>
                <a:lnTo>
                  <a:pt x="4759007" y="3388551"/>
                </a:lnTo>
                <a:cubicBezTo>
                  <a:pt x="4759160" y="3388344"/>
                  <a:pt x="4759621" y="3388190"/>
                  <a:pt x="4759621" y="3388190"/>
                </a:cubicBezTo>
                <a:lnTo>
                  <a:pt x="4766683" y="3388190"/>
                </a:lnTo>
                <a:cubicBezTo>
                  <a:pt x="4766940" y="3388190"/>
                  <a:pt x="4767297" y="3388551"/>
                  <a:pt x="4767297" y="3388551"/>
                </a:cubicBezTo>
                <a:lnTo>
                  <a:pt x="4770829" y="3394694"/>
                </a:lnTo>
                <a:cubicBezTo>
                  <a:pt x="4770932" y="3394897"/>
                  <a:pt x="4770829" y="3395358"/>
                  <a:pt x="4770829" y="3395358"/>
                </a:cubicBezTo>
                <a:lnTo>
                  <a:pt x="4767297" y="3401497"/>
                </a:lnTo>
                <a:cubicBezTo>
                  <a:pt x="4767144" y="3401704"/>
                  <a:pt x="4766683" y="3401857"/>
                  <a:pt x="4766683" y="3401857"/>
                </a:cubicBezTo>
                <a:close/>
                <a:moveTo>
                  <a:pt x="6352582" y="3401857"/>
                </a:moveTo>
                <a:lnTo>
                  <a:pt x="6345519" y="3401857"/>
                </a:lnTo>
                <a:cubicBezTo>
                  <a:pt x="6345263" y="3401857"/>
                  <a:pt x="6344904" y="3401497"/>
                  <a:pt x="6344904" y="3401497"/>
                </a:cubicBezTo>
                <a:lnTo>
                  <a:pt x="6341373" y="3395358"/>
                </a:lnTo>
                <a:cubicBezTo>
                  <a:pt x="6341271" y="3395153"/>
                  <a:pt x="6341373" y="3394694"/>
                  <a:pt x="6341373" y="3394694"/>
                </a:cubicBezTo>
                <a:lnTo>
                  <a:pt x="6344904" y="3388551"/>
                </a:lnTo>
                <a:cubicBezTo>
                  <a:pt x="6345058" y="3388344"/>
                  <a:pt x="6345519" y="3388190"/>
                  <a:pt x="6345519" y="3388190"/>
                </a:cubicBezTo>
                <a:lnTo>
                  <a:pt x="6352582" y="3388190"/>
                </a:lnTo>
                <a:cubicBezTo>
                  <a:pt x="6352838" y="3388190"/>
                  <a:pt x="6353196" y="3388551"/>
                  <a:pt x="6353196" y="3388551"/>
                </a:cubicBezTo>
                <a:lnTo>
                  <a:pt x="6356728" y="3394694"/>
                </a:lnTo>
                <a:cubicBezTo>
                  <a:pt x="6356830" y="3394897"/>
                  <a:pt x="6356728" y="3395358"/>
                  <a:pt x="6356728" y="3395358"/>
                </a:cubicBezTo>
                <a:lnTo>
                  <a:pt x="6353196" y="3401497"/>
                </a:lnTo>
                <a:cubicBezTo>
                  <a:pt x="6353043" y="3401704"/>
                  <a:pt x="6352582" y="3401857"/>
                  <a:pt x="6352582" y="3401857"/>
                </a:cubicBezTo>
                <a:close/>
                <a:moveTo>
                  <a:pt x="7740064" y="3401858"/>
                </a:moveTo>
                <a:lnTo>
                  <a:pt x="7733001" y="3401858"/>
                </a:lnTo>
                <a:cubicBezTo>
                  <a:pt x="7732744" y="3401858"/>
                  <a:pt x="7732387" y="3401501"/>
                  <a:pt x="7732387" y="3401501"/>
                </a:cubicBezTo>
                <a:lnTo>
                  <a:pt x="7728856" y="3395362"/>
                </a:lnTo>
                <a:cubicBezTo>
                  <a:pt x="7728754" y="3395156"/>
                  <a:pt x="7728856" y="3394696"/>
                  <a:pt x="7728856" y="3394696"/>
                </a:cubicBezTo>
                <a:lnTo>
                  <a:pt x="7732387" y="3388553"/>
                </a:lnTo>
                <a:cubicBezTo>
                  <a:pt x="7732541" y="3388348"/>
                  <a:pt x="7733001" y="3388196"/>
                  <a:pt x="7733001" y="3388196"/>
                </a:cubicBezTo>
                <a:lnTo>
                  <a:pt x="7740064" y="3388196"/>
                </a:lnTo>
                <a:cubicBezTo>
                  <a:pt x="7740320" y="3388196"/>
                  <a:pt x="7740678" y="3388553"/>
                  <a:pt x="7740678" y="3388553"/>
                </a:cubicBezTo>
                <a:lnTo>
                  <a:pt x="7744211" y="3394696"/>
                </a:lnTo>
                <a:cubicBezTo>
                  <a:pt x="7744313" y="3394899"/>
                  <a:pt x="7744211" y="3395362"/>
                  <a:pt x="7744211" y="3395362"/>
                </a:cubicBezTo>
                <a:lnTo>
                  <a:pt x="7740678" y="3401501"/>
                </a:lnTo>
                <a:cubicBezTo>
                  <a:pt x="7740526" y="3401705"/>
                  <a:pt x="7740064" y="3401858"/>
                  <a:pt x="7740064" y="3401858"/>
                </a:cubicBezTo>
                <a:close/>
                <a:moveTo>
                  <a:pt x="4964909" y="3401863"/>
                </a:moveTo>
                <a:lnTo>
                  <a:pt x="4957846" y="3401863"/>
                </a:lnTo>
                <a:cubicBezTo>
                  <a:pt x="4957589" y="3401863"/>
                  <a:pt x="4957232" y="3401505"/>
                  <a:pt x="4957232" y="3401505"/>
                </a:cubicBezTo>
                <a:lnTo>
                  <a:pt x="4953699" y="3395365"/>
                </a:lnTo>
                <a:cubicBezTo>
                  <a:pt x="4953597" y="3395160"/>
                  <a:pt x="4953699" y="3394699"/>
                  <a:pt x="4953699" y="3394699"/>
                </a:cubicBezTo>
                <a:lnTo>
                  <a:pt x="4957232" y="3388556"/>
                </a:lnTo>
                <a:cubicBezTo>
                  <a:pt x="4957384" y="3388351"/>
                  <a:pt x="4957846" y="3388198"/>
                  <a:pt x="4957846" y="3388198"/>
                </a:cubicBezTo>
                <a:lnTo>
                  <a:pt x="4964909" y="3388198"/>
                </a:lnTo>
                <a:cubicBezTo>
                  <a:pt x="4965164" y="3388198"/>
                  <a:pt x="4965523" y="3388556"/>
                  <a:pt x="4965523" y="3388556"/>
                </a:cubicBezTo>
                <a:lnTo>
                  <a:pt x="4969054" y="3394699"/>
                </a:lnTo>
                <a:cubicBezTo>
                  <a:pt x="4969156" y="3394903"/>
                  <a:pt x="4969054" y="3395365"/>
                  <a:pt x="4969054" y="3395365"/>
                </a:cubicBezTo>
                <a:lnTo>
                  <a:pt x="4965523" y="3401505"/>
                </a:lnTo>
                <a:cubicBezTo>
                  <a:pt x="4965369" y="3401710"/>
                  <a:pt x="4964909" y="3401863"/>
                  <a:pt x="4964909" y="3401863"/>
                </a:cubicBezTo>
                <a:close/>
                <a:moveTo>
                  <a:pt x="6749031" y="3401863"/>
                </a:moveTo>
                <a:lnTo>
                  <a:pt x="6741967" y="3401863"/>
                </a:lnTo>
                <a:cubicBezTo>
                  <a:pt x="6741711" y="3401863"/>
                  <a:pt x="6741354" y="3401505"/>
                  <a:pt x="6741354" y="3401505"/>
                </a:cubicBezTo>
                <a:lnTo>
                  <a:pt x="6737823" y="3395363"/>
                </a:lnTo>
                <a:cubicBezTo>
                  <a:pt x="6737720" y="3395160"/>
                  <a:pt x="6737823" y="3394699"/>
                  <a:pt x="6737823" y="3394699"/>
                </a:cubicBezTo>
                <a:lnTo>
                  <a:pt x="6741354" y="3388556"/>
                </a:lnTo>
                <a:cubicBezTo>
                  <a:pt x="6741508" y="3388351"/>
                  <a:pt x="6741967" y="3388198"/>
                  <a:pt x="6741967" y="3388198"/>
                </a:cubicBezTo>
                <a:lnTo>
                  <a:pt x="6749031" y="3388198"/>
                </a:lnTo>
                <a:cubicBezTo>
                  <a:pt x="6749287" y="3388198"/>
                  <a:pt x="6749646" y="3388556"/>
                  <a:pt x="6749646" y="3388556"/>
                </a:cubicBezTo>
                <a:lnTo>
                  <a:pt x="6753177" y="3394699"/>
                </a:lnTo>
                <a:cubicBezTo>
                  <a:pt x="6753279" y="3394903"/>
                  <a:pt x="6753177" y="3395363"/>
                  <a:pt x="6753177" y="3395363"/>
                </a:cubicBezTo>
                <a:lnTo>
                  <a:pt x="6749646" y="3401505"/>
                </a:lnTo>
                <a:cubicBezTo>
                  <a:pt x="6749491" y="3401708"/>
                  <a:pt x="6749031" y="3401863"/>
                  <a:pt x="6749031" y="3401863"/>
                </a:cubicBezTo>
                <a:close/>
                <a:moveTo>
                  <a:pt x="7938307" y="3401863"/>
                </a:moveTo>
                <a:lnTo>
                  <a:pt x="7931244" y="3401863"/>
                </a:lnTo>
                <a:cubicBezTo>
                  <a:pt x="7930987" y="3401863"/>
                  <a:pt x="7930629" y="3401505"/>
                  <a:pt x="7930629" y="3401505"/>
                </a:cubicBezTo>
                <a:lnTo>
                  <a:pt x="7927098" y="3395365"/>
                </a:lnTo>
                <a:cubicBezTo>
                  <a:pt x="7926996" y="3395160"/>
                  <a:pt x="7927098" y="3394701"/>
                  <a:pt x="7927098" y="3394701"/>
                </a:cubicBezTo>
                <a:lnTo>
                  <a:pt x="7930629" y="3388559"/>
                </a:lnTo>
                <a:cubicBezTo>
                  <a:pt x="7930784" y="3388351"/>
                  <a:pt x="7931244" y="3388198"/>
                  <a:pt x="7931244" y="3388198"/>
                </a:cubicBezTo>
                <a:lnTo>
                  <a:pt x="7938307" y="3388198"/>
                </a:lnTo>
                <a:cubicBezTo>
                  <a:pt x="7938563" y="3388198"/>
                  <a:pt x="7938922" y="3388559"/>
                  <a:pt x="7938922" y="3388559"/>
                </a:cubicBezTo>
                <a:lnTo>
                  <a:pt x="7942453" y="3394701"/>
                </a:lnTo>
                <a:cubicBezTo>
                  <a:pt x="7942556" y="3394903"/>
                  <a:pt x="7942453" y="3395365"/>
                  <a:pt x="7942453" y="3395365"/>
                </a:cubicBezTo>
                <a:lnTo>
                  <a:pt x="7938922" y="3401505"/>
                </a:lnTo>
                <a:cubicBezTo>
                  <a:pt x="7938767" y="3401712"/>
                  <a:pt x="7938307" y="3401863"/>
                  <a:pt x="7938307" y="3401863"/>
                </a:cubicBezTo>
                <a:close/>
                <a:moveTo>
                  <a:pt x="9920724" y="3401866"/>
                </a:moveTo>
                <a:lnTo>
                  <a:pt x="9913662" y="3401866"/>
                </a:lnTo>
                <a:cubicBezTo>
                  <a:pt x="9913406" y="3401866"/>
                  <a:pt x="9913047" y="3401505"/>
                  <a:pt x="9913047" y="3401505"/>
                </a:cubicBezTo>
                <a:lnTo>
                  <a:pt x="9909517" y="3395368"/>
                </a:lnTo>
                <a:cubicBezTo>
                  <a:pt x="9909414" y="3395162"/>
                  <a:pt x="9909517" y="3394702"/>
                  <a:pt x="9909517" y="3394702"/>
                </a:cubicBezTo>
                <a:lnTo>
                  <a:pt x="9913047" y="3388559"/>
                </a:lnTo>
                <a:cubicBezTo>
                  <a:pt x="9913200" y="3388352"/>
                  <a:pt x="9913662" y="3388199"/>
                  <a:pt x="9913662" y="3388199"/>
                </a:cubicBezTo>
                <a:lnTo>
                  <a:pt x="9920724" y="3388199"/>
                </a:lnTo>
                <a:cubicBezTo>
                  <a:pt x="9920981" y="3388199"/>
                  <a:pt x="9921338" y="3388559"/>
                  <a:pt x="9921338" y="3388559"/>
                </a:cubicBezTo>
                <a:lnTo>
                  <a:pt x="9924870" y="3394702"/>
                </a:lnTo>
                <a:cubicBezTo>
                  <a:pt x="9924972" y="3394906"/>
                  <a:pt x="9924870" y="3395368"/>
                  <a:pt x="9924870" y="3395368"/>
                </a:cubicBezTo>
                <a:lnTo>
                  <a:pt x="9921338" y="3401505"/>
                </a:lnTo>
                <a:cubicBezTo>
                  <a:pt x="9921185" y="3401712"/>
                  <a:pt x="9920724" y="3401866"/>
                  <a:pt x="9920724" y="3401866"/>
                </a:cubicBezTo>
                <a:close/>
                <a:moveTo>
                  <a:pt x="5163134" y="3401867"/>
                </a:moveTo>
                <a:lnTo>
                  <a:pt x="5156070" y="3401867"/>
                </a:lnTo>
                <a:cubicBezTo>
                  <a:pt x="5155814" y="3401867"/>
                  <a:pt x="5155456" y="3401509"/>
                  <a:pt x="5155456" y="3401509"/>
                </a:cubicBezTo>
                <a:lnTo>
                  <a:pt x="5151924" y="3395369"/>
                </a:lnTo>
                <a:cubicBezTo>
                  <a:pt x="5151822" y="3395164"/>
                  <a:pt x="5151924" y="3394704"/>
                  <a:pt x="5151924" y="3394704"/>
                </a:cubicBezTo>
                <a:lnTo>
                  <a:pt x="5155456" y="3388559"/>
                </a:lnTo>
                <a:cubicBezTo>
                  <a:pt x="5155610" y="3388358"/>
                  <a:pt x="5156070" y="3388203"/>
                  <a:pt x="5156070" y="3388203"/>
                </a:cubicBezTo>
                <a:lnTo>
                  <a:pt x="5163134" y="3388203"/>
                </a:lnTo>
                <a:cubicBezTo>
                  <a:pt x="5163388" y="3388203"/>
                  <a:pt x="5163748" y="3388559"/>
                  <a:pt x="5163748" y="3388559"/>
                </a:cubicBezTo>
                <a:lnTo>
                  <a:pt x="5167279" y="3394704"/>
                </a:lnTo>
                <a:cubicBezTo>
                  <a:pt x="5167381" y="3394907"/>
                  <a:pt x="5167279" y="3395369"/>
                  <a:pt x="5167279" y="3395369"/>
                </a:cubicBezTo>
                <a:lnTo>
                  <a:pt x="5163748" y="3401509"/>
                </a:lnTo>
                <a:cubicBezTo>
                  <a:pt x="5163594" y="3401714"/>
                  <a:pt x="5163134" y="3401867"/>
                  <a:pt x="5163134" y="3401867"/>
                </a:cubicBezTo>
                <a:close/>
                <a:moveTo>
                  <a:pt x="7343614" y="3401867"/>
                </a:moveTo>
                <a:lnTo>
                  <a:pt x="7336550" y="3401867"/>
                </a:lnTo>
                <a:cubicBezTo>
                  <a:pt x="7336294" y="3401867"/>
                  <a:pt x="7335937" y="3401507"/>
                  <a:pt x="7335937" y="3401507"/>
                </a:cubicBezTo>
                <a:lnTo>
                  <a:pt x="7332404" y="3395368"/>
                </a:lnTo>
                <a:cubicBezTo>
                  <a:pt x="7332302" y="3395163"/>
                  <a:pt x="7332404" y="3394702"/>
                  <a:pt x="7332404" y="3394702"/>
                </a:cubicBezTo>
                <a:lnTo>
                  <a:pt x="7335937" y="3388559"/>
                </a:lnTo>
                <a:cubicBezTo>
                  <a:pt x="7336091" y="3388355"/>
                  <a:pt x="7336550" y="3388199"/>
                  <a:pt x="7336550" y="3388199"/>
                </a:cubicBezTo>
                <a:lnTo>
                  <a:pt x="7343614" y="3388199"/>
                </a:lnTo>
                <a:cubicBezTo>
                  <a:pt x="7343869" y="3388199"/>
                  <a:pt x="7344229" y="3388559"/>
                  <a:pt x="7344229" y="3388559"/>
                </a:cubicBezTo>
                <a:lnTo>
                  <a:pt x="7347759" y="3394702"/>
                </a:lnTo>
                <a:cubicBezTo>
                  <a:pt x="7347862" y="3394906"/>
                  <a:pt x="7347759" y="3395368"/>
                  <a:pt x="7347759" y="3395368"/>
                </a:cubicBezTo>
                <a:lnTo>
                  <a:pt x="7344229" y="3401507"/>
                </a:lnTo>
                <a:cubicBezTo>
                  <a:pt x="7344074" y="3401713"/>
                  <a:pt x="7343614" y="3401867"/>
                  <a:pt x="7343614" y="3401867"/>
                </a:cubicBezTo>
                <a:close/>
                <a:moveTo>
                  <a:pt x="5956083" y="3401868"/>
                </a:moveTo>
                <a:lnTo>
                  <a:pt x="5949019" y="3401868"/>
                </a:lnTo>
                <a:cubicBezTo>
                  <a:pt x="5948763" y="3401868"/>
                  <a:pt x="5948405" y="3401511"/>
                  <a:pt x="5948405" y="3401511"/>
                </a:cubicBezTo>
                <a:lnTo>
                  <a:pt x="5944873" y="3395369"/>
                </a:lnTo>
                <a:cubicBezTo>
                  <a:pt x="5944771" y="3395167"/>
                  <a:pt x="5944873" y="3394705"/>
                  <a:pt x="5944873" y="3394705"/>
                </a:cubicBezTo>
                <a:lnTo>
                  <a:pt x="5948405" y="3388562"/>
                </a:lnTo>
                <a:cubicBezTo>
                  <a:pt x="5948558" y="3388358"/>
                  <a:pt x="5949019" y="3388204"/>
                  <a:pt x="5949019" y="3388204"/>
                </a:cubicBezTo>
                <a:lnTo>
                  <a:pt x="5956083" y="3388204"/>
                </a:lnTo>
                <a:cubicBezTo>
                  <a:pt x="5956338" y="3388204"/>
                  <a:pt x="5956697" y="3388562"/>
                  <a:pt x="5956697" y="3388562"/>
                </a:cubicBezTo>
                <a:lnTo>
                  <a:pt x="5960227" y="3394705"/>
                </a:lnTo>
                <a:cubicBezTo>
                  <a:pt x="5960330" y="3394911"/>
                  <a:pt x="5960227" y="3395369"/>
                  <a:pt x="5960227" y="3395369"/>
                </a:cubicBezTo>
                <a:lnTo>
                  <a:pt x="5956697" y="3401511"/>
                </a:lnTo>
                <a:cubicBezTo>
                  <a:pt x="5956542" y="3401714"/>
                  <a:pt x="5956083" y="3401868"/>
                  <a:pt x="5956083" y="3401868"/>
                </a:cubicBezTo>
                <a:close/>
                <a:moveTo>
                  <a:pt x="8533071" y="3401868"/>
                </a:moveTo>
                <a:lnTo>
                  <a:pt x="8526008" y="3401868"/>
                </a:lnTo>
                <a:cubicBezTo>
                  <a:pt x="8525751" y="3401868"/>
                  <a:pt x="8525394" y="3401511"/>
                  <a:pt x="8525394" y="3401511"/>
                </a:cubicBezTo>
                <a:lnTo>
                  <a:pt x="8521862" y="3395372"/>
                </a:lnTo>
                <a:cubicBezTo>
                  <a:pt x="8521760" y="3395168"/>
                  <a:pt x="8521862" y="3394705"/>
                  <a:pt x="8521862" y="3394705"/>
                </a:cubicBezTo>
                <a:lnTo>
                  <a:pt x="8525394" y="3388564"/>
                </a:lnTo>
                <a:cubicBezTo>
                  <a:pt x="8525548" y="3388358"/>
                  <a:pt x="8526008" y="3388204"/>
                  <a:pt x="8526008" y="3388204"/>
                </a:cubicBezTo>
                <a:lnTo>
                  <a:pt x="8533071" y="3388204"/>
                </a:lnTo>
                <a:cubicBezTo>
                  <a:pt x="8533327" y="3388204"/>
                  <a:pt x="8533686" y="3388564"/>
                  <a:pt x="8533686" y="3388564"/>
                </a:cubicBezTo>
                <a:lnTo>
                  <a:pt x="8537216" y="3394705"/>
                </a:lnTo>
                <a:cubicBezTo>
                  <a:pt x="8537320" y="3394911"/>
                  <a:pt x="8537216" y="3395372"/>
                  <a:pt x="8537216" y="3395372"/>
                </a:cubicBezTo>
                <a:lnTo>
                  <a:pt x="8533686" y="3401511"/>
                </a:lnTo>
                <a:cubicBezTo>
                  <a:pt x="8533531" y="3401715"/>
                  <a:pt x="8533071" y="3401868"/>
                  <a:pt x="8533071" y="3401868"/>
                </a:cubicBezTo>
                <a:close/>
                <a:moveTo>
                  <a:pt x="9326007" y="3401868"/>
                </a:moveTo>
                <a:lnTo>
                  <a:pt x="9318944" y="3401868"/>
                </a:lnTo>
                <a:cubicBezTo>
                  <a:pt x="9318687" y="3401868"/>
                  <a:pt x="9318330" y="3401509"/>
                  <a:pt x="9318330" y="3401509"/>
                </a:cubicBezTo>
                <a:lnTo>
                  <a:pt x="9314798" y="3395369"/>
                </a:lnTo>
                <a:cubicBezTo>
                  <a:pt x="9314695" y="3395164"/>
                  <a:pt x="9314798" y="3394705"/>
                  <a:pt x="9314798" y="3394705"/>
                </a:cubicBezTo>
                <a:lnTo>
                  <a:pt x="9318330" y="3388562"/>
                </a:lnTo>
                <a:cubicBezTo>
                  <a:pt x="9318485" y="3388358"/>
                  <a:pt x="9318944" y="3388204"/>
                  <a:pt x="9318944" y="3388204"/>
                </a:cubicBezTo>
                <a:lnTo>
                  <a:pt x="9326007" y="3388204"/>
                </a:lnTo>
                <a:cubicBezTo>
                  <a:pt x="9326263" y="3388204"/>
                  <a:pt x="9326623" y="3388562"/>
                  <a:pt x="9326623" y="3388562"/>
                </a:cubicBezTo>
                <a:lnTo>
                  <a:pt x="9330154" y="3394705"/>
                </a:lnTo>
                <a:cubicBezTo>
                  <a:pt x="9330256" y="3394910"/>
                  <a:pt x="9330154" y="3395369"/>
                  <a:pt x="9330154" y="3395369"/>
                </a:cubicBezTo>
                <a:lnTo>
                  <a:pt x="9326623" y="3401509"/>
                </a:lnTo>
                <a:cubicBezTo>
                  <a:pt x="9326468" y="3401714"/>
                  <a:pt x="9326007" y="3401868"/>
                  <a:pt x="9326007" y="3401868"/>
                </a:cubicBezTo>
                <a:close/>
                <a:moveTo>
                  <a:pt x="10317191" y="3401874"/>
                </a:moveTo>
                <a:lnTo>
                  <a:pt x="10310129" y="3401874"/>
                </a:lnTo>
                <a:cubicBezTo>
                  <a:pt x="10309874" y="3401874"/>
                  <a:pt x="10309515" y="3401517"/>
                  <a:pt x="10309515" y="3401517"/>
                </a:cubicBezTo>
                <a:lnTo>
                  <a:pt x="10305983" y="3395377"/>
                </a:lnTo>
                <a:cubicBezTo>
                  <a:pt x="10305881" y="3395171"/>
                  <a:pt x="10305983" y="3394711"/>
                  <a:pt x="10305983" y="3394711"/>
                </a:cubicBezTo>
                <a:lnTo>
                  <a:pt x="10309515" y="3388568"/>
                </a:lnTo>
                <a:cubicBezTo>
                  <a:pt x="10309669" y="3388363"/>
                  <a:pt x="10310129" y="3388211"/>
                  <a:pt x="10310129" y="3388211"/>
                </a:cubicBezTo>
                <a:lnTo>
                  <a:pt x="10317191" y="3388211"/>
                </a:lnTo>
                <a:cubicBezTo>
                  <a:pt x="10317448" y="3388211"/>
                  <a:pt x="10317806" y="3388568"/>
                  <a:pt x="10317806" y="3388568"/>
                </a:cubicBezTo>
                <a:lnTo>
                  <a:pt x="10321338" y="3394711"/>
                </a:lnTo>
                <a:cubicBezTo>
                  <a:pt x="10321441" y="3394916"/>
                  <a:pt x="10321338" y="3395377"/>
                  <a:pt x="10321338" y="3395377"/>
                </a:cubicBezTo>
                <a:lnTo>
                  <a:pt x="10317806" y="3401517"/>
                </a:lnTo>
                <a:cubicBezTo>
                  <a:pt x="10317653" y="3401721"/>
                  <a:pt x="10317191" y="3401874"/>
                  <a:pt x="10317191" y="3401874"/>
                </a:cubicBezTo>
                <a:close/>
                <a:moveTo>
                  <a:pt x="2982559" y="3401878"/>
                </a:moveTo>
                <a:lnTo>
                  <a:pt x="2975496" y="3401878"/>
                </a:lnTo>
                <a:cubicBezTo>
                  <a:pt x="2975241" y="3401878"/>
                  <a:pt x="2974882" y="3401521"/>
                  <a:pt x="2974882" y="3401521"/>
                </a:cubicBezTo>
                <a:lnTo>
                  <a:pt x="2971351" y="3395379"/>
                </a:lnTo>
                <a:cubicBezTo>
                  <a:pt x="2971249" y="3395176"/>
                  <a:pt x="2971351" y="3394714"/>
                  <a:pt x="2971351" y="3394714"/>
                </a:cubicBezTo>
                <a:lnTo>
                  <a:pt x="2974882" y="3388572"/>
                </a:lnTo>
                <a:cubicBezTo>
                  <a:pt x="2975036" y="3388366"/>
                  <a:pt x="2975496" y="3388212"/>
                  <a:pt x="2975496" y="3388212"/>
                </a:cubicBezTo>
                <a:lnTo>
                  <a:pt x="2982559" y="3388212"/>
                </a:lnTo>
                <a:cubicBezTo>
                  <a:pt x="2982815" y="3388212"/>
                  <a:pt x="2983173" y="3388572"/>
                  <a:pt x="2983173" y="3388572"/>
                </a:cubicBezTo>
                <a:lnTo>
                  <a:pt x="2986706" y="3394714"/>
                </a:lnTo>
                <a:cubicBezTo>
                  <a:pt x="2986808" y="3394919"/>
                  <a:pt x="2986706" y="3395379"/>
                  <a:pt x="2986706" y="3395379"/>
                </a:cubicBezTo>
                <a:lnTo>
                  <a:pt x="2983173" y="3401521"/>
                </a:lnTo>
                <a:cubicBezTo>
                  <a:pt x="2983020" y="3401723"/>
                  <a:pt x="2982559" y="3401878"/>
                  <a:pt x="2982559" y="3401878"/>
                </a:cubicBezTo>
                <a:close/>
                <a:moveTo>
                  <a:pt x="9722544" y="3401885"/>
                </a:moveTo>
                <a:lnTo>
                  <a:pt x="9715482" y="3401885"/>
                </a:lnTo>
                <a:cubicBezTo>
                  <a:pt x="9715227" y="3401885"/>
                  <a:pt x="9714867" y="3401526"/>
                  <a:pt x="9714867" y="3401526"/>
                </a:cubicBezTo>
                <a:lnTo>
                  <a:pt x="9711336" y="3395386"/>
                </a:lnTo>
                <a:cubicBezTo>
                  <a:pt x="9711233" y="3395181"/>
                  <a:pt x="9711336" y="3394721"/>
                  <a:pt x="9711336" y="3394721"/>
                </a:cubicBezTo>
                <a:lnTo>
                  <a:pt x="9714867" y="3388577"/>
                </a:lnTo>
                <a:cubicBezTo>
                  <a:pt x="9715022" y="3388374"/>
                  <a:pt x="9715482" y="3388219"/>
                  <a:pt x="9715482" y="3388219"/>
                </a:cubicBezTo>
                <a:lnTo>
                  <a:pt x="9722544" y="3388219"/>
                </a:lnTo>
                <a:cubicBezTo>
                  <a:pt x="9722800" y="3388219"/>
                  <a:pt x="9723158" y="3388577"/>
                  <a:pt x="9723158" y="3388577"/>
                </a:cubicBezTo>
                <a:lnTo>
                  <a:pt x="9726691" y="3394721"/>
                </a:lnTo>
                <a:cubicBezTo>
                  <a:pt x="9726793" y="3394926"/>
                  <a:pt x="9726691" y="3395386"/>
                  <a:pt x="9726691" y="3395386"/>
                </a:cubicBezTo>
                <a:lnTo>
                  <a:pt x="9723158" y="3401526"/>
                </a:lnTo>
                <a:cubicBezTo>
                  <a:pt x="9723004" y="3401732"/>
                  <a:pt x="9722544" y="3401885"/>
                  <a:pt x="9722544" y="3401885"/>
                </a:cubicBezTo>
                <a:close/>
                <a:moveTo>
                  <a:pt x="4568408" y="3401886"/>
                </a:moveTo>
                <a:lnTo>
                  <a:pt x="4561345" y="3401886"/>
                </a:lnTo>
                <a:cubicBezTo>
                  <a:pt x="4561089" y="3401886"/>
                  <a:pt x="4560731" y="3401528"/>
                  <a:pt x="4560731" y="3401528"/>
                </a:cubicBezTo>
                <a:lnTo>
                  <a:pt x="4557199" y="3395386"/>
                </a:lnTo>
                <a:cubicBezTo>
                  <a:pt x="4557097" y="3395182"/>
                  <a:pt x="4557199" y="3394721"/>
                  <a:pt x="4557199" y="3394721"/>
                </a:cubicBezTo>
                <a:lnTo>
                  <a:pt x="4560731" y="3388580"/>
                </a:lnTo>
                <a:cubicBezTo>
                  <a:pt x="4560884" y="3388375"/>
                  <a:pt x="4561345" y="3388221"/>
                  <a:pt x="4561345" y="3388221"/>
                </a:cubicBezTo>
                <a:lnTo>
                  <a:pt x="4568408" y="3388221"/>
                </a:lnTo>
                <a:cubicBezTo>
                  <a:pt x="4568663" y="3388221"/>
                  <a:pt x="4569022" y="3388580"/>
                  <a:pt x="4569022" y="3388580"/>
                </a:cubicBezTo>
                <a:lnTo>
                  <a:pt x="4572554" y="3394721"/>
                </a:lnTo>
                <a:cubicBezTo>
                  <a:pt x="4572656" y="3394927"/>
                  <a:pt x="4572554" y="3395386"/>
                  <a:pt x="4572554" y="3395386"/>
                </a:cubicBezTo>
                <a:lnTo>
                  <a:pt x="4569022" y="3401528"/>
                </a:lnTo>
                <a:cubicBezTo>
                  <a:pt x="4568869" y="3401732"/>
                  <a:pt x="4568408" y="3401886"/>
                  <a:pt x="4568408" y="3401886"/>
                </a:cubicBezTo>
                <a:close/>
                <a:moveTo>
                  <a:pt x="10118993" y="3401886"/>
                </a:moveTo>
                <a:lnTo>
                  <a:pt x="10111929" y="3401886"/>
                </a:lnTo>
                <a:cubicBezTo>
                  <a:pt x="10111674" y="3401886"/>
                  <a:pt x="10111315" y="3401528"/>
                  <a:pt x="10111315" y="3401528"/>
                </a:cubicBezTo>
                <a:lnTo>
                  <a:pt x="10107784" y="3395386"/>
                </a:lnTo>
                <a:cubicBezTo>
                  <a:pt x="10107682" y="3395182"/>
                  <a:pt x="10107784" y="3394721"/>
                  <a:pt x="10107784" y="3394721"/>
                </a:cubicBezTo>
                <a:lnTo>
                  <a:pt x="10111315" y="3388580"/>
                </a:lnTo>
                <a:cubicBezTo>
                  <a:pt x="10111469" y="3388375"/>
                  <a:pt x="10111929" y="3388221"/>
                  <a:pt x="10111929" y="3388221"/>
                </a:cubicBezTo>
                <a:lnTo>
                  <a:pt x="10118993" y="3388221"/>
                </a:lnTo>
                <a:cubicBezTo>
                  <a:pt x="10119249" y="3388221"/>
                  <a:pt x="10119607" y="3388580"/>
                  <a:pt x="10119607" y="3388580"/>
                </a:cubicBezTo>
                <a:lnTo>
                  <a:pt x="10123139" y="3394721"/>
                </a:lnTo>
                <a:cubicBezTo>
                  <a:pt x="10123241" y="3394927"/>
                  <a:pt x="10123139" y="3395386"/>
                  <a:pt x="10123139" y="3395386"/>
                </a:cubicBezTo>
                <a:lnTo>
                  <a:pt x="10119607" y="3401528"/>
                </a:lnTo>
                <a:cubicBezTo>
                  <a:pt x="10119454" y="3401732"/>
                  <a:pt x="10118993" y="3401886"/>
                  <a:pt x="10118993" y="3401886"/>
                </a:cubicBezTo>
                <a:close/>
                <a:moveTo>
                  <a:pt x="2189611" y="3401892"/>
                </a:moveTo>
                <a:lnTo>
                  <a:pt x="2182548" y="3401892"/>
                </a:lnTo>
                <a:cubicBezTo>
                  <a:pt x="2182291" y="3401892"/>
                  <a:pt x="2181933" y="3401534"/>
                  <a:pt x="2181933" y="3401534"/>
                </a:cubicBezTo>
                <a:lnTo>
                  <a:pt x="2178401" y="3395393"/>
                </a:lnTo>
                <a:cubicBezTo>
                  <a:pt x="2178299" y="3395188"/>
                  <a:pt x="2178401" y="3394729"/>
                  <a:pt x="2178401" y="3394729"/>
                </a:cubicBezTo>
                <a:lnTo>
                  <a:pt x="2181933" y="3388584"/>
                </a:lnTo>
                <a:cubicBezTo>
                  <a:pt x="2182087" y="3388380"/>
                  <a:pt x="2182548" y="3388227"/>
                  <a:pt x="2182548" y="3388227"/>
                </a:cubicBezTo>
                <a:lnTo>
                  <a:pt x="2189611" y="3388227"/>
                </a:lnTo>
                <a:cubicBezTo>
                  <a:pt x="2189865" y="3388227"/>
                  <a:pt x="2190225" y="3388584"/>
                  <a:pt x="2190225" y="3388584"/>
                </a:cubicBezTo>
                <a:lnTo>
                  <a:pt x="2193757" y="3394729"/>
                </a:lnTo>
                <a:cubicBezTo>
                  <a:pt x="2193859" y="3394932"/>
                  <a:pt x="2193757" y="3395393"/>
                  <a:pt x="2193757" y="3395393"/>
                </a:cubicBezTo>
                <a:lnTo>
                  <a:pt x="2190225" y="3401534"/>
                </a:lnTo>
                <a:cubicBezTo>
                  <a:pt x="2190071" y="3401738"/>
                  <a:pt x="2189611" y="3401892"/>
                  <a:pt x="2189611" y="3401892"/>
                </a:cubicBezTo>
                <a:close/>
                <a:moveTo>
                  <a:pt x="2784284" y="3401892"/>
                </a:moveTo>
                <a:lnTo>
                  <a:pt x="2777221" y="3401892"/>
                </a:lnTo>
                <a:cubicBezTo>
                  <a:pt x="2776966" y="3401892"/>
                  <a:pt x="2776607" y="3401534"/>
                  <a:pt x="2776607" y="3401534"/>
                </a:cubicBezTo>
                <a:lnTo>
                  <a:pt x="2773075" y="3395393"/>
                </a:lnTo>
                <a:cubicBezTo>
                  <a:pt x="2772973" y="3395188"/>
                  <a:pt x="2773075" y="3394729"/>
                  <a:pt x="2773075" y="3394729"/>
                </a:cubicBezTo>
                <a:lnTo>
                  <a:pt x="2776607" y="3388587"/>
                </a:lnTo>
                <a:cubicBezTo>
                  <a:pt x="2776760" y="3388381"/>
                  <a:pt x="2777221" y="3388227"/>
                  <a:pt x="2777221" y="3388227"/>
                </a:cubicBezTo>
                <a:lnTo>
                  <a:pt x="2784284" y="3388227"/>
                </a:lnTo>
                <a:cubicBezTo>
                  <a:pt x="2784540" y="3388227"/>
                  <a:pt x="2784898" y="3388587"/>
                  <a:pt x="2784898" y="3388587"/>
                </a:cubicBezTo>
                <a:lnTo>
                  <a:pt x="2788430" y="3394729"/>
                </a:lnTo>
                <a:cubicBezTo>
                  <a:pt x="2788532" y="3394933"/>
                  <a:pt x="2788430" y="3395393"/>
                  <a:pt x="2788430" y="3395393"/>
                </a:cubicBezTo>
                <a:lnTo>
                  <a:pt x="2784898" y="3401534"/>
                </a:lnTo>
                <a:cubicBezTo>
                  <a:pt x="2784744" y="3401738"/>
                  <a:pt x="2784284" y="3401892"/>
                  <a:pt x="2784284" y="3401892"/>
                </a:cubicBezTo>
                <a:close/>
                <a:moveTo>
                  <a:pt x="6947256" y="3401896"/>
                </a:moveTo>
                <a:lnTo>
                  <a:pt x="6940193" y="3401896"/>
                </a:lnTo>
                <a:cubicBezTo>
                  <a:pt x="6939937" y="3401896"/>
                  <a:pt x="6939578" y="3401539"/>
                  <a:pt x="6939578" y="3401539"/>
                </a:cubicBezTo>
                <a:lnTo>
                  <a:pt x="6936048" y="3395397"/>
                </a:lnTo>
                <a:cubicBezTo>
                  <a:pt x="6935945" y="3395192"/>
                  <a:pt x="6936048" y="3394732"/>
                  <a:pt x="6936048" y="3394732"/>
                </a:cubicBezTo>
                <a:lnTo>
                  <a:pt x="6939578" y="3388590"/>
                </a:lnTo>
                <a:cubicBezTo>
                  <a:pt x="6939733" y="3388385"/>
                  <a:pt x="6940193" y="3388231"/>
                  <a:pt x="6940193" y="3388231"/>
                </a:cubicBezTo>
                <a:lnTo>
                  <a:pt x="6947256" y="3388231"/>
                </a:lnTo>
                <a:cubicBezTo>
                  <a:pt x="6947512" y="3388231"/>
                  <a:pt x="6947870" y="3388590"/>
                  <a:pt x="6947870" y="3388590"/>
                </a:cubicBezTo>
                <a:lnTo>
                  <a:pt x="6951402" y="3394732"/>
                </a:lnTo>
                <a:cubicBezTo>
                  <a:pt x="6951504" y="3394937"/>
                  <a:pt x="6951402" y="3395397"/>
                  <a:pt x="6951402" y="3395397"/>
                </a:cubicBezTo>
                <a:lnTo>
                  <a:pt x="6947870" y="3401539"/>
                </a:lnTo>
                <a:cubicBezTo>
                  <a:pt x="6947717" y="3401742"/>
                  <a:pt x="6947256" y="3401896"/>
                  <a:pt x="6947256" y="3401896"/>
                </a:cubicBezTo>
                <a:close/>
                <a:moveTo>
                  <a:pt x="4370183" y="3401899"/>
                </a:moveTo>
                <a:lnTo>
                  <a:pt x="4363121" y="3401899"/>
                </a:lnTo>
                <a:cubicBezTo>
                  <a:pt x="4362864" y="3401899"/>
                  <a:pt x="4362506" y="3401542"/>
                  <a:pt x="4362506" y="3401542"/>
                </a:cubicBezTo>
                <a:lnTo>
                  <a:pt x="4358975" y="3395399"/>
                </a:lnTo>
                <a:cubicBezTo>
                  <a:pt x="4358872" y="3395193"/>
                  <a:pt x="4358975" y="3394735"/>
                  <a:pt x="4358975" y="3394735"/>
                </a:cubicBezTo>
                <a:lnTo>
                  <a:pt x="4362506" y="3388591"/>
                </a:lnTo>
                <a:cubicBezTo>
                  <a:pt x="4362660" y="3388388"/>
                  <a:pt x="4363121" y="3388233"/>
                  <a:pt x="4363121" y="3388233"/>
                </a:cubicBezTo>
                <a:lnTo>
                  <a:pt x="4370183" y="3388233"/>
                </a:lnTo>
                <a:cubicBezTo>
                  <a:pt x="4370439" y="3388233"/>
                  <a:pt x="4370797" y="3388591"/>
                  <a:pt x="4370797" y="3388591"/>
                </a:cubicBezTo>
                <a:lnTo>
                  <a:pt x="4374329" y="3394735"/>
                </a:lnTo>
                <a:cubicBezTo>
                  <a:pt x="4374432" y="3394938"/>
                  <a:pt x="4374329" y="3395399"/>
                  <a:pt x="4374329" y="3395399"/>
                </a:cubicBezTo>
                <a:lnTo>
                  <a:pt x="4370797" y="3401542"/>
                </a:lnTo>
                <a:cubicBezTo>
                  <a:pt x="4370643" y="3401744"/>
                  <a:pt x="4370183" y="3401899"/>
                  <a:pt x="4370183" y="3401899"/>
                </a:cubicBezTo>
                <a:close/>
                <a:moveTo>
                  <a:pt x="2387835" y="3401902"/>
                </a:moveTo>
                <a:lnTo>
                  <a:pt x="2380773" y="3401902"/>
                </a:lnTo>
                <a:cubicBezTo>
                  <a:pt x="2380515" y="3401902"/>
                  <a:pt x="2380159" y="3401545"/>
                  <a:pt x="2380159" y="3401545"/>
                </a:cubicBezTo>
                <a:lnTo>
                  <a:pt x="2376626" y="3395404"/>
                </a:lnTo>
                <a:cubicBezTo>
                  <a:pt x="2376523" y="3395199"/>
                  <a:pt x="2376626" y="3394739"/>
                  <a:pt x="2376626" y="3394739"/>
                </a:cubicBezTo>
                <a:lnTo>
                  <a:pt x="2380159" y="3388597"/>
                </a:lnTo>
                <a:cubicBezTo>
                  <a:pt x="2380312" y="3388392"/>
                  <a:pt x="2380773" y="3388238"/>
                  <a:pt x="2380773" y="3388238"/>
                </a:cubicBezTo>
                <a:lnTo>
                  <a:pt x="2387835" y="3388238"/>
                </a:lnTo>
                <a:cubicBezTo>
                  <a:pt x="2388091" y="3388238"/>
                  <a:pt x="2388449" y="3388597"/>
                  <a:pt x="2388449" y="3388597"/>
                </a:cubicBezTo>
                <a:lnTo>
                  <a:pt x="2391981" y="3394739"/>
                </a:lnTo>
                <a:cubicBezTo>
                  <a:pt x="2392083" y="3394944"/>
                  <a:pt x="2391981" y="3395404"/>
                  <a:pt x="2391981" y="3395404"/>
                </a:cubicBezTo>
                <a:lnTo>
                  <a:pt x="2388449" y="3401545"/>
                </a:lnTo>
                <a:cubicBezTo>
                  <a:pt x="2388296" y="3401750"/>
                  <a:pt x="2387835" y="3401902"/>
                  <a:pt x="2387835" y="3401902"/>
                </a:cubicBezTo>
                <a:close/>
                <a:moveTo>
                  <a:pt x="8136682" y="3401902"/>
                </a:moveTo>
                <a:lnTo>
                  <a:pt x="8129619" y="3401902"/>
                </a:lnTo>
                <a:cubicBezTo>
                  <a:pt x="8129363" y="3401902"/>
                  <a:pt x="8129005" y="3401545"/>
                  <a:pt x="8129005" y="3401545"/>
                </a:cubicBezTo>
                <a:lnTo>
                  <a:pt x="8125474" y="3395404"/>
                </a:lnTo>
                <a:cubicBezTo>
                  <a:pt x="8125372" y="3395199"/>
                  <a:pt x="8125474" y="3394739"/>
                  <a:pt x="8125474" y="3394739"/>
                </a:cubicBezTo>
                <a:lnTo>
                  <a:pt x="8129005" y="3388597"/>
                </a:lnTo>
                <a:cubicBezTo>
                  <a:pt x="8129158" y="3388392"/>
                  <a:pt x="8129619" y="3388238"/>
                  <a:pt x="8129619" y="3388238"/>
                </a:cubicBezTo>
                <a:lnTo>
                  <a:pt x="8136682" y="3388238"/>
                </a:lnTo>
                <a:cubicBezTo>
                  <a:pt x="8136938" y="3388238"/>
                  <a:pt x="8137297" y="3388597"/>
                  <a:pt x="8137297" y="3388597"/>
                </a:cubicBezTo>
                <a:lnTo>
                  <a:pt x="8140829" y="3394739"/>
                </a:lnTo>
                <a:cubicBezTo>
                  <a:pt x="8140931" y="3394944"/>
                  <a:pt x="8140829" y="3395404"/>
                  <a:pt x="8140829" y="3395404"/>
                </a:cubicBezTo>
                <a:lnTo>
                  <a:pt x="8137297" y="3401545"/>
                </a:lnTo>
                <a:cubicBezTo>
                  <a:pt x="8137143" y="3401750"/>
                  <a:pt x="8136682" y="3401902"/>
                  <a:pt x="8136682" y="3401902"/>
                </a:cubicBezTo>
                <a:close/>
                <a:moveTo>
                  <a:pt x="8929633" y="3401902"/>
                </a:moveTo>
                <a:lnTo>
                  <a:pt x="8922570" y="3401902"/>
                </a:lnTo>
                <a:cubicBezTo>
                  <a:pt x="8922314" y="3401902"/>
                  <a:pt x="8921956" y="3401544"/>
                  <a:pt x="8921956" y="3401544"/>
                </a:cubicBezTo>
                <a:lnTo>
                  <a:pt x="8918424" y="3395404"/>
                </a:lnTo>
                <a:cubicBezTo>
                  <a:pt x="8918321" y="3395199"/>
                  <a:pt x="8918424" y="3394739"/>
                  <a:pt x="8918424" y="3394739"/>
                </a:cubicBezTo>
                <a:lnTo>
                  <a:pt x="8921956" y="3388597"/>
                </a:lnTo>
                <a:cubicBezTo>
                  <a:pt x="8922110" y="3388390"/>
                  <a:pt x="8922570" y="3388238"/>
                  <a:pt x="8922570" y="3388238"/>
                </a:cubicBezTo>
                <a:lnTo>
                  <a:pt x="8929633" y="3388238"/>
                </a:lnTo>
                <a:cubicBezTo>
                  <a:pt x="8929888" y="3388238"/>
                  <a:pt x="8930247" y="3388597"/>
                  <a:pt x="8930247" y="3388597"/>
                </a:cubicBezTo>
                <a:lnTo>
                  <a:pt x="8933778" y="3394739"/>
                </a:lnTo>
                <a:cubicBezTo>
                  <a:pt x="8933881" y="3394943"/>
                  <a:pt x="8933778" y="3395404"/>
                  <a:pt x="8933778" y="3395404"/>
                </a:cubicBezTo>
                <a:lnTo>
                  <a:pt x="8930247" y="3401544"/>
                </a:lnTo>
                <a:cubicBezTo>
                  <a:pt x="8930093" y="3401750"/>
                  <a:pt x="8929633" y="3401902"/>
                  <a:pt x="8929633" y="3401902"/>
                </a:cubicBezTo>
                <a:close/>
                <a:moveTo>
                  <a:pt x="2586060" y="3401906"/>
                </a:moveTo>
                <a:lnTo>
                  <a:pt x="2578998" y="3401906"/>
                </a:lnTo>
                <a:cubicBezTo>
                  <a:pt x="2578740" y="3401906"/>
                  <a:pt x="2578383" y="3401549"/>
                  <a:pt x="2578383" y="3401549"/>
                </a:cubicBezTo>
                <a:lnTo>
                  <a:pt x="2574850" y="3395407"/>
                </a:lnTo>
                <a:cubicBezTo>
                  <a:pt x="2574749" y="3395203"/>
                  <a:pt x="2574850" y="3394740"/>
                  <a:pt x="2574850" y="3394740"/>
                </a:cubicBezTo>
                <a:lnTo>
                  <a:pt x="2578383" y="3388599"/>
                </a:lnTo>
                <a:cubicBezTo>
                  <a:pt x="2578536" y="3388395"/>
                  <a:pt x="2578998" y="3388241"/>
                  <a:pt x="2578998" y="3388241"/>
                </a:cubicBezTo>
                <a:lnTo>
                  <a:pt x="2586060" y="3388241"/>
                </a:lnTo>
                <a:cubicBezTo>
                  <a:pt x="2586316" y="3388241"/>
                  <a:pt x="2586674" y="3388599"/>
                  <a:pt x="2586674" y="3388599"/>
                </a:cubicBezTo>
                <a:lnTo>
                  <a:pt x="2590205" y="3394740"/>
                </a:lnTo>
                <a:cubicBezTo>
                  <a:pt x="2590308" y="3394946"/>
                  <a:pt x="2590205" y="3395407"/>
                  <a:pt x="2590205" y="3395407"/>
                </a:cubicBezTo>
                <a:lnTo>
                  <a:pt x="2586674" y="3401549"/>
                </a:lnTo>
                <a:cubicBezTo>
                  <a:pt x="2586520" y="3401753"/>
                  <a:pt x="2586060" y="3401906"/>
                  <a:pt x="2586060" y="3401906"/>
                </a:cubicBezTo>
                <a:close/>
                <a:moveTo>
                  <a:pt x="6154307" y="3401909"/>
                </a:moveTo>
                <a:lnTo>
                  <a:pt x="6147243" y="3401909"/>
                </a:lnTo>
                <a:cubicBezTo>
                  <a:pt x="6146988" y="3401909"/>
                  <a:pt x="6146629" y="3401551"/>
                  <a:pt x="6146629" y="3401551"/>
                </a:cubicBezTo>
                <a:lnTo>
                  <a:pt x="6143098" y="3395408"/>
                </a:lnTo>
                <a:cubicBezTo>
                  <a:pt x="6142996" y="3395205"/>
                  <a:pt x="6143098" y="3394744"/>
                  <a:pt x="6143098" y="3394744"/>
                </a:cubicBezTo>
                <a:lnTo>
                  <a:pt x="6146629" y="3388601"/>
                </a:lnTo>
                <a:cubicBezTo>
                  <a:pt x="6146783" y="3388396"/>
                  <a:pt x="6147243" y="3388242"/>
                  <a:pt x="6147243" y="3388242"/>
                </a:cubicBezTo>
                <a:lnTo>
                  <a:pt x="6154307" y="3388242"/>
                </a:lnTo>
                <a:cubicBezTo>
                  <a:pt x="6154562" y="3388242"/>
                  <a:pt x="6154921" y="3388601"/>
                  <a:pt x="6154921" y="3388601"/>
                </a:cubicBezTo>
                <a:lnTo>
                  <a:pt x="6158453" y="3394744"/>
                </a:lnTo>
                <a:cubicBezTo>
                  <a:pt x="6158554" y="3394947"/>
                  <a:pt x="6158453" y="3395408"/>
                  <a:pt x="6158453" y="3395408"/>
                </a:cubicBezTo>
                <a:lnTo>
                  <a:pt x="6154921" y="3401551"/>
                </a:lnTo>
                <a:cubicBezTo>
                  <a:pt x="6154768" y="3401754"/>
                  <a:pt x="6154307" y="3401909"/>
                  <a:pt x="6154307" y="3401909"/>
                </a:cubicBezTo>
                <a:close/>
                <a:moveTo>
                  <a:pt x="7145514" y="3401909"/>
                </a:moveTo>
                <a:lnTo>
                  <a:pt x="7138452" y="3401909"/>
                </a:lnTo>
                <a:cubicBezTo>
                  <a:pt x="7138197" y="3401909"/>
                  <a:pt x="7137838" y="3401551"/>
                  <a:pt x="7137838" y="3401551"/>
                </a:cubicBezTo>
                <a:lnTo>
                  <a:pt x="7134307" y="3395410"/>
                </a:lnTo>
                <a:cubicBezTo>
                  <a:pt x="7134204" y="3395205"/>
                  <a:pt x="7134307" y="3394744"/>
                  <a:pt x="7134307" y="3394744"/>
                </a:cubicBezTo>
                <a:lnTo>
                  <a:pt x="7137838" y="3388602"/>
                </a:lnTo>
                <a:cubicBezTo>
                  <a:pt x="7137991" y="3388396"/>
                  <a:pt x="7138452" y="3388242"/>
                  <a:pt x="7138452" y="3388242"/>
                </a:cubicBezTo>
                <a:lnTo>
                  <a:pt x="7145514" y="3388242"/>
                </a:lnTo>
                <a:cubicBezTo>
                  <a:pt x="7145771" y="3388242"/>
                  <a:pt x="7146129" y="3388602"/>
                  <a:pt x="7146129" y="3388602"/>
                </a:cubicBezTo>
                <a:lnTo>
                  <a:pt x="7149660" y="3394744"/>
                </a:lnTo>
                <a:cubicBezTo>
                  <a:pt x="7149764" y="3394948"/>
                  <a:pt x="7149660" y="3395410"/>
                  <a:pt x="7149660" y="3395410"/>
                </a:cubicBezTo>
                <a:lnTo>
                  <a:pt x="7146129" y="3401551"/>
                </a:lnTo>
                <a:cubicBezTo>
                  <a:pt x="7145976" y="3401756"/>
                  <a:pt x="7145514" y="3401909"/>
                  <a:pt x="7145514" y="3401909"/>
                </a:cubicBezTo>
                <a:close/>
                <a:moveTo>
                  <a:pt x="4171959" y="3401912"/>
                </a:moveTo>
                <a:lnTo>
                  <a:pt x="4164896" y="3401912"/>
                </a:lnTo>
                <a:cubicBezTo>
                  <a:pt x="4164640" y="3401912"/>
                  <a:pt x="4164282" y="3401553"/>
                  <a:pt x="4164282" y="3401553"/>
                </a:cubicBezTo>
                <a:lnTo>
                  <a:pt x="4160751" y="3395411"/>
                </a:lnTo>
                <a:cubicBezTo>
                  <a:pt x="4160648" y="3395206"/>
                  <a:pt x="4160751" y="3394747"/>
                  <a:pt x="4160751" y="3394747"/>
                </a:cubicBezTo>
                <a:lnTo>
                  <a:pt x="4164282" y="3388603"/>
                </a:lnTo>
                <a:cubicBezTo>
                  <a:pt x="4164435" y="3388399"/>
                  <a:pt x="4164896" y="3388245"/>
                  <a:pt x="4164896" y="3388245"/>
                </a:cubicBezTo>
                <a:lnTo>
                  <a:pt x="4171959" y="3388245"/>
                </a:lnTo>
                <a:cubicBezTo>
                  <a:pt x="4172215" y="3388245"/>
                  <a:pt x="4172573" y="3388603"/>
                  <a:pt x="4172573" y="3388603"/>
                </a:cubicBezTo>
                <a:lnTo>
                  <a:pt x="4176105" y="3394747"/>
                </a:lnTo>
                <a:cubicBezTo>
                  <a:pt x="4176207" y="3394950"/>
                  <a:pt x="4176105" y="3395411"/>
                  <a:pt x="4176105" y="3395411"/>
                </a:cubicBezTo>
                <a:lnTo>
                  <a:pt x="4172573" y="3401553"/>
                </a:lnTo>
                <a:cubicBezTo>
                  <a:pt x="4172419" y="3401758"/>
                  <a:pt x="4171959" y="3401912"/>
                  <a:pt x="4171959" y="3401912"/>
                </a:cubicBezTo>
                <a:close/>
                <a:moveTo>
                  <a:pt x="7541973" y="3401912"/>
                </a:moveTo>
                <a:lnTo>
                  <a:pt x="7534911" y="3401912"/>
                </a:lnTo>
                <a:cubicBezTo>
                  <a:pt x="7534655" y="3401912"/>
                  <a:pt x="7534297" y="3401553"/>
                  <a:pt x="7534297" y="3401553"/>
                </a:cubicBezTo>
                <a:lnTo>
                  <a:pt x="7530765" y="3395412"/>
                </a:lnTo>
                <a:cubicBezTo>
                  <a:pt x="7530663" y="3395206"/>
                  <a:pt x="7530765" y="3394747"/>
                  <a:pt x="7530765" y="3394747"/>
                </a:cubicBezTo>
                <a:lnTo>
                  <a:pt x="7534297" y="3388605"/>
                </a:lnTo>
                <a:cubicBezTo>
                  <a:pt x="7534450" y="3388400"/>
                  <a:pt x="7534911" y="3388246"/>
                  <a:pt x="7534911" y="3388246"/>
                </a:cubicBezTo>
                <a:lnTo>
                  <a:pt x="7541973" y="3388246"/>
                </a:lnTo>
                <a:cubicBezTo>
                  <a:pt x="7542229" y="3388246"/>
                  <a:pt x="7542587" y="3388605"/>
                  <a:pt x="7542587" y="3388605"/>
                </a:cubicBezTo>
                <a:lnTo>
                  <a:pt x="7546120" y="3394747"/>
                </a:lnTo>
                <a:cubicBezTo>
                  <a:pt x="7546222" y="3394952"/>
                  <a:pt x="7546120" y="3395412"/>
                  <a:pt x="7546120" y="3395412"/>
                </a:cubicBezTo>
                <a:lnTo>
                  <a:pt x="7542587" y="3401553"/>
                </a:lnTo>
                <a:cubicBezTo>
                  <a:pt x="7542434" y="3401758"/>
                  <a:pt x="7541973" y="3401912"/>
                  <a:pt x="7541973" y="3401912"/>
                </a:cubicBezTo>
                <a:close/>
                <a:moveTo>
                  <a:pt x="11254" y="3565229"/>
                </a:moveTo>
                <a:lnTo>
                  <a:pt x="4192" y="3565229"/>
                </a:lnTo>
                <a:cubicBezTo>
                  <a:pt x="3935" y="3565229"/>
                  <a:pt x="3578" y="3564870"/>
                  <a:pt x="3578" y="3564870"/>
                </a:cubicBezTo>
                <a:lnTo>
                  <a:pt x="46" y="3558728"/>
                </a:lnTo>
                <a:cubicBezTo>
                  <a:pt x="-57" y="3558524"/>
                  <a:pt x="46" y="3558063"/>
                  <a:pt x="46" y="3558063"/>
                </a:cubicBezTo>
                <a:lnTo>
                  <a:pt x="3578" y="3551921"/>
                </a:lnTo>
                <a:cubicBezTo>
                  <a:pt x="3731" y="3551717"/>
                  <a:pt x="4192" y="3551563"/>
                  <a:pt x="4192" y="3551563"/>
                </a:cubicBezTo>
                <a:lnTo>
                  <a:pt x="11254" y="3551563"/>
                </a:lnTo>
                <a:cubicBezTo>
                  <a:pt x="11511" y="3551563"/>
                  <a:pt x="11868" y="3551921"/>
                  <a:pt x="11868" y="3551921"/>
                </a:cubicBezTo>
                <a:lnTo>
                  <a:pt x="15400" y="3558063"/>
                </a:lnTo>
                <a:cubicBezTo>
                  <a:pt x="15503" y="3558268"/>
                  <a:pt x="15400" y="3558728"/>
                  <a:pt x="15400" y="3558728"/>
                </a:cubicBezTo>
                <a:lnTo>
                  <a:pt x="11868" y="3564870"/>
                </a:lnTo>
                <a:cubicBezTo>
                  <a:pt x="11716" y="3565075"/>
                  <a:pt x="11254" y="3565229"/>
                  <a:pt x="11254" y="3565229"/>
                </a:cubicBezTo>
                <a:close/>
                <a:moveTo>
                  <a:pt x="209480" y="3565229"/>
                </a:moveTo>
                <a:lnTo>
                  <a:pt x="202416" y="3565229"/>
                </a:lnTo>
                <a:cubicBezTo>
                  <a:pt x="202160" y="3565229"/>
                  <a:pt x="201803" y="3564870"/>
                  <a:pt x="201803" y="3564870"/>
                </a:cubicBezTo>
                <a:lnTo>
                  <a:pt x="198270" y="3558728"/>
                </a:lnTo>
                <a:cubicBezTo>
                  <a:pt x="198168" y="3558524"/>
                  <a:pt x="198270" y="3558063"/>
                  <a:pt x="198270" y="3558063"/>
                </a:cubicBezTo>
                <a:lnTo>
                  <a:pt x="201803" y="3551921"/>
                </a:lnTo>
                <a:cubicBezTo>
                  <a:pt x="201955" y="3551717"/>
                  <a:pt x="202416" y="3551563"/>
                  <a:pt x="202416" y="3551563"/>
                </a:cubicBezTo>
                <a:lnTo>
                  <a:pt x="209480" y="3551563"/>
                </a:lnTo>
                <a:cubicBezTo>
                  <a:pt x="209735" y="3551563"/>
                  <a:pt x="210094" y="3551921"/>
                  <a:pt x="210094" y="3551921"/>
                </a:cubicBezTo>
                <a:lnTo>
                  <a:pt x="213625" y="3558063"/>
                </a:lnTo>
                <a:cubicBezTo>
                  <a:pt x="213727" y="3558268"/>
                  <a:pt x="213625" y="3558728"/>
                  <a:pt x="213625" y="3558728"/>
                </a:cubicBezTo>
                <a:lnTo>
                  <a:pt x="210094" y="3564870"/>
                </a:lnTo>
                <a:cubicBezTo>
                  <a:pt x="209940" y="3565075"/>
                  <a:pt x="209480" y="3565229"/>
                  <a:pt x="209480" y="3565229"/>
                </a:cubicBezTo>
                <a:close/>
                <a:moveTo>
                  <a:pt x="407754" y="3565229"/>
                </a:moveTo>
                <a:lnTo>
                  <a:pt x="400692" y="3565229"/>
                </a:lnTo>
                <a:cubicBezTo>
                  <a:pt x="400436" y="3565229"/>
                  <a:pt x="400078" y="3564870"/>
                  <a:pt x="400078" y="3564870"/>
                </a:cubicBezTo>
                <a:lnTo>
                  <a:pt x="396546" y="3558728"/>
                </a:lnTo>
                <a:cubicBezTo>
                  <a:pt x="396444" y="3558524"/>
                  <a:pt x="396546" y="3558063"/>
                  <a:pt x="396546" y="3558063"/>
                </a:cubicBezTo>
                <a:lnTo>
                  <a:pt x="400078" y="3551921"/>
                </a:lnTo>
                <a:cubicBezTo>
                  <a:pt x="400231" y="3551717"/>
                  <a:pt x="400692" y="3551563"/>
                  <a:pt x="400692" y="3551563"/>
                </a:cubicBezTo>
                <a:lnTo>
                  <a:pt x="407754" y="3551563"/>
                </a:lnTo>
                <a:cubicBezTo>
                  <a:pt x="408011" y="3551563"/>
                  <a:pt x="408369" y="3551921"/>
                  <a:pt x="408369" y="3551921"/>
                </a:cubicBezTo>
                <a:lnTo>
                  <a:pt x="411900" y="3558063"/>
                </a:lnTo>
                <a:cubicBezTo>
                  <a:pt x="412002" y="3558268"/>
                  <a:pt x="411900" y="3558728"/>
                  <a:pt x="411900" y="3558728"/>
                </a:cubicBezTo>
                <a:lnTo>
                  <a:pt x="408369" y="3564870"/>
                </a:lnTo>
                <a:cubicBezTo>
                  <a:pt x="408214" y="3565075"/>
                  <a:pt x="407754" y="3565229"/>
                  <a:pt x="407754" y="3565229"/>
                </a:cubicBezTo>
                <a:close/>
                <a:moveTo>
                  <a:pt x="605979" y="3565229"/>
                </a:moveTo>
                <a:lnTo>
                  <a:pt x="598916" y="3565229"/>
                </a:lnTo>
                <a:cubicBezTo>
                  <a:pt x="598661" y="3565229"/>
                  <a:pt x="598302" y="3564870"/>
                  <a:pt x="598302" y="3564870"/>
                </a:cubicBezTo>
                <a:lnTo>
                  <a:pt x="594770" y="3558728"/>
                </a:lnTo>
                <a:cubicBezTo>
                  <a:pt x="594668" y="3558524"/>
                  <a:pt x="594770" y="3558063"/>
                  <a:pt x="594770" y="3558063"/>
                </a:cubicBezTo>
                <a:lnTo>
                  <a:pt x="598302" y="3551921"/>
                </a:lnTo>
                <a:cubicBezTo>
                  <a:pt x="598455" y="3551717"/>
                  <a:pt x="598916" y="3551563"/>
                  <a:pt x="598916" y="3551563"/>
                </a:cubicBezTo>
                <a:lnTo>
                  <a:pt x="605979" y="3551563"/>
                </a:lnTo>
                <a:cubicBezTo>
                  <a:pt x="606235" y="3551563"/>
                  <a:pt x="606593" y="3551921"/>
                  <a:pt x="606593" y="3551921"/>
                </a:cubicBezTo>
                <a:lnTo>
                  <a:pt x="610125" y="3558063"/>
                </a:lnTo>
                <a:cubicBezTo>
                  <a:pt x="610227" y="3558268"/>
                  <a:pt x="610125" y="3558728"/>
                  <a:pt x="610125" y="3558728"/>
                </a:cubicBezTo>
                <a:lnTo>
                  <a:pt x="606593" y="3564870"/>
                </a:lnTo>
                <a:cubicBezTo>
                  <a:pt x="606440" y="3565075"/>
                  <a:pt x="605979" y="3565229"/>
                  <a:pt x="605979" y="3565229"/>
                </a:cubicBezTo>
                <a:close/>
                <a:moveTo>
                  <a:pt x="804204" y="3565229"/>
                </a:moveTo>
                <a:lnTo>
                  <a:pt x="797140" y="3565229"/>
                </a:lnTo>
                <a:cubicBezTo>
                  <a:pt x="796886" y="3565229"/>
                  <a:pt x="796526" y="3564870"/>
                  <a:pt x="796526" y="3564870"/>
                </a:cubicBezTo>
                <a:lnTo>
                  <a:pt x="792995" y="3558728"/>
                </a:lnTo>
                <a:cubicBezTo>
                  <a:pt x="792893" y="3558524"/>
                  <a:pt x="792995" y="3558063"/>
                  <a:pt x="792995" y="3558063"/>
                </a:cubicBezTo>
                <a:lnTo>
                  <a:pt x="796526" y="3551921"/>
                </a:lnTo>
                <a:cubicBezTo>
                  <a:pt x="796680" y="3551717"/>
                  <a:pt x="797140" y="3551563"/>
                  <a:pt x="797140" y="3551563"/>
                </a:cubicBezTo>
                <a:lnTo>
                  <a:pt x="804204" y="3551563"/>
                </a:lnTo>
                <a:cubicBezTo>
                  <a:pt x="804460" y="3551563"/>
                  <a:pt x="804818" y="3551921"/>
                  <a:pt x="804818" y="3551921"/>
                </a:cubicBezTo>
                <a:lnTo>
                  <a:pt x="808350" y="3558063"/>
                </a:lnTo>
                <a:cubicBezTo>
                  <a:pt x="808452" y="3558268"/>
                  <a:pt x="808350" y="3558728"/>
                  <a:pt x="808350" y="3558728"/>
                </a:cubicBezTo>
                <a:lnTo>
                  <a:pt x="804818" y="3564870"/>
                </a:lnTo>
                <a:cubicBezTo>
                  <a:pt x="804665" y="3565075"/>
                  <a:pt x="804204" y="3565229"/>
                  <a:pt x="804204" y="3565229"/>
                </a:cubicBezTo>
                <a:close/>
                <a:moveTo>
                  <a:pt x="1002428" y="3565229"/>
                </a:moveTo>
                <a:lnTo>
                  <a:pt x="995366" y="3565229"/>
                </a:lnTo>
                <a:cubicBezTo>
                  <a:pt x="995110" y="3565229"/>
                  <a:pt x="994752" y="3564870"/>
                  <a:pt x="994752" y="3564870"/>
                </a:cubicBezTo>
                <a:lnTo>
                  <a:pt x="991220" y="3558728"/>
                </a:lnTo>
                <a:cubicBezTo>
                  <a:pt x="991117" y="3558524"/>
                  <a:pt x="991220" y="3558063"/>
                  <a:pt x="991220" y="3558063"/>
                </a:cubicBezTo>
                <a:lnTo>
                  <a:pt x="994752" y="3551921"/>
                </a:lnTo>
                <a:cubicBezTo>
                  <a:pt x="994905" y="3551717"/>
                  <a:pt x="995366" y="3551563"/>
                  <a:pt x="995366" y="3551563"/>
                </a:cubicBezTo>
                <a:lnTo>
                  <a:pt x="1002428" y="3551563"/>
                </a:lnTo>
                <a:cubicBezTo>
                  <a:pt x="1002685" y="3551563"/>
                  <a:pt x="1003042" y="3551921"/>
                  <a:pt x="1003042" y="3551921"/>
                </a:cubicBezTo>
                <a:lnTo>
                  <a:pt x="1006574" y="3558063"/>
                </a:lnTo>
                <a:cubicBezTo>
                  <a:pt x="1006677" y="3558268"/>
                  <a:pt x="1006574" y="3558728"/>
                  <a:pt x="1006574" y="3558728"/>
                </a:cubicBezTo>
                <a:lnTo>
                  <a:pt x="1003042" y="3564870"/>
                </a:lnTo>
                <a:cubicBezTo>
                  <a:pt x="1002889" y="3565075"/>
                  <a:pt x="1002428" y="3565229"/>
                  <a:pt x="1002428" y="3565229"/>
                </a:cubicBezTo>
                <a:close/>
                <a:moveTo>
                  <a:pt x="1200704" y="3565229"/>
                </a:moveTo>
                <a:lnTo>
                  <a:pt x="1193642" y="3565229"/>
                </a:lnTo>
                <a:cubicBezTo>
                  <a:pt x="1193386" y="3565229"/>
                  <a:pt x="1193028" y="3564870"/>
                  <a:pt x="1193028" y="3564870"/>
                </a:cubicBezTo>
                <a:lnTo>
                  <a:pt x="1189495" y="3558728"/>
                </a:lnTo>
                <a:cubicBezTo>
                  <a:pt x="1189393" y="3558524"/>
                  <a:pt x="1189495" y="3558063"/>
                  <a:pt x="1189495" y="3558063"/>
                </a:cubicBezTo>
                <a:lnTo>
                  <a:pt x="1193028" y="3551921"/>
                </a:lnTo>
                <a:cubicBezTo>
                  <a:pt x="1193180" y="3551717"/>
                  <a:pt x="1193642" y="3551563"/>
                  <a:pt x="1193642" y="3551563"/>
                </a:cubicBezTo>
                <a:lnTo>
                  <a:pt x="1200704" y="3551563"/>
                </a:lnTo>
                <a:cubicBezTo>
                  <a:pt x="1200960" y="3551563"/>
                  <a:pt x="1201318" y="3551921"/>
                  <a:pt x="1201318" y="3551921"/>
                </a:cubicBezTo>
                <a:lnTo>
                  <a:pt x="1204850" y="3558063"/>
                </a:lnTo>
                <a:cubicBezTo>
                  <a:pt x="1204952" y="3558268"/>
                  <a:pt x="1204850" y="3558728"/>
                  <a:pt x="1204850" y="3558728"/>
                </a:cubicBezTo>
                <a:lnTo>
                  <a:pt x="1201318" y="3564870"/>
                </a:lnTo>
                <a:cubicBezTo>
                  <a:pt x="1201165" y="3565075"/>
                  <a:pt x="1200704" y="3565229"/>
                  <a:pt x="1200704" y="3565229"/>
                </a:cubicBezTo>
                <a:close/>
                <a:moveTo>
                  <a:pt x="1398928" y="3565229"/>
                </a:moveTo>
                <a:lnTo>
                  <a:pt x="1391866" y="3565229"/>
                </a:lnTo>
                <a:cubicBezTo>
                  <a:pt x="1391610" y="3565229"/>
                  <a:pt x="1391252" y="3564870"/>
                  <a:pt x="1391252" y="3564870"/>
                </a:cubicBezTo>
                <a:lnTo>
                  <a:pt x="1387720" y="3558728"/>
                </a:lnTo>
                <a:cubicBezTo>
                  <a:pt x="1387617" y="3558524"/>
                  <a:pt x="1387720" y="3558063"/>
                  <a:pt x="1387720" y="3558063"/>
                </a:cubicBezTo>
                <a:lnTo>
                  <a:pt x="1391252" y="3551921"/>
                </a:lnTo>
                <a:cubicBezTo>
                  <a:pt x="1391406" y="3551717"/>
                  <a:pt x="1391866" y="3551563"/>
                  <a:pt x="1391866" y="3551563"/>
                </a:cubicBezTo>
                <a:lnTo>
                  <a:pt x="1398928" y="3551563"/>
                </a:lnTo>
                <a:cubicBezTo>
                  <a:pt x="1399185" y="3551563"/>
                  <a:pt x="1399544" y="3551921"/>
                  <a:pt x="1399544" y="3551921"/>
                </a:cubicBezTo>
                <a:lnTo>
                  <a:pt x="1403074" y="3558063"/>
                </a:lnTo>
                <a:cubicBezTo>
                  <a:pt x="1403177" y="3558268"/>
                  <a:pt x="1403074" y="3558728"/>
                  <a:pt x="1403074" y="3558728"/>
                </a:cubicBezTo>
                <a:lnTo>
                  <a:pt x="1399544" y="3564870"/>
                </a:lnTo>
                <a:cubicBezTo>
                  <a:pt x="1399389" y="3565075"/>
                  <a:pt x="1398928" y="3565229"/>
                  <a:pt x="1398928" y="3565229"/>
                </a:cubicBezTo>
                <a:close/>
                <a:moveTo>
                  <a:pt x="1597154" y="3565229"/>
                </a:moveTo>
                <a:lnTo>
                  <a:pt x="1590090" y="3565229"/>
                </a:lnTo>
                <a:cubicBezTo>
                  <a:pt x="1589834" y="3565229"/>
                  <a:pt x="1589476" y="3564870"/>
                  <a:pt x="1589476" y="3564870"/>
                </a:cubicBezTo>
                <a:lnTo>
                  <a:pt x="1585944" y="3558728"/>
                </a:lnTo>
                <a:cubicBezTo>
                  <a:pt x="1585842" y="3558524"/>
                  <a:pt x="1585944" y="3558063"/>
                  <a:pt x="1585944" y="3558063"/>
                </a:cubicBezTo>
                <a:lnTo>
                  <a:pt x="1589476" y="3551921"/>
                </a:lnTo>
                <a:cubicBezTo>
                  <a:pt x="1589630" y="3551717"/>
                  <a:pt x="1590090" y="3551563"/>
                  <a:pt x="1590090" y="3551563"/>
                </a:cubicBezTo>
                <a:lnTo>
                  <a:pt x="1597154" y="3551563"/>
                </a:lnTo>
                <a:cubicBezTo>
                  <a:pt x="1597409" y="3551563"/>
                  <a:pt x="1597768" y="3551921"/>
                  <a:pt x="1597768" y="3551921"/>
                </a:cubicBezTo>
                <a:lnTo>
                  <a:pt x="1601298" y="3558063"/>
                </a:lnTo>
                <a:cubicBezTo>
                  <a:pt x="1601401" y="3558268"/>
                  <a:pt x="1601298" y="3558728"/>
                  <a:pt x="1601298" y="3558728"/>
                </a:cubicBezTo>
                <a:lnTo>
                  <a:pt x="1597768" y="3564870"/>
                </a:lnTo>
                <a:cubicBezTo>
                  <a:pt x="1597614" y="3565075"/>
                  <a:pt x="1597154" y="3565229"/>
                  <a:pt x="1597154" y="3565229"/>
                </a:cubicBezTo>
                <a:close/>
                <a:moveTo>
                  <a:pt x="1795378" y="3565229"/>
                </a:moveTo>
                <a:lnTo>
                  <a:pt x="1788315" y="3565229"/>
                </a:lnTo>
                <a:cubicBezTo>
                  <a:pt x="1788060" y="3565229"/>
                  <a:pt x="1787701" y="3564870"/>
                  <a:pt x="1787701" y="3564870"/>
                </a:cubicBezTo>
                <a:lnTo>
                  <a:pt x="1784170" y="3558728"/>
                </a:lnTo>
                <a:cubicBezTo>
                  <a:pt x="1784067" y="3558524"/>
                  <a:pt x="1784170" y="3558063"/>
                  <a:pt x="1784170" y="3558063"/>
                </a:cubicBezTo>
                <a:lnTo>
                  <a:pt x="1787701" y="3551921"/>
                </a:lnTo>
                <a:cubicBezTo>
                  <a:pt x="1787854" y="3551717"/>
                  <a:pt x="1788315" y="3551563"/>
                  <a:pt x="1788315" y="3551563"/>
                </a:cubicBezTo>
                <a:lnTo>
                  <a:pt x="1795378" y="3551563"/>
                </a:lnTo>
                <a:cubicBezTo>
                  <a:pt x="1795634" y="3551563"/>
                  <a:pt x="1795992" y="3551921"/>
                  <a:pt x="1795992" y="3551921"/>
                </a:cubicBezTo>
                <a:lnTo>
                  <a:pt x="1799524" y="3558063"/>
                </a:lnTo>
                <a:cubicBezTo>
                  <a:pt x="1799626" y="3558268"/>
                  <a:pt x="1799524" y="3558728"/>
                  <a:pt x="1799524" y="3558728"/>
                </a:cubicBezTo>
                <a:lnTo>
                  <a:pt x="1795992" y="3564870"/>
                </a:lnTo>
                <a:cubicBezTo>
                  <a:pt x="1795838" y="3565075"/>
                  <a:pt x="1795378" y="3565229"/>
                  <a:pt x="1795378" y="3565229"/>
                </a:cubicBezTo>
                <a:close/>
                <a:moveTo>
                  <a:pt x="1993654" y="3565229"/>
                </a:moveTo>
                <a:lnTo>
                  <a:pt x="1986590" y="3565229"/>
                </a:lnTo>
                <a:cubicBezTo>
                  <a:pt x="1986336" y="3565229"/>
                  <a:pt x="1985976" y="3564870"/>
                  <a:pt x="1985976" y="3564870"/>
                </a:cubicBezTo>
                <a:lnTo>
                  <a:pt x="1982445" y="3558728"/>
                </a:lnTo>
                <a:cubicBezTo>
                  <a:pt x="1982343" y="3558524"/>
                  <a:pt x="1982445" y="3558063"/>
                  <a:pt x="1982445" y="3558063"/>
                </a:cubicBezTo>
                <a:lnTo>
                  <a:pt x="1985976" y="3551921"/>
                </a:lnTo>
                <a:cubicBezTo>
                  <a:pt x="1986130" y="3551717"/>
                  <a:pt x="1986590" y="3551563"/>
                  <a:pt x="1986590" y="3551563"/>
                </a:cubicBezTo>
                <a:lnTo>
                  <a:pt x="1993654" y="3551563"/>
                </a:lnTo>
                <a:cubicBezTo>
                  <a:pt x="1993910" y="3551563"/>
                  <a:pt x="1994268" y="3551921"/>
                  <a:pt x="1994268" y="3551921"/>
                </a:cubicBezTo>
                <a:lnTo>
                  <a:pt x="1997800" y="3558063"/>
                </a:lnTo>
                <a:cubicBezTo>
                  <a:pt x="1997902" y="3558268"/>
                  <a:pt x="1997800" y="3558728"/>
                  <a:pt x="1997800" y="3558728"/>
                </a:cubicBezTo>
                <a:lnTo>
                  <a:pt x="1994268" y="3564870"/>
                </a:lnTo>
                <a:cubicBezTo>
                  <a:pt x="1994114" y="3565075"/>
                  <a:pt x="1993654" y="3565229"/>
                  <a:pt x="1993654" y="3565229"/>
                </a:cubicBezTo>
                <a:close/>
                <a:moveTo>
                  <a:pt x="5956083" y="3570930"/>
                </a:moveTo>
                <a:lnTo>
                  <a:pt x="5949019" y="3570930"/>
                </a:lnTo>
                <a:cubicBezTo>
                  <a:pt x="5948763" y="3570930"/>
                  <a:pt x="5948405" y="3570574"/>
                  <a:pt x="5948405" y="3570574"/>
                </a:cubicBezTo>
                <a:lnTo>
                  <a:pt x="5944873" y="3564431"/>
                </a:lnTo>
                <a:cubicBezTo>
                  <a:pt x="5944771" y="3564228"/>
                  <a:pt x="5944873" y="3563768"/>
                  <a:pt x="5944873" y="3563768"/>
                </a:cubicBezTo>
                <a:lnTo>
                  <a:pt x="5948405" y="3557625"/>
                </a:lnTo>
                <a:cubicBezTo>
                  <a:pt x="5948558" y="3557419"/>
                  <a:pt x="5949019" y="3557265"/>
                  <a:pt x="5949019" y="3557265"/>
                </a:cubicBezTo>
                <a:lnTo>
                  <a:pt x="5956083" y="3557265"/>
                </a:lnTo>
                <a:cubicBezTo>
                  <a:pt x="5956338" y="3557265"/>
                  <a:pt x="5956697" y="3557625"/>
                  <a:pt x="5956697" y="3557625"/>
                </a:cubicBezTo>
                <a:lnTo>
                  <a:pt x="5960227" y="3563768"/>
                </a:lnTo>
                <a:cubicBezTo>
                  <a:pt x="5960330" y="3563972"/>
                  <a:pt x="5960227" y="3564431"/>
                  <a:pt x="5960227" y="3564431"/>
                </a:cubicBezTo>
                <a:lnTo>
                  <a:pt x="5956697" y="3570574"/>
                </a:lnTo>
                <a:cubicBezTo>
                  <a:pt x="5956542" y="3570776"/>
                  <a:pt x="5956083" y="3570930"/>
                  <a:pt x="5956083" y="3570930"/>
                </a:cubicBezTo>
                <a:close/>
                <a:moveTo>
                  <a:pt x="2586060" y="3570931"/>
                </a:moveTo>
                <a:lnTo>
                  <a:pt x="2578998" y="3570931"/>
                </a:lnTo>
                <a:cubicBezTo>
                  <a:pt x="2578740" y="3570931"/>
                  <a:pt x="2578383" y="3570575"/>
                  <a:pt x="2578383" y="3570575"/>
                </a:cubicBezTo>
                <a:lnTo>
                  <a:pt x="2574850" y="3564432"/>
                </a:lnTo>
                <a:cubicBezTo>
                  <a:pt x="2574749" y="3564229"/>
                  <a:pt x="2574850" y="3563768"/>
                  <a:pt x="2574850" y="3563768"/>
                </a:cubicBezTo>
                <a:lnTo>
                  <a:pt x="2578383" y="3557627"/>
                </a:lnTo>
                <a:cubicBezTo>
                  <a:pt x="2578536" y="3557422"/>
                  <a:pt x="2578998" y="3557267"/>
                  <a:pt x="2578998" y="3557267"/>
                </a:cubicBezTo>
                <a:lnTo>
                  <a:pt x="2586060" y="3557267"/>
                </a:lnTo>
                <a:cubicBezTo>
                  <a:pt x="2586316" y="3557267"/>
                  <a:pt x="2586674" y="3557627"/>
                  <a:pt x="2586674" y="3557627"/>
                </a:cubicBezTo>
                <a:lnTo>
                  <a:pt x="2590205" y="3563768"/>
                </a:lnTo>
                <a:cubicBezTo>
                  <a:pt x="2590308" y="3563972"/>
                  <a:pt x="2590205" y="3564432"/>
                  <a:pt x="2590205" y="3564432"/>
                </a:cubicBezTo>
                <a:lnTo>
                  <a:pt x="2586674" y="3570575"/>
                </a:lnTo>
                <a:cubicBezTo>
                  <a:pt x="2586520" y="3570778"/>
                  <a:pt x="2586060" y="3570931"/>
                  <a:pt x="2586060" y="3570931"/>
                </a:cubicBezTo>
                <a:close/>
                <a:moveTo>
                  <a:pt x="7541763" y="3570931"/>
                </a:moveTo>
                <a:lnTo>
                  <a:pt x="7534698" y="3570931"/>
                </a:lnTo>
                <a:cubicBezTo>
                  <a:pt x="7534442" y="3570931"/>
                  <a:pt x="7534084" y="3570575"/>
                  <a:pt x="7534084" y="3570575"/>
                </a:cubicBezTo>
                <a:lnTo>
                  <a:pt x="7530553" y="3564435"/>
                </a:lnTo>
                <a:cubicBezTo>
                  <a:pt x="7530450" y="3564229"/>
                  <a:pt x="7530553" y="3563769"/>
                  <a:pt x="7530553" y="3563769"/>
                </a:cubicBezTo>
                <a:lnTo>
                  <a:pt x="7534084" y="3557627"/>
                </a:lnTo>
                <a:cubicBezTo>
                  <a:pt x="7534237" y="3557422"/>
                  <a:pt x="7534698" y="3557269"/>
                  <a:pt x="7534698" y="3557269"/>
                </a:cubicBezTo>
                <a:lnTo>
                  <a:pt x="7541763" y="3557269"/>
                </a:lnTo>
                <a:cubicBezTo>
                  <a:pt x="7542019" y="3557269"/>
                  <a:pt x="7542377" y="3557627"/>
                  <a:pt x="7542377" y="3557627"/>
                </a:cubicBezTo>
                <a:lnTo>
                  <a:pt x="7545910" y="3563769"/>
                </a:lnTo>
                <a:cubicBezTo>
                  <a:pt x="7546012" y="3563973"/>
                  <a:pt x="7545910" y="3564435"/>
                  <a:pt x="7545910" y="3564435"/>
                </a:cubicBezTo>
                <a:lnTo>
                  <a:pt x="7542377" y="3570575"/>
                </a:lnTo>
                <a:cubicBezTo>
                  <a:pt x="7542223" y="3570779"/>
                  <a:pt x="7541763" y="3570931"/>
                  <a:pt x="7541763" y="3570931"/>
                </a:cubicBezTo>
                <a:close/>
                <a:moveTo>
                  <a:pt x="4171959" y="3570935"/>
                </a:moveTo>
                <a:lnTo>
                  <a:pt x="4164896" y="3570935"/>
                </a:lnTo>
                <a:cubicBezTo>
                  <a:pt x="4164640" y="3570935"/>
                  <a:pt x="4164282" y="3570575"/>
                  <a:pt x="4164282" y="3570575"/>
                </a:cubicBezTo>
                <a:lnTo>
                  <a:pt x="4160751" y="3564435"/>
                </a:lnTo>
                <a:cubicBezTo>
                  <a:pt x="4160648" y="3564230"/>
                  <a:pt x="4160751" y="3563771"/>
                  <a:pt x="4160751" y="3563771"/>
                </a:cubicBezTo>
                <a:lnTo>
                  <a:pt x="4164282" y="3557627"/>
                </a:lnTo>
                <a:cubicBezTo>
                  <a:pt x="4164435" y="3557423"/>
                  <a:pt x="4164896" y="3557269"/>
                  <a:pt x="4164896" y="3557269"/>
                </a:cubicBezTo>
                <a:lnTo>
                  <a:pt x="4171959" y="3557269"/>
                </a:lnTo>
                <a:cubicBezTo>
                  <a:pt x="4172215" y="3557269"/>
                  <a:pt x="4172573" y="3557627"/>
                  <a:pt x="4172573" y="3557627"/>
                </a:cubicBezTo>
                <a:lnTo>
                  <a:pt x="4176105" y="3563771"/>
                </a:lnTo>
                <a:cubicBezTo>
                  <a:pt x="4176207" y="3563973"/>
                  <a:pt x="4176105" y="3564435"/>
                  <a:pt x="4176105" y="3564435"/>
                </a:cubicBezTo>
                <a:lnTo>
                  <a:pt x="4172573" y="3570575"/>
                </a:lnTo>
                <a:cubicBezTo>
                  <a:pt x="4172419" y="3570783"/>
                  <a:pt x="4171959" y="3570935"/>
                  <a:pt x="4171959" y="3570935"/>
                </a:cubicBezTo>
                <a:close/>
                <a:moveTo>
                  <a:pt x="4568408" y="3570935"/>
                </a:moveTo>
                <a:lnTo>
                  <a:pt x="4561345" y="3570935"/>
                </a:lnTo>
                <a:cubicBezTo>
                  <a:pt x="4561089" y="3570935"/>
                  <a:pt x="4560731" y="3570575"/>
                  <a:pt x="4560731" y="3570575"/>
                </a:cubicBezTo>
                <a:lnTo>
                  <a:pt x="4557199" y="3564435"/>
                </a:lnTo>
                <a:cubicBezTo>
                  <a:pt x="4557097" y="3564230"/>
                  <a:pt x="4557199" y="3563770"/>
                  <a:pt x="4557199" y="3563770"/>
                </a:cubicBezTo>
                <a:lnTo>
                  <a:pt x="4560731" y="3557627"/>
                </a:lnTo>
                <a:cubicBezTo>
                  <a:pt x="4560884" y="3557423"/>
                  <a:pt x="4561345" y="3557269"/>
                  <a:pt x="4561345" y="3557269"/>
                </a:cubicBezTo>
                <a:lnTo>
                  <a:pt x="4568408" y="3557269"/>
                </a:lnTo>
                <a:cubicBezTo>
                  <a:pt x="4568663" y="3557269"/>
                  <a:pt x="4569022" y="3557627"/>
                  <a:pt x="4569022" y="3557627"/>
                </a:cubicBezTo>
                <a:lnTo>
                  <a:pt x="4572554" y="3563770"/>
                </a:lnTo>
                <a:cubicBezTo>
                  <a:pt x="4572656" y="3563973"/>
                  <a:pt x="4572554" y="3564435"/>
                  <a:pt x="4572554" y="3564435"/>
                </a:cubicBezTo>
                <a:lnTo>
                  <a:pt x="4569022" y="3570575"/>
                </a:lnTo>
                <a:cubicBezTo>
                  <a:pt x="4568869" y="3570783"/>
                  <a:pt x="4568408" y="3570935"/>
                  <a:pt x="4568408" y="3570935"/>
                </a:cubicBezTo>
                <a:close/>
                <a:moveTo>
                  <a:pt x="7740001" y="3570935"/>
                </a:moveTo>
                <a:lnTo>
                  <a:pt x="7732937" y="3570935"/>
                </a:lnTo>
                <a:cubicBezTo>
                  <a:pt x="7732681" y="3570935"/>
                  <a:pt x="7732324" y="3570575"/>
                  <a:pt x="7732324" y="3570575"/>
                </a:cubicBezTo>
                <a:lnTo>
                  <a:pt x="7728792" y="3564435"/>
                </a:lnTo>
                <a:cubicBezTo>
                  <a:pt x="7728690" y="3564230"/>
                  <a:pt x="7728792" y="3563770"/>
                  <a:pt x="7728792" y="3563770"/>
                </a:cubicBezTo>
                <a:lnTo>
                  <a:pt x="7732324" y="3557627"/>
                </a:lnTo>
                <a:cubicBezTo>
                  <a:pt x="7732478" y="3557423"/>
                  <a:pt x="7732937" y="3557269"/>
                  <a:pt x="7732937" y="3557269"/>
                </a:cubicBezTo>
                <a:lnTo>
                  <a:pt x="7740001" y="3557269"/>
                </a:lnTo>
                <a:cubicBezTo>
                  <a:pt x="7740257" y="3557269"/>
                  <a:pt x="7740616" y="3557627"/>
                  <a:pt x="7740616" y="3557627"/>
                </a:cubicBezTo>
                <a:lnTo>
                  <a:pt x="7744148" y="3563770"/>
                </a:lnTo>
                <a:cubicBezTo>
                  <a:pt x="7744250" y="3563973"/>
                  <a:pt x="7744148" y="3564435"/>
                  <a:pt x="7744148" y="3564435"/>
                </a:cubicBezTo>
                <a:lnTo>
                  <a:pt x="7740616" y="3570575"/>
                </a:lnTo>
                <a:cubicBezTo>
                  <a:pt x="7740464" y="3570779"/>
                  <a:pt x="7740001" y="3570935"/>
                  <a:pt x="7740001" y="3570935"/>
                </a:cubicBezTo>
                <a:close/>
                <a:moveTo>
                  <a:pt x="8533008" y="3570935"/>
                </a:moveTo>
                <a:lnTo>
                  <a:pt x="8525946" y="3570935"/>
                </a:lnTo>
                <a:cubicBezTo>
                  <a:pt x="8525689" y="3570935"/>
                  <a:pt x="8525331" y="3570575"/>
                  <a:pt x="8525331" y="3570575"/>
                </a:cubicBezTo>
                <a:lnTo>
                  <a:pt x="8521801" y="3564436"/>
                </a:lnTo>
                <a:cubicBezTo>
                  <a:pt x="8521697" y="3564230"/>
                  <a:pt x="8521801" y="3563771"/>
                  <a:pt x="8521801" y="3563771"/>
                </a:cubicBezTo>
                <a:lnTo>
                  <a:pt x="8525331" y="3557627"/>
                </a:lnTo>
                <a:cubicBezTo>
                  <a:pt x="8525485" y="3557424"/>
                  <a:pt x="8525946" y="3557270"/>
                  <a:pt x="8525946" y="3557270"/>
                </a:cubicBezTo>
                <a:lnTo>
                  <a:pt x="8533008" y="3557270"/>
                </a:lnTo>
                <a:cubicBezTo>
                  <a:pt x="8533264" y="3557270"/>
                  <a:pt x="8533624" y="3557627"/>
                  <a:pt x="8533624" y="3557627"/>
                </a:cubicBezTo>
                <a:lnTo>
                  <a:pt x="8537154" y="3563771"/>
                </a:lnTo>
                <a:cubicBezTo>
                  <a:pt x="8537257" y="3563975"/>
                  <a:pt x="8537154" y="3564436"/>
                  <a:pt x="8537154" y="3564436"/>
                </a:cubicBezTo>
                <a:lnTo>
                  <a:pt x="8533624" y="3570575"/>
                </a:lnTo>
                <a:cubicBezTo>
                  <a:pt x="8533470" y="3570783"/>
                  <a:pt x="8533008" y="3570935"/>
                  <a:pt x="8533008" y="3570935"/>
                </a:cubicBezTo>
                <a:close/>
                <a:moveTo>
                  <a:pt x="2387835" y="3570937"/>
                </a:moveTo>
                <a:lnTo>
                  <a:pt x="2380773" y="3570937"/>
                </a:lnTo>
                <a:cubicBezTo>
                  <a:pt x="2380515" y="3570937"/>
                  <a:pt x="2380159" y="3570578"/>
                  <a:pt x="2380159" y="3570578"/>
                </a:cubicBezTo>
                <a:lnTo>
                  <a:pt x="2376626" y="3564438"/>
                </a:lnTo>
                <a:cubicBezTo>
                  <a:pt x="2376523" y="3564235"/>
                  <a:pt x="2376626" y="3563772"/>
                  <a:pt x="2376626" y="3563772"/>
                </a:cubicBezTo>
                <a:lnTo>
                  <a:pt x="2380159" y="3557632"/>
                </a:lnTo>
                <a:cubicBezTo>
                  <a:pt x="2380312" y="3557426"/>
                  <a:pt x="2380773" y="3557273"/>
                  <a:pt x="2380773" y="3557273"/>
                </a:cubicBezTo>
                <a:lnTo>
                  <a:pt x="2387835" y="3557273"/>
                </a:lnTo>
                <a:cubicBezTo>
                  <a:pt x="2388091" y="3557273"/>
                  <a:pt x="2388449" y="3557632"/>
                  <a:pt x="2388449" y="3557632"/>
                </a:cubicBezTo>
                <a:lnTo>
                  <a:pt x="2391981" y="3563772"/>
                </a:lnTo>
                <a:cubicBezTo>
                  <a:pt x="2392083" y="3563978"/>
                  <a:pt x="2391981" y="3564438"/>
                  <a:pt x="2391981" y="3564438"/>
                </a:cubicBezTo>
                <a:lnTo>
                  <a:pt x="2388449" y="3570578"/>
                </a:lnTo>
                <a:cubicBezTo>
                  <a:pt x="2388296" y="3570784"/>
                  <a:pt x="2387835" y="3570937"/>
                  <a:pt x="2387835" y="3570937"/>
                </a:cubicBezTo>
                <a:close/>
                <a:moveTo>
                  <a:pt x="2784284" y="3570940"/>
                </a:moveTo>
                <a:lnTo>
                  <a:pt x="2777221" y="3570940"/>
                </a:lnTo>
                <a:cubicBezTo>
                  <a:pt x="2776966" y="3570940"/>
                  <a:pt x="2776607" y="3570582"/>
                  <a:pt x="2776607" y="3570582"/>
                </a:cubicBezTo>
                <a:lnTo>
                  <a:pt x="2773075" y="3564441"/>
                </a:lnTo>
                <a:cubicBezTo>
                  <a:pt x="2772973" y="3564235"/>
                  <a:pt x="2773075" y="3563776"/>
                  <a:pt x="2773075" y="3563776"/>
                </a:cubicBezTo>
                <a:lnTo>
                  <a:pt x="2776607" y="3557633"/>
                </a:lnTo>
                <a:cubicBezTo>
                  <a:pt x="2776760" y="3557428"/>
                  <a:pt x="2777221" y="3557275"/>
                  <a:pt x="2777221" y="3557275"/>
                </a:cubicBezTo>
                <a:lnTo>
                  <a:pt x="2784284" y="3557275"/>
                </a:lnTo>
                <a:cubicBezTo>
                  <a:pt x="2784540" y="3557275"/>
                  <a:pt x="2784898" y="3557633"/>
                  <a:pt x="2784898" y="3557633"/>
                </a:cubicBezTo>
                <a:lnTo>
                  <a:pt x="2788430" y="3563776"/>
                </a:lnTo>
                <a:cubicBezTo>
                  <a:pt x="2788532" y="3563979"/>
                  <a:pt x="2788430" y="3564441"/>
                  <a:pt x="2788430" y="3564441"/>
                </a:cubicBezTo>
                <a:lnTo>
                  <a:pt x="2784898" y="3570582"/>
                </a:lnTo>
                <a:cubicBezTo>
                  <a:pt x="2784744" y="3570786"/>
                  <a:pt x="2784284" y="3570940"/>
                  <a:pt x="2784284" y="3570940"/>
                </a:cubicBezTo>
                <a:close/>
                <a:moveTo>
                  <a:pt x="3577234" y="3570940"/>
                </a:moveTo>
                <a:lnTo>
                  <a:pt x="3570172" y="3570940"/>
                </a:lnTo>
                <a:cubicBezTo>
                  <a:pt x="3569914" y="3570940"/>
                  <a:pt x="3569557" y="3570582"/>
                  <a:pt x="3569557" y="3570582"/>
                </a:cubicBezTo>
                <a:lnTo>
                  <a:pt x="3566024" y="3564441"/>
                </a:lnTo>
                <a:cubicBezTo>
                  <a:pt x="3565922" y="3564235"/>
                  <a:pt x="3566024" y="3563776"/>
                  <a:pt x="3566024" y="3563776"/>
                </a:cubicBezTo>
                <a:lnTo>
                  <a:pt x="3569557" y="3557633"/>
                </a:lnTo>
                <a:cubicBezTo>
                  <a:pt x="3569709" y="3557428"/>
                  <a:pt x="3570172" y="3557274"/>
                  <a:pt x="3570172" y="3557274"/>
                </a:cubicBezTo>
                <a:lnTo>
                  <a:pt x="3577234" y="3557274"/>
                </a:lnTo>
                <a:cubicBezTo>
                  <a:pt x="3577489" y="3557274"/>
                  <a:pt x="3577848" y="3557633"/>
                  <a:pt x="3577848" y="3557633"/>
                </a:cubicBezTo>
                <a:lnTo>
                  <a:pt x="3581379" y="3563776"/>
                </a:lnTo>
                <a:cubicBezTo>
                  <a:pt x="3581481" y="3563979"/>
                  <a:pt x="3581379" y="3564441"/>
                  <a:pt x="3581379" y="3564441"/>
                </a:cubicBezTo>
                <a:lnTo>
                  <a:pt x="3577848" y="3570582"/>
                </a:lnTo>
                <a:cubicBezTo>
                  <a:pt x="3577694" y="3570786"/>
                  <a:pt x="3577234" y="3570940"/>
                  <a:pt x="3577234" y="3570940"/>
                </a:cubicBezTo>
                <a:close/>
                <a:moveTo>
                  <a:pt x="5361358" y="3570940"/>
                </a:moveTo>
                <a:lnTo>
                  <a:pt x="5354295" y="3570940"/>
                </a:lnTo>
                <a:cubicBezTo>
                  <a:pt x="5354038" y="3570940"/>
                  <a:pt x="5353680" y="3570582"/>
                  <a:pt x="5353680" y="3570582"/>
                </a:cubicBezTo>
                <a:lnTo>
                  <a:pt x="5350149" y="3564442"/>
                </a:lnTo>
                <a:cubicBezTo>
                  <a:pt x="5350047" y="3564237"/>
                  <a:pt x="5350149" y="3563776"/>
                  <a:pt x="5350149" y="3563776"/>
                </a:cubicBezTo>
                <a:lnTo>
                  <a:pt x="5353680" y="3557635"/>
                </a:lnTo>
                <a:cubicBezTo>
                  <a:pt x="5353835" y="3557428"/>
                  <a:pt x="5354295" y="3557277"/>
                  <a:pt x="5354295" y="3557277"/>
                </a:cubicBezTo>
                <a:lnTo>
                  <a:pt x="5361358" y="3557277"/>
                </a:lnTo>
                <a:cubicBezTo>
                  <a:pt x="5361614" y="3557277"/>
                  <a:pt x="5361972" y="3557635"/>
                  <a:pt x="5361972" y="3557635"/>
                </a:cubicBezTo>
                <a:lnTo>
                  <a:pt x="5365503" y="3563776"/>
                </a:lnTo>
                <a:cubicBezTo>
                  <a:pt x="5365606" y="3563981"/>
                  <a:pt x="5365503" y="3564442"/>
                  <a:pt x="5365503" y="3564442"/>
                </a:cubicBezTo>
                <a:lnTo>
                  <a:pt x="5361972" y="3570582"/>
                </a:lnTo>
                <a:cubicBezTo>
                  <a:pt x="5361818" y="3570786"/>
                  <a:pt x="5361358" y="3570940"/>
                  <a:pt x="5361358" y="3570940"/>
                </a:cubicBezTo>
                <a:close/>
                <a:moveTo>
                  <a:pt x="7145307" y="3570940"/>
                </a:moveTo>
                <a:lnTo>
                  <a:pt x="7138243" y="3570940"/>
                </a:lnTo>
                <a:cubicBezTo>
                  <a:pt x="7137988" y="3570940"/>
                  <a:pt x="7137629" y="3570582"/>
                  <a:pt x="7137629" y="3570582"/>
                </a:cubicBezTo>
                <a:lnTo>
                  <a:pt x="7134099" y="3564441"/>
                </a:lnTo>
                <a:cubicBezTo>
                  <a:pt x="7133994" y="3564236"/>
                  <a:pt x="7134099" y="3563776"/>
                  <a:pt x="7134099" y="3563776"/>
                </a:cubicBezTo>
                <a:lnTo>
                  <a:pt x="7137629" y="3557634"/>
                </a:lnTo>
                <a:cubicBezTo>
                  <a:pt x="7137783" y="3557428"/>
                  <a:pt x="7138243" y="3557275"/>
                  <a:pt x="7138243" y="3557275"/>
                </a:cubicBezTo>
                <a:lnTo>
                  <a:pt x="7145307" y="3557275"/>
                </a:lnTo>
                <a:cubicBezTo>
                  <a:pt x="7145562" y="3557275"/>
                  <a:pt x="7145919" y="3557634"/>
                  <a:pt x="7145919" y="3557634"/>
                </a:cubicBezTo>
                <a:lnTo>
                  <a:pt x="7149453" y="3563776"/>
                </a:lnTo>
                <a:cubicBezTo>
                  <a:pt x="7149556" y="3563980"/>
                  <a:pt x="7149453" y="3564441"/>
                  <a:pt x="7149453" y="3564441"/>
                </a:cubicBezTo>
                <a:lnTo>
                  <a:pt x="7145919" y="3570582"/>
                </a:lnTo>
                <a:cubicBezTo>
                  <a:pt x="7145767" y="3570786"/>
                  <a:pt x="7145307" y="3570940"/>
                  <a:pt x="7145307" y="3570940"/>
                </a:cubicBezTo>
                <a:close/>
                <a:moveTo>
                  <a:pt x="9127725" y="3570940"/>
                </a:moveTo>
                <a:lnTo>
                  <a:pt x="9120663" y="3570940"/>
                </a:lnTo>
                <a:cubicBezTo>
                  <a:pt x="9120407" y="3570940"/>
                  <a:pt x="9120049" y="3570582"/>
                  <a:pt x="9120049" y="3570582"/>
                </a:cubicBezTo>
                <a:lnTo>
                  <a:pt x="9116516" y="3564441"/>
                </a:lnTo>
                <a:cubicBezTo>
                  <a:pt x="9116414" y="3564235"/>
                  <a:pt x="9116516" y="3563776"/>
                  <a:pt x="9116516" y="3563776"/>
                </a:cubicBezTo>
                <a:lnTo>
                  <a:pt x="9120049" y="3557633"/>
                </a:lnTo>
                <a:cubicBezTo>
                  <a:pt x="9120202" y="3557428"/>
                  <a:pt x="9120663" y="3557274"/>
                  <a:pt x="9120663" y="3557274"/>
                </a:cubicBezTo>
                <a:lnTo>
                  <a:pt x="9127725" y="3557274"/>
                </a:lnTo>
                <a:cubicBezTo>
                  <a:pt x="9127982" y="3557274"/>
                  <a:pt x="9128341" y="3557633"/>
                  <a:pt x="9128341" y="3557633"/>
                </a:cubicBezTo>
                <a:lnTo>
                  <a:pt x="9131871" y="3563776"/>
                </a:lnTo>
                <a:cubicBezTo>
                  <a:pt x="9131973" y="3563979"/>
                  <a:pt x="9131871" y="3564441"/>
                  <a:pt x="9131871" y="3564441"/>
                </a:cubicBezTo>
                <a:lnTo>
                  <a:pt x="9128341" y="3570582"/>
                </a:lnTo>
                <a:cubicBezTo>
                  <a:pt x="9128185" y="3570786"/>
                  <a:pt x="9127725" y="3570940"/>
                  <a:pt x="9127725" y="3570940"/>
                </a:cubicBezTo>
                <a:close/>
                <a:moveTo>
                  <a:pt x="8929515" y="3570943"/>
                </a:moveTo>
                <a:lnTo>
                  <a:pt x="8922453" y="3570943"/>
                </a:lnTo>
                <a:cubicBezTo>
                  <a:pt x="8922196" y="3570943"/>
                  <a:pt x="8921838" y="3570585"/>
                  <a:pt x="8921838" y="3570585"/>
                </a:cubicBezTo>
                <a:lnTo>
                  <a:pt x="8918307" y="3564445"/>
                </a:lnTo>
                <a:cubicBezTo>
                  <a:pt x="8918204" y="3564238"/>
                  <a:pt x="8918307" y="3563778"/>
                  <a:pt x="8918307" y="3563778"/>
                </a:cubicBezTo>
                <a:lnTo>
                  <a:pt x="8921838" y="3557639"/>
                </a:lnTo>
                <a:cubicBezTo>
                  <a:pt x="8921992" y="3557432"/>
                  <a:pt x="8922453" y="3557278"/>
                  <a:pt x="8922453" y="3557278"/>
                </a:cubicBezTo>
                <a:lnTo>
                  <a:pt x="8929515" y="3557278"/>
                </a:lnTo>
                <a:cubicBezTo>
                  <a:pt x="8929770" y="3557278"/>
                  <a:pt x="8930129" y="3557639"/>
                  <a:pt x="8930129" y="3557639"/>
                </a:cubicBezTo>
                <a:lnTo>
                  <a:pt x="8933661" y="3563778"/>
                </a:lnTo>
                <a:cubicBezTo>
                  <a:pt x="8933763" y="3563984"/>
                  <a:pt x="8933661" y="3564445"/>
                  <a:pt x="8933661" y="3564445"/>
                </a:cubicBezTo>
                <a:lnTo>
                  <a:pt x="8930129" y="3570585"/>
                </a:lnTo>
                <a:cubicBezTo>
                  <a:pt x="8929975" y="3570790"/>
                  <a:pt x="8929515" y="3570943"/>
                  <a:pt x="8929515" y="3570943"/>
                </a:cubicBezTo>
                <a:close/>
                <a:moveTo>
                  <a:pt x="6352582" y="3570945"/>
                </a:moveTo>
                <a:lnTo>
                  <a:pt x="6345519" y="3570945"/>
                </a:lnTo>
                <a:cubicBezTo>
                  <a:pt x="6345263" y="3570945"/>
                  <a:pt x="6344904" y="3570585"/>
                  <a:pt x="6344904" y="3570585"/>
                </a:cubicBezTo>
                <a:lnTo>
                  <a:pt x="6341373" y="3564445"/>
                </a:lnTo>
                <a:cubicBezTo>
                  <a:pt x="6341271" y="3564239"/>
                  <a:pt x="6341373" y="3563779"/>
                  <a:pt x="6341373" y="3563779"/>
                </a:cubicBezTo>
                <a:lnTo>
                  <a:pt x="6344904" y="3557639"/>
                </a:lnTo>
                <a:cubicBezTo>
                  <a:pt x="6345058" y="3557432"/>
                  <a:pt x="6345519" y="3557279"/>
                  <a:pt x="6345519" y="3557279"/>
                </a:cubicBezTo>
                <a:lnTo>
                  <a:pt x="6352582" y="3557279"/>
                </a:lnTo>
                <a:cubicBezTo>
                  <a:pt x="6352838" y="3557279"/>
                  <a:pt x="6353196" y="3557639"/>
                  <a:pt x="6353196" y="3557639"/>
                </a:cubicBezTo>
                <a:lnTo>
                  <a:pt x="6356728" y="3563779"/>
                </a:lnTo>
                <a:cubicBezTo>
                  <a:pt x="6356830" y="3563984"/>
                  <a:pt x="6356728" y="3564445"/>
                  <a:pt x="6356728" y="3564445"/>
                </a:cubicBezTo>
                <a:lnTo>
                  <a:pt x="6353196" y="3570585"/>
                </a:lnTo>
                <a:cubicBezTo>
                  <a:pt x="6353043" y="3570790"/>
                  <a:pt x="6352582" y="3570945"/>
                  <a:pt x="6352582" y="3570945"/>
                </a:cubicBezTo>
                <a:close/>
                <a:moveTo>
                  <a:pt x="4766683" y="3570952"/>
                </a:moveTo>
                <a:lnTo>
                  <a:pt x="4759621" y="3570952"/>
                </a:lnTo>
                <a:cubicBezTo>
                  <a:pt x="4759364" y="3570952"/>
                  <a:pt x="4759007" y="3570592"/>
                  <a:pt x="4759007" y="3570592"/>
                </a:cubicBezTo>
                <a:lnTo>
                  <a:pt x="4755475" y="3564450"/>
                </a:lnTo>
                <a:cubicBezTo>
                  <a:pt x="4755372" y="3564246"/>
                  <a:pt x="4755475" y="3563786"/>
                  <a:pt x="4755475" y="3563786"/>
                </a:cubicBezTo>
                <a:lnTo>
                  <a:pt x="4759007" y="3557644"/>
                </a:lnTo>
                <a:cubicBezTo>
                  <a:pt x="4759160" y="3557440"/>
                  <a:pt x="4759621" y="3557284"/>
                  <a:pt x="4759621" y="3557284"/>
                </a:cubicBezTo>
                <a:lnTo>
                  <a:pt x="4766683" y="3557284"/>
                </a:lnTo>
                <a:cubicBezTo>
                  <a:pt x="4766940" y="3557284"/>
                  <a:pt x="4767297" y="3557644"/>
                  <a:pt x="4767297" y="3557644"/>
                </a:cubicBezTo>
                <a:lnTo>
                  <a:pt x="4770829" y="3563786"/>
                </a:lnTo>
                <a:cubicBezTo>
                  <a:pt x="4770932" y="3563990"/>
                  <a:pt x="4770829" y="3564450"/>
                  <a:pt x="4770829" y="3564450"/>
                </a:cubicBezTo>
                <a:lnTo>
                  <a:pt x="4767297" y="3570592"/>
                </a:lnTo>
                <a:cubicBezTo>
                  <a:pt x="4767144" y="3570795"/>
                  <a:pt x="4766683" y="3570952"/>
                  <a:pt x="4766683" y="3570952"/>
                </a:cubicBezTo>
                <a:close/>
                <a:moveTo>
                  <a:pt x="6749031" y="3570954"/>
                </a:moveTo>
                <a:lnTo>
                  <a:pt x="6741967" y="3570954"/>
                </a:lnTo>
                <a:cubicBezTo>
                  <a:pt x="6741711" y="3570954"/>
                  <a:pt x="6741354" y="3570597"/>
                  <a:pt x="6741354" y="3570597"/>
                </a:cubicBezTo>
                <a:lnTo>
                  <a:pt x="6737823" y="3564455"/>
                </a:lnTo>
                <a:cubicBezTo>
                  <a:pt x="6737720" y="3564250"/>
                  <a:pt x="6737823" y="3563790"/>
                  <a:pt x="6737823" y="3563790"/>
                </a:cubicBezTo>
                <a:lnTo>
                  <a:pt x="6741354" y="3557649"/>
                </a:lnTo>
                <a:cubicBezTo>
                  <a:pt x="6741508" y="3557442"/>
                  <a:pt x="6741967" y="3557290"/>
                  <a:pt x="6741967" y="3557290"/>
                </a:cubicBezTo>
                <a:lnTo>
                  <a:pt x="6749031" y="3557290"/>
                </a:lnTo>
                <a:cubicBezTo>
                  <a:pt x="6749287" y="3557290"/>
                  <a:pt x="6749646" y="3557649"/>
                  <a:pt x="6749646" y="3557649"/>
                </a:cubicBezTo>
                <a:lnTo>
                  <a:pt x="6753177" y="3563790"/>
                </a:lnTo>
                <a:cubicBezTo>
                  <a:pt x="6753279" y="3563995"/>
                  <a:pt x="6753177" y="3564455"/>
                  <a:pt x="6753177" y="3564455"/>
                </a:cubicBezTo>
                <a:lnTo>
                  <a:pt x="6749646" y="3570597"/>
                </a:lnTo>
                <a:cubicBezTo>
                  <a:pt x="6749491" y="3570800"/>
                  <a:pt x="6749031" y="3570954"/>
                  <a:pt x="6749031" y="3570954"/>
                </a:cubicBezTo>
                <a:close/>
                <a:moveTo>
                  <a:pt x="8136575" y="3570956"/>
                </a:moveTo>
                <a:lnTo>
                  <a:pt x="8129511" y="3570956"/>
                </a:lnTo>
                <a:cubicBezTo>
                  <a:pt x="8129257" y="3570956"/>
                  <a:pt x="8128897" y="3570597"/>
                  <a:pt x="8128897" y="3570597"/>
                </a:cubicBezTo>
                <a:lnTo>
                  <a:pt x="8125367" y="3564455"/>
                </a:lnTo>
                <a:cubicBezTo>
                  <a:pt x="8125265" y="3564251"/>
                  <a:pt x="8125367" y="3563790"/>
                  <a:pt x="8125367" y="3563790"/>
                </a:cubicBezTo>
                <a:lnTo>
                  <a:pt x="8128897" y="3557649"/>
                </a:lnTo>
                <a:cubicBezTo>
                  <a:pt x="8129052" y="3557443"/>
                  <a:pt x="8129511" y="3557290"/>
                  <a:pt x="8129511" y="3557290"/>
                </a:cubicBezTo>
                <a:lnTo>
                  <a:pt x="8136575" y="3557290"/>
                </a:lnTo>
                <a:cubicBezTo>
                  <a:pt x="8136832" y="3557290"/>
                  <a:pt x="8137190" y="3557649"/>
                  <a:pt x="8137190" y="3557649"/>
                </a:cubicBezTo>
                <a:lnTo>
                  <a:pt x="8140722" y="3563790"/>
                </a:lnTo>
                <a:cubicBezTo>
                  <a:pt x="8140824" y="3563995"/>
                  <a:pt x="8140722" y="3564455"/>
                  <a:pt x="8140722" y="3564455"/>
                </a:cubicBezTo>
                <a:lnTo>
                  <a:pt x="8137190" y="3570597"/>
                </a:lnTo>
                <a:cubicBezTo>
                  <a:pt x="8137036" y="3570800"/>
                  <a:pt x="8136575" y="3570956"/>
                  <a:pt x="8136575" y="3570956"/>
                </a:cubicBezTo>
                <a:close/>
                <a:moveTo>
                  <a:pt x="5559633" y="3570961"/>
                </a:moveTo>
                <a:lnTo>
                  <a:pt x="5552569" y="3570961"/>
                </a:lnTo>
                <a:cubicBezTo>
                  <a:pt x="5552314" y="3570961"/>
                  <a:pt x="5551956" y="3570603"/>
                  <a:pt x="5551956" y="3570603"/>
                </a:cubicBezTo>
                <a:lnTo>
                  <a:pt x="5548424" y="3564462"/>
                </a:lnTo>
                <a:cubicBezTo>
                  <a:pt x="5548322" y="3564258"/>
                  <a:pt x="5548424" y="3563797"/>
                  <a:pt x="5548424" y="3563797"/>
                </a:cubicBezTo>
                <a:lnTo>
                  <a:pt x="5551956" y="3557654"/>
                </a:lnTo>
                <a:cubicBezTo>
                  <a:pt x="5552109" y="3557450"/>
                  <a:pt x="5552569" y="3557296"/>
                  <a:pt x="5552569" y="3557296"/>
                </a:cubicBezTo>
                <a:lnTo>
                  <a:pt x="5559633" y="3557296"/>
                </a:lnTo>
                <a:cubicBezTo>
                  <a:pt x="5559889" y="3557296"/>
                  <a:pt x="5560246" y="3557654"/>
                  <a:pt x="5560246" y="3557654"/>
                </a:cubicBezTo>
                <a:lnTo>
                  <a:pt x="5563779" y="3563797"/>
                </a:lnTo>
                <a:cubicBezTo>
                  <a:pt x="5563881" y="3564002"/>
                  <a:pt x="5563779" y="3564462"/>
                  <a:pt x="5563779" y="3564462"/>
                </a:cubicBezTo>
                <a:lnTo>
                  <a:pt x="5560246" y="3570603"/>
                </a:lnTo>
                <a:cubicBezTo>
                  <a:pt x="5560094" y="3570808"/>
                  <a:pt x="5559633" y="3570961"/>
                  <a:pt x="5559633" y="3570961"/>
                </a:cubicBezTo>
                <a:close/>
                <a:moveTo>
                  <a:pt x="7938307" y="3570962"/>
                </a:moveTo>
                <a:lnTo>
                  <a:pt x="7931244" y="3570962"/>
                </a:lnTo>
                <a:cubicBezTo>
                  <a:pt x="7930987" y="3570962"/>
                  <a:pt x="7930629" y="3570606"/>
                  <a:pt x="7930629" y="3570606"/>
                </a:cubicBezTo>
                <a:lnTo>
                  <a:pt x="7927098" y="3564463"/>
                </a:lnTo>
                <a:cubicBezTo>
                  <a:pt x="7926996" y="3564259"/>
                  <a:pt x="7927098" y="3563798"/>
                  <a:pt x="7927098" y="3563798"/>
                </a:cubicBezTo>
                <a:lnTo>
                  <a:pt x="7930629" y="3557657"/>
                </a:lnTo>
                <a:cubicBezTo>
                  <a:pt x="7930784" y="3557450"/>
                  <a:pt x="7931244" y="3557298"/>
                  <a:pt x="7931244" y="3557298"/>
                </a:cubicBezTo>
                <a:lnTo>
                  <a:pt x="7938307" y="3557298"/>
                </a:lnTo>
                <a:cubicBezTo>
                  <a:pt x="7938563" y="3557298"/>
                  <a:pt x="7938921" y="3557657"/>
                  <a:pt x="7938921" y="3557657"/>
                </a:cubicBezTo>
                <a:lnTo>
                  <a:pt x="7942453" y="3563798"/>
                </a:lnTo>
                <a:cubicBezTo>
                  <a:pt x="7942556" y="3564003"/>
                  <a:pt x="7942453" y="3564463"/>
                  <a:pt x="7942453" y="3564463"/>
                </a:cubicBezTo>
                <a:lnTo>
                  <a:pt x="7938921" y="3570606"/>
                </a:lnTo>
                <a:cubicBezTo>
                  <a:pt x="7938767" y="3570809"/>
                  <a:pt x="7938307" y="3570962"/>
                  <a:pt x="7938307" y="3570962"/>
                </a:cubicBezTo>
                <a:close/>
                <a:moveTo>
                  <a:pt x="2189611" y="3570966"/>
                </a:moveTo>
                <a:lnTo>
                  <a:pt x="2182548" y="3570966"/>
                </a:lnTo>
                <a:cubicBezTo>
                  <a:pt x="2182291" y="3570966"/>
                  <a:pt x="2181933" y="3570606"/>
                  <a:pt x="2181933" y="3570606"/>
                </a:cubicBezTo>
                <a:lnTo>
                  <a:pt x="2178401" y="3564465"/>
                </a:lnTo>
                <a:cubicBezTo>
                  <a:pt x="2178299" y="3564260"/>
                  <a:pt x="2178401" y="3563801"/>
                  <a:pt x="2178401" y="3563801"/>
                </a:cubicBezTo>
                <a:lnTo>
                  <a:pt x="2181933" y="3557659"/>
                </a:lnTo>
                <a:cubicBezTo>
                  <a:pt x="2182087" y="3557454"/>
                  <a:pt x="2182548" y="3557298"/>
                  <a:pt x="2182548" y="3557298"/>
                </a:cubicBezTo>
                <a:lnTo>
                  <a:pt x="2189611" y="3557298"/>
                </a:lnTo>
                <a:cubicBezTo>
                  <a:pt x="2189865" y="3557298"/>
                  <a:pt x="2190225" y="3557659"/>
                  <a:pt x="2190225" y="3557659"/>
                </a:cubicBezTo>
                <a:lnTo>
                  <a:pt x="2193757" y="3563801"/>
                </a:lnTo>
                <a:cubicBezTo>
                  <a:pt x="2193859" y="3564005"/>
                  <a:pt x="2193757" y="3564465"/>
                  <a:pt x="2193757" y="3564465"/>
                </a:cubicBezTo>
                <a:lnTo>
                  <a:pt x="2190225" y="3570606"/>
                </a:lnTo>
                <a:cubicBezTo>
                  <a:pt x="2190071" y="3570811"/>
                  <a:pt x="2189611" y="3570966"/>
                  <a:pt x="2189611" y="3570966"/>
                </a:cubicBezTo>
                <a:close/>
                <a:moveTo>
                  <a:pt x="3775459" y="3570969"/>
                </a:moveTo>
                <a:lnTo>
                  <a:pt x="3768396" y="3570969"/>
                </a:lnTo>
                <a:cubicBezTo>
                  <a:pt x="3768139" y="3570969"/>
                  <a:pt x="3767781" y="3570608"/>
                  <a:pt x="3767781" y="3570608"/>
                </a:cubicBezTo>
                <a:lnTo>
                  <a:pt x="3764249" y="3564468"/>
                </a:lnTo>
                <a:cubicBezTo>
                  <a:pt x="3764147" y="3564263"/>
                  <a:pt x="3764249" y="3563803"/>
                  <a:pt x="3764249" y="3563803"/>
                </a:cubicBezTo>
                <a:lnTo>
                  <a:pt x="3767781" y="3557660"/>
                </a:lnTo>
                <a:cubicBezTo>
                  <a:pt x="3767935" y="3557456"/>
                  <a:pt x="3768396" y="3557302"/>
                  <a:pt x="3768396" y="3557302"/>
                </a:cubicBezTo>
                <a:lnTo>
                  <a:pt x="3775459" y="3557302"/>
                </a:lnTo>
                <a:cubicBezTo>
                  <a:pt x="3775713" y="3557302"/>
                  <a:pt x="3776073" y="3557660"/>
                  <a:pt x="3776073" y="3557660"/>
                </a:cubicBezTo>
                <a:lnTo>
                  <a:pt x="3779604" y="3563803"/>
                </a:lnTo>
                <a:cubicBezTo>
                  <a:pt x="3779706" y="3564007"/>
                  <a:pt x="3779604" y="3564468"/>
                  <a:pt x="3779604" y="3564468"/>
                </a:cubicBezTo>
                <a:lnTo>
                  <a:pt x="3776073" y="3570608"/>
                </a:lnTo>
                <a:cubicBezTo>
                  <a:pt x="3775919" y="3570815"/>
                  <a:pt x="3775459" y="3570969"/>
                  <a:pt x="3775459" y="3570969"/>
                </a:cubicBezTo>
                <a:close/>
                <a:moveTo>
                  <a:pt x="6947256" y="3570969"/>
                </a:moveTo>
                <a:lnTo>
                  <a:pt x="6940193" y="3570969"/>
                </a:lnTo>
                <a:cubicBezTo>
                  <a:pt x="6939937" y="3570969"/>
                  <a:pt x="6939578" y="3570610"/>
                  <a:pt x="6939578" y="3570610"/>
                </a:cubicBezTo>
                <a:lnTo>
                  <a:pt x="6936048" y="3564471"/>
                </a:lnTo>
                <a:cubicBezTo>
                  <a:pt x="6935945" y="3564264"/>
                  <a:pt x="6936048" y="3563804"/>
                  <a:pt x="6936048" y="3563804"/>
                </a:cubicBezTo>
                <a:lnTo>
                  <a:pt x="6939578" y="3557662"/>
                </a:lnTo>
                <a:cubicBezTo>
                  <a:pt x="6939733" y="3557458"/>
                  <a:pt x="6940193" y="3557303"/>
                  <a:pt x="6940193" y="3557303"/>
                </a:cubicBezTo>
                <a:lnTo>
                  <a:pt x="6947256" y="3557303"/>
                </a:lnTo>
                <a:cubicBezTo>
                  <a:pt x="6947512" y="3557303"/>
                  <a:pt x="6947870" y="3557662"/>
                  <a:pt x="6947870" y="3557662"/>
                </a:cubicBezTo>
                <a:lnTo>
                  <a:pt x="6951402" y="3563804"/>
                </a:lnTo>
                <a:cubicBezTo>
                  <a:pt x="6951504" y="3564009"/>
                  <a:pt x="6951402" y="3564471"/>
                  <a:pt x="6951402" y="3564471"/>
                </a:cubicBezTo>
                <a:lnTo>
                  <a:pt x="6947870" y="3570610"/>
                </a:lnTo>
                <a:cubicBezTo>
                  <a:pt x="6947717" y="3570816"/>
                  <a:pt x="6947256" y="3570969"/>
                  <a:pt x="6947256" y="3570969"/>
                </a:cubicBezTo>
                <a:close/>
                <a:moveTo>
                  <a:pt x="2982559" y="3570972"/>
                </a:moveTo>
                <a:lnTo>
                  <a:pt x="2975496" y="3570972"/>
                </a:lnTo>
                <a:cubicBezTo>
                  <a:pt x="2975241" y="3570972"/>
                  <a:pt x="2974882" y="3570615"/>
                  <a:pt x="2974882" y="3570615"/>
                </a:cubicBezTo>
                <a:lnTo>
                  <a:pt x="2971351" y="3564473"/>
                </a:lnTo>
                <a:cubicBezTo>
                  <a:pt x="2971249" y="3564269"/>
                  <a:pt x="2971351" y="3563808"/>
                  <a:pt x="2971351" y="3563808"/>
                </a:cubicBezTo>
                <a:lnTo>
                  <a:pt x="2974882" y="3557667"/>
                </a:lnTo>
                <a:cubicBezTo>
                  <a:pt x="2975036" y="3557461"/>
                  <a:pt x="2975496" y="3557306"/>
                  <a:pt x="2975496" y="3557306"/>
                </a:cubicBezTo>
                <a:lnTo>
                  <a:pt x="2982559" y="3557306"/>
                </a:lnTo>
                <a:cubicBezTo>
                  <a:pt x="2982815" y="3557306"/>
                  <a:pt x="2983173" y="3557667"/>
                  <a:pt x="2983173" y="3557667"/>
                </a:cubicBezTo>
                <a:lnTo>
                  <a:pt x="2986706" y="3563808"/>
                </a:lnTo>
                <a:cubicBezTo>
                  <a:pt x="2986808" y="3564012"/>
                  <a:pt x="2986706" y="3564473"/>
                  <a:pt x="2986706" y="3564473"/>
                </a:cubicBezTo>
                <a:lnTo>
                  <a:pt x="2983173" y="3570615"/>
                </a:lnTo>
                <a:cubicBezTo>
                  <a:pt x="2983020" y="3570819"/>
                  <a:pt x="2982559" y="3570972"/>
                  <a:pt x="2982559" y="3570972"/>
                </a:cubicBezTo>
                <a:close/>
                <a:moveTo>
                  <a:pt x="6154307" y="3570977"/>
                </a:moveTo>
                <a:lnTo>
                  <a:pt x="6147243" y="3570977"/>
                </a:lnTo>
                <a:cubicBezTo>
                  <a:pt x="6146988" y="3570977"/>
                  <a:pt x="6146629" y="3570620"/>
                  <a:pt x="6146629" y="3570620"/>
                </a:cubicBezTo>
                <a:lnTo>
                  <a:pt x="6143098" y="3564478"/>
                </a:lnTo>
                <a:cubicBezTo>
                  <a:pt x="6142996" y="3564274"/>
                  <a:pt x="6143098" y="3563813"/>
                  <a:pt x="6143098" y="3563813"/>
                </a:cubicBezTo>
                <a:lnTo>
                  <a:pt x="6146629" y="3557673"/>
                </a:lnTo>
                <a:cubicBezTo>
                  <a:pt x="6146783" y="3557467"/>
                  <a:pt x="6147243" y="3557313"/>
                  <a:pt x="6147243" y="3557313"/>
                </a:cubicBezTo>
                <a:lnTo>
                  <a:pt x="6154307" y="3557313"/>
                </a:lnTo>
                <a:cubicBezTo>
                  <a:pt x="6154562" y="3557313"/>
                  <a:pt x="6154921" y="3557673"/>
                  <a:pt x="6154921" y="3557673"/>
                </a:cubicBezTo>
                <a:lnTo>
                  <a:pt x="6158453" y="3563813"/>
                </a:lnTo>
                <a:cubicBezTo>
                  <a:pt x="6158554" y="3564018"/>
                  <a:pt x="6158453" y="3564478"/>
                  <a:pt x="6158453" y="3564478"/>
                </a:cubicBezTo>
                <a:lnTo>
                  <a:pt x="6154921" y="3570620"/>
                </a:lnTo>
                <a:cubicBezTo>
                  <a:pt x="6154768" y="3570825"/>
                  <a:pt x="6154307" y="3570977"/>
                  <a:pt x="6154307" y="3570977"/>
                </a:cubicBezTo>
                <a:close/>
                <a:moveTo>
                  <a:pt x="9524250" y="3570977"/>
                </a:moveTo>
                <a:lnTo>
                  <a:pt x="9517186" y="3570977"/>
                </a:lnTo>
                <a:cubicBezTo>
                  <a:pt x="9516932" y="3570977"/>
                  <a:pt x="9516572" y="3570618"/>
                  <a:pt x="9516572" y="3570618"/>
                </a:cubicBezTo>
                <a:lnTo>
                  <a:pt x="9513042" y="3564477"/>
                </a:lnTo>
                <a:cubicBezTo>
                  <a:pt x="9512939" y="3564273"/>
                  <a:pt x="9513042" y="3563812"/>
                  <a:pt x="9513042" y="3563812"/>
                </a:cubicBezTo>
                <a:lnTo>
                  <a:pt x="9516572" y="3557670"/>
                </a:lnTo>
                <a:cubicBezTo>
                  <a:pt x="9516726" y="3557465"/>
                  <a:pt x="9517186" y="3557312"/>
                  <a:pt x="9517186" y="3557312"/>
                </a:cubicBezTo>
                <a:lnTo>
                  <a:pt x="9524250" y="3557312"/>
                </a:lnTo>
                <a:cubicBezTo>
                  <a:pt x="9524507" y="3557312"/>
                  <a:pt x="9524864" y="3557670"/>
                  <a:pt x="9524864" y="3557670"/>
                </a:cubicBezTo>
                <a:lnTo>
                  <a:pt x="9528397" y="3563812"/>
                </a:lnTo>
                <a:cubicBezTo>
                  <a:pt x="9528499" y="3564017"/>
                  <a:pt x="9528397" y="3564477"/>
                  <a:pt x="9528397" y="3564477"/>
                </a:cubicBezTo>
                <a:lnTo>
                  <a:pt x="9524864" y="3570618"/>
                </a:lnTo>
                <a:cubicBezTo>
                  <a:pt x="9524711" y="3570825"/>
                  <a:pt x="9524250" y="3570977"/>
                  <a:pt x="9524250" y="3570977"/>
                </a:cubicBezTo>
                <a:close/>
                <a:moveTo>
                  <a:pt x="9722530" y="3570979"/>
                </a:moveTo>
                <a:lnTo>
                  <a:pt x="9715467" y="3570979"/>
                </a:lnTo>
                <a:cubicBezTo>
                  <a:pt x="9715212" y="3570979"/>
                  <a:pt x="9714853" y="3570621"/>
                  <a:pt x="9714853" y="3570621"/>
                </a:cubicBezTo>
                <a:lnTo>
                  <a:pt x="9711322" y="3564479"/>
                </a:lnTo>
                <a:cubicBezTo>
                  <a:pt x="9711220" y="3564274"/>
                  <a:pt x="9711322" y="3563815"/>
                  <a:pt x="9711322" y="3563815"/>
                </a:cubicBezTo>
                <a:lnTo>
                  <a:pt x="9714853" y="3557673"/>
                </a:lnTo>
                <a:cubicBezTo>
                  <a:pt x="9715007" y="3557467"/>
                  <a:pt x="9715467" y="3557314"/>
                  <a:pt x="9715467" y="3557314"/>
                </a:cubicBezTo>
                <a:lnTo>
                  <a:pt x="9722530" y="3557314"/>
                </a:lnTo>
                <a:cubicBezTo>
                  <a:pt x="9722786" y="3557314"/>
                  <a:pt x="9723144" y="3557673"/>
                  <a:pt x="9723144" y="3557673"/>
                </a:cubicBezTo>
                <a:lnTo>
                  <a:pt x="9726677" y="3563815"/>
                </a:lnTo>
                <a:cubicBezTo>
                  <a:pt x="9726779" y="3564018"/>
                  <a:pt x="9726677" y="3564479"/>
                  <a:pt x="9726677" y="3564479"/>
                </a:cubicBezTo>
                <a:lnTo>
                  <a:pt x="9723144" y="3570621"/>
                </a:lnTo>
                <a:cubicBezTo>
                  <a:pt x="9722991" y="3570825"/>
                  <a:pt x="9722530" y="3570979"/>
                  <a:pt x="9722530" y="3570979"/>
                </a:cubicBezTo>
                <a:close/>
                <a:moveTo>
                  <a:pt x="3973734" y="3570984"/>
                </a:moveTo>
                <a:lnTo>
                  <a:pt x="3966671" y="3570984"/>
                </a:lnTo>
                <a:cubicBezTo>
                  <a:pt x="3966415" y="3570984"/>
                  <a:pt x="3966057" y="3570627"/>
                  <a:pt x="3966057" y="3570627"/>
                </a:cubicBezTo>
                <a:lnTo>
                  <a:pt x="3962525" y="3564486"/>
                </a:lnTo>
                <a:cubicBezTo>
                  <a:pt x="3962423" y="3564281"/>
                  <a:pt x="3962525" y="3563821"/>
                  <a:pt x="3962525" y="3563821"/>
                </a:cubicBezTo>
                <a:lnTo>
                  <a:pt x="3966057" y="3557679"/>
                </a:lnTo>
                <a:cubicBezTo>
                  <a:pt x="3966211" y="3557473"/>
                  <a:pt x="3966671" y="3557320"/>
                  <a:pt x="3966671" y="3557320"/>
                </a:cubicBezTo>
                <a:lnTo>
                  <a:pt x="3973734" y="3557320"/>
                </a:lnTo>
                <a:cubicBezTo>
                  <a:pt x="3973990" y="3557320"/>
                  <a:pt x="3974348" y="3557679"/>
                  <a:pt x="3974348" y="3557679"/>
                </a:cubicBezTo>
                <a:lnTo>
                  <a:pt x="3977880" y="3563821"/>
                </a:lnTo>
                <a:cubicBezTo>
                  <a:pt x="3977982" y="3564025"/>
                  <a:pt x="3977880" y="3564486"/>
                  <a:pt x="3977880" y="3564486"/>
                </a:cubicBezTo>
                <a:lnTo>
                  <a:pt x="3974348" y="3570627"/>
                </a:lnTo>
                <a:cubicBezTo>
                  <a:pt x="3974195" y="3570832"/>
                  <a:pt x="3973734" y="3570984"/>
                  <a:pt x="3973734" y="3570984"/>
                </a:cubicBezTo>
                <a:close/>
                <a:moveTo>
                  <a:pt x="4370183" y="3570984"/>
                </a:moveTo>
                <a:lnTo>
                  <a:pt x="4363121" y="3570984"/>
                </a:lnTo>
                <a:cubicBezTo>
                  <a:pt x="4362864" y="3570984"/>
                  <a:pt x="4362506" y="3570627"/>
                  <a:pt x="4362506" y="3570627"/>
                </a:cubicBezTo>
                <a:lnTo>
                  <a:pt x="4358975" y="3564485"/>
                </a:lnTo>
                <a:cubicBezTo>
                  <a:pt x="4358872" y="3564281"/>
                  <a:pt x="4358975" y="3563819"/>
                  <a:pt x="4358975" y="3563819"/>
                </a:cubicBezTo>
                <a:lnTo>
                  <a:pt x="4362506" y="3557678"/>
                </a:lnTo>
                <a:cubicBezTo>
                  <a:pt x="4362660" y="3557473"/>
                  <a:pt x="4363121" y="3557320"/>
                  <a:pt x="4363121" y="3557320"/>
                </a:cubicBezTo>
                <a:lnTo>
                  <a:pt x="4370183" y="3557320"/>
                </a:lnTo>
                <a:cubicBezTo>
                  <a:pt x="4370439" y="3557320"/>
                  <a:pt x="4370797" y="3557678"/>
                  <a:pt x="4370797" y="3557678"/>
                </a:cubicBezTo>
                <a:lnTo>
                  <a:pt x="4374329" y="3563819"/>
                </a:lnTo>
                <a:cubicBezTo>
                  <a:pt x="4374432" y="3564025"/>
                  <a:pt x="4374329" y="3564485"/>
                  <a:pt x="4374329" y="3564485"/>
                </a:cubicBezTo>
                <a:lnTo>
                  <a:pt x="4370797" y="3570627"/>
                </a:lnTo>
                <a:cubicBezTo>
                  <a:pt x="4370643" y="3570832"/>
                  <a:pt x="4370183" y="3570984"/>
                  <a:pt x="4370183" y="3570984"/>
                </a:cubicBezTo>
                <a:close/>
                <a:moveTo>
                  <a:pt x="9326050" y="3570990"/>
                </a:moveTo>
                <a:lnTo>
                  <a:pt x="9318987" y="3570990"/>
                </a:lnTo>
                <a:cubicBezTo>
                  <a:pt x="9318730" y="3570990"/>
                  <a:pt x="9318372" y="3570631"/>
                  <a:pt x="9318372" y="3570631"/>
                </a:cubicBezTo>
                <a:lnTo>
                  <a:pt x="9314840" y="3564489"/>
                </a:lnTo>
                <a:cubicBezTo>
                  <a:pt x="9314738" y="3564284"/>
                  <a:pt x="9314840" y="3563824"/>
                  <a:pt x="9314840" y="3563824"/>
                </a:cubicBezTo>
                <a:lnTo>
                  <a:pt x="9318372" y="3557683"/>
                </a:lnTo>
                <a:cubicBezTo>
                  <a:pt x="9318525" y="3557478"/>
                  <a:pt x="9318987" y="3557323"/>
                  <a:pt x="9318987" y="3557323"/>
                </a:cubicBezTo>
                <a:lnTo>
                  <a:pt x="9326050" y="3557323"/>
                </a:lnTo>
                <a:cubicBezTo>
                  <a:pt x="9326304" y="3557323"/>
                  <a:pt x="9326664" y="3557683"/>
                  <a:pt x="9326664" y="3557683"/>
                </a:cubicBezTo>
                <a:lnTo>
                  <a:pt x="9330196" y="3563824"/>
                </a:lnTo>
                <a:cubicBezTo>
                  <a:pt x="9330297" y="3564029"/>
                  <a:pt x="9330196" y="3564489"/>
                  <a:pt x="9330196" y="3564489"/>
                </a:cubicBezTo>
                <a:lnTo>
                  <a:pt x="9326664" y="3570631"/>
                </a:lnTo>
                <a:cubicBezTo>
                  <a:pt x="9326510" y="3570836"/>
                  <a:pt x="9326050" y="3570990"/>
                  <a:pt x="9326050" y="3570990"/>
                </a:cubicBezTo>
                <a:close/>
                <a:moveTo>
                  <a:pt x="10119000" y="3570991"/>
                </a:moveTo>
                <a:lnTo>
                  <a:pt x="10111937" y="3570991"/>
                </a:lnTo>
                <a:cubicBezTo>
                  <a:pt x="10111682" y="3570991"/>
                  <a:pt x="10111323" y="3570631"/>
                  <a:pt x="10111323" y="3570631"/>
                </a:cubicBezTo>
                <a:lnTo>
                  <a:pt x="10107792" y="3564491"/>
                </a:lnTo>
                <a:cubicBezTo>
                  <a:pt x="10107689" y="3564285"/>
                  <a:pt x="10107792" y="3563826"/>
                  <a:pt x="10107792" y="3563826"/>
                </a:cubicBezTo>
                <a:lnTo>
                  <a:pt x="10111323" y="3557683"/>
                </a:lnTo>
                <a:cubicBezTo>
                  <a:pt x="10111477" y="3557479"/>
                  <a:pt x="10111937" y="3557325"/>
                  <a:pt x="10111937" y="3557325"/>
                </a:cubicBezTo>
                <a:lnTo>
                  <a:pt x="10119000" y="3557325"/>
                </a:lnTo>
                <a:cubicBezTo>
                  <a:pt x="10119257" y="3557325"/>
                  <a:pt x="10119615" y="3557683"/>
                  <a:pt x="10119615" y="3557683"/>
                </a:cubicBezTo>
                <a:lnTo>
                  <a:pt x="10123146" y="3563826"/>
                </a:lnTo>
                <a:cubicBezTo>
                  <a:pt x="10123248" y="3564030"/>
                  <a:pt x="10123146" y="3564491"/>
                  <a:pt x="10123146" y="3564491"/>
                </a:cubicBezTo>
                <a:lnTo>
                  <a:pt x="10119615" y="3570631"/>
                </a:lnTo>
                <a:cubicBezTo>
                  <a:pt x="10119462" y="3570837"/>
                  <a:pt x="10119000" y="3570991"/>
                  <a:pt x="10119000" y="3570991"/>
                </a:cubicBezTo>
                <a:close/>
                <a:moveTo>
                  <a:pt x="9920778" y="3570992"/>
                </a:moveTo>
                <a:lnTo>
                  <a:pt x="9913717" y="3570992"/>
                </a:lnTo>
                <a:cubicBezTo>
                  <a:pt x="9913460" y="3570992"/>
                  <a:pt x="9913101" y="3570633"/>
                  <a:pt x="9913101" y="3570633"/>
                </a:cubicBezTo>
                <a:lnTo>
                  <a:pt x="9909572" y="3564492"/>
                </a:lnTo>
                <a:cubicBezTo>
                  <a:pt x="9909469" y="3564287"/>
                  <a:pt x="9909572" y="3563827"/>
                  <a:pt x="9909572" y="3563827"/>
                </a:cubicBezTo>
                <a:lnTo>
                  <a:pt x="9913101" y="3557685"/>
                </a:lnTo>
                <a:cubicBezTo>
                  <a:pt x="9913255" y="3557480"/>
                  <a:pt x="9913717" y="3557327"/>
                  <a:pt x="9913717" y="3557327"/>
                </a:cubicBezTo>
                <a:lnTo>
                  <a:pt x="9920778" y="3557327"/>
                </a:lnTo>
                <a:cubicBezTo>
                  <a:pt x="9921037" y="3557327"/>
                  <a:pt x="9921393" y="3557685"/>
                  <a:pt x="9921393" y="3557685"/>
                </a:cubicBezTo>
                <a:lnTo>
                  <a:pt x="9924925" y="3563827"/>
                </a:lnTo>
                <a:cubicBezTo>
                  <a:pt x="9925028" y="3564031"/>
                  <a:pt x="9924925" y="3564492"/>
                  <a:pt x="9924925" y="3564492"/>
                </a:cubicBezTo>
                <a:lnTo>
                  <a:pt x="9921393" y="3570633"/>
                </a:lnTo>
                <a:cubicBezTo>
                  <a:pt x="9921239" y="3570839"/>
                  <a:pt x="9920778" y="3570992"/>
                  <a:pt x="9920778" y="3570992"/>
                </a:cubicBezTo>
                <a:close/>
                <a:moveTo>
                  <a:pt x="8731339" y="3570993"/>
                </a:moveTo>
                <a:lnTo>
                  <a:pt x="8724276" y="3570993"/>
                </a:lnTo>
                <a:cubicBezTo>
                  <a:pt x="8724021" y="3570993"/>
                  <a:pt x="8723663" y="3570634"/>
                  <a:pt x="8723663" y="3570634"/>
                </a:cubicBezTo>
                <a:lnTo>
                  <a:pt x="8720131" y="3564493"/>
                </a:lnTo>
                <a:cubicBezTo>
                  <a:pt x="8720029" y="3564288"/>
                  <a:pt x="8720131" y="3563827"/>
                  <a:pt x="8720131" y="3563827"/>
                </a:cubicBezTo>
                <a:lnTo>
                  <a:pt x="8723663" y="3557687"/>
                </a:lnTo>
                <a:cubicBezTo>
                  <a:pt x="8723816" y="3557481"/>
                  <a:pt x="8724276" y="3557327"/>
                  <a:pt x="8724276" y="3557327"/>
                </a:cubicBezTo>
                <a:lnTo>
                  <a:pt x="8731339" y="3557327"/>
                </a:lnTo>
                <a:cubicBezTo>
                  <a:pt x="8731596" y="3557327"/>
                  <a:pt x="8731954" y="3557687"/>
                  <a:pt x="8731954" y="3557687"/>
                </a:cubicBezTo>
                <a:lnTo>
                  <a:pt x="8735487" y="3563827"/>
                </a:lnTo>
                <a:cubicBezTo>
                  <a:pt x="8735589" y="3564033"/>
                  <a:pt x="8735487" y="3564493"/>
                  <a:pt x="8735487" y="3564493"/>
                </a:cubicBezTo>
                <a:lnTo>
                  <a:pt x="8731954" y="3570634"/>
                </a:lnTo>
                <a:cubicBezTo>
                  <a:pt x="8731800" y="3570839"/>
                  <a:pt x="8731339" y="3570993"/>
                  <a:pt x="8731339" y="3570993"/>
                </a:cubicBezTo>
                <a:close/>
                <a:moveTo>
                  <a:pt x="5757857" y="3570996"/>
                </a:moveTo>
                <a:lnTo>
                  <a:pt x="5750795" y="3570996"/>
                </a:lnTo>
                <a:cubicBezTo>
                  <a:pt x="5750538" y="3570996"/>
                  <a:pt x="5750181" y="3570638"/>
                  <a:pt x="5750181" y="3570638"/>
                </a:cubicBezTo>
                <a:lnTo>
                  <a:pt x="5746649" y="3564496"/>
                </a:lnTo>
                <a:cubicBezTo>
                  <a:pt x="5746546" y="3564292"/>
                  <a:pt x="5746649" y="3563832"/>
                  <a:pt x="5746649" y="3563832"/>
                </a:cubicBezTo>
                <a:lnTo>
                  <a:pt x="5750181" y="3557690"/>
                </a:lnTo>
                <a:cubicBezTo>
                  <a:pt x="5750333" y="3557483"/>
                  <a:pt x="5750795" y="3557330"/>
                  <a:pt x="5750795" y="3557330"/>
                </a:cubicBezTo>
                <a:lnTo>
                  <a:pt x="5757857" y="3557330"/>
                </a:lnTo>
                <a:cubicBezTo>
                  <a:pt x="5758114" y="3557330"/>
                  <a:pt x="5758471" y="3557690"/>
                  <a:pt x="5758471" y="3557690"/>
                </a:cubicBezTo>
                <a:lnTo>
                  <a:pt x="5762003" y="3563832"/>
                </a:lnTo>
                <a:cubicBezTo>
                  <a:pt x="5762106" y="3564036"/>
                  <a:pt x="5762003" y="3564496"/>
                  <a:pt x="5762003" y="3564496"/>
                </a:cubicBezTo>
                <a:lnTo>
                  <a:pt x="5758471" y="3570638"/>
                </a:lnTo>
                <a:cubicBezTo>
                  <a:pt x="5758318" y="3570843"/>
                  <a:pt x="5757857" y="3570996"/>
                  <a:pt x="5757857" y="3570996"/>
                </a:cubicBezTo>
                <a:close/>
                <a:moveTo>
                  <a:pt x="6550807" y="3571001"/>
                </a:moveTo>
                <a:lnTo>
                  <a:pt x="6543744" y="3571001"/>
                </a:lnTo>
                <a:cubicBezTo>
                  <a:pt x="6543488" y="3571001"/>
                  <a:pt x="6543129" y="3570641"/>
                  <a:pt x="6543129" y="3570641"/>
                </a:cubicBezTo>
                <a:lnTo>
                  <a:pt x="6539598" y="3564500"/>
                </a:lnTo>
                <a:cubicBezTo>
                  <a:pt x="6539495" y="3564295"/>
                  <a:pt x="6539598" y="3563835"/>
                  <a:pt x="6539598" y="3563835"/>
                </a:cubicBezTo>
                <a:lnTo>
                  <a:pt x="6543129" y="3557693"/>
                </a:lnTo>
                <a:cubicBezTo>
                  <a:pt x="6543282" y="3557489"/>
                  <a:pt x="6543744" y="3557335"/>
                  <a:pt x="6543744" y="3557335"/>
                </a:cubicBezTo>
                <a:lnTo>
                  <a:pt x="6550807" y="3557335"/>
                </a:lnTo>
                <a:cubicBezTo>
                  <a:pt x="6551063" y="3557335"/>
                  <a:pt x="6551420" y="3557693"/>
                  <a:pt x="6551420" y="3557693"/>
                </a:cubicBezTo>
                <a:lnTo>
                  <a:pt x="6554953" y="3563835"/>
                </a:lnTo>
                <a:cubicBezTo>
                  <a:pt x="6555055" y="3564040"/>
                  <a:pt x="6554953" y="3564500"/>
                  <a:pt x="6554953" y="3564500"/>
                </a:cubicBezTo>
                <a:lnTo>
                  <a:pt x="6551420" y="3570641"/>
                </a:lnTo>
                <a:cubicBezTo>
                  <a:pt x="6551267" y="3570846"/>
                  <a:pt x="6550807" y="3571001"/>
                  <a:pt x="6550807" y="3571001"/>
                </a:cubicBezTo>
                <a:close/>
                <a:moveTo>
                  <a:pt x="7343716" y="3571001"/>
                </a:moveTo>
                <a:lnTo>
                  <a:pt x="7336652" y="3571001"/>
                </a:lnTo>
                <a:cubicBezTo>
                  <a:pt x="7336397" y="3571001"/>
                  <a:pt x="7336037" y="3570645"/>
                  <a:pt x="7336037" y="3570645"/>
                </a:cubicBezTo>
                <a:lnTo>
                  <a:pt x="7332506" y="3564502"/>
                </a:lnTo>
                <a:cubicBezTo>
                  <a:pt x="7332404" y="3564298"/>
                  <a:pt x="7332506" y="3563836"/>
                  <a:pt x="7332506" y="3563836"/>
                </a:cubicBezTo>
                <a:lnTo>
                  <a:pt x="7336037" y="3557696"/>
                </a:lnTo>
                <a:cubicBezTo>
                  <a:pt x="7336191" y="3557489"/>
                  <a:pt x="7336652" y="3557337"/>
                  <a:pt x="7336652" y="3557337"/>
                </a:cubicBezTo>
                <a:lnTo>
                  <a:pt x="7343716" y="3557337"/>
                </a:lnTo>
                <a:cubicBezTo>
                  <a:pt x="7343971" y="3557337"/>
                  <a:pt x="7344330" y="3557696"/>
                  <a:pt x="7344330" y="3557696"/>
                </a:cubicBezTo>
                <a:lnTo>
                  <a:pt x="7347861" y="3563836"/>
                </a:lnTo>
                <a:cubicBezTo>
                  <a:pt x="7347963" y="3564042"/>
                  <a:pt x="7347861" y="3564502"/>
                  <a:pt x="7347861" y="3564502"/>
                </a:cubicBezTo>
                <a:lnTo>
                  <a:pt x="7344330" y="3570645"/>
                </a:lnTo>
                <a:cubicBezTo>
                  <a:pt x="7344175" y="3570848"/>
                  <a:pt x="7343716" y="3571001"/>
                  <a:pt x="7343716" y="3571001"/>
                </a:cubicBezTo>
                <a:close/>
                <a:moveTo>
                  <a:pt x="3379008" y="3571006"/>
                </a:moveTo>
                <a:lnTo>
                  <a:pt x="3371947" y="3571006"/>
                </a:lnTo>
                <a:cubicBezTo>
                  <a:pt x="3371690" y="3571006"/>
                  <a:pt x="3371332" y="3570647"/>
                  <a:pt x="3371332" y="3570647"/>
                </a:cubicBezTo>
                <a:lnTo>
                  <a:pt x="3367800" y="3564507"/>
                </a:lnTo>
                <a:cubicBezTo>
                  <a:pt x="3367697" y="3564302"/>
                  <a:pt x="3367800" y="3563841"/>
                  <a:pt x="3367800" y="3563841"/>
                </a:cubicBezTo>
                <a:lnTo>
                  <a:pt x="3371332" y="3557698"/>
                </a:lnTo>
                <a:cubicBezTo>
                  <a:pt x="3371485" y="3557494"/>
                  <a:pt x="3371947" y="3557341"/>
                  <a:pt x="3371947" y="3557341"/>
                </a:cubicBezTo>
                <a:lnTo>
                  <a:pt x="3379008" y="3557341"/>
                </a:lnTo>
                <a:cubicBezTo>
                  <a:pt x="3379265" y="3557341"/>
                  <a:pt x="3379624" y="3557698"/>
                  <a:pt x="3379624" y="3557698"/>
                </a:cubicBezTo>
                <a:lnTo>
                  <a:pt x="3383155" y="3563841"/>
                </a:lnTo>
                <a:cubicBezTo>
                  <a:pt x="3383257" y="3564044"/>
                  <a:pt x="3383155" y="3564507"/>
                  <a:pt x="3383155" y="3564507"/>
                </a:cubicBezTo>
                <a:lnTo>
                  <a:pt x="3379624" y="3570647"/>
                </a:lnTo>
                <a:cubicBezTo>
                  <a:pt x="3379470" y="3570853"/>
                  <a:pt x="3379008" y="3571006"/>
                  <a:pt x="3379008" y="3571006"/>
                </a:cubicBezTo>
                <a:close/>
                <a:moveTo>
                  <a:pt x="5163134" y="3571010"/>
                </a:moveTo>
                <a:lnTo>
                  <a:pt x="5156070" y="3571010"/>
                </a:lnTo>
                <a:cubicBezTo>
                  <a:pt x="5155814" y="3571010"/>
                  <a:pt x="5155456" y="3570652"/>
                  <a:pt x="5155456" y="3570652"/>
                </a:cubicBezTo>
                <a:lnTo>
                  <a:pt x="5151924" y="3564511"/>
                </a:lnTo>
                <a:cubicBezTo>
                  <a:pt x="5151822" y="3564305"/>
                  <a:pt x="5151924" y="3563845"/>
                  <a:pt x="5151924" y="3563845"/>
                </a:cubicBezTo>
                <a:lnTo>
                  <a:pt x="5155456" y="3557704"/>
                </a:lnTo>
                <a:cubicBezTo>
                  <a:pt x="5155610" y="3557499"/>
                  <a:pt x="5156070" y="3557345"/>
                  <a:pt x="5156070" y="3557345"/>
                </a:cubicBezTo>
                <a:lnTo>
                  <a:pt x="5163134" y="3557345"/>
                </a:lnTo>
                <a:cubicBezTo>
                  <a:pt x="5163388" y="3557345"/>
                  <a:pt x="5163748" y="3557704"/>
                  <a:pt x="5163748" y="3557704"/>
                </a:cubicBezTo>
                <a:lnTo>
                  <a:pt x="5167279" y="3563845"/>
                </a:lnTo>
                <a:cubicBezTo>
                  <a:pt x="5167381" y="3564051"/>
                  <a:pt x="5167279" y="3564511"/>
                  <a:pt x="5167279" y="3564511"/>
                </a:cubicBezTo>
                <a:lnTo>
                  <a:pt x="5163748" y="3570652"/>
                </a:lnTo>
                <a:cubicBezTo>
                  <a:pt x="5163594" y="3570857"/>
                  <a:pt x="5163134" y="3571010"/>
                  <a:pt x="5163134" y="3571010"/>
                </a:cubicBezTo>
                <a:close/>
                <a:moveTo>
                  <a:pt x="4964909" y="3571012"/>
                </a:moveTo>
                <a:lnTo>
                  <a:pt x="4957846" y="3571012"/>
                </a:lnTo>
                <a:cubicBezTo>
                  <a:pt x="4957589" y="3571012"/>
                  <a:pt x="4957232" y="3570654"/>
                  <a:pt x="4957232" y="3570654"/>
                </a:cubicBezTo>
                <a:lnTo>
                  <a:pt x="4953699" y="3564512"/>
                </a:lnTo>
                <a:cubicBezTo>
                  <a:pt x="4953597" y="3564308"/>
                  <a:pt x="4953699" y="3563846"/>
                  <a:pt x="4953699" y="3563846"/>
                </a:cubicBezTo>
                <a:lnTo>
                  <a:pt x="4957232" y="3557704"/>
                </a:lnTo>
                <a:cubicBezTo>
                  <a:pt x="4957384" y="3557500"/>
                  <a:pt x="4957846" y="3557346"/>
                  <a:pt x="4957846" y="3557346"/>
                </a:cubicBezTo>
                <a:lnTo>
                  <a:pt x="4964909" y="3557346"/>
                </a:lnTo>
                <a:cubicBezTo>
                  <a:pt x="4965164" y="3557346"/>
                  <a:pt x="4965523" y="3557704"/>
                  <a:pt x="4965523" y="3557704"/>
                </a:cubicBezTo>
                <a:lnTo>
                  <a:pt x="4969054" y="3563846"/>
                </a:lnTo>
                <a:cubicBezTo>
                  <a:pt x="4969156" y="3564051"/>
                  <a:pt x="4969054" y="3564512"/>
                  <a:pt x="4969054" y="3564512"/>
                </a:cubicBezTo>
                <a:lnTo>
                  <a:pt x="4965523" y="3570654"/>
                </a:lnTo>
                <a:cubicBezTo>
                  <a:pt x="4965369" y="3570857"/>
                  <a:pt x="4964909" y="3571012"/>
                  <a:pt x="4964909" y="3571012"/>
                </a:cubicBezTo>
                <a:close/>
                <a:moveTo>
                  <a:pt x="3180784" y="3571014"/>
                </a:moveTo>
                <a:lnTo>
                  <a:pt x="3173721" y="3571014"/>
                </a:lnTo>
                <a:cubicBezTo>
                  <a:pt x="3173466" y="3571014"/>
                  <a:pt x="3173107" y="3570655"/>
                  <a:pt x="3173107" y="3570655"/>
                </a:cubicBezTo>
                <a:lnTo>
                  <a:pt x="3169576" y="3564514"/>
                </a:lnTo>
                <a:cubicBezTo>
                  <a:pt x="3169473" y="3564309"/>
                  <a:pt x="3169576" y="3563849"/>
                  <a:pt x="3169576" y="3563849"/>
                </a:cubicBezTo>
                <a:lnTo>
                  <a:pt x="3173107" y="3557707"/>
                </a:lnTo>
                <a:cubicBezTo>
                  <a:pt x="3173261" y="3557501"/>
                  <a:pt x="3173721" y="3557348"/>
                  <a:pt x="3173721" y="3557348"/>
                </a:cubicBezTo>
                <a:lnTo>
                  <a:pt x="3180784" y="3557348"/>
                </a:lnTo>
                <a:cubicBezTo>
                  <a:pt x="3181040" y="3557348"/>
                  <a:pt x="3181398" y="3557707"/>
                  <a:pt x="3181398" y="3557707"/>
                </a:cubicBezTo>
                <a:lnTo>
                  <a:pt x="3184931" y="3563849"/>
                </a:lnTo>
                <a:cubicBezTo>
                  <a:pt x="3185033" y="3564053"/>
                  <a:pt x="3184931" y="3564514"/>
                  <a:pt x="3184931" y="3564514"/>
                </a:cubicBezTo>
                <a:lnTo>
                  <a:pt x="3181398" y="3570655"/>
                </a:lnTo>
                <a:cubicBezTo>
                  <a:pt x="3181245" y="3570860"/>
                  <a:pt x="3180784" y="3571014"/>
                  <a:pt x="3180784" y="3571014"/>
                </a:cubicBezTo>
                <a:close/>
                <a:moveTo>
                  <a:pt x="10317270" y="3571014"/>
                </a:moveTo>
                <a:lnTo>
                  <a:pt x="10310208" y="3571014"/>
                </a:lnTo>
                <a:cubicBezTo>
                  <a:pt x="10309952" y="3571014"/>
                  <a:pt x="10309593" y="3570655"/>
                  <a:pt x="10309593" y="3570655"/>
                </a:cubicBezTo>
                <a:lnTo>
                  <a:pt x="10306062" y="3564513"/>
                </a:lnTo>
                <a:cubicBezTo>
                  <a:pt x="10305959" y="3564309"/>
                  <a:pt x="10306062" y="3563849"/>
                  <a:pt x="10306062" y="3563849"/>
                </a:cubicBezTo>
                <a:lnTo>
                  <a:pt x="10309593" y="3557706"/>
                </a:lnTo>
                <a:cubicBezTo>
                  <a:pt x="10309747" y="3557500"/>
                  <a:pt x="10310208" y="3557347"/>
                  <a:pt x="10310208" y="3557347"/>
                </a:cubicBezTo>
                <a:lnTo>
                  <a:pt x="10317270" y="3557347"/>
                </a:lnTo>
                <a:cubicBezTo>
                  <a:pt x="10317527" y="3557347"/>
                  <a:pt x="10317886" y="3557706"/>
                  <a:pt x="10317886" y="3557706"/>
                </a:cubicBezTo>
                <a:lnTo>
                  <a:pt x="10321417" y="3563849"/>
                </a:lnTo>
                <a:cubicBezTo>
                  <a:pt x="10321519" y="3564052"/>
                  <a:pt x="10321417" y="3564513"/>
                  <a:pt x="10321417" y="3564513"/>
                </a:cubicBezTo>
                <a:lnTo>
                  <a:pt x="10317886" y="3570655"/>
                </a:lnTo>
                <a:cubicBezTo>
                  <a:pt x="10317732" y="3570859"/>
                  <a:pt x="10317270" y="3571014"/>
                  <a:pt x="10317270" y="3571014"/>
                </a:cubicBezTo>
                <a:close/>
                <a:moveTo>
                  <a:pt x="8334925" y="3571015"/>
                </a:moveTo>
                <a:lnTo>
                  <a:pt x="8327862" y="3571015"/>
                </a:lnTo>
                <a:cubicBezTo>
                  <a:pt x="8327606" y="3571015"/>
                  <a:pt x="8327248" y="3570656"/>
                  <a:pt x="8327248" y="3570656"/>
                </a:cubicBezTo>
                <a:lnTo>
                  <a:pt x="8323716" y="3564515"/>
                </a:lnTo>
                <a:cubicBezTo>
                  <a:pt x="8323613" y="3564309"/>
                  <a:pt x="8323716" y="3563850"/>
                  <a:pt x="8323716" y="3563850"/>
                </a:cubicBezTo>
                <a:lnTo>
                  <a:pt x="8327248" y="3557707"/>
                </a:lnTo>
                <a:cubicBezTo>
                  <a:pt x="8327402" y="3557503"/>
                  <a:pt x="8327862" y="3557348"/>
                  <a:pt x="8327862" y="3557348"/>
                </a:cubicBezTo>
                <a:lnTo>
                  <a:pt x="8334925" y="3557348"/>
                </a:lnTo>
                <a:cubicBezTo>
                  <a:pt x="8335180" y="3557348"/>
                  <a:pt x="8335540" y="3557707"/>
                  <a:pt x="8335540" y="3557707"/>
                </a:cubicBezTo>
                <a:lnTo>
                  <a:pt x="8339071" y="3563850"/>
                </a:lnTo>
                <a:cubicBezTo>
                  <a:pt x="8339174" y="3564053"/>
                  <a:pt x="8339071" y="3564515"/>
                  <a:pt x="8339071" y="3564515"/>
                </a:cubicBezTo>
                <a:lnTo>
                  <a:pt x="8335540" y="3570656"/>
                </a:lnTo>
                <a:cubicBezTo>
                  <a:pt x="8335385" y="3570861"/>
                  <a:pt x="8334925" y="3571015"/>
                  <a:pt x="8334925" y="3571015"/>
                </a:cubicBezTo>
                <a:close/>
                <a:moveTo>
                  <a:pt x="11254" y="3734330"/>
                </a:moveTo>
                <a:lnTo>
                  <a:pt x="4192" y="3734330"/>
                </a:lnTo>
                <a:cubicBezTo>
                  <a:pt x="3935" y="3734330"/>
                  <a:pt x="3578" y="3733972"/>
                  <a:pt x="3578" y="3733972"/>
                </a:cubicBezTo>
                <a:lnTo>
                  <a:pt x="46" y="3727830"/>
                </a:lnTo>
                <a:cubicBezTo>
                  <a:pt x="-57" y="3727626"/>
                  <a:pt x="46" y="3727166"/>
                  <a:pt x="46" y="3727166"/>
                </a:cubicBezTo>
                <a:lnTo>
                  <a:pt x="3578" y="3721024"/>
                </a:lnTo>
                <a:cubicBezTo>
                  <a:pt x="3731" y="3720819"/>
                  <a:pt x="4192" y="3720665"/>
                  <a:pt x="4192" y="3720665"/>
                </a:cubicBezTo>
                <a:lnTo>
                  <a:pt x="11254" y="3720665"/>
                </a:lnTo>
                <a:cubicBezTo>
                  <a:pt x="11511" y="3720665"/>
                  <a:pt x="11868" y="3721024"/>
                  <a:pt x="11868" y="3721024"/>
                </a:cubicBezTo>
                <a:lnTo>
                  <a:pt x="15400" y="3727166"/>
                </a:lnTo>
                <a:cubicBezTo>
                  <a:pt x="15503" y="3727370"/>
                  <a:pt x="15400" y="3727830"/>
                  <a:pt x="15400" y="3727830"/>
                </a:cubicBezTo>
                <a:lnTo>
                  <a:pt x="11868" y="3733972"/>
                </a:lnTo>
                <a:cubicBezTo>
                  <a:pt x="11716" y="3734176"/>
                  <a:pt x="11254" y="3734330"/>
                  <a:pt x="11254" y="3734330"/>
                </a:cubicBezTo>
                <a:close/>
                <a:moveTo>
                  <a:pt x="209480" y="3734330"/>
                </a:moveTo>
                <a:lnTo>
                  <a:pt x="202416" y="3734330"/>
                </a:lnTo>
                <a:cubicBezTo>
                  <a:pt x="202160" y="3734330"/>
                  <a:pt x="201803" y="3733972"/>
                  <a:pt x="201803" y="3733972"/>
                </a:cubicBezTo>
                <a:lnTo>
                  <a:pt x="198270" y="3727830"/>
                </a:lnTo>
                <a:cubicBezTo>
                  <a:pt x="198168" y="3727626"/>
                  <a:pt x="198270" y="3727166"/>
                  <a:pt x="198270" y="3727166"/>
                </a:cubicBezTo>
                <a:lnTo>
                  <a:pt x="201803" y="3721024"/>
                </a:lnTo>
                <a:cubicBezTo>
                  <a:pt x="201955" y="3720819"/>
                  <a:pt x="202416" y="3720665"/>
                  <a:pt x="202416" y="3720665"/>
                </a:cubicBezTo>
                <a:lnTo>
                  <a:pt x="209480" y="3720665"/>
                </a:lnTo>
                <a:cubicBezTo>
                  <a:pt x="209735" y="3720665"/>
                  <a:pt x="210094" y="3721024"/>
                  <a:pt x="210094" y="3721024"/>
                </a:cubicBezTo>
                <a:lnTo>
                  <a:pt x="213625" y="3727166"/>
                </a:lnTo>
                <a:cubicBezTo>
                  <a:pt x="213727" y="3727370"/>
                  <a:pt x="213625" y="3727830"/>
                  <a:pt x="213625" y="3727830"/>
                </a:cubicBezTo>
                <a:lnTo>
                  <a:pt x="210094" y="3733972"/>
                </a:lnTo>
                <a:cubicBezTo>
                  <a:pt x="209940" y="3734176"/>
                  <a:pt x="209480" y="3734330"/>
                  <a:pt x="209480" y="3734330"/>
                </a:cubicBezTo>
                <a:close/>
                <a:moveTo>
                  <a:pt x="407754" y="3734330"/>
                </a:moveTo>
                <a:lnTo>
                  <a:pt x="400692" y="3734330"/>
                </a:lnTo>
                <a:cubicBezTo>
                  <a:pt x="400436" y="3734330"/>
                  <a:pt x="400078" y="3733972"/>
                  <a:pt x="400078" y="3733972"/>
                </a:cubicBezTo>
                <a:lnTo>
                  <a:pt x="396546" y="3727830"/>
                </a:lnTo>
                <a:cubicBezTo>
                  <a:pt x="396444" y="3727626"/>
                  <a:pt x="396546" y="3727166"/>
                  <a:pt x="396546" y="3727166"/>
                </a:cubicBezTo>
                <a:lnTo>
                  <a:pt x="400078" y="3721024"/>
                </a:lnTo>
                <a:cubicBezTo>
                  <a:pt x="400231" y="3720819"/>
                  <a:pt x="400692" y="3720665"/>
                  <a:pt x="400692" y="3720665"/>
                </a:cubicBezTo>
                <a:lnTo>
                  <a:pt x="407754" y="3720665"/>
                </a:lnTo>
                <a:cubicBezTo>
                  <a:pt x="408011" y="3720665"/>
                  <a:pt x="408369" y="3721024"/>
                  <a:pt x="408369" y="3721024"/>
                </a:cubicBezTo>
                <a:lnTo>
                  <a:pt x="411900" y="3727166"/>
                </a:lnTo>
                <a:cubicBezTo>
                  <a:pt x="412002" y="3727370"/>
                  <a:pt x="411900" y="3727830"/>
                  <a:pt x="411900" y="3727830"/>
                </a:cubicBezTo>
                <a:lnTo>
                  <a:pt x="408369" y="3733972"/>
                </a:lnTo>
                <a:cubicBezTo>
                  <a:pt x="408214" y="3734176"/>
                  <a:pt x="407754" y="3734330"/>
                  <a:pt x="407754" y="3734330"/>
                </a:cubicBezTo>
                <a:close/>
                <a:moveTo>
                  <a:pt x="605979" y="3734330"/>
                </a:moveTo>
                <a:lnTo>
                  <a:pt x="598916" y="3734330"/>
                </a:lnTo>
                <a:cubicBezTo>
                  <a:pt x="598661" y="3734330"/>
                  <a:pt x="598302" y="3733972"/>
                  <a:pt x="598302" y="3733972"/>
                </a:cubicBezTo>
                <a:lnTo>
                  <a:pt x="594770" y="3727830"/>
                </a:lnTo>
                <a:cubicBezTo>
                  <a:pt x="594668" y="3727626"/>
                  <a:pt x="594770" y="3727166"/>
                  <a:pt x="594770" y="3727166"/>
                </a:cubicBezTo>
                <a:lnTo>
                  <a:pt x="598302" y="3721024"/>
                </a:lnTo>
                <a:cubicBezTo>
                  <a:pt x="598455" y="3720819"/>
                  <a:pt x="598916" y="3720665"/>
                  <a:pt x="598916" y="3720665"/>
                </a:cubicBezTo>
                <a:lnTo>
                  <a:pt x="605979" y="3720665"/>
                </a:lnTo>
                <a:cubicBezTo>
                  <a:pt x="606235" y="3720665"/>
                  <a:pt x="606593" y="3721024"/>
                  <a:pt x="606593" y="3721024"/>
                </a:cubicBezTo>
                <a:lnTo>
                  <a:pt x="610125" y="3727166"/>
                </a:lnTo>
                <a:cubicBezTo>
                  <a:pt x="610227" y="3727370"/>
                  <a:pt x="610125" y="3727830"/>
                  <a:pt x="610125" y="3727830"/>
                </a:cubicBezTo>
                <a:lnTo>
                  <a:pt x="606593" y="3733972"/>
                </a:lnTo>
                <a:cubicBezTo>
                  <a:pt x="606440" y="3734176"/>
                  <a:pt x="605979" y="3734330"/>
                  <a:pt x="605979" y="3734330"/>
                </a:cubicBezTo>
                <a:close/>
                <a:moveTo>
                  <a:pt x="804204" y="3734330"/>
                </a:moveTo>
                <a:lnTo>
                  <a:pt x="797140" y="3734330"/>
                </a:lnTo>
                <a:cubicBezTo>
                  <a:pt x="796886" y="3734330"/>
                  <a:pt x="796526" y="3733972"/>
                  <a:pt x="796526" y="3733972"/>
                </a:cubicBezTo>
                <a:lnTo>
                  <a:pt x="792995" y="3727830"/>
                </a:lnTo>
                <a:cubicBezTo>
                  <a:pt x="792893" y="3727626"/>
                  <a:pt x="792995" y="3727166"/>
                  <a:pt x="792995" y="3727166"/>
                </a:cubicBezTo>
                <a:lnTo>
                  <a:pt x="796526" y="3721024"/>
                </a:lnTo>
                <a:cubicBezTo>
                  <a:pt x="796680" y="3720819"/>
                  <a:pt x="797140" y="3720665"/>
                  <a:pt x="797140" y="3720665"/>
                </a:cubicBezTo>
                <a:lnTo>
                  <a:pt x="804204" y="3720665"/>
                </a:lnTo>
                <a:cubicBezTo>
                  <a:pt x="804460" y="3720665"/>
                  <a:pt x="804818" y="3721024"/>
                  <a:pt x="804818" y="3721024"/>
                </a:cubicBezTo>
                <a:lnTo>
                  <a:pt x="808350" y="3727166"/>
                </a:lnTo>
                <a:cubicBezTo>
                  <a:pt x="808452" y="3727370"/>
                  <a:pt x="808350" y="3727830"/>
                  <a:pt x="808350" y="3727830"/>
                </a:cubicBezTo>
                <a:lnTo>
                  <a:pt x="804818" y="3733972"/>
                </a:lnTo>
                <a:cubicBezTo>
                  <a:pt x="804665" y="3734176"/>
                  <a:pt x="804204" y="3734330"/>
                  <a:pt x="804204" y="3734330"/>
                </a:cubicBezTo>
                <a:close/>
                <a:moveTo>
                  <a:pt x="1002428" y="3734330"/>
                </a:moveTo>
                <a:lnTo>
                  <a:pt x="995366" y="3734330"/>
                </a:lnTo>
                <a:cubicBezTo>
                  <a:pt x="995110" y="3734330"/>
                  <a:pt x="994752" y="3733972"/>
                  <a:pt x="994752" y="3733972"/>
                </a:cubicBezTo>
                <a:lnTo>
                  <a:pt x="991220" y="3727830"/>
                </a:lnTo>
                <a:cubicBezTo>
                  <a:pt x="991117" y="3727626"/>
                  <a:pt x="991220" y="3727166"/>
                  <a:pt x="991220" y="3727166"/>
                </a:cubicBezTo>
                <a:lnTo>
                  <a:pt x="994752" y="3721024"/>
                </a:lnTo>
                <a:cubicBezTo>
                  <a:pt x="994905" y="3720819"/>
                  <a:pt x="995366" y="3720665"/>
                  <a:pt x="995366" y="3720665"/>
                </a:cubicBezTo>
                <a:lnTo>
                  <a:pt x="1002428" y="3720665"/>
                </a:lnTo>
                <a:cubicBezTo>
                  <a:pt x="1002685" y="3720665"/>
                  <a:pt x="1003042" y="3721024"/>
                  <a:pt x="1003042" y="3721024"/>
                </a:cubicBezTo>
                <a:lnTo>
                  <a:pt x="1006574" y="3727166"/>
                </a:lnTo>
                <a:cubicBezTo>
                  <a:pt x="1006677" y="3727370"/>
                  <a:pt x="1006574" y="3727830"/>
                  <a:pt x="1006574" y="3727830"/>
                </a:cubicBezTo>
                <a:lnTo>
                  <a:pt x="1003042" y="3733972"/>
                </a:lnTo>
                <a:cubicBezTo>
                  <a:pt x="1002889" y="3734176"/>
                  <a:pt x="1002428" y="3734330"/>
                  <a:pt x="1002428" y="3734330"/>
                </a:cubicBezTo>
                <a:close/>
                <a:moveTo>
                  <a:pt x="1200704" y="3734330"/>
                </a:moveTo>
                <a:lnTo>
                  <a:pt x="1193642" y="3734330"/>
                </a:lnTo>
                <a:cubicBezTo>
                  <a:pt x="1193386" y="3734330"/>
                  <a:pt x="1193028" y="3733972"/>
                  <a:pt x="1193028" y="3733972"/>
                </a:cubicBezTo>
                <a:lnTo>
                  <a:pt x="1189495" y="3727830"/>
                </a:lnTo>
                <a:cubicBezTo>
                  <a:pt x="1189393" y="3727626"/>
                  <a:pt x="1189495" y="3727166"/>
                  <a:pt x="1189495" y="3727166"/>
                </a:cubicBezTo>
                <a:lnTo>
                  <a:pt x="1193028" y="3721024"/>
                </a:lnTo>
                <a:cubicBezTo>
                  <a:pt x="1193180" y="3720819"/>
                  <a:pt x="1193642" y="3720665"/>
                  <a:pt x="1193642" y="3720665"/>
                </a:cubicBezTo>
                <a:lnTo>
                  <a:pt x="1200704" y="3720665"/>
                </a:lnTo>
                <a:cubicBezTo>
                  <a:pt x="1200960" y="3720665"/>
                  <a:pt x="1201318" y="3721024"/>
                  <a:pt x="1201318" y="3721024"/>
                </a:cubicBezTo>
                <a:lnTo>
                  <a:pt x="1204850" y="3727166"/>
                </a:lnTo>
                <a:cubicBezTo>
                  <a:pt x="1204952" y="3727370"/>
                  <a:pt x="1204850" y="3727830"/>
                  <a:pt x="1204850" y="3727830"/>
                </a:cubicBezTo>
                <a:lnTo>
                  <a:pt x="1201318" y="3733972"/>
                </a:lnTo>
                <a:cubicBezTo>
                  <a:pt x="1201165" y="3734176"/>
                  <a:pt x="1200704" y="3734330"/>
                  <a:pt x="1200704" y="3734330"/>
                </a:cubicBezTo>
                <a:close/>
                <a:moveTo>
                  <a:pt x="1398928" y="3734330"/>
                </a:moveTo>
                <a:lnTo>
                  <a:pt x="1391866" y="3734330"/>
                </a:lnTo>
                <a:cubicBezTo>
                  <a:pt x="1391610" y="3734330"/>
                  <a:pt x="1391252" y="3733972"/>
                  <a:pt x="1391252" y="3733972"/>
                </a:cubicBezTo>
                <a:lnTo>
                  <a:pt x="1387720" y="3727830"/>
                </a:lnTo>
                <a:cubicBezTo>
                  <a:pt x="1387617" y="3727626"/>
                  <a:pt x="1387720" y="3727166"/>
                  <a:pt x="1387720" y="3727166"/>
                </a:cubicBezTo>
                <a:lnTo>
                  <a:pt x="1391252" y="3721024"/>
                </a:lnTo>
                <a:cubicBezTo>
                  <a:pt x="1391406" y="3720819"/>
                  <a:pt x="1391866" y="3720665"/>
                  <a:pt x="1391866" y="3720665"/>
                </a:cubicBezTo>
                <a:lnTo>
                  <a:pt x="1398928" y="3720665"/>
                </a:lnTo>
                <a:cubicBezTo>
                  <a:pt x="1399185" y="3720665"/>
                  <a:pt x="1399544" y="3721024"/>
                  <a:pt x="1399544" y="3721024"/>
                </a:cubicBezTo>
                <a:lnTo>
                  <a:pt x="1403074" y="3727166"/>
                </a:lnTo>
                <a:cubicBezTo>
                  <a:pt x="1403177" y="3727370"/>
                  <a:pt x="1403074" y="3727830"/>
                  <a:pt x="1403074" y="3727830"/>
                </a:cubicBezTo>
                <a:lnTo>
                  <a:pt x="1399544" y="3733972"/>
                </a:lnTo>
                <a:cubicBezTo>
                  <a:pt x="1399389" y="3734176"/>
                  <a:pt x="1398928" y="3734330"/>
                  <a:pt x="1398928" y="3734330"/>
                </a:cubicBezTo>
                <a:close/>
                <a:moveTo>
                  <a:pt x="1597154" y="3734330"/>
                </a:moveTo>
                <a:lnTo>
                  <a:pt x="1590090" y="3734330"/>
                </a:lnTo>
                <a:cubicBezTo>
                  <a:pt x="1589834" y="3734330"/>
                  <a:pt x="1589476" y="3733972"/>
                  <a:pt x="1589476" y="3733972"/>
                </a:cubicBezTo>
                <a:lnTo>
                  <a:pt x="1585944" y="3727830"/>
                </a:lnTo>
                <a:cubicBezTo>
                  <a:pt x="1585842" y="3727626"/>
                  <a:pt x="1585944" y="3727166"/>
                  <a:pt x="1585944" y="3727166"/>
                </a:cubicBezTo>
                <a:lnTo>
                  <a:pt x="1589476" y="3721024"/>
                </a:lnTo>
                <a:cubicBezTo>
                  <a:pt x="1589630" y="3720819"/>
                  <a:pt x="1590090" y="3720665"/>
                  <a:pt x="1590090" y="3720665"/>
                </a:cubicBezTo>
                <a:lnTo>
                  <a:pt x="1597154" y="3720665"/>
                </a:lnTo>
                <a:cubicBezTo>
                  <a:pt x="1597409" y="3720665"/>
                  <a:pt x="1597768" y="3721024"/>
                  <a:pt x="1597768" y="3721024"/>
                </a:cubicBezTo>
                <a:lnTo>
                  <a:pt x="1601298" y="3727166"/>
                </a:lnTo>
                <a:cubicBezTo>
                  <a:pt x="1601401" y="3727370"/>
                  <a:pt x="1601298" y="3727830"/>
                  <a:pt x="1601298" y="3727830"/>
                </a:cubicBezTo>
                <a:lnTo>
                  <a:pt x="1597768" y="3733972"/>
                </a:lnTo>
                <a:cubicBezTo>
                  <a:pt x="1597614" y="3734176"/>
                  <a:pt x="1597154" y="3734330"/>
                  <a:pt x="1597154" y="3734330"/>
                </a:cubicBezTo>
                <a:close/>
                <a:moveTo>
                  <a:pt x="1795378" y="3734330"/>
                </a:moveTo>
                <a:lnTo>
                  <a:pt x="1788315" y="3734330"/>
                </a:lnTo>
                <a:cubicBezTo>
                  <a:pt x="1788060" y="3734330"/>
                  <a:pt x="1787701" y="3733972"/>
                  <a:pt x="1787701" y="3733972"/>
                </a:cubicBezTo>
                <a:lnTo>
                  <a:pt x="1784170" y="3727830"/>
                </a:lnTo>
                <a:cubicBezTo>
                  <a:pt x="1784067" y="3727626"/>
                  <a:pt x="1784170" y="3727166"/>
                  <a:pt x="1784170" y="3727166"/>
                </a:cubicBezTo>
                <a:lnTo>
                  <a:pt x="1787701" y="3721024"/>
                </a:lnTo>
                <a:cubicBezTo>
                  <a:pt x="1787854" y="3720819"/>
                  <a:pt x="1788315" y="3720665"/>
                  <a:pt x="1788315" y="3720665"/>
                </a:cubicBezTo>
                <a:lnTo>
                  <a:pt x="1795378" y="3720665"/>
                </a:lnTo>
                <a:cubicBezTo>
                  <a:pt x="1795634" y="3720665"/>
                  <a:pt x="1795992" y="3721024"/>
                  <a:pt x="1795992" y="3721024"/>
                </a:cubicBezTo>
                <a:lnTo>
                  <a:pt x="1799524" y="3727166"/>
                </a:lnTo>
                <a:cubicBezTo>
                  <a:pt x="1799626" y="3727370"/>
                  <a:pt x="1799524" y="3727830"/>
                  <a:pt x="1799524" y="3727830"/>
                </a:cubicBezTo>
                <a:lnTo>
                  <a:pt x="1795992" y="3733972"/>
                </a:lnTo>
                <a:cubicBezTo>
                  <a:pt x="1795838" y="3734176"/>
                  <a:pt x="1795378" y="3734330"/>
                  <a:pt x="1795378" y="3734330"/>
                </a:cubicBezTo>
                <a:close/>
                <a:moveTo>
                  <a:pt x="1993654" y="3734330"/>
                </a:moveTo>
                <a:lnTo>
                  <a:pt x="1986590" y="3734330"/>
                </a:lnTo>
                <a:cubicBezTo>
                  <a:pt x="1986336" y="3734330"/>
                  <a:pt x="1985976" y="3733972"/>
                  <a:pt x="1985976" y="3733972"/>
                </a:cubicBezTo>
                <a:lnTo>
                  <a:pt x="1982445" y="3727830"/>
                </a:lnTo>
                <a:cubicBezTo>
                  <a:pt x="1982343" y="3727626"/>
                  <a:pt x="1982445" y="3727166"/>
                  <a:pt x="1982445" y="3727166"/>
                </a:cubicBezTo>
                <a:lnTo>
                  <a:pt x="1985976" y="3721024"/>
                </a:lnTo>
                <a:cubicBezTo>
                  <a:pt x="1986130" y="3720819"/>
                  <a:pt x="1986590" y="3720665"/>
                  <a:pt x="1986590" y="3720665"/>
                </a:cubicBezTo>
                <a:lnTo>
                  <a:pt x="1993654" y="3720665"/>
                </a:lnTo>
                <a:cubicBezTo>
                  <a:pt x="1993910" y="3720665"/>
                  <a:pt x="1994268" y="3721024"/>
                  <a:pt x="1994268" y="3721024"/>
                </a:cubicBezTo>
                <a:lnTo>
                  <a:pt x="1997800" y="3727166"/>
                </a:lnTo>
                <a:cubicBezTo>
                  <a:pt x="1997902" y="3727370"/>
                  <a:pt x="1997800" y="3727830"/>
                  <a:pt x="1997800" y="3727830"/>
                </a:cubicBezTo>
                <a:lnTo>
                  <a:pt x="1994268" y="3733972"/>
                </a:lnTo>
                <a:cubicBezTo>
                  <a:pt x="1994114" y="3734176"/>
                  <a:pt x="1993654" y="3734330"/>
                  <a:pt x="1993654" y="3734330"/>
                </a:cubicBezTo>
                <a:close/>
                <a:moveTo>
                  <a:pt x="5956083" y="3740035"/>
                </a:moveTo>
                <a:lnTo>
                  <a:pt x="5949019" y="3740035"/>
                </a:lnTo>
                <a:cubicBezTo>
                  <a:pt x="5948763" y="3740035"/>
                  <a:pt x="5948405" y="3739674"/>
                  <a:pt x="5948405" y="3739674"/>
                </a:cubicBezTo>
                <a:lnTo>
                  <a:pt x="5944873" y="3733536"/>
                </a:lnTo>
                <a:cubicBezTo>
                  <a:pt x="5944771" y="3733330"/>
                  <a:pt x="5944873" y="3732868"/>
                  <a:pt x="5944873" y="3732868"/>
                </a:cubicBezTo>
                <a:lnTo>
                  <a:pt x="5948405" y="3726723"/>
                </a:lnTo>
                <a:cubicBezTo>
                  <a:pt x="5948558" y="3726521"/>
                  <a:pt x="5949019" y="3726367"/>
                  <a:pt x="5949019" y="3726367"/>
                </a:cubicBezTo>
                <a:lnTo>
                  <a:pt x="5956083" y="3726367"/>
                </a:lnTo>
                <a:cubicBezTo>
                  <a:pt x="5956338" y="3726367"/>
                  <a:pt x="5956697" y="3726723"/>
                  <a:pt x="5956697" y="3726723"/>
                </a:cubicBezTo>
                <a:lnTo>
                  <a:pt x="5960227" y="3732868"/>
                </a:lnTo>
                <a:cubicBezTo>
                  <a:pt x="5960330" y="3733073"/>
                  <a:pt x="5960227" y="3733536"/>
                  <a:pt x="5960227" y="3733536"/>
                </a:cubicBezTo>
                <a:lnTo>
                  <a:pt x="5956697" y="3739674"/>
                </a:lnTo>
                <a:cubicBezTo>
                  <a:pt x="5956542" y="3739882"/>
                  <a:pt x="5956083" y="3740035"/>
                  <a:pt x="5956083" y="3740035"/>
                </a:cubicBezTo>
                <a:close/>
                <a:moveTo>
                  <a:pt x="6947256" y="3740038"/>
                </a:moveTo>
                <a:lnTo>
                  <a:pt x="6940193" y="3740038"/>
                </a:lnTo>
                <a:cubicBezTo>
                  <a:pt x="6939937" y="3740038"/>
                  <a:pt x="6939578" y="3739681"/>
                  <a:pt x="6939578" y="3739681"/>
                </a:cubicBezTo>
                <a:lnTo>
                  <a:pt x="6936048" y="3733538"/>
                </a:lnTo>
                <a:cubicBezTo>
                  <a:pt x="6935945" y="3733335"/>
                  <a:pt x="6936048" y="3732871"/>
                  <a:pt x="6936048" y="3732871"/>
                </a:cubicBezTo>
                <a:lnTo>
                  <a:pt x="6939578" y="3726729"/>
                </a:lnTo>
                <a:cubicBezTo>
                  <a:pt x="6939733" y="3726525"/>
                  <a:pt x="6940193" y="3726370"/>
                  <a:pt x="6940193" y="3726370"/>
                </a:cubicBezTo>
                <a:lnTo>
                  <a:pt x="6947256" y="3726370"/>
                </a:lnTo>
                <a:cubicBezTo>
                  <a:pt x="6947512" y="3726370"/>
                  <a:pt x="6947870" y="3726729"/>
                  <a:pt x="6947870" y="3726729"/>
                </a:cubicBezTo>
                <a:lnTo>
                  <a:pt x="6951402" y="3732871"/>
                </a:lnTo>
                <a:cubicBezTo>
                  <a:pt x="6951504" y="3733078"/>
                  <a:pt x="6951402" y="3733538"/>
                  <a:pt x="6951402" y="3733538"/>
                </a:cubicBezTo>
                <a:lnTo>
                  <a:pt x="6947870" y="3739681"/>
                </a:lnTo>
                <a:cubicBezTo>
                  <a:pt x="6947717" y="3739885"/>
                  <a:pt x="6947256" y="3740038"/>
                  <a:pt x="6947256" y="3740038"/>
                </a:cubicBezTo>
                <a:close/>
                <a:moveTo>
                  <a:pt x="8533012" y="3740038"/>
                </a:moveTo>
                <a:lnTo>
                  <a:pt x="8525949" y="3740038"/>
                </a:lnTo>
                <a:cubicBezTo>
                  <a:pt x="8525693" y="3740038"/>
                  <a:pt x="8525334" y="3739681"/>
                  <a:pt x="8525334" y="3739681"/>
                </a:cubicBezTo>
                <a:lnTo>
                  <a:pt x="8521803" y="3733538"/>
                </a:lnTo>
                <a:cubicBezTo>
                  <a:pt x="8521701" y="3733335"/>
                  <a:pt x="8521803" y="3732871"/>
                  <a:pt x="8521803" y="3732871"/>
                </a:cubicBezTo>
                <a:lnTo>
                  <a:pt x="8525334" y="3726729"/>
                </a:lnTo>
                <a:cubicBezTo>
                  <a:pt x="8525488" y="3726525"/>
                  <a:pt x="8525949" y="3726370"/>
                  <a:pt x="8525949" y="3726370"/>
                </a:cubicBezTo>
                <a:lnTo>
                  <a:pt x="8533012" y="3726370"/>
                </a:lnTo>
                <a:cubicBezTo>
                  <a:pt x="8533267" y="3726370"/>
                  <a:pt x="8533626" y="3726729"/>
                  <a:pt x="8533626" y="3726729"/>
                </a:cubicBezTo>
                <a:lnTo>
                  <a:pt x="8537158" y="3732871"/>
                </a:lnTo>
                <a:cubicBezTo>
                  <a:pt x="8537260" y="3733078"/>
                  <a:pt x="8537158" y="3733538"/>
                  <a:pt x="8537158" y="3733538"/>
                </a:cubicBezTo>
                <a:lnTo>
                  <a:pt x="8533626" y="3739681"/>
                </a:lnTo>
                <a:cubicBezTo>
                  <a:pt x="8533472" y="3739885"/>
                  <a:pt x="8533012" y="3740038"/>
                  <a:pt x="8533012" y="3740038"/>
                </a:cubicBezTo>
                <a:close/>
                <a:moveTo>
                  <a:pt x="4568408" y="3740043"/>
                </a:moveTo>
                <a:lnTo>
                  <a:pt x="4561345" y="3740043"/>
                </a:lnTo>
                <a:cubicBezTo>
                  <a:pt x="4561089" y="3740043"/>
                  <a:pt x="4560731" y="3739683"/>
                  <a:pt x="4560731" y="3739683"/>
                </a:cubicBezTo>
                <a:lnTo>
                  <a:pt x="4557199" y="3733540"/>
                </a:lnTo>
                <a:cubicBezTo>
                  <a:pt x="4557097" y="3733335"/>
                  <a:pt x="4557199" y="3732875"/>
                  <a:pt x="4557199" y="3732875"/>
                </a:cubicBezTo>
                <a:lnTo>
                  <a:pt x="4560731" y="3726730"/>
                </a:lnTo>
                <a:cubicBezTo>
                  <a:pt x="4560884" y="3726525"/>
                  <a:pt x="4561345" y="3726374"/>
                  <a:pt x="4561345" y="3726374"/>
                </a:cubicBezTo>
                <a:lnTo>
                  <a:pt x="4568408" y="3726374"/>
                </a:lnTo>
                <a:cubicBezTo>
                  <a:pt x="4568663" y="3726374"/>
                  <a:pt x="4569022" y="3726730"/>
                  <a:pt x="4569022" y="3726730"/>
                </a:cubicBezTo>
                <a:lnTo>
                  <a:pt x="4572554" y="3732875"/>
                </a:lnTo>
                <a:cubicBezTo>
                  <a:pt x="4572656" y="3733081"/>
                  <a:pt x="4572554" y="3733540"/>
                  <a:pt x="4572554" y="3733540"/>
                </a:cubicBezTo>
                <a:lnTo>
                  <a:pt x="4569022" y="3739683"/>
                </a:lnTo>
                <a:cubicBezTo>
                  <a:pt x="4568869" y="3739885"/>
                  <a:pt x="4568408" y="3740043"/>
                  <a:pt x="4568408" y="3740043"/>
                </a:cubicBezTo>
                <a:close/>
                <a:moveTo>
                  <a:pt x="5757857" y="3740044"/>
                </a:moveTo>
                <a:lnTo>
                  <a:pt x="5750795" y="3740044"/>
                </a:lnTo>
                <a:cubicBezTo>
                  <a:pt x="5750538" y="3740044"/>
                  <a:pt x="5750181" y="3739690"/>
                  <a:pt x="5750181" y="3739690"/>
                </a:cubicBezTo>
                <a:lnTo>
                  <a:pt x="5746649" y="3733544"/>
                </a:lnTo>
                <a:cubicBezTo>
                  <a:pt x="5746546" y="3733337"/>
                  <a:pt x="5746649" y="3732878"/>
                  <a:pt x="5746649" y="3732878"/>
                </a:cubicBezTo>
                <a:lnTo>
                  <a:pt x="5750181" y="3726736"/>
                </a:lnTo>
                <a:cubicBezTo>
                  <a:pt x="5750333" y="3726529"/>
                  <a:pt x="5750795" y="3726377"/>
                  <a:pt x="5750795" y="3726377"/>
                </a:cubicBezTo>
                <a:lnTo>
                  <a:pt x="5757857" y="3726377"/>
                </a:lnTo>
                <a:cubicBezTo>
                  <a:pt x="5758114" y="3726377"/>
                  <a:pt x="5758471" y="3726736"/>
                  <a:pt x="5758471" y="3726736"/>
                </a:cubicBezTo>
                <a:lnTo>
                  <a:pt x="5762003" y="3732878"/>
                </a:lnTo>
                <a:cubicBezTo>
                  <a:pt x="5762106" y="3733086"/>
                  <a:pt x="5762003" y="3733544"/>
                  <a:pt x="5762003" y="3733544"/>
                </a:cubicBezTo>
                <a:lnTo>
                  <a:pt x="5758471" y="3739690"/>
                </a:lnTo>
                <a:cubicBezTo>
                  <a:pt x="5758318" y="3739890"/>
                  <a:pt x="5757857" y="3740044"/>
                  <a:pt x="5757857" y="3740044"/>
                </a:cubicBezTo>
                <a:close/>
                <a:moveTo>
                  <a:pt x="4171959" y="3740051"/>
                </a:moveTo>
                <a:lnTo>
                  <a:pt x="4164896" y="3740051"/>
                </a:lnTo>
                <a:cubicBezTo>
                  <a:pt x="4164640" y="3740051"/>
                  <a:pt x="4164282" y="3739698"/>
                  <a:pt x="4164282" y="3739698"/>
                </a:cubicBezTo>
                <a:lnTo>
                  <a:pt x="4160751" y="3733554"/>
                </a:lnTo>
                <a:cubicBezTo>
                  <a:pt x="4160648" y="3733351"/>
                  <a:pt x="4160751" y="3732888"/>
                  <a:pt x="4160751" y="3732888"/>
                </a:cubicBezTo>
                <a:lnTo>
                  <a:pt x="4164282" y="3726745"/>
                </a:lnTo>
                <a:cubicBezTo>
                  <a:pt x="4164435" y="3726539"/>
                  <a:pt x="4164896" y="3726387"/>
                  <a:pt x="4164896" y="3726387"/>
                </a:cubicBezTo>
                <a:lnTo>
                  <a:pt x="4171959" y="3726387"/>
                </a:lnTo>
                <a:cubicBezTo>
                  <a:pt x="4172215" y="3726387"/>
                  <a:pt x="4172573" y="3726745"/>
                  <a:pt x="4172573" y="3726745"/>
                </a:cubicBezTo>
                <a:lnTo>
                  <a:pt x="4176105" y="3732888"/>
                </a:lnTo>
                <a:cubicBezTo>
                  <a:pt x="4176207" y="3733094"/>
                  <a:pt x="4176105" y="3733554"/>
                  <a:pt x="4176105" y="3733554"/>
                </a:cubicBezTo>
                <a:lnTo>
                  <a:pt x="4172573" y="3739698"/>
                </a:lnTo>
                <a:cubicBezTo>
                  <a:pt x="4172419" y="3739899"/>
                  <a:pt x="4171959" y="3740051"/>
                  <a:pt x="4171959" y="3740051"/>
                </a:cubicBezTo>
                <a:close/>
                <a:moveTo>
                  <a:pt x="10118917" y="3740051"/>
                </a:moveTo>
                <a:lnTo>
                  <a:pt x="10111855" y="3740051"/>
                </a:lnTo>
                <a:lnTo>
                  <a:pt x="10111851" y="3740051"/>
                </a:lnTo>
                <a:lnTo>
                  <a:pt x="10111850" y="3740051"/>
                </a:lnTo>
                <a:cubicBezTo>
                  <a:pt x="10111594" y="3740051"/>
                  <a:pt x="10111236" y="3739691"/>
                  <a:pt x="10111236" y="3739691"/>
                </a:cubicBezTo>
                <a:lnTo>
                  <a:pt x="10107704" y="3733552"/>
                </a:lnTo>
                <a:cubicBezTo>
                  <a:pt x="10107602" y="3733345"/>
                  <a:pt x="10107704" y="3732886"/>
                  <a:pt x="10107704" y="3732886"/>
                </a:cubicBezTo>
                <a:lnTo>
                  <a:pt x="10111236" y="3726740"/>
                </a:lnTo>
                <a:cubicBezTo>
                  <a:pt x="10111389" y="3726535"/>
                  <a:pt x="10111850" y="3726383"/>
                  <a:pt x="10111850" y="3726383"/>
                </a:cubicBezTo>
                <a:lnTo>
                  <a:pt x="10118913" y="3726383"/>
                </a:lnTo>
                <a:lnTo>
                  <a:pt x="10118917" y="3726387"/>
                </a:lnTo>
                <a:cubicBezTo>
                  <a:pt x="10119174" y="3726387"/>
                  <a:pt x="10119533" y="3726743"/>
                  <a:pt x="10119533" y="3726743"/>
                </a:cubicBezTo>
                <a:lnTo>
                  <a:pt x="10123063" y="3732888"/>
                </a:lnTo>
                <a:cubicBezTo>
                  <a:pt x="10123166" y="3733094"/>
                  <a:pt x="10123063" y="3733552"/>
                  <a:pt x="10123063" y="3733552"/>
                </a:cubicBezTo>
                <a:lnTo>
                  <a:pt x="10119533" y="3739692"/>
                </a:lnTo>
                <a:cubicBezTo>
                  <a:pt x="10119378" y="3739899"/>
                  <a:pt x="10118917" y="3740051"/>
                  <a:pt x="10118917" y="3740051"/>
                </a:cubicBezTo>
                <a:close/>
                <a:moveTo>
                  <a:pt x="7343584" y="3740055"/>
                </a:moveTo>
                <a:lnTo>
                  <a:pt x="7336520" y="3740055"/>
                </a:lnTo>
                <a:cubicBezTo>
                  <a:pt x="7336263" y="3740055"/>
                  <a:pt x="7335904" y="3739698"/>
                  <a:pt x="7335904" y="3739698"/>
                </a:cubicBezTo>
                <a:lnTo>
                  <a:pt x="7332372" y="3733554"/>
                </a:lnTo>
                <a:cubicBezTo>
                  <a:pt x="7332271" y="3733351"/>
                  <a:pt x="7332372" y="3732893"/>
                  <a:pt x="7332372" y="3732893"/>
                </a:cubicBezTo>
                <a:lnTo>
                  <a:pt x="7335904" y="3726747"/>
                </a:lnTo>
                <a:cubicBezTo>
                  <a:pt x="7336058" y="3726542"/>
                  <a:pt x="7336520" y="3726389"/>
                  <a:pt x="7336520" y="3726389"/>
                </a:cubicBezTo>
                <a:lnTo>
                  <a:pt x="7343584" y="3726389"/>
                </a:lnTo>
                <a:cubicBezTo>
                  <a:pt x="7343838" y="3726389"/>
                  <a:pt x="7344197" y="3726747"/>
                  <a:pt x="7344197" y="3726747"/>
                </a:cubicBezTo>
                <a:lnTo>
                  <a:pt x="7347730" y="3732893"/>
                </a:lnTo>
                <a:cubicBezTo>
                  <a:pt x="7347832" y="3733096"/>
                  <a:pt x="7347730" y="3733554"/>
                  <a:pt x="7347730" y="3733554"/>
                </a:cubicBezTo>
                <a:lnTo>
                  <a:pt x="7344197" y="3739698"/>
                </a:lnTo>
                <a:cubicBezTo>
                  <a:pt x="7344043" y="3739901"/>
                  <a:pt x="7343584" y="3740055"/>
                  <a:pt x="7343584" y="3740055"/>
                </a:cubicBezTo>
                <a:close/>
                <a:moveTo>
                  <a:pt x="3379008" y="3740061"/>
                </a:moveTo>
                <a:lnTo>
                  <a:pt x="3371947" y="3740061"/>
                </a:lnTo>
                <a:cubicBezTo>
                  <a:pt x="3371690" y="3740061"/>
                  <a:pt x="3371332" y="3739701"/>
                  <a:pt x="3371332" y="3739701"/>
                </a:cubicBezTo>
                <a:lnTo>
                  <a:pt x="3367800" y="3733560"/>
                </a:lnTo>
                <a:cubicBezTo>
                  <a:pt x="3367697" y="3733355"/>
                  <a:pt x="3367800" y="3732896"/>
                  <a:pt x="3367800" y="3732896"/>
                </a:cubicBezTo>
                <a:lnTo>
                  <a:pt x="3371332" y="3726751"/>
                </a:lnTo>
                <a:cubicBezTo>
                  <a:pt x="3371485" y="3726546"/>
                  <a:pt x="3371947" y="3726393"/>
                  <a:pt x="3371947" y="3726393"/>
                </a:cubicBezTo>
                <a:lnTo>
                  <a:pt x="3379008" y="3726393"/>
                </a:lnTo>
                <a:cubicBezTo>
                  <a:pt x="3379265" y="3726393"/>
                  <a:pt x="3379624" y="3726751"/>
                  <a:pt x="3379624" y="3726751"/>
                </a:cubicBezTo>
                <a:lnTo>
                  <a:pt x="3383155" y="3732896"/>
                </a:lnTo>
                <a:cubicBezTo>
                  <a:pt x="3383257" y="3733101"/>
                  <a:pt x="3383155" y="3733560"/>
                  <a:pt x="3383155" y="3733560"/>
                </a:cubicBezTo>
                <a:lnTo>
                  <a:pt x="3379624" y="3739701"/>
                </a:lnTo>
                <a:cubicBezTo>
                  <a:pt x="3379470" y="3739907"/>
                  <a:pt x="3379008" y="3740061"/>
                  <a:pt x="3379008" y="3740061"/>
                </a:cubicBezTo>
                <a:close/>
                <a:moveTo>
                  <a:pt x="5559633" y="3740061"/>
                </a:moveTo>
                <a:lnTo>
                  <a:pt x="5552569" y="3740061"/>
                </a:lnTo>
                <a:cubicBezTo>
                  <a:pt x="5552314" y="3740061"/>
                  <a:pt x="5551956" y="3739703"/>
                  <a:pt x="5551956" y="3739703"/>
                </a:cubicBezTo>
                <a:lnTo>
                  <a:pt x="5548424" y="3733560"/>
                </a:lnTo>
                <a:cubicBezTo>
                  <a:pt x="5548322" y="3733355"/>
                  <a:pt x="5548424" y="3732896"/>
                  <a:pt x="5548424" y="3732896"/>
                </a:cubicBezTo>
                <a:lnTo>
                  <a:pt x="5551956" y="3726753"/>
                </a:lnTo>
                <a:cubicBezTo>
                  <a:pt x="5552109" y="3726547"/>
                  <a:pt x="5552569" y="3726393"/>
                  <a:pt x="5552569" y="3726393"/>
                </a:cubicBezTo>
                <a:lnTo>
                  <a:pt x="5559633" y="3726393"/>
                </a:lnTo>
                <a:cubicBezTo>
                  <a:pt x="5559889" y="3726393"/>
                  <a:pt x="5560246" y="3726753"/>
                  <a:pt x="5560246" y="3726753"/>
                </a:cubicBezTo>
                <a:lnTo>
                  <a:pt x="5563779" y="3732896"/>
                </a:lnTo>
                <a:cubicBezTo>
                  <a:pt x="5563881" y="3733101"/>
                  <a:pt x="5563779" y="3733560"/>
                  <a:pt x="5563779" y="3733560"/>
                </a:cubicBezTo>
                <a:lnTo>
                  <a:pt x="5560246" y="3739703"/>
                </a:lnTo>
                <a:cubicBezTo>
                  <a:pt x="5560094" y="3739907"/>
                  <a:pt x="5559633" y="3740061"/>
                  <a:pt x="5559633" y="3740061"/>
                </a:cubicBezTo>
                <a:close/>
                <a:moveTo>
                  <a:pt x="6154307" y="3740061"/>
                </a:moveTo>
                <a:lnTo>
                  <a:pt x="6147243" y="3740061"/>
                </a:lnTo>
                <a:cubicBezTo>
                  <a:pt x="6146988" y="3740061"/>
                  <a:pt x="6146629" y="3739701"/>
                  <a:pt x="6146629" y="3739701"/>
                </a:cubicBezTo>
                <a:lnTo>
                  <a:pt x="6143098" y="3733560"/>
                </a:lnTo>
                <a:cubicBezTo>
                  <a:pt x="6142996" y="3733355"/>
                  <a:pt x="6143098" y="3732896"/>
                  <a:pt x="6143098" y="3732896"/>
                </a:cubicBezTo>
                <a:lnTo>
                  <a:pt x="6146629" y="3726751"/>
                </a:lnTo>
                <a:cubicBezTo>
                  <a:pt x="6146783" y="3726546"/>
                  <a:pt x="6147243" y="3726393"/>
                  <a:pt x="6147243" y="3726393"/>
                </a:cubicBezTo>
                <a:lnTo>
                  <a:pt x="6154307" y="3726393"/>
                </a:lnTo>
                <a:cubicBezTo>
                  <a:pt x="6154562" y="3726393"/>
                  <a:pt x="6154921" y="3726751"/>
                  <a:pt x="6154921" y="3726751"/>
                </a:cubicBezTo>
                <a:lnTo>
                  <a:pt x="6158453" y="3732896"/>
                </a:lnTo>
                <a:cubicBezTo>
                  <a:pt x="6158554" y="3733101"/>
                  <a:pt x="6158453" y="3733560"/>
                  <a:pt x="6158453" y="3733560"/>
                </a:cubicBezTo>
                <a:lnTo>
                  <a:pt x="6154921" y="3739701"/>
                </a:lnTo>
                <a:cubicBezTo>
                  <a:pt x="6154768" y="3739907"/>
                  <a:pt x="6154307" y="3740061"/>
                  <a:pt x="6154307" y="3740061"/>
                </a:cubicBezTo>
                <a:close/>
                <a:moveTo>
                  <a:pt x="3577234" y="3740069"/>
                </a:moveTo>
                <a:lnTo>
                  <a:pt x="3570172" y="3740069"/>
                </a:lnTo>
                <a:cubicBezTo>
                  <a:pt x="3569914" y="3740069"/>
                  <a:pt x="3569557" y="3739709"/>
                  <a:pt x="3569557" y="3739709"/>
                </a:cubicBezTo>
                <a:lnTo>
                  <a:pt x="3566024" y="3733568"/>
                </a:lnTo>
                <a:cubicBezTo>
                  <a:pt x="3565922" y="3733362"/>
                  <a:pt x="3566024" y="3732901"/>
                  <a:pt x="3566024" y="3732901"/>
                </a:cubicBezTo>
                <a:lnTo>
                  <a:pt x="3569557" y="3726758"/>
                </a:lnTo>
                <a:cubicBezTo>
                  <a:pt x="3569709" y="3726555"/>
                  <a:pt x="3570172" y="3726400"/>
                  <a:pt x="3570172" y="3726400"/>
                </a:cubicBezTo>
                <a:lnTo>
                  <a:pt x="3577234" y="3726400"/>
                </a:lnTo>
                <a:cubicBezTo>
                  <a:pt x="3577489" y="3726400"/>
                  <a:pt x="3577848" y="3726758"/>
                  <a:pt x="3577848" y="3726758"/>
                </a:cubicBezTo>
                <a:lnTo>
                  <a:pt x="3581379" y="3732901"/>
                </a:lnTo>
                <a:cubicBezTo>
                  <a:pt x="3581481" y="3733109"/>
                  <a:pt x="3581379" y="3733568"/>
                  <a:pt x="3581379" y="3733568"/>
                </a:cubicBezTo>
                <a:lnTo>
                  <a:pt x="3577848" y="3739709"/>
                </a:lnTo>
                <a:cubicBezTo>
                  <a:pt x="3577694" y="3739916"/>
                  <a:pt x="3577234" y="3740069"/>
                  <a:pt x="3577234" y="3740069"/>
                </a:cubicBezTo>
                <a:close/>
                <a:moveTo>
                  <a:pt x="7541849" y="3740069"/>
                </a:moveTo>
                <a:lnTo>
                  <a:pt x="7534786" y="3740069"/>
                </a:lnTo>
                <a:cubicBezTo>
                  <a:pt x="7534530" y="3740069"/>
                  <a:pt x="7534172" y="3739711"/>
                  <a:pt x="7534172" y="3739711"/>
                </a:cubicBezTo>
                <a:lnTo>
                  <a:pt x="7530640" y="3733568"/>
                </a:lnTo>
                <a:cubicBezTo>
                  <a:pt x="7530538" y="3733367"/>
                  <a:pt x="7530640" y="3732901"/>
                  <a:pt x="7530640" y="3732901"/>
                </a:cubicBezTo>
                <a:lnTo>
                  <a:pt x="7534172" y="3726760"/>
                </a:lnTo>
                <a:cubicBezTo>
                  <a:pt x="7534325" y="3726555"/>
                  <a:pt x="7534786" y="3726400"/>
                  <a:pt x="7534786" y="3726400"/>
                </a:cubicBezTo>
                <a:lnTo>
                  <a:pt x="7541849" y="3726400"/>
                </a:lnTo>
                <a:cubicBezTo>
                  <a:pt x="7542105" y="3726400"/>
                  <a:pt x="7542463" y="3726760"/>
                  <a:pt x="7542463" y="3726760"/>
                </a:cubicBezTo>
                <a:lnTo>
                  <a:pt x="7545997" y="3732901"/>
                </a:lnTo>
                <a:cubicBezTo>
                  <a:pt x="7546099" y="3733109"/>
                  <a:pt x="7545997" y="3733568"/>
                  <a:pt x="7545997" y="3733568"/>
                </a:cubicBezTo>
                <a:lnTo>
                  <a:pt x="7542463" y="3739711"/>
                </a:lnTo>
                <a:cubicBezTo>
                  <a:pt x="7542310" y="3739916"/>
                  <a:pt x="7541849" y="3740069"/>
                  <a:pt x="7541849" y="3740069"/>
                </a:cubicBezTo>
                <a:close/>
                <a:moveTo>
                  <a:pt x="10317224" y="3740069"/>
                </a:moveTo>
                <a:lnTo>
                  <a:pt x="10310161" y="3740069"/>
                </a:lnTo>
                <a:lnTo>
                  <a:pt x="10310159" y="3740069"/>
                </a:lnTo>
                <a:lnTo>
                  <a:pt x="10310108" y="3740069"/>
                </a:lnTo>
                <a:cubicBezTo>
                  <a:pt x="10309852" y="3740069"/>
                  <a:pt x="10309494" y="3739709"/>
                  <a:pt x="10309494" y="3739709"/>
                </a:cubicBezTo>
                <a:lnTo>
                  <a:pt x="10305963" y="3733568"/>
                </a:lnTo>
                <a:cubicBezTo>
                  <a:pt x="10305860" y="3733362"/>
                  <a:pt x="10305963" y="3732901"/>
                  <a:pt x="10305963" y="3732901"/>
                </a:cubicBezTo>
                <a:lnTo>
                  <a:pt x="10309494" y="3726758"/>
                </a:lnTo>
                <a:cubicBezTo>
                  <a:pt x="10309648" y="3726553"/>
                  <a:pt x="10310108" y="3726400"/>
                  <a:pt x="10310108" y="3726400"/>
                </a:cubicBezTo>
                <a:lnTo>
                  <a:pt x="10317170" y="3726400"/>
                </a:lnTo>
                <a:lnTo>
                  <a:pt x="10317172" y="3726400"/>
                </a:lnTo>
                <a:lnTo>
                  <a:pt x="10317224" y="3726400"/>
                </a:lnTo>
                <a:cubicBezTo>
                  <a:pt x="10317479" y="3726400"/>
                  <a:pt x="10317837" y="3726758"/>
                  <a:pt x="10317837" y="3726758"/>
                </a:cubicBezTo>
                <a:lnTo>
                  <a:pt x="10321369" y="3732901"/>
                </a:lnTo>
                <a:cubicBezTo>
                  <a:pt x="10321471" y="3733109"/>
                  <a:pt x="10321369" y="3733568"/>
                  <a:pt x="10321369" y="3733568"/>
                </a:cubicBezTo>
                <a:lnTo>
                  <a:pt x="10317837" y="3739709"/>
                </a:lnTo>
                <a:cubicBezTo>
                  <a:pt x="10317684" y="3739916"/>
                  <a:pt x="10317224" y="3740069"/>
                  <a:pt x="10317224" y="3740069"/>
                </a:cubicBezTo>
                <a:close/>
                <a:moveTo>
                  <a:pt x="4370183" y="3740076"/>
                </a:moveTo>
                <a:lnTo>
                  <a:pt x="4363121" y="3740076"/>
                </a:lnTo>
                <a:cubicBezTo>
                  <a:pt x="4362864" y="3740076"/>
                  <a:pt x="4362506" y="3739714"/>
                  <a:pt x="4362506" y="3739714"/>
                </a:cubicBezTo>
                <a:lnTo>
                  <a:pt x="4358975" y="3733574"/>
                </a:lnTo>
                <a:cubicBezTo>
                  <a:pt x="4358872" y="3733367"/>
                  <a:pt x="4358975" y="3732910"/>
                  <a:pt x="4358975" y="3732910"/>
                </a:cubicBezTo>
                <a:lnTo>
                  <a:pt x="4362506" y="3726764"/>
                </a:lnTo>
                <a:cubicBezTo>
                  <a:pt x="4362660" y="3726560"/>
                  <a:pt x="4363121" y="3726407"/>
                  <a:pt x="4363121" y="3726407"/>
                </a:cubicBezTo>
                <a:lnTo>
                  <a:pt x="4370183" y="3726407"/>
                </a:lnTo>
                <a:cubicBezTo>
                  <a:pt x="4370439" y="3726407"/>
                  <a:pt x="4370797" y="3726764"/>
                  <a:pt x="4370797" y="3726764"/>
                </a:cubicBezTo>
                <a:lnTo>
                  <a:pt x="4374329" y="3732910"/>
                </a:lnTo>
                <a:cubicBezTo>
                  <a:pt x="4374432" y="3733111"/>
                  <a:pt x="4374329" y="3733574"/>
                  <a:pt x="4374329" y="3733574"/>
                </a:cubicBezTo>
                <a:lnTo>
                  <a:pt x="4370797" y="3739714"/>
                </a:lnTo>
                <a:cubicBezTo>
                  <a:pt x="4370643" y="3739921"/>
                  <a:pt x="4370183" y="3740076"/>
                  <a:pt x="4370183" y="3740076"/>
                </a:cubicBezTo>
                <a:close/>
                <a:moveTo>
                  <a:pt x="7145400" y="3740076"/>
                </a:moveTo>
                <a:lnTo>
                  <a:pt x="7138338" y="3740076"/>
                </a:lnTo>
                <a:cubicBezTo>
                  <a:pt x="7138082" y="3740076"/>
                  <a:pt x="7137724" y="3739714"/>
                  <a:pt x="7137724" y="3739714"/>
                </a:cubicBezTo>
                <a:lnTo>
                  <a:pt x="7134193" y="3733576"/>
                </a:lnTo>
                <a:cubicBezTo>
                  <a:pt x="7134090" y="3733369"/>
                  <a:pt x="7134193" y="3732910"/>
                  <a:pt x="7134193" y="3732910"/>
                </a:cubicBezTo>
                <a:lnTo>
                  <a:pt x="7137724" y="3726766"/>
                </a:lnTo>
                <a:cubicBezTo>
                  <a:pt x="7137877" y="3726561"/>
                  <a:pt x="7138338" y="3726407"/>
                  <a:pt x="7138338" y="3726407"/>
                </a:cubicBezTo>
                <a:lnTo>
                  <a:pt x="7145400" y="3726407"/>
                </a:lnTo>
                <a:cubicBezTo>
                  <a:pt x="7145657" y="3726407"/>
                  <a:pt x="7146014" y="3726766"/>
                  <a:pt x="7146014" y="3726766"/>
                </a:cubicBezTo>
                <a:lnTo>
                  <a:pt x="7149545" y="3732910"/>
                </a:lnTo>
                <a:cubicBezTo>
                  <a:pt x="7149650" y="3733113"/>
                  <a:pt x="7149545" y="3733576"/>
                  <a:pt x="7149545" y="3733576"/>
                </a:cubicBezTo>
                <a:lnTo>
                  <a:pt x="7146014" y="3739714"/>
                </a:lnTo>
                <a:cubicBezTo>
                  <a:pt x="7145862" y="3739923"/>
                  <a:pt x="7145400" y="3740076"/>
                  <a:pt x="7145400" y="3740076"/>
                </a:cubicBezTo>
                <a:close/>
                <a:moveTo>
                  <a:pt x="7938335" y="3740077"/>
                </a:moveTo>
                <a:lnTo>
                  <a:pt x="7931272" y="3740077"/>
                </a:lnTo>
                <a:cubicBezTo>
                  <a:pt x="7931015" y="3740077"/>
                  <a:pt x="7930657" y="3739720"/>
                  <a:pt x="7930657" y="3739720"/>
                </a:cubicBezTo>
                <a:lnTo>
                  <a:pt x="7927126" y="3733578"/>
                </a:lnTo>
                <a:cubicBezTo>
                  <a:pt x="7927024" y="3733372"/>
                  <a:pt x="7927126" y="3732911"/>
                  <a:pt x="7927126" y="3732911"/>
                </a:cubicBezTo>
                <a:lnTo>
                  <a:pt x="7930657" y="3726768"/>
                </a:lnTo>
                <a:cubicBezTo>
                  <a:pt x="7930811" y="3726564"/>
                  <a:pt x="7931272" y="3726411"/>
                  <a:pt x="7931272" y="3726411"/>
                </a:cubicBezTo>
                <a:lnTo>
                  <a:pt x="7938335" y="3726411"/>
                </a:lnTo>
                <a:cubicBezTo>
                  <a:pt x="7938591" y="3726411"/>
                  <a:pt x="7938950" y="3726768"/>
                  <a:pt x="7938950" y="3726768"/>
                </a:cubicBezTo>
                <a:lnTo>
                  <a:pt x="7942480" y="3732911"/>
                </a:lnTo>
                <a:cubicBezTo>
                  <a:pt x="7942583" y="3733118"/>
                  <a:pt x="7942480" y="3733578"/>
                  <a:pt x="7942480" y="3733578"/>
                </a:cubicBezTo>
                <a:lnTo>
                  <a:pt x="7938950" y="3739720"/>
                </a:lnTo>
                <a:cubicBezTo>
                  <a:pt x="7938794" y="3739924"/>
                  <a:pt x="7938335" y="3740077"/>
                  <a:pt x="7938335" y="3740077"/>
                </a:cubicBezTo>
                <a:close/>
                <a:moveTo>
                  <a:pt x="6550807" y="3740080"/>
                </a:moveTo>
                <a:lnTo>
                  <a:pt x="6543744" y="3740080"/>
                </a:lnTo>
                <a:cubicBezTo>
                  <a:pt x="6543488" y="3740080"/>
                  <a:pt x="6543129" y="3739722"/>
                  <a:pt x="6543129" y="3739722"/>
                </a:cubicBezTo>
                <a:lnTo>
                  <a:pt x="6539598" y="3733578"/>
                </a:lnTo>
                <a:cubicBezTo>
                  <a:pt x="6539495" y="3733375"/>
                  <a:pt x="6539598" y="3732914"/>
                  <a:pt x="6539598" y="3732914"/>
                </a:cubicBezTo>
                <a:lnTo>
                  <a:pt x="6543129" y="3726772"/>
                </a:lnTo>
                <a:cubicBezTo>
                  <a:pt x="6543282" y="3726567"/>
                  <a:pt x="6543744" y="3726414"/>
                  <a:pt x="6543744" y="3726414"/>
                </a:cubicBezTo>
                <a:lnTo>
                  <a:pt x="6550807" y="3726414"/>
                </a:lnTo>
                <a:cubicBezTo>
                  <a:pt x="6551063" y="3726414"/>
                  <a:pt x="6551420" y="3726772"/>
                  <a:pt x="6551420" y="3726772"/>
                </a:cubicBezTo>
                <a:lnTo>
                  <a:pt x="6554953" y="3732914"/>
                </a:lnTo>
                <a:cubicBezTo>
                  <a:pt x="6555055" y="3733121"/>
                  <a:pt x="6554953" y="3733578"/>
                  <a:pt x="6554953" y="3733578"/>
                </a:cubicBezTo>
                <a:lnTo>
                  <a:pt x="6551420" y="3739722"/>
                </a:lnTo>
                <a:cubicBezTo>
                  <a:pt x="6551267" y="3739925"/>
                  <a:pt x="6550807" y="3740080"/>
                  <a:pt x="6550807" y="3740080"/>
                </a:cubicBezTo>
                <a:close/>
                <a:moveTo>
                  <a:pt x="5361358" y="3740083"/>
                </a:moveTo>
                <a:lnTo>
                  <a:pt x="5354295" y="3740083"/>
                </a:lnTo>
                <a:cubicBezTo>
                  <a:pt x="5354038" y="3740083"/>
                  <a:pt x="5353680" y="3739722"/>
                  <a:pt x="5353680" y="3739722"/>
                </a:cubicBezTo>
                <a:lnTo>
                  <a:pt x="5350149" y="3733581"/>
                </a:lnTo>
                <a:cubicBezTo>
                  <a:pt x="5350047" y="3733378"/>
                  <a:pt x="5350149" y="3732917"/>
                  <a:pt x="5350149" y="3732917"/>
                </a:cubicBezTo>
                <a:lnTo>
                  <a:pt x="5353680" y="3726775"/>
                </a:lnTo>
                <a:cubicBezTo>
                  <a:pt x="5353835" y="3726568"/>
                  <a:pt x="5354295" y="3726415"/>
                  <a:pt x="5354295" y="3726415"/>
                </a:cubicBezTo>
                <a:lnTo>
                  <a:pt x="5361358" y="3726415"/>
                </a:lnTo>
                <a:cubicBezTo>
                  <a:pt x="5361614" y="3726415"/>
                  <a:pt x="5361972" y="3726775"/>
                  <a:pt x="5361972" y="3726775"/>
                </a:cubicBezTo>
                <a:lnTo>
                  <a:pt x="5365503" y="3732917"/>
                </a:lnTo>
                <a:cubicBezTo>
                  <a:pt x="5365606" y="3733121"/>
                  <a:pt x="5365503" y="3733581"/>
                  <a:pt x="5365503" y="3733581"/>
                </a:cubicBezTo>
                <a:lnTo>
                  <a:pt x="5361972" y="3739722"/>
                </a:lnTo>
                <a:cubicBezTo>
                  <a:pt x="5361818" y="3739928"/>
                  <a:pt x="5361358" y="3740083"/>
                  <a:pt x="5361358" y="3740083"/>
                </a:cubicBezTo>
                <a:close/>
                <a:moveTo>
                  <a:pt x="8136631" y="3740083"/>
                </a:moveTo>
                <a:lnTo>
                  <a:pt x="8129567" y="3740083"/>
                </a:lnTo>
                <a:cubicBezTo>
                  <a:pt x="8129311" y="3740083"/>
                  <a:pt x="8128953" y="3739726"/>
                  <a:pt x="8128953" y="3739726"/>
                </a:cubicBezTo>
                <a:lnTo>
                  <a:pt x="8125421" y="3733584"/>
                </a:lnTo>
                <a:cubicBezTo>
                  <a:pt x="8125319" y="3733378"/>
                  <a:pt x="8125421" y="3732918"/>
                  <a:pt x="8125421" y="3732918"/>
                </a:cubicBezTo>
                <a:lnTo>
                  <a:pt x="8128953" y="3726775"/>
                </a:lnTo>
                <a:cubicBezTo>
                  <a:pt x="8129106" y="3726571"/>
                  <a:pt x="8129567" y="3726416"/>
                  <a:pt x="8129567" y="3726416"/>
                </a:cubicBezTo>
                <a:lnTo>
                  <a:pt x="8136631" y="3726416"/>
                </a:lnTo>
                <a:cubicBezTo>
                  <a:pt x="8136887" y="3726416"/>
                  <a:pt x="8137245" y="3726775"/>
                  <a:pt x="8137245" y="3726775"/>
                </a:cubicBezTo>
                <a:lnTo>
                  <a:pt x="8140777" y="3732918"/>
                </a:lnTo>
                <a:cubicBezTo>
                  <a:pt x="8140879" y="3733122"/>
                  <a:pt x="8140777" y="3733584"/>
                  <a:pt x="8140777" y="3733584"/>
                </a:cubicBezTo>
                <a:lnTo>
                  <a:pt x="8137245" y="3739726"/>
                </a:lnTo>
                <a:cubicBezTo>
                  <a:pt x="8137091" y="3739931"/>
                  <a:pt x="8136631" y="3740083"/>
                  <a:pt x="8136631" y="3740083"/>
                </a:cubicBezTo>
                <a:close/>
                <a:moveTo>
                  <a:pt x="6352582" y="3740085"/>
                </a:moveTo>
                <a:lnTo>
                  <a:pt x="6345519" y="3740085"/>
                </a:lnTo>
                <a:cubicBezTo>
                  <a:pt x="6345263" y="3740085"/>
                  <a:pt x="6344904" y="3739728"/>
                  <a:pt x="6344904" y="3739728"/>
                </a:cubicBezTo>
                <a:lnTo>
                  <a:pt x="6341373" y="3733588"/>
                </a:lnTo>
                <a:cubicBezTo>
                  <a:pt x="6341271" y="3733382"/>
                  <a:pt x="6341373" y="3732920"/>
                  <a:pt x="6341373" y="3732920"/>
                </a:cubicBezTo>
                <a:lnTo>
                  <a:pt x="6344904" y="3726778"/>
                </a:lnTo>
                <a:cubicBezTo>
                  <a:pt x="6345058" y="3726574"/>
                  <a:pt x="6345519" y="3726419"/>
                  <a:pt x="6345519" y="3726419"/>
                </a:cubicBezTo>
                <a:lnTo>
                  <a:pt x="6352582" y="3726419"/>
                </a:lnTo>
                <a:cubicBezTo>
                  <a:pt x="6352838" y="3726419"/>
                  <a:pt x="6353196" y="3726778"/>
                  <a:pt x="6353196" y="3726778"/>
                </a:cubicBezTo>
                <a:lnTo>
                  <a:pt x="6356728" y="3732920"/>
                </a:lnTo>
                <a:cubicBezTo>
                  <a:pt x="6356830" y="3733126"/>
                  <a:pt x="6356728" y="3733588"/>
                  <a:pt x="6356728" y="3733588"/>
                </a:cubicBezTo>
                <a:lnTo>
                  <a:pt x="6353196" y="3739728"/>
                </a:lnTo>
                <a:cubicBezTo>
                  <a:pt x="6353043" y="3739933"/>
                  <a:pt x="6352582" y="3740085"/>
                  <a:pt x="6352582" y="3740085"/>
                </a:cubicBezTo>
                <a:close/>
                <a:moveTo>
                  <a:pt x="7740125" y="3740087"/>
                </a:moveTo>
                <a:lnTo>
                  <a:pt x="7733063" y="3740087"/>
                </a:lnTo>
                <a:cubicBezTo>
                  <a:pt x="7732807" y="3740087"/>
                  <a:pt x="7732448" y="3739730"/>
                  <a:pt x="7732448" y="3739730"/>
                </a:cubicBezTo>
                <a:lnTo>
                  <a:pt x="7728917" y="3733588"/>
                </a:lnTo>
                <a:cubicBezTo>
                  <a:pt x="7728814" y="3733382"/>
                  <a:pt x="7728917" y="3732920"/>
                  <a:pt x="7728917" y="3732920"/>
                </a:cubicBezTo>
                <a:lnTo>
                  <a:pt x="7732448" y="3726778"/>
                </a:lnTo>
                <a:cubicBezTo>
                  <a:pt x="7732601" y="3726574"/>
                  <a:pt x="7733063" y="3726422"/>
                  <a:pt x="7733063" y="3726422"/>
                </a:cubicBezTo>
                <a:lnTo>
                  <a:pt x="7740125" y="3726422"/>
                </a:lnTo>
                <a:cubicBezTo>
                  <a:pt x="7740382" y="3726422"/>
                  <a:pt x="7740740" y="3726778"/>
                  <a:pt x="7740740" y="3726778"/>
                </a:cubicBezTo>
                <a:lnTo>
                  <a:pt x="7744272" y="3732920"/>
                </a:lnTo>
                <a:cubicBezTo>
                  <a:pt x="7744374" y="3733126"/>
                  <a:pt x="7744272" y="3733588"/>
                  <a:pt x="7744272" y="3733588"/>
                </a:cubicBezTo>
                <a:lnTo>
                  <a:pt x="7740740" y="3739730"/>
                </a:lnTo>
                <a:cubicBezTo>
                  <a:pt x="7740587" y="3739933"/>
                  <a:pt x="7740125" y="3740087"/>
                  <a:pt x="7740125" y="3740087"/>
                </a:cubicBezTo>
                <a:close/>
                <a:moveTo>
                  <a:pt x="3180784" y="3740093"/>
                </a:moveTo>
                <a:lnTo>
                  <a:pt x="3173721" y="3740093"/>
                </a:lnTo>
                <a:cubicBezTo>
                  <a:pt x="3173466" y="3740093"/>
                  <a:pt x="3173107" y="3739735"/>
                  <a:pt x="3173107" y="3739735"/>
                </a:cubicBezTo>
                <a:lnTo>
                  <a:pt x="3169576" y="3733592"/>
                </a:lnTo>
                <a:cubicBezTo>
                  <a:pt x="3169473" y="3733389"/>
                  <a:pt x="3169576" y="3732928"/>
                  <a:pt x="3169576" y="3732928"/>
                </a:cubicBezTo>
                <a:lnTo>
                  <a:pt x="3173107" y="3726785"/>
                </a:lnTo>
                <a:cubicBezTo>
                  <a:pt x="3173261" y="3726579"/>
                  <a:pt x="3173721" y="3726425"/>
                  <a:pt x="3173721" y="3726425"/>
                </a:cubicBezTo>
                <a:lnTo>
                  <a:pt x="3180784" y="3726425"/>
                </a:lnTo>
                <a:cubicBezTo>
                  <a:pt x="3181040" y="3726425"/>
                  <a:pt x="3181398" y="3726785"/>
                  <a:pt x="3181398" y="3726785"/>
                </a:cubicBezTo>
                <a:lnTo>
                  <a:pt x="3184931" y="3732928"/>
                </a:lnTo>
                <a:cubicBezTo>
                  <a:pt x="3185033" y="3733131"/>
                  <a:pt x="3184931" y="3733592"/>
                  <a:pt x="3184931" y="3733592"/>
                </a:cubicBezTo>
                <a:lnTo>
                  <a:pt x="3181398" y="3739735"/>
                </a:lnTo>
                <a:cubicBezTo>
                  <a:pt x="3181245" y="3739939"/>
                  <a:pt x="3180784" y="3740093"/>
                  <a:pt x="3180784" y="3740093"/>
                </a:cubicBezTo>
                <a:close/>
                <a:moveTo>
                  <a:pt x="3775459" y="3740093"/>
                </a:moveTo>
                <a:lnTo>
                  <a:pt x="3768396" y="3740093"/>
                </a:lnTo>
                <a:cubicBezTo>
                  <a:pt x="3768139" y="3740093"/>
                  <a:pt x="3767781" y="3739733"/>
                  <a:pt x="3767781" y="3739733"/>
                </a:cubicBezTo>
                <a:lnTo>
                  <a:pt x="3764249" y="3733592"/>
                </a:lnTo>
                <a:cubicBezTo>
                  <a:pt x="3764147" y="3733385"/>
                  <a:pt x="3764249" y="3732925"/>
                  <a:pt x="3764249" y="3732925"/>
                </a:cubicBezTo>
                <a:lnTo>
                  <a:pt x="3767781" y="3726783"/>
                </a:lnTo>
                <a:cubicBezTo>
                  <a:pt x="3767935" y="3726579"/>
                  <a:pt x="3768396" y="3726425"/>
                  <a:pt x="3768396" y="3726425"/>
                </a:cubicBezTo>
                <a:lnTo>
                  <a:pt x="3775459" y="3726425"/>
                </a:lnTo>
                <a:cubicBezTo>
                  <a:pt x="3775713" y="3726425"/>
                  <a:pt x="3776073" y="3726783"/>
                  <a:pt x="3776073" y="3726783"/>
                </a:cubicBezTo>
                <a:lnTo>
                  <a:pt x="3779604" y="3732925"/>
                </a:lnTo>
                <a:cubicBezTo>
                  <a:pt x="3779706" y="3733131"/>
                  <a:pt x="3779604" y="3733592"/>
                  <a:pt x="3779604" y="3733592"/>
                </a:cubicBezTo>
                <a:lnTo>
                  <a:pt x="3776073" y="3739733"/>
                </a:lnTo>
                <a:cubicBezTo>
                  <a:pt x="3775919" y="3739939"/>
                  <a:pt x="3775459" y="3740093"/>
                  <a:pt x="3775459" y="3740093"/>
                </a:cubicBezTo>
                <a:close/>
                <a:moveTo>
                  <a:pt x="5163134" y="3740101"/>
                </a:moveTo>
                <a:lnTo>
                  <a:pt x="5156070" y="3740101"/>
                </a:lnTo>
                <a:cubicBezTo>
                  <a:pt x="5155814" y="3740101"/>
                  <a:pt x="5155456" y="3739744"/>
                  <a:pt x="5155456" y="3739744"/>
                </a:cubicBezTo>
                <a:lnTo>
                  <a:pt x="5151924" y="3733600"/>
                </a:lnTo>
                <a:cubicBezTo>
                  <a:pt x="5151822" y="3733397"/>
                  <a:pt x="5151924" y="3732936"/>
                  <a:pt x="5151924" y="3732936"/>
                </a:cubicBezTo>
                <a:lnTo>
                  <a:pt x="5155456" y="3726794"/>
                </a:lnTo>
                <a:cubicBezTo>
                  <a:pt x="5155610" y="3726591"/>
                  <a:pt x="5156070" y="3726434"/>
                  <a:pt x="5156070" y="3726434"/>
                </a:cubicBezTo>
                <a:lnTo>
                  <a:pt x="5163134" y="3726434"/>
                </a:lnTo>
                <a:cubicBezTo>
                  <a:pt x="5163388" y="3726434"/>
                  <a:pt x="5163748" y="3726794"/>
                  <a:pt x="5163748" y="3726794"/>
                </a:cubicBezTo>
                <a:lnTo>
                  <a:pt x="5167279" y="3732936"/>
                </a:lnTo>
                <a:cubicBezTo>
                  <a:pt x="5167381" y="3733140"/>
                  <a:pt x="5167279" y="3733600"/>
                  <a:pt x="5167279" y="3733600"/>
                </a:cubicBezTo>
                <a:lnTo>
                  <a:pt x="5163748" y="3739744"/>
                </a:lnTo>
                <a:cubicBezTo>
                  <a:pt x="5163594" y="3739946"/>
                  <a:pt x="5163134" y="3740101"/>
                  <a:pt x="5163134" y="3740101"/>
                </a:cubicBezTo>
                <a:close/>
                <a:moveTo>
                  <a:pt x="8334914" y="3740111"/>
                </a:moveTo>
                <a:lnTo>
                  <a:pt x="8327849" y="3740111"/>
                </a:lnTo>
                <a:cubicBezTo>
                  <a:pt x="8327593" y="3740111"/>
                  <a:pt x="8327235" y="3739752"/>
                  <a:pt x="8327235" y="3739752"/>
                </a:cubicBezTo>
                <a:lnTo>
                  <a:pt x="8323704" y="3733610"/>
                </a:lnTo>
                <a:cubicBezTo>
                  <a:pt x="8323603" y="3733406"/>
                  <a:pt x="8323704" y="3732946"/>
                  <a:pt x="8323704" y="3732946"/>
                </a:cubicBezTo>
                <a:lnTo>
                  <a:pt x="8327235" y="3726803"/>
                </a:lnTo>
                <a:cubicBezTo>
                  <a:pt x="8327389" y="3726599"/>
                  <a:pt x="8327849" y="3726444"/>
                  <a:pt x="8327849" y="3726444"/>
                </a:cubicBezTo>
                <a:lnTo>
                  <a:pt x="8334914" y="3726444"/>
                </a:lnTo>
                <a:cubicBezTo>
                  <a:pt x="8335168" y="3726444"/>
                  <a:pt x="8335528" y="3726803"/>
                  <a:pt x="8335528" y="3726803"/>
                </a:cubicBezTo>
                <a:lnTo>
                  <a:pt x="8339059" y="3732946"/>
                </a:lnTo>
                <a:cubicBezTo>
                  <a:pt x="8339161" y="3733150"/>
                  <a:pt x="8339059" y="3733610"/>
                  <a:pt x="8339059" y="3733610"/>
                </a:cubicBezTo>
                <a:lnTo>
                  <a:pt x="8335528" y="3739752"/>
                </a:lnTo>
                <a:cubicBezTo>
                  <a:pt x="8335374" y="3739957"/>
                  <a:pt x="8334914" y="3740111"/>
                  <a:pt x="8334914" y="3740111"/>
                </a:cubicBezTo>
                <a:close/>
                <a:moveTo>
                  <a:pt x="4766683" y="3740112"/>
                </a:moveTo>
                <a:lnTo>
                  <a:pt x="4759621" y="3740112"/>
                </a:lnTo>
                <a:cubicBezTo>
                  <a:pt x="4759364" y="3740112"/>
                  <a:pt x="4759007" y="3739753"/>
                  <a:pt x="4759007" y="3739753"/>
                </a:cubicBezTo>
                <a:lnTo>
                  <a:pt x="4755475" y="3733613"/>
                </a:lnTo>
                <a:cubicBezTo>
                  <a:pt x="4755372" y="3733408"/>
                  <a:pt x="4755475" y="3732947"/>
                  <a:pt x="4755475" y="3732947"/>
                </a:cubicBezTo>
                <a:lnTo>
                  <a:pt x="4759007" y="3726804"/>
                </a:lnTo>
                <a:cubicBezTo>
                  <a:pt x="4759160" y="3726600"/>
                  <a:pt x="4759621" y="3726447"/>
                  <a:pt x="4759621" y="3726447"/>
                </a:cubicBezTo>
                <a:lnTo>
                  <a:pt x="4766683" y="3726447"/>
                </a:lnTo>
                <a:cubicBezTo>
                  <a:pt x="4766940" y="3726447"/>
                  <a:pt x="4767297" y="3726804"/>
                  <a:pt x="4767297" y="3726804"/>
                </a:cubicBezTo>
                <a:lnTo>
                  <a:pt x="4770829" y="3732947"/>
                </a:lnTo>
                <a:cubicBezTo>
                  <a:pt x="4770932" y="3733151"/>
                  <a:pt x="4770829" y="3733613"/>
                  <a:pt x="4770829" y="3733613"/>
                </a:cubicBezTo>
                <a:lnTo>
                  <a:pt x="4767297" y="3739753"/>
                </a:lnTo>
                <a:cubicBezTo>
                  <a:pt x="4767144" y="3739959"/>
                  <a:pt x="4766683" y="3740112"/>
                  <a:pt x="4766683" y="3740112"/>
                </a:cubicBezTo>
                <a:close/>
                <a:moveTo>
                  <a:pt x="6749031" y="3740112"/>
                </a:moveTo>
                <a:lnTo>
                  <a:pt x="6741967" y="3740112"/>
                </a:lnTo>
                <a:cubicBezTo>
                  <a:pt x="6741711" y="3740112"/>
                  <a:pt x="6741354" y="3739753"/>
                  <a:pt x="6741354" y="3739753"/>
                </a:cubicBezTo>
                <a:lnTo>
                  <a:pt x="6737823" y="3733613"/>
                </a:lnTo>
                <a:cubicBezTo>
                  <a:pt x="6737720" y="3733407"/>
                  <a:pt x="6737823" y="3732947"/>
                  <a:pt x="6737823" y="3732947"/>
                </a:cubicBezTo>
                <a:lnTo>
                  <a:pt x="6741354" y="3726804"/>
                </a:lnTo>
                <a:cubicBezTo>
                  <a:pt x="6741508" y="3726600"/>
                  <a:pt x="6741967" y="3726447"/>
                  <a:pt x="6741967" y="3726447"/>
                </a:cubicBezTo>
                <a:lnTo>
                  <a:pt x="6749031" y="3726447"/>
                </a:lnTo>
                <a:cubicBezTo>
                  <a:pt x="6749287" y="3726447"/>
                  <a:pt x="6749646" y="3726804"/>
                  <a:pt x="6749646" y="3726804"/>
                </a:cubicBezTo>
                <a:lnTo>
                  <a:pt x="6753177" y="3732947"/>
                </a:lnTo>
                <a:cubicBezTo>
                  <a:pt x="6753279" y="3733150"/>
                  <a:pt x="6753177" y="3733613"/>
                  <a:pt x="6753177" y="3733613"/>
                </a:cubicBezTo>
                <a:lnTo>
                  <a:pt x="6749646" y="3739753"/>
                </a:lnTo>
                <a:cubicBezTo>
                  <a:pt x="6749491" y="3739959"/>
                  <a:pt x="6749031" y="3740112"/>
                  <a:pt x="6749031" y="3740112"/>
                </a:cubicBezTo>
                <a:close/>
                <a:moveTo>
                  <a:pt x="2982559" y="3740114"/>
                </a:moveTo>
                <a:lnTo>
                  <a:pt x="2975496" y="3740114"/>
                </a:lnTo>
                <a:cubicBezTo>
                  <a:pt x="2975241" y="3740114"/>
                  <a:pt x="2974882" y="3739755"/>
                  <a:pt x="2974882" y="3739755"/>
                </a:cubicBezTo>
                <a:lnTo>
                  <a:pt x="2971351" y="3733613"/>
                </a:lnTo>
                <a:cubicBezTo>
                  <a:pt x="2971249" y="3733408"/>
                  <a:pt x="2971351" y="3732948"/>
                  <a:pt x="2971351" y="3732948"/>
                </a:cubicBezTo>
                <a:lnTo>
                  <a:pt x="2974882" y="3726805"/>
                </a:lnTo>
                <a:cubicBezTo>
                  <a:pt x="2975036" y="3726602"/>
                  <a:pt x="2975496" y="3726447"/>
                  <a:pt x="2975496" y="3726447"/>
                </a:cubicBezTo>
                <a:lnTo>
                  <a:pt x="2982559" y="3726447"/>
                </a:lnTo>
                <a:cubicBezTo>
                  <a:pt x="2982815" y="3726447"/>
                  <a:pt x="2983173" y="3726805"/>
                  <a:pt x="2983173" y="3726805"/>
                </a:cubicBezTo>
                <a:lnTo>
                  <a:pt x="2986706" y="3732948"/>
                </a:lnTo>
                <a:cubicBezTo>
                  <a:pt x="2986808" y="3733153"/>
                  <a:pt x="2986706" y="3733613"/>
                  <a:pt x="2986706" y="3733613"/>
                </a:cubicBezTo>
                <a:lnTo>
                  <a:pt x="2983173" y="3739755"/>
                </a:lnTo>
                <a:cubicBezTo>
                  <a:pt x="2983020" y="3739959"/>
                  <a:pt x="2982559" y="3740114"/>
                  <a:pt x="2982559" y="3740114"/>
                </a:cubicBezTo>
                <a:close/>
                <a:moveTo>
                  <a:pt x="4964909" y="3740114"/>
                </a:moveTo>
                <a:lnTo>
                  <a:pt x="4957846" y="3740114"/>
                </a:lnTo>
                <a:cubicBezTo>
                  <a:pt x="4957589" y="3740114"/>
                  <a:pt x="4957232" y="3739755"/>
                  <a:pt x="4957232" y="3739755"/>
                </a:cubicBezTo>
                <a:lnTo>
                  <a:pt x="4953699" y="3733615"/>
                </a:lnTo>
                <a:cubicBezTo>
                  <a:pt x="4953597" y="3733409"/>
                  <a:pt x="4953699" y="3732949"/>
                  <a:pt x="4953699" y="3732949"/>
                </a:cubicBezTo>
                <a:lnTo>
                  <a:pt x="4957232" y="3726806"/>
                </a:lnTo>
                <a:cubicBezTo>
                  <a:pt x="4957384" y="3726602"/>
                  <a:pt x="4957846" y="3726449"/>
                  <a:pt x="4957846" y="3726449"/>
                </a:cubicBezTo>
                <a:lnTo>
                  <a:pt x="4964909" y="3726449"/>
                </a:lnTo>
                <a:cubicBezTo>
                  <a:pt x="4965164" y="3726449"/>
                  <a:pt x="4965523" y="3726806"/>
                  <a:pt x="4965523" y="3726806"/>
                </a:cubicBezTo>
                <a:lnTo>
                  <a:pt x="4969054" y="3732949"/>
                </a:lnTo>
                <a:cubicBezTo>
                  <a:pt x="4969156" y="3733154"/>
                  <a:pt x="4969054" y="3733615"/>
                  <a:pt x="4969054" y="3733615"/>
                </a:cubicBezTo>
                <a:lnTo>
                  <a:pt x="4965523" y="3739755"/>
                </a:lnTo>
                <a:cubicBezTo>
                  <a:pt x="4965369" y="3739961"/>
                  <a:pt x="4964909" y="3740114"/>
                  <a:pt x="4964909" y="3740114"/>
                </a:cubicBezTo>
                <a:close/>
                <a:moveTo>
                  <a:pt x="3973734" y="3740119"/>
                </a:moveTo>
                <a:lnTo>
                  <a:pt x="3966671" y="3740119"/>
                </a:lnTo>
                <a:cubicBezTo>
                  <a:pt x="3966415" y="3740119"/>
                  <a:pt x="3966057" y="3739761"/>
                  <a:pt x="3966057" y="3739761"/>
                </a:cubicBezTo>
                <a:lnTo>
                  <a:pt x="3962525" y="3733619"/>
                </a:lnTo>
                <a:cubicBezTo>
                  <a:pt x="3962423" y="3733415"/>
                  <a:pt x="3962525" y="3732954"/>
                  <a:pt x="3962525" y="3732954"/>
                </a:cubicBezTo>
                <a:lnTo>
                  <a:pt x="3966057" y="3726811"/>
                </a:lnTo>
                <a:cubicBezTo>
                  <a:pt x="3966211" y="3726606"/>
                  <a:pt x="3966671" y="3726453"/>
                  <a:pt x="3966671" y="3726453"/>
                </a:cubicBezTo>
                <a:lnTo>
                  <a:pt x="3973734" y="3726453"/>
                </a:lnTo>
                <a:cubicBezTo>
                  <a:pt x="3973990" y="3726453"/>
                  <a:pt x="3974348" y="3726811"/>
                  <a:pt x="3974348" y="3726811"/>
                </a:cubicBezTo>
                <a:lnTo>
                  <a:pt x="3977880" y="3732954"/>
                </a:lnTo>
                <a:cubicBezTo>
                  <a:pt x="3977982" y="3733158"/>
                  <a:pt x="3977880" y="3733619"/>
                  <a:pt x="3977880" y="3733619"/>
                </a:cubicBezTo>
                <a:lnTo>
                  <a:pt x="3974348" y="3739761"/>
                </a:lnTo>
                <a:cubicBezTo>
                  <a:pt x="3974195" y="3739965"/>
                  <a:pt x="3973734" y="3740119"/>
                  <a:pt x="3973734" y="3740119"/>
                </a:cubicBezTo>
                <a:close/>
                <a:moveTo>
                  <a:pt x="2189610" y="3740120"/>
                </a:moveTo>
                <a:lnTo>
                  <a:pt x="2182547" y="3740120"/>
                </a:lnTo>
                <a:cubicBezTo>
                  <a:pt x="2182291" y="3740120"/>
                  <a:pt x="2181933" y="3739762"/>
                  <a:pt x="2181933" y="3739762"/>
                </a:cubicBezTo>
                <a:lnTo>
                  <a:pt x="2178401" y="3733620"/>
                </a:lnTo>
                <a:cubicBezTo>
                  <a:pt x="2178299" y="3733415"/>
                  <a:pt x="2178401" y="3732955"/>
                  <a:pt x="2178401" y="3732955"/>
                </a:cubicBezTo>
                <a:lnTo>
                  <a:pt x="2181933" y="3726812"/>
                </a:lnTo>
                <a:cubicBezTo>
                  <a:pt x="2182085" y="3726607"/>
                  <a:pt x="2182547" y="3726454"/>
                  <a:pt x="2182547" y="3726454"/>
                </a:cubicBezTo>
                <a:lnTo>
                  <a:pt x="2189610" y="3726454"/>
                </a:lnTo>
                <a:cubicBezTo>
                  <a:pt x="2189865" y="3726454"/>
                  <a:pt x="2190224" y="3726812"/>
                  <a:pt x="2190224" y="3726812"/>
                </a:cubicBezTo>
                <a:lnTo>
                  <a:pt x="2193755" y="3732955"/>
                </a:lnTo>
                <a:cubicBezTo>
                  <a:pt x="2193857" y="3733159"/>
                  <a:pt x="2193755" y="3733620"/>
                  <a:pt x="2193755" y="3733620"/>
                </a:cubicBezTo>
                <a:lnTo>
                  <a:pt x="2190224" y="3739762"/>
                </a:lnTo>
                <a:cubicBezTo>
                  <a:pt x="2190071" y="3739967"/>
                  <a:pt x="2189610" y="3740120"/>
                  <a:pt x="2189610" y="3740120"/>
                </a:cubicBezTo>
                <a:close/>
                <a:moveTo>
                  <a:pt x="2387834" y="3740120"/>
                </a:moveTo>
                <a:lnTo>
                  <a:pt x="2380772" y="3740120"/>
                </a:lnTo>
                <a:cubicBezTo>
                  <a:pt x="2380515" y="3740120"/>
                  <a:pt x="2380157" y="3739762"/>
                  <a:pt x="2380157" y="3739762"/>
                </a:cubicBezTo>
                <a:lnTo>
                  <a:pt x="2376625" y="3733620"/>
                </a:lnTo>
                <a:cubicBezTo>
                  <a:pt x="2376523" y="3733415"/>
                  <a:pt x="2376625" y="3732955"/>
                  <a:pt x="2376625" y="3732955"/>
                </a:cubicBezTo>
                <a:lnTo>
                  <a:pt x="2380157" y="3726812"/>
                </a:lnTo>
                <a:cubicBezTo>
                  <a:pt x="2380311" y="3726607"/>
                  <a:pt x="2380772" y="3726454"/>
                  <a:pt x="2380772" y="3726454"/>
                </a:cubicBezTo>
                <a:lnTo>
                  <a:pt x="2387834" y="3726454"/>
                </a:lnTo>
                <a:cubicBezTo>
                  <a:pt x="2388089" y="3726454"/>
                  <a:pt x="2388448" y="3726812"/>
                  <a:pt x="2388448" y="3726812"/>
                </a:cubicBezTo>
                <a:lnTo>
                  <a:pt x="2391979" y="3732955"/>
                </a:lnTo>
                <a:cubicBezTo>
                  <a:pt x="2392083" y="3733159"/>
                  <a:pt x="2391979" y="3733620"/>
                  <a:pt x="2391979" y="3733620"/>
                </a:cubicBezTo>
                <a:lnTo>
                  <a:pt x="2388448" y="3739762"/>
                </a:lnTo>
                <a:cubicBezTo>
                  <a:pt x="2388295" y="3739967"/>
                  <a:pt x="2387834" y="3740120"/>
                  <a:pt x="2387834" y="3740120"/>
                </a:cubicBezTo>
                <a:close/>
                <a:moveTo>
                  <a:pt x="2586059" y="3740120"/>
                </a:moveTo>
                <a:lnTo>
                  <a:pt x="2578996" y="3740120"/>
                </a:lnTo>
                <a:cubicBezTo>
                  <a:pt x="2578740" y="3740120"/>
                  <a:pt x="2578382" y="3739762"/>
                  <a:pt x="2578382" y="3739762"/>
                </a:cubicBezTo>
                <a:lnTo>
                  <a:pt x="2574850" y="3733620"/>
                </a:lnTo>
                <a:cubicBezTo>
                  <a:pt x="2574748" y="3733415"/>
                  <a:pt x="2574850" y="3732955"/>
                  <a:pt x="2574850" y="3732955"/>
                </a:cubicBezTo>
                <a:lnTo>
                  <a:pt x="2578382" y="3726812"/>
                </a:lnTo>
                <a:cubicBezTo>
                  <a:pt x="2578536" y="3726607"/>
                  <a:pt x="2578996" y="3726454"/>
                  <a:pt x="2578996" y="3726454"/>
                </a:cubicBezTo>
                <a:lnTo>
                  <a:pt x="2586059" y="3726454"/>
                </a:lnTo>
                <a:cubicBezTo>
                  <a:pt x="2586315" y="3726454"/>
                  <a:pt x="2586673" y="3726812"/>
                  <a:pt x="2586673" y="3726812"/>
                </a:cubicBezTo>
                <a:lnTo>
                  <a:pt x="2590205" y="3732955"/>
                </a:lnTo>
                <a:cubicBezTo>
                  <a:pt x="2590307" y="3733159"/>
                  <a:pt x="2590205" y="3733620"/>
                  <a:pt x="2590205" y="3733620"/>
                </a:cubicBezTo>
                <a:lnTo>
                  <a:pt x="2586673" y="3739762"/>
                </a:lnTo>
                <a:cubicBezTo>
                  <a:pt x="2586520" y="3739967"/>
                  <a:pt x="2586059" y="3740120"/>
                  <a:pt x="2586059" y="3740120"/>
                </a:cubicBezTo>
                <a:close/>
                <a:moveTo>
                  <a:pt x="2784283" y="3740120"/>
                </a:moveTo>
                <a:lnTo>
                  <a:pt x="2777220" y="3740120"/>
                </a:lnTo>
                <a:cubicBezTo>
                  <a:pt x="2776965" y="3740120"/>
                  <a:pt x="2776606" y="3739762"/>
                  <a:pt x="2776606" y="3739762"/>
                </a:cubicBezTo>
                <a:lnTo>
                  <a:pt x="2773075" y="3733620"/>
                </a:lnTo>
                <a:cubicBezTo>
                  <a:pt x="2772972" y="3733415"/>
                  <a:pt x="2773075" y="3732955"/>
                  <a:pt x="2773075" y="3732955"/>
                </a:cubicBezTo>
                <a:lnTo>
                  <a:pt x="2776606" y="3726812"/>
                </a:lnTo>
                <a:cubicBezTo>
                  <a:pt x="2776760" y="3726607"/>
                  <a:pt x="2777220" y="3726454"/>
                  <a:pt x="2777220" y="3726454"/>
                </a:cubicBezTo>
                <a:lnTo>
                  <a:pt x="2784283" y="3726454"/>
                </a:lnTo>
                <a:cubicBezTo>
                  <a:pt x="2784540" y="3726454"/>
                  <a:pt x="2784897" y="3726812"/>
                  <a:pt x="2784897" y="3726812"/>
                </a:cubicBezTo>
                <a:lnTo>
                  <a:pt x="2788430" y="3732955"/>
                </a:lnTo>
                <a:cubicBezTo>
                  <a:pt x="2788531" y="3733159"/>
                  <a:pt x="2788430" y="3733620"/>
                  <a:pt x="2788430" y="3733620"/>
                </a:cubicBezTo>
                <a:lnTo>
                  <a:pt x="2784897" y="3739762"/>
                </a:lnTo>
                <a:cubicBezTo>
                  <a:pt x="2784744" y="3739967"/>
                  <a:pt x="2784283" y="3740120"/>
                  <a:pt x="2784283" y="3740120"/>
                </a:cubicBezTo>
                <a:close/>
                <a:moveTo>
                  <a:pt x="11254" y="3903484"/>
                </a:moveTo>
                <a:lnTo>
                  <a:pt x="4192" y="3903484"/>
                </a:lnTo>
                <a:cubicBezTo>
                  <a:pt x="3935" y="3903484"/>
                  <a:pt x="3578" y="3903126"/>
                  <a:pt x="3578" y="3903126"/>
                </a:cubicBezTo>
                <a:lnTo>
                  <a:pt x="46" y="3896985"/>
                </a:lnTo>
                <a:cubicBezTo>
                  <a:pt x="-57" y="3896780"/>
                  <a:pt x="46" y="3896319"/>
                  <a:pt x="46" y="3896319"/>
                </a:cubicBezTo>
                <a:lnTo>
                  <a:pt x="3578" y="3890177"/>
                </a:lnTo>
                <a:cubicBezTo>
                  <a:pt x="3731" y="3889973"/>
                  <a:pt x="4192" y="3889820"/>
                  <a:pt x="4192" y="3889820"/>
                </a:cubicBezTo>
                <a:lnTo>
                  <a:pt x="11254" y="3889820"/>
                </a:lnTo>
                <a:cubicBezTo>
                  <a:pt x="11511" y="3889820"/>
                  <a:pt x="11868" y="3890177"/>
                  <a:pt x="11868" y="3890177"/>
                </a:cubicBezTo>
                <a:lnTo>
                  <a:pt x="15400" y="3896319"/>
                </a:lnTo>
                <a:cubicBezTo>
                  <a:pt x="15503" y="3896524"/>
                  <a:pt x="15400" y="3896985"/>
                  <a:pt x="15400" y="3896985"/>
                </a:cubicBezTo>
                <a:lnTo>
                  <a:pt x="11868" y="3903126"/>
                </a:lnTo>
                <a:cubicBezTo>
                  <a:pt x="11716" y="3903332"/>
                  <a:pt x="11254" y="3903484"/>
                  <a:pt x="11254" y="3903484"/>
                </a:cubicBezTo>
                <a:close/>
                <a:moveTo>
                  <a:pt x="209480" y="3903484"/>
                </a:moveTo>
                <a:lnTo>
                  <a:pt x="202416" y="3903484"/>
                </a:lnTo>
                <a:cubicBezTo>
                  <a:pt x="202160" y="3903484"/>
                  <a:pt x="201803" y="3903126"/>
                  <a:pt x="201803" y="3903126"/>
                </a:cubicBezTo>
                <a:lnTo>
                  <a:pt x="198270" y="3896985"/>
                </a:lnTo>
                <a:cubicBezTo>
                  <a:pt x="198168" y="3896780"/>
                  <a:pt x="198270" y="3896319"/>
                  <a:pt x="198270" y="3896319"/>
                </a:cubicBezTo>
                <a:lnTo>
                  <a:pt x="201803" y="3890177"/>
                </a:lnTo>
                <a:cubicBezTo>
                  <a:pt x="201955" y="3889973"/>
                  <a:pt x="202416" y="3889820"/>
                  <a:pt x="202416" y="3889820"/>
                </a:cubicBezTo>
                <a:lnTo>
                  <a:pt x="209480" y="3889820"/>
                </a:lnTo>
                <a:cubicBezTo>
                  <a:pt x="209735" y="3889820"/>
                  <a:pt x="210094" y="3890177"/>
                  <a:pt x="210094" y="3890177"/>
                </a:cubicBezTo>
                <a:lnTo>
                  <a:pt x="213625" y="3896319"/>
                </a:lnTo>
                <a:cubicBezTo>
                  <a:pt x="213727" y="3896524"/>
                  <a:pt x="213625" y="3896985"/>
                  <a:pt x="213625" y="3896985"/>
                </a:cubicBezTo>
                <a:lnTo>
                  <a:pt x="210094" y="3903126"/>
                </a:lnTo>
                <a:cubicBezTo>
                  <a:pt x="209940" y="3903332"/>
                  <a:pt x="209480" y="3903484"/>
                  <a:pt x="209480" y="3903484"/>
                </a:cubicBezTo>
                <a:close/>
                <a:moveTo>
                  <a:pt x="407754" y="3903484"/>
                </a:moveTo>
                <a:lnTo>
                  <a:pt x="400692" y="3903484"/>
                </a:lnTo>
                <a:cubicBezTo>
                  <a:pt x="400436" y="3903484"/>
                  <a:pt x="400078" y="3903126"/>
                  <a:pt x="400078" y="3903126"/>
                </a:cubicBezTo>
                <a:lnTo>
                  <a:pt x="396546" y="3896985"/>
                </a:lnTo>
                <a:cubicBezTo>
                  <a:pt x="396444" y="3896780"/>
                  <a:pt x="396546" y="3896319"/>
                  <a:pt x="396546" y="3896319"/>
                </a:cubicBezTo>
                <a:lnTo>
                  <a:pt x="400078" y="3890177"/>
                </a:lnTo>
                <a:cubicBezTo>
                  <a:pt x="400231" y="3889973"/>
                  <a:pt x="400692" y="3889820"/>
                  <a:pt x="400692" y="3889820"/>
                </a:cubicBezTo>
                <a:lnTo>
                  <a:pt x="407754" y="3889820"/>
                </a:lnTo>
                <a:cubicBezTo>
                  <a:pt x="408011" y="3889820"/>
                  <a:pt x="408369" y="3890177"/>
                  <a:pt x="408369" y="3890177"/>
                </a:cubicBezTo>
                <a:lnTo>
                  <a:pt x="411900" y="3896319"/>
                </a:lnTo>
                <a:cubicBezTo>
                  <a:pt x="412002" y="3896524"/>
                  <a:pt x="411900" y="3896985"/>
                  <a:pt x="411900" y="3896985"/>
                </a:cubicBezTo>
                <a:lnTo>
                  <a:pt x="408369" y="3903126"/>
                </a:lnTo>
                <a:cubicBezTo>
                  <a:pt x="408214" y="3903332"/>
                  <a:pt x="407754" y="3903484"/>
                  <a:pt x="407754" y="3903484"/>
                </a:cubicBezTo>
                <a:close/>
                <a:moveTo>
                  <a:pt x="605979" y="3903484"/>
                </a:moveTo>
                <a:lnTo>
                  <a:pt x="598916" y="3903484"/>
                </a:lnTo>
                <a:cubicBezTo>
                  <a:pt x="598661" y="3903484"/>
                  <a:pt x="598302" y="3903126"/>
                  <a:pt x="598302" y="3903126"/>
                </a:cubicBezTo>
                <a:lnTo>
                  <a:pt x="594770" y="3896985"/>
                </a:lnTo>
                <a:cubicBezTo>
                  <a:pt x="594668" y="3896780"/>
                  <a:pt x="594770" y="3896319"/>
                  <a:pt x="594770" y="3896319"/>
                </a:cubicBezTo>
                <a:lnTo>
                  <a:pt x="598302" y="3890177"/>
                </a:lnTo>
                <a:cubicBezTo>
                  <a:pt x="598455" y="3889973"/>
                  <a:pt x="598916" y="3889820"/>
                  <a:pt x="598916" y="3889820"/>
                </a:cubicBezTo>
                <a:lnTo>
                  <a:pt x="605979" y="3889820"/>
                </a:lnTo>
                <a:cubicBezTo>
                  <a:pt x="606235" y="3889820"/>
                  <a:pt x="606593" y="3890177"/>
                  <a:pt x="606593" y="3890177"/>
                </a:cubicBezTo>
                <a:lnTo>
                  <a:pt x="610125" y="3896319"/>
                </a:lnTo>
                <a:cubicBezTo>
                  <a:pt x="610227" y="3896524"/>
                  <a:pt x="610125" y="3896985"/>
                  <a:pt x="610125" y="3896985"/>
                </a:cubicBezTo>
                <a:lnTo>
                  <a:pt x="606593" y="3903126"/>
                </a:lnTo>
                <a:cubicBezTo>
                  <a:pt x="606440" y="3903332"/>
                  <a:pt x="605979" y="3903484"/>
                  <a:pt x="605979" y="3903484"/>
                </a:cubicBezTo>
                <a:close/>
                <a:moveTo>
                  <a:pt x="804204" y="3903484"/>
                </a:moveTo>
                <a:lnTo>
                  <a:pt x="797140" y="3903484"/>
                </a:lnTo>
                <a:cubicBezTo>
                  <a:pt x="796886" y="3903484"/>
                  <a:pt x="796526" y="3903126"/>
                  <a:pt x="796526" y="3903126"/>
                </a:cubicBezTo>
                <a:lnTo>
                  <a:pt x="792995" y="3896985"/>
                </a:lnTo>
                <a:cubicBezTo>
                  <a:pt x="792893" y="3896780"/>
                  <a:pt x="792995" y="3896319"/>
                  <a:pt x="792995" y="3896319"/>
                </a:cubicBezTo>
                <a:lnTo>
                  <a:pt x="796526" y="3890177"/>
                </a:lnTo>
                <a:cubicBezTo>
                  <a:pt x="796680" y="3889973"/>
                  <a:pt x="797140" y="3889820"/>
                  <a:pt x="797140" y="3889820"/>
                </a:cubicBezTo>
                <a:lnTo>
                  <a:pt x="804204" y="3889820"/>
                </a:lnTo>
                <a:cubicBezTo>
                  <a:pt x="804460" y="3889820"/>
                  <a:pt x="804818" y="3890177"/>
                  <a:pt x="804818" y="3890177"/>
                </a:cubicBezTo>
                <a:lnTo>
                  <a:pt x="808350" y="3896319"/>
                </a:lnTo>
                <a:cubicBezTo>
                  <a:pt x="808452" y="3896524"/>
                  <a:pt x="808350" y="3896985"/>
                  <a:pt x="808350" y="3896985"/>
                </a:cubicBezTo>
                <a:lnTo>
                  <a:pt x="804818" y="3903126"/>
                </a:lnTo>
                <a:cubicBezTo>
                  <a:pt x="804665" y="3903332"/>
                  <a:pt x="804204" y="3903484"/>
                  <a:pt x="804204" y="3903484"/>
                </a:cubicBezTo>
                <a:close/>
                <a:moveTo>
                  <a:pt x="1002428" y="3903484"/>
                </a:moveTo>
                <a:lnTo>
                  <a:pt x="995366" y="3903484"/>
                </a:lnTo>
                <a:cubicBezTo>
                  <a:pt x="995110" y="3903484"/>
                  <a:pt x="994752" y="3903126"/>
                  <a:pt x="994752" y="3903126"/>
                </a:cubicBezTo>
                <a:lnTo>
                  <a:pt x="991220" y="3896985"/>
                </a:lnTo>
                <a:cubicBezTo>
                  <a:pt x="991117" y="3896780"/>
                  <a:pt x="991220" y="3896319"/>
                  <a:pt x="991220" y="3896319"/>
                </a:cubicBezTo>
                <a:lnTo>
                  <a:pt x="994752" y="3890177"/>
                </a:lnTo>
                <a:cubicBezTo>
                  <a:pt x="994905" y="3889973"/>
                  <a:pt x="995366" y="3889820"/>
                  <a:pt x="995366" y="3889820"/>
                </a:cubicBezTo>
                <a:lnTo>
                  <a:pt x="1002428" y="3889820"/>
                </a:lnTo>
                <a:cubicBezTo>
                  <a:pt x="1002685" y="3889820"/>
                  <a:pt x="1003042" y="3890177"/>
                  <a:pt x="1003042" y="3890177"/>
                </a:cubicBezTo>
                <a:lnTo>
                  <a:pt x="1006574" y="3896319"/>
                </a:lnTo>
                <a:cubicBezTo>
                  <a:pt x="1006677" y="3896524"/>
                  <a:pt x="1006574" y="3896985"/>
                  <a:pt x="1006574" y="3896985"/>
                </a:cubicBezTo>
                <a:lnTo>
                  <a:pt x="1003042" y="3903126"/>
                </a:lnTo>
                <a:cubicBezTo>
                  <a:pt x="1002889" y="3903332"/>
                  <a:pt x="1002428" y="3903484"/>
                  <a:pt x="1002428" y="3903484"/>
                </a:cubicBezTo>
                <a:close/>
                <a:moveTo>
                  <a:pt x="1200704" y="3903484"/>
                </a:moveTo>
                <a:lnTo>
                  <a:pt x="1193642" y="3903484"/>
                </a:lnTo>
                <a:cubicBezTo>
                  <a:pt x="1193386" y="3903484"/>
                  <a:pt x="1193028" y="3903126"/>
                  <a:pt x="1193028" y="3903126"/>
                </a:cubicBezTo>
                <a:lnTo>
                  <a:pt x="1189495" y="3896985"/>
                </a:lnTo>
                <a:cubicBezTo>
                  <a:pt x="1189393" y="3896780"/>
                  <a:pt x="1189495" y="3896319"/>
                  <a:pt x="1189495" y="3896319"/>
                </a:cubicBezTo>
                <a:lnTo>
                  <a:pt x="1193028" y="3890177"/>
                </a:lnTo>
                <a:cubicBezTo>
                  <a:pt x="1193180" y="3889973"/>
                  <a:pt x="1193642" y="3889820"/>
                  <a:pt x="1193642" y="3889820"/>
                </a:cubicBezTo>
                <a:lnTo>
                  <a:pt x="1200704" y="3889820"/>
                </a:lnTo>
                <a:cubicBezTo>
                  <a:pt x="1200960" y="3889820"/>
                  <a:pt x="1201318" y="3890177"/>
                  <a:pt x="1201318" y="3890177"/>
                </a:cubicBezTo>
                <a:lnTo>
                  <a:pt x="1204850" y="3896319"/>
                </a:lnTo>
                <a:cubicBezTo>
                  <a:pt x="1204952" y="3896524"/>
                  <a:pt x="1204850" y="3896985"/>
                  <a:pt x="1204850" y="3896985"/>
                </a:cubicBezTo>
                <a:lnTo>
                  <a:pt x="1201318" y="3903126"/>
                </a:lnTo>
                <a:cubicBezTo>
                  <a:pt x="1201165" y="3903332"/>
                  <a:pt x="1200704" y="3903484"/>
                  <a:pt x="1200704" y="3903484"/>
                </a:cubicBezTo>
                <a:close/>
                <a:moveTo>
                  <a:pt x="1398928" y="3903484"/>
                </a:moveTo>
                <a:lnTo>
                  <a:pt x="1391866" y="3903484"/>
                </a:lnTo>
                <a:cubicBezTo>
                  <a:pt x="1391610" y="3903484"/>
                  <a:pt x="1391252" y="3903126"/>
                  <a:pt x="1391252" y="3903126"/>
                </a:cubicBezTo>
                <a:lnTo>
                  <a:pt x="1387720" y="3896985"/>
                </a:lnTo>
                <a:cubicBezTo>
                  <a:pt x="1387617" y="3896780"/>
                  <a:pt x="1387720" y="3896319"/>
                  <a:pt x="1387720" y="3896319"/>
                </a:cubicBezTo>
                <a:lnTo>
                  <a:pt x="1391252" y="3890177"/>
                </a:lnTo>
                <a:cubicBezTo>
                  <a:pt x="1391406" y="3889973"/>
                  <a:pt x="1391866" y="3889820"/>
                  <a:pt x="1391866" y="3889820"/>
                </a:cubicBezTo>
                <a:lnTo>
                  <a:pt x="1398928" y="3889820"/>
                </a:lnTo>
                <a:cubicBezTo>
                  <a:pt x="1399185" y="3889820"/>
                  <a:pt x="1399544" y="3890177"/>
                  <a:pt x="1399544" y="3890177"/>
                </a:cubicBezTo>
                <a:lnTo>
                  <a:pt x="1403074" y="3896319"/>
                </a:lnTo>
                <a:cubicBezTo>
                  <a:pt x="1403177" y="3896524"/>
                  <a:pt x="1403074" y="3896985"/>
                  <a:pt x="1403074" y="3896985"/>
                </a:cubicBezTo>
                <a:lnTo>
                  <a:pt x="1399544" y="3903126"/>
                </a:lnTo>
                <a:cubicBezTo>
                  <a:pt x="1399389" y="3903332"/>
                  <a:pt x="1398928" y="3903484"/>
                  <a:pt x="1398928" y="3903484"/>
                </a:cubicBezTo>
                <a:close/>
                <a:moveTo>
                  <a:pt x="1597154" y="3903484"/>
                </a:moveTo>
                <a:lnTo>
                  <a:pt x="1590090" y="3903484"/>
                </a:lnTo>
                <a:cubicBezTo>
                  <a:pt x="1589834" y="3903484"/>
                  <a:pt x="1589476" y="3903126"/>
                  <a:pt x="1589476" y="3903126"/>
                </a:cubicBezTo>
                <a:lnTo>
                  <a:pt x="1585944" y="3896985"/>
                </a:lnTo>
                <a:cubicBezTo>
                  <a:pt x="1585842" y="3896780"/>
                  <a:pt x="1585944" y="3896319"/>
                  <a:pt x="1585944" y="3896319"/>
                </a:cubicBezTo>
                <a:lnTo>
                  <a:pt x="1589476" y="3890177"/>
                </a:lnTo>
                <a:cubicBezTo>
                  <a:pt x="1589630" y="3889973"/>
                  <a:pt x="1590090" y="3889820"/>
                  <a:pt x="1590090" y="3889820"/>
                </a:cubicBezTo>
                <a:lnTo>
                  <a:pt x="1597154" y="3889820"/>
                </a:lnTo>
                <a:cubicBezTo>
                  <a:pt x="1597409" y="3889820"/>
                  <a:pt x="1597768" y="3890177"/>
                  <a:pt x="1597768" y="3890177"/>
                </a:cubicBezTo>
                <a:lnTo>
                  <a:pt x="1601298" y="3896319"/>
                </a:lnTo>
                <a:cubicBezTo>
                  <a:pt x="1601401" y="3896524"/>
                  <a:pt x="1601298" y="3896985"/>
                  <a:pt x="1601298" y="3896985"/>
                </a:cubicBezTo>
                <a:lnTo>
                  <a:pt x="1597768" y="3903126"/>
                </a:lnTo>
                <a:cubicBezTo>
                  <a:pt x="1597614" y="3903332"/>
                  <a:pt x="1597154" y="3903484"/>
                  <a:pt x="1597154" y="3903484"/>
                </a:cubicBezTo>
                <a:close/>
                <a:moveTo>
                  <a:pt x="1795378" y="3903484"/>
                </a:moveTo>
                <a:lnTo>
                  <a:pt x="1788315" y="3903484"/>
                </a:lnTo>
                <a:cubicBezTo>
                  <a:pt x="1788060" y="3903484"/>
                  <a:pt x="1787701" y="3903126"/>
                  <a:pt x="1787701" y="3903126"/>
                </a:cubicBezTo>
                <a:lnTo>
                  <a:pt x="1784170" y="3896985"/>
                </a:lnTo>
                <a:cubicBezTo>
                  <a:pt x="1784067" y="3896780"/>
                  <a:pt x="1784170" y="3896319"/>
                  <a:pt x="1784170" y="3896319"/>
                </a:cubicBezTo>
                <a:lnTo>
                  <a:pt x="1787701" y="3890177"/>
                </a:lnTo>
                <a:cubicBezTo>
                  <a:pt x="1787854" y="3889973"/>
                  <a:pt x="1788315" y="3889820"/>
                  <a:pt x="1788315" y="3889820"/>
                </a:cubicBezTo>
                <a:lnTo>
                  <a:pt x="1795378" y="3889820"/>
                </a:lnTo>
                <a:cubicBezTo>
                  <a:pt x="1795634" y="3889820"/>
                  <a:pt x="1795992" y="3890177"/>
                  <a:pt x="1795992" y="3890177"/>
                </a:cubicBezTo>
                <a:lnTo>
                  <a:pt x="1799524" y="3896319"/>
                </a:lnTo>
                <a:cubicBezTo>
                  <a:pt x="1799626" y="3896524"/>
                  <a:pt x="1799524" y="3896985"/>
                  <a:pt x="1799524" y="3896985"/>
                </a:cubicBezTo>
                <a:lnTo>
                  <a:pt x="1795992" y="3903126"/>
                </a:lnTo>
                <a:cubicBezTo>
                  <a:pt x="1795838" y="3903332"/>
                  <a:pt x="1795378" y="3903484"/>
                  <a:pt x="1795378" y="3903484"/>
                </a:cubicBezTo>
                <a:close/>
                <a:moveTo>
                  <a:pt x="1993654" y="3903484"/>
                </a:moveTo>
                <a:lnTo>
                  <a:pt x="1986590" y="3903484"/>
                </a:lnTo>
                <a:cubicBezTo>
                  <a:pt x="1986336" y="3903484"/>
                  <a:pt x="1985976" y="3903126"/>
                  <a:pt x="1985976" y="3903126"/>
                </a:cubicBezTo>
                <a:lnTo>
                  <a:pt x="1982445" y="3896985"/>
                </a:lnTo>
                <a:cubicBezTo>
                  <a:pt x="1982343" y="3896780"/>
                  <a:pt x="1982445" y="3896319"/>
                  <a:pt x="1982445" y="3896319"/>
                </a:cubicBezTo>
                <a:lnTo>
                  <a:pt x="1985976" y="3890177"/>
                </a:lnTo>
                <a:cubicBezTo>
                  <a:pt x="1986130" y="3889973"/>
                  <a:pt x="1986590" y="3889820"/>
                  <a:pt x="1986590" y="3889820"/>
                </a:cubicBezTo>
                <a:lnTo>
                  <a:pt x="1993654" y="3889820"/>
                </a:lnTo>
                <a:cubicBezTo>
                  <a:pt x="1993910" y="3889820"/>
                  <a:pt x="1994268" y="3890177"/>
                  <a:pt x="1994268" y="3890177"/>
                </a:cubicBezTo>
                <a:lnTo>
                  <a:pt x="1997800" y="3896319"/>
                </a:lnTo>
                <a:cubicBezTo>
                  <a:pt x="1997902" y="3896524"/>
                  <a:pt x="1997800" y="3896985"/>
                  <a:pt x="1997800" y="3896985"/>
                </a:cubicBezTo>
                <a:lnTo>
                  <a:pt x="1994268" y="3903126"/>
                </a:lnTo>
                <a:cubicBezTo>
                  <a:pt x="1994114" y="3903332"/>
                  <a:pt x="1993654" y="3903484"/>
                  <a:pt x="1993654" y="3903484"/>
                </a:cubicBezTo>
                <a:close/>
                <a:moveTo>
                  <a:pt x="7541759" y="3909189"/>
                </a:moveTo>
                <a:lnTo>
                  <a:pt x="7534694" y="3909189"/>
                </a:lnTo>
                <a:cubicBezTo>
                  <a:pt x="7534439" y="3909189"/>
                  <a:pt x="7534080" y="3908829"/>
                  <a:pt x="7534080" y="3908829"/>
                </a:cubicBezTo>
                <a:lnTo>
                  <a:pt x="7530550" y="3902688"/>
                </a:lnTo>
                <a:cubicBezTo>
                  <a:pt x="7530448" y="3902484"/>
                  <a:pt x="7530550" y="3902023"/>
                  <a:pt x="7530550" y="3902023"/>
                </a:cubicBezTo>
                <a:lnTo>
                  <a:pt x="7534080" y="3895882"/>
                </a:lnTo>
                <a:cubicBezTo>
                  <a:pt x="7534234" y="3895676"/>
                  <a:pt x="7534694" y="3895522"/>
                  <a:pt x="7534694" y="3895522"/>
                </a:cubicBezTo>
                <a:lnTo>
                  <a:pt x="7541759" y="3895522"/>
                </a:lnTo>
                <a:cubicBezTo>
                  <a:pt x="7542015" y="3895522"/>
                  <a:pt x="7542373" y="3895882"/>
                  <a:pt x="7542373" y="3895882"/>
                </a:cubicBezTo>
                <a:lnTo>
                  <a:pt x="7545906" y="3902023"/>
                </a:lnTo>
                <a:cubicBezTo>
                  <a:pt x="7546008" y="3902228"/>
                  <a:pt x="7545906" y="3902688"/>
                  <a:pt x="7545906" y="3902688"/>
                </a:cubicBezTo>
                <a:lnTo>
                  <a:pt x="7542373" y="3908829"/>
                </a:lnTo>
                <a:cubicBezTo>
                  <a:pt x="7542220" y="3909034"/>
                  <a:pt x="7541759" y="3909189"/>
                  <a:pt x="7541759" y="3909189"/>
                </a:cubicBezTo>
                <a:close/>
                <a:moveTo>
                  <a:pt x="7145304" y="3909195"/>
                </a:moveTo>
                <a:lnTo>
                  <a:pt x="7138238" y="3909195"/>
                </a:lnTo>
                <a:cubicBezTo>
                  <a:pt x="7137983" y="3909195"/>
                  <a:pt x="7137626" y="3908836"/>
                  <a:pt x="7137626" y="3908836"/>
                </a:cubicBezTo>
                <a:lnTo>
                  <a:pt x="7134093" y="3902696"/>
                </a:lnTo>
                <a:cubicBezTo>
                  <a:pt x="7133991" y="3902490"/>
                  <a:pt x="7134093" y="3902031"/>
                  <a:pt x="7134093" y="3902031"/>
                </a:cubicBezTo>
                <a:lnTo>
                  <a:pt x="7137626" y="3895888"/>
                </a:lnTo>
                <a:cubicBezTo>
                  <a:pt x="7137780" y="3895683"/>
                  <a:pt x="7138238" y="3895530"/>
                  <a:pt x="7138238" y="3895530"/>
                </a:cubicBezTo>
                <a:lnTo>
                  <a:pt x="7145304" y="3895530"/>
                </a:lnTo>
                <a:cubicBezTo>
                  <a:pt x="7145558" y="3895530"/>
                  <a:pt x="7145918" y="3895888"/>
                  <a:pt x="7145918" y="3895888"/>
                </a:cubicBezTo>
                <a:lnTo>
                  <a:pt x="7149450" y="3902031"/>
                </a:lnTo>
                <a:cubicBezTo>
                  <a:pt x="7149552" y="3902235"/>
                  <a:pt x="7149450" y="3902696"/>
                  <a:pt x="7149450" y="3902696"/>
                </a:cubicBezTo>
                <a:lnTo>
                  <a:pt x="7145918" y="3908836"/>
                </a:lnTo>
                <a:cubicBezTo>
                  <a:pt x="7145765" y="3909041"/>
                  <a:pt x="7145304" y="3909195"/>
                  <a:pt x="7145304" y="3909195"/>
                </a:cubicBezTo>
                <a:close/>
                <a:moveTo>
                  <a:pt x="5956083" y="3909196"/>
                </a:moveTo>
                <a:lnTo>
                  <a:pt x="5949019" y="3909196"/>
                </a:lnTo>
                <a:cubicBezTo>
                  <a:pt x="5948763" y="3909196"/>
                  <a:pt x="5948405" y="3908838"/>
                  <a:pt x="5948405" y="3908838"/>
                </a:cubicBezTo>
                <a:lnTo>
                  <a:pt x="5944873" y="3902697"/>
                </a:lnTo>
                <a:cubicBezTo>
                  <a:pt x="5944771" y="3902493"/>
                  <a:pt x="5944873" y="3902031"/>
                  <a:pt x="5944873" y="3902031"/>
                </a:cubicBezTo>
                <a:lnTo>
                  <a:pt x="5948405" y="3895889"/>
                </a:lnTo>
                <a:cubicBezTo>
                  <a:pt x="5948558" y="3895684"/>
                  <a:pt x="5949019" y="3895531"/>
                  <a:pt x="5949019" y="3895531"/>
                </a:cubicBezTo>
                <a:lnTo>
                  <a:pt x="5956083" y="3895531"/>
                </a:lnTo>
                <a:cubicBezTo>
                  <a:pt x="5956338" y="3895531"/>
                  <a:pt x="5956697" y="3895889"/>
                  <a:pt x="5956697" y="3895889"/>
                </a:cubicBezTo>
                <a:lnTo>
                  <a:pt x="5960227" y="3902031"/>
                </a:lnTo>
                <a:cubicBezTo>
                  <a:pt x="5960330" y="3902236"/>
                  <a:pt x="5960227" y="3902697"/>
                  <a:pt x="5960227" y="3902697"/>
                </a:cubicBezTo>
                <a:lnTo>
                  <a:pt x="5956697" y="3908838"/>
                </a:lnTo>
                <a:cubicBezTo>
                  <a:pt x="5956542" y="3909042"/>
                  <a:pt x="5956083" y="3909196"/>
                  <a:pt x="5956083" y="3909196"/>
                </a:cubicBezTo>
                <a:close/>
                <a:moveTo>
                  <a:pt x="2982559" y="3909201"/>
                </a:moveTo>
                <a:lnTo>
                  <a:pt x="2975496" y="3909201"/>
                </a:lnTo>
                <a:cubicBezTo>
                  <a:pt x="2975241" y="3909201"/>
                  <a:pt x="2974882" y="3908843"/>
                  <a:pt x="2974882" y="3908843"/>
                </a:cubicBezTo>
                <a:lnTo>
                  <a:pt x="2971351" y="3902701"/>
                </a:lnTo>
                <a:cubicBezTo>
                  <a:pt x="2971249" y="3902497"/>
                  <a:pt x="2971351" y="3902036"/>
                  <a:pt x="2971351" y="3902036"/>
                </a:cubicBezTo>
                <a:lnTo>
                  <a:pt x="2974882" y="3895893"/>
                </a:lnTo>
                <a:cubicBezTo>
                  <a:pt x="2975036" y="3895689"/>
                  <a:pt x="2975496" y="3895536"/>
                  <a:pt x="2975496" y="3895536"/>
                </a:cubicBezTo>
                <a:lnTo>
                  <a:pt x="2982559" y="3895536"/>
                </a:lnTo>
                <a:cubicBezTo>
                  <a:pt x="2982815" y="3895536"/>
                  <a:pt x="2983173" y="3895893"/>
                  <a:pt x="2983173" y="3895893"/>
                </a:cubicBezTo>
                <a:lnTo>
                  <a:pt x="2986706" y="3902036"/>
                </a:lnTo>
                <a:cubicBezTo>
                  <a:pt x="2986808" y="3902241"/>
                  <a:pt x="2986706" y="3902701"/>
                  <a:pt x="2986706" y="3902701"/>
                </a:cubicBezTo>
                <a:lnTo>
                  <a:pt x="2983173" y="3908843"/>
                </a:lnTo>
                <a:cubicBezTo>
                  <a:pt x="2983020" y="3909048"/>
                  <a:pt x="2982559" y="3909201"/>
                  <a:pt x="2982559" y="3909201"/>
                </a:cubicBezTo>
                <a:close/>
                <a:moveTo>
                  <a:pt x="7740038" y="3909204"/>
                </a:moveTo>
                <a:lnTo>
                  <a:pt x="7732975" y="3909204"/>
                </a:lnTo>
                <a:cubicBezTo>
                  <a:pt x="7732718" y="3909204"/>
                  <a:pt x="7732360" y="3908846"/>
                  <a:pt x="7732360" y="3908846"/>
                </a:cubicBezTo>
                <a:lnTo>
                  <a:pt x="7728829" y="3902705"/>
                </a:lnTo>
                <a:cubicBezTo>
                  <a:pt x="7728726" y="3902500"/>
                  <a:pt x="7728829" y="3902040"/>
                  <a:pt x="7728829" y="3902040"/>
                </a:cubicBezTo>
                <a:lnTo>
                  <a:pt x="7732360" y="3895898"/>
                </a:lnTo>
                <a:cubicBezTo>
                  <a:pt x="7732514" y="3895693"/>
                  <a:pt x="7732975" y="3895539"/>
                  <a:pt x="7732975" y="3895539"/>
                </a:cubicBezTo>
                <a:lnTo>
                  <a:pt x="7740038" y="3895539"/>
                </a:lnTo>
                <a:cubicBezTo>
                  <a:pt x="7740293" y="3895539"/>
                  <a:pt x="7740652" y="3895898"/>
                  <a:pt x="7740652" y="3895898"/>
                </a:cubicBezTo>
                <a:lnTo>
                  <a:pt x="7744184" y="3902040"/>
                </a:lnTo>
                <a:cubicBezTo>
                  <a:pt x="7744286" y="3902245"/>
                  <a:pt x="7744184" y="3902705"/>
                  <a:pt x="7744184" y="3902705"/>
                </a:cubicBezTo>
                <a:lnTo>
                  <a:pt x="7740652" y="3908846"/>
                </a:lnTo>
                <a:cubicBezTo>
                  <a:pt x="7740498" y="3909051"/>
                  <a:pt x="7740038" y="3909204"/>
                  <a:pt x="7740038" y="3909204"/>
                </a:cubicBezTo>
                <a:close/>
                <a:moveTo>
                  <a:pt x="10118915" y="3909205"/>
                </a:moveTo>
                <a:lnTo>
                  <a:pt x="10111851" y="3909205"/>
                </a:lnTo>
                <a:cubicBezTo>
                  <a:pt x="10111595" y="3909205"/>
                  <a:pt x="10111237" y="3908846"/>
                  <a:pt x="10111237" y="3908846"/>
                </a:cubicBezTo>
                <a:lnTo>
                  <a:pt x="10107705" y="3902705"/>
                </a:lnTo>
                <a:cubicBezTo>
                  <a:pt x="10107603" y="3902500"/>
                  <a:pt x="10107705" y="3902040"/>
                  <a:pt x="10107705" y="3902040"/>
                </a:cubicBezTo>
                <a:lnTo>
                  <a:pt x="10111237" y="3895898"/>
                </a:lnTo>
                <a:cubicBezTo>
                  <a:pt x="10111390" y="3895693"/>
                  <a:pt x="10111851" y="3895539"/>
                  <a:pt x="10111851" y="3895539"/>
                </a:cubicBezTo>
                <a:lnTo>
                  <a:pt x="10118914" y="3895539"/>
                </a:lnTo>
                <a:lnTo>
                  <a:pt x="10118915" y="3895540"/>
                </a:lnTo>
                <a:cubicBezTo>
                  <a:pt x="10119172" y="3895540"/>
                  <a:pt x="10119529" y="3895898"/>
                  <a:pt x="10119529" y="3895898"/>
                </a:cubicBezTo>
                <a:lnTo>
                  <a:pt x="10123060" y="3902040"/>
                </a:lnTo>
                <a:cubicBezTo>
                  <a:pt x="10123162" y="3902245"/>
                  <a:pt x="10123060" y="3902705"/>
                  <a:pt x="10123060" y="3902705"/>
                </a:cubicBezTo>
                <a:lnTo>
                  <a:pt x="10119529" y="3908847"/>
                </a:lnTo>
                <a:cubicBezTo>
                  <a:pt x="10119376" y="3909052"/>
                  <a:pt x="10118915" y="3909205"/>
                  <a:pt x="10118915" y="3909205"/>
                </a:cubicBezTo>
                <a:close/>
                <a:moveTo>
                  <a:pt x="7343590" y="3909212"/>
                </a:moveTo>
                <a:lnTo>
                  <a:pt x="7336524" y="3909212"/>
                </a:lnTo>
                <a:cubicBezTo>
                  <a:pt x="7336270" y="3909212"/>
                  <a:pt x="7335912" y="3908854"/>
                  <a:pt x="7335912" y="3908854"/>
                </a:cubicBezTo>
                <a:lnTo>
                  <a:pt x="7332379" y="3902712"/>
                </a:lnTo>
                <a:cubicBezTo>
                  <a:pt x="7332277" y="3902508"/>
                  <a:pt x="7332379" y="3902048"/>
                  <a:pt x="7332379" y="3902048"/>
                </a:cubicBezTo>
                <a:lnTo>
                  <a:pt x="7335912" y="3895906"/>
                </a:lnTo>
                <a:cubicBezTo>
                  <a:pt x="7336065" y="3895701"/>
                  <a:pt x="7336524" y="3895546"/>
                  <a:pt x="7336524" y="3895546"/>
                </a:cubicBezTo>
                <a:lnTo>
                  <a:pt x="7343590" y="3895546"/>
                </a:lnTo>
                <a:cubicBezTo>
                  <a:pt x="7343844" y="3895546"/>
                  <a:pt x="7344202" y="3895906"/>
                  <a:pt x="7344202" y="3895906"/>
                </a:cubicBezTo>
                <a:lnTo>
                  <a:pt x="7347733" y="3902048"/>
                </a:lnTo>
                <a:cubicBezTo>
                  <a:pt x="7347837" y="3902252"/>
                  <a:pt x="7347733" y="3902712"/>
                  <a:pt x="7347733" y="3902712"/>
                </a:cubicBezTo>
                <a:lnTo>
                  <a:pt x="7344202" y="3908854"/>
                </a:lnTo>
                <a:cubicBezTo>
                  <a:pt x="7344048" y="3909059"/>
                  <a:pt x="7343590" y="3909212"/>
                  <a:pt x="7343590" y="3909212"/>
                </a:cubicBezTo>
                <a:close/>
                <a:moveTo>
                  <a:pt x="8136580" y="3909214"/>
                </a:moveTo>
                <a:lnTo>
                  <a:pt x="8129518" y="3909214"/>
                </a:lnTo>
                <a:cubicBezTo>
                  <a:pt x="8129262" y="3909214"/>
                  <a:pt x="8128904" y="3908857"/>
                  <a:pt x="8128904" y="3908857"/>
                </a:cubicBezTo>
                <a:lnTo>
                  <a:pt x="8125372" y="3902715"/>
                </a:lnTo>
                <a:cubicBezTo>
                  <a:pt x="8125269" y="3902511"/>
                  <a:pt x="8125372" y="3902048"/>
                  <a:pt x="8125372" y="3902048"/>
                </a:cubicBezTo>
                <a:lnTo>
                  <a:pt x="8128904" y="3895907"/>
                </a:lnTo>
                <a:cubicBezTo>
                  <a:pt x="8129057" y="3895702"/>
                  <a:pt x="8129518" y="3895548"/>
                  <a:pt x="8129518" y="3895548"/>
                </a:cubicBezTo>
                <a:lnTo>
                  <a:pt x="8136580" y="3895548"/>
                </a:lnTo>
                <a:cubicBezTo>
                  <a:pt x="8136837" y="3895548"/>
                  <a:pt x="8137196" y="3895907"/>
                  <a:pt x="8137196" y="3895907"/>
                </a:cubicBezTo>
                <a:lnTo>
                  <a:pt x="8140728" y="3902048"/>
                </a:lnTo>
                <a:cubicBezTo>
                  <a:pt x="8140830" y="3902253"/>
                  <a:pt x="8140728" y="3902715"/>
                  <a:pt x="8140728" y="3902715"/>
                </a:cubicBezTo>
                <a:lnTo>
                  <a:pt x="8137196" y="3908857"/>
                </a:lnTo>
                <a:cubicBezTo>
                  <a:pt x="8137042" y="3909060"/>
                  <a:pt x="8136580" y="3909214"/>
                  <a:pt x="8136580" y="3909214"/>
                </a:cubicBezTo>
                <a:close/>
                <a:moveTo>
                  <a:pt x="8533051" y="3909214"/>
                </a:moveTo>
                <a:lnTo>
                  <a:pt x="8525987" y="3909214"/>
                </a:lnTo>
                <a:cubicBezTo>
                  <a:pt x="8525731" y="3909214"/>
                  <a:pt x="8525372" y="3908857"/>
                  <a:pt x="8525372" y="3908857"/>
                </a:cubicBezTo>
                <a:lnTo>
                  <a:pt x="8521841" y="3902715"/>
                </a:lnTo>
                <a:cubicBezTo>
                  <a:pt x="8521739" y="3902511"/>
                  <a:pt x="8521841" y="3902049"/>
                  <a:pt x="8521841" y="3902049"/>
                </a:cubicBezTo>
                <a:lnTo>
                  <a:pt x="8525372" y="3895907"/>
                </a:lnTo>
                <a:cubicBezTo>
                  <a:pt x="8525526" y="3895703"/>
                  <a:pt x="8525987" y="3895550"/>
                  <a:pt x="8525987" y="3895550"/>
                </a:cubicBezTo>
                <a:lnTo>
                  <a:pt x="8533051" y="3895550"/>
                </a:lnTo>
                <a:cubicBezTo>
                  <a:pt x="8533305" y="3895550"/>
                  <a:pt x="8533666" y="3895907"/>
                  <a:pt x="8533666" y="3895907"/>
                </a:cubicBezTo>
                <a:lnTo>
                  <a:pt x="8537196" y="3902049"/>
                </a:lnTo>
                <a:cubicBezTo>
                  <a:pt x="8537298" y="3902254"/>
                  <a:pt x="8537196" y="3902715"/>
                  <a:pt x="8537196" y="3902715"/>
                </a:cubicBezTo>
                <a:lnTo>
                  <a:pt x="8533666" y="3908857"/>
                </a:lnTo>
                <a:cubicBezTo>
                  <a:pt x="8533512" y="3909061"/>
                  <a:pt x="8533051" y="3909214"/>
                  <a:pt x="8533051" y="3909214"/>
                </a:cubicBezTo>
                <a:close/>
                <a:moveTo>
                  <a:pt x="5163134" y="3909218"/>
                </a:moveTo>
                <a:lnTo>
                  <a:pt x="5156070" y="3909218"/>
                </a:lnTo>
                <a:cubicBezTo>
                  <a:pt x="5155814" y="3909218"/>
                  <a:pt x="5155456" y="3908860"/>
                  <a:pt x="5155456" y="3908860"/>
                </a:cubicBezTo>
                <a:lnTo>
                  <a:pt x="5151924" y="3902719"/>
                </a:lnTo>
                <a:cubicBezTo>
                  <a:pt x="5151822" y="3902514"/>
                  <a:pt x="5151924" y="3902053"/>
                  <a:pt x="5151924" y="3902053"/>
                </a:cubicBezTo>
                <a:lnTo>
                  <a:pt x="5155456" y="3895911"/>
                </a:lnTo>
                <a:cubicBezTo>
                  <a:pt x="5155610" y="3895706"/>
                  <a:pt x="5156070" y="3895553"/>
                  <a:pt x="5156070" y="3895553"/>
                </a:cubicBezTo>
                <a:lnTo>
                  <a:pt x="5163134" y="3895553"/>
                </a:lnTo>
                <a:cubicBezTo>
                  <a:pt x="5163388" y="3895553"/>
                  <a:pt x="5163748" y="3895911"/>
                  <a:pt x="5163748" y="3895911"/>
                </a:cubicBezTo>
                <a:lnTo>
                  <a:pt x="5167279" y="3902053"/>
                </a:lnTo>
                <a:cubicBezTo>
                  <a:pt x="5167381" y="3902257"/>
                  <a:pt x="5167279" y="3902719"/>
                  <a:pt x="5167279" y="3902719"/>
                </a:cubicBezTo>
                <a:lnTo>
                  <a:pt x="5163748" y="3908860"/>
                </a:lnTo>
                <a:cubicBezTo>
                  <a:pt x="5163594" y="3909065"/>
                  <a:pt x="5163134" y="3909218"/>
                  <a:pt x="5163134" y="3909218"/>
                </a:cubicBezTo>
                <a:close/>
                <a:moveTo>
                  <a:pt x="4766683" y="3909220"/>
                </a:moveTo>
                <a:lnTo>
                  <a:pt x="4759621" y="3909220"/>
                </a:lnTo>
                <a:cubicBezTo>
                  <a:pt x="4759364" y="3909220"/>
                  <a:pt x="4759007" y="3908861"/>
                  <a:pt x="4759007" y="3908861"/>
                </a:cubicBezTo>
                <a:lnTo>
                  <a:pt x="4755475" y="3902719"/>
                </a:lnTo>
                <a:cubicBezTo>
                  <a:pt x="4755372" y="3902515"/>
                  <a:pt x="4755475" y="3902055"/>
                  <a:pt x="4755475" y="3902055"/>
                </a:cubicBezTo>
                <a:lnTo>
                  <a:pt x="4759007" y="3895912"/>
                </a:lnTo>
                <a:cubicBezTo>
                  <a:pt x="4759160" y="3895708"/>
                  <a:pt x="4759621" y="3895554"/>
                  <a:pt x="4759621" y="3895554"/>
                </a:cubicBezTo>
                <a:lnTo>
                  <a:pt x="4766683" y="3895554"/>
                </a:lnTo>
                <a:cubicBezTo>
                  <a:pt x="4766940" y="3895554"/>
                  <a:pt x="4767297" y="3895912"/>
                  <a:pt x="4767297" y="3895912"/>
                </a:cubicBezTo>
                <a:lnTo>
                  <a:pt x="4770829" y="3902055"/>
                </a:lnTo>
                <a:cubicBezTo>
                  <a:pt x="4770932" y="3902260"/>
                  <a:pt x="4770829" y="3902719"/>
                  <a:pt x="4770829" y="3902719"/>
                </a:cubicBezTo>
                <a:lnTo>
                  <a:pt x="4767297" y="3908861"/>
                </a:lnTo>
                <a:cubicBezTo>
                  <a:pt x="4767144" y="3909066"/>
                  <a:pt x="4766683" y="3909220"/>
                  <a:pt x="4766683" y="3909220"/>
                </a:cubicBezTo>
                <a:close/>
                <a:moveTo>
                  <a:pt x="3379008" y="3909223"/>
                </a:moveTo>
                <a:lnTo>
                  <a:pt x="3371947" y="3909223"/>
                </a:lnTo>
                <a:cubicBezTo>
                  <a:pt x="3371690" y="3909223"/>
                  <a:pt x="3371332" y="3908865"/>
                  <a:pt x="3371332" y="3908865"/>
                </a:cubicBezTo>
                <a:lnTo>
                  <a:pt x="3367800" y="3902723"/>
                </a:lnTo>
                <a:cubicBezTo>
                  <a:pt x="3367697" y="3902518"/>
                  <a:pt x="3367800" y="3902057"/>
                  <a:pt x="3367800" y="3902057"/>
                </a:cubicBezTo>
                <a:lnTo>
                  <a:pt x="3371332" y="3895916"/>
                </a:lnTo>
                <a:cubicBezTo>
                  <a:pt x="3371485" y="3895711"/>
                  <a:pt x="3371947" y="3895557"/>
                  <a:pt x="3371947" y="3895557"/>
                </a:cubicBezTo>
                <a:lnTo>
                  <a:pt x="3379008" y="3895557"/>
                </a:lnTo>
                <a:cubicBezTo>
                  <a:pt x="3379265" y="3895557"/>
                  <a:pt x="3379624" y="3895916"/>
                  <a:pt x="3379624" y="3895916"/>
                </a:cubicBezTo>
                <a:lnTo>
                  <a:pt x="3383155" y="3902057"/>
                </a:lnTo>
                <a:cubicBezTo>
                  <a:pt x="3383257" y="3902263"/>
                  <a:pt x="3383155" y="3902723"/>
                  <a:pt x="3383155" y="3902723"/>
                </a:cubicBezTo>
                <a:lnTo>
                  <a:pt x="3379624" y="3908865"/>
                </a:lnTo>
                <a:cubicBezTo>
                  <a:pt x="3379470" y="3909069"/>
                  <a:pt x="3379008" y="3909223"/>
                  <a:pt x="3379008" y="3909223"/>
                </a:cubicBezTo>
                <a:close/>
                <a:moveTo>
                  <a:pt x="5559633" y="3909225"/>
                </a:moveTo>
                <a:lnTo>
                  <a:pt x="5552569" y="3909225"/>
                </a:lnTo>
                <a:cubicBezTo>
                  <a:pt x="5552314" y="3909225"/>
                  <a:pt x="5551956" y="3908867"/>
                  <a:pt x="5551956" y="3908867"/>
                </a:cubicBezTo>
                <a:lnTo>
                  <a:pt x="5548424" y="3902725"/>
                </a:lnTo>
                <a:cubicBezTo>
                  <a:pt x="5548322" y="3902521"/>
                  <a:pt x="5548424" y="3902060"/>
                  <a:pt x="5548424" y="3902060"/>
                </a:cubicBezTo>
                <a:lnTo>
                  <a:pt x="5551956" y="3895917"/>
                </a:lnTo>
                <a:cubicBezTo>
                  <a:pt x="5552109" y="3895712"/>
                  <a:pt x="5552569" y="3895559"/>
                  <a:pt x="5552569" y="3895559"/>
                </a:cubicBezTo>
                <a:lnTo>
                  <a:pt x="5559633" y="3895559"/>
                </a:lnTo>
                <a:cubicBezTo>
                  <a:pt x="5559889" y="3895559"/>
                  <a:pt x="5560246" y="3895917"/>
                  <a:pt x="5560246" y="3895917"/>
                </a:cubicBezTo>
                <a:lnTo>
                  <a:pt x="5563779" y="3902060"/>
                </a:lnTo>
                <a:cubicBezTo>
                  <a:pt x="5563881" y="3902264"/>
                  <a:pt x="5563779" y="3902725"/>
                  <a:pt x="5563779" y="3902725"/>
                </a:cubicBezTo>
                <a:lnTo>
                  <a:pt x="5560246" y="3908867"/>
                </a:lnTo>
                <a:cubicBezTo>
                  <a:pt x="5560094" y="3909070"/>
                  <a:pt x="5559633" y="3909225"/>
                  <a:pt x="5559633" y="3909225"/>
                </a:cubicBezTo>
                <a:close/>
                <a:moveTo>
                  <a:pt x="5361358" y="3909237"/>
                </a:moveTo>
                <a:lnTo>
                  <a:pt x="5354295" y="3909237"/>
                </a:lnTo>
                <a:cubicBezTo>
                  <a:pt x="5354038" y="3909237"/>
                  <a:pt x="5353680" y="3908879"/>
                  <a:pt x="5353680" y="3908879"/>
                </a:cubicBezTo>
                <a:lnTo>
                  <a:pt x="5350149" y="3902737"/>
                </a:lnTo>
                <a:cubicBezTo>
                  <a:pt x="5350047" y="3902532"/>
                  <a:pt x="5350149" y="3902073"/>
                  <a:pt x="5350149" y="3902073"/>
                </a:cubicBezTo>
                <a:lnTo>
                  <a:pt x="5353680" y="3895929"/>
                </a:lnTo>
                <a:cubicBezTo>
                  <a:pt x="5353835" y="3895725"/>
                  <a:pt x="5354295" y="3895571"/>
                  <a:pt x="5354295" y="3895571"/>
                </a:cubicBezTo>
                <a:lnTo>
                  <a:pt x="5361358" y="3895571"/>
                </a:lnTo>
                <a:cubicBezTo>
                  <a:pt x="5361614" y="3895571"/>
                  <a:pt x="5361972" y="3895929"/>
                  <a:pt x="5361972" y="3895929"/>
                </a:cubicBezTo>
                <a:lnTo>
                  <a:pt x="5365503" y="3902073"/>
                </a:lnTo>
                <a:cubicBezTo>
                  <a:pt x="5365606" y="3902278"/>
                  <a:pt x="5365503" y="3902737"/>
                  <a:pt x="5365503" y="3902737"/>
                </a:cubicBezTo>
                <a:lnTo>
                  <a:pt x="5361972" y="3908879"/>
                </a:lnTo>
                <a:cubicBezTo>
                  <a:pt x="5361818" y="3909083"/>
                  <a:pt x="5361358" y="3909237"/>
                  <a:pt x="5361358" y="3909237"/>
                </a:cubicBezTo>
                <a:close/>
                <a:moveTo>
                  <a:pt x="8929486" y="3909238"/>
                </a:moveTo>
                <a:lnTo>
                  <a:pt x="8922423" y="3909238"/>
                </a:lnTo>
                <a:cubicBezTo>
                  <a:pt x="8922168" y="3909238"/>
                  <a:pt x="8921809" y="3908880"/>
                  <a:pt x="8921809" y="3908880"/>
                </a:cubicBezTo>
                <a:lnTo>
                  <a:pt x="8918278" y="3902739"/>
                </a:lnTo>
                <a:cubicBezTo>
                  <a:pt x="8918175" y="3902534"/>
                  <a:pt x="8918278" y="3902073"/>
                  <a:pt x="8918278" y="3902073"/>
                </a:cubicBezTo>
                <a:lnTo>
                  <a:pt x="8921809" y="3895931"/>
                </a:lnTo>
                <a:cubicBezTo>
                  <a:pt x="8921962" y="3895726"/>
                  <a:pt x="8922423" y="3895573"/>
                  <a:pt x="8922423" y="3895573"/>
                </a:cubicBezTo>
                <a:lnTo>
                  <a:pt x="8922454" y="3895573"/>
                </a:lnTo>
                <a:lnTo>
                  <a:pt x="8922487" y="3895553"/>
                </a:lnTo>
                <a:lnTo>
                  <a:pt x="8929551" y="3895553"/>
                </a:lnTo>
                <a:cubicBezTo>
                  <a:pt x="8929806" y="3895553"/>
                  <a:pt x="8930165" y="3895911"/>
                  <a:pt x="8930165" y="3895911"/>
                </a:cubicBezTo>
                <a:lnTo>
                  <a:pt x="8933697" y="3902053"/>
                </a:lnTo>
                <a:cubicBezTo>
                  <a:pt x="8933799" y="3902257"/>
                  <a:pt x="8933697" y="3902719"/>
                  <a:pt x="8933697" y="3902719"/>
                </a:cubicBezTo>
                <a:lnTo>
                  <a:pt x="8930165" y="3908860"/>
                </a:lnTo>
                <a:cubicBezTo>
                  <a:pt x="8930011" y="3909065"/>
                  <a:pt x="8929551" y="3909218"/>
                  <a:pt x="8929551" y="3909218"/>
                </a:cubicBezTo>
                <a:lnTo>
                  <a:pt x="8929520" y="3909218"/>
                </a:lnTo>
                <a:close/>
                <a:moveTo>
                  <a:pt x="3577234" y="3909239"/>
                </a:moveTo>
                <a:lnTo>
                  <a:pt x="3570172" y="3909239"/>
                </a:lnTo>
                <a:cubicBezTo>
                  <a:pt x="3569914" y="3909239"/>
                  <a:pt x="3569557" y="3908882"/>
                  <a:pt x="3569557" y="3908882"/>
                </a:cubicBezTo>
                <a:lnTo>
                  <a:pt x="3566024" y="3902740"/>
                </a:lnTo>
                <a:cubicBezTo>
                  <a:pt x="3565922" y="3902535"/>
                  <a:pt x="3566024" y="3902074"/>
                  <a:pt x="3566024" y="3902074"/>
                </a:cubicBezTo>
                <a:lnTo>
                  <a:pt x="3569557" y="3895933"/>
                </a:lnTo>
                <a:cubicBezTo>
                  <a:pt x="3569709" y="3895728"/>
                  <a:pt x="3570172" y="3895574"/>
                  <a:pt x="3570172" y="3895574"/>
                </a:cubicBezTo>
                <a:lnTo>
                  <a:pt x="3577234" y="3895574"/>
                </a:lnTo>
                <a:cubicBezTo>
                  <a:pt x="3577489" y="3895574"/>
                  <a:pt x="3577848" y="3895933"/>
                  <a:pt x="3577848" y="3895933"/>
                </a:cubicBezTo>
                <a:lnTo>
                  <a:pt x="3581379" y="3902074"/>
                </a:lnTo>
                <a:cubicBezTo>
                  <a:pt x="3581481" y="3902280"/>
                  <a:pt x="3581379" y="3902740"/>
                  <a:pt x="3581379" y="3902740"/>
                </a:cubicBezTo>
                <a:lnTo>
                  <a:pt x="3577848" y="3908882"/>
                </a:lnTo>
                <a:cubicBezTo>
                  <a:pt x="3577694" y="3909087"/>
                  <a:pt x="3577234" y="3909239"/>
                  <a:pt x="3577234" y="3909239"/>
                </a:cubicBezTo>
                <a:close/>
                <a:moveTo>
                  <a:pt x="5757857" y="3909240"/>
                </a:moveTo>
                <a:lnTo>
                  <a:pt x="5750795" y="3909240"/>
                </a:lnTo>
                <a:cubicBezTo>
                  <a:pt x="5750538" y="3909240"/>
                  <a:pt x="5750181" y="3908882"/>
                  <a:pt x="5750181" y="3908882"/>
                </a:cubicBezTo>
                <a:lnTo>
                  <a:pt x="5746649" y="3902741"/>
                </a:lnTo>
                <a:cubicBezTo>
                  <a:pt x="5746546" y="3902537"/>
                  <a:pt x="5746649" y="3902076"/>
                  <a:pt x="5746649" y="3902076"/>
                </a:cubicBezTo>
                <a:lnTo>
                  <a:pt x="5750181" y="3895934"/>
                </a:lnTo>
                <a:cubicBezTo>
                  <a:pt x="5750333" y="3895729"/>
                  <a:pt x="5750795" y="3895575"/>
                  <a:pt x="5750795" y="3895575"/>
                </a:cubicBezTo>
                <a:lnTo>
                  <a:pt x="5757857" y="3895575"/>
                </a:lnTo>
                <a:cubicBezTo>
                  <a:pt x="5758114" y="3895575"/>
                  <a:pt x="5758471" y="3895934"/>
                  <a:pt x="5758471" y="3895934"/>
                </a:cubicBezTo>
                <a:lnTo>
                  <a:pt x="5762003" y="3902076"/>
                </a:lnTo>
                <a:cubicBezTo>
                  <a:pt x="5762106" y="3902281"/>
                  <a:pt x="5762003" y="3902741"/>
                  <a:pt x="5762003" y="3902741"/>
                </a:cubicBezTo>
                <a:lnTo>
                  <a:pt x="5758471" y="3908882"/>
                </a:lnTo>
                <a:cubicBezTo>
                  <a:pt x="5758318" y="3909087"/>
                  <a:pt x="5757857" y="3909240"/>
                  <a:pt x="5757857" y="3909240"/>
                </a:cubicBezTo>
                <a:close/>
                <a:moveTo>
                  <a:pt x="6947256" y="3909247"/>
                </a:moveTo>
                <a:lnTo>
                  <a:pt x="6940193" y="3909247"/>
                </a:lnTo>
                <a:cubicBezTo>
                  <a:pt x="6939937" y="3909247"/>
                  <a:pt x="6939578" y="3908889"/>
                  <a:pt x="6939578" y="3908889"/>
                </a:cubicBezTo>
                <a:lnTo>
                  <a:pt x="6936048" y="3902747"/>
                </a:lnTo>
                <a:cubicBezTo>
                  <a:pt x="6935945" y="3902543"/>
                  <a:pt x="6936048" y="3902083"/>
                  <a:pt x="6936048" y="3902083"/>
                </a:cubicBezTo>
                <a:lnTo>
                  <a:pt x="6939578" y="3895941"/>
                </a:lnTo>
                <a:cubicBezTo>
                  <a:pt x="6939733" y="3895736"/>
                  <a:pt x="6940193" y="3895582"/>
                  <a:pt x="6940193" y="3895582"/>
                </a:cubicBezTo>
                <a:lnTo>
                  <a:pt x="6947256" y="3895582"/>
                </a:lnTo>
                <a:cubicBezTo>
                  <a:pt x="6947512" y="3895582"/>
                  <a:pt x="6947870" y="3895941"/>
                  <a:pt x="6947870" y="3895941"/>
                </a:cubicBezTo>
                <a:lnTo>
                  <a:pt x="6951402" y="3902083"/>
                </a:lnTo>
                <a:cubicBezTo>
                  <a:pt x="6951504" y="3902288"/>
                  <a:pt x="6951402" y="3902747"/>
                  <a:pt x="6951402" y="3902747"/>
                </a:cubicBezTo>
                <a:lnTo>
                  <a:pt x="6947870" y="3908889"/>
                </a:lnTo>
                <a:cubicBezTo>
                  <a:pt x="6947717" y="3909094"/>
                  <a:pt x="6947256" y="3909247"/>
                  <a:pt x="6947256" y="3909247"/>
                </a:cubicBezTo>
                <a:close/>
                <a:moveTo>
                  <a:pt x="3180784" y="3909250"/>
                </a:moveTo>
                <a:lnTo>
                  <a:pt x="3173721" y="3909250"/>
                </a:lnTo>
                <a:cubicBezTo>
                  <a:pt x="3173466" y="3909250"/>
                  <a:pt x="3173107" y="3908893"/>
                  <a:pt x="3173107" y="3908893"/>
                </a:cubicBezTo>
                <a:lnTo>
                  <a:pt x="3169576" y="3902751"/>
                </a:lnTo>
                <a:cubicBezTo>
                  <a:pt x="3169473" y="3902546"/>
                  <a:pt x="3169576" y="3902085"/>
                  <a:pt x="3169576" y="3902085"/>
                </a:cubicBezTo>
                <a:lnTo>
                  <a:pt x="3173107" y="3895943"/>
                </a:lnTo>
                <a:cubicBezTo>
                  <a:pt x="3173261" y="3895738"/>
                  <a:pt x="3173721" y="3895585"/>
                  <a:pt x="3173721" y="3895585"/>
                </a:cubicBezTo>
                <a:lnTo>
                  <a:pt x="3180784" y="3895585"/>
                </a:lnTo>
                <a:cubicBezTo>
                  <a:pt x="3181040" y="3895585"/>
                  <a:pt x="3181398" y="3895943"/>
                  <a:pt x="3181398" y="3895943"/>
                </a:cubicBezTo>
                <a:lnTo>
                  <a:pt x="3184931" y="3902085"/>
                </a:lnTo>
                <a:cubicBezTo>
                  <a:pt x="3185033" y="3902289"/>
                  <a:pt x="3184931" y="3902751"/>
                  <a:pt x="3184931" y="3902751"/>
                </a:cubicBezTo>
                <a:lnTo>
                  <a:pt x="3181398" y="3908893"/>
                </a:lnTo>
                <a:cubicBezTo>
                  <a:pt x="3181245" y="3909097"/>
                  <a:pt x="3180784" y="3909250"/>
                  <a:pt x="3180784" y="3909250"/>
                </a:cubicBezTo>
                <a:close/>
                <a:moveTo>
                  <a:pt x="6154307" y="3909250"/>
                </a:moveTo>
                <a:lnTo>
                  <a:pt x="6147243" y="3909250"/>
                </a:lnTo>
                <a:cubicBezTo>
                  <a:pt x="6146988" y="3909250"/>
                  <a:pt x="6146629" y="3908893"/>
                  <a:pt x="6146629" y="3908893"/>
                </a:cubicBezTo>
                <a:lnTo>
                  <a:pt x="6143098" y="3902751"/>
                </a:lnTo>
                <a:cubicBezTo>
                  <a:pt x="6142996" y="3902547"/>
                  <a:pt x="6143098" y="3902085"/>
                  <a:pt x="6143098" y="3902085"/>
                </a:cubicBezTo>
                <a:lnTo>
                  <a:pt x="6146629" y="3895943"/>
                </a:lnTo>
                <a:cubicBezTo>
                  <a:pt x="6146783" y="3895739"/>
                  <a:pt x="6147243" y="3895585"/>
                  <a:pt x="6147243" y="3895585"/>
                </a:cubicBezTo>
                <a:lnTo>
                  <a:pt x="6154307" y="3895585"/>
                </a:lnTo>
                <a:cubicBezTo>
                  <a:pt x="6154562" y="3895585"/>
                  <a:pt x="6154921" y="3895943"/>
                  <a:pt x="6154921" y="3895943"/>
                </a:cubicBezTo>
                <a:lnTo>
                  <a:pt x="6158453" y="3902085"/>
                </a:lnTo>
                <a:cubicBezTo>
                  <a:pt x="6158554" y="3902290"/>
                  <a:pt x="6158453" y="3902751"/>
                  <a:pt x="6158453" y="3902751"/>
                </a:cubicBezTo>
                <a:lnTo>
                  <a:pt x="6154921" y="3908893"/>
                </a:lnTo>
                <a:cubicBezTo>
                  <a:pt x="6154768" y="3909097"/>
                  <a:pt x="6154307" y="3909250"/>
                  <a:pt x="6154307" y="3909250"/>
                </a:cubicBezTo>
                <a:close/>
                <a:moveTo>
                  <a:pt x="6550807" y="3909250"/>
                </a:moveTo>
                <a:lnTo>
                  <a:pt x="6543744" y="3909250"/>
                </a:lnTo>
                <a:cubicBezTo>
                  <a:pt x="6543488" y="3909250"/>
                  <a:pt x="6543129" y="3908893"/>
                  <a:pt x="6543129" y="3908893"/>
                </a:cubicBezTo>
                <a:lnTo>
                  <a:pt x="6539598" y="3902751"/>
                </a:lnTo>
                <a:cubicBezTo>
                  <a:pt x="6539495" y="3902546"/>
                  <a:pt x="6539598" y="3902085"/>
                  <a:pt x="6539598" y="3902085"/>
                </a:cubicBezTo>
                <a:lnTo>
                  <a:pt x="6543129" y="3895943"/>
                </a:lnTo>
                <a:cubicBezTo>
                  <a:pt x="6543282" y="3895738"/>
                  <a:pt x="6543744" y="3895585"/>
                  <a:pt x="6543744" y="3895585"/>
                </a:cubicBezTo>
                <a:lnTo>
                  <a:pt x="6550807" y="3895585"/>
                </a:lnTo>
                <a:cubicBezTo>
                  <a:pt x="6551063" y="3895585"/>
                  <a:pt x="6551420" y="3895943"/>
                  <a:pt x="6551420" y="3895943"/>
                </a:cubicBezTo>
                <a:lnTo>
                  <a:pt x="6554953" y="3902085"/>
                </a:lnTo>
                <a:cubicBezTo>
                  <a:pt x="6555055" y="3902290"/>
                  <a:pt x="6554953" y="3902751"/>
                  <a:pt x="6554953" y="3902751"/>
                </a:cubicBezTo>
                <a:lnTo>
                  <a:pt x="6551420" y="3908893"/>
                </a:lnTo>
                <a:cubicBezTo>
                  <a:pt x="6551267" y="3909097"/>
                  <a:pt x="6550807" y="3909250"/>
                  <a:pt x="6550807" y="3909250"/>
                </a:cubicBezTo>
                <a:close/>
                <a:moveTo>
                  <a:pt x="6749031" y="3909250"/>
                </a:moveTo>
                <a:lnTo>
                  <a:pt x="6741967" y="3909250"/>
                </a:lnTo>
                <a:cubicBezTo>
                  <a:pt x="6741711" y="3909250"/>
                  <a:pt x="6741354" y="3908893"/>
                  <a:pt x="6741354" y="3908893"/>
                </a:cubicBezTo>
                <a:lnTo>
                  <a:pt x="6737823" y="3902751"/>
                </a:lnTo>
                <a:cubicBezTo>
                  <a:pt x="6737720" y="3902547"/>
                  <a:pt x="6737823" y="3902085"/>
                  <a:pt x="6737823" y="3902085"/>
                </a:cubicBezTo>
                <a:lnTo>
                  <a:pt x="6741354" y="3895944"/>
                </a:lnTo>
                <a:cubicBezTo>
                  <a:pt x="6741508" y="3895739"/>
                  <a:pt x="6741967" y="3895585"/>
                  <a:pt x="6741967" y="3895585"/>
                </a:cubicBezTo>
                <a:lnTo>
                  <a:pt x="6749031" y="3895585"/>
                </a:lnTo>
                <a:cubicBezTo>
                  <a:pt x="6749287" y="3895585"/>
                  <a:pt x="6749646" y="3895944"/>
                  <a:pt x="6749646" y="3895944"/>
                </a:cubicBezTo>
                <a:lnTo>
                  <a:pt x="6753177" y="3902085"/>
                </a:lnTo>
                <a:cubicBezTo>
                  <a:pt x="6753279" y="3902290"/>
                  <a:pt x="6753177" y="3902751"/>
                  <a:pt x="6753177" y="3902751"/>
                </a:cubicBezTo>
                <a:lnTo>
                  <a:pt x="6749646" y="3908893"/>
                </a:lnTo>
                <a:cubicBezTo>
                  <a:pt x="6749491" y="3909097"/>
                  <a:pt x="6749031" y="3909250"/>
                  <a:pt x="6749031" y="3909250"/>
                </a:cubicBezTo>
                <a:close/>
                <a:moveTo>
                  <a:pt x="4171959" y="3909251"/>
                </a:moveTo>
                <a:lnTo>
                  <a:pt x="4164896" y="3909251"/>
                </a:lnTo>
                <a:cubicBezTo>
                  <a:pt x="4164640" y="3909251"/>
                  <a:pt x="4164282" y="3908893"/>
                  <a:pt x="4164282" y="3908893"/>
                </a:cubicBezTo>
                <a:lnTo>
                  <a:pt x="4160751" y="3902751"/>
                </a:lnTo>
                <a:cubicBezTo>
                  <a:pt x="4160648" y="3902547"/>
                  <a:pt x="4160751" y="3902087"/>
                  <a:pt x="4160751" y="3902087"/>
                </a:cubicBezTo>
                <a:lnTo>
                  <a:pt x="4164282" y="3895944"/>
                </a:lnTo>
                <a:cubicBezTo>
                  <a:pt x="4164435" y="3895739"/>
                  <a:pt x="4164896" y="3895585"/>
                  <a:pt x="4164896" y="3895585"/>
                </a:cubicBezTo>
                <a:lnTo>
                  <a:pt x="4171959" y="3895585"/>
                </a:lnTo>
                <a:cubicBezTo>
                  <a:pt x="4172215" y="3895585"/>
                  <a:pt x="4172573" y="3895944"/>
                  <a:pt x="4172573" y="3895944"/>
                </a:cubicBezTo>
                <a:lnTo>
                  <a:pt x="4176105" y="3902087"/>
                </a:lnTo>
                <a:cubicBezTo>
                  <a:pt x="4176207" y="3902291"/>
                  <a:pt x="4176105" y="3902751"/>
                  <a:pt x="4176105" y="3902751"/>
                </a:cubicBezTo>
                <a:lnTo>
                  <a:pt x="4172573" y="3908893"/>
                </a:lnTo>
                <a:cubicBezTo>
                  <a:pt x="4172419" y="3909097"/>
                  <a:pt x="4171959" y="3909251"/>
                  <a:pt x="4171959" y="3909251"/>
                </a:cubicBezTo>
                <a:close/>
                <a:moveTo>
                  <a:pt x="8731342" y="3909251"/>
                </a:moveTo>
                <a:lnTo>
                  <a:pt x="8724280" y="3909251"/>
                </a:lnTo>
                <a:lnTo>
                  <a:pt x="8724201" y="3909205"/>
                </a:lnTo>
                <a:lnTo>
                  <a:pt x="8724154" y="3909205"/>
                </a:lnTo>
                <a:cubicBezTo>
                  <a:pt x="8723898" y="3909205"/>
                  <a:pt x="8723540" y="3908847"/>
                  <a:pt x="8723540" y="3908847"/>
                </a:cubicBezTo>
                <a:lnTo>
                  <a:pt x="8720009" y="3902706"/>
                </a:lnTo>
                <a:cubicBezTo>
                  <a:pt x="8719906" y="3902500"/>
                  <a:pt x="8720009" y="3902040"/>
                  <a:pt x="8720009" y="3902040"/>
                </a:cubicBezTo>
                <a:lnTo>
                  <a:pt x="8723540" y="3895898"/>
                </a:lnTo>
                <a:cubicBezTo>
                  <a:pt x="8723693" y="3895693"/>
                  <a:pt x="8724154" y="3895540"/>
                  <a:pt x="8724154" y="3895540"/>
                </a:cubicBezTo>
                <a:lnTo>
                  <a:pt x="8731219" y="3895540"/>
                </a:lnTo>
                <a:lnTo>
                  <a:pt x="8731296" y="3895585"/>
                </a:lnTo>
                <a:lnTo>
                  <a:pt x="8731342" y="3895585"/>
                </a:lnTo>
                <a:cubicBezTo>
                  <a:pt x="8731600" y="3895585"/>
                  <a:pt x="8731956" y="3895944"/>
                  <a:pt x="8731956" y="3895944"/>
                </a:cubicBezTo>
                <a:lnTo>
                  <a:pt x="8735491" y="3902087"/>
                </a:lnTo>
                <a:cubicBezTo>
                  <a:pt x="8735593" y="3902290"/>
                  <a:pt x="8735491" y="3902751"/>
                  <a:pt x="8735491" y="3902751"/>
                </a:cubicBezTo>
                <a:lnTo>
                  <a:pt x="8731956" y="3908893"/>
                </a:lnTo>
                <a:cubicBezTo>
                  <a:pt x="8731803" y="3909097"/>
                  <a:pt x="8731342" y="3909251"/>
                  <a:pt x="8731342" y="3909251"/>
                </a:cubicBezTo>
                <a:close/>
                <a:moveTo>
                  <a:pt x="3775459" y="3909254"/>
                </a:moveTo>
                <a:lnTo>
                  <a:pt x="3768396" y="3909254"/>
                </a:lnTo>
                <a:cubicBezTo>
                  <a:pt x="3768139" y="3909254"/>
                  <a:pt x="3767781" y="3908896"/>
                  <a:pt x="3767781" y="3908896"/>
                </a:cubicBezTo>
                <a:lnTo>
                  <a:pt x="3764249" y="3902754"/>
                </a:lnTo>
                <a:cubicBezTo>
                  <a:pt x="3764147" y="3902550"/>
                  <a:pt x="3764249" y="3902090"/>
                  <a:pt x="3764249" y="3902090"/>
                </a:cubicBezTo>
                <a:lnTo>
                  <a:pt x="3767781" y="3895947"/>
                </a:lnTo>
                <a:cubicBezTo>
                  <a:pt x="3767935" y="3895743"/>
                  <a:pt x="3768396" y="3895589"/>
                  <a:pt x="3768396" y="3895589"/>
                </a:cubicBezTo>
                <a:lnTo>
                  <a:pt x="3775459" y="3895589"/>
                </a:lnTo>
                <a:cubicBezTo>
                  <a:pt x="3775713" y="3895589"/>
                  <a:pt x="3776073" y="3895947"/>
                  <a:pt x="3776073" y="3895947"/>
                </a:cubicBezTo>
                <a:lnTo>
                  <a:pt x="3779604" y="3902090"/>
                </a:lnTo>
                <a:cubicBezTo>
                  <a:pt x="3779706" y="3902293"/>
                  <a:pt x="3779604" y="3902754"/>
                  <a:pt x="3779604" y="3902754"/>
                </a:cubicBezTo>
                <a:lnTo>
                  <a:pt x="3776073" y="3908896"/>
                </a:lnTo>
                <a:cubicBezTo>
                  <a:pt x="3775919" y="3909101"/>
                  <a:pt x="3775459" y="3909254"/>
                  <a:pt x="3775459" y="3909254"/>
                </a:cubicBezTo>
                <a:close/>
                <a:moveTo>
                  <a:pt x="7938387" y="3909254"/>
                </a:moveTo>
                <a:lnTo>
                  <a:pt x="7931324" y="3909254"/>
                </a:lnTo>
                <a:cubicBezTo>
                  <a:pt x="7931068" y="3909254"/>
                  <a:pt x="7930708" y="3908896"/>
                  <a:pt x="7930708" y="3908896"/>
                </a:cubicBezTo>
                <a:lnTo>
                  <a:pt x="7927179" y="3902754"/>
                </a:lnTo>
                <a:cubicBezTo>
                  <a:pt x="7927076" y="3902550"/>
                  <a:pt x="7927179" y="3902089"/>
                  <a:pt x="7927179" y="3902089"/>
                </a:cubicBezTo>
                <a:lnTo>
                  <a:pt x="7930708" y="3895947"/>
                </a:lnTo>
                <a:cubicBezTo>
                  <a:pt x="7930864" y="3895742"/>
                  <a:pt x="7931324" y="3895589"/>
                  <a:pt x="7931324" y="3895589"/>
                </a:cubicBezTo>
                <a:lnTo>
                  <a:pt x="7938387" y="3895589"/>
                </a:lnTo>
                <a:cubicBezTo>
                  <a:pt x="7938644" y="3895589"/>
                  <a:pt x="7939002" y="3895947"/>
                  <a:pt x="7939002" y="3895947"/>
                </a:cubicBezTo>
                <a:lnTo>
                  <a:pt x="7942533" y="3902089"/>
                </a:lnTo>
                <a:cubicBezTo>
                  <a:pt x="7942636" y="3902293"/>
                  <a:pt x="7942533" y="3902754"/>
                  <a:pt x="7942533" y="3902754"/>
                </a:cubicBezTo>
                <a:lnTo>
                  <a:pt x="7939002" y="3908896"/>
                </a:lnTo>
                <a:cubicBezTo>
                  <a:pt x="7938847" y="3909101"/>
                  <a:pt x="7938387" y="3909254"/>
                  <a:pt x="7938387" y="3909254"/>
                </a:cubicBezTo>
                <a:close/>
                <a:moveTo>
                  <a:pt x="4964909" y="3909256"/>
                </a:moveTo>
                <a:lnTo>
                  <a:pt x="4957846" y="3909256"/>
                </a:lnTo>
                <a:cubicBezTo>
                  <a:pt x="4957589" y="3909256"/>
                  <a:pt x="4957232" y="3908898"/>
                  <a:pt x="4957232" y="3908898"/>
                </a:cubicBezTo>
                <a:lnTo>
                  <a:pt x="4953699" y="3902757"/>
                </a:lnTo>
                <a:cubicBezTo>
                  <a:pt x="4953597" y="3902552"/>
                  <a:pt x="4953699" y="3902091"/>
                  <a:pt x="4953699" y="3902091"/>
                </a:cubicBezTo>
                <a:lnTo>
                  <a:pt x="4957232" y="3895949"/>
                </a:lnTo>
                <a:cubicBezTo>
                  <a:pt x="4957384" y="3895744"/>
                  <a:pt x="4957846" y="3895591"/>
                  <a:pt x="4957846" y="3895591"/>
                </a:cubicBezTo>
                <a:lnTo>
                  <a:pt x="4964909" y="3895591"/>
                </a:lnTo>
                <a:cubicBezTo>
                  <a:pt x="4965164" y="3895591"/>
                  <a:pt x="4965523" y="3895949"/>
                  <a:pt x="4965523" y="3895949"/>
                </a:cubicBezTo>
                <a:lnTo>
                  <a:pt x="4969054" y="3902091"/>
                </a:lnTo>
                <a:cubicBezTo>
                  <a:pt x="4969156" y="3902296"/>
                  <a:pt x="4969054" y="3902757"/>
                  <a:pt x="4969054" y="3902757"/>
                </a:cubicBezTo>
                <a:lnTo>
                  <a:pt x="4965523" y="3908898"/>
                </a:lnTo>
                <a:cubicBezTo>
                  <a:pt x="4965369" y="3909103"/>
                  <a:pt x="4964909" y="3909256"/>
                  <a:pt x="4964909" y="3909256"/>
                </a:cubicBezTo>
                <a:close/>
                <a:moveTo>
                  <a:pt x="6352582" y="3909256"/>
                </a:moveTo>
                <a:lnTo>
                  <a:pt x="6345519" y="3909256"/>
                </a:lnTo>
                <a:cubicBezTo>
                  <a:pt x="6345263" y="3909256"/>
                  <a:pt x="6344904" y="3908897"/>
                  <a:pt x="6344904" y="3908897"/>
                </a:cubicBezTo>
                <a:lnTo>
                  <a:pt x="6341373" y="3902756"/>
                </a:lnTo>
                <a:cubicBezTo>
                  <a:pt x="6341271" y="3902550"/>
                  <a:pt x="6341373" y="3902091"/>
                  <a:pt x="6341373" y="3902091"/>
                </a:cubicBezTo>
                <a:lnTo>
                  <a:pt x="6344904" y="3895949"/>
                </a:lnTo>
                <a:cubicBezTo>
                  <a:pt x="6345058" y="3895744"/>
                  <a:pt x="6345519" y="3895590"/>
                  <a:pt x="6345519" y="3895590"/>
                </a:cubicBezTo>
                <a:lnTo>
                  <a:pt x="6352582" y="3895590"/>
                </a:lnTo>
                <a:cubicBezTo>
                  <a:pt x="6352838" y="3895590"/>
                  <a:pt x="6353196" y="3895949"/>
                  <a:pt x="6353196" y="3895949"/>
                </a:cubicBezTo>
                <a:lnTo>
                  <a:pt x="6356728" y="3902091"/>
                </a:lnTo>
                <a:cubicBezTo>
                  <a:pt x="6356830" y="3902295"/>
                  <a:pt x="6356728" y="3902756"/>
                  <a:pt x="6356728" y="3902756"/>
                </a:cubicBezTo>
                <a:lnTo>
                  <a:pt x="6353196" y="3908897"/>
                </a:lnTo>
                <a:cubicBezTo>
                  <a:pt x="6353043" y="3909102"/>
                  <a:pt x="6352582" y="3909256"/>
                  <a:pt x="6352582" y="3909256"/>
                </a:cubicBezTo>
                <a:close/>
                <a:moveTo>
                  <a:pt x="8334897" y="3909256"/>
                </a:moveTo>
                <a:lnTo>
                  <a:pt x="8327832" y="3909256"/>
                </a:lnTo>
                <a:cubicBezTo>
                  <a:pt x="8327576" y="3909256"/>
                  <a:pt x="8327218" y="3908897"/>
                  <a:pt x="8327218" y="3908897"/>
                </a:cubicBezTo>
                <a:lnTo>
                  <a:pt x="8323687" y="3902756"/>
                </a:lnTo>
                <a:cubicBezTo>
                  <a:pt x="8323586" y="3902551"/>
                  <a:pt x="8323687" y="3902091"/>
                  <a:pt x="8323687" y="3902091"/>
                </a:cubicBezTo>
                <a:lnTo>
                  <a:pt x="8327218" y="3895949"/>
                </a:lnTo>
                <a:cubicBezTo>
                  <a:pt x="8327372" y="3895744"/>
                  <a:pt x="8327832" y="3895590"/>
                  <a:pt x="8327832" y="3895590"/>
                </a:cubicBezTo>
                <a:lnTo>
                  <a:pt x="8334897" y="3895590"/>
                </a:lnTo>
                <a:cubicBezTo>
                  <a:pt x="8335152" y="3895590"/>
                  <a:pt x="8335512" y="3895949"/>
                  <a:pt x="8335512" y="3895949"/>
                </a:cubicBezTo>
                <a:lnTo>
                  <a:pt x="8339042" y="3902091"/>
                </a:lnTo>
                <a:cubicBezTo>
                  <a:pt x="8339144" y="3902295"/>
                  <a:pt x="8339042" y="3902756"/>
                  <a:pt x="8339042" y="3902756"/>
                </a:cubicBezTo>
                <a:lnTo>
                  <a:pt x="8335512" y="3908897"/>
                </a:lnTo>
                <a:cubicBezTo>
                  <a:pt x="8335357" y="3909102"/>
                  <a:pt x="8334897" y="3909256"/>
                  <a:pt x="8334897" y="3909256"/>
                </a:cubicBezTo>
                <a:close/>
                <a:moveTo>
                  <a:pt x="4568408" y="3909265"/>
                </a:moveTo>
                <a:lnTo>
                  <a:pt x="4561345" y="3909265"/>
                </a:lnTo>
                <a:cubicBezTo>
                  <a:pt x="4561089" y="3909265"/>
                  <a:pt x="4560731" y="3908907"/>
                  <a:pt x="4560731" y="3908907"/>
                </a:cubicBezTo>
                <a:lnTo>
                  <a:pt x="4557199" y="3902765"/>
                </a:lnTo>
                <a:cubicBezTo>
                  <a:pt x="4557097" y="3902560"/>
                  <a:pt x="4557199" y="3902100"/>
                  <a:pt x="4557199" y="3902100"/>
                </a:cubicBezTo>
                <a:lnTo>
                  <a:pt x="4560731" y="3895957"/>
                </a:lnTo>
                <a:cubicBezTo>
                  <a:pt x="4560884" y="3895753"/>
                  <a:pt x="4561345" y="3895599"/>
                  <a:pt x="4561345" y="3895599"/>
                </a:cubicBezTo>
                <a:lnTo>
                  <a:pt x="4568408" y="3895599"/>
                </a:lnTo>
                <a:cubicBezTo>
                  <a:pt x="4568663" y="3895599"/>
                  <a:pt x="4569022" y="3895957"/>
                  <a:pt x="4569022" y="3895957"/>
                </a:cubicBezTo>
                <a:lnTo>
                  <a:pt x="4572554" y="3902100"/>
                </a:lnTo>
                <a:cubicBezTo>
                  <a:pt x="4572656" y="3902306"/>
                  <a:pt x="4572554" y="3902765"/>
                  <a:pt x="4572554" y="3902765"/>
                </a:cubicBezTo>
                <a:lnTo>
                  <a:pt x="4569022" y="3908907"/>
                </a:lnTo>
                <a:cubicBezTo>
                  <a:pt x="4568869" y="3909112"/>
                  <a:pt x="4568408" y="3909265"/>
                  <a:pt x="4568408" y="3909265"/>
                </a:cubicBezTo>
                <a:close/>
                <a:moveTo>
                  <a:pt x="10317312" y="3909265"/>
                </a:moveTo>
                <a:lnTo>
                  <a:pt x="10310249" y="3909265"/>
                </a:lnTo>
                <a:lnTo>
                  <a:pt x="10310147" y="3909205"/>
                </a:lnTo>
                <a:lnTo>
                  <a:pt x="10310074" y="3909205"/>
                </a:lnTo>
                <a:cubicBezTo>
                  <a:pt x="10309818" y="3909205"/>
                  <a:pt x="10309460" y="3908847"/>
                  <a:pt x="10309460" y="3908847"/>
                </a:cubicBezTo>
                <a:lnTo>
                  <a:pt x="10305928" y="3902706"/>
                </a:lnTo>
                <a:cubicBezTo>
                  <a:pt x="10305826" y="3902500"/>
                  <a:pt x="10305928" y="3902040"/>
                  <a:pt x="10305928" y="3902040"/>
                </a:cubicBezTo>
                <a:lnTo>
                  <a:pt x="10309460" y="3895898"/>
                </a:lnTo>
                <a:cubicBezTo>
                  <a:pt x="10309613" y="3895693"/>
                  <a:pt x="10310074" y="3895540"/>
                  <a:pt x="10310074" y="3895540"/>
                </a:cubicBezTo>
                <a:lnTo>
                  <a:pt x="10317136" y="3895540"/>
                </a:lnTo>
                <a:lnTo>
                  <a:pt x="10317238" y="3895599"/>
                </a:lnTo>
                <a:lnTo>
                  <a:pt x="10317312" y="3895599"/>
                </a:lnTo>
                <a:cubicBezTo>
                  <a:pt x="10317567" y="3895599"/>
                  <a:pt x="10317926" y="3895956"/>
                  <a:pt x="10317926" y="3895956"/>
                </a:cubicBezTo>
                <a:lnTo>
                  <a:pt x="10321458" y="3902100"/>
                </a:lnTo>
                <a:cubicBezTo>
                  <a:pt x="10321560" y="3902305"/>
                  <a:pt x="10321458" y="3902765"/>
                  <a:pt x="10321458" y="3902765"/>
                </a:cubicBezTo>
                <a:lnTo>
                  <a:pt x="10317926" y="3908906"/>
                </a:lnTo>
                <a:cubicBezTo>
                  <a:pt x="10317772" y="3909112"/>
                  <a:pt x="10317312" y="3909265"/>
                  <a:pt x="10317312" y="3909265"/>
                </a:cubicBezTo>
                <a:close/>
                <a:moveTo>
                  <a:pt x="3973734" y="3909266"/>
                </a:moveTo>
                <a:lnTo>
                  <a:pt x="3966671" y="3909266"/>
                </a:lnTo>
                <a:cubicBezTo>
                  <a:pt x="3966415" y="3909266"/>
                  <a:pt x="3966057" y="3908907"/>
                  <a:pt x="3966057" y="3908907"/>
                </a:cubicBezTo>
                <a:lnTo>
                  <a:pt x="3962525" y="3902766"/>
                </a:lnTo>
                <a:cubicBezTo>
                  <a:pt x="3962423" y="3902561"/>
                  <a:pt x="3962525" y="3902101"/>
                  <a:pt x="3962525" y="3902101"/>
                </a:cubicBezTo>
                <a:lnTo>
                  <a:pt x="3966057" y="3895959"/>
                </a:lnTo>
                <a:cubicBezTo>
                  <a:pt x="3966211" y="3895755"/>
                  <a:pt x="3966671" y="3895600"/>
                  <a:pt x="3966671" y="3895600"/>
                </a:cubicBezTo>
                <a:lnTo>
                  <a:pt x="3973734" y="3895600"/>
                </a:lnTo>
                <a:cubicBezTo>
                  <a:pt x="3973990" y="3895600"/>
                  <a:pt x="3974348" y="3895959"/>
                  <a:pt x="3974348" y="3895959"/>
                </a:cubicBezTo>
                <a:lnTo>
                  <a:pt x="3977880" y="3902101"/>
                </a:lnTo>
                <a:cubicBezTo>
                  <a:pt x="3977982" y="3902306"/>
                  <a:pt x="3977880" y="3902766"/>
                  <a:pt x="3977880" y="3902766"/>
                </a:cubicBezTo>
                <a:lnTo>
                  <a:pt x="3974348" y="3908907"/>
                </a:lnTo>
                <a:cubicBezTo>
                  <a:pt x="3974195" y="3909112"/>
                  <a:pt x="3973734" y="3909266"/>
                  <a:pt x="3973734" y="3909266"/>
                </a:cubicBezTo>
                <a:close/>
                <a:moveTo>
                  <a:pt x="4370183" y="3909269"/>
                </a:moveTo>
                <a:lnTo>
                  <a:pt x="4363121" y="3909269"/>
                </a:lnTo>
                <a:cubicBezTo>
                  <a:pt x="4362864" y="3909269"/>
                  <a:pt x="4362506" y="3908911"/>
                  <a:pt x="4362506" y="3908911"/>
                </a:cubicBezTo>
                <a:lnTo>
                  <a:pt x="4358975" y="3902769"/>
                </a:lnTo>
                <a:cubicBezTo>
                  <a:pt x="4358872" y="3902565"/>
                  <a:pt x="4358975" y="3902104"/>
                  <a:pt x="4358975" y="3902104"/>
                </a:cubicBezTo>
                <a:lnTo>
                  <a:pt x="4362506" y="3895962"/>
                </a:lnTo>
                <a:cubicBezTo>
                  <a:pt x="4362660" y="3895757"/>
                  <a:pt x="4363121" y="3895603"/>
                  <a:pt x="4363121" y="3895603"/>
                </a:cubicBezTo>
                <a:lnTo>
                  <a:pt x="4370183" y="3895603"/>
                </a:lnTo>
                <a:cubicBezTo>
                  <a:pt x="4370439" y="3895603"/>
                  <a:pt x="4370797" y="3895962"/>
                  <a:pt x="4370797" y="3895962"/>
                </a:cubicBezTo>
                <a:lnTo>
                  <a:pt x="4374329" y="3902104"/>
                </a:lnTo>
                <a:cubicBezTo>
                  <a:pt x="4374432" y="3902309"/>
                  <a:pt x="4374329" y="3902769"/>
                  <a:pt x="4374329" y="3902769"/>
                </a:cubicBezTo>
                <a:lnTo>
                  <a:pt x="4370797" y="3908911"/>
                </a:lnTo>
                <a:cubicBezTo>
                  <a:pt x="4370643" y="3909115"/>
                  <a:pt x="4370183" y="3909269"/>
                  <a:pt x="4370183" y="3909269"/>
                </a:cubicBezTo>
                <a:close/>
                <a:moveTo>
                  <a:pt x="2189610" y="3909274"/>
                </a:moveTo>
                <a:lnTo>
                  <a:pt x="2182547" y="3909274"/>
                </a:lnTo>
                <a:cubicBezTo>
                  <a:pt x="2182291" y="3909274"/>
                  <a:pt x="2181933" y="3908915"/>
                  <a:pt x="2181933" y="3908915"/>
                </a:cubicBezTo>
                <a:lnTo>
                  <a:pt x="2178401" y="3902774"/>
                </a:lnTo>
                <a:cubicBezTo>
                  <a:pt x="2178299" y="3902569"/>
                  <a:pt x="2178401" y="3902108"/>
                  <a:pt x="2178401" y="3902108"/>
                </a:cubicBezTo>
                <a:lnTo>
                  <a:pt x="2181933" y="3895966"/>
                </a:lnTo>
                <a:cubicBezTo>
                  <a:pt x="2182085" y="3895762"/>
                  <a:pt x="2182547" y="3895608"/>
                  <a:pt x="2182547" y="3895608"/>
                </a:cubicBezTo>
                <a:lnTo>
                  <a:pt x="2189610" y="3895608"/>
                </a:lnTo>
                <a:cubicBezTo>
                  <a:pt x="2189865" y="3895608"/>
                  <a:pt x="2190224" y="3895966"/>
                  <a:pt x="2190224" y="3895966"/>
                </a:cubicBezTo>
                <a:lnTo>
                  <a:pt x="2193755" y="3902108"/>
                </a:lnTo>
                <a:cubicBezTo>
                  <a:pt x="2193857" y="3902313"/>
                  <a:pt x="2193755" y="3902774"/>
                  <a:pt x="2193755" y="3902774"/>
                </a:cubicBezTo>
                <a:lnTo>
                  <a:pt x="2190224" y="3908915"/>
                </a:lnTo>
                <a:cubicBezTo>
                  <a:pt x="2190071" y="3909120"/>
                  <a:pt x="2189610" y="3909274"/>
                  <a:pt x="2189610" y="3909274"/>
                </a:cubicBezTo>
                <a:close/>
                <a:moveTo>
                  <a:pt x="2387834" y="3909274"/>
                </a:moveTo>
                <a:lnTo>
                  <a:pt x="2380772" y="3909274"/>
                </a:lnTo>
                <a:cubicBezTo>
                  <a:pt x="2380515" y="3909274"/>
                  <a:pt x="2380157" y="3908915"/>
                  <a:pt x="2380157" y="3908915"/>
                </a:cubicBezTo>
                <a:lnTo>
                  <a:pt x="2376625" y="3902774"/>
                </a:lnTo>
                <a:cubicBezTo>
                  <a:pt x="2376523" y="3902569"/>
                  <a:pt x="2376625" y="3902108"/>
                  <a:pt x="2376625" y="3902108"/>
                </a:cubicBezTo>
                <a:lnTo>
                  <a:pt x="2380157" y="3895966"/>
                </a:lnTo>
                <a:cubicBezTo>
                  <a:pt x="2380311" y="3895762"/>
                  <a:pt x="2380772" y="3895608"/>
                  <a:pt x="2380772" y="3895608"/>
                </a:cubicBezTo>
                <a:lnTo>
                  <a:pt x="2387834" y="3895608"/>
                </a:lnTo>
                <a:cubicBezTo>
                  <a:pt x="2388089" y="3895608"/>
                  <a:pt x="2388448" y="3895966"/>
                  <a:pt x="2388448" y="3895966"/>
                </a:cubicBezTo>
                <a:lnTo>
                  <a:pt x="2391979" y="3902108"/>
                </a:lnTo>
                <a:cubicBezTo>
                  <a:pt x="2392083" y="3902313"/>
                  <a:pt x="2391979" y="3902774"/>
                  <a:pt x="2391979" y="3902774"/>
                </a:cubicBezTo>
                <a:lnTo>
                  <a:pt x="2388448" y="3908915"/>
                </a:lnTo>
                <a:cubicBezTo>
                  <a:pt x="2388295" y="3909120"/>
                  <a:pt x="2387834" y="3909274"/>
                  <a:pt x="2387834" y="3909274"/>
                </a:cubicBezTo>
                <a:close/>
                <a:moveTo>
                  <a:pt x="2586059" y="3909274"/>
                </a:moveTo>
                <a:lnTo>
                  <a:pt x="2578996" y="3909274"/>
                </a:lnTo>
                <a:cubicBezTo>
                  <a:pt x="2578740" y="3909274"/>
                  <a:pt x="2578382" y="3908915"/>
                  <a:pt x="2578382" y="3908915"/>
                </a:cubicBezTo>
                <a:lnTo>
                  <a:pt x="2574850" y="3902774"/>
                </a:lnTo>
                <a:cubicBezTo>
                  <a:pt x="2574748" y="3902569"/>
                  <a:pt x="2574850" y="3902108"/>
                  <a:pt x="2574850" y="3902108"/>
                </a:cubicBezTo>
                <a:lnTo>
                  <a:pt x="2578382" y="3895966"/>
                </a:lnTo>
                <a:cubicBezTo>
                  <a:pt x="2578536" y="3895762"/>
                  <a:pt x="2578996" y="3895608"/>
                  <a:pt x="2578996" y="3895608"/>
                </a:cubicBezTo>
                <a:lnTo>
                  <a:pt x="2586059" y="3895608"/>
                </a:lnTo>
                <a:cubicBezTo>
                  <a:pt x="2586315" y="3895608"/>
                  <a:pt x="2586673" y="3895966"/>
                  <a:pt x="2586673" y="3895966"/>
                </a:cubicBezTo>
                <a:lnTo>
                  <a:pt x="2590205" y="3902108"/>
                </a:lnTo>
                <a:cubicBezTo>
                  <a:pt x="2590307" y="3902313"/>
                  <a:pt x="2590205" y="3902774"/>
                  <a:pt x="2590205" y="3902774"/>
                </a:cubicBezTo>
                <a:lnTo>
                  <a:pt x="2586673" y="3908915"/>
                </a:lnTo>
                <a:cubicBezTo>
                  <a:pt x="2586520" y="3909120"/>
                  <a:pt x="2586059" y="3909274"/>
                  <a:pt x="2586059" y="3909274"/>
                </a:cubicBezTo>
                <a:close/>
                <a:moveTo>
                  <a:pt x="2784283" y="3909274"/>
                </a:moveTo>
                <a:lnTo>
                  <a:pt x="2777220" y="3909274"/>
                </a:lnTo>
                <a:cubicBezTo>
                  <a:pt x="2776965" y="3909274"/>
                  <a:pt x="2776606" y="3908915"/>
                  <a:pt x="2776606" y="3908915"/>
                </a:cubicBezTo>
                <a:lnTo>
                  <a:pt x="2773075" y="3902774"/>
                </a:lnTo>
                <a:cubicBezTo>
                  <a:pt x="2772972" y="3902569"/>
                  <a:pt x="2773075" y="3902108"/>
                  <a:pt x="2773075" y="3902108"/>
                </a:cubicBezTo>
                <a:lnTo>
                  <a:pt x="2776606" y="3895966"/>
                </a:lnTo>
                <a:cubicBezTo>
                  <a:pt x="2776760" y="3895762"/>
                  <a:pt x="2777220" y="3895608"/>
                  <a:pt x="2777220" y="3895608"/>
                </a:cubicBezTo>
                <a:lnTo>
                  <a:pt x="2784283" y="3895608"/>
                </a:lnTo>
                <a:cubicBezTo>
                  <a:pt x="2784540" y="3895608"/>
                  <a:pt x="2784897" y="3895966"/>
                  <a:pt x="2784897" y="3895966"/>
                </a:cubicBezTo>
                <a:lnTo>
                  <a:pt x="2788430" y="3902108"/>
                </a:lnTo>
                <a:cubicBezTo>
                  <a:pt x="2788531" y="3902313"/>
                  <a:pt x="2788430" y="3902774"/>
                  <a:pt x="2788430" y="3902774"/>
                </a:cubicBezTo>
                <a:lnTo>
                  <a:pt x="2784897" y="3908915"/>
                </a:lnTo>
                <a:cubicBezTo>
                  <a:pt x="2784744" y="3909120"/>
                  <a:pt x="2784283" y="3909274"/>
                  <a:pt x="2784283" y="3909274"/>
                </a:cubicBezTo>
                <a:close/>
                <a:moveTo>
                  <a:pt x="11254" y="4072587"/>
                </a:moveTo>
                <a:lnTo>
                  <a:pt x="4192" y="4072587"/>
                </a:lnTo>
                <a:cubicBezTo>
                  <a:pt x="3935" y="4072587"/>
                  <a:pt x="3578" y="4072229"/>
                  <a:pt x="3578" y="4072229"/>
                </a:cubicBezTo>
                <a:lnTo>
                  <a:pt x="46" y="4066086"/>
                </a:lnTo>
                <a:cubicBezTo>
                  <a:pt x="-57" y="4065881"/>
                  <a:pt x="46" y="4065421"/>
                  <a:pt x="46" y="4065421"/>
                </a:cubicBezTo>
                <a:lnTo>
                  <a:pt x="3578" y="4059279"/>
                </a:lnTo>
                <a:cubicBezTo>
                  <a:pt x="3731" y="4059074"/>
                  <a:pt x="4192" y="4058921"/>
                  <a:pt x="4192" y="4058921"/>
                </a:cubicBezTo>
                <a:lnTo>
                  <a:pt x="11254" y="4058921"/>
                </a:lnTo>
                <a:cubicBezTo>
                  <a:pt x="11511" y="4058921"/>
                  <a:pt x="11868" y="4059279"/>
                  <a:pt x="11868" y="4059279"/>
                </a:cubicBezTo>
                <a:lnTo>
                  <a:pt x="15400" y="4065421"/>
                </a:lnTo>
                <a:cubicBezTo>
                  <a:pt x="15503" y="4065626"/>
                  <a:pt x="15400" y="4066086"/>
                  <a:pt x="15400" y="4066086"/>
                </a:cubicBezTo>
                <a:lnTo>
                  <a:pt x="11868" y="4072229"/>
                </a:lnTo>
                <a:cubicBezTo>
                  <a:pt x="11716" y="4072433"/>
                  <a:pt x="11254" y="4072587"/>
                  <a:pt x="11254" y="4072587"/>
                </a:cubicBezTo>
                <a:close/>
                <a:moveTo>
                  <a:pt x="209480" y="4072587"/>
                </a:moveTo>
                <a:lnTo>
                  <a:pt x="202416" y="4072587"/>
                </a:lnTo>
                <a:cubicBezTo>
                  <a:pt x="202160" y="4072587"/>
                  <a:pt x="201803" y="4072229"/>
                  <a:pt x="201803" y="4072229"/>
                </a:cubicBezTo>
                <a:lnTo>
                  <a:pt x="198270" y="4066086"/>
                </a:lnTo>
                <a:cubicBezTo>
                  <a:pt x="198168" y="4065881"/>
                  <a:pt x="198270" y="4065421"/>
                  <a:pt x="198270" y="4065421"/>
                </a:cubicBezTo>
                <a:lnTo>
                  <a:pt x="201803" y="4059279"/>
                </a:lnTo>
                <a:cubicBezTo>
                  <a:pt x="201955" y="4059074"/>
                  <a:pt x="202416" y="4058921"/>
                  <a:pt x="202416" y="4058921"/>
                </a:cubicBezTo>
                <a:lnTo>
                  <a:pt x="209480" y="4058921"/>
                </a:lnTo>
                <a:cubicBezTo>
                  <a:pt x="209735" y="4058921"/>
                  <a:pt x="210094" y="4059279"/>
                  <a:pt x="210094" y="4059279"/>
                </a:cubicBezTo>
                <a:lnTo>
                  <a:pt x="213625" y="4065421"/>
                </a:lnTo>
                <a:cubicBezTo>
                  <a:pt x="213727" y="4065626"/>
                  <a:pt x="213625" y="4066086"/>
                  <a:pt x="213625" y="4066086"/>
                </a:cubicBezTo>
                <a:lnTo>
                  <a:pt x="210094" y="4072229"/>
                </a:lnTo>
                <a:cubicBezTo>
                  <a:pt x="209940" y="4072433"/>
                  <a:pt x="209480" y="4072587"/>
                  <a:pt x="209480" y="4072587"/>
                </a:cubicBezTo>
                <a:close/>
                <a:moveTo>
                  <a:pt x="407754" y="4072587"/>
                </a:moveTo>
                <a:lnTo>
                  <a:pt x="400692" y="4072587"/>
                </a:lnTo>
                <a:cubicBezTo>
                  <a:pt x="400436" y="4072587"/>
                  <a:pt x="400078" y="4072229"/>
                  <a:pt x="400078" y="4072229"/>
                </a:cubicBezTo>
                <a:lnTo>
                  <a:pt x="396546" y="4066086"/>
                </a:lnTo>
                <a:cubicBezTo>
                  <a:pt x="396444" y="4065881"/>
                  <a:pt x="396546" y="4065421"/>
                  <a:pt x="396546" y="4065421"/>
                </a:cubicBezTo>
                <a:lnTo>
                  <a:pt x="400078" y="4059279"/>
                </a:lnTo>
                <a:cubicBezTo>
                  <a:pt x="400231" y="4059074"/>
                  <a:pt x="400692" y="4058921"/>
                  <a:pt x="400692" y="4058921"/>
                </a:cubicBezTo>
                <a:lnTo>
                  <a:pt x="407754" y="4058921"/>
                </a:lnTo>
                <a:cubicBezTo>
                  <a:pt x="408011" y="4058921"/>
                  <a:pt x="408369" y="4059279"/>
                  <a:pt x="408369" y="4059279"/>
                </a:cubicBezTo>
                <a:lnTo>
                  <a:pt x="411900" y="4065421"/>
                </a:lnTo>
                <a:cubicBezTo>
                  <a:pt x="412002" y="4065626"/>
                  <a:pt x="411900" y="4066086"/>
                  <a:pt x="411900" y="4066086"/>
                </a:cubicBezTo>
                <a:lnTo>
                  <a:pt x="408369" y="4072229"/>
                </a:lnTo>
                <a:cubicBezTo>
                  <a:pt x="408214" y="4072433"/>
                  <a:pt x="407754" y="4072587"/>
                  <a:pt x="407754" y="4072587"/>
                </a:cubicBezTo>
                <a:close/>
                <a:moveTo>
                  <a:pt x="605979" y="4072587"/>
                </a:moveTo>
                <a:lnTo>
                  <a:pt x="598916" y="4072587"/>
                </a:lnTo>
                <a:cubicBezTo>
                  <a:pt x="598661" y="4072587"/>
                  <a:pt x="598302" y="4072229"/>
                  <a:pt x="598302" y="4072229"/>
                </a:cubicBezTo>
                <a:lnTo>
                  <a:pt x="594770" y="4066086"/>
                </a:lnTo>
                <a:cubicBezTo>
                  <a:pt x="594668" y="4065881"/>
                  <a:pt x="594770" y="4065421"/>
                  <a:pt x="594770" y="4065421"/>
                </a:cubicBezTo>
                <a:lnTo>
                  <a:pt x="598302" y="4059279"/>
                </a:lnTo>
                <a:cubicBezTo>
                  <a:pt x="598455" y="4059074"/>
                  <a:pt x="598916" y="4058921"/>
                  <a:pt x="598916" y="4058921"/>
                </a:cubicBezTo>
                <a:lnTo>
                  <a:pt x="605979" y="4058921"/>
                </a:lnTo>
                <a:cubicBezTo>
                  <a:pt x="606235" y="4058921"/>
                  <a:pt x="606593" y="4059279"/>
                  <a:pt x="606593" y="4059279"/>
                </a:cubicBezTo>
                <a:lnTo>
                  <a:pt x="610125" y="4065421"/>
                </a:lnTo>
                <a:cubicBezTo>
                  <a:pt x="610227" y="4065626"/>
                  <a:pt x="610125" y="4066086"/>
                  <a:pt x="610125" y="4066086"/>
                </a:cubicBezTo>
                <a:lnTo>
                  <a:pt x="606593" y="4072229"/>
                </a:lnTo>
                <a:cubicBezTo>
                  <a:pt x="606440" y="4072433"/>
                  <a:pt x="605979" y="4072587"/>
                  <a:pt x="605979" y="4072587"/>
                </a:cubicBezTo>
                <a:close/>
                <a:moveTo>
                  <a:pt x="804204" y="4072587"/>
                </a:moveTo>
                <a:lnTo>
                  <a:pt x="797140" y="4072587"/>
                </a:lnTo>
                <a:cubicBezTo>
                  <a:pt x="796886" y="4072587"/>
                  <a:pt x="796526" y="4072229"/>
                  <a:pt x="796526" y="4072229"/>
                </a:cubicBezTo>
                <a:lnTo>
                  <a:pt x="792995" y="4066086"/>
                </a:lnTo>
                <a:cubicBezTo>
                  <a:pt x="792893" y="4065881"/>
                  <a:pt x="792995" y="4065421"/>
                  <a:pt x="792995" y="4065421"/>
                </a:cubicBezTo>
                <a:lnTo>
                  <a:pt x="796526" y="4059279"/>
                </a:lnTo>
                <a:cubicBezTo>
                  <a:pt x="796680" y="4059074"/>
                  <a:pt x="797140" y="4058921"/>
                  <a:pt x="797140" y="4058921"/>
                </a:cubicBezTo>
                <a:lnTo>
                  <a:pt x="804204" y="4058921"/>
                </a:lnTo>
                <a:cubicBezTo>
                  <a:pt x="804460" y="4058921"/>
                  <a:pt x="804818" y="4059279"/>
                  <a:pt x="804818" y="4059279"/>
                </a:cubicBezTo>
                <a:lnTo>
                  <a:pt x="808350" y="4065421"/>
                </a:lnTo>
                <a:cubicBezTo>
                  <a:pt x="808452" y="4065626"/>
                  <a:pt x="808350" y="4066086"/>
                  <a:pt x="808350" y="4066086"/>
                </a:cubicBezTo>
                <a:lnTo>
                  <a:pt x="804818" y="4072229"/>
                </a:lnTo>
                <a:cubicBezTo>
                  <a:pt x="804665" y="4072433"/>
                  <a:pt x="804204" y="4072587"/>
                  <a:pt x="804204" y="4072587"/>
                </a:cubicBezTo>
                <a:close/>
                <a:moveTo>
                  <a:pt x="1002428" y="4072587"/>
                </a:moveTo>
                <a:lnTo>
                  <a:pt x="995366" y="4072587"/>
                </a:lnTo>
                <a:cubicBezTo>
                  <a:pt x="995110" y="4072587"/>
                  <a:pt x="994752" y="4072229"/>
                  <a:pt x="994752" y="4072229"/>
                </a:cubicBezTo>
                <a:lnTo>
                  <a:pt x="991220" y="4066086"/>
                </a:lnTo>
                <a:cubicBezTo>
                  <a:pt x="991117" y="4065881"/>
                  <a:pt x="991220" y="4065421"/>
                  <a:pt x="991220" y="4065421"/>
                </a:cubicBezTo>
                <a:lnTo>
                  <a:pt x="994752" y="4059279"/>
                </a:lnTo>
                <a:cubicBezTo>
                  <a:pt x="994905" y="4059074"/>
                  <a:pt x="995366" y="4058921"/>
                  <a:pt x="995366" y="4058921"/>
                </a:cubicBezTo>
                <a:lnTo>
                  <a:pt x="1002428" y="4058921"/>
                </a:lnTo>
                <a:cubicBezTo>
                  <a:pt x="1002685" y="4058921"/>
                  <a:pt x="1003042" y="4059279"/>
                  <a:pt x="1003042" y="4059279"/>
                </a:cubicBezTo>
                <a:lnTo>
                  <a:pt x="1006574" y="4065421"/>
                </a:lnTo>
                <a:cubicBezTo>
                  <a:pt x="1006677" y="4065626"/>
                  <a:pt x="1006574" y="4066086"/>
                  <a:pt x="1006574" y="4066086"/>
                </a:cubicBezTo>
                <a:lnTo>
                  <a:pt x="1003042" y="4072229"/>
                </a:lnTo>
                <a:cubicBezTo>
                  <a:pt x="1002889" y="4072433"/>
                  <a:pt x="1002428" y="4072587"/>
                  <a:pt x="1002428" y="4072587"/>
                </a:cubicBezTo>
                <a:close/>
                <a:moveTo>
                  <a:pt x="1200704" y="4072587"/>
                </a:moveTo>
                <a:lnTo>
                  <a:pt x="1193642" y="4072587"/>
                </a:lnTo>
                <a:cubicBezTo>
                  <a:pt x="1193386" y="4072587"/>
                  <a:pt x="1193028" y="4072229"/>
                  <a:pt x="1193028" y="4072229"/>
                </a:cubicBezTo>
                <a:lnTo>
                  <a:pt x="1189495" y="4066086"/>
                </a:lnTo>
                <a:cubicBezTo>
                  <a:pt x="1189393" y="4065881"/>
                  <a:pt x="1189495" y="4065421"/>
                  <a:pt x="1189495" y="4065421"/>
                </a:cubicBezTo>
                <a:lnTo>
                  <a:pt x="1193028" y="4059279"/>
                </a:lnTo>
                <a:cubicBezTo>
                  <a:pt x="1193180" y="4059074"/>
                  <a:pt x="1193642" y="4058921"/>
                  <a:pt x="1193642" y="4058921"/>
                </a:cubicBezTo>
                <a:lnTo>
                  <a:pt x="1200704" y="4058921"/>
                </a:lnTo>
                <a:cubicBezTo>
                  <a:pt x="1200960" y="4058921"/>
                  <a:pt x="1201318" y="4059279"/>
                  <a:pt x="1201318" y="4059279"/>
                </a:cubicBezTo>
                <a:lnTo>
                  <a:pt x="1204850" y="4065421"/>
                </a:lnTo>
                <a:cubicBezTo>
                  <a:pt x="1204952" y="4065626"/>
                  <a:pt x="1204850" y="4066086"/>
                  <a:pt x="1204850" y="4066086"/>
                </a:cubicBezTo>
                <a:lnTo>
                  <a:pt x="1201318" y="4072229"/>
                </a:lnTo>
                <a:cubicBezTo>
                  <a:pt x="1201165" y="4072433"/>
                  <a:pt x="1200704" y="4072587"/>
                  <a:pt x="1200704" y="4072587"/>
                </a:cubicBezTo>
                <a:close/>
                <a:moveTo>
                  <a:pt x="1398928" y="4072587"/>
                </a:moveTo>
                <a:lnTo>
                  <a:pt x="1391866" y="4072587"/>
                </a:lnTo>
                <a:cubicBezTo>
                  <a:pt x="1391610" y="4072587"/>
                  <a:pt x="1391252" y="4072229"/>
                  <a:pt x="1391252" y="4072229"/>
                </a:cubicBezTo>
                <a:lnTo>
                  <a:pt x="1387720" y="4066086"/>
                </a:lnTo>
                <a:cubicBezTo>
                  <a:pt x="1387617" y="4065881"/>
                  <a:pt x="1387720" y="4065421"/>
                  <a:pt x="1387720" y="4065421"/>
                </a:cubicBezTo>
                <a:lnTo>
                  <a:pt x="1391252" y="4059279"/>
                </a:lnTo>
                <a:cubicBezTo>
                  <a:pt x="1391406" y="4059074"/>
                  <a:pt x="1391866" y="4058921"/>
                  <a:pt x="1391866" y="4058921"/>
                </a:cubicBezTo>
                <a:lnTo>
                  <a:pt x="1398928" y="4058921"/>
                </a:lnTo>
                <a:cubicBezTo>
                  <a:pt x="1399185" y="4058921"/>
                  <a:pt x="1399544" y="4059279"/>
                  <a:pt x="1399544" y="4059279"/>
                </a:cubicBezTo>
                <a:lnTo>
                  <a:pt x="1403074" y="4065421"/>
                </a:lnTo>
                <a:cubicBezTo>
                  <a:pt x="1403177" y="4065626"/>
                  <a:pt x="1403074" y="4066086"/>
                  <a:pt x="1403074" y="4066086"/>
                </a:cubicBezTo>
                <a:lnTo>
                  <a:pt x="1399544" y="4072229"/>
                </a:lnTo>
                <a:cubicBezTo>
                  <a:pt x="1399389" y="4072433"/>
                  <a:pt x="1398928" y="4072587"/>
                  <a:pt x="1398928" y="4072587"/>
                </a:cubicBezTo>
                <a:close/>
                <a:moveTo>
                  <a:pt x="1597154" y="4072587"/>
                </a:moveTo>
                <a:lnTo>
                  <a:pt x="1590090" y="4072587"/>
                </a:lnTo>
                <a:cubicBezTo>
                  <a:pt x="1589834" y="4072587"/>
                  <a:pt x="1589476" y="4072229"/>
                  <a:pt x="1589476" y="4072229"/>
                </a:cubicBezTo>
                <a:lnTo>
                  <a:pt x="1585944" y="4066086"/>
                </a:lnTo>
                <a:cubicBezTo>
                  <a:pt x="1585842" y="4065881"/>
                  <a:pt x="1585944" y="4065421"/>
                  <a:pt x="1585944" y="4065421"/>
                </a:cubicBezTo>
                <a:lnTo>
                  <a:pt x="1589476" y="4059279"/>
                </a:lnTo>
                <a:cubicBezTo>
                  <a:pt x="1589630" y="4059074"/>
                  <a:pt x="1590090" y="4058921"/>
                  <a:pt x="1590090" y="4058921"/>
                </a:cubicBezTo>
                <a:lnTo>
                  <a:pt x="1597154" y="4058921"/>
                </a:lnTo>
                <a:cubicBezTo>
                  <a:pt x="1597409" y="4058921"/>
                  <a:pt x="1597768" y="4059279"/>
                  <a:pt x="1597768" y="4059279"/>
                </a:cubicBezTo>
                <a:lnTo>
                  <a:pt x="1601298" y="4065421"/>
                </a:lnTo>
                <a:cubicBezTo>
                  <a:pt x="1601401" y="4065626"/>
                  <a:pt x="1601298" y="4066086"/>
                  <a:pt x="1601298" y="4066086"/>
                </a:cubicBezTo>
                <a:lnTo>
                  <a:pt x="1597768" y="4072229"/>
                </a:lnTo>
                <a:cubicBezTo>
                  <a:pt x="1597614" y="4072433"/>
                  <a:pt x="1597154" y="4072587"/>
                  <a:pt x="1597154" y="4072587"/>
                </a:cubicBezTo>
                <a:close/>
                <a:moveTo>
                  <a:pt x="1795378" y="4072587"/>
                </a:moveTo>
                <a:lnTo>
                  <a:pt x="1788315" y="4072587"/>
                </a:lnTo>
                <a:cubicBezTo>
                  <a:pt x="1788060" y="4072587"/>
                  <a:pt x="1787701" y="4072229"/>
                  <a:pt x="1787701" y="4072229"/>
                </a:cubicBezTo>
                <a:lnTo>
                  <a:pt x="1784170" y="4066086"/>
                </a:lnTo>
                <a:cubicBezTo>
                  <a:pt x="1784067" y="4065881"/>
                  <a:pt x="1784170" y="4065421"/>
                  <a:pt x="1784170" y="4065421"/>
                </a:cubicBezTo>
                <a:lnTo>
                  <a:pt x="1787701" y="4059279"/>
                </a:lnTo>
                <a:cubicBezTo>
                  <a:pt x="1787854" y="4059074"/>
                  <a:pt x="1788315" y="4058921"/>
                  <a:pt x="1788315" y="4058921"/>
                </a:cubicBezTo>
                <a:lnTo>
                  <a:pt x="1795378" y="4058921"/>
                </a:lnTo>
                <a:cubicBezTo>
                  <a:pt x="1795634" y="4058921"/>
                  <a:pt x="1795992" y="4059279"/>
                  <a:pt x="1795992" y="4059279"/>
                </a:cubicBezTo>
                <a:lnTo>
                  <a:pt x="1799524" y="4065421"/>
                </a:lnTo>
                <a:cubicBezTo>
                  <a:pt x="1799626" y="4065626"/>
                  <a:pt x="1799524" y="4066086"/>
                  <a:pt x="1799524" y="4066086"/>
                </a:cubicBezTo>
                <a:lnTo>
                  <a:pt x="1795992" y="4072229"/>
                </a:lnTo>
                <a:cubicBezTo>
                  <a:pt x="1795838" y="4072433"/>
                  <a:pt x="1795378" y="4072587"/>
                  <a:pt x="1795378" y="4072587"/>
                </a:cubicBezTo>
                <a:close/>
                <a:moveTo>
                  <a:pt x="1993654" y="4072587"/>
                </a:moveTo>
                <a:lnTo>
                  <a:pt x="1986590" y="4072587"/>
                </a:lnTo>
                <a:cubicBezTo>
                  <a:pt x="1986336" y="4072587"/>
                  <a:pt x="1985976" y="4072229"/>
                  <a:pt x="1985976" y="4072229"/>
                </a:cubicBezTo>
                <a:lnTo>
                  <a:pt x="1982445" y="4066086"/>
                </a:lnTo>
                <a:cubicBezTo>
                  <a:pt x="1982343" y="4065881"/>
                  <a:pt x="1982445" y="4065421"/>
                  <a:pt x="1982445" y="4065421"/>
                </a:cubicBezTo>
                <a:lnTo>
                  <a:pt x="1985976" y="4059279"/>
                </a:lnTo>
                <a:cubicBezTo>
                  <a:pt x="1986130" y="4059074"/>
                  <a:pt x="1986590" y="4058921"/>
                  <a:pt x="1986590" y="4058921"/>
                </a:cubicBezTo>
                <a:lnTo>
                  <a:pt x="1993654" y="4058921"/>
                </a:lnTo>
                <a:cubicBezTo>
                  <a:pt x="1993910" y="4058921"/>
                  <a:pt x="1994268" y="4059279"/>
                  <a:pt x="1994268" y="4059279"/>
                </a:cubicBezTo>
                <a:lnTo>
                  <a:pt x="1997800" y="4065421"/>
                </a:lnTo>
                <a:cubicBezTo>
                  <a:pt x="1997902" y="4065626"/>
                  <a:pt x="1997800" y="4066086"/>
                  <a:pt x="1997800" y="4066086"/>
                </a:cubicBezTo>
                <a:lnTo>
                  <a:pt x="1994268" y="4072229"/>
                </a:lnTo>
                <a:cubicBezTo>
                  <a:pt x="1994114" y="4072433"/>
                  <a:pt x="1993654" y="4072587"/>
                  <a:pt x="1993654" y="4072587"/>
                </a:cubicBezTo>
                <a:close/>
                <a:moveTo>
                  <a:pt x="3577234" y="4078288"/>
                </a:moveTo>
                <a:lnTo>
                  <a:pt x="3570172" y="4078288"/>
                </a:lnTo>
                <a:cubicBezTo>
                  <a:pt x="3569914" y="4078288"/>
                  <a:pt x="3569557" y="4077930"/>
                  <a:pt x="3569557" y="4077930"/>
                </a:cubicBezTo>
                <a:lnTo>
                  <a:pt x="3566024" y="4071789"/>
                </a:lnTo>
                <a:cubicBezTo>
                  <a:pt x="3565922" y="4071584"/>
                  <a:pt x="3566024" y="4071123"/>
                  <a:pt x="3566024" y="4071123"/>
                </a:cubicBezTo>
                <a:lnTo>
                  <a:pt x="3569557" y="4064981"/>
                </a:lnTo>
                <a:cubicBezTo>
                  <a:pt x="3569709" y="4064776"/>
                  <a:pt x="3570172" y="4064623"/>
                  <a:pt x="3570172" y="4064623"/>
                </a:cubicBezTo>
                <a:lnTo>
                  <a:pt x="3577234" y="4064623"/>
                </a:lnTo>
                <a:cubicBezTo>
                  <a:pt x="3577489" y="4064623"/>
                  <a:pt x="3577848" y="4064981"/>
                  <a:pt x="3577848" y="4064981"/>
                </a:cubicBezTo>
                <a:lnTo>
                  <a:pt x="3581379" y="4071123"/>
                </a:lnTo>
                <a:cubicBezTo>
                  <a:pt x="3581481" y="4071328"/>
                  <a:pt x="3581379" y="4071789"/>
                  <a:pt x="3581379" y="4071789"/>
                </a:cubicBezTo>
                <a:lnTo>
                  <a:pt x="3577848" y="4077930"/>
                </a:lnTo>
                <a:cubicBezTo>
                  <a:pt x="3577694" y="4078135"/>
                  <a:pt x="3577234" y="4078288"/>
                  <a:pt x="3577234" y="4078288"/>
                </a:cubicBezTo>
                <a:close/>
                <a:moveTo>
                  <a:pt x="6352582" y="4078289"/>
                </a:moveTo>
                <a:lnTo>
                  <a:pt x="6345519" y="4078289"/>
                </a:lnTo>
                <a:cubicBezTo>
                  <a:pt x="6345263" y="4078289"/>
                  <a:pt x="6344904" y="4077932"/>
                  <a:pt x="6344904" y="4077932"/>
                </a:cubicBezTo>
                <a:lnTo>
                  <a:pt x="6341373" y="4071790"/>
                </a:lnTo>
                <a:cubicBezTo>
                  <a:pt x="6341271" y="4071585"/>
                  <a:pt x="6341373" y="4071125"/>
                  <a:pt x="6341373" y="4071125"/>
                </a:cubicBezTo>
                <a:lnTo>
                  <a:pt x="6344904" y="4064983"/>
                </a:lnTo>
                <a:cubicBezTo>
                  <a:pt x="6345058" y="4064778"/>
                  <a:pt x="6345519" y="4064624"/>
                  <a:pt x="6345519" y="4064624"/>
                </a:cubicBezTo>
                <a:lnTo>
                  <a:pt x="6352582" y="4064624"/>
                </a:lnTo>
                <a:cubicBezTo>
                  <a:pt x="6352838" y="4064624"/>
                  <a:pt x="6353196" y="4064983"/>
                  <a:pt x="6353196" y="4064983"/>
                </a:cubicBezTo>
                <a:lnTo>
                  <a:pt x="6356728" y="4071125"/>
                </a:lnTo>
                <a:cubicBezTo>
                  <a:pt x="6356830" y="4071330"/>
                  <a:pt x="6356728" y="4071790"/>
                  <a:pt x="6356728" y="4071790"/>
                </a:cubicBezTo>
                <a:lnTo>
                  <a:pt x="6353196" y="4077932"/>
                </a:lnTo>
                <a:cubicBezTo>
                  <a:pt x="6353043" y="4078137"/>
                  <a:pt x="6352582" y="4078289"/>
                  <a:pt x="6352582" y="4078289"/>
                </a:cubicBezTo>
                <a:close/>
                <a:moveTo>
                  <a:pt x="3775459" y="4078291"/>
                </a:moveTo>
                <a:lnTo>
                  <a:pt x="3768396" y="4078291"/>
                </a:lnTo>
                <a:cubicBezTo>
                  <a:pt x="3768139" y="4078291"/>
                  <a:pt x="3767781" y="4077933"/>
                  <a:pt x="3767781" y="4077933"/>
                </a:cubicBezTo>
                <a:lnTo>
                  <a:pt x="3764249" y="4071792"/>
                </a:lnTo>
                <a:cubicBezTo>
                  <a:pt x="3764147" y="4071587"/>
                  <a:pt x="3764249" y="4071126"/>
                  <a:pt x="3764249" y="4071126"/>
                </a:cubicBezTo>
                <a:lnTo>
                  <a:pt x="3767781" y="4064984"/>
                </a:lnTo>
                <a:cubicBezTo>
                  <a:pt x="3767935" y="4064780"/>
                  <a:pt x="3768396" y="4064625"/>
                  <a:pt x="3768396" y="4064625"/>
                </a:cubicBezTo>
                <a:lnTo>
                  <a:pt x="3775459" y="4064625"/>
                </a:lnTo>
                <a:cubicBezTo>
                  <a:pt x="3775713" y="4064625"/>
                  <a:pt x="3776073" y="4064984"/>
                  <a:pt x="3776073" y="4064984"/>
                </a:cubicBezTo>
                <a:lnTo>
                  <a:pt x="3779604" y="4071126"/>
                </a:lnTo>
                <a:cubicBezTo>
                  <a:pt x="3779706" y="4071331"/>
                  <a:pt x="3779604" y="4071792"/>
                  <a:pt x="3779604" y="4071792"/>
                </a:cubicBezTo>
                <a:lnTo>
                  <a:pt x="3776073" y="4077933"/>
                </a:lnTo>
                <a:cubicBezTo>
                  <a:pt x="3775919" y="4078138"/>
                  <a:pt x="3775459" y="4078291"/>
                  <a:pt x="3775459" y="4078291"/>
                </a:cubicBezTo>
                <a:close/>
                <a:moveTo>
                  <a:pt x="8533007" y="4078292"/>
                </a:moveTo>
                <a:lnTo>
                  <a:pt x="8525944" y="4078292"/>
                </a:lnTo>
                <a:cubicBezTo>
                  <a:pt x="8525688" y="4078292"/>
                  <a:pt x="8525329" y="4077933"/>
                  <a:pt x="8525329" y="4077933"/>
                </a:cubicBezTo>
                <a:lnTo>
                  <a:pt x="8521798" y="4071792"/>
                </a:lnTo>
                <a:cubicBezTo>
                  <a:pt x="8521696" y="4071587"/>
                  <a:pt x="8521798" y="4071126"/>
                  <a:pt x="8521798" y="4071126"/>
                </a:cubicBezTo>
                <a:lnTo>
                  <a:pt x="8525329" y="4064984"/>
                </a:lnTo>
                <a:cubicBezTo>
                  <a:pt x="8525482" y="4064780"/>
                  <a:pt x="8525944" y="4064626"/>
                  <a:pt x="8525944" y="4064626"/>
                </a:cubicBezTo>
                <a:lnTo>
                  <a:pt x="8533007" y="4064626"/>
                </a:lnTo>
                <a:cubicBezTo>
                  <a:pt x="8533263" y="4064626"/>
                  <a:pt x="8533620" y="4064984"/>
                  <a:pt x="8533620" y="4064984"/>
                </a:cubicBezTo>
                <a:lnTo>
                  <a:pt x="8537153" y="4071126"/>
                </a:lnTo>
                <a:cubicBezTo>
                  <a:pt x="8537254" y="4071331"/>
                  <a:pt x="8537153" y="4071792"/>
                  <a:pt x="8537153" y="4071792"/>
                </a:cubicBezTo>
                <a:lnTo>
                  <a:pt x="8533620" y="4077933"/>
                </a:lnTo>
                <a:cubicBezTo>
                  <a:pt x="8533467" y="4078138"/>
                  <a:pt x="8533007" y="4078292"/>
                  <a:pt x="8533007" y="4078292"/>
                </a:cubicBezTo>
                <a:close/>
                <a:moveTo>
                  <a:pt x="10118893" y="4078296"/>
                </a:moveTo>
                <a:lnTo>
                  <a:pt x="10111830" y="4078296"/>
                </a:lnTo>
                <a:lnTo>
                  <a:pt x="10111820" y="4078289"/>
                </a:lnTo>
                <a:lnTo>
                  <a:pt x="10111818" y="4078289"/>
                </a:lnTo>
                <a:cubicBezTo>
                  <a:pt x="10111562" y="4078289"/>
                  <a:pt x="10111203" y="4077931"/>
                  <a:pt x="10111203" y="4077931"/>
                </a:cubicBezTo>
                <a:lnTo>
                  <a:pt x="10107672" y="4071790"/>
                </a:lnTo>
                <a:cubicBezTo>
                  <a:pt x="10107569" y="4071585"/>
                  <a:pt x="10107672" y="4071124"/>
                  <a:pt x="10107672" y="4071124"/>
                </a:cubicBezTo>
                <a:lnTo>
                  <a:pt x="10111203" y="4064981"/>
                </a:lnTo>
                <a:cubicBezTo>
                  <a:pt x="10111357" y="4064777"/>
                  <a:pt x="10111818" y="4064624"/>
                  <a:pt x="10111818" y="4064624"/>
                </a:cubicBezTo>
                <a:lnTo>
                  <a:pt x="10118880" y="4064624"/>
                </a:lnTo>
                <a:lnTo>
                  <a:pt x="10118893" y="4064630"/>
                </a:lnTo>
                <a:cubicBezTo>
                  <a:pt x="10119150" y="4064630"/>
                  <a:pt x="10119508" y="4064988"/>
                  <a:pt x="10119508" y="4064988"/>
                </a:cubicBezTo>
                <a:lnTo>
                  <a:pt x="10123040" y="4071131"/>
                </a:lnTo>
                <a:cubicBezTo>
                  <a:pt x="10123142" y="4071335"/>
                  <a:pt x="10123040" y="4071797"/>
                  <a:pt x="10123040" y="4071797"/>
                </a:cubicBezTo>
                <a:lnTo>
                  <a:pt x="10119508" y="4077938"/>
                </a:lnTo>
                <a:cubicBezTo>
                  <a:pt x="10119356" y="4078143"/>
                  <a:pt x="10118893" y="4078296"/>
                  <a:pt x="10118893" y="4078296"/>
                </a:cubicBezTo>
                <a:close/>
                <a:moveTo>
                  <a:pt x="5559633" y="4078303"/>
                </a:moveTo>
                <a:lnTo>
                  <a:pt x="5552569" y="4078303"/>
                </a:lnTo>
                <a:cubicBezTo>
                  <a:pt x="5552314" y="4078303"/>
                  <a:pt x="5551956" y="4077945"/>
                  <a:pt x="5551956" y="4077945"/>
                </a:cubicBezTo>
                <a:lnTo>
                  <a:pt x="5548424" y="4071804"/>
                </a:lnTo>
                <a:cubicBezTo>
                  <a:pt x="5548322" y="4071599"/>
                  <a:pt x="5548424" y="4071137"/>
                  <a:pt x="5548424" y="4071137"/>
                </a:cubicBezTo>
                <a:lnTo>
                  <a:pt x="5551956" y="4064995"/>
                </a:lnTo>
                <a:cubicBezTo>
                  <a:pt x="5552109" y="4064790"/>
                  <a:pt x="5552569" y="4064637"/>
                  <a:pt x="5552569" y="4064637"/>
                </a:cubicBezTo>
                <a:lnTo>
                  <a:pt x="5559633" y="4064637"/>
                </a:lnTo>
                <a:cubicBezTo>
                  <a:pt x="5559889" y="4064637"/>
                  <a:pt x="5560246" y="4064995"/>
                  <a:pt x="5560246" y="4064995"/>
                </a:cubicBezTo>
                <a:lnTo>
                  <a:pt x="5563779" y="4071137"/>
                </a:lnTo>
                <a:cubicBezTo>
                  <a:pt x="5563881" y="4071342"/>
                  <a:pt x="5563779" y="4071804"/>
                  <a:pt x="5563779" y="4071804"/>
                </a:cubicBezTo>
                <a:lnTo>
                  <a:pt x="5560246" y="4077945"/>
                </a:lnTo>
                <a:cubicBezTo>
                  <a:pt x="5560094" y="4078149"/>
                  <a:pt x="5559633" y="4078303"/>
                  <a:pt x="5559633" y="4078303"/>
                </a:cubicBezTo>
                <a:close/>
                <a:moveTo>
                  <a:pt x="4171959" y="4078307"/>
                </a:moveTo>
                <a:lnTo>
                  <a:pt x="4164896" y="4078307"/>
                </a:lnTo>
                <a:cubicBezTo>
                  <a:pt x="4164640" y="4078307"/>
                  <a:pt x="4164282" y="4077948"/>
                  <a:pt x="4164282" y="4077948"/>
                </a:cubicBezTo>
                <a:lnTo>
                  <a:pt x="4160751" y="4071808"/>
                </a:lnTo>
                <a:cubicBezTo>
                  <a:pt x="4160648" y="4071602"/>
                  <a:pt x="4160751" y="4071142"/>
                  <a:pt x="4160751" y="4071142"/>
                </a:cubicBezTo>
                <a:lnTo>
                  <a:pt x="4164282" y="4065001"/>
                </a:lnTo>
                <a:cubicBezTo>
                  <a:pt x="4164435" y="4064795"/>
                  <a:pt x="4164896" y="4064642"/>
                  <a:pt x="4164896" y="4064642"/>
                </a:cubicBezTo>
                <a:lnTo>
                  <a:pt x="4171959" y="4064642"/>
                </a:lnTo>
                <a:cubicBezTo>
                  <a:pt x="4172215" y="4064642"/>
                  <a:pt x="4172573" y="4065001"/>
                  <a:pt x="4172573" y="4065001"/>
                </a:cubicBezTo>
                <a:lnTo>
                  <a:pt x="4176105" y="4071142"/>
                </a:lnTo>
                <a:cubicBezTo>
                  <a:pt x="4176207" y="4071347"/>
                  <a:pt x="4176105" y="4071808"/>
                  <a:pt x="4176105" y="4071808"/>
                </a:cubicBezTo>
                <a:lnTo>
                  <a:pt x="4172573" y="4077948"/>
                </a:lnTo>
                <a:cubicBezTo>
                  <a:pt x="4172419" y="4078154"/>
                  <a:pt x="4171959" y="4078307"/>
                  <a:pt x="4171959" y="4078307"/>
                </a:cubicBezTo>
                <a:close/>
                <a:moveTo>
                  <a:pt x="6550807" y="4078307"/>
                </a:moveTo>
                <a:lnTo>
                  <a:pt x="6543744" y="4078307"/>
                </a:lnTo>
                <a:cubicBezTo>
                  <a:pt x="6543488" y="4078307"/>
                  <a:pt x="6543129" y="4077948"/>
                  <a:pt x="6543129" y="4077948"/>
                </a:cubicBezTo>
                <a:lnTo>
                  <a:pt x="6539598" y="4071808"/>
                </a:lnTo>
                <a:cubicBezTo>
                  <a:pt x="6539495" y="4071602"/>
                  <a:pt x="6539598" y="4071142"/>
                  <a:pt x="6539598" y="4071142"/>
                </a:cubicBezTo>
                <a:lnTo>
                  <a:pt x="6543129" y="4065001"/>
                </a:lnTo>
                <a:cubicBezTo>
                  <a:pt x="6543282" y="4064794"/>
                  <a:pt x="6543744" y="4064641"/>
                  <a:pt x="6543744" y="4064641"/>
                </a:cubicBezTo>
                <a:lnTo>
                  <a:pt x="6550807" y="4064641"/>
                </a:lnTo>
                <a:cubicBezTo>
                  <a:pt x="6551063" y="4064641"/>
                  <a:pt x="6551420" y="4065001"/>
                  <a:pt x="6551420" y="4065001"/>
                </a:cubicBezTo>
                <a:lnTo>
                  <a:pt x="6554953" y="4071142"/>
                </a:lnTo>
                <a:cubicBezTo>
                  <a:pt x="6555055" y="4071347"/>
                  <a:pt x="6554953" y="4071808"/>
                  <a:pt x="6554953" y="4071808"/>
                </a:cubicBezTo>
                <a:lnTo>
                  <a:pt x="6551420" y="4077948"/>
                </a:lnTo>
                <a:cubicBezTo>
                  <a:pt x="6551267" y="4078154"/>
                  <a:pt x="6550807" y="4078307"/>
                  <a:pt x="6550807" y="4078307"/>
                </a:cubicBezTo>
                <a:close/>
                <a:moveTo>
                  <a:pt x="4370183" y="4078308"/>
                </a:moveTo>
                <a:lnTo>
                  <a:pt x="4363121" y="4078308"/>
                </a:lnTo>
                <a:cubicBezTo>
                  <a:pt x="4362864" y="4078308"/>
                  <a:pt x="4362506" y="4077950"/>
                  <a:pt x="4362506" y="4077950"/>
                </a:cubicBezTo>
                <a:lnTo>
                  <a:pt x="4358975" y="4071809"/>
                </a:lnTo>
                <a:cubicBezTo>
                  <a:pt x="4358872" y="4071603"/>
                  <a:pt x="4358975" y="4071143"/>
                  <a:pt x="4358975" y="4071143"/>
                </a:cubicBezTo>
                <a:lnTo>
                  <a:pt x="4362506" y="4065001"/>
                </a:lnTo>
                <a:cubicBezTo>
                  <a:pt x="4362660" y="4064796"/>
                  <a:pt x="4363121" y="4064642"/>
                  <a:pt x="4363121" y="4064642"/>
                </a:cubicBezTo>
                <a:lnTo>
                  <a:pt x="4370183" y="4064642"/>
                </a:lnTo>
                <a:cubicBezTo>
                  <a:pt x="4370439" y="4064642"/>
                  <a:pt x="4370797" y="4065001"/>
                  <a:pt x="4370797" y="4065001"/>
                </a:cubicBezTo>
                <a:lnTo>
                  <a:pt x="4374329" y="4071143"/>
                </a:lnTo>
                <a:cubicBezTo>
                  <a:pt x="4374432" y="4071348"/>
                  <a:pt x="4374329" y="4071809"/>
                  <a:pt x="4374329" y="4071809"/>
                </a:cubicBezTo>
                <a:lnTo>
                  <a:pt x="4370797" y="4077950"/>
                </a:lnTo>
                <a:cubicBezTo>
                  <a:pt x="4370643" y="4078154"/>
                  <a:pt x="4370183" y="4078308"/>
                  <a:pt x="4370183" y="4078308"/>
                </a:cubicBezTo>
                <a:close/>
                <a:moveTo>
                  <a:pt x="8334803" y="4078309"/>
                </a:moveTo>
                <a:lnTo>
                  <a:pt x="8327739" y="4078309"/>
                </a:lnTo>
                <a:cubicBezTo>
                  <a:pt x="8327483" y="4078309"/>
                  <a:pt x="8327126" y="4077950"/>
                  <a:pt x="8327126" y="4077950"/>
                </a:cubicBezTo>
                <a:lnTo>
                  <a:pt x="8323593" y="4071809"/>
                </a:lnTo>
                <a:cubicBezTo>
                  <a:pt x="8323490" y="4071604"/>
                  <a:pt x="8323593" y="4071144"/>
                  <a:pt x="8323593" y="4071144"/>
                </a:cubicBezTo>
                <a:lnTo>
                  <a:pt x="8327126" y="4065002"/>
                </a:lnTo>
                <a:cubicBezTo>
                  <a:pt x="8327278" y="4064797"/>
                  <a:pt x="8327739" y="4064643"/>
                  <a:pt x="8327739" y="4064643"/>
                </a:cubicBezTo>
                <a:lnTo>
                  <a:pt x="8334803" y="4064643"/>
                </a:lnTo>
                <a:cubicBezTo>
                  <a:pt x="8335058" y="4064643"/>
                  <a:pt x="8335417" y="4065002"/>
                  <a:pt x="8335417" y="4065002"/>
                </a:cubicBezTo>
                <a:lnTo>
                  <a:pt x="8338949" y="4071144"/>
                </a:lnTo>
                <a:cubicBezTo>
                  <a:pt x="8339051" y="4071349"/>
                  <a:pt x="8338949" y="4071809"/>
                  <a:pt x="8338949" y="4071809"/>
                </a:cubicBezTo>
                <a:lnTo>
                  <a:pt x="8335417" y="4077950"/>
                </a:lnTo>
                <a:cubicBezTo>
                  <a:pt x="8335264" y="4078155"/>
                  <a:pt x="8334803" y="4078309"/>
                  <a:pt x="8334803" y="4078309"/>
                </a:cubicBezTo>
                <a:close/>
                <a:moveTo>
                  <a:pt x="2586060" y="4078313"/>
                </a:moveTo>
                <a:lnTo>
                  <a:pt x="2578998" y="4078313"/>
                </a:lnTo>
                <a:cubicBezTo>
                  <a:pt x="2578740" y="4078313"/>
                  <a:pt x="2578383" y="4077955"/>
                  <a:pt x="2578383" y="4077955"/>
                </a:cubicBezTo>
                <a:lnTo>
                  <a:pt x="2574850" y="4071813"/>
                </a:lnTo>
                <a:lnTo>
                  <a:pt x="2574850" y="4071806"/>
                </a:lnTo>
                <a:lnTo>
                  <a:pt x="2574850" y="4071148"/>
                </a:lnTo>
                <a:lnTo>
                  <a:pt x="2574850" y="4071140"/>
                </a:lnTo>
                <a:lnTo>
                  <a:pt x="2578383" y="4064997"/>
                </a:lnTo>
                <a:cubicBezTo>
                  <a:pt x="2578536" y="4064792"/>
                  <a:pt x="2578998" y="4064640"/>
                  <a:pt x="2578998" y="4064640"/>
                </a:cubicBezTo>
                <a:lnTo>
                  <a:pt x="2586060" y="4064640"/>
                </a:lnTo>
                <a:cubicBezTo>
                  <a:pt x="2586316" y="4064640"/>
                  <a:pt x="2586674" y="4064997"/>
                  <a:pt x="2586674" y="4064997"/>
                </a:cubicBezTo>
                <a:lnTo>
                  <a:pt x="2590205" y="4071140"/>
                </a:lnTo>
                <a:lnTo>
                  <a:pt x="2590205" y="4071148"/>
                </a:lnTo>
                <a:lnTo>
                  <a:pt x="2590205" y="4071806"/>
                </a:lnTo>
                <a:lnTo>
                  <a:pt x="2590205" y="4071813"/>
                </a:lnTo>
                <a:lnTo>
                  <a:pt x="2586674" y="4077955"/>
                </a:lnTo>
                <a:cubicBezTo>
                  <a:pt x="2586520" y="4078158"/>
                  <a:pt x="2586060" y="4078313"/>
                  <a:pt x="2586060" y="4078313"/>
                </a:cubicBezTo>
                <a:close/>
                <a:moveTo>
                  <a:pt x="7740056" y="4078313"/>
                </a:moveTo>
                <a:lnTo>
                  <a:pt x="7732992" y="4078313"/>
                </a:lnTo>
                <a:cubicBezTo>
                  <a:pt x="7732736" y="4078313"/>
                  <a:pt x="7732378" y="4077955"/>
                  <a:pt x="7732378" y="4077955"/>
                </a:cubicBezTo>
                <a:lnTo>
                  <a:pt x="7728846" y="4071813"/>
                </a:lnTo>
                <a:cubicBezTo>
                  <a:pt x="7728744" y="4071609"/>
                  <a:pt x="7728846" y="4071148"/>
                  <a:pt x="7728846" y="4071148"/>
                </a:cubicBezTo>
                <a:lnTo>
                  <a:pt x="7732378" y="4065005"/>
                </a:lnTo>
                <a:cubicBezTo>
                  <a:pt x="7732531" y="4064801"/>
                  <a:pt x="7732992" y="4064647"/>
                  <a:pt x="7732992" y="4064647"/>
                </a:cubicBezTo>
                <a:lnTo>
                  <a:pt x="7740056" y="4064647"/>
                </a:lnTo>
                <a:cubicBezTo>
                  <a:pt x="7740311" y="4064647"/>
                  <a:pt x="7740670" y="4065005"/>
                  <a:pt x="7740670" y="4065005"/>
                </a:cubicBezTo>
                <a:lnTo>
                  <a:pt x="7744202" y="4071148"/>
                </a:lnTo>
                <a:cubicBezTo>
                  <a:pt x="7744304" y="4071352"/>
                  <a:pt x="7744202" y="4071813"/>
                  <a:pt x="7744202" y="4071813"/>
                </a:cubicBezTo>
                <a:lnTo>
                  <a:pt x="7740670" y="4077955"/>
                </a:lnTo>
                <a:cubicBezTo>
                  <a:pt x="7740516" y="4078159"/>
                  <a:pt x="7740056" y="4078313"/>
                  <a:pt x="7740056" y="4078313"/>
                </a:cubicBezTo>
                <a:close/>
                <a:moveTo>
                  <a:pt x="7343591" y="4078315"/>
                </a:moveTo>
                <a:lnTo>
                  <a:pt x="7336527" y="4078315"/>
                </a:lnTo>
                <a:cubicBezTo>
                  <a:pt x="7336272" y="4078315"/>
                  <a:pt x="7335913" y="4077957"/>
                  <a:pt x="7335913" y="4077957"/>
                </a:cubicBezTo>
                <a:lnTo>
                  <a:pt x="7332381" y="4071815"/>
                </a:lnTo>
                <a:cubicBezTo>
                  <a:pt x="7332277" y="4071610"/>
                  <a:pt x="7332381" y="4071150"/>
                  <a:pt x="7332381" y="4071150"/>
                </a:cubicBezTo>
                <a:lnTo>
                  <a:pt x="7335913" y="4065007"/>
                </a:lnTo>
                <a:cubicBezTo>
                  <a:pt x="7336066" y="4064803"/>
                  <a:pt x="7336527" y="4064649"/>
                  <a:pt x="7336527" y="4064649"/>
                </a:cubicBezTo>
                <a:lnTo>
                  <a:pt x="7343591" y="4064649"/>
                </a:lnTo>
                <a:cubicBezTo>
                  <a:pt x="7343846" y="4064649"/>
                  <a:pt x="7344205" y="4065007"/>
                  <a:pt x="7344205" y="4065007"/>
                </a:cubicBezTo>
                <a:lnTo>
                  <a:pt x="7347738" y="4071150"/>
                </a:lnTo>
                <a:cubicBezTo>
                  <a:pt x="7347837" y="4071354"/>
                  <a:pt x="7347738" y="4071815"/>
                  <a:pt x="7347738" y="4071815"/>
                </a:cubicBezTo>
                <a:lnTo>
                  <a:pt x="7344205" y="4077957"/>
                </a:lnTo>
                <a:cubicBezTo>
                  <a:pt x="7344051" y="4078161"/>
                  <a:pt x="7343591" y="4078315"/>
                  <a:pt x="7343591" y="4078315"/>
                </a:cubicBezTo>
                <a:close/>
                <a:moveTo>
                  <a:pt x="3379008" y="4078317"/>
                </a:moveTo>
                <a:lnTo>
                  <a:pt x="3371947" y="4078317"/>
                </a:lnTo>
                <a:cubicBezTo>
                  <a:pt x="3371690" y="4078317"/>
                  <a:pt x="3371332" y="4077959"/>
                  <a:pt x="3371332" y="4077959"/>
                </a:cubicBezTo>
                <a:lnTo>
                  <a:pt x="3367800" y="4071818"/>
                </a:lnTo>
                <a:cubicBezTo>
                  <a:pt x="3367697" y="4071613"/>
                  <a:pt x="3367800" y="4071152"/>
                  <a:pt x="3367800" y="4071152"/>
                </a:cubicBezTo>
                <a:lnTo>
                  <a:pt x="3371332" y="4065010"/>
                </a:lnTo>
                <a:cubicBezTo>
                  <a:pt x="3371485" y="4064805"/>
                  <a:pt x="3371947" y="4064652"/>
                  <a:pt x="3371947" y="4064652"/>
                </a:cubicBezTo>
                <a:lnTo>
                  <a:pt x="3379008" y="4064652"/>
                </a:lnTo>
                <a:cubicBezTo>
                  <a:pt x="3379265" y="4064652"/>
                  <a:pt x="3379624" y="4065010"/>
                  <a:pt x="3379624" y="4065010"/>
                </a:cubicBezTo>
                <a:lnTo>
                  <a:pt x="3383155" y="4071152"/>
                </a:lnTo>
                <a:cubicBezTo>
                  <a:pt x="3383257" y="4071357"/>
                  <a:pt x="3383155" y="4071818"/>
                  <a:pt x="3383155" y="4071818"/>
                </a:cubicBezTo>
                <a:lnTo>
                  <a:pt x="3379624" y="4077959"/>
                </a:lnTo>
                <a:cubicBezTo>
                  <a:pt x="3379470" y="4078164"/>
                  <a:pt x="3379008" y="4078317"/>
                  <a:pt x="3379008" y="4078317"/>
                </a:cubicBezTo>
                <a:close/>
                <a:moveTo>
                  <a:pt x="3180784" y="4078318"/>
                </a:moveTo>
                <a:lnTo>
                  <a:pt x="3173721" y="4078318"/>
                </a:lnTo>
                <a:cubicBezTo>
                  <a:pt x="3173466" y="4078318"/>
                  <a:pt x="3173107" y="4077960"/>
                  <a:pt x="3173107" y="4077960"/>
                </a:cubicBezTo>
                <a:lnTo>
                  <a:pt x="3169576" y="4071818"/>
                </a:lnTo>
                <a:cubicBezTo>
                  <a:pt x="3169473" y="4071613"/>
                  <a:pt x="3169576" y="4071153"/>
                  <a:pt x="3169576" y="4071153"/>
                </a:cubicBezTo>
                <a:lnTo>
                  <a:pt x="3173107" y="4065011"/>
                </a:lnTo>
                <a:cubicBezTo>
                  <a:pt x="3173261" y="4064806"/>
                  <a:pt x="3173721" y="4064652"/>
                  <a:pt x="3173721" y="4064652"/>
                </a:cubicBezTo>
                <a:lnTo>
                  <a:pt x="3180784" y="4064652"/>
                </a:lnTo>
                <a:cubicBezTo>
                  <a:pt x="3181040" y="4064652"/>
                  <a:pt x="3181398" y="4065011"/>
                  <a:pt x="3181398" y="4065011"/>
                </a:cubicBezTo>
                <a:lnTo>
                  <a:pt x="3184931" y="4071153"/>
                </a:lnTo>
                <a:cubicBezTo>
                  <a:pt x="3185033" y="4071358"/>
                  <a:pt x="3184931" y="4071818"/>
                  <a:pt x="3184931" y="4071818"/>
                </a:cubicBezTo>
                <a:lnTo>
                  <a:pt x="3181398" y="4077960"/>
                </a:lnTo>
                <a:cubicBezTo>
                  <a:pt x="3181245" y="4078165"/>
                  <a:pt x="3180784" y="4078318"/>
                  <a:pt x="3180784" y="4078318"/>
                </a:cubicBezTo>
                <a:close/>
                <a:moveTo>
                  <a:pt x="4964909" y="4078319"/>
                </a:moveTo>
                <a:lnTo>
                  <a:pt x="4957846" y="4078319"/>
                </a:lnTo>
                <a:cubicBezTo>
                  <a:pt x="4957589" y="4078319"/>
                  <a:pt x="4957232" y="4077962"/>
                  <a:pt x="4957232" y="4077962"/>
                </a:cubicBezTo>
                <a:lnTo>
                  <a:pt x="4953699" y="4071820"/>
                </a:lnTo>
                <a:cubicBezTo>
                  <a:pt x="4953597" y="4071615"/>
                  <a:pt x="4953699" y="4071155"/>
                  <a:pt x="4953699" y="4071155"/>
                </a:cubicBezTo>
                <a:lnTo>
                  <a:pt x="4957232" y="4065013"/>
                </a:lnTo>
                <a:cubicBezTo>
                  <a:pt x="4957384" y="4064808"/>
                  <a:pt x="4957846" y="4064653"/>
                  <a:pt x="4957846" y="4064653"/>
                </a:cubicBezTo>
                <a:lnTo>
                  <a:pt x="4964909" y="4064653"/>
                </a:lnTo>
                <a:cubicBezTo>
                  <a:pt x="4965164" y="4064653"/>
                  <a:pt x="4965523" y="4065013"/>
                  <a:pt x="4965523" y="4065013"/>
                </a:cubicBezTo>
                <a:lnTo>
                  <a:pt x="4969054" y="4071155"/>
                </a:lnTo>
                <a:cubicBezTo>
                  <a:pt x="4969156" y="4071359"/>
                  <a:pt x="4969054" y="4071820"/>
                  <a:pt x="4969054" y="4071820"/>
                </a:cubicBezTo>
                <a:lnTo>
                  <a:pt x="4965523" y="4077962"/>
                </a:lnTo>
                <a:cubicBezTo>
                  <a:pt x="4965369" y="4078166"/>
                  <a:pt x="4964909" y="4078319"/>
                  <a:pt x="4964909" y="4078319"/>
                </a:cubicBezTo>
                <a:close/>
                <a:moveTo>
                  <a:pt x="6154307" y="4078327"/>
                </a:moveTo>
                <a:lnTo>
                  <a:pt x="6147243" y="4078327"/>
                </a:lnTo>
                <a:cubicBezTo>
                  <a:pt x="6146988" y="4078327"/>
                  <a:pt x="6146629" y="4077969"/>
                  <a:pt x="6146629" y="4077969"/>
                </a:cubicBezTo>
                <a:lnTo>
                  <a:pt x="6143098" y="4071828"/>
                </a:lnTo>
                <a:cubicBezTo>
                  <a:pt x="6142996" y="4071623"/>
                  <a:pt x="6143098" y="4071162"/>
                  <a:pt x="6143098" y="4071162"/>
                </a:cubicBezTo>
                <a:lnTo>
                  <a:pt x="6146629" y="4065020"/>
                </a:lnTo>
                <a:cubicBezTo>
                  <a:pt x="6146783" y="4064815"/>
                  <a:pt x="6147243" y="4064662"/>
                  <a:pt x="6147243" y="4064662"/>
                </a:cubicBezTo>
                <a:lnTo>
                  <a:pt x="6154307" y="4064662"/>
                </a:lnTo>
                <a:cubicBezTo>
                  <a:pt x="6154562" y="4064662"/>
                  <a:pt x="6154921" y="4065020"/>
                  <a:pt x="6154921" y="4065020"/>
                </a:cubicBezTo>
                <a:lnTo>
                  <a:pt x="6158453" y="4071162"/>
                </a:lnTo>
                <a:cubicBezTo>
                  <a:pt x="6158554" y="4071367"/>
                  <a:pt x="6158453" y="4071828"/>
                  <a:pt x="6158453" y="4071828"/>
                </a:cubicBezTo>
                <a:lnTo>
                  <a:pt x="6154921" y="4077969"/>
                </a:lnTo>
                <a:cubicBezTo>
                  <a:pt x="6154768" y="4078174"/>
                  <a:pt x="6154307" y="4078327"/>
                  <a:pt x="6154307" y="4078327"/>
                </a:cubicBezTo>
                <a:close/>
                <a:moveTo>
                  <a:pt x="9722512" y="4078327"/>
                </a:moveTo>
                <a:lnTo>
                  <a:pt x="9715449" y="4078327"/>
                </a:lnTo>
                <a:lnTo>
                  <a:pt x="9715401" y="4078299"/>
                </a:lnTo>
                <a:lnTo>
                  <a:pt x="9715345" y="4078299"/>
                </a:lnTo>
                <a:cubicBezTo>
                  <a:pt x="9715089" y="4078299"/>
                  <a:pt x="9714730" y="4077941"/>
                  <a:pt x="9714730" y="4077941"/>
                </a:cubicBezTo>
                <a:lnTo>
                  <a:pt x="9711199" y="4071801"/>
                </a:lnTo>
                <a:cubicBezTo>
                  <a:pt x="9711097" y="4071595"/>
                  <a:pt x="9711199" y="4071134"/>
                  <a:pt x="9711199" y="4071134"/>
                </a:cubicBezTo>
                <a:lnTo>
                  <a:pt x="9714730" y="4064992"/>
                </a:lnTo>
                <a:cubicBezTo>
                  <a:pt x="9714884" y="4064787"/>
                  <a:pt x="9715345" y="4064634"/>
                  <a:pt x="9715345" y="4064634"/>
                </a:cubicBezTo>
                <a:lnTo>
                  <a:pt x="9722407" y="4064634"/>
                </a:lnTo>
                <a:lnTo>
                  <a:pt x="9722456" y="4064662"/>
                </a:lnTo>
                <a:lnTo>
                  <a:pt x="9722512" y="4064662"/>
                </a:lnTo>
                <a:cubicBezTo>
                  <a:pt x="9722768" y="4064662"/>
                  <a:pt x="9723126" y="4065020"/>
                  <a:pt x="9723126" y="4065020"/>
                </a:cubicBezTo>
                <a:lnTo>
                  <a:pt x="9726659" y="4071162"/>
                </a:lnTo>
                <a:cubicBezTo>
                  <a:pt x="9726761" y="4071368"/>
                  <a:pt x="9726659" y="4071828"/>
                  <a:pt x="9726659" y="4071828"/>
                </a:cubicBezTo>
                <a:lnTo>
                  <a:pt x="9723126" y="4077969"/>
                </a:lnTo>
                <a:cubicBezTo>
                  <a:pt x="9722973" y="4078174"/>
                  <a:pt x="9722512" y="4078327"/>
                  <a:pt x="9722512" y="4078327"/>
                </a:cubicBezTo>
                <a:close/>
                <a:moveTo>
                  <a:pt x="6947256" y="4078328"/>
                </a:moveTo>
                <a:lnTo>
                  <a:pt x="6940193" y="4078328"/>
                </a:lnTo>
                <a:cubicBezTo>
                  <a:pt x="6939937" y="4078328"/>
                  <a:pt x="6939578" y="4077970"/>
                  <a:pt x="6939578" y="4077970"/>
                </a:cubicBezTo>
                <a:lnTo>
                  <a:pt x="6936048" y="4071829"/>
                </a:lnTo>
                <a:cubicBezTo>
                  <a:pt x="6935945" y="4071624"/>
                  <a:pt x="6936048" y="4071163"/>
                  <a:pt x="6936048" y="4071163"/>
                </a:cubicBezTo>
                <a:lnTo>
                  <a:pt x="6939578" y="4065021"/>
                </a:lnTo>
                <a:cubicBezTo>
                  <a:pt x="6939733" y="4064816"/>
                  <a:pt x="6940193" y="4064663"/>
                  <a:pt x="6940193" y="4064663"/>
                </a:cubicBezTo>
                <a:lnTo>
                  <a:pt x="6947256" y="4064663"/>
                </a:lnTo>
                <a:cubicBezTo>
                  <a:pt x="6947512" y="4064663"/>
                  <a:pt x="6947870" y="4065021"/>
                  <a:pt x="6947870" y="4065021"/>
                </a:cubicBezTo>
                <a:lnTo>
                  <a:pt x="6951402" y="4071163"/>
                </a:lnTo>
                <a:cubicBezTo>
                  <a:pt x="6951504" y="4071368"/>
                  <a:pt x="6951402" y="4071829"/>
                  <a:pt x="6951402" y="4071829"/>
                </a:cubicBezTo>
                <a:lnTo>
                  <a:pt x="6947870" y="4077970"/>
                </a:lnTo>
                <a:cubicBezTo>
                  <a:pt x="6947717" y="4078175"/>
                  <a:pt x="6947256" y="4078328"/>
                  <a:pt x="6947256" y="4078328"/>
                </a:cubicBezTo>
                <a:close/>
                <a:moveTo>
                  <a:pt x="5757857" y="4078329"/>
                </a:moveTo>
                <a:lnTo>
                  <a:pt x="5750795" y="4078329"/>
                </a:lnTo>
                <a:cubicBezTo>
                  <a:pt x="5750538" y="4078329"/>
                  <a:pt x="5750181" y="4077971"/>
                  <a:pt x="5750181" y="4077971"/>
                </a:cubicBezTo>
                <a:lnTo>
                  <a:pt x="5746649" y="4071829"/>
                </a:lnTo>
                <a:cubicBezTo>
                  <a:pt x="5746546" y="4071624"/>
                  <a:pt x="5746649" y="4071164"/>
                  <a:pt x="5746649" y="4071164"/>
                </a:cubicBezTo>
                <a:lnTo>
                  <a:pt x="5750181" y="4065022"/>
                </a:lnTo>
                <a:cubicBezTo>
                  <a:pt x="5750333" y="4064817"/>
                  <a:pt x="5750795" y="4064663"/>
                  <a:pt x="5750795" y="4064663"/>
                </a:cubicBezTo>
                <a:lnTo>
                  <a:pt x="5757857" y="4064663"/>
                </a:lnTo>
                <a:cubicBezTo>
                  <a:pt x="5758114" y="4064663"/>
                  <a:pt x="5758471" y="4065022"/>
                  <a:pt x="5758471" y="4065022"/>
                </a:cubicBezTo>
                <a:lnTo>
                  <a:pt x="5762003" y="4071164"/>
                </a:lnTo>
                <a:cubicBezTo>
                  <a:pt x="5762106" y="4071369"/>
                  <a:pt x="5762003" y="4071829"/>
                  <a:pt x="5762003" y="4071829"/>
                </a:cubicBezTo>
                <a:lnTo>
                  <a:pt x="5758471" y="4077971"/>
                </a:lnTo>
                <a:cubicBezTo>
                  <a:pt x="5758318" y="4078175"/>
                  <a:pt x="5757857" y="4078329"/>
                  <a:pt x="5757857" y="4078329"/>
                </a:cubicBezTo>
                <a:close/>
                <a:moveTo>
                  <a:pt x="8731307" y="4078331"/>
                </a:moveTo>
                <a:lnTo>
                  <a:pt x="8724243" y="4078331"/>
                </a:lnTo>
                <a:lnTo>
                  <a:pt x="8724185" y="4078296"/>
                </a:lnTo>
                <a:lnTo>
                  <a:pt x="8724138" y="4078296"/>
                </a:lnTo>
                <a:cubicBezTo>
                  <a:pt x="8723882" y="4078296"/>
                  <a:pt x="8723523" y="4077938"/>
                  <a:pt x="8723523" y="4077938"/>
                </a:cubicBezTo>
                <a:lnTo>
                  <a:pt x="8719992" y="4071797"/>
                </a:lnTo>
                <a:cubicBezTo>
                  <a:pt x="8719890" y="4071592"/>
                  <a:pt x="8719992" y="4071131"/>
                  <a:pt x="8719992" y="4071131"/>
                </a:cubicBezTo>
                <a:lnTo>
                  <a:pt x="8723523" y="4064989"/>
                </a:lnTo>
                <a:cubicBezTo>
                  <a:pt x="8723677" y="4064785"/>
                  <a:pt x="8724138" y="4064630"/>
                  <a:pt x="8724138" y="4064630"/>
                </a:cubicBezTo>
                <a:lnTo>
                  <a:pt x="8731203" y="4064630"/>
                </a:lnTo>
                <a:lnTo>
                  <a:pt x="8731261" y="4064664"/>
                </a:lnTo>
                <a:lnTo>
                  <a:pt x="8731307" y="4064664"/>
                </a:lnTo>
                <a:cubicBezTo>
                  <a:pt x="8731564" y="4064664"/>
                  <a:pt x="8731921" y="4065023"/>
                  <a:pt x="8731921" y="4065023"/>
                </a:cubicBezTo>
                <a:lnTo>
                  <a:pt x="8735453" y="4071166"/>
                </a:lnTo>
                <a:cubicBezTo>
                  <a:pt x="8735556" y="4071370"/>
                  <a:pt x="8735453" y="4071831"/>
                  <a:pt x="8735453" y="4071831"/>
                </a:cubicBezTo>
                <a:lnTo>
                  <a:pt x="8731921" y="4077973"/>
                </a:lnTo>
                <a:cubicBezTo>
                  <a:pt x="8731769" y="4078178"/>
                  <a:pt x="8731307" y="4078331"/>
                  <a:pt x="8731307" y="4078331"/>
                </a:cubicBezTo>
                <a:close/>
                <a:moveTo>
                  <a:pt x="5361358" y="4078333"/>
                </a:moveTo>
                <a:lnTo>
                  <a:pt x="5354295" y="4078333"/>
                </a:lnTo>
                <a:cubicBezTo>
                  <a:pt x="5354038" y="4078333"/>
                  <a:pt x="5353680" y="4077975"/>
                  <a:pt x="5353680" y="4077975"/>
                </a:cubicBezTo>
                <a:lnTo>
                  <a:pt x="5350149" y="4071834"/>
                </a:lnTo>
                <a:cubicBezTo>
                  <a:pt x="5350047" y="4071629"/>
                  <a:pt x="5350149" y="4071169"/>
                  <a:pt x="5350149" y="4071169"/>
                </a:cubicBezTo>
                <a:lnTo>
                  <a:pt x="5353680" y="4065026"/>
                </a:lnTo>
                <a:cubicBezTo>
                  <a:pt x="5353835" y="4064822"/>
                  <a:pt x="5354295" y="4064668"/>
                  <a:pt x="5354295" y="4064668"/>
                </a:cubicBezTo>
                <a:lnTo>
                  <a:pt x="5361358" y="4064668"/>
                </a:lnTo>
                <a:cubicBezTo>
                  <a:pt x="5361614" y="4064668"/>
                  <a:pt x="5361972" y="4065026"/>
                  <a:pt x="5361972" y="4065026"/>
                </a:cubicBezTo>
                <a:lnTo>
                  <a:pt x="5365503" y="4071169"/>
                </a:lnTo>
                <a:cubicBezTo>
                  <a:pt x="5365606" y="4071373"/>
                  <a:pt x="5365503" y="4071834"/>
                  <a:pt x="5365503" y="4071834"/>
                </a:cubicBezTo>
                <a:lnTo>
                  <a:pt x="5361972" y="4077975"/>
                </a:lnTo>
                <a:cubicBezTo>
                  <a:pt x="5361818" y="4078180"/>
                  <a:pt x="5361358" y="4078333"/>
                  <a:pt x="5361358" y="4078333"/>
                </a:cubicBezTo>
                <a:close/>
                <a:moveTo>
                  <a:pt x="7541877" y="4078335"/>
                </a:moveTo>
                <a:lnTo>
                  <a:pt x="7534812" y="4078335"/>
                </a:lnTo>
                <a:cubicBezTo>
                  <a:pt x="7534557" y="4078335"/>
                  <a:pt x="7534198" y="4077977"/>
                  <a:pt x="7534198" y="4077977"/>
                </a:cubicBezTo>
                <a:lnTo>
                  <a:pt x="7530667" y="4071836"/>
                </a:lnTo>
                <a:cubicBezTo>
                  <a:pt x="7530564" y="4071631"/>
                  <a:pt x="7530667" y="4071170"/>
                  <a:pt x="7530667" y="4071170"/>
                </a:cubicBezTo>
                <a:lnTo>
                  <a:pt x="7534198" y="4065028"/>
                </a:lnTo>
                <a:cubicBezTo>
                  <a:pt x="7534352" y="4064823"/>
                  <a:pt x="7534812" y="4064670"/>
                  <a:pt x="7534812" y="4064670"/>
                </a:cubicBezTo>
                <a:lnTo>
                  <a:pt x="7541877" y="4064670"/>
                </a:lnTo>
                <a:cubicBezTo>
                  <a:pt x="7542133" y="4064670"/>
                  <a:pt x="7542489" y="4065028"/>
                  <a:pt x="7542489" y="4065028"/>
                </a:cubicBezTo>
                <a:lnTo>
                  <a:pt x="7546022" y="4071170"/>
                </a:lnTo>
                <a:cubicBezTo>
                  <a:pt x="7546125" y="4071375"/>
                  <a:pt x="7546022" y="4071836"/>
                  <a:pt x="7546022" y="4071836"/>
                </a:cubicBezTo>
                <a:lnTo>
                  <a:pt x="7542489" y="4077977"/>
                </a:lnTo>
                <a:cubicBezTo>
                  <a:pt x="7542337" y="4078182"/>
                  <a:pt x="7541877" y="4078335"/>
                  <a:pt x="7541877" y="4078335"/>
                </a:cubicBezTo>
                <a:close/>
                <a:moveTo>
                  <a:pt x="9920753" y="4078337"/>
                </a:moveTo>
                <a:lnTo>
                  <a:pt x="9913691" y="4078337"/>
                </a:lnTo>
                <a:lnTo>
                  <a:pt x="9913667" y="4078324"/>
                </a:lnTo>
                <a:lnTo>
                  <a:pt x="9913665" y="4078324"/>
                </a:lnTo>
                <a:cubicBezTo>
                  <a:pt x="9913409" y="4078324"/>
                  <a:pt x="9913051" y="4077966"/>
                  <a:pt x="9913051" y="4077966"/>
                </a:cubicBezTo>
                <a:lnTo>
                  <a:pt x="9909519" y="4071825"/>
                </a:lnTo>
                <a:cubicBezTo>
                  <a:pt x="9909417" y="4071620"/>
                  <a:pt x="9909519" y="4071159"/>
                  <a:pt x="9909519" y="4071159"/>
                </a:cubicBezTo>
                <a:lnTo>
                  <a:pt x="9913051" y="4065016"/>
                </a:lnTo>
                <a:cubicBezTo>
                  <a:pt x="9913204" y="4064812"/>
                  <a:pt x="9913665" y="4064659"/>
                  <a:pt x="9913665" y="4064659"/>
                </a:cubicBezTo>
                <a:lnTo>
                  <a:pt x="9920727" y="4064659"/>
                </a:lnTo>
                <a:lnTo>
                  <a:pt x="9920750" y="4064671"/>
                </a:lnTo>
                <a:lnTo>
                  <a:pt x="9920753" y="4064671"/>
                </a:lnTo>
                <a:cubicBezTo>
                  <a:pt x="9921010" y="4064671"/>
                  <a:pt x="9921368" y="4065030"/>
                  <a:pt x="9921368" y="4065030"/>
                </a:cubicBezTo>
                <a:lnTo>
                  <a:pt x="9924899" y="4071172"/>
                </a:lnTo>
                <a:cubicBezTo>
                  <a:pt x="9925002" y="4071377"/>
                  <a:pt x="9924899" y="4071837"/>
                  <a:pt x="9924899" y="4071837"/>
                </a:cubicBezTo>
                <a:lnTo>
                  <a:pt x="9921368" y="4077978"/>
                </a:lnTo>
                <a:cubicBezTo>
                  <a:pt x="9921214" y="4078183"/>
                  <a:pt x="9920753" y="4078337"/>
                  <a:pt x="9920753" y="4078337"/>
                </a:cubicBezTo>
                <a:close/>
                <a:moveTo>
                  <a:pt x="4568408" y="4078338"/>
                </a:moveTo>
                <a:lnTo>
                  <a:pt x="4561345" y="4078338"/>
                </a:lnTo>
                <a:cubicBezTo>
                  <a:pt x="4561089" y="4078338"/>
                  <a:pt x="4560731" y="4077980"/>
                  <a:pt x="4560731" y="4077980"/>
                </a:cubicBezTo>
                <a:lnTo>
                  <a:pt x="4557199" y="4071839"/>
                </a:lnTo>
                <a:cubicBezTo>
                  <a:pt x="4557097" y="4071633"/>
                  <a:pt x="4557199" y="4071173"/>
                  <a:pt x="4557199" y="4071173"/>
                </a:cubicBezTo>
                <a:lnTo>
                  <a:pt x="4560731" y="4065030"/>
                </a:lnTo>
                <a:cubicBezTo>
                  <a:pt x="4560884" y="4064825"/>
                  <a:pt x="4561345" y="4064673"/>
                  <a:pt x="4561345" y="4064673"/>
                </a:cubicBezTo>
                <a:lnTo>
                  <a:pt x="4568408" y="4064673"/>
                </a:lnTo>
                <a:cubicBezTo>
                  <a:pt x="4568663" y="4064673"/>
                  <a:pt x="4569022" y="4065030"/>
                  <a:pt x="4569022" y="4065030"/>
                </a:cubicBezTo>
                <a:lnTo>
                  <a:pt x="4572554" y="4071173"/>
                </a:lnTo>
                <a:cubicBezTo>
                  <a:pt x="4572656" y="4071378"/>
                  <a:pt x="4572554" y="4071839"/>
                  <a:pt x="4572554" y="4071839"/>
                </a:cubicBezTo>
                <a:lnTo>
                  <a:pt x="4569022" y="4077980"/>
                </a:lnTo>
                <a:cubicBezTo>
                  <a:pt x="4568869" y="4078185"/>
                  <a:pt x="4568408" y="4078338"/>
                  <a:pt x="4568408" y="4078338"/>
                </a:cubicBezTo>
                <a:close/>
                <a:moveTo>
                  <a:pt x="5163134" y="4078338"/>
                </a:moveTo>
                <a:lnTo>
                  <a:pt x="5156070" y="4078338"/>
                </a:lnTo>
                <a:cubicBezTo>
                  <a:pt x="5155814" y="4078338"/>
                  <a:pt x="5155456" y="4077981"/>
                  <a:pt x="5155456" y="4077981"/>
                </a:cubicBezTo>
                <a:lnTo>
                  <a:pt x="5151924" y="4071839"/>
                </a:lnTo>
                <a:cubicBezTo>
                  <a:pt x="5151822" y="4071635"/>
                  <a:pt x="5151924" y="4071173"/>
                  <a:pt x="5151924" y="4071173"/>
                </a:cubicBezTo>
                <a:lnTo>
                  <a:pt x="5155456" y="4065031"/>
                </a:lnTo>
                <a:cubicBezTo>
                  <a:pt x="5155610" y="4064826"/>
                  <a:pt x="5156070" y="4064673"/>
                  <a:pt x="5156070" y="4064673"/>
                </a:cubicBezTo>
                <a:lnTo>
                  <a:pt x="5163134" y="4064673"/>
                </a:lnTo>
                <a:cubicBezTo>
                  <a:pt x="5163388" y="4064673"/>
                  <a:pt x="5163748" y="4065031"/>
                  <a:pt x="5163748" y="4065031"/>
                </a:cubicBezTo>
                <a:lnTo>
                  <a:pt x="5167279" y="4071173"/>
                </a:lnTo>
                <a:cubicBezTo>
                  <a:pt x="5167381" y="4071378"/>
                  <a:pt x="5167279" y="4071839"/>
                  <a:pt x="5167279" y="4071839"/>
                </a:cubicBezTo>
                <a:lnTo>
                  <a:pt x="5163748" y="4077981"/>
                </a:lnTo>
                <a:cubicBezTo>
                  <a:pt x="5163594" y="4078185"/>
                  <a:pt x="5163134" y="4078338"/>
                  <a:pt x="5163134" y="4078338"/>
                </a:cubicBezTo>
                <a:close/>
                <a:moveTo>
                  <a:pt x="7938347" y="4078338"/>
                </a:moveTo>
                <a:lnTo>
                  <a:pt x="7931283" y="4078338"/>
                </a:lnTo>
                <a:cubicBezTo>
                  <a:pt x="7931027" y="4078338"/>
                  <a:pt x="7930669" y="4077981"/>
                  <a:pt x="7930669" y="4077981"/>
                </a:cubicBezTo>
                <a:lnTo>
                  <a:pt x="7927137" y="4071839"/>
                </a:lnTo>
                <a:cubicBezTo>
                  <a:pt x="7927035" y="4071635"/>
                  <a:pt x="7927137" y="4071173"/>
                  <a:pt x="7927137" y="4071173"/>
                </a:cubicBezTo>
                <a:lnTo>
                  <a:pt x="7930669" y="4065031"/>
                </a:lnTo>
                <a:cubicBezTo>
                  <a:pt x="7930822" y="4064826"/>
                  <a:pt x="7931283" y="4064673"/>
                  <a:pt x="7931283" y="4064673"/>
                </a:cubicBezTo>
                <a:lnTo>
                  <a:pt x="7938347" y="4064673"/>
                </a:lnTo>
                <a:cubicBezTo>
                  <a:pt x="7938601" y="4064673"/>
                  <a:pt x="7938961" y="4065031"/>
                  <a:pt x="7938961" y="4065031"/>
                </a:cubicBezTo>
                <a:lnTo>
                  <a:pt x="7942493" y="4071173"/>
                </a:lnTo>
                <a:cubicBezTo>
                  <a:pt x="7942595" y="4071378"/>
                  <a:pt x="7942493" y="4071839"/>
                  <a:pt x="7942493" y="4071839"/>
                </a:cubicBezTo>
                <a:lnTo>
                  <a:pt x="7938961" y="4077981"/>
                </a:lnTo>
                <a:cubicBezTo>
                  <a:pt x="7938806" y="4078185"/>
                  <a:pt x="7938347" y="4078338"/>
                  <a:pt x="7938347" y="4078338"/>
                </a:cubicBezTo>
                <a:close/>
                <a:moveTo>
                  <a:pt x="2784284" y="4078343"/>
                </a:moveTo>
                <a:lnTo>
                  <a:pt x="2777221" y="4078343"/>
                </a:lnTo>
                <a:cubicBezTo>
                  <a:pt x="2776966" y="4078343"/>
                  <a:pt x="2776607" y="4077984"/>
                  <a:pt x="2776607" y="4077984"/>
                </a:cubicBezTo>
                <a:lnTo>
                  <a:pt x="2773075" y="4071843"/>
                </a:lnTo>
                <a:cubicBezTo>
                  <a:pt x="2772973" y="4071638"/>
                  <a:pt x="2773075" y="4071178"/>
                  <a:pt x="2773075" y="4071178"/>
                </a:cubicBezTo>
                <a:lnTo>
                  <a:pt x="2776607" y="4065035"/>
                </a:lnTo>
                <a:cubicBezTo>
                  <a:pt x="2776760" y="4064831"/>
                  <a:pt x="2777221" y="4064677"/>
                  <a:pt x="2777221" y="4064677"/>
                </a:cubicBezTo>
                <a:lnTo>
                  <a:pt x="2777242" y="4064677"/>
                </a:lnTo>
                <a:lnTo>
                  <a:pt x="2777272" y="4064660"/>
                </a:lnTo>
                <a:lnTo>
                  <a:pt x="2784335" y="4064660"/>
                </a:lnTo>
                <a:cubicBezTo>
                  <a:pt x="2784592" y="4064660"/>
                  <a:pt x="2784949" y="4065017"/>
                  <a:pt x="2784949" y="4065017"/>
                </a:cubicBezTo>
                <a:lnTo>
                  <a:pt x="2788481" y="4071160"/>
                </a:lnTo>
                <a:cubicBezTo>
                  <a:pt x="2788583" y="4071365"/>
                  <a:pt x="2788481" y="4071825"/>
                  <a:pt x="2788481" y="4071825"/>
                </a:cubicBezTo>
                <a:lnTo>
                  <a:pt x="2784949" y="4077966"/>
                </a:lnTo>
                <a:cubicBezTo>
                  <a:pt x="2784795" y="4078172"/>
                  <a:pt x="2784335" y="4078325"/>
                  <a:pt x="2784335" y="4078325"/>
                </a:cubicBezTo>
                <a:lnTo>
                  <a:pt x="2784314" y="4078325"/>
                </a:lnTo>
                <a:close/>
                <a:moveTo>
                  <a:pt x="5956083" y="4078348"/>
                </a:moveTo>
                <a:lnTo>
                  <a:pt x="5949019" y="4078348"/>
                </a:lnTo>
                <a:cubicBezTo>
                  <a:pt x="5948763" y="4078348"/>
                  <a:pt x="5948405" y="4077991"/>
                  <a:pt x="5948405" y="4077991"/>
                </a:cubicBezTo>
                <a:lnTo>
                  <a:pt x="5944873" y="4071849"/>
                </a:lnTo>
                <a:cubicBezTo>
                  <a:pt x="5944771" y="4071645"/>
                  <a:pt x="5944873" y="4071184"/>
                  <a:pt x="5944873" y="4071184"/>
                </a:cubicBezTo>
                <a:lnTo>
                  <a:pt x="5948405" y="4065041"/>
                </a:lnTo>
                <a:cubicBezTo>
                  <a:pt x="5948558" y="4064836"/>
                  <a:pt x="5949019" y="4064683"/>
                  <a:pt x="5949019" y="4064683"/>
                </a:cubicBezTo>
                <a:lnTo>
                  <a:pt x="5956083" y="4064683"/>
                </a:lnTo>
                <a:cubicBezTo>
                  <a:pt x="5956338" y="4064683"/>
                  <a:pt x="5956697" y="4065041"/>
                  <a:pt x="5956697" y="4065041"/>
                </a:cubicBezTo>
                <a:lnTo>
                  <a:pt x="5960227" y="4071184"/>
                </a:lnTo>
                <a:cubicBezTo>
                  <a:pt x="5960330" y="4071388"/>
                  <a:pt x="5960227" y="4071849"/>
                  <a:pt x="5960227" y="4071849"/>
                </a:cubicBezTo>
                <a:lnTo>
                  <a:pt x="5956697" y="4077991"/>
                </a:lnTo>
                <a:cubicBezTo>
                  <a:pt x="5956542" y="4078195"/>
                  <a:pt x="5956083" y="4078348"/>
                  <a:pt x="5956083" y="4078348"/>
                </a:cubicBezTo>
                <a:close/>
                <a:moveTo>
                  <a:pt x="9524276" y="4078348"/>
                </a:moveTo>
                <a:lnTo>
                  <a:pt x="9517212" y="4078348"/>
                </a:lnTo>
                <a:lnTo>
                  <a:pt x="9517110" y="4078288"/>
                </a:lnTo>
                <a:lnTo>
                  <a:pt x="9517098" y="4078288"/>
                </a:lnTo>
                <a:cubicBezTo>
                  <a:pt x="9516840" y="4078288"/>
                  <a:pt x="9516482" y="4077930"/>
                  <a:pt x="9516482" y="4077930"/>
                </a:cubicBezTo>
                <a:lnTo>
                  <a:pt x="9512951" y="4071790"/>
                </a:lnTo>
                <a:cubicBezTo>
                  <a:pt x="9512850" y="4071585"/>
                  <a:pt x="9512951" y="4071124"/>
                  <a:pt x="9512951" y="4071124"/>
                </a:cubicBezTo>
                <a:lnTo>
                  <a:pt x="9516482" y="4064981"/>
                </a:lnTo>
                <a:cubicBezTo>
                  <a:pt x="9516636" y="4064776"/>
                  <a:pt x="9517098" y="4064624"/>
                  <a:pt x="9517098" y="4064624"/>
                </a:cubicBezTo>
                <a:lnTo>
                  <a:pt x="9524161" y="4064624"/>
                </a:lnTo>
                <a:lnTo>
                  <a:pt x="9524262" y="4064683"/>
                </a:lnTo>
                <a:lnTo>
                  <a:pt x="9524276" y="4064683"/>
                </a:lnTo>
                <a:cubicBezTo>
                  <a:pt x="9524532" y="4064683"/>
                  <a:pt x="9524889" y="4065041"/>
                  <a:pt x="9524889" y="4065041"/>
                </a:cubicBezTo>
                <a:lnTo>
                  <a:pt x="9528422" y="4071184"/>
                </a:lnTo>
                <a:cubicBezTo>
                  <a:pt x="9528524" y="4071388"/>
                  <a:pt x="9528422" y="4071849"/>
                  <a:pt x="9528422" y="4071849"/>
                </a:cubicBezTo>
                <a:lnTo>
                  <a:pt x="9524889" y="4077990"/>
                </a:lnTo>
                <a:cubicBezTo>
                  <a:pt x="9524736" y="4078194"/>
                  <a:pt x="9524276" y="4078348"/>
                  <a:pt x="9524276" y="4078348"/>
                </a:cubicBezTo>
                <a:close/>
                <a:moveTo>
                  <a:pt x="3973734" y="4078355"/>
                </a:moveTo>
                <a:lnTo>
                  <a:pt x="3966671" y="4078355"/>
                </a:lnTo>
                <a:cubicBezTo>
                  <a:pt x="3966415" y="4078355"/>
                  <a:pt x="3966057" y="4077996"/>
                  <a:pt x="3966057" y="4077996"/>
                </a:cubicBezTo>
                <a:lnTo>
                  <a:pt x="3962525" y="4071855"/>
                </a:lnTo>
                <a:cubicBezTo>
                  <a:pt x="3962423" y="4071650"/>
                  <a:pt x="3962525" y="4071190"/>
                  <a:pt x="3962525" y="4071190"/>
                </a:cubicBezTo>
                <a:lnTo>
                  <a:pt x="3966057" y="4065048"/>
                </a:lnTo>
                <a:cubicBezTo>
                  <a:pt x="3966211" y="4064843"/>
                  <a:pt x="3966671" y="4064689"/>
                  <a:pt x="3966671" y="4064689"/>
                </a:cubicBezTo>
                <a:lnTo>
                  <a:pt x="3973734" y="4064689"/>
                </a:lnTo>
                <a:cubicBezTo>
                  <a:pt x="3973990" y="4064689"/>
                  <a:pt x="3974348" y="4065048"/>
                  <a:pt x="3974348" y="4065048"/>
                </a:cubicBezTo>
                <a:lnTo>
                  <a:pt x="3977880" y="4071190"/>
                </a:lnTo>
                <a:cubicBezTo>
                  <a:pt x="3977982" y="4071395"/>
                  <a:pt x="3977880" y="4071855"/>
                  <a:pt x="3977880" y="4071855"/>
                </a:cubicBezTo>
                <a:lnTo>
                  <a:pt x="3974348" y="4077996"/>
                </a:lnTo>
                <a:cubicBezTo>
                  <a:pt x="3974195" y="4078201"/>
                  <a:pt x="3973734" y="4078355"/>
                  <a:pt x="3973734" y="4078355"/>
                </a:cubicBezTo>
                <a:close/>
                <a:moveTo>
                  <a:pt x="4766683" y="4078357"/>
                </a:moveTo>
                <a:lnTo>
                  <a:pt x="4759621" y="4078357"/>
                </a:lnTo>
                <a:cubicBezTo>
                  <a:pt x="4759364" y="4078357"/>
                  <a:pt x="4759007" y="4077999"/>
                  <a:pt x="4759007" y="4077999"/>
                </a:cubicBezTo>
                <a:lnTo>
                  <a:pt x="4755475" y="4071857"/>
                </a:lnTo>
                <a:cubicBezTo>
                  <a:pt x="4755372" y="4071653"/>
                  <a:pt x="4755475" y="4071193"/>
                  <a:pt x="4755475" y="4071193"/>
                </a:cubicBezTo>
                <a:lnTo>
                  <a:pt x="4759007" y="4065050"/>
                </a:lnTo>
                <a:cubicBezTo>
                  <a:pt x="4759160" y="4064845"/>
                  <a:pt x="4759621" y="4064691"/>
                  <a:pt x="4759621" y="4064691"/>
                </a:cubicBezTo>
                <a:lnTo>
                  <a:pt x="4766683" y="4064691"/>
                </a:lnTo>
                <a:cubicBezTo>
                  <a:pt x="4766940" y="4064691"/>
                  <a:pt x="4767297" y="4065050"/>
                  <a:pt x="4767297" y="4065050"/>
                </a:cubicBezTo>
                <a:lnTo>
                  <a:pt x="4770829" y="4071193"/>
                </a:lnTo>
                <a:cubicBezTo>
                  <a:pt x="4770932" y="4071397"/>
                  <a:pt x="4770829" y="4071857"/>
                  <a:pt x="4770829" y="4071857"/>
                </a:cubicBezTo>
                <a:lnTo>
                  <a:pt x="4767297" y="4077999"/>
                </a:lnTo>
                <a:cubicBezTo>
                  <a:pt x="4767144" y="4078204"/>
                  <a:pt x="4766683" y="4078357"/>
                  <a:pt x="4766683" y="4078357"/>
                </a:cubicBezTo>
                <a:close/>
                <a:moveTo>
                  <a:pt x="2982559" y="4078360"/>
                </a:moveTo>
                <a:lnTo>
                  <a:pt x="2975496" y="4078360"/>
                </a:lnTo>
                <a:cubicBezTo>
                  <a:pt x="2975241" y="4078360"/>
                  <a:pt x="2974882" y="4078002"/>
                  <a:pt x="2974882" y="4078002"/>
                </a:cubicBezTo>
                <a:lnTo>
                  <a:pt x="2971351" y="4071861"/>
                </a:lnTo>
                <a:cubicBezTo>
                  <a:pt x="2971249" y="4071656"/>
                  <a:pt x="2971351" y="4071195"/>
                  <a:pt x="2971351" y="4071195"/>
                </a:cubicBezTo>
                <a:lnTo>
                  <a:pt x="2974882" y="4065052"/>
                </a:lnTo>
                <a:cubicBezTo>
                  <a:pt x="2975036" y="4064848"/>
                  <a:pt x="2975496" y="4064695"/>
                  <a:pt x="2975496" y="4064695"/>
                </a:cubicBezTo>
                <a:lnTo>
                  <a:pt x="2982559" y="4064695"/>
                </a:lnTo>
                <a:cubicBezTo>
                  <a:pt x="2982815" y="4064695"/>
                  <a:pt x="2983173" y="4065052"/>
                  <a:pt x="2983173" y="4065052"/>
                </a:cubicBezTo>
                <a:lnTo>
                  <a:pt x="2986706" y="4071195"/>
                </a:lnTo>
                <a:cubicBezTo>
                  <a:pt x="2986808" y="4071399"/>
                  <a:pt x="2986706" y="4071861"/>
                  <a:pt x="2986706" y="4071861"/>
                </a:cubicBezTo>
                <a:lnTo>
                  <a:pt x="2983173" y="4078002"/>
                </a:lnTo>
                <a:cubicBezTo>
                  <a:pt x="2983020" y="4078207"/>
                  <a:pt x="2982559" y="4078360"/>
                  <a:pt x="2982559" y="4078360"/>
                </a:cubicBezTo>
                <a:close/>
                <a:moveTo>
                  <a:pt x="8929628" y="4078361"/>
                </a:moveTo>
                <a:lnTo>
                  <a:pt x="8922564" y="4078361"/>
                </a:lnTo>
                <a:lnTo>
                  <a:pt x="8922451" y="4078295"/>
                </a:lnTo>
                <a:lnTo>
                  <a:pt x="8922341" y="4078295"/>
                </a:lnTo>
                <a:cubicBezTo>
                  <a:pt x="8922085" y="4078295"/>
                  <a:pt x="8921726" y="4077938"/>
                  <a:pt x="8921726" y="4077938"/>
                </a:cubicBezTo>
                <a:lnTo>
                  <a:pt x="8918194" y="4071796"/>
                </a:lnTo>
                <a:cubicBezTo>
                  <a:pt x="8918092" y="4071592"/>
                  <a:pt x="8918194" y="4071131"/>
                  <a:pt x="8918194" y="4071131"/>
                </a:cubicBezTo>
                <a:lnTo>
                  <a:pt x="8921726" y="4064988"/>
                </a:lnTo>
                <a:cubicBezTo>
                  <a:pt x="8921879" y="4064783"/>
                  <a:pt x="8922341" y="4064629"/>
                  <a:pt x="8922341" y="4064629"/>
                </a:cubicBezTo>
                <a:lnTo>
                  <a:pt x="8929403" y="4064629"/>
                </a:lnTo>
                <a:lnTo>
                  <a:pt x="8929515" y="4064695"/>
                </a:lnTo>
                <a:lnTo>
                  <a:pt x="8929628" y="4064695"/>
                </a:lnTo>
                <a:cubicBezTo>
                  <a:pt x="8929883" y="4064695"/>
                  <a:pt x="8930242" y="4065054"/>
                  <a:pt x="8930242" y="4065054"/>
                </a:cubicBezTo>
                <a:lnTo>
                  <a:pt x="8933774" y="4071197"/>
                </a:lnTo>
                <a:cubicBezTo>
                  <a:pt x="8933876" y="4071401"/>
                  <a:pt x="8933774" y="4071861"/>
                  <a:pt x="8933774" y="4071861"/>
                </a:cubicBezTo>
                <a:lnTo>
                  <a:pt x="8930242" y="4078003"/>
                </a:lnTo>
                <a:cubicBezTo>
                  <a:pt x="8930089" y="4078207"/>
                  <a:pt x="8929628" y="4078361"/>
                  <a:pt x="8929628" y="4078361"/>
                </a:cubicBezTo>
                <a:close/>
                <a:moveTo>
                  <a:pt x="6749031" y="4078369"/>
                </a:moveTo>
                <a:lnTo>
                  <a:pt x="6741967" y="4078369"/>
                </a:lnTo>
                <a:cubicBezTo>
                  <a:pt x="6741711" y="4078369"/>
                  <a:pt x="6741354" y="4078010"/>
                  <a:pt x="6741354" y="4078010"/>
                </a:cubicBezTo>
                <a:lnTo>
                  <a:pt x="6737823" y="4071869"/>
                </a:lnTo>
                <a:cubicBezTo>
                  <a:pt x="6737720" y="4071664"/>
                  <a:pt x="6737823" y="4071204"/>
                  <a:pt x="6737823" y="4071204"/>
                </a:cubicBezTo>
                <a:lnTo>
                  <a:pt x="6741354" y="4065061"/>
                </a:lnTo>
                <a:cubicBezTo>
                  <a:pt x="6741508" y="4064857"/>
                  <a:pt x="6741967" y="4064702"/>
                  <a:pt x="6741967" y="4064702"/>
                </a:cubicBezTo>
                <a:lnTo>
                  <a:pt x="6749031" y="4064702"/>
                </a:lnTo>
                <a:cubicBezTo>
                  <a:pt x="6749287" y="4064702"/>
                  <a:pt x="6749646" y="4065061"/>
                  <a:pt x="6749646" y="4065061"/>
                </a:cubicBezTo>
                <a:lnTo>
                  <a:pt x="6753177" y="4071204"/>
                </a:lnTo>
                <a:cubicBezTo>
                  <a:pt x="6753279" y="4071409"/>
                  <a:pt x="6753177" y="4071869"/>
                  <a:pt x="6753177" y="4071869"/>
                </a:cubicBezTo>
                <a:lnTo>
                  <a:pt x="6749646" y="4078010"/>
                </a:lnTo>
                <a:cubicBezTo>
                  <a:pt x="6749491" y="4078215"/>
                  <a:pt x="6749031" y="4078369"/>
                  <a:pt x="6749031" y="4078369"/>
                </a:cubicBezTo>
                <a:close/>
                <a:moveTo>
                  <a:pt x="2387835" y="4078371"/>
                </a:moveTo>
                <a:lnTo>
                  <a:pt x="2380773" y="4078371"/>
                </a:lnTo>
                <a:cubicBezTo>
                  <a:pt x="2380515" y="4078371"/>
                  <a:pt x="2380159" y="4078013"/>
                  <a:pt x="2380159" y="4078013"/>
                </a:cubicBezTo>
                <a:lnTo>
                  <a:pt x="2376626" y="4071871"/>
                </a:lnTo>
                <a:lnTo>
                  <a:pt x="2376626" y="4071809"/>
                </a:lnTo>
                <a:lnTo>
                  <a:pt x="2376626" y="4071206"/>
                </a:lnTo>
                <a:lnTo>
                  <a:pt x="2376626" y="4071144"/>
                </a:lnTo>
                <a:lnTo>
                  <a:pt x="2380159" y="4065002"/>
                </a:lnTo>
                <a:cubicBezTo>
                  <a:pt x="2380312" y="4064797"/>
                  <a:pt x="2380773" y="4064643"/>
                  <a:pt x="2380773" y="4064643"/>
                </a:cubicBezTo>
                <a:lnTo>
                  <a:pt x="2387835" y="4064643"/>
                </a:lnTo>
                <a:cubicBezTo>
                  <a:pt x="2388091" y="4064643"/>
                  <a:pt x="2388449" y="4065002"/>
                  <a:pt x="2388449" y="4065002"/>
                </a:cubicBezTo>
                <a:lnTo>
                  <a:pt x="2391981" y="4071144"/>
                </a:lnTo>
                <a:lnTo>
                  <a:pt x="2391981" y="4071206"/>
                </a:lnTo>
                <a:lnTo>
                  <a:pt x="2391981" y="4071809"/>
                </a:lnTo>
                <a:lnTo>
                  <a:pt x="2391981" y="4071871"/>
                </a:lnTo>
                <a:lnTo>
                  <a:pt x="2388449" y="4078013"/>
                </a:lnTo>
                <a:cubicBezTo>
                  <a:pt x="2388296" y="4078218"/>
                  <a:pt x="2387835" y="4078371"/>
                  <a:pt x="2387835" y="4078371"/>
                </a:cubicBezTo>
                <a:close/>
                <a:moveTo>
                  <a:pt x="9127823" y="4078373"/>
                </a:moveTo>
                <a:lnTo>
                  <a:pt x="9120761" y="4078373"/>
                </a:lnTo>
                <a:cubicBezTo>
                  <a:pt x="9120504" y="4078373"/>
                  <a:pt x="9120145" y="4078016"/>
                  <a:pt x="9120145" y="4078016"/>
                </a:cubicBezTo>
                <a:lnTo>
                  <a:pt x="9116615" y="4071874"/>
                </a:lnTo>
                <a:cubicBezTo>
                  <a:pt x="9116512" y="4071669"/>
                  <a:pt x="9116615" y="4071208"/>
                  <a:pt x="9116615" y="4071208"/>
                </a:cubicBezTo>
                <a:lnTo>
                  <a:pt x="9120145" y="4065066"/>
                </a:lnTo>
                <a:cubicBezTo>
                  <a:pt x="9120299" y="4064861"/>
                  <a:pt x="9120761" y="4064708"/>
                  <a:pt x="9120761" y="4064708"/>
                </a:cubicBezTo>
                <a:lnTo>
                  <a:pt x="9120794" y="4064708"/>
                </a:lnTo>
                <a:lnTo>
                  <a:pt x="9120802" y="4064702"/>
                </a:lnTo>
                <a:lnTo>
                  <a:pt x="9127864" y="4064702"/>
                </a:lnTo>
                <a:cubicBezTo>
                  <a:pt x="9128121" y="4064702"/>
                  <a:pt x="9128479" y="4065061"/>
                  <a:pt x="9128479" y="4065061"/>
                </a:cubicBezTo>
                <a:lnTo>
                  <a:pt x="9132012" y="4071204"/>
                </a:lnTo>
                <a:cubicBezTo>
                  <a:pt x="9132113" y="4071409"/>
                  <a:pt x="9132012" y="4071869"/>
                  <a:pt x="9132012" y="4071869"/>
                </a:cubicBezTo>
                <a:lnTo>
                  <a:pt x="9128479" y="4078010"/>
                </a:lnTo>
                <a:cubicBezTo>
                  <a:pt x="9128326" y="4078215"/>
                  <a:pt x="9127864" y="4078369"/>
                  <a:pt x="9127864" y="4078369"/>
                </a:cubicBezTo>
                <a:lnTo>
                  <a:pt x="9127832" y="4078369"/>
                </a:lnTo>
                <a:close/>
                <a:moveTo>
                  <a:pt x="8136704" y="4078375"/>
                </a:moveTo>
                <a:lnTo>
                  <a:pt x="8129641" y="4078375"/>
                </a:lnTo>
                <a:cubicBezTo>
                  <a:pt x="8129385" y="4078375"/>
                  <a:pt x="8129027" y="4078017"/>
                  <a:pt x="8129027" y="4078017"/>
                </a:cubicBezTo>
                <a:lnTo>
                  <a:pt x="8125496" y="4071875"/>
                </a:lnTo>
                <a:cubicBezTo>
                  <a:pt x="8125393" y="4071671"/>
                  <a:pt x="8125496" y="4071210"/>
                  <a:pt x="8125496" y="4071210"/>
                </a:cubicBezTo>
                <a:lnTo>
                  <a:pt x="8129027" y="4065068"/>
                </a:lnTo>
                <a:cubicBezTo>
                  <a:pt x="8129180" y="4064863"/>
                  <a:pt x="8129641" y="4064709"/>
                  <a:pt x="8129641" y="4064709"/>
                </a:cubicBezTo>
                <a:lnTo>
                  <a:pt x="8136704" y="4064709"/>
                </a:lnTo>
                <a:cubicBezTo>
                  <a:pt x="8136961" y="4064709"/>
                  <a:pt x="8137319" y="4065068"/>
                  <a:pt x="8137319" y="4065068"/>
                </a:cubicBezTo>
                <a:lnTo>
                  <a:pt x="8140851" y="4071210"/>
                </a:lnTo>
                <a:cubicBezTo>
                  <a:pt x="8140952" y="4071415"/>
                  <a:pt x="8140851" y="4071875"/>
                  <a:pt x="8140851" y="4071875"/>
                </a:cubicBezTo>
                <a:lnTo>
                  <a:pt x="8137319" y="4078017"/>
                </a:lnTo>
                <a:cubicBezTo>
                  <a:pt x="8137164" y="4078221"/>
                  <a:pt x="8136704" y="4078375"/>
                  <a:pt x="8136704" y="4078375"/>
                </a:cubicBezTo>
                <a:close/>
                <a:moveTo>
                  <a:pt x="2189610" y="4078377"/>
                </a:moveTo>
                <a:lnTo>
                  <a:pt x="2189559" y="4078377"/>
                </a:lnTo>
                <a:lnTo>
                  <a:pt x="2182547" y="4078377"/>
                </a:lnTo>
                <a:lnTo>
                  <a:pt x="2182495" y="4078377"/>
                </a:lnTo>
                <a:cubicBezTo>
                  <a:pt x="2182239" y="4078377"/>
                  <a:pt x="2181881" y="4078018"/>
                  <a:pt x="2181881" y="4078018"/>
                </a:cubicBezTo>
                <a:lnTo>
                  <a:pt x="2178349" y="4071876"/>
                </a:lnTo>
                <a:cubicBezTo>
                  <a:pt x="2178247" y="4071672"/>
                  <a:pt x="2178349" y="4071211"/>
                  <a:pt x="2178349" y="4071211"/>
                </a:cubicBezTo>
                <a:lnTo>
                  <a:pt x="2181881" y="4065069"/>
                </a:lnTo>
                <a:cubicBezTo>
                  <a:pt x="2182034" y="4064864"/>
                  <a:pt x="2182495" y="4064710"/>
                  <a:pt x="2182495" y="4064710"/>
                </a:cubicBezTo>
                <a:lnTo>
                  <a:pt x="2182547" y="4064710"/>
                </a:lnTo>
                <a:lnTo>
                  <a:pt x="2189559" y="4064710"/>
                </a:lnTo>
                <a:lnTo>
                  <a:pt x="2189610" y="4064710"/>
                </a:lnTo>
                <a:cubicBezTo>
                  <a:pt x="2189865" y="4064710"/>
                  <a:pt x="2190224" y="4065069"/>
                  <a:pt x="2190224" y="4065069"/>
                </a:cubicBezTo>
                <a:lnTo>
                  <a:pt x="2193755" y="4071211"/>
                </a:lnTo>
                <a:cubicBezTo>
                  <a:pt x="2193857" y="4071416"/>
                  <a:pt x="2193755" y="4071876"/>
                  <a:pt x="2193755" y="4071876"/>
                </a:cubicBezTo>
                <a:lnTo>
                  <a:pt x="2190224" y="4078018"/>
                </a:lnTo>
                <a:cubicBezTo>
                  <a:pt x="2190071" y="4078223"/>
                  <a:pt x="2189610" y="4078377"/>
                  <a:pt x="2189610" y="4078377"/>
                </a:cubicBezTo>
                <a:close/>
                <a:moveTo>
                  <a:pt x="7145531" y="4078377"/>
                </a:moveTo>
                <a:lnTo>
                  <a:pt x="7138469" y="4078377"/>
                </a:lnTo>
                <a:cubicBezTo>
                  <a:pt x="7138211" y="4078377"/>
                  <a:pt x="7137854" y="4078018"/>
                  <a:pt x="7137854" y="4078018"/>
                </a:cubicBezTo>
                <a:lnTo>
                  <a:pt x="7134322" y="4071876"/>
                </a:lnTo>
                <a:cubicBezTo>
                  <a:pt x="7134221" y="4071672"/>
                  <a:pt x="7134322" y="4071211"/>
                  <a:pt x="7134322" y="4071211"/>
                </a:cubicBezTo>
                <a:lnTo>
                  <a:pt x="7137854" y="4065069"/>
                </a:lnTo>
                <a:cubicBezTo>
                  <a:pt x="7138008" y="4064864"/>
                  <a:pt x="7138469" y="4064710"/>
                  <a:pt x="7138469" y="4064710"/>
                </a:cubicBezTo>
                <a:lnTo>
                  <a:pt x="7145531" y="4064710"/>
                </a:lnTo>
                <a:cubicBezTo>
                  <a:pt x="7145786" y="4064710"/>
                  <a:pt x="7146145" y="4065069"/>
                  <a:pt x="7146145" y="4065069"/>
                </a:cubicBezTo>
                <a:lnTo>
                  <a:pt x="7149677" y="4071211"/>
                </a:lnTo>
                <a:cubicBezTo>
                  <a:pt x="7149780" y="4071416"/>
                  <a:pt x="7149677" y="4071876"/>
                  <a:pt x="7149677" y="4071876"/>
                </a:cubicBezTo>
                <a:lnTo>
                  <a:pt x="7146145" y="4078018"/>
                </a:lnTo>
                <a:cubicBezTo>
                  <a:pt x="7145993" y="4078223"/>
                  <a:pt x="7145531" y="4078377"/>
                  <a:pt x="7145531" y="4078377"/>
                </a:cubicBezTo>
                <a:close/>
                <a:moveTo>
                  <a:pt x="11254" y="4241688"/>
                </a:moveTo>
                <a:lnTo>
                  <a:pt x="4192" y="4241688"/>
                </a:lnTo>
                <a:cubicBezTo>
                  <a:pt x="3935" y="4241688"/>
                  <a:pt x="3578" y="4241330"/>
                  <a:pt x="3578" y="4241330"/>
                </a:cubicBezTo>
                <a:lnTo>
                  <a:pt x="46" y="4235189"/>
                </a:lnTo>
                <a:cubicBezTo>
                  <a:pt x="-57" y="4234984"/>
                  <a:pt x="46" y="4234523"/>
                  <a:pt x="46" y="4234523"/>
                </a:cubicBezTo>
                <a:lnTo>
                  <a:pt x="3578" y="4228382"/>
                </a:lnTo>
                <a:cubicBezTo>
                  <a:pt x="3731" y="4228178"/>
                  <a:pt x="4192" y="4228023"/>
                  <a:pt x="4192" y="4228023"/>
                </a:cubicBezTo>
                <a:lnTo>
                  <a:pt x="11254" y="4228023"/>
                </a:lnTo>
                <a:cubicBezTo>
                  <a:pt x="11511" y="4228023"/>
                  <a:pt x="11868" y="4228382"/>
                  <a:pt x="11868" y="4228382"/>
                </a:cubicBezTo>
                <a:lnTo>
                  <a:pt x="15400" y="4234523"/>
                </a:lnTo>
                <a:cubicBezTo>
                  <a:pt x="15503" y="4234729"/>
                  <a:pt x="15400" y="4235189"/>
                  <a:pt x="15400" y="4235189"/>
                </a:cubicBezTo>
                <a:lnTo>
                  <a:pt x="11868" y="4241330"/>
                </a:lnTo>
                <a:cubicBezTo>
                  <a:pt x="11716" y="4241535"/>
                  <a:pt x="11254" y="4241688"/>
                  <a:pt x="11254" y="4241688"/>
                </a:cubicBezTo>
                <a:close/>
                <a:moveTo>
                  <a:pt x="209480" y="4241688"/>
                </a:moveTo>
                <a:lnTo>
                  <a:pt x="202416" y="4241688"/>
                </a:lnTo>
                <a:cubicBezTo>
                  <a:pt x="202160" y="4241688"/>
                  <a:pt x="201803" y="4241330"/>
                  <a:pt x="201803" y="4241330"/>
                </a:cubicBezTo>
                <a:lnTo>
                  <a:pt x="198270" y="4235189"/>
                </a:lnTo>
                <a:cubicBezTo>
                  <a:pt x="198168" y="4234984"/>
                  <a:pt x="198270" y="4234523"/>
                  <a:pt x="198270" y="4234523"/>
                </a:cubicBezTo>
                <a:lnTo>
                  <a:pt x="201803" y="4228382"/>
                </a:lnTo>
                <a:cubicBezTo>
                  <a:pt x="201955" y="4228178"/>
                  <a:pt x="202416" y="4228023"/>
                  <a:pt x="202416" y="4228023"/>
                </a:cubicBezTo>
                <a:lnTo>
                  <a:pt x="209480" y="4228023"/>
                </a:lnTo>
                <a:cubicBezTo>
                  <a:pt x="209735" y="4228023"/>
                  <a:pt x="210094" y="4228382"/>
                  <a:pt x="210094" y="4228382"/>
                </a:cubicBezTo>
                <a:lnTo>
                  <a:pt x="213625" y="4234523"/>
                </a:lnTo>
                <a:cubicBezTo>
                  <a:pt x="213727" y="4234729"/>
                  <a:pt x="213625" y="4235189"/>
                  <a:pt x="213625" y="4235189"/>
                </a:cubicBezTo>
                <a:lnTo>
                  <a:pt x="210094" y="4241330"/>
                </a:lnTo>
                <a:cubicBezTo>
                  <a:pt x="209940" y="4241535"/>
                  <a:pt x="209480" y="4241688"/>
                  <a:pt x="209480" y="4241688"/>
                </a:cubicBezTo>
                <a:close/>
                <a:moveTo>
                  <a:pt x="407754" y="4241688"/>
                </a:moveTo>
                <a:lnTo>
                  <a:pt x="400692" y="4241688"/>
                </a:lnTo>
                <a:cubicBezTo>
                  <a:pt x="400436" y="4241688"/>
                  <a:pt x="400078" y="4241330"/>
                  <a:pt x="400078" y="4241330"/>
                </a:cubicBezTo>
                <a:lnTo>
                  <a:pt x="396546" y="4235189"/>
                </a:lnTo>
                <a:cubicBezTo>
                  <a:pt x="396444" y="4234984"/>
                  <a:pt x="396546" y="4234523"/>
                  <a:pt x="396546" y="4234523"/>
                </a:cubicBezTo>
                <a:lnTo>
                  <a:pt x="400078" y="4228382"/>
                </a:lnTo>
                <a:cubicBezTo>
                  <a:pt x="400231" y="4228178"/>
                  <a:pt x="400692" y="4228023"/>
                  <a:pt x="400692" y="4228023"/>
                </a:cubicBezTo>
                <a:lnTo>
                  <a:pt x="407754" y="4228023"/>
                </a:lnTo>
                <a:cubicBezTo>
                  <a:pt x="408011" y="4228023"/>
                  <a:pt x="408369" y="4228382"/>
                  <a:pt x="408369" y="4228382"/>
                </a:cubicBezTo>
                <a:lnTo>
                  <a:pt x="411900" y="4234523"/>
                </a:lnTo>
                <a:cubicBezTo>
                  <a:pt x="412002" y="4234729"/>
                  <a:pt x="411900" y="4235189"/>
                  <a:pt x="411900" y="4235189"/>
                </a:cubicBezTo>
                <a:lnTo>
                  <a:pt x="408369" y="4241330"/>
                </a:lnTo>
                <a:cubicBezTo>
                  <a:pt x="408214" y="4241535"/>
                  <a:pt x="407754" y="4241688"/>
                  <a:pt x="407754" y="4241688"/>
                </a:cubicBezTo>
                <a:close/>
                <a:moveTo>
                  <a:pt x="605979" y="4241688"/>
                </a:moveTo>
                <a:lnTo>
                  <a:pt x="598916" y="4241688"/>
                </a:lnTo>
                <a:cubicBezTo>
                  <a:pt x="598661" y="4241688"/>
                  <a:pt x="598302" y="4241330"/>
                  <a:pt x="598302" y="4241330"/>
                </a:cubicBezTo>
                <a:lnTo>
                  <a:pt x="594770" y="4235189"/>
                </a:lnTo>
                <a:cubicBezTo>
                  <a:pt x="594668" y="4234984"/>
                  <a:pt x="594770" y="4234523"/>
                  <a:pt x="594770" y="4234523"/>
                </a:cubicBezTo>
                <a:lnTo>
                  <a:pt x="598302" y="4228382"/>
                </a:lnTo>
                <a:cubicBezTo>
                  <a:pt x="598455" y="4228178"/>
                  <a:pt x="598916" y="4228023"/>
                  <a:pt x="598916" y="4228023"/>
                </a:cubicBezTo>
                <a:lnTo>
                  <a:pt x="605979" y="4228023"/>
                </a:lnTo>
                <a:cubicBezTo>
                  <a:pt x="606235" y="4228023"/>
                  <a:pt x="606593" y="4228382"/>
                  <a:pt x="606593" y="4228382"/>
                </a:cubicBezTo>
                <a:lnTo>
                  <a:pt x="610125" y="4234523"/>
                </a:lnTo>
                <a:cubicBezTo>
                  <a:pt x="610227" y="4234729"/>
                  <a:pt x="610125" y="4235189"/>
                  <a:pt x="610125" y="4235189"/>
                </a:cubicBezTo>
                <a:lnTo>
                  <a:pt x="606593" y="4241330"/>
                </a:lnTo>
                <a:cubicBezTo>
                  <a:pt x="606440" y="4241535"/>
                  <a:pt x="605979" y="4241688"/>
                  <a:pt x="605979" y="4241688"/>
                </a:cubicBezTo>
                <a:close/>
                <a:moveTo>
                  <a:pt x="804204" y="4241688"/>
                </a:moveTo>
                <a:lnTo>
                  <a:pt x="797140" y="4241688"/>
                </a:lnTo>
                <a:cubicBezTo>
                  <a:pt x="796886" y="4241688"/>
                  <a:pt x="796526" y="4241330"/>
                  <a:pt x="796526" y="4241330"/>
                </a:cubicBezTo>
                <a:lnTo>
                  <a:pt x="792995" y="4235189"/>
                </a:lnTo>
                <a:cubicBezTo>
                  <a:pt x="792893" y="4234984"/>
                  <a:pt x="792995" y="4234523"/>
                  <a:pt x="792995" y="4234523"/>
                </a:cubicBezTo>
                <a:lnTo>
                  <a:pt x="796526" y="4228382"/>
                </a:lnTo>
                <a:cubicBezTo>
                  <a:pt x="796680" y="4228178"/>
                  <a:pt x="797140" y="4228023"/>
                  <a:pt x="797140" y="4228023"/>
                </a:cubicBezTo>
                <a:lnTo>
                  <a:pt x="804204" y="4228023"/>
                </a:lnTo>
                <a:cubicBezTo>
                  <a:pt x="804460" y="4228023"/>
                  <a:pt x="804818" y="4228382"/>
                  <a:pt x="804818" y="4228382"/>
                </a:cubicBezTo>
                <a:lnTo>
                  <a:pt x="808350" y="4234523"/>
                </a:lnTo>
                <a:cubicBezTo>
                  <a:pt x="808452" y="4234729"/>
                  <a:pt x="808350" y="4235189"/>
                  <a:pt x="808350" y="4235189"/>
                </a:cubicBezTo>
                <a:lnTo>
                  <a:pt x="804818" y="4241330"/>
                </a:lnTo>
                <a:cubicBezTo>
                  <a:pt x="804665" y="4241535"/>
                  <a:pt x="804204" y="4241688"/>
                  <a:pt x="804204" y="4241688"/>
                </a:cubicBezTo>
                <a:close/>
                <a:moveTo>
                  <a:pt x="1002428" y="4241688"/>
                </a:moveTo>
                <a:lnTo>
                  <a:pt x="995366" y="4241688"/>
                </a:lnTo>
                <a:cubicBezTo>
                  <a:pt x="995110" y="4241688"/>
                  <a:pt x="994752" y="4241330"/>
                  <a:pt x="994752" y="4241330"/>
                </a:cubicBezTo>
                <a:lnTo>
                  <a:pt x="991220" y="4235189"/>
                </a:lnTo>
                <a:cubicBezTo>
                  <a:pt x="991117" y="4234984"/>
                  <a:pt x="991220" y="4234523"/>
                  <a:pt x="991220" y="4234523"/>
                </a:cubicBezTo>
                <a:lnTo>
                  <a:pt x="994752" y="4228382"/>
                </a:lnTo>
                <a:cubicBezTo>
                  <a:pt x="994905" y="4228178"/>
                  <a:pt x="995366" y="4228023"/>
                  <a:pt x="995366" y="4228023"/>
                </a:cubicBezTo>
                <a:lnTo>
                  <a:pt x="1002428" y="4228023"/>
                </a:lnTo>
                <a:cubicBezTo>
                  <a:pt x="1002685" y="4228023"/>
                  <a:pt x="1003042" y="4228382"/>
                  <a:pt x="1003042" y="4228382"/>
                </a:cubicBezTo>
                <a:lnTo>
                  <a:pt x="1006574" y="4234523"/>
                </a:lnTo>
                <a:cubicBezTo>
                  <a:pt x="1006677" y="4234729"/>
                  <a:pt x="1006574" y="4235189"/>
                  <a:pt x="1006574" y="4235189"/>
                </a:cubicBezTo>
                <a:lnTo>
                  <a:pt x="1003042" y="4241330"/>
                </a:lnTo>
                <a:cubicBezTo>
                  <a:pt x="1002889" y="4241535"/>
                  <a:pt x="1002428" y="4241688"/>
                  <a:pt x="1002428" y="4241688"/>
                </a:cubicBezTo>
                <a:close/>
                <a:moveTo>
                  <a:pt x="1200704" y="4241688"/>
                </a:moveTo>
                <a:lnTo>
                  <a:pt x="1193642" y="4241688"/>
                </a:lnTo>
                <a:cubicBezTo>
                  <a:pt x="1193386" y="4241688"/>
                  <a:pt x="1193028" y="4241330"/>
                  <a:pt x="1193028" y="4241330"/>
                </a:cubicBezTo>
                <a:lnTo>
                  <a:pt x="1189495" y="4235189"/>
                </a:lnTo>
                <a:cubicBezTo>
                  <a:pt x="1189393" y="4234984"/>
                  <a:pt x="1189495" y="4234523"/>
                  <a:pt x="1189495" y="4234523"/>
                </a:cubicBezTo>
                <a:lnTo>
                  <a:pt x="1193028" y="4228382"/>
                </a:lnTo>
                <a:cubicBezTo>
                  <a:pt x="1193180" y="4228178"/>
                  <a:pt x="1193642" y="4228023"/>
                  <a:pt x="1193642" y="4228023"/>
                </a:cubicBezTo>
                <a:lnTo>
                  <a:pt x="1200704" y="4228023"/>
                </a:lnTo>
                <a:cubicBezTo>
                  <a:pt x="1200960" y="4228023"/>
                  <a:pt x="1201318" y="4228382"/>
                  <a:pt x="1201318" y="4228382"/>
                </a:cubicBezTo>
                <a:lnTo>
                  <a:pt x="1204850" y="4234523"/>
                </a:lnTo>
                <a:cubicBezTo>
                  <a:pt x="1204952" y="4234729"/>
                  <a:pt x="1204850" y="4235189"/>
                  <a:pt x="1204850" y="4235189"/>
                </a:cubicBezTo>
                <a:lnTo>
                  <a:pt x="1201318" y="4241330"/>
                </a:lnTo>
                <a:cubicBezTo>
                  <a:pt x="1201165" y="4241535"/>
                  <a:pt x="1200704" y="4241688"/>
                  <a:pt x="1200704" y="4241688"/>
                </a:cubicBezTo>
                <a:close/>
                <a:moveTo>
                  <a:pt x="1398928" y="4241688"/>
                </a:moveTo>
                <a:lnTo>
                  <a:pt x="1391866" y="4241688"/>
                </a:lnTo>
                <a:cubicBezTo>
                  <a:pt x="1391610" y="4241688"/>
                  <a:pt x="1391252" y="4241330"/>
                  <a:pt x="1391252" y="4241330"/>
                </a:cubicBezTo>
                <a:lnTo>
                  <a:pt x="1387720" y="4235189"/>
                </a:lnTo>
                <a:cubicBezTo>
                  <a:pt x="1387617" y="4234984"/>
                  <a:pt x="1387720" y="4234523"/>
                  <a:pt x="1387720" y="4234523"/>
                </a:cubicBezTo>
                <a:lnTo>
                  <a:pt x="1391252" y="4228382"/>
                </a:lnTo>
                <a:cubicBezTo>
                  <a:pt x="1391406" y="4228178"/>
                  <a:pt x="1391866" y="4228023"/>
                  <a:pt x="1391866" y="4228023"/>
                </a:cubicBezTo>
                <a:lnTo>
                  <a:pt x="1398928" y="4228023"/>
                </a:lnTo>
                <a:cubicBezTo>
                  <a:pt x="1399185" y="4228023"/>
                  <a:pt x="1399544" y="4228382"/>
                  <a:pt x="1399544" y="4228382"/>
                </a:cubicBezTo>
                <a:lnTo>
                  <a:pt x="1403074" y="4234523"/>
                </a:lnTo>
                <a:cubicBezTo>
                  <a:pt x="1403177" y="4234729"/>
                  <a:pt x="1403074" y="4235189"/>
                  <a:pt x="1403074" y="4235189"/>
                </a:cubicBezTo>
                <a:lnTo>
                  <a:pt x="1399544" y="4241330"/>
                </a:lnTo>
                <a:cubicBezTo>
                  <a:pt x="1399389" y="4241535"/>
                  <a:pt x="1398928" y="4241688"/>
                  <a:pt x="1398928" y="4241688"/>
                </a:cubicBezTo>
                <a:close/>
                <a:moveTo>
                  <a:pt x="1597154" y="4241688"/>
                </a:moveTo>
                <a:lnTo>
                  <a:pt x="1590090" y="4241688"/>
                </a:lnTo>
                <a:cubicBezTo>
                  <a:pt x="1589834" y="4241688"/>
                  <a:pt x="1589476" y="4241330"/>
                  <a:pt x="1589476" y="4241330"/>
                </a:cubicBezTo>
                <a:lnTo>
                  <a:pt x="1585944" y="4235189"/>
                </a:lnTo>
                <a:cubicBezTo>
                  <a:pt x="1585842" y="4234984"/>
                  <a:pt x="1585944" y="4234523"/>
                  <a:pt x="1585944" y="4234523"/>
                </a:cubicBezTo>
                <a:lnTo>
                  <a:pt x="1589476" y="4228382"/>
                </a:lnTo>
                <a:cubicBezTo>
                  <a:pt x="1589630" y="4228178"/>
                  <a:pt x="1590090" y="4228023"/>
                  <a:pt x="1590090" y="4228023"/>
                </a:cubicBezTo>
                <a:lnTo>
                  <a:pt x="1597154" y="4228023"/>
                </a:lnTo>
                <a:cubicBezTo>
                  <a:pt x="1597409" y="4228023"/>
                  <a:pt x="1597768" y="4228382"/>
                  <a:pt x="1597768" y="4228382"/>
                </a:cubicBezTo>
                <a:lnTo>
                  <a:pt x="1601298" y="4234523"/>
                </a:lnTo>
                <a:cubicBezTo>
                  <a:pt x="1601401" y="4234729"/>
                  <a:pt x="1601298" y="4235189"/>
                  <a:pt x="1601298" y="4235189"/>
                </a:cubicBezTo>
                <a:lnTo>
                  <a:pt x="1597768" y="4241330"/>
                </a:lnTo>
                <a:cubicBezTo>
                  <a:pt x="1597614" y="4241535"/>
                  <a:pt x="1597154" y="4241688"/>
                  <a:pt x="1597154" y="4241688"/>
                </a:cubicBezTo>
                <a:close/>
                <a:moveTo>
                  <a:pt x="1795378" y="4241688"/>
                </a:moveTo>
                <a:lnTo>
                  <a:pt x="1788315" y="4241688"/>
                </a:lnTo>
                <a:cubicBezTo>
                  <a:pt x="1788060" y="4241688"/>
                  <a:pt x="1787701" y="4241330"/>
                  <a:pt x="1787701" y="4241330"/>
                </a:cubicBezTo>
                <a:lnTo>
                  <a:pt x="1784170" y="4235189"/>
                </a:lnTo>
                <a:cubicBezTo>
                  <a:pt x="1784067" y="4234984"/>
                  <a:pt x="1784170" y="4234523"/>
                  <a:pt x="1784170" y="4234523"/>
                </a:cubicBezTo>
                <a:lnTo>
                  <a:pt x="1787701" y="4228382"/>
                </a:lnTo>
                <a:cubicBezTo>
                  <a:pt x="1787854" y="4228178"/>
                  <a:pt x="1788315" y="4228023"/>
                  <a:pt x="1788315" y="4228023"/>
                </a:cubicBezTo>
                <a:lnTo>
                  <a:pt x="1795378" y="4228023"/>
                </a:lnTo>
                <a:cubicBezTo>
                  <a:pt x="1795634" y="4228023"/>
                  <a:pt x="1795992" y="4228382"/>
                  <a:pt x="1795992" y="4228382"/>
                </a:cubicBezTo>
                <a:lnTo>
                  <a:pt x="1799524" y="4234523"/>
                </a:lnTo>
                <a:cubicBezTo>
                  <a:pt x="1799626" y="4234729"/>
                  <a:pt x="1799524" y="4235189"/>
                  <a:pt x="1799524" y="4235189"/>
                </a:cubicBezTo>
                <a:lnTo>
                  <a:pt x="1795992" y="4241330"/>
                </a:lnTo>
                <a:cubicBezTo>
                  <a:pt x="1795838" y="4241535"/>
                  <a:pt x="1795378" y="4241688"/>
                  <a:pt x="1795378" y="4241688"/>
                </a:cubicBezTo>
                <a:close/>
                <a:moveTo>
                  <a:pt x="1993654" y="4241688"/>
                </a:moveTo>
                <a:lnTo>
                  <a:pt x="1986590" y="4241688"/>
                </a:lnTo>
                <a:cubicBezTo>
                  <a:pt x="1986336" y="4241688"/>
                  <a:pt x="1985976" y="4241330"/>
                  <a:pt x="1985976" y="4241330"/>
                </a:cubicBezTo>
                <a:lnTo>
                  <a:pt x="1982445" y="4235189"/>
                </a:lnTo>
                <a:cubicBezTo>
                  <a:pt x="1982343" y="4234984"/>
                  <a:pt x="1982445" y="4234523"/>
                  <a:pt x="1982445" y="4234523"/>
                </a:cubicBezTo>
                <a:lnTo>
                  <a:pt x="1985976" y="4228382"/>
                </a:lnTo>
                <a:cubicBezTo>
                  <a:pt x="1986130" y="4228178"/>
                  <a:pt x="1986590" y="4228023"/>
                  <a:pt x="1986590" y="4228023"/>
                </a:cubicBezTo>
                <a:lnTo>
                  <a:pt x="1993654" y="4228023"/>
                </a:lnTo>
                <a:cubicBezTo>
                  <a:pt x="1993910" y="4228023"/>
                  <a:pt x="1994268" y="4228382"/>
                  <a:pt x="1994268" y="4228382"/>
                </a:cubicBezTo>
                <a:lnTo>
                  <a:pt x="1997800" y="4234523"/>
                </a:lnTo>
                <a:cubicBezTo>
                  <a:pt x="1997902" y="4234729"/>
                  <a:pt x="1997800" y="4235189"/>
                  <a:pt x="1997800" y="4235189"/>
                </a:cubicBezTo>
                <a:lnTo>
                  <a:pt x="1994268" y="4241330"/>
                </a:lnTo>
                <a:cubicBezTo>
                  <a:pt x="1994114" y="4241535"/>
                  <a:pt x="1993654" y="4241688"/>
                  <a:pt x="1993654" y="4241688"/>
                </a:cubicBezTo>
                <a:close/>
                <a:moveTo>
                  <a:pt x="3379008" y="4247440"/>
                </a:moveTo>
                <a:lnTo>
                  <a:pt x="3371947" y="4247440"/>
                </a:lnTo>
                <a:cubicBezTo>
                  <a:pt x="3371690" y="4247440"/>
                  <a:pt x="3371332" y="4247082"/>
                  <a:pt x="3371332" y="4247082"/>
                </a:cubicBezTo>
                <a:lnTo>
                  <a:pt x="3367800" y="4240941"/>
                </a:lnTo>
                <a:cubicBezTo>
                  <a:pt x="3367697" y="4240735"/>
                  <a:pt x="3367800" y="4240274"/>
                  <a:pt x="3367800" y="4240274"/>
                </a:cubicBezTo>
                <a:lnTo>
                  <a:pt x="3371332" y="4234132"/>
                </a:lnTo>
                <a:cubicBezTo>
                  <a:pt x="3371485" y="4233928"/>
                  <a:pt x="3371947" y="4233775"/>
                  <a:pt x="3371947" y="4233775"/>
                </a:cubicBezTo>
                <a:lnTo>
                  <a:pt x="3379008" y="4233775"/>
                </a:lnTo>
                <a:cubicBezTo>
                  <a:pt x="3379265" y="4233775"/>
                  <a:pt x="3379624" y="4234132"/>
                  <a:pt x="3379624" y="4234132"/>
                </a:cubicBezTo>
                <a:lnTo>
                  <a:pt x="3383155" y="4240274"/>
                </a:lnTo>
                <a:cubicBezTo>
                  <a:pt x="3383257" y="4240479"/>
                  <a:pt x="3383155" y="4240941"/>
                  <a:pt x="3383155" y="4240941"/>
                </a:cubicBezTo>
                <a:lnTo>
                  <a:pt x="3379624" y="4247082"/>
                </a:lnTo>
                <a:cubicBezTo>
                  <a:pt x="3379470" y="4247286"/>
                  <a:pt x="3379008" y="4247440"/>
                  <a:pt x="3379008" y="4247440"/>
                </a:cubicBezTo>
                <a:close/>
                <a:moveTo>
                  <a:pt x="4766683" y="4247440"/>
                </a:moveTo>
                <a:lnTo>
                  <a:pt x="4759621" y="4247440"/>
                </a:lnTo>
                <a:cubicBezTo>
                  <a:pt x="4759364" y="4247440"/>
                  <a:pt x="4759007" y="4247082"/>
                  <a:pt x="4759007" y="4247082"/>
                </a:cubicBezTo>
                <a:lnTo>
                  <a:pt x="4755475" y="4240941"/>
                </a:lnTo>
                <a:cubicBezTo>
                  <a:pt x="4755372" y="4240736"/>
                  <a:pt x="4755475" y="4240275"/>
                  <a:pt x="4755475" y="4240275"/>
                </a:cubicBezTo>
                <a:lnTo>
                  <a:pt x="4759007" y="4234134"/>
                </a:lnTo>
                <a:cubicBezTo>
                  <a:pt x="4759160" y="4233928"/>
                  <a:pt x="4759621" y="4233775"/>
                  <a:pt x="4759621" y="4233775"/>
                </a:cubicBezTo>
                <a:lnTo>
                  <a:pt x="4766683" y="4233775"/>
                </a:lnTo>
                <a:cubicBezTo>
                  <a:pt x="4766940" y="4233775"/>
                  <a:pt x="4767297" y="4234134"/>
                  <a:pt x="4767297" y="4234134"/>
                </a:cubicBezTo>
                <a:lnTo>
                  <a:pt x="4770829" y="4240275"/>
                </a:lnTo>
                <a:cubicBezTo>
                  <a:pt x="4770932" y="4240480"/>
                  <a:pt x="4770829" y="4240941"/>
                  <a:pt x="4770829" y="4240941"/>
                </a:cubicBezTo>
                <a:lnTo>
                  <a:pt x="4767297" y="4247082"/>
                </a:lnTo>
                <a:cubicBezTo>
                  <a:pt x="4767144" y="4247287"/>
                  <a:pt x="4766683" y="4247440"/>
                  <a:pt x="4766683" y="4247440"/>
                </a:cubicBezTo>
                <a:close/>
                <a:moveTo>
                  <a:pt x="5757857" y="4247440"/>
                </a:moveTo>
                <a:lnTo>
                  <a:pt x="5750795" y="4247440"/>
                </a:lnTo>
                <a:cubicBezTo>
                  <a:pt x="5750538" y="4247440"/>
                  <a:pt x="5750181" y="4247080"/>
                  <a:pt x="5750181" y="4247080"/>
                </a:cubicBezTo>
                <a:lnTo>
                  <a:pt x="5746649" y="4240940"/>
                </a:lnTo>
                <a:cubicBezTo>
                  <a:pt x="5746546" y="4240735"/>
                  <a:pt x="5746649" y="4240274"/>
                  <a:pt x="5746649" y="4240274"/>
                </a:cubicBezTo>
                <a:lnTo>
                  <a:pt x="5750181" y="4234132"/>
                </a:lnTo>
                <a:cubicBezTo>
                  <a:pt x="5750333" y="4233927"/>
                  <a:pt x="5750795" y="4233774"/>
                  <a:pt x="5750795" y="4233774"/>
                </a:cubicBezTo>
                <a:lnTo>
                  <a:pt x="5757857" y="4233774"/>
                </a:lnTo>
                <a:cubicBezTo>
                  <a:pt x="5758114" y="4233774"/>
                  <a:pt x="5758471" y="4234132"/>
                  <a:pt x="5758471" y="4234132"/>
                </a:cubicBezTo>
                <a:lnTo>
                  <a:pt x="5762003" y="4240274"/>
                </a:lnTo>
                <a:cubicBezTo>
                  <a:pt x="5762106" y="4240479"/>
                  <a:pt x="5762003" y="4240940"/>
                  <a:pt x="5762003" y="4240940"/>
                </a:cubicBezTo>
                <a:lnTo>
                  <a:pt x="5758471" y="4247080"/>
                </a:lnTo>
                <a:cubicBezTo>
                  <a:pt x="5758318" y="4247286"/>
                  <a:pt x="5757857" y="4247440"/>
                  <a:pt x="5757857" y="4247440"/>
                </a:cubicBezTo>
                <a:close/>
                <a:moveTo>
                  <a:pt x="6749031" y="4247445"/>
                </a:moveTo>
                <a:lnTo>
                  <a:pt x="6741967" y="4247445"/>
                </a:lnTo>
                <a:cubicBezTo>
                  <a:pt x="6741711" y="4247445"/>
                  <a:pt x="6741354" y="4247087"/>
                  <a:pt x="6741354" y="4247087"/>
                </a:cubicBezTo>
                <a:lnTo>
                  <a:pt x="6737823" y="4240945"/>
                </a:lnTo>
                <a:cubicBezTo>
                  <a:pt x="6737720" y="4240740"/>
                  <a:pt x="6737823" y="4240281"/>
                  <a:pt x="6737823" y="4240281"/>
                </a:cubicBezTo>
                <a:lnTo>
                  <a:pt x="6741354" y="4234138"/>
                </a:lnTo>
                <a:cubicBezTo>
                  <a:pt x="6741508" y="4233933"/>
                  <a:pt x="6741967" y="4233780"/>
                  <a:pt x="6741967" y="4233780"/>
                </a:cubicBezTo>
                <a:lnTo>
                  <a:pt x="6749031" y="4233780"/>
                </a:lnTo>
                <a:cubicBezTo>
                  <a:pt x="6749287" y="4233780"/>
                  <a:pt x="6749646" y="4234138"/>
                  <a:pt x="6749646" y="4234138"/>
                </a:cubicBezTo>
                <a:lnTo>
                  <a:pt x="6753177" y="4240281"/>
                </a:lnTo>
                <a:cubicBezTo>
                  <a:pt x="6753279" y="4240485"/>
                  <a:pt x="6753177" y="4240945"/>
                  <a:pt x="6753177" y="4240945"/>
                </a:cubicBezTo>
                <a:lnTo>
                  <a:pt x="6749646" y="4247087"/>
                </a:lnTo>
                <a:cubicBezTo>
                  <a:pt x="6749491" y="4247291"/>
                  <a:pt x="6749031" y="4247445"/>
                  <a:pt x="6749031" y="4247445"/>
                </a:cubicBezTo>
                <a:close/>
                <a:moveTo>
                  <a:pt x="7145299" y="4247445"/>
                </a:moveTo>
                <a:lnTo>
                  <a:pt x="7138234" y="4247445"/>
                </a:lnTo>
                <a:cubicBezTo>
                  <a:pt x="7137980" y="4247445"/>
                  <a:pt x="7137621" y="4247088"/>
                  <a:pt x="7137621" y="4247088"/>
                </a:cubicBezTo>
                <a:lnTo>
                  <a:pt x="7134088" y="4240946"/>
                </a:lnTo>
                <a:cubicBezTo>
                  <a:pt x="7133986" y="4240742"/>
                  <a:pt x="7134088" y="4240281"/>
                  <a:pt x="7134088" y="4240281"/>
                </a:cubicBezTo>
                <a:lnTo>
                  <a:pt x="7137621" y="4234139"/>
                </a:lnTo>
                <a:cubicBezTo>
                  <a:pt x="7137774" y="4233934"/>
                  <a:pt x="7138234" y="4233780"/>
                  <a:pt x="7138234" y="4233780"/>
                </a:cubicBezTo>
                <a:lnTo>
                  <a:pt x="7145299" y="4233780"/>
                </a:lnTo>
                <a:cubicBezTo>
                  <a:pt x="7145554" y="4233780"/>
                  <a:pt x="7145911" y="4234139"/>
                  <a:pt x="7145911" y="4234139"/>
                </a:cubicBezTo>
                <a:lnTo>
                  <a:pt x="7149443" y="4240281"/>
                </a:lnTo>
                <a:cubicBezTo>
                  <a:pt x="7149545" y="4240486"/>
                  <a:pt x="7149443" y="4240946"/>
                  <a:pt x="7149443" y="4240946"/>
                </a:cubicBezTo>
                <a:lnTo>
                  <a:pt x="7145911" y="4247088"/>
                </a:lnTo>
                <a:cubicBezTo>
                  <a:pt x="7145759" y="4247292"/>
                  <a:pt x="7145299" y="4247445"/>
                  <a:pt x="7145299" y="4247445"/>
                </a:cubicBezTo>
                <a:close/>
                <a:moveTo>
                  <a:pt x="4171959" y="4247450"/>
                </a:moveTo>
                <a:lnTo>
                  <a:pt x="4164896" y="4247450"/>
                </a:lnTo>
                <a:cubicBezTo>
                  <a:pt x="4164640" y="4247450"/>
                  <a:pt x="4164282" y="4247091"/>
                  <a:pt x="4164282" y="4247091"/>
                </a:cubicBezTo>
                <a:lnTo>
                  <a:pt x="4160751" y="4240950"/>
                </a:lnTo>
                <a:cubicBezTo>
                  <a:pt x="4160648" y="4240745"/>
                  <a:pt x="4160751" y="4240285"/>
                  <a:pt x="4160751" y="4240285"/>
                </a:cubicBezTo>
                <a:lnTo>
                  <a:pt x="4164282" y="4234143"/>
                </a:lnTo>
                <a:cubicBezTo>
                  <a:pt x="4164435" y="4233938"/>
                  <a:pt x="4164896" y="4233784"/>
                  <a:pt x="4164896" y="4233784"/>
                </a:cubicBezTo>
                <a:lnTo>
                  <a:pt x="4171959" y="4233784"/>
                </a:lnTo>
                <a:cubicBezTo>
                  <a:pt x="4172215" y="4233784"/>
                  <a:pt x="4172573" y="4234143"/>
                  <a:pt x="4172573" y="4234143"/>
                </a:cubicBezTo>
                <a:lnTo>
                  <a:pt x="4176105" y="4240285"/>
                </a:lnTo>
                <a:cubicBezTo>
                  <a:pt x="4176207" y="4240489"/>
                  <a:pt x="4176105" y="4240950"/>
                  <a:pt x="4176105" y="4240950"/>
                </a:cubicBezTo>
                <a:lnTo>
                  <a:pt x="4172573" y="4247091"/>
                </a:lnTo>
                <a:cubicBezTo>
                  <a:pt x="4172419" y="4247296"/>
                  <a:pt x="4171959" y="4247450"/>
                  <a:pt x="4171959" y="4247450"/>
                </a:cubicBezTo>
                <a:close/>
                <a:moveTo>
                  <a:pt x="7938265" y="4247453"/>
                </a:moveTo>
                <a:lnTo>
                  <a:pt x="7931200" y="4247453"/>
                </a:lnTo>
                <a:cubicBezTo>
                  <a:pt x="7930944" y="4247453"/>
                  <a:pt x="7930587" y="4247095"/>
                  <a:pt x="7930587" y="4247095"/>
                </a:cubicBezTo>
                <a:lnTo>
                  <a:pt x="7927055" y="4240953"/>
                </a:lnTo>
                <a:cubicBezTo>
                  <a:pt x="7926952" y="4240749"/>
                  <a:pt x="7927055" y="4240288"/>
                  <a:pt x="7927055" y="4240288"/>
                </a:cubicBezTo>
                <a:lnTo>
                  <a:pt x="7930587" y="4234146"/>
                </a:lnTo>
                <a:cubicBezTo>
                  <a:pt x="7930740" y="4233941"/>
                  <a:pt x="7931200" y="4233787"/>
                  <a:pt x="7931200" y="4233787"/>
                </a:cubicBezTo>
                <a:lnTo>
                  <a:pt x="7938265" y="4233787"/>
                </a:lnTo>
                <a:cubicBezTo>
                  <a:pt x="7938520" y="4233787"/>
                  <a:pt x="7938880" y="4234146"/>
                  <a:pt x="7938880" y="4234146"/>
                </a:cubicBezTo>
                <a:lnTo>
                  <a:pt x="7942411" y="4240288"/>
                </a:lnTo>
                <a:cubicBezTo>
                  <a:pt x="7942513" y="4240493"/>
                  <a:pt x="7942411" y="4240953"/>
                  <a:pt x="7942411" y="4240953"/>
                </a:cubicBezTo>
                <a:lnTo>
                  <a:pt x="7938880" y="4247095"/>
                </a:lnTo>
                <a:cubicBezTo>
                  <a:pt x="7938725" y="4247299"/>
                  <a:pt x="7938265" y="4247453"/>
                  <a:pt x="7938265" y="4247453"/>
                </a:cubicBezTo>
                <a:close/>
                <a:moveTo>
                  <a:pt x="2784284" y="4247454"/>
                </a:moveTo>
                <a:lnTo>
                  <a:pt x="2777221" y="4247454"/>
                </a:lnTo>
                <a:cubicBezTo>
                  <a:pt x="2776966" y="4247454"/>
                  <a:pt x="2776607" y="4247096"/>
                  <a:pt x="2776607" y="4247096"/>
                </a:cubicBezTo>
                <a:lnTo>
                  <a:pt x="2773075" y="4240954"/>
                </a:lnTo>
                <a:cubicBezTo>
                  <a:pt x="2772973" y="4240750"/>
                  <a:pt x="2773075" y="4240289"/>
                  <a:pt x="2773075" y="4240289"/>
                </a:cubicBezTo>
                <a:lnTo>
                  <a:pt x="2776607" y="4234146"/>
                </a:lnTo>
                <a:cubicBezTo>
                  <a:pt x="2776760" y="4233941"/>
                  <a:pt x="2777221" y="4233788"/>
                  <a:pt x="2777221" y="4233788"/>
                </a:cubicBezTo>
                <a:lnTo>
                  <a:pt x="2777260" y="4233788"/>
                </a:lnTo>
                <a:lnTo>
                  <a:pt x="2777272" y="4233781"/>
                </a:lnTo>
                <a:lnTo>
                  <a:pt x="2784335" y="4233781"/>
                </a:lnTo>
                <a:cubicBezTo>
                  <a:pt x="2784592" y="4233781"/>
                  <a:pt x="2784949" y="4234139"/>
                  <a:pt x="2784949" y="4234139"/>
                </a:cubicBezTo>
                <a:lnTo>
                  <a:pt x="2788481" y="4240282"/>
                </a:lnTo>
                <a:cubicBezTo>
                  <a:pt x="2788583" y="4240486"/>
                  <a:pt x="2788481" y="4240948"/>
                  <a:pt x="2788481" y="4240948"/>
                </a:cubicBezTo>
                <a:lnTo>
                  <a:pt x="2784949" y="4247089"/>
                </a:lnTo>
                <a:cubicBezTo>
                  <a:pt x="2784795" y="4247294"/>
                  <a:pt x="2784335" y="4247447"/>
                  <a:pt x="2784335" y="4247447"/>
                </a:cubicBezTo>
                <a:lnTo>
                  <a:pt x="2784296" y="4247447"/>
                </a:lnTo>
                <a:close/>
                <a:moveTo>
                  <a:pt x="10118915" y="4247458"/>
                </a:moveTo>
                <a:lnTo>
                  <a:pt x="10111851" y="4247458"/>
                </a:lnTo>
                <a:lnTo>
                  <a:pt x="10111820" y="4247440"/>
                </a:lnTo>
                <a:lnTo>
                  <a:pt x="10111816" y="4247440"/>
                </a:lnTo>
                <a:cubicBezTo>
                  <a:pt x="10111559" y="4247440"/>
                  <a:pt x="10111201" y="4247080"/>
                  <a:pt x="10111201" y="4247080"/>
                </a:cubicBezTo>
                <a:lnTo>
                  <a:pt x="10107671" y="4240940"/>
                </a:lnTo>
                <a:cubicBezTo>
                  <a:pt x="10107568" y="4240735"/>
                  <a:pt x="10107671" y="4240274"/>
                  <a:pt x="10107671" y="4240274"/>
                </a:cubicBezTo>
                <a:lnTo>
                  <a:pt x="10111201" y="4234132"/>
                </a:lnTo>
                <a:cubicBezTo>
                  <a:pt x="10111354" y="4233927"/>
                  <a:pt x="10111816" y="4233774"/>
                  <a:pt x="10111816" y="4233774"/>
                </a:cubicBezTo>
                <a:lnTo>
                  <a:pt x="10118878" y="4233774"/>
                </a:lnTo>
                <a:lnTo>
                  <a:pt x="10118911" y="4233793"/>
                </a:lnTo>
                <a:lnTo>
                  <a:pt x="10118915" y="4233793"/>
                </a:lnTo>
                <a:cubicBezTo>
                  <a:pt x="10119170" y="4233793"/>
                  <a:pt x="10119529" y="4234151"/>
                  <a:pt x="10119529" y="4234151"/>
                </a:cubicBezTo>
                <a:lnTo>
                  <a:pt x="10123060" y="4240293"/>
                </a:lnTo>
                <a:cubicBezTo>
                  <a:pt x="10123162" y="4240498"/>
                  <a:pt x="10123060" y="4240959"/>
                  <a:pt x="10123060" y="4240959"/>
                </a:cubicBezTo>
                <a:lnTo>
                  <a:pt x="10119529" y="4247100"/>
                </a:lnTo>
                <a:cubicBezTo>
                  <a:pt x="10119375" y="4247305"/>
                  <a:pt x="10118915" y="4247458"/>
                  <a:pt x="10118915" y="4247458"/>
                </a:cubicBezTo>
                <a:close/>
                <a:moveTo>
                  <a:pt x="7740055" y="4247465"/>
                </a:moveTo>
                <a:lnTo>
                  <a:pt x="7732992" y="4247465"/>
                </a:lnTo>
                <a:cubicBezTo>
                  <a:pt x="7732736" y="4247465"/>
                  <a:pt x="7732376" y="4247107"/>
                  <a:pt x="7732376" y="4247107"/>
                </a:cubicBezTo>
                <a:lnTo>
                  <a:pt x="7728845" y="4240966"/>
                </a:lnTo>
                <a:cubicBezTo>
                  <a:pt x="7728744" y="4240761"/>
                  <a:pt x="7728845" y="4240300"/>
                  <a:pt x="7728845" y="4240300"/>
                </a:cubicBezTo>
                <a:lnTo>
                  <a:pt x="7732376" y="4234157"/>
                </a:lnTo>
                <a:cubicBezTo>
                  <a:pt x="7732531" y="4233953"/>
                  <a:pt x="7732992" y="4233800"/>
                  <a:pt x="7732992" y="4233800"/>
                </a:cubicBezTo>
                <a:lnTo>
                  <a:pt x="7740055" y="4233800"/>
                </a:lnTo>
                <a:cubicBezTo>
                  <a:pt x="7740311" y="4233800"/>
                  <a:pt x="7740669" y="4234157"/>
                  <a:pt x="7740669" y="4234157"/>
                </a:cubicBezTo>
                <a:lnTo>
                  <a:pt x="7744201" y="4240300"/>
                </a:lnTo>
                <a:cubicBezTo>
                  <a:pt x="7744303" y="4240504"/>
                  <a:pt x="7744201" y="4240966"/>
                  <a:pt x="7744201" y="4240966"/>
                </a:cubicBezTo>
                <a:lnTo>
                  <a:pt x="7740669" y="4247107"/>
                </a:lnTo>
                <a:cubicBezTo>
                  <a:pt x="7740516" y="4247312"/>
                  <a:pt x="7740055" y="4247465"/>
                  <a:pt x="7740055" y="4247465"/>
                </a:cubicBezTo>
                <a:close/>
                <a:moveTo>
                  <a:pt x="7541823" y="4247466"/>
                </a:moveTo>
                <a:lnTo>
                  <a:pt x="7534759" y="4247466"/>
                </a:lnTo>
                <a:cubicBezTo>
                  <a:pt x="7534503" y="4247466"/>
                  <a:pt x="7534144" y="4247108"/>
                  <a:pt x="7534144" y="4247108"/>
                </a:cubicBezTo>
                <a:lnTo>
                  <a:pt x="7530613" y="4240966"/>
                </a:lnTo>
                <a:cubicBezTo>
                  <a:pt x="7530511" y="4240762"/>
                  <a:pt x="7530613" y="4240301"/>
                  <a:pt x="7530613" y="4240301"/>
                </a:cubicBezTo>
                <a:lnTo>
                  <a:pt x="7534144" y="4234158"/>
                </a:lnTo>
                <a:cubicBezTo>
                  <a:pt x="7534298" y="4233954"/>
                  <a:pt x="7534759" y="4233800"/>
                  <a:pt x="7534759" y="4233800"/>
                </a:cubicBezTo>
                <a:lnTo>
                  <a:pt x="7541823" y="4233800"/>
                </a:lnTo>
                <a:cubicBezTo>
                  <a:pt x="7542079" y="4233800"/>
                  <a:pt x="7542437" y="4234158"/>
                  <a:pt x="7542437" y="4234158"/>
                </a:cubicBezTo>
                <a:lnTo>
                  <a:pt x="7545970" y="4240301"/>
                </a:lnTo>
                <a:cubicBezTo>
                  <a:pt x="7546071" y="4240506"/>
                  <a:pt x="7545970" y="4240966"/>
                  <a:pt x="7545970" y="4240966"/>
                </a:cubicBezTo>
                <a:lnTo>
                  <a:pt x="7542437" y="4247108"/>
                </a:lnTo>
                <a:cubicBezTo>
                  <a:pt x="7542284" y="4247313"/>
                  <a:pt x="7541823" y="4247466"/>
                  <a:pt x="7541823" y="4247466"/>
                </a:cubicBezTo>
                <a:close/>
                <a:moveTo>
                  <a:pt x="3577234" y="4247468"/>
                </a:moveTo>
                <a:lnTo>
                  <a:pt x="3570172" y="4247468"/>
                </a:lnTo>
                <a:cubicBezTo>
                  <a:pt x="3569914" y="4247468"/>
                  <a:pt x="3569557" y="4247109"/>
                  <a:pt x="3569557" y="4247109"/>
                </a:cubicBezTo>
                <a:lnTo>
                  <a:pt x="3566024" y="4240968"/>
                </a:lnTo>
                <a:cubicBezTo>
                  <a:pt x="3565922" y="4240763"/>
                  <a:pt x="3566024" y="4240303"/>
                  <a:pt x="3566024" y="4240303"/>
                </a:cubicBezTo>
                <a:lnTo>
                  <a:pt x="3569557" y="4234160"/>
                </a:lnTo>
                <a:cubicBezTo>
                  <a:pt x="3569709" y="4233956"/>
                  <a:pt x="3570172" y="4233802"/>
                  <a:pt x="3570172" y="4233802"/>
                </a:cubicBezTo>
                <a:lnTo>
                  <a:pt x="3577234" y="4233802"/>
                </a:lnTo>
                <a:cubicBezTo>
                  <a:pt x="3577489" y="4233802"/>
                  <a:pt x="3577848" y="4234160"/>
                  <a:pt x="3577848" y="4234160"/>
                </a:cubicBezTo>
                <a:lnTo>
                  <a:pt x="3581379" y="4240303"/>
                </a:lnTo>
                <a:cubicBezTo>
                  <a:pt x="3581481" y="4240508"/>
                  <a:pt x="3581379" y="4240968"/>
                  <a:pt x="3581379" y="4240968"/>
                </a:cubicBezTo>
                <a:lnTo>
                  <a:pt x="3577848" y="4247109"/>
                </a:lnTo>
                <a:cubicBezTo>
                  <a:pt x="3577694" y="4247314"/>
                  <a:pt x="3577234" y="4247468"/>
                  <a:pt x="3577234" y="4247468"/>
                </a:cubicBezTo>
                <a:close/>
                <a:moveTo>
                  <a:pt x="3775459" y="4247468"/>
                </a:moveTo>
                <a:lnTo>
                  <a:pt x="3768396" y="4247468"/>
                </a:lnTo>
                <a:cubicBezTo>
                  <a:pt x="3768139" y="4247468"/>
                  <a:pt x="3767781" y="4247110"/>
                  <a:pt x="3767781" y="4247110"/>
                </a:cubicBezTo>
                <a:lnTo>
                  <a:pt x="3764249" y="4240969"/>
                </a:lnTo>
                <a:cubicBezTo>
                  <a:pt x="3764147" y="4240764"/>
                  <a:pt x="3764249" y="4240303"/>
                  <a:pt x="3764249" y="4240303"/>
                </a:cubicBezTo>
                <a:lnTo>
                  <a:pt x="3767781" y="4234161"/>
                </a:lnTo>
                <a:cubicBezTo>
                  <a:pt x="3767935" y="4233956"/>
                  <a:pt x="3768396" y="4233803"/>
                  <a:pt x="3768396" y="4233803"/>
                </a:cubicBezTo>
                <a:lnTo>
                  <a:pt x="3775459" y="4233803"/>
                </a:lnTo>
                <a:cubicBezTo>
                  <a:pt x="3775713" y="4233803"/>
                  <a:pt x="3776073" y="4234161"/>
                  <a:pt x="3776073" y="4234161"/>
                </a:cubicBezTo>
                <a:lnTo>
                  <a:pt x="3779604" y="4240303"/>
                </a:lnTo>
                <a:cubicBezTo>
                  <a:pt x="3779706" y="4240508"/>
                  <a:pt x="3779604" y="4240969"/>
                  <a:pt x="3779604" y="4240969"/>
                </a:cubicBezTo>
                <a:lnTo>
                  <a:pt x="3776073" y="4247110"/>
                </a:lnTo>
                <a:cubicBezTo>
                  <a:pt x="3775919" y="4247315"/>
                  <a:pt x="3775459" y="4247468"/>
                  <a:pt x="3775459" y="4247468"/>
                </a:cubicBezTo>
                <a:close/>
                <a:moveTo>
                  <a:pt x="6947256" y="4247468"/>
                </a:moveTo>
                <a:lnTo>
                  <a:pt x="6940193" y="4247468"/>
                </a:lnTo>
                <a:cubicBezTo>
                  <a:pt x="6939937" y="4247468"/>
                  <a:pt x="6939578" y="4247110"/>
                  <a:pt x="6939578" y="4247110"/>
                </a:cubicBezTo>
                <a:lnTo>
                  <a:pt x="6936048" y="4240969"/>
                </a:lnTo>
                <a:cubicBezTo>
                  <a:pt x="6935945" y="4240764"/>
                  <a:pt x="6936048" y="4240304"/>
                  <a:pt x="6936048" y="4240304"/>
                </a:cubicBezTo>
                <a:lnTo>
                  <a:pt x="6939578" y="4234162"/>
                </a:lnTo>
                <a:cubicBezTo>
                  <a:pt x="6939733" y="4233957"/>
                  <a:pt x="6940193" y="4233804"/>
                  <a:pt x="6940193" y="4233804"/>
                </a:cubicBezTo>
                <a:lnTo>
                  <a:pt x="6947256" y="4233804"/>
                </a:lnTo>
                <a:cubicBezTo>
                  <a:pt x="6947512" y="4233804"/>
                  <a:pt x="6947870" y="4234162"/>
                  <a:pt x="6947870" y="4234162"/>
                </a:cubicBezTo>
                <a:lnTo>
                  <a:pt x="6951402" y="4240304"/>
                </a:lnTo>
                <a:cubicBezTo>
                  <a:pt x="6951504" y="4240508"/>
                  <a:pt x="6951402" y="4240969"/>
                  <a:pt x="6951402" y="4240969"/>
                </a:cubicBezTo>
                <a:lnTo>
                  <a:pt x="6947870" y="4247110"/>
                </a:lnTo>
                <a:cubicBezTo>
                  <a:pt x="6947717" y="4247315"/>
                  <a:pt x="6947256" y="4247468"/>
                  <a:pt x="6947256" y="4247468"/>
                </a:cubicBezTo>
                <a:close/>
                <a:moveTo>
                  <a:pt x="4964909" y="4247470"/>
                </a:moveTo>
                <a:lnTo>
                  <a:pt x="4957846" y="4247470"/>
                </a:lnTo>
                <a:cubicBezTo>
                  <a:pt x="4957589" y="4247470"/>
                  <a:pt x="4957232" y="4247112"/>
                  <a:pt x="4957232" y="4247112"/>
                </a:cubicBezTo>
                <a:lnTo>
                  <a:pt x="4953699" y="4240970"/>
                </a:lnTo>
                <a:cubicBezTo>
                  <a:pt x="4953597" y="4240765"/>
                  <a:pt x="4953699" y="4240305"/>
                  <a:pt x="4953699" y="4240305"/>
                </a:cubicBezTo>
                <a:lnTo>
                  <a:pt x="4957232" y="4234163"/>
                </a:lnTo>
                <a:cubicBezTo>
                  <a:pt x="4957384" y="4233958"/>
                  <a:pt x="4957846" y="4233804"/>
                  <a:pt x="4957846" y="4233804"/>
                </a:cubicBezTo>
                <a:lnTo>
                  <a:pt x="4964909" y="4233804"/>
                </a:lnTo>
                <a:cubicBezTo>
                  <a:pt x="4965164" y="4233804"/>
                  <a:pt x="4965523" y="4234163"/>
                  <a:pt x="4965523" y="4234163"/>
                </a:cubicBezTo>
                <a:lnTo>
                  <a:pt x="4969054" y="4240305"/>
                </a:lnTo>
                <a:cubicBezTo>
                  <a:pt x="4969156" y="4240510"/>
                  <a:pt x="4969054" y="4240970"/>
                  <a:pt x="4969054" y="4240970"/>
                </a:cubicBezTo>
                <a:lnTo>
                  <a:pt x="4965523" y="4247112"/>
                </a:lnTo>
                <a:cubicBezTo>
                  <a:pt x="4965369" y="4247317"/>
                  <a:pt x="4964909" y="4247470"/>
                  <a:pt x="4964909" y="4247470"/>
                </a:cubicBezTo>
                <a:close/>
                <a:moveTo>
                  <a:pt x="3180784" y="4247474"/>
                </a:moveTo>
                <a:lnTo>
                  <a:pt x="3173721" y="4247474"/>
                </a:lnTo>
                <a:cubicBezTo>
                  <a:pt x="3173466" y="4247474"/>
                  <a:pt x="3173107" y="4247115"/>
                  <a:pt x="3173107" y="4247115"/>
                </a:cubicBezTo>
                <a:lnTo>
                  <a:pt x="3169576" y="4240973"/>
                </a:lnTo>
                <a:cubicBezTo>
                  <a:pt x="3169473" y="4240768"/>
                  <a:pt x="3169576" y="4240309"/>
                  <a:pt x="3169576" y="4240309"/>
                </a:cubicBezTo>
                <a:lnTo>
                  <a:pt x="3173107" y="4234165"/>
                </a:lnTo>
                <a:cubicBezTo>
                  <a:pt x="3173261" y="4233962"/>
                  <a:pt x="3173721" y="4233807"/>
                  <a:pt x="3173721" y="4233807"/>
                </a:cubicBezTo>
                <a:lnTo>
                  <a:pt x="3180784" y="4233807"/>
                </a:lnTo>
                <a:cubicBezTo>
                  <a:pt x="3181040" y="4233807"/>
                  <a:pt x="3181398" y="4234165"/>
                  <a:pt x="3181398" y="4234165"/>
                </a:cubicBezTo>
                <a:lnTo>
                  <a:pt x="3184931" y="4240309"/>
                </a:lnTo>
                <a:cubicBezTo>
                  <a:pt x="3185033" y="4240513"/>
                  <a:pt x="3184931" y="4240973"/>
                  <a:pt x="3184931" y="4240973"/>
                </a:cubicBezTo>
                <a:lnTo>
                  <a:pt x="3181398" y="4247115"/>
                </a:lnTo>
                <a:cubicBezTo>
                  <a:pt x="3181245" y="4247319"/>
                  <a:pt x="3180784" y="4247474"/>
                  <a:pt x="3180784" y="4247474"/>
                </a:cubicBezTo>
                <a:close/>
                <a:moveTo>
                  <a:pt x="3973734" y="4247474"/>
                </a:moveTo>
                <a:lnTo>
                  <a:pt x="3966671" y="4247474"/>
                </a:lnTo>
                <a:cubicBezTo>
                  <a:pt x="3966415" y="4247474"/>
                  <a:pt x="3966057" y="4247116"/>
                  <a:pt x="3966057" y="4247116"/>
                </a:cubicBezTo>
                <a:lnTo>
                  <a:pt x="3962525" y="4240973"/>
                </a:lnTo>
                <a:cubicBezTo>
                  <a:pt x="3962423" y="4240769"/>
                  <a:pt x="3962525" y="4240309"/>
                  <a:pt x="3962525" y="4240309"/>
                </a:cubicBezTo>
                <a:lnTo>
                  <a:pt x="3966057" y="4234166"/>
                </a:lnTo>
                <a:cubicBezTo>
                  <a:pt x="3966211" y="4233962"/>
                  <a:pt x="3966671" y="4233807"/>
                  <a:pt x="3966671" y="4233807"/>
                </a:cubicBezTo>
                <a:lnTo>
                  <a:pt x="3973734" y="4233807"/>
                </a:lnTo>
                <a:cubicBezTo>
                  <a:pt x="3973990" y="4233807"/>
                  <a:pt x="3974348" y="4234166"/>
                  <a:pt x="3974348" y="4234166"/>
                </a:cubicBezTo>
                <a:lnTo>
                  <a:pt x="3977880" y="4240309"/>
                </a:lnTo>
                <a:cubicBezTo>
                  <a:pt x="3977982" y="4240513"/>
                  <a:pt x="3977880" y="4240973"/>
                  <a:pt x="3977880" y="4240973"/>
                </a:cubicBezTo>
                <a:lnTo>
                  <a:pt x="3974348" y="4247116"/>
                </a:lnTo>
                <a:cubicBezTo>
                  <a:pt x="3974195" y="4247320"/>
                  <a:pt x="3973734" y="4247474"/>
                  <a:pt x="3973734" y="4247474"/>
                </a:cubicBezTo>
                <a:close/>
                <a:moveTo>
                  <a:pt x="8533065" y="4247476"/>
                </a:moveTo>
                <a:lnTo>
                  <a:pt x="8526001" y="4247476"/>
                </a:lnTo>
                <a:cubicBezTo>
                  <a:pt x="8525745" y="4247476"/>
                  <a:pt x="8525387" y="4247118"/>
                  <a:pt x="8525387" y="4247118"/>
                </a:cubicBezTo>
                <a:lnTo>
                  <a:pt x="8521855" y="4240977"/>
                </a:lnTo>
                <a:cubicBezTo>
                  <a:pt x="8521752" y="4240772"/>
                  <a:pt x="8521855" y="4240311"/>
                  <a:pt x="8521855" y="4240311"/>
                </a:cubicBezTo>
                <a:lnTo>
                  <a:pt x="8525387" y="4234169"/>
                </a:lnTo>
                <a:cubicBezTo>
                  <a:pt x="8525541" y="4233964"/>
                  <a:pt x="8526001" y="4233811"/>
                  <a:pt x="8526001" y="4233811"/>
                </a:cubicBezTo>
                <a:lnTo>
                  <a:pt x="8533065" y="4233811"/>
                </a:lnTo>
                <a:cubicBezTo>
                  <a:pt x="8533319" y="4233811"/>
                  <a:pt x="8533679" y="4234169"/>
                  <a:pt x="8533679" y="4234169"/>
                </a:cubicBezTo>
                <a:lnTo>
                  <a:pt x="8537211" y="4240311"/>
                </a:lnTo>
                <a:cubicBezTo>
                  <a:pt x="8537313" y="4240516"/>
                  <a:pt x="8537211" y="4240977"/>
                  <a:pt x="8537211" y="4240977"/>
                </a:cubicBezTo>
                <a:lnTo>
                  <a:pt x="8533679" y="4247118"/>
                </a:lnTo>
                <a:cubicBezTo>
                  <a:pt x="8533526" y="4247323"/>
                  <a:pt x="8533065" y="4247476"/>
                  <a:pt x="8533065" y="4247476"/>
                </a:cubicBezTo>
                <a:close/>
                <a:moveTo>
                  <a:pt x="4370183" y="4247478"/>
                </a:moveTo>
                <a:lnTo>
                  <a:pt x="4363121" y="4247478"/>
                </a:lnTo>
                <a:cubicBezTo>
                  <a:pt x="4362864" y="4247478"/>
                  <a:pt x="4362506" y="4247119"/>
                  <a:pt x="4362506" y="4247119"/>
                </a:cubicBezTo>
                <a:lnTo>
                  <a:pt x="4358975" y="4240978"/>
                </a:lnTo>
                <a:cubicBezTo>
                  <a:pt x="4358872" y="4240773"/>
                  <a:pt x="4358975" y="4240313"/>
                  <a:pt x="4358975" y="4240313"/>
                </a:cubicBezTo>
                <a:lnTo>
                  <a:pt x="4362506" y="4234171"/>
                </a:lnTo>
                <a:cubicBezTo>
                  <a:pt x="4362660" y="4233966"/>
                  <a:pt x="4363121" y="4233812"/>
                  <a:pt x="4363121" y="4233812"/>
                </a:cubicBezTo>
                <a:lnTo>
                  <a:pt x="4370183" y="4233812"/>
                </a:lnTo>
                <a:cubicBezTo>
                  <a:pt x="4370439" y="4233812"/>
                  <a:pt x="4370797" y="4234171"/>
                  <a:pt x="4370797" y="4234171"/>
                </a:cubicBezTo>
                <a:lnTo>
                  <a:pt x="4374329" y="4240313"/>
                </a:lnTo>
                <a:cubicBezTo>
                  <a:pt x="4374432" y="4240518"/>
                  <a:pt x="4374329" y="4240978"/>
                  <a:pt x="4374329" y="4240978"/>
                </a:cubicBezTo>
                <a:lnTo>
                  <a:pt x="4370797" y="4247119"/>
                </a:lnTo>
                <a:cubicBezTo>
                  <a:pt x="4370643" y="4247324"/>
                  <a:pt x="4370183" y="4247478"/>
                  <a:pt x="4370183" y="4247478"/>
                </a:cubicBezTo>
                <a:close/>
                <a:moveTo>
                  <a:pt x="9920739" y="4247482"/>
                </a:moveTo>
                <a:lnTo>
                  <a:pt x="9913676" y="4247482"/>
                </a:lnTo>
                <a:lnTo>
                  <a:pt x="9913663" y="4247475"/>
                </a:lnTo>
                <a:lnTo>
                  <a:pt x="9913662" y="4247475"/>
                </a:lnTo>
                <a:cubicBezTo>
                  <a:pt x="9913406" y="4247475"/>
                  <a:pt x="9913047" y="4247116"/>
                  <a:pt x="9913047" y="4247116"/>
                </a:cubicBezTo>
                <a:lnTo>
                  <a:pt x="9909516" y="4240975"/>
                </a:lnTo>
                <a:cubicBezTo>
                  <a:pt x="9909414" y="4240770"/>
                  <a:pt x="9909516" y="4240310"/>
                  <a:pt x="9909516" y="4240310"/>
                </a:cubicBezTo>
                <a:lnTo>
                  <a:pt x="9913047" y="4234167"/>
                </a:lnTo>
                <a:cubicBezTo>
                  <a:pt x="9913200" y="4233963"/>
                  <a:pt x="9913662" y="4233809"/>
                  <a:pt x="9913662" y="4233809"/>
                </a:cubicBezTo>
                <a:lnTo>
                  <a:pt x="9920724" y="4233809"/>
                </a:lnTo>
                <a:lnTo>
                  <a:pt x="9920737" y="4233816"/>
                </a:lnTo>
                <a:lnTo>
                  <a:pt x="9920739" y="4233816"/>
                </a:lnTo>
                <a:cubicBezTo>
                  <a:pt x="9920995" y="4233816"/>
                  <a:pt x="9921353" y="4234174"/>
                  <a:pt x="9921353" y="4234174"/>
                </a:cubicBezTo>
                <a:lnTo>
                  <a:pt x="9924885" y="4240317"/>
                </a:lnTo>
                <a:cubicBezTo>
                  <a:pt x="9924987" y="4240522"/>
                  <a:pt x="9924885" y="4240982"/>
                  <a:pt x="9924885" y="4240982"/>
                </a:cubicBezTo>
                <a:lnTo>
                  <a:pt x="9921353" y="4247124"/>
                </a:lnTo>
                <a:cubicBezTo>
                  <a:pt x="9921199" y="4247329"/>
                  <a:pt x="9920739" y="4247482"/>
                  <a:pt x="9920739" y="4247482"/>
                </a:cubicBezTo>
                <a:close/>
                <a:moveTo>
                  <a:pt x="8929470" y="4247484"/>
                </a:moveTo>
                <a:lnTo>
                  <a:pt x="8922408" y="4247484"/>
                </a:lnTo>
                <a:cubicBezTo>
                  <a:pt x="8922151" y="4247484"/>
                  <a:pt x="8921793" y="4247126"/>
                  <a:pt x="8921793" y="4247126"/>
                </a:cubicBezTo>
                <a:lnTo>
                  <a:pt x="8918262" y="4240985"/>
                </a:lnTo>
                <a:cubicBezTo>
                  <a:pt x="8918159" y="4240779"/>
                  <a:pt x="8918262" y="4240319"/>
                  <a:pt x="8918262" y="4240319"/>
                </a:cubicBezTo>
                <a:lnTo>
                  <a:pt x="8921793" y="4234176"/>
                </a:lnTo>
                <a:cubicBezTo>
                  <a:pt x="8921947" y="4233972"/>
                  <a:pt x="8922408" y="4233819"/>
                  <a:pt x="8922408" y="4233819"/>
                </a:cubicBezTo>
                <a:lnTo>
                  <a:pt x="8922485" y="4233819"/>
                </a:lnTo>
                <a:lnTo>
                  <a:pt x="8922497" y="4233811"/>
                </a:lnTo>
                <a:lnTo>
                  <a:pt x="8929560" y="4233811"/>
                </a:lnTo>
                <a:cubicBezTo>
                  <a:pt x="8929815" y="4233811"/>
                  <a:pt x="8930174" y="4234170"/>
                  <a:pt x="8930174" y="4234170"/>
                </a:cubicBezTo>
                <a:lnTo>
                  <a:pt x="8933706" y="4240312"/>
                </a:lnTo>
                <a:cubicBezTo>
                  <a:pt x="8933808" y="4240517"/>
                  <a:pt x="8933706" y="4240977"/>
                  <a:pt x="8933706" y="4240977"/>
                </a:cubicBezTo>
                <a:lnTo>
                  <a:pt x="8930174" y="4247118"/>
                </a:lnTo>
                <a:cubicBezTo>
                  <a:pt x="8930021" y="4247323"/>
                  <a:pt x="8929560" y="4247477"/>
                  <a:pt x="8929560" y="4247477"/>
                </a:cubicBezTo>
                <a:lnTo>
                  <a:pt x="8929482" y="4247477"/>
                </a:lnTo>
                <a:close/>
                <a:moveTo>
                  <a:pt x="5559633" y="4247486"/>
                </a:moveTo>
                <a:lnTo>
                  <a:pt x="5552569" y="4247486"/>
                </a:lnTo>
                <a:cubicBezTo>
                  <a:pt x="5552314" y="4247486"/>
                  <a:pt x="5551956" y="4247128"/>
                  <a:pt x="5551956" y="4247128"/>
                </a:cubicBezTo>
                <a:lnTo>
                  <a:pt x="5548424" y="4240987"/>
                </a:lnTo>
                <a:cubicBezTo>
                  <a:pt x="5548322" y="4240782"/>
                  <a:pt x="5548424" y="4240321"/>
                  <a:pt x="5548424" y="4240321"/>
                </a:cubicBezTo>
                <a:lnTo>
                  <a:pt x="5551956" y="4234179"/>
                </a:lnTo>
                <a:cubicBezTo>
                  <a:pt x="5552109" y="4233974"/>
                  <a:pt x="5552569" y="4233821"/>
                  <a:pt x="5552569" y="4233821"/>
                </a:cubicBezTo>
                <a:lnTo>
                  <a:pt x="5559633" y="4233821"/>
                </a:lnTo>
                <a:cubicBezTo>
                  <a:pt x="5559889" y="4233821"/>
                  <a:pt x="5560246" y="4234179"/>
                  <a:pt x="5560246" y="4234179"/>
                </a:cubicBezTo>
                <a:lnTo>
                  <a:pt x="5563779" y="4240321"/>
                </a:lnTo>
                <a:cubicBezTo>
                  <a:pt x="5563881" y="4240526"/>
                  <a:pt x="5563779" y="4240987"/>
                  <a:pt x="5563779" y="4240987"/>
                </a:cubicBezTo>
                <a:lnTo>
                  <a:pt x="5560246" y="4247128"/>
                </a:lnTo>
                <a:cubicBezTo>
                  <a:pt x="5560094" y="4247333"/>
                  <a:pt x="5559633" y="4247486"/>
                  <a:pt x="5559633" y="4247486"/>
                </a:cubicBezTo>
                <a:close/>
                <a:moveTo>
                  <a:pt x="7343644" y="4247487"/>
                </a:moveTo>
                <a:lnTo>
                  <a:pt x="7336580" y="4247487"/>
                </a:lnTo>
                <a:cubicBezTo>
                  <a:pt x="7336326" y="4247487"/>
                  <a:pt x="7335967" y="4247129"/>
                  <a:pt x="7335967" y="4247129"/>
                </a:cubicBezTo>
                <a:lnTo>
                  <a:pt x="7332434" y="4240987"/>
                </a:lnTo>
                <a:cubicBezTo>
                  <a:pt x="7332332" y="4240783"/>
                  <a:pt x="7332434" y="4240322"/>
                  <a:pt x="7332434" y="4240322"/>
                </a:cubicBezTo>
                <a:lnTo>
                  <a:pt x="7335967" y="4234180"/>
                </a:lnTo>
                <a:cubicBezTo>
                  <a:pt x="7336121" y="4233975"/>
                  <a:pt x="7336580" y="4233821"/>
                  <a:pt x="7336580" y="4233821"/>
                </a:cubicBezTo>
                <a:lnTo>
                  <a:pt x="7343644" y="4233821"/>
                </a:lnTo>
                <a:cubicBezTo>
                  <a:pt x="7343901" y="4233821"/>
                  <a:pt x="7344259" y="4234180"/>
                  <a:pt x="7344259" y="4234180"/>
                </a:cubicBezTo>
                <a:lnTo>
                  <a:pt x="7347791" y="4240322"/>
                </a:lnTo>
                <a:cubicBezTo>
                  <a:pt x="7347892" y="4240527"/>
                  <a:pt x="7347791" y="4240987"/>
                  <a:pt x="7347791" y="4240987"/>
                </a:cubicBezTo>
                <a:lnTo>
                  <a:pt x="7344259" y="4247129"/>
                </a:lnTo>
                <a:cubicBezTo>
                  <a:pt x="7344105" y="4247334"/>
                  <a:pt x="7343644" y="4247487"/>
                  <a:pt x="7343644" y="4247487"/>
                </a:cubicBezTo>
                <a:close/>
                <a:moveTo>
                  <a:pt x="4568408" y="4247488"/>
                </a:moveTo>
                <a:lnTo>
                  <a:pt x="4561345" y="4247488"/>
                </a:lnTo>
                <a:cubicBezTo>
                  <a:pt x="4561089" y="4247488"/>
                  <a:pt x="4560731" y="4247129"/>
                  <a:pt x="4560731" y="4247129"/>
                </a:cubicBezTo>
                <a:lnTo>
                  <a:pt x="4557199" y="4240988"/>
                </a:lnTo>
                <a:cubicBezTo>
                  <a:pt x="4557097" y="4240783"/>
                  <a:pt x="4557199" y="4240323"/>
                  <a:pt x="4557199" y="4240323"/>
                </a:cubicBezTo>
                <a:lnTo>
                  <a:pt x="4560731" y="4234181"/>
                </a:lnTo>
                <a:cubicBezTo>
                  <a:pt x="4560884" y="4233976"/>
                  <a:pt x="4561345" y="4233822"/>
                  <a:pt x="4561345" y="4233822"/>
                </a:cubicBezTo>
                <a:lnTo>
                  <a:pt x="4568408" y="4233822"/>
                </a:lnTo>
                <a:cubicBezTo>
                  <a:pt x="4568663" y="4233822"/>
                  <a:pt x="4569022" y="4234181"/>
                  <a:pt x="4569022" y="4234181"/>
                </a:cubicBezTo>
                <a:lnTo>
                  <a:pt x="4572554" y="4240323"/>
                </a:lnTo>
                <a:cubicBezTo>
                  <a:pt x="4572656" y="4240528"/>
                  <a:pt x="4572554" y="4240988"/>
                  <a:pt x="4572554" y="4240988"/>
                </a:cubicBezTo>
                <a:lnTo>
                  <a:pt x="4569022" y="4247129"/>
                </a:lnTo>
                <a:cubicBezTo>
                  <a:pt x="4568869" y="4247334"/>
                  <a:pt x="4568408" y="4247488"/>
                  <a:pt x="4568408" y="4247488"/>
                </a:cubicBezTo>
                <a:close/>
                <a:moveTo>
                  <a:pt x="2387835" y="4247494"/>
                </a:moveTo>
                <a:lnTo>
                  <a:pt x="2380773" y="4247494"/>
                </a:lnTo>
                <a:cubicBezTo>
                  <a:pt x="2380515" y="4247494"/>
                  <a:pt x="2380159" y="4247136"/>
                  <a:pt x="2380159" y="4247136"/>
                </a:cubicBezTo>
                <a:lnTo>
                  <a:pt x="2376626" y="4240994"/>
                </a:lnTo>
                <a:lnTo>
                  <a:pt x="2376626" y="4240986"/>
                </a:lnTo>
                <a:lnTo>
                  <a:pt x="2376626" y="4240329"/>
                </a:lnTo>
                <a:lnTo>
                  <a:pt x="2376626" y="4240321"/>
                </a:lnTo>
                <a:lnTo>
                  <a:pt x="2380159" y="4234178"/>
                </a:lnTo>
                <a:cubicBezTo>
                  <a:pt x="2380312" y="4233974"/>
                  <a:pt x="2380773" y="4233821"/>
                  <a:pt x="2380773" y="4233821"/>
                </a:cubicBezTo>
                <a:lnTo>
                  <a:pt x="2387835" y="4233821"/>
                </a:lnTo>
                <a:cubicBezTo>
                  <a:pt x="2388091" y="4233821"/>
                  <a:pt x="2388449" y="4234178"/>
                  <a:pt x="2388449" y="4234178"/>
                </a:cubicBezTo>
                <a:lnTo>
                  <a:pt x="2391981" y="4240321"/>
                </a:lnTo>
                <a:lnTo>
                  <a:pt x="2391981" y="4240329"/>
                </a:lnTo>
                <a:lnTo>
                  <a:pt x="2391981" y="4240986"/>
                </a:lnTo>
                <a:lnTo>
                  <a:pt x="2391981" y="4240994"/>
                </a:lnTo>
                <a:lnTo>
                  <a:pt x="2388449" y="4247136"/>
                </a:lnTo>
                <a:cubicBezTo>
                  <a:pt x="2388296" y="4247341"/>
                  <a:pt x="2387835" y="4247494"/>
                  <a:pt x="2387835" y="4247494"/>
                </a:cubicBezTo>
                <a:close/>
                <a:moveTo>
                  <a:pt x="6550807" y="4247499"/>
                </a:moveTo>
                <a:lnTo>
                  <a:pt x="6543744" y="4247499"/>
                </a:lnTo>
                <a:cubicBezTo>
                  <a:pt x="6543488" y="4247499"/>
                  <a:pt x="6543129" y="4247141"/>
                  <a:pt x="6543129" y="4247141"/>
                </a:cubicBezTo>
                <a:lnTo>
                  <a:pt x="6539598" y="4240999"/>
                </a:lnTo>
                <a:cubicBezTo>
                  <a:pt x="6539495" y="4240795"/>
                  <a:pt x="6539598" y="4240334"/>
                  <a:pt x="6539598" y="4240334"/>
                </a:cubicBezTo>
                <a:lnTo>
                  <a:pt x="6543129" y="4234192"/>
                </a:lnTo>
                <a:cubicBezTo>
                  <a:pt x="6543282" y="4233987"/>
                  <a:pt x="6543744" y="4233833"/>
                  <a:pt x="6543744" y="4233833"/>
                </a:cubicBezTo>
                <a:lnTo>
                  <a:pt x="6550807" y="4233833"/>
                </a:lnTo>
                <a:cubicBezTo>
                  <a:pt x="6551063" y="4233833"/>
                  <a:pt x="6551420" y="4234192"/>
                  <a:pt x="6551420" y="4234192"/>
                </a:cubicBezTo>
                <a:lnTo>
                  <a:pt x="6554953" y="4240334"/>
                </a:lnTo>
                <a:cubicBezTo>
                  <a:pt x="6555055" y="4240539"/>
                  <a:pt x="6554953" y="4240999"/>
                  <a:pt x="6554953" y="4240999"/>
                </a:cubicBezTo>
                <a:lnTo>
                  <a:pt x="6551420" y="4247141"/>
                </a:lnTo>
                <a:cubicBezTo>
                  <a:pt x="6551267" y="4247345"/>
                  <a:pt x="6550807" y="4247499"/>
                  <a:pt x="6550807" y="4247499"/>
                </a:cubicBezTo>
                <a:close/>
                <a:moveTo>
                  <a:pt x="8334877" y="4247501"/>
                </a:moveTo>
                <a:lnTo>
                  <a:pt x="8327813" y="4247501"/>
                </a:lnTo>
                <a:cubicBezTo>
                  <a:pt x="8327557" y="4247501"/>
                  <a:pt x="8327199" y="4247143"/>
                  <a:pt x="8327199" y="4247143"/>
                </a:cubicBezTo>
                <a:lnTo>
                  <a:pt x="8323667" y="4241001"/>
                </a:lnTo>
                <a:cubicBezTo>
                  <a:pt x="8323565" y="4240797"/>
                  <a:pt x="8323667" y="4240336"/>
                  <a:pt x="8323667" y="4240336"/>
                </a:cubicBezTo>
                <a:lnTo>
                  <a:pt x="8327199" y="4234193"/>
                </a:lnTo>
                <a:cubicBezTo>
                  <a:pt x="8327352" y="4233988"/>
                  <a:pt x="8327813" y="4233835"/>
                  <a:pt x="8327813" y="4233835"/>
                </a:cubicBezTo>
                <a:lnTo>
                  <a:pt x="8334877" y="4233835"/>
                </a:lnTo>
                <a:cubicBezTo>
                  <a:pt x="8335132" y="4233835"/>
                  <a:pt x="8335491" y="4234193"/>
                  <a:pt x="8335491" y="4234193"/>
                </a:cubicBezTo>
                <a:lnTo>
                  <a:pt x="8339022" y="4240336"/>
                </a:lnTo>
                <a:cubicBezTo>
                  <a:pt x="8339124" y="4240540"/>
                  <a:pt x="8339022" y="4241001"/>
                  <a:pt x="8339022" y="4241001"/>
                </a:cubicBezTo>
                <a:lnTo>
                  <a:pt x="8335491" y="4247143"/>
                </a:lnTo>
                <a:cubicBezTo>
                  <a:pt x="8335337" y="4247348"/>
                  <a:pt x="8334877" y="4247501"/>
                  <a:pt x="8334877" y="4247501"/>
                </a:cubicBezTo>
                <a:close/>
                <a:moveTo>
                  <a:pt x="9127824" y="4247501"/>
                </a:moveTo>
                <a:lnTo>
                  <a:pt x="9120762" y="4247501"/>
                </a:lnTo>
                <a:lnTo>
                  <a:pt x="9120754" y="4247496"/>
                </a:lnTo>
                <a:lnTo>
                  <a:pt x="9120701" y="4247496"/>
                </a:lnTo>
                <a:cubicBezTo>
                  <a:pt x="9120446" y="4247496"/>
                  <a:pt x="9120088" y="4247137"/>
                  <a:pt x="9120088" y="4247137"/>
                </a:cubicBezTo>
                <a:lnTo>
                  <a:pt x="9116555" y="4240996"/>
                </a:lnTo>
                <a:cubicBezTo>
                  <a:pt x="9116453" y="4240791"/>
                  <a:pt x="9116555" y="4240331"/>
                  <a:pt x="9116555" y="4240331"/>
                </a:cubicBezTo>
                <a:lnTo>
                  <a:pt x="9120088" y="4234189"/>
                </a:lnTo>
                <a:cubicBezTo>
                  <a:pt x="9120240" y="4233984"/>
                  <a:pt x="9120701" y="4233830"/>
                  <a:pt x="9120701" y="4233830"/>
                </a:cubicBezTo>
                <a:lnTo>
                  <a:pt x="9127765" y="4233830"/>
                </a:lnTo>
                <a:lnTo>
                  <a:pt x="9127773" y="4233835"/>
                </a:lnTo>
                <a:lnTo>
                  <a:pt x="9127824" y="4233835"/>
                </a:lnTo>
                <a:cubicBezTo>
                  <a:pt x="9128081" y="4233835"/>
                  <a:pt x="9128440" y="4234193"/>
                  <a:pt x="9128440" y="4234193"/>
                </a:cubicBezTo>
                <a:lnTo>
                  <a:pt x="9131971" y="4240336"/>
                </a:lnTo>
                <a:cubicBezTo>
                  <a:pt x="9132073" y="4240540"/>
                  <a:pt x="9131971" y="4241001"/>
                  <a:pt x="9131971" y="4241001"/>
                </a:cubicBezTo>
                <a:lnTo>
                  <a:pt x="9128440" y="4247143"/>
                </a:lnTo>
                <a:cubicBezTo>
                  <a:pt x="9128285" y="4247348"/>
                  <a:pt x="9127824" y="4247501"/>
                  <a:pt x="9127824" y="4247501"/>
                </a:cubicBezTo>
                <a:close/>
                <a:moveTo>
                  <a:pt x="5956083" y="4247503"/>
                </a:moveTo>
                <a:lnTo>
                  <a:pt x="5949019" y="4247503"/>
                </a:lnTo>
                <a:cubicBezTo>
                  <a:pt x="5948763" y="4247503"/>
                  <a:pt x="5948405" y="4247144"/>
                  <a:pt x="5948405" y="4247144"/>
                </a:cubicBezTo>
                <a:lnTo>
                  <a:pt x="5944873" y="4241003"/>
                </a:lnTo>
                <a:cubicBezTo>
                  <a:pt x="5944771" y="4240798"/>
                  <a:pt x="5944873" y="4240338"/>
                  <a:pt x="5944873" y="4240338"/>
                </a:cubicBezTo>
                <a:lnTo>
                  <a:pt x="5948405" y="4234195"/>
                </a:lnTo>
                <a:cubicBezTo>
                  <a:pt x="5948558" y="4233991"/>
                  <a:pt x="5949019" y="4233837"/>
                  <a:pt x="5949019" y="4233837"/>
                </a:cubicBezTo>
                <a:lnTo>
                  <a:pt x="5956083" y="4233837"/>
                </a:lnTo>
                <a:cubicBezTo>
                  <a:pt x="5956338" y="4233837"/>
                  <a:pt x="5956697" y="4234195"/>
                  <a:pt x="5956697" y="4234195"/>
                </a:cubicBezTo>
                <a:lnTo>
                  <a:pt x="5960227" y="4240338"/>
                </a:lnTo>
                <a:cubicBezTo>
                  <a:pt x="5960330" y="4240543"/>
                  <a:pt x="5960227" y="4241003"/>
                  <a:pt x="5960227" y="4241003"/>
                </a:cubicBezTo>
                <a:lnTo>
                  <a:pt x="5956697" y="4247144"/>
                </a:lnTo>
                <a:cubicBezTo>
                  <a:pt x="5956542" y="4247349"/>
                  <a:pt x="5956083" y="4247503"/>
                  <a:pt x="5956083" y="4247503"/>
                </a:cubicBezTo>
                <a:close/>
                <a:moveTo>
                  <a:pt x="10317229" y="4247504"/>
                </a:moveTo>
                <a:lnTo>
                  <a:pt x="10310166" y="4247504"/>
                </a:lnTo>
                <a:cubicBezTo>
                  <a:pt x="10309910" y="4247504"/>
                  <a:pt x="10309552" y="4247146"/>
                  <a:pt x="10309552" y="4247146"/>
                </a:cubicBezTo>
                <a:lnTo>
                  <a:pt x="10309532" y="4247112"/>
                </a:lnTo>
                <a:lnTo>
                  <a:pt x="10309513" y="4247101"/>
                </a:lnTo>
                <a:lnTo>
                  <a:pt x="10305981" y="4240959"/>
                </a:lnTo>
                <a:cubicBezTo>
                  <a:pt x="10305878" y="4240754"/>
                  <a:pt x="10305981" y="4240294"/>
                  <a:pt x="10305981" y="4240294"/>
                </a:cubicBezTo>
                <a:lnTo>
                  <a:pt x="10309513" y="4234151"/>
                </a:lnTo>
                <a:cubicBezTo>
                  <a:pt x="10309666" y="4233948"/>
                  <a:pt x="10310127" y="4233794"/>
                  <a:pt x="10310127" y="4233794"/>
                </a:cubicBezTo>
                <a:lnTo>
                  <a:pt x="10317189" y="4233794"/>
                </a:lnTo>
                <a:cubicBezTo>
                  <a:pt x="10317446" y="4233794"/>
                  <a:pt x="10317803" y="4234151"/>
                  <a:pt x="10317803" y="4234151"/>
                </a:cubicBezTo>
                <a:lnTo>
                  <a:pt x="10317823" y="4234185"/>
                </a:lnTo>
                <a:lnTo>
                  <a:pt x="10317844" y="4234197"/>
                </a:lnTo>
                <a:lnTo>
                  <a:pt x="10321375" y="4240340"/>
                </a:lnTo>
                <a:cubicBezTo>
                  <a:pt x="10321477" y="4240544"/>
                  <a:pt x="10321375" y="4241005"/>
                  <a:pt x="10321375" y="4241005"/>
                </a:cubicBezTo>
                <a:lnTo>
                  <a:pt x="10317844" y="4247146"/>
                </a:lnTo>
                <a:cubicBezTo>
                  <a:pt x="10317690" y="4247352"/>
                  <a:pt x="10317229" y="4247504"/>
                  <a:pt x="10317229" y="4247504"/>
                </a:cubicBezTo>
                <a:close/>
                <a:moveTo>
                  <a:pt x="6154307" y="4247505"/>
                </a:moveTo>
                <a:lnTo>
                  <a:pt x="6147243" y="4247505"/>
                </a:lnTo>
                <a:cubicBezTo>
                  <a:pt x="6146988" y="4247505"/>
                  <a:pt x="6146629" y="4247147"/>
                  <a:pt x="6146629" y="4247147"/>
                </a:cubicBezTo>
                <a:lnTo>
                  <a:pt x="6143098" y="4241005"/>
                </a:lnTo>
                <a:cubicBezTo>
                  <a:pt x="6142996" y="4240801"/>
                  <a:pt x="6143098" y="4240340"/>
                  <a:pt x="6143098" y="4240340"/>
                </a:cubicBezTo>
                <a:lnTo>
                  <a:pt x="6146629" y="4234198"/>
                </a:lnTo>
                <a:cubicBezTo>
                  <a:pt x="6146783" y="4233993"/>
                  <a:pt x="6147243" y="4233840"/>
                  <a:pt x="6147243" y="4233840"/>
                </a:cubicBezTo>
                <a:lnTo>
                  <a:pt x="6154307" y="4233840"/>
                </a:lnTo>
                <a:cubicBezTo>
                  <a:pt x="6154562" y="4233840"/>
                  <a:pt x="6154921" y="4234198"/>
                  <a:pt x="6154921" y="4234198"/>
                </a:cubicBezTo>
                <a:lnTo>
                  <a:pt x="6158453" y="4240340"/>
                </a:lnTo>
                <a:cubicBezTo>
                  <a:pt x="6158554" y="4240544"/>
                  <a:pt x="6158453" y="4241005"/>
                  <a:pt x="6158453" y="4241005"/>
                </a:cubicBezTo>
                <a:lnTo>
                  <a:pt x="6154921" y="4247147"/>
                </a:lnTo>
                <a:cubicBezTo>
                  <a:pt x="6154768" y="4247352"/>
                  <a:pt x="6154307" y="4247505"/>
                  <a:pt x="6154307" y="4247505"/>
                </a:cubicBezTo>
                <a:close/>
                <a:moveTo>
                  <a:pt x="8731346" y="4247508"/>
                </a:moveTo>
                <a:lnTo>
                  <a:pt x="8724283" y="4247508"/>
                </a:lnTo>
                <a:lnTo>
                  <a:pt x="8724209" y="4247465"/>
                </a:lnTo>
                <a:lnTo>
                  <a:pt x="8724165" y="4247465"/>
                </a:lnTo>
                <a:cubicBezTo>
                  <a:pt x="8723910" y="4247465"/>
                  <a:pt x="8723551" y="4247107"/>
                  <a:pt x="8723551" y="4247107"/>
                </a:cubicBezTo>
                <a:lnTo>
                  <a:pt x="8720020" y="4240966"/>
                </a:lnTo>
                <a:cubicBezTo>
                  <a:pt x="8719918" y="4240761"/>
                  <a:pt x="8720020" y="4240300"/>
                  <a:pt x="8720020" y="4240300"/>
                </a:cubicBezTo>
                <a:lnTo>
                  <a:pt x="8723551" y="4234157"/>
                </a:lnTo>
                <a:cubicBezTo>
                  <a:pt x="8723704" y="4233953"/>
                  <a:pt x="8724165" y="4233800"/>
                  <a:pt x="8724165" y="4233800"/>
                </a:cubicBezTo>
                <a:lnTo>
                  <a:pt x="8731229" y="4233800"/>
                </a:lnTo>
                <a:lnTo>
                  <a:pt x="8731302" y="4233843"/>
                </a:lnTo>
                <a:lnTo>
                  <a:pt x="8731346" y="4233843"/>
                </a:lnTo>
                <a:cubicBezTo>
                  <a:pt x="8731603" y="4233843"/>
                  <a:pt x="8731960" y="4234201"/>
                  <a:pt x="8731960" y="4234201"/>
                </a:cubicBezTo>
                <a:lnTo>
                  <a:pt x="8735493" y="4240344"/>
                </a:lnTo>
                <a:cubicBezTo>
                  <a:pt x="8735595" y="4240548"/>
                  <a:pt x="8735493" y="4241008"/>
                  <a:pt x="8735493" y="4241008"/>
                </a:cubicBezTo>
                <a:lnTo>
                  <a:pt x="8731960" y="4247151"/>
                </a:lnTo>
                <a:cubicBezTo>
                  <a:pt x="8731806" y="4247356"/>
                  <a:pt x="8731346" y="4247508"/>
                  <a:pt x="8731346" y="4247508"/>
                </a:cubicBezTo>
                <a:close/>
                <a:moveTo>
                  <a:pt x="2189611" y="4247514"/>
                </a:moveTo>
                <a:lnTo>
                  <a:pt x="2182548" y="4247514"/>
                </a:lnTo>
                <a:cubicBezTo>
                  <a:pt x="2182291" y="4247514"/>
                  <a:pt x="2181933" y="4247156"/>
                  <a:pt x="2181933" y="4247156"/>
                </a:cubicBezTo>
                <a:lnTo>
                  <a:pt x="2181929" y="4247147"/>
                </a:lnTo>
                <a:lnTo>
                  <a:pt x="2181883" y="4247119"/>
                </a:lnTo>
                <a:lnTo>
                  <a:pt x="2178350" y="4240978"/>
                </a:lnTo>
                <a:cubicBezTo>
                  <a:pt x="2178248" y="4240773"/>
                  <a:pt x="2178350" y="4240313"/>
                  <a:pt x="2178350" y="4240313"/>
                </a:cubicBezTo>
                <a:lnTo>
                  <a:pt x="2181883" y="4234171"/>
                </a:lnTo>
                <a:cubicBezTo>
                  <a:pt x="2182035" y="4233966"/>
                  <a:pt x="2182497" y="4233812"/>
                  <a:pt x="2182497" y="4233812"/>
                </a:cubicBezTo>
                <a:lnTo>
                  <a:pt x="2189559" y="4233812"/>
                </a:lnTo>
                <a:cubicBezTo>
                  <a:pt x="2189814" y="4233812"/>
                  <a:pt x="2190173" y="4234171"/>
                  <a:pt x="2190173" y="4234171"/>
                </a:cubicBezTo>
                <a:lnTo>
                  <a:pt x="2190179" y="4234180"/>
                </a:lnTo>
                <a:lnTo>
                  <a:pt x="2190225" y="4234207"/>
                </a:lnTo>
                <a:lnTo>
                  <a:pt x="2193757" y="4240349"/>
                </a:lnTo>
                <a:cubicBezTo>
                  <a:pt x="2193859" y="4240554"/>
                  <a:pt x="2193757" y="4241015"/>
                  <a:pt x="2193757" y="4241015"/>
                </a:cubicBezTo>
                <a:lnTo>
                  <a:pt x="2190225" y="4247156"/>
                </a:lnTo>
                <a:cubicBezTo>
                  <a:pt x="2190071" y="4247361"/>
                  <a:pt x="2189611" y="4247514"/>
                  <a:pt x="2189611" y="4247514"/>
                </a:cubicBezTo>
                <a:close/>
                <a:moveTo>
                  <a:pt x="2982559" y="4247514"/>
                </a:moveTo>
                <a:lnTo>
                  <a:pt x="2975496" y="4247514"/>
                </a:lnTo>
                <a:cubicBezTo>
                  <a:pt x="2975241" y="4247514"/>
                  <a:pt x="2974882" y="4247156"/>
                  <a:pt x="2974882" y="4247156"/>
                </a:cubicBezTo>
                <a:lnTo>
                  <a:pt x="2971351" y="4241015"/>
                </a:lnTo>
                <a:cubicBezTo>
                  <a:pt x="2971249" y="4240810"/>
                  <a:pt x="2971351" y="4240349"/>
                  <a:pt x="2971351" y="4240349"/>
                </a:cubicBezTo>
                <a:lnTo>
                  <a:pt x="2974882" y="4234207"/>
                </a:lnTo>
                <a:cubicBezTo>
                  <a:pt x="2975036" y="4234002"/>
                  <a:pt x="2975496" y="4233849"/>
                  <a:pt x="2975496" y="4233849"/>
                </a:cubicBezTo>
                <a:lnTo>
                  <a:pt x="2982559" y="4233849"/>
                </a:lnTo>
                <a:cubicBezTo>
                  <a:pt x="2982815" y="4233849"/>
                  <a:pt x="2983173" y="4234207"/>
                  <a:pt x="2983173" y="4234207"/>
                </a:cubicBezTo>
                <a:lnTo>
                  <a:pt x="2986706" y="4240349"/>
                </a:lnTo>
                <a:cubicBezTo>
                  <a:pt x="2986808" y="4240554"/>
                  <a:pt x="2986706" y="4241015"/>
                  <a:pt x="2986706" y="4241015"/>
                </a:cubicBezTo>
                <a:lnTo>
                  <a:pt x="2983173" y="4247156"/>
                </a:lnTo>
                <a:cubicBezTo>
                  <a:pt x="2983020" y="4247361"/>
                  <a:pt x="2982559" y="4247514"/>
                  <a:pt x="2982559" y="4247514"/>
                </a:cubicBezTo>
                <a:close/>
                <a:moveTo>
                  <a:pt x="9326023" y="4247514"/>
                </a:moveTo>
                <a:lnTo>
                  <a:pt x="9318960" y="4247514"/>
                </a:lnTo>
                <a:cubicBezTo>
                  <a:pt x="9318704" y="4247514"/>
                  <a:pt x="9318345" y="4247155"/>
                  <a:pt x="9318345" y="4247155"/>
                </a:cubicBezTo>
                <a:lnTo>
                  <a:pt x="9314815" y="4241014"/>
                </a:lnTo>
                <a:cubicBezTo>
                  <a:pt x="9314712" y="4240809"/>
                  <a:pt x="9314815" y="4240349"/>
                  <a:pt x="9314815" y="4240349"/>
                </a:cubicBezTo>
                <a:lnTo>
                  <a:pt x="9318345" y="4234206"/>
                </a:lnTo>
                <a:cubicBezTo>
                  <a:pt x="9318499" y="4234001"/>
                  <a:pt x="9318960" y="4233848"/>
                  <a:pt x="9318960" y="4233848"/>
                </a:cubicBezTo>
                <a:lnTo>
                  <a:pt x="9319000" y="4233848"/>
                </a:lnTo>
                <a:lnTo>
                  <a:pt x="9319004" y="4233845"/>
                </a:lnTo>
                <a:lnTo>
                  <a:pt x="9326068" y="4233845"/>
                </a:lnTo>
                <a:cubicBezTo>
                  <a:pt x="9326323" y="4233845"/>
                  <a:pt x="9326682" y="4234203"/>
                  <a:pt x="9326682" y="4234203"/>
                </a:cubicBezTo>
                <a:lnTo>
                  <a:pt x="9330213" y="4240345"/>
                </a:lnTo>
                <a:cubicBezTo>
                  <a:pt x="9330316" y="4240549"/>
                  <a:pt x="9330213" y="4241011"/>
                  <a:pt x="9330213" y="4241011"/>
                </a:cubicBezTo>
                <a:lnTo>
                  <a:pt x="9326682" y="4247152"/>
                </a:lnTo>
                <a:cubicBezTo>
                  <a:pt x="9326529" y="4247357"/>
                  <a:pt x="9326068" y="4247511"/>
                  <a:pt x="9326068" y="4247511"/>
                </a:cubicBezTo>
                <a:lnTo>
                  <a:pt x="9326029" y="4247511"/>
                </a:lnTo>
                <a:close/>
                <a:moveTo>
                  <a:pt x="5361358" y="4247519"/>
                </a:moveTo>
                <a:lnTo>
                  <a:pt x="5354295" y="4247519"/>
                </a:lnTo>
                <a:cubicBezTo>
                  <a:pt x="5354038" y="4247519"/>
                  <a:pt x="5353680" y="4247161"/>
                  <a:pt x="5353680" y="4247161"/>
                </a:cubicBezTo>
                <a:lnTo>
                  <a:pt x="5350149" y="4241019"/>
                </a:lnTo>
                <a:cubicBezTo>
                  <a:pt x="5350047" y="4240814"/>
                  <a:pt x="5350149" y="4240354"/>
                  <a:pt x="5350149" y="4240354"/>
                </a:cubicBezTo>
                <a:lnTo>
                  <a:pt x="5353680" y="4234211"/>
                </a:lnTo>
                <a:cubicBezTo>
                  <a:pt x="5353835" y="4234007"/>
                  <a:pt x="5354295" y="4233853"/>
                  <a:pt x="5354295" y="4233853"/>
                </a:cubicBezTo>
                <a:lnTo>
                  <a:pt x="5361358" y="4233853"/>
                </a:lnTo>
                <a:cubicBezTo>
                  <a:pt x="5361614" y="4233853"/>
                  <a:pt x="5361972" y="4234211"/>
                  <a:pt x="5361972" y="4234211"/>
                </a:cubicBezTo>
                <a:lnTo>
                  <a:pt x="5365503" y="4240354"/>
                </a:lnTo>
                <a:cubicBezTo>
                  <a:pt x="5365606" y="4240558"/>
                  <a:pt x="5365503" y="4241019"/>
                  <a:pt x="5365503" y="4241019"/>
                </a:cubicBezTo>
                <a:lnTo>
                  <a:pt x="5361972" y="4247161"/>
                </a:lnTo>
                <a:cubicBezTo>
                  <a:pt x="5361818" y="4247366"/>
                  <a:pt x="5361358" y="4247519"/>
                  <a:pt x="5361358" y="4247519"/>
                </a:cubicBezTo>
                <a:close/>
                <a:moveTo>
                  <a:pt x="5163134" y="4247521"/>
                </a:moveTo>
                <a:lnTo>
                  <a:pt x="5156070" y="4247521"/>
                </a:lnTo>
                <a:cubicBezTo>
                  <a:pt x="5155814" y="4247521"/>
                  <a:pt x="5155456" y="4247163"/>
                  <a:pt x="5155456" y="4247163"/>
                </a:cubicBezTo>
                <a:lnTo>
                  <a:pt x="5151924" y="4241022"/>
                </a:lnTo>
                <a:cubicBezTo>
                  <a:pt x="5151822" y="4240817"/>
                  <a:pt x="5151924" y="4240356"/>
                  <a:pt x="5151924" y="4240356"/>
                </a:cubicBezTo>
                <a:lnTo>
                  <a:pt x="5155456" y="4234214"/>
                </a:lnTo>
                <a:cubicBezTo>
                  <a:pt x="5155610" y="4234009"/>
                  <a:pt x="5156070" y="4233856"/>
                  <a:pt x="5156070" y="4233856"/>
                </a:cubicBezTo>
                <a:lnTo>
                  <a:pt x="5163134" y="4233856"/>
                </a:lnTo>
                <a:cubicBezTo>
                  <a:pt x="5163388" y="4233856"/>
                  <a:pt x="5163748" y="4234214"/>
                  <a:pt x="5163748" y="4234214"/>
                </a:cubicBezTo>
                <a:lnTo>
                  <a:pt x="5167279" y="4240356"/>
                </a:lnTo>
                <a:cubicBezTo>
                  <a:pt x="5167381" y="4240561"/>
                  <a:pt x="5167279" y="4241022"/>
                  <a:pt x="5167279" y="4241022"/>
                </a:cubicBezTo>
                <a:lnTo>
                  <a:pt x="5163748" y="4247163"/>
                </a:lnTo>
                <a:cubicBezTo>
                  <a:pt x="5163594" y="4247368"/>
                  <a:pt x="5163134" y="4247521"/>
                  <a:pt x="5163134" y="4247521"/>
                </a:cubicBezTo>
                <a:close/>
                <a:moveTo>
                  <a:pt x="6352582" y="4247525"/>
                </a:moveTo>
                <a:lnTo>
                  <a:pt x="6345519" y="4247525"/>
                </a:lnTo>
                <a:cubicBezTo>
                  <a:pt x="6345263" y="4247525"/>
                  <a:pt x="6344904" y="4247165"/>
                  <a:pt x="6344904" y="4247165"/>
                </a:cubicBezTo>
                <a:lnTo>
                  <a:pt x="6341373" y="4241024"/>
                </a:lnTo>
                <a:cubicBezTo>
                  <a:pt x="6341271" y="4240819"/>
                  <a:pt x="6341373" y="4240359"/>
                  <a:pt x="6341373" y="4240359"/>
                </a:cubicBezTo>
                <a:lnTo>
                  <a:pt x="6344904" y="4234217"/>
                </a:lnTo>
                <a:cubicBezTo>
                  <a:pt x="6345058" y="4234013"/>
                  <a:pt x="6345519" y="4233858"/>
                  <a:pt x="6345519" y="4233858"/>
                </a:cubicBezTo>
                <a:lnTo>
                  <a:pt x="6352582" y="4233858"/>
                </a:lnTo>
                <a:cubicBezTo>
                  <a:pt x="6352838" y="4233858"/>
                  <a:pt x="6353196" y="4234217"/>
                  <a:pt x="6353196" y="4234217"/>
                </a:cubicBezTo>
                <a:lnTo>
                  <a:pt x="6356728" y="4240359"/>
                </a:lnTo>
                <a:cubicBezTo>
                  <a:pt x="6356830" y="4240564"/>
                  <a:pt x="6356728" y="4241024"/>
                  <a:pt x="6356728" y="4241024"/>
                </a:cubicBezTo>
                <a:lnTo>
                  <a:pt x="6353196" y="4247165"/>
                </a:lnTo>
                <a:cubicBezTo>
                  <a:pt x="6353043" y="4247370"/>
                  <a:pt x="6352582" y="4247525"/>
                  <a:pt x="6352582" y="4247525"/>
                </a:cubicBezTo>
                <a:close/>
                <a:moveTo>
                  <a:pt x="8136702" y="4247528"/>
                </a:moveTo>
                <a:lnTo>
                  <a:pt x="8129638" y="4247528"/>
                </a:lnTo>
                <a:cubicBezTo>
                  <a:pt x="8129383" y="4247528"/>
                  <a:pt x="8129025" y="4247169"/>
                  <a:pt x="8129025" y="4247169"/>
                </a:cubicBezTo>
                <a:lnTo>
                  <a:pt x="8125493" y="4241027"/>
                </a:lnTo>
                <a:cubicBezTo>
                  <a:pt x="8125391" y="4240823"/>
                  <a:pt x="8125493" y="4240363"/>
                  <a:pt x="8125493" y="4240363"/>
                </a:cubicBezTo>
                <a:lnTo>
                  <a:pt x="8129025" y="4234220"/>
                </a:lnTo>
                <a:cubicBezTo>
                  <a:pt x="8129178" y="4234015"/>
                  <a:pt x="8129638" y="4233861"/>
                  <a:pt x="8129638" y="4233861"/>
                </a:cubicBezTo>
                <a:lnTo>
                  <a:pt x="8136702" y="4233861"/>
                </a:lnTo>
                <a:cubicBezTo>
                  <a:pt x="8136958" y="4233861"/>
                  <a:pt x="8137316" y="4234220"/>
                  <a:pt x="8137316" y="4234220"/>
                </a:cubicBezTo>
                <a:lnTo>
                  <a:pt x="8140848" y="4240363"/>
                </a:lnTo>
                <a:cubicBezTo>
                  <a:pt x="8140950" y="4240567"/>
                  <a:pt x="8140848" y="4241027"/>
                  <a:pt x="8140848" y="4241027"/>
                </a:cubicBezTo>
                <a:lnTo>
                  <a:pt x="8137316" y="4247169"/>
                </a:lnTo>
                <a:cubicBezTo>
                  <a:pt x="8137162" y="4247374"/>
                  <a:pt x="8136702" y="4247528"/>
                  <a:pt x="8136702" y="4247528"/>
                </a:cubicBezTo>
                <a:close/>
                <a:moveTo>
                  <a:pt x="9524327" y="4247529"/>
                </a:moveTo>
                <a:lnTo>
                  <a:pt x="9517264" y="4247529"/>
                </a:lnTo>
                <a:lnTo>
                  <a:pt x="9517215" y="4247501"/>
                </a:lnTo>
                <a:lnTo>
                  <a:pt x="9517211" y="4247501"/>
                </a:lnTo>
                <a:cubicBezTo>
                  <a:pt x="9516955" y="4247501"/>
                  <a:pt x="9516596" y="4247143"/>
                  <a:pt x="9516596" y="4247143"/>
                </a:cubicBezTo>
                <a:lnTo>
                  <a:pt x="9513066" y="4241001"/>
                </a:lnTo>
                <a:cubicBezTo>
                  <a:pt x="9512963" y="4240797"/>
                  <a:pt x="9513066" y="4240336"/>
                  <a:pt x="9513066" y="4240336"/>
                </a:cubicBezTo>
                <a:lnTo>
                  <a:pt x="9516596" y="4234193"/>
                </a:lnTo>
                <a:cubicBezTo>
                  <a:pt x="9516751" y="4233988"/>
                  <a:pt x="9517211" y="4233835"/>
                  <a:pt x="9517211" y="4233835"/>
                </a:cubicBezTo>
                <a:lnTo>
                  <a:pt x="9524274" y="4233835"/>
                </a:lnTo>
                <a:lnTo>
                  <a:pt x="9524322" y="4233864"/>
                </a:lnTo>
                <a:lnTo>
                  <a:pt x="9524327" y="4233864"/>
                </a:lnTo>
                <a:cubicBezTo>
                  <a:pt x="9524584" y="4233864"/>
                  <a:pt x="9524941" y="4234221"/>
                  <a:pt x="9524941" y="4234221"/>
                </a:cubicBezTo>
                <a:lnTo>
                  <a:pt x="9528473" y="4240364"/>
                </a:lnTo>
                <a:cubicBezTo>
                  <a:pt x="9528576" y="4240568"/>
                  <a:pt x="9528473" y="4241029"/>
                  <a:pt x="9528473" y="4241029"/>
                </a:cubicBezTo>
                <a:lnTo>
                  <a:pt x="9524941" y="4247171"/>
                </a:lnTo>
                <a:cubicBezTo>
                  <a:pt x="9524788" y="4247376"/>
                  <a:pt x="9524327" y="4247529"/>
                  <a:pt x="9524327" y="4247529"/>
                </a:cubicBezTo>
                <a:close/>
                <a:moveTo>
                  <a:pt x="2586059" y="4247530"/>
                </a:moveTo>
                <a:lnTo>
                  <a:pt x="2578996" y="4247530"/>
                </a:lnTo>
                <a:cubicBezTo>
                  <a:pt x="2578740" y="4247530"/>
                  <a:pt x="2578382" y="4247172"/>
                  <a:pt x="2578382" y="4247172"/>
                </a:cubicBezTo>
                <a:lnTo>
                  <a:pt x="2574850" y="4241030"/>
                </a:lnTo>
                <a:cubicBezTo>
                  <a:pt x="2574748" y="4240825"/>
                  <a:pt x="2574850" y="4240365"/>
                  <a:pt x="2574850" y="4240365"/>
                </a:cubicBezTo>
                <a:lnTo>
                  <a:pt x="2578382" y="4234222"/>
                </a:lnTo>
                <a:cubicBezTo>
                  <a:pt x="2578536" y="4234018"/>
                  <a:pt x="2578996" y="4233864"/>
                  <a:pt x="2578996" y="4233864"/>
                </a:cubicBezTo>
                <a:lnTo>
                  <a:pt x="2586059" y="4233864"/>
                </a:lnTo>
                <a:cubicBezTo>
                  <a:pt x="2586315" y="4233864"/>
                  <a:pt x="2586673" y="4234222"/>
                  <a:pt x="2586673" y="4234222"/>
                </a:cubicBezTo>
                <a:lnTo>
                  <a:pt x="2590205" y="4240365"/>
                </a:lnTo>
                <a:cubicBezTo>
                  <a:pt x="2590307" y="4240570"/>
                  <a:pt x="2590205" y="4241030"/>
                  <a:pt x="2590205" y="4241030"/>
                </a:cubicBezTo>
                <a:lnTo>
                  <a:pt x="2586673" y="4247172"/>
                </a:lnTo>
                <a:cubicBezTo>
                  <a:pt x="2586520" y="4247377"/>
                  <a:pt x="2586059" y="4247530"/>
                  <a:pt x="2586059" y="4247530"/>
                </a:cubicBezTo>
                <a:close/>
                <a:moveTo>
                  <a:pt x="1002428" y="4410125"/>
                </a:moveTo>
                <a:lnTo>
                  <a:pt x="995366" y="4410125"/>
                </a:lnTo>
                <a:cubicBezTo>
                  <a:pt x="995110" y="4410125"/>
                  <a:pt x="994752" y="4409766"/>
                  <a:pt x="994752" y="4409766"/>
                </a:cubicBezTo>
                <a:lnTo>
                  <a:pt x="991220" y="4403624"/>
                </a:lnTo>
                <a:cubicBezTo>
                  <a:pt x="991117" y="4403420"/>
                  <a:pt x="991220" y="4402959"/>
                  <a:pt x="991220" y="4402959"/>
                </a:cubicBezTo>
                <a:lnTo>
                  <a:pt x="994752" y="4396817"/>
                </a:lnTo>
                <a:cubicBezTo>
                  <a:pt x="994905" y="4396613"/>
                  <a:pt x="995366" y="4396459"/>
                  <a:pt x="995366" y="4396459"/>
                </a:cubicBezTo>
                <a:lnTo>
                  <a:pt x="1002428" y="4396459"/>
                </a:lnTo>
                <a:cubicBezTo>
                  <a:pt x="1002685" y="4396459"/>
                  <a:pt x="1003042" y="4396817"/>
                  <a:pt x="1003042" y="4396817"/>
                </a:cubicBezTo>
                <a:lnTo>
                  <a:pt x="1006574" y="4402959"/>
                </a:lnTo>
                <a:cubicBezTo>
                  <a:pt x="1006677" y="4403163"/>
                  <a:pt x="1006574" y="4403624"/>
                  <a:pt x="1006574" y="4403624"/>
                </a:cubicBezTo>
                <a:lnTo>
                  <a:pt x="1003042" y="4409766"/>
                </a:lnTo>
                <a:cubicBezTo>
                  <a:pt x="1002889" y="4409971"/>
                  <a:pt x="1002428" y="4410125"/>
                  <a:pt x="1002428" y="4410125"/>
                </a:cubicBezTo>
                <a:close/>
                <a:moveTo>
                  <a:pt x="1795378" y="4410127"/>
                </a:moveTo>
                <a:lnTo>
                  <a:pt x="1788315" y="4410127"/>
                </a:lnTo>
                <a:cubicBezTo>
                  <a:pt x="1788060" y="4410127"/>
                  <a:pt x="1787701" y="4409769"/>
                  <a:pt x="1787701" y="4409769"/>
                </a:cubicBezTo>
                <a:lnTo>
                  <a:pt x="1784170" y="4403627"/>
                </a:lnTo>
                <a:cubicBezTo>
                  <a:pt x="1784067" y="4403422"/>
                  <a:pt x="1784170" y="4402961"/>
                  <a:pt x="1784170" y="4402961"/>
                </a:cubicBezTo>
                <a:lnTo>
                  <a:pt x="1787701" y="4396820"/>
                </a:lnTo>
                <a:cubicBezTo>
                  <a:pt x="1787854" y="4396615"/>
                  <a:pt x="1788315" y="4396462"/>
                  <a:pt x="1788315" y="4396462"/>
                </a:cubicBezTo>
                <a:lnTo>
                  <a:pt x="1795378" y="4396462"/>
                </a:lnTo>
                <a:cubicBezTo>
                  <a:pt x="1795634" y="4396462"/>
                  <a:pt x="1795992" y="4396820"/>
                  <a:pt x="1795992" y="4396820"/>
                </a:cubicBezTo>
                <a:lnTo>
                  <a:pt x="1799524" y="4402961"/>
                </a:lnTo>
                <a:cubicBezTo>
                  <a:pt x="1799626" y="4403166"/>
                  <a:pt x="1799524" y="4403627"/>
                  <a:pt x="1799524" y="4403627"/>
                </a:cubicBezTo>
                <a:lnTo>
                  <a:pt x="1795992" y="4409769"/>
                </a:lnTo>
                <a:cubicBezTo>
                  <a:pt x="1795838" y="4409974"/>
                  <a:pt x="1795378" y="4410127"/>
                  <a:pt x="1795378" y="4410127"/>
                </a:cubicBezTo>
                <a:close/>
                <a:moveTo>
                  <a:pt x="605979" y="4410144"/>
                </a:moveTo>
                <a:lnTo>
                  <a:pt x="598916" y="4410144"/>
                </a:lnTo>
                <a:cubicBezTo>
                  <a:pt x="598661" y="4410144"/>
                  <a:pt x="598302" y="4409785"/>
                  <a:pt x="598302" y="4409785"/>
                </a:cubicBezTo>
                <a:lnTo>
                  <a:pt x="594770" y="4403643"/>
                </a:lnTo>
                <a:cubicBezTo>
                  <a:pt x="594668" y="4403438"/>
                  <a:pt x="594770" y="4402978"/>
                  <a:pt x="594770" y="4402978"/>
                </a:cubicBezTo>
                <a:lnTo>
                  <a:pt x="598302" y="4396836"/>
                </a:lnTo>
                <a:cubicBezTo>
                  <a:pt x="598455" y="4396632"/>
                  <a:pt x="598916" y="4396478"/>
                  <a:pt x="598916" y="4396478"/>
                </a:cubicBezTo>
                <a:lnTo>
                  <a:pt x="605979" y="4396478"/>
                </a:lnTo>
                <a:cubicBezTo>
                  <a:pt x="606235" y="4396478"/>
                  <a:pt x="606593" y="4396836"/>
                  <a:pt x="606593" y="4396836"/>
                </a:cubicBezTo>
                <a:lnTo>
                  <a:pt x="610125" y="4402978"/>
                </a:lnTo>
                <a:cubicBezTo>
                  <a:pt x="610227" y="4403182"/>
                  <a:pt x="610125" y="4403643"/>
                  <a:pt x="610125" y="4403643"/>
                </a:cubicBezTo>
                <a:lnTo>
                  <a:pt x="606593" y="4409785"/>
                </a:lnTo>
                <a:cubicBezTo>
                  <a:pt x="606440" y="4409990"/>
                  <a:pt x="605979" y="4410144"/>
                  <a:pt x="605979" y="4410144"/>
                </a:cubicBezTo>
                <a:close/>
                <a:moveTo>
                  <a:pt x="1200704" y="4410144"/>
                </a:moveTo>
                <a:lnTo>
                  <a:pt x="1193642" y="4410144"/>
                </a:lnTo>
                <a:cubicBezTo>
                  <a:pt x="1193386" y="4410144"/>
                  <a:pt x="1193028" y="4409786"/>
                  <a:pt x="1193028" y="4409786"/>
                </a:cubicBezTo>
                <a:lnTo>
                  <a:pt x="1189495" y="4403643"/>
                </a:lnTo>
                <a:cubicBezTo>
                  <a:pt x="1189393" y="4403438"/>
                  <a:pt x="1189495" y="4402978"/>
                  <a:pt x="1189495" y="4402978"/>
                </a:cubicBezTo>
                <a:lnTo>
                  <a:pt x="1193028" y="4396836"/>
                </a:lnTo>
                <a:cubicBezTo>
                  <a:pt x="1193180" y="4396632"/>
                  <a:pt x="1193642" y="4396478"/>
                  <a:pt x="1193642" y="4396478"/>
                </a:cubicBezTo>
                <a:lnTo>
                  <a:pt x="1200704" y="4396478"/>
                </a:lnTo>
                <a:cubicBezTo>
                  <a:pt x="1200960" y="4396478"/>
                  <a:pt x="1201318" y="4396836"/>
                  <a:pt x="1201318" y="4396836"/>
                </a:cubicBezTo>
                <a:lnTo>
                  <a:pt x="1204850" y="4402978"/>
                </a:lnTo>
                <a:cubicBezTo>
                  <a:pt x="1204952" y="4403183"/>
                  <a:pt x="1204850" y="4403643"/>
                  <a:pt x="1204850" y="4403643"/>
                </a:cubicBezTo>
                <a:lnTo>
                  <a:pt x="1201318" y="4409786"/>
                </a:lnTo>
                <a:cubicBezTo>
                  <a:pt x="1201165" y="4409991"/>
                  <a:pt x="1200704" y="4410144"/>
                  <a:pt x="1200704" y="4410144"/>
                </a:cubicBezTo>
                <a:close/>
                <a:moveTo>
                  <a:pt x="407754" y="4410148"/>
                </a:moveTo>
                <a:lnTo>
                  <a:pt x="400692" y="4410148"/>
                </a:lnTo>
                <a:cubicBezTo>
                  <a:pt x="400436" y="4410148"/>
                  <a:pt x="400078" y="4409791"/>
                  <a:pt x="400078" y="4409791"/>
                </a:cubicBezTo>
                <a:lnTo>
                  <a:pt x="396546" y="4403648"/>
                </a:lnTo>
                <a:cubicBezTo>
                  <a:pt x="396444" y="4403443"/>
                  <a:pt x="396546" y="4402982"/>
                  <a:pt x="396546" y="4402982"/>
                </a:cubicBezTo>
                <a:lnTo>
                  <a:pt x="400078" y="4396841"/>
                </a:lnTo>
                <a:cubicBezTo>
                  <a:pt x="400231" y="4396636"/>
                  <a:pt x="400692" y="4396483"/>
                  <a:pt x="400692" y="4396483"/>
                </a:cubicBezTo>
                <a:lnTo>
                  <a:pt x="407754" y="4396483"/>
                </a:lnTo>
                <a:cubicBezTo>
                  <a:pt x="408011" y="4396483"/>
                  <a:pt x="408369" y="4396841"/>
                  <a:pt x="408369" y="4396841"/>
                </a:cubicBezTo>
                <a:lnTo>
                  <a:pt x="411900" y="4402982"/>
                </a:lnTo>
                <a:cubicBezTo>
                  <a:pt x="412002" y="4403187"/>
                  <a:pt x="411900" y="4403648"/>
                  <a:pt x="411900" y="4403648"/>
                </a:cubicBezTo>
                <a:lnTo>
                  <a:pt x="408369" y="4409791"/>
                </a:lnTo>
                <a:cubicBezTo>
                  <a:pt x="408214" y="4409995"/>
                  <a:pt x="407754" y="4410148"/>
                  <a:pt x="407754" y="4410148"/>
                </a:cubicBezTo>
                <a:close/>
                <a:moveTo>
                  <a:pt x="11254" y="4410153"/>
                </a:moveTo>
                <a:lnTo>
                  <a:pt x="4192" y="4410153"/>
                </a:lnTo>
                <a:cubicBezTo>
                  <a:pt x="3935" y="4410153"/>
                  <a:pt x="3578" y="4409795"/>
                  <a:pt x="3578" y="4409795"/>
                </a:cubicBezTo>
                <a:lnTo>
                  <a:pt x="46" y="4403653"/>
                </a:lnTo>
                <a:cubicBezTo>
                  <a:pt x="-57" y="4403448"/>
                  <a:pt x="46" y="4402987"/>
                  <a:pt x="46" y="4402987"/>
                </a:cubicBezTo>
                <a:lnTo>
                  <a:pt x="3578" y="4396845"/>
                </a:lnTo>
                <a:cubicBezTo>
                  <a:pt x="3731" y="4396641"/>
                  <a:pt x="4192" y="4396487"/>
                  <a:pt x="4192" y="4396487"/>
                </a:cubicBezTo>
                <a:lnTo>
                  <a:pt x="11254" y="4396487"/>
                </a:lnTo>
                <a:cubicBezTo>
                  <a:pt x="11511" y="4396487"/>
                  <a:pt x="11868" y="4396845"/>
                  <a:pt x="11868" y="4396845"/>
                </a:cubicBezTo>
                <a:lnTo>
                  <a:pt x="15400" y="4402987"/>
                </a:lnTo>
                <a:cubicBezTo>
                  <a:pt x="15503" y="4403192"/>
                  <a:pt x="15400" y="4403653"/>
                  <a:pt x="15400" y="4403653"/>
                </a:cubicBezTo>
                <a:lnTo>
                  <a:pt x="11868" y="4409795"/>
                </a:lnTo>
                <a:cubicBezTo>
                  <a:pt x="11716" y="4409999"/>
                  <a:pt x="11254" y="4410153"/>
                  <a:pt x="11254" y="4410153"/>
                </a:cubicBezTo>
                <a:close/>
                <a:moveTo>
                  <a:pt x="804204" y="4410163"/>
                </a:moveTo>
                <a:lnTo>
                  <a:pt x="797140" y="4410163"/>
                </a:lnTo>
                <a:cubicBezTo>
                  <a:pt x="796886" y="4410163"/>
                  <a:pt x="796526" y="4409804"/>
                  <a:pt x="796526" y="4409804"/>
                </a:cubicBezTo>
                <a:lnTo>
                  <a:pt x="792995" y="4403662"/>
                </a:lnTo>
                <a:cubicBezTo>
                  <a:pt x="792893" y="4403457"/>
                  <a:pt x="792995" y="4402996"/>
                  <a:pt x="792995" y="4402996"/>
                </a:cubicBezTo>
                <a:lnTo>
                  <a:pt x="796526" y="4396854"/>
                </a:lnTo>
                <a:cubicBezTo>
                  <a:pt x="796680" y="4396650"/>
                  <a:pt x="797140" y="4396497"/>
                  <a:pt x="797140" y="4396497"/>
                </a:cubicBezTo>
                <a:lnTo>
                  <a:pt x="804204" y="4396497"/>
                </a:lnTo>
                <a:cubicBezTo>
                  <a:pt x="804460" y="4396497"/>
                  <a:pt x="804818" y="4396854"/>
                  <a:pt x="804818" y="4396854"/>
                </a:cubicBezTo>
                <a:lnTo>
                  <a:pt x="808350" y="4402996"/>
                </a:lnTo>
                <a:cubicBezTo>
                  <a:pt x="808452" y="4403201"/>
                  <a:pt x="808350" y="4403662"/>
                  <a:pt x="808350" y="4403662"/>
                </a:cubicBezTo>
                <a:lnTo>
                  <a:pt x="804818" y="4409804"/>
                </a:lnTo>
                <a:cubicBezTo>
                  <a:pt x="804665" y="4410009"/>
                  <a:pt x="804204" y="4410163"/>
                  <a:pt x="804204" y="4410163"/>
                </a:cubicBezTo>
                <a:close/>
                <a:moveTo>
                  <a:pt x="1398928" y="4410174"/>
                </a:moveTo>
                <a:lnTo>
                  <a:pt x="1391866" y="4410174"/>
                </a:lnTo>
                <a:cubicBezTo>
                  <a:pt x="1391610" y="4410174"/>
                  <a:pt x="1391252" y="4409816"/>
                  <a:pt x="1391252" y="4409816"/>
                </a:cubicBezTo>
                <a:lnTo>
                  <a:pt x="1387720" y="4403674"/>
                </a:lnTo>
                <a:cubicBezTo>
                  <a:pt x="1387617" y="4403469"/>
                  <a:pt x="1387720" y="4403007"/>
                  <a:pt x="1387720" y="4403007"/>
                </a:cubicBezTo>
                <a:lnTo>
                  <a:pt x="1391252" y="4396867"/>
                </a:lnTo>
                <a:cubicBezTo>
                  <a:pt x="1391406" y="4396662"/>
                  <a:pt x="1391866" y="4396508"/>
                  <a:pt x="1391866" y="4396508"/>
                </a:cubicBezTo>
                <a:lnTo>
                  <a:pt x="1398928" y="4396508"/>
                </a:lnTo>
                <a:cubicBezTo>
                  <a:pt x="1399185" y="4396508"/>
                  <a:pt x="1399544" y="4396867"/>
                  <a:pt x="1399544" y="4396867"/>
                </a:cubicBezTo>
                <a:lnTo>
                  <a:pt x="1403074" y="4403007"/>
                </a:lnTo>
                <a:cubicBezTo>
                  <a:pt x="1403177" y="4403213"/>
                  <a:pt x="1403074" y="4403674"/>
                  <a:pt x="1403074" y="4403674"/>
                </a:cubicBezTo>
                <a:lnTo>
                  <a:pt x="1399544" y="4409816"/>
                </a:lnTo>
                <a:cubicBezTo>
                  <a:pt x="1399389" y="4410020"/>
                  <a:pt x="1398928" y="4410174"/>
                  <a:pt x="1398928" y="4410174"/>
                </a:cubicBezTo>
                <a:close/>
                <a:moveTo>
                  <a:pt x="1597154" y="4410175"/>
                </a:moveTo>
                <a:lnTo>
                  <a:pt x="1590090" y="4410175"/>
                </a:lnTo>
                <a:cubicBezTo>
                  <a:pt x="1589834" y="4410175"/>
                  <a:pt x="1589476" y="4409816"/>
                  <a:pt x="1589476" y="4409816"/>
                </a:cubicBezTo>
                <a:lnTo>
                  <a:pt x="1585944" y="4403674"/>
                </a:lnTo>
                <a:cubicBezTo>
                  <a:pt x="1585842" y="4403469"/>
                  <a:pt x="1585944" y="4403009"/>
                  <a:pt x="1585944" y="4403009"/>
                </a:cubicBezTo>
                <a:lnTo>
                  <a:pt x="1589476" y="4396868"/>
                </a:lnTo>
                <a:cubicBezTo>
                  <a:pt x="1589630" y="4396663"/>
                  <a:pt x="1590090" y="4396509"/>
                  <a:pt x="1590090" y="4396509"/>
                </a:cubicBezTo>
                <a:lnTo>
                  <a:pt x="1597154" y="4396509"/>
                </a:lnTo>
                <a:cubicBezTo>
                  <a:pt x="1597409" y="4396509"/>
                  <a:pt x="1597768" y="4396868"/>
                  <a:pt x="1597768" y="4396868"/>
                </a:cubicBezTo>
                <a:lnTo>
                  <a:pt x="1601298" y="4403009"/>
                </a:lnTo>
                <a:cubicBezTo>
                  <a:pt x="1601401" y="4403215"/>
                  <a:pt x="1601298" y="4403674"/>
                  <a:pt x="1601298" y="4403674"/>
                </a:cubicBezTo>
                <a:lnTo>
                  <a:pt x="1597768" y="4409816"/>
                </a:lnTo>
                <a:cubicBezTo>
                  <a:pt x="1597614" y="4410021"/>
                  <a:pt x="1597154" y="4410175"/>
                  <a:pt x="1597154" y="4410175"/>
                </a:cubicBezTo>
                <a:close/>
                <a:moveTo>
                  <a:pt x="209480" y="4410179"/>
                </a:moveTo>
                <a:lnTo>
                  <a:pt x="202416" y="4410179"/>
                </a:lnTo>
                <a:cubicBezTo>
                  <a:pt x="202160" y="4410179"/>
                  <a:pt x="201803" y="4409821"/>
                  <a:pt x="201803" y="4409821"/>
                </a:cubicBezTo>
                <a:lnTo>
                  <a:pt x="198270" y="4403679"/>
                </a:lnTo>
                <a:cubicBezTo>
                  <a:pt x="198168" y="4403474"/>
                  <a:pt x="198270" y="4403013"/>
                  <a:pt x="198270" y="4403013"/>
                </a:cubicBezTo>
                <a:lnTo>
                  <a:pt x="201803" y="4396872"/>
                </a:lnTo>
                <a:cubicBezTo>
                  <a:pt x="201955" y="4396667"/>
                  <a:pt x="202416" y="4396514"/>
                  <a:pt x="202416" y="4396514"/>
                </a:cubicBezTo>
                <a:lnTo>
                  <a:pt x="209480" y="4396514"/>
                </a:lnTo>
                <a:cubicBezTo>
                  <a:pt x="209735" y="4396514"/>
                  <a:pt x="210094" y="4396872"/>
                  <a:pt x="210094" y="4396872"/>
                </a:cubicBezTo>
                <a:lnTo>
                  <a:pt x="213625" y="4403013"/>
                </a:lnTo>
                <a:cubicBezTo>
                  <a:pt x="213727" y="4403217"/>
                  <a:pt x="213625" y="4403679"/>
                  <a:pt x="213625" y="4403679"/>
                </a:cubicBezTo>
                <a:lnTo>
                  <a:pt x="210094" y="4409821"/>
                </a:lnTo>
                <a:cubicBezTo>
                  <a:pt x="209940" y="4410026"/>
                  <a:pt x="209480" y="4410179"/>
                  <a:pt x="209480" y="4410179"/>
                </a:cubicBezTo>
                <a:close/>
                <a:moveTo>
                  <a:pt x="1993654" y="4410191"/>
                </a:moveTo>
                <a:lnTo>
                  <a:pt x="1986590" y="4410191"/>
                </a:lnTo>
                <a:cubicBezTo>
                  <a:pt x="1986336" y="4410191"/>
                  <a:pt x="1985976" y="4409832"/>
                  <a:pt x="1985976" y="4409832"/>
                </a:cubicBezTo>
                <a:lnTo>
                  <a:pt x="1982445" y="4403690"/>
                </a:lnTo>
                <a:cubicBezTo>
                  <a:pt x="1982343" y="4403485"/>
                  <a:pt x="1982445" y="4403024"/>
                  <a:pt x="1982445" y="4403024"/>
                </a:cubicBezTo>
                <a:lnTo>
                  <a:pt x="1985976" y="4396883"/>
                </a:lnTo>
                <a:cubicBezTo>
                  <a:pt x="1986130" y="4396678"/>
                  <a:pt x="1986590" y="4396526"/>
                  <a:pt x="1986590" y="4396526"/>
                </a:cubicBezTo>
                <a:lnTo>
                  <a:pt x="1993654" y="4396526"/>
                </a:lnTo>
                <a:cubicBezTo>
                  <a:pt x="1993910" y="4396526"/>
                  <a:pt x="1994268" y="4396883"/>
                  <a:pt x="1994268" y="4396883"/>
                </a:cubicBezTo>
                <a:lnTo>
                  <a:pt x="1997800" y="4403024"/>
                </a:lnTo>
                <a:cubicBezTo>
                  <a:pt x="1997902" y="4403229"/>
                  <a:pt x="1997800" y="4403690"/>
                  <a:pt x="1997800" y="4403690"/>
                </a:cubicBezTo>
                <a:lnTo>
                  <a:pt x="1994268" y="4409832"/>
                </a:lnTo>
                <a:cubicBezTo>
                  <a:pt x="1994114" y="4410037"/>
                  <a:pt x="1993654" y="4410191"/>
                  <a:pt x="1993654" y="4410191"/>
                </a:cubicBezTo>
                <a:close/>
                <a:moveTo>
                  <a:pt x="2189611" y="4415895"/>
                </a:moveTo>
                <a:lnTo>
                  <a:pt x="2182548" y="4415895"/>
                </a:lnTo>
                <a:cubicBezTo>
                  <a:pt x="2182291" y="4415895"/>
                  <a:pt x="2181933" y="4415537"/>
                  <a:pt x="2181933" y="4415537"/>
                </a:cubicBezTo>
                <a:lnTo>
                  <a:pt x="2178401" y="4409396"/>
                </a:lnTo>
                <a:cubicBezTo>
                  <a:pt x="2178299" y="4409191"/>
                  <a:pt x="2178401" y="4408730"/>
                  <a:pt x="2178401" y="4408730"/>
                </a:cubicBezTo>
                <a:lnTo>
                  <a:pt x="2181933" y="4402587"/>
                </a:lnTo>
                <a:cubicBezTo>
                  <a:pt x="2182087" y="4402383"/>
                  <a:pt x="2182548" y="4402230"/>
                  <a:pt x="2182548" y="4402230"/>
                </a:cubicBezTo>
                <a:lnTo>
                  <a:pt x="2189611" y="4402230"/>
                </a:lnTo>
                <a:cubicBezTo>
                  <a:pt x="2189865" y="4402230"/>
                  <a:pt x="2190225" y="4402587"/>
                  <a:pt x="2190225" y="4402587"/>
                </a:cubicBezTo>
                <a:lnTo>
                  <a:pt x="2193757" y="4408730"/>
                </a:lnTo>
                <a:cubicBezTo>
                  <a:pt x="2193859" y="4408935"/>
                  <a:pt x="2193757" y="4409396"/>
                  <a:pt x="2193757" y="4409396"/>
                </a:cubicBezTo>
                <a:lnTo>
                  <a:pt x="2190225" y="4415537"/>
                </a:lnTo>
                <a:cubicBezTo>
                  <a:pt x="2190071" y="4415742"/>
                  <a:pt x="2189611" y="4415895"/>
                  <a:pt x="2189611" y="4415895"/>
                </a:cubicBezTo>
                <a:close/>
                <a:moveTo>
                  <a:pt x="2387835" y="4415895"/>
                </a:moveTo>
                <a:lnTo>
                  <a:pt x="2380773" y="4415895"/>
                </a:lnTo>
                <a:cubicBezTo>
                  <a:pt x="2380515" y="4415895"/>
                  <a:pt x="2380159" y="4415537"/>
                  <a:pt x="2380159" y="4415537"/>
                </a:cubicBezTo>
                <a:lnTo>
                  <a:pt x="2376626" y="4409396"/>
                </a:lnTo>
                <a:cubicBezTo>
                  <a:pt x="2376523" y="4409191"/>
                  <a:pt x="2376626" y="4408730"/>
                  <a:pt x="2376626" y="4408730"/>
                </a:cubicBezTo>
                <a:lnTo>
                  <a:pt x="2380159" y="4402587"/>
                </a:lnTo>
                <a:cubicBezTo>
                  <a:pt x="2380312" y="4402383"/>
                  <a:pt x="2380773" y="4402230"/>
                  <a:pt x="2380773" y="4402230"/>
                </a:cubicBezTo>
                <a:lnTo>
                  <a:pt x="2387835" y="4402230"/>
                </a:lnTo>
                <a:cubicBezTo>
                  <a:pt x="2388091" y="4402230"/>
                  <a:pt x="2388449" y="4402587"/>
                  <a:pt x="2388449" y="4402587"/>
                </a:cubicBezTo>
                <a:lnTo>
                  <a:pt x="2391981" y="4408730"/>
                </a:lnTo>
                <a:cubicBezTo>
                  <a:pt x="2392083" y="4408935"/>
                  <a:pt x="2391981" y="4409396"/>
                  <a:pt x="2391981" y="4409396"/>
                </a:cubicBezTo>
                <a:lnTo>
                  <a:pt x="2388449" y="4415537"/>
                </a:lnTo>
                <a:cubicBezTo>
                  <a:pt x="2388296" y="4415742"/>
                  <a:pt x="2387835" y="4415895"/>
                  <a:pt x="2387835" y="4415895"/>
                </a:cubicBezTo>
                <a:close/>
                <a:moveTo>
                  <a:pt x="2586060" y="4415895"/>
                </a:moveTo>
                <a:lnTo>
                  <a:pt x="2578998" y="4415895"/>
                </a:lnTo>
                <a:cubicBezTo>
                  <a:pt x="2578740" y="4415895"/>
                  <a:pt x="2578383" y="4415537"/>
                  <a:pt x="2578383" y="4415537"/>
                </a:cubicBezTo>
                <a:lnTo>
                  <a:pt x="2574850" y="4409396"/>
                </a:lnTo>
                <a:cubicBezTo>
                  <a:pt x="2574749" y="4409191"/>
                  <a:pt x="2574850" y="4408730"/>
                  <a:pt x="2574850" y="4408730"/>
                </a:cubicBezTo>
                <a:lnTo>
                  <a:pt x="2578383" y="4402587"/>
                </a:lnTo>
                <a:cubicBezTo>
                  <a:pt x="2578536" y="4402383"/>
                  <a:pt x="2578998" y="4402230"/>
                  <a:pt x="2578998" y="4402230"/>
                </a:cubicBezTo>
                <a:lnTo>
                  <a:pt x="2586060" y="4402230"/>
                </a:lnTo>
                <a:cubicBezTo>
                  <a:pt x="2586316" y="4402230"/>
                  <a:pt x="2586674" y="4402587"/>
                  <a:pt x="2586674" y="4402587"/>
                </a:cubicBezTo>
                <a:lnTo>
                  <a:pt x="2590205" y="4408730"/>
                </a:lnTo>
                <a:cubicBezTo>
                  <a:pt x="2590308" y="4408935"/>
                  <a:pt x="2590205" y="4409396"/>
                  <a:pt x="2590205" y="4409396"/>
                </a:cubicBezTo>
                <a:lnTo>
                  <a:pt x="2586674" y="4415537"/>
                </a:lnTo>
                <a:cubicBezTo>
                  <a:pt x="2586520" y="4415742"/>
                  <a:pt x="2586060" y="4415895"/>
                  <a:pt x="2586060" y="4415895"/>
                </a:cubicBezTo>
                <a:close/>
                <a:moveTo>
                  <a:pt x="2784284" y="4415895"/>
                </a:moveTo>
                <a:lnTo>
                  <a:pt x="2777221" y="4415895"/>
                </a:lnTo>
                <a:cubicBezTo>
                  <a:pt x="2776966" y="4415895"/>
                  <a:pt x="2776607" y="4415537"/>
                  <a:pt x="2776607" y="4415537"/>
                </a:cubicBezTo>
                <a:lnTo>
                  <a:pt x="2773075" y="4409396"/>
                </a:lnTo>
                <a:cubicBezTo>
                  <a:pt x="2772973" y="4409191"/>
                  <a:pt x="2773075" y="4408730"/>
                  <a:pt x="2773075" y="4408730"/>
                </a:cubicBezTo>
                <a:lnTo>
                  <a:pt x="2776607" y="4402587"/>
                </a:lnTo>
                <a:cubicBezTo>
                  <a:pt x="2776760" y="4402383"/>
                  <a:pt x="2777221" y="4402230"/>
                  <a:pt x="2777221" y="4402230"/>
                </a:cubicBezTo>
                <a:lnTo>
                  <a:pt x="2784284" y="4402230"/>
                </a:lnTo>
                <a:cubicBezTo>
                  <a:pt x="2784540" y="4402230"/>
                  <a:pt x="2784898" y="4402587"/>
                  <a:pt x="2784898" y="4402587"/>
                </a:cubicBezTo>
                <a:lnTo>
                  <a:pt x="2788430" y="4408730"/>
                </a:lnTo>
                <a:cubicBezTo>
                  <a:pt x="2788532" y="4408935"/>
                  <a:pt x="2788430" y="4409396"/>
                  <a:pt x="2788430" y="4409396"/>
                </a:cubicBezTo>
                <a:lnTo>
                  <a:pt x="2784898" y="4415537"/>
                </a:lnTo>
                <a:cubicBezTo>
                  <a:pt x="2784744" y="4415742"/>
                  <a:pt x="2784284" y="4415895"/>
                  <a:pt x="2784284" y="4415895"/>
                </a:cubicBezTo>
                <a:close/>
                <a:moveTo>
                  <a:pt x="2982559" y="4415895"/>
                </a:moveTo>
                <a:lnTo>
                  <a:pt x="2975496" y="4415895"/>
                </a:lnTo>
                <a:cubicBezTo>
                  <a:pt x="2975241" y="4415895"/>
                  <a:pt x="2974882" y="4415537"/>
                  <a:pt x="2974882" y="4415537"/>
                </a:cubicBezTo>
                <a:lnTo>
                  <a:pt x="2971351" y="4409396"/>
                </a:lnTo>
                <a:cubicBezTo>
                  <a:pt x="2971249" y="4409191"/>
                  <a:pt x="2971351" y="4408730"/>
                  <a:pt x="2971351" y="4408730"/>
                </a:cubicBezTo>
                <a:lnTo>
                  <a:pt x="2974882" y="4402587"/>
                </a:lnTo>
                <a:cubicBezTo>
                  <a:pt x="2975036" y="4402383"/>
                  <a:pt x="2975496" y="4402230"/>
                  <a:pt x="2975496" y="4402230"/>
                </a:cubicBezTo>
                <a:lnTo>
                  <a:pt x="2982559" y="4402230"/>
                </a:lnTo>
                <a:cubicBezTo>
                  <a:pt x="2982815" y="4402230"/>
                  <a:pt x="2983173" y="4402587"/>
                  <a:pt x="2983173" y="4402587"/>
                </a:cubicBezTo>
                <a:lnTo>
                  <a:pt x="2986706" y="4408730"/>
                </a:lnTo>
                <a:cubicBezTo>
                  <a:pt x="2986808" y="4408935"/>
                  <a:pt x="2986706" y="4409396"/>
                  <a:pt x="2986706" y="4409396"/>
                </a:cubicBezTo>
                <a:lnTo>
                  <a:pt x="2983173" y="4415537"/>
                </a:lnTo>
                <a:cubicBezTo>
                  <a:pt x="2983020" y="4415742"/>
                  <a:pt x="2982559" y="4415895"/>
                  <a:pt x="2982559" y="4415895"/>
                </a:cubicBezTo>
                <a:close/>
                <a:moveTo>
                  <a:pt x="3180784" y="4415895"/>
                </a:moveTo>
                <a:lnTo>
                  <a:pt x="3173721" y="4415895"/>
                </a:lnTo>
                <a:cubicBezTo>
                  <a:pt x="3173466" y="4415895"/>
                  <a:pt x="3173107" y="4415537"/>
                  <a:pt x="3173107" y="4415537"/>
                </a:cubicBezTo>
                <a:lnTo>
                  <a:pt x="3169576" y="4409396"/>
                </a:lnTo>
                <a:cubicBezTo>
                  <a:pt x="3169473" y="4409191"/>
                  <a:pt x="3169576" y="4408730"/>
                  <a:pt x="3169576" y="4408730"/>
                </a:cubicBezTo>
                <a:lnTo>
                  <a:pt x="3173107" y="4402587"/>
                </a:lnTo>
                <a:cubicBezTo>
                  <a:pt x="3173261" y="4402383"/>
                  <a:pt x="3173721" y="4402230"/>
                  <a:pt x="3173721" y="4402230"/>
                </a:cubicBezTo>
                <a:lnTo>
                  <a:pt x="3180784" y="4402230"/>
                </a:lnTo>
                <a:cubicBezTo>
                  <a:pt x="3181040" y="4402230"/>
                  <a:pt x="3181398" y="4402587"/>
                  <a:pt x="3181398" y="4402587"/>
                </a:cubicBezTo>
                <a:lnTo>
                  <a:pt x="3184931" y="4408730"/>
                </a:lnTo>
                <a:cubicBezTo>
                  <a:pt x="3185033" y="4408935"/>
                  <a:pt x="3184931" y="4409396"/>
                  <a:pt x="3184931" y="4409396"/>
                </a:cubicBezTo>
                <a:lnTo>
                  <a:pt x="3181398" y="4415537"/>
                </a:lnTo>
                <a:cubicBezTo>
                  <a:pt x="3181245" y="4415742"/>
                  <a:pt x="3180784" y="4415895"/>
                  <a:pt x="3180784" y="4415895"/>
                </a:cubicBezTo>
                <a:close/>
                <a:moveTo>
                  <a:pt x="3379008" y="4415895"/>
                </a:moveTo>
                <a:lnTo>
                  <a:pt x="3371947" y="4415895"/>
                </a:lnTo>
                <a:cubicBezTo>
                  <a:pt x="3371690" y="4415895"/>
                  <a:pt x="3371332" y="4415537"/>
                  <a:pt x="3371332" y="4415537"/>
                </a:cubicBezTo>
                <a:lnTo>
                  <a:pt x="3367800" y="4409396"/>
                </a:lnTo>
                <a:cubicBezTo>
                  <a:pt x="3367697" y="4409191"/>
                  <a:pt x="3367800" y="4408730"/>
                  <a:pt x="3367800" y="4408730"/>
                </a:cubicBezTo>
                <a:lnTo>
                  <a:pt x="3371332" y="4402587"/>
                </a:lnTo>
                <a:cubicBezTo>
                  <a:pt x="3371485" y="4402383"/>
                  <a:pt x="3371947" y="4402230"/>
                  <a:pt x="3371947" y="4402230"/>
                </a:cubicBezTo>
                <a:lnTo>
                  <a:pt x="3379008" y="4402230"/>
                </a:lnTo>
                <a:cubicBezTo>
                  <a:pt x="3379265" y="4402230"/>
                  <a:pt x="3379624" y="4402587"/>
                  <a:pt x="3379624" y="4402587"/>
                </a:cubicBezTo>
                <a:lnTo>
                  <a:pt x="3383155" y="4408730"/>
                </a:lnTo>
                <a:cubicBezTo>
                  <a:pt x="3383257" y="4408935"/>
                  <a:pt x="3383155" y="4409396"/>
                  <a:pt x="3383155" y="4409396"/>
                </a:cubicBezTo>
                <a:lnTo>
                  <a:pt x="3379624" y="4415537"/>
                </a:lnTo>
                <a:cubicBezTo>
                  <a:pt x="3379470" y="4415742"/>
                  <a:pt x="3379008" y="4415895"/>
                  <a:pt x="3379008" y="4415895"/>
                </a:cubicBezTo>
                <a:close/>
                <a:moveTo>
                  <a:pt x="3577234" y="4415895"/>
                </a:moveTo>
                <a:lnTo>
                  <a:pt x="3570172" y="4415895"/>
                </a:lnTo>
                <a:cubicBezTo>
                  <a:pt x="3569914" y="4415895"/>
                  <a:pt x="3569557" y="4415537"/>
                  <a:pt x="3569557" y="4415537"/>
                </a:cubicBezTo>
                <a:lnTo>
                  <a:pt x="3566024" y="4409396"/>
                </a:lnTo>
                <a:cubicBezTo>
                  <a:pt x="3565922" y="4409191"/>
                  <a:pt x="3566024" y="4408730"/>
                  <a:pt x="3566024" y="4408730"/>
                </a:cubicBezTo>
                <a:lnTo>
                  <a:pt x="3569557" y="4402587"/>
                </a:lnTo>
                <a:cubicBezTo>
                  <a:pt x="3569709" y="4402383"/>
                  <a:pt x="3570172" y="4402230"/>
                  <a:pt x="3570172" y="4402230"/>
                </a:cubicBezTo>
                <a:lnTo>
                  <a:pt x="3577234" y="4402230"/>
                </a:lnTo>
                <a:cubicBezTo>
                  <a:pt x="3577489" y="4402230"/>
                  <a:pt x="3577848" y="4402587"/>
                  <a:pt x="3577848" y="4402587"/>
                </a:cubicBezTo>
                <a:lnTo>
                  <a:pt x="3581379" y="4408730"/>
                </a:lnTo>
                <a:cubicBezTo>
                  <a:pt x="3581481" y="4408935"/>
                  <a:pt x="3581379" y="4409396"/>
                  <a:pt x="3581379" y="4409396"/>
                </a:cubicBezTo>
                <a:lnTo>
                  <a:pt x="3577848" y="4415537"/>
                </a:lnTo>
                <a:cubicBezTo>
                  <a:pt x="3577694" y="4415742"/>
                  <a:pt x="3577234" y="4415895"/>
                  <a:pt x="3577234" y="4415895"/>
                </a:cubicBezTo>
                <a:close/>
                <a:moveTo>
                  <a:pt x="3775459" y="4415895"/>
                </a:moveTo>
                <a:lnTo>
                  <a:pt x="3768396" y="4415895"/>
                </a:lnTo>
                <a:cubicBezTo>
                  <a:pt x="3768139" y="4415895"/>
                  <a:pt x="3767781" y="4415537"/>
                  <a:pt x="3767781" y="4415537"/>
                </a:cubicBezTo>
                <a:lnTo>
                  <a:pt x="3764249" y="4409396"/>
                </a:lnTo>
                <a:cubicBezTo>
                  <a:pt x="3764147" y="4409191"/>
                  <a:pt x="3764249" y="4408730"/>
                  <a:pt x="3764249" y="4408730"/>
                </a:cubicBezTo>
                <a:lnTo>
                  <a:pt x="3767781" y="4402587"/>
                </a:lnTo>
                <a:cubicBezTo>
                  <a:pt x="3767935" y="4402383"/>
                  <a:pt x="3768396" y="4402230"/>
                  <a:pt x="3768396" y="4402230"/>
                </a:cubicBezTo>
                <a:lnTo>
                  <a:pt x="3775459" y="4402230"/>
                </a:lnTo>
                <a:cubicBezTo>
                  <a:pt x="3775713" y="4402230"/>
                  <a:pt x="3776073" y="4402587"/>
                  <a:pt x="3776073" y="4402587"/>
                </a:cubicBezTo>
                <a:lnTo>
                  <a:pt x="3779604" y="4408730"/>
                </a:lnTo>
                <a:cubicBezTo>
                  <a:pt x="3779706" y="4408935"/>
                  <a:pt x="3779604" y="4409396"/>
                  <a:pt x="3779604" y="4409396"/>
                </a:cubicBezTo>
                <a:lnTo>
                  <a:pt x="3776073" y="4415537"/>
                </a:lnTo>
                <a:cubicBezTo>
                  <a:pt x="3775919" y="4415742"/>
                  <a:pt x="3775459" y="4415895"/>
                  <a:pt x="3775459" y="4415895"/>
                </a:cubicBezTo>
                <a:close/>
                <a:moveTo>
                  <a:pt x="3973734" y="4415895"/>
                </a:moveTo>
                <a:lnTo>
                  <a:pt x="3966671" y="4415895"/>
                </a:lnTo>
                <a:cubicBezTo>
                  <a:pt x="3966415" y="4415895"/>
                  <a:pt x="3966057" y="4415537"/>
                  <a:pt x="3966057" y="4415537"/>
                </a:cubicBezTo>
                <a:lnTo>
                  <a:pt x="3962525" y="4409396"/>
                </a:lnTo>
                <a:cubicBezTo>
                  <a:pt x="3962423" y="4409191"/>
                  <a:pt x="3962525" y="4408730"/>
                  <a:pt x="3962525" y="4408730"/>
                </a:cubicBezTo>
                <a:lnTo>
                  <a:pt x="3966057" y="4402587"/>
                </a:lnTo>
                <a:cubicBezTo>
                  <a:pt x="3966211" y="4402383"/>
                  <a:pt x="3966671" y="4402230"/>
                  <a:pt x="3966671" y="4402230"/>
                </a:cubicBezTo>
                <a:lnTo>
                  <a:pt x="3973734" y="4402230"/>
                </a:lnTo>
                <a:cubicBezTo>
                  <a:pt x="3973990" y="4402230"/>
                  <a:pt x="3974348" y="4402587"/>
                  <a:pt x="3974348" y="4402587"/>
                </a:cubicBezTo>
                <a:lnTo>
                  <a:pt x="3977880" y="4408730"/>
                </a:lnTo>
                <a:cubicBezTo>
                  <a:pt x="3977982" y="4408935"/>
                  <a:pt x="3977880" y="4409396"/>
                  <a:pt x="3977880" y="4409396"/>
                </a:cubicBezTo>
                <a:lnTo>
                  <a:pt x="3974348" y="4415537"/>
                </a:lnTo>
                <a:cubicBezTo>
                  <a:pt x="3974195" y="4415742"/>
                  <a:pt x="3973734" y="4415895"/>
                  <a:pt x="3973734" y="4415895"/>
                </a:cubicBezTo>
                <a:close/>
                <a:moveTo>
                  <a:pt x="4171959" y="4415895"/>
                </a:moveTo>
                <a:lnTo>
                  <a:pt x="4164896" y="4415895"/>
                </a:lnTo>
                <a:cubicBezTo>
                  <a:pt x="4164640" y="4415895"/>
                  <a:pt x="4164282" y="4415537"/>
                  <a:pt x="4164282" y="4415537"/>
                </a:cubicBezTo>
                <a:lnTo>
                  <a:pt x="4160751" y="4409396"/>
                </a:lnTo>
                <a:cubicBezTo>
                  <a:pt x="4160648" y="4409191"/>
                  <a:pt x="4160751" y="4408730"/>
                  <a:pt x="4160751" y="4408730"/>
                </a:cubicBezTo>
                <a:lnTo>
                  <a:pt x="4164282" y="4402587"/>
                </a:lnTo>
                <a:cubicBezTo>
                  <a:pt x="4164435" y="4402383"/>
                  <a:pt x="4164896" y="4402230"/>
                  <a:pt x="4164896" y="4402230"/>
                </a:cubicBezTo>
                <a:lnTo>
                  <a:pt x="4171959" y="4402230"/>
                </a:lnTo>
                <a:cubicBezTo>
                  <a:pt x="4172215" y="4402230"/>
                  <a:pt x="4172573" y="4402587"/>
                  <a:pt x="4172573" y="4402587"/>
                </a:cubicBezTo>
                <a:lnTo>
                  <a:pt x="4176105" y="4408730"/>
                </a:lnTo>
                <a:cubicBezTo>
                  <a:pt x="4176207" y="4408935"/>
                  <a:pt x="4176105" y="4409396"/>
                  <a:pt x="4176105" y="4409396"/>
                </a:cubicBezTo>
                <a:lnTo>
                  <a:pt x="4172573" y="4415537"/>
                </a:lnTo>
                <a:cubicBezTo>
                  <a:pt x="4172419" y="4415742"/>
                  <a:pt x="4171959" y="4415895"/>
                  <a:pt x="4171959" y="4415895"/>
                </a:cubicBezTo>
                <a:close/>
                <a:moveTo>
                  <a:pt x="4370183" y="4415895"/>
                </a:moveTo>
                <a:lnTo>
                  <a:pt x="4363121" y="4415895"/>
                </a:lnTo>
                <a:cubicBezTo>
                  <a:pt x="4362864" y="4415895"/>
                  <a:pt x="4362506" y="4415537"/>
                  <a:pt x="4362506" y="4415537"/>
                </a:cubicBezTo>
                <a:lnTo>
                  <a:pt x="4358975" y="4409396"/>
                </a:lnTo>
                <a:cubicBezTo>
                  <a:pt x="4358872" y="4409191"/>
                  <a:pt x="4358975" y="4408730"/>
                  <a:pt x="4358975" y="4408730"/>
                </a:cubicBezTo>
                <a:lnTo>
                  <a:pt x="4362506" y="4402587"/>
                </a:lnTo>
                <a:cubicBezTo>
                  <a:pt x="4362660" y="4402383"/>
                  <a:pt x="4363121" y="4402230"/>
                  <a:pt x="4363121" y="4402230"/>
                </a:cubicBezTo>
                <a:lnTo>
                  <a:pt x="4370183" y="4402230"/>
                </a:lnTo>
                <a:cubicBezTo>
                  <a:pt x="4370439" y="4402230"/>
                  <a:pt x="4370797" y="4402587"/>
                  <a:pt x="4370797" y="4402587"/>
                </a:cubicBezTo>
                <a:lnTo>
                  <a:pt x="4374329" y="4408730"/>
                </a:lnTo>
                <a:cubicBezTo>
                  <a:pt x="4374432" y="4408935"/>
                  <a:pt x="4374329" y="4409396"/>
                  <a:pt x="4374329" y="4409396"/>
                </a:cubicBezTo>
                <a:lnTo>
                  <a:pt x="4370797" y="4415537"/>
                </a:lnTo>
                <a:cubicBezTo>
                  <a:pt x="4370643" y="4415742"/>
                  <a:pt x="4370183" y="4415895"/>
                  <a:pt x="4370183" y="4415895"/>
                </a:cubicBezTo>
                <a:close/>
                <a:moveTo>
                  <a:pt x="4568408" y="4415895"/>
                </a:moveTo>
                <a:lnTo>
                  <a:pt x="4561345" y="4415895"/>
                </a:lnTo>
                <a:cubicBezTo>
                  <a:pt x="4561089" y="4415895"/>
                  <a:pt x="4560731" y="4415537"/>
                  <a:pt x="4560731" y="4415537"/>
                </a:cubicBezTo>
                <a:lnTo>
                  <a:pt x="4557199" y="4409396"/>
                </a:lnTo>
                <a:cubicBezTo>
                  <a:pt x="4557097" y="4409191"/>
                  <a:pt x="4557199" y="4408730"/>
                  <a:pt x="4557199" y="4408730"/>
                </a:cubicBezTo>
                <a:lnTo>
                  <a:pt x="4560731" y="4402587"/>
                </a:lnTo>
                <a:cubicBezTo>
                  <a:pt x="4560884" y="4402383"/>
                  <a:pt x="4561345" y="4402230"/>
                  <a:pt x="4561345" y="4402230"/>
                </a:cubicBezTo>
                <a:lnTo>
                  <a:pt x="4568408" y="4402230"/>
                </a:lnTo>
                <a:cubicBezTo>
                  <a:pt x="4568663" y="4402230"/>
                  <a:pt x="4569022" y="4402587"/>
                  <a:pt x="4569022" y="4402587"/>
                </a:cubicBezTo>
                <a:lnTo>
                  <a:pt x="4572554" y="4408730"/>
                </a:lnTo>
                <a:cubicBezTo>
                  <a:pt x="4572656" y="4408935"/>
                  <a:pt x="4572554" y="4409396"/>
                  <a:pt x="4572554" y="4409396"/>
                </a:cubicBezTo>
                <a:lnTo>
                  <a:pt x="4569022" y="4415537"/>
                </a:lnTo>
                <a:cubicBezTo>
                  <a:pt x="4568869" y="4415742"/>
                  <a:pt x="4568408" y="4415895"/>
                  <a:pt x="4568408" y="4415895"/>
                </a:cubicBezTo>
                <a:close/>
                <a:moveTo>
                  <a:pt x="4766683" y="4415895"/>
                </a:moveTo>
                <a:lnTo>
                  <a:pt x="4759621" y="4415895"/>
                </a:lnTo>
                <a:cubicBezTo>
                  <a:pt x="4759364" y="4415895"/>
                  <a:pt x="4759007" y="4415537"/>
                  <a:pt x="4759007" y="4415537"/>
                </a:cubicBezTo>
                <a:lnTo>
                  <a:pt x="4755475" y="4409396"/>
                </a:lnTo>
                <a:cubicBezTo>
                  <a:pt x="4755372" y="4409191"/>
                  <a:pt x="4755475" y="4408730"/>
                  <a:pt x="4755475" y="4408730"/>
                </a:cubicBezTo>
                <a:lnTo>
                  <a:pt x="4759007" y="4402587"/>
                </a:lnTo>
                <a:cubicBezTo>
                  <a:pt x="4759160" y="4402383"/>
                  <a:pt x="4759621" y="4402230"/>
                  <a:pt x="4759621" y="4402230"/>
                </a:cubicBezTo>
                <a:lnTo>
                  <a:pt x="4766683" y="4402230"/>
                </a:lnTo>
                <a:cubicBezTo>
                  <a:pt x="4766940" y="4402230"/>
                  <a:pt x="4767297" y="4402587"/>
                  <a:pt x="4767297" y="4402587"/>
                </a:cubicBezTo>
                <a:lnTo>
                  <a:pt x="4770829" y="4408730"/>
                </a:lnTo>
                <a:cubicBezTo>
                  <a:pt x="4770932" y="4408935"/>
                  <a:pt x="4770829" y="4409396"/>
                  <a:pt x="4770829" y="4409396"/>
                </a:cubicBezTo>
                <a:lnTo>
                  <a:pt x="4767297" y="4415537"/>
                </a:lnTo>
                <a:cubicBezTo>
                  <a:pt x="4767144" y="4415742"/>
                  <a:pt x="4766683" y="4415895"/>
                  <a:pt x="4766683" y="4415895"/>
                </a:cubicBezTo>
                <a:close/>
                <a:moveTo>
                  <a:pt x="4964909" y="4415895"/>
                </a:moveTo>
                <a:lnTo>
                  <a:pt x="4957846" y="4415895"/>
                </a:lnTo>
                <a:cubicBezTo>
                  <a:pt x="4957589" y="4415895"/>
                  <a:pt x="4957232" y="4415537"/>
                  <a:pt x="4957232" y="4415537"/>
                </a:cubicBezTo>
                <a:lnTo>
                  <a:pt x="4953699" y="4409396"/>
                </a:lnTo>
                <a:cubicBezTo>
                  <a:pt x="4953597" y="4409191"/>
                  <a:pt x="4953699" y="4408730"/>
                  <a:pt x="4953699" y="4408730"/>
                </a:cubicBezTo>
                <a:lnTo>
                  <a:pt x="4957232" y="4402587"/>
                </a:lnTo>
                <a:cubicBezTo>
                  <a:pt x="4957384" y="4402383"/>
                  <a:pt x="4957846" y="4402230"/>
                  <a:pt x="4957846" y="4402230"/>
                </a:cubicBezTo>
                <a:lnTo>
                  <a:pt x="4964909" y="4402230"/>
                </a:lnTo>
                <a:cubicBezTo>
                  <a:pt x="4965164" y="4402230"/>
                  <a:pt x="4965523" y="4402587"/>
                  <a:pt x="4965523" y="4402587"/>
                </a:cubicBezTo>
                <a:lnTo>
                  <a:pt x="4969054" y="4408730"/>
                </a:lnTo>
                <a:cubicBezTo>
                  <a:pt x="4969156" y="4408935"/>
                  <a:pt x="4969054" y="4409396"/>
                  <a:pt x="4969054" y="4409396"/>
                </a:cubicBezTo>
                <a:lnTo>
                  <a:pt x="4965523" y="4415537"/>
                </a:lnTo>
                <a:cubicBezTo>
                  <a:pt x="4965369" y="4415742"/>
                  <a:pt x="4964909" y="4415895"/>
                  <a:pt x="4964909" y="4415895"/>
                </a:cubicBezTo>
                <a:close/>
                <a:moveTo>
                  <a:pt x="5163134" y="4415895"/>
                </a:moveTo>
                <a:lnTo>
                  <a:pt x="5156070" y="4415895"/>
                </a:lnTo>
                <a:cubicBezTo>
                  <a:pt x="5155814" y="4415895"/>
                  <a:pt x="5155456" y="4415537"/>
                  <a:pt x="5155456" y="4415537"/>
                </a:cubicBezTo>
                <a:lnTo>
                  <a:pt x="5151924" y="4409396"/>
                </a:lnTo>
                <a:cubicBezTo>
                  <a:pt x="5151822" y="4409191"/>
                  <a:pt x="5151924" y="4408730"/>
                  <a:pt x="5151924" y="4408730"/>
                </a:cubicBezTo>
                <a:lnTo>
                  <a:pt x="5155456" y="4402587"/>
                </a:lnTo>
                <a:cubicBezTo>
                  <a:pt x="5155610" y="4402383"/>
                  <a:pt x="5156070" y="4402230"/>
                  <a:pt x="5156070" y="4402230"/>
                </a:cubicBezTo>
                <a:lnTo>
                  <a:pt x="5163134" y="4402230"/>
                </a:lnTo>
                <a:cubicBezTo>
                  <a:pt x="5163388" y="4402230"/>
                  <a:pt x="5163748" y="4402587"/>
                  <a:pt x="5163748" y="4402587"/>
                </a:cubicBezTo>
                <a:lnTo>
                  <a:pt x="5167279" y="4408730"/>
                </a:lnTo>
                <a:cubicBezTo>
                  <a:pt x="5167381" y="4408935"/>
                  <a:pt x="5167279" y="4409396"/>
                  <a:pt x="5167279" y="4409396"/>
                </a:cubicBezTo>
                <a:lnTo>
                  <a:pt x="5163748" y="4415537"/>
                </a:lnTo>
                <a:cubicBezTo>
                  <a:pt x="5163594" y="4415742"/>
                  <a:pt x="5163134" y="4415895"/>
                  <a:pt x="5163134" y="4415895"/>
                </a:cubicBezTo>
                <a:close/>
                <a:moveTo>
                  <a:pt x="5361358" y="4415895"/>
                </a:moveTo>
                <a:lnTo>
                  <a:pt x="5354295" y="4415895"/>
                </a:lnTo>
                <a:cubicBezTo>
                  <a:pt x="5354038" y="4415895"/>
                  <a:pt x="5353680" y="4415537"/>
                  <a:pt x="5353680" y="4415537"/>
                </a:cubicBezTo>
                <a:lnTo>
                  <a:pt x="5350149" y="4409396"/>
                </a:lnTo>
                <a:cubicBezTo>
                  <a:pt x="5350047" y="4409191"/>
                  <a:pt x="5350149" y="4408730"/>
                  <a:pt x="5350149" y="4408730"/>
                </a:cubicBezTo>
                <a:lnTo>
                  <a:pt x="5353680" y="4402587"/>
                </a:lnTo>
                <a:cubicBezTo>
                  <a:pt x="5353835" y="4402383"/>
                  <a:pt x="5354295" y="4402230"/>
                  <a:pt x="5354295" y="4402230"/>
                </a:cubicBezTo>
                <a:lnTo>
                  <a:pt x="5361358" y="4402230"/>
                </a:lnTo>
                <a:cubicBezTo>
                  <a:pt x="5361614" y="4402230"/>
                  <a:pt x="5361972" y="4402587"/>
                  <a:pt x="5361972" y="4402587"/>
                </a:cubicBezTo>
                <a:lnTo>
                  <a:pt x="5365503" y="4408730"/>
                </a:lnTo>
                <a:cubicBezTo>
                  <a:pt x="5365606" y="4408935"/>
                  <a:pt x="5365503" y="4409396"/>
                  <a:pt x="5365503" y="4409396"/>
                </a:cubicBezTo>
                <a:lnTo>
                  <a:pt x="5361972" y="4415537"/>
                </a:lnTo>
                <a:cubicBezTo>
                  <a:pt x="5361818" y="4415742"/>
                  <a:pt x="5361358" y="4415895"/>
                  <a:pt x="5361358" y="4415895"/>
                </a:cubicBezTo>
                <a:close/>
                <a:moveTo>
                  <a:pt x="5559633" y="4415895"/>
                </a:moveTo>
                <a:lnTo>
                  <a:pt x="5552569" y="4415895"/>
                </a:lnTo>
                <a:cubicBezTo>
                  <a:pt x="5552314" y="4415895"/>
                  <a:pt x="5551956" y="4415537"/>
                  <a:pt x="5551956" y="4415537"/>
                </a:cubicBezTo>
                <a:lnTo>
                  <a:pt x="5548424" y="4409396"/>
                </a:lnTo>
                <a:cubicBezTo>
                  <a:pt x="5548322" y="4409191"/>
                  <a:pt x="5548424" y="4408730"/>
                  <a:pt x="5548424" y="4408730"/>
                </a:cubicBezTo>
                <a:lnTo>
                  <a:pt x="5551956" y="4402587"/>
                </a:lnTo>
                <a:cubicBezTo>
                  <a:pt x="5552109" y="4402383"/>
                  <a:pt x="5552569" y="4402230"/>
                  <a:pt x="5552569" y="4402230"/>
                </a:cubicBezTo>
                <a:lnTo>
                  <a:pt x="5559633" y="4402230"/>
                </a:lnTo>
                <a:cubicBezTo>
                  <a:pt x="5559889" y="4402230"/>
                  <a:pt x="5560246" y="4402587"/>
                  <a:pt x="5560246" y="4402587"/>
                </a:cubicBezTo>
                <a:lnTo>
                  <a:pt x="5563779" y="4408730"/>
                </a:lnTo>
                <a:cubicBezTo>
                  <a:pt x="5563881" y="4408935"/>
                  <a:pt x="5563779" y="4409396"/>
                  <a:pt x="5563779" y="4409396"/>
                </a:cubicBezTo>
                <a:lnTo>
                  <a:pt x="5560246" y="4415537"/>
                </a:lnTo>
                <a:cubicBezTo>
                  <a:pt x="5560094" y="4415742"/>
                  <a:pt x="5559633" y="4415895"/>
                  <a:pt x="5559633" y="4415895"/>
                </a:cubicBezTo>
                <a:close/>
                <a:moveTo>
                  <a:pt x="5757857" y="4415895"/>
                </a:moveTo>
                <a:lnTo>
                  <a:pt x="5750795" y="4415895"/>
                </a:lnTo>
                <a:cubicBezTo>
                  <a:pt x="5750538" y="4415895"/>
                  <a:pt x="5750181" y="4415537"/>
                  <a:pt x="5750181" y="4415537"/>
                </a:cubicBezTo>
                <a:lnTo>
                  <a:pt x="5746649" y="4409396"/>
                </a:lnTo>
                <a:cubicBezTo>
                  <a:pt x="5746546" y="4409191"/>
                  <a:pt x="5746649" y="4408730"/>
                  <a:pt x="5746649" y="4408730"/>
                </a:cubicBezTo>
                <a:lnTo>
                  <a:pt x="5750181" y="4402587"/>
                </a:lnTo>
                <a:cubicBezTo>
                  <a:pt x="5750333" y="4402383"/>
                  <a:pt x="5750795" y="4402230"/>
                  <a:pt x="5750795" y="4402230"/>
                </a:cubicBezTo>
                <a:lnTo>
                  <a:pt x="5757857" y="4402230"/>
                </a:lnTo>
                <a:cubicBezTo>
                  <a:pt x="5758114" y="4402230"/>
                  <a:pt x="5758471" y="4402587"/>
                  <a:pt x="5758471" y="4402587"/>
                </a:cubicBezTo>
                <a:lnTo>
                  <a:pt x="5762003" y="4408730"/>
                </a:lnTo>
                <a:cubicBezTo>
                  <a:pt x="5762106" y="4408935"/>
                  <a:pt x="5762003" y="4409396"/>
                  <a:pt x="5762003" y="4409396"/>
                </a:cubicBezTo>
                <a:lnTo>
                  <a:pt x="5758471" y="4415537"/>
                </a:lnTo>
                <a:cubicBezTo>
                  <a:pt x="5758318" y="4415742"/>
                  <a:pt x="5757857" y="4415895"/>
                  <a:pt x="5757857" y="4415895"/>
                </a:cubicBezTo>
                <a:close/>
                <a:moveTo>
                  <a:pt x="5956083" y="4415895"/>
                </a:moveTo>
                <a:lnTo>
                  <a:pt x="5949019" y="4415895"/>
                </a:lnTo>
                <a:cubicBezTo>
                  <a:pt x="5948763" y="4415895"/>
                  <a:pt x="5948405" y="4415537"/>
                  <a:pt x="5948405" y="4415537"/>
                </a:cubicBezTo>
                <a:lnTo>
                  <a:pt x="5944873" y="4409396"/>
                </a:lnTo>
                <a:cubicBezTo>
                  <a:pt x="5944771" y="4409191"/>
                  <a:pt x="5944873" y="4408730"/>
                  <a:pt x="5944873" y="4408730"/>
                </a:cubicBezTo>
                <a:lnTo>
                  <a:pt x="5948405" y="4402587"/>
                </a:lnTo>
                <a:cubicBezTo>
                  <a:pt x="5948558" y="4402383"/>
                  <a:pt x="5949019" y="4402230"/>
                  <a:pt x="5949019" y="4402230"/>
                </a:cubicBezTo>
                <a:lnTo>
                  <a:pt x="5956083" y="4402230"/>
                </a:lnTo>
                <a:cubicBezTo>
                  <a:pt x="5956338" y="4402230"/>
                  <a:pt x="5956697" y="4402587"/>
                  <a:pt x="5956697" y="4402587"/>
                </a:cubicBezTo>
                <a:lnTo>
                  <a:pt x="5960227" y="4408730"/>
                </a:lnTo>
                <a:cubicBezTo>
                  <a:pt x="5960330" y="4408935"/>
                  <a:pt x="5960227" y="4409396"/>
                  <a:pt x="5960227" y="4409396"/>
                </a:cubicBezTo>
                <a:lnTo>
                  <a:pt x="5956697" y="4415537"/>
                </a:lnTo>
                <a:cubicBezTo>
                  <a:pt x="5956542" y="4415742"/>
                  <a:pt x="5956083" y="4415895"/>
                  <a:pt x="5956083" y="4415895"/>
                </a:cubicBezTo>
                <a:close/>
                <a:moveTo>
                  <a:pt x="6154307" y="4415895"/>
                </a:moveTo>
                <a:lnTo>
                  <a:pt x="6147243" y="4415895"/>
                </a:lnTo>
                <a:cubicBezTo>
                  <a:pt x="6146988" y="4415895"/>
                  <a:pt x="6146629" y="4415537"/>
                  <a:pt x="6146629" y="4415537"/>
                </a:cubicBezTo>
                <a:lnTo>
                  <a:pt x="6143098" y="4409396"/>
                </a:lnTo>
                <a:cubicBezTo>
                  <a:pt x="6142996" y="4409191"/>
                  <a:pt x="6143098" y="4408730"/>
                  <a:pt x="6143098" y="4408730"/>
                </a:cubicBezTo>
                <a:lnTo>
                  <a:pt x="6146629" y="4402587"/>
                </a:lnTo>
                <a:cubicBezTo>
                  <a:pt x="6146783" y="4402383"/>
                  <a:pt x="6147243" y="4402230"/>
                  <a:pt x="6147243" y="4402230"/>
                </a:cubicBezTo>
                <a:lnTo>
                  <a:pt x="6154307" y="4402230"/>
                </a:lnTo>
                <a:cubicBezTo>
                  <a:pt x="6154562" y="4402230"/>
                  <a:pt x="6154921" y="4402587"/>
                  <a:pt x="6154921" y="4402587"/>
                </a:cubicBezTo>
                <a:lnTo>
                  <a:pt x="6158453" y="4408730"/>
                </a:lnTo>
                <a:cubicBezTo>
                  <a:pt x="6158554" y="4408935"/>
                  <a:pt x="6158453" y="4409396"/>
                  <a:pt x="6158453" y="4409396"/>
                </a:cubicBezTo>
                <a:lnTo>
                  <a:pt x="6154921" y="4415537"/>
                </a:lnTo>
                <a:cubicBezTo>
                  <a:pt x="6154768" y="4415742"/>
                  <a:pt x="6154307" y="4415895"/>
                  <a:pt x="6154307" y="4415895"/>
                </a:cubicBezTo>
                <a:close/>
                <a:moveTo>
                  <a:pt x="6352582" y="4415895"/>
                </a:moveTo>
                <a:lnTo>
                  <a:pt x="6345519" y="4415895"/>
                </a:lnTo>
                <a:cubicBezTo>
                  <a:pt x="6345263" y="4415895"/>
                  <a:pt x="6344904" y="4415537"/>
                  <a:pt x="6344904" y="4415537"/>
                </a:cubicBezTo>
                <a:lnTo>
                  <a:pt x="6341373" y="4409396"/>
                </a:lnTo>
                <a:cubicBezTo>
                  <a:pt x="6341271" y="4409191"/>
                  <a:pt x="6341373" y="4408730"/>
                  <a:pt x="6341373" y="4408730"/>
                </a:cubicBezTo>
                <a:lnTo>
                  <a:pt x="6344904" y="4402587"/>
                </a:lnTo>
                <a:cubicBezTo>
                  <a:pt x="6345058" y="4402383"/>
                  <a:pt x="6345519" y="4402230"/>
                  <a:pt x="6345519" y="4402230"/>
                </a:cubicBezTo>
                <a:lnTo>
                  <a:pt x="6352582" y="4402230"/>
                </a:lnTo>
                <a:cubicBezTo>
                  <a:pt x="6352838" y="4402230"/>
                  <a:pt x="6353196" y="4402587"/>
                  <a:pt x="6353196" y="4402587"/>
                </a:cubicBezTo>
                <a:lnTo>
                  <a:pt x="6356728" y="4408730"/>
                </a:lnTo>
                <a:cubicBezTo>
                  <a:pt x="6356830" y="4408935"/>
                  <a:pt x="6356728" y="4409396"/>
                  <a:pt x="6356728" y="4409396"/>
                </a:cubicBezTo>
                <a:lnTo>
                  <a:pt x="6353196" y="4415537"/>
                </a:lnTo>
                <a:cubicBezTo>
                  <a:pt x="6353043" y="4415742"/>
                  <a:pt x="6352582" y="4415895"/>
                  <a:pt x="6352582" y="4415895"/>
                </a:cubicBezTo>
                <a:close/>
                <a:moveTo>
                  <a:pt x="6550807" y="4415895"/>
                </a:moveTo>
                <a:lnTo>
                  <a:pt x="6543744" y="4415895"/>
                </a:lnTo>
                <a:cubicBezTo>
                  <a:pt x="6543488" y="4415895"/>
                  <a:pt x="6543129" y="4415537"/>
                  <a:pt x="6543129" y="4415537"/>
                </a:cubicBezTo>
                <a:lnTo>
                  <a:pt x="6539598" y="4409396"/>
                </a:lnTo>
                <a:cubicBezTo>
                  <a:pt x="6539495" y="4409191"/>
                  <a:pt x="6539598" y="4408730"/>
                  <a:pt x="6539598" y="4408730"/>
                </a:cubicBezTo>
                <a:lnTo>
                  <a:pt x="6543129" y="4402587"/>
                </a:lnTo>
                <a:cubicBezTo>
                  <a:pt x="6543282" y="4402383"/>
                  <a:pt x="6543744" y="4402230"/>
                  <a:pt x="6543744" y="4402230"/>
                </a:cubicBezTo>
                <a:lnTo>
                  <a:pt x="6550807" y="4402230"/>
                </a:lnTo>
                <a:cubicBezTo>
                  <a:pt x="6551063" y="4402230"/>
                  <a:pt x="6551420" y="4402587"/>
                  <a:pt x="6551420" y="4402587"/>
                </a:cubicBezTo>
                <a:lnTo>
                  <a:pt x="6554953" y="4408730"/>
                </a:lnTo>
                <a:cubicBezTo>
                  <a:pt x="6555055" y="4408935"/>
                  <a:pt x="6554953" y="4409396"/>
                  <a:pt x="6554953" y="4409396"/>
                </a:cubicBezTo>
                <a:lnTo>
                  <a:pt x="6551420" y="4415537"/>
                </a:lnTo>
                <a:cubicBezTo>
                  <a:pt x="6551267" y="4415742"/>
                  <a:pt x="6550807" y="4415895"/>
                  <a:pt x="6550807" y="4415895"/>
                </a:cubicBezTo>
                <a:close/>
                <a:moveTo>
                  <a:pt x="6749031" y="4415895"/>
                </a:moveTo>
                <a:lnTo>
                  <a:pt x="6741967" y="4415895"/>
                </a:lnTo>
                <a:cubicBezTo>
                  <a:pt x="6741711" y="4415895"/>
                  <a:pt x="6741354" y="4415537"/>
                  <a:pt x="6741354" y="4415537"/>
                </a:cubicBezTo>
                <a:lnTo>
                  <a:pt x="6737823" y="4409396"/>
                </a:lnTo>
                <a:cubicBezTo>
                  <a:pt x="6737720" y="4409191"/>
                  <a:pt x="6737823" y="4408730"/>
                  <a:pt x="6737823" y="4408730"/>
                </a:cubicBezTo>
                <a:lnTo>
                  <a:pt x="6741354" y="4402587"/>
                </a:lnTo>
                <a:cubicBezTo>
                  <a:pt x="6741508" y="4402383"/>
                  <a:pt x="6741967" y="4402230"/>
                  <a:pt x="6741967" y="4402230"/>
                </a:cubicBezTo>
                <a:lnTo>
                  <a:pt x="6749031" y="4402230"/>
                </a:lnTo>
                <a:cubicBezTo>
                  <a:pt x="6749287" y="4402230"/>
                  <a:pt x="6749646" y="4402587"/>
                  <a:pt x="6749646" y="4402587"/>
                </a:cubicBezTo>
                <a:lnTo>
                  <a:pt x="6753177" y="4408730"/>
                </a:lnTo>
                <a:cubicBezTo>
                  <a:pt x="6753279" y="4408935"/>
                  <a:pt x="6753177" y="4409396"/>
                  <a:pt x="6753177" y="4409396"/>
                </a:cubicBezTo>
                <a:lnTo>
                  <a:pt x="6749646" y="4415537"/>
                </a:lnTo>
                <a:cubicBezTo>
                  <a:pt x="6749491" y="4415742"/>
                  <a:pt x="6749031" y="4415895"/>
                  <a:pt x="6749031" y="4415895"/>
                </a:cubicBezTo>
                <a:close/>
                <a:moveTo>
                  <a:pt x="6947256" y="4415895"/>
                </a:moveTo>
                <a:lnTo>
                  <a:pt x="6940193" y="4415895"/>
                </a:lnTo>
                <a:cubicBezTo>
                  <a:pt x="6939937" y="4415895"/>
                  <a:pt x="6939578" y="4415537"/>
                  <a:pt x="6939578" y="4415537"/>
                </a:cubicBezTo>
                <a:lnTo>
                  <a:pt x="6936048" y="4409396"/>
                </a:lnTo>
                <a:cubicBezTo>
                  <a:pt x="6935945" y="4409191"/>
                  <a:pt x="6936048" y="4408730"/>
                  <a:pt x="6936048" y="4408730"/>
                </a:cubicBezTo>
                <a:lnTo>
                  <a:pt x="6939578" y="4402587"/>
                </a:lnTo>
                <a:cubicBezTo>
                  <a:pt x="6939733" y="4402383"/>
                  <a:pt x="6940193" y="4402230"/>
                  <a:pt x="6940193" y="4402230"/>
                </a:cubicBezTo>
                <a:lnTo>
                  <a:pt x="6947256" y="4402230"/>
                </a:lnTo>
                <a:cubicBezTo>
                  <a:pt x="6947512" y="4402230"/>
                  <a:pt x="6947870" y="4402587"/>
                  <a:pt x="6947870" y="4402587"/>
                </a:cubicBezTo>
                <a:lnTo>
                  <a:pt x="6951402" y="4408730"/>
                </a:lnTo>
                <a:cubicBezTo>
                  <a:pt x="6951504" y="4408935"/>
                  <a:pt x="6951402" y="4409396"/>
                  <a:pt x="6951402" y="4409396"/>
                </a:cubicBezTo>
                <a:lnTo>
                  <a:pt x="6947870" y="4415537"/>
                </a:lnTo>
                <a:cubicBezTo>
                  <a:pt x="6947717" y="4415742"/>
                  <a:pt x="6947256" y="4415895"/>
                  <a:pt x="6947256" y="4415895"/>
                </a:cubicBezTo>
                <a:close/>
                <a:moveTo>
                  <a:pt x="7145285" y="4415895"/>
                </a:moveTo>
                <a:lnTo>
                  <a:pt x="7138221" y="4415895"/>
                </a:lnTo>
                <a:cubicBezTo>
                  <a:pt x="7137965" y="4415895"/>
                  <a:pt x="7137607" y="4415537"/>
                  <a:pt x="7137607" y="4415537"/>
                </a:cubicBezTo>
                <a:lnTo>
                  <a:pt x="7134075" y="4409396"/>
                </a:lnTo>
                <a:cubicBezTo>
                  <a:pt x="7133973" y="4409191"/>
                  <a:pt x="7134075" y="4408730"/>
                  <a:pt x="7134075" y="4408730"/>
                </a:cubicBezTo>
                <a:lnTo>
                  <a:pt x="7137607" y="4402587"/>
                </a:lnTo>
                <a:cubicBezTo>
                  <a:pt x="7137760" y="4402383"/>
                  <a:pt x="7138221" y="4402230"/>
                  <a:pt x="7138221" y="4402230"/>
                </a:cubicBezTo>
                <a:lnTo>
                  <a:pt x="7145285" y="4402230"/>
                </a:lnTo>
                <a:cubicBezTo>
                  <a:pt x="7145540" y="4402230"/>
                  <a:pt x="7145899" y="4402587"/>
                  <a:pt x="7145899" y="4402587"/>
                </a:cubicBezTo>
                <a:lnTo>
                  <a:pt x="7149430" y="4408730"/>
                </a:lnTo>
                <a:cubicBezTo>
                  <a:pt x="7149532" y="4408935"/>
                  <a:pt x="7149430" y="4409396"/>
                  <a:pt x="7149430" y="4409396"/>
                </a:cubicBezTo>
                <a:lnTo>
                  <a:pt x="7145899" y="4415537"/>
                </a:lnTo>
                <a:cubicBezTo>
                  <a:pt x="7145746" y="4415742"/>
                  <a:pt x="7145285" y="4415895"/>
                  <a:pt x="7145285" y="4415895"/>
                </a:cubicBezTo>
                <a:close/>
                <a:moveTo>
                  <a:pt x="7343640" y="4415895"/>
                </a:moveTo>
                <a:lnTo>
                  <a:pt x="7336577" y="4415895"/>
                </a:lnTo>
                <a:cubicBezTo>
                  <a:pt x="7336320" y="4415895"/>
                  <a:pt x="7335962" y="4415537"/>
                  <a:pt x="7335962" y="4415537"/>
                </a:cubicBezTo>
                <a:lnTo>
                  <a:pt x="7332430" y="4409396"/>
                </a:lnTo>
                <a:cubicBezTo>
                  <a:pt x="7332328" y="4409191"/>
                  <a:pt x="7332430" y="4408730"/>
                  <a:pt x="7332430" y="4408730"/>
                </a:cubicBezTo>
                <a:lnTo>
                  <a:pt x="7335962" y="4402587"/>
                </a:lnTo>
                <a:cubicBezTo>
                  <a:pt x="7336117" y="4402383"/>
                  <a:pt x="7336577" y="4402230"/>
                  <a:pt x="7336577" y="4402230"/>
                </a:cubicBezTo>
                <a:lnTo>
                  <a:pt x="7343640" y="4402230"/>
                </a:lnTo>
                <a:cubicBezTo>
                  <a:pt x="7343897" y="4402230"/>
                  <a:pt x="7344254" y="4402587"/>
                  <a:pt x="7344254" y="4402587"/>
                </a:cubicBezTo>
                <a:lnTo>
                  <a:pt x="7347787" y="4408730"/>
                </a:lnTo>
                <a:cubicBezTo>
                  <a:pt x="7347889" y="4408935"/>
                  <a:pt x="7347787" y="4409396"/>
                  <a:pt x="7347787" y="4409396"/>
                </a:cubicBezTo>
                <a:lnTo>
                  <a:pt x="7344254" y="4415537"/>
                </a:lnTo>
                <a:cubicBezTo>
                  <a:pt x="7344099" y="4415742"/>
                  <a:pt x="7343640" y="4415895"/>
                  <a:pt x="7343640" y="4415895"/>
                </a:cubicBezTo>
                <a:close/>
                <a:moveTo>
                  <a:pt x="7541856" y="4415895"/>
                </a:moveTo>
                <a:lnTo>
                  <a:pt x="7534793" y="4415895"/>
                </a:lnTo>
                <a:cubicBezTo>
                  <a:pt x="7534537" y="4415895"/>
                  <a:pt x="7534178" y="4415537"/>
                  <a:pt x="7534178" y="4415537"/>
                </a:cubicBezTo>
                <a:lnTo>
                  <a:pt x="7530646" y="4409396"/>
                </a:lnTo>
                <a:cubicBezTo>
                  <a:pt x="7530544" y="4409191"/>
                  <a:pt x="7530646" y="4408730"/>
                  <a:pt x="7530646" y="4408730"/>
                </a:cubicBezTo>
                <a:lnTo>
                  <a:pt x="7534178" y="4402587"/>
                </a:lnTo>
                <a:cubicBezTo>
                  <a:pt x="7534331" y="4402383"/>
                  <a:pt x="7534793" y="4402230"/>
                  <a:pt x="7534793" y="4402230"/>
                </a:cubicBezTo>
                <a:lnTo>
                  <a:pt x="7541856" y="4402230"/>
                </a:lnTo>
                <a:cubicBezTo>
                  <a:pt x="7542112" y="4402230"/>
                  <a:pt x="7542470" y="4402587"/>
                  <a:pt x="7542470" y="4402587"/>
                </a:cubicBezTo>
                <a:lnTo>
                  <a:pt x="7546003" y="4408730"/>
                </a:lnTo>
                <a:cubicBezTo>
                  <a:pt x="7546105" y="4408935"/>
                  <a:pt x="7546003" y="4409396"/>
                  <a:pt x="7546003" y="4409396"/>
                </a:cubicBezTo>
                <a:lnTo>
                  <a:pt x="7542470" y="4415537"/>
                </a:lnTo>
                <a:cubicBezTo>
                  <a:pt x="7542316" y="4415742"/>
                  <a:pt x="7541856" y="4415895"/>
                  <a:pt x="7541856" y="4415895"/>
                </a:cubicBezTo>
                <a:close/>
                <a:moveTo>
                  <a:pt x="7740176" y="4415895"/>
                </a:moveTo>
                <a:lnTo>
                  <a:pt x="7733113" y="4415895"/>
                </a:lnTo>
                <a:cubicBezTo>
                  <a:pt x="7732857" y="4415895"/>
                  <a:pt x="7732498" y="4415537"/>
                  <a:pt x="7732498" y="4415537"/>
                </a:cubicBezTo>
                <a:lnTo>
                  <a:pt x="7728967" y="4409396"/>
                </a:lnTo>
                <a:cubicBezTo>
                  <a:pt x="7728865" y="4409191"/>
                  <a:pt x="7728967" y="4408730"/>
                  <a:pt x="7728967" y="4408730"/>
                </a:cubicBezTo>
                <a:lnTo>
                  <a:pt x="7732498" y="4402587"/>
                </a:lnTo>
                <a:cubicBezTo>
                  <a:pt x="7732653" y="4402383"/>
                  <a:pt x="7733113" y="4402230"/>
                  <a:pt x="7733113" y="4402230"/>
                </a:cubicBezTo>
                <a:lnTo>
                  <a:pt x="7740176" y="4402230"/>
                </a:lnTo>
                <a:cubicBezTo>
                  <a:pt x="7740432" y="4402230"/>
                  <a:pt x="7740790" y="4402587"/>
                  <a:pt x="7740790" y="4402587"/>
                </a:cubicBezTo>
                <a:lnTo>
                  <a:pt x="7744322" y="4408730"/>
                </a:lnTo>
                <a:cubicBezTo>
                  <a:pt x="7744424" y="4408935"/>
                  <a:pt x="7744322" y="4409396"/>
                  <a:pt x="7744322" y="4409396"/>
                </a:cubicBezTo>
                <a:lnTo>
                  <a:pt x="7740790" y="4415537"/>
                </a:lnTo>
                <a:cubicBezTo>
                  <a:pt x="7740637" y="4415742"/>
                  <a:pt x="7740176" y="4415895"/>
                  <a:pt x="7740176" y="4415895"/>
                </a:cubicBezTo>
                <a:close/>
                <a:moveTo>
                  <a:pt x="7938283" y="4415895"/>
                </a:moveTo>
                <a:lnTo>
                  <a:pt x="7931220" y="4415895"/>
                </a:lnTo>
                <a:cubicBezTo>
                  <a:pt x="7930963" y="4415895"/>
                  <a:pt x="7930605" y="4415537"/>
                  <a:pt x="7930605" y="4415537"/>
                </a:cubicBezTo>
                <a:lnTo>
                  <a:pt x="7927074" y="4409396"/>
                </a:lnTo>
                <a:cubicBezTo>
                  <a:pt x="7926971" y="4409191"/>
                  <a:pt x="7927074" y="4408730"/>
                  <a:pt x="7927074" y="4408730"/>
                </a:cubicBezTo>
                <a:lnTo>
                  <a:pt x="7930605" y="4402587"/>
                </a:lnTo>
                <a:cubicBezTo>
                  <a:pt x="7930758" y="4402383"/>
                  <a:pt x="7931220" y="4402230"/>
                  <a:pt x="7931220" y="4402230"/>
                </a:cubicBezTo>
                <a:lnTo>
                  <a:pt x="7938283" y="4402230"/>
                </a:lnTo>
                <a:cubicBezTo>
                  <a:pt x="7938538" y="4402230"/>
                  <a:pt x="7938897" y="4402587"/>
                  <a:pt x="7938897" y="4402587"/>
                </a:cubicBezTo>
                <a:lnTo>
                  <a:pt x="7942429" y="4408730"/>
                </a:lnTo>
                <a:cubicBezTo>
                  <a:pt x="7942531" y="4408935"/>
                  <a:pt x="7942429" y="4409396"/>
                  <a:pt x="7942429" y="4409396"/>
                </a:cubicBezTo>
                <a:lnTo>
                  <a:pt x="7938897" y="4415537"/>
                </a:lnTo>
                <a:cubicBezTo>
                  <a:pt x="7938743" y="4415742"/>
                  <a:pt x="7938283" y="4415895"/>
                  <a:pt x="7938283" y="4415895"/>
                </a:cubicBezTo>
                <a:close/>
                <a:moveTo>
                  <a:pt x="8136634" y="4415895"/>
                </a:moveTo>
                <a:lnTo>
                  <a:pt x="8129571" y="4415895"/>
                </a:lnTo>
                <a:cubicBezTo>
                  <a:pt x="8129314" y="4415895"/>
                  <a:pt x="8128957" y="4415537"/>
                  <a:pt x="8128957" y="4415537"/>
                </a:cubicBezTo>
                <a:lnTo>
                  <a:pt x="8125426" y="4409396"/>
                </a:lnTo>
                <a:cubicBezTo>
                  <a:pt x="8125324" y="4409191"/>
                  <a:pt x="8125426" y="4408730"/>
                  <a:pt x="8125426" y="4408730"/>
                </a:cubicBezTo>
                <a:lnTo>
                  <a:pt x="8128957" y="4402587"/>
                </a:lnTo>
                <a:cubicBezTo>
                  <a:pt x="8129111" y="4402383"/>
                  <a:pt x="8129571" y="4402230"/>
                  <a:pt x="8129571" y="4402230"/>
                </a:cubicBezTo>
                <a:lnTo>
                  <a:pt x="8136634" y="4402230"/>
                </a:lnTo>
                <a:cubicBezTo>
                  <a:pt x="8136891" y="4402230"/>
                  <a:pt x="8137249" y="4402587"/>
                  <a:pt x="8137249" y="4402587"/>
                </a:cubicBezTo>
                <a:lnTo>
                  <a:pt x="8140780" y="4408730"/>
                </a:lnTo>
                <a:cubicBezTo>
                  <a:pt x="8140883" y="4408935"/>
                  <a:pt x="8140780" y="4409396"/>
                  <a:pt x="8140780" y="4409396"/>
                </a:cubicBezTo>
                <a:lnTo>
                  <a:pt x="8137249" y="4415537"/>
                </a:lnTo>
                <a:cubicBezTo>
                  <a:pt x="8137096" y="4415742"/>
                  <a:pt x="8136634" y="4415895"/>
                  <a:pt x="8136634" y="4415895"/>
                </a:cubicBezTo>
                <a:close/>
                <a:moveTo>
                  <a:pt x="8334837" y="4415895"/>
                </a:moveTo>
                <a:lnTo>
                  <a:pt x="8327772" y="4415895"/>
                </a:lnTo>
                <a:cubicBezTo>
                  <a:pt x="8327516" y="4415895"/>
                  <a:pt x="8327159" y="4415537"/>
                  <a:pt x="8327159" y="4415537"/>
                </a:cubicBezTo>
                <a:lnTo>
                  <a:pt x="8323627" y="4409396"/>
                </a:lnTo>
                <a:cubicBezTo>
                  <a:pt x="8323525" y="4409191"/>
                  <a:pt x="8323627" y="4408730"/>
                  <a:pt x="8323627" y="4408730"/>
                </a:cubicBezTo>
                <a:lnTo>
                  <a:pt x="8327159" y="4402587"/>
                </a:lnTo>
                <a:cubicBezTo>
                  <a:pt x="8327313" y="4402383"/>
                  <a:pt x="8327772" y="4402230"/>
                  <a:pt x="8327772" y="4402230"/>
                </a:cubicBezTo>
                <a:lnTo>
                  <a:pt x="8334837" y="4402230"/>
                </a:lnTo>
                <a:cubicBezTo>
                  <a:pt x="8335092" y="4402230"/>
                  <a:pt x="8335451" y="4402587"/>
                  <a:pt x="8335451" y="4402587"/>
                </a:cubicBezTo>
                <a:lnTo>
                  <a:pt x="8338982" y="4408730"/>
                </a:lnTo>
                <a:cubicBezTo>
                  <a:pt x="8339085" y="4408935"/>
                  <a:pt x="8338982" y="4409396"/>
                  <a:pt x="8338982" y="4409396"/>
                </a:cubicBezTo>
                <a:lnTo>
                  <a:pt x="8335451" y="4415537"/>
                </a:lnTo>
                <a:cubicBezTo>
                  <a:pt x="8335297" y="4415742"/>
                  <a:pt x="8334837" y="4415895"/>
                  <a:pt x="8334837" y="4415895"/>
                </a:cubicBezTo>
                <a:close/>
                <a:moveTo>
                  <a:pt x="8533154" y="4415895"/>
                </a:moveTo>
                <a:lnTo>
                  <a:pt x="8526090" y="4415895"/>
                </a:lnTo>
                <a:cubicBezTo>
                  <a:pt x="8525834" y="4415895"/>
                  <a:pt x="8525476" y="4415537"/>
                  <a:pt x="8525476" y="4415537"/>
                </a:cubicBezTo>
                <a:lnTo>
                  <a:pt x="8521945" y="4409396"/>
                </a:lnTo>
                <a:cubicBezTo>
                  <a:pt x="8521843" y="4409191"/>
                  <a:pt x="8521945" y="4408730"/>
                  <a:pt x="8521945" y="4408730"/>
                </a:cubicBezTo>
                <a:lnTo>
                  <a:pt x="8525476" y="4402588"/>
                </a:lnTo>
                <a:cubicBezTo>
                  <a:pt x="8525630" y="4402384"/>
                  <a:pt x="8526090" y="4402231"/>
                  <a:pt x="8526090" y="4402231"/>
                </a:cubicBezTo>
                <a:lnTo>
                  <a:pt x="8533154" y="4402231"/>
                </a:lnTo>
                <a:cubicBezTo>
                  <a:pt x="8533409" y="4402231"/>
                  <a:pt x="8533768" y="4402588"/>
                  <a:pt x="8533768" y="4402588"/>
                </a:cubicBezTo>
                <a:lnTo>
                  <a:pt x="8537299" y="4408730"/>
                </a:lnTo>
                <a:cubicBezTo>
                  <a:pt x="8537402" y="4408935"/>
                  <a:pt x="8537299" y="4409396"/>
                  <a:pt x="8537299" y="4409396"/>
                </a:cubicBezTo>
                <a:lnTo>
                  <a:pt x="8533768" y="4415537"/>
                </a:lnTo>
                <a:cubicBezTo>
                  <a:pt x="8533615" y="4415742"/>
                  <a:pt x="8533154" y="4415895"/>
                  <a:pt x="8533154" y="4415895"/>
                </a:cubicBezTo>
                <a:close/>
                <a:moveTo>
                  <a:pt x="8731308" y="4415895"/>
                </a:moveTo>
                <a:lnTo>
                  <a:pt x="8724245" y="4415895"/>
                </a:lnTo>
                <a:cubicBezTo>
                  <a:pt x="8723989" y="4415895"/>
                  <a:pt x="8723631" y="4415537"/>
                  <a:pt x="8723631" y="4415537"/>
                </a:cubicBezTo>
                <a:lnTo>
                  <a:pt x="8720100" y="4409396"/>
                </a:lnTo>
                <a:cubicBezTo>
                  <a:pt x="8719997" y="4409191"/>
                  <a:pt x="8720100" y="4408730"/>
                  <a:pt x="8720100" y="4408730"/>
                </a:cubicBezTo>
                <a:lnTo>
                  <a:pt x="8723631" y="4402587"/>
                </a:lnTo>
                <a:cubicBezTo>
                  <a:pt x="8723785" y="4402383"/>
                  <a:pt x="8724245" y="4402230"/>
                  <a:pt x="8724245" y="4402230"/>
                </a:cubicBezTo>
                <a:lnTo>
                  <a:pt x="8731308" y="4402230"/>
                </a:lnTo>
                <a:cubicBezTo>
                  <a:pt x="8731564" y="4402230"/>
                  <a:pt x="8731923" y="4402587"/>
                  <a:pt x="8731923" y="4402587"/>
                </a:cubicBezTo>
                <a:lnTo>
                  <a:pt x="8735456" y="4408730"/>
                </a:lnTo>
                <a:cubicBezTo>
                  <a:pt x="8735558" y="4408935"/>
                  <a:pt x="8735456" y="4409396"/>
                  <a:pt x="8735456" y="4409396"/>
                </a:cubicBezTo>
                <a:lnTo>
                  <a:pt x="8731923" y="4415537"/>
                </a:lnTo>
                <a:cubicBezTo>
                  <a:pt x="8731769" y="4415742"/>
                  <a:pt x="8731308" y="4415895"/>
                  <a:pt x="8731308" y="4415895"/>
                </a:cubicBezTo>
                <a:close/>
                <a:moveTo>
                  <a:pt x="8929614" y="4415895"/>
                </a:moveTo>
                <a:lnTo>
                  <a:pt x="8922550" y="4415895"/>
                </a:lnTo>
                <a:cubicBezTo>
                  <a:pt x="8922295" y="4415895"/>
                  <a:pt x="8921936" y="4415537"/>
                  <a:pt x="8921936" y="4415537"/>
                </a:cubicBezTo>
                <a:lnTo>
                  <a:pt x="8918405" y="4409396"/>
                </a:lnTo>
                <a:cubicBezTo>
                  <a:pt x="8918303" y="4409191"/>
                  <a:pt x="8918405" y="4408730"/>
                  <a:pt x="8918405" y="4408730"/>
                </a:cubicBezTo>
                <a:lnTo>
                  <a:pt x="8921936" y="4402587"/>
                </a:lnTo>
                <a:cubicBezTo>
                  <a:pt x="8922090" y="4402383"/>
                  <a:pt x="8922550" y="4402230"/>
                  <a:pt x="8922550" y="4402230"/>
                </a:cubicBezTo>
                <a:lnTo>
                  <a:pt x="8929614" y="4402230"/>
                </a:lnTo>
                <a:cubicBezTo>
                  <a:pt x="8929869" y="4402230"/>
                  <a:pt x="8930228" y="4402587"/>
                  <a:pt x="8930228" y="4402587"/>
                </a:cubicBezTo>
                <a:lnTo>
                  <a:pt x="8933760" y="4408730"/>
                </a:lnTo>
                <a:cubicBezTo>
                  <a:pt x="8933862" y="4408935"/>
                  <a:pt x="8933760" y="4409396"/>
                  <a:pt x="8933760" y="4409396"/>
                </a:cubicBezTo>
                <a:lnTo>
                  <a:pt x="8930228" y="4415537"/>
                </a:lnTo>
                <a:cubicBezTo>
                  <a:pt x="8930074" y="4415742"/>
                  <a:pt x="8929614" y="4415895"/>
                  <a:pt x="8929614" y="4415895"/>
                </a:cubicBezTo>
                <a:close/>
                <a:moveTo>
                  <a:pt x="9127820" y="4415895"/>
                </a:moveTo>
                <a:lnTo>
                  <a:pt x="9120758" y="4415895"/>
                </a:lnTo>
                <a:cubicBezTo>
                  <a:pt x="9120502" y="4415895"/>
                  <a:pt x="9120143" y="4415537"/>
                  <a:pt x="9120143" y="4415537"/>
                </a:cubicBezTo>
                <a:lnTo>
                  <a:pt x="9116612" y="4409396"/>
                </a:lnTo>
                <a:cubicBezTo>
                  <a:pt x="9116509" y="4409191"/>
                  <a:pt x="9116612" y="4408730"/>
                  <a:pt x="9116612" y="4408730"/>
                </a:cubicBezTo>
                <a:lnTo>
                  <a:pt x="9120143" y="4402587"/>
                </a:lnTo>
                <a:cubicBezTo>
                  <a:pt x="9120297" y="4402383"/>
                  <a:pt x="9120758" y="4402230"/>
                  <a:pt x="9120758" y="4402230"/>
                </a:cubicBezTo>
                <a:lnTo>
                  <a:pt x="9127820" y="4402230"/>
                </a:lnTo>
                <a:cubicBezTo>
                  <a:pt x="9128077" y="4402230"/>
                  <a:pt x="9128434" y="4402587"/>
                  <a:pt x="9128434" y="4402587"/>
                </a:cubicBezTo>
                <a:lnTo>
                  <a:pt x="9131967" y="4408730"/>
                </a:lnTo>
                <a:cubicBezTo>
                  <a:pt x="9132069" y="4408935"/>
                  <a:pt x="9131967" y="4409396"/>
                  <a:pt x="9131967" y="4409396"/>
                </a:cubicBezTo>
                <a:lnTo>
                  <a:pt x="9128434" y="4415537"/>
                </a:lnTo>
                <a:cubicBezTo>
                  <a:pt x="9128281" y="4415742"/>
                  <a:pt x="9127820" y="4415895"/>
                  <a:pt x="9127820" y="4415895"/>
                </a:cubicBezTo>
                <a:close/>
                <a:moveTo>
                  <a:pt x="9325997" y="4415895"/>
                </a:moveTo>
                <a:lnTo>
                  <a:pt x="9318934" y="4415895"/>
                </a:lnTo>
                <a:cubicBezTo>
                  <a:pt x="9318676" y="4415895"/>
                  <a:pt x="9318318" y="4415537"/>
                  <a:pt x="9318318" y="4415537"/>
                </a:cubicBezTo>
                <a:lnTo>
                  <a:pt x="9314788" y="4409396"/>
                </a:lnTo>
                <a:cubicBezTo>
                  <a:pt x="9314684" y="4409191"/>
                  <a:pt x="9314788" y="4408730"/>
                  <a:pt x="9314788" y="4408730"/>
                </a:cubicBezTo>
                <a:lnTo>
                  <a:pt x="9318318" y="4402587"/>
                </a:lnTo>
                <a:cubicBezTo>
                  <a:pt x="9318472" y="4402383"/>
                  <a:pt x="9318934" y="4402230"/>
                  <a:pt x="9318934" y="4402230"/>
                </a:cubicBezTo>
                <a:lnTo>
                  <a:pt x="9325997" y="4402230"/>
                </a:lnTo>
                <a:cubicBezTo>
                  <a:pt x="9326253" y="4402230"/>
                  <a:pt x="9326610" y="4402587"/>
                  <a:pt x="9326610" y="4402587"/>
                </a:cubicBezTo>
                <a:lnTo>
                  <a:pt x="9330141" y="4408730"/>
                </a:lnTo>
                <a:cubicBezTo>
                  <a:pt x="9330244" y="4408935"/>
                  <a:pt x="9330141" y="4409396"/>
                  <a:pt x="9330141" y="4409396"/>
                </a:cubicBezTo>
                <a:lnTo>
                  <a:pt x="9326610" y="4415537"/>
                </a:lnTo>
                <a:cubicBezTo>
                  <a:pt x="9326458" y="4415742"/>
                  <a:pt x="9325997" y="4415895"/>
                  <a:pt x="9325997" y="4415895"/>
                </a:cubicBezTo>
                <a:close/>
                <a:moveTo>
                  <a:pt x="9524279" y="4415895"/>
                </a:moveTo>
                <a:lnTo>
                  <a:pt x="9517217" y="4415895"/>
                </a:lnTo>
                <a:cubicBezTo>
                  <a:pt x="9516960" y="4415895"/>
                  <a:pt x="9516603" y="4415537"/>
                  <a:pt x="9516603" y="4415537"/>
                </a:cubicBezTo>
                <a:lnTo>
                  <a:pt x="9513071" y="4409396"/>
                </a:lnTo>
                <a:cubicBezTo>
                  <a:pt x="9512968" y="4409191"/>
                  <a:pt x="9513071" y="4408730"/>
                  <a:pt x="9513071" y="4408730"/>
                </a:cubicBezTo>
                <a:lnTo>
                  <a:pt x="9516603" y="4402587"/>
                </a:lnTo>
                <a:cubicBezTo>
                  <a:pt x="9516756" y="4402383"/>
                  <a:pt x="9517217" y="4402230"/>
                  <a:pt x="9517217" y="4402230"/>
                </a:cubicBezTo>
                <a:lnTo>
                  <a:pt x="9524279" y="4402230"/>
                </a:lnTo>
                <a:cubicBezTo>
                  <a:pt x="9524536" y="4402230"/>
                  <a:pt x="9524892" y="4402587"/>
                  <a:pt x="9524892" y="4402587"/>
                </a:cubicBezTo>
                <a:lnTo>
                  <a:pt x="9528426" y="4408730"/>
                </a:lnTo>
                <a:cubicBezTo>
                  <a:pt x="9528528" y="4408935"/>
                  <a:pt x="9528426" y="4409396"/>
                  <a:pt x="9528426" y="4409396"/>
                </a:cubicBezTo>
                <a:lnTo>
                  <a:pt x="9524892" y="4415537"/>
                </a:lnTo>
                <a:cubicBezTo>
                  <a:pt x="9524740" y="4415742"/>
                  <a:pt x="9524279" y="4415895"/>
                  <a:pt x="9524279" y="4415895"/>
                </a:cubicBezTo>
                <a:close/>
                <a:moveTo>
                  <a:pt x="9722569" y="4415895"/>
                </a:moveTo>
                <a:lnTo>
                  <a:pt x="9715507" y="4415895"/>
                </a:lnTo>
                <a:cubicBezTo>
                  <a:pt x="9715251" y="4415895"/>
                  <a:pt x="9714893" y="4415537"/>
                  <a:pt x="9714893" y="4415537"/>
                </a:cubicBezTo>
                <a:lnTo>
                  <a:pt x="9711362" y="4409396"/>
                </a:lnTo>
                <a:cubicBezTo>
                  <a:pt x="9711259" y="4409191"/>
                  <a:pt x="9711362" y="4408730"/>
                  <a:pt x="9711362" y="4408730"/>
                </a:cubicBezTo>
                <a:lnTo>
                  <a:pt x="9714893" y="4402587"/>
                </a:lnTo>
                <a:cubicBezTo>
                  <a:pt x="9715046" y="4402383"/>
                  <a:pt x="9715507" y="4402230"/>
                  <a:pt x="9715507" y="4402230"/>
                </a:cubicBezTo>
                <a:lnTo>
                  <a:pt x="9722569" y="4402230"/>
                </a:lnTo>
                <a:cubicBezTo>
                  <a:pt x="9722826" y="4402230"/>
                  <a:pt x="9723183" y="4402587"/>
                  <a:pt x="9723183" y="4402587"/>
                </a:cubicBezTo>
                <a:lnTo>
                  <a:pt x="9726716" y="4408730"/>
                </a:lnTo>
                <a:cubicBezTo>
                  <a:pt x="9726819" y="4408935"/>
                  <a:pt x="9726716" y="4409396"/>
                  <a:pt x="9726716" y="4409396"/>
                </a:cubicBezTo>
                <a:lnTo>
                  <a:pt x="9723183" y="4415537"/>
                </a:lnTo>
                <a:cubicBezTo>
                  <a:pt x="9723030" y="4415742"/>
                  <a:pt x="9722569" y="4415895"/>
                  <a:pt x="9722569" y="4415895"/>
                </a:cubicBezTo>
                <a:close/>
                <a:moveTo>
                  <a:pt x="9920708" y="4415895"/>
                </a:moveTo>
                <a:lnTo>
                  <a:pt x="9913645" y="4415895"/>
                </a:lnTo>
                <a:cubicBezTo>
                  <a:pt x="9913389" y="4415895"/>
                  <a:pt x="9913031" y="4415537"/>
                  <a:pt x="9913031" y="4415537"/>
                </a:cubicBezTo>
                <a:lnTo>
                  <a:pt x="9909500" y="4409396"/>
                </a:lnTo>
                <a:cubicBezTo>
                  <a:pt x="9909398" y="4409191"/>
                  <a:pt x="9909500" y="4408730"/>
                  <a:pt x="9909500" y="4408730"/>
                </a:cubicBezTo>
                <a:lnTo>
                  <a:pt x="9913031" y="4402587"/>
                </a:lnTo>
                <a:cubicBezTo>
                  <a:pt x="9913183" y="4402383"/>
                  <a:pt x="9913645" y="4402230"/>
                  <a:pt x="9913645" y="4402230"/>
                </a:cubicBezTo>
                <a:lnTo>
                  <a:pt x="9920708" y="4402230"/>
                </a:lnTo>
                <a:cubicBezTo>
                  <a:pt x="9920965" y="4402230"/>
                  <a:pt x="9921321" y="4402587"/>
                  <a:pt x="9921321" y="4402587"/>
                </a:cubicBezTo>
                <a:lnTo>
                  <a:pt x="9924853" y="4408730"/>
                </a:lnTo>
                <a:cubicBezTo>
                  <a:pt x="9924956" y="4408935"/>
                  <a:pt x="9924853" y="4409396"/>
                  <a:pt x="9924853" y="4409396"/>
                </a:cubicBezTo>
                <a:lnTo>
                  <a:pt x="9921321" y="4415537"/>
                </a:lnTo>
                <a:cubicBezTo>
                  <a:pt x="9921167" y="4415742"/>
                  <a:pt x="9920708" y="4415895"/>
                  <a:pt x="9920708" y="4415895"/>
                </a:cubicBezTo>
                <a:close/>
                <a:moveTo>
                  <a:pt x="10118929" y="4415895"/>
                </a:moveTo>
                <a:lnTo>
                  <a:pt x="10111866" y="4415895"/>
                </a:lnTo>
                <a:cubicBezTo>
                  <a:pt x="10111611" y="4415895"/>
                  <a:pt x="10111252" y="4415537"/>
                  <a:pt x="10111252" y="4415537"/>
                </a:cubicBezTo>
                <a:lnTo>
                  <a:pt x="10107721" y="4409396"/>
                </a:lnTo>
                <a:cubicBezTo>
                  <a:pt x="10107619" y="4409191"/>
                  <a:pt x="10107721" y="4408730"/>
                  <a:pt x="10107721" y="4408730"/>
                </a:cubicBezTo>
                <a:lnTo>
                  <a:pt x="10111252" y="4402587"/>
                </a:lnTo>
                <a:cubicBezTo>
                  <a:pt x="10111406" y="4402383"/>
                  <a:pt x="10111866" y="4402230"/>
                  <a:pt x="10111866" y="4402230"/>
                </a:cubicBezTo>
                <a:lnTo>
                  <a:pt x="10118929" y="4402230"/>
                </a:lnTo>
                <a:cubicBezTo>
                  <a:pt x="10119186" y="4402230"/>
                  <a:pt x="10119544" y="4402587"/>
                  <a:pt x="10119544" y="4402587"/>
                </a:cubicBezTo>
                <a:lnTo>
                  <a:pt x="10123076" y="4408730"/>
                </a:lnTo>
                <a:cubicBezTo>
                  <a:pt x="10123178" y="4408935"/>
                  <a:pt x="10123076" y="4409396"/>
                  <a:pt x="10123076" y="4409396"/>
                </a:cubicBezTo>
                <a:lnTo>
                  <a:pt x="10119544" y="4415537"/>
                </a:lnTo>
                <a:cubicBezTo>
                  <a:pt x="10119391" y="4415742"/>
                  <a:pt x="10118929" y="4415895"/>
                  <a:pt x="10118929" y="4415895"/>
                </a:cubicBezTo>
                <a:close/>
                <a:moveTo>
                  <a:pt x="10317202" y="4415895"/>
                </a:moveTo>
                <a:lnTo>
                  <a:pt x="10310139" y="4415895"/>
                </a:lnTo>
                <a:cubicBezTo>
                  <a:pt x="10309883" y="4415895"/>
                  <a:pt x="10309525" y="4415537"/>
                  <a:pt x="10309525" y="4415537"/>
                </a:cubicBezTo>
                <a:lnTo>
                  <a:pt x="10305993" y="4409396"/>
                </a:lnTo>
                <a:cubicBezTo>
                  <a:pt x="10305891" y="4409191"/>
                  <a:pt x="10305993" y="4408730"/>
                  <a:pt x="10305993" y="4408730"/>
                </a:cubicBezTo>
                <a:lnTo>
                  <a:pt x="10309525" y="4402587"/>
                </a:lnTo>
                <a:cubicBezTo>
                  <a:pt x="10309678" y="4402383"/>
                  <a:pt x="10310139" y="4402230"/>
                  <a:pt x="10310139" y="4402230"/>
                </a:cubicBezTo>
                <a:lnTo>
                  <a:pt x="10317202" y="4402230"/>
                </a:lnTo>
                <a:cubicBezTo>
                  <a:pt x="10317458" y="4402230"/>
                  <a:pt x="10317817" y="4402587"/>
                  <a:pt x="10317817" y="4402587"/>
                </a:cubicBezTo>
                <a:lnTo>
                  <a:pt x="10321348" y="4408730"/>
                </a:lnTo>
                <a:cubicBezTo>
                  <a:pt x="10321450" y="4408935"/>
                  <a:pt x="10321348" y="4409396"/>
                  <a:pt x="10321348" y="4409396"/>
                </a:cubicBezTo>
                <a:lnTo>
                  <a:pt x="10317817" y="4415537"/>
                </a:lnTo>
                <a:cubicBezTo>
                  <a:pt x="10317663" y="4415742"/>
                  <a:pt x="10317202" y="4415895"/>
                  <a:pt x="10317202" y="4415895"/>
                </a:cubicBezTo>
                <a:close/>
                <a:moveTo>
                  <a:pt x="1398928" y="4579213"/>
                </a:moveTo>
                <a:lnTo>
                  <a:pt x="1391866" y="4579213"/>
                </a:lnTo>
                <a:cubicBezTo>
                  <a:pt x="1391610" y="4579213"/>
                  <a:pt x="1391252" y="4578855"/>
                  <a:pt x="1391252" y="4578855"/>
                </a:cubicBezTo>
                <a:lnTo>
                  <a:pt x="1387720" y="4572713"/>
                </a:lnTo>
                <a:cubicBezTo>
                  <a:pt x="1387617" y="4572508"/>
                  <a:pt x="1387720" y="4572047"/>
                  <a:pt x="1387720" y="4572047"/>
                </a:cubicBezTo>
                <a:lnTo>
                  <a:pt x="1391252" y="4565905"/>
                </a:lnTo>
                <a:cubicBezTo>
                  <a:pt x="1391406" y="4565701"/>
                  <a:pt x="1391866" y="4565547"/>
                  <a:pt x="1391866" y="4565547"/>
                </a:cubicBezTo>
                <a:lnTo>
                  <a:pt x="1398928" y="4565547"/>
                </a:lnTo>
                <a:cubicBezTo>
                  <a:pt x="1399185" y="4565547"/>
                  <a:pt x="1399544" y="4565905"/>
                  <a:pt x="1399544" y="4565905"/>
                </a:cubicBezTo>
                <a:lnTo>
                  <a:pt x="1403074" y="4572047"/>
                </a:lnTo>
                <a:cubicBezTo>
                  <a:pt x="1403177" y="4572251"/>
                  <a:pt x="1403074" y="4572713"/>
                  <a:pt x="1403074" y="4572713"/>
                </a:cubicBezTo>
                <a:lnTo>
                  <a:pt x="1399544" y="4578855"/>
                </a:lnTo>
                <a:cubicBezTo>
                  <a:pt x="1399389" y="4579060"/>
                  <a:pt x="1398928" y="4579213"/>
                  <a:pt x="1398928" y="4579213"/>
                </a:cubicBezTo>
                <a:close/>
                <a:moveTo>
                  <a:pt x="1795378" y="4579216"/>
                </a:moveTo>
                <a:lnTo>
                  <a:pt x="1788315" y="4579216"/>
                </a:lnTo>
                <a:cubicBezTo>
                  <a:pt x="1788060" y="4579216"/>
                  <a:pt x="1787701" y="4578857"/>
                  <a:pt x="1787701" y="4578857"/>
                </a:cubicBezTo>
                <a:lnTo>
                  <a:pt x="1784170" y="4572716"/>
                </a:lnTo>
                <a:cubicBezTo>
                  <a:pt x="1784067" y="4572511"/>
                  <a:pt x="1784170" y="4572050"/>
                  <a:pt x="1784170" y="4572050"/>
                </a:cubicBezTo>
                <a:lnTo>
                  <a:pt x="1787701" y="4565909"/>
                </a:lnTo>
                <a:cubicBezTo>
                  <a:pt x="1787854" y="4565704"/>
                  <a:pt x="1788315" y="4565551"/>
                  <a:pt x="1788315" y="4565551"/>
                </a:cubicBezTo>
                <a:lnTo>
                  <a:pt x="1795378" y="4565551"/>
                </a:lnTo>
                <a:cubicBezTo>
                  <a:pt x="1795634" y="4565551"/>
                  <a:pt x="1795992" y="4565909"/>
                  <a:pt x="1795992" y="4565909"/>
                </a:cubicBezTo>
                <a:lnTo>
                  <a:pt x="1799524" y="4572050"/>
                </a:lnTo>
                <a:cubicBezTo>
                  <a:pt x="1799626" y="4572255"/>
                  <a:pt x="1799524" y="4572716"/>
                  <a:pt x="1799524" y="4572716"/>
                </a:cubicBezTo>
                <a:lnTo>
                  <a:pt x="1795992" y="4578857"/>
                </a:lnTo>
                <a:cubicBezTo>
                  <a:pt x="1795838" y="4579062"/>
                  <a:pt x="1795378" y="4579216"/>
                  <a:pt x="1795378" y="4579216"/>
                </a:cubicBezTo>
                <a:close/>
                <a:moveTo>
                  <a:pt x="1200704" y="4579217"/>
                </a:moveTo>
                <a:lnTo>
                  <a:pt x="1193642" y="4579217"/>
                </a:lnTo>
                <a:cubicBezTo>
                  <a:pt x="1193386" y="4579217"/>
                  <a:pt x="1193028" y="4578859"/>
                  <a:pt x="1193028" y="4578859"/>
                </a:cubicBezTo>
                <a:lnTo>
                  <a:pt x="1189495" y="4572716"/>
                </a:lnTo>
                <a:cubicBezTo>
                  <a:pt x="1189393" y="4572511"/>
                  <a:pt x="1189495" y="4572051"/>
                  <a:pt x="1189495" y="4572051"/>
                </a:cubicBezTo>
                <a:lnTo>
                  <a:pt x="1193028" y="4565910"/>
                </a:lnTo>
                <a:cubicBezTo>
                  <a:pt x="1193180" y="4565705"/>
                  <a:pt x="1193642" y="4565551"/>
                  <a:pt x="1193642" y="4565551"/>
                </a:cubicBezTo>
                <a:lnTo>
                  <a:pt x="1200704" y="4565551"/>
                </a:lnTo>
                <a:cubicBezTo>
                  <a:pt x="1200960" y="4565551"/>
                  <a:pt x="1201318" y="4565910"/>
                  <a:pt x="1201318" y="4565910"/>
                </a:cubicBezTo>
                <a:lnTo>
                  <a:pt x="1204850" y="4572051"/>
                </a:lnTo>
                <a:cubicBezTo>
                  <a:pt x="1204952" y="4572256"/>
                  <a:pt x="1204850" y="4572716"/>
                  <a:pt x="1204850" y="4572716"/>
                </a:cubicBezTo>
                <a:lnTo>
                  <a:pt x="1201318" y="4578859"/>
                </a:lnTo>
                <a:cubicBezTo>
                  <a:pt x="1201165" y="4579063"/>
                  <a:pt x="1200704" y="4579217"/>
                  <a:pt x="1200704" y="4579217"/>
                </a:cubicBezTo>
                <a:close/>
                <a:moveTo>
                  <a:pt x="804204" y="4579226"/>
                </a:moveTo>
                <a:lnTo>
                  <a:pt x="797140" y="4579226"/>
                </a:lnTo>
                <a:cubicBezTo>
                  <a:pt x="796886" y="4579226"/>
                  <a:pt x="796526" y="4578867"/>
                  <a:pt x="796526" y="4578867"/>
                </a:cubicBezTo>
                <a:lnTo>
                  <a:pt x="792995" y="4572725"/>
                </a:lnTo>
                <a:cubicBezTo>
                  <a:pt x="792893" y="4572520"/>
                  <a:pt x="792995" y="4572060"/>
                  <a:pt x="792995" y="4572060"/>
                </a:cubicBezTo>
                <a:lnTo>
                  <a:pt x="796526" y="4565918"/>
                </a:lnTo>
                <a:cubicBezTo>
                  <a:pt x="796680" y="4565713"/>
                  <a:pt x="797140" y="4565560"/>
                  <a:pt x="797140" y="4565560"/>
                </a:cubicBezTo>
                <a:lnTo>
                  <a:pt x="804204" y="4565560"/>
                </a:lnTo>
                <a:cubicBezTo>
                  <a:pt x="804460" y="4565560"/>
                  <a:pt x="804818" y="4565918"/>
                  <a:pt x="804818" y="4565918"/>
                </a:cubicBezTo>
                <a:lnTo>
                  <a:pt x="808350" y="4572060"/>
                </a:lnTo>
                <a:cubicBezTo>
                  <a:pt x="808452" y="4572265"/>
                  <a:pt x="808350" y="4572725"/>
                  <a:pt x="808350" y="4572725"/>
                </a:cubicBezTo>
                <a:lnTo>
                  <a:pt x="804818" y="4578867"/>
                </a:lnTo>
                <a:cubicBezTo>
                  <a:pt x="804665" y="4579072"/>
                  <a:pt x="804204" y="4579226"/>
                  <a:pt x="804204" y="4579226"/>
                </a:cubicBezTo>
                <a:close/>
                <a:moveTo>
                  <a:pt x="1993654" y="4579227"/>
                </a:moveTo>
                <a:lnTo>
                  <a:pt x="1986590" y="4579227"/>
                </a:lnTo>
                <a:cubicBezTo>
                  <a:pt x="1986336" y="4579227"/>
                  <a:pt x="1985976" y="4578869"/>
                  <a:pt x="1985976" y="4578869"/>
                </a:cubicBezTo>
                <a:lnTo>
                  <a:pt x="1982445" y="4572727"/>
                </a:lnTo>
                <a:cubicBezTo>
                  <a:pt x="1982343" y="4572523"/>
                  <a:pt x="1982445" y="4572062"/>
                  <a:pt x="1982445" y="4572062"/>
                </a:cubicBezTo>
                <a:lnTo>
                  <a:pt x="1985976" y="4565921"/>
                </a:lnTo>
                <a:cubicBezTo>
                  <a:pt x="1986130" y="4565716"/>
                  <a:pt x="1986590" y="4565562"/>
                  <a:pt x="1986590" y="4565562"/>
                </a:cubicBezTo>
                <a:lnTo>
                  <a:pt x="1993654" y="4565562"/>
                </a:lnTo>
                <a:cubicBezTo>
                  <a:pt x="1993910" y="4565562"/>
                  <a:pt x="1994268" y="4565921"/>
                  <a:pt x="1994268" y="4565921"/>
                </a:cubicBezTo>
                <a:lnTo>
                  <a:pt x="1997800" y="4572062"/>
                </a:lnTo>
                <a:cubicBezTo>
                  <a:pt x="1997902" y="4572266"/>
                  <a:pt x="1997800" y="4572727"/>
                  <a:pt x="1997800" y="4572727"/>
                </a:cubicBezTo>
                <a:lnTo>
                  <a:pt x="1994268" y="4578869"/>
                </a:lnTo>
                <a:cubicBezTo>
                  <a:pt x="1994114" y="4579074"/>
                  <a:pt x="1993654" y="4579227"/>
                  <a:pt x="1993654" y="4579227"/>
                </a:cubicBezTo>
                <a:close/>
                <a:moveTo>
                  <a:pt x="1597154" y="4579231"/>
                </a:moveTo>
                <a:lnTo>
                  <a:pt x="1590090" y="4579231"/>
                </a:lnTo>
                <a:cubicBezTo>
                  <a:pt x="1589834" y="4579231"/>
                  <a:pt x="1589476" y="4578873"/>
                  <a:pt x="1589476" y="4578873"/>
                </a:cubicBezTo>
                <a:lnTo>
                  <a:pt x="1585944" y="4572729"/>
                </a:lnTo>
                <a:cubicBezTo>
                  <a:pt x="1585842" y="4572526"/>
                  <a:pt x="1585944" y="4572065"/>
                  <a:pt x="1585944" y="4572065"/>
                </a:cubicBezTo>
                <a:lnTo>
                  <a:pt x="1589476" y="4565923"/>
                </a:lnTo>
                <a:cubicBezTo>
                  <a:pt x="1589630" y="4565719"/>
                  <a:pt x="1590090" y="4565565"/>
                  <a:pt x="1590090" y="4565565"/>
                </a:cubicBezTo>
                <a:lnTo>
                  <a:pt x="1597154" y="4565565"/>
                </a:lnTo>
                <a:cubicBezTo>
                  <a:pt x="1597409" y="4565565"/>
                  <a:pt x="1597768" y="4565923"/>
                  <a:pt x="1597768" y="4565923"/>
                </a:cubicBezTo>
                <a:lnTo>
                  <a:pt x="1601298" y="4572065"/>
                </a:lnTo>
                <a:cubicBezTo>
                  <a:pt x="1601401" y="4572269"/>
                  <a:pt x="1601298" y="4572729"/>
                  <a:pt x="1601298" y="4572729"/>
                </a:cubicBezTo>
                <a:lnTo>
                  <a:pt x="1597768" y="4578873"/>
                </a:lnTo>
                <a:cubicBezTo>
                  <a:pt x="1597614" y="4579077"/>
                  <a:pt x="1597154" y="4579231"/>
                  <a:pt x="1597154" y="4579231"/>
                </a:cubicBezTo>
                <a:close/>
                <a:moveTo>
                  <a:pt x="11254" y="4579241"/>
                </a:moveTo>
                <a:lnTo>
                  <a:pt x="4192" y="4579241"/>
                </a:lnTo>
                <a:cubicBezTo>
                  <a:pt x="3935" y="4579241"/>
                  <a:pt x="3578" y="4578883"/>
                  <a:pt x="3578" y="4578883"/>
                </a:cubicBezTo>
                <a:lnTo>
                  <a:pt x="46" y="4572741"/>
                </a:lnTo>
                <a:cubicBezTo>
                  <a:pt x="-57" y="4572536"/>
                  <a:pt x="46" y="4572075"/>
                  <a:pt x="46" y="4572075"/>
                </a:cubicBezTo>
                <a:lnTo>
                  <a:pt x="3578" y="4565934"/>
                </a:lnTo>
                <a:cubicBezTo>
                  <a:pt x="3731" y="4565729"/>
                  <a:pt x="4192" y="4565576"/>
                  <a:pt x="4192" y="4565576"/>
                </a:cubicBezTo>
                <a:lnTo>
                  <a:pt x="11254" y="4565576"/>
                </a:lnTo>
                <a:cubicBezTo>
                  <a:pt x="11511" y="4565576"/>
                  <a:pt x="11868" y="4565934"/>
                  <a:pt x="11868" y="4565934"/>
                </a:cubicBezTo>
                <a:lnTo>
                  <a:pt x="15400" y="4572075"/>
                </a:lnTo>
                <a:cubicBezTo>
                  <a:pt x="15503" y="4572279"/>
                  <a:pt x="15400" y="4572741"/>
                  <a:pt x="15400" y="4572741"/>
                </a:cubicBezTo>
                <a:lnTo>
                  <a:pt x="11868" y="4578883"/>
                </a:lnTo>
                <a:cubicBezTo>
                  <a:pt x="11716" y="4579088"/>
                  <a:pt x="11254" y="4579241"/>
                  <a:pt x="11254" y="4579241"/>
                </a:cubicBezTo>
                <a:close/>
                <a:moveTo>
                  <a:pt x="407754" y="4579245"/>
                </a:moveTo>
                <a:lnTo>
                  <a:pt x="400692" y="4579245"/>
                </a:lnTo>
                <a:cubicBezTo>
                  <a:pt x="400436" y="4579245"/>
                  <a:pt x="400078" y="4578887"/>
                  <a:pt x="400078" y="4578887"/>
                </a:cubicBezTo>
                <a:lnTo>
                  <a:pt x="396546" y="4572744"/>
                </a:lnTo>
                <a:cubicBezTo>
                  <a:pt x="396444" y="4572539"/>
                  <a:pt x="396546" y="4572079"/>
                  <a:pt x="396546" y="4572079"/>
                </a:cubicBezTo>
                <a:lnTo>
                  <a:pt x="400078" y="4565938"/>
                </a:lnTo>
                <a:cubicBezTo>
                  <a:pt x="400231" y="4565733"/>
                  <a:pt x="400692" y="4565579"/>
                  <a:pt x="400692" y="4565579"/>
                </a:cubicBezTo>
                <a:lnTo>
                  <a:pt x="407754" y="4565579"/>
                </a:lnTo>
                <a:cubicBezTo>
                  <a:pt x="408011" y="4565579"/>
                  <a:pt x="408369" y="4565938"/>
                  <a:pt x="408369" y="4565938"/>
                </a:cubicBezTo>
                <a:lnTo>
                  <a:pt x="411900" y="4572079"/>
                </a:lnTo>
                <a:cubicBezTo>
                  <a:pt x="412002" y="4572284"/>
                  <a:pt x="411900" y="4572744"/>
                  <a:pt x="411900" y="4572744"/>
                </a:cubicBezTo>
                <a:lnTo>
                  <a:pt x="408369" y="4578887"/>
                </a:lnTo>
                <a:cubicBezTo>
                  <a:pt x="408214" y="4579091"/>
                  <a:pt x="407754" y="4579245"/>
                  <a:pt x="407754" y="4579245"/>
                </a:cubicBezTo>
                <a:close/>
                <a:moveTo>
                  <a:pt x="209480" y="4579257"/>
                </a:moveTo>
                <a:lnTo>
                  <a:pt x="202416" y="4579257"/>
                </a:lnTo>
                <a:cubicBezTo>
                  <a:pt x="202160" y="4579257"/>
                  <a:pt x="201803" y="4578899"/>
                  <a:pt x="201803" y="4578899"/>
                </a:cubicBezTo>
                <a:lnTo>
                  <a:pt x="198270" y="4572756"/>
                </a:lnTo>
                <a:cubicBezTo>
                  <a:pt x="198168" y="4572552"/>
                  <a:pt x="198270" y="4572092"/>
                  <a:pt x="198270" y="4572092"/>
                </a:cubicBezTo>
                <a:lnTo>
                  <a:pt x="201803" y="4565950"/>
                </a:lnTo>
                <a:cubicBezTo>
                  <a:pt x="201955" y="4565746"/>
                  <a:pt x="202416" y="4565592"/>
                  <a:pt x="202416" y="4565592"/>
                </a:cubicBezTo>
                <a:lnTo>
                  <a:pt x="209480" y="4565592"/>
                </a:lnTo>
                <a:cubicBezTo>
                  <a:pt x="209735" y="4565592"/>
                  <a:pt x="210094" y="4565950"/>
                  <a:pt x="210094" y="4565950"/>
                </a:cubicBezTo>
                <a:lnTo>
                  <a:pt x="213625" y="4572092"/>
                </a:lnTo>
                <a:cubicBezTo>
                  <a:pt x="213727" y="4572296"/>
                  <a:pt x="213625" y="4572756"/>
                  <a:pt x="213625" y="4572756"/>
                </a:cubicBezTo>
                <a:lnTo>
                  <a:pt x="210094" y="4578899"/>
                </a:lnTo>
                <a:cubicBezTo>
                  <a:pt x="209940" y="4579104"/>
                  <a:pt x="209480" y="4579257"/>
                  <a:pt x="209480" y="4579257"/>
                </a:cubicBezTo>
                <a:close/>
                <a:moveTo>
                  <a:pt x="1002428" y="4579262"/>
                </a:moveTo>
                <a:lnTo>
                  <a:pt x="995366" y="4579262"/>
                </a:lnTo>
                <a:cubicBezTo>
                  <a:pt x="995110" y="4579262"/>
                  <a:pt x="994752" y="4578904"/>
                  <a:pt x="994752" y="4578904"/>
                </a:cubicBezTo>
                <a:lnTo>
                  <a:pt x="991220" y="4572762"/>
                </a:lnTo>
                <a:cubicBezTo>
                  <a:pt x="991117" y="4572557"/>
                  <a:pt x="991220" y="4572097"/>
                  <a:pt x="991220" y="4572097"/>
                </a:cubicBezTo>
                <a:lnTo>
                  <a:pt x="994752" y="4565955"/>
                </a:lnTo>
                <a:cubicBezTo>
                  <a:pt x="994905" y="4565751"/>
                  <a:pt x="995366" y="4565597"/>
                  <a:pt x="995366" y="4565597"/>
                </a:cubicBezTo>
                <a:lnTo>
                  <a:pt x="1002428" y="4565597"/>
                </a:lnTo>
                <a:cubicBezTo>
                  <a:pt x="1002685" y="4565597"/>
                  <a:pt x="1003042" y="4565955"/>
                  <a:pt x="1003042" y="4565955"/>
                </a:cubicBezTo>
                <a:lnTo>
                  <a:pt x="1006574" y="4572097"/>
                </a:lnTo>
                <a:cubicBezTo>
                  <a:pt x="1006677" y="4572301"/>
                  <a:pt x="1006574" y="4572762"/>
                  <a:pt x="1006574" y="4572762"/>
                </a:cubicBezTo>
                <a:lnTo>
                  <a:pt x="1003042" y="4578904"/>
                </a:lnTo>
                <a:cubicBezTo>
                  <a:pt x="1002889" y="4579109"/>
                  <a:pt x="1002428" y="4579262"/>
                  <a:pt x="1002428" y="4579262"/>
                </a:cubicBezTo>
                <a:close/>
                <a:moveTo>
                  <a:pt x="605979" y="4579264"/>
                </a:moveTo>
                <a:lnTo>
                  <a:pt x="598916" y="4579264"/>
                </a:lnTo>
                <a:cubicBezTo>
                  <a:pt x="598661" y="4579264"/>
                  <a:pt x="598302" y="4578905"/>
                  <a:pt x="598302" y="4578905"/>
                </a:cubicBezTo>
                <a:lnTo>
                  <a:pt x="594770" y="4572763"/>
                </a:lnTo>
                <a:cubicBezTo>
                  <a:pt x="594668" y="4572559"/>
                  <a:pt x="594770" y="4572098"/>
                  <a:pt x="594770" y="4572098"/>
                </a:cubicBezTo>
                <a:lnTo>
                  <a:pt x="598302" y="4565957"/>
                </a:lnTo>
                <a:cubicBezTo>
                  <a:pt x="598455" y="4565752"/>
                  <a:pt x="598916" y="4565598"/>
                  <a:pt x="598916" y="4565598"/>
                </a:cubicBezTo>
                <a:lnTo>
                  <a:pt x="605979" y="4565598"/>
                </a:lnTo>
                <a:cubicBezTo>
                  <a:pt x="606235" y="4565598"/>
                  <a:pt x="606593" y="4565957"/>
                  <a:pt x="606593" y="4565957"/>
                </a:cubicBezTo>
                <a:lnTo>
                  <a:pt x="610125" y="4572098"/>
                </a:lnTo>
                <a:cubicBezTo>
                  <a:pt x="610227" y="4572302"/>
                  <a:pt x="610125" y="4572763"/>
                  <a:pt x="610125" y="4572763"/>
                </a:cubicBezTo>
                <a:lnTo>
                  <a:pt x="606593" y="4578905"/>
                </a:lnTo>
                <a:cubicBezTo>
                  <a:pt x="606440" y="4579110"/>
                  <a:pt x="605979" y="4579264"/>
                  <a:pt x="605979" y="4579264"/>
                </a:cubicBezTo>
                <a:close/>
                <a:moveTo>
                  <a:pt x="2189611" y="4584997"/>
                </a:moveTo>
                <a:lnTo>
                  <a:pt x="2182548" y="4584997"/>
                </a:lnTo>
                <a:cubicBezTo>
                  <a:pt x="2182291" y="4584997"/>
                  <a:pt x="2181933" y="4584639"/>
                  <a:pt x="2181933" y="4584639"/>
                </a:cubicBezTo>
                <a:lnTo>
                  <a:pt x="2178401" y="4578497"/>
                </a:lnTo>
                <a:cubicBezTo>
                  <a:pt x="2178299" y="4578292"/>
                  <a:pt x="2178401" y="4577832"/>
                  <a:pt x="2178401" y="4577832"/>
                </a:cubicBezTo>
                <a:lnTo>
                  <a:pt x="2181933" y="4571690"/>
                </a:lnTo>
                <a:cubicBezTo>
                  <a:pt x="2182087" y="4571485"/>
                  <a:pt x="2182548" y="4571332"/>
                  <a:pt x="2182548" y="4571332"/>
                </a:cubicBezTo>
                <a:lnTo>
                  <a:pt x="2189611" y="4571332"/>
                </a:lnTo>
                <a:cubicBezTo>
                  <a:pt x="2189865" y="4571332"/>
                  <a:pt x="2190225" y="4571690"/>
                  <a:pt x="2190225" y="4571690"/>
                </a:cubicBezTo>
                <a:lnTo>
                  <a:pt x="2193757" y="4577832"/>
                </a:lnTo>
                <a:cubicBezTo>
                  <a:pt x="2193859" y="4578036"/>
                  <a:pt x="2193757" y="4578497"/>
                  <a:pt x="2193757" y="4578497"/>
                </a:cubicBezTo>
                <a:lnTo>
                  <a:pt x="2190225" y="4584639"/>
                </a:lnTo>
                <a:cubicBezTo>
                  <a:pt x="2190071" y="4584843"/>
                  <a:pt x="2189611" y="4584997"/>
                  <a:pt x="2189611" y="4584997"/>
                </a:cubicBezTo>
                <a:close/>
                <a:moveTo>
                  <a:pt x="2387835" y="4584997"/>
                </a:moveTo>
                <a:lnTo>
                  <a:pt x="2380773" y="4584997"/>
                </a:lnTo>
                <a:cubicBezTo>
                  <a:pt x="2380515" y="4584997"/>
                  <a:pt x="2380159" y="4584639"/>
                  <a:pt x="2380159" y="4584639"/>
                </a:cubicBezTo>
                <a:lnTo>
                  <a:pt x="2376626" y="4578497"/>
                </a:lnTo>
                <a:cubicBezTo>
                  <a:pt x="2376523" y="4578292"/>
                  <a:pt x="2376626" y="4577832"/>
                  <a:pt x="2376626" y="4577832"/>
                </a:cubicBezTo>
                <a:lnTo>
                  <a:pt x="2380159" y="4571690"/>
                </a:lnTo>
                <a:cubicBezTo>
                  <a:pt x="2380312" y="4571485"/>
                  <a:pt x="2380773" y="4571332"/>
                  <a:pt x="2380773" y="4571332"/>
                </a:cubicBezTo>
                <a:lnTo>
                  <a:pt x="2387835" y="4571332"/>
                </a:lnTo>
                <a:cubicBezTo>
                  <a:pt x="2388091" y="4571332"/>
                  <a:pt x="2388449" y="4571690"/>
                  <a:pt x="2388449" y="4571690"/>
                </a:cubicBezTo>
                <a:lnTo>
                  <a:pt x="2391981" y="4577832"/>
                </a:lnTo>
                <a:cubicBezTo>
                  <a:pt x="2392083" y="4578036"/>
                  <a:pt x="2391981" y="4578497"/>
                  <a:pt x="2391981" y="4578497"/>
                </a:cubicBezTo>
                <a:lnTo>
                  <a:pt x="2388449" y="4584639"/>
                </a:lnTo>
                <a:cubicBezTo>
                  <a:pt x="2388296" y="4584843"/>
                  <a:pt x="2387835" y="4584997"/>
                  <a:pt x="2387835" y="4584997"/>
                </a:cubicBezTo>
                <a:close/>
                <a:moveTo>
                  <a:pt x="2586060" y="4584997"/>
                </a:moveTo>
                <a:lnTo>
                  <a:pt x="2578998" y="4584997"/>
                </a:lnTo>
                <a:cubicBezTo>
                  <a:pt x="2578740" y="4584997"/>
                  <a:pt x="2578383" y="4584639"/>
                  <a:pt x="2578383" y="4584639"/>
                </a:cubicBezTo>
                <a:lnTo>
                  <a:pt x="2574850" y="4578497"/>
                </a:lnTo>
                <a:cubicBezTo>
                  <a:pt x="2574749" y="4578292"/>
                  <a:pt x="2574850" y="4577832"/>
                  <a:pt x="2574850" y="4577832"/>
                </a:cubicBezTo>
                <a:lnTo>
                  <a:pt x="2578383" y="4571690"/>
                </a:lnTo>
                <a:cubicBezTo>
                  <a:pt x="2578536" y="4571485"/>
                  <a:pt x="2578998" y="4571332"/>
                  <a:pt x="2578998" y="4571332"/>
                </a:cubicBezTo>
                <a:lnTo>
                  <a:pt x="2586060" y="4571332"/>
                </a:lnTo>
                <a:cubicBezTo>
                  <a:pt x="2586316" y="4571332"/>
                  <a:pt x="2586674" y="4571690"/>
                  <a:pt x="2586674" y="4571690"/>
                </a:cubicBezTo>
                <a:lnTo>
                  <a:pt x="2590205" y="4577832"/>
                </a:lnTo>
                <a:cubicBezTo>
                  <a:pt x="2590308" y="4578036"/>
                  <a:pt x="2590205" y="4578497"/>
                  <a:pt x="2590205" y="4578497"/>
                </a:cubicBezTo>
                <a:lnTo>
                  <a:pt x="2586674" y="4584639"/>
                </a:lnTo>
                <a:cubicBezTo>
                  <a:pt x="2586520" y="4584843"/>
                  <a:pt x="2586060" y="4584997"/>
                  <a:pt x="2586060" y="4584997"/>
                </a:cubicBezTo>
                <a:close/>
                <a:moveTo>
                  <a:pt x="2784284" y="4584997"/>
                </a:moveTo>
                <a:lnTo>
                  <a:pt x="2777221" y="4584997"/>
                </a:lnTo>
                <a:cubicBezTo>
                  <a:pt x="2776966" y="4584997"/>
                  <a:pt x="2776607" y="4584639"/>
                  <a:pt x="2776607" y="4584639"/>
                </a:cubicBezTo>
                <a:lnTo>
                  <a:pt x="2773075" y="4578497"/>
                </a:lnTo>
                <a:cubicBezTo>
                  <a:pt x="2772973" y="4578292"/>
                  <a:pt x="2773075" y="4577832"/>
                  <a:pt x="2773075" y="4577832"/>
                </a:cubicBezTo>
                <a:lnTo>
                  <a:pt x="2776607" y="4571690"/>
                </a:lnTo>
                <a:cubicBezTo>
                  <a:pt x="2776760" y="4571485"/>
                  <a:pt x="2777221" y="4571332"/>
                  <a:pt x="2777221" y="4571332"/>
                </a:cubicBezTo>
                <a:lnTo>
                  <a:pt x="2784284" y="4571332"/>
                </a:lnTo>
                <a:cubicBezTo>
                  <a:pt x="2784540" y="4571332"/>
                  <a:pt x="2784898" y="4571690"/>
                  <a:pt x="2784898" y="4571690"/>
                </a:cubicBezTo>
                <a:lnTo>
                  <a:pt x="2788430" y="4577832"/>
                </a:lnTo>
                <a:cubicBezTo>
                  <a:pt x="2788532" y="4578036"/>
                  <a:pt x="2788430" y="4578497"/>
                  <a:pt x="2788430" y="4578497"/>
                </a:cubicBezTo>
                <a:lnTo>
                  <a:pt x="2784898" y="4584639"/>
                </a:lnTo>
                <a:cubicBezTo>
                  <a:pt x="2784744" y="4584843"/>
                  <a:pt x="2784284" y="4584997"/>
                  <a:pt x="2784284" y="4584997"/>
                </a:cubicBezTo>
                <a:close/>
                <a:moveTo>
                  <a:pt x="2982559" y="4584997"/>
                </a:moveTo>
                <a:lnTo>
                  <a:pt x="2975496" y="4584997"/>
                </a:lnTo>
                <a:cubicBezTo>
                  <a:pt x="2975241" y="4584997"/>
                  <a:pt x="2974882" y="4584639"/>
                  <a:pt x="2974882" y="4584639"/>
                </a:cubicBezTo>
                <a:lnTo>
                  <a:pt x="2971351" y="4578497"/>
                </a:lnTo>
                <a:cubicBezTo>
                  <a:pt x="2971249" y="4578292"/>
                  <a:pt x="2971351" y="4577832"/>
                  <a:pt x="2971351" y="4577832"/>
                </a:cubicBezTo>
                <a:lnTo>
                  <a:pt x="2974882" y="4571690"/>
                </a:lnTo>
                <a:cubicBezTo>
                  <a:pt x="2975036" y="4571485"/>
                  <a:pt x="2975496" y="4571332"/>
                  <a:pt x="2975496" y="4571332"/>
                </a:cubicBezTo>
                <a:lnTo>
                  <a:pt x="2982559" y="4571332"/>
                </a:lnTo>
                <a:cubicBezTo>
                  <a:pt x="2982815" y="4571332"/>
                  <a:pt x="2983173" y="4571690"/>
                  <a:pt x="2983173" y="4571690"/>
                </a:cubicBezTo>
                <a:lnTo>
                  <a:pt x="2986706" y="4577832"/>
                </a:lnTo>
                <a:cubicBezTo>
                  <a:pt x="2986808" y="4578036"/>
                  <a:pt x="2986706" y="4578497"/>
                  <a:pt x="2986706" y="4578497"/>
                </a:cubicBezTo>
                <a:lnTo>
                  <a:pt x="2983173" y="4584639"/>
                </a:lnTo>
                <a:cubicBezTo>
                  <a:pt x="2983020" y="4584843"/>
                  <a:pt x="2982559" y="4584997"/>
                  <a:pt x="2982559" y="4584997"/>
                </a:cubicBezTo>
                <a:close/>
                <a:moveTo>
                  <a:pt x="3180784" y="4584997"/>
                </a:moveTo>
                <a:lnTo>
                  <a:pt x="3173721" y="4584997"/>
                </a:lnTo>
                <a:cubicBezTo>
                  <a:pt x="3173466" y="4584997"/>
                  <a:pt x="3173107" y="4584639"/>
                  <a:pt x="3173107" y="4584639"/>
                </a:cubicBezTo>
                <a:lnTo>
                  <a:pt x="3169576" y="4578497"/>
                </a:lnTo>
                <a:cubicBezTo>
                  <a:pt x="3169473" y="4578292"/>
                  <a:pt x="3169576" y="4577832"/>
                  <a:pt x="3169576" y="4577832"/>
                </a:cubicBezTo>
                <a:lnTo>
                  <a:pt x="3173107" y="4571690"/>
                </a:lnTo>
                <a:cubicBezTo>
                  <a:pt x="3173261" y="4571485"/>
                  <a:pt x="3173721" y="4571332"/>
                  <a:pt x="3173721" y="4571332"/>
                </a:cubicBezTo>
                <a:lnTo>
                  <a:pt x="3180784" y="4571332"/>
                </a:lnTo>
                <a:cubicBezTo>
                  <a:pt x="3181040" y="4571332"/>
                  <a:pt x="3181398" y="4571690"/>
                  <a:pt x="3181398" y="4571690"/>
                </a:cubicBezTo>
                <a:lnTo>
                  <a:pt x="3184931" y="4577832"/>
                </a:lnTo>
                <a:cubicBezTo>
                  <a:pt x="3185033" y="4578036"/>
                  <a:pt x="3184931" y="4578497"/>
                  <a:pt x="3184931" y="4578497"/>
                </a:cubicBezTo>
                <a:lnTo>
                  <a:pt x="3181398" y="4584639"/>
                </a:lnTo>
                <a:cubicBezTo>
                  <a:pt x="3181245" y="4584843"/>
                  <a:pt x="3180784" y="4584997"/>
                  <a:pt x="3180784" y="4584997"/>
                </a:cubicBezTo>
                <a:close/>
                <a:moveTo>
                  <a:pt x="3379008" y="4584997"/>
                </a:moveTo>
                <a:lnTo>
                  <a:pt x="3371947" y="4584997"/>
                </a:lnTo>
                <a:cubicBezTo>
                  <a:pt x="3371690" y="4584997"/>
                  <a:pt x="3371332" y="4584639"/>
                  <a:pt x="3371332" y="4584639"/>
                </a:cubicBezTo>
                <a:lnTo>
                  <a:pt x="3367800" y="4578497"/>
                </a:lnTo>
                <a:cubicBezTo>
                  <a:pt x="3367697" y="4578292"/>
                  <a:pt x="3367800" y="4577832"/>
                  <a:pt x="3367800" y="4577832"/>
                </a:cubicBezTo>
                <a:lnTo>
                  <a:pt x="3371332" y="4571690"/>
                </a:lnTo>
                <a:cubicBezTo>
                  <a:pt x="3371485" y="4571485"/>
                  <a:pt x="3371947" y="4571332"/>
                  <a:pt x="3371947" y="4571332"/>
                </a:cubicBezTo>
                <a:lnTo>
                  <a:pt x="3379008" y="4571332"/>
                </a:lnTo>
                <a:cubicBezTo>
                  <a:pt x="3379265" y="4571332"/>
                  <a:pt x="3379624" y="4571690"/>
                  <a:pt x="3379624" y="4571690"/>
                </a:cubicBezTo>
                <a:lnTo>
                  <a:pt x="3383155" y="4577832"/>
                </a:lnTo>
                <a:cubicBezTo>
                  <a:pt x="3383257" y="4578036"/>
                  <a:pt x="3383155" y="4578497"/>
                  <a:pt x="3383155" y="4578497"/>
                </a:cubicBezTo>
                <a:lnTo>
                  <a:pt x="3379624" y="4584639"/>
                </a:lnTo>
                <a:cubicBezTo>
                  <a:pt x="3379470" y="4584843"/>
                  <a:pt x="3379008" y="4584997"/>
                  <a:pt x="3379008" y="4584997"/>
                </a:cubicBezTo>
                <a:close/>
                <a:moveTo>
                  <a:pt x="3577234" y="4584997"/>
                </a:moveTo>
                <a:lnTo>
                  <a:pt x="3570172" y="4584997"/>
                </a:lnTo>
                <a:cubicBezTo>
                  <a:pt x="3569914" y="4584997"/>
                  <a:pt x="3569557" y="4584639"/>
                  <a:pt x="3569557" y="4584639"/>
                </a:cubicBezTo>
                <a:lnTo>
                  <a:pt x="3566024" y="4578497"/>
                </a:lnTo>
                <a:cubicBezTo>
                  <a:pt x="3565922" y="4578292"/>
                  <a:pt x="3566024" y="4577832"/>
                  <a:pt x="3566024" y="4577832"/>
                </a:cubicBezTo>
                <a:lnTo>
                  <a:pt x="3569557" y="4571690"/>
                </a:lnTo>
                <a:cubicBezTo>
                  <a:pt x="3569709" y="4571485"/>
                  <a:pt x="3570172" y="4571332"/>
                  <a:pt x="3570172" y="4571332"/>
                </a:cubicBezTo>
                <a:lnTo>
                  <a:pt x="3577234" y="4571332"/>
                </a:lnTo>
                <a:cubicBezTo>
                  <a:pt x="3577489" y="4571332"/>
                  <a:pt x="3577848" y="4571690"/>
                  <a:pt x="3577848" y="4571690"/>
                </a:cubicBezTo>
                <a:lnTo>
                  <a:pt x="3581379" y="4577832"/>
                </a:lnTo>
                <a:cubicBezTo>
                  <a:pt x="3581481" y="4578036"/>
                  <a:pt x="3581379" y="4578497"/>
                  <a:pt x="3581379" y="4578497"/>
                </a:cubicBezTo>
                <a:lnTo>
                  <a:pt x="3577848" y="4584639"/>
                </a:lnTo>
                <a:cubicBezTo>
                  <a:pt x="3577694" y="4584843"/>
                  <a:pt x="3577234" y="4584997"/>
                  <a:pt x="3577234" y="4584997"/>
                </a:cubicBezTo>
                <a:close/>
                <a:moveTo>
                  <a:pt x="3775459" y="4584997"/>
                </a:moveTo>
                <a:lnTo>
                  <a:pt x="3768396" y="4584997"/>
                </a:lnTo>
                <a:cubicBezTo>
                  <a:pt x="3768139" y="4584997"/>
                  <a:pt x="3767781" y="4584639"/>
                  <a:pt x="3767781" y="4584639"/>
                </a:cubicBezTo>
                <a:lnTo>
                  <a:pt x="3764249" y="4578497"/>
                </a:lnTo>
                <a:cubicBezTo>
                  <a:pt x="3764147" y="4578292"/>
                  <a:pt x="3764249" y="4577832"/>
                  <a:pt x="3764249" y="4577832"/>
                </a:cubicBezTo>
                <a:lnTo>
                  <a:pt x="3767781" y="4571690"/>
                </a:lnTo>
                <a:cubicBezTo>
                  <a:pt x="3767935" y="4571485"/>
                  <a:pt x="3768396" y="4571332"/>
                  <a:pt x="3768396" y="4571332"/>
                </a:cubicBezTo>
                <a:lnTo>
                  <a:pt x="3775459" y="4571332"/>
                </a:lnTo>
                <a:cubicBezTo>
                  <a:pt x="3775713" y="4571332"/>
                  <a:pt x="3776073" y="4571690"/>
                  <a:pt x="3776073" y="4571690"/>
                </a:cubicBezTo>
                <a:lnTo>
                  <a:pt x="3779604" y="4577832"/>
                </a:lnTo>
                <a:cubicBezTo>
                  <a:pt x="3779706" y="4578036"/>
                  <a:pt x="3779604" y="4578497"/>
                  <a:pt x="3779604" y="4578497"/>
                </a:cubicBezTo>
                <a:lnTo>
                  <a:pt x="3776073" y="4584639"/>
                </a:lnTo>
                <a:cubicBezTo>
                  <a:pt x="3775919" y="4584843"/>
                  <a:pt x="3775459" y="4584997"/>
                  <a:pt x="3775459" y="4584997"/>
                </a:cubicBezTo>
                <a:close/>
                <a:moveTo>
                  <a:pt x="3973734" y="4584997"/>
                </a:moveTo>
                <a:lnTo>
                  <a:pt x="3966671" y="4584997"/>
                </a:lnTo>
                <a:cubicBezTo>
                  <a:pt x="3966415" y="4584997"/>
                  <a:pt x="3966057" y="4584639"/>
                  <a:pt x="3966057" y="4584639"/>
                </a:cubicBezTo>
                <a:lnTo>
                  <a:pt x="3962525" y="4578497"/>
                </a:lnTo>
                <a:cubicBezTo>
                  <a:pt x="3962423" y="4578292"/>
                  <a:pt x="3962525" y="4577832"/>
                  <a:pt x="3962525" y="4577832"/>
                </a:cubicBezTo>
                <a:lnTo>
                  <a:pt x="3966057" y="4571690"/>
                </a:lnTo>
                <a:cubicBezTo>
                  <a:pt x="3966211" y="4571485"/>
                  <a:pt x="3966671" y="4571332"/>
                  <a:pt x="3966671" y="4571332"/>
                </a:cubicBezTo>
                <a:lnTo>
                  <a:pt x="3973734" y="4571332"/>
                </a:lnTo>
                <a:cubicBezTo>
                  <a:pt x="3973990" y="4571332"/>
                  <a:pt x="3974348" y="4571690"/>
                  <a:pt x="3974348" y="4571690"/>
                </a:cubicBezTo>
                <a:lnTo>
                  <a:pt x="3977880" y="4577832"/>
                </a:lnTo>
                <a:cubicBezTo>
                  <a:pt x="3977982" y="4578036"/>
                  <a:pt x="3977880" y="4578497"/>
                  <a:pt x="3977880" y="4578497"/>
                </a:cubicBezTo>
                <a:lnTo>
                  <a:pt x="3974348" y="4584639"/>
                </a:lnTo>
                <a:cubicBezTo>
                  <a:pt x="3974195" y="4584843"/>
                  <a:pt x="3973734" y="4584997"/>
                  <a:pt x="3973734" y="4584997"/>
                </a:cubicBezTo>
                <a:close/>
                <a:moveTo>
                  <a:pt x="4171959" y="4584997"/>
                </a:moveTo>
                <a:lnTo>
                  <a:pt x="4164896" y="4584997"/>
                </a:lnTo>
                <a:cubicBezTo>
                  <a:pt x="4164640" y="4584997"/>
                  <a:pt x="4164282" y="4584639"/>
                  <a:pt x="4164282" y="4584639"/>
                </a:cubicBezTo>
                <a:lnTo>
                  <a:pt x="4160751" y="4578497"/>
                </a:lnTo>
                <a:cubicBezTo>
                  <a:pt x="4160648" y="4578292"/>
                  <a:pt x="4160751" y="4577832"/>
                  <a:pt x="4160751" y="4577832"/>
                </a:cubicBezTo>
                <a:lnTo>
                  <a:pt x="4164282" y="4571690"/>
                </a:lnTo>
                <a:cubicBezTo>
                  <a:pt x="4164435" y="4571485"/>
                  <a:pt x="4164896" y="4571332"/>
                  <a:pt x="4164896" y="4571332"/>
                </a:cubicBezTo>
                <a:lnTo>
                  <a:pt x="4171959" y="4571332"/>
                </a:lnTo>
                <a:cubicBezTo>
                  <a:pt x="4172215" y="4571332"/>
                  <a:pt x="4172573" y="4571690"/>
                  <a:pt x="4172573" y="4571690"/>
                </a:cubicBezTo>
                <a:lnTo>
                  <a:pt x="4176105" y="4577832"/>
                </a:lnTo>
                <a:cubicBezTo>
                  <a:pt x="4176207" y="4578036"/>
                  <a:pt x="4176105" y="4578497"/>
                  <a:pt x="4176105" y="4578497"/>
                </a:cubicBezTo>
                <a:lnTo>
                  <a:pt x="4172573" y="4584639"/>
                </a:lnTo>
                <a:cubicBezTo>
                  <a:pt x="4172419" y="4584843"/>
                  <a:pt x="4171959" y="4584997"/>
                  <a:pt x="4171959" y="4584997"/>
                </a:cubicBezTo>
                <a:close/>
                <a:moveTo>
                  <a:pt x="4370183" y="4584997"/>
                </a:moveTo>
                <a:lnTo>
                  <a:pt x="4363121" y="4584997"/>
                </a:lnTo>
                <a:cubicBezTo>
                  <a:pt x="4362864" y="4584997"/>
                  <a:pt x="4362506" y="4584639"/>
                  <a:pt x="4362506" y="4584639"/>
                </a:cubicBezTo>
                <a:lnTo>
                  <a:pt x="4358975" y="4578497"/>
                </a:lnTo>
                <a:cubicBezTo>
                  <a:pt x="4358872" y="4578292"/>
                  <a:pt x="4358975" y="4577832"/>
                  <a:pt x="4358975" y="4577832"/>
                </a:cubicBezTo>
                <a:lnTo>
                  <a:pt x="4362506" y="4571690"/>
                </a:lnTo>
                <a:cubicBezTo>
                  <a:pt x="4362660" y="4571485"/>
                  <a:pt x="4363121" y="4571332"/>
                  <a:pt x="4363121" y="4571332"/>
                </a:cubicBezTo>
                <a:lnTo>
                  <a:pt x="4370183" y="4571332"/>
                </a:lnTo>
                <a:cubicBezTo>
                  <a:pt x="4370439" y="4571332"/>
                  <a:pt x="4370797" y="4571690"/>
                  <a:pt x="4370797" y="4571690"/>
                </a:cubicBezTo>
                <a:lnTo>
                  <a:pt x="4374329" y="4577832"/>
                </a:lnTo>
                <a:cubicBezTo>
                  <a:pt x="4374432" y="4578036"/>
                  <a:pt x="4374329" y="4578497"/>
                  <a:pt x="4374329" y="4578497"/>
                </a:cubicBezTo>
                <a:lnTo>
                  <a:pt x="4370797" y="4584639"/>
                </a:lnTo>
                <a:cubicBezTo>
                  <a:pt x="4370643" y="4584843"/>
                  <a:pt x="4370183" y="4584997"/>
                  <a:pt x="4370183" y="4584997"/>
                </a:cubicBezTo>
                <a:close/>
                <a:moveTo>
                  <a:pt x="4568408" y="4584997"/>
                </a:moveTo>
                <a:lnTo>
                  <a:pt x="4561345" y="4584997"/>
                </a:lnTo>
                <a:cubicBezTo>
                  <a:pt x="4561089" y="4584997"/>
                  <a:pt x="4560731" y="4584639"/>
                  <a:pt x="4560731" y="4584639"/>
                </a:cubicBezTo>
                <a:lnTo>
                  <a:pt x="4557199" y="4578497"/>
                </a:lnTo>
                <a:cubicBezTo>
                  <a:pt x="4557097" y="4578292"/>
                  <a:pt x="4557199" y="4577832"/>
                  <a:pt x="4557199" y="4577832"/>
                </a:cubicBezTo>
                <a:lnTo>
                  <a:pt x="4560731" y="4571690"/>
                </a:lnTo>
                <a:cubicBezTo>
                  <a:pt x="4560884" y="4571485"/>
                  <a:pt x="4561345" y="4571332"/>
                  <a:pt x="4561345" y="4571332"/>
                </a:cubicBezTo>
                <a:lnTo>
                  <a:pt x="4568408" y="4571332"/>
                </a:lnTo>
                <a:cubicBezTo>
                  <a:pt x="4568663" y="4571332"/>
                  <a:pt x="4569022" y="4571690"/>
                  <a:pt x="4569022" y="4571690"/>
                </a:cubicBezTo>
                <a:lnTo>
                  <a:pt x="4572554" y="4577832"/>
                </a:lnTo>
                <a:cubicBezTo>
                  <a:pt x="4572656" y="4578036"/>
                  <a:pt x="4572554" y="4578497"/>
                  <a:pt x="4572554" y="4578497"/>
                </a:cubicBezTo>
                <a:lnTo>
                  <a:pt x="4569022" y="4584639"/>
                </a:lnTo>
                <a:cubicBezTo>
                  <a:pt x="4568869" y="4584843"/>
                  <a:pt x="4568408" y="4584997"/>
                  <a:pt x="4568408" y="4584997"/>
                </a:cubicBezTo>
                <a:close/>
                <a:moveTo>
                  <a:pt x="4766683" y="4584997"/>
                </a:moveTo>
                <a:lnTo>
                  <a:pt x="4759621" y="4584997"/>
                </a:lnTo>
                <a:cubicBezTo>
                  <a:pt x="4759364" y="4584997"/>
                  <a:pt x="4759007" y="4584639"/>
                  <a:pt x="4759007" y="4584639"/>
                </a:cubicBezTo>
                <a:lnTo>
                  <a:pt x="4755475" y="4578497"/>
                </a:lnTo>
                <a:cubicBezTo>
                  <a:pt x="4755372" y="4578292"/>
                  <a:pt x="4755475" y="4577832"/>
                  <a:pt x="4755475" y="4577832"/>
                </a:cubicBezTo>
                <a:lnTo>
                  <a:pt x="4759007" y="4571690"/>
                </a:lnTo>
                <a:cubicBezTo>
                  <a:pt x="4759160" y="4571485"/>
                  <a:pt x="4759621" y="4571332"/>
                  <a:pt x="4759621" y="4571332"/>
                </a:cubicBezTo>
                <a:lnTo>
                  <a:pt x="4766683" y="4571332"/>
                </a:lnTo>
                <a:cubicBezTo>
                  <a:pt x="4766940" y="4571332"/>
                  <a:pt x="4767297" y="4571690"/>
                  <a:pt x="4767297" y="4571690"/>
                </a:cubicBezTo>
                <a:lnTo>
                  <a:pt x="4770829" y="4577832"/>
                </a:lnTo>
                <a:cubicBezTo>
                  <a:pt x="4770932" y="4578036"/>
                  <a:pt x="4770829" y="4578497"/>
                  <a:pt x="4770829" y="4578497"/>
                </a:cubicBezTo>
                <a:lnTo>
                  <a:pt x="4767297" y="4584639"/>
                </a:lnTo>
                <a:cubicBezTo>
                  <a:pt x="4767144" y="4584843"/>
                  <a:pt x="4766683" y="4584997"/>
                  <a:pt x="4766683" y="4584997"/>
                </a:cubicBezTo>
                <a:close/>
                <a:moveTo>
                  <a:pt x="4964909" y="4584997"/>
                </a:moveTo>
                <a:lnTo>
                  <a:pt x="4957846" y="4584997"/>
                </a:lnTo>
                <a:cubicBezTo>
                  <a:pt x="4957589" y="4584997"/>
                  <a:pt x="4957232" y="4584639"/>
                  <a:pt x="4957232" y="4584639"/>
                </a:cubicBezTo>
                <a:lnTo>
                  <a:pt x="4953699" y="4578497"/>
                </a:lnTo>
                <a:cubicBezTo>
                  <a:pt x="4953597" y="4578292"/>
                  <a:pt x="4953699" y="4577832"/>
                  <a:pt x="4953699" y="4577832"/>
                </a:cubicBezTo>
                <a:lnTo>
                  <a:pt x="4957232" y="4571690"/>
                </a:lnTo>
                <a:cubicBezTo>
                  <a:pt x="4957384" y="4571485"/>
                  <a:pt x="4957846" y="4571332"/>
                  <a:pt x="4957846" y="4571332"/>
                </a:cubicBezTo>
                <a:lnTo>
                  <a:pt x="4964909" y="4571332"/>
                </a:lnTo>
                <a:cubicBezTo>
                  <a:pt x="4965164" y="4571332"/>
                  <a:pt x="4965523" y="4571690"/>
                  <a:pt x="4965523" y="4571690"/>
                </a:cubicBezTo>
                <a:lnTo>
                  <a:pt x="4969054" y="4577832"/>
                </a:lnTo>
                <a:cubicBezTo>
                  <a:pt x="4969156" y="4578036"/>
                  <a:pt x="4969054" y="4578497"/>
                  <a:pt x="4969054" y="4578497"/>
                </a:cubicBezTo>
                <a:lnTo>
                  <a:pt x="4965523" y="4584639"/>
                </a:lnTo>
                <a:cubicBezTo>
                  <a:pt x="4965369" y="4584843"/>
                  <a:pt x="4964909" y="4584997"/>
                  <a:pt x="4964909" y="4584997"/>
                </a:cubicBezTo>
                <a:close/>
                <a:moveTo>
                  <a:pt x="5163134" y="4584997"/>
                </a:moveTo>
                <a:lnTo>
                  <a:pt x="5156070" y="4584997"/>
                </a:lnTo>
                <a:cubicBezTo>
                  <a:pt x="5155814" y="4584997"/>
                  <a:pt x="5155456" y="4584639"/>
                  <a:pt x="5155456" y="4584639"/>
                </a:cubicBezTo>
                <a:lnTo>
                  <a:pt x="5151924" y="4578497"/>
                </a:lnTo>
                <a:cubicBezTo>
                  <a:pt x="5151822" y="4578292"/>
                  <a:pt x="5151924" y="4577832"/>
                  <a:pt x="5151924" y="4577832"/>
                </a:cubicBezTo>
                <a:lnTo>
                  <a:pt x="5155456" y="4571690"/>
                </a:lnTo>
                <a:cubicBezTo>
                  <a:pt x="5155610" y="4571485"/>
                  <a:pt x="5156070" y="4571332"/>
                  <a:pt x="5156070" y="4571332"/>
                </a:cubicBezTo>
                <a:lnTo>
                  <a:pt x="5163134" y="4571332"/>
                </a:lnTo>
                <a:cubicBezTo>
                  <a:pt x="5163388" y="4571332"/>
                  <a:pt x="5163748" y="4571690"/>
                  <a:pt x="5163748" y="4571690"/>
                </a:cubicBezTo>
                <a:lnTo>
                  <a:pt x="5167279" y="4577832"/>
                </a:lnTo>
                <a:cubicBezTo>
                  <a:pt x="5167381" y="4578036"/>
                  <a:pt x="5167279" y="4578497"/>
                  <a:pt x="5167279" y="4578497"/>
                </a:cubicBezTo>
                <a:lnTo>
                  <a:pt x="5163748" y="4584639"/>
                </a:lnTo>
                <a:cubicBezTo>
                  <a:pt x="5163594" y="4584843"/>
                  <a:pt x="5163134" y="4584997"/>
                  <a:pt x="5163134" y="4584997"/>
                </a:cubicBezTo>
                <a:close/>
                <a:moveTo>
                  <a:pt x="5361358" y="4584997"/>
                </a:moveTo>
                <a:lnTo>
                  <a:pt x="5354295" y="4584997"/>
                </a:lnTo>
                <a:cubicBezTo>
                  <a:pt x="5354038" y="4584997"/>
                  <a:pt x="5353680" y="4584639"/>
                  <a:pt x="5353680" y="4584639"/>
                </a:cubicBezTo>
                <a:lnTo>
                  <a:pt x="5350149" y="4578497"/>
                </a:lnTo>
                <a:cubicBezTo>
                  <a:pt x="5350047" y="4578292"/>
                  <a:pt x="5350149" y="4577832"/>
                  <a:pt x="5350149" y="4577832"/>
                </a:cubicBezTo>
                <a:lnTo>
                  <a:pt x="5353680" y="4571690"/>
                </a:lnTo>
                <a:cubicBezTo>
                  <a:pt x="5353835" y="4571485"/>
                  <a:pt x="5354295" y="4571332"/>
                  <a:pt x="5354295" y="4571332"/>
                </a:cubicBezTo>
                <a:lnTo>
                  <a:pt x="5361358" y="4571332"/>
                </a:lnTo>
                <a:cubicBezTo>
                  <a:pt x="5361614" y="4571332"/>
                  <a:pt x="5361972" y="4571690"/>
                  <a:pt x="5361972" y="4571690"/>
                </a:cubicBezTo>
                <a:lnTo>
                  <a:pt x="5365503" y="4577832"/>
                </a:lnTo>
                <a:cubicBezTo>
                  <a:pt x="5365606" y="4578036"/>
                  <a:pt x="5365503" y="4578497"/>
                  <a:pt x="5365503" y="4578497"/>
                </a:cubicBezTo>
                <a:lnTo>
                  <a:pt x="5361972" y="4584639"/>
                </a:lnTo>
                <a:cubicBezTo>
                  <a:pt x="5361818" y="4584843"/>
                  <a:pt x="5361358" y="4584997"/>
                  <a:pt x="5361358" y="4584997"/>
                </a:cubicBezTo>
                <a:close/>
                <a:moveTo>
                  <a:pt x="5559633" y="4584997"/>
                </a:moveTo>
                <a:lnTo>
                  <a:pt x="5552569" y="4584997"/>
                </a:lnTo>
                <a:cubicBezTo>
                  <a:pt x="5552314" y="4584997"/>
                  <a:pt x="5551956" y="4584639"/>
                  <a:pt x="5551956" y="4584639"/>
                </a:cubicBezTo>
                <a:lnTo>
                  <a:pt x="5548424" y="4578497"/>
                </a:lnTo>
                <a:cubicBezTo>
                  <a:pt x="5548322" y="4578292"/>
                  <a:pt x="5548424" y="4577832"/>
                  <a:pt x="5548424" y="4577832"/>
                </a:cubicBezTo>
                <a:lnTo>
                  <a:pt x="5551956" y="4571690"/>
                </a:lnTo>
                <a:cubicBezTo>
                  <a:pt x="5552109" y="4571485"/>
                  <a:pt x="5552569" y="4571332"/>
                  <a:pt x="5552569" y="4571332"/>
                </a:cubicBezTo>
                <a:lnTo>
                  <a:pt x="5559633" y="4571332"/>
                </a:lnTo>
                <a:cubicBezTo>
                  <a:pt x="5559889" y="4571332"/>
                  <a:pt x="5560246" y="4571690"/>
                  <a:pt x="5560246" y="4571690"/>
                </a:cubicBezTo>
                <a:lnTo>
                  <a:pt x="5563779" y="4577832"/>
                </a:lnTo>
                <a:cubicBezTo>
                  <a:pt x="5563881" y="4578036"/>
                  <a:pt x="5563779" y="4578497"/>
                  <a:pt x="5563779" y="4578497"/>
                </a:cubicBezTo>
                <a:lnTo>
                  <a:pt x="5560246" y="4584639"/>
                </a:lnTo>
                <a:cubicBezTo>
                  <a:pt x="5560094" y="4584843"/>
                  <a:pt x="5559633" y="4584997"/>
                  <a:pt x="5559633" y="4584997"/>
                </a:cubicBezTo>
                <a:close/>
                <a:moveTo>
                  <a:pt x="5757857" y="4584997"/>
                </a:moveTo>
                <a:lnTo>
                  <a:pt x="5750795" y="4584997"/>
                </a:lnTo>
                <a:cubicBezTo>
                  <a:pt x="5750538" y="4584997"/>
                  <a:pt x="5750181" y="4584639"/>
                  <a:pt x="5750181" y="4584639"/>
                </a:cubicBezTo>
                <a:lnTo>
                  <a:pt x="5746649" y="4578497"/>
                </a:lnTo>
                <a:cubicBezTo>
                  <a:pt x="5746546" y="4578292"/>
                  <a:pt x="5746649" y="4577832"/>
                  <a:pt x="5746649" y="4577832"/>
                </a:cubicBezTo>
                <a:lnTo>
                  <a:pt x="5750181" y="4571690"/>
                </a:lnTo>
                <a:cubicBezTo>
                  <a:pt x="5750333" y="4571485"/>
                  <a:pt x="5750795" y="4571332"/>
                  <a:pt x="5750795" y="4571332"/>
                </a:cubicBezTo>
                <a:lnTo>
                  <a:pt x="5757857" y="4571332"/>
                </a:lnTo>
                <a:cubicBezTo>
                  <a:pt x="5758114" y="4571332"/>
                  <a:pt x="5758471" y="4571690"/>
                  <a:pt x="5758471" y="4571690"/>
                </a:cubicBezTo>
                <a:lnTo>
                  <a:pt x="5762003" y="4577832"/>
                </a:lnTo>
                <a:cubicBezTo>
                  <a:pt x="5762106" y="4578036"/>
                  <a:pt x="5762003" y="4578497"/>
                  <a:pt x="5762003" y="4578497"/>
                </a:cubicBezTo>
                <a:lnTo>
                  <a:pt x="5758471" y="4584639"/>
                </a:lnTo>
                <a:cubicBezTo>
                  <a:pt x="5758318" y="4584843"/>
                  <a:pt x="5757857" y="4584997"/>
                  <a:pt x="5757857" y="4584997"/>
                </a:cubicBezTo>
                <a:close/>
                <a:moveTo>
                  <a:pt x="5956083" y="4584997"/>
                </a:moveTo>
                <a:lnTo>
                  <a:pt x="5949019" y="4584997"/>
                </a:lnTo>
                <a:cubicBezTo>
                  <a:pt x="5948763" y="4584997"/>
                  <a:pt x="5948405" y="4584639"/>
                  <a:pt x="5948405" y="4584639"/>
                </a:cubicBezTo>
                <a:lnTo>
                  <a:pt x="5944873" y="4578497"/>
                </a:lnTo>
                <a:cubicBezTo>
                  <a:pt x="5944771" y="4578292"/>
                  <a:pt x="5944873" y="4577832"/>
                  <a:pt x="5944873" y="4577832"/>
                </a:cubicBezTo>
                <a:lnTo>
                  <a:pt x="5948405" y="4571690"/>
                </a:lnTo>
                <a:cubicBezTo>
                  <a:pt x="5948558" y="4571485"/>
                  <a:pt x="5949019" y="4571332"/>
                  <a:pt x="5949019" y="4571332"/>
                </a:cubicBezTo>
                <a:lnTo>
                  <a:pt x="5956083" y="4571332"/>
                </a:lnTo>
                <a:cubicBezTo>
                  <a:pt x="5956338" y="4571332"/>
                  <a:pt x="5956697" y="4571690"/>
                  <a:pt x="5956697" y="4571690"/>
                </a:cubicBezTo>
                <a:lnTo>
                  <a:pt x="5960227" y="4577832"/>
                </a:lnTo>
                <a:cubicBezTo>
                  <a:pt x="5960330" y="4578036"/>
                  <a:pt x="5960227" y="4578497"/>
                  <a:pt x="5960227" y="4578497"/>
                </a:cubicBezTo>
                <a:lnTo>
                  <a:pt x="5956697" y="4584639"/>
                </a:lnTo>
                <a:cubicBezTo>
                  <a:pt x="5956542" y="4584843"/>
                  <a:pt x="5956083" y="4584997"/>
                  <a:pt x="5956083" y="4584997"/>
                </a:cubicBezTo>
                <a:close/>
                <a:moveTo>
                  <a:pt x="6154307" y="4584997"/>
                </a:moveTo>
                <a:lnTo>
                  <a:pt x="6147243" y="4584997"/>
                </a:lnTo>
                <a:cubicBezTo>
                  <a:pt x="6146988" y="4584997"/>
                  <a:pt x="6146629" y="4584639"/>
                  <a:pt x="6146629" y="4584639"/>
                </a:cubicBezTo>
                <a:lnTo>
                  <a:pt x="6143098" y="4578497"/>
                </a:lnTo>
                <a:cubicBezTo>
                  <a:pt x="6142996" y="4578292"/>
                  <a:pt x="6143098" y="4577832"/>
                  <a:pt x="6143098" y="4577832"/>
                </a:cubicBezTo>
                <a:lnTo>
                  <a:pt x="6146629" y="4571690"/>
                </a:lnTo>
                <a:cubicBezTo>
                  <a:pt x="6146783" y="4571485"/>
                  <a:pt x="6147243" y="4571332"/>
                  <a:pt x="6147243" y="4571332"/>
                </a:cubicBezTo>
                <a:lnTo>
                  <a:pt x="6154307" y="4571332"/>
                </a:lnTo>
                <a:cubicBezTo>
                  <a:pt x="6154562" y="4571332"/>
                  <a:pt x="6154921" y="4571690"/>
                  <a:pt x="6154921" y="4571690"/>
                </a:cubicBezTo>
                <a:lnTo>
                  <a:pt x="6158453" y="4577832"/>
                </a:lnTo>
                <a:cubicBezTo>
                  <a:pt x="6158554" y="4578036"/>
                  <a:pt x="6158453" y="4578497"/>
                  <a:pt x="6158453" y="4578497"/>
                </a:cubicBezTo>
                <a:lnTo>
                  <a:pt x="6154921" y="4584639"/>
                </a:lnTo>
                <a:cubicBezTo>
                  <a:pt x="6154768" y="4584843"/>
                  <a:pt x="6154307" y="4584997"/>
                  <a:pt x="6154307" y="4584997"/>
                </a:cubicBezTo>
                <a:close/>
                <a:moveTo>
                  <a:pt x="6352582" y="4584997"/>
                </a:moveTo>
                <a:lnTo>
                  <a:pt x="6345519" y="4584997"/>
                </a:lnTo>
                <a:cubicBezTo>
                  <a:pt x="6345263" y="4584997"/>
                  <a:pt x="6344904" y="4584639"/>
                  <a:pt x="6344904" y="4584639"/>
                </a:cubicBezTo>
                <a:lnTo>
                  <a:pt x="6341373" y="4578497"/>
                </a:lnTo>
                <a:cubicBezTo>
                  <a:pt x="6341271" y="4578292"/>
                  <a:pt x="6341373" y="4577832"/>
                  <a:pt x="6341373" y="4577832"/>
                </a:cubicBezTo>
                <a:lnTo>
                  <a:pt x="6344904" y="4571690"/>
                </a:lnTo>
                <a:cubicBezTo>
                  <a:pt x="6345058" y="4571485"/>
                  <a:pt x="6345519" y="4571332"/>
                  <a:pt x="6345519" y="4571332"/>
                </a:cubicBezTo>
                <a:lnTo>
                  <a:pt x="6352582" y="4571332"/>
                </a:lnTo>
                <a:cubicBezTo>
                  <a:pt x="6352838" y="4571332"/>
                  <a:pt x="6353196" y="4571690"/>
                  <a:pt x="6353196" y="4571690"/>
                </a:cubicBezTo>
                <a:lnTo>
                  <a:pt x="6356728" y="4577832"/>
                </a:lnTo>
                <a:cubicBezTo>
                  <a:pt x="6356830" y="4578036"/>
                  <a:pt x="6356728" y="4578497"/>
                  <a:pt x="6356728" y="4578497"/>
                </a:cubicBezTo>
                <a:lnTo>
                  <a:pt x="6353196" y="4584639"/>
                </a:lnTo>
                <a:cubicBezTo>
                  <a:pt x="6353043" y="4584843"/>
                  <a:pt x="6352582" y="4584997"/>
                  <a:pt x="6352582" y="4584997"/>
                </a:cubicBezTo>
                <a:close/>
                <a:moveTo>
                  <a:pt x="6550807" y="4584997"/>
                </a:moveTo>
                <a:lnTo>
                  <a:pt x="6543744" y="4584997"/>
                </a:lnTo>
                <a:cubicBezTo>
                  <a:pt x="6543488" y="4584997"/>
                  <a:pt x="6543129" y="4584639"/>
                  <a:pt x="6543129" y="4584639"/>
                </a:cubicBezTo>
                <a:lnTo>
                  <a:pt x="6539598" y="4578497"/>
                </a:lnTo>
                <a:cubicBezTo>
                  <a:pt x="6539495" y="4578292"/>
                  <a:pt x="6539598" y="4577832"/>
                  <a:pt x="6539598" y="4577832"/>
                </a:cubicBezTo>
                <a:lnTo>
                  <a:pt x="6543129" y="4571690"/>
                </a:lnTo>
                <a:cubicBezTo>
                  <a:pt x="6543282" y="4571485"/>
                  <a:pt x="6543744" y="4571332"/>
                  <a:pt x="6543744" y="4571332"/>
                </a:cubicBezTo>
                <a:lnTo>
                  <a:pt x="6550807" y="4571332"/>
                </a:lnTo>
                <a:cubicBezTo>
                  <a:pt x="6551063" y="4571332"/>
                  <a:pt x="6551420" y="4571690"/>
                  <a:pt x="6551420" y="4571690"/>
                </a:cubicBezTo>
                <a:lnTo>
                  <a:pt x="6554953" y="4577832"/>
                </a:lnTo>
                <a:cubicBezTo>
                  <a:pt x="6555055" y="4578036"/>
                  <a:pt x="6554953" y="4578497"/>
                  <a:pt x="6554953" y="4578497"/>
                </a:cubicBezTo>
                <a:lnTo>
                  <a:pt x="6551420" y="4584639"/>
                </a:lnTo>
                <a:cubicBezTo>
                  <a:pt x="6551267" y="4584843"/>
                  <a:pt x="6550807" y="4584997"/>
                  <a:pt x="6550807" y="4584997"/>
                </a:cubicBezTo>
                <a:close/>
                <a:moveTo>
                  <a:pt x="6749031" y="4584997"/>
                </a:moveTo>
                <a:lnTo>
                  <a:pt x="6741967" y="4584997"/>
                </a:lnTo>
                <a:cubicBezTo>
                  <a:pt x="6741711" y="4584997"/>
                  <a:pt x="6741354" y="4584639"/>
                  <a:pt x="6741354" y="4584639"/>
                </a:cubicBezTo>
                <a:lnTo>
                  <a:pt x="6737823" y="4578497"/>
                </a:lnTo>
                <a:cubicBezTo>
                  <a:pt x="6737720" y="4578292"/>
                  <a:pt x="6737823" y="4577832"/>
                  <a:pt x="6737823" y="4577832"/>
                </a:cubicBezTo>
                <a:lnTo>
                  <a:pt x="6741354" y="4571690"/>
                </a:lnTo>
                <a:cubicBezTo>
                  <a:pt x="6741508" y="4571485"/>
                  <a:pt x="6741967" y="4571332"/>
                  <a:pt x="6741967" y="4571332"/>
                </a:cubicBezTo>
                <a:lnTo>
                  <a:pt x="6749031" y="4571332"/>
                </a:lnTo>
                <a:cubicBezTo>
                  <a:pt x="6749287" y="4571332"/>
                  <a:pt x="6749646" y="4571690"/>
                  <a:pt x="6749646" y="4571690"/>
                </a:cubicBezTo>
                <a:lnTo>
                  <a:pt x="6753177" y="4577832"/>
                </a:lnTo>
                <a:cubicBezTo>
                  <a:pt x="6753279" y="4578036"/>
                  <a:pt x="6753177" y="4578497"/>
                  <a:pt x="6753177" y="4578497"/>
                </a:cubicBezTo>
                <a:lnTo>
                  <a:pt x="6749646" y="4584639"/>
                </a:lnTo>
                <a:cubicBezTo>
                  <a:pt x="6749491" y="4584843"/>
                  <a:pt x="6749031" y="4584997"/>
                  <a:pt x="6749031" y="4584997"/>
                </a:cubicBezTo>
                <a:close/>
                <a:moveTo>
                  <a:pt x="6947256" y="4584997"/>
                </a:moveTo>
                <a:lnTo>
                  <a:pt x="6940193" y="4584997"/>
                </a:lnTo>
                <a:cubicBezTo>
                  <a:pt x="6939937" y="4584997"/>
                  <a:pt x="6939578" y="4584639"/>
                  <a:pt x="6939578" y="4584639"/>
                </a:cubicBezTo>
                <a:lnTo>
                  <a:pt x="6936048" y="4578497"/>
                </a:lnTo>
                <a:cubicBezTo>
                  <a:pt x="6935945" y="4578292"/>
                  <a:pt x="6936048" y="4577832"/>
                  <a:pt x="6936048" y="4577832"/>
                </a:cubicBezTo>
                <a:lnTo>
                  <a:pt x="6939578" y="4571690"/>
                </a:lnTo>
                <a:cubicBezTo>
                  <a:pt x="6939733" y="4571485"/>
                  <a:pt x="6940193" y="4571332"/>
                  <a:pt x="6940193" y="4571332"/>
                </a:cubicBezTo>
                <a:lnTo>
                  <a:pt x="6947256" y="4571332"/>
                </a:lnTo>
                <a:cubicBezTo>
                  <a:pt x="6947512" y="4571332"/>
                  <a:pt x="6947870" y="4571690"/>
                  <a:pt x="6947870" y="4571690"/>
                </a:cubicBezTo>
                <a:lnTo>
                  <a:pt x="6951402" y="4577832"/>
                </a:lnTo>
                <a:cubicBezTo>
                  <a:pt x="6951504" y="4578036"/>
                  <a:pt x="6951402" y="4578497"/>
                  <a:pt x="6951402" y="4578497"/>
                </a:cubicBezTo>
                <a:lnTo>
                  <a:pt x="6947870" y="4584639"/>
                </a:lnTo>
                <a:cubicBezTo>
                  <a:pt x="6947717" y="4584843"/>
                  <a:pt x="6947256" y="4584997"/>
                  <a:pt x="6947256" y="4584997"/>
                </a:cubicBezTo>
                <a:close/>
                <a:moveTo>
                  <a:pt x="7145416" y="4584997"/>
                </a:moveTo>
                <a:lnTo>
                  <a:pt x="7138352" y="4584997"/>
                </a:lnTo>
                <a:cubicBezTo>
                  <a:pt x="7138097" y="4584997"/>
                  <a:pt x="7137738" y="4584639"/>
                  <a:pt x="7137738" y="4584639"/>
                </a:cubicBezTo>
                <a:lnTo>
                  <a:pt x="7134208" y="4578497"/>
                </a:lnTo>
                <a:cubicBezTo>
                  <a:pt x="7134106" y="4578292"/>
                  <a:pt x="7134208" y="4577832"/>
                  <a:pt x="7134208" y="4577832"/>
                </a:cubicBezTo>
                <a:lnTo>
                  <a:pt x="7137738" y="4571690"/>
                </a:lnTo>
                <a:cubicBezTo>
                  <a:pt x="7137893" y="4571485"/>
                  <a:pt x="7138352" y="4571332"/>
                  <a:pt x="7138352" y="4571332"/>
                </a:cubicBezTo>
                <a:lnTo>
                  <a:pt x="7145416" y="4571332"/>
                </a:lnTo>
                <a:cubicBezTo>
                  <a:pt x="7145672" y="4571332"/>
                  <a:pt x="7146031" y="4571690"/>
                  <a:pt x="7146031" y="4571690"/>
                </a:cubicBezTo>
                <a:lnTo>
                  <a:pt x="7149562" y="4577832"/>
                </a:lnTo>
                <a:cubicBezTo>
                  <a:pt x="7149665" y="4578036"/>
                  <a:pt x="7149562" y="4578497"/>
                  <a:pt x="7149562" y="4578497"/>
                </a:cubicBezTo>
                <a:lnTo>
                  <a:pt x="7146031" y="4584639"/>
                </a:lnTo>
                <a:cubicBezTo>
                  <a:pt x="7145878" y="4584843"/>
                  <a:pt x="7145416" y="4584997"/>
                  <a:pt x="7145416" y="4584997"/>
                </a:cubicBezTo>
                <a:close/>
                <a:moveTo>
                  <a:pt x="7343697" y="4584997"/>
                </a:moveTo>
                <a:lnTo>
                  <a:pt x="7336631" y="4584997"/>
                </a:lnTo>
                <a:cubicBezTo>
                  <a:pt x="7336377" y="4584997"/>
                  <a:pt x="7336019" y="4584639"/>
                  <a:pt x="7336019" y="4584639"/>
                </a:cubicBezTo>
                <a:lnTo>
                  <a:pt x="7332486" y="4578497"/>
                </a:lnTo>
                <a:cubicBezTo>
                  <a:pt x="7332382" y="4578292"/>
                  <a:pt x="7332486" y="4577832"/>
                  <a:pt x="7332486" y="4577832"/>
                </a:cubicBezTo>
                <a:lnTo>
                  <a:pt x="7336019" y="4571690"/>
                </a:lnTo>
                <a:cubicBezTo>
                  <a:pt x="7336173" y="4571485"/>
                  <a:pt x="7336631" y="4571332"/>
                  <a:pt x="7336631" y="4571332"/>
                </a:cubicBezTo>
                <a:lnTo>
                  <a:pt x="7343697" y="4571332"/>
                </a:lnTo>
                <a:cubicBezTo>
                  <a:pt x="7343953" y="4571332"/>
                  <a:pt x="7344311" y="4571690"/>
                  <a:pt x="7344311" y="4571690"/>
                </a:cubicBezTo>
                <a:lnTo>
                  <a:pt x="7347842" y="4577832"/>
                </a:lnTo>
                <a:cubicBezTo>
                  <a:pt x="7347943" y="4578036"/>
                  <a:pt x="7347842" y="4578497"/>
                  <a:pt x="7347842" y="4578497"/>
                </a:cubicBezTo>
                <a:lnTo>
                  <a:pt x="7344311" y="4584639"/>
                </a:lnTo>
                <a:cubicBezTo>
                  <a:pt x="7344155" y="4584843"/>
                  <a:pt x="7343697" y="4584997"/>
                  <a:pt x="7343697" y="4584997"/>
                </a:cubicBezTo>
                <a:close/>
                <a:moveTo>
                  <a:pt x="7541831" y="4584997"/>
                </a:moveTo>
                <a:lnTo>
                  <a:pt x="7534768" y="4584997"/>
                </a:lnTo>
                <a:cubicBezTo>
                  <a:pt x="7534513" y="4584997"/>
                  <a:pt x="7534154" y="4584639"/>
                  <a:pt x="7534154" y="4584639"/>
                </a:cubicBezTo>
                <a:lnTo>
                  <a:pt x="7530622" y="4578497"/>
                </a:lnTo>
                <a:cubicBezTo>
                  <a:pt x="7530519" y="4578292"/>
                  <a:pt x="7530622" y="4577832"/>
                  <a:pt x="7530622" y="4577832"/>
                </a:cubicBezTo>
                <a:lnTo>
                  <a:pt x="7534154" y="4571690"/>
                </a:lnTo>
                <a:cubicBezTo>
                  <a:pt x="7534308" y="4571485"/>
                  <a:pt x="7534768" y="4571332"/>
                  <a:pt x="7534768" y="4571332"/>
                </a:cubicBezTo>
                <a:lnTo>
                  <a:pt x="7541831" y="4571332"/>
                </a:lnTo>
                <a:cubicBezTo>
                  <a:pt x="7542087" y="4571332"/>
                  <a:pt x="7542445" y="4571690"/>
                  <a:pt x="7542445" y="4571690"/>
                </a:cubicBezTo>
                <a:lnTo>
                  <a:pt x="7545979" y="4577832"/>
                </a:lnTo>
                <a:cubicBezTo>
                  <a:pt x="7546082" y="4578036"/>
                  <a:pt x="7545979" y="4578497"/>
                  <a:pt x="7545979" y="4578497"/>
                </a:cubicBezTo>
                <a:lnTo>
                  <a:pt x="7542445" y="4584639"/>
                </a:lnTo>
                <a:cubicBezTo>
                  <a:pt x="7542291" y="4584843"/>
                  <a:pt x="7541831" y="4584997"/>
                  <a:pt x="7541831" y="4584997"/>
                </a:cubicBezTo>
                <a:close/>
                <a:moveTo>
                  <a:pt x="7740066" y="4584997"/>
                </a:moveTo>
                <a:lnTo>
                  <a:pt x="7733003" y="4584997"/>
                </a:lnTo>
                <a:cubicBezTo>
                  <a:pt x="7732747" y="4584997"/>
                  <a:pt x="7732389" y="4584639"/>
                  <a:pt x="7732389" y="4584639"/>
                </a:cubicBezTo>
                <a:lnTo>
                  <a:pt x="7728857" y="4578497"/>
                </a:lnTo>
                <a:cubicBezTo>
                  <a:pt x="7728755" y="4578292"/>
                  <a:pt x="7728857" y="4577832"/>
                  <a:pt x="7728857" y="4577832"/>
                </a:cubicBezTo>
                <a:lnTo>
                  <a:pt x="7732389" y="4571690"/>
                </a:lnTo>
                <a:cubicBezTo>
                  <a:pt x="7732541" y="4571485"/>
                  <a:pt x="7733003" y="4571332"/>
                  <a:pt x="7733003" y="4571332"/>
                </a:cubicBezTo>
                <a:lnTo>
                  <a:pt x="7740066" y="4571332"/>
                </a:lnTo>
                <a:cubicBezTo>
                  <a:pt x="7740322" y="4571332"/>
                  <a:pt x="7740680" y="4571690"/>
                  <a:pt x="7740680" y="4571690"/>
                </a:cubicBezTo>
                <a:lnTo>
                  <a:pt x="7744213" y="4577832"/>
                </a:lnTo>
                <a:cubicBezTo>
                  <a:pt x="7744315" y="4578036"/>
                  <a:pt x="7744213" y="4578497"/>
                  <a:pt x="7744213" y="4578497"/>
                </a:cubicBezTo>
                <a:lnTo>
                  <a:pt x="7740680" y="4584639"/>
                </a:lnTo>
                <a:cubicBezTo>
                  <a:pt x="7740528" y="4584843"/>
                  <a:pt x="7740066" y="4584997"/>
                  <a:pt x="7740066" y="4584997"/>
                </a:cubicBezTo>
                <a:close/>
                <a:moveTo>
                  <a:pt x="7938266" y="4584997"/>
                </a:moveTo>
                <a:lnTo>
                  <a:pt x="7931201" y="4584997"/>
                </a:lnTo>
                <a:cubicBezTo>
                  <a:pt x="7930945" y="4584997"/>
                  <a:pt x="7930587" y="4584639"/>
                  <a:pt x="7930587" y="4584639"/>
                </a:cubicBezTo>
                <a:lnTo>
                  <a:pt x="7927056" y="4578497"/>
                </a:lnTo>
                <a:cubicBezTo>
                  <a:pt x="7926953" y="4578292"/>
                  <a:pt x="7927056" y="4577832"/>
                  <a:pt x="7927056" y="4577832"/>
                </a:cubicBezTo>
                <a:lnTo>
                  <a:pt x="7930587" y="4571690"/>
                </a:lnTo>
                <a:cubicBezTo>
                  <a:pt x="7930740" y="4571485"/>
                  <a:pt x="7931201" y="4571332"/>
                  <a:pt x="7931201" y="4571332"/>
                </a:cubicBezTo>
                <a:lnTo>
                  <a:pt x="7938266" y="4571332"/>
                </a:lnTo>
                <a:cubicBezTo>
                  <a:pt x="7938521" y="4571332"/>
                  <a:pt x="7938880" y="4571690"/>
                  <a:pt x="7938880" y="4571690"/>
                </a:cubicBezTo>
                <a:lnTo>
                  <a:pt x="7942411" y="4577832"/>
                </a:lnTo>
                <a:cubicBezTo>
                  <a:pt x="7942513" y="4578036"/>
                  <a:pt x="7942411" y="4578497"/>
                  <a:pt x="7942411" y="4578497"/>
                </a:cubicBezTo>
                <a:lnTo>
                  <a:pt x="7938880" y="4584639"/>
                </a:lnTo>
                <a:cubicBezTo>
                  <a:pt x="7938725" y="4584843"/>
                  <a:pt x="7938266" y="4584997"/>
                  <a:pt x="7938266" y="4584997"/>
                </a:cubicBezTo>
                <a:close/>
                <a:moveTo>
                  <a:pt x="8136524" y="4584997"/>
                </a:moveTo>
                <a:lnTo>
                  <a:pt x="8129460" y="4584997"/>
                </a:lnTo>
                <a:cubicBezTo>
                  <a:pt x="8129204" y="4584997"/>
                  <a:pt x="8128845" y="4584639"/>
                  <a:pt x="8128845" y="4584639"/>
                </a:cubicBezTo>
                <a:lnTo>
                  <a:pt x="8125314" y="4578497"/>
                </a:lnTo>
                <a:cubicBezTo>
                  <a:pt x="8125212" y="4578292"/>
                  <a:pt x="8125314" y="4577832"/>
                  <a:pt x="8125314" y="4577832"/>
                </a:cubicBezTo>
                <a:lnTo>
                  <a:pt x="8128845" y="4571690"/>
                </a:lnTo>
                <a:cubicBezTo>
                  <a:pt x="8128999" y="4571485"/>
                  <a:pt x="8129460" y="4571332"/>
                  <a:pt x="8129460" y="4571332"/>
                </a:cubicBezTo>
                <a:lnTo>
                  <a:pt x="8136524" y="4571332"/>
                </a:lnTo>
                <a:cubicBezTo>
                  <a:pt x="8136782" y="4571332"/>
                  <a:pt x="8137138" y="4571690"/>
                  <a:pt x="8137138" y="4571690"/>
                </a:cubicBezTo>
                <a:lnTo>
                  <a:pt x="8140670" y="4577832"/>
                </a:lnTo>
                <a:cubicBezTo>
                  <a:pt x="8140772" y="4578036"/>
                  <a:pt x="8140670" y="4578497"/>
                  <a:pt x="8140670" y="4578497"/>
                </a:cubicBezTo>
                <a:lnTo>
                  <a:pt x="8137138" y="4584639"/>
                </a:lnTo>
                <a:cubicBezTo>
                  <a:pt x="8136984" y="4584843"/>
                  <a:pt x="8136524" y="4584997"/>
                  <a:pt x="8136524" y="4584997"/>
                </a:cubicBezTo>
                <a:close/>
                <a:moveTo>
                  <a:pt x="8334895" y="4584997"/>
                </a:moveTo>
                <a:lnTo>
                  <a:pt x="8327831" y="4584997"/>
                </a:lnTo>
                <a:cubicBezTo>
                  <a:pt x="8327576" y="4584997"/>
                  <a:pt x="8327217" y="4584639"/>
                  <a:pt x="8327217" y="4584639"/>
                </a:cubicBezTo>
                <a:lnTo>
                  <a:pt x="8323686" y="4578497"/>
                </a:lnTo>
                <a:cubicBezTo>
                  <a:pt x="8323584" y="4578292"/>
                  <a:pt x="8323686" y="4577832"/>
                  <a:pt x="8323686" y="4577832"/>
                </a:cubicBezTo>
                <a:lnTo>
                  <a:pt x="8327217" y="4571690"/>
                </a:lnTo>
                <a:cubicBezTo>
                  <a:pt x="8327371" y="4571485"/>
                  <a:pt x="8327831" y="4571332"/>
                  <a:pt x="8327831" y="4571332"/>
                </a:cubicBezTo>
                <a:lnTo>
                  <a:pt x="8334895" y="4571332"/>
                </a:lnTo>
                <a:cubicBezTo>
                  <a:pt x="8335150" y="4571332"/>
                  <a:pt x="8335509" y="4571690"/>
                  <a:pt x="8335509" y="4571690"/>
                </a:cubicBezTo>
                <a:lnTo>
                  <a:pt x="8339041" y="4577832"/>
                </a:lnTo>
                <a:cubicBezTo>
                  <a:pt x="8339143" y="4578036"/>
                  <a:pt x="8339041" y="4578497"/>
                  <a:pt x="8339041" y="4578497"/>
                </a:cubicBezTo>
                <a:lnTo>
                  <a:pt x="8335509" y="4584639"/>
                </a:lnTo>
                <a:cubicBezTo>
                  <a:pt x="8335356" y="4584843"/>
                  <a:pt x="8334895" y="4584997"/>
                  <a:pt x="8334895" y="4584997"/>
                </a:cubicBezTo>
                <a:close/>
                <a:moveTo>
                  <a:pt x="8533124" y="4584997"/>
                </a:moveTo>
                <a:lnTo>
                  <a:pt x="8526061" y="4584997"/>
                </a:lnTo>
                <a:cubicBezTo>
                  <a:pt x="8525805" y="4584997"/>
                  <a:pt x="8525446" y="4584639"/>
                  <a:pt x="8525446" y="4584639"/>
                </a:cubicBezTo>
                <a:lnTo>
                  <a:pt x="8521915" y="4578497"/>
                </a:lnTo>
                <a:cubicBezTo>
                  <a:pt x="8521812" y="4578292"/>
                  <a:pt x="8521915" y="4577832"/>
                  <a:pt x="8521915" y="4577832"/>
                </a:cubicBezTo>
                <a:lnTo>
                  <a:pt x="8525446" y="4571690"/>
                </a:lnTo>
                <a:cubicBezTo>
                  <a:pt x="8525599" y="4571485"/>
                  <a:pt x="8526061" y="4571332"/>
                  <a:pt x="8526061" y="4571332"/>
                </a:cubicBezTo>
                <a:lnTo>
                  <a:pt x="8533124" y="4571332"/>
                </a:lnTo>
                <a:cubicBezTo>
                  <a:pt x="8533379" y="4571332"/>
                  <a:pt x="8533739" y="4571690"/>
                  <a:pt x="8533739" y="4571690"/>
                </a:cubicBezTo>
                <a:lnTo>
                  <a:pt x="8537269" y="4577832"/>
                </a:lnTo>
                <a:cubicBezTo>
                  <a:pt x="8537372" y="4578036"/>
                  <a:pt x="8537269" y="4578497"/>
                  <a:pt x="8537269" y="4578497"/>
                </a:cubicBezTo>
                <a:lnTo>
                  <a:pt x="8533739" y="4584639"/>
                </a:lnTo>
                <a:cubicBezTo>
                  <a:pt x="8533586" y="4584843"/>
                  <a:pt x="8533124" y="4584997"/>
                  <a:pt x="8533124" y="4584997"/>
                </a:cubicBezTo>
                <a:close/>
                <a:moveTo>
                  <a:pt x="8731274" y="4584997"/>
                </a:moveTo>
                <a:lnTo>
                  <a:pt x="8724210" y="4584997"/>
                </a:lnTo>
                <a:cubicBezTo>
                  <a:pt x="8723954" y="4584997"/>
                  <a:pt x="8723595" y="4584639"/>
                  <a:pt x="8723595" y="4584639"/>
                </a:cubicBezTo>
                <a:lnTo>
                  <a:pt x="8720064" y="4578497"/>
                </a:lnTo>
                <a:cubicBezTo>
                  <a:pt x="8719962" y="4578292"/>
                  <a:pt x="8720064" y="4577832"/>
                  <a:pt x="8720064" y="4577832"/>
                </a:cubicBezTo>
                <a:lnTo>
                  <a:pt x="8723595" y="4571690"/>
                </a:lnTo>
                <a:cubicBezTo>
                  <a:pt x="8723749" y="4571485"/>
                  <a:pt x="8724210" y="4571332"/>
                  <a:pt x="8724210" y="4571332"/>
                </a:cubicBezTo>
                <a:lnTo>
                  <a:pt x="8731274" y="4571332"/>
                </a:lnTo>
                <a:cubicBezTo>
                  <a:pt x="8731529" y="4571332"/>
                  <a:pt x="8731888" y="4571690"/>
                  <a:pt x="8731888" y="4571690"/>
                </a:cubicBezTo>
                <a:lnTo>
                  <a:pt x="8735421" y="4577832"/>
                </a:lnTo>
                <a:cubicBezTo>
                  <a:pt x="8735523" y="4578036"/>
                  <a:pt x="8735421" y="4578497"/>
                  <a:pt x="8735421" y="4578497"/>
                </a:cubicBezTo>
                <a:lnTo>
                  <a:pt x="8731888" y="4584639"/>
                </a:lnTo>
                <a:cubicBezTo>
                  <a:pt x="8731735" y="4584843"/>
                  <a:pt x="8731274" y="4584997"/>
                  <a:pt x="8731274" y="4584997"/>
                </a:cubicBezTo>
                <a:close/>
                <a:moveTo>
                  <a:pt x="8929588" y="4584997"/>
                </a:moveTo>
                <a:lnTo>
                  <a:pt x="8922524" y="4584997"/>
                </a:lnTo>
                <a:cubicBezTo>
                  <a:pt x="8922268" y="4584997"/>
                  <a:pt x="8921910" y="4584639"/>
                  <a:pt x="8921910" y="4584639"/>
                </a:cubicBezTo>
                <a:lnTo>
                  <a:pt x="8918379" y="4578497"/>
                </a:lnTo>
                <a:cubicBezTo>
                  <a:pt x="8918277" y="4578292"/>
                  <a:pt x="8918379" y="4577832"/>
                  <a:pt x="8918379" y="4577832"/>
                </a:cubicBezTo>
                <a:lnTo>
                  <a:pt x="8921910" y="4571690"/>
                </a:lnTo>
                <a:cubicBezTo>
                  <a:pt x="8922063" y="4571485"/>
                  <a:pt x="8922524" y="4571332"/>
                  <a:pt x="8922524" y="4571332"/>
                </a:cubicBezTo>
                <a:lnTo>
                  <a:pt x="8929588" y="4571332"/>
                </a:lnTo>
                <a:cubicBezTo>
                  <a:pt x="8929843" y="4571332"/>
                  <a:pt x="8930202" y="4571690"/>
                  <a:pt x="8930202" y="4571690"/>
                </a:cubicBezTo>
                <a:lnTo>
                  <a:pt x="8933733" y="4577832"/>
                </a:lnTo>
                <a:cubicBezTo>
                  <a:pt x="8933836" y="4578036"/>
                  <a:pt x="8933733" y="4578497"/>
                  <a:pt x="8933733" y="4578497"/>
                </a:cubicBezTo>
                <a:lnTo>
                  <a:pt x="8930202" y="4584639"/>
                </a:lnTo>
                <a:cubicBezTo>
                  <a:pt x="8930048" y="4584843"/>
                  <a:pt x="8929588" y="4584997"/>
                  <a:pt x="8929588" y="4584997"/>
                </a:cubicBezTo>
                <a:close/>
                <a:moveTo>
                  <a:pt x="9127817" y="4584997"/>
                </a:moveTo>
                <a:lnTo>
                  <a:pt x="9120755" y="4584997"/>
                </a:lnTo>
                <a:cubicBezTo>
                  <a:pt x="9120499" y="4584997"/>
                  <a:pt x="9120142" y="4584639"/>
                  <a:pt x="9120142" y="4584639"/>
                </a:cubicBezTo>
                <a:lnTo>
                  <a:pt x="9116609" y="4578497"/>
                </a:lnTo>
                <a:cubicBezTo>
                  <a:pt x="9116507" y="4578292"/>
                  <a:pt x="9116609" y="4577832"/>
                  <a:pt x="9116609" y="4577832"/>
                </a:cubicBezTo>
                <a:lnTo>
                  <a:pt x="9120142" y="4571690"/>
                </a:lnTo>
                <a:cubicBezTo>
                  <a:pt x="9120294" y="4571485"/>
                  <a:pt x="9120755" y="4571332"/>
                  <a:pt x="9120755" y="4571332"/>
                </a:cubicBezTo>
                <a:lnTo>
                  <a:pt x="9127817" y="4571332"/>
                </a:lnTo>
                <a:cubicBezTo>
                  <a:pt x="9128074" y="4571332"/>
                  <a:pt x="9128432" y="4571690"/>
                  <a:pt x="9128432" y="4571690"/>
                </a:cubicBezTo>
                <a:lnTo>
                  <a:pt x="9131963" y="4577832"/>
                </a:lnTo>
                <a:cubicBezTo>
                  <a:pt x="9132066" y="4578036"/>
                  <a:pt x="9131963" y="4578497"/>
                  <a:pt x="9131963" y="4578497"/>
                </a:cubicBezTo>
                <a:lnTo>
                  <a:pt x="9128432" y="4584639"/>
                </a:lnTo>
                <a:cubicBezTo>
                  <a:pt x="9128279" y="4584843"/>
                  <a:pt x="9127817" y="4584997"/>
                  <a:pt x="9127817" y="4584997"/>
                </a:cubicBezTo>
                <a:close/>
                <a:moveTo>
                  <a:pt x="9326068" y="4584997"/>
                </a:moveTo>
                <a:lnTo>
                  <a:pt x="9319004" y="4584997"/>
                </a:lnTo>
                <a:cubicBezTo>
                  <a:pt x="9318748" y="4584997"/>
                  <a:pt x="9318390" y="4584639"/>
                  <a:pt x="9318390" y="4584639"/>
                </a:cubicBezTo>
                <a:lnTo>
                  <a:pt x="9314858" y="4578497"/>
                </a:lnTo>
                <a:cubicBezTo>
                  <a:pt x="9314756" y="4578292"/>
                  <a:pt x="9314858" y="4577832"/>
                  <a:pt x="9314858" y="4577832"/>
                </a:cubicBezTo>
                <a:lnTo>
                  <a:pt x="9318390" y="4571690"/>
                </a:lnTo>
                <a:cubicBezTo>
                  <a:pt x="9318543" y="4571485"/>
                  <a:pt x="9319004" y="4571332"/>
                  <a:pt x="9319004" y="4571332"/>
                </a:cubicBezTo>
                <a:lnTo>
                  <a:pt x="9326068" y="4571332"/>
                </a:lnTo>
                <a:cubicBezTo>
                  <a:pt x="9326323" y="4571332"/>
                  <a:pt x="9326682" y="4571690"/>
                  <a:pt x="9326682" y="4571690"/>
                </a:cubicBezTo>
                <a:lnTo>
                  <a:pt x="9330213" y="4577832"/>
                </a:lnTo>
                <a:cubicBezTo>
                  <a:pt x="9330316" y="4578036"/>
                  <a:pt x="9330213" y="4578497"/>
                  <a:pt x="9330213" y="4578497"/>
                </a:cubicBezTo>
                <a:lnTo>
                  <a:pt x="9326682" y="4584639"/>
                </a:lnTo>
                <a:cubicBezTo>
                  <a:pt x="9326529" y="4584843"/>
                  <a:pt x="9326068" y="4584997"/>
                  <a:pt x="9326068" y="4584997"/>
                </a:cubicBezTo>
                <a:close/>
                <a:moveTo>
                  <a:pt x="9524329" y="4584997"/>
                </a:moveTo>
                <a:lnTo>
                  <a:pt x="9517266" y="4584997"/>
                </a:lnTo>
                <a:cubicBezTo>
                  <a:pt x="9517010" y="4584997"/>
                  <a:pt x="9516652" y="4584639"/>
                  <a:pt x="9516652" y="4584639"/>
                </a:cubicBezTo>
                <a:lnTo>
                  <a:pt x="9513120" y="4578497"/>
                </a:lnTo>
                <a:cubicBezTo>
                  <a:pt x="9513018" y="4578292"/>
                  <a:pt x="9513120" y="4577832"/>
                  <a:pt x="9513120" y="4577832"/>
                </a:cubicBezTo>
                <a:lnTo>
                  <a:pt x="9516652" y="4571690"/>
                </a:lnTo>
                <a:cubicBezTo>
                  <a:pt x="9516805" y="4571485"/>
                  <a:pt x="9517266" y="4571332"/>
                  <a:pt x="9517266" y="4571332"/>
                </a:cubicBezTo>
                <a:lnTo>
                  <a:pt x="9524329" y="4571332"/>
                </a:lnTo>
                <a:cubicBezTo>
                  <a:pt x="9524585" y="4571332"/>
                  <a:pt x="9524943" y="4571690"/>
                  <a:pt x="9524943" y="4571690"/>
                </a:cubicBezTo>
                <a:lnTo>
                  <a:pt x="9528475" y="4577832"/>
                </a:lnTo>
                <a:cubicBezTo>
                  <a:pt x="9528577" y="4578036"/>
                  <a:pt x="9528475" y="4578497"/>
                  <a:pt x="9528475" y="4578497"/>
                </a:cubicBezTo>
                <a:lnTo>
                  <a:pt x="9524943" y="4584639"/>
                </a:lnTo>
                <a:cubicBezTo>
                  <a:pt x="9524790" y="4584843"/>
                  <a:pt x="9524329" y="4584997"/>
                  <a:pt x="9524329" y="4584997"/>
                </a:cubicBezTo>
                <a:close/>
                <a:moveTo>
                  <a:pt x="9722553" y="4584997"/>
                </a:moveTo>
                <a:lnTo>
                  <a:pt x="9715491" y="4584997"/>
                </a:lnTo>
                <a:cubicBezTo>
                  <a:pt x="9715235" y="4584997"/>
                  <a:pt x="9714877" y="4584639"/>
                  <a:pt x="9714877" y="4584639"/>
                </a:cubicBezTo>
                <a:lnTo>
                  <a:pt x="9711345" y="4578497"/>
                </a:lnTo>
                <a:cubicBezTo>
                  <a:pt x="9711243" y="4578292"/>
                  <a:pt x="9711345" y="4577832"/>
                  <a:pt x="9711345" y="4577832"/>
                </a:cubicBezTo>
                <a:lnTo>
                  <a:pt x="9714877" y="4571690"/>
                </a:lnTo>
                <a:cubicBezTo>
                  <a:pt x="9715030" y="4571485"/>
                  <a:pt x="9715491" y="4571332"/>
                  <a:pt x="9715491" y="4571332"/>
                </a:cubicBezTo>
                <a:lnTo>
                  <a:pt x="9722553" y="4571332"/>
                </a:lnTo>
                <a:cubicBezTo>
                  <a:pt x="9722809" y="4571332"/>
                  <a:pt x="9723168" y="4571690"/>
                  <a:pt x="9723168" y="4571690"/>
                </a:cubicBezTo>
                <a:lnTo>
                  <a:pt x="9726699" y="4577832"/>
                </a:lnTo>
                <a:cubicBezTo>
                  <a:pt x="9726801" y="4578036"/>
                  <a:pt x="9726699" y="4578497"/>
                  <a:pt x="9726699" y="4578497"/>
                </a:cubicBezTo>
                <a:lnTo>
                  <a:pt x="9723168" y="4584639"/>
                </a:lnTo>
                <a:cubicBezTo>
                  <a:pt x="9723014" y="4584843"/>
                  <a:pt x="9722553" y="4584997"/>
                  <a:pt x="9722553" y="4584997"/>
                </a:cubicBezTo>
                <a:close/>
                <a:moveTo>
                  <a:pt x="9920670" y="4584997"/>
                </a:moveTo>
                <a:lnTo>
                  <a:pt x="9913609" y="4584997"/>
                </a:lnTo>
                <a:cubicBezTo>
                  <a:pt x="9913352" y="4584997"/>
                  <a:pt x="9912994" y="4584639"/>
                  <a:pt x="9912994" y="4584639"/>
                </a:cubicBezTo>
                <a:lnTo>
                  <a:pt x="9909462" y="4578497"/>
                </a:lnTo>
                <a:cubicBezTo>
                  <a:pt x="9909359" y="4578292"/>
                  <a:pt x="9909462" y="4577832"/>
                  <a:pt x="9909462" y="4577832"/>
                </a:cubicBezTo>
                <a:lnTo>
                  <a:pt x="9912994" y="4571690"/>
                </a:lnTo>
                <a:cubicBezTo>
                  <a:pt x="9913147" y="4571485"/>
                  <a:pt x="9913609" y="4571332"/>
                  <a:pt x="9913609" y="4571332"/>
                </a:cubicBezTo>
                <a:lnTo>
                  <a:pt x="9920670" y="4571332"/>
                </a:lnTo>
                <a:cubicBezTo>
                  <a:pt x="9920927" y="4571332"/>
                  <a:pt x="9921284" y="4571690"/>
                  <a:pt x="9921284" y="4571690"/>
                </a:cubicBezTo>
                <a:lnTo>
                  <a:pt x="9924817" y="4577832"/>
                </a:lnTo>
                <a:cubicBezTo>
                  <a:pt x="9924919" y="4578036"/>
                  <a:pt x="9924817" y="4578497"/>
                  <a:pt x="9924817" y="4578497"/>
                </a:cubicBezTo>
                <a:lnTo>
                  <a:pt x="9921284" y="4584639"/>
                </a:lnTo>
                <a:cubicBezTo>
                  <a:pt x="9921131" y="4584843"/>
                  <a:pt x="9920670" y="4584997"/>
                  <a:pt x="9920670" y="4584997"/>
                </a:cubicBezTo>
                <a:close/>
                <a:moveTo>
                  <a:pt x="10118964" y="4584997"/>
                </a:moveTo>
                <a:lnTo>
                  <a:pt x="10111901" y="4584997"/>
                </a:lnTo>
                <a:cubicBezTo>
                  <a:pt x="10111646" y="4584997"/>
                  <a:pt x="10111287" y="4584639"/>
                  <a:pt x="10111287" y="4584639"/>
                </a:cubicBezTo>
                <a:lnTo>
                  <a:pt x="10107756" y="4578497"/>
                </a:lnTo>
                <a:cubicBezTo>
                  <a:pt x="10107654" y="4578292"/>
                  <a:pt x="10107756" y="4577832"/>
                  <a:pt x="10107756" y="4577832"/>
                </a:cubicBezTo>
                <a:lnTo>
                  <a:pt x="10111287" y="4571690"/>
                </a:lnTo>
                <a:cubicBezTo>
                  <a:pt x="10111441" y="4571485"/>
                  <a:pt x="10111901" y="4571332"/>
                  <a:pt x="10111901" y="4571332"/>
                </a:cubicBezTo>
                <a:lnTo>
                  <a:pt x="10118964" y="4571332"/>
                </a:lnTo>
                <a:cubicBezTo>
                  <a:pt x="10119221" y="4571332"/>
                  <a:pt x="10119579" y="4571690"/>
                  <a:pt x="10119579" y="4571690"/>
                </a:cubicBezTo>
                <a:lnTo>
                  <a:pt x="10123111" y="4577832"/>
                </a:lnTo>
                <a:cubicBezTo>
                  <a:pt x="10123213" y="4578036"/>
                  <a:pt x="10123111" y="4578497"/>
                  <a:pt x="10123111" y="4578497"/>
                </a:cubicBezTo>
                <a:lnTo>
                  <a:pt x="10119579" y="4584639"/>
                </a:lnTo>
                <a:cubicBezTo>
                  <a:pt x="10119426" y="4584843"/>
                  <a:pt x="10118964" y="4584997"/>
                  <a:pt x="10118964" y="4584997"/>
                </a:cubicBezTo>
                <a:close/>
                <a:moveTo>
                  <a:pt x="10317241" y="4584997"/>
                </a:moveTo>
                <a:lnTo>
                  <a:pt x="10310178" y="4584997"/>
                </a:lnTo>
                <a:cubicBezTo>
                  <a:pt x="10309922" y="4584997"/>
                  <a:pt x="10309564" y="4584639"/>
                  <a:pt x="10309564" y="4584639"/>
                </a:cubicBezTo>
                <a:lnTo>
                  <a:pt x="10306032" y="4578497"/>
                </a:lnTo>
                <a:cubicBezTo>
                  <a:pt x="10305930" y="4578292"/>
                  <a:pt x="10306032" y="4577832"/>
                  <a:pt x="10306032" y="4577832"/>
                </a:cubicBezTo>
                <a:lnTo>
                  <a:pt x="10309564" y="4571690"/>
                </a:lnTo>
                <a:cubicBezTo>
                  <a:pt x="10309717" y="4571485"/>
                  <a:pt x="10310178" y="4571332"/>
                  <a:pt x="10310178" y="4571332"/>
                </a:cubicBezTo>
                <a:lnTo>
                  <a:pt x="10317241" y="4571332"/>
                </a:lnTo>
                <a:cubicBezTo>
                  <a:pt x="10317497" y="4571332"/>
                  <a:pt x="10317855" y="4571690"/>
                  <a:pt x="10317855" y="4571690"/>
                </a:cubicBezTo>
                <a:lnTo>
                  <a:pt x="10321387" y="4577832"/>
                </a:lnTo>
                <a:cubicBezTo>
                  <a:pt x="10321489" y="4578036"/>
                  <a:pt x="10321387" y="4578497"/>
                  <a:pt x="10321387" y="4578497"/>
                </a:cubicBezTo>
                <a:lnTo>
                  <a:pt x="10317855" y="4584639"/>
                </a:lnTo>
                <a:cubicBezTo>
                  <a:pt x="10317702" y="4584843"/>
                  <a:pt x="10317241" y="4584997"/>
                  <a:pt x="10317241" y="4584997"/>
                </a:cubicBezTo>
                <a:close/>
                <a:moveTo>
                  <a:pt x="1795378" y="4748364"/>
                </a:moveTo>
                <a:lnTo>
                  <a:pt x="1788315" y="4748364"/>
                </a:lnTo>
                <a:cubicBezTo>
                  <a:pt x="1788060" y="4748364"/>
                  <a:pt x="1787701" y="4748005"/>
                  <a:pt x="1787701" y="4748005"/>
                </a:cubicBezTo>
                <a:lnTo>
                  <a:pt x="1784170" y="4741862"/>
                </a:lnTo>
                <a:cubicBezTo>
                  <a:pt x="1784067" y="4741658"/>
                  <a:pt x="1784170" y="4741198"/>
                  <a:pt x="1784170" y="4741198"/>
                </a:cubicBezTo>
                <a:lnTo>
                  <a:pt x="1787701" y="4735056"/>
                </a:lnTo>
                <a:cubicBezTo>
                  <a:pt x="1787854" y="4734851"/>
                  <a:pt x="1788315" y="4734697"/>
                  <a:pt x="1788315" y="4734697"/>
                </a:cubicBezTo>
                <a:lnTo>
                  <a:pt x="1795378" y="4734697"/>
                </a:lnTo>
                <a:cubicBezTo>
                  <a:pt x="1795634" y="4734697"/>
                  <a:pt x="1795992" y="4735056"/>
                  <a:pt x="1795992" y="4735056"/>
                </a:cubicBezTo>
                <a:lnTo>
                  <a:pt x="1799524" y="4741198"/>
                </a:lnTo>
                <a:cubicBezTo>
                  <a:pt x="1799626" y="4741402"/>
                  <a:pt x="1799524" y="4741862"/>
                  <a:pt x="1799524" y="4741862"/>
                </a:cubicBezTo>
                <a:lnTo>
                  <a:pt x="1795992" y="4748005"/>
                </a:lnTo>
                <a:cubicBezTo>
                  <a:pt x="1795838" y="4748210"/>
                  <a:pt x="1795378" y="4748364"/>
                  <a:pt x="1795378" y="4748364"/>
                </a:cubicBezTo>
                <a:close/>
                <a:moveTo>
                  <a:pt x="804204" y="4748367"/>
                </a:moveTo>
                <a:lnTo>
                  <a:pt x="797140" y="4748367"/>
                </a:lnTo>
                <a:cubicBezTo>
                  <a:pt x="796886" y="4748367"/>
                  <a:pt x="796526" y="4748011"/>
                  <a:pt x="796526" y="4748011"/>
                </a:cubicBezTo>
                <a:lnTo>
                  <a:pt x="792995" y="4741868"/>
                </a:lnTo>
                <a:cubicBezTo>
                  <a:pt x="792893" y="4741662"/>
                  <a:pt x="792995" y="4741201"/>
                  <a:pt x="792995" y="4741201"/>
                </a:cubicBezTo>
                <a:lnTo>
                  <a:pt x="796526" y="4735061"/>
                </a:lnTo>
                <a:cubicBezTo>
                  <a:pt x="796680" y="4734855"/>
                  <a:pt x="797140" y="4734703"/>
                  <a:pt x="797140" y="4734703"/>
                </a:cubicBezTo>
                <a:lnTo>
                  <a:pt x="804204" y="4734703"/>
                </a:lnTo>
                <a:cubicBezTo>
                  <a:pt x="804460" y="4734703"/>
                  <a:pt x="804818" y="4735061"/>
                  <a:pt x="804818" y="4735061"/>
                </a:cubicBezTo>
                <a:lnTo>
                  <a:pt x="808350" y="4741201"/>
                </a:lnTo>
                <a:cubicBezTo>
                  <a:pt x="808452" y="4741407"/>
                  <a:pt x="808350" y="4741868"/>
                  <a:pt x="808350" y="4741868"/>
                </a:cubicBezTo>
                <a:lnTo>
                  <a:pt x="804818" y="4748011"/>
                </a:lnTo>
                <a:cubicBezTo>
                  <a:pt x="804665" y="4748215"/>
                  <a:pt x="804204" y="4748367"/>
                  <a:pt x="804204" y="4748367"/>
                </a:cubicBezTo>
                <a:close/>
                <a:moveTo>
                  <a:pt x="1002428" y="4748370"/>
                </a:moveTo>
                <a:lnTo>
                  <a:pt x="995366" y="4748370"/>
                </a:lnTo>
                <a:cubicBezTo>
                  <a:pt x="995110" y="4748370"/>
                  <a:pt x="994752" y="4748013"/>
                  <a:pt x="994752" y="4748013"/>
                </a:cubicBezTo>
                <a:lnTo>
                  <a:pt x="991220" y="4741869"/>
                </a:lnTo>
                <a:cubicBezTo>
                  <a:pt x="991117" y="4741665"/>
                  <a:pt x="991220" y="4741204"/>
                  <a:pt x="991220" y="4741204"/>
                </a:cubicBezTo>
                <a:lnTo>
                  <a:pt x="994752" y="4735063"/>
                </a:lnTo>
                <a:cubicBezTo>
                  <a:pt x="994905" y="4734858"/>
                  <a:pt x="995366" y="4734704"/>
                  <a:pt x="995366" y="4734704"/>
                </a:cubicBezTo>
                <a:lnTo>
                  <a:pt x="1002428" y="4734704"/>
                </a:lnTo>
                <a:cubicBezTo>
                  <a:pt x="1002685" y="4734704"/>
                  <a:pt x="1003042" y="4735063"/>
                  <a:pt x="1003042" y="4735063"/>
                </a:cubicBezTo>
                <a:lnTo>
                  <a:pt x="1006574" y="4741204"/>
                </a:lnTo>
                <a:cubicBezTo>
                  <a:pt x="1006677" y="4741409"/>
                  <a:pt x="1006574" y="4741869"/>
                  <a:pt x="1006574" y="4741869"/>
                </a:cubicBezTo>
                <a:lnTo>
                  <a:pt x="1003042" y="4748013"/>
                </a:lnTo>
                <a:cubicBezTo>
                  <a:pt x="1002889" y="4748216"/>
                  <a:pt x="1002428" y="4748370"/>
                  <a:pt x="1002428" y="4748370"/>
                </a:cubicBezTo>
                <a:close/>
                <a:moveTo>
                  <a:pt x="605979" y="4748382"/>
                </a:moveTo>
                <a:lnTo>
                  <a:pt x="598916" y="4748382"/>
                </a:lnTo>
                <a:cubicBezTo>
                  <a:pt x="598661" y="4748382"/>
                  <a:pt x="598302" y="4748022"/>
                  <a:pt x="598302" y="4748022"/>
                </a:cubicBezTo>
                <a:lnTo>
                  <a:pt x="594770" y="4741880"/>
                </a:lnTo>
                <a:cubicBezTo>
                  <a:pt x="594668" y="4741676"/>
                  <a:pt x="594770" y="4741216"/>
                  <a:pt x="594770" y="4741216"/>
                </a:cubicBezTo>
                <a:lnTo>
                  <a:pt x="598302" y="4735072"/>
                </a:lnTo>
                <a:cubicBezTo>
                  <a:pt x="598455" y="4734870"/>
                  <a:pt x="598916" y="4734715"/>
                  <a:pt x="598916" y="4734715"/>
                </a:cubicBezTo>
                <a:lnTo>
                  <a:pt x="605979" y="4734715"/>
                </a:lnTo>
                <a:cubicBezTo>
                  <a:pt x="606235" y="4734715"/>
                  <a:pt x="606593" y="4735072"/>
                  <a:pt x="606593" y="4735072"/>
                </a:cubicBezTo>
                <a:lnTo>
                  <a:pt x="610125" y="4741216"/>
                </a:lnTo>
                <a:cubicBezTo>
                  <a:pt x="610227" y="4741419"/>
                  <a:pt x="610125" y="4741880"/>
                  <a:pt x="610125" y="4741880"/>
                </a:cubicBezTo>
                <a:lnTo>
                  <a:pt x="606593" y="4748022"/>
                </a:lnTo>
                <a:cubicBezTo>
                  <a:pt x="606440" y="4748226"/>
                  <a:pt x="605979" y="4748382"/>
                  <a:pt x="605979" y="4748382"/>
                </a:cubicBezTo>
                <a:close/>
                <a:moveTo>
                  <a:pt x="1993654" y="4748392"/>
                </a:moveTo>
                <a:lnTo>
                  <a:pt x="1986590" y="4748392"/>
                </a:lnTo>
                <a:cubicBezTo>
                  <a:pt x="1986336" y="4748392"/>
                  <a:pt x="1985976" y="4748033"/>
                  <a:pt x="1985976" y="4748033"/>
                </a:cubicBezTo>
                <a:lnTo>
                  <a:pt x="1982445" y="4741891"/>
                </a:lnTo>
                <a:cubicBezTo>
                  <a:pt x="1982343" y="4741685"/>
                  <a:pt x="1982445" y="4741225"/>
                  <a:pt x="1982445" y="4741225"/>
                </a:cubicBezTo>
                <a:lnTo>
                  <a:pt x="1985976" y="4735084"/>
                </a:lnTo>
                <a:cubicBezTo>
                  <a:pt x="1986130" y="4734877"/>
                  <a:pt x="1986590" y="4734724"/>
                  <a:pt x="1986590" y="4734724"/>
                </a:cubicBezTo>
                <a:lnTo>
                  <a:pt x="1993654" y="4734724"/>
                </a:lnTo>
                <a:cubicBezTo>
                  <a:pt x="1993910" y="4734724"/>
                  <a:pt x="1994268" y="4735084"/>
                  <a:pt x="1994268" y="4735084"/>
                </a:cubicBezTo>
                <a:lnTo>
                  <a:pt x="1997800" y="4741225"/>
                </a:lnTo>
                <a:cubicBezTo>
                  <a:pt x="1997902" y="4741431"/>
                  <a:pt x="1997800" y="4741891"/>
                  <a:pt x="1997800" y="4741891"/>
                </a:cubicBezTo>
                <a:lnTo>
                  <a:pt x="1994268" y="4748033"/>
                </a:lnTo>
                <a:cubicBezTo>
                  <a:pt x="1994114" y="4748237"/>
                  <a:pt x="1993654" y="4748392"/>
                  <a:pt x="1993654" y="4748392"/>
                </a:cubicBezTo>
                <a:close/>
                <a:moveTo>
                  <a:pt x="407754" y="4748402"/>
                </a:moveTo>
                <a:lnTo>
                  <a:pt x="400692" y="4748402"/>
                </a:lnTo>
                <a:cubicBezTo>
                  <a:pt x="400436" y="4748402"/>
                  <a:pt x="400078" y="4748041"/>
                  <a:pt x="400078" y="4748041"/>
                </a:cubicBezTo>
                <a:lnTo>
                  <a:pt x="396546" y="4741900"/>
                </a:lnTo>
                <a:cubicBezTo>
                  <a:pt x="396444" y="4741696"/>
                  <a:pt x="396546" y="4741235"/>
                  <a:pt x="396546" y="4741235"/>
                </a:cubicBezTo>
                <a:lnTo>
                  <a:pt x="400078" y="4735095"/>
                </a:lnTo>
                <a:cubicBezTo>
                  <a:pt x="400231" y="4734888"/>
                  <a:pt x="400692" y="4734733"/>
                  <a:pt x="400692" y="4734733"/>
                </a:cubicBezTo>
                <a:lnTo>
                  <a:pt x="407754" y="4734733"/>
                </a:lnTo>
                <a:cubicBezTo>
                  <a:pt x="408011" y="4734733"/>
                  <a:pt x="408369" y="4735095"/>
                  <a:pt x="408369" y="4735095"/>
                </a:cubicBezTo>
                <a:lnTo>
                  <a:pt x="411900" y="4741235"/>
                </a:lnTo>
                <a:cubicBezTo>
                  <a:pt x="412002" y="4741438"/>
                  <a:pt x="411900" y="4741900"/>
                  <a:pt x="411900" y="4741900"/>
                </a:cubicBezTo>
                <a:lnTo>
                  <a:pt x="408369" y="4748041"/>
                </a:lnTo>
                <a:cubicBezTo>
                  <a:pt x="408214" y="4748248"/>
                  <a:pt x="407754" y="4748402"/>
                  <a:pt x="407754" y="4748402"/>
                </a:cubicBezTo>
                <a:close/>
                <a:moveTo>
                  <a:pt x="1398928" y="4748409"/>
                </a:moveTo>
                <a:lnTo>
                  <a:pt x="1391866" y="4748409"/>
                </a:lnTo>
                <a:cubicBezTo>
                  <a:pt x="1391610" y="4748409"/>
                  <a:pt x="1391252" y="4748053"/>
                  <a:pt x="1391252" y="4748053"/>
                </a:cubicBezTo>
                <a:lnTo>
                  <a:pt x="1387720" y="4741907"/>
                </a:lnTo>
                <a:cubicBezTo>
                  <a:pt x="1387617" y="4741705"/>
                  <a:pt x="1387720" y="4741242"/>
                  <a:pt x="1387720" y="4741242"/>
                </a:cubicBezTo>
                <a:lnTo>
                  <a:pt x="1391252" y="4735102"/>
                </a:lnTo>
                <a:cubicBezTo>
                  <a:pt x="1391406" y="4734895"/>
                  <a:pt x="1391866" y="4734741"/>
                  <a:pt x="1391866" y="4734741"/>
                </a:cubicBezTo>
                <a:lnTo>
                  <a:pt x="1398928" y="4734741"/>
                </a:lnTo>
                <a:cubicBezTo>
                  <a:pt x="1399185" y="4734741"/>
                  <a:pt x="1399544" y="4735102"/>
                  <a:pt x="1399544" y="4735102"/>
                </a:cubicBezTo>
                <a:lnTo>
                  <a:pt x="1403074" y="4741242"/>
                </a:lnTo>
                <a:cubicBezTo>
                  <a:pt x="1403177" y="4741449"/>
                  <a:pt x="1403074" y="4741907"/>
                  <a:pt x="1403074" y="4741907"/>
                </a:cubicBezTo>
                <a:lnTo>
                  <a:pt x="1399544" y="4748053"/>
                </a:lnTo>
                <a:cubicBezTo>
                  <a:pt x="1399389" y="4748257"/>
                  <a:pt x="1398928" y="4748409"/>
                  <a:pt x="1398928" y="4748409"/>
                </a:cubicBezTo>
                <a:close/>
                <a:moveTo>
                  <a:pt x="209480" y="4748424"/>
                </a:moveTo>
                <a:lnTo>
                  <a:pt x="202416" y="4748424"/>
                </a:lnTo>
                <a:cubicBezTo>
                  <a:pt x="202160" y="4748424"/>
                  <a:pt x="201803" y="4748064"/>
                  <a:pt x="201803" y="4748064"/>
                </a:cubicBezTo>
                <a:lnTo>
                  <a:pt x="198270" y="4741921"/>
                </a:lnTo>
                <a:cubicBezTo>
                  <a:pt x="198168" y="4741716"/>
                  <a:pt x="198270" y="4741256"/>
                  <a:pt x="198270" y="4741256"/>
                </a:cubicBezTo>
                <a:lnTo>
                  <a:pt x="201803" y="4735113"/>
                </a:lnTo>
                <a:cubicBezTo>
                  <a:pt x="201955" y="4734909"/>
                  <a:pt x="202416" y="4734756"/>
                  <a:pt x="202416" y="4734756"/>
                </a:cubicBezTo>
                <a:lnTo>
                  <a:pt x="209480" y="4734756"/>
                </a:lnTo>
                <a:cubicBezTo>
                  <a:pt x="209735" y="4734756"/>
                  <a:pt x="210094" y="4735113"/>
                  <a:pt x="210094" y="4735113"/>
                </a:cubicBezTo>
                <a:lnTo>
                  <a:pt x="213625" y="4741256"/>
                </a:lnTo>
                <a:cubicBezTo>
                  <a:pt x="213727" y="4741462"/>
                  <a:pt x="213625" y="4741921"/>
                  <a:pt x="213625" y="4741921"/>
                </a:cubicBezTo>
                <a:lnTo>
                  <a:pt x="210094" y="4748064"/>
                </a:lnTo>
                <a:cubicBezTo>
                  <a:pt x="209940" y="4748269"/>
                  <a:pt x="209480" y="4748424"/>
                  <a:pt x="209480" y="4748424"/>
                </a:cubicBezTo>
                <a:close/>
                <a:moveTo>
                  <a:pt x="1597154" y="4748430"/>
                </a:moveTo>
                <a:lnTo>
                  <a:pt x="1590090" y="4748430"/>
                </a:lnTo>
                <a:cubicBezTo>
                  <a:pt x="1589834" y="4748430"/>
                  <a:pt x="1589476" y="4748071"/>
                  <a:pt x="1589476" y="4748071"/>
                </a:cubicBezTo>
                <a:lnTo>
                  <a:pt x="1585944" y="4741929"/>
                </a:lnTo>
                <a:cubicBezTo>
                  <a:pt x="1585842" y="4741722"/>
                  <a:pt x="1585944" y="4741262"/>
                  <a:pt x="1585944" y="4741262"/>
                </a:cubicBezTo>
                <a:lnTo>
                  <a:pt x="1589476" y="4735119"/>
                </a:lnTo>
                <a:cubicBezTo>
                  <a:pt x="1589630" y="4734918"/>
                  <a:pt x="1590090" y="4734765"/>
                  <a:pt x="1590090" y="4734765"/>
                </a:cubicBezTo>
                <a:lnTo>
                  <a:pt x="1597154" y="4734765"/>
                </a:lnTo>
                <a:cubicBezTo>
                  <a:pt x="1597409" y="4734765"/>
                  <a:pt x="1597768" y="4735119"/>
                  <a:pt x="1597768" y="4735119"/>
                </a:cubicBezTo>
                <a:lnTo>
                  <a:pt x="1601298" y="4741262"/>
                </a:lnTo>
                <a:cubicBezTo>
                  <a:pt x="1601401" y="4741465"/>
                  <a:pt x="1601298" y="4741929"/>
                  <a:pt x="1601298" y="4741929"/>
                </a:cubicBezTo>
                <a:lnTo>
                  <a:pt x="1597768" y="4748071"/>
                </a:lnTo>
                <a:cubicBezTo>
                  <a:pt x="1597614" y="4748277"/>
                  <a:pt x="1597154" y="4748430"/>
                  <a:pt x="1597154" y="4748430"/>
                </a:cubicBezTo>
                <a:close/>
                <a:moveTo>
                  <a:pt x="11254" y="4748439"/>
                </a:moveTo>
                <a:lnTo>
                  <a:pt x="4192" y="4748439"/>
                </a:lnTo>
                <a:cubicBezTo>
                  <a:pt x="3935" y="4748439"/>
                  <a:pt x="3578" y="4748080"/>
                  <a:pt x="3578" y="4748080"/>
                </a:cubicBezTo>
                <a:lnTo>
                  <a:pt x="46" y="4741939"/>
                </a:lnTo>
                <a:cubicBezTo>
                  <a:pt x="-57" y="4741731"/>
                  <a:pt x="46" y="4741272"/>
                  <a:pt x="46" y="4741272"/>
                </a:cubicBezTo>
                <a:lnTo>
                  <a:pt x="3578" y="4735127"/>
                </a:lnTo>
                <a:cubicBezTo>
                  <a:pt x="3731" y="4734926"/>
                  <a:pt x="4192" y="4734773"/>
                  <a:pt x="4192" y="4734773"/>
                </a:cubicBezTo>
                <a:lnTo>
                  <a:pt x="11254" y="4734773"/>
                </a:lnTo>
                <a:cubicBezTo>
                  <a:pt x="11511" y="4734773"/>
                  <a:pt x="11868" y="4735127"/>
                  <a:pt x="11868" y="4735127"/>
                </a:cubicBezTo>
                <a:lnTo>
                  <a:pt x="15400" y="4741272"/>
                </a:lnTo>
                <a:cubicBezTo>
                  <a:pt x="15503" y="4741479"/>
                  <a:pt x="15400" y="4741939"/>
                  <a:pt x="15400" y="4741939"/>
                </a:cubicBezTo>
                <a:lnTo>
                  <a:pt x="11868" y="4748080"/>
                </a:lnTo>
                <a:cubicBezTo>
                  <a:pt x="11716" y="4748287"/>
                  <a:pt x="11254" y="4748439"/>
                  <a:pt x="11254" y="4748439"/>
                </a:cubicBezTo>
                <a:close/>
                <a:moveTo>
                  <a:pt x="1200704" y="4748442"/>
                </a:moveTo>
                <a:lnTo>
                  <a:pt x="1193642" y="4748442"/>
                </a:lnTo>
                <a:cubicBezTo>
                  <a:pt x="1193386" y="4748442"/>
                  <a:pt x="1193028" y="4748086"/>
                  <a:pt x="1193028" y="4748086"/>
                </a:cubicBezTo>
                <a:lnTo>
                  <a:pt x="1189495" y="4741941"/>
                </a:lnTo>
                <a:cubicBezTo>
                  <a:pt x="1189393" y="4741735"/>
                  <a:pt x="1189495" y="4741276"/>
                  <a:pt x="1189495" y="4741276"/>
                </a:cubicBezTo>
                <a:lnTo>
                  <a:pt x="1193028" y="4735134"/>
                </a:lnTo>
                <a:cubicBezTo>
                  <a:pt x="1193180" y="4734931"/>
                  <a:pt x="1193642" y="4734774"/>
                  <a:pt x="1193642" y="4734774"/>
                </a:cubicBezTo>
                <a:lnTo>
                  <a:pt x="1200704" y="4734774"/>
                </a:lnTo>
                <a:cubicBezTo>
                  <a:pt x="1200960" y="4734774"/>
                  <a:pt x="1201318" y="4735134"/>
                  <a:pt x="1201318" y="4735134"/>
                </a:cubicBezTo>
                <a:lnTo>
                  <a:pt x="1204850" y="4741276"/>
                </a:lnTo>
                <a:cubicBezTo>
                  <a:pt x="1204952" y="4741481"/>
                  <a:pt x="1204850" y="4741941"/>
                  <a:pt x="1204850" y="4741941"/>
                </a:cubicBezTo>
                <a:lnTo>
                  <a:pt x="1201318" y="4748086"/>
                </a:lnTo>
                <a:cubicBezTo>
                  <a:pt x="1201165" y="4748291"/>
                  <a:pt x="1200704" y="4748442"/>
                  <a:pt x="1200704" y="4748442"/>
                </a:cubicBezTo>
                <a:close/>
                <a:moveTo>
                  <a:pt x="2189611" y="4754151"/>
                </a:moveTo>
                <a:lnTo>
                  <a:pt x="2182548" y="4754151"/>
                </a:lnTo>
                <a:cubicBezTo>
                  <a:pt x="2182291" y="4754151"/>
                  <a:pt x="2181933" y="4753793"/>
                  <a:pt x="2181933" y="4753793"/>
                </a:cubicBezTo>
                <a:lnTo>
                  <a:pt x="2178401" y="4747651"/>
                </a:lnTo>
                <a:cubicBezTo>
                  <a:pt x="2178299" y="4747446"/>
                  <a:pt x="2178401" y="4746986"/>
                  <a:pt x="2178401" y="4746986"/>
                </a:cubicBezTo>
                <a:lnTo>
                  <a:pt x="2181933" y="4740844"/>
                </a:lnTo>
                <a:cubicBezTo>
                  <a:pt x="2182087" y="4740640"/>
                  <a:pt x="2182548" y="4740486"/>
                  <a:pt x="2182548" y="4740486"/>
                </a:cubicBezTo>
                <a:lnTo>
                  <a:pt x="2189611" y="4740486"/>
                </a:lnTo>
                <a:cubicBezTo>
                  <a:pt x="2189865" y="4740486"/>
                  <a:pt x="2190225" y="4740844"/>
                  <a:pt x="2190225" y="4740844"/>
                </a:cubicBezTo>
                <a:lnTo>
                  <a:pt x="2193757" y="4746986"/>
                </a:lnTo>
                <a:cubicBezTo>
                  <a:pt x="2193859" y="4747190"/>
                  <a:pt x="2193757" y="4747651"/>
                  <a:pt x="2193757" y="4747651"/>
                </a:cubicBezTo>
                <a:lnTo>
                  <a:pt x="2190225" y="4753793"/>
                </a:lnTo>
                <a:cubicBezTo>
                  <a:pt x="2190071" y="4753998"/>
                  <a:pt x="2189611" y="4754151"/>
                  <a:pt x="2189611" y="4754151"/>
                </a:cubicBezTo>
                <a:close/>
                <a:moveTo>
                  <a:pt x="2387835" y="4754151"/>
                </a:moveTo>
                <a:lnTo>
                  <a:pt x="2380773" y="4754151"/>
                </a:lnTo>
                <a:cubicBezTo>
                  <a:pt x="2380515" y="4754151"/>
                  <a:pt x="2380159" y="4753793"/>
                  <a:pt x="2380159" y="4753793"/>
                </a:cubicBezTo>
                <a:lnTo>
                  <a:pt x="2376626" y="4747651"/>
                </a:lnTo>
                <a:cubicBezTo>
                  <a:pt x="2376523" y="4747446"/>
                  <a:pt x="2376626" y="4746986"/>
                  <a:pt x="2376626" y="4746986"/>
                </a:cubicBezTo>
                <a:lnTo>
                  <a:pt x="2380159" y="4740844"/>
                </a:lnTo>
                <a:cubicBezTo>
                  <a:pt x="2380312" y="4740640"/>
                  <a:pt x="2380773" y="4740486"/>
                  <a:pt x="2380773" y="4740486"/>
                </a:cubicBezTo>
                <a:lnTo>
                  <a:pt x="2387835" y="4740486"/>
                </a:lnTo>
                <a:cubicBezTo>
                  <a:pt x="2388091" y="4740486"/>
                  <a:pt x="2388449" y="4740844"/>
                  <a:pt x="2388449" y="4740844"/>
                </a:cubicBezTo>
                <a:lnTo>
                  <a:pt x="2391981" y="4746986"/>
                </a:lnTo>
                <a:cubicBezTo>
                  <a:pt x="2392083" y="4747190"/>
                  <a:pt x="2391981" y="4747651"/>
                  <a:pt x="2391981" y="4747651"/>
                </a:cubicBezTo>
                <a:lnTo>
                  <a:pt x="2388449" y="4753793"/>
                </a:lnTo>
                <a:cubicBezTo>
                  <a:pt x="2388296" y="4753998"/>
                  <a:pt x="2387835" y="4754151"/>
                  <a:pt x="2387835" y="4754151"/>
                </a:cubicBezTo>
                <a:close/>
                <a:moveTo>
                  <a:pt x="2586060" y="4754151"/>
                </a:moveTo>
                <a:lnTo>
                  <a:pt x="2578998" y="4754151"/>
                </a:lnTo>
                <a:cubicBezTo>
                  <a:pt x="2578740" y="4754151"/>
                  <a:pt x="2578383" y="4753793"/>
                  <a:pt x="2578383" y="4753793"/>
                </a:cubicBezTo>
                <a:lnTo>
                  <a:pt x="2574850" y="4747651"/>
                </a:lnTo>
                <a:cubicBezTo>
                  <a:pt x="2574749" y="4747446"/>
                  <a:pt x="2574850" y="4746986"/>
                  <a:pt x="2574850" y="4746986"/>
                </a:cubicBezTo>
                <a:lnTo>
                  <a:pt x="2578383" y="4740844"/>
                </a:lnTo>
                <a:cubicBezTo>
                  <a:pt x="2578536" y="4740640"/>
                  <a:pt x="2578998" y="4740486"/>
                  <a:pt x="2578998" y="4740486"/>
                </a:cubicBezTo>
                <a:lnTo>
                  <a:pt x="2586060" y="4740486"/>
                </a:lnTo>
                <a:cubicBezTo>
                  <a:pt x="2586316" y="4740486"/>
                  <a:pt x="2586674" y="4740844"/>
                  <a:pt x="2586674" y="4740844"/>
                </a:cubicBezTo>
                <a:lnTo>
                  <a:pt x="2590205" y="4746986"/>
                </a:lnTo>
                <a:cubicBezTo>
                  <a:pt x="2590308" y="4747190"/>
                  <a:pt x="2590205" y="4747651"/>
                  <a:pt x="2590205" y="4747651"/>
                </a:cubicBezTo>
                <a:lnTo>
                  <a:pt x="2586674" y="4753793"/>
                </a:lnTo>
                <a:cubicBezTo>
                  <a:pt x="2586520" y="4753998"/>
                  <a:pt x="2586060" y="4754151"/>
                  <a:pt x="2586060" y="4754151"/>
                </a:cubicBezTo>
                <a:close/>
                <a:moveTo>
                  <a:pt x="2784284" y="4754151"/>
                </a:moveTo>
                <a:lnTo>
                  <a:pt x="2777221" y="4754151"/>
                </a:lnTo>
                <a:cubicBezTo>
                  <a:pt x="2776966" y="4754151"/>
                  <a:pt x="2776607" y="4753793"/>
                  <a:pt x="2776607" y="4753793"/>
                </a:cubicBezTo>
                <a:lnTo>
                  <a:pt x="2773075" y="4747651"/>
                </a:lnTo>
                <a:cubicBezTo>
                  <a:pt x="2772973" y="4747446"/>
                  <a:pt x="2773075" y="4746986"/>
                  <a:pt x="2773075" y="4746986"/>
                </a:cubicBezTo>
                <a:lnTo>
                  <a:pt x="2776607" y="4740844"/>
                </a:lnTo>
                <a:cubicBezTo>
                  <a:pt x="2776760" y="4740640"/>
                  <a:pt x="2777221" y="4740486"/>
                  <a:pt x="2777221" y="4740486"/>
                </a:cubicBezTo>
                <a:lnTo>
                  <a:pt x="2784284" y="4740486"/>
                </a:lnTo>
                <a:cubicBezTo>
                  <a:pt x="2784540" y="4740486"/>
                  <a:pt x="2784898" y="4740844"/>
                  <a:pt x="2784898" y="4740844"/>
                </a:cubicBezTo>
                <a:lnTo>
                  <a:pt x="2788430" y="4746986"/>
                </a:lnTo>
                <a:cubicBezTo>
                  <a:pt x="2788532" y="4747190"/>
                  <a:pt x="2788430" y="4747651"/>
                  <a:pt x="2788430" y="4747651"/>
                </a:cubicBezTo>
                <a:lnTo>
                  <a:pt x="2784898" y="4753793"/>
                </a:lnTo>
                <a:cubicBezTo>
                  <a:pt x="2784744" y="4753998"/>
                  <a:pt x="2784284" y="4754151"/>
                  <a:pt x="2784284" y="4754151"/>
                </a:cubicBezTo>
                <a:close/>
                <a:moveTo>
                  <a:pt x="2982559" y="4754151"/>
                </a:moveTo>
                <a:lnTo>
                  <a:pt x="2975496" y="4754151"/>
                </a:lnTo>
                <a:cubicBezTo>
                  <a:pt x="2975241" y="4754151"/>
                  <a:pt x="2974882" y="4753793"/>
                  <a:pt x="2974882" y="4753793"/>
                </a:cubicBezTo>
                <a:lnTo>
                  <a:pt x="2971351" y="4747651"/>
                </a:lnTo>
                <a:cubicBezTo>
                  <a:pt x="2971249" y="4747446"/>
                  <a:pt x="2971351" y="4746986"/>
                  <a:pt x="2971351" y="4746986"/>
                </a:cubicBezTo>
                <a:lnTo>
                  <a:pt x="2974882" y="4740844"/>
                </a:lnTo>
                <a:cubicBezTo>
                  <a:pt x="2975036" y="4740640"/>
                  <a:pt x="2975496" y="4740486"/>
                  <a:pt x="2975496" y="4740486"/>
                </a:cubicBezTo>
                <a:lnTo>
                  <a:pt x="2982559" y="4740486"/>
                </a:lnTo>
                <a:cubicBezTo>
                  <a:pt x="2982815" y="4740486"/>
                  <a:pt x="2983173" y="4740844"/>
                  <a:pt x="2983173" y="4740844"/>
                </a:cubicBezTo>
                <a:lnTo>
                  <a:pt x="2986706" y="4746986"/>
                </a:lnTo>
                <a:cubicBezTo>
                  <a:pt x="2986808" y="4747190"/>
                  <a:pt x="2986706" y="4747651"/>
                  <a:pt x="2986706" y="4747651"/>
                </a:cubicBezTo>
                <a:lnTo>
                  <a:pt x="2983173" y="4753793"/>
                </a:lnTo>
                <a:cubicBezTo>
                  <a:pt x="2983020" y="4753998"/>
                  <a:pt x="2982559" y="4754151"/>
                  <a:pt x="2982559" y="4754151"/>
                </a:cubicBezTo>
                <a:close/>
                <a:moveTo>
                  <a:pt x="3180784" y="4754151"/>
                </a:moveTo>
                <a:lnTo>
                  <a:pt x="3173721" y="4754151"/>
                </a:lnTo>
                <a:cubicBezTo>
                  <a:pt x="3173466" y="4754151"/>
                  <a:pt x="3173107" y="4753793"/>
                  <a:pt x="3173107" y="4753793"/>
                </a:cubicBezTo>
                <a:lnTo>
                  <a:pt x="3169576" y="4747651"/>
                </a:lnTo>
                <a:cubicBezTo>
                  <a:pt x="3169473" y="4747446"/>
                  <a:pt x="3169576" y="4746986"/>
                  <a:pt x="3169576" y="4746986"/>
                </a:cubicBezTo>
                <a:lnTo>
                  <a:pt x="3173107" y="4740844"/>
                </a:lnTo>
                <a:cubicBezTo>
                  <a:pt x="3173261" y="4740640"/>
                  <a:pt x="3173721" y="4740486"/>
                  <a:pt x="3173721" y="4740486"/>
                </a:cubicBezTo>
                <a:lnTo>
                  <a:pt x="3180784" y="4740486"/>
                </a:lnTo>
                <a:cubicBezTo>
                  <a:pt x="3181040" y="4740486"/>
                  <a:pt x="3181398" y="4740844"/>
                  <a:pt x="3181398" y="4740844"/>
                </a:cubicBezTo>
                <a:lnTo>
                  <a:pt x="3184931" y="4746986"/>
                </a:lnTo>
                <a:cubicBezTo>
                  <a:pt x="3185033" y="4747190"/>
                  <a:pt x="3184931" y="4747651"/>
                  <a:pt x="3184931" y="4747651"/>
                </a:cubicBezTo>
                <a:lnTo>
                  <a:pt x="3181398" y="4753793"/>
                </a:lnTo>
                <a:cubicBezTo>
                  <a:pt x="3181245" y="4753998"/>
                  <a:pt x="3180784" y="4754151"/>
                  <a:pt x="3180784" y="4754151"/>
                </a:cubicBezTo>
                <a:close/>
                <a:moveTo>
                  <a:pt x="3379008" y="4754151"/>
                </a:moveTo>
                <a:lnTo>
                  <a:pt x="3371947" y="4754151"/>
                </a:lnTo>
                <a:cubicBezTo>
                  <a:pt x="3371690" y="4754151"/>
                  <a:pt x="3371332" y="4753793"/>
                  <a:pt x="3371332" y="4753793"/>
                </a:cubicBezTo>
                <a:lnTo>
                  <a:pt x="3367800" y="4747651"/>
                </a:lnTo>
                <a:cubicBezTo>
                  <a:pt x="3367697" y="4747446"/>
                  <a:pt x="3367800" y="4746986"/>
                  <a:pt x="3367800" y="4746986"/>
                </a:cubicBezTo>
                <a:lnTo>
                  <a:pt x="3371332" y="4740844"/>
                </a:lnTo>
                <a:cubicBezTo>
                  <a:pt x="3371485" y="4740640"/>
                  <a:pt x="3371947" y="4740486"/>
                  <a:pt x="3371947" y="4740486"/>
                </a:cubicBezTo>
                <a:lnTo>
                  <a:pt x="3379008" y="4740486"/>
                </a:lnTo>
                <a:cubicBezTo>
                  <a:pt x="3379265" y="4740486"/>
                  <a:pt x="3379624" y="4740844"/>
                  <a:pt x="3379624" y="4740844"/>
                </a:cubicBezTo>
                <a:lnTo>
                  <a:pt x="3383155" y="4746986"/>
                </a:lnTo>
                <a:cubicBezTo>
                  <a:pt x="3383257" y="4747190"/>
                  <a:pt x="3383155" y="4747651"/>
                  <a:pt x="3383155" y="4747651"/>
                </a:cubicBezTo>
                <a:lnTo>
                  <a:pt x="3379624" y="4753793"/>
                </a:lnTo>
                <a:cubicBezTo>
                  <a:pt x="3379470" y="4753998"/>
                  <a:pt x="3379008" y="4754151"/>
                  <a:pt x="3379008" y="4754151"/>
                </a:cubicBezTo>
                <a:close/>
                <a:moveTo>
                  <a:pt x="3577234" y="4754151"/>
                </a:moveTo>
                <a:lnTo>
                  <a:pt x="3570172" y="4754151"/>
                </a:lnTo>
                <a:cubicBezTo>
                  <a:pt x="3569914" y="4754151"/>
                  <a:pt x="3569557" y="4753793"/>
                  <a:pt x="3569557" y="4753793"/>
                </a:cubicBezTo>
                <a:lnTo>
                  <a:pt x="3566024" y="4747651"/>
                </a:lnTo>
                <a:cubicBezTo>
                  <a:pt x="3565922" y="4747446"/>
                  <a:pt x="3566024" y="4746986"/>
                  <a:pt x="3566024" y="4746986"/>
                </a:cubicBezTo>
                <a:lnTo>
                  <a:pt x="3569557" y="4740844"/>
                </a:lnTo>
                <a:cubicBezTo>
                  <a:pt x="3569709" y="4740640"/>
                  <a:pt x="3570172" y="4740486"/>
                  <a:pt x="3570172" y="4740486"/>
                </a:cubicBezTo>
                <a:lnTo>
                  <a:pt x="3577234" y="4740486"/>
                </a:lnTo>
                <a:cubicBezTo>
                  <a:pt x="3577489" y="4740486"/>
                  <a:pt x="3577848" y="4740844"/>
                  <a:pt x="3577848" y="4740844"/>
                </a:cubicBezTo>
                <a:lnTo>
                  <a:pt x="3581379" y="4746986"/>
                </a:lnTo>
                <a:cubicBezTo>
                  <a:pt x="3581481" y="4747190"/>
                  <a:pt x="3581379" y="4747651"/>
                  <a:pt x="3581379" y="4747651"/>
                </a:cubicBezTo>
                <a:lnTo>
                  <a:pt x="3577848" y="4753793"/>
                </a:lnTo>
                <a:cubicBezTo>
                  <a:pt x="3577694" y="4753998"/>
                  <a:pt x="3577234" y="4754151"/>
                  <a:pt x="3577234" y="4754151"/>
                </a:cubicBezTo>
                <a:close/>
                <a:moveTo>
                  <a:pt x="3775459" y="4754151"/>
                </a:moveTo>
                <a:lnTo>
                  <a:pt x="3768396" y="4754151"/>
                </a:lnTo>
                <a:cubicBezTo>
                  <a:pt x="3768139" y="4754151"/>
                  <a:pt x="3767781" y="4753793"/>
                  <a:pt x="3767781" y="4753793"/>
                </a:cubicBezTo>
                <a:lnTo>
                  <a:pt x="3764249" y="4747651"/>
                </a:lnTo>
                <a:cubicBezTo>
                  <a:pt x="3764147" y="4747446"/>
                  <a:pt x="3764249" y="4746986"/>
                  <a:pt x="3764249" y="4746986"/>
                </a:cubicBezTo>
                <a:lnTo>
                  <a:pt x="3767781" y="4740844"/>
                </a:lnTo>
                <a:cubicBezTo>
                  <a:pt x="3767935" y="4740640"/>
                  <a:pt x="3768396" y="4740486"/>
                  <a:pt x="3768396" y="4740486"/>
                </a:cubicBezTo>
                <a:lnTo>
                  <a:pt x="3775459" y="4740486"/>
                </a:lnTo>
                <a:cubicBezTo>
                  <a:pt x="3775713" y="4740486"/>
                  <a:pt x="3776073" y="4740844"/>
                  <a:pt x="3776073" y="4740844"/>
                </a:cubicBezTo>
                <a:lnTo>
                  <a:pt x="3779604" y="4746986"/>
                </a:lnTo>
                <a:cubicBezTo>
                  <a:pt x="3779706" y="4747190"/>
                  <a:pt x="3779604" y="4747651"/>
                  <a:pt x="3779604" y="4747651"/>
                </a:cubicBezTo>
                <a:lnTo>
                  <a:pt x="3776073" y="4753793"/>
                </a:lnTo>
                <a:cubicBezTo>
                  <a:pt x="3775919" y="4753998"/>
                  <a:pt x="3775459" y="4754151"/>
                  <a:pt x="3775459" y="4754151"/>
                </a:cubicBezTo>
                <a:close/>
                <a:moveTo>
                  <a:pt x="3973734" y="4754151"/>
                </a:moveTo>
                <a:lnTo>
                  <a:pt x="3966671" y="4754151"/>
                </a:lnTo>
                <a:cubicBezTo>
                  <a:pt x="3966415" y="4754151"/>
                  <a:pt x="3966057" y="4753793"/>
                  <a:pt x="3966057" y="4753793"/>
                </a:cubicBezTo>
                <a:lnTo>
                  <a:pt x="3962525" y="4747651"/>
                </a:lnTo>
                <a:cubicBezTo>
                  <a:pt x="3962423" y="4747446"/>
                  <a:pt x="3962525" y="4746986"/>
                  <a:pt x="3962525" y="4746986"/>
                </a:cubicBezTo>
                <a:lnTo>
                  <a:pt x="3966057" y="4740844"/>
                </a:lnTo>
                <a:cubicBezTo>
                  <a:pt x="3966211" y="4740640"/>
                  <a:pt x="3966671" y="4740486"/>
                  <a:pt x="3966671" y="4740486"/>
                </a:cubicBezTo>
                <a:lnTo>
                  <a:pt x="3973734" y="4740486"/>
                </a:lnTo>
                <a:cubicBezTo>
                  <a:pt x="3973990" y="4740486"/>
                  <a:pt x="3974348" y="4740844"/>
                  <a:pt x="3974348" y="4740844"/>
                </a:cubicBezTo>
                <a:lnTo>
                  <a:pt x="3977880" y="4746986"/>
                </a:lnTo>
                <a:cubicBezTo>
                  <a:pt x="3977982" y="4747190"/>
                  <a:pt x="3977880" y="4747651"/>
                  <a:pt x="3977880" y="4747651"/>
                </a:cubicBezTo>
                <a:lnTo>
                  <a:pt x="3974348" y="4753793"/>
                </a:lnTo>
                <a:cubicBezTo>
                  <a:pt x="3974195" y="4753998"/>
                  <a:pt x="3973734" y="4754151"/>
                  <a:pt x="3973734" y="4754151"/>
                </a:cubicBezTo>
                <a:close/>
                <a:moveTo>
                  <a:pt x="4171959" y="4754151"/>
                </a:moveTo>
                <a:lnTo>
                  <a:pt x="4164896" y="4754151"/>
                </a:lnTo>
                <a:cubicBezTo>
                  <a:pt x="4164640" y="4754151"/>
                  <a:pt x="4164282" y="4753793"/>
                  <a:pt x="4164282" y="4753793"/>
                </a:cubicBezTo>
                <a:lnTo>
                  <a:pt x="4160751" y="4747651"/>
                </a:lnTo>
                <a:cubicBezTo>
                  <a:pt x="4160648" y="4747446"/>
                  <a:pt x="4160751" y="4746986"/>
                  <a:pt x="4160751" y="4746986"/>
                </a:cubicBezTo>
                <a:lnTo>
                  <a:pt x="4164282" y="4740844"/>
                </a:lnTo>
                <a:cubicBezTo>
                  <a:pt x="4164435" y="4740640"/>
                  <a:pt x="4164896" y="4740486"/>
                  <a:pt x="4164896" y="4740486"/>
                </a:cubicBezTo>
                <a:lnTo>
                  <a:pt x="4171959" y="4740486"/>
                </a:lnTo>
                <a:cubicBezTo>
                  <a:pt x="4172215" y="4740486"/>
                  <a:pt x="4172573" y="4740844"/>
                  <a:pt x="4172573" y="4740844"/>
                </a:cubicBezTo>
                <a:lnTo>
                  <a:pt x="4176105" y="4746986"/>
                </a:lnTo>
                <a:cubicBezTo>
                  <a:pt x="4176207" y="4747190"/>
                  <a:pt x="4176105" y="4747651"/>
                  <a:pt x="4176105" y="4747651"/>
                </a:cubicBezTo>
                <a:lnTo>
                  <a:pt x="4172573" y="4753793"/>
                </a:lnTo>
                <a:cubicBezTo>
                  <a:pt x="4172419" y="4753998"/>
                  <a:pt x="4171959" y="4754151"/>
                  <a:pt x="4171959" y="4754151"/>
                </a:cubicBezTo>
                <a:close/>
                <a:moveTo>
                  <a:pt x="4370183" y="4754151"/>
                </a:moveTo>
                <a:lnTo>
                  <a:pt x="4363121" y="4754151"/>
                </a:lnTo>
                <a:cubicBezTo>
                  <a:pt x="4362864" y="4754151"/>
                  <a:pt x="4362506" y="4753793"/>
                  <a:pt x="4362506" y="4753793"/>
                </a:cubicBezTo>
                <a:lnTo>
                  <a:pt x="4358975" y="4747651"/>
                </a:lnTo>
                <a:cubicBezTo>
                  <a:pt x="4358872" y="4747446"/>
                  <a:pt x="4358975" y="4746986"/>
                  <a:pt x="4358975" y="4746986"/>
                </a:cubicBezTo>
                <a:lnTo>
                  <a:pt x="4362506" y="4740844"/>
                </a:lnTo>
                <a:cubicBezTo>
                  <a:pt x="4362660" y="4740640"/>
                  <a:pt x="4363121" y="4740486"/>
                  <a:pt x="4363121" y="4740486"/>
                </a:cubicBezTo>
                <a:lnTo>
                  <a:pt x="4370183" y="4740486"/>
                </a:lnTo>
                <a:cubicBezTo>
                  <a:pt x="4370439" y="4740486"/>
                  <a:pt x="4370797" y="4740844"/>
                  <a:pt x="4370797" y="4740844"/>
                </a:cubicBezTo>
                <a:lnTo>
                  <a:pt x="4374329" y="4746986"/>
                </a:lnTo>
                <a:cubicBezTo>
                  <a:pt x="4374432" y="4747190"/>
                  <a:pt x="4374329" y="4747651"/>
                  <a:pt x="4374329" y="4747651"/>
                </a:cubicBezTo>
                <a:lnTo>
                  <a:pt x="4370797" y="4753793"/>
                </a:lnTo>
                <a:cubicBezTo>
                  <a:pt x="4370643" y="4753998"/>
                  <a:pt x="4370183" y="4754151"/>
                  <a:pt x="4370183" y="4754151"/>
                </a:cubicBezTo>
                <a:close/>
                <a:moveTo>
                  <a:pt x="4568408" y="4754151"/>
                </a:moveTo>
                <a:lnTo>
                  <a:pt x="4561345" y="4754151"/>
                </a:lnTo>
                <a:cubicBezTo>
                  <a:pt x="4561089" y="4754151"/>
                  <a:pt x="4560731" y="4753793"/>
                  <a:pt x="4560731" y="4753793"/>
                </a:cubicBezTo>
                <a:lnTo>
                  <a:pt x="4557199" y="4747651"/>
                </a:lnTo>
                <a:cubicBezTo>
                  <a:pt x="4557097" y="4747446"/>
                  <a:pt x="4557199" y="4746986"/>
                  <a:pt x="4557199" y="4746986"/>
                </a:cubicBezTo>
                <a:lnTo>
                  <a:pt x="4560731" y="4740844"/>
                </a:lnTo>
                <a:cubicBezTo>
                  <a:pt x="4560884" y="4740640"/>
                  <a:pt x="4561345" y="4740486"/>
                  <a:pt x="4561345" y="4740486"/>
                </a:cubicBezTo>
                <a:lnTo>
                  <a:pt x="4568408" y="4740486"/>
                </a:lnTo>
                <a:cubicBezTo>
                  <a:pt x="4568663" y="4740486"/>
                  <a:pt x="4569022" y="4740844"/>
                  <a:pt x="4569022" y="4740844"/>
                </a:cubicBezTo>
                <a:lnTo>
                  <a:pt x="4572554" y="4746986"/>
                </a:lnTo>
                <a:cubicBezTo>
                  <a:pt x="4572656" y="4747190"/>
                  <a:pt x="4572554" y="4747651"/>
                  <a:pt x="4572554" y="4747651"/>
                </a:cubicBezTo>
                <a:lnTo>
                  <a:pt x="4569022" y="4753793"/>
                </a:lnTo>
                <a:cubicBezTo>
                  <a:pt x="4568869" y="4753998"/>
                  <a:pt x="4568408" y="4754151"/>
                  <a:pt x="4568408" y="4754151"/>
                </a:cubicBezTo>
                <a:close/>
                <a:moveTo>
                  <a:pt x="4766683" y="4754151"/>
                </a:moveTo>
                <a:lnTo>
                  <a:pt x="4759621" y="4754151"/>
                </a:lnTo>
                <a:cubicBezTo>
                  <a:pt x="4759364" y="4754151"/>
                  <a:pt x="4759007" y="4753793"/>
                  <a:pt x="4759007" y="4753793"/>
                </a:cubicBezTo>
                <a:lnTo>
                  <a:pt x="4755475" y="4747651"/>
                </a:lnTo>
                <a:cubicBezTo>
                  <a:pt x="4755372" y="4747446"/>
                  <a:pt x="4755475" y="4746986"/>
                  <a:pt x="4755475" y="4746986"/>
                </a:cubicBezTo>
                <a:lnTo>
                  <a:pt x="4759007" y="4740844"/>
                </a:lnTo>
                <a:cubicBezTo>
                  <a:pt x="4759160" y="4740640"/>
                  <a:pt x="4759621" y="4740486"/>
                  <a:pt x="4759621" y="4740486"/>
                </a:cubicBezTo>
                <a:lnTo>
                  <a:pt x="4766683" y="4740486"/>
                </a:lnTo>
                <a:cubicBezTo>
                  <a:pt x="4766940" y="4740486"/>
                  <a:pt x="4767297" y="4740844"/>
                  <a:pt x="4767297" y="4740844"/>
                </a:cubicBezTo>
                <a:lnTo>
                  <a:pt x="4770829" y="4746986"/>
                </a:lnTo>
                <a:cubicBezTo>
                  <a:pt x="4770932" y="4747190"/>
                  <a:pt x="4770829" y="4747651"/>
                  <a:pt x="4770829" y="4747651"/>
                </a:cubicBezTo>
                <a:lnTo>
                  <a:pt x="4767297" y="4753793"/>
                </a:lnTo>
                <a:cubicBezTo>
                  <a:pt x="4767144" y="4753998"/>
                  <a:pt x="4766683" y="4754151"/>
                  <a:pt x="4766683" y="4754151"/>
                </a:cubicBezTo>
                <a:close/>
                <a:moveTo>
                  <a:pt x="4964909" y="4754151"/>
                </a:moveTo>
                <a:lnTo>
                  <a:pt x="4957846" y="4754151"/>
                </a:lnTo>
                <a:cubicBezTo>
                  <a:pt x="4957589" y="4754151"/>
                  <a:pt x="4957232" y="4753793"/>
                  <a:pt x="4957232" y="4753793"/>
                </a:cubicBezTo>
                <a:lnTo>
                  <a:pt x="4953699" y="4747651"/>
                </a:lnTo>
                <a:cubicBezTo>
                  <a:pt x="4953597" y="4747446"/>
                  <a:pt x="4953699" y="4746986"/>
                  <a:pt x="4953699" y="4746986"/>
                </a:cubicBezTo>
                <a:lnTo>
                  <a:pt x="4957232" y="4740844"/>
                </a:lnTo>
                <a:cubicBezTo>
                  <a:pt x="4957384" y="4740640"/>
                  <a:pt x="4957846" y="4740486"/>
                  <a:pt x="4957846" y="4740486"/>
                </a:cubicBezTo>
                <a:lnTo>
                  <a:pt x="4964909" y="4740486"/>
                </a:lnTo>
                <a:cubicBezTo>
                  <a:pt x="4965164" y="4740486"/>
                  <a:pt x="4965523" y="4740844"/>
                  <a:pt x="4965523" y="4740844"/>
                </a:cubicBezTo>
                <a:lnTo>
                  <a:pt x="4969054" y="4746986"/>
                </a:lnTo>
                <a:cubicBezTo>
                  <a:pt x="4969156" y="4747190"/>
                  <a:pt x="4969054" y="4747651"/>
                  <a:pt x="4969054" y="4747651"/>
                </a:cubicBezTo>
                <a:lnTo>
                  <a:pt x="4965523" y="4753793"/>
                </a:lnTo>
                <a:cubicBezTo>
                  <a:pt x="4965369" y="4753998"/>
                  <a:pt x="4964909" y="4754151"/>
                  <a:pt x="4964909" y="4754151"/>
                </a:cubicBezTo>
                <a:close/>
                <a:moveTo>
                  <a:pt x="5163134" y="4754151"/>
                </a:moveTo>
                <a:lnTo>
                  <a:pt x="5156070" y="4754151"/>
                </a:lnTo>
                <a:cubicBezTo>
                  <a:pt x="5155814" y="4754151"/>
                  <a:pt x="5155456" y="4753793"/>
                  <a:pt x="5155456" y="4753793"/>
                </a:cubicBezTo>
                <a:lnTo>
                  <a:pt x="5151924" y="4747651"/>
                </a:lnTo>
                <a:cubicBezTo>
                  <a:pt x="5151822" y="4747446"/>
                  <a:pt x="5151924" y="4746986"/>
                  <a:pt x="5151924" y="4746986"/>
                </a:cubicBezTo>
                <a:lnTo>
                  <a:pt x="5155456" y="4740844"/>
                </a:lnTo>
                <a:cubicBezTo>
                  <a:pt x="5155610" y="4740640"/>
                  <a:pt x="5156070" y="4740486"/>
                  <a:pt x="5156070" y="4740486"/>
                </a:cubicBezTo>
                <a:lnTo>
                  <a:pt x="5163134" y="4740486"/>
                </a:lnTo>
                <a:cubicBezTo>
                  <a:pt x="5163388" y="4740486"/>
                  <a:pt x="5163748" y="4740844"/>
                  <a:pt x="5163748" y="4740844"/>
                </a:cubicBezTo>
                <a:lnTo>
                  <a:pt x="5167279" y="4746986"/>
                </a:lnTo>
                <a:cubicBezTo>
                  <a:pt x="5167381" y="4747190"/>
                  <a:pt x="5167279" y="4747651"/>
                  <a:pt x="5167279" y="4747651"/>
                </a:cubicBezTo>
                <a:lnTo>
                  <a:pt x="5163748" y="4753793"/>
                </a:lnTo>
                <a:cubicBezTo>
                  <a:pt x="5163594" y="4753998"/>
                  <a:pt x="5163134" y="4754151"/>
                  <a:pt x="5163134" y="4754151"/>
                </a:cubicBezTo>
                <a:close/>
                <a:moveTo>
                  <a:pt x="5361358" y="4754151"/>
                </a:moveTo>
                <a:lnTo>
                  <a:pt x="5354295" y="4754151"/>
                </a:lnTo>
                <a:cubicBezTo>
                  <a:pt x="5354038" y="4754151"/>
                  <a:pt x="5353680" y="4753793"/>
                  <a:pt x="5353680" y="4753793"/>
                </a:cubicBezTo>
                <a:lnTo>
                  <a:pt x="5350149" y="4747651"/>
                </a:lnTo>
                <a:cubicBezTo>
                  <a:pt x="5350047" y="4747446"/>
                  <a:pt x="5350149" y="4746986"/>
                  <a:pt x="5350149" y="4746986"/>
                </a:cubicBezTo>
                <a:lnTo>
                  <a:pt x="5353680" y="4740844"/>
                </a:lnTo>
                <a:cubicBezTo>
                  <a:pt x="5353835" y="4740640"/>
                  <a:pt x="5354295" y="4740486"/>
                  <a:pt x="5354295" y="4740486"/>
                </a:cubicBezTo>
                <a:lnTo>
                  <a:pt x="5361358" y="4740486"/>
                </a:lnTo>
                <a:cubicBezTo>
                  <a:pt x="5361614" y="4740486"/>
                  <a:pt x="5361972" y="4740844"/>
                  <a:pt x="5361972" y="4740844"/>
                </a:cubicBezTo>
                <a:lnTo>
                  <a:pt x="5365503" y="4746986"/>
                </a:lnTo>
                <a:cubicBezTo>
                  <a:pt x="5365606" y="4747190"/>
                  <a:pt x="5365503" y="4747651"/>
                  <a:pt x="5365503" y="4747651"/>
                </a:cubicBezTo>
                <a:lnTo>
                  <a:pt x="5361972" y="4753793"/>
                </a:lnTo>
                <a:cubicBezTo>
                  <a:pt x="5361818" y="4753998"/>
                  <a:pt x="5361358" y="4754151"/>
                  <a:pt x="5361358" y="4754151"/>
                </a:cubicBezTo>
                <a:close/>
                <a:moveTo>
                  <a:pt x="5559633" y="4754151"/>
                </a:moveTo>
                <a:lnTo>
                  <a:pt x="5552569" y="4754151"/>
                </a:lnTo>
                <a:cubicBezTo>
                  <a:pt x="5552314" y="4754151"/>
                  <a:pt x="5551956" y="4753793"/>
                  <a:pt x="5551956" y="4753793"/>
                </a:cubicBezTo>
                <a:lnTo>
                  <a:pt x="5548424" y="4747651"/>
                </a:lnTo>
                <a:cubicBezTo>
                  <a:pt x="5548322" y="4747446"/>
                  <a:pt x="5548424" y="4746986"/>
                  <a:pt x="5548424" y="4746986"/>
                </a:cubicBezTo>
                <a:lnTo>
                  <a:pt x="5551956" y="4740844"/>
                </a:lnTo>
                <a:cubicBezTo>
                  <a:pt x="5552109" y="4740640"/>
                  <a:pt x="5552569" y="4740486"/>
                  <a:pt x="5552569" y="4740486"/>
                </a:cubicBezTo>
                <a:lnTo>
                  <a:pt x="5559633" y="4740486"/>
                </a:lnTo>
                <a:cubicBezTo>
                  <a:pt x="5559889" y="4740486"/>
                  <a:pt x="5560246" y="4740844"/>
                  <a:pt x="5560246" y="4740844"/>
                </a:cubicBezTo>
                <a:lnTo>
                  <a:pt x="5563779" y="4746986"/>
                </a:lnTo>
                <a:cubicBezTo>
                  <a:pt x="5563881" y="4747190"/>
                  <a:pt x="5563779" y="4747651"/>
                  <a:pt x="5563779" y="4747651"/>
                </a:cubicBezTo>
                <a:lnTo>
                  <a:pt x="5560246" y="4753793"/>
                </a:lnTo>
                <a:cubicBezTo>
                  <a:pt x="5560094" y="4753998"/>
                  <a:pt x="5559633" y="4754151"/>
                  <a:pt x="5559633" y="4754151"/>
                </a:cubicBezTo>
                <a:close/>
                <a:moveTo>
                  <a:pt x="5757857" y="4754151"/>
                </a:moveTo>
                <a:lnTo>
                  <a:pt x="5750795" y="4754151"/>
                </a:lnTo>
                <a:cubicBezTo>
                  <a:pt x="5750538" y="4754151"/>
                  <a:pt x="5750181" y="4753793"/>
                  <a:pt x="5750181" y="4753793"/>
                </a:cubicBezTo>
                <a:lnTo>
                  <a:pt x="5746649" y="4747651"/>
                </a:lnTo>
                <a:cubicBezTo>
                  <a:pt x="5746546" y="4747446"/>
                  <a:pt x="5746649" y="4746986"/>
                  <a:pt x="5746649" y="4746986"/>
                </a:cubicBezTo>
                <a:lnTo>
                  <a:pt x="5750181" y="4740844"/>
                </a:lnTo>
                <a:cubicBezTo>
                  <a:pt x="5750333" y="4740640"/>
                  <a:pt x="5750795" y="4740486"/>
                  <a:pt x="5750795" y="4740486"/>
                </a:cubicBezTo>
                <a:lnTo>
                  <a:pt x="5757857" y="4740486"/>
                </a:lnTo>
                <a:cubicBezTo>
                  <a:pt x="5758114" y="4740486"/>
                  <a:pt x="5758471" y="4740844"/>
                  <a:pt x="5758471" y="4740844"/>
                </a:cubicBezTo>
                <a:lnTo>
                  <a:pt x="5762003" y="4746986"/>
                </a:lnTo>
                <a:cubicBezTo>
                  <a:pt x="5762106" y="4747190"/>
                  <a:pt x="5762003" y="4747651"/>
                  <a:pt x="5762003" y="4747651"/>
                </a:cubicBezTo>
                <a:lnTo>
                  <a:pt x="5758471" y="4753793"/>
                </a:lnTo>
                <a:cubicBezTo>
                  <a:pt x="5758318" y="4753998"/>
                  <a:pt x="5757857" y="4754151"/>
                  <a:pt x="5757857" y="4754151"/>
                </a:cubicBezTo>
                <a:close/>
                <a:moveTo>
                  <a:pt x="5956083" y="4754151"/>
                </a:moveTo>
                <a:lnTo>
                  <a:pt x="5949019" y="4754151"/>
                </a:lnTo>
                <a:cubicBezTo>
                  <a:pt x="5948763" y="4754151"/>
                  <a:pt x="5948405" y="4753793"/>
                  <a:pt x="5948405" y="4753793"/>
                </a:cubicBezTo>
                <a:lnTo>
                  <a:pt x="5944873" y="4747651"/>
                </a:lnTo>
                <a:cubicBezTo>
                  <a:pt x="5944771" y="4747446"/>
                  <a:pt x="5944873" y="4746986"/>
                  <a:pt x="5944873" y="4746986"/>
                </a:cubicBezTo>
                <a:lnTo>
                  <a:pt x="5948405" y="4740844"/>
                </a:lnTo>
                <a:cubicBezTo>
                  <a:pt x="5948558" y="4740640"/>
                  <a:pt x="5949019" y="4740486"/>
                  <a:pt x="5949019" y="4740486"/>
                </a:cubicBezTo>
                <a:lnTo>
                  <a:pt x="5956083" y="4740486"/>
                </a:lnTo>
                <a:cubicBezTo>
                  <a:pt x="5956338" y="4740486"/>
                  <a:pt x="5956697" y="4740844"/>
                  <a:pt x="5956697" y="4740844"/>
                </a:cubicBezTo>
                <a:lnTo>
                  <a:pt x="5960227" y="4746986"/>
                </a:lnTo>
                <a:cubicBezTo>
                  <a:pt x="5960330" y="4747190"/>
                  <a:pt x="5960227" y="4747651"/>
                  <a:pt x="5960227" y="4747651"/>
                </a:cubicBezTo>
                <a:lnTo>
                  <a:pt x="5956697" y="4753793"/>
                </a:lnTo>
                <a:cubicBezTo>
                  <a:pt x="5956542" y="4753998"/>
                  <a:pt x="5956083" y="4754151"/>
                  <a:pt x="5956083" y="4754151"/>
                </a:cubicBezTo>
                <a:close/>
                <a:moveTo>
                  <a:pt x="6154307" y="4754151"/>
                </a:moveTo>
                <a:lnTo>
                  <a:pt x="6147243" y="4754151"/>
                </a:lnTo>
                <a:cubicBezTo>
                  <a:pt x="6146988" y="4754151"/>
                  <a:pt x="6146629" y="4753793"/>
                  <a:pt x="6146629" y="4753793"/>
                </a:cubicBezTo>
                <a:lnTo>
                  <a:pt x="6143098" y="4747651"/>
                </a:lnTo>
                <a:cubicBezTo>
                  <a:pt x="6142996" y="4747446"/>
                  <a:pt x="6143098" y="4746986"/>
                  <a:pt x="6143098" y="4746986"/>
                </a:cubicBezTo>
                <a:lnTo>
                  <a:pt x="6146629" y="4740844"/>
                </a:lnTo>
                <a:cubicBezTo>
                  <a:pt x="6146783" y="4740640"/>
                  <a:pt x="6147243" y="4740486"/>
                  <a:pt x="6147243" y="4740486"/>
                </a:cubicBezTo>
                <a:lnTo>
                  <a:pt x="6154307" y="4740486"/>
                </a:lnTo>
                <a:cubicBezTo>
                  <a:pt x="6154562" y="4740486"/>
                  <a:pt x="6154921" y="4740844"/>
                  <a:pt x="6154921" y="4740844"/>
                </a:cubicBezTo>
                <a:lnTo>
                  <a:pt x="6158453" y="4746986"/>
                </a:lnTo>
                <a:cubicBezTo>
                  <a:pt x="6158554" y="4747190"/>
                  <a:pt x="6158453" y="4747651"/>
                  <a:pt x="6158453" y="4747651"/>
                </a:cubicBezTo>
                <a:lnTo>
                  <a:pt x="6154921" y="4753793"/>
                </a:lnTo>
                <a:cubicBezTo>
                  <a:pt x="6154768" y="4753998"/>
                  <a:pt x="6154307" y="4754151"/>
                  <a:pt x="6154307" y="4754151"/>
                </a:cubicBezTo>
                <a:close/>
                <a:moveTo>
                  <a:pt x="6352582" y="4754151"/>
                </a:moveTo>
                <a:lnTo>
                  <a:pt x="6345519" y="4754151"/>
                </a:lnTo>
                <a:cubicBezTo>
                  <a:pt x="6345263" y="4754151"/>
                  <a:pt x="6344904" y="4753793"/>
                  <a:pt x="6344904" y="4753793"/>
                </a:cubicBezTo>
                <a:lnTo>
                  <a:pt x="6341373" y="4747651"/>
                </a:lnTo>
                <a:cubicBezTo>
                  <a:pt x="6341271" y="4747446"/>
                  <a:pt x="6341373" y="4746986"/>
                  <a:pt x="6341373" y="4746986"/>
                </a:cubicBezTo>
                <a:lnTo>
                  <a:pt x="6344904" y="4740844"/>
                </a:lnTo>
                <a:cubicBezTo>
                  <a:pt x="6345058" y="4740640"/>
                  <a:pt x="6345519" y="4740486"/>
                  <a:pt x="6345519" y="4740486"/>
                </a:cubicBezTo>
                <a:lnTo>
                  <a:pt x="6352582" y="4740486"/>
                </a:lnTo>
                <a:cubicBezTo>
                  <a:pt x="6352838" y="4740486"/>
                  <a:pt x="6353196" y="4740844"/>
                  <a:pt x="6353196" y="4740844"/>
                </a:cubicBezTo>
                <a:lnTo>
                  <a:pt x="6356728" y="4746986"/>
                </a:lnTo>
                <a:cubicBezTo>
                  <a:pt x="6356830" y="4747190"/>
                  <a:pt x="6356728" y="4747651"/>
                  <a:pt x="6356728" y="4747651"/>
                </a:cubicBezTo>
                <a:lnTo>
                  <a:pt x="6353196" y="4753793"/>
                </a:lnTo>
                <a:cubicBezTo>
                  <a:pt x="6353043" y="4753998"/>
                  <a:pt x="6352582" y="4754151"/>
                  <a:pt x="6352582" y="4754151"/>
                </a:cubicBezTo>
                <a:close/>
                <a:moveTo>
                  <a:pt x="6550807" y="4754151"/>
                </a:moveTo>
                <a:lnTo>
                  <a:pt x="6543744" y="4754151"/>
                </a:lnTo>
                <a:cubicBezTo>
                  <a:pt x="6543488" y="4754151"/>
                  <a:pt x="6543129" y="4753793"/>
                  <a:pt x="6543129" y="4753793"/>
                </a:cubicBezTo>
                <a:lnTo>
                  <a:pt x="6539598" y="4747651"/>
                </a:lnTo>
                <a:cubicBezTo>
                  <a:pt x="6539495" y="4747446"/>
                  <a:pt x="6539598" y="4746986"/>
                  <a:pt x="6539598" y="4746986"/>
                </a:cubicBezTo>
                <a:lnTo>
                  <a:pt x="6543129" y="4740844"/>
                </a:lnTo>
                <a:cubicBezTo>
                  <a:pt x="6543282" y="4740640"/>
                  <a:pt x="6543744" y="4740486"/>
                  <a:pt x="6543744" y="4740486"/>
                </a:cubicBezTo>
                <a:lnTo>
                  <a:pt x="6550807" y="4740486"/>
                </a:lnTo>
                <a:cubicBezTo>
                  <a:pt x="6551063" y="4740486"/>
                  <a:pt x="6551420" y="4740844"/>
                  <a:pt x="6551420" y="4740844"/>
                </a:cubicBezTo>
                <a:lnTo>
                  <a:pt x="6554953" y="4746986"/>
                </a:lnTo>
                <a:cubicBezTo>
                  <a:pt x="6555055" y="4747190"/>
                  <a:pt x="6554953" y="4747651"/>
                  <a:pt x="6554953" y="4747651"/>
                </a:cubicBezTo>
                <a:lnTo>
                  <a:pt x="6551420" y="4753793"/>
                </a:lnTo>
                <a:cubicBezTo>
                  <a:pt x="6551267" y="4753998"/>
                  <a:pt x="6550807" y="4754151"/>
                  <a:pt x="6550807" y="4754151"/>
                </a:cubicBezTo>
                <a:close/>
                <a:moveTo>
                  <a:pt x="6749031" y="4754151"/>
                </a:moveTo>
                <a:lnTo>
                  <a:pt x="6741967" y="4754151"/>
                </a:lnTo>
                <a:cubicBezTo>
                  <a:pt x="6741711" y="4754151"/>
                  <a:pt x="6741354" y="4753793"/>
                  <a:pt x="6741354" y="4753793"/>
                </a:cubicBezTo>
                <a:lnTo>
                  <a:pt x="6737823" y="4747651"/>
                </a:lnTo>
                <a:cubicBezTo>
                  <a:pt x="6737720" y="4747446"/>
                  <a:pt x="6737823" y="4746986"/>
                  <a:pt x="6737823" y="4746986"/>
                </a:cubicBezTo>
                <a:lnTo>
                  <a:pt x="6741354" y="4740844"/>
                </a:lnTo>
                <a:cubicBezTo>
                  <a:pt x="6741508" y="4740640"/>
                  <a:pt x="6741967" y="4740486"/>
                  <a:pt x="6741967" y="4740486"/>
                </a:cubicBezTo>
                <a:lnTo>
                  <a:pt x="6749031" y="4740486"/>
                </a:lnTo>
                <a:cubicBezTo>
                  <a:pt x="6749287" y="4740486"/>
                  <a:pt x="6749646" y="4740844"/>
                  <a:pt x="6749646" y="4740844"/>
                </a:cubicBezTo>
                <a:lnTo>
                  <a:pt x="6753177" y="4746986"/>
                </a:lnTo>
                <a:cubicBezTo>
                  <a:pt x="6753279" y="4747190"/>
                  <a:pt x="6753177" y="4747651"/>
                  <a:pt x="6753177" y="4747651"/>
                </a:cubicBezTo>
                <a:lnTo>
                  <a:pt x="6749646" y="4753793"/>
                </a:lnTo>
                <a:cubicBezTo>
                  <a:pt x="6749491" y="4753998"/>
                  <a:pt x="6749031" y="4754151"/>
                  <a:pt x="6749031" y="4754151"/>
                </a:cubicBezTo>
                <a:close/>
                <a:moveTo>
                  <a:pt x="6947256" y="4754151"/>
                </a:moveTo>
                <a:lnTo>
                  <a:pt x="6940193" y="4754151"/>
                </a:lnTo>
                <a:cubicBezTo>
                  <a:pt x="6939937" y="4754151"/>
                  <a:pt x="6939578" y="4753793"/>
                  <a:pt x="6939578" y="4753793"/>
                </a:cubicBezTo>
                <a:lnTo>
                  <a:pt x="6936048" y="4747651"/>
                </a:lnTo>
                <a:cubicBezTo>
                  <a:pt x="6935945" y="4747446"/>
                  <a:pt x="6936048" y="4746986"/>
                  <a:pt x="6936048" y="4746986"/>
                </a:cubicBezTo>
                <a:lnTo>
                  <a:pt x="6939578" y="4740844"/>
                </a:lnTo>
                <a:cubicBezTo>
                  <a:pt x="6939733" y="4740640"/>
                  <a:pt x="6940193" y="4740486"/>
                  <a:pt x="6940193" y="4740486"/>
                </a:cubicBezTo>
                <a:lnTo>
                  <a:pt x="6947256" y="4740486"/>
                </a:lnTo>
                <a:cubicBezTo>
                  <a:pt x="6947512" y="4740486"/>
                  <a:pt x="6947870" y="4740844"/>
                  <a:pt x="6947870" y="4740844"/>
                </a:cubicBezTo>
                <a:lnTo>
                  <a:pt x="6951402" y="4746986"/>
                </a:lnTo>
                <a:cubicBezTo>
                  <a:pt x="6951504" y="4747190"/>
                  <a:pt x="6951402" y="4747651"/>
                  <a:pt x="6951402" y="4747651"/>
                </a:cubicBezTo>
                <a:lnTo>
                  <a:pt x="6947870" y="4753793"/>
                </a:lnTo>
                <a:cubicBezTo>
                  <a:pt x="6947717" y="4753998"/>
                  <a:pt x="6947256" y="4754151"/>
                  <a:pt x="6947256" y="4754151"/>
                </a:cubicBezTo>
                <a:close/>
                <a:moveTo>
                  <a:pt x="7145422" y="4754151"/>
                </a:moveTo>
                <a:lnTo>
                  <a:pt x="7138361" y="4754151"/>
                </a:lnTo>
                <a:cubicBezTo>
                  <a:pt x="7138105" y="4754151"/>
                  <a:pt x="7137746" y="4753793"/>
                  <a:pt x="7137746" y="4753793"/>
                </a:cubicBezTo>
                <a:lnTo>
                  <a:pt x="7134214" y="4747651"/>
                </a:lnTo>
                <a:cubicBezTo>
                  <a:pt x="7134112" y="4747446"/>
                  <a:pt x="7134214" y="4746986"/>
                  <a:pt x="7134214" y="4746986"/>
                </a:cubicBezTo>
                <a:lnTo>
                  <a:pt x="7137746" y="4740844"/>
                </a:lnTo>
                <a:cubicBezTo>
                  <a:pt x="7137900" y="4740640"/>
                  <a:pt x="7138361" y="4740486"/>
                  <a:pt x="7138361" y="4740486"/>
                </a:cubicBezTo>
                <a:lnTo>
                  <a:pt x="7145422" y="4740486"/>
                </a:lnTo>
                <a:cubicBezTo>
                  <a:pt x="7145680" y="4740486"/>
                  <a:pt x="7146038" y="4740844"/>
                  <a:pt x="7146038" y="4740844"/>
                </a:cubicBezTo>
                <a:lnTo>
                  <a:pt x="7149570" y="4746986"/>
                </a:lnTo>
                <a:cubicBezTo>
                  <a:pt x="7149671" y="4747190"/>
                  <a:pt x="7149570" y="4747651"/>
                  <a:pt x="7149570" y="4747651"/>
                </a:cubicBezTo>
                <a:lnTo>
                  <a:pt x="7146038" y="4753793"/>
                </a:lnTo>
                <a:cubicBezTo>
                  <a:pt x="7145885" y="4753998"/>
                  <a:pt x="7145422" y="4754151"/>
                  <a:pt x="7145422" y="4754151"/>
                </a:cubicBezTo>
                <a:close/>
                <a:moveTo>
                  <a:pt x="7343599" y="4754151"/>
                </a:moveTo>
                <a:lnTo>
                  <a:pt x="7336535" y="4754151"/>
                </a:lnTo>
                <a:cubicBezTo>
                  <a:pt x="7336280" y="4754151"/>
                  <a:pt x="7335921" y="4753793"/>
                  <a:pt x="7335921" y="4753793"/>
                </a:cubicBezTo>
                <a:lnTo>
                  <a:pt x="7332389" y="4747651"/>
                </a:lnTo>
                <a:cubicBezTo>
                  <a:pt x="7332287" y="4747446"/>
                  <a:pt x="7332389" y="4746986"/>
                  <a:pt x="7332389" y="4746986"/>
                </a:cubicBezTo>
                <a:lnTo>
                  <a:pt x="7335921" y="4740844"/>
                </a:lnTo>
                <a:cubicBezTo>
                  <a:pt x="7336074" y="4740640"/>
                  <a:pt x="7336535" y="4740486"/>
                  <a:pt x="7336535" y="4740486"/>
                </a:cubicBezTo>
                <a:lnTo>
                  <a:pt x="7343599" y="4740486"/>
                </a:lnTo>
                <a:cubicBezTo>
                  <a:pt x="7343854" y="4740486"/>
                  <a:pt x="7344212" y="4740844"/>
                  <a:pt x="7344212" y="4740844"/>
                </a:cubicBezTo>
                <a:lnTo>
                  <a:pt x="7347744" y="4746986"/>
                </a:lnTo>
                <a:cubicBezTo>
                  <a:pt x="7347847" y="4747190"/>
                  <a:pt x="7347744" y="4747651"/>
                  <a:pt x="7347744" y="4747651"/>
                </a:cubicBezTo>
                <a:lnTo>
                  <a:pt x="7344212" y="4753793"/>
                </a:lnTo>
                <a:cubicBezTo>
                  <a:pt x="7344059" y="4753998"/>
                  <a:pt x="7343599" y="4754151"/>
                  <a:pt x="7343599" y="4754151"/>
                </a:cubicBezTo>
                <a:close/>
                <a:moveTo>
                  <a:pt x="7541839" y="4754151"/>
                </a:moveTo>
                <a:lnTo>
                  <a:pt x="7534775" y="4754151"/>
                </a:lnTo>
                <a:cubicBezTo>
                  <a:pt x="7534519" y="4754151"/>
                  <a:pt x="7534161" y="4753793"/>
                  <a:pt x="7534161" y="4753793"/>
                </a:cubicBezTo>
                <a:lnTo>
                  <a:pt x="7530629" y="4747651"/>
                </a:lnTo>
                <a:cubicBezTo>
                  <a:pt x="7530527" y="4747446"/>
                  <a:pt x="7530629" y="4746986"/>
                  <a:pt x="7530629" y="4746986"/>
                </a:cubicBezTo>
                <a:lnTo>
                  <a:pt x="7534161" y="4740844"/>
                </a:lnTo>
                <a:cubicBezTo>
                  <a:pt x="7534314" y="4740640"/>
                  <a:pt x="7534775" y="4740486"/>
                  <a:pt x="7534775" y="4740486"/>
                </a:cubicBezTo>
                <a:lnTo>
                  <a:pt x="7541839" y="4740486"/>
                </a:lnTo>
                <a:cubicBezTo>
                  <a:pt x="7542094" y="4740486"/>
                  <a:pt x="7542453" y="4740844"/>
                  <a:pt x="7542453" y="4740844"/>
                </a:cubicBezTo>
                <a:lnTo>
                  <a:pt x="7545985" y="4746986"/>
                </a:lnTo>
                <a:cubicBezTo>
                  <a:pt x="7546087" y="4747190"/>
                  <a:pt x="7545985" y="4747651"/>
                  <a:pt x="7545985" y="4747651"/>
                </a:cubicBezTo>
                <a:lnTo>
                  <a:pt x="7542453" y="4753793"/>
                </a:lnTo>
                <a:cubicBezTo>
                  <a:pt x="7542299" y="4753998"/>
                  <a:pt x="7541839" y="4754151"/>
                  <a:pt x="7541839" y="4754151"/>
                </a:cubicBezTo>
                <a:close/>
                <a:moveTo>
                  <a:pt x="7740078" y="4754151"/>
                </a:moveTo>
                <a:lnTo>
                  <a:pt x="7733016" y="4754151"/>
                </a:lnTo>
                <a:cubicBezTo>
                  <a:pt x="7732760" y="4754151"/>
                  <a:pt x="7732401" y="4753793"/>
                  <a:pt x="7732401" y="4753793"/>
                </a:cubicBezTo>
                <a:lnTo>
                  <a:pt x="7728870" y="4747651"/>
                </a:lnTo>
                <a:cubicBezTo>
                  <a:pt x="7728767" y="4747446"/>
                  <a:pt x="7728870" y="4746986"/>
                  <a:pt x="7728870" y="4746986"/>
                </a:cubicBezTo>
                <a:lnTo>
                  <a:pt x="7732401" y="4740844"/>
                </a:lnTo>
                <a:cubicBezTo>
                  <a:pt x="7732554" y="4740640"/>
                  <a:pt x="7733016" y="4740486"/>
                  <a:pt x="7733016" y="4740486"/>
                </a:cubicBezTo>
                <a:lnTo>
                  <a:pt x="7740078" y="4740486"/>
                </a:lnTo>
                <a:cubicBezTo>
                  <a:pt x="7740335" y="4740486"/>
                  <a:pt x="7740692" y="4740844"/>
                  <a:pt x="7740692" y="4740844"/>
                </a:cubicBezTo>
                <a:lnTo>
                  <a:pt x="7744225" y="4746986"/>
                </a:lnTo>
                <a:cubicBezTo>
                  <a:pt x="7744328" y="4747190"/>
                  <a:pt x="7744225" y="4747651"/>
                  <a:pt x="7744225" y="4747651"/>
                </a:cubicBezTo>
                <a:lnTo>
                  <a:pt x="7740692" y="4753793"/>
                </a:lnTo>
                <a:cubicBezTo>
                  <a:pt x="7740540" y="4753998"/>
                  <a:pt x="7740078" y="4754151"/>
                  <a:pt x="7740078" y="4754151"/>
                </a:cubicBezTo>
                <a:close/>
                <a:moveTo>
                  <a:pt x="7938418" y="4754151"/>
                </a:moveTo>
                <a:lnTo>
                  <a:pt x="7931354" y="4754151"/>
                </a:lnTo>
                <a:cubicBezTo>
                  <a:pt x="7931099" y="4754151"/>
                  <a:pt x="7930740" y="4753793"/>
                  <a:pt x="7930740" y="4753793"/>
                </a:cubicBezTo>
                <a:lnTo>
                  <a:pt x="7927209" y="4747651"/>
                </a:lnTo>
                <a:cubicBezTo>
                  <a:pt x="7927107" y="4747446"/>
                  <a:pt x="7927209" y="4746986"/>
                  <a:pt x="7927209" y="4746986"/>
                </a:cubicBezTo>
                <a:lnTo>
                  <a:pt x="7930740" y="4740844"/>
                </a:lnTo>
                <a:cubicBezTo>
                  <a:pt x="7930894" y="4740640"/>
                  <a:pt x="7931354" y="4740486"/>
                  <a:pt x="7931354" y="4740486"/>
                </a:cubicBezTo>
                <a:lnTo>
                  <a:pt x="7938418" y="4740486"/>
                </a:lnTo>
                <a:cubicBezTo>
                  <a:pt x="7938674" y="4740486"/>
                  <a:pt x="7939032" y="4740844"/>
                  <a:pt x="7939032" y="4740844"/>
                </a:cubicBezTo>
                <a:lnTo>
                  <a:pt x="7942564" y="4746986"/>
                </a:lnTo>
                <a:cubicBezTo>
                  <a:pt x="7942666" y="4747190"/>
                  <a:pt x="7942564" y="4747651"/>
                  <a:pt x="7942564" y="4747651"/>
                </a:cubicBezTo>
                <a:lnTo>
                  <a:pt x="7939032" y="4753793"/>
                </a:lnTo>
                <a:cubicBezTo>
                  <a:pt x="7938879" y="4753998"/>
                  <a:pt x="7938418" y="4754151"/>
                  <a:pt x="7938418" y="4754151"/>
                </a:cubicBezTo>
                <a:close/>
                <a:moveTo>
                  <a:pt x="8136530" y="4754151"/>
                </a:moveTo>
                <a:lnTo>
                  <a:pt x="8129467" y="4754151"/>
                </a:lnTo>
                <a:cubicBezTo>
                  <a:pt x="8129211" y="4754151"/>
                  <a:pt x="8128852" y="4753793"/>
                  <a:pt x="8128852" y="4753793"/>
                </a:cubicBezTo>
                <a:lnTo>
                  <a:pt x="8125321" y="4747651"/>
                </a:lnTo>
                <a:cubicBezTo>
                  <a:pt x="8125219" y="4747446"/>
                  <a:pt x="8125321" y="4746986"/>
                  <a:pt x="8125321" y="4746986"/>
                </a:cubicBezTo>
                <a:lnTo>
                  <a:pt x="8128852" y="4740844"/>
                </a:lnTo>
                <a:cubicBezTo>
                  <a:pt x="8129006" y="4740640"/>
                  <a:pt x="8129467" y="4740486"/>
                  <a:pt x="8129467" y="4740486"/>
                </a:cubicBezTo>
                <a:lnTo>
                  <a:pt x="8136530" y="4740486"/>
                </a:lnTo>
                <a:cubicBezTo>
                  <a:pt x="8136786" y="4740486"/>
                  <a:pt x="8137145" y="4740844"/>
                  <a:pt x="8137145" y="4740844"/>
                </a:cubicBezTo>
                <a:lnTo>
                  <a:pt x="8140676" y="4746986"/>
                </a:lnTo>
                <a:cubicBezTo>
                  <a:pt x="8140779" y="4747190"/>
                  <a:pt x="8140676" y="4747651"/>
                  <a:pt x="8140676" y="4747651"/>
                </a:cubicBezTo>
                <a:lnTo>
                  <a:pt x="8137145" y="4753793"/>
                </a:lnTo>
                <a:cubicBezTo>
                  <a:pt x="8136991" y="4753998"/>
                  <a:pt x="8136530" y="4754151"/>
                  <a:pt x="8136530" y="4754151"/>
                </a:cubicBezTo>
                <a:close/>
                <a:moveTo>
                  <a:pt x="8334784" y="4754151"/>
                </a:moveTo>
                <a:lnTo>
                  <a:pt x="8327721" y="4754151"/>
                </a:lnTo>
                <a:cubicBezTo>
                  <a:pt x="8327465" y="4754151"/>
                  <a:pt x="8327106" y="4753793"/>
                  <a:pt x="8327106" y="4753793"/>
                </a:cubicBezTo>
                <a:lnTo>
                  <a:pt x="8323574" y="4747651"/>
                </a:lnTo>
                <a:cubicBezTo>
                  <a:pt x="8323472" y="4747446"/>
                  <a:pt x="8323574" y="4746986"/>
                  <a:pt x="8323574" y="4746986"/>
                </a:cubicBezTo>
                <a:lnTo>
                  <a:pt x="8327106" y="4740844"/>
                </a:lnTo>
                <a:cubicBezTo>
                  <a:pt x="8327259" y="4740640"/>
                  <a:pt x="8327721" y="4740486"/>
                  <a:pt x="8327721" y="4740486"/>
                </a:cubicBezTo>
                <a:lnTo>
                  <a:pt x="8334784" y="4740486"/>
                </a:lnTo>
                <a:cubicBezTo>
                  <a:pt x="8335039" y="4740486"/>
                  <a:pt x="8335399" y="4740844"/>
                  <a:pt x="8335399" y="4740844"/>
                </a:cubicBezTo>
                <a:lnTo>
                  <a:pt x="8338930" y="4746986"/>
                </a:lnTo>
                <a:cubicBezTo>
                  <a:pt x="8339032" y="4747190"/>
                  <a:pt x="8338930" y="4747651"/>
                  <a:pt x="8338930" y="4747651"/>
                </a:cubicBezTo>
                <a:lnTo>
                  <a:pt x="8335399" y="4753793"/>
                </a:lnTo>
                <a:cubicBezTo>
                  <a:pt x="8335245" y="4753998"/>
                  <a:pt x="8334784" y="4754151"/>
                  <a:pt x="8334784" y="4754151"/>
                </a:cubicBezTo>
                <a:close/>
                <a:moveTo>
                  <a:pt x="8533126" y="4754151"/>
                </a:moveTo>
                <a:lnTo>
                  <a:pt x="8526062" y="4754151"/>
                </a:lnTo>
                <a:cubicBezTo>
                  <a:pt x="8525806" y="4754151"/>
                  <a:pt x="8525447" y="4753793"/>
                  <a:pt x="8525447" y="4753793"/>
                </a:cubicBezTo>
                <a:lnTo>
                  <a:pt x="8521916" y="4747651"/>
                </a:lnTo>
                <a:cubicBezTo>
                  <a:pt x="8521813" y="4747446"/>
                  <a:pt x="8521916" y="4746986"/>
                  <a:pt x="8521916" y="4746986"/>
                </a:cubicBezTo>
                <a:lnTo>
                  <a:pt x="8525447" y="4740844"/>
                </a:lnTo>
                <a:cubicBezTo>
                  <a:pt x="8525601" y="4740640"/>
                  <a:pt x="8526062" y="4740486"/>
                  <a:pt x="8526062" y="4740486"/>
                </a:cubicBezTo>
                <a:lnTo>
                  <a:pt x="8533126" y="4740486"/>
                </a:lnTo>
                <a:cubicBezTo>
                  <a:pt x="8533381" y="4740486"/>
                  <a:pt x="8533739" y="4740844"/>
                  <a:pt x="8533739" y="4740844"/>
                </a:cubicBezTo>
                <a:lnTo>
                  <a:pt x="8537271" y="4746986"/>
                </a:lnTo>
                <a:cubicBezTo>
                  <a:pt x="8537374" y="4747190"/>
                  <a:pt x="8537271" y="4747651"/>
                  <a:pt x="8537271" y="4747651"/>
                </a:cubicBezTo>
                <a:lnTo>
                  <a:pt x="8533739" y="4753793"/>
                </a:lnTo>
                <a:cubicBezTo>
                  <a:pt x="8533586" y="4753998"/>
                  <a:pt x="8533126" y="4754151"/>
                  <a:pt x="8533126" y="4754151"/>
                </a:cubicBezTo>
                <a:close/>
                <a:moveTo>
                  <a:pt x="8731361" y="4754151"/>
                </a:moveTo>
                <a:lnTo>
                  <a:pt x="8724299" y="4754151"/>
                </a:lnTo>
                <a:cubicBezTo>
                  <a:pt x="8724042" y="4754151"/>
                  <a:pt x="8723685" y="4753793"/>
                  <a:pt x="8723685" y="4753793"/>
                </a:cubicBezTo>
                <a:lnTo>
                  <a:pt x="8720154" y="4747651"/>
                </a:lnTo>
                <a:cubicBezTo>
                  <a:pt x="8720050" y="4747446"/>
                  <a:pt x="8720154" y="4746986"/>
                  <a:pt x="8720154" y="4746986"/>
                </a:cubicBezTo>
                <a:lnTo>
                  <a:pt x="8723685" y="4740844"/>
                </a:lnTo>
                <a:cubicBezTo>
                  <a:pt x="8723838" y="4740640"/>
                  <a:pt x="8724299" y="4740486"/>
                  <a:pt x="8724299" y="4740486"/>
                </a:cubicBezTo>
                <a:lnTo>
                  <a:pt x="8731361" y="4740486"/>
                </a:lnTo>
                <a:cubicBezTo>
                  <a:pt x="8731618" y="4740486"/>
                  <a:pt x="8731977" y="4740844"/>
                  <a:pt x="8731977" y="4740844"/>
                </a:cubicBezTo>
                <a:lnTo>
                  <a:pt x="8735507" y="4746986"/>
                </a:lnTo>
                <a:cubicBezTo>
                  <a:pt x="8735610" y="4747190"/>
                  <a:pt x="8735507" y="4747651"/>
                  <a:pt x="8735507" y="4747651"/>
                </a:cubicBezTo>
                <a:lnTo>
                  <a:pt x="8731977" y="4753793"/>
                </a:lnTo>
                <a:cubicBezTo>
                  <a:pt x="8731823" y="4753998"/>
                  <a:pt x="8731361" y="4754151"/>
                  <a:pt x="8731361" y="4754151"/>
                </a:cubicBezTo>
                <a:close/>
                <a:moveTo>
                  <a:pt x="8929613" y="4754151"/>
                </a:moveTo>
                <a:lnTo>
                  <a:pt x="8922549" y="4754151"/>
                </a:lnTo>
                <a:cubicBezTo>
                  <a:pt x="8922294" y="4754151"/>
                  <a:pt x="8921935" y="4753793"/>
                  <a:pt x="8921935" y="4753793"/>
                </a:cubicBezTo>
                <a:lnTo>
                  <a:pt x="8918404" y="4747651"/>
                </a:lnTo>
                <a:cubicBezTo>
                  <a:pt x="8918301" y="4747446"/>
                  <a:pt x="8918404" y="4746986"/>
                  <a:pt x="8918404" y="4746986"/>
                </a:cubicBezTo>
                <a:lnTo>
                  <a:pt x="8921935" y="4740844"/>
                </a:lnTo>
                <a:cubicBezTo>
                  <a:pt x="8922088" y="4740640"/>
                  <a:pt x="8922549" y="4740486"/>
                  <a:pt x="8922549" y="4740486"/>
                </a:cubicBezTo>
                <a:lnTo>
                  <a:pt x="8929613" y="4740486"/>
                </a:lnTo>
                <a:cubicBezTo>
                  <a:pt x="8929868" y="4740486"/>
                  <a:pt x="8930227" y="4740844"/>
                  <a:pt x="8930227" y="4740844"/>
                </a:cubicBezTo>
                <a:lnTo>
                  <a:pt x="8933759" y="4746986"/>
                </a:lnTo>
                <a:cubicBezTo>
                  <a:pt x="8933861" y="4747190"/>
                  <a:pt x="8933759" y="4747651"/>
                  <a:pt x="8933759" y="4747651"/>
                </a:cubicBezTo>
                <a:lnTo>
                  <a:pt x="8930227" y="4753793"/>
                </a:lnTo>
                <a:cubicBezTo>
                  <a:pt x="8930074" y="4753998"/>
                  <a:pt x="8929613" y="4754151"/>
                  <a:pt x="8929613" y="4754151"/>
                </a:cubicBezTo>
                <a:close/>
                <a:moveTo>
                  <a:pt x="9127730" y="4754151"/>
                </a:moveTo>
                <a:lnTo>
                  <a:pt x="9120667" y="4754151"/>
                </a:lnTo>
                <a:cubicBezTo>
                  <a:pt x="9120413" y="4754151"/>
                  <a:pt x="9120053" y="4753793"/>
                  <a:pt x="9120053" y="4753793"/>
                </a:cubicBezTo>
                <a:lnTo>
                  <a:pt x="9116522" y="4747651"/>
                </a:lnTo>
                <a:cubicBezTo>
                  <a:pt x="9116420" y="4747446"/>
                  <a:pt x="9116522" y="4746986"/>
                  <a:pt x="9116522" y="4746986"/>
                </a:cubicBezTo>
                <a:lnTo>
                  <a:pt x="9120053" y="4740844"/>
                </a:lnTo>
                <a:cubicBezTo>
                  <a:pt x="9120209" y="4740640"/>
                  <a:pt x="9120667" y="4740486"/>
                  <a:pt x="9120667" y="4740486"/>
                </a:cubicBezTo>
                <a:lnTo>
                  <a:pt x="9127730" y="4740486"/>
                </a:lnTo>
                <a:cubicBezTo>
                  <a:pt x="9127986" y="4740486"/>
                  <a:pt x="9128344" y="4740844"/>
                  <a:pt x="9128344" y="4740844"/>
                </a:cubicBezTo>
                <a:lnTo>
                  <a:pt x="9131878" y="4746986"/>
                </a:lnTo>
                <a:cubicBezTo>
                  <a:pt x="9131980" y="4747190"/>
                  <a:pt x="9131878" y="4747651"/>
                  <a:pt x="9131878" y="4747651"/>
                </a:cubicBezTo>
                <a:lnTo>
                  <a:pt x="9128344" y="4753793"/>
                </a:lnTo>
                <a:cubicBezTo>
                  <a:pt x="9128191" y="4753998"/>
                  <a:pt x="9127730" y="4754151"/>
                  <a:pt x="9127730" y="4754151"/>
                </a:cubicBezTo>
                <a:close/>
                <a:moveTo>
                  <a:pt x="9326099" y="4754151"/>
                </a:moveTo>
                <a:lnTo>
                  <a:pt x="9319036" y="4754151"/>
                </a:lnTo>
                <a:cubicBezTo>
                  <a:pt x="9318780" y="4754151"/>
                  <a:pt x="9318421" y="4753793"/>
                  <a:pt x="9318421" y="4753793"/>
                </a:cubicBezTo>
                <a:lnTo>
                  <a:pt x="9314890" y="4747651"/>
                </a:lnTo>
                <a:cubicBezTo>
                  <a:pt x="9314788" y="4747446"/>
                  <a:pt x="9314890" y="4746986"/>
                  <a:pt x="9314890" y="4746986"/>
                </a:cubicBezTo>
                <a:lnTo>
                  <a:pt x="9318421" y="4740844"/>
                </a:lnTo>
                <a:cubicBezTo>
                  <a:pt x="9318575" y="4740640"/>
                  <a:pt x="9319036" y="4740486"/>
                  <a:pt x="9319036" y="4740486"/>
                </a:cubicBezTo>
                <a:lnTo>
                  <a:pt x="9326099" y="4740486"/>
                </a:lnTo>
                <a:cubicBezTo>
                  <a:pt x="9326354" y="4740486"/>
                  <a:pt x="9326714" y="4740844"/>
                  <a:pt x="9326714" y="4740844"/>
                </a:cubicBezTo>
                <a:lnTo>
                  <a:pt x="9330244" y="4746986"/>
                </a:lnTo>
                <a:cubicBezTo>
                  <a:pt x="9330347" y="4747190"/>
                  <a:pt x="9330244" y="4747651"/>
                  <a:pt x="9330244" y="4747651"/>
                </a:cubicBezTo>
                <a:lnTo>
                  <a:pt x="9326714" y="4753793"/>
                </a:lnTo>
                <a:cubicBezTo>
                  <a:pt x="9326560" y="4753998"/>
                  <a:pt x="9326099" y="4754151"/>
                  <a:pt x="9326099" y="4754151"/>
                </a:cubicBezTo>
                <a:close/>
                <a:moveTo>
                  <a:pt x="9524290" y="4754151"/>
                </a:moveTo>
                <a:lnTo>
                  <a:pt x="9517227" y="4754151"/>
                </a:lnTo>
                <a:cubicBezTo>
                  <a:pt x="9516971" y="4754151"/>
                  <a:pt x="9516614" y="4753793"/>
                  <a:pt x="9516614" y="4753793"/>
                </a:cubicBezTo>
                <a:lnTo>
                  <a:pt x="9513081" y="4747651"/>
                </a:lnTo>
                <a:cubicBezTo>
                  <a:pt x="9512979" y="4747446"/>
                  <a:pt x="9513081" y="4746986"/>
                  <a:pt x="9513081" y="4746986"/>
                </a:cubicBezTo>
                <a:lnTo>
                  <a:pt x="9516614" y="4740844"/>
                </a:lnTo>
                <a:cubicBezTo>
                  <a:pt x="9516766" y="4740640"/>
                  <a:pt x="9517227" y="4740486"/>
                  <a:pt x="9517227" y="4740486"/>
                </a:cubicBezTo>
                <a:lnTo>
                  <a:pt x="9524290" y="4740486"/>
                </a:lnTo>
                <a:cubicBezTo>
                  <a:pt x="9524547" y="4740486"/>
                  <a:pt x="9524905" y="4740844"/>
                  <a:pt x="9524905" y="4740844"/>
                </a:cubicBezTo>
                <a:lnTo>
                  <a:pt x="9528436" y="4746986"/>
                </a:lnTo>
                <a:cubicBezTo>
                  <a:pt x="9528539" y="4747190"/>
                  <a:pt x="9528436" y="4747651"/>
                  <a:pt x="9528436" y="4747651"/>
                </a:cubicBezTo>
                <a:lnTo>
                  <a:pt x="9524905" y="4753793"/>
                </a:lnTo>
                <a:cubicBezTo>
                  <a:pt x="9524750" y="4753998"/>
                  <a:pt x="9524290" y="4754151"/>
                  <a:pt x="9524290" y="4754151"/>
                </a:cubicBezTo>
                <a:close/>
                <a:moveTo>
                  <a:pt x="9722470" y="4754151"/>
                </a:moveTo>
                <a:lnTo>
                  <a:pt x="9715409" y="4754151"/>
                </a:lnTo>
                <a:cubicBezTo>
                  <a:pt x="9715152" y="4754151"/>
                  <a:pt x="9714794" y="4753793"/>
                  <a:pt x="9714794" y="4753793"/>
                </a:cubicBezTo>
                <a:lnTo>
                  <a:pt x="9711263" y="4747651"/>
                </a:lnTo>
                <a:cubicBezTo>
                  <a:pt x="9711160" y="4747446"/>
                  <a:pt x="9711263" y="4746986"/>
                  <a:pt x="9711263" y="4746986"/>
                </a:cubicBezTo>
                <a:lnTo>
                  <a:pt x="9714794" y="4740844"/>
                </a:lnTo>
                <a:cubicBezTo>
                  <a:pt x="9714947" y="4740640"/>
                  <a:pt x="9715409" y="4740486"/>
                  <a:pt x="9715409" y="4740486"/>
                </a:cubicBezTo>
                <a:lnTo>
                  <a:pt x="9722470" y="4740486"/>
                </a:lnTo>
                <a:cubicBezTo>
                  <a:pt x="9722727" y="4740486"/>
                  <a:pt x="9723084" y="4740844"/>
                  <a:pt x="9723084" y="4740844"/>
                </a:cubicBezTo>
                <a:lnTo>
                  <a:pt x="9726617" y="4746986"/>
                </a:lnTo>
                <a:cubicBezTo>
                  <a:pt x="9726720" y="4747190"/>
                  <a:pt x="9726617" y="4747651"/>
                  <a:pt x="9726617" y="4747651"/>
                </a:cubicBezTo>
                <a:lnTo>
                  <a:pt x="9723084" y="4753793"/>
                </a:lnTo>
                <a:cubicBezTo>
                  <a:pt x="9722931" y="4753998"/>
                  <a:pt x="9722470" y="4754151"/>
                  <a:pt x="9722470" y="4754151"/>
                </a:cubicBezTo>
                <a:close/>
                <a:moveTo>
                  <a:pt x="9920715" y="4754151"/>
                </a:moveTo>
                <a:lnTo>
                  <a:pt x="9913652" y="4754151"/>
                </a:lnTo>
                <a:cubicBezTo>
                  <a:pt x="9913396" y="4754151"/>
                  <a:pt x="9913038" y="4753793"/>
                  <a:pt x="9913038" y="4753793"/>
                </a:cubicBezTo>
                <a:lnTo>
                  <a:pt x="9909506" y="4747651"/>
                </a:lnTo>
                <a:cubicBezTo>
                  <a:pt x="9909404" y="4747446"/>
                  <a:pt x="9909506" y="4746986"/>
                  <a:pt x="9909506" y="4746986"/>
                </a:cubicBezTo>
                <a:lnTo>
                  <a:pt x="9913038" y="4740844"/>
                </a:lnTo>
                <a:cubicBezTo>
                  <a:pt x="9913191" y="4740640"/>
                  <a:pt x="9913652" y="4740486"/>
                  <a:pt x="9913652" y="4740486"/>
                </a:cubicBezTo>
                <a:lnTo>
                  <a:pt x="9920715" y="4740486"/>
                </a:lnTo>
                <a:cubicBezTo>
                  <a:pt x="9920972" y="4740486"/>
                  <a:pt x="9921329" y="4740844"/>
                  <a:pt x="9921329" y="4740844"/>
                </a:cubicBezTo>
                <a:lnTo>
                  <a:pt x="9924861" y="4746986"/>
                </a:lnTo>
                <a:cubicBezTo>
                  <a:pt x="9924964" y="4747190"/>
                  <a:pt x="9924861" y="4747651"/>
                  <a:pt x="9924861" y="4747651"/>
                </a:cubicBezTo>
                <a:lnTo>
                  <a:pt x="9921329" y="4753793"/>
                </a:lnTo>
                <a:cubicBezTo>
                  <a:pt x="9921175" y="4753998"/>
                  <a:pt x="9920715" y="4754151"/>
                  <a:pt x="9920715" y="4754151"/>
                </a:cubicBezTo>
                <a:close/>
                <a:moveTo>
                  <a:pt x="10119034" y="4754151"/>
                </a:moveTo>
                <a:lnTo>
                  <a:pt x="10111971" y="4754151"/>
                </a:lnTo>
                <a:cubicBezTo>
                  <a:pt x="10111715" y="4754151"/>
                  <a:pt x="10111357" y="4753793"/>
                  <a:pt x="10111357" y="4753793"/>
                </a:cubicBezTo>
                <a:lnTo>
                  <a:pt x="10107826" y="4747651"/>
                </a:lnTo>
                <a:cubicBezTo>
                  <a:pt x="10107723" y="4747446"/>
                  <a:pt x="10107826" y="4746986"/>
                  <a:pt x="10107826" y="4746986"/>
                </a:cubicBezTo>
                <a:lnTo>
                  <a:pt x="10111357" y="4740844"/>
                </a:lnTo>
                <a:cubicBezTo>
                  <a:pt x="10111511" y="4740640"/>
                  <a:pt x="10111971" y="4740486"/>
                  <a:pt x="10111971" y="4740486"/>
                </a:cubicBezTo>
                <a:lnTo>
                  <a:pt x="10119034" y="4740486"/>
                </a:lnTo>
                <a:cubicBezTo>
                  <a:pt x="10119291" y="4740486"/>
                  <a:pt x="10119649" y="4740844"/>
                  <a:pt x="10119649" y="4740844"/>
                </a:cubicBezTo>
                <a:lnTo>
                  <a:pt x="10123180" y="4746986"/>
                </a:lnTo>
                <a:cubicBezTo>
                  <a:pt x="10123283" y="4747190"/>
                  <a:pt x="10123180" y="4747651"/>
                  <a:pt x="10123180" y="4747651"/>
                </a:cubicBezTo>
                <a:lnTo>
                  <a:pt x="10119649" y="4753793"/>
                </a:lnTo>
                <a:cubicBezTo>
                  <a:pt x="10119495" y="4753998"/>
                  <a:pt x="10119034" y="4754151"/>
                  <a:pt x="10119034" y="4754151"/>
                </a:cubicBezTo>
                <a:close/>
                <a:moveTo>
                  <a:pt x="10317154" y="4754151"/>
                </a:moveTo>
                <a:lnTo>
                  <a:pt x="10310093" y="4754151"/>
                </a:lnTo>
                <a:cubicBezTo>
                  <a:pt x="10309835" y="4754151"/>
                  <a:pt x="10309479" y="4753793"/>
                  <a:pt x="10309479" y="4753793"/>
                </a:cubicBezTo>
                <a:lnTo>
                  <a:pt x="10305947" y="4747651"/>
                </a:lnTo>
                <a:cubicBezTo>
                  <a:pt x="10305845" y="4747446"/>
                  <a:pt x="10305947" y="4746986"/>
                  <a:pt x="10305947" y="4746986"/>
                </a:cubicBezTo>
                <a:lnTo>
                  <a:pt x="10309479" y="4740844"/>
                </a:lnTo>
                <a:cubicBezTo>
                  <a:pt x="10309632" y="4740640"/>
                  <a:pt x="10310093" y="4740486"/>
                  <a:pt x="10310093" y="4740486"/>
                </a:cubicBezTo>
                <a:lnTo>
                  <a:pt x="10317154" y="4740486"/>
                </a:lnTo>
                <a:cubicBezTo>
                  <a:pt x="10317411" y="4740486"/>
                  <a:pt x="10317770" y="4740844"/>
                  <a:pt x="10317770" y="4740844"/>
                </a:cubicBezTo>
                <a:lnTo>
                  <a:pt x="10321301" y="4746986"/>
                </a:lnTo>
                <a:cubicBezTo>
                  <a:pt x="10321403" y="4747190"/>
                  <a:pt x="10321301" y="4747651"/>
                  <a:pt x="10321301" y="4747651"/>
                </a:cubicBezTo>
                <a:lnTo>
                  <a:pt x="10317770" y="4753793"/>
                </a:lnTo>
                <a:cubicBezTo>
                  <a:pt x="10317616" y="4753998"/>
                  <a:pt x="10317154" y="4754151"/>
                  <a:pt x="10317154" y="4754151"/>
                </a:cubicBezTo>
                <a:close/>
                <a:moveTo>
                  <a:pt x="804204" y="4917470"/>
                </a:moveTo>
                <a:lnTo>
                  <a:pt x="797140" y="4917470"/>
                </a:lnTo>
                <a:cubicBezTo>
                  <a:pt x="796886" y="4917470"/>
                  <a:pt x="796526" y="4917112"/>
                  <a:pt x="796526" y="4917112"/>
                </a:cubicBezTo>
                <a:lnTo>
                  <a:pt x="792995" y="4910970"/>
                </a:lnTo>
                <a:cubicBezTo>
                  <a:pt x="792893" y="4910766"/>
                  <a:pt x="792995" y="4910304"/>
                  <a:pt x="792995" y="4910304"/>
                </a:cubicBezTo>
                <a:lnTo>
                  <a:pt x="796526" y="4904162"/>
                </a:lnTo>
                <a:cubicBezTo>
                  <a:pt x="796680" y="4903959"/>
                  <a:pt x="797140" y="4903805"/>
                  <a:pt x="797140" y="4903805"/>
                </a:cubicBezTo>
                <a:lnTo>
                  <a:pt x="804204" y="4903805"/>
                </a:lnTo>
                <a:cubicBezTo>
                  <a:pt x="804460" y="4903805"/>
                  <a:pt x="804818" y="4904162"/>
                  <a:pt x="804818" y="4904162"/>
                </a:cubicBezTo>
                <a:lnTo>
                  <a:pt x="808350" y="4910304"/>
                </a:lnTo>
                <a:cubicBezTo>
                  <a:pt x="808452" y="4910509"/>
                  <a:pt x="808350" y="4910970"/>
                  <a:pt x="808350" y="4910970"/>
                </a:cubicBezTo>
                <a:lnTo>
                  <a:pt x="804818" y="4917112"/>
                </a:lnTo>
                <a:cubicBezTo>
                  <a:pt x="804665" y="4917317"/>
                  <a:pt x="804204" y="4917470"/>
                  <a:pt x="804204" y="4917470"/>
                </a:cubicBezTo>
                <a:close/>
                <a:moveTo>
                  <a:pt x="605979" y="4917471"/>
                </a:moveTo>
                <a:lnTo>
                  <a:pt x="598916" y="4917471"/>
                </a:lnTo>
                <a:cubicBezTo>
                  <a:pt x="598661" y="4917471"/>
                  <a:pt x="598302" y="4917112"/>
                  <a:pt x="598302" y="4917112"/>
                </a:cubicBezTo>
                <a:lnTo>
                  <a:pt x="594770" y="4910971"/>
                </a:lnTo>
                <a:cubicBezTo>
                  <a:pt x="594668" y="4910766"/>
                  <a:pt x="594770" y="4910305"/>
                  <a:pt x="594770" y="4910305"/>
                </a:cubicBezTo>
                <a:lnTo>
                  <a:pt x="598302" y="4904165"/>
                </a:lnTo>
                <a:cubicBezTo>
                  <a:pt x="598455" y="4903959"/>
                  <a:pt x="598916" y="4903806"/>
                  <a:pt x="598916" y="4903806"/>
                </a:cubicBezTo>
                <a:lnTo>
                  <a:pt x="605979" y="4903806"/>
                </a:lnTo>
                <a:cubicBezTo>
                  <a:pt x="606235" y="4903806"/>
                  <a:pt x="606593" y="4904165"/>
                  <a:pt x="606593" y="4904165"/>
                </a:cubicBezTo>
                <a:lnTo>
                  <a:pt x="610125" y="4910305"/>
                </a:lnTo>
                <a:cubicBezTo>
                  <a:pt x="610227" y="4910511"/>
                  <a:pt x="610125" y="4910971"/>
                  <a:pt x="610125" y="4910971"/>
                </a:cubicBezTo>
                <a:lnTo>
                  <a:pt x="606593" y="4917112"/>
                </a:lnTo>
                <a:cubicBezTo>
                  <a:pt x="606440" y="4917318"/>
                  <a:pt x="605979" y="4917471"/>
                  <a:pt x="605979" y="4917471"/>
                </a:cubicBezTo>
                <a:close/>
                <a:moveTo>
                  <a:pt x="11254" y="4917487"/>
                </a:moveTo>
                <a:lnTo>
                  <a:pt x="4192" y="4917487"/>
                </a:lnTo>
                <a:cubicBezTo>
                  <a:pt x="3935" y="4917487"/>
                  <a:pt x="3578" y="4917127"/>
                  <a:pt x="3578" y="4917127"/>
                </a:cubicBezTo>
                <a:lnTo>
                  <a:pt x="46" y="4910984"/>
                </a:lnTo>
                <a:cubicBezTo>
                  <a:pt x="-57" y="4910781"/>
                  <a:pt x="46" y="4910321"/>
                  <a:pt x="46" y="4910321"/>
                </a:cubicBezTo>
                <a:lnTo>
                  <a:pt x="3578" y="4904179"/>
                </a:lnTo>
                <a:cubicBezTo>
                  <a:pt x="3731" y="4903974"/>
                  <a:pt x="4192" y="4903820"/>
                  <a:pt x="4192" y="4903820"/>
                </a:cubicBezTo>
                <a:lnTo>
                  <a:pt x="11254" y="4903820"/>
                </a:lnTo>
                <a:cubicBezTo>
                  <a:pt x="11511" y="4903820"/>
                  <a:pt x="11868" y="4904179"/>
                  <a:pt x="11868" y="4904179"/>
                </a:cubicBezTo>
                <a:lnTo>
                  <a:pt x="15400" y="4910321"/>
                </a:lnTo>
                <a:cubicBezTo>
                  <a:pt x="15503" y="4910524"/>
                  <a:pt x="15400" y="4910984"/>
                  <a:pt x="15400" y="4910984"/>
                </a:cubicBezTo>
                <a:lnTo>
                  <a:pt x="11868" y="4917127"/>
                </a:lnTo>
                <a:cubicBezTo>
                  <a:pt x="11716" y="4917333"/>
                  <a:pt x="11254" y="4917487"/>
                  <a:pt x="11254" y="4917487"/>
                </a:cubicBezTo>
                <a:close/>
                <a:moveTo>
                  <a:pt x="1398928" y="4917497"/>
                </a:moveTo>
                <a:lnTo>
                  <a:pt x="1391866" y="4917497"/>
                </a:lnTo>
                <a:cubicBezTo>
                  <a:pt x="1391610" y="4917497"/>
                  <a:pt x="1391252" y="4917138"/>
                  <a:pt x="1391252" y="4917138"/>
                </a:cubicBezTo>
                <a:lnTo>
                  <a:pt x="1387720" y="4910997"/>
                </a:lnTo>
                <a:cubicBezTo>
                  <a:pt x="1387617" y="4910791"/>
                  <a:pt x="1387720" y="4910331"/>
                  <a:pt x="1387720" y="4910331"/>
                </a:cubicBezTo>
                <a:lnTo>
                  <a:pt x="1391252" y="4904190"/>
                </a:lnTo>
                <a:cubicBezTo>
                  <a:pt x="1391406" y="4903985"/>
                  <a:pt x="1391866" y="4903832"/>
                  <a:pt x="1391866" y="4903832"/>
                </a:cubicBezTo>
                <a:lnTo>
                  <a:pt x="1398928" y="4903832"/>
                </a:lnTo>
                <a:cubicBezTo>
                  <a:pt x="1399185" y="4903832"/>
                  <a:pt x="1399544" y="4904190"/>
                  <a:pt x="1399544" y="4904190"/>
                </a:cubicBezTo>
                <a:lnTo>
                  <a:pt x="1403074" y="4910331"/>
                </a:lnTo>
                <a:cubicBezTo>
                  <a:pt x="1403177" y="4910536"/>
                  <a:pt x="1403074" y="4910997"/>
                  <a:pt x="1403074" y="4910997"/>
                </a:cubicBezTo>
                <a:lnTo>
                  <a:pt x="1399544" y="4917138"/>
                </a:lnTo>
                <a:cubicBezTo>
                  <a:pt x="1399389" y="4917343"/>
                  <a:pt x="1398928" y="4917497"/>
                  <a:pt x="1398928" y="4917497"/>
                </a:cubicBezTo>
                <a:close/>
                <a:moveTo>
                  <a:pt x="1795378" y="4917497"/>
                </a:moveTo>
                <a:lnTo>
                  <a:pt x="1788315" y="4917497"/>
                </a:lnTo>
                <a:cubicBezTo>
                  <a:pt x="1788060" y="4917497"/>
                  <a:pt x="1787701" y="4917138"/>
                  <a:pt x="1787701" y="4917138"/>
                </a:cubicBezTo>
                <a:lnTo>
                  <a:pt x="1784170" y="4910996"/>
                </a:lnTo>
                <a:cubicBezTo>
                  <a:pt x="1784067" y="4910791"/>
                  <a:pt x="1784170" y="4910330"/>
                  <a:pt x="1784170" y="4910330"/>
                </a:cubicBezTo>
                <a:lnTo>
                  <a:pt x="1787701" y="4904190"/>
                </a:lnTo>
                <a:cubicBezTo>
                  <a:pt x="1787854" y="4903985"/>
                  <a:pt x="1788315" y="4903832"/>
                  <a:pt x="1788315" y="4903832"/>
                </a:cubicBezTo>
                <a:lnTo>
                  <a:pt x="1795378" y="4903832"/>
                </a:lnTo>
                <a:cubicBezTo>
                  <a:pt x="1795634" y="4903832"/>
                  <a:pt x="1795992" y="4904190"/>
                  <a:pt x="1795992" y="4904190"/>
                </a:cubicBezTo>
                <a:lnTo>
                  <a:pt x="1799524" y="4910330"/>
                </a:lnTo>
                <a:cubicBezTo>
                  <a:pt x="1799626" y="4910536"/>
                  <a:pt x="1799524" y="4910996"/>
                  <a:pt x="1799524" y="4910996"/>
                </a:cubicBezTo>
                <a:lnTo>
                  <a:pt x="1795992" y="4917138"/>
                </a:lnTo>
                <a:cubicBezTo>
                  <a:pt x="1795838" y="4917343"/>
                  <a:pt x="1795378" y="4917497"/>
                  <a:pt x="1795378" y="4917497"/>
                </a:cubicBezTo>
                <a:close/>
                <a:moveTo>
                  <a:pt x="1993654" y="4917514"/>
                </a:moveTo>
                <a:lnTo>
                  <a:pt x="1986590" y="4917514"/>
                </a:lnTo>
                <a:cubicBezTo>
                  <a:pt x="1986336" y="4917514"/>
                  <a:pt x="1985976" y="4917156"/>
                  <a:pt x="1985976" y="4917156"/>
                </a:cubicBezTo>
                <a:lnTo>
                  <a:pt x="1982445" y="4911014"/>
                </a:lnTo>
                <a:cubicBezTo>
                  <a:pt x="1982343" y="4910809"/>
                  <a:pt x="1982445" y="4910348"/>
                  <a:pt x="1982445" y="4910348"/>
                </a:cubicBezTo>
                <a:lnTo>
                  <a:pt x="1985976" y="4904208"/>
                </a:lnTo>
                <a:cubicBezTo>
                  <a:pt x="1986130" y="4904001"/>
                  <a:pt x="1986590" y="4903848"/>
                  <a:pt x="1986590" y="4903848"/>
                </a:cubicBezTo>
                <a:lnTo>
                  <a:pt x="1993654" y="4903848"/>
                </a:lnTo>
                <a:cubicBezTo>
                  <a:pt x="1993910" y="4903848"/>
                  <a:pt x="1994268" y="4904208"/>
                  <a:pt x="1994268" y="4904208"/>
                </a:cubicBezTo>
                <a:lnTo>
                  <a:pt x="1997800" y="4910348"/>
                </a:lnTo>
                <a:cubicBezTo>
                  <a:pt x="1997902" y="4910554"/>
                  <a:pt x="1997800" y="4911014"/>
                  <a:pt x="1997800" y="4911014"/>
                </a:cubicBezTo>
                <a:lnTo>
                  <a:pt x="1994268" y="4917156"/>
                </a:lnTo>
                <a:cubicBezTo>
                  <a:pt x="1994114" y="4917360"/>
                  <a:pt x="1993654" y="4917514"/>
                  <a:pt x="1993654" y="4917514"/>
                </a:cubicBezTo>
                <a:close/>
                <a:moveTo>
                  <a:pt x="209480" y="4917520"/>
                </a:moveTo>
                <a:lnTo>
                  <a:pt x="202416" y="4917520"/>
                </a:lnTo>
                <a:cubicBezTo>
                  <a:pt x="202160" y="4917520"/>
                  <a:pt x="201803" y="4917163"/>
                  <a:pt x="201803" y="4917163"/>
                </a:cubicBezTo>
                <a:lnTo>
                  <a:pt x="198270" y="4911020"/>
                </a:lnTo>
                <a:cubicBezTo>
                  <a:pt x="198168" y="4910815"/>
                  <a:pt x="198270" y="4910354"/>
                  <a:pt x="198270" y="4910354"/>
                </a:cubicBezTo>
                <a:lnTo>
                  <a:pt x="201803" y="4904214"/>
                </a:lnTo>
                <a:cubicBezTo>
                  <a:pt x="201955" y="4904008"/>
                  <a:pt x="202416" y="4903855"/>
                  <a:pt x="202416" y="4903855"/>
                </a:cubicBezTo>
                <a:lnTo>
                  <a:pt x="209480" y="4903855"/>
                </a:lnTo>
                <a:cubicBezTo>
                  <a:pt x="209735" y="4903855"/>
                  <a:pt x="210094" y="4904214"/>
                  <a:pt x="210094" y="4904214"/>
                </a:cubicBezTo>
                <a:lnTo>
                  <a:pt x="213625" y="4910354"/>
                </a:lnTo>
                <a:cubicBezTo>
                  <a:pt x="213727" y="4910558"/>
                  <a:pt x="213625" y="4911020"/>
                  <a:pt x="213625" y="4911020"/>
                </a:cubicBezTo>
                <a:lnTo>
                  <a:pt x="210094" y="4917163"/>
                </a:lnTo>
                <a:cubicBezTo>
                  <a:pt x="209940" y="4917367"/>
                  <a:pt x="209480" y="4917520"/>
                  <a:pt x="209480" y="4917520"/>
                </a:cubicBezTo>
                <a:close/>
                <a:moveTo>
                  <a:pt x="1002428" y="4917532"/>
                </a:moveTo>
                <a:lnTo>
                  <a:pt x="995366" y="4917532"/>
                </a:lnTo>
                <a:cubicBezTo>
                  <a:pt x="995110" y="4917532"/>
                  <a:pt x="994752" y="4917173"/>
                  <a:pt x="994752" y="4917173"/>
                </a:cubicBezTo>
                <a:lnTo>
                  <a:pt x="991220" y="4911031"/>
                </a:lnTo>
                <a:cubicBezTo>
                  <a:pt x="991117" y="4910827"/>
                  <a:pt x="991220" y="4910367"/>
                  <a:pt x="991220" y="4910367"/>
                </a:cubicBezTo>
                <a:lnTo>
                  <a:pt x="994752" y="4904225"/>
                </a:lnTo>
                <a:cubicBezTo>
                  <a:pt x="994905" y="4904021"/>
                  <a:pt x="995366" y="4903865"/>
                  <a:pt x="995366" y="4903865"/>
                </a:cubicBezTo>
                <a:lnTo>
                  <a:pt x="1002428" y="4903865"/>
                </a:lnTo>
                <a:cubicBezTo>
                  <a:pt x="1002685" y="4903865"/>
                  <a:pt x="1003042" y="4904225"/>
                  <a:pt x="1003042" y="4904225"/>
                </a:cubicBezTo>
                <a:lnTo>
                  <a:pt x="1006574" y="4910367"/>
                </a:lnTo>
                <a:cubicBezTo>
                  <a:pt x="1006677" y="4910570"/>
                  <a:pt x="1006574" y="4911031"/>
                  <a:pt x="1006574" y="4911031"/>
                </a:cubicBezTo>
                <a:lnTo>
                  <a:pt x="1003042" y="4917173"/>
                </a:lnTo>
                <a:cubicBezTo>
                  <a:pt x="1002889" y="4917377"/>
                  <a:pt x="1002428" y="4917532"/>
                  <a:pt x="1002428" y="4917532"/>
                </a:cubicBezTo>
                <a:close/>
                <a:moveTo>
                  <a:pt x="407754" y="4917539"/>
                </a:moveTo>
                <a:lnTo>
                  <a:pt x="400692" y="4917539"/>
                </a:lnTo>
                <a:cubicBezTo>
                  <a:pt x="400436" y="4917539"/>
                  <a:pt x="400078" y="4917181"/>
                  <a:pt x="400078" y="4917181"/>
                </a:cubicBezTo>
                <a:lnTo>
                  <a:pt x="396546" y="4911040"/>
                </a:lnTo>
                <a:cubicBezTo>
                  <a:pt x="396444" y="4910836"/>
                  <a:pt x="396546" y="4910375"/>
                  <a:pt x="396546" y="4910375"/>
                </a:cubicBezTo>
                <a:lnTo>
                  <a:pt x="400078" y="4904234"/>
                </a:lnTo>
                <a:cubicBezTo>
                  <a:pt x="400231" y="4904030"/>
                  <a:pt x="400692" y="4903876"/>
                  <a:pt x="400692" y="4903876"/>
                </a:cubicBezTo>
                <a:lnTo>
                  <a:pt x="407754" y="4903876"/>
                </a:lnTo>
                <a:cubicBezTo>
                  <a:pt x="408011" y="4903876"/>
                  <a:pt x="408369" y="4904234"/>
                  <a:pt x="408369" y="4904234"/>
                </a:cubicBezTo>
                <a:lnTo>
                  <a:pt x="411900" y="4910375"/>
                </a:lnTo>
                <a:cubicBezTo>
                  <a:pt x="412002" y="4910579"/>
                  <a:pt x="411900" y="4911040"/>
                  <a:pt x="411900" y="4911040"/>
                </a:cubicBezTo>
                <a:lnTo>
                  <a:pt x="408369" y="4917181"/>
                </a:lnTo>
                <a:cubicBezTo>
                  <a:pt x="408214" y="4917389"/>
                  <a:pt x="407754" y="4917539"/>
                  <a:pt x="407754" y="4917539"/>
                </a:cubicBezTo>
                <a:close/>
                <a:moveTo>
                  <a:pt x="1200704" y="4917547"/>
                </a:moveTo>
                <a:lnTo>
                  <a:pt x="1193642" y="4917547"/>
                </a:lnTo>
                <a:cubicBezTo>
                  <a:pt x="1193386" y="4917547"/>
                  <a:pt x="1193028" y="4917190"/>
                  <a:pt x="1193028" y="4917190"/>
                </a:cubicBezTo>
                <a:lnTo>
                  <a:pt x="1189495" y="4911046"/>
                </a:lnTo>
                <a:cubicBezTo>
                  <a:pt x="1189393" y="4910844"/>
                  <a:pt x="1189495" y="4910382"/>
                  <a:pt x="1189495" y="4910382"/>
                </a:cubicBezTo>
                <a:lnTo>
                  <a:pt x="1193028" y="4904241"/>
                </a:lnTo>
                <a:cubicBezTo>
                  <a:pt x="1193180" y="4904034"/>
                  <a:pt x="1193642" y="4903881"/>
                  <a:pt x="1193642" y="4903881"/>
                </a:cubicBezTo>
                <a:lnTo>
                  <a:pt x="1200704" y="4903881"/>
                </a:lnTo>
                <a:cubicBezTo>
                  <a:pt x="1200960" y="4903881"/>
                  <a:pt x="1201318" y="4904241"/>
                  <a:pt x="1201318" y="4904241"/>
                </a:cubicBezTo>
                <a:lnTo>
                  <a:pt x="1204850" y="4910382"/>
                </a:lnTo>
                <a:cubicBezTo>
                  <a:pt x="1204952" y="4910587"/>
                  <a:pt x="1204850" y="4911046"/>
                  <a:pt x="1204850" y="4911046"/>
                </a:cubicBezTo>
                <a:lnTo>
                  <a:pt x="1201318" y="4917190"/>
                </a:lnTo>
                <a:cubicBezTo>
                  <a:pt x="1201165" y="4917393"/>
                  <a:pt x="1200704" y="4917547"/>
                  <a:pt x="1200704" y="4917547"/>
                </a:cubicBezTo>
                <a:close/>
                <a:moveTo>
                  <a:pt x="1597154" y="4917547"/>
                </a:moveTo>
                <a:lnTo>
                  <a:pt x="1590090" y="4917547"/>
                </a:lnTo>
                <a:cubicBezTo>
                  <a:pt x="1589834" y="4917547"/>
                  <a:pt x="1589476" y="4917189"/>
                  <a:pt x="1589476" y="4917189"/>
                </a:cubicBezTo>
                <a:lnTo>
                  <a:pt x="1585944" y="4911045"/>
                </a:lnTo>
                <a:cubicBezTo>
                  <a:pt x="1585842" y="4910844"/>
                  <a:pt x="1585944" y="4910382"/>
                  <a:pt x="1585944" y="4910382"/>
                </a:cubicBezTo>
                <a:lnTo>
                  <a:pt x="1589476" y="4904241"/>
                </a:lnTo>
                <a:cubicBezTo>
                  <a:pt x="1589630" y="4904034"/>
                  <a:pt x="1590090" y="4903881"/>
                  <a:pt x="1590090" y="4903881"/>
                </a:cubicBezTo>
                <a:lnTo>
                  <a:pt x="1597154" y="4903881"/>
                </a:lnTo>
                <a:cubicBezTo>
                  <a:pt x="1597409" y="4903881"/>
                  <a:pt x="1597768" y="4904241"/>
                  <a:pt x="1597768" y="4904241"/>
                </a:cubicBezTo>
                <a:lnTo>
                  <a:pt x="1601298" y="4910382"/>
                </a:lnTo>
                <a:cubicBezTo>
                  <a:pt x="1601401" y="4910587"/>
                  <a:pt x="1601298" y="4911045"/>
                  <a:pt x="1601298" y="4911045"/>
                </a:cubicBezTo>
                <a:lnTo>
                  <a:pt x="1597768" y="4917189"/>
                </a:lnTo>
                <a:cubicBezTo>
                  <a:pt x="1597614" y="4917393"/>
                  <a:pt x="1597154" y="4917547"/>
                  <a:pt x="1597154" y="4917547"/>
                </a:cubicBezTo>
                <a:close/>
                <a:moveTo>
                  <a:pt x="2189611" y="4923253"/>
                </a:moveTo>
                <a:lnTo>
                  <a:pt x="2182548" y="4923253"/>
                </a:lnTo>
                <a:cubicBezTo>
                  <a:pt x="2182291" y="4923253"/>
                  <a:pt x="2181933" y="4922895"/>
                  <a:pt x="2181933" y="4922895"/>
                </a:cubicBezTo>
                <a:lnTo>
                  <a:pt x="2178401" y="4916754"/>
                </a:lnTo>
                <a:cubicBezTo>
                  <a:pt x="2178299" y="4916549"/>
                  <a:pt x="2178401" y="4916088"/>
                  <a:pt x="2178401" y="4916088"/>
                </a:cubicBezTo>
                <a:lnTo>
                  <a:pt x="2181933" y="4909946"/>
                </a:lnTo>
                <a:cubicBezTo>
                  <a:pt x="2182087" y="4909741"/>
                  <a:pt x="2182548" y="4909588"/>
                  <a:pt x="2182548" y="4909588"/>
                </a:cubicBezTo>
                <a:lnTo>
                  <a:pt x="2189611" y="4909588"/>
                </a:lnTo>
                <a:cubicBezTo>
                  <a:pt x="2189865" y="4909588"/>
                  <a:pt x="2190225" y="4909946"/>
                  <a:pt x="2190225" y="4909946"/>
                </a:cubicBezTo>
                <a:lnTo>
                  <a:pt x="2193757" y="4916088"/>
                </a:lnTo>
                <a:cubicBezTo>
                  <a:pt x="2193859" y="4916292"/>
                  <a:pt x="2193757" y="4916754"/>
                  <a:pt x="2193757" y="4916754"/>
                </a:cubicBezTo>
                <a:lnTo>
                  <a:pt x="2190225" y="4922895"/>
                </a:lnTo>
                <a:cubicBezTo>
                  <a:pt x="2190071" y="4923100"/>
                  <a:pt x="2189611" y="4923253"/>
                  <a:pt x="2189611" y="4923253"/>
                </a:cubicBezTo>
                <a:close/>
                <a:moveTo>
                  <a:pt x="2387835" y="4923253"/>
                </a:moveTo>
                <a:lnTo>
                  <a:pt x="2380773" y="4923253"/>
                </a:lnTo>
                <a:cubicBezTo>
                  <a:pt x="2380515" y="4923253"/>
                  <a:pt x="2380159" y="4922895"/>
                  <a:pt x="2380159" y="4922895"/>
                </a:cubicBezTo>
                <a:lnTo>
                  <a:pt x="2376626" y="4916754"/>
                </a:lnTo>
                <a:cubicBezTo>
                  <a:pt x="2376523" y="4916549"/>
                  <a:pt x="2376626" y="4916088"/>
                  <a:pt x="2376626" y="4916088"/>
                </a:cubicBezTo>
                <a:lnTo>
                  <a:pt x="2380159" y="4909946"/>
                </a:lnTo>
                <a:cubicBezTo>
                  <a:pt x="2380312" y="4909741"/>
                  <a:pt x="2380773" y="4909588"/>
                  <a:pt x="2380773" y="4909588"/>
                </a:cubicBezTo>
                <a:lnTo>
                  <a:pt x="2387835" y="4909588"/>
                </a:lnTo>
                <a:cubicBezTo>
                  <a:pt x="2388091" y="4909588"/>
                  <a:pt x="2388449" y="4909946"/>
                  <a:pt x="2388449" y="4909946"/>
                </a:cubicBezTo>
                <a:lnTo>
                  <a:pt x="2391981" y="4916088"/>
                </a:lnTo>
                <a:cubicBezTo>
                  <a:pt x="2392083" y="4916292"/>
                  <a:pt x="2391981" y="4916754"/>
                  <a:pt x="2391981" y="4916754"/>
                </a:cubicBezTo>
                <a:lnTo>
                  <a:pt x="2388449" y="4922895"/>
                </a:lnTo>
                <a:cubicBezTo>
                  <a:pt x="2388296" y="4923100"/>
                  <a:pt x="2387835" y="4923253"/>
                  <a:pt x="2387835" y="4923253"/>
                </a:cubicBezTo>
                <a:close/>
                <a:moveTo>
                  <a:pt x="2586060" y="4923253"/>
                </a:moveTo>
                <a:lnTo>
                  <a:pt x="2578998" y="4923253"/>
                </a:lnTo>
                <a:cubicBezTo>
                  <a:pt x="2578740" y="4923253"/>
                  <a:pt x="2578383" y="4922895"/>
                  <a:pt x="2578383" y="4922895"/>
                </a:cubicBezTo>
                <a:lnTo>
                  <a:pt x="2574850" y="4916754"/>
                </a:lnTo>
                <a:cubicBezTo>
                  <a:pt x="2574749" y="4916549"/>
                  <a:pt x="2574850" y="4916088"/>
                  <a:pt x="2574850" y="4916088"/>
                </a:cubicBezTo>
                <a:lnTo>
                  <a:pt x="2578383" y="4909946"/>
                </a:lnTo>
                <a:cubicBezTo>
                  <a:pt x="2578536" y="4909741"/>
                  <a:pt x="2578998" y="4909588"/>
                  <a:pt x="2578998" y="4909588"/>
                </a:cubicBezTo>
                <a:lnTo>
                  <a:pt x="2586060" y="4909588"/>
                </a:lnTo>
                <a:cubicBezTo>
                  <a:pt x="2586316" y="4909588"/>
                  <a:pt x="2586674" y="4909946"/>
                  <a:pt x="2586674" y="4909946"/>
                </a:cubicBezTo>
                <a:lnTo>
                  <a:pt x="2590205" y="4916088"/>
                </a:lnTo>
                <a:cubicBezTo>
                  <a:pt x="2590308" y="4916292"/>
                  <a:pt x="2590205" y="4916754"/>
                  <a:pt x="2590205" y="4916754"/>
                </a:cubicBezTo>
                <a:lnTo>
                  <a:pt x="2586674" y="4922895"/>
                </a:lnTo>
                <a:cubicBezTo>
                  <a:pt x="2586520" y="4923100"/>
                  <a:pt x="2586060" y="4923253"/>
                  <a:pt x="2586060" y="4923253"/>
                </a:cubicBezTo>
                <a:close/>
                <a:moveTo>
                  <a:pt x="2784284" y="4923253"/>
                </a:moveTo>
                <a:lnTo>
                  <a:pt x="2777221" y="4923253"/>
                </a:lnTo>
                <a:cubicBezTo>
                  <a:pt x="2776966" y="4923253"/>
                  <a:pt x="2776607" y="4922895"/>
                  <a:pt x="2776607" y="4922895"/>
                </a:cubicBezTo>
                <a:lnTo>
                  <a:pt x="2773075" y="4916754"/>
                </a:lnTo>
                <a:cubicBezTo>
                  <a:pt x="2772973" y="4916549"/>
                  <a:pt x="2773075" y="4916088"/>
                  <a:pt x="2773075" y="4916088"/>
                </a:cubicBezTo>
                <a:lnTo>
                  <a:pt x="2776607" y="4909946"/>
                </a:lnTo>
                <a:cubicBezTo>
                  <a:pt x="2776760" y="4909741"/>
                  <a:pt x="2777221" y="4909588"/>
                  <a:pt x="2777221" y="4909588"/>
                </a:cubicBezTo>
                <a:lnTo>
                  <a:pt x="2784284" y="4909588"/>
                </a:lnTo>
                <a:cubicBezTo>
                  <a:pt x="2784540" y="4909588"/>
                  <a:pt x="2784898" y="4909946"/>
                  <a:pt x="2784898" y="4909946"/>
                </a:cubicBezTo>
                <a:lnTo>
                  <a:pt x="2788430" y="4916088"/>
                </a:lnTo>
                <a:cubicBezTo>
                  <a:pt x="2788532" y="4916292"/>
                  <a:pt x="2788430" y="4916754"/>
                  <a:pt x="2788430" y="4916754"/>
                </a:cubicBezTo>
                <a:lnTo>
                  <a:pt x="2784898" y="4922895"/>
                </a:lnTo>
                <a:cubicBezTo>
                  <a:pt x="2784744" y="4923100"/>
                  <a:pt x="2784284" y="4923253"/>
                  <a:pt x="2784284" y="4923253"/>
                </a:cubicBezTo>
                <a:close/>
                <a:moveTo>
                  <a:pt x="2982559" y="4923253"/>
                </a:moveTo>
                <a:lnTo>
                  <a:pt x="2975496" y="4923253"/>
                </a:lnTo>
                <a:cubicBezTo>
                  <a:pt x="2975241" y="4923253"/>
                  <a:pt x="2974882" y="4922895"/>
                  <a:pt x="2974882" y="4922895"/>
                </a:cubicBezTo>
                <a:lnTo>
                  <a:pt x="2971351" y="4916754"/>
                </a:lnTo>
                <a:cubicBezTo>
                  <a:pt x="2971249" y="4916549"/>
                  <a:pt x="2971351" y="4916088"/>
                  <a:pt x="2971351" y="4916088"/>
                </a:cubicBezTo>
                <a:lnTo>
                  <a:pt x="2974882" y="4909946"/>
                </a:lnTo>
                <a:cubicBezTo>
                  <a:pt x="2975036" y="4909741"/>
                  <a:pt x="2975496" y="4909588"/>
                  <a:pt x="2975496" y="4909588"/>
                </a:cubicBezTo>
                <a:lnTo>
                  <a:pt x="2982559" y="4909588"/>
                </a:lnTo>
                <a:cubicBezTo>
                  <a:pt x="2982815" y="4909588"/>
                  <a:pt x="2983173" y="4909946"/>
                  <a:pt x="2983173" y="4909946"/>
                </a:cubicBezTo>
                <a:lnTo>
                  <a:pt x="2986706" y="4916088"/>
                </a:lnTo>
                <a:cubicBezTo>
                  <a:pt x="2986808" y="4916292"/>
                  <a:pt x="2986706" y="4916754"/>
                  <a:pt x="2986706" y="4916754"/>
                </a:cubicBezTo>
                <a:lnTo>
                  <a:pt x="2983173" y="4922895"/>
                </a:lnTo>
                <a:cubicBezTo>
                  <a:pt x="2983020" y="4923100"/>
                  <a:pt x="2982559" y="4923253"/>
                  <a:pt x="2982559" y="4923253"/>
                </a:cubicBezTo>
                <a:close/>
                <a:moveTo>
                  <a:pt x="3180784" y="4923253"/>
                </a:moveTo>
                <a:lnTo>
                  <a:pt x="3173721" y="4923253"/>
                </a:lnTo>
                <a:cubicBezTo>
                  <a:pt x="3173466" y="4923253"/>
                  <a:pt x="3173107" y="4922895"/>
                  <a:pt x="3173107" y="4922895"/>
                </a:cubicBezTo>
                <a:lnTo>
                  <a:pt x="3169576" y="4916754"/>
                </a:lnTo>
                <a:cubicBezTo>
                  <a:pt x="3169473" y="4916549"/>
                  <a:pt x="3169576" y="4916088"/>
                  <a:pt x="3169576" y="4916088"/>
                </a:cubicBezTo>
                <a:lnTo>
                  <a:pt x="3173107" y="4909946"/>
                </a:lnTo>
                <a:cubicBezTo>
                  <a:pt x="3173261" y="4909741"/>
                  <a:pt x="3173721" y="4909588"/>
                  <a:pt x="3173721" y="4909588"/>
                </a:cubicBezTo>
                <a:lnTo>
                  <a:pt x="3180784" y="4909588"/>
                </a:lnTo>
                <a:cubicBezTo>
                  <a:pt x="3181040" y="4909588"/>
                  <a:pt x="3181398" y="4909946"/>
                  <a:pt x="3181398" y="4909946"/>
                </a:cubicBezTo>
                <a:lnTo>
                  <a:pt x="3184931" y="4916088"/>
                </a:lnTo>
                <a:cubicBezTo>
                  <a:pt x="3185033" y="4916292"/>
                  <a:pt x="3184931" y="4916754"/>
                  <a:pt x="3184931" y="4916754"/>
                </a:cubicBezTo>
                <a:lnTo>
                  <a:pt x="3181398" y="4922895"/>
                </a:lnTo>
                <a:cubicBezTo>
                  <a:pt x="3181245" y="4923100"/>
                  <a:pt x="3180784" y="4923253"/>
                  <a:pt x="3180784" y="4923253"/>
                </a:cubicBezTo>
                <a:close/>
                <a:moveTo>
                  <a:pt x="3379008" y="4923253"/>
                </a:moveTo>
                <a:lnTo>
                  <a:pt x="3371947" y="4923253"/>
                </a:lnTo>
                <a:cubicBezTo>
                  <a:pt x="3371690" y="4923253"/>
                  <a:pt x="3371332" y="4922895"/>
                  <a:pt x="3371332" y="4922895"/>
                </a:cubicBezTo>
                <a:lnTo>
                  <a:pt x="3367800" y="4916754"/>
                </a:lnTo>
                <a:cubicBezTo>
                  <a:pt x="3367697" y="4916549"/>
                  <a:pt x="3367800" y="4916088"/>
                  <a:pt x="3367800" y="4916088"/>
                </a:cubicBezTo>
                <a:lnTo>
                  <a:pt x="3371332" y="4909946"/>
                </a:lnTo>
                <a:cubicBezTo>
                  <a:pt x="3371485" y="4909741"/>
                  <a:pt x="3371947" y="4909588"/>
                  <a:pt x="3371947" y="4909588"/>
                </a:cubicBezTo>
                <a:lnTo>
                  <a:pt x="3379008" y="4909588"/>
                </a:lnTo>
                <a:cubicBezTo>
                  <a:pt x="3379265" y="4909588"/>
                  <a:pt x="3379624" y="4909946"/>
                  <a:pt x="3379624" y="4909946"/>
                </a:cubicBezTo>
                <a:lnTo>
                  <a:pt x="3383155" y="4916088"/>
                </a:lnTo>
                <a:cubicBezTo>
                  <a:pt x="3383257" y="4916292"/>
                  <a:pt x="3383155" y="4916754"/>
                  <a:pt x="3383155" y="4916754"/>
                </a:cubicBezTo>
                <a:lnTo>
                  <a:pt x="3379624" y="4922895"/>
                </a:lnTo>
                <a:cubicBezTo>
                  <a:pt x="3379470" y="4923100"/>
                  <a:pt x="3379008" y="4923253"/>
                  <a:pt x="3379008" y="4923253"/>
                </a:cubicBezTo>
                <a:close/>
                <a:moveTo>
                  <a:pt x="3577234" y="4923253"/>
                </a:moveTo>
                <a:lnTo>
                  <a:pt x="3570172" y="4923253"/>
                </a:lnTo>
                <a:cubicBezTo>
                  <a:pt x="3569914" y="4923253"/>
                  <a:pt x="3569557" y="4922895"/>
                  <a:pt x="3569557" y="4922895"/>
                </a:cubicBezTo>
                <a:lnTo>
                  <a:pt x="3566024" y="4916754"/>
                </a:lnTo>
                <a:cubicBezTo>
                  <a:pt x="3565922" y="4916549"/>
                  <a:pt x="3566024" y="4916088"/>
                  <a:pt x="3566024" y="4916088"/>
                </a:cubicBezTo>
                <a:lnTo>
                  <a:pt x="3569557" y="4909946"/>
                </a:lnTo>
                <a:cubicBezTo>
                  <a:pt x="3569709" y="4909741"/>
                  <a:pt x="3570172" y="4909588"/>
                  <a:pt x="3570172" y="4909588"/>
                </a:cubicBezTo>
                <a:lnTo>
                  <a:pt x="3577234" y="4909588"/>
                </a:lnTo>
                <a:cubicBezTo>
                  <a:pt x="3577489" y="4909588"/>
                  <a:pt x="3577848" y="4909946"/>
                  <a:pt x="3577848" y="4909946"/>
                </a:cubicBezTo>
                <a:lnTo>
                  <a:pt x="3581379" y="4916088"/>
                </a:lnTo>
                <a:cubicBezTo>
                  <a:pt x="3581481" y="4916292"/>
                  <a:pt x="3581379" y="4916754"/>
                  <a:pt x="3581379" y="4916754"/>
                </a:cubicBezTo>
                <a:lnTo>
                  <a:pt x="3577848" y="4922895"/>
                </a:lnTo>
                <a:cubicBezTo>
                  <a:pt x="3577694" y="4923100"/>
                  <a:pt x="3577234" y="4923253"/>
                  <a:pt x="3577234" y="4923253"/>
                </a:cubicBezTo>
                <a:close/>
                <a:moveTo>
                  <a:pt x="3775459" y="4923253"/>
                </a:moveTo>
                <a:lnTo>
                  <a:pt x="3768396" y="4923253"/>
                </a:lnTo>
                <a:cubicBezTo>
                  <a:pt x="3768139" y="4923253"/>
                  <a:pt x="3767781" y="4922895"/>
                  <a:pt x="3767781" y="4922895"/>
                </a:cubicBezTo>
                <a:lnTo>
                  <a:pt x="3764249" y="4916754"/>
                </a:lnTo>
                <a:cubicBezTo>
                  <a:pt x="3764147" y="4916549"/>
                  <a:pt x="3764249" y="4916088"/>
                  <a:pt x="3764249" y="4916088"/>
                </a:cubicBezTo>
                <a:lnTo>
                  <a:pt x="3767781" y="4909946"/>
                </a:lnTo>
                <a:cubicBezTo>
                  <a:pt x="3767935" y="4909741"/>
                  <a:pt x="3768396" y="4909588"/>
                  <a:pt x="3768396" y="4909588"/>
                </a:cubicBezTo>
                <a:lnTo>
                  <a:pt x="3775459" y="4909588"/>
                </a:lnTo>
                <a:cubicBezTo>
                  <a:pt x="3775713" y="4909588"/>
                  <a:pt x="3776073" y="4909946"/>
                  <a:pt x="3776073" y="4909946"/>
                </a:cubicBezTo>
                <a:lnTo>
                  <a:pt x="3779604" y="4916088"/>
                </a:lnTo>
                <a:cubicBezTo>
                  <a:pt x="3779706" y="4916292"/>
                  <a:pt x="3779604" y="4916754"/>
                  <a:pt x="3779604" y="4916754"/>
                </a:cubicBezTo>
                <a:lnTo>
                  <a:pt x="3776073" y="4922895"/>
                </a:lnTo>
                <a:cubicBezTo>
                  <a:pt x="3775919" y="4923100"/>
                  <a:pt x="3775459" y="4923253"/>
                  <a:pt x="3775459" y="4923253"/>
                </a:cubicBezTo>
                <a:close/>
                <a:moveTo>
                  <a:pt x="3973734" y="4923253"/>
                </a:moveTo>
                <a:lnTo>
                  <a:pt x="3966671" y="4923253"/>
                </a:lnTo>
                <a:cubicBezTo>
                  <a:pt x="3966415" y="4923253"/>
                  <a:pt x="3966057" y="4922895"/>
                  <a:pt x="3966057" y="4922895"/>
                </a:cubicBezTo>
                <a:lnTo>
                  <a:pt x="3962525" y="4916754"/>
                </a:lnTo>
                <a:cubicBezTo>
                  <a:pt x="3962423" y="4916549"/>
                  <a:pt x="3962525" y="4916088"/>
                  <a:pt x="3962525" y="4916088"/>
                </a:cubicBezTo>
                <a:lnTo>
                  <a:pt x="3966057" y="4909946"/>
                </a:lnTo>
                <a:cubicBezTo>
                  <a:pt x="3966211" y="4909741"/>
                  <a:pt x="3966671" y="4909588"/>
                  <a:pt x="3966671" y="4909588"/>
                </a:cubicBezTo>
                <a:lnTo>
                  <a:pt x="3973734" y="4909588"/>
                </a:lnTo>
                <a:cubicBezTo>
                  <a:pt x="3973990" y="4909588"/>
                  <a:pt x="3974348" y="4909946"/>
                  <a:pt x="3974348" y="4909946"/>
                </a:cubicBezTo>
                <a:lnTo>
                  <a:pt x="3977880" y="4916088"/>
                </a:lnTo>
                <a:cubicBezTo>
                  <a:pt x="3977982" y="4916292"/>
                  <a:pt x="3977880" y="4916754"/>
                  <a:pt x="3977880" y="4916754"/>
                </a:cubicBezTo>
                <a:lnTo>
                  <a:pt x="3974348" y="4922895"/>
                </a:lnTo>
                <a:cubicBezTo>
                  <a:pt x="3974195" y="4923100"/>
                  <a:pt x="3973734" y="4923253"/>
                  <a:pt x="3973734" y="4923253"/>
                </a:cubicBezTo>
                <a:close/>
                <a:moveTo>
                  <a:pt x="4171959" y="4923253"/>
                </a:moveTo>
                <a:lnTo>
                  <a:pt x="4164896" y="4923253"/>
                </a:lnTo>
                <a:cubicBezTo>
                  <a:pt x="4164640" y="4923253"/>
                  <a:pt x="4164282" y="4922895"/>
                  <a:pt x="4164282" y="4922895"/>
                </a:cubicBezTo>
                <a:lnTo>
                  <a:pt x="4160751" y="4916754"/>
                </a:lnTo>
                <a:cubicBezTo>
                  <a:pt x="4160648" y="4916549"/>
                  <a:pt x="4160751" y="4916088"/>
                  <a:pt x="4160751" y="4916088"/>
                </a:cubicBezTo>
                <a:lnTo>
                  <a:pt x="4164282" y="4909946"/>
                </a:lnTo>
                <a:cubicBezTo>
                  <a:pt x="4164435" y="4909741"/>
                  <a:pt x="4164896" y="4909588"/>
                  <a:pt x="4164896" y="4909588"/>
                </a:cubicBezTo>
                <a:lnTo>
                  <a:pt x="4171959" y="4909588"/>
                </a:lnTo>
                <a:cubicBezTo>
                  <a:pt x="4172215" y="4909588"/>
                  <a:pt x="4172573" y="4909946"/>
                  <a:pt x="4172573" y="4909946"/>
                </a:cubicBezTo>
                <a:lnTo>
                  <a:pt x="4176105" y="4916088"/>
                </a:lnTo>
                <a:cubicBezTo>
                  <a:pt x="4176207" y="4916292"/>
                  <a:pt x="4176105" y="4916754"/>
                  <a:pt x="4176105" y="4916754"/>
                </a:cubicBezTo>
                <a:lnTo>
                  <a:pt x="4172573" y="4922895"/>
                </a:lnTo>
                <a:cubicBezTo>
                  <a:pt x="4172419" y="4923100"/>
                  <a:pt x="4171959" y="4923253"/>
                  <a:pt x="4171959" y="4923253"/>
                </a:cubicBezTo>
                <a:close/>
                <a:moveTo>
                  <a:pt x="4370183" y="4923253"/>
                </a:moveTo>
                <a:lnTo>
                  <a:pt x="4363121" y="4923253"/>
                </a:lnTo>
                <a:cubicBezTo>
                  <a:pt x="4362864" y="4923253"/>
                  <a:pt x="4362506" y="4922895"/>
                  <a:pt x="4362506" y="4922895"/>
                </a:cubicBezTo>
                <a:lnTo>
                  <a:pt x="4358975" y="4916754"/>
                </a:lnTo>
                <a:cubicBezTo>
                  <a:pt x="4358872" y="4916549"/>
                  <a:pt x="4358975" y="4916088"/>
                  <a:pt x="4358975" y="4916088"/>
                </a:cubicBezTo>
                <a:lnTo>
                  <a:pt x="4362506" y="4909946"/>
                </a:lnTo>
                <a:cubicBezTo>
                  <a:pt x="4362660" y="4909741"/>
                  <a:pt x="4363121" y="4909588"/>
                  <a:pt x="4363121" y="4909588"/>
                </a:cubicBezTo>
                <a:lnTo>
                  <a:pt x="4370183" y="4909588"/>
                </a:lnTo>
                <a:cubicBezTo>
                  <a:pt x="4370439" y="4909588"/>
                  <a:pt x="4370797" y="4909946"/>
                  <a:pt x="4370797" y="4909946"/>
                </a:cubicBezTo>
                <a:lnTo>
                  <a:pt x="4374329" y="4916088"/>
                </a:lnTo>
                <a:cubicBezTo>
                  <a:pt x="4374432" y="4916292"/>
                  <a:pt x="4374329" y="4916754"/>
                  <a:pt x="4374329" y="4916754"/>
                </a:cubicBezTo>
                <a:lnTo>
                  <a:pt x="4370797" y="4922895"/>
                </a:lnTo>
                <a:cubicBezTo>
                  <a:pt x="4370643" y="4923100"/>
                  <a:pt x="4370183" y="4923253"/>
                  <a:pt x="4370183" y="4923253"/>
                </a:cubicBezTo>
                <a:close/>
                <a:moveTo>
                  <a:pt x="4568408" y="4923253"/>
                </a:moveTo>
                <a:lnTo>
                  <a:pt x="4561345" y="4923253"/>
                </a:lnTo>
                <a:cubicBezTo>
                  <a:pt x="4561089" y="4923253"/>
                  <a:pt x="4560731" y="4922895"/>
                  <a:pt x="4560731" y="4922895"/>
                </a:cubicBezTo>
                <a:lnTo>
                  <a:pt x="4557199" y="4916754"/>
                </a:lnTo>
                <a:cubicBezTo>
                  <a:pt x="4557097" y="4916549"/>
                  <a:pt x="4557199" y="4916088"/>
                  <a:pt x="4557199" y="4916088"/>
                </a:cubicBezTo>
                <a:lnTo>
                  <a:pt x="4560731" y="4909946"/>
                </a:lnTo>
                <a:cubicBezTo>
                  <a:pt x="4560884" y="4909741"/>
                  <a:pt x="4561345" y="4909588"/>
                  <a:pt x="4561345" y="4909588"/>
                </a:cubicBezTo>
                <a:lnTo>
                  <a:pt x="4568408" y="4909588"/>
                </a:lnTo>
                <a:cubicBezTo>
                  <a:pt x="4568663" y="4909588"/>
                  <a:pt x="4569022" y="4909946"/>
                  <a:pt x="4569022" y="4909946"/>
                </a:cubicBezTo>
                <a:lnTo>
                  <a:pt x="4572554" y="4916088"/>
                </a:lnTo>
                <a:cubicBezTo>
                  <a:pt x="4572656" y="4916292"/>
                  <a:pt x="4572554" y="4916754"/>
                  <a:pt x="4572554" y="4916754"/>
                </a:cubicBezTo>
                <a:lnTo>
                  <a:pt x="4569022" y="4922895"/>
                </a:lnTo>
                <a:cubicBezTo>
                  <a:pt x="4568869" y="4923100"/>
                  <a:pt x="4568408" y="4923253"/>
                  <a:pt x="4568408" y="4923253"/>
                </a:cubicBezTo>
                <a:close/>
                <a:moveTo>
                  <a:pt x="4766683" y="4923253"/>
                </a:moveTo>
                <a:lnTo>
                  <a:pt x="4759621" y="4923253"/>
                </a:lnTo>
                <a:cubicBezTo>
                  <a:pt x="4759364" y="4923253"/>
                  <a:pt x="4759007" y="4922895"/>
                  <a:pt x="4759007" y="4922895"/>
                </a:cubicBezTo>
                <a:lnTo>
                  <a:pt x="4755475" y="4916754"/>
                </a:lnTo>
                <a:cubicBezTo>
                  <a:pt x="4755372" y="4916549"/>
                  <a:pt x="4755475" y="4916088"/>
                  <a:pt x="4755475" y="4916088"/>
                </a:cubicBezTo>
                <a:lnTo>
                  <a:pt x="4759007" y="4909946"/>
                </a:lnTo>
                <a:cubicBezTo>
                  <a:pt x="4759160" y="4909741"/>
                  <a:pt x="4759621" y="4909588"/>
                  <a:pt x="4759621" y="4909588"/>
                </a:cubicBezTo>
                <a:lnTo>
                  <a:pt x="4766683" y="4909588"/>
                </a:lnTo>
                <a:cubicBezTo>
                  <a:pt x="4766940" y="4909588"/>
                  <a:pt x="4767297" y="4909946"/>
                  <a:pt x="4767297" y="4909946"/>
                </a:cubicBezTo>
                <a:lnTo>
                  <a:pt x="4770829" y="4916088"/>
                </a:lnTo>
                <a:cubicBezTo>
                  <a:pt x="4770932" y="4916292"/>
                  <a:pt x="4770829" y="4916754"/>
                  <a:pt x="4770829" y="4916754"/>
                </a:cubicBezTo>
                <a:lnTo>
                  <a:pt x="4767297" y="4922895"/>
                </a:lnTo>
                <a:cubicBezTo>
                  <a:pt x="4767144" y="4923100"/>
                  <a:pt x="4766683" y="4923253"/>
                  <a:pt x="4766683" y="4923253"/>
                </a:cubicBezTo>
                <a:close/>
                <a:moveTo>
                  <a:pt x="4964909" y="4923253"/>
                </a:moveTo>
                <a:lnTo>
                  <a:pt x="4957846" y="4923253"/>
                </a:lnTo>
                <a:cubicBezTo>
                  <a:pt x="4957589" y="4923253"/>
                  <a:pt x="4957232" y="4922895"/>
                  <a:pt x="4957232" y="4922895"/>
                </a:cubicBezTo>
                <a:lnTo>
                  <a:pt x="4953699" y="4916754"/>
                </a:lnTo>
                <a:cubicBezTo>
                  <a:pt x="4953597" y="4916549"/>
                  <a:pt x="4953699" y="4916088"/>
                  <a:pt x="4953699" y="4916088"/>
                </a:cubicBezTo>
                <a:lnTo>
                  <a:pt x="4957232" y="4909946"/>
                </a:lnTo>
                <a:cubicBezTo>
                  <a:pt x="4957384" y="4909741"/>
                  <a:pt x="4957846" y="4909588"/>
                  <a:pt x="4957846" y="4909588"/>
                </a:cubicBezTo>
                <a:lnTo>
                  <a:pt x="4964909" y="4909588"/>
                </a:lnTo>
                <a:cubicBezTo>
                  <a:pt x="4965164" y="4909588"/>
                  <a:pt x="4965523" y="4909946"/>
                  <a:pt x="4965523" y="4909946"/>
                </a:cubicBezTo>
                <a:lnTo>
                  <a:pt x="4969054" y="4916088"/>
                </a:lnTo>
                <a:cubicBezTo>
                  <a:pt x="4969156" y="4916292"/>
                  <a:pt x="4969054" y="4916754"/>
                  <a:pt x="4969054" y="4916754"/>
                </a:cubicBezTo>
                <a:lnTo>
                  <a:pt x="4965523" y="4922895"/>
                </a:lnTo>
                <a:cubicBezTo>
                  <a:pt x="4965369" y="4923100"/>
                  <a:pt x="4964909" y="4923253"/>
                  <a:pt x="4964909" y="4923253"/>
                </a:cubicBezTo>
                <a:close/>
                <a:moveTo>
                  <a:pt x="5163134" y="4923253"/>
                </a:moveTo>
                <a:lnTo>
                  <a:pt x="5156070" y="4923253"/>
                </a:lnTo>
                <a:cubicBezTo>
                  <a:pt x="5155814" y="4923253"/>
                  <a:pt x="5155456" y="4922895"/>
                  <a:pt x="5155456" y="4922895"/>
                </a:cubicBezTo>
                <a:lnTo>
                  <a:pt x="5151924" y="4916754"/>
                </a:lnTo>
                <a:cubicBezTo>
                  <a:pt x="5151822" y="4916549"/>
                  <a:pt x="5151924" y="4916088"/>
                  <a:pt x="5151924" y="4916088"/>
                </a:cubicBezTo>
                <a:lnTo>
                  <a:pt x="5155456" y="4909946"/>
                </a:lnTo>
                <a:cubicBezTo>
                  <a:pt x="5155610" y="4909741"/>
                  <a:pt x="5156070" y="4909588"/>
                  <a:pt x="5156070" y="4909588"/>
                </a:cubicBezTo>
                <a:lnTo>
                  <a:pt x="5163134" y="4909588"/>
                </a:lnTo>
                <a:cubicBezTo>
                  <a:pt x="5163388" y="4909588"/>
                  <a:pt x="5163748" y="4909946"/>
                  <a:pt x="5163748" y="4909946"/>
                </a:cubicBezTo>
                <a:lnTo>
                  <a:pt x="5167279" y="4916088"/>
                </a:lnTo>
                <a:cubicBezTo>
                  <a:pt x="5167381" y="4916292"/>
                  <a:pt x="5167279" y="4916754"/>
                  <a:pt x="5167279" y="4916754"/>
                </a:cubicBezTo>
                <a:lnTo>
                  <a:pt x="5163748" y="4922895"/>
                </a:lnTo>
                <a:cubicBezTo>
                  <a:pt x="5163594" y="4923100"/>
                  <a:pt x="5163134" y="4923253"/>
                  <a:pt x="5163134" y="4923253"/>
                </a:cubicBezTo>
                <a:close/>
                <a:moveTo>
                  <a:pt x="5361358" y="4923253"/>
                </a:moveTo>
                <a:lnTo>
                  <a:pt x="5354295" y="4923253"/>
                </a:lnTo>
                <a:cubicBezTo>
                  <a:pt x="5354038" y="4923253"/>
                  <a:pt x="5353680" y="4922895"/>
                  <a:pt x="5353680" y="4922895"/>
                </a:cubicBezTo>
                <a:lnTo>
                  <a:pt x="5350149" y="4916754"/>
                </a:lnTo>
                <a:cubicBezTo>
                  <a:pt x="5350047" y="4916549"/>
                  <a:pt x="5350149" y="4916088"/>
                  <a:pt x="5350149" y="4916088"/>
                </a:cubicBezTo>
                <a:lnTo>
                  <a:pt x="5353680" y="4909946"/>
                </a:lnTo>
                <a:cubicBezTo>
                  <a:pt x="5353835" y="4909741"/>
                  <a:pt x="5354295" y="4909588"/>
                  <a:pt x="5354295" y="4909588"/>
                </a:cubicBezTo>
                <a:lnTo>
                  <a:pt x="5361358" y="4909588"/>
                </a:lnTo>
                <a:cubicBezTo>
                  <a:pt x="5361614" y="4909588"/>
                  <a:pt x="5361972" y="4909946"/>
                  <a:pt x="5361972" y="4909946"/>
                </a:cubicBezTo>
                <a:lnTo>
                  <a:pt x="5365503" y="4916088"/>
                </a:lnTo>
                <a:cubicBezTo>
                  <a:pt x="5365606" y="4916292"/>
                  <a:pt x="5365503" y="4916754"/>
                  <a:pt x="5365503" y="4916754"/>
                </a:cubicBezTo>
                <a:lnTo>
                  <a:pt x="5361972" y="4922895"/>
                </a:lnTo>
                <a:cubicBezTo>
                  <a:pt x="5361818" y="4923100"/>
                  <a:pt x="5361358" y="4923253"/>
                  <a:pt x="5361358" y="4923253"/>
                </a:cubicBezTo>
                <a:close/>
                <a:moveTo>
                  <a:pt x="5559633" y="4923253"/>
                </a:moveTo>
                <a:lnTo>
                  <a:pt x="5552569" y="4923253"/>
                </a:lnTo>
                <a:cubicBezTo>
                  <a:pt x="5552314" y="4923253"/>
                  <a:pt x="5551956" y="4922895"/>
                  <a:pt x="5551956" y="4922895"/>
                </a:cubicBezTo>
                <a:lnTo>
                  <a:pt x="5548424" y="4916754"/>
                </a:lnTo>
                <a:cubicBezTo>
                  <a:pt x="5548322" y="4916549"/>
                  <a:pt x="5548424" y="4916088"/>
                  <a:pt x="5548424" y="4916088"/>
                </a:cubicBezTo>
                <a:lnTo>
                  <a:pt x="5551956" y="4909946"/>
                </a:lnTo>
                <a:cubicBezTo>
                  <a:pt x="5552109" y="4909741"/>
                  <a:pt x="5552569" y="4909588"/>
                  <a:pt x="5552569" y="4909588"/>
                </a:cubicBezTo>
                <a:lnTo>
                  <a:pt x="5559633" y="4909588"/>
                </a:lnTo>
                <a:cubicBezTo>
                  <a:pt x="5559889" y="4909588"/>
                  <a:pt x="5560246" y="4909946"/>
                  <a:pt x="5560246" y="4909946"/>
                </a:cubicBezTo>
                <a:lnTo>
                  <a:pt x="5563779" y="4916088"/>
                </a:lnTo>
                <a:cubicBezTo>
                  <a:pt x="5563881" y="4916292"/>
                  <a:pt x="5563779" y="4916754"/>
                  <a:pt x="5563779" y="4916754"/>
                </a:cubicBezTo>
                <a:lnTo>
                  <a:pt x="5560246" y="4922895"/>
                </a:lnTo>
                <a:cubicBezTo>
                  <a:pt x="5560094" y="4923100"/>
                  <a:pt x="5559633" y="4923253"/>
                  <a:pt x="5559633" y="4923253"/>
                </a:cubicBezTo>
                <a:close/>
                <a:moveTo>
                  <a:pt x="5757857" y="4923253"/>
                </a:moveTo>
                <a:lnTo>
                  <a:pt x="5750795" y="4923253"/>
                </a:lnTo>
                <a:cubicBezTo>
                  <a:pt x="5750538" y="4923253"/>
                  <a:pt x="5750181" y="4922895"/>
                  <a:pt x="5750181" y="4922895"/>
                </a:cubicBezTo>
                <a:lnTo>
                  <a:pt x="5746649" y="4916754"/>
                </a:lnTo>
                <a:cubicBezTo>
                  <a:pt x="5746546" y="4916549"/>
                  <a:pt x="5746649" y="4916088"/>
                  <a:pt x="5746649" y="4916088"/>
                </a:cubicBezTo>
                <a:lnTo>
                  <a:pt x="5750181" y="4909946"/>
                </a:lnTo>
                <a:cubicBezTo>
                  <a:pt x="5750333" y="4909741"/>
                  <a:pt x="5750795" y="4909588"/>
                  <a:pt x="5750795" y="4909588"/>
                </a:cubicBezTo>
                <a:lnTo>
                  <a:pt x="5757857" y="4909588"/>
                </a:lnTo>
                <a:cubicBezTo>
                  <a:pt x="5758114" y="4909588"/>
                  <a:pt x="5758471" y="4909946"/>
                  <a:pt x="5758471" y="4909946"/>
                </a:cubicBezTo>
                <a:lnTo>
                  <a:pt x="5762003" y="4916088"/>
                </a:lnTo>
                <a:cubicBezTo>
                  <a:pt x="5762106" y="4916292"/>
                  <a:pt x="5762003" y="4916754"/>
                  <a:pt x="5762003" y="4916754"/>
                </a:cubicBezTo>
                <a:lnTo>
                  <a:pt x="5758471" y="4922895"/>
                </a:lnTo>
                <a:cubicBezTo>
                  <a:pt x="5758318" y="4923100"/>
                  <a:pt x="5757857" y="4923253"/>
                  <a:pt x="5757857" y="4923253"/>
                </a:cubicBezTo>
                <a:close/>
                <a:moveTo>
                  <a:pt x="5956083" y="4923253"/>
                </a:moveTo>
                <a:lnTo>
                  <a:pt x="5949019" y="4923253"/>
                </a:lnTo>
                <a:cubicBezTo>
                  <a:pt x="5948763" y="4923253"/>
                  <a:pt x="5948405" y="4922895"/>
                  <a:pt x="5948405" y="4922895"/>
                </a:cubicBezTo>
                <a:lnTo>
                  <a:pt x="5944873" y="4916754"/>
                </a:lnTo>
                <a:cubicBezTo>
                  <a:pt x="5944771" y="4916549"/>
                  <a:pt x="5944873" y="4916088"/>
                  <a:pt x="5944873" y="4916088"/>
                </a:cubicBezTo>
                <a:lnTo>
                  <a:pt x="5948405" y="4909946"/>
                </a:lnTo>
                <a:cubicBezTo>
                  <a:pt x="5948558" y="4909741"/>
                  <a:pt x="5949019" y="4909588"/>
                  <a:pt x="5949019" y="4909588"/>
                </a:cubicBezTo>
                <a:lnTo>
                  <a:pt x="5956083" y="4909588"/>
                </a:lnTo>
                <a:cubicBezTo>
                  <a:pt x="5956338" y="4909588"/>
                  <a:pt x="5956697" y="4909946"/>
                  <a:pt x="5956697" y="4909946"/>
                </a:cubicBezTo>
                <a:lnTo>
                  <a:pt x="5960227" y="4916088"/>
                </a:lnTo>
                <a:cubicBezTo>
                  <a:pt x="5960330" y="4916292"/>
                  <a:pt x="5960227" y="4916754"/>
                  <a:pt x="5960227" y="4916754"/>
                </a:cubicBezTo>
                <a:lnTo>
                  <a:pt x="5956697" y="4922895"/>
                </a:lnTo>
                <a:cubicBezTo>
                  <a:pt x="5956542" y="4923100"/>
                  <a:pt x="5956083" y="4923253"/>
                  <a:pt x="5956083" y="4923253"/>
                </a:cubicBezTo>
                <a:close/>
                <a:moveTo>
                  <a:pt x="6154307" y="4923253"/>
                </a:moveTo>
                <a:lnTo>
                  <a:pt x="6147243" y="4923253"/>
                </a:lnTo>
                <a:cubicBezTo>
                  <a:pt x="6146988" y="4923253"/>
                  <a:pt x="6146629" y="4922895"/>
                  <a:pt x="6146629" y="4922895"/>
                </a:cubicBezTo>
                <a:lnTo>
                  <a:pt x="6143098" y="4916754"/>
                </a:lnTo>
                <a:cubicBezTo>
                  <a:pt x="6142996" y="4916549"/>
                  <a:pt x="6143098" y="4916088"/>
                  <a:pt x="6143098" y="4916088"/>
                </a:cubicBezTo>
                <a:lnTo>
                  <a:pt x="6146629" y="4909946"/>
                </a:lnTo>
                <a:cubicBezTo>
                  <a:pt x="6146783" y="4909741"/>
                  <a:pt x="6147243" y="4909588"/>
                  <a:pt x="6147243" y="4909588"/>
                </a:cubicBezTo>
                <a:lnTo>
                  <a:pt x="6154307" y="4909588"/>
                </a:lnTo>
                <a:cubicBezTo>
                  <a:pt x="6154562" y="4909588"/>
                  <a:pt x="6154921" y="4909946"/>
                  <a:pt x="6154921" y="4909946"/>
                </a:cubicBezTo>
                <a:lnTo>
                  <a:pt x="6158453" y="4916088"/>
                </a:lnTo>
                <a:cubicBezTo>
                  <a:pt x="6158554" y="4916292"/>
                  <a:pt x="6158453" y="4916754"/>
                  <a:pt x="6158453" y="4916754"/>
                </a:cubicBezTo>
                <a:lnTo>
                  <a:pt x="6154921" y="4922895"/>
                </a:lnTo>
                <a:cubicBezTo>
                  <a:pt x="6154768" y="4923100"/>
                  <a:pt x="6154307" y="4923253"/>
                  <a:pt x="6154307" y="4923253"/>
                </a:cubicBezTo>
                <a:close/>
                <a:moveTo>
                  <a:pt x="6352582" y="4923253"/>
                </a:moveTo>
                <a:lnTo>
                  <a:pt x="6345519" y="4923253"/>
                </a:lnTo>
                <a:cubicBezTo>
                  <a:pt x="6345263" y="4923253"/>
                  <a:pt x="6344904" y="4922895"/>
                  <a:pt x="6344904" y="4922895"/>
                </a:cubicBezTo>
                <a:lnTo>
                  <a:pt x="6341373" y="4916754"/>
                </a:lnTo>
                <a:cubicBezTo>
                  <a:pt x="6341271" y="4916549"/>
                  <a:pt x="6341373" y="4916088"/>
                  <a:pt x="6341373" y="4916088"/>
                </a:cubicBezTo>
                <a:lnTo>
                  <a:pt x="6344904" y="4909946"/>
                </a:lnTo>
                <a:cubicBezTo>
                  <a:pt x="6345058" y="4909741"/>
                  <a:pt x="6345519" y="4909588"/>
                  <a:pt x="6345519" y="4909588"/>
                </a:cubicBezTo>
                <a:lnTo>
                  <a:pt x="6352582" y="4909588"/>
                </a:lnTo>
                <a:cubicBezTo>
                  <a:pt x="6352838" y="4909588"/>
                  <a:pt x="6353196" y="4909946"/>
                  <a:pt x="6353196" y="4909946"/>
                </a:cubicBezTo>
                <a:lnTo>
                  <a:pt x="6356728" y="4916088"/>
                </a:lnTo>
                <a:cubicBezTo>
                  <a:pt x="6356830" y="4916292"/>
                  <a:pt x="6356728" y="4916754"/>
                  <a:pt x="6356728" y="4916754"/>
                </a:cubicBezTo>
                <a:lnTo>
                  <a:pt x="6353196" y="4922895"/>
                </a:lnTo>
                <a:cubicBezTo>
                  <a:pt x="6353043" y="4923100"/>
                  <a:pt x="6352582" y="4923253"/>
                  <a:pt x="6352582" y="4923253"/>
                </a:cubicBezTo>
                <a:close/>
                <a:moveTo>
                  <a:pt x="6550807" y="4923253"/>
                </a:moveTo>
                <a:lnTo>
                  <a:pt x="6543744" y="4923253"/>
                </a:lnTo>
                <a:cubicBezTo>
                  <a:pt x="6543488" y="4923253"/>
                  <a:pt x="6543129" y="4922895"/>
                  <a:pt x="6543129" y="4922895"/>
                </a:cubicBezTo>
                <a:lnTo>
                  <a:pt x="6539598" y="4916754"/>
                </a:lnTo>
                <a:cubicBezTo>
                  <a:pt x="6539495" y="4916549"/>
                  <a:pt x="6539598" y="4916088"/>
                  <a:pt x="6539598" y="4916088"/>
                </a:cubicBezTo>
                <a:lnTo>
                  <a:pt x="6543129" y="4909946"/>
                </a:lnTo>
                <a:cubicBezTo>
                  <a:pt x="6543282" y="4909741"/>
                  <a:pt x="6543744" y="4909588"/>
                  <a:pt x="6543744" y="4909588"/>
                </a:cubicBezTo>
                <a:lnTo>
                  <a:pt x="6550807" y="4909588"/>
                </a:lnTo>
                <a:cubicBezTo>
                  <a:pt x="6551063" y="4909588"/>
                  <a:pt x="6551420" y="4909946"/>
                  <a:pt x="6551420" y="4909946"/>
                </a:cubicBezTo>
                <a:lnTo>
                  <a:pt x="6554953" y="4916088"/>
                </a:lnTo>
                <a:cubicBezTo>
                  <a:pt x="6555055" y="4916292"/>
                  <a:pt x="6554953" y="4916754"/>
                  <a:pt x="6554953" y="4916754"/>
                </a:cubicBezTo>
                <a:lnTo>
                  <a:pt x="6551420" y="4922895"/>
                </a:lnTo>
                <a:cubicBezTo>
                  <a:pt x="6551267" y="4923100"/>
                  <a:pt x="6550807" y="4923253"/>
                  <a:pt x="6550807" y="4923253"/>
                </a:cubicBezTo>
                <a:close/>
                <a:moveTo>
                  <a:pt x="6749031" y="4923253"/>
                </a:moveTo>
                <a:lnTo>
                  <a:pt x="6741967" y="4923253"/>
                </a:lnTo>
                <a:cubicBezTo>
                  <a:pt x="6741711" y="4923253"/>
                  <a:pt x="6741354" y="4922895"/>
                  <a:pt x="6741354" y="4922895"/>
                </a:cubicBezTo>
                <a:lnTo>
                  <a:pt x="6737823" y="4916754"/>
                </a:lnTo>
                <a:cubicBezTo>
                  <a:pt x="6737720" y="4916549"/>
                  <a:pt x="6737823" y="4916088"/>
                  <a:pt x="6737823" y="4916088"/>
                </a:cubicBezTo>
                <a:lnTo>
                  <a:pt x="6741354" y="4909946"/>
                </a:lnTo>
                <a:cubicBezTo>
                  <a:pt x="6741508" y="4909741"/>
                  <a:pt x="6741967" y="4909588"/>
                  <a:pt x="6741967" y="4909588"/>
                </a:cubicBezTo>
                <a:lnTo>
                  <a:pt x="6749031" y="4909588"/>
                </a:lnTo>
                <a:cubicBezTo>
                  <a:pt x="6749287" y="4909588"/>
                  <a:pt x="6749646" y="4909946"/>
                  <a:pt x="6749646" y="4909946"/>
                </a:cubicBezTo>
                <a:lnTo>
                  <a:pt x="6753177" y="4916088"/>
                </a:lnTo>
                <a:cubicBezTo>
                  <a:pt x="6753279" y="4916292"/>
                  <a:pt x="6753177" y="4916754"/>
                  <a:pt x="6753177" y="4916754"/>
                </a:cubicBezTo>
                <a:lnTo>
                  <a:pt x="6749646" y="4922895"/>
                </a:lnTo>
                <a:cubicBezTo>
                  <a:pt x="6749491" y="4923100"/>
                  <a:pt x="6749031" y="4923253"/>
                  <a:pt x="6749031" y="4923253"/>
                </a:cubicBezTo>
                <a:close/>
                <a:moveTo>
                  <a:pt x="6947256" y="4923253"/>
                </a:moveTo>
                <a:lnTo>
                  <a:pt x="6940193" y="4923253"/>
                </a:lnTo>
                <a:cubicBezTo>
                  <a:pt x="6939937" y="4923253"/>
                  <a:pt x="6939578" y="4922895"/>
                  <a:pt x="6939578" y="4922895"/>
                </a:cubicBezTo>
                <a:lnTo>
                  <a:pt x="6936048" y="4916754"/>
                </a:lnTo>
                <a:cubicBezTo>
                  <a:pt x="6935945" y="4916549"/>
                  <a:pt x="6936048" y="4916088"/>
                  <a:pt x="6936048" y="4916088"/>
                </a:cubicBezTo>
                <a:lnTo>
                  <a:pt x="6939578" y="4909946"/>
                </a:lnTo>
                <a:cubicBezTo>
                  <a:pt x="6939733" y="4909741"/>
                  <a:pt x="6940193" y="4909588"/>
                  <a:pt x="6940193" y="4909588"/>
                </a:cubicBezTo>
                <a:lnTo>
                  <a:pt x="6947256" y="4909588"/>
                </a:lnTo>
                <a:cubicBezTo>
                  <a:pt x="6947512" y="4909588"/>
                  <a:pt x="6947870" y="4909946"/>
                  <a:pt x="6947870" y="4909946"/>
                </a:cubicBezTo>
                <a:lnTo>
                  <a:pt x="6951402" y="4916088"/>
                </a:lnTo>
                <a:cubicBezTo>
                  <a:pt x="6951504" y="4916292"/>
                  <a:pt x="6951402" y="4916754"/>
                  <a:pt x="6951402" y="4916754"/>
                </a:cubicBezTo>
                <a:lnTo>
                  <a:pt x="6947870" y="4922895"/>
                </a:lnTo>
                <a:cubicBezTo>
                  <a:pt x="6947717" y="4923100"/>
                  <a:pt x="6947256" y="4923253"/>
                  <a:pt x="6947256" y="4923253"/>
                </a:cubicBezTo>
                <a:close/>
                <a:moveTo>
                  <a:pt x="7145293" y="4923253"/>
                </a:moveTo>
                <a:lnTo>
                  <a:pt x="7138229" y="4923253"/>
                </a:lnTo>
                <a:cubicBezTo>
                  <a:pt x="7137973" y="4923253"/>
                  <a:pt x="7137614" y="4922895"/>
                  <a:pt x="7137614" y="4922895"/>
                </a:cubicBezTo>
                <a:lnTo>
                  <a:pt x="7134082" y="4916754"/>
                </a:lnTo>
                <a:cubicBezTo>
                  <a:pt x="7133981" y="4916549"/>
                  <a:pt x="7134082" y="4916088"/>
                  <a:pt x="7134082" y="4916088"/>
                </a:cubicBezTo>
                <a:lnTo>
                  <a:pt x="7137614" y="4909946"/>
                </a:lnTo>
                <a:cubicBezTo>
                  <a:pt x="7137768" y="4909741"/>
                  <a:pt x="7138229" y="4909588"/>
                  <a:pt x="7138229" y="4909588"/>
                </a:cubicBezTo>
                <a:lnTo>
                  <a:pt x="7145293" y="4909588"/>
                </a:lnTo>
                <a:cubicBezTo>
                  <a:pt x="7145548" y="4909588"/>
                  <a:pt x="7145906" y="4909946"/>
                  <a:pt x="7145906" y="4909946"/>
                </a:cubicBezTo>
                <a:lnTo>
                  <a:pt x="7149439" y="4916088"/>
                </a:lnTo>
                <a:cubicBezTo>
                  <a:pt x="7149543" y="4916292"/>
                  <a:pt x="7149439" y="4916754"/>
                  <a:pt x="7149439" y="4916754"/>
                </a:cubicBezTo>
                <a:lnTo>
                  <a:pt x="7145906" y="4922895"/>
                </a:lnTo>
                <a:cubicBezTo>
                  <a:pt x="7145754" y="4923100"/>
                  <a:pt x="7145293" y="4923253"/>
                  <a:pt x="7145293" y="4923253"/>
                </a:cubicBezTo>
                <a:close/>
                <a:moveTo>
                  <a:pt x="7343681" y="4923253"/>
                </a:moveTo>
                <a:lnTo>
                  <a:pt x="7336619" y="4923253"/>
                </a:lnTo>
                <a:cubicBezTo>
                  <a:pt x="7336363" y="4923253"/>
                  <a:pt x="7336004" y="4922895"/>
                  <a:pt x="7336004" y="4922895"/>
                </a:cubicBezTo>
                <a:lnTo>
                  <a:pt x="7332472" y="4916754"/>
                </a:lnTo>
                <a:cubicBezTo>
                  <a:pt x="7332370" y="4916549"/>
                  <a:pt x="7332472" y="4916088"/>
                  <a:pt x="7332472" y="4916088"/>
                </a:cubicBezTo>
                <a:lnTo>
                  <a:pt x="7336004" y="4909946"/>
                </a:lnTo>
                <a:cubicBezTo>
                  <a:pt x="7336156" y="4909741"/>
                  <a:pt x="7336619" y="4909588"/>
                  <a:pt x="7336619" y="4909588"/>
                </a:cubicBezTo>
                <a:lnTo>
                  <a:pt x="7343681" y="4909588"/>
                </a:lnTo>
                <a:cubicBezTo>
                  <a:pt x="7343936" y="4909588"/>
                  <a:pt x="7344296" y="4909946"/>
                  <a:pt x="7344296" y="4909946"/>
                </a:cubicBezTo>
                <a:lnTo>
                  <a:pt x="7347829" y="4916088"/>
                </a:lnTo>
                <a:cubicBezTo>
                  <a:pt x="7347931" y="4916292"/>
                  <a:pt x="7347829" y="4916754"/>
                  <a:pt x="7347829" y="4916754"/>
                </a:cubicBezTo>
                <a:lnTo>
                  <a:pt x="7344296" y="4922895"/>
                </a:lnTo>
                <a:cubicBezTo>
                  <a:pt x="7344141" y="4923100"/>
                  <a:pt x="7343681" y="4923253"/>
                  <a:pt x="7343681" y="4923253"/>
                </a:cubicBezTo>
                <a:close/>
                <a:moveTo>
                  <a:pt x="7541903" y="4923253"/>
                </a:moveTo>
                <a:lnTo>
                  <a:pt x="7534839" y="4923253"/>
                </a:lnTo>
                <a:cubicBezTo>
                  <a:pt x="7534583" y="4923253"/>
                  <a:pt x="7534225" y="4922895"/>
                  <a:pt x="7534225" y="4922895"/>
                </a:cubicBezTo>
                <a:lnTo>
                  <a:pt x="7530693" y="4916754"/>
                </a:lnTo>
                <a:cubicBezTo>
                  <a:pt x="7530591" y="4916549"/>
                  <a:pt x="7530693" y="4916088"/>
                  <a:pt x="7530693" y="4916088"/>
                </a:cubicBezTo>
                <a:lnTo>
                  <a:pt x="7534225" y="4909946"/>
                </a:lnTo>
                <a:cubicBezTo>
                  <a:pt x="7534378" y="4909741"/>
                  <a:pt x="7534839" y="4909588"/>
                  <a:pt x="7534839" y="4909588"/>
                </a:cubicBezTo>
                <a:lnTo>
                  <a:pt x="7541903" y="4909588"/>
                </a:lnTo>
                <a:cubicBezTo>
                  <a:pt x="7542159" y="4909588"/>
                  <a:pt x="7542516" y="4909946"/>
                  <a:pt x="7542516" y="4909946"/>
                </a:cubicBezTo>
                <a:lnTo>
                  <a:pt x="7546049" y="4916088"/>
                </a:lnTo>
                <a:cubicBezTo>
                  <a:pt x="7546151" y="4916292"/>
                  <a:pt x="7546049" y="4916754"/>
                  <a:pt x="7546049" y="4916754"/>
                </a:cubicBezTo>
                <a:lnTo>
                  <a:pt x="7542516" y="4922895"/>
                </a:lnTo>
                <a:cubicBezTo>
                  <a:pt x="7542363" y="4923100"/>
                  <a:pt x="7541903" y="4923253"/>
                  <a:pt x="7541903" y="4923253"/>
                </a:cubicBezTo>
                <a:close/>
                <a:moveTo>
                  <a:pt x="7740181" y="4923253"/>
                </a:moveTo>
                <a:lnTo>
                  <a:pt x="7733118" y="4923253"/>
                </a:lnTo>
                <a:cubicBezTo>
                  <a:pt x="7732862" y="4923253"/>
                  <a:pt x="7732504" y="4922895"/>
                  <a:pt x="7732504" y="4922895"/>
                </a:cubicBezTo>
                <a:lnTo>
                  <a:pt x="7728973" y="4916754"/>
                </a:lnTo>
                <a:cubicBezTo>
                  <a:pt x="7728871" y="4916549"/>
                  <a:pt x="7728973" y="4916088"/>
                  <a:pt x="7728973" y="4916088"/>
                </a:cubicBezTo>
                <a:lnTo>
                  <a:pt x="7732504" y="4909946"/>
                </a:lnTo>
                <a:cubicBezTo>
                  <a:pt x="7732657" y="4909741"/>
                  <a:pt x="7733118" y="4909588"/>
                  <a:pt x="7733118" y="4909588"/>
                </a:cubicBezTo>
                <a:lnTo>
                  <a:pt x="7740181" y="4909588"/>
                </a:lnTo>
                <a:cubicBezTo>
                  <a:pt x="7740437" y="4909588"/>
                  <a:pt x="7740795" y="4909946"/>
                  <a:pt x="7740795" y="4909946"/>
                </a:cubicBezTo>
                <a:lnTo>
                  <a:pt x="7744328" y="4916088"/>
                </a:lnTo>
                <a:cubicBezTo>
                  <a:pt x="7744430" y="4916292"/>
                  <a:pt x="7744328" y="4916754"/>
                  <a:pt x="7744328" y="4916754"/>
                </a:cubicBezTo>
                <a:lnTo>
                  <a:pt x="7740795" y="4922895"/>
                </a:lnTo>
                <a:cubicBezTo>
                  <a:pt x="7740642" y="4923100"/>
                  <a:pt x="7740181" y="4923253"/>
                  <a:pt x="7740181" y="4923253"/>
                </a:cubicBezTo>
                <a:close/>
                <a:moveTo>
                  <a:pt x="7938404" y="4923253"/>
                </a:moveTo>
                <a:lnTo>
                  <a:pt x="7931340" y="4923253"/>
                </a:lnTo>
                <a:cubicBezTo>
                  <a:pt x="7931085" y="4923253"/>
                  <a:pt x="7930726" y="4922895"/>
                  <a:pt x="7930726" y="4922895"/>
                </a:cubicBezTo>
                <a:lnTo>
                  <a:pt x="7927195" y="4916754"/>
                </a:lnTo>
                <a:cubicBezTo>
                  <a:pt x="7927093" y="4916549"/>
                  <a:pt x="7927195" y="4916088"/>
                  <a:pt x="7927195" y="4916088"/>
                </a:cubicBezTo>
                <a:lnTo>
                  <a:pt x="7930726" y="4909946"/>
                </a:lnTo>
                <a:cubicBezTo>
                  <a:pt x="7930880" y="4909741"/>
                  <a:pt x="7931340" y="4909588"/>
                  <a:pt x="7931340" y="4909588"/>
                </a:cubicBezTo>
                <a:lnTo>
                  <a:pt x="7938404" y="4909588"/>
                </a:lnTo>
                <a:cubicBezTo>
                  <a:pt x="7938660" y="4909588"/>
                  <a:pt x="7939018" y="4909946"/>
                  <a:pt x="7939018" y="4909946"/>
                </a:cubicBezTo>
                <a:lnTo>
                  <a:pt x="7942550" y="4916088"/>
                </a:lnTo>
                <a:cubicBezTo>
                  <a:pt x="7942652" y="4916292"/>
                  <a:pt x="7942550" y="4916754"/>
                  <a:pt x="7942550" y="4916754"/>
                </a:cubicBezTo>
                <a:lnTo>
                  <a:pt x="7939018" y="4922895"/>
                </a:lnTo>
                <a:cubicBezTo>
                  <a:pt x="7938864" y="4923100"/>
                  <a:pt x="7938404" y="4923253"/>
                  <a:pt x="7938404" y="4923253"/>
                </a:cubicBezTo>
                <a:close/>
                <a:moveTo>
                  <a:pt x="8136568" y="4923253"/>
                </a:moveTo>
                <a:lnTo>
                  <a:pt x="8129505" y="4923253"/>
                </a:lnTo>
                <a:cubicBezTo>
                  <a:pt x="8129249" y="4923253"/>
                  <a:pt x="8128891" y="4922895"/>
                  <a:pt x="8128891" y="4922895"/>
                </a:cubicBezTo>
                <a:lnTo>
                  <a:pt x="8125359" y="4916754"/>
                </a:lnTo>
                <a:cubicBezTo>
                  <a:pt x="8125257" y="4916549"/>
                  <a:pt x="8125359" y="4916088"/>
                  <a:pt x="8125359" y="4916088"/>
                </a:cubicBezTo>
                <a:lnTo>
                  <a:pt x="8128891" y="4909946"/>
                </a:lnTo>
                <a:cubicBezTo>
                  <a:pt x="8129044" y="4909741"/>
                  <a:pt x="8129505" y="4909588"/>
                  <a:pt x="8129505" y="4909588"/>
                </a:cubicBezTo>
                <a:lnTo>
                  <a:pt x="8136568" y="4909588"/>
                </a:lnTo>
                <a:cubicBezTo>
                  <a:pt x="8136824" y="4909588"/>
                  <a:pt x="8137183" y="4909946"/>
                  <a:pt x="8137183" y="4909946"/>
                </a:cubicBezTo>
                <a:lnTo>
                  <a:pt x="8140715" y="4916088"/>
                </a:lnTo>
                <a:cubicBezTo>
                  <a:pt x="8140817" y="4916292"/>
                  <a:pt x="8140715" y="4916754"/>
                  <a:pt x="8140715" y="4916754"/>
                </a:cubicBezTo>
                <a:lnTo>
                  <a:pt x="8137183" y="4922895"/>
                </a:lnTo>
                <a:cubicBezTo>
                  <a:pt x="8137029" y="4923100"/>
                  <a:pt x="8136568" y="4923253"/>
                  <a:pt x="8136568" y="4923253"/>
                </a:cubicBezTo>
                <a:close/>
                <a:moveTo>
                  <a:pt x="8334806" y="4923253"/>
                </a:moveTo>
                <a:lnTo>
                  <a:pt x="8327743" y="4923253"/>
                </a:lnTo>
                <a:cubicBezTo>
                  <a:pt x="8327487" y="4923253"/>
                  <a:pt x="8327128" y="4922895"/>
                  <a:pt x="8327128" y="4922895"/>
                </a:cubicBezTo>
                <a:lnTo>
                  <a:pt x="8323598" y="4916754"/>
                </a:lnTo>
                <a:cubicBezTo>
                  <a:pt x="8323495" y="4916549"/>
                  <a:pt x="8323598" y="4916088"/>
                  <a:pt x="8323598" y="4916088"/>
                </a:cubicBezTo>
                <a:lnTo>
                  <a:pt x="8327128" y="4909946"/>
                </a:lnTo>
                <a:cubicBezTo>
                  <a:pt x="8327282" y="4909741"/>
                  <a:pt x="8327743" y="4909588"/>
                  <a:pt x="8327743" y="4909588"/>
                </a:cubicBezTo>
                <a:lnTo>
                  <a:pt x="8334806" y="4909588"/>
                </a:lnTo>
                <a:cubicBezTo>
                  <a:pt x="8335062" y="4909588"/>
                  <a:pt x="8335421" y="4909946"/>
                  <a:pt x="8335421" y="4909946"/>
                </a:cubicBezTo>
                <a:lnTo>
                  <a:pt x="8338952" y="4916088"/>
                </a:lnTo>
                <a:cubicBezTo>
                  <a:pt x="8339056" y="4916292"/>
                  <a:pt x="8338952" y="4916754"/>
                  <a:pt x="8338952" y="4916754"/>
                </a:cubicBezTo>
                <a:lnTo>
                  <a:pt x="8335421" y="4922895"/>
                </a:lnTo>
                <a:cubicBezTo>
                  <a:pt x="8335267" y="4923100"/>
                  <a:pt x="8334806" y="4923253"/>
                  <a:pt x="8334806" y="4923253"/>
                </a:cubicBezTo>
                <a:close/>
                <a:moveTo>
                  <a:pt x="8533110" y="4923253"/>
                </a:moveTo>
                <a:lnTo>
                  <a:pt x="8526046" y="4923253"/>
                </a:lnTo>
                <a:cubicBezTo>
                  <a:pt x="8525791" y="4923253"/>
                  <a:pt x="8525432" y="4922895"/>
                  <a:pt x="8525432" y="4922895"/>
                </a:cubicBezTo>
                <a:lnTo>
                  <a:pt x="8521901" y="4916754"/>
                </a:lnTo>
                <a:cubicBezTo>
                  <a:pt x="8521798" y="4916549"/>
                  <a:pt x="8521901" y="4916088"/>
                  <a:pt x="8521901" y="4916088"/>
                </a:cubicBezTo>
                <a:lnTo>
                  <a:pt x="8525432" y="4909946"/>
                </a:lnTo>
                <a:cubicBezTo>
                  <a:pt x="8525585" y="4909741"/>
                  <a:pt x="8526046" y="4909588"/>
                  <a:pt x="8526046" y="4909588"/>
                </a:cubicBezTo>
                <a:lnTo>
                  <a:pt x="8533110" y="4909588"/>
                </a:lnTo>
                <a:cubicBezTo>
                  <a:pt x="8533365" y="4909588"/>
                  <a:pt x="8533724" y="4909946"/>
                  <a:pt x="8533724" y="4909946"/>
                </a:cubicBezTo>
                <a:lnTo>
                  <a:pt x="8537256" y="4916088"/>
                </a:lnTo>
                <a:cubicBezTo>
                  <a:pt x="8537358" y="4916292"/>
                  <a:pt x="8537256" y="4916754"/>
                  <a:pt x="8537256" y="4916754"/>
                </a:cubicBezTo>
                <a:lnTo>
                  <a:pt x="8533724" y="4922895"/>
                </a:lnTo>
                <a:cubicBezTo>
                  <a:pt x="8533570" y="4923100"/>
                  <a:pt x="8533110" y="4923253"/>
                  <a:pt x="8533110" y="4923253"/>
                </a:cubicBezTo>
                <a:close/>
                <a:moveTo>
                  <a:pt x="8731293" y="4923253"/>
                </a:moveTo>
                <a:lnTo>
                  <a:pt x="8724229" y="4923253"/>
                </a:lnTo>
                <a:cubicBezTo>
                  <a:pt x="8723974" y="4923253"/>
                  <a:pt x="8723617" y="4922895"/>
                  <a:pt x="8723617" y="4922895"/>
                </a:cubicBezTo>
                <a:lnTo>
                  <a:pt x="8720084" y="4916754"/>
                </a:lnTo>
                <a:cubicBezTo>
                  <a:pt x="8719982" y="4916549"/>
                  <a:pt x="8720084" y="4916088"/>
                  <a:pt x="8720084" y="4916088"/>
                </a:cubicBezTo>
                <a:lnTo>
                  <a:pt x="8723617" y="4909946"/>
                </a:lnTo>
                <a:cubicBezTo>
                  <a:pt x="8723769" y="4909741"/>
                  <a:pt x="8724229" y="4909588"/>
                  <a:pt x="8724229" y="4909588"/>
                </a:cubicBezTo>
                <a:lnTo>
                  <a:pt x="8731293" y="4909588"/>
                </a:lnTo>
                <a:cubicBezTo>
                  <a:pt x="8731550" y="4909588"/>
                  <a:pt x="8731908" y="4909946"/>
                  <a:pt x="8731908" y="4909946"/>
                </a:cubicBezTo>
                <a:lnTo>
                  <a:pt x="8735440" y="4916088"/>
                </a:lnTo>
                <a:cubicBezTo>
                  <a:pt x="8735542" y="4916292"/>
                  <a:pt x="8735440" y="4916754"/>
                  <a:pt x="8735440" y="4916754"/>
                </a:cubicBezTo>
                <a:lnTo>
                  <a:pt x="8731908" y="4922895"/>
                </a:lnTo>
                <a:cubicBezTo>
                  <a:pt x="8731754" y="4923100"/>
                  <a:pt x="8731293" y="4923253"/>
                  <a:pt x="8731293" y="4923253"/>
                </a:cubicBezTo>
                <a:close/>
                <a:moveTo>
                  <a:pt x="8929609" y="4923253"/>
                </a:moveTo>
                <a:lnTo>
                  <a:pt x="8922546" y="4923253"/>
                </a:lnTo>
                <a:cubicBezTo>
                  <a:pt x="8922290" y="4923253"/>
                  <a:pt x="8921932" y="4922895"/>
                  <a:pt x="8921932" y="4922895"/>
                </a:cubicBezTo>
                <a:lnTo>
                  <a:pt x="8918400" y="4916754"/>
                </a:lnTo>
                <a:cubicBezTo>
                  <a:pt x="8918298" y="4916549"/>
                  <a:pt x="8918400" y="4916088"/>
                  <a:pt x="8918400" y="4916088"/>
                </a:cubicBezTo>
                <a:lnTo>
                  <a:pt x="8921932" y="4909946"/>
                </a:lnTo>
                <a:cubicBezTo>
                  <a:pt x="8922085" y="4909741"/>
                  <a:pt x="8922546" y="4909588"/>
                  <a:pt x="8922546" y="4909588"/>
                </a:cubicBezTo>
                <a:lnTo>
                  <a:pt x="8929609" y="4909588"/>
                </a:lnTo>
                <a:cubicBezTo>
                  <a:pt x="8929864" y="4909588"/>
                  <a:pt x="8930223" y="4909946"/>
                  <a:pt x="8930223" y="4909946"/>
                </a:cubicBezTo>
                <a:lnTo>
                  <a:pt x="8933753" y="4916088"/>
                </a:lnTo>
                <a:cubicBezTo>
                  <a:pt x="8933856" y="4916292"/>
                  <a:pt x="8933753" y="4916754"/>
                  <a:pt x="8933753" y="4916754"/>
                </a:cubicBezTo>
                <a:lnTo>
                  <a:pt x="8930223" y="4922895"/>
                </a:lnTo>
                <a:cubicBezTo>
                  <a:pt x="8930070" y="4923100"/>
                  <a:pt x="8929609" y="4923253"/>
                  <a:pt x="8929609" y="4923253"/>
                </a:cubicBezTo>
                <a:close/>
                <a:moveTo>
                  <a:pt x="9127718" y="4923253"/>
                </a:moveTo>
                <a:lnTo>
                  <a:pt x="9120655" y="4923253"/>
                </a:lnTo>
                <a:cubicBezTo>
                  <a:pt x="9120399" y="4923253"/>
                  <a:pt x="9120041" y="4922895"/>
                  <a:pt x="9120041" y="4922895"/>
                </a:cubicBezTo>
                <a:lnTo>
                  <a:pt x="9116509" y="4916754"/>
                </a:lnTo>
                <a:cubicBezTo>
                  <a:pt x="9116406" y="4916549"/>
                  <a:pt x="9116509" y="4916088"/>
                  <a:pt x="9116509" y="4916088"/>
                </a:cubicBezTo>
                <a:lnTo>
                  <a:pt x="9120041" y="4909946"/>
                </a:lnTo>
                <a:cubicBezTo>
                  <a:pt x="9120195" y="4909741"/>
                  <a:pt x="9120655" y="4909588"/>
                  <a:pt x="9120655" y="4909588"/>
                </a:cubicBezTo>
                <a:lnTo>
                  <a:pt x="9127718" y="4909588"/>
                </a:lnTo>
                <a:cubicBezTo>
                  <a:pt x="9127974" y="4909588"/>
                  <a:pt x="9128331" y="4909946"/>
                  <a:pt x="9128331" y="4909946"/>
                </a:cubicBezTo>
                <a:lnTo>
                  <a:pt x="9131863" y="4916088"/>
                </a:lnTo>
                <a:cubicBezTo>
                  <a:pt x="9131967" y="4916292"/>
                  <a:pt x="9131863" y="4916754"/>
                  <a:pt x="9131863" y="4916754"/>
                </a:cubicBezTo>
                <a:lnTo>
                  <a:pt x="9128331" y="4922895"/>
                </a:lnTo>
                <a:cubicBezTo>
                  <a:pt x="9128177" y="4923100"/>
                  <a:pt x="9127718" y="4923253"/>
                  <a:pt x="9127718" y="4923253"/>
                </a:cubicBezTo>
                <a:close/>
                <a:moveTo>
                  <a:pt x="9326012" y="4923253"/>
                </a:moveTo>
                <a:lnTo>
                  <a:pt x="9318948" y="4923253"/>
                </a:lnTo>
                <a:cubicBezTo>
                  <a:pt x="9318692" y="4923253"/>
                  <a:pt x="9318334" y="4922895"/>
                  <a:pt x="9318334" y="4922895"/>
                </a:cubicBezTo>
                <a:lnTo>
                  <a:pt x="9314801" y="4916754"/>
                </a:lnTo>
                <a:cubicBezTo>
                  <a:pt x="9314700" y="4916549"/>
                  <a:pt x="9314801" y="4916088"/>
                  <a:pt x="9314801" y="4916088"/>
                </a:cubicBezTo>
                <a:lnTo>
                  <a:pt x="9318334" y="4909946"/>
                </a:lnTo>
                <a:cubicBezTo>
                  <a:pt x="9318487" y="4909741"/>
                  <a:pt x="9318948" y="4909588"/>
                  <a:pt x="9318948" y="4909588"/>
                </a:cubicBezTo>
                <a:lnTo>
                  <a:pt x="9326012" y="4909588"/>
                </a:lnTo>
                <a:cubicBezTo>
                  <a:pt x="9326267" y="4909588"/>
                  <a:pt x="9326626" y="4909946"/>
                  <a:pt x="9326626" y="4909946"/>
                </a:cubicBezTo>
                <a:lnTo>
                  <a:pt x="9330156" y="4916088"/>
                </a:lnTo>
                <a:cubicBezTo>
                  <a:pt x="9330259" y="4916292"/>
                  <a:pt x="9330156" y="4916754"/>
                  <a:pt x="9330156" y="4916754"/>
                </a:cubicBezTo>
                <a:lnTo>
                  <a:pt x="9326626" y="4922895"/>
                </a:lnTo>
                <a:cubicBezTo>
                  <a:pt x="9326474" y="4923100"/>
                  <a:pt x="9326012" y="4923253"/>
                  <a:pt x="9326012" y="4923253"/>
                </a:cubicBezTo>
                <a:close/>
                <a:moveTo>
                  <a:pt x="9524180" y="4923253"/>
                </a:moveTo>
                <a:lnTo>
                  <a:pt x="9517118" y="4923253"/>
                </a:lnTo>
                <a:cubicBezTo>
                  <a:pt x="9516861" y="4923253"/>
                  <a:pt x="9516504" y="4922895"/>
                  <a:pt x="9516504" y="4922895"/>
                </a:cubicBezTo>
                <a:lnTo>
                  <a:pt x="9512972" y="4916754"/>
                </a:lnTo>
                <a:cubicBezTo>
                  <a:pt x="9512868" y="4916549"/>
                  <a:pt x="9512972" y="4916088"/>
                  <a:pt x="9512972" y="4916088"/>
                </a:cubicBezTo>
                <a:lnTo>
                  <a:pt x="9516504" y="4909946"/>
                </a:lnTo>
                <a:cubicBezTo>
                  <a:pt x="9516657" y="4909741"/>
                  <a:pt x="9517118" y="4909588"/>
                  <a:pt x="9517118" y="4909588"/>
                </a:cubicBezTo>
                <a:lnTo>
                  <a:pt x="9524180" y="4909588"/>
                </a:lnTo>
                <a:cubicBezTo>
                  <a:pt x="9524437" y="4909588"/>
                  <a:pt x="9524795" y="4909946"/>
                  <a:pt x="9524795" y="4909946"/>
                </a:cubicBezTo>
                <a:lnTo>
                  <a:pt x="9528326" y="4916088"/>
                </a:lnTo>
                <a:cubicBezTo>
                  <a:pt x="9528429" y="4916292"/>
                  <a:pt x="9528326" y="4916754"/>
                  <a:pt x="9528326" y="4916754"/>
                </a:cubicBezTo>
                <a:lnTo>
                  <a:pt x="9524795" y="4922895"/>
                </a:lnTo>
                <a:cubicBezTo>
                  <a:pt x="9524639" y="4923100"/>
                  <a:pt x="9524180" y="4923253"/>
                  <a:pt x="9524180" y="4923253"/>
                </a:cubicBezTo>
                <a:close/>
                <a:moveTo>
                  <a:pt x="9722535" y="4923253"/>
                </a:moveTo>
                <a:lnTo>
                  <a:pt x="9715473" y="4923253"/>
                </a:lnTo>
                <a:cubicBezTo>
                  <a:pt x="9715217" y="4923253"/>
                  <a:pt x="9714859" y="4922895"/>
                  <a:pt x="9714859" y="4922895"/>
                </a:cubicBezTo>
                <a:lnTo>
                  <a:pt x="9711327" y="4916754"/>
                </a:lnTo>
                <a:cubicBezTo>
                  <a:pt x="9711224" y="4916549"/>
                  <a:pt x="9711327" y="4916088"/>
                  <a:pt x="9711327" y="4916088"/>
                </a:cubicBezTo>
                <a:lnTo>
                  <a:pt x="9714859" y="4909946"/>
                </a:lnTo>
                <a:cubicBezTo>
                  <a:pt x="9715012" y="4909741"/>
                  <a:pt x="9715473" y="4909588"/>
                  <a:pt x="9715473" y="4909588"/>
                </a:cubicBezTo>
                <a:lnTo>
                  <a:pt x="9722535" y="4909588"/>
                </a:lnTo>
                <a:cubicBezTo>
                  <a:pt x="9722791" y="4909588"/>
                  <a:pt x="9723150" y="4909946"/>
                  <a:pt x="9723150" y="4909946"/>
                </a:cubicBezTo>
                <a:lnTo>
                  <a:pt x="9726681" y="4916088"/>
                </a:lnTo>
                <a:cubicBezTo>
                  <a:pt x="9726784" y="4916292"/>
                  <a:pt x="9726681" y="4916754"/>
                  <a:pt x="9726681" y="4916754"/>
                </a:cubicBezTo>
                <a:lnTo>
                  <a:pt x="9723150" y="4922895"/>
                </a:lnTo>
                <a:cubicBezTo>
                  <a:pt x="9722996" y="4923100"/>
                  <a:pt x="9722535" y="4923253"/>
                  <a:pt x="9722535" y="4923253"/>
                </a:cubicBezTo>
                <a:close/>
                <a:moveTo>
                  <a:pt x="9920816" y="4923253"/>
                </a:moveTo>
                <a:lnTo>
                  <a:pt x="9913754" y="4923253"/>
                </a:lnTo>
                <a:cubicBezTo>
                  <a:pt x="9913497" y="4923253"/>
                  <a:pt x="9913140" y="4922895"/>
                  <a:pt x="9913140" y="4922895"/>
                </a:cubicBezTo>
                <a:lnTo>
                  <a:pt x="9909608" y="4916754"/>
                </a:lnTo>
                <a:cubicBezTo>
                  <a:pt x="9909505" y="4916549"/>
                  <a:pt x="9909608" y="4916088"/>
                  <a:pt x="9909608" y="4916088"/>
                </a:cubicBezTo>
                <a:lnTo>
                  <a:pt x="9913140" y="4909946"/>
                </a:lnTo>
                <a:cubicBezTo>
                  <a:pt x="9913293" y="4909741"/>
                  <a:pt x="9913754" y="4909588"/>
                  <a:pt x="9913754" y="4909588"/>
                </a:cubicBezTo>
                <a:lnTo>
                  <a:pt x="9920816" y="4909588"/>
                </a:lnTo>
                <a:cubicBezTo>
                  <a:pt x="9921073" y="4909588"/>
                  <a:pt x="9921431" y="4909946"/>
                  <a:pt x="9921431" y="4909946"/>
                </a:cubicBezTo>
                <a:lnTo>
                  <a:pt x="9924962" y="4916088"/>
                </a:lnTo>
                <a:cubicBezTo>
                  <a:pt x="9925065" y="4916292"/>
                  <a:pt x="9924962" y="4916754"/>
                  <a:pt x="9924962" y="4916754"/>
                </a:cubicBezTo>
                <a:lnTo>
                  <a:pt x="9921431" y="4922895"/>
                </a:lnTo>
                <a:cubicBezTo>
                  <a:pt x="9921277" y="4923100"/>
                  <a:pt x="9920816" y="4923253"/>
                  <a:pt x="9920816" y="4923253"/>
                </a:cubicBezTo>
                <a:close/>
                <a:moveTo>
                  <a:pt x="10118930" y="4923253"/>
                </a:moveTo>
                <a:lnTo>
                  <a:pt x="10111867" y="4923253"/>
                </a:lnTo>
                <a:cubicBezTo>
                  <a:pt x="10111611" y="4923253"/>
                  <a:pt x="10111253" y="4922895"/>
                  <a:pt x="10111253" y="4922895"/>
                </a:cubicBezTo>
                <a:lnTo>
                  <a:pt x="10107721" y="4916754"/>
                </a:lnTo>
                <a:cubicBezTo>
                  <a:pt x="10107619" y="4916549"/>
                  <a:pt x="10107721" y="4916088"/>
                  <a:pt x="10107721" y="4916088"/>
                </a:cubicBezTo>
                <a:lnTo>
                  <a:pt x="10111253" y="4909946"/>
                </a:lnTo>
                <a:cubicBezTo>
                  <a:pt x="10111407" y="4909741"/>
                  <a:pt x="10111867" y="4909588"/>
                  <a:pt x="10111867" y="4909588"/>
                </a:cubicBezTo>
                <a:lnTo>
                  <a:pt x="10118930" y="4909588"/>
                </a:lnTo>
                <a:cubicBezTo>
                  <a:pt x="10119186" y="4909588"/>
                  <a:pt x="10119545" y="4909946"/>
                  <a:pt x="10119545" y="4909946"/>
                </a:cubicBezTo>
                <a:lnTo>
                  <a:pt x="10123076" y="4916088"/>
                </a:lnTo>
                <a:cubicBezTo>
                  <a:pt x="10123178" y="4916292"/>
                  <a:pt x="10123076" y="4916754"/>
                  <a:pt x="10123076" y="4916754"/>
                </a:cubicBezTo>
                <a:lnTo>
                  <a:pt x="10119545" y="4922895"/>
                </a:lnTo>
                <a:cubicBezTo>
                  <a:pt x="10119392" y="4923100"/>
                  <a:pt x="10118930" y="4923253"/>
                  <a:pt x="10118930" y="4923253"/>
                </a:cubicBezTo>
                <a:close/>
                <a:moveTo>
                  <a:pt x="10317113" y="4923253"/>
                </a:moveTo>
                <a:lnTo>
                  <a:pt x="10310050" y="4923253"/>
                </a:lnTo>
                <a:cubicBezTo>
                  <a:pt x="10309794" y="4923253"/>
                  <a:pt x="10309436" y="4922895"/>
                  <a:pt x="10309436" y="4922895"/>
                </a:cubicBezTo>
                <a:lnTo>
                  <a:pt x="10305904" y="4916754"/>
                </a:lnTo>
                <a:cubicBezTo>
                  <a:pt x="10305802" y="4916549"/>
                  <a:pt x="10305904" y="4916088"/>
                  <a:pt x="10305904" y="4916088"/>
                </a:cubicBezTo>
                <a:lnTo>
                  <a:pt x="10309436" y="4909946"/>
                </a:lnTo>
                <a:cubicBezTo>
                  <a:pt x="10309589" y="4909741"/>
                  <a:pt x="10310050" y="4909588"/>
                  <a:pt x="10310050" y="4909588"/>
                </a:cubicBezTo>
                <a:lnTo>
                  <a:pt x="10317113" y="4909588"/>
                </a:lnTo>
                <a:cubicBezTo>
                  <a:pt x="10317369" y="4909588"/>
                  <a:pt x="10317728" y="4909946"/>
                  <a:pt x="10317728" y="4909946"/>
                </a:cubicBezTo>
                <a:lnTo>
                  <a:pt x="10321259" y="4916088"/>
                </a:lnTo>
                <a:cubicBezTo>
                  <a:pt x="10321361" y="4916292"/>
                  <a:pt x="10321259" y="4916754"/>
                  <a:pt x="10321259" y="4916754"/>
                </a:cubicBezTo>
                <a:lnTo>
                  <a:pt x="10317728" y="4922895"/>
                </a:lnTo>
                <a:cubicBezTo>
                  <a:pt x="10317574" y="4923100"/>
                  <a:pt x="10317113" y="4923253"/>
                  <a:pt x="10317113" y="4923253"/>
                </a:cubicBezTo>
                <a:close/>
                <a:moveTo>
                  <a:pt x="1597154" y="5086571"/>
                </a:moveTo>
                <a:lnTo>
                  <a:pt x="1590090" y="5086571"/>
                </a:lnTo>
                <a:cubicBezTo>
                  <a:pt x="1589834" y="5086571"/>
                  <a:pt x="1589476" y="5086213"/>
                  <a:pt x="1589476" y="5086213"/>
                </a:cubicBezTo>
                <a:lnTo>
                  <a:pt x="1585944" y="5080070"/>
                </a:lnTo>
                <a:cubicBezTo>
                  <a:pt x="1585842" y="5079866"/>
                  <a:pt x="1585944" y="5079405"/>
                  <a:pt x="1585944" y="5079405"/>
                </a:cubicBezTo>
                <a:lnTo>
                  <a:pt x="1589476" y="5073264"/>
                </a:lnTo>
                <a:cubicBezTo>
                  <a:pt x="1589630" y="5073059"/>
                  <a:pt x="1590090" y="5072905"/>
                  <a:pt x="1590090" y="5072905"/>
                </a:cubicBezTo>
                <a:lnTo>
                  <a:pt x="1597154" y="5072905"/>
                </a:lnTo>
                <a:cubicBezTo>
                  <a:pt x="1597409" y="5072905"/>
                  <a:pt x="1597768" y="5073264"/>
                  <a:pt x="1597768" y="5073264"/>
                </a:cubicBezTo>
                <a:lnTo>
                  <a:pt x="1601298" y="5079405"/>
                </a:lnTo>
                <a:cubicBezTo>
                  <a:pt x="1601401" y="5079610"/>
                  <a:pt x="1601298" y="5080070"/>
                  <a:pt x="1601298" y="5080070"/>
                </a:cubicBezTo>
                <a:lnTo>
                  <a:pt x="1597768" y="5086213"/>
                </a:lnTo>
                <a:cubicBezTo>
                  <a:pt x="1597614" y="5086417"/>
                  <a:pt x="1597154" y="5086571"/>
                  <a:pt x="1597154" y="5086571"/>
                </a:cubicBezTo>
                <a:close/>
                <a:moveTo>
                  <a:pt x="1398928" y="5086583"/>
                </a:moveTo>
                <a:lnTo>
                  <a:pt x="1391866" y="5086583"/>
                </a:lnTo>
                <a:cubicBezTo>
                  <a:pt x="1391610" y="5086583"/>
                  <a:pt x="1391252" y="5086225"/>
                  <a:pt x="1391252" y="5086225"/>
                </a:cubicBezTo>
                <a:lnTo>
                  <a:pt x="1387720" y="5080081"/>
                </a:lnTo>
                <a:cubicBezTo>
                  <a:pt x="1387617" y="5079879"/>
                  <a:pt x="1387720" y="5079417"/>
                  <a:pt x="1387720" y="5079417"/>
                </a:cubicBezTo>
                <a:lnTo>
                  <a:pt x="1391252" y="5073275"/>
                </a:lnTo>
                <a:cubicBezTo>
                  <a:pt x="1391406" y="5073072"/>
                  <a:pt x="1391866" y="5072917"/>
                  <a:pt x="1391866" y="5072917"/>
                </a:cubicBezTo>
                <a:lnTo>
                  <a:pt x="1398928" y="5072917"/>
                </a:lnTo>
                <a:cubicBezTo>
                  <a:pt x="1399185" y="5072917"/>
                  <a:pt x="1399544" y="5073275"/>
                  <a:pt x="1399544" y="5073275"/>
                </a:cubicBezTo>
                <a:lnTo>
                  <a:pt x="1403074" y="5079417"/>
                </a:lnTo>
                <a:cubicBezTo>
                  <a:pt x="1403177" y="5079623"/>
                  <a:pt x="1403074" y="5080081"/>
                  <a:pt x="1403074" y="5080081"/>
                </a:cubicBezTo>
                <a:lnTo>
                  <a:pt x="1399544" y="5086225"/>
                </a:lnTo>
                <a:cubicBezTo>
                  <a:pt x="1399389" y="5086428"/>
                  <a:pt x="1398928" y="5086583"/>
                  <a:pt x="1398928" y="5086583"/>
                </a:cubicBezTo>
                <a:close/>
                <a:moveTo>
                  <a:pt x="1200704" y="5086595"/>
                </a:moveTo>
                <a:lnTo>
                  <a:pt x="1193642" y="5086595"/>
                </a:lnTo>
                <a:cubicBezTo>
                  <a:pt x="1193386" y="5086595"/>
                  <a:pt x="1193028" y="5086236"/>
                  <a:pt x="1193028" y="5086236"/>
                </a:cubicBezTo>
                <a:lnTo>
                  <a:pt x="1189495" y="5080095"/>
                </a:lnTo>
                <a:cubicBezTo>
                  <a:pt x="1189393" y="5079889"/>
                  <a:pt x="1189495" y="5079431"/>
                  <a:pt x="1189495" y="5079431"/>
                </a:cubicBezTo>
                <a:lnTo>
                  <a:pt x="1193028" y="5073289"/>
                </a:lnTo>
                <a:cubicBezTo>
                  <a:pt x="1193180" y="5073085"/>
                  <a:pt x="1193642" y="5072930"/>
                  <a:pt x="1193642" y="5072930"/>
                </a:cubicBezTo>
                <a:lnTo>
                  <a:pt x="1200704" y="5072930"/>
                </a:lnTo>
                <a:cubicBezTo>
                  <a:pt x="1200960" y="5072930"/>
                  <a:pt x="1201318" y="5073289"/>
                  <a:pt x="1201318" y="5073289"/>
                </a:cubicBezTo>
                <a:lnTo>
                  <a:pt x="1204850" y="5079431"/>
                </a:lnTo>
                <a:cubicBezTo>
                  <a:pt x="1204952" y="5079634"/>
                  <a:pt x="1204850" y="5080095"/>
                  <a:pt x="1204850" y="5080095"/>
                </a:cubicBezTo>
                <a:lnTo>
                  <a:pt x="1201318" y="5086236"/>
                </a:lnTo>
                <a:cubicBezTo>
                  <a:pt x="1201165" y="5086442"/>
                  <a:pt x="1200704" y="5086595"/>
                  <a:pt x="1200704" y="5086595"/>
                </a:cubicBezTo>
                <a:close/>
                <a:moveTo>
                  <a:pt x="605979" y="5086613"/>
                </a:moveTo>
                <a:lnTo>
                  <a:pt x="598916" y="5086613"/>
                </a:lnTo>
                <a:cubicBezTo>
                  <a:pt x="598661" y="5086613"/>
                  <a:pt x="598302" y="5086257"/>
                  <a:pt x="598302" y="5086257"/>
                </a:cubicBezTo>
                <a:lnTo>
                  <a:pt x="594770" y="5080113"/>
                </a:lnTo>
                <a:cubicBezTo>
                  <a:pt x="594668" y="5079909"/>
                  <a:pt x="594770" y="5079447"/>
                  <a:pt x="594770" y="5079447"/>
                </a:cubicBezTo>
                <a:lnTo>
                  <a:pt x="598302" y="5073307"/>
                </a:lnTo>
                <a:cubicBezTo>
                  <a:pt x="598455" y="5073102"/>
                  <a:pt x="598916" y="5072950"/>
                  <a:pt x="598916" y="5072950"/>
                </a:cubicBezTo>
                <a:lnTo>
                  <a:pt x="605979" y="5072950"/>
                </a:lnTo>
                <a:cubicBezTo>
                  <a:pt x="606235" y="5072950"/>
                  <a:pt x="606593" y="5073307"/>
                  <a:pt x="606593" y="5073307"/>
                </a:cubicBezTo>
                <a:lnTo>
                  <a:pt x="610125" y="5079447"/>
                </a:lnTo>
                <a:cubicBezTo>
                  <a:pt x="610227" y="5079652"/>
                  <a:pt x="610125" y="5080113"/>
                  <a:pt x="610125" y="5080113"/>
                </a:cubicBezTo>
                <a:lnTo>
                  <a:pt x="606593" y="5086257"/>
                </a:lnTo>
                <a:cubicBezTo>
                  <a:pt x="606440" y="5086459"/>
                  <a:pt x="605979" y="5086613"/>
                  <a:pt x="605979" y="5086613"/>
                </a:cubicBezTo>
                <a:close/>
                <a:moveTo>
                  <a:pt x="804204" y="5086618"/>
                </a:moveTo>
                <a:lnTo>
                  <a:pt x="797140" y="5086618"/>
                </a:lnTo>
                <a:cubicBezTo>
                  <a:pt x="796886" y="5086618"/>
                  <a:pt x="796526" y="5086261"/>
                  <a:pt x="796526" y="5086261"/>
                </a:cubicBezTo>
                <a:lnTo>
                  <a:pt x="792995" y="5080117"/>
                </a:lnTo>
                <a:cubicBezTo>
                  <a:pt x="792893" y="5079913"/>
                  <a:pt x="792995" y="5079451"/>
                  <a:pt x="792995" y="5079451"/>
                </a:cubicBezTo>
                <a:lnTo>
                  <a:pt x="796526" y="5073311"/>
                </a:lnTo>
                <a:cubicBezTo>
                  <a:pt x="796680" y="5073106"/>
                  <a:pt x="797140" y="5072954"/>
                  <a:pt x="797140" y="5072954"/>
                </a:cubicBezTo>
                <a:lnTo>
                  <a:pt x="804204" y="5072954"/>
                </a:lnTo>
                <a:cubicBezTo>
                  <a:pt x="804460" y="5072954"/>
                  <a:pt x="804818" y="5073311"/>
                  <a:pt x="804818" y="5073311"/>
                </a:cubicBezTo>
                <a:lnTo>
                  <a:pt x="808350" y="5079451"/>
                </a:lnTo>
                <a:cubicBezTo>
                  <a:pt x="808452" y="5079656"/>
                  <a:pt x="808350" y="5080117"/>
                  <a:pt x="808350" y="5080117"/>
                </a:cubicBezTo>
                <a:lnTo>
                  <a:pt x="804818" y="5086261"/>
                </a:lnTo>
                <a:cubicBezTo>
                  <a:pt x="804665" y="5086466"/>
                  <a:pt x="804204" y="5086618"/>
                  <a:pt x="804204" y="5086618"/>
                </a:cubicBezTo>
                <a:close/>
                <a:moveTo>
                  <a:pt x="1002428" y="5086626"/>
                </a:moveTo>
                <a:lnTo>
                  <a:pt x="995366" y="5086626"/>
                </a:lnTo>
                <a:cubicBezTo>
                  <a:pt x="995110" y="5086626"/>
                  <a:pt x="994752" y="5086265"/>
                  <a:pt x="994752" y="5086265"/>
                </a:cubicBezTo>
                <a:lnTo>
                  <a:pt x="991220" y="5080123"/>
                </a:lnTo>
                <a:cubicBezTo>
                  <a:pt x="991117" y="5079919"/>
                  <a:pt x="991220" y="5079459"/>
                  <a:pt x="991220" y="5079459"/>
                </a:cubicBezTo>
                <a:lnTo>
                  <a:pt x="994752" y="5073319"/>
                </a:lnTo>
                <a:cubicBezTo>
                  <a:pt x="994905" y="5073113"/>
                  <a:pt x="995366" y="5072959"/>
                  <a:pt x="995366" y="5072959"/>
                </a:cubicBezTo>
                <a:lnTo>
                  <a:pt x="1002428" y="5072959"/>
                </a:lnTo>
                <a:cubicBezTo>
                  <a:pt x="1002685" y="5072959"/>
                  <a:pt x="1003042" y="5073319"/>
                  <a:pt x="1003042" y="5073319"/>
                </a:cubicBezTo>
                <a:lnTo>
                  <a:pt x="1006574" y="5079459"/>
                </a:lnTo>
                <a:cubicBezTo>
                  <a:pt x="1006677" y="5079664"/>
                  <a:pt x="1006574" y="5080123"/>
                  <a:pt x="1006574" y="5080123"/>
                </a:cubicBezTo>
                <a:lnTo>
                  <a:pt x="1003042" y="5086265"/>
                </a:lnTo>
                <a:cubicBezTo>
                  <a:pt x="1002889" y="5086472"/>
                  <a:pt x="1002428" y="5086626"/>
                  <a:pt x="1002428" y="5086626"/>
                </a:cubicBezTo>
                <a:close/>
                <a:moveTo>
                  <a:pt x="11254" y="5086630"/>
                </a:moveTo>
                <a:lnTo>
                  <a:pt x="4192" y="5086630"/>
                </a:lnTo>
                <a:cubicBezTo>
                  <a:pt x="3935" y="5086630"/>
                  <a:pt x="3578" y="5086273"/>
                  <a:pt x="3578" y="5086273"/>
                </a:cubicBezTo>
                <a:lnTo>
                  <a:pt x="46" y="5080127"/>
                </a:lnTo>
                <a:cubicBezTo>
                  <a:pt x="-57" y="5079925"/>
                  <a:pt x="46" y="5079463"/>
                  <a:pt x="46" y="5079463"/>
                </a:cubicBezTo>
                <a:lnTo>
                  <a:pt x="3578" y="5073326"/>
                </a:lnTo>
                <a:cubicBezTo>
                  <a:pt x="3731" y="5073119"/>
                  <a:pt x="4192" y="5072966"/>
                  <a:pt x="4192" y="5072966"/>
                </a:cubicBezTo>
                <a:lnTo>
                  <a:pt x="11254" y="5072966"/>
                </a:lnTo>
                <a:cubicBezTo>
                  <a:pt x="11511" y="5072966"/>
                  <a:pt x="11868" y="5073326"/>
                  <a:pt x="11868" y="5073326"/>
                </a:cubicBezTo>
                <a:lnTo>
                  <a:pt x="15400" y="5079463"/>
                </a:lnTo>
                <a:cubicBezTo>
                  <a:pt x="15503" y="5079670"/>
                  <a:pt x="15400" y="5080127"/>
                  <a:pt x="15400" y="5080127"/>
                </a:cubicBezTo>
                <a:lnTo>
                  <a:pt x="11868" y="5086273"/>
                </a:lnTo>
                <a:cubicBezTo>
                  <a:pt x="11716" y="5086476"/>
                  <a:pt x="11254" y="5086630"/>
                  <a:pt x="11254" y="5086630"/>
                </a:cubicBezTo>
                <a:close/>
                <a:moveTo>
                  <a:pt x="209480" y="5086635"/>
                </a:moveTo>
                <a:lnTo>
                  <a:pt x="202416" y="5086635"/>
                </a:lnTo>
                <a:cubicBezTo>
                  <a:pt x="202160" y="5086635"/>
                  <a:pt x="201803" y="5086281"/>
                  <a:pt x="201803" y="5086281"/>
                </a:cubicBezTo>
                <a:lnTo>
                  <a:pt x="198270" y="5080135"/>
                </a:lnTo>
                <a:cubicBezTo>
                  <a:pt x="198168" y="5079933"/>
                  <a:pt x="198270" y="5079472"/>
                  <a:pt x="198270" y="5079472"/>
                </a:cubicBezTo>
                <a:lnTo>
                  <a:pt x="201803" y="5073332"/>
                </a:lnTo>
                <a:cubicBezTo>
                  <a:pt x="201955" y="5073127"/>
                  <a:pt x="202416" y="5072975"/>
                  <a:pt x="202416" y="5072975"/>
                </a:cubicBezTo>
                <a:lnTo>
                  <a:pt x="209480" y="5072975"/>
                </a:lnTo>
                <a:cubicBezTo>
                  <a:pt x="209735" y="5072975"/>
                  <a:pt x="210094" y="5073332"/>
                  <a:pt x="210094" y="5073332"/>
                </a:cubicBezTo>
                <a:lnTo>
                  <a:pt x="213625" y="5079472"/>
                </a:lnTo>
                <a:cubicBezTo>
                  <a:pt x="213727" y="5079676"/>
                  <a:pt x="213625" y="5080135"/>
                  <a:pt x="213625" y="5080135"/>
                </a:cubicBezTo>
                <a:lnTo>
                  <a:pt x="210094" y="5086281"/>
                </a:lnTo>
                <a:cubicBezTo>
                  <a:pt x="209940" y="5086484"/>
                  <a:pt x="209480" y="5086635"/>
                  <a:pt x="209480" y="5086635"/>
                </a:cubicBezTo>
                <a:close/>
                <a:moveTo>
                  <a:pt x="407754" y="5086635"/>
                </a:moveTo>
                <a:lnTo>
                  <a:pt x="400692" y="5086635"/>
                </a:lnTo>
                <a:cubicBezTo>
                  <a:pt x="400436" y="5086635"/>
                  <a:pt x="400078" y="5086276"/>
                  <a:pt x="400078" y="5086276"/>
                </a:cubicBezTo>
                <a:lnTo>
                  <a:pt x="396546" y="5080135"/>
                </a:lnTo>
                <a:cubicBezTo>
                  <a:pt x="396444" y="5079927"/>
                  <a:pt x="396546" y="5079469"/>
                  <a:pt x="396546" y="5079469"/>
                </a:cubicBezTo>
                <a:lnTo>
                  <a:pt x="400078" y="5073328"/>
                </a:lnTo>
                <a:cubicBezTo>
                  <a:pt x="400231" y="5073124"/>
                  <a:pt x="400692" y="5072972"/>
                  <a:pt x="400692" y="5072972"/>
                </a:cubicBezTo>
                <a:lnTo>
                  <a:pt x="407754" y="5072972"/>
                </a:lnTo>
                <a:cubicBezTo>
                  <a:pt x="408011" y="5072972"/>
                  <a:pt x="408369" y="5073328"/>
                  <a:pt x="408369" y="5073328"/>
                </a:cubicBezTo>
                <a:lnTo>
                  <a:pt x="411900" y="5079469"/>
                </a:lnTo>
                <a:cubicBezTo>
                  <a:pt x="412002" y="5079674"/>
                  <a:pt x="411900" y="5080135"/>
                  <a:pt x="411900" y="5080135"/>
                </a:cubicBezTo>
                <a:lnTo>
                  <a:pt x="408369" y="5086276"/>
                </a:lnTo>
                <a:cubicBezTo>
                  <a:pt x="408214" y="5086481"/>
                  <a:pt x="407754" y="5086635"/>
                  <a:pt x="407754" y="5086635"/>
                </a:cubicBezTo>
                <a:close/>
                <a:moveTo>
                  <a:pt x="1795378" y="5086635"/>
                </a:moveTo>
                <a:lnTo>
                  <a:pt x="1788315" y="5086635"/>
                </a:lnTo>
                <a:cubicBezTo>
                  <a:pt x="1788060" y="5086635"/>
                  <a:pt x="1787701" y="5086280"/>
                  <a:pt x="1787701" y="5086280"/>
                </a:cubicBezTo>
                <a:lnTo>
                  <a:pt x="1784170" y="5080135"/>
                </a:lnTo>
                <a:cubicBezTo>
                  <a:pt x="1784067" y="5079929"/>
                  <a:pt x="1784170" y="5079471"/>
                  <a:pt x="1784170" y="5079471"/>
                </a:cubicBezTo>
                <a:lnTo>
                  <a:pt x="1787701" y="5073331"/>
                </a:lnTo>
                <a:cubicBezTo>
                  <a:pt x="1787854" y="5073127"/>
                  <a:pt x="1788315" y="5072975"/>
                  <a:pt x="1788315" y="5072975"/>
                </a:cubicBezTo>
                <a:lnTo>
                  <a:pt x="1795378" y="5072975"/>
                </a:lnTo>
                <a:cubicBezTo>
                  <a:pt x="1795634" y="5072975"/>
                  <a:pt x="1795992" y="5073331"/>
                  <a:pt x="1795992" y="5073331"/>
                </a:cubicBezTo>
                <a:lnTo>
                  <a:pt x="1799524" y="5079471"/>
                </a:lnTo>
                <a:cubicBezTo>
                  <a:pt x="1799626" y="5079674"/>
                  <a:pt x="1799524" y="5080135"/>
                  <a:pt x="1799524" y="5080135"/>
                </a:cubicBezTo>
                <a:lnTo>
                  <a:pt x="1795992" y="5086280"/>
                </a:lnTo>
                <a:cubicBezTo>
                  <a:pt x="1795838" y="5086484"/>
                  <a:pt x="1795378" y="5086635"/>
                  <a:pt x="1795378" y="5086635"/>
                </a:cubicBezTo>
                <a:close/>
                <a:moveTo>
                  <a:pt x="1993654" y="5086640"/>
                </a:moveTo>
                <a:lnTo>
                  <a:pt x="1986590" y="5086640"/>
                </a:lnTo>
                <a:cubicBezTo>
                  <a:pt x="1986336" y="5086640"/>
                  <a:pt x="1985976" y="5086281"/>
                  <a:pt x="1985976" y="5086281"/>
                </a:cubicBezTo>
                <a:lnTo>
                  <a:pt x="1982445" y="5080138"/>
                </a:lnTo>
                <a:cubicBezTo>
                  <a:pt x="1982343" y="5079935"/>
                  <a:pt x="1982445" y="5079473"/>
                  <a:pt x="1982445" y="5079473"/>
                </a:cubicBezTo>
                <a:lnTo>
                  <a:pt x="1985976" y="5073334"/>
                </a:lnTo>
                <a:cubicBezTo>
                  <a:pt x="1986130" y="5073129"/>
                  <a:pt x="1986590" y="5072975"/>
                  <a:pt x="1986590" y="5072975"/>
                </a:cubicBezTo>
                <a:lnTo>
                  <a:pt x="1993654" y="5072975"/>
                </a:lnTo>
                <a:cubicBezTo>
                  <a:pt x="1993910" y="5072975"/>
                  <a:pt x="1994268" y="5073334"/>
                  <a:pt x="1994268" y="5073334"/>
                </a:cubicBezTo>
                <a:lnTo>
                  <a:pt x="1997800" y="5079473"/>
                </a:lnTo>
                <a:cubicBezTo>
                  <a:pt x="1997902" y="5079676"/>
                  <a:pt x="1997800" y="5080138"/>
                  <a:pt x="1997800" y="5080138"/>
                </a:cubicBezTo>
                <a:lnTo>
                  <a:pt x="1994268" y="5086281"/>
                </a:lnTo>
                <a:cubicBezTo>
                  <a:pt x="1994114" y="5086485"/>
                  <a:pt x="1993654" y="5086640"/>
                  <a:pt x="1993654" y="5086640"/>
                </a:cubicBezTo>
                <a:close/>
                <a:moveTo>
                  <a:pt x="2189611" y="5092356"/>
                </a:moveTo>
                <a:lnTo>
                  <a:pt x="2182548" y="5092356"/>
                </a:lnTo>
                <a:cubicBezTo>
                  <a:pt x="2182291" y="5092356"/>
                  <a:pt x="2181933" y="5091998"/>
                  <a:pt x="2181933" y="5091998"/>
                </a:cubicBezTo>
                <a:lnTo>
                  <a:pt x="2178401" y="5085857"/>
                </a:lnTo>
                <a:cubicBezTo>
                  <a:pt x="2178299" y="5085652"/>
                  <a:pt x="2178401" y="5085191"/>
                  <a:pt x="2178401" y="5085191"/>
                </a:cubicBezTo>
                <a:lnTo>
                  <a:pt x="2181933" y="5079050"/>
                </a:lnTo>
                <a:cubicBezTo>
                  <a:pt x="2182087" y="5078844"/>
                  <a:pt x="2182548" y="5078691"/>
                  <a:pt x="2182548" y="5078691"/>
                </a:cubicBezTo>
                <a:lnTo>
                  <a:pt x="2189611" y="5078691"/>
                </a:lnTo>
                <a:cubicBezTo>
                  <a:pt x="2189865" y="5078691"/>
                  <a:pt x="2190225" y="5079050"/>
                  <a:pt x="2190225" y="5079050"/>
                </a:cubicBezTo>
                <a:lnTo>
                  <a:pt x="2193757" y="5085191"/>
                </a:lnTo>
                <a:cubicBezTo>
                  <a:pt x="2193859" y="5085396"/>
                  <a:pt x="2193757" y="5085857"/>
                  <a:pt x="2193757" y="5085857"/>
                </a:cubicBezTo>
                <a:lnTo>
                  <a:pt x="2190225" y="5091998"/>
                </a:lnTo>
                <a:cubicBezTo>
                  <a:pt x="2190071" y="5092203"/>
                  <a:pt x="2189611" y="5092356"/>
                  <a:pt x="2189611" y="5092356"/>
                </a:cubicBezTo>
                <a:close/>
                <a:moveTo>
                  <a:pt x="2387835" y="5092356"/>
                </a:moveTo>
                <a:lnTo>
                  <a:pt x="2380773" y="5092356"/>
                </a:lnTo>
                <a:cubicBezTo>
                  <a:pt x="2380515" y="5092356"/>
                  <a:pt x="2380159" y="5091998"/>
                  <a:pt x="2380159" y="5091998"/>
                </a:cubicBezTo>
                <a:lnTo>
                  <a:pt x="2376626" y="5085857"/>
                </a:lnTo>
                <a:cubicBezTo>
                  <a:pt x="2376523" y="5085652"/>
                  <a:pt x="2376626" y="5085191"/>
                  <a:pt x="2376626" y="5085191"/>
                </a:cubicBezTo>
                <a:lnTo>
                  <a:pt x="2380159" y="5079050"/>
                </a:lnTo>
                <a:cubicBezTo>
                  <a:pt x="2380312" y="5078844"/>
                  <a:pt x="2380773" y="5078691"/>
                  <a:pt x="2380773" y="5078691"/>
                </a:cubicBezTo>
                <a:lnTo>
                  <a:pt x="2387835" y="5078691"/>
                </a:lnTo>
                <a:cubicBezTo>
                  <a:pt x="2388091" y="5078691"/>
                  <a:pt x="2388449" y="5079050"/>
                  <a:pt x="2388449" y="5079050"/>
                </a:cubicBezTo>
                <a:lnTo>
                  <a:pt x="2391981" y="5085191"/>
                </a:lnTo>
                <a:cubicBezTo>
                  <a:pt x="2392083" y="5085396"/>
                  <a:pt x="2391981" y="5085857"/>
                  <a:pt x="2391981" y="5085857"/>
                </a:cubicBezTo>
                <a:lnTo>
                  <a:pt x="2388449" y="5091998"/>
                </a:lnTo>
                <a:cubicBezTo>
                  <a:pt x="2388296" y="5092203"/>
                  <a:pt x="2387835" y="5092356"/>
                  <a:pt x="2387835" y="5092356"/>
                </a:cubicBezTo>
                <a:close/>
                <a:moveTo>
                  <a:pt x="2586060" y="5092356"/>
                </a:moveTo>
                <a:lnTo>
                  <a:pt x="2578998" y="5092356"/>
                </a:lnTo>
                <a:cubicBezTo>
                  <a:pt x="2578740" y="5092356"/>
                  <a:pt x="2578383" y="5091998"/>
                  <a:pt x="2578383" y="5091998"/>
                </a:cubicBezTo>
                <a:lnTo>
                  <a:pt x="2574850" y="5085857"/>
                </a:lnTo>
                <a:cubicBezTo>
                  <a:pt x="2574749" y="5085652"/>
                  <a:pt x="2574850" y="5085191"/>
                  <a:pt x="2574850" y="5085191"/>
                </a:cubicBezTo>
                <a:lnTo>
                  <a:pt x="2578383" y="5079050"/>
                </a:lnTo>
                <a:cubicBezTo>
                  <a:pt x="2578536" y="5078844"/>
                  <a:pt x="2578998" y="5078691"/>
                  <a:pt x="2578998" y="5078691"/>
                </a:cubicBezTo>
                <a:lnTo>
                  <a:pt x="2586060" y="5078691"/>
                </a:lnTo>
                <a:cubicBezTo>
                  <a:pt x="2586316" y="5078691"/>
                  <a:pt x="2586674" y="5079050"/>
                  <a:pt x="2586674" y="5079050"/>
                </a:cubicBezTo>
                <a:lnTo>
                  <a:pt x="2590205" y="5085191"/>
                </a:lnTo>
                <a:cubicBezTo>
                  <a:pt x="2590308" y="5085396"/>
                  <a:pt x="2590205" y="5085857"/>
                  <a:pt x="2590205" y="5085857"/>
                </a:cubicBezTo>
                <a:lnTo>
                  <a:pt x="2586674" y="5091998"/>
                </a:lnTo>
                <a:cubicBezTo>
                  <a:pt x="2586520" y="5092203"/>
                  <a:pt x="2586060" y="5092356"/>
                  <a:pt x="2586060" y="5092356"/>
                </a:cubicBezTo>
                <a:close/>
                <a:moveTo>
                  <a:pt x="2784284" y="5092356"/>
                </a:moveTo>
                <a:lnTo>
                  <a:pt x="2777221" y="5092356"/>
                </a:lnTo>
                <a:cubicBezTo>
                  <a:pt x="2776966" y="5092356"/>
                  <a:pt x="2776607" y="5091998"/>
                  <a:pt x="2776607" y="5091998"/>
                </a:cubicBezTo>
                <a:lnTo>
                  <a:pt x="2773075" y="5085857"/>
                </a:lnTo>
                <a:cubicBezTo>
                  <a:pt x="2772973" y="5085652"/>
                  <a:pt x="2773075" y="5085191"/>
                  <a:pt x="2773075" y="5085191"/>
                </a:cubicBezTo>
                <a:lnTo>
                  <a:pt x="2776607" y="5079050"/>
                </a:lnTo>
                <a:cubicBezTo>
                  <a:pt x="2776760" y="5078844"/>
                  <a:pt x="2777221" y="5078691"/>
                  <a:pt x="2777221" y="5078691"/>
                </a:cubicBezTo>
                <a:lnTo>
                  <a:pt x="2784284" y="5078691"/>
                </a:lnTo>
                <a:cubicBezTo>
                  <a:pt x="2784540" y="5078691"/>
                  <a:pt x="2784898" y="5079050"/>
                  <a:pt x="2784898" y="5079050"/>
                </a:cubicBezTo>
                <a:lnTo>
                  <a:pt x="2788430" y="5085191"/>
                </a:lnTo>
                <a:cubicBezTo>
                  <a:pt x="2788532" y="5085396"/>
                  <a:pt x="2788430" y="5085857"/>
                  <a:pt x="2788430" y="5085857"/>
                </a:cubicBezTo>
                <a:lnTo>
                  <a:pt x="2784898" y="5091998"/>
                </a:lnTo>
                <a:cubicBezTo>
                  <a:pt x="2784744" y="5092203"/>
                  <a:pt x="2784284" y="5092356"/>
                  <a:pt x="2784284" y="5092356"/>
                </a:cubicBezTo>
                <a:close/>
                <a:moveTo>
                  <a:pt x="2982559" y="5092356"/>
                </a:moveTo>
                <a:lnTo>
                  <a:pt x="2975496" y="5092356"/>
                </a:lnTo>
                <a:cubicBezTo>
                  <a:pt x="2975241" y="5092356"/>
                  <a:pt x="2974882" y="5091998"/>
                  <a:pt x="2974882" y="5091998"/>
                </a:cubicBezTo>
                <a:lnTo>
                  <a:pt x="2971351" y="5085857"/>
                </a:lnTo>
                <a:cubicBezTo>
                  <a:pt x="2971249" y="5085652"/>
                  <a:pt x="2971351" y="5085191"/>
                  <a:pt x="2971351" y="5085191"/>
                </a:cubicBezTo>
                <a:lnTo>
                  <a:pt x="2974882" y="5079050"/>
                </a:lnTo>
                <a:cubicBezTo>
                  <a:pt x="2975036" y="5078844"/>
                  <a:pt x="2975496" y="5078691"/>
                  <a:pt x="2975496" y="5078691"/>
                </a:cubicBezTo>
                <a:lnTo>
                  <a:pt x="2982559" y="5078691"/>
                </a:lnTo>
                <a:cubicBezTo>
                  <a:pt x="2982815" y="5078691"/>
                  <a:pt x="2983173" y="5079050"/>
                  <a:pt x="2983173" y="5079050"/>
                </a:cubicBezTo>
                <a:lnTo>
                  <a:pt x="2986706" y="5085191"/>
                </a:lnTo>
                <a:cubicBezTo>
                  <a:pt x="2986808" y="5085396"/>
                  <a:pt x="2986706" y="5085857"/>
                  <a:pt x="2986706" y="5085857"/>
                </a:cubicBezTo>
                <a:lnTo>
                  <a:pt x="2983173" y="5091998"/>
                </a:lnTo>
                <a:cubicBezTo>
                  <a:pt x="2983020" y="5092203"/>
                  <a:pt x="2982559" y="5092356"/>
                  <a:pt x="2982559" y="5092356"/>
                </a:cubicBezTo>
                <a:close/>
                <a:moveTo>
                  <a:pt x="3180784" y="5092356"/>
                </a:moveTo>
                <a:lnTo>
                  <a:pt x="3173721" y="5092356"/>
                </a:lnTo>
                <a:cubicBezTo>
                  <a:pt x="3173466" y="5092356"/>
                  <a:pt x="3173107" y="5091998"/>
                  <a:pt x="3173107" y="5091998"/>
                </a:cubicBezTo>
                <a:lnTo>
                  <a:pt x="3169576" y="5085857"/>
                </a:lnTo>
                <a:cubicBezTo>
                  <a:pt x="3169473" y="5085652"/>
                  <a:pt x="3169576" y="5085191"/>
                  <a:pt x="3169576" y="5085191"/>
                </a:cubicBezTo>
                <a:lnTo>
                  <a:pt x="3173107" y="5079050"/>
                </a:lnTo>
                <a:cubicBezTo>
                  <a:pt x="3173261" y="5078844"/>
                  <a:pt x="3173721" y="5078691"/>
                  <a:pt x="3173721" y="5078691"/>
                </a:cubicBezTo>
                <a:lnTo>
                  <a:pt x="3180784" y="5078691"/>
                </a:lnTo>
                <a:cubicBezTo>
                  <a:pt x="3181040" y="5078691"/>
                  <a:pt x="3181398" y="5079050"/>
                  <a:pt x="3181398" y="5079050"/>
                </a:cubicBezTo>
                <a:lnTo>
                  <a:pt x="3184931" y="5085191"/>
                </a:lnTo>
                <a:cubicBezTo>
                  <a:pt x="3185033" y="5085396"/>
                  <a:pt x="3184931" y="5085857"/>
                  <a:pt x="3184931" y="5085857"/>
                </a:cubicBezTo>
                <a:lnTo>
                  <a:pt x="3181398" y="5091998"/>
                </a:lnTo>
                <a:cubicBezTo>
                  <a:pt x="3181245" y="5092203"/>
                  <a:pt x="3180784" y="5092356"/>
                  <a:pt x="3180784" y="5092356"/>
                </a:cubicBezTo>
                <a:close/>
                <a:moveTo>
                  <a:pt x="3379008" y="5092356"/>
                </a:moveTo>
                <a:lnTo>
                  <a:pt x="3371947" y="5092356"/>
                </a:lnTo>
                <a:cubicBezTo>
                  <a:pt x="3371690" y="5092356"/>
                  <a:pt x="3371332" y="5091998"/>
                  <a:pt x="3371332" y="5091998"/>
                </a:cubicBezTo>
                <a:lnTo>
                  <a:pt x="3367800" y="5085857"/>
                </a:lnTo>
                <a:cubicBezTo>
                  <a:pt x="3367697" y="5085652"/>
                  <a:pt x="3367800" y="5085191"/>
                  <a:pt x="3367800" y="5085191"/>
                </a:cubicBezTo>
                <a:lnTo>
                  <a:pt x="3371332" y="5079050"/>
                </a:lnTo>
                <a:cubicBezTo>
                  <a:pt x="3371485" y="5078844"/>
                  <a:pt x="3371947" y="5078691"/>
                  <a:pt x="3371947" y="5078691"/>
                </a:cubicBezTo>
                <a:lnTo>
                  <a:pt x="3379008" y="5078691"/>
                </a:lnTo>
                <a:cubicBezTo>
                  <a:pt x="3379265" y="5078691"/>
                  <a:pt x="3379624" y="5079050"/>
                  <a:pt x="3379624" y="5079050"/>
                </a:cubicBezTo>
                <a:lnTo>
                  <a:pt x="3383155" y="5085191"/>
                </a:lnTo>
                <a:cubicBezTo>
                  <a:pt x="3383257" y="5085396"/>
                  <a:pt x="3383155" y="5085857"/>
                  <a:pt x="3383155" y="5085857"/>
                </a:cubicBezTo>
                <a:lnTo>
                  <a:pt x="3379624" y="5091998"/>
                </a:lnTo>
                <a:cubicBezTo>
                  <a:pt x="3379470" y="5092203"/>
                  <a:pt x="3379008" y="5092356"/>
                  <a:pt x="3379008" y="5092356"/>
                </a:cubicBezTo>
                <a:close/>
                <a:moveTo>
                  <a:pt x="3577234" y="5092356"/>
                </a:moveTo>
                <a:lnTo>
                  <a:pt x="3570172" y="5092356"/>
                </a:lnTo>
                <a:cubicBezTo>
                  <a:pt x="3569914" y="5092356"/>
                  <a:pt x="3569557" y="5091998"/>
                  <a:pt x="3569557" y="5091998"/>
                </a:cubicBezTo>
                <a:lnTo>
                  <a:pt x="3566024" y="5085857"/>
                </a:lnTo>
                <a:cubicBezTo>
                  <a:pt x="3565922" y="5085652"/>
                  <a:pt x="3566024" y="5085191"/>
                  <a:pt x="3566024" y="5085191"/>
                </a:cubicBezTo>
                <a:lnTo>
                  <a:pt x="3569557" y="5079050"/>
                </a:lnTo>
                <a:cubicBezTo>
                  <a:pt x="3569709" y="5078844"/>
                  <a:pt x="3570172" y="5078691"/>
                  <a:pt x="3570172" y="5078691"/>
                </a:cubicBezTo>
                <a:lnTo>
                  <a:pt x="3577234" y="5078691"/>
                </a:lnTo>
                <a:cubicBezTo>
                  <a:pt x="3577489" y="5078691"/>
                  <a:pt x="3577848" y="5079050"/>
                  <a:pt x="3577848" y="5079050"/>
                </a:cubicBezTo>
                <a:lnTo>
                  <a:pt x="3581379" y="5085191"/>
                </a:lnTo>
                <a:cubicBezTo>
                  <a:pt x="3581481" y="5085396"/>
                  <a:pt x="3581379" y="5085857"/>
                  <a:pt x="3581379" y="5085857"/>
                </a:cubicBezTo>
                <a:lnTo>
                  <a:pt x="3577848" y="5091998"/>
                </a:lnTo>
                <a:cubicBezTo>
                  <a:pt x="3577694" y="5092203"/>
                  <a:pt x="3577234" y="5092356"/>
                  <a:pt x="3577234" y="5092356"/>
                </a:cubicBezTo>
                <a:close/>
                <a:moveTo>
                  <a:pt x="3775459" y="5092356"/>
                </a:moveTo>
                <a:lnTo>
                  <a:pt x="3768396" y="5092356"/>
                </a:lnTo>
                <a:cubicBezTo>
                  <a:pt x="3768139" y="5092356"/>
                  <a:pt x="3767781" y="5091998"/>
                  <a:pt x="3767781" y="5091998"/>
                </a:cubicBezTo>
                <a:lnTo>
                  <a:pt x="3764249" y="5085857"/>
                </a:lnTo>
                <a:cubicBezTo>
                  <a:pt x="3764147" y="5085652"/>
                  <a:pt x="3764249" y="5085191"/>
                  <a:pt x="3764249" y="5085191"/>
                </a:cubicBezTo>
                <a:lnTo>
                  <a:pt x="3767781" y="5079050"/>
                </a:lnTo>
                <a:cubicBezTo>
                  <a:pt x="3767935" y="5078844"/>
                  <a:pt x="3768396" y="5078691"/>
                  <a:pt x="3768396" y="5078691"/>
                </a:cubicBezTo>
                <a:lnTo>
                  <a:pt x="3775459" y="5078691"/>
                </a:lnTo>
                <a:cubicBezTo>
                  <a:pt x="3775713" y="5078691"/>
                  <a:pt x="3776073" y="5079050"/>
                  <a:pt x="3776073" y="5079050"/>
                </a:cubicBezTo>
                <a:lnTo>
                  <a:pt x="3779604" y="5085191"/>
                </a:lnTo>
                <a:cubicBezTo>
                  <a:pt x="3779706" y="5085396"/>
                  <a:pt x="3779604" y="5085857"/>
                  <a:pt x="3779604" y="5085857"/>
                </a:cubicBezTo>
                <a:lnTo>
                  <a:pt x="3776073" y="5091998"/>
                </a:lnTo>
                <a:cubicBezTo>
                  <a:pt x="3775919" y="5092203"/>
                  <a:pt x="3775459" y="5092356"/>
                  <a:pt x="3775459" y="5092356"/>
                </a:cubicBezTo>
                <a:close/>
                <a:moveTo>
                  <a:pt x="3973734" y="5092356"/>
                </a:moveTo>
                <a:lnTo>
                  <a:pt x="3966671" y="5092356"/>
                </a:lnTo>
                <a:cubicBezTo>
                  <a:pt x="3966415" y="5092356"/>
                  <a:pt x="3966057" y="5091998"/>
                  <a:pt x="3966057" y="5091998"/>
                </a:cubicBezTo>
                <a:lnTo>
                  <a:pt x="3962525" y="5085857"/>
                </a:lnTo>
                <a:cubicBezTo>
                  <a:pt x="3962423" y="5085652"/>
                  <a:pt x="3962525" y="5085191"/>
                  <a:pt x="3962525" y="5085191"/>
                </a:cubicBezTo>
                <a:lnTo>
                  <a:pt x="3966057" y="5079050"/>
                </a:lnTo>
                <a:cubicBezTo>
                  <a:pt x="3966211" y="5078844"/>
                  <a:pt x="3966671" y="5078691"/>
                  <a:pt x="3966671" y="5078691"/>
                </a:cubicBezTo>
                <a:lnTo>
                  <a:pt x="3973734" y="5078691"/>
                </a:lnTo>
                <a:cubicBezTo>
                  <a:pt x="3973990" y="5078691"/>
                  <a:pt x="3974348" y="5079050"/>
                  <a:pt x="3974348" y="5079050"/>
                </a:cubicBezTo>
                <a:lnTo>
                  <a:pt x="3977880" y="5085191"/>
                </a:lnTo>
                <a:cubicBezTo>
                  <a:pt x="3977982" y="5085396"/>
                  <a:pt x="3977880" y="5085857"/>
                  <a:pt x="3977880" y="5085857"/>
                </a:cubicBezTo>
                <a:lnTo>
                  <a:pt x="3974348" y="5091998"/>
                </a:lnTo>
                <a:cubicBezTo>
                  <a:pt x="3974195" y="5092203"/>
                  <a:pt x="3973734" y="5092356"/>
                  <a:pt x="3973734" y="5092356"/>
                </a:cubicBezTo>
                <a:close/>
                <a:moveTo>
                  <a:pt x="4171959" y="5092356"/>
                </a:moveTo>
                <a:lnTo>
                  <a:pt x="4164896" y="5092356"/>
                </a:lnTo>
                <a:cubicBezTo>
                  <a:pt x="4164640" y="5092356"/>
                  <a:pt x="4164282" y="5091998"/>
                  <a:pt x="4164282" y="5091998"/>
                </a:cubicBezTo>
                <a:lnTo>
                  <a:pt x="4160751" y="5085857"/>
                </a:lnTo>
                <a:cubicBezTo>
                  <a:pt x="4160648" y="5085652"/>
                  <a:pt x="4160751" y="5085191"/>
                  <a:pt x="4160751" y="5085191"/>
                </a:cubicBezTo>
                <a:lnTo>
                  <a:pt x="4164282" y="5079050"/>
                </a:lnTo>
                <a:cubicBezTo>
                  <a:pt x="4164435" y="5078844"/>
                  <a:pt x="4164896" y="5078691"/>
                  <a:pt x="4164896" y="5078691"/>
                </a:cubicBezTo>
                <a:lnTo>
                  <a:pt x="4171959" y="5078691"/>
                </a:lnTo>
                <a:cubicBezTo>
                  <a:pt x="4172215" y="5078691"/>
                  <a:pt x="4172573" y="5079050"/>
                  <a:pt x="4172573" y="5079050"/>
                </a:cubicBezTo>
                <a:lnTo>
                  <a:pt x="4176105" y="5085191"/>
                </a:lnTo>
                <a:cubicBezTo>
                  <a:pt x="4176207" y="5085396"/>
                  <a:pt x="4176105" y="5085857"/>
                  <a:pt x="4176105" y="5085857"/>
                </a:cubicBezTo>
                <a:lnTo>
                  <a:pt x="4172573" y="5091998"/>
                </a:lnTo>
                <a:cubicBezTo>
                  <a:pt x="4172419" y="5092203"/>
                  <a:pt x="4171959" y="5092356"/>
                  <a:pt x="4171959" y="5092356"/>
                </a:cubicBezTo>
                <a:close/>
                <a:moveTo>
                  <a:pt x="4370183" y="5092356"/>
                </a:moveTo>
                <a:lnTo>
                  <a:pt x="4363121" y="5092356"/>
                </a:lnTo>
                <a:cubicBezTo>
                  <a:pt x="4362864" y="5092356"/>
                  <a:pt x="4362506" y="5091998"/>
                  <a:pt x="4362506" y="5091998"/>
                </a:cubicBezTo>
                <a:lnTo>
                  <a:pt x="4358975" y="5085857"/>
                </a:lnTo>
                <a:cubicBezTo>
                  <a:pt x="4358872" y="5085652"/>
                  <a:pt x="4358975" y="5085191"/>
                  <a:pt x="4358975" y="5085191"/>
                </a:cubicBezTo>
                <a:lnTo>
                  <a:pt x="4362506" y="5079050"/>
                </a:lnTo>
                <a:cubicBezTo>
                  <a:pt x="4362660" y="5078844"/>
                  <a:pt x="4363121" y="5078691"/>
                  <a:pt x="4363121" y="5078691"/>
                </a:cubicBezTo>
                <a:lnTo>
                  <a:pt x="4370183" y="5078691"/>
                </a:lnTo>
                <a:cubicBezTo>
                  <a:pt x="4370439" y="5078691"/>
                  <a:pt x="4370797" y="5079050"/>
                  <a:pt x="4370797" y="5079050"/>
                </a:cubicBezTo>
                <a:lnTo>
                  <a:pt x="4374329" y="5085191"/>
                </a:lnTo>
                <a:cubicBezTo>
                  <a:pt x="4374432" y="5085396"/>
                  <a:pt x="4374329" y="5085857"/>
                  <a:pt x="4374329" y="5085857"/>
                </a:cubicBezTo>
                <a:lnTo>
                  <a:pt x="4370797" y="5091998"/>
                </a:lnTo>
                <a:cubicBezTo>
                  <a:pt x="4370643" y="5092203"/>
                  <a:pt x="4370183" y="5092356"/>
                  <a:pt x="4370183" y="5092356"/>
                </a:cubicBezTo>
                <a:close/>
                <a:moveTo>
                  <a:pt x="4568408" y="5092356"/>
                </a:moveTo>
                <a:lnTo>
                  <a:pt x="4561345" y="5092356"/>
                </a:lnTo>
                <a:cubicBezTo>
                  <a:pt x="4561089" y="5092356"/>
                  <a:pt x="4560731" y="5091998"/>
                  <a:pt x="4560731" y="5091998"/>
                </a:cubicBezTo>
                <a:lnTo>
                  <a:pt x="4557199" y="5085857"/>
                </a:lnTo>
                <a:cubicBezTo>
                  <a:pt x="4557097" y="5085652"/>
                  <a:pt x="4557199" y="5085191"/>
                  <a:pt x="4557199" y="5085191"/>
                </a:cubicBezTo>
                <a:lnTo>
                  <a:pt x="4560731" y="5079050"/>
                </a:lnTo>
                <a:cubicBezTo>
                  <a:pt x="4560884" y="5078844"/>
                  <a:pt x="4561345" y="5078691"/>
                  <a:pt x="4561345" y="5078691"/>
                </a:cubicBezTo>
                <a:lnTo>
                  <a:pt x="4568408" y="5078691"/>
                </a:lnTo>
                <a:cubicBezTo>
                  <a:pt x="4568663" y="5078691"/>
                  <a:pt x="4569022" y="5079050"/>
                  <a:pt x="4569022" y="5079050"/>
                </a:cubicBezTo>
                <a:lnTo>
                  <a:pt x="4572554" y="5085191"/>
                </a:lnTo>
                <a:cubicBezTo>
                  <a:pt x="4572656" y="5085396"/>
                  <a:pt x="4572554" y="5085857"/>
                  <a:pt x="4572554" y="5085857"/>
                </a:cubicBezTo>
                <a:lnTo>
                  <a:pt x="4569022" y="5091998"/>
                </a:lnTo>
                <a:cubicBezTo>
                  <a:pt x="4568869" y="5092203"/>
                  <a:pt x="4568408" y="5092356"/>
                  <a:pt x="4568408" y="5092356"/>
                </a:cubicBezTo>
                <a:close/>
                <a:moveTo>
                  <a:pt x="4766683" y="5092356"/>
                </a:moveTo>
                <a:lnTo>
                  <a:pt x="4759621" y="5092356"/>
                </a:lnTo>
                <a:cubicBezTo>
                  <a:pt x="4759364" y="5092356"/>
                  <a:pt x="4759007" y="5091998"/>
                  <a:pt x="4759007" y="5091998"/>
                </a:cubicBezTo>
                <a:lnTo>
                  <a:pt x="4755475" y="5085857"/>
                </a:lnTo>
                <a:cubicBezTo>
                  <a:pt x="4755372" y="5085652"/>
                  <a:pt x="4755475" y="5085191"/>
                  <a:pt x="4755475" y="5085191"/>
                </a:cubicBezTo>
                <a:lnTo>
                  <a:pt x="4759007" y="5079050"/>
                </a:lnTo>
                <a:cubicBezTo>
                  <a:pt x="4759160" y="5078844"/>
                  <a:pt x="4759621" y="5078691"/>
                  <a:pt x="4759621" y="5078691"/>
                </a:cubicBezTo>
                <a:lnTo>
                  <a:pt x="4766683" y="5078691"/>
                </a:lnTo>
                <a:cubicBezTo>
                  <a:pt x="4766940" y="5078691"/>
                  <a:pt x="4767297" y="5079050"/>
                  <a:pt x="4767297" y="5079050"/>
                </a:cubicBezTo>
                <a:lnTo>
                  <a:pt x="4770829" y="5085191"/>
                </a:lnTo>
                <a:cubicBezTo>
                  <a:pt x="4770932" y="5085396"/>
                  <a:pt x="4770829" y="5085857"/>
                  <a:pt x="4770829" y="5085857"/>
                </a:cubicBezTo>
                <a:lnTo>
                  <a:pt x="4767297" y="5091998"/>
                </a:lnTo>
                <a:cubicBezTo>
                  <a:pt x="4767144" y="5092203"/>
                  <a:pt x="4766683" y="5092356"/>
                  <a:pt x="4766683" y="5092356"/>
                </a:cubicBezTo>
                <a:close/>
                <a:moveTo>
                  <a:pt x="4964909" y="5092356"/>
                </a:moveTo>
                <a:lnTo>
                  <a:pt x="4957846" y="5092356"/>
                </a:lnTo>
                <a:cubicBezTo>
                  <a:pt x="4957589" y="5092356"/>
                  <a:pt x="4957232" y="5091998"/>
                  <a:pt x="4957232" y="5091998"/>
                </a:cubicBezTo>
                <a:lnTo>
                  <a:pt x="4953699" y="5085857"/>
                </a:lnTo>
                <a:cubicBezTo>
                  <a:pt x="4953597" y="5085652"/>
                  <a:pt x="4953699" y="5085191"/>
                  <a:pt x="4953699" y="5085191"/>
                </a:cubicBezTo>
                <a:lnTo>
                  <a:pt x="4957232" y="5079050"/>
                </a:lnTo>
                <a:cubicBezTo>
                  <a:pt x="4957384" y="5078844"/>
                  <a:pt x="4957846" y="5078691"/>
                  <a:pt x="4957846" y="5078691"/>
                </a:cubicBezTo>
                <a:lnTo>
                  <a:pt x="4964909" y="5078691"/>
                </a:lnTo>
                <a:cubicBezTo>
                  <a:pt x="4965164" y="5078691"/>
                  <a:pt x="4965523" y="5079050"/>
                  <a:pt x="4965523" y="5079050"/>
                </a:cubicBezTo>
                <a:lnTo>
                  <a:pt x="4969054" y="5085191"/>
                </a:lnTo>
                <a:cubicBezTo>
                  <a:pt x="4969156" y="5085396"/>
                  <a:pt x="4969054" y="5085857"/>
                  <a:pt x="4969054" y="5085857"/>
                </a:cubicBezTo>
                <a:lnTo>
                  <a:pt x="4965523" y="5091998"/>
                </a:lnTo>
                <a:cubicBezTo>
                  <a:pt x="4965369" y="5092203"/>
                  <a:pt x="4964909" y="5092356"/>
                  <a:pt x="4964909" y="5092356"/>
                </a:cubicBezTo>
                <a:close/>
                <a:moveTo>
                  <a:pt x="5163134" y="5092356"/>
                </a:moveTo>
                <a:lnTo>
                  <a:pt x="5156070" y="5092356"/>
                </a:lnTo>
                <a:cubicBezTo>
                  <a:pt x="5155814" y="5092356"/>
                  <a:pt x="5155456" y="5091998"/>
                  <a:pt x="5155456" y="5091998"/>
                </a:cubicBezTo>
                <a:lnTo>
                  <a:pt x="5151924" y="5085857"/>
                </a:lnTo>
                <a:cubicBezTo>
                  <a:pt x="5151822" y="5085652"/>
                  <a:pt x="5151924" y="5085191"/>
                  <a:pt x="5151924" y="5085191"/>
                </a:cubicBezTo>
                <a:lnTo>
                  <a:pt x="5155456" y="5079050"/>
                </a:lnTo>
                <a:cubicBezTo>
                  <a:pt x="5155610" y="5078844"/>
                  <a:pt x="5156070" y="5078691"/>
                  <a:pt x="5156070" y="5078691"/>
                </a:cubicBezTo>
                <a:lnTo>
                  <a:pt x="5163134" y="5078691"/>
                </a:lnTo>
                <a:cubicBezTo>
                  <a:pt x="5163388" y="5078691"/>
                  <a:pt x="5163748" y="5079050"/>
                  <a:pt x="5163748" y="5079050"/>
                </a:cubicBezTo>
                <a:lnTo>
                  <a:pt x="5167279" y="5085191"/>
                </a:lnTo>
                <a:cubicBezTo>
                  <a:pt x="5167381" y="5085396"/>
                  <a:pt x="5167279" y="5085857"/>
                  <a:pt x="5167279" y="5085857"/>
                </a:cubicBezTo>
                <a:lnTo>
                  <a:pt x="5163748" y="5091998"/>
                </a:lnTo>
                <a:cubicBezTo>
                  <a:pt x="5163594" y="5092203"/>
                  <a:pt x="5163134" y="5092356"/>
                  <a:pt x="5163134" y="5092356"/>
                </a:cubicBezTo>
                <a:close/>
                <a:moveTo>
                  <a:pt x="5361358" y="5092356"/>
                </a:moveTo>
                <a:lnTo>
                  <a:pt x="5354295" y="5092356"/>
                </a:lnTo>
                <a:cubicBezTo>
                  <a:pt x="5354038" y="5092356"/>
                  <a:pt x="5353680" y="5091998"/>
                  <a:pt x="5353680" y="5091998"/>
                </a:cubicBezTo>
                <a:lnTo>
                  <a:pt x="5350149" y="5085857"/>
                </a:lnTo>
                <a:cubicBezTo>
                  <a:pt x="5350047" y="5085652"/>
                  <a:pt x="5350149" y="5085191"/>
                  <a:pt x="5350149" y="5085191"/>
                </a:cubicBezTo>
                <a:lnTo>
                  <a:pt x="5353680" y="5079050"/>
                </a:lnTo>
                <a:cubicBezTo>
                  <a:pt x="5353835" y="5078844"/>
                  <a:pt x="5354295" y="5078691"/>
                  <a:pt x="5354295" y="5078691"/>
                </a:cubicBezTo>
                <a:lnTo>
                  <a:pt x="5361358" y="5078691"/>
                </a:lnTo>
                <a:cubicBezTo>
                  <a:pt x="5361614" y="5078691"/>
                  <a:pt x="5361972" y="5079050"/>
                  <a:pt x="5361972" y="5079050"/>
                </a:cubicBezTo>
                <a:lnTo>
                  <a:pt x="5365503" y="5085191"/>
                </a:lnTo>
                <a:cubicBezTo>
                  <a:pt x="5365606" y="5085396"/>
                  <a:pt x="5365503" y="5085857"/>
                  <a:pt x="5365503" y="5085857"/>
                </a:cubicBezTo>
                <a:lnTo>
                  <a:pt x="5361972" y="5091998"/>
                </a:lnTo>
                <a:cubicBezTo>
                  <a:pt x="5361818" y="5092203"/>
                  <a:pt x="5361358" y="5092356"/>
                  <a:pt x="5361358" y="5092356"/>
                </a:cubicBezTo>
                <a:close/>
                <a:moveTo>
                  <a:pt x="5559633" y="5092356"/>
                </a:moveTo>
                <a:lnTo>
                  <a:pt x="5552569" y="5092356"/>
                </a:lnTo>
                <a:cubicBezTo>
                  <a:pt x="5552314" y="5092356"/>
                  <a:pt x="5551956" y="5091998"/>
                  <a:pt x="5551956" y="5091998"/>
                </a:cubicBezTo>
                <a:lnTo>
                  <a:pt x="5548424" y="5085857"/>
                </a:lnTo>
                <a:cubicBezTo>
                  <a:pt x="5548322" y="5085652"/>
                  <a:pt x="5548424" y="5085191"/>
                  <a:pt x="5548424" y="5085191"/>
                </a:cubicBezTo>
                <a:lnTo>
                  <a:pt x="5551956" y="5079050"/>
                </a:lnTo>
                <a:cubicBezTo>
                  <a:pt x="5552109" y="5078844"/>
                  <a:pt x="5552569" y="5078691"/>
                  <a:pt x="5552569" y="5078691"/>
                </a:cubicBezTo>
                <a:lnTo>
                  <a:pt x="5559633" y="5078691"/>
                </a:lnTo>
                <a:cubicBezTo>
                  <a:pt x="5559889" y="5078691"/>
                  <a:pt x="5560246" y="5079050"/>
                  <a:pt x="5560246" y="5079050"/>
                </a:cubicBezTo>
                <a:lnTo>
                  <a:pt x="5563779" y="5085191"/>
                </a:lnTo>
                <a:cubicBezTo>
                  <a:pt x="5563881" y="5085396"/>
                  <a:pt x="5563779" y="5085857"/>
                  <a:pt x="5563779" y="5085857"/>
                </a:cubicBezTo>
                <a:lnTo>
                  <a:pt x="5560246" y="5091998"/>
                </a:lnTo>
                <a:cubicBezTo>
                  <a:pt x="5560094" y="5092203"/>
                  <a:pt x="5559633" y="5092356"/>
                  <a:pt x="5559633" y="5092356"/>
                </a:cubicBezTo>
                <a:close/>
                <a:moveTo>
                  <a:pt x="5757857" y="5092356"/>
                </a:moveTo>
                <a:lnTo>
                  <a:pt x="5750795" y="5092356"/>
                </a:lnTo>
                <a:cubicBezTo>
                  <a:pt x="5750538" y="5092356"/>
                  <a:pt x="5750181" y="5091998"/>
                  <a:pt x="5750181" y="5091998"/>
                </a:cubicBezTo>
                <a:lnTo>
                  <a:pt x="5746649" y="5085857"/>
                </a:lnTo>
                <a:cubicBezTo>
                  <a:pt x="5746546" y="5085652"/>
                  <a:pt x="5746649" y="5085191"/>
                  <a:pt x="5746649" y="5085191"/>
                </a:cubicBezTo>
                <a:lnTo>
                  <a:pt x="5750181" y="5079050"/>
                </a:lnTo>
                <a:cubicBezTo>
                  <a:pt x="5750333" y="5078844"/>
                  <a:pt x="5750795" y="5078691"/>
                  <a:pt x="5750795" y="5078691"/>
                </a:cubicBezTo>
                <a:lnTo>
                  <a:pt x="5757857" y="5078691"/>
                </a:lnTo>
                <a:cubicBezTo>
                  <a:pt x="5758114" y="5078691"/>
                  <a:pt x="5758471" y="5079050"/>
                  <a:pt x="5758471" y="5079050"/>
                </a:cubicBezTo>
                <a:lnTo>
                  <a:pt x="5762003" y="5085191"/>
                </a:lnTo>
                <a:cubicBezTo>
                  <a:pt x="5762106" y="5085396"/>
                  <a:pt x="5762003" y="5085857"/>
                  <a:pt x="5762003" y="5085857"/>
                </a:cubicBezTo>
                <a:lnTo>
                  <a:pt x="5758471" y="5091998"/>
                </a:lnTo>
                <a:cubicBezTo>
                  <a:pt x="5758318" y="5092203"/>
                  <a:pt x="5757857" y="5092356"/>
                  <a:pt x="5757857" y="5092356"/>
                </a:cubicBezTo>
                <a:close/>
                <a:moveTo>
                  <a:pt x="5956083" y="5092356"/>
                </a:moveTo>
                <a:lnTo>
                  <a:pt x="5949019" y="5092356"/>
                </a:lnTo>
                <a:cubicBezTo>
                  <a:pt x="5948763" y="5092356"/>
                  <a:pt x="5948405" y="5091998"/>
                  <a:pt x="5948405" y="5091998"/>
                </a:cubicBezTo>
                <a:lnTo>
                  <a:pt x="5944873" y="5085857"/>
                </a:lnTo>
                <a:cubicBezTo>
                  <a:pt x="5944771" y="5085652"/>
                  <a:pt x="5944873" y="5085191"/>
                  <a:pt x="5944873" y="5085191"/>
                </a:cubicBezTo>
                <a:lnTo>
                  <a:pt x="5948405" y="5079050"/>
                </a:lnTo>
                <a:cubicBezTo>
                  <a:pt x="5948558" y="5078844"/>
                  <a:pt x="5949019" y="5078691"/>
                  <a:pt x="5949019" y="5078691"/>
                </a:cubicBezTo>
                <a:lnTo>
                  <a:pt x="5956083" y="5078691"/>
                </a:lnTo>
                <a:cubicBezTo>
                  <a:pt x="5956338" y="5078691"/>
                  <a:pt x="5956697" y="5079050"/>
                  <a:pt x="5956697" y="5079050"/>
                </a:cubicBezTo>
                <a:lnTo>
                  <a:pt x="5960227" y="5085191"/>
                </a:lnTo>
                <a:cubicBezTo>
                  <a:pt x="5960330" y="5085396"/>
                  <a:pt x="5960227" y="5085857"/>
                  <a:pt x="5960227" y="5085857"/>
                </a:cubicBezTo>
                <a:lnTo>
                  <a:pt x="5956697" y="5091998"/>
                </a:lnTo>
                <a:cubicBezTo>
                  <a:pt x="5956542" y="5092203"/>
                  <a:pt x="5956083" y="5092356"/>
                  <a:pt x="5956083" y="5092356"/>
                </a:cubicBezTo>
                <a:close/>
                <a:moveTo>
                  <a:pt x="6154307" y="5092356"/>
                </a:moveTo>
                <a:lnTo>
                  <a:pt x="6147243" y="5092356"/>
                </a:lnTo>
                <a:cubicBezTo>
                  <a:pt x="6146988" y="5092356"/>
                  <a:pt x="6146629" y="5091998"/>
                  <a:pt x="6146629" y="5091998"/>
                </a:cubicBezTo>
                <a:lnTo>
                  <a:pt x="6143098" y="5085857"/>
                </a:lnTo>
                <a:cubicBezTo>
                  <a:pt x="6142996" y="5085652"/>
                  <a:pt x="6143098" y="5085191"/>
                  <a:pt x="6143098" y="5085191"/>
                </a:cubicBezTo>
                <a:lnTo>
                  <a:pt x="6146629" y="5079050"/>
                </a:lnTo>
                <a:cubicBezTo>
                  <a:pt x="6146783" y="5078844"/>
                  <a:pt x="6147243" y="5078691"/>
                  <a:pt x="6147243" y="5078691"/>
                </a:cubicBezTo>
                <a:lnTo>
                  <a:pt x="6154307" y="5078691"/>
                </a:lnTo>
                <a:cubicBezTo>
                  <a:pt x="6154562" y="5078691"/>
                  <a:pt x="6154921" y="5079050"/>
                  <a:pt x="6154921" y="5079050"/>
                </a:cubicBezTo>
                <a:lnTo>
                  <a:pt x="6158453" y="5085191"/>
                </a:lnTo>
                <a:cubicBezTo>
                  <a:pt x="6158554" y="5085396"/>
                  <a:pt x="6158453" y="5085857"/>
                  <a:pt x="6158453" y="5085857"/>
                </a:cubicBezTo>
                <a:lnTo>
                  <a:pt x="6154921" y="5091998"/>
                </a:lnTo>
                <a:cubicBezTo>
                  <a:pt x="6154768" y="5092203"/>
                  <a:pt x="6154307" y="5092356"/>
                  <a:pt x="6154307" y="5092356"/>
                </a:cubicBezTo>
                <a:close/>
                <a:moveTo>
                  <a:pt x="6352582" y="5092356"/>
                </a:moveTo>
                <a:lnTo>
                  <a:pt x="6345519" y="5092356"/>
                </a:lnTo>
                <a:cubicBezTo>
                  <a:pt x="6345263" y="5092356"/>
                  <a:pt x="6344904" y="5091998"/>
                  <a:pt x="6344904" y="5091998"/>
                </a:cubicBezTo>
                <a:lnTo>
                  <a:pt x="6341373" y="5085857"/>
                </a:lnTo>
                <a:cubicBezTo>
                  <a:pt x="6341271" y="5085652"/>
                  <a:pt x="6341373" y="5085191"/>
                  <a:pt x="6341373" y="5085191"/>
                </a:cubicBezTo>
                <a:lnTo>
                  <a:pt x="6344904" y="5079050"/>
                </a:lnTo>
                <a:cubicBezTo>
                  <a:pt x="6345058" y="5078844"/>
                  <a:pt x="6345519" y="5078691"/>
                  <a:pt x="6345519" y="5078691"/>
                </a:cubicBezTo>
                <a:lnTo>
                  <a:pt x="6352582" y="5078691"/>
                </a:lnTo>
                <a:cubicBezTo>
                  <a:pt x="6352838" y="5078691"/>
                  <a:pt x="6353196" y="5079050"/>
                  <a:pt x="6353196" y="5079050"/>
                </a:cubicBezTo>
                <a:lnTo>
                  <a:pt x="6356728" y="5085191"/>
                </a:lnTo>
                <a:cubicBezTo>
                  <a:pt x="6356830" y="5085396"/>
                  <a:pt x="6356728" y="5085857"/>
                  <a:pt x="6356728" y="5085857"/>
                </a:cubicBezTo>
                <a:lnTo>
                  <a:pt x="6353196" y="5091998"/>
                </a:lnTo>
                <a:cubicBezTo>
                  <a:pt x="6353043" y="5092203"/>
                  <a:pt x="6352582" y="5092356"/>
                  <a:pt x="6352582" y="5092356"/>
                </a:cubicBezTo>
                <a:close/>
                <a:moveTo>
                  <a:pt x="6550807" y="5092356"/>
                </a:moveTo>
                <a:lnTo>
                  <a:pt x="6543744" y="5092356"/>
                </a:lnTo>
                <a:cubicBezTo>
                  <a:pt x="6543488" y="5092356"/>
                  <a:pt x="6543129" y="5091998"/>
                  <a:pt x="6543129" y="5091998"/>
                </a:cubicBezTo>
                <a:lnTo>
                  <a:pt x="6539598" y="5085857"/>
                </a:lnTo>
                <a:cubicBezTo>
                  <a:pt x="6539495" y="5085652"/>
                  <a:pt x="6539598" y="5085191"/>
                  <a:pt x="6539598" y="5085191"/>
                </a:cubicBezTo>
                <a:lnTo>
                  <a:pt x="6543129" y="5079050"/>
                </a:lnTo>
                <a:cubicBezTo>
                  <a:pt x="6543282" y="5078844"/>
                  <a:pt x="6543744" y="5078691"/>
                  <a:pt x="6543744" y="5078691"/>
                </a:cubicBezTo>
                <a:lnTo>
                  <a:pt x="6550807" y="5078691"/>
                </a:lnTo>
                <a:cubicBezTo>
                  <a:pt x="6551063" y="5078691"/>
                  <a:pt x="6551420" y="5079050"/>
                  <a:pt x="6551420" y="5079050"/>
                </a:cubicBezTo>
                <a:lnTo>
                  <a:pt x="6554953" y="5085191"/>
                </a:lnTo>
                <a:cubicBezTo>
                  <a:pt x="6555055" y="5085396"/>
                  <a:pt x="6554953" y="5085857"/>
                  <a:pt x="6554953" y="5085857"/>
                </a:cubicBezTo>
                <a:lnTo>
                  <a:pt x="6551420" y="5091998"/>
                </a:lnTo>
                <a:cubicBezTo>
                  <a:pt x="6551267" y="5092203"/>
                  <a:pt x="6550807" y="5092356"/>
                  <a:pt x="6550807" y="5092356"/>
                </a:cubicBezTo>
                <a:close/>
                <a:moveTo>
                  <a:pt x="6749031" y="5092356"/>
                </a:moveTo>
                <a:lnTo>
                  <a:pt x="6741967" y="5092356"/>
                </a:lnTo>
                <a:cubicBezTo>
                  <a:pt x="6741711" y="5092356"/>
                  <a:pt x="6741354" y="5091998"/>
                  <a:pt x="6741354" y="5091998"/>
                </a:cubicBezTo>
                <a:lnTo>
                  <a:pt x="6737823" y="5085857"/>
                </a:lnTo>
                <a:cubicBezTo>
                  <a:pt x="6737720" y="5085652"/>
                  <a:pt x="6737823" y="5085191"/>
                  <a:pt x="6737823" y="5085191"/>
                </a:cubicBezTo>
                <a:lnTo>
                  <a:pt x="6741354" y="5079050"/>
                </a:lnTo>
                <a:cubicBezTo>
                  <a:pt x="6741508" y="5078844"/>
                  <a:pt x="6741967" y="5078691"/>
                  <a:pt x="6741967" y="5078691"/>
                </a:cubicBezTo>
                <a:lnTo>
                  <a:pt x="6749031" y="5078691"/>
                </a:lnTo>
                <a:cubicBezTo>
                  <a:pt x="6749287" y="5078691"/>
                  <a:pt x="6749646" y="5079050"/>
                  <a:pt x="6749646" y="5079050"/>
                </a:cubicBezTo>
                <a:lnTo>
                  <a:pt x="6753177" y="5085191"/>
                </a:lnTo>
                <a:cubicBezTo>
                  <a:pt x="6753279" y="5085396"/>
                  <a:pt x="6753177" y="5085857"/>
                  <a:pt x="6753177" y="5085857"/>
                </a:cubicBezTo>
                <a:lnTo>
                  <a:pt x="6749646" y="5091998"/>
                </a:lnTo>
                <a:cubicBezTo>
                  <a:pt x="6749491" y="5092203"/>
                  <a:pt x="6749031" y="5092356"/>
                  <a:pt x="6749031" y="5092356"/>
                </a:cubicBezTo>
                <a:close/>
                <a:moveTo>
                  <a:pt x="6947256" y="5092356"/>
                </a:moveTo>
                <a:lnTo>
                  <a:pt x="6940193" y="5092356"/>
                </a:lnTo>
                <a:cubicBezTo>
                  <a:pt x="6939937" y="5092356"/>
                  <a:pt x="6939578" y="5091998"/>
                  <a:pt x="6939578" y="5091998"/>
                </a:cubicBezTo>
                <a:lnTo>
                  <a:pt x="6936048" y="5085857"/>
                </a:lnTo>
                <a:cubicBezTo>
                  <a:pt x="6935945" y="5085652"/>
                  <a:pt x="6936048" y="5085191"/>
                  <a:pt x="6936048" y="5085191"/>
                </a:cubicBezTo>
                <a:lnTo>
                  <a:pt x="6939578" y="5079050"/>
                </a:lnTo>
                <a:cubicBezTo>
                  <a:pt x="6939733" y="5078844"/>
                  <a:pt x="6940193" y="5078691"/>
                  <a:pt x="6940193" y="5078691"/>
                </a:cubicBezTo>
                <a:lnTo>
                  <a:pt x="6947256" y="5078691"/>
                </a:lnTo>
                <a:cubicBezTo>
                  <a:pt x="6947512" y="5078691"/>
                  <a:pt x="6947870" y="5079050"/>
                  <a:pt x="6947870" y="5079050"/>
                </a:cubicBezTo>
                <a:lnTo>
                  <a:pt x="6951402" y="5085191"/>
                </a:lnTo>
                <a:cubicBezTo>
                  <a:pt x="6951504" y="5085396"/>
                  <a:pt x="6951402" y="5085857"/>
                  <a:pt x="6951402" y="5085857"/>
                </a:cubicBezTo>
                <a:lnTo>
                  <a:pt x="6947870" y="5091998"/>
                </a:lnTo>
                <a:cubicBezTo>
                  <a:pt x="6947717" y="5092203"/>
                  <a:pt x="6947256" y="5092356"/>
                  <a:pt x="6947256" y="5092356"/>
                </a:cubicBezTo>
                <a:close/>
                <a:moveTo>
                  <a:pt x="7145426" y="5092356"/>
                </a:moveTo>
                <a:lnTo>
                  <a:pt x="7138362" y="5092356"/>
                </a:lnTo>
                <a:cubicBezTo>
                  <a:pt x="7138106" y="5092356"/>
                  <a:pt x="7137748" y="5091998"/>
                  <a:pt x="7137748" y="5091998"/>
                </a:cubicBezTo>
                <a:lnTo>
                  <a:pt x="7134216" y="5085857"/>
                </a:lnTo>
                <a:cubicBezTo>
                  <a:pt x="7134114" y="5085652"/>
                  <a:pt x="7134216" y="5085191"/>
                  <a:pt x="7134216" y="5085191"/>
                </a:cubicBezTo>
                <a:lnTo>
                  <a:pt x="7137748" y="5079050"/>
                </a:lnTo>
                <a:cubicBezTo>
                  <a:pt x="7137902" y="5078844"/>
                  <a:pt x="7138362" y="5078691"/>
                  <a:pt x="7138362" y="5078691"/>
                </a:cubicBezTo>
                <a:lnTo>
                  <a:pt x="7145426" y="5078691"/>
                </a:lnTo>
                <a:cubicBezTo>
                  <a:pt x="7145681" y="5078691"/>
                  <a:pt x="7146039" y="5079050"/>
                  <a:pt x="7146039" y="5079050"/>
                </a:cubicBezTo>
                <a:lnTo>
                  <a:pt x="7149572" y="5085191"/>
                </a:lnTo>
                <a:cubicBezTo>
                  <a:pt x="7149674" y="5085396"/>
                  <a:pt x="7149572" y="5085857"/>
                  <a:pt x="7149572" y="5085857"/>
                </a:cubicBezTo>
                <a:lnTo>
                  <a:pt x="7146039" y="5091998"/>
                </a:lnTo>
                <a:cubicBezTo>
                  <a:pt x="7145886" y="5092203"/>
                  <a:pt x="7145426" y="5092356"/>
                  <a:pt x="7145426" y="5092356"/>
                </a:cubicBezTo>
                <a:close/>
                <a:moveTo>
                  <a:pt x="7343529" y="5092356"/>
                </a:moveTo>
                <a:lnTo>
                  <a:pt x="7336463" y="5092356"/>
                </a:lnTo>
                <a:cubicBezTo>
                  <a:pt x="7336209" y="5092356"/>
                  <a:pt x="7335851" y="5091998"/>
                  <a:pt x="7335851" y="5091998"/>
                </a:cubicBezTo>
                <a:lnTo>
                  <a:pt x="7332319" y="5085857"/>
                </a:lnTo>
                <a:cubicBezTo>
                  <a:pt x="7332217" y="5085652"/>
                  <a:pt x="7332319" y="5085191"/>
                  <a:pt x="7332319" y="5085191"/>
                </a:cubicBezTo>
                <a:lnTo>
                  <a:pt x="7335851" y="5079050"/>
                </a:lnTo>
                <a:cubicBezTo>
                  <a:pt x="7336004" y="5078844"/>
                  <a:pt x="7336463" y="5078691"/>
                  <a:pt x="7336463" y="5078691"/>
                </a:cubicBezTo>
                <a:lnTo>
                  <a:pt x="7343529" y="5078691"/>
                </a:lnTo>
                <a:cubicBezTo>
                  <a:pt x="7343784" y="5078691"/>
                  <a:pt x="7344143" y="5079050"/>
                  <a:pt x="7344143" y="5079050"/>
                </a:cubicBezTo>
                <a:lnTo>
                  <a:pt x="7347676" y="5085191"/>
                </a:lnTo>
                <a:cubicBezTo>
                  <a:pt x="7347778" y="5085396"/>
                  <a:pt x="7347676" y="5085857"/>
                  <a:pt x="7347676" y="5085857"/>
                </a:cubicBezTo>
                <a:lnTo>
                  <a:pt x="7344143" y="5091998"/>
                </a:lnTo>
                <a:cubicBezTo>
                  <a:pt x="7343989" y="5092203"/>
                  <a:pt x="7343529" y="5092356"/>
                  <a:pt x="7343529" y="5092356"/>
                </a:cubicBezTo>
                <a:close/>
                <a:moveTo>
                  <a:pt x="7541958" y="5092356"/>
                </a:moveTo>
                <a:lnTo>
                  <a:pt x="7534895" y="5092356"/>
                </a:lnTo>
                <a:cubicBezTo>
                  <a:pt x="7534639" y="5092356"/>
                  <a:pt x="7534281" y="5091998"/>
                  <a:pt x="7534281" y="5091998"/>
                </a:cubicBezTo>
                <a:lnTo>
                  <a:pt x="7530750" y="5085857"/>
                </a:lnTo>
                <a:cubicBezTo>
                  <a:pt x="7530647" y="5085652"/>
                  <a:pt x="7530750" y="5085191"/>
                  <a:pt x="7530750" y="5085191"/>
                </a:cubicBezTo>
                <a:lnTo>
                  <a:pt x="7534281" y="5079050"/>
                </a:lnTo>
                <a:cubicBezTo>
                  <a:pt x="7534434" y="5078844"/>
                  <a:pt x="7534895" y="5078691"/>
                  <a:pt x="7534895" y="5078691"/>
                </a:cubicBezTo>
                <a:lnTo>
                  <a:pt x="7541958" y="5078691"/>
                </a:lnTo>
                <a:cubicBezTo>
                  <a:pt x="7542214" y="5078691"/>
                  <a:pt x="7542572" y="5079050"/>
                  <a:pt x="7542572" y="5079050"/>
                </a:cubicBezTo>
                <a:lnTo>
                  <a:pt x="7546104" y="5085191"/>
                </a:lnTo>
                <a:cubicBezTo>
                  <a:pt x="7546206" y="5085396"/>
                  <a:pt x="7546104" y="5085857"/>
                  <a:pt x="7546104" y="5085857"/>
                </a:cubicBezTo>
                <a:lnTo>
                  <a:pt x="7542572" y="5091998"/>
                </a:lnTo>
                <a:cubicBezTo>
                  <a:pt x="7542419" y="5092203"/>
                  <a:pt x="7541958" y="5092356"/>
                  <a:pt x="7541958" y="5092356"/>
                </a:cubicBezTo>
                <a:close/>
                <a:moveTo>
                  <a:pt x="7740046" y="5092356"/>
                </a:moveTo>
                <a:lnTo>
                  <a:pt x="7732984" y="5092356"/>
                </a:lnTo>
                <a:cubicBezTo>
                  <a:pt x="7732729" y="5092356"/>
                  <a:pt x="7732369" y="5091998"/>
                  <a:pt x="7732369" y="5091998"/>
                </a:cubicBezTo>
                <a:lnTo>
                  <a:pt x="7728838" y="5085857"/>
                </a:lnTo>
                <a:cubicBezTo>
                  <a:pt x="7728736" y="5085652"/>
                  <a:pt x="7728838" y="5085191"/>
                  <a:pt x="7728838" y="5085191"/>
                </a:cubicBezTo>
                <a:lnTo>
                  <a:pt x="7732369" y="5079050"/>
                </a:lnTo>
                <a:cubicBezTo>
                  <a:pt x="7732523" y="5078844"/>
                  <a:pt x="7732984" y="5078691"/>
                  <a:pt x="7732984" y="5078691"/>
                </a:cubicBezTo>
                <a:lnTo>
                  <a:pt x="7740046" y="5078691"/>
                </a:lnTo>
                <a:cubicBezTo>
                  <a:pt x="7740302" y="5078691"/>
                  <a:pt x="7740660" y="5079050"/>
                  <a:pt x="7740660" y="5079050"/>
                </a:cubicBezTo>
                <a:lnTo>
                  <a:pt x="7744193" y="5085191"/>
                </a:lnTo>
                <a:cubicBezTo>
                  <a:pt x="7744296" y="5085396"/>
                  <a:pt x="7744193" y="5085857"/>
                  <a:pt x="7744193" y="5085857"/>
                </a:cubicBezTo>
                <a:lnTo>
                  <a:pt x="7740660" y="5091998"/>
                </a:lnTo>
                <a:cubicBezTo>
                  <a:pt x="7740508" y="5092203"/>
                  <a:pt x="7740046" y="5092356"/>
                  <a:pt x="7740046" y="5092356"/>
                </a:cubicBezTo>
                <a:close/>
                <a:moveTo>
                  <a:pt x="7938351" y="5092356"/>
                </a:moveTo>
                <a:lnTo>
                  <a:pt x="7931287" y="5092356"/>
                </a:lnTo>
                <a:cubicBezTo>
                  <a:pt x="7931031" y="5092356"/>
                  <a:pt x="7930673" y="5091998"/>
                  <a:pt x="7930673" y="5091998"/>
                </a:cubicBezTo>
                <a:lnTo>
                  <a:pt x="7927140" y="5085857"/>
                </a:lnTo>
                <a:cubicBezTo>
                  <a:pt x="7927039" y="5085652"/>
                  <a:pt x="7927140" y="5085191"/>
                  <a:pt x="7927140" y="5085191"/>
                </a:cubicBezTo>
                <a:lnTo>
                  <a:pt x="7930673" y="5079050"/>
                </a:lnTo>
                <a:cubicBezTo>
                  <a:pt x="7930827" y="5078844"/>
                  <a:pt x="7931287" y="5078691"/>
                  <a:pt x="7931287" y="5078691"/>
                </a:cubicBezTo>
                <a:lnTo>
                  <a:pt x="7938351" y="5078691"/>
                </a:lnTo>
                <a:cubicBezTo>
                  <a:pt x="7938607" y="5078691"/>
                  <a:pt x="7938966" y="5079050"/>
                  <a:pt x="7938966" y="5079050"/>
                </a:cubicBezTo>
                <a:lnTo>
                  <a:pt x="7942496" y="5085191"/>
                </a:lnTo>
                <a:cubicBezTo>
                  <a:pt x="7942598" y="5085396"/>
                  <a:pt x="7942496" y="5085857"/>
                  <a:pt x="7942496" y="5085857"/>
                </a:cubicBezTo>
                <a:lnTo>
                  <a:pt x="7938966" y="5091998"/>
                </a:lnTo>
                <a:cubicBezTo>
                  <a:pt x="7938809" y="5092203"/>
                  <a:pt x="7938351" y="5092356"/>
                  <a:pt x="7938351" y="5092356"/>
                </a:cubicBezTo>
                <a:close/>
                <a:moveTo>
                  <a:pt x="8136638" y="5092356"/>
                </a:moveTo>
                <a:lnTo>
                  <a:pt x="8129574" y="5092356"/>
                </a:lnTo>
                <a:cubicBezTo>
                  <a:pt x="8129318" y="5092356"/>
                  <a:pt x="8128960" y="5091998"/>
                  <a:pt x="8128960" y="5091998"/>
                </a:cubicBezTo>
                <a:lnTo>
                  <a:pt x="8125429" y="5085857"/>
                </a:lnTo>
                <a:cubicBezTo>
                  <a:pt x="8125327" y="5085652"/>
                  <a:pt x="8125429" y="5085191"/>
                  <a:pt x="8125429" y="5085191"/>
                </a:cubicBezTo>
                <a:lnTo>
                  <a:pt x="8128960" y="5079050"/>
                </a:lnTo>
                <a:cubicBezTo>
                  <a:pt x="8129113" y="5078844"/>
                  <a:pt x="8129574" y="5078691"/>
                  <a:pt x="8129574" y="5078691"/>
                </a:cubicBezTo>
                <a:lnTo>
                  <a:pt x="8136638" y="5078691"/>
                </a:lnTo>
                <a:cubicBezTo>
                  <a:pt x="8136893" y="5078691"/>
                  <a:pt x="8137252" y="5079050"/>
                  <a:pt x="8137252" y="5079050"/>
                </a:cubicBezTo>
                <a:lnTo>
                  <a:pt x="8140783" y="5085191"/>
                </a:lnTo>
                <a:cubicBezTo>
                  <a:pt x="8140886" y="5085396"/>
                  <a:pt x="8140783" y="5085857"/>
                  <a:pt x="8140783" y="5085857"/>
                </a:cubicBezTo>
                <a:lnTo>
                  <a:pt x="8137252" y="5091998"/>
                </a:lnTo>
                <a:cubicBezTo>
                  <a:pt x="8137098" y="5092203"/>
                  <a:pt x="8136638" y="5092356"/>
                  <a:pt x="8136638" y="5092356"/>
                </a:cubicBezTo>
                <a:close/>
                <a:moveTo>
                  <a:pt x="8334863" y="5092356"/>
                </a:moveTo>
                <a:lnTo>
                  <a:pt x="8327799" y="5092356"/>
                </a:lnTo>
                <a:cubicBezTo>
                  <a:pt x="8327543" y="5092356"/>
                  <a:pt x="8327185" y="5091998"/>
                  <a:pt x="8327185" y="5091998"/>
                </a:cubicBezTo>
                <a:lnTo>
                  <a:pt x="8323653" y="5085857"/>
                </a:lnTo>
                <a:cubicBezTo>
                  <a:pt x="8323550" y="5085652"/>
                  <a:pt x="8323653" y="5085191"/>
                  <a:pt x="8323653" y="5085191"/>
                </a:cubicBezTo>
                <a:lnTo>
                  <a:pt x="8327185" y="5079050"/>
                </a:lnTo>
                <a:cubicBezTo>
                  <a:pt x="8327339" y="5078844"/>
                  <a:pt x="8327799" y="5078691"/>
                  <a:pt x="8327799" y="5078691"/>
                </a:cubicBezTo>
                <a:lnTo>
                  <a:pt x="8334863" y="5078691"/>
                </a:lnTo>
                <a:cubicBezTo>
                  <a:pt x="8335118" y="5078691"/>
                  <a:pt x="8335477" y="5079050"/>
                  <a:pt x="8335477" y="5079050"/>
                </a:cubicBezTo>
                <a:lnTo>
                  <a:pt x="8339009" y="5085191"/>
                </a:lnTo>
                <a:cubicBezTo>
                  <a:pt x="8339111" y="5085396"/>
                  <a:pt x="8339009" y="5085857"/>
                  <a:pt x="8339009" y="5085857"/>
                </a:cubicBezTo>
                <a:lnTo>
                  <a:pt x="8335477" y="5091998"/>
                </a:lnTo>
                <a:cubicBezTo>
                  <a:pt x="8335324" y="5092203"/>
                  <a:pt x="8334863" y="5092356"/>
                  <a:pt x="8334863" y="5092356"/>
                </a:cubicBezTo>
                <a:close/>
                <a:moveTo>
                  <a:pt x="8533106" y="5092356"/>
                </a:moveTo>
                <a:lnTo>
                  <a:pt x="8526042" y="5092356"/>
                </a:lnTo>
                <a:cubicBezTo>
                  <a:pt x="8525785" y="5092356"/>
                  <a:pt x="8525426" y="5091998"/>
                  <a:pt x="8525426" y="5091998"/>
                </a:cubicBezTo>
                <a:lnTo>
                  <a:pt x="8521896" y="5085857"/>
                </a:lnTo>
                <a:cubicBezTo>
                  <a:pt x="8521794" y="5085652"/>
                  <a:pt x="8521896" y="5085191"/>
                  <a:pt x="8521896" y="5085191"/>
                </a:cubicBezTo>
                <a:lnTo>
                  <a:pt x="8525426" y="5079050"/>
                </a:lnTo>
                <a:cubicBezTo>
                  <a:pt x="8525580" y="5078844"/>
                  <a:pt x="8526042" y="5078691"/>
                  <a:pt x="8526042" y="5078691"/>
                </a:cubicBezTo>
                <a:lnTo>
                  <a:pt x="8533106" y="5078691"/>
                </a:lnTo>
                <a:cubicBezTo>
                  <a:pt x="8533360" y="5078691"/>
                  <a:pt x="8533719" y="5079050"/>
                  <a:pt x="8533719" y="5079050"/>
                </a:cubicBezTo>
                <a:lnTo>
                  <a:pt x="8537251" y="5085191"/>
                </a:lnTo>
                <a:cubicBezTo>
                  <a:pt x="8537353" y="5085396"/>
                  <a:pt x="8537251" y="5085857"/>
                  <a:pt x="8537251" y="5085857"/>
                </a:cubicBezTo>
                <a:lnTo>
                  <a:pt x="8533719" y="5091998"/>
                </a:lnTo>
                <a:cubicBezTo>
                  <a:pt x="8533566" y="5092203"/>
                  <a:pt x="8533106" y="5092356"/>
                  <a:pt x="8533106" y="5092356"/>
                </a:cubicBezTo>
                <a:close/>
                <a:moveTo>
                  <a:pt x="8731356" y="5092356"/>
                </a:moveTo>
                <a:lnTo>
                  <a:pt x="8724293" y="5092356"/>
                </a:lnTo>
                <a:cubicBezTo>
                  <a:pt x="8724037" y="5092356"/>
                  <a:pt x="8723679" y="5091998"/>
                  <a:pt x="8723679" y="5091998"/>
                </a:cubicBezTo>
                <a:lnTo>
                  <a:pt x="8720147" y="5085857"/>
                </a:lnTo>
                <a:cubicBezTo>
                  <a:pt x="8720045" y="5085652"/>
                  <a:pt x="8720147" y="5085191"/>
                  <a:pt x="8720147" y="5085191"/>
                </a:cubicBezTo>
                <a:lnTo>
                  <a:pt x="8723679" y="5079050"/>
                </a:lnTo>
                <a:cubicBezTo>
                  <a:pt x="8723832" y="5078844"/>
                  <a:pt x="8724293" y="5078691"/>
                  <a:pt x="8724293" y="5078691"/>
                </a:cubicBezTo>
                <a:lnTo>
                  <a:pt x="8731356" y="5078691"/>
                </a:lnTo>
                <a:cubicBezTo>
                  <a:pt x="8731612" y="5078691"/>
                  <a:pt x="8731970" y="5079050"/>
                  <a:pt x="8731970" y="5079050"/>
                </a:cubicBezTo>
                <a:lnTo>
                  <a:pt x="8735502" y="5085191"/>
                </a:lnTo>
                <a:cubicBezTo>
                  <a:pt x="8735604" y="5085396"/>
                  <a:pt x="8735502" y="5085857"/>
                  <a:pt x="8735502" y="5085857"/>
                </a:cubicBezTo>
                <a:lnTo>
                  <a:pt x="8731970" y="5091998"/>
                </a:lnTo>
                <a:cubicBezTo>
                  <a:pt x="8731816" y="5092203"/>
                  <a:pt x="8731356" y="5092356"/>
                  <a:pt x="8731356" y="5092356"/>
                </a:cubicBezTo>
                <a:close/>
                <a:moveTo>
                  <a:pt x="8929613" y="5092356"/>
                </a:moveTo>
                <a:lnTo>
                  <a:pt x="8922549" y="5092356"/>
                </a:lnTo>
                <a:cubicBezTo>
                  <a:pt x="8922294" y="5092356"/>
                  <a:pt x="8921935" y="5091998"/>
                  <a:pt x="8921935" y="5091998"/>
                </a:cubicBezTo>
                <a:lnTo>
                  <a:pt x="8918403" y="5085857"/>
                </a:lnTo>
                <a:cubicBezTo>
                  <a:pt x="8918301" y="5085652"/>
                  <a:pt x="8918403" y="5085191"/>
                  <a:pt x="8918403" y="5085191"/>
                </a:cubicBezTo>
                <a:lnTo>
                  <a:pt x="8921935" y="5079050"/>
                </a:lnTo>
                <a:cubicBezTo>
                  <a:pt x="8922088" y="5078844"/>
                  <a:pt x="8922549" y="5078691"/>
                  <a:pt x="8922549" y="5078691"/>
                </a:cubicBezTo>
                <a:lnTo>
                  <a:pt x="8929613" y="5078691"/>
                </a:lnTo>
                <a:cubicBezTo>
                  <a:pt x="8929868" y="5078691"/>
                  <a:pt x="8930227" y="5079050"/>
                  <a:pt x="8930227" y="5079050"/>
                </a:cubicBezTo>
                <a:lnTo>
                  <a:pt x="8933758" y="5085191"/>
                </a:lnTo>
                <a:cubicBezTo>
                  <a:pt x="8933860" y="5085396"/>
                  <a:pt x="8933758" y="5085857"/>
                  <a:pt x="8933758" y="5085857"/>
                </a:cubicBezTo>
                <a:lnTo>
                  <a:pt x="8930227" y="5091998"/>
                </a:lnTo>
                <a:cubicBezTo>
                  <a:pt x="8930074" y="5092203"/>
                  <a:pt x="8929613" y="5092356"/>
                  <a:pt x="8929613" y="5092356"/>
                </a:cubicBezTo>
                <a:close/>
                <a:moveTo>
                  <a:pt x="9127746" y="5092356"/>
                </a:moveTo>
                <a:lnTo>
                  <a:pt x="9120682" y="5092356"/>
                </a:lnTo>
                <a:cubicBezTo>
                  <a:pt x="9120427" y="5092356"/>
                  <a:pt x="9120069" y="5091998"/>
                  <a:pt x="9120069" y="5091998"/>
                </a:cubicBezTo>
                <a:lnTo>
                  <a:pt x="9116536" y="5085857"/>
                </a:lnTo>
                <a:cubicBezTo>
                  <a:pt x="9116435" y="5085652"/>
                  <a:pt x="9116536" y="5085191"/>
                  <a:pt x="9116536" y="5085191"/>
                </a:cubicBezTo>
                <a:lnTo>
                  <a:pt x="9120069" y="5079050"/>
                </a:lnTo>
                <a:cubicBezTo>
                  <a:pt x="9120223" y="5078844"/>
                  <a:pt x="9120682" y="5078691"/>
                  <a:pt x="9120682" y="5078691"/>
                </a:cubicBezTo>
                <a:lnTo>
                  <a:pt x="9127746" y="5078691"/>
                </a:lnTo>
                <a:cubicBezTo>
                  <a:pt x="9128002" y="5078691"/>
                  <a:pt x="9128360" y="5079050"/>
                  <a:pt x="9128360" y="5079050"/>
                </a:cubicBezTo>
                <a:lnTo>
                  <a:pt x="9131893" y="5085191"/>
                </a:lnTo>
                <a:cubicBezTo>
                  <a:pt x="9131995" y="5085396"/>
                  <a:pt x="9131893" y="5085857"/>
                  <a:pt x="9131893" y="5085857"/>
                </a:cubicBezTo>
                <a:lnTo>
                  <a:pt x="9128360" y="5091998"/>
                </a:lnTo>
                <a:cubicBezTo>
                  <a:pt x="9128207" y="5092203"/>
                  <a:pt x="9127746" y="5092356"/>
                  <a:pt x="9127746" y="5092356"/>
                </a:cubicBezTo>
                <a:close/>
                <a:moveTo>
                  <a:pt x="9326050" y="5092356"/>
                </a:moveTo>
                <a:lnTo>
                  <a:pt x="9318987" y="5092356"/>
                </a:lnTo>
                <a:cubicBezTo>
                  <a:pt x="9318730" y="5092356"/>
                  <a:pt x="9318372" y="5091998"/>
                  <a:pt x="9318372" y="5091998"/>
                </a:cubicBezTo>
                <a:lnTo>
                  <a:pt x="9314840" y="5085857"/>
                </a:lnTo>
                <a:cubicBezTo>
                  <a:pt x="9314738" y="5085652"/>
                  <a:pt x="9314840" y="5085191"/>
                  <a:pt x="9314840" y="5085191"/>
                </a:cubicBezTo>
                <a:lnTo>
                  <a:pt x="9318372" y="5079050"/>
                </a:lnTo>
                <a:cubicBezTo>
                  <a:pt x="9318526" y="5078844"/>
                  <a:pt x="9318987" y="5078691"/>
                  <a:pt x="9318987" y="5078691"/>
                </a:cubicBezTo>
                <a:lnTo>
                  <a:pt x="9326050" y="5078691"/>
                </a:lnTo>
                <a:cubicBezTo>
                  <a:pt x="9326307" y="5078691"/>
                  <a:pt x="9326664" y="5079050"/>
                  <a:pt x="9326664" y="5079050"/>
                </a:cubicBezTo>
                <a:lnTo>
                  <a:pt x="9330196" y="5085191"/>
                </a:lnTo>
                <a:cubicBezTo>
                  <a:pt x="9330297" y="5085396"/>
                  <a:pt x="9330196" y="5085857"/>
                  <a:pt x="9330196" y="5085857"/>
                </a:cubicBezTo>
                <a:lnTo>
                  <a:pt x="9326664" y="5091998"/>
                </a:lnTo>
                <a:cubicBezTo>
                  <a:pt x="9326510" y="5092203"/>
                  <a:pt x="9326050" y="5092356"/>
                  <a:pt x="9326050" y="5092356"/>
                </a:cubicBezTo>
                <a:close/>
                <a:moveTo>
                  <a:pt x="9524204" y="5092356"/>
                </a:moveTo>
                <a:lnTo>
                  <a:pt x="9517140" y="5092356"/>
                </a:lnTo>
                <a:cubicBezTo>
                  <a:pt x="9516885" y="5092356"/>
                  <a:pt x="9516526" y="5091998"/>
                  <a:pt x="9516526" y="5091998"/>
                </a:cubicBezTo>
                <a:lnTo>
                  <a:pt x="9512996" y="5085857"/>
                </a:lnTo>
                <a:cubicBezTo>
                  <a:pt x="9512894" y="5085652"/>
                  <a:pt x="9512996" y="5085191"/>
                  <a:pt x="9512996" y="5085191"/>
                </a:cubicBezTo>
                <a:lnTo>
                  <a:pt x="9516526" y="5079050"/>
                </a:lnTo>
                <a:cubicBezTo>
                  <a:pt x="9516681" y="5078844"/>
                  <a:pt x="9517140" y="5078691"/>
                  <a:pt x="9517140" y="5078691"/>
                </a:cubicBezTo>
                <a:lnTo>
                  <a:pt x="9524204" y="5078691"/>
                </a:lnTo>
                <a:cubicBezTo>
                  <a:pt x="9524461" y="5078691"/>
                  <a:pt x="9524818" y="5079050"/>
                  <a:pt x="9524818" y="5079050"/>
                </a:cubicBezTo>
                <a:lnTo>
                  <a:pt x="9528352" y="5085191"/>
                </a:lnTo>
                <a:cubicBezTo>
                  <a:pt x="9528454" y="5085396"/>
                  <a:pt x="9528352" y="5085857"/>
                  <a:pt x="9528352" y="5085857"/>
                </a:cubicBezTo>
                <a:lnTo>
                  <a:pt x="9524818" y="5091998"/>
                </a:lnTo>
                <a:cubicBezTo>
                  <a:pt x="9524664" y="5092203"/>
                  <a:pt x="9524204" y="5092356"/>
                  <a:pt x="9524204" y="5092356"/>
                </a:cubicBezTo>
                <a:close/>
                <a:moveTo>
                  <a:pt x="9722568" y="5092356"/>
                </a:moveTo>
                <a:lnTo>
                  <a:pt x="9715506" y="5092356"/>
                </a:lnTo>
                <a:cubicBezTo>
                  <a:pt x="9715249" y="5092356"/>
                  <a:pt x="9714891" y="5091998"/>
                  <a:pt x="9714891" y="5091998"/>
                </a:cubicBezTo>
                <a:lnTo>
                  <a:pt x="9711360" y="5085857"/>
                </a:lnTo>
                <a:cubicBezTo>
                  <a:pt x="9711257" y="5085652"/>
                  <a:pt x="9711360" y="5085191"/>
                  <a:pt x="9711360" y="5085191"/>
                </a:cubicBezTo>
                <a:lnTo>
                  <a:pt x="9714891" y="5079050"/>
                </a:lnTo>
                <a:cubicBezTo>
                  <a:pt x="9715044" y="5078844"/>
                  <a:pt x="9715506" y="5078691"/>
                  <a:pt x="9715506" y="5078691"/>
                </a:cubicBezTo>
                <a:lnTo>
                  <a:pt x="9722568" y="5078691"/>
                </a:lnTo>
                <a:cubicBezTo>
                  <a:pt x="9722823" y="5078691"/>
                  <a:pt x="9723182" y="5079050"/>
                  <a:pt x="9723182" y="5079050"/>
                </a:cubicBezTo>
                <a:lnTo>
                  <a:pt x="9726714" y="5085191"/>
                </a:lnTo>
                <a:cubicBezTo>
                  <a:pt x="9726816" y="5085396"/>
                  <a:pt x="9726714" y="5085857"/>
                  <a:pt x="9726714" y="5085857"/>
                </a:cubicBezTo>
                <a:lnTo>
                  <a:pt x="9723182" y="5091998"/>
                </a:lnTo>
                <a:cubicBezTo>
                  <a:pt x="9723028" y="5092203"/>
                  <a:pt x="9722568" y="5092356"/>
                  <a:pt x="9722568" y="5092356"/>
                </a:cubicBezTo>
                <a:close/>
                <a:moveTo>
                  <a:pt x="9920730" y="5092356"/>
                </a:moveTo>
                <a:lnTo>
                  <a:pt x="9913667" y="5092356"/>
                </a:lnTo>
                <a:cubicBezTo>
                  <a:pt x="9913412" y="5092356"/>
                  <a:pt x="9913053" y="5091998"/>
                  <a:pt x="9913053" y="5091998"/>
                </a:cubicBezTo>
                <a:lnTo>
                  <a:pt x="9909522" y="5085857"/>
                </a:lnTo>
                <a:cubicBezTo>
                  <a:pt x="9909420" y="5085652"/>
                  <a:pt x="9909522" y="5085191"/>
                  <a:pt x="9909522" y="5085191"/>
                </a:cubicBezTo>
                <a:lnTo>
                  <a:pt x="9913053" y="5079050"/>
                </a:lnTo>
                <a:cubicBezTo>
                  <a:pt x="9913207" y="5078844"/>
                  <a:pt x="9913667" y="5078691"/>
                  <a:pt x="9913667" y="5078691"/>
                </a:cubicBezTo>
                <a:lnTo>
                  <a:pt x="9920730" y="5078691"/>
                </a:lnTo>
                <a:cubicBezTo>
                  <a:pt x="9920987" y="5078691"/>
                  <a:pt x="9921344" y="5079050"/>
                  <a:pt x="9921344" y="5079050"/>
                </a:cubicBezTo>
                <a:lnTo>
                  <a:pt x="9924877" y="5085191"/>
                </a:lnTo>
                <a:cubicBezTo>
                  <a:pt x="9924979" y="5085396"/>
                  <a:pt x="9924877" y="5085857"/>
                  <a:pt x="9924877" y="5085857"/>
                </a:cubicBezTo>
                <a:lnTo>
                  <a:pt x="9921344" y="5091998"/>
                </a:lnTo>
                <a:cubicBezTo>
                  <a:pt x="9921191" y="5092203"/>
                  <a:pt x="9920730" y="5092356"/>
                  <a:pt x="9920730" y="5092356"/>
                </a:cubicBezTo>
                <a:close/>
                <a:moveTo>
                  <a:pt x="10118960" y="5092356"/>
                </a:moveTo>
                <a:lnTo>
                  <a:pt x="10111897" y="5092356"/>
                </a:lnTo>
                <a:cubicBezTo>
                  <a:pt x="10111641" y="5092356"/>
                  <a:pt x="10111283" y="5091998"/>
                  <a:pt x="10111283" y="5091998"/>
                </a:cubicBezTo>
                <a:lnTo>
                  <a:pt x="10107752" y="5085857"/>
                </a:lnTo>
                <a:cubicBezTo>
                  <a:pt x="10107649" y="5085652"/>
                  <a:pt x="10107752" y="5085191"/>
                  <a:pt x="10107752" y="5085191"/>
                </a:cubicBezTo>
                <a:lnTo>
                  <a:pt x="10111283" y="5079050"/>
                </a:lnTo>
                <a:cubicBezTo>
                  <a:pt x="10111436" y="5078844"/>
                  <a:pt x="10111897" y="5078691"/>
                  <a:pt x="10111897" y="5078691"/>
                </a:cubicBezTo>
                <a:lnTo>
                  <a:pt x="10118960" y="5078691"/>
                </a:lnTo>
                <a:cubicBezTo>
                  <a:pt x="10119217" y="5078691"/>
                  <a:pt x="10119575" y="5079050"/>
                  <a:pt x="10119575" y="5079050"/>
                </a:cubicBezTo>
                <a:lnTo>
                  <a:pt x="10123106" y="5085191"/>
                </a:lnTo>
                <a:cubicBezTo>
                  <a:pt x="10123209" y="5085396"/>
                  <a:pt x="10123106" y="5085857"/>
                  <a:pt x="10123106" y="5085857"/>
                </a:cubicBezTo>
                <a:lnTo>
                  <a:pt x="10119575" y="5091998"/>
                </a:lnTo>
                <a:cubicBezTo>
                  <a:pt x="10119421" y="5092203"/>
                  <a:pt x="10118960" y="5092356"/>
                  <a:pt x="10118960" y="5092356"/>
                </a:cubicBezTo>
                <a:close/>
                <a:moveTo>
                  <a:pt x="10317193" y="5092356"/>
                </a:moveTo>
                <a:lnTo>
                  <a:pt x="10310130" y="5092356"/>
                </a:lnTo>
                <a:cubicBezTo>
                  <a:pt x="10309874" y="5092356"/>
                  <a:pt x="10309516" y="5091998"/>
                  <a:pt x="10309516" y="5091998"/>
                </a:cubicBezTo>
                <a:lnTo>
                  <a:pt x="10305984" y="5085857"/>
                </a:lnTo>
                <a:cubicBezTo>
                  <a:pt x="10305882" y="5085652"/>
                  <a:pt x="10305984" y="5085191"/>
                  <a:pt x="10305984" y="5085191"/>
                </a:cubicBezTo>
                <a:lnTo>
                  <a:pt x="10309516" y="5079050"/>
                </a:lnTo>
                <a:cubicBezTo>
                  <a:pt x="10309670" y="5078844"/>
                  <a:pt x="10310130" y="5078691"/>
                  <a:pt x="10310130" y="5078691"/>
                </a:cubicBezTo>
                <a:lnTo>
                  <a:pt x="10317193" y="5078691"/>
                </a:lnTo>
                <a:cubicBezTo>
                  <a:pt x="10317449" y="5078691"/>
                  <a:pt x="10317808" y="5079050"/>
                  <a:pt x="10317808" y="5079050"/>
                </a:cubicBezTo>
                <a:lnTo>
                  <a:pt x="10321339" y="5085191"/>
                </a:lnTo>
                <a:cubicBezTo>
                  <a:pt x="10321442" y="5085396"/>
                  <a:pt x="10321339" y="5085857"/>
                  <a:pt x="10321339" y="5085857"/>
                </a:cubicBezTo>
                <a:lnTo>
                  <a:pt x="10317808" y="5091998"/>
                </a:lnTo>
                <a:cubicBezTo>
                  <a:pt x="10317654" y="5092203"/>
                  <a:pt x="10317193" y="5092356"/>
                  <a:pt x="10317193" y="5092356"/>
                </a:cubicBezTo>
                <a:close/>
                <a:moveTo>
                  <a:pt x="407754" y="5255730"/>
                </a:moveTo>
                <a:lnTo>
                  <a:pt x="400692" y="5255730"/>
                </a:lnTo>
                <a:cubicBezTo>
                  <a:pt x="400436" y="5255730"/>
                  <a:pt x="400078" y="5255372"/>
                  <a:pt x="400078" y="5255372"/>
                </a:cubicBezTo>
                <a:lnTo>
                  <a:pt x="396546" y="5249230"/>
                </a:lnTo>
                <a:cubicBezTo>
                  <a:pt x="396444" y="5249025"/>
                  <a:pt x="396546" y="5248564"/>
                  <a:pt x="396546" y="5248564"/>
                </a:cubicBezTo>
                <a:lnTo>
                  <a:pt x="400078" y="5242423"/>
                </a:lnTo>
                <a:cubicBezTo>
                  <a:pt x="400231" y="5242218"/>
                  <a:pt x="400692" y="5242064"/>
                  <a:pt x="400692" y="5242064"/>
                </a:cubicBezTo>
                <a:lnTo>
                  <a:pt x="407754" y="5242064"/>
                </a:lnTo>
                <a:cubicBezTo>
                  <a:pt x="408011" y="5242064"/>
                  <a:pt x="408369" y="5242423"/>
                  <a:pt x="408369" y="5242423"/>
                </a:cubicBezTo>
                <a:lnTo>
                  <a:pt x="411900" y="5248564"/>
                </a:lnTo>
                <a:cubicBezTo>
                  <a:pt x="412002" y="5248769"/>
                  <a:pt x="411900" y="5249230"/>
                  <a:pt x="411900" y="5249230"/>
                </a:cubicBezTo>
                <a:lnTo>
                  <a:pt x="408369" y="5255372"/>
                </a:lnTo>
                <a:cubicBezTo>
                  <a:pt x="408214" y="5255576"/>
                  <a:pt x="407754" y="5255730"/>
                  <a:pt x="407754" y="5255730"/>
                </a:cubicBezTo>
                <a:close/>
                <a:moveTo>
                  <a:pt x="1795378" y="5255737"/>
                </a:moveTo>
                <a:lnTo>
                  <a:pt x="1788315" y="5255737"/>
                </a:lnTo>
                <a:cubicBezTo>
                  <a:pt x="1788060" y="5255737"/>
                  <a:pt x="1787701" y="5255379"/>
                  <a:pt x="1787701" y="5255379"/>
                </a:cubicBezTo>
                <a:lnTo>
                  <a:pt x="1784170" y="5249237"/>
                </a:lnTo>
                <a:cubicBezTo>
                  <a:pt x="1784067" y="5249032"/>
                  <a:pt x="1784170" y="5248571"/>
                  <a:pt x="1784170" y="5248571"/>
                </a:cubicBezTo>
                <a:lnTo>
                  <a:pt x="1787701" y="5242431"/>
                </a:lnTo>
                <a:cubicBezTo>
                  <a:pt x="1787854" y="5242225"/>
                  <a:pt x="1788315" y="5242072"/>
                  <a:pt x="1788315" y="5242072"/>
                </a:cubicBezTo>
                <a:lnTo>
                  <a:pt x="1795378" y="5242072"/>
                </a:lnTo>
                <a:cubicBezTo>
                  <a:pt x="1795634" y="5242072"/>
                  <a:pt x="1795992" y="5242431"/>
                  <a:pt x="1795992" y="5242431"/>
                </a:cubicBezTo>
                <a:lnTo>
                  <a:pt x="1799524" y="5248571"/>
                </a:lnTo>
                <a:cubicBezTo>
                  <a:pt x="1799626" y="5248776"/>
                  <a:pt x="1799524" y="5249237"/>
                  <a:pt x="1799524" y="5249237"/>
                </a:cubicBezTo>
                <a:lnTo>
                  <a:pt x="1795992" y="5255379"/>
                </a:lnTo>
                <a:cubicBezTo>
                  <a:pt x="1795838" y="5255584"/>
                  <a:pt x="1795378" y="5255737"/>
                  <a:pt x="1795378" y="5255737"/>
                </a:cubicBezTo>
                <a:close/>
                <a:moveTo>
                  <a:pt x="1200704" y="5255752"/>
                </a:moveTo>
                <a:lnTo>
                  <a:pt x="1193642" y="5255752"/>
                </a:lnTo>
                <a:cubicBezTo>
                  <a:pt x="1193386" y="5255752"/>
                  <a:pt x="1193028" y="5255393"/>
                  <a:pt x="1193028" y="5255393"/>
                </a:cubicBezTo>
                <a:lnTo>
                  <a:pt x="1189495" y="5249251"/>
                </a:lnTo>
                <a:cubicBezTo>
                  <a:pt x="1189393" y="5249047"/>
                  <a:pt x="1189495" y="5248587"/>
                  <a:pt x="1189495" y="5248587"/>
                </a:cubicBezTo>
                <a:lnTo>
                  <a:pt x="1193028" y="5242445"/>
                </a:lnTo>
                <a:cubicBezTo>
                  <a:pt x="1193180" y="5242242"/>
                  <a:pt x="1193642" y="5242088"/>
                  <a:pt x="1193642" y="5242088"/>
                </a:cubicBezTo>
                <a:lnTo>
                  <a:pt x="1200704" y="5242088"/>
                </a:lnTo>
                <a:cubicBezTo>
                  <a:pt x="1200960" y="5242088"/>
                  <a:pt x="1201318" y="5242445"/>
                  <a:pt x="1201318" y="5242445"/>
                </a:cubicBezTo>
                <a:lnTo>
                  <a:pt x="1204850" y="5248587"/>
                </a:lnTo>
                <a:cubicBezTo>
                  <a:pt x="1204952" y="5248790"/>
                  <a:pt x="1204850" y="5249251"/>
                  <a:pt x="1204850" y="5249251"/>
                </a:cubicBezTo>
                <a:lnTo>
                  <a:pt x="1201318" y="5255393"/>
                </a:lnTo>
                <a:cubicBezTo>
                  <a:pt x="1201165" y="5255597"/>
                  <a:pt x="1200704" y="5255752"/>
                  <a:pt x="1200704" y="5255752"/>
                </a:cubicBezTo>
                <a:close/>
                <a:moveTo>
                  <a:pt x="209480" y="5255756"/>
                </a:moveTo>
                <a:lnTo>
                  <a:pt x="202416" y="5255756"/>
                </a:lnTo>
                <a:cubicBezTo>
                  <a:pt x="202160" y="5255756"/>
                  <a:pt x="201803" y="5255397"/>
                  <a:pt x="201803" y="5255397"/>
                </a:cubicBezTo>
                <a:lnTo>
                  <a:pt x="198270" y="5249255"/>
                </a:lnTo>
                <a:cubicBezTo>
                  <a:pt x="198168" y="5249050"/>
                  <a:pt x="198270" y="5248589"/>
                  <a:pt x="198270" y="5248589"/>
                </a:cubicBezTo>
                <a:lnTo>
                  <a:pt x="201803" y="5242450"/>
                </a:lnTo>
                <a:cubicBezTo>
                  <a:pt x="201955" y="5242244"/>
                  <a:pt x="202416" y="5242092"/>
                  <a:pt x="202416" y="5242092"/>
                </a:cubicBezTo>
                <a:lnTo>
                  <a:pt x="209480" y="5242092"/>
                </a:lnTo>
                <a:cubicBezTo>
                  <a:pt x="209735" y="5242092"/>
                  <a:pt x="210094" y="5242450"/>
                  <a:pt x="210094" y="5242450"/>
                </a:cubicBezTo>
                <a:lnTo>
                  <a:pt x="213625" y="5248589"/>
                </a:lnTo>
                <a:cubicBezTo>
                  <a:pt x="213727" y="5248795"/>
                  <a:pt x="213625" y="5249255"/>
                  <a:pt x="213625" y="5249255"/>
                </a:cubicBezTo>
                <a:lnTo>
                  <a:pt x="210094" y="5255397"/>
                </a:lnTo>
                <a:cubicBezTo>
                  <a:pt x="209940" y="5255602"/>
                  <a:pt x="209480" y="5255756"/>
                  <a:pt x="209480" y="5255756"/>
                </a:cubicBezTo>
                <a:close/>
                <a:moveTo>
                  <a:pt x="804204" y="5255758"/>
                </a:moveTo>
                <a:lnTo>
                  <a:pt x="797140" y="5255758"/>
                </a:lnTo>
                <a:cubicBezTo>
                  <a:pt x="796886" y="5255758"/>
                  <a:pt x="796526" y="5255399"/>
                  <a:pt x="796526" y="5255399"/>
                </a:cubicBezTo>
                <a:lnTo>
                  <a:pt x="792995" y="5249255"/>
                </a:lnTo>
                <a:cubicBezTo>
                  <a:pt x="792893" y="5249052"/>
                  <a:pt x="792995" y="5248593"/>
                  <a:pt x="792995" y="5248593"/>
                </a:cubicBezTo>
                <a:lnTo>
                  <a:pt x="796526" y="5242452"/>
                </a:lnTo>
                <a:cubicBezTo>
                  <a:pt x="796680" y="5242247"/>
                  <a:pt x="797140" y="5242092"/>
                  <a:pt x="797140" y="5242092"/>
                </a:cubicBezTo>
                <a:lnTo>
                  <a:pt x="804204" y="5242092"/>
                </a:lnTo>
                <a:cubicBezTo>
                  <a:pt x="804460" y="5242092"/>
                  <a:pt x="804818" y="5242452"/>
                  <a:pt x="804818" y="5242452"/>
                </a:cubicBezTo>
                <a:lnTo>
                  <a:pt x="808350" y="5248593"/>
                </a:lnTo>
                <a:cubicBezTo>
                  <a:pt x="808452" y="5248796"/>
                  <a:pt x="808350" y="5249255"/>
                  <a:pt x="808350" y="5249255"/>
                </a:cubicBezTo>
                <a:lnTo>
                  <a:pt x="804818" y="5255399"/>
                </a:lnTo>
                <a:cubicBezTo>
                  <a:pt x="804665" y="5255604"/>
                  <a:pt x="804204" y="5255758"/>
                  <a:pt x="804204" y="5255758"/>
                </a:cubicBezTo>
                <a:close/>
                <a:moveTo>
                  <a:pt x="1993654" y="5255760"/>
                </a:moveTo>
                <a:lnTo>
                  <a:pt x="1986590" y="5255760"/>
                </a:lnTo>
                <a:cubicBezTo>
                  <a:pt x="1986336" y="5255760"/>
                  <a:pt x="1985976" y="5255403"/>
                  <a:pt x="1985976" y="5255403"/>
                </a:cubicBezTo>
                <a:lnTo>
                  <a:pt x="1982445" y="5249260"/>
                </a:lnTo>
                <a:cubicBezTo>
                  <a:pt x="1982343" y="5249054"/>
                  <a:pt x="1982445" y="5248596"/>
                  <a:pt x="1982445" y="5248596"/>
                </a:cubicBezTo>
                <a:lnTo>
                  <a:pt x="1985976" y="5242452"/>
                </a:lnTo>
                <a:cubicBezTo>
                  <a:pt x="1986130" y="5242249"/>
                  <a:pt x="1986590" y="5242096"/>
                  <a:pt x="1986590" y="5242096"/>
                </a:cubicBezTo>
                <a:lnTo>
                  <a:pt x="1993654" y="5242096"/>
                </a:lnTo>
                <a:cubicBezTo>
                  <a:pt x="1993910" y="5242096"/>
                  <a:pt x="1994268" y="5242452"/>
                  <a:pt x="1994268" y="5242452"/>
                </a:cubicBezTo>
                <a:lnTo>
                  <a:pt x="1997800" y="5248596"/>
                </a:lnTo>
                <a:cubicBezTo>
                  <a:pt x="1997902" y="5248799"/>
                  <a:pt x="1997800" y="5249260"/>
                  <a:pt x="1997800" y="5249260"/>
                </a:cubicBezTo>
                <a:lnTo>
                  <a:pt x="1994268" y="5255403"/>
                </a:lnTo>
                <a:cubicBezTo>
                  <a:pt x="1994114" y="5255605"/>
                  <a:pt x="1993654" y="5255760"/>
                  <a:pt x="1993654" y="5255760"/>
                </a:cubicBezTo>
                <a:close/>
                <a:moveTo>
                  <a:pt x="11254" y="5255762"/>
                </a:moveTo>
                <a:lnTo>
                  <a:pt x="4192" y="5255762"/>
                </a:lnTo>
                <a:cubicBezTo>
                  <a:pt x="3935" y="5255762"/>
                  <a:pt x="3578" y="5255403"/>
                  <a:pt x="3578" y="5255403"/>
                </a:cubicBezTo>
                <a:lnTo>
                  <a:pt x="46" y="5249262"/>
                </a:lnTo>
                <a:cubicBezTo>
                  <a:pt x="-57" y="5249058"/>
                  <a:pt x="46" y="5248597"/>
                  <a:pt x="46" y="5248597"/>
                </a:cubicBezTo>
                <a:lnTo>
                  <a:pt x="3578" y="5242455"/>
                </a:lnTo>
                <a:cubicBezTo>
                  <a:pt x="3731" y="5242252"/>
                  <a:pt x="4192" y="5242098"/>
                  <a:pt x="4192" y="5242098"/>
                </a:cubicBezTo>
                <a:lnTo>
                  <a:pt x="11254" y="5242098"/>
                </a:lnTo>
                <a:cubicBezTo>
                  <a:pt x="11511" y="5242098"/>
                  <a:pt x="11868" y="5242455"/>
                  <a:pt x="11868" y="5242455"/>
                </a:cubicBezTo>
                <a:lnTo>
                  <a:pt x="15400" y="5248597"/>
                </a:lnTo>
                <a:cubicBezTo>
                  <a:pt x="15503" y="5248800"/>
                  <a:pt x="15400" y="5249262"/>
                  <a:pt x="15400" y="5249262"/>
                </a:cubicBezTo>
                <a:lnTo>
                  <a:pt x="11868" y="5255403"/>
                </a:lnTo>
                <a:cubicBezTo>
                  <a:pt x="11716" y="5255608"/>
                  <a:pt x="11254" y="5255762"/>
                  <a:pt x="11254" y="5255762"/>
                </a:cubicBezTo>
                <a:close/>
                <a:moveTo>
                  <a:pt x="1597154" y="5255763"/>
                </a:moveTo>
                <a:lnTo>
                  <a:pt x="1590090" y="5255763"/>
                </a:lnTo>
                <a:cubicBezTo>
                  <a:pt x="1589834" y="5255763"/>
                  <a:pt x="1589476" y="5255405"/>
                  <a:pt x="1589476" y="5255405"/>
                </a:cubicBezTo>
                <a:lnTo>
                  <a:pt x="1585944" y="5249264"/>
                </a:lnTo>
                <a:cubicBezTo>
                  <a:pt x="1585842" y="5249060"/>
                  <a:pt x="1585944" y="5248598"/>
                  <a:pt x="1585944" y="5248598"/>
                </a:cubicBezTo>
                <a:lnTo>
                  <a:pt x="1589476" y="5242459"/>
                </a:lnTo>
                <a:cubicBezTo>
                  <a:pt x="1589630" y="5242253"/>
                  <a:pt x="1590090" y="5242099"/>
                  <a:pt x="1590090" y="5242099"/>
                </a:cubicBezTo>
                <a:lnTo>
                  <a:pt x="1597154" y="5242099"/>
                </a:lnTo>
                <a:cubicBezTo>
                  <a:pt x="1597409" y="5242099"/>
                  <a:pt x="1597768" y="5242459"/>
                  <a:pt x="1597768" y="5242459"/>
                </a:cubicBezTo>
                <a:lnTo>
                  <a:pt x="1601298" y="5248598"/>
                </a:lnTo>
                <a:cubicBezTo>
                  <a:pt x="1601401" y="5248804"/>
                  <a:pt x="1601298" y="5249264"/>
                  <a:pt x="1601298" y="5249264"/>
                </a:cubicBezTo>
                <a:lnTo>
                  <a:pt x="1597768" y="5255405"/>
                </a:lnTo>
                <a:cubicBezTo>
                  <a:pt x="1597614" y="5255610"/>
                  <a:pt x="1597154" y="5255763"/>
                  <a:pt x="1597154" y="5255763"/>
                </a:cubicBezTo>
                <a:close/>
                <a:moveTo>
                  <a:pt x="1398928" y="5255773"/>
                </a:moveTo>
                <a:lnTo>
                  <a:pt x="1391866" y="5255773"/>
                </a:lnTo>
                <a:cubicBezTo>
                  <a:pt x="1391610" y="5255773"/>
                  <a:pt x="1391252" y="5255415"/>
                  <a:pt x="1391252" y="5255415"/>
                </a:cubicBezTo>
                <a:lnTo>
                  <a:pt x="1387720" y="5249272"/>
                </a:lnTo>
                <a:cubicBezTo>
                  <a:pt x="1387617" y="5249067"/>
                  <a:pt x="1387720" y="5248607"/>
                  <a:pt x="1387720" y="5248607"/>
                </a:cubicBezTo>
                <a:lnTo>
                  <a:pt x="1391252" y="5242467"/>
                </a:lnTo>
                <a:cubicBezTo>
                  <a:pt x="1391406" y="5242262"/>
                  <a:pt x="1391866" y="5242109"/>
                  <a:pt x="1391866" y="5242109"/>
                </a:cubicBezTo>
                <a:lnTo>
                  <a:pt x="1398928" y="5242109"/>
                </a:lnTo>
                <a:cubicBezTo>
                  <a:pt x="1399185" y="5242109"/>
                  <a:pt x="1399544" y="5242467"/>
                  <a:pt x="1399544" y="5242467"/>
                </a:cubicBezTo>
                <a:lnTo>
                  <a:pt x="1403074" y="5248607"/>
                </a:lnTo>
                <a:cubicBezTo>
                  <a:pt x="1403177" y="5248813"/>
                  <a:pt x="1403074" y="5249272"/>
                  <a:pt x="1403074" y="5249272"/>
                </a:cubicBezTo>
                <a:lnTo>
                  <a:pt x="1399544" y="5255415"/>
                </a:lnTo>
                <a:cubicBezTo>
                  <a:pt x="1399389" y="5255620"/>
                  <a:pt x="1398928" y="5255773"/>
                  <a:pt x="1398928" y="5255773"/>
                </a:cubicBezTo>
                <a:close/>
                <a:moveTo>
                  <a:pt x="1002428" y="5255793"/>
                </a:moveTo>
                <a:lnTo>
                  <a:pt x="995366" y="5255793"/>
                </a:lnTo>
                <a:cubicBezTo>
                  <a:pt x="995110" y="5255793"/>
                  <a:pt x="994752" y="5255432"/>
                  <a:pt x="994752" y="5255432"/>
                </a:cubicBezTo>
                <a:lnTo>
                  <a:pt x="991220" y="5249291"/>
                </a:lnTo>
                <a:cubicBezTo>
                  <a:pt x="991117" y="5249087"/>
                  <a:pt x="991220" y="5248626"/>
                  <a:pt x="991220" y="5248626"/>
                </a:cubicBezTo>
                <a:lnTo>
                  <a:pt x="994752" y="5242488"/>
                </a:lnTo>
                <a:cubicBezTo>
                  <a:pt x="994905" y="5242283"/>
                  <a:pt x="995366" y="5242130"/>
                  <a:pt x="995366" y="5242130"/>
                </a:cubicBezTo>
                <a:lnTo>
                  <a:pt x="1002428" y="5242130"/>
                </a:lnTo>
                <a:cubicBezTo>
                  <a:pt x="1002685" y="5242130"/>
                  <a:pt x="1003042" y="5242488"/>
                  <a:pt x="1003042" y="5242488"/>
                </a:cubicBezTo>
                <a:lnTo>
                  <a:pt x="1006574" y="5248626"/>
                </a:lnTo>
                <a:cubicBezTo>
                  <a:pt x="1006677" y="5248831"/>
                  <a:pt x="1006574" y="5249291"/>
                  <a:pt x="1006574" y="5249291"/>
                </a:cubicBezTo>
                <a:lnTo>
                  <a:pt x="1003042" y="5255432"/>
                </a:lnTo>
                <a:cubicBezTo>
                  <a:pt x="1002889" y="5255638"/>
                  <a:pt x="1002428" y="5255793"/>
                  <a:pt x="1002428" y="5255793"/>
                </a:cubicBezTo>
                <a:close/>
                <a:moveTo>
                  <a:pt x="605979" y="5255795"/>
                </a:moveTo>
                <a:lnTo>
                  <a:pt x="598916" y="5255795"/>
                </a:lnTo>
                <a:cubicBezTo>
                  <a:pt x="598661" y="5255795"/>
                  <a:pt x="598302" y="5255438"/>
                  <a:pt x="598302" y="5255438"/>
                </a:cubicBezTo>
                <a:lnTo>
                  <a:pt x="594770" y="5249294"/>
                </a:lnTo>
                <a:cubicBezTo>
                  <a:pt x="594668" y="5249090"/>
                  <a:pt x="594770" y="5248633"/>
                  <a:pt x="594770" y="5248633"/>
                </a:cubicBezTo>
                <a:lnTo>
                  <a:pt x="598302" y="5242492"/>
                </a:lnTo>
                <a:cubicBezTo>
                  <a:pt x="598455" y="5242287"/>
                  <a:pt x="598916" y="5242131"/>
                  <a:pt x="598916" y="5242131"/>
                </a:cubicBezTo>
                <a:lnTo>
                  <a:pt x="605979" y="5242131"/>
                </a:lnTo>
                <a:cubicBezTo>
                  <a:pt x="606235" y="5242131"/>
                  <a:pt x="606593" y="5242492"/>
                  <a:pt x="606593" y="5242492"/>
                </a:cubicBezTo>
                <a:lnTo>
                  <a:pt x="610125" y="5248633"/>
                </a:lnTo>
                <a:cubicBezTo>
                  <a:pt x="610227" y="5248834"/>
                  <a:pt x="610125" y="5249294"/>
                  <a:pt x="610125" y="5249294"/>
                </a:cubicBezTo>
                <a:lnTo>
                  <a:pt x="606593" y="5255438"/>
                </a:lnTo>
                <a:cubicBezTo>
                  <a:pt x="606440" y="5255641"/>
                  <a:pt x="605979" y="5255795"/>
                  <a:pt x="605979" y="5255795"/>
                </a:cubicBezTo>
                <a:close/>
                <a:moveTo>
                  <a:pt x="2189611" y="5261510"/>
                </a:moveTo>
                <a:lnTo>
                  <a:pt x="2182548" y="5261510"/>
                </a:lnTo>
                <a:cubicBezTo>
                  <a:pt x="2182291" y="5261510"/>
                  <a:pt x="2181933" y="5261152"/>
                  <a:pt x="2181933" y="5261152"/>
                </a:cubicBezTo>
                <a:lnTo>
                  <a:pt x="2178401" y="5255010"/>
                </a:lnTo>
                <a:cubicBezTo>
                  <a:pt x="2178299" y="5254805"/>
                  <a:pt x="2178401" y="5254345"/>
                  <a:pt x="2178401" y="5254345"/>
                </a:cubicBezTo>
                <a:lnTo>
                  <a:pt x="2181933" y="5248203"/>
                </a:lnTo>
                <a:cubicBezTo>
                  <a:pt x="2182087" y="5247998"/>
                  <a:pt x="2182548" y="5247845"/>
                  <a:pt x="2182548" y="5247845"/>
                </a:cubicBezTo>
                <a:lnTo>
                  <a:pt x="2189611" y="5247845"/>
                </a:lnTo>
                <a:cubicBezTo>
                  <a:pt x="2189865" y="5247845"/>
                  <a:pt x="2190225" y="5248203"/>
                  <a:pt x="2190225" y="5248203"/>
                </a:cubicBezTo>
                <a:lnTo>
                  <a:pt x="2193757" y="5254345"/>
                </a:lnTo>
                <a:cubicBezTo>
                  <a:pt x="2193859" y="5254550"/>
                  <a:pt x="2193757" y="5255010"/>
                  <a:pt x="2193757" y="5255010"/>
                </a:cubicBezTo>
                <a:lnTo>
                  <a:pt x="2190225" y="5261152"/>
                </a:lnTo>
                <a:cubicBezTo>
                  <a:pt x="2190071" y="5261356"/>
                  <a:pt x="2189611" y="5261510"/>
                  <a:pt x="2189611" y="5261510"/>
                </a:cubicBezTo>
                <a:close/>
                <a:moveTo>
                  <a:pt x="2387835" y="5261510"/>
                </a:moveTo>
                <a:lnTo>
                  <a:pt x="2380773" y="5261510"/>
                </a:lnTo>
                <a:cubicBezTo>
                  <a:pt x="2380515" y="5261510"/>
                  <a:pt x="2380159" y="5261152"/>
                  <a:pt x="2380159" y="5261152"/>
                </a:cubicBezTo>
                <a:lnTo>
                  <a:pt x="2376626" y="5255010"/>
                </a:lnTo>
                <a:cubicBezTo>
                  <a:pt x="2376523" y="5254805"/>
                  <a:pt x="2376626" y="5254345"/>
                  <a:pt x="2376626" y="5254345"/>
                </a:cubicBezTo>
                <a:lnTo>
                  <a:pt x="2380159" y="5248203"/>
                </a:lnTo>
                <a:cubicBezTo>
                  <a:pt x="2380312" y="5247998"/>
                  <a:pt x="2380773" y="5247845"/>
                  <a:pt x="2380773" y="5247845"/>
                </a:cubicBezTo>
                <a:lnTo>
                  <a:pt x="2387835" y="5247845"/>
                </a:lnTo>
                <a:cubicBezTo>
                  <a:pt x="2388091" y="5247845"/>
                  <a:pt x="2388449" y="5248203"/>
                  <a:pt x="2388449" y="5248203"/>
                </a:cubicBezTo>
                <a:lnTo>
                  <a:pt x="2391981" y="5254345"/>
                </a:lnTo>
                <a:cubicBezTo>
                  <a:pt x="2392083" y="5254550"/>
                  <a:pt x="2391981" y="5255010"/>
                  <a:pt x="2391981" y="5255010"/>
                </a:cubicBezTo>
                <a:lnTo>
                  <a:pt x="2388449" y="5261152"/>
                </a:lnTo>
                <a:cubicBezTo>
                  <a:pt x="2388296" y="5261356"/>
                  <a:pt x="2387835" y="5261510"/>
                  <a:pt x="2387835" y="5261510"/>
                </a:cubicBezTo>
                <a:close/>
                <a:moveTo>
                  <a:pt x="2586060" y="5261510"/>
                </a:moveTo>
                <a:lnTo>
                  <a:pt x="2578998" y="5261510"/>
                </a:lnTo>
                <a:cubicBezTo>
                  <a:pt x="2578740" y="5261510"/>
                  <a:pt x="2578383" y="5261152"/>
                  <a:pt x="2578383" y="5261152"/>
                </a:cubicBezTo>
                <a:lnTo>
                  <a:pt x="2574850" y="5255010"/>
                </a:lnTo>
                <a:cubicBezTo>
                  <a:pt x="2574749" y="5254805"/>
                  <a:pt x="2574850" y="5254345"/>
                  <a:pt x="2574850" y="5254345"/>
                </a:cubicBezTo>
                <a:lnTo>
                  <a:pt x="2578383" y="5248203"/>
                </a:lnTo>
                <a:cubicBezTo>
                  <a:pt x="2578536" y="5247998"/>
                  <a:pt x="2578998" y="5247845"/>
                  <a:pt x="2578998" y="5247845"/>
                </a:cubicBezTo>
                <a:lnTo>
                  <a:pt x="2586060" y="5247845"/>
                </a:lnTo>
                <a:cubicBezTo>
                  <a:pt x="2586316" y="5247845"/>
                  <a:pt x="2586674" y="5248203"/>
                  <a:pt x="2586674" y="5248203"/>
                </a:cubicBezTo>
                <a:lnTo>
                  <a:pt x="2590205" y="5254345"/>
                </a:lnTo>
                <a:cubicBezTo>
                  <a:pt x="2590308" y="5254550"/>
                  <a:pt x="2590205" y="5255010"/>
                  <a:pt x="2590205" y="5255010"/>
                </a:cubicBezTo>
                <a:lnTo>
                  <a:pt x="2586674" y="5261152"/>
                </a:lnTo>
                <a:cubicBezTo>
                  <a:pt x="2586520" y="5261356"/>
                  <a:pt x="2586060" y="5261510"/>
                  <a:pt x="2586060" y="5261510"/>
                </a:cubicBezTo>
                <a:close/>
                <a:moveTo>
                  <a:pt x="2784284" y="5261510"/>
                </a:moveTo>
                <a:lnTo>
                  <a:pt x="2777221" y="5261510"/>
                </a:lnTo>
                <a:cubicBezTo>
                  <a:pt x="2776966" y="5261510"/>
                  <a:pt x="2776607" y="5261152"/>
                  <a:pt x="2776607" y="5261152"/>
                </a:cubicBezTo>
                <a:lnTo>
                  <a:pt x="2773075" y="5255010"/>
                </a:lnTo>
                <a:cubicBezTo>
                  <a:pt x="2772973" y="5254805"/>
                  <a:pt x="2773075" y="5254345"/>
                  <a:pt x="2773075" y="5254345"/>
                </a:cubicBezTo>
                <a:lnTo>
                  <a:pt x="2776607" y="5248203"/>
                </a:lnTo>
                <a:cubicBezTo>
                  <a:pt x="2776760" y="5247998"/>
                  <a:pt x="2777221" y="5247845"/>
                  <a:pt x="2777221" y="5247845"/>
                </a:cubicBezTo>
                <a:lnTo>
                  <a:pt x="2784284" y="5247845"/>
                </a:lnTo>
                <a:cubicBezTo>
                  <a:pt x="2784540" y="5247845"/>
                  <a:pt x="2784898" y="5248203"/>
                  <a:pt x="2784898" y="5248203"/>
                </a:cubicBezTo>
                <a:lnTo>
                  <a:pt x="2788430" y="5254345"/>
                </a:lnTo>
                <a:cubicBezTo>
                  <a:pt x="2788532" y="5254550"/>
                  <a:pt x="2788430" y="5255010"/>
                  <a:pt x="2788430" y="5255010"/>
                </a:cubicBezTo>
                <a:lnTo>
                  <a:pt x="2784898" y="5261152"/>
                </a:lnTo>
                <a:cubicBezTo>
                  <a:pt x="2784744" y="5261356"/>
                  <a:pt x="2784284" y="5261510"/>
                  <a:pt x="2784284" y="5261510"/>
                </a:cubicBezTo>
                <a:close/>
                <a:moveTo>
                  <a:pt x="2982559" y="5261510"/>
                </a:moveTo>
                <a:lnTo>
                  <a:pt x="2975496" y="5261510"/>
                </a:lnTo>
                <a:cubicBezTo>
                  <a:pt x="2975241" y="5261510"/>
                  <a:pt x="2974882" y="5261152"/>
                  <a:pt x="2974882" y="5261152"/>
                </a:cubicBezTo>
                <a:lnTo>
                  <a:pt x="2971351" y="5255010"/>
                </a:lnTo>
                <a:cubicBezTo>
                  <a:pt x="2971249" y="5254805"/>
                  <a:pt x="2971351" y="5254345"/>
                  <a:pt x="2971351" y="5254345"/>
                </a:cubicBezTo>
                <a:lnTo>
                  <a:pt x="2974882" y="5248203"/>
                </a:lnTo>
                <a:cubicBezTo>
                  <a:pt x="2975036" y="5247998"/>
                  <a:pt x="2975496" y="5247845"/>
                  <a:pt x="2975496" y="5247845"/>
                </a:cubicBezTo>
                <a:lnTo>
                  <a:pt x="2982559" y="5247845"/>
                </a:lnTo>
                <a:cubicBezTo>
                  <a:pt x="2982815" y="5247845"/>
                  <a:pt x="2983173" y="5248203"/>
                  <a:pt x="2983173" y="5248203"/>
                </a:cubicBezTo>
                <a:lnTo>
                  <a:pt x="2986706" y="5254345"/>
                </a:lnTo>
                <a:cubicBezTo>
                  <a:pt x="2986808" y="5254550"/>
                  <a:pt x="2986706" y="5255010"/>
                  <a:pt x="2986706" y="5255010"/>
                </a:cubicBezTo>
                <a:lnTo>
                  <a:pt x="2983173" y="5261152"/>
                </a:lnTo>
                <a:cubicBezTo>
                  <a:pt x="2983020" y="5261356"/>
                  <a:pt x="2982559" y="5261510"/>
                  <a:pt x="2982559" y="5261510"/>
                </a:cubicBezTo>
                <a:close/>
                <a:moveTo>
                  <a:pt x="3180784" y="5261510"/>
                </a:moveTo>
                <a:lnTo>
                  <a:pt x="3173721" y="5261510"/>
                </a:lnTo>
                <a:cubicBezTo>
                  <a:pt x="3173466" y="5261510"/>
                  <a:pt x="3173107" y="5261152"/>
                  <a:pt x="3173107" y="5261152"/>
                </a:cubicBezTo>
                <a:lnTo>
                  <a:pt x="3169576" y="5255010"/>
                </a:lnTo>
                <a:cubicBezTo>
                  <a:pt x="3169473" y="5254805"/>
                  <a:pt x="3169576" y="5254345"/>
                  <a:pt x="3169576" y="5254345"/>
                </a:cubicBezTo>
                <a:lnTo>
                  <a:pt x="3173107" y="5248203"/>
                </a:lnTo>
                <a:cubicBezTo>
                  <a:pt x="3173261" y="5247998"/>
                  <a:pt x="3173721" y="5247845"/>
                  <a:pt x="3173721" y="5247845"/>
                </a:cubicBezTo>
                <a:lnTo>
                  <a:pt x="3180784" y="5247845"/>
                </a:lnTo>
                <a:cubicBezTo>
                  <a:pt x="3181040" y="5247845"/>
                  <a:pt x="3181398" y="5248203"/>
                  <a:pt x="3181398" y="5248203"/>
                </a:cubicBezTo>
                <a:lnTo>
                  <a:pt x="3184931" y="5254345"/>
                </a:lnTo>
                <a:cubicBezTo>
                  <a:pt x="3185033" y="5254550"/>
                  <a:pt x="3184931" y="5255010"/>
                  <a:pt x="3184931" y="5255010"/>
                </a:cubicBezTo>
                <a:lnTo>
                  <a:pt x="3181398" y="5261152"/>
                </a:lnTo>
                <a:cubicBezTo>
                  <a:pt x="3181245" y="5261356"/>
                  <a:pt x="3180784" y="5261510"/>
                  <a:pt x="3180784" y="5261510"/>
                </a:cubicBezTo>
                <a:close/>
                <a:moveTo>
                  <a:pt x="3379008" y="5261510"/>
                </a:moveTo>
                <a:lnTo>
                  <a:pt x="3371947" y="5261510"/>
                </a:lnTo>
                <a:cubicBezTo>
                  <a:pt x="3371690" y="5261510"/>
                  <a:pt x="3371332" y="5261152"/>
                  <a:pt x="3371332" y="5261152"/>
                </a:cubicBezTo>
                <a:lnTo>
                  <a:pt x="3367800" y="5255010"/>
                </a:lnTo>
                <a:cubicBezTo>
                  <a:pt x="3367697" y="5254805"/>
                  <a:pt x="3367800" y="5254345"/>
                  <a:pt x="3367800" y="5254345"/>
                </a:cubicBezTo>
                <a:lnTo>
                  <a:pt x="3371332" y="5248203"/>
                </a:lnTo>
                <a:cubicBezTo>
                  <a:pt x="3371485" y="5247998"/>
                  <a:pt x="3371947" y="5247845"/>
                  <a:pt x="3371947" y="5247845"/>
                </a:cubicBezTo>
                <a:lnTo>
                  <a:pt x="3379008" y="5247845"/>
                </a:lnTo>
                <a:cubicBezTo>
                  <a:pt x="3379265" y="5247845"/>
                  <a:pt x="3379624" y="5248203"/>
                  <a:pt x="3379624" y="5248203"/>
                </a:cubicBezTo>
                <a:lnTo>
                  <a:pt x="3383155" y="5254345"/>
                </a:lnTo>
                <a:cubicBezTo>
                  <a:pt x="3383257" y="5254550"/>
                  <a:pt x="3383155" y="5255010"/>
                  <a:pt x="3383155" y="5255010"/>
                </a:cubicBezTo>
                <a:lnTo>
                  <a:pt x="3379624" y="5261152"/>
                </a:lnTo>
                <a:cubicBezTo>
                  <a:pt x="3379470" y="5261356"/>
                  <a:pt x="3379008" y="5261510"/>
                  <a:pt x="3379008" y="5261510"/>
                </a:cubicBezTo>
                <a:close/>
                <a:moveTo>
                  <a:pt x="3577234" y="5261510"/>
                </a:moveTo>
                <a:lnTo>
                  <a:pt x="3570172" y="5261510"/>
                </a:lnTo>
                <a:cubicBezTo>
                  <a:pt x="3569914" y="5261510"/>
                  <a:pt x="3569557" y="5261152"/>
                  <a:pt x="3569557" y="5261152"/>
                </a:cubicBezTo>
                <a:lnTo>
                  <a:pt x="3566024" y="5255010"/>
                </a:lnTo>
                <a:cubicBezTo>
                  <a:pt x="3565922" y="5254805"/>
                  <a:pt x="3566024" y="5254345"/>
                  <a:pt x="3566024" y="5254345"/>
                </a:cubicBezTo>
                <a:lnTo>
                  <a:pt x="3569557" y="5248203"/>
                </a:lnTo>
                <a:cubicBezTo>
                  <a:pt x="3569709" y="5247998"/>
                  <a:pt x="3570172" y="5247845"/>
                  <a:pt x="3570172" y="5247845"/>
                </a:cubicBezTo>
                <a:lnTo>
                  <a:pt x="3577234" y="5247845"/>
                </a:lnTo>
                <a:cubicBezTo>
                  <a:pt x="3577489" y="5247845"/>
                  <a:pt x="3577848" y="5248203"/>
                  <a:pt x="3577848" y="5248203"/>
                </a:cubicBezTo>
                <a:lnTo>
                  <a:pt x="3581379" y="5254345"/>
                </a:lnTo>
                <a:cubicBezTo>
                  <a:pt x="3581481" y="5254550"/>
                  <a:pt x="3581379" y="5255010"/>
                  <a:pt x="3581379" y="5255010"/>
                </a:cubicBezTo>
                <a:lnTo>
                  <a:pt x="3577848" y="5261152"/>
                </a:lnTo>
                <a:cubicBezTo>
                  <a:pt x="3577694" y="5261356"/>
                  <a:pt x="3577234" y="5261510"/>
                  <a:pt x="3577234" y="5261510"/>
                </a:cubicBezTo>
                <a:close/>
                <a:moveTo>
                  <a:pt x="3775459" y="5261510"/>
                </a:moveTo>
                <a:lnTo>
                  <a:pt x="3768396" y="5261510"/>
                </a:lnTo>
                <a:cubicBezTo>
                  <a:pt x="3768139" y="5261510"/>
                  <a:pt x="3767781" y="5261152"/>
                  <a:pt x="3767781" y="5261152"/>
                </a:cubicBezTo>
                <a:lnTo>
                  <a:pt x="3764249" y="5255010"/>
                </a:lnTo>
                <a:cubicBezTo>
                  <a:pt x="3764147" y="5254805"/>
                  <a:pt x="3764249" y="5254345"/>
                  <a:pt x="3764249" y="5254345"/>
                </a:cubicBezTo>
                <a:lnTo>
                  <a:pt x="3767781" y="5248203"/>
                </a:lnTo>
                <a:cubicBezTo>
                  <a:pt x="3767935" y="5247998"/>
                  <a:pt x="3768396" y="5247845"/>
                  <a:pt x="3768396" y="5247845"/>
                </a:cubicBezTo>
                <a:lnTo>
                  <a:pt x="3775459" y="5247845"/>
                </a:lnTo>
                <a:cubicBezTo>
                  <a:pt x="3775713" y="5247845"/>
                  <a:pt x="3776073" y="5248203"/>
                  <a:pt x="3776073" y="5248203"/>
                </a:cubicBezTo>
                <a:lnTo>
                  <a:pt x="3779604" y="5254345"/>
                </a:lnTo>
                <a:cubicBezTo>
                  <a:pt x="3779706" y="5254550"/>
                  <a:pt x="3779604" y="5255010"/>
                  <a:pt x="3779604" y="5255010"/>
                </a:cubicBezTo>
                <a:lnTo>
                  <a:pt x="3776073" y="5261152"/>
                </a:lnTo>
                <a:cubicBezTo>
                  <a:pt x="3775919" y="5261356"/>
                  <a:pt x="3775459" y="5261510"/>
                  <a:pt x="3775459" y="5261510"/>
                </a:cubicBezTo>
                <a:close/>
                <a:moveTo>
                  <a:pt x="3973734" y="5261510"/>
                </a:moveTo>
                <a:lnTo>
                  <a:pt x="3966671" y="5261510"/>
                </a:lnTo>
                <a:cubicBezTo>
                  <a:pt x="3966415" y="5261510"/>
                  <a:pt x="3966057" y="5261152"/>
                  <a:pt x="3966057" y="5261152"/>
                </a:cubicBezTo>
                <a:lnTo>
                  <a:pt x="3962525" y="5255010"/>
                </a:lnTo>
                <a:cubicBezTo>
                  <a:pt x="3962423" y="5254805"/>
                  <a:pt x="3962525" y="5254345"/>
                  <a:pt x="3962525" y="5254345"/>
                </a:cubicBezTo>
                <a:lnTo>
                  <a:pt x="3966057" y="5248203"/>
                </a:lnTo>
                <a:cubicBezTo>
                  <a:pt x="3966211" y="5247998"/>
                  <a:pt x="3966671" y="5247845"/>
                  <a:pt x="3966671" y="5247845"/>
                </a:cubicBezTo>
                <a:lnTo>
                  <a:pt x="3973734" y="5247845"/>
                </a:lnTo>
                <a:cubicBezTo>
                  <a:pt x="3973990" y="5247845"/>
                  <a:pt x="3974348" y="5248203"/>
                  <a:pt x="3974348" y="5248203"/>
                </a:cubicBezTo>
                <a:lnTo>
                  <a:pt x="3977880" y="5254345"/>
                </a:lnTo>
                <a:cubicBezTo>
                  <a:pt x="3977982" y="5254550"/>
                  <a:pt x="3977880" y="5255010"/>
                  <a:pt x="3977880" y="5255010"/>
                </a:cubicBezTo>
                <a:lnTo>
                  <a:pt x="3974348" y="5261152"/>
                </a:lnTo>
                <a:cubicBezTo>
                  <a:pt x="3974195" y="5261356"/>
                  <a:pt x="3973734" y="5261510"/>
                  <a:pt x="3973734" y="5261510"/>
                </a:cubicBezTo>
                <a:close/>
                <a:moveTo>
                  <a:pt x="4171959" y="5261510"/>
                </a:moveTo>
                <a:lnTo>
                  <a:pt x="4164896" y="5261510"/>
                </a:lnTo>
                <a:cubicBezTo>
                  <a:pt x="4164640" y="5261510"/>
                  <a:pt x="4164282" y="5261152"/>
                  <a:pt x="4164282" y="5261152"/>
                </a:cubicBezTo>
                <a:lnTo>
                  <a:pt x="4160751" y="5255010"/>
                </a:lnTo>
                <a:cubicBezTo>
                  <a:pt x="4160648" y="5254805"/>
                  <a:pt x="4160751" y="5254345"/>
                  <a:pt x="4160751" y="5254345"/>
                </a:cubicBezTo>
                <a:lnTo>
                  <a:pt x="4164282" y="5248203"/>
                </a:lnTo>
                <a:cubicBezTo>
                  <a:pt x="4164435" y="5247998"/>
                  <a:pt x="4164896" y="5247845"/>
                  <a:pt x="4164896" y="5247845"/>
                </a:cubicBezTo>
                <a:lnTo>
                  <a:pt x="4171959" y="5247845"/>
                </a:lnTo>
                <a:cubicBezTo>
                  <a:pt x="4172215" y="5247845"/>
                  <a:pt x="4172573" y="5248203"/>
                  <a:pt x="4172573" y="5248203"/>
                </a:cubicBezTo>
                <a:lnTo>
                  <a:pt x="4176105" y="5254345"/>
                </a:lnTo>
                <a:cubicBezTo>
                  <a:pt x="4176207" y="5254550"/>
                  <a:pt x="4176105" y="5255010"/>
                  <a:pt x="4176105" y="5255010"/>
                </a:cubicBezTo>
                <a:lnTo>
                  <a:pt x="4172573" y="5261152"/>
                </a:lnTo>
                <a:cubicBezTo>
                  <a:pt x="4172419" y="5261356"/>
                  <a:pt x="4171959" y="5261510"/>
                  <a:pt x="4171959" y="5261510"/>
                </a:cubicBezTo>
                <a:close/>
                <a:moveTo>
                  <a:pt x="4370183" y="5261510"/>
                </a:moveTo>
                <a:lnTo>
                  <a:pt x="4363121" y="5261510"/>
                </a:lnTo>
                <a:cubicBezTo>
                  <a:pt x="4362864" y="5261510"/>
                  <a:pt x="4362506" y="5261152"/>
                  <a:pt x="4362506" y="5261152"/>
                </a:cubicBezTo>
                <a:lnTo>
                  <a:pt x="4358975" y="5255010"/>
                </a:lnTo>
                <a:cubicBezTo>
                  <a:pt x="4358872" y="5254805"/>
                  <a:pt x="4358975" y="5254345"/>
                  <a:pt x="4358975" y="5254345"/>
                </a:cubicBezTo>
                <a:lnTo>
                  <a:pt x="4362506" y="5248203"/>
                </a:lnTo>
                <a:cubicBezTo>
                  <a:pt x="4362660" y="5247998"/>
                  <a:pt x="4363121" y="5247845"/>
                  <a:pt x="4363121" y="5247845"/>
                </a:cubicBezTo>
                <a:lnTo>
                  <a:pt x="4370183" y="5247845"/>
                </a:lnTo>
                <a:cubicBezTo>
                  <a:pt x="4370439" y="5247845"/>
                  <a:pt x="4370797" y="5248203"/>
                  <a:pt x="4370797" y="5248203"/>
                </a:cubicBezTo>
                <a:lnTo>
                  <a:pt x="4374329" y="5254345"/>
                </a:lnTo>
                <a:cubicBezTo>
                  <a:pt x="4374432" y="5254550"/>
                  <a:pt x="4374329" y="5255010"/>
                  <a:pt x="4374329" y="5255010"/>
                </a:cubicBezTo>
                <a:lnTo>
                  <a:pt x="4370797" y="5261152"/>
                </a:lnTo>
                <a:cubicBezTo>
                  <a:pt x="4370643" y="5261356"/>
                  <a:pt x="4370183" y="5261510"/>
                  <a:pt x="4370183" y="5261510"/>
                </a:cubicBezTo>
                <a:close/>
                <a:moveTo>
                  <a:pt x="4568408" y="5261510"/>
                </a:moveTo>
                <a:lnTo>
                  <a:pt x="4561345" y="5261510"/>
                </a:lnTo>
                <a:cubicBezTo>
                  <a:pt x="4561089" y="5261510"/>
                  <a:pt x="4560731" y="5261152"/>
                  <a:pt x="4560731" y="5261152"/>
                </a:cubicBezTo>
                <a:lnTo>
                  <a:pt x="4557199" y="5255010"/>
                </a:lnTo>
                <a:cubicBezTo>
                  <a:pt x="4557097" y="5254805"/>
                  <a:pt x="4557199" y="5254345"/>
                  <a:pt x="4557199" y="5254345"/>
                </a:cubicBezTo>
                <a:lnTo>
                  <a:pt x="4560731" y="5248203"/>
                </a:lnTo>
                <a:cubicBezTo>
                  <a:pt x="4560884" y="5247998"/>
                  <a:pt x="4561345" y="5247845"/>
                  <a:pt x="4561345" y="5247845"/>
                </a:cubicBezTo>
                <a:lnTo>
                  <a:pt x="4568408" y="5247845"/>
                </a:lnTo>
                <a:cubicBezTo>
                  <a:pt x="4568663" y="5247845"/>
                  <a:pt x="4569022" y="5248203"/>
                  <a:pt x="4569022" y="5248203"/>
                </a:cubicBezTo>
                <a:lnTo>
                  <a:pt x="4572554" y="5254345"/>
                </a:lnTo>
                <a:cubicBezTo>
                  <a:pt x="4572656" y="5254550"/>
                  <a:pt x="4572554" y="5255010"/>
                  <a:pt x="4572554" y="5255010"/>
                </a:cubicBezTo>
                <a:lnTo>
                  <a:pt x="4569022" y="5261152"/>
                </a:lnTo>
                <a:cubicBezTo>
                  <a:pt x="4568869" y="5261356"/>
                  <a:pt x="4568408" y="5261510"/>
                  <a:pt x="4568408" y="5261510"/>
                </a:cubicBezTo>
                <a:close/>
                <a:moveTo>
                  <a:pt x="4766683" y="5261510"/>
                </a:moveTo>
                <a:lnTo>
                  <a:pt x="4759621" y="5261510"/>
                </a:lnTo>
                <a:cubicBezTo>
                  <a:pt x="4759364" y="5261510"/>
                  <a:pt x="4759007" y="5261152"/>
                  <a:pt x="4759007" y="5261152"/>
                </a:cubicBezTo>
                <a:lnTo>
                  <a:pt x="4755475" y="5255010"/>
                </a:lnTo>
                <a:cubicBezTo>
                  <a:pt x="4755372" y="5254805"/>
                  <a:pt x="4755475" y="5254345"/>
                  <a:pt x="4755475" y="5254345"/>
                </a:cubicBezTo>
                <a:lnTo>
                  <a:pt x="4759007" y="5248203"/>
                </a:lnTo>
                <a:cubicBezTo>
                  <a:pt x="4759160" y="5247998"/>
                  <a:pt x="4759621" y="5247845"/>
                  <a:pt x="4759621" y="5247845"/>
                </a:cubicBezTo>
                <a:lnTo>
                  <a:pt x="4766683" y="5247845"/>
                </a:lnTo>
                <a:cubicBezTo>
                  <a:pt x="4766940" y="5247845"/>
                  <a:pt x="4767297" y="5248203"/>
                  <a:pt x="4767297" y="5248203"/>
                </a:cubicBezTo>
                <a:lnTo>
                  <a:pt x="4770829" y="5254345"/>
                </a:lnTo>
                <a:cubicBezTo>
                  <a:pt x="4770932" y="5254550"/>
                  <a:pt x="4770829" y="5255010"/>
                  <a:pt x="4770829" y="5255010"/>
                </a:cubicBezTo>
                <a:lnTo>
                  <a:pt x="4767297" y="5261152"/>
                </a:lnTo>
                <a:cubicBezTo>
                  <a:pt x="4767144" y="5261356"/>
                  <a:pt x="4766683" y="5261510"/>
                  <a:pt x="4766683" y="5261510"/>
                </a:cubicBezTo>
                <a:close/>
                <a:moveTo>
                  <a:pt x="4964909" y="5261510"/>
                </a:moveTo>
                <a:lnTo>
                  <a:pt x="4957846" y="5261510"/>
                </a:lnTo>
                <a:cubicBezTo>
                  <a:pt x="4957589" y="5261510"/>
                  <a:pt x="4957232" y="5261152"/>
                  <a:pt x="4957232" y="5261152"/>
                </a:cubicBezTo>
                <a:lnTo>
                  <a:pt x="4953699" y="5255010"/>
                </a:lnTo>
                <a:cubicBezTo>
                  <a:pt x="4953597" y="5254805"/>
                  <a:pt x="4953699" y="5254345"/>
                  <a:pt x="4953699" y="5254345"/>
                </a:cubicBezTo>
                <a:lnTo>
                  <a:pt x="4957232" y="5248203"/>
                </a:lnTo>
                <a:cubicBezTo>
                  <a:pt x="4957384" y="5247998"/>
                  <a:pt x="4957846" y="5247845"/>
                  <a:pt x="4957846" y="5247845"/>
                </a:cubicBezTo>
                <a:lnTo>
                  <a:pt x="4964909" y="5247845"/>
                </a:lnTo>
                <a:cubicBezTo>
                  <a:pt x="4965164" y="5247845"/>
                  <a:pt x="4965523" y="5248203"/>
                  <a:pt x="4965523" y="5248203"/>
                </a:cubicBezTo>
                <a:lnTo>
                  <a:pt x="4969054" y="5254345"/>
                </a:lnTo>
                <a:cubicBezTo>
                  <a:pt x="4969156" y="5254550"/>
                  <a:pt x="4969054" y="5255010"/>
                  <a:pt x="4969054" y="5255010"/>
                </a:cubicBezTo>
                <a:lnTo>
                  <a:pt x="4965523" y="5261152"/>
                </a:lnTo>
                <a:cubicBezTo>
                  <a:pt x="4965369" y="5261356"/>
                  <a:pt x="4964909" y="5261510"/>
                  <a:pt x="4964909" y="5261510"/>
                </a:cubicBezTo>
                <a:close/>
                <a:moveTo>
                  <a:pt x="5163134" y="5261510"/>
                </a:moveTo>
                <a:lnTo>
                  <a:pt x="5156070" y="5261510"/>
                </a:lnTo>
                <a:cubicBezTo>
                  <a:pt x="5155814" y="5261510"/>
                  <a:pt x="5155456" y="5261152"/>
                  <a:pt x="5155456" y="5261152"/>
                </a:cubicBezTo>
                <a:lnTo>
                  <a:pt x="5151924" y="5255010"/>
                </a:lnTo>
                <a:cubicBezTo>
                  <a:pt x="5151822" y="5254805"/>
                  <a:pt x="5151924" y="5254345"/>
                  <a:pt x="5151924" y="5254345"/>
                </a:cubicBezTo>
                <a:lnTo>
                  <a:pt x="5155456" y="5248203"/>
                </a:lnTo>
                <a:cubicBezTo>
                  <a:pt x="5155610" y="5247998"/>
                  <a:pt x="5156070" y="5247845"/>
                  <a:pt x="5156070" y="5247845"/>
                </a:cubicBezTo>
                <a:lnTo>
                  <a:pt x="5163134" y="5247845"/>
                </a:lnTo>
                <a:cubicBezTo>
                  <a:pt x="5163388" y="5247845"/>
                  <a:pt x="5163748" y="5248203"/>
                  <a:pt x="5163748" y="5248203"/>
                </a:cubicBezTo>
                <a:lnTo>
                  <a:pt x="5167279" y="5254345"/>
                </a:lnTo>
                <a:cubicBezTo>
                  <a:pt x="5167381" y="5254550"/>
                  <a:pt x="5167279" y="5255010"/>
                  <a:pt x="5167279" y="5255010"/>
                </a:cubicBezTo>
                <a:lnTo>
                  <a:pt x="5163748" y="5261152"/>
                </a:lnTo>
                <a:cubicBezTo>
                  <a:pt x="5163594" y="5261356"/>
                  <a:pt x="5163134" y="5261510"/>
                  <a:pt x="5163134" y="5261510"/>
                </a:cubicBezTo>
                <a:close/>
                <a:moveTo>
                  <a:pt x="5361358" y="5261510"/>
                </a:moveTo>
                <a:lnTo>
                  <a:pt x="5354295" y="5261510"/>
                </a:lnTo>
                <a:cubicBezTo>
                  <a:pt x="5354038" y="5261510"/>
                  <a:pt x="5353680" y="5261152"/>
                  <a:pt x="5353680" y="5261152"/>
                </a:cubicBezTo>
                <a:lnTo>
                  <a:pt x="5350149" y="5255010"/>
                </a:lnTo>
                <a:cubicBezTo>
                  <a:pt x="5350047" y="5254805"/>
                  <a:pt x="5350149" y="5254345"/>
                  <a:pt x="5350149" y="5254345"/>
                </a:cubicBezTo>
                <a:lnTo>
                  <a:pt x="5353680" y="5248203"/>
                </a:lnTo>
                <a:cubicBezTo>
                  <a:pt x="5353835" y="5247998"/>
                  <a:pt x="5354295" y="5247845"/>
                  <a:pt x="5354295" y="5247845"/>
                </a:cubicBezTo>
                <a:lnTo>
                  <a:pt x="5361358" y="5247845"/>
                </a:lnTo>
                <a:cubicBezTo>
                  <a:pt x="5361614" y="5247845"/>
                  <a:pt x="5361972" y="5248203"/>
                  <a:pt x="5361972" y="5248203"/>
                </a:cubicBezTo>
                <a:lnTo>
                  <a:pt x="5365503" y="5254345"/>
                </a:lnTo>
                <a:cubicBezTo>
                  <a:pt x="5365606" y="5254550"/>
                  <a:pt x="5365503" y="5255010"/>
                  <a:pt x="5365503" y="5255010"/>
                </a:cubicBezTo>
                <a:lnTo>
                  <a:pt x="5361972" y="5261152"/>
                </a:lnTo>
                <a:cubicBezTo>
                  <a:pt x="5361818" y="5261356"/>
                  <a:pt x="5361358" y="5261510"/>
                  <a:pt x="5361358" y="5261510"/>
                </a:cubicBezTo>
                <a:close/>
                <a:moveTo>
                  <a:pt x="5559633" y="5261510"/>
                </a:moveTo>
                <a:lnTo>
                  <a:pt x="5552569" y="5261510"/>
                </a:lnTo>
                <a:cubicBezTo>
                  <a:pt x="5552314" y="5261510"/>
                  <a:pt x="5551956" y="5261152"/>
                  <a:pt x="5551956" y="5261152"/>
                </a:cubicBezTo>
                <a:lnTo>
                  <a:pt x="5548424" y="5255010"/>
                </a:lnTo>
                <a:cubicBezTo>
                  <a:pt x="5548322" y="5254805"/>
                  <a:pt x="5548424" y="5254345"/>
                  <a:pt x="5548424" y="5254345"/>
                </a:cubicBezTo>
                <a:lnTo>
                  <a:pt x="5551956" y="5248203"/>
                </a:lnTo>
                <a:cubicBezTo>
                  <a:pt x="5552109" y="5247998"/>
                  <a:pt x="5552569" y="5247845"/>
                  <a:pt x="5552569" y="5247845"/>
                </a:cubicBezTo>
                <a:lnTo>
                  <a:pt x="5559633" y="5247845"/>
                </a:lnTo>
                <a:cubicBezTo>
                  <a:pt x="5559889" y="5247845"/>
                  <a:pt x="5560246" y="5248203"/>
                  <a:pt x="5560246" y="5248203"/>
                </a:cubicBezTo>
                <a:lnTo>
                  <a:pt x="5563779" y="5254345"/>
                </a:lnTo>
                <a:cubicBezTo>
                  <a:pt x="5563881" y="5254550"/>
                  <a:pt x="5563779" y="5255010"/>
                  <a:pt x="5563779" y="5255010"/>
                </a:cubicBezTo>
                <a:lnTo>
                  <a:pt x="5560246" y="5261152"/>
                </a:lnTo>
                <a:cubicBezTo>
                  <a:pt x="5560094" y="5261356"/>
                  <a:pt x="5559633" y="5261510"/>
                  <a:pt x="5559633" y="5261510"/>
                </a:cubicBezTo>
                <a:close/>
                <a:moveTo>
                  <a:pt x="5757857" y="5261510"/>
                </a:moveTo>
                <a:lnTo>
                  <a:pt x="5750795" y="5261510"/>
                </a:lnTo>
                <a:cubicBezTo>
                  <a:pt x="5750538" y="5261510"/>
                  <a:pt x="5750181" y="5261152"/>
                  <a:pt x="5750181" y="5261152"/>
                </a:cubicBezTo>
                <a:lnTo>
                  <a:pt x="5746649" y="5255010"/>
                </a:lnTo>
                <a:cubicBezTo>
                  <a:pt x="5746546" y="5254805"/>
                  <a:pt x="5746649" y="5254345"/>
                  <a:pt x="5746649" y="5254345"/>
                </a:cubicBezTo>
                <a:lnTo>
                  <a:pt x="5750181" y="5248203"/>
                </a:lnTo>
                <a:cubicBezTo>
                  <a:pt x="5750333" y="5247998"/>
                  <a:pt x="5750795" y="5247845"/>
                  <a:pt x="5750795" y="5247845"/>
                </a:cubicBezTo>
                <a:lnTo>
                  <a:pt x="5757857" y="5247845"/>
                </a:lnTo>
                <a:cubicBezTo>
                  <a:pt x="5758114" y="5247845"/>
                  <a:pt x="5758471" y="5248203"/>
                  <a:pt x="5758471" y="5248203"/>
                </a:cubicBezTo>
                <a:lnTo>
                  <a:pt x="5762003" y="5254345"/>
                </a:lnTo>
                <a:cubicBezTo>
                  <a:pt x="5762106" y="5254550"/>
                  <a:pt x="5762003" y="5255010"/>
                  <a:pt x="5762003" y="5255010"/>
                </a:cubicBezTo>
                <a:lnTo>
                  <a:pt x="5758471" y="5261152"/>
                </a:lnTo>
                <a:cubicBezTo>
                  <a:pt x="5758318" y="5261356"/>
                  <a:pt x="5757857" y="5261510"/>
                  <a:pt x="5757857" y="5261510"/>
                </a:cubicBezTo>
                <a:close/>
                <a:moveTo>
                  <a:pt x="5956083" y="5261510"/>
                </a:moveTo>
                <a:lnTo>
                  <a:pt x="5949019" y="5261510"/>
                </a:lnTo>
                <a:cubicBezTo>
                  <a:pt x="5948763" y="5261510"/>
                  <a:pt x="5948405" y="5261152"/>
                  <a:pt x="5948405" y="5261152"/>
                </a:cubicBezTo>
                <a:lnTo>
                  <a:pt x="5944873" y="5255010"/>
                </a:lnTo>
                <a:cubicBezTo>
                  <a:pt x="5944771" y="5254805"/>
                  <a:pt x="5944873" y="5254345"/>
                  <a:pt x="5944873" y="5254345"/>
                </a:cubicBezTo>
                <a:lnTo>
                  <a:pt x="5948405" y="5248203"/>
                </a:lnTo>
                <a:cubicBezTo>
                  <a:pt x="5948558" y="5247998"/>
                  <a:pt x="5949019" y="5247845"/>
                  <a:pt x="5949019" y="5247845"/>
                </a:cubicBezTo>
                <a:lnTo>
                  <a:pt x="5956083" y="5247845"/>
                </a:lnTo>
                <a:cubicBezTo>
                  <a:pt x="5956338" y="5247845"/>
                  <a:pt x="5956697" y="5248203"/>
                  <a:pt x="5956697" y="5248203"/>
                </a:cubicBezTo>
                <a:lnTo>
                  <a:pt x="5960227" y="5254345"/>
                </a:lnTo>
                <a:cubicBezTo>
                  <a:pt x="5960330" y="5254550"/>
                  <a:pt x="5960227" y="5255010"/>
                  <a:pt x="5960227" y="5255010"/>
                </a:cubicBezTo>
                <a:lnTo>
                  <a:pt x="5956697" y="5261152"/>
                </a:lnTo>
                <a:cubicBezTo>
                  <a:pt x="5956542" y="5261356"/>
                  <a:pt x="5956083" y="5261510"/>
                  <a:pt x="5956083" y="5261510"/>
                </a:cubicBezTo>
                <a:close/>
                <a:moveTo>
                  <a:pt x="6154307" y="5261510"/>
                </a:moveTo>
                <a:lnTo>
                  <a:pt x="6147243" y="5261510"/>
                </a:lnTo>
                <a:cubicBezTo>
                  <a:pt x="6146988" y="5261510"/>
                  <a:pt x="6146629" y="5261152"/>
                  <a:pt x="6146629" y="5261152"/>
                </a:cubicBezTo>
                <a:lnTo>
                  <a:pt x="6143098" y="5255010"/>
                </a:lnTo>
                <a:cubicBezTo>
                  <a:pt x="6142996" y="5254805"/>
                  <a:pt x="6143098" y="5254345"/>
                  <a:pt x="6143098" y="5254345"/>
                </a:cubicBezTo>
                <a:lnTo>
                  <a:pt x="6146629" y="5248203"/>
                </a:lnTo>
                <a:cubicBezTo>
                  <a:pt x="6146783" y="5247998"/>
                  <a:pt x="6147243" y="5247845"/>
                  <a:pt x="6147243" y="5247845"/>
                </a:cubicBezTo>
                <a:lnTo>
                  <a:pt x="6154307" y="5247845"/>
                </a:lnTo>
                <a:cubicBezTo>
                  <a:pt x="6154562" y="5247845"/>
                  <a:pt x="6154921" y="5248203"/>
                  <a:pt x="6154921" y="5248203"/>
                </a:cubicBezTo>
                <a:lnTo>
                  <a:pt x="6158453" y="5254345"/>
                </a:lnTo>
                <a:cubicBezTo>
                  <a:pt x="6158554" y="5254550"/>
                  <a:pt x="6158453" y="5255010"/>
                  <a:pt x="6158453" y="5255010"/>
                </a:cubicBezTo>
                <a:lnTo>
                  <a:pt x="6154921" y="5261152"/>
                </a:lnTo>
                <a:cubicBezTo>
                  <a:pt x="6154768" y="5261356"/>
                  <a:pt x="6154307" y="5261510"/>
                  <a:pt x="6154307" y="5261510"/>
                </a:cubicBezTo>
                <a:close/>
                <a:moveTo>
                  <a:pt x="6352582" y="5261510"/>
                </a:moveTo>
                <a:lnTo>
                  <a:pt x="6345519" y="5261510"/>
                </a:lnTo>
                <a:cubicBezTo>
                  <a:pt x="6345263" y="5261510"/>
                  <a:pt x="6344904" y="5261152"/>
                  <a:pt x="6344904" y="5261152"/>
                </a:cubicBezTo>
                <a:lnTo>
                  <a:pt x="6341373" y="5255010"/>
                </a:lnTo>
                <a:cubicBezTo>
                  <a:pt x="6341271" y="5254805"/>
                  <a:pt x="6341373" y="5254345"/>
                  <a:pt x="6341373" y="5254345"/>
                </a:cubicBezTo>
                <a:lnTo>
                  <a:pt x="6344904" y="5248203"/>
                </a:lnTo>
                <a:cubicBezTo>
                  <a:pt x="6345058" y="5247998"/>
                  <a:pt x="6345519" y="5247845"/>
                  <a:pt x="6345519" y="5247845"/>
                </a:cubicBezTo>
                <a:lnTo>
                  <a:pt x="6352582" y="5247845"/>
                </a:lnTo>
                <a:cubicBezTo>
                  <a:pt x="6352838" y="5247845"/>
                  <a:pt x="6353196" y="5248203"/>
                  <a:pt x="6353196" y="5248203"/>
                </a:cubicBezTo>
                <a:lnTo>
                  <a:pt x="6356728" y="5254345"/>
                </a:lnTo>
                <a:cubicBezTo>
                  <a:pt x="6356830" y="5254550"/>
                  <a:pt x="6356728" y="5255010"/>
                  <a:pt x="6356728" y="5255010"/>
                </a:cubicBezTo>
                <a:lnTo>
                  <a:pt x="6353196" y="5261152"/>
                </a:lnTo>
                <a:cubicBezTo>
                  <a:pt x="6353043" y="5261356"/>
                  <a:pt x="6352582" y="5261510"/>
                  <a:pt x="6352582" y="5261510"/>
                </a:cubicBezTo>
                <a:close/>
                <a:moveTo>
                  <a:pt x="6550807" y="5261510"/>
                </a:moveTo>
                <a:lnTo>
                  <a:pt x="6543744" y="5261510"/>
                </a:lnTo>
                <a:cubicBezTo>
                  <a:pt x="6543488" y="5261510"/>
                  <a:pt x="6543129" y="5261152"/>
                  <a:pt x="6543129" y="5261152"/>
                </a:cubicBezTo>
                <a:lnTo>
                  <a:pt x="6539598" y="5255010"/>
                </a:lnTo>
                <a:cubicBezTo>
                  <a:pt x="6539495" y="5254805"/>
                  <a:pt x="6539598" y="5254345"/>
                  <a:pt x="6539598" y="5254345"/>
                </a:cubicBezTo>
                <a:lnTo>
                  <a:pt x="6543129" y="5248203"/>
                </a:lnTo>
                <a:cubicBezTo>
                  <a:pt x="6543282" y="5247998"/>
                  <a:pt x="6543744" y="5247845"/>
                  <a:pt x="6543744" y="5247845"/>
                </a:cubicBezTo>
                <a:lnTo>
                  <a:pt x="6550807" y="5247845"/>
                </a:lnTo>
                <a:cubicBezTo>
                  <a:pt x="6551063" y="5247845"/>
                  <a:pt x="6551420" y="5248203"/>
                  <a:pt x="6551420" y="5248203"/>
                </a:cubicBezTo>
                <a:lnTo>
                  <a:pt x="6554953" y="5254345"/>
                </a:lnTo>
                <a:cubicBezTo>
                  <a:pt x="6555055" y="5254550"/>
                  <a:pt x="6554953" y="5255010"/>
                  <a:pt x="6554953" y="5255010"/>
                </a:cubicBezTo>
                <a:lnTo>
                  <a:pt x="6551420" y="5261152"/>
                </a:lnTo>
                <a:cubicBezTo>
                  <a:pt x="6551267" y="5261356"/>
                  <a:pt x="6550807" y="5261510"/>
                  <a:pt x="6550807" y="5261510"/>
                </a:cubicBezTo>
                <a:close/>
                <a:moveTo>
                  <a:pt x="6749031" y="5261510"/>
                </a:moveTo>
                <a:lnTo>
                  <a:pt x="6741967" y="5261510"/>
                </a:lnTo>
                <a:cubicBezTo>
                  <a:pt x="6741711" y="5261510"/>
                  <a:pt x="6741354" y="5261152"/>
                  <a:pt x="6741354" y="5261152"/>
                </a:cubicBezTo>
                <a:lnTo>
                  <a:pt x="6737823" y="5255010"/>
                </a:lnTo>
                <a:cubicBezTo>
                  <a:pt x="6737720" y="5254805"/>
                  <a:pt x="6737823" y="5254345"/>
                  <a:pt x="6737823" y="5254345"/>
                </a:cubicBezTo>
                <a:lnTo>
                  <a:pt x="6741354" y="5248203"/>
                </a:lnTo>
                <a:cubicBezTo>
                  <a:pt x="6741508" y="5247998"/>
                  <a:pt x="6741967" y="5247845"/>
                  <a:pt x="6741967" y="5247845"/>
                </a:cubicBezTo>
                <a:lnTo>
                  <a:pt x="6749031" y="5247845"/>
                </a:lnTo>
                <a:cubicBezTo>
                  <a:pt x="6749287" y="5247845"/>
                  <a:pt x="6749646" y="5248203"/>
                  <a:pt x="6749646" y="5248203"/>
                </a:cubicBezTo>
                <a:lnTo>
                  <a:pt x="6753177" y="5254345"/>
                </a:lnTo>
                <a:cubicBezTo>
                  <a:pt x="6753279" y="5254550"/>
                  <a:pt x="6753177" y="5255010"/>
                  <a:pt x="6753177" y="5255010"/>
                </a:cubicBezTo>
                <a:lnTo>
                  <a:pt x="6749646" y="5261152"/>
                </a:lnTo>
                <a:cubicBezTo>
                  <a:pt x="6749491" y="5261356"/>
                  <a:pt x="6749031" y="5261510"/>
                  <a:pt x="6749031" y="5261510"/>
                </a:cubicBezTo>
                <a:close/>
                <a:moveTo>
                  <a:pt x="6947256" y="5261510"/>
                </a:moveTo>
                <a:lnTo>
                  <a:pt x="6940193" y="5261510"/>
                </a:lnTo>
                <a:cubicBezTo>
                  <a:pt x="6939937" y="5261510"/>
                  <a:pt x="6939578" y="5261152"/>
                  <a:pt x="6939578" y="5261152"/>
                </a:cubicBezTo>
                <a:lnTo>
                  <a:pt x="6936048" y="5255010"/>
                </a:lnTo>
                <a:cubicBezTo>
                  <a:pt x="6935945" y="5254805"/>
                  <a:pt x="6936048" y="5254345"/>
                  <a:pt x="6936048" y="5254345"/>
                </a:cubicBezTo>
                <a:lnTo>
                  <a:pt x="6939578" y="5248203"/>
                </a:lnTo>
                <a:cubicBezTo>
                  <a:pt x="6939733" y="5247998"/>
                  <a:pt x="6940193" y="5247845"/>
                  <a:pt x="6940193" y="5247845"/>
                </a:cubicBezTo>
                <a:lnTo>
                  <a:pt x="6947256" y="5247845"/>
                </a:lnTo>
                <a:cubicBezTo>
                  <a:pt x="6947512" y="5247845"/>
                  <a:pt x="6947870" y="5248203"/>
                  <a:pt x="6947870" y="5248203"/>
                </a:cubicBezTo>
                <a:lnTo>
                  <a:pt x="6951402" y="5254345"/>
                </a:lnTo>
                <a:cubicBezTo>
                  <a:pt x="6951504" y="5254550"/>
                  <a:pt x="6951402" y="5255010"/>
                  <a:pt x="6951402" y="5255010"/>
                </a:cubicBezTo>
                <a:lnTo>
                  <a:pt x="6947870" y="5261152"/>
                </a:lnTo>
                <a:cubicBezTo>
                  <a:pt x="6947717" y="5261356"/>
                  <a:pt x="6947256" y="5261510"/>
                  <a:pt x="6947256" y="5261510"/>
                </a:cubicBezTo>
                <a:close/>
                <a:moveTo>
                  <a:pt x="7145470" y="5261510"/>
                </a:moveTo>
                <a:lnTo>
                  <a:pt x="7138406" y="5261510"/>
                </a:lnTo>
                <a:cubicBezTo>
                  <a:pt x="7138151" y="5261510"/>
                  <a:pt x="7137793" y="5261152"/>
                  <a:pt x="7137793" y="5261152"/>
                </a:cubicBezTo>
                <a:lnTo>
                  <a:pt x="7134260" y="5255010"/>
                </a:lnTo>
                <a:cubicBezTo>
                  <a:pt x="7134159" y="5254805"/>
                  <a:pt x="7134260" y="5254345"/>
                  <a:pt x="7134260" y="5254345"/>
                </a:cubicBezTo>
                <a:lnTo>
                  <a:pt x="7137793" y="5248203"/>
                </a:lnTo>
                <a:cubicBezTo>
                  <a:pt x="7137946" y="5247998"/>
                  <a:pt x="7138406" y="5247845"/>
                  <a:pt x="7138406" y="5247845"/>
                </a:cubicBezTo>
                <a:lnTo>
                  <a:pt x="7145470" y="5247845"/>
                </a:lnTo>
                <a:cubicBezTo>
                  <a:pt x="7145726" y="5247845"/>
                  <a:pt x="7146084" y="5248203"/>
                  <a:pt x="7146084" y="5248203"/>
                </a:cubicBezTo>
                <a:lnTo>
                  <a:pt x="7149616" y="5254345"/>
                </a:lnTo>
                <a:cubicBezTo>
                  <a:pt x="7149718" y="5254550"/>
                  <a:pt x="7149616" y="5255010"/>
                  <a:pt x="7149616" y="5255010"/>
                </a:cubicBezTo>
                <a:lnTo>
                  <a:pt x="7146084" y="5261152"/>
                </a:lnTo>
                <a:cubicBezTo>
                  <a:pt x="7145932" y="5261356"/>
                  <a:pt x="7145470" y="5261510"/>
                  <a:pt x="7145470" y="5261510"/>
                </a:cubicBezTo>
                <a:close/>
                <a:moveTo>
                  <a:pt x="7343744" y="5261510"/>
                </a:moveTo>
                <a:lnTo>
                  <a:pt x="7336680" y="5261510"/>
                </a:lnTo>
                <a:cubicBezTo>
                  <a:pt x="7336425" y="5261510"/>
                  <a:pt x="7336065" y="5261152"/>
                  <a:pt x="7336065" y="5261152"/>
                </a:cubicBezTo>
                <a:lnTo>
                  <a:pt x="7332534" y="5255010"/>
                </a:lnTo>
                <a:cubicBezTo>
                  <a:pt x="7332432" y="5254805"/>
                  <a:pt x="7332534" y="5254345"/>
                  <a:pt x="7332534" y="5254345"/>
                </a:cubicBezTo>
                <a:lnTo>
                  <a:pt x="7336065" y="5248203"/>
                </a:lnTo>
                <a:cubicBezTo>
                  <a:pt x="7336219" y="5247998"/>
                  <a:pt x="7336680" y="5247845"/>
                  <a:pt x="7336680" y="5247845"/>
                </a:cubicBezTo>
                <a:lnTo>
                  <a:pt x="7343744" y="5247845"/>
                </a:lnTo>
                <a:cubicBezTo>
                  <a:pt x="7343999" y="5247845"/>
                  <a:pt x="7344358" y="5248203"/>
                  <a:pt x="7344358" y="5248203"/>
                </a:cubicBezTo>
                <a:lnTo>
                  <a:pt x="7347889" y="5254345"/>
                </a:lnTo>
                <a:cubicBezTo>
                  <a:pt x="7347991" y="5254550"/>
                  <a:pt x="7347889" y="5255010"/>
                  <a:pt x="7347889" y="5255010"/>
                </a:cubicBezTo>
                <a:lnTo>
                  <a:pt x="7344358" y="5261152"/>
                </a:lnTo>
                <a:cubicBezTo>
                  <a:pt x="7344202" y="5261356"/>
                  <a:pt x="7343744" y="5261510"/>
                  <a:pt x="7343744" y="5261510"/>
                </a:cubicBezTo>
                <a:close/>
                <a:moveTo>
                  <a:pt x="7541939" y="5261510"/>
                </a:moveTo>
                <a:lnTo>
                  <a:pt x="7534875" y="5261510"/>
                </a:lnTo>
                <a:cubicBezTo>
                  <a:pt x="7534620" y="5261510"/>
                  <a:pt x="7534261" y="5261152"/>
                  <a:pt x="7534261" y="5261152"/>
                </a:cubicBezTo>
                <a:lnTo>
                  <a:pt x="7530730" y="5255010"/>
                </a:lnTo>
                <a:cubicBezTo>
                  <a:pt x="7530628" y="5254805"/>
                  <a:pt x="7530730" y="5254345"/>
                  <a:pt x="7530730" y="5254345"/>
                </a:cubicBezTo>
                <a:lnTo>
                  <a:pt x="7534261" y="5248203"/>
                </a:lnTo>
                <a:cubicBezTo>
                  <a:pt x="7534415" y="5247998"/>
                  <a:pt x="7534875" y="5247845"/>
                  <a:pt x="7534875" y="5247845"/>
                </a:cubicBezTo>
                <a:lnTo>
                  <a:pt x="7541939" y="5247845"/>
                </a:lnTo>
                <a:cubicBezTo>
                  <a:pt x="7542196" y="5247845"/>
                  <a:pt x="7542553" y="5248203"/>
                  <a:pt x="7542553" y="5248203"/>
                </a:cubicBezTo>
                <a:lnTo>
                  <a:pt x="7546085" y="5254345"/>
                </a:lnTo>
                <a:cubicBezTo>
                  <a:pt x="7546188" y="5254550"/>
                  <a:pt x="7546085" y="5255010"/>
                  <a:pt x="7546085" y="5255010"/>
                </a:cubicBezTo>
                <a:lnTo>
                  <a:pt x="7542553" y="5261152"/>
                </a:lnTo>
                <a:cubicBezTo>
                  <a:pt x="7542400" y="5261356"/>
                  <a:pt x="7541939" y="5261510"/>
                  <a:pt x="7541939" y="5261510"/>
                </a:cubicBezTo>
                <a:close/>
                <a:moveTo>
                  <a:pt x="7740128" y="5261510"/>
                </a:moveTo>
                <a:lnTo>
                  <a:pt x="7733065" y="5261510"/>
                </a:lnTo>
                <a:cubicBezTo>
                  <a:pt x="7732809" y="5261510"/>
                  <a:pt x="7732451" y="5261152"/>
                  <a:pt x="7732451" y="5261152"/>
                </a:cubicBezTo>
                <a:lnTo>
                  <a:pt x="7728919" y="5255010"/>
                </a:lnTo>
                <a:cubicBezTo>
                  <a:pt x="7728817" y="5254805"/>
                  <a:pt x="7728919" y="5254345"/>
                  <a:pt x="7728919" y="5254345"/>
                </a:cubicBezTo>
                <a:lnTo>
                  <a:pt x="7732451" y="5248203"/>
                </a:lnTo>
                <a:cubicBezTo>
                  <a:pt x="7732604" y="5247998"/>
                  <a:pt x="7733065" y="5247845"/>
                  <a:pt x="7733065" y="5247845"/>
                </a:cubicBezTo>
                <a:lnTo>
                  <a:pt x="7740128" y="5247845"/>
                </a:lnTo>
                <a:cubicBezTo>
                  <a:pt x="7740384" y="5247845"/>
                  <a:pt x="7740742" y="5248203"/>
                  <a:pt x="7740742" y="5248203"/>
                </a:cubicBezTo>
                <a:lnTo>
                  <a:pt x="7744274" y="5254345"/>
                </a:lnTo>
                <a:cubicBezTo>
                  <a:pt x="7744376" y="5254550"/>
                  <a:pt x="7744274" y="5255010"/>
                  <a:pt x="7744274" y="5255010"/>
                </a:cubicBezTo>
                <a:lnTo>
                  <a:pt x="7740742" y="5261152"/>
                </a:lnTo>
                <a:cubicBezTo>
                  <a:pt x="7740590" y="5261356"/>
                  <a:pt x="7740128" y="5261510"/>
                  <a:pt x="7740128" y="5261510"/>
                </a:cubicBezTo>
                <a:close/>
                <a:moveTo>
                  <a:pt x="7938307" y="5261510"/>
                </a:moveTo>
                <a:lnTo>
                  <a:pt x="7931243" y="5261510"/>
                </a:lnTo>
                <a:cubicBezTo>
                  <a:pt x="7930987" y="5261510"/>
                  <a:pt x="7930629" y="5261152"/>
                  <a:pt x="7930629" y="5261152"/>
                </a:cubicBezTo>
                <a:lnTo>
                  <a:pt x="7927098" y="5255010"/>
                </a:lnTo>
                <a:cubicBezTo>
                  <a:pt x="7926996" y="5254805"/>
                  <a:pt x="7927098" y="5254345"/>
                  <a:pt x="7927098" y="5254345"/>
                </a:cubicBezTo>
                <a:lnTo>
                  <a:pt x="7930629" y="5248203"/>
                </a:lnTo>
                <a:cubicBezTo>
                  <a:pt x="7930782" y="5247998"/>
                  <a:pt x="7931243" y="5247845"/>
                  <a:pt x="7931243" y="5247845"/>
                </a:cubicBezTo>
                <a:lnTo>
                  <a:pt x="7938307" y="5247845"/>
                </a:lnTo>
                <a:cubicBezTo>
                  <a:pt x="7938563" y="5247845"/>
                  <a:pt x="7938921" y="5248203"/>
                  <a:pt x="7938921" y="5248203"/>
                </a:cubicBezTo>
                <a:lnTo>
                  <a:pt x="7942452" y="5254345"/>
                </a:lnTo>
                <a:cubicBezTo>
                  <a:pt x="7942555" y="5254550"/>
                  <a:pt x="7942452" y="5255010"/>
                  <a:pt x="7942452" y="5255010"/>
                </a:cubicBezTo>
                <a:lnTo>
                  <a:pt x="7938921" y="5261152"/>
                </a:lnTo>
                <a:cubicBezTo>
                  <a:pt x="7938767" y="5261356"/>
                  <a:pt x="7938307" y="5261510"/>
                  <a:pt x="7938307" y="5261510"/>
                </a:cubicBezTo>
                <a:close/>
                <a:moveTo>
                  <a:pt x="8136562" y="5261510"/>
                </a:moveTo>
                <a:lnTo>
                  <a:pt x="8129499" y="5261510"/>
                </a:lnTo>
                <a:cubicBezTo>
                  <a:pt x="8129244" y="5261510"/>
                  <a:pt x="8128886" y="5261152"/>
                  <a:pt x="8128886" y="5261152"/>
                </a:cubicBezTo>
                <a:lnTo>
                  <a:pt x="8125354" y="5255010"/>
                </a:lnTo>
                <a:cubicBezTo>
                  <a:pt x="8125251" y="5254805"/>
                  <a:pt x="8125354" y="5254345"/>
                  <a:pt x="8125354" y="5254345"/>
                </a:cubicBezTo>
                <a:lnTo>
                  <a:pt x="8128886" y="5248203"/>
                </a:lnTo>
                <a:cubicBezTo>
                  <a:pt x="8129039" y="5247998"/>
                  <a:pt x="8129499" y="5247845"/>
                  <a:pt x="8129499" y="5247845"/>
                </a:cubicBezTo>
                <a:lnTo>
                  <a:pt x="8136562" y="5247845"/>
                </a:lnTo>
                <a:cubicBezTo>
                  <a:pt x="8136820" y="5247845"/>
                  <a:pt x="8137178" y="5248203"/>
                  <a:pt x="8137178" y="5248203"/>
                </a:cubicBezTo>
                <a:lnTo>
                  <a:pt x="8140710" y="5254345"/>
                </a:lnTo>
                <a:cubicBezTo>
                  <a:pt x="8140812" y="5254550"/>
                  <a:pt x="8140710" y="5255010"/>
                  <a:pt x="8140710" y="5255010"/>
                </a:cubicBezTo>
                <a:lnTo>
                  <a:pt x="8137178" y="5261152"/>
                </a:lnTo>
                <a:cubicBezTo>
                  <a:pt x="8137025" y="5261356"/>
                  <a:pt x="8136562" y="5261510"/>
                  <a:pt x="8136562" y="5261510"/>
                </a:cubicBezTo>
                <a:close/>
                <a:moveTo>
                  <a:pt x="8334876" y="5261510"/>
                </a:moveTo>
                <a:lnTo>
                  <a:pt x="8327811" y="5261510"/>
                </a:lnTo>
                <a:cubicBezTo>
                  <a:pt x="8327556" y="5261510"/>
                  <a:pt x="8327198" y="5261152"/>
                  <a:pt x="8327198" y="5261152"/>
                </a:cubicBezTo>
                <a:lnTo>
                  <a:pt x="8323665" y="5255010"/>
                </a:lnTo>
                <a:cubicBezTo>
                  <a:pt x="8323563" y="5254805"/>
                  <a:pt x="8323665" y="5254345"/>
                  <a:pt x="8323665" y="5254345"/>
                </a:cubicBezTo>
                <a:lnTo>
                  <a:pt x="8327198" y="5248203"/>
                </a:lnTo>
                <a:cubicBezTo>
                  <a:pt x="8327351" y="5247998"/>
                  <a:pt x="8327811" y="5247845"/>
                  <a:pt x="8327811" y="5247845"/>
                </a:cubicBezTo>
                <a:lnTo>
                  <a:pt x="8334876" y="5247845"/>
                </a:lnTo>
                <a:cubicBezTo>
                  <a:pt x="8335130" y="5247845"/>
                  <a:pt x="8335490" y="5248203"/>
                  <a:pt x="8335490" y="5248203"/>
                </a:cubicBezTo>
                <a:lnTo>
                  <a:pt x="8339022" y="5254345"/>
                </a:lnTo>
                <a:cubicBezTo>
                  <a:pt x="8339123" y="5254550"/>
                  <a:pt x="8339022" y="5255010"/>
                  <a:pt x="8339022" y="5255010"/>
                </a:cubicBezTo>
                <a:lnTo>
                  <a:pt x="8335490" y="5261152"/>
                </a:lnTo>
                <a:cubicBezTo>
                  <a:pt x="8335336" y="5261356"/>
                  <a:pt x="8334876" y="5261510"/>
                  <a:pt x="8334876" y="5261510"/>
                </a:cubicBezTo>
                <a:close/>
                <a:moveTo>
                  <a:pt x="8533107" y="5261510"/>
                </a:moveTo>
                <a:lnTo>
                  <a:pt x="8526043" y="5261510"/>
                </a:lnTo>
                <a:cubicBezTo>
                  <a:pt x="8525787" y="5261510"/>
                  <a:pt x="8525429" y="5261152"/>
                  <a:pt x="8525429" y="5261152"/>
                </a:cubicBezTo>
                <a:lnTo>
                  <a:pt x="8521898" y="5255010"/>
                </a:lnTo>
                <a:cubicBezTo>
                  <a:pt x="8521795" y="5254805"/>
                  <a:pt x="8521898" y="5254345"/>
                  <a:pt x="8521898" y="5254345"/>
                </a:cubicBezTo>
                <a:lnTo>
                  <a:pt x="8525429" y="5248203"/>
                </a:lnTo>
                <a:cubicBezTo>
                  <a:pt x="8525582" y="5247998"/>
                  <a:pt x="8526043" y="5247845"/>
                  <a:pt x="8526043" y="5247845"/>
                </a:cubicBezTo>
                <a:lnTo>
                  <a:pt x="8533107" y="5247845"/>
                </a:lnTo>
                <a:cubicBezTo>
                  <a:pt x="8533363" y="5247845"/>
                  <a:pt x="8533721" y="5248203"/>
                  <a:pt x="8533721" y="5248203"/>
                </a:cubicBezTo>
                <a:lnTo>
                  <a:pt x="8537252" y="5254345"/>
                </a:lnTo>
                <a:cubicBezTo>
                  <a:pt x="8537356" y="5254550"/>
                  <a:pt x="8537252" y="5255010"/>
                  <a:pt x="8537252" y="5255010"/>
                </a:cubicBezTo>
                <a:lnTo>
                  <a:pt x="8533721" y="5261152"/>
                </a:lnTo>
                <a:cubicBezTo>
                  <a:pt x="8533568" y="5261356"/>
                  <a:pt x="8533107" y="5261510"/>
                  <a:pt x="8533107" y="5261510"/>
                </a:cubicBezTo>
                <a:close/>
                <a:moveTo>
                  <a:pt x="8731325" y="5261510"/>
                </a:moveTo>
                <a:lnTo>
                  <a:pt x="8724263" y="5261510"/>
                </a:lnTo>
                <a:cubicBezTo>
                  <a:pt x="8724007" y="5261510"/>
                  <a:pt x="8723649" y="5261152"/>
                  <a:pt x="8723649" y="5261152"/>
                </a:cubicBezTo>
                <a:lnTo>
                  <a:pt x="8720117" y="5255010"/>
                </a:lnTo>
                <a:cubicBezTo>
                  <a:pt x="8720014" y="5254805"/>
                  <a:pt x="8720117" y="5254345"/>
                  <a:pt x="8720117" y="5254345"/>
                </a:cubicBezTo>
                <a:lnTo>
                  <a:pt x="8723649" y="5248203"/>
                </a:lnTo>
                <a:cubicBezTo>
                  <a:pt x="8723802" y="5247998"/>
                  <a:pt x="8724263" y="5247845"/>
                  <a:pt x="8724263" y="5247845"/>
                </a:cubicBezTo>
                <a:lnTo>
                  <a:pt x="8731325" y="5247845"/>
                </a:lnTo>
                <a:cubicBezTo>
                  <a:pt x="8731582" y="5247845"/>
                  <a:pt x="8731940" y="5248203"/>
                  <a:pt x="8731940" y="5248203"/>
                </a:cubicBezTo>
                <a:lnTo>
                  <a:pt x="8735473" y="5254345"/>
                </a:lnTo>
                <a:cubicBezTo>
                  <a:pt x="8735575" y="5254550"/>
                  <a:pt x="8735473" y="5255010"/>
                  <a:pt x="8735473" y="5255010"/>
                </a:cubicBezTo>
                <a:lnTo>
                  <a:pt x="8731940" y="5261152"/>
                </a:lnTo>
                <a:cubicBezTo>
                  <a:pt x="8731787" y="5261356"/>
                  <a:pt x="8731325" y="5261510"/>
                  <a:pt x="8731325" y="5261510"/>
                </a:cubicBezTo>
                <a:close/>
                <a:moveTo>
                  <a:pt x="8929556" y="5261510"/>
                </a:moveTo>
                <a:lnTo>
                  <a:pt x="8922493" y="5261510"/>
                </a:lnTo>
                <a:cubicBezTo>
                  <a:pt x="8922237" y="5261510"/>
                  <a:pt x="8921878" y="5261152"/>
                  <a:pt x="8921878" y="5261152"/>
                </a:cubicBezTo>
                <a:lnTo>
                  <a:pt x="8918348" y="5255010"/>
                </a:lnTo>
                <a:cubicBezTo>
                  <a:pt x="8918246" y="5254805"/>
                  <a:pt x="8918348" y="5254345"/>
                  <a:pt x="8918348" y="5254345"/>
                </a:cubicBezTo>
                <a:lnTo>
                  <a:pt x="8921878" y="5248203"/>
                </a:lnTo>
                <a:cubicBezTo>
                  <a:pt x="8922032" y="5247998"/>
                  <a:pt x="8922493" y="5247845"/>
                  <a:pt x="8922493" y="5247845"/>
                </a:cubicBezTo>
                <a:lnTo>
                  <a:pt x="8929556" y="5247845"/>
                </a:lnTo>
                <a:cubicBezTo>
                  <a:pt x="8929811" y="5247845"/>
                  <a:pt x="8930170" y="5248203"/>
                  <a:pt x="8930170" y="5248203"/>
                </a:cubicBezTo>
                <a:lnTo>
                  <a:pt x="8933702" y="5254345"/>
                </a:lnTo>
                <a:cubicBezTo>
                  <a:pt x="8933804" y="5254550"/>
                  <a:pt x="8933702" y="5255010"/>
                  <a:pt x="8933702" y="5255010"/>
                </a:cubicBezTo>
                <a:lnTo>
                  <a:pt x="8930170" y="5261152"/>
                </a:lnTo>
                <a:cubicBezTo>
                  <a:pt x="8930018" y="5261356"/>
                  <a:pt x="8929556" y="5261510"/>
                  <a:pt x="8929556" y="5261510"/>
                </a:cubicBezTo>
                <a:close/>
                <a:moveTo>
                  <a:pt x="9127718" y="5261510"/>
                </a:moveTo>
                <a:lnTo>
                  <a:pt x="9120657" y="5261510"/>
                </a:lnTo>
                <a:cubicBezTo>
                  <a:pt x="9120401" y="5261510"/>
                  <a:pt x="9120044" y="5261152"/>
                  <a:pt x="9120044" y="5261152"/>
                </a:cubicBezTo>
                <a:lnTo>
                  <a:pt x="9116510" y="5255010"/>
                </a:lnTo>
                <a:cubicBezTo>
                  <a:pt x="9116408" y="5254805"/>
                  <a:pt x="9116510" y="5254345"/>
                  <a:pt x="9116510" y="5254345"/>
                </a:cubicBezTo>
                <a:lnTo>
                  <a:pt x="9120044" y="5248203"/>
                </a:lnTo>
                <a:cubicBezTo>
                  <a:pt x="9120196" y="5247998"/>
                  <a:pt x="9120657" y="5247845"/>
                  <a:pt x="9120657" y="5247845"/>
                </a:cubicBezTo>
                <a:lnTo>
                  <a:pt x="9127718" y="5247845"/>
                </a:lnTo>
                <a:cubicBezTo>
                  <a:pt x="9127974" y="5247845"/>
                  <a:pt x="9128333" y="5248203"/>
                  <a:pt x="9128333" y="5248203"/>
                </a:cubicBezTo>
                <a:lnTo>
                  <a:pt x="9131865" y="5254345"/>
                </a:lnTo>
                <a:cubicBezTo>
                  <a:pt x="9131968" y="5254550"/>
                  <a:pt x="9131865" y="5255010"/>
                  <a:pt x="9131865" y="5255010"/>
                </a:cubicBezTo>
                <a:lnTo>
                  <a:pt x="9128333" y="5261152"/>
                </a:lnTo>
                <a:cubicBezTo>
                  <a:pt x="9128179" y="5261356"/>
                  <a:pt x="9127718" y="5261510"/>
                  <a:pt x="9127718" y="5261510"/>
                </a:cubicBezTo>
                <a:close/>
                <a:moveTo>
                  <a:pt x="9325945" y="5261510"/>
                </a:moveTo>
                <a:lnTo>
                  <a:pt x="9318882" y="5261510"/>
                </a:lnTo>
                <a:cubicBezTo>
                  <a:pt x="9318627" y="5261510"/>
                  <a:pt x="9318268" y="5261152"/>
                  <a:pt x="9318268" y="5261152"/>
                </a:cubicBezTo>
                <a:lnTo>
                  <a:pt x="9314736" y="5255010"/>
                </a:lnTo>
                <a:cubicBezTo>
                  <a:pt x="9314633" y="5254805"/>
                  <a:pt x="9314736" y="5254345"/>
                  <a:pt x="9314736" y="5254345"/>
                </a:cubicBezTo>
                <a:lnTo>
                  <a:pt x="9318268" y="5248203"/>
                </a:lnTo>
                <a:cubicBezTo>
                  <a:pt x="9318421" y="5247998"/>
                  <a:pt x="9318882" y="5247845"/>
                  <a:pt x="9318882" y="5247845"/>
                </a:cubicBezTo>
                <a:lnTo>
                  <a:pt x="9325945" y="5247845"/>
                </a:lnTo>
                <a:cubicBezTo>
                  <a:pt x="9326202" y="5247845"/>
                  <a:pt x="9326562" y="5248203"/>
                  <a:pt x="9326562" y="5248203"/>
                </a:cubicBezTo>
                <a:lnTo>
                  <a:pt x="9330092" y="5254345"/>
                </a:lnTo>
                <a:cubicBezTo>
                  <a:pt x="9330194" y="5254550"/>
                  <a:pt x="9330092" y="5255010"/>
                  <a:pt x="9330092" y="5255010"/>
                </a:cubicBezTo>
                <a:lnTo>
                  <a:pt x="9326562" y="5261152"/>
                </a:lnTo>
                <a:cubicBezTo>
                  <a:pt x="9326407" y="5261356"/>
                  <a:pt x="9325945" y="5261510"/>
                  <a:pt x="9325945" y="5261510"/>
                </a:cubicBezTo>
                <a:close/>
                <a:moveTo>
                  <a:pt x="9524167" y="5261510"/>
                </a:moveTo>
                <a:lnTo>
                  <a:pt x="9517103" y="5261510"/>
                </a:lnTo>
                <a:cubicBezTo>
                  <a:pt x="9516847" y="5261510"/>
                  <a:pt x="9516489" y="5261152"/>
                  <a:pt x="9516489" y="5261152"/>
                </a:cubicBezTo>
                <a:lnTo>
                  <a:pt x="9512956" y="5255010"/>
                </a:lnTo>
                <a:cubicBezTo>
                  <a:pt x="9512855" y="5254805"/>
                  <a:pt x="9512956" y="5254345"/>
                  <a:pt x="9512956" y="5254345"/>
                </a:cubicBezTo>
                <a:lnTo>
                  <a:pt x="9516489" y="5248203"/>
                </a:lnTo>
                <a:cubicBezTo>
                  <a:pt x="9516643" y="5247998"/>
                  <a:pt x="9517103" y="5247845"/>
                  <a:pt x="9517103" y="5247845"/>
                </a:cubicBezTo>
                <a:lnTo>
                  <a:pt x="9524167" y="5247845"/>
                </a:lnTo>
                <a:cubicBezTo>
                  <a:pt x="9524422" y="5247845"/>
                  <a:pt x="9524780" y="5248203"/>
                  <a:pt x="9524780" y="5248203"/>
                </a:cubicBezTo>
                <a:lnTo>
                  <a:pt x="9528313" y="5254345"/>
                </a:lnTo>
                <a:cubicBezTo>
                  <a:pt x="9528415" y="5254550"/>
                  <a:pt x="9528313" y="5255010"/>
                  <a:pt x="9528313" y="5255010"/>
                </a:cubicBezTo>
                <a:lnTo>
                  <a:pt x="9524780" y="5261152"/>
                </a:lnTo>
                <a:cubicBezTo>
                  <a:pt x="9524627" y="5261356"/>
                  <a:pt x="9524167" y="5261510"/>
                  <a:pt x="9524167" y="5261510"/>
                </a:cubicBezTo>
                <a:close/>
                <a:moveTo>
                  <a:pt x="9722558" y="5261510"/>
                </a:moveTo>
                <a:lnTo>
                  <a:pt x="9715496" y="5261510"/>
                </a:lnTo>
                <a:cubicBezTo>
                  <a:pt x="9715241" y="5261510"/>
                  <a:pt x="9714881" y="5261152"/>
                  <a:pt x="9714881" y="5261152"/>
                </a:cubicBezTo>
                <a:lnTo>
                  <a:pt x="9711351" y="5255010"/>
                </a:lnTo>
                <a:cubicBezTo>
                  <a:pt x="9711248" y="5254805"/>
                  <a:pt x="9711351" y="5254345"/>
                  <a:pt x="9711351" y="5254345"/>
                </a:cubicBezTo>
                <a:lnTo>
                  <a:pt x="9714881" y="5248203"/>
                </a:lnTo>
                <a:cubicBezTo>
                  <a:pt x="9715035" y="5247998"/>
                  <a:pt x="9715496" y="5247845"/>
                  <a:pt x="9715496" y="5247845"/>
                </a:cubicBezTo>
                <a:lnTo>
                  <a:pt x="9722558" y="5247845"/>
                </a:lnTo>
                <a:cubicBezTo>
                  <a:pt x="9722816" y="5247845"/>
                  <a:pt x="9723173" y="5248203"/>
                  <a:pt x="9723173" y="5248203"/>
                </a:cubicBezTo>
                <a:lnTo>
                  <a:pt x="9726705" y="5254345"/>
                </a:lnTo>
                <a:cubicBezTo>
                  <a:pt x="9726807" y="5254550"/>
                  <a:pt x="9726705" y="5255010"/>
                  <a:pt x="9726705" y="5255010"/>
                </a:cubicBezTo>
                <a:lnTo>
                  <a:pt x="9723173" y="5261152"/>
                </a:lnTo>
                <a:cubicBezTo>
                  <a:pt x="9723020" y="5261356"/>
                  <a:pt x="9722558" y="5261510"/>
                  <a:pt x="9722558" y="5261510"/>
                </a:cubicBezTo>
                <a:close/>
                <a:moveTo>
                  <a:pt x="9920765" y="5261510"/>
                </a:moveTo>
                <a:lnTo>
                  <a:pt x="9913702" y="5261510"/>
                </a:lnTo>
                <a:cubicBezTo>
                  <a:pt x="9913447" y="5261510"/>
                  <a:pt x="9913088" y="5261152"/>
                  <a:pt x="9913088" y="5261152"/>
                </a:cubicBezTo>
                <a:lnTo>
                  <a:pt x="9909557" y="5255010"/>
                </a:lnTo>
                <a:cubicBezTo>
                  <a:pt x="9909455" y="5254805"/>
                  <a:pt x="9909557" y="5254345"/>
                  <a:pt x="9909557" y="5254345"/>
                </a:cubicBezTo>
                <a:lnTo>
                  <a:pt x="9913088" y="5248203"/>
                </a:lnTo>
                <a:cubicBezTo>
                  <a:pt x="9913242" y="5247998"/>
                  <a:pt x="9913702" y="5247845"/>
                  <a:pt x="9913702" y="5247845"/>
                </a:cubicBezTo>
                <a:lnTo>
                  <a:pt x="9920765" y="5247845"/>
                </a:lnTo>
                <a:cubicBezTo>
                  <a:pt x="9921022" y="5247845"/>
                  <a:pt x="9921379" y="5248203"/>
                  <a:pt x="9921379" y="5248203"/>
                </a:cubicBezTo>
                <a:lnTo>
                  <a:pt x="9924912" y="5254345"/>
                </a:lnTo>
                <a:cubicBezTo>
                  <a:pt x="9925014" y="5254550"/>
                  <a:pt x="9924912" y="5255010"/>
                  <a:pt x="9924912" y="5255010"/>
                </a:cubicBezTo>
                <a:lnTo>
                  <a:pt x="9921379" y="5261152"/>
                </a:lnTo>
                <a:cubicBezTo>
                  <a:pt x="9921226" y="5261356"/>
                  <a:pt x="9920765" y="5261510"/>
                  <a:pt x="9920765" y="5261510"/>
                </a:cubicBezTo>
                <a:close/>
                <a:moveTo>
                  <a:pt x="10118922" y="5261510"/>
                </a:moveTo>
                <a:lnTo>
                  <a:pt x="10111859" y="5261510"/>
                </a:lnTo>
                <a:cubicBezTo>
                  <a:pt x="10111604" y="5261510"/>
                  <a:pt x="10111245" y="5261152"/>
                  <a:pt x="10111245" y="5261152"/>
                </a:cubicBezTo>
                <a:lnTo>
                  <a:pt x="10107714" y="5255010"/>
                </a:lnTo>
                <a:cubicBezTo>
                  <a:pt x="10107612" y="5254805"/>
                  <a:pt x="10107714" y="5254345"/>
                  <a:pt x="10107714" y="5254345"/>
                </a:cubicBezTo>
                <a:lnTo>
                  <a:pt x="10111245" y="5248203"/>
                </a:lnTo>
                <a:cubicBezTo>
                  <a:pt x="10111399" y="5247998"/>
                  <a:pt x="10111859" y="5247845"/>
                  <a:pt x="10111859" y="5247845"/>
                </a:cubicBezTo>
                <a:lnTo>
                  <a:pt x="10118922" y="5247845"/>
                </a:lnTo>
                <a:cubicBezTo>
                  <a:pt x="10119179" y="5247845"/>
                  <a:pt x="10119537" y="5248203"/>
                  <a:pt x="10119537" y="5248203"/>
                </a:cubicBezTo>
                <a:lnTo>
                  <a:pt x="10123069" y="5254345"/>
                </a:lnTo>
                <a:cubicBezTo>
                  <a:pt x="10123171" y="5254550"/>
                  <a:pt x="10123069" y="5255010"/>
                  <a:pt x="10123069" y="5255010"/>
                </a:cubicBezTo>
                <a:lnTo>
                  <a:pt x="10119537" y="5261152"/>
                </a:lnTo>
                <a:cubicBezTo>
                  <a:pt x="10119384" y="5261356"/>
                  <a:pt x="10118922" y="5261510"/>
                  <a:pt x="10118922" y="5261510"/>
                </a:cubicBezTo>
                <a:close/>
                <a:moveTo>
                  <a:pt x="10317179" y="5261510"/>
                </a:moveTo>
                <a:lnTo>
                  <a:pt x="10310117" y="5261510"/>
                </a:lnTo>
                <a:cubicBezTo>
                  <a:pt x="10309860" y="5261510"/>
                  <a:pt x="10309502" y="5261152"/>
                  <a:pt x="10309502" y="5261152"/>
                </a:cubicBezTo>
                <a:lnTo>
                  <a:pt x="10305971" y="5255010"/>
                </a:lnTo>
                <a:cubicBezTo>
                  <a:pt x="10305868" y="5254805"/>
                  <a:pt x="10305971" y="5254345"/>
                  <a:pt x="10305971" y="5254345"/>
                </a:cubicBezTo>
                <a:lnTo>
                  <a:pt x="10309502" y="5248203"/>
                </a:lnTo>
                <a:cubicBezTo>
                  <a:pt x="10309656" y="5247998"/>
                  <a:pt x="10310117" y="5247845"/>
                  <a:pt x="10310117" y="5247845"/>
                </a:cubicBezTo>
                <a:lnTo>
                  <a:pt x="10317179" y="5247845"/>
                </a:lnTo>
                <a:cubicBezTo>
                  <a:pt x="10317436" y="5247845"/>
                  <a:pt x="10317794" y="5248203"/>
                  <a:pt x="10317794" y="5248203"/>
                </a:cubicBezTo>
                <a:lnTo>
                  <a:pt x="10321325" y="5254345"/>
                </a:lnTo>
                <a:cubicBezTo>
                  <a:pt x="10321428" y="5254550"/>
                  <a:pt x="10321325" y="5255010"/>
                  <a:pt x="10321325" y="5255010"/>
                </a:cubicBezTo>
                <a:lnTo>
                  <a:pt x="10317794" y="5261152"/>
                </a:lnTo>
                <a:cubicBezTo>
                  <a:pt x="10317640" y="5261356"/>
                  <a:pt x="10317179" y="5261510"/>
                  <a:pt x="10317179" y="5261510"/>
                </a:cubicBezTo>
                <a:close/>
                <a:moveTo>
                  <a:pt x="605979" y="5424827"/>
                </a:moveTo>
                <a:lnTo>
                  <a:pt x="598916" y="5424827"/>
                </a:lnTo>
                <a:cubicBezTo>
                  <a:pt x="598661" y="5424827"/>
                  <a:pt x="598302" y="5424468"/>
                  <a:pt x="598302" y="5424468"/>
                </a:cubicBezTo>
                <a:lnTo>
                  <a:pt x="594770" y="5418326"/>
                </a:lnTo>
                <a:cubicBezTo>
                  <a:pt x="594668" y="5418121"/>
                  <a:pt x="594770" y="5417661"/>
                  <a:pt x="594770" y="5417661"/>
                </a:cubicBezTo>
                <a:lnTo>
                  <a:pt x="598302" y="5411520"/>
                </a:lnTo>
                <a:cubicBezTo>
                  <a:pt x="598455" y="5411315"/>
                  <a:pt x="598916" y="5411161"/>
                  <a:pt x="598916" y="5411161"/>
                </a:cubicBezTo>
                <a:lnTo>
                  <a:pt x="605979" y="5411161"/>
                </a:lnTo>
                <a:cubicBezTo>
                  <a:pt x="606235" y="5411161"/>
                  <a:pt x="606593" y="5411520"/>
                  <a:pt x="606593" y="5411520"/>
                </a:cubicBezTo>
                <a:lnTo>
                  <a:pt x="610125" y="5417661"/>
                </a:lnTo>
                <a:cubicBezTo>
                  <a:pt x="610227" y="5417866"/>
                  <a:pt x="610125" y="5418326"/>
                  <a:pt x="610125" y="5418326"/>
                </a:cubicBezTo>
                <a:lnTo>
                  <a:pt x="606593" y="5424468"/>
                </a:lnTo>
                <a:cubicBezTo>
                  <a:pt x="606440" y="5424673"/>
                  <a:pt x="605979" y="5424827"/>
                  <a:pt x="605979" y="5424827"/>
                </a:cubicBezTo>
                <a:close/>
                <a:moveTo>
                  <a:pt x="11254" y="5424830"/>
                </a:moveTo>
                <a:lnTo>
                  <a:pt x="4192" y="5424830"/>
                </a:lnTo>
                <a:cubicBezTo>
                  <a:pt x="3935" y="5424830"/>
                  <a:pt x="3578" y="5424472"/>
                  <a:pt x="3578" y="5424472"/>
                </a:cubicBezTo>
                <a:lnTo>
                  <a:pt x="46" y="5418329"/>
                </a:lnTo>
                <a:cubicBezTo>
                  <a:pt x="-57" y="5418125"/>
                  <a:pt x="46" y="5417664"/>
                  <a:pt x="46" y="5417664"/>
                </a:cubicBezTo>
                <a:lnTo>
                  <a:pt x="3578" y="5411523"/>
                </a:lnTo>
                <a:cubicBezTo>
                  <a:pt x="3731" y="5411318"/>
                  <a:pt x="4192" y="5411164"/>
                  <a:pt x="4192" y="5411164"/>
                </a:cubicBezTo>
                <a:lnTo>
                  <a:pt x="11254" y="5411164"/>
                </a:lnTo>
                <a:cubicBezTo>
                  <a:pt x="11511" y="5411164"/>
                  <a:pt x="11868" y="5411523"/>
                  <a:pt x="11868" y="5411523"/>
                </a:cubicBezTo>
                <a:lnTo>
                  <a:pt x="15400" y="5417664"/>
                </a:lnTo>
                <a:cubicBezTo>
                  <a:pt x="15503" y="5417869"/>
                  <a:pt x="15400" y="5418329"/>
                  <a:pt x="15400" y="5418329"/>
                </a:cubicBezTo>
                <a:lnTo>
                  <a:pt x="11868" y="5424472"/>
                </a:lnTo>
                <a:cubicBezTo>
                  <a:pt x="11716" y="5424676"/>
                  <a:pt x="11254" y="5424830"/>
                  <a:pt x="11254" y="5424830"/>
                </a:cubicBezTo>
                <a:close/>
                <a:moveTo>
                  <a:pt x="1795378" y="5424838"/>
                </a:moveTo>
                <a:lnTo>
                  <a:pt x="1788315" y="5424838"/>
                </a:lnTo>
                <a:cubicBezTo>
                  <a:pt x="1788060" y="5424838"/>
                  <a:pt x="1787701" y="5424480"/>
                  <a:pt x="1787701" y="5424480"/>
                </a:cubicBezTo>
                <a:lnTo>
                  <a:pt x="1784170" y="5418337"/>
                </a:lnTo>
                <a:cubicBezTo>
                  <a:pt x="1784067" y="5418131"/>
                  <a:pt x="1784170" y="5417672"/>
                  <a:pt x="1784170" y="5417672"/>
                </a:cubicBezTo>
                <a:lnTo>
                  <a:pt x="1787701" y="5411530"/>
                </a:lnTo>
                <a:cubicBezTo>
                  <a:pt x="1787854" y="5411325"/>
                  <a:pt x="1788315" y="5411172"/>
                  <a:pt x="1788315" y="5411172"/>
                </a:cubicBezTo>
                <a:lnTo>
                  <a:pt x="1795378" y="5411172"/>
                </a:lnTo>
                <a:cubicBezTo>
                  <a:pt x="1795634" y="5411172"/>
                  <a:pt x="1795992" y="5411530"/>
                  <a:pt x="1795992" y="5411530"/>
                </a:cubicBezTo>
                <a:lnTo>
                  <a:pt x="1799524" y="5417672"/>
                </a:lnTo>
                <a:cubicBezTo>
                  <a:pt x="1799626" y="5417877"/>
                  <a:pt x="1799524" y="5418337"/>
                  <a:pt x="1799524" y="5418337"/>
                </a:cubicBezTo>
                <a:lnTo>
                  <a:pt x="1795992" y="5424480"/>
                </a:lnTo>
                <a:cubicBezTo>
                  <a:pt x="1795838" y="5424684"/>
                  <a:pt x="1795378" y="5424838"/>
                  <a:pt x="1795378" y="5424838"/>
                </a:cubicBezTo>
                <a:close/>
                <a:moveTo>
                  <a:pt x="407754" y="5424843"/>
                </a:moveTo>
                <a:lnTo>
                  <a:pt x="400692" y="5424843"/>
                </a:lnTo>
                <a:cubicBezTo>
                  <a:pt x="400436" y="5424843"/>
                  <a:pt x="400078" y="5424485"/>
                  <a:pt x="400078" y="5424485"/>
                </a:cubicBezTo>
                <a:lnTo>
                  <a:pt x="396546" y="5418343"/>
                </a:lnTo>
                <a:cubicBezTo>
                  <a:pt x="396444" y="5418138"/>
                  <a:pt x="396546" y="5417677"/>
                  <a:pt x="396546" y="5417677"/>
                </a:cubicBezTo>
                <a:lnTo>
                  <a:pt x="400078" y="5411535"/>
                </a:lnTo>
                <a:cubicBezTo>
                  <a:pt x="400231" y="5411331"/>
                  <a:pt x="400692" y="5411177"/>
                  <a:pt x="400692" y="5411177"/>
                </a:cubicBezTo>
                <a:lnTo>
                  <a:pt x="407754" y="5411177"/>
                </a:lnTo>
                <a:cubicBezTo>
                  <a:pt x="408011" y="5411177"/>
                  <a:pt x="408369" y="5411535"/>
                  <a:pt x="408369" y="5411535"/>
                </a:cubicBezTo>
                <a:lnTo>
                  <a:pt x="411900" y="5417677"/>
                </a:lnTo>
                <a:cubicBezTo>
                  <a:pt x="412002" y="5417881"/>
                  <a:pt x="411900" y="5418343"/>
                  <a:pt x="411900" y="5418343"/>
                </a:cubicBezTo>
                <a:lnTo>
                  <a:pt x="408369" y="5424485"/>
                </a:lnTo>
                <a:cubicBezTo>
                  <a:pt x="408214" y="5424690"/>
                  <a:pt x="407754" y="5424843"/>
                  <a:pt x="407754" y="5424843"/>
                </a:cubicBezTo>
                <a:close/>
                <a:moveTo>
                  <a:pt x="1398928" y="5424843"/>
                </a:moveTo>
                <a:lnTo>
                  <a:pt x="1391866" y="5424843"/>
                </a:lnTo>
                <a:cubicBezTo>
                  <a:pt x="1391610" y="5424843"/>
                  <a:pt x="1391252" y="5424484"/>
                  <a:pt x="1391252" y="5424484"/>
                </a:cubicBezTo>
                <a:lnTo>
                  <a:pt x="1387720" y="5418342"/>
                </a:lnTo>
                <a:cubicBezTo>
                  <a:pt x="1387617" y="5418137"/>
                  <a:pt x="1387720" y="5417676"/>
                  <a:pt x="1387720" y="5417676"/>
                </a:cubicBezTo>
                <a:lnTo>
                  <a:pt x="1391252" y="5411534"/>
                </a:lnTo>
                <a:cubicBezTo>
                  <a:pt x="1391406" y="5411330"/>
                  <a:pt x="1391866" y="5411177"/>
                  <a:pt x="1391866" y="5411177"/>
                </a:cubicBezTo>
                <a:lnTo>
                  <a:pt x="1398928" y="5411177"/>
                </a:lnTo>
                <a:cubicBezTo>
                  <a:pt x="1399185" y="5411177"/>
                  <a:pt x="1399544" y="5411534"/>
                  <a:pt x="1399544" y="5411534"/>
                </a:cubicBezTo>
                <a:lnTo>
                  <a:pt x="1403074" y="5417676"/>
                </a:lnTo>
                <a:cubicBezTo>
                  <a:pt x="1403177" y="5417880"/>
                  <a:pt x="1403074" y="5418342"/>
                  <a:pt x="1403074" y="5418342"/>
                </a:cubicBezTo>
                <a:lnTo>
                  <a:pt x="1399544" y="5424484"/>
                </a:lnTo>
                <a:cubicBezTo>
                  <a:pt x="1399389" y="5424690"/>
                  <a:pt x="1398928" y="5424843"/>
                  <a:pt x="1398928" y="5424843"/>
                </a:cubicBezTo>
                <a:close/>
                <a:moveTo>
                  <a:pt x="804204" y="5424854"/>
                </a:moveTo>
                <a:lnTo>
                  <a:pt x="797140" y="5424854"/>
                </a:lnTo>
                <a:cubicBezTo>
                  <a:pt x="796886" y="5424854"/>
                  <a:pt x="796526" y="5424495"/>
                  <a:pt x="796526" y="5424495"/>
                </a:cubicBezTo>
                <a:lnTo>
                  <a:pt x="792995" y="5418353"/>
                </a:lnTo>
                <a:cubicBezTo>
                  <a:pt x="792893" y="5418148"/>
                  <a:pt x="792995" y="5417688"/>
                  <a:pt x="792995" y="5417688"/>
                </a:cubicBezTo>
                <a:lnTo>
                  <a:pt x="796526" y="5411547"/>
                </a:lnTo>
                <a:cubicBezTo>
                  <a:pt x="796680" y="5411341"/>
                  <a:pt x="797140" y="5411188"/>
                  <a:pt x="797140" y="5411188"/>
                </a:cubicBezTo>
                <a:lnTo>
                  <a:pt x="804204" y="5411188"/>
                </a:lnTo>
                <a:cubicBezTo>
                  <a:pt x="804460" y="5411188"/>
                  <a:pt x="804818" y="5411547"/>
                  <a:pt x="804818" y="5411547"/>
                </a:cubicBezTo>
                <a:lnTo>
                  <a:pt x="808350" y="5417688"/>
                </a:lnTo>
                <a:cubicBezTo>
                  <a:pt x="808452" y="5417893"/>
                  <a:pt x="808350" y="5418353"/>
                  <a:pt x="808350" y="5418353"/>
                </a:cubicBezTo>
                <a:lnTo>
                  <a:pt x="804818" y="5424495"/>
                </a:lnTo>
                <a:cubicBezTo>
                  <a:pt x="804665" y="5424700"/>
                  <a:pt x="804204" y="5424854"/>
                  <a:pt x="804204" y="5424854"/>
                </a:cubicBezTo>
                <a:close/>
                <a:moveTo>
                  <a:pt x="1200704" y="5424880"/>
                </a:moveTo>
                <a:lnTo>
                  <a:pt x="1193642" y="5424880"/>
                </a:lnTo>
                <a:cubicBezTo>
                  <a:pt x="1193386" y="5424880"/>
                  <a:pt x="1193028" y="5424522"/>
                  <a:pt x="1193028" y="5424522"/>
                </a:cubicBezTo>
                <a:lnTo>
                  <a:pt x="1189495" y="5418380"/>
                </a:lnTo>
                <a:cubicBezTo>
                  <a:pt x="1189393" y="5418175"/>
                  <a:pt x="1189495" y="5417715"/>
                  <a:pt x="1189495" y="5417715"/>
                </a:cubicBezTo>
                <a:lnTo>
                  <a:pt x="1193028" y="5411573"/>
                </a:lnTo>
                <a:cubicBezTo>
                  <a:pt x="1193180" y="5411368"/>
                  <a:pt x="1193642" y="5411214"/>
                  <a:pt x="1193642" y="5411214"/>
                </a:cubicBezTo>
                <a:lnTo>
                  <a:pt x="1200704" y="5411214"/>
                </a:lnTo>
                <a:cubicBezTo>
                  <a:pt x="1200960" y="5411214"/>
                  <a:pt x="1201318" y="5411573"/>
                  <a:pt x="1201318" y="5411573"/>
                </a:cubicBezTo>
                <a:lnTo>
                  <a:pt x="1204850" y="5417715"/>
                </a:lnTo>
                <a:cubicBezTo>
                  <a:pt x="1204952" y="5417919"/>
                  <a:pt x="1204850" y="5418380"/>
                  <a:pt x="1204850" y="5418380"/>
                </a:cubicBezTo>
                <a:lnTo>
                  <a:pt x="1201318" y="5424522"/>
                </a:lnTo>
                <a:cubicBezTo>
                  <a:pt x="1201165" y="5424727"/>
                  <a:pt x="1200704" y="5424880"/>
                  <a:pt x="1200704" y="5424880"/>
                </a:cubicBezTo>
                <a:close/>
                <a:moveTo>
                  <a:pt x="1002428" y="5424887"/>
                </a:moveTo>
                <a:lnTo>
                  <a:pt x="995366" y="5424887"/>
                </a:lnTo>
                <a:cubicBezTo>
                  <a:pt x="995110" y="5424887"/>
                  <a:pt x="994752" y="5424529"/>
                  <a:pt x="994752" y="5424529"/>
                </a:cubicBezTo>
                <a:lnTo>
                  <a:pt x="991220" y="5418387"/>
                </a:lnTo>
                <a:cubicBezTo>
                  <a:pt x="991117" y="5418181"/>
                  <a:pt x="991220" y="5417721"/>
                  <a:pt x="991220" y="5417721"/>
                </a:cubicBezTo>
                <a:lnTo>
                  <a:pt x="994752" y="5411579"/>
                </a:lnTo>
                <a:cubicBezTo>
                  <a:pt x="994905" y="5411375"/>
                  <a:pt x="995366" y="5411221"/>
                  <a:pt x="995366" y="5411221"/>
                </a:cubicBezTo>
                <a:lnTo>
                  <a:pt x="1002428" y="5411221"/>
                </a:lnTo>
                <a:cubicBezTo>
                  <a:pt x="1002685" y="5411221"/>
                  <a:pt x="1003042" y="5411579"/>
                  <a:pt x="1003042" y="5411579"/>
                </a:cubicBezTo>
                <a:lnTo>
                  <a:pt x="1006574" y="5417721"/>
                </a:lnTo>
                <a:cubicBezTo>
                  <a:pt x="1006677" y="5417925"/>
                  <a:pt x="1006574" y="5418387"/>
                  <a:pt x="1006574" y="5418387"/>
                </a:cubicBezTo>
                <a:lnTo>
                  <a:pt x="1003042" y="5424529"/>
                </a:lnTo>
                <a:cubicBezTo>
                  <a:pt x="1002889" y="5424734"/>
                  <a:pt x="1002428" y="5424887"/>
                  <a:pt x="1002428" y="5424887"/>
                </a:cubicBezTo>
                <a:close/>
                <a:moveTo>
                  <a:pt x="209480" y="5424891"/>
                </a:moveTo>
                <a:lnTo>
                  <a:pt x="202416" y="5424891"/>
                </a:lnTo>
                <a:cubicBezTo>
                  <a:pt x="202160" y="5424891"/>
                  <a:pt x="201803" y="5424532"/>
                  <a:pt x="201803" y="5424532"/>
                </a:cubicBezTo>
                <a:lnTo>
                  <a:pt x="198270" y="5418389"/>
                </a:lnTo>
                <a:cubicBezTo>
                  <a:pt x="198168" y="5418185"/>
                  <a:pt x="198270" y="5417725"/>
                  <a:pt x="198270" y="5417725"/>
                </a:cubicBezTo>
                <a:lnTo>
                  <a:pt x="201803" y="5411583"/>
                </a:lnTo>
                <a:cubicBezTo>
                  <a:pt x="201955" y="5411378"/>
                  <a:pt x="202416" y="5411225"/>
                  <a:pt x="202416" y="5411225"/>
                </a:cubicBezTo>
                <a:lnTo>
                  <a:pt x="209480" y="5411225"/>
                </a:lnTo>
                <a:cubicBezTo>
                  <a:pt x="209735" y="5411225"/>
                  <a:pt x="210094" y="5411583"/>
                  <a:pt x="210094" y="5411583"/>
                </a:cubicBezTo>
                <a:lnTo>
                  <a:pt x="213625" y="5417725"/>
                </a:lnTo>
                <a:cubicBezTo>
                  <a:pt x="213727" y="5417930"/>
                  <a:pt x="213625" y="5418389"/>
                  <a:pt x="213625" y="5418389"/>
                </a:cubicBezTo>
                <a:lnTo>
                  <a:pt x="210094" y="5424532"/>
                </a:lnTo>
                <a:cubicBezTo>
                  <a:pt x="209940" y="5424737"/>
                  <a:pt x="209480" y="5424891"/>
                  <a:pt x="209480" y="5424891"/>
                </a:cubicBezTo>
                <a:close/>
                <a:moveTo>
                  <a:pt x="1993654" y="5424909"/>
                </a:moveTo>
                <a:lnTo>
                  <a:pt x="1986590" y="5424909"/>
                </a:lnTo>
                <a:cubicBezTo>
                  <a:pt x="1986336" y="5424909"/>
                  <a:pt x="1985976" y="5424550"/>
                  <a:pt x="1985976" y="5424550"/>
                </a:cubicBezTo>
                <a:lnTo>
                  <a:pt x="1982445" y="5418407"/>
                </a:lnTo>
                <a:cubicBezTo>
                  <a:pt x="1982343" y="5418203"/>
                  <a:pt x="1982445" y="5417743"/>
                  <a:pt x="1982445" y="5417743"/>
                </a:cubicBezTo>
                <a:lnTo>
                  <a:pt x="1985976" y="5411600"/>
                </a:lnTo>
                <a:cubicBezTo>
                  <a:pt x="1986130" y="5411396"/>
                  <a:pt x="1986590" y="5411242"/>
                  <a:pt x="1986590" y="5411242"/>
                </a:cubicBezTo>
                <a:lnTo>
                  <a:pt x="1993654" y="5411242"/>
                </a:lnTo>
                <a:cubicBezTo>
                  <a:pt x="1993910" y="5411242"/>
                  <a:pt x="1994268" y="5411600"/>
                  <a:pt x="1994268" y="5411600"/>
                </a:cubicBezTo>
                <a:lnTo>
                  <a:pt x="1997800" y="5417743"/>
                </a:lnTo>
                <a:cubicBezTo>
                  <a:pt x="1997902" y="5417947"/>
                  <a:pt x="1997800" y="5418407"/>
                  <a:pt x="1997800" y="5418407"/>
                </a:cubicBezTo>
                <a:lnTo>
                  <a:pt x="1994268" y="5424550"/>
                </a:lnTo>
                <a:cubicBezTo>
                  <a:pt x="1994114" y="5424755"/>
                  <a:pt x="1993654" y="5424909"/>
                  <a:pt x="1993654" y="5424909"/>
                </a:cubicBezTo>
                <a:close/>
                <a:moveTo>
                  <a:pt x="1597154" y="5424910"/>
                </a:moveTo>
                <a:lnTo>
                  <a:pt x="1590090" y="5424910"/>
                </a:lnTo>
                <a:cubicBezTo>
                  <a:pt x="1589834" y="5424910"/>
                  <a:pt x="1589476" y="5424552"/>
                  <a:pt x="1589476" y="5424552"/>
                </a:cubicBezTo>
                <a:lnTo>
                  <a:pt x="1585944" y="5418409"/>
                </a:lnTo>
                <a:cubicBezTo>
                  <a:pt x="1585842" y="5418204"/>
                  <a:pt x="1585944" y="5417744"/>
                  <a:pt x="1585944" y="5417744"/>
                </a:cubicBezTo>
                <a:lnTo>
                  <a:pt x="1589476" y="5411601"/>
                </a:lnTo>
                <a:cubicBezTo>
                  <a:pt x="1589630" y="5411397"/>
                  <a:pt x="1590090" y="5411244"/>
                  <a:pt x="1590090" y="5411244"/>
                </a:cubicBezTo>
                <a:lnTo>
                  <a:pt x="1597154" y="5411244"/>
                </a:lnTo>
                <a:cubicBezTo>
                  <a:pt x="1597409" y="5411244"/>
                  <a:pt x="1597768" y="5411601"/>
                  <a:pt x="1597768" y="5411601"/>
                </a:cubicBezTo>
                <a:lnTo>
                  <a:pt x="1601298" y="5417744"/>
                </a:lnTo>
                <a:cubicBezTo>
                  <a:pt x="1601401" y="5417948"/>
                  <a:pt x="1601298" y="5418409"/>
                  <a:pt x="1601298" y="5418409"/>
                </a:cubicBezTo>
                <a:lnTo>
                  <a:pt x="1597768" y="5424552"/>
                </a:lnTo>
                <a:cubicBezTo>
                  <a:pt x="1597614" y="5424757"/>
                  <a:pt x="1597154" y="5424910"/>
                  <a:pt x="1597154" y="5424910"/>
                </a:cubicBezTo>
                <a:close/>
                <a:moveTo>
                  <a:pt x="2189611" y="5430613"/>
                </a:moveTo>
                <a:lnTo>
                  <a:pt x="2182548" y="5430613"/>
                </a:lnTo>
                <a:cubicBezTo>
                  <a:pt x="2182291" y="5430613"/>
                  <a:pt x="2181933" y="5430254"/>
                  <a:pt x="2181933" y="5430254"/>
                </a:cubicBezTo>
                <a:lnTo>
                  <a:pt x="2178401" y="5424113"/>
                </a:lnTo>
                <a:cubicBezTo>
                  <a:pt x="2178299" y="5423908"/>
                  <a:pt x="2178401" y="5423448"/>
                  <a:pt x="2178401" y="5423448"/>
                </a:cubicBezTo>
                <a:lnTo>
                  <a:pt x="2181933" y="5417306"/>
                </a:lnTo>
                <a:cubicBezTo>
                  <a:pt x="2182087" y="5417101"/>
                  <a:pt x="2182548" y="5416947"/>
                  <a:pt x="2182548" y="5416947"/>
                </a:cubicBezTo>
                <a:lnTo>
                  <a:pt x="2189611" y="5416947"/>
                </a:lnTo>
                <a:cubicBezTo>
                  <a:pt x="2189865" y="5416947"/>
                  <a:pt x="2190225" y="5417306"/>
                  <a:pt x="2190225" y="5417306"/>
                </a:cubicBezTo>
                <a:lnTo>
                  <a:pt x="2193757" y="5423448"/>
                </a:lnTo>
                <a:cubicBezTo>
                  <a:pt x="2193859" y="5423652"/>
                  <a:pt x="2193757" y="5424113"/>
                  <a:pt x="2193757" y="5424113"/>
                </a:cubicBezTo>
                <a:lnTo>
                  <a:pt x="2190225" y="5430254"/>
                </a:lnTo>
                <a:cubicBezTo>
                  <a:pt x="2190071" y="5430459"/>
                  <a:pt x="2189611" y="5430613"/>
                  <a:pt x="2189611" y="5430613"/>
                </a:cubicBezTo>
                <a:close/>
                <a:moveTo>
                  <a:pt x="2387835" y="5430613"/>
                </a:moveTo>
                <a:lnTo>
                  <a:pt x="2380773" y="5430613"/>
                </a:lnTo>
                <a:cubicBezTo>
                  <a:pt x="2380515" y="5430613"/>
                  <a:pt x="2380159" y="5430254"/>
                  <a:pt x="2380159" y="5430254"/>
                </a:cubicBezTo>
                <a:lnTo>
                  <a:pt x="2376626" y="5424113"/>
                </a:lnTo>
                <a:cubicBezTo>
                  <a:pt x="2376523" y="5423908"/>
                  <a:pt x="2376626" y="5423448"/>
                  <a:pt x="2376626" y="5423448"/>
                </a:cubicBezTo>
                <a:lnTo>
                  <a:pt x="2380159" y="5417306"/>
                </a:lnTo>
                <a:cubicBezTo>
                  <a:pt x="2380312" y="5417101"/>
                  <a:pt x="2380773" y="5416947"/>
                  <a:pt x="2380773" y="5416947"/>
                </a:cubicBezTo>
                <a:lnTo>
                  <a:pt x="2387835" y="5416947"/>
                </a:lnTo>
                <a:cubicBezTo>
                  <a:pt x="2388091" y="5416947"/>
                  <a:pt x="2388449" y="5417306"/>
                  <a:pt x="2388449" y="5417306"/>
                </a:cubicBezTo>
                <a:lnTo>
                  <a:pt x="2391981" y="5423448"/>
                </a:lnTo>
                <a:cubicBezTo>
                  <a:pt x="2392083" y="5423652"/>
                  <a:pt x="2391981" y="5424113"/>
                  <a:pt x="2391981" y="5424113"/>
                </a:cubicBezTo>
                <a:lnTo>
                  <a:pt x="2388449" y="5430254"/>
                </a:lnTo>
                <a:cubicBezTo>
                  <a:pt x="2388296" y="5430459"/>
                  <a:pt x="2387835" y="5430613"/>
                  <a:pt x="2387835" y="5430613"/>
                </a:cubicBezTo>
                <a:close/>
                <a:moveTo>
                  <a:pt x="2586060" y="5430613"/>
                </a:moveTo>
                <a:lnTo>
                  <a:pt x="2578998" y="5430613"/>
                </a:lnTo>
                <a:cubicBezTo>
                  <a:pt x="2578740" y="5430613"/>
                  <a:pt x="2578383" y="5430254"/>
                  <a:pt x="2578383" y="5430254"/>
                </a:cubicBezTo>
                <a:lnTo>
                  <a:pt x="2574850" y="5424113"/>
                </a:lnTo>
                <a:cubicBezTo>
                  <a:pt x="2574749" y="5423908"/>
                  <a:pt x="2574850" y="5423448"/>
                  <a:pt x="2574850" y="5423448"/>
                </a:cubicBezTo>
                <a:lnTo>
                  <a:pt x="2578383" y="5417306"/>
                </a:lnTo>
                <a:cubicBezTo>
                  <a:pt x="2578536" y="5417101"/>
                  <a:pt x="2578998" y="5416947"/>
                  <a:pt x="2578998" y="5416947"/>
                </a:cubicBezTo>
                <a:lnTo>
                  <a:pt x="2586060" y="5416947"/>
                </a:lnTo>
                <a:cubicBezTo>
                  <a:pt x="2586316" y="5416947"/>
                  <a:pt x="2586674" y="5417306"/>
                  <a:pt x="2586674" y="5417306"/>
                </a:cubicBezTo>
                <a:lnTo>
                  <a:pt x="2590205" y="5423448"/>
                </a:lnTo>
                <a:cubicBezTo>
                  <a:pt x="2590308" y="5423652"/>
                  <a:pt x="2590205" y="5424113"/>
                  <a:pt x="2590205" y="5424113"/>
                </a:cubicBezTo>
                <a:lnTo>
                  <a:pt x="2586674" y="5430254"/>
                </a:lnTo>
                <a:cubicBezTo>
                  <a:pt x="2586520" y="5430459"/>
                  <a:pt x="2586060" y="5430613"/>
                  <a:pt x="2586060" y="5430613"/>
                </a:cubicBezTo>
                <a:close/>
                <a:moveTo>
                  <a:pt x="2784284" y="5430613"/>
                </a:moveTo>
                <a:lnTo>
                  <a:pt x="2777221" y="5430613"/>
                </a:lnTo>
                <a:cubicBezTo>
                  <a:pt x="2776966" y="5430613"/>
                  <a:pt x="2776607" y="5430254"/>
                  <a:pt x="2776607" y="5430254"/>
                </a:cubicBezTo>
                <a:lnTo>
                  <a:pt x="2773075" y="5424113"/>
                </a:lnTo>
                <a:cubicBezTo>
                  <a:pt x="2772973" y="5423908"/>
                  <a:pt x="2773075" y="5423448"/>
                  <a:pt x="2773075" y="5423448"/>
                </a:cubicBezTo>
                <a:lnTo>
                  <a:pt x="2776607" y="5417306"/>
                </a:lnTo>
                <a:cubicBezTo>
                  <a:pt x="2776760" y="5417101"/>
                  <a:pt x="2777221" y="5416947"/>
                  <a:pt x="2777221" y="5416947"/>
                </a:cubicBezTo>
                <a:lnTo>
                  <a:pt x="2784284" y="5416947"/>
                </a:lnTo>
                <a:cubicBezTo>
                  <a:pt x="2784540" y="5416947"/>
                  <a:pt x="2784898" y="5417306"/>
                  <a:pt x="2784898" y="5417306"/>
                </a:cubicBezTo>
                <a:lnTo>
                  <a:pt x="2788430" y="5423448"/>
                </a:lnTo>
                <a:cubicBezTo>
                  <a:pt x="2788532" y="5423652"/>
                  <a:pt x="2788430" y="5424113"/>
                  <a:pt x="2788430" y="5424113"/>
                </a:cubicBezTo>
                <a:lnTo>
                  <a:pt x="2784898" y="5430254"/>
                </a:lnTo>
                <a:cubicBezTo>
                  <a:pt x="2784744" y="5430459"/>
                  <a:pt x="2784284" y="5430613"/>
                  <a:pt x="2784284" y="5430613"/>
                </a:cubicBezTo>
                <a:close/>
                <a:moveTo>
                  <a:pt x="2982559" y="5430613"/>
                </a:moveTo>
                <a:lnTo>
                  <a:pt x="2975496" y="5430613"/>
                </a:lnTo>
                <a:cubicBezTo>
                  <a:pt x="2975241" y="5430613"/>
                  <a:pt x="2974882" y="5430254"/>
                  <a:pt x="2974882" y="5430254"/>
                </a:cubicBezTo>
                <a:lnTo>
                  <a:pt x="2971351" y="5424113"/>
                </a:lnTo>
                <a:cubicBezTo>
                  <a:pt x="2971249" y="5423908"/>
                  <a:pt x="2971351" y="5423448"/>
                  <a:pt x="2971351" y="5423448"/>
                </a:cubicBezTo>
                <a:lnTo>
                  <a:pt x="2974882" y="5417306"/>
                </a:lnTo>
                <a:cubicBezTo>
                  <a:pt x="2975036" y="5417101"/>
                  <a:pt x="2975496" y="5416947"/>
                  <a:pt x="2975496" y="5416947"/>
                </a:cubicBezTo>
                <a:lnTo>
                  <a:pt x="2982559" y="5416947"/>
                </a:lnTo>
                <a:cubicBezTo>
                  <a:pt x="2982815" y="5416947"/>
                  <a:pt x="2983173" y="5417306"/>
                  <a:pt x="2983173" y="5417306"/>
                </a:cubicBezTo>
                <a:lnTo>
                  <a:pt x="2986706" y="5423448"/>
                </a:lnTo>
                <a:cubicBezTo>
                  <a:pt x="2986808" y="5423652"/>
                  <a:pt x="2986706" y="5424113"/>
                  <a:pt x="2986706" y="5424113"/>
                </a:cubicBezTo>
                <a:lnTo>
                  <a:pt x="2983173" y="5430254"/>
                </a:lnTo>
                <a:cubicBezTo>
                  <a:pt x="2983020" y="5430459"/>
                  <a:pt x="2982559" y="5430613"/>
                  <a:pt x="2982559" y="5430613"/>
                </a:cubicBezTo>
                <a:close/>
                <a:moveTo>
                  <a:pt x="3180784" y="5430613"/>
                </a:moveTo>
                <a:lnTo>
                  <a:pt x="3173721" y="5430613"/>
                </a:lnTo>
                <a:cubicBezTo>
                  <a:pt x="3173466" y="5430613"/>
                  <a:pt x="3173107" y="5430254"/>
                  <a:pt x="3173107" y="5430254"/>
                </a:cubicBezTo>
                <a:lnTo>
                  <a:pt x="3169576" y="5424113"/>
                </a:lnTo>
                <a:cubicBezTo>
                  <a:pt x="3169473" y="5423908"/>
                  <a:pt x="3169576" y="5423448"/>
                  <a:pt x="3169576" y="5423448"/>
                </a:cubicBezTo>
                <a:lnTo>
                  <a:pt x="3173107" y="5417306"/>
                </a:lnTo>
                <a:cubicBezTo>
                  <a:pt x="3173261" y="5417101"/>
                  <a:pt x="3173721" y="5416947"/>
                  <a:pt x="3173721" y="5416947"/>
                </a:cubicBezTo>
                <a:lnTo>
                  <a:pt x="3180784" y="5416947"/>
                </a:lnTo>
                <a:cubicBezTo>
                  <a:pt x="3181040" y="5416947"/>
                  <a:pt x="3181398" y="5417306"/>
                  <a:pt x="3181398" y="5417306"/>
                </a:cubicBezTo>
                <a:lnTo>
                  <a:pt x="3184931" y="5423448"/>
                </a:lnTo>
                <a:cubicBezTo>
                  <a:pt x="3185033" y="5423652"/>
                  <a:pt x="3184931" y="5424113"/>
                  <a:pt x="3184931" y="5424113"/>
                </a:cubicBezTo>
                <a:lnTo>
                  <a:pt x="3181398" y="5430254"/>
                </a:lnTo>
                <a:cubicBezTo>
                  <a:pt x="3181245" y="5430459"/>
                  <a:pt x="3180784" y="5430613"/>
                  <a:pt x="3180784" y="5430613"/>
                </a:cubicBezTo>
                <a:close/>
                <a:moveTo>
                  <a:pt x="3379008" y="5430613"/>
                </a:moveTo>
                <a:lnTo>
                  <a:pt x="3371947" y="5430613"/>
                </a:lnTo>
                <a:cubicBezTo>
                  <a:pt x="3371690" y="5430613"/>
                  <a:pt x="3371332" y="5430254"/>
                  <a:pt x="3371332" y="5430254"/>
                </a:cubicBezTo>
                <a:lnTo>
                  <a:pt x="3367800" y="5424113"/>
                </a:lnTo>
                <a:cubicBezTo>
                  <a:pt x="3367697" y="5423908"/>
                  <a:pt x="3367800" y="5423448"/>
                  <a:pt x="3367800" y="5423448"/>
                </a:cubicBezTo>
                <a:lnTo>
                  <a:pt x="3371332" y="5417306"/>
                </a:lnTo>
                <a:cubicBezTo>
                  <a:pt x="3371485" y="5417101"/>
                  <a:pt x="3371947" y="5416947"/>
                  <a:pt x="3371947" y="5416947"/>
                </a:cubicBezTo>
                <a:lnTo>
                  <a:pt x="3379008" y="5416947"/>
                </a:lnTo>
                <a:cubicBezTo>
                  <a:pt x="3379265" y="5416947"/>
                  <a:pt x="3379624" y="5417306"/>
                  <a:pt x="3379624" y="5417306"/>
                </a:cubicBezTo>
                <a:lnTo>
                  <a:pt x="3383155" y="5423448"/>
                </a:lnTo>
                <a:cubicBezTo>
                  <a:pt x="3383257" y="5423652"/>
                  <a:pt x="3383155" y="5424113"/>
                  <a:pt x="3383155" y="5424113"/>
                </a:cubicBezTo>
                <a:lnTo>
                  <a:pt x="3379624" y="5430254"/>
                </a:lnTo>
                <a:cubicBezTo>
                  <a:pt x="3379470" y="5430459"/>
                  <a:pt x="3379008" y="5430613"/>
                  <a:pt x="3379008" y="5430613"/>
                </a:cubicBezTo>
                <a:close/>
                <a:moveTo>
                  <a:pt x="3577234" y="5430613"/>
                </a:moveTo>
                <a:lnTo>
                  <a:pt x="3570172" y="5430613"/>
                </a:lnTo>
                <a:cubicBezTo>
                  <a:pt x="3569914" y="5430613"/>
                  <a:pt x="3569557" y="5430254"/>
                  <a:pt x="3569557" y="5430254"/>
                </a:cubicBezTo>
                <a:lnTo>
                  <a:pt x="3566024" y="5424113"/>
                </a:lnTo>
                <a:cubicBezTo>
                  <a:pt x="3565922" y="5423908"/>
                  <a:pt x="3566024" y="5423448"/>
                  <a:pt x="3566024" y="5423448"/>
                </a:cubicBezTo>
                <a:lnTo>
                  <a:pt x="3569557" y="5417306"/>
                </a:lnTo>
                <a:cubicBezTo>
                  <a:pt x="3569709" y="5417101"/>
                  <a:pt x="3570172" y="5416947"/>
                  <a:pt x="3570172" y="5416947"/>
                </a:cubicBezTo>
                <a:lnTo>
                  <a:pt x="3577234" y="5416947"/>
                </a:lnTo>
                <a:cubicBezTo>
                  <a:pt x="3577489" y="5416947"/>
                  <a:pt x="3577848" y="5417306"/>
                  <a:pt x="3577848" y="5417306"/>
                </a:cubicBezTo>
                <a:lnTo>
                  <a:pt x="3581379" y="5423448"/>
                </a:lnTo>
                <a:cubicBezTo>
                  <a:pt x="3581481" y="5423652"/>
                  <a:pt x="3581379" y="5424113"/>
                  <a:pt x="3581379" y="5424113"/>
                </a:cubicBezTo>
                <a:lnTo>
                  <a:pt x="3577848" y="5430254"/>
                </a:lnTo>
                <a:cubicBezTo>
                  <a:pt x="3577694" y="5430459"/>
                  <a:pt x="3577234" y="5430613"/>
                  <a:pt x="3577234" y="5430613"/>
                </a:cubicBezTo>
                <a:close/>
                <a:moveTo>
                  <a:pt x="3775459" y="5430613"/>
                </a:moveTo>
                <a:lnTo>
                  <a:pt x="3768396" y="5430613"/>
                </a:lnTo>
                <a:cubicBezTo>
                  <a:pt x="3768139" y="5430613"/>
                  <a:pt x="3767781" y="5430254"/>
                  <a:pt x="3767781" y="5430254"/>
                </a:cubicBezTo>
                <a:lnTo>
                  <a:pt x="3764249" y="5424113"/>
                </a:lnTo>
                <a:cubicBezTo>
                  <a:pt x="3764147" y="5423908"/>
                  <a:pt x="3764249" y="5423448"/>
                  <a:pt x="3764249" y="5423448"/>
                </a:cubicBezTo>
                <a:lnTo>
                  <a:pt x="3767781" y="5417306"/>
                </a:lnTo>
                <a:cubicBezTo>
                  <a:pt x="3767935" y="5417101"/>
                  <a:pt x="3768396" y="5416947"/>
                  <a:pt x="3768396" y="5416947"/>
                </a:cubicBezTo>
                <a:lnTo>
                  <a:pt x="3775459" y="5416947"/>
                </a:lnTo>
                <a:cubicBezTo>
                  <a:pt x="3775713" y="5416947"/>
                  <a:pt x="3776073" y="5417306"/>
                  <a:pt x="3776073" y="5417306"/>
                </a:cubicBezTo>
                <a:lnTo>
                  <a:pt x="3779604" y="5423448"/>
                </a:lnTo>
                <a:cubicBezTo>
                  <a:pt x="3779706" y="5423652"/>
                  <a:pt x="3779604" y="5424113"/>
                  <a:pt x="3779604" y="5424113"/>
                </a:cubicBezTo>
                <a:lnTo>
                  <a:pt x="3776073" y="5430254"/>
                </a:lnTo>
                <a:cubicBezTo>
                  <a:pt x="3775919" y="5430459"/>
                  <a:pt x="3775459" y="5430613"/>
                  <a:pt x="3775459" y="5430613"/>
                </a:cubicBezTo>
                <a:close/>
                <a:moveTo>
                  <a:pt x="3973734" y="5430613"/>
                </a:moveTo>
                <a:lnTo>
                  <a:pt x="3966671" y="5430613"/>
                </a:lnTo>
                <a:cubicBezTo>
                  <a:pt x="3966415" y="5430613"/>
                  <a:pt x="3966057" y="5430254"/>
                  <a:pt x="3966057" y="5430254"/>
                </a:cubicBezTo>
                <a:lnTo>
                  <a:pt x="3962525" y="5424113"/>
                </a:lnTo>
                <a:cubicBezTo>
                  <a:pt x="3962423" y="5423908"/>
                  <a:pt x="3962525" y="5423448"/>
                  <a:pt x="3962525" y="5423448"/>
                </a:cubicBezTo>
                <a:lnTo>
                  <a:pt x="3966057" y="5417306"/>
                </a:lnTo>
                <a:cubicBezTo>
                  <a:pt x="3966211" y="5417101"/>
                  <a:pt x="3966671" y="5416947"/>
                  <a:pt x="3966671" y="5416947"/>
                </a:cubicBezTo>
                <a:lnTo>
                  <a:pt x="3973734" y="5416947"/>
                </a:lnTo>
                <a:cubicBezTo>
                  <a:pt x="3973990" y="5416947"/>
                  <a:pt x="3974348" y="5417306"/>
                  <a:pt x="3974348" y="5417306"/>
                </a:cubicBezTo>
                <a:lnTo>
                  <a:pt x="3977880" y="5423448"/>
                </a:lnTo>
                <a:cubicBezTo>
                  <a:pt x="3977982" y="5423652"/>
                  <a:pt x="3977880" y="5424113"/>
                  <a:pt x="3977880" y="5424113"/>
                </a:cubicBezTo>
                <a:lnTo>
                  <a:pt x="3974348" y="5430254"/>
                </a:lnTo>
                <a:cubicBezTo>
                  <a:pt x="3974195" y="5430459"/>
                  <a:pt x="3973734" y="5430613"/>
                  <a:pt x="3973734" y="5430613"/>
                </a:cubicBezTo>
                <a:close/>
                <a:moveTo>
                  <a:pt x="4171959" y="5430613"/>
                </a:moveTo>
                <a:lnTo>
                  <a:pt x="4164896" y="5430613"/>
                </a:lnTo>
                <a:cubicBezTo>
                  <a:pt x="4164640" y="5430613"/>
                  <a:pt x="4164282" y="5430254"/>
                  <a:pt x="4164282" y="5430254"/>
                </a:cubicBezTo>
                <a:lnTo>
                  <a:pt x="4160751" y="5424113"/>
                </a:lnTo>
                <a:cubicBezTo>
                  <a:pt x="4160648" y="5423908"/>
                  <a:pt x="4160751" y="5423448"/>
                  <a:pt x="4160751" y="5423448"/>
                </a:cubicBezTo>
                <a:lnTo>
                  <a:pt x="4164282" y="5417306"/>
                </a:lnTo>
                <a:cubicBezTo>
                  <a:pt x="4164435" y="5417101"/>
                  <a:pt x="4164896" y="5416947"/>
                  <a:pt x="4164896" y="5416947"/>
                </a:cubicBezTo>
                <a:lnTo>
                  <a:pt x="4171959" y="5416947"/>
                </a:lnTo>
                <a:cubicBezTo>
                  <a:pt x="4172215" y="5416947"/>
                  <a:pt x="4172573" y="5417306"/>
                  <a:pt x="4172573" y="5417306"/>
                </a:cubicBezTo>
                <a:lnTo>
                  <a:pt x="4176105" y="5423448"/>
                </a:lnTo>
                <a:cubicBezTo>
                  <a:pt x="4176207" y="5423652"/>
                  <a:pt x="4176105" y="5424113"/>
                  <a:pt x="4176105" y="5424113"/>
                </a:cubicBezTo>
                <a:lnTo>
                  <a:pt x="4172573" y="5430254"/>
                </a:lnTo>
                <a:cubicBezTo>
                  <a:pt x="4172419" y="5430459"/>
                  <a:pt x="4171959" y="5430613"/>
                  <a:pt x="4171959" y="5430613"/>
                </a:cubicBezTo>
                <a:close/>
                <a:moveTo>
                  <a:pt x="4370183" y="5430613"/>
                </a:moveTo>
                <a:lnTo>
                  <a:pt x="4363121" y="5430613"/>
                </a:lnTo>
                <a:cubicBezTo>
                  <a:pt x="4362864" y="5430613"/>
                  <a:pt x="4362506" y="5430254"/>
                  <a:pt x="4362506" y="5430254"/>
                </a:cubicBezTo>
                <a:lnTo>
                  <a:pt x="4358975" y="5424113"/>
                </a:lnTo>
                <a:cubicBezTo>
                  <a:pt x="4358872" y="5423908"/>
                  <a:pt x="4358975" y="5423448"/>
                  <a:pt x="4358975" y="5423448"/>
                </a:cubicBezTo>
                <a:lnTo>
                  <a:pt x="4362506" y="5417306"/>
                </a:lnTo>
                <a:cubicBezTo>
                  <a:pt x="4362660" y="5417101"/>
                  <a:pt x="4363121" y="5416947"/>
                  <a:pt x="4363121" y="5416947"/>
                </a:cubicBezTo>
                <a:lnTo>
                  <a:pt x="4370183" y="5416947"/>
                </a:lnTo>
                <a:cubicBezTo>
                  <a:pt x="4370439" y="5416947"/>
                  <a:pt x="4370797" y="5417306"/>
                  <a:pt x="4370797" y="5417306"/>
                </a:cubicBezTo>
                <a:lnTo>
                  <a:pt x="4374329" y="5423448"/>
                </a:lnTo>
                <a:cubicBezTo>
                  <a:pt x="4374432" y="5423652"/>
                  <a:pt x="4374329" y="5424113"/>
                  <a:pt x="4374329" y="5424113"/>
                </a:cubicBezTo>
                <a:lnTo>
                  <a:pt x="4370797" y="5430254"/>
                </a:lnTo>
                <a:cubicBezTo>
                  <a:pt x="4370643" y="5430459"/>
                  <a:pt x="4370183" y="5430613"/>
                  <a:pt x="4370183" y="5430613"/>
                </a:cubicBezTo>
                <a:close/>
                <a:moveTo>
                  <a:pt x="4568408" y="5430613"/>
                </a:moveTo>
                <a:lnTo>
                  <a:pt x="4561345" y="5430613"/>
                </a:lnTo>
                <a:cubicBezTo>
                  <a:pt x="4561089" y="5430613"/>
                  <a:pt x="4560731" y="5430254"/>
                  <a:pt x="4560731" y="5430254"/>
                </a:cubicBezTo>
                <a:lnTo>
                  <a:pt x="4557199" y="5424113"/>
                </a:lnTo>
                <a:cubicBezTo>
                  <a:pt x="4557097" y="5423908"/>
                  <a:pt x="4557199" y="5423448"/>
                  <a:pt x="4557199" y="5423448"/>
                </a:cubicBezTo>
                <a:lnTo>
                  <a:pt x="4560731" y="5417306"/>
                </a:lnTo>
                <a:cubicBezTo>
                  <a:pt x="4560884" y="5417101"/>
                  <a:pt x="4561345" y="5416947"/>
                  <a:pt x="4561345" y="5416947"/>
                </a:cubicBezTo>
                <a:lnTo>
                  <a:pt x="4568408" y="5416947"/>
                </a:lnTo>
                <a:cubicBezTo>
                  <a:pt x="4568663" y="5416947"/>
                  <a:pt x="4569022" y="5417306"/>
                  <a:pt x="4569022" y="5417306"/>
                </a:cubicBezTo>
                <a:lnTo>
                  <a:pt x="4572554" y="5423448"/>
                </a:lnTo>
                <a:cubicBezTo>
                  <a:pt x="4572656" y="5423652"/>
                  <a:pt x="4572554" y="5424113"/>
                  <a:pt x="4572554" y="5424113"/>
                </a:cubicBezTo>
                <a:lnTo>
                  <a:pt x="4569022" y="5430254"/>
                </a:lnTo>
                <a:cubicBezTo>
                  <a:pt x="4568869" y="5430459"/>
                  <a:pt x="4568408" y="5430613"/>
                  <a:pt x="4568408" y="5430613"/>
                </a:cubicBezTo>
                <a:close/>
                <a:moveTo>
                  <a:pt x="4766683" y="5430613"/>
                </a:moveTo>
                <a:lnTo>
                  <a:pt x="4759621" y="5430613"/>
                </a:lnTo>
                <a:cubicBezTo>
                  <a:pt x="4759364" y="5430613"/>
                  <a:pt x="4759007" y="5430254"/>
                  <a:pt x="4759007" y="5430254"/>
                </a:cubicBezTo>
                <a:lnTo>
                  <a:pt x="4755475" y="5424113"/>
                </a:lnTo>
                <a:cubicBezTo>
                  <a:pt x="4755372" y="5423908"/>
                  <a:pt x="4755475" y="5423448"/>
                  <a:pt x="4755475" y="5423448"/>
                </a:cubicBezTo>
                <a:lnTo>
                  <a:pt x="4759007" y="5417306"/>
                </a:lnTo>
                <a:cubicBezTo>
                  <a:pt x="4759160" y="5417101"/>
                  <a:pt x="4759621" y="5416947"/>
                  <a:pt x="4759621" y="5416947"/>
                </a:cubicBezTo>
                <a:lnTo>
                  <a:pt x="4766683" y="5416947"/>
                </a:lnTo>
                <a:cubicBezTo>
                  <a:pt x="4766940" y="5416947"/>
                  <a:pt x="4767297" y="5417306"/>
                  <a:pt x="4767297" y="5417306"/>
                </a:cubicBezTo>
                <a:lnTo>
                  <a:pt x="4770829" y="5423448"/>
                </a:lnTo>
                <a:cubicBezTo>
                  <a:pt x="4770932" y="5423652"/>
                  <a:pt x="4770829" y="5424113"/>
                  <a:pt x="4770829" y="5424113"/>
                </a:cubicBezTo>
                <a:lnTo>
                  <a:pt x="4767297" y="5430254"/>
                </a:lnTo>
                <a:cubicBezTo>
                  <a:pt x="4767144" y="5430459"/>
                  <a:pt x="4766683" y="5430613"/>
                  <a:pt x="4766683" y="5430613"/>
                </a:cubicBezTo>
                <a:close/>
                <a:moveTo>
                  <a:pt x="4964909" y="5430613"/>
                </a:moveTo>
                <a:lnTo>
                  <a:pt x="4957846" y="5430613"/>
                </a:lnTo>
                <a:cubicBezTo>
                  <a:pt x="4957589" y="5430613"/>
                  <a:pt x="4957232" y="5430254"/>
                  <a:pt x="4957232" y="5430254"/>
                </a:cubicBezTo>
                <a:lnTo>
                  <a:pt x="4953699" y="5424113"/>
                </a:lnTo>
                <a:cubicBezTo>
                  <a:pt x="4953597" y="5423908"/>
                  <a:pt x="4953699" y="5423448"/>
                  <a:pt x="4953699" y="5423448"/>
                </a:cubicBezTo>
                <a:lnTo>
                  <a:pt x="4957232" y="5417306"/>
                </a:lnTo>
                <a:cubicBezTo>
                  <a:pt x="4957384" y="5417101"/>
                  <a:pt x="4957846" y="5416947"/>
                  <a:pt x="4957846" y="5416947"/>
                </a:cubicBezTo>
                <a:lnTo>
                  <a:pt x="4964909" y="5416947"/>
                </a:lnTo>
                <a:cubicBezTo>
                  <a:pt x="4965164" y="5416947"/>
                  <a:pt x="4965523" y="5417306"/>
                  <a:pt x="4965523" y="5417306"/>
                </a:cubicBezTo>
                <a:lnTo>
                  <a:pt x="4969054" y="5423448"/>
                </a:lnTo>
                <a:cubicBezTo>
                  <a:pt x="4969156" y="5423652"/>
                  <a:pt x="4969054" y="5424113"/>
                  <a:pt x="4969054" y="5424113"/>
                </a:cubicBezTo>
                <a:lnTo>
                  <a:pt x="4965523" y="5430254"/>
                </a:lnTo>
                <a:cubicBezTo>
                  <a:pt x="4965369" y="5430459"/>
                  <a:pt x="4964909" y="5430613"/>
                  <a:pt x="4964909" y="5430613"/>
                </a:cubicBezTo>
                <a:close/>
                <a:moveTo>
                  <a:pt x="5163134" y="5430613"/>
                </a:moveTo>
                <a:lnTo>
                  <a:pt x="5156070" y="5430613"/>
                </a:lnTo>
                <a:cubicBezTo>
                  <a:pt x="5155814" y="5430613"/>
                  <a:pt x="5155456" y="5430254"/>
                  <a:pt x="5155456" y="5430254"/>
                </a:cubicBezTo>
                <a:lnTo>
                  <a:pt x="5151924" y="5424113"/>
                </a:lnTo>
                <a:cubicBezTo>
                  <a:pt x="5151822" y="5423908"/>
                  <a:pt x="5151924" y="5423448"/>
                  <a:pt x="5151924" y="5423448"/>
                </a:cubicBezTo>
                <a:lnTo>
                  <a:pt x="5155456" y="5417306"/>
                </a:lnTo>
                <a:cubicBezTo>
                  <a:pt x="5155610" y="5417101"/>
                  <a:pt x="5156070" y="5416947"/>
                  <a:pt x="5156070" y="5416947"/>
                </a:cubicBezTo>
                <a:lnTo>
                  <a:pt x="5163134" y="5416947"/>
                </a:lnTo>
                <a:cubicBezTo>
                  <a:pt x="5163388" y="5416947"/>
                  <a:pt x="5163748" y="5417306"/>
                  <a:pt x="5163748" y="5417306"/>
                </a:cubicBezTo>
                <a:lnTo>
                  <a:pt x="5167279" y="5423448"/>
                </a:lnTo>
                <a:cubicBezTo>
                  <a:pt x="5167381" y="5423652"/>
                  <a:pt x="5167279" y="5424113"/>
                  <a:pt x="5167279" y="5424113"/>
                </a:cubicBezTo>
                <a:lnTo>
                  <a:pt x="5163748" y="5430254"/>
                </a:lnTo>
                <a:cubicBezTo>
                  <a:pt x="5163594" y="5430459"/>
                  <a:pt x="5163134" y="5430613"/>
                  <a:pt x="5163134" y="5430613"/>
                </a:cubicBezTo>
                <a:close/>
                <a:moveTo>
                  <a:pt x="5361358" y="5430613"/>
                </a:moveTo>
                <a:lnTo>
                  <a:pt x="5354295" y="5430613"/>
                </a:lnTo>
                <a:cubicBezTo>
                  <a:pt x="5354038" y="5430613"/>
                  <a:pt x="5353680" y="5430254"/>
                  <a:pt x="5353680" y="5430254"/>
                </a:cubicBezTo>
                <a:lnTo>
                  <a:pt x="5350149" y="5424113"/>
                </a:lnTo>
                <a:cubicBezTo>
                  <a:pt x="5350047" y="5423908"/>
                  <a:pt x="5350149" y="5423448"/>
                  <a:pt x="5350149" y="5423448"/>
                </a:cubicBezTo>
                <a:lnTo>
                  <a:pt x="5353680" y="5417306"/>
                </a:lnTo>
                <a:cubicBezTo>
                  <a:pt x="5353835" y="5417101"/>
                  <a:pt x="5354295" y="5416947"/>
                  <a:pt x="5354295" y="5416947"/>
                </a:cubicBezTo>
                <a:lnTo>
                  <a:pt x="5361358" y="5416947"/>
                </a:lnTo>
                <a:cubicBezTo>
                  <a:pt x="5361614" y="5416947"/>
                  <a:pt x="5361972" y="5417306"/>
                  <a:pt x="5361972" y="5417306"/>
                </a:cubicBezTo>
                <a:lnTo>
                  <a:pt x="5365503" y="5423448"/>
                </a:lnTo>
                <a:cubicBezTo>
                  <a:pt x="5365606" y="5423652"/>
                  <a:pt x="5365503" y="5424113"/>
                  <a:pt x="5365503" y="5424113"/>
                </a:cubicBezTo>
                <a:lnTo>
                  <a:pt x="5361972" y="5430254"/>
                </a:lnTo>
                <a:cubicBezTo>
                  <a:pt x="5361818" y="5430459"/>
                  <a:pt x="5361358" y="5430613"/>
                  <a:pt x="5361358" y="5430613"/>
                </a:cubicBezTo>
                <a:close/>
                <a:moveTo>
                  <a:pt x="5559633" y="5430613"/>
                </a:moveTo>
                <a:lnTo>
                  <a:pt x="5552569" y="5430613"/>
                </a:lnTo>
                <a:cubicBezTo>
                  <a:pt x="5552314" y="5430613"/>
                  <a:pt x="5551956" y="5430254"/>
                  <a:pt x="5551956" y="5430254"/>
                </a:cubicBezTo>
                <a:lnTo>
                  <a:pt x="5548424" y="5424113"/>
                </a:lnTo>
                <a:cubicBezTo>
                  <a:pt x="5548322" y="5423908"/>
                  <a:pt x="5548424" y="5423448"/>
                  <a:pt x="5548424" y="5423448"/>
                </a:cubicBezTo>
                <a:lnTo>
                  <a:pt x="5551956" y="5417306"/>
                </a:lnTo>
                <a:cubicBezTo>
                  <a:pt x="5552109" y="5417101"/>
                  <a:pt x="5552569" y="5416947"/>
                  <a:pt x="5552569" y="5416947"/>
                </a:cubicBezTo>
                <a:lnTo>
                  <a:pt x="5559633" y="5416947"/>
                </a:lnTo>
                <a:cubicBezTo>
                  <a:pt x="5559889" y="5416947"/>
                  <a:pt x="5560246" y="5417306"/>
                  <a:pt x="5560246" y="5417306"/>
                </a:cubicBezTo>
                <a:lnTo>
                  <a:pt x="5563779" y="5423448"/>
                </a:lnTo>
                <a:cubicBezTo>
                  <a:pt x="5563881" y="5423652"/>
                  <a:pt x="5563779" y="5424113"/>
                  <a:pt x="5563779" y="5424113"/>
                </a:cubicBezTo>
                <a:lnTo>
                  <a:pt x="5560246" y="5430254"/>
                </a:lnTo>
                <a:cubicBezTo>
                  <a:pt x="5560094" y="5430459"/>
                  <a:pt x="5559633" y="5430613"/>
                  <a:pt x="5559633" y="5430613"/>
                </a:cubicBezTo>
                <a:close/>
                <a:moveTo>
                  <a:pt x="5757857" y="5430613"/>
                </a:moveTo>
                <a:lnTo>
                  <a:pt x="5750795" y="5430613"/>
                </a:lnTo>
                <a:cubicBezTo>
                  <a:pt x="5750538" y="5430613"/>
                  <a:pt x="5750181" y="5430254"/>
                  <a:pt x="5750181" y="5430254"/>
                </a:cubicBezTo>
                <a:lnTo>
                  <a:pt x="5746649" y="5424113"/>
                </a:lnTo>
                <a:cubicBezTo>
                  <a:pt x="5746546" y="5423908"/>
                  <a:pt x="5746649" y="5423448"/>
                  <a:pt x="5746649" y="5423448"/>
                </a:cubicBezTo>
                <a:lnTo>
                  <a:pt x="5750181" y="5417306"/>
                </a:lnTo>
                <a:cubicBezTo>
                  <a:pt x="5750333" y="5417101"/>
                  <a:pt x="5750795" y="5416947"/>
                  <a:pt x="5750795" y="5416947"/>
                </a:cubicBezTo>
                <a:lnTo>
                  <a:pt x="5757857" y="5416947"/>
                </a:lnTo>
                <a:cubicBezTo>
                  <a:pt x="5758114" y="5416947"/>
                  <a:pt x="5758471" y="5417306"/>
                  <a:pt x="5758471" y="5417306"/>
                </a:cubicBezTo>
                <a:lnTo>
                  <a:pt x="5762003" y="5423448"/>
                </a:lnTo>
                <a:cubicBezTo>
                  <a:pt x="5762106" y="5423652"/>
                  <a:pt x="5762003" y="5424113"/>
                  <a:pt x="5762003" y="5424113"/>
                </a:cubicBezTo>
                <a:lnTo>
                  <a:pt x="5758471" y="5430254"/>
                </a:lnTo>
                <a:cubicBezTo>
                  <a:pt x="5758318" y="5430459"/>
                  <a:pt x="5757857" y="5430613"/>
                  <a:pt x="5757857" y="5430613"/>
                </a:cubicBezTo>
                <a:close/>
                <a:moveTo>
                  <a:pt x="5956083" y="5430613"/>
                </a:moveTo>
                <a:lnTo>
                  <a:pt x="5949019" y="5430613"/>
                </a:lnTo>
                <a:cubicBezTo>
                  <a:pt x="5948763" y="5430613"/>
                  <a:pt x="5948405" y="5430254"/>
                  <a:pt x="5948405" y="5430254"/>
                </a:cubicBezTo>
                <a:lnTo>
                  <a:pt x="5944873" y="5424113"/>
                </a:lnTo>
                <a:cubicBezTo>
                  <a:pt x="5944771" y="5423908"/>
                  <a:pt x="5944873" y="5423448"/>
                  <a:pt x="5944873" y="5423448"/>
                </a:cubicBezTo>
                <a:lnTo>
                  <a:pt x="5948405" y="5417306"/>
                </a:lnTo>
                <a:cubicBezTo>
                  <a:pt x="5948558" y="5417101"/>
                  <a:pt x="5949019" y="5416947"/>
                  <a:pt x="5949019" y="5416947"/>
                </a:cubicBezTo>
                <a:lnTo>
                  <a:pt x="5956083" y="5416947"/>
                </a:lnTo>
                <a:cubicBezTo>
                  <a:pt x="5956338" y="5416947"/>
                  <a:pt x="5956697" y="5417306"/>
                  <a:pt x="5956697" y="5417306"/>
                </a:cubicBezTo>
                <a:lnTo>
                  <a:pt x="5960227" y="5423448"/>
                </a:lnTo>
                <a:cubicBezTo>
                  <a:pt x="5960330" y="5423652"/>
                  <a:pt x="5960227" y="5424113"/>
                  <a:pt x="5960227" y="5424113"/>
                </a:cubicBezTo>
                <a:lnTo>
                  <a:pt x="5956697" y="5430254"/>
                </a:lnTo>
                <a:cubicBezTo>
                  <a:pt x="5956542" y="5430459"/>
                  <a:pt x="5956083" y="5430613"/>
                  <a:pt x="5956083" y="5430613"/>
                </a:cubicBezTo>
                <a:close/>
                <a:moveTo>
                  <a:pt x="6154307" y="5430613"/>
                </a:moveTo>
                <a:lnTo>
                  <a:pt x="6147243" y="5430613"/>
                </a:lnTo>
                <a:cubicBezTo>
                  <a:pt x="6146988" y="5430613"/>
                  <a:pt x="6146629" y="5430254"/>
                  <a:pt x="6146629" y="5430254"/>
                </a:cubicBezTo>
                <a:lnTo>
                  <a:pt x="6143098" y="5424113"/>
                </a:lnTo>
                <a:cubicBezTo>
                  <a:pt x="6142996" y="5423908"/>
                  <a:pt x="6143098" y="5423448"/>
                  <a:pt x="6143098" y="5423448"/>
                </a:cubicBezTo>
                <a:lnTo>
                  <a:pt x="6146629" y="5417306"/>
                </a:lnTo>
                <a:cubicBezTo>
                  <a:pt x="6146783" y="5417101"/>
                  <a:pt x="6147243" y="5416947"/>
                  <a:pt x="6147243" y="5416947"/>
                </a:cubicBezTo>
                <a:lnTo>
                  <a:pt x="6154307" y="5416947"/>
                </a:lnTo>
                <a:cubicBezTo>
                  <a:pt x="6154562" y="5416947"/>
                  <a:pt x="6154921" y="5417306"/>
                  <a:pt x="6154921" y="5417306"/>
                </a:cubicBezTo>
                <a:lnTo>
                  <a:pt x="6158453" y="5423448"/>
                </a:lnTo>
                <a:cubicBezTo>
                  <a:pt x="6158554" y="5423652"/>
                  <a:pt x="6158453" y="5424113"/>
                  <a:pt x="6158453" y="5424113"/>
                </a:cubicBezTo>
                <a:lnTo>
                  <a:pt x="6154921" y="5430254"/>
                </a:lnTo>
                <a:cubicBezTo>
                  <a:pt x="6154768" y="5430459"/>
                  <a:pt x="6154307" y="5430613"/>
                  <a:pt x="6154307" y="5430613"/>
                </a:cubicBezTo>
                <a:close/>
                <a:moveTo>
                  <a:pt x="6352582" y="5430613"/>
                </a:moveTo>
                <a:lnTo>
                  <a:pt x="6345519" y="5430613"/>
                </a:lnTo>
                <a:cubicBezTo>
                  <a:pt x="6345263" y="5430613"/>
                  <a:pt x="6344904" y="5430254"/>
                  <a:pt x="6344904" y="5430254"/>
                </a:cubicBezTo>
                <a:lnTo>
                  <a:pt x="6341373" y="5424113"/>
                </a:lnTo>
                <a:cubicBezTo>
                  <a:pt x="6341271" y="5423908"/>
                  <a:pt x="6341373" y="5423448"/>
                  <a:pt x="6341373" y="5423448"/>
                </a:cubicBezTo>
                <a:lnTo>
                  <a:pt x="6344904" y="5417306"/>
                </a:lnTo>
                <a:cubicBezTo>
                  <a:pt x="6345058" y="5417101"/>
                  <a:pt x="6345519" y="5416947"/>
                  <a:pt x="6345519" y="5416947"/>
                </a:cubicBezTo>
                <a:lnTo>
                  <a:pt x="6352582" y="5416947"/>
                </a:lnTo>
                <a:cubicBezTo>
                  <a:pt x="6352838" y="5416947"/>
                  <a:pt x="6353196" y="5417306"/>
                  <a:pt x="6353196" y="5417306"/>
                </a:cubicBezTo>
                <a:lnTo>
                  <a:pt x="6356728" y="5423448"/>
                </a:lnTo>
                <a:cubicBezTo>
                  <a:pt x="6356830" y="5423652"/>
                  <a:pt x="6356728" y="5424113"/>
                  <a:pt x="6356728" y="5424113"/>
                </a:cubicBezTo>
                <a:lnTo>
                  <a:pt x="6353196" y="5430254"/>
                </a:lnTo>
                <a:cubicBezTo>
                  <a:pt x="6353043" y="5430459"/>
                  <a:pt x="6352582" y="5430613"/>
                  <a:pt x="6352582" y="5430613"/>
                </a:cubicBezTo>
                <a:close/>
                <a:moveTo>
                  <a:pt x="6550807" y="5430613"/>
                </a:moveTo>
                <a:lnTo>
                  <a:pt x="6543744" y="5430613"/>
                </a:lnTo>
                <a:cubicBezTo>
                  <a:pt x="6543488" y="5430613"/>
                  <a:pt x="6543129" y="5430254"/>
                  <a:pt x="6543129" y="5430254"/>
                </a:cubicBezTo>
                <a:lnTo>
                  <a:pt x="6539598" y="5424113"/>
                </a:lnTo>
                <a:cubicBezTo>
                  <a:pt x="6539495" y="5423908"/>
                  <a:pt x="6539598" y="5423448"/>
                  <a:pt x="6539598" y="5423448"/>
                </a:cubicBezTo>
                <a:lnTo>
                  <a:pt x="6543129" y="5417306"/>
                </a:lnTo>
                <a:cubicBezTo>
                  <a:pt x="6543282" y="5417101"/>
                  <a:pt x="6543744" y="5416947"/>
                  <a:pt x="6543744" y="5416947"/>
                </a:cubicBezTo>
                <a:lnTo>
                  <a:pt x="6550807" y="5416947"/>
                </a:lnTo>
                <a:cubicBezTo>
                  <a:pt x="6551063" y="5416947"/>
                  <a:pt x="6551420" y="5417306"/>
                  <a:pt x="6551420" y="5417306"/>
                </a:cubicBezTo>
                <a:lnTo>
                  <a:pt x="6554953" y="5423448"/>
                </a:lnTo>
                <a:cubicBezTo>
                  <a:pt x="6555055" y="5423652"/>
                  <a:pt x="6554953" y="5424113"/>
                  <a:pt x="6554953" y="5424113"/>
                </a:cubicBezTo>
                <a:lnTo>
                  <a:pt x="6551420" y="5430254"/>
                </a:lnTo>
                <a:cubicBezTo>
                  <a:pt x="6551267" y="5430459"/>
                  <a:pt x="6550807" y="5430613"/>
                  <a:pt x="6550807" y="5430613"/>
                </a:cubicBezTo>
                <a:close/>
                <a:moveTo>
                  <a:pt x="6749031" y="5430613"/>
                </a:moveTo>
                <a:lnTo>
                  <a:pt x="6741967" y="5430613"/>
                </a:lnTo>
                <a:cubicBezTo>
                  <a:pt x="6741711" y="5430613"/>
                  <a:pt x="6741354" y="5430254"/>
                  <a:pt x="6741354" y="5430254"/>
                </a:cubicBezTo>
                <a:lnTo>
                  <a:pt x="6737823" y="5424113"/>
                </a:lnTo>
                <a:cubicBezTo>
                  <a:pt x="6737720" y="5423908"/>
                  <a:pt x="6737823" y="5423448"/>
                  <a:pt x="6737823" y="5423448"/>
                </a:cubicBezTo>
                <a:lnTo>
                  <a:pt x="6741354" y="5417306"/>
                </a:lnTo>
                <a:cubicBezTo>
                  <a:pt x="6741508" y="5417101"/>
                  <a:pt x="6741967" y="5416947"/>
                  <a:pt x="6741967" y="5416947"/>
                </a:cubicBezTo>
                <a:lnTo>
                  <a:pt x="6749031" y="5416947"/>
                </a:lnTo>
                <a:cubicBezTo>
                  <a:pt x="6749287" y="5416947"/>
                  <a:pt x="6749646" y="5417306"/>
                  <a:pt x="6749646" y="5417306"/>
                </a:cubicBezTo>
                <a:lnTo>
                  <a:pt x="6753177" y="5423448"/>
                </a:lnTo>
                <a:cubicBezTo>
                  <a:pt x="6753279" y="5423652"/>
                  <a:pt x="6753177" y="5424113"/>
                  <a:pt x="6753177" y="5424113"/>
                </a:cubicBezTo>
                <a:lnTo>
                  <a:pt x="6749646" y="5430254"/>
                </a:lnTo>
                <a:cubicBezTo>
                  <a:pt x="6749491" y="5430459"/>
                  <a:pt x="6749031" y="5430613"/>
                  <a:pt x="6749031" y="5430613"/>
                </a:cubicBezTo>
                <a:close/>
                <a:moveTo>
                  <a:pt x="6947256" y="5430613"/>
                </a:moveTo>
                <a:lnTo>
                  <a:pt x="6940193" y="5430613"/>
                </a:lnTo>
                <a:cubicBezTo>
                  <a:pt x="6939937" y="5430613"/>
                  <a:pt x="6939578" y="5430254"/>
                  <a:pt x="6939578" y="5430254"/>
                </a:cubicBezTo>
                <a:lnTo>
                  <a:pt x="6936048" y="5424113"/>
                </a:lnTo>
                <a:cubicBezTo>
                  <a:pt x="6935945" y="5423908"/>
                  <a:pt x="6936048" y="5423448"/>
                  <a:pt x="6936048" y="5423448"/>
                </a:cubicBezTo>
                <a:lnTo>
                  <a:pt x="6939578" y="5417306"/>
                </a:lnTo>
                <a:cubicBezTo>
                  <a:pt x="6939733" y="5417101"/>
                  <a:pt x="6940193" y="5416947"/>
                  <a:pt x="6940193" y="5416947"/>
                </a:cubicBezTo>
                <a:lnTo>
                  <a:pt x="6947256" y="5416947"/>
                </a:lnTo>
                <a:cubicBezTo>
                  <a:pt x="6947512" y="5416947"/>
                  <a:pt x="6947870" y="5417306"/>
                  <a:pt x="6947870" y="5417306"/>
                </a:cubicBezTo>
                <a:lnTo>
                  <a:pt x="6951402" y="5423448"/>
                </a:lnTo>
                <a:cubicBezTo>
                  <a:pt x="6951504" y="5423652"/>
                  <a:pt x="6951402" y="5424113"/>
                  <a:pt x="6951402" y="5424113"/>
                </a:cubicBezTo>
                <a:lnTo>
                  <a:pt x="6947870" y="5430254"/>
                </a:lnTo>
                <a:cubicBezTo>
                  <a:pt x="6947717" y="5430459"/>
                  <a:pt x="6947256" y="5430613"/>
                  <a:pt x="6947256" y="5430613"/>
                </a:cubicBezTo>
                <a:close/>
                <a:moveTo>
                  <a:pt x="7145436" y="5430613"/>
                </a:moveTo>
                <a:lnTo>
                  <a:pt x="7138372" y="5430613"/>
                </a:lnTo>
                <a:cubicBezTo>
                  <a:pt x="7138116" y="5430613"/>
                  <a:pt x="7137758" y="5430254"/>
                  <a:pt x="7137758" y="5430254"/>
                </a:cubicBezTo>
                <a:lnTo>
                  <a:pt x="7134227" y="5424113"/>
                </a:lnTo>
                <a:cubicBezTo>
                  <a:pt x="7134124" y="5423908"/>
                  <a:pt x="7134227" y="5423448"/>
                  <a:pt x="7134227" y="5423448"/>
                </a:cubicBezTo>
                <a:lnTo>
                  <a:pt x="7137758" y="5417306"/>
                </a:lnTo>
                <a:cubicBezTo>
                  <a:pt x="7137911" y="5417101"/>
                  <a:pt x="7138372" y="5416947"/>
                  <a:pt x="7138372" y="5416947"/>
                </a:cubicBezTo>
                <a:lnTo>
                  <a:pt x="7145436" y="5416947"/>
                </a:lnTo>
                <a:cubicBezTo>
                  <a:pt x="7145691" y="5416947"/>
                  <a:pt x="7146050" y="5417306"/>
                  <a:pt x="7146050" y="5417306"/>
                </a:cubicBezTo>
                <a:lnTo>
                  <a:pt x="7149582" y="5423448"/>
                </a:lnTo>
                <a:cubicBezTo>
                  <a:pt x="7149684" y="5423652"/>
                  <a:pt x="7149582" y="5424113"/>
                  <a:pt x="7149582" y="5424113"/>
                </a:cubicBezTo>
                <a:lnTo>
                  <a:pt x="7146050" y="5430254"/>
                </a:lnTo>
                <a:cubicBezTo>
                  <a:pt x="7145897" y="5430459"/>
                  <a:pt x="7145436" y="5430613"/>
                  <a:pt x="7145436" y="5430613"/>
                </a:cubicBezTo>
                <a:close/>
                <a:moveTo>
                  <a:pt x="7343671" y="5430613"/>
                </a:moveTo>
                <a:lnTo>
                  <a:pt x="7336605" y="5430613"/>
                </a:lnTo>
                <a:cubicBezTo>
                  <a:pt x="7336350" y="5430613"/>
                  <a:pt x="7335992" y="5430254"/>
                  <a:pt x="7335992" y="5430254"/>
                </a:cubicBezTo>
                <a:lnTo>
                  <a:pt x="7332459" y="5424113"/>
                </a:lnTo>
                <a:cubicBezTo>
                  <a:pt x="7332358" y="5423908"/>
                  <a:pt x="7332459" y="5423448"/>
                  <a:pt x="7332459" y="5423448"/>
                </a:cubicBezTo>
                <a:lnTo>
                  <a:pt x="7335992" y="5417306"/>
                </a:lnTo>
                <a:cubicBezTo>
                  <a:pt x="7336146" y="5417101"/>
                  <a:pt x="7336605" y="5416947"/>
                  <a:pt x="7336605" y="5416947"/>
                </a:cubicBezTo>
                <a:lnTo>
                  <a:pt x="7343671" y="5416947"/>
                </a:lnTo>
                <a:cubicBezTo>
                  <a:pt x="7343925" y="5416947"/>
                  <a:pt x="7344284" y="5417306"/>
                  <a:pt x="7344284" y="5417306"/>
                </a:cubicBezTo>
                <a:lnTo>
                  <a:pt x="7347816" y="5423448"/>
                </a:lnTo>
                <a:cubicBezTo>
                  <a:pt x="7347918" y="5423652"/>
                  <a:pt x="7347816" y="5424113"/>
                  <a:pt x="7347816" y="5424113"/>
                </a:cubicBezTo>
                <a:lnTo>
                  <a:pt x="7344284" y="5430254"/>
                </a:lnTo>
                <a:cubicBezTo>
                  <a:pt x="7344131" y="5430459"/>
                  <a:pt x="7343671" y="5430613"/>
                  <a:pt x="7343671" y="5430613"/>
                </a:cubicBezTo>
                <a:close/>
                <a:moveTo>
                  <a:pt x="7541797" y="5430613"/>
                </a:moveTo>
                <a:lnTo>
                  <a:pt x="7534734" y="5430613"/>
                </a:lnTo>
                <a:cubicBezTo>
                  <a:pt x="7534478" y="5430613"/>
                  <a:pt x="7534121" y="5430254"/>
                  <a:pt x="7534121" y="5430254"/>
                </a:cubicBezTo>
                <a:lnTo>
                  <a:pt x="7530589" y="5424113"/>
                </a:lnTo>
                <a:cubicBezTo>
                  <a:pt x="7530486" y="5423908"/>
                  <a:pt x="7530589" y="5423448"/>
                  <a:pt x="7530589" y="5423448"/>
                </a:cubicBezTo>
                <a:lnTo>
                  <a:pt x="7534121" y="5417306"/>
                </a:lnTo>
                <a:cubicBezTo>
                  <a:pt x="7534273" y="5417101"/>
                  <a:pt x="7534734" y="5416947"/>
                  <a:pt x="7534734" y="5416947"/>
                </a:cubicBezTo>
                <a:lnTo>
                  <a:pt x="7541797" y="5416947"/>
                </a:lnTo>
                <a:cubicBezTo>
                  <a:pt x="7542054" y="5416947"/>
                  <a:pt x="7542412" y="5417306"/>
                  <a:pt x="7542412" y="5417306"/>
                </a:cubicBezTo>
                <a:lnTo>
                  <a:pt x="7545944" y="5423448"/>
                </a:lnTo>
                <a:cubicBezTo>
                  <a:pt x="7546047" y="5423652"/>
                  <a:pt x="7545944" y="5424113"/>
                  <a:pt x="7545944" y="5424113"/>
                </a:cubicBezTo>
                <a:lnTo>
                  <a:pt x="7542412" y="5430254"/>
                </a:lnTo>
                <a:cubicBezTo>
                  <a:pt x="7542259" y="5430459"/>
                  <a:pt x="7541797" y="5430613"/>
                  <a:pt x="7541797" y="5430613"/>
                </a:cubicBezTo>
                <a:close/>
                <a:moveTo>
                  <a:pt x="7740131" y="5430613"/>
                </a:moveTo>
                <a:lnTo>
                  <a:pt x="7733068" y="5430613"/>
                </a:lnTo>
                <a:cubicBezTo>
                  <a:pt x="7732813" y="5430613"/>
                  <a:pt x="7732455" y="5430254"/>
                  <a:pt x="7732455" y="5430254"/>
                </a:cubicBezTo>
                <a:lnTo>
                  <a:pt x="7728922" y="5424113"/>
                </a:lnTo>
                <a:cubicBezTo>
                  <a:pt x="7728820" y="5423908"/>
                  <a:pt x="7728922" y="5423448"/>
                  <a:pt x="7728922" y="5423448"/>
                </a:cubicBezTo>
                <a:lnTo>
                  <a:pt x="7732455" y="5417306"/>
                </a:lnTo>
                <a:cubicBezTo>
                  <a:pt x="7732608" y="5417101"/>
                  <a:pt x="7733068" y="5416947"/>
                  <a:pt x="7733068" y="5416947"/>
                </a:cubicBezTo>
                <a:lnTo>
                  <a:pt x="7740131" y="5416947"/>
                </a:lnTo>
                <a:cubicBezTo>
                  <a:pt x="7740387" y="5416947"/>
                  <a:pt x="7740744" y="5417306"/>
                  <a:pt x="7740744" y="5417306"/>
                </a:cubicBezTo>
                <a:lnTo>
                  <a:pt x="7744278" y="5423448"/>
                </a:lnTo>
                <a:cubicBezTo>
                  <a:pt x="7744380" y="5423652"/>
                  <a:pt x="7744278" y="5424113"/>
                  <a:pt x="7744278" y="5424113"/>
                </a:cubicBezTo>
                <a:lnTo>
                  <a:pt x="7740744" y="5430254"/>
                </a:lnTo>
                <a:cubicBezTo>
                  <a:pt x="7740592" y="5430459"/>
                  <a:pt x="7740131" y="5430613"/>
                  <a:pt x="7740131" y="5430613"/>
                </a:cubicBezTo>
                <a:close/>
                <a:moveTo>
                  <a:pt x="7938353" y="5430613"/>
                </a:moveTo>
                <a:lnTo>
                  <a:pt x="7931290" y="5430613"/>
                </a:lnTo>
                <a:cubicBezTo>
                  <a:pt x="7931033" y="5430613"/>
                  <a:pt x="7930676" y="5430254"/>
                  <a:pt x="7930676" y="5430254"/>
                </a:cubicBezTo>
                <a:lnTo>
                  <a:pt x="7927144" y="5424113"/>
                </a:lnTo>
                <a:cubicBezTo>
                  <a:pt x="7927042" y="5423908"/>
                  <a:pt x="7927144" y="5423448"/>
                  <a:pt x="7927144" y="5423448"/>
                </a:cubicBezTo>
                <a:lnTo>
                  <a:pt x="7930676" y="5417306"/>
                </a:lnTo>
                <a:cubicBezTo>
                  <a:pt x="7930830" y="5417101"/>
                  <a:pt x="7931290" y="5416947"/>
                  <a:pt x="7931290" y="5416947"/>
                </a:cubicBezTo>
                <a:lnTo>
                  <a:pt x="7938353" y="5416947"/>
                </a:lnTo>
                <a:cubicBezTo>
                  <a:pt x="7938609" y="5416947"/>
                  <a:pt x="7938968" y="5417306"/>
                  <a:pt x="7938968" y="5417306"/>
                </a:cubicBezTo>
                <a:lnTo>
                  <a:pt x="7942499" y="5423448"/>
                </a:lnTo>
                <a:cubicBezTo>
                  <a:pt x="7942601" y="5423652"/>
                  <a:pt x="7942499" y="5424113"/>
                  <a:pt x="7942499" y="5424113"/>
                </a:cubicBezTo>
                <a:lnTo>
                  <a:pt x="7938968" y="5430254"/>
                </a:lnTo>
                <a:cubicBezTo>
                  <a:pt x="7938813" y="5430459"/>
                  <a:pt x="7938353" y="5430613"/>
                  <a:pt x="7938353" y="5430613"/>
                </a:cubicBezTo>
                <a:close/>
                <a:moveTo>
                  <a:pt x="8136550" y="5430613"/>
                </a:moveTo>
                <a:lnTo>
                  <a:pt x="8129486" y="5430613"/>
                </a:lnTo>
                <a:cubicBezTo>
                  <a:pt x="8129230" y="5430613"/>
                  <a:pt x="8128872" y="5430254"/>
                  <a:pt x="8128872" y="5430254"/>
                </a:cubicBezTo>
                <a:lnTo>
                  <a:pt x="8125340" y="5424113"/>
                </a:lnTo>
                <a:cubicBezTo>
                  <a:pt x="8125238" y="5423908"/>
                  <a:pt x="8125340" y="5423448"/>
                  <a:pt x="8125340" y="5423448"/>
                </a:cubicBezTo>
                <a:lnTo>
                  <a:pt x="8128872" y="5417306"/>
                </a:lnTo>
                <a:cubicBezTo>
                  <a:pt x="8129027" y="5417101"/>
                  <a:pt x="8129486" y="5416947"/>
                  <a:pt x="8129486" y="5416947"/>
                </a:cubicBezTo>
                <a:lnTo>
                  <a:pt x="8136550" y="5416947"/>
                </a:lnTo>
                <a:cubicBezTo>
                  <a:pt x="8136808" y="5416947"/>
                  <a:pt x="8137165" y="5417306"/>
                  <a:pt x="8137165" y="5417306"/>
                </a:cubicBezTo>
                <a:lnTo>
                  <a:pt x="8140696" y="5423448"/>
                </a:lnTo>
                <a:cubicBezTo>
                  <a:pt x="8140798" y="5423652"/>
                  <a:pt x="8140696" y="5424113"/>
                  <a:pt x="8140696" y="5424113"/>
                </a:cubicBezTo>
                <a:lnTo>
                  <a:pt x="8137165" y="5430254"/>
                </a:lnTo>
                <a:cubicBezTo>
                  <a:pt x="8137010" y="5430459"/>
                  <a:pt x="8136550" y="5430613"/>
                  <a:pt x="8136550" y="5430613"/>
                </a:cubicBezTo>
                <a:close/>
                <a:moveTo>
                  <a:pt x="8334765" y="5430613"/>
                </a:moveTo>
                <a:lnTo>
                  <a:pt x="8327702" y="5430613"/>
                </a:lnTo>
                <a:cubicBezTo>
                  <a:pt x="8327444" y="5430613"/>
                  <a:pt x="8327086" y="5430254"/>
                  <a:pt x="8327086" y="5430254"/>
                </a:cubicBezTo>
                <a:lnTo>
                  <a:pt x="8323554" y="5424113"/>
                </a:lnTo>
                <a:cubicBezTo>
                  <a:pt x="8323453" y="5423908"/>
                  <a:pt x="8323554" y="5423448"/>
                  <a:pt x="8323554" y="5423448"/>
                </a:cubicBezTo>
                <a:lnTo>
                  <a:pt x="8327086" y="5417306"/>
                </a:lnTo>
                <a:cubicBezTo>
                  <a:pt x="8327241" y="5417101"/>
                  <a:pt x="8327702" y="5416947"/>
                  <a:pt x="8327702" y="5416947"/>
                </a:cubicBezTo>
                <a:lnTo>
                  <a:pt x="8334765" y="5416947"/>
                </a:lnTo>
                <a:cubicBezTo>
                  <a:pt x="8335020" y="5416947"/>
                  <a:pt x="8335380" y="5417306"/>
                  <a:pt x="8335380" y="5417306"/>
                </a:cubicBezTo>
                <a:lnTo>
                  <a:pt x="8338911" y="5423448"/>
                </a:lnTo>
                <a:cubicBezTo>
                  <a:pt x="8339013" y="5423652"/>
                  <a:pt x="8338911" y="5424113"/>
                  <a:pt x="8338911" y="5424113"/>
                </a:cubicBezTo>
                <a:lnTo>
                  <a:pt x="8335380" y="5430254"/>
                </a:lnTo>
                <a:cubicBezTo>
                  <a:pt x="8335226" y="5430459"/>
                  <a:pt x="8334765" y="5430613"/>
                  <a:pt x="8334765" y="5430613"/>
                </a:cubicBezTo>
                <a:close/>
                <a:moveTo>
                  <a:pt x="8533143" y="5430613"/>
                </a:moveTo>
                <a:lnTo>
                  <a:pt x="8526080" y="5430613"/>
                </a:lnTo>
                <a:cubicBezTo>
                  <a:pt x="8525824" y="5430613"/>
                  <a:pt x="8525466" y="5430254"/>
                  <a:pt x="8525466" y="5430254"/>
                </a:cubicBezTo>
                <a:lnTo>
                  <a:pt x="8521935" y="5424113"/>
                </a:lnTo>
                <a:cubicBezTo>
                  <a:pt x="8521832" y="5423908"/>
                  <a:pt x="8521935" y="5423448"/>
                  <a:pt x="8521935" y="5423448"/>
                </a:cubicBezTo>
                <a:lnTo>
                  <a:pt x="8525466" y="5417306"/>
                </a:lnTo>
                <a:cubicBezTo>
                  <a:pt x="8525620" y="5417101"/>
                  <a:pt x="8526080" y="5416947"/>
                  <a:pt x="8526080" y="5416947"/>
                </a:cubicBezTo>
                <a:lnTo>
                  <a:pt x="8533143" y="5416947"/>
                </a:lnTo>
                <a:cubicBezTo>
                  <a:pt x="8533399" y="5416947"/>
                  <a:pt x="8533758" y="5417306"/>
                  <a:pt x="8533758" y="5417306"/>
                </a:cubicBezTo>
                <a:lnTo>
                  <a:pt x="8537289" y="5423448"/>
                </a:lnTo>
                <a:cubicBezTo>
                  <a:pt x="8537392" y="5423652"/>
                  <a:pt x="8537289" y="5424113"/>
                  <a:pt x="8537289" y="5424113"/>
                </a:cubicBezTo>
                <a:lnTo>
                  <a:pt x="8533758" y="5430254"/>
                </a:lnTo>
                <a:cubicBezTo>
                  <a:pt x="8533604" y="5430459"/>
                  <a:pt x="8533143" y="5430613"/>
                  <a:pt x="8533143" y="5430613"/>
                </a:cubicBezTo>
                <a:close/>
                <a:moveTo>
                  <a:pt x="8731247" y="5430613"/>
                </a:moveTo>
                <a:lnTo>
                  <a:pt x="8724183" y="5430613"/>
                </a:lnTo>
                <a:cubicBezTo>
                  <a:pt x="8723927" y="5430613"/>
                  <a:pt x="8723569" y="5430254"/>
                  <a:pt x="8723569" y="5430254"/>
                </a:cubicBezTo>
                <a:lnTo>
                  <a:pt x="8720038" y="5424113"/>
                </a:lnTo>
                <a:cubicBezTo>
                  <a:pt x="8719936" y="5423908"/>
                  <a:pt x="8720038" y="5423448"/>
                  <a:pt x="8720038" y="5423448"/>
                </a:cubicBezTo>
                <a:lnTo>
                  <a:pt x="8723569" y="5417306"/>
                </a:lnTo>
                <a:cubicBezTo>
                  <a:pt x="8723722" y="5417101"/>
                  <a:pt x="8724183" y="5416947"/>
                  <a:pt x="8724183" y="5416947"/>
                </a:cubicBezTo>
                <a:lnTo>
                  <a:pt x="8731247" y="5416947"/>
                </a:lnTo>
                <a:cubicBezTo>
                  <a:pt x="8731504" y="5416947"/>
                  <a:pt x="8731861" y="5417306"/>
                  <a:pt x="8731861" y="5417306"/>
                </a:cubicBezTo>
                <a:lnTo>
                  <a:pt x="8735393" y="5423448"/>
                </a:lnTo>
                <a:cubicBezTo>
                  <a:pt x="8735495" y="5423652"/>
                  <a:pt x="8735393" y="5424113"/>
                  <a:pt x="8735393" y="5424113"/>
                </a:cubicBezTo>
                <a:lnTo>
                  <a:pt x="8731861" y="5430254"/>
                </a:lnTo>
                <a:cubicBezTo>
                  <a:pt x="8731707" y="5430459"/>
                  <a:pt x="8731247" y="5430613"/>
                  <a:pt x="8731247" y="5430613"/>
                </a:cubicBezTo>
                <a:close/>
                <a:moveTo>
                  <a:pt x="8929655" y="5430613"/>
                </a:moveTo>
                <a:lnTo>
                  <a:pt x="8922592" y="5430613"/>
                </a:lnTo>
                <a:cubicBezTo>
                  <a:pt x="8922336" y="5430613"/>
                  <a:pt x="8921977" y="5430254"/>
                  <a:pt x="8921977" y="5430254"/>
                </a:cubicBezTo>
                <a:lnTo>
                  <a:pt x="8918446" y="5424113"/>
                </a:lnTo>
                <a:cubicBezTo>
                  <a:pt x="8918344" y="5423908"/>
                  <a:pt x="8918446" y="5423448"/>
                  <a:pt x="8918446" y="5423448"/>
                </a:cubicBezTo>
                <a:lnTo>
                  <a:pt x="8921977" y="5417306"/>
                </a:lnTo>
                <a:cubicBezTo>
                  <a:pt x="8922131" y="5417101"/>
                  <a:pt x="8922592" y="5416947"/>
                  <a:pt x="8922592" y="5416947"/>
                </a:cubicBezTo>
                <a:lnTo>
                  <a:pt x="8929655" y="5416947"/>
                </a:lnTo>
                <a:cubicBezTo>
                  <a:pt x="8929910" y="5416947"/>
                  <a:pt x="8930269" y="5417306"/>
                  <a:pt x="8930269" y="5417306"/>
                </a:cubicBezTo>
                <a:lnTo>
                  <a:pt x="8933801" y="5423448"/>
                </a:lnTo>
                <a:cubicBezTo>
                  <a:pt x="8933903" y="5423652"/>
                  <a:pt x="8933801" y="5424113"/>
                  <a:pt x="8933801" y="5424113"/>
                </a:cubicBezTo>
                <a:lnTo>
                  <a:pt x="8930269" y="5430254"/>
                </a:lnTo>
                <a:cubicBezTo>
                  <a:pt x="8930116" y="5430459"/>
                  <a:pt x="8929655" y="5430613"/>
                  <a:pt x="8929655" y="5430613"/>
                </a:cubicBezTo>
                <a:close/>
                <a:moveTo>
                  <a:pt x="9127830" y="5430613"/>
                </a:moveTo>
                <a:lnTo>
                  <a:pt x="9120767" y="5430613"/>
                </a:lnTo>
                <a:cubicBezTo>
                  <a:pt x="9120512" y="5430613"/>
                  <a:pt x="9120152" y="5430254"/>
                  <a:pt x="9120152" y="5430254"/>
                </a:cubicBezTo>
                <a:lnTo>
                  <a:pt x="9116622" y="5424113"/>
                </a:lnTo>
                <a:cubicBezTo>
                  <a:pt x="9116519" y="5423908"/>
                  <a:pt x="9116622" y="5423448"/>
                  <a:pt x="9116622" y="5423448"/>
                </a:cubicBezTo>
                <a:lnTo>
                  <a:pt x="9120152" y="5417306"/>
                </a:lnTo>
                <a:cubicBezTo>
                  <a:pt x="9120307" y="5417101"/>
                  <a:pt x="9120767" y="5416947"/>
                  <a:pt x="9120767" y="5416947"/>
                </a:cubicBezTo>
                <a:lnTo>
                  <a:pt x="9127830" y="5416947"/>
                </a:lnTo>
                <a:cubicBezTo>
                  <a:pt x="9128086" y="5416947"/>
                  <a:pt x="9128444" y="5417306"/>
                  <a:pt x="9128444" y="5417306"/>
                </a:cubicBezTo>
                <a:lnTo>
                  <a:pt x="9131977" y="5423448"/>
                </a:lnTo>
                <a:cubicBezTo>
                  <a:pt x="9132078" y="5423652"/>
                  <a:pt x="9131977" y="5424113"/>
                  <a:pt x="9131977" y="5424113"/>
                </a:cubicBezTo>
                <a:lnTo>
                  <a:pt x="9128444" y="5430254"/>
                </a:lnTo>
                <a:cubicBezTo>
                  <a:pt x="9128290" y="5430459"/>
                  <a:pt x="9127830" y="5430613"/>
                  <a:pt x="9127830" y="5430613"/>
                </a:cubicBezTo>
                <a:close/>
                <a:moveTo>
                  <a:pt x="9326070" y="5430613"/>
                </a:moveTo>
                <a:lnTo>
                  <a:pt x="9319007" y="5430613"/>
                </a:lnTo>
                <a:cubicBezTo>
                  <a:pt x="9318750" y="5430613"/>
                  <a:pt x="9318392" y="5430254"/>
                  <a:pt x="9318392" y="5430254"/>
                </a:cubicBezTo>
                <a:lnTo>
                  <a:pt x="9314861" y="5424113"/>
                </a:lnTo>
                <a:cubicBezTo>
                  <a:pt x="9314758" y="5423908"/>
                  <a:pt x="9314861" y="5423448"/>
                  <a:pt x="9314861" y="5423448"/>
                </a:cubicBezTo>
                <a:lnTo>
                  <a:pt x="9318392" y="5417306"/>
                </a:lnTo>
                <a:cubicBezTo>
                  <a:pt x="9318546" y="5417101"/>
                  <a:pt x="9319007" y="5416947"/>
                  <a:pt x="9319007" y="5416947"/>
                </a:cubicBezTo>
                <a:lnTo>
                  <a:pt x="9326070" y="5416947"/>
                </a:lnTo>
                <a:cubicBezTo>
                  <a:pt x="9326325" y="5416947"/>
                  <a:pt x="9326684" y="5417306"/>
                  <a:pt x="9326684" y="5417306"/>
                </a:cubicBezTo>
                <a:lnTo>
                  <a:pt x="9330215" y="5423448"/>
                </a:lnTo>
                <a:cubicBezTo>
                  <a:pt x="9330317" y="5423652"/>
                  <a:pt x="9330215" y="5424113"/>
                  <a:pt x="9330215" y="5424113"/>
                </a:cubicBezTo>
                <a:lnTo>
                  <a:pt x="9326684" y="5430254"/>
                </a:lnTo>
                <a:cubicBezTo>
                  <a:pt x="9326530" y="5430459"/>
                  <a:pt x="9326070" y="5430613"/>
                  <a:pt x="9326070" y="5430613"/>
                </a:cubicBezTo>
                <a:close/>
                <a:moveTo>
                  <a:pt x="9524212" y="5430613"/>
                </a:moveTo>
                <a:lnTo>
                  <a:pt x="9517150" y="5430613"/>
                </a:lnTo>
                <a:cubicBezTo>
                  <a:pt x="9516893" y="5430613"/>
                  <a:pt x="9516536" y="5430254"/>
                  <a:pt x="9516536" y="5430254"/>
                </a:cubicBezTo>
                <a:lnTo>
                  <a:pt x="9513004" y="5424113"/>
                </a:lnTo>
                <a:cubicBezTo>
                  <a:pt x="9512902" y="5423908"/>
                  <a:pt x="9513004" y="5423448"/>
                  <a:pt x="9513004" y="5423448"/>
                </a:cubicBezTo>
                <a:lnTo>
                  <a:pt x="9516536" y="5417306"/>
                </a:lnTo>
                <a:cubicBezTo>
                  <a:pt x="9516689" y="5417101"/>
                  <a:pt x="9517150" y="5416947"/>
                  <a:pt x="9517150" y="5416947"/>
                </a:cubicBezTo>
                <a:lnTo>
                  <a:pt x="9524212" y="5416947"/>
                </a:lnTo>
                <a:cubicBezTo>
                  <a:pt x="9524468" y="5416947"/>
                  <a:pt x="9524826" y="5417306"/>
                  <a:pt x="9524826" y="5417306"/>
                </a:cubicBezTo>
                <a:lnTo>
                  <a:pt x="9528360" y="5423448"/>
                </a:lnTo>
                <a:cubicBezTo>
                  <a:pt x="9528461" y="5423652"/>
                  <a:pt x="9528360" y="5424113"/>
                  <a:pt x="9528360" y="5424113"/>
                </a:cubicBezTo>
                <a:lnTo>
                  <a:pt x="9524826" y="5430254"/>
                </a:lnTo>
                <a:cubicBezTo>
                  <a:pt x="9524674" y="5430459"/>
                  <a:pt x="9524212" y="5430613"/>
                  <a:pt x="9524212" y="5430613"/>
                </a:cubicBezTo>
                <a:close/>
                <a:moveTo>
                  <a:pt x="9722519" y="5430613"/>
                </a:moveTo>
                <a:lnTo>
                  <a:pt x="9715457" y="5430613"/>
                </a:lnTo>
                <a:cubicBezTo>
                  <a:pt x="9715202" y="5430613"/>
                  <a:pt x="9714843" y="5430254"/>
                  <a:pt x="9714843" y="5430254"/>
                </a:cubicBezTo>
                <a:lnTo>
                  <a:pt x="9711311" y="5424113"/>
                </a:lnTo>
                <a:cubicBezTo>
                  <a:pt x="9711209" y="5423908"/>
                  <a:pt x="9711311" y="5423448"/>
                  <a:pt x="9711311" y="5423448"/>
                </a:cubicBezTo>
                <a:lnTo>
                  <a:pt x="9714843" y="5417306"/>
                </a:lnTo>
                <a:cubicBezTo>
                  <a:pt x="9714997" y="5417101"/>
                  <a:pt x="9715457" y="5416947"/>
                  <a:pt x="9715457" y="5416947"/>
                </a:cubicBezTo>
                <a:lnTo>
                  <a:pt x="9722519" y="5416947"/>
                </a:lnTo>
                <a:cubicBezTo>
                  <a:pt x="9722775" y="5416947"/>
                  <a:pt x="9723134" y="5417306"/>
                  <a:pt x="9723134" y="5417306"/>
                </a:cubicBezTo>
                <a:lnTo>
                  <a:pt x="9726666" y="5423448"/>
                </a:lnTo>
                <a:cubicBezTo>
                  <a:pt x="9726768" y="5423652"/>
                  <a:pt x="9726666" y="5424113"/>
                  <a:pt x="9726666" y="5424113"/>
                </a:cubicBezTo>
                <a:lnTo>
                  <a:pt x="9723134" y="5430254"/>
                </a:lnTo>
                <a:cubicBezTo>
                  <a:pt x="9722980" y="5430459"/>
                  <a:pt x="9722519" y="5430613"/>
                  <a:pt x="9722519" y="5430613"/>
                </a:cubicBezTo>
                <a:close/>
                <a:moveTo>
                  <a:pt x="9920729" y="5430613"/>
                </a:moveTo>
                <a:lnTo>
                  <a:pt x="9913666" y="5430613"/>
                </a:lnTo>
                <a:cubicBezTo>
                  <a:pt x="9913411" y="5430613"/>
                  <a:pt x="9913052" y="5430254"/>
                  <a:pt x="9913052" y="5430254"/>
                </a:cubicBezTo>
                <a:lnTo>
                  <a:pt x="9909521" y="5424113"/>
                </a:lnTo>
                <a:cubicBezTo>
                  <a:pt x="9909419" y="5423908"/>
                  <a:pt x="9909521" y="5423448"/>
                  <a:pt x="9909521" y="5423448"/>
                </a:cubicBezTo>
                <a:lnTo>
                  <a:pt x="9913052" y="5417306"/>
                </a:lnTo>
                <a:cubicBezTo>
                  <a:pt x="9913206" y="5417101"/>
                  <a:pt x="9913666" y="5416947"/>
                  <a:pt x="9913666" y="5416947"/>
                </a:cubicBezTo>
                <a:lnTo>
                  <a:pt x="9920729" y="5416947"/>
                </a:lnTo>
                <a:cubicBezTo>
                  <a:pt x="9920986" y="5416947"/>
                  <a:pt x="9921344" y="5417306"/>
                  <a:pt x="9921344" y="5417306"/>
                </a:cubicBezTo>
                <a:lnTo>
                  <a:pt x="9924876" y="5423448"/>
                </a:lnTo>
                <a:cubicBezTo>
                  <a:pt x="9924978" y="5423652"/>
                  <a:pt x="9924876" y="5424113"/>
                  <a:pt x="9924876" y="5424113"/>
                </a:cubicBezTo>
                <a:lnTo>
                  <a:pt x="9921344" y="5430254"/>
                </a:lnTo>
                <a:cubicBezTo>
                  <a:pt x="9921190" y="5430459"/>
                  <a:pt x="9920729" y="5430613"/>
                  <a:pt x="9920729" y="5430613"/>
                </a:cubicBezTo>
                <a:close/>
                <a:moveTo>
                  <a:pt x="10119010" y="5430613"/>
                </a:moveTo>
                <a:lnTo>
                  <a:pt x="10111947" y="5430613"/>
                </a:lnTo>
                <a:cubicBezTo>
                  <a:pt x="10111690" y="5430613"/>
                  <a:pt x="10111333" y="5430254"/>
                  <a:pt x="10111333" y="5430254"/>
                </a:cubicBezTo>
                <a:lnTo>
                  <a:pt x="10107801" y="5424113"/>
                </a:lnTo>
                <a:cubicBezTo>
                  <a:pt x="10107699" y="5423908"/>
                  <a:pt x="10107801" y="5423448"/>
                  <a:pt x="10107801" y="5423448"/>
                </a:cubicBezTo>
                <a:lnTo>
                  <a:pt x="10111333" y="5417306"/>
                </a:lnTo>
                <a:cubicBezTo>
                  <a:pt x="10111486" y="5417101"/>
                  <a:pt x="10111947" y="5416947"/>
                  <a:pt x="10111947" y="5416947"/>
                </a:cubicBezTo>
                <a:lnTo>
                  <a:pt x="10119010" y="5416947"/>
                </a:lnTo>
                <a:cubicBezTo>
                  <a:pt x="10119266" y="5416947"/>
                  <a:pt x="10119625" y="5417306"/>
                  <a:pt x="10119625" y="5417306"/>
                </a:cubicBezTo>
                <a:lnTo>
                  <a:pt x="10123156" y="5423448"/>
                </a:lnTo>
                <a:cubicBezTo>
                  <a:pt x="10123258" y="5423652"/>
                  <a:pt x="10123156" y="5424113"/>
                  <a:pt x="10123156" y="5424113"/>
                </a:cubicBezTo>
                <a:lnTo>
                  <a:pt x="10119625" y="5430254"/>
                </a:lnTo>
                <a:cubicBezTo>
                  <a:pt x="10119471" y="5430459"/>
                  <a:pt x="10119010" y="5430613"/>
                  <a:pt x="10119010" y="5430613"/>
                </a:cubicBezTo>
                <a:close/>
                <a:moveTo>
                  <a:pt x="10317169" y="5430613"/>
                </a:moveTo>
                <a:lnTo>
                  <a:pt x="10310106" y="5430613"/>
                </a:lnTo>
                <a:cubicBezTo>
                  <a:pt x="10309850" y="5430613"/>
                  <a:pt x="10309492" y="5430254"/>
                  <a:pt x="10309492" y="5430254"/>
                </a:cubicBezTo>
                <a:lnTo>
                  <a:pt x="10305960" y="5424113"/>
                </a:lnTo>
                <a:cubicBezTo>
                  <a:pt x="10305858" y="5423908"/>
                  <a:pt x="10305960" y="5423448"/>
                  <a:pt x="10305960" y="5423448"/>
                </a:cubicBezTo>
                <a:lnTo>
                  <a:pt x="10309492" y="5417306"/>
                </a:lnTo>
                <a:cubicBezTo>
                  <a:pt x="10309645" y="5417101"/>
                  <a:pt x="10310106" y="5416947"/>
                  <a:pt x="10310106" y="5416947"/>
                </a:cubicBezTo>
                <a:lnTo>
                  <a:pt x="10317169" y="5416947"/>
                </a:lnTo>
                <a:cubicBezTo>
                  <a:pt x="10317426" y="5416947"/>
                  <a:pt x="10317784" y="5417306"/>
                  <a:pt x="10317784" y="5417306"/>
                </a:cubicBezTo>
                <a:lnTo>
                  <a:pt x="10321315" y="5423448"/>
                </a:lnTo>
                <a:cubicBezTo>
                  <a:pt x="10321417" y="5423652"/>
                  <a:pt x="10321315" y="5424113"/>
                  <a:pt x="10321315" y="5424113"/>
                </a:cubicBezTo>
                <a:lnTo>
                  <a:pt x="10317784" y="5430254"/>
                </a:lnTo>
                <a:cubicBezTo>
                  <a:pt x="10317630" y="5430459"/>
                  <a:pt x="10317169" y="5430613"/>
                  <a:pt x="10317169" y="5430613"/>
                </a:cubicBezTo>
                <a:close/>
                <a:moveTo>
                  <a:pt x="1398928" y="5593926"/>
                </a:moveTo>
                <a:lnTo>
                  <a:pt x="1391866" y="5593926"/>
                </a:lnTo>
                <a:cubicBezTo>
                  <a:pt x="1391610" y="5593926"/>
                  <a:pt x="1391252" y="5593569"/>
                  <a:pt x="1391252" y="5593569"/>
                </a:cubicBezTo>
                <a:lnTo>
                  <a:pt x="1387720" y="5587426"/>
                </a:lnTo>
                <a:cubicBezTo>
                  <a:pt x="1387617" y="5587222"/>
                  <a:pt x="1387720" y="5586761"/>
                  <a:pt x="1387720" y="5586761"/>
                </a:cubicBezTo>
                <a:lnTo>
                  <a:pt x="1391252" y="5580619"/>
                </a:lnTo>
                <a:cubicBezTo>
                  <a:pt x="1391406" y="5580414"/>
                  <a:pt x="1391866" y="5580261"/>
                  <a:pt x="1391866" y="5580261"/>
                </a:cubicBezTo>
                <a:lnTo>
                  <a:pt x="1398928" y="5580261"/>
                </a:lnTo>
                <a:cubicBezTo>
                  <a:pt x="1399185" y="5580261"/>
                  <a:pt x="1399544" y="5580619"/>
                  <a:pt x="1399544" y="5580619"/>
                </a:cubicBezTo>
                <a:lnTo>
                  <a:pt x="1403074" y="5586761"/>
                </a:lnTo>
                <a:cubicBezTo>
                  <a:pt x="1403177" y="5586966"/>
                  <a:pt x="1403074" y="5587426"/>
                  <a:pt x="1403074" y="5587426"/>
                </a:cubicBezTo>
                <a:lnTo>
                  <a:pt x="1399544" y="5593569"/>
                </a:lnTo>
                <a:cubicBezTo>
                  <a:pt x="1399389" y="5593772"/>
                  <a:pt x="1398928" y="5593926"/>
                  <a:pt x="1398928" y="5593926"/>
                </a:cubicBezTo>
                <a:close/>
                <a:moveTo>
                  <a:pt x="1795378" y="5593941"/>
                </a:moveTo>
                <a:lnTo>
                  <a:pt x="1788315" y="5593941"/>
                </a:lnTo>
                <a:cubicBezTo>
                  <a:pt x="1788060" y="5593941"/>
                  <a:pt x="1787701" y="5593583"/>
                  <a:pt x="1787701" y="5593583"/>
                </a:cubicBezTo>
                <a:lnTo>
                  <a:pt x="1784170" y="5587440"/>
                </a:lnTo>
                <a:cubicBezTo>
                  <a:pt x="1784067" y="5587236"/>
                  <a:pt x="1784170" y="5586775"/>
                  <a:pt x="1784170" y="5586775"/>
                </a:cubicBezTo>
                <a:lnTo>
                  <a:pt x="1787701" y="5580633"/>
                </a:lnTo>
                <a:cubicBezTo>
                  <a:pt x="1787854" y="5580429"/>
                  <a:pt x="1788315" y="5580275"/>
                  <a:pt x="1788315" y="5580275"/>
                </a:cubicBezTo>
                <a:lnTo>
                  <a:pt x="1795378" y="5580275"/>
                </a:lnTo>
                <a:cubicBezTo>
                  <a:pt x="1795634" y="5580275"/>
                  <a:pt x="1795992" y="5580633"/>
                  <a:pt x="1795992" y="5580633"/>
                </a:cubicBezTo>
                <a:lnTo>
                  <a:pt x="1799524" y="5586775"/>
                </a:lnTo>
                <a:cubicBezTo>
                  <a:pt x="1799626" y="5586980"/>
                  <a:pt x="1799524" y="5587440"/>
                  <a:pt x="1799524" y="5587440"/>
                </a:cubicBezTo>
                <a:lnTo>
                  <a:pt x="1795992" y="5593583"/>
                </a:lnTo>
                <a:cubicBezTo>
                  <a:pt x="1795838" y="5593786"/>
                  <a:pt x="1795378" y="5593941"/>
                  <a:pt x="1795378" y="5593941"/>
                </a:cubicBezTo>
                <a:close/>
                <a:moveTo>
                  <a:pt x="1597154" y="5593942"/>
                </a:moveTo>
                <a:lnTo>
                  <a:pt x="1590090" y="5593942"/>
                </a:lnTo>
                <a:cubicBezTo>
                  <a:pt x="1589834" y="5593942"/>
                  <a:pt x="1589476" y="5593585"/>
                  <a:pt x="1589476" y="5593585"/>
                </a:cubicBezTo>
                <a:lnTo>
                  <a:pt x="1585944" y="5587442"/>
                </a:lnTo>
                <a:cubicBezTo>
                  <a:pt x="1585842" y="5587237"/>
                  <a:pt x="1585944" y="5586777"/>
                  <a:pt x="1585944" y="5586777"/>
                </a:cubicBezTo>
                <a:lnTo>
                  <a:pt x="1589476" y="5580636"/>
                </a:lnTo>
                <a:cubicBezTo>
                  <a:pt x="1589630" y="5580431"/>
                  <a:pt x="1590090" y="5580277"/>
                  <a:pt x="1590090" y="5580277"/>
                </a:cubicBezTo>
                <a:lnTo>
                  <a:pt x="1597154" y="5580277"/>
                </a:lnTo>
                <a:cubicBezTo>
                  <a:pt x="1597409" y="5580277"/>
                  <a:pt x="1597768" y="5580636"/>
                  <a:pt x="1597768" y="5580636"/>
                </a:cubicBezTo>
                <a:lnTo>
                  <a:pt x="1601298" y="5586777"/>
                </a:lnTo>
                <a:cubicBezTo>
                  <a:pt x="1601401" y="5586982"/>
                  <a:pt x="1601298" y="5587442"/>
                  <a:pt x="1601298" y="5587442"/>
                </a:cubicBezTo>
                <a:lnTo>
                  <a:pt x="1597768" y="5593585"/>
                </a:lnTo>
                <a:cubicBezTo>
                  <a:pt x="1597614" y="5593789"/>
                  <a:pt x="1597154" y="5593942"/>
                  <a:pt x="1597154" y="5593942"/>
                </a:cubicBezTo>
                <a:close/>
                <a:moveTo>
                  <a:pt x="407754" y="5593946"/>
                </a:moveTo>
                <a:lnTo>
                  <a:pt x="400692" y="5593946"/>
                </a:lnTo>
                <a:cubicBezTo>
                  <a:pt x="400436" y="5593946"/>
                  <a:pt x="400078" y="5593588"/>
                  <a:pt x="400078" y="5593588"/>
                </a:cubicBezTo>
                <a:lnTo>
                  <a:pt x="396546" y="5587446"/>
                </a:lnTo>
                <a:cubicBezTo>
                  <a:pt x="396444" y="5587241"/>
                  <a:pt x="396546" y="5586781"/>
                  <a:pt x="396546" y="5586781"/>
                </a:cubicBezTo>
                <a:lnTo>
                  <a:pt x="400078" y="5580639"/>
                </a:lnTo>
                <a:cubicBezTo>
                  <a:pt x="400231" y="5580434"/>
                  <a:pt x="400692" y="5580281"/>
                  <a:pt x="400692" y="5580281"/>
                </a:cubicBezTo>
                <a:lnTo>
                  <a:pt x="407754" y="5580281"/>
                </a:lnTo>
                <a:cubicBezTo>
                  <a:pt x="408011" y="5580281"/>
                  <a:pt x="408369" y="5580639"/>
                  <a:pt x="408369" y="5580639"/>
                </a:cubicBezTo>
                <a:lnTo>
                  <a:pt x="411900" y="5586781"/>
                </a:lnTo>
                <a:cubicBezTo>
                  <a:pt x="412002" y="5586985"/>
                  <a:pt x="411900" y="5587446"/>
                  <a:pt x="411900" y="5587446"/>
                </a:cubicBezTo>
                <a:lnTo>
                  <a:pt x="408369" y="5593588"/>
                </a:lnTo>
                <a:cubicBezTo>
                  <a:pt x="408214" y="5593792"/>
                  <a:pt x="407754" y="5593946"/>
                  <a:pt x="407754" y="5593946"/>
                </a:cubicBezTo>
                <a:close/>
                <a:moveTo>
                  <a:pt x="804204" y="5593960"/>
                </a:moveTo>
                <a:lnTo>
                  <a:pt x="797140" y="5593960"/>
                </a:lnTo>
                <a:cubicBezTo>
                  <a:pt x="796886" y="5593960"/>
                  <a:pt x="796526" y="5593604"/>
                  <a:pt x="796526" y="5593604"/>
                </a:cubicBezTo>
                <a:lnTo>
                  <a:pt x="792995" y="5587460"/>
                </a:lnTo>
                <a:cubicBezTo>
                  <a:pt x="792893" y="5587255"/>
                  <a:pt x="792995" y="5586795"/>
                  <a:pt x="792995" y="5586795"/>
                </a:cubicBezTo>
                <a:lnTo>
                  <a:pt x="796526" y="5580654"/>
                </a:lnTo>
                <a:cubicBezTo>
                  <a:pt x="796680" y="5580448"/>
                  <a:pt x="797140" y="5580295"/>
                  <a:pt x="797140" y="5580295"/>
                </a:cubicBezTo>
                <a:lnTo>
                  <a:pt x="804204" y="5580295"/>
                </a:lnTo>
                <a:cubicBezTo>
                  <a:pt x="804460" y="5580295"/>
                  <a:pt x="804818" y="5580654"/>
                  <a:pt x="804818" y="5580654"/>
                </a:cubicBezTo>
                <a:lnTo>
                  <a:pt x="808350" y="5586795"/>
                </a:lnTo>
                <a:cubicBezTo>
                  <a:pt x="808452" y="5587000"/>
                  <a:pt x="808350" y="5587460"/>
                  <a:pt x="808350" y="5587460"/>
                </a:cubicBezTo>
                <a:lnTo>
                  <a:pt x="804818" y="5593604"/>
                </a:lnTo>
                <a:cubicBezTo>
                  <a:pt x="804665" y="5593806"/>
                  <a:pt x="804204" y="5593960"/>
                  <a:pt x="804204" y="5593960"/>
                </a:cubicBezTo>
                <a:close/>
                <a:moveTo>
                  <a:pt x="1002428" y="5593960"/>
                </a:moveTo>
                <a:lnTo>
                  <a:pt x="995366" y="5593960"/>
                </a:lnTo>
                <a:cubicBezTo>
                  <a:pt x="995110" y="5593960"/>
                  <a:pt x="994752" y="5593604"/>
                  <a:pt x="994752" y="5593604"/>
                </a:cubicBezTo>
                <a:lnTo>
                  <a:pt x="991220" y="5587460"/>
                </a:lnTo>
                <a:cubicBezTo>
                  <a:pt x="991117" y="5587255"/>
                  <a:pt x="991220" y="5586795"/>
                  <a:pt x="991220" y="5586795"/>
                </a:cubicBezTo>
                <a:lnTo>
                  <a:pt x="994752" y="5580654"/>
                </a:lnTo>
                <a:cubicBezTo>
                  <a:pt x="994905" y="5580449"/>
                  <a:pt x="995366" y="5580295"/>
                  <a:pt x="995366" y="5580295"/>
                </a:cubicBezTo>
                <a:lnTo>
                  <a:pt x="1002428" y="5580295"/>
                </a:lnTo>
                <a:cubicBezTo>
                  <a:pt x="1002685" y="5580295"/>
                  <a:pt x="1003042" y="5580654"/>
                  <a:pt x="1003042" y="5580654"/>
                </a:cubicBezTo>
                <a:lnTo>
                  <a:pt x="1006574" y="5586795"/>
                </a:lnTo>
                <a:cubicBezTo>
                  <a:pt x="1006677" y="5587000"/>
                  <a:pt x="1006574" y="5587460"/>
                  <a:pt x="1006574" y="5587460"/>
                </a:cubicBezTo>
                <a:lnTo>
                  <a:pt x="1003042" y="5593604"/>
                </a:lnTo>
                <a:cubicBezTo>
                  <a:pt x="1002889" y="5593806"/>
                  <a:pt x="1002428" y="5593960"/>
                  <a:pt x="1002428" y="5593960"/>
                </a:cubicBezTo>
                <a:close/>
                <a:moveTo>
                  <a:pt x="1993654" y="5593969"/>
                </a:moveTo>
                <a:lnTo>
                  <a:pt x="1986590" y="5593969"/>
                </a:lnTo>
                <a:cubicBezTo>
                  <a:pt x="1986336" y="5593969"/>
                  <a:pt x="1985976" y="5593612"/>
                  <a:pt x="1985976" y="5593612"/>
                </a:cubicBezTo>
                <a:lnTo>
                  <a:pt x="1982445" y="5587470"/>
                </a:lnTo>
                <a:cubicBezTo>
                  <a:pt x="1982343" y="5587265"/>
                  <a:pt x="1982445" y="5586803"/>
                  <a:pt x="1982445" y="5586803"/>
                </a:cubicBezTo>
                <a:lnTo>
                  <a:pt x="1985976" y="5580662"/>
                </a:lnTo>
                <a:cubicBezTo>
                  <a:pt x="1986130" y="5580457"/>
                  <a:pt x="1986590" y="5580304"/>
                  <a:pt x="1986590" y="5580304"/>
                </a:cubicBezTo>
                <a:lnTo>
                  <a:pt x="1993654" y="5580304"/>
                </a:lnTo>
                <a:cubicBezTo>
                  <a:pt x="1993910" y="5580304"/>
                  <a:pt x="1994268" y="5580662"/>
                  <a:pt x="1994268" y="5580662"/>
                </a:cubicBezTo>
                <a:lnTo>
                  <a:pt x="1997800" y="5586803"/>
                </a:lnTo>
                <a:cubicBezTo>
                  <a:pt x="1997902" y="5587008"/>
                  <a:pt x="1997800" y="5587470"/>
                  <a:pt x="1997800" y="5587470"/>
                </a:cubicBezTo>
                <a:lnTo>
                  <a:pt x="1994268" y="5593612"/>
                </a:lnTo>
                <a:cubicBezTo>
                  <a:pt x="1994114" y="5593816"/>
                  <a:pt x="1993654" y="5593969"/>
                  <a:pt x="1993654" y="5593969"/>
                </a:cubicBezTo>
                <a:close/>
                <a:moveTo>
                  <a:pt x="1200704" y="5593976"/>
                </a:moveTo>
                <a:lnTo>
                  <a:pt x="1193642" y="5593976"/>
                </a:lnTo>
                <a:cubicBezTo>
                  <a:pt x="1193386" y="5593976"/>
                  <a:pt x="1193028" y="5593619"/>
                  <a:pt x="1193028" y="5593619"/>
                </a:cubicBezTo>
                <a:lnTo>
                  <a:pt x="1189495" y="5587477"/>
                </a:lnTo>
                <a:cubicBezTo>
                  <a:pt x="1189393" y="5587271"/>
                  <a:pt x="1189495" y="5586811"/>
                  <a:pt x="1189495" y="5586811"/>
                </a:cubicBezTo>
                <a:lnTo>
                  <a:pt x="1193028" y="5580670"/>
                </a:lnTo>
                <a:cubicBezTo>
                  <a:pt x="1193180" y="5580464"/>
                  <a:pt x="1193642" y="5580312"/>
                  <a:pt x="1193642" y="5580312"/>
                </a:cubicBezTo>
                <a:lnTo>
                  <a:pt x="1200704" y="5580312"/>
                </a:lnTo>
                <a:cubicBezTo>
                  <a:pt x="1200960" y="5580312"/>
                  <a:pt x="1201318" y="5580670"/>
                  <a:pt x="1201318" y="5580670"/>
                </a:cubicBezTo>
                <a:lnTo>
                  <a:pt x="1204850" y="5586811"/>
                </a:lnTo>
                <a:cubicBezTo>
                  <a:pt x="1204952" y="5587016"/>
                  <a:pt x="1204850" y="5587477"/>
                  <a:pt x="1204850" y="5587477"/>
                </a:cubicBezTo>
                <a:lnTo>
                  <a:pt x="1201318" y="5593619"/>
                </a:lnTo>
                <a:cubicBezTo>
                  <a:pt x="1201165" y="5593823"/>
                  <a:pt x="1200704" y="5593976"/>
                  <a:pt x="1200704" y="5593976"/>
                </a:cubicBezTo>
                <a:close/>
                <a:moveTo>
                  <a:pt x="209480" y="5594001"/>
                </a:moveTo>
                <a:lnTo>
                  <a:pt x="202416" y="5594001"/>
                </a:lnTo>
                <a:cubicBezTo>
                  <a:pt x="202160" y="5594001"/>
                  <a:pt x="201803" y="5593644"/>
                  <a:pt x="201803" y="5593644"/>
                </a:cubicBezTo>
                <a:lnTo>
                  <a:pt x="198270" y="5587502"/>
                </a:lnTo>
                <a:cubicBezTo>
                  <a:pt x="198168" y="5587297"/>
                  <a:pt x="198270" y="5586835"/>
                  <a:pt x="198270" y="5586835"/>
                </a:cubicBezTo>
                <a:lnTo>
                  <a:pt x="201803" y="5580694"/>
                </a:lnTo>
                <a:cubicBezTo>
                  <a:pt x="201955" y="5580488"/>
                  <a:pt x="202416" y="5580336"/>
                  <a:pt x="202416" y="5580336"/>
                </a:cubicBezTo>
                <a:lnTo>
                  <a:pt x="209480" y="5580336"/>
                </a:lnTo>
                <a:cubicBezTo>
                  <a:pt x="209735" y="5580336"/>
                  <a:pt x="210094" y="5580694"/>
                  <a:pt x="210094" y="5580694"/>
                </a:cubicBezTo>
                <a:lnTo>
                  <a:pt x="213625" y="5586835"/>
                </a:lnTo>
                <a:cubicBezTo>
                  <a:pt x="213727" y="5587040"/>
                  <a:pt x="213625" y="5587502"/>
                  <a:pt x="213625" y="5587502"/>
                </a:cubicBezTo>
                <a:lnTo>
                  <a:pt x="210094" y="5593644"/>
                </a:lnTo>
                <a:cubicBezTo>
                  <a:pt x="209940" y="5593848"/>
                  <a:pt x="209480" y="5594001"/>
                  <a:pt x="209480" y="5594001"/>
                </a:cubicBezTo>
                <a:close/>
                <a:moveTo>
                  <a:pt x="11254" y="5594008"/>
                </a:moveTo>
                <a:lnTo>
                  <a:pt x="4192" y="5594008"/>
                </a:lnTo>
                <a:cubicBezTo>
                  <a:pt x="3935" y="5594008"/>
                  <a:pt x="3578" y="5593651"/>
                  <a:pt x="3578" y="5593651"/>
                </a:cubicBezTo>
                <a:lnTo>
                  <a:pt x="46" y="5587508"/>
                </a:lnTo>
                <a:cubicBezTo>
                  <a:pt x="-57" y="5587304"/>
                  <a:pt x="46" y="5586843"/>
                  <a:pt x="46" y="5586843"/>
                </a:cubicBezTo>
                <a:lnTo>
                  <a:pt x="3578" y="5580700"/>
                </a:lnTo>
                <a:cubicBezTo>
                  <a:pt x="3731" y="5580495"/>
                  <a:pt x="4192" y="5580343"/>
                  <a:pt x="4192" y="5580343"/>
                </a:cubicBezTo>
                <a:lnTo>
                  <a:pt x="11254" y="5580343"/>
                </a:lnTo>
                <a:cubicBezTo>
                  <a:pt x="11511" y="5580343"/>
                  <a:pt x="11868" y="5580700"/>
                  <a:pt x="11868" y="5580700"/>
                </a:cubicBezTo>
                <a:lnTo>
                  <a:pt x="15400" y="5586843"/>
                </a:lnTo>
                <a:cubicBezTo>
                  <a:pt x="15503" y="5587047"/>
                  <a:pt x="15400" y="5587508"/>
                  <a:pt x="15400" y="5587508"/>
                </a:cubicBezTo>
                <a:lnTo>
                  <a:pt x="11868" y="5593651"/>
                </a:lnTo>
                <a:cubicBezTo>
                  <a:pt x="11716" y="5593854"/>
                  <a:pt x="11254" y="5594008"/>
                  <a:pt x="11254" y="5594008"/>
                </a:cubicBezTo>
                <a:close/>
                <a:moveTo>
                  <a:pt x="605979" y="5594017"/>
                </a:moveTo>
                <a:lnTo>
                  <a:pt x="598916" y="5594017"/>
                </a:lnTo>
                <a:cubicBezTo>
                  <a:pt x="598661" y="5594017"/>
                  <a:pt x="598302" y="5593660"/>
                  <a:pt x="598302" y="5593660"/>
                </a:cubicBezTo>
                <a:lnTo>
                  <a:pt x="594770" y="5587517"/>
                </a:lnTo>
                <a:cubicBezTo>
                  <a:pt x="594668" y="5587313"/>
                  <a:pt x="594770" y="5586853"/>
                  <a:pt x="594770" y="5586853"/>
                </a:cubicBezTo>
                <a:lnTo>
                  <a:pt x="598302" y="5580711"/>
                </a:lnTo>
                <a:cubicBezTo>
                  <a:pt x="598455" y="5580506"/>
                  <a:pt x="598916" y="5580351"/>
                  <a:pt x="598916" y="5580351"/>
                </a:cubicBezTo>
                <a:lnTo>
                  <a:pt x="605979" y="5580351"/>
                </a:lnTo>
                <a:cubicBezTo>
                  <a:pt x="606235" y="5580351"/>
                  <a:pt x="606593" y="5580711"/>
                  <a:pt x="606593" y="5580711"/>
                </a:cubicBezTo>
                <a:lnTo>
                  <a:pt x="610125" y="5586853"/>
                </a:lnTo>
                <a:cubicBezTo>
                  <a:pt x="610227" y="5587057"/>
                  <a:pt x="610125" y="5587517"/>
                  <a:pt x="610125" y="5587517"/>
                </a:cubicBezTo>
                <a:lnTo>
                  <a:pt x="606593" y="5593660"/>
                </a:lnTo>
                <a:cubicBezTo>
                  <a:pt x="606440" y="5593864"/>
                  <a:pt x="605979" y="5594017"/>
                  <a:pt x="605979" y="5594017"/>
                </a:cubicBezTo>
                <a:close/>
                <a:moveTo>
                  <a:pt x="2189611" y="5599766"/>
                </a:moveTo>
                <a:lnTo>
                  <a:pt x="2182548" y="5599766"/>
                </a:lnTo>
                <a:cubicBezTo>
                  <a:pt x="2182291" y="5599766"/>
                  <a:pt x="2181933" y="5599409"/>
                  <a:pt x="2181933" y="5599409"/>
                </a:cubicBezTo>
                <a:lnTo>
                  <a:pt x="2178401" y="5593267"/>
                </a:lnTo>
                <a:cubicBezTo>
                  <a:pt x="2178299" y="5593062"/>
                  <a:pt x="2178401" y="5592601"/>
                  <a:pt x="2178401" y="5592601"/>
                </a:cubicBezTo>
                <a:lnTo>
                  <a:pt x="2181933" y="5586459"/>
                </a:lnTo>
                <a:cubicBezTo>
                  <a:pt x="2182087" y="5586254"/>
                  <a:pt x="2182548" y="5586101"/>
                  <a:pt x="2182548" y="5586101"/>
                </a:cubicBezTo>
                <a:lnTo>
                  <a:pt x="2189611" y="5586101"/>
                </a:lnTo>
                <a:cubicBezTo>
                  <a:pt x="2189865" y="5586101"/>
                  <a:pt x="2190225" y="5586459"/>
                  <a:pt x="2190225" y="5586459"/>
                </a:cubicBezTo>
                <a:lnTo>
                  <a:pt x="2193757" y="5592601"/>
                </a:lnTo>
                <a:cubicBezTo>
                  <a:pt x="2193859" y="5592806"/>
                  <a:pt x="2193757" y="5593267"/>
                  <a:pt x="2193757" y="5593267"/>
                </a:cubicBezTo>
                <a:lnTo>
                  <a:pt x="2190225" y="5599409"/>
                </a:lnTo>
                <a:cubicBezTo>
                  <a:pt x="2190071" y="5599613"/>
                  <a:pt x="2189611" y="5599766"/>
                  <a:pt x="2189611" y="5599766"/>
                </a:cubicBezTo>
                <a:close/>
                <a:moveTo>
                  <a:pt x="2387835" y="5599766"/>
                </a:moveTo>
                <a:lnTo>
                  <a:pt x="2380773" y="5599766"/>
                </a:lnTo>
                <a:cubicBezTo>
                  <a:pt x="2380515" y="5599766"/>
                  <a:pt x="2380159" y="5599409"/>
                  <a:pt x="2380159" y="5599409"/>
                </a:cubicBezTo>
                <a:lnTo>
                  <a:pt x="2376626" y="5593267"/>
                </a:lnTo>
                <a:cubicBezTo>
                  <a:pt x="2376523" y="5593062"/>
                  <a:pt x="2376626" y="5592601"/>
                  <a:pt x="2376626" y="5592601"/>
                </a:cubicBezTo>
                <a:lnTo>
                  <a:pt x="2380159" y="5586459"/>
                </a:lnTo>
                <a:cubicBezTo>
                  <a:pt x="2380312" y="5586254"/>
                  <a:pt x="2380773" y="5586101"/>
                  <a:pt x="2380773" y="5586101"/>
                </a:cubicBezTo>
                <a:lnTo>
                  <a:pt x="2387835" y="5586101"/>
                </a:lnTo>
                <a:cubicBezTo>
                  <a:pt x="2388091" y="5586101"/>
                  <a:pt x="2388449" y="5586459"/>
                  <a:pt x="2388449" y="5586459"/>
                </a:cubicBezTo>
                <a:lnTo>
                  <a:pt x="2391981" y="5592601"/>
                </a:lnTo>
                <a:cubicBezTo>
                  <a:pt x="2392083" y="5592806"/>
                  <a:pt x="2391981" y="5593267"/>
                  <a:pt x="2391981" y="5593267"/>
                </a:cubicBezTo>
                <a:lnTo>
                  <a:pt x="2388449" y="5599409"/>
                </a:lnTo>
                <a:cubicBezTo>
                  <a:pt x="2388296" y="5599613"/>
                  <a:pt x="2387835" y="5599766"/>
                  <a:pt x="2387835" y="5599766"/>
                </a:cubicBezTo>
                <a:close/>
                <a:moveTo>
                  <a:pt x="2586060" y="5599766"/>
                </a:moveTo>
                <a:lnTo>
                  <a:pt x="2578998" y="5599766"/>
                </a:lnTo>
                <a:cubicBezTo>
                  <a:pt x="2578740" y="5599766"/>
                  <a:pt x="2578383" y="5599409"/>
                  <a:pt x="2578383" y="5599409"/>
                </a:cubicBezTo>
                <a:lnTo>
                  <a:pt x="2574850" y="5593267"/>
                </a:lnTo>
                <a:cubicBezTo>
                  <a:pt x="2574749" y="5593062"/>
                  <a:pt x="2574850" y="5592601"/>
                  <a:pt x="2574850" y="5592601"/>
                </a:cubicBezTo>
                <a:lnTo>
                  <a:pt x="2578383" y="5586459"/>
                </a:lnTo>
                <a:cubicBezTo>
                  <a:pt x="2578536" y="5586254"/>
                  <a:pt x="2578998" y="5586101"/>
                  <a:pt x="2578998" y="5586101"/>
                </a:cubicBezTo>
                <a:lnTo>
                  <a:pt x="2586060" y="5586101"/>
                </a:lnTo>
                <a:cubicBezTo>
                  <a:pt x="2586316" y="5586101"/>
                  <a:pt x="2586674" y="5586459"/>
                  <a:pt x="2586674" y="5586459"/>
                </a:cubicBezTo>
                <a:lnTo>
                  <a:pt x="2590205" y="5592601"/>
                </a:lnTo>
                <a:cubicBezTo>
                  <a:pt x="2590308" y="5592806"/>
                  <a:pt x="2590205" y="5593267"/>
                  <a:pt x="2590205" y="5593267"/>
                </a:cubicBezTo>
                <a:lnTo>
                  <a:pt x="2586674" y="5599409"/>
                </a:lnTo>
                <a:cubicBezTo>
                  <a:pt x="2586520" y="5599613"/>
                  <a:pt x="2586060" y="5599766"/>
                  <a:pt x="2586060" y="5599766"/>
                </a:cubicBezTo>
                <a:close/>
                <a:moveTo>
                  <a:pt x="2784284" y="5599766"/>
                </a:moveTo>
                <a:lnTo>
                  <a:pt x="2777221" y="5599766"/>
                </a:lnTo>
                <a:cubicBezTo>
                  <a:pt x="2776966" y="5599766"/>
                  <a:pt x="2776607" y="5599409"/>
                  <a:pt x="2776607" y="5599409"/>
                </a:cubicBezTo>
                <a:lnTo>
                  <a:pt x="2773075" y="5593267"/>
                </a:lnTo>
                <a:cubicBezTo>
                  <a:pt x="2772973" y="5593062"/>
                  <a:pt x="2773075" y="5592601"/>
                  <a:pt x="2773075" y="5592601"/>
                </a:cubicBezTo>
                <a:lnTo>
                  <a:pt x="2776607" y="5586459"/>
                </a:lnTo>
                <a:cubicBezTo>
                  <a:pt x="2776760" y="5586254"/>
                  <a:pt x="2777221" y="5586101"/>
                  <a:pt x="2777221" y="5586101"/>
                </a:cubicBezTo>
                <a:lnTo>
                  <a:pt x="2784284" y="5586101"/>
                </a:lnTo>
                <a:cubicBezTo>
                  <a:pt x="2784540" y="5586101"/>
                  <a:pt x="2784898" y="5586459"/>
                  <a:pt x="2784898" y="5586459"/>
                </a:cubicBezTo>
                <a:lnTo>
                  <a:pt x="2788430" y="5592601"/>
                </a:lnTo>
                <a:cubicBezTo>
                  <a:pt x="2788532" y="5592806"/>
                  <a:pt x="2788430" y="5593267"/>
                  <a:pt x="2788430" y="5593267"/>
                </a:cubicBezTo>
                <a:lnTo>
                  <a:pt x="2784898" y="5599409"/>
                </a:lnTo>
                <a:cubicBezTo>
                  <a:pt x="2784744" y="5599613"/>
                  <a:pt x="2784284" y="5599766"/>
                  <a:pt x="2784284" y="5599766"/>
                </a:cubicBezTo>
                <a:close/>
                <a:moveTo>
                  <a:pt x="2982559" y="5599766"/>
                </a:moveTo>
                <a:lnTo>
                  <a:pt x="2975496" y="5599766"/>
                </a:lnTo>
                <a:cubicBezTo>
                  <a:pt x="2975241" y="5599766"/>
                  <a:pt x="2974882" y="5599409"/>
                  <a:pt x="2974882" y="5599409"/>
                </a:cubicBezTo>
                <a:lnTo>
                  <a:pt x="2971351" y="5593267"/>
                </a:lnTo>
                <a:cubicBezTo>
                  <a:pt x="2971249" y="5593062"/>
                  <a:pt x="2971351" y="5592601"/>
                  <a:pt x="2971351" y="5592601"/>
                </a:cubicBezTo>
                <a:lnTo>
                  <a:pt x="2974882" y="5586459"/>
                </a:lnTo>
                <a:cubicBezTo>
                  <a:pt x="2975036" y="5586254"/>
                  <a:pt x="2975496" y="5586101"/>
                  <a:pt x="2975496" y="5586101"/>
                </a:cubicBezTo>
                <a:lnTo>
                  <a:pt x="2982559" y="5586101"/>
                </a:lnTo>
                <a:cubicBezTo>
                  <a:pt x="2982815" y="5586101"/>
                  <a:pt x="2983173" y="5586459"/>
                  <a:pt x="2983173" y="5586459"/>
                </a:cubicBezTo>
                <a:lnTo>
                  <a:pt x="2986706" y="5592601"/>
                </a:lnTo>
                <a:cubicBezTo>
                  <a:pt x="2986808" y="5592806"/>
                  <a:pt x="2986706" y="5593267"/>
                  <a:pt x="2986706" y="5593267"/>
                </a:cubicBezTo>
                <a:lnTo>
                  <a:pt x="2983173" y="5599409"/>
                </a:lnTo>
                <a:cubicBezTo>
                  <a:pt x="2983020" y="5599613"/>
                  <a:pt x="2982559" y="5599766"/>
                  <a:pt x="2982559" y="5599766"/>
                </a:cubicBezTo>
                <a:close/>
                <a:moveTo>
                  <a:pt x="3180784" y="5599766"/>
                </a:moveTo>
                <a:lnTo>
                  <a:pt x="3173721" y="5599766"/>
                </a:lnTo>
                <a:cubicBezTo>
                  <a:pt x="3173466" y="5599766"/>
                  <a:pt x="3173107" y="5599409"/>
                  <a:pt x="3173107" y="5599409"/>
                </a:cubicBezTo>
                <a:lnTo>
                  <a:pt x="3169576" y="5593267"/>
                </a:lnTo>
                <a:cubicBezTo>
                  <a:pt x="3169473" y="5593062"/>
                  <a:pt x="3169576" y="5592601"/>
                  <a:pt x="3169576" y="5592601"/>
                </a:cubicBezTo>
                <a:lnTo>
                  <a:pt x="3173107" y="5586459"/>
                </a:lnTo>
                <a:cubicBezTo>
                  <a:pt x="3173261" y="5586254"/>
                  <a:pt x="3173721" y="5586101"/>
                  <a:pt x="3173721" y="5586101"/>
                </a:cubicBezTo>
                <a:lnTo>
                  <a:pt x="3180784" y="5586101"/>
                </a:lnTo>
                <a:cubicBezTo>
                  <a:pt x="3181040" y="5586101"/>
                  <a:pt x="3181398" y="5586459"/>
                  <a:pt x="3181398" y="5586459"/>
                </a:cubicBezTo>
                <a:lnTo>
                  <a:pt x="3184931" y="5592601"/>
                </a:lnTo>
                <a:cubicBezTo>
                  <a:pt x="3185033" y="5592806"/>
                  <a:pt x="3184931" y="5593267"/>
                  <a:pt x="3184931" y="5593267"/>
                </a:cubicBezTo>
                <a:lnTo>
                  <a:pt x="3181398" y="5599409"/>
                </a:lnTo>
                <a:cubicBezTo>
                  <a:pt x="3181245" y="5599613"/>
                  <a:pt x="3180784" y="5599766"/>
                  <a:pt x="3180784" y="5599766"/>
                </a:cubicBezTo>
                <a:close/>
                <a:moveTo>
                  <a:pt x="3379008" y="5599766"/>
                </a:moveTo>
                <a:lnTo>
                  <a:pt x="3371947" y="5599766"/>
                </a:lnTo>
                <a:cubicBezTo>
                  <a:pt x="3371690" y="5599766"/>
                  <a:pt x="3371332" y="5599409"/>
                  <a:pt x="3371332" y="5599409"/>
                </a:cubicBezTo>
                <a:lnTo>
                  <a:pt x="3367800" y="5593267"/>
                </a:lnTo>
                <a:cubicBezTo>
                  <a:pt x="3367697" y="5593062"/>
                  <a:pt x="3367800" y="5592601"/>
                  <a:pt x="3367800" y="5592601"/>
                </a:cubicBezTo>
                <a:lnTo>
                  <a:pt x="3371332" y="5586459"/>
                </a:lnTo>
                <a:cubicBezTo>
                  <a:pt x="3371485" y="5586254"/>
                  <a:pt x="3371947" y="5586101"/>
                  <a:pt x="3371947" y="5586101"/>
                </a:cubicBezTo>
                <a:lnTo>
                  <a:pt x="3379008" y="5586101"/>
                </a:lnTo>
                <a:cubicBezTo>
                  <a:pt x="3379265" y="5586101"/>
                  <a:pt x="3379624" y="5586459"/>
                  <a:pt x="3379624" y="5586459"/>
                </a:cubicBezTo>
                <a:lnTo>
                  <a:pt x="3383155" y="5592601"/>
                </a:lnTo>
                <a:cubicBezTo>
                  <a:pt x="3383257" y="5592806"/>
                  <a:pt x="3383155" y="5593267"/>
                  <a:pt x="3383155" y="5593267"/>
                </a:cubicBezTo>
                <a:lnTo>
                  <a:pt x="3379624" y="5599409"/>
                </a:lnTo>
                <a:cubicBezTo>
                  <a:pt x="3379470" y="5599613"/>
                  <a:pt x="3379008" y="5599766"/>
                  <a:pt x="3379008" y="5599766"/>
                </a:cubicBezTo>
                <a:close/>
                <a:moveTo>
                  <a:pt x="3577234" y="5599766"/>
                </a:moveTo>
                <a:lnTo>
                  <a:pt x="3570172" y="5599766"/>
                </a:lnTo>
                <a:cubicBezTo>
                  <a:pt x="3569914" y="5599766"/>
                  <a:pt x="3569557" y="5599409"/>
                  <a:pt x="3569557" y="5599409"/>
                </a:cubicBezTo>
                <a:lnTo>
                  <a:pt x="3566024" y="5593267"/>
                </a:lnTo>
                <a:cubicBezTo>
                  <a:pt x="3565922" y="5593062"/>
                  <a:pt x="3566024" y="5592601"/>
                  <a:pt x="3566024" y="5592601"/>
                </a:cubicBezTo>
                <a:lnTo>
                  <a:pt x="3569557" y="5586459"/>
                </a:lnTo>
                <a:cubicBezTo>
                  <a:pt x="3569709" y="5586254"/>
                  <a:pt x="3570172" y="5586101"/>
                  <a:pt x="3570172" y="5586101"/>
                </a:cubicBezTo>
                <a:lnTo>
                  <a:pt x="3577234" y="5586101"/>
                </a:lnTo>
                <a:cubicBezTo>
                  <a:pt x="3577489" y="5586101"/>
                  <a:pt x="3577848" y="5586459"/>
                  <a:pt x="3577848" y="5586459"/>
                </a:cubicBezTo>
                <a:lnTo>
                  <a:pt x="3581379" y="5592601"/>
                </a:lnTo>
                <a:cubicBezTo>
                  <a:pt x="3581481" y="5592806"/>
                  <a:pt x="3581379" y="5593267"/>
                  <a:pt x="3581379" y="5593267"/>
                </a:cubicBezTo>
                <a:lnTo>
                  <a:pt x="3577848" y="5599409"/>
                </a:lnTo>
                <a:cubicBezTo>
                  <a:pt x="3577694" y="5599613"/>
                  <a:pt x="3577234" y="5599766"/>
                  <a:pt x="3577234" y="5599766"/>
                </a:cubicBezTo>
                <a:close/>
                <a:moveTo>
                  <a:pt x="3775459" y="5599766"/>
                </a:moveTo>
                <a:lnTo>
                  <a:pt x="3768396" y="5599766"/>
                </a:lnTo>
                <a:cubicBezTo>
                  <a:pt x="3768139" y="5599766"/>
                  <a:pt x="3767781" y="5599409"/>
                  <a:pt x="3767781" y="5599409"/>
                </a:cubicBezTo>
                <a:lnTo>
                  <a:pt x="3764249" y="5593267"/>
                </a:lnTo>
                <a:cubicBezTo>
                  <a:pt x="3764147" y="5593062"/>
                  <a:pt x="3764249" y="5592601"/>
                  <a:pt x="3764249" y="5592601"/>
                </a:cubicBezTo>
                <a:lnTo>
                  <a:pt x="3767781" y="5586459"/>
                </a:lnTo>
                <a:cubicBezTo>
                  <a:pt x="3767935" y="5586254"/>
                  <a:pt x="3768396" y="5586101"/>
                  <a:pt x="3768396" y="5586101"/>
                </a:cubicBezTo>
                <a:lnTo>
                  <a:pt x="3775459" y="5586101"/>
                </a:lnTo>
                <a:cubicBezTo>
                  <a:pt x="3775713" y="5586101"/>
                  <a:pt x="3776073" y="5586459"/>
                  <a:pt x="3776073" y="5586459"/>
                </a:cubicBezTo>
                <a:lnTo>
                  <a:pt x="3779604" y="5592601"/>
                </a:lnTo>
                <a:cubicBezTo>
                  <a:pt x="3779706" y="5592806"/>
                  <a:pt x="3779604" y="5593267"/>
                  <a:pt x="3779604" y="5593267"/>
                </a:cubicBezTo>
                <a:lnTo>
                  <a:pt x="3776073" y="5599409"/>
                </a:lnTo>
                <a:cubicBezTo>
                  <a:pt x="3775919" y="5599613"/>
                  <a:pt x="3775459" y="5599766"/>
                  <a:pt x="3775459" y="5599766"/>
                </a:cubicBezTo>
                <a:close/>
                <a:moveTo>
                  <a:pt x="3973734" y="5599766"/>
                </a:moveTo>
                <a:lnTo>
                  <a:pt x="3966671" y="5599766"/>
                </a:lnTo>
                <a:cubicBezTo>
                  <a:pt x="3966415" y="5599766"/>
                  <a:pt x="3966057" y="5599409"/>
                  <a:pt x="3966057" y="5599409"/>
                </a:cubicBezTo>
                <a:lnTo>
                  <a:pt x="3962525" y="5593267"/>
                </a:lnTo>
                <a:cubicBezTo>
                  <a:pt x="3962423" y="5593062"/>
                  <a:pt x="3962525" y="5592601"/>
                  <a:pt x="3962525" y="5592601"/>
                </a:cubicBezTo>
                <a:lnTo>
                  <a:pt x="3966057" y="5586459"/>
                </a:lnTo>
                <a:cubicBezTo>
                  <a:pt x="3966211" y="5586254"/>
                  <a:pt x="3966671" y="5586101"/>
                  <a:pt x="3966671" y="5586101"/>
                </a:cubicBezTo>
                <a:lnTo>
                  <a:pt x="3973734" y="5586101"/>
                </a:lnTo>
                <a:cubicBezTo>
                  <a:pt x="3973990" y="5586101"/>
                  <a:pt x="3974348" y="5586459"/>
                  <a:pt x="3974348" y="5586459"/>
                </a:cubicBezTo>
                <a:lnTo>
                  <a:pt x="3977880" y="5592601"/>
                </a:lnTo>
                <a:cubicBezTo>
                  <a:pt x="3977982" y="5592806"/>
                  <a:pt x="3977880" y="5593267"/>
                  <a:pt x="3977880" y="5593267"/>
                </a:cubicBezTo>
                <a:lnTo>
                  <a:pt x="3974348" y="5599409"/>
                </a:lnTo>
                <a:cubicBezTo>
                  <a:pt x="3974195" y="5599613"/>
                  <a:pt x="3973734" y="5599766"/>
                  <a:pt x="3973734" y="5599766"/>
                </a:cubicBezTo>
                <a:close/>
                <a:moveTo>
                  <a:pt x="4171959" y="5599766"/>
                </a:moveTo>
                <a:lnTo>
                  <a:pt x="4164896" y="5599766"/>
                </a:lnTo>
                <a:cubicBezTo>
                  <a:pt x="4164640" y="5599766"/>
                  <a:pt x="4164282" y="5599409"/>
                  <a:pt x="4164282" y="5599409"/>
                </a:cubicBezTo>
                <a:lnTo>
                  <a:pt x="4160751" y="5593267"/>
                </a:lnTo>
                <a:cubicBezTo>
                  <a:pt x="4160648" y="5593062"/>
                  <a:pt x="4160751" y="5592601"/>
                  <a:pt x="4160751" y="5592601"/>
                </a:cubicBezTo>
                <a:lnTo>
                  <a:pt x="4164282" y="5586459"/>
                </a:lnTo>
                <a:cubicBezTo>
                  <a:pt x="4164435" y="5586254"/>
                  <a:pt x="4164896" y="5586101"/>
                  <a:pt x="4164896" y="5586101"/>
                </a:cubicBezTo>
                <a:lnTo>
                  <a:pt x="4171959" y="5586101"/>
                </a:lnTo>
                <a:cubicBezTo>
                  <a:pt x="4172215" y="5586101"/>
                  <a:pt x="4172573" y="5586459"/>
                  <a:pt x="4172573" y="5586459"/>
                </a:cubicBezTo>
                <a:lnTo>
                  <a:pt x="4176105" y="5592601"/>
                </a:lnTo>
                <a:cubicBezTo>
                  <a:pt x="4176207" y="5592806"/>
                  <a:pt x="4176105" y="5593267"/>
                  <a:pt x="4176105" y="5593267"/>
                </a:cubicBezTo>
                <a:lnTo>
                  <a:pt x="4172573" y="5599409"/>
                </a:lnTo>
                <a:cubicBezTo>
                  <a:pt x="4172419" y="5599613"/>
                  <a:pt x="4171959" y="5599766"/>
                  <a:pt x="4171959" y="5599766"/>
                </a:cubicBezTo>
                <a:close/>
                <a:moveTo>
                  <a:pt x="4370183" y="5599766"/>
                </a:moveTo>
                <a:lnTo>
                  <a:pt x="4363121" y="5599766"/>
                </a:lnTo>
                <a:cubicBezTo>
                  <a:pt x="4362864" y="5599766"/>
                  <a:pt x="4362506" y="5599409"/>
                  <a:pt x="4362506" y="5599409"/>
                </a:cubicBezTo>
                <a:lnTo>
                  <a:pt x="4358975" y="5593267"/>
                </a:lnTo>
                <a:cubicBezTo>
                  <a:pt x="4358872" y="5593062"/>
                  <a:pt x="4358975" y="5592601"/>
                  <a:pt x="4358975" y="5592601"/>
                </a:cubicBezTo>
                <a:lnTo>
                  <a:pt x="4362506" y="5586459"/>
                </a:lnTo>
                <a:cubicBezTo>
                  <a:pt x="4362660" y="5586254"/>
                  <a:pt x="4363121" y="5586101"/>
                  <a:pt x="4363121" y="5586101"/>
                </a:cubicBezTo>
                <a:lnTo>
                  <a:pt x="4370183" y="5586101"/>
                </a:lnTo>
                <a:cubicBezTo>
                  <a:pt x="4370439" y="5586101"/>
                  <a:pt x="4370797" y="5586459"/>
                  <a:pt x="4370797" y="5586459"/>
                </a:cubicBezTo>
                <a:lnTo>
                  <a:pt x="4374329" y="5592601"/>
                </a:lnTo>
                <a:cubicBezTo>
                  <a:pt x="4374432" y="5592806"/>
                  <a:pt x="4374329" y="5593267"/>
                  <a:pt x="4374329" y="5593267"/>
                </a:cubicBezTo>
                <a:lnTo>
                  <a:pt x="4370797" y="5599409"/>
                </a:lnTo>
                <a:cubicBezTo>
                  <a:pt x="4370643" y="5599613"/>
                  <a:pt x="4370183" y="5599766"/>
                  <a:pt x="4370183" y="5599766"/>
                </a:cubicBezTo>
                <a:close/>
                <a:moveTo>
                  <a:pt x="4568408" y="5599766"/>
                </a:moveTo>
                <a:lnTo>
                  <a:pt x="4561345" y="5599766"/>
                </a:lnTo>
                <a:cubicBezTo>
                  <a:pt x="4561089" y="5599766"/>
                  <a:pt x="4560731" y="5599409"/>
                  <a:pt x="4560731" y="5599409"/>
                </a:cubicBezTo>
                <a:lnTo>
                  <a:pt x="4557199" y="5593267"/>
                </a:lnTo>
                <a:cubicBezTo>
                  <a:pt x="4557097" y="5593062"/>
                  <a:pt x="4557199" y="5592601"/>
                  <a:pt x="4557199" y="5592601"/>
                </a:cubicBezTo>
                <a:lnTo>
                  <a:pt x="4560731" y="5586459"/>
                </a:lnTo>
                <a:cubicBezTo>
                  <a:pt x="4560884" y="5586254"/>
                  <a:pt x="4561345" y="5586101"/>
                  <a:pt x="4561345" y="5586101"/>
                </a:cubicBezTo>
                <a:lnTo>
                  <a:pt x="4568408" y="5586101"/>
                </a:lnTo>
                <a:cubicBezTo>
                  <a:pt x="4568663" y="5586101"/>
                  <a:pt x="4569022" y="5586459"/>
                  <a:pt x="4569022" y="5586459"/>
                </a:cubicBezTo>
                <a:lnTo>
                  <a:pt x="4572554" y="5592601"/>
                </a:lnTo>
                <a:cubicBezTo>
                  <a:pt x="4572656" y="5592806"/>
                  <a:pt x="4572554" y="5593267"/>
                  <a:pt x="4572554" y="5593267"/>
                </a:cubicBezTo>
                <a:lnTo>
                  <a:pt x="4569022" y="5599409"/>
                </a:lnTo>
                <a:cubicBezTo>
                  <a:pt x="4568869" y="5599613"/>
                  <a:pt x="4568408" y="5599766"/>
                  <a:pt x="4568408" y="5599766"/>
                </a:cubicBezTo>
                <a:close/>
                <a:moveTo>
                  <a:pt x="4766683" y="5599766"/>
                </a:moveTo>
                <a:lnTo>
                  <a:pt x="4759621" y="5599766"/>
                </a:lnTo>
                <a:cubicBezTo>
                  <a:pt x="4759364" y="5599766"/>
                  <a:pt x="4759007" y="5599409"/>
                  <a:pt x="4759007" y="5599409"/>
                </a:cubicBezTo>
                <a:lnTo>
                  <a:pt x="4755475" y="5593267"/>
                </a:lnTo>
                <a:cubicBezTo>
                  <a:pt x="4755372" y="5593062"/>
                  <a:pt x="4755475" y="5592601"/>
                  <a:pt x="4755475" y="5592601"/>
                </a:cubicBezTo>
                <a:lnTo>
                  <a:pt x="4759007" y="5586459"/>
                </a:lnTo>
                <a:cubicBezTo>
                  <a:pt x="4759160" y="5586254"/>
                  <a:pt x="4759621" y="5586101"/>
                  <a:pt x="4759621" y="5586101"/>
                </a:cubicBezTo>
                <a:lnTo>
                  <a:pt x="4766683" y="5586101"/>
                </a:lnTo>
                <a:cubicBezTo>
                  <a:pt x="4766940" y="5586101"/>
                  <a:pt x="4767297" y="5586459"/>
                  <a:pt x="4767297" y="5586459"/>
                </a:cubicBezTo>
                <a:lnTo>
                  <a:pt x="4770829" y="5592601"/>
                </a:lnTo>
                <a:cubicBezTo>
                  <a:pt x="4770932" y="5592806"/>
                  <a:pt x="4770829" y="5593267"/>
                  <a:pt x="4770829" y="5593267"/>
                </a:cubicBezTo>
                <a:lnTo>
                  <a:pt x="4767297" y="5599409"/>
                </a:lnTo>
                <a:cubicBezTo>
                  <a:pt x="4767144" y="5599613"/>
                  <a:pt x="4766683" y="5599766"/>
                  <a:pt x="4766683" y="5599766"/>
                </a:cubicBezTo>
                <a:close/>
                <a:moveTo>
                  <a:pt x="4964909" y="5599766"/>
                </a:moveTo>
                <a:lnTo>
                  <a:pt x="4957846" y="5599766"/>
                </a:lnTo>
                <a:cubicBezTo>
                  <a:pt x="4957589" y="5599766"/>
                  <a:pt x="4957232" y="5599409"/>
                  <a:pt x="4957232" y="5599409"/>
                </a:cubicBezTo>
                <a:lnTo>
                  <a:pt x="4953699" y="5593267"/>
                </a:lnTo>
                <a:cubicBezTo>
                  <a:pt x="4953597" y="5593062"/>
                  <a:pt x="4953699" y="5592601"/>
                  <a:pt x="4953699" y="5592601"/>
                </a:cubicBezTo>
                <a:lnTo>
                  <a:pt x="4957232" y="5586459"/>
                </a:lnTo>
                <a:cubicBezTo>
                  <a:pt x="4957384" y="5586254"/>
                  <a:pt x="4957846" y="5586101"/>
                  <a:pt x="4957846" y="5586101"/>
                </a:cubicBezTo>
                <a:lnTo>
                  <a:pt x="4964909" y="5586101"/>
                </a:lnTo>
                <a:cubicBezTo>
                  <a:pt x="4965164" y="5586101"/>
                  <a:pt x="4965523" y="5586459"/>
                  <a:pt x="4965523" y="5586459"/>
                </a:cubicBezTo>
                <a:lnTo>
                  <a:pt x="4969054" y="5592601"/>
                </a:lnTo>
                <a:cubicBezTo>
                  <a:pt x="4969156" y="5592806"/>
                  <a:pt x="4969054" y="5593267"/>
                  <a:pt x="4969054" y="5593267"/>
                </a:cubicBezTo>
                <a:lnTo>
                  <a:pt x="4965523" y="5599409"/>
                </a:lnTo>
                <a:cubicBezTo>
                  <a:pt x="4965369" y="5599613"/>
                  <a:pt x="4964909" y="5599766"/>
                  <a:pt x="4964909" y="5599766"/>
                </a:cubicBezTo>
                <a:close/>
                <a:moveTo>
                  <a:pt x="5163134" y="5599766"/>
                </a:moveTo>
                <a:lnTo>
                  <a:pt x="5156070" y="5599766"/>
                </a:lnTo>
                <a:cubicBezTo>
                  <a:pt x="5155814" y="5599766"/>
                  <a:pt x="5155456" y="5599409"/>
                  <a:pt x="5155456" y="5599409"/>
                </a:cubicBezTo>
                <a:lnTo>
                  <a:pt x="5151924" y="5593267"/>
                </a:lnTo>
                <a:cubicBezTo>
                  <a:pt x="5151822" y="5593062"/>
                  <a:pt x="5151924" y="5592601"/>
                  <a:pt x="5151924" y="5592601"/>
                </a:cubicBezTo>
                <a:lnTo>
                  <a:pt x="5155456" y="5586459"/>
                </a:lnTo>
                <a:cubicBezTo>
                  <a:pt x="5155610" y="5586254"/>
                  <a:pt x="5156070" y="5586101"/>
                  <a:pt x="5156070" y="5586101"/>
                </a:cubicBezTo>
                <a:lnTo>
                  <a:pt x="5163134" y="5586101"/>
                </a:lnTo>
                <a:cubicBezTo>
                  <a:pt x="5163388" y="5586101"/>
                  <a:pt x="5163748" y="5586459"/>
                  <a:pt x="5163748" y="5586459"/>
                </a:cubicBezTo>
                <a:lnTo>
                  <a:pt x="5167279" y="5592601"/>
                </a:lnTo>
                <a:cubicBezTo>
                  <a:pt x="5167381" y="5592806"/>
                  <a:pt x="5167279" y="5593267"/>
                  <a:pt x="5167279" y="5593267"/>
                </a:cubicBezTo>
                <a:lnTo>
                  <a:pt x="5163748" y="5599409"/>
                </a:lnTo>
                <a:cubicBezTo>
                  <a:pt x="5163594" y="5599613"/>
                  <a:pt x="5163134" y="5599766"/>
                  <a:pt x="5163134" y="5599766"/>
                </a:cubicBezTo>
                <a:close/>
                <a:moveTo>
                  <a:pt x="5361358" y="5599766"/>
                </a:moveTo>
                <a:lnTo>
                  <a:pt x="5354295" y="5599766"/>
                </a:lnTo>
                <a:cubicBezTo>
                  <a:pt x="5354038" y="5599766"/>
                  <a:pt x="5353680" y="5599409"/>
                  <a:pt x="5353680" y="5599409"/>
                </a:cubicBezTo>
                <a:lnTo>
                  <a:pt x="5350149" y="5593267"/>
                </a:lnTo>
                <a:cubicBezTo>
                  <a:pt x="5350047" y="5593062"/>
                  <a:pt x="5350149" y="5592601"/>
                  <a:pt x="5350149" y="5592601"/>
                </a:cubicBezTo>
                <a:lnTo>
                  <a:pt x="5353680" y="5586459"/>
                </a:lnTo>
                <a:cubicBezTo>
                  <a:pt x="5353835" y="5586254"/>
                  <a:pt x="5354295" y="5586101"/>
                  <a:pt x="5354295" y="5586101"/>
                </a:cubicBezTo>
                <a:lnTo>
                  <a:pt x="5361358" y="5586101"/>
                </a:lnTo>
                <a:cubicBezTo>
                  <a:pt x="5361614" y="5586101"/>
                  <a:pt x="5361972" y="5586459"/>
                  <a:pt x="5361972" y="5586459"/>
                </a:cubicBezTo>
                <a:lnTo>
                  <a:pt x="5365503" y="5592601"/>
                </a:lnTo>
                <a:cubicBezTo>
                  <a:pt x="5365606" y="5592806"/>
                  <a:pt x="5365503" y="5593267"/>
                  <a:pt x="5365503" y="5593267"/>
                </a:cubicBezTo>
                <a:lnTo>
                  <a:pt x="5361972" y="5599409"/>
                </a:lnTo>
                <a:cubicBezTo>
                  <a:pt x="5361818" y="5599613"/>
                  <a:pt x="5361358" y="5599766"/>
                  <a:pt x="5361358" y="5599766"/>
                </a:cubicBezTo>
                <a:close/>
                <a:moveTo>
                  <a:pt x="5559633" y="5599766"/>
                </a:moveTo>
                <a:lnTo>
                  <a:pt x="5552569" y="5599766"/>
                </a:lnTo>
                <a:cubicBezTo>
                  <a:pt x="5552314" y="5599766"/>
                  <a:pt x="5551956" y="5599409"/>
                  <a:pt x="5551956" y="5599409"/>
                </a:cubicBezTo>
                <a:lnTo>
                  <a:pt x="5548424" y="5593267"/>
                </a:lnTo>
                <a:cubicBezTo>
                  <a:pt x="5548322" y="5593062"/>
                  <a:pt x="5548424" y="5592601"/>
                  <a:pt x="5548424" y="5592601"/>
                </a:cubicBezTo>
                <a:lnTo>
                  <a:pt x="5551956" y="5586459"/>
                </a:lnTo>
                <a:cubicBezTo>
                  <a:pt x="5552109" y="5586254"/>
                  <a:pt x="5552569" y="5586101"/>
                  <a:pt x="5552569" y="5586101"/>
                </a:cubicBezTo>
                <a:lnTo>
                  <a:pt x="5559633" y="5586101"/>
                </a:lnTo>
                <a:cubicBezTo>
                  <a:pt x="5559889" y="5586101"/>
                  <a:pt x="5560246" y="5586459"/>
                  <a:pt x="5560246" y="5586459"/>
                </a:cubicBezTo>
                <a:lnTo>
                  <a:pt x="5563779" y="5592601"/>
                </a:lnTo>
                <a:cubicBezTo>
                  <a:pt x="5563881" y="5592806"/>
                  <a:pt x="5563779" y="5593267"/>
                  <a:pt x="5563779" y="5593267"/>
                </a:cubicBezTo>
                <a:lnTo>
                  <a:pt x="5560246" y="5599409"/>
                </a:lnTo>
                <a:cubicBezTo>
                  <a:pt x="5560094" y="5599613"/>
                  <a:pt x="5559633" y="5599766"/>
                  <a:pt x="5559633" y="5599766"/>
                </a:cubicBezTo>
                <a:close/>
                <a:moveTo>
                  <a:pt x="5757857" y="5599766"/>
                </a:moveTo>
                <a:lnTo>
                  <a:pt x="5750795" y="5599766"/>
                </a:lnTo>
                <a:cubicBezTo>
                  <a:pt x="5750538" y="5599766"/>
                  <a:pt x="5750181" y="5599409"/>
                  <a:pt x="5750181" y="5599409"/>
                </a:cubicBezTo>
                <a:lnTo>
                  <a:pt x="5746649" y="5593267"/>
                </a:lnTo>
                <a:cubicBezTo>
                  <a:pt x="5746546" y="5593062"/>
                  <a:pt x="5746649" y="5592601"/>
                  <a:pt x="5746649" y="5592601"/>
                </a:cubicBezTo>
                <a:lnTo>
                  <a:pt x="5750181" y="5586459"/>
                </a:lnTo>
                <a:cubicBezTo>
                  <a:pt x="5750333" y="5586254"/>
                  <a:pt x="5750795" y="5586101"/>
                  <a:pt x="5750795" y="5586101"/>
                </a:cubicBezTo>
                <a:lnTo>
                  <a:pt x="5757857" y="5586101"/>
                </a:lnTo>
                <a:cubicBezTo>
                  <a:pt x="5758114" y="5586101"/>
                  <a:pt x="5758471" y="5586459"/>
                  <a:pt x="5758471" y="5586459"/>
                </a:cubicBezTo>
                <a:lnTo>
                  <a:pt x="5762003" y="5592601"/>
                </a:lnTo>
                <a:cubicBezTo>
                  <a:pt x="5762106" y="5592806"/>
                  <a:pt x="5762003" y="5593267"/>
                  <a:pt x="5762003" y="5593267"/>
                </a:cubicBezTo>
                <a:lnTo>
                  <a:pt x="5758471" y="5599409"/>
                </a:lnTo>
                <a:cubicBezTo>
                  <a:pt x="5758318" y="5599613"/>
                  <a:pt x="5757857" y="5599766"/>
                  <a:pt x="5757857" y="5599766"/>
                </a:cubicBezTo>
                <a:close/>
                <a:moveTo>
                  <a:pt x="5956083" y="5599766"/>
                </a:moveTo>
                <a:lnTo>
                  <a:pt x="5949019" y="5599766"/>
                </a:lnTo>
                <a:cubicBezTo>
                  <a:pt x="5948763" y="5599766"/>
                  <a:pt x="5948405" y="5599409"/>
                  <a:pt x="5948405" y="5599409"/>
                </a:cubicBezTo>
                <a:lnTo>
                  <a:pt x="5944873" y="5593267"/>
                </a:lnTo>
                <a:cubicBezTo>
                  <a:pt x="5944771" y="5593062"/>
                  <a:pt x="5944873" y="5592601"/>
                  <a:pt x="5944873" y="5592601"/>
                </a:cubicBezTo>
                <a:lnTo>
                  <a:pt x="5948405" y="5586459"/>
                </a:lnTo>
                <a:cubicBezTo>
                  <a:pt x="5948558" y="5586254"/>
                  <a:pt x="5949019" y="5586101"/>
                  <a:pt x="5949019" y="5586101"/>
                </a:cubicBezTo>
                <a:lnTo>
                  <a:pt x="5956083" y="5586101"/>
                </a:lnTo>
                <a:cubicBezTo>
                  <a:pt x="5956338" y="5586101"/>
                  <a:pt x="5956697" y="5586459"/>
                  <a:pt x="5956697" y="5586459"/>
                </a:cubicBezTo>
                <a:lnTo>
                  <a:pt x="5960227" y="5592601"/>
                </a:lnTo>
                <a:cubicBezTo>
                  <a:pt x="5960330" y="5592806"/>
                  <a:pt x="5960227" y="5593267"/>
                  <a:pt x="5960227" y="5593267"/>
                </a:cubicBezTo>
                <a:lnTo>
                  <a:pt x="5956697" y="5599409"/>
                </a:lnTo>
                <a:cubicBezTo>
                  <a:pt x="5956542" y="5599613"/>
                  <a:pt x="5956083" y="5599766"/>
                  <a:pt x="5956083" y="5599766"/>
                </a:cubicBezTo>
                <a:close/>
                <a:moveTo>
                  <a:pt x="6154307" y="5599766"/>
                </a:moveTo>
                <a:lnTo>
                  <a:pt x="6147243" y="5599766"/>
                </a:lnTo>
                <a:cubicBezTo>
                  <a:pt x="6146988" y="5599766"/>
                  <a:pt x="6146629" y="5599409"/>
                  <a:pt x="6146629" y="5599409"/>
                </a:cubicBezTo>
                <a:lnTo>
                  <a:pt x="6143098" y="5593267"/>
                </a:lnTo>
                <a:cubicBezTo>
                  <a:pt x="6142996" y="5593062"/>
                  <a:pt x="6143098" y="5592601"/>
                  <a:pt x="6143098" y="5592601"/>
                </a:cubicBezTo>
                <a:lnTo>
                  <a:pt x="6146629" y="5586459"/>
                </a:lnTo>
                <a:cubicBezTo>
                  <a:pt x="6146783" y="5586254"/>
                  <a:pt x="6147243" y="5586101"/>
                  <a:pt x="6147243" y="5586101"/>
                </a:cubicBezTo>
                <a:lnTo>
                  <a:pt x="6154307" y="5586101"/>
                </a:lnTo>
                <a:cubicBezTo>
                  <a:pt x="6154562" y="5586101"/>
                  <a:pt x="6154921" y="5586459"/>
                  <a:pt x="6154921" y="5586459"/>
                </a:cubicBezTo>
                <a:lnTo>
                  <a:pt x="6158453" y="5592601"/>
                </a:lnTo>
                <a:cubicBezTo>
                  <a:pt x="6158554" y="5592806"/>
                  <a:pt x="6158453" y="5593267"/>
                  <a:pt x="6158453" y="5593267"/>
                </a:cubicBezTo>
                <a:lnTo>
                  <a:pt x="6154921" y="5599409"/>
                </a:lnTo>
                <a:cubicBezTo>
                  <a:pt x="6154768" y="5599613"/>
                  <a:pt x="6154307" y="5599766"/>
                  <a:pt x="6154307" y="5599766"/>
                </a:cubicBezTo>
                <a:close/>
                <a:moveTo>
                  <a:pt x="6352582" y="5599766"/>
                </a:moveTo>
                <a:lnTo>
                  <a:pt x="6345519" y="5599766"/>
                </a:lnTo>
                <a:cubicBezTo>
                  <a:pt x="6345263" y="5599766"/>
                  <a:pt x="6344904" y="5599409"/>
                  <a:pt x="6344904" y="5599409"/>
                </a:cubicBezTo>
                <a:lnTo>
                  <a:pt x="6341373" y="5593267"/>
                </a:lnTo>
                <a:cubicBezTo>
                  <a:pt x="6341271" y="5593062"/>
                  <a:pt x="6341373" y="5592601"/>
                  <a:pt x="6341373" y="5592601"/>
                </a:cubicBezTo>
                <a:lnTo>
                  <a:pt x="6344904" y="5586459"/>
                </a:lnTo>
                <a:cubicBezTo>
                  <a:pt x="6345058" y="5586254"/>
                  <a:pt x="6345519" y="5586101"/>
                  <a:pt x="6345519" y="5586101"/>
                </a:cubicBezTo>
                <a:lnTo>
                  <a:pt x="6352582" y="5586101"/>
                </a:lnTo>
                <a:cubicBezTo>
                  <a:pt x="6352838" y="5586101"/>
                  <a:pt x="6353196" y="5586459"/>
                  <a:pt x="6353196" y="5586459"/>
                </a:cubicBezTo>
                <a:lnTo>
                  <a:pt x="6356728" y="5592601"/>
                </a:lnTo>
                <a:cubicBezTo>
                  <a:pt x="6356830" y="5592806"/>
                  <a:pt x="6356728" y="5593267"/>
                  <a:pt x="6356728" y="5593267"/>
                </a:cubicBezTo>
                <a:lnTo>
                  <a:pt x="6353196" y="5599409"/>
                </a:lnTo>
                <a:cubicBezTo>
                  <a:pt x="6353043" y="5599613"/>
                  <a:pt x="6352582" y="5599766"/>
                  <a:pt x="6352582" y="5599766"/>
                </a:cubicBezTo>
                <a:close/>
                <a:moveTo>
                  <a:pt x="6550807" y="5599766"/>
                </a:moveTo>
                <a:lnTo>
                  <a:pt x="6543744" y="5599766"/>
                </a:lnTo>
                <a:cubicBezTo>
                  <a:pt x="6543488" y="5599766"/>
                  <a:pt x="6543129" y="5599409"/>
                  <a:pt x="6543129" y="5599409"/>
                </a:cubicBezTo>
                <a:lnTo>
                  <a:pt x="6539598" y="5593267"/>
                </a:lnTo>
                <a:cubicBezTo>
                  <a:pt x="6539495" y="5593062"/>
                  <a:pt x="6539598" y="5592601"/>
                  <a:pt x="6539598" y="5592601"/>
                </a:cubicBezTo>
                <a:lnTo>
                  <a:pt x="6543129" y="5586459"/>
                </a:lnTo>
                <a:cubicBezTo>
                  <a:pt x="6543282" y="5586254"/>
                  <a:pt x="6543744" y="5586101"/>
                  <a:pt x="6543744" y="5586101"/>
                </a:cubicBezTo>
                <a:lnTo>
                  <a:pt x="6550807" y="5586101"/>
                </a:lnTo>
                <a:cubicBezTo>
                  <a:pt x="6551063" y="5586101"/>
                  <a:pt x="6551420" y="5586459"/>
                  <a:pt x="6551420" y="5586459"/>
                </a:cubicBezTo>
                <a:lnTo>
                  <a:pt x="6554953" y="5592601"/>
                </a:lnTo>
                <a:cubicBezTo>
                  <a:pt x="6555055" y="5592806"/>
                  <a:pt x="6554953" y="5593267"/>
                  <a:pt x="6554953" y="5593267"/>
                </a:cubicBezTo>
                <a:lnTo>
                  <a:pt x="6551420" y="5599409"/>
                </a:lnTo>
                <a:cubicBezTo>
                  <a:pt x="6551267" y="5599613"/>
                  <a:pt x="6550807" y="5599766"/>
                  <a:pt x="6550807" y="5599766"/>
                </a:cubicBezTo>
                <a:close/>
                <a:moveTo>
                  <a:pt x="6749031" y="5599766"/>
                </a:moveTo>
                <a:lnTo>
                  <a:pt x="6741967" y="5599766"/>
                </a:lnTo>
                <a:cubicBezTo>
                  <a:pt x="6741711" y="5599766"/>
                  <a:pt x="6741354" y="5599409"/>
                  <a:pt x="6741354" y="5599409"/>
                </a:cubicBezTo>
                <a:lnTo>
                  <a:pt x="6737823" y="5593267"/>
                </a:lnTo>
                <a:cubicBezTo>
                  <a:pt x="6737720" y="5593062"/>
                  <a:pt x="6737823" y="5592601"/>
                  <a:pt x="6737823" y="5592601"/>
                </a:cubicBezTo>
                <a:lnTo>
                  <a:pt x="6741354" y="5586459"/>
                </a:lnTo>
                <a:cubicBezTo>
                  <a:pt x="6741508" y="5586254"/>
                  <a:pt x="6741967" y="5586101"/>
                  <a:pt x="6741967" y="5586101"/>
                </a:cubicBezTo>
                <a:lnTo>
                  <a:pt x="6749031" y="5586101"/>
                </a:lnTo>
                <a:cubicBezTo>
                  <a:pt x="6749287" y="5586101"/>
                  <a:pt x="6749646" y="5586459"/>
                  <a:pt x="6749646" y="5586459"/>
                </a:cubicBezTo>
                <a:lnTo>
                  <a:pt x="6753177" y="5592601"/>
                </a:lnTo>
                <a:cubicBezTo>
                  <a:pt x="6753279" y="5592806"/>
                  <a:pt x="6753177" y="5593267"/>
                  <a:pt x="6753177" y="5593267"/>
                </a:cubicBezTo>
                <a:lnTo>
                  <a:pt x="6749646" y="5599409"/>
                </a:lnTo>
                <a:cubicBezTo>
                  <a:pt x="6749491" y="5599613"/>
                  <a:pt x="6749031" y="5599766"/>
                  <a:pt x="6749031" y="5599766"/>
                </a:cubicBezTo>
                <a:close/>
                <a:moveTo>
                  <a:pt x="6947256" y="5599766"/>
                </a:moveTo>
                <a:lnTo>
                  <a:pt x="6940193" y="5599766"/>
                </a:lnTo>
                <a:cubicBezTo>
                  <a:pt x="6939937" y="5599766"/>
                  <a:pt x="6939578" y="5599409"/>
                  <a:pt x="6939578" y="5599409"/>
                </a:cubicBezTo>
                <a:lnTo>
                  <a:pt x="6936048" y="5593267"/>
                </a:lnTo>
                <a:cubicBezTo>
                  <a:pt x="6935945" y="5593062"/>
                  <a:pt x="6936048" y="5592601"/>
                  <a:pt x="6936048" y="5592601"/>
                </a:cubicBezTo>
                <a:lnTo>
                  <a:pt x="6939578" y="5586459"/>
                </a:lnTo>
                <a:cubicBezTo>
                  <a:pt x="6939733" y="5586254"/>
                  <a:pt x="6940193" y="5586101"/>
                  <a:pt x="6940193" y="5586101"/>
                </a:cubicBezTo>
                <a:lnTo>
                  <a:pt x="6947256" y="5586101"/>
                </a:lnTo>
                <a:cubicBezTo>
                  <a:pt x="6947512" y="5586101"/>
                  <a:pt x="6947870" y="5586459"/>
                  <a:pt x="6947870" y="5586459"/>
                </a:cubicBezTo>
                <a:lnTo>
                  <a:pt x="6951402" y="5592601"/>
                </a:lnTo>
                <a:cubicBezTo>
                  <a:pt x="6951504" y="5592806"/>
                  <a:pt x="6951402" y="5593267"/>
                  <a:pt x="6951402" y="5593267"/>
                </a:cubicBezTo>
                <a:lnTo>
                  <a:pt x="6947870" y="5599409"/>
                </a:lnTo>
                <a:cubicBezTo>
                  <a:pt x="6947717" y="5599613"/>
                  <a:pt x="6947256" y="5599766"/>
                  <a:pt x="6947256" y="5599766"/>
                </a:cubicBezTo>
                <a:close/>
                <a:moveTo>
                  <a:pt x="7145491" y="5599766"/>
                </a:moveTo>
                <a:lnTo>
                  <a:pt x="7138427" y="5599766"/>
                </a:lnTo>
                <a:cubicBezTo>
                  <a:pt x="7138172" y="5599766"/>
                  <a:pt x="7137812" y="5599409"/>
                  <a:pt x="7137812" y="5599409"/>
                </a:cubicBezTo>
                <a:lnTo>
                  <a:pt x="7134283" y="5593267"/>
                </a:lnTo>
                <a:cubicBezTo>
                  <a:pt x="7134180" y="5593062"/>
                  <a:pt x="7134283" y="5592601"/>
                  <a:pt x="7134283" y="5592601"/>
                </a:cubicBezTo>
                <a:lnTo>
                  <a:pt x="7137812" y="5586459"/>
                </a:lnTo>
                <a:cubicBezTo>
                  <a:pt x="7137967" y="5586254"/>
                  <a:pt x="7138427" y="5586101"/>
                  <a:pt x="7138427" y="5586101"/>
                </a:cubicBezTo>
                <a:lnTo>
                  <a:pt x="7145491" y="5586101"/>
                </a:lnTo>
                <a:cubicBezTo>
                  <a:pt x="7145747" y="5586101"/>
                  <a:pt x="7146105" y="5586459"/>
                  <a:pt x="7146105" y="5586459"/>
                </a:cubicBezTo>
                <a:lnTo>
                  <a:pt x="7149638" y="5592601"/>
                </a:lnTo>
                <a:cubicBezTo>
                  <a:pt x="7149740" y="5592806"/>
                  <a:pt x="7149638" y="5593267"/>
                  <a:pt x="7149638" y="5593267"/>
                </a:cubicBezTo>
                <a:lnTo>
                  <a:pt x="7146105" y="5599409"/>
                </a:lnTo>
                <a:cubicBezTo>
                  <a:pt x="7145952" y="5599613"/>
                  <a:pt x="7145491" y="5599766"/>
                  <a:pt x="7145491" y="5599766"/>
                </a:cubicBezTo>
                <a:close/>
                <a:moveTo>
                  <a:pt x="7343599" y="5599766"/>
                </a:moveTo>
                <a:lnTo>
                  <a:pt x="7336535" y="5599766"/>
                </a:lnTo>
                <a:cubicBezTo>
                  <a:pt x="7336280" y="5599766"/>
                  <a:pt x="7335921" y="5599409"/>
                  <a:pt x="7335921" y="5599409"/>
                </a:cubicBezTo>
                <a:lnTo>
                  <a:pt x="7332389" y="5593267"/>
                </a:lnTo>
                <a:cubicBezTo>
                  <a:pt x="7332287" y="5593062"/>
                  <a:pt x="7332389" y="5592601"/>
                  <a:pt x="7332389" y="5592601"/>
                </a:cubicBezTo>
                <a:lnTo>
                  <a:pt x="7335921" y="5586459"/>
                </a:lnTo>
                <a:cubicBezTo>
                  <a:pt x="7336074" y="5586254"/>
                  <a:pt x="7336535" y="5586101"/>
                  <a:pt x="7336535" y="5586101"/>
                </a:cubicBezTo>
                <a:lnTo>
                  <a:pt x="7343599" y="5586101"/>
                </a:lnTo>
                <a:cubicBezTo>
                  <a:pt x="7343854" y="5586101"/>
                  <a:pt x="7344212" y="5586459"/>
                  <a:pt x="7344212" y="5586459"/>
                </a:cubicBezTo>
                <a:lnTo>
                  <a:pt x="7347744" y="5592601"/>
                </a:lnTo>
                <a:cubicBezTo>
                  <a:pt x="7347847" y="5592806"/>
                  <a:pt x="7347744" y="5593267"/>
                  <a:pt x="7347744" y="5593267"/>
                </a:cubicBezTo>
                <a:lnTo>
                  <a:pt x="7344212" y="5599409"/>
                </a:lnTo>
                <a:cubicBezTo>
                  <a:pt x="7344059" y="5599613"/>
                  <a:pt x="7343599" y="5599766"/>
                  <a:pt x="7343599" y="5599766"/>
                </a:cubicBezTo>
                <a:close/>
                <a:moveTo>
                  <a:pt x="7541849" y="5599766"/>
                </a:moveTo>
                <a:lnTo>
                  <a:pt x="7534785" y="5599766"/>
                </a:lnTo>
                <a:cubicBezTo>
                  <a:pt x="7534530" y="5599766"/>
                  <a:pt x="7534172" y="5599409"/>
                  <a:pt x="7534172" y="5599409"/>
                </a:cubicBezTo>
                <a:lnTo>
                  <a:pt x="7530640" y="5593267"/>
                </a:lnTo>
                <a:cubicBezTo>
                  <a:pt x="7530538" y="5593062"/>
                  <a:pt x="7530640" y="5592601"/>
                  <a:pt x="7530640" y="5592601"/>
                </a:cubicBezTo>
                <a:lnTo>
                  <a:pt x="7534172" y="5586459"/>
                </a:lnTo>
                <a:cubicBezTo>
                  <a:pt x="7534325" y="5586254"/>
                  <a:pt x="7534785" y="5586101"/>
                  <a:pt x="7534785" y="5586101"/>
                </a:cubicBezTo>
                <a:lnTo>
                  <a:pt x="7541849" y="5586101"/>
                </a:lnTo>
                <a:cubicBezTo>
                  <a:pt x="7542105" y="5586101"/>
                  <a:pt x="7542463" y="5586459"/>
                  <a:pt x="7542463" y="5586459"/>
                </a:cubicBezTo>
                <a:lnTo>
                  <a:pt x="7545996" y="5592601"/>
                </a:lnTo>
                <a:cubicBezTo>
                  <a:pt x="7546098" y="5592806"/>
                  <a:pt x="7545996" y="5593267"/>
                  <a:pt x="7545996" y="5593267"/>
                </a:cubicBezTo>
                <a:lnTo>
                  <a:pt x="7542463" y="5599409"/>
                </a:lnTo>
                <a:cubicBezTo>
                  <a:pt x="7542310" y="5599613"/>
                  <a:pt x="7541849" y="5599766"/>
                  <a:pt x="7541849" y="5599766"/>
                </a:cubicBezTo>
                <a:close/>
                <a:moveTo>
                  <a:pt x="7740091" y="5599766"/>
                </a:moveTo>
                <a:lnTo>
                  <a:pt x="7733028" y="5599766"/>
                </a:lnTo>
                <a:cubicBezTo>
                  <a:pt x="7732771" y="5599766"/>
                  <a:pt x="7732414" y="5599409"/>
                  <a:pt x="7732414" y="5599409"/>
                </a:cubicBezTo>
                <a:lnTo>
                  <a:pt x="7728882" y="5593267"/>
                </a:lnTo>
                <a:cubicBezTo>
                  <a:pt x="7728780" y="5593062"/>
                  <a:pt x="7728882" y="5592601"/>
                  <a:pt x="7728882" y="5592601"/>
                </a:cubicBezTo>
                <a:lnTo>
                  <a:pt x="7732414" y="5586459"/>
                </a:lnTo>
                <a:cubicBezTo>
                  <a:pt x="7732566" y="5586254"/>
                  <a:pt x="7733028" y="5586101"/>
                  <a:pt x="7733028" y="5586101"/>
                </a:cubicBezTo>
                <a:lnTo>
                  <a:pt x="7740091" y="5586101"/>
                </a:lnTo>
                <a:cubicBezTo>
                  <a:pt x="7740346" y="5586101"/>
                  <a:pt x="7740705" y="5586459"/>
                  <a:pt x="7740705" y="5586459"/>
                </a:cubicBezTo>
                <a:lnTo>
                  <a:pt x="7744238" y="5592601"/>
                </a:lnTo>
                <a:cubicBezTo>
                  <a:pt x="7744340" y="5592806"/>
                  <a:pt x="7744238" y="5593267"/>
                  <a:pt x="7744238" y="5593267"/>
                </a:cubicBezTo>
                <a:lnTo>
                  <a:pt x="7740705" y="5599409"/>
                </a:lnTo>
                <a:cubicBezTo>
                  <a:pt x="7740552" y="5599613"/>
                  <a:pt x="7740091" y="5599766"/>
                  <a:pt x="7740091" y="5599766"/>
                </a:cubicBezTo>
                <a:close/>
                <a:moveTo>
                  <a:pt x="7938236" y="5599766"/>
                </a:moveTo>
                <a:lnTo>
                  <a:pt x="7931167" y="5599766"/>
                </a:lnTo>
                <a:cubicBezTo>
                  <a:pt x="7930912" y="5599766"/>
                  <a:pt x="7930554" y="5599409"/>
                  <a:pt x="7930554" y="5599409"/>
                </a:cubicBezTo>
                <a:lnTo>
                  <a:pt x="7927024" y="5593267"/>
                </a:lnTo>
                <a:cubicBezTo>
                  <a:pt x="7926920" y="5593062"/>
                  <a:pt x="7927024" y="5592601"/>
                  <a:pt x="7927024" y="5592601"/>
                </a:cubicBezTo>
                <a:lnTo>
                  <a:pt x="7930554" y="5586459"/>
                </a:lnTo>
                <a:cubicBezTo>
                  <a:pt x="7930708" y="5586254"/>
                  <a:pt x="7931167" y="5586101"/>
                  <a:pt x="7931167" y="5586101"/>
                </a:cubicBezTo>
                <a:lnTo>
                  <a:pt x="7938236" y="5586101"/>
                </a:lnTo>
                <a:cubicBezTo>
                  <a:pt x="7938490" y="5586101"/>
                  <a:pt x="7938848" y="5586459"/>
                  <a:pt x="7938848" y="5586459"/>
                </a:cubicBezTo>
                <a:lnTo>
                  <a:pt x="7942380" y="5592601"/>
                </a:lnTo>
                <a:cubicBezTo>
                  <a:pt x="7942483" y="5592806"/>
                  <a:pt x="7942380" y="5593267"/>
                  <a:pt x="7942380" y="5593267"/>
                </a:cubicBezTo>
                <a:lnTo>
                  <a:pt x="7938848" y="5599409"/>
                </a:lnTo>
                <a:cubicBezTo>
                  <a:pt x="7938692" y="5599613"/>
                  <a:pt x="7938236" y="5599766"/>
                  <a:pt x="7938236" y="5599766"/>
                </a:cubicBezTo>
                <a:close/>
                <a:moveTo>
                  <a:pt x="8136631" y="5599766"/>
                </a:moveTo>
                <a:lnTo>
                  <a:pt x="8129569" y="5599766"/>
                </a:lnTo>
                <a:cubicBezTo>
                  <a:pt x="8129313" y="5599766"/>
                  <a:pt x="8128955" y="5599409"/>
                  <a:pt x="8128955" y="5599409"/>
                </a:cubicBezTo>
                <a:lnTo>
                  <a:pt x="8125424" y="5593267"/>
                </a:lnTo>
                <a:cubicBezTo>
                  <a:pt x="8125321" y="5593062"/>
                  <a:pt x="8125424" y="5592601"/>
                  <a:pt x="8125424" y="5592601"/>
                </a:cubicBezTo>
                <a:lnTo>
                  <a:pt x="8128955" y="5586459"/>
                </a:lnTo>
                <a:cubicBezTo>
                  <a:pt x="8129108" y="5586254"/>
                  <a:pt x="8129569" y="5586101"/>
                  <a:pt x="8129569" y="5586101"/>
                </a:cubicBezTo>
                <a:lnTo>
                  <a:pt x="8136631" y="5586101"/>
                </a:lnTo>
                <a:cubicBezTo>
                  <a:pt x="8136889" y="5586101"/>
                  <a:pt x="8137246" y="5586459"/>
                  <a:pt x="8137246" y="5586459"/>
                </a:cubicBezTo>
                <a:lnTo>
                  <a:pt x="8140779" y="5592601"/>
                </a:lnTo>
                <a:cubicBezTo>
                  <a:pt x="8140881" y="5592806"/>
                  <a:pt x="8140779" y="5593267"/>
                  <a:pt x="8140779" y="5593267"/>
                </a:cubicBezTo>
                <a:lnTo>
                  <a:pt x="8137246" y="5599409"/>
                </a:lnTo>
                <a:cubicBezTo>
                  <a:pt x="8137093" y="5599613"/>
                  <a:pt x="8136631" y="5599766"/>
                  <a:pt x="8136631" y="5599766"/>
                </a:cubicBezTo>
                <a:close/>
                <a:moveTo>
                  <a:pt x="8334780" y="5599766"/>
                </a:moveTo>
                <a:lnTo>
                  <a:pt x="8327716" y="5599766"/>
                </a:lnTo>
                <a:cubicBezTo>
                  <a:pt x="8327460" y="5599766"/>
                  <a:pt x="8327102" y="5599409"/>
                  <a:pt x="8327102" y="5599409"/>
                </a:cubicBezTo>
                <a:lnTo>
                  <a:pt x="8323569" y="5593267"/>
                </a:lnTo>
                <a:cubicBezTo>
                  <a:pt x="8323466" y="5593062"/>
                  <a:pt x="8323569" y="5592601"/>
                  <a:pt x="8323569" y="5592601"/>
                </a:cubicBezTo>
                <a:lnTo>
                  <a:pt x="8327102" y="5586459"/>
                </a:lnTo>
                <a:cubicBezTo>
                  <a:pt x="8327255" y="5586254"/>
                  <a:pt x="8327716" y="5586101"/>
                  <a:pt x="8327716" y="5586101"/>
                </a:cubicBezTo>
                <a:lnTo>
                  <a:pt x="8334780" y="5586101"/>
                </a:lnTo>
                <a:cubicBezTo>
                  <a:pt x="8335034" y="5586101"/>
                  <a:pt x="8335393" y="5586459"/>
                  <a:pt x="8335393" y="5586459"/>
                </a:cubicBezTo>
                <a:lnTo>
                  <a:pt x="8338925" y="5592601"/>
                </a:lnTo>
                <a:cubicBezTo>
                  <a:pt x="8339028" y="5592806"/>
                  <a:pt x="8338925" y="5593267"/>
                  <a:pt x="8338925" y="5593267"/>
                </a:cubicBezTo>
                <a:lnTo>
                  <a:pt x="8335393" y="5599409"/>
                </a:lnTo>
                <a:cubicBezTo>
                  <a:pt x="8335240" y="5599613"/>
                  <a:pt x="8334780" y="5599766"/>
                  <a:pt x="8334780" y="5599766"/>
                </a:cubicBezTo>
                <a:close/>
                <a:moveTo>
                  <a:pt x="8533032" y="5599766"/>
                </a:moveTo>
                <a:lnTo>
                  <a:pt x="8525968" y="5599766"/>
                </a:lnTo>
                <a:cubicBezTo>
                  <a:pt x="8525712" y="5599766"/>
                  <a:pt x="8525353" y="5599409"/>
                  <a:pt x="8525353" y="5599409"/>
                </a:cubicBezTo>
                <a:lnTo>
                  <a:pt x="8521822" y="5593267"/>
                </a:lnTo>
                <a:cubicBezTo>
                  <a:pt x="8521720" y="5593062"/>
                  <a:pt x="8521822" y="5592601"/>
                  <a:pt x="8521822" y="5592601"/>
                </a:cubicBezTo>
                <a:lnTo>
                  <a:pt x="8525353" y="5586459"/>
                </a:lnTo>
                <a:cubicBezTo>
                  <a:pt x="8525507" y="5586254"/>
                  <a:pt x="8525968" y="5586101"/>
                  <a:pt x="8525968" y="5586101"/>
                </a:cubicBezTo>
                <a:lnTo>
                  <a:pt x="8533032" y="5586101"/>
                </a:lnTo>
                <a:cubicBezTo>
                  <a:pt x="8533286" y="5586101"/>
                  <a:pt x="8533646" y="5586459"/>
                  <a:pt x="8533646" y="5586459"/>
                </a:cubicBezTo>
                <a:lnTo>
                  <a:pt x="8537177" y="5592601"/>
                </a:lnTo>
                <a:cubicBezTo>
                  <a:pt x="8537279" y="5592806"/>
                  <a:pt x="8537177" y="5593267"/>
                  <a:pt x="8537177" y="5593267"/>
                </a:cubicBezTo>
                <a:lnTo>
                  <a:pt x="8533646" y="5599409"/>
                </a:lnTo>
                <a:cubicBezTo>
                  <a:pt x="8533492" y="5599613"/>
                  <a:pt x="8533032" y="5599766"/>
                  <a:pt x="8533032" y="5599766"/>
                </a:cubicBezTo>
                <a:close/>
                <a:moveTo>
                  <a:pt x="8731361" y="5599766"/>
                </a:moveTo>
                <a:lnTo>
                  <a:pt x="8724299" y="5599766"/>
                </a:lnTo>
                <a:cubicBezTo>
                  <a:pt x="8724042" y="5599766"/>
                  <a:pt x="8723685" y="5599409"/>
                  <a:pt x="8723685" y="5599409"/>
                </a:cubicBezTo>
                <a:lnTo>
                  <a:pt x="8720154" y="5593267"/>
                </a:lnTo>
                <a:cubicBezTo>
                  <a:pt x="8720050" y="5593062"/>
                  <a:pt x="8720154" y="5592601"/>
                  <a:pt x="8720154" y="5592601"/>
                </a:cubicBezTo>
                <a:lnTo>
                  <a:pt x="8723685" y="5586459"/>
                </a:lnTo>
                <a:cubicBezTo>
                  <a:pt x="8723838" y="5586254"/>
                  <a:pt x="8724299" y="5586101"/>
                  <a:pt x="8724299" y="5586101"/>
                </a:cubicBezTo>
                <a:lnTo>
                  <a:pt x="8731361" y="5586101"/>
                </a:lnTo>
                <a:cubicBezTo>
                  <a:pt x="8731618" y="5586101"/>
                  <a:pt x="8731977" y="5586459"/>
                  <a:pt x="8731977" y="5586459"/>
                </a:cubicBezTo>
                <a:lnTo>
                  <a:pt x="8735507" y="5592601"/>
                </a:lnTo>
                <a:cubicBezTo>
                  <a:pt x="8735610" y="5592806"/>
                  <a:pt x="8735507" y="5593267"/>
                  <a:pt x="8735507" y="5593267"/>
                </a:cubicBezTo>
                <a:lnTo>
                  <a:pt x="8731977" y="5599409"/>
                </a:lnTo>
                <a:cubicBezTo>
                  <a:pt x="8731823" y="5599613"/>
                  <a:pt x="8731361" y="5599766"/>
                  <a:pt x="8731361" y="5599766"/>
                </a:cubicBezTo>
                <a:close/>
                <a:moveTo>
                  <a:pt x="8929596" y="5599766"/>
                </a:moveTo>
                <a:lnTo>
                  <a:pt x="8922534" y="5599766"/>
                </a:lnTo>
                <a:cubicBezTo>
                  <a:pt x="8922277" y="5599766"/>
                  <a:pt x="8921918" y="5599409"/>
                  <a:pt x="8921918" y="5599409"/>
                </a:cubicBezTo>
                <a:lnTo>
                  <a:pt x="8918387" y="5593267"/>
                </a:lnTo>
                <a:cubicBezTo>
                  <a:pt x="8918285" y="5593062"/>
                  <a:pt x="8918387" y="5592601"/>
                  <a:pt x="8918387" y="5592601"/>
                </a:cubicBezTo>
                <a:lnTo>
                  <a:pt x="8921918" y="5586459"/>
                </a:lnTo>
                <a:cubicBezTo>
                  <a:pt x="8922073" y="5586254"/>
                  <a:pt x="8922534" y="5586101"/>
                  <a:pt x="8922534" y="5586101"/>
                </a:cubicBezTo>
                <a:lnTo>
                  <a:pt x="8929596" y="5586101"/>
                </a:lnTo>
                <a:cubicBezTo>
                  <a:pt x="8929851" y="5586101"/>
                  <a:pt x="8930210" y="5586459"/>
                  <a:pt x="8930210" y="5586459"/>
                </a:cubicBezTo>
                <a:lnTo>
                  <a:pt x="8933742" y="5592601"/>
                </a:lnTo>
                <a:cubicBezTo>
                  <a:pt x="8933844" y="5592806"/>
                  <a:pt x="8933742" y="5593267"/>
                  <a:pt x="8933742" y="5593267"/>
                </a:cubicBezTo>
                <a:lnTo>
                  <a:pt x="8930210" y="5599409"/>
                </a:lnTo>
                <a:cubicBezTo>
                  <a:pt x="8930057" y="5599613"/>
                  <a:pt x="8929596" y="5599766"/>
                  <a:pt x="8929596" y="5599766"/>
                </a:cubicBezTo>
                <a:close/>
                <a:moveTo>
                  <a:pt x="9127747" y="5599766"/>
                </a:moveTo>
                <a:lnTo>
                  <a:pt x="9120683" y="5599766"/>
                </a:lnTo>
                <a:cubicBezTo>
                  <a:pt x="9120429" y="5599766"/>
                  <a:pt x="9120070" y="5599409"/>
                  <a:pt x="9120070" y="5599409"/>
                </a:cubicBezTo>
                <a:lnTo>
                  <a:pt x="9116538" y="5593267"/>
                </a:lnTo>
                <a:cubicBezTo>
                  <a:pt x="9116435" y="5593062"/>
                  <a:pt x="9116538" y="5592601"/>
                  <a:pt x="9116538" y="5592601"/>
                </a:cubicBezTo>
                <a:lnTo>
                  <a:pt x="9120070" y="5586459"/>
                </a:lnTo>
                <a:cubicBezTo>
                  <a:pt x="9120223" y="5586254"/>
                  <a:pt x="9120683" y="5586101"/>
                  <a:pt x="9120683" y="5586101"/>
                </a:cubicBezTo>
                <a:lnTo>
                  <a:pt x="9127747" y="5586101"/>
                </a:lnTo>
                <a:cubicBezTo>
                  <a:pt x="9128003" y="5586101"/>
                  <a:pt x="9128360" y="5586459"/>
                  <a:pt x="9128360" y="5586459"/>
                </a:cubicBezTo>
                <a:lnTo>
                  <a:pt x="9131893" y="5592601"/>
                </a:lnTo>
                <a:cubicBezTo>
                  <a:pt x="9131995" y="5592806"/>
                  <a:pt x="9131893" y="5593267"/>
                  <a:pt x="9131893" y="5593267"/>
                </a:cubicBezTo>
                <a:lnTo>
                  <a:pt x="9128360" y="5599409"/>
                </a:lnTo>
                <a:cubicBezTo>
                  <a:pt x="9128207" y="5599613"/>
                  <a:pt x="9127747" y="5599766"/>
                  <a:pt x="9127747" y="5599766"/>
                </a:cubicBezTo>
                <a:close/>
                <a:moveTo>
                  <a:pt x="9326047" y="5599766"/>
                </a:moveTo>
                <a:lnTo>
                  <a:pt x="9318983" y="5599766"/>
                </a:lnTo>
                <a:cubicBezTo>
                  <a:pt x="9318726" y="5599766"/>
                  <a:pt x="9318369" y="5599409"/>
                  <a:pt x="9318369" y="5599409"/>
                </a:cubicBezTo>
                <a:lnTo>
                  <a:pt x="9314836" y="5593267"/>
                </a:lnTo>
                <a:cubicBezTo>
                  <a:pt x="9314734" y="5593062"/>
                  <a:pt x="9314836" y="5592601"/>
                  <a:pt x="9314836" y="5592601"/>
                </a:cubicBezTo>
                <a:lnTo>
                  <a:pt x="9318369" y="5586459"/>
                </a:lnTo>
                <a:cubicBezTo>
                  <a:pt x="9318522" y="5586254"/>
                  <a:pt x="9318983" y="5586101"/>
                  <a:pt x="9318983" y="5586101"/>
                </a:cubicBezTo>
                <a:lnTo>
                  <a:pt x="9326047" y="5586101"/>
                </a:lnTo>
                <a:cubicBezTo>
                  <a:pt x="9326302" y="5586101"/>
                  <a:pt x="9326661" y="5586459"/>
                  <a:pt x="9326661" y="5586459"/>
                </a:cubicBezTo>
                <a:lnTo>
                  <a:pt x="9330193" y="5592601"/>
                </a:lnTo>
                <a:cubicBezTo>
                  <a:pt x="9330294" y="5592806"/>
                  <a:pt x="9330193" y="5593267"/>
                  <a:pt x="9330193" y="5593267"/>
                </a:cubicBezTo>
                <a:lnTo>
                  <a:pt x="9326661" y="5599409"/>
                </a:lnTo>
                <a:cubicBezTo>
                  <a:pt x="9326507" y="5599613"/>
                  <a:pt x="9326047" y="5599766"/>
                  <a:pt x="9326047" y="5599766"/>
                </a:cubicBezTo>
                <a:close/>
                <a:moveTo>
                  <a:pt x="9524277" y="5599766"/>
                </a:moveTo>
                <a:lnTo>
                  <a:pt x="9517213" y="5599766"/>
                </a:lnTo>
                <a:cubicBezTo>
                  <a:pt x="9516957" y="5599766"/>
                  <a:pt x="9516600" y="5599409"/>
                  <a:pt x="9516600" y="5599409"/>
                </a:cubicBezTo>
                <a:lnTo>
                  <a:pt x="9513067" y="5593267"/>
                </a:lnTo>
                <a:cubicBezTo>
                  <a:pt x="9512966" y="5593062"/>
                  <a:pt x="9513067" y="5592601"/>
                  <a:pt x="9513067" y="5592601"/>
                </a:cubicBezTo>
                <a:lnTo>
                  <a:pt x="9516600" y="5586459"/>
                </a:lnTo>
                <a:cubicBezTo>
                  <a:pt x="9516753" y="5586254"/>
                  <a:pt x="9517213" y="5586101"/>
                  <a:pt x="9517213" y="5586101"/>
                </a:cubicBezTo>
                <a:lnTo>
                  <a:pt x="9524277" y="5586101"/>
                </a:lnTo>
                <a:cubicBezTo>
                  <a:pt x="9524533" y="5586101"/>
                  <a:pt x="9524890" y="5586459"/>
                  <a:pt x="9524890" y="5586459"/>
                </a:cubicBezTo>
                <a:lnTo>
                  <a:pt x="9528423" y="5592601"/>
                </a:lnTo>
                <a:cubicBezTo>
                  <a:pt x="9528524" y="5592806"/>
                  <a:pt x="9528423" y="5593267"/>
                  <a:pt x="9528423" y="5593267"/>
                </a:cubicBezTo>
                <a:lnTo>
                  <a:pt x="9524890" y="5599409"/>
                </a:lnTo>
                <a:cubicBezTo>
                  <a:pt x="9524737" y="5599613"/>
                  <a:pt x="9524277" y="5599766"/>
                  <a:pt x="9524277" y="5599766"/>
                </a:cubicBezTo>
                <a:close/>
                <a:moveTo>
                  <a:pt x="9722488" y="5599766"/>
                </a:moveTo>
                <a:lnTo>
                  <a:pt x="9715426" y="5599766"/>
                </a:lnTo>
                <a:cubicBezTo>
                  <a:pt x="9715170" y="5599766"/>
                  <a:pt x="9714811" y="5599409"/>
                  <a:pt x="9714811" y="5599409"/>
                </a:cubicBezTo>
                <a:lnTo>
                  <a:pt x="9711280" y="5593267"/>
                </a:lnTo>
                <a:cubicBezTo>
                  <a:pt x="9711178" y="5593062"/>
                  <a:pt x="9711280" y="5592601"/>
                  <a:pt x="9711280" y="5592601"/>
                </a:cubicBezTo>
                <a:lnTo>
                  <a:pt x="9714811" y="5586459"/>
                </a:lnTo>
                <a:cubicBezTo>
                  <a:pt x="9714965" y="5586254"/>
                  <a:pt x="9715426" y="5586101"/>
                  <a:pt x="9715426" y="5586101"/>
                </a:cubicBezTo>
                <a:lnTo>
                  <a:pt x="9722488" y="5586101"/>
                </a:lnTo>
                <a:cubicBezTo>
                  <a:pt x="9722745" y="5586101"/>
                  <a:pt x="9723102" y="5586459"/>
                  <a:pt x="9723102" y="5586459"/>
                </a:cubicBezTo>
                <a:lnTo>
                  <a:pt x="9726634" y="5592601"/>
                </a:lnTo>
                <a:cubicBezTo>
                  <a:pt x="9726736" y="5592806"/>
                  <a:pt x="9726634" y="5593267"/>
                  <a:pt x="9726634" y="5593267"/>
                </a:cubicBezTo>
                <a:lnTo>
                  <a:pt x="9723102" y="5599409"/>
                </a:lnTo>
                <a:cubicBezTo>
                  <a:pt x="9722949" y="5599613"/>
                  <a:pt x="9722488" y="5599766"/>
                  <a:pt x="9722488" y="5599766"/>
                </a:cubicBezTo>
                <a:close/>
                <a:moveTo>
                  <a:pt x="9920786" y="5599766"/>
                </a:moveTo>
                <a:lnTo>
                  <a:pt x="9913725" y="5599766"/>
                </a:lnTo>
                <a:cubicBezTo>
                  <a:pt x="9913468" y="5599766"/>
                  <a:pt x="9913109" y="5599409"/>
                  <a:pt x="9913109" y="5599409"/>
                </a:cubicBezTo>
                <a:lnTo>
                  <a:pt x="9909579" y="5593267"/>
                </a:lnTo>
                <a:cubicBezTo>
                  <a:pt x="9909476" y="5593062"/>
                  <a:pt x="9909579" y="5592601"/>
                  <a:pt x="9909579" y="5592601"/>
                </a:cubicBezTo>
                <a:lnTo>
                  <a:pt x="9913109" y="5586459"/>
                </a:lnTo>
                <a:cubicBezTo>
                  <a:pt x="9913263" y="5586254"/>
                  <a:pt x="9913725" y="5586101"/>
                  <a:pt x="9913725" y="5586101"/>
                </a:cubicBezTo>
                <a:lnTo>
                  <a:pt x="9920786" y="5586101"/>
                </a:lnTo>
                <a:cubicBezTo>
                  <a:pt x="9921044" y="5586101"/>
                  <a:pt x="9921400" y="5586459"/>
                  <a:pt x="9921400" y="5586459"/>
                </a:cubicBezTo>
                <a:lnTo>
                  <a:pt x="9924933" y="5592601"/>
                </a:lnTo>
                <a:cubicBezTo>
                  <a:pt x="9925035" y="5592806"/>
                  <a:pt x="9924933" y="5593267"/>
                  <a:pt x="9924933" y="5593267"/>
                </a:cubicBezTo>
                <a:lnTo>
                  <a:pt x="9921400" y="5599409"/>
                </a:lnTo>
                <a:cubicBezTo>
                  <a:pt x="9921247" y="5599613"/>
                  <a:pt x="9920786" y="5599766"/>
                  <a:pt x="9920786" y="5599766"/>
                </a:cubicBezTo>
                <a:close/>
                <a:moveTo>
                  <a:pt x="10118960" y="5599766"/>
                </a:moveTo>
                <a:lnTo>
                  <a:pt x="10111897" y="5599766"/>
                </a:lnTo>
                <a:cubicBezTo>
                  <a:pt x="10111641" y="5599766"/>
                  <a:pt x="10111283" y="5599409"/>
                  <a:pt x="10111283" y="5599409"/>
                </a:cubicBezTo>
                <a:lnTo>
                  <a:pt x="10107753" y="5593267"/>
                </a:lnTo>
                <a:cubicBezTo>
                  <a:pt x="10107650" y="5593062"/>
                  <a:pt x="10107753" y="5592601"/>
                  <a:pt x="10107753" y="5592601"/>
                </a:cubicBezTo>
                <a:lnTo>
                  <a:pt x="10111283" y="5586459"/>
                </a:lnTo>
                <a:cubicBezTo>
                  <a:pt x="10111436" y="5586254"/>
                  <a:pt x="10111897" y="5586101"/>
                  <a:pt x="10111897" y="5586101"/>
                </a:cubicBezTo>
                <a:lnTo>
                  <a:pt x="10118960" y="5586101"/>
                </a:lnTo>
                <a:cubicBezTo>
                  <a:pt x="10119217" y="5586101"/>
                  <a:pt x="10119575" y="5586459"/>
                  <a:pt x="10119575" y="5586459"/>
                </a:cubicBezTo>
                <a:lnTo>
                  <a:pt x="10123106" y="5592601"/>
                </a:lnTo>
                <a:cubicBezTo>
                  <a:pt x="10123209" y="5592806"/>
                  <a:pt x="10123106" y="5593267"/>
                  <a:pt x="10123106" y="5593267"/>
                </a:cubicBezTo>
                <a:lnTo>
                  <a:pt x="10119575" y="5599409"/>
                </a:lnTo>
                <a:cubicBezTo>
                  <a:pt x="10119421" y="5599613"/>
                  <a:pt x="10118960" y="5599766"/>
                  <a:pt x="10118960" y="5599766"/>
                </a:cubicBezTo>
                <a:close/>
                <a:moveTo>
                  <a:pt x="10317237" y="5599766"/>
                </a:moveTo>
                <a:lnTo>
                  <a:pt x="10310174" y="5599766"/>
                </a:lnTo>
                <a:cubicBezTo>
                  <a:pt x="10309918" y="5599766"/>
                  <a:pt x="10309560" y="5599409"/>
                  <a:pt x="10309560" y="5599409"/>
                </a:cubicBezTo>
                <a:lnTo>
                  <a:pt x="10306027" y="5593267"/>
                </a:lnTo>
                <a:cubicBezTo>
                  <a:pt x="10305924" y="5593062"/>
                  <a:pt x="10306027" y="5592601"/>
                  <a:pt x="10306027" y="5592601"/>
                </a:cubicBezTo>
                <a:lnTo>
                  <a:pt x="10309560" y="5586459"/>
                </a:lnTo>
                <a:cubicBezTo>
                  <a:pt x="10309713" y="5586254"/>
                  <a:pt x="10310174" y="5586101"/>
                  <a:pt x="10310174" y="5586101"/>
                </a:cubicBezTo>
                <a:lnTo>
                  <a:pt x="10317237" y="5586101"/>
                </a:lnTo>
                <a:cubicBezTo>
                  <a:pt x="10317492" y="5586101"/>
                  <a:pt x="10317851" y="5586459"/>
                  <a:pt x="10317851" y="5586459"/>
                </a:cubicBezTo>
                <a:lnTo>
                  <a:pt x="10321383" y="5592601"/>
                </a:lnTo>
                <a:cubicBezTo>
                  <a:pt x="10321485" y="5592806"/>
                  <a:pt x="10321383" y="5593267"/>
                  <a:pt x="10321383" y="5593267"/>
                </a:cubicBezTo>
                <a:lnTo>
                  <a:pt x="10317851" y="5599409"/>
                </a:lnTo>
                <a:cubicBezTo>
                  <a:pt x="10317697" y="5599613"/>
                  <a:pt x="10317237" y="5599766"/>
                  <a:pt x="10317237" y="5599766"/>
                </a:cubicBezTo>
                <a:close/>
              </a:path>
            </a:pathLst>
          </a:custGeom>
          <a:solidFill>
            <a:schemeClr val="tx2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  <p:sp>
        <p:nvSpPr>
          <p:cNvPr id="39" name="Friform 38">
            <a:extLst>
              <a:ext uri="{FF2B5EF4-FFF2-40B4-BE49-F238E27FC236}">
                <a16:creationId xmlns:a16="http://schemas.microsoft.com/office/drawing/2014/main" id="{F77EF208-3DF3-1489-1963-DAA2B1CE643A}"/>
              </a:ext>
            </a:extLst>
          </p:cNvPr>
          <p:cNvSpPr/>
          <p:nvPr userDrawn="1"/>
        </p:nvSpPr>
        <p:spPr>
          <a:xfrm>
            <a:off x="1705801" y="4718866"/>
            <a:ext cx="7438200" cy="424634"/>
          </a:xfrm>
          <a:custGeom>
            <a:avLst/>
            <a:gdLst>
              <a:gd name="connsiteX0" fmla="*/ 396046 w 9371357"/>
              <a:gd name="connsiteY0" fmla="*/ 0 h 534987"/>
              <a:gd name="connsiteX1" fmla="*/ 9371357 w 9371357"/>
              <a:gd name="connsiteY1" fmla="*/ 0 h 534987"/>
              <a:gd name="connsiteX2" fmla="*/ 9371357 w 9371357"/>
              <a:gd name="connsiteY2" fmla="*/ 534987 h 534987"/>
              <a:gd name="connsiteX3" fmla="*/ 0 w 9371357"/>
              <a:gd name="connsiteY3" fmla="*/ 534987 h 534987"/>
              <a:gd name="connsiteX4" fmla="*/ 0 w 9371357"/>
              <a:gd name="connsiteY4" fmla="*/ 170226 h 534987"/>
              <a:gd name="connsiteX5" fmla="*/ 396046 w 9371357"/>
              <a:gd name="connsiteY5" fmla="*/ 170226 h 534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71357" h="534987">
                <a:moveTo>
                  <a:pt x="396046" y="0"/>
                </a:moveTo>
                <a:lnTo>
                  <a:pt x="9371357" y="0"/>
                </a:lnTo>
                <a:lnTo>
                  <a:pt x="9371357" y="534987"/>
                </a:lnTo>
                <a:lnTo>
                  <a:pt x="0" y="534987"/>
                </a:lnTo>
                <a:lnTo>
                  <a:pt x="0" y="170226"/>
                </a:lnTo>
                <a:lnTo>
                  <a:pt x="396046" y="1702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b-NO" sz="1429"/>
          </a:p>
        </p:txBody>
      </p:sp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8"/>
            <a:ext cx="4857544" cy="1499271"/>
          </a:xfrm>
          <a:solidFill>
            <a:schemeClr val="bg1"/>
          </a:solidFill>
        </p:spPr>
        <p:txBody>
          <a:bodyPr wrap="square" lIns="216000" tIns="180000" rIns="216000" bIns="216000" anchor="t" anchorCtr="0">
            <a:spAutoFit/>
          </a:bodyPr>
          <a:lstStyle>
            <a:lvl1pPr>
              <a:defRPr sz="3969">
                <a:solidFill>
                  <a:schemeClr val="tx2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6" y="2070775"/>
            <a:ext cx="3200503" cy="839731"/>
          </a:xfrm>
          <a:solidFill>
            <a:schemeClr val="bg1"/>
          </a:solidFill>
        </p:spPr>
        <p:txBody>
          <a:bodyPr wrap="square" lIns="216000" tIns="180000" rIns="216000" bIns="216000">
            <a:spAutoFit/>
          </a:bodyPr>
          <a:lstStyle>
            <a:lvl1pPr marL="0" indent="0">
              <a:buNone/>
              <a:defRPr sz="1429">
                <a:solidFill>
                  <a:schemeClr val="tx2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</p:spTree>
    <p:extLst>
      <p:ext uri="{BB962C8B-B14F-4D97-AF65-F5344CB8AC3E}">
        <p14:creationId xmlns:p14="http://schemas.microsoft.com/office/powerpoint/2010/main" val="120027023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/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Hånd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9"/>
            <a:ext cx="4857544" cy="1099310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5" y="1895666"/>
            <a:ext cx="2857379" cy="439724"/>
          </a:xfrm>
        </p:spPr>
        <p:txBody>
          <a:bodyPr wrap="square">
            <a:spAutoFit/>
          </a:bodyPr>
          <a:lstStyle>
            <a:lvl1pPr marL="0" indent="0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7" name="Friform 6">
            <a:extLst>
              <a:ext uri="{FF2B5EF4-FFF2-40B4-BE49-F238E27FC236}">
                <a16:creationId xmlns:a16="http://schemas.microsoft.com/office/drawing/2014/main" id="{26B76E31-4F2F-374A-A4B3-ADBE7A4197D2}"/>
              </a:ext>
            </a:extLst>
          </p:cNvPr>
          <p:cNvSpPr/>
          <p:nvPr userDrawn="1"/>
        </p:nvSpPr>
        <p:spPr>
          <a:xfrm>
            <a:off x="3987135" y="1576836"/>
            <a:ext cx="4094614" cy="3563114"/>
          </a:xfrm>
          <a:custGeom>
            <a:avLst/>
            <a:gdLst>
              <a:gd name="connsiteX0" fmla="*/ 3387905 w 5158787"/>
              <a:gd name="connsiteY0" fmla="*/ 4459649 h 4489084"/>
              <a:gd name="connsiteX1" fmla="*/ 3394952 w 5158787"/>
              <a:gd name="connsiteY1" fmla="*/ 4459649 h 4489084"/>
              <a:gd name="connsiteX2" fmla="*/ 3395367 w 5158787"/>
              <a:gd name="connsiteY2" fmla="*/ 4459886 h 4489084"/>
              <a:gd name="connsiteX3" fmla="*/ 3398921 w 5158787"/>
              <a:gd name="connsiteY3" fmla="*/ 4465986 h 4489084"/>
              <a:gd name="connsiteX4" fmla="*/ 3398921 w 5158787"/>
              <a:gd name="connsiteY4" fmla="*/ 4466460 h 4489084"/>
              <a:gd name="connsiteX5" fmla="*/ 3395367 w 5158787"/>
              <a:gd name="connsiteY5" fmla="*/ 4472560 h 4489084"/>
              <a:gd name="connsiteX6" fmla="*/ 3394952 w 5158787"/>
              <a:gd name="connsiteY6" fmla="*/ 4472797 h 4489084"/>
              <a:gd name="connsiteX7" fmla="*/ 3387905 w 5158787"/>
              <a:gd name="connsiteY7" fmla="*/ 4472797 h 4489084"/>
              <a:gd name="connsiteX8" fmla="*/ 3387490 w 5158787"/>
              <a:gd name="connsiteY8" fmla="*/ 4472560 h 4489084"/>
              <a:gd name="connsiteX9" fmla="*/ 3383937 w 5158787"/>
              <a:gd name="connsiteY9" fmla="*/ 4466460 h 4489084"/>
              <a:gd name="connsiteX10" fmla="*/ 3383937 w 5158787"/>
              <a:gd name="connsiteY10" fmla="*/ 4465986 h 4489084"/>
              <a:gd name="connsiteX11" fmla="*/ 3387490 w 5158787"/>
              <a:gd name="connsiteY11" fmla="*/ 4459886 h 4489084"/>
              <a:gd name="connsiteX12" fmla="*/ 3387905 w 5158787"/>
              <a:gd name="connsiteY12" fmla="*/ 4459649 h 4489084"/>
              <a:gd name="connsiteX13" fmla="*/ 5004218 w 5158787"/>
              <a:gd name="connsiteY13" fmla="*/ 4446916 h 4489084"/>
              <a:gd name="connsiteX14" fmla="*/ 5024887 w 5158787"/>
              <a:gd name="connsiteY14" fmla="*/ 4446916 h 4489084"/>
              <a:gd name="connsiteX15" fmla="*/ 5026131 w 5158787"/>
              <a:gd name="connsiteY15" fmla="*/ 4447627 h 4489084"/>
              <a:gd name="connsiteX16" fmla="*/ 5036436 w 5158787"/>
              <a:gd name="connsiteY16" fmla="*/ 4465512 h 4489084"/>
              <a:gd name="connsiteX17" fmla="*/ 5036436 w 5158787"/>
              <a:gd name="connsiteY17" fmla="*/ 4466993 h 4489084"/>
              <a:gd name="connsiteX18" fmla="*/ 5026131 w 5158787"/>
              <a:gd name="connsiteY18" fmla="*/ 4484879 h 4489084"/>
              <a:gd name="connsiteX19" fmla="*/ 5024887 w 5158787"/>
              <a:gd name="connsiteY19" fmla="*/ 4485590 h 4489084"/>
              <a:gd name="connsiteX20" fmla="*/ 5004218 w 5158787"/>
              <a:gd name="connsiteY20" fmla="*/ 4485590 h 4489084"/>
              <a:gd name="connsiteX21" fmla="*/ 5002973 w 5158787"/>
              <a:gd name="connsiteY21" fmla="*/ 4484879 h 4489084"/>
              <a:gd name="connsiteX22" fmla="*/ 4992668 w 5158787"/>
              <a:gd name="connsiteY22" fmla="*/ 4466993 h 4489084"/>
              <a:gd name="connsiteX23" fmla="*/ 4992668 w 5158787"/>
              <a:gd name="connsiteY23" fmla="*/ 4465512 h 4489084"/>
              <a:gd name="connsiteX24" fmla="*/ 5002973 w 5158787"/>
              <a:gd name="connsiteY24" fmla="*/ 4447627 h 4489084"/>
              <a:gd name="connsiteX25" fmla="*/ 5004218 w 5158787"/>
              <a:gd name="connsiteY25" fmla="*/ 4446916 h 4489084"/>
              <a:gd name="connsiteX26" fmla="*/ 4800897 w 5158787"/>
              <a:gd name="connsiteY26" fmla="*/ 4446027 h 4489084"/>
              <a:gd name="connsiteX27" fmla="*/ 4822514 w 5158787"/>
              <a:gd name="connsiteY27" fmla="*/ 4446027 h 4489084"/>
              <a:gd name="connsiteX28" fmla="*/ 4823817 w 5158787"/>
              <a:gd name="connsiteY28" fmla="*/ 4446797 h 4489084"/>
              <a:gd name="connsiteX29" fmla="*/ 4834656 w 5158787"/>
              <a:gd name="connsiteY29" fmla="*/ 4465512 h 4489084"/>
              <a:gd name="connsiteX30" fmla="*/ 4834656 w 5158787"/>
              <a:gd name="connsiteY30" fmla="*/ 4467052 h 4489084"/>
              <a:gd name="connsiteX31" fmla="*/ 4823817 w 5158787"/>
              <a:gd name="connsiteY31" fmla="*/ 4485767 h 4489084"/>
              <a:gd name="connsiteX32" fmla="*/ 4822514 w 5158787"/>
              <a:gd name="connsiteY32" fmla="*/ 4486537 h 4489084"/>
              <a:gd name="connsiteX33" fmla="*/ 4800897 w 5158787"/>
              <a:gd name="connsiteY33" fmla="*/ 4486537 h 4489084"/>
              <a:gd name="connsiteX34" fmla="*/ 4799594 w 5158787"/>
              <a:gd name="connsiteY34" fmla="*/ 4485767 h 4489084"/>
              <a:gd name="connsiteX35" fmla="*/ 4788756 w 5158787"/>
              <a:gd name="connsiteY35" fmla="*/ 4467052 h 4489084"/>
              <a:gd name="connsiteX36" fmla="*/ 4788756 w 5158787"/>
              <a:gd name="connsiteY36" fmla="*/ 4465512 h 4489084"/>
              <a:gd name="connsiteX37" fmla="*/ 4799594 w 5158787"/>
              <a:gd name="connsiteY37" fmla="*/ 4446797 h 4489084"/>
              <a:gd name="connsiteX38" fmla="*/ 4800897 w 5158787"/>
              <a:gd name="connsiteY38" fmla="*/ 4446027 h 4489084"/>
              <a:gd name="connsiteX39" fmla="*/ 4124487 w 5158787"/>
              <a:gd name="connsiteY39" fmla="*/ 4445909 h 4489084"/>
              <a:gd name="connsiteX40" fmla="*/ 4146223 w 5158787"/>
              <a:gd name="connsiteY40" fmla="*/ 4445909 h 4489084"/>
              <a:gd name="connsiteX41" fmla="*/ 4147526 w 5158787"/>
              <a:gd name="connsiteY41" fmla="*/ 4446679 h 4489084"/>
              <a:gd name="connsiteX42" fmla="*/ 4158364 w 5158787"/>
              <a:gd name="connsiteY42" fmla="*/ 4465512 h 4489084"/>
              <a:gd name="connsiteX43" fmla="*/ 4158364 w 5158787"/>
              <a:gd name="connsiteY43" fmla="*/ 4467052 h 4489084"/>
              <a:gd name="connsiteX44" fmla="*/ 4147467 w 5158787"/>
              <a:gd name="connsiteY44" fmla="*/ 4485886 h 4489084"/>
              <a:gd name="connsiteX45" fmla="*/ 4146164 w 5158787"/>
              <a:gd name="connsiteY45" fmla="*/ 4486656 h 4489084"/>
              <a:gd name="connsiteX46" fmla="*/ 4124428 w 5158787"/>
              <a:gd name="connsiteY46" fmla="*/ 4486656 h 4489084"/>
              <a:gd name="connsiteX47" fmla="*/ 4123125 w 5158787"/>
              <a:gd name="connsiteY47" fmla="*/ 4485886 h 4489084"/>
              <a:gd name="connsiteX48" fmla="*/ 4112287 w 5158787"/>
              <a:gd name="connsiteY48" fmla="*/ 4467052 h 4489084"/>
              <a:gd name="connsiteX49" fmla="*/ 4112287 w 5158787"/>
              <a:gd name="connsiteY49" fmla="*/ 4465512 h 4489084"/>
              <a:gd name="connsiteX50" fmla="*/ 4123185 w 5158787"/>
              <a:gd name="connsiteY50" fmla="*/ 4446679 h 4489084"/>
              <a:gd name="connsiteX51" fmla="*/ 4124487 w 5158787"/>
              <a:gd name="connsiteY51" fmla="*/ 4445909 h 4489084"/>
              <a:gd name="connsiteX52" fmla="*/ 4868295 w 5158787"/>
              <a:gd name="connsiteY52" fmla="*/ 4445672 h 4489084"/>
              <a:gd name="connsiteX53" fmla="*/ 4890268 w 5158787"/>
              <a:gd name="connsiteY53" fmla="*/ 4445672 h 4489084"/>
              <a:gd name="connsiteX54" fmla="*/ 4891630 w 5158787"/>
              <a:gd name="connsiteY54" fmla="*/ 4446442 h 4489084"/>
              <a:gd name="connsiteX55" fmla="*/ 4902587 w 5158787"/>
              <a:gd name="connsiteY55" fmla="*/ 4465453 h 4489084"/>
              <a:gd name="connsiteX56" fmla="*/ 4902587 w 5158787"/>
              <a:gd name="connsiteY56" fmla="*/ 4466993 h 4489084"/>
              <a:gd name="connsiteX57" fmla="*/ 4891571 w 5158787"/>
              <a:gd name="connsiteY57" fmla="*/ 4486004 h 4489084"/>
              <a:gd name="connsiteX58" fmla="*/ 4890209 w 5158787"/>
              <a:gd name="connsiteY58" fmla="*/ 4486774 h 4489084"/>
              <a:gd name="connsiteX59" fmla="*/ 4868236 w 5158787"/>
              <a:gd name="connsiteY59" fmla="*/ 4486774 h 4489084"/>
              <a:gd name="connsiteX60" fmla="*/ 4866874 w 5158787"/>
              <a:gd name="connsiteY60" fmla="*/ 4486004 h 4489084"/>
              <a:gd name="connsiteX61" fmla="*/ 4855917 w 5158787"/>
              <a:gd name="connsiteY61" fmla="*/ 4466993 h 4489084"/>
              <a:gd name="connsiteX62" fmla="*/ 4855917 w 5158787"/>
              <a:gd name="connsiteY62" fmla="*/ 4465453 h 4489084"/>
              <a:gd name="connsiteX63" fmla="*/ 4866933 w 5158787"/>
              <a:gd name="connsiteY63" fmla="*/ 4446442 h 4489084"/>
              <a:gd name="connsiteX64" fmla="*/ 4868295 w 5158787"/>
              <a:gd name="connsiteY64" fmla="*/ 4445672 h 4489084"/>
              <a:gd name="connsiteX65" fmla="*/ 4732906 w 5158787"/>
              <a:gd name="connsiteY65" fmla="*/ 4445494 h 4489084"/>
              <a:gd name="connsiteX66" fmla="*/ 4755116 w 5158787"/>
              <a:gd name="connsiteY66" fmla="*/ 4445494 h 4489084"/>
              <a:gd name="connsiteX67" fmla="*/ 4756478 w 5158787"/>
              <a:gd name="connsiteY67" fmla="*/ 4446264 h 4489084"/>
              <a:gd name="connsiteX68" fmla="*/ 4767553 w 5158787"/>
              <a:gd name="connsiteY68" fmla="*/ 4465512 h 4489084"/>
              <a:gd name="connsiteX69" fmla="*/ 4767553 w 5158787"/>
              <a:gd name="connsiteY69" fmla="*/ 4467052 h 4489084"/>
              <a:gd name="connsiteX70" fmla="*/ 4756478 w 5158787"/>
              <a:gd name="connsiteY70" fmla="*/ 4486300 h 4489084"/>
              <a:gd name="connsiteX71" fmla="*/ 4755116 w 5158787"/>
              <a:gd name="connsiteY71" fmla="*/ 4487070 h 4489084"/>
              <a:gd name="connsiteX72" fmla="*/ 4732906 w 5158787"/>
              <a:gd name="connsiteY72" fmla="*/ 4487070 h 4489084"/>
              <a:gd name="connsiteX73" fmla="*/ 4731544 w 5158787"/>
              <a:gd name="connsiteY73" fmla="*/ 4486300 h 4489084"/>
              <a:gd name="connsiteX74" fmla="*/ 4720469 w 5158787"/>
              <a:gd name="connsiteY74" fmla="*/ 4467052 h 4489084"/>
              <a:gd name="connsiteX75" fmla="*/ 4720469 w 5158787"/>
              <a:gd name="connsiteY75" fmla="*/ 4465512 h 4489084"/>
              <a:gd name="connsiteX76" fmla="*/ 4731544 w 5158787"/>
              <a:gd name="connsiteY76" fmla="*/ 4446264 h 4489084"/>
              <a:gd name="connsiteX77" fmla="*/ 4732906 w 5158787"/>
              <a:gd name="connsiteY77" fmla="*/ 4445494 h 4489084"/>
              <a:gd name="connsiteX78" fmla="*/ 4665331 w 5158787"/>
              <a:gd name="connsiteY78" fmla="*/ 4445494 h 4489084"/>
              <a:gd name="connsiteX79" fmla="*/ 4687540 w 5158787"/>
              <a:gd name="connsiteY79" fmla="*/ 4445494 h 4489084"/>
              <a:gd name="connsiteX80" fmla="*/ 4688903 w 5158787"/>
              <a:gd name="connsiteY80" fmla="*/ 4446264 h 4489084"/>
              <a:gd name="connsiteX81" fmla="*/ 4699978 w 5158787"/>
              <a:gd name="connsiteY81" fmla="*/ 4465512 h 4489084"/>
              <a:gd name="connsiteX82" fmla="*/ 4699978 w 5158787"/>
              <a:gd name="connsiteY82" fmla="*/ 4467052 h 4489084"/>
              <a:gd name="connsiteX83" fmla="*/ 4688903 w 5158787"/>
              <a:gd name="connsiteY83" fmla="*/ 4486300 h 4489084"/>
              <a:gd name="connsiteX84" fmla="*/ 4687540 w 5158787"/>
              <a:gd name="connsiteY84" fmla="*/ 4487070 h 4489084"/>
              <a:gd name="connsiteX85" fmla="*/ 4665331 w 5158787"/>
              <a:gd name="connsiteY85" fmla="*/ 4487070 h 4489084"/>
              <a:gd name="connsiteX86" fmla="*/ 4663969 w 5158787"/>
              <a:gd name="connsiteY86" fmla="*/ 4486300 h 4489084"/>
              <a:gd name="connsiteX87" fmla="*/ 4652894 w 5158787"/>
              <a:gd name="connsiteY87" fmla="*/ 4467052 h 4489084"/>
              <a:gd name="connsiteX88" fmla="*/ 4652894 w 5158787"/>
              <a:gd name="connsiteY88" fmla="*/ 4465512 h 4489084"/>
              <a:gd name="connsiteX89" fmla="*/ 4663969 w 5158787"/>
              <a:gd name="connsiteY89" fmla="*/ 4446264 h 4489084"/>
              <a:gd name="connsiteX90" fmla="*/ 4665331 w 5158787"/>
              <a:gd name="connsiteY90" fmla="*/ 4445494 h 4489084"/>
              <a:gd name="connsiteX91" fmla="*/ 4935753 w 5158787"/>
              <a:gd name="connsiteY91" fmla="*/ 4445376 h 4489084"/>
              <a:gd name="connsiteX92" fmla="*/ 4958081 w 5158787"/>
              <a:gd name="connsiteY92" fmla="*/ 4445376 h 4489084"/>
              <a:gd name="connsiteX93" fmla="*/ 4959443 w 5158787"/>
              <a:gd name="connsiteY93" fmla="*/ 4446146 h 4489084"/>
              <a:gd name="connsiteX94" fmla="*/ 4970577 w 5158787"/>
              <a:gd name="connsiteY94" fmla="*/ 4465453 h 4489084"/>
              <a:gd name="connsiteX95" fmla="*/ 4970577 w 5158787"/>
              <a:gd name="connsiteY95" fmla="*/ 4467052 h 4489084"/>
              <a:gd name="connsiteX96" fmla="*/ 4959443 w 5158787"/>
              <a:gd name="connsiteY96" fmla="*/ 4486360 h 4489084"/>
              <a:gd name="connsiteX97" fmla="*/ 4958081 w 5158787"/>
              <a:gd name="connsiteY97" fmla="*/ 4487130 h 4489084"/>
              <a:gd name="connsiteX98" fmla="*/ 4935753 w 5158787"/>
              <a:gd name="connsiteY98" fmla="*/ 4487130 h 4489084"/>
              <a:gd name="connsiteX99" fmla="*/ 4934391 w 5158787"/>
              <a:gd name="connsiteY99" fmla="*/ 4486360 h 4489084"/>
              <a:gd name="connsiteX100" fmla="*/ 4923256 w 5158787"/>
              <a:gd name="connsiteY100" fmla="*/ 4467052 h 4489084"/>
              <a:gd name="connsiteX101" fmla="*/ 4923256 w 5158787"/>
              <a:gd name="connsiteY101" fmla="*/ 4465453 h 4489084"/>
              <a:gd name="connsiteX102" fmla="*/ 4934391 w 5158787"/>
              <a:gd name="connsiteY102" fmla="*/ 4446146 h 4489084"/>
              <a:gd name="connsiteX103" fmla="*/ 4935753 w 5158787"/>
              <a:gd name="connsiteY103" fmla="*/ 4445376 h 4489084"/>
              <a:gd name="connsiteX104" fmla="*/ 3988921 w 5158787"/>
              <a:gd name="connsiteY104" fmla="*/ 4445376 h 4489084"/>
              <a:gd name="connsiteX105" fmla="*/ 4011249 w 5158787"/>
              <a:gd name="connsiteY105" fmla="*/ 4445376 h 4489084"/>
              <a:gd name="connsiteX106" fmla="*/ 4012611 w 5158787"/>
              <a:gd name="connsiteY106" fmla="*/ 4446146 h 4489084"/>
              <a:gd name="connsiteX107" fmla="*/ 4023745 w 5158787"/>
              <a:gd name="connsiteY107" fmla="*/ 4465453 h 4489084"/>
              <a:gd name="connsiteX108" fmla="*/ 4023745 w 5158787"/>
              <a:gd name="connsiteY108" fmla="*/ 4467052 h 4489084"/>
              <a:gd name="connsiteX109" fmla="*/ 4012611 w 5158787"/>
              <a:gd name="connsiteY109" fmla="*/ 4486360 h 4489084"/>
              <a:gd name="connsiteX110" fmla="*/ 4011249 w 5158787"/>
              <a:gd name="connsiteY110" fmla="*/ 4487130 h 4489084"/>
              <a:gd name="connsiteX111" fmla="*/ 3988921 w 5158787"/>
              <a:gd name="connsiteY111" fmla="*/ 4487130 h 4489084"/>
              <a:gd name="connsiteX112" fmla="*/ 3987559 w 5158787"/>
              <a:gd name="connsiteY112" fmla="*/ 4486360 h 4489084"/>
              <a:gd name="connsiteX113" fmla="*/ 3976424 w 5158787"/>
              <a:gd name="connsiteY113" fmla="*/ 4467052 h 4489084"/>
              <a:gd name="connsiteX114" fmla="*/ 3976424 w 5158787"/>
              <a:gd name="connsiteY114" fmla="*/ 4465453 h 4489084"/>
              <a:gd name="connsiteX115" fmla="*/ 3987559 w 5158787"/>
              <a:gd name="connsiteY115" fmla="*/ 4446146 h 4489084"/>
              <a:gd name="connsiteX116" fmla="*/ 3988921 w 5158787"/>
              <a:gd name="connsiteY116" fmla="*/ 4445376 h 4489084"/>
              <a:gd name="connsiteX117" fmla="*/ 4259462 w 5158787"/>
              <a:gd name="connsiteY117" fmla="*/ 4445257 h 4489084"/>
              <a:gd name="connsiteX118" fmla="*/ 4281849 w 5158787"/>
              <a:gd name="connsiteY118" fmla="*/ 4445257 h 4489084"/>
              <a:gd name="connsiteX119" fmla="*/ 4283211 w 5158787"/>
              <a:gd name="connsiteY119" fmla="*/ 4446027 h 4489084"/>
              <a:gd name="connsiteX120" fmla="*/ 4294404 w 5158787"/>
              <a:gd name="connsiteY120" fmla="*/ 4465453 h 4489084"/>
              <a:gd name="connsiteX121" fmla="*/ 4294404 w 5158787"/>
              <a:gd name="connsiteY121" fmla="*/ 4467052 h 4489084"/>
              <a:gd name="connsiteX122" fmla="*/ 4283211 w 5158787"/>
              <a:gd name="connsiteY122" fmla="*/ 4486478 h 4489084"/>
              <a:gd name="connsiteX123" fmla="*/ 4281849 w 5158787"/>
              <a:gd name="connsiteY123" fmla="*/ 4487248 h 4489084"/>
              <a:gd name="connsiteX124" fmla="*/ 4259462 w 5158787"/>
              <a:gd name="connsiteY124" fmla="*/ 4487248 h 4489084"/>
              <a:gd name="connsiteX125" fmla="*/ 4258099 w 5158787"/>
              <a:gd name="connsiteY125" fmla="*/ 4486478 h 4489084"/>
              <a:gd name="connsiteX126" fmla="*/ 4246906 w 5158787"/>
              <a:gd name="connsiteY126" fmla="*/ 4467052 h 4489084"/>
              <a:gd name="connsiteX127" fmla="*/ 4246906 w 5158787"/>
              <a:gd name="connsiteY127" fmla="*/ 4465453 h 4489084"/>
              <a:gd name="connsiteX128" fmla="*/ 4258099 w 5158787"/>
              <a:gd name="connsiteY128" fmla="*/ 4446027 h 4489084"/>
              <a:gd name="connsiteX129" fmla="*/ 4259462 w 5158787"/>
              <a:gd name="connsiteY129" fmla="*/ 4445257 h 4489084"/>
              <a:gd name="connsiteX130" fmla="*/ 4056556 w 5158787"/>
              <a:gd name="connsiteY130" fmla="*/ 4445257 h 4489084"/>
              <a:gd name="connsiteX131" fmla="*/ 4078943 w 5158787"/>
              <a:gd name="connsiteY131" fmla="*/ 4445257 h 4489084"/>
              <a:gd name="connsiteX132" fmla="*/ 4080305 w 5158787"/>
              <a:gd name="connsiteY132" fmla="*/ 4446027 h 4489084"/>
              <a:gd name="connsiteX133" fmla="*/ 4091499 w 5158787"/>
              <a:gd name="connsiteY133" fmla="*/ 4465453 h 4489084"/>
              <a:gd name="connsiteX134" fmla="*/ 4091499 w 5158787"/>
              <a:gd name="connsiteY134" fmla="*/ 4467052 h 4489084"/>
              <a:gd name="connsiteX135" fmla="*/ 4080305 w 5158787"/>
              <a:gd name="connsiteY135" fmla="*/ 4486478 h 4489084"/>
              <a:gd name="connsiteX136" fmla="*/ 4078943 w 5158787"/>
              <a:gd name="connsiteY136" fmla="*/ 4487248 h 4489084"/>
              <a:gd name="connsiteX137" fmla="*/ 4056556 w 5158787"/>
              <a:gd name="connsiteY137" fmla="*/ 4487248 h 4489084"/>
              <a:gd name="connsiteX138" fmla="*/ 4055194 w 5158787"/>
              <a:gd name="connsiteY138" fmla="*/ 4486478 h 4489084"/>
              <a:gd name="connsiteX139" fmla="*/ 4044000 w 5158787"/>
              <a:gd name="connsiteY139" fmla="*/ 4467052 h 4489084"/>
              <a:gd name="connsiteX140" fmla="*/ 4044000 w 5158787"/>
              <a:gd name="connsiteY140" fmla="*/ 4465453 h 4489084"/>
              <a:gd name="connsiteX141" fmla="*/ 4055194 w 5158787"/>
              <a:gd name="connsiteY141" fmla="*/ 4446027 h 4489084"/>
              <a:gd name="connsiteX142" fmla="*/ 4056556 w 5158787"/>
              <a:gd name="connsiteY142" fmla="*/ 4445257 h 4489084"/>
              <a:gd name="connsiteX143" fmla="*/ 3853651 w 5158787"/>
              <a:gd name="connsiteY143" fmla="*/ 4445257 h 4489084"/>
              <a:gd name="connsiteX144" fmla="*/ 3876038 w 5158787"/>
              <a:gd name="connsiteY144" fmla="*/ 4445257 h 4489084"/>
              <a:gd name="connsiteX145" fmla="*/ 3877400 w 5158787"/>
              <a:gd name="connsiteY145" fmla="*/ 4446027 h 4489084"/>
              <a:gd name="connsiteX146" fmla="*/ 3888594 w 5158787"/>
              <a:gd name="connsiteY146" fmla="*/ 4465453 h 4489084"/>
              <a:gd name="connsiteX147" fmla="*/ 3888594 w 5158787"/>
              <a:gd name="connsiteY147" fmla="*/ 4467052 h 4489084"/>
              <a:gd name="connsiteX148" fmla="*/ 3877400 w 5158787"/>
              <a:gd name="connsiteY148" fmla="*/ 4486478 h 4489084"/>
              <a:gd name="connsiteX149" fmla="*/ 3876038 w 5158787"/>
              <a:gd name="connsiteY149" fmla="*/ 4487248 h 4489084"/>
              <a:gd name="connsiteX150" fmla="*/ 3853651 w 5158787"/>
              <a:gd name="connsiteY150" fmla="*/ 4487248 h 4489084"/>
              <a:gd name="connsiteX151" fmla="*/ 3852289 w 5158787"/>
              <a:gd name="connsiteY151" fmla="*/ 4486478 h 4489084"/>
              <a:gd name="connsiteX152" fmla="*/ 3841095 w 5158787"/>
              <a:gd name="connsiteY152" fmla="*/ 4467052 h 4489084"/>
              <a:gd name="connsiteX153" fmla="*/ 3841095 w 5158787"/>
              <a:gd name="connsiteY153" fmla="*/ 4465453 h 4489084"/>
              <a:gd name="connsiteX154" fmla="*/ 3852289 w 5158787"/>
              <a:gd name="connsiteY154" fmla="*/ 4446027 h 4489084"/>
              <a:gd name="connsiteX155" fmla="*/ 3853651 w 5158787"/>
              <a:gd name="connsiteY155" fmla="*/ 4445257 h 4489084"/>
              <a:gd name="connsiteX156" fmla="*/ 3447900 w 5158787"/>
              <a:gd name="connsiteY156" fmla="*/ 4445257 h 4489084"/>
              <a:gd name="connsiteX157" fmla="*/ 3470287 w 5158787"/>
              <a:gd name="connsiteY157" fmla="*/ 4445257 h 4489084"/>
              <a:gd name="connsiteX158" fmla="*/ 3471649 w 5158787"/>
              <a:gd name="connsiteY158" fmla="*/ 4446027 h 4489084"/>
              <a:gd name="connsiteX159" fmla="*/ 3482843 w 5158787"/>
              <a:gd name="connsiteY159" fmla="*/ 4465453 h 4489084"/>
              <a:gd name="connsiteX160" fmla="*/ 3482843 w 5158787"/>
              <a:gd name="connsiteY160" fmla="*/ 4467052 h 4489084"/>
              <a:gd name="connsiteX161" fmla="*/ 3471649 w 5158787"/>
              <a:gd name="connsiteY161" fmla="*/ 4486478 h 4489084"/>
              <a:gd name="connsiteX162" fmla="*/ 3470287 w 5158787"/>
              <a:gd name="connsiteY162" fmla="*/ 4487248 h 4489084"/>
              <a:gd name="connsiteX163" fmla="*/ 3447900 w 5158787"/>
              <a:gd name="connsiteY163" fmla="*/ 4487248 h 4489084"/>
              <a:gd name="connsiteX164" fmla="*/ 3446538 w 5158787"/>
              <a:gd name="connsiteY164" fmla="*/ 4486478 h 4489084"/>
              <a:gd name="connsiteX165" fmla="*/ 3435344 w 5158787"/>
              <a:gd name="connsiteY165" fmla="*/ 4467052 h 4489084"/>
              <a:gd name="connsiteX166" fmla="*/ 3435344 w 5158787"/>
              <a:gd name="connsiteY166" fmla="*/ 4465453 h 4489084"/>
              <a:gd name="connsiteX167" fmla="*/ 3446538 w 5158787"/>
              <a:gd name="connsiteY167" fmla="*/ 4446027 h 4489084"/>
              <a:gd name="connsiteX168" fmla="*/ 3447900 w 5158787"/>
              <a:gd name="connsiteY168" fmla="*/ 4445257 h 4489084"/>
              <a:gd name="connsiteX169" fmla="*/ 4462130 w 5158787"/>
              <a:gd name="connsiteY169" fmla="*/ 4444961 h 4489084"/>
              <a:gd name="connsiteX170" fmla="*/ 4484872 w 5158787"/>
              <a:gd name="connsiteY170" fmla="*/ 4444961 h 4489084"/>
              <a:gd name="connsiteX171" fmla="*/ 4486234 w 5158787"/>
              <a:gd name="connsiteY171" fmla="*/ 4445790 h 4489084"/>
              <a:gd name="connsiteX172" fmla="*/ 4497606 w 5158787"/>
              <a:gd name="connsiteY172" fmla="*/ 4465512 h 4489084"/>
              <a:gd name="connsiteX173" fmla="*/ 4497606 w 5158787"/>
              <a:gd name="connsiteY173" fmla="*/ 4467111 h 4489084"/>
              <a:gd name="connsiteX174" fmla="*/ 4486234 w 5158787"/>
              <a:gd name="connsiteY174" fmla="*/ 4486833 h 4489084"/>
              <a:gd name="connsiteX175" fmla="*/ 4484872 w 5158787"/>
              <a:gd name="connsiteY175" fmla="*/ 4487662 h 4489084"/>
              <a:gd name="connsiteX176" fmla="*/ 4462130 w 5158787"/>
              <a:gd name="connsiteY176" fmla="*/ 4487662 h 4489084"/>
              <a:gd name="connsiteX177" fmla="*/ 4460768 w 5158787"/>
              <a:gd name="connsiteY177" fmla="*/ 4486833 h 4489084"/>
              <a:gd name="connsiteX178" fmla="*/ 4449396 w 5158787"/>
              <a:gd name="connsiteY178" fmla="*/ 4467111 h 4489084"/>
              <a:gd name="connsiteX179" fmla="*/ 4449396 w 5158787"/>
              <a:gd name="connsiteY179" fmla="*/ 4465512 h 4489084"/>
              <a:gd name="connsiteX180" fmla="*/ 4460768 w 5158787"/>
              <a:gd name="connsiteY180" fmla="*/ 4445790 h 4489084"/>
              <a:gd name="connsiteX181" fmla="*/ 4462130 w 5158787"/>
              <a:gd name="connsiteY181" fmla="*/ 4444961 h 4489084"/>
              <a:gd name="connsiteX182" fmla="*/ 4529705 w 5158787"/>
              <a:gd name="connsiteY182" fmla="*/ 4444843 h 4489084"/>
              <a:gd name="connsiteX183" fmla="*/ 4552566 w 5158787"/>
              <a:gd name="connsiteY183" fmla="*/ 4444843 h 4489084"/>
              <a:gd name="connsiteX184" fmla="*/ 4553988 w 5158787"/>
              <a:gd name="connsiteY184" fmla="*/ 4445672 h 4489084"/>
              <a:gd name="connsiteX185" fmla="*/ 4565418 w 5158787"/>
              <a:gd name="connsiteY185" fmla="*/ 4465454 h 4489084"/>
              <a:gd name="connsiteX186" fmla="*/ 4565418 w 5158787"/>
              <a:gd name="connsiteY186" fmla="*/ 4467052 h 4489084"/>
              <a:gd name="connsiteX187" fmla="*/ 4553988 w 5158787"/>
              <a:gd name="connsiteY187" fmla="*/ 4486834 h 4489084"/>
              <a:gd name="connsiteX188" fmla="*/ 4552566 w 5158787"/>
              <a:gd name="connsiteY188" fmla="*/ 4487663 h 4489084"/>
              <a:gd name="connsiteX189" fmla="*/ 4529705 w 5158787"/>
              <a:gd name="connsiteY189" fmla="*/ 4487663 h 4489084"/>
              <a:gd name="connsiteX190" fmla="*/ 4528284 w 5158787"/>
              <a:gd name="connsiteY190" fmla="*/ 4486834 h 4489084"/>
              <a:gd name="connsiteX191" fmla="*/ 4516853 w 5158787"/>
              <a:gd name="connsiteY191" fmla="*/ 4467052 h 4489084"/>
              <a:gd name="connsiteX192" fmla="*/ 4516853 w 5158787"/>
              <a:gd name="connsiteY192" fmla="*/ 4465454 h 4489084"/>
              <a:gd name="connsiteX193" fmla="*/ 4528284 w 5158787"/>
              <a:gd name="connsiteY193" fmla="*/ 4445672 h 4489084"/>
              <a:gd name="connsiteX194" fmla="*/ 4529705 w 5158787"/>
              <a:gd name="connsiteY194" fmla="*/ 4444843 h 4489084"/>
              <a:gd name="connsiteX195" fmla="*/ 4326859 w 5158787"/>
              <a:gd name="connsiteY195" fmla="*/ 4444843 h 4489084"/>
              <a:gd name="connsiteX196" fmla="*/ 4349720 w 5158787"/>
              <a:gd name="connsiteY196" fmla="*/ 4444843 h 4489084"/>
              <a:gd name="connsiteX197" fmla="*/ 4351142 w 5158787"/>
              <a:gd name="connsiteY197" fmla="*/ 4445672 h 4489084"/>
              <a:gd name="connsiteX198" fmla="*/ 4362572 w 5158787"/>
              <a:gd name="connsiteY198" fmla="*/ 4465454 h 4489084"/>
              <a:gd name="connsiteX199" fmla="*/ 4362572 w 5158787"/>
              <a:gd name="connsiteY199" fmla="*/ 4467052 h 4489084"/>
              <a:gd name="connsiteX200" fmla="*/ 4351142 w 5158787"/>
              <a:gd name="connsiteY200" fmla="*/ 4486834 h 4489084"/>
              <a:gd name="connsiteX201" fmla="*/ 4349720 w 5158787"/>
              <a:gd name="connsiteY201" fmla="*/ 4487663 h 4489084"/>
              <a:gd name="connsiteX202" fmla="*/ 4326859 w 5158787"/>
              <a:gd name="connsiteY202" fmla="*/ 4487663 h 4489084"/>
              <a:gd name="connsiteX203" fmla="*/ 4325438 w 5158787"/>
              <a:gd name="connsiteY203" fmla="*/ 4486834 h 4489084"/>
              <a:gd name="connsiteX204" fmla="*/ 4314007 w 5158787"/>
              <a:gd name="connsiteY204" fmla="*/ 4467052 h 4489084"/>
              <a:gd name="connsiteX205" fmla="*/ 4314007 w 5158787"/>
              <a:gd name="connsiteY205" fmla="*/ 4465454 h 4489084"/>
              <a:gd name="connsiteX206" fmla="*/ 4325438 w 5158787"/>
              <a:gd name="connsiteY206" fmla="*/ 4445672 h 4489084"/>
              <a:gd name="connsiteX207" fmla="*/ 4326859 w 5158787"/>
              <a:gd name="connsiteY207" fmla="*/ 4444843 h 4489084"/>
              <a:gd name="connsiteX208" fmla="*/ 3921050 w 5158787"/>
              <a:gd name="connsiteY208" fmla="*/ 4444843 h 4489084"/>
              <a:gd name="connsiteX209" fmla="*/ 3943911 w 5158787"/>
              <a:gd name="connsiteY209" fmla="*/ 4444843 h 4489084"/>
              <a:gd name="connsiteX210" fmla="*/ 3945332 w 5158787"/>
              <a:gd name="connsiteY210" fmla="*/ 4445672 h 4489084"/>
              <a:gd name="connsiteX211" fmla="*/ 3956763 w 5158787"/>
              <a:gd name="connsiteY211" fmla="*/ 4465454 h 4489084"/>
              <a:gd name="connsiteX212" fmla="*/ 3956763 w 5158787"/>
              <a:gd name="connsiteY212" fmla="*/ 4467052 h 4489084"/>
              <a:gd name="connsiteX213" fmla="*/ 3945332 w 5158787"/>
              <a:gd name="connsiteY213" fmla="*/ 4486834 h 4489084"/>
              <a:gd name="connsiteX214" fmla="*/ 3943911 w 5158787"/>
              <a:gd name="connsiteY214" fmla="*/ 4487663 h 4489084"/>
              <a:gd name="connsiteX215" fmla="*/ 3921050 w 5158787"/>
              <a:gd name="connsiteY215" fmla="*/ 4487663 h 4489084"/>
              <a:gd name="connsiteX216" fmla="*/ 3919629 w 5158787"/>
              <a:gd name="connsiteY216" fmla="*/ 4486834 h 4489084"/>
              <a:gd name="connsiteX217" fmla="*/ 3908198 w 5158787"/>
              <a:gd name="connsiteY217" fmla="*/ 4467052 h 4489084"/>
              <a:gd name="connsiteX218" fmla="*/ 3908198 w 5158787"/>
              <a:gd name="connsiteY218" fmla="*/ 4465454 h 4489084"/>
              <a:gd name="connsiteX219" fmla="*/ 3919629 w 5158787"/>
              <a:gd name="connsiteY219" fmla="*/ 4445672 h 4489084"/>
              <a:gd name="connsiteX220" fmla="*/ 3921050 w 5158787"/>
              <a:gd name="connsiteY220" fmla="*/ 4444843 h 4489084"/>
              <a:gd name="connsiteX221" fmla="*/ 3718144 w 5158787"/>
              <a:gd name="connsiteY221" fmla="*/ 4444843 h 4489084"/>
              <a:gd name="connsiteX222" fmla="*/ 3741005 w 5158787"/>
              <a:gd name="connsiteY222" fmla="*/ 4444843 h 4489084"/>
              <a:gd name="connsiteX223" fmla="*/ 3742426 w 5158787"/>
              <a:gd name="connsiteY223" fmla="*/ 4445672 h 4489084"/>
              <a:gd name="connsiteX224" fmla="*/ 3753857 w 5158787"/>
              <a:gd name="connsiteY224" fmla="*/ 4465454 h 4489084"/>
              <a:gd name="connsiteX225" fmla="*/ 3753857 w 5158787"/>
              <a:gd name="connsiteY225" fmla="*/ 4467052 h 4489084"/>
              <a:gd name="connsiteX226" fmla="*/ 3742426 w 5158787"/>
              <a:gd name="connsiteY226" fmla="*/ 4486834 h 4489084"/>
              <a:gd name="connsiteX227" fmla="*/ 3741005 w 5158787"/>
              <a:gd name="connsiteY227" fmla="*/ 4487663 h 4489084"/>
              <a:gd name="connsiteX228" fmla="*/ 3718144 w 5158787"/>
              <a:gd name="connsiteY228" fmla="*/ 4487663 h 4489084"/>
              <a:gd name="connsiteX229" fmla="*/ 3716723 w 5158787"/>
              <a:gd name="connsiteY229" fmla="*/ 4486834 h 4489084"/>
              <a:gd name="connsiteX230" fmla="*/ 3705292 w 5158787"/>
              <a:gd name="connsiteY230" fmla="*/ 4467052 h 4489084"/>
              <a:gd name="connsiteX231" fmla="*/ 3705292 w 5158787"/>
              <a:gd name="connsiteY231" fmla="*/ 4465454 h 4489084"/>
              <a:gd name="connsiteX232" fmla="*/ 3716723 w 5158787"/>
              <a:gd name="connsiteY232" fmla="*/ 4445672 h 4489084"/>
              <a:gd name="connsiteX233" fmla="*/ 3718144 w 5158787"/>
              <a:gd name="connsiteY233" fmla="*/ 4444843 h 4489084"/>
              <a:gd name="connsiteX234" fmla="*/ 4597281 w 5158787"/>
              <a:gd name="connsiteY234" fmla="*/ 4444783 h 4489084"/>
              <a:gd name="connsiteX235" fmla="*/ 4620260 w 5158787"/>
              <a:gd name="connsiteY235" fmla="*/ 4444783 h 4489084"/>
              <a:gd name="connsiteX236" fmla="*/ 4621682 w 5158787"/>
              <a:gd name="connsiteY236" fmla="*/ 4445612 h 4489084"/>
              <a:gd name="connsiteX237" fmla="*/ 4633172 w 5158787"/>
              <a:gd name="connsiteY237" fmla="*/ 4465512 h 4489084"/>
              <a:gd name="connsiteX238" fmla="*/ 4633172 w 5158787"/>
              <a:gd name="connsiteY238" fmla="*/ 4467111 h 4489084"/>
              <a:gd name="connsiteX239" fmla="*/ 4621682 w 5158787"/>
              <a:gd name="connsiteY239" fmla="*/ 4487011 h 4489084"/>
              <a:gd name="connsiteX240" fmla="*/ 4620260 w 5158787"/>
              <a:gd name="connsiteY240" fmla="*/ 4487840 h 4489084"/>
              <a:gd name="connsiteX241" fmla="*/ 4597281 w 5158787"/>
              <a:gd name="connsiteY241" fmla="*/ 4487840 h 4489084"/>
              <a:gd name="connsiteX242" fmla="*/ 4595860 w 5158787"/>
              <a:gd name="connsiteY242" fmla="*/ 4487011 h 4489084"/>
              <a:gd name="connsiteX243" fmla="*/ 4584370 w 5158787"/>
              <a:gd name="connsiteY243" fmla="*/ 4467111 h 4489084"/>
              <a:gd name="connsiteX244" fmla="*/ 4584370 w 5158787"/>
              <a:gd name="connsiteY244" fmla="*/ 4465512 h 4489084"/>
              <a:gd name="connsiteX245" fmla="*/ 4595860 w 5158787"/>
              <a:gd name="connsiteY245" fmla="*/ 4445612 h 4489084"/>
              <a:gd name="connsiteX246" fmla="*/ 4597281 w 5158787"/>
              <a:gd name="connsiteY246" fmla="*/ 4444783 h 4489084"/>
              <a:gd name="connsiteX247" fmla="*/ 3650450 w 5158787"/>
              <a:gd name="connsiteY247" fmla="*/ 4444783 h 4489084"/>
              <a:gd name="connsiteX248" fmla="*/ 3673429 w 5158787"/>
              <a:gd name="connsiteY248" fmla="*/ 4444783 h 4489084"/>
              <a:gd name="connsiteX249" fmla="*/ 3674851 w 5158787"/>
              <a:gd name="connsiteY249" fmla="*/ 4445612 h 4489084"/>
              <a:gd name="connsiteX250" fmla="*/ 3686341 w 5158787"/>
              <a:gd name="connsiteY250" fmla="*/ 4465512 h 4489084"/>
              <a:gd name="connsiteX251" fmla="*/ 3686341 w 5158787"/>
              <a:gd name="connsiteY251" fmla="*/ 4467111 h 4489084"/>
              <a:gd name="connsiteX252" fmla="*/ 3674851 w 5158787"/>
              <a:gd name="connsiteY252" fmla="*/ 4487011 h 4489084"/>
              <a:gd name="connsiteX253" fmla="*/ 3673429 w 5158787"/>
              <a:gd name="connsiteY253" fmla="*/ 4487840 h 4489084"/>
              <a:gd name="connsiteX254" fmla="*/ 3650450 w 5158787"/>
              <a:gd name="connsiteY254" fmla="*/ 4487840 h 4489084"/>
              <a:gd name="connsiteX255" fmla="*/ 3649029 w 5158787"/>
              <a:gd name="connsiteY255" fmla="*/ 4487011 h 4489084"/>
              <a:gd name="connsiteX256" fmla="*/ 3637539 w 5158787"/>
              <a:gd name="connsiteY256" fmla="*/ 4467111 h 4489084"/>
              <a:gd name="connsiteX257" fmla="*/ 3637539 w 5158787"/>
              <a:gd name="connsiteY257" fmla="*/ 4465512 h 4489084"/>
              <a:gd name="connsiteX258" fmla="*/ 3649029 w 5158787"/>
              <a:gd name="connsiteY258" fmla="*/ 4445612 h 4489084"/>
              <a:gd name="connsiteX259" fmla="*/ 3650450 w 5158787"/>
              <a:gd name="connsiteY259" fmla="*/ 4444783 h 4489084"/>
              <a:gd name="connsiteX260" fmla="*/ 3515180 w 5158787"/>
              <a:gd name="connsiteY260" fmla="*/ 4444783 h 4489084"/>
              <a:gd name="connsiteX261" fmla="*/ 3538160 w 5158787"/>
              <a:gd name="connsiteY261" fmla="*/ 4444783 h 4489084"/>
              <a:gd name="connsiteX262" fmla="*/ 3539581 w 5158787"/>
              <a:gd name="connsiteY262" fmla="*/ 4445612 h 4489084"/>
              <a:gd name="connsiteX263" fmla="*/ 3551071 w 5158787"/>
              <a:gd name="connsiteY263" fmla="*/ 4465512 h 4489084"/>
              <a:gd name="connsiteX264" fmla="*/ 3551071 w 5158787"/>
              <a:gd name="connsiteY264" fmla="*/ 4467111 h 4489084"/>
              <a:gd name="connsiteX265" fmla="*/ 3539581 w 5158787"/>
              <a:gd name="connsiteY265" fmla="*/ 4487011 h 4489084"/>
              <a:gd name="connsiteX266" fmla="*/ 3538160 w 5158787"/>
              <a:gd name="connsiteY266" fmla="*/ 4487840 h 4489084"/>
              <a:gd name="connsiteX267" fmla="*/ 3515180 w 5158787"/>
              <a:gd name="connsiteY267" fmla="*/ 4487840 h 4489084"/>
              <a:gd name="connsiteX268" fmla="*/ 3513759 w 5158787"/>
              <a:gd name="connsiteY268" fmla="*/ 4487011 h 4489084"/>
              <a:gd name="connsiteX269" fmla="*/ 3502269 w 5158787"/>
              <a:gd name="connsiteY269" fmla="*/ 4467111 h 4489084"/>
              <a:gd name="connsiteX270" fmla="*/ 3502269 w 5158787"/>
              <a:gd name="connsiteY270" fmla="*/ 4465512 h 4489084"/>
              <a:gd name="connsiteX271" fmla="*/ 3513759 w 5158787"/>
              <a:gd name="connsiteY271" fmla="*/ 4445612 h 4489084"/>
              <a:gd name="connsiteX272" fmla="*/ 3515180 w 5158787"/>
              <a:gd name="connsiteY272" fmla="*/ 4444783 h 4489084"/>
              <a:gd name="connsiteX273" fmla="*/ 4191470 w 5158787"/>
              <a:gd name="connsiteY273" fmla="*/ 4444665 h 4489084"/>
              <a:gd name="connsiteX274" fmla="*/ 4214568 w 5158787"/>
              <a:gd name="connsiteY274" fmla="*/ 4444665 h 4489084"/>
              <a:gd name="connsiteX275" fmla="*/ 4215990 w 5158787"/>
              <a:gd name="connsiteY275" fmla="*/ 4445494 h 4489084"/>
              <a:gd name="connsiteX276" fmla="*/ 4227539 w 5158787"/>
              <a:gd name="connsiteY276" fmla="*/ 4465453 h 4489084"/>
              <a:gd name="connsiteX277" fmla="*/ 4227539 w 5158787"/>
              <a:gd name="connsiteY277" fmla="*/ 4467111 h 4489084"/>
              <a:gd name="connsiteX278" fmla="*/ 4215990 w 5158787"/>
              <a:gd name="connsiteY278" fmla="*/ 4487070 h 4489084"/>
              <a:gd name="connsiteX279" fmla="*/ 4214568 w 5158787"/>
              <a:gd name="connsiteY279" fmla="*/ 4487899 h 4489084"/>
              <a:gd name="connsiteX280" fmla="*/ 4191470 w 5158787"/>
              <a:gd name="connsiteY280" fmla="*/ 4487899 h 4489084"/>
              <a:gd name="connsiteX281" fmla="*/ 4190049 w 5158787"/>
              <a:gd name="connsiteY281" fmla="*/ 4487070 h 4489084"/>
              <a:gd name="connsiteX282" fmla="*/ 4178500 w 5158787"/>
              <a:gd name="connsiteY282" fmla="*/ 4467111 h 4489084"/>
              <a:gd name="connsiteX283" fmla="*/ 4178500 w 5158787"/>
              <a:gd name="connsiteY283" fmla="*/ 4465453 h 4489084"/>
              <a:gd name="connsiteX284" fmla="*/ 4190049 w 5158787"/>
              <a:gd name="connsiteY284" fmla="*/ 4445494 h 4489084"/>
              <a:gd name="connsiteX285" fmla="*/ 4191470 w 5158787"/>
              <a:gd name="connsiteY285" fmla="*/ 4444665 h 4489084"/>
              <a:gd name="connsiteX286" fmla="*/ 4394258 w 5158787"/>
              <a:gd name="connsiteY286" fmla="*/ 4444428 h 4489084"/>
              <a:gd name="connsiteX287" fmla="*/ 4417533 w 5158787"/>
              <a:gd name="connsiteY287" fmla="*/ 4444428 h 4489084"/>
              <a:gd name="connsiteX288" fmla="*/ 4418954 w 5158787"/>
              <a:gd name="connsiteY288" fmla="*/ 4445257 h 4489084"/>
              <a:gd name="connsiteX289" fmla="*/ 4430563 w 5158787"/>
              <a:gd name="connsiteY289" fmla="*/ 4465453 h 4489084"/>
              <a:gd name="connsiteX290" fmla="*/ 4430563 w 5158787"/>
              <a:gd name="connsiteY290" fmla="*/ 4467111 h 4489084"/>
              <a:gd name="connsiteX291" fmla="*/ 4418895 w 5158787"/>
              <a:gd name="connsiteY291" fmla="*/ 4487307 h 4489084"/>
              <a:gd name="connsiteX292" fmla="*/ 4417474 w 5158787"/>
              <a:gd name="connsiteY292" fmla="*/ 4488136 h 4489084"/>
              <a:gd name="connsiteX293" fmla="*/ 4394199 w 5158787"/>
              <a:gd name="connsiteY293" fmla="*/ 4488136 h 4489084"/>
              <a:gd name="connsiteX294" fmla="*/ 4392777 w 5158787"/>
              <a:gd name="connsiteY294" fmla="*/ 4487307 h 4489084"/>
              <a:gd name="connsiteX295" fmla="*/ 4381169 w 5158787"/>
              <a:gd name="connsiteY295" fmla="*/ 4467111 h 4489084"/>
              <a:gd name="connsiteX296" fmla="*/ 4381169 w 5158787"/>
              <a:gd name="connsiteY296" fmla="*/ 4465453 h 4489084"/>
              <a:gd name="connsiteX297" fmla="*/ 4392836 w 5158787"/>
              <a:gd name="connsiteY297" fmla="*/ 4445257 h 4489084"/>
              <a:gd name="connsiteX298" fmla="*/ 4394258 w 5158787"/>
              <a:gd name="connsiteY298" fmla="*/ 4444428 h 4489084"/>
              <a:gd name="connsiteX299" fmla="*/ 3785602 w 5158787"/>
              <a:gd name="connsiteY299" fmla="*/ 4444428 h 4489084"/>
              <a:gd name="connsiteX300" fmla="*/ 3808877 w 5158787"/>
              <a:gd name="connsiteY300" fmla="*/ 4444428 h 4489084"/>
              <a:gd name="connsiteX301" fmla="*/ 3810298 w 5158787"/>
              <a:gd name="connsiteY301" fmla="*/ 4445257 h 4489084"/>
              <a:gd name="connsiteX302" fmla="*/ 3821907 w 5158787"/>
              <a:gd name="connsiteY302" fmla="*/ 4465453 h 4489084"/>
              <a:gd name="connsiteX303" fmla="*/ 3821907 w 5158787"/>
              <a:gd name="connsiteY303" fmla="*/ 4467111 h 4489084"/>
              <a:gd name="connsiteX304" fmla="*/ 3810239 w 5158787"/>
              <a:gd name="connsiteY304" fmla="*/ 4487307 h 4489084"/>
              <a:gd name="connsiteX305" fmla="*/ 3808818 w 5158787"/>
              <a:gd name="connsiteY305" fmla="*/ 4488136 h 4489084"/>
              <a:gd name="connsiteX306" fmla="*/ 3785543 w 5158787"/>
              <a:gd name="connsiteY306" fmla="*/ 4488136 h 4489084"/>
              <a:gd name="connsiteX307" fmla="*/ 3784121 w 5158787"/>
              <a:gd name="connsiteY307" fmla="*/ 4487307 h 4489084"/>
              <a:gd name="connsiteX308" fmla="*/ 3772513 w 5158787"/>
              <a:gd name="connsiteY308" fmla="*/ 4467111 h 4489084"/>
              <a:gd name="connsiteX309" fmla="*/ 3772513 w 5158787"/>
              <a:gd name="connsiteY309" fmla="*/ 4465453 h 4489084"/>
              <a:gd name="connsiteX310" fmla="*/ 3784181 w 5158787"/>
              <a:gd name="connsiteY310" fmla="*/ 4445257 h 4489084"/>
              <a:gd name="connsiteX311" fmla="*/ 3785602 w 5158787"/>
              <a:gd name="connsiteY311" fmla="*/ 4444428 h 4489084"/>
              <a:gd name="connsiteX312" fmla="*/ 3582163 w 5158787"/>
              <a:gd name="connsiteY312" fmla="*/ 4443540 h 4489084"/>
              <a:gd name="connsiteX313" fmla="*/ 3606446 w 5158787"/>
              <a:gd name="connsiteY313" fmla="*/ 4443540 h 4489084"/>
              <a:gd name="connsiteX314" fmla="*/ 3607926 w 5158787"/>
              <a:gd name="connsiteY314" fmla="*/ 4444428 h 4489084"/>
              <a:gd name="connsiteX315" fmla="*/ 3620067 w 5158787"/>
              <a:gd name="connsiteY315" fmla="*/ 4465453 h 4489084"/>
              <a:gd name="connsiteX316" fmla="*/ 3620067 w 5158787"/>
              <a:gd name="connsiteY316" fmla="*/ 4467171 h 4489084"/>
              <a:gd name="connsiteX317" fmla="*/ 3607926 w 5158787"/>
              <a:gd name="connsiteY317" fmla="*/ 4488196 h 4489084"/>
              <a:gd name="connsiteX318" fmla="*/ 3606446 w 5158787"/>
              <a:gd name="connsiteY318" fmla="*/ 4489084 h 4489084"/>
              <a:gd name="connsiteX319" fmla="*/ 3582163 w 5158787"/>
              <a:gd name="connsiteY319" fmla="*/ 4489084 h 4489084"/>
              <a:gd name="connsiteX320" fmla="*/ 3580683 w 5158787"/>
              <a:gd name="connsiteY320" fmla="*/ 4488196 h 4489084"/>
              <a:gd name="connsiteX321" fmla="*/ 3568541 w 5158787"/>
              <a:gd name="connsiteY321" fmla="*/ 4467171 h 4489084"/>
              <a:gd name="connsiteX322" fmla="*/ 3568541 w 5158787"/>
              <a:gd name="connsiteY322" fmla="*/ 4465453 h 4489084"/>
              <a:gd name="connsiteX323" fmla="*/ 3580683 w 5158787"/>
              <a:gd name="connsiteY323" fmla="*/ 4444428 h 4489084"/>
              <a:gd name="connsiteX324" fmla="*/ 3582163 w 5158787"/>
              <a:gd name="connsiteY324" fmla="*/ 4443540 h 4489084"/>
              <a:gd name="connsiteX325" fmla="*/ 3389030 w 5158787"/>
              <a:gd name="connsiteY325" fmla="*/ 4403089 h 4489084"/>
              <a:gd name="connsiteX326" fmla="*/ 3393887 w 5158787"/>
              <a:gd name="connsiteY326" fmla="*/ 4403089 h 4489084"/>
              <a:gd name="connsiteX327" fmla="*/ 3394183 w 5158787"/>
              <a:gd name="connsiteY327" fmla="*/ 4403267 h 4489084"/>
              <a:gd name="connsiteX328" fmla="*/ 3396611 w 5158787"/>
              <a:gd name="connsiteY328" fmla="*/ 4407472 h 4489084"/>
              <a:gd name="connsiteX329" fmla="*/ 3396611 w 5158787"/>
              <a:gd name="connsiteY329" fmla="*/ 4407827 h 4489084"/>
              <a:gd name="connsiteX330" fmla="*/ 3394183 w 5158787"/>
              <a:gd name="connsiteY330" fmla="*/ 4412032 h 4489084"/>
              <a:gd name="connsiteX331" fmla="*/ 3393887 w 5158787"/>
              <a:gd name="connsiteY331" fmla="*/ 4412210 h 4489084"/>
              <a:gd name="connsiteX332" fmla="*/ 3389030 w 5158787"/>
              <a:gd name="connsiteY332" fmla="*/ 4412210 h 4489084"/>
              <a:gd name="connsiteX333" fmla="*/ 3388735 w 5158787"/>
              <a:gd name="connsiteY333" fmla="*/ 4412032 h 4489084"/>
              <a:gd name="connsiteX334" fmla="*/ 3386306 w 5158787"/>
              <a:gd name="connsiteY334" fmla="*/ 4407827 h 4489084"/>
              <a:gd name="connsiteX335" fmla="*/ 3386306 w 5158787"/>
              <a:gd name="connsiteY335" fmla="*/ 4407472 h 4489084"/>
              <a:gd name="connsiteX336" fmla="*/ 3388735 w 5158787"/>
              <a:gd name="connsiteY336" fmla="*/ 4403267 h 4489084"/>
              <a:gd name="connsiteX337" fmla="*/ 3389030 w 5158787"/>
              <a:gd name="connsiteY337" fmla="*/ 4403089 h 4489084"/>
              <a:gd name="connsiteX338" fmla="*/ 3320685 w 5158787"/>
              <a:gd name="connsiteY338" fmla="*/ 4401786 h 4489084"/>
              <a:gd name="connsiteX339" fmla="*/ 3326962 w 5158787"/>
              <a:gd name="connsiteY339" fmla="*/ 4401786 h 4489084"/>
              <a:gd name="connsiteX340" fmla="*/ 3327318 w 5158787"/>
              <a:gd name="connsiteY340" fmla="*/ 4402023 h 4489084"/>
              <a:gd name="connsiteX341" fmla="*/ 3330457 w 5158787"/>
              <a:gd name="connsiteY341" fmla="*/ 4407471 h 4489084"/>
              <a:gd name="connsiteX342" fmla="*/ 3330457 w 5158787"/>
              <a:gd name="connsiteY342" fmla="*/ 4407945 h 4489084"/>
              <a:gd name="connsiteX343" fmla="*/ 3327318 w 5158787"/>
              <a:gd name="connsiteY343" fmla="*/ 4413394 h 4489084"/>
              <a:gd name="connsiteX344" fmla="*/ 3326962 w 5158787"/>
              <a:gd name="connsiteY344" fmla="*/ 4413631 h 4489084"/>
              <a:gd name="connsiteX345" fmla="*/ 3320685 w 5158787"/>
              <a:gd name="connsiteY345" fmla="*/ 4413631 h 4489084"/>
              <a:gd name="connsiteX346" fmla="*/ 3320329 w 5158787"/>
              <a:gd name="connsiteY346" fmla="*/ 4413394 h 4489084"/>
              <a:gd name="connsiteX347" fmla="*/ 3317190 w 5158787"/>
              <a:gd name="connsiteY347" fmla="*/ 4407945 h 4489084"/>
              <a:gd name="connsiteX348" fmla="*/ 3317190 w 5158787"/>
              <a:gd name="connsiteY348" fmla="*/ 4407471 h 4489084"/>
              <a:gd name="connsiteX349" fmla="*/ 3320329 w 5158787"/>
              <a:gd name="connsiteY349" fmla="*/ 4402023 h 4489084"/>
              <a:gd name="connsiteX350" fmla="*/ 3320685 w 5158787"/>
              <a:gd name="connsiteY350" fmla="*/ 4401786 h 4489084"/>
              <a:gd name="connsiteX351" fmla="*/ 3989632 w 5158787"/>
              <a:gd name="connsiteY351" fmla="*/ 4387987 h 4489084"/>
              <a:gd name="connsiteX352" fmla="*/ 4010598 w 5158787"/>
              <a:gd name="connsiteY352" fmla="*/ 4387987 h 4489084"/>
              <a:gd name="connsiteX353" fmla="*/ 4011901 w 5158787"/>
              <a:gd name="connsiteY353" fmla="*/ 4388757 h 4489084"/>
              <a:gd name="connsiteX354" fmla="*/ 4022384 w 5158787"/>
              <a:gd name="connsiteY354" fmla="*/ 4406939 h 4489084"/>
              <a:gd name="connsiteX355" fmla="*/ 4022384 w 5158787"/>
              <a:gd name="connsiteY355" fmla="*/ 4408420 h 4489084"/>
              <a:gd name="connsiteX356" fmla="*/ 4011901 w 5158787"/>
              <a:gd name="connsiteY356" fmla="*/ 4426602 h 4489084"/>
              <a:gd name="connsiteX357" fmla="*/ 4010598 w 5158787"/>
              <a:gd name="connsiteY357" fmla="*/ 4427371 h 4489084"/>
              <a:gd name="connsiteX358" fmla="*/ 3989632 w 5158787"/>
              <a:gd name="connsiteY358" fmla="*/ 4427371 h 4489084"/>
              <a:gd name="connsiteX359" fmla="*/ 3988329 w 5158787"/>
              <a:gd name="connsiteY359" fmla="*/ 4426602 h 4489084"/>
              <a:gd name="connsiteX360" fmla="*/ 3977846 w 5158787"/>
              <a:gd name="connsiteY360" fmla="*/ 4408420 h 4489084"/>
              <a:gd name="connsiteX361" fmla="*/ 3977846 w 5158787"/>
              <a:gd name="connsiteY361" fmla="*/ 4406939 h 4489084"/>
              <a:gd name="connsiteX362" fmla="*/ 3988329 w 5158787"/>
              <a:gd name="connsiteY362" fmla="*/ 4388757 h 4489084"/>
              <a:gd name="connsiteX363" fmla="*/ 3989632 w 5158787"/>
              <a:gd name="connsiteY363" fmla="*/ 4387987 h 4489084"/>
              <a:gd name="connsiteX364" fmla="*/ 4192478 w 5158787"/>
              <a:gd name="connsiteY364" fmla="*/ 4387927 h 4489084"/>
              <a:gd name="connsiteX365" fmla="*/ 4213562 w 5158787"/>
              <a:gd name="connsiteY365" fmla="*/ 4387927 h 4489084"/>
              <a:gd name="connsiteX366" fmla="*/ 4214865 w 5158787"/>
              <a:gd name="connsiteY366" fmla="*/ 4388697 h 4489084"/>
              <a:gd name="connsiteX367" fmla="*/ 4225407 w 5158787"/>
              <a:gd name="connsiteY367" fmla="*/ 4406938 h 4489084"/>
              <a:gd name="connsiteX368" fmla="*/ 4225407 w 5158787"/>
              <a:gd name="connsiteY368" fmla="*/ 4408419 h 4489084"/>
              <a:gd name="connsiteX369" fmla="*/ 4214865 w 5158787"/>
              <a:gd name="connsiteY369" fmla="*/ 4426660 h 4489084"/>
              <a:gd name="connsiteX370" fmla="*/ 4213562 w 5158787"/>
              <a:gd name="connsiteY370" fmla="*/ 4427430 h 4489084"/>
              <a:gd name="connsiteX371" fmla="*/ 4192478 w 5158787"/>
              <a:gd name="connsiteY371" fmla="*/ 4427430 h 4489084"/>
              <a:gd name="connsiteX372" fmla="*/ 4191175 w 5158787"/>
              <a:gd name="connsiteY372" fmla="*/ 4426660 h 4489084"/>
              <a:gd name="connsiteX373" fmla="*/ 4180633 w 5158787"/>
              <a:gd name="connsiteY373" fmla="*/ 4408419 h 4489084"/>
              <a:gd name="connsiteX374" fmla="*/ 4180633 w 5158787"/>
              <a:gd name="connsiteY374" fmla="*/ 4406938 h 4489084"/>
              <a:gd name="connsiteX375" fmla="*/ 4191175 w 5158787"/>
              <a:gd name="connsiteY375" fmla="*/ 4388697 h 4489084"/>
              <a:gd name="connsiteX376" fmla="*/ 4192478 w 5158787"/>
              <a:gd name="connsiteY376" fmla="*/ 4387927 h 4489084"/>
              <a:gd name="connsiteX377" fmla="*/ 5003980 w 5158787"/>
              <a:gd name="connsiteY377" fmla="*/ 4387809 h 4489084"/>
              <a:gd name="connsiteX378" fmla="*/ 5025182 w 5158787"/>
              <a:gd name="connsiteY378" fmla="*/ 4387809 h 4489084"/>
              <a:gd name="connsiteX379" fmla="*/ 5026485 w 5158787"/>
              <a:gd name="connsiteY379" fmla="*/ 4388579 h 4489084"/>
              <a:gd name="connsiteX380" fmla="*/ 5037086 w 5158787"/>
              <a:gd name="connsiteY380" fmla="*/ 4406939 h 4489084"/>
              <a:gd name="connsiteX381" fmla="*/ 5037086 w 5158787"/>
              <a:gd name="connsiteY381" fmla="*/ 4408420 h 4489084"/>
              <a:gd name="connsiteX382" fmla="*/ 5026485 w 5158787"/>
              <a:gd name="connsiteY382" fmla="*/ 4426779 h 4489084"/>
              <a:gd name="connsiteX383" fmla="*/ 5025182 w 5158787"/>
              <a:gd name="connsiteY383" fmla="*/ 4427549 h 4489084"/>
              <a:gd name="connsiteX384" fmla="*/ 5003980 w 5158787"/>
              <a:gd name="connsiteY384" fmla="*/ 4427549 h 4489084"/>
              <a:gd name="connsiteX385" fmla="*/ 5002677 w 5158787"/>
              <a:gd name="connsiteY385" fmla="*/ 4426779 h 4489084"/>
              <a:gd name="connsiteX386" fmla="*/ 4992075 w 5158787"/>
              <a:gd name="connsiteY386" fmla="*/ 4408420 h 4489084"/>
              <a:gd name="connsiteX387" fmla="*/ 4992075 w 5158787"/>
              <a:gd name="connsiteY387" fmla="*/ 4406939 h 4489084"/>
              <a:gd name="connsiteX388" fmla="*/ 5002677 w 5158787"/>
              <a:gd name="connsiteY388" fmla="*/ 4388579 h 4489084"/>
              <a:gd name="connsiteX389" fmla="*/ 5003980 w 5158787"/>
              <a:gd name="connsiteY389" fmla="*/ 4387809 h 4489084"/>
              <a:gd name="connsiteX390" fmla="*/ 4124725 w 5158787"/>
              <a:gd name="connsiteY390" fmla="*/ 4387691 h 4489084"/>
              <a:gd name="connsiteX391" fmla="*/ 4146046 w 5158787"/>
              <a:gd name="connsiteY391" fmla="*/ 4387691 h 4489084"/>
              <a:gd name="connsiteX392" fmla="*/ 4147349 w 5158787"/>
              <a:gd name="connsiteY392" fmla="*/ 4388461 h 4489084"/>
              <a:gd name="connsiteX393" fmla="*/ 4158009 w 5158787"/>
              <a:gd name="connsiteY393" fmla="*/ 4406939 h 4489084"/>
              <a:gd name="connsiteX394" fmla="*/ 4158009 w 5158787"/>
              <a:gd name="connsiteY394" fmla="*/ 4408420 h 4489084"/>
              <a:gd name="connsiteX395" fmla="*/ 4147349 w 5158787"/>
              <a:gd name="connsiteY395" fmla="*/ 4426898 h 4489084"/>
              <a:gd name="connsiteX396" fmla="*/ 4146046 w 5158787"/>
              <a:gd name="connsiteY396" fmla="*/ 4427668 h 4489084"/>
              <a:gd name="connsiteX397" fmla="*/ 4124725 w 5158787"/>
              <a:gd name="connsiteY397" fmla="*/ 4427668 h 4489084"/>
              <a:gd name="connsiteX398" fmla="*/ 4123421 w 5158787"/>
              <a:gd name="connsiteY398" fmla="*/ 4426898 h 4489084"/>
              <a:gd name="connsiteX399" fmla="*/ 4112761 w 5158787"/>
              <a:gd name="connsiteY399" fmla="*/ 4408420 h 4489084"/>
              <a:gd name="connsiteX400" fmla="*/ 4112761 w 5158787"/>
              <a:gd name="connsiteY400" fmla="*/ 4406939 h 4489084"/>
              <a:gd name="connsiteX401" fmla="*/ 4123421 w 5158787"/>
              <a:gd name="connsiteY401" fmla="*/ 4388461 h 4489084"/>
              <a:gd name="connsiteX402" fmla="*/ 4124725 w 5158787"/>
              <a:gd name="connsiteY402" fmla="*/ 4387691 h 4489084"/>
              <a:gd name="connsiteX403" fmla="*/ 3921819 w 5158787"/>
              <a:gd name="connsiteY403" fmla="*/ 4387691 h 4489084"/>
              <a:gd name="connsiteX404" fmla="*/ 3943140 w 5158787"/>
              <a:gd name="connsiteY404" fmla="*/ 4387691 h 4489084"/>
              <a:gd name="connsiteX405" fmla="*/ 3944443 w 5158787"/>
              <a:gd name="connsiteY405" fmla="*/ 4388461 h 4489084"/>
              <a:gd name="connsiteX406" fmla="*/ 3955103 w 5158787"/>
              <a:gd name="connsiteY406" fmla="*/ 4406939 h 4489084"/>
              <a:gd name="connsiteX407" fmla="*/ 3955103 w 5158787"/>
              <a:gd name="connsiteY407" fmla="*/ 4408420 h 4489084"/>
              <a:gd name="connsiteX408" fmla="*/ 3944443 w 5158787"/>
              <a:gd name="connsiteY408" fmla="*/ 4426898 h 4489084"/>
              <a:gd name="connsiteX409" fmla="*/ 3943140 w 5158787"/>
              <a:gd name="connsiteY409" fmla="*/ 4427668 h 4489084"/>
              <a:gd name="connsiteX410" fmla="*/ 3921819 w 5158787"/>
              <a:gd name="connsiteY410" fmla="*/ 4427668 h 4489084"/>
              <a:gd name="connsiteX411" fmla="*/ 3920515 w 5158787"/>
              <a:gd name="connsiteY411" fmla="*/ 4426898 h 4489084"/>
              <a:gd name="connsiteX412" fmla="*/ 3909855 w 5158787"/>
              <a:gd name="connsiteY412" fmla="*/ 4408420 h 4489084"/>
              <a:gd name="connsiteX413" fmla="*/ 3909855 w 5158787"/>
              <a:gd name="connsiteY413" fmla="*/ 4406939 h 4489084"/>
              <a:gd name="connsiteX414" fmla="*/ 3920515 w 5158787"/>
              <a:gd name="connsiteY414" fmla="*/ 4388461 h 4489084"/>
              <a:gd name="connsiteX415" fmla="*/ 3921819 w 5158787"/>
              <a:gd name="connsiteY415" fmla="*/ 4387691 h 4489084"/>
              <a:gd name="connsiteX416" fmla="*/ 4057030 w 5158787"/>
              <a:gd name="connsiteY416" fmla="*/ 4387513 h 4489084"/>
              <a:gd name="connsiteX417" fmla="*/ 4078529 w 5158787"/>
              <a:gd name="connsiteY417" fmla="*/ 4387513 h 4489084"/>
              <a:gd name="connsiteX418" fmla="*/ 4079831 w 5158787"/>
              <a:gd name="connsiteY418" fmla="*/ 4388283 h 4489084"/>
              <a:gd name="connsiteX419" fmla="*/ 4090611 w 5158787"/>
              <a:gd name="connsiteY419" fmla="*/ 4406939 h 4489084"/>
              <a:gd name="connsiteX420" fmla="*/ 4090611 w 5158787"/>
              <a:gd name="connsiteY420" fmla="*/ 4408479 h 4489084"/>
              <a:gd name="connsiteX421" fmla="*/ 4079831 w 5158787"/>
              <a:gd name="connsiteY421" fmla="*/ 4427135 h 4489084"/>
              <a:gd name="connsiteX422" fmla="*/ 4078529 w 5158787"/>
              <a:gd name="connsiteY422" fmla="*/ 4427905 h 4489084"/>
              <a:gd name="connsiteX423" fmla="*/ 4057030 w 5158787"/>
              <a:gd name="connsiteY423" fmla="*/ 4427905 h 4489084"/>
              <a:gd name="connsiteX424" fmla="*/ 4055727 w 5158787"/>
              <a:gd name="connsiteY424" fmla="*/ 4427135 h 4489084"/>
              <a:gd name="connsiteX425" fmla="*/ 4044948 w 5158787"/>
              <a:gd name="connsiteY425" fmla="*/ 4408479 h 4489084"/>
              <a:gd name="connsiteX426" fmla="*/ 4044948 w 5158787"/>
              <a:gd name="connsiteY426" fmla="*/ 4406939 h 4489084"/>
              <a:gd name="connsiteX427" fmla="*/ 4055727 w 5158787"/>
              <a:gd name="connsiteY427" fmla="*/ 4388283 h 4489084"/>
              <a:gd name="connsiteX428" fmla="*/ 4057030 w 5158787"/>
              <a:gd name="connsiteY428" fmla="*/ 4387513 h 4489084"/>
              <a:gd name="connsiteX429" fmla="*/ 3854006 w 5158787"/>
              <a:gd name="connsiteY429" fmla="*/ 4387276 h 4489084"/>
              <a:gd name="connsiteX430" fmla="*/ 3875742 w 5158787"/>
              <a:gd name="connsiteY430" fmla="*/ 4387276 h 4489084"/>
              <a:gd name="connsiteX431" fmla="*/ 3877045 w 5158787"/>
              <a:gd name="connsiteY431" fmla="*/ 4388046 h 4489084"/>
              <a:gd name="connsiteX432" fmla="*/ 3887884 w 5158787"/>
              <a:gd name="connsiteY432" fmla="*/ 4406879 h 4489084"/>
              <a:gd name="connsiteX433" fmla="*/ 3887884 w 5158787"/>
              <a:gd name="connsiteY433" fmla="*/ 4408419 h 4489084"/>
              <a:gd name="connsiteX434" fmla="*/ 3876986 w 5158787"/>
              <a:gd name="connsiteY434" fmla="*/ 4427253 h 4489084"/>
              <a:gd name="connsiteX435" fmla="*/ 3875683 w 5158787"/>
              <a:gd name="connsiteY435" fmla="*/ 4428023 h 4489084"/>
              <a:gd name="connsiteX436" fmla="*/ 3853947 w 5158787"/>
              <a:gd name="connsiteY436" fmla="*/ 4428023 h 4489084"/>
              <a:gd name="connsiteX437" fmla="*/ 3852644 w 5158787"/>
              <a:gd name="connsiteY437" fmla="*/ 4427253 h 4489084"/>
              <a:gd name="connsiteX438" fmla="*/ 3841806 w 5158787"/>
              <a:gd name="connsiteY438" fmla="*/ 4408419 h 4489084"/>
              <a:gd name="connsiteX439" fmla="*/ 3841806 w 5158787"/>
              <a:gd name="connsiteY439" fmla="*/ 4406879 h 4489084"/>
              <a:gd name="connsiteX440" fmla="*/ 3852704 w 5158787"/>
              <a:gd name="connsiteY440" fmla="*/ 4388046 h 4489084"/>
              <a:gd name="connsiteX441" fmla="*/ 3854006 w 5158787"/>
              <a:gd name="connsiteY441" fmla="*/ 4387276 h 4489084"/>
              <a:gd name="connsiteX442" fmla="*/ 4935871 w 5158787"/>
              <a:gd name="connsiteY442" fmla="*/ 4386980 h 4489084"/>
              <a:gd name="connsiteX443" fmla="*/ 4957962 w 5158787"/>
              <a:gd name="connsiteY443" fmla="*/ 4386980 h 4489084"/>
              <a:gd name="connsiteX444" fmla="*/ 4959324 w 5158787"/>
              <a:gd name="connsiteY444" fmla="*/ 4387750 h 4489084"/>
              <a:gd name="connsiteX445" fmla="*/ 4970340 w 5158787"/>
              <a:gd name="connsiteY445" fmla="*/ 4406880 h 4489084"/>
              <a:gd name="connsiteX446" fmla="*/ 4970340 w 5158787"/>
              <a:gd name="connsiteY446" fmla="*/ 4408419 h 4489084"/>
              <a:gd name="connsiteX447" fmla="*/ 4959265 w 5158787"/>
              <a:gd name="connsiteY447" fmla="*/ 4427549 h 4489084"/>
              <a:gd name="connsiteX448" fmla="*/ 4957903 w 5158787"/>
              <a:gd name="connsiteY448" fmla="*/ 4428319 h 4489084"/>
              <a:gd name="connsiteX449" fmla="*/ 4935812 w 5158787"/>
              <a:gd name="connsiteY449" fmla="*/ 4428319 h 4489084"/>
              <a:gd name="connsiteX450" fmla="*/ 4934450 w 5158787"/>
              <a:gd name="connsiteY450" fmla="*/ 4427549 h 4489084"/>
              <a:gd name="connsiteX451" fmla="*/ 4923434 w 5158787"/>
              <a:gd name="connsiteY451" fmla="*/ 4408419 h 4489084"/>
              <a:gd name="connsiteX452" fmla="*/ 4923434 w 5158787"/>
              <a:gd name="connsiteY452" fmla="*/ 4406880 h 4489084"/>
              <a:gd name="connsiteX453" fmla="*/ 4934509 w 5158787"/>
              <a:gd name="connsiteY453" fmla="*/ 4387750 h 4489084"/>
              <a:gd name="connsiteX454" fmla="*/ 4935871 w 5158787"/>
              <a:gd name="connsiteY454" fmla="*/ 4386980 h 4489084"/>
              <a:gd name="connsiteX455" fmla="*/ 4462485 w 5158787"/>
              <a:gd name="connsiteY455" fmla="*/ 4386980 h 4489084"/>
              <a:gd name="connsiteX456" fmla="*/ 4484576 w 5158787"/>
              <a:gd name="connsiteY456" fmla="*/ 4386980 h 4489084"/>
              <a:gd name="connsiteX457" fmla="*/ 4485939 w 5158787"/>
              <a:gd name="connsiteY457" fmla="*/ 4387750 h 4489084"/>
              <a:gd name="connsiteX458" fmla="*/ 4496954 w 5158787"/>
              <a:gd name="connsiteY458" fmla="*/ 4406880 h 4489084"/>
              <a:gd name="connsiteX459" fmla="*/ 4496954 w 5158787"/>
              <a:gd name="connsiteY459" fmla="*/ 4408419 h 4489084"/>
              <a:gd name="connsiteX460" fmla="*/ 4485879 w 5158787"/>
              <a:gd name="connsiteY460" fmla="*/ 4427549 h 4489084"/>
              <a:gd name="connsiteX461" fmla="*/ 4484517 w 5158787"/>
              <a:gd name="connsiteY461" fmla="*/ 4428319 h 4489084"/>
              <a:gd name="connsiteX462" fmla="*/ 4462426 w 5158787"/>
              <a:gd name="connsiteY462" fmla="*/ 4428319 h 4489084"/>
              <a:gd name="connsiteX463" fmla="*/ 4461064 w 5158787"/>
              <a:gd name="connsiteY463" fmla="*/ 4427549 h 4489084"/>
              <a:gd name="connsiteX464" fmla="*/ 4450048 w 5158787"/>
              <a:gd name="connsiteY464" fmla="*/ 4408419 h 4489084"/>
              <a:gd name="connsiteX465" fmla="*/ 4450048 w 5158787"/>
              <a:gd name="connsiteY465" fmla="*/ 4406880 h 4489084"/>
              <a:gd name="connsiteX466" fmla="*/ 4461123 w 5158787"/>
              <a:gd name="connsiteY466" fmla="*/ 4387750 h 4489084"/>
              <a:gd name="connsiteX467" fmla="*/ 4462485 w 5158787"/>
              <a:gd name="connsiteY467" fmla="*/ 4386980 h 4489084"/>
              <a:gd name="connsiteX468" fmla="*/ 4868177 w 5158787"/>
              <a:gd name="connsiteY468" fmla="*/ 4386861 h 4489084"/>
              <a:gd name="connsiteX469" fmla="*/ 4890386 w 5158787"/>
              <a:gd name="connsiteY469" fmla="*/ 4386861 h 4489084"/>
              <a:gd name="connsiteX470" fmla="*/ 4891749 w 5158787"/>
              <a:gd name="connsiteY470" fmla="*/ 4387631 h 4489084"/>
              <a:gd name="connsiteX471" fmla="*/ 4902824 w 5158787"/>
              <a:gd name="connsiteY471" fmla="*/ 4406879 h 4489084"/>
              <a:gd name="connsiteX472" fmla="*/ 4902824 w 5158787"/>
              <a:gd name="connsiteY472" fmla="*/ 4408419 h 4489084"/>
              <a:gd name="connsiteX473" fmla="*/ 4891749 w 5158787"/>
              <a:gd name="connsiteY473" fmla="*/ 4427667 h 4489084"/>
              <a:gd name="connsiteX474" fmla="*/ 4890386 w 5158787"/>
              <a:gd name="connsiteY474" fmla="*/ 4428437 h 4489084"/>
              <a:gd name="connsiteX475" fmla="*/ 4868177 w 5158787"/>
              <a:gd name="connsiteY475" fmla="*/ 4428437 h 4489084"/>
              <a:gd name="connsiteX476" fmla="*/ 4866815 w 5158787"/>
              <a:gd name="connsiteY476" fmla="*/ 4427667 h 4489084"/>
              <a:gd name="connsiteX477" fmla="*/ 4855740 w 5158787"/>
              <a:gd name="connsiteY477" fmla="*/ 4408419 h 4489084"/>
              <a:gd name="connsiteX478" fmla="*/ 4855740 w 5158787"/>
              <a:gd name="connsiteY478" fmla="*/ 4406879 h 4489084"/>
              <a:gd name="connsiteX479" fmla="*/ 4866815 w 5158787"/>
              <a:gd name="connsiteY479" fmla="*/ 4387631 h 4489084"/>
              <a:gd name="connsiteX480" fmla="*/ 4868177 w 5158787"/>
              <a:gd name="connsiteY480" fmla="*/ 4386861 h 4489084"/>
              <a:gd name="connsiteX481" fmla="*/ 4327096 w 5158787"/>
              <a:gd name="connsiteY481" fmla="*/ 4386743 h 4489084"/>
              <a:gd name="connsiteX482" fmla="*/ 4349424 w 5158787"/>
              <a:gd name="connsiteY482" fmla="*/ 4386743 h 4489084"/>
              <a:gd name="connsiteX483" fmla="*/ 4350786 w 5158787"/>
              <a:gd name="connsiteY483" fmla="*/ 4387513 h 4489084"/>
              <a:gd name="connsiteX484" fmla="*/ 4361921 w 5158787"/>
              <a:gd name="connsiteY484" fmla="*/ 4406820 h 4489084"/>
              <a:gd name="connsiteX485" fmla="*/ 4361921 w 5158787"/>
              <a:gd name="connsiteY485" fmla="*/ 4408420 h 4489084"/>
              <a:gd name="connsiteX486" fmla="*/ 4350786 w 5158787"/>
              <a:gd name="connsiteY486" fmla="*/ 4427727 h 4489084"/>
              <a:gd name="connsiteX487" fmla="*/ 4349424 w 5158787"/>
              <a:gd name="connsiteY487" fmla="*/ 4428497 h 4489084"/>
              <a:gd name="connsiteX488" fmla="*/ 4327096 w 5158787"/>
              <a:gd name="connsiteY488" fmla="*/ 4428497 h 4489084"/>
              <a:gd name="connsiteX489" fmla="*/ 4325734 w 5158787"/>
              <a:gd name="connsiteY489" fmla="*/ 4427727 h 4489084"/>
              <a:gd name="connsiteX490" fmla="*/ 4314600 w 5158787"/>
              <a:gd name="connsiteY490" fmla="*/ 4408420 h 4489084"/>
              <a:gd name="connsiteX491" fmla="*/ 4314600 w 5158787"/>
              <a:gd name="connsiteY491" fmla="*/ 4406820 h 4489084"/>
              <a:gd name="connsiteX492" fmla="*/ 4325734 w 5158787"/>
              <a:gd name="connsiteY492" fmla="*/ 4387513 h 4489084"/>
              <a:gd name="connsiteX493" fmla="*/ 4327096 w 5158787"/>
              <a:gd name="connsiteY493" fmla="*/ 4386743 h 4489084"/>
              <a:gd name="connsiteX494" fmla="*/ 4394732 w 5158787"/>
              <a:gd name="connsiteY494" fmla="*/ 4386684 h 4489084"/>
              <a:gd name="connsiteX495" fmla="*/ 4417119 w 5158787"/>
              <a:gd name="connsiteY495" fmla="*/ 4386684 h 4489084"/>
              <a:gd name="connsiteX496" fmla="*/ 4418481 w 5158787"/>
              <a:gd name="connsiteY496" fmla="*/ 4387454 h 4489084"/>
              <a:gd name="connsiteX497" fmla="*/ 4429675 w 5158787"/>
              <a:gd name="connsiteY497" fmla="*/ 4406880 h 4489084"/>
              <a:gd name="connsiteX498" fmla="*/ 4429675 w 5158787"/>
              <a:gd name="connsiteY498" fmla="*/ 4408479 h 4489084"/>
              <a:gd name="connsiteX499" fmla="*/ 4418481 w 5158787"/>
              <a:gd name="connsiteY499" fmla="*/ 4427905 h 4489084"/>
              <a:gd name="connsiteX500" fmla="*/ 4417119 w 5158787"/>
              <a:gd name="connsiteY500" fmla="*/ 4428675 h 4489084"/>
              <a:gd name="connsiteX501" fmla="*/ 4394732 w 5158787"/>
              <a:gd name="connsiteY501" fmla="*/ 4428675 h 4489084"/>
              <a:gd name="connsiteX502" fmla="*/ 4393370 w 5158787"/>
              <a:gd name="connsiteY502" fmla="*/ 4427905 h 4489084"/>
              <a:gd name="connsiteX503" fmla="*/ 4382176 w 5158787"/>
              <a:gd name="connsiteY503" fmla="*/ 4408479 h 4489084"/>
              <a:gd name="connsiteX504" fmla="*/ 4382176 w 5158787"/>
              <a:gd name="connsiteY504" fmla="*/ 4406880 h 4489084"/>
              <a:gd name="connsiteX505" fmla="*/ 4393370 w 5158787"/>
              <a:gd name="connsiteY505" fmla="*/ 4387454 h 4489084"/>
              <a:gd name="connsiteX506" fmla="*/ 4394732 w 5158787"/>
              <a:gd name="connsiteY506" fmla="*/ 4386684 h 4489084"/>
              <a:gd name="connsiteX507" fmla="*/ 4597459 w 5158787"/>
              <a:gd name="connsiteY507" fmla="*/ 4386447 h 4489084"/>
              <a:gd name="connsiteX508" fmla="*/ 4620083 w 5158787"/>
              <a:gd name="connsiteY508" fmla="*/ 4386447 h 4489084"/>
              <a:gd name="connsiteX509" fmla="*/ 4621445 w 5158787"/>
              <a:gd name="connsiteY509" fmla="*/ 4387276 h 4489084"/>
              <a:gd name="connsiteX510" fmla="*/ 4632757 w 5158787"/>
              <a:gd name="connsiteY510" fmla="*/ 4406880 h 4489084"/>
              <a:gd name="connsiteX511" fmla="*/ 4632757 w 5158787"/>
              <a:gd name="connsiteY511" fmla="*/ 4408479 h 4489084"/>
              <a:gd name="connsiteX512" fmla="*/ 4621445 w 5158787"/>
              <a:gd name="connsiteY512" fmla="*/ 4428082 h 4489084"/>
              <a:gd name="connsiteX513" fmla="*/ 4620083 w 5158787"/>
              <a:gd name="connsiteY513" fmla="*/ 4428911 h 4489084"/>
              <a:gd name="connsiteX514" fmla="*/ 4597459 w 5158787"/>
              <a:gd name="connsiteY514" fmla="*/ 4428911 h 4489084"/>
              <a:gd name="connsiteX515" fmla="*/ 4596097 w 5158787"/>
              <a:gd name="connsiteY515" fmla="*/ 4428082 h 4489084"/>
              <a:gd name="connsiteX516" fmla="*/ 4584785 w 5158787"/>
              <a:gd name="connsiteY516" fmla="*/ 4408479 h 4489084"/>
              <a:gd name="connsiteX517" fmla="*/ 4584785 w 5158787"/>
              <a:gd name="connsiteY517" fmla="*/ 4406880 h 4489084"/>
              <a:gd name="connsiteX518" fmla="*/ 4596097 w 5158787"/>
              <a:gd name="connsiteY518" fmla="*/ 4387276 h 4489084"/>
              <a:gd name="connsiteX519" fmla="*/ 4597459 w 5158787"/>
              <a:gd name="connsiteY519" fmla="*/ 4386447 h 4489084"/>
              <a:gd name="connsiteX520" fmla="*/ 4732669 w 5158787"/>
              <a:gd name="connsiteY520" fmla="*/ 4386388 h 4489084"/>
              <a:gd name="connsiteX521" fmla="*/ 4755412 w 5158787"/>
              <a:gd name="connsiteY521" fmla="*/ 4386388 h 4489084"/>
              <a:gd name="connsiteX522" fmla="*/ 4756774 w 5158787"/>
              <a:gd name="connsiteY522" fmla="*/ 4387217 h 4489084"/>
              <a:gd name="connsiteX523" fmla="*/ 4768146 w 5158787"/>
              <a:gd name="connsiteY523" fmla="*/ 4406939 h 4489084"/>
              <a:gd name="connsiteX524" fmla="*/ 4768146 w 5158787"/>
              <a:gd name="connsiteY524" fmla="*/ 4408538 h 4489084"/>
              <a:gd name="connsiteX525" fmla="*/ 4756774 w 5158787"/>
              <a:gd name="connsiteY525" fmla="*/ 4428260 h 4489084"/>
              <a:gd name="connsiteX526" fmla="*/ 4755412 w 5158787"/>
              <a:gd name="connsiteY526" fmla="*/ 4429089 h 4489084"/>
              <a:gd name="connsiteX527" fmla="*/ 4732669 w 5158787"/>
              <a:gd name="connsiteY527" fmla="*/ 4429089 h 4489084"/>
              <a:gd name="connsiteX528" fmla="*/ 4731307 w 5158787"/>
              <a:gd name="connsiteY528" fmla="*/ 4428260 h 4489084"/>
              <a:gd name="connsiteX529" fmla="*/ 4719936 w 5158787"/>
              <a:gd name="connsiteY529" fmla="*/ 4408538 h 4489084"/>
              <a:gd name="connsiteX530" fmla="*/ 4719936 w 5158787"/>
              <a:gd name="connsiteY530" fmla="*/ 4406939 h 4489084"/>
              <a:gd name="connsiteX531" fmla="*/ 4731307 w 5158787"/>
              <a:gd name="connsiteY531" fmla="*/ 4387217 h 4489084"/>
              <a:gd name="connsiteX532" fmla="*/ 4732669 w 5158787"/>
              <a:gd name="connsiteY532" fmla="*/ 4386388 h 4489084"/>
              <a:gd name="connsiteX533" fmla="*/ 3785838 w 5158787"/>
              <a:gd name="connsiteY533" fmla="*/ 4386388 h 4489084"/>
              <a:gd name="connsiteX534" fmla="*/ 3808581 w 5158787"/>
              <a:gd name="connsiteY534" fmla="*/ 4386388 h 4489084"/>
              <a:gd name="connsiteX535" fmla="*/ 3809943 w 5158787"/>
              <a:gd name="connsiteY535" fmla="*/ 4387217 h 4489084"/>
              <a:gd name="connsiteX536" fmla="*/ 3821314 w 5158787"/>
              <a:gd name="connsiteY536" fmla="*/ 4406939 h 4489084"/>
              <a:gd name="connsiteX537" fmla="*/ 3821314 w 5158787"/>
              <a:gd name="connsiteY537" fmla="*/ 4408538 h 4489084"/>
              <a:gd name="connsiteX538" fmla="*/ 3809943 w 5158787"/>
              <a:gd name="connsiteY538" fmla="*/ 4428260 h 4489084"/>
              <a:gd name="connsiteX539" fmla="*/ 3808581 w 5158787"/>
              <a:gd name="connsiteY539" fmla="*/ 4429089 h 4489084"/>
              <a:gd name="connsiteX540" fmla="*/ 3785838 w 5158787"/>
              <a:gd name="connsiteY540" fmla="*/ 4429089 h 4489084"/>
              <a:gd name="connsiteX541" fmla="*/ 3784476 w 5158787"/>
              <a:gd name="connsiteY541" fmla="*/ 4428260 h 4489084"/>
              <a:gd name="connsiteX542" fmla="*/ 3773105 w 5158787"/>
              <a:gd name="connsiteY542" fmla="*/ 4408538 h 4489084"/>
              <a:gd name="connsiteX543" fmla="*/ 3773105 w 5158787"/>
              <a:gd name="connsiteY543" fmla="*/ 4406939 h 4489084"/>
              <a:gd name="connsiteX544" fmla="*/ 3784476 w 5158787"/>
              <a:gd name="connsiteY544" fmla="*/ 4387217 h 4489084"/>
              <a:gd name="connsiteX545" fmla="*/ 3785838 w 5158787"/>
              <a:gd name="connsiteY545" fmla="*/ 4386388 h 4489084"/>
              <a:gd name="connsiteX546" fmla="*/ 4800246 w 5158787"/>
              <a:gd name="connsiteY546" fmla="*/ 4386269 h 4489084"/>
              <a:gd name="connsiteX547" fmla="*/ 4823106 w 5158787"/>
              <a:gd name="connsiteY547" fmla="*/ 4386269 h 4489084"/>
              <a:gd name="connsiteX548" fmla="*/ 4824528 w 5158787"/>
              <a:gd name="connsiteY548" fmla="*/ 4387098 h 4489084"/>
              <a:gd name="connsiteX549" fmla="*/ 4835959 w 5158787"/>
              <a:gd name="connsiteY549" fmla="*/ 4406880 h 4489084"/>
              <a:gd name="connsiteX550" fmla="*/ 4835959 w 5158787"/>
              <a:gd name="connsiteY550" fmla="*/ 4408478 h 4489084"/>
              <a:gd name="connsiteX551" fmla="*/ 4824528 w 5158787"/>
              <a:gd name="connsiteY551" fmla="*/ 4428260 h 4489084"/>
              <a:gd name="connsiteX552" fmla="*/ 4823106 w 5158787"/>
              <a:gd name="connsiteY552" fmla="*/ 4429089 h 4489084"/>
              <a:gd name="connsiteX553" fmla="*/ 4800246 w 5158787"/>
              <a:gd name="connsiteY553" fmla="*/ 4429089 h 4489084"/>
              <a:gd name="connsiteX554" fmla="*/ 4798824 w 5158787"/>
              <a:gd name="connsiteY554" fmla="*/ 4428260 h 4489084"/>
              <a:gd name="connsiteX555" fmla="*/ 4787394 w 5158787"/>
              <a:gd name="connsiteY555" fmla="*/ 4408478 h 4489084"/>
              <a:gd name="connsiteX556" fmla="*/ 4787394 w 5158787"/>
              <a:gd name="connsiteY556" fmla="*/ 4406880 h 4489084"/>
              <a:gd name="connsiteX557" fmla="*/ 4798824 w 5158787"/>
              <a:gd name="connsiteY557" fmla="*/ 4387098 h 4489084"/>
              <a:gd name="connsiteX558" fmla="*/ 4800246 w 5158787"/>
              <a:gd name="connsiteY558" fmla="*/ 4386269 h 4489084"/>
              <a:gd name="connsiteX559" fmla="*/ 4529705 w 5158787"/>
              <a:gd name="connsiteY559" fmla="*/ 4386269 h 4489084"/>
              <a:gd name="connsiteX560" fmla="*/ 4552566 w 5158787"/>
              <a:gd name="connsiteY560" fmla="*/ 4386269 h 4489084"/>
              <a:gd name="connsiteX561" fmla="*/ 4553988 w 5158787"/>
              <a:gd name="connsiteY561" fmla="*/ 4387098 h 4489084"/>
              <a:gd name="connsiteX562" fmla="*/ 4565418 w 5158787"/>
              <a:gd name="connsiteY562" fmla="*/ 4406880 h 4489084"/>
              <a:gd name="connsiteX563" fmla="*/ 4565418 w 5158787"/>
              <a:gd name="connsiteY563" fmla="*/ 4408478 h 4489084"/>
              <a:gd name="connsiteX564" fmla="*/ 4553988 w 5158787"/>
              <a:gd name="connsiteY564" fmla="*/ 4428260 h 4489084"/>
              <a:gd name="connsiteX565" fmla="*/ 4552566 w 5158787"/>
              <a:gd name="connsiteY565" fmla="*/ 4429089 h 4489084"/>
              <a:gd name="connsiteX566" fmla="*/ 4529705 w 5158787"/>
              <a:gd name="connsiteY566" fmla="*/ 4429089 h 4489084"/>
              <a:gd name="connsiteX567" fmla="*/ 4528284 w 5158787"/>
              <a:gd name="connsiteY567" fmla="*/ 4428260 h 4489084"/>
              <a:gd name="connsiteX568" fmla="*/ 4516853 w 5158787"/>
              <a:gd name="connsiteY568" fmla="*/ 4408478 h 4489084"/>
              <a:gd name="connsiteX569" fmla="*/ 4516853 w 5158787"/>
              <a:gd name="connsiteY569" fmla="*/ 4406880 h 4489084"/>
              <a:gd name="connsiteX570" fmla="*/ 4528284 w 5158787"/>
              <a:gd name="connsiteY570" fmla="*/ 4387098 h 4489084"/>
              <a:gd name="connsiteX571" fmla="*/ 4529705 w 5158787"/>
              <a:gd name="connsiteY571" fmla="*/ 4386269 h 4489084"/>
              <a:gd name="connsiteX572" fmla="*/ 3650450 w 5158787"/>
              <a:gd name="connsiteY572" fmla="*/ 4386151 h 4489084"/>
              <a:gd name="connsiteX573" fmla="*/ 3673429 w 5158787"/>
              <a:gd name="connsiteY573" fmla="*/ 4386151 h 4489084"/>
              <a:gd name="connsiteX574" fmla="*/ 3674851 w 5158787"/>
              <a:gd name="connsiteY574" fmla="*/ 4386980 h 4489084"/>
              <a:gd name="connsiteX575" fmla="*/ 3686341 w 5158787"/>
              <a:gd name="connsiteY575" fmla="*/ 4406880 h 4489084"/>
              <a:gd name="connsiteX576" fmla="*/ 3686341 w 5158787"/>
              <a:gd name="connsiteY576" fmla="*/ 4408479 h 4489084"/>
              <a:gd name="connsiteX577" fmla="*/ 3674851 w 5158787"/>
              <a:gd name="connsiteY577" fmla="*/ 4428379 h 4489084"/>
              <a:gd name="connsiteX578" fmla="*/ 3673429 w 5158787"/>
              <a:gd name="connsiteY578" fmla="*/ 4429207 h 4489084"/>
              <a:gd name="connsiteX579" fmla="*/ 3650450 w 5158787"/>
              <a:gd name="connsiteY579" fmla="*/ 4429207 h 4489084"/>
              <a:gd name="connsiteX580" fmla="*/ 3649029 w 5158787"/>
              <a:gd name="connsiteY580" fmla="*/ 4428379 h 4489084"/>
              <a:gd name="connsiteX581" fmla="*/ 3637539 w 5158787"/>
              <a:gd name="connsiteY581" fmla="*/ 4408479 h 4489084"/>
              <a:gd name="connsiteX582" fmla="*/ 3637539 w 5158787"/>
              <a:gd name="connsiteY582" fmla="*/ 4406880 h 4489084"/>
              <a:gd name="connsiteX583" fmla="*/ 3649029 w 5158787"/>
              <a:gd name="connsiteY583" fmla="*/ 4386980 h 4489084"/>
              <a:gd name="connsiteX584" fmla="*/ 3650450 w 5158787"/>
              <a:gd name="connsiteY584" fmla="*/ 4386151 h 4489084"/>
              <a:gd name="connsiteX585" fmla="*/ 3447486 w 5158787"/>
              <a:gd name="connsiteY585" fmla="*/ 4385973 h 4489084"/>
              <a:gd name="connsiteX586" fmla="*/ 3470643 w 5158787"/>
              <a:gd name="connsiteY586" fmla="*/ 4385973 h 4489084"/>
              <a:gd name="connsiteX587" fmla="*/ 3472064 w 5158787"/>
              <a:gd name="connsiteY587" fmla="*/ 4386802 h 4489084"/>
              <a:gd name="connsiteX588" fmla="*/ 3483673 w 5158787"/>
              <a:gd name="connsiteY588" fmla="*/ 4406880 h 4489084"/>
              <a:gd name="connsiteX589" fmla="*/ 3483673 w 5158787"/>
              <a:gd name="connsiteY589" fmla="*/ 4408538 h 4489084"/>
              <a:gd name="connsiteX590" fmla="*/ 3472064 w 5158787"/>
              <a:gd name="connsiteY590" fmla="*/ 4428615 h 4489084"/>
              <a:gd name="connsiteX591" fmla="*/ 3470643 w 5158787"/>
              <a:gd name="connsiteY591" fmla="*/ 4429444 h 4489084"/>
              <a:gd name="connsiteX592" fmla="*/ 3447486 w 5158787"/>
              <a:gd name="connsiteY592" fmla="*/ 4429444 h 4489084"/>
              <a:gd name="connsiteX593" fmla="*/ 3446064 w 5158787"/>
              <a:gd name="connsiteY593" fmla="*/ 4428615 h 4489084"/>
              <a:gd name="connsiteX594" fmla="*/ 3434456 w 5158787"/>
              <a:gd name="connsiteY594" fmla="*/ 4408538 h 4489084"/>
              <a:gd name="connsiteX595" fmla="*/ 3434456 w 5158787"/>
              <a:gd name="connsiteY595" fmla="*/ 4406880 h 4489084"/>
              <a:gd name="connsiteX596" fmla="*/ 3446064 w 5158787"/>
              <a:gd name="connsiteY596" fmla="*/ 4386802 h 4489084"/>
              <a:gd name="connsiteX597" fmla="*/ 3447486 w 5158787"/>
              <a:gd name="connsiteY597" fmla="*/ 4385973 h 4489084"/>
              <a:gd name="connsiteX598" fmla="*/ 3582637 w 5158787"/>
              <a:gd name="connsiteY598" fmla="*/ 4385736 h 4489084"/>
              <a:gd name="connsiteX599" fmla="*/ 3606031 w 5158787"/>
              <a:gd name="connsiteY599" fmla="*/ 4385736 h 4489084"/>
              <a:gd name="connsiteX600" fmla="*/ 3607452 w 5158787"/>
              <a:gd name="connsiteY600" fmla="*/ 4386565 h 4489084"/>
              <a:gd name="connsiteX601" fmla="*/ 3619120 w 5158787"/>
              <a:gd name="connsiteY601" fmla="*/ 4406820 h 4489084"/>
              <a:gd name="connsiteX602" fmla="*/ 3619120 w 5158787"/>
              <a:gd name="connsiteY602" fmla="*/ 4408478 h 4489084"/>
              <a:gd name="connsiteX603" fmla="*/ 3607393 w 5158787"/>
              <a:gd name="connsiteY603" fmla="*/ 4428733 h 4489084"/>
              <a:gd name="connsiteX604" fmla="*/ 3605971 w 5158787"/>
              <a:gd name="connsiteY604" fmla="*/ 4429562 h 4489084"/>
              <a:gd name="connsiteX605" fmla="*/ 3582578 w 5158787"/>
              <a:gd name="connsiteY605" fmla="*/ 4429562 h 4489084"/>
              <a:gd name="connsiteX606" fmla="*/ 3581156 w 5158787"/>
              <a:gd name="connsiteY606" fmla="*/ 4428733 h 4489084"/>
              <a:gd name="connsiteX607" fmla="*/ 3569489 w 5158787"/>
              <a:gd name="connsiteY607" fmla="*/ 4408478 h 4489084"/>
              <a:gd name="connsiteX608" fmla="*/ 3569489 w 5158787"/>
              <a:gd name="connsiteY608" fmla="*/ 4406820 h 4489084"/>
              <a:gd name="connsiteX609" fmla="*/ 3581216 w 5158787"/>
              <a:gd name="connsiteY609" fmla="*/ 4386565 h 4489084"/>
              <a:gd name="connsiteX610" fmla="*/ 3582637 w 5158787"/>
              <a:gd name="connsiteY610" fmla="*/ 4385736 h 4489084"/>
              <a:gd name="connsiteX611" fmla="*/ 4258869 w 5158787"/>
              <a:gd name="connsiteY611" fmla="*/ 4385618 h 4489084"/>
              <a:gd name="connsiteX612" fmla="*/ 4282382 w 5158787"/>
              <a:gd name="connsiteY612" fmla="*/ 4385618 h 4489084"/>
              <a:gd name="connsiteX613" fmla="*/ 4283803 w 5158787"/>
              <a:gd name="connsiteY613" fmla="*/ 4386447 h 4489084"/>
              <a:gd name="connsiteX614" fmla="*/ 4295530 w 5158787"/>
              <a:gd name="connsiteY614" fmla="*/ 4406821 h 4489084"/>
              <a:gd name="connsiteX615" fmla="*/ 4295530 w 5158787"/>
              <a:gd name="connsiteY615" fmla="*/ 4408479 h 4489084"/>
              <a:gd name="connsiteX616" fmla="*/ 4283744 w 5158787"/>
              <a:gd name="connsiteY616" fmla="*/ 4428852 h 4489084"/>
              <a:gd name="connsiteX617" fmla="*/ 4282322 w 5158787"/>
              <a:gd name="connsiteY617" fmla="*/ 4429681 h 4489084"/>
              <a:gd name="connsiteX618" fmla="*/ 4258810 w 5158787"/>
              <a:gd name="connsiteY618" fmla="*/ 4429681 h 4489084"/>
              <a:gd name="connsiteX619" fmla="*/ 4257388 w 5158787"/>
              <a:gd name="connsiteY619" fmla="*/ 4428852 h 4489084"/>
              <a:gd name="connsiteX620" fmla="*/ 4245662 w 5158787"/>
              <a:gd name="connsiteY620" fmla="*/ 4408479 h 4489084"/>
              <a:gd name="connsiteX621" fmla="*/ 4245662 w 5158787"/>
              <a:gd name="connsiteY621" fmla="*/ 4406821 h 4489084"/>
              <a:gd name="connsiteX622" fmla="*/ 4257448 w 5158787"/>
              <a:gd name="connsiteY622" fmla="*/ 4386447 h 4489084"/>
              <a:gd name="connsiteX623" fmla="*/ 4258869 w 5158787"/>
              <a:gd name="connsiteY623" fmla="*/ 4385618 h 4489084"/>
              <a:gd name="connsiteX624" fmla="*/ 3717847 w 5158787"/>
              <a:gd name="connsiteY624" fmla="*/ 4385618 h 4489084"/>
              <a:gd name="connsiteX625" fmla="*/ 3741360 w 5158787"/>
              <a:gd name="connsiteY625" fmla="*/ 4385618 h 4489084"/>
              <a:gd name="connsiteX626" fmla="*/ 3742782 w 5158787"/>
              <a:gd name="connsiteY626" fmla="*/ 4386447 h 4489084"/>
              <a:gd name="connsiteX627" fmla="*/ 3754508 w 5158787"/>
              <a:gd name="connsiteY627" fmla="*/ 4406821 h 4489084"/>
              <a:gd name="connsiteX628" fmla="*/ 3754508 w 5158787"/>
              <a:gd name="connsiteY628" fmla="*/ 4408479 h 4489084"/>
              <a:gd name="connsiteX629" fmla="*/ 3742722 w 5158787"/>
              <a:gd name="connsiteY629" fmla="*/ 4428852 h 4489084"/>
              <a:gd name="connsiteX630" fmla="*/ 3741301 w 5158787"/>
              <a:gd name="connsiteY630" fmla="*/ 4429681 h 4489084"/>
              <a:gd name="connsiteX631" fmla="*/ 3717788 w 5158787"/>
              <a:gd name="connsiteY631" fmla="*/ 4429681 h 4489084"/>
              <a:gd name="connsiteX632" fmla="*/ 3716367 w 5158787"/>
              <a:gd name="connsiteY632" fmla="*/ 4428852 h 4489084"/>
              <a:gd name="connsiteX633" fmla="*/ 3704640 w 5158787"/>
              <a:gd name="connsiteY633" fmla="*/ 4408479 h 4489084"/>
              <a:gd name="connsiteX634" fmla="*/ 3704640 w 5158787"/>
              <a:gd name="connsiteY634" fmla="*/ 4406821 h 4489084"/>
              <a:gd name="connsiteX635" fmla="*/ 3716426 w 5158787"/>
              <a:gd name="connsiteY635" fmla="*/ 4386447 h 4489084"/>
              <a:gd name="connsiteX636" fmla="*/ 3717847 w 5158787"/>
              <a:gd name="connsiteY636" fmla="*/ 4385618 h 4489084"/>
              <a:gd name="connsiteX637" fmla="*/ 4664502 w 5158787"/>
              <a:gd name="connsiteY637" fmla="*/ 4385321 h 4489084"/>
              <a:gd name="connsiteX638" fmla="*/ 4688369 w 5158787"/>
              <a:gd name="connsiteY638" fmla="*/ 4385321 h 4489084"/>
              <a:gd name="connsiteX639" fmla="*/ 4689850 w 5158787"/>
              <a:gd name="connsiteY639" fmla="*/ 4386150 h 4489084"/>
              <a:gd name="connsiteX640" fmla="*/ 4701754 w 5158787"/>
              <a:gd name="connsiteY640" fmla="*/ 4406820 h 4489084"/>
              <a:gd name="connsiteX641" fmla="*/ 4701754 w 5158787"/>
              <a:gd name="connsiteY641" fmla="*/ 4408478 h 4489084"/>
              <a:gd name="connsiteX642" fmla="*/ 4689850 w 5158787"/>
              <a:gd name="connsiteY642" fmla="*/ 4429148 h 4489084"/>
              <a:gd name="connsiteX643" fmla="*/ 4688369 w 5158787"/>
              <a:gd name="connsiteY643" fmla="*/ 4429977 h 4489084"/>
              <a:gd name="connsiteX644" fmla="*/ 4664502 w 5158787"/>
              <a:gd name="connsiteY644" fmla="*/ 4429977 h 4489084"/>
              <a:gd name="connsiteX645" fmla="*/ 4663022 w 5158787"/>
              <a:gd name="connsiteY645" fmla="*/ 4429148 h 4489084"/>
              <a:gd name="connsiteX646" fmla="*/ 4651117 w 5158787"/>
              <a:gd name="connsiteY646" fmla="*/ 4408478 h 4489084"/>
              <a:gd name="connsiteX647" fmla="*/ 4651117 w 5158787"/>
              <a:gd name="connsiteY647" fmla="*/ 4406820 h 4489084"/>
              <a:gd name="connsiteX648" fmla="*/ 4663022 w 5158787"/>
              <a:gd name="connsiteY648" fmla="*/ 4386150 h 4489084"/>
              <a:gd name="connsiteX649" fmla="*/ 4664502 w 5158787"/>
              <a:gd name="connsiteY649" fmla="*/ 4385321 h 4489084"/>
              <a:gd name="connsiteX650" fmla="*/ 3514765 w 5158787"/>
              <a:gd name="connsiteY650" fmla="*/ 4385321 h 4489084"/>
              <a:gd name="connsiteX651" fmla="*/ 3538632 w 5158787"/>
              <a:gd name="connsiteY651" fmla="*/ 4385321 h 4489084"/>
              <a:gd name="connsiteX652" fmla="*/ 3540113 w 5158787"/>
              <a:gd name="connsiteY652" fmla="*/ 4386150 h 4489084"/>
              <a:gd name="connsiteX653" fmla="*/ 3552017 w 5158787"/>
              <a:gd name="connsiteY653" fmla="*/ 4406820 h 4489084"/>
              <a:gd name="connsiteX654" fmla="*/ 3552017 w 5158787"/>
              <a:gd name="connsiteY654" fmla="*/ 4408478 h 4489084"/>
              <a:gd name="connsiteX655" fmla="*/ 3540113 w 5158787"/>
              <a:gd name="connsiteY655" fmla="*/ 4429148 h 4489084"/>
              <a:gd name="connsiteX656" fmla="*/ 3538632 w 5158787"/>
              <a:gd name="connsiteY656" fmla="*/ 4429977 h 4489084"/>
              <a:gd name="connsiteX657" fmla="*/ 3514765 w 5158787"/>
              <a:gd name="connsiteY657" fmla="*/ 4429977 h 4489084"/>
              <a:gd name="connsiteX658" fmla="*/ 3513285 w 5158787"/>
              <a:gd name="connsiteY658" fmla="*/ 4429148 h 4489084"/>
              <a:gd name="connsiteX659" fmla="*/ 3501380 w 5158787"/>
              <a:gd name="connsiteY659" fmla="*/ 4408478 h 4489084"/>
              <a:gd name="connsiteX660" fmla="*/ 3501380 w 5158787"/>
              <a:gd name="connsiteY660" fmla="*/ 4406820 h 4489084"/>
              <a:gd name="connsiteX661" fmla="*/ 3513285 w 5158787"/>
              <a:gd name="connsiteY661" fmla="*/ 4386150 h 4489084"/>
              <a:gd name="connsiteX662" fmla="*/ 3514765 w 5158787"/>
              <a:gd name="connsiteY662" fmla="*/ 4385321 h 4489084"/>
              <a:gd name="connsiteX663" fmla="*/ 3384648 w 5158787"/>
              <a:gd name="connsiteY663" fmla="*/ 4336342 h 4489084"/>
              <a:gd name="connsiteX664" fmla="*/ 3398210 w 5158787"/>
              <a:gd name="connsiteY664" fmla="*/ 4336342 h 4489084"/>
              <a:gd name="connsiteX665" fmla="*/ 3399040 w 5158787"/>
              <a:gd name="connsiteY665" fmla="*/ 4336816 h 4489084"/>
              <a:gd name="connsiteX666" fmla="*/ 3405851 w 5158787"/>
              <a:gd name="connsiteY666" fmla="*/ 4348602 h 4489084"/>
              <a:gd name="connsiteX667" fmla="*/ 3405851 w 5158787"/>
              <a:gd name="connsiteY667" fmla="*/ 4349549 h 4489084"/>
              <a:gd name="connsiteX668" fmla="*/ 3399040 w 5158787"/>
              <a:gd name="connsiteY668" fmla="*/ 4361335 h 4489084"/>
              <a:gd name="connsiteX669" fmla="*/ 3398210 w 5158787"/>
              <a:gd name="connsiteY669" fmla="*/ 4361809 h 4489084"/>
              <a:gd name="connsiteX670" fmla="*/ 3384648 w 5158787"/>
              <a:gd name="connsiteY670" fmla="*/ 4361809 h 4489084"/>
              <a:gd name="connsiteX671" fmla="*/ 3383818 w 5158787"/>
              <a:gd name="connsiteY671" fmla="*/ 4361335 h 4489084"/>
              <a:gd name="connsiteX672" fmla="*/ 3377008 w 5158787"/>
              <a:gd name="connsiteY672" fmla="*/ 4349549 h 4489084"/>
              <a:gd name="connsiteX673" fmla="*/ 3377008 w 5158787"/>
              <a:gd name="connsiteY673" fmla="*/ 4348602 h 4489084"/>
              <a:gd name="connsiteX674" fmla="*/ 3383818 w 5158787"/>
              <a:gd name="connsiteY674" fmla="*/ 4336816 h 4489084"/>
              <a:gd name="connsiteX675" fmla="*/ 3384648 w 5158787"/>
              <a:gd name="connsiteY675" fmla="*/ 4336342 h 4489084"/>
              <a:gd name="connsiteX676" fmla="*/ 5004218 w 5158787"/>
              <a:gd name="connsiteY676" fmla="*/ 4329709 h 4489084"/>
              <a:gd name="connsiteX677" fmla="*/ 5024887 w 5158787"/>
              <a:gd name="connsiteY677" fmla="*/ 4329709 h 4489084"/>
              <a:gd name="connsiteX678" fmla="*/ 5026131 w 5158787"/>
              <a:gd name="connsiteY678" fmla="*/ 4330420 h 4489084"/>
              <a:gd name="connsiteX679" fmla="*/ 5036436 w 5158787"/>
              <a:gd name="connsiteY679" fmla="*/ 4348306 h 4489084"/>
              <a:gd name="connsiteX680" fmla="*/ 5036436 w 5158787"/>
              <a:gd name="connsiteY680" fmla="*/ 4349786 h 4489084"/>
              <a:gd name="connsiteX681" fmla="*/ 5026131 w 5158787"/>
              <a:gd name="connsiteY681" fmla="*/ 4367672 h 4489084"/>
              <a:gd name="connsiteX682" fmla="*/ 5024887 w 5158787"/>
              <a:gd name="connsiteY682" fmla="*/ 4368383 h 4489084"/>
              <a:gd name="connsiteX683" fmla="*/ 5004218 w 5158787"/>
              <a:gd name="connsiteY683" fmla="*/ 4368383 h 4489084"/>
              <a:gd name="connsiteX684" fmla="*/ 5002973 w 5158787"/>
              <a:gd name="connsiteY684" fmla="*/ 4367672 h 4489084"/>
              <a:gd name="connsiteX685" fmla="*/ 4992668 w 5158787"/>
              <a:gd name="connsiteY685" fmla="*/ 4349786 h 4489084"/>
              <a:gd name="connsiteX686" fmla="*/ 4992668 w 5158787"/>
              <a:gd name="connsiteY686" fmla="*/ 4348306 h 4489084"/>
              <a:gd name="connsiteX687" fmla="*/ 5002973 w 5158787"/>
              <a:gd name="connsiteY687" fmla="*/ 4330420 h 4489084"/>
              <a:gd name="connsiteX688" fmla="*/ 5004218 w 5158787"/>
              <a:gd name="connsiteY688" fmla="*/ 4329709 h 4489084"/>
              <a:gd name="connsiteX689" fmla="*/ 4125020 w 5158787"/>
              <a:gd name="connsiteY689" fmla="*/ 4329591 h 4489084"/>
              <a:gd name="connsiteX690" fmla="*/ 4145749 w 5158787"/>
              <a:gd name="connsiteY690" fmla="*/ 4329591 h 4489084"/>
              <a:gd name="connsiteX691" fmla="*/ 4146993 w 5158787"/>
              <a:gd name="connsiteY691" fmla="*/ 4330302 h 4489084"/>
              <a:gd name="connsiteX692" fmla="*/ 4157358 w 5158787"/>
              <a:gd name="connsiteY692" fmla="*/ 4348306 h 4489084"/>
              <a:gd name="connsiteX693" fmla="*/ 4157358 w 5158787"/>
              <a:gd name="connsiteY693" fmla="*/ 4349787 h 4489084"/>
              <a:gd name="connsiteX694" fmla="*/ 4146993 w 5158787"/>
              <a:gd name="connsiteY694" fmla="*/ 4367791 h 4489084"/>
              <a:gd name="connsiteX695" fmla="*/ 4145749 w 5158787"/>
              <a:gd name="connsiteY695" fmla="*/ 4368502 h 4489084"/>
              <a:gd name="connsiteX696" fmla="*/ 4125020 w 5158787"/>
              <a:gd name="connsiteY696" fmla="*/ 4368502 h 4489084"/>
              <a:gd name="connsiteX697" fmla="*/ 4123777 w 5158787"/>
              <a:gd name="connsiteY697" fmla="*/ 4367791 h 4489084"/>
              <a:gd name="connsiteX698" fmla="*/ 4113412 w 5158787"/>
              <a:gd name="connsiteY698" fmla="*/ 4349787 h 4489084"/>
              <a:gd name="connsiteX699" fmla="*/ 4113412 w 5158787"/>
              <a:gd name="connsiteY699" fmla="*/ 4348306 h 4489084"/>
              <a:gd name="connsiteX700" fmla="*/ 4123777 w 5158787"/>
              <a:gd name="connsiteY700" fmla="*/ 4330302 h 4489084"/>
              <a:gd name="connsiteX701" fmla="*/ 4125020 w 5158787"/>
              <a:gd name="connsiteY701" fmla="*/ 4329591 h 4489084"/>
              <a:gd name="connsiteX702" fmla="*/ 4192537 w 5158787"/>
              <a:gd name="connsiteY702" fmla="*/ 4329413 h 4489084"/>
              <a:gd name="connsiteX703" fmla="*/ 4213503 w 5158787"/>
              <a:gd name="connsiteY703" fmla="*/ 4329413 h 4489084"/>
              <a:gd name="connsiteX704" fmla="*/ 4214806 w 5158787"/>
              <a:gd name="connsiteY704" fmla="*/ 4330183 h 4489084"/>
              <a:gd name="connsiteX705" fmla="*/ 4225289 w 5158787"/>
              <a:gd name="connsiteY705" fmla="*/ 4348365 h 4489084"/>
              <a:gd name="connsiteX706" fmla="*/ 4225289 w 5158787"/>
              <a:gd name="connsiteY706" fmla="*/ 4349846 h 4489084"/>
              <a:gd name="connsiteX707" fmla="*/ 4214806 w 5158787"/>
              <a:gd name="connsiteY707" fmla="*/ 4368028 h 4489084"/>
              <a:gd name="connsiteX708" fmla="*/ 4213503 w 5158787"/>
              <a:gd name="connsiteY708" fmla="*/ 4368798 h 4489084"/>
              <a:gd name="connsiteX709" fmla="*/ 4192537 w 5158787"/>
              <a:gd name="connsiteY709" fmla="*/ 4368798 h 4489084"/>
              <a:gd name="connsiteX710" fmla="*/ 4191234 w 5158787"/>
              <a:gd name="connsiteY710" fmla="*/ 4368028 h 4489084"/>
              <a:gd name="connsiteX711" fmla="*/ 4180751 w 5158787"/>
              <a:gd name="connsiteY711" fmla="*/ 4349846 h 4489084"/>
              <a:gd name="connsiteX712" fmla="*/ 4180751 w 5158787"/>
              <a:gd name="connsiteY712" fmla="*/ 4348365 h 4489084"/>
              <a:gd name="connsiteX713" fmla="*/ 4191234 w 5158787"/>
              <a:gd name="connsiteY713" fmla="*/ 4330183 h 4489084"/>
              <a:gd name="connsiteX714" fmla="*/ 4192537 w 5158787"/>
              <a:gd name="connsiteY714" fmla="*/ 4329413 h 4489084"/>
              <a:gd name="connsiteX715" fmla="*/ 3854244 w 5158787"/>
              <a:gd name="connsiteY715" fmla="*/ 4329176 h 4489084"/>
              <a:gd name="connsiteX716" fmla="*/ 3875446 w 5158787"/>
              <a:gd name="connsiteY716" fmla="*/ 4329176 h 4489084"/>
              <a:gd name="connsiteX717" fmla="*/ 3876749 w 5158787"/>
              <a:gd name="connsiteY717" fmla="*/ 4329946 h 4489084"/>
              <a:gd name="connsiteX718" fmla="*/ 3887350 w 5158787"/>
              <a:gd name="connsiteY718" fmla="*/ 4348306 h 4489084"/>
              <a:gd name="connsiteX719" fmla="*/ 3887350 w 5158787"/>
              <a:gd name="connsiteY719" fmla="*/ 4349786 h 4489084"/>
              <a:gd name="connsiteX720" fmla="*/ 3876749 w 5158787"/>
              <a:gd name="connsiteY720" fmla="*/ 4368146 h 4489084"/>
              <a:gd name="connsiteX721" fmla="*/ 3875446 w 5158787"/>
              <a:gd name="connsiteY721" fmla="*/ 4368916 h 4489084"/>
              <a:gd name="connsiteX722" fmla="*/ 3854244 w 5158787"/>
              <a:gd name="connsiteY722" fmla="*/ 4368916 h 4489084"/>
              <a:gd name="connsiteX723" fmla="*/ 3852941 w 5158787"/>
              <a:gd name="connsiteY723" fmla="*/ 4368146 h 4489084"/>
              <a:gd name="connsiteX724" fmla="*/ 3842339 w 5158787"/>
              <a:gd name="connsiteY724" fmla="*/ 4349786 h 4489084"/>
              <a:gd name="connsiteX725" fmla="*/ 3842339 w 5158787"/>
              <a:gd name="connsiteY725" fmla="*/ 4348306 h 4489084"/>
              <a:gd name="connsiteX726" fmla="*/ 3852941 w 5158787"/>
              <a:gd name="connsiteY726" fmla="*/ 4329946 h 4489084"/>
              <a:gd name="connsiteX727" fmla="*/ 3854244 w 5158787"/>
              <a:gd name="connsiteY727" fmla="*/ 4329176 h 4489084"/>
              <a:gd name="connsiteX728" fmla="*/ 3921760 w 5158787"/>
              <a:gd name="connsiteY728" fmla="*/ 4328998 h 4489084"/>
              <a:gd name="connsiteX729" fmla="*/ 3943200 w 5158787"/>
              <a:gd name="connsiteY729" fmla="*/ 4328998 h 4489084"/>
              <a:gd name="connsiteX730" fmla="*/ 3944502 w 5158787"/>
              <a:gd name="connsiteY730" fmla="*/ 4329768 h 4489084"/>
              <a:gd name="connsiteX731" fmla="*/ 3955222 w 5158787"/>
              <a:gd name="connsiteY731" fmla="*/ 4348305 h 4489084"/>
              <a:gd name="connsiteX732" fmla="*/ 3955222 w 5158787"/>
              <a:gd name="connsiteY732" fmla="*/ 4349845 h 4489084"/>
              <a:gd name="connsiteX733" fmla="*/ 3944502 w 5158787"/>
              <a:gd name="connsiteY733" fmla="*/ 4368383 h 4489084"/>
              <a:gd name="connsiteX734" fmla="*/ 3943200 w 5158787"/>
              <a:gd name="connsiteY734" fmla="*/ 4369153 h 4489084"/>
              <a:gd name="connsiteX735" fmla="*/ 3921760 w 5158787"/>
              <a:gd name="connsiteY735" fmla="*/ 4369153 h 4489084"/>
              <a:gd name="connsiteX736" fmla="*/ 3920457 w 5158787"/>
              <a:gd name="connsiteY736" fmla="*/ 4368383 h 4489084"/>
              <a:gd name="connsiteX737" fmla="*/ 3909737 w 5158787"/>
              <a:gd name="connsiteY737" fmla="*/ 4349845 h 4489084"/>
              <a:gd name="connsiteX738" fmla="*/ 3909737 w 5158787"/>
              <a:gd name="connsiteY738" fmla="*/ 4348305 h 4489084"/>
              <a:gd name="connsiteX739" fmla="*/ 3920457 w 5158787"/>
              <a:gd name="connsiteY739" fmla="*/ 4329768 h 4489084"/>
              <a:gd name="connsiteX740" fmla="*/ 3921760 w 5158787"/>
              <a:gd name="connsiteY740" fmla="*/ 4328998 h 4489084"/>
              <a:gd name="connsiteX741" fmla="*/ 4530297 w 5158787"/>
              <a:gd name="connsiteY741" fmla="*/ 4328702 h 4489084"/>
              <a:gd name="connsiteX742" fmla="*/ 4552033 w 5158787"/>
              <a:gd name="connsiteY742" fmla="*/ 4328702 h 4489084"/>
              <a:gd name="connsiteX743" fmla="*/ 4553336 w 5158787"/>
              <a:gd name="connsiteY743" fmla="*/ 4329472 h 4489084"/>
              <a:gd name="connsiteX744" fmla="*/ 4564174 w 5158787"/>
              <a:gd name="connsiteY744" fmla="*/ 4348305 h 4489084"/>
              <a:gd name="connsiteX745" fmla="*/ 4564174 w 5158787"/>
              <a:gd name="connsiteY745" fmla="*/ 4349845 h 4489084"/>
              <a:gd name="connsiteX746" fmla="*/ 4553277 w 5158787"/>
              <a:gd name="connsiteY746" fmla="*/ 4368679 h 4489084"/>
              <a:gd name="connsiteX747" fmla="*/ 4551974 w 5158787"/>
              <a:gd name="connsiteY747" fmla="*/ 4369449 h 4489084"/>
              <a:gd name="connsiteX748" fmla="*/ 4530238 w 5158787"/>
              <a:gd name="connsiteY748" fmla="*/ 4369449 h 4489084"/>
              <a:gd name="connsiteX749" fmla="*/ 4528935 w 5158787"/>
              <a:gd name="connsiteY749" fmla="*/ 4368679 h 4489084"/>
              <a:gd name="connsiteX750" fmla="*/ 4518097 w 5158787"/>
              <a:gd name="connsiteY750" fmla="*/ 4349845 h 4489084"/>
              <a:gd name="connsiteX751" fmla="*/ 4518097 w 5158787"/>
              <a:gd name="connsiteY751" fmla="*/ 4348305 h 4489084"/>
              <a:gd name="connsiteX752" fmla="*/ 4528995 w 5158787"/>
              <a:gd name="connsiteY752" fmla="*/ 4329472 h 4489084"/>
              <a:gd name="connsiteX753" fmla="*/ 4530297 w 5158787"/>
              <a:gd name="connsiteY753" fmla="*/ 4328702 h 4489084"/>
              <a:gd name="connsiteX754" fmla="*/ 4327392 w 5158787"/>
              <a:gd name="connsiteY754" fmla="*/ 4328702 h 4489084"/>
              <a:gd name="connsiteX755" fmla="*/ 4349128 w 5158787"/>
              <a:gd name="connsiteY755" fmla="*/ 4328702 h 4489084"/>
              <a:gd name="connsiteX756" fmla="*/ 4350431 w 5158787"/>
              <a:gd name="connsiteY756" fmla="*/ 4329472 h 4489084"/>
              <a:gd name="connsiteX757" fmla="*/ 4361269 w 5158787"/>
              <a:gd name="connsiteY757" fmla="*/ 4348305 h 4489084"/>
              <a:gd name="connsiteX758" fmla="*/ 4361269 w 5158787"/>
              <a:gd name="connsiteY758" fmla="*/ 4349845 h 4489084"/>
              <a:gd name="connsiteX759" fmla="*/ 4350372 w 5158787"/>
              <a:gd name="connsiteY759" fmla="*/ 4368679 h 4489084"/>
              <a:gd name="connsiteX760" fmla="*/ 4349069 w 5158787"/>
              <a:gd name="connsiteY760" fmla="*/ 4369449 h 4489084"/>
              <a:gd name="connsiteX761" fmla="*/ 4327333 w 5158787"/>
              <a:gd name="connsiteY761" fmla="*/ 4369449 h 4489084"/>
              <a:gd name="connsiteX762" fmla="*/ 4326030 w 5158787"/>
              <a:gd name="connsiteY762" fmla="*/ 4368679 h 4489084"/>
              <a:gd name="connsiteX763" fmla="*/ 4315192 w 5158787"/>
              <a:gd name="connsiteY763" fmla="*/ 4349845 h 4489084"/>
              <a:gd name="connsiteX764" fmla="*/ 4315192 w 5158787"/>
              <a:gd name="connsiteY764" fmla="*/ 4348305 h 4489084"/>
              <a:gd name="connsiteX765" fmla="*/ 4326090 w 5158787"/>
              <a:gd name="connsiteY765" fmla="*/ 4329472 h 4489084"/>
              <a:gd name="connsiteX766" fmla="*/ 4327392 w 5158787"/>
              <a:gd name="connsiteY766" fmla="*/ 4328702 h 4489084"/>
              <a:gd name="connsiteX767" fmla="*/ 4259757 w 5158787"/>
              <a:gd name="connsiteY767" fmla="*/ 4328702 h 4489084"/>
              <a:gd name="connsiteX768" fmla="*/ 4281493 w 5158787"/>
              <a:gd name="connsiteY768" fmla="*/ 4328702 h 4489084"/>
              <a:gd name="connsiteX769" fmla="*/ 4282796 w 5158787"/>
              <a:gd name="connsiteY769" fmla="*/ 4329472 h 4489084"/>
              <a:gd name="connsiteX770" fmla="*/ 4293634 w 5158787"/>
              <a:gd name="connsiteY770" fmla="*/ 4348305 h 4489084"/>
              <a:gd name="connsiteX771" fmla="*/ 4293634 w 5158787"/>
              <a:gd name="connsiteY771" fmla="*/ 4349845 h 4489084"/>
              <a:gd name="connsiteX772" fmla="*/ 4282737 w 5158787"/>
              <a:gd name="connsiteY772" fmla="*/ 4368679 h 4489084"/>
              <a:gd name="connsiteX773" fmla="*/ 4281434 w 5158787"/>
              <a:gd name="connsiteY773" fmla="*/ 4369449 h 4489084"/>
              <a:gd name="connsiteX774" fmla="*/ 4259698 w 5158787"/>
              <a:gd name="connsiteY774" fmla="*/ 4369449 h 4489084"/>
              <a:gd name="connsiteX775" fmla="*/ 4258395 w 5158787"/>
              <a:gd name="connsiteY775" fmla="*/ 4368679 h 4489084"/>
              <a:gd name="connsiteX776" fmla="*/ 4247557 w 5158787"/>
              <a:gd name="connsiteY776" fmla="*/ 4349845 h 4489084"/>
              <a:gd name="connsiteX777" fmla="*/ 4247557 w 5158787"/>
              <a:gd name="connsiteY777" fmla="*/ 4348305 h 4489084"/>
              <a:gd name="connsiteX778" fmla="*/ 4258455 w 5158787"/>
              <a:gd name="connsiteY778" fmla="*/ 4329472 h 4489084"/>
              <a:gd name="connsiteX779" fmla="*/ 4259757 w 5158787"/>
              <a:gd name="connsiteY779" fmla="*/ 4328702 h 4489084"/>
              <a:gd name="connsiteX780" fmla="*/ 4868177 w 5158787"/>
              <a:gd name="connsiteY780" fmla="*/ 4328288 h 4489084"/>
              <a:gd name="connsiteX781" fmla="*/ 4890386 w 5158787"/>
              <a:gd name="connsiteY781" fmla="*/ 4328288 h 4489084"/>
              <a:gd name="connsiteX782" fmla="*/ 4891749 w 5158787"/>
              <a:gd name="connsiteY782" fmla="*/ 4329058 h 4489084"/>
              <a:gd name="connsiteX783" fmla="*/ 4902824 w 5158787"/>
              <a:gd name="connsiteY783" fmla="*/ 4348306 h 4489084"/>
              <a:gd name="connsiteX784" fmla="*/ 4902824 w 5158787"/>
              <a:gd name="connsiteY784" fmla="*/ 4349846 h 4489084"/>
              <a:gd name="connsiteX785" fmla="*/ 4891749 w 5158787"/>
              <a:gd name="connsiteY785" fmla="*/ 4369094 h 4489084"/>
              <a:gd name="connsiteX786" fmla="*/ 4890386 w 5158787"/>
              <a:gd name="connsiteY786" fmla="*/ 4369864 h 4489084"/>
              <a:gd name="connsiteX787" fmla="*/ 4868177 w 5158787"/>
              <a:gd name="connsiteY787" fmla="*/ 4369864 h 4489084"/>
              <a:gd name="connsiteX788" fmla="*/ 4866815 w 5158787"/>
              <a:gd name="connsiteY788" fmla="*/ 4369094 h 4489084"/>
              <a:gd name="connsiteX789" fmla="*/ 4855740 w 5158787"/>
              <a:gd name="connsiteY789" fmla="*/ 4349846 h 4489084"/>
              <a:gd name="connsiteX790" fmla="*/ 4855740 w 5158787"/>
              <a:gd name="connsiteY790" fmla="*/ 4348306 h 4489084"/>
              <a:gd name="connsiteX791" fmla="*/ 4866815 w 5158787"/>
              <a:gd name="connsiteY791" fmla="*/ 4329058 h 4489084"/>
              <a:gd name="connsiteX792" fmla="*/ 4868177 w 5158787"/>
              <a:gd name="connsiteY792" fmla="*/ 4328288 h 4489084"/>
              <a:gd name="connsiteX793" fmla="*/ 4394790 w 5158787"/>
              <a:gd name="connsiteY793" fmla="*/ 4328288 h 4489084"/>
              <a:gd name="connsiteX794" fmla="*/ 4417000 w 5158787"/>
              <a:gd name="connsiteY794" fmla="*/ 4328288 h 4489084"/>
              <a:gd name="connsiteX795" fmla="*/ 4418362 w 5158787"/>
              <a:gd name="connsiteY795" fmla="*/ 4329058 h 4489084"/>
              <a:gd name="connsiteX796" fmla="*/ 4429437 w 5158787"/>
              <a:gd name="connsiteY796" fmla="*/ 4348306 h 4489084"/>
              <a:gd name="connsiteX797" fmla="*/ 4429437 w 5158787"/>
              <a:gd name="connsiteY797" fmla="*/ 4349846 h 4489084"/>
              <a:gd name="connsiteX798" fmla="*/ 4418362 w 5158787"/>
              <a:gd name="connsiteY798" fmla="*/ 4369094 h 4489084"/>
              <a:gd name="connsiteX799" fmla="*/ 4417000 w 5158787"/>
              <a:gd name="connsiteY799" fmla="*/ 4369864 h 4489084"/>
              <a:gd name="connsiteX800" fmla="*/ 4394790 w 5158787"/>
              <a:gd name="connsiteY800" fmla="*/ 4369864 h 4489084"/>
              <a:gd name="connsiteX801" fmla="*/ 4393428 w 5158787"/>
              <a:gd name="connsiteY801" fmla="*/ 4369094 h 4489084"/>
              <a:gd name="connsiteX802" fmla="*/ 4382353 w 5158787"/>
              <a:gd name="connsiteY802" fmla="*/ 4349846 h 4489084"/>
              <a:gd name="connsiteX803" fmla="*/ 4382353 w 5158787"/>
              <a:gd name="connsiteY803" fmla="*/ 4348306 h 4489084"/>
              <a:gd name="connsiteX804" fmla="*/ 4393428 w 5158787"/>
              <a:gd name="connsiteY804" fmla="*/ 4329058 h 4489084"/>
              <a:gd name="connsiteX805" fmla="*/ 4394790 w 5158787"/>
              <a:gd name="connsiteY805" fmla="*/ 4328288 h 4489084"/>
              <a:gd name="connsiteX806" fmla="*/ 4056616 w 5158787"/>
              <a:gd name="connsiteY806" fmla="*/ 4328288 h 4489084"/>
              <a:gd name="connsiteX807" fmla="*/ 4078825 w 5158787"/>
              <a:gd name="connsiteY807" fmla="*/ 4328288 h 4489084"/>
              <a:gd name="connsiteX808" fmla="*/ 4080187 w 5158787"/>
              <a:gd name="connsiteY808" fmla="*/ 4329058 h 4489084"/>
              <a:gd name="connsiteX809" fmla="*/ 4091262 w 5158787"/>
              <a:gd name="connsiteY809" fmla="*/ 4348306 h 4489084"/>
              <a:gd name="connsiteX810" fmla="*/ 4091262 w 5158787"/>
              <a:gd name="connsiteY810" fmla="*/ 4349846 h 4489084"/>
              <a:gd name="connsiteX811" fmla="*/ 4080187 w 5158787"/>
              <a:gd name="connsiteY811" fmla="*/ 4369094 h 4489084"/>
              <a:gd name="connsiteX812" fmla="*/ 4078825 w 5158787"/>
              <a:gd name="connsiteY812" fmla="*/ 4369864 h 4489084"/>
              <a:gd name="connsiteX813" fmla="*/ 4056616 w 5158787"/>
              <a:gd name="connsiteY813" fmla="*/ 4369864 h 4489084"/>
              <a:gd name="connsiteX814" fmla="*/ 4055253 w 5158787"/>
              <a:gd name="connsiteY814" fmla="*/ 4369094 h 4489084"/>
              <a:gd name="connsiteX815" fmla="*/ 4044178 w 5158787"/>
              <a:gd name="connsiteY815" fmla="*/ 4349846 h 4489084"/>
              <a:gd name="connsiteX816" fmla="*/ 4044178 w 5158787"/>
              <a:gd name="connsiteY816" fmla="*/ 4348306 h 4489084"/>
              <a:gd name="connsiteX817" fmla="*/ 4055253 w 5158787"/>
              <a:gd name="connsiteY817" fmla="*/ 4329058 h 4489084"/>
              <a:gd name="connsiteX818" fmla="*/ 4056616 w 5158787"/>
              <a:gd name="connsiteY818" fmla="*/ 4328288 h 4489084"/>
              <a:gd name="connsiteX819" fmla="*/ 4597578 w 5158787"/>
              <a:gd name="connsiteY819" fmla="*/ 4328051 h 4489084"/>
              <a:gd name="connsiteX820" fmla="*/ 4619965 w 5158787"/>
              <a:gd name="connsiteY820" fmla="*/ 4328051 h 4489084"/>
              <a:gd name="connsiteX821" fmla="*/ 4621327 w 5158787"/>
              <a:gd name="connsiteY821" fmla="*/ 4328821 h 4489084"/>
              <a:gd name="connsiteX822" fmla="*/ 4632521 w 5158787"/>
              <a:gd name="connsiteY822" fmla="*/ 4348247 h 4489084"/>
              <a:gd name="connsiteX823" fmla="*/ 4632521 w 5158787"/>
              <a:gd name="connsiteY823" fmla="*/ 4349846 h 4489084"/>
              <a:gd name="connsiteX824" fmla="*/ 4621327 w 5158787"/>
              <a:gd name="connsiteY824" fmla="*/ 4369271 h 4489084"/>
              <a:gd name="connsiteX825" fmla="*/ 4619965 w 5158787"/>
              <a:gd name="connsiteY825" fmla="*/ 4370041 h 4489084"/>
              <a:gd name="connsiteX826" fmla="*/ 4597578 w 5158787"/>
              <a:gd name="connsiteY826" fmla="*/ 4370041 h 4489084"/>
              <a:gd name="connsiteX827" fmla="*/ 4596216 w 5158787"/>
              <a:gd name="connsiteY827" fmla="*/ 4369271 h 4489084"/>
              <a:gd name="connsiteX828" fmla="*/ 4585022 w 5158787"/>
              <a:gd name="connsiteY828" fmla="*/ 4349846 h 4489084"/>
              <a:gd name="connsiteX829" fmla="*/ 4585022 w 5158787"/>
              <a:gd name="connsiteY829" fmla="*/ 4348247 h 4489084"/>
              <a:gd name="connsiteX830" fmla="*/ 4596216 w 5158787"/>
              <a:gd name="connsiteY830" fmla="*/ 4328821 h 4489084"/>
              <a:gd name="connsiteX831" fmla="*/ 4597578 w 5158787"/>
              <a:gd name="connsiteY831" fmla="*/ 4328051 h 4489084"/>
              <a:gd name="connsiteX832" fmla="*/ 4462367 w 5158787"/>
              <a:gd name="connsiteY832" fmla="*/ 4328051 h 4489084"/>
              <a:gd name="connsiteX833" fmla="*/ 4484754 w 5158787"/>
              <a:gd name="connsiteY833" fmla="*/ 4328051 h 4489084"/>
              <a:gd name="connsiteX834" fmla="*/ 4486116 w 5158787"/>
              <a:gd name="connsiteY834" fmla="*/ 4328821 h 4489084"/>
              <a:gd name="connsiteX835" fmla="*/ 4497309 w 5158787"/>
              <a:gd name="connsiteY835" fmla="*/ 4348247 h 4489084"/>
              <a:gd name="connsiteX836" fmla="*/ 4497309 w 5158787"/>
              <a:gd name="connsiteY836" fmla="*/ 4349846 h 4489084"/>
              <a:gd name="connsiteX837" fmla="*/ 4486116 w 5158787"/>
              <a:gd name="connsiteY837" fmla="*/ 4369271 h 4489084"/>
              <a:gd name="connsiteX838" fmla="*/ 4484754 w 5158787"/>
              <a:gd name="connsiteY838" fmla="*/ 4370041 h 4489084"/>
              <a:gd name="connsiteX839" fmla="*/ 4462367 w 5158787"/>
              <a:gd name="connsiteY839" fmla="*/ 4370041 h 4489084"/>
              <a:gd name="connsiteX840" fmla="*/ 4461004 w 5158787"/>
              <a:gd name="connsiteY840" fmla="*/ 4369271 h 4489084"/>
              <a:gd name="connsiteX841" fmla="*/ 4449811 w 5158787"/>
              <a:gd name="connsiteY841" fmla="*/ 4349846 h 4489084"/>
              <a:gd name="connsiteX842" fmla="*/ 4449811 w 5158787"/>
              <a:gd name="connsiteY842" fmla="*/ 4348247 h 4489084"/>
              <a:gd name="connsiteX843" fmla="*/ 4461004 w 5158787"/>
              <a:gd name="connsiteY843" fmla="*/ 4328821 h 4489084"/>
              <a:gd name="connsiteX844" fmla="*/ 4462367 w 5158787"/>
              <a:gd name="connsiteY844" fmla="*/ 4328051 h 4489084"/>
              <a:gd name="connsiteX845" fmla="*/ 4935694 w 5158787"/>
              <a:gd name="connsiteY845" fmla="*/ 4327932 h 4489084"/>
              <a:gd name="connsiteX846" fmla="*/ 4958200 w 5158787"/>
              <a:gd name="connsiteY846" fmla="*/ 4327932 h 4489084"/>
              <a:gd name="connsiteX847" fmla="*/ 4959562 w 5158787"/>
              <a:gd name="connsiteY847" fmla="*/ 4328702 h 4489084"/>
              <a:gd name="connsiteX848" fmla="*/ 4970815 w 5158787"/>
              <a:gd name="connsiteY848" fmla="*/ 4348187 h 4489084"/>
              <a:gd name="connsiteX849" fmla="*/ 4970815 w 5158787"/>
              <a:gd name="connsiteY849" fmla="*/ 4349786 h 4489084"/>
              <a:gd name="connsiteX850" fmla="*/ 4959562 w 5158787"/>
              <a:gd name="connsiteY850" fmla="*/ 4369271 h 4489084"/>
              <a:gd name="connsiteX851" fmla="*/ 4958200 w 5158787"/>
              <a:gd name="connsiteY851" fmla="*/ 4370041 h 4489084"/>
              <a:gd name="connsiteX852" fmla="*/ 4935694 w 5158787"/>
              <a:gd name="connsiteY852" fmla="*/ 4370041 h 4489084"/>
              <a:gd name="connsiteX853" fmla="*/ 4934332 w 5158787"/>
              <a:gd name="connsiteY853" fmla="*/ 4369271 h 4489084"/>
              <a:gd name="connsiteX854" fmla="*/ 4923079 w 5158787"/>
              <a:gd name="connsiteY854" fmla="*/ 4349786 h 4489084"/>
              <a:gd name="connsiteX855" fmla="*/ 4923079 w 5158787"/>
              <a:gd name="connsiteY855" fmla="*/ 4348187 h 4489084"/>
              <a:gd name="connsiteX856" fmla="*/ 4934332 w 5158787"/>
              <a:gd name="connsiteY856" fmla="*/ 4328702 h 4489084"/>
              <a:gd name="connsiteX857" fmla="*/ 4935694 w 5158787"/>
              <a:gd name="connsiteY857" fmla="*/ 4327932 h 4489084"/>
              <a:gd name="connsiteX858" fmla="*/ 3988743 w 5158787"/>
              <a:gd name="connsiteY858" fmla="*/ 4327755 h 4489084"/>
              <a:gd name="connsiteX859" fmla="*/ 4011486 w 5158787"/>
              <a:gd name="connsiteY859" fmla="*/ 4327755 h 4489084"/>
              <a:gd name="connsiteX860" fmla="*/ 4012848 w 5158787"/>
              <a:gd name="connsiteY860" fmla="*/ 4328584 h 4489084"/>
              <a:gd name="connsiteX861" fmla="*/ 4024219 w 5158787"/>
              <a:gd name="connsiteY861" fmla="*/ 4348306 h 4489084"/>
              <a:gd name="connsiteX862" fmla="*/ 4024219 w 5158787"/>
              <a:gd name="connsiteY862" fmla="*/ 4349905 h 4489084"/>
              <a:gd name="connsiteX863" fmla="*/ 4012848 w 5158787"/>
              <a:gd name="connsiteY863" fmla="*/ 4369627 h 4489084"/>
              <a:gd name="connsiteX864" fmla="*/ 4011486 w 5158787"/>
              <a:gd name="connsiteY864" fmla="*/ 4370456 h 4489084"/>
              <a:gd name="connsiteX865" fmla="*/ 3988743 w 5158787"/>
              <a:gd name="connsiteY865" fmla="*/ 4370456 h 4489084"/>
              <a:gd name="connsiteX866" fmla="*/ 3987381 w 5158787"/>
              <a:gd name="connsiteY866" fmla="*/ 4369627 h 4489084"/>
              <a:gd name="connsiteX867" fmla="*/ 3976010 w 5158787"/>
              <a:gd name="connsiteY867" fmla="*/ 4349905 h 4489084"/>
              <a:gd name="connsiteX868" fmla="*/ 3976010 w 5158787"/>
              <a:gd name="connsiteY868" fmla="*/ 4348306 h 4489084"/>
              <a:gd name="connsiteX869" fmla="*/ 3987381 w 5158787"/>
              <a:gd name="connsiteY869" fmla="*/ 4328584 h 4489084"/>
              <a:gd name="connsiteX870" fmla="*/ 3988743 w 5158787"/>
              <a:gd name="connsiteY870" fmla="*/ 4327755 h 4489084"/>
              <a:gd name="connsiteX871" fmla="*/ 4732611 w 5158787"/>
              <a:gd name="connsiteY871" fmla="*/ 4327636 h 4489084"/>
              <a:gd name="connsiteX872" fmla="*/ 4755472 w 5158787"/>
              <a:gd name="connsiteY872" fmla="*/ 4327636 h 4489084"/>
              <a:gd name="connsiteX873" fmla="*/ 4756894 w 5158787"/>
              <a:gd name="connsiteY873" fmla="*/ 4328465 h 4489084"/>
              <a:gd name="connsiteX874" fmla="*/ 4768324 w 5158787"/>
              <a:gd name="connsiteY874" fmla="*/ 4348246 h 4489084"/>
              <a:gd name="connsiteX875" fmla="*/ 4768324 w 5158787"/>
              <a:gd name="connsiteY875" fmla="*/ 4349845 h 4489084"/>
              <a:gd name="connsiteX876" fmla="*/ 4756894 w 5158787"/>
              <a:gd name="connsiteY876" fmla="*/ 4369626 h 4489084"/>
              <a:gd name="connsiteX877" fmla="*/ 4755472 w 5158787"/>
              <a:gd name="connsiteY877" fmla="*/ 4370456 h 4489084"/>
              <a:gd name="connsiteX878" fmla="*/ 4732611 w 5158787"/>
              <a:gd name="connsiteY878" fmla="*/ 4370456 h 4489084"/>
              <a:gd name="connsiteX879" fmla="*/ 4731189 w 5158787"/>
              <a:gd name="connsiteY879" fmla="*/ 4369626 h 4489084"/>
              <a:gd name="connsiteX880" fmla="*/ 4719759 w 5158787"/>
              <a:gd name="connsiteY880" fmla="*/ 4349845 h 4489084"/>
              <a:gd name="connsiteX881" fmla="*/ 4719759 w 5158787"/>
              <a:gd name="connsiteY881" fmla="*/ 4348246 h 4489084"/>
              <a:gd name="connsiteX882" fmla="*/ 4731189 w 5158787"/>
              <a:gd name="connsiteY882" fmla="*/ 4328465 h 4489084"/>
              <a:gd name="connsiteX883" fmla="*/ 4732611 w 5158787"/>
              <a:gd name="connsiteY883" fmla="*/ 4327636 h 4489084"/>
              <a:gd name="connsiteX884" fmla="*/ 3785721 w 5158787"/>
              <a:gd name="connsiteY884" fmla="*/ 4327518 h 4489084"/>
              <a:gd name="connsiteX885" fmla="*/ 3808700 w 5158787"/>
              <a:gd name="connsiteY885" fmla="*/ 4327518 h 4489084"/>
              <a:gd name="connsiteX886" fmla="*/ 3810121 w 5158787"/>
              <a:gd name="connsiteY886" fmla="*/ 4328347 h 4489084"/>
              <a:gd name="connsiteX887" fmla="*/ 3821611 w 5158787"/>
              <a:gd name="connsiteY887" fmla="*/ 4348247 h 4489084"/>
              <a:gd name="connsiteX888" fmla="*/ 3821611 w 5158787"/>
              <a:gd name="connsiteY888" fmla="*/ 4349846 h 4489084"/>
              <a:gd name="connsiteX889" fmla="*/ 3810121 w 5158787"/>
              <a:gd name="connsiteY889" fmla="*/ 4369746 h 4489084"/>
              <a:gd name="connsiteX890" fmla="*/ 3808700 w 5158787"/>
              <a:gd name="connsiteY890" fmla="*/ 4370575 h 4489084"/>
              <a:gd name="connsiteX891" fmla="*/ 3785721 w 5158787"/>
              <a:gd name="connsiteY891" fmla="*/ 4370575 h 4489084"/>
              <a:gd name="connsiteX892" fmla="*/ 3784299 w 5158787"/>
              <a:gd name="connsiteY892" fmla="*/ 4369746 h 4489084"/>
              <a:gd name="connsiteX893" fmla="*/ 3772809 w 5158787"/>
              <a:gd name="connsiteY893" fmla="*/ 4349846 h 4489084"/>
              <a:gd name="connsiteX894" fmla="*/ 3772809 w 5158787"/>
              <a:gd name="connsiteY894" fmla="*/ 4348247 h 4489084"/>
              <a:gd name="connsiteX895" fmla="*/ 3784299 w 5158787"/>
              <a:gd name="connsiteY895" fmla="*/ 4328347 h 4489084"/>
              <a:gd name="connsiteX896" fmla="*/ 3785721 w 5158787"/>
              <a:gd name="connsiteY896" fmla="*/ 4327518 h 4489084"/>
              <a:gd name="connsiteX897" fmla="*/ 4664857 w 5158787"/>
              <a:gd name="connsiteY897" fmla="*/ 4327458 h 4489084"/>
              <a:gd name="connsiteX898" fmla="*/ 4687955 w 5158787"/>
              <a:gd name="connsiteY898" fmla="*/ 4327458 h 4489084"/>
              <a:gd name="connsiteX899" fmla="*/ 4689377 w 5158787"/>
              <a:gd name="connsiteY899" fmla="*/ 4328287 h 4489084"/>
              <a:gd name="connsiteX900" fmla="*/ 4700925 w 5158787"/>
              <a:gd name="connsiteY900" fmla="*/ 4348246 h 4489084"/>
              <a:gd name="connsiteX901" fmla="*/ 4700925 w 5158787"/>
              <a:gd name="connsiteY901" fmla="*/ 4349905 h 4489084"/>
              <a:gd name="connsiteX902" fmla="*/ 4689377 w 5158787"/>
              <a:gd name="connsiteY902" fmla="*/ 4369863 h 4489084"/>
              <a:gd name="connsiteX903" fmla="*/ 4687955 w 5158787"/>
              <a:gd name="connsiteY903" fmla="*/ 4370693 h 4489084"/>
              <a:gd name="connsiteX904" fmla="*/ 4664857 w 5158787"/>
              <a:gd name="connsiteY904" fmla="*/ 4370693 h 4489084"/>
              <a:gd name="connsiteX905" fmla="*/ 4663436 w 5158787"/>
              <a:gd name="connsiteY905" fmla="*/ 4369863 h 4489084"/>
              <a:gd name="connsiteX906" fmla="*/ 4651887 w 5158787"/>
              <a:gd name="connsiteY906" fmla="*/ 4349905 h 4489084"/>
              <a:gd name="connsiteX907" fmla="*/ 4651887 w 5158787"/>
              <a:gd name="connsiteY907" fmla="*/ 4348246 h 4489084"/>
              <a:gd name="connsiteX908" fmla="*/ 4663436 w 5158787"/>
              <a:gd name="connsiteY908" fmla="*/ 4328287 h 4489084"/>
              <a:gd name="connsiteX909" fmla="*/ 4664857 w 5158787"/>
              <a:gd name="connsiteY909" fmla="*/ 4327458 h 4489084"/>
              <a:gd name="connsiteX910" fmla="*/ 4800009 w 5158787"/>
              <a:gd name="connsiteY910" fmla="*/ 4327103 h 4489084"/>
              <a:gd name="connsiteX911" fmla="*/ 4823403 w 5158787"/>
              <a:gd name="connsiteY911" fmla="*/ 4327103 h 4489084"/>
              <a:gd name="connsiteX912" fmla="*/ 4824824 w 5158787"/>
              <a:gd name="connsiteY912" fmla="*/ 4327932 h 4489084"/>
              <a:gd name="connsiteX913" fmla="*/ 4836491 w 5158787"/>
              <a:gd name="connsiteY913" fmla="*/ 4348187 h 4489084"/>
              <a:gd name="connsiteX914" fmla="*/ 4836491 w 5158787"/>
              <a:gd name="connsiteY914" fmla="*/ 4349846 h 4489084"/>
              <a:gd name="connsiteX915" fmla="*/ 4824765 w 5158787"/>
              <a:gd name="connsiteY915" fmla="*/ 4370100 h 4489084"/>
              <a:gd name="connsiteX916" fmla="*/ 4823344 w 5158787"/>
              <a:gd name="connsiteY916" fmla="*/ 4370930 h 4489084"/>
              <a:gd name="connsiteX917" fmla="*/ 4799950 w 5158787"/>
              <a:gd name="connsiteY917" fmla="*/ 4370930 h 4489084"/>
              <a:gd name="connsiteX918" fmla="*/ 4798528 w 5158787"/>
              <a:gd name="connsiteY918" fmla="*/ 4370100 h 4489084"/>
              <a:gd name="connsiteX919" fmla="*/ 4786861 w 5158787"/>
              <a:gd name="connsiteY919" fmla="*/ 4349846 h 4489084"/>
              <a:gd name="connsiteX920" fmla="*/ 4786861 w 5158787"/>
              <a:gd name="connsiteY920" fmla="*/ 4348187 h 4489084"/>
              <a:gd name="connsiteX921" fmla="*/ 4798587 w 5158787"/>
              <a:gd name="connsiteY921" fmla="*/ 4327932 h 4489084"/>
              <a:gd name="connsiteX922" fmla="*/ 4800009 w 5158787"/>
              <a:gd name="connsiteY922" fmla="*/ 4327103 h 4489084"/>
              <a:gd name="connsiteX923" fmla="*/ 3582637 w 5158787"/>
              <a:gd name="connsiteY923" fmla="*/ 4327103 h 4489084"/>
              <a:gd name="connsiteX924" fmla="*/ 3606031 w 5158787"/>
              <a:gd name="connsiteY924" fmla="*/ 4327103 h 4489084"/>
              <a:gd name="connsiteX925" fmla="*/ 3607452 w 5158787"/>
              <a:gd name="connsiteY925" fmla="*/ 4327932 h 4489084"/>
              <a:gd name="connsiteX926" fmla="*/ 3619120 w 5158787"/>
              <a:gd name="connsiteY926" fmla="*/ 4348187 h 4489084"/>
              <a:gd name="connsiteX927" fmla="*/ 3619120 w 5158787"/>
              <a:gd name="connsiteY927" fmla="*/ 4349846 h 4489084"/>
              <a:gd name="connsiteX928" fmla="*/ 3607393 w 5158787"/>
              <a:gd name="connsiteY928" fmla="*/ 4370100 h 4489084"/>
              <a:gd name="connsiteX929" fmla="*/ 3605971 w 5158787"/>
              <a:gd name="connsiteY929" fmla="*/ 4370930 h 4489084"/>
              <a:gd name="connsiteX930" fmla="*/ 3582578 w 5158787"/>
              <a:gd name="connsiteY930" fmla="*/ 4370930 h 4489084"/>
              <a:gd name="connsiteX931" fmla="*/ 3581156 w 5158787"/>
              <a:gd name="connsiteY931" fmla="*/ 4370100 h 4489084"/>
              <a:gd name="connsiteX932" fmla="*/ 3569489 w 5158787"/>
              <a:gd name="connsiteY932" fmla="*/ 4349846 h 4489084"/>
              <a:gd name="connsiteX933" fmla="*/ 3569489 w 5158787"/>
              <a:gd name="connsiteY933" fmla="*/ 4348187 h 4489084"/>
              <a:gd name="connsiteX934" fmla="*/ 3581216 w 5158787"/>
              <a:gd name="connsiteY934" fmla="*/ 4327932 h 4489084"/>
              <a:gd name="connsiteX935" fmla="*/ 3582637 w 5158787"/>
              <a:gd name="connsiteY935" fmla="*/ 4327103 h 4489084"/>
              <a:gd name="connsiteX936" fmla="*/ 3514943 w 5158787"/>
              <a:gd name="connsiteY936" fmla="*/ 4327044 h 4489084"/>
              <a:gd name="connsiteX937" fmla="*/ 3538456 w 5158787"/>
              <a:gd name="connsiteY937" fmla="*/ 4327044 h 4489084"/>
              <a:gd name="connsiteX938" fmla="*/ 3539877 w 5158787"/>
              <a:gd name="connsiteY938" fmla="*/ 4327873 h 4489084"/>
              <a:gd name="connsiteX939" fmla="*/ 3551604 w 5158787"/>
              <a:gd name="connsiteY939" fmla="*/ 4348247 h 4489084"/>
              <a:gd name="connsiteX940" fmla="*/ 3551604 w 5158787"/>
              <a:gd name="connsiteY940" fmla="*/ 4349905 h 4489084"/>
              <a:gd name="connsiteX941" fmla="*/ 3539818 w 5158787"/>
              <a:gd name="connsiteY941" fmla="*/ 4370279 h 4489084"/>
              <a:gd name="connsiteX942" fmla="*/ 3538396 w 5158787"/>
              <a:gd name="connsiteY942" fmla="*/ 4371107 h 4489084"/>
              <a:gd name="connsiteX943" fmla="*/ 3514884 w 5158787"/>
              <a:gd name="connsiteY943" fmla="*/ 4371107 h 4489084"/>
              <a:gd name="connsiteX944" fmla="*/ 3513462 w 5158787"/>
              <a:gd name="connsiteY944" fmla="*/ 4370279 h 4489084"/>
              <a:gd name="connsiteX945" fmla="*/ 3501736 w 5158787"/>
              <a:gd name="connsiteY945" fmla="*/ 4349905 h 4489084"/>
              <a:gd name="connsiteX946" fmla="*/ 3501736 w 5158787"/>
              <a:gd name="connsiteY946" fmla="*/ 4348247 h 4489084"/>
              <a:gd name="connsiteX947" fmla="*/ 3513522 w 5158787"/>
              <a:gd name="connsiteY947" fmla="*/ 4327873 h 4489084"/>
              <a:gd name="connsiteX948" fmla="*/ 3514943 w 5158787"/>
              <a:gd name="connsiteY948" fmla="*/ 4327044 h 4489084"/>
              <a:gd name="connsiteX949" fmla="*/ 3447012 w 5158787"/>
              <a:gd name="connsiteY949" fmla="*/ 4326392 h 4489084"/>
              <a:gd name="connsiteX950" fmla="*/ 3471175 w 5158787"/>
              <a:gd name="connsiteY950" fmla="*/ 4326392 h 4489084"/>
              <a:gd name="connsiteX951" fmla="*/ 3472656 w 5158787"/>
              <a:gd name="connsiteY951" fmla="*/ 4327221 h 4489084"/>
              <a:gd name="connsiteX952" fmla="*/ 3484738 w 5158787"/>
              <a:gd name="connsiteY952" fmla="*/ 4348187 h 4489084"/>
              <a:gd name="connsiteX953" fmla="*/ 3484738 w 5158787"/>
              <a:gd name="connsiteY953" fmla="*/ 4349905 h 4489084"/>
              <a:gd name="connsiteX954" fmla="*/ 3472656 w 5158787"/>
              <a:gd name="connsiteY954" fmla="*/ 4370870 h 4489084"/>
              <a:gd name="connsiteX955" fmla="*/ 3471175 w 5158787"/>
              <a:gd name="connsiteY955" fmla="*/ 4371699 h 4489084"/>
              <a:gd name="connsiteX956" fmla="*/ 3447012 w 5158787"/>
              <a:gd name="connsiteY956" fmla="*/ 4371699 h 4489084"/>
              <a:gd name="connsiteX957" fmla="*/ 3445531 w 5158787"/>
              <a:gd name="connsiteY957" fmla="*/ 4370870 h 4489084"/>
              <a:gd name="connsiteX958" fmla="*/ 3433449 w 5158787"/>
              <a:gd name="connsiteY958" fmla="*/ 4349905 h 4489084"/>
              <a:gd name="connsiteX959" fmla="*/ 3433449 w 5158787"/>
              <a:gd name="connsiteY959" fmla="*/ 4348187 h 4489084"/>
              <a:gd name="connsiteX960" fmla="*/ 3445531 w 5158787"/>
              <a:gd name="connsiteY960" fmla="*/ 4327221 h 4489084"/>
              <a:gd name="connsiteX961" fmla="*/ 3447012 w 5158787"/>
              <a:gd name="connsiteY961" fmla="*/ 4326392 h 4489084"/>
              <a:gd name="connsiteX962" fmla="*/ 3717434 w 5158787"/>
              <a:gd name="connsiteY962" fmla="*/ 4326274 h 4489084"/>
              <a:gd name="connsiteX963" fmla="*/ 3741716 w 5158787"/>
              <a:gd name="connsiteY963" fmla="*/ 4326274 h 4489084"/>
              <a:gd name="connsiteX964" fmla="*/ 3743197 w 5158787"/>
              <a:gd name="connsiteY964" fmla="*/ 4327162 h 4489084"/>
              <a:gd name="connsiteX965" fmla="*/ 3755338 w 5158787"/>
              <a:gd name="connsiteY965" fmla="*/ 4348187 h 4489084"/>
              <a:gd name="connsiteX966" fmla="*/ 3755338 w 5158787"/>
              <a:gd name="connsiteY966" fmla="*/ 4349905 h 4489084"/>
              <a:gd name="connsiteX967" fmla="*/ 3743197 w 5158787"/>
              <a:gd name="connsiteY967" fmla="*/ 4370930 h 4489084"/>
              <a:gd name="connsiteX968" fmla="*/ 3741716 w 5158787"/>
              <a:gd name="connsiteY968" fmla="*/ 4371818 h 4489084"/>
              <a:gd name="connsiteX969" fmla="*/ 3717434 w 5158787"/>
              <a:gd name="connsiteY969" fmla="*/ 4371818 h 4489084"/>
              <a:gd name="connsiteX970" fmla="*/ 3715953 w 5158787"/>
              <a:gd name="connsiteY970" fmla="*/ 4370930 h 4489084"/>
              <a:gd name="connsiteX971" fmla="*/ 3703812 w 5158787"/>
              <a:gd name="connsiteY971" fmla="*/ 4349905 h 4489084"/>
              <a:gd name="connsiteX972" fmla="*/ 3703812 w 5158787"/>
              <a:gd name="connsiteY972" fmla="*/ 4348187 h 4489084"/>
              <a:gd name="connsiteX973" fmla="*/ 3715953 w 5158787"/>
              <a:gd name="connsiteY973" fmla="*/ 4327162 h 4489084"/>
              <a:gd name="connsiteX974" fmla="*/ 3717434 w 5158787"/>
              <a:gd name="connsiteY974" fmla="*/ 4326274 h 4489084"/>
              <a:gd name="connsiteX975" fmla="*/ 3649799 w 5158787"/>
              <a:gd name="connsiteY975" fmla="*/ 4326274 h 4489084"/>
              <a:gd name="connsiteX976" fmla="*/ 3674081 w 5158787"/>
              <a:gd name="connsiteY976" fmla="*/ 4326274 h 4489084"/>
              <a:gd name="connsiteX977" fmla="*/ 3675561 w 5158787"/>
              <a:gd name="connsiteY977" fmla="*/ 4327162 h 4489084"/>
              <a:gd name="connsiteX978" fmla="*/ 3687703 w 5158787"/>
              <a:gd name="connsiteY978" fmla="*/ 4348187 h 4489084"/>
              <a:gd name="connsiteX979" fmla="*/ 3687703 w 5158787"/>
              <a:gd name="connsiteY979" fmla="*/ 4349905 h 4489084"/>
              <a:gd name="connsiteX980" fmla="*/ 3675561 w 5158787"/>
              <a:gd name="connsiteY980" fmla="*/ 4370930 h 4489084"/>
              <a:gd name="connsiteX981" fmla="*/ 3674081 w 5158787"/>
              <a:gd name="connsiteY981" fmla="*/ 4371818 h 4489084"/>
              <a:gd name="connsiteX982" fmla="*/ 3649799 w 5158787"/>
              <a:gd name="connsiteY982" fmla="*/ 4371818 h 4489084"/>
              <a:gd name="connsiteX983" fmla="*/ 3648318 w 5158787"/>
              <a:gd name="connsiteY983" fmla="*/ 4370930 h 4489084"/>
              <a:gd name="connsiteX984" fmla="*/ 3636177 w 5158787"/>
              <a:gd name="connsiteY984" fmla="*/ 4349905 h 4489084"/>
              <a:gd name="connsiteX985" fmla="*/ 3636177 w 5158787"/>
              <a:gd name="connsiteY985" fmla="*/ 4348187 h 4489084"/>
              <a:gd name="connsiteX986" fmla="*/ 3648318 w 5158787"/>
              <a:gd name="connsiteY986" fmla="*/ 4327162 h 4489084"/>
              <a:gd name="connsiteX987" fmla="*/ 3649799 w 5158787"/>
              <a:gd name="connsiteY987" fmla="*/ 4326274 h 4489084"/>
              <a:gd name="connsiteX988" fmla="*/ 3319737 w 5158787"/>
              <a:gd name="connsiteY988" fmla="*/ 4282803 h 4489084"/>
              <a:gd name="connsiteX989" fmla="*/ 3327910 w 5158787"/>
              <a:gd name="connsiteY989" fmla="*/ 4282803 h 4489084"/>
              <a:gd name="connsiteX990" fmla="*/ 3328384 w 5158787"/>
              <a:gd name="connsiteY990" fmla="*/ 4283099 h 4489084"/>
              <a:gd name="connsiteX991" fmla="*/ 3332471 w 5158787"/>
              <a:gd name="connsiteY991" fmla="*/ 4290147 h 4489084"/>
              <a:gd name="connsiteX992" fmla="*/ 3332471 w 5158787"/>
              <a:gd name="connsiteY992" fmla="*/ 4290739 h 4489084"/>
              <a:gd name="connsiteX993" fmla="*/ 3328384 w 5158787"/>
              <a:gd name="connsiteY993" fmla="*/ 4297787 h 4489084"/>
              <a:gd name="connsiteX994" fmla="*/ 3327910 w 5158787"/>
              <a:gd name="connsiteY994" fmla="*/ 4298083 h 4489084"/>
              <a:gd name="connsiteX995" fmla="*/ 3319737 w 5158787"/>
              <a:gd name="connsiteY995" fmla="*/ 4298083 h 4489084"/>
              <a:gd name="connsiteX996" fmla="*/ 3319264 w 5158787"/>
              <a:gd name="connsiteY996" fmla="*/ 4297787 h 4489084"/>
              <a:gd name="connsiteX997" fmla="*/ 3315177 w 5158787"/>
              <a:gd name="connsiteY997" fmla="*/ 4290739 h 4489084"/>
              <a:gd name="connsiteX998" fmla="*/ 3315177 w 5158787"/>
              <a:gd name="connsiteY998" fmla="*/ 4290147 h 4489084"/>
              <a:gd name="connsiteX999" fmla="*/ 3319264 w 5158787"/>
              <a:gd name="connsiteY999" fmla="*/ 4283099 h 4489084"/>
              <a:gd name="connsiteX1000" fmla="*/ 3319737 w 5158787"/>
              <a:gd name="connsiteY1000" fmla="*/ 4282803 h 4489084"/>
              <a:gd name="connsiteX1001" fmla="*/ 4193129 w 5158787"/>
              <a:gd name="connsiteY1001" fmla="*/ 4271905 h 4489084"/>
              <a:gd name="connsiteX1002" fmla="*/ 4212911 w 5158787"/>
              <a:gd name="connsiteY1002" fmla="*/ 4271905 h 4489084"/>
              <a:gd name="connsiteX1003" fmla="*/ 4214095 w 5158787"/>
              <a:gd name="connsiteY1003" fmla="*/ 4272616 h 4489084"/>
              <a:gd name="connsiteX1004" fmla="*/ 4223986 w 5158787"/>
              <a:gd name="connsiteY1004" fmla="*/ 4289732 h 4489084"/>
              <a:gd name="connsiteX1005" fmla="*/ 4223986 w 5158787"/>
              <a:gd name="connsiteY1005" fmla="*/ 4291153 h 4489084"/>
              <a:gd name="connsiteX1006" fmla="*/ 4214095 w 5158787"/>
              <a:gd name="connsiteY1006" fmla="*/ 4308269 h 4489084"/>
              <a:gd name="connsiteX1007" fmla="*/ 4212911 w 5158787"/>
              <a:gd name="connsiteY1007" fmla="*/ 4308980 h 4489084"/>
              <a:gd name="connsiteX1008" fmla="*/ 4193129 w 5158787"/>
              <a:gd name="connsiteY1008" fmla="*/ 4308980 h 4489084"/>
              <a:gd name="connsiteX1009" fmla="*/ 4191945 w 5158787"/>
              <a:gd name="connsiteY1009" fmla="*/ 4308269 h 4489084"/>
              <a:gd name="connsiteX1010" fmla="*/ 4182054 w 5158787"/>
              <a:gd name="connsiteY1010" fmla="*/ 4291153 h 4489084"/>
              <a:gd name="connsiteX1011" fmla="*/ 4182054 w 5158787"/>
              <a:gd name="connsiteY1011" fmla="*/ 4289732 h 4489084"/>
              <a:gd name="connsiteX1012" fmla="*/ 4191945 w 5158787"/>
              <a:gd name="connsiteY1012" fmla="*/ 4272616 h 4489084"/>
              <a:gd name="connsiteX1013" fmla="*/ 4193129 w 5158787"/>
              <a:gd name="connsiteY1013" fmla="*/ 4271905 h 4489084"/>
              <a:gd name="connsiteX1014" fmla="*/ 5004217 w 5158787"/>
              <a:gd name="connsiteY1014" fmla="*/ 4271017 h 4489084"/>
              <a:gd name="connsiteX1015" fmla="*/ 5024946 w 5158787"/>
              <a:gd name="connsiteY1015" fmla="*/ 4271017 h 4489084"/>
              <a:gd name="connsiteX1016" fmla="*/ 5026190 w 5158787"/>
              <a:gd name="connsiteY1016" fmla="*/ 4271728 h 4489084"/>
              <a:gd name="connsiteX1017" fmla="*/ 5036554 w 5158787"/>
              <a:gd name="connsiteY1017" fmla="*/ 4289732 h 4489084"/>
              <a:gd name="connsiteX1018" fmla="*/ 5036554 w 5158787"/>
              <a:gd name="connsiteY1018" fmla="*/ 4291213 h 4489084"/>
              <a:gd name="connsiteX1019" fmla="*/ 5026190 w 5158787"/>
              <a:gd name="connsiteY1019" fmla="*/ 4309217 h 4489084"/>
              <a:gd name="connsiteX1020" fmla="*/ 5024946 w 5158787"/>
              <a:gd name="connsiteY1020" fmla="*/ 4309928 h 4489084"/>
              <a:gd name="connsiteX1021" fmla="*/ 5004217 w 5158787"/>
              <a:gd name="connsiteY1021" fmla="*/ 4309928 h 4489084"/>
              <a:gd name="connsiteX1022" fmla="*/ 5002973 w 5158787"/>
              <a:gd name="connsiteY1022" fmla="*/ 4309217 h 4489084"/>
              <a:gd name="connsiteX1023" fmla="*/ 4992609 w 5158787"/>
              <a:gd name="connsiteY1023" fmla="*/ 4291213 h 4489084"/>
              <a:gd name="connsiteX1024" fmla="*/ 4992609 w 5158787"/>
              <a:gd name="connsiteY1024" fmla="*/ 4289732 h 4489084"/>
              <a:gd name="connsiteX1025" fmla="*/ 5002973 w 5158787"/>
              <a:gd name="connsiteY1025" fmla="*/ 4271728 h 4489084"/>
              <a:gd name="connsiteX1026" fmla="*/ 5004217 w 5158787"/>
              <a:gd name="connsiteY1026" fmla="*/ 4271017 h 4489084"/>
              <a:gd name="connsiteX1027" fmla="*/ 3922056 w 5158787"/>
              <a:gd name="connsiteY1027" fmla="*/ 4270899 h 4489084"/>
              <a:gd name="connsiteX1028" fmla="*/ 3942904 w 5158787"/>
              <a:gd name="connsiteY1028" fmla="*/ 4270899 h 4489084"/>
              <a:gd name="connsiteX1029" fmla="*/ 3944206 w 5158787"/>
              <a:gd name="connsiteY1029" fmla="*/ 4271610 h 4489084"/>
              <a:gd name="connsiteX1030" fmla="*/ 3954630 w 5158787"/>
              <a:gd name="connsiteY1030" fmla="*/ 4289673 h 4489084"/>
              <a:gd name="connsiteX1031" fmla="*/ 3954630 w 5158787"/>
              <a:gd name="connsiteY1031" fmla="*/ 4291154 h 4489084"/>
              <a:gd name="connsiteX1032" fmla="*/ 3944206 w 5158787"/>
              <a:gd name="connsiteY1032" fmla="*/ 4309218 h 4489084"/>
              <a:gd name="connsiteX1033" fmla="*/ 3942904 w 5158787"/>
              <a:gd name="connsiteY1033" fmla="*/ 4309928 h 4489084"/>
              <a:gd name="connsiteX1034" fmla="*/ 3922056 w 5158787"/>
              <a:gd name="connsiteY1034" fmla="*/ 4309928 h 4489084"/>
              <a:gd name="connsiteX1035" fmla="*/ 3920753 w 5158787"/>
              <a:gd name="connsiteY1035" fmla="*/ 4309218 h 4489084"/>
              <a:gd name="connsiteX1036" fmla="*/ 3910330 w 5158787"/>
              <a:gd name="connsiteY1036" fmla="*/ 4291154 h 4489084"/>
              <a:gd name="connsiteX1037" fmla="*/ 3910330 w 5158787"/>
              <a:gd name="connsiteY1037" fmla="*/ 4289673 h 4489084"/>
              <a:gd name="connsiteX1038" fmla="*/ 3920753 w 5158787"/>
              <a:gd name="connsiteY1038" fmla="*/ 4271610 h 4489084"/>
              <a:gd name="connsiteX1039" fmla="*/ 3922056 w 5158787"/>
              <a:gd name="connsiteY1039" fmla="*/ 4270899 h 4489084"/>
              <a:gd name="connsiteX1040" fmla="*/ 4057267 w 5158787"/>
              <a:gd name="connsiteY1040" fmla="*/ 4270780 h 4489084"/>
              <a:gd name="connsiteX1041" fmla="*/ 4078232 w 5158787"/>
              <a:gd name="connsiteY1041" fmla="*/ 4270780 h 4489084"/>
              <a:gd name="connsiteX1042" fmla="*/ 4079536 w 5158787"/>
              <a:gd name="connsiteY1042" fmla="*/ 4271550 h 4489084"/>
              <a:gd name="connsiteX1043" fmla="*/ 4090019 w 5158787"/>
              <a:gd name="connsiteY1043" fmla="*/ 4289732 h 4489084"/>
              <a:gd name="connsiteX1044" fmla="*/ 4090019 w 5158787"/>
              <a:gd name="connsiteY1044" fmla="*/ 4291213 h 4489084"/>
              <a:gd name="connsiteX1045" fmla="*/ 4079536 w 5158787"/>
              <a:gd name="connsiteY1045" fmla="*/ 4309395 h 4489084"/>
              <a:gd name="connsiteX1046" fmla="*/ 4078232 w 5158787"/>
              <a:gd name="connsiteY1046" fmla="*/ 4310165 h 4489084"/>
              <a:gd name="connsiteX1047" fmla="*/ 4057267 w 5158787"/>
              <a:gd name="connsiteY1047" fmla="*/ 4310165 h 4489084"/>
              <a:gd name="connsiteX1048" fmla="*/ 4055964 w 5158787"/>
              <a:gd name="connsiteY1048" fmla="*/ 4309395 h 4489084"/>
              <a:gd name="connsiteX1049" fmla="*/ 4045481 w 5158787"/>
              <a:gd name="connsiteY1049" fmla="*/ 4291213 h 4489084"/>
              <a:gd name="connsiteX1050" fmla="*/ 4045481 w 5158787"/>
              <a:gd name="connsiteY1050" fmla="*/ 4289732 h 4489084"/>
              <a:gd name="connsiteX1051" fmla="*/ 4055964 w 5158787"/>
              <a:gd name="connsiteY1051" fmla="*/ 4271550 h 4489084"/>
              <a:gd name="connsiteX1052" fmla="*/ 4057267 w 5158787"/>
              <a:gd name="connsiteY1052" fmla="*/ 4270780 h 4489084"/>
              <a:gd name="connsiteX1053" fmla="*/ 4462959 w 5158787"/>
              <a:gd name="connsiteY1053" fmla="*/ 4270662 h 4489084"/>
              <a:gd name="connsiteX1054" fmla="*/ 4484043 w 5158787"/>
              <a:gd name="connsiteY1054" fmla="*/ 4270662 h 4489084"/>
              <a:gd name="connsiteX1055" fmla="*/ 4485347 w 5158787"/>
              <a:gd name="connsiteY1055" fmla="*/ 4271432 h 4489084"/>
              <a:gd name="connsiteX1056" fmla="*/ 4495888 w 5158787"/>
              <a:gd name="connsiteY1056" fmla="*/ 4289673 h 4489084"/>
              <a:gd name="connsiteX1057" fmla="*/ 4495888 w 5158787"/>
              <a:gd name="connsiteY1057" fmla="*/ 4291154 h 4489084"/>
              <a:gd name="connsiteX1058" fmla="*/ 4485347 w 5158787"/>
              <a:gd name="connsiteY1058" fmla="*/ 4309395 h 4489084"/>
              <a:gd name="connsiteX1059" fmla="*/ 4484043 w 5158787"/>
              <a:gd name="connsiteY1059" fmla="*/ 4310165 h 4489084"/>
              <a:gd name="connsiteX1060" fmla="*/ 4462959 w 5158787"/>
              <a:gd name="connsiteY1060" fmla="*/ 4310165 h 4489084"/>
              <a:gd name="connsiteX1061" fmla="*/ 4461657 w 5158787"/>
              <a:gd name="connsiteY1061" fmla="*/ 4309395 h 4489084"/>
              <a:gd name="connsiteX1062" fmla="*/ 4451114 w 5158787"/>
              <a:gd name="connsiteY1062" fmla="*/ 4291154 h 4489084"/>
              <a:gd name="connsiteX1063" fmla="*/ 4451114 w 5158787"/>
              <a:gd name="connsiteY1063" fmla="*/ 4289673 h 4489084"/>
              <a:gd name="connsiteX1064" fmla="*/ 4461657 w 5158787"/>
              <a:gd name="connsiteY1064" fmla="*/ 4271432 h 4489084"/>
              <a:gd name="connsiteX1065" fmla="*/ 4462959 w 5158787"/>
              <a:gd name="connsiteY1065" fmla="*/ 4270662 h 4489084"/>
              <a:gd name="connsiteX1066" fmla="*/ 4259995 w 5158787"/>
              <a:gd name="connsiteY1066" fmla="*/ 4270484 h 4489084"/>
              <a:gd name="connsiteX1067" fmla="*/ 4281316 w 5158787"/>
              <a:gd name="connsiteY1067" fmla="*/ 4270484 h 4489084"/>
              <a:gd name="connsiteX1068" fmla="*/ 4282619 w 5158787"/>
              <a:gd name="connsiteY1068" fmla="*/ 4271254 h 4489084"/>
              <a:gd name="connsiteX1069" fmla="*/ 4293279 w 5158787"/>
              <a:gd name="connsiteY1069" fmla="*/ 4289732 h 4489084"/>
              <a:gd name="connsiteX1070" fmla="*/ 4293279 w 5158787"/>
              <a:gd name="connsiteY1070" fmla="*/ 4291213 h 4489084"/>
              <a:gd name="connsiteX1071" fmla="*/ 4282619 w 5158787"/>
              <a:gd name="connsiteY1071" fmla="*/ 4309691 h 4489084"/>
              <a:gd name="connsiteX1072" fmla="*/ 4281316 w 5158787"/>
              <a:gd name="connsiteY1072" fmla="*/ 4310461 h 4489084"/>
              <a:gd name="connsiteX1073" fmla="*/ 4259995 w 5158787"/>
              <a:gd name="connsiteY1073" fmla="*/ 4310461 h 4489084"/>
              <a:gd name="connsiteX1074" fmla="*/ 4258692 w 5158787"/>
              <a:gd name="connsiteY1074" fmla="*/ 4309691 h 4489084"/>
              <a:gd name="connsiteX1075" fmla="*/ 4248031 w 5158787"/>
              <a:gd name="connsiteY1075" fmla="*/ 4291213 h 4489084"/>
              <a:gd name="connsiteX1076" fmla="*/ 4248031 w 5158787"/>
              <a:gd name="connsiteY1076" fmla="*/ 4289732 h 4489084"/>
              <a:gd name="connsiteX1077" fmla="*/ 4258692 w 5158787"/>
              <a:gd name="connsiteY1077" fmla="*/ 4271254 h 4489084"/>
              <a:gd name="connsiteX1078" fmla="*/ 4259995 w 5158787"/>
              <a:gd name="connsiteY1078" fmla="*/ 4270484 h 4489084"/>
              <a:gd name="connsiteX1079" fmla="*/ 4124725 w 5158787"/>
              <a:gd name="connsiteY1079" fmla="*/ 4270484 h 4489084"/>
              <a:gd name="connsiteX1080" fmla="*/ 4146046 w 5158787"/>
              <a:gd name="connsiteY1080" fmla="*/ 4270484 h 4489084"/>
              <a:gd name="connsiteX1081" fmla="*/ 4147349 w 5158787"/>
              <a:gd name="connsiteY1081" fmla="*/ 4271254 h 4489084"/>
              <a:gd name="connsiteX1082" fmla="*/ 4158009 w 5158787"/>
              <a:gd name="connsiteY1082" fmla="*/ 4289732 h 4489084"/>
              <a:gd name="connsiteX1083" fmla="*/ 4158009 w 5158787"/>
              <a:gd name="connsiteY1083" fmla="*/ 4291213 h 4489084"/>
              <a:gd name="connsiteX1084" fmla="*/ 4147349 w 5158787"/>
              <a:gd name="connsiteY1084" fmla="*/ 4309691 h 4489084"/>
              <a:gd name="connsiteX1085" fmla="*/ 4146046 w 5158787"/>
              <a:gd name="connsiteY1085" fmla="*/ 4310461 h 4489084"/>
              <a:gd name="connsiteX1086" fmla="*/ 4124725 w 5158787"/>
              <a:gd name="connsiteY1086" fmla="*/ 4310461 h 4489084"/>
              <a:gd name="connsiteX1087" fmla="*/ 4123421 w 5158787"/>
              <a:gd name="connsiteY1087" fmla="*/ 4309691 h 4489084"/>
              <a:gd name="connsiteX1088" fmla="*/ 4112761 w 5158787"/>
              <a:gd name="connsiteY1088" fmla="*/ 4291213 h 4489084"/>
              <a:gd name="connsiteX1089" fmla="*/ 4112761 w 5158787"/>
              <a:gd name="connsiteY1089" fmla="*/ 4289732 h 4489084"/>
              <a:gd name="connsiteX1090" fmla="*/ 4123421 w 5158787"/>
              <a:gd name="connsiteY1090" fmla="*/ 4271254 h 4489084"/>
              <a:gd name="connsiteX1091" fmla="*/ 4124725 w 5158787"/>
              <a:gd name="connsiteY1091" fmla="*/ 4270484 h 4489084"/>
              <a:gd name="connsiteX1092" fmla="*/ 3989454 w 5158787"/>
              <a:gd name="connsiteY1092" fmla="*/ 4270484 h 4489084"/>
              <a:gd name="connsiteX1093" fmla="*/ 4010776 w 5158787"/>
              <a:gd name="connsiteY1093" fmla="*/ 4270484 h 4489084"/>
              <a:gd name="connsiteX1094" fmla="*/ 4012079 w 5158787"/>
              <a:gd name="connsiteY1094" fmla="*/ 4271254 h 4489084"/>
              <a:gd name="connsiteX1095" fmla="*/ 4022739 w 5158787"/>
              <a:gd name="connsiteY1095" fmla="*/ 4289732 h 4489084"/>
              <a:gd name="connsiteX1096" fmla="*/ 4022739 w 5158787"/>
              <a:gd name="connsiteY1096" fmla="*/ 4291213 h 4489084"/>
              <a:gd name="connsiteX1097" fmla="*/ 4012079 w 5158787"/>
              <a:gd name="connsiteY1097" fmla="*/ 4309691 h 4489084"/>
              <a:gd name="connsiteX1098" fmla="*/ 4010776 w 5158787"/>
              <a:gd name="connsiteY1098" fmla="*/ 4310461 h 4489084"/>
              <a:gd name="connsiteX1099" fmla="*/ 3989454 w 5158787"/>
              <a:gd name="connsiteY1099" fmla="*/ 4310461 h 4489084"/>
              <a:gd name="connsiteX1100" fmla="*/ 3988151 w 5158787"/>
              <a:gd name="connsiteY1100" fmla="*/ 4309691 h 4489084"/>
              <a:gd name="connsiteX1101" fmla="*/ 3977491 w 5158787"/>
              <a:gd name="connsiteY1101" fmla="*/ 4291213 h 4489084"/>
              <a:gd name="connsiteX1102" fmla="*/ 3977491 w 5158787"/>
              <a:gd name="connsiteY1102" fmla="*/ 4289732 h 4489084"/>
              <a:gd name="connsiteX1103" fmla="*/ 3988151 w 5158787"/>
              <a:gd name="connsiteY1103" fmla="*/ 4271254 h 4489084"/>
              <a:gd name="connsiteX1104" fmla="*/ 3989454 w 5158787"/>
              <a:gd name="connsiteY1104" fmla="*/ 4270484 h 4489084"/>
              <a:gd name="connsiteX1105" fmla="*/ 4530416 w 5158787"/>
              <a:gd name="connsiteY1105" fmla="*/ 4270247 h 4489084"/>
              <a:gd name="connsiteX1106" fmla="*/ 4551915 w 5158787"/>
              <a:gd name="connsiteY1106" fmla="*/ 4270247 h 4489084"/>
              <a:gd name="connsiteX1107" fmla="*/ 4553218 w 5158787"/>
              <a:gd name="connsiteY1107" fmla="*/ 4271017 h 4489084"/>
              <a:gd name="connsiteX1108" fmla="*/ 4563997 w 5158787"/>
              <a:gd name="connsiteY1108" fmla="*/ 4289673 h 4489084"/>
              <a:gd name="connsiteX1109" fmla="*/ 4563997 w 5158787"/>
              <a:gd name="connsiteY1109" fmla="*/ 4291213 h 4489084"/>
              <a:gd name="connsiteX1110" fmla="*/ 4553218 w 5158787"/>
              <a:gd name="connsiteY1110" fmla="*/ 4309869 h 4489084"/>
              <a:gd name="connsiteX1111" fmla="*/ 4551915 w 5158787"/>
              <a:gd name="connsiteY1111" fmla="*/ 4310639 h 4489084"/>
              <a:gd name="connsiteX1112" fmla="*/ 4530416 w 5158787"/>
              <a:gd name="connsiteY1112" fmla="*/ 4310639 h 4489084"/>
              <a:gd name="connsiteX1113" fmla="*/ 4529113 w 5158787"/>
              <a:gd name="connsiteY1113" fmla="*/ 4309869 h 4489084"/>
              <a:gd name="connsiteX1114" fmla="*/ 4518334 w 5158787"/>
              <a:gd name="connsiteY1114" fmla="*/ 4291213 h 4489084"/>
              <a:gd name="connsiteX1115" fmla="*/ 4518334 w 5158787"/>
              <a:gd name="connsiteY1115" fmla="*/ 4289673 h 4489084"/>
              <a:gd name="connsiteX1116" fmla="*/ 4529113 w 5158787"/>
              <a:gd name="connsiteY1116" fmla="*/ 4271017 h 4489084"/>
              <a:gd name="connsiteX1117" fmla="*/ 4530416 w 5158787"/>
              <a:gd name="connsiteY1117" fmla="*/ 4270247 h 4489084"/>
              <a:gd name="connsiteX1118" fmla="*/ 4327511 w 5158787"/>
              <a:gd name="connsiteY1118" fmla="*/ 4270247 h 4489084"/>
              <a:gd name="connsiteX1119" fmla="*/ 4349010 w 5158787"/>
              <a:gd name="connsiteY1119" fmla="*/ 4270247 h 4489084"/>
              <a:gd name="connsiteX1120" fmla="*/ 4350313 w 5158787"/>
              <a:gd name="connsiteY1120" fmla="*/ 4271017 h 4489084"/>
              <a:gd name="connsiteX1121" fmla="*/ 4361092 w 5158787"/>
              <a:gd name="connsiteY1121" fmla="*/ 4289673 h 4489084"/>
              <a:gd name="connsiteX1122" fmla="*/ 4361092 w 5158787"/>
              <a:gd name="connsiteY1122" fmla="*/ 4291213 h 4489084"/>
              <a:gd name="connsiteX1123" fmla="*/ 4350313 w 5158787"/>
              <a:gd name="connsiteY1123" fmla="*/ 4309869 h 4489084"/>
              <a:gd name="connsiteX1124" fmla="*/ 4349010 w 5158787"/>
              <a:gd name="connsiteY1124" fmla="*/ 4310639 h 4489084"/>
              <a:gd name="connsiteX1125" fmla="*/ 4327511 w 5158787"/>
              <a:gd name="connsiteY1125" fmla="*/ 4310639 h 4489084"/>
              <a:gd name="connsiteX1126" fmla="*/ 4326208 w 5158787"/>
              <a:gd name="connsiteY1126" fmla="*/ 4309869 h 4489084"/>
              <a:gd name="connsiteX1127" fmla="*/ 4315429 w 5158787"/>
              <a:gd name="connsiteY1127" fmla="*/ 4291213 h 4489084"/>
              <a:gd name="connsiteX1128" fmla="*/ 4315429 w 5158787"/>
              <a:gd name="connsiteY1128" fmla="*/ 4289673 h 4489084"/>
              <a:gd name="connsiteX1129" fmla="*/ 4326208 w 5158787"/>
              <a:gd name="connsiteY1129" fmla="*/ 4271017 h 4489084"/>
              <a:gd name="connsiteX1130" fmla="*/ 4327511 w 5158787"/>
              <a:gd name="connsiteY1130" fmla="*/ 4270247 h 4489084"/>
              <a:gd name="connsiteX1131" fmla="*/ 4665567 w 5158787"/>
              <a:gd name="connsiteY1131" fmla="*/ 4270069 h 4489084"/>
              <a:gd name="connsiteX1132" fmla="*/ 4687303 w 5158787"/>
              <a:gd name="connsiteY1132" fmla="*/ 4270069 h 4489084"/>
              <a:gd name="connsiteX1133" fmla="*/ 4688606 w 5158787"/>
              <a:gd name="connsiteY1133" fmla="*/ 4270839 h 4489084"/>
              <a:gd name="connsiteX1134" fmla="*/ 4699444 w 5158787"/>
              <a:gd name="connsiteY1134" fmla="*/ 4289672 h 4489084"/>
              <a:gd name="connsiteX1135" fmla="*/ 4699444 w 5158787"/>
              <a:gd name="connsiteY1135" fmla="*/ 4291212 h 4489084"/>
              <a:gd name="connsiteX1136" fmla="*/ 4688547 w 5158787"/>
              <a:gd name="connsiteY1136" fmla="*/ 4310046 h 4489084"/>
              <a:gd name="connsiteX1137" fmla="*/ 4687244 w 5158787"/>
              <a:gd name="connsiteY1137" fmla="*/ 4310816 h 4489084"/>
              <a:gd name="connsiteX1138" fmla="*/ 4665508 w 5158787"/>
              <a:gd name="connsiteY1138" fmla="*/ 4310816 h 4489084"/>
              <a:gd name="connsiteX1139" fmla="*/ 4664205 w 5158787"/>
              <a:gd name="connsiteY1139" fmla="*/ 4310046 h 4489084"/>
              <a:gd name="connsiteX1140" fmla="*/ 4653367 w 5158787"/>
              <a:gd name="connsiteY1140" fmla="*/ 4291212 h 4489084"/>
              <a:gd name="connsiteX1141" fmla="*/ 4653367 w 5158787"/>
              <a:gd name="connsiteY1141" fmla="*/ 4289672 h 4489084"/>
              <a:gd name="connsiteX1142" fmla="*/ 4664265 w 5158787"/>
              <a:gd name="connsiteY1142" fmla="*/ 4270839 h 4489084"/>
              <a:gd name="connsiteX1143" fmla="*/ 4665567 w 5158787"/>
              <a:gd name="connsiteY1143" fmla="*/ 4270069 h 4489084"/>
              <a:gd name="connsiteX1144" fmla="*/ 3380561 w 5158787"/>
              <a:gd name="connsiteY1144" fmla="*/ 4270069 h 4489084"/>
              <a:gd name="connsiteX1145" fmla="*/ 3402297 w 5158787"/>
              <a:gd name="connsiteY1145" fmla="*/ 4270069 h 4489084"/>
              <a:gd name="connsiteX1146" fmla="*/ 3403600 w 5158787"/>
              <a:gd name="connsiteY1146" fmla="*/ 4270839 h 4489084"/>
              <a:gd name="connsiteX1147" fmla="*/ 3414438 w 5158787"/>
              <a:gd name="connsiteY1147" fmla="*/ 4289672 h 4489084"/>
              <a:gd name="connsiteX1148" fmla="*/ 3414438 w 5158787"/>
              <a:gd name="connsiteY1148" fmla="*/ 4291212 h 4489084"/>
              <a:gd name="connsiteX1149" fmla="*/ 3403541 w 5158787"/>
              <a:gd name="connsiteY1149" fmla="*/ 4310046 h 4489084"/>
              <a:gd name="connsiteX1150" fmla="*/ 3402238 w 5158787"/>
              <a:gd name="connsiteY1150" fmla="*/ 4310816 h 4489084"/>
              <a:gd name="connsiteX1151" fmla="*/ 3380502 w 5158787"/>
              <a:gd name="connsiteY1151" fmla="*/ 4310816 h 4489084"/>
              <a:gd name="connsiteX1152" fmla="*/ 3379199 w 5158787"/>
              <a:gd name="connsiteY1152" fmla="*/ 4310046 h 4489084"/>
              <a:gd name="connsiteX1153" fmla="*/ 3368361 w 5158787"/>
              <a:gd name="connsiteY1153" fmla="*/ 4291212 h 4489084"/>
              <a:gd name="connsiteX1154" fmla="*/ 3368361 w 5158787"/>
              <a:gd name="connsiteY1154" fmla="*/ 4289672 h 4489084"/>
              <a:gd name="connsiteX1155" fmla="*/ 3379259 w 5158787"/>
              <a:gd name="connsiteY1155" fmla="*/ 4270839 h 4489084"/>
              <a:gd name="connsiteX1156" fmla="*/ 3380561 w 5158787"/>
              <a:gd name="connsiteY1156" fmla="*/ 4270069 h 4489084"/>
              <a:gd name="connsiteX1157" fmla="*/ 4935990 w 5158787"/>
              <a:gd name="connsiteY1157" fmla="*/ 4269951 h 4489084"/>
              <a:gd name="connsiteX1158" fmla="*/ 4957844 w 5158787"/>
              <a:gd name="connsiteY1158" fmla="*/ 4269951 h 4489084"/>
              <a:gd name="connsiteX1159" fmla="*/ 4959206 w 5158787"/>
              <a:gd name="connsiteY1159" fmla="*/ 4270721 h 4489084"/>
              <a:gd name="connsiteX1160" fmla="*/ 4970104 w 5158787"/>
              <a:gd name="connsiteY1160" fmla="*/ 4289673 h 4489084"/>
              <a:gd name="connsiteX1161" fmla="*/ 4970104 w 5158787"/>
              <a:gd name="connsiteY1161" fmla="*/ 4291213 h 4489084"/>
              <a:gd name="connsiteX1162" fmla="*/ 4959147 w 5158787"/>
              <a:gd name="connsiteY1162" fmla="*/ 4310165 h 4489084"/>
              <a:gd name="connsiteX1163" fmla="*/ 4957784 w 5158787"/>
              <a:gd name="connsiteY1163" fmla="*/ 4310935 h 4489084"/>
              <a:gd name="connsiteX1164" fmla="*/ 4935931 w 5158787"/>
              <a:gd name="connsiteY1164" fmla="*/ 4310935 h 4489084"/>
              <a:gd name="connsiteX1165" fmla="*/ 4934569 w 5158787"/>
              <a:gd name="connsiteY1165" fmla="*/ 4310165 h 4489084"/>
              <a:gd name="connsiteX1166" fmla="*/ 4923671 w 5158787"/>
              <a:gd name="connsiteY1166" fmla="*/ 4291213 h 4489084"/>
              <a:gd name="connsiteX1167" fmla="*/ 4923671 w 5158787"/>
              <a:gd name="connsiteY1167" fmla="*/ 4289673 h 4489084"/>
              <a:gd name="connsiteX1168" fmla="*/ 4934628 w 5158787"/>
              <a:gd name="connsiteY1168" fmla="*/ 4270721 h 4489084"/>
              <a:gd name="connsiteX1169" fmla="*/ 4935990 w 5158787"/>
              <a:gd name="connsiteY1169" fmla="*/ 4269951 h 4489084"/>
              <a:gd name="connsiteX1170" fmla="*/ 3786312 w 5158787"/>
              <a:gd name="connsiteY1170" fmla="*/ 4269951 h 4489084"/>
              <a:gd name="connsiteX1171" fmla="*/ 3808166 w 5158787"/>
              <a:gd name="connsiteY1171" fmla="*/ 4269951 h 4489084"/>
              <a:gd name="connsiteX1172" fmla="*/ 3809528 w 5158787"/>
              <a:gd name="connsiteY1172" fmla="*/ 4270721 h 4489084"/>
              <a:gd name="connsiteX1173" fmla="*/ 3820426 w 5158787"/>
              <a:gd name="connsiteY1173" fmla="*/ 4289673 h 4489084"/>
              <a:gd name="connsiteX1174" fmla="*/ 3820426 w 5158787"/>
              <a:gd name="connsiteY1174" fmla="*/ 4291213 h 4489084"/>
              <a:gd name="connsiteX1175" fmla="*/ 3809469 w 5158787"/>
              <a:gd name="connsiteY1175" fmla="*/ 4310165 h 4489084"/>
              <a:gd name="connsiteX1176" fmla="*/ 3808106 w 5158787"/>
              <a:gd name="connsiteY1176" fmla="*/ 4310935 h 4489084"/>
              <a:gd name="connsiteX1177" fmla="*/ 3786253 w 5158787"/>
              <a:gd name="connsiteY1177" fmla="*/ 4310935 h 4489084"/>
              <a:gd name="connsiteX1178" fmla="*/ 3784891 w 5158787"/>
              <a:gd name="connsiteY1178" fmla="*/ 4310165 h 4489084"/>
              <a:gd name="connsiteX1179" fmla="*/ 3773993 w 5158787"/>
              <a:gd name="connsiteY1179" fmla="*/ 4291213 h 4489084"/>
              <a:gd name="connsiteX1180" fmla="*/ 3773993 w 5158787"/>
              <a:gd name="connsiteY1180" fmla="*/ 4289673 h 4489084"/>
              <a:gd name="connsiteX1181" fmla="*/ 3784950 w 5158787"/>
              <a:gd name="connsiteY1181" fmla="*/ 4270721 h 4489084"/>
              <a:gd name="connsiteX1182" fmla="*/ 3786312 w 5158787"/>
              <a:gd name="connsiteY1182" fmla="*/ 4269951 h 4489084"/>
              <a:gd name="connsiteX1183" fmla="*/ 4597814 w 5158787"/>
              <a:gd name="connsiteY1183" fmla="*/ 4269833 h 4489084"/>
              <a:gd name="connsiteX1184" fmla="*/ 4619787 w 5158787"/>
              <a:gd name="connsiteY1184" fmla="*/ 4269833 h 4489084"/>
              <a:gd name="connsiteX1185" fmla="*/ 4621149 w 5158787"/>
              <a:gd name="connsiteY1185" fmla="*/ 4270603 h 4489084"/>
              <a:gd name="connsiteX1186" fmla="*/ 4632105 w 5158787"/>
              <a:gd name="connsiteY1186" fmla="*/ 4289614 h 4489084"/>
              <a:gd name="connsiteX1187" fmla="*/ 4632105 w 5158787"/>
              <a:gd name="connsiteY1187" fmla="*/ 4291154 h 4489084"/>
              <a:gd name="connsiteX1188" fmla="*/ 4621089 w 5158787"/>
              <a:gd name="connsiteY1188" fmla="*/ 4310165 h 4489084"/>
              <a:gd name="connsiteX1189" fmla="*/ 4619727 w 5158787"/>
              <a:gd name="connsiteY1189" fmla="*/ 4310935 h 4489084"/>
              <a:gd name="connsiteX1190" fmla="*/ 4597755 w 5158787"/>
              <a:gd name="connsiteY1190" fmla="*/ 4310935 h 4489084"/>
              <a:gd name="connsiteX1191" fmla="*/ 4596393 w 5158787"/>
              <a:gd name="connsiteY1191" fmla="*/ 4310165 h 4489084"/>
              <a:gd name="connsiteX1192" fmla="*/ 4585436 w 5158787"/>
              <a:gd name="connsiteY1192" fmla="*/ 4291154 h 4489084"/>
              <a:gd name="connsiteX1193" fmla="*/ 4585436 w 5158787"/>
              <a:gd name="connsiteY1193" fmla="*/ 4289614 h 4489084"/>
              <a:gd name="connsiteX1194" fmla="*/ 4596452 w 5158787"/>
              <a:gd name="connsiteY1194" fmla="*/ 4270603 h 4489084"/>
              <a:gd name="connsiteX1195" fmla="*/ 4597814 w 5158787"/>
              <a:gd name="connsiteY1195" fmla="*/ 4269833 h 4489084"/>
              <a:gd name="connsiteX1196" fmla="*/ 3853829 w 5158787"/>
              <a:gd name="connsiteY1196" fmla="*/ 4269773 h 4489084"/>
              <a:gd name="connsiteX1197" fmla="*/ 3875919 w 5158787"/>
              <a:gd name="connsiteY1197" fmla="*/ 4269773 h 4489084"/>
              <a:gd name="connsiteX1198" fmla="*/ 3877282 w 5158787"/>
              <a:gd name="connsiteY1198" fmla="*/ 4270543 h 4489084"/>
              <a:gd name="connsiteX1199" fmla="*/ 3888297 w 5158787"/>
              <a:gd name="connsiteY1199" fmla="*/ 4289673 h 4489084"/>
              <a:gd name="connsiteX1200" fmla="*/ 3888297 w 5158787"/>
              <a:gd name="connsiteY1200" fmla="*/ 4291212 h 4489084"/>
              <a:gd name="connsiteX1201" fmla="*/ 3877222 w 5158787"/>
              <a:gd name="connsiteY1201" fmla="*/ 4310342 h 4489084"/>
              <a:gd name="connsiteX1202" fmla="*/ 3875860 w 5158787"/>
              <a:gd name="connsiteY1202" fmla="*/ 4311112 h 4489084"/>
              <a:gd name="connsiteX1203" fmla="*/ 3853769 w 5158787"/>
              <a:gd name="connsiteY1203" fmla="*/ 4311112 h 4489084"/>
              <a:gd name="connsiteX1204" fmla="*/ 3852407 w 5158787"/>
              <a:gd name="connsiteY1204" fmla="*/ 4310342 h 4489084"/>
              <a:gd name="connsiteX1205" fmla="*/ 3841391 w 5158787"/>
              <a:gd name="connsiteY1205" fmla="*/ 4291212 h 4489084"/>
              <a:gd name="connsiteX1206" fmla="*/ 3841391 w 5158787"/>
              <a:gd name="connsiteY1206" fmla="*/ 4289673 h 4489084"/>
              <a:gd name="connsiteX1207" fmla="*/ 3852466 w 5158787"/>
              <a:gd name="connsiteY1207" fmla="*/ 4270543 h 4489084"/>
              <a:gd name="connsiteX1208" fmla="*/ 3853829 w 5158787"/>
              <a:gd name="connsiteY1208" fmla="*/ 4269773 h 4489084"/>
              <a:gd name="connsiteX1209" fmla="*/ 4394790 w 5158787"/>
              <a:gd name="connsiteY1209" fmla="*/ 4269655 h 4489084"/>
              <a:gd name="connsiteX1210" fmla="*/ 4417000 w 5158787"/>
              <a:gd name="connsiteY1210" fmla="*/ 4269655 h 4489084"/>
              <a:gd name="connsiteX1211" fmla="*/ 4418362 w 5158787"/>
              <a:gd name="connsiteY1211" fmla="*/ 4270425 h 4489084"/>
              <a:gd name="connsiteX1212" fmla="*/ 4429437 w 5158787"/>
              <a:gd name="connsiteY1212" fmla="*/ 4289673 h 4489084"/>
              <a:gd name="connsiteX1213" fmla="*/ 4429437 w 5158787"/>
              <a:gd name="connsiteY1213" fmla="*/ 4291213 h 4489084"/>
              <a:gd name="connsiteX1214" fmla="*/ 4418362 w 5158787"/>
              <a:gd name="connsiteY1214" fmla="*/ 4310461 h 4489084"/>
              <a:gd name="connsiteX1215" fmla="*/ 4417000 w 5158787"/>
              <a:gd name="connsiteY1215" fmla="*/ 4311231 h 4489084"/>
              <a:gd name="connsiteX1216" fmla="*/ 4394790 w 5158787"/>
              <a:gd name="connsiteY1216" fmla="*/ 4311231 h 4489084"/>
              <a:gd name="connsiteX1217" fmla="*/ 4393428 w 5158787"/>
              <a:gd name="connsiteY1217" fmla="*/ 4310461 h 4489084"/>
              <a:gd name="connsiteX1218" fmla="*/ 4382353 w 5158787"/>
              <a:gd name="connsiteY1218" fmla="*/ 4291213 h 4489084"/>
              <a:gd name="connsiteX1219" fmla="*/ 4382353 w 5158787"/>
              <a:gd name="connsiteY1219" fmla="*/ 4289673 h 4489084"/>
              <a:gd name="connsiteX1220" fmla="*/ 4393428 w 5158787"/>
              <a:gd name="connsiteY1220" fmla="*/ 4270425 h 4489084"/>
              <a:gd name="connsiteX1221" fmla="*/ 4394790 w 5158787"/>
              <a:gd name="connsiteY1221" fmla="*/ 4269655 h 4489084"/>
              <a:gd name="connsiteX1222" fmla="*/ 3650568 w 5158787"/>
              <a:gd name="connsiteY1222" fmla="*/ 4269122 h 4489084"/>
              <a:gd name="connsiteX1223" fmla="*/ 3673311 w 5158787"/>
              <a:gd name="connsiteY1223" fmla="*/ 4269122 h 4489084"/>
              <a:gd name="connsiteX1224" fmla="*/ 3674673 w 5158787"/>
              <a:gd name="connsiteY1224" fmla="*/ 4269951 h 4489084"/>
              <a:gd name="connsiteX1225" fmla="*/ 3686044 w 5158787"/>
              <a:gd name="connsiteY1225" fmla="*/ 4289673 h 4489084"/>
              <a:gd name="connsiteX1226" fmla="*/ 3686044 w 5158787"/>
              <a:gd name="connsiteY1226" fmla="*/ 4291272 h 4489084"/>
              <a:gd name="connsiteX1227" fmla="*/ 3674673 w 5158787"/>
              <a:gd name="connsiteY1227" fmla="*/ 4310994 h 4489084"/>
              <a:gd name="connsiteX1228" fmla="*/ 3673311 w 5158787"/>
              <a:gd name="connsiteY1228" fmla="*/ 4311823 h 4489084"/>
              <a:gd name="connsiteX1229" fmla="*/ 3650568 w 5158787"/>
              <a:gd name="connsiteY1229" fmla="*/ 4311823 h 4489084"/>
              <a:gd name="connsiteX1230" fmla="*/ 3649206 w 5158787"/>
              <a:gd name="connsiteY1230" fmla="*/ 4310994 h 4489084"/>
              <a:gd name="connsiteX1231" fmla="*/ 3637835 w 5158787"/>
              <a:gd name="connsiteY1231" fmla="*/ 4291272 h 4489084"/>
              <a:gd name="connsiteX1232" fmla="*/ 3637835 w 5158787"/>
              <a:gd name="connsiteY1232" fmla="*/ 4289673 h 4489084"/>
              <a:gd name="connsiteX1233" fmla="*/ 3649206 w 5158787"/>
              <a:gd name="connsiteY1233" fmla="*/ 4269951 h 4489084"/>
              <a:gd name="connsiteX1234" fmla="*/ 3650568 w 5158787"/>
              <a:gd name="connsiteY1234" fmla="*/ 4269122 h 4489084"/>
              <a:gd name="connsiteX1235" fmla="*/ 3582874 w 5158787"/>
              <a:gd name="connsiteY1235" fmla="*/ 4269003 h 4489084"/>
              <a:gd name="connsiteX1236" fmla="*/ 3605735 w 5158787"/>
              <a:gd name="connsiteY1236" fmla="*/ 4269003 h 4489084"/>
              <a:gd name="connsiteX1237" fmla="*/ 3607157 w 5158787"/>
              <a:gd name="connsiteY1237" fmla="*/ 4269832 h 4489084"/>
              <a:gd name="connsiteX1238" fmla="*/ 3618587 w 5158787"/>
              <a:gd name="connsiteY1238" fmla="*/ 4289614 h 4489084"/>
              <a:gd name="connsiteX1239" fmla="*/ 3618587 w 5158787"/>
              <a:gd name="connsiteY1239" fmla="*/ 4291212 h 4489084"/>
              <a:gd name="connsiteX1240" fmla="*/ 3607157 w 5158787"/>
              <a:gd name="connsiteY1240" fmla="*/ 4310994 h 4489084"/>
              <a:gd name="connsiteX1241" fmla="*/ 3605735 w 5158787"/>
              <a:gd name="connsiteY1241" fmla="*/ 4311823 h 4489084"/>
              <a:gd name="connsiteX1242" fmla="*/ 3582874 w 5158787"/>
              <a:gd name="connsiteY1242" fmla="*/ 4311823 h 4489084"/>
              <a:gd name="connsiteX1243" fmla="*/ 3581452 w 5158787"/>
              <a:gd name="connsiteY1243" fmla="*/ 4310994 h 4489084"/>
              <a:gd name="connsiteX1244" fmla="*/ 3570022 w 5158787"/>
              <a:gd name="connsiteY1244" fmla="*/ 4291212 h 4489084"/>
              <a:gd name="connsiteX1245" fmla="*/ 3570022 w 5158787"/>
              <a:gd name="connsiteY1245" fmla="*/ 4289614 h 4489084"/>
              <a:gd name="connsiteX1246" fmla="*/ 3581452 w 5158787"/>
              <a:gd name="connsiteY1246" fmla="*/ 4269832 h 4489084"/>
              <a:gd name="connsiteX1247" fmla="*/ 3582874 w 5158787"/>
              <a:gd name="connsiteY1247" fmla="*/ 4269003 h 4489084"/>
              <a:gd name="connsiteX1248" fmla="*/ 4867821 w 5158787"/>
              <a:gd name="connsiteY1248" fmla="*/ 4268944 h 4489084"/>
              <a:gd name="connsiteX1249" fmla="*/ 4890801 w 5158787"/>
              <a:gd name="connsiteY1249" fmla="*/ 4268944 h 4489084"/>
              <a:gd name="connsiteX1250" fmla="*/ 4892222 w 5158787"/>
              <a:gd name="connsiteY1250" fmla="*/ 4269773 h 4489084"/>
              <a:gd name="connsiteX1251" fmla="*/ 4903711 w 5158787"/>
              <a:gd name="connsiteY1251" fmla="*/ 4289673 h 4489084"/>
              <a:gd name="connsiteX1252" fmla="*/ 4903711 w 5158787"/>
              <a:gd name="connsiteY1252" fmla="*/ 4291272 h 4489084"/>
              <a:gd name="connsiteX1253" fmla="*/ 4892222 w 5158787"/>
              <a:gd name="connsiteY1253" fmla="*/ 4311172 h 4489084"/>
              <a:gd name="connsiteX1254" fmla="*/ 4890801 w 5158787"/>
              <a:gd name="connsiteY1254" fmla="*/ 4312001 h 4489084"/>
              <a:gd name="connsiteX1255" fmla="*/ 4867821 w 5158787"/>
              <a:gd name="connsiteY1255" fmla="*/ 4312001 h 4489084"/>
              <a:gd name="connsiteX1256" fmla="*/ 4866400 w 5158787"/>
              <a:gd name="connsiteY1256" fmla="*/ 4311172 h 4489084"/>
              <a:gd name="connsiteX1257" fmla="*/ 4854910 w 5158787"/>
              <a:gd name="connsiteY1257" fmla="*/ 4291272 h 4489084"/>
              <a:gd name="connsiteX1258" fmla="*/ 4854910 w 5158787"/>
              <a:gd name="connsiteY1258" fmla="*/ 4289673 h 4489084"/>
              <a:gd name="connsiteX1259" fmla="*/ 4866400 w 5158787"/>
              <a:gd name="connsiteY1259" fmla="*/ 4269773 h 4489084"/>
              <a:gd name="connsiteX1260" fmla="*/ 4867821 w 5158787"/>
              <a:gd name="connsiteY1260" fmla="*/ 4268944 h 4489084"/>
              <a:gd name="connsiteX1261" fmla="*/ 4800068 w 5158787"/>
              <a:gd name="connsiteY1261" fmla="*/ 4268589 h 4489084"/>
              <a:gd name="connsiteX1262" fmla="*/ 4823344 w 5158787"/>
              <a:gd name="connsiteY1262" fmla="*/ 4268589 h 4489084"/>
              <a:gd name="connsiteX1263" fmla="*/ 4824765 w 5158787"/>
              <a:gd name="connsiteY1263" fmla="*/ 4269418 h 4489084"/>
              <a:gd name="connsiteX1264" fmla="*/ 4836373 w 5158787"/>
              <a:gd name="connsiteY1264" fmla="*/ 4289614 h 4489084"/>
              <a:gd name="connsiteX1265" fmla="*/ 4836373 w 5158787"/>
              <a:gd name="connsiteY1265" fmla="*/ 4291272 h 4489084"/>
              <a:gd name="connsiteX1266" fmla="*/ 4824706 w 5158787"/>
              <a:gd name="connsiteY1266" fmla="*/ 4311468 h 4489084"/>
              <a:gd name="connsiteX1267" fmla="*/ 4823284 w 5158787"/>
              <a:gd name="connsiteY1267" fmla="*/ 4312297 h 4489084"/>
              <a:gd name="connsiteX1268" fmla="*/ 4800009 w 5158787"/>
              <a:gd name="connsiteY1268" fmla="*/ 4312297 h 4489084"/>
              <a:gd name="connsiteX1269" fmla="*/ 4798587 w 5158787"/>
              <a:gd name="connsiteY1269" fmla="*/ 4311468 h 4489084"/>
              <a:gd name="connsiteX1270" fmla="*/ 4786979 w 5158787"/>
              <a:gd name="connsiteY1270" fmla="*/ 4291272 h 4489084"/>
              <a:gd name="connsiteX1271" fmla="*/ 4786979 w 5158787"/>
              <a:gd name="connsiteY1271" fmla="*/ 4289614 h 4489084"/>
              <a:gd name="connsiteX1272" fmla="*/ 4798646 w 5158787"/>
              <a:gd name="connsiteY1272" fmla="*/ 4269418 h 4489084"/>
              <a:gd name="connsiteX1273" fmla="*/ 4800068 w 5158787"/>
              <a:gd name="connsiteY1273" fmla="*/ 4268589 h 4489084"/>
              <a:gd name="connsiteX1274" fmla="*/ 3717788 w 5158787"/>
              <a:gd name="connsiteY1274" fmla="*/ 4268293 h 4489084"/>
              <a:gd name="connsiteX1275" fmla="*/ 3741419 w 5158787"/>
              <a:gd name="connsiteY1275" fmla="*/ 4268293 h 4489084"/>
              <a:gd name="connsiteX1276" fmla="*/ 3742840 w 5158787"/>
              <a:gd name="connsiteY1276" fmla="*/ 4269122 h 4489084"/>
              <a:gd name="connsiteX1277" fmla="*/ 3754627 w 5158787"/>
              <a:gd name="connsiteY1277" fmla="*/ 4289614 h 4489084"/>
              <a:gd name="connsiteX1278" fmla="*/ 3754627 w 5158787"/>
              <a:gd name="connsiteY1278" fmla="*/ 4291272 h 4489084"/>
              <a:gd name="connsiteX1279" fmla="*/ 3742782 w 5158787"/>
              <a:gd name="connsiteY1279" fmla="*/ 4311764 h 4489084"/>
              <a:gd name="connsiteX1280" fmla="*/ 3741360 w 5158787"/>
              <a:gd name="connsiteY1280" fmla="*/ 4312593 h 4489084"/>
              <a:gd name="connsiteX1281" fmla="*/ 3717729 w 5158787"/>
              <a:gd name="connsiteY1281" fmla="*/ 4312593 h 4489084"/>
              <a:gd name="connsiteX1282" fmla="*/ 3716308 w 5158787"/>
              <a:gd name="connsiteY1282" fmla="*/ 4311764 h 4489084"/>
              <a:gd name="connsiteX1283" fmla="*/ 3704522 w 5158787"/>
              <a:gd name="connsiteY1283" fmla="*/ 4291272 h 4489084"/>
              <a:gd name="connsiteX1284" fmla="*/ 3704522 w 5158787"/>
              <a:gd name="connsiteY1284" fmla="*/ 4289614 h 4489084"/>
              <a:gd name="connsiteX1285" fmla="*/ 3716367 w 5158787"/>
              <a:gd name="connsiteY1285" fmla="*/ 4269122 h 4489084"/>
              <a:gd name="connsiteX1286" fmla="*/ 3717788 w 5158787"/>
              <a:gd name="connsiteY1286" fmla="*/ 4268293 h 4489084"/>
              <a:gd name="connsiteX1287" fmla="*/ 4732078 w 5158787"/>
              <a:gd name="connsiteY1287" fmla="*/ 4268115 h 4489084"/>
              <a:gd name="connsiteX1288" fmla="*/ 4755946 w 5158787"/>
              <a:gd name="connsiteY1288" fmla="*/ 4268115 h 4489084"/>
              <a:gd name="connsiteX1289" fmla="*/ 4757426 w 5158787"/>
              <a:gd name="connsiteY1289" fmla="*/ 4268944 h 4489084"/>
              <a:gd name="connsiteX1290" fmla="*/ 4769331 w 5158787"/>
              <a:gd name="connsiteY1290" fmla="*/ 4289614 h 4489084"/>
              <a:gd name="connsiteX1291" fmla="*/ 4769331 w 5158787"/>
              <a:gd name="connsiteY1291" fmla="*/ 4291272 h 4489084"/>
              <a:gd name="connsiteX1292" fmla="*/ 4757426 w 5158787"/>
              <a:gd name="connsiteY1292" fmla="*/ 4311941 h 4489084"/>
              <a:gd name="connsiteX1293" fmla="*/ 4755946 w 5158787"/>
              <a:gd name="connsiteY1293" fmla="*/ 4312771 h 4489084"/>
              <a:gd name="connsiteX1294" fmla="*/ 4732078 w 5158787"/>
              <a:gd name="connsiteY1294" fmla="*/ 4312771 h 4489084"/>
              <a:gd name="connsiteX1295" fmla="*/ 4730597 w 5158787"/>
              <a:gd name="connsiteY1295" fmla="*/ 4311941 h 4489084"/>
              <a:gd name="connsiteX1296" fmla="*/ 4718693 w 5158787"/>
              <a:gd name="connsiteY1296" fmla="*/ 4291272 h 4489084"/>
              <a:gd name="connsiteX1297" fmla="*/ 4718693 w 5158787"/>
              <a:gd name="connsiteY1297" fmla="*/ 4289614 h 4489084"/>
              <a:gd name="connsiteX1298" fmla="*/ 4730597 w 5158787"/>
              <a:gd name="connsiteY1298" fmla="*/ 4268944 h 4489084"/>
              <a:gd name="connsiteX1299" fmla="*/ 4732078 w 5158787"/>
              <a:gd name="connsiteY1299" fmla="*/ 4268115 h 4489084"/>
              <a:gd name="connsiteX1300" fmla="*/ 3447130 w 5158787"/>
              <a:gd name="connsiteY1300" fmla="*/ 4268115 h 4489084"/>
              <a:gd name="connsiteX1301" fmla="*/ 3470998 w 5158787"/>
              <a:gd name="connsiteY1301" fmla="*/ 4268115 h 4489084"/>
              <a:gd name="connsiteX1302" fmla="*/ 3472479 w 5158787"/>
              <a:gd name="connsiteY1302" fmla="*/ 4268944 h 4489084"/>
              <a:gd name="connsiteX1303" fmla="*/ 3484383 w 5158787"/>
              <a:gd name="connsiteY1303" fmla="*/ 4289614 h 4489084"/>
              <a:gd name="connsiteX1304" fmla="*/ 3484383 w 5158787"/>
              <a:gd name="connsiteY1304" fmla="*/ 4291272 h 4489084"/>
              <a:gd name="connsiteX1305" fmla="*/ 3472479 w 5158787"/>
              <a:gd name="connsiteY1305" fmla="*/ 4311941 h 4489084"/>
              <a:gd name="connsiteX1306" fmla="*/ 3470998 w 5158787"/>
              <a:gd name="connsiteY1306" fmla="*/ 4312771 h 4489084"/>
              <a:gd name="connsiteX1307" fmla="*/ 3447130 w 5158787"/>
              <a:gd name="connsiteY1307" fmla="*/ 4312771 h 4489084"/>
              <a:gd name="connsiteX1308" fmla="*/ 3445650 w 5158787"/>
              <a:gd name="connsiteY1308" fmla="*/ 4311941 h 4489084"/>
              <a:gd name="connsiteX1309" fmla="*/ 3433745 w 5158787"/>
              <a:gd name="connsiteY1309" fmla="*/ 4291272 h 4489084"/>
              <a:gd name="connsiteX1310" fmla="*/ 3433745 w 5158787"/>
              <a:gd name="connsiteY1310" fmla="*/ 4289614 h 4489084"/>
              <a:gd name="connsiteX1311" fmla="*/ 3445650 w 5158787"/>
              <a:gd name="connsiteY1311" fmla="*/ 4268944 h 4489084"/>
              <a:gd name="connsiteX1312" fmla="*/ 3447130 w 5158787"/>
              <a:gd name="connsiteY1312" fmla="*/ 4268115 h 4489084"/>
              <a:gd name="connsiteX1313" fmla="*/ 3514647 w 5158787"/>
              <a:gd name="connsiteY1313" fmla="*/ 4267760 h 4489084"/>
              <a:gd name="connsiteX1314" fmla="*/ 3538811 w 5158787"/>
              <a:gd name="connsiteY1314" fmla="*/ 4267760 h 4489084"/>
              <a:gd name="connsiteX1315" fmla="*/ 3540291 w 5158787"/>
              <a:gd name="connsiteY1315" fmla="*/ 4268589 h 4489084"/>
              <a:gd name="connsiteX1316" fmla="*/ 3552373 w 5158787"/>
              <a:gd name="connsiteY1316" fmla="*/ 4289555 h 4489084"/>
              <a:gd name="connsiteX1317" fmla="*/ 3552373 w 5158787"/>
              <a:gd name="connsiteY1317" fmla="*/ 4291272 h 4489084"/>
              <a:gd name="connsiteX1318" fmla="*/ 3540291 w 5158787"/>
              <a:gd name="connsiteY1318" fmla="*/ 4312238 h 4489084"/>
              <a:gd name="connsiteX1319" fmla="*/ 3538811 w 5158787"/>
              <a:gd name="connsiteY1319" fmla="*/ 4313067 h 4489084"/>
              <a:gd name="connsiteX1320" fmla="*/ 3514647 w 5158787"/>
              <a:gd name="connsiteY1320" fmla="*/ 4313067 h 4489084"/>
              <a:gd name="connsiteX1321" fmla="*/ 3513166 w 5158787"/>
              <a:gd name="connsiteY1321" fmla="*/ 4312238 h 4489084"/>
              <a:gd name="connsiteX1322" fmla="*/ 3501084 w 5158787"/>
              <a:gd name="connsiteY1322" fmla="*/ 4291272 h 4489084"/>
              <a:gd name="connsiteX1323" fmla="*/ 3501084 w 5158787"/>
              <a:gd name="connsiteY1323" fmla="*/ 4289555 h 4489084"/>
              <a:gd name="connsiteX1324" fmla="*/ 3513166 w 5158787"/>
              <a:gd name="connsiteY1324" fmla="*/ 4268589 h 4489084"/>
              <a:gd name="connsiteX1325" fmla="*/ 3514647 w 5158787"/>
              <a:gd name="connsiteY1325" fmla="*/ 4267760 h 4489084"/>
              <a:gd name="connsiteX1326" fmla="*/ 3253878 w 5158787"/>
              <a:gd name="connsiteY1326" fmla="*/ 4227486 h 4489084"/>
              <a:gd name="connsiteX1327" fmla="*/ 3258498 w 5158787"/>
              <a:gd name="connsiteY1327" fmla="*/ 4227486 h 4489084"/>
              <a:gd name="connsiteX1328" fmla="*/ 3258794 w 5158787"/>
              <a:gd name="connsiteY1328" fmla="*/ 4227664 h 4489084"/>
              <a:gd name="connsiteX1329" fmla="*/ 3261104 w 5158787"/>
              <a:gd name="connsiteY1329" fmla="*/ 4231691 h 4489084"/>
              <a:gd name="connsiteX1330" fmla="*/ 3261104 w 5158787"/>
              <a:gd name="connsiteY1330" fmla="*/ 4232046 h 4489084"/>
              <a:gd name="connsiteX1331" fmla="*/ 3258794 w 5158787"/>
              <a:gd name="connsiteY1331" fmla="*/ 4236074 h 4489084"/>
              <a:gd name="connsiteX1332" fmla="*/ 3258498 w 5158787"/>
              <a:gd name="connsiteY1332" fmla="*/ 4236252 h 4489084"/>
              <a:gd name="connsiteX1333" fmla="*/ 3253878 w 5158787"/>
              <a:gd name="connsiteY1333" fmla="*/ 4236252 h 4489084"/>
              <a:gd name="connsiteX1334" fmla="*/ 3253582 w 5158787"/>
              <a:gd name="connsiteY1334" fmla="*/ 4236074 h 4489084"/>
              <a:gd name="connsiteX1335" fmla="*/ 3251272 w 5158787"/>
              <a:gd name="connsiteY1335" fmla="*/ 4232046 h 4489084"/>
              <a:gd name="connsiteX1336" fmla="*/ 3251272 w 5158787"/>
              <a:gd name="connsiteY1336" fmla="*/ 4231691 h 4489084"/>
              <a:gd name="connsiteX1337" fmla="*/ 3253582 w 5158787"/>
              <a:gd name="connsiteY1337" fmla="*/ 4227664 h 4489084"/>
              <a:gd name="connsiteX1338" fmla="*/ 3253878 w 5158787"/>
              <a:gd name="connsiteY1338" fmla="*/ 4227486 h 4489084"/>
              <a:gd name="connsiteX1339" fmla="*/ 3318138 w 5158787"/>
              <a:gd name="connsiteY1339" fmla="*/ 4221150 h 4489084"/>
              <a:gd name="connsiteX1340" fmla="*/ 3329509 w 5158787"/>
              <a:gd name="connsiteY1340" fmla="*/ 4221150 h 4489084"/>
              <a:gd name="connsiteX1341" fmla="*/ 3330220 w 5158787"/>
              <a:gd name="connsiteY1341" fmla="*/ 4221564 h 4489084"/>
              <a:gd name="connsiteX1342" fmla="*/ 3335905 w 5158787"/>
              <a:gd name="connsiteY1342" fmla="*/ 4231396 h 4489084"/>
              <a:gd name="connsiteX1343" fmla="*/ 3335905 w 5158787"/>
              <a:gd name="connsiteY1343" fmla="*/ 4232225 h 4489084"/>
              <a:gd name="connsiteX1344" fmla="*/ 3330220 w 5158787"/>
              <a:gd name="connsiteY1344" fmla="*/ 4242056 h 4489084"/>
              <a:gd name="connsiteX1345" fmla="*/ 3329509 w 5158787"/>
              <a:gd name="connsiteY1345" fmla="*/ 4242471 h 4489084"/>
              <a:gd name="connsiteX1346" fmla="*/ 3318138 w 5158787"/>
              <a:gd name="connsiteY1346" fmla="*/ 4242471 h 4489084"/>
              <a:gd name="connsiteX1347" fmla="*/ 3317427 w 5158787"/>
              <a:gd name="connsiteY1347" fmla="*/ 4242056 h 4489084"/>
              <a:gd name="connsiteX1348" fmla="*/ 3311742 w 5158787"/>
              <a:gd name="connsiteY1348" fmla="*/ 4232225 h 4489084"/>
              <a:gd name="connsiteX1349" fmla="*/ 3311742 w 5158787"/>
              <a:gd name="connsiteY1349" fmla="*/ 4231396 h 4489084"/>
              <a:gd name="connsiteX1350" fmla="*/ 3317427 w 5158787"/>
              <a:gd name="connsiteY1350" fmla="*/ 4221564 h 4489084"/>
              <a:gd name="connsiteX1351" fmla="*/ 3318138 w 5158787"/>
              <a:gd name="connsiteY1351" fmla="*/ 4221150 h 4489084"/>
              <a:gd name="connsiteX1352" fmla="*/ 4125139 w 5158787"/>
              <a:gd name="connsiteY1352" fmla="*/ 4212680 h 4489084"/>
              <a:gd name="connsiteX1353" fmla="*/ 4145572 w 5158787"/>
              <a:gd name="connsiteY1353" fmla="*/ 4212680 h 4489084"/>
              <a:gd name="connsiteX1354" fmla="*/ 4146816 w 5158787"/>
              <a:gd name="connsiteY1354" fmla="*/ 4213391 h 4489084"/>
              <a:gd name="connsiteX1355" fmla="*/ 4157002 w 5158787"/>
              <a:gd name="connsiteY1355" fmla="*/ 4231099 h 4489084"/>
              <a:gd name="connsiteX1356" fmla="*/ 4157002 w 5158787"/>
              <a:gd name="connsiteY1356" fmla="*/ 4232521 h 4489084"/>
              <a:gd name="connsiteX1357" fmla="*/ 4146756 w 5158787"/>
              <a:gd name="connsiteY1357" fmla="*/ 4250229 h 4489084"/>
              <a:gd name="connsiteX1358" fmla="*/ 4145513 w 5158787"/>
              <a:gd name="connsiteY1358" fmla="*/ 4250940 h 4489084"/>
              <a:gd name="connsiteX1359" fmla="*/ 4125080 w 5158787"/>
              <a:gd name="connsiteY1359" fmla="*/ 4250940 h 4489084"/>
              <a:gd name="connsiteX1360" fmla="*/ 4123836 w 5158787"/>
              <a:gd name="connsiteY1360" fmla="*/ 4250229 h 4489084"/>
              <a:gd name="connsiteX1361" fmla="*/ 4113650 w 5158787"/>
              <a:gd name="connsiteY1361" fmla="*/ 4232521 h 4489084"/>
              <a:gd name="connsiteX1362" fmla="*/ 4113650 w 5158787"/>
              <a:gd name="connsiteY1362" fmla="*/ 4231099 h 4489084"/>
              <a:gd name="connsiteX1363" fmla="*/ 4123896 w 5158787"/>
              <a:gd name="connsiteY1363" fmla="*/ 4213391 h 4489084"/>
              <a:gd name="connsiteX1364" fmla="*/ 4125139 w 5158787"/>
              <a:gd name="connsiteY1364" fmla="*/ 4212680 h 4489084"/>
              <a:gd name="connsiteX1365" fmla="*/ 5004277 w 5158787"/>
              <a:gd name="connsiteY1365" fmla="*/ 4212562 h 4489084"/>
              <a:gd name="connsiteX1366" fmla="*/ 5024828 w 5158787"/>
              <a:gd name="connsiteY1366" fmla="*/ 4212562 h 4489084"/>
              <a:gd name="connsiteX1367" fmla="*/ 5026071 w 5158787"/>
              <a:gd name="connsiteY1367" fmla="*/ 4213273 h 4489084"/>
              <a:gd name="connsiteX1368" fmla="*/ 5036317 w 5158787"/>
              <a:gd name="connsiteY1368" fmla="*/ 4231040 h 4489084"/>
              <a:gd name="connsiteX1369" fmla="*/ 5036317 w 5158787"/>
              <a:gd name="connsiteY1369" fmla="*/ 4232521 h 4489084"/>
              <a:gd name="connsiteX1370" fmla="*/ 5026071 w 5158787"/>
              <a:gd name="connsiteY1370" fmla="*/ 4250288 h 4489084"/>
              <a:gd name="connsiteX1371" fmla="*/ 5024828 w 5158787"/>
              <a:gd name="connsiteY1371" fmla="*/ 4250999 h 4489084"/>
              <a:gd name="connsiteX1372" fmla="*/ 5004277 w 5158787"/>
              <a:gd name="connsiteY1372" fmla="*/ 4250999 h 4489084"/>
              <a:gd name="connsiteX1373" fmla="*/ 5003033 w 5158787"/>
              <a:gd name="connsiteY1373" fmla="*/ 4250288 h 4489084"/>
              <a:gd name="connsiteX1374" fmla="*/ 4992787 w 5158787"/>
              <a:gd name="connsiteY1374" fmla="*/ 4232521 h 4489084"/>
              <a:gd name="connsiteX1375" fmla="*/ 4992787 w 5158787"/>
              <a:gd name="connsiteY1375" fmla="*/ 4231040 h 4489084"/>
              <a:gd name="connsiteX1376" fmla="*/ 5003033 w 5158787"/>
              <a:gd name="connsiteY1376" fmla="*/ 4213273 h 4489084"/>
              <a:gd name="connsiteX1377" fmla="*/ 5004277 w 5158787"/>
              <a:gd name="connsiteY1377" fmla="*/ 4212562 h 4489084"/>
              <a:gd name="connsiteX1378" fmla="*/ 3922115 w 5158787"/>
              <a:gd name="connsiteY1378" fmla="*/ 4212503 h 4489084"/>
              <a:gd name="connsiteX1379" fmla="*/ 3942785 w 5158787"/>
              <a:gd name="connsiteY1379" fmla="*/ 4212503 h 4489084"/>
              <a:gd name="connsiteX1380" fmla="*/ 3944029 w 5158787"/>
              <a:gd name="connsiteY1380" fmla="*/ 4213214 h 4489084"/>
              <a:gd name="connsiteX1381" fmla="*/ 3954334 w 5158787"/>
              <a:gd name="connsiteY1381" fmla="*/ 4231100 h 4489084"/>
              <a:gd name="connsiteX1382" fmla="*/ 3954334 w 5158787"/>
              <a:gd name="connsiteY1382" fmla="*/ 4232580 h 4489084"/>
              <a:gd name="connsiteX1383" fmla="*/ 3944029 w 5158787"/>
              <a:gd name="connsiteY1383" fmla="*/ 4250466 h 4489084"/>
              <a:gd name="connsiteX1384" fmla="*/ 3942785 w 5158787"/>
              <a:gd name="connsiteY1384" fmla="*/ 4251177 h 4489084"/>
              <a:gd name="connsiteX1385" fmla="*/ 3922115 w 5158787"/>
              <a:gd name="connsiteY1385" fmla="*/ 4251177 h 4489084"/>
              <a:gd name="connsiteX1386" fmla="*/ 3920872 w 5158787"/>
              <a:gd name="connsiteY1386" fmla="*/ 4250466 h 4489084"/>
              <a:gd name="connsiteX1387" fmla="*/ 3910567 w 5158787"/>
              <a:gd name="connsiteY1387" fmla="*/ 4232580 h 4489084"/>
              <a:gd name="connsiteX1388" fmla="*/ 3910567 w 5158787"/>
              <a:gd name="connsiteY1388" fmla="*/ 4231100 h 4489084"/>
              <a:gd name="connsiteX1389" fmla="*/ 3920872 w 5158787"/>
              <a:gd name="connsiteY1389" fmla="*/ 4213214 h 4489084"/>
              <a:gd name="connsiteX1390" fmla="*/ 3922115 w 5158787"/>
              <a:gd name="connsiteY1390" fmla="*/ 4212503 h 4489084"/>
              <a:gd name="connsiteX1391" fmla="*/ 4260232 w 5158787"/>
              <a:gd name="connsiteY1391" fmla="*/ 4212266 h 4489084"/>
              <a:gd name="connsiteX1392" fmla="*/ 4281079 w 5158787"/>
              <a:gd name="connsiteY1392" fmla="*/ 4212266 h 4489084"/>
              <a:gd name="connsiteX1393" fmla="*/ 4282382 w 5158787"/>
              <a:gd name="connsiteY1393" fmla="*/ 4212977 h 4489084"/>
              <a:gd name="connsiteX1394" fmla="*/ 4292806 w 5158787"/>
              <a:gd name="connsiteY1394" fmla="*/ 4231040 h 4489084"/>
              <a:gd name="connsiteX1395" fmla="*/ 4292806 w 5158787"/>
              <a:gd name="connsiteY1395" fmla="*/ 4232521 h 4489084"/>
              <a:gd name="connsiteX1396" fmla="*/ 4282382 w 5158787"/>
              <a:gd name="connsiteY1396" fmla="*/ 4250584 h 4489084"/>
              <a:gd name="connsiteX1397" fmla="*/ 4281079 w 5158787"/>
              <a:gd name="connsiteY1397" fmla="*/ 4251295 h 4489084"/>
              <a:gd name="connsiteX1398" fmla="*/ 4260232 w 5158787"/>
              <a:gd name="connsiteY1398" fmla="*/ 4251295 h 4489084"/>
              <a:gd name="connsiteX1399" fmla="*/ 4258928 w 5158787"/>
              <a:gd name="connsiteY1399" fmla="*/ 4250584 h 4489084"/>
              <a:gd name="connsiteX1400" fmla="*/ 4248505 w 5158787"/>
              <a:gd name="connsiteY1400" fmla="*/ 4232521 h 4489084"/>
              <a:gd name="connsiteX1401" fmla="*/ 4248505 w 5158787"/>
              <a:gd name="connsiteY1401" fmla="*/ 4231040 h 4489084"/>
              <a:gd name="connsiteX1402" fmla="*/ 4258928 w 5158787"/>
              <a:gd name="connsiteY1402" fmla="*/ 4212977 h 4489084"/>
              <a:gd name="connsiteX1403" fmla="*/ 4260232 w 5158787"/>
              <a:gd name="connsiteY1403" fmla="*/ 4212266 h 4489084"/>
              <a:gd name="connsiteX1404" fmla="*/ 4192597 w 5158787"/>
              <a:gd name="connsiteY1404" fmla="*/ 4212266 h 4489084"/>
              <a:gd name="connsiteX1405" fmla="*/ 4213444 w 5158787"/>
              <a:gd name="connsiteY1405" fmla="*/ 4212266 h 4489084"/>
              <a:gd name="connsiteX1406" fmla="*/ 4214747 w 5158787"/>
              <a:gd name="connsiteY1406" fmla="*/ 4212977 h 4489084"/>
              <a:gd name="connsiteX1407" fmla="*/ 4225171 w 5158787"/>
              <a:gd name="connsiteY1407" fmla="*/ 4231040 h 4489084"/>
              <a:gd name="connsiteX1408" fmla="*/ 4225171 w 5158787"/>
              <a:gd name="connsiteY1408" fmla="*/ 4232521 h 4489084"/>
              <a:gd name="connsiteX1409" fmla="*/ 4214747 w 5158787"/>
              <a:gd name="connsiteY1409" fmla="*/ 4250584 h 4489084"/>
              <a:gd name="connsiteX1410" fmla="*/ 4213444 w 5158787"/>
              <a:gd name="connsiteY1410" fmla="*/ 4251295 h 4489084"/>
              <a:gd name="connsiteX1411" fmla="*/ 4192597 w 5158787"/>
              <a:gd name="connsiteY1411" fmla="*/ 4251295 h 4489084"/>
              <a:gd name="connsiteX1412" fmla="*/ 4191294 w 5158787"/>
              <a:gd name="connsiteY1412" fmla="*/ 4250584 h 4489084"/>
              <a:gd name="connsiteX1413" fmla="*/ 4180870 w 5158787"/>
              <a:gd name="connsiteY1413" fmla="*/ 4232521 h 4489084"/>
              <a:gd name="connsiteX1414" fmla="*/ 4180870 w 5158787"/>
              <a:gd name="connsiteY1414" fmla="*/ 4231040 h 4489084"/>
              <a:gd name="connsiteX1415" fmla="*/ 4191294 w 5158787"/>
              <a:gd name="connsiteY1415" fmla="*/ 4212977 h 4489084"/>
              <a:gd name="connsiteX1416" fmla="*/ 4192597 w 5158787"/>
              <a:gd name="connsiteY1416" fmla="*/ 4212266 h 4489084"/>
              <a:gd name="connsiteX1417" fmla="*/ 3854421 w 5158787"/>
              <a:gd name="connsiteY1417" fmla="*/ 4212266 h 4489084"/>
              <a:gd name="connsiteX1418" fmla="*/ 3875268 w 5158787"/>
              <a:gd name="connsiteY1418" fmla="*/ 4212266 h 4489084"/>
              <a:gd name="connsiteX1419" fmla="*/ 3876571 w 5158787"/>
              <a:gd name="connsiteY1419" fmla="*/ 4212977 h 4489084"/>
              <a:gd name="connsiteX1420" fmla="*/ 3886995 w 5158787"/>
              <a:gd name="connsiteY1420" fmla="*/ 4231040 h 4489084"/>
              <a:gd name="connsiteX1421" fmla="*/ 3886995 w 5158787"/>
              <a:gd name="connsiteY1421" fmla="*/ 4232521 h 4489084"/>
              <a:gd name="connsiteX1422" fmla="*/ 3876571 w 5158787"/>
              <a:gd name="connsiteY1422" fmla="*/ 4250584 h 4489084"/>
              <a:gd name="connsiteX1423" fmla="*/ 3875268 w 5158787"/>
              <a:gd name="connsiteY1423" fmla="*/ 4251295 h 4489084"/>
              <a:gd name="connsiteX1424" fmla="*/ 3854421 w 5158787"/>
              <a:gd name="connsiteY1424" fmla="*/ 4251295 h 4489084"/>
              <a:gd name="connsiteX1425" fmla="*/ 3853118 w 5158787"/>
              <a:gd name="connsiteY1425" fmla="*/ 4250584 h 4489084"/>
              <a:gd name="connsiteX1426" fmla="*/ 3842694 w 5158787"/>
              <a:gd name="connsiteY1426" fmla="*/ 4232521 h 4489084"/>
              <a:gd name="connsiteX1427" fmla="*/ 3842694 w 5158787"/>
              <a:gd name="connsiteY1427" fmla="*/ 4231040 h 4489084"/>
              <a:gd name="connsiteX1428" fmla="*/ 3853118 w 5158787"/>
              <a:gd name="connsiteY1428" fmla="*/ 4212977 h 4489084"/>
              <a:gd name="connsiteX1429" fmla="*/ 3854421 w 5158787"/>
              <a:gd name="connsiteY1429" fmla="*/ 4212266 h 4489084"/>
              <a:gd name="connsiteX1430" fmla="*/ 3989632 w 5158787"/>
              <a:gd name="connsiteY1430" fmla="*/ 4212147 h 4489084"/>
              <a:gd name="connsiteX1431" fmla="*/ 4010598 w 5158787"/>
              <a:gd name="connsiteY1431" fmla="*/ 4212147 h 4489084"/>
              <a:gd name="connsiteX1432" fmla="*/ 4011901 w 5158787"/>
              <a:gd name="connsiteY1432" fmla="*/ 4212917 h 4489084"/>
              <a:gd name="connsiteX1433" fmla="*/ 4022384 w 5158787"/>
              <a:gd name="connsiteY1433" fmla="*/ 4231099 h 4489084"/>
              <a:gd name="connsiteX1434" fmla="*/ 4022384 w 5158787"/>
              <a:gd name="connsiteY1434" fmla="*/ 4232580 h 4489084"/>
              <a:gd name="connsiteX1435" fmla="*/ 4011901 w 5158787"/>
              <a:gd name="connsiteY1435" fmla="*/ 4250762 h 4489084"/>
              <a:gd name="connsiteX1436" fmla="*/ 4010598 w 5158787"/>
              <a:gd name="connsiteY1436" fmla="*/ 4251531 h 4489084"/>
              <a:gd name="connsiteX1437" fmla="*/ 3989632 w 5158787"/>
              <a:gd name="connsiteY1437" fmla="*/ 4251531 h 4489084"/>
              <a:gd name="connsiteX1438" fmla="*/ 3988329 w 5158787"/>
              <a:gd name="connsiteY1438" fmla="*/ 4250762 h 4489084"/>
              <a:gd name="connsiteX1439" fmla="*/ 3977846 w 5158787"/>
              <a:gd name="connsiteY1439" fmla="*/ 4232580 h 4489084"/>
              <a:gd name="connsiteX1440" fmla="*/ 3977846 w 5158787"/>
              <a:gd name="connsiteY1440" fmla="*/ 4231099 h 4489084"/>
              <a:gd name="connsiteX1441" fmla="*/ 3988329 w 5158787"/>
              <a:gd name="connsiteY1441" fmla="*/ 4212917 h 4489084"/>
              <a:gd name="connsiteX1442" fmla="*/ 3989632 w 5158787"/>
              <a:gd name="connsiteY1442" fmla="*/ 4212147 h 4489084"/>
              <a:gd name="connsiteX1443" fmla="*/ 4057208 w 5158787"/>
              <a:gd name="connsiteY1443" fmla="*/ 4212088 h 4489084"/>
              <a:gd name="connsiteX1444" fmla="*/ 4078292 w 5158787"/>
              <a:gd name="connsiteY1444" fmla="*/ 4212088 h 4489084"/>
              <a:gd name="connsiteX1445" fmla="*/ 4079596 w 5158787"/>
              <a:gd name="connsiteY1445" fmla="*/ 4212858 h 4489084"/>
              <a:gd name="connsiteX1446" fmla="*/ 4090137 w 5158787"/>
              <a:gd name="connsiteY1446" fmla="*/ 4231099 h 4489084"/>
              <a:gd name="connsiteX1447" fmla="*/ 4090137 w 5158787"/>
              <a:gd name="connsiteY1447" fmla="*/ 4232580 h 4489084"/>
              <a:gd name="connsiteX1448" fmla="*/ 4079596 w 5158787"/>
              <a:gd name="connsiteY1448" fmla="*/ 4250821 h 4489084"/>
              <a:gd name="connsiteX1449" fmla="*/ 4078292 w 5158787"/>
              <a:gd name="connsiteY1449" fmla="*/ 4251591 h 4489084"/>
              <a:gd name="connsiteX1450" fmla="*/ 4057208 w 5158787"/>
              <a:gd name="connsiteY1450" fmla="*/ 4251591 h 4489084"/>
              <a:gd name="connsiteX1451" fmla="*/ 4055906 w 5158787"/>
              <a:gd name="connsiteY1451" fmla="*/ 4250821 h 4489084"/>
              <a:gd name="connsiteX1452" fmla="*/ 4045363 w 5158787"/>
              <a:gd name="connsiteY1452" fmla="*/ 4232580 h 4489084"/>
              <a:gd name="connsiteX1453" fmla="*/ 4045363 w 5158787"/>
              <a:gd name="connsiteY1453" fmla="*/ 4231099 h 4489084"/>
              <a:gd name="connsiteX1454" fmla="*/ 4055906 w 5158787"/>
              <a:gd name="connsiteY1454" fmla="*/ 4212858 h 4489084"/>
              <a:gd name="connsiteX1455" fmla="*/ 4057208 w 5158787"/>
              <a:gd name="connsiteY1455" fmla="*/ 4212088 h 4489084"/>
              <a:gd name="connsiteX1456" fmla="*/ 4327688 w 5158787"/>
              <a:gd name="connsiteY1456" fmla="*/ 4211970 h 4489084"/>
              <a:gd name="connsiteX1457" fmla="*/ 4348891 w 5158787"/>
              <a:gd name="connsiteY1457" fmla="*/ 4211970 h 4489084"/>
              <a:gd name="connsiteX1458" fmla="*/ 4350194 w 5158787"/>
              <a:gd name="connsiteY1458" fmla="*/ 4212740 h 4489084"/>
              <a:gd name="connsiteX1459" fmla="*/ 4360795 w 5158787"/>
              <a:gd name="connsiteY1459" fmla="*/ 4231100 h 4489084"/>
              <a:gd name="connsiteX1460" fmla="*/ 4360795 w 5158787"/>
              <a:gd name="connsiteY1460" fmla="*/ 4232581 h 4489084"/>
              <a:gd name="connsiteX1461" fmla="*/ 4350194 w 5158787"/>
              <a:gd name="connsiteY1461" fmla="*/ 4250940 h 4489084"/>
              <a:gd name="connsiteX1462" fmla="*/ 4348891 w 5158787"/>
              <a:gd name="connsiteY1462" fmla="*/ 4251710 h 4489084"/>
              <a:gd name="connsiteX1463" fmla="*/ 4327688 w 5158787"/>
              <a:gd name="connsiteY1463" fmla="*/ 4251710 h 4489084"/>
              <a:gd name="connsiteX1464" fmla="*/ 4326385 w 5158787"/>
              <a:gd name="connsiteY1464" fmla="*/ 4250940 h 4489084"/>
              <a:gd name="connsiteX1465" fmla="*/ 4315784 w 5158787"/>
              <a:gd name="connsiteY1465" fmla="*/ 4232581 h 4489084"/>
              <a:gd name="connsiteX1466" fmla="*/ 4315784 w 5158787"/>
              <a:gd name="connsiteY1466" fmla="*/ 4231100 h 4489084"/>
              <a:gd name="connsiteX1467" fmla="*/ 4326385 w 5158787"/>
              <a:gd name="connsiteY1467" fmla="*/ 4212740 h 4489084"/>
              <a:gd name="connsiteX1468" fmla="*/ 4327688 w 5158787"/>
              <a:gd name="connsiteY1468" fmla="*/ 4211970 h 4489084"/>
              <a:gd name="connsiteX1469" fmla="*/ 4530476 w 5158787"/>
              <a:gd name="connsiteY1469" fmla="*/ 4211851 h 4489084"/>
              <a:gd name="connsiteX1470" fmla="*/ 4551797 w 5158787"/>
              <a:gd name="connsiteY1470" fmla="*/ 4211851 h 4489084"/>
              <a:gd name="connsiteX1471" fmla="*/ 4553100 w 5158787"/>
              <a:gd name="connsiteY1471" fmla="*/ 4212621 h 4489084"/>
              <a:gd name="connsiteX1472" fmla="*/ 4563760 w 5158787"/>
              <a:gd name="connsiteY1472" fmla="*/ 4231099 h 4489084"/>
              <a:gd name="connsiteX1473" fmla="*/ 4563760 w 5158787"/>
              <a:gd name="connsiteY1473" fmla="*/ 4232580 h 4489084"/>
              <a:gd name="connsiteX1474" fmla="*/ 4553100 w 5158787"/>
              <a:gd name="connsiteY1474" fmla="*/ 4251058 h 4489084"/>
              <a:gd name="connsiteX1475" fmla="*/ 4551797 w 5158787"/>
              <a:gd name="connsiteY1475" fmla="*/ 4251828 h 4489084"/>
              <a:gd name="connsiteX1476" fmla="*/ 4530476 w 5158787"/>
              <a:gd name="connsiteY1476" fmla="*/ 4251828 h 4489084"/>
              <a:gd name="connsiteX1477" fmla="*/ 4529172 w 5158787"/>
              <a:gd name="connsiteY1477" fmla="*/ 4251058 h 4489084"/>
              <a:gd name="connsiteX1478" fmla="*/ 4518512 w 5158787"/>
              <a:gd name="connsiteY1478" fmla="*/ 4232580 h 4489084"/>
              <a:gd name="connsiteX1479" fmla="*/ 4518512 w 5158787"/>
              <a:gd name="connsiteY1479" fmla="*/ 4231099 h 4489084"/>
              <a:gd name="connsiteX1480" fmla="*/ 4529172 w 5158787"/>
              <a:gd name="connsiteY1480" fmla="*/ 4212621 h 4489084"/>
              <a:gd name="connsiteX1481" fmla="*/ 4530476 w 5158787"/>
              <a:gd name="connsiteY1481" fmla="*/ 4211851 h 4489084"/>
              <a:gd name="connsiteX1482" fmla="*/ 4395146 w 5158787"/>
              <a:gd name="connsiteY1482" fmla="*/ 4211673 h 4489084"/>
              <a:gd name="connsiteX1483" fmla="*/ 4416644 w 5158787"/>
              <a:gd name="connsiteY1483" fmla="*/ 4211673 h 4489084"/>
              <a:gd name="connsiteX1484" fmla="*/ 4417948 w 5158787"/>
              <a:gd name="connsiteY1484" fmla="*/ 4212443 h 4489084"/>
              <a:gd name="connsiteX1485" fmla="*/ 4428727 w 5158787"/>
              <a:gd name="connsiteY1485" fmla="*/ 4231099 h 4489084"/>
              <a:gd name="connsiteX1486" fmla="*/ 4428727 w 5158787"/>
              <a:gd name="connsiteY1486" fmla="*/ 4232639 h 4489084"/>
              <a:gd name="connsiteX1487" fmla="*/ 4417948 w 5158787"/>
              <a:gd name="connsiteY1487" fmla="*/ 4251295 h 4489084"/>
              <a:gd name="connsiteX1488" fmla="*/ 4416644 w 5158787"/>
              <a:gd name="connsiteY1488" fmla="*/ 4252065 h 4489084"/>
              <a:gd name="connsiteX1489" fmla="*/ 4395146 w 5158787"/>
              <a:gd name="connsiteY1489" fmla="*/ 4252065 h 4489084"/>
              <a:gd name="connsiteX1490" fmla="*/ 4393843 w 5158787"/>
              <a:gd name="connsiteY1490" fmla="*/ 4251295 h 4489084"/>
              <a:gd name="connsiteX1491" fmla="*/ 4383064 w 5158787"/>
              <a:gd name="connsiteY1491" fmla="*/ 4232639 h 4489084"/>
              <a:gd name="connsiteX1492" fmla="*/ 4383064 w 5158787"/>
              <a:gd name="connsiteY1492" fmla="*/ 4231099 h 4489084"/>
              <a:gd name="connsiteX1493" fmla="*/ 4393843 w 5158787"/>
              <a:gd name="connsiteY1493" fmla="*/ 4212443 h 4489084"/>
              <a:gd name="connsiteX1494" fmla="*/ 4395146 w 5158787"/>
              <a:gd name="connsiteY1494" fmla="*/ 4211673 h 4489084"/>
              <a:gd name="connsiteX1495" fmla="*/ 4597992 w 5158787"/>
              <a:gd name="connsiteY1495" fmla="*/ 4211555 h 4489084"/>
              <a:gd name="connsiteX1496" fmla="*/ 4619609 w 5158787"/>
              <a:gd name="connsiteY1496" fmla="*/ 4211555 h 4489084"/>
              <a:gd name="connsiteX1497" fmla="*/ 4620912 w 5158787"/>
              <a:gd name="connsiteY1497" fmla="*/ 4212325 h 4489084"/>
              <a:gd name="connsiteX1498" fmla="*/ 4631751 w 5158787"/>
              <a:gd name="connsiteY1498" fmla="*/ 4231040 h 4489084"/>
              <a:gd name="connsiteX1499" fmla="*/ 4631751 w 5158787"/>
              <a:gd name="connsiteY1499" fmla="*/ 4232580 h 4489084"/>
              <a:gd name="connsiteX1500" fmla="*/ 4620912 w 5158787"/>
              <a:gd name="connsiteY1500" fmla="*/ 4251295 h 4489084"/>
              <a:gd name="connsiteX1501" fmla="*/ 4619609 w 5158787"/>
              <a:gd name="connsiteY1501" fmla="*/ 4252065 h 4489084"/>
              <a:gd name="connsiteX1502" fmla="*/ 4597992 w 5158787"/>
              <a:gd name="connsiteY1502" fmla="*/ 4252065 h 4489084"/>
              <a:gd name="connsiteX1503" fmla="*/ 4596689 w 5158787"/>
              <a:gd name="connsiteY1503" fmla="*/ 4251295 h 4489084"/>
              <a:gd name="connsiteX1504" fmla="*/ 4585851 w 5158787"/>
              <a:gd name="connsiteY1504" fmla="*/ 4232580 h 4489084"/>
              <a:gd name="connsiteX1505" fmla="*/ 4585851 w 5158787"/>
              <a:gd name="connsiteY1505" fmla="*/ 4231040 h 4489084"/>
              <a:gd name="connsiteX1506" fmla="*/ 4596689 w 5158787"/>
              <a:gd name="connsiteY1506" fmla="*/ 4212325 h 4489084"/>
              <a:gd name="connsiteX1507" fmla="*/ 4597992 w 5158787"/>
              <a:gd name="connsiteY1507" fmla="*/ 4211555 h 4489084"/>
              <a:gd name="connsiteX1508" fmla="*/ 4462722 w 5158787"/>
              <a:gd name="connsiteY1508" fmla="*/ 4211555 h 4489084"/>
              <a:gd name="connsiteX1509" fmla="*/ 4484340 w 5158787"/>
              <a:gd name="connsiteY1509" fmla="*/ 4211555 h 4489084"/>
              <a:gd name="connsiteX1510" fmla="*/ 4485642 w 5158787"/>
              <a:gd name="connsiteY1510" fmla="*/ 4212325 h 4489084"/>
              <a:gd name="connsiteX1511" fmla="*/ 4496480 w 5158787"/>
              <a:gd name="connsiteY1511" fmla="*/ 4231040 h 4489084"/>
              <a:gd name="connsiteX1512" fmla="*/ 4496480 w 5158787"/>
              <a:gd name="connsiteY1512" fmla="*/ 4232580 h 4489084"/>
              <a:gd name="connsiteX1513" fmla="*/ 4485642 w 5158787"/>
              <a:gd name="connsiteY1513" fmla="*/ 4251295 h 4489084"/>
              <a:gd name="connsiteX1514" fmla="*/ 4484340 w 5158787"/>
              <a:gd name="connsiteY1514" fmla="*/ 4252065 h 4489084"/>
              <a:gd name="connsiteX1515" fmla="*/ 4462722 w 5158787"/>
              <a:gd name="connsiteY1515" fmla="*/ 4252065 h 4489084"/>
              <a:gd name="connsiteX1516" fmla="*/ 4461419 w 5158787"/>
              <a:gd name="connsiteY1516" fmla="*/ 4251295 h 4489084"/>
              <a:gd name="connsiteX1517" fmla="*/ 4450581 w 5158787"/>
              <a:gd name="connsiteY1517" fmla="*/ 4232580 h 4489084"/>
              <a:gd name="connsiteX1518" fmla="*/ 4450581 w 5158787"/>
              <a:gd name="connsiteY1518" fmla="*/ 4231040 h 4489084"/>
              <a:gd name="connsiteX1519" fmla="*/ 4461419 w 5158787"/>
              <a:gd name="connsiteY1519" fmla="*/ 4212325 h 4489084"/>
              <a:gd name="connsiteX1520" fmla="*/ 4462722 w 5158787"/>
              <a:gd name="connsiteY1520" fmla="*/ 4211555 h 4489084"/>
              <a:gd name="connsiteX1521" fmla="*/ 4935811 w 5158787"/>
              <a:gd name="connsiteY1521" fmla="*/ 4211022 h 4489084"/>
              <a:gd name="connsiteX1522" fmla="*/ 4958021 w 5158787"/>
              <a:gd name="connsiteY1522" fmla="*/ 4211022 h 4489084"/>
              <a:gd name="connsiteX1523" fmla="*/ 4959383 w 5158787"/>
              <a:gd name="connsiteY1523" fmla="*/ 4211792 h 4489084"/>
              <a:gd name="connsiteX1524" fmla="*/ 4970458 w 5158787"/>
              <a:gd name="connsiteY1524" fmla="*/ 4231040 h 4489084"/>
              <a:gd name="connsiteX1525" fmla="*/ 4970458 w 5158787"/>
              <a:gd name="connsiteY1525" fmla="*/ 4232580 h 4489084"/>
              <a:gd name="connsiteX1526" fmla="*/ 4959383 w 5158787"/>
              <a:gd name="connsiteY1526" fmla="*/ 4251828 h 4489084"/>
              <a:gd name="connsiteX1527" fmla="*/ 4958021 w 5158787"/>
              <a:gd name="connsiteY1527" fmla="*/ 4252598 h 4489084"/>
              <a:gd name="connsiteX1528" fmla="*/ 4935811 w 5158787"/>
              <a:gd name="connsiteY1528" fmla="*/ 4252598 h 4489084"/>
              <a:gd name="connsiteX1529" fmla="*/ 4934449 w 5158787"/>
              <a:gd name="connsiteY1529" fmla="*/ 4251828 h 4489084"/>
              <a:gd name="connsiteX1530" fmla="*/ 4923374 w 5158787"/>
              <a:gd name="connsiteY1530" fmla="*/ 4232580 h 4489084"/>
              <a:gd name="connsiteX1531" fmla="*/ 4923374 w 5158787"/>
              <a:gd name="connsiteY1531" fmla="*/ 4231040 h 4489084"/>
              <a:gd name="connsiteX1532" fmla="*/ 4934449 w 5158787"/>
              <a:gd name="connsiteY1532" fmla="*/ 4211792 h 4489084"/>
              <a:gd name="connsiteX1533" fmla="*/ 4935811 w 5158787"/>
              <a:gd name="connsiteY1533" fmla="*/ 4211022 h 4489084"/>
              <a:gd name="connsiteX1534" fmla="*/ 4732906 w 5158787"/>
              <a:gd name="connsiteY1534" fmla="*/ 4211022 h 4489084"/>
              <a:gd name="connsiteX1535" fmla="*/ 4755116 w 5158787"/>
              <a:gd name="connsiteY1535" fmla="*/ 4211022 h 4489084"/>
              <a:gd name="connsiteX1536" fmla="*/ 4756478 w 5158787"/>
              <a:gd name="connsiteY1536" fmla="*/ 4211792 h 4489084"/>
              <a:gd name="connsiteX1537" fmla="*/ 4767553 w 5158787"/>
              <a:gd name="connsiteY1537" fmla="*/ 4231040 h 4489084"/>
              <a:gd name="connsiteX1538" fmla="*/ 4767553 w 5158787"/>
              <a:gd name="connsiteY1538" fmla="*/ 4232580 h 4489084"/>
              <a:gd name="connsiteX1539" fmla="*/ 4756478 w 5158787"/>
              <a:gd name="connsiteY1539" fmla="*/ 4251828 h 4489084"/>
              <a:gd name="connsiteX1540" fmla="*/ 4755116 w 5158787"/>
              <a:gd name="connsiteY1540" fmla="*/ 4252598 h 4489084"/>
              <a:gd name="connsiteX1541" fmla="*/ 4732906 w 5158787"/>
              <a:gd name="connsiteY1541" fmla="*/ 4252598 h 4489084"/>
              <a:gd name="connsiteX1542" fmla="*/ 4731544 w 5158787"/>
              <a:gd name="connsiteY1542" fmla="*/ 4251828 h 4489084"/>
              <a:gd name="connsiteX1543" fmla="*/ 4720469 w 5158787"/>
              <a:gd name="connsiteY1543" fmla="*/ 4232580 h 4489084"/>
              <a:gd name="connsiteX1544" fmla="*/ 4720469 w 5158787"/>
              <a:gd name="connsiteY1544" fmla="*/ 4231040 h 4489084"/>
              <a:gd name="connsiteX1545" fmla="*/ 4731544 w 5158787"/>
              <a:gd name="connsiteY1545" fmla="*/ 4211792 h 4489084"/>
              <a:gd name="connsiteX1546" fmla="*/ 4732906 w 5158787"/>
              <a:gd name="connsiteY1546" fmla="*/ 4211022 h 4489084"/>
              <a:gd name="connsiteX1547" fmla="*/ 3380028 w 5158787"/>
              <a:gd name="connsiteY1547" fmla="*/ 4210430 h 4489084"/>
              <a:gd name="connsiteX1548" fmla="*/ 3402889 w 5158787"/>
              <a:gd name="connsiteY1548" fmla="*/ 4210430 h 4489084"/>
              <a:gd name="connsiteX1549" fmla="*/ 3404311 w 5158787"/>
              <a:gd name="connsiteY1549" fmla="*/ 4211259 h 4489084"/>
              <a:gd name="connsiteX1550" fmla="*/ 3415741 w 5158787"/>
              <a:gd name="connsiteY1550" fmla="*/ 4231041 h 4489084"/>
              <a:gd name="connsiteX1551" fmla="*/ 3415741 w 5158787"/>
              <a:gd name="connsiteY1551" fmla="*/ 4232639 h 4489084"/>
              <a:gd name="connsiteX1552" fmla="*/ 3404311 w 5158787"/>
              <a:gd name="connsiteY1552" fmla="*/ 4252421 h 4489084"/>
              <a:gd name="connsiteX1553" fmla="*/ 3402889 w 5158787"/>
              <a:gd name="connsiteY1553" fmla="*/ 4253250 h 4489084"/>
              <a:gd name="connsiteX1554" fmla="*/ 3380028 w 5158787"/>
              <a:gd name="connsiteY1554" fmla="*/ 4253250 h 4489084"/>
              <a:gd name="connsiteX1555" fmla="*/ 3378606 w 5158787"/>
              <a:gd name="connsiteY1555" fmla="*/ 4252421 h 4489084"/>
              <a:gd name="connsiteX1556" fmla="*/ 3367176 w 5158787"/>
              <a:gd name="connsiteY1556" fmla="*/ 4232639 h 4489084"/>
              <a:gd name="connsiteX1557" fmla="*/ 3367176 w 5158787"/>
              <a:gd name="connsiteY1557" fmla="*/ 4231041 h 4489084"/>
              <a:gd name="connsiteX1558" fmla="*/ 3378606 w 5158787"/>
              <a:gd name="connsiteY1558" fmla="*/ 4211259 h 4489084"/>
              <a:gd name="connsiteX1559" fmla="*/ 3380028 w 5158787"/>
              <a:gd name="connsiteY1559" fmla="*/ 4210430 h 4489084"/>
              <a:gd name="connsiteX1560" fmla="*/ 4800186 w 5158787"/>
              <a:gd name="connsiteY1560" fmla="*/ 4210311 h 4489084"/>
              <a:gd name="connsiteX1561" fmla="*/ 4823165 w 5158787"/>
              <a:gd name="connsiteY1561" fmla="*/ 4210311 h 4489084"/>
              <a:gd name="connsiteX1562" fmla="*/ 4824587 w 5158787"/>
              <a:gd name="connsiteY1562" fmla="*/ 4211140 h 4489084"/>
              <a:gd name="connsiteX1563" fmla="*/ 4836077 w 5158787"/>
              <a:gd name="connsiteY1563" fmla="*/ 4231040 h 4489084"/>
              <a:gd name="connsiteX1564" fmla="*/ 4836077 w 5158787"/>
              <a:gd name="connsiteY1564" fmla="*/ 4232639 h 4489084"/>
              <a:gd name="connsiteX1565" fmla="*/ 4824587 w 5158787"/>
              <a:gd name="connsiteY1565" fmla="*/ 4252539 h 4489084"/>
              <a:gd name="connsiteX1566" fmla="*/ 4823165 w 5158787"/>
              <a:gd name="connsiteY1566" fmla="*/ 4253367 h 4489084"/>
              <a:gd name="connsiteX1567" fmla="*/ 4800186 w 5158787"/>
              <a:gd name="connsiteY1567" fmla="*/ 4253367 h 4489084"/>
              <a:gd name="connsiteX1568" fmla="*/ 4798765 w 5158787"/>
              <a:gd name="connsiteY1568" fmla="*/ 4252539 h 4489084"/>
              <a:gd name="connsiteX1569" fmla="*/ 4787275 w 5158787"/>
              <a:gd name="connsiteY1569" fmla="*/ 4232639 h 4489084"/>
              <a:gd name="connsiteX1570" fmla="*/ 4787275 w 5158787"/>
              <a:gd name="connsiteY1570" fmla="*/ 4231040 h 4489084"/>
              <a:gd name="connsiteX1571" fmla="*/ 4798765 w 5158787"/>
              <a:gd name="connsiteY1571" fmla="*/ 4211140 h 4489084"/>
              <a:gd name="connsiteX1572" fmla="*/ 4800186 w 5158787"/>
              <a:gd name="connsiteY1572" fmla="*/ 4210311 h 4489084"/>
              <a:gd name="connsiteX1573" fmla="*/ 4867762 w 5158787"/>
              <a:gd name="connsiteY1573" fmla="*/ 4210193 h 4489084"/>
              <a:gd name="connsiteX1574" fmla="*/ 4890860 w 5158787"/>
              <a:gd name="connsiteY1574" fmla="*/ 4210193 h 4489084"/>
              <a:gd name="connsiteX1575" fmla="*/ 4892282 w 5158787"/>
              <a:gd name="connsiteY1575" fmla="*/ 4211022 h 4489084"/>
              <a:gd name="connsiteX1576" fmla="*/ 4903830 w 5158787"/>
              <a:gd name="connsiteY1576" fmla="*/ 4230981 h 4489084"/>
              <a:gd name="connsiteX1577" fmla="*/ 4903830 w 5158787"/>
              <a:gd name="connsiteY1577" fmla="*/ 4232639 h 4489084"/>
              <a:gd name="connsiteX1578" fmla="*/ 4892282 w 5158787"/>
              <a:gd name="connsiteY1578" fmla="*/ 4252598 h 4489084"/>
              <a:gd name="connsiteX1579" fmla="*/ 4890860 w 5158787"/>
              <a:gd name="connsiteY1579" fmla="*/ 4253427 h 4489084"/>
              <a:gd name="connsiteX1580" fmla="*/ 4867762 w 5158787"/>
              <a:gd name="connsiteY1580" fmla="*/ 4253427 h 4489084"/>
              <a:gd name="connsiteX1581" fmla="*/ 4866341 w 5158787"/>
              <a:gd name="connsiteY1581" fmla="*/ 4252598 h 4489084"/>
              <a:gd name="connsiteX1582" fmla="*/ 4854792 w 5158787"/>
              <a:gd name="connsiteY1582" fmla="*/ 4232639 h 4489084"/>
              <a:gd name="connsiteX1583" fmla="*/ 4854792 w 5158787"/>
              <a:gd name="connsiteY1583" fmla="*/ 4230981 h 4489084"/>
              <a:gd name="connsiteX1584" fmla="*/ 4866341 w 5158787"/>
              <a:gd name="connsiteY1584" fmla="*/ 4211022 h 4489084"/>
              <a:gd name="connsiteX1585" fmla="*/ 4867762 w 5158787"/>
              <a:gd name="connsiteY1585" fmla="*/ 4210193 h 4489084"/>
              <a:gd name="connsiteX1586" fmla="*/ 4664857 w 5158787"/>
              <a:gd name="connsiteY1586" fmla="*/ 4210193 h 4489084"/>
              <a:gd name="connsiteX1587" fmla="*/ 4687955 w 5158787"/>
              <a:gd name="connsiteY1587" fmla="*/ 4210193 h 4489084"/>
              <a:gd name="connsiteX1588" fmla="*/ 4689377 w 5158787"/>
              <a:gd name="connsiteY1588" fmla="*/ 4211022 h 4489084"/>
              <a:gd name="connsiteX1589" fmla="*/ 4700925 w 5158787"/>
              <a:gd name="connsiteY1589" fmla="*/ 4230981 h 4489084"/>
              <a:gd name="connsiteX1590" fmla="*/ 4700925 w 5158787"/>
              <a:gd name="connsiteY1590" fmla="*/ 4232639 h 4489084"/>
              <a:gd name="connsiteX1591" fmla="*/ 4689377 w 5158787"/>
              <a:gd name="connsiteY1591" fmla="*/ 4252598 h 4489084"/>
              <a:gd name="connsiteX1592" fmla="*/ 4687955 w 5158787"/>
              <a:gd name="connsiteY1592" fmla="*/ 4253427 h 4489084"/>
              <a:gd name="connsiteX1593" fmla="*/ 4664857 w 5158787"/>
              <a:gd name="connsiteY1593" fmla="*/ 4253427 h 4489084"/>
              <a:gd name="connsiteX1594" fmla="*/ 4663436 w 5158787"/>
              <a:gd name="connsiteY1594" fmla="*/ 4252598 h 4489084"/>
              <a:gd name="connsiteX1595" fmla="*/ 4651887 w 5158787"/>
              <a:gd name="connsiteY1595" fmla="*/ 4232639 h 4489084"/>
              <a:gd name="connsiteX1596" fmla="*/ 4651887 w 5158787"/>
              <a:gd name="connsiteY1596" fmla="*/ 4230981 h 4489084"/>
              <a:gd name="connsiteX1597" fmla="*/ 4663436 w 5158787"/>
              <a:gd name="connsiteY1597" fmla="*/ 4211022 h 4489084"/>
              <a:gd name="connsiteX1598" fmla="*/ 4664857 w 5158787"/>
              <a:gd name="connsiteY1598" fmla="*/ 4210193 h 4489084"/>
              <a:gd name="connsiteX1599" fmla="*/ 3785602 w 5158787"/>
              <a:gd name="connsiteY1599" fmla="*/ 4210015 h 4489084"/>
              <a:gd name="connsiteX1600" fmla="*/ 3808877 w 5158787"/>
              <a:gd name="connsiteY1600" fmla="*/ 4210015 h 4489084"/>
              <a:gd name="connsiteX1601" fmla="*/ 3810298 w 5158787"/>
              <a:gd name="connsiteY1601" fmla="*/ 4210844 h 4489084"/>
              <a:gd name="connsiteX1602" fmla="*/ 3821907 w 5158787"/>
              <a:gd name="connsiteY1602" fmla="*/ 4231040 h 4489084"/>
              <a:gd name="connsiteX1603" fmla="*/ 3821907 w 5158787"/>
              <a:gd name="connsiteY1603" fmla="*/ 4232698 h 4489084"/>
              <a:gd name="connsiteX1604" fmla="*/ 3810239 w 5158787"/>
              <a:gd name="connsiteY1604" fmla="*/ 4252894 h 4489084"/>
              <a:gd name="connsiteX1605" fmla="*/ 3808818 w 5158787"/>
              <a:gd name="connsiteY1605" fmla="*/ 4253723 h 4489084"/>
              <a:gd name="connsiteX1606" fmla="*/ 3785543 w 5158787"/>
              <a:gd name="connsiteY1606" fmla="*/ 4253723 h 4489084"/>
              <a:gd name="connsiteX1607" fmla="*/ 3784121 w 5158787"/>
              <a:gd name="connsiteY1607" fmla="*/ 4252894 h 4489084"/>
              <a:gd name="connsiteX1608" fmla="*/ 3772513 w 5158787"/>
              <a:gd name="connsiteY1608" fmla="*/ 4232698 h 4489084"/>
              <a:gd name="connsiteX1609" fmla="*/ 3772513 w 5158787"/>
              <a:gd name="connsiteY1609" fmla="*/ 4231040 h 4489084"/>
              <a:gd name="connsiteX1610" fmla="*/ 3784181 w 5158787"/>
              <a:gd name="connsiteY1610" fmla="*/ 4210844 h 4489084"/>
              <a:gd name="connsiteX1611" fmla="*/ 3785602 w 5158787"/>
              <a:gd name="connsiteY1611" fmla="*/ 4210015 h 4489084"/>
              <a:gd name="connsiteX1612" fmla="*/ 3717967 w 5158787"/>
              <a:gd name="connsiteY1612" fmla="*/ 4210015 h 4489084"/>
              <a:gd name="connsiteX1613" fmla="*/ 3741243 w 5158787"/>
              <a:gd name="connsiteY1613" fmla="*/ 4210015 h 4489084"/>
              <a:gd name="connsiteX1614" fmla="*/ 3742664 w 5158787"/>
              <a:gd name="connsiteY1614" fmla="*/ 4210844 h 4489084"/>
              <a:gd name="connsiteX1615" fmla="*/ 3754272 w 5158787"/>
              <a:gd name="connsiteY1615" fmla="*/ 4231040 h 4489084"/>
              <a:gd name="connsiteX1616" fmla="*/ 3754272 w 5158787"/>
              <a:gd name="connsiteY1616" fmla="*/ 4232698 h 4489084"/>
              <a:gd name="connsiteX1617" fmla="*/ 3742605 w 5158787"/>
              <a:gd name="connsiteY1617" fmla="*/ 4252894 h 4489084"/>
              <a:gd name="connsiteX1618" fmla="*/ 3741183 w 5158787"/>
              <a:gd name="connsiteY1618" fmla="*/ 4253723 h 4489084"/>
              <a:gd name="connsiteX1619" fmla="*/ 3717908 w 5158787"/>
              <a:gd name="connsiteY1619" fmla="*/ 4253723 h 4489084"/>
              <a:gd name="connsiteX1620" fmla="*/ 3716486 w 5158787"/>
              <a:gd name="connsiteY1620" fmla="*/ 4252894 h 4489084"/>
              <a:gd name="connsiteX1621" fmla="*/ 3704878 w 5158787"/>
              <a:gd name="connsiteY1621" fmla="*/ 4232698 h 4489084"/>
              <a:gd name="connsiteX1622" fmla="*/ 3704878 w 5158787"/>
              <a:gd name="connsiteY1622" fmla="*/ 4231040 h 4489084"/>
              <a:gd name="connsiteX1623" fmla="*/ 3716545 w 5158787"/>
              <a:gd name="connsiteY1623" fmla="*/ 4210844 h 4489084"/>
              <a:gd name="connsiteX1624" fmla="*/ 3717967 w 5158787"/>
              <a:gd name="connsiteY1624" fmla="*/ 4210015 h 4489084"/>
              <a:gd name="connsiteX1625" fmla="*/ 3649976 w 5158787"/>
              <a:gd name="connsiteY1625" fmla="*/ 4209305 h 4489084"/>
              <a:gd name="connsiteX1626" fmla="*/ 3674021 w 5158787"/>
              <a:gd name="connsiteY1626" fmla="*/ 4209305 h 4489084"/>
              <a:gd name="connsiteX1627" fmla="*/ 3675502 w 5158787"/>
              <a:gd name="connsiteY1627" fmla="*/ 4210134 h 4489084"/>
              <a:gd name="connsiteX1628" fmla="*/ 3687525 w 5158787"/>
              <a:gd name="connsiteY1628" fmla="*/ 4230981 h 4489084"/>
              <a:gd name="connsiteX1629" fmla="*/ 3687525 w 5158787"/>
              <a:gd name="connsiteY1629" fmla="*/ 4232699 h 4489084"/>
              <a:gd name="connsiteX1630" fmla="*/ 3675502 w 5158787"/>
              <a:gd name="connsiteY1630" fmla="*/ 4253546 h 4489084"/>
              <a:gd name="connsiteX1631" fmla="*/ 3674021 w 5158787"/>
              <a:gd name="connsiteY1631" fmla="*/ 4254375 h 4489084"/>
              <a:gd name="connsiteX1632" fmla="*/ 3649976 w 5158787"/>
              <a:gd name="connsiteY1632" fmla="*/ 4254375 h 4489084"/>
              <a:gd name="connsiteX1633" fmla="*/ 3648496 w 5158787"/>
              <a:gd name="connsiteY1633" fmla="*/ 4253546 h 4489084"/>
              <a:gd name="connsiteX1634" fmla="*/ 3636473 w 5158787"/>
              <a:gd name="connsiteY1634" fmla="*/ 4232699 h 4489084"/>
              <a:gd name="connsiteX1635" fmla="*/ 3636473 w 5158787"/>
              <a:gd name="connsiteY1635" fmla="*/ 4230981 h 4489084"/>
              <a:gd name="connsiteX1636" fmla="*/ 3648496 w 5158787"/>
              <a:gd name="connsiteY1636" fmla="*/ 4210134 h 4489084"/>
              <a:gd name="connsiteX1637" fmla="*/ 3649976 w 5158787"/>
              <a:gd name="connsiteY1637" fmla="*/ 4209305 h 4489084"/>
              <a:gd name="connsiteX1638" fmla="*/ 3514410 w 5158787"/>
              <a:gd name="connsiteY1638" fmla="*/ 4208890 h 4489084"/>
              <a:gd name="connsiteX1639" fmla="*/ 3538929 w 5158787"/>
              <a:gd name="connsiteY1639" fmla="*/ 4208890 h 4489084"/>
              <a:gd name="connsiteX1640" fmla="*/ 3540410 w 5158787"/>
              <a:gd name="connsiteY1640" fmla="*/ 4209778 h 4489084"/>
              <a:gd name="connsiteX1641" fmla="*/ 3552669 w 5158787"/>
              <a:gd name="connsiteY1641" fmla="*/ 4230981 h 4489084"/>
              <a:gd name="connsiteX1642" fmla="*/ 3552669 w 5158787"/>
              <a:gd name="connsiteY1642" fmla="*/ 4232698 h 4489084"/>
              <a:gd name="connsiteX1643" fmla="*/ 3540410 w 5158787"/>
              <a:gd name="connsiteY1643" fmla="*/ 4253901 h 4489084"/>
              <a:gd name="connsiteX1644" fmla="*/ 3538929 w 5158787"/>
              <a:gd name="connsiteY1644" fmla="*/ 4254789 h 4489084"/>
              <a:gd name="connsiteX1645" fmla="*/ 3514410 w 5158787"/>
              <a:gd name="connsiteY1645" fmla="*/ 4254789 h 4489084"/>
              <a:gd name="connsiteX1646" fmla="*/ 3512930 w 5158787"/>
              <a:gd name="connsiteY1646" fmla="*/ 4253901 h 4489084"/>
              <a:gd name="connsiteX1647" fmla="*/ 3500670 w 5158787"/>
              <a:gd name="connsiteY1647" fmla="*/ 4232698 h 4489084"/>
              <a:gd name="connsiteX1648" fmla="*/ 3500670 w 5158787"/>
              <a:gd name="connsiteY1648" fmla="*/ 4230981 h 4489084"/>
              <a:gd name="connsiteX1649" fmla="*/ 3512930 w 5158787"/>
              <a:gd name="connsiteY1649" fmla="*/ 4209778 h 4489084"/>
              <a:gd name="connsiteX1650" fmla="*/ 3514410 w 5158787"/>
              <a:gd name="connsiteY1650" fmla="*/ 4208890 h 4489084"/>
              <a:gd name="connsiteX1651" fmla="*/ 3446598 w 5158787"/>
              <a:gd name="connsiteY1651" fmla="*/ 4208475 h 4489084"/>
              <a:gd name="connsiteX1652" fmla="*/ 3471531 w 5158787"/>
              <a:gd name="connsiteY1652" fmla="*/ 4208475 h 4489084"/>
              <a:gd name="connsiteX1653" fmla="*/ 3473071 w 5158787"/>
              <a:gd name="connsiteY1653" fmla="*/ 4209363 h 4489084"/>
              <a:gd name="connsiteX1654" fmla="*/ 3485508 w 5158787"/>
              <a:gd name="connsiteY1654" fmla="*/ 4230980 h 4489084"/>
              <a:gd name="connsiteX1655" fmla="*/ 3485508 w 5158787"/>
              <a:gd name="connsiteY1655" fmla="*/ 4232757 h 4489084"/>
              <a:gd name="connsiteX1656" fmla="*/ 3473012 w 5158787"/>
              <a:gd name="connsiteY1656" fmla="*/ 4254374 h 4489084"/>
              <a:gd name="connsiteX1657" fmla="*/ 3471472 w 5158787"/>
              <a:gd name="connsiteY1657" fmla="*/ 4255263 h 4489084"/>
              <a:gd name="connsiteX1658" fmla="*/ 3446538 w 5158787"/>
              <a:gd name="connsiteY1658" fmla="*/ 4255263 h 4489084"/>
              <a:gd name="connsiteX1659" fmla="*/ 3444998 w 5158787"/>
              <a:gd name="connsiteY1659" fmla="*/ 4254374 h 4489084"/>
              <a:gd name="connsiteX1660" fmla="*/ 3432561 w 5158787"/>
              <a:gd name="connsiteY1660" fmla="*/ 4232757 h 4489084"/>
              <a:gd name="connsiteX1661" fmla="*/ 3432561 w 5158787"/>
              <a:gd name="connsiteY1661" fmla="*/ 4230980 h 4489084"/>
              <a:gd name="connsiteX1662" fmla="*/ 3445058 w 5158787"/>
              <a:gd name="connsiteY1662" fmla="*/ 4209363 h 4489084"/>
              <a:gd name="connsiteX1663" fmla="*/ 3446598 w 5158787"/>
              <a:gd name="connsiteY1663" fmla="*/ 4208475 h 4489084"/>
              <a:gd name="connsiteX1664" fmla="*/ 3581808 w 5158787"/>
              <a:gd name="connsiteY1664" fmla="*/ 4208357 h 4489084"/>
              <a:gd name="connsiteX1665" fmla="*/ 3606860 w 5158787"/>
              <a:gd name="connsiteY1665" fmla="*/ 4208357 h 4489084"/>
              <a:gd name="connsiteX1666" fmla="*/ 3608400 w 5158787"/>
              <a:gd name="connsiteY1666" fmla="*/ 4209246 h 4489084"/>
              <a:gd name="connsiteX1667" fmla="*/ 3620896 w 5158787"/>
              <a:gd name="connsiteY1667" fmla="*/ 4230981 h 4489084"/>
              <a:gd name="connsiteX1668" fmla="*/ 3620896 w 5158787"/>
              <a:gd name="connsiteY1668" fmla="*/ 4232758 h 4489084"/>
              <a:gd name="connsiteX1669" fmla="*/ 3608341 w 5158787"/>
              <a:gd name="connsiteY1669" fmla="*/ 4254493 h 4489084"/>
              <a:gd name="connsiteX1670" fmla="*/ 3606801 w 5158787"/>
              <a:gd name="connsiteY1670" fmla="*/ 4255382 h 4489084"/>
              <a:gd name="connsiteX1671" fmla="*/ 3581749 w 5158787"/>
              <a:gd name="connsiteY1671" fmla="*/ 4255382 h 4489084"/>
              <a:gd name="connsiteX1672" fmla="*/ 3580209 w 5158787"/>
              <a:gd name="connsiteY1672" fmla="*/ 4254493 h 4489084"/>
              <a:gd name="connsiteX1673" fmla="*/ 3567712 w 5158787"/>
              <a:gd name="connsiteY1673" fmla="*/ 4232758 h 4489084"/>
              <a:gd name="connsiteX1674" fmla="*/ 3567712 w 5158787"/>
              <a:gd name="connsiteY1674" fmla="*/ 4230981 h 4489084"/>
              <a:gd name="connsiteX1675" fmla="*/ 3580268 w 5158787"/>
              <a:gd name="connsiteY1675" fmla="*/ 4209246 h 4489084"/>
              <a:gd name="connsiteX1676" fmla="*/ 3581808 w 5158787"/>
              <a:gd name="connsiteY1676" fmla="*/ 4208357 h 4489084"/>
              <a:gd name="connsiteX1677" fmla="*/ 3254057 w 5158787"/>
              <a:gd name="connsiteY1677" fmla="*/ 4169268 h 4489084"/>
              <a:gd name="connsiteX1678" fmla="*/ 3258262 w 5158787"/>
              <a:gd name="connsiteY1678" fmla="*/ 4169268 h 4489084"/>
              <a:gd name="connsiteX1679" fmla="*/ 3258499 w 5158787"/>
              <a:gd name="connsiteY1679" fmla="*/ 4169386 h 4489084"/>
              <a:gd name="connsiteX1680" fmla="*/ 3260571 w 5158787"/>
              <a:gd name="connsiteY1680" fmla="*/ 4172999 h 4489084"/>
              <a:gd name="connsiteX1681" fmla="*/ 3260571 w 5158787"/>
              <a:gd name="connsiteY1681" fmla="*/ 4173295 h 4489084"/>
              <a:gd name="connsiteX1682" fmla="*/ 3258499 w 5158787"/>
              <a:gd name="connsiteY1682" fmla="*/ 4176908 h 4489084"/>
              <a:gd name="connsiteX1683" fmla="*/ 3258262 w 5158787"/>
              <a:gd name="connsiteY1683" fmla="*/ 4177026 h 4489084"/>
              <a:gd name="connsiteX1684" fmla="*/ 3254057 w 5158787"/>
              <a:gd name="connsiteY1684" fmla="*/ 4177026 h 4489084"/>
              <a:gd name="connsiteX1685" fmla="*/ 3253820 w 5158787"/>
              <a:gd name="connsiteY1685" fmla="*/ 4176908 h 4489084"/>
              <a:gd name="connsiteX1686" fmla="*/ 3251747 w 5158787"/>
              <a:gd name="connsiteY1686" fmla="*/ 4173295 h 4489084"/>
              <a:gd name="connsiteX1687" fmla="*/ 3251747 w 5158787"/>
              <a:gd name="connsiteY1687" fmla="*/ 4172999 h 4489084"/>
              <a:gd name="connsiteX1688" fmla="*/ 3253820 w 5158787"/>
              <a:gd name="connsiteY1688" fmla="*/ 4169386 h 4489084"/>
              <a:gd name="connsiteX1689" fmla="*/ 3254057 w 5158787"/>
              <a:gd name="connsiteY1689" fmla="*/ 4169268 h 4489084"/>
              <a:gd name="connsiteX1690" fmla="*/ 4125613 w 5158787"/>
              <a:gd name="connsiteY1690" fmla="*/ 4154877 h 4489084"/>
              <a:gd name="connsiteX1691" fmla="*/ 4145157 w 5158787"/>
              <a:gd name="connsiteY1691" fmla="*/ 4154877 h 4489084"/>
              <a:gd name="connsiteX1692" fmla="*/ 4146342 w 5158787"/>
              <a:gd name="connsiteY1692" fmla="*/ 4155588 h 4489084"/>
              <a:gd name="connsiteX1693" fmla="*/ 4156114 w 5158787"/>
              <a:gd name="connsiteY1693" fmla="*/ 4172526 h 4489084"/>
              <a:gd name="connsiteX1694" fmla="*/ 4156114 w 5158787"/>
              <a:gd name="connsiteY1694" fmla="*/ 4173888 h 4489084"/>
              <a:gd name="connsiteX1695" fmla="*/ 4146342 w 5158787"/>
              <a:gd name="connsiteY1695" fmla="*/ 4190826 h 4489084"/>
              <a:gd name="connsiteX1696" fmla="*/ 4145157 w 5158787"/>
              <a:gd name="connsiteY1696" fmla="*/ 4191537 h 4489084"/>
              <a:gd name="connsiteX1697" fmla="*/ 4125613 w 5158787"/>
              <a:gd name="connsiteY1697" fmla="*/ 4191537 h 4489084"/>
              <a:gd name="connsiteX1698" fmla="*/ 4124429 w 5158787"/>
              <a:gd name="connsiteY1698" fmla="*/ 4190826 h 4489084"/>
              <a:gd name="connsiteX1699" fmla="*/ 4114656 w 5158787"/>
              <a:gd name="connsiteY1699" fmla="*/ 4173888 h 4489084"/>
              <a:gd name="connsiteX1700" fmla="*/ 4114656 w 5158787"/>
              <a:gd name="connsiteY1700" fmla="*/ 4172526 h 4489084"/>
              <a:gd name="connsiteX1701" fmla="*/ 4124429 w 5158787"/>
              <a:gd name="connsiteY1701" fmla="*/ 4155588 h 4489084"/>
              <a:gd name="connsiteX1702" fmla="*/ 4125613 w 5158787"/>
              <a:gd name="connsiteY1702" fmla="*/ 4154877 h 4489084"/>
              <a:gd name="connsiteX1703" fmla="*/ 4193189 w 5158787"/>
              <a:gd name="connsiteY1703" fmla="*/ 4154818 h 4489084"/>
              <a:gd name="connsiteX1704" fmla="*/ 4212852 w 5158787"/>
              <a:gd name="connsiteY1704" fmla="*/ 4154818 h 4489084"/>
              <a:gd name="connsiteX1705" fmla="*/ 4214036 w 5158787"/>
              <a:gd name="connsiteY1705" fmla="*/ 4155529 h 4489084"/>
              <a:gd name="connsiteX1706" fmla="*/ 4223868 w 5158787"/>
              <a:gd name="connsiteY1706" fmla="*/ 4172526 h 4489084"/>
              <a:gd name="connsiteX1707" fmla="*/ 4223868 w 5158787"/>
              <a:gd name="connsiteY1707" fmla="*/ 4173888 h 4489084"/>
              <a:gd name="connsiteX1708" fmla="*/ 4214036 w 5158787"/>
              <a:gd name="connsiteY1708" fmla="*/ 4190886 h 4489084"/>
              <a:gd name="connsiteX1709" fmla="*/ 4212852 w 5158787"/>
              <a:gd name="connsiteY1709" fmla="*/ 4191597 h 4489084"/>
              <a:gd name="connsiteX1710" fmla="*/ 4193189 w 5158787"/>
              <a:gd name="connsiteY1710" fmla="*/ 4191597 h 4489084"/>
              <a:gd name="connsiteX1711" fmla="*/ 4192004 w 5158787"/>
              <a:gd name="connsiteY1711" fmla="*/ 4190886 h 4489084"/>
              <a:gd name="connsiteX1712" fmla="*/ 4182173 w 5158787"/>
              <a:gd name="connsiteY1712" fmla="*/ 4173888 h 4489084"/>
              <a:gd name="connsiteX1713" fmla="*/ 4182173 w 5158787"/>
              <a:gd name="connsiteY1713" fmla="*/ 4172526 h 4489084"/>
              <a:gd name="connsiteX1714" fmla="*/ 4192004 w 5158787"/>
              <a:gd name="connsiteY1714" fmla="*/ 4155529 h 4489084"/>
              <a:gd name="connsiteX1715" fmla="*/ 4193189 w 5158787"/>
              <a:gd name="connsiteY1715" fmla="*/ 4154818 h 4489084"/>
              <a:gd name="connsiteX1716" fmla="*/ 4260528 w 5158787"/>
              <a:gd name="connsiteY1716" fmla="*/ 4154284 h 4489084"/>
              <a:gd name="connsiteX1717" fmla="*/ 4280724 w 5158787"/>
              <a:gd name="connsiteY1717" fmla="*/ 4154284 h 4489084"/>
              <a:gd name="connsiteX1718" fmla="*/ 4281967 w 5158787"/>
              <a:gd name="connsiteY1718" fmla="*/ 4154995 h 4489084"/>
              <a:gd name="connsiteX1719" fmla="*/ 4292036 w 5158787"/>
              <a:gd name="connsiteY1719" fmla="*/ 4172466 h 4489084"/>
              <a:gd name="connsiteX1720" fmla="*/ 4292036 w 5158787"/>
              <a:gd name="connsiteY1720" fmla="*/ 4173887 h 4489084"/>
              <a:gd name="connsiteX1721" fmla="*/ 4281908 w 5158787"/>
              <a:gd name="connsiteY1721" fmla="*/ 4191359 h 4489084"/>
              <a:gd name="connsiteX1722" fmla="*/ 4280664 w 5158787"/>
              <a:gd name="connsiteY1722" fmla="*/ 4192070 h 4489084"/>
              <a:gd name="connsiteX1723" fmla="*/ 4260468 w 5158787"/>
              <a:gd name="connsiteY1723" fmla="*/ 4192070 h 4489084"/>
              <a:gd name="connsiteX1724" fmla="*/ 4259225 w 5158787"/>
              <a:gd name="connsiteY1724" fmla="*/ 4191359 h 4489084"/>
              <a:gd name="connsiteX1725" fmla="*/ 4249157 w 5158787"/>
              <a:gd name="connsiteY1725" fmla="*/ 4173887 h 4489084"/>
              <a:gd name="connsiteX1726" fmla="*/ 4249157 w 5158787"/>
              <a:gd name="connsiteY1726" fmla="*/ 4172466 h 4489084"/>
              <a:gd name="connsiteX1727" fmla="*/ 4259284 w 5158787"/>
              <a:gd name="connsiteY1727" fmla="*/ 4154995 h 4489084"/>
              <a:gd name="connsiteX1728" fmla="*/ 4260528 w 5158787"/>
              <a:gd name="connsiteY1728" fmla="*/ 4154284 h 4489084"/>
              <a:gd name="connsiteX1729" fmla="*/ 4057623 w 5158787"/>
              <a:gd name="connsiteY1729" fmla="*/ 4154284 h 4489084"/>
              <a:gd name="connsiteX1730" fmla="*/ 4077819 w 5158787"/>
              <a:gd name="connsiteY1730" fmla="*/ 4154284 h 4489084"/>
              <a:gd name="connsiteX1731" fmla="*/ 4079062 w 5158787"/>
              <a:gd name="connsiteY1731" fmla="*/ 4154995 h 4489084"/>
              <a:gd name="connsiteX1732" fmla="*/ 4089131 w 5158787"/>
              <a:gd name="connsiteY1732" fmla="*/ 4172466 h 4489084"/>
              <a:gd name="connsiteX1733" fmla="*/ 4089131 w 5158787"/>
              <a:gd name="connsiteY1733" fmla="*/ 4173887 h 4489084"/>
              <a:gd name="connsiteX1734" fmla="*/ 4079003 w 5158787"/>
              <a:gd name="connsiteY1734" fmla="*/ 4191359 h 4489084"/>
              <a:gd name="connsiteX1735" fmla="*/ 4077759 w 5158787"/>
              <a:gd name="connsiteY1735" fmla="*/ 4192070 h 4489084"/>
              <a:gd name="connsiteX1736" fmla="*/ 4057563 w 5158787"/>
              <a:gd name="connsiteY1736" fmla="*/ 4192070 h 4489084"/>
              <a:gd name="connsiteX1737" fmla="*/ 4056320 w 5158787"/>
              <a:gd name="connsiteY1737" fmla="*/ 4191359 h 4489084"/>
              <a:gd name="connsiteX1738" fmla="*/ 4046252 w 5158787"/>
              <a:gd name="connsiteY1738" fmla="*/ 4173887 h 4489084"/>
              <a:gd name="connsiteX1739" fmla="*/ 4046252 w 5158787"/>
              <a:gd name="connsiteY1739" fmla="*/ 4172466 h 4489084"/>
              <a:gd name="connsiteX1740" fmla="*/ 4056379 w 5158787"/>
              <a:gd name="connsiteY1740" fmla="*/ 4154995 h 4489084"/>
              <a:gd name="connsiteX1741" fmla="*/ 4057623 w 5158787"/>
              <a:gd name="connsiteY1741" fmla="*/ 4154284 h 4489084"/>
              <a:gd name="connsiteX1742" fmla="*/ 5004335 w 5158787"/>
              <a:gd name="connsiteY1742" fmla="*/ 4154107 h 4489084"/>
              <a:gd name="connsiteX1743" fmla="*/ 5024768 w 5158787"/>
              <a:gd name="connsiteY1743" fmla="*/ 4154107 h 4489084"/>
              <a:gd name="connsiteX1744" fmla="*/ 5026012 w 5158787"/>
              <a:gd name="connsiteY1744" fmla="*/ 4154818 h 4489084"/>
              <a:gd name="connsiteX1745" fmla="*/ 5036198 w 5158787"/>
              <a:gd name="connsiteY1745" fmla="*/ 4172526 h 4489084"/>
              <a:gd name="connsiteX1746" fmla="*/ 5036198 w 5158787"/>
              <a:gd name="connsiteY1746" fmla="*/ 4173947 h 4489084"/>
              <a:gd name="connsiteX1747" fmla="*/ 5025952 w 5158787"/>
              <a:gd name="connsiteY1747" fmla="*/ 4191656 h 4489084"/>
              <a:gd name="connsiteX1748" fmla="*/ 5024709 w 5158787"/>
              <a:gd name="connsiteY1748" fmla="*/ 4192366 h 4489084"/>
              <a:gd name="connsiteX1749" fmla="*/ 5004277 w 5158787"/>
              <a:gd name="connsiteY1749" fmla="*/ 4192366 h 4489084"/>
              <a:gd name="connsiteX1750" fmla="*/ 5003032 w 5158787"/>
              <a:gd name="connsiteY1750" fmla="*/ 4191656 h 4489084"/>
              <a:gd name="connsiteX1751" fmla="*/ 4992846 w 5158787"/>
              <a:gd name="connsiteY1751" fmla="*/ 4173947 h 4489084"/>
              <a:gd name="connsiteX1752" fmla="*/ 4992846 w 5158787"/>
              <a:gd name="connsiteY1752" fmla="*/ 4172526 h 4489084"/>
              <a:gd name="connsiteX1753" fmla="*/ 5003092 w 5158787"/>
              <a:gd name="connsiteY1753" fmla="*/ 4154818 h 4489084"/>
              <a:gd name="connsiteX1754" fmla="*/ 5004335 w 5158787"/>
              <a:gd name="connsiteY1754" fmla="*/ 4154107 h 4489084"/>
              <a:gd name="connsiteX1755" fmla="*/ 4530594 w 5158787"/>
              <a:gd name="connsiteY1755" fmla="*/ 4153455 h 4489084"/>
              <a:gd name="connsiteX1756" fmla="*/ 4551678 w 5158787"/>
              <a:gd name="connsiteY1756" fmla="*/ 4153455 h 4489084"/>
              <a:gd name="connsiteX1757" fmla="*/ 4552981 w 5158787"/>
              <a:gd name="connsiteY1757" fmla="*/ 4154225 h 4489084"/>
              <a:gd name="connsiteX1758" fmla="*/ 4563523 w 5158787"/>
              <a:gd name="connsiteY1758" fmla="*/ 4172466 h 4489084"/>
              <a:gd name="connsiteX1759" fmla="*/ 4563523 w 5158787"/>
              <a:gd name="connsiteY1759" fmla="*/ 4173947 h 4489084"/>
              <a:gd name="connsiteX1760" fmla="*/ 4552981 w 5158787"/>
              <a:gd name="connsiteY1760" fmla="*/ 4192188 h 4489084"/>
              <a:gd name="connsiteX1761" fmla="*/ 4551678 w 5158787"/>
              <a:gd name="connsiteY1761" fmla="*/ 4192958 h 4489084"/>
              <a:gd name="connsiteX1762" fmla="*/ 4530594 w 5158787"/>
              <a:gd name="connsiteY1762" fmla="*/ 4192958 h 4489084"/>
              <a:gd name="connsiteX1763" fmla="*/ 4529291 w 5158787"/>
              <a:gd name="connsiteY1763" fmla="*/ 4192188 h 4489084"/>
              <a:gd name="connsiteX1764" fmla="*/ 4518749 w 5158787"/>
              <a:gd name="connsiteY1764" fmla="*/ 4173947 h 4489084"/>
              <a:gd name="connsiteX1765" fmla="*/ 4518749 w 5158787"/>
              <a:gd name="connsiteY1765" fmla="*/ 4172466 h 4489084"/>
              <a:gd name="connsiteX1766" fmla="*/ 4529291 w 5158787"/>
              <a:gd name="connsiteY1766" fmla="*/ 4154225 h 4489084"/>
              <a:gd name="connsiteX1767" fmla="*/ 4530594 w 5158787"/>
              <a:gd name="connsiteY1767" fmla="*/ 4153455 h 4489084"/>
              <a:gd name="connsiteX1768" fmla="*/ 4395264 w 5158787"/>
              <a:gd name="connsiteY1768" fmla="*/ 4153337 h 4489084"/>
              <a:gd name="connsiteX1769" fmla="*/ 4416467 w 5158787"/>
              <a:gd name="connsiteY1769" fmla="*/ 4153337 h 4489084"/>
              <a:gd name="connsiteX1770" fmla="*/ 4417770 w 5158787"/>
              <a:gd name="connsiteY1770" fmla="*/ 4154107 h 4489084"/>
              <a:gd name="connsiteX1771" fmla="*/ 4428371 w 5158787"/>
              <a:gd name="connsiteY1771" fmla="*/ 4172467 h 4489084"/>
              <a:gd name="connsiteX1772" fmla="*/ 4428371 w 5158787"/>
              <a:gd name="connsiteY1772" fmla="*/ 4173947 h 4489084"/>
              <a:gd name="connsiteX1773" fmla="*/ 4417770 w 5158787"/>
              <a:gd name="connsiteY1773" fmla="*/ 4192307 h 4489084"/>
              <a:gd name="connsiteX1774" fmla="*/ 4416467 w 5158787"/>
              <a:gd name="connsiteY1774" fmla="*/ 4193077 h 4489084"/>
              <a:gd name="connsiteX1775" fmla="*/ 4395264 w 5158787"/>
              <a:gd name="connsiteY1775" fmla="*/ 4193077 h 4489084"/>
              <a:gd name="connsiteX1776" fmla="*/ 4393961 w 5158787"/>
              <a:gd name="connsiteY1776" fmla="*/ 4192307 h 4489084"/>
              <a:gd name="connsiteX1777" fmla="*/ 4383360 w 5158787"/>
              <a:gd name="connsiteY1777" fmla="*/ 4173947 h 4489084"/>
              <a:gd name="connsiteX1778" fmla="*/ 4383360 w 5158787"/>
              <a:gd name="connsiteY1778" fmla="*/ 4172467 h 4489084"/>
              <a:gd name="connsiteX1779" fmla="*/ 4393961 w 5158787"/>
              <a:gd name="connsiteY1779" fmla="*/ 4154107 h 4489084"/>
              <a:gd name="connsiteX1780" fmla="*/ 4395264 w 5158787"/>
              <a:gd name="connsiteY1780" fmla="*/ 4153337 h 4489084"/>
              <a:gd name="connsiteX1781" fmla="*/ 4327688 w 5158787"/>
              <a:gd name="connsiteY1781" fmla="*/ 4153337 h 4489084"/>
              <a:gd name="connsiteX1782" fmla="*/ 4348891 w 5158787"/>
              <a:gd name="connsiteY1782" fmla="*/ 4153337 h 4489084"/>
              <a:gd name="connsiteX1783" fmla="*/ 4350194 w 5158787"/>
              <a:gd name="connsiteY1783" fmla="*/ 4154107 h 4489084"/>
              <a:gd name="connsiteX1784" fmla="*/ 4360795 w 5158787"/>
              <a:gd name="connsiteY1784" fmla="*/ 4172467 h 4489084"/>
              <a:gd name="connsiteX1785" fmla="*/ 4360795 w 5158787"/>
              <a:gd name="connsiteY1785" fmla="*/ 4173947 h 4489084"/>
              <a:gd name="connsiteX1786" fmla="*/ 4350194 w 5158787"/>
              <a:gd name="connsiteY1786" fmla="*/ 4192307 h 4489084"/>
              <a:gd name="connsiteX1787" fmla="*/ 4348891 w 5158787"/>
              <a:gd name="connsiteY1787" fmla="*/ 4193077 h 4489084"/>
              <a:gd name="connsiteX1788" fmla="*/ 4327688 w 5158787"/>
              <a:gd name="connsiteY1788" fmla="*/ 4193077 h 4489084"/>
              <a:gd name="connsiteX1789" fmla="*/ 4326385 w 5158787"/>
              <a:gd name="connsiteY1789" fmla="*/ 4192307 h 4489084"/>
              <a:gd name="connsiteX1790" fmla="*/ 4315784 w 5158787"/>
              <a:gd name="connsiteY1790" fmla="*/ 4173947 h 4489084"/>
              <a:gd name="connsiteX1791" fmla="*/ 4315784 w 5158787"/>
              <a:gd name="connsiteY1791" fmla="*/ 4172467 h 4489084"/>
              <a:gd name="connsiteX1792" fmla="*/ 4326385 w 5158787"/>
              <a:gd name="connsiteY1792" fmla="*/ 4154107 h 4489084"/>
              <a:gd name="connsiteX1793" fmla="*/ 4327688 w 5158787"/>
              <a:gd name="connsiteY1793" fmla="*/ 4153337 h 4489084"/>
              <a:gd name="connsiteX1794" fmla="*/ 3921819 w 5158787"/>
              <a:gd name="connsiteY1794" fmla="*/ 4153278 h 4489084"/>
              <a:gd name="connsiteX1795" fmla="*/ 3943140 w 5158787"/>
              <a:gd name="connsiteY1795" fmla="*/ 4153278 h 4489084"/>
              <a:gd name="connsiteX1796" fmla="*/ 3944443 w 5158787"/>
              <a:gd name="connsiteY1796" fmla="*/ 4154048 h 4489084"/>
              <a:gd name="connsiteX1797" fmla="*/ 3955103 w 5158787"/>
              <a:gd name="connsiteY1797" fmla="*/ 4172526 h 4489084"/>
              <a:gd name="connsiteX1798" fmla="*/ 3955103 w 5158787"/>
              <a:gd name="connsiteY1798" fmla="*/ 4174007 h 4489084"/>
              <a:gd name="connsiteX1799" fmla="*/ 3944443 w 5158787"/>
              <a:gd name="connsiteY1799" fmla="*/ 4192485 h 4489084"/>
              <a:gd name="connsiteX1800" fmla="*/ 3943140 w 5158787"/>
              <a:gd name="connsiteY1800" fmla="*/ 4193255 h 4489084"/>
              <a:gd name="connsiteX1801" fmla="*/ 3921819 w 5158787"/>
              <a:gd name="connsiteY1801" fmla="*/ 4193255 h 4489084"/>
              <a:gd name="connsiteX1802" fmla="*/ 3920515 w 5158787"/>
              <a:gd name="connsiteY1802" fmla="*/ 4192485 h 4489084"/>
              <a:gd name="connsiteX1803" fmla="*/ 3909855 w 5158787"/>
              <a:gd name="connsiteY1803" fmla="*/ 4174007 h 4489084"/>
              <a:gd name="connsiteX1804" fmla="*/ 3909855 w 5158787"/>
              <a:gd name="connsiteY1804" fmla="*/ 4172526 h 4489084"/>
              <a:gd name="connsiteX1805" fmla="*/ 3920515 w 5158787"/>
              <a:gd name="connsiteY1805" fmla="*/ 4154048 h 4489084"/>
              <a:gd name="connsiteX1806" fmla="*/ 3921819 w 5158787"/>
              <a:gd name="connsiteY1806" fmla="*/ 4153278 h 4489084"/>
              <a:gd name="connsiteX1807" fmla="*/ 4598051 w 5158787"/>
              <a:gd name="connsiteY1807" fmla="*/ 4153159 h 4489084"/>
              <a:gd name="connsiteX1808" fmla="*/ 4619491 w 5158787"/>
              <a:gd name="connsiteY1808" fmla="*/ 4153159 h 4489084"/>
              <a:gd name="connsiteX1809" fmla="*/ 4620794 w 5158787"/>
              <a:gd name="connsiteY1809" fmla="*/ 4153929 h 4489084"/>
              <a:gd name="connsiteX1810" fmla="*/ 4631514 w 5158787"/>
              <a:gd name="connsiteY1810" fmla="*/ 4172466 h 4489084"/>
              <a:gd name="connsiteX1811" fmla="*/ 4631514 w 5158787"/>
              <a:gd name="connsiteY1811" fmla="*/ 4174006 h 4489084"/>
              <a:gd name="connsiteX1812" fmla="*/ 4620794 w 5158787"/>
              <a:gd name="connsiteY1812" fmla="*/ 4192544 h 4489084"/>
              <a:gd name="connsiteX1813" fmla="*/ 4619491 w 5158787"/>
              <a:gd name="connsiteY1813" fmla="*/ 4193314 h 4489084"/>
              <a:gd name="connsiteX1814" fmla="*/ 4598051 w 5158787"/>
              <a:gd name="connsiteY1814" fmla="*/ 4193314 h 4489084"/>
              <a:gd name="connsiteX1815" fmla="*/ 4596749 w 5158787"/>
              <a:gd name="connsiteY1815" fmla="*/ 4192544 h 4489084"/>
              <a:gd name="connsiteX1816" fmla="*/ 4586029 w 5158787"/>
              <a:gd name="connsiteY1816" fmla="*/ 4174006 h 4489084"/>
              <a:gd name="connsiteX1817" fmla="*/ 4586029 w 5158787"/>
              <a:gd name="connsiteY1817" fmla="*/ 4172466 h 4489084"/>
              <a:gd name="connsiteX1818" fmla="*/ 4596749 w 5158787"/>
              <a:gd name="connsiteY1818" fmla="*/ 4153929 h 4489084"/>
              <a:gd name="connsiteX1819" fmla="*/ 4598051 w 5158787"/>
              <a:gd name="connsiteY1819" fmla="*/ 4153159 h 4489084"/>
              <a:gd name="connsiteX1820" fmla="*/ 3989395 w 5158787"/>
              <a:gd name="connsiteY1820" fmla="*/ 4153041 h 4489084"/>
              <a:gd name="connsiteX1821" fmla="*/ 4010893 w 5158787"/>
              <a:gd name="connsiteY1821" fmla="*/ 4153041 h 4489084"/>
              <a:gd name="connsiteX1822" fmla="*/ 4012197 w 5158787"/>
              <a:gd name="connsiteY1822" fmla="*/ 4153811 h 4489084"/>
              <a:gd name="connsiteX1823" fmla="*/ 4022976 w 5158787"/>
              <a:gd name="connsiteY1823" fmla="*/ 4172467 h 4489084"/>
              <a:gd name="connsiteX1824" fmla="*/ 4022976 w 5158787"/>
              <a:gd name="connsiteY1824" fmla="*/ 4174007 h 4489084"/>
              <a:gd name="connsiteX1825" fmla="*/ 4012197 w 5158787"/>
              <a:gd name="connsiteY1825" fmla="*/ 4192662 h 4489084"/>
              <a:gd name="connsiteX1826" fmla="*/ 4010893 w 5158787"/>
              <a:gd name="connsiteY1826" fmla="*/ 4193432 h 4489084"/>
              <a:gd name="connsiteX1827" fmla="*/ 3989395 w 5158787"/>
              <a:gd name="connsiteY1827" fmla="*/ 4193432 h 4489084"/>
              <a:gd name="connsiteX1828" fmla="*/ 3988092 w 5158787"/>
              <a:gd name="connsiteY1828" fmla="*/ 4192662 h 4489084"/>
              <a:gd name="connsiteX1829" fmla="*/ 3977313 w 5158787"/>
              <a:gd name="connsiteY1829" fmla="*/ 4174007 h 4489084"/>
              <a:gd name="connsiteX1830" fmla="*/ 3977313 w 5158787"/>
              <a:gd name="connsiteY1830" fmla="*/ 4172467 h 4489084"/>
              <a:gd name="connsiteX1831" fmla="*/ 3988092 w 5158787"/>
              <a:gd name="connsiteY1831" fmla="*/ 4153811 h 4489084"/>
              <a:gd name="connsiteX1832" fmla="*/ 3989395 w 5158787"/>
              <a:gd name="connsiteY1832" fmla="*/ 4153041 h 4489084"/>
              <a:gd name="connsiteX1833" fmla="*/ 3313045 w 5158787"/>
              <a:gd name="connsiteY1833" fmla="*/ 4153041 h 4489084"/>
              <a:gd name="connsiteX1834" fmla="*/ 3334544 w 5158787"/>
              <a:gd name="connsiteY1834" fmla="*/ 4153041 h 4489084"/>
              <a:gd name="connsiteX1835" fmla="*/ 3335846 w 5158787"/>
              <a:gd name="connsiteY1835" fmla="*/ 4153811 h 4489084"/>
              <a:gd name="connsiteX1836" fmla="*/ 3346626 w 5158787"/>
              <a:gd name="connsiteY1836" fmla="*/ 4172467 h 4489084"/>
              <a:gd name="connsiteX1837" fmla="*/ 3346626 w 5158787"/>
              <a:gd name="connsiteY1837" fmla="*/ 4174007 h 4489084"/>
              <a:gd name="connsiteX1838" fmla="*/ 3335846 w 5158787"/>
              <a:gd name="connsiteY1838" fmla="*/ 4192662 h 4489084"/>
              <a:gd name="connsiteX1839" fmla="*/ 3334544 w 5158787"/>
              <a:gd name="connsiteY1839" fmla="*/ 4193432 h 4489084"/>
              <a:gd name="connsiteX1840" fmla="*/ 3313045 w 5158787"/>
              <a:gd name="connsiteY1840" fmla="*/ 4193432 h 4489084"/>
              <a:gd name="connsiteX1841" fmla="*/ 3311742 w 5158787"/>
              <a:gd name="connsiteY1841" fmla="*/ 4192662 h 4489084"/>
              <a:gd name="connsiteX1842" fmla="*/ 3300963 w 5158787"/>
              <a:gd name="connsiteY1842" fmla="*/ 4174007 h 4489084"/>
              <a:gd name="connsiteX1843" fmla="*/ 3300963 w 5158787"/>
              <a:gd name="connsiteY1843" fmla="*/ 4172467 h 4489084"/>
              <a:gd name="connsiteX1844" fmla="*/ 3311742 w 5158787"/>
              <a:gd name="connsiteY1844" fmla="*/ 4153811 h 4489084"/>
              <a:gd name="connsiteX1845" fmla="*/ 3313045 w 5158787"/>
              <a:gd name="connsiteY1845" fmla="*/ 4153041 h 4489084"/>
              <a:gd name="connsiteX1846" fmla="*/ 3786431 w 5158787"/>
              <a:gd name="connsiteY1846" fmla="*/ 4152922 h 4489084"/>
              <a:gd name="connsiteX1847" fmla="*/ 3808047 w 5158787"/>
              <a:gd name="connsiteY1847" fmla="*/ 4152922 h 4489084"/>
              <a:gd name="connsiteX1848" fmla="*/ 3809351 w 5158787"/>
              <a:gd name="connsiteY1848" fmla="*/ 4153692 h 4489084"/>
              <a:gd name="connsiteX1849" fmla="*/ 3820189 w 5158787"/>
              <a:gd name="connsiteY1849" fmla="*/ 4172407 h 4489084"/>
              <a:gd name="connsiteX1850" fmla="*/ 3820189 w 5158787"/>
              <a:gd name="connsiteY1850" fmla="*/ 4173947 h 4489084"/>
              <a:gd name="connsiteX1851" fmla="*/ 3809351 w 5158787"/>
              <a:gd name="connsiteY1851" fmla="*/ 4192662 h 4489084"/>
              <a:gd name="connsiteX1852" fmla="*/ 3808047 w 5158787"/>
              <a:gd name="connsiteY1852" fmla="*/ 4193432 h 4489084"/>
              <a:gd name="connsiteX1853" fmla="*/ 3786431 w 5158787"/>
              <a:gd name="connsiteY1853" fmla="*/ 4193432 h 4489084"/>
              <a:gd name="connsiteX1854" fmla="*/ 3785127 w 5158787"/>
              <a:gd name="connsiteY1854" fmla="*/ 4192662 h 4489084"/>
              <a:gd name="connsiteX1855" fmla="*/ 3774289 w 5158787"/>
              <a:gd name="connsiteY1855" fmla="*/ 4173947 h 4489084"/>
              <a:gd name="connsiteX1856" fmla="*/ 3774289 w 5158787"/>
              <a:gd name="connsiteY1856" fmla="*/ 4172407 h 4489084"/>
              <a:gd name="connsiteX1857" fmla="*/ 3785127 w 5158787"/>
              <a:gd name="connsiteY1857" fmla="*/ 4153692 h 4489084"/>
              <a:gd name="connsiteX1858" fmla="*/ 3786431 w 5158787"/>
              <a:gd name="connsiteY1858" fmla="*/ 4152922 h 4489084"/>
              <a:gd name="connsiteX1859" fmla="*/ 3718795 w 5158787"/>
              <a:gd name="connsiteY1859" fmla="*/ 4152922 h 4489084"/>
              <a:gd name="connsiteX1860" fmla="*/ 3740413 w 5158787"/>
              <a:gd name="connsiteY1860" fmla="*/ 4152922 h 4489084"/>
              <a:gd name="connsiteX1861" fmla="*/ 3741715 w 5158787"/>
              <a:gd name="connsiteY1861" fmla="*/ 4153692 h 4489084"/>
              <a:gd name="connsiteX1862" fmla="*/ 3752553 w 5158787"/>
              <a:gd name="connsiteY1862" fmla="*/ 4172407 h 4489084"/>
              <a:gd name="connsiteX1863" fmla="*/ 3752553 w 5158787"/>
              <a:gd name="connsiteY1863" fmla="*/ 4173947 h 4489084"/>
              <a:gd name="connsiteX1864" fmla="*/ 3741715 w 5158787"/>
              <a:gd name="connsiteY1864" fmla="*/ 4192662 h 4489084"/>
              <a:gd name="connsiteX1865" fmla="*/ 3740413 w 5158787"/>
              <a:gd name="connsiteY1865" fmla="*/ 4193432 h 4489084"/>
              <a:gd name="connsiteX1866" fmla="*/ 3718795 w 5158787"/>
              <a:gd name="connsiteY1866" fmla="*/ 4193432 h 4489084"/>
              <a:gd name="connsiteX1867" fmla="*/ 3717492 w 5158787"/>
              <a:gd name="connsiteY1867" fmla="*/ 4192662 h 4489084"/>
              <a:gd name="connsiteX1868" fmla="*/ 3706654 w 5158787"/>
              <a:gd name="connsiteY1868" fmla="*/ 4173947 h 4489084"/>
              <a:gd name="connsiteX1869" fmla="*/ 3706654 w 5158787"/>
              <a:gd name="connsiteY1869" fmla="*/ 4172407 h 4489084"/>
              <a:gd name="connsiteX1870" fmla="*/ 3717492 w 5158787"/>
              <a:gd name="connsiteY1870" fmla="*/ 4153692 h 4489084"/>
              <a:gd name="connsiteX1871" fmla="*/ 3718795 w 5158787"/>
              <a:gd name="connsiteY1871" fmla="*/ 4152922 h 4489084"/>
              <a:gd name="connsiteX1872" fmla="*/ 4462662 w 5158787"/>
              <a:gd name="connsiteY1872" fmla="*/ 4152863 h 4489084"/>
              <a:gd name="connsiteX1873" fmla="*/ 4484398 w 5158787"/>
              <a:gd name="connsiteY1873" fmla="*/ 4152863 h 4489084"/>
              <a:gd name="connsiteX1874" fmla="*/ 4485701 w 5158787"/>
              <a:gd name="connsiteY1874" fmla="*/ 4153633 h 4489084"/>
              <a:gd name="connsiteX1875" fmla="*/ 4496539 w 5158787"/>
              <a:gd name="connsiteY1875" fmla="*/ 4172466 h 4489084"/>
              <a:gd name="connsiteX1876" fmla="*/ 4496539 w 5158787"/>
              <a:gd name="connsiteY1876" fmla="*/ 4174006 h 4489084"/>
              <a:gd name="connsiteX1877" fmla="*/ 4485642 w 5158787"/>
              <a:gd name="connsiteY1877" fmla="*/ 4192840 h 4489084"/>
              <a:gd name="connsiteX1878" fmla="*/ 4484339 w 5158787"/>
              <a:gd name="connsiteY1878" fmla="*/ 4193610 h 4489084"/>
              <a:gd name="connsiteX1879" fmla="*/ 4462603 w 5158787"/>
              <a:gd name="connsiteY1879" fmla="*/ 4193610 h 4489084"/>
              <a:gd name="connsiteX1880" fmla="*/ 4461300 w 5158787"/>
              <a:gd name="connsiteY1880" fmla="*/ 4192840 h 4489084"/>
              <a:gd name="connsiteX1881" fmla="*/ 4450462 w 5158787"/>
              <a:gd name="connsiteY1881" fmla="*/ 4174006 h 4489084"/>
              <a:gd name="connsiteX1882" fmla="*/ 4450462 w 5158787"/>
              <a:gd name="connsiteY1882" fmla="*/ 4172466 h 4489084"/>
              <a:gd name="connsiteX1883" fmla="*/ 4461360 w 5158787"/>
              <a:gd name="connsiteY1883" fmla="*/ 4153633 h 4489084"/>
              <a:gd name="connsiteX1884" fmla="*/ 4462662 w 5158787"/>
              <a:gd name="connsiteY1884" fmla="*/ 4152863 h 4489084"/>
              <a:gd name="connsiteX1885" fmla="*/ 4665509 w 5158787"/>
              <a:gd name="connsiteY1885" fmla="*/ 4152744 h 4489084"/>
              <a:gd name="connsiteX1886" fmla="*/ 4687363 w 5158787"/>
              <a:gd name="connsiteY1886" fmla="*/ 4152744 h 4489084"/>
              <a:gd name="connsiteX1887" fmla="*/ 4688725 w 5158787"/>
              <a:gd name="connsiteY1887" fmla="*/ 4153514 h 4489084"/>
              <a:gd name="connsiteX1888" fmla="*/ 4699623 w 5158787"/>
              <a:gd name="connsiteY1888" fmla="*/ 4172466 h 4489084"/>
              <a:gd name="connsiteX1889" fmla="*/ 4699623 w 5158787"/>
              <a:gd name="connsiteY1889" fmla="*/ 4174006 h 4489084"/>
              <a:gd name="connsiteX1890" fmla="*/ 4688666 w 5158787"/>
              <a:gd name="connsiteY1890" fmla="*/ 4192958 h 4489084"/>
              <a:gd name="connsiteX1891" fmla="*/ 4687304 w 5158787"/>
              <a:gd name="connsiteY1891" fmla="*/ 4193728 h 4489084"/>
              <a:gd name="connsiteX1892" fmla="*/ 4665450 w 5158787"/>
              <a:gd name="connsiteY1892" fmla="*/ 4193728 h 4489084"/>
              <a:gd name="connsiteX1893" fmla="*/ 4664088 w 5158787"/>
              <a:gd name="connsiteY1893" fmla="*/ 4192958 h 4489084"/>
              <a:gd name="connsiteX1894" fmla="*/ 4653190 w 5158787"/>
              <a:gd name="connsiteY1894" fmla="*/ 4174006 h 4489084"/>
              <a:gd name="connsiteX1895" fmla="*/ 4653190 w 5158787"/>
              <a:gd name="connsiteY1895" fmla="*/ 4172466 h 4489084"/>
              <a:gd name="connsiteX1896" fmla="*/ 4664147 w 5158787"/>
              <a:gd name="connsiteY1896" fmla="*/ 4153514 h 4489084"/>
              <a:gd name="connsiteX1897" fmla="*/ 4665509 w 5158787"/>
              <a:gd name="connsiteY1897" fmla="*/ 4152744 h 4489084"/>
              <a:gd name="connsiteX1898" fmla="*/ 3853829 w 5158787"/>
              <a:gd name="connsiteY1898" fmla="*/ 4152508 h 4489084"/>
              <a:gd name="connsiteX1899" fmla="*/ 3875919 w 5158787"/>
              <a:gd name="connsiteY1899" fmla="*/ 4152508 h 4489084"/>
              <a:gd name="connsiteX1900" fmla="*/ 3877282 w 5158787"/>
              <a:gd name="connsiteY1900" fmla="*/ 4153278 h 4489084"/>
              <a:gd name="connsiteX1901" fmla="*/ 3888297 w 5158787"/>
              <a:gd name="connsiteY1901" fmla="*/ 4172408 h 4489084"/>
              <a:gd name="connsiteX1902" fmla="*/ 3888297 w 5158787"/>
              <a:gd name="connsiteY1902" fmla="*/ 4173947 h 4489084"/>
              <a:gd name="connsiteX1903" fmla="*/ 3877222 w 5158787"/>
              <a:gd name="connsiteY1903" fmla="*/ 4193077 h 4489084"/>
              <a:gd name="connsiteX1904" fmla="*/ 3875860 w 5158787"/>
              <a:gd name="connsiteY1904" fmla="*/ 4193847 h 4489084"/>
              <a:gd name="connsiteX1905" fmla="*/ 3853769 w 5158787"/>
              <a:gd name="connsiteY1905" fmla="*/ 4193847 h 4489084"/>
              <a:gd name="connsiteX1906" fmla="*/ 3852407 w 5158787"/>
              <a:gd name="connsiteY1906" fmla="*/ 4193077 h 4489084"/>
              <a:gd name="connsiteX1907" fmla="*/ 3841391 w 5158787"/>
              <a:gd name="connsiteY1907" fmla="*/ 4173947 h 4489084"/>
              <a:gd name="connsiteX1908" fmla="*/ 3841391 w 5158787"/>
              <a:gd name="connsiteY1908" fmla="*/ 4172408 h 4489084"/>
              <a:gd name="connsiteX1909" fmla="*/ 3852466 w 5158787"/>
              <a:gd name="connsiteY1909" fmla="*/ 4153278 h 4489084"/>
              <a:gd name="connsiteX1910" fmla="*/ 3853829 w 5158787"/>
              <a:gd name="connsiteY1910" fmla="*/ 4152508 h 4489084"/>
              <a:gd name="connsiteX1911" fmla="*/ 4935753 w 5158787"/>
              <a:gd name="connsiteY1911" fmla="*/ 4152330 h 4489084"/>
              <a:gd name="connsiteX1912" fmla="*/ 4958081 w 5158787"/>
              <a:gd name="connsiteY1912" fmla="*/ 4152330 h 4489084"/>
              <a:gd name="connsiteX1913" fmla="*/ 4959443 w 5158787"/>
              <a:gd name="connsiteY1913" fmla="*/ 4153100 h 4489084"/>
              <a:gd name="connsiteX1914" fmla="*/ 4970577 w 5158787"/>
              <a:gd name="connsiteY1914" fmla="*/ 4172407 h 4489084"/>
              <a:gd name="connsiteX1915" fmla="*/ 4970577 w 5158787"/>
              <a:gd name="connsiteY1915" fmla="*/ 4174007 h 4489084"/>
              <a:gd name="connsiteX1916" fmla="*/ 4959443 w 5158787"/>
              <a:gd name="connsiteY1916" fmla="*/ 4193314 h 4489084"/>
              <a:gd name="connsiteX1917" fmla="*/ 4958081 w 5158787"/>
              <a:gd name="connsiteY1917" fmla="*/ 4194084 h 4489084"/>
              <a:gd name="connsiteX1918" fmla="*/ 4935753 w 5158787"/>
              <a:gd name="connsiteY1918" fmla="*/ 4194084 h 4489084"/>
              <a:gd name="connsiteX1919" fmla="*/ 4934391 w 5158787"/>
              <a:gd name="connsiteY1919" fmla="*/ 4193314 h 4489084"/>
              <a:gd name="connsiteX1920" fmla="*/ 4923256 w 5158787"/>
              <a:gd name="connsiteY1920" fmla="*/ 4174007 h 4489084"/>
              <a:gd name="connsiteX1921" fmla="*/ 4923256 w 5158787"/>
              <a:gd name="connsiteY1921" fmla="*/ 4172407 h 4489084"/>
              <a:gd name="connsiteX1922" fmla="*/ 4934391 w 5158787"/>
              <a:gd name="connsiteY1922" fmla="*/ 4153100 h 4489084"/>
              <a:gd name="connsiteX1923" fmla="*/ 4935753 w 5158787"/>
              <a:gd name="connsiteY1923" fmla="*/ 4152330 h 4489084"/>
              <a:gd name="connsiteX1924" fmla="*/ 4800246 w 5158787"/>
              <a:gd name="connsiteY1924" fmla="*/ 4151797 h 4489084"/>
              <a:gd name="connsiteX1925" fmla="*/ 4823106 w 5158787"/>
              <a:gd name="connsiteY1925" fmla="*/ 4151797 h 4489084"/>
              <a:gd name="connsiteX1926" fmla="*/ 4824528 w 5158787"/>
              <a:gd name="connsiteY1926" fmla="*/ 4152626 h 4489084"/>
              <a:gd name="connsiteX1927" fmla="*/ 4835959 w 5158787"/>
              <a:gd name="connsiteY1927" fmla="*/ 4172407 h 4489084"/>
              <a:gd name="connsiteX1928" fmla="*/ 4835959 w 5158787"/>
              <a:gd name="connsiteY1928" fmla="*/ 4174006 h 4489084"/>
              <a:gd name="connsiteX1929" fmla="*/ 4824528 w 5158787"/>
              <a:gd name="connsiteY1929" fmla="*/ 4193787 h 4489084"/>
              <a:gd name="connsiteX1930" fmla="*/ 4823106 w 5158787"/>
              <a:gd name="connsiteY1930" fmla="*/ 4194617 h 4489084"/>
              <a:gd name="connsiteX1931" fmla="*/ 4800246 w 5158787"/>
              <a:gd name="connsiteY1931" fmla="*/ 4194617 h 4489084"/>
              <a:gd name="connsiteX1932" fmla="*/ 4798824 w 5158787"/>
              <a:gd name="connsiteY1932" fmla="*/ 4193787 h 4489084"/>
              <a:gd name="connsiteX1933" fmla="*/ 4787394 w 5158787"/>
              <a:gd name="connsiteY1933" fmla="*/ 4174006 h 4489084"/>
              <a:gd name="connsiteX1934" fmla="*/ 4787394 w 5158787"/>
              <a:gd name="connsiteY1934" fmla="*/ 4172407 h 4489084"/>
              <a:gd name="connsiteX1935" fmla="*/ 4798824 w 5158787"/>
              <a:gd name="connsiteY1935" fmla="*/ 4152626 h 4489084"/>
              <a:gd name="connsiteX1936" fmla="*/ 4800246 w 5158787"/>
              <a:gd name="connsiteY1936" fmla="*/ 4151797 h 4489084"/>
              <a:gd name="connsiteX1937" fmla="*/ 4867762 w 5158787"/>
              <a:gd name="connsiteY1937" fmla="*/ 4151619 h 4489084"/>
              <a:gd name="connsiteX1938" fmla="*/ 4890860 w 5158787"/>
              <a:gd name="connsiteY1938" fmla="*/ 4151619 h 4489084"/>
              <a:gd name="connsiteX1939" fmla="*/ 4892282 w 5158787"/>
              <a:gd name="connsiteY1939" fmla="*/ 4152448 h 4489084"/>
              <a:gd name="connsiteX1940" fmla="*/ 4903830 w 5158787"/>
              <a:gd name="connsiteY1940" fmla="*/ 4172407 h 4489084"/>
              <a:gd name="connsiteX1941" fmla="*/ 4903830 w 5158787"/>
              <a:gd name="connsiteY1941" fmla="*/ 4174066 h 4489084"/>
              <a:gd name="connsiteX1942" fmla="*/ 4892282 w 5158787"/>
              <a:gd name="connsiteY1942" fmla="*/ 4194024 h 4489084"/>
              <a:gd name="connsiteX1943" fmla="*/ 4890860 w 5158787"/>
              <a:gd name="connsiteY1943" fmla="*/ 4194854 h 4489084"/>
              <a:gd name="connsiteX1944" fmla="*/ 4867762 w 5158787"/>
              <a:gd name="connsiteY1944" fmla="*/ 4194854 h 4489084"/>
              <a:gd name="connsiteX1945" fmla="*/ 4866341 w 5158787"/>
              <a:gd name="connsiteY1945" fmla="*/ 4194024 h 4489084"/>
              <a:gd name="connsiteX1946" fmla="*/ 4854792 w 5158787"/>
              <a:gd name="connsiteY1946" fmla="*/ 4174066 h 4489084"/>
              <a:gd name="connsiteX1947" fmla="*/ 4854792 w 5158787"/>
              <a:gd name="connsiteY1947" fmla="*/ 4172407 h 4489084"/>
              <a:gd name="connsiteX1948" fmla="*/ 4866341 w 5158787"/>
              <a:gd name="connsiteY1948" fmla="*/ 4152448 h 4489084"/>
              <a:gd name="connsiteX1949" fmla="*/ 4867762 w 5158787"/>
              <a:gd name="connsiteY1949" fmla="*/ 4151619 h 4489084"/>
              <a:gd name="connsiteX1950" fmla="*/ 4732374 w 5158787"/>
              <a:gd name="connsiteY1950" fmla="*/ 4151264 h 4489084"/>
              <a:gd name="connsiteX1951" fmla="*/ 4755768 w 5158787"/>
              <a:gd name="connsiteY1951" fmla="*/ 4151264 h 4489084"/>
              <a:gd name="connsiteX1952" fmla="*/ 4757189 w 5158787"/>
              <a:gd name="connsiteY1952" fmla="*/ 4152093 h 4489084"/>
              <a:gd name="connsiteX1953" fmla="*/ 4768857 w 5158787"/>
              <a:gd name="connsiteY1953" fmla="*/ 4172348 h 4489084"/>
              <a:gd name="connsiteX1954" fmla="*/ 4768857 w 5158787"/>
              <a:gd name="connsiteY1954" fmla="*/ 4174007 h 4489084"/>
              <a:gd name="connsiteX1955" fmla="*/ 4757130 w 5158787"/>
              <a:gd name="connsiteY1955" fmla="*/ 4194261 h 4489084"/>
              <a:gd name="connsiteX1956" fmla="*/ 4755708 w 5158787"/>
              <a:gd name="connsiteY1956" fmla="*/ 4195091 h 4489084"/>
              <a:gd name="connsiteX1957" fmla="*/ 4732315 w 5158787"/>
              <a:gd name="connsiteY1957" fmla="*/ 4195091 h 4489084"/>
              <a:gd name="connsiteX1958" fmla="*/ 4730893 w 5158787"/>
              <a:gd name="connsiteY1958" fmla="*/ 4194261 h 4489084"/>
              <a:gd name="connsiteX1959" fmla="*/ 4719226 w 5158787"/>
              <a:gd name="connsiteY1959" fmla="*/ 4174007 h 4489084"/>
              <a:gd name="connsiteX1960" fmla="*/ 4719226 w 5158787"/>
              <a:gd name="connsiteY1960" fmla="*/ 4172348 h 4489084"/>
              <a:gd name="connsiteX1961" fmla="*/ 4730953 w 5158787"/>
              <a:gd name="connsiteY1961" fmla="*/ 4152093 h 4489084"/>
              <a:gd name="connsiteX1962" fmla="*/ 4732374 w 5158787"/>
              <a:gd name="connsiteY1962" fmla="*/ 4151264 h 4489084"/>
              <a:gd name="connsiteX1963" fmla="*/ 3379672 w 5158787"/>
              <a:gd name="connsiteY1963" fmla="*/ 4151205 h 4489084"/>
              <a:gd name="connsiteX1964" fmla="*/ 3403185 w 5158787"/>
              <a:gd name="connsiteY1964" fmla="*/ 4151205 h 4489084"/>
              <a:gd name="connsiteX1965" fmla="*/ 3404606 w 5158787"/>
              <a:gd name="connsiteY1965" fmla="*/ 4152034 h 4489084"/>
              <a:gd name="connsiteX1966" fmla="*/ 3416333 w 5158787"/>
              <a:gd name="connsiteY1966" fmla="*/ 4172408 h 4489084"/>
              <a:gd name="connsiteX1967" fmla="*/ 3416333 w 5158787"/>
              <a:gd name="connsiteY1967" fmla="*/ 4174066 h 4489084"/>
              <a:gd name="connsiteX1968" fmla="*/ 3404547 w 5158787"/>
              <a:gd name="connsiteY1968" fmla="*/ 4194440 h 4489084"/>
              <a:gd name="connsiteX1969" fmla="*/ 3403125 w 5158787"/>
              <a:gd name="connsiteY1969" fmla="*/ 4195268 h 4489084"/>
              <a:gd name="connsiteX1970" fmla="*/ 3379613 w 5158787"/>
              <a:gd name="connsiteY1970" fmla="*/ 4195268 h 4489084"/>
              <a:gd name="connsiteX1971" fmla="*/ 3378192 w 5158787"/>
              <a:gd name="connsiteY1971" fmla="*/ 4194440 h 4489084"/>
              <a:gd name="connsiteX1972" fmla="*/ 3366465 w 5158787"/>
              <a:gd name="connsiteY1972" fmla="*/ 4174066 h 4489084"/>
              <a:gd name="connsiteX1973" fmla="*/ 3366465 w 5158787"/>
              <a:gd name="connsiteY1973" fmla="*/ 4172408 h 4489084"/>
              <a:gd name="connsiteX1974" fmla="*/ 3378251 w 5158787"/>
              <a:gd name="connsiteY1974" fmla="*/ 4152034 h 4489084"/>
              <a:gd name="connsiteX1975" fmla="*/ 3379672 w 5158787"/>
              <a:gd name="connsiteY1975" fmla="*/ 4151205 h 4489084"/>
              <a:gd name="connsiteX1976" fmla="*/ 3650035 w 5158787"/>
              <a:gd name="connsiteY1976" fmla="*/ 4150849 h 4489084"/>
              <a:gd name="connsiteX1977" fmla="*/ 3673903 w 5158787"/>
              <a:gd name="connsiteY1977" fmla="*/ 4150849 h 4489084"/>
              <a:gd name="connsiteX1978" fmla="*/ 3675384 w 5158787"/>
              <a:gd name="connsiteY1978" fmla="*/ 4151678 h 4489084"/>
              <a:gd name="connsiteX1979" fmla="*/ 3687288 w 5158787"/>
              <a:gd name="connsiteY1979" fmla="*/ 4172348 h 4489084"/>
              <a:gd name="connsiteX1980" fmla="*/ 3687288 w 5158787"/>
              <a:gd name="connsiteY1980" fmla="*/ 4174006 h 4489084"/>
              <a:gd name="connsiteX1981" fmla="*/ 3675384 w 5158787"/>
              <a:gd name="connsiteY1981" fmla="*/ 4194676 h 4489084"/>
              <a:gd name="connsiteX1982" fmla="*/ 3673903 w 5158787"/>
              <a:gd name="connsiteY1982" fmla="*/ 4195505 h 4489084"/>
              <a:gd name="connsiteX1983" fmla="*/ 3650035 w 5158787"/>
              <a:gd name="connsiteY1983" fmla="*/ 4195505 h 4489084"/>
              <a:gd name="connsiteX1984" fmla="*/ 3648555 w 5158787"/>
              <a:gd name="connsiteY1984" fmla="*/ 4194676 h 4489084"/>
              <a:gd name="connsiteX1985" fmla="*/ 3636650 w 5158787"/>
              <a:gd name="connsiteY1985" fmla="*/ 4174006 h 4489084"/>
              <a:gd name="connsiteX1986" fmla="*/ 3636650 w 5158787"/>
              <a:gd name="connsiteY1986" fmla="*/ 4172348 h 4489084"/>
              <a:gd name="connsiteX1987" fmla="*/ 3648555 w 5158787"/>
              <a:gd name="connsiteY1987" fmla="*/ 4151678 h 4489084"/>
              <a:gd name="connsiteX1988" fmla="*/ 3650035 w 5158787"/>
              <a:gd name="connsiteY1988" fmla="*/ 4150849 h 4489084"/>
              <a:gd name="connsiteX1989" fmla="*/ 3447012 w 5158787"/>
              <a:gd name="connsiteY1989" fmla="*/ 4150553 h 4489084"/>
              <a:gd name="connsiteX1990" fmla="*/ 3471175 w 5158787"/>
              <a:gd name="connsiteY1990" fmla="*/ 4150553 h 4489084"/>
              <a:gd name="connsiteX1991" fmla="*/ 3472656 w 5158787"/>
              <a:gd name="connsiteY1991" fmla="*/ 4151382 h 4489084"/>
              <a:gd name="connsiteX1992" fmla="*/ 3484738 w 5158787"/>
              <a:gd name="connsiteY1992" fmla="*/ 4172348 h 4489084"/>
              <a:gd name="connsiteX1993" fmla="*/ 3484738 w 5158787"/>
              <a:gd name="connsiteY1993" fmla="*/ 4174066 h 4489084"/>
              <a:gd name="connsiteX1994" fmla="*/ 3472656 w 5158787"/>
              <a:gd name="connsiteY1994" fmla="*/ 4195031 h 4489084"/>
              <a:gd name="connsiteX1995" fmla="*/ 3471175 w 5158787"/>
              <a:gd name="connsiteY1995" fmla="*/ 4195860 h 4489084"/>
              <a:gd name="connsiteX1996" fmla="*/ 3447012 w 5158787"/>
              <a:gd name="connsiteY1996" fmla="*/ 4195860 h 4489084"/>
              <a:gd name="connsiteX1997" fmla="*/ 3445531 w 5158787"/>
              <a:gd name="connsiteY1997" fmla="*/ 4195031 h 4489084"/>
              <a:gd name="connsiteX1998" fmla="*/ 3433449 w 5158787"/>
              <a:gd name="connsiteY1998" fmla="*/ 4174066 h 4489084"/>
              <a:gd name="connsiteX1999" fmla="*/ 3433449 w 5158787"/>
              <a:gd name="connsiteY1999" fmla="*/ 4172348 h 4489084"/>
              <a:gd name="connsiteX2000" fmla="*/ 3445531 w 5158787"/>
              <a:gd name="connsiteY2000" fmla="*/ 4151382 h 4489084"/>
              <a:gd name="connsiteX2001" fmla="*/ 3447012 w 5158787"/>
              <a:gd name="connsiteY2001" fmla="*/ 4150553 h 4489084"/>
              <a:gd name="connsiteX2002" fmla="*/ 3514410 w 5158787"/>
              <a:gd name="connsiteY2002" fmla="*/ 4150257 h 4489084"/>
              <a:gd name="connsiteX2003" fmla="*/ 3538929 w 5158787"/>
              <a:gd name="connsiteY2003" fmla="*/ 4150257 h 4489084"/>
              <a:gd name="connsiteX2004" fmla="*/ 3540410 w 5158787"/>
              <a:gd name="connsiteY2004" fmla="*/ 4151146 h 4489084"/>
              <a:gd name="connsiteX2005" fmla="*/ 3552669 w 5158787"/>
              <a:gd name="connsiteY2005" fmla="*/ 4172348 h 4489084"/>
              <a:gd name="connsiteX2006" fmla="*/ 3552669 w 5158787"/>
              <a:gd name="connsiteY2006" fmla="*/ 4174066 h 4489084"/>
              <a:gd name="connsiteX2007" fmla="*/ 3540410 w 5158787"/>
              <a:gd name="connsiteY2007" fmla="*/ 4195268 h 4489084"/>
              <a:gd name="connsiteX2008" fmla="*/ 3538929 w 5158787"/>
              <a:gd name="connsiteY2008" fmla="*/ 4196156 h 4489084"/>
              <a:gd name="connsiteX2009" fmla="*/ 3514410 w 5158787"/>
              <a:gd name="connsiteY2009" fmla="*/ 4196156 h 4489084"/>
              <a:gd name="connsiteX2010" fmla="*/ 3512930 w 5158787"/>
              <a:gd name="connsiteY2010" fmla="*/ 4195268 h 4489084"/>
              <a:gd name="connsiteX2011" fmla="*/ 3500670 w 5158787"/>
              <a:gd name="connsiteY2011" fmla="*/ 4174066 h 4489084"/>
              <a:gd name="connsiteX2012" fmla="*/ 3500670 w 5158787"/>
              <a:gd name="connsiteY2012" fmla="*/ 4172348 h 4489084"/>
              <a:gd name="connsiteX2013" fmla="*/ 3512930 w 5158787"/>
              <a:gd name="connsiteY2013" fmla="*/ 4151146 h 4489084"/>
              <a:gd name="connsiteX2014" fmla="*/ 3514410 w 5158787"/>
              <a:gd name="connsiteY2014" fmla="*/ 4150257 h 4489084"/>
              <a:gd name="connsiteX2015" fmla="*/ 3581927 w 5158787"/>
              <a:gd name="connsiteY2015" fmla="*/ 4150020 h 4489084"/>
              <a:gd name="connsiteX2016" fmla="*/ 3606682 w 5158787"/>
              <a:gd name="connsiteY2016" fmla="*/ 4150020 h 4489084"/>
              <a:gd name="connsiteX2017" fmla="*/ 3608163 w 5158787"/>
              <a:gd name="connsiteY2017" fmla="*/ 4150908 h 4489084"/>
              <a:gd name="connsiteX2018" fmla="*/ 3620542 w 5158787"/>
              <a:gd name="connsiteY2018" fmla="*/ 4172348 h 4489084"/>
              <a:gd name="connsiteX2019" fmla="*/ 3620542 w 5158787"/>
              <a:gd name="connsiteY2019" fmla="*/ 4174125 h 4489084"/>
              <a:gd name="connsiteX2020" fmla="*/ 3608163 w 5158787"/>
              <a:gd name="connsiteY2020" fmla="*/ 4195564 h 4489084"/>
              <a:gd name="connsiteX2021" fmla="*/ 3606682 w 5158787"/>
              <a:gd name="connsiteY2021" fmla="*/ 4196452 h 4489084"/>
              <a:gd name="connsiteX2022" fmla="*/ 3581927 w 5158787"/>
              <a:gd name="connsiteY2022" fmla="*/ 4196452 h 4489084"/>
              <a:gd name="connsiteX2023" fmla="*/ 3580446 w 5158787"/>
              <a:gd name="connsiteY2023" fmla="*/ 4195564 h 4489084"/>
              <a:gd name="connsiteX2024" fmla="*/ 3568068 w 5158787"/>
              <a:gd name="connsiteY2024" fmla="*/ 4174125 h 4489084"/>
              <a:gd name="connsiteX2025" fmla="*/ 3568068 w 5158787"/>
              <a:gd name="connsiteY2025" fmla="*/ 4172348 h 4489084"/>
              <a:gd name="connsiteX2026" fmla="*/ 3580446 w 5158787"/>
              <a:gd name="connsiteY2026" fmla="*/ 4150908 h 4489084"/>
              <a:gd name="connsiteX2027" fmla="*/ 3581927 w 5158787"/>
              <a:gd name="connsiteY2027" fmla="*/ 4150020 h 4489084"/>
              <a:gd name="connsiteX2028" fmla="*/ 3247008 w 5158787"/>
              <a:gd name="connsiteY2028" fmla="*/ 4097428 h 4489084"/>
              <a:gd name="connsiteX2029" fmla="*/ 3265309 w 5158787"/>
              <a:gd name="connsiteY2029" fmla="*/ 4097428 h 4489084"/>
              <a:gd name="connsiteX2030" fmla="*/ 3266434 w 5158787"/>
              <a:gd name="connsiteY2030" fmla="*/ 4098079 h 4489084"/>
              <a:gd name="connsiteX2031" fmla="*/ 3275614 w 5158787"/>
              <a:gd name="connsiteY2031" fmla="*/ 4113952 h 4489084"/>
              <a:gd name="connsiteX2032" fmla="*/ 3275614 w 5158787"/>
              <a:gd name="connsiteY2032" fmla="*/ 4115255 h 4489084"/>
              <a:gd name="connsiteX2033" fmla="*/ 3266434 w 5158787"/>
              <a:gd name="connsiteY2033" fmla="*/ 4131127 h 4489084"/>
              <a:gd name="connsiteX2034" fmla="*/ 3265309 w 5158787"/>
              <a:gd name="connsiteY2034" fmla="*/ 4131778 h 4489084"/>
              <a:gd name="connsiteX2035" fmla="*/ 3247008 w 5158787"/>
              <a:gd name="connsiteY2035" fmla="*/ 4131778 h 4489084"/>
              <a:gd name="connsiteX2036" fmla="*/ 3245883 w 5158787"/>
              <a:gd name="connsiteY2036" fmla="*/ 4131127 h 4489084"/>
              <a:gd name="connsiteX2037" fmla="*/ 3236703 w 5158787"/>
              <a:gd name="connsiteY2037" fmla="*/ 4115255 h 4489084"/>
              <a:gd name="connsiteX2038" fmla="*/ 3236703 w 5158787"/>
              <a:gd name="connsiteY2038" fmla="*/ 4113952 h 4489084"/>
              <a:gd name="connsiteX2039" fmla="*/ 3245883 w 5158787"/>
              <a:gd name="connsiteY2039" fmla="*/ 4098079 h 4489084"/>
              <a:gd name="connsiteX2040" fmla="*/ 3247008 w 5158787"/>
              <a:gd name="connsiteY2040" fmla="*/ 4097428 h 4489084"/>
              <a:gd name="connsiteX2041" fmla="*/ 5004750 w 5158787"/>
              <a:gd name="connsiteY2041" fmla="*/ 4096185 h 4489084"/>
              <a:gd name="connsiteX2042" fmla="*/ 5024412 w 5158787"/>
              <a:gd name="connsiteY2042" fmla="*/ 4096185 h 4489084"/>
              <a:gd name="connsiteX2043" fmla="*/ 5025597 w 5158787"/>
              <a:gd name="connsiteY2043" fmla="*/ 4096896 h 4489084"/>
              <a:gd name="connsiteX2044" fmla="*/ 5035428 w 5158787"/>
              <a:gd name="connsiteY2044" fmla="*/ 4113893 h 4489084"/>
              <a:gd name="connsiteX2045" fmla="*/ 5035428 w 5158787"/>
              <a:gd name="connsiteY2045" fmla="*/ 4115256 h 4489084"/>
              <a:gd name="connsiteX2046" fmla="*/ 5025597 w 5158787"/>
              <a:gd name="connsiteY2046" fmla="*/ 4132253 h 4489084"/>
              <a:gd name="connsiteX2047" fmla="*/ 5024412 w 5158787"/>
              <a:gd name="connsiteY2047" fmla="*/ 4132964 h 4489084"/>
              <a:gd name="connsiteX2048" fmla="*/ 5004750 w 5158787"/>
              <a:gd name="connsiteY2048" fmla="*/ 4132964 h 4489084"/>
              <a:gd name="connsiteX2049" fmla="*/ 5003565 w 5158787"/>
              <a:gd name="connsiteY2049" fmla="*/ 4132253 h 4489084"/>
              <a:gd name="connsiteX2050" fmla="*/ 4993734 w 5158787"/>
              <a:gd name="connsiteY2050" fmla="*/ 4115256 h 4489084"/>
              <a:gd name="connsiteX2051" fmla="*/ 4993734 w 5158787"/>
              <a:gd name="connsiteY2051" fmla="*/ 4113893 h 4489084"/>
              <a:gd name="connsiteX2052" fmla="*/ 5003565 w 5158787"/>
              <a:gd name="connsiteY2052" fmla="*/ 4096896 h 4489084"/>
              <a:gd name="connsiteX2053" fmla="*/ 5004750 w 5158787"/>
              <a:gd name="connsiteY2053" fmla="*/ 4096185 h 4489084"/>
              <a:gd name="connsiteX2054" fmla="*/ 4125435 w 5158787"/>
              <a:gd name="connsiteY2054" fmla="*/ 4096007 h 4489084"/>
              <a:gd name="connsiteX2055" fmla="*/ 4145335 w 5158787"/>
              <a:gd name="connsiteY2055" fmla="*/ 4096007 h 4489084"/>
              <a:gd name="connsiteX2056" fmla="*/ 4146519 w 5158787"/>
              <a:gd name="connsiteY2056" fmla="*/ 4096718 h 4489084"/>
              <a:gd name="connsiteX2057" fmla="*/ 4156469 w 5158787"/>
              <a:gd name="connsiteY2057" fmla="*/ 4113952 h 4489084"/>
              <a:gd name="connsiteX2058" fmla="*/ 4156469 w 5158787"/>
              <a:gd name="connsiteY2058" fmla="*/ 4115373 h 4489084"/>
              <a:gd name="connsiteX2059" fmla="*/ 4146519 w 5158787"/>
              <a:gd name="connsiteY2059" fmla="*/ 4132608 h 4489084"/>
              <a:gd name="connsiteX2060" fmla="*/ 4145335 w 5158787"/>
              <a:gd name="connsiteY2060" fmla="*/ 4133319 h 4489084"/>
              <a:gd name="connsiteX2061" fmla="*/ 4125435 w 5158787"/>
              <a:gd name="connsiteY2061" fmla="*/ 4133319 h 4489084"/>
              <a:gd name="connsiteX2062" fmla="*/ 4124250 w 5158787"/>
              <a:gd name="connsiteY2062" fmla="*/ 4132608 h 4489084"/>
              <a:gd name="connsiteX2063" fmla="*/ 4114301 w 5158787"/>
              <a:gd name="connsiteY2063" fmla="*/ 4115373 h 4489084"/>
              <a:gd name="connsiteX2064" fmla="*/ 4114301 w 5158787"/>
              <a:gd name="connsiteY2064" fmla="*/ 4113952 h 4489084"/>
              <a:gd name="connsiteX2065" fmla="*/ 4124250 w 5158787"/>
              <a:gd name="connsiteY2065" fmla="*/ 4096718 h 4489084"/>
              <a:gd name="connsiteX2066" fmla="*/ 4125435 w 5158787"/>
              <a:gd name="connsiteY2066" fmla="*/ 4096007 h 4489084"/>
              <a:gd name="connsiteX2067" fmla="*/ 4057563 w 5158787"/>
              <a:gd name="connsiteY2067" fmla="*/ 4095592 h 4489084"/>
              <a:gd name="connsiteX2068" fmla="*/ 4077877 w 5158787"/>
              <a:gd name="connsiteY2068" fmla="*/ 4095592 h 4489084"/>
              <a:gd name="connsiteX2069" fmla="*/ 4079121 w 5158787"/>
              <a:gd name="connsiteY2069" fmla="*/ 4096303 h 4489084"/>
              <a:gd name="connsiteX2070" fmla="*/ 4089249 w 5158787"/>
              <a:gd name="connsiteY2070" fmla="*/ 4113892 h 4489084"/>
              <a:gd name="connsiteX2071" fmla="*/ 4089249 w 5158787"/>
              <a:gd name="connsiteY2071" fmla="*/ 4115314 h 4489084"/>
              <a:gd name="connsiteX2072" fmla="*/ 4079062 w 5158787"/>
              <a:gd name="connsiteY2072" fmla="*/ 4132904 h 4489084"/>
              <a:gd name="connsiteX2073" fmla="*/ 4077818 w 5158787"/>
              <a:gd name="connsiteY2073" fmla="*/ 4133614 h 4489084"/>
              <a:gd name="connsiteX2074" fmla="*/ 4057504 w 5158787"/>
              <a:gd name="connsiteY2074" fmla="*/ 4133614 h 4489084"/>
              <a:gd name="connsiteX2075" fmla="*/ 4056260 w 5158787"/>
              <a:gd name="connsiteY2075" fmla="*/ 4132904 h 4489084"/>
              <a:gd name="connsiteX2076" fmla="*/ 4046133 w 5158787"/>
              <a:gd name="connsiteY2076" fmla="*/ 4115314 h 4489084"/>
              <a:gd name="connsiteX2077" fmla="*/ 4046133 w 5158787"/>
              <a:gd name="connsiteY2077" fmla="*/ 4113892 h 4489084"/>
              <a:gd name="connsiteX2078" fmla="*/ 4056319 w 5158787"/>
              <a:gd name="connsiteY2078" fmla="*/ 4096303 h 4489084"/>
              <a:gd name="connsiteX2079" fmla="*/ 4057563 w 5158787"/>
              <a:gd name="connsiteY2079" fmla="*/ 4095592 h 4489084"/>
              <a:gd name="connsiteX2080" fmla="*/ 4260409 w 5158787"/>
              <a:gd name="connsiteY2080" fmla="*/ 4095474 h 4489084"/>
              <a:gd name="connsiteX2081" fmla="*/ 4280842 w 5158787"/>
              <a:gd name="connsiteY2081" fmla="*/ 4095474 h 4489084"/>
              <a:gd name="connsiteX2082" fmla="*/ 4282086 w 5158787"/>
              <a:gd name="connsiteY2082" fmla="*/ 4096185 h 4489084"/>
              <a:gd name="connsiteX2083" fmla="*/ 4292272 w 5158787"/>
              <a:gd name="connsiteY2083" fmla="*/ 4113893 h 4489084"/>
              <a:gd name="connsiteX2084" fmla="*/ 4292272 w 5158787"/>
              <a:gd name="connsiteY2084" fmla="*/ 4115314 h 4489084"/>
              <a:gd name="connsiteX2085" fmla="*/ 4282026 w 5158787"/>
              <a:gd name="connsiteY2085" fmla="*/ 4133023 h 4489084"/>
              <a:gd name="connsiteX2086" fmla="*/ 4280783 w 5158787"/>
              <a:gd name="connsiteY2086" fmla="*/ 4133734 h 4489084"/>
              <a:gd name="connsiteX2087" fmla="*/ 4260350 w 5158787"/>
              <a:gd name="connsiteY2087" fmla="*/ 4133734 h 4489084"/>
              <a:gd name="connsiteX2088" fmla="*/ 4259106 w 5158787"/>
              <a:gd name="connsiteY2088" fmla="*/ 4133023 h 4489084"/>
              <a:gd name="connsiteX2089" fmla="*/ 4248920 w 5158787"/>
              <a:gd name="connsiteY2089" fmla="*/ 4115314 h 4489084"/>
              <a:gd name="connsiteX2090" fmla="*/ 4248920 w 5158787"/>
              <a:gd name="connsiteY2090" fmla="*/ 4113893 h 4489084"/>
              <a:gd name="connsiteX2091" fmla="*/ 4259166 w 5158787"/>
              <a:gd name="connsiteY2091" fmla="*/ 4096185 h 4489084"/>
              <a:gd name="connsiteX2092" fmla="*/ 4260409 w 5158787"/>
              <a:gd name="connsiteY2092" fmla="*/ 4095474 h 4489084"/>
              <a:gd name="connsiteX2093" fmla="*/ 4463255 w 5158787"/>
              <a:gd name="connsiteY2093" fmla="*/ 4095355 h 4489084"/>
              <a:gd name="connsiteX2094" fmla="*/ 4483807 w 5158787"/>
              <a:gd name="connsiteY2094" fmla="*/ 4095355 h 4489084"/>
              <a:gd name="connsiteX2095" fmla="*/ 4485050 w 5158787"/>
              <a:gd name="connsiteY2095" fmla="*/ 4096066 h 4489084"/>
              <a:gd name="connsiteX2096" fmla="*/ 4495296 w 5158787"/>
              <a:gd name="connsiteY2096" fmla="*/ 4113833 h 4489084"/>
              <a:gd name="connsiteX2097" fmla="*/ 4495296 w 5158787"/>
              <a:gd name="connsiteY2097" fmla="*/ 4115314 h 4489084"/>
              <a:gd name="connsiteX2098" fmla="*/ 4485050 w 5158787"/>
              <a:gd name="connsiteY2098" fmla="*/ 4133081 h 4489084"/>
              <a:gd name="connsiteX2099" fmla="*/ 4483807 w 5158787"/>
              <a:gd name="connsiteY2099" fmla="*/ 4133792 h 4489084"/>
              <a:gd name="connsiteX2100" fmla="*/ 4463255 w 5158787"/>
              <a:gd name="connsiteY2100" fmla="*/ 4133792 h 4489084"/>
              <a:gd name="connsiteX2101" fmla="*/ 4462012 w 5158787"/>
              <a:gd name="connsiteY2101" fmla="*/ 4133081 h 4489084"/>
              <a:gd name="connsiteX2102" fmla="*/ 4451766 w 5158787"/>
              <a:gd name="connsiteY2102" fmla="*/ 4115314 h 4489084"/>
              <a:gd name="connsiteX2103" fmla="*/ 4451766 w 5158787"/>
              <a:gd name="connsiteY2103" fmla="*/ 4113833 h 4489084"/>
              <a:gd name="connsiteX2104" fmla="*/ 4462012 w 5158787"/>
              <a:gd name="connsiteY2104" fmla="*/ 4096066 h 4489084"/>
              <a:gd name="connsiteX2105" fmla="*/ 4463255 w 5158787"/>
              <a:gd name="connsiteY2105" fmla="*/ 4095355 h 4489084"/>
              <a:gd name="connsiteX2106" fmla="*/ 4192656 w 5158787"/>
              <a:gd name="connsiteY2106" fmla="*/ 4095237 h 4489084"/>
              <a:gd name="connsiteX2107" fmla="*/ 4213325 w 5158787"/>
              <a:gd name="connsiteY2107" fmla="*/ 4095237 h 4489084"/>
              <a:gd name="connsiteX2108" fmla="*/ 4214569 w 5158787"/>
              <a:gd name="connsiteY2108" fmla="*/ 4095948 h 4489084"/>
              <a:gd name="connsiteX2109" fmla="*/ 4224874 w 5158787"/>
              <a:gd name="connsiteY2109" fmla="*/ 4113833 h 4489084"/>
              <a:gd name="connsiteX2110" fmla="*/ 4224874 w 5158787"/>
              <a:gd name="connsiteY2110" fmla="*/ 4115314 h 4489084"/>
              <a:gd name="connsiteX2111" fmla="*/ 4214569 w 5158787"/>
              <a:gd name="connsiteY2111" fmla="*/ 4133200 h 4489084"/>
              <a:gd name="connsiteX2112" fmla="*/ 4213325 w 5158787"/>
              <a:gd name="connsiteY2112" fmla="*/ 4133911 h 4489084"/>
              <a:gd name="connsiteX2113" fmla="*/ 4192656 w 5158787"/>
              <a:gd name="connsiteY2113" fmla="*/ 4133911 h 4489084"/>
              <a:gd name="connsiteX2114" fmla="*/ 4191412 w 5158787"/>
              <a:gd name="connsiteY2114" fmla="*/ 4133200 h 4489084"/>
              <a:gd name="connsiteX2115" fmla="*/ 4181106 w 5158787"/>
              <a:gd name="connsiteY2115" fmla="*/ 4115314 h 4489084"/>
              <a:gd name="connsiteX2116" fmla="*/ 4181106 w 5158787"/>
              <a:gd name="connsiteY2116" fmla="*/ 4113833 h 4489084"/>
              <a:gd name="connsiteX2117" fmla="*/ 4191412 w 5158787"/>
              <a:gd name="connsiteY2117" fmla="*/ 4095948 h 4489084"/>
              <a:gd name="connsiteX2118" fmla="*/ 4192656 w 5158787"/>
              <a:gd name="connsiteY2118" fmla="*/ 4095237 h 4489084"/>
              <a:gd name="connsiteX2119" fmla="*/ 4598348 w 5158787"/>
              <a:gd name="connsiteY2119" fmla="*/ 4095059 h 4489084"/>
              <a:gd name="connsiteX2120" fmla="*/ 4619195 w 5158787"/>
              <a:gd name="connsiteY2120" fmla="*/ 4095059 h 4489084"/>
              <a:gd name="connsiteX2121" fmla="*/ 4620498 w 5158787"/>
              <a:gd name="connsiteY2121" fmla="*/ 4095770 h 4489084"/>
              <a:gd name="connsiteX2122" fmla="*/ 4630922 w 5158787"/>
              <a:gd name="connsiteY2122" fmla="*/ 4113833 h 4489084"/>
              <a:gd name="connsiteX2123" fmla="*/ 4630922 w 5158787"/>
              <a:gd name="connsiteY2123" fmla="*/ 4115314 h 4489084"/>
              <a:gd name="connsiteX2124" fmla="*/ 4620498 w 5158787"/>
              <a:gd name="connsiteY2124" fmla="*/ 4133378 h 4489084"/>
              <a:gd name="connsiteX2125" fmla="*/ 4619195 w 5158787"/>
              <a:gd name="connsiteY2125" fmla="*/ 4134088 h 4489084"/>
              <a:gd name="connsiteX2126" fmla="*/ 4598348 w 5158787"/>
              <a:gd name="connsiteY2126" fmla="*/ 4134088 h 4489084"/>
              <a:gd name="connsiteX2127" fmla="*/ 4597045 w 5158787"/>
              <a:gd name="connsiteY2127" fmla="*/ 4133378 h 4489084"/>
              <a:gd name="connsiteX2128" fmla="*/ 4586621 w 5158787"/>
              <a:gd name="connsiteY2128" fmla="*/ 4115314 h 4489084"/>
              <a:gd name="connsiteX2129" fmla="*/ 4586621 w 5158787"/>
              <a:gd name="connsiteY2129" fmla="*/ 4113833 h 4489084"/>
              <a:gd name="connsiteX2130" fmla="*/ 4597045 w 5158787"/>
              <a:gd name="connsiteY2130" fmla="*/ 4095770 h 4489084"/>
              <a:gd name="connsiteX2131" fmla="*/ 4598348 w 5158787"/>
              <a:gd name="connsiteY2131" fmla="*/ 4095059 h 4489084"/>
              <a:gd name="connsiteX2132" fmla="*/ 3922056 w 5158787"/>
              <a:gd name="connsiteY2132" fmla="*/ 4095059 h 4489084"/>
              <a:gd name="connsiteX2133" fmla="*/ 3942904 w 5158787"/>
              <a:gd name="connsiteY2133" fmla="*/ 4095059 h 4489084"/>
              <a:gd name="connsiteX2134" fmla="*/ 3944206 w 5158787"/>
              <a:gd name="connsiteY2134" fmla="*/ 4095770 h 4489084"/>
              <a:gd name="connsiteX2135" fmla="*/ 3954630 w 5158787"/>
              <a:gd name="connsiteY2135" fmla="*/ 4113833 h 4489084"/>
              <a:gd name="connsiteX2136" fmla="*/ 3954630 w 5158787"/>
              <a:gd name="connsiteY2136" fmla="*/ 4115314 h 4489084"/>
              <a:gd name="connsiteX2137" fmla="*/ 3944206 w 5158787"/>
              <a:gd name="connsiteY2137" fmla="*/ 4133378 h 4489084"/>
              <a:gd name="connsiteX2138" fmla="*/ 3942904 w 5158787"/>
              <a:gd name="connsiteY2138" fmla="*/ 4134088 h 4489084"/>
              <a:gd name="connsiteX2139" fmla="*/ 3922056 w 5158787"/>
              <a:gd name="connsiteY2139" fmla="*/ 4134088 h 4489084"/>
              <a:gd name="connsiteX2140" fmla="*/ 3920753 w 5158787"/>
              <a:gd name="connsiteY2140" fmla="*/ 4133378 h 4489084"/>
              <a:gd name="connsiteX2141" fmla="*/ 3910330 w 5158787"/>
              <a:gd name="connsiteY2141" fmla="*/ 4115314 h 4489084"/>
              <a:gd name="connsiteX2142" fmla="*/ 3910330 w 5158787"/>
              <a:gd name="connsiteY2142" fmla="*/ 4113833 h 4489084"/>
              <a:gd name="connsiteX2143" fmla="*/ 3920753 w 5158787"/>
              <a:gd name="connsiteY2143" fmla="*/ 4095770 h 4489084"/>
              <a:gd name="connsiteX2144" fmla="*/ 3922056 w 5158787"/>
              <a:gd name="connsiteY2144" fmla="*/ 4095059 h 4489084"/>
              <a:gd name="connsiteX2145" fmla="*/ 4327807 w 5158787"/>
              <a:gd name="connsiteY2145" fmla="*/ 4094941 h 4489084"/>
              <a:gd name="connsiteX2146" fmla="*/ 4348772 w 5158787"/>
              <a:gd name="connsiteY2146" fmla="*/ 4094941 h 4489084"/>
              <a:gd name="connsiteX2147" fmla="*/ 4350075 w 5158787"/>
              <a:gd name="connsiteY2147" fmla="*/ 4095711 h 4489084"/>
              <a:gd name="connsiteX2148" fmla="*/ 4360558 w 5158787"/>
              <a:gd name="connsiteY2148" fmla="*/ 4113893 h 4489084"/>
              <a:gd name="connsiteX2149" fmla="*/ 4360558 w 5158787"/>
              <a:gd name="connsiteY2149" fmla="*/ 4115374 h 4489084"/>
              <a:gd name="connsiteX2150" fmla="*/ 4350075 w 5158787"/>
              <a:gd name="connsiteY2150" fmla="*/ 4133556 h 4489084"/>
              <a:gd name="connsiteX2151" fmla="*/ 4348772 w 5158787"/>
              <a:gd name="connsiteY2151" fmla="*/ 4134326 h 4489084"/>
              <a:gd name="connsiteX2152" fmla="*/ 4327807 w 5158787"/>
              <a:gd name="connsiteY2152" fmla="*/ 4134326 h 4489084"/>
              <a:gd name="connsiteX2153" fmla="*/ 4326504 w 5158787"/>
              <a:gd name="connsiteY2153" fmla="*/ 4133556 h 4489084"/>
              <a:gd name="connsiteX2154" fmla="*/ 4316021 w 5158787"/>
              <a:gd name="connsiteY2154" fmla="*/ 4115374 h 4489084"/>
              <a:gd name="connsiteX2155" fmla="*/ 4316021 w 5158787"/>
              <a:gd name="connsiteY2155" fmla="*/ 4113893 h 4489084"/>
              <a:gd name="connsiteX2156" fmla="*/ 4326504 w 5158787"/>
              <a:gd name="connsiteY2156" fmla="*/ 4095711 h 4489084"/>
              <a:gd name="connsiteX2157" fmla="*/ 4327807 w 5158787"/>
              <a:gd name="connsiteY2157" fmla="*/ 4094941 h 4489084"/>
              <a:gd name="connsiteX2158" fmla="*/ 3651397 w 5158787"/>
              <a:gd name="connsiteY2158" fmla="*/ 4094822 h 4489084"/>
              <a:gd name="connsiteX2159" fmla="*/ 3672482 w 5158787"/>
              <a:gd name="connsiteY2159" fmla="*/ 4094822 h 4489084"/>
              <a:gd name="connsiteX2160" fmla="*/ 3673785 w 5158787"/>
              <a:gd name="connsiteY2160" fmla="*/ 4095592 h 4489084"/>
              <a:gd name="connsiteX2161" fmla="*/ 3684327 w 5158787"/>
              <a:gd name="connsiteY2161" fmla="*/ 4113833 h 4489084"/>
              <a:gd name="connsiteX2162" fmla="*/ 3684327 w 5158787"/>
              <a:gd name="connsiteY2162" fmla="*/ 4115314 h 4489084"/>
              <a:gd name="connsiteX2163" fmla="*/ 3673785 w 5158787"/>
              <a:gd name="connsiteY2163" fmla="*/ 4133555 h 4489084"/>
              <a:gd name="connsiteX2164" fmla="*/ 3672482 w 5158787"/>
              <a:gd name="connsiteY2164" fmla="*/ 4134325 h 4489084"/>
              <a:gd name="connsiteX2165" fmla="*/ 3651397 w 5158787"/>
              <a:gd name="connsiteY2165" fmla="*/ 4134325 h 4489084"/>
              <a:gd name="connsiteX2166" fmla="*/ 3650095 w 5158787"/>
              <a:gd name="connsiteY2166" fmla="*/ 4133555 h 4489084"/>
              <a:gd name="connsiteX2167" fmla="*/ 3639552 w 5158787"/>
              <a:gd name="connsiteY2167" fmla="*/ 4115314 h 4489084"/>
              <a:gd name="connsiteX2168" fmla="*/ 3639552 w 5158787"/>
              <a:gd name="connsiteY2168" fmla="*/ 4113833 h 4489084"/>
              <a:gd name="connsiteX2169" fmla="*/ 3650095 w 5158787"/>
              <a:gd name="connsiteY2169" fmla="*/ 4095592 h 4489084"/>
              <a:gd name="connsiteX2170" fmla="*/ 3651397 w 5158787"/>
              <a:gd name="connsiteY2170" fmla="*/ 4094822 h 4489084"/>
              <a:gd name="connsiteX2171" fmla="*/ 4395205 w 5158787"/>
              <a:gd name="connsiteY2171" fmla="*/ 4094645 h 4489084"/>
              <a:gd name="connsiteX2172" fmla="*/ 4416526 w 5158787"/>
              <a:gd name="connsiteY2172" fmla="*/ 4094645 h 4489084"/>
              <a:gd name="connsiteX2173" fmla="*/ 4417830 w 5158787"/>
              <a:gd name="connsiteY2173" fmla="*/ 4095415 h 4489084"/>
              <a:gd name="connsiteX2174" fmla="*/ 4428490 w 5158787"/>
              <a:gd name="connsiteY2174" fmla="*/ 4113893 h 4489084"/>
              <a:gd name="connsiteX2175" fmla="*/ 4428490 w 5158787"/>
              <a:gd name="connsiteY2175" fmla="*/ 4115374 h 4489084"/>
              <a:gd name="connsiteX2176" fmla="*/ 4417830 w 5158787"/>
              <a:gd name="connsiteY2176" fmla="*/ 4133852 h 4489084"/>
              <a:gd name="connsiteX2177" fmla="*/ 4416526 w 5158787"/>
              <a:gd name="connsiteY2177" fmla="*/ 4134622 h 4489084"/>
              <a:gd name="connsiteX2178" fmla="*/ 4395205 w 5158787"/>
              <a:gd name="connsiteY2178" fmla="*/ 4134622 h 4489084"/>
              <a:gd name="connsiteX2179" fmla="*/ 4393903 w 5158787"/>
              <a:gd name="connsiteY2179" fmla="*/ 4133852 h 4489084"/>
              <a:gd name="connsiteX2180" fmla="*/ 4383242 w 5158787"/>
              <a:gd name="connsiteY2180" fmla="*/ 4115374 h 4489084"/>
              <a:gd name="connsiteX2181" fmla="*/ 4383242 w 5158787"/>
              <a:gd name="connsiteY2181" fmla="*/ 4113893 h 4489084"/>
              <a:gd name="connsiteX2182" fmla="*/ 4393903 w 5158787"/>
              <a:gd name="connsiteY2182" fmla="*/ 4095415 h 4489084"/>
              <a:gd name="connsiteX2183" fmla="*/ 4395205 w 5158787"/>
              <a:gd name="connsiteY2183" fmla="*/ 4094645 h 4489084"/>
              <a:gd name="connsiteX2184" fmla="*/ 3854184 w 5158787"/>
              <a:gd name="connsiteY2184" fmla="*/ 4094645 h 4489084"/>
              <a:gd name="connsiteX2185" fmla="*/ 3875505 w 5158787"/>
              <a:gd name="connsiteY2185" fmla="*/ 4094645 h 4489084"/>
              <a:gd name="connsiteX2186" fmla="*/ 3876809 w 5158787"/>
              <a:gd name="connsiteY2186" fmla="*/ 4095415 h 4489084"/>
              <a:gd name="connsiteX2187" fmla="*/ 3887469 w 5158787"/>
              <a:gd name="connsiteY2187" fmla="*/ 4113893 h 4489084"/>
              <a:gd name="connsiteX2188" fmla="*/ 3887469 w 5158787"/>
              <a:gd name="connsiteY2188" fmla="*/ 4115374 h 4489084"/>
              <a:gd name="connsiteX2189" fmla="*/ 3876809 w 5158787"/>
              <a:gd name="connsiteY2189" fmla="*/ 4133852 h 4489084"/>
              <a:gd name="connsiteX2190" fmla="*/ 3875505 w 5158787"/>
              <a:gd name="connsiteY2190" fmla="*/ 4134622 h 4489084"/>
              <a:gd name="connsiteX2191" fmla="*/ 3854184 w 5158787"/>
              <a:gd name="connsiteY2191" fmla="*/ 4134622 h 4489084"/>
              <a:gd name="connsiteX2192" fmla="*/ 3852882 w 5158787"/>
              <a:gd name="connsiteY2192" fmla="*/ 4133852 h 4489084"/>
              <a:gd name="connsiteX2193" fmla="*/ 3842221 w 5158787"/>
              <a:gd name="connsiteY2193" fmla="*/ 4115374 h 4489084"/>
              <a:gd name="connsiteX2194" fmla="*/ 3842221 w 5158787"/>
              <a:gd name="connsiteY2194" fmla="*/ 4113893 h 4489084"/>
              <a:gd name="connsiteX2195" fmla="*/ 3852882 w 5158787"/>
              <a:gd name="connsiteY2195" fmla="*/ 4095415 h 4489084"/>
              <a:gd name="connsiteX2196" fmla="*/ 3854184 w 5158787"/>
              <a:gd name="connsiteY2196" fmla="*/ 4094645 h 4489084"/>
              <a:gd name="connsiteX2197" fmla="*/ 4530416 w 5158787"/>
              <a:gd name="connsiteY2197" fmla="*/ 4094526 h 4489084"/>
              <a:gd name="connsiteX2198" fmla="*/ 4551856 w 5158787"/>
              <a:gd name="connsiteY2198" fmla="*/ 4094526 h 4489084"/>
              <a:gd name="connsiteX2199" fmla="*/ 4553158 w 5158787"/>
              <a:gd name="connsiteY2199" fmla="*/ 4095296 h 4489084"/>
              <a:gd name="connsiteX2200" fmla="*/ 4563878 w 5158787"/>
              <a:gd name="connsiteY2200" fmla="*/ 4113833 h 4489084"/>
              <a:gd name="connsiteX2201" fmla="*/ 4563878 w 5158787"/>
              <a:gd name="connsiteY2201" fmla="*/ 4115373 h 4489084"/>
              <a:gd name="connsiteX2202" fmla="*/ 4553158 w 5158787"/>
              <a:gd name="connsiteY2202" fmla="*/ 4133910 h 4489084"/>
              <a:gd name="connsiteX2203" fmla="*/ 4551856 w 5158787"/>
              <a:gd name="connsiteY2203" fmla="*/ 4134680 h 4489084"/>
              <a:gd name="connsiteX2204" fmla="*/ 4530416 w 5158787"/>
              <a:gd name="connsiteY2204" fmla="*/ 4134680 h 4489084"/>
              <a:gd name="connsiteX2205" fmla="*/ 4529113 w 5158787"/>
              <a:gd name="connsiteY2205" fmla="*/ 4133910 h 4489084"/>
              <a:gd name="connsiteX2206" fmla="*/ 4518393 w 5158787"/>
              <a:gd name="connsiteY2206" fmla="*/ 4115373 h 4489084"/>
              <a:gd name="connsiteX2207" fmla="*/ 4518393 w 5158787"/>
              <a:gd name="connsiteY2207" fmla="*/ 4113833 h 4489084"/>
              <a:gd name="connsiteX2208" fmla="*/ 4529113 w 5158787"/>
              <a:gd name="connsiteY2208" fmla="*/ 4095296 h 4489084"/>
              <a:gd name="connsiteX2209" fmla="*/ 4530416 w 5158787"/>
              <a:gd name="connsiteY2209" fmla="*/ 4094526 h 4489084"/>
              <a:gd name="connsiteX2210" fmla="*/ 3989394 w 5158787"/>
              <a:gd name="connsiteY2210" fmla="*/ 4094526 h 4489084"/>
              <a:gd name="connsiteX2211" fmla="*/ 4010834 w 5158787"/>
              <a:gd name="connsiteY2211" fmla="*/ 4094526 h 4489084"/>
              <a:gd name="connsiteX2212" fmla="*/ 4012137 w 5158787"/>
              <a:gd name="connsiteY2212" fmla="*/ 4095296 h 4489084"/>
              <a:gd name="connsiteX2213" fmla="*/ 4022857 w 5158787"/>
              <a:gd name="connsiteY2213" fmla="*/ 4113833 h 4489084"/>
              <a:gd name="connsiteX2214" fmla="*/ 4022857 w 5158787"/>
              <a:gd name="connsiteY2214" fmla="*/ 4115373 h 4489084"/>
              <a:gd name="connsiteX2215" fmla="*/ 4012137 w 5158787"/>
              <a:gd name="connsiteY2215" fmla="*/ 4133910 h 4489084"/>
              <a:gd name="connsiteX2216" fmla="*/ 4010834 w 5158787"/>
              <a:gd name="connsiteY2216" fmla="*/ 4134680 h 4489084"/>
              <a:gd name="connsiteX2217" fmla="*/ 3989394 w 5158787"/>
              <a:gd name="connsiteY2217" fmla="*/ 4134680 h 4489084"/>
              <a:gd name="connsiteX2218" fmla="*/ 3988092 w 5158787"/>
              <a:gd name="connsiteY2218" fmla="*/ 4133910 h 4489084"/>
              <a:gd name="connsiteX2219" fmla="*/ 3977372 w 5158787"/>
              <a:gd name="connsiteY2219" fmla="*/ 4115373 h 4489084"/>
              <a:gd name="connsiteX2220" fmla="*/ 3977372 w 5158787"/>
              <a:gd name="connsiteY2220" fmla="*/ 4113833 h 4489084"/>
              <a:gd name="connsiteX2221" fmla="*/ 3988092 w 5158787"/>
              <a:gd name="connsiteY2221" fmla="*/ 4095296 h 4489084"/>
              <a:gd name="connsiteX2222" fmla="*/ 3989394 w 5158787"/>
              <a:gd name="connsiteY2222" fmla="*/ 4094526 h 4489084"/>
              <a:gd name="connsiteX2223" fmla="*/ 3786431 w 5158787"/>
              <a:gd name="connsiteY2223" fmla="*/ 4094349 h 4489084"/>
              <a:gd name="connsiteX2224" fmla="*/ 3808047 w 5158787"/>
              <a:gd name="connsiteY2224" fmla="*/ 4094349 h 4489084"/>
              <a:gd name="connsiteX2225" fmla="*/ 3809351 w 5158787"/>
              <a:gd name="connsiteY2225" fmla="*/ 4095119 h 4489084"/>
              <a:gd name="connsiteX2226" fmla="*/ 3820189 w 5158787"/>
              <a:gd name="connsiteY2226" fmla="*/ 4113834 h 4489084"/>
              <a:gd name="connsiteX2227" fmla="*/ 3820189 w 5158787"/>
              <a:gd name="connsiteY2227" fmla="*/ 4115374 h 4489084"/>
              <a:gd name="connsiteX2228" fmla="*/ 3809351 w 5158787"/>
              <a:gd name="connsiteY2228" fmla="*/ 4134089 h 4489084"/>
              <a:gd name="connsiteX2229" fmla="*/ 3808047 w 5158787"/>
              <a:gd name="connsiteY2229" fmla="*/ 4134859 h 4489084"/>
              <a:gd name="connsiteX2230" fmla="*/ 3786431 w 5158787"/>
              <a:gd name="connsiteY2230" fmla="*/ 4134859 h 4489084"/>
              <a:gd name="connsiteX2231" fmla="*/ 3785127 w 5158787"/>
              <a:gd name="connsiteY2231" fmla="*/ 4134089 h 4489084"/>
              <a:gd name="connsiteX2232" fmla="*/ 3774289 w 5158787"/>
              <a:gd name="connsiteY2232" fmla="*/ 4115374 h 4489084"/>
              <a:gd name="connsiteX2233" fmla="*/ 3774289 w 5158787"/>
              <a:gd name="connsiteY2233" fmla="*/ 4113834 h 4489084"/>
              <a:gd name="connsiteX2234" fmla="*/ 3785127 w 5158787"/>
              <a:gd name="connsiteY2234" fmla="*/ 4095119 h 4489084"/>
              <a:gd name="connsiteX2235" fmla="*/ 3786431 w 5158787"/>
              <a:gd name="connsiteY2235" fmla="*/ 4094349 h 4489084"/>
              <a:gd name="connsiteX2236" fmla="*/ 4868117 w 5158787"/>
              <a:gd name="connsiteY2236" fmla="*/ 4093579 h 4489084"/>
              <a:gd name="connsiteX2237" fmla="*/ 4890505 w 5158787"/>
              <a:gd name="connsiteY2237" fmla="*/ 4093579 h 4489084"/>
              <a:gd name="connsiteX2238" fmla="*/ 4891867 w 5158787"/>
              <a:gd name="connsiteY2238" fmla="*/ 4094349 h 4489084"/>
              <a:gd name="connsiteX2239" fmla="*/ 4903060 w 5158787"/>
              <a:gd name="connsiteY2239" fmla="*/ 4113775 h 4489084"/>
              <a:gd name="connsiteX2240" fmla="*/ 4903060 w 5158787"/>
              <a:gd name="connsiteY2240" fmla="*/ 4115374 h 4489084"/>
              <a:gd name="connsiteX2241" fmla="*/ 4891867 w 5158787"/>
              <a:gd name="connsiteY2241" fmla="*/ 4134800 h 4489084"/>
              <a:gd name="connsiteX2242" fmla="*/ 4890505 w 5158787"/>
              <a:gd name="connsiteY2242" fmla="*/ 4135570 h 4489084"/>
              <a:gd name="connsiteX2243" fmla="*/ 4868117 w 5158787"/>
              <a:gd name="connsiteY2243" fmla="*/ 4135570 h 4489084"/>
              <a:gd name="connsiteX2244" fmla="*/ 4866755 w 5158787"/>
              <a:gd name="connsiteY2244" fmla="*/ 4134800 h 4489084"/>
              <a:gd name="connsiteX2245" fmla="*/ 4855562 w 5158787"/>
              <a:gd name="connsiteY2245" fmla="*/ 4115374 h 4489084"/>
              <a:gd name="connsiteX2246" fmla="*/ 4855562 w 5158787"/>
              <a:gd name="connsiteY2246" fmla="*/ 4113775 h 4489084"/>
              <a:gd name="connsiteX2247" fmla="*/ 4866755 w 5158787"/>
              <a:gd name="connsiteY2247" fmla="*/ 4094349 h 4489084"/>
              <a:gd name="connsiteX2248" fmla="*/ 4868117 w 5158787"/>
              <a:gd name="connsiteY2248" fmla="*/ 4093579 h 4489084"/>
              <a:gd name="connsiteX2249" fmla="*/ 4935694 w 5158787"/>
              <a:gd name="connsiteY2249" fmla="*/ 4093519 h 4489084"/>
              <a:gd name="connsiteX2250" fmla="*/ 4958200 w 5158787"/>
              <a:gd name="connsiteY2250" fmla="*/ 4093519 h 4489084"/>
              <a:gd name="connsiteX2251" fmla="*/ 4959562 w 5158787"/>
              <a:gd name="connsiteY2251" fmla="*/ 4094289 h 4489084"/>
              <a:gd name="connsiteX2252" fmla="*/ 4970815 w 5158787"/>
              <a:gd name="connsiteY2252" fmla="*/ 4113774 h 4489084"/>
              <a:gd name="connsiteX2253" fmla="*/ 4970815 w 5158787"/>
              <a:gd name="connsiteY2253" fmla="*/ 4115373 h 4489084"/>
              <a:gd name="connsiteX2254" fmla="*/ 4959562 w 5158787"/>
              <a:gd name="connsiteY2254" fmla="*/ 4134858 h 4489084"/>
              <a:gd name="connsiteX2255" fmla="*/ 4958200 w 5158787"/>
              <a:gd name="connsiteY2255" fmla="*/ 4135628 h 4489084"/>
              <a:gd name="connsiteX2256" fmla="*/ 4935694 w 5158787"/>
              <a:gd name="connsiteY2256" fmla="*/ 4135628 h 4489084"/>
              <a:gd name="connsiteX2257" fmla="*/ 4934332 w 5158787"/>
              <a:gd name="connsiteY2257" fmla="*/ 4134858 h 4489084"/>
              <a:gd name="connsiteX2258" fmla="*/ 4923079 w 5158787"/>
              <a:gd name="connsiteY2258" fmla="*/ 4115373 h 4489084"/>
              <a:gd name="connsiteX2259" fmla="*/ 4923079 w 5158787"/>
              <a:gd name="connsiteY2259" fmla="*/ 4113774 h 4489084"/>
              <a:gd name="connsiteX2260" fmla="*/ 4934332 w 5158787"/>
              <a:gd name="connsiteY2260" fmla="*/ 4094289 h 4489084"/>
              <a:gd name="connsiteX2261" fmla="*/ 4935694 w 5158787"/>
              <a:gd name="connsiteY2261" fmla="*/ 4093519 h 4489084"/>
              <a:gd name="connsiteX2262" fmla="*/ 3718322 w 5158787"/>
              <a:gd name="connsiteY2262" fmla="*/ 4093519 h 4489084"/>
              <a:gd name="connsiteX2263" fmla="*/ 3740827 w 5158787"/>
              <a:gd name="connsiteY2263" fmla="*/ 4093519 h 4489084"/>
              <a:gd name="connsiteX2264" fmla="*/ 3742189 w 5158787"/>
              <a:gd name="connsiteY2264" fmla="*/ 4094289 h 4489084"/>
              <a:gd name="connsiteX2265" fmla="*/ 3753442 w 5158787"/>
              <a:gd name="connsiteY2265" fmla="*/ 4113774 h 4489084"/>
              <a:gd name="connsiteX2266" fmla="*/ 3753442 w 5158787"/>
              <a:gd name="connsiteY2266" fmla="*/ 4115373 h 4489084"/>
              <a:gd name="connsiteX2267" fmla="*/ 3742189 w 5158787"/>
              <a:gd name="connsiteY2267" fmla="*/ 4134858 h 4489084"/>
              <a:gd name="connsiteX2268" fmla="*/ 3740827 w 5158787"/>
              <a:gd name="connsiteY2268" fmla="*/ 4135628 h 4489084"/>
              <a:gd name="connsiteX2269" fmla="*/ 3718322 w 5158787"/>
              <a:gd name="connsiteY2269" fmla="*/ 4135628 h 4489084"/>
              <a:gd name="connsiteX2270" fmla="*/ 3716959 w 5158787"/>
              <a:gd name="connsiteY2270" fmla="*/ 4134858 h 4489084"/>
              <a:gd name="connsiteX2271" fmla="*/ 3705707 w 5158787"/>
              <a:gd name="connsiteY2271" fmla="*/ 4115373 h 4489084"/>
              <a:gd name="connsiteX2272" fmla="*/ 3705707 w 5158787"/>
              <a:gd name="connsiteY2272" fmla="*/ 4113774 h 4489084"/>
              <a:gd name="connsiteX2273" fmla="*/ 3716959 w 5158787"/>
              <a:gd name="connsiteY2273" fmla="*/ 4094289 h 4489084"/>
              <a:gd name="connsiteX2274" fmla="*/ 3718322 w 5158787"/>
              <a:gd name="connsiteY2274" fmla="*/ 4093519 h 4489084"/>
              <a:gd name="connsiteX2275" fmla="*/ 4800364 w 5158787"/>
              <a:gd name="connsiteY2275" fmla="*/ 4093401 h 4489084"/>
              <a:gd name="connsiteX2276" fmla="*/ 4822988 w 5158787"/>
              <a:gd name="connsiteY2276" fmla="*/ 4093401 h 4489084"/>
              <a:gd name="connsiteX2277" fmla="*/ 4824350 w 5158787"/>
              <a:gd name="connsiteY2277" fmla="*/ 4094230 h 4489084"/>
              <a:gd name="connsiteX2278" fmla="*/ 4835662 w 5158787"/>
              <a:gd name="connsiteY2278" fmla="*/ 4113833 h 4489084"/>
              <a:gd name="connsiteX2279" fmla="*/ 4835662 w 5158787"/>
              <a:gd name="connsiteY2279" fmla="*/ 4115433 h 4489084"/>
              <a:gd name="connsiteX2280" fmla="*/ 4824350 w 5158787"/>
              <a:gd name="connsiteY2280" fmla="*/ 4135036 h 4489084"/>
              <a:gd name="connsiteX2281" fmla="*/ 4822988 w 5158787"/>
              <a:gd name="connsiteY2281" fmla="*/ 4135865 h 4489084"/>
              <a:gd name="connsiteX2282" fmla="*/ 4800364 w 5158787"/>
              <a:gd name="connsiteY2282" fmla="*/ 4135865 h 4489084"/>
              <a:gd name="connsiteX2283" fmla="*/ 4799002 w 5158787"/>
              <a:gd name="connsiteY2283" fmla="*/ 4135036 h 4489084"/>
              <a:gd name="connsiteX2284" fmla="*/ 4787690 w 5158787"/>
              <a:gd name="connsiteY2284" fmla="*/ 4115433 h 4489084"/>
              <a:gd name="connsiteX2285" fmla="*/ 4787690 w 5158787"/>
              <a:gd name="connsiteY2285" fmla="*/ 4113833 h 4489084"/>
              <a:gd name="connsiteX2286" fmla="*/ 4799002 w 5158787"/>
              <a:gd name="connsiteY2286" fmla="*/ 4094230 h 4489084"/>
              <a:gd name="connsiteX2287" fmla="*/ 4800364 w 5158787"/>
              <a:gd name="connsiteY2287" fmla="*/ 4093401 h 4489084"/>
              <a:gd name="connsiteX2288" fmla="*/ 4665095 w 5158787"/>
              <a:gd name="connsiteY2288" fmla="*/ 4093401 h 4489084"/>
              <a:gd name="connsiteX2289" fmla="*/ 4687718 w 5158787"/>
              <a:gd name="connsiteY2289" fmla="*/ 4093401 h 4489084"/>
              <a:gd name="connsiteX2290" fmla="*/ 4689080 w 5158787"/>
              <a:gd name="connsiteY2290" fmla="*/ 4094230 h 4489084"/>
              <a:gd name="connsiteX2291" fmla="*/ 4700392 w 5158787"/>
              <a:gd name="connsiteY2291" fmla="*/ 4113833 h 4489084"/>
              <a:gd name="connsiteX2292" fmla="*/ 4700392 w 5158787"/>
              <a:gd name="connsiteY2292" fmla="*/ 4115433 h 4489084"/>
              <a:gd name="connsiteX2293" fmla="*/ 4689080 w 5158787"/>
              <a:gd name="connsiteY2293" fmla="*/ 4135036 h 4489084"/>
              <a:gd name="connsiteX2294" fmla="*/ 4687718 w 5158787"/>
              <a:gd name="connsiteY2294" fmla="*/ 4135865 h 4489084"/>
              <a:gd name="connsiteX2295" fmla="*/ 4665095 w 5158787"/>
              <a:gd name="connsiteY2295" fmla="*/ 4135865 h 4489084"/>
              <a:gd name="connsiteX2296" fmla="*/ 4663733 w 5158787"/>
              <a:gd name="connsiteY2296" fmla="*/ 4135036 h 4489084"/>
              <a:gd name="connsiteX2297" fmla="*/ 4652420 w 5158787"/>
              <a:gd name="connsiteY2297" fmla="*/ 4115433 h 4489084"/>
              <a:gd name="connsiteX2298" fmla="*/ 4652420 w 5158787"/>
              <a:gd name="connsiteY2298" fmla="*/ 4113833 h 4489084"/>
              <a:gd name="connsiteX2299" fmla="*/ 4663733 w 5158787"/>
              <a:gd name="connsiteY2299" fmla="*/ 4094230 h 4489084"/>
              <a:gd name="connsiteX2300" fmla="*/ 4665095 w 5158787"/>
              <a:gd name="connsiteY2300" fmla="*/ 4093401 h 4489084"/>
              <a:gd name="connsiteX2301" fmla="*/ 3312453 w 5158787"/>
              <a:gd name="connsiteY2301" fmla="*/ 4093283 h 4489084"/>
              <a:gd name="connsiteX2302" fmla="*/ 3335195 w 5158787"/>
              <a:gd name="connsiteY2302" fmla="*/ 4093283 h 4489084"/>
              <a:gd name="connsiteX2303" fmla="*/ 3336557 w 5158787"/>
              <a:gd name="connsiteY2303" fmla="*/ 4094112 h 4489084"/>
              <a:gd name="connsiteX2304" fmla="*/ 3347929 w 5158787"/>
              <a:gd name="connsiteY2304" fmla="*/ 4113834 h 4489084"/>
              <a:gd name="connsiteX2305" fmla="*/ 3347929 w 5158787"/>
              <a:gd name="connsiteY2305" fmla="*/ 4115433 h 4489084"/>
              <a:gd name="connsiteX2306" fmla="*/ 3336557 w 5158787"/>
              <a:gd name="connsiteY2306" fmla="*/ 4135155 h 4489084"/>
              <a:gd name="connsiteX2307" fmla="*/ 3335195 w 5158787"/>
              <a:gd name="connsiteY2307" fmla="*/ 4135984 h 4489084"/>
              <a:gd name="connsiteX2308" fmla="*/ 3312453 w 5158787"/>
              <a:gd name="connsiteY2308" fmla="*/ 4135984 h 4489084"/>
              <a:gd name="connsiteX2309" fmla="*/ 3311091 w 5158787"/>
              <a:gd name="connsiteY2309" fmla="*/ 4135155 h 4489084"/>
              <a:gd name="connsiteX2310" fmla="*/ 3299719 w 5158787"/>
              <a:gd name="connsiteY2310" fmla="*/ 4115433 h 4489084"/>
              <a:gd name="connsiteX2311" fmla="*/ 3299719 w 5158787"/>
              <a:gd name="connsiteY2311" fmla="*/ 4113834 h 4489084"/>
              <a:gd name="connsiteX2312" fmla="*/ 3311091 w 5158787"/>
              <a:gd name="connsiteY2312" fmla="*/ 4094112 h 4489084"/>
              <a:gd name="connsiteX2313" fmla="*/ 3312453 w 5158787"/>
              <a:gd name="connsiteY2313" fmla="*/ 4093283 h 4489084"/>
              <a:gd name="connsiteX2314" fmla="*/ 4732611 w 5158787"/>
              <a:gd name="connsiteY2314" fmla="*/ 4093164 h 4489084"/>
              <a:gd name="connsiteX2315" fmla="*/ 4755472 w 5158787"/>
              <a:gd name="connsiteY2315" fmla="*/ 4093164 h 4489084"/>
              <a:gd name="connsiteX2316" fmla="*/ 4756894 w 5158787"/>
              <a:gd name="connsiteY2316" fmla="*/ 4093993 h 4489084"/>
              <a:gd name="connsiteX2317" fmla="*/ 4768324 w 5158787"/>
              <a:gd name="connsiteY2317" fmla="*/ 4113775 h 4489084"/>
              <a:gd name="connsiteX2318" fmla="*/ 4768324 w 5158787"/>
              <a:gd name="connsiteY2318" fmla="*/ 4115373 h 4489084"/>
              <a:gd name="connsiteX2319" fmla="*/ 4756894 w 5158787"/>
              <a:gd name="connsiteY2319" fmla="*/ 4135155 h 4489084"/>
              <a:gd name="connsiteX2320" fmla="*/ 4755472 w 5158787"/>
              <a:gd name="connsiteY2320" fmla="*/ 4135984 h 4489084"/>
              <a:gd name="connsiteX2321" fmla="*/ 4732611 w 5158787"/>
              <a:gd name="connsiteY2321" fmla="*/ 4135984 h 4489084"/>
              <a:gd name="connsiteX2322" fmla="*/ 4731189 w 5158787"/>
              <a:gd name="connsiteY2322" fmla="*/ 4135155 h 4489084"/>
              <a:gd name="connsiteX2323" fmla="*/ 4719759 w 5158787"/>
              <a:gd name="connsiteY2323" fmla="*/ 4115373 h 4489084"/>
              <a:gd name="connsiteX2324" fmla="*/ 4719759 w 5158787"/>
              <a:gd name="connsiteY2324" fmla="*/ 4113775 h 4489084"/>
              <a:gd name="connsiteX2325" fmla="*/ 4731189 w 5158787"/>
              <a:gd name="connsiteY2325" fmla="*/ 4093993 h 4489084"/>
              <a:gd name="connsiteX2326" fmla="*/ 4732611 w 5158787"/>
              <a:gd name="connsiteY2326" fmla="*/ 4093164 h 4489084"/>
              <a:gd name="connsiteX2327" fmla="*/ 3379850 w 5158787"/>
              <a:gd name="connsiteY2327" fmla="*/ 4092987 h 4489084"/>
              <a:gd name="connsiteX2328" fmla="*/ 3402948 w 5158787"/>
              <a:gd name="connsiteY2328" fmla="*/ 4092987 h 4489084"/>
              <a:gd name="connsiteX2329" fmla="*/ 3404370 w 5158787"/>
              <a:gd name="connsiteY2329" fmla="*/ 4093816 h 4489084"/>
              <a:gd name="connsiteX2330" fmla="*/ 3415918 w 5158787"/>
              <a:gd name="connsiteY2330" fmla="*/ 4113775 h 4489084"/>
              <a:gd name="connsiteX2331" fmla="*/ 3415918 w 5158787"/>
              <a:gd name="connsiteY2331" fmla="*/ 4115433 h 4489084"/>
              <a:gd name="connsiteX2332" fmla="*/ 3404370 w 5158787"/>
              <a:gd name="connsiteY2332" fmla="*/ 4135392 h 4489084"/>
              <a:gd name="connsiteX2333" fmla="*/ 3402948 w 5158787"/>
              <a:gd name="connsiteY2333" fmla="*/ 4136221 h 4489084"/>
              <a:gd name="connsiteX2334" fmla="*/ 3379850 w 5158787"/>
              <a:gd name="connsiteY2334" fmla="*/ 4136221 h 4489084"/>
              <a:gd name="connsiteX2335" fmla="*/ 3378429 w 5158787"/>
              <a:gd name="connsiteY2335" fmla="*/ 4135392 h 4489084"/>
              <a:gd name="connsiteX2336" fmla="*/ 3366880 w 5158787"/>
              <a:gd name="connsiteY2336" fmla="*/ 4115433 h 4489084"/>
              <a:gd name="connsiteX2337" fmla="*/ 3366880 w 5158787"/>
              <a:gd name="connsiteY2337" fmla="*/ 4113775 h 4489084"/>
              <a:gd name="connsiteX2338" fmla="*/ 3378429 w 5158787"/>
              <a:gd name="connsiteY2338" fmla="*/ 4093816 h 4489084"/>
              <a:gd name="connsiteX2339" fmla="*/ 3379850 w 5158787"/>
              <a:gd name="connsiteY2339" fmla="*/ 4092987 h 4489084"/>
              <a:gd name="connsiteX2340" fmla="*/ 3582459 w 5158787"/>
              <a:gd name="connsiteY2340" fmla="*/ 4092335 h 4489084"/>
              <a:gd name="connsiteX2341" fmla="*/ 3606209 w 5158787"/>
              <a:gd name="connsiteY2341" fmla="*/ 4092335 h 4489084"/>
              <a:gd name="connsiteX2342" fmla="*/ 3607630 w 5158787"/>
              <a:gd name="connsiteY2342" fmla="*/ 4093164 h 4489084"/>
              <a:gd name="connsiteX2343" fmla="*/ 3619475 w 5158787"/>
              <a:gd name="connsiteY2343" fmla="*/ 4113715 h 4489084"/>
              <a:gd name="connsiteX2344" fmla="*/ 3619475 w 5158787"/>
              <a:gd name="connsiteY2344" fmla="*/ 4115373 h 4489084"/>
              <a:gd name="connsiteX2345" fmla="*/ 3607571 w 5158787"/>
              <a:gd name="connsiteY2345" fmla="*/ 4135925 h 4489084"/>
              <a:gd name="connsiteX2346" fmla="*/ 3606149 w 5158787"/>
              <a:gd name="connsiteY2346" fmla="*/ 4136754 h 4489084"/>
              <a:gd name="connsiteX2347" fmla="*/ 3582400 w 5158787"/>
              <a:gd name="connsiteY2347" fmla="*/ 4136754 h 4489084"/>
              <a:gd name="connsiteX2348" fmla="*/ 3580979 w 5158787"/>
              <a:gd name="connsiteY2348" fmla="*/ 4135925 h 4489084"/>
              <a:gd name="connsiteX2349" fmla="*/ 3569134 w 5158787"/>
              <a:gd name="connsiteY2349" fmla="*/ 4115373 h 4489084"/>
              <a:gd name="connsiteX2350" fmla="*/ 3569134 w 5158787"/>
              <a:gd name="connsiteY2350" fmla="*/ 4113715 h 4489084"/>
              <a:gd name="connsiteX2351" fmla="*/ 3581038 w 5158787"/>
              <a:gd name="connsiteY2351" fmla="*/ 4093164 h 4489084"/>
              <a:gd name="connsiteX2352" fmla="*/ 3582459 w 5158787"/>
              <a:gd name="connsiteY2352" fmla="*/ 4092335 h 4489084"/>
              <a:gd name="connsiteX2353" fmla="*/ 3447131 w 5158787"/>
              <a:gd name="connsiteY2353" fmla="*/ 4092157 h 4489084"/>
              <a:gd name="connsiteX2354" fmla="*/ 3471058 w 5158787"/>
              <a:gd name="connsiteY2354" fmla="*/ 4092157 h 4489084"/>
              <a:gd name="connsiteX2355" fmla="*/ 3472538 w 5158787"/>
              <a:gd name="connsiteY2355" fmla="*/ 4092986 h 4489084"/>
              <a:gd name="connsiteX2356" fmla="*/ 3484501 w 5158787"/>
              <a:gd name="connsiteY2356" fmla="*/ 4113715 h 4489084"/>
              <a:gd name="connsiteX2357" fmla="*/ 3484501 w 5158787"/>
              <a:gd name="connsiteY2357" fmla="*/ 4115432 h 4489084"/>
              <a:gd name="connsiteX2358" fmla="*/ 3472538 w 5158787"/>
              <a:gd name="connsiteY2358" fmla="*/ 4136161 h 4489084"/>
              <a:gd name="connsiteX2359" fmla="*/ 3471058 w 5158787"/>
              <a:gd name="connsiteY2359" fmla="*/ 4136990 h 4489084"/>
              <a:gd name="connsiteX2360" fmla="*/ 3447131 w 5158787"/>
              <a:gd name="connsiteY2360" fmla="*/ 4136990 h 4489084"/>
              <a:gd name="connsiteX2361" fmla="*/ 3445650 w 5158787"/>
              <a:gd name="connsiteY2361" fmla="*/ 4136161 h 4489084"/>
              <a:gd name="connsiteX2362" fmla="*/ 3433686 w 5158787"/>
              <a:gd name="connsiteY2362" fmla="*/ 4115432 h 4489084"/>
              <a:gd name="connsiteX2363" fmla="*/ 3433686 w 5158787"/>
              <a:gd name="connsiteY2363" fmla="*/ 4113715 h 4489084"/>
              <a:gd name="connsiteX2364" fmla="*/ 3445650 w 5158787"/>
              <a:gd name="connsiteY2364" fmla="*/ 4092986 h 4489084"/>
              <a:gd name="connsiteX2365" fmla="*/ 3447131 w 5158787"/>
              <a:gd name="connsiteY2365" fmla="*/ 4092157 h 4489084"/>
              <a:gd name="connsiteX2366" fmla="*/ 3514647 w 5158787"/>
              <a:gd name="connsiteY2366" fmla="*/ 4091921 h 4489084"/>
              <a:gd name="connsiteX2367" fmla="*/ 3538811 w 5158787"/>
              <a:gd name="connsiteY2367" fmla="*/ 4091921 h 4489084"/>
              <a:gd name="connsiteX2368" fmla="*/ 3540291 w 5158787"/>
              <a:gd name="connsiteY2368" fmla="*/ 4092750 h 4489084"/>
              <a:gd name="connsiteX2369" fmla="*/ 3552373 w 5158787"/>
              <a:gd name="connsiteY2369" fmla="*/ 4113716 h 4489084"/>
              <a:gd name="connsiteX2370" fmla="*/ 3552373 w 5158787"/>
              <a:gd name="connsiteY2370" fmla="*/ 4115433 h 4489084"/>
              <a:gd name="connsiteX2371" fmla="*/ 3540291 w 5158787"/>
              <a:gd name="connsiteY2371" fmla="*/ 4136399 h 4489084"/>
              <a:gd name="connsiteX2372" fmla="*/ 3538811 w 5158787"/>
              <a:gd name="connsiteY2372" fmla="*/ 4137228 h 4489084"/>
              <a:gd name="connsiteX2373" fmla="*/ 3514647 w 5158787"/>
              <a:gd name="connsiteY2373" fmla="*/ 4137228 h 4489084"/>
              <a:gd name="connsiteX2374" fmla="*/ 3513166 w 5158787"/>
              <a:gd name="connsiteY2374" fmla="*/ 4136399 h 4489084"/>
              <a:gd name="connsiteX2375" fmla="*/ 3501084 w 5158787"/>
              <a:gd name="connsiteY2375" fmla="*/ 4115433 h 4489084"/>
              <a:gd name="connsiteX2376" fmla="*/ 3501084 w 5158787"/>
              <a:gd name="connsiteY2376" fmla="*/ 4113716 h 4489084"/>
              <a:gd name="connsiteX2377" fmla="*/ 3513166 w 5158787"/>
              <a:gd name="connsiteY2377" fmla="*/ 4092750 h 4489084"/>
              <a:gd name="connsiteX2378" fmla="*/ 3514647 w 5158787"/>
              <a:gd name="connsiteY2378" fmla="*/ 4091921 h 4489084"/>
              <a:gd name="connsiteX2379" fmla="*/ 3186421 w 5158787"/>
              <a:gd name="connsiteY2379" fmla="*/ 4052062 h 4489084"/>
              <a:gd name="connsiteX2380" fmla="*/ 3190626 w 5158787"/>
              <a:gd name="connsiteY2380" fmla="*/ 4052062 h 4489084"/>
              <a:gd name="connsiteX2381" fmla="*/ 3190863 w 5158787"/>
              <a:gd name="connsiteY2381" fmla="*/ 4052181 h 4489084"/>
              <a:gd name="connsiteX2382" fmla="*/ 3192935 w 5158787"/>
              <a:gd name="connsiteY2382" fmla="*/ 4055793 h 4489084"/>
              <a:gd name="connsiteX2383" fmla="*/ 3192935 w 5158787"/>
              <a:gd name="connsiteY2383" fmla="*/ 4056089 h 4489084"/>
              <a:gd name="connsiteX2384" fmla="*/ 3190863 w 5158787"/>
              <a:gd name="connsiteY2384" fmla="*/ 4059702 h 4489084"/>
              <a:gd name="connsiteX2385" fmla="*/ 3190626 w 5158787"/>
              <a:gd name="connsiteY2385" fmla="*/ 4059820 h 4489084"/>
              <a:gd name="connsiteX2386" fmla="*/ 3186421 w 5158787"/>
              <a:gd name="connsiteY2386" fmla="*/ 4059820 h 4489084"/>
              <a:gd name="connsiteX2387" fmla="*/ 3186184 w 5158787"/>
              <a:gd name="connsiteY2387" fmla="*/ 4059702 h 4489084"/>
              <a:gd name="connsiteX2388" fmla="*/ 3184111 w 5158787"/>
              <a:gd name="connsiteY2388" fmla="*/ 4056089 h 4489084"/>
              <a:gd name="connsiteX2389" fmla="*/ 3184111 w 5158787"/>
              <a:gd name="connsiteY2389" fmla="*/ 4055793 h 4489084"/>
              <a:gd name="connsiteX2390" fmla="*/ 3186184 w 5158787"/>
              <a:gd name="connsiteY2390" fmla="*/ 4052181 h 4489084"/>
              <a:gd name="connsiteX2391" fmla="*/ 3186421 w 5158787"/>
              <a:gd name="connsiteY2391" fmla="*/ 4052062 h 4489084"/>
              <a:gd name="connsiteX2392" fmla="*/ 5004928 w 5158787"/>
              <a:gd name="connsiteY2392" fmla="*/ 4037907 h 4489084"/>
              <a:gd name="connsiteX2393" fmla="*/ 5024235 w 5158787"/>
              <a:gd name="connsiteY2393" fmla="*/ 4037907 h 4489084"/>
              <a:gd name="connsiteX2394" fmla="*/ 5025420 w 5158787"/>
              <a:gd name="connsiteY2394" fmla="*/ 4038618 h 4489084"/>
              <a:gd name="connsiteX2395" fmla="*/ 5035073 w 5158787"/>
              <a:gd name="connsiteY2395" fmla="*/ 4055378 h 4489084"/>
              <a:gd name="connsiteX2396" fmla="*/ 5035073 w 5158787"/>
              <a:gd name="connsiteY2396" fmla="*/ 4056741 h 4489084"/>
              <a:gd name="connsiteX2397" fmla="*/ 5025420 w 5158787"/>
              <a:gd name="connsiteY2397" fmla="*/ 4073501 h 4489084"/>
              <a:gd name="connsiteX2398" fmla="*/ 5024235 w 5158787"/>
              <a:gd name="connsiteY2398" fmla="*/ 4074212 h 4489084"/>
              <a:gd name="connsiteX2399" fmla="*/ 5004928 w 5158787"/>
              <a:gd name="connsiteY2399" fmla="*/ 4074212 h 4489084"/>
              <a:gd name="connsiteX2400" fmla="*/ 5003743 w 5158787"/>
              <a:gd name="connsiteY2400" fmla="*/ 4073501 h 4489084"/>
              <a:gd name="connsiteX2401" fmla="*/ 4994089 w 5158787"/>
              <a:gd name="connsiteY2401" fmla="*/ 4056741 h 4489084"/>
              <a:gd name="connsiteX2402" fmla="*/ 4994089 w 5158787"/>
              <a:gd name="connsiteY2402" fmla="*/ 4055378 h 4489084"/>
              <a:gd name="connsiteX2403" fmla="*/ 5003743 w 5158787"/>
              <a:gd name="connsiteY2403" fmla="*/ 4038618 h 4489084"/>
              <a:gd name="connsiteX2404" fmla="*/ 5004928 w 5158787"/>
              <a:gd name="connsiteY2404" fmla="*/ 4037907 h 4489084"/>
              <a:gd name="connsiteX2405" fmla="*/ 4057977 w 5158787"/>
              <a:gd name="connsiteY2405" fmla="*/ 4037670 h 4489084"/>
              <a:gd name="connsiteX2406" fmla="*/ 4077521 w 5158787"/>
              <a:gd name="connsiteY2406" fmla="*/ 4037670 h 4489084"/>
              <a:gd name="connsiteX2407" fmla="*/ 4078706 w 5158787"/>
              <a:gd name="connsiteY2407" fmla="*/ 4038381 h 4489084"/>
              <a:gd name="connsiteX2408" fmla="*/ 4088478 w 5158787"/>
              <a:gd name="connsiteY2408" fmla="*/ 4055319 h 4489084"/>
              <a:gd name="connsiteX2409" fmla="*/ 4088478 w 5158787"/>
              <a:gd name="connsiteY2409" fmla="*/ 4056681 h 4489084"/>
              <a:gd name="connsiteX2410" fmla="*/ 4078706 w 5158787"/>
              <a:gd name="connsiteY2410" fmla="*/ 4073620 h 4489084"/>
              <a:gd name="connsiteX2411" fmla="*/ 4077521 w 5158787"/>
              <a:gd name="connsiteY2411" fmla="*/ 4074330 h 4489084"/>
              <a:gd name="connsiteX2412" fmla="*/ 4057977 w 5158787"/>
              <a:gd name="connsiteY2412" fmla="*/ 4074330 h 4489084"/>
              <a:gd name="connsiteX2413" fmla="*/ 4056792 w 5158787"/>
              <a:gd name="connsiteY2413" fmla="*/ 4073620 h 4489084"/>
              <a:gd name="connsiteX2414" fmla="*/ 4047021 w 5158787"/>
              <a:gd name="connsiteY2414" fmla="*/ 4056681 h 4489084"/>
              <a:gd name="connsiteX2415" fmla="*/ 4047021 w 5158787"/>
              <a:gd name="connsiteY2415" fmla="*/ 4055319 h 4489084"/>
              <a:gd name="connsiteX2416" fmla="*/ 4056792 w 5158787"/>
              <a:gd name="connsiteY2416" fmla="*/ 4038381 h 4489084"/>
              <a:gd name="connsiteX2417" fmla="*/ 4057977 w 5158787"/>
              <a:gd name="connsiteY2417" fmla="*/ 4037670 h 4489084"/>
              <a:gd name="connsiteX2418" fmla="*/ 3990165 w 5158787"/>
              <a:gd name="connsiteY2418" fmla="*/ 4037374 h 4489084"/>
              <a:gd name="connsiteX2419" fmla="*/ 4010065 w 5158787"/>
              <a:gd name="connsiteY2419" fmla="*/ 4037374 h 4489084"/>
              <a:gd name="connsiteX2420" fmla="*/ 4011249 w 5158787"/>
              <a:gd name="connsiteY2420" fmla="*/ 4038085 h 4489084"/>
              <a:gd name="connsiteX2421" fmla="*/ 4021199 w 5158787"/>
              <a:gd name="connsiteY2421" fmla="*/ 4055319 h 4489084"/>
              <a:gd name="connsiteX2422" fmla="*/ 4021199 w 5158787"/>
              <a:gd name="connsiteY2422" fmla="*/ 4056741 h 4489084"/>
              <a:gd name="connsiteX2423" fmla="*/ 4011249 w 5158787"/>
              <a:gd name="connsiteY2423" fmla="*/ 4073975 h 4489084"/>
              <a:gd name="connsiteX2424" fmla="*/ 4010065 w 5158787"/>
              <a:gd name="connsiteY2424" fmla="*/ 4074686 h 4489084"/>
              <a:gd name="connsiteX2425" fmla="*/ 3990165 w 5158787"/>
              <a:gd name="connsiteY2425" fmla="*/ 4074686 h 4489084"/>
              <a:gd name="connsiteX2426" fmla="*/ 3988980 w 5158787"/>
              <a:gd name="connsiteY2426" fmla="*/ 4073975 h 4489084"/>
              <a:gd name="connsiteX2427" fmla="*/ 3979030 w 5158787"/>
              <a:gd name="connsiteY2427" fmla="*/ 4056741 h 4489084"/>
              <a:gd name="connsiteX2428" fmla="*/ 3979030 w 5158787"/>
              <a:gd name="connsiteY2428" fmla="*/ 4055319 h 4489084"/>
              <a:gd name="connsiteX2429" fmla="*/ 3988980 w 5158787"/>
              <a:gd name="connsiteY2429" fmla="*/ 4038085 h 4489084"/>
              <a:gd name="connsiteX2430" fmla="*/ 3990165 w 5158787"/>
              <a:gd name="connsiteY2430" fmla="*/ 4037374 h 4489084"/>
              <a:gd name="connsiteX2431" fmla="*/ 4328163 w 5158787"/>
              <a:gd name="connsiteY2431" fmla="*/ 4037078 h 4489084"/>
              <a:gd name="connsiteX2432" fmla="*/ 4348359 w 5158787"/>
              <a:gd name="connsiteY2432" fmla="*/ 4037078 h 4489084"/>
              <a:gd name="connsiteX2433" fmla="*/ 4349602 w 5158787"/>
              <a:gd name="connsiteY2433" fmla="*/ 4037789 h 4489084"/>
              <a:gd name="connsiteX2434" fmla="*/ 4359670 w 5158787"/>
              <a:gd name="connsiteY2434" fmla="*/ 4055260 h 4489084"/>
              <a:gd name="connsiteX2435" fmla="*/ 4359670 w 5158787"/>
              <a:gd name="connsiteY2435" fmla="*/ 4056681 h 4489084"/>
              <a:gd name="connsiteX2436" fmla="*/ 4349543 w 5158787"/>
              <a:gd name="connsiteY2436" fmla="*/ 4074153 h 4489084"/>
              <a:gd name="connsiteX2437" fmla="*/ 4348299 w 5158787"/>
              <a:gd name="connsiteY2437" fmla="*/ 4074864 h 4489084"/>
              <a:gd name="connsiteX2438" fmla="*/ 4328104 w 5158787"/>
              <a:gd name="connsiteY2438" fmla="*/ 4074864 h 4489084"/>
              <a:gd name="connsiteX2439" fmla="*/ 4326860 w 5158787"/>
              <a:gd name="connsiteY2439" fmla="*/ 4074153 h 4489084"/>
              <a:gd name="connsiteX2440" fmla="*/ 4316791 w 5158787"/>
              <a:gd name="connsiteY2440" fmla="*/ 4056681 h 4489084"/>
              <a:gd name="connsiteX2441" fmla="*/ 4316791 w 5158787"/>
              <a:gd name="connsiteY2441" fmla="*/ 4055260 h 4489084"/>
              <a:gd name="connsiteX2442" fmla="*/ 4326919 w 5158787"/>
              <a:gd name="connsiteY2442" fmla="*/ 4037789 h 4489084"/>
              <a:gd name="connsiteX2443" fmla="*/ 4328163 w 5158787"/>
              <a:gd name="connsiteY2443" fmla="*/ 4037078 h 4489084"/>
              <a:gd name="connsiteX2444" fmla="*/ 4125258 w 5158787"/>
              <a:gd name="connsiteY2444" fmla="*/ 4037078 h 4489084"/>
              <a:gd name="connsiteX2445" fmla="*/ 4145454 w 5158787"/>
              <a:gd name="connsiteY2445" fmla="*/ 4037078 h 4489084"/>
              <a:gd name="connsiteX2446" fmla="*/ 4146697 w 5158787"/>
              <a:gd name="connsiteY2446" fmla="*/ 4037789 h 4489084"/>
              <a:gd name="connsiteX2447" fmla="*/ 4156765 w 5158787"/>
              <a:gd name="connsiteY2447" fmla="*/ 4055260 h 4489084"/>
              <a:gd name="connsiteX2448" fmla="*/ 4156765 w 5158787"/>
              <a:gd name="connsiteY2448" fmla="*/ 4056681 h 4489084"/>
              <a:gd name="connsiteX2449" fmla="*/ 4146638 w 5158787"/>
              <a:gd name="connsiteY2449" fmla="*/ 4074153 h 4489084"/>
              <a:gd name="connsiteX2450" fmla="*/ 4145394 w 5158787"/>
              <a:gd name="connsiteY2450" fmla="*/ 4074864 h 4489084"/>
              <a:gd name="connsiteX2451" fmla="*/ 4125199 w 5158787"/>
              <a:gd name="connsiteY2451" fmla="*/ 4074864 h 4489084"/>
              <a:gd name="connsiteX2452" fmla="*/ 4123955 w 5158787"/>
              <a:gd name="connsiteY2452" fmla="*/ 4074153 h 4489084"/>
              <a:gd name="connsiteX2453" fmla="*/ 4113886 w 5158787"/>
              <a:gd name="connsiteY2453" fmla="*/ 4056681 h 4489084"/>
              <a:gd name="connsiteX2454" fmla="*/ 4113886 w 5158787"/>
              <a:gd name="connsiteY2454" fmla="*/ 4055260 h 4489084"/>
              <a:gd name="connsiteX2455" fmla="*/ 4124014 w 5158787"/>
              <a:gd name="connsiteY2455" fmla="*/ 4037789 h 4489084"/>
              <a:gd name="connsiteX2456" fmla="*/ 4125258 w 5158787"/>
              <a:gd name="connsiteY2456" fmla="*/ 4037078 h 4489084"/>
              <a:gd name="connsiteX2457" fmla="*/ 4192834 w 5158787"/>
              <a:gd name="connsiteY2457" fmla="*/ 4036959 h 4489084"/>
              <a:gd name="connsiteX2458" fmla="*/ 4213147 w 5158787"/>
              <a:gd name="connsiteY2458" fmla="*/ 4036959 h 4489084"/>
              <a:gd name="connsiteX2459" fmla="*/ 4214392 w 5158787"/>
              <a:gd name="connsiteY2459" fmla="*/ 4037670 h 4489084"/>
              <a:gd name="connsiteX2460" fmla="*/ 4224519 w 5158787"/>
              <a:gd name="connsiteY2460" fmla="*/ 4055260 h 4489084"/>
              <a:gd name="connsiteX2461" fmla="*/ 4224519 w 5158787"/>
              <a:gd name="connsiteY2461" fmla="*/ 4056681 h 4489084"/>
              <a:gd name="connsiteX2462" fmla="*/ 4214332 w 5158787"/>
              <a:gd name="connsiteY2462" fmla="*/ 4074271 h 4489084"/>
              <a:gd name="connsiteX2463" fmla="*/ 4213088 w 5158787"/>
              <a:gd name="connsiteY2463" fmla="*/ 4074981 h 4489084"/>
              <a:gd name="connsiteX2464" fmla="*/ 4192774 w 5158787"/>
              <a:gd name="connsiteY2464" fmla="*/ 4074981 h 4489084"/>
              <a:gd name="connsiteX2465" fmla="*/ 4191530 w 5158787"/>
              <a:gd name="connsiteY2465" fmla="*/ 4074271 h 4489084"/>
              <a:gd name="connsiteX2466" fmla="*/ 4181403 w 5158787"/>
              <a:gd name="connsiteY2466" fmla="*/ 4056681 h 4489084"/>
              <a:gd name="connsiteX2467" fmla="*/ 4181403 w 5158787"/>
              <a:gd name="connsiteY2467" fmla="*/ 4055260 h 4489084"/>
              <a:gd name="connsiteX2468" fmla="*/ 4191589 w 5158787"/>
              <a:gd name="connsiteY2468" fmla="*/ 4037670 h 4489084"/>
              <a:gd name="connsiteX2469" fmla="*/ 4192834 w 5158787"/>
              <a:gd name="connsiteY2469" fmla="*/ 4036959 h 4489084"/>
              <a:gd name="connsiteX2470" fmla="*/ 4260291 w 5158787"/>
              <a:gd name="connsiteY2470" fmla="*/ 4036663 h 4489084"/>
              <a:gd name="connsiteX2471" fmla="*/ 4280961 w 5158787"/>
              <a:gd name="connsiteY2471" fmla="*/ 4036663 h 4489084"/>
              <a:gd name="connsiteX2472" fmla="*/ 4282204 w 5158787"/>
              <a:gd name="connsiteY2472" fmla="*/ 4037374 h 4489084"/>
              <a:gd name="connsiteX2473" fmla="*/ 4292509 w 5158787"/>
              <a:gd name="connsiteY2473" fmla="*/ 4055260 h 4489084"/>
              <a:gd name="connsiteX2474" fmla="*/ 4292509 w 5158787"/>
              <a:gd name="connsiteY2474" fmla="*/ 4056740 h 4489084"/>
              <a:gd name="connsiteX2475" fmla="*/ 4282204 w 5158787"/>
              <a:gd name="connsiteY2475" fmla="*/ 4074626 h 4489084"/>
              <a:gd name="connsiteX2476" fmla="*/ 4280961 w 5158787"/>
              <a:gd name="connsiteY2476" fmla="*/ 4075337 h 4489084"/>
              <a:gd name="connsiteX2477" fmla="*/ 4260291 w 5158787"/>
              <a:gd name="connsiteY2477" fmla="*/ 4075337 h 4489084"/>
              <a:gd name="connsiteX2478" fmla="*/ 4259047 w 5158787"/>
              <a:gd name="connsiteY2478" fmla="*/ 4074626 h 4489084"/>
              <a:gd name="connsiteX2479" fmla="*/ 4248742 w 5158787"/>
              <a:gd name="connsiteY2479" fmla="*/ 4056740 h 4489084"/>
              <a:gd name="connsiteX2480" fmla="*/ 4248742 w 5158787"/>
              <a:gd name="connsiteY2480" fmla="*/ 4055260 h 4489084"/>
              <a:gd name="connsiteX2481" fmla="*/ 4259047 w 5158787"/>
              <a:gd name="connsiteY2481" fmla="*/ 4037374 h 4489084"/>
              <a:gd name="connsiteX2482" fmla="*/ 4260291 w 5158787"/>
              <a:gd name="connsiteY2482" fmla="*/ 4036663 h 4489084"/>
              <a:gd name="connsiteX2483" fmla="*/ 4463137 w 5158787"/>
              <a:gd name="connsiteY2483" fmla="*/ 4036427 h 4489084"/>
              <a:gd name="connsiteX2484" fmla="*/ 4483984 w 5158787"/>
              <a:gd name="connsiteY2484" fmla="*/ 4036427 h 4489084"/>
              <a:gd name="connsiteX2485" fmla="*/ 4485287 w 5158787"/>
              <a:gd name="connsiteY2485" fmla="*/ 4037138 h 4489084"/>
              <a:gd name="connsiteX2486" fmla="*/ 4495711 w 5158787"/>
              <a:gd name="connsiteY2486" fmla="*/ 4055201 h 4489084"/>
              <a:gd name="connsiteX2487" fmla="*/ 4495711 w 5158787"/>
              <a:gd name="connsiteY2487" fmla="*/ 4056682 h 4489084"/>
              <a:gd name="connsiteX2488" fmla="*/ 4485287 w 5158787"/>
              <a:gd name="connsiteY2488" fmla="*/ 4074745 h 4489084"/>
              <a:gd name="connsiteX2489" fmla="*/ 4483984 w 5158787"/>
              <a:gd name="connsiteY2489" fmla="*/ 4075456 h 4489084"/>
              <a:gd name="connsiteX2490" fmla="*/ 4463137 w 5158787"/>
              <a:gd name="connsiteY2490" fmla="*/ 4075456 h 4489084"/>
              <a:gd name="connsiteX2491" fmla="*/ 4461833 w 5158787"/>
              <a:gd name="connsiteY2491" fmla="*/ 4074745 h 4489084"/>
              <a:gd name="connsiteX2492" fmla="*/ 4451410 w 5158787"/>
              <a:gd name="connsiteY2492" fmla="*/ 4056682 h 4489084"/>
              <a:gd name="connsiteX2493" fmla="*/ 4451410 w 5158787"/>
              <a:gd name="connsiteY2493" fmla="*/ 4055201 h 4489084"/>
              <a:gd name="connsiteX2494" fmla="*/ 4461833 w 5158787"/>
              <a:gd name="connsiteY2494" fmla="*/ 4037138 h 4489084"/>
              <a:gd name="connsiteX2495" fmla="*/ 4463137 w 5158787"/>
              <a:gd name="connsiteY2495" fmla="*/ 4036427 h 4489084"/>
              <a:gd name="connsiteX2496" fmla="*/ 3786786 w 5158787"/>
              <a:gd name="connsiteY2496" fmla="*/ 4036427 h 4489084"/>
              <a:gd name="connsiteX2497" fmla="*/ 3807633 w 5158787"/>
              <a:gd name="connsiteY2497" fmla="*/ 4036427 h 4489084"/>
              <a:gd name="connsiteX2498" fmla="*/ 3808936 w 5158787"/>
              <a:gd name="connsiteY2498" fmla="*/ 4037138 h 4489084"/>
              <a:gd name="connsiteX2499" fmla="*/ 3819360 w 5158787"/>
              <a:gd name="connsiteY2499" fmla="*/ 4055201 h 4489084"/>
              <a:gd name="connsiteX2500" fmla="*/ 3819360 w 5158787"/>
              <a:gd name="connsiteY2500" fmla="*/ 4056682 h 4489084"/>
              <a:gd name="connsiteX2501" fmla="*/ 3808936 w 5158787"/>
              <a:gd name="connsiteY2501" fmla="*/ 4074745 h 4489084"/>
              <a:gd name="connsiteX2502" fmla="*/ 3807633 w 5158787"/>
              <a:gd name="connsiteY2502" fmla="*/ 4075456 h 4489084"/>
              <a:gd name="connsiteX2503" fmla="*/ 3786786 w 5158787"/>
              <a:gd name="connsiteY2503" fmla="*/ 4075456 h 4489084"/>
              <a:gd name="connsiteX2504" fmla="*/ 3785483 w 5158787"/>
              <a:gd name="connsiteY2504" fmla="*/ 4074745 h 4489084"/>
              <a:gd name="connsiteX2505" fmla="*/ 3775059 w 5158787"/>
              <a:gd name="connsiteY2505" fmla="*/ 4056682 h 4489084"/>
              <a:gd name="connsiteX2506" fmla="*/ 3775059 w 5158787"/>
              <a:gd name="connsiteY2506" fmla="*/ 4055201 h 4489084"/>
              <a:gd name="connsiteX2507" fmla="*/ 3785483 w 5158787"/>
              <a:gd name="connsiteY2507" fmla="*/ 4037138 h 4489084"/>
              <a:gd name="connsiteX2508" fmla="*/ 3786786 w 5158787"/>
              <a:gd name="connsiteY2508" fmla="*/ 4036427 h 4489084"/>
              <a:gd name="connsiteX2509" fmla="*/ 4395383 w 5158787"/>
              <a:gd name="connsiteY2509" fmla="*/ 4036249 h 4489084"/>
              <a:gd name="connsiteX2510" fmla="*/ 4416468 w 5158787"/>
              <a:gd name="connsiteY2510" fmla="*/ 4036249 h 4489084"/>
              <a:gd name="connsiteX2511" fmla="*/ 4417771 w 5158787"/>
              <a:gd name="connsiteY2511" fmla="*/ 4037019 h 4489084"/>
              <a:gd name="connsiteX2512" fmla="*/ 4428313 w 5158787"/>
              <a:gd name="connsiteY2512" fmla="*/ 4055260 h 4489084"/>
              <a:gd name="connsiteX2513" fmla="*/ 4428313 w 5158787"/>
              <a:gd name="connsiteY2513" fmla="*/ 4056741 h 4489084"/>
              <a:gd name="connsiteX2514" fmla="*/ 4417771 w 5158787"/>
              <a:gd name="connsiteY2514" fmla="*/ 4074982 h 4489084"/>
              <a:gd name="connsiteX2515" fmla="*/ 4416468 w 5158787"/>
              <a:gd name="connsiteY2515" fmla="*/ 4075752 h 4489084"/>
              <a:gd name="connsiteX2516" fmla="*/ 4395383 w 5158787"/>
              <a:gd name="connsiteY2516" fmla="*/ 4075752 h 4489084"/>
              <a:gd name="connsiteX2517" fmla="*/ 4394081 w 5158787"/>
              <a:gd name="connsiteY2517" fmla="*/ 4074982 h 4489084"/>
              <a:gd name="connsiteX2518" fmla="*/ 4383538 w 5158787"/>
              <a:gd name="connsiteY2518" fmla="*/ 4056741 h 4489084"/>
              <a:gd name="connsiteX2519" fmla="*/ 4383538 w 5158787"/>
              <a:gd name="connsiteY2519" fmla="*/ 4055260 h 4489084"/>
              <a:gd name="connsiteX2520" fmla="*/ 4394081 w 5158787"/>
              <a:gd name="connsiteY2520" fmla="*/ 4037019 h 4489084"/>
              <a:gd name="connsiteX2521" fmla="*/ 4395383 w 5158787"/>
              <a:gd name="connsiteY2521" fmla="*/ 4036249 h 4489084"/>
              <a:gd name="connsiteX2522" fmla="*/ 4530534 w 5158787"/>
              <a:gd name="connsiteY2522" fmla="*/ 4036130 h 4489084"/>
              <a:gd name="connsiteX2523" fmla="*/ 4551737 w 5158787"/>
              <a:gd name="connsiteY2523" fmla="*/ 4036130 h 4489084"/>
              <a:gd name="connsiteX2524" fmla="*/ 4553040 w 5158787"/>
              <a:gd name="connsiteY2524" fmla="*/ 4036900 h 4489084"/>
              <a:gd name="connsiteX2525" fmla="*/ 4563641 w 5158787"/>
              <a:gd name="connsiteY2525" fmla="*/ 4055260 h 4489084"/>
              <a:gd name="connsiteX2526" fmla="*/ 4563641 w 5158787"/>
              <a:gd name="connsiteY2526" fmla="*/ 4056741 h 4489084"/>
              <a:gd name="connsiteX2527" fmla="*/ 4553040 w 5158787"/>
              <a:gd name="connsiteY2527" fmla="*/ 4075100 h 4489084"/>
              <a:gd name="connsiteX2528" fmla="*/ 4551737 w 5158787"/>
              <a:gd name="connsiteY2528" fmla="*/ 4075870 h 4489084"/>
              <a:gd name="connsiteX2529" fmla="*/ 4530534 w 5158787"/>
              <a:gd name="connsiteY2529" fmla="*/ 4075870 h 4489084"/>
              <a:gd name="connsiteX2530" fmla="*/ 4529231 w 5158787"/>
              <a:gd name="connsiteY2530" fmla="*/ 4075100 h 4489084"/>
              <a:gd name="connsiteX2531" fmla="*/ 4518630 w 5158787"/>
              <a:gd name="connsiteY2531" fmla="*/ 4056741 h 4489084"/>
              <a:gd name="connsiteX2532" fmla="*/ 4518630 w 5158787"/>
              <a:gd name="connsiteY2532" fmla="*/ 4055260 h 4489084"/>
              <a:gd name="connsiteX2533" fmla="*/ 4529231 w 5158787"/>
              <a:gd name="connsiteY2533" fmla="*/ 4036900 h 4489084"/>
              <a:gd name="connsiteX2534" fmla="*/ 4530534 w 5158787"/>
              <a:gd name="connsiteY2534" fmla="*/ 4036130 h 4489084"/>
              <a:gd name="connsiteX2535" fmla="*/ 3245527 w 5158787"/>
              <a:gd name="connsiteY2535" fmla="*/ 4036012 h 4489084"/>
              <a:gd name="connsiteX2536" fmla="*/ 3266848 w 5158787"/>
              <a:gd name="connsiteY2536" fmla="*/ 4036012 h 4489084"/>
              <a:gd name="connsiteX2537" fmla="*/ 3268152 w 5158787"/>
              <a:gd name="connsiteY2537" fmla="*/ 4036782 h 4489084"/>
              <a:gd name="connsiteX2538" fmla="*/ 3278812 w 5158787"/>
              <a:gd name="connsiteY2538" fmla="*/ 4055260 h 4489084"/>
              <a:gd name="connsiteX2539" fmla="*/ 3278812 w 5158787"/>
              <a:gd name="connsiteY2539" fmla="*/ 4056741 h 4489084"/>
              <a:gd name="connsiteX2540" fmla="*/ 3268152 w 5158787"/>
              <a:gd name="connsiteY2540" fmla="*/ 4075219 h 4489084"/>
              <a:gd name="connsiteX2541" fmla="*/ 3266848 w 5158787"/>
              <a:gd name="connsiteY2541" fmla="*/ 4075989 h 4489084"/>
              <a:gd name="connsiteX2542" fmla="*/ 3245527 w 5158787"/>
              <a:gd name="connsiteY2542" fmla="*/ 4075989 h 4489084"/>
              <a:gd name="connsiteX2543" fmla="*/ 3244225 w 5158787"/>
              <a:gd name="connsiteY2543" fmla="*/ 4075219 h 4489084"/>
              <a:gd name="connsiteX2544" fmla="*/ 3233564 w 5158787"/>
              <a:gd name="connsiteY2544" fmla="*/ 4056741 h 4489084"/>
              <a:gd name="connsiteX2545" fmla="*/ 3233564 w 5158787"/>
              <a:gd name="connsiteY2545" fmla="*/ 4055260 h 4489084"/>
              <a:gd name="connsiteX2546" fmla="*/ 3244225 w 5158787"/>
              <a:gd name="connsiteY2546" fmla="*/ 4036782 h 4489084"/>
              <a:gd name="connsiteX2547" fmla="*/ 3245527 w 5158787"/>
              <a:gd name="connsiteY2547" fmla="*/ 4036012 h 4489084"/>
              <a:gd name="connsiteX2548" fmla="*/ 3718736 w 5158787"/>
              <a:gd name="connsiteY2548" fmla="*/ 4035597 h 4489084"/>
              <a:gd name="connsiteX2549" fmla="*/ 3740472 w 5158787"/>
              <a:gd name="connsiteY2549" fmla="*/ 4035597 h 4489084"/>
              <a:gd name="connsiteX2550" fmla="*/ 3741775 w 5158787"/>
              <a:gd name="connsiteY2550" fmla="*/ 4036367 h 4489084"/>
              <a:gd name="connsiteX2551" fmla="*/ 3752613 w 5158787"/>
              <a:gd name="connsiteY2551" fmla="*/ 4055200 h 4489084"/>
              <a:gd name="connsiteX2552" fmla="*/ 3752613 w 5158787"/>
              <a:gd name="connsiteY2552" fmla="*/ 4056740 h 4489084"/>
              <a:gd name="connsiteX2553" fmla="*/ 3741716 w 5158787"/>
              <a:gd name="connsiteY2553" fmla="*/ 4075574 h 4489084"/>
              <a:gd name="connsiteX2554" fmla="*/ 3740413 w 5158787"/>
              <a:gd name="connsiteY2554" fmla="*/ 4076344 h 4489084"/>
              <a:gd name="connsiteX2555" fmla="*/ 3718677 w 5158787"/>
              <a:gd name="connsiteY2555" fmla="*/ 4076344 h 4489084"/>
              <a:gd name="connsiteX2556" fmla="*/ 3717374 w 5158787"/>
              <a:gd name="connsiteY2556" fmla="*/ 4075574 h 4489084"/>
              <a:gd name="connsiteX2557" fmla="*/ 3706536 w 5158787"/>
              <a:gd name="connsiteY2557" fmla="*/ 4056740 h 4489084"/>
              <a:gd name="connsiteX2558" fmla="*/ 3706536 w 5158787"/>
              <a:gd name="connsiteY2558" fmla="*/ 4055200 h 4489084"/>
              <a:gd name="connsiteX2559" fmla="*/ 3717434 w 5158787"/>
              <a:gd name="connsiteY2559" fmla="*/ 4036367 h 4489084"/>
              <a:gd name="connsiteX2560" fmla="*/ 3718736 w 5158787"/>
              <a:gd name="connsiteY2560" fmla="*/ 4035597 h 4489084"/>
              <a:gd name="connsiteX2561" fmla="*/ 4597874 w 5158787"/>
              <a:gd name="connsiteY2561" fmla="*/ 4035479 h 4489084"/>
              <a:gd name="connsiteX2562" fmla="*/ 4619728 w 5158787"/>
              <a:gd name="connsiteY2562" fmla="*/ 4035479 h 4489084"/>
              <a:gd name="connsiteX2563" fmla="*/ 4621090 w 5158787"/>
              <a:gd name="connsiteY2563" fmla="*/ 4036249 h 4489084"/>
              <a:gd name="connsiteX2564" fmla="*/ 4631987 w 5158787"/>
              <a:gd name="connsiteY2564" fmla="*/ 4055201 h 4489084"/>
              <a:gd name="connsiteX2565" fmla="*/ 4631987 w 5158787"/>
              <a:gd name="connsiteY2565" fmla="*/ 4056741 h 4489084"/>
              <a:gd name="connsiteX2566" fmla="*/ 4621031 w 5158787"/>
              <a:gd name="connsiteY2566" fmla="*/ 4075693 h 4489084"/>
              <a:gd name="connsiteX2567" fmla="*/ 4619668 w 5158787"/>
              <a:gd name="connsiteY2567" fmla="*/ 4076463 h 4489084"/>
              <a:gd name="connsiteX2568" fmla="*/ 4597815 w 5158787"/>
              <a:gd name="connsiteY2568" fmla="*/ 4076463 h 4489084"/>
              <a:gd name="connsiteX2569" fmla="*/ 4596452 w 5158787"/>
              <a:gd name="connsiteY2569" fmla="*/ 4075693 h 4489084"/>
              <a:gd name="connsiteX2570" fmla="*/ 4585555 w 5158787"/>
              <a:gd name="connsiteY2570" fmla="*/ 4056741 h 4489084"/>
              <a:gd name="connsiteX2571" fmla="*/ 4585555 w 5158787"/>
              <a:gd name="connsiteY2571" fmla="*/ 4055201 h 4489084"/>
              <a:gd name="connsiteX2572" fmla="*/ 4596511 w 5158787"/>
              <a:gd name="connsiteY2572" fmla="*/ 4036249 h 4489084"/>
              <a:gd name="connsiteX2573" fmla="*/ 4597874 w 5158787"/>
              <a:gd name="connsiteY2573" fmla="*/ 4035479 h 4489084"/>
              <a:gd name="connsiteX2574" fmla="*/ 3853947 w 5158787"/>
              <a:gd name="connsiteY2574" fmla="*/ 4035479 h 4489084"/>
              <a:gd name="connsiteX2575" fmla="*/ 3875801 w 5158787"/>
              <a:gd name="connsiteY2575" fmla="*/ 4035479 h 4489084"/>
              <a:gd name="connsiteX2576" fmla="*/ 3877163 w 5158787"/>
              <a:gd name="connsiteY2576" fmla="*/ 4036249 h 4489084"/>
              <a:gd name="connsiteX2577" fmla="*/ 3888061 w 5158787"/>
              <a:gd name="connsiteY2577" fmla="*/ 4055201 h 4489084"/>
              <a:gd name="connsiteX2578" fmla="*/ 3888061 w 5158787"/>
              <a:gd name="connsiteY2578" fmla="*/ 4056741 h 4489084"/>
              <a:gd name="connsiteX2579" fmla="*/ 3877104 w 5158787"/>
              <a:gd name="connsiteY2579" fmla="*/ 4075693 h 4489084"/>
              <a:gd name="connsiteX2580" fmla="*/ 3875742 w 5158787"/>
              <a:gd name="connsiteY2580" fmla="*/ 4076463 h 4489084"/>
              <a:gd name="connsiteX2581" fmla="*/ 3853888 w 5158787"/>
              <a:gd name="connsiteY2581" fmla="*/ 4076463 h 4489084"/>
              <a:gd name="connsiteX2582" fmla="*/ 3852526 w 5158787"/>
              <a:gd name="connsiteY2582" fmla="*/ 4075693 h 4489084"/>
              <a:gd name="connsiteX2583" fmla="*/ 3841628 w 5158787"/>
              <a:gd name="connsiteY2583" fmla="*/ 4056741 h 4489084"/>
              <a:gd name="connsiteX2584" fmla="*/ 3841628 w 5158787"/>
              <a:gd name="connsiteY2584" fmla="*/ 4055201 h 4489084"/>
              <a:gd name="connsiteX2585" fmla="*/ 3852585 w 5158787"/>
              <a:gd name="connsiteY2585" fmla="*/ 4036249 h 4489084"/>
              <a:gd name="connsiteX2586" fmla="*/ 3853947 w 5158787"/>
              <a:gd name="connsiteY2586" fmla="*/ 4035479 h 4489084"/>
              <a:gd name="connsiteX2587" fmla="*/ 3921464 w 5158787"/>
              <a:gd name="connsiteY2587" fmla="*/ 4035420 h 4489084"/>
              <a:gd name="connsiteX2588" fmla="*/ 3943437 w 5158787"/>
              <a:gd name="connsiteY2588" fmla="*/ 4035420 h 4489084"/>
              <a:gd name="connsiteX2589" fmla="*/ 3944799 w 5158787"/>
              <a:gd name="connsiteY2589" fmla="*/ 4036190 h 4489084"/>
              <a:gd name="connsiteX2590" fmla="*/ 3955756 w 5158787"/>
              <a:gd name="connsiteY2590" fmla="*/ 4055201 h 4489084"/>
              <a:gd name="connsiteX2591" fmla="*/ 3955756 w 5158787"/>
              <a:gd name="connsiteY2591" fmla="*/ 4056741 h 4489084"/>
              <a:gd name="connsiteX2592" fmla="*/ 3944740 w 5158787"/>
              <a:gd name="connsiteY2592" fmla="*/ 4075752 h 4489084"/>
              <a:gd name="connsiteX2593" fmla="*/ 3943378 w 5158787"/>
              <a:gd name="connsiteY2593" fmla="*/ 4076522 h 4489084"/>
              <a:gd name="connsiteX2594" fmla="*/ 3921405 w 5158787"/>
              <a:gd name="connsiteY2594" fmla="*/ 4076522 h 4489084"/>
              <a:gd name="connsiteX2595" fmla="*/ 3920043 w 5158787"/>
              <a:gd name="connsiteY2595" fmla="*/ 4075752 h 4489084"/>
              <a:gd name="connsiteX2596" fmla="*/ 3909086 w 5158787"/>
              <a:gd name="connsiteY2596" fmla="*/ 4056741 h 4489084"/>
              <a:gd name="connsiteX2597" fmla="*/ 3909086 w 5158787"/>
              <a:gd name="connsiteY2597" fmla="*/ 4055201 h 4489084"/>
              <a:gd name="connsiteX2598" fmla="*/ 3920102 w 5158787"/>
              <a:gd name="connsiteY2598" fmla="*/ 4036190 h 4489084"/>
              <a:gd name="connsiteX2599" fmla="*/ 3921464 w 5158787"/>
              <a:gd name="connsiteY2599" fmla="*/ 4035420 h 4489084"/>
              <a:gd name="connsiteX2600" fmla="*/ 4935871 w 5158787"/>
              <a:gd name="connsiteY2600" fmla="*/ 4035301 h 4489084"/>
              <a:gd name="connsiteX2601" fmla="*/ 4957962 w 5158787"/>
              <a:gd name="connsiteY2601" fmla="*/ 4035301 h 4489084"/>
              <a:gd name="connsiteX2602" fmla="*/ 4959324 w 5158787"/>
              <a:gd name="connsiteY2602" fmla="*/ 4036071 h 4489084"/>
              <a:gd name="connsiteX2603" fmla="*/ 4970340 w 5158787"/>
              <a:gd name="connsiteY2603" fmla="*/ 4055201 h 4489084"/>
              <a:gd name="connsiteX2604" fmla="*/ 4970340 w 5158787"/>
              <a:gd name="connsiteY2604" fmla="*/ 4056740 h 4489084"/>
              <a:gd name="connsiteX2605" fmla="*/ 4959265 w 5158787"/>
              <a:gd name="connsiteY2605" fmla="*/ 4075870 h 4489084"/>
              <a:gd name="connsiteX2606" fmla="*/ 4957903 w 5158787"/>
              <a:gd name="connsiteY2606" fmla="*/ 4076640 h 4489084"/>
              <a:gd name="connsiteX2607" fmla="*/ 4935812 w 5158787"/>
              <a:gd name="connsiteY2607" fmla="*/ 4076640 h 4489084"/>
              <a:gd name="connsiteX2608" fmla="*/ 4934450 w 5158787"/>
              <a:gd name="connsiteY2608" fmla="*/ 4075870 h 4489084"/>
              <a:gd name="connsiteX2609" fmla="*/ 4923434 w 5158787"/>
              <a:gd name="connsiteY2609" fmla="*/ 4056740 h 4489084"/>
              <a:gd name="connsiteX2610" fmla="*/ 4923434 w 5158787"/>
              <a:gd name="connsiteY2610" fmla="*/ 4055201 h 4489084"/>
              <a:gd name="connsiteX2611" fmla="*/ 4934509 w 5158787"/>
              <a:gd name="connsiteY2611" fmla="*/ 4036071 h 4489084"/>
              <a:gd name="connsiteX2612" fmla="*/ 4935871 w 5158787"/>
              <a:gd name="connsiteY2612" fmla="*/ 4035301 h 4489084"/>
              <a:gd name="connsiteX2613" fmla="*/ 4800542 w 5158787"/>
              <a:gd name="connsiteY2613" fmla="*/ 4035183 h 4489084"/>
              <a:gd name="connsiteX2614" fmla="*/ 4822752 w 5158787"/>
              <a:gd name="connsiteY2614" fmla="*/ 4035183 h 4489084"/>
              <a:gd name="connsiteX2615" fmla="*/ 4824114 w 5158787"/>
              <a:gd name="connsiteY2615" fmla="*/ 4035953 h 4489084"/>
              <a:gd name="connsiteX2616" fmla="*/ 4835189 w 5158787"/>
              <a:gd name="connsiteY2616" fmla="*/ 4055201 h 4489084"/>
              <a:gd name="connsiteX2617" fmla="*/ 4835189 w 5158787"/>
              <a:gd name="connsiteY2617" fmla="*/ 4056741 h 4489084"/>
              <a:gd name="connsiteX2618" fmla="*/ 4824114 w 5158787"/>
              <a:gd name="connsiteY2618" fmla="*/ 4075989 h 4489084"/>
              <a:gd name="connsiteX2619" fmla="*/ 4822752 w 5158787"/>
              <a:gd name="connsiteY2619" fmla="*/ 4076759 h 4489084"/>
              <a:gd name="connsiteX2620" fmla="*/ 4800542 w 5158787"/>
              <a:gd name="connsiteY2620" fmla="*/ 4076759 h 4489084"/>
              <a:gd name="connsiteX2621" fmla="*/ 4799180 w 5158787"/>
              <a:gd name="connsiteY2621" fmla="*/ 4075989 h 4489084"/>
              <a:gd name="connsiteX2622" fmla="*/ 4788105 w 5158787"/>
              <a:gd name="connsiteY2622" fmla="*/ 4056741 h 4489084"/>
              <a:gd name="connsiteX2623" fmla="*/ 4788105 w 5158787"/>
              <a:gd name="connsiteY2623" fmla="*/ 4055201 h 4489084"/>
              <a:gd name="connsiteX2624" fmla="*/ 4799180 w 5158787"/>
              <a:gd name="connsiteY2624" fmla="*/ 4035953 h 4489084"/>
              <a:gd name="connsiteX2625" fmla="*/ 4800542 w 5158787"/>
              <a:gd name="connsiteY2625" fmla="*/ 4035183 h 4489084"/>
              <a:gd name="connsiteX2626" fmla="*/ 4665331 w 5158787"/>
              <a:gd name="connsiteY2626" fmla="*/ 4035183 h 4489084"/>
              <a:gd name="connsiteX2627" fmla="*/ 4687540 w 5158787"/>
              <a:gd name="connsiteY2627" fmla="*/ 4035183 h 4489084"/>
              <a:gd name="connsiteX2628" fmla="*/ 4688903 w 5158787"/>
              <a:gd name="connsiteY2628" fmla="*/ 4035953 h 4489084"/>
              <a:gd name="connsiteX2629" fmla="*/ 4699978 w 5158787"/>
              <a:gd name="connsiteY2629" fmla="*/ 4055201 h 4489084"/>
              <a:gd name="connsiteX2630" fmla="*/ 4699978 w 5158787"/>
              <a:gd name="connsiteY2630" fmla="*/ 4056741 h 4489084"/>
              <a:gd name="connsiteX2631" fmla="*/ 4688903 w 5158787"/>
              <a:gd name="connsiteY2631" fmla="*/ 4075989 h 4489084"/>
              <a:gd name="connsiteX2632" fmla="*/ 4687540 w 5158787"/>
              <a:gd name="connsiteY2632" fmla="*/ 4076759 h 4489084"/>
              <a:gd name="connsiteX2633" fmla="*/ 4665331 w 5158787"/>
              <a:gd name="connsiteY2633" fmla="*/ 4076759 h 4489084"/>
              <a:gd name="connsiteX2634" fmla="*/ 4663969 w 5158787"/>
              <a:gd name="connsiteY2634" fmla="*/ 4075989 h 4489084"/>
              <a:gd name="connsiteX2635" fmla="*/ 4652894 w 5158787"/>
              <a:gd name="connsiteY2635" fmla="*/ 4056741 h 4489084"/>
              <a:gd name="connsiteX2636" fmla="*/ 4652894 w 5158787"/>
              <a:gd name="connsiteY2636" fmla="*/ 4055201 h 4489084"/>
              <a:gd name="connsiteX2637" fmla="*/ 4663969 w 5158787"/>
              <a:gd name="connsiteY2637" fmla="*/ 4035953 h 4489084"/>
              <a:gd name="connsiteX2638" fmla="*/ 4665331 w 5158787"/>
              <a:gd name="connsiteY2638" fmla="*/ 4035183 h 4489084"/>
              <a:gd name="connsiteX2639" fmla="*/ 4732788 w 5158787"/>
              <a:gd name="connsiteY2639" fmla="*/ 4034887 h 4489084"/>
              <a:gd name="connsiteX2640" fmla="*/ 4755294 w 5158787"/>
              <a:gd name="connsiteY2640" fmla="*/ 4034887 h 4489084"/>
              <a:gd name="connsiteX2641" fmla="*/ 4756656 w 5158787"/>
              <a:gd name="connsiteY2641" fmla="*/ 4035657 h 4489084"/>
              <a:gd name="connsiteX2642" fmla="*/ 4767909 w 5158787"/>
              <a:gd name="connsiteY2642" fmla="*/ 4055142 h 4489084"/>
              <a:gd name="connsiteX2643" fmla="*/ 4767909 w 5158787"/>
              <a:gd name="connsiteY2643" fmla="*/ 4056741 h 4489084"/>
              <a:gd name="connsiteX2644" fmla="*/ 4756656 w 5158787"/>
              <a:gd name="connsiteY2644" fmla="*/ 4076226 h 4489084"/>
              <a:gd name="connsiteX2645" fmla="*/ 4755294 w 5158787"/>
              <a:gd name="connsiteY2645" fmla="*/ 4076996 h 4489084"/>
              <a:gd name="connsiteX2646" fmla="*/ 4732788 w 5158787"/>
              <a:gd name="connsiteY2646" fmla="*/ 4076996 h 4489084"/>
              <a:gd name="connsiteX2647" fmla="*/ 4731426 w 5158787"/>
              <a:gd name="connsiteY2647" fmla="*/ 4076226 h 4489084"/>
              <a:gd name="connsiteX2648" fmla="*/ 4720173 w 5158787"/>
              <a:gd name="connsiteY2648" fmla="*/ 4056741 h 4489084"/>
              <a:gd name="connsiteX2649" fmla="*/ 4720173 w 5158787"/>
              <a:gd name="connsiteY2649" fmla="*/ 4055142 h 4489084"/>
              <a:gd name="connsiteX2650" fmla="*/ 4731426 w 5158787"/>
              <a:gd name="connsiteY2650" fmla="*/ 4035657 h 4489084"/>
              <a:gd name="connsiteX2651" fmla="*/ 4732788 w 5158787"/>
              <a:gd name="connsiteY2651" fmla="*/ 4034887 h 4489084"/>
              <a:gd name="connsiteX2652" fmla="*/ 4867940 w 5158787"/>
              <a:gd name="connsiteY2652" fmla="*/ 4034650 h 4489084"/>
              <a:gd name="connsiteX2653" fmla="*/ 4890682 w 5158787"/>
              <a:gd name="connsiteY2653" fmla="*/ 4034650 h 4489084"/>
              <a:gd name="connsiteX2654" fmla="*/ 4892044 w 5158787"/>
              <a:gd name="connsiteY2654" fmla="*/ 4035479 h 4489084"/>
              <a:gd name="connsiteX2655" fmla="*/ 4903416 w 5158787"/>
              <a:gd name="connsiteY2655" fmla="*/ 4055201 h 4489084"/>
              <a:gd name="connsiteX2656" fmla="*/ 4903416 w 5158787"/>
              <a:gd name="connsiteY2656" fmla="*/ 4056800 h 4489084"/>
              <a:gd name="connsiteX2657" fmla="*/ 4892044 w 5158787"/>
              <a:gd name="connsiteY2657" fmla="*/ 4076522 h 4489084"/>
              <a:gd name="connsiteX2658" fmla="*/ 4890682 w 5158787"/>
              <a:gd name="connsiteY2658" fmla="*/ 4077351 h 4489084"/>
              <a:gd name="connsiteX2659" fmla="*/ 4867940 w 5158787"/>
              <a:gd name="connsiteY2659" fmla="*/ 4077351 h 4489084"/>
              <a:gd name="connsiteX2660" fmla="*/ 4866578 w 5158787"/>
              <a:gd name="connsiteY2660" fmla="*/ 4076522 h 4489084"/>
              <a:gd name="connsiteX2661" fmla="*/ 4855206 w 5158787"/>
              <a:gd name="connsiteY2661" fmla="*/ 4056800 h 4489084"/>
              <a:gd name="connsiteX2662" fmla="*/ 4855206 w 5158787"/>
              <a:gd name="connsiteY2662" fmla="*/ 4055201 h 4489084"/>
              <a:gd name="connsiteX2663" fmla="*/ 4866578 w 5158787"/>
              <a:gd name="connsiteY2663" fmla="*/ 4035479 h 4489084"/>
              <a:gd name="connsiteX2664" fmla="*/ 4867940 w 5158787"/>
              <a:gd name="connsiteY2664" fmla="*/ 4034650 h 4489084"/>
              <a:gd name="connsiteX2665" fmla="*/ 3650568 w 5158787"/>
              <a:gd name="connsiteY2665" fmla="*/ 4034650 h 4489084"/>
              <a:gd name="connsiteX2666" fmla="*/ 3673311 w 5158787"/>
              <a:gd name="connsiteY2666" fmla="*/ 4034650 h 4489084"/>
              <a:gd name="connsiteX2667" fmla="*/ 3674673 w 5158787"/>
              <a:gd name="connsiteY2667" fmla="*/ 4035479 h 4489084"/>
              <a:gd name="connsiteX2668" fmla="*/ 3686044 w 5158787"/>
              <a:gd name="connsiteY2668" fmla="*/ 4055201 h 4489084"/>
              <a:gd name="connsiteX2669" fmla="*/ 3686044 w 5158787"/>
              <a:gd name="connsiteY2669" fmla="*/ 4056800 h 4489084"/>
              <a:gd name="connsiteX2670" fmla="*/ 3674673 w 5158787"/>
              <a:gd name="connsiteY2670" fmla="*/ 4076522 h 4489084"/>
              <a:gd name="connsiteX2671" fmla="*/ 3673311 w 5158787"/>
              <a:gd name="connsiteY2671" fmla="*/ 4077351 h 4489084"/>
              <a:gd name="connsiteX2672" fmla="*/ 3650568 w 5158787"/>
              <a:gd name="connsiteY2672" fmla="*/ 4077351 h 4489084"/>
              <a:gd name="connsiteX2673" fmla="*/ 3649206 w 5158787"/>
              <a:gd name="connsiteY2673" fmla="*/ 4076522 h 4489084"/>
              <a:gd name="connsiteX2674" fmla="*/ 3637835 w 5158787"/>
              <a:gd name="connsiteY2674" fmla="*/ 4056800 h 4489084"/>
              <a:gd name="connsiteX2675" fmla="*/ 3637835 w 5158787"/>
              <a:gd name="connsiteY2675" fmla="*/ 4055201 h 4489084"/>
              <a:gd name="connsiteX2676" fmla="*/ 3649206 w 5158787"/>
              <a:gd name="connsiteY2676" fmla="*/ 4035479 h 4489084"/>
              <a:gd name="connsiteX2677" fmla="*/ 3650568 w 5158787"/>
              <a:gd name="connsiteY2677" fmla="*/ 4034650 h 4489084"/>
              <a:gd name="connsiteX2678" fmla="*/ 3582756 w 5158787"/>
              <a:gd name="connsiteY2678" fmla="*/ 4034294 h 4489084"/>
              <a:gd name="connsiteX2679" fmla="*/ 3605912 w 5158787"/>
              <a:gd name="connsiteY2679" fmla="*/ 4034294 h 4489084"/>
              <a:gd name="connsiteX2680" fmla="*/ 3607334 w 5158787"/>
              <a:gd name="connsiteY2680" fmla="*/ 4035123 h 4489084"/>
              <a:gd name="connsiteX2681" fmla="*/ 3618942 w 5158787"/>
              <a:gd name="connsiteY2681" fmla="*/ 4055201 h 4489084"/>
              <a:gd name="connsiteX2682" fmla="*/ 3618942 w 5158787"/>
              <a:gd name="connsiteY2682" fmla="*/ 4056859 h 4489084"/>
              <a:gd name="connsiteX2683" fmla="*/ 3607334 w 5158787"/>
              <a:gd name="connsiteY2683" fmla="*/ 4076936 h 4489084"/>
              <a:gd name="connsiteX2684" fmla="*/ 3605912 w 5158787"/>
              <a:gd name="connsiteY2684" fmla="*/ 4077765 h 4489084"/>
              <a:gd name="connsiteX2685" fmla="*/ 3582756 w 5158787"/>
              <a:gd name="connsiteY2685" fmla="*/ 4077765 h 4489084"/>
              <a:gd name="connsiteX2686" fmla="*/ 3581334 w 5158787"/>
              <a:gd name="connsiteY2686" fmla="*/ 4076936 h 4489084"/>
              <a:gd name="connsiteX2687" fmla="*/ 3569726 w 5158787"/>
              <a:gd name="connsiteY2687" fmla="*/ 4056859 h 4489084"/>
              <a:gd name="connsiteX2688" fmla="*/ 3569726 w 5158787"/>
              <a:gd name="connsiteY2688" fmla="*/ 4055201 h 4489084"/>
              <a:gd name="connsiteX2689" fmla="*/ 3581334 w 5158787"/>
              <a:gd name="connsiteY2689" fmla="*/ 4035123 h 4489084"/>
              <a:gd name="connsiteX2690" fmla="*/ 3582756 w 5158787"/>
              <a:gd name="connsiteY2690" fmla="*/ 4034294 h 4489084"/>
              <a:gd name="connsiteX2691" fmla="*/ 3312156 w 5158787"/>
              <a:gd name="connsiteY2691" fmla="*/ 4034176 h 4489084"/>
              <a:gd name="connsiteX2692" fmla="*/ 3335432 w 5158787"/>
              <a:gd name="connsiteY2692" fmla="*/ 4034176 h 4489084"/>
              <a:gd name="connsiteX2693" fmla="*/ 3336853 w 5158787"/>
              <a:gd name="connsiteY2693" fmla="*/ 4035005 h 4489084"/>
              <a:gd name="connsiteX2694" fmla="*/ 3348461 w 5158787"/>
              <a:gd name="connsiteY2694" fmla="*/ 4055201 h 4489084"/>
              <a:gd name="connsiteX2695" fmla="*/ 3348461 w 5158787"/>
              <a:gd name="connsiteY2695" fmla="*/ 4056859 h 4489084"/>
              <a:gd name="connsiteX2696" fmla="*/ 3336794 w 5158787"/>
              <a:gd name="connsiteY2696" fmla="*/ 4077055 h 4489084"/>
              <a:gd name="connsiteX2697" fmla="*/ 3335372 w 5158787"/>
              <a:gd name="connsiteY2697" fmla="*/ 4077884 h 4489084"/>
              <a:gd name="connsiteX2698" fmla="*/ 3312097 w 5158787"/>
              <a:gd name="connsiteY2698" fmla="*/ 4077884 h 4489084"/>
              <a:gd name="connsiteX2699" fmla="*/ 3310675 w 5158787"/>
              <a:gd name="connsiteY2699" fmla="*/ 4077055 h 4489084"/>
              <a:gd name="connsiteX2700" fmla="*/ 3299067 w 5158787"/>
              <a:gd name="connsiteY2700" fmla="*/ 4056859 h 4489084"/>
              <a:gd name="connsiteX2701" fmla="*/ 3299067 w 5158787"/>
              <a:gd name="connsiteY2701" fmla="*/ 4055201 h 4489084"/>
              <a:gd name="connsiteX2702" fmla="*/ 3310734 w 5158787"/>
              <a:gd name="connsiteY2702" fmla="*/ 4035005 h 4489084"/>
              <a:gd name="connsiteX2703" fmla="*/ 3312156 w 5158787"/>
              <a:gd name="connsiteY2703" fmla="*/ 4034176 h 4489084"/>
              <a:gd name="connsiteX2704" fmla="*/ 3514766 w 5158787"/>
              <a:gd name="connsiteY2704" fmla="*/ 4033524 h 4489084"/>
              <a:gd name="connsiteX2705" fmla="*/ 3538692 w 5158787"/>
              <a:gd name="connsiteY2705" fmla="*/ 4033524 h 4489084"/>
              <a:gd name="connsiteX2706" fmla="*/ 3540173 w 5158787"/>
              <a:gd name="connsiteY2706" fmla="*/ 4034353 h 4489084"/>
              <a:gd name="connsiteX2707" fmla="*/ 3552136 w 5158787"/>
              <a:gd name="connsiteY2707" fmla="*/ 4055082 h 4489084"/>
              <a:gd name="connsiteX2708" fmla="*/ 3552136 w 5158787"/>
              <a:gd name="connsiteY2708" fmla="*/ 4056800 h 4489084"/>
              <a:gd name="connsiteX2709" fmla="*/ 3540173 w 5158787"/>
              <a:gd name="connsiteY2709" fmla="*/ 4077529 h 4489084"/>
              <a:gd name="connsiteX2710" fmla="*/ 3538692 w 5158787"/>
              <a:gd name="connsiteY2710" fmla="*/ 4078357 h 4489084"/>
              <a:gd name="connsiteX2711" fmla="*/ 3514766 w 5158787"/>
              <a:gd name="connsiteY2711" fmla="*/ 4078357 h 4489084"/>
              <a:gd name="connsiteX2712" fmla="*/ 3513285 w 5158787"/>
              <a:gd name="connsiteY2712" fmla="*/ 4077529 h 4489084"/>
              <a:gd name="connsiteX2713" fmla="*/ 3501321 w 5158787"/>
              <a:gd name="connsiteY2713" fmla="*/ 4056800 h 4489084"/>
              <a:gd name="connsiteX2714" fmla="*/ 3501321 w 5158787"/>
              <a:gd name="connsiteY2714" fmla="*/ 4055082 h 4489084"/>
              <a:gd name="connsiteX2715" fmla="*/ 3513285 w 5158787"/>
              <a:gd name="connsiteY2715" fmla="*/ 4034353 h 4489084"/>
              <a:gd name="connsiteX2716" fmla="*/ 3514766 w 5158787"/>
              <a:gd name="connsiteY2716" fmla="*/ 4033524 h 4489084"/>
              <a:gd name="connsiteX2717" fmla="*/ 3379435 w 5158787"/>
              <a:gd name="connsiteY2717" fmla="*/ 4033465 h 4489084"/>
              <a:gd name="connsiteX2718" fmla="*/ 3403481 w 5158787"/>
              <a:gd name="connsiteY2718" fmla="*/ 4033465 h 4489084"/>
              <a:gd name="connsiteX2719" fmla="*/ 3404961 w 5158787"/>
              <a:gd name="connsiteY2719" fmla="*/ 4034294 h 4489084"/>
              <a:gd name="connsiteX2720" fmla="*/ 3416984 w 5158787"/>
              <a:gd name="connsiteY2720" fmla="*/ 4055141 h 4489084"/>
              <a:gd name="connsiteX2721" fmla="*/ 3416984 w 5158787"/>
              <a:gd name="connsiteY2721" fmla="*/ 4056859 h 4489084"/>
              <a:gd name="connsiteX2722" fmla="*/ 3404961 w 5158787"/>
              <a:gd name="connsiteY2722" fmla="*/ 4077706 h 4489084"/>
              <a:gd name="connsiteX2723" fmla="*/ 3403481 w 5158787"/>
              <a:gd name="connsiteY2723" fmla="*/ 4078535 h 4489084"/>
              <a:gd name="connsiteX2724" fmla="*/ 3379435 w 5158787"/>
              <a:gd name="connsiteY2724" fmla="*/ 4078535 h 4489084"/>
              <a:gd name="connsiteX2725" fmla="*/ 3377954 w 5158787"/>
              <a:gd name="connsiteY2725" fmla="*/ 4077706 h 4489084"/>
              <a:gd name="connsiteX2726" fmla="*/ 3365932 w 5158787"/>
              <a:gd name="connsiteY2726" fmla="*/ 4056859 h 4489084"/>
              <a:gd name="connsiteX2727" fmla="*/ 3365932 w 5158787"/>
              <a:gd name="connsiteY2727" fmla="*/ 4055141 h 4489084"/>
              <a:gd name="connsiteX2728" fmla="*/ 3377954 w 5158787"/>
              <a:gd name="connsiteY2728" fmla="*/ 4034294 h 4489084"/>
              <a:gd name="connsiteX2729" fmla="*/ 3379435 w 5158787"/>
              <a:gd name="connsiteY2729" fmla="*/ 4033465 h 4489084"/>
              <a:gd name="connsiteX2730" fmla="*/ 3446893 w 5158787"/>
              <a:gd name="connsiteY2730" fmla="*/ 4033110 h 4489084"/>
              <a:gd name="connsiteX2731" fmla="*/ 3471294 w 5158787"/>
              <a:gd name="connsiteY2731" fmla="*/ 4033110 h 4489084"/>
              <a:gd name="connsiteX2732" fmla="*/ 3472774 w 5158787"/>
              <a:gd name="connsiteY2732" fmla="*/ 4033998 h 4489084"/>
              <a:gd name="connsiteX2733" fmla="*/ 3484975 w 5158787"/>
              <a:gd name="connsiteY2733" fmla="*/ 4055142 h 4489084"/>
              <a:gd name="connsiteX2734" fmla="*/ 3484975 w 5158787"/>
              <a:gd name="connsiteY2734" fmla="*/ 4056859 h 4489084"/>
              <a:gd name="connsiteX2735" fmla="*/ 3472774 w 5158787"/>
              <a:gd name="connsiteY2735" fmla="*/ 4078002 h 4489084"/>
              <a:gd name="connsiteX2736" fmla="*/ 3471294 w 5158787"/>
              <a:gd name="connsiteY2736" fmla="*/ 4078891 h 4489084"/>
              <a:gd name="connsiteX2737" fmla="*/ 3446893 w 5158787"/>
              <a:gd name="connsiteY2737" fmla="*/ 4078891 h 4489084"/>
              <a:gd name="connsiteX2738" fmla="*/ 3445412 w 5158787"/>
              <a:gd name="connsiteY2738" fmla="*/ 4078002 h 4489084"/>
              <a:gd name="connsiteX2739" fmla="*/ 3433212 w 5158787"/>
              <a:gd name="connsiteY2739" fmla="*/ 4056859 h 4489084"/>
              <a:gd name="connsiteX2740" fmla="*/ 3433212 w 5158787"/>
              <a:gd name="connsiteY2740" fmla="*/ 4055142 h 4489084"/>
              <a:gd name="connsiteX2741" fmla="*/ 3445412 w 5158787"/>
              <a:gd name="connsiteY2741" fmla="*/ 4033998 h 4489084"/>
              <a:gd name="connsiteX2742" fmla="*/ 3446893 w 5158787"/>
              <a:gd name="connsiteY2742" fmla="*/ 4033110 h 4489084"/>
              <a:gd name="connsiteX2743" fmla="*/ 5005047 w 5158787"/>
              <a:gd name="connsiteY2743" fmla="*/ 3979570 h 4489084"/>
              <a:gd name="connsiteX2744" fmla="*/ 5024058 w 5158787"/>
              <a:gd name="connsiteY2744" fmla="*/ 3979570 h 4489084"/>
              <a:gd name="connsiteX2745" fmla="*/ 5025242 w 5158787"/>
              <a:gd name="connsiteY2745" fmla="*/ 3980221 h 4489084"/>
              <a:gd name="connsiteX2746" fmla="*/ 5034718 w 5158787"/>
              <a:gd name="connsiteY2746" fmla="*/ 3996686 h 4489084"/>
              <a:gd name="connsiteX2747" fmla="*/ 5034718 w 5158787"/>
              <a:gd name="connsiteY2747" fmla="*/ 3998048 h 4489084"/>
              <a:gd name="connsiteX2748" fmla="*/ 5025242 w 5158787"/>
              <a:gd name="connsiteY2748" fmla="*/ 4014513 h 4489084"/>
              <a:gd name="connsiteX2749" fmla="*/ 5024058 w 5158787"/>
              <a:gd name="connsiteY2749" fmla="*/ 4015164 h 4489084"/>
              <a:gd name="connsiteX2750" fmla="*/ 5005047 w 5158787"/>
              <a:gd name="connsiteY2750" fmla="*/ 4015164 h 4489084"/>
              <a:gd name="connsiteX2751" fmla="*/ 5003862 w 5158787"/>
              <a:gd name="connsiteY2751" fmla="*/ 4014513 h 4489084"/>
              <a:gd name="connsiteX2752" fmla="*/ 4994386 w 5158787"/>
              <a:gd name="connsiteY2752" fmla="*/ 3998048 h 4489084"/>
              <a:gd name="connsiteX2753" fmla="*/ 4994386 w 5158787"/>
              <a:gd name="connsiteY2753" fmla="*/ 3996686 h 4489084"/>
              <a:gd name="connsiteX2754" fmla="*/ 5003862 w 5158787"/>
              <a:gd name="connsiteY2754" fmla="*/ 3980221 h 4489084"/>
              <a:gd name="connsiteX2755" fmla="*/ 5005047 w 5158787"/>
              <a:gd name="connsiteY2755" fmla="*/ 3979570 h 4489084"/>
              <a:gd name="connsiteX2756" fmla="*/ 4125731 w 5158787"/>
              <a:gd name="connsiteY2756" fmla="*/ 3979274 h 4489084"/>
              <a:gd name="connsiteX2757" fmla="*/ 4145038 w 5158787"/>
              <a:gd name="connsiteY2757" fmla="*/ 3979274 h 4489084"/>
              <a:gd name="connsiteX2758" fmla="*/ 4146223 w 5158787"/>
              <a:gd name="connsiteY2758" fmla="*/ 3979985 h 4489084"/>
              <a:gd name="connsiteX2759" fmla="*/ 4155877 w 5158787"/>
              <a:gd name="connsiteY2759" fmla="*/ 3996745 h 4489084"/>
              <a:gd name="connsiteX2760" fmla="*/ 4155877 w 5158787"/>
              <a:gd name="connsiteY2760" fmla="*/ 3998108 h 4489084"/>
              <a:gd name="connsiteX2761" fmla="*/ 4146223 w 5158787"/>
              <a:gd name="connsiteY2761" fmla="*/ 4014868 h 4489084"/>
              <a:gd name="connsiteX2762" fmla="*/ 4145038 w 5158787"/>
              <a:gd name="connsiteY2762" fmla="*/ 4015579 h 4489084"/>
              <a:gd name="connsiteX2763" fmla="*/ 4125731 w 5158787"/>
              <a:gd name="connsiteY2763" fmla="*/ 4015579 h 4489084"/>
              <a:gd name="connsiteX2764" fmla="*/ 4124547 w 5158787"/>
              <a:gd name="connsiteY2764" fmla="*/ 4014868 h 4489084"/>
              <a:gd name="connsiteX2765" fmla="*/ 4114893 w 5158787"/>
              <a:gd name="connsiteY2765" fmla="*/ 3998108 h 4489084"/>
              <a:gd name="connsiteX2766" fmla="*/ 4114893 w 5158787"/>
              <a:gd name="connsiteY2766" fmla="*/ 3996745 h 4489084"/>
              <a:gd name="connsiteX2767" fmla="*/ 4124547 w 5158787"/>
              <a:gd name="connsiteY2767" fmla="*/ 3979985 h 4489084"/>
              <a:gd name="connsiteX2768" fmla="*/ 4125731 w 5158787"/>
              <a:gd name="connsiteY2768" fmla="*/ 3979274 h 4489084"/>
              <a:gd name="connsiteX2769" fmla="*/ 4396093 w 5158787"/>
              <a:gd name="connsiteY2769" fmla="*/ 3979038 h 4489084"/>
              <a:gd name="connsiteX2770" fmla="*/ 4415638 w 5158787"/>
              <a:gd name="connsiteY2770" fmla="*/ 3979038 h 4489084"/>
              <a:gd name="connsiteX2771" fmla="*/ 4416822 w 5158787"/>
              <a:gd name="connsiteY2771" fmla="*/ 3979749 h 4489084"/>
              <a:gd name="connsiteX2772" fmla="*/ 4426594 w 5158787"/>
              <a:gd name="connsiteY2772" fmla="*/ 3996687 h 4489084"/>
              <a:gd name="connsiteX2773" fmla="*/ 4426594 w 5158787"/>
              <a:gd name="connsiteY2773" fmla="*/ 3998049 h 4489084"/>
              <a:gd name="connsiteX2774" fmla="*/ 4416822 w 5158787"/>
              <a:gd name="connsiteY2774" fmla="*/ 4014987 h 4489084"/>
              <a:gd name="connsiteX2775" fmla="*/ 4415638 w 5158787"/>
              <a:gd name="connsiteY2775" fmla="*/ 4015698 h 4489084"/>
              <a:gd name="connsiteX2776" fmla="*/ 4396093 w 5158787"/>
              <a:gd name="connsiteY2776" fmla="*/ 4015698 h 4489084"/>
              <a:gd name="connsiteX2777" fmla="*/ 4394909 w 5158787"/>
              <a:gd name="connsiteY2777" fmla="*/ 4014987 h 4489084"/>
              <a:gd name="connsiteX2778" fmla="*/ 4385137 w 5158787"/>
              <a:gd name="connsiteY2778" fmla="*/ 3998049 h 4489084"/>
              <a:gd name="connsiteX2779" fmla="*/ 4385137 w 5158787"/>
              <a:gd name="connsiteY2779" fmla="*/ 3996687 h 4489084"/>
              <a:gd name="connsiteX2780" fmla="*/ 4394909 w 5158787"/>
              <a:gd name="connsiteY2780" fmla="*/ 3979749 h 4489084"/>
              <a:gd name="connsiteX2781" fmla="*/ 4396093 w 5158787"/>
              <a:gd name="connsiteY2781" fmla="*/ 3979038 h 4489084"/>
              <a:gd name="connsiteX2782" fmla="*/ 4463670 w 5158787"/>
              <a:gd name="connsiteY2782" fmla="*/ 3978978 h 4489084"/>
              <a:gd name="connsiteX2783" fmla="*/ 4483332 w 5158787"/>
              <a:gd name="connsiteY2783" fmla="*/ 3978978 h 4489084"/>
              <a:gd name="connsiteX2784" fmla="*/ 4484517 w 5158787"/>
              <a:gd name="connsiteY2784" fmla="*/ 3979689 h 4489084"/>
              <a:gd name="connsiteX2785" fmla="*/ 4494348 w 5158787"/>
              <a:gd name="connsiteY2785" fmla="*/ 3996686 h 4489084"/>
              <a:gd name="connsiteX2786" fmla="*/ 4494348 w 5158787"/>
              <a:gd name="connsiteY2786" fmla="*/ 3998048 h 4489084"/>
              <a:gd name="connsiteX2787" fmla="*/ 4484517 w 5158787"/>
              <a:gd name="connsiteY2787" fmla="*/ 4015046 h 4489084"/>
              <a:gd name="connsiteX2788" fmla="*/ 4483332 w 5158787"/>
              <a:gd name="connsiteY2788" fmla="*/ 4015757 h 4489084"/>
              <a:gd name="connsiteX2789" fmla="*/ 4463670 w 5158787"/>
              <a:gd name="connsiteY2789" fmla="*/ 4015757 h 4489084"/>
              <a:gd name="connsiteX2790" fmla="*/ 4462485 w 5158787"/>
              <a:gd name="connsiteY2790" fmla="*/ 4015046 h 4489084"/>
              <a:gd name="connsiteX2791" fmla="*/ 4452654 w 5158787"/>
              <a:gd name="connsiteY2791" fmla="*/ 3998048 h 4489084"/>
              <a:gd name="connsiteX2792" fmla="*/ 4452654 w 5158787"/>
              <a:gd name="connsiteY2792" fmla="*/ 3996686 h 4489084"/>
              <a:gd name="connsiteX2793" fmla="*/ 4462485 w 5158787"/>
              <a:gd name="connsiteY2793" fmla="*/ 3979689 h 4489084"/>
              <a:gd name="connsiteX2794" fmla="*/ 4463670 w 5158787"/>
              <a:gd name="connsiteY2794" fmla="*/ 3978978 h 4489084"/>
              <a:gd name="connsiteX2795" fmla="*/ 4057859 w 5158787"/>
              <a:gd name="connsiteY2795" fmla="*/ 3978860 h 4489084"/>
              <a:gd name="connsiteX2796" fmla="*/ 4077640 w 5158787"/>
              <a:gd name="connsiteY2796" fmla="*/ 3978860 h 4489084"/>
              <a:gd name="connsiteX2797" fmla="*/ 4078825 w 5158787"/>
              <a:gd name="connsiteY2797" fmla="*/ 3979571 h 4489084"/>
              <a:gd name="connsiteX2798" fmla="*/ 4088715 w 5158787"/>
              <a:gd name="connsiteY2798" fmla="*/ 3996687 h 4489084"/>
              <a:gd name="connsiteX2799" fmla="*/ 4088715 w 5158787"/>
              <a:gd name="connsiteY2799" fmla="*/ 3998108 h 4489084"/>
              <a:gd name="connsiteX2800" fmla="*/ 4078825 w 5158787"/>
              <a:gd name="connsiteY2800" fmla="*/ 4015224 h 4489084"/>
              <a:gd name="connsiteX2801" fmla="*/ 4077640 w 5158787"/>
              <a:gd name="connsiteY2801" fmla="*/ 4015935 h 4489084"/>
              <a:gd name="connsiteX2802" fmla="*/ 4057859 w 5158787"/>
              <a:gd name="connsiteY2802" fmla="*/ 4015935 h 4489084"/>
              <a:gd name="connsiteX2803" fmla="*/ 4056675 w 5158787"/>
              <a:gd name="connsiteY2803" fmla="*/ 4015224 h 4489084"/>
              <a:gd name="connsiteX2804" fmla="*/ 4046784 w 5158787"/>
              <a:gd name="connsiteY2804" fmla="*/ 3998108 h 4489084"/>
              <a:gd name="connsiteX2805" fmla="*/ 4046784 w 5158787"/>
              <a:gd name="connsiteY2805" fmla="*/ 3996687 h 4489084"/>
              <a:gd name="connsiteX2806" fmla="*/ 4056675 w 5158787"/>
              <a:gd name="connsiteY2806" fmla="*/ 3979571 h 4489084"/>
              <a:gd name="connsiteX2807" fmla="*/ 4057859 w 5158787"/>
              <a:gd name="connsiteY2807" fmla="*/ 3978860 h 4489084"/>
              <a:gd name="connsiteX2808" fmla="*/ 3990165 w 5158787"/>
              <a:gd name="connsiteY2808" fmla="*/ 3978623 h 4489084"/>
              <a:gd name="connsiteX2809" fmla="*/ 4010124 w 5158787"/>
              <a:gd name="connsiteY2809" fmla="*/ 3978623 h 4489084"/>
              <a:gd name="connsiteX2810" fmla="*/ 4011368 w 5158787"/>
              <a:gd name="connsiteY2810" fmla="*/ 3979334 h 4489084"/>
              <a:gd name="connsiteX2811" fmla="*/ 4021377 w 5158787"/>
              <a:gd name="connsiteY2811" fmla="*/ 3996627 h 4489084"/>
              <a:gd name="connsiteX2812" fmla="*/ 4021377 w 5158787"/>
              <a:gd name="connsiteY2812" fmla="*/ 3998049 h 4489084"/>
              <a:gd name="connsiteX2813" fmla="*/ 4011368 w 5158787"/>
              <a:gd name="connsiteY2813" fmla="*/ 4015343 h 4489084"/>
              <a:gd name="connsiteX2814" fmla="*/ 4010124 w 5158787"/>
              <a:gd name="connsiteY2814" fmla="*/ 4016053 h 4489084"/>
              <a:gd name="connsiteX2815" fmla="*/ 3990165 w 5158787"/>
              <a:gd name="connsiteY2815" fmla="*/ 4016053 h 4489084"/>
              <a:gd name="connsiteX2816" fmla="*/ 3988922 w 5158787"/>
              <a:gd name="connsiteY2816" fmla="*/ 4015343 h 4489084"/>
              <a:gd name="connsiteX2817" fmla="*/ 3978913 w 5158787"/>
              <a:gd name="connsiteY2817" fmla="*/ 3998049 h 4489084"/>
              <a:gd name="connsiteX2818" fmla="*/ 3978913 w 5158787"/>
              <a:gd name="connsiteY2818" fmla="*/ 3996627 h 4489084"/>
              <a:gd name="connsiteX2819" fmla="*/ 3988922 w 5158787"/>
              <a:gd name="connsiteY2819" fmla="*/ 3979334 h 4489084"/>
              <a:gd name="connsiteX2820" fmla="*/ 3990165 w 5158787"/>
              <a:gd name="connsiteY2820" fmla="*/ 3978623 h 4489084"/>
              <a:gd name="connsiteX2821" fmla="*/ 3922412 w 5158787"/>
              <a:gd name="connsiteY2821" fmla="*/ 3978445 h 4489084"/>
              <a:gd name="connsiteX2822" fmla="*/ 3942608 w 5158787"/>
              <a:gd name="connsiteY2822" fmla="*/ 3978445 h 4489084"/>
              <a:gd name="connsiteX2823" fmla="*/ 3943851 w 5158787"/>
              <a:gd name="connsiteY2823" fmla="*/ 3979156 h 4489084"/>
              <a:gd name="connsiteX2824" fmla="*/ 3953919 w 5158787"/>
              <a:gd name="connsiteY2824" fmla="*/ 3996627 h 4489084"/>
              <a:gd name="connsiteX2825" fmla="*/ 3953919 w 5158787"/>
              <a:gd name="connsiteY2825" fmla="*/ 3998048 h 4489084"/>
              <a:gd name="connsiteX2826" fmla="*/ 3943792 w 5158787"/>
              <a:gd name="connsiteY2826" fmla="*/ 4015520 h 4489084"/>
              <a:gd name="connsiteX2827" fmla="*/ 3942548 w 5158787"/>
              <a:gd name="connsiteY2827" fmla="*/ 4016231 h 4489084"/>
              <a:gd name="connsiteX2828" fmla="*/ 3922353 w 5158787"/>
              <a:gd name="connsiteY2828" fmla="*/ 4016231 h 4489084"/>
              <a:gd name="connsiteX2829" fmla="*/ 3921109 w 5158787"/>
              <a:gd name="connsiteY2829" fmla="*/ 4015520 h 4489084"/>
              <a:gd name="connsiteX2830" fmla="*/ 3911040 w 5158787"/>
              <a:gd name="connsiteY2830" fmla="*/ 3998048 h 4489084"/>
              <a:gd name="connsiteX2831" fmla="*/ 3911040 w 5158787"/>
              <a:gd name="connsiteY2831" fmla="*/ 3996627 h 4489084"/>
              <a:gd name="connsiteX2832" fmla="*/ 3921168 w 5158787"/>
              <a:gd name="connsiteY2832" fmla="*/ 3979156 h 4489084"/>
              <a:gd name="connsiteX2833" fmla="*/ 3922412 w 5158787"/>
              <a:gd name="connsiteY2833" fmla="*/ 3978445 h 4489084"/>
              <a:gd name="connsiteX2834" fmla="*/ 4260468 w 5158787"/>
              <a:gd name="connsiteY2834" fmla="*/ 3978327 h 4489084"/>
              <a:gd name="connsiteX2835" fmla="*/ 4280782 w 5158787"/>
              <a:gd name="connsiteY2835" fmla="*/ 3978327 h 4489084"/>
              <a:gd name="connsiteX2836" fmla="*/ 4282026 w 5158787"/>
              <a:gd name="connsiteY2836" fmla="*/ 3979038 h 4489084"/>
              <a:gd name="connsiteX2837" fmla="*/ 4292153 w 5158787"/>
              <a:gd name="connsiteY2837" fmla="*/ 3996627 h 4489084"/>
              <a:gd name="connsiteX2838" fmla="*/ 4292153 w 5158787"/>
              <a:gd name="connsiteY2838" fmla="*/ 3998049 h 4489084"/>
              <a:gd name="connsiteX2839" fmla="*/ 4281967 w 5158787"/>
              <a:gd name="connsiteY2839" fmla="*/ 4015639 h 4489084"/>
              <a:gd name="connsiteX2840" fmla="*/ 4280723 w 5158787"/>
              <a:gd name="connsiteY2840" fmla="*/ 4016349 h 4489084"/>
              <a:gd name="connsiteX2841" fmla="*/ 4260409 w 5158787"/>
              <a:gd name="connsiteY2841" fmla="*/ 4016349 h 4489084"/>
              <a:gd name="connsiteX2842" fmla="*/ 4259165 w 5158787"/>
              <a:gd name="connsiteY2842" fmla="*/ 4015639 h 4489084"/>
              <a:gd name="connsiteX2843" fmla="*/ 4249038 w 5158787"/>
              <a:gd name="connsiteY2843" fmla="*/ 3998049 h 4489084"/>
              <a:gd name="connsiteX2844" fmla="*/ 4249038 w 5158787"/>
              <a:gd name="connsiteY2844" fmla="*/ 3996627 h 4489084"/>
              <a:gd name="connsiteX2845" fmla="*/ 4259224 w 5158787"/>
              <a:gd name="connsiteY2845" fmla="*/ 3979038 h 4489084"/>
              <a:gd name="connsiteX2846" fmla="*/ 4260468 w 5158787"/>
              <a:gd name="connsiteY2846" fmla="*/ 3978327 h 4489084"/>
              <a:gd name="connsiteX2847" fmla="*/ 3178367 w 5158787"/>
              <a:gd name="connsiteY2847" fmla="*/ 3978327 h 4489084"/>
              <a:gd name="connsiteX2848" fmla="*/ 3198682 w 5158787"/>
              <a:gd name="connsiteY2848" fmla="*/ 3978327 h 4489084"/>
              <a:gd name="connsiteX2849" fmla="*/ 3199925 w 5158787"/>
              <a:gd name="connsiteY2849" fmla="*/ 3979038 h 4489084"/>
              <a:gd name="connsiteX2850" fmla="*/ 3210052 w 5158787"/>
              <a:gd name="connsiteY2850" fmla="*/ 3996627 h 4489084"/>
              <a:gd name="connsiteX2851" fmla="*/ 3210052 w 5158787"/>
              <a:gd name="connsiteY2851" fmla="*/ 3998049 h 4489084"/>
              <a:gd name="connsiteX2852" fmla="*/ 3199866 w 5158787"/>
              <a:gd name="connsiteY2852" fmla="*/ 4015639 h 4489084"/>
              <a:gd name="connsiteX2853" fmla="*/ 3198622 w 5158787"/>
              <a:gd name="connsiteY2853" fmla="*/ 4016349 h 4489084"/>
              <a:gd name="connsiteX2854" fmla="*/ 3178308 w 5158787"/>
              <a:gd name="connsiteY2854" fmla="*/ 4016349 h 4489084"/>
              <a:gd name="connsiteX2855" fmla="*/ 3177064 w 5158787"/>
              <a:gd name="connsiteY2855" fmla="*/ 4015639 h 4489084"/>
              <a:gd name="connsiteX2856" fmla="*/ 3166936 w 5158787"/>
              <a:gd name="connsiteY2856" fmla="*/ 3998049 h 4489084"/>
              <a:gd name="connsiteX2857" fmla="*/ 3166936 w 5158787"/>
              <a:gd name="connsiteY2857" fmla="*/ 3996627 h 4489084"/>
              <a:gd name="connsiteX2858" fmla="*/ 3177124 w 5158787"/>
              <a:gd name="connsiteY2858" fmla="*/ 3979038 h 4489084"/>
              <a:gd name="connsiteX2859" fmla="*/ 3178367 w 5158787"/>
              <a:gd name="connsiteY2859" fmla="*/ 3978327 h 4489084"/>
              <a:gd name="connsiteX2860" fmla="*/ 4530949 w 5158787"/>
              <a:gd name="connsiteY2860" fmla="*/ 3978208 h 4489084"/>
              <a:gd name="connsiteX2861" fmla="*/ 4551382 w 5158787"/>
              <a:gd name="connsiteY2861" fmla="*/ 3978208 h 4489084"/>
              <a:gd name="connsiteX2862" fmla="*/ 4552626 w 5158787"/>
              <a:gd name="connsiteY2862" fmla="*/ 3978919 h 4489084"/>
              <a:gd name="connsiteX2863" fmla="*/ 4562812 w 5158787"/>
              <a:gd name="connsiteY2863" fmla="*/ 3996627 h 4489084"/>
              <a:gd name="connsiteX2864" fmla="*/ 4562812 w 5158787"/>
              <a:gd name="connsiteY2864" fmla="*/ 3998048 h 4489084"/>
              <a:gd name="connsiteX2865" fmla="*/ 4552567 w 5158787"/>
              <a:gd name="connsiteY2865" fmla="*/ 4015757 h 4489084"/>
              <a:gd name="connsiteX2866" fmla="*/ 4551322 w 5158787"/>
              <a:gd name="connsiteY2866" fmla="*/ 4016467 h 4489084"/>
              <a:gd name="connsiteX2867" fmla="*/ 4530890 w 5158787"/>
              <a:gd name="connsiteY2867" fmla="*/ 4016467 h 4489084"/>
              <a:gd name="connsiteX2868" fmla="*/ 4529647 w 5158787"/>
              <a:gd name="connsiteY2868" fmla="*/ 4015757 h 4489084"/>
              <a:gd name="connsiteX2869" fmla="*/ 4519459 w 5158787"/>
              <a:gd name="connsiteY2869" fmla="*/ 3998048 h 4489084"/>
              <a:gd name="connsiteX2870" fmla="*/ 4519459 w 5158787"/>
              <a:gd name="connsiteY2870" fmla="*/ 3996627 h 4489084"/>
              <a:gd name="connsiteX2871" fmla="*/ 4529706 w 5158787"/>
              <a:gd name="connsiteY2871" fmla="*/ 3978919 h 4489084"/>
              <a:gd name="connsiteX2872" fmla="*/ 4530949 w 5158787"/>
              <a:gd name="connsiteY2872" fmla="*/ 3978208 h 4489084"/>
              <a:gd name="connsiteX2873" fmla="*/ 4327866 w 5158787"/>
              <a:gd name="connsiteY2873" fmla="*/ 3977853 h 4489084"/>
              <a:gd name="connsiteX2874" fmla="*/ 4348713 w 5158787"/>
              <a:gd name="connsiteY2874" fmla="*/ 3977853 h 4489084"/>
              <a:gd name="connsiteX2875" fmla="*/ 4350016 w 5158787"/>
              <a:gd name="connsiteY2875" fmla="*/ 3978564 h 4489084"/>
              <a:gd name="connsiteX2876" fmla="*/ 4360440 w 5158787"/>
              <a:gd name="connsiteY2876" fmla="*/ 3996627 h 4489084"/>
              <a:gd name="connsiteX2877" fmla="*/ 4360440 w 5158787"/>
              <a:gd name="connsiteY2877" fmla="*/ 3998108 h 4489084"/>
              <a:gd name="connsiteX2878" fmla="*/ 4350016 w 5158787"/>
              <a:gd name="connsiteY2878" fmla="*/ 4016171 h 4489084"/>
              <a:gd name="connsiteX2879" fmla="*/ 4348713 w 5158787"/>
              <a:gd name="connsiteY2879" fmla="*/ 4016882 h 4489084"/>
              <a:gd name="connsiteX2880" fmla="*/ 4327866 w 5158787"/>
              <a:gd name="connsiteY2880" fmla="*/ 4016882 h 4489084"/>
              <a:gd name="connsiteX2881" fmla="*/ 4326563 w 5158787"/>
              <a:gd name="connsiteY2881" fmla="*/ 4016171 h 4489084"/>
              <a:gd name="connsiteX2882" fmla="*/ 4316139 w 5158787"/>
              <a:gd name="connsiteY2882" fmla="*/ 3998108 h 4489084"/>
              <a:gd name="connsiteX2883" fmla="*/ 4316139 w 5158787"/>
              <a:gd name="connsiteY2883" fmla="*/ 3996627 h 4489084"/>
              <a:gd name="connsiteX2884" fmla="*/ 4326563 w 5158787"/>
              <a:gd name="connsiteY2884" fmla="*/ 3978564 h 4489084"/>
              <a:gd name="connsiteX2885" fmla="*/ 4327866 w 5158787"/>
              <a:gd name="connsiteY2885" fmla="*/ 3977853 h 4489084"/>
              <a:gd name="connsiteX2886" fmla="*/ 4192299 w 5158787"/>
              <a:gd name="connsiteY2886" fmla="*/ 3977320 h 4489084"/>
              <a:gd name="connsiteX2887" fmla="*/ 4213739 w 5158787"/>
              <a:gd name="connsiteY2887" fmla="*/ 3977320 h 4489084"/>
              <a:gd name="connsiteX2888" fmla="*/ 4215042 w 5158787"/>
              <a:gd name="connsiteY2888" fmla="*/ 3978090 h 4489084"/>
              <a:gd name="connsiteX2889" fmla="*/ 4225762 w 5158787"/>
              <a:gd name="connsiteY2889" fmla="*/ 3996627 h 4489084"/>
              <a:gd name="connsiteX2890" fmla="*/ 4225762 w 5158787"/>
              <a:gd name="connsiteY2890" fmla="*/ 3998167 h 4489084"/>
              <a:gd name="connsiteX2891" fmla="*/ 4215042 w 5158787"/>
              <a:gd name="connsiteY2891" fmla="*/ 4016705 h 4489084"/>
              <a:gd name="connsiteX2892" fmla="*/ 4213739 w 5158787"/>
              <a:gd name="connsiteY2892" fmla="*/ 4017475 h 4489084"/>
              <a:gd name="connsiteX2893" fmla="*/ 4192299 w 5158787"/>
              <a:gd name="connsiteY2893" fmla="*/ 4017475 h 4489084"/>
              <a:gd name="connsiteX2894" fmla="*/ 4190997 w 5158787"/>
              <a:gd name="connsiteY2894" fmla="*/ 4016705 h 4489084"/>
              <a:gd name="connsiteX2895" fmla="*/ 4180277 w 5158787"/>
              <a:gd name="connsiteY2895" fmla="*/ 3998167 h 4489084"/>
              <a:gd name="connsiteX2896" fmla="*/ 4180277 w 5158787"/>
              <a:gd name="connsiteY2896" fmla="*/ 3996627 h 4489084"/>
              <a:gd name="connsiteX2897" fmla="*/ 4190997 w 5158787"/>
              <a:gd name="connsiteY2897" fmla="*/ 3978090 h 4489084"/>
              <a:gd name="connsiteX2898" fmla="*/ 4192299 w 5158787"/>
              <a:gd name="connsiteY2898" fmla="*/ 3977320 h 4489084"/>
              <a:gd name="connsiteX2899" fmla="*/ 3786490 w 5158787"/>
              <a:gd name="connsiteY2899" fmla="*/ 3977202 h 4489084"/>
              <a:gd name="connsiteX2900" fmla="*/ 3807988 w 5158787"/>
              <a:gd name="connsiteY2900" fmla="*/ 3977202 h 4489084"/>
              <a:gd name="connsiteX2901" fmla="*/ 3809292 w 5158787"/>
              <a:gd name="connsiteY2901" fmla="*/ 3977972 h 4489084"/>
              <a:gd name="connsiteX2902" fmla="*/ 3820071 w 5158787"/>
              <a:gd name="connsiteY2902" fmla="*/ 3996628 h 4489084"/>
              <a:gd name="connsiteX2903" fmla="*/ 3820071 w 5158787"/>
              <a:gd name="connsiteY2903" fmla="*/ 3998168 h 4489084"/>
              <a:gd name="connsiteX2904" fmla="*/ 3809292 w 5158787"/>
              <a:gd name="connsiteY2904" fmla="*/ 4016824 h 4489084"/>
              <a:gd name="connsiteX2905" fmla="*/ 3807988 w 5158787"/>
              <a:gd name="connsiteY2905" fmla="*/ 4017593 h 4489084"/>
              <a:gd name="connsiteX2906" fmla="*/ 3786490 w 5158787"/>
              <a:gd name="connsiteY2906" fmla="*/ 4017593 h 4489084"/>
              <a:gd name="connsiteX2907" fmla="*/ 3785187 w 5158787"/>
              <a:gd name="connsiteY2907" fmla="*/ 4016824 h 4489084"/>
              <a:gd name="connsiteX2908" fmla="*/ 3774408 w 5158787"/>
              <a:gd name="connsiteY2908" fmla="*/ 3998168 h 4489084"/>
              <a:gd name="connsiteX2909" fmla="*/ 3774408 w 5158787"/>
              <a:gd name="connsiteY2909" fmla="*/ 3996628 h 4489084"/>
              <a:gd name="connsiteX2910" fmla="*/ 3785187 w 5158787"/>
              <a:gd name="connsiteY2910" fmla="*/ 3977972 h 4489084"/>
              <a:gd name="connsiteX2911" fmla="*/ 3786490 w 5158787"/>
              <a:gd name="connsiteY2911" fmla="*/ 3977202 h 4489084"/>
              <a:gd name="connsiteX2912" fmla="*/ 4597932 w 5158787"/>
              <a:gd name="connsiteY2912" fmla="*/ 3977024 h 4489084"/>
              <a:gd name="connsiteX2913" fmla="*/ 4619668 w 5158787"/>
              <a:gd name="connsiteY2913" fmla="*/ 3977024 h 4489084"/>
              <a:gd name="connsiteX2914" fmla="*/ 4620971 w 5158787"/>
              <a:gd name="connsiteY2914" fmla="*/ 3977794 h 4489084"/>
              <a:gd name="connsiteX2915" fmla="*/ 4631810 w 5158787"/>
              <a:gd name="connsiteY2915" fmla="*/ 3996627 h 4489084"/>
              <a:gd name="connsiteX2916" fmla="*/ 4631810 w 5158787"/>
              <a:gd name="connsiteY2916" fmla="*/ 3998167 h 4489084"/>
              <a:gd name="connsiteX2917" fmla="*/ 4620912 w 5158787"/>
              <a:gd name="connsiteY2917" fmla="*/ 4017001 h 4489084"/>
              <a:gd name="connsiteX2918" fmla="*/ 4619609 w 5158787"/>
              <a:gd name="connsiteY2918" fmla="*/ 4017771 h 4489084"/>
              <a:gd name="connsiteX2919" fmla="*/ 4597874 w 5158787"/>
              <a:gd name="connsiteY2919" fmla="*/ 4017771 h 4489084"/>
              <a:gd name="connsiteX2920" fmla="*/ 4596570 w 5158787"/>
              <a:gd name="connsiteY2920" fmla="*/ 4017001 h 4489084"/>
              <a:gd name="connsiteX2921" fmla="*/ 4585732 w 5158787"/>
              <a:gd name="connsiteY2921" fmla="*/ 3998167 h 4489084"/>
              <a:gd name="connsiteX2922" fmla="*/ 4585732 w 5158787"/>
              <a:gd name="connsiteY2922" fmla="*/ 3996627 h 4489084"/>
              <a:gd name="connsiteX2923" fmla="*/ 4596630 w 5158787"/>
              <a:gd name="connsiteY2923" fmla="*/ 3977794 h 4489084"/>
              <a:gd name="connsiteX2924" fmla="*/ 4597932 w 5158787"/>
              <a:gd name="connsiteY2924" fmla="*/ 3977024 h 4489084"/>
              <a:gd name="connsiteX2925" fmla="*/ 3854006 w 5158787"/>
              <a:gd name="connsiteY2925" fmla="*/ 3977024 h 4489084"/>
              <a:gd name="connsiteX2926" fmla="*/ 3875742 w 5158787"/>
              <a:gd name="connsiteY2926" fmla="*/ 3977024 h 4489084"/>
              <a:gd name="connsiteX2927" fmla="*/ 3877045 w 5158787"/>
              <a:gd name="connsiteY2927" fmla="*/ 3977794 h 4489084"/>
              <a:gd name="connsiteX2928" fmla="*/ 3887884 w 5158787"/>
              <a:gd name="connsiteY2928" fmla="*/ 3996627 h 4489084"/>
              <a:gd name="connsiteX2929" fmla="*/ 3887884 w 5158787"/>
              <a:gd name="connsiteY2929" fmla="*/ 3998167 h 4489084"/>
              <a:gd name="connsiteX2930" fmla="*/ 3876986 w 5158787"/>
              <a:gd name="connsiteY2930" fmla="*/ 4017001 h 4489084"/>
              <a:gd name="connsiteX2931" fmla="*/ 3875683 w 5158787"/>
              <a:gd name="connsiteY2931" fmla="*/ 4017771 h 4489084"/>
              <a:gd name="connsiteX2932" fmla="*/ 3853947 w 5158787"/>
              <a:gd name="connsiteY2932" fmla="*/ 4017771 h 4489084"/>
              <a:gd name="connsiteX2933" fmla="*/ 3852644 w 5158787"/>
              <a:gd name="connsiteY2933" fmla="*/ 4017001 h 4489084"/>
              <a:gd name="connsiteX2934" fmla="*/ 3841806 w 5158787"/>
              <a:gd name="connsiteY2934" fmla="*/ 3998167 h 4489084"/>
              <a:gd name="connsiteX2935" fmla="*/ 3841806 w 5158787"/>
              <a:gd name="connsiteY2935" fmla="*/ 3996627 h 4489084"/>
              <a:gd name="connsiteX2936" fmla="*/ 3852704 w 5158787"/>
              <a:gd name="connsiteY2936" fmla="*/ 3977794 h 4489084"/>
              <a:gd name="connsiteX2937" fmla="*/ 3854006 w 5158787"/>
              <a:gd name="connsiteY2937" fmla="*/ 3977024 h 4489084"/>
              <a:gd name="connsiteX2938" fmla="*/ 4665449 w 5158787"/>
              <a:gd name="connsiteY2938" fmla="*/ 3976787 h 4489084"/>
              <a:gd name="connsiteX2939" fmla="*/ 4687422 w 5158787"/>
              <a:gd name="connsiteY2939" fmla="*/ 3976787 h 4489084"/>
              <a:gd name="connsiteX2940" fmla="*/ 4688784 w 5158787"/>
              <a:gd name="connsiteY2940" fmla="*/ 3977557 h 4489084"/>
              <a:gd name="connsiteX2941" fmla="*/ 4699741 w 5158787"/>
              <a:gd name="connsiteY2941" fmla="*/ 3996568 h 4489084"/>
              <a:gd name="connsiteX2942" fmla="*/ 4699741 w 5158787"/>
              <a:gd name="connsiteY2942" fmla="*/ 3998108 h 4489084"/>
              <a:gd name="connsiteX2943" fmla="*/ 4688725 w 5158787"/>
              <a:gd name="connsiteY2943" fmla="*/ 4017119 h 4489084"/>
              <a:gd name="connsiteX2944" fmla="*/ 4687363 w 5158787"/>
              <a:gd name="connsiteY2944" fmla="*/ 4017889 h 4489084"/>
              <a:gd name="connsiteX2945" fmla="*/ 4665390 w 5158787"/>
              <a:gd name="connsiteY2945" fmla="*/ 4017889 h 4489084"/>
              <a:gd name="connsiteX2946" fmla="*/ 4664028 w 5158787"/>
              <a:gd name="connsiteY2946" fmla="*/ 4017119 h 4489084"/>
              <a:gd name="connsiteX2947" fmla="*/ 4653071 w 5158787"/>
              <a:gd name="connsiteY2947" fmla="*/ 3998108 h 4489084"/>
              <a:gd name="connsiteX2948" fmla="*/ 4653071 w 5158787"/>
              <a:gd name="connsiteY2948" fmla="*/ 3996568 h 4489084"/>
              <a:gd name="connsiteX2949" fmla="*/ 4664087 w 5158787"/>
              <a:gd name="connsiteY2949" fmla="*/ 3977557 h 4489084"/>
              <a:gd name="connsiteX2950" fmla="*/ 4665449 w 5158787"/>
              <a:gd name="connsiteY2950" fmla="*/ 3976787 h 4489084"/>
              <a:gd name="connsiteX2951" fmla="*/ 3245113 w 5158787"/>
              <a:gd name="connsiteY2951" fmla="*/ 3976668 h 4489084"/>
              <a:gd name="connsiteX2952" fmla="*/ 3267204 w 5158787"/>
              <a:gd name="connsiteY2952" fmla="*/ 3976668 h 4489084"/>
              <a:gd name="connsiteX2953" fmla="*/ 3268566 w 5158787"/>
              <a:gd name="connsiteY2953" fmla="*/ 3977438 h 4489084"/>
              <a:gd name="connsiteX2954" fmla="*/ 3279582 w 5158787"/>
              <a:gd name="connsiteY2954" fmla="*/ 3996568 h 4489084"/>
              <a:gd name="connsiteX2955" fmla="*/ 3279582 w 5158787"/>
              <a:gd name="connsiteY2955" fmla="*/ 3998107 h 4489084"/>
              <a:gd name="connsiteX2956" fmla="*/ 3268507 w 5158787"/>
              <a:gd name="connsiteY2956" fmla="*/ 4017237 h 4489084"/>
              <a:gd name="connsiteX2957" fmla="*/ 3267145 w 5158787"/>
              <a:gd name="connsiteY2957" fmla="*/ 4018007 h 4489084"/>
              <a:gd name="connsiteX2958" fmla="*/ 3245054 w 5158787"/>
              <a:gd name="connsiteY2958" fmla="*/ 4018007 h 4489084"/>
              <a:gd name="connsiteX2959" fmla="*/ 3243692 w 5158787"/>
              <a:gd name="connsiteY2959" fmla="*/ 4017237 h 4489084"/>
              <a:gd name="connsiteX2960" fmla="*/ 3232676 w 5158787"/>
              <a:gd name="connsiteY2960" fmla="*/ 3998107 h 4489084"/>
              <a:gd name="connsiteX2961" fmla="*/ 3232676 w 5158787"/>
              <a:gd name="connsiteY2961" fmla="*/ 3996568 h 4489084"/>
              <a:gd name="connsiteX2962" fmla="*/ 3243751 w 5158787"/>
              <a:gd name="connsiteY2962" fmla="*/ 3977438 h 4489084"/>
              <a:gd name="connsiteX2963" fmla="*/ 3245113 w 5158787"/>
              <a:gd name="connsiteY2963" fmla="*/ 3976668 h 4489084"/>
              <a:gd name="connsiteX2964" fmla="*/ 4935811 w 5158787"/>
              <a:gd name="connsiteY2964" fmla="*/ 3976609 h 4489084"/>
              <a:gd name="connsiteX2965" fmla="*/ 4958021 w 5158787"/>
              <a:gd name="connsiteY2965" fmla="*/ 3976609 h 4489084"/>
              <a:gd name="connsiteX2966" fmla="*/ 4959383 w 5158787"/>
              <a:gd name="connsiteY2966" fmla="*/ 3977379 h 4489084"/>
              <a:gd name="connsiteX2967" fmla="*/ 4970458 w 5158787"/>
              <a:gd name="connsiteY2967" fmla="*/ 3996627 h 4489084"/>
              <a:gd name="connsiteX2968" fmla="*/ 4970458 w 5158787"/>
              <a:gd name="connsiteY2968" fmla="*/ 3998167 h 4489084"/>
              <a:gd name="connsiteX2969" fmla="*/ 4959383 w 5158787"/>
              <a:gd name="connsiteY2969" fmla="*/ 4017415 h 4489084"/>
              <a:gd name="connsiteX2970" fmla="*/ 4958021 w 5158787"/>
              <a:gd name="connsiteY2970" fmla="*/ 4018185 h 4489084"/>
              <a:gd name="connsiteX2971" fmla="*/ 4935811 w 5158787"/>
              <a:gd name="connsiteY2971" fmla="*/ 4018185 h 4489084"/>
              <a:gd name="connsiteX2972" fmla="*/ 4934449 w 5158787"/>
              <a:gd name="connsiteY2972" fmla="*/ 4017415 h 4489084"/>
              <a:gd name="connsiteX2973" fmla="*/ 4923374 w 5158787"/>
              <a:gd name="connsiteY2973" fmla="*/ 3998167 h 4489084"/>
              <a:gd name="connsiteX2974" fmla="*/ 4923374 w 5158787"/>
              <a:gd name="connsiteY2974" fmla="*/ 3996627 h 4489084"/>
              <a:gd name="connsiteX2975" fmla="*/ 4934449 w 5158787"/>
              <a:gd name="connsiteY2975" fmla="*/ 3977379 h 4489084"/>
              <a:gd name="connsiteX2976" fmla="*/ 4935811 w 5158787"/>
              <a:gd name="connsiteY2976" fmla="*/ 3976609 h 4489084"/>
              <a:gd name="connsiteX2977" fmla="*/ 4732906 w 5158787"/>
              <a:gd name="connsiteY2977" fmla="*/ 3976609 h 4489084"/>
              <a:gd name="connsiteX2978" fmla="*/ 4755116 w 5158787"/>
              <a:gd name="connsiteY2978" fmla="*/ 3976609 h 4489084"/>
              <a:gd name="connsiteX2979" fmla="*/ 4756478 w 5158787"/>
              <a:gd name="connsiteY2979" fmla="*/ 3977379 h 4489084"/>
              <a:gd name="connsiteX2980" fmla="*/ 4767553 w 5158787"/>
              <a:gd name="connsiteY2980" fmla="*/ 3996627 h 4489084"/>
              <a:gd name="connsiteX2981" fmla="*/ 4767553 w 5158787"/>
              <a:gd name="connsiteY2981" fmla="*/ 3998167 h 4489084"/>
              <a:gd name="connsiteX2982" fmla="*/ 4756478 w 5158787"/>
              <a:gd name="connsiteY2982" fmla="*/ 4017415 h 4489084"/>
              <a:gd name="connsiteX2983" fmla="*/ 4755116 w 5158787"/>
              <a:gd name="connsiteY2983" fmla="*/ 4018185 h 4489084"/>
              <a:gd name="connsiteX2984" fmla="*/ 4732906 w 5158787"/>
              <a:gd name="connsiteY2984" fmla="*/ 4018185 h 4489084"/>
              <a:gd name="connsiteX2985" fmla="*/ 4731544 w 5158787"/>
              <a:gd name="connsiteY2985" fmla="*/ 4017415 h 4489084"/>
              <a:gd name="connsiteX2986" fmla="*/ 4720469 w 5158787"/>
              <a:gd name="connsiteY2986" fmla="*/ 3998167 h 4489084"/>
              <a:gd name="connsiteX2987" fmla="*/ 4720469 w 5158787"/>
              <a:gd name="connsiteY2987" fmla="*/ 3996627 h 4489084"/>
              <a:gd name="connsiteX2988" fmla="*/ 4731544 w 5158787"/>
              <a:gd name="connsiteY2988" fmla="*/ 3977379 h 4489084"/>
              <a:gd name="connsiteX2989" fmla="*/ 4732906 w 5158787"/>
              <a:gd name="connsiteY2989" fmla="*/ 3976609 h 4489084"/>
              <a:gd name="connsiteX2990" fmla="*/ 3650864 w 5158787"/>
              <a:gd name="connsiteY2990" fmla="*/ 3976609 h 4489084"/>
              <a:gd name="connsiteX2991" fmla="*/ 3673074 w 5158787"/>
              <a:gd name="connsiteY2991" fmla="*/ 3976609 h 4489084"/>
              <a:gd name="connsiteX2992" fmla="*/ 3674436 w 5158787"/>
              <a:gd name="connsiteY2992" fmla="*/ 3977379 h 4489084"/>
              <a:gd name="connsiteX2993" fmla="*/ 3685511 w 5158787"/>
              <a:gd name="connsiteY2993" fmla="*/ 3996627 h 4489084"/>
              <a:gd name="connsiteX2994" fmla="*/ 3685511 w 5158787"/>
              <a:gd name="connsiteY2994" fmla="*/ 3998167 h 4489084"/>
              <a:gd name="connsiteX2995" fmla="*/ 3674436 w 5158787"/>
              <a:gd name="connsiteY2995" fmla="*/ 4017415 h 4489084"/>
              <a:gd name="connsiteX2996" fmla="*/ 3673074 w 5158787"/>
              <a:gd name="connsiteY2996" fmla="*/ 4018185 h 4489084"/>
              <a:gd name="connsiteX2997" fmla="*/ 3650864 w 5158787"/>
              <a:gd name="connsiteY2997" fmla="*/ 4018185 h 4489084"/>
              <a:gd name="connsiteX2998" fmla="*/ 3649502 w 5158787"/>
              <a:gd name="connsiteY2998" fmla="*/ 4017415 h 4489084"/>
              <a:gd name="connsiteX2999" fmla="*/ 3638427 w 5158787"/>
              <a:gd name="connsiteY2999" fmla="*/ 3998167 h 4489084"/>
              <a:gd name="connsiteX3000" fmla="*/ 3638427 w 5158787"/>
              <a:gd name="connsiteY3000" fmla="*/ 3996627 h 4489084"/>
              <a:gd name="connsiteX3001" fmla="*/ 3649502 w 5158787"/>
              <a:gd name="connsiteY3001" fmla="*/ 3977379 h 4489084"/>
              <a:gd name="connsiteX3002" fmla="*/ 3650864 w 5158787"/>
              <a:gd name="connsiteY3002" fmla="*/ 3976609 h 4489084"/>
              <a:gd name="connsiteX3003" fmla="*/ 4800423 w 5158787"/>
              <a:gd name="connsiteY3003" fmla="*/ 3976254 h 4489084"/>
              <a:gd name="connsiteX3004" fmla="*/ 4822929 w 5158787"/>
              <a:gd name="connsiteY3004" fmla="*/ 3976254 h 4489084"/>
              <a:gd name="connsiteX3005" fmla="*/ 4824291 w 5158787"/>
              <a:gd name="connsiteY3005" fmla="*/ 3977024 h 4489084"/>
              <a:gd name="connsiteX3006" fmla="*/ 4835543 w 5158787"/>
              <a:gd name="connsiteY3006" fmla="*/ 3996509 h 4489084"/>
              <a:gd name="connsiteX3007" fmla="*/ 4835543 w 5158787"/>
              <a:gd name="connsiteY3007" fmla="*/ 3998108 h 4489084"/>
              <a:gd name="connsiteX3008" fmla="*/ 4824291 w 5158787"/>
              <a:gd name="connsiteY3008" fmla="*/ 4017593 h 4489084"/>
              <a:gd name="connsiteX3009" fmla="*/ 4822929 w 5158787"/>
              <a:gd name="connsiteY3009" fmla="*/ 4018363 h 4489084"/>
              <a:gd name="connsiteX3010" fmla="*/ 4800423 w 5158787"/>
              <a:gd name="connsiteY3010" fmla="*/ 4018363 h 4489084"/>
              <a:gd name="connsiteX3011" fmla="*/ 4799061 w 5158787"/>
              <a:gd name="connsiteY3011" fmla="*/ 4017593 h 4489084"/>
              <a:gd name="connsiteX3012" fmla="*/ 4787808 w 5158787"/>
              <a:gd name="connsiteY3012" fmla="*/ 3998108 h 4489084"/>
              <a:gd name="connsiteX3013" fmla="*/ 4787808 w 5158787"/>
              <a:gd name="connsiteY3013" fmla="*/ 3996509 h 4489084"/>
              <a:gd name="connsiteX3014" fmla="*/ 4799061 w 5158787"/>
              <a:gd name="connsiteY3014" fmla="*/ 3977024 h 4489084"/>
              <a:gd name="connsiteX3015" fmla="*/ 4800423 w 5158787"/>
              <a:gd name="connsiteY3015" fmla="*/ 3976254 h 4489084"/>
              <a:gd name="connsiteX3016" fmla="*/ 3515417 w 5158787"/>
              <a:gd name="connsiteY3016" fmla="*/ 3976194 h 4489084"/>
              <a:gd name="connsiteX3017" fmla="*/ 3538040 w 5158787"/>
              <a:gd name="connsiteY3017" fmla="*/ 3976194 h 4489084"/>
              <a:gd name="connsiteX3018" fmla="*/ 3539402 w 5158787"/>
              <a:gd name="connsiteY3018" fmla="*/ 3977023 h 4489084"/>
              <a:gd name="connsiteX3019" fmla="*/ 3550714 w 5158787"/>
              <a:gd name="connsiteY3019" fmla="*/ 3996627 h 4489084"/>
              <a:gd name="connsiteX3020" fmla="*/ 3550714 w 5158787"/>
              <a:gd name="connsiteY3020" fmla="*/ 3998226 h 4489084"/>
              <a:gd name="connsiteX3021" fmla="*/ 3539402 w 5158787"/>
              <a:gd name="connsiteY3021" fmla="*/ 4017829 h 4489084"/>
              <a:gd name="connsiteX3022" fmla="*/ 3538040 w 5158787"/>
              <a:gd name="connsiteY3022" fmla="*/ 4018659 h 4489084"/>
              <a:gd name="connsiteX3023" fmla="*/ 3515417 w 5158787"/>
              <a:gd name="connsiteY3023" fmla="*/ 4018659 h 4489084"/>
              <a:gd name="connsiteX3024" fmla="*/ 3514055 w 5158787"/>
              <a:gd name="connsiteY3024" fmla="*/ 4017829 h 4489084"/>
              <a:gd name="connsiteX3025" fmla="*/ 3502742 w 5158787"/>
              <a:gd name="connsiteY3025" fmla="*/ 3998226 h 4489084"/>
              <a:gd name="connsiteX3026" fmla="*/ 3502742 w 5158787"/>
              <a:gd name="connsiteY3026" fmla="*/ 3996627 h 4489084"/>
              <a:gd name="connsiteX3027" fmla="*/ 3514055 w 5158787"/>
              <a:gd name="connsiteY3027" fmla="*/ 3977023 h 4489084"/>
              <a:gd name="connsiteX3028" fmla="*/ 3515417 w 5158787"/>
              <a:gd name="connsiteY3028" fmla="*/ 3976194 h 4489084"/>
              <a:gd name="connsiteX3029" fmla="*/ 3718204 w 5158787"/>
              <a:gd name="connsiteY3029" fmla="*/ 3976076 h 4489084"/>
              <a:gd name="connsiteX3030" fmla="*/ 3740946 w 5158787"/>
              <a:gd name="connsiteY3030" fmla="*/ 3976076 h 4489084"/>
              <a:gd name="connsiteX3031" fmla="*/ 3742308 w 5158787"/>
              <a:gd name="connsiteY3031" fmla="*/ 3976905 h 4489084"/>
              <a:gd name="connsiteX3032" fmla="*/ 3753680 w 5158787"/>
              <a:gd name="connsiteY3032" fmla="*/ 3996627 h 4489084"/>
              <a:gd name="connsiteX3033" fmla="*/ 3753680 w 5158787"/>
              <a:gd name="connsiteY3033" fmla="*/ 3998226 h 4489084"/>
              <a:gd name="connsiteX3034" fmla="*/ 3742308 w 5158787"/>
              <a:gd name="connsiteY3034" fmla="*/ 4017948 h 4489084"/>
              <a:gd name="connsiteX3035" fmla="*/ 3740946 w 5158787"/>
              <a:gd name="connsiteY3035" fmla="*/ 4018777 h 4489084"/>
              <a:gd name="connsiteX3036" fmla="*/ 3718204 w 5158787"/>
              <a:gd name="connsiteY3036" fmla="*/ 4018777 h 4489084"/>
              <a:gd name="connsiteX3037" fmla="*/ 3716842 w 5158787"/>
              <a:gd name="connsiteY3037" fmla="*/ 4017948 h 4489084"/>
              <a:gd name="connsiteX3038" fmla="*/ 3705470 w 5158787"/>
              <a:gd name="connsiteY3038" fmla="*/ 3998226 h 4489084"/>
              <a:gd name="connsiteX3039" fmla="*/ 3705470 w 5158787"/>
              <a:gd name="connsiteY3039" fmla="*/ 3996627 h 4489084"/>
              <a:gd name="connsiteX3040" fmla="*/ 3716842 w 5158787"/>
              <a:gd name="connsiteY3040" fmla="*/ 3976905 h 4489084"/>
              <a:gd name="connsiteX3041" fmla="*/ 3718204 w 5158787"/>
              <a:gd name="connsiteY3041" fmla="*/ 3976076 h 4489084"/>
              <a:gd name="connsiteX3042" fmla="*/ 3380028 w 5158787"/>
              <a:gd name="connsiteY3042" fmla="*/ 3975958 h 4489084"/>
              <a:gd name="connsiteX3043" fmla="*/ 3402889 w 5158787"/>
              <a:gd name="connsiteY3043" fmla="*/ 3975958 h 4489084"/>
              <a:gd name="connsiteX3044" fmla="*/ 3404311 w 5158787"/>
              <a:gd name="connsiteY3044" fmla="*/ 3976787 h 4489084"/>
              <a:gd name="connsiteX3045" fmla="*/ 3415741 w 5158787"/>
              <a:gd name="connsiteY3045" fmla="*/ 3996568 h 4489084"/>
              <a:gd name="connsiteX3046" fmla="*/ 3415741 w 5158787"/>
              <a:gd name="connsiteY3046" fmla="*/ 3998167 h 4489084"/>
              <a:gd name="connsiteX3047" fmla="*/ 3404311 w 5158787"/>
              <a:gd name="connsiteY3047" fmla="*/ 4017948 h 4489084"/>
              <a:gd name="connsiteX3048" fmla="*/ 3402889 w 5158787"/>
              <a:gd name="connsiteY3048" fmla="*/ 4018778 h 4489084"/>
              <a:gd name="connsiteX3049" fmla="*/ 3380028 w 5158787"/>
              <a:gd name="connsiteY3049" fmla="*/ 4018778 h 4489084"/>
              <a:gd name="connsiteX3050" fmla="*/ 3378606 w 5158787"/>
              <a:gd name="connsiteY3050" fmla="*/ 4017948 h 4489084"/>
              <a:gd name="connsiteX3051" fmla="*/ 3367176 w 5158787"/>
              <a:gd name="connsiteY3051" fmla="*/ 3998167 h 4489084"/>
              <a:gd name="connsiteX3052" fmla="*/ 3367176 w 5158787"/>
              <a:gd name="connsiteY3052" fmla="*/ 3996568 h 4489084"/>
              <a:gd name="connsiteX3053" fmla="*/ 3378606 w 5158787"/>
              <a:gd name="connsiteY3053" fmla="*/ 3976787 h 4489084"/>
              <a:gd name="connsiteX3054" fmla="*/ 3380028 w 5158787"/>
              <a:gd name="connsiteY3054" fmla="*/ 3975958 h 4489084"/>
              <a:gd name="connsiteX3055" fmla="*/ 4867762 w 5158787"/>
              <a:gd name="connsiteY3055" fmla="*/ 3975780 h 4489084"/>
              <a:gd name="connsiteX3056" fmla="*/ 4890860 w 5158787"/>
              <a:gd name="connsiteY3056" fmla="*/ 3975780 h 4489084"/>
              <a:gd name="connsiteX3057" fmla="*/ 4892282 w 5158787"/>
              <a:gd name="connsiteY3057" fmla="*/ 3976609 h 4489084"/>
              <a:gd name="connsiteX3058" fmla="*/ 4903830 w 5158787"/>
              <a:gd name="connsiteY3058" fmla="*/ 3996568 h 4489084"/>
              <a:gd name="connsiteX3059" fmla="*/ 4903830 w 5158787"/>
              <a:gd name="connsiteY3059" fmla="*/ 3998227 h 4489084"/>
              <a:gd name="connsiteX3060" fmla="*/ 4892282 w 5158787"/>
              <a:gd name="connsiteY3060" fmla="*/ 4018185 h 4489084"/>
              <a:gd name="connsiteX3061" fmla="*/ 4890860 w 5158787"/>
              <a:gd name="connsiteY3061" fmla="*/ 4019015 h 4489084"/>
              <a:gd name="connsiteX3062" fmla="*/ 4867762 w 5158787"/>
              <a:gd name="connsiteY3062" fmla="*/ 4019015 h 4489084"/>
              <a:gd name="connsiteX3063" fmla="*/ 4866341 w 5158787"/>
              <a:gd name="connsiteY3063" fmla="*/ 4018185 h 4489084"/>
              <a:gd name="connsiteX3064" fmla="*/ 4854792 w 5158787"/>
              <a:gd name="connsiteY3064" fmla="*/ 3998227 h 4489084"/>
              <a:gd name="connsiteX3065" fmla="*/ 4854792 w 5158787"/>
              <a:gd name="connsiteY3065" fmla="*/ 3996568 h 4489084"/>
              <a:gd name="connsiteX3066" fmla="*/ 4866341 w 5158787"/>
              <a:gd name="connsiteY3066" fmla="*/ 3976609 h 4489084"/>
              <a:gd name="connsiteX3067" fmla="*/ 4867762 w 5158787"/>
              <a:gd name="connsiteY3067" fmla="*/ 3975780 h 4489084"/>
              <a:gd name="connsiteX3068" fmla="*/ 3582755 w 5158787"/>
              <a:gd name="connsiteY3068" fmla="*/ 3975780 h 4489084"/>
              <a:gd name="connsiteX3069" fmla="*/ 3605853 w 5158787"/>
              <a:gd name="connsiteY3069" fmla="*/ 3975780 h 4489084"/>
              <a:gd name="connsiteX3070" fmla="*/ 3607275 w 5158787"/>
              <a:gd name="connsiteY3070" fmla="*/ 3976609 h 4489084"/>
              <a:gd name="connsiteX3071" fmla="*/ 3618823 w 5158787"/>
              <a:gd name="connsiteY3071" fmla="*/ 3996568 h 4489084"/>
              <a:gd name="connsiteX3072" fmla="*/ 3618823 w 5158787"/>
              <a:gd name="connsiteY3072" fmla="*/ 3998227 h 4489084"/>
              <a:gd name="connsiteX3073" fmla="*/ 3607275 w 5158787"/>
              <a:gd name="connsiteY3073" fmla="*/ 4018185 h 4489084"/>
              <a:gd name="connsiteX3074" fmla="*/ 3605853 w 5158787"/>
              <a:gd name="connsiteY3074" fmla="*/ 4019015 h 4489084"/>
              <a:gd name="connsiteX3075" fmla="*/ 3582755 w 5158787"/>
              <a:gd name="connsiteY3075" fmla="*/ 4019015 h 4489084"/>
              <a:gd name="connsiteX3076" fmla="*/ 3581334 w 5158787"/>
              <a:gd name="connsiteY3076" fmla="*/ 4018185 h 4489084"/>
              <a:gd name="connsiteX3077" fmla="*/ 3569785 w 5158787"/>
              <a:gd name="connsiteY3077" fmla="*/ 3998227 h 4489084"/>
              <a:gd name="connsiteX3078" fmla="*/ 3569785 w 5158787"/>
              <a:gd name="connsiteY3078" fmla="*/ 3996568 h 4489084"/>
              <a:gd name="connsiteX3079" fmla="*/ 3581334 w 5158787"/>
              <a:gd name="connsiteY3079" fmla="*/ 3976609 h 4489084"/>
              <a:gd name="connsiteX3080" fmla="*/ 3582755 w 5158787"/>
              <a:gd name="connsiteY3080" fmla="*/ 3975780 h 4489084"/>
              <a:gd name="connsiteX3081" fmla="*/ 3447486 w 5158787"/>
              <a:gd name="connsiteY3081" fmla="*/ 3975662 h 4489084"/>
              <a:gd name="connsiteX3082" fmla="*/ 3470643 w 5158787"/>
              <a:gd name="connsiteY3082" fmla="*/ 3975662 h 4489084"/>
              <a:gd name="connsiteX3083" fmla="*/ 3472064 w 5158787"/>
              <a:gd name="connsiteY3083" fmla="*/ 3976491 h 4489084"/>
              <a:gd name="connsiteX3084" fmla="*/ 3483673 w 5158787"/>
              <a:gd name="connsiteY3084" fmla="*/ 3996568 h 4489084"/>
              <a:gd name="connsiteX3085" fmla="*/ 3483673 w 5158787"/>
              <a:gd name="connsiteY3085" fmla="*/ 3998227 h 4489084"/>
              <a:gd name="connsiteX3086" fmla="*/ 3472064 w 5158787"/>
              <a:gd name="connsiteY3086" fmla="*/ 4018304 h 4489084"/>
              <a:gd name="connsiteX3087" fmla="*/ 3470643 w 5158787"/>
              <a:gd name="connsiteY3087" fmla="*/ 4019133 h 4489084"/>
              <a:gd name="connsiteX3088" fmla="*/ 3447486 w 5158787"/>
              <a:gd name="connsiteY3088" fmla="*/ 4019133 h 4489084"/>
              <a:gd name="connsiteX3089" fmla="*/ 3446064 w 5158787"/>
              <a:gd name="connsiteY3089" fmla="*/ 4018304 h 4489084"/>
              <a:gd name="connsiteX3090" fmla="*/ 3434456 w 5158787"/>
              <a:gd name="connsiteY3090" fmla="*/ 3998227 h 4489084"/>
              <a:gd name="connsiteX3091" fmla="*/ 3434456 w 5158787"/>
              <a:gd name="connsiteY3091" fmla="*/ 3996568 h 4489084"/>
              <a:gd name="connsiteX3092" fmla="*/ 3446064 w 5158787"/>
              <a:gd name="connsiteY3092" fmla="*/ 3976491 h 4489084"/>
              <a:gd name="connsiteX3093" fmla="*/ 3447486 w 5158787"/>
              <a:gd name="connsiteY3093" fmla="*/ 3975662 h 4489084"/>
              <a:gd name="connsiteX3094" fmla="*/ 3312156 w 5158787"/>
              <a:gd name="connsiteY3094" fmla="*/ 3975543 h 4489084"/>
              <a:gd name="connsiteX3095" fmla="*/ 3335432 w 5158787"/>
              <a:gd name="connsiteY3095" fmla="*/ 3975543 h 4489084"/>
              <a:gd name="connsiteX3096" fmla="*/ 3336853 w 5158787"/>
              <a:gd name="connsiteY3096" fmla="*/ 3976372 h 4489084"/>
              <a:gd name="connsiteX3097" fmla="*/ 3348461 w 5158787"/>
              <a:gd name="connsiteY3097" fmla="*/ 3996568 h 4489084"/>
              <a:gd name="connsiteX3098" fmla="*/ 3348461 w 5158787"/>
              <a:gd name="connsiteY3098" fmla="*/ 3998226 h 4489084"/>
              <a:gd name="connsiteX3099" fmla="*/ 3336794 w 5158787"/>
              <a:gd name="connsiteY3099" fmla="*/ 4018422 h 4489084"/>
              <a:gd name="connsiteX3100" fmla="*/ 3335372 w 5158787"/>
              <a:gd name="connsiteY3100" fmla="*/ 4019251 h 4489084"/>
              <a:gd name="connsiteX3101" fmla="*/ 3312097 w 5158787"/>
              <a:gd name="connsiteY3101" fmla="*/ 4019251 h 4489084"/>
              <a:gd name="connsiteX3102" fmla="*/ 3310675 w 5158787"/>
              <a:gd name="connsiteY3102" fmla="*/ 4018422 h 4489084"/>
              <a:gd name="connsiteX3103" fmla="*/ 3299067 w 5158787"/>
              <a:gd name="connsiteY3103" fmla="*/ 3998226 h 4489084"/>
              <a:gd name="connsiteX3104" fmla="*/ 3299067 w 5158787"/>
              <a:gd name="connsiteY3104" fmla="*/ 3996568 h 4489084"/>
              <a:gd name="connsiteX3105" fmla="*/ 3310734 w 5158787"/>
              <a:gd name="connsiteY3105" fmla="*/ 3976372 h 4489084"/>
              <a:gd name="connsiteX3106" fmla="*/ 3312156 w 5158787"/>
              <a:gd name="connsiteY3106" fmla="*/ 3975543 h 4489084"/>
              <a:gd name="connsiteX3107" fmla="*/ 5006527 w 5158787"/>
              <a:gd name="connsiteY3107" fmla="*/ 3923662 h 4489084"/>
              <a:gd name="connsiteX3108" fmla="*/ 5022636 w 5158787"/>
              <a:gd name="connsiteY3108" fmla="*/ 3923662 h 4489084"/>
              <a:gd name="connsiteX3109" fmla="*/ 5023642 w 5158787"/>
              <a:gd name="connsiteY3109" fmla="*/ 3924254 h 4489084"/>
              <a:gd name="connsiteX3110" fmla="*/ 5031698 w 5158787"/>
              <a:gd name="connsiteY3110" fmla="*/ 3938232 h 4489084"/>
              <a:gd name="connsiteX3111" fmla="*/ 5031698 w 5158787"/>
              <a:gd name="connsiteY3111" fmla="*/ 3939357 h 4489084"/>
              <a:gd name="connsiteX3112" fmla="*/ 5023642 w 5158787"/>
              <a:gd name="connsiteY3112" fmla="*/ 3953334 h 4489084"/>
              <a:gd name="connsiteX3113" fmla="*/ 5022636 w 5158787"/>
              <a:gd name="connsiteY3113" fmla="*/ 3953926 h 4489084"/>
              <a:gd name="connsiteX3114" fmla="*/ 5006527 w 5158787"/>
              <a:gd name="connsiteY3114" fmla="*/ 3953926 h 4489084"/>
              <a:gd name="connsiteX3115" fmla="*/ 5005520 w 5158787"/>
              <a:gd name="connsiteY3115" fmla="*/ 3953334 h 4489084"/>
              <a:gd name="connsiteX3116" fmla="*/ 4997465 w 5158787"/>
              <a:gd name="connsiteY3116" fmla="*/ 3939357 h 4489084"/>
              <a:gd name="connsiteX3117" fmla="*/ 4997465 w 5158787"/>
              <a:gd name="connsiteY3117" fmla="*/ 3938232 h 4489084"/>
              <a:gd name="connsiteX3118" fmla="*/ 5005520 w 5158787"/>
              <a:gd name="connsiteY3118" fmla="*/ 3924254 h 4489084"/>
              <a:gd name="connsiteX3119" fmla="*/ 5006527 w 5158787"/>
              <a:gd name="connsiteY3119" fmla="*/ 3923662 h 4489084"/>
              <a:gd name="connsiteX3120" fmla="*/ 3111265 w 5158787"/>
              <a:gd name="connsiteY3120" fmla="*/ 3920641 h 4489084"/>
              <a:gd name="connsiteX3121" fmla="*/ 3130572 w 5158787"/>
              <a:gd name="connsiteY3121" fmla="*/ 3920641 h 4489084"/>
              <a:gd name="connsiteX3122" fmla="*/ 3131757 w 5158787"/>
              <a:gd name="connsiteY3122" fmla="*/ 3921352 h 4489084"/>
              <a:gd name="connsiteX3123" fmla="*/ 3141411 w 5158787"/>
              <a:gd name="connsiteY3123" fmla="*/ 3938112 h 4489084"/>
              <a:gd name="connsiteX3124" fmla="*/ 3141411 w 5158787"/>
              <a:gd name="connsiteY3124" fmla="*/ 3939475 h 4489084"/>
              <a:gd name="connsiteX3125" fmla="*/ 3131757 w 5158787"/>
              <a:gd name="connsiteY3125" fmla="*/ 3956235 h 4489084"/>
              <a:gd name="connsiteX3126" fmla="*/ 3130572 w 5158787"/>
              <a:gd name="connsiteY3126" fmla="*/ 3956946 h 4489084"/>
              <a:gd name="connsiteX3127" fmla="*/ 3111265 w 5158787"/>
              <a:gd name="connsiteY3127" fmla="*/ 3956946 h 4489084"/>
              <a:gd name="connsiteX3128" fmla="*/ 3110080 w 5158787"/>
              <a:gd name="connsiteY3128" fmla="*/ 3956235 h 4489084"/>
              <a:gd name="connsiteX3129" fmla="*/ 3100427 w 5158787"/>
              <a:gd name="connsiteY3129" fmla="*/ 3939475 h 4489084"/>
              <a:gd name="connsiteX3130" fmla="*/ 3100427 w 5158787"/>
              <a:gd name="connsiteY3130" fmla="*/ 3938112 h 4489084"/>
              <a:gd name="connsiteX3131" fmla="*/ 3110080 w 5158787"/>
              <a:gd name="connsiteY3131" fmla="*/ 3921352 h 4489084"/>
              <a:gd name="connsiteX3132" fmla="*/ 3111265 w 5158787"/>
              <a:gd name="connsiteY3132" fmla="*/ 3920641 h 4489084"/>
              <a:gd name="connsiteX3133" fmla="*/ 4260883 w 5158787"/>
              <a:gd name="connsiteY3133" fmla="*/ 3920464 h 4489084"/>
              <a:gd name="connsiteX3134" fmla="*/ 4280427 w 5158787"/>
              <a:gd name="connsiteY3134" fmla="*/ 3920464 h 4489084"/>
              <a:gd name="connsiteX3135" fmla="*/ 4281612 w 5158787"/>
              <a:gd name="connsiteY3135" fmla="*/ 3921175 h 4489084"/>
              <a:gd name="connsiteX3136" fmla="*/ 4291384 w 5158787"/>
              <a:gd name="connsiteY3136" fmla="*/ 3938113 h 4489084"/>
              <a:gd name="connsiteX3137" fmla="*/ 4291384 w 5158787"/>
              <a:gd name="connsiteY3137" fmla="*/ 3939475 h 4489084"/>
              <a:gd name="connsiteX3138" fmla="*/ 4281612 w 5158787"/>
              <a:gd name="connsiteY3138" fmla="*/ 3956414 h 4489084"/>
              <a:gd name="connsiteX3139" fmla="*/ 4280427 w 5158787"/>
              <a:gd name="connsiteY3139" fmla="*/ 3957124 h 4489084"/>
              <a:gd name="connsiteX3140" fmla="*/ 4260883 w 5158787"/>
              <a:gd name="connsiteY3140" fmla="*/ 3957124 h 4489084"/>
              <a:gd name="connsiteX3141" fmla="*/ 4259698 w 5158787"/>
              <a:gd name="connsiteY3141" fmla="*/ 3956414 h 4489084"/>
              <a:gd name="connsiteX3142" fmla="*/ 4249927 w 5158787"/>
              <a:gd name="connsiteY3142" fmla="*/ 3939475 h 4489084"/>
              <a:gd name="connsiteX3143" fmla="*/ 4249927 w 5158787"/>
              <a:gd name="connsiteY3143" fmla="*/ 3938113 h 4489084"/>
              <a:gd name="connsiteX3144" fmla="*/ 4259698 w 5158787"/>
              <a:gd name="connsiteY3144" fmla="*/ 3921175 h 4489084"/>
              <a:gd name="connsiteX3145" fmla="*/ 4260883 w 5158787"/>
              <a:gd name="connsiteY3145" fmla="*/ 3920464 h 4489084"/>
              <a:gd name="connsiteX3146" fmla="*/ 4395975 w 5158787"/>
              <a:gd name="connsiteY3146" fmla="*/ 3920227 h 4489084"/>
              <a:gd name="connsiteX3147" fmla="*/ 4415757 w 5158787"/>
              <a:gd name="connsiteY3147" fmla="*/ 3920227 h 4489084"/>
              <a:gd name="connsiteX3148" fmla="*/ 4416941 w 5158787"/>
              <a:gd name="connsiteY3148" fmla="*/ 3920938 h 4489084"/>
              <a:gd name="connsiteX3149" fmla="*/ 4426832 w 5158787"/>
              <a:gd name="connsiteY3149" fmla="*/ 3938054 h 4489084"/>
              <a:gd name="connsiteX3150" fmla="*/ 4426832 w 5158787"/>
              <a:gd name="connsiteY3150" fmla="*/ 3939475 h 4489084"/>
              <a:gd name="connsiteX3151" fmla="*/ 4416941 w 5158787"/>
              <a:gd name="connsiteY3151" fmla="*/ 3956591 h 4489084"/>
              <a:gd name="connsiteX3152" fmla="*/ 4415757 w 5158787"/>
              <a:gd name="connsiteY3152" fmla="*/ 3957302 h 4489084"/>
              <a:gd name="connsiteX3153" fmla="*/ 4395975 w 5158787"/>
              <a:gd name="connsiteY3153" fmla="*/ 3957302 h 4489084"/>
              <a:gd name="connsiteX3154" fmla="*/ 4394791 w 5158787"/>
              <a:gd name="connsiteY3154" fmla="*/ 3956591 h 4489084"/>
              <a:gd name="connsiteX3155" fmla="*/ 4384900 w 5158787"/>
              <a:gd name="connsiteY3155" fmla="*/ 3939475 h 4489084"/>
              <a:gd name="connsiteX3156" fmla="*/ 4384900 w 5158787"/>
              <a:gd name="connsiteY3156" fmla="*/ 3938054 h 4489084"/>
              <a:gd name="connsiteX3157" fmla="*/ 4394791 w 5158787"/>
              <a:gd name="connsiteY3157" fmla="*/ 3920938 h 4489084"/>
              <a:gd name="connsiteX3158" fmla="*/ 4395975 w 5158787"/>
              <a:gd name="connsiteY3158" fmla="*/ 3920227 h 4489084"/>
              <a:gd name="connsiteX3159" fmla="*/ 4328281 w 5158787"/>
              <a:gd name="connsiteY3159" fmla="*/ 3920168 h 4489084"/>
              <a:gd name="connsiteX3160" fmla="*/ 4348181 w 5158787"/>
              <a:gd name="connsiteY3160" fmla="*/ 3920168 h 4489084"/>
              <a:gd name="connsiteX3161" fmla="*/ 4349365 w 5158787"/>
              <a:gd name="connsiteY3161" fmla="*/ 3920879 h 4489084"/>
              <a:gd name="connsiteX3162" fmla="*/ 4359315 w 5158787"/>
              <a:gd name="connsiteY3162" fmla="*/ 3938113 h 4489084"/>
              <a:gd name="connsiteX3163" fmla="*/ 4359315 w 5158787"/>
              <a:gd name="connsiteY3163" fmla="*/ 3939534 h 4489084"/>
              <a:gd name="connsiteX3164" fmla="*/ 4349365 w 5158787"/>
              <a:gd name="connsiteY3164" fmla="*/ 3956769 h 4489084"/>
              <a:gd name="connsiteX3165" fmla="*/ 4348181 w 5158787"/>
              <a:gd name="connsiteY3165" fmla="*/ 3957480 h 4489084"/>
              <a:gd name="connsiteX3166" fmla="*/ 4328281 w 5158787"/>
              <a:gd name="connsiteY3166" fmla="*/ 3957480 h 4489084"/>
              <a:gd name="connsiteX3167" fmla="*/ 4327096 w 5158787"/>
              <a:gd name="connsiteY3167" fmla="*/ 3956769 h 4489084"/>
              <a:gd name="connsiteX3168" fmla="*/ 4317147 w 5158787"/>
              <a:gd name="connsiteY3168" fmla="*/ 3939534 h 4489084"/>
              <a:gd name="connsiteX3169" fmla="*/ 4317147 w 5158787"/>
              <a:gd name="connsiteY3169" fmla="*/ 3938113 h 4489084"/>
              <a:gd name="connsiteX3170" fmla="*/ 4327096 w 5158787"/>
              <a:gd name="connsiteY3170" fmla="*/ 3920879 h 4489084"/>
              <a:gd name="connsiteX3171" fmla="*/ 4328281 w 5158787"/>
              <a:gd name="connsiteY3171" fmla="*/ 3920168 h 4489084"/>
              <a:gd name="connsiteX3172" fmla="*/ 4463373 w 5158787"/>
              <a:gd name="connsiteY3172" fmla="*/ 3919753 h 4489084"/>
              <a:gd name="connsiteX3173" fmla="*/ 4483687 w 5158787"/>
              <a:gd name="connsiteY3173" fmla="*/ 3919753 h 4489084"/>
              <a:gd name="connsiteX3174" fmla="*/ 4484931 w 5158787"/>
              <a:gd name="connsiteY3174" fmla="*/ 3920464 h 4489084"/>
              <a:gd name="connsiteX3175" fmla="*/ 4495058 w 5158787"/>
              <a:gd name="connsiteY3175" fmla="*/ 3938053 h 4489084"/>
              <a:gd name="connsiteX3176" fmla="*/ 4495058 w 5158787"/>
              <a:gd name="connsiteY3176" fmla="*/ 3939475 h 4489084"/>
              <a:gd name="connsiteX3177" fmla="*/ 4484872 w 5158787"/>
              <a:gd name="connsiteY3177" fmla="*/ 3957065 h 4489084"/>
              <a:gd name="connsiteX3178" fmla="*/ 4483628 w 5158787"/>
              <a:gd name="connsiteY3178" fmla="*/ 3957775 h 4489084"/>
              <a:gd name="connsiteX3179" fmla="*/ 4463314 w 5158787"/>
              <a:gd name="connsiteY3179" fmla="*/ 3957775 h 4489084"/>
              <a:gd name="connsiteX3180" fmla="*/ 4462070 w 5158787"/>
              <a:gd name="connsiteY3180" fmla="*/ 3957065 h 4489084"/>
              <a:gd name="connsiteX3181" fmla="*/ 4451943 w 5158787"/>
              <a:gd name="connsiteY3181" fmla="*/ 3939475 h 4489084"/>
              <a:gd name="connsiteX3182" fmla="*/ 4451943 w 5158787"/>
              <a:gd name="connsiteY3182" fmla="*/ 3938053 h 4489084"/>
              <a:gd name="connsiteX3183" fmla="*/ 4462129 w 5158787"/>
              <a:gd name="connsiteY3183" fmla="*/ 3920464 h 4489084"/>
              <a:gd name="connsiteX3184" fmla="*/ 4463373 w 5158787"/>
              <a:gd name="connsiteY3184" fmla="*/ 3919753 h 4489084"/>
              <a:gd name="connsiteX3185" fmla="*/ 4125198 w 5158787"/>
              <a:gd name="connsiteY3185" fmla="*/ 3919753 h 4489084"/>
              <a:gd name="connsiteX3186" fmla="*/ 4145513 w 5158787"/>
              <a:gd name="connsiteY3186" fmla="*/ 3919753 h 4489084"/>
              <a:gd name="connsiteX3187" fmla="*/ 4146756 w 5158787"/>
              <a:gd name="connsiteY3187" fmla="*/ 3920464 h 4489084"/>
              <a:gd name="connsiteX3188" fmla="*/ 4156883 w 5158787"/>
              <a:gd name="connsiteY3188" fmla="*/ 3938053 h 4489084"/>
              <a:gd name="connsiteX3189" fmla="*/ 4156883 w 5158787"/>
              <a:gd name="connsiteY3189" fmla="*/ 3939475 h 4489084"/>
              <a:gd name="connsiteX3190" fmla="*/ 4146697 w 5158787"/>
              <a:gd name="connsiteY3190" fmla="*/ 3957065 h 4489084"/>
              <a:gd name="connsiteX3191" fmla="*/ 4145453 w 5158787"/>
              <a:gd name="connsiteY3191" fmla="*/ 3957775 h 4489084"/>
              <a:gd name="connsiteX3192" fmla="*/ 4125139 w 5158787"/>
              <a:gd name="connsiteY3192" fmla="*/ 3957775 h 4489084"/>
              <a:gd name="connsiteX3193" fmla="*/ 4123895 w 5158787"/>
              <a:gd name="connsiteY3193" fmla="*/ 3957065 h 4489084"/>
              <a:gd name="connsiteX3194" fmla="*/ 4113767 w 5158787"/>
              <a:gd name="connsiteY3194" fmla="*/ 3939475 h 4489084"/>
              <a:gd name="connsiteX3195" fmla="*/ 4113767 w 5158787"/>
              <a:gd name="connsiteY3195" fmla="*/ 3938053 h 4489084"/>
              <a:gd name="connsiteX3196" fmla="*/ 4123955 w 5158787"/>
              <a:gd name="connsiteY3196" fmla="*/ 3920464 h 4489084"/>
              <a:gd name="connsiteX3197" fmla="*/ 4125198 w 5158787"/>
              <a:gd name="connsiteY3197" fmla="*/ 3919753 h 4489084"/>
              <a:gd name="connsiteX3198" fmla="*/ 4057563 w 5158787"/>
              <a:gd name="connsiteY3198" fmla="*/ 3919753 h 4489084"/>
              <a:gd name="connsiteX3199" fmla="*/ 4077877 w 5158787"/>
              <a:gd name="connsiteY3199" fmla="*/ 3919753 h 4489084"/>
              <a:gd name="connsiteX3200" fmla="*/ 4079121 w 5158787"/>
              <a:gd name="connsiteY3200" fmla="*/ 3920464 h 4489084"/>
              <a:gd name="connsiteX3201" fmla="*/ 4089249 w 5158787"/>
              <a:gd name="connsiteY3201" fmla="*/ 3938053 h 4489084"/>
              <a:gd name="connsiteX3202" fmla="*/ 4089249 w 5158787"/>
              <a:gd name="connsiteY3202" fmla="*/ 3939475 h 4489084"/>
              <a:gd name="connsiteX3203" fmla="*/ 4079062 w 5158787"/>
              <a:gd name="connsiteY3203" fmla="*/ 3957065 h 4489084"/>
              <a:gd name="connsiteX3204" fmla="*/ 4077818 w 5158787"/>
              <a:gd name="connsiteY3204" fmla="*/ 3957775 h 4489084"/>
              <a:gd name="connsiteX3205" fmla="*/ 4057504 w 5158787"/>
              <a:gd name="connsiteY3205" fmla="*/ 3957775 h 4489084"/>
              <a:gd name="connsiteX3206" fmla="*/ 4056260 w 5158787"/>
              <a:gd name="connsiteY3206" fmla="*/ 3957065 h 4489084"/>
              <a:gd name="connsiteX3207" fmla="*/ 4046133 w 5158787"/>
              <a:gd name="connsiteY3207" fmla="*/ 3939475 h 4489084"/>
              <a:gd name="connsiteX3208" fmla="*/ 4046133 w 5158787"/>
              <a:gd name="connsiteY3208" fmla="*/ 3938053 h 4489084"/>
              <a:gd name="connsiteX3209" fmla="*/ 4056319 w 5158787"/>
              <a:gd name="connsiteY3209" fmla="*/ 3920464 h 4489084"/>
              <a:gd name="connsiteX3210" fmla="*/ 4057563 w 5158787"/>
              <a:gd name="connsiteY3210" fmla="*/ 3919753 h 4489084"/>
              <a:gd name="connsiteX3211" fmla="*/ 4598525 w 5158787"/>
              <a:gd name="connsiteY3211" fmla="*/ 3919516 h 4489084"/>
              <a:gd name="connsiteX3212" fmla="*/ 4619076 w 5158787"/>
              <a:gd name="connsiteY3212" fmla="*/ 3919516 h 4489084"/>
              <a:gd name="connsiteX3213" fmla="*/ 4620319 w 5158787"/>
              <a:gd name="connsiteY3213" fmla="*/ 3920227 h 4489084"/>
              <a:gd name="connsiteX3214" fmla="*/ 4630565 w 5158787"/>
              <a:gd name="connsiteY3214" fmla="*/ 3937994 h 4489084"/>
              <a:gd name="connsiteX3215" fmla="*/ 4630565 w 5158787"/>
              <a:gd name="connsiteY3215" fmla="*/ 3939475 h 4489084"/>
              <a:gd name="connsiteX3216" fmla="*/ 4620319 w 5158787"/>
              <a:gd name="connsiteY3216" fmla="*/ 3957242 h 4489084"/>
              <a:gd name="connsiteX3217" fmla="*/ 4619076 w 5158787"/>
              <a:gd name="connsiteY3217" fmla="*/ 3957953 h 4489084"/>
              <a:gd name="connsiteX3218" fmla="*/ 4598525 w 5158787"/>
              <a:gd name="connsiteY3218" fmla="*/ 3957953 h 4489084"/>
              <a:gd name="connsiteX3219" fmla="*/ 4597281 w 5158787"/>
              <a:gd name="connsiteY3219" fmla="*/ 3957242 h 4489084"/>
              <a:gd name="connsiteX3220" fmla="*/ 4587035 w 5158787"/>
              <a:gd name="connsiteY3220" fmla="*/ 3939475 h 4489084"/>
              <a:gd name="connsiteX3221" fmla="*/ 4587035 w 5158787"/>
              <a:gd name="connsiteY3221" fmla="*/ 3937994 h 4489084"/>
              <a:gd name="connsiteX3222" fmla="*/ 4597281 w 5158787"/>
              <a:gd name="connsiteY3222" fmla="*/ 3920227 h 4489084"/>
              <a:gd name="connsiteX3223" fmla="*/ 4598525 w 5158787"/>
              <a:gd name="connsiteY3223" fmla="*/ 3919516 h 4489084"/>
              <a:gd name="connsiteX3224" fmla="*/ 3989750 w 5158787"/>
              <a:gd name="connsiteY3224" fmla="*/ 3919398 h 4489084"/>
              <a:gd name="connsiteX3225" fmla="*/ 4010420 w 5158787"/>
              <a:gd name="connsiteY3225" fmla="*/ 3919398 h 4489084"/>
              <a:gd name="connsiteX3226" fmla="*/ 4011663 w 5158787"/>
              <a:gd name="connsiteY3226" fmla="*/ 3920109 h 4489084"/>
              <a:gd name="connsiteX3227" fmla="*/ 4021969 w 5158787"/>
              <a:gd name="connsiteY3227" fmla="*/ 3937994 h 4489084"/>
              <a:gd name="connsiteX3228" fmla="*/ 4021969 w 5158787"/>
              <a:gd name="connsiteY3228" fmla="*/ 3939475 h 4489084"/>
              <a:gd name="connsiteX3229" fmla="*/ 4011663 w 5158787"/>
              <a:gd name="connsiteY3229" fmla="*/ 3957361 h 4489084"/>
              <a:gd name="connsiteX3230" fmla="*/ 4010420 w 5158787"/>
              <a:gd name="connsiteY3230" fmla="*/ 3958072 h 4489084"/>
              <a:gd name="connsiteX3231" fmla="*/ 3989750 w 5158787"/>
              <a:gd name="connsiteY3231" fmla="*/ 3958072 h 4489084"/>
              <a:gd name="connsiteX3232" fmla="*/ 3988507 w 5158787"/>
              <a:gd name="connsiteY3232" fmla="*/ 3957361 h 4489084"/>
              <a:gd name="connsiteX3233" fmla="*/ 3978202 w 5158787"/>
              <a:gd name="connsiteY3233" fmla="*/ 3939475 h 4489084"/>
              <a:gd name="connsiteX3234" fmla="*/ 3978202 w 5158787"/>
              <a:gd name="connsiteY3234" fmla="*/ 3937994 h 4489084"/>
              <a:gd name="connsiteX3235" fmla="*/ 3988507 w 5158787"/>
              <a:gd name="connsiteY3235" fmla="*/ 3920109 h 4489084"/>
              <a:gd name="connsiteX3236" fmla="*/ 3989750 w 5158787"/>
              <a:gd name="connsiteY3236" fmla="*/ 3919398 h 4489084"/>
              <a:gd name="connsiteX3237" fmla="*/ 4192597 w 5158787"/>
              <a:gd name="connsiteY3237" fmla="*/ 3919220 h 4489084"/>
              <a:gd name="connsiteX3238" fmla="*/ 4213444 w 5158787"/>
              <a:gd name="connsiteY3238" fmla="*/ 3919220 h 4489084"/>
              <a:gd name="connsiteX3239" fmla="*/ 4214747 w 5158787"/>
              <a:gd name="connsiteY3239" fmla="*/ 3919931 h 4489084"/>
              <a:gd name="connsiteX3240" fmla="*/ 4225171 w 5158787"/>
              <a:gd name="connsiteY3240" fmla="*/ 3937994 h 4489084"/>
              <a:gd name="connsiteX3241" fmla="*/ 4225171 w 5158787"/>
              <a:gd name="connsiteY3241" fmla="*/ 3939475 h 4489084"/>
              <a:gd name="connsiteX3242" fmla="*/ 4214747 w 5158787"/>
              <a:gd name="connsiteY3242" fmla="*/ 3957539 h 4489084"/>
              <a:gd name="connsiteX3243" fmla="*/ 4213444 w 5158787"/>
              <a:gd name="connsiteY3243" fmla="*/ 3958249 h 4489084"/>
              <a:gd name="connsiteX3244" fmla="*/ 4192597 w 5158787"/>
              <a:gd name="connsiteY3244" fmla="*/ 3958249 h 4489084"/>
              <a:gd name="connsiteX3245" fmla="*/ 4191294 w 5158787"/>
              <a:gd name="connsiteY3245" fmla="*/ 3957539 h 4489084"/>
              <a:gd name="connsiteX3246" fmla="*/ 4180870 w 5158787"/>
              <a:gd name="connsiteY3246" fmla="*/ 3939475 h 4489084"/>
              <a:gd name="connsiteX3247" fmla="*/ 4180870 w 5158787"/>
              <a:gd name="connsiteY3247" fmla="*/ 3937994 h 4489084"/>
              <a:gd name="connsiteX3248" fmla="*/ 4191294 w 5158787"/>
              <a:gd name="connsiteY3248" fmla="*/ 3919931 h 4489084"/>
              <a:gd name="connsiteX3249" fmla="*/ 4192597 w 5158787"/>
              <a:gd name="connsiteY3249" fmla="*/ 3919220 h 4489084"/>
              <a:gd name="connsiteX3250" fmla="*/ 3922056 w 5158787"/>
              <a:gd name="connsiteY3250" fmla="*/ 3919220 h 4489084"/>
              <a:gd name="connsiteX3251" fmla="*/ 3942904 w 5158787"/>
              <a:gd name="connsiteY3251" fmla="*/ 3919220 h 4489084"/>
              <a:gd name="connsiteX3252" fmla="*/ 3944206 w 5158787"/>
              <a:gd name="connsiteY3252" fmla="*/ 3919931 h 4489084"/>
              <a:gd name="connsiteX3253" fmla="*/ 3954630 w 5158787"/>
              <a:gd name="connsiteY3253" fmla="*/ 3937994 h 4489084"/>
              <a:gd name="connsiteX3254" fmla="*/ 3954630 w 5158787"/>
              <a:gd name="connsiteY3254" fmla="*/ 3939475 h 4489084"/>
              <a:gd name="connsiteX3255" fmla="*/ 3944206 w 5158787"/>
              <a:gd name="connsiteY3255" fmla="*/ 3957539 h 4489084"/>
              <a:gd name="connsiteX3256" fmla="*/ 3942904 w 5158787"/>
              <a:gd name="connsiteY3256" fmla="*/ 3958249 h 4489084"/>
              <a:gd name="connsiteX3257" fmla="*/ 3922056 w 5158787"/>
              <a:gd name="connsiteY3257" fmla="*/ 3958249 h 4489084"/>
              <a:gd name="connsiteX3258" fmla="*/ 3920753 w 5158787"/>
              <a:gd name="connsiteY3258" fmla="*/ 3957539 h 4489084"/>
              <a:gd name="connsiteX3259" fmla="*/ 3910330 w 5158787"/>
              <a:gd name="connsiteY3259" fmla="*/ 3939475 h 4489084"/>
              <a:gd name="connsiteX3260" fmla="*/ 3910330 w 5158787"/>
              <a:gd name="connsiteY3260" fmla="*/ 3937994 h 4489084"/>
              <a:gd name="connsiteX3261" fmla="*/ 3920753 w 5158787"/>
              <a:gd name="connsiteY3261" fmla="*/ 3919931 h 4489084"/>
              <a:gd name="connsiteX3262" fmla="*/ 3922056 w 5158787"/>
              <a:gd name="connsiteY3262" fmla="*/ 3919220 h 4489084"/>
              <a:gd name="connsiteX3263" fmla="*/ 3854362 w 5158787"/>
              <a:gd name="connsiteY3263" fmla="*/ 3919102 h 4489084"/>
              <a:gd name="connsiteX3264" fmla="*/ 3875328 w 5158787"/>
              <a:gd name="connsiteY3264" fmla="*/ 3919102 h 4489084"/>
              <a:gd name="connsiteX3265" fmla="*/ 3876631 w 5158787"/>
              <a:gd name="connsiteY3265" fmla="*/ 3919872 h 4489084"/>
              <a:gd name="connsiteX3266" fmla="*/ 3887114 w 5158787"/>
              <a:gd name="connsiteY3266" fmla="*/ 3938054 h 4489084"/>
              <a:gd name="connsiteX3267" fmla="*/ 3887114 w 5158787"/>
              <a:gd name="connsiteY3267" fmla="*/ 3939534 h 4489084"/>
              <a:gd name="connsiteX3268" fmla="*/ 3876631 w 5158787"/>
              <a:gd name="connsiteY3268" fmla="*/ 3957717 h 4489084"/>
              <a:gd name="connsiteX3269" fmla="*/ 3875328 w 5158787"/>
              <a:gd name="connsiteY3269" fmla="*/ 3958486 h 4489084"/>
              <a:gd name="connsiteX3270" fmla="*/ 3854362 w 5158787"/>
              <a:gd name="connsiteY3270" fmla="*/ 3958486 h 4489084"/>
              <a:gd name="connsiteX3271" fmla="*/ 3853059 w 5158787"/>
              <a:gd name="connsiteY3271" fmla="*/ 3957717 h 4489084"/>
              <a:gd name="connsiteX3272" fmla="*/ 3842576 w 5158787"/>
              <a:gd name="connsiteY3272" fmla="*/ 3939534 h 4489084"/>
              <a:gd name="connsiteX3273" fmla="*/ 3842576 w 5158787"/>
              <a:gd name="connsiteY3273" fmla="*/ 3938054 h 4489084"/>
              <a:gd name="connsiteX3274" fmla="*/ 3853059 w 5158787"/>
              <a:gd name="connsiteY3274" fmla="*/ 3919872 h 4489084"/>
              <a:gd name="connsiteX3275" fmla="*/ 3854362 w 5158787"/>
              <a:gd name="connsiteY3275" fmla="*/ 3919102 h 4489084"/>
              <a:gd name="connsiteX3276" fmla="*/ 4530534 w 5158787"/>
              <a:gd name="connsiteY3276" fmla="*/ 3918924 h 4489084"/>
              <a:gd name="connsiteX3277" fmla="*/ 4551737 w 5158787"/>
              <a:gd name="connsiteY3277" fmla="*/ 3918924 h 4489084"/>
              <a:gd name="connsiteX3278" fmla="*/ 4553040 w 5158787"/>
              <a:gd name="connsiteY3278" fmla="*/ 3919694 h 4489084"/>
              <a:gd name="connsiteX3279" fmla="*/ 4563641 w 5158787"/>
              <a:gd name="connsiteY3279" fmla="*/ 3938054 h 4489084"/>
              <a:gd name="connsiteX3280" fmla="*/ 4563641 w 5158787"/>
              <a:gd name="connsiteY3280" fmla="*/ 3939534 h 4489084"/>
              <a:gd name="connsiteX3281" fmla="*/ 4553040 w 5158787"/>
              <a:gd name="connsiteY3281" fmla="*/ 3957894 h 4489084"/>
              <a:gd name="connsiteX3282" fmla="*/ 4551737 w 5158787"/>
              <a:gd name="connsiteY3282" fmla="*/ 3958664 h 4489084"/>
              <a:gd name="connsiteX3283" fmla="*/ 4530534 w 5158787"/>
              <a:gd name="connsiteY3283" fmla="*/ 3958664 h 4489084"/>
              <a:gd name="connsiteX3284" fmla="*/ 4529231 w 5158787"/>
              <a:gd name="connsiteY3284" fmla="*/ 3957894 h 4489084"/>
              <a:gd name="connsiteX3285" fmla="*/ 4518630 w 5158787"/>
              <a:gd name="connsiteY3285" fmla="*/ 3939534 h 4489084"/>
              <a:gd name="connsiteX3286" fmla="*/ 4518630 w 5158787"/>
              <a:gd name="connsiteY3286" fmla="*/ 3938054 h 4489084"/>
              <a:gd name="connsiteX3287" fmla="*/ 4529231 w 5158787"/>
              <a:gd name="connsiteY3287" fmla="*/ 3919694 h 4489084"/>
              <a:gd name="connsiteX3288" fmla="*/ 4530534 w 5158787"/>
              <a:gd name="connsiteY3288" fmla="*/ 3918924 h 4489084"/>
              <a:gd name="connsiteX3289" fmla="*/ 4665686 w 5158787"/>
              <a:gd name="connsiteY3289" fmla="*/ 3918569 h 4489084"/>
              <a:gd name="connsiteX3290" fmla="*/ 4687185 w 5158787"/>
              <a:gd name="connsiteY3290" fmla="*/ 3918569 h 4489084"/>
              <a:gd name="connsiteX3291" fmla="*/ 4688487 w 5158787"/>
              <a:gd name="connsiteY3291" fmla="*/ 3919339 h 4489084"/>
              <a:gd name="connsiteX3292" fmla="*/ 4699267 w 5158787"/>
              <a:gd name="connsiteY3292" fmla="*/ 3937995 h 4489084"/>
              <a:gd name="connsiteX3293" fmla="*/ 4699267 w 5158787"/>
              <a:gd name="connsiteY3293" fmla="*/ 3939535 h 4489084"/>
              <a:gd name="connsiteX3294" fmla="*/ 4688487 w 5158787"/>
              <a:gd name="connsiteY3294" fmla="*/ 3958191 h 4489084"/>
              <a:gd name="connsiteX3295" fmla="*/ 4687185 w 5158787"/>
              <a:gd name="connsiteY3295" fmla="*/ 3958961 h 4489084"/>
              <a:gd name="connsiteX3296" fmla="*/ 4665686 w 5158787"/>
              <a:gd name="connsiteY3296" fmla="*/ 3958961 h 4489084"/>
              <a:gd name="connsiteX3297" fmla="*/ 4664383 w 5158787"/>
              <a:gd name="connsiteY3297" fmla="*/ 3958191 h 4489084"/>
              <a:gd name="connsiteX3298" fmla="*/ 4653604 w 5158787"/>
              <a:gd name="connsiteY3298" fmla="*/ 3939535 h 4489084"/>
              <a:gd name="connsiteX3299" fmla="*/ 4653604 w 5158787"/>
              <a:gd name="connsiteY3299" fmla="*/ 3937995 h 4489084"/>
              <a:gd name="connsiteX3300" fmla="*/ 4664383 w 5158787"/>
              <a:gd name="connsiteY3300" fmla="*/ 3919339 h 4489084"/>
              <a:gd name="connsiteX3301" fmla="*/ 4665686 w 5158787"/>
              <a:gd name="connsiteY3301" fmla="*/ 3918569 h 4489084"/>
              <a:gd name="connsiteX3302" fmla="*/ 4733263 w 5158787"/>
              <a:gd name="connsiteY3302" fmla="*/ 3918509 h 4489084"/>
              <a:gd name="connsiteX3303" fmla="*/ 4754879 w 5158787"/>
              <a:gd name="connsiteY3303" fmla="*/ 3918509 h 4489084"/>
              <a:gd name="connsiteX3304" fmla="*/ 4756183 w 5158787"/>
              <a:gd name="connsiteY3304" fmla="*/ 3919279 h 4489084"/>
              <a:gd name="connsiteX3305" fmla="*/ 4767021 w 5158787"/>
              <a:gd name="connsiteY3305" fmla="*/ 3937994 h 4489084"/>
              <a:gd name="connsiteX3306" fmla="*/ 4767021 w 5158787"/>
              <a:gd name="connsiteY3306" fmla="*/ 3939534 h 4489084"/>
              <a:gd name="connsiteX3307" fmla="*/ 4756183 w 5158787"/>
              <a:gd name="connsiteY3307" fmla="*/ 3958249 h 4489084"/>
              <a:gd name="connsiteX3308" fmla="*/ 4754879 w 5158787"/>
              <a:gd name="connsiteY3308" fmla="*/ 3959019 h 4489084"/>
              <a:gd name="connsiteX3309" fmla="*/ 4733263 w 5158787"/>
              <a:gd name="connsiteY3309" fmla="*/ 3959019 h 4489084"/>
              <a:gd name="connsiteX3310" fmla="*/ 4731959 w 5158787"/>
              <a:gd name="connsiteY3310" fmla="*/ 3958249 h 4489084"/>
              <a:gd name="connsiteX3311" fmla="*/ 4721121 w 5158787"/>
              <a:gd name="connsiteY3311" fmla="*/ 3939534 h 4489084"/>
              <a:gd name="connsiteX3312" fmla="*/ 4721121 w 5158787"/>
              <a:gd name="connsiteY3312" fmla="*/ 3937994 h 4489084"/>
              <a:gd name="connsiteX3313" fmla="*/ 4731959 w 5158787"/>
              <a:gd name="connsiteY3313" fmla="*/ 3919279 h 4489084"/>
              <a:gd name="connsiteX3314" fmla="*/ 4733263 w 5158787"/>
              <a:gd name="connsiteY3314" fmla="*/ 3918509 h 4489084"/>
              <a:gd name="connsiteX3315" fmla="*/ 3786312 w 5158787"/>
              <a:gd name="connsiteY3315" fmla="*/ 3918272 h 4489084"/>
              <a:gd name="connsiteX3316" fmla="*/ 3808166 w 5158787"/>
              <a:gd name="connsiteY3316" fmla="*/ 3918272 h 4489084"/>
              <a:gd name="connsiteX3317" fmla="*/ 3809528 w 5158787"/>
              <a:gd name="connsiteY3317" fmla="*/ 3919042 h 4489084"/>
              <a:gd name="connsiteX3318" fmla="*/ 3820426 w 5158787"/>
              <a:gd name="connsiteY3318" fmla="*/ 3937994 h 4489084"/>
              <a:gd name="connsiteX3319" fmla="*/ 3820426 w 5158787"/>
              <a:gd name="connsiteY3319" fmla="*/ 3939534 h 4489084"/>
              <a:gd name="connsiteX3320" fmla="*/ 3809469 w 5158787"/>
              <a:gd name="connsiteY3320" fmla="*/ 3958486 h 4489084"/>
              <a:gd name="connsiteX3321" fmla="*/ 3808106 w 5158787"/>
              <a:gd name="connsiteY3321" fmla="*/ 3959256 h 4489084"/>
              <a:gd name="connsiteX3322" fmla="*/ 3786253 w 5158787"/>
              <a:gd name="connsiteY3322" fmla="*/ 3959256 h 4489084"/>
              <a:gd name="connsiteX3323" fmla="*/ 3784891 w 5158787"/>
              <a:gd name="connsiteY3323" fmla="*/ 3958486 h 4489084"/>
              <a:gd name="connsiteX3324" fmla="*/ 3773993 w 5158787"/>
              <a:gd name="connsiteY3324" fmla="*/ 3939534 h 4489084"/>
              <a:gd name="connsiteX3325" fmla="*/ 3773993 w 5158787"/>
              <a:gd name="connsiteY3325" fmla="*/ 3937994 h 4489084"/>
              <a:gd name="connsiteX3326" fmla="*/ 3784950 w 5158787"/>
              <a:gd name="connsiteY3326" fmla="*/ 3919042 h 4489084"/>
              <a:gd name="connsiteX3327" fmla="*/ 3786312 w 5158787"/>
              <a:gd name="connsiteY3327" fmla="*/ 3918272 h 4489084"/>
              <a:gd name="connsiteX3328" fmla="*/ 3718618 w 5158787"/>
              <a:gd name="connsiteY3328" fmla="*/ 3918154 h 4489084"/>
              <a:gd name="connsiteX3329" fmla="*/ 3740591 w 5158787"/>
              <a:gd name="connsiteY3329" fmla="*/ 3918154 h 4489084"/>
              <a:gd name="connsiteX3330" fmla="*/ 3741953 w 5158787"/>
              <a:gd name="connsiteY3330" fmla="*/ 3918924 h 4489084"/>
              <a:gd name="connsiteX3331" fmla="*/ 3752910 w 5158787"/>
              <a:gd name="connsiteY3331" fmla="*/ 3937935 h 4489084"/>
              <a:gd name="connsiteX3332" fmla="*/ 3752910 w 5158787"/>
              <a:gd name="connsiteY3332" fmla="*/ 3939475 h 4489084"/>
              <a:gd name="connsiteX3333" fmla="*/ 3741894 w 5158787"/>
              <a:gd name="connsiteY3333" fmla="*/ 3958486 h 4489084"/>
              <a:gd name="connsiteX3334" fmla="*/ 3740532 w 5158787"/>
              <a:gd name="connsiteY3334" fmla="*/ 3959256 h 4489084"/>
              <a:gd name="connsiteX3335" fmla="*/ 3718559 w 5158787"/>
              <a:gd name="connsiteY3335" fmla="*/ 3959256 h 4489084"/>
              <a:gd name="connsiteX3336" fmla="*/ 3717197 w 5158787"/>
              <a:gd name="connsiteY3336" fmla="*/ 3958486 h 4489084"/>
              <a:gd name="connsiteX3337" fmla="*/ 3706240 w 5158787"/>
              <a:gd name="connsiteY3337" fmla="*/ 3939475 h 4489084"/>
              <a:gd name="connsiteX3338" fmla="*/ 3706240 w 5158787"/>
              <a:gd name="connsiteY3338" fmla="*/ 3937935 h 4489084"/>
              <a:gd name="connsiteX3339" fmla="*/ 3717256 w 5158787"/>
              <a:gd name="connsiteY3339" fmla="*/ 3918924 h 4489084"/>
              <a:gd name="connsiteX3340" fmla="*/ 3718618 w 5158787"/>
              <a:gd name="connsiteY3340" fmla="*/ 3918154 h 4489084"/>
              <a:gd name="connsiteX3341" fmla="*/ 3583348 w 5158787"/>
              <a:gd name="connsiteY3341" fmla="*/ 3918154 h 4489084"/>
              <a:gd name="connsiteX3342" fmla="*/ 3605320 w 5158787"/>
              <a:gd name="connsiteY3342" fmla="*/ 3918154 h 4489084"/>
              <a:gd name="connsiteX3343" fmla="*/ 3606682 w 5158787"/>
              <a:gd name="connsiteY3343" fmla="*/ 3918924 h 4489084"/>
              <a:gd name="connsiteX3344" fmla="*/ 3617640 w 5158787"/>
              <a:gd name="connsiteY3344" fmla="*/ 3937935 h 4489084"/>
              <a:gd name="connsiteX3345" fmla="*/ 3617640 w 5158787"/>
              <a:gd name="connsiteY3345" fmla="*/ 3939475 h 4489084"/>
              <a:gd name="connsiteX3346" fmla="*/ 3606623 w 5158787"/>
              <a:gd name="connsiteY3346" fmla="*/ 3958486 h 4489084"/>
              <a:gd name="connsiteX3347" fmla="*/ 3605261 w 5158787"/>
              <a:gd name="connsiteY3347" fmla="*/ 3959256 h 4489084"/>
              <a:gd name="connsiteX3348" fmla="*/ 3583289 w 5158787"/>
              <a:gd name="connsiteY3348" fmla="*/ 3959256 h 4489084"/>
              <a:gd name="connsiteX3349" fmla="*/ 3581927 w 5158787"/>
              <a:gd name="connsiteY3349" fmla="*/ 3958486 h 4489084"/>
              <a:gd name="connsiteX3350" fmla="*/ 3570970 w 5158787"/>
              <a:gd name="connsiteY3350" fmla="*/ 3939475 h 4489084"/>
              <a:gd name="connsiteX3351" fmla="*/ 3570970 w 5158787"/>
              <a:gd name="connsiteY3351" fmla="*/ 3937935 h 4489084"/>
              <a:gd name="connsiteX3352" fmla="*/ 3581986 w 5158787"/>
              <a:gd name="connsiteY3352" fmla="*/ 3918924 h 4489084"/>
              <a:gd name="connsiteX3353" fmla="*/ 3583348 w 5158787"/>
              <a:gd name="connsiteY3353" fmla="*/ 3918154 h 4489084"/>
              <a:gd name="connsiteX3354" fmla="*/ 3312807 w 5158787"/>
              <a:gd name="connsiteY3354" fmla="*/ 3918154 h 4489084"/>
              <a:gd name="connsiteX3355" fmla="*/ 3334780 w 5158787"/>
              <a:gd name="connsiteY3355" fmla="*/ 3918154 h 4489084"/>
              <a:gd name="connsiteX3356" fmla="*/ 3336142 w 5158787"/>
              <a:gd name="connsiteY3356" fmla="*/ 3918924 h 4489084"/>
              <a:gd name="connsiteX3357" fmla="*/ 3347099 w 5158787"/>
              <a:gd name="connsiteY3357" fmla="*/ 3937935 h 4489084"/>
              <a:gd name="connsiteX3358" fmla="*/ 3347099 w 5158787"/>
              <a:gd name="connsiteY3358" fmla="*/ 3939475 h 4489084"/>
              <a:gd name="connsiteX3359" fmla="*/ 3336083 w 5158787"/>
              <a:gd name="connsiteY3359" fmla="*/ 3958486 h 4489084"/>
              <a:gd name="connsiteX3360" fmla="*/ 3334721 w 5158787"/>
              <a:gd name="connsiteY3360" fmla="*/ 3959256 h 4489084"/>
              <a:gd name="connsiteX3361" fmla="*/ 3312748 w 5158787"/>
              <a:gd name="connsiteY3361" fmla="*/ 3959256 h 4489084"/>
              <a:gd name="connsiteX3362" fmla="*/ 3311386 w 5158787"/>
              <a:gd name="connsiteY3362" fmla="*/ 3958486 h 4489084"/>
              <a:gd name="connsiteX3363" fmla="*/ 3300429 w 5158787"/>
              <a:gd name="connsiteY3363" fmla="*/ 3939475 h 4489084"/>
              <a:gd name="connsiteX3364" fmla="*/ 3300429 w 5158787"/>
              <a:gd name="connsiteY3364" fmla="*/ 3937935 h 4489084"/>
              <a:gd name="connsiteX3365" fmla="*/ 3311445 w 5158787"/>
              <a:gd name="connsiteY3365" fmla="*/ 3918924 h 4489084"/>
              <a:gd name="connsiteX3366" fmla="*/ 3312807 w 5158787"/>
              <a:gd name="connsiteY3366" fmla="*/ 3918154 h 4489084"/>
              <a:gd name="connsiteX3367" fmla="*/ 3650864 w 5158787"/>
              <a:gd name="connsiteY3367" fmla="*/ 3917976 h 4489084"/>
              <a:gd name="connsiteX3368" fmla="*/ 3673074 w 5158787"/>
              <a:gd name="connsiteY3368" fmla="*/ 3917976 h 4489084"/>
              <a:gd name="connsiteX3369" fmla="*/ 3674436 w 5158787"/>
              <a:gd name="connsiteY3369" fmla="*/ 3918746 h 4489084"/>
              <a:gd name="connsiteX3370" fmla="*/ 3685511 w 5158787"/>
              <a:gd name="connsiteY3370" fmla="*/ 3937994 h 4489084"/>
              <a:gd name="connsiteX3371" fmla="*/ 3685511 w 5158787"/>
              <a:gd name="connsiteY3371" fmla="*/ 3939534 h 4489084"/>
              <a:gd name="connsiteX3372" fmla="*/ 3674436 w 5158787"/>
              <a:gd name="connsiteY3372" fmla="*/ 3958782 h 4489084"/>
              <a:gd name="connsiteX3373" fmla="*/ 3673074 w 5158787"/>
              <a:gd name="connsiteY3373" fmla="*/ 3959552 h 4489084"/>
              <a:gd name="connsiteX3374" fmla="*/ 3650864 w 5158787"/>
              <a:gd name="connsiteY3374" fmla="*/ 3959552 h 4489084"/>
              <a:gd name="connsiteX3375" fmla="*/ 3649502 w 5158787"/>
              <a:gd name="connsiteY3375" fmla="*/ 3958782 h 4489084"/>
              <a:gd name="connsiteX3376" fmla="*/ 3638427 w 5158787"/>
              <a:gd name="connsiteY3376" fmla="*/ 3939534 h 4489084"/>
              <a:gd name="connsiteX3377" fmla="*/ 3638427 w 5158787"/>
              <a:gd name="connsiteY3377" fmla="*/ 3937994 h 4489084"/>
              <a:gd name="connsiteX3378" fmla="*/ 3649502 w 5158787"/>
              <a:gd name="connsiteY3378" fmla="*/ 3918746 h 4489084"/>
              <a:gd name="connsiteX3379" fmla="*/ 3650864 w 5158787"/>
              <a:gd name="connsiteY3379" fmla="*/ 3917976 h 4489084"/>
              <a:gd name="connsiteX3380" fmla="*/ 3177359 w 5158787"/>
              <a:gd name="connsiteY3380" fmla="*/ 3917739 h 4489084"/>
              <a:gd name="connsiteX3381" fmla="*/ 3199747 w 5158787"/>
              <a:gd name="connsiteY3381" fmla="*/ 3917739 h 4489084"/>
              <a:gd name="connsiteX3382" fmla="*/ 3201109 w 5158787"/>
              <a:gd name="connsiteY3382" fmla="*/ 3918509 h 4489084"/>
              <a:gd name="connsiteX3383" fmla="*/ 3212302 w 5158787"/>
              <a:gd name="connsiteY3383" fmla="*/ 3937935 h 4489084"/>
              <a:gd name="connsiteX3384" fmla="*/ 3212302 w 5158787"/>
              <a:gd name="connsiteY3384" fmla="*/ 3939534 h 4489084"/>
              <a:gd name="connsiteX3385" fmla="*/ 3201109 w 5158787"/>
              <a:gd name="connsiteY3385" fmla="*/ 3958960 h 4489084"/>
              <a:gd name="connsiteX3386" fmla="*/ 3199747 w 5158787"/>
              <a:gd name="connsiteY3386" fmla="*/ 3959730 h 4489084"/>
              <a:gd name="connsiteX3387" fmla="*/ 3177359 w 5158787"/>
              <a:gd name="connsiteY3387" fmla="*/ 3959730 h 4489084"/>
              <a:gd name="connsiteX3388" fmla="*/ 3175997 w 5158787"/>
              <a:gd name="connsiteY3388" fmla="*/ 3958960 h 4489084"/>
              <a:gd name="connsiteX3389" fmla="*/ 3164804 w 5158787"/>
              <a:gd name="connsiteY3389" fmla="*/ 3939534 h 4489084"/>
              <a:gd name="connsiteX3390" fmla="*/ 3164804 w 5158787"/>
              <a:gd name="connsiteY3390" fmla="*/ 3937935 h 4489084"/>
              <a:gd name="connsiteX3391" fmla="*/ 3175997 w 5158787"/>
              <a:gd name="connsiteY3391" fmla="*/ 3918509 h 4489084"/>
              <a:gd name="connsiteX3392" fmla="*/ 3177359 w 5158787"/>
              <a:gd name="connsiteY3392" fmla="*/ 3917739 h 4489084"/>
              <a:gd name="connsiteX3393" fmla="*/ 4800364 w 5158787"/>
              <a:gd name="connsiteY3393" fmla="*/ 3917562 h 4489084"/>
              <a:gd name="connsiteX3394" fmla="*/ 4822988 w 5158787"/>
              <a:gd name="connsiteY3394" fmla="*/ 3917562 h 4489084"/>
              <a:gd name="connsiteX3395" fmla="*/ 4824350 w 5158787"/>
              <a:gd name="connsiteY3395" fmla="*/ 3918391 h 4489084"/>
              <a:gd name="connsiteX3396" fmla="*/ 4835662 w 5158787"/>
              <a:gd name="connsiteY3396" fmla="*/ 3937994 h 4489084"/>
              <a:gd name="connsiteX3397" fmla="*/ 4835662 w 5158787"/>
              <a:gd name="connsiteY3397" fmla="*/ 3939594 h 4489084"/>
              <a:gd name="connsiteX3398" fmla="*/ 4824350 w 5158787"/>
              <a:gd name="connsiteY3398" fmla="*/ 3959197 h 4489084"/>
              <a:gd name="connsiteX3399" fmla="*/ 4822988 w 5158787"/>
              <a:gd name="connsiteY3399" fmla="*/ 3960026 h 4489084"/>
              <a:gd name="connsiteX3400" fmla="*/ 4800364 w 5158787"/>
              <a:gd name="connsiteY3400" fmla="*/ 3960026 h 4489084"/>
              <a:gd name="connsiteX3401" fmla="*/ 4799002 w 5158787"/>
              <a:gd name="connsiteY3401" fmla="*/ 3959197 h 4489084"/>
              <a:gd name="connsiteX3402" fmla="*/ 4787690 w 5158787"/>
              <a:gd name="connsiteY3402" fmla="*/ 3939594 h 4489084"/>
              <a:gd name="connsiteX3403" fmla="*/ 4787690 w 5158787"/>
              <a:gd name="connsiteY3403" fmla="*/ 3937994 h 4489084"/>
              <a:gd name="connsiteX3404" fmla="*/ 4799002 w 5158787"/>
              <a:gd name="connsiteY3404" fmla="*/ 3918391 h 4489084"/>
              <a:gd name="connsiteX3405" fmla="*/ 4800364 w 5158787"/>
              <a:gd name="connsiteY3405" fmla="*/ 3917562 h 4489084"/>
              <a:gd name="connsiteX3406" fmla="*/ 4935575 w 5158787"/>
              <a:gd name="connsiteY3406" fmla="*/ 3917443 h 4489084"/>
              <a:gd name="connsiteX3407" fmla="*/ 4958318 w 5158787"/>
              <a:gd name="connsiteY3407" fmla="*/ 3917443 h 4489084"/>
              <a:gd name="connsiteX3408" fmla="*/ 4959680 w 5158787"/>
              <a:gd name="connsiteY3408" fmla="*/ 3918272 h 4489084"/>
              <a:gd name="connsiteX3409" fmla="*/ 4971051 w 5158787"/>
              <a:gd name="connsiteY3409" fmla="*/ 3937994 h 4489084"/>
              <a:gd name="connsiteX3410" fmla="*/ 4971051 w 5158787"/>
              <a:gd name="connsiteY3410" fmla="*/ 3939593 h 4489084"/>
              <a:gd name="connsiteX3411" fmla="*/ 4959680 w 5158787"/>
              <a:gd name="connsiteY3411" fmla="*/ 3959315 h 4489084"/>
              <a:gd name="connsiteX3412" fmla="*/ 4958318 w 5158787"/>
              <a:gd name="connsiteY3412" fmla="*/ 3960144 h 4489084"/>
              <a:gd name="connsiteX3413" fmla="*/ 4935575 w 5158787"/>
              <a:gd name="connsiteY3413" fmla="*/ 3960144 h 4489084"/>
              <a:gd name="connsiteX3414" fmla="*/ 4934213 w 5158787"/>
              <a:gd name="connsiteY3414" fmla="*/ 3959315 h 4489084"/>
              <a:gd name="connsiteX3415" fmla="*/ 4922842 w 5158787"/>
              <a:gd name="connsiteY3415" fmla="*/ 3939593 h 4489084"/>
              <a:gd name="connsiteX3416" fmla="*/ 4922842 w 5158787"/>
              <a:gd name="connsiteY3416" fmla="*/ 3937994 h 4489084"/>
              <a:gd name="connsiteX3417" fmla="*/ 4934213 w 5158787"/>
              <a:gd name="connsiteY3417" fmla="*/ 3918272 h 4489084"/>
              <a:gd name="connsiteX3418" fmla="*/ 4935575 w 5158787"/>
              <a:gd name="connsiteY3418" fmla="*/ 3917443 h 4489084"/>
              <a:gd name="connsiteX3419" fmla="*/ 4867940 w 5158787"/>
              <a:gd name="connsiteY3419" fmla="*/ 3917443 h 4489084"/>
              <a:gd name="connsiteX3420" fmla="*/ 4890682 w 5158787"/>
              <a:gd name="connsiteY3420" fmla="*/ 3917443 h 4489084"/>
              <a:gd name="connsiteX3421" fmla="*/ 4892044 w 5158787"/>
              <a:gd name="connsiteY3421" fmla="*/ 3918272 h 4489084"/>
              <a:gd name="connsiteX3422" fmla="*/ 4903416 w 5158787"/>
              <a:gd name="connsiteY3422" fmla="*/ 3937994 h 4489084"/>
              <a:gd name="connsiteX3423" fmla="*/ 4903416 w 5158787"/>
              <a:gd name="connsiteY3423" fmla="*/ 3939593 h 4489084"/>
              <a:gd name="connsiteX3424" fmla="*/ 4892044 w 5158787"/>
              <a:gd name="connsiteY3424" fmla="*/ 3959315 h 4489084"/>
              <a:gd name="connsiteX3425" fmla="*/ 4890682 w 5158787"/>
              <a:gd name="connsiteY3425" fmla="*/ 3960144 h 4489084"/>
              <a:gd name="connsiteX3426" fmla="*/ 4867940 w 5158787"/>
              <a:gd name="connsiteY3426" fmla="*/ 3960144 h 4489084"/>
              <a:gd name="connsiteX3427" fmla="*/ 4866578 w 5158787"/>
              <a:gd name="connsiteY3427" fmla="*/ 3959315 h 4489084"/>
              <a:gd name="connsiteX3428" fmla="*/ 4855206 w 5158787"/>
              <a:gd name="connsiteY3428" fmla="*/ 3939593 h 4489084"/>
              <a:gd name="connsiteX3429" fmla="*/ 4855206 w 5158787"/>
              <a:gd name="connsiteY3429" fmla="*/ 3937994 h 4489084"/>
              <a:gd name="connsiteX3430" fmla="*/ 4866578 w 5158787"/>
              <a:gd name="connsiteY3430" fmla="*/ 3918272 h 4489084"/>
              <a:gd name="connsiteX3431" fmla="*/ 4867940 w 5158787"/>
              <a:gd name="connsiteY3431" fmla="*/ 3917443 h 4489084"/>
              <a:gd name="connsiteX3432" fmla="*/ 3515298 w 5158787"/>
              <a:gd name="connsiteY3432" fmla="*/ 3917443 h 4489084"/>
              <a:gd name="connsiteX3433" fmla="*/ 3538040 w 5158787"/>
              <a:gd name="connsiteY3433" fmla="*/ 3917443 h 4489084"/>
              <a:gd name="connsiteX3434" fmla="*/ 3539402 w 5158787"/>
              <a:gd name="connsiteY3434" fmla="*/ 3918272 h 4489084"/>
              <a:gd name="connsiteX3435" fmla="*/ 3550774 w 5158787"/>
              <a:gd name="connsiteY3435" fmla="*/ 3937994 h 4489084"/>
              <a:gd name="connsiteX3436" fmla="*/ 3550774 w 5158787"/>
              <a:gd name="connsiteY3436" fmla="*/ 3939593 h 4489084"/>
              <a:gd name="connsiteX3437" fmla="*/ 3539402 w 5158787"/>
              <a:gd name="connsiteY3437" fmla="*/ 3959315 h 4489084"/>
              <a:gd name="connsiteX3438" fmla="*/ 3538040 w 5158787"/>
              <a:gd name="connsiteY3438" fmla="*/ 3960144 h 4489084"/>
              <a:gd name="connsiteX3439" fmla="*/ 3515298 w 5158787"/>
              <a:gd name="connsiteY3439" fmla="*/ 3960144 h 4489084"/>
              <a:gd name="connsiteX3440" fmla="*/ 3513936 w 5158787"/>
              <a:gd name="connsiteY3440" fmla="*/ 3959315 h 4489084"/>
              <a:gd name="connsiteX3441" fmla="*/ 3502564 w 5158787"/>
              <a:gd name="connsiteY3441" fmla="*/ 3939593 h 4489084"/>
              <a:gd name="connsiteX3442" fmla="*/ 3502564 w 5158787"/>
              <a:gd name="connsiteY3442" fmla="*/ 3937994 h 4489084"/>
              <a:gd name="connsiteX3443" fmla="*/ 3513936 w 5158787"/>
              <a:gd name="connsiteY3443" fmla="*/ 3918272 h 4489084"/>
              <a:gd name="connsiteX3444" fmla="*/ 3515298 w 5158787"/>
              <a:gd name="connsiteY3444" fmla="*/ 3917443 h 4489084"/>
              <a:gd name="connsiteX3445" fmla="*/ 3244699 w 5158787"/>
              <a:gd name="connsiteY3445" fmla="*/ 3917265 h 4489084"/>
              <a:gd name="connsiteX3446" fmla="*/ 3267678 w 5158787"/>
              <a:gd name="connsiteY3446" fmla="*/ 3917265 h 4489084"/>
              <a:gd name="connsiteX3447" fmla="*/ 3269100 w 5158787"/>
              <a:gd name="connsiteY3447" fmla="*/ 3918094 h 4489084"/>
              <a:gd name="connsiteX3448" fmla="*/ 3280590 w 5158787"/>
              <a:gd name="connsiteY3448" fmla="*/ 3937994 h 4489084"/>
              <a:gd name="connsiteX3449" fmla="*/ 3280590 w 5158787"/>
              <a:gd name="connsiteY3449" fmla="*/ 3939593 h 4489084"/>
              <a:gd name="connsiteX3450" fmla="*/ 3269100 w 5158787"/>
              <a:gd name="connsiteY3450" fmla="*/ 3959493 h 4489084"/>
              <a:gd name="connsiteX3451" fmla="*/ 3267678 w 5158787"/>
              <a:gd name="connsiteY3451" fmla="*/ 3960322 h 4489084"/>
              <a:gd name="connsiteX3452" fmla="*/ 3244699 w 5158787"/>
              <a:gd name="connsiteY3452" fmla="*/ 3960322 h 4489084"/>
              <a:gd name="connsiteX3453" fmla="*/ 3243278 w 5158787"/>
              <a:gd name="connsiteY3453" fmla="*/ 3959493 h 4489084"/>
              <a:gd name="connsiteX3454" fmla="*/ 3231788 w 5158787"/>
              <a:gd name="connsiteY3454" fmla="*/ 3939593 h 4489084"/>
              <a:gd name="connsiteX3455" fmla="*/ 3231788 w 5158787"/>
              <a:gd name="connsiteY3455" fmla="*/ 3937994 h 4489084"/>
              <a:gd name="connsiteX3456" fmla="*/ 3243278 w 5158787"/>
              <a:gd name="connsiteY3456" fmla="*/ 3918094 h 4489084"/>
              <a:gd name="connsiteX3457" fmla="*/ 3244699 w 5158787"/>
              <a:gd name="connsiteY3457" fmla="*/ 3917265 h 4489084"/>
              <a:gd name="connsiteX3458" fmla="*/ 3447485 w 5158787"/>
              <a:gd name="connsiteY3458" fmla="*/ 3917147 h 4489084"/>
              <a:gd name="connsiteX3459" fmla="*/ 3470583 w 5158787"/>
              <a:gd name="connsiteY3459" fmla="*/ 3917147 h 4489084"/>
              <a:gd name="connsiteX3460" fmla="*/ 3472005 w 5158787"/>
              <a:gd name="connsiteY3460" fmla="*/ 3917976 h 4489084"/>
              <a:gd name="connsiteX3461" fmla="*/ 3483554 w 5158787"/>
              <a:gd name="connsiteY3461" fmla="*/ 3937935 h 4489084"/>
              <a:gd name="connsiteX3462" fmla="*/ 3483554 w 5158787"/>
              <a:gd name="connsiteY3462" fmla="*/ 3939593 h 4489084"/>
              <a:gd name="connsiteX3463" fmla="*/ 3472005 w 5158787"/>
              <a:gd name="connsiteY3463" fmla="*/ 3959552 h 4489084"/>
              <a:gd name="connsiteX3464" fmla="*/ 3470583 w 5158787"/>
              <a:gd name="connsiteY3464" fmla="*/ 3960381 h 4489084"/>
              <a:gd name="connsiteX3465" fmla="*/ 3447485 w 5158787"/>
              <a:gd name="connsiteY3465" fmla="*/ 3960381 h 4489084"/>
              <a:gd name="connsiteX3466" fmla="*/ 3446064 w 5158787"/>
              <a:gd name="connsiteY3466" fmla="*/ 3959552 h 4489084"/>
              <a:gd name="connsiteX3467" fmla="*/ 3434515 w 5158787"/>
              <a:gd name="connsiteY3467" fmla="*/ 3939593 h 4489084"/>
              <a:gd name="connsiteX3468" fmla="*/ 3434515 w 5158787"/>
              <a:gd name="connsiteY3468" fmla="*/ 3937935 h 4489084"/>
              <a:gd name="connsiteX3469" fmla="*/ 3446064 w 5158787"/>
              <a:gd name="connsiteY3469" fmla="*/ 3917976 h 4489084"/>
              <a:gd name="connsiteX3470" fmla="*/ 3447485 w 5158787"/>
              <a:gd name="connsiteY3470" fmla="*/ 3917147 h 4489084"/>
              <a:gd name="connsiteX3471" fmla="*/ 3379791 w 5158787"/>
              <a:gd name="connsiteY3471" fmla="*/ 3916910 h 4489084"/>
              <a:gd name="connsiteX3472" fmla="*/ 3403066 w 5158787"/>
              <a:gd name="connsiteY3472" fmla="*/ 3916910 h 4489084"/>
              <a:gd name="connsiteX3473" fmla="*/ 3404488 w 5158787"/>
              <a:gd name="connsiteY3473" fmla="*/ 3917739 h 4489084"/>
              <a:gd name="connsiteX3474" fmla="*/ 3416096 w 5158787"/>
              <a:gd name="connsiteY3474" fmla="*/ 3937935 h 4489084"/>
              <a:gd name="connsiteX3475" fmla="*/ 3416096 w 5158787"/>
              <a:gd name="connsiteY3475" fmla="*/ 3939593 h 4489084"/>
              <a:gd name="connsiteX3476" fmla="*/ 3404429 w 5158787"/>
              <a:gd name="connsiteY3476" fmla="*/ 3959789 h 4489084"/>
              <a:gd name="connsiteX3477" fmla="*/ 3403007 w 5158787"/>
              <a:gd name="connsiteY3477" fmla="*/ 3960618 h 4489084"/>
              <a:gd name="connsiteX3478" fmla="*/ 3379732 w 5158787"/>
              <a:gd name="connsiteY3478" fmla="*/ 3960618 h 4489084"/>
              <a:gd name="connsiteX3479" fmla="*/ 3378310 w 5158787"/>
              <a:gd name="connsiteY3479" fmla="*/ 3959789 h 4489084"/>
              <a:gd name="connsiteX3480" fmla="*/ 3366702 w 5158787"/>
              <a:gd name="connsiteY3480" fmla="*/ 3939593 h 4489084"/>
              <a:gd name="connsiteX3481" fmla="*/ 3366702 w 5158787"/>
              <a:gd name="connsiteY3481" fmla="*/ 3937935 h 4489084"/>
              <a:gd name="connsiteX3482" fmla="*/ 3378369 w 5158787"/>
              <a:gd name="connsiteY3482" fmla="*/ 3917739 h 4489084"/>
              <a:gd name="connsiteX3483" fmla="*/ 3379791 w 5158787"/>
              <a:gd name="connsiteY3483" fmla="*/ 3916910 h 4489084"/>
              <a:gd name="connsiteX3484" fmla="*/ 4328755 w 5158787"/>
              <a:gd name="connsiteY3484" fmla="*/ 3862364 h 4489084"/>
              <a:gd name="connsiteX3485" fmla="*/ 4347766 w 5158787"/>
              <a:gd name="connsiteY3485" fmla="*/ 3862364 h 4489084"/>
              <a:gd name="connsiteX3486" fmla="*/ 4348951 w 5158787"/>
              <a:gd name="connsiteY3486" fmla="*/ 3863015 h 4489084"/>
              <a:gd name="connsiteX3487" fmla="*/ 4358427 w 5158787"/>
              <a:gd name="connsiteY3487" fmla="*/ 3879480 h 4489084"/>
              <a:gd name="connsiteX3488" fmla="*/ 4358427 w 5158787"/>
              <a:gd name="connsiteY3488" fmla="*/ 3880842 h 4489084"/>
              <a:gd name="connsiteX3489" fmla="*/ 4348951 w 5158787"/>
              <a:gd name="connsiteY3489" fmla="*/ 3897307 h 4489084"/>
              <a:gd name="connsiteX3490" fmla="*/ 4347766 w 5158787"/>
              <a:gd name="connsiteY3490" fmla="*/ 3897958 h 4489084"/>
              <a:gd name="connsiteX3491" fmla="*/ 4328755 w 5158787"/>
              <a:gd name="connsiteY3491" fmla="*/ 3897958 h 4489084"/>
              <a:gd name="connsiteX3492" fmla="*/ 4327571 w 5158787"/>
              <a:gd name="connsiteY3492" fmla="*/ 3897307 h 4489084"/>
              <a:gd name="connsiteX3493" fmla="*/ 4318094 w 5158787"/>
              <a:gd name="connsiteY3493" fmla="*/ 3880842 h 4489084"/>
              <a:gd name="connsiteX3494" fmla="*/ 4318094 w 5158787"/>
              <a:gd name="connsiteY3494" fmla="*/ 3879480 h 4489084"/>
              <a:gd name="connsiteX3495" fmla="*/ 4327571 w 5158787"/>
              <a:gd name="connsiteY3495" fmla="*/ 3863015 h 4489084"/>
              <a:gd name="connsiteX3496" fmla="*/ 4328755 w 5158787"/>
              <a:gd name="connsiteY3496" fmla="*/ 3862364 h 4489084"/>
              <a:gd name="connsiteX3497" fmla="*/ 4396390 w 5158787"/>
              <a:gd name="connsiteY3497" fmla="*/ 3862245 h 4489084"/>
              <a:gd name="connsiteX3498" fmla="*/ 4415460 w 5158787"/>
              <a:gd name="connsiteY3498" fmla="*/ 3862245 h 4489084"/>
              <a:gd name="connsiteX3499" fmla="*/ 4416644 w 5158787"/>
              <a:gd name="connsiteY3499" fmla="*/ 3862896 h 4489084"/>
              <a:gd name="connsiteX3500" fmla="*/ 4426180 w 5158787"/>
              <a:gd name="connsiteY3500" fmla="*/ 3879420 h 4489084"/>
              <a:gd name="connsiteX3501" fmla="*/ 4426180 w 5158787"/>
              <a:gd name="connsiteY3501" fmla="*/ 3880782 h 4489084"/>
              <a:gd name="connsiteX3502" fmla="*/ 4416644 w 5158787"/>
              <a:gd name="connsiteY3502" fmla="*/ 3897306 h 4489084"/>
              <a:gd name="connsiteX3503" fmla="*/ 4415460 w 5158787"/>
              <a:gd name="connsiteY3503" fmla="*/ 3897958 h 4489084"/>
              <a:gd name="connsiteX3504" fmla="*/ 4396390 w 5158787"/>
              <a:gd name="connsiteY3504" fmla="*/ 3897958 h 4489084"/>
              <a:gd name="connsiteX3505" fmla="*/ 4395205 w 5158787"/>
              <a:gd name="connsiteY3505" fmla="*/ 3897306 h 4489084"/>
              <a:gd name="connsiteX3506" fmla="*/ 4385670 w 5158787"/>
              <a:gd name="connsiteY3506" fmla="*/ 3880782 h 4489084"/>
              <a:gd name="connsiteX3507" fmla="*/ 4385670 w 5158787"/>
              <a:gd name="connsiteY3507" fmla="*/ 3879420 h 4489084"/>
              <a:gd name="connsiteX3508" fmla="*/ 4395205 w 5158787"/>
              <a:gd name="connsiteY3508" fmla="*/ 3862896 h 4489084"/>
              <a:gd name="connsiteX3509" fmla="*/ 4396390 w 5158787"/>
              <a:gd name="connsiteY3509" fmla="*/ 3862245 h 4489084"/>
              <a:gd name="connsiteX3510" fmla="*/ 4193484 w 5158787"/>
              <a:gd name="connsiteY3510" fmla="*/ 3862245 h 4489084"/>
              <a:gd name="connsiteX3511" fmla="*/ 4212555 w 5158787"/>
              <a:gd name="connsiteY3511" fmla="*/ 3862245 h 4489084"/>
              <a:gd name="connsiteX3512" fmla="*/ 4213739 w 5158787"/>
              <a:gd name="connsiteY3512" fmla="*/ 3862896 h 4489084"/>
              <a:gd name="connsiteX3513" fmla="*/ 4223275 w 5158787"/>
              <a:gd name="connsiteY3513" fmla="*/ 3879420 h 4489084"/>
              <a:gd name="connsiteX3514" fmla="*/ 4223275 w 5158787"/>
              <a:gd name="connsiteY3514" fmla="*/ 3880782 h 4489084"/>
              <a:gd name="connsiteX3515" fmla="*/ 4213739 w 5158787"/>
              <a:gd name="connsiteY3515" fmla="*/ 3897306 h 4489084"/>
              <a:gd name="connsiteX3516" fmla="*/ 4212555 w 5158787"/>
              <a:gd name="connsiteY3516" fmla="*/ 3897958 h 4489084"/>
              <a:gd name="connsiteX3517" fmla="*/ 4193484 w 5158787"/>
              <a:gd name="connsiteY3517" fmla="*/ 3897958 h 4489084"/>
              <a:gd name="connsiteX3518" fmla="*/ 4192299 w 5158787"/>
              <a:gd name="connsiteY3518" fmla="*/ 3897306 h 4489084"/>
              <a:gd name="connsiteX3519" fmla="*/ 4182764 w 5158787"/>
              <a:gd name="connsiteY3519" fmla="*/ 3880782 h 4489084"/>
              <a:gd name="connsiteX3520" fmla="*/ 4182764 w 5158787"/>
              <a:gd name="connsiteY3520" fmla="*/ 3879420 h 4489084"/>
              <a:gd name="connsiteX3521" fmla="*/ 4192299 w 5158787"/>
              <a:gd name="connsiteY3521" fmla="*/ 3862896 h 4489084"/>
              <a:gd name="connsiteX3522" fmla="*/ 4193484 w 5158787"/>
              <a:gd name="connsiteY3522" fmla="*/ 3862245 h 4489084"/>
              <a:gd name="connsiteX3523" fmla="*/ 4058155 w 5158787"/>
              <a:gd name="connsiteY3523" fmla="*/ 3862127 h 4489084"/>
              <a:gd name="connsiteX3524" fmla="*/ 4077344 w 5158787"/>
              <a:gd name="connsiteY3524" fmla="*/ 3862127 h 4489084"/>
              <a:gd name="connsiteX3525" fmla="*/ 4078528 w 5158787"/>
              <a:gd name="connsiteY3525" fmla="*/ 3862779 h 4489084"/>
              <a:gd name="connsiteX3526" fmla="*/ 4088123 w 5158787"/>
              <a:gd name="connsiteY3526" fmla="*/ 3879421 h 4489084"/>
              <a:gd name="connsiteX3527" fmla="*/ 4088123 w 5158787"/>
              <a:gd name="connsiteY3527" fmla="*/ 3880783 h 4489084"/>
              <a:gd name="connsiteX3528" fmla="*/ 4078528 w 5158787"/>
              <a:gd name="connsiteY3528" fmla="*/ 3897425 h 4489084"/>
              <a:gd name="connsiteX3529" fmla="*/ 4077344 w 5158787"/>
              <a:gd name="connsiteY3529" fmla="*/ 3898077 h 4489084"/>
              <a:gd name="connsiteX3530" fmla="*/ 4058155 w 5158787"/>
              <a:gd name="connsiteY3530" fmla="*/ 3898077 h 4489084"/>
              <a:gd name="connsiteX3531" fmla="*/ 4056970 w 5158787"/>
              <a:gd name="connsiteY3531" fmla="*/ 3897425 h 4489084"/>
              <a:gd name="connsiteX3532" fmla="*/ 4047376 w 5158787"/>
              <a:gd name="connsiteY3532" fmla="*/ 3880783 h 4489084"/>
              <a:gd name="connsiteX3533" fmla="*/ 4047376 w 5158787"/>
              <a:gd name="connsiteY3533" fmla="*/ 3879421 h 4489084"/>
              <a:gd name="connsiteX3534" fmla="*/ 4056970 w 5158787"/>
              <a:gd name="connsiteY3534" fmla="*/ 3862779 h 4489084"/>
              <a:gd name="connsiteX3535" fmla="*/ 4058155 w 5158787"/>
              <a:gd name="connsiteY3535" fmla="*/ 3862127 h 4489084"/>
              <a:gd name="connsiteX3536" fmla="*/ 4125435 w 5158787"/>
              <a:gd name="connsiteY3536" fmla="*/ 3861535 h 4489084"/>
              <a:gd name="connsiteX3537" fmla="*/ 4145335 w 5158787"/>
              <a:gd name="connsiteY3537" fmla="*/ 3861535 h 4489084"/>
              <a:gd name="connsiteX3538" fmla="*/ 4146519 w 5158787"/>
              <a:gd name="connsiteY3538" fmla="*/ 3862246 h 4489084"/>
              <a:gd name="connsiteX3539" fmla="*/ 4156469 w 5158787"/>
              <a:gd name="connsiteY3539" fmla="*/ 3879480 h 4489084"/>
              <a:gd name="connsiteX3540" fmla="*/ 4156469 w 5158787"/>
              <a:gd name="connsiteY3540" fmla="*/ 3880902 h 4489084"/>
              <a:gd name="connsiteX3541" fmla="*/ 4146519 w 5158787"/>
              <a:gd name="connsiteY3541" fmla="*/ 3898136 h 4489084"/>
              <a:gd name="connsiteX3542" fmla="*/ 4145335 w 5158787"/>
              <a:gd name="connsiteY3542" fmla="*/ 3898847 h 4489084"/>
              <a:gd name="connsiteX3543" fmla="*/ 4125435 w 5158787"/>
              <a:gd name="connsiteY3543" fmla="*/ 3898847 h 4489084"/>
              <a:gd name="connsiteX3544" fmla="*/ 4124250 w 5158787"/>
              <a:gd name="connsiteY3544" fmla="*/ 3898136 h 4489084"/>
              <a:gd name="connsiteX3545" fmla="*/ 4114301 w 5158787"/>
              <a:gd name="connsiteY3545" fmla="*/ 3880902 h 4489084"/>
              <a:gd name="connsiteX3546" fmla="*/ 4114301 w 5158787"/>
              <a:gd name="connsiteY3546" fmla="*/ 3879480 h 4489084"/>
              <a:gd name="connsiteX3547" fmla="*/ 4124250 w 5158787"/>
              <a:gd name="connsiteY3547" fmla="*/ 3862246 h 4489084"/>
              <a:gd name="connsiteX3548" fmla="*/ 4125435 w 5158787"/>
              <a:gd name="connsiteY3548" fmla="*/ 3861535 h 4489084"/>
              <a:gd name="connsiteX3549" fmla="*/ 3990165 w 5158787"/>
              <a:gd name="connsiteY3549" fmla="*/ 3861535 h 4489084"/>
              <a:gd name="connsiteX3550" fmla="*/ 4010065 w 5158787"/>
              <a:gd name="connsiteY3550" fmla="*/ 3861535 h 4489084"/>
              <a:gd name="connsiteX3551" fmla="*/ 4011249 w 5158787"/>
              <a:gd name="connsiteY3551" fmla="*/ 3862246 h 4489084"/>
              <a:gd name="connsiteX3552" fmla="*/ 4021199 w 5158787"/>
              <a:gd name="connsiteY3552" fmla="*/ 3879480 h 4489084"/>
              <a:gd name="connsiteX3553" fmla="*/ 4021199 w 5158787"/>
              <a:gd name="connsiteY3553" fmla="*/ 3880902 h 4489084"/>
              <a:gd name="connsiteX3554" fmla="*/ 4011249 w 5158787"/>
              <a:gd name="connsiteY3554" fmla="*/ 3898136 h 4489084"/>
              <a:gd name="connsiteX3555" fmla="*/ 4010065 w 5158787"/>
              <a:gd name="connsiteY3555" fmla="*/ 3898847 h 4489084"/>
              <a:gd name="connsiteX3556" fmla="*/ 3990165 w 5158787"/>
              <a:gd name="connsiteY3556" fmla="*/ 3898847 h 4489084"/>
              <a:gd name="connsiteX3557" fmla="*/ 3988980 w 5158787"/>
              <a:gd name="connsiteY3557" fmla="*/ 3898136 h 4489084"/>
              <a:gd name="connsiteX3558" fmla="*/ 3979030 w 5158787"/>
              <a:gd name="connsiteY3558" fmla="*/ 3880902 h 4489084"/>
              <a:gd name="connsiteX3559" fmla="*/ 3979030 w 5158787"/>
              <a:gd name="connsiteY3559" fmla="*/ 3879480 h 4489084"/>
              <a:gd name="connsiteX3560" fmla="*/ 3988980 w 5158787"/>
              <a:gd name="connsiteY3560" fmla="*/ 3862246 h 4489084"/>
              <a:gd name="connsiteX3561" fmla="*/ 3990165 w 5158787"/>
              <a:gd name="connsiteY3561" fmla="*/ 3861535 h 4489084"/>
              <a:gd name="connsiteX3562" fmla="*/ 4260587 w 5158787"/>
              <a:gd name="connsiteY3562" fmla="*/ 3861298 h 4489084"/>
              <a:gd name="connsiteX3563" fmla="*/ 4280664 w 5158787"/>
              <a:gd name="connsiteY3563" fmla="*/ 3861298 h 4489084"/>
              <a:gd name="connsiteX3564" fmla="*/ 4281907 w 5158787"/>
              <a:gd name="connsiteY3564" fmla="*/ 3862009 h 4489084"/>
              <a:gd name="connsiteX3565" fmla="*/ 4291917 w 5158787"/>
              <a:gd name="connsiteY3565" fmla="*/ 3879421 h 4489084"/>
              <a:gd name="connsiteX3566" fmla="*/ 4291917 w 5158787"/>
              <a:gd name="connsiteY3566" fmla="*/ 3880842 h 4489084"/>
              <a:gd name="connsiteX3567" fmla="*/ 4281848 w 5158787"/>
              <a:gd name="connsiteY3567" fmla="*/ 3898254 h 4489084"/>
              <a:gd name="connsiteX3568" fmla="*/ 4280605 w 5158787"/>
              <a:gd name="connsiteY3568" fmla="*/ 3898965 h 4489084"/>
              <a:gd name="connsiteX3569" fmla="*/ 4260527 w 5158787"/>
              <a:gd name="connsiteY3569" fmla="*/ 3898965 h 4489084"/>
              <a:gd name="connsiteX3570" fmla="*/ 4259284 w 5158787"/>
              <a:gd name="connsiteY3570" fmla="*/ 3898254 h 4489084"/>
              <a:gd name="connsiteX3571" fmla="*/ 4249274 w 5158787"/>
              <a:gd name="connsiteY3571" fmla="*/ 3880842 h 4489084"/>
              <a:gd name="connsiteX3572" fmla="*/ 4249274 w 5158787"/>
              <a:gd name="connsiteY3572" fmla="*/ 3879421 h 4489084"/>
              <a:gd name="connsiteX3573" fmla="*/ 4259343 w 5158787"/>
              <a:gd name="connsiteY3573" fmla="*/ 3862009 h 4489084"/>
              <a:gd name="connsiteX3574" fmla="*/ 4260587 w 5158787"/>
              <a:gd name="connsiteY3574" fmla="*/ 3861298 h 4489084"/>
              <a:gd name="connsiteX3575" fmla="*/ 4598703 w 5158787"/>
              <a:gd name="connsiteY3575" fmla="*/ 3861239 h 4489084"/>
              <a:gd name="connsiteX3576" fmla="*/ 4618899 w 5158787"/>
              <a:gd name="connsiteY3576" fmla="*/ 3861239 h 4489084"/>
              <a:gd name="connsiteX3577" fmla="*/ 4620142 w 5158787"/>
              <a:gd name="connsiteY3577" fmla="*/ 3861950 h 4489084"/>
              <a:gd name="connsiteX3578" fmla="*/ 4630211 w 5158787"/>
              <a:gd name="connsiteY3578" fmla="*/ 3879421 h 4489084"/>
              <a:gd name="connsiteX3579" fmla="*/ 4630211 w 5158787"/>
              <a:gd name="connsiteY3579" fmla="*/ 3880842 h 4489084"/>
              <a:gd name="connsiteX3580" fmla="*/ 4620083 w 5158787"/>
              <a:gd name="connsiteY3580" fmla="*/ 3898314 h 4489084"/>
              <a:gd name="connsiteX3581" fmla="*/ 4618839 w 5158787"/>
              <a:gd name="connsiteY3581" fmla="*/ 3899025 h 4489084"/>
              <a:gd name="connsiteX3582" fmla="*/ 4598643 w 5158787"/>
              <a:gd name="connsiteY3582" fmla="*/ 3899025 h 4489084"/>
              <a:gd name="connsiteX3583" fmla="*/ 4597400 w 5158787"/>
              <a:gd name="connsiteY3583" fmla="*/ 3898314 h 4489084"/>
              <a:gd name="connsiteX3584" fmla="*/ 4587332 w 5158787"/>
              <a:gd name="connsiteY3584" fmla="*/ 3880842 h 4489084"/>
              <a:gd name="connsiteX3585" fmla="*/ 4587332 w 5158787"/>
              <a:gd name="connsiteY3585" fmla="*/ 3879421 h 4489084"/>
              <a:gd name="connsiteX3586" fmla="*/ 4597459 w 5158787"/>
              <a:gd name="connsiteY3586" fmla="*/ 3861950 h 4489084"/>
              <a:gd name="connsiteX3587" fmla="*/ 4598703 w 5158787"/>
              <a:gd name="connsiteY3587" fmla="*/ 3861239 h 4489084"/>
              <a:gd name="connsiteX3588" fmla="*/ 3043215 w 5158787"/>
              <a:gd name="connsiteY3588" fmla="*/ 3861239 h 4489084"/>
              <a:gd name="connsiteX3589" fmla="*/ 3063411 w 5158787"/>
              <a:gd name="connsiteY3589" fmla="*/ 3861239 h 4489084"/>
              <a:gd name="connsiteX3590" fmla="*/ 3064654 w 5158787"/>
              <a:gd name="connsiteY3590" fmla="*/ 3861950 h 4489084"/>
              <a:gd name="connsiteX3591" fmla="*/ 3074723 w 5158787"/>
              <a:gd name="connsiteY3591" fmla="*/ 3879421 h 4489084"/>
              <a:gd name="connsiteX3592" fmla="*/ 3074723 w 5158787"/>
              <a:gd name="connsiteY3592" fmla="*/ 3880842 h 4489084"/>
              <a:gd name="connsiteX3593" fmla="*/ 3064595 w 5158787"/>
              <a:gd name="connsiteY3593" fmla="*/ 3898314 h 4489084"/>
              <a:gd name="connsiteX3594" fmla="*/ 3063352 w 5158787"/>
              <a:gd name="connsiteY3594" fmla="*/ 3899025 h 4489084"/>
              <a:gd name="connsiteX3595" fmla="*/ 3043156 w 5158787"/>
              <a:gd name="connsiteY3595" fmla="*/ 3899025 h 4489084"/>
              <a:gd name="connsiteX3596" fmla="*/ 3041912 w 5158787"/>
              <a:gd name="connsiteY3596" fmla="*/ 3898314 h 4489084"/>
              <a:gd name="connsiteX3597" fmla="*/ 3031844 w 5158787"/>
              <a:gd name="connsiteY3597" fmla="*/ 3880842 h 4489084"/>
              <a:gd name="connsiteX3598" fmla="*/ 3031844 w 5158787"/>
              <a:gd name="connsiteY3598" fmla="*/ 3879421 h 4489084"/>
              <a:gd name="connsiteX3599" fmla="*/ 3041971 w 5158787"/>
              <a:gd name="connsiteY3599" fmla="*/ 3861950 h 4489084"/>
              <a:gd name="connsiteX3600" fmla="*/ 3043215 w 5158787"/>
              <a:gd name="connsiteY3600" fmla="*/ 3861239 h 4489084"/>
              <a:gd name="connsiteX3601" fmla="*/ 4531008 w 5158787"/>
              <a:gd name="connsiteY3601" fmla="*/ 3861120 h 4489084"/>
              <a:gd name="connsiteX3602" fmla="*/ 4551322 w 5158787"/>
              <a:gd name="connsiteY3602" fmla="*/ 3861120 h 4489084"/>
              <a:gd name="connsiteX3603" fmla="*/ 4552566 w 5158787"/>
              <a:gd name="connsiteY3603" fmla="*/ 3861831 h 4489084"/>
              <a:gd name="connsiteX3604" fmla="*/ 4562693 w 5158787"/>
              <a:gd name="connsiteY3604" fmla="*/ 3879421 h 4489084"/>
              <a:gd name="connsiteX3605" fmla="*/ 4562693 w 5158787"/>
              <a:gd name="connsiteY3605" fmla="*/ 3880842 h 4489084"/>
              <a:gd name="connsiteX3606" fmla="*/ 4552507 w 5158787"/>
              <a:gd name="connsiteY3606" fmla="*/ 3898432 h 4489084"/>
              <a:gd name="connsiteX3607" fmla="*/ 4551263 w 5158787"/>
              <a:gd name="connsiteY3607" fmla="*/ 3899142 h 4489084"/>
              <a:gd name="connsiteX3608" fmla="*/ 4530949 w 5158787"/>
              <a:gd name="connsiteY3608" fmla="*/ 3899142 h 4489084"/>
              <a:gd name="connsiteX3609" fmla="*/ 4529705 w 5158787"/>
              <a:gd name="connsiteY3609" fmla="*/ 3898432 h 4489084"/>
              <a:gd name="connsiteX3610" fmla="*/ 4519577 w 5158787"/>
              <a:gd name="connsiteY3610" fmla="*/ 3880842 h 4489084"/>
              <a:gd name="connsiteX3611" fmla="*/ 4519577 w 5158787"/>
              <a:gd name="connsiteY3611" fmla="*/ 3879421 h 4489084"/>
              <a:gd name="connsiteX3612" fmla="*/ 4529765 w 5158787"/>
              <a:gd name="connsiteY3612" fmla="*/ 3861831 h 4489084"/>
              <a:gd name="connsiteX3613" fmla="*/ 4531008 w 5158787"/>
              <a:gd name="connsiteY3613" fmla="*/ 3861120 h 4489084"/>
              <a:gd name="connsiteX3614" fmla="*/ 5004277 w 5158787"/>
              <a:gd name="connsiteY3614" fmla="*/ 3860883 h 4489084"/>
              <a:gd name="connsiteX3615" fmla="*/ 5024828 w 5158787"/>
              <a:gd name="connsiteY3615" fmla="*/ 3860883 h 4489084"/>
              <a:gd name="connsiteX3616" fmla="*/ 5026071 w 5158787"/>
              <a:gd name="connsiteY3616" fmla="*/ 3861594 h 4489084"/>
              <a:gd name="connsiteX3617" fmla="*/ 5036317 w 5158787"/>
              <a:gd name="connsiteY3617" fmla="*/ 3879361 h 4489084"/>
              <a:gd name="connsiteX3618" fmla="*/ 5036317 w 5158787"/>
              <a:gd name="connsiteY3618" fmla="*/ 3880842 h 4489084"/>
              <a:gd name="connsiteX3619" fmla="*/ 5026071 w 5158787"/>
              <a:gd name="connsiteY3619" fmla="*/ 3898609 h 4489084"/>
              <a:gd name="connsiteX3620" fmla="*/ 5024828 w 5158787"/>
              <a:gd name="connsiteY3620" fmla="*/ 3899320 h 4489084"/>
              <a:gd name="connsiteX3621" fmla="*/ 5004277 w 5158787"/>
              <a:gd name="connsiteY3621" fmla="*/ 3899320 h 4489084"/>
              <a:gd name="connsiteX3622" fmla="*/ 5003033 w 5158787"/>
              <a:gd name="connsiteY3622" fmla="*/ 3898609 h 4489084"/>
              <a:gd name="connsiteX3623" fmla="*/ 4992787 w 5158787"/>
              <a:gd name="connsiteY3623" fmla="*/ 3880842 h 4489084"/>
              <a:gd name="connsiteX3624" fmla="*/ 4992787 w 5158787"/>
              <a:gd name="connsiteY3624" fmla="*/ 3879361 h 4489084"/>
              <a:gd name="connsiteX3625" fmla="*/ 5003033 w 5158787"/>
              <a:gd name="connsiteY3625" fmla="*/ 3861594 h 4489084"/>
              <a:gd name="connsiteX3626" fmla="*/ 5004277 w 5158787"/>
              <a:gd name="connsiteY3626" fmla="*/ 3860883 h 4489084"/>
              <a:gd name="connsiteX3627" fmla="*/ 4463196 w 5158787"/>
              <a:gd name="connsiteY3627" fmla="*/ 3860706 h 4489084"/>
              <a:gd name="connsiteX3628" fmla="*/ 4483924 w 5158787"/>
              <a:gd name="connsiteY3628" fmla="*/ 3860706 h 4489084"/>
              <a:gd name="connsiteX3629" fmla="*/ 4485169 w 5158787"/>
              <a:gd name="connsiteY3629" fmla="*/ 3861417 h 4489084"/>
              <a:gd name="connsiteX3630" fmla="*/ 4495533 w 5158787"/>
              <a:gd name="connsiteY3630" fmla="*/ 3879421 h 4489084"/>
              <a:gd name="connsiteX3631" fmla="*/ 4495533 w 5158787"/>
              <a:gd name="connsiteY3631" fmla="*/ 3880902 h 4489084"/>
              <a:gd name="connsiteX3632" fmla="*/ 4485169 w 5158787"/>
              <a:gd name="connsiteY3632" fmla="*/ 3898906 h 4489084"/>
              <a:gd name="connsiteX3633" fmla="*/ 4483924 w 5158787"/>
              <a:gd name="connsiteY3633" fmla="*/ 3899617 h 4489084"/>
              <a:gd name="connsiteX3634" fmla="*/ 4463196 w 5158787"/>
              <a:gd name="connsiteY3634" fmla="*/ 3899617 h 4489084"/>
              <a:gd name="connsiteX3635" fmla="*/ 4461952 w 5158787"/>
              <a:gd name="connsiteY3635" fmla="*/ 3898906 h 4489084"/>
              <a:gd name="connsiteX3636" fmla="*/ 4451588 w 5158787"/>
              <a:gd name="connsiteY3636" fmla="*/ 3880902 h 4489084"/>
              <a:gd name="connsiteX3637" fmla="*/ 4451588 w 5158787"/>
              <a:gd name="connsiteY3637" fmla="*/ 3879421 h 4489084"/>
              <a:gd name="connsiteX3638" fmla="*/ 4461952 w 5158787"/>
              <a:gd name="connsiteY3638" fmla="*/ 3861417 h 4489084"/>
              <a:gd name="connsiteX3639" fmla="*/ 4463196 w 5158787"/>
              <a:gd name="connsiteY3639" fmla="*/ 3860706 h 4489084"/>
              <a:gd name="connsiteX3640" fmla="*/ 3854480 w 5158787"/>
              <a:gd name="connsiteY3640" fmla="*/ 3860706 h 4489084"/>
              <a:gd name="connsiteX3641" fmla="*/ 3875209 w 5158787"/>
              <a:gd name="connsiteY3641" fmla="*/ 3860706 h 4489084"/>
              <a:gd name="connsiteX3642" fmla="*/ 3876453 w 5158787"/>
              <a:gd name="connsiteY3642" fmla="*/ 3861417 h 4489084"/>
              <a:gd name="connsiteX3643" fmla="*/ 3886817 w 5158787"/>
              <a:gd name="connsiteY3643" fmla="*/ 3879421 h 4489084"/>
              <a:gd name="connsiteX3644" fmla="*/ 3886817 w 5158787"/>
              <a:gd name="connsiteY3644" fmla="*/ 3880902 h 4489084"/>
              <a:gd name="connsiteX3645" fmla="*/ 3876453 w 5158787"/>
              <a:gd name="connsiteY3645" fmla="*/ 3898906 h 4489084"/>
              <a:gd name="connsiteX3646" fmla="*/ 3875209 w 5158787"/>
              <a:gd name="connsiteY3646" fmla="*/ 3899617 h 4489084"/>
              <a:gd name="connsiteX3647" fmla="*/ 3854480 w 5158787"/>
              <a:gd name="connsiteY3647" fmla="*/ 3899617 h 4489084"/>
              <a:gd name="connsiteX3648" fmla="*/ 3853236 w 5158787"/>
              <a:gd name="connsiteY3648" fmla="*/ 3898906 h 4489084"/>
              <a:gd name="connsiteX3649" fmla="*/ 3842872 w 5158787"/>
              <a:gd name="connsiteY3649" fmla="*/ 3880902 h 4489084"/>
              <a:gd name="connsiteX3650" fmla="*/ 3842872 w 5158787"/>
              <a:gd name="connsiteY3650" fmla="*/ 3879421 h 4489084"/>
              <a:gd name="connsiteX3651" fmla="*/ 3853236 w 5158787"/>
              <a:gd name="connsiteY3651" fmla="*/ 3861417 h 4489084"/>
              <a:gd name="connsiteX3652" fmla="*/ 3854480 w 5158787"/>
              <a:gd name="connsiteY3652" fmla="*/ 3860706 h 4489084"/>
              <a:gd name="connsiteX3653" fmla="*/ 4665983 w 5158787"/>
              <a:gd name="connsiteY3653" fmla="*/ 3860587 h 4489084"/>
              <a:gd name="connsiteX3654" fmla="*/ 4686830 w 5158787"/>
              <a:gd name="connsiteY3654" fmla="*/ 3860587 h 4489084"/>
              <a:gd name="connsiteX3655" fmla="*/ 4688133 w 5158787"/>
              <a:gd name="connsiteY3655" fmla="*/ 3861298 h 4489084"/>
              <a:gd name="connsiteX3656" fmla="*/ 4698557 w 5158787"/>
              <a:gd name="connsiteY3656" fmla="*/ 3879361 h 4489084"/>
              <a:gd name="connsiteX3657" fmla="*/ 4698557 w 5158787"/>
              <a:gd name="connsiteY3657" fmla="*/ 3880842 h 4489084"/>
              <a:gd name="connsiteX3658" fmla="*/ 4688133 w 5158787"/>
              <a:gd name="connsiteY3658" fmla="*/ 3898905 h 4489084"/>
              <a:gd name="connsiteX3659" fmla="*/ 4686830 w 5158787"/>
              <a:gd name="connsiteY3659" fmla="*/ 3899616 h 4489084"/>
              <a:gd name="connsiteX3660" fmla="*/ 4665983 w 5158787"/>
              <a:gd name="connsiteY3660" fmla="*/ 3899616 h 4489084"/>
              <a:gd name="connsiteX3661" fmla="*/ 4664679 w 5158787"/>
              <a:gd name="connsiteY3661" fmla="*/ 3898905 h 4489084"/>
              <a:gd name="connsiteX3662" fmla="*/ 4654256 w 5158787"/>
              <a:gd name="connsiteY3662" fmla="*/ 3880842 h 4489084"/>
              <a:gd name="connsiteX3663" fmla="*/ 4654256 w 5158787"/>
              <a:gd name="connsiteY3663" fmla="*/ 3879361 h 4489084"/>
              <a:gd name="connsiteX3664" fmla="*/ 4664679 w 5158787"/>
              <a:gd name="connsiteY3664" fmla="*/ 3861298 h 4489084"/>
              <a:gd name="connsiteX3665" fmla="*/ 4665983 w 5158787"/>
              <a:gd name="connsiteY3665" fmla="*/ 3860587 h 4489084"/>
              <a:gd name="connsiteX3666" fmla="*/ 3922056 w 5158787"/>
              <a:gd name="connsiteY3666" fmla="*/ 3860587 h 4489084"/>
              <a:gd name="connsiteX3667" fmla="*/ 3942904 w 5158787"/>
              <a:gd name="connsiteY3667" fmla="*/ 3860587 h 4489084"/>
              <a:gd name="connsiteX3668" fmla="*/ 3944206 w 5158787"/>
              <a:gd name="connsiteY3668" fmla="*/ 3861298 h 4489084"/>
              <a:gd name="connsiteX3669" fmla="*/ 3954630 w 5158787"/>
              <a:gd name="connsiteY3669" fmla="*/ 3879361 h 4489084"/>
              <a:gd name="connsiteX3670" fmla="*/ 3954630 w 5158787"/>
              <a:gd name="connsiteY3670" fmla="*/ 3880842 h 4489084"/>
              <a:gd name="connsiteX3671" fmla="*/ 3944206 w 5158787"/>
              <a:gd name="connsiteY3671" fmla="*/ 3898905 h 4489084"/>
              <a:gd name="connsiteX3672" fmla="*/ 3942904 w 5158787"/>
              <a:gd name="connsiteY3672" fmla="*/ 3899616 h 4489084"/>
              <a:gd name="connsiteX3673" fmla="*/ 3922056 w 5158787"/>
              <a:gd name="connsiteY3673" fmla="*/ 3899616 h 4489084"/>
              <a:gd name="connsiteX3674" fmla="*/ 3920753 w 5158787"/>
              <a:gd name="connsiteY3674" fmla="*/ 3898905 h 4489084"/>
              <a:gd name="connsiteX3675" fmla="*/ 3910330 w 5158787"/>
              <a:gd name="connsiteY3675" fmla="*/ 3880842 h 4489084"/>
              <a:gd name="connsiteX3676" fmla="*/ 3910330 w 5158787"/>
              <a:gd name="connsiteY3676" fmla="*/ 3879361 h 4489084"/>
              <a:gd name="connsiteX3677" fmla="*/ 3920753 w 5158787"/>
              <a:gd name="connsiteY3677" fmla="*/ 3861298 h 4489084"/>
              <a:gd name="connsiteX3678" fmla="*/ 3922056 w 5158787"/>
              <a:gd name="connsiteY3678" fmla="*/ 3860587 h 4489084"/>
              <a:gd name="connsiteX3679" fmla="*/ 3583703 w 5158787"/>
              <a:gd name="connsiteY3679" fmla="*/ 3860291 h 4489084"/>
              <a:gd name="connsiteX3680" fmla="*/ 3604906 w 5158787"/>
              <a:gd name="connsiteY3680" fmla="*/ 3860291 h 4489084"/>
              <a:gd name="connsiteX3681" fmla="*/ 3606209 w 5158787"/>
              <a:gd name="connsiteY3681" fmla="*/ 3861061 h 4489084"/>
              <a:gd name="connsiteX3682" fmla="*/ 3616810 w 5158787"/>
              <a:gd name="connsiteY3682" fmla="*/ 3879421 h 4489084"/>
              <a:gd name="connsiteX3683" fmla="*/ 3616810 w 5158787"/>
              <a:gd name="connsiteY3683" fmla="*/ 3880902 h 4489084"/>
              <a:gd name="connsiteX3684" fmla="*/ 3606209 w 5158787"/>
              <a:gd name="connsiteY3684" fmla="*/ 3899261 h 4489084"/>
              <a:gd name="connsiteX3685" fmla="*/ 3604906 w 5158787"/>
              <a:gd name="connsiteY3685" fmla="*/ 3900031 h 4489084"/>
              <a:gd name="connsiteX3686" fmla="*/ 3583703 w 5158787"/>
              <a:gd name="connsiteY3686" fmla="*/ 3900031 h 4489084"/>
              <a:gd name="connsiteX3687" fmla="*/ 3582400 w 5158787"/>
              <a:gd name="connsiteY3687" fmla="*/ 3899261 h 4489084"/>
              <a:gd name="connsiteX3688" fmla="*/ 3571799 w 5158787"/>
              <a:gd name="connsiteY3688" fmla="*/ 3880902 h 4489084"/>
              <a:gd name="connsiteX3689" fmla="*/ 3571799 w 5158787"/>
              <a:gd name="connsiteY3689" fmla="*/ 3879421 h 4489084"/>
              <a:gd name="connsiteX3690" fmla="*/ 3582400 w 5158787"/>
              <a:gd name="connsiteY3690" fmla="*/ 3861061 h 4489084"/>
              <a:gd name="connsiteX3691" fmla="*/ 3583703 w 5158787"/>
              <a:gd name="connsiteY3691" fmla="*/ 3860291 h 4489084"/>
              <a:gd name="connsiteX3692" fmla="*/ 3718855 w 5158787"/>
              <a:gd name="connsiteY3692" fmla="*/ 3860054 h 4489084"/>
              <a:gd name="connsiteX3693" fmla="*/ 3740294 w 5158787"/>
              <a:gd name="connsiteY3693" fmla="*/ 3860054 h 4489084"/>
              <a:gd name="connsiteX3694" fmla="*/ 3741597 w 5158787"/>
              <a:gd name="connsiteY3694" fmla="*/ 3860824 h 4489084"/>
              <a:gd name="connsiteX3695" fmla="*/ 3752317 w 5158787"/>
              <a:gd name="connsiteY3695" fmla="*/ 3879361 h 4489084"/>
              <a:gd name="connsiteX3696" fmla="*/ 3752317 w 5158787"/>
              <a:gd name="connsiteY3696" fmla="*/ 3880901 h 4489084"/>
              <a:gd name="connsiteX3697" fmla="*/ 3741597 w 5158787"/>
              <a:gd name="connsiteY3697" fmla="*/ 3899439 h 4489084"/>
              <a:gd name="connsiteX3698" fmla="*/ 3740294 w 5158787"/>
              <a:gd name="connsiteY3698" fmla="*/ 3900209 h 4489084"/>
              <a:gd name="connsiteX3699" fmla="*/ 3718855 w 5158787"/>
              <a:gd name="connsiteY3699" fmla="*/ 3900209 h 4489084"/>
              <a:gd name="connsiteX3700" fmla="*/ 3717552 w 5158787"/>
              <a:gd name="connsiteY3700" fmla="*/ 3899439 h 4489084"/>
              <a:gd name="connsiteX3701" fmla="*/ 3706832 w 5158787"/>
              <a:gd name="connsiteY3701" fmla="*/ 3880901 h 4489084"/>
              <a:gd name="connsiteX3702" fmla="*/ 3706832 w 5158787"/>
              <a:gd name="connsiteY3702" fmla="*/ 3879361 h 4489084"/>
              <a:gd name="connsiteX3703" fmla="*/ 3717552 w 5158787"/>
              <a:gd name="connsiteY3703" fmla="*/ 3860824 h 4489084"/>
              <a:gd name="connsiteX3704" fmla="*/ 3718855 w 5158787"/>
              <a:gd name="connsiteY3704" fmla="*/ 3860054 h 4489084"/>
              <a:gd name="connsiteX3705" fmla="*/ 3651220 w 5158787"/>
              <a:gd name="connsiteY3705" fmla="*/ 3860054 h 4489084"/>
              <a:gd name="connsiteX3706" fmla="*/ 3672659 w 5158787"/>
              <a:gd name="connsiteY3706" fmla="*/ 3860054 h 4489084"/>
              <a:gd name="connsiteX3707" fmla="*/ 3673963 w 5158787"/>
              <a:gd name="connsiteY3707" fmla="*/ 3860824 h 4489084"/>
              <a:gd name="connsiteX3708" fmla="*/ 3684682 w 5158787"/>
              <a:gd name="connsiteY3708" fmla="*/ 3879361 h 4489084"/>
              <a:gd name="connsiteX3709" fmla="*/ 3684682 w 5158787"/>
              <a:gd name="connsiteY3709" fmla="*/ 3880901 h 4489084"/>
              <a:gd name="connsiteX3710" fmla="*/ 3673963 w 5158787"/>
              <a:gd name="connsiteY3710" fmla="*/ 3899439 h 4489084"/>
              <a:gd name="connsiteX3711" fmla="*/ 3672659 w 5158787"/>
              <a:gd name="connsiteY3711" fmla="*/ 3900209 h 4489084"/>
              <a:gd name="connsiteX3712" fmla="*/ 3651220 w 5158787"/>
              <a:gd name="connsiteY3712" fmla="*/ 3900209 h 4489084"/>
              <a:gd name="connsiteX3713" fmla="*/ 3649917 w 5158787"/>
              <a:gd name="connsiteY3713" fmla="*/ 3899439 h 4489084"/>
              <a:gd name="connsiteX3714" fmla="*/ 3639197 w 5158787"/>
              <a:gd name="connsiteY3714" fmla="*/ 3880901 h 4489084"/>
              <a:gd name="connsiteX3715" fmla="*/ 3639197 w 5158787"/>
              <a:gd name="connsiteY3715" fmla="*/ 3879361 h 4489084"/>
              <a:gd name="connsiteX3716" fmla="*/ 3649917 w 5158787"/>
              <a:gd name="connsiteY3716" fmla="*/ 3860824 h 4489084"/>
              <a:gd name="connsiteX3717" fmla="*/ 3651220 w 5158787"/>
              <a:gd name="connsiteY3717" fmla="*/ 3860054 h 4489084"/>
              <a:gd name="connsiteX3718" fmla="*/ 4733203 w 5158787"/>
              <a:gd name="connsiteY3718" fmla="*/ 3859758 h 4489084"/>
              <a:gd name="connsiteX3719" fmla="*/ 4754939 w 5158787"/>
              <a:gd name="connsiteY3719" fmla="*/ 3859758 h 4489084"/>
              <a:gd name="connsiteX3720" fmla="*/ 4756242 w 5158787"/>
              <a:gd name="connsiteY3720" fmla="*/ 3860528 h 4489084"/>
              <a:gd name="connsiteX3721" fmla="*/ 4767080 w 5158787"/>
              <a:gd name="connsiteY3721" fmla="*/ 3879361 h 4489084"/>
              <a:gd name="connsiteX3722" fmla="*/ 4767080 w 5158787"/>
              <a:gd name="connsiteY3722" fmla="*/ 3880901 h 4489084"/>
              <a:gd name="connsiteX3723" fmla="*/ 4756183 w 5158787"/>
              <a:gd name="connsiteY3723" fmla="*/ 3899735 h 4489084"/>
              <a:gd name="connsiteX3724" fmla="*/ 4754879 w 5158787"/>
              <a:gd name="connsiteY3724" fmla="*/ 3900505 h 4489084"/>
              <a:gd name="connsiteX3725" fmla="*/ 4733144 w 5158787"/>
              <a:gd name="connsiteY3725" fmla="*/ 3900505 h 4489084"/>
              <a:gd name="connsiteX3726" fmla="*/ 4731841 w 5158787"/>
              <a:gd name="connsiteY3726" fmla="*/ 3899735 h 4489084"/>
              <a:gd name="connsiteX3727" fmla="*/ 4721003 w 5158787"/>
              <a:gd name="connsiteY3727" fmla="*/ 3880901 h 4489084"/>
              <a:gd name="connsiteX3728" fmla="*/ 4721003 w 5158787"/>
              <a:gd name="connsiteY3728" fmla="*/ 3879361 h 4489084"/>
              <a:gd name="connsiteX3729" fmla="*/ 4731900 w 5158787"/>
              <a:gd name="connsiteY3729" fmla="*/ 3860528 h 4489084"/>
              <a:gd name="connsiteX3730" fmla="*/ 4733203 w 5158787"/>
              <a:gd name="connsiteY3730" fmla="*/ 3859758 h 4489084"/>
              <a:gd name="connsiteX3731" fmla="*/ 3110080 w 5158787"/>
              <a:gd name="connsiteY3731" fmla="*/ 3859758 h 4489084"/>
              <a:gd name="connsiteX3732" fmla="*/ 3131816 w 5158787"/>
              <a:gd name="connsiteY3732" fmla="*/ 3859758 h 4489084"/>
              <a:gd name="connsiteX3733" fmla="*/ 3133119 w 5158787"/>
              <a:gd name="connsiteY3733" fmla="*/ 3860528 h 4489084"/>
              <a:gd name="connsiteX3734" fmla="*/ 3143957 w 5158787"/>
              <a:gd name="connsiteY3734" fmla="*/ 3879361 h 4489084"/>
              <a:gd name="connsiteX3735" fmla="*/ 3143957 w 5158787"/>
              <a:gd name="connsiteY3735" fmla="*/ 3880901 h 4489084"/>
              <a:gd name="connsiteX3736" fmla="*/ 3133060 w 5158787"/>
              <a:gd name="connsiteY3736" fmla="*/ 3899735 h 4489084"/>
              <a:gd name="connsiteX3737" fmla="*/ 3131757 w 5158787"/>
              <a:gd name="connsiteY3737" fmla="*/ 3900505 h 4489084"/>
              <a:gd name="connsiteX3738" fmla="*/ 3110021 w 5158787"/>
              <a:gd name="connsiteY3738" fmla="*/ 3900505 h 4489084"/>
              <a:gd name="connsiteX3739" fmla="*/ 3108718 w 5158787"/>
              <a:gd name="connsiteY3739" fmla="*/ 3899735 h 4489084"/>
              <a:gd name="connsiteX3740" fmla="*/ 3097880 w 5158787"/>
              <a:gd name="connsiteY3740" fmla="*/ 3880901 h 4489084"/>
              <a:gd name="connsiteX3741" fmla="*/ 3097880 w 5158787"/>
              <a:gd name="connsiteY3741" fmla="*/ 3879361 h 4489084"/>
              <a:gd name="connsiteX3742" fmla="*/ 3108778 w 5158787"/>
              <a:gd name="connsiteY3742" fmla="*/ 3860528 h 4489084"/>
              <a:gd name="connsiteX3743" fmla="*/ 3110080 w 5158787"/>
              <a:gd name="connsiteY3743" fmla="*/ 3859758 h 4489084"/>
              <a:gd name="connsiteX3744" fmla="*/ 3786193 w 5158787"/>
              <a:gd name="connsiteY3744" fmla="*/ 3859462 h 4489084"/>
              <a:gd name="connsiteX3745" fmla="*/ 3808284 w 5158787"/>
              <a:gd name="connsiteY3745" fmla="*/ 3859462 h 4489084"/>
              <a:gd name="connsiteX3746" fmla="*/ 3809646 w 5158787"/>
              <a:gd name="connsiteY3746" fmla="*/ 3860232 h 4489084"/>
              <a:gd name="connsiteX3747" fmla="*/ 3820662 w 5158787"/>
              <a:gd name="connsiteY3747" fmla="*/ 3879362 h 4489084"/>
              <a:gd name="connsiteX3748" fmla="*/ 3820662 w 5158787"/>
              <a:gd name="connsiteY3748" fmla="*/ 3880901 h 4489084"/>
              <a:gd name="connsiteX3749" fmla="*/ 3809587 w 5158787"/>
              <a:gd name="connsiteY3749" fmla="*/ 3900031 h 4489084"/>
              <a:gd name="connsiteX3750" fmla="*/ 3808225 w 5158787"/>
              <a:gd name="connsiteY3750" fmla="*/ 3900801 h 4489084"/>
              <a:gd name="connsiteX3751" fmla="*/ 3786134 w 5158787"/>
              <a:gd name="connsiteY3751" fmla="*/ 3900801 h 4489084"/>
              <a:gd name="connsiteX3752" fmla="*/ 3784772 w 5158787"/>
              <a:gd name="connsiteY3752" fmla="*/ 3900031 h 4489084"/>
              <a:gd name="connsiteX3753" fmla="*/ 3773756 w 5158787"/>
              <a:gd name="connsiteY3753" fmla="*/ 3880901 h 4489084"/>
              <a:gd name="connsiteX3754" fmla="*/ 3773756 w 5158787"/>
              <a:gd name="connsiteY3754" fmla="*/ 3879362 h 4489084"/>
              <a:gd name="connsiteX3755" fmla="*/ 3784831 w 5158787"/>
              <a:gd name="connsiteY3755" fmla="*/ 3860232 h 4489084"/>
              <a:gd name="connsiteX3756" fmla="*/ 3786193 w 5158787"/>
              <a:gd name="connsiteY3756" fmla="*/ 3859462 h 4489084"/>
              <a:gd name="connsiteX3757" fmla="*/ 4935811 w 5158787"/>
              <a:gd name="connsiteY3757" fmla="*/ 3859343 h 4489084"/>
              <a:gd name="connsiteX3758" fmla="*/ 4958021 w 5158787"/>
              <a:gd name="connsiteY3758" fmla="*/ 3859343 h 4489084"/>
              <a:gd name="connsiteX3759" fmla="*/ 4959383 w 5158787"/>
              <a:gd name="connsiteY3759" fmla="*/ 3860113 h 4489084"/>
              <a:gd name="connsiteX3760" fmla="*/ 4970458 w 5158787"/>
              <a:gd name="connsiteY3760" fmla="*/ 3879361 h 4489084"/>
              <a:gd name="connsiteX3761" fmla="*/ 4970458 w 5158787"/>
              <a:gd name="connsiteY3761" fmla="*/ 3880901 h 4489084"/>
              <a:gd name="connsiteX3762" fmla="*/ 4959383 w 5158787"/>
              <a:gd name="connsiteY3762" fmla="*/ 3900149 h 4489084"/>
              <a:gd name="connsiteX3763" fmla="*/ 4958021 w 5158787"/>
              <a:gd name="connsiteY3763" fmla="*/ 3900919 h 4489084"/>
              <a:gd name="connsiteX3764" fmla="*/ 4935811 w 5158787"/>
              <a:gd name="connsiteY3764" fmla="*/ 3900919 h 4489084"/>
              <a:gd name="connsiteX3765" fmla="*/ 4934449 w 5158787"/>
              <a:gd name="connsiteY3765" fmla="*/ 3900149 h 4489084"/>
              <a:gd name="connsiteX3766" fmla="*/ 4923374 w 5158787"/>
              <a:gd name="connsiteY3766" fmla="*/ 3880901 h 4489084"/>
              <a:gd name="connsiteX3767" fmla="*/ 4923374 w 5158787"/>
              <a:gd name="connsiteY3767" fmla="*/ 3879361 h 4489084"/>
              <a:gd name="connsiteX3768" fmla="*/ 4934449 w 5158787"/>
              <a:gd name="connsiteY3768" fmla="*/ 3860113 h 4489084"/>
              <a:gd name="connsiteX3769" fmla="*/ 4935811 w 5158787"/>
              <a:gd name="connsiteY3769" fmla="*/ 3859343 h 4489084"/>
              <a:gd name="connsiteX3770" fmla="*/ 4800542 w 5158787"/>
              <a:gd name="connsiteY3770" fmla="*/ 3859343 h 4489084"/>
              <a:gd name="connsiteX3771" fmla="*/ 4822752 w 5158787"/>
              <a:gd name="connsiteY3771" fmla="*/ 3859343 h 4489084"/>
              <a:gd name="connsiteX3772" fmla="*/ 4824114 w 5158787"/>
              <a:gd name="connsiteY3772" fmla="*/ 3860113 h 4489084"/>
              <a:gd name="connsiteX3773" fmla="*/ 4835189 w 5158787"/>
              <a:gd name="connsiteY3773" fmla="*/ 3879361 h 4489084"/>
              <a:gd name="connsiteX3774" fmla="*/ 4835189 w 5158787"/>
              <a:gd name="connsiteY3774" fmla="*/ 3880901 h 4489084"/>
              <a:gd name="connsiteX3775" fmla="*/ 4824114 w 5158787"/>
              <a:gd name="connsiteY3775" fmla="*/ 3900149 h 4489084"/>
              <a:gd name="connsiteX3776" fmla="*/ 4822752 w 5158787"/>
              <a:gd name="connsiteY3776" fmla="*/ 3900919 h 4489084"/>
              <a:gd name="connsiteX3777" fmla="*/ 4800542 w 5158787"/>
              <a:gd name="connsiteY3777" fmla="*/ 3900919 h 4489084"/>
              <a:gd name="connsiteX3778" fmla="*/ 4799180 w 5158787"/>
              <a:gd name="connsiteY3778" fmla="*/ 3900149 h 4489084"/>
              <a:gd name="connsiteX3779" fmla="*/ 4788105 w 5158787"/>
              <a:gd name="connsiteY3779" fmla="*/ 3880901 h 4489084"/>
              <a:gd name="connsiteX3780" fmla="*/ 4788105 w 5158787"/>
              <a:gd name="connsiteY3780" fmla="*/ 3879361 h 4489084"/>
              <a:gd name="connsiteX3781" fmla="*/ 4799180 w 5158787"/>
              <a:gd name="connsiteY3781" fmla="*/ 3860113 h 4489084"/>
              <a:gd name="connsiteX3782" fmla="*/ 4800542 w 5158787"/>
              <a:gd name="connsiteY3782" fmla="*/ 3859343 h 4489084"/>
              <a:gd name="connsiteX3783" fmla="*/ 3515536 w 5158787"/>
              <a:gd name="connsiteY3783" fmla="*/ 3859225 h 4489084"/>
              <a:gd name="connsiteX3784" fmla="*/ 3537863 w 5158787"/>
              <a:gd name="connsiteY3784" fmla="*/ 3859225 h 4489084"/>
              <a:gd name="connsiteX3785" fmla="*/ 3539226 w 5158787"/>
              <a:gd name="connsiteY3785" fmla="*/ 3859995 h 4489084"/>
              <a:gd name="connsiteX3786" fmla="*/ 3550360 w 5158787"/>
              <a:gd name="connsiteY3786" fmla="*/ 3879302 h 4489084"/>
              <a:gd name="connsiteX3787" fmla="*/ 3550360 w 5158787"/>
              <a:gd name="connsiteY3787" fmla="*/ 3880902 h 4489084"/>
              <a:gd name="connsiteX3788" fmla="*/ 3539226 w 5158787"/>
              <a:gd name="connsiteY3788" fmla="*/ 3900209 h 4489084"/>
              <a:gd name="connsiteX3789" fmla="*/ 3537863 w 5158787"/>
              <a:gd name="connsiteY3789" fmla="*/ 3900979 h 4489084"/>
              <a:gd name="connsiteX3790" fmla="*/ 3515536 w 5158787"/>
              <a:gd name="connsiteY3790" fmla="*/ 3900979 h 4489084"/>
              <a:gd name="connsiteX3791" fmla="*/ 3514173 w 5158787"/>
              <a:gd name="connsiteY3791" fmla="*/ 3900209 h 4489084"/>
              <a:gd name="connsiteX3792" fmla="*/ 3503039 w 5158787"/>
              <a:gd name="connsiteY3792" fmla="*/ 3880902 h 4489084"/>
              <a:gd name="connsiteX3793" fmla="*/ 3503039 w 5158787"/>
              <a:gd name="connsiteY3793" fmla="*/ 3879302 h 4489084"/>
              <a:gd name="connsiteX3794" fmla="*/ 3514173 w 5158787"/>
              <a:gd name="connsiteY3794" fmla="*/ 3859995 h 4489084"/>
              <a:gd name="connsiteX3795" fmla="*/ 3515536 w 5158787"/>
              <a:gd name="connsiteY3795" fmla="*/ 3859225 h 4489084"/>
              <a:gd name="connsiteX3796" fmla="*/ 3447900 w 5158787"/>
              <a:gd name="connsiteY3796" fmla="*/ 3859225 h 4489084"/>
              <a:gd name="connsiteX3797" fmla="*/ 3470228 w 5158787"/>
              <a:gd name="connsiteY3797" fmla="*/ 3859225 h 4489084"/>
              <a:gd name="connsiteX3798" fmla="*/ 3471590 w 5158787"/>
              <a:gd name="connsiteY3798" fmla="*/ 3859995 h 4489084"/>
              <a:gd name="connsiteX3799" fmla="*/ 3482724 w 5158787"/>
              <a:gd name="connsiteY3799" fmla="*/ 3879302 h 4489084"/>
              <a:gd name="connsiteX3800" fmla="*/ 3482724 w 5158787"/>
              <a:gd name="connsiteY3800" fmla="*/ 3880902 h 4489084"/>
              <a:gd name="connsiteX3801" fmla="*/ 3471590 w 5158787"/>
              <a:gd name="connsiteY3801" fmla="*/ 3900209 h 4489084"/>
              <a:gd name="connsiteX3802" fmla="*/ 3470228 w 5158787"/>
              <a:gd name="connsiteY3802" fmla="*/ 3900979 h 4489084"/>
              <a:gd name="connsiteX3803" fmla="*/ 3447900 w 5158787"/>
              <a:gd name="connsiteY3803" fmla="*/ 3900979 h 4489084"/>
              <a:gd name="connsiteX3804" fmla="*/ 3446538 w 5158787"/>
              <a:gd name="connsiteY3804" fmla="*/ 3900209 h 4489084"/>
              <a:gd name="connsiteX3805" fmla="*/ 3435403 w 5158787"/>
              <a:gd name="connsiteY3805" fmla="*/ 3880902 h 4489084"/>
              <a:gd name="connsiteX3806" fmla="*/ 3435403 w 5158787"/>
              <a:gd name="connsiteY3806" fmla="*/ 3879302 h 4489084"/>
              <a:gd name="connsiteX3807" fmla="*/ 3446538 w 5158787"/>
              <a:gd name="connsiteY3807" fmla="*/ 3859995 h 4489084"/>
              <a:gd name="connsiteX3808" fmla="*/ 3447900 w 5158787"/>
              <a:gd name="connsiteY3808" fmla="*/ 3859225 h 4489084"/>
              <a:gd name="connsiteX3809" fmla="*/ 3177301 w 5158787"/>
              <a:gd name="connsiteY3809" fmla="*/ 3859047 h 4489084"/>
              <a:gd name="connsiteX3810" fmla="*/ 3199807 w 5158787"/>
              <a:gd name="connsiteY3810" fmla="*/ 3859047 h 4489084"/>
              <a:gd name="connsiteX3811" fmla="*/ 3201169 w 5158787"/>
              <a:gd name="connsiteY3811" fmla="*/ 3859817 h 4489084"/>
              <a:gd name="connsiteX3812" fmla="*/ 3212422 w 5158787"/>
              <a:gd name="connsiteY3812" fmla="*/ 3879302 h 4489084"/>
              <a:gd name="connsiteX3813" fmla="*/ 3212422 w 5158787"/>
              <a:gd name="connsiteY3813" fmla="*/ 3880901 h 4489084"/>
              <a:gd name="connsiteX3814" fmla="*/ 3201169 w 5158787"/>
              <a:gd name="connsiteY3814" fmla="*/ 3900386 h 4489084"/>
              <a:gd name="connsiteX3815" fmla="*/ 3199807 w 5158787"/>
              <a:gd name="connsiteY3815" fmla="*/ 3901156 h 4489084"/>
              <a:gd name="connsiteX3816" fmla="*/ 3177301 w 5158787"/>
              <a:gd name="connsiteY3816" fmla="*/ 3901156 h 4489084"/>
              <a:gd name="connsiteX3817" fmla="*/ 3175939 w 5158787"/>
              <a:gd name="connsiteY3817" fmla="*/ 3900386 h 4489084"/>
              <a:gd name="connsiteX3818" fmla="*/ 3164686 w 5158787"/>
              <a:gd name="connsiteY3818" fmla="*/ 3880901 h 4489084"/>
              <a:gd name="connsiteX3819" fmla="*/ 3164686 w 5158787"/>
              <a:gd name="connsiteY3819" fmla="*/ 3879302 h 4489084"/>
              <a:gd name="connsiteX3820" fmla="*/ 3175939 w 5158787"/>
              <a:gd name="connsiteY3820" fmla="*/ 3859817 h 4489084"/>
              <a:gd name="connsiteX3821" fmla="*/ 3177301 w 5158787"/>
              <a:gd name="connsiteY3821" fmla="*/ 3859047 h 4489084"/>
              <a:gd name="connsiteX3822" fmla="*/ 3380028 w 5158787"/>
              <a:gd name="connsiteY3822" fmla="*/ 3858751 h 4489084"/>
              <a:gd name="connsiteX3823" fmla="*/ 3402889 w 5158787"/>
              <a:gd name="connsiteY3823" fmla="*/ 3858751 h 4489084"/>
              <a:gd name="connsiteX3824" fmla="*/ 3404311 w 5158787"/>
              <a:gd name="connsiteY3824" fmla="*/ 3859580 h 4489084"/>
              <a:gd name="connsiteX3825" fmla="*/ 3415741 w 5158787"/>
              <a:gd name="connsiteY3825" fmla="*/ 3879361 h 4489084"/>
              <a:gd name="connsiteX3826" fmla="*/ 3415741 w 5158787"/>
              <a:gd name="connsiteY3826" fmla="*/ 3880960 h 4489084"/>
              <a:gd name="connsiteX3827" fmla="*/ 3404311 w 5158787"/>
              <a:gd name="connsiteY3827" fmla="*/ 3900741 h 4489084"/>
              <a:gd name="connsiteX3828" fmla="*/ 3402889 w 5158787"/>
              <a:gd name="connsiteY3828" fmla="*/ 3901571 h 4489084"/>
              <a:gd name="connsiteX3829" fmla="*/ 3380028 w 5158787"/>
              <a:gd name="connsiteY3829" fmla="*/ 3901571 h 4489084"/>
              <a:gd name="connsiteX3830" fmla="*/ 3378606 w 5158787"/>
              <a:gd name="connsiteY3830" fmla="*/ 3900741 h 4489084"/>
              <a:gd name="connsiteX3831" fmla="*/ 3367176 w 5158787"/>
              <a:gd name="connsiteY3831" fmla="*/ 3880960 h 4489084"/>
              <a:gd name="connsiteX3832" fmla="*/ 3367176 w 5158787"/>
              <a:gd name="connsiteY3832" fmla="*/ 3879361 h 4489084"/>
              <a:gd name="connsiteX3833" fmla="*/ 3378606 w 5158787"/>
              <a:gd name="connsiteY3833" fmla="*/ 3859580 h 4489084"/>
              <a:gd name="connsiteX3834" fmla="*/ 3380028 w 5158787"/>
              <a:gd name="connsiteY3834" fmla="*/ 3858751 h 4489084"/>
              <a:gd name="connsiteX3835" fmla="*/ 4867763 w 5158787"/>
              <a:gd name="connsiteY3835" fmla="*/ 3858455 h 4489084"/>
              <a:gd name="connsiteX3836" fmla="*/ 4890920 w 5158787"/>
              <a:gd name="connsiteY3836" fmla="*/ 3858455 h 4489084"/>
              <a:gd name="connsiteX3837" fmla="*/ 4892341 w 5158787"/>
              <a:gd name="connsiteY3837" fmla="*/ 3859284 h 4489084"/>
              <a:gd name="connsiteX3838" fmla="*/ 4903949 w 5158787"/>
              <a:gd name="connsiteY3838" fmla="*/ 3879362 h 4489084"/>
              <a:gd name="connsiteX3839" fmla="*/ 4903949 w 5158787"/>
              <a:gd name="connsiteY3839" fmla="*/ 3881020 h 4489084"/>
              <a:gd name="connsiteX3840" fmla="*/ 4892341 w 5158787"/>
              <a:gd name="connsiteY3840" fmla="*/ 3901097 h 4489084"/>
              <a:gd name="connsiteX3841" fmla="*/ 4890920 w 5158787"/>
              <a:gd name="connsiteY3841" fmla="*/ 3901926 h 4489084"/>
              <a:gd name="connsiteX3842" fmla="*/ 4867763 w 5158787"/>
              <a:gd name="connsiteY3842" fmla="*/ 3901926 h 4489084"/>
              <a:gd name="connsiteX3843" fmla="*/ 4866341 w 5158787"/>
              <a:gd name="connsiteY3843" fmla="*/ 3901097 h 4489084"/>
              <a:gd name="connsiteX3844" fmla="*/ 4854733 w 5158787"/>
              <a:gd name="connsiteY3844" fmla="*/ 3881020 h 4489084"/>
              <a:gd name="connsiteX3845" fmla="*/ 4854733 w 5158787"/>
              <a:gd name="connsiteY3845" fmla="*/ 3879362 h 4489084"/>
              <a:gd name="connsiteX3846" fmla="*/ 4866341 w 5158787"/>
              <a:gd name="connsiteY3846" fmla="*/ 3859284 h 4489084"/>
              <a:gd name="connsiteX3847" fmla="*/ 4867763 w 5158787"/>
              <a:gd name="connsiteY3847" fmla="*/ 3858455 h 4489084"/>
              <a:gd name="connsiteX3848" fmla="*/ 3312156 w 5158787"/>
              <a:gd name="connsiteY3848" fmla="*/ 3858337 h 4489084"/>
              <a:gd name="connsiteX3849" fmla="*/ 3335432 w 5158787"/>
              <a:gd name="connsiteY3849" fmla="*/ 3858337 h 4489084"/>
              <a:gd name="connsiteX3850" fmla="*/ 3336853 w 5158787"/>
              <a:gd name="connsiteY3850" fmla="*/ 3859166 h 4489084"/>
              <a:gd name="connsiteX3851" fmla="*/ 3348461 w 5158787"/>
              <a:gd name="connsiteY3851" fmla="*/ 3879362 h 4489084"/>
              <a:gd name="connsiteX3852" fmla="*/ 3348461 w 5158787"/>
              <a:gd name="connsiteY3852" fmla="*/ 3881020 h 4489084"/>
              <a:gd name="connsiteX3853" fmla="*/ 3336794 w 5158787"/>
              <a:gd name="connsiteY3853" fmla="*/ 3901216 h 4489084"/>
              <a:gd name="connsiteX3854" fmla="*/ 3335372 w 5158787"/>
              <a:gd name="connsiteY3854" fmla="*/ 3902045 h 4489084"/>
              <a:gd name="connsiteX3855" fmla="*/ 3312097 w 5158787"/>
              <a:gd name="connsiteY3855" fmla="*/ 3902045 h 4489084"/>
              <a:gd name="connsiteX3856" fmla="*/ 3310675 w 5158787"/>
              <a:gd name="connsiteY3856" fmla="*/ 3901216 h 4489084"/>
              <a:gd name="connsiteX3857" fmla="*/ 3299067 w 5158787"/>
              <a:gd name="connsiteY3857" fmla="*/ 3881020 h 4489084"/>
              <a:gd name="connsiteX3858" fmla="*/ 3299067 w 5158787"/>
              <a:gd name="connsiteY3858" fmla="*/ 3879362 h 4489084"/>
              <a:gd name="connsiteX3859" fmla="*/ 3310734 w 5158787"/>
              <a:gd name="connsiteY3859" fmla="*/ 3859166 h 4489084"/>
              <a:gd name="connsiteX3860" fmla="*/ 3312156 w 5158787"/>
              <a:gd name="connsiteY3860" fmla="*/ 3858337 h 4489084"/>
              <a:gd name="connsiteX3861" fmla="*/ 3244225 w 5158787"/>
              <a:gd name="connsiteY3861" fmla="*/ 3857804 h 4489084"/>
              <a:gd name="connsiteX3862" fmla="*/ 3268093 w 5158787"/>
              <a:gd name="connsiteY3862" fmla="*/ 3857804 h 4489084"/>
              <a:gd name="connsiteX3863" fmla="*/ 3269574 w 5158787"/>
              <a:gd name="connsiteY3863" fmla="*/ 3858633 h 4489084"/>
              <a:gd name="connsiteX3864" fmla="*/ 3281478 w 5158787"/>
              <a:gd name="connsiteY3864" fmla="*/ 3879303 h 4489084"/>
              <a:gd name="connsiteX3865" fmla="*/ 3281478 w 5158787"/>
              <a:gd name="connsiteY3865" fmla="*/ 3880961 h 4489084"/>
              <a:gd name="connsiteX3866" fmla="*/ 3269574 w 5158787"/>
              <a:gd name="connsiteY3866" fmla="*/ 3901631 h 4489084"/>
              <a:gd name="connsiteX3867" fmla="*/ 3268093 w 5158787"/>
              <a:gd name="connsiteY3867" fmla="*/ 3902460 h 4489084"/>
              <a:gd name="connsiteX3868" fmla="*/ 3244225 w 5158787"/>
              <a:gd name="connsiteY3868" fmla="*/ 3902460 h 4489084"/>
              <a:gd name="connsiteX3869" fmla="*/ 3242745 w 5158787"/>
              <a:gd name="connsiteY3869" fmla="*/ 3901631 h 4489084"/>
              <a:gd name="connsiteX3870" fmla="*/ 3230840 w 5158787"/>
              <a:gd name="connsiteY3870" fmla="*/ 3880961 h 4489084"/>
              <a:gd name="connsiteX3871" fmla="*/ 3230840 w 5158787"/>
              <a:gd name="connsiteY3871" fmla="*/ 3879303 h 4489084"/>
              <a:gd name="connsiteX3872" fmla="*/ 3242745 w 5158787"/>
              <a:gd name="connsiteY3872" fmla="*/ 3858633 h 4489084"/>
              <a:gd name="connsiteX3873" fmla="*/ 3244225 w 5158787"/>
              <a:gd name="connsiteY3873" fmla="*/ 3857804 h 4489084"/>
              <a:gd name="connsiteX3874" fmla="*/ 4058688 w 5158787"/>
              <a:gd name="connsiteY3874" fmla="*/ 3804560 h 4489084"/>
              <a:gd name="connsiteX3875" fmla="*/ 4076811 w 5158787"/>
              <a:gd name="connsiteY3875" fmla="*/ 3804560 h 4489084"/>
              <a:gd name="connsiteX3876" fmla="*/ 4077937 w 5158787"/>
              <a:gd name="connsiteY3876" fmla="*/ 3805211 h 4489084"/>
              <a:gd name="connsiteX3877" fmla="*/ 4086998 w 5158787"/>
              <a:gd name="connsiteY3877" fmla="*/ 3820906 h 4489084"/>
              <a:gd name="connsiteX3878" fmla="*/ 4086998 w 5158787"/>
              <a:gd name="connsiteY3878" fmla="*/ 3822209 h 4489084"/>
              <a:gd name="connsiteX3879" fmla="*/ 4077937 w 5158787"/>
              <a:gd name="connsiteY3879" fmla="*/ 3837904 h 4489084"/>
              <a:gd name="connsiteX3880" fmla="*/ 4076811 w 5158787"/>
              <a:gd name="connsiteY3880" fmla="*/ 3838555 h 4489084"/>
              <a:gd name="connsiteX3881" fmla="*/ 4058688 w 5158787"/>
              <a:gd name="connsiteY3881" fmla="*/ 3838555 h 4489084"/>
              <a:gd name="connsiteX3882" fmla="*/ 4057563 w 5158787"/>
              <a:gd name="connsiteY3882" fmla="*/ 3837904 h 4489084"/>
              <a:gd name="connsiteX3883" fmla="*/ 4048502 w 5158787"/>
              <a:gd name="connsiteY3883" fmla="*/ 3822209 h 4489084"/>
              <a:gd name="connsiteX3884" fmla="*/ 4048502 w 5158787"/>
              <a:gd name="connsiteY3884" fmla="*/ 3820906 h 4489084"/>
              <a:gd name="connsiteX3885" fmla="*/ 4057563 w 5158787"/>
              <a:gd name="connsiteY3885" fmla="*/ 3805211 h 4489084"/>
              <a:gd name="connsiteX3886" fmla="*/ 4058688 w 5158787"/>
              <a:gd name="connsiteY3886" fmla="*/ 3804560 h 4489084"/>
              <a:gd name="connsiteX3887" fmla="*/ 4261475 w 5158787"/>
              <a:gd name="connsiteY3887" fmla="*/ 3804442 h 4489084"/>
              <a:gd name="connsiteX3888" fmla="*/ 4279716 w 5158787"/>
              <a:gd name="connsiteY3888" fmla="*/ 3804442 h 4489084"/>
              <a:gd name="connsiteX3889" fmla="*/ 4280841 w 5158787"/>
              <a:gd name="connsiteY3889" fmla="*/ 3805094 h 4489084"/>
              <a:gd name="connsiteX3890" fmla="*/ 4289962 w 5158787"/>
              <a:gd name="connsiteY3890" fmla="*/ 3820847 h 4489084"/>
              <a:gd name="connsiteX3891" fmla="*/ 4289962 w 5158787"/>
              <a:gd name="connsiteY3891" fmla="*/ 3822150 h 4489084"/>
              <a:gd name="connsiteX3892" fmla="*/ 4280841 w 5158787"/>
              <a:gd name="connsiteY3892" fmla="*/ 3837904 h 4489084"/>
              <a:gd name="connsiteX3893" fmla="*/ 4279716 w 5158787"/>
              <a:gd name="connsiteY3893" fmla="*/ 3838556 h 4489084"/>
              <a:gd name="connsiteX3894" fmla="*/ 4261475 w 5158787"/>
              <a:gd name="connsiteY3894" fmla="*/ 3838556 h 4489084"/>
              <a:gd name="connsiteX3895" fmla="*/ 4260349 w 5158787"/>
              <a:gd name="connsiteY3895" fmla="*/ 3837904 h 4489084"/>
              <a:gd name="connsiteX3896" fmla="*/ 4251229 w 5158787"/>
              <a:gd name="connsiteY3896" fmla="*/ 3822150 h 4489084"/>
              <a:gd name="connsiteX3897" fmla="*/ 4251229 w 5158787"/>
              <a:gd name="connsiteY3897" fmla="*/ 3820847 h 4489084"/>
              <a:gd name="connsiteX3898" fmla="*/ 4260349 w 5158787"/>
              <a:gd name="connsiteY3898" fmla="*/ 3805094 h 4489084"/>
              <a:gd name="connsiteX3899" fmla="*/ 4261475 w 5158787"/>
              <a:gd name="connsiteY3899" fmla="*/ 3804442 h 4489084"/>
              <a:gd name="connsiteX3900" fmla="*/ 2976527 w 5158787"/>
              <a:gd name="connsiteY3900" fmla="*/ 3804442 h 4489084"/>
              <a:gd name="connsiteX3901" fmla="*/ 2994769 w 5158787"/>
              <a:gd name="connsiteY3901" fmla="*/ 3804442 h 4489084"/>
              <a:gd name="connsiteX3902" fmla="*/ 2995894 w 5158787"/>
              <a:gd name="connsiteY3902" fmla="*/ 3805094 h 4489084"/>
              <a:gd name="connsiteX3903" fmla="*/ 3005015 w 5158787"/>
              <a:gd name="connsiteY3903" fmla="*/ 3820847 h 4489084"/>
              <a:gd name="connsiteX3904" fmla="*/ 3005015 w 5158787"/>
              <a:gd name="connsiteY3904" fmla="*/ 3822150 h 4489084"/>
              <a:gd name="connsiteX3905" fmla="*/ 2995894 w 5158787"/>
              <a:gd name="connsiteY3905" fmla="*/ 3837904 h 4489084"/>
              <a:gd name="connsiteX3906" fmla="*/ 2994769 w 5158787"/>
              <a:gd name="connsiteY3906" fmla="*/ 3838556 h 4489084"/>
              <a:gd name="connsiteX3907" fmla="*/ 2976527 w 5158787"/>
              <a:gd name="connsiteY3907" fmla="*/ 3838556 h 4489084"/>
              <a:gd name="connsiteX3908" fmla="*/ 2975402 w 5158787"/>
              <a:gd name="connsiteY3908" fmla="*/ 3837904 h 4489084"/>
              <a:gd name="connsiteX3909" fmla="*/ 2966282 w 5158787"/>
              <a:gd name="connsiteY3909" fmla="*/ 3822150 h 4489084"/>
              <a:gd name="connsiteX3910" fmla="*/ 2966282 w 5158787"/>
              <a:gd name="connsiteY3910" fmla="*/ 3820847 h 4489084"/>
              <a:gd name="connsiteX3911" fmla="*/ 2975402 w 5158787"/>
              <a:gd name="connsiteY3911" fmla="*/ 3805094 h 4489084"/>
              <a:gd name="connsiteX3912" fmla="*/ 2976527 w 5158787"/>
              <a:gd name="connsiteY3912" fmla="*/ 3804442 h 4489084"/>
              <a:gd name="connsiteX3913" fmla="*/ 3990579 w 5158787"/>
              <a:gd name="connsiteY3913" fmla="*/ 3803613 h 4489084"/>
              <a:gd name="connsiteX3914" fmla="*/ 4009650 w 5158787"/>
              <a:gd name="connsiteY3914" fmla="*/ 3803613 h 4489084"/>
              <a:gd name="connsiteX3915" fmla="*/ 4010834 w 5158787"/>
              <a:gd name="connsiteY3915" fmla="*/ 3804264 h 4489084"/>
              <a:gd name="connsiteX3916" fmla="*/ 4020370 w 5158787"/>
              <a:gd name="connsiteY3916" fmla="*/ 3820788 h 4489084"/>
              <a:gd name="connsiteX3917" fmla="*/ 4020370 w 5158787"/>
              <a:gd name="connsiteY3917" fmla="*/ 3822150 h 4489084"/>
              <a:gd name="connsiteX3918" fmla="*/ 4010834 w 5158787"/>
              <a:gd name="connsiteY3918" fmla="*/ 3838674 h 4489084"/>
              <a:gd name="connsiteX3919" fmla="*/ 4009650 w 5158787"/>
              <a:gd name="connsiteY3919" fmla="*/ 3839326 h 4489084"/>
              <a:gd name="connsiteX3920" fmla="*/ 3990579 w 5158787"/>
              <a:gd name="connsiteY3920" fmla="*/ 3839326 h 4489084"/>
              <a:gd name="connsiteX3921" fmla="*/ 3989394 w 5158787"/>
              <a:gd name="connsiteY3921" fmla="*/ 3838674 h 4489084"/>
              <a:gd name="connsiteX3922" fmla="*/ 3979859 w 5158787"/>
              <a:gd name="connsiteY3922" fmla="*/ 3822150 h 4489084"/>
              <a:gd name="connsiteX3923" fmla="*/ 3979859 w 5158787"/>
              <a:gd name="connsiteY3923" fmla="*/ 3820788 h 4489084"/>
              <a:gd name="connsiteX3924" fmla="*/ 3989394 w 5158787"/>
              <a:gd name="connsiteY3924" fmla="*/ 3804264 h 4489084"/>
              <a:gd name="connsiteX3925" fmla="*/ 3990579 w 5158787"/>
              <a:gd name="connsiteY3925" fmla="*/ 3803613 h 4489084"/>
              <a:gd name="connsiteX3926" fmla="*/ 4328695 w 5158787"/>
              <a:gd name="connsiteY3926" fmla="*/ 3803554 h 4489084"/>
              <a:gd name="connsiteX3927" fmla="*/ 4347884 w 5158787"/>
              <a:gd name="connsiteY3927" fmla="*/ 3803554 h 4489084"/>
              <a:gd name="connsiteX3928" fmla="*/ 4349069 w 5158787"/>
              <a:gd name="connsiteY3928" fmla="*/ 3804205 h 4489084"/>
              <a:gd name="connsiteX3929" fmla="*/ 4358664 w 5158787"/>
              <a:gd name="connsiteY3929" fmla="*/ 3820848 h 4489084"/>
              <a:gd name="connsiteX3930" fmla="*/ 4358664 w 5158787"/>
              <a:gd name="connsiteY3930" fmla="*/ 3822210 h 4489084"/>
              <a:gd name="connsiteX3931" fmla="*/ 4349069 w 5158787"/>
              <a:gd name="connsiteY3931" fmla="*/ 3838852 h 4489084"/>
              <a:gd name="connsiteX3932" fmla="*/ 4347884 w 5158787"/>
              <a:gd name="connsiteY3932" fmla="*/ 3839504 h 4489084"/>
              <a:gd name="connsiteX3933" fmla="*/ 4328695 w 5158787"/>
              <a:gd name="connsiteY3933" fmla="*/ 3839504 h 4489084"/>
              <a:gd name="connsiteX3934" fmla="*/ 4327511 w 5158787"/>
              <a:gd name="connsiteY3934" fmla="*/ 3838852 h 4489084"/>
              <a:gd name="connsiteX3935" fmla="*/ 4317917 w 5158787"/>
              <a:gd name="connsiteY3935" fmla="*/ 3822210 h 4489084"/>
              <a:gd name="connsiteX3936" fmla="*/ 4317917 w 5158787"/>
              <a:gd name="connsiteY3936" fmla="*/ 3820848 h 4489084"/>
              <a:gd name="connsiteX3937" fmla="*/ 4327511 w 5158787"/>
              <a:gd name="connsiteY3937" fmla="*/ 3804205 h 4489084"/>
              <a:gd name="connsiteX3938" fmla="*/ 4328695 w 5158787"/>
              <a:gd name="connsiteY3938" fmla="*/ 3803554 h 4489084"/>
              <a:gd name="connsiteX3939" fmla="*/ 3922589 w 5158787"/>
              <a:gd name="connsiteY3939" fmla="*/ 3803020 h 4489084"/>
              <a:gd name="connsiteX3940" fmla="*/ 3942370 w 5158787"/>
              <a:gd name="connsiteY3940" fmla="*/ 3803020 h 4489084"/>
              <a:gd name="connsiteX3941" fmla="*/ 3943554 w 5158787"/>
              <a:gd name="connsiteY3941" fmla="*/ 3803731 h 4489084"/>
              <a:gd name="connsiteX3942" fmla="*/ 3953445 w 5158787"/>
              <a:gd name="connsiteY3942" fmla="*/ 3820847 h 4489084"/>
              <a:gd name="connsiteX3943" fmla="*/ 3953445 w 5158787"/>
              <a:gd name="connsiteY3943" fmla="*/ 3822268 h 4489084"/>
              <a:gd name="connsiteX3944" fmla="*/ 3943554 w 5158787"/>
              <a:gd name="connsiteY3944" fmla="*/ 3839384 h 4489084"/>
              <a:gd name="connsiteX3945" fmla="*/ 3942370 w 5158787"/>
              <a:gd name="connsiteY3945" fmla="*/ 3840095 h 4489084"/>
              <a:gd name="connsiteX3946" fmla="*/ 3922589 w 5158787"/>
              <a:gd name="connsiteY3946" fmla="*/ 3840095 h 4489084"/>
              <a:gd name="connsiteX3947" fmla="*/ 3921404 w 5158787"/>
              <a:gd name="connsiteY3947" fmla="*/ 3839384 h 4489084"/>
              <a:gd name="connsiteX3948" fmla="*/ 3911514 w 5158787"/>
              <a:gd name="connsiteY3948" fmla="*/ 3822268 h 4489084"/>
              <a:gd name="connsiteX3949" fmla="*/ 3911514 w 5158787"/>
              <a:gd name="connsiteY3949" fmla="*/ 3820847 h 4489084"/>
              <a:gd name="connsiteX3950" fmla="*/ 3921404 w 5158787"/>
              <a:gd name="connsiteY3950" fmla="*/ 3803731 h 4489084"/>
              <a:gd name="connsiteX3951" fmla="*/ 3922589 w 5158787"/>
              <a:gd name="connsiteY3951" fmla="*/ 3803020 h 4489084"/>
              <a:gd name="connsiteX3952" fmla="*/ 4395916 w 5158787"/>
              <a:gd name="connsiteY3952" fmla="*/ 3802784 h 4489084"/>
              <a:gd name="connsiteX3953" fmla="*/ 4415875 w 5158787"/>
              <a:gd name="connsiteY3953" fmla="*/ 3802784 h 4489084"/>
              <a:gd name="connsiteX3954" fmla="*/ 4417119 w 5158787"/>
              <a:gd name="connsiteY3954" fmla="*/ 3803495 h 4489084"/>
              <a:gd name="connsiteX3955" fmla="*/ 4427128 w 5158787"/>
              <a:gd name="connsiteY3955" fmla="*/ 3820788 h 4489084"/>
              <a:gd name="connsiteX3956" fmla="*/ 4427128 w 5158787"/>
              <a:gd name="connsiteY3956" fmla="*/ 3822210 h 4489084"/>
              <a:gd name="connsiteX3957" fmla="*/ 4417119 w 5158787"/>
              <a:gd name="connsiteY3957" fmla="*/ 3839504 h 4489084"/>
              <a:gd name="connsiteX3958" fmla="*/ 4415875 w 5158787"/>
              <a:gd name="connsiteY3958" fmla="*/ 3840214 h 4489084"/>
              <a:gd name="connsiteX3959" fmla="*/ 4395916 w 5158787"/>
              <a:gd name="connsiteY3959" fmla="*/ 3840214 h 4489084"/>
              <a:gd name="connsiteX3960" fmla="*/ 4394673 w 5158787"/>
              <a:gd name="connsiteY3960" fmla="*/ 3839504 h 4489084"/>
              <a:gd name="connsiteX3961" fmla="*/ 4384664 w 5158787"/>
              <a:gd name="connsiteY3961" fmla="*/ 3822210 h 4489084"/>
              <a:gd name="connsiteX3962" fmla="*/ 4384664 w 5158787"/>
              <a:gd name="connsiteY3962" fmla="*/ 3820788 h 4489084"/>
              <a:gd name="connsiteX3963" fmla="*/ 4394673 w 5158787"/>
              <a:gd name="connsiteY3963" fmla="*/ 3803495 h 4489084"/>
              <a:gd name="connsiteX3964" fmla="*/ 4395916 w 5158787"/>
              <a:gd name="connsiteY3964" fmla="*/ 3802784 h 4489084"/>
              <a:gd name="connsiteX3965" fmla="*/ 4125317 w 5158787"/>
              <a:gd name="connsiteY3965" fmla="*/ 3802724 h 4489084"/>
              <a:gd name="connsiteX3966" fmla="*/ 4145394 w 5158787"/>
              <a:gd name="connsiteY3966" fmla="*/ 3802724 h 4489084"/>
              <a:gd name="connsiteX3967" fmla="*/ 4146638 w 5158787"/>
              <a:gd name="connsiteY3967" fmla="*/ 3803435 h 4489084"/>
              <a:gd name="connsiteX3968" fmla="*/ 4156647 w 5158787"/>
              <a:gd name="connsiteY3968" fmla="*/ 3820847 h 4489084"/>
              <a:gd name="connsiteX3969" fmla="*/ 4156647 w 5158787"/>
              <a:gd name="connsiteY3969" fmla="*/ 3822268 h 4489084"/>
              <a:gd name="connsiteX3970" fmla="*/ 4146579 w 5158787"/>
              <a:gd name="connsiteY3970" fmla="*/ 3839680 h 4489084"/>
              <a:gd name="connsiteX3971" fmla="*/ 4145335 w 5158787"/>
              <a:gd name="connsiteY3971" fmla="*/ 3840391 h 4489084"/>
              <a:gd name="connsiteX3972" fmla="*/ 4125258 w 5158787"/>
              <a:gd name="connsiteY3972" fmla="*/ 3840391 h 4489084"/>
              <a:gd name="connsiteX3973" fmla="*/ 4124014 w 5158787"/>
              <a:gd name="connsiteY3973" fmla="*/ 3839680 h 4489084"/>
              <a:gd name="connsiteX3974" fmla="*/ 4114005 w 5158787"/>
              <a:gd name="connsiteY3974" fmla="*/ 3822268 h 4489084"/>
              <a:gd name="connsiteX3975" fmla="*/ 4114005 w 5158787"/>
              <a:gd name="connsiteY3975" fmla="*/ 3820847 h 4489084"/>
              <a:gd name="connsiteX3976" fmla="*/ 4124074 w 5158787"/>
              <a:gd name="connsiteY3976" fmla="*/ 3803435 h 4489084"/>
              <a:gd name="connsiteX3977" fmla="*/ 4125317 w 5158787"/>
              <a:gd name="connsiteY3977" fmla="*/ 3802724 h 4489084"/>
              <a:gd name="connsiteX3978" fmla="*/ 4192715 w 5158787"/>
              <a:gd name="connsiteY3978" fmla="*/ 3802310 h 4489084"/>
              <a:gd name="connsiteX3979" fmla="*/ 4213266 w 5158787"/>
              <a:gd name="connsiteY3979" fmla="*/ 3802310 h 4489084"/>
              <a:gd name="connsiteX3980" fmla="*/ 4214510 w 5158787"/>
              <a:gd name="connsiteY3980" fmla="*/ 3803021 h 4489084"/>
              <a:gd name="connsiteX3981" fmla="*/ 4224756 w 5158787"/>
              <a:gd name="connsiteY3981" fmla="*/ 3820788 h 4489084"/>
              <a:gd name="connsiteX3982" fmla="*/ 4224756 w 5158787"/>
              <a:gd name="connsiteY3982" fmla="*/ 3822269 h 4489084"/>
              <a:gd name="connsiteX3983" fmla="*/ 4214510 w 5158787"/>
              <a:gd name="connsiteY3983" fmla="*/ 3840036 h 4489084"/>
              <a:gd name="connsiteX3984" fmla="*/ 4213266 w 5158787"/>
              <a:gd name="connsiteY3984" fmla="*/ 3840747 h 4489084"/>
              <a:gd name="connsiteX3985" fmla="*/ 4192715 w 5158787"/>
              <a:gd name="connsiteY3985" fmla="*/ 3840747 h 4489084"/>
              <a:gd name="connsiteX3986" fmla="*/ 4191471 w 5158787"/>
              <a:gd name="connsiteY3986" fmla="*/ 3840036 h 4489084"/>
              <a:gd name="connsiteX3987" fmla="*/ 4181225 w 5158787"/>
              <a:gd name="connsiteY3987" fmla="*/ 3822269 h 4489084"/>
              <a:gd name="connsiteX3988" fmla="*/ 4181225 w 5158787"/>
              <a:gd name="connsiteY3988" fmla="*/ 3820788 h 4489084"/>
              <a:gd name="connsiteX3989" fmla="*/ 4191471 w 5158787"/>
              <a:gd name="connsiteY3989" fmla="*/ 3803021 h 4489084"/>
              <a:gd name="connsiteX3990" fmla="*/ 4192715 w 5158787"/>
              <a:gd name="connsiteY3990" fmla="*/ 3802310 h 4489084"/>
              <a:gd name="connsiteX3991" fmla="*/ 4598406 w 5158787"/>
              <a:gd name="connsiteY3991" fmla="*/ 3802073 h 4489084"/>
              <a:gd name="connsiteX3992" fmla="*/ 4619135 w 5158787"/>
              <a:gd name="connsiteY3992" fmla="*/ 3802073 h 4489084"/>
              <a:gd name="connsiteX3993" fmla="*/ 4620379 w 5158787"/>
              <a:gd name="connsiteY3993" fmla="*/ 3802784 h 4489084"/>
              <a:gd name="connsiteX3994" fmla="*/ 4630743 w 5158787"/>
              <a:gd name="connsiteY3994" fmla="*/ 3820788 h 4489084"/>
              <a:gd name="connsiteX3995" fmla="*/ 4630743 w 5158787"/>
              <a:gd name="connsiteY3995" fmla="*/ 3822269 h 4489084"/>
              <a:gd name="connsiteX3996" fmla="*/ 4620379 w 5158787"/>
              <a:gd name="connsiteY3996" fmla="*/ 3840273 h 4489084"/>
              <a:gd name="connsiteX3997" fmla="*/ 4619135 w 5158787"/>
              <a:gd name="connsiteY3997" fmla="*/ 3840984 h 4489084"/>
              <a:gd name="connsiteX3998" fmla="*/ 4598406 w 5158787"/>
              <a:gd name="connsiteY3998" fmla="*/ 3840984 h 4489084"/>
              <a:gd name="connsiteX3999" fmla="*/ 4597162 w 5158787"/>
              <a:gd name="connsiteY3999" fmla="*/ 3840273 h 4489084"/>
              <a:gd name="connsiteX4000" fmla="*/ 4586798 w 5158787"/>
              <a:gd name="connsiteY4000" fmla="*/ 3822269 h 4489084"/>
              <a:gd name="connsiteX4001" fmla="*/ 4586798 w 5158787"/>
              <a:gd name="connsiteY4001" fmla="*/ 3820788 h 4489084"/>
              <a:gd name="connsiteX4002" fmla="*/ 4597162 w 5158787"/>
              <a:gd name="connsiteY4002" fmla="*/ 3802784 h 4489084"/>
              <a:gd name="connsiteX4003" fmla="*/ 4598406 w 5158787"/>
              <a:gd name="connsiteY4003" fmla="*/ 3802073 h 4489084"/>
              <a:gd name="connsiteX4004" fmla="*/ 4463137 w 5158787"/>
              <a:gd name="connsiteY4004" fmla="*/ 3802014 h 4489084"/>
              <a:gd name="connsiteX4005" fmla="*/ 4483984 w 5158787"/>
              <a:gd name="connsiteY4005" fmla="*/ 3802014 h 4489084"/>
              <a:gd name="connsiteX4006" fmla="*/ 4485287 w 5158787"/>
              <a:gd name="connsiteY4006" fmla="*/ 3802725 h 4489084"/>
              <a:gd name="connsiteX4007" fmla="*/ 4495711 w 5158787"/>
              <a:gd name="connsiteY4007" fmla="*/ 3820788 h 4489084"/>
              <a:gd name="connsiteX4008" fmla="*/ 4495711 w 5158787"/>
              <a:gd name="connsiteY4008" fmla="*/ 3822269 h 4489084"/>
              <a:gd name="connsiteX4009" fmla="*/ 4485287 w 5158787"/>
              <a:gd name="connsiteY4009" fmla="*/ 3840332 h 4489084"/>
              <a:gd name="connsiteX4010" fmla="*/ 4483984 w 5158787"/>
              <a:gd name="connsiteY4010" fmla="*/ 3841043 h 4489084"/>
              <a:gd name="connsiteX4011" fmla="*/ 4463137 w 5158787"/>
              <a:gd name="connsiteY4011" fmla="*/ 3841043 h 4489084"/>
              <a:gd name="connsiteX4012" fmla="*/ 4461833 w 5158787"/>
              <a:gd name="connsiteY4012" fmla="*/ 3840332 h 4489084"/>
              <a:gd name="connsiteX4013" fmla="*/ 4451410 w 5158787"/>
              <a:gd name="connsiteY4013" fmla="*/ 3822269 h 4489084"/>
              <a:gd name="connsiteX4014" fmla="*/ 4451410 w 5158787"/>
              <a:gd name="connsiteY4014" fmla="*/ 3820788 h 4489084"/>
              <a:gd name="connsiteX4015" fmla="*/ 4461833 w 5158787"/>
              <a:gd name="connsiteY4015" fmla="*/ 3802725 h 4489084"/>
              <a:gd name="connsiteX4016" fmla="*/ 4463137 w 5158787"/>
              <a:gd name="connsiteY4016" fmla="*/ 3802014 h 4489084"/>
              <a:gd name="connsiteX4017" fmla="*/ 5004099 w 5158787"/>
              <a:gd name="connsiteY4017" fmla="*/ 3801895 h 4489084"/>
              <a:gd name="connsiteX4018" fmla="*/ 5025064 w 5158787"/>
              <a:gd name="connsiteY4018" fmla="*/ 3801895 h 4489084"/>
              <a:gd name="connsiteX4019" fmla="*/ 5026368 w 5158787"/>
              <a:gd name="connsiteY4019" fmla="*/ 3802665 h 4489084"/>
              <a:gd name="connsiteX4020" fmla="*/ 5036851 w 5158787"/>
              <a:gd name="connsiteY4020" fmla="*/ 3820847 h 4489084"/>
              <a:gd name="connsiteX4021" fmla="*/ 5036851 w 5158787"/>
              <a:gd name="connsiteY4021" fmla="*/ 3822328 h 4489084"/>
              <a:gd name="connsiteX4022" fmla="*/ 5026368 w 5158787"/>
              <a:gd name="connsiteY4022" fmla="*/ 3840510 h 4489084"/>
              <a:gd name="connsiteX4023" fmla="*/ 5025064 w 5158787"/>
              <a:gd name="connsiteY4023" fmla="*/ 3841280 h 4489084"/>
              <a:gd name="connsiteX4024" fmla="*/ 5004099 w 5158787"/>
              <a:gd name="connsiteY4024" fmla="*/ 3841280 h 4489084"/>
              <a:gd name="connsiteX4025" fmla="*/ 5002796 w 5158787"/>
              <a:gd name="connsiteY4025" fmla="*/ 3840510 h 4489084"/>
              <a:gd name="connsiteX4026" fmla="*/ 4992313 w 5158787"/>
              <a:gd name="connsiteY4026" fmla="*/ 3822328 h 4489084"/>
              <a:gd name="connsiteX4027" fmla="*/ 4992313 w 5158787"/>
              <a:gd name="connsiteY4027" fmla="*/ 3820847 h 4489084"/>
              <a:gd name="connsiteX4028" fmla="*/ 5002796 w 5158787"/>
              <a:gd name="connsiteY4028" fmla="*/ 3802665 h 4489084"/>
              <a:gd name="connsiteX4029" fmla="*/ 5004099 w 5158787"/>
              <a:gd name="connsiteY4029" fmla="*/ 3801895 h 4489084"/>
              <a:gd name="connsiteX4030" fmla="*/ 4530653 w 5158787"/>
              <a:gd name="connsiteY4030" fmla="*/ 3801895 h 4489084"/>
              <a:gd name="connsiteX4031" fmla="*/ 4551618 w 5158787"/>
              <a:gd name="connsiteY4031" fmla="*/ 3801895 h 4489084"/>
              <a:gd name="connsiteX4032" fmla="*/ 4552921 w 5158787"/>
              <a:gd name="connsiteY4032" fmla="*/ 3802665 h 4489084"/>
              <a:gd name="connsiteX4033" fmla="*/ 4563404 w 5158787"/>
              <a:gd name="connsiteY4033" fmla="*/ 3820847 h 4489084"/>
              <a:gd name="connsiteX4034" fmla="*/ 4563404 w 5158787"/>
              <a:gd name="connsiteY4034" fmla="*/ 3822328 h 4489084"/>
              <a:gd name="connsiteX4035" fmla="*/ 4552921 w 5158787"/>
              <a:gd name="connsiteY4035" fmla="*/ 3840510 h 4489084"/>
              <a:gd name="connsiteX4036" fmla="*/ 4551618 w 5158787"/>
              <a:gd name="connsiteY4036" fmla="*/ 3841280 h 4489084"/>
              <a:gd name="connsiteX4037" fmla="*/ 4530653 w 5158787"/>
              <a:gd name="connsiteY4037" fmla="*/ 3841280 h 4489084"/>
              <a:gd name="connsiteX4038" fmla="*/ 4529350 w 5158787"/>
              <a:gd name="connsiteY4038" fmla="*/ 3840510 h 4489084"/>
              <a:gd name="connsiteX4039" fmla="*/ 4518867 w 5158787"/>
              <a:gd name="connsiteY4039" fmla="*/ 3822328 h 4489084"/>
              <a:gd name="connsiteX4040" fmla="*/ 4518867 w 5158787"/>
              <a:gd name="connsiteY4040" fmla="*/ 3820847 h 4489084"/>
              <a:gd name="connsiteX4041" fmla="*/ 4529350 w 5158787"/>
              <a:gd name="connsiteY4041" fmla="*/ 3802665 h 4489084"/>
              <a:gd name="connsiteX4042" fmla="*/ 4530653 w 5158787"/>
              <a:gd name="connsiteY4042" fmla="*/ 3801895 h 4489084"/>
              <a:gd name="connsiteX4043" fmla="*/ 4665805 w 5158787"/>
              <a:gd name="connsiteY4043" fmla="*/ 3801658 h 4489084"/>
              <a:gd name="connsiteX4044" fmla="*/ 4687007 w 5158787"/>
              <a:gd name="connsiteY4044" fmla="*/ 3801658 h 4489084"/>
              <a:gd name="connsiteX4045" fmla="*/ 4688310 w 5158787"/>
              <a:gd name="connsiteY4045" fmla="*/ 3802428 h 4489084"/>
              <a:gd name="connsiteX4046" fmla="*/ 4698911 w 5158787"/>
              <a:gd name="connsiteY4046" fmla="*/ 3820788 h 4489084"/>
              <a:gd name="connsiteX4047" fmla="*/ 4698911 w 5158787"/>
              <a:gd name="connsiteY4047" fmla="*/ 3822268 h 4489084"/>
              <a:gd name="connsiteX4048" fmla="*/ 4688310 w 5158787"/>
              <a:gd name="connsiteY4048" fmla="*/ 3840628 h 4489084"/>
              <a:gd name="connsiteX4049" fmla="*/ 4687007 w 5158787"/>
              <a:gd name="connsiteY4049" fmla="*/ 3841398 h 4489084"/>
              <a:gd name="connsiteX4050" fmla="*/ 4665805 w 5158787"/>
              <a:gd name="connsiteY4050" fmla="*/ 3841398 h 4489084"/>
              <a:gd name="connsiteX4051" fmla="*/ 4664502 w 5158787"/>
              <a:gd name="connsiteY4051" fmla="*/ 3840628 h 4489084"/>
              <a:gd name="connsiteX4052" fmla="*/ 4653900 w 5158787"/>
              <a:gd name="connsiteY4052" fmla="*/ 3822268 h 4489084"/>
              <a:gd name="connsiteX4053" fmla="*/ 4653900 w 5158787"/>
              <a:gd name="connsiteY4053" fmla="*/ 3820788 h 4489084"/>
              <a:gd name="connsiteX4054" fmla="*/ 4664502 w 5158787"/>
              <a:gd name="connsiteY4054" fmla="*/ 3802428 h 4489084"/>
              <a:gd name="connsiteX4055" fmla="*/ 4665805 w 5158787"/>
              <a:gd name="connsiteY4055" fmla="*/ 3801658 h 4489084"/>
              <a:gd name="connsiteX4056" fmla="*/ 3651338 w 5158787"/>
              <a:gd name="connsiteY4056" fmla="*/ 3801658 h 4489084"/>
              <a:gd name="connsiteX4057" fmla="*/ 3672540 w 5158787"/>
              <a:gd name="connsiteY4057" fmla="*/ 3801658 h 4489084"/>
              <a:gd name="connsiteX4058" fmla="*/ 3673844 w 5158787"/>
              <a:gd name="connsiteY4058" fmla="*/ 3802428 h 4489084"/>
              <a:gd name="connsiteX4059" fmla="*/ 3684445 w 5158787"/>
              <a:gd name="connsiteY4059" fmla="*/ 3820788 h 4489084"/>
              <a:gd name="connsiteX4060" fmla="*/ 3684445 w 5158787"/>
              <a:gd name="connsiteY4060" fmla="*/ 3822268 h 4489084"/>
              <a:gd name="connsiteX4061" fmla="*/ 3673844 w 5158787"/>
              <a:gd name="connsiteY4061" fmla="*/ 3840628 h 4489084"/>
              <a:gd name="connsiteX4062" fmla="*/ 3672540 w 5158787"/>
              <a:gd name="connsiteY4062" fmla="*/ 3841398 h 4489084"/>
              <a:gd name="connsiteX4063" fmla="*/ 3651338 w 5158787"/>
              <a:gd name="connsiteY4063" fmla="*/ 3841398 h 4489084"/>
              <a:gd name="connsiteX4064" fmla="*/ 3650035 w 5158787"/>
              <a:gd name="connsiteY4064" fmla="*/ 3840628 h 4489084"/>
              <a:gd name="connsiteX4065" fmla="*/ 3639434 w 5158787"/>
              <a:gd name="connsiteY4065" fmla="*/ 3822268 h 4489084"/>
              <a:gd name="connsiteX4066" fmla="*/ 3639434 w 5158787"/>
              <a:gd name="connsiteY4066" fmla="*/ 3820788 h 4489084"/>
              <a:gd name="connsiteX4067" fmla="*/ 3650035 w 5158787"/>
              <a:gd name="connsiteY4067" fmla="*/ 3802428 h 4489084"/>
              <a:gd name="connsiteX4068" fmla="*/ 3651338 w 5158787"/>
              <a:gd name="connsiteY4068" fmla="*/ 3801658 h 4489084"/>
              <a:gd name="connsiteX4069" fmla="*/ 3854184 w 5158787"/>
              <a:gd name="connsiteY4069" fmla="*/ 3801599 h 4489084"/>
              <a:gd name="connsiteX4070" fmla="*/ 3875505 w 5158787"/>
              <a:gd name="connsiteY4070" fmla="*/ 3801599 h 4489084"/>
              <a:gd name="connsiteX4071" fmla="*/ 3876809 w 5158787"/>
              <a:gd name="connsiteY4071" fmla="*/ 3802369 h 4489084"/>
              <a:gd name="connsiteX4072" fmla="*/ 3887469 w 5158787"/>
              <a:gd name="connsiteY4072" fmla="*/ 3820847 h 4489084"/>
              <a:gd name="connsiteX4073" fmla="*/ 3887469 w 5158787"/>
              <a:gd name="connsiteY4073" fmla="*/ 3822328 h 4489084"/>
              <a:gd name="connsiteX4074" fmla="*/ 3876809 w 5158787"/>
              <a:gd name="connsiteY4074" fmla="*/ 3840806 h 4489084"/>
              <a:gd name="connsiteX4075" fmla="*/ 3875505 w 5158787"/>
              <a:gd name="connsiteY4075" fmla="*/ 3841576 h 4489084"/>
              <a:gd name="connsiteX4076" fmla="*/ 3854184 w 5158787"/>
              <a:gd name="connsiteY4076" fmla="*/ 3841576 h 4489084"/>
              <a:gd name="connsiteX4077" fmla="*/ 3852882 w 5158787"/>
              <a:gd name="connsiteY4077" fmla="*/ 3840806 h 4489084"/>
              <a:gd name="connsiteX4078" fmla="*/ 3842221 w 5158787"/>
              <a:gd name="connsiteY4078" fmla="*/ 3822328 h 4489084"/>
              <a:gd name="connsiteX4079" fmla="*/ 3842221 w 5158787"/>
              <a:gd name="connsiteY4079" fmla="*/ 3820847 h 4489084"/>
              <a:gd name="connsiteX4080" fmla="*/ 3852882 w 5158787"/>
              <a:gd name="connsiteY4080" fmla="*/ 3802369 h 4489084"/>
              <a:gd name="connsiteX4081" fmla="*/ 3854184 w 5158787"/>
              <a:gd name="connsiteY4081" fmla="*/ 3801599 h 4489084"/>
              <a:gd name="connsiteX4082" fmla="*/ 3042563 w 5158787"/>
              <a:gd name="connsiteY4082" fmla="*/ 3801362 h 4489084"/>
              <a:gd name="connsiteX4083" fmla="*/ 3064062 w 5158787"/>
              <a:gd name="connsiteY4083" fmla="*/ 3801362 h 4489084"/>
              <a:gd name="connsiteX4084" fmla="*/ 3065365 w 5158787"/>
              <a:gd name="connsiteY4084" fmla="*/ 3802132 h 4489084"/>
              <a:gd name="connsiteX4085" fmla="*/ 3076144 w 5158787"/>
              <a:gd name="connsiteY4085" fmla="*/ 3820788 h 4489084"/>
              <a:gd name="connsiteX4086" fmla="*/ 3076144 w 5158787"/>
              <a:gd name="connsiteY4086" fmla="*/ 3822328 h 4489084"/>
              <a:gd name="connsiteX4087" fmla="*/ 3065365 w 5158787"/>
              <a:gd name="connsiteY4087" fmla="*/ 3840984 h 4489084"/>
              <a:gd name="connsiteX4088" fmla="*/ 3064062 w 5158787"/>
              <a:gd name="connsiteY4088" fmla="*/ 3841753 h 4489084"/>
              <a:gd name="connsiteX4089" fmla="*/ 3042563 w 5158787"/>
              <a:gd name="connsiteY4089" fmla="*/ 3841753 h 4489084"/>
              <a:gd name="connsiteX4090" fmla="*/ 3041260 w 5158787"/>
              <a:gd name="connsiteY4090" fmla="*/ 3840984 h 4489084"/>
              <a:gd name="connsiteX4091" fmla="*/ 3030481 w 5158787"/>
              <a:gd name="connsiteY4091" fmla="*/ 3822328 h 4489084"/>
              <a:gd name="connsiteX4092" fmla="*/ 3030481 w 5158787"/>
              <a:gd name="connsiteY4092" fmla="*/ 3820788 h 4489084"/>
              <a:gd name="connsiteX4093" fmla="*/ 3041260 w 5158787"/>
              <a:gd name="connsiteY4093" fmla="*/ 3802132 h 4489084"/>
              <a:gd name="connsiteX4094" fmla="*/ 3042563 w 5158787"/>
              <a:gd name="connsiteY4094" fmla="*/ 3801362 h 4489084"/>
              <a:gd name="connsiteX4095" fmla="*/ 3786371 w 5158787"/>
              <a:gd name="connsiteY4095" fmla="*/ 3801184 h 4489084"/>
              <a:gd name="connsiteX4096" fmla="*/ 3808107 w 5158787"/>
              <a:gd name="connsiteY4096" fmla="*/ 3801184 h 4489084"/>
              <a:gd name="connsiteX4097" fmla="*/ 3809410 w 5158787"/>
              <a:gd name="connsiteY4097" fmla="*/ 3801954 h 4489084"/>
              <a:gd name="connsiteX4098" fmla="*/ 3820248 w 5158787"/>
              <a:gd name="connsiteY4098" fmla="*/ 3820787 h 4489084"/>
              <a:gd name="connsiteX4099" fmla="*/ 3820248 w 5158787"/>
              <a:gd name="connsiteY4099" fmla="*/ 3822327 h 4489084"/>
              <a:gd name="connsiteX4100" fmla="*/ 3809351 w 5158787"/>
              <a:gd name="connsiteY4100" fmla="*/ 3841161 h 4489084"/>
              <a:gd name="connsiteX4101" fmla="*/ 3808047 w 5158787"/>
              <a:gd name="connsiteY4101" fmla="*/ 3841931 h 4489084"/>
              <a:gd name="connsiteX4102" fmla="*/ 3786312 w 5158787"/>
              <a:gd name="connsiteY4102" fmla="*/ 3841931 h 4489084"/>
              <a:gd name="connsiteX4103" fmla="*/ 3785009 w 5158787"/>
              <a:gd name="connsiteY4103" fmla="*/ 3841161 h 4489084"/>
              <a:gd name="connsiteX4104" fmla="*/ 3774171 w 5158787"/>
              <a:gd name="connsiteY4104" fmla="*/ 3822327 h 4489084"/>
              <a:gd name="connsiteX4105" fmla="*/ 3774171 w 5158787"/>
              <a:gd name="connsiteY4105" fmla="*/ 3820787 h 4489084"/>
              <a:gd name="connsiteX4106" fmla="*/ 3785068 w 5158787"/>
              <a:gd name="connsiteY4106" fmla="*/ 3801954 h 4489084"/>
              <a:gd name="connsiteX4107" fmla="*/ 3786371 w 5158787"/>
              <a:gd name="connsiteY4107" fmla="*/ 3801184 h 4489084"/>
              <a:gd name="connsiteX4108" fmla="*/ 3448078 w 5158787"/>
              <a:gd name="connsiteY4108" fmla="*/ 3800948 h 4489084"/>
              <a:gd name="connsiteX4109" fmla="*/ 3470051 w 5158787"/>
              <a:gd name="connsiteY4109" fmla="*/ 3800948 h 4489084"/>
              <a:gd name="connsiteX4110" fmla="*/ 3471413 w 5158787"/>
              <a:gd name="connsiteY4110" fmla="*/ 3801718 h 4489084"/>
              <a:gd name="connsiteX4111" fmla="*/ 3482369 w 5158787"/>
              <a:gd name="connsiteY4111" fmla="*/ 3820729 h 4489084"/>
              <a:gd name="connsiteX4112" fmla="*/ 3482369 w 5158787"/>
              <a:gd name="connsiteY4112" fmla="*/ 3822269 h 4489084"/>
              <a:gd name="connsiteX4113" fmla="*/ 3471353 w 5158787"/>
              <a:gd name="connsiteY4113" fmla="*/ 3841280 h 4489084"/>
              <a:gd name="connsiteX4114" fmla="*/ 3469991 w 5158787"/>
              <a:gd name="connsiteY4114" fmla="*/ 3842050 h 4489084"/>
              <a:gd name="connsiteX4115" fmla="*/ 3448019 w 5158787"/>
              <a:gd name="connsiteY4115" fmla="*/ 3842050 h 4489084"/>
              <a:gd name="connsiteX4116" fmla="*/ 3446657 w 5158787"/>
              <a:gd name="connsiteY4116" fmla="*/ 3841280 h 4489084"/>
              <a:gd name="connsiteX4117" fmla="*/ 3435700 w 5158787"/>
              <a:gd name="connsiteY4117" fmla="*/ 3822269 h 4489084"/>
              <a:gd name="connsiteX4118" fmla="*/ 3435700 w 5158787"/>
              <a:gd name="connsiteY4118" fmla="*/ 3820729 h 4489084"/>
              <a:gd name="connsiteX4119" fmla="*/ 3446716 w 5158787"/>
              <a:gd name="connsiteY4119" fmla="*/ 3801718 h 4489084"/>
              <a:gd name="connsiteX4120" fmla="*/ 3448078 w 5158787"/>
              <a:gd name="connsiteY4120" fmla="*/ 3800948 h 4489084"/>
              <a:gd name="connsiteX4121" fmla="*/ 4732906 w 5158787"/>
              <a:gd name="connsiteY4121" fmla="*/ 3800770 h 4489084"/>
              <a:gd name="connsiteX4122" fmla="*/ 4755116 w 5158787"/>
              <a:gd name="connsiteY4122" fmla="*/ 3800770 h 4489084"/>
              <a:gd name="connsiteX4123" fmla="*/ 4756478 w 5158787"/>
              <a:gd name="connsiteY4123" fmla="*/ 3801540 h 4489084"/>
              <a:gd name="connsiteX4124" fmla="*/ 4767553 w 5158787"/>
              <a:gd name="connsiteY4124" fmla="*/ 3820788 h 4489084"/>
              <a:gd name="connsiteX4125" fmla="*/ 4767553 w 5158787"/>
              <a:gd name="connsiteY4125" fmla="*/ 3822328 h 4489084"/>
              <a:gd name="connsiteX4126" fmla="*/ 4756478 w 5158787"/>
              <a:gd name="connsiteY4126" fmla="*/ 3841576 h 4489084"/>
              <a:gd name="connsiteX4127" fmla="*/ 4755116 w 5158787"/>
              <a:gd name="connsiteY4127" fmla="*/ 3842346 h 4489084"/>
              <a:gd name="connsiteX4128" fmla="*/ 4732906 w 5158787"/>
              <a:gd name="connsiteY4128" fmla="*/ 3842346 h 4489084"/>
              <a:gd name="connsiteX4129" fmla="*/ 4731544 w 5158787"/>
              <a:gd name="connsiteY4129" fmla="*/ 3841576 h 4489084"/>
              <a:gd name="connsiteX4130" fmla="*/ 4720469 w 5158787"/>
              <a:gd name="connsiteY4130" fmla="*/ 3822328 h 4489084"/>
              <a:gd name="connsiteX4131" fmla="*/ 4720469 w 5158787"/>
              <a:gd name="connsiteY4131" fmla="*/ 3820788 h 4489084"/>
              <a:gd name="connsiteX4132" fmla="*/ 4731544 w 5158787"/>
              <a:gd name="connsiteY4132" fmla="*/ 3801540 h 4489084"/>
              <a:gd name="connsiteX4133" fmla="*/ 4732906 w 5158787"/>
              <a:gd name="connsiteY4133" fmla="*/ 3800770 h 4489084"/>
              <a:gd name="connsiteX4134" fmla="*/ 3515594 w 5158787"/>
              <a:gd name="connsiteY4134" fmla="*/ 3800770 h 4489084"/>
              <a:gd name="connsiteX4135" fmla="*/ 3537803 w 5158787"/>
              <a:gd name="connsiteY4135" fmla="*/ 3800770 h 4489084"/>
              <a:gd name="connsiteX4136" fmla="*/ 3539166 w 5158787"/>
              <a:gd name="connsiteY4136" fmla="*/ 3801540 h 4489084"/>
              <a:gd name="connsiteX4137" fmla="*/ 3550241 w 5158787"/>
              <a:gd name="connsiteY4137" fmla="*/ 3820788 h 4489084"/>
              <a:gd name="connsiteX4138" fmla="*/ 3550241 w 5158787"/>
              <a:gd name="connsiteY4138" fmla="*/ 3822328 h 4489084"/>
              <a:gd name="connsiteX4139" fmla="*/ 3539166 w 5158787"/>
              <a:gd name="connsiteY4139" fmla="*/ 3841576 h 4489084"/>
              <a:gd name="connsiteX4140" fmla="*/ 3537803 w 5158787"/>
              <a:gd name="connsiteY4140" fmla="*/ 3842346 h 4489084"/>
              <a:gd name="connsiteX4141" fmla="*/ 3515594 w 5158787"/>
              <a:gd name="connsiteY4141" fmla="*/ 3842346 h 4489084"/>
              <a:gd name="connsiteX4142" fmla="*/ 3514232 w 5158787"/>
              <a:gd name="connsiteY4142" fmla="*/ 3841576 h 4489084"/>
              <a:gd name="connsiteX4143" fmla="*/ 3503157 w 5158787"/>
              <a:gd name="connsiteY4143" fmla="*/ 3822328 h 4489084"/>
              <a:gd name="connsiteX4144" fmla="*/ 3503157 w 5158787"/>
              <a:gd name="connsiteY4144" fmla="*/ 3820788 h 4489084"/>
              <a:gd name="connsiteX4145" fmla="*/ 3514232 w 5158787"/>
              <a:gd name="connsiteY4145" fmla="*/ 3801540 h 4489084"/>
              <a:gd name="connsiteX4146" fmla="*/ 3515594 w 5158787"/>
              <a:gd name="connsiteY4146" fmla="*/ 3800770 h 4489084"/>
              <a:gd name="connsiteX4147" fmla="*/ 3583170 w 5158787"/>
              <a:gd name="connsiteY4147" fmla="*/ 3800652 h 4489084"/>
              <a:gd name="connsiteX4148" fmla="*/ 3605498 w 5158787"/>
              <a:gd name="connsiteY4148" fmla="*/ 3800652 h 4489084"/>
              <a:gd name="connsiteX4149" fmla="*/ 3606860 w 5158787"/>
              <a:gd name="connsiteY4149" fmla="*/ 3801422 h 4489084"/>
              <a:gd name="connsiteX4150" fmla="*/ 3617994 w 5158787"/>
              <a:gd name="connsiteY4150" fmla="*/ 3820729 h 4489084"/>
              <a:gd name="connsiteX4151" fmla="*/ 3617994 w 5158787"/>
              <a:gd name="connsiteY4151" fmla="*/ 3822328 h 4489084"/>
              <a:gd name="connsiteX4152" fmla="*/ 3606860 w 5158787"/>
              <a:gd name="connsiteY4152" fmla="*/ 3841636 h 4489084"/>
              <a:gd name="connsiteX4153" fmla="*/ 3605498 w 5158787"/>
              <a:gd name="connsiteY4153" fmla="*/ 3842406 h 4489084"/>
              <a:gd name="connsiteX4154" fmla="*/ 3583170 w 5158787"/>
              <a:gd name="connsiteY4154" fmla="*/ 3842406 h 4489084"/>
              <a:gd name="connsiteX4155" fmla="*/ 3581808 w 5158787"/>
              <a:gd name="connsiteY4155" fmla="*/ 3841636 h 4489084"/>
              <a:gd name="connsiteX4156" fmla="*/ 3570673 w 5158787"/>
              <a:gd name="connsiteY4156" fmla="*/ 3822328 h 4489084"/>
              <a:gd name="connsiteX4157" fmla="*/ 3570673 w 5158787"/>
              <a:gd name="connsiteY4157" fmla="*/ 3820729 h 4489084"/>
              <a:gd name="connsiteX4158" fmla="*/ 3581808 w 5158787"/>
              <a:gd name="connsiteY4158" fmla="*/ 3801422 h 4489084"/>
              <a:gd name="connsiteX4159" fmla="*/ 3583170 w 5158787"/>
              <a:gd name="connsiteY4159" fmla="*/ 3800652 h 4489084"/>
              <a:gd name="connsiteX4160" fmla="*/ 3109724 w 5158787"/>
              <a:gd name="connsiteY4160" fmla="*/ 3800652 h 4489084"/>
              <a:gd name="connsiteX4161" fmla="*/ 3132052 w 5158787"/>
              <a:gd name="connsiteY4161" fmla="*/ 3800652 h 4489084"/>
              <a:gd name="connsiteX4162" fmla="*/ 3133414 w 5158787"/>
              <a:gd name="connsiteY4162" fmla="*/ 3801422 h 4489084"/>
              <a:gd name="connsiteX4163" fmla="*/ 3144549 w 5158787"/>
              <a:gd name="connsiteY4163" fmla="*/ 3820729 h 4489084"/>
              <a:gd name="connsiteX4164" fmla="*/ 3144549 w 5158787"/>
              <a:gd name="connsiteY4164" fmla="*/ 3822328 h 4489084"/>
              <a:gd name="connsiteX4165" fmla="*/ 3133414 w 5158787"/>
              <a:gd name="connsiteY4165" fmla="*/ 3841636 h 4489084"/>
              <a:gd name="connsiteX4166" fmla="*/ 3132052 w 5158787"/>
              <a:gd name="connsiteY4166" fmla="*/ 3842406 h 4489084"/>
              <a:gd name="connsiteX4167" fmla="*/ 3109724 w 5158787"/>
              <a:gd name="connsiteY4167" fmla="*/ 3842406 h 4489084"/>
              <a:gd name="connsiteX4168" fmla="*/ 3108362 w 5158787"/>
              <a:gd name="connsiteY4168" fmla="*/ 3841636 h 4489084"/>
              <a:gd name="connsiteX4169" fmla="*/ 3097228 w 5158787"/>
              <a:gd name="connsiteY4169" fmla="*/ 3822328 h 4489084"/>
              <a:gd name="connsiteX4170" fmla="*/ 3097228 w 5158787"/>
              <a:gd name="connsiteY4170" fmla="*/ 3820729 h 4489084"/>
              <a:gd name="connsiteX4171" fmla="*/ 3108362 w 5158787"/>
              <a:gd name="connsiteY4171" fmla="*/ 3801422 h 4489084"/>
              <a:gd name="connsiteX4172" fmla="*/ 3109724 w 5158787"/>
              <a:gd name="connsiteY4172" fmla="*/ 3800652 h 4489084"/>
              <a:gd name="connsiteX4173" fmla="*/ 4935694 w 5158787"/>
              <a:gd name="connsiteY4173" fmla="*/ 3800414 h 4489084"/>
              <a:gd name="connsiteX4174" fmla="*/ 4958200 w 5158787"/>
              <a:gd name="connsiteY4174" fmla="*/ 3800414 h 4489084"/>
              <a:gd name="connsiteX4175" fmla="*/ 4959562 w 5158787"/>
              <a:gd name="connsiteY4175" fmla="*/ 3801184 h 4489084"/>
              <a:gd name="connsiteX4176" fmla="*/ 4970815 w 5158787"/>
              <a:gd name="connsiteY4176" fmla="*/ 3820669 h 4489084"/>
              <a:gd name="connsiteX4177" fmla="*/ 4970815 w 5158787"/>
              <a:gd name="connsiteY4177" fmla="*/ 3822268 h 4489084"/>
              <a:gd name="connsiteX4178" fmla="*/ 4959562 w 5158787"/>
              <a:gd name="connsiteY4178" fmla="*/ 3841753 h 4489084"/>
              <a:gd name="connsiteX4179" fmla="*/ 4958200 w 5158787"/>
              <a:gd name="connsiteY4179" fmla="*/ 3842523 h 4489084"/>
              <a:gd name="connsiteX4180" fmla="*/ 4935694 w 5158787"/>
              <a:gd name="connsiteY4180" fmla="*/ 3842523 h 4489084"/>
              <a:gd name="connsiteX4181" fmla="*/ 4934332 w 5158787"/>
              <a:gd name="connsiteY4181" fmla="*/ 3841753 h 4489084"/>
              <a:gd name="connsiteX4182" fmla="*/ 4923079 w 5158787"/>
              <a:gd name="connsiteY4182" fmla="*/ 3822268 h 4489084"/>
              <a:gd name="connsiteX4183" fmla="*/ 4923079 w 5158787"/>
              <a:gd name="connsiteY4183" fmla="*/ 3820669 h 4489084"/>
              <a:gd name="connsiteX4184" fmla="*/ 4934332 w 5158787"/>
              <a:gd name="connsiteY4184" fmla="*/ 3801184 h 4489084"/>
              <a:gd name="connsiteX4185" fmla="*/ 4935694 w 5158787"/>
              <a:gd name="connsiteY4185" fmla="*/ 3800414 h 4489084"/>
              <a:gd name="connsiteX4186" fmla="*/ 3718322 w 5158787"/>
              <a:gd name="connsiteY4186" fmla="*/ 3800414 h 4489084"/>
              <a:gd name="connsiteX4187" fmla="*/ 3740827 w 5158787"/>
              <a:gd name="connsiteY4187" fmla="*/ 3800414 h 4489084"/>
              <a:gd name="connsiteX4188" fmla="*/ 3742189 w 5158787"/>
              <a:gd name="connsiteY4188" fmla="*/ 3801184 h 4489084"/>
              <a:gd name="connsiteX4189" fmla="*/ 3753442 w 5158787"/>
              <a:gd name="connsiteY4189" fmla="*/ 3820669 h 4489084"/>
              <a:gd name="connsiteX4190" fmla="*/ 3753442 w 5158787"/>
              <a:gd name="connsiteY4190" fmla="*/ 3822268 h 4489084"/>
              <a:gd name="connsiteX4191" fmla="*/ 3742189 w 5158787"/>
              <a:gd name="connsiteY4191" fmla="*/ 3841753 h 4489084"/>
              <a:gd name="connsiteX4192" fmla="*/ 3740827 w 5158787"/>
              <a:gd name="connsiteY4192" fmla="*/ 3842523 h 4489084"/>
              <a:gd name="connsiteX4193" fmla="*/ 3718322 w 5158787"/>
              <a:gd name="connsiteY4193" fmla="*/ 3842523 h 4489084"/>
              <a:gd name="connsiteX4194" fmla="*/ 3716959 w 5158787"/>
              <a:gd name="connsiteY4194" fmla="*/ 3841753 h 4489084"/>
              <a:gd name="connsiteX4195" fmla="*/ 3705707 w 5158787"/>
              <a:gd name="connsiteY4195" fmla="*/ 3822268 h 4489084"/>
              <a:gd name="connsiteX4196" fmla="*/ 3705707 w 5158787"/>
              <a:gd name="connsiteY4196" fmla="*/ 3820669 h 4489084"/>
              <a:gd name="connsiteX4197" fmla="*/ 3716959 w 5158787"/>
              <a:gd name="connsiteY4197" fmla="*/ 3801184 h 4489084"/>
              <a:gd name="connsiteX4198" fmla="*/ 3718322 w 5158787"/>
              <a:gd name="connsiteY4198" fmla="*/ 3800414 h 4489084"/>
              <a:gd name="connsiteX4199" fmla="*/ 4800364 w 5158787"/>
              <a:gd name="connsiteY4199" fmla="*/ 3800355 h 4489084"/>
              <a:gd name="connsiteX4200" fmla="*/ 4822988 w 5158787"/>
              <a:gd name="connsiteY4200" fmla="*/ 3800355 h 4489084"/>
              <a:gd name="connsiteX4201" fmla="*/ 4824350 w 5158787"/>
              <a:gd name="connsiteY4201" fmla="*/ 3801184 h 4489084"/>
              <a:gd name="connsiteX4202" fmla="*/ 4835662 w 5158787"/>
              <a:gd name="connsiteY4202" fmla="*/ 3820788 h 4489084"/>
              <a:gd name="connsiteX4203" fmla="*/ 4835662 w 5158787"/>
              <a:gd name="connsiteY4203" fmla="*/ 3822387 h 4489084"/>
              <a:gd name="connsiteX4204" fmla="*/ 4824350 w 5158787"/>
              <a:gd name="connsiteY4204" fmla="*/ 3841990 h 4489084"/>
              <a:gd name="connsiteX4205" fmla="*/ 4822988 w 5158787"/>
              <a:gd name="connsiteY4205" fmla="*/ 3842820 h 4489084"/>
              <a:gd name="connsiteX4206" fmla="*/ 4800364 w 5158787"/>
              <a:gd name="connsiteY4206" fmla="*/ 3842820 h 4489084"/>
              <a:gd name="connsiteX4207" fmla="*/ 4799002 w 5158787"/>
              <a:gd name="connsiteY4207" fmla="*/ 3841990 h 4489084"/>
              <a:gd name="connsiteX4208" fmla="*/ 4787690 w 5158787"/>
              <a:gd name="connsiteY4208" fmla="*/ 3822387 h 4489084"/>
              <a:gd name="connsiteX4209" fmla="*/ 4787690 w 5158787"/>
              <a:gd name="connsiteY4209" fmla="*/ 3820788 h 4489084"/>
              <a:gd name="connsiteX4210" fmla="*/ 4799002 w 5158787"/>
              <a:gd name="connsiteY4210" fmla="*/ 3801184 h 4489084"/>
              <a:gd name="connsiteX4211" fmla="*/ 4800364 w 5158787"/>
              <a:gd name="connsiteY4211" fmla="*/ 3800355 h 4489084"/>
              <a:gd name="connsiteX4212" fmla="*/ 3380028 w 5158787"/>
              <a:gd name="connsiteY4212" fmla="*/ 3800118 h 4489084"/>
              <a:gd name="connsiteX4213" fmla="*/ 3402889 w 5158787"/>
              <a:gd name="connsiteY4213" fmla="*/ 3800118 h 4489084"/>
              <a:gd name="connsiteX4214" fmla="*/ 3404311 w 5158787"/>
              <a:gd name="connsiteY4214" fmla="*/ 3800947 h 4489084"/>
              <a:gd name="connsiteX4215" fmla="*/ 3415741 w 5158787"/>
              <a:gd name="connsiteY4215" fmla="*/ 3820728 h 4489084"/>
              <a:gd name="connsiteX4216" fmla="*/ 3415741 w 5158787"/>
              <a:gd name="connsiteY4216" fmla="*/ 3822327 h 4489084"/>
              <a:gd name="connsiteX4217" fmla="*/ 3404311 w 5158787"/>
              <a:gd name="connsiteY4217" fmla="*/ 3842109 h 4489084"/>
              <a:gd name="connsiteX4218" fmla="*/ 3402889 w 5158787"/>
              <a:gd name="connsiteY4218" fmla="*/ 3842938 h 4489084"/>
              <a:gd name="connsiteX4219" fmla="*/ 3380028 w 5158787"/>
              <a:gd name="connsiteY4219" fmla="*/ 3842938 h 4489084"/>
              <a:gd name="connsiteX4220" fmla="*/ 3378606 w 5158787"/>
              <a:gd name="connsiteY4220" fmla="*/ 3842109 h 4489084"/>
              <a:gd name="connsiteX4221" fmla="*/ 3367176 w 5158787"/>
              <a:gd name="connsiteY4221" fmla="*/ 3822327 h 4489084"/>
              <a:gd name="connsiteX4222" fmla="*/ 3367176 w 5158787"/>
              <a:gd name="connsiteY4222" fmla="*/ 3820728 h 4489084"/>
              <a:gd name="connsiteX4223" fmla="*/ 3378606 w 5158787"/>
              <a:gd name="connsiteY4223" fmla="*/ 3800947 h 4489084"/>
              <a:gd name="connsiteX4224" fmla="*/ 3380028 w 5158787"/>
              <a:gd name="connsiteY4224" fmla="*/ 3800118 h 4489084"/>
              <a:gd name="connsiteX4225" fmla="*/ 3244758 w 5158787"/>
              <a:gd name="connsiteY4225" fmla="*/ 3800118 h 4489084"/>
              <a:gd name="connsiteX4226" fmla="*/ 3267618 w 5158787"/>
              <a:gd name="connsiteY4226" fmla="*/ 3800118 h 4489084"/>
              <a:gd name="connsiteX4227" fmla="*/ 3269040 w 5158787"/>
              <a:gd name="connsiteY4227" fmla="*/ 3800947 h 4489084"/>
              <a:gd name="connsiteX4228" fmla="*/ 3280471 w 5158787"/>
              <a:gd name="connsiteY4228" fmla="*/ 3820728 h 4489084"/>
              <a:gd name="connsiteX4229" fmla="*/ 3280471 w 5158787"/>
              <a:gd name="connsiteY4229" fmla="*/ 3822327 h 4489084"/>
              <a:gd name="connsiteX4230" fmla="*/ 3269040 w 5158787"/>
              <a:gd name="connsiteY4230" fmla="*/ 3842109 h 4489084"/>
              <a:gd name="connsiteX4231" fmla="*/ 3267618 w 5158787"/>
              <a:gd name="connsiteY4231" fmla="*/ 3842938 h 4489084"/>
              <a:gd name="connsiteX4232" fmla="*/ 3244758 w 5158787"/>
              <a:gd name="connsiteY4232" fmla="*/ 3842938 h 4489084"/>
              <a:gd name="connsiteX4233" fmla="*/ 3243336 w 5158787"/>
              <a:gd name="connsiteY4233" fmla="*/ 3842109 h 4489084"/>
              <a:gd name="connsiteX4234" fmla="*/ 3231906 w 5158787"/>
              <a:gd name="connsiteY4234" fmla="*/ 3822327 h 4489084"/>
              <a:gd name="connsiteX4235" fmla="*/ 3231906 w 5158787"/>
              <a:gd name="connsiteY4235" fmla="*/ 3820728 h 4489084"/>
              <a:gd name="connsiteX4236" fmla="*/ 3243336 w 5158787"/>
              <a:gd name="connsiteY4236" fmla="*/ 3800947 h 4489084"/>
              <a:gd name="connsiteX4237" fmla="*/ 3244758 w 5158787"/>
              <a:gd name="connsiteY4237" fmla="*/ 3800118 h 4489084"/>
              <a:gd name="connsiteX4238" fmla="*/ 4867821 w 5158787"/>
              <a:gd name="connsiteY4238" fmla="*/ 3800000 h 4489084"/>
              <a:gd name="connsiteX4239" fmla="*/ 4890801 w 5158787"/>
              <a:gd name="connsiteY4239" fmla="*/ 3800000 h 4489084"/>
              <a:gd name="connsiteX4240" fmla="*/ 4892222 w 5158787"/>
              <a:gd name="connsiteY4240" fmla="*/ 3800829 h 4489084"/>
              <a:gd name="connsiteX4241" fmla="*/ 4903711 w 5158787"/>
              <a:gd name="connsiteY4241" fmla="*/ 3820729 h 4489084"/>
              <a:gd name="connsiteX4242" fmla="*/ 4903711 w 5158787"/>
              <a:gd name="connsiteY4242" fmla="*/ 3822328 h 4489084"/>
              <a:gd name="connsiteX4243" fmla="*/ 4892222 w 5158787"/>
              <a:gd name="connsiteY4243" fmla="*/ 3842228 h 4489084"/>
              <a:gd name="connsiteX4244" fmla="*/ 4890801 w 5158787"/>
              <a:gd name="connsiteY4244" fmla="*/ 3843057 h 4489084"/>
              <a:gd name="connsiteX4245" fmla="*/ 4867821 w 5158787"/>
              <a:gd name="connsiteY4245" fmla="*/ 3843057 h 4489084"/>
              <a:gd name="connsiteX4246" fmla="*/ 4866400 w 5158787"/>
              <a:gd name="connsiteY4246" fmla="*/ 3842228 h 4489084"/>
              <a:gd name="connsiteX4247" fmla="*/ 4854910 w 5158787"/>
              <a:gd name="connsiteY4247" fmla="*/ 3822328 h 4489084"/>
              <a:gd name="connsiteX4248" fmla="*/ 4854910 w 5158787"/>
              <a:gd name="connsiteY4248" fmla="*/ 3820729 h 4489084"/>
              <a:gd name="connsiteX4249" fmla="*/ 4866400 w 5158787"/>
              <a:gd name="connsiteY4249" fmla="*/ 3800829 h 4489084"/>
              <a:gd name="connsiteX4250" fmla="*/ 4867821 w 5158787"/>
              <a:gd name="connsiteY4250" fmla="*/ 3800000 h 4489084"/>
              <a:gd name="connsiteX4251" fmla="*/ 3177005 w 5158787"/>
              <a:gd name="connsiteY4251" fmla="*/ 3799822 h 4489084"/>
              <a:gd name="connsiteX4252" fmla="*/ 3200162 w 5158787"/>
              <a:gd name="connsiteY4252" fmla="*/ 3799822 h 4489084"/>
              <a:gd name="connsiteX4253" fmla="*/ 3201583 w 5158787"/>
              <a:gd name="connsiteY4253" fmla="*/ 3800651 h 4489084"/>
              <a:gd name="connsiteX4254" fmla="*/ 3213191 w 5158787"/>
              <a:gd name="connsiteY4254" fmla="*/ 3820728 h 4489084"/>
              <a:gd name="connsiteX4255" fmla="*/ 3213191 w 5158787"/>
              <a:gd name="connsiteY4255" fmla="*/ 3822387 h 4489084"/>
              <a:gd name="connsiteX4256" fmla="*/ 3201583 w 5158787"/>
              <a:gd name="connsiteY4256" fmla="*/ 3842464 h 4489084"/>
              <a:gd name="connsiteX4257" fmla="*/ 3200162 w 5158787"/>
              <a:gd name="connsiteY4257" fmla="*/ 3843293 h 4489084"/>
              <a:gd name="connsiteX4258" fmla="*/ 3177005 w 5158787"/>
              <a:gd name="connsiteY4258" fmla="*/ 3843293 h 4489084"/>
              <a:gd name="connsiteX4259" fmla="*/ 3175583 w 5158787"/>
              <a:gd name="connsiteY4259" fmla="*/ 3842464 h 4489084"/>
              <a:gd name="connsiteX4260" fmla="*/ 3163975 w 5158787"/>
              <a:gd name="connsiteY4260" fmla="*/ 3822387 h 4489084"/>
              <a:gd name="connsiteX4261" fmla="*/ 3163975 w 5158787"/>
              <a:gd name="connsiteY4261" fmla="*/ 3820728 h 4489084"/>
              <a:gd name="connsiteX4262" fmla="*/ 3175583 w 5158787"/>
              <a:gd name="connsiteY4262" fmla="*/ 3800651 h 4489084"/>
              <a:gd name="connsiteX4263" fmla="*/ 3177005 w 5158787"/>
              <a:gd name="connsiteY4263" fmla="*/ 3799822 h 4489084"/>
              <a:gd name="connsiteX4264" fmla="*/ 3312156 w 5158787"/>
              <a:gd name="connsiteY4264" fmla="*/ 3799704 h 4489084"/>
              <a:gd name="connsiteX4265" fmla="*/ 3335432 w 5158787"/>
              <a:gd name="connsiteY4265" fmla="*/ 3799704 h 4489084"/>
              <a:gd name="connsiteX4266" fmla="*/ 3336853 w 5158787"/>
              <a:gd name="connsiteY4266" fmla="*/ 3800533 h 4489084"/>
              <a:gd name="connsiteX4267" fmla="*/ 3348461 w 5158787"/>
              <a:gd name="connsiteY4267" fmla="*/ 3820729 h 4489084"/>
              <a:gd name="connsiteX4268" fmla="*/ 3348461 w 5158787"/>
              <a:gd name="connsiteY4268" fmla="*/ 3822387 h 4489084"/>
              <a:gd name="connsiteX4269" fmla="*/ 3336794 w 5158787"/>
              <a:gd name="connsiteY4269" fmla="*/ 3842583 h 4489084"/>
              <a:gd name="connsiteX4270" fmla="*/ 3335372 w 5158787"/>
              <a:gd name="connsiteY4270" fmla="*/ 3843412 h 4489084"/>
              <a:gd name="connsiteX4271" fmla="*/ 3312097 w 5158787"/>
              <a:gd name="connsiteY4271" fmla="*/ 3843412 h 4489084"/>
              <a:gd name="connsiteX4272" fmla="*/ 3310675 w 5158787"/>
              <a:gd name="connsiteY4272" fmla="*/ 3842583 h 4489084"/>
              <a:gd name="connsiteX4273" fmla="*/ 3299067 w 5158787"/>
              <a:gd name="connsiteY4273" fmla="*/ 3822387 h 4489084"/>
              <a:gd name="connsiteX4274" fmla="*/ 3299067 w 5158787"/>
              <a:gd name="connsiteY4274" fmla="*/ 3820729 h 4489084"/>
              <a:gd name="connsiteX4275" fmla="*/ 3310734 w 5158787"/>
              <a:gd name="connsiteY4275" fmla="*/ 3800533 h 4489084"/>
              <a:gd name="connsiteX4276" fmla="*/ 3312156 w 5158787"/>
              <a:gd name="connsiteY4276" fmla="*/ 3799704 h 4489084"/>
              <a:gd name="connsiteX4277" fmla="*/ 2908893 w 5158787"/>
              <a:gd name="connsiteY4277" fmla="*/ 3745868 h 4489084"/>
              <a:gd name="connsiteX4278" fmla="*/ 2927134 w 5158787"/>
              <a:gd name="connsiteY4278" fmla="*/ 3745868 h 4489084"/>
              <a:gd name="connsiteX4279" fmla="*/ 2928259 w 5158787"/>
              <a:gd name="connsiteY4279" fmla="*/ 3746519 h 4489084"/>
              <a:gd name="connsiteX4280" fmla="*/ 2937380 w 5158787"/>
              <a:gd name="connsiteY4280" fmla="*/ 3762273 h 4489084"/>
              <a:gd name="connsiteX4281" fmla="*/ 2937380 w 5158787"/>
              <a:gd name="connsiteY4281" fmla="*/ 3763576 h 4489084"/>
              <a:gd name="connsiteX4282" fmla="*/ 2928259 w 5158787"/>
              <a:gd name="connsiteY4282" fmla="*/ 3779330 h 4489084"/>
              <a:gd name="connsiteX4283" fmla="*/ 2927134 w 5158787"/>
              <a:gd name="connsiteY4283" fmla="*/ 3779981 h 4489084"/>
              <a:gd name="connsiteX4284" fmla="*/ 2908893 w 5158787"/>
              <a:gd name="connsiteY4284" fmla="*/ 3779981 h 4489084"/>
              <a:gd name="connsiteX4285" fmla="*/ 2907767 w 5158787"/>
              <a:gd name="connsiteY4285" fmla="*/ 3779330 h 4489084"/>
              <a:gd name="connsiteX4286" fmla="*/ 2898647 w 5158787"/>
              <a:gd name="connsiteY4286" fmla="*/ 3763576 h 4489084"/>
              <a:gd name="connsiteX4287" fmla="*/ 2898647 w 5158787"/>
              <a:gd name="connsiteY4287" fmla="*/ 3762273 h 4489084"/>
              <a:gd name="connsiteX4288" fmla="*/ 2907767 w 5158787"/>
              <a:gd name="connsiteY4288" fmla="*/ 3746519 h 4489084"/>
              <a:gd name="connsiteX4289" fmla="*/ 2908893 w 5158787"/>
              <a:gd name="connsiteY4289" fmla="*/ 3745868 h 4489084"/>
              <a:gd name="connsiteX4290" fmla="*/ 4058451 w 5158787"/>
              <a:gd name="connsiteY4290" fmla="*/ 3745572 h 4489084"/>
              <a:gd name="connsiteX4291" fmla="*/ 4076988 w 5158787"/>
              <a:gd name="connsiteY4291" fmla="*/ 3745572 h 4489084"/>
              <a:gd name="connsiteX4292" fmla="*/ 4078114 w 5158787"/>
              <a:gd name="connsiteY4292" fmla="*/ 3746224 h 4489084"/>
              <a:gd name="connsiteX4293" fmla="*/ 4087353 w 5158787"/>
              <a:gd name="connsiteY4293" fmla="*/ 3762274 h 4489084"/>
              <a:gd name="connsiteX4294" fmla="*/ 4087353 w 5158787"/>
              <a:gd name="connsiteY4294" fmla="*/ 3763577 h 4489084"/>
              <a:gd name="connsiteX4295" fmla="*/ 4078055 w 5158787"/>
              <a:gd name="connsiteY4295" fmla="*/ 3779626 h 4489084"/>
              <a:gd name="connsiteX4296" fmla="*/ 4076929 w 5158787"/>
              <a:gd name="connsiteY4296" fmla="*/ 3780278 h 4489084"/>
              <a:gd name="connsiteX4297" fmla="*/ 4058392 w 5158787"/>
              <a:gd name="connsiteY4297" fmla="*/ 3780278 h 4489084"/>
              <a:gd name="connsiteX4298" fmla="*/ 4057267 w 5158787"/>
              <a:gd name="connsiteY4298" fmla="*/ 3779626 h 4489084"/>
              <a:gd name="connsiteX4299" fmla="*/ 4048027 w 5158787"/>
              <a:gd name="connsiteY4299" fmla="*/ 3763577 h 4489084"/>
              <a:gd name="connsiteX4300" fmla="*/ 4048027 w 5158787"/>
              <a:gd name="connsiteY4300" fmla="*/ 3762274 h 4489084"/>
              <a:gd name="connsiteX4301" fmla="*/ 4057326 w 5158787"/>
              <a:gd name="connsiteY4301" fmla="*/ 3746224 h 4489084"/>
              <a:gd name="connsiteX4302" fmla="*/ 4058451 w 5158787"/>
              <a:gd name="connsiteY4302" fmla="*/ 3745572 h 4489084"/>
              <a:gd name="connsiteX4303" fmla="*/ 4261238 w 5158787"/>
              <a:gd name="connsiteY4303" fmla="*/ 3745335 h 4489084"/>
              <a:gd name="connsiteX4304" fmla="*/ 4280012 w 5158787"/>
              <a:gd name="connsiteY4304" fmla="*/ 3745335 h 4489084"/>
              <a:gd name="connsiteX4305" fmla="*/ 4281137 w 5158787"/>
              <a:gd name="connsiteY4305" fmla="*/ 3745986 h 4489084"/>
              <a:gd name="connsiteX4306" fmla="*/ 4290495 w 5158787"/>
              <a:gd name="connsiteY4306" fmla="*/ 3762214 h 4489084"/>
              <a:gd name="connsiteX4307" fmla="*/ 4290495 w 5158787"/>
              <a:gd name="connsiteY4307" fmla="*/ 3763517 h 4489084"/>
              <a:gd name="connsiteX4308" fmla="*/ 4281078 w 5158787"/>
              <a:gd name="connsiteY4308" fmla="*/ 3779745 h 4489084"/>
              <a:gd name="connsiteX4309" fmla="*/ 4279953 w 5158787"/>
              <a:gd name="connsiteY4309" fmla="*/ 3780396 h 4489084"/>
              <a:gd name="connsiteX4310" fmla="*/ 4261178 w 5158787"/>
              <a:gd name="connsiteY4310" fmla="*/ 3780396 h 4489084"/>
              <a:gd name="connsiteX4311" fmla="*/ 4260053 w 5158787"/>
              <a:gd name="connsiteY4311" fmla="*/ 3779745 h 4489084"/>
              <a:gd name="connsiteX4312" fmla="*/ 4250695 w 5158787"/>
              <a:gd name="connsiteY4312" fmla="*/ 3763517 h 4489084"/>
              <a:gd name="connsiteX4313" fmla="*/ 4250695 w 5158787"/>
              <a:gd name="connsiteY4313" fmla="*/ 3762214 h 4489084"/>
              <a:gd name="connsiteX4314" fmla="*/ 4260113 w 5158787"/>
              <a:gd name="connsiteY4314" fmla="*/ 3745986 h 4489084"/>
              <a:gd name="connsiteX4315" fmla="*/ 4261238 w 5158787"/>
              <a:gd name="connsiteY4315" fmla="*/ 3745335 h 4489084"/>
              <a:gd name="connsiteX4316" fmla="*/ 4125849 w 5158787"/>
              <a:gd name="connsiteY4316" fmla="*/ 3745039 h 4489084"/>
              <a:gd name="connsiteX4317" fmla="*/ 4144920 w 5158787"/>
              <a:gd name="connsiteY4317" fmla="*/ 3745039 h 4489084"/>
              <a:gd name="connsiteX4318" fmla="*/ 4146104 w 5158787"/>
              <a:gd name="connsiteY4318" fmla="*/ 3745690 h 4489084"/>
              <a:gd name="connsiteX4319" fmla="*/ 4155640 w 5158787"/>
              <a:gd name="connsiteY4319" fmla="*/ 3762214 h 4489084"/>
              <a:gd name="connsiteX4320" fmla="*/ 4155640 w 5158787"/>
              <a:gd name="connsiteY4320" fmla="*/ 3763576 h 4489084"/>
              <a:gd name="connsiteX4321" fmla="*/ 4146104 w 5158787"/>
              <a:gd name="connsiteY4321" fmla="*/ 3780100 h 4489084"/>
              <a:gd name="connsiteX4322" fmla="*/ 4144920 w 5158787"/>
              <a:gd name="connsiteY4322" fmla="*/ 3780752 h 4489084"/>
              <a:gd name="connsiteX4323" fmla="*/ 4125849 w 5158787"/>
              <a:gd name="connsiteY4323" fmla="*/ 3780752 h 4489084"/>
              <a:gd name="connsiteX4324" fmla="*/ 4124665 w 5158787"/>
              <a:gd name="connsiteY4324" fmla="*/ 3780100 h 4489084"/>
              <a:gd name="connsiteX4325" fmla="*/ 4115130 w 5158787"/>
              <a:gd name="connsiteY4325" fmla="*/ 3763576 h 4489084"/>
              <a:gd name="connsiteX4326" fmla="*/ 4115130 w 5158787"/>
              <a:gd name="connsiteY4326" fmla="*/ 3762214 h 4489084"/>
              <a:gd name="connsiteX4327" fmla="*/ 4124665 w 5158787"/>
              <a:gd name="connsiteY4327" fmla="*/ 3745690 h 4489084"/>
              <a:gd name="connsiteX4328" fmla="*/ 4125849 w 5158787"/>
              <a:gd name="connsiteY4328" fmla="*/ 3745039 h 4489084"/>
              <a:gd name="connsiteX4329" fmla="*/ 3990521 w 5158787"/>
              <a:gd name="connsiteY4329" fmla="*/ 3744921 h 4489084"/>
              <a:gd name="connsiteX4330" fmla="*/ 4009710 w 5158787"/>
              <a:gd name="connsiteY4330" fmla="*/ 3744921 h 4489084"/>
              <a:gd name="connsiteX4331" fmla="*/ 4010894 w 5158787"/>
              <a:gd name="connsiteY4331" fmla="*/ 3745572 h 4489084"/>
              <a:gd name="connsiteX4332" fmla="*/ 4020488 w 5158787"/>
              <a:gd name="connsiteY4332" fmla="*/ 3762215 h 4489084"/>
              <a:gd name="connsiteX4333" fmla="*/ 4020488 w 5158787"/>
              <a:gd name="connsiteY4333" fmla="*/ 3763577 h 4489084"/>
              <a:gd name="connsiteX4334" fmla="*/ 4010894 w 5158787"/>
              <a:gd name="connsiteY4334" fmla="*/ 3780219 h 4489084"/>
              <a:gd name="connsiteX4335" fmla="*/ 4009710 w 5158787"/>
              <a:gd name="connsiteY4335" fmla="*/ 3780871 h 4489084"/>
              <a:gd name="connsiteX4336" fmla="*/ 3990521 w 5158787"/>
              <a:gd name="connsiteY4336" fmla="*/ 3780871 h 4489084"/>
              <a:gd name="connsiteX4337" fmla="*/ 3989336 w 5158787"/>
              <a:gd name="connsiteY4337" fmla="*/ 3780219 h 4489084"/>
              <a:gd name="connsiteX4338" fmla="*/ 3979741 w 5158787"/>
              <a:gd name="connsiteY4338" fmla="*/ 3763577 h 4489084"/>
              <a:gd name="connsiteX4339" fmla="*/ 3979741 w 5158787"/>
              <a:gd name="connsiteY4339" fmla="*/ 3762215 h 4489084"/>
              <a:gd name="connsiteX4340" fmla="*/ 3989336 w 5158787"/>
              <a:gd name="connsiteY4340" fmla="*/ 3745572 h 4489084"/>
              <a:gd name="connsiteX4341" fmla="*/ 3990521 w 5158787"/>
              <a:gd name="connsiteY4341" fmla="*/ 3744921 h 4489084"/>
              <a:gd name="connsiteX4342" fmla="*/ 4193247 w 5158787"/>
              <a:gd name="connsiteY4342" fmla="*/ 3744624 h 4489084"/>
              <a:gd name="connsiteX4343" fmla="*/ 4212792 w 5158787"/>
              <a:gd name="connsiteY4343" fmla="*/ 3744624 h 4489084"/>
              <a:gd name="connsiteX4344" fmla="*/ 4213976 w 5158787"/>
              <a:gd name="connsiteY4344" fmla="*/ 3745335 h 4489084"/>
              <a:gd name="connsiteX4345" fmla="*/ 4223748 w 5158787"/>
              <a:gd name="connsiteY4345" fmla="*/ 3762273 h 4489084"/>
              <a:gd name="connsiteX4346" fmla="*/ 4223748 w 5158787"/>
              <a:gd name="connsiteY4346" fmla="*/ 3763635 h 4489084"/>
              <a:gd name="connsiteX4347" fmla="*/ 4213976 w 5158787"/>
              <a:gd name="connsiteY4347" fmla="*/ 3780574 h 4489084"/>
              <a:gd name="connsiteX4348" fmla="*/ 4212792 w 5158787"/>
              <a:gd name="connsiteY4348" fmla="*/ 3781284 h 4489084"/>
              <a:gd name="connsiteX4349" fmla="*/ 4193247 w 5158787"/>
              <a:gd name="connsiteY4349" fmla="*/ 3781284 h 4489084"/>
              <a:gd name="connsiteX4350" fmla="*/ 4192063 w 5158787"/>
              <a:gd name="connsiteY4350" fmla="*/ 3780574 h 4489084"/>
              <a:gd name="connsiteX4351" fmla="*/ 4182291 w 5158787"/>
              <a:gd name="connsiteY4351" fmla="*/ 3763635 h 4489084"/>
              <a:gd name="connsiteX4352" fmla="*/ 4182291 w 5158787"/>
              <a:gd name="connsiteY4352" fmla="*/ 3762273 h 4489084"/>
              <a:gd name="connsiteX4353" fmla="*/ 4192063 w 5158787"/>
              <a:gd name="connsiteY4353" fmla="*/ 3745335 h 4489084"/>
              <a:gd name="connsiteX4354" fmla="*/ 4193247 w 5158787"/>
              <a:gd name="connsiteY4354" fmla="*/ 3744624 h 4489084"/>
              <a:gd name="connsiteX4355" fmla="*/ 3922589 w 5158787"/>
              <a:gd name="connsiteY4355" fmla="*/ 3744388 h 4489084"/>
              <a:gd name="connsiteX4356" fmla="*/ 3942370 w 5158787"/>
              <a:gd name="connsiteY4356" fmla="*/ 3744388 h 4489084"/>
              <a:gd name="connsiteX4357" fmla="*/ 3943554 w 5158787"/>
              <a:gd name="connsiteY4357" fmla="*/ 3745099 h 4489084"/>
              <a:gd name="connsiteX4358" fmla="*/ 3953445 w 5158787"/>
              <a:gd name="connsiteY4358" fmla="*/ 3762214 h 4489084"/>
              <a:gd name="connsiteX4359" fmla="*/ 3953445 w 5158787"/>
              <a:gd name="connsiteY4359" fmla="*/ 3763636 h 4489084"/>
              <a:gd name="connsiteX4360" fmla="*/ 3943554 w 5158787"/>
              <a:gd name="connsiteY4360" fmla="*/ 3780752 h 4489084"/>
              <a:gd name="connsiteX4361" fmla="*/ 3942370 w 5158787"/>
              <a:gd name="connsiteY4361" fmla="*/ 3781463 h 4489084"/>
              <a:gd name="connsiteX4362" fmla="*/ 3922589 w 5158787"/>
              <a:gd name="connsiteY4362" fmla="*/ 3781463 h 4489084"/>
              <a:gd name="connsiteX4363" fmla="*/ 3921404 w 5158787"/>
              <a:gd name="connsiteY4363" fmla="*/ 3780752 h 4489084"/>
              <a:gd name="connsiteX4364" fmla="*/ 3911514 w 5158787"/>
              <a:gd name="connsiteY4364" fmla="*/ 3763636 h 4489084"/>
              <a:gd name="connsiteX4365" fmla="*/ 3911514 w 5158787"/>
              <a:gd name="connsiteY4365" fmla="*/ 3762214 h 4489084"/>
              <a:gd name="connsiteX4366" fmla="*/ 3921404 w 5158787"/>
              <a:gd name="connsiteY4366" fmla="*/ 3745099 h 4489084"/>
              <a:gd name="connsiteX4367" fmla="*/ 3922589 w 5158787"/>
              <a:gd name="connsiteY4367" fmla="*/ 3744388 h 4489084"/>
              <a:gd name="connsiteX4368" fmla="*/ 3787141 w 5158787"/>
              <a:gd name="connsiteY4368" fmla="*/ 3743973 h 4489084"/>
              <a:gd name="connsiteX4369" fmla="*/ 3807337 w 5158787"/>
              <a:gd name="connsiteY4369" fmla="*/ 3743973 h 4489084"/>
              <a:gd name="connsiteX4370" fmla="*/ 3808581 w 5158787"/>
              <a:gd name="connsiteY4370" fmla="*/ 3744684 h 4489084"/>
              <a:gd name="connsiteX4371" fmla="*/ 3818649 w 5158787"/>
              <a:gd name="connsiteY4371" fmla="*/ 3762155 h 4489084"/>
              <a:gd name="connsiteX4372" fmla="*/ 3818649 w 5158787"/>
              <a:gd name="connsiteY4372" fmla="*/ 3763576 h 4489084"/>
              <a:gd name="connsiteX4373" fmla="*/ 3808521 w 5158787"/>
              <a:gd name="connsiteY4373" fmla="*/ 3781048 h 4489084"/>
              <a:gd name="connsiteX4374" fmla="*/ 3807277 w 5158787"/>
              <a:gd name="connsiteY4374" fmla="*/ 3781759 h 4489084"/>
              <a:gd name="connsiteX4375" fmla="*/ 3787082 w 5158787"/>
              <a:gd name="connsiteY4375" fmla="*/ 3781759 h 4489084"/>
              <a:gd name="connsiteX4376" fmla="*/ 3785838 w 5158787"/>
              <a:gd name="connsiteY4376" fmla="*/ 3781048 h 4489084"/>
              <a:gd name="connsiteX4377" fmla="*/ 3775770 w 5158787"/>
              <a:gd name="connsiteY4377" fmla="*/ 3763576 h 4489084"/>
              <a:gd name="connsiteX4378" fmla="*/ 3775770 w 5158787"/>
              <a:gd name="connsiteY4378" fmla="*/ 3762155 h 4489084"/>
              <a:gd name="connsiteX4379" fmla="*/ 3785897 w 5158787"/>
              <a:gd name="connsiteY4379" fmla="*/ 3744684 h 4489084"/>
              <a:gd name="connsiteX4380" fmla="*/ 3787141 w 5158787"/>
              <a:gd name="connsiteY4380" fmla="*/ 3743973 h 4489084"/>
              <a:gd name="connsiteX4381" fmla="*/ 4328103 w 5158787"/>
              <a:gd name="connsiteY4381" fmla="*/ 3743914 h 4489084"/>
              <a:gd name="connsiteX4382" fmla="*/ 4348417 w 5158787"/>
              <a:gd name="connsiteY4382" fmla="*/ 3743914 h 4489084"/>
              <a:gd name="connsiteX4383" fmla="*/ 4349661 w 5158787"/>
              <a:gd name="connsiteY4383" fmla="*/ 3744625 h 4489084"/>
              <a:gd name="connsiteX4384" fmla="*/ 4359788 w 5158787"/>
              <a:gd name="connsiteY4384" fmla="*/ 3762214 h 4489084"/>
              <a:gd name="connsiteX4385" fmla="*/ 4359788 w 5158787"/>
              <a:gd name="connsiteY4385" fmla="*/ 3763636 h 4489084"/>
              <a:gd name="connsiteX4386" fmla="*/ 4349602 w 5158787"/>
              <a:gd name="connsiteY4386" fmla="*/ 3781226 h 4489084"/>
              <a:gd name="connsiteX4387" fmla="*/ 4348358 w 5158787"/>
              <a:gd name="connsiteY4387" fmla="*/ 3781936 h 4489084"/>
              <a:gd name="connsiteX4388" fmla="*/ 4328044 w 5158787"/>
              <a:gd name="connsiteY4388" fmla="*/ 3781936 h 4489084"/>
              <a:gd name="connsiteX4389" fmla="*/ 4326800 w 5158787"/>
              <a:gd name="connsiteY4389" fmla="*/ 3781226 h 4489084"/>
              <a:gd name="connsiteX4390" fmla="*/ 4316672 w 5158787"/>
              <a:gd name="connsiteY4390" fmla="*/ 3763636 h 4489084"/>
              <a:gd name="connsiteX4391" fmla="*/ 4316672 w 5158787"/>
              <a:gd name="connsiteY4391" fmla="*/ 3762214 h 4489084"/>
              <a:gd name="connsiteX4392" fmla="*/ 4326860 w 5158787"/>
              <a:gd name="connsiteY4392" fmla="*/ 3744625 h 4489084"/>
              <a:gd name="connsiteX4393" fmla="*/ 4328103 w 5158787"/>
              <a:gd name="connsiteY4393" fmla="*/ 3743914 h 4489084"/>
              <a:gd name="connsiteX4394" fmla="*/ 4530830 w 5158787"/>
              <a:gd name="connsiteY4394" fmla="*/ 3743558 h 4489084"/>
              <a:gd name="connsiteX4395" fmla="*/ 4551500 w 5158787"/>
              <a:gd name="connsiteY4395" fmla="*/ 3743558 h 4489084"/>
              <a:gd name="connsiteX4396" fmla="*/ 4552743 w 5158787"/>
              <a:gd name="connsiteY4396" fmla="*/ 3744269 h 4489084"/>
              <a:gd name="connsiteX4397" fmla="*/ 4563049 w 5158787"/>
              <a:gd name="connsiteY4397" fmla="*/ 3762155 h 4489084"/>
              <a:gd name="connsiteX4398" fmla="*/ 4563049 w 5158787"/>
              <a:gd name="connsiteY4398" fmla="*/ 3763635 h 4489084"/>
              <a:gd name="connsiteX4399" fmla="*/ 4552743 w 5158787"/>
              <a:gd name="connsiteY4399" fmla="*/ 3781521 h 4489084"/>
              <a:gd name="connsiteX4400" fmla="*/ 4551500 w 5158787"/>
              <a:gd name="connsiteY4400" fmla="*/ 3782232 h 4489084"/>
              <a:gd name="connsiteX4401" fmla="*/ 4530830 w 5158787"/>
              <a:gd name="connsiteY4401" fmla="*/ 3782232 h 4489084"/>
              <a:gd name="connsiteX4402" fmla="*/ 4529587 w 5158787"/>
              <a:gd name="connsiteY4402" fmla="*/ 3781521 h 4489084"/>
              <a:gd name="connsiteX4403" fmla="*/ 4519282 w 5158787"/>
              <a:gd name="connsiteY4403" fmla="*/ 3763635 h 4489084"/>
              <a:gd name="connsiteX4404" fmla="*/ 4519282 w 5158787"/>
              <a:gd name="connsiteY4404" fmla="*/ 3762155 h 4489084"/>
              <a:gd name="connsiteX4405" fmla="*/ 4529587 w 5158787"/>
              <a:gd name="connsiteY4405" fmla="*/ 3744269 h 4489084"/>
              <a:gd name="connsiteX4406" fmla="*/ 4530830 w 5158787"/>
              <a:gd name="connsiteY4406" fmla="*/ 3743558 h 4489084"/>
              <a:gd name="connsiteX4407" fmla="*/ 2975284 w 5158787"/>
              <a:gd name="connsiteY4407" fmla="*/ 3743558 h 4489084"/>
              <a:gd name="connsiteX4408" fmla="*/ 2995953 w 5158787"/>
              <a:gd name="connsiteY4408" fmla="*/ 3743558 h 4489084"/>
              <a:gd name="connsiteX4409" fmla="*/ 2997197 w 5158787"/>
              <a:gd name="connsiteY4409" fmla="*/ 3744269 h 4489084"/>
              <a:gd name="connsiteX4410" fmla="*/ 3007502 w 5158787"/>
              <a:gd name="connsiteY4410" fmla="*/ 3762155 h 4489084"/>
              <a:gd name="connsiteX4411" fmla="*/ 3007502 w 5158787"/>
              <a:gd name="connsiteY4411" fmla="*/ 3763635 h 4489084"/>
              <a:gd name="connsiteX4412" fmla="*/ 2997197 w 5158787"/>
              <a:gd name="connsiteY4412" fmla="*/ 3781521 h 4489084"/>
              <a:gd name="connsiteX4413" fmla="*/ 2995953 w 5158787"/>
              <a:gd name="connsiteY4413" fmla="*/ 3782232 h 4489084"/>
              <a:gd name="connsiteX4414" fmla="*/ 2975284 w 5158787"/>
              <a:gd name="connsiteY4414" fmla="*/ 3782232 h 4489084"/>
              <a:gd name="connsiteX4415" fmla="*/ 2974040 w 5158787"/>
              <a:gd name="connsiteY4415" fmla="*/ 3781521 h 4489084"/>
              <a:gd name="connsiteX4416" fmla="*/ 2963735 w 5158787"/>
              <a:gd name="connsiteY4416" fmla="*/ 3763635 h 4489084"/>
              <a:gd name="connsiteX4417" fmla="*/ 2963735 w 5158787"/>
              <a:gd name="connsiteY4417" fmla="*/ 3762155 h 4489084"/>
              <a:gd name="connsiteX4418" fmla="*/ 2974040 w 5158787"/>
              <a:gd name="connsiteY4418" fmla="*/ 3744269 h 4489084"/>
              <a:gd name="connsiteX4419" fmla="*/ 2975284 w 5158787"/>
              <a:gd name="connsiteY4419" fmla="*/ 3743558 h 4489084"/>
              <a:gd name="connsiteX4420" fmla="*/ 3854480 w 5158787"/>
              <a:gd name="connsiteY4420" fmla="*/ 3743499 h 4489084"/>
              <a:gd name="connsiteX4421" fmla="*/ 3875209 w 5158787"/>
              <a:gd name="connsiteY4421" fmla="*/ 3743499 h 4489084"/>
              <a:gd name="connsiteX4422" fmla="*/ 3876453 w 5158787"/>
              <a:gd name="connsiteY4422" fmla="*/ 3744210 h 4489084"/>
              <a:gd name="connsiteX4423" fmla="*/ 3886817 w 5158787"/>
              <a:gd name="connsiteY4423" fmla="*/ 3762214 h 4489084"/>
              <a:gd name="connsiteX4424" fmla="*/ 3886817 w 5158787"/>
              <a:gd name="connsiteY4424" fmla="*/ 3763695 h 4489084"/>
              <a:gd name="connsiteX4425" fmla="*/ 3876453 w 5158787"/>
              <a:gd name="connsiteY4425" fmla="*/ 3781699 h 4489084"/>
              <a:gd name="connsiteX4426" fmla="*/ 3875209 w 5158787"/>
              <a:gd name="connsiteY4426" fmla="*/ 3782410 h 4489084"/>
              <a:gd name="connsiteX4427" fmla="*/ 3854480 w 5158787"/>
              <a:gd name="connsiteY4427" fmla="*/ 3782410 h 4489084"/>
              <a:gd name="connsiteX4428" fmla="*/ 3853236 w 5158787"/>
              <a:gd name="connsiteY4428" fmla="*/ 3781699 h 4489084"/>
              <a:gd name="connsiteX4429" fmla="*/ 3842872 w 5158787"/>
              <a:gd name="connsiteY4429" fmla="*/ 3763695 h 4489084"/>
              <a:gd name="connsiteX4430" fmla="*/ 3842872 w 5158787"/>
              <a:gd name="connsiteY4430" fmla="*/ 3762214 h 4489084"/>
              <a:gd name="connsiteX4431" fmla="*/ 3853236 w 5158787"/>
              <a:gd name="connsiteY4431" fmla="*/ 3744210 h 4489084"/>
              <a:gd name="connsiteX4432" fmla="*/ 3854480 w 5158787"/>
              <a:gd name="connsiteY4432" fmla="*/ 3743499 h 4489084"/>
              <a:gd name="connsiteX4433" fmla="*/ 4598229 w 5158787"/>
              <a:gd name="connsiteY4433" fmla="*/ 3743144 h 4489084"/>
              <a:gd name="connsiteX4434" fmla="*/ 4619314 w 5158787"/>
              <a:gd name="connsiteY4434" fmla="*/ 3743144 h 4489084"/>
              <a:gd name="connsiteX4435" fmla="*/ 4620617 w 5158787"/>
              <a:gd name="connsiteY4435" fmla="*/ 3743914 h 4489084"/>
              <a:gd name="connsiteX4436" fmla="*/ 4631159 w 5158787"/>
              <a:gd name="connsiteY4436" fmla="*/ 3762155 h 4489084"/>
              <a:gd name="connsiteX4437" fmla="*/ 4631159 w 5158787"/>
              <a:gd name="connsiteY4437" fmla="*/ 3763636 h 4489084"/>
              <a:gd name="connsiteX4438" fmla="*/ 4620617 w 5158787"/>
              <a:gd name="connsiteY4438" fmla="*/ 3781877 h 4489084"/>
              <a:gd name="connsiteX4439" fmla="*/ 4619314 w 5158787"/>
              <a:gd name="connsiteY4439" fmla="*/ 3782647 h 4489084"/>
              <a:gd name="connsiteX4440" fmla="*/ 4598229 w 5158787"/>
              <a:gd name="connsiteY4440" fmla="*/ 3782647 h 4489084"/>
              <a:gd name="connsiteX4441" fmla="*/ 4596927 w 5158787"/>
              <a:gd name="connsiteY4441" fmla="*/ 3781877 h 4489084"/>
              <a:gd name="connsiteX4442" fmla="*/ 4586384 w 5158787"/>
              <a:gd name="connsiteY4442" fmla="*/ 3763636 h 4489084"/>
              <a:gd name="connsiteX4443" fmla="*/ 4586384 w 5158787"/>
              <a:gd name="connsiteY4443" fmla="*/ 3762155 h 4489084"/>
              <a:gd name="connsiteX4444" fmla="*/ 4596927 w 5158787"/>
              <a:gd name="connsiteY4444" fmla="*/ 3743914 h 4489084"/>
              <a:gd name="connsiteX4445" fmla="*/ 4598229 w 5158787"/>
              <a:gd name="connsiteY4445" fmla="*/ 3743144 h 4489084"/>
              <a:gd name="connsiteX4446" fmla="*/ 4395383 w 5158787"/>
              <a:gd name="connsiteY4446" fmla="*/ 3743144 h 4489084"/>
              <a:gd name="connsiteX4447" fmla="*/ 4416468 w 5158787"/>
              <a:gd name="connsiteY4447" fmla="*/ 3743144 h 4489084"/>
              <a:gd name="connsiteX4448" fmla="*/ 4417771 w 5158787"/>
              <a:gd name="connsiteY4448" fmla="*/ 3743914 h 4489084"/>
              <a:gd name="connsiteX4449" fmla="*/ 4428313 w 5158787"/>
              <a:gd name="connsiteY4449" fmla="*/ 3762155 h 4489084"/>
              <a:gd name="connsiteX4450" fmla="*/ 4428313 w 5158787"/>
              <a:gd name="connsiteY4450" fmla="*/ 3763636 h 4489084"/>
              <a:gd name="connsiteX4451" fmla="*/ 4417771 w 5158787"/>
              <a:gd name="connsiteY4451" fmla="*/ 3781877 h 4489084"/>
              <a:gd name="connsiteX4452" fmla="*/ 4416468 w 5158787"/>
              <a:gd name="connsiteY4452" fmla="*/ 3782647 h 4489084"/>
              <a:gd name="connsiteX4453" fmla="*/ 4395383 w 5158787"/>
              <a:gd name="connsiteY4453" fmla="*/ 3782647 h 4489084"/>
              <a:gd name="connsiteX4454" fmla="*/ 4394081 w 5158787"/>
              <a:gd name="connsiteY4454" fmla="*/ 3781877 h 4489084"/>
              <a:gd name="connsiteX4455" fmla="*/ 4383538 w 5158787"/>
              <a:gd name="connsiteY4455" fmla="*/ 3763636 h 4489084"/>
              <a:gd name="connsiteX4456" fmla="*/ 4383538 w 5158787"/>
              <a:gd name="connsiteY4456" fmla="*/ 3762155 h 4489084"/>
              <a:gd name="connsiteX4457" fmla="*/ 4394081 w 5158787"/>
              <a:gd name="connsiteY4457" fmla="*/ 3743914 h 4489084"/>
              <a:gd name="connsiteX4458" fmla="*/ 4395383 w 5158787"/>
              <a:gd name="connsiteY4458" fmla="*/ 3743144 h 4489084"/>
              <a:gd name="connsiteX4459" fmla="*/ 4665805 w 5158787"/>
              <a:gd name="connsiteY4459" fmla="*/ 3743085 h 4489084"/>
              <a:gd name="connsiteX4460" fmla="*/ 4687007 w 5158787"/>
              <a:gd name="connsiteY4460" fmla="*/ 3743085 h 4489084"/>
              <a:gd name="connsiteX4461" fmla="*/ 4688310 w 5158787"/>
              <a:gd name="connsiteY4461" fmla="*/ 3743855 h 4489084"/>
              <a:gd name="connsiteX4462" fmla="*/ 4698911 w 5158787"/>
              <a:gd name="connsiteY4462" fmla="*/ 3762215 h 4489084"/>
              <a:gd name="connsiteX4463" fmla="*/ 4698911 w 5158787"/>
              <a:gd name="connsiteY4463" fmla="*/ 3763695 h 4489084"/>
              <a:gd name="connsiteX4464" fmla="*/ 4688310 w 5158787"/>
              <a:gd name="connsiteY4464" fmla="*/ 3782055 h 4489084"/>
              <a:gd name="connsiteX4465" fmla="*/ 4687007 w 5158787"/>
              <a:gd name="connsiteY4465" fmla="*/ 3782825 h 4489084"/>
              <a:gd name="connsiteX4466" fmla="*/ 4665805 w 5158787"/>
              <a:gd name="connsiteY4466" fmla="*/ 3782825 h 4489084"/>
              <a:gd name="connsiteX4467" fmla="*/ 4664502 w 5158787"/>
              <a:gd name="connsiteY4467" fmla="*/ 3782055 h 4489084"/>
              <a:gd name="connsiteX4468" fmla="*/ 4653900 w 5158787"/>
              <a:gd name="connsiteY4468" fmla="*/ 3763695 h 4489084"/>
              <a:gd name="connsiteX4469" fmla="*/ 4653900 w 5158787"/>
              <a:gd name="connsiteY4469" fmla="*/ 3762215 h 4489084"/>
              <a:gd name="connsiteX4470" fmla="*/ 4664502 w 5158787"/>
              <a:gd name="connsiteY4470" fmla="*/ 3743855 h 4489084"/>
              <a:gd name="connsiteX4471" fmla="*/ 4665805 w 5158787"/>
              <a:gd name="connsiteY4471" fmla="*/ 3743085 h 4489084"/>
              <a:gd name="connsiteX4472" fmla="*/ 4462781 w 5158787"/>
              <a:gd name="connsiteY4472" fmla="*/ 3742729 h 4489084"/>
              <a:gd name="connsiteX4473" fmla="*/ 4484280 w 5158787"/>
              <a:gd name="connsiteY4473" fmla="*/ 3742729 h 4489084"/>
              <a:gd name="connsiteX4474" fmla="*/ 4485582 w 5158787"/>
              <a:gd name="connsiteY4474" fmla="*/ 3743499 h 4489084"/>
              <a:gd name="connsiteX4475" fmla="*/ 4496362 w 5158787"/>
              <a:gd name="connsiteY4475" fmla="*/ 3762155 h 4489084"/>
              <a:gd name="connsiteX4476" fmla="*/ 4496362 w 5158787"/>
              <a:gd name="connsiteY4476" fmla="*/ 3763695 h 4489084"/>
              <a:gd name="connsiteX4477" fmla="*/ 4485582 w 5158787"/>
              <a:gd name="connsiteY4477" fmla="*/ 3782351 h 4489084"/>
              <a:gd name="connsiteX4478" fmla="*/ 4484280 w 5158787"/>
              <a:gd name="connsiteY4478" fmla="*/ 3783121 h 4489084"/>
              <a:gd name="connsiteX4479" fmla="*/ 4462781 w 5158787"/>
              <a:gd name="connsiteY4479" fmla="*/ 3783121 h 4489084"/>
              <a:gd name="connsiteX4480" fmla="*/ 4461478 w 5158787"/>
              <a:gd name="connsiteY4480" fmla="*/ 3782351 h 4489084"/>
              <a:gd name="connsiteX4481" fmla="*/ 4450699 w 5158787"/>
              <a:gd name="connsiteY4481" fmla="*/ 3763695 h 4489084"/>
              <a:gd name="connsiteX4482" fmla="*/ 4450699 w 5158787"/>
              <a:gd name="connsiteY4482" fmla="*/ 3762155 h 4489084"/>
              <a:gd name="connsiteX4483" fmla="*/ 4461478 w 5158787"/>
              <a:gd name="connsiteY4483" fmla="*/ 3743499 h 4489084"/>
              <a:gd name="connsiteX4484" fmla="*/ 4462781 w 5158787"/>
              <a:gd name="connsiteY4484" fmla="*/ 3742729 h 4489084"/>
              <a:gd name="connsiteX4485" fmla="*/ 5003683 w 5158787"/>
              <a:gd name="connsiteY4485" fmla="*/ 3742551 h 4489084"/>
              <a:gd name="connsiteX4486" fmla="*/ 5025419 w 5158787"/>
              <a:gd name="connsiteY4486" fmla="*/ 3742551 h 4489084"/>
              <a:gd name="connsiteX4487" fmla="*/ 5026722 w 5158787"/>
              <a:gd name="connsiteY4487" fmla="*/ 3743321 h 4489084"/>
              <a:gd name="connsiteX4488" fmla="*/ 5037561 w 5158787"/>
              <a:gd name="connsiteY4488" fmla="*/ 3762155 h 4489084"/>
              <a:gd name="connsiteX4489" fmla="*/ 5037561 w 5158787"/>
              <a:gd name="connsiteY4489" fmla="*/ 3763694 h 4489084"/>
              <a:gd name="connsiteX4490" fmla="*/ 5026663 w 5158787"/>
              <a:gd name="connsiteY4490" fmla="*/ 3782528 h 4489084"/>
              <a:gd name="connsiteX4491" fmla="*/ 5025360 w 5158787"/>
              <a:gd name="connsiteY4491" fmla="*/ 3783298 h 4489084"/>
              <a:gd name="connsiteX4492" fmla="*/ 5003624 w 5158787"/>
              <a:gd name="connsiteY4492" fmla="*/ 3783298 h 4489084"/>
              <a:gd name="connsiteX4493" fmla="*/ 5002321 w 5158787"/>
              <a:gd name="connsiteY4493" fmla="*/ 3782528 h 4489084"/>
              <a:gd name="connsiteX4494" fmla="*/ 4991483 w 5158787"/>
              <a:gd name="connsiteY4494" fmla="*/ 3763694 h 4489084"/>
              <a:gd name="connsiteX4495" fmla="*/ 4991483 w 5158787"/>
              <a:gd name="connsiteY4495" fmla="*/ 3762155 h 4489084"/>
              <a:gd name="connsiteX4496" fmla="*/ 5002381 w 5158787"/>
              <a:gd name="connsiteY4496" fmla="*/ 3743321 h 4489084"/>
              <a:gd name="connsiteX4497" fmla="*/ 5003683 w 5158787"/>
              <a:gd name="connsiteY4497" fmla="*/ 3742551 h 4489084"/>
              <a:gd name="connsiteX4498" fmla="*/ 3718736 w 5158787"/>
              <a:gd name="connsiteY4498" fmla="*/ 3742551 h 4489084"/>
              <a:gd name="connsiteX4499" fmla="*/ 3740472 w 5158787"/>
              <a:gd name="connsiteY4499" fmla="*/ 3742551 h 4489084"/>
              <a:gd name="connsiteX4500" fmla="*/ 3741775 w 5158787"/>
              <a:gd name="connsiteY4500" fmla="*/ 3743321 h 4489084"/>
              <a:gd name="connsiteX4501" fmla="*/ 3752613 w 5158787"/>
              <a:gd name="connsiteY4501" fmla="*/ 3762155 h 4489084"/>
              <a:gd name="connsiteX4502" fmla="*/ 3752613 w 5158787"/>
              <a:gd name="connsiteY4502" fmla="*/ 3763694 h 4489084"/>
              <a:gd name="connsiteX4503" fmla="*/ 3741716 w 5158787"/>
              <a:gd name="connsiteY4503" fmla="*/ 3782528 h 4489084"/>
              <a:gd name="connsiteX4504" fmla="*/ 3740413 w 5158787"/>
              <a:gd name="connsiteY4504" fmla="*/ 3783298 h 4489084"/>
              <a:gd name="connsiteX4505" fmla="*/ 3718677 w 5158787"/>
              <a:gd name="connsiteY4505" fmla="*/ 3783298 h 4489084"/>
              <a:gd name="connsiteX4506" fmla="*/ 3717374 w 5158787"/>
              <a:gd name="connsiteY4506" fmla="*/ 3782528 h 4489084"/>
              <a:gd name="connsiteX4507" fmla="*/ 3706536 w 5158787"/>
              <a:gd name="connsiteY4507" fmla="*/ 3763694 h 4489084"/>
              <a:gd name="connsiteX4508" fmla="*/ 3706536 w 5158787"/>
              <a:gd name="connsiteY4508" fmla="*/ 3762155 h 4489084"/>
              <a:gd name="connsiteX4509" fmla="*/ 3717434 w 5158787"/>
              <a:gd name="connsiteY4509" fmla="*/ 3743321 h 4489084"/>
              <a:gd name="connsiteX4510" fmla="*/ 3718736 w 5158787"/>
              <a:gd name="connsiteY4510" fmla="*/ 3742551 h 4489084"/>
              <a:gd name="connsiteX4511" fmla="*/ 3515831 w 5158787"/>
              <a:gd name="connsiteY4511" fmla="*/ 3742551 h 4489084"/>
              <a:gd name="connsiteX4512" fmla="*/ 3537567 w 5158787"/>
              <a:gd name="connsiteY4512" fmla="*/ 3742551 h 4489084"/>
              <a:gd name="connsiteX4513" fmla="*/ 3538870 w 5158787"/>
              <a:gd name="connsiteY4513" fmla="*/ 3743321 h 4489084"/>
              <a:gd name="connsiteX4514" fmla="*/ 3549708 w 5158787"/>
              <a:gd name="connsiteY4514" fmla="*/ 3762155 h 4489084"/>
              <a:gd name="connsiteX4515" fmla="*/ 3549708 w 5158787"/>
              <a:gd name="connsiteY4515" fmla="*/ 3763694 h 4489084"/>
              <a:gd name="connsiteX4516" fmla="*/ 3538811 w 5158787"/>
              <a:gd name="connsiteY4516" fmla="*/ 3782528 h 4489084"/>
              <a:gd name="connsiteX4517" fmla="*/ 3537508 w 5158787"/>
              <a:gd name="connsiteY4517" fmla="*/ 3783298 h 4489084"/>
              <a:gd name="connsiteX4518" fmla="*/ 3515772 w 5158787"/>
              <a:gd name="connsiteY4518" fmla="*/ 3783298 h 4489084"/>
              <a:gd name="connsiteX4519" fmla="*/ 3514469 w 5158787"/>
              <a:gd name="connsiteY4519" fmla="*/ 3782528 h 4489084"/>
              <a:gd name="connsiteX4520" fmla="*/ 3503631 w 5158787"/>
              <a:gd name="connsiteY4520" fmla="*/ 3763694 h 4489084"/>
              <a:gd name="connsiteX4521" fmla="*/ 3503631 w 5158787"/>
              <a:gd name="connsiteY4521" fmla="*/ 3762155 h 4489084"/>
              <a:gd name="connsiteX4522" fmla="*/ 3514529 w 5158787"/>
              <a:gd name="connsiteY4522" fmla="*/ 3743321 h 4489084"/>
              <a:gd name="connsiteX4523" fmla="*/ 3515831 w 5158787"/>
              <a:gd name="connsiteY4523" fmla="*/ 3742551 h 4489084"/>
              <a:gd name="connsiteX4524" fmla="*/ 3380502 w 5158787"/>
              <a:gd name="connsiteY4524" fmla="*/ 3742433 h 4489084"/>
              <a:gd name="connsiteX4525" fmla="*/ 3402356 w 5158787"/>
              <a:gd name="connsiteY4525" fmla="*/ 3742433 h 4489084"/>
              <a:gd name="connsiteX4526" fmla="*/ 3403718 w 5158787"/>
              <a:gd name="connsiteY4526" fmla="*/ 3743203 h 4489084"/>
              <a:gd name="connsiteX4527" fmla="*/ 3414616 w 5158787"/>
              <a:gd name="connsiteY4527" fmla="*/ 3762155 h 4489084"/>
              <a:gd name="connsiteX4528" fmla="*/ 3414616 w 5158787"/>
              <a:gd name="connsiteY4528" fmla="*/ 3763695 h 4489084"/>
              <a:gd name="connsiteX4529" fmla="*/ 3403659 w 5158787"/>
              <a:gd name="connsiteY4529" fmla="*/ 3782647 h 4489084"/>
              <a:gd name="connsiteX4530" fmla="*/ 3402296 w 5158787"/>
              <a:gd name="connsiteY4530" fmla="*/ 3783417 h 4489084"/>
              <a:gd name="connsiteX4531" fmla="*/ 3380443 w 5158787"/>
              <a:gd name="connsiteY4531" fmla="*/ 3783417 h 4489084"/>
              <a:gd name="connsiteX4532" fmla="*/ 3379081 w 5158787"/>
              <a:gd name="connsiteY4532" fmla="*/ 3782647 h 4489084"/>
              <a:gd name="connsiteX4533" fmla="*/ 3368183 w 5158787"/>
              <a:gd name="connsiteY4533" fmla="*/ 3763695 h 4489084"/>
              <a:gd name="connsiteX4534" fmla="*/ 3368183 w 5158787"/>
              <a:gd name="connsiteY4534" fmla="*/ 3762155 h 4489084"/>
              <a:gd name="connsiteX4535" fmla="*/ 3379140 w 5158787"/>
              <a:gd name="connsiteY4535" fmla="*/ 3743203 h 4489084"/>
              <a:gd name="connsiteX4536" fmla="*/ 3380502 w 5158787"/>
              <a:gd name="connsiteY4536" fmla="*/ 3742433 h 4489084"/>
              <a:gd name="connsiteX4537" fmla="*/ 3650924 w 5158787"/>
              <a:gd name="connsiteY4537" fmla="*/ 3742255 h 4489084"/>
              <a:gd name="connsiteX4538" fmla="*/ 3673014 w 5158787"/>
              <a:gd name="connsiteY4538" fmla="*/ 3742255 h 4489084"/>
              <a:gd name="connsiteX4539" fmla="*/ 3674377 w 5158787"/>
              <a:gd name="connsiteY4539" fmla="*/ 3743025 h 4489084"/>
              <a:gd name="connsiteX4540" fmla="*/ 3685392 w 5158787"/>
              <a:gd name="connsiteY4540" fmla="*/ 3762155 h 4489084"/>
              <a:gd name="connsiteX4541" fmla="*/ 3685392 w 5158787"/>
              <a:gd name="connsiteY4541" fmla="*/ 3763694 h 4489084"/>
              <a:gd name="connsiteX4542" fmla="*/ 3674317 w 5158787"/>
              <a:gd name="connsiteY4542" fmla="*/ 3782824 h 4489084"/>
              <a:gd name="connsiteX4543" fmla="*/ 3672955 w 5158787"/>
              <a:gd name="connsiteY4543" fmla="*/ 3783594 h 4489084"/>
              <a:gd name="connsiteX4544" fmla="*/ 3650864 w 5158787"/>
              <a:gd name="connsiteY4544" fmla="*/ 3783594 h 4489084"/>
              <a:gd name="connsiteX4545" fmla="*/ 3649502 w 5158787"/>
              <a:gd name="connsiteY4545" fmla="*/ 3782824 h 4489084"/>
              <a:gd name="connsiteX4546" fmla="*/ 3638486 w 5158787"/>
              <a:gd name="connsiteY4546" fmla="*/ 3763694 h 4489084"/>
              <a:gd name="connsiteX4547" fmla="*/ 3638486 w 5158787"/>
              <a:gd name="connsiteY4547" fmla="*/ 3762155 h 4489084"/>
              <a:gd name="connsiteX4548" fmla="*/ 3649561 w 5158787"/>
              <a:gd name="connsiteY4548" fmla="*/ 3743025 h 4489084"/>
              <a:gd name="connsiteX4549" fmla="*/ 3650924 w 5158787"/>
              <a:gd name="connsiteY4549" fmla="*/ 3742255 h 4489084"/>
              <a:gd name="connsiteX4550" fmla="*/ 3042209 w 5158787"/>
              <a:gd name="connsiteY4550" fmla="*/ 3742255 h 4489084"/>
              <a:gd name="connsiteX4551" fmla="*/ 3064299 w 5158787"/>
              <a:gd name="connsiteY4551" fmla="*/ 3742255 h 4489084"/>
              <a:gd name="connsiteX4552" fmla="*/ 3065661 w 5158787"/>
              <a:gd name="connsiteY4552" fmla="*/ 3743025 h 4489084"/>
              <a:gd name="connsiteX4553" fmla="*/ 3076678 w 5158787"/>
              <a:gd name="connsiteY4553" fmla="*/ 3762155 h 4489084"/>
              <a:gd name="connsiteX4554" fmla="*/ 3076678 w 5158787"/>
              <a:gd name="connsiteY4554" fmla="*/ 3763694 h 4489084"/>
              <a:gd name="connsiteX4555" fmla="*/ 3065603 w 5158787"/>
              <a:gd name="connsiteY4555" fmla="*/ 3782824 h 4489084"/>
              <a:gd name="connsiteX4556" fmla="*/ 3064240 w 5158787"/>
              <a:gd name="connsiteY4556" fmla="*/ 3783594 h 4489084"/>
              <a:gd name="connsiteX4557" fmla="*/ 3042149 w 5158787"/>
              <a:gd name="connsiteY4557" fmla="*/ 3783594 h 4489084"/>
              <a:gd name="connsiteX4558" fmla="*/ 3040787 w 5158787"/>
              <a:gd name="connsiteY4558" fmla="*/ 3782824 h 4489084"/>
              <a:gd name="connsiteX4559" fmla="*/ 3029771 w 5158787"/>
              <a:gd name="connsiteY4559" fmla="*/ 3763694 h 4489084"/>
              <a:gd name="connsiteX4560" fmla="*/ 3029771 w 5158787"/>
              <a:gd name="connsiteY4560" fmla="*/ 3762155 h 4489084"/>
              <a:gd name="connsiteX4561" fmla="*/ 3040846 w 5158787"/>
              <a:gd name="connsiteY4561" fmla="*/ 3743025 h 4489084"/>
              <a:gd name="connsiteX4562" fmla="*/ 3042209 w 5158787"/>
              <a:gd name="connsiteY4562" fmla="*/ 3742255 h 4489084"/>
              <a:gd name="connsiteX4563" fmla="*/ 4732788 w 5158787"/>
              <a:gd name="connsiteY4563" fmla="*/ 3741841 h 4489084"/>
              <a:gd name="connsiteX4564" fmla="*/ 4755294 w 5158787"/>
              <a:gd name="connsiteY4564" fmla="*/ 3741841 h 4489084"/>
              <a:gd name="connsiteX4565" fmla="*/ 4756656 w 5158787"/>
              <a:gd name="connsiteY4565" fmla="*/ 3742611 h 4489084"/>
              <a:gd name="connsiteX4566" fmla="*/ 4767909 w 5158787"/>
              <a:gd name="connsiteY4566" fmla="*/ 3762096 h 4489084"/>
              <a:gd name="connsiteX4567" fmla="*/ 4767909 w 5158787"/>
              <a:gd name="connsiteY4567" fmla="*/ 3763695 h 4489084"/>
              <a:gd name="connsiteX4568" fmla="*/ 4756656 w 5158787"/>
              <a:gd name="connsiteY4568" fmla="*/ 3783180 h 4489084"/>
              <a:gd name="connsiteX4569" fmla="*/ 4755294 w 5158787"/>
              <a:gd name="connsiteY4569" fmla="*/ 3783950 h 4489084"/>
              <a:gd name="connsiteX4570" fmla="*/ 4732788 w 5158787"/>
              <a:gd name="connsiteY4570" fmla="*/ 3783950 h 4489084"/>
              <a:gd name="connsiteX4571" fmla="*/ 4731426 w 5158787"/>
              <a:gd name="connsiteY4571" fmla="*/ 3783180 h 4489084"/>
              <a:gd name="connsiteX4572" fmla="*/ 4720173 w 5158787"/>
              <a:gd name="connsiteY4572" fmla="*/ 3763695 h 4489084"/>
              <a:gd name="connsiteX4573" fmla="*/ 4720173 w 5158787"/>
              <a:gd name="connsiteY4573" fmla="*/ 3762096 h 4489084"/>
              <a:gd name="connsiteX4574" fmla="*/ 4731426 w 5158787"/>
              <a:gd name="connsiteY4574" fmla="*/ 3742611 h 4489084"/>
              <a:gd name="connsiteX4575" fmla="*/ 4732788 w 5158787"/>
              <a:gd name="connsiteY4575" fmla="*/ 3741841 h 4489084"/>
              <a:gd name="connsiteX4576" fmla="*/ 3583111 w 5158787"/>
              <a:gd name="connsiteY4576" fmla="*/ 3741841 h 4489084"/>
              <a:gd name="connsiteX4577" fmla="*/ 3605617 w 5158787"/>
              <a:gd name="connsiteY4577" fmla="*/ 3741841 h 4489084"/>
              <a:gd name="connsiteX4578" fmla="*/ 3606979 w 5158787"/>
              <a:gd name="connsiteY4578" fmla="*/ 3742611 h 4489084"/>
              <a:gd name="connsiteX4579" fmla="*/ 3618232 w 5158787"/>
              <a:gd name="connsiteY4579" fmla="*/ 3762096 h 4489084"/>
              <a:gd name="connsiteX4580" fmla="*/ 3618232 w 5158787"/>
              <a:gd name="connsiteY4580" fmla="*/ 3763695 h 4489084"/>
              <a:gd name="connsiteX4581" fmla="*/ 3606979 w 5158787"/>
              <a:gd name="connsiteY4581" fmla="*/ 3783180 h 4489084"/>
              <a:gd name="connsiteX4582" fmla="*/ 3605617 w 5158787"/>
              <a:gd name="connsiteY4582" fmla="*/ 3783950 h 4489084"/>
              <a:gd name="connsiteX4583" fmla="*/ 3583111 w 5158787"/>
              <a:gd name="connsiteY4583" fmla="*/ 3783950 h 4489084"/>
              <a:gd name="connsiteX4584" fmla="*/ 3581749 w 5158787"/>
              <a:gd name="connsiteY4584" fmla="*/ 3783180 h 4489084"/>
              <a:gd name="connsiteX4585" fmla="*/ 3570496 w 5158787"/>
              <a:gd name="connsiteY4585" fmla="*/ 3763695 h 4489084"/>
              <a:gd name="connsiteX4586" fmla="*/ 3570496 w 5158787"/>
              <a:gd name="connsiteY4586" fmla="*/ 3762096 h 4489084"/>
              <a:gd name="connsiteX4587" fmla="*/ 3581749 w 5158787"/>
              <a:gd name="connsiteY4587" fmla="*/ 3742611 h 4489084"/>
              <a:gd name="connsiteX4588" fmla="*/ 3583111 w 5158787"/>
              <a:gd name="connsiteY4588" fmla="*/ 3741841 h 4489084"/>
              <a:gd name="connsiteX4589" fmla="*/ 3244935 w 5158787"/>
              <a:gd name="connsiteY4589" fmla="*/ 3741841 h 4489084"/>
              <a:gd name="connsiteX4590" fmla="*/ 3267441 w 5158787"/>
              <a:gd name="connsiteY4590" fmla="*/ 3741841 h 4489084"/>
              <a:gd name="connsiteX4591" fmla="*/ 3268803 w 5158787"/>
              <a:gd name="connsiteY4591" fmla="*/ 3742611 h 4489084"/>
              <a:gd name="connsiteX4592" fmla="*/ 3280056 w 5158787"/>
              <a:gd name="connsiteY4592" fmla="*/ 3762096 h 4489084"/>
              <a:gd name="connsiteX4593" fmla="*/ 3280056 w 5158787"/>
              <a:gd name="connsiteY4593" fmla="*/ 3763695 h 4489084"/>
              <a:gd name="connsiteX4594" fmla="*/ 3268803 w 5158787"/>
              <a:gd name="connsiteY4594" fmla="*/ 3783180 h 4489084"/>
              <a:gd name="connsiteX4595" fmla="*/ 3267441 w 5158787"/>
              <a:gd name="connsiteY4595" fmla="*/ 3783950 h 4489084"/>
              <a:gd name="connsiteX4596" fmla="*/ 3244935 w 5158787"/>
              <a:gd name="connsiteY4596" fmla="*/ 3783950 h 4489084"/>
              <a:gd name="connsiteX4597" fmla="*/ 3243573 w 5158787"/>
              <a:gd name="connsiteY4597" fmla="*/ 3783180 h 4489084"/>
              <a:gd name="connsiteX4598" fmla="*/ 3232320 w 5158787"/>
              <a:gd name="connsiteY4598" fmla="*/ 3763695 h 4489084"/>
              <a:gd name="connsiteX4599" fmla="*/ 3232320 w 5158787"/>
              <a:gd name="connsiteY4599" fmla="*/ 3762096 h 4489084"/>
              <a:gd name="connsiteX4600" fmla="*/ 3243573 w 5158787"/>
              <a:gd name="connsiteY4600" fmla="*/ 3742611 h 4489084"/>
              <a:gd name="connsiteX4601" fmla="*/ 3244935 w 5158787"/>
              <a:gd name="connsiteY4601" fmla="*/ 3741841 h 4489084"/>
              <a:gd name="connsiteX4602" fmla="*/ 4935575 w 5158787"/>
              <a:gd name="connsiteY4602" fmla="*/ 3741604 h 4489084"/>
              <a:gd name="connsiteX4603" fmla="*/ 4958318 w 5158787"/>
              <a:gd name="connsiteY4603" fmla="*/ 3741604 h 4489084"/>
              <a:gd name="connsiteX4604" fmla="*/ 4959680 w 5158787"/>
              <a:gd name="connsiteY4604" fmla="*/ 3742433 h 4489084"/>
              <a:gd name="connsiteX4605" fmla="*/ 4971051 w 5158787"/>
              <a:gd name="connsiteY4605" fmla="*/ 3762155 h 4489084"/>
              <a:gd name="connsiteX4606" fmla="*/ 4971051 w 5158787"/>
              <a:gd name="connsiteY4606" fmla="*/ 3763754 h 4489084"/>
              <a:gd name="connsiteX4607" fmla="*/ 4959680 w 5158787"/>
              <a:gd name="connsiteY4607" fmla="*/ 3783476 h 4489084"/>
              <a:gd name="connsiteX4608" fmla="*/ 4958318 w 5158787"/>
              <a:gd name="connsiteY4608" fmla="*/ 3784305 h 4489084"/>
              <a:gd name="connsiteX4609" fmla="*/ 4935575 w 5158787"/>
              <a:gd name="connsiteY4609" fmla="*/ 3784305 h 4489084"/>
              <a:gd name="connsiteX4610" fmla="*/ 4934213 w 5158787"/>
              <a:gd name="connsiteY4610" fmla="*/ 3783476 h 4489084"/>
              <a:gd name="connsiteX4611" fmla="*/ 4922842 w 5158787"/>
              <a:gd name="connsiteY4611" fmla="*/ 3763754 h 4489084"/>
              <a:gd name="connsiteX4612" fmla="*/ 4922842 w 5158787"/>
              <a:gd name="connsiteY4612" fmla="*/ 3762155 h 4489084"/>
              <a:gd name="connsiteX4613" fmla="*/ 4934213 w 5158787"/>
              <a:gd name="connsiteY4613" fmla="*/ 3742433 h 4489084"/>
              <a:gd name="connsiteX4614" fmla="*/ 4935575 w 5158787"/>
              <a:gd name="connsiteY4614" fmla="*/ 3741604 h 4489084"/>
              <a:gd name="connsiteX4615" fmla="*/ 4800305 w 5158787"/>
              <a:gd name="connsiteY4615" fmla="*/ 3741604 h 4489084"/>
              <a:gd name="connsiteX4616" fmla="*/ 4823048 w 5158787"/>
              <a:gd name="connsiteY4616" fmla="*/ 3741604 h 4489084"/>
              <a:gd name="connsiteX4617" fmla="*/ 4824410 w 5158787"/>
              <a:gd name="connsiteY4617" fmla="*/ 3742433 h 4489084"/>
              <a:gd name="connsiteX4618" fmla="*/ 4835781 w 5158787"/>
              <a:gd name="connsiteY4618" fmla="*/ 3762155 h 4489084"/>
              <a:gd name="connsiteX4619" fmla="*/ 4835781 w 5158787"/>
              <a:gd name="connsiteY4619" fmla="*/ 3763754 h 4489084"/>
              <a:gd name="connsiteX4620" fmla="*/ 4824410 w 5158787"/>
              <a:gd name="connsiteY4620" fmla="*/ 3783476 h 4489084"/>
              <a:gd name="connsiteX4621" fmla="*/ 4823048 w 5158787"/>
              <a:gd name="connsiteY4621" fmla="*/ 3784305 h 4489084"/>
              <a:gd name="connsiteX4622" fmla="*/ 4800305 w 5158787"/>
              <a:gd name="connsiteY4622" fmla="*/ 3784305 h 4489084"/>
              <a:gd name="connsiteX4623" fmla="*/ 4798943 w 5158787"/>
              <a:gd name="connsiteY4623" fmla="*/ 3783476 h 4489084"/>
              <a:gd name="connsiteX4624" fmla="*/ 4787572 w 5158787"/>
              <a:gd name="connsiteY4624" fmla="*/ 3763754 h 4489084"/>
              <a:gd name="connsiteX4625" fmla="*/ 4787572 w 5158787"/>
              <a:gd name="connsiteY4625" fmla="*/ 3762155 h 4489084"/>
              <a:gd name="connsiteX4626" fmla="*/ 4798943 w 5158787"/>
              <a:gd name="connsiteY4626" fmla="*/ 3742433 h 4489084"/>
              <a:gd name="connsiteX4627" fmla="*/ 4800305 w 5158787"/>
              <a:gd name="connsiteY4627" fmla="*/ 3741604 h 4489084"/>
              <a:gd name="connsiteX4628" fmla="*/ 3447722 w 5158787"/>
              <a:gd name="connsiteY4628" fmla="*/ 3741604 h 4489084"/>
              <a:gd name="connsiteX4629" fmla="*/ 3470465 w 5158787"/>
              <a:gd name="connsiteY4629" fmla="*/ 3741604 h 4489084"/>
              <a:gd name="connsiteX4630" fmla="*/ 3471827 w 5158787"/>
              <a:gd name="connsiteY4630" fmla="*/ 3742433 h 4489084"/>
              <a:gd name="connsiteX4631" fmla="*/ 3483198 w 5158787"/>
              <a:gd name="connsiteY4631" fmla="*/ 3762155 h 4489084"/>
              <a:gd name="connsiteX4632" fmla="*/ 3483198 w 5158787"/>
              <a:gd name="connsiteY4632" fmla="*/ 3763754 h 4489084"/>
              <a:gd name="connsiteX4633" fmla="*/ 3471827 w 5158787"/>
              <a:gd name="connsiteY4633" fmla="*/ 3783476 h 4489084"/>
              <a:gd name="connsiteX4634" fmla="*/ 3470465 w 5158787"/>
              <a:gd name="connsiteY4634" fmla="*/ 3784305 h 4489084"/>
              <a:gd name="connsiteX4635" fmla="*/ 3447722 w 5158787"/>
              <a:gd name="connsiteY4635" fmla="*/ 3784305 h 4489084"/>
              <a:gd name="connsiteX4636" fmla="*/ 3446360 w 5158787"/>
              <a:gd name="connsiteY4636" fmla="*/ 3783476 h 4489084"/>
              <a:gd name="connsiteX4637" fmla="*/ 3434989 w 5158787"/>
              <a:gd name="connsiteY4637" fmla="*/ 3763754 h 4489084"/>
              <a:gd name="connsiteX4638" fmla="*/ 3434989 w 5158787"/>
              <a:gd name="connsiteY4638" fmla="*/ 3762155 h 4489084"/>
              <a:gd name="connsiteX4639" fmla="*/ 3446360 w 5158787"/>
              <a:gd name="connsiteY4639" fmla="*/ 3742433 h 4489084"/>
              <a:gd name="connsiteX4640" fmla="*/ 3447722 w 5158787"/>
              <a:gd name="connsiteY4640" fmla="*/ 3741604 h 4489084"/>
              <a:gd name="connsiteX4641" fmla="*/ 3312453 w 5158787"/>
              <a:gd name="connsiteY4641" fmla="*/ 3741604 h 4489084"/>
              <a:gd name="connsiteX4642" fmla="*/ 3335195 w 5158787"/>
              <a:gd name="connsiteY4642" fmla="*/ 3741604 h 4489084"/>
              <a:gd name="connsiteX4643" fmla="*/ 3336557 w 5158787"/>
              <a:gd name="connsiteY4643" fmla="*/ 3742433 h 4489084"/>
              <a:gd name="connsiteX4644" fmla="*/ 3347929 w 5158787"/>
              <a:gd name="connsiteY4644" fmla="*/ 3762155 h 4489084"/>
              <a:gd name="connsiteX4645" fmla="*/ 3347929 w 5158787"/>
              <a:gd name="connsiteY4645" fmla="*/ 3763754 h 4489084"/>
              <a:gd name="connsiteX4646" fmla="*/ 3336557 w 5158787"/>
              <a:gd name="connsiteY4646" fmla="*/ 3783476 h 4489084"/>
              <a:gd name="connsiteX4647" fmla="*/ 3335195 w 5158787"/>
              <a:gd name="connsiteY4647" fmla="*/ 3784305 h 4489084"/>
              <a:gd name="connsiteX4648" fmla="*/ 3312453 w 5158787"/>
              <a:gd name="connsiteY4648" fmla="*/ 3784305 h 4489084"/>
              <a:gd name="connsiteX4649" fmla="*/ 3311091 w 5158787"/>
              <a:gd name="connsiteY4649" fmla="*/ 3783476 h 4489084"/>
              <a:gd name="connsiteX4650" fmla="*/ 3299719 w 5158787"/>
              <a:gd name="connsiteY4650" fmla="*/ 3763754 h 4489084"/>
              <a:gd name="connsiteX4651" fmla="*/ 3299719 w 5158787"/>
              <a:gd name="connsiteY4651" fmla="*/ 3762155 h 4489084"/>
              <a:gd name="connsiteX4652" fmla="*/ 3311091 w 5158787"/>
              <a:gd name="connsiteY4652" fmla="*/ 3742433 h 4489084"/>
              <a:gd name="connsiteX4653" fmla="*/ 3312453 w 5158787"/>
              <a:gd name="connsiteY4653" fmla="*/ 3741604 h 4489084"/>
              <a:gd name="connsiteX4654" fmla="*/ 3109548 w 5158787"/>
              <a:gd name="connsiteY4654" fmla="*/ 3741604 h 4489084"/>
              <a:gd name="connsiteX4655" fmla="*/ 3132290 w 5158787"/>
              <a:gd name="connsiteY4655" fmla="*/ 3741604 h 4489084"/>
              <a:gd name="connsiteX4656" fmla="*/ 3133652 w 5158787"/>
              <a:gd name="connsiteY4656" fmla="*/ 3742433 h 4489084"/>
              <a:gd name="connsiteX4657" fmla="*/ 3145023 w 5158787"/>
              <a:gd name="connsiteY4657" fmla="*/ 3762155 h 4489084"/>
              <a:gd name="connsiteX4658" fmla="*/ 3145023 w 5158787"/>
              <a:gd name="connsiteY4658" fmla="*/ 3763754 h 4489084"/>
              <a:gd name="connsiteX4659" fmla="*/ 3133652 w 5158787"/>
              <a:gd name="connsiteY4659" fmla="*/ 3783476 h 4489084"/>
              <a:gd name="connsiteX4660" fmla="*/ 3132290 w 5158787"/>
              <a:gd name="connsiteY4660" fmla="*/ 3784305 h 4489084"/>
              <a:gd name="connsiteX4661" fmla="*/ 3109548 w 5158787"/>
              <a:gd name="connsiteY4661" fmla="*/ 3784305 h 4489084"/>
              <a:gd name="connsiteX4662" fmla="*/ 3108186 w 5158787"/>
              <a:gd name="connsiteY4662" fmla="*/ 3783476 h 4489084"/>
              <a:gd name="connsiteX4663" fmla="*/ 3096814 w 5158787"/>
              <a:gd name="connsiteY4663" fmla="*/ 3763754 h 4489084"/>
              <a:gd name="connsiteX4664" fmla="*/ 3096814 w 5158787"/>
              <a:gd name="connsiteY4664" fmla="*/ 3762155 h 4489084"/>
              <a:gd name="connsiteX4665" fmla="*/ 3108186 w 5158787"/>
              <a:gd name="connsiteY4665" fmla="*/ 3742433 h 4489084"/>
              <a:gd name="connsiteX4666" fmla="*/ 3109548 w 5158787"/>
              <a:gd name="connsiteY4666" fmla="*/ 3741604 h 4489084"/>
              <a:gd name="connsiteX4667" fmla="*/ 4867881 w 5158787"/>
              <a:gd name="connsiteY4667" fmla="*/ 3741485 h 4489084"/>
              <a:gd name="connsiteX4668" fmla="*/ 4890742 w 5158787"/>
              <a:gd name="connsiteY4668" fmla="*/ 3741485 h 4489084"/>
              <a:gd name="connsiteX4669" fmla="*/ 4892163 w 5158787"/>
              <a:gd name="connsiteY4669" fmla="*/ 3742314 h 4489084"/>
              <a:gd name="connsiteX4670" fmla="*/ 4903594 w 5158787"/>
              <a:gd name="connsiteY4670" fmla="*/ 3762096 h 4489084"/>
              <a:gd name="connsiteX4671" fmla="*/ 4903594 w 5158787"/>
              <a:gd name="connsiteY4671" fmla="*/ 3763694 h 4489084"/>
              <a:gd name="connsiteX4672" fmla="*/ 4892163 w 5158787"/>
              <a:gd name="connsiteY4672" fmla="*/ 3783476 h 4489084"/>
              <a:gd name="connsiteX4673" fmla="*/ 4890742 w 5158787"/>
              <a:gd name="connsiteY4673" fmla="*/ 3784305 h 4489084"/>
              <a:gd name="connsiteX4674" fmla="*/ 4867881 w 5158787"/>
              <a:gd name="connsiteY4674" fmla="*/ 3784305 h 4489084"/>
              <a:gd name="connsiteX4675" fmla="*/ 4866460 w 5158787"/>
              <a:gd name="connsiteY4675" fmla="*/ 3783476 h 4489084"/>
              <a:gd name="connsiteX4676" fmla="*/ 4855029 w 5158787"/>
              <a:gd name="connsiteY4676" fmla="*/ 3763694 h 4489084"/>
              <a:gd name="connsiteX4677" fmla="*/ 4855029 w 5158787"/>
              <a:gd name="connsiteY4677" fmla="*/ 3762096 h 4489084"/>
              <a:gd name="connsiteX4678" fmla="*/ 4866460 w 5158787"/>
              <a:gd name="connsiteY4678" fmla="*/ 3742314 h 4489084"/>
              <a:gd name="connsiteX4679" fmla="*/ 4867881 w 5158787"/>
              <a:gd name="connsiteY4679" fmla="*/ 3741485 h 4489084"/>
              <a:gd name="connsiteX4680" fmla="*/ 3176590 w 5158787"/>
              <a:gd name="connsiteY4680" fmla="*/ 3740597 h 4489084"/>
              <a:gd name="connsiteX4681" fmla="*/ 3200458 w 5158787"/>
              <a:gd name="connsiteY4681" fmla="*/ 3740597 h 4489084"/>
              <a:gd name="connsiteX4682" fmla="*/ 3201938 w 5158787"/>
              <a:gd name="connsiteY4682" fmla="*/ 3741426 h 4489084"/>
              <a:gd name="connsiteX4683" fmla="*/ 3213843 w 5158787"/>
              <a:gd name="connsiteY4683" fmla="*/ 3762096 h 4489084"/>
              <a:gd name="connsiteX4684" fmla="*/ 3213843 w 5158787"/>
              <a:gd name="connsiteY4684" fmla="*/ 3763754 h 4489084"/>
              <a:gd name="connsiteX4685" fmla="*/ 3201938 w 5158787"/>
              <a:gd name="connsiteY4685" fmla="*/ 3784423 h 4489084"/>
              <a:gd name="connsiteX4686" fmla="*/ 3200458 w 5158787"/>
              <a:gd name="connsiteY4686" fmla="*/ 3785253 h 4489084"/>
              <a:gd name="connsiteX4687" fmla="*/ 3176590 w 5158787"/>
              <a:gd name="connsiteY4687" fmla="*/ 3785253 h 4489084"/>
              <a:gd name="connsiteX4688" fmla="*/ 3175109 w 5158787"/>
              <a:gd name="connsiteY4688" fmla="*/ 3784423 h 4489084"/>
              <a:gd name="connsiteX4689" fmla="*/ 3163205 w 5158787"/>
              <a:gd name="connsiteY4689" fmla="*/ 3763754 h 4489084"/>
              <a:gd name="connsiteX4690" fmla="*/ 3163205 w 5158787"/>
              <a:gd name="connsiteY4690" fmla="*/ 3762096 h 4489084"/>
              <a:gd name="connsiteX4691" fmla="*/ 3175109 w 5158787"/>
              <a:gd name="connsiteY4691" fmla="*/ 3741426 h 4489084"/>
              <a:gd name="connsiteX4692" fmla="*/ 3176590 w 5158787"/>
              <a:gd name="connsiteY4692" fmla="*/ 3740597 h 4489084"/>
              <a:gd name="connsiteX4693" fmla="*/ 4058807 w 5158787"/>
              <a:gd name="connsiteY4693" fmla="*/ 3687531 h 4489084"/>
              <a:gd name="connsiteX4694" fmla="*/ 4076693 w 5158787"/>
              <a:gd name="connsiteY4694" fmla="*/ 3687531 h 4489084"/>
              <a:gd name="connsiteX4695" fmla="*/ 4077758 w 5158787"/>
              <a:gd name="connsiteY4695" fmla="*/ 3688182 h 4489084"/>
              <a:gd name="connsiteX4696" fmla="*/ 4086702 w 5158787"/>
              <a:gd name="connsiteY4696" fmla="*/ 3703699 h 4489084"/>
              <a:gd name="connsiteX4697" fmla="*/ 4086702 w 5158787"/>
              <a:gd name="connsiteY4697" fmla="*/ 3704943 h 4489084"/>
              <a:gd name="connsiteX4698" fmla="*/ 4077758 w 5158787"/>
              <a:gd name="connsiteY4698" fmla="*/ 3720460 h 4489084"/>
              <a:gd name="connsiteX4699" fmla="*/ 4076693 w 5158787"/>
              <a:gd name="connsiteY4699" fmla="*/ 3721112 h 4489084"/>
              <a:gd name="connsiteX4700" fmla="*/ 4058807 w 5158787"/>
              <a:gd name="connsiteY4700" fmla="*/ 3721112 h 4489084"/>
              <a:gd name="connsiteX4701" fmla="*/ 4057740 w 5158787"/>
              <a:gd name="connsiteY4701" fmla="*/ 3720460 h 4489084"/>
              <a:gd name="connsiteX4702" fmla="*/ 4048797 w 5158787"/>
              <a:gd name="connsiteY4702" fmla="*/ 3704943 h 4489084"/>
              <a:gd name="connsiteX4703" fmla="*/ 4048797 w 5158787"/>
              <a:gd name="connsiteY4703" fmla="*/ 3703699 h 4489084"/>
              <a:gd name="connsiteX4704" fmla="*/ 4057740 w 5158787"/>
              <a:gd name="connsiteY4704" fmla="*/ 3688182 h 4489084"/>
              <a:gd name="connsiteX4705" fmla="*/ 4058807 w 5158787"/>
              <a:gd name="connsiteY4705" fmla="*/ 3687531 h 4489084"/>
              <a:gd name="connsiteX4706" fmla="*/ 4329051 w 5158787"/>
              <a:gd name="connsiteY4706" fmla="*/ 3687058 h 4489084"/>
              <a:gd name="connsiteX4707" fmla="*/ 4347470 w 5158787"/>
              <a:gd name="connsiteY4707" fmla="*/ 3687058 h 4489084"/>
              <a:gd name="connsiteX4708" fmla="*/ 4348595 w 5158787"/>
              <a:gd name="connsiteY4708" fmla="*/ 3687710 h 4489084"/>
              <a:gd name="connsiteX4709" fmla="*/ 4357835 w 5158787"/>
              <a:gd name="connsiteY4709" fmla="*/ 3703700 h 4489084"/>
              <a:gd name="connsiteX4710" fmla="*/ 4357835 w 5158787"/>
              <a:gd name="connsiteY4710" fmla="*/ 3705003 h 4489084"/>
              <a:gd name="connsiteX4711" fmla="*/ 4348595 w 5158787"/>
              <a:gd name="connsiteY4711" fmla="*/ 3720994 h 4489084"/>
              <a:gd name="connsiteX4712" fmla="*/ 4347470 w 5158787"/>
              <a:gd name="connsiteY4712" fmla="*/ 3721646 h 4489084"/>
              <a:gd name="connsiteX4713" fmla="*/ 4329051 w 5158787"/>
              <a:gd name="connsiteY4713" fmla="*/ 3721646 h 4489084"/>
              <a:gd name="connsiteX4714" fmla="*/ 4327926 w 5158787"/>
              <a:gd name="connsiteY4714" fmla="*/ 3720994 h 4489084"/>
              <a:gd name="connsiteX4715" fmla="*/ 4318687 w 5158787"/>
              <a:gd name="connsiteY4715" fmla="*/ 3705003 h 4489084"/>
              <a:gd name="connsiteX4716" fmla="*/ 4318687 w 5158787"/>
              <a:gd name="connsiteY4716" fmla="*/ 3703700 h 4489084"/>
              <a:gd name="connsiteX4717" fmla="*/ 4327926 w 5158787"/>
              <a:gd name="connsiteY4717" fmla="*/ 3687710 h 4489084"/>
              <a:gd name="connsiteX4718" fmla="*/ 4329051 w 5158787"/>
              <a:gd name="connsiteY4718" fmla="*/ 3687058 h 4489084"/>
              <a:gd name="connsiteX4719" fmla="*/ 2841198 w 5158787"/>
              <a:gd name="connsiteY4719" fmla="*/ 3687058 h 4489084"/>
              <a:gd name="connsiteX4720" fmla="*/ 2859617 w 5158787"/>
              <a:gd name="connsiteY4720" fmla="*/ 3687058 h 4489084"/>
              <a:gd name="connsiteX4721" fmla="*/ 2860742 w 5158787"/>
              <a:gd name="connsiteY4721" fmla="*/ 3687710 h 4489084"/>
              <a:gd name="connsiteX4722" fmla="*/ 2869982 w 5158787"/>
              <a:gd name="connsiteY4722" fmla="*/ 3703700 h 4489084"/>
              <a:gd name="connsiteX4723" fmla="*/ 2869982 w 5158787"/>
              <a:gd name="connsiteY4723" fmla="*/ 3705003 h 4489084"/>
              <a:gd name="connsiteX4724" fmla="*/ 2860742 w 5158787"/>
              <a:gd name="connsiteY4724" fmla="*/ 3720994 h 4489084"/>
              <a:gd name="connsiteX4725" fmla="*/ 2859617 w 5158787"/>
              <a:gd name="connsiteY4725" fmla="*/ 3721646 h 4489084"/>
              <a:gd name="connsiteX4726" fmla="*/ 2841198 w 5158787"/>
              <a:gd name="connsiteY4726" fmla="*/ 3721646 h 4489084"/>
              <a:gd name="connsiteX4727" fmla="*/ 2840073 w 5158787"/>
              <a:gd name="connsiteY4727" fmla="*/ 3720994 h 4489084"/>
              <a:gd name="connsiteX4728" fmla="*/ 2830834 w 5158787"/>
              <a:gd name="connsiteY4728" fmla="*/ 3705003 h 4489084"/>
              <a:gd name="connsiteX4729" fmla="*/ 2830834 w 5158787"/>
              <a:gd name="connsiteY4729" fmla="*/ 3703700 h 4489084"/>
              <a:gd name="connsiteX4730" fmla="*/ 2840073 w 5158787"/>
              <a:gd name="connsiteY4730" fmla="*/ 3687710 h 4489084"/>
              <a:gd name="connsiteX4731" fmla="*/ 2841198 w 5158787"/>
              <a:gd name="connsiteY4731" fmla="*/ 3687058 h 4489084"/>
              <a:gd name="connsiteX4732" fmla="*/ 4396390 w 5158787"/>
              <a:gd name="connsiteY4732" fmla="*/ 3686525 h 4489084"/>
              <a:gd name="connsiteX4733" fmla="*/ 4415401 w 5158787"/>
              <a:gd name="connsiteY4733" fmla="*/ 3686525 h 4489084"/>
              <a:gd name="connsiteX4734" fmla="*/ 4416585 w 5158787"/>
              <a:gd name="connsiteY4734" fmla="*/ 3687176 h 4489084"/>
              <a:gd name="connsiteX4735" fmla="*/ 4426061 w 5158787"/>
              <a:gd name="connsiteY4735" fmla="*/ 3703641 h 4489084"/>
              <a:gd name="connsiteX4736" fmla="*/ 4426061 w 5158787"/>
              <a:gd name="connsiteY4736" fmla="*/ 3705003 h 4489084"/>
              <a:gd name="connsiteX4737" fmla="*/ 4416585 w 5158787"/>
              <a:gd name="connsiteY4737" fmla="*/ 3721468 h 4489084"/>
              <a:gd name="connsiteX4738" fmla="*/ 4415401 w 5158787"/>
              <a:gd name="connsiteY4738" fmla="*/ 3722119 h 4489084"/>
              <a:gd name="connsiteX4739" fmla="*/ 4396390 w 5158787"/>
              <a:gd name="connsiteY4739" fmla="*/ 3722119 h 4489084"/>
              <a:gd name="connsiteX4740" fmla="*/ 4395205 w 5158787"/>
              <a:gd name="connsiteY4740" fmla="*/ 3721468 h 4489084"/>
              <a:gd name="connsiteX4741" fmla="*/ 4385729 w 5158787"/>
              <a:gd name="connsiteY4741" fmla="*/ 3705003 h 4489084"/>
              <a:gd name="connsiteX4742" fmla="*/ 4385729 w 5158787"/>
              <a:gd name="connsiteY4742" fmla="*/ 3703641 h 4489084"/>
              <a:gd name="connsiteX4743" fmla="*/ 4395205 w 5158787"/>
              <a:gd name="connsiteY4743" fmla="*/ 3687176 h 4489084"/>
              <a:gd name="connsiteX4744" fmla="*/ 4396390 w 5158787"/>
              <a:gd name="connsiteY4744" fmla="*/ 3686525 h 4489084"/>
              <a:gd name="connsiteX4745" fmla="*/ 4125850 w 5158787"/>
              <a:gd name="connsiteY4745" fmla="*/ 3686525 h 4489084"/>
              <a:gd name="connsiteX4746" fmla="*/ 4144861 w 5158787"/>
              <a:gd name="connsiteY4746" fmla="*/ 3686525 h 4489084"/>
              <a:gd name="connsiteX4747" fmla="*/ 4146046 w 5158787"/>
              <a:gd name="connsiteY4747" fmla="*/ 3687176 h 4489084"/>
              <a:gd name="connsiteX4748" fmla="*/ 4155522 w 5158787"/>
              <a:gd name="connsiteY4748" fmla="*/ 3703641 h 4489084"/>
              <a:gd name="connsiteX4749" fmla="*/ 4155522 w 5158787"/>
              <a:gd name="connsiteY4749" fmla="*/ 3705003 h 4489084"/>
              <a:gd name="connsiteX4750" fmla="*/ 4146046 w 5158787"/>
              <a:gd name="connsiteY4750" fmla="*/ 3721468 h 4489084"/>
              <a:gd name="connsiteX4751" fmla="*/ 4144861 w 5158787"/>
              <a:gd name="connsiteY4751" fmla="*/ 3722119 h 4489084"/>
              <a:gd name="connsiteX4752" fmla="*/ 4125850 w 5158787"/>
              <a:gd name="connsiteY4752" fmla="*/ 3722119 h 4489084"/>
              <a:gd name="connsiteX4753" fmla="*/ 4124666 w 5158787"/>
              <a:gd name="connsiteY4753" fmla="*/ 3721468 h 4489084"/>
              <a:gd name="connsiteX4754" fmla="*/ 4115190 w 5158787"/>
              <a:gd name="connsiteY4754" fmla="*/ 3705003 h 4489084"/>
              <a:gd name="connsiteX4755" fmla="*/ 4115190 w 5158787"/>
              <a:gd name="connsiteY4755" fmla="*/ 3703641 h 4489084"/>
              <a:gd name="connsiteX4756" fmla="*/ 4124666 w 5158787"/>
              <a:gd name="connsiteY4756" fmla="*/ 3687176 h 4489084"/>
              <a:gd name="connsiteX4757" fmla="*/ 4125850 w 5158787"/>
              <a:gd name="connsiteY4757" fmla="*/ 3686525 h 4489084"/>
              <a:gd name="connsiteX4758" fmla="*/ 4193484 w 5158787"/>
              <a:gd name="connsiteY4758" fmla="*/ 3686406 h 4489084"/>
              <a:gd name="connsiteX4759" fmla="*/ 4212555 w 5158787"/>
              <a:gd name="connsiteY4759" fmla="*/ 3686406 h 4489084"/>
              <a:gd name="connsiteX4760" fmla="*/ 4213739 w 5158787"/>
              <a:gd name="connsiteY4760" fmla="*/ 3687057 h 4489084"/>
              <a:gd name="connsiteX4761" fmla="*/ 4223275 w 5158787"/>
              <a:gd name="connsiteY4761" fmla="*/ 3703581 h 4489084"/>
              <a:gd name="connsiteX4762" fmla="*/ 4223275 w 5158787"/>
              <a:gd name="connsiteY4762" fmla="*/ 3704943 h 4489084"/>
              <a:gd name="connsiteX4763" fmla="*/ 4213739 w 5158787"/>
              <a:gd name="connsiteY4763" fmla="*/ 3721467 h 4489084"/>
              <a:gd name="connsiteX4764" fmla="*/ 4212555 w 5158787"/>
              <a:gd name="connsiteY4764" fmla="*/ 3722119 h 4489084"/>
              <a:gd name="connsiteX4765" fmla="*/ 4193484 w 5158787"/>
              <a:gd name="connsiteY4765" fmla="*/ 3722119 h 4489084"/>
              <a:gd name="connsiteX4766" fmla="*/ 4192299 w 5158787"/>
              <a:gd name="connsiteY4766" fmla="*/ 3721467 h 4489084"/>
              <a:gd name="connsiteX4767" fmla="*/ 4182764 w 5158787"/>
              <a:gd name="connsiteY4767" fmla="*/ 3704943 h 4489084"/>
              <a:gd name="connsiteX4768" fmla="*/ 4182764 w 5158787"/>
              <a:gd name="connsiteY4768" fmla="*/ 3703581 h 4489084"/>
              <a:gd name="connsiteX4769" fmla="*/ 4192299 w 5158787"/>
              <a:gd name="connsiteY4769" fmla="*/ 3687057 h 4489084"/>
              <a:gd name="connsiteX4770" fmla="*/ 4193484 w 5158787"/>
              <a:gd name="connsiteY4770" fmla="*/ 3686406 h 4489084"/>
              <a:gd name="connsiteX4771" fmla="*/ 3990284 w 5158787"/>
              <a:gd name="connsiteY4771" fmla="*/ 3685873 h 4489084"/>
              <a:gd name="connsiteX4772" fmla="*/ 4009947 w 5158787"/>
              <a:gd name="connsiteY4772" fmla="*/ 3685873 h 4489084"/>
              <a:gd name="connsiteX4773" fmla="*/ 4011131 w 5158787"/>
              <a:gd name="connsiteY4773" fmla="*/ 3686584 h 4489084"/>
              <a:gd name="connsiteX4774" fmla="*/ 4020963 w 5158787"/>
              <a:gd name="connsiteY4774" fmla="*/ 3703581 h 4489084"/>
              <a:gd name="connsiteX4775" fmla="*/ 4020963 w 5158787"/>
              <a:gd name="connsiteY4775" fmla="*/ 3704943 h 4489084"/>
              <a:gd name="connsiteX4776" fmla="*/ 4011131 w 5158787"/>
              <a:gd name="connsiteY4776" fmla="*/ 3721941 h 4489084"/>
              <a:gd name="connsiteX4777" fmla="*/ 4009947 w 5158787"/>
              <a:gd name="connsiteY4777" fmla="*/ 3722652 h 4489084"/>
              <a:gd name="connsiteX4778" fmla="*/ 3990284 w 5158787"/>
              <a:gd name="connsiteY4778" fmla="*/ 3722652 h 4489084"/>
              <a:gd name="connsiteX4779" fmla="*/ 3989099 w 5158787"/>
              <a:gd name="connsiteY4779" fmla="*/ 3721941 h 4489084"/>
              <a:gd name="connsiteX4780" fmla="*/ 3979268 w 5158787"/>
              <a:gd name="connsiteY4780" fmla="*/ 3704943 h 4489084"/>
              <a:gd name="connsiteX4781" fmla="*/ 3979268 w 5158787"/>
              <a:gd name="connsiteY4781" fmla="*/ 3703581 h 4489084"/>
              <a:gd name="connsiteX4782" fmla="*/ 3989099 w 5158787"/>
              <a:gd name="connsiteY4782" fmla="*/ 3686584 h 4489084"/>
              <a:gd name="connsiteX4783" fmla="*/ 3990284 w 5158787"/>
              <a:gd name="connsiteY4783" fmla="*/ 3685873 h 4489084"/>
              <a:gd name="connsiteX4784" fmla="*/ 3855014 w 5158787"/>
              <a:gd name="connsiteY4784" fmla="*/ 3685873 h 4489084"/>
              <a:gd name="connsiteX4785" fmla="*/ 3874676 w 5158787"/>
              <a:gd name="connsiteY4785" fmla="*/ 3685873 h 4489084"/>
              <a:gd name="connsiteX4786" fmla="*/ 3875861 w 5158787"/>
              <a:gd name="connsiteY4786" fmla="*/ 3686584 h 4489084"/>
              <a:gd name="connsiteX4787" fmla="*/ 3885693 w 5158787"/>
              <a:gd name="connsiteY4787" fmla="*/ 3703581 h 4489084"/>
              <a:gd name="connsiteX4788" fmla="*/ 3885693 w 5158787"/>
              <a:gd name="connsiteY4788" fmla="*/ 3704943 h 4489084"/>
              <a:gd name="connsiteX4789" fmla="*/ 3875861 w 5158787"/>
              <a:gd name="connsiteY4789" fmla="*/ 3721941 h 4489084"/>
              <a:gd name="connsiteX4790" fmla="*/ 3874676 w 5158787"/>
              <a:gd name="connsiteY4790" fmla="*/ 3722652 h 4489084"/>
              <a:gd name="connsiteX4791" fmla="*/ 3855014 w 5158787"/>
              <a:gd name="connsiteY4791" fmla="*/ 3722652 h 4489084"/>
              <a:gd name="connsiteX4792" fmla="*/ 3853829 w 5158787"/>
              <a:gd name="connsiteY4792" fmla="*/ 3721941 h 4489084"/>
              <a:gd name="connsiteX4793" fmla="*/ 3843998 w 5158787"/>
              <a:gd name="connsiteY4793" fmla="*/ 3704943 h 4489084"/>
              <a:gd name="connsiteX4794" fmla="*/ 3843998 w 5158787"/>
              <a:gd name="connsiteY4794" fmla="*/ 3703581 h 4489084"/>
              <a:gd name="connsiteX4795" fmla="*/ 3853829 w 5158787"/>
              <a:gd name="connsiteY4795" fmla="*/ 3686584 h 4489084"/>
              <a:gd name="connsiteX4796" fmla="*/ 3855014 w 5158787"/>
              <a:gd name="connsiteY4796" fmla="*/ 3685873 h 4489084"/>
              <a:gd name="connsiteX4797" fmla="*/ 4463551 w 5158787"/>
              <a:gd name="connsiteY4797" fmla="*/ 3685695 h 4489084"/>
              <a:gd name="connsiteX4798" fmla="*/ 4483451 w 5158787"/>
              <a:gd name="connsiteY4798" fmla="*/ 3685695 h 4489084"/>
              <a:gd name="connsiteX4799" fmla="*/ 4484635 w 5158787"/>
              <a:gd name="connsiteY4799" fmla="*/ 3686406 h 4489084"/>
              <a:gd name="connsiteX4800" fmla="*/ 4494585 w 5158787"/>
              <a:gd name="connsiteY4800" fmla="*/ 3703640 h 4489084"/>
              <a:gd name="connsiteX4801" fmla="*/ 4494585 w 5158787"/>
              <a:gd name="connsiteY4801" fmla="*/ 3705062 h 4489084"/>
              <a:gd name="connsiteX4802" fmla="*/ 4484635 w 5158787"/>
              <a:gd name="connsiteY4802" fmla="*/ 3722296 h 4489084"/>
              <a:gd name="connsiteX4803" fmla="*/ 4483451 w 5158787"/>
              <a:gd name="connsiteY4803" fmla="*/ 3723007 h 4489084"/>
              <a:gd name="connsiteX4804" fmla="*/ 4463551 w 5158787"/>
              <a:gd name="connsiteY4804" fmla="*/ 3723007 h 4489084"/>
              <a:gd name="connsiteX4805" fmla="*/ 4462367 w 5158787"/>
              <a:gd name="connsiteY4805" fmla="*/ 3722296 h 4489084"/>
              <a:gd name="connsiteX4806" fmla="*/ 4452417 w 5158787"/>
              <a:gd name="connsiteY4806" fmla="*/ 3705062 h 4489084"/>
              <a:gd name="connsiteX4807" fmla="*/ 4452417 w 5158787"/>
              <a:gd name="connsiteY4807" fmla="*/ 3703640 h 4489084"/>
              <a:gd name="connsiteX4808" fmla="*/ 4462367 w 5158787"/>
              <a:gd name="connsiteY4808" fmla="*/ 3686406 h 4489084"/>
              <a:gd name="connsiteX4809" fmla="*/ 4463551 w 5158787"/>
              <a:gd name="connsiteY4809" fmla="*/ 3685695 h 4489084"/>
              <a:gd name="connsiteX4810" fmla="*/ 4260587 w 5158787"/>
              <a:gd name="connsiteY4810" fmla="*/ 3685459 h 4489084"/>
              <a:gd name="connsiteX4811" fmla="*/ 4280664 w 5158787"/>
              <a:gd name="connsiteY4811" fmla="*/ 3685459 h 4489084"/>
              <a:gd name="connsiteX4812" fmla="*/ 4281907 w 5158787"/>
              <a:gd name="connsiteY4812" fmla="*/ 3686170 h 4489084"/>
              <a:gd name="connsiteX4813" fmla="*/ 4291917 w 5158787"/>
              <a:gd name="connsiteY4813" fmla="*/ 3703582 h 4489084"/>
              <a:gd name="connsiteX4814" fmla="*/ 4291917 w 5158787"/>
              <a:gd name="connsiteY4814" fmla="*/ 3705003 h 4489084"/>
              <a:gd name="connsiteX4815" fmla="*/ 4281848 w 5158787"/>
              <a:gd name="connsiteY4815" fmla="*/ 3722415 h 4489084"/>
              <a:gd name="connsiteX4816" fmla="*/ 4280605 w 5158787"/>
              <a:gd name="connsiteY4816" fmla="*/ 3723126 h 4489084"/>
              <a:gd name="connsiteX4817" fmla="*/ 4260527 w 5158787"/>
              <a:gd name="connsiteY4817" fmla="*/ 3723126 h 4489084"/>
              <a:gd name="connsiteX4818" fmla="*/ 4259284 w 5158787"/>
              <a:gd name="connsiteY4818" fmla="*/ 3722415 h 4489084"/>
              <a:gd name="connsiteX4819" fmla="*/ 4249274 w 5158787"/>
              <a:gd name="connsiteY4819" fmla="*/ 3705003 h 4489084"/>
              <a:gd name="connsiteX4820" fmla="*/ 4249274 w 5158787"/>
              <a:gd name="connsiteY4820" fmla="*/ 3703582 h 4489084"/>
              <a:gd name="connsiteX4821" fmla="*/ 4259343 w 5158787"/>
              <a:gd name="connsiteY4821" fmla="*/ 3686170 h 4489084"/>
              <a:gd name="connsiteX4822" fmla="*/ 4260587 w 5158787"/>
              <a:gd name="connsiteY4822" fmla="*/ 3685459 h 4489084"/>
              <a:gd name="connsiteX4823" fmla="*/ 3787141 w 5158787"/>
              <a:gd name="connsiteY4823" fmla="*/ 3685399 h 4489084"/>
              <a:gd name="connsiteX4824" fmla="*/ 3807337 w 5158787"/>
              <a:gd name="connsiteY4824" fmla="*/ 3685399 h 4489084"/>
              <a:gd name="connsiteX4825" fmla="*/ 3808581 w 5158787"/>
              <a:gd name="connsiteY4825" fmla="*/ 3686110 h 4489084"/>
              <a:gd name="connsiteX4826" fmla="*/ 3818649 w 5158787"/>
              <a:gd name="connsiteY4826" fmla="*/ 3703581 h 4489084"/>
              <a:gd name="connsiteX4827" fmla="*/ 3818649 w 5158787"/>
              <a:gd name="connsiteY4827" fmla="*/ 3705002 h 4489084"/>
              <a:gd name="connsiteX4828" fmla="*/ 3808521 w 5158787"/>
              <a:gd name="connsiteY4828" fmla="*/ 3722474 h 4489084"/>
              <a:gd name="connsiteX4829" fmla="*/ 3807277 w 5158787"/>
              <a:gd name="connsiteY4829" fmla="*/ 3723185 h 4489084"/>
              <a:gd name="connsiteX4830" fmla="*/ 3787082 w 5158787"/>
              <a:gd name="connsiteY4830" fmla="*/ 3723185 h 4489084"/>
              <a:gd name="connsiteX4831" fmla="*/ 3785838 w 5158787"/>
              <a:gd name="connsiteY4831" fmla="*/ 3722474 h 4489084"/>
              <a:gd name="connsiteX4832" fmla="*/ 3775770 w 5158787"/>
              <a:gd name="connsiteY4832" fmla="*/ 3705002 h 4489084"/>
              <a:gd name="connsiteX4833" fmla="*/ 3775770 w 5158787"/>
              <a:gd name="connsiteY4833" fmla="*/ 3703581 h 4489084"/>
              <a:gd name="connsiteX4834" fmla="*/ 3785897 w 5158787"/>
              <a:gd name="connsiteY4834" fmla="*/ 3686110 h 4489084"/>
              <a:gd name="connsiteX4835" fmla="*/ 3787141 w 5158787"/>
              <a:gd name="connsiteY4835" fmla="*/ 3685399 h 4489084"/>
              <a:gd name="connsiteX4836" fmla="*/ 3719447 w 5158787"/>
              <a:gd name="connsiteY4836" fmla="*/ 3685281 h 4489084"/>
              <a:gd name="connsiteX4837" fmla="*/ 3739761 w 5158787"/>
              <a:gd name="connsiteY4837" fmla="*/ 3685281 h 4489084"/>
              <a:gd name="connsiteX4838" fmla="*/ 3741005 w 5158787"/>
              <a:gd name="connsiteY4838" fmla="*/ 3685992 h 4489084"/>
              <a:gd name="connsiteX4839" fmla="*/ 3751132 w 5158787"/>
              <a:gd name="connsiteY4839" fmla="*/ 3703582 h 4489084"/>
              <a:gd name="connsiteX4840" fmla="*/ 3751132 w 5158787"/>
              <a:gd name="connsiteY4840" fmla="*/ 3705003 h 4489084"/>
              <a:gd name="connsiteX4841" fmla="*/ 3740946 w 5158787"/>
              <a:gd name="connsiteY4841" fmla="*/ 3722593 h 4489084"/>
              <a:gd name="connsiteX4842" fmla="*/ 3739702 w 5158787"/>
              <a:gd name="connsiteY4842" fmla="*/ 3723303 h 4489084"/>
              <a:gd name="connsiteX4843" fmla="*/ 3719388 w 5158787"/>
              <a:gd name="connsiteY4843" fmla="*/ 3723303 h 4489084"/>
              <a:gd name="connsiteX4844" fmla="*/ 3718144 w 5158787"/>
              <a:gd name="connsiteY4844" fmla="*/ 3722593 h 4489084"/>
              <a:gd name="connsiteX4845" fmla="*/ 3708017 w 5158787"/>
              <a:gd name="connsiteY4845" fmla="*/ 3705003 h 4489084"/>
              <a:gd name="connsiteX4846" fmla="*/ 3708017 w 5158787"/>
              <a:gd name="connsiteY4846" fmla="*/ 3703582 h 4489084"/>
              <a:gd name="connsiteX4847" fmla="*/ 3718203 w 5158787"/>
              <a:gd name="connsiteY4847" fmla="*/ 3685992 h 4489084"/>
              <a:gd name="connsiteX4848" fmla="*/ 3719447 w 5158787"/>
              <a:gd name="connsiteY4848" fmla="*/ 3685281 h 4489084"/>
              <a:gd name="connsiteX4849" fmla="*/ 3651753 w 5158787"/>
              <a:gd name="connsiteY4849" fmla="*/ 3685163 h 4489084"/>
              <a:gd name="connsiteX4850" fmla="*/ 3672185 w 5158787"/>
              <a:gd name="connsiteY4850" fmla="*/ 3685163 h 4489084"/>
              <a:gd name="connsiteX4851" fmla="*/ 3673429 w 5158787"/>
              <a:gd name="connsiteY4851" fmla="*/ 3685874 h 4489084"/>
              <a:gd name="connsiteX4852" fmla="*/ 3683615 w 5158787"/>
              <a:gd name="connsiteY4852" fmla="*/ 3703582 h 4489084"/>
              <a:gd name="connsiteX4853" fmla="*/ 3683615 w 5158787"/>
              <a:gd name="connsiteY4853" fmla="*/ 3705003 h 4489084"/>
              <a:gd name="connsiteX4854" fmla="*/ 3673369 w 5158787"/>
              <a:gd name="connsiteY4854" fmla="*/ 3722712 h 4489084"/>
              <a:gd name="connsiteX4855" fmla="*/ 3672126 w 5158787"/>
              <a:gd name="connsiteY4855" fmla="*/ 3723422 h 4489084"/>
              <a:gd name="connsiteX4856" fmla="*/ 3651694 w 5158787"/>
              <a:gd name="connsiteY4856" fmla="*/ 3723422 h 4489084"/>
              <a:gd name="connsiteX4857" fmla="*/ 3650449 w 5158787"/>
              <a:gd name="connsiteY4857" fmla="*/ 3722712 h 4489084"/>
              <a:gd name="connsiteX4858" fmla="*/ 3640263 w 5158787"/>
              <a:gd name="connsiteY4858" fmla="*/ 3705003 h 4489084"/>
              <a:gd name="connsiteX4859" fmla="*/ 3640263 w 5158787"/>
              <a:gd name="connsiteY4859" fmla="*/ 3703582 h 4489084"/>
              <a:gd name="connsiteX4860" fmla="*/ 3650509 w 5158787"/>
              <a:gd name="connsiteY4860" fmla="*/ 3685874 h 4489084"/>
              <a:gd name="connsiteX4861" fmla="*/ 3651753 w 5158787"/>
              <a:gd name="connsiteY4861" fmla="*/ 3685163 h 4489084"/>
              <a:gd name="connsiteX4862" fmla="*/ 4530890 w 5158787"/>
              <a:gd name="connsiteY4862" fmla="*/ 3685044 h 4489084"/>
              <a:gd name="connsiteX4863" fmla="*/ 4551441 w 5158787"/>
              <a:gd name="connsiteY4863" fmla="*/ 3685044 h 4489084"/>
              <a:gd name="connsiteX4864" fmla="*/ 4552685 w 5158787"/>
              <a:gd name="connsiteY4864" fmla="*/ 3685755 h 4489084"/>
              <a:gd name="connsiteX4865" fmla="*/ 4562931 w 5158787"/>
              <a:gd name="connsiteY4865" fmla="*/ 3703522 h 4489084"/>
              <a:gd name="connsiteX4866" fmla="*/ 4562931 w 5158787"/>
              <a:gd name="connsiteY4866" fmla="*/ 3705003 h 4489084"/>
              <a:gd name="connsiteX4867" fmla="*/ 4552685 w 5158787"/>
              <a:gd name="connsiteY4867" fmla="*/ 3722770 h 4489084"/>
              <a:gd name="connsiteX4868" fmla="*/ 4551441 w 5158787"/>
              <a:gd name="connsiteY4868" fmla="*/ 3723481 h 4489084"/>
              <a:gd name="connsiteX4869" fmla="*/ 4530890 w 5158787"/>
              <a:gd name="connsiteY4869" fmla="*/ 3723481 h 4489084"/>
              <a:gd name="connsiteX4870" fmla="*/ 4529647 w 5158787"/>
              <a:gd name="connsiteY4870" fmla="*/ 3722770 h 4489084"/>
              <a:gd name="connsiteX4871" fmla="*/ 4519401 w 5158787"/>
              <a:gd name="connsiteY4871" fmla="*/ 3705003 h 4489084"/>
              <a:gd name="connsiteX4872" fmla="*/ 4519401 w 5158787"/>
              <a:gd name="connsiteY4872" fmla="*/ 3703522 h 4489084"/>
              <a:gd name="connsiteX4873" fmla="*/ 4529647 w 5158787"/>
              <a:gd name="connsiteY4873" fmla="*/ 3685755 h 4489084"/>
              <a:gd name="connsiteX4874" fmla="*/ 4530890 w 5158787"/>
              <a:gd name="connsiteY4874" fmla="*/ 3685044 h 4489084"/>
              <a:gd name="connsiteX4875" fmla="*/ 4598406 w 5158787"/>
              <a:gd name="connsiteY4875" fmla="*/ 3684866 h 4489084"/>
              <a:gd name="connsiteX4876" fmla="*/ 4619135 w 5158787"/>
              <a:gd name="connsiteY4876" fmla="*/ 3684866 h 4489084"/>
              <a:gd name="connsiteX4877" fmla="*/ 4620379 w 5158787"/>
              <a:gd name="connsiteY4877" fmla="*/ 3685577 h 4489084"/>
              <a:gd name="connsiteX4878" fmla="*/ 4630743 w 5158787"/>
              <a:gd name="connsiteY4878" fmla="*/ 3703581 h 4489084"/>
              <a:gd name="connsiteX4879" fmla="*/ 4630743 w 5158787"/>
              <a:gd name="connsiteY4879" fmla="*/ 3705062 h 4489084"/>
              <a:gd name="connsiteX4880" fmla="*/ 4620379 w 5158787"/>
              <a:gd name="connsiteY4880" fmla="*/ 3723066 h 4489084"/>
              <a:gd name="connsiteX4881" fmla="*/ 4619135 w 5158787"/>
              <a:gd name="connsiteY4881" fmla="*/ 3723777 h 4489084"/>
              <a:gd name="connsiteX4882" fmla="*/ 4598406 w 5158787"/>
              <a:gd name="connsiteY4882" fmla="*/ 3723777 h 4489084"/>
              <a:gd name="connsiteX4883" fmla="*/ 4597162 w 5158787"/>
              <a:gd name="connsiteY4883" fmla="*/ 3723066 h 4489084"/>
              <a:gd name="connsiteX4884" fmla="*/ 4586798 w 5158787"/>
              <a:gd name="connsiteY4884" fmla="*/ 3705062 h 4489084"/>
              <a:gd name="connsiteX4885" fmla="*/ 4586798 w 5158787"/>
              <a:gd name="connsiteY4885" fmla="*/ 3703581 h 4489084"/>
              <a:gd name="connsiteX4886" fmla="*/ 4597162 w 5158787"/>
              <a:gd name="connsiteY4886" fmla="*/ 3685577 h 4489084"/>
              <a:gd name="connsiteX4887" fmla="*/ 4598406 w 5158787"/>
              <a:gd name="connsiteY4887" fmla="*/ 3684866 h 4489084"/>
              <a:gd name="connsiteX4888" fmla="*/ 2907648 w 5158787"/>
              <a:gd name="connsiteY4888" fmla="*/ 3684866 h 4489084"/>
              <a:gd name="connsiteX4889" fmla="*/ 2928377 w 5158787"/>
              <a:gd name="connsiteY4889" fmla="*/ 3684866 h 4489084"/>
              <a:gd name="connsiteX4890" fmla="*/ 2929621 w 5158787"/>
              <a:gd name="connsiteY4890" fmla="*/ 3685577 h 4489084"/>
              <a:gd name="connsiteX4891" fmla="*/ 2939985 w 5158787"/>
              <a:gd name="connsiteY4891" fmla="*/ 3703581 h 4489084"/>
              <a:gd name="connsiteX4892" fmla="*/ 2939985 w 5158787"/>
              <a:gd name="connsiteY4892" fmla="*/ 3705062 h 4489084"/>
              <a:gd name="connsiteX4893" fmla="*/ 2929621 w 5158787"/>
              <a:gd name="connsiteY4893" fmla="*/ 3723066 h 4489084"/>
              <a:gd name="connsiteX4894" fmla="*/ 2928377 w 5158787"/>
              <a:gd name="connsiteY4894" fmla="*/ 3723777 h 4489084"/>
              <a:gd name="connsiteX4895" fmla="*/ 2907648 w 5158787"/>
              <a:gd name="connsiteY4895" fmla="*/ 3723777 h 4489084"/>
              <a:gd name="connsiteX4896" fmla="*/ 2906405 w 5158787"/>
              <a:gd name="connsiteY4896" fmla="*/ 3723066 h 4489084"/>
              <a:gd name="connsiteX4897" fmla="*/ 2896040 w 5158787"/>
              <a:gd name="connsiteY4897" fmla="*/ 3705062 h 4489084"/>
              <a:gd name="connsiteX4898" fmla="*/ 2896040 w 5158787"/>
              <a:gd name="connsiteY4898" fmla="*/ 3703581 h 4489084"/>
              <a:gd name="connsiteX4899" fmla="*/ 2906405 w 5158787"/>
              <a:gd name="connsiteY4899" fmla="*/ 3685577 h 4489084"/>
              <a:gd name="connsiteX4900" fmla="*/ 2907648 w 5158787"/>
              <a:gd name="connsiteY4900" fmla="*/ 3684866 h 4489084"/>
              <a:gd name="connsiteX4901" fmla="*/ 3922056 w 5158787"/>
              <a:gd name="connsiteY4901" fmla="*/ 3684748 h 4489084"/>
              <a:gd name="connsiteX4902" fmla="*/ 3942904 w 5158787"/>
              <a:gd name="connsiteY4902" fmla="*/ 3684748 h 4489084"/>
              <a:gd name="connsiteX4903" fmla="*/ 3944206 w 5158787"/>
              <a:gd name="connsiteY4903" fmla="*/ 3685459 h 4489084"/>
              <a:gd name="connsiteX4904" fmla="*/ 3954630 w 5158787"/>
              <a:gd name="connsiteY4904" fmla="*/ 3703522 h 4489084"/>
              <a:gd name="connsiteX4905" fmla="*/ 3954630 w 5158787"/>
              <a:gd name="connsiteY4905" fmla="*/ 3705003 h 4489084"/>
              <a:gd name="connsiteX4906" fmla="*/ 3944206 w 5158787"/>
              <a:gd name="connsiteY4906" fmla="*/ 3723066 h 4489084"/>
              <a:gd name="connsiteX4907" fmla="*/ 3942904 w 5158787"/>
              <a:gd name="connsiteY4907" fmla="*/ 3723777 h 4489084"/>
              <a:gd name="connsiteX4908" fmla="*/ 3922056 w 5158787"/>
              <a:gd name="connsiteY4908" fmla="*/ 3723777 h 4489084"/>
              <a:gd name="connsiteX4909" fmla="*/ 3920753 w 5158787"/>
              <a:gd name="connsiteY4909" fmla="*/ 3723066 h 4489084"/>
              <a:gd name="connsiteX4910" fmla="*/ 3910330 w 5158787"/>
              <a:gd name="connsiteY4910" fmla="*/ 3705003 h 4489084"/>
              <a:gd name="connsiteX4911" fmla="*/ 3910330 w 5158787"/>
              <a:gd name="connsiteY4911" fmla="*/ 3703522 h 4489084"/>
              <a:gd name="connsiteX4912" fmla="*/ 3920753 w 5158787"/>
              <a:gd name="connsiteY4912" fmla="*/ 3685459 h 4489084"/>
              <a:gd name="connsiteX4913" fmla="*/ 3922056 w 5158787"/>
              <a:gd name="connsiteY4913" fmla="*/ 3684748 h 4489084"/>
              <a:gd name="connsiteX4914" fmla="*/ 3583940 w 5158787"/>
              <a:gd name="connsiteY4914" fmla="*/ 3684748 h 4489084"/>
              <a:gd name="connsiteX4915" fmla="*/ 3604787 w 5158787"/>
              <a:gd name="connsiteY4915" fmla="*/ 3684748 h 4489084"/>
              <a:gd name="connsiteX4916" fmla="*/ 3606090 w 5158787"/>
              <a:gd name="connsiteY4916" fmla="*/ 3685459 h 4489084"/>
              <a:gd name="connsiteX4917" fmla="*/ 3616514 w 5158787"/>
              <a:gd name="connsiteY4917" fmla="*/ 3703522 h 4489084"/>
              <a:gd name="connsiteX4918" fmla="*/ 3616514 w 5158787"/>
              <a:gd name="connsiteY4918" fmla="*/ 3705003 h 4489084"/>
              <a:gd name="connsiteX4919" fmla="*/ 3606090 w 5158787"/>
              <a:gd name="connsiteY4919" fmla="*/ 3723066 h 4489084"/>
              <a:gd name="connsiteX4920" fmla="*/ 3604787 w 5158787"/>
              <a:gd name="connsiteY4920" fmla="*/ 3723777 h 4489084"/>
              <a:gd name="connsiteX4921" fmla="*/ 3583940 w 5158787"/>
              <a:gd name="connsiteY4921" fmla="*/ 3723777 h 4489084"/>
              <a:gd name="connsiteX4922" fmla="*/ 3582637 w 5158787"/>
              <a:gd name="connsiteY4922" fmla="*/ 3723066 h 4489084"/>
              <a:gd name="connsiteX4923" fmla="*/ 3572213 w 5158787"/>
              <a:gd name="connsiteY4923" fmla="*/ 3705003 h 4489084"/>
              <a:gd name="connsiteX4924" fmla="*/ 3572213 w 5158787"/>
              <a:gd name="connsiteY4924" fmla="*/ 3703522 h 4489084"/>
              <a:gd name="connsiteX4925" fmla="*/ 3582637 w 5158787"/>
              <a:gd name="connsiteY4925" fmla="*/ 3685459 h 4489084"/>
              <a:gd name="connsiteX4926" fmla="*/ 3583940 w 5158787"/>
              <a:gd name="connsiteY4926" fmla="*/ 3684748 h 4489084"/>
              <a:gd name="connsiteX4927" fmla="*/ 3516069 w 5158787"/>
              <a:gd name="connsiteY4927" fmla="*/ 3684452 h 4489084"/>
              <a:gd name="connsiteX4928" fmla="*/ 3537271 w 5158787"/>
              <a:gd name="connsiteY4928" fmla="*/ 3684452 h 4489084"/>
              <a:gd name="connsiteX4929" fmla="*/ 3538574 w 5158787"/>
              <a:gd name="connsiteY4929" fmla="*/ 3685222 h 4489084"/>
              <a:gd name="connsiteX4930" fmla="*/ 3549175 w 5158787"/>
              <a:gd name="connsiteY4930" fmla="*/ 3703582 h 4489084"/>
              <a:gd name="connsiteX4931" fmla="*/ 3549175 w 5158787"/>
              <a:gd name="connsiteY4931" fmla="*/ 3705063 h 4489084"/>
              <a:gd name="connsiteX4932" fmla="*/ 3538574 w 5158787"/>
              <a:gd name="connsiteY4932" fmla="*/ 3723422 h 4489084"/>
              <a:gd name="connsiteX4933" fmla="*/ 3537271 w 5158787"/>
              <a:gd name="connsiteY4933" fmla="*/ 3724192 h 4489084"/>
              <a:gd name="connsiteX4934" fmla="*/ 3516069 w 5158787"/>
              <a:gd name="connsiteY4934" fmla="*/ 3724192 h 4489084"/>
              <a:gd name="connsiteX4935" fmla="*/ 3514766 w 5158787"/>
              <a:gd name="connsiteY4935" fmla="*/ 3723422 h 4489084"/>
              <a:gd name="connsiteX4936" fmla="*/ 3504164 w 5158787"/>
              <a:gd name="connsiteY4936" fmla="*/ 3705063 h 4489084"/>
              <a:gd name="connsiteX4937" fmla="*/ 3504164 w 5158787"/>
              <a:gd name="connsiteY4937" fmla="*/ 3703582 h 4489084"/>
              <a:gd name="connsiteX4938" fmla="*/ 3514766 w 5158787"/>
              <a:gd name="connsiteY4938" fmla="*/ 3685222 h 4489084"/>
              <a:gd name="connsiteX4939" fmla="*/ 3516069 w 5158787"/>
              <a:gd name="connsiteY4939" fmla="*/ 3684452 h 4489084"/>
              <a:gd name="connsiteX4940" fmla="*/ 3312867 w 5158787"/>
              <a:gd name="connsiteY4940" fmla="*/ 3683800 h 4489084"/>
              <a:gd name="connsiteX4941" fmla="*/ 3334721 w 5158787"/>
              <a:gd name="connsiteY4941" fmla="*/ 3683800 h 4489084"/>
              <a:gd name="connsiteX4942" fmla="*/ 3336083 w 5158787"/>
              <a:gd name="connsiteY4942" fmla="*/ 3684570 h 4489084"/>
              <a:gd name="connsiteX4943" fmla="*/ 3346981 w 5158787"/>
              <a:gd name="connsiteY4943" fmla="*/ 3703522 h 4489084"/>
              <a:gd name="connsiteX4944" fmla="*/ 3346981 w 5158787"/>
              <a:gd name="connsiteY4944" fmla="*/ 3705062 h 4489084"/>
              <a:gd name="connsiteX4945" fmla="*/ 3336024 w 5158787"/>
              <a:gd name="connsiteY4945" fmla="*/ 3724014 h 4489084"/>
              <a:gd name="connsiteX4946" fmla="*/ 3334662 w 5158787"/>
              <a:gd name="connsiteY4946" fmla="*/ 3724784 h 4489084"/>
              <a:gd name="connsiteX4947" fmla="*/ 3312808 w 5158787"/>
              <a:gd name="connsiteY4947" fmla="*/ 3724784 h 4489084"/>
              <a:gd name="connsiteX4948" fmla="*/ 3311446 w 5158787"/>
              <a:gd name="connsiteY4948" fmla="*/ 3724014 h 4489084"/>
              <a:gd name="connsiteX4949" fmla="*/ 3300548 w 5158787"/>
              <a:gd name="connsiteY4949" fmla="*/ 3705062 h 4489084"/>
              <a:gd name="connsiteX4950" fmla="*/ 3300548 w 5158787"/>
              <a:gd name="connsiteY4950" fmla="*/ 3703522 h 4489084"/>
              <a:gd name="connsiteX4951" fmla="*/ 3311505 w 5158787"/>
              <a:gd name="connsiteY4951" fmla="*/ 3684570 h 4489084"/>
              <a:gd name="connsiteX4952" fmla="*/ 3312867 w 5158787"/>
              <a:gd name="connsiteY4952" fmla="*/ 3683800 h 4489084"/>
              <a:gd name="connsiteX4953" fmla="*/ 4665449 w 5158787"/>
              <a:gd name="connsiteY4953" fmla="*/ 3683741 h 4489084"/>
              <a:gd name="connsiteX4954" fmla="*/ 4687422 w 5158787"/>
              <a:gd name="connsiteY4954" fmla="*/ 3683741 h 4489084"/>
              <a:gd name="connsiteX4955" fmla="*/ 4688784 w 5158787"/>
              <a:gd name="connsiteY4955" fmla="*/ 3684511 h 4489084"/>
              <a:gd name="connsiteX4956" fmla="*/ 4699741 w 5158787"/>
              <a:gd name="connsiteY4956" fmla="*/ 3703522 h 4489084"/>
              <a:gd name="connsiteX4957" fmla="*/ 4699741 w 5158787"/>
              <a:gd name="connsiteY4957" fmla="*/ 3705062 h 4489084"/>
              <a:gd name="connsiteX4958" fmla="*/ 4688725 w 5158787"/>
              <a:gd name="connsiteY4958" fmla="*/ 3724073 h 4489084"/>
              <a:gd name="connsiteX4959" fmla="*/ 4687363 w 5158787"/>
              <a:gd name="connsiteY4959" fmla="*/ 3724843 h 4489084"/>
              <a:gd name="connsiteX4960" fmla="*/ 4665390 w 5158787"/>
              <a:gd name="connsiteY4960" fmla="*/ 3724843 h 4489084"/>
              <a:gd name="connsiteX4961" fmla="*/ 4664028 w 5158787"/>
              <a:gd name="connsiteY4961" fmla="*/ 3724073 h 4489084"/>
              <a:gd name="connsiteX4962" fmla="*/ 4653071 w 5158787"/>
              <a:gd name="connsiteY4962" fmla="*/ 3705062 h 4489084"/>
              <a:gd name="connsiteX4963" fmla="*/ 4653071 w 5158787"/>
              <a:gd name="connsiteY4963" fmla="*/ 3703522 h 4489084"/>
              <a:gd name="connsiteX4964" fmla="*/ 4664087 w 5158787"/>
              <a:gd name="connsiteY4964" fmla="*/ 3684511 h 4489084"/>
              <a:gd name="connsiteX4965" fmla="*/ 4665449 w 5158787"/>
              <a:gd name="connsiteY4965" fmla="*/ 3683741 h 4489084"/>
              <a:gd name="connsiteX4966" fmla="*/ 4732906 w 5158787"/>
              <a:gd name="connsiteY4966" fmla="*/ 3683504 h 4489084"/>
              <a:gd name="connsiteX4967" fmla="*/ 4755116 w 5158787"/>
              <a:gd name="connsiteY4967" fmla="*/ 3683504 h 4489084"/>
              <a:gd name="connsiteX4968" fmla="*/ 4756478 w 5158787"/>
              <a:gd name="connsiteY4968" fmla="*/ 3684274 h 4489084"/>
              <a:gd name="connsiteX4969" fmla="*/ 4767553 w 5158787"/>
              <a:gd name="connsiteY4969" fmla="*/ 3703522 h 4489084"/>
              <a:gd name="connsiteX4970" fmla="*/ 4767553 w 5158787"/>
              <a:gd name="connsiteY4970" fmla="*/ 3705062 h 4489084"/>
              <a:gd name="connsiteX4971" fmla="*/ 4756478 w 5158787"/>
              <a:gd name="connsiteY4971" fmla="*/ 3724310 h 4489084"/>
              <a:gd name="connsiteX4972" fmla="*/ 4755116 w 5158787"/>
              <a:gd name="connsiteY4972" fmla="*/ 3725080 h 4489084"/>
              <a:gd name="connsiteX4973" fmla="*/ 4732906 w 5158787"/>
              <a:gd name="connsiteY4973" fmla="*/ 3725080 h 4489084"/>
              <a:gd name="connsiteX4974" fmla="*/ 4731544 w 5158787"/>
              <a:gd name="connsiteY4974" fmla="*/ 3724310 h 4489084"/>
              <a:gd name="connsiteX4975" fmla="*/ 4720469 w 5158787"/>
              <a:gd name="connsiteY4975" fmla="*/ 3705062 h 4489084"/>
              <a:gd name="connsiteX4976" fmla="*/ 4720469 w 5158787"/>
              <a:gd name="connsiteY4976" fmla="*/ 3703522 h 4489084"/>
              <a:gd name="connsiteX4977" fmla="*/ 4731544 w 5158787"/>
              <a:gd name="connsiteY4977" fmla="*/ 3684274 h 4489084"/>
              <a:gd name="connsiteX4978" fmla="*/ 4732906 w 5158787"/>
              <a:gd name="connsiteY4978" fmla="*/ 3683504 h 4489084"/>
              <a:gd name="connsiteX4979" fmla="*/ 2974514 w 5158787"/>
              <a:gd name="connsiteY4979" fmla="*/ 3683504 h 4489084"/>
              <a:gd name="connsiteX4980" fmla="*/ 2996723 w 5158787"/>
              <a:gd name="connsiteY4980" fmla="*/ 3683504 h 4489084"/>
              <a:gd name="connsiteX4981" fmla="*/ 2998085 w 5158787"/>
              <a:gd name="connsiteY4981" fmla="*/ 3684274 h 4489084"/>
              <a:gd name="connsiteX4982" fmla="*/ 3009160 w 5158787"/>
              <a:gd name="connsiteY4982" fmla="*/ 3703522 h 4489084"/>
              <a:gd name="connsiteX4983" fmla="*/ 3009160 w 5158787"/>
              <a:gd name="connsiteY4983" fmla="*/ 3705062 h 4489084"/>
              <a:gd name="connsiteX4984" fmla="*/ 2998085 w 5158787"/>
              <a:gd name="connsiteY4984" fmla="*/ 3724310 h 4489084"/>
              <a:gd name="connsiteX4985" fmla="*/ 2996723 w 5158787"/>
              <a:gd name="connsiteY4985" fmla="*/ 3725080 h 4489084"/>
              <a:gd name="connsiteX4986" fmla="*/ 2974514 w 5158787"/>
              <a:gd name="connsiteY4986" fmla="*/ 3725080 h 4489084"/>
              <a:gd name="connsiteX4987" fmla="*/ 2973151 w 5158787"/>
              <a:gd name="connsiteY4987" fmla="*/ 3724310 h 4489084"/>
              <a:gd name="connsiteX4988" fmla="*/ 2962076 w 5158787"/>
              <a:gd name="connsiteY4988" fmla="*/ 3705062 h 4489084"/>
              <a:gd name="connsiteX4989" fmla="*/ 2962076 w 5158787"/>
              <a:gd name="connsiteY4989" fmla="*/ 3703522 h 4489084"/>
              <a:gd name="connsiteX4990" fmla="*/ 2973151 w 5158787"/>
              <a:gd name="connsiteY4990" fmla="*/ 3684274 h 4489084"/>
              <a:gd name="connsiteX4991" fmla="*/ 2974514 w 5158787"/>
              <a:gd name="connsiteY4991" fmla="*/ 3683504 h 4489084"/>
              <a:gd name="connsiteX4992" fmla="*/ 5003388 w 5158787"/>
              <a:gd name="connsiteY4992" fmla="*/ 3683386 h 4489084"/>
              <a:gd name="connsiteX4993" fmla="*/ 5025716 w 5158787"/>
              <a:gd name="connsiteY4993" fmla="*/ 3683386 h 4489084"/>
              <a:gd name="connsiteX4994" fmla="*/ 5027078 w 5158787"/>
              <a:gd name="connsiteY4994" fmla="*/ 3684156 h 4489084"/>
              <a:gd name="connsiteX4995" fmla="*/ 5038212 w 5158787"/>
              <a:gd name="connsiteY4995" fmla="*/ 3703463 h 4489084"/>
              <a:gd name="connsiteX4996" fmla="*/ 5038212 w 5158787"/>
              <a:gd name="connsiteY4996" fmla="*/ 3705063 h 4489084"/>
              <a:gd name="connsiteX4997" fmla="*/ 5027078 w 5158787"/>
              <a:gd name="connsiteY4997" fmla="*/ 3724370 h 4489084"/>
              <a:gd name="connsiteX4998" fmla="*/ 5025716 w 5158787"/>
              <a:gd name="connsiteY4998" fmla="*/ 3725140 h 4489084"/>
              <a:gd name="connsiteX4999" fmla="*/ 5003388 w 5158787"/>
              <a:gd name="connsiteY4999" fmla="*/ 3725140 h 4489084"/>
              <a:gd name="connsiteX5000" fmla="*/ 5002026 w 5158787"/>
              <a:gd name="connsiteY5000" fmla="*/ 3724370 h 4489084"/>
              <a:gd name="connsiteX5001" fmla="*/ 4990891 w 5158787"/>
              <a:gd name="connsiteY5001" fmla="*/ 3705063 h 4489084"/>
              <a:gd name="connsiteX5002" fmla="*/ 4990891 w 5158787"/>
              <a:gd name="connsiteY5002" fmla="*/ 3703463 h 4489084"/>
              <a:gd name="connsiteX5003" fmla="*/ 5002026 w 5158787"/>
              <a:gd name="connsiteY5003" fmla="*/ 3684156 h 4489084"/>
              <a:gd name="connsiteX5004" fmla="*/ 5003388 w 5158787"/>
              <a:gd name="connsiteY5004" fmla="*/ 3683386 h 4489084"/>
              <a:gd name="connsiteX5005" fmla="*/ 3177301 w 5158787"/>
              <a:gd name="connsiteY5005" fmla="*/ 3683208 h 4489084"/>
              <a:gd name="connsiteX5006" fmla="*/ 3199807 w 5158787"/>
              <a:gd name="connsiteY5006" fmla="*/ 3683208 h 4489084"/>
              <a:gd name="connsiteX5007" fmla="*/ 3201169 w 5158787"/>
              <a:gd name="connsiteY5007" fmla="*/ 3683978 h 4489084"/>
              <a:gd name="connsiteX5008" fmla="*/ 3212422 w 5158787"/>
              <a:gd name="connsiteY5008" fmla="*/ 3703463 h 4489084"/>
              <a:gd name="connsiteX5009" fmla="*/ 3212422 w 5158787"/>
              <a:gd name="connsiteY5009" fmla="*/ 3705062 h 4489084"/>
              <a:gd name="connsiteX5010" fmla="*/ 3201169 w 5158787"/>
              <a:gd name="connsiteY5010" fmla="*/ 3724547 h 4489084"/>
              <a:gd name="connsiteX5011" fmla="*/ 3199807 w 5158787"/>
              <a:gd name="connsiteY5011" fmla="*/ 3725317 h 4489084"/>
              <a:gd name="connsiteX5012" fmla="*/ 3177301 w 5158787"/>
              <a:gd name="connsiteY5012" fmla="*/ 3725317 h 4489084"/>
              <a:gd name="connsiteX5013" fmla="*/ 3175939 w 5158787"/>
              <a:gd name="connsiteY5013" fmla="*/ 3724547 h 4489084"/>
              <a:gd name="connsiteX5014" fmla="*/ 3164686 w 5158787"/>
              <a:gd name="connsiteY5014" fmla="*/ 3705062 h 4489084"/>
              <a:gd name="connsiteX5015" fmla="*/ 3164686 w 5158787"/>
              <a:gd name="connsiteY5015" fmla="*/ 3703463 h 4489084"/>
              <a:gd name="connsiteX5016" fmla="*/ 3175939 w 5158787"/>
              <a:gd name="connsiteY5016" fmla="*/ 3683978 h 4489084"/>
              <a:gd name="connsiteX5017" fmla="*/ 3177301 w 5158787"/>
              <a:gd name="connsiteY5017" fmla="*/ 3683208 h 4489084"/>
              <a:gd name="connsiteX5018" fmla="*/ 4800364 w 5158787"/>
              <a:gd name="connsiteY5018" fmla="*/ 3683090 h 4489084"/>
              <a:gd name="connsiteX5019" fmla="*/ 4822988 w 5158787"/>
              <a:gd name="connsiteY5019" fmla="*/ 3683090 h 4489084"/>
              <a:gd name="connsiteX5020" fmla="*/ 4824350 w 5158787"/>
              <a:gd name="connsiteY5020" fmla="*/ 3683919 h 4489084"/>
              <a:gd name="connsiteX5021" fmla="*/ 4835662 w 5158787"/>
              <a:gd name="connsiteY5021" fmla="*/ 3703523 h 4489084"/>
              <a:gd name="connsiteX5022" fmla="*/ 4835662 w 5158787"/>
              <a:gd name="connsiteY5022" fmla="*/ 3705122 h 4489084"/>
              <a:gd name="connsiteX5023" fmla="*/ 4824350 w 5158787"/>
              <a:gd name="connsiteY5023" fmla="*/ 3724725 h 4489084"/>
              <a:gd name="connsiteX5024" fmla="*/ 4822988 w 5158787"/>
              <a:gd name="connsiteY5024" fmla="*/ 3725554 h 4489084"/>
              <a:gd name="connsiteX5025" fmla="*/ 4800364 w 5158787"/>
              <a:gd name="connsiteY5025" fmla="*/ 3725554 h 4489084"/>
              <a:gd name="connsiteX5026" fmla="*/ 4799002 w 5158787"/>
              <a:gd name="connsiteY5026" fmla="*/ 3724725 h 4489084"/>
              <a:gd name="connsiteX5027" fmla="*/ 4787690 w 5158787"/>
              <a:gd name="connsiteY5027" fmla="*/ 3705122 h 4489084"/>
              <a:gd name="connsiteX5028" fmla="*/ 4787690 w 5158787"/>
              <a:gd name="connsiteY5028" fmla="*/ 3703523 h 4489084"/>
              <a:gd name="connsiteX5029" fmla="*/ 4799002 w 5158787"/>
              <a:gd name="connsiteY5029" fmla="*/ 3683919 h 4489084"/>
              <a:gd name="connsiteX5030" fmla="*/ 4800364 w 5158787"/>
              <a:gd name="connsiteY5030" fmla="*/ 3683090 h 4489084"/>
              <a:gd name="connsiteX5031" fmla="*/ 3244876 w 5158787"/>
              <a:gd name="connsiteY5031" fmla="*/ 3683090 h 4489084"/>
              <a:gd name="connsiteX5032" fmla="*/ 3267500 w 5158787"/>
              <a:gd name="connsiteY5032" fmla="*/ 3683090 h 4489084"/>
              <a:gd name="connsiteX5033" fmla="*/ 3268862 w 5158787"/>
              <a:gd name="connsiteY5033" fmla="*/ 3683919 h 4489084"/>
              <a:gd name="connsiteX5034" fmla="*/ 3280174 w 5158787"/>
              <a:gd name="connsiteY5034" fmla="*/ 3703523 h 4489084"/>
              <a:gd name="connsiteX5035" fmla="*/ 3280174 w 5158787"/>
              <a:gd name="connsiteY5035" fmla="*/ 3705122 h 4489084"/>
              <a:gd name="connsiteX5036" fmla="*/ 3268862 w 5158787"/>
              <a:gd name="connsiteY5036" fmla="*/ 3724725 h 4489084"/>
              <a:gd name="connsiteX5037" fmla="*/ 3267500 w 5158787"/>
              <a:gd name="connsiteY5037" fmla="*/ 3725554 h 4489084"/>
              <a:gd name="connsiteX5038" fmla="*/ 3244876 w 5158787"/>
              <a:gd name="connsiteY5038" fmla="*/ 3725554 h 4489084"/>
              <a:gd name="connsiteX5039" fmla="*/ 3243514 w 5158787"/>
              <a:gd name="connsiteY5039" fmla="*/ 3724725 h 4489084"/>
              <a:gd name="connsiteX5040" fmla="*/ 3232202 w 5158787"/>
              <a:gd name="connsiteY5040" fmla="*/ 3705122 h 4489084"/>
              <a:gd name="connsiteX5041" fmla="*/ 3232202 w 5158787"/>
              <a:gd name="connsiteY5041" fmla="*/ 3703523 h 4489084"/>
              <a:gd name="connsiteX5042" fmla="*/ 3243514 w 5158787"/>
              <a:gd name="connsiteY5042" fmla="*/ 3683919 h 4489084"/>
              <a:gd name="connsiteX5043" fmla="*/ 3244876 w 5158787"/>
              <a:gd name="connsiteY5043" fmla="*/ 3683090 h 4489084"/>
              <a:gd name="connsiteX5044" fmla="*/ 3447604 w 5158787"/>
              <a:gd name="connsiteY5044" fmla="*/ 3682912 h 4489084"/>
              <a:gd name="connsiteX5045" fmla="*/ 3470464 w 5158787"/>
              <a:gd name="connsiteY5045" fmla="*/ 3682912 h 4489084"/>
              <a:gd name="connsiteX5046" fmla="*/ 3471886 w 5158787"/>
              <a:gd name="connsiteY5046" fmla="*/ 3683741 h 4489084"/>
              <a:gd name="connsiteX5047" fmla="*/ 3483317 w 5158787"/>
              <a:gd name="connsiteY5047" fmla="*/ 3703522 h 4489084"/>
              <a:gd name="connsiteX5048" fmla="*/ 3483317 w 5158787"/>
              <a:gd name="connsiteY5048" fmla="*/ 3705121 h 4489084"/>
              <a:gd name="connsiteX5049" fmla="*/ 3471886 w 5158787"/>
              <a:gd name="connsiteY5049" fmla="*/ 3724902 h 4489084"/>
              <a:gd name="connsiteX5050" fmla="*/ 3470464 w 5158787"/>
              <a:gd name="connsiteY5050" fmla="*/ 3725732 h 4489084"/>
              <a:gd name="connsiteX5051" fmla="*/ 3447604 w 5158787"/>
              <a:gd name="connsiteY5051" fmla="*/ 3725732 h 4489084"/>
              <a:gd name="connsiteX5052" fmla="*/ 3446182 w 5158787"/>
              <a:gd name="connsiteY5052" fmla="*/ 3724902 h 4489084"/>
              <a:gd name="connsiteX5053" fmla="*/ 3434752 w 5158787"/>
              <a:gd name="connsiteY5053" fmla="*/ 3705121 h 4489084"/>
              <a:gd name="connsiteX5054" fmla="*/ 3434752 w 5158787"/>
              <a:gd name="connsiteY5054" fmla="*/ 3703522 h 4489084"/>
              <a:gd name="connsiteX5055" fmla="*/ 3446182 w 5158787"/>
              <a:gd name="connsiteY5055" fmla="*/ 3683741 h 4489084"/>
              <a:gd name="connsiteX5056" fmla="*/ 3447604 w 5158787"/>
              <a:gd name="connsiteY5056" fmla="*/ 3682912 h 4489084"/>
              <a:gd name="connsiteX5057" fmla="*/ 3380028 w 5158787"/>
              <a:gd name="connsiteY5057" fmla="*/ 3682912 h 4489084"/>
              <a:gd name="connsiteX5058" fmla="*/ 3402889 w 5158787"/>
              <a:gd name="connsiteY5058" fmla="*/ 3682912 h 4489084"/>
              <a:gd name="connsiteX5059" fmla="*/ 3404311 w 5158787"/>
              <a:gd name="connsiteY5059" fmla="*/ 3683741 h 4489084"/>
              <a:gd name="connsiteX5060" fmla="*/ 3415741 w 5158787"/>
              <a:gd name="connsiteY5060" fmla="*/ 3703522 h 4489084"/>
              <a:gd name="connsiteX5061" fmla="*/ 3415741 w 5158787"/>
              <a:gd name="connsiteY5061" fmla="*/ 3705121 h 4489084"/>
              <a:gd name="connsiteX5062" fmla="*/ 3404311 w 5158787"/>
              <a:gd name="connsiteY5062" fmla="*/ 3724902 h 4489084"/>
              <a:gd name="connsiteX5063" fmla="*/ 3402889 w 5158787"/>
              <a:gd name="connsiteY5063" fmla="*/ 3725732 h 4489084"/>
              <a:gd name="connsiteX5064" fmla="*/ 3380028 w 5158787"/>
              <a:gd name="connsiteY5064" fmla="*/ 3725732 h 4489084"/>
              <a:gd name="connsiteX5065" fmla="*/ 3378606 w 5158787"/>
              <a:gd name="connsiteY5065" fmla="*/ 3724902 h 4489084"/>
              <a:gd name="connsiteX5066" fmla="*/ 3367176 w 5158787"/>
              <a:gd name="connsiteY5066" fmla="*/ 3705121 h 4489084"/>
              <a:gd name="connsiteX5067" fmla="*/ 3367176 w 5158787"/>
              <a:gd name="connsiteY5067" fmla="*/ 3703522 h 4489084"/>
              <a:gd name="connsiteX5068" fmla="*/ 3378606 w 5158787"/>
              <a:gd name="connsiteY5068" fmla="*/ 3683741 h 4489084"/>
              <a:gd name="connsiteX5069" fmla="*/ 3380028 w 5158787"/>
              <a:gd name="connsiteY5069" fmla="*/ 3682912 h 4489084"/>
              <a:gd name="connsiteX5070" fmla="*/ 3041735 w 5158787"/>
              <a:gd name="connsiteY5070" fmla="*/ 3682557 h 4489084"/>
              <a:gd name="connsiteX5071" fmla="*/ 3064891 w 5158787"/>
              <a:gd name="connsiteY5071" fmla="*/ 3682557 h 4489084"/>
              <a:gd name="connsiteX5072" fmla="*/ 3066313 w 5158787"/>
              <a:gd name="connsiteY5072" fmla="*/ 3683386 h 4489084"/>
              <a:gd name="connsiteX5073" fmla="*/ 3077921 w 5158787"/>
              <a:gd name="connsiteY5073" fmla="*/ 3703463 h 4489084"/>
              <a:gd name="connsiteX5074" fmla="*/ 3077921 w 5158787"/>
              <a:gd name="connsiteY5074" fmla="*/ 3705122 h 4489084"/>
              <a:gd name="connsiteX5075" fmla="*/ 3066313 w 5158787"/>
              <a:gd name="connsiteY5075" fmla="*/ 3725199 h 4489084"/>
              <a:gd name="connsiteX5076" fmla="*/ 3064891 w 5158787"/>
              <a:gd name="connsiteY5076" fmla="*/ 3726028 h 4489084"/>
              <a:gd name="connsiteX5077" fmla="*/ 3041735 w 5158787"/>
              <a:gd name="connsiteY5077" fmla="*/ 3726028 h 4489084"/>
              <a:gd name="connsiteX5078" fmla="*/ 3040313 w 5158787"/>
              <a:gd name="connsiteY5078" fmla="*/ 3725199 h 4489084"/>
              <a:gd name="connsiteX5079" fmla="*/ 3028705 w 5158787"/>
              <a:gd name="connsiteY5079" fmla="*/ 3705122 h 4489084"/>
              <a:gd name="connsiteX5080" fmla="*/ 3028705 w 5158787"/>
              <a:gd name="connsiteY5080" fmla="*/ 3703463 h 4489084"/>
              <a:gd name="connsiteX5081" fmla="*/ 3040313 w 5158787"/>
              <a:gd name="connsiteY5081" fmla="*/ 3683386 h 4489084"/>
              <a:gd name="connsiteX5082" fmla="*/ 3041735 w 5158787"/>
              <a:gd name="connsiteY5082" fmla="*/ 3682557 h 4489084"/>
              <a:gd name="connsiteX5083" fmla="*/ 4867584 w 5158787"/>
              <a:gd name="connsiteY5083" fmla="*/ 3682260 h 4489084"/>
              <a:gd name="connsiteX5084" fmla="*/ 4891097 w 5158787"/>
              <a:gd name="connsiteY5084" fmla="*/ 3682260 h 4489084"/>
              <a:gd name="connsiteX5085" fmla="*/ 4892519 w 5158787"/>
              <a:gd name="connsiteY5085" fmla="*/ 3683089 h 4489084"/>
              <a:gd name="connsiteX5086" fmla="*/ 4904245 w 5158787"/>
              <a:gd name="connsiteY5086" fmla="*/ 3703463 h 4489084"/>
              <a:gd name="connsiteX5087" fmla="*/ 4904245 w 5158787"/>
              <a:gd name="connsiteY5087" fmla="*/ 3705121 h 4489084"/>
              <a:gd name="connsiteX5088" fmla="*/ 4892459 w 5158787"/>
              <a:gd name="connsiteY5088" fmla="*/ 3725495 h 4489084"/>
              <a:gd name="connsiteX5089" fmla="*/ 4891038 w 5158787"/>
              <a:gd name="connsiteY5089" fmla="*/ 3726323 h 4489084"/>
              <a:gd name="connsiteX5090" fmla="*/ 4867525 w 5158787"/>
              <a:gd name="connsiteY5090" fmla="*/ 3726323 h 4489084"/>
              <a:gd name="connsiteX5091" fmla="*/ 4866104 w 5158787"/>
              <a:gd name="connsiteY5091" fmla="*/ 3725495 h 4489084"/>
              <a:gd name="connsiteX5092" fmla="*/ 4854377 w 5158787"/>
              <a:gd name="connsiteY5092" fmla="*/ 3705121 h 4489084"/>
              <a:gd name="connsiteX5093" fmla="*/ 4854377 w 5158787"/>
              <a:gd name="connsiteY5093" fmla="*/ 3703463 h 4489084"/>
              <a:gd name="connsiteX5094" fmla="*/ 4866163 w 5158787"/>
              <a:gd name="connsiteY5094" fmla="*/ 3683089 h 4489084"/>
              <a:gd name="connsiteX5095" fmla="*/ 4867584 w 5158787"/>
              <a:gd name="connsiteY5095" fmla="*/ 3682260 h 4489084"/>
              <a:gd name="connsiteX5096" fmla="*/ 3109073 w 5158787"/>
              <a:gd name="connsiteY5096" fmla="*/ 3682201 h 4489084"/>
              <a:gd name="connsiteX5097" fmla="*/ 3132704 w 5158787"/>
              <a:gd name="connsiteY5097" fmla="*/ 3682201 h 4489084"/>
              <a:gd name="connsiteX5098" fmla="*/ 3134126 w 5158787"/>
              <a:gd name="connsiteY5098" fmla="*/ 3683030 h 4489084"/>
              <a:gd name="connsiteX5099" fmla="*/ 3145912 w 5158787"/>
              <a:gd name="connsiteY5099" fmla="*/ 3703522 h 4489084"/>
              <a:gd name="connsiteX5100" fmla="*/ 3145912 w 5158787"/>
              <a:gd name="connsiteY5100" fmla="*/ 3705180 h 4489084"/>
              <a:gd name="connsiteX5101" fmla="*/ 3134067 w 5158787"/>
              <a:gd name="connsiteY5101" fmla="*/ 3725672 h 4489084"/>
              <a:gd name="connsiteX5102" fmla="*/ 3132645 w 5158787"/>
              <a:gd name="connsiteY5102" fmla="*/ 3726501 h 4489084"/>
              <a:gd name="connsiteX5103" fmla="*/ 3109014 w 5158787"/>
              <a:gd name="connsiteY5103" fmla="*/ 3726501 h 4489084"/>
              <a:gd name="connsiteX5104" fmla="*/ 3107593 w 5158787"/>
              <a:gd name="connsiteY5104" fmla="*/ 3725672 h 4489084"/>
              <a:gd name="connsiteX5105" fmla="*/ 3095807 w 5158787"/>
              <a:gd name="connsiteY5105" fmla="*/ 3705180 h 4489084"/>
              <a:gd name="connsiteX5106" fmla="*/ 3095807 w 5158787"/>
              <a:gd name="connsiteY5106" fmla="*/ 3703522 h 4489084"/>
              <a:gd name="connsiteX5107" fmla="*/ 3107652 w 5158787"/>
              <a:gd name="connsiteY5107" fmla="*/ 3683030 h 4489084"/>
              <a:gd name="connsiteX5108" fmla="*/ 3109073 w 5158787"/>
              <a:gd name="connsiteY5108" fmla="*/ 3682201 h 4489084"/>
              <a:gd name="connsiteX5109" fmla="*/ 4934983 w 5158787"/>
              <a:gd name="connsiteY5109" fmla="*/ 3681964 h 4489084"/>
              <a:gd name="connsiteX5110" fmla="*/ 4958851 w 5158787"/>
              <a:gd name="connsiteY5110" fmla="*/ 3681964 h 4489084"/>
              <a:gd name="connsiteX5111" fmla="*/ 4960331 w 5158787"/>
              <a:gd name="connsiteY5111" fmla="*/ 3682793 h 4489084"/>
              <a:gd name="connsiteX5112" fmla="*/ 4972236 w 5158787"/>
              <a:gd name="connsiteY5112" fmla="*/ 3703463 h 4489084"/>
              <a:gd name="connsiteX5113" fmla="*/ 4972236 w 5158787"/>
              <a:gd name="connsiteY5113" fmla="*/ 3705121 h 4489084"/>
              <a:gd name="connsiteX5114" fmla="*/ 4960331 w 5158787"/>
              <a:gd name="connsiteY5114" fmla="*/ 3725791 h 4489084"/>
              <a:gd name="connsiteX5115" fmla="*/ 4958851 w 5158787"/>
              <a:gd name="connsiteY5115" fmla="*/ 3726620 h 4489084"/>
              <a:gd name="connsiteX5116" fmla="*/ 4934983 w 5158787"/>
              <a:gd name="connsiteY5116" fmla="*/ 3726620 h 4489084"/>
              <a:gd name="connsiteX5117" fmla="*/ 4933502 w 5158787"/>
              <a:gd name="connsiteY5117" fmla="*/ 3725791 h 4489084"/>
              <a:gd name="connsiteX5118" fmla="*/ 4921598 w 5158787"/>
              <a:gd name="connsiteY5118" fmla="*/ 3705121 h 4489084"/>
              <a:gd name="connsiteX5119" fmla="*/ 4921598 w 5158787"/>
              <a:gd name="connsiteY5119" fmla="*/ 3703463 h 4489084"/>
              <a:gd name="connsiteX5120" fmla="*/ 4933502 w 5158787"/>
              <a:gd name="connsiteY5120" fmla="*/ 3682793 h 4489084"/>
              <a:gd name="connsiteX5121" fmla="*/ 4934983 w 5158787"/>
              <a:gd name="connsiteY5121" fmla="*/ 3681964 h 4489084"/>
              <a:gd name="connsiteX5122" fmla="*/ 4194551 w 5158787"/>
              <a:gd name="connsiteY5122" fmla="*/ 3629846 h 4489084"/>
              <a:gd name="connsiteX5123" fmla="*/ 4211430 w 5158787"/>
              <a:gd name="connsiteY5123" fmla="*/ 3629846 h 4489084"/>
              <a:gd name="connsiteX5124" fmla="*/ 4212437 w 5158787"/>
              <a:gd name="connsiteY5124" fmla="*/ 3630438 h 4489084"/>
              <a:gd name="connsiteX5125" fmla="*/ 4220847 w 5158787"/>
              <a:gd name="connsiteY5125" fmla="*/ 3645067 h 4489084"/>
              <a:gd name="connsiteX5126" fmla="*/ 4220847 w 5158787"/>
              <a:gd name="connsiteY5126" fmla="*/ 3646251 h 4489084"/>
              <a:gd name="connsiteX5127" fmla="*/ 4212378 w 5158787"/>
              <a:gd name="connsiteY5127" fmla="*/ 3660880 h 4489084"/>
              <a:gd name="connsiteX5128" fmla="*/ 4211371 w 5158787"/>
              <a:gd name="connsiteY5128" fmla="*/ 3661472 h 4489084"/>
              <a:gd name="connsiteX5129" fmla="*/ 4194491 w 5158787"/>
              <a:gd name="connsiteY5129" fmla="*/ 3661472 h 4489084"/>
              <a:gd name="connsiteX5130" fmla="*/ 4193485 w 5158787"/>
              <a:gd name="connsiteY5130" fmla="*/ 3660880 h 4489084"/>
              <a:gd name="connsiteX5131" fmla="*/ 4185075 w 5158787"/>
              <a:gd name="connsiteY5131" fmla="*/ 3646251 h 4489084"/>
              <a:gd name="connsiteX5132" fmla="*/ 4185075 w 5158787"/>
              <a:gd name="connsiteY5132" fmla="*/ 3645067 h 4489084"/>
              <a:gd name="connsiteX5133" fmla="*/ 4193544 w 5158787"/>
              <a:gd name="connsiteY5133" fmla="*/ 3630438 h 4489084"/>
              <a:gd name="connsiteX5134" fmla="*/ 4194551 w 5158787"/>
              <a:gd name="connsiteY5134" fmla="*/ 3629846 h 4489084"/>
              <a:gd name="connsiteX5135" fmla="*/ 4126620 w 5158787"/>
              <a:gd name="connsiteY5135" fmla="*/ 3629372 h 4489084"/>
              <a:gd name="connsiteX5136" fmla="*/ 4144091 w 5158787"/>
              <a:gd name="connsiteY5136" fmla="*/ 3629372 h 4489084"/>
              <a:gd name="connsiteX5137" fmla="*/ 4145157 w 5158787"/>
              <a:gd name="connsiteY5137" fmla="*/ 3629964 h 4489084"/>
              <a:gd name="connsiteX5138" fmla="*/ 4153863 w 5158787"/>
              <a:gd name="connsiteY5138" fmla="*/ 3645067 h 4489084"/>
              <a:gd name="connsiteX5139" fmla="*/ 4153863 w 5158787"/>
              <a:gd name="connsiteY5139" fmla="*/ 3646310 h 4489084"/>
              <a:gd name="connsiteX5140" fmla="*/ 4145157 w 5158787"/>
              <a:gd name="connsiteY5140" fmla="*/ 3661413 h 4489084"/>
              <a:gd name="connsiteX5141" fmla="*/ 4144091 w 5158787"/>
              <a:gd name="connsiteY5141" fmla="*/ 3662005 h 4489084"/>
              <a:gd name="connsiteX5142" fmla="*/ 4126620 w 5158787"/>
              <a:gd name="connsiteY5142" fmla="*/ 3662005 h 4489084"/>
              <a:gd name="connsiteX5143" fmla="*/ 4125554 w 5158787"/>
              <a:gd name="connsiteY5143" fmla="*/ 3661413 h 4489084"/>
              <a:gd name="connsiteX5144" fmla="*/ 4116847 w 5158787"/>
              <a:gd name="connsiteY5144" fmla="*/ 3646310 h 4489084"/>
              <a:gd name="connsiteX5145" fmla="*/ 4116847 w 5158787"/>
              <a:gd name="connsiteY5145" fmla="*/ 3645067 h 4489084"/>
              <a:gd name="connsiteX5146" fmla="*/ 4125554 w 5158787"/>
              <a:gd name="connsiteY5146" fmla="*/ 3629964 h 4489084"/>
              <a:gd name="connsiteX5147" fmla="*/ 4126620 w 5158787"/>
              <a:gd name="connsiteY5147" fmla="*/ 3629372 h 4489084"/>
              <a:gd name="connsiteX5148" fmla="*/ 4329169 w 5158787"/>
              <a:gd name="connsiteY5148" fmla="*/ 3628721 h 4489084"/>
              <a:gd name="connsiteX5149" fmla="*/ 4347292 w 5158787"/>
              <a:gd name="connsiteY5149" fmla="*/ 3628721 h 4489084"/>
              <a:gd name="connsiteX5150" fmla="*/ 4348417 w 5158787"/>
              <a:gd name="connsiteY5150" fmla="*/ 3629372 h 4489084"/>
              <a:gd name="connsiteX5151" fmla="*/ 4357479 w 5158787"/>
              <a:gd name="connsiteY5151" fmla="*/ 3645067 h 4489084"/>
              <a:gd name="connsiteX5152" fmla="*/ 4357479 w 5158787"/>
              <a:gd name="connsiteY5152" fmla="*/ 3646370 h 4489084"/>
              <a:gd name="connsiteX5153" fmla="*/ 4348417 w 5158787"/>
              <a:gd name="connsiteY5153" fmla="*/ 3662065 h 4489084"/>
              <a:gd name="connsiteX5154" fmla="*/ 4347292 w 5158787"/>
              <a:gd name="connsiteY5154" fmla="*/ 3662716 h 4489084"/>
              <a:gd name="connsiteX5155" fmla="*/ 4329169 w 5158787"/>
              <a:gd name="connsiteY5155" fmla="*/ 3662716 h 4489084"/>
              <a:gd name="connsiteX5156" fmla="*/ 4328044 w 5158787"/>
              <a:gd name="connsiteY5156" fmla="*/ 3662065 h 4489084"/>
              <a:gd name="connsiteX5157" fmla="*/ 4318982 w 5158787"/>
              <a:gd name="connsiteY5157" fmla="*/ 3646370 h 4489084"/>
              <a:gd name="connsiteX5158" fmla="*/ 4318982 w 5158787"/>
              <a:gd name="connsiteY5158" fmla="*/ 3645067 h 4489084"/>
              <a:gd name="connsiteX5159" fmla="*/ 4328044 w 5158787"/>
              <a:gd name="connsiteY5159" fmla="*/ 3629372 h 4489084"/>
              <a:gd name="connsiteX5160" fmla="*/ 4329169 w 5158787"/>
              <a:gd name="connsiteY5160" fmla="*/ 3628721 h 4489084"/>
              <a:gd name="connsiteX5161" fmla="*/ 4261475 w 5158787"/>
              <a:gd name="connsiteY5161" fmla="*/ 3628602 h 4489084"/>
              <a:gd name="connsiteX5162" fmla="*/ 4279716 w 5158787"/>
              <a:gd name="connsiteY5162" fmla="*/ 3628602 h 4489084"/>
              <a:gd name="connsiteX5163" fmla="*/ 4280841 w 5158787"/>
              <a:gd name="connsiteY5163" fmla="*/ 3629254 h 4489084"/>
              <a:gd name="connsiteX5164" fmla="*/ 4289962 w 5158787"/>
              <a:gd name="connsiteY5164" fmla="*/ 3645007 h 4489084"/>
              <a:gd name="connsiteX5165" fmla="*/ 4289962 w 5158787"/>
              <a:gd name="connsiteY5165" fmla="*/ 3646310 h 4489084"/>
              <a:gd name="connsiteX5166" fmla="*/ 4280841 w 5158787"/>
              <a:gd name="connsiteY5166" fmla="*/ 3662064 h 4489084"/>
              <a:gd name="connsiteX5167" fmla="*/ 4279716 w 5158787"/>
              <a:gd name="connsiteY5167" fmla="*/ 3662716 h 4489084"/>
              <a:gd name="connsiteX5168" fmla="*/ 4261475 w 5158787"/>
              <a:gd name="connsiteY5168" fmla="*/ 3662716 h 4489084"/>
              <a:gd name="connsiteX5169" fmla="*/ 4260349 w 5158787"/>
              <a:gd name="connsiteY5169" fmla="*/ 3662064 h 4489084"/>
              <a:gd name="connsiteX5170" fmla="*/ 4251229 w 5158787"/>
              <a:gd name="connsiteY5170" fmla="*/ 3646310 h 4489084"/>
              <a:gd name="connsiteX5171" fmla="*/ 4251229 w 5158787"/>
              <a:gd name="connsiteY5171" fmla="*/ 3645007 h 4489084"/>
              <a:gd name="connsiteX5172" fmla="*/ 4260349 w 5158787"/>
              <a:gd name="connsiteY5172" fmla="*/ 3629254 h 4489084"/>
              <a:gd name="connsiteX5173" fmla="*/ 4261475 w 5158787"/>
              <a:gd name="connsiteY5173" fmla="*/ 3628602 h 4489084"/>
              <a:gd name="connsiteX5174" fmla="*/ 4058273 w 5158787"/>
              <a:gd name="connsiteY5174" fmla="*/ 3628010 h 4489084"/>
              <a:gd name="connsiteX5175" fmla="*/ 4077167 w 5158787"/>
              <a:gd name="connsiteY5175" fmla="*/ 3628010 h 4489084"/>
              <a:gd name="connsiteX5176" fmla="*/ 4078291 w 5158787"/>
              <a:gd name="connsiteY5176" fmla="*/ 3628661 h 4489084"/>
              <a:gd name="connsiteX5177" fmla="*/ 4087709 w 5158787"/>
              <a:gd name="connsiteY5177" fmla="*/ 3645008 h 4489084"/>
              <a:gd name="connsiteX5178" fmla="*/ 4087709 w 5158787"/>
              <a:gd name="connsiteY5178" fmla="*/ 3646370 h 4489084"/>
              <a:gd name="connsiteX5179" fmla="*/ 4078291 w 5158787"/>
              <a:gd name="connsiteY5179" fmla="*/ 3662716 h 4489084"/>
              <a:gd name="connsiteX5180" fmla="*/ 4077167 w 5158787"/>
              <a:gd name="connsiteY5180" fmla="*/ 3663367 h 4489084"/>
              <a:gd name="connsiteX5181" fmla="*/ 4058273 w 5158787"/>
              <a:gd name="connsiteY5181" fmla="*/ 3663367 h 4489084"/>
              <a:gd name="connsiteX5182" fmla="*/ 4057148 w 5158787"/>
              <a:gd name="connsiteY5182" fmla="*/ 3662716 h 4489084"/>
              <a:gd name="connsiteX5183" fmla="*/ 4047732 w 5158787"/>
              <a:gd name="connsiteY5183" fmla="*/ 3646370 h 4489084"/>
              <a:gd name="connsiteX5184" fmla="*/ 4047732 w 5158787"/>
              <a:gd name="connsiteY5184" fmla="*/ 3645008 h 4489084"/>
              <a:gd name="connsiteX5185" fmla="*/ 4057148 w 5158787"/>
              <a:gd name="connsiteY5185" fmla="*/ 3628661 h 4489084"/>
              <a:gd name="connsiteX5186" fmla="*/ 4058273 w 5158787"/>
              <a:gd name="connsiteY5186" fmla="*/ 3628010 h 4489084"/>
              <a:gd name="connsiteX5187" fmla="*/ 4396390 w 5158787"/>
              <a:gd name="connsiteY5187" fmla="*/ 3627773 h 4489084"/>
              <a:gd name="connsiteX5188" fmla="*/ 4415460 w 5158787"/>
              <a:gd name="connsiteY5188" fmla="*/ 3627773 h 4489084"/>
              <a:gd name="connsiteX5189" fmla="*/ 4416644 w 5158787"/>
              <a:gd name="connsiteY5189" fmla="*/ 3628424 h 4489084"/>
              <a:gd name="connsiteX5190" fmla="*/ 4426180 w 5158787"/>
              <a:gd name="connsiteY5190" fmla="*/ 3644948 h 4489084"/>
              <a:gd name="connsiteX5191" fmla="*/ 4426180 w 5158787"/>
              <a:gd name="connsiteY5191" fmla="*/ 3646310 h 4489084"/>
              <a:gd name="connsiteX5192" fmla="*/ 4416644 w 5158787"/>
              <a:gd name="connsiteY5192" fmla="*/ 3662834 h 4489084"/>
              <a:gd name="connsiteX5193" fmla="*/ 4415460 w 5158787"/>
              <a:gd name="connsiteY5193" fmla="*/ 3663486 h 4489084"/>
              <a:gd name="connsiteX5194" fmla="*/ 4396390 w 5158787"/>
              <a:gd name="connsiteY5194" fmla="*/ 3663486 h 4489084"/>
              <a:gd name="connsiteX5195" fmla="*/ 4395205 w 5158787"/>
              <a:gd name="connsiteY5195" fmla="*/ 3662834 h 4489084"/>
              <a:gd name="connsiteX5196" fmla="*/ 4385670 w 5158787"/>
              <a:gd name="connsiteY5196" fmla="*/ 3646310 h 4489084"/>
              <a:gd name="connsiteX5197" fmla="*/ 4385670 w 5158787"/>
              <a:gd name="connsiteY5197" fmla="*/ 3644948 h 4489084"/>
              <a:gd name="connsiteX5198" fmla="*/ 4395205 w 5158787"/>
              <a:gd name="connsiteY5198" fmla="*/ 3628424 h 4489084"/>
              <a:gd name="connsiteX5199" fmla="*/ 4396390 w 5158787"/>
              <a:gd name="connsiteY5199" fmla="*/ 3627773 h 4489084"/>
              <a:gd name="connsiteX5200" fmla="*/ 3922944 w 5158787"/>
              <a:gd name="connsiteY5200" fmla="*/ 3627773 h 4489084"/>
              <a:gd name="connsiteX5201" fmla="*/ 3942015 w 5158787"/>
              <a:gd name="connsiteY5201" fmla="*/ 3627773 h 4489084"/>
              <a:gd name="connsiteX5202" fmla="*/ 3943199 w 5158787"/>
              <a:gd name="connsiteY5202" fmla="*/ 3628424 h 4489084"/>
              <a:gd name="connsiteX5203" fmla="*/ 3952735 w 5158787"/>
              <a:gd name="connsiteY5203" fmla="*/ 3644948 h 4489084"/>
              <a:gd name="connsiteX5204" fmla="*/ 3952735 w 5158787"/>
              <a:gd name="connsiteY5204" fmla="*/ 3646310 h 4489084"/>
              <a:gd name="connsiteX5205" fmla="*/ 3943199 w 5158787"/>
              <a:gd name="connsiteY5205" fmla="*/ 3662834 h 4489084"/>
              <a:gd name="connsiteX5206" fmla="*/ 3942015 w 5158787"/>
              <a:gd name="connsiteY5206" fmla="*/ 3663486 h 4489084"/>
              <a:gd name="connsiteX5207" fmla="*/ 3922944 w 5158787"/>
              <a:gd name="connsiteY5207" fmla="*/ 3663486 h 4489084"/>
              <a:gd name="connsiteX5208" fmla="*/ 3921760 w 5158787"/>
              <a:gd name="connsiteY5208" fmla="*/ 3662834 h 4489084"/>
              <a:gd name="connsiteX5209" fmla="*/ 3912225 w 5158787"/>
              <a:gd name="connsiteY5209" fmla="*/ 3646310 h 4489084"/>
              <a:gd name="connsiteX5210" fmla="*/ 3912225 w 5158787"/>
              <a:gd name="connsiteY5210" fmla="*/ 3644948 h 4489084"/>
              <a:gd name="connsiteX5211" fmla="*/ 3921760 w 5158787"/>
              <a:gd name="connsiteY5211" fmla="*/ 3628424 h 4489084"/>
              <a:gd name="connsiteX5212" fmla="*/ 3922944 w 5158787"/>
              <a:gd name="connsiteY5212" fmla="*/ 3627773 h 4489084"/>
              <a:gd name="connsiteX5213" fmla="*/ 3990521 w 5158787"/>
              <a:gd name="connsiteY5213" fmla="*/ 3627714 h 4489084"/>
              <a:gd name="connsiteX5214" fmla="*/ 4009710 w 5158787"/>
              <a:gd name="connsiteY5214" fmla="*/ 3627714 h 4489084"/>
              <a:gd name="connsiteX5215" fmla="*/ 4010894 w 5158787"/>
              <a:gd name="connsiteY5215" fmla="*/ 3628365 h 4489084"/>
              <a:gd name="connsiteX5216" fmla="*/ 4020488 w 5158787"/>
              <a:gd name="connsiteY5216" fmla="*/ 3645008 h 4489084"/>
              <a:gd name="connsiteX5217" fmla="*/ 4020488 w 5158787"/>
              <a:gd name="connsiteY5217" fmla="*/ 3646370 h 4489084"/>
              <a:gd name="connsiteX5218" fmla="*/ 4010894 w 5158787"/>
              <a:gd name="connsiteY5218" fmla="*/ 3663012 h 4489084"/>
              <a:gd name="connsiteX5219" fmla="*/ 4009710 w 5158787"/>
              <a:gd name="connsiteY5219" fmla="*/ 3663664 h 4489084"/>
              <a:gd name="connsiteX5220" fmla="*/ 3990521 w 5158787"/>
              <a:gd name="connsiteY5220" fmla="*/ 3663664 h 4489084"/>
              <a:gd name="connsiteX5221" fmla="*/ 3989336 w 5158787"/>
              <a:gd name="connsiteY5221" fmla="*/ 3663012 h 4489084"/>
              <a:gd name="connsiteX5222" fmla="*/ 3979741 w 5158787"/>
              <a:gd name="connsiteY5222" fmla="*/ 3646370 h 4489084"/>
              <a:gd name="connsiteX5223" fmla="*/ 3979741 w 5158787"/>
              <a:gd name="connsiteY5223" fmla="*/ 3645008 h 4489084"/>
              <a:gd name="connsiteX5224" fmla="*/ 3989336 w 5158787"/>
              <a:gd name="connsiteY5224" fmla="*/ 3628365 h 4489084"/>
              <a:gd name="connsiteX5225" fmla="*/ 3990521 w 5158787"/>
              <a:gd name="connsiteY5225" fmla="*/ 3627714 h 4489084"/>
              <a:gd name="connsiteX5226" fmla="*/ 3855072 w 5158787"/>
              <a:gd name="connsiteY5226" fmla="*/ 3627359 h 4489084"/>
              <a:gd name="connsiteX5227" fmla="*/ 3874616 w 5158787"/>
              <a:gd name="connsiteY5227" fmla="*/ 3627359 h 4489084"/>
              <a:gd name="connsiteX5228" fmla="*/ 3875801 w 5158787"/>
              <a:gd name="connsiteY5228" fmla="*/ 3628070 h 4489084"/>
              <a:gd name="connsiteX5229" fmla="*/ 3885573 w 5158787"/>
              <a:gd name="connsiteY5229" fmla="*/ 3645008 h 4489084"/>
              <a:gd name="connsiteX5230" fmla="*/ 3885573 w 5158787"/>
              <a:gd name="connsiteY5230" fmla="*/ 3646370 h 4489084"/>
              <a:gd name="connsiteX5231" fmla="*/ 3875801 w 5158787"/>
              <a:gd name="connsiteY5231" fmla="*/ 3663309 h 4489084"/>
              <a:gd name="connsiteX5232" fmla="*/ 3874616 w 5158787"/>
              <a:gd name="connsiteY5232" fmla="*/ 3664019 h 4489084"/>
              <a:gd name="connsiteX5233" fmla="*/ 3855072 w 5158787"/>
              <a:gd name="connsiteY5233" fmla="*/ 3664019 h 4489084"/>
              <a:gd name="connsiteX5234" fmla="*/ 3853887 w 5158787"/>
              <a:gd name="connsiteY5234" fmla="*/ 3663309 h 4489084"/>
              <a:gd name="connsiteX5235" fmla="*/ 3844116 w 5158787"/>
              <a:gd name="connsiteY5235" fmla="*/ 3646370 h 4489084"/>
              <a:gd name="connsiteX5236" fmla="*/ 3844116 w 5158787"/>
              <a:gd name="connsiteY5236" fmla="*/ 3645008 h 4489084"/>
              <a:gd name="connsiteX5237" fmla="*/ 3853887 w 5158787"/>
              <a:gd name="connsiteY5237" fmla="*/ 3628070 h 4489084"/>
              <a:gd name="connsiteX5238" fmla="*/ 3855072 w 5158787"/>
              <a:gd name="connsiteY5238" fmla="*/ 3627359 h 4489084"/>
              <a:gd name="connsiteX5239" fmla="*/ 2772911 w 5158787"/>
              <a:gd name="connsiteY5239" fmla="*/ 3627300 h 4489084"/>
              <a:gd name="connsiteX5240" fmla="*/ 2792574 w 5158787"/>
              <a:gd name="connsiteY5240" fmla="*/ 3627300 h 4489084"/>
              <a:gd name="connsiteX5241" fmla="*/ 2793759 w 5158787"/>
              <a:gd name="connsiteY5241" fmla="*/ 3628011 h 4489084"/>
              <a:gd name="connsiteX5242" fmla="*/ 2803590 w 5158787"/>
              <a:gd name="connsiteY5242" fmla="*/ 3645008 h 4489084"/>
              <a:gd name="connsiteX5243" fmla="*/ 2803590 w 5158787"/>
              <a:gd name="connsiteY5243" fmla="*/ 3646370 h 4489084"/>
              <a:gd name="connsiteX5244" fmla="*/ 2793759 w 5158787"/>
              <a:gd name="connsiteY5244" fmla="*/ 3663368 h 4489084"/>
              <a:gd name="connsiteX5245" fmla="*/ 2792574 w 5158787"/>
              <a:gd name="connsiteY5245" fmla="*/ 3664079 h 4489084"/>
              <a:gd name="connsiteX5246" fmla="*/ 2772911 w 5158787"/>
              <a:gd name="connsiteY5246" fmla="*/ 3664079 h 4489084"/>
              <a:gd name="connsiteX5247" fmla="*/ 2771727 w 5158787"/>
              <a:gd name="connsiteY5247" fmla="*/ 3663368 h 4489084"/>
              <a:gd name="connsiteX5248" fmla="*/ 2761896 w 5158787"/>
              <a:gd name="connsiteY5248" fmla="*/ 3646370 h 4489084"/>
              <a:gd name="connsiteX5249" fmla="*/ 2761896 w 5158787"/>
              <a:gd name="connsiteY5249" fmla="*/ 3645008 h 4489084"/>
              <a:gd name="connsiteX5250" fmla="*/ 2771727 w 5158787"/>
              <a:gd name="connsiteY5250" fmla="*/ 3628011 h 4489084"/>
              <a:gd name="connsiteX5251" fmla="*/ 2772911 w 5158787"/>
              <a:gd name="connsiteY5251" fmla="*/ 3627300 h 4489084"/>
              <a:gd name="connsiteX5252" fmla="*/ 3787259 w 5158787"/>
              <a:gd name="connsiteY5252" fmla="*/ 3627062 h 4489084"/>
              <a:gd name="connsiteX5253" fmla="*/ 3807160 w 5158787"/>
              <a:gd name="connsiteY5253" fmla="*/ 3627062 h 4489084"/>
              <a:gd name="connsiteX5254" fmla="*/ 3808344 w 5158787"/>
              <a:gd name="connsiteY5254" fmla="*/ 3627773 h 4489084"/>
              <a:gd name="connsiteX5255" fmla="*/ 3818294 w 5158787"/>
              <a:gd name="connsiteY5255" fmla="*/ 3645007 h 4489084"/>
              <a:gd name="connsiteX5256" fmla="*/ 3818294 w 5158787"/>
              <a:gd name="connsiteY5256" fmla="*/ 3646429 h 4489084"/>
              <a:gd name="connsiteX5257" fmla="*/ 3808344 w 5158787"/>
              <a:gd name="connsiteY5257" fmla="*/ 3663663 h 4489084"/>
              <a:gd name="connsiteX5258" fmla="*/ 3807160 w 5158787"/>
              <a:gd name="connsiteY5258" fmla="*/ 3664374 h 4489084"/>
              <a:gd name="connsiteX5259" fmla="*/ 3787259 w 5158787"/>
              <a:gd name="connsiteY5259" fmla="*/ 3664374 h 4489084"/>
              <a:gd name="connsiteX5260" fmla="*/ 3786075 w 5158787"/>
              <a:gd name="connsiteY5260" fmla="*/ 3663663 h 4489084"/>
              <a:gd name="connsiteX5261" fmla="*/ 3776126 w 5158787"/>
              <a:gd name="connsiteY5261" fmla="*/ 3646429 h 4489084"/>
              <a:gd name="connsiteX5262" fmla="*/ 3776126 w 5158787"/>
              <a:gd name="connsiteY5262" fmla="*/ 3645007 h 4489084"/>
              <a:gd name="connsiteX5263" fmla="*/ 3786075 w 5158787"/>
              <a:gd name="connsiteY5263" fmla="*/ 3627773 h 4489084"/>
              <a:gd name="connsiteX5264" fmla="*/ 3787259 w 5158787"/>
              <a:gd name="connsiteY5264" fmla="*/ 3627062 h 4489084"/>
              <a:gd name="connsiteX5265" fmla="*/ 4598348 w 5158787"/>
              <a:gd name="connsiteY5265" fmla="*/ 3626115 h 4489084"/>
              <a:gd name="connsiteX5266" fmla="*/ 4619195 w 5158787"/>
              <a:gd name="connsiteY5266" fmla="*/ 3626115 h 4489084"/>
              <a:gd name="connsiteX5267" fmla="*/ 4620498 w 5158787"/>
              <a:gd name="connsiteY5267" fmla="*/ 3626826 h 4489084"/>
              <a:gd name="connsiteX5268" fmla="*/ 4630922 w 5158787"/>
              <a:gd name="connsiteY5268" fmla="*/ 3644889 h 4489084"/>
              <a:gd name="connsiteX5269" fmla="*/ 4630922 w 5158787"/>
              <a:gd name="connsiteY5269" fmla="*/ 3646370 h 4489084"/>
              <a:gd name="connsiteX5270" fmla="*/ 4620498 w 5158787"/>
              <a:gd name="connsiteY5270" fmla="*/ 3664434 h 4489084"/>
              <a:gd name="connsiteX5271" fmla="*/ 4619195 w 5158787"/>
              <a:gd name="connsiteY5271" fmla="*/ 3665144 h 4489084"/>
              <a:gd name="connsiteX5272" fmla="*/ 4598348 w 5158787"/>
              <a:gd name="connsiteY5272" fmla="*/ 3665144 h 4489084"/>
              <a:gd name="connsiteX5273" fmla="*/ 4597045 w 5158787"/>
              <a:gd name="connsiteY5273" fmla="*/ 3664434 h 4489084"/>
              <a:gd name="connsiteX5274" fmla="*/ 4586621 w 5158787"/>
              <a:gd name="connsiteY5274" fmla="*/ 3646370 h 4489084"/>
              <a:gd name="connsiteX5275" fmla="*/ 4586621 w 5158787"/>
              <a:gd name="connsiteY5275" fmla="*/ 3644889 h 4489084"/>
              <a:gd name="connsiteX5276" fmla="*/ 4597045 w 5158787"/>
              <a:gd name="connsiteY5276" fmla="*/ 3626826 h 4489084"/>
              <a:gd name="connsiteX5277" fmla="*/ 4598348 w 5158787"/>
              <a:gd name="connsiteY5277" fmla="*/ 3626115 h 4489084"/>
              <a:gd name="connsiteX5278" fmla="*/ 4463137 w 5158787"/>
              <a:gd name="connsiteY5278" fmla="*/ 3626115 h 4489084"/>
              <a:gd name="connsiteX5279" fmla="*/ 4483984 w 5158787"/>
              <a:gd name="connsiteY5279" fmla="*/ 3626115 h 4489084"/>
              <a:gd name="connsiteX5280" fmla="*/ 4485287 w 5158787"/>
              <a:gd name="connsiteY5280" fmla="*/ 3626826 h 4489084"/>
              <a:gd name="connsiteX5281" fmla="*/ 4495711 w 5158787"/>
              <a:gd name="connsiteY5281" fmla="*/ 3644889 h 4489084"/>
              <a:gd name="connsiteX5282" fmla="*/ 4495711 w 5158787"/>
              <a:gd name="connsiteY5282" fmla="*/ 3646370 h 4489084"/>
              <a:gd name="connsiteX5283" fmla="*/ 4485287 w 5158787"/>
              <a:gd name="connsiteY5283" fmla="*/ 3664434 h 4489084"/>
              <a:gd name="connsiteX5284" fmla="*/ 4483984 w 5158787"/>
              <a:gd name="connsiteY5284" fmla="*/ 3665144 h 4489084"/>
              <a:gd name="connsiteX5285" fmla="*/ 4463137 w 5158787"/>
              <a:gd name="connsiteY5285" fmla="*/ 3665144 h 4489084"/>
              <a:gd name="connsiteX5286" fmla="*/ 4461833 w 5158787"/>
              <a:gd name="connsiteY5286" fmla="*/ 3664434 h 4489084"/>
              <a:gd name="connsiteX5287" fmla="*/ 4451410 w 5158787"/>
              <a:gd name="connsiteY5287" fmla="*/ 3646370 h 4489084"/>
              <a:gd name="connsiteX5288" fmla="*/ 4451410 w 5158787"/>
              <a:gd name="connsiteY5288" fmla="*/ 3644889 h 4489084"/>
              <a:gd name="connsiteX5289" fmla="*/ 4461833 w 5158787"/>
              <a:gd name="connsiteY5289" fmla="*/ 3626826 h 4489084"/>
              <a:gd name="connsiteX5290" fmla="*/ 4463137 w 5158787"/>
              <a:gd name="connsiteY5290" fmla="*/ 3626115 h 4489084"/>
              <a:gd name="connsiteX5291" fmla="*/ 2839777 w 5158787"/>
              <a:gd name="connsiteY5291" fmla="*/ 3625819 h 4489084"/>
              <a:gd name="connsiteX5292" fmla="*/ 2860980 w 5158787"/>
              <a:gd name="connsiteY5292" fmla="*/ 3625819 h 4489084"/>
              <a:gd name="connsiteX5293" fmla="*/ 2862283 w 5158787"/>
              <a:gd name="connsiteY5293" fmla="*/ 3626589 h 4489084"/>
              <a:gd name="connsiteX5294" fmla="*/ 2872884 w 5158787"/>
              <a:gd name="connsiteY5294" fmla="*/ 3644949 h 4489084"/>
              <a:gd name="connsiteX5295" fmla="*/ 2872884 w 5158787"/>
              <a:gd name="connsiteY5295" fmla="*/ 3646429 h 4489084"/>
              <a:gd name="connsiteX5296" fmla="*/ 2862283 w 5158787"/>
              <a:gd name="connsiteY5296" fmla="*/ 3664789 h 4489084"/>
              <a:gd name="connsiteX5297" fmla="*/ 2860980 w 5158787"/>
              <a:gd name="connsiteY5297" fmla="*/ 3665559 h 4489084"/>
              <a:gd name="connsiteX5298" fmla="*/ 2839777 w 5158787"/>
              <a:gd name="connsiteY5298" fmla="*/ 3665559 h 4489084"/>
              <a:gd name="connsiteX5299" fmla="*/ 2838474 w 5158787"/>
              <a:gd name="connsiteY5299" fmla="*/ 3664789 h 4489084"/>
              <a:gd name="connsiteX5300" fmla="*/ 2827873 w 5158787"/>
              <a:gd name="connsiteY5300" fmla="*/ 3646429 h 4489084"/>
              <a:gd name="connsiteX5301" fmla="*/ 2827873 w 5158787"/>
              <a:gd name="connsiteY5301" fmla="*/ 3644949 h 4489084"/>
              <a:gd name="connsiteX5302" fmla="*/ 2838474 w 5158787"/>
              <a:gd name="connsiteY5302" fmla="*/ 3626589 h 4489084"/>
              <a:gd name="connsiteX5303" fmla="*/ 2839777 w 5158787"/>
              <a:gd name="connsiteY5303" fmla="*/ 3625819 h 4489084"/>
              <a:gd name="connsiteX5304" fmla="*/ 3583644 w 5158787"/>
              <a:gd name="connsiteY5304" fmla="*/ 3625760 h 4489084"/>
              <a:gd name="connsiteX5305" fmla="*/ 3604965 w 5158787"/>
              <a:gd name="connsiteY5305" fmla="*/ 3625760 h 4489084"/>
              <a:gd name="connsiteX5306" fmla="*/ 3606268 w 5158787"/>
              <a:gd name="connsiteY5306" fmla="*/ 3626530 h 4489084"/>
              <a:gd name="connsiteX5307" fmla="*/ 3616928 w 5158787"/>
              <a:gd name="connsiteY5307" fmla="*/ 3645008 h 4489084"/>
              <a:gd name="connsiteX5308" fmla="*/ 3616928 w 5158787"/>
              <a:gd name="connsiteY5308" fmla="*/ 3646489 h 4489084"/>
              <a:gd name="connsiteX5309" fmla="*/ 3606268 w 5158787"/>
              <a:gd name="connsiteY5309" fmla="*/ 3664967 h 4489084"/>
              <a:gd name="connsiteX5310" fmla="*/ 3604965 w 5158787"/>
              <a:gd name="connsiteY5310" fmla="*/ 3665737 h 4489084"/>
              <a:gd name="connsiteX5311" fmla="*/ 3583644 w 5158787"/>
              <a:gd name="connsiteY5311" fmla="*/ 3665737 h 4489084"/>
              <a:gd name="connsiteX5312" fmla="*/ 3582340 w 5158787"/>
              <a:gd name="connsiteY5312" fmla="*/ 3664967 h 4489084"/>
              <a:gd name="connsiteX5313" fmla="*/ 3571680 w 5158787"/>
              <a:gd name="connsiteY5313" fmla="*/ 3646489 h 4489084"/>
              <a:gd name="connsiteX5314" fmla="*/ 3571680 w 5158787"/>
              <a:gd name="connsiteY5314" fmla="*/ 3645008 h 4489084"/>
              <a:gd name="connsiteX5315" fmla="*/ 3582340 w 5158787"/>
              <a:gd name="connsiteY5315" fmla="*/ 3626530 h 4489084"/>
              <a:gd name="connsiteX5316" fmla="*/ 3583644 w 5158787"/>
              <a:gd name="connsiteY5316" fmla="*/ 3625760 h 4489084"/>
              <a:gd name="connsiteX5317" fmla="*/ 3516009 w 5158787"/>
              <a:gd name="connsiteY5317" fmla="*/ 3625760 h 4489084"/>
              <a:gd name="connsiteX5318" fmla="*/ 3537330 w 5158787"/>
              <a:gd name="connsiteY5318" fmla="*/ 3625760 h 4489084"/>
              <a:gd name="connsiteX5319" fmla="*/ 3538633 w 5158787"/>
              <a:gd name="connsiteY5319" fmla="*/ 3626530 h 4489084"/>
              <a:gd name="connsiteX5320" fmla="*/ 3549293 w 5158787"/>
              <a:gd name="connsiteY5320" fmla="*/ 3645008 h 4489084"/>
              <a:gd name="connsiteX5321" fmla="*/ 3549293 w 5158787"/>
              <a:gd name="connsiteY5321" fmla="*/ 3646489 h 4489084"/>
              <a:gd name="connsiteX5322" fmla="*/ 3538633 w 5158787"/>
              <a:gd name="connsiteY5322" fmla="*/ 3664967 h 4489084"/>
              <a:gd name="connsiteX5323" fmla="*/ 3537330 w 5158787"/>
              <a:gd name="connsiteY5323" fmla="*/ 3665737 h 4489084"/>
              <a:gd name="connsiteX5324" fmla="*/ 3516009 w 5158787"/>
              <a:gd name="connsiteY5324" fmla="*/ 3665737 h 4489084"/>
              <a:gd name="connsiteX5325" fmla="*/ 3514706 w 5158787"/>
              <a:gd name="connsiteY5325" fmla="*/ 3664967 h 4489084"/>
              <a:gd name="connsiteX5326" fmla="*/ 3504045 w 5158787"/>
              <a:gd name="connsiteY5326" fmla="*/ 3646489 h 4489084"/>
              <a:gd name="connsiteX5327" fmla="*/ 3504045 w 5158787"/>
              <a:gd name="connsiteY5327" fmla="*/ 3645008 h 4489084"/>
              <a:gd name="connsiteX5328" fmla="*/ 3514706 w 5158787"/>
              <a:gd name="connsiteY5328" fmla="*/ 3626530 h 4489084"/>
              <a:gd name="connsiteX5329" fmla="*/ 3516009 w 5158787"/>
              <a:gd name="connsiteY5329" fmla="*/ 3625760 h 4489084"/>
              <a:gd name="connsiteX5330" fmla="*/ 3718855 w 5158787"/>
              <a:gd name="connsiteY5330" fmla="*/ 3625523 h 4489084"/>
              <a:gd name="connsiteX5331" fmla="*/ 3740354 w 5158787"/>
              <a:gd name="connsiteY5331" fmla="*/ 3625523 h 4489084"/>
              <a:gd name="connsiteX5332" fmla="*/ 3741656 w 5158787"/>
              <a:gd name="connsiteY5332" fmla="*/ 3626293 h 4489084"/>
              <a:gd name="connsiteX5333" fmla="*/ 3752436 w 5158787"/>
              <a:gd name="connsiteY5333" fmla="*/ 3644949 h 4489084"/>
              <a:gd name="connsiteX5334" fmla="*/ 3752436 w 5158787"/>
              <a:gd name="connsiteY5334" fmla="*/ 3646489 h 4489084"/>
              <a:gd name="connsiteX5335" fmla="*/ 3741656 w 5158787"/>
              <a:gd name="connsiteY5335" fmla="*/ 3665145 h 4489084"/>
              <a:gd name="connsiteX5336" fmla="*/ 3740354 w 5158787"/>
              <a:gd name="connsiteY5336" fmla="*/ 3665915 h 4489084"/>
              <a:gd name="connsiteX5337" fmla="*/ 3718855 w 5158787"/>
              <a:gd name="connsiteY5337" fmla="*/ 3665915 h 4489084"/>
              <a:gd name="connsiteX5338" fmla="*/ 3717552 w 5158787"/>
              <a:gd name="connsiteY5338" fmla="*/ 3665145 h 4489084"/>
              <a:gd name="connsiteX5339" fmla="*/ 3706773 w 5158787"/>
              <a:gd name="connsiteY5339" fmla="*/ 3646489 h 4489084"/>
              <a:gd name="connsiteX5340" fmla="*/ 3706773 w 5158787"/>
              <a:gd name="connsiteY5340" fmla="*/ 3644949 h 4489084"/>
              <a:gd name="connsiteX5341" fmla="*/ 3717552 w 5158787"/>
              <a:gd name="connsiteY5341" fmla="*/ 3626293 h 4489084"/>
              <a:gd name="connsiteX5342" fmla="*/ 3718855 w 5158787"/>
              <a:gd name="connsiteY5342" fmla="*/ 3625523 h 4489084"/>
              <a:gd name="connsiteX5343" fmla="*/ 4665627 w 5158787"/>
              <a:gd name="connsiteY5343" fmla="*/ 3625404 h 4489084"/>
              <a:gd name="connsiteX5344" fmla="*/ 4687245 w 5158787"/>
              <a:gd name="connsiteY5344" fmla="*/ 3625404 h 4489084"/>
              <a:gd name="connsiteX5345" fmla="*/ 4688547 w 5158787"/>
              <a:gd name="connsiteY5345" fmla="*/ 3626174 h 4489084"/>
              <a:gd name="connsiteX5346" fmla="*/ 4699385 w 5158787"/>
              <a:gd name="connsiteY5346" fmla="*/ 3644889 h 4489084"/>
              <a:gd name="connsiteX5347" fmla="*/ 4699385 w 5158787"/>
              <a:gd name="connsiteY5347" fmla="*/ 3646429 h 4489084"/>
              <a:gd name="connsiteX5348" fmla="*/ 4688547 w 5158787"/>
              <a:gd name="connsiteY5348" fmla="*/ 3665144 h 4489084"/>
              <a:gd name="connsiteX5349" fmla="*/ 4687245 w 5158787"/>
              <a:gd name="connsiteY5349" fmla="*/ 3665914 h 4489084"/>
              <a:gd name="connsiteX5350" fmla="*/ 4665627 w 5158787"/>
              <a:gd name="connsiteY5350" fmla="*/ 3665914 h 4489084"/>
              <a:gd name="connsiteX5351" fmla="*/ 4664324 w 5158787"/>
              <a:gd name="connsiteY5351" fmla="*/ 3665144 h 4489084"/>
              <a:gd name="connsiteX5352" fmla="*/ 4653486 w 5158787"/>
              <a:gd name="connsiteY5352" fmla="*/ 3646429 h 4489084"/>
              <a:gd name="connsiteX5353" fmla="*/ 4653486 w 5158787"/>
              <a:gd name="connsiteY5353" fmla="*/ 3644889 h 4489084"/>
              <a:gd name="connsiteX5354" fmla="*/ 4664324 w 5158787"/>
              <a:gd name="connsiteY5354" fmla="*/ 3626174 h 4489084"/>
              <a:gd name="connsiteX5355" fmla="*/ 4665627 w 5158787"/>
              <a:gd name="connsiteY5355" fmla="*/ 3625404 h 4489084"/>
              <a:gd name="connsiteX5356" fmla="*/ 3448255 w 5158787"/>
              <a:gd name="connsiteY5356" fmla="*/ 3625404 h 4489084"/>
              <a:gd name="connsiteX5357" fmla="*/ 3469872 w 5158787"/>
              <a:gd name="connsiteY5357" fmla="*/ 3625404 h 4489084"/>
              <a:gd name="connsiteX5358" fmla="*/ 3471175 w 5158787"/>
              <a:gd name="connsiteY5358" fmla="*/ 3626174 h 4489084"/>
              <a:gd name="connsiteX5359" fmla="*/ 3482014 w 5158787"/>
              <a:gd name="connsiteY5359" fmla="*/ 3644889 h 4489084"/>
              <a:gd name="connsiteX5360" fmla="*/ 3482014 w 5158787"/>
              <a:gd name="connsiteY5360" fmla="*/ 3646429 h 4489084"/>
              <a:gd name="connsiteX5361" fmla="*/ 3471175 w 5158787"/>
              <a:gd name="connsiteY5361" fmla="*/ 3665144 h 4489084"/>
              <a:gd name="connsiteX5362" fmla="*/ 3469872 w 5158787"/>
              <a:gd name="connsiteY5362" fmla="*/ 3665914 h 4489084"/>
              <a:gd name="connsiteX5363" fmla="*/ 3448255 w 5158787"/>
              <a:gd name="connsiteY5363" fmla="*/ 3665914 h 4489084"/>
              <a:gd name="connsiteX5364" fmla="*/ 3446952 w 5158787"/>
              <a:gd name="connsiteY5364" fmla="*/ 3665144 h 4489084"/>
              <a:gd name="connsiteX5365" fmla="*/ 3436114 w 5158787"/>
              <a:gd name="connsiteY5365" fmla="*/ 3646429 h 4489084"/>
              <a:gd name="connsiteX5366" fmla="*/ 3436114 w 5158787"/>
              <a:gd name="connsiteY5366" fmla="*/ 3644889 h 4489084"/>
              <a:gd name="connsiteX5367" fmla="*/ 3446952 w 5158787"/>
              <a:gd name="connsiteY5367" fmla="*/ 3626174 h 4489084"/>
              <a:gd name="connsiteX5368" fmla="*/ 3448255 w 5158787"/>
              <a:gd name="connsiteY5368" fmla="*/ 3625404 h 4489084"/>
              <a:gd name="connsiteX5369" fmla="*/ 3042504 w 5158787"/>
              <a:gd name="connsiteY5369" fmla="*/ 3625404 h 4489084"/>
              <a:gd name="connsiteX5370" fmla="*/ 3064121 w 5158787"/>
              <a:gd name="connsiteY5370" fmla="*/ 3625404 h 4489084"/>
              <a:gd name="connsiteX5371" fmla="*/ 3065424 w 5158787"/>
              <a:gd name="connsiteY5371" fmla="*/ 3626174 h 4489084"/>
              <a:gd name="connsiteX5372" fmla="*/ 3076262 w 5158787"/>
              <a:gd name="connsiteY5372" fmla="*/ 3644889 h 4489084"/>
              <a:gd name="connsiteX5373" fmla="*/ 3076262 w 5158787"/>
              <a:gd name="connsiteY5373" fmla="*/ 3646429 h 4489084"/>
              <a:gd name="connsiteX5374" fmla="*/ 3065424 w 5158787"/>
              <a:gd name="connsiteY5374" fmla="*/ 3665144 h 4489084"/>
              <a:gd name="connsiteX5375" fmla="*/ 3064121 w 5158787"/>
              <a:gd name="connsiteY5375" fmla="*/ 3665914 h 4489084"/>
              <a:gd name="connsiteX5376" fmla="*/ 3042504 w 5158787"/>
              <a:gd name="connsiteY5376" fmla="*/ 3665914 h 4489084"/>
              <a:gd name="connsiteX5377" fmla="*/ 3041201 w 5158787"/>
              <a:gd name="connsiteY5377" fmla="*/ 3665144 h 4489084"/>
              <a:gd name="connsiteX5378" fmla="*/ 3030363 w 5158787"/>
              <a:gd name="connsiteY5378" fmla="*/ 3646429 h 4489084"/>
              <a:gd name="connsiteX5379" fmla="*/ 3030363 w 5158787"/>
              <a:gd name="connsiteY5379" fmla="*/ 3644889 h 4489084"/>
              <a:gd name="connsiteX5380" fmla="*/ 3041201 w 5158787"/>
              <a:gd name="connsiteY5380" fmla="*/ 3626174 h 4489084"/>
              <a:gd name="connsiteX5381" fmla="*/ 3042504 w 5158787"/>
              <a:gd name="connsiteY5381" fmla="*/ 3625404 h 4489084"/>
              <a:gd name="connsiteX5382" fmla="*/ 4530297 w 5158787"/>
              <a:gd name="connsiteY5382" fmla="*/ 3625345 h 4489084"/>
              <a:gd name="connsiteX5383" fmla="*/ 4552033 w 5158787"/>
              <a:gd name="connsiteY5383" fmla="*/ 3625345 h 4489084"/>
              <a:gd name="connsiteX5384" fmla="*/ 4553336 w 5158787"/>
              <a:gd name="connsiteY5384" fmla="*/ 3626115 h 4489084"/>
              <a:gd name="connsiteX5385" fmla="*/ 4564174 w 5158787"/>
              <a:gd name="connsiteY5385" fmla="*/ 3644948 h 4489084"/>
              <a:gd name="connsiteX5386" fmla="*/ 4564174 w 5158787"/>
              <a:gd name="connsiteY5386" fmla="*/ 3646488 h 4489084"/>
              <a:gd name="connsiteX5387" fmla="*/ 4553277 w 5158787"/>
              <a:gd name="connsiteY5387" fmla="*/ 3665322 h 4489084"/>
              <a:gd name="connsiteX5388" fmla="*/ 4551974 w 5158787"/>
              <a:gd name="connsiteY5388" fmla="*/ 3666092 h 4489084"/>
              <a:gd name="connsiteX5389" fmla="*/ 4530238 w 5158787"/>
              <a:gd name="connsiteY5389" fmla="*/ 3666092 h 4489084"/>
              <a:gd name="connsiteX5390" fmla="*/ 4528935 w 5158787"/>
              <a:gd name="connsiteY5390" fmla="*/ 3665322 h 4489084"/>
              <a:gd name="connsiteX5391" fmla="*/ 4518097 w 5158787"/>
              <a:gd name="connsiteY5391" fmla="*/ 3646488 h 4489084"/>
              <a:gd name="connsiteX5392" fmla="*/ 4518097 w 5158787"/>
              <a:gd name="connsiteY5392" fmla="*/ 3644948 h 4489084"/>
              <a:gd name="connsiteX5393" fmla="*/ 4528995 w 5158787"/>
              <a:gd name="connsiteY5393" fmla="*/ 3626115 h 4489084"/>
              <a:gd name="connsiteX5394" fmla="*/ 4530297 w 5158787"/>
              <a:gd name="connsiteY5394" fmla="*/ 3625345 h 4489084"/>
              <a:gd name="connsiteX5395" fmla="*/ 3651041 w 5158787"/>
              <a:gd name="connsiteY5395" fmla="*/ 3625226 h 4489084"/>
              <a:gd name="connsiteX5396" fmla="*/ 3672896 w 5158787"/>
              <a:gd name="connsiteY5396" fmla="*/ 3625226 h 4489084"/>
              <a:gd name="connsiteX5397" fmla="*/ 3674258 w 5158787"/>
              <a:gd name="connsiteY5397" fmla="*/ 3625996 h 4489084"/>
              <a:gd name="connsiteX5398" fmla="*/ 3685155 w 5158787"/>
              <a:gd name="connsiteY5398" fmla="*/ 3644948 h 4489084"/>
              <a:gd name="connsiteX5399" fmla="*/ 3685155 w 5158787"/>
              <a:gd name="connsiteY5399" fmla="*/ 3646488 h 4489084"/>
              <a:gd name="connsiteX5400" fmla="*/ 3674199 w 5158787"/>
              <a:gd name="connsiteY5400" fmla="*/ 3665440 h 4489084"/>
              <a:gd name="connsiteX5401" fmla="*/ 3672836 w 5158787"/>
              <a:gd name="connsiteY5401" fmla="*/ 3666210 h 4489084"/>
              <a:gd name="connsiteX5402" fmla="*/ 3650983 w 5158787"/>
              <a:gd name="connsiteY5402" fmla="*/ 3666210 h 4489084"/>
              <a:gd name="connsiteX5403" fmla="*/ 3649620 w 5158787"/>
              <a:gd name="connsiteY5403" fmla="*/ 3665440 h 4489084"/>
              <a:gd name="connsiteX5404" fmla="*/ 3638723 w 5158787"/>
              <a:gd name="connsiteY5404" fmla="*/ 3646488 h 4489084"/>
              <a:gd name="connsiteX5405" fmla="*/ 3638723 w 5158787"/>
              <a:gd name="connsiteY5405" fmla="*/ 3644948 h 4489084"/>
              <a:gd name="connsiteX5406" fmla="*/ 3649679 w 5158787"/>
              <a:gd name="connsiteY5406" fmla="*/ 3625996 h 4489084"/>
              <a:gd name="connsiteX5407" fmla="*/ 3651041 w 5158787"/>
              <a:gd name="connsiteY5407" fmla="*/ 3625226 h 4489084"/>
              <a:gd name="connsiteX5408" fmla="*/ 4733084 w 5158787"/>
              <a:gd name="connsiteY5408" fmla="*/ 3625108 h 4489084"/>
              <a:gd name="connsiteX5409" fmla="*/ 4755056 w 5158787"/>
              <a:gd name="connsiteY5409" fmla="*/ 3625108 h 4489084"/>
              <a:gd name="connsiteX5410" fmla="*/ 4756418 w 5158787"/>
              <a:gd name="connsiteY5410" fmla="*/ 3625878 h 4489084"/>
              <a:gd name="connsiteX5411" fmla="*/ 4767376 w 5158787"/>
              <a:gd name="connsiteY5411" fmla="*/ 3644889 h 4489084"/>
              <a:gd name="connsiteX5412" fmla="*/ 4767376 w 5158787"/>
              <a:gd name="connsiteY5412" fmla="*/ 3646429 h 4489084"/>
              <a:gd name="connsiteX5413" fmla="*/ 4756359 w 5158787"/>
              <a:gd name="connsiteY5413" fmla="*/ 3665440 h 4489084"/>
              <a:gd name="connsiteX5414" fmla="*/ 4754997 w 5158787"/>
              <a:gd name="connsiteY5414" fmla="*/ 3666210 h 4489084"/>
              <a:gd name="connsiteX5415" fmla="*/ 4733025 w 5158787"/>
              <a:gd name="connsiteY5415" fmla="*/ 3666210 h 4489084"/>
              <a:gd name="connsiteX5416" fmla="*/ 4731663 w 5158787"/>
              <a:gd name="connsiteY5416" fmla="*/ 3665440 h 4489084"/>
              <a:gd name="connsiteX5417" fmla="*/ 4720706 w 5158787"/>
              <a:gd name="connsiteY5417" fmla="*/ 3646429 h 4489084"/>
              <a:gd name="connsiteX5418" fmla="*/ 4720706 w 5158787"/>
              <a:gd name="connsiteY5418" fmla="*/ 3644889 h 4489084"/>
              <a:gd name="connsiteX5419" fmla="*/ 4731722 w 5158787"/>
              <a:gd name="connsiteY5419" fmla="*/ 3625878 h 4489084"/>
              <a:gd name="connsiteX5420" fmla="*/ 4733084 w 5158787"/>
              <a:gd name="connsiteY5420" fmla="*/ 3625108 h 4489084"/>
              <a:gd name="connsiteX5421" fmla="*/ 3312807 w 5158787"/>
              <a:gd name="connsiteY5421" fmla="*/ 3625108 h 4489084"/>
              <a:gd name="connsiteX5422" fmla="*/ 3334780 w 5158787"/>
              <a:gd name="connsiteY5422" fmla="*/ 3625108 h 4489084"/>
              <a:gd name="connsiteX5423" fmla="*/ 3336142 w 5158787"/>
              <a:gd name="connsiteY5423" fmla="*/ 3625878 h 4489084"/>
              <a:gd name="connsiteX5424" fmla="*/ 3347099 w 5158787"/>
              <a:gd name="connsiteY5424" fmla="*/ 3644889 h 4489084"/>
              <a:gd name="connsiteX5425" fmla="*/ 3347099 w 5158787"/>
              <a:gd name="connsiteY5425" fmla="*/ 3646429 h 4489084"/>
              <a:gd name="connsiteX5426" fmla="*/ 3336083 w 5158787"/>
              <a:gd name="connsiteY5426" fmla="*/ 3665440 h 4489084"/>
              <a:gd name="connsiteX5427" fmla="*/ 3334721 w 5158787"/>
              <a:gd name="connsiteY5427" fmla="*/ 3666210 h 4489084"/>
              <a:gd name="connsiteX5428" fmla="*/ 3312748 w 5158787"/>
              <a:gd name="connsiteY5428" fmla="*/ 3666210 h 4489084"/>
              <a:gd name="connsiteX5429" fmla="*/ 3311386 w 5158787"/>
              <a:gd name="connsiteY5429" fmla="*/ 3665440 h 4489084"/>
              <a:gd name="connsiteX5430" fmla="*/ 3300429 w 5158787"/>
              <a:gd name="connsiteY5430" fmla="*/ 3646429 h 4489084"/>
              <a:gd name="connsiteX5431" fmla="*/ 3300429 w 5158787"/>
              <a:gd name="connsiteY5431" fmla="*/ 3644889 h 4489084"/>
              <a:gd name="connsiteX5432" fmla="*/ 3311445 w 5158787"/>
              <a:gd name="connsiteY5432" fmla="*/ 3625878 h 4489084"/>
              <a:gd name="connsiteX5433" fmla="*/ 3312807 w 5158787"/>
              <a:gd name="connsiteY5433" fmla="*/ 3625108 h 4489084"/>
              <a:gd name="connsiteX5434" fmla="*/ 2907056 w 5158787"/>
              <a:gd name="connsiteY5434" fmla="*/ 3625108 h 4489084"/>
              <a:gd name="connsiteX5435" fmla="*/ 2929029 w 5158787"/>
              <a:gd name="connsiteY5435" fmla="*/ 3625108 h 4489084"/>
              <a:gd name="connsiteX5436" fmla="*/ 2930391 w 5158787"/>
              <a:gd name="connsiteY5436" fmla="*/ 3625878 h 4489084"/>
              <a:gd name="connsiteX5437" fmla="*/ 2941347 w 5158787"/>
              <a:gd name="connsiteY5437" fmla="*/ 3644889 h 4489084"/>
              <a:gd name="connsiteX5438" fmla="*/ 2941347 w 5158787"/>
              <a:gd name="connsiteY5438" fmla="*/ 3646429 h 4489084"/>
              <a:gd name="connsiteX5439" fmla="*/ 2930332 w 5158787"/>
              <a:gd name="connsiteY5439" fmla="*/ 3665440 h 4489084"/>
              <a:gd name="connsiteX5440" fmla="*/ 2928970 w 5158787"/>
              <a:gd name="connsiteY5440" fmla="*/ 3666210 h 4489084"/>
              <a:gd name="connsiteX5441" fmla="*/ 2906997 w 5158787"/>
              <a:gd name="connsiteY5441" fmla="*/ 3666210 h 4489084"/>
              <a:gd name="connsiteX5442" fmla="*/ 2905635 w 5158787"/>
              <a:gd name="connsiteY5442" fmla="*/ 3665440 h 4489084"/>
              <a:gd name="connsiteX5443" fmla="*/ 2894678 w 5158787"/>
              <a:gd name="connsiteY5443" fmla="*/ 3646429 h 4489084"/>
              <a:gd name="connsiteX5444" fmla="*/ 2894678 w 5158787"/>
              <a:gd name="connsiteY5444" fmla="*/ 3644889 h 4489084"/>
              <a:gd name="connsiteX5445" fmla="*/ 2905694 w 5158787"/>
              <a:gd name="connsiteY5445" fmla="*/ 3625878 h 4489084"/>
              <a:gd name="connsiteX5446" fmla="*/ 2907056 w 5158787"/>
              <a:gd name="connsiteY5446" fmla="*/ 3625108 h 4489084"/>
              <a:gd name="connsiteX5447" fmla="*/ 5003448 w 5158787"/>
              <a:gd name="connsiteY5447" fmla="*/ 3624930 h 4489084"/>
              <a:gd name="connsiteX5448" fmla="*/ 5025657 w 5158787"/>
              <a:gd name="connsiteY5448" fmla="*/ 3624930 h 4489084"/>
              <a:gd name="connsiteX5449" fmla="*/ 5027019 w 5158787"/>
              <a:gd name="connsiteY5449" fmla="*/ 3625700 h 4489084"/>
              <a:gd name="connsiteX5450" fmla="*/ 5038094 w 5158787"/>
              <a:gd name="connsiteY5450" fmla="*/ 3644948 h 4489084"/>
              <a:gd name="connsiteX5451" fmla="*/ 5038094 w 5158787"/>
              <a:gd name="connsiteY5451" fmla="*/ 3646488 h 4489084"/>
              <a:gd name="connsiteX5452" fmla="*/ 5027019 w 5158787"/>
              <a:gd name="connsiteY5452" fmla="*/ 3665736 h 4489084"/>
              <a:gd name="connsiteX5453" fmla="*/ 5025657 w 5158787"/>
              <a:gd name="connsiteY5453" fmla="*/ 3666506 h 4489084"/>
              <a:gd name="connsiteX5454" fmla="*/ 5003448 w 5158787"/>
              <a:gd name="connsiteY5454" fmla="*/ 3666506 h 4489084"/>
              <a:gd name="connsiteX5455" fmla="*/ 5002086 w 5158787"/>
              <a:gd name="connsiteY5455" fmla="*/ 3665736 h 4489084"/>
              <a:gd name="connsiteX5456" fmla="*/ 4991010 w 5158787"/>
              <a:gd name="connsiteY5456" fmla="*/ 3646488 h 4489084"/>
              <a:gd name="connsiteX5457" fmla="*/ 4991010 w 5158787"/>
              <a:gd name="connsiteY5457" fmla="*/ 3644948 h 4489084"/>
              <a:gd name="connsiteX5458" fmla="*/ 5002086 w 5158787"/>
              <a:gd name="connsiteY5458" fmla="*/ 3625700 h 4489084"/>
              <a:gd name="connsiteX5459" fmla="*/ 5003448 w 5158787"/>
              <a:gd name="connsiteY5459" fmla="*/ 3624930 h 4489084"/>
              <a:gd name="connsiteX5460" fmla="*/ 4800483 w 5158787"/>
              <a:gd name="connsiteY5460" fmla="*/ 3624694 h 4489084"/>
              <a:gd name="connsiteX5461" fmla="*/ 4822870 w 5158787"/>
              <a:gd name="connsiteY5461" fmla="*/ 3624694 h 4489084"/>
              <a:gd name="connsiteX5462" fmla="*/ 4824232 w 5158787"/>
              <a:gd name="connsiteY5462" fmla="*/ 3625464 h 4489084"/>
              <a:gd name="connsiteX5463" fmla="*/ 4835426 w 5158787"/>
              <a:gd name="connsiteY5463" fmla="*/ 3644890 h 4489084"/>
              <a:gd name="connsiteX5464" fmla="*/ 4835426 w 5158787"/>
              <a:gd name="connsiteY5464" fmla="*/ 3646489 h 4489084"/>
              <a:gd name="connsiteX5465" fmla="*/ 4824232 w 5158787"/>
              <a:gd name="connsiteY5465" fmla="*/ 3665915 h 4489084"/>
              <a:gd name="connsiteX5466" fmla="*/ 4822870 w 5158787"/>
              <a:gd name="connsiteY5466" fmla="*/ 3666684 h 4489084"/>
              <a:gd name="connsiteX5467" fmla="*/ 4800483 w 5158787"/>
              <a:gd name="connsiteY5467" fmla="*/ 3666684 h 4489084"/>
              <a:gd name="connsiteX5468" fmla="*/ 4799121 w 5158787"/>
              <a:gd name="connsiteY5468" fmla="*/ 3665915 h 4489084"/>
              <a:gd name="connsiteX5469" fmla="*/ 4787927 w 5158787"/>
              <a:gd name="connsiteY5469" fmla="*/ 3646489 h 4489084"/>
              <a:gd name="connsiteX5470" fmla="*/ 4787927 w 5158787"/>
              <a:gd name="connsiteY5470" fmla="*/ 3644890 h 4489084"/>
              <a:gd name="connsiteX5471" fmla="*/ 4799121 w 5158787"/>
              <a:gd name="connsiteY5471" fmla="*/ 3625464 h 4489084"/>
              <a:gd name="connsiteX5472" fmla="*/ 4800483 w 5158787"/>
              <a:gd name="connsiteY5472" fmla="*/ 3624694 h 4489084"/>
              <a:gd name="connsiteX5473" fmla="*/ 3177359 w 5158787"/>
              <a:gd name="connsiteY5473" fmla="*/ 3624694 h 4489084"/>
              <a:gd name="connsiteX5474" fmla="*/ 3199747 w 5158787"/>
              <a:gd name="connsiteY5474" fmla="*/ 3624694 h 4489084"/>
              <a:gd name="connsiteX5475" fmla="*/ 3201109 w 5158787"/>
              <a:gd name="connsiteY5475" fmla="*/ 3625464 h 4489084"/>
              <a:gd name="connsiteX5476" fmla="*/ 3212302 w 5158787"/>
              <a:gd name="connsiteY5476" fmla="*/ 3644890 h 4489084"/>
              <a:gd name="connsiteX5477" fmla="*/ 3212302 w 5158787"/>
              <a:gd name="connsiteY5477" fmla="*/ 3646489 h 4489084"/>
              <a:gd name="connsiteX5478" fmla="*/ 3201109 w 5158787"/>
              <a:gd name="connsiteY5478" fmla="*/ 3665915 h 4489084"/>
              <a:gd name="connsiteX5479" fmla="*/ 3199747 w 5158787"/>
              <a:gd name="connsiteY5479" fmla="*/ 3666684 h 4489084"/>
              <a:gd name="connsiteX5480" fmla="*/ 3177359 w 5158787"/>
              <a:gd name="connsiteY5480" fmla="*/ 3666684 h 4489084"/>
              <a:gd name="connsiteX5481" fmla="*/ 3175997 w 5158787"/>
              <a:gd name="connsiteY5481" fmla="*/ 3665915 h 4489084"/>
              <a:gd name="connsiteX5482" fmla="*/ 3164804 w 5158787"/>
              <a:gd name="connsiteY5482" fmla="*/ 3646489 h 4489084"/>
              <a:gd name="connsiteX5483" fmla="*/ 3164804 w 5158787"/>
              <a:gd name="connsiteY5483" fmla="*/ 3644890 h 4489084"/>
              <a:gd name="connsiteX5484" fmla="*/ 3175997 w 5158787"/>
              <a:gd name="connsiteY5484" fmla="*/ 3625464 h 4489084"/>
              <a:gd name="connsiteX5485" fmla="*/ 3177359 w 5158787"/>
              <a:gd name="connsiteY5485" fmla="*/ 3624694 h 4489084"/>
              <a:gd name="connsiteX5486" fmla="*/ 3380206 w 5158787"/>
              <a:gd name="connsiteY5486" fmla="*/ 3624575 h 4489084"/>
              <a:gd name="connsiteX5487" fmla="*/ 3402712 w 5158787"/>
              <a:gd name="connsiteY5487" fmla="*/ 3624575 h 4489084"/>
              <a:gd name="connsiteX5488" fmla="*/ 3404074 w 5158787"/>
              <a:gd name="connsiteY5488" fmla="*/ 3625345 h 4489084"/>
              <a:gd name="connsiteX5489" fmla="*/ 3415327 w 5158787"/>
              <a:gd name="connsiteY5489" fmla="*/ 3644830 h 4489084"/>
              <a:gd name="connsiteX5490" fmla="*/ 3415327 w 5158787"/>
              <a:gd name="connsiteY5490" fmla="*/ 3646429 h 4489084"/>
              <a:gd name="connsiteX5491" fmla="*/ 3404074 w 5158787"/>
              <a:gd name="connsiteY5491" fmla="*/ 3665914 h 4489084"/>
              <a:gd name="connsiteX5492" fmla="*/ 3402712 w 5158787"/>
              <a:gd name="connsiteY5492" fmla="*/ 3666684 h 4489084"/>
              <a:gd name="connsiteX5493" fmla="*/ 3380206 w 5158787"/>
              <a:gd name="connsiteY5493" fmla="*/ 3666684 h 4489084"/>
              <a:gd name="connsiteX5494" fmla="*/ 3378844 w 5158787"/>
              <a:gd name="connsiteY5494" fmla="*/ 3665914 h 4489084"/>
              <a:gd name="connsiteX5495" fmla="*/ 3367591 w 5158787"/>
              <a:gd name="connsiteY5495" fmla="*/ 3646429 h 4489084"/>
              <a:gd name="connsiteX5496" fmla="*/ 3367591 w 5158787"/>
              <a:gd name="connsiteY5496" fmla="*/ 3644830 h 4489084"/>
              <a:gd name="connsiteX5497" fmla="*/ 3378844 w 5158787"/>
              <a:gd name="connsiteY5497" fmla="*/ 3625345 h 4489084"/>
              <a:gd name="connsiteX5498" fmla="*/ 3380206 w 5158787"/>
              <a:gd name="connsiteY5498" fmla="*/ 3624575 h 4489084"/>
              <a:gd name="connsiteX5499" fmla="*/ 2974395 w 5158787"/>
              <a:gd name="connsiteY5499" fmla="*/ 3624575 h 4489084"/>
              <a:gd name="connsiteX5500" fmla="*/ 2996900 w 5158787"/>
              <a:gd name="connsiteY5500" fmla="*/ 3624575 h 4489084"/>
              <a:gd name="connsiteX5501" fmla="*/ 2998263 w 5158787"/>
              <a:gd name="connsiteY5501" fmla="*/ 3625345 h 4489084"/>
              <a:gd name="connsiteX5502" fmla="*/ 3009515 w 5158787"/>
              <a:gd name="connsiteY5502" fmla="*/ 3644830 h 4489084"/>
              <a:gd name="connsiteX5503" fmla="*/ 3009515 w 5158787"/>
              <a:gd name="connsiteY5503" fmla="*/ 3646429 h 4489084"/>
              <a:gd name="connsiteX5504" fmla="*/ 2998263 w 5158787"/>
              <a:gd name="connsiteY5504" fmla="*/ 3665914 h 4489084"/>
              <a:gd name="connsiteX5505" fmla="*/ 2996900 w 5158787"/>
              <a:gd name="connsiteY5505" fmla="*/ 3666684 h 4489084"/>
              <a:gd name="connsiteX5506" fmla="*/ 2974395 w 5158787"/>
              <a:gd name="connsiteY5506" fmla="*/ 3666684 h 4489084"/>
              <a:gd name="connsiteX5507" fmla="*/ 2973033 w 5158787"/>
              <a:gd name="connsiteY5507" fmla="*/ 3665914 h 4489084"/>
              <a:gd name="connsiteX5508" fmla="*/ 2961780 w 5158787"/>
              <a:gd name="connsiteY5508" fmla="*/ 3646429 h 4489084"/>
              <a:gd name="connsiteX5509" fmla="*/ 2961780 w 5158787"/>
              <a:gd name="connsiteY5509" fmla="*/ 3644830 h 4489084"/>
              <a:gd name="connsiteX5510" fmla="*/ 2973033 w 5158787"/>
              <a:gd name="connsiteY5510" fmla="*/ 3625345 h 4489084"/>
              <a:gd name="connsiteX5511" fmla="*/ 2974395 w 5158787"/>
              <a:gd name="connsiteY5511" fmla="*/ 3624575 h 4489084"/>
              <a:gd name="connsiteX5512" fmla="*/ 3244817 w 5158787"/>
              <a:gd name="connsiteY5512" fmla="*/ 3624398 h 4489084"/>
              <a:gd name="connsiteX5513" fmla="*/ 3267560 w 5158787"/>
              <a:gd name="connsiteY5513" fmla="*/ 3624398 h 4489084"/>
              <a:gd name="connsiteX5514" fmla="*/ 3268922 w 5158787"/>
              <a:gd name="connsiteY5514" fmla="*/ 3625227 h 4489084"/>
              <a:gd name="connsiteX5515" fmla="*/ 3280293 w 5158787"/>
              <a:gd name="connsiteY5515" fmla="*/ 3644949 h 4489084"/>
              <a:gd name="connsiteX5516" fmla="*/ 3280293 w 5158787"/>
              <a:gd name="connsiteY5516" fmla="*/ 3646548 h 4489084"/>
              <a:gd name="connsiteX5517" fmla="*/ 3268922 w 5158787"/>
              <a:gd name="connsiteY5517" fmla="*/ 3666270 h 4489084"/>
              <a:gd name="connsiteX5518" fmla="*/ 3267560 w 5158787"/>
              <a:gd name="connsiteY5518" fmla="*/ 3667099 h 4489084"/>
              <a:gd name="connsiteX5519" fmla="*/ 3244817 w 5158787"/>
              <a:gd name="connsiteY5519" fmla="*/ 3667099 h 4489084"/>
              <a:gd name="connsiteX5520" fmla="*/ 3243455 w 5158787"/>
              <a:gd name="connsiteY5520" fmla="*/ 3666270 h 4489084"/>
              <a:gd name="connsiteX5521" fmla="*/ 3232084 w 5158787"/>
              <a:gd name="connsiteY5521" fmla="*/ 3646548 h 4489084"/>
              <a:gd name="connsiteX5522" fmla="*/ 3232084 w 5158787"/>
              <a:gd name="connsiteY5522" fmla="*/ 3644949 h 4489084"/>
              <a:gd name="connsiteX5523" fmla="*/ 3243455 w 5158787"/>
              <a:gd name="connsiteY5523" fmla="*/ 3625227 h 4489084"/>
              <a:gd name="connsiteX5524" fmla="*/ 3244817 w 5158787"/>
              <a:gd name="connsiteY5524" fmla="*/ 3624398 h 4489084"/>
              <a:gd name="connsiteX5525" fmla="*/ 3109370 w 5158787"/>
              <a:gd name="connsiteY5525" fmla="*/ 3623983 h 4489084"/>
              <a:gd name="connsiteX5526" fmla="*/ 3132527 w 5158787"/>
              <a:gd name="connsiteY5526" fmla="*/ 3623983 h 4489084"/>
              <a:gd name="connsiteX5527" fmla="*/ 3133948 w 5158787"/>
              <a:gd name="connsiteY5527" fmla="*/ 3624812 h 4489084"/>
              <a:gd name="connsiteX5528" fmla="*/ 3145556 w 5158787"/>
              <a:gd name="connsiteY5528" fmla="*/ 3644889 h 4489084"/>
              <a:gd name="connsiteX5529" fmla="*/ 3145556 w 5158787"/>
              <a:gd name="connsiteY5529" fmla="*/ 3646548 h 4489084"/>
              <a:gd name="connsiteX5530" fmla="*/ 3133948 w 5158787"/>
              <a:gd name="connsiteY5530" fmla="*/ 3666625 h 4489084"/>
              <a:gd name="connsiteX5531" fmla="*/ 3132527 w 5158787"/>
              <a:gd name="connsiteY5531" fmla="*/ 3667454 h 4489084"/>
              <a:gd name="connsiteX5532" fmla="*/ 3109370 w 5158787"/>
              <a:gd name="connsiteY5532" fmla="*/ 3667454 h 4489084"/>
              <a:gd name="connsiteX5533" fmla="*/ 3107948 w 5158787"/>
              <a:gd name="connsiteY5533" fmla="*/ 3666625 h 4489084"/>
              <a:gd name="connsiteX5534" fmla="*/ 3096340 w 5158787"/>
              <a:gd name="connsiteY5534" fmla="*/ 3646548 h 4489084"/>
              <a:gd name="connsiteX5535" fmla="*/ 3096340 w 5158787"/>
              <a:gd name="connsiteY5535" fmla="*/ 3644889 h 4489084"/>
              <a:gd name="connsiteX5536" fmla="*/ 3107948 w 5158787"/>
              <a:gd name="connsiteY5536" fmla="*/ 3624812 h 4489084"/>
              <a:gd name="connsiteX5537" fmla="*/ 3109370 w 5158787"/>
              <a:gd name="connsiteY5537" fmla="*/ 3623983 h 4489084"/>
              <a:gd name="connsiteX5538" fmla="*/ 4935042 w 5158787"/>
              <a:gd name="connsiteY5538" fmla="*/ 3623450 h 4489084"/>
              <a:gd name="connsiteX5539" fmla="*/ 4958791 w 5158787"/>
              <a:gd name="connsiteY5539" fmla="*/ 3623450 h 4489084"/>
              <a:gd name="connsiteX5540" fmla="*/ 4960213 w 5158787"/>
              <a:gd name="connsiteY5540" fmla="*/ 3624279 h 4489084"/>
              <a:gd name="connsiteX5541" fmla="*/ 4972058 w 5158787"/>
              <a:gd name="connsiteY5541" fmla="*/ 3644830 h 4489084"/>
              <a:gd name="connsiteX5542" fmla="*/ 4972058 w 5158787"/>
              <a:gd name="connsiteY5542" fmla="*/ 3646489 h 4489084"/>
              <a:gd name="connsiteX5543" fmla="*/ 4960153 w 5158787"/>
              <a:gd name="connsiteY5543" fmla="*/ 3667040 h 4489084"/>
              <a:gd name="connsiteX5544" fmla="*/ 4958732 w 5158787"/>
              <a:gd name="connsiteY5544" fmla="*/ 3667869 h 4489084"/>
              <a:gd name="connsiteX5545" fmla="*/ 4934983 w 5158787"/>
              <a:gd name="connsiteY5545" fmla="*/ 3667869 h 4489084"/>
              <a:gd name="connsiteX5546" fmla="*/ 4933561 w 5158787"/>
              <a:gd name="connsiteY5546" fmla="*/ 3667040 h 4489084"/>
              <a:gd name="connsiteX5547" fmla="*/ 4921716 w 5158787"/>
              <a:gd name="connsiteY5547" fmla="*/ 3646489 h 4489084"/>
              <a:gd name="connsiteX5548" fmla="*/ 4921716 w 5158787"/>
              <a:gd name="connsiteY5548" fmla="*/ 3644830 h 4489084"/>
              <a:gd name="connsiteX5549" fmla="*/ 4933621 w 5158787"/>
              <a:gd name="connsiteY5549" fmla="*/ 3624279 h 4489084"/>
              <a:gd name="connsiteX5550" fmla="*/ 4935042 w 5158787"/>
              <a:gd name="connsiteY5550" fmla="*/ 3623450 h 4489084"/>
              <a:gd name="connsiteX5551" fmla="*/ 4867406 w 5158787"/>
              <a:gd name="connsiteY5551" fmla="*/ 3623450 h 4489084"/>
              <a:gd name="connsiteX5552" fmla="*/ 4891156 w 5158787"/>
              <a:gd name="connsiteY5552" fmla="*/ 3623450 h 4489084"/>
              <a:gd name="connsiteX5553" fmla="*/ 4892577 w 5158787"/>
              <a:gd name="connsiteY5553" fmla="*/ 3624279 h 4489084"/>
              <a:gd name="connsiteX5554" fmla="*/ 4904422 w 5158787"/>
              <a:gd name="connsiteY5554" fmla="*/ 3644830 h 4489084"/>
              <a:gd name="connsiteX5555" fmla="*/ 4904422 w 5158787"/>
              <a:gd name="connsiteY5555" fmla="*/ 3646489 h 4489084"/>
              <a:gd name="connsiteX5556" fmla="*/ 4892519 w 5158787"/>
              <a:gd name="connsiteY5556" fmla="*/ 3667040 h 4489084"/>
              <a:gd name="connsiteX5557" fmla="*/ 4891096 w 5158787"/>
              <a:gd name="connsiteY5557" fmla="*/ 3667869 h 4489084"/>
              <a:gd name="connsiteX5558" fmla="*/ 4867348 w 5158787"/>
              <a:gd name="connsiteY5558" fmla="*/ 3667869 h 4489084"/>
              <a:gd name="connsiteX5559" fmla="*/ 4865926 w 5158787"/>
              <a:gd name="connsiteY5559" fmla="*/ 3667040 h 4489084"/>
              <a:gd name="connsiteX5560" fmla="*/ 4854081 w 5158787"/>
              <a:gd name="connsiteY5560" fmla="*/ 3646489 h 4489084"/>
              <a:gd name="connsiteX5561" fmla="*/ 4854081 w 5158787"/>
              <a:gd name="connsiteY5561" fmla="*/ 3644830 h 4489084"/>
              <a:gd name="connsiteX5562" fmla="*/ 4865985 w 5158787"/>
              <a:gd name="connsiteY5562" fmla="*/ 3624279 h 4489084"/>
              <a:gd name="connsiteX5563" fmla="*/ 4867406 w 5158787"/>
              <a:gd name="connsiteY5563" fmla="*/ 3623450 h 4489084"/>
              <a:gd name="connsiteX5564" fmla="*/ 5076058 w 5158787"/>
              <a:gd name="connsiteY5564" fmla="*/ 3575596 h 4489084"/>
              <a:gd name="connsiteX5565" fmla="*/ 5088317 w 5158787"/>
              <a:gd name="connsiteY5565" fmla="*/ 3575596 h 4489084"/>
              <a:gd name="connsiteX5566" fmla="*/ 5089087 w 5158787"/>
              <a:gd name="connsiteY5566" fmla="*/ 3576010 h 4489084"/>
              <a:gd name="connsiteX5567" fmla="*/ 5095187 w 5158787"/>
              <a:gd name="connsiteY5567" fmla="*/ 3586612 h 4489084"/>
              <a:gd name="connsiteX5568" fmla="*/ 5095187 w 5158787"/>
              <a:gd name="connsiteY5568" fmla="*/ 3587500 h 4489084"/>
              <a:gd name="connsiteX5569" fmla="*/ 5089028 w 5158787"/>
              <a:gd name="connsiteY5569" fmla="*/ 3598101 h 4489084"/>
              <a:gd name="connsiteX5570" fmla="*/ 5088258 w 5158787"/>
              <a:gd name="connsiteY5570" fmla="*/ 3598516 h 4489084"/>
              <a:gd name="connsiteX5571" fmla="*/ 5075998 w 5158787"/>
              <a:gd name="connsiteY5571" fmla="*/ 3598516 h 4489084"/>
              <a:gd name="connsiteX5572" fmla="*/ 5075228 w 5158787"/>
              <a:gd name="connsiteY5572" fmla="*/ 3598101 h 4489084"/>
              <a:gd name="connsiteX5573" fmla="*/ 5069128 w 5158787"/>
              <a:gd name="connsiteY5573" fmla="*/ 3587500 h 4489084"/>
              <a:gd name="connsiteX5574" fmla="*/ 5069128 w 5158787"/>
              <a:gd name="connsiteY5574" fmla="*/ 3586612 h 4489084"/>
              <a:gd name="connsiteX5575" fmla="*/ 5075288 w 5158787"/>
              <a:gd name="connsiteY5575" fmla="*/ 3576010 h 4489084"/>
              <a:gd name="connsiteX5576" fmla="*/ 5076058 w 5158787"/>
              <a:gd name="connsiteY5576" fmla="*/ 3575596 h 4489084"/>
              <a:gd name="connsiteX5577" fmla="*/ 4329643 w 5158787"/>
              <a:gd name="connsiteY5577" fmla="*/ 3570917 h 4489084"/>
              <a:gd name="connsiteX5578" fmla="*/ 4346878 w 5158787"/>
              <a:gd name="connsiteY5578" fmla="*/ 3570917 h 4489084"/>
              <a:gd name="connsiteX5579" fmla="*/ 4347943 w 5158787"/>
              <a:gd name="connsiteY5579" fmla="*/ 3571509 h 4489084"/>
              <a:gd name="connsiteX5580" fmla="*/ 4356531 w 5158787"/>
              <a:gd name="connsiteY5580" fmla="*/ 3586434 h 4489084"/>
              <a:gd name="connsiteX5581" fmla="*/ 4356531 w 5158787"/>
              <a:gd name="connsiteY5581" fmla="*/ 3587678 h 4489084"/>
              <a:gd name="connsiteX5582" fmla="*/ 4347884 w 5158787"/>
              <a:gd name="connsiteY5582" fmla="*/ 3602603 h 4489084"/>
              <a:gd name="connsiteX5583" fmla="*/ 4346818 w 5158787"/>
              <a:gd name="connsiteY5583" fmla="*/ 3603195 h 4489084"/>
              <a:gd name="connsiteX5584" fmla="*/ 4329584 w 5158787"/>
              <a:gd name="connsiteY5584" fmla="*/ 3603195 h 4489084"/>
              <a:gd name="connsiteX5585" fmla="*/ 4328517 w 5158787"/>
              <a:gd name="connsiteY5585" fmla="*/ 3602603 h 4489084"/>
              <a:gd name="connsiteX5586" fmla="*/ 4319930 w 5158787"/>
              <a:gd name="connsiteY5586" fmla="*/ 3587678 h 4489084"/>
              <a:gd name="connsiteX5587" fmla="*/ 4319930 w 5158787"/>
              <a:gd name="connsiteY5587" fmla="*/ 3586434 h 4489084"/>
              <a:gd name="connsiteX5588" fmla="*/ 4328576 w 5158787"/>
              <a:gd name="connsiteY5588" fmla="*/ 3571509 h 4489084"/>
              <a:gd name="connsiteX5589" fmla="*/ 4329643 w 5158787"/>
              <a:gd name="connsiteY5589" fmla="*/ 3570917 h 4489084"/>
              <a:gd name="connsiteX5590" fmla="*/ 4261772 w 5158787"/>
              <a:gd name="connsiteY5590" fmla="*/ 3570443 h 4489084"/>
              <a:gd name="connsiteX5591" fmla="*/ 4279540 w 5158787"/>
              <a:gd name="connsiteY5591" fmla="*/ 3570443 h 4489084"/>
              <a:gd name="connsiteX5592" fmla="*/ 4280605 w 5158787"/>
              <a:gd name="connsiteY5592" fmla="*/ 3571095 h 4489084"/>
              <a:gd name="connsiteX5593" fmla="*/ 4289489 w 5158787"/>
              <a:gd name="connsiteY5593" fmla="*/ 3586493 h 4489084"/>
              <a:gd name="connsiteX5594" fmla="*/ 4289489 w 5158787"/>
              <a:gd name="connsiteY5594" fmla="*/ 3587737 h 4489084"/>
              <a:gd name="connsiteX5595" fmla="*/ 4280605 w 5158787"/>
              <a:gd name="connsiteY5595" fmla="*/ 3603135 h 4489084"/>
              <a:gd name="connsiteX5596" fmla="*/ 4279540 w 5158787"/>
              <a:gd name="connsiteY5596" fmla="*/ 3603787 h 4489084"/>
              <a:gd name="connsiteX5597" fmla="*/ 4261772 w 5158787"/>
              <a:gd name="connsiteY5597" fmla="*/ 3603787 h 4489084"/>
              <a:gd name="connsiteX5598" fmla="*/ 4260706 w 5158787"/>
              <a:gd name="connsiteY5598" fmla="*/ 3603135 h 4489084"/>
              <a:gd name="connsiteX5599" fmla="*/ 4251822 w 5158787"/>
              <a:gd name="connsiteY5599" fmla="*/ 3587737 h 4489084"/>
              <a:gd name="connsiteX5600" fmla="*/ 4251822 w 5158787"/>
              <a:gd name="connsiteY5600" fmla="*/ 3586493 h 4489084"/>
              <a:gd name="connsiteX5601" fmla="*/ 4260706 w 5158787"/>
              <a:gd name="connsiteY5601" fmla="*/ 3571095 h 4489084"/>
              <a:gd name="connsiteX5602" fmla="*/ 4261772 w 5158787"/>
              <a:gd name="connsiteY5602" fmla="*/ 3570443 h 4489084"/>
              <a:gd name="connsiteX5603" fmla="*/ 4193781 w 5158787"/>
              <a:gd name="connsiteY5603" fmla="*/ 3569792 h 4489084"/>
              <a:gd name="connsiteX5604" fmla="*/ 4212200 w 5158787"/>
              <a:gd name="connsiteY5604" fmla="*/ 3569792 h 4489084"/>
              <a:gd name="connsiteX5605" fmla="*/ 4213325 w 5158787"/>
              <a:gd name="connsiteY5605" fmla="*/ 3570443 h 4489084"/>
              <a:gd name="connsiteX5606" fmla="*/ 4222564 w 5158787"/>
              <a:gd name="connsiteY5606" fmla="*/ 3586434 h 4489084"/>
              <a:gd name="connsiteX5607" fmla="*/ 4222564 w 5158787"/>
              <a:gd name="connsiteY5607" fmla="*/ 3587737 h 4489084"/>
              <a:gd name="connsiteX5608" fmla="*/ 4213325 w 5158787"/>
              <a:gd name="connsiteY5608" fmla="*/ 3603728 h 4489084"/>
              <a:gd name="connsiteX5609" fmla="*/ 4212200 w 5158787"/>
              <a:gd name="connsiteY5609" fmla="*/ 3604380 h 4489084"/>
              <a:gd name="connsiteX5610" fmla="*/ 4193781 w 5158787"/>
              <a:gd name="connsiteY5610" fmla="*/ 3604380 h 4489084"/>
              <a:gd name="connsiteX5611" fmla="*/ 4192656 w 5158787"/>
              <a:gd name="connsiteY5611" fmla="*/ 3603728 h 4489084"/>
              <a:gd name="connsiteX5612" fmla="*/ 4183416 w 5158787"/>
              <a:gd name="connsiteY5612" fmla="*/ 3587737 h 4489084"/>
              <a:gd name="connsiteX5613" fmla="*/ 4183416 w 5158787"/>
              <a:gd name="connsiteY5613" fmla="*/ 3586434 h 4489084"/>
              <a:gd name="connsiteX5614" fmla="*/ 4192656 w 5158787"/>
              <a:gd name="connsiteY5614" fmla="*/ 3570443 h 4489084"/>
              <a:gd name="connsiteX5615" fmla="*/ 4193781 w 5158787"/>
              <a:gd name="connsiteY5615" fmla="*/ 3569792 h 4489084"/>
              <a:gd name="connsiteX5616" fmla="*/ 3990935 w 5158787"/>
              <a:gd name="connsiteY5616" fmla="*/ 3569792 h 4489084"/>
              <a:gd name="connsiteX5617" fmla="*/ 4009354 w 5158787"/>
              <a:gd name="connsiteY5617" fmla="*/ 3569792 h 4489084"/>
              <a:gd name="connsiteX5618" fmla="*/ 4010479 w 5158787"/>
              <a:gd name="connsiteY5618" fmla="*/ 3570443 h 4489084"/>
              <a:gd name="connsiteX5619" fmla="*/ 4019718 w 5158787"/>
              <a:gd name="connsiteY5619" fmla="*/ 3586434 h 4489084"/>
              <a:gd name="connsiteX5620" fmla="*/ 4019718 w 5158787"/>
              <a:gd name="connsiteY5620" fmla="*/ 3587737 h 4489084"/>
              <a:gd name="connsiteX5621" fmla="*/ 4010479 w 5158787"/>
              <a:gd name="connsiteY5621" fmla="*/ 3603728 h 4489084"/>
              <a:gd name="connsiteX5622" fmla="*/ 4009354 w 5158787"/>
              <a:gd name="connsiteY5622" fmla="*/ 3604380 h 4489084"/>
              <a:gd name="connsiteX5623" fmla="*/ 3990935 w 5158787"/>
              <a:gd name="connsiteY5623" fmla="*/ 3604380 h 4489084"/>
              <a:gd name="connsiteX5624" fmla="*/ 3989810 w 5158787"/>
              <a:gd name="connsiteY5624" fmla="*/ 3603728 h 4489084"/>
              <a:gd name="connsiteX5625" fmla="*/ 3980570 w 5158787"/>
              <a:gd name="connsiteY5625" fmla="*/ 3587737 h 4489084"/>
              <a:gd name="connsiteX5626" fmla="*/ 3980570 w 5158787"/>
              <a:gd name="connsiteY5626" fmla="*/ 3586434 h 4489084"/>
              <a:gd name="connsiteX5627" fmla="*/ 3989810 w 5158787"/>
              <a:gd name="connsiteY5627" fmla="*/ 3570443 h 4489084"/>
              <a:gd name="connsiteX5628" fmla="*/ 3990935 w 5158787"/>
              <a:gd name="connsiteY5628" fmla="*/ 3569792 h 4489084"/>
              <a:gd name="connsiteX5629" fmla="*/ 4396626 w 5158787"/>
              <a:gd name="connsiteY5629" fmla="*/ 3569733 h 4489084"/>
              <a:gd name="connsiteX5630" fmla="*/ 4415163 w 5158787"/>
              <a:gd name="connsiteY5630" fmla="*/ 3569733 h 4489084"/>
              <a:gd name="connsiteX5631" fmla="*/ 4416289 w 5158787"/>
              <a:gd name="connsiteY5631" fmla="*/ 3570385 h 4489084"/>
              <a:gd name="connsiteX5632" fmla="*/ 4425528 w 5158787"/>
              <a:gd name="connsiteY5632" fmla="*/ 3586435 h 4489084"/>
              <a:gd name="connsiteX5633" fmla="*/ 4425528 w 5158787"/>
              <a:gd name="connsiteY5633" fmla="*/ 3587738 h 4489084"/>
              <a:gd name="connsiteX5634" fmla="*/ 4416230 w 5158787"/>
              <a:gd name="connsiteY5634" fmla="*/ 3603787 h 4489084"/>
              <a:gd name="connsiteX5635" fmla="*/ 4415104 w 5158787"/>
              <a:gd name="connsiteY5635" fmla="*/ 3604439 h 4489084"/>
              <a:gd name="connsiteX5636" fmla="*/ 4396567 w 5158787"/>
              <a:gd name="connsiteY5636" fmla="*/ 3604439 h 4489084"/>
              <a:gd name="connsiteX5637" fmla="*/ 4395442 w 5158787"/>
              <a:gd name="connsiteY5637" fmla="*/ 3603787 h 4489084"/>
              <a:gd name="connsiteX5638" fmla="*/ 4386202 w 5158787"/>
              <a:gd name="connsiteY5638" fmla="*/ 3587738 h 4489084"/>
              <a:gd name="connsiteX5639" fmla="*/ 4386202 w 5158787"/>
              <a:gd name="connsiteY5639" fmla="*/ 3586435 h 4489084"/>
              <a:gd name="connsiteX5640" fmla="*/ 4395501 w 5158787"/>
              <a:gd name="connsiteY5640" fmla="*/ 3570385 h 4489084"/>
              <a:gd name="connsiteX5641" fmla="*/ 4396626 w 5158787"/>
              <a:gd name="connsiteY5641" fmla="*/ 3569733 h 4489084"/>
              <a:gd name="connsiteX5642" fmla="*/ 3922944 w 5158787"/>
              <a:gd name="connsiteY5642" fmla="*/ 3569318 h 4489084"/>
              <a:gd name="connsiteX5643" fmla="*/ 3941956 w 5158787"/>
              <a:gd name="connsiteY5643" fmla="*/ 3569318 h 4489084"/>
              <a:gd name="connsiteX5644" fmla="*/ 3943140 w 5158787"/>
              <a:gd name="connsiteY5644" fmla="*/ 3569970 h 4489084"/>
              <a:gd name="connsiteX5645" fmla="*/ 3952616 w 5158787"/>
              <a:gd name="connsiteY5645" fmla="*/ 3586434 h 4489084"/>
              <a:gd name="connsiteX5646" fmla="*/ 3952616 w 5158787"/>
              <a:gd name="connsiteY5646" fmla="*/ 3587797 h 4489084"/>
              <a:gd name="connsiteX5647" fmla="*/ 3943140 w 5158787"/>
              <a:gd name="connsiteY5647" fmla="*/ 3604261 h 4489084"/>
              <a:gd name="connsiteX5648" fmla="*/ 3941956 w 5158787"/>
              <a:gd name="connsiteY5648" fmla="*/ 3604912 h 4489084"/>
              <a:gd name="connsiteX5649" fmla="*/ 3922944 w 5158787"/>
              <a:gd name="connsiteY5649" fmla="*/ 3604912 h 4489084"/>
              <a:gd name="connsiteX5650" fmla="*/ 3921760 w 5158787"/>
              <a:gd name="connsiteY5650" fmla="*/ 3604261 h 4489084"/>
              <a:gd name="connsiteX5651" fmla="*/ 3912284 w 5158787"/>
              <a:gd name="connsiteY5651" fmla="*/ 3587797 h 4489084"/>
              <a:gd name="connsiteX5652" fmla="*/ 3912284 w 5158787"/>
              <a:gd name="connsiteY5652" fmla="*/ 3586434 h 4489084"/>
              <a:gd name="connsiteX5653" fmla="*/ 3921760 w 5158787"/>
              <a:gd name="connsiteY5653" fmla="*/ 3569970 h 4489084"/>
              <a:gd name="connsiteX5654" fmla="*/ 3922944 w 5158787"/>
              <a:gd name="connsiteY5654" fmla="*/ 3569318 h 4489084"/>
              <a:gd name="connsiteX5655" fmla="*/ 4463729 w 5158787"/>
              <a:gd name="connsiteY5655" fmla="*/ 3568785 h 4489084"/>
              <a:gd name="connsiteX5656" fmla="*/ 4483273 w 5158787"/>
              <a:gd name="connsiteY5656" fmla="*/ 3568785 h 4489084"/>
              <a:gd name="connsiteX5657" fmla="*/ 4484458 w 5158787"/>
              <a:gd name="connsiteY5657" fmla="*/ 3569496 h 4489084"/>
              <a:gd name="connsiteX5658" fmla="*/ 4494230 w 5158787"/>
              <a:gd name="connsiteY5658" fmla="*/ 3586434 h 4489084"/>
              <a:gd name="connsiteX5659" fmla="*/ 4494230 w 5158787"/>
              <a:gd name="connsiteY5659" fmla="*/ 3587796 h 4489084"/>
              <a:gd name="connsiteX5660" fmla="*/ 4484458 w 5158787"/>
              <a:gd name="connsiteY5660" fmla="*/ 3604735 h 4489084"/>
              <a:gd name="connsiteX5661" fmla="*/ 4483273 w 5158787"/>
              <a:gd name="connsiteY5661" fmla="*/ 3605445 h 4489084"/>
              <a:gd name="connsiteX5662" fmla="*/ 4463729 w 5158787"/>
              <a:gd name="connsiteY5662" fmla="*/ 3605445 h 4489084"/>
              <a:gd name="connsiteX5663" fmla="*/ 4462544 w 5158787"/>
              <a:gd name="connsiteY5663" fmla="*/ 3604735 h 4489084"/>
              <a:gd name="connsiteX5664" fmla="*/ 4452773 w 5158787"/>
              <a:gd name="connsiteY5664" fmla="*/ 3587796 h 4489084"/>
              <a:gd name="connsiteX5665" fmla="*/ 4452773 w 5158787"/>
              <a:gd name="connsiteY5665" fmla="*/ 3586434 h 4489084"/>
              <a:gd name="connsiteX5666" fmla="*/ 4462544 w 5158787"/>
              <a:gd name="connsiteY5666" fmla="*/ 3569496 h 4489084"/>
              <a:gd name="connsiteX5667" fmla="*/ 4463729 w 5158787"/>
              <a:gd name="connsiteY5667" fmla="*/ 3568785 h 4489084"/>
              <a:gd name="connsiteX5668" fmla="*/ 2705335 w 5158787"/>
              <a:gd name="connsiteY5668" fmla="*/ 3568785 h 4489084"/>
              <a:gd name="connsiteX5669" fmla="*/ 2724880 w 5158787"/>
              <a:gd name="connsiteY5669" fmla="*/ 3568785 h 4489084"/>
              <a:gd name="connsiteX5670" fmla="*/ 2726064 w 5158787"/>
              <a:gd name="connsiteY5670" fmla="*/ 3569496 h 4489084"/>
              <a:gd name="connsiteX5671" fmla="*/ 2735836 w 5158787"/>
              <a:gd name="connsiteY5671" fmla="*/ 3586434 h 4489084"/>
              <a:gd name="connsiteX5672" fmla="*/ 2735836 w 5158787"/>
              <a:gd name="connsiteY5672" fmla="*/ 3587796 h 4489084"/>
              <a:gd name="connsiteX5673" fmla="*/ 2726064 w 5158787"/>
              <a:gd name="connsiteY5673" fmla="*/ 3604735 h 4489084"/>
              <a:gd name="connsiteX5674" fmla="*/ 2724880 w 5158787"/>
              <a:gd name="connsiteY5674" fmla="*/ 3605445 h 4489084"/>
              <a:gd name="connsiteX5675" fmla="*/ 2705335 w 5158787"/>
              <a:gd name="connsiteY5675" fmla="*/ 3605445 h 4489084"/>
              <a:gd name="connsiteX5676" fmla="*/ 2704151 w 5158787"/>
              <a:gd name="connsiteY5676" fmla="*/ 3604735 h 4489084"/>
              <a:gd name="connsiteX5677" fmla="*/ 2694379 w 5158787"/>
              <a:gd name="connsiteY5677" fmla="*/ 3587796 h 4489084"/>
              <a:gd name="connsiteX5678" fmla="*/ 2694379 w 5158787"/>
              <a:gd name="connsiteY5678" fmla="*/ 3586434 h 4489084"/>
              <a:gd name="connsiteX5679" fmla="*/ 2704151 w 5158787"/>
              <a:gd name="connsiteY5679" fmla="*/ 3569496 h 4489084"/>
              <a:gd name="connsiteX5680" fmla="*/ 2705335 w 5158787"/>
              <a:gd name="connsiteY5680" fmla="*/ 3568785 h 4489084"/>
              <a:gd name="connsiteX5681" fmla="*/ 4057919 w 5158787"/>
              <a:gd name="connsiteY5681" fmla="*/ 3568667 h 4489084"/>
              <a:gd name="connsiteX5682" fmla="*/ 4077581 w 5158787"/>
              <a:gd name="connsiteY5682" fmla="*/ 3568667 h 4489084"/>
              <a:gd name="connsiteX5683" fmla="*/ 4078766 w 5158787"/>
              <a:gd name="connsiteY5683" fmla="*/ 3569378 h 4489084"/>
              <a:gd name="connsiteX5684" fmla="*/ 4088597 w 5158787"/>
              <a:gd name="connsiteY5684" fmla="*/ 3586375 h 4489084"/>
              <a:gd name="connsiteX5685" fmla="*/ 4088597 w 5158787"/>
              <a:gd name="connsiteY5685" fmla="*/ 3587738 h 4489084"/>
              <a:gd name="connsiteX5686" fmla="*/ 4078766 w 5158787"/>
              <a:gd name="connsiteY5686" fmla="*/ 3604735 h 4489084"/>
              <a:gd name="connsiteX5687" fmla="*/ 4077581 w 5158787"/>
              <a:gd name="connsiteY5687" fmla="*/ 3605446 h 4489084"/>
              <a:gd name="connsiteX5688" fmla="*/ 4057919 w 5158787"/>
              <a:gd name="connsiteY5688" fmla="*/ 3605446 h 4489084"/>
              <a:gd name="connsiteX5689" fmla="*/ 4056734 w 5158787"/>
              <a:gd name="connsiteY5689" fmla="*/ 3604735 h 4489084"/>
              <a:gd name="connsiteX5690" fmla="*/ 4046903 w 5158787"/>
              <a:gd name="connsiteY5690" fmla="*/ 3587738 h 4489084"/>
              <a:gd name="connsiteX5691" fmla="*/ 4046903 w 5158787"/>
              <a:gd name="connsiteY5691" fmla="*/ 3586375 h 4489084"/>
              <a:gd name="connsiteX5692" fmla="*/ 4056734 w 5158787"/>
              <a:gd name="connsiteY5692" fmla="*/ 3569378 h 4489084"/>
              <a:gd name="connsiteX5693" fmla="*/ 4057919 w 5158787"/>
              <a:gd name="connsiteY5693" fmla="*/ 3568667 h 4489084"/>
              <a:gd name="connsiteX5694" fmla="*/ 3855014 w 5158787"/>
              <a:gd name="connsiteY5694" fmla="*/ 3568667 h 4489084"/>
              <a:gd name="connsiteX5695" fmla="*/ 3874676 w 5158787"/>
              <a:gd name="connsiteY5695" fmla="*/ 3568667 h 4489084"/>
              <a:gd name="connsiteX5696" fmla="*/ 3875861 w 5158787"/>
              <a:gd name="connsiteY5696" fmla="*/ 3569378 h 4489084"/>
              <a:gd name="connsiteX5697" fmla="*/ 3885693 w 5158787"/>
              <a:gd name="connsiteY5697" fmla="*/ 3586375 h 4489084"/>
              <a:gd name="connsiteX5698" fmla="*/ 3885693 w 5158787"/>
              <a:gd name="connsiteY5698" fmla="*/ 3587738 h 4489084"/>
              <a:gd name="connsiteX5699" fmla="*/ 3875861 w 5158787"/>
              <a:gd name="connsiteY5699" fmla="*/ 3604735 h 4489084"/>
              <a:gd name="connsiteX5700" fmla="*/ 3874676 w 5158787"/>
              <a:gd name="connsiteY5700" fmla="*/ 3605446 h 4489084"/>
              <a:gd name="connsiteX5701" fmla="*/ 3855014 w 5158787"/>
              <a:gd name="connsiteY5701" fmla="*/ 3605446 h 4489084"/>
              <a:gd name="connsiteX5702" fmla="*/ 3853829 w 5158787"/>
              <a:gd name="connsiteY5702" fmla="*/ 3604735 h 4489084"/>
              <a:gd name="connsiteX5703" fmla="*/ 3843998 w 5158787"/>
              <a:gd name="connsiteY5703" fmla="*/ 3587738 h 4489084"/>
              <a:gd name="connsiteX5704" fmla="*/ 3843998 w 5158787"/>
              <a:gd name="connsiteY5704" fmla="*/ 3586375 h 4489084"/>
              <a:gd name="connsiteX5705" fmla="*/ 3853829 w 5158787"/>
              <a:gd name="connsiteY5705" fmla="*/ 3569378 h 4489084"/>
              <a:gd name="connsiteX5706" fmla="*/ 3855014 w 5158787"/>
              <a:gd name="connsiteY5706" fmla="*/ 3568667 h 4489084"/>
              <a:gd name="connsiteX5707" fmla="*/ 3787318 w 5158787"/>
              <a:gd name="connsiteY5707" fmla="*/ 3568548 h 4489084"/>
              <a:gd name="connsiteX5708" fmla="*/ 3807100 w 5158787"/>
              <a:gd name="connsiteY5708" fmla="*/ 3568548 h 4489084"/>
              <a:gd name="connsiteX5709" fmla="*/ 3808284 w 5158787"/>
              <a:gd name="connsiteY5709" fmla="*/ 3569259 h 4489084"/>
              <a:gd name="connsiteX5710" fmla="*/ 3818175 w 5158787"/>
              <a:gd name="connsiteY5710" fmla="*/ 3586374 h 4489084"/>
              <a:gd name="connsiteX5711" fmla="*/ 3818175 w 5158787"/>
              <a:gd name="connsiteY5711" fmla="*/ 3587796 h 4489084"/>
              <a:gd name="connsiteX5712" fmla="*/ 3808284 w 5158787"/>
              <a:gd name="connsiteY5712" fmla="*/ 3604912 h 4489084"/>
              <a:gd name="connsiteX5713" fmla="*/ 3807100 w 5158787"/>
              <a:gd name="connsiteY5713" fmla="*/ 3605623 h 4489084"/>
              <a:gd name="connsiteX5714" fmla="*/ 3787318 w 5158787"/>
              <a:gd name="connsiteY5714" fmla="*/ 3605623 h 4489084"/>
              <a:gd name="connsiteX5715" fmla="*/ 3786134 w 5158787"/>
              <a:gd name="connsiteY5715" fmla="*/ 3604912 h 4489084"/>
              <a:gd name="connsiteX5716" fmla="*/ 3776243 w 5158787"/>
              <a:gd name="connsiteY5716" fmla="*/ 3587796 h 4489084"/>
              <a:gd name="connsiteX5717" fmla="*/ 3776243 w 5158787"/>
              <a:gd name="connsiteY5717" fmla="*/ 3586374 h 4489084"/>
              <a:gd name="connsiteX5718" fmla="*/ 3786134 w 5158787"/>
              <a:gd name="connsiteY5718" fmla="*/ 3569259 h 4489084"/>
              <a:gd name="connsiteX5719" fmla="*/ 3787318 w 5158787"/>
              <a:gd name="connsiteY5719" fmla="*/ 3568548 h 4489084"/>
              <a:gd name="connsiteX5720" fmla="*/ 4125435 w 5158787"/>
              <a:gd name="connsiteY5720" fmla="*/ 3568489 h 4489084"/>
              <a:gd name="connsiteX5721" fmla="*/ 4145335 w 5158787"/>
              <a:gd name="connsiteY5721" fmla="*/ 3568489 h 4489084"/>
              <a:gd name="connsiteX5722" fmla="*/ 4146519 w 5158787"/>
              <a:gd name="connsiteY5722" fmla="*/ 3569200 h 4489084"/>
              <a:gd name="connsiteX5723" fmla="*/ 4156469 w 5158787"/>
              <a:gd name="connsiteY5723" fmla="*/ 3586434 h 4489084"/>
              <a:gd name="connsiteX5724" fmla="*/ 4156469 w 5158787"/>
              <a:gd name="connsiteY5724" fmla="*/ 3587855 h 4489084"/>
              <a:gd name="connsiteX5725" fmla="*/ 4146519 w 5158787"/>
              <a:gd name="connsiteY5725" fmla="*/ 3605090 h 4489084"/>
              <a:gd name="connsiteX5726" fmla="*/ 4145335 w 5158787"/>
              <a:gd name="connsiteY5726" fmla="*/ 3605801 h 4489084"/>
              <a:gd name="connsiteX5727" fmla="*/ 4125435 w 5158787"/>
              <a:gd name="connsiteY5727" fmla="*/ 3605801 h 4489084"/>
              <a:gd name="connsiteX5728" fmla="*/ 4124250 w 5158787"/>
              <a:gd name="connsiteY5728" fmla="*/ 3605090 h 4489084"/>
              <a:gd name="connsiteX5729" fmla="*/ 4114301 w 5158787"/>
              <a:gd name="connsiteY5729" fmla="*/ 3587855 h 4489084"/>
              <a:gd name="connsiteX5730" fmla="*/ 4114301 w 5158787"/>
              <a:gd name="connsiteY5730" fmla="*/ 3586434 h 4489084"/>
              <a:gd name="connsiteX5731" fmla="*/ 4124250 w 5158787"/>
              <a:gd name="connsiteY5731" fmla="*/ 3569200 h 4489084"/>
              <a:gd name="connsiteX5732" fmla="*/ 4125435 w 5158787"/>
              <a:gd name="connsiteY5732" fmla="*/ 3568489 h 4489084"/>
              <a:gd name="connsiteX5733" fmla="*/ 3651753 w 5158787"/>
              <a:gd name="connsiteY5733" fmla="*/ 3567956 h 4489084"/>
              <a:gd name="connsiteX5734" fmla="*/ 3672185 w 5158787"/>
              <a:gd name="connsiteY5734" fmla="*/ 3567956 h 4489084"/>
              <a:gd name="connsiteX5735" fmla="*/ 3673429 w 5158787"/>
              <a:gd name="connsiteY5735" fmla="*/ 3568667 h 4489084"/>
              <a:gd name="connsiteX5736" fmla="*/ 3683615 w 5158787"/>
              <a:gd name="connsiteY5736" fmla="*/ 3586375 h 4489084"/>
              <a:gd name="connsiteX5737" fmla="*/ 3683615 w 5158787"/>
              <a:gd name="connsiteY5737" fmla="*/ 3587797 h 4489084"/>
              <a:gd name="connsiteX5738" fmla="*/ 3673369 w 5158787"/>
              <a:gd name="connsiteY5738" fmla="*/ 3605505 h 4489084"/>
              <a:gd name="connsiteX5739" fmla="*/ 3672126 w 5158787"/>
              <a:gd name="connsiteY5739" fmla="*/ 3606216 h 4489084"/>
              <a:gd name="connsiteX5740" fmla="*/ 3651694 w 5158787"/>
              <a:gd name="connsiteY5740" fmla="*/ 3606216 h 4489084"/>
              <a:gd name="connsiteX5741" fmla="*/ 3650449 w 5158787"/>
              <a:gd name="connsiteY5741" fmla="*/ 3605505 h 4489084"/>
              <a:gd name="connsiteX5742" fmla="*/ 3640263 w 5158787"/>
              <a:gd name="connsiteY5742" fmla="*/ 3587797 h 4489084"/>
              <a:gd name="connsiteX5743" fmla="*/ 3640263 w 5158787"/>
              <a:gd name="connsiteY5743" fmla="*/ 3586375 h 4489084"/>
              <a:gd name="connsiteX5744" fmla="*/ 3650509 w 5158787"/>
              <a:gd name="connsiteY5744" fmla="*/ 3568667 h 4489084"/>
              <a:gd name="connsiteX5745" fmla="*/ 3651753 w 5158787"/>
              <a:gd name="connsiteY5745" fmla="*/ 3567956 h 4489084"/>
              <a:gd name="connsiteX5746" fmla="*/ 4530653 w 5158787"/>
              <a:gd name="connsiteY5746" fmla="*/ 3567423 h 4489084"/>
              <a:gd name="connsiteX5747" fmla="*/ 4551618 w 5158787"/>
              <a:gd name="connsiteY5747" fmla="*/ 3567423 h 4489084"/>
              <a:gd name="connsiteX5748" fmla="*/ 4552921 w 5158787"/>
              <a:gd name="connsiteY5748" fmla="*/ 3568193 h 4489084"/>
              <a:gd name="connsiteX5749" fmla="*/ 4563404 w 5158787"/>
              <a:gd name="connsiteY5749" fmla="*/ 3586375 h 4489084"/>
              <a:gd name="connsiteX5750" fmla="*/ 4563404 w 5158787"/>
              <a:gd name="connsiteY5750" fmla="*/ 3587855 h 4489084"/>
              <a:gd name="connsiteX5751" fmla="*/ 4552921 w 5158787"/>
              <a:gd name="connsiteY5751" fmla="*/ 3606038 h 4489084"/>
              <a:gd name="connsiteX5752" fmla="*/ 4551618 w 5158787"/>
              <a:gd name="connsiteY5752" fmla="*/ 3606807 h 4489084"/>
              <a:gd name="connsiteX5753" fmla="*/ 4530653 w 5158787"/>
              <a:gd name="connsiteY5753" fmla="*/ 3606807 h 4489084"/>
              <a:gd name="connsiteX5754" fmla="*/ 4529350 w 5158787"/>
              <a:gd name="connsiteY5754" fmla="*/ 3606038 h 4489084"/>
              <a:gd name="connsiteX5755" fmla="*/ 4518867 w 5158787"/>
              <a:gd name="connsiteY5755" fmla="*/ 3587855 h 4489084"/>
              <a:gd name="connsiteX5756" fmla="*/ 4518867 w 5158787"/>
              <a:gd name="connsiteY5756" fmla="*/ 3586375 h 4489084"/>
              <a:gd name="connsiteX5757" fmla="*/ 4529350 w 5158787"/>
              <a:gd name="connsiteY5757" fmla="*/ 3568193 h 4489084"/>
              <a:gd name="connsiteX5758" fmla="*/ 4530653 w 5158787"/>
              <a:gd name="connsiteY5758" fmla="*/ 3567423 h 4489084"/>
              <a:gd name="connsiteX5759" fmla="*/ 3718974 w 5158787"/>
              <a:gd name="connsiteY5759" fmla="*/ 3567245 h 4489084"/>
              <a:gd name="connsiteX5760" fmla="*/ 3740176 w 5158787"/>
              <a:gd name="connsiteY5760" fmla="*/ 3567245 h 4489084"/>
              <a:gd name="connsiteX5761" fmla="*/ 3741479 w 5158787"/>
              <a:gd name="connsiteY5761" fmla="*/ 3568015 h 4489084"/>
              <a:gd name="connsiteX5762" fmla="*/ 3752080 w 5158787"/>
              <a:gd name="connsiteY5762" fmla="*/ 3586375 h 4489084"/>
              <a:gd name="connsiteX5763" fmla="*/ 3752080 w 5158787"/>
              <a:gd name="connsiteY5763" fmla="*/ 3587855 h 4489084"/>
              <a:gd name="connsiteX5764" fmla="*/ 3741479 w 5158787"/>
              <a:gd name="connsiteY5764" fmla="*/ 3606215 h 4489084"/>
              <a:gd name="connsiteX5765" fmla="*/ 3740176 w 5158787"/>
              <a:gd name="connsiteY5765" fmla="*/ 3606985 h 4489084"/>
              <a:gd name="connsiteX5766" fmla="*/ 3718974 w 5158787"/>
              <a:gd name="connsiteY5766" fmla="*/ 3606985 h 4489084"/>
              <a:gd name="connsiteX5767" fmla="*/ 3717670 w 5158787"/>
              <a:gd name="connsiteY5767" fmla="*/ 3606215 h 4489084"/>
              <a:gd name="connsiteX5768" fmla="*/ 3707069 w 5158787"/>
              <a:gd name="connsiteY5768" fmla="*/ 3587855 h 4489084"/>
              <a:gd name="connsiteX5769" fmla="*/ 3707069 w 5158787"/>
              <a:gd name="connsiteY5769" fmla="*/ 3586375 h 4489084"/>
              <a:gd name="connsiteX5770" fmla="*/ 3717670 w 5158787"/>
              <a:gd name="connsiteY5770" fmla="*/ 3568015 h 4489084"/>
              <a:gd name="connsiteX5771" fmla="*/ 3718974 w 5158787"/>
              <a:gd name="connsiteY5771" fmla="*/ 3567245 h 4489084"/>
              <a:gd name="connsiteX5772" fmla="*/ 4665746 w 5158787"/>
              <a:gd name="connsiteY5772" fmla="*/ 3567127 h 4489084"/>
              <a:gd name="connsiteX5773" fmla="*/ 4687067 w 5158787"/>
              <a:gd name="connsiteY5773" fmla="*/ 3567127 h 4489084"/>
              <a:gd name="connsiteX5774" fmla="*/ 4688370 w 5158787"/>
              <a:gd name="connsiteY5774" fmla="*/ 3567897 h 4489084"/>
              <a:gd name="connsiteX5775" fmla="*/ 4699030 w 5158787"/>
              <a:gd name="connsiteY5775" fmla="*/ 3586375 h 4489084"/>
              <a:gd name="connsiteX5776" fmla="*/ 4699030 w 5158787"/>
              <a:gd name="connsiteY5776" fmla="*/ 3587856 h 4489084"/>
              <a:gd name="connsiteX5777" fmla="*/ 4688370 w 5158787"/>
              <a:gd name="connsiteY5777" fmla="*/ 3606334 h 4489084"/>
              <a:gd name="connsiteX5778" fmla="*/ 4687067 w 5158787"/>
              <a:gd name="connsiteY5778" fmla="*/ 3607104 h 4489084"/>
              <a:gd name="connsiteX5779" fmla="*/ 4665746 w 5158787"/>
              <a:gd name="connsiteY5779" fmla="*/ 3607104 h 4489084"/>
              <a:gd name="connsiteX5780" fmla="*/ 4664443 w 5158787"/>
              <a:gd name="connsiteY5780" fmla="*/ 3606334 h 4489084"/>
              <a:gd name="connsiteX5781" fmla="*/ 4653782 w 5158787"/>
              <a:gd name="connsiteY5781" fmla="*/ 3587856 h 4489084"/>
              <a:gd name="connsiteX5782" fmla="*/ 4653782 w 5158787"/>
              <a:gd name="connsiteY5782" fmla="*/ 3586375 h 4489084"/>
              <a:gd name="connsiteX5783" fmla="*/ 4664443 w 5158787"/>
              <a:gd name="connsiteY5783" fmla="*/ 3567897 h 4489084"/>
              <a:gd name="connsiteX5784" fmla="*/ 4665746 w 5158787"/>
              <a:gd name="connsiteY5784" fmla="*/ 3567127 h 4489084"/>
              <a:gd name="connsiteX5785" fmla="*/ 4598110 w 5158787"/>
              <a:gd name="connsiteY5785" fmla="*/ 3567127 h 4489084"/>
              <a:gd name="connsiteX5786" fmla="*/ 4619431 w 5158787"/>
              <a:gd name="connsiteY5786" fmla="*/ 3567127 h 4489084"/>
              <a:gd name="connsiteX5787" fmla="*/ 4620735 w 5158787"/>
              <a:gd name="connsiteY5787" fmla="*/ 3567897 h 4489084"/>
              <a:gd name="connsiteX5788" fmla="*/ 4631395 w 5158787"/>
              <a:gd name="connsiteY5788" fmla="*/ 3586375 h 4489084"/>
              <a:gd name="connsiteX5789" fmla="*/ 4631395 w 5158787"/>
              <a:gd name="connsiteY5789" fmla="*/ 3587856 h 4489084"/>
              <a:gd name="connsiteX5790" fmla="*/ 4620735 w 5158787"/>
              <a:gd name="connsiteY5790" fmla="*/ 3606334 h 4489084"/>
              <a:gd name="connsiteX5791" fmla="*/ 4619431 w 5158787"/>
              <a:gd name="connsiteY5791" fmla="*/ 3607104 h 4489084"/>
              <a:gd name="connsiteX5792" fmla="*/ 4598110 w 5158787"/>
              <a:gd name="connsiteY5792" fmla="*/ 3607104 h 4489084"/>
              <a:gd name="connsiteX5793" fmla="*/ 4596808 w 5158787"/>
              <a:gd name="connsiteY5793" fmla="*/ 3606334 h 4489084"/>
              <a:gd name="connsiteX5794" fmla="*/ 4586147 w 5158787"/>
              <a:gd name="connsiteY5794" fmla="*/ 3587856 h 4489084"/>
              <a:gd name="connsiteX5795" fmla="*/ 4586147 w 5158787"/>
              <a:gd name="connsiteY5795" fmla="*/ 3586375 h 4489084"/>
              <a:gd name="connsiteX5796" fmla="*/ 4596808 w 5158787"/>
              <a:gd name="connsiteY5796" fmla="*/ 3567897 h 4489084"/>
              <a:gd name="connsiteX5797" fmla="*/ 4598110 w 5158787"/>
              <a:gd name="connsiteY5797" fmla="*/ 3567127 h 4489084"/>
              <a:gd name="connsiteX5798" fmla="*/ 4733321 w 5158787"/>
              <a:gd name="connsiteY5798" fmla="*/ 3566890 h 4489084"/>
              <a:gd name="connsiteX5799" fmla="*/ 4754820 w 5158787"/>
              <a:gd name="connsiteY5799" fmla="*/ 3566890 h 4489084"/>
              <a:gd name="connsiteX5800" fmla="*/ 4756123 w 5158787"/>
              <a:gd name="connsiteY5800" fmla="*/ 3567660 h 4489084"/>
              <a:gd name="connsiteX5801" fmla="*/ 4766902 w 5158787"/>
              <a:gd name="connsiteY5801" fmla="*/ 3586316 h 4489084"/>
              <a:gd name="connsiteX5802" fmla="*/ 4766902 w 5158787"/>
              <a:gd name="connsiteY5802" fmla="*/ 3587856 h 4489084"/>
              <a:gd name="connsiteX5803" fmla="*/ 4756123 w 5158787"/>
              <a:gd name="connsiteY5803" fmla="*/ 3606512 h 4489084"/>
              <a:gd name="connsiteX5804" fmla="*/ 4754820 w 5158787"/>
              <a:gd name="connsiteY5804" fmla="*/ 3607282 h 4489084"/>
              <a:gd name="connsiteX5805" fmla="*/ 4733321 w 5158787"/>
              <a:gd name="connsiteY5805" fmla="*/ 3607282 h 4489084"/>
              <a:gd name="connsiteX5806" fmla="*/ 4732018 w 5158787"/>
              <a:gd name="connsiteY5806" fmla="*/ 3606512 h 4489084"/>
              <a:gd name="connsiteX5807" fmla="*/ 4721239 w 5158787"/>
              <a:gd name="connsiteY5807" fmla="*/ 3587856 h 4489084"/>
              <a:gd name="connsiteX5808" fmla="*/ 4721239 w 5158787"/>
              <a:gd name="connsiteY5808" fmla="*/ 3586316 h 4489084"/>
              <a:gd name="connsiteX5809" fmla="*/ 4732018 w 5158787"/>
              <a:gd name="connsiteY5809" fmla="*/ 3567660 h 4489084"/>
              <a:gd name="connsiteX5810" fmla="*/ 4733321 w 5158787"/>
              <a:gd name="connsiteY5810" fmla="*/ 3566890 h 4489084"/>
              <a:gd name="connsiteX5811" fmla="*/ 3515950 w 5158787"/>
              <a:gd name="connsiteY5811" fmla="*/ 3566890 h 4489084"/>
              <a:gd name="connsiteX5812" fmla="*/ 3537449 w 5158787"/>
              <a:gd name="connsiteY5812" fmla="*/ 3566890 h 4489084"/>
              <a:gd name="connsiteX5813" fmla="*/ 3538751 w 5158787"/>
              <a:gd name="connsiteY5813" fmla="*/ 3567660 h 4489084"/>
              <a:gd name="connsiteX5814" fmla="*/ 3549531 w 5158787"/>
              <a:gd name="connsiteY5814" fmla="*/ 3586316 h 4489084"/>
              <a:gd name="connsiteX5815" fmla="*/ 3549531 w 5158787"/>
              <a:gd name="connsiteY5815" fmla="*/ 3587856 h 4489084"/>
              <a:gd name="connsiteX5816" fmla="*/ 3538751 w 5158787"/>
              <a:gd name="connsiteY5816" fmla="*/ 3606512 h 4489084"/>
              <a:gd name="connsiteX5817" fmla="*/ 3537449 w 5158787"/>
              <a:gd name="connsiteY5817" fmla="*/ 3607282 h 4489084"/>
              <a:gd name="connsiteX5818" fmla="*/ 3515950 w 5158787"/>
              <a:gd name="connsiteY5818" fmla="*/ 3607282 h 4489084"/>
              <a:gd name="connsiteX5819" fmla="*/ 3514647 w 5158787"/>
              <a:gd name="connsiteY5819" fmla="*/ 3606512 h 4489084"/>
              <a:gd name="connsiteX5820" fmla="*/ 3503868 w 5158787"/>
              <a:gd name="connsiteY5820" fmla="*/ 3587856 h 4489084"/>
              <a:gd name="connsiteX5821" fmla="*/ 3503868 w 5158787"/>
              <a:gd name="connsiteY5821" fmla="*/ 3586316 h 4489084"/>
              <a:gd name="connsiteX5822" fmla="*/ 3514647 w 5158787"/>
              <a:gd name="connsiteY5822" fmla="*/ 3567660 h 4489084"/>
              <a:gd name="connsiteX5823" fmla="*/ 3515950 w 5158787"/>
              <a:gd name="connsiteY5823" fmla="*/ 3566890 h 4489084"/>
              <a:gd name="connsiteX5824" fmla="*/ 3448255 w 5158787"/>
              <a:gd name="connsiteY5824" fmla="*/ 3566831 h 4489084"/>
              <a:gd name="connsiteX5825" fmla="*/ 3469872 w 5158787"/>
              <a:gd name="connsiteY5825" fmla="*/ 3566831 h 4489084"/>
              <a:gd name="connsiteX5826" fmla="*/ 3471175 w 5158787"/>
              <a:gd name="connsiteY5826" fmla="*/ 3567601 h 4489084"/>
              <a:gd name="connsiteX5827" fmla="*/ 3482014 w 5158787"/>
              <a:gd name="connsiteY5827" fmla="*/ 3586316 h 4489084"/>
              <a:gd name="connsiteX5828" fmla="*/ 3482014 w 5158787"/>
              <a:gd name="connsiteY5828" fmla="*/ 3587856 h 4489084"/>
              <a:gd name="connsiteX5829" fmla="*/ 3471175 w 5158787"/>
              <a:gd name="connsiteY5829" fmla="*/ 3606571 h 4489084"/>
              <a:gd name="connsiteX5830" fmla="*/ 3469872 w 5158787"/>
              <a:gd name="connsiteY5830" fmla="*/ 3607341 h 4489084"/>
              <a:gd name="connsiteX5831" fmla="*/ 3448255 w 5158787"/>
              <a:gd name="connsiteY5831" fmla="*/ 3607341 h 4489084"/>
              <a:gd name="connsiteX5832" fmla="*/ 3446952 w 5158787"/>
              <a:gd name="connsiteY5832" fmla="*/ 3606571 h 4489084"/>
              <a:gd name="connsiteX5833" fmla="*/ 3436114 w 5158787"/>
              <a:gd name="connsiteY5833" fmla="*/ 3587856 h 4489084"/>
              <a:gd name="connsiteX5834" fmla="*/ 3436114 w 5158787"/>
              <a:gd name="connsiteY5834" fmla="*/ 3586316 h 4489084"/>
              <a:gd name="connsiteX5835" fmla="*/ 3446952 w 5158787"/>
              <a:gd name="connsiteY5835" fmla="*/ 3567601 h 4489084"/>
              <a:gd name="connsiteX5836" fmla="*/ 3448255 w 5158787"/>
              <a:gd name="connsiteY5836" fmla="*/ 3566831 h 4489084"/>
              <a:gd name="connsiteX5837" fmla="*/ 3583407 w 5158787"/>
              <a:gd name="connsiteY5837" fmla="*/ 3566594 h 4489084"/>
              <a:gd name="connsiteX5838" fmla="*/ 3605261 w 5158787"/>
              <a:gd name="connsiteY5838" fmla="*/ 3566594 h 4489084"/>
              <a:gd name="connsiteX5839" fmla="*/ 3606623 w 5158787"/>
              <a:gd name="connsiteY5839" fmla="*/ 3567364 h 4489084"/>
              <a:gd name="connsiteX5840" fmla="*/ 3617521 w 5158787"/>
              <a:gd name="connsiteY5840" fmla="*/ 3586316 h 4489084"/>
              <a:gd name="connsiteX5841" fmla="*/ 3617521 w 5158787"/>
              <a:gd name="connsiteY5841" fmla="*/ 3587856 h 4489084"/>
              <a:gd name="connsiteX5842" fmla="*/ 3606564 w 5158787"/>
              <a:gd name="connsiteY5842" fmla="*/ 3606808 h 4489084"/>
              <a:gd name="connsiteX5843" fmla="*/ 3605201 w 5158787"/>
              <a:gd name="connsiteY5843" fmla="*/ 3607578 h 4489084"/>
              <a:gd name="connsiteX5844" fmla="*/ 3583348 w 5158787"/>
              <a:gd name="connsiteY5844" fmla="*/ 3607578 h 4489084"/>
              <a:gd name="connsiteX5845" fmla="*/ 3581986 w 5158787"/>
              <a:gd name="connsiteY5845" fmla="*/ 3606808 h 4489084"/>
              <a:gd name="connsiteX5846" fmla="*/ 3571088 w 5158787"/>
              <a:gd name="connsiteY5846" fmla="*/ 3587856 h 4489084"/>
              <a:gd name="connsiteX5847" fmla="*/ 3571088 w 5158787"/>
              <a:gd name="connsiteY5847" fmla="*/ 3586316 h 4489084"/>
              <a:gd name="connsiteX5848" fmla="*/ 3582045 w 5158787"/>
              <a:gd name="connsiteY5848" fmla="*/ 3567364 h 4489084"/>
              <a:gd name="connsiteX5849" fmla="*/ 3583407 w 5158787"/>
              <a:gd name="connsiteY5849" fmla="*/ 3566594 h 4489084"/>
              <a:gd name="connsiteX5850" fmla="*/ 4800720 w 5158787"/>
              <a:gd name="connsiteY5850" fmla="*/ 3566475 h 4489084"/>
              <a:gd name="connsiteX5851" fmla="*/ 4822693 w 5158787"/>
              <a:gd name="connsiteY5851" fmla="*/ 3566475 h 4489084"/>
              <a:gd name="connsiteX5852" fmla="*/ 4824055 w 5158787"/>
              <a:gd name="connsiteY5852" fmla="*/ 3567245 h 4489084"/>
              <a:gd name="connsiteX5853" fmla="*/ 4835011 w 5158787"/>
              <a:gd name="connsiteY5853" fmla="*/ 3586256 h 4489084"/>
              <a:gd name="connsiteX5854" fmla="*/ 4835011 w 5158787"/>
              <a:gd name="connsiteY5854" fmla="*/ 3587796 h 4489084"/>
              <a:gd name="connsiteX5855" fmla="*/ 4823995 w 5158787"/>
              <a:gd name="connsiteY5855" fmla="*/ 3606807 h 4489084"/>
              <a:gd name="connsiteX5856" fmla="*/ 4822633 w 5158787"/>
              <a:gd name="connsiteY5856" fmla="*/ 3607577 h 4489084"/>
              <a:gd name="connsiteX5857" fmla="*/ 4800661 w 5158787"/>
              <a:gd name="connsiteY5857" fmla="*/ 3607577 h 4489084"/>
              <a:gd name="connsiteX5858" fmla="*/ 4799298 w 5158787"/>
              <a:gd name="connsiteY5858" fmla="*/ 3606807 h 4489084"/>
              <a:gd name="connsiteX5859" fmla="*/ 4788342 w 5158787"/>
              <a:gd name="connsiteY5859" fmla="*/ 3587796 h 4489084"/>
              <a:gd name="connsiteX5860" fmla="*/ 4788342 w 5158787"/>
              <a:gd name="connsiteY5860" fmla="*/ 3586256 h 4489084"/>
              <a:gd name="connsiteX5861" fmla="*/ 4799358 w 5158787"/>
              <a:gd name="connsiteY5861" fmla="*/ 3567245 h 4489084"/>
              <a:gd name="connsiteX5862" fmla="*/ 4800720 w 5158787"/>
              <a:gd name="connsiteY5862" fmla="*/ 3566475 h 4489084"/>
              <a:gd name="connsiteX5863" fmla="*/ 3380324 w 5158787"/>
              <a:gd name="connsiteY5863" fmla="*/ 3566298 h 4489084"/>
              <a:gd name="connsiteX5864" fmla="*/ 3402534 w 5158787"/>
              <a:gd name="connsiteY5864" fmla="*/ 3566298 h 4489084"/>
              <a:gd name="connsiteX5865" fmla="*/ 3403896 w 5158787"/>
              <a:gd name="connsiteY5865" fmla="*/ 3567068 h 4489084"/>
              <a:gd name="connsiteX5866" fmla="*/ 3414971 w 5158787"/>
              <a:gd name="connsiteY5866" fmla="*/ 3586316 h 4489084"/>
              <a:gd name="connsiteX5867" fmla="*/ 3414971 w 5158787"/>
              <a:gd name="connsiteY5867" fmla="*/ 3587856 h 4489084"/>
              <a:gd name="connsiteX5868" fmla="*/ 3403896 w 5158787"/>
              <a:gd name="connsiteY5868" fmla="*/ 3607104 h 4489084"/>
              <a:gd name="connsiteX5869" fmla="*/ 3402534 w 5158787"/>
              <a:gd name="connsiteY5869" fmla="*/ 3607874 h 4489084"/>
              <a:gd name="connsiteX5870" fmla="*/ 3380324 w 5158787"/>
              <a:gd name="connsiteY5870" fmla="*/ 3607874 h 4489084"/>
              <a:gd name="connsiteX5871" fmla="*/ 3378962 w 5158787"/>
              <a:gd name="connsiteY5871" fmla="*/ 3607104 h 4489084"/>
              <a:gd name="connsiteX5872" fmla="*/ 3367887 w 5158787"/>
              <a:gd name="connsiteY5872" fmla="*/ 3587856 h 4489084"/>
              <a:gd name="connsiteX5873" fmla="*/ 3367887 w 5158787"/>
              <a:gd name="connsiteY5873" fmla="*/ 3586316 h 4489084"/>
              <a:gd name="connsiteX5874" fmla="*/ 3378962 w 5158787"/>
              <a:gd name="connsiteY5874" fmla="*/ 3567068 h 4489084"/>
              <a:gd name="connsiteX5875" fmla="*/ 3380324 w 5158787"/>
              <a:gd name="connsiteY5875" fmla="*/ 3566298 h 4489084"/>
              <a:gd name="connsiteX5876" fmla="*/ 2771669 w 5158787"/>
              <a:gd name="connsiteY5876" fmla="*/ 3566298 h 4489084"/>
              <a:gd name="connsiteX5877" fmla="*/ 2793878 w 5158787"/>
              <a:gd name="connsiteY5877" fmla="*/ 3566298 h 4489084"/>
              <a:gd name="connsiteX5878" fmla="*/ 2795240 w 5158787"/>
              <a:gd name="connsiteY5878" fmla="*/ 3567068 h 4489084"/>
              <a:gd name="connsiteX5879" fmla="*/ 2806315 w 5158787"/>
              <a:gd name="connsiteY5879" fmla="*/ 3586316 h 4489084"/>
              <a:gd name="connsiteX5880" fmla="*/ 2806315 w 5158787"/>
              <a:gd name="connsiteY5880" fmla="*/ 3587856 h 4489084"/>
              <a:gd name="connsiteX5881" fmla="*/ 2795240 w 5158787"/>
              <a:gd name="connsiteY5881" fmla="*/ 3607104 h 4489084"/>
              <a:gd name="connsiteX5882" fmla="*/ 2793878 w 5158787"/>
              <a:gd name="connsiteY5882" fmla="*/ 3607874 h 4489084"/>
              <a:gd name="connsiteX5883" fmla="*/ 2771669 w 5158787"/>
              <a:gd name="connsiteY5883" fmla="*/ 3607874 h 4489084"/>
              <a:gd name="connsiteX5884" fmla="*/ 2770306 w 5158787"/>
              <a:gd name="connsiteY5884" fmla="*/ 3607104 h 4489084"/>
              <a:gd name="connsiteX5885" fmla="*/ 2759231 w 5158787"/>
              <a:gd name="connsiteY5885" fmla="*/ 3587856 h 4489084"/>
              <a:gd name="connsiteX5886" fmla="*/ 2759231 w 5158787"/>
              <a:gd name="connsiteY5886" fmla="*/ 3586316 h 4489084"/>
              <a:gd name="connsiteX5887" fmla="*/ 2770306 w 5158787"/>
              <a:gd name="connsiteY5887" fmla="*/ 3567068 h 4489084"/>
              <a:gd name="connsiteX5888" fmla="*/ 2771669 w 5158787"/>
              <a:gd name="connsiteY5888" fmla="*/ 3566298 h 4489084"/>
              <a:gd name="connsiteX5889" fmla="*/ 5003328 w 5158787"/>
              <a:gd name="connsiteY5889" fmla="*/ 3566001 h 4489084"/>
              <a:gd name="connsiteX5890" fmla="*/ 5025833 w 5158787"/>
              <a:gd name="connsiteY5890" fmla="*/ 3566001 h 4489084"/>
              <a:gd name="connsiteX5891" fmla="*/ 5027196 w 5158787"/>
              <a:gd name="connsiteY5891" fmla="*/ 3566771 h 4489084"/>
              <a:gd name="connsiteX5892" fmla="*/ 5038448 w 5158787"/>
              <a:gd name="connsiteY5892" fmla="*/ 3586256 h 4489084"/>
              <a:gd name="connsiteX5893" fmla="*/ 5038448 w 5158787"/>
              <a:gd name="connsiteY5893" fmla="*/ 3587855 h 4489084"/>
              <a:gd name="connsiteX5894" fmla="*/ 5027196 w 5158787"/>
              <a:gd name="connsiteY5894" fmla="*/ 3607340 h 4489084"/>
              <a:gd name="connsiteX5895" fmla="*/ 5025833 w 5158787"/>
              <a:gd name="connsiteY5895" fmla="*/ 3608110 h 4489084"/>
              <a:gd name="connsiteX5896" fmla="*/ 5003328 w 5158787"/>
              <a:gd name="connsiteY5896" fmla="*/ 3608110 h 4489084"/>
              <a:gd name="connsiteX5897" fmla="*/ 5001966 w 5158787"/>
              <a:gd name="connsiteY5897" fmla="*/ 3607340 h 4489084"/>
              <a:gd name="connsiteX5898" fmla="*/ 4990713 w 5158787"/>
              <a:gd name="connsiteY5898" fmla="*/ 3587855 h 4489084"/>
              <a:gd name="connsiteX5899" fmla="*/ 4990713 w 5158787"/>
              <a:gd name="connsiteY5899" fmla="*/ 3586256 h 4489084"/>
              <a:gd name="connsiteX5900" fmla="*/ 5001966 w 5158787"/>
              <a:gd name="connsiteY5900" fmla="*/ 3566771 h 4489084"/>
              <a:gd name="connsiteX5901" fmla="*/ 5003328 w 5158787"/>
              <a:gd name="connsiteY5901" fmla="*/ 3566001 h 4489084"/>
              <a:gd name="connsiteX5902" fmla="*/ 3041971 w 5158787"/>
              <a:gd name="connsiteY5902" fmla="*/ 3565883 h 4489084"/>
              <a:gd name="connsiteX5903" fmla="*/ 3064595 w 5158787"/>
              <a:gd name="connsiteY5903" fmla="*/ 3565883 h 4489084"/>
              <a:gd name="connsiteX5904" fmla="*/ 3065958 w 5158787"/>
              <a:gd name="connsiteY5904" fmla="*/ 3566712 h 4489084"/>
              <a:gd name="connsiteX5905" fmla="*/ 3077269 w 5158787"/>
              <a:gd name="connsiteY5905" fmla="*/ 3586316 h 4489084"/>
              <a:gd name="connsiteX5906" fmla="*/ 3077269 w 5158787"/>
              <a:gd name="connsiteY5906" fmla="*/ 3587915 h 4489084"/>
              <a:gd name="connsiteX5907" fmla="*/ 3065958 w 5158787"/>
              <a:gd name="connsiteY5907" fmla="*/ 3607518 h 4489084"/>
              <a:gd name="connsiteX5908" fmla="*/ 3064595 w 5158787"/>
              <a:gd name="connsiteY5908" fmla="*/ 3608347 h 4489084"/>
              <a:gd name="connsiteX5909" fmla="*/ 3041971 w 5158787"/>
              <a:gd name="connsiteY5909" fmla="*/ 3608347 h 4489084"/>
              <a:gd name="connsiteX5910" fmla="*/ 3040609 w 5158787"/>
              <a:gd name="connsiteY5910" fmla="*/ 3607518 h 4489084"/>
              <a:gd name="connsiteX5911" fmla="*/ 3029297 w 5158787"/>
              <a:gd name="connsiteY5911" fmla="*/ 3587915 h 4489084"/>
              <a:gd name="connsiteX5912" fmla="*/ 3029297 w 5158787"/>
              <a:gd name="connsiteY5912" fmla="*/ 3586316 h 4489084"/>
              <a:gd name="connsiteX5913" fmla="*/ 3040609 w 5158787"/>
              <a:gd name="connsiteY5913" fmla="*/ 3566712 h 4489084"/>
              <a:gd name="connsiteX5914" fmla="*/ 3041971 w 5158787"/>
              <a:gd name="connsiteY5914" fmla="*/ 3565883 h 4489084"/>
              <a:gd name="connsiteX5915" fmla="*/ 4867821 w 5158787"/>
              <a:gd name="connsiteY5915" fmla="*/ 3565587 h 4489084"/>
              <a:gd name="connsiteX5916" fmla="*/ 4890801 w 5158787"/>
              <a:gd name="connsiteY5916" fmla="*/ 3565587 h 4489084"/>
              <a:gd name="connsiteX5917" fmla="*/ 4892222 w 5158787"/>
              <a:gd name="connsiteY5917" fmla="*/ 3566416 h 4489084"/>
              <a:gd name="connsiteX5918" fmla="*/ 4903711 w 5158787"/>
              <a:gd name="connsiteY5918" fmla="*/ 3586316 h 4489084"/>
              <a:gd name="connsiteX5919" fmla="*/ 4903711 w 5158787"/>
              <a:gd name="connsiteY5919" fmla="*/ 3587915 h 4489084"/>
              <a:gd name="connsiteX5920" fmla="*/ 4892222 w 5158787"/>
              <a:gd name="connsiteY5920" fmla="*/ 3607814 h 4489084"/>
              <a:gd name="connsiteX5921" fmla="*/ 4890801 w 5158787"/>
              <a:gd name="connsiteY5921" fmla="*/ 3608643 h 4489084"/>
              <a:gd name="connsiteX5922" fmla="*/ 4867821 w 5158787"/>
              <a:gd name="connsiteY5922" fmla="*/ 3608643 h 4489084"/>
              <a:gd name="connsiteX5923" fmla="*/ 4866400 w 5158787"/>
              <a:gd name="connsiteY5923" fmla="*/ 3607814 h 4489084"/>
              <a:gd name="connsiteX5924" fmla="*/ 4854910 w 5158787"/>
              <a:gd name="connsiteY5924" fmla="*/ 3587915 h 4489084"/>
              <a:gd name="connsiteX5925" fmla="*/ 4854910 w 5158787"/>
              <a:gd name="connsiteY5925" fmla="*/ 3586316 h 4489084"/>
              <a:gd name="connsiteX5926" fmla="*/ 4866400 w 5158787"/>
              <a:gd name="connsiteY5926" fmla="*/ 3566416 h 4489084"/>
              <a:gd name="connsiteX5927" fmla="*/ 4867821 w 5158787"/>
              <a:gd name="connsiteY5927" fmla="*/ 3565587 h 4489084"/>
              <a:gd name="connsiteX5928" fmla="*/ 2838888 w 5158787"/>
              <a:gd name="connsiteY5928" fmla="*/ 3565587 h 4489084"/>
              <a:gd name="connsiteX5929" fmla="*/ 2861867 w 5158787"/>
              <a:gd name="connsiteY5929" fmla="*/ 3565587 h 4489084"/>
              <a:gd name="connsiteX5930" fmla="*/ 2863289 w 5158787"/>
              <a:gd name="connsiteY5930" fmla="*/ 3566416 h 4489084"/>
              <a:gd name="connsiteX5931" fmla="*/ 2874778 w 5158787"/>
              <a:gd name="connsiteY5931" fmla="*/ 3586316 h 4489084"/>
              <a:gd name="connsiteX5932" fmla="*/ 2874778 w 5158787"/>
              <a:gd name="connsiteY5932" fmla="*/ 3587915 h 4489084"/>
              <a:gd name="connsiteX5933" fmla="*/ 2863289 w 5158787"/>
              <a:gd name="connsiteY5933" fmla="*/ 3607814 h 4489084"/>
              <a:gd name="connsiteX5934" fmla="*/ 2861867 w 5158787"/>
              <a:gd name="connsiteY5934" fmla="*/ 3608643 h 4489084"/>
              <a:gd name="connsiteX5935" fmla="*/ 2838888 w 5158787"/>
              <a:gd name="connsiteY5935" fmla="*/ 3608643 h 4489084"/>
              <a:gd name="connsiteX5936" fmla="*/ 2837467 w 5158787"/>
              <a:gd name="connsiteY5936" fmla="*/ 3607814 h 4489084"/>
              <a:gd name="connsiteX5937" fmla="*/ 2825977 w 5158787"/>
              <a:gd name="connsiteY5937" fmla="*/ 3587915 h 4489084"/>
              <a:gd name="connsiteX5938" fmla="*/ 2825977 w 5158787"/>
              <a:gd name="connsiteY5938" fmla="*/ 3586316 h 4489084"/>
              <a:gd name="connsiteX5939" fmla="*/ 2837467 w 5158787"/>
              <a:gd name="connsiteY5939" fmla="*/ 3566416 h 4489084"/>
              <a:gd name="connsiteX5940" fmla="*/ 2838888 w 5158787"/>
              <a:gd name="connsiteY5940" fmla="*/ 3565587 h 4489084"/>
              <a:gd name="connsiteX5941" fmla="*/ 3109369 w 5158787"/>
              <a:gd name="connsiteY5941" fmla="*/ 3565469 h 4489084"/>
              <a:gd name="connsiteX5942" fmla="*/ 3132467 w 5158787"/>
              <a:gd name="connsiteY5942" fmla="*/ 3565469 h 4489084"/>
              <a:gd name="connsiteX5943" fmla="*/ 3133889 w 5158787"/>
              <a:gd name="connsiteY5943" fmla="*/ 3566298 h 4489084"/>
              <a:gd name="connsiteX5944" fmla="*/ 3145438 w 5158787"/>
              <a:gd name="connsiteY5944" fmla="*/ 3586257 h 4489084"/>
              <a:gd name="connsiteX5945" fmla="*/ 3145438 w 5158787"/>
              <a:gd name="connsiteY5945" fmla="*/ 3587915 h 4489084"/>
              <a:gd name="connsiteX5946" fmla="*/ 3133889 w 5158787"/>
              <a:gd name="connsiteY5946" fmla="*/ 3607874 h 4489084"/>
              <a:gd name="connsiteX5947" fmla="*/ 3132467 w 5158787"/>
              <a:gd name="connsiteY5947" fmla="*/ 3608703 h 4489084"/>
              <a:gd name="connsiteX5948" fmla="*/ 3109369 w 5158787"/>
              <a:gd name="connsiteY5948" fmla="*/ 3608703 h 4489084"/>
              <a:gd name="connsiteX5949" fmla="*/ 3107948 w 5158787"/>
              <a:gd name="connsiteY5949" fmla="*/ 3607874 h 4489084"/>
              <a:gd name="connsiteX5950" fmla="*/ 3096399 w 5158787"/>
              <a:gd name="connsiteY5950" fmla="*/ 3587915 h 4489084"/>
              <a:gd name="connsiteX5951" fmla="*/ 3096399 w 5158787"/>
              <a:gd name="connsiteY5951" fmla="*/ 3586257 h 4489084"/>
              <a:gd name="connsiteX5952" fmla="*/ 3107948 w 5158787"/>
              <a:gd name="connsiteY5952" fmla="*/ 3566298 h 4489084"/>
              <a:gd name="connsiteX5953" fmla="*/ 3109369 w 5158787"/>
              <a:gd name="connsiteY5953" fmla="*/ 3565469 h 4489084"/>
              <a:gd name="connsiteX5954" fmla="*/ 2906464 w 5158787"/>
              <a:gd name="connsiteY5954" fmla="*/ 3565469 h 4489084"/>
              <a:gd name="connsiteX5955" fmla="*/ 2929562 w 5158787"/>
              <a:gd name="connsiteY5955" fmla="*/ 3565469 h 4489084"/>
              <a:gd name="connsiteX5956" fmla="*/ 2930984 w 5158787"/>
              <a:gd name="connsiteY5956" fmla="*/ 3566298 h 4489084"/>
              <a:gd name="connsiteX5957" fmla="*/ 2942532 w 5158787"/>
              <a:gd name="connsiteY5957" fmla="*/ 3586257 h 4489084"/>
              <a:gd name="connsiteX5958" fmla="*/ 2942532 w 5158787"/>
              <a:gd name="connsiteY5958" fmla="*/ 3587915 h 4489084"/>
              <a:gd name="connsiteX5959" fmla="*/ 2930984 w 5158787"/>
              <a:gd name="connsiteY5959" fmla="*/ 3607874 h 4489084"/>
              <a:gd name="connsiteX5960" fmla="*/ 2929562 w 5158787"/>
              <a:gd name="connsiteY5960" fmla="*/ 3608703 h 4489084"/>
              <a:gd name="connsiteX5961" fmla="*/ 2906464 w 5158787"/>
              <a:gd name="connsiteY5961" fmla="*/ 3608703 h 4489084"/>
              <a:gd name="connsiteX5962" fmla="*/ 2905043 w 5158787"/>
              <a:gd name="connsiteY5962" fmla="*/ 3607874 h 4489084"/>
              <a:gd name="connsiteX5963" fmla="*/ 2893494 w 5158787"/>
              <a:gd name="connsiteY5963" fmla="*/ 3587915 h 4489084"/>
              <a:gd name="connsiteX5964" fmla="*/ 2893494 w 5158787"/>
              <a:gd name="connsiteY5964" fmla="*/ 3586257 h 4489084"/>
              <a:gd name="connsiteX5965" fmla="*/ 2905043 w 5158787"/>
              <a:gd name="connsiteY5965" fmla="*/ 3566298 h 4489084"/>
              <a:gd name="connsiteX5966" fmla="*/ 2906464 w 5158787"/>
              <a:gd name="connsiteY5966" fmla="*/ 3565469 h 4489084"/>
              <a:gd name="connsiteX5967" fmla="*/ 3244581 w 5158787"/>
              <a:gd name="connsiteY5967" fmla="*/ 3565350 h 4489084"/>
              <a:gd name="connsiteX5968" fmla="*/ 3267737 w 5158787"/>
              <a:gd name="connsiteY5968" fmla="*/ 3565350 h 4489084"/>
              <a:gd name="connsiteX5969" fmla="*/ 3269159 w 5158787"/>
              <a:gd name="connsiteY5969" fmla="*/ 3566179 h 4489084"/>
              <a:gd name="connsiteX5970" fmla="*/ 3280767 w 5158787"/>
              <a:gd name="connsiteY5970" fmla="*/ 3586257 h 4489084"/>
              <a:gd name="connsiteX5971" fmla="*/ 3280767 w 5158787"/>
              <a:gd name="connsiteY5971" fmla="*/ 3587915 h 4489084"/>
              <a:gd name="connsiteX5972" fmla="*/ 3269159 w 5158787"/>
              <a:gd name="connsiteY5972" fmla="*/ 3607992 h 4489084"/>
              <a:gd name="connsiteX5973" fmla="*/ 3267737 w 5158787"/>
              <a:gd name="connsiteY5973" fmla="*/ 3608821 h 4489084"/>
              <a:gd name="connsiteX5974" fmla="*/ 3244581 w 5158787"/>
              <a:gd name="connsiteY5974" fmla="*/ 3608821 h 4489084"/>
              <a:gd name="connsiteX5975" fmla="*/ 3243159 w 5158787"/>
              <a:gd name="connsiteY5975" fmla="*/ 3607992 h 4489084"/>
              <a:gd name="connsiteX5976" fmla="*/ 3231551 w 5158787"/>
              <a:gd name="connsiteY5976" fmla="*/ 3587915 h 4489084"/>
              <a:gd name="connsiteX5977" fmla="*/ 3231551 w 5158787"/>
              <a:gd name="connsiteY5977" fmla="*/ 3586257 h 4489084"/>
              <a:gd name="connsiteX5978" fmla="*/ 3243159 w 5158787"/>
              <a:gd name="connsiteY5978" fmla="*/ 3566179 h 4489084"/>
              <a:gd name="connsiteX5979" fmla="*/ 3244581 w 5158787"/>
              <a:gd name="connsiteY5979" fmla="*/ 3565350 h 4489084"/>
              <a:gd name="connsiteX5980" fmla="*/ 4935279 w 5158787"/>
              <a:gd name="connsiteY5980" fmla="*/ 3565173 h 4489084"/>
              <a:gd name="connsiteX5981" fmla="*/ 4958673 w 5158787"/>
              <a:gd name="connsiteY5981" fmla="*/ 3565173 h 4489084"/>
              <a:gd name="connsiteX5982" fmla="*/ 4960094 w 5158787"/>
              <a:gd name="connsiteY5982" fmla="*/ 3566002 h 4489084"/>
              <a:gd name="connsiteX5983" fmla="*/ 4971761 w 5158787"/>
              <a:gd name="connsiteY5983" fmla="*/ 3586257 h 4489084"/>
              <a:gd name="connsiteX5984" fmla="*/ 4971761 w 5158787"/>
              <a:gd name="connsiteY5984" fmla="*/ 3587915 h 4489084"/>
              <a:gd name="connsiteX5985" fmla="*/ 4960035 w 5158787"/>
              <a:gd name="connsiteY5985" fmla="*/ 3608170 h 4489084"/>
              <a:gd name="connsiteX5986" fmla="*/ 4958613 w 5158787"/>
              <a:gd name="connsiteY5986" fmla="*/ 3608999 h 4489084"/>
              <a:gd name="connsiteX5987" fmla="*/ 4935220 w 5158787"/>
              <a:gd name="connsiteY5987" fmla="*/ 3608999 h 4489084"/>
              <a:gd name="connsiteX5988" fmla="*/ 4933798 w 5158787"/>
              <a:gd name="connsiteY5988" fmla="*/ 3608170 h 4489084"/>
              <a:gd name="connsiteX5989" fmla="*/ 4922131 w 5158787"/>
              <a:gd name="connsiteY5989" fmla="*/ 3587915 h 4489084"/>
              <a:gd name="connsiteX5990" fmla="*/ 4922131 w 5158787"/>
              <a:gd name="connsiteY5990" fmla="*/ 3586257 h 4489084"/>
              <a:gd name="connsiteX5991" fmla="*/ 4933858 w 5158787"/>
              <a:gd name="connsiteY5991" fmla="*/ 3566002 h 4489084"/>
              <a:gd name="connsiteX5992" fmla="*/ 4935279 w 5158787"/>
              <a:gd name="connsiteY5992" fmla="*/ 3565173 h 4489084"/>
              <a:gd name="connsiteX5993" fmla="*/ 3312038 w 5158787"/>
              <a:gd name="connsiteY5993" fmla="*/ 3565054 h 4489084"/>
              <a:gd name="connsiteX5994" fmla="*/ 3335551 w 5158787"/>
              <a:gd name="connsiteY5994" fmla="*/ 3565054 h 4489084"/>
              <a:gd name="connsiteX5995" fmla="*/ 3336972 w 5158787"/>
              <a:gd name="connsiteY5995" fmla="*/ 3565883 h 4489084"/>
              <a:gd name="connsiteX5996" fmla="*/ 3348699 w 5158787"/>
              <a:gd name="connsiteY5996" fmla="*/ 3586257 h 4489084"/>
              <a:gd name="connsiteX5997" fmla="*/ 3348699 w 5158787"/>
              <a:gd name="connsiteY5997" fmla="*/ 3587915 h 4489084"/>
              <a:gd name="connsiteX5998" fmla="*/ 3336913 w 5158787"/>
              <a:gd name="connsiteY5998" fmla="*/ 3608288 h 4489084"/>
              <a:gd name="connsiteX5999" fmla="*/ 3335491 w 5158787"/>
              <a:gd name="connsiteY5999" fmla="*/ 3609117 h 4489084"/>
              <a:gd name="connsiteX6000" fmla="*/ 3311979 w 5158787"/>
              <a:gd name="connsiteY6000" fmla="*/ 3609117 h 4489084"/>
              <a:gd name="connsiteX6001" fmla="*/ 3310557 w 5158787"/>
              <a:gd name="connsiteY6001" fmla="*/ 3608288 h 4489084"/>
              <a:gd name="connsiteX6002" fmla="*/ 3298831 w 5158787"/>
              <a:gd name="connsiteY6002" fmla="*/ 3587915 h 4489084"/>
              <a:gd name="connsiteX6003" fmla="*/ 3298831 w 5158787"/>
              <a:gd name="connsiteY6003" fmla="*/ 3586257 h 4489084"/>
              <a:gd name="connsiteX6004" fmla="*/ 3310617 w 5158787"/>
              <a:gd name="connsiteY6004" fmla="*/ 3565883 h 4489084"/>
              <a:gd name="connsiteX6005" fmla="*/ 3312038 w 5158787"/>
              <a:gd name="connsiteY6005" fmla="*/ 3565054 h 4489084"/>
              <a:gd name="connsiteX6006" fmla="*/ 3176708 w 5158787"/>
              <a:gd name="connsiteY6006" fmla="*/ 3564935 h 4489084"/>
              <a:gd name="connsiteX6007" fmla="*/ 3200339 w 5158787"/>
              <a:gd name="connsiteY6007" fmla="*/ 3564935 h 4489084"/>
              <a:gd name="connsiteX6008" fmla="*/ 3201760 w 5158787"/>
              <a:gd name="connsiteY6008" fmla="*/ 3565764 h 4489084"/>
              <a:gd name="connsiteX6009" fmla="*/ 3213546 w 5158787"/>
              <a:gd name="connsiteY6009" fmla="*/ 3586256 h 4489084"/>
              <a:gd name="connsiteX6010" fmla="*/ 3213546 w 5158787"/>
              <a:gd name="connsiteY6010" fmla="*/ 3587914 h 4489084"/>
              <a:gd name="connsiteX6011" fmla="*/ 3201701 w 5158787"/>
              <a:gd name="connsiteY6011" fmla="*/ 3608406 h 4489084"/>
              <a:gd name="connsiteX6012" fmla="*/ 3200280 w 5158787"/>
              <a:gd name="connsiteY6012" fmla="*/ 3609236 h 4489084"/>
              <a:gd name="connsiteX6013" fmla="*/ 3176649 w 5158787"/>
              <a:gd name="connsiteY6013" fmla="*/ 3609236 h 4489084"/>
              <a:gd name="connsiteX6014" fmla="*/ 3175228 w 5158787"/>
              <a:gd name="connsiteY6014" fmla="*/ 3608406 h 4489084"/>
              <a:gd name="connsiteX6015" fmla="*/ 3163442 w 5158787"/>
              <a:gd name="connsiteY6015" fmla="*/ 3587914 h 4489084"/>
              <a:gd name="connsiteX6016" fmla="*/ 3163442 w 5158787"/>
              <a:gd name="connsiteY6016" fmla="*/ 3586256 h 4489084"/>
              <a:gd name="connsiteX6017" fmla="*/ 3175287 w 5158787"/>
              <a:gd name="connsiteY6017" fmla="*/ 3565764 h 4489084"/>
              <a:gd name="connsiteX6018" fmla="*/ 3176708 w 5158787"/>
              <a:gd name="connsiteY6018" fmla="*/ 3564935 h 4489084"/>
              <a:gd name="connsiteX6019" fmla="*/ 2973566 w 5158787"/>
              <a:gd name="connsiteY6019" fmla="*/ 3564403 h 4489084"/>
              <a:gd name="connsiteX6020" fmla="*/ 2997730 w 5158787"/>
              <a:gd name="connsiteY6020" fmla="*/ 3564403 h 4489084"/>
              <a:gd name="connsiteX6021" fmla="*/ 2999211 w 5158787"/>
              <a:gd name="connsiteY6021" fmla="*/ 3565232 h 4489084"/>
              <a:gd name="connsiteX6022" fmla="*/ 3011293 w 5158787"/>
              <a:gd name="connsiteY6022" fmla="*/ 3586198 h 4489084"/>
              <a:gd name="connsiteX6023" fmla="*/ 3011293 w 5158787"/>
              <a:gd name="connsiteY6023" fmla="*/ 3587915 h 4489084"/>
              <a:gd name="connsiteX6024" fmla="*/ 2999211 w 5158787"/>
              <a:gd name="connsiteY6024" fmla="*/ 3608881 h 4489084"/>
              <a:gd name="connsiteX6025" fmla="*/ 2997730 w 5158787"/>
              <a:gd name="connsiteY6025" fmla="*/ 3609710 h 4489084"/>
              <a:gd name="connsiteX6026" fmla="*/ 2973566 w 5158787"/>
              <a:gd name="connsiteY6026" fmla="*/ 3609710 h 4489084"/>
              <a:gd name="connsiteX6027" fmla="*/ 2972086 w 5158787"/>
              <a:gd name="connsiteY6027" fmla="*/ 3608881 h 4489084"/>
              <a:gd name="connsiteX6028" fmla="*/ 2960004 w 5158787"/>
              <a:gd name="connsiteY6028" fmla="*/ 3587915 h 4489084"/>
              <a:gd name="connsiteX6029" fmla="*/ 2960004 w 5158787"/>
              <a:gd name="connsiteY6029" fmla="*/ 3586198 h 4489084"/>
              <a:gd name="connsiteX6030" fmla="*/ 2972086 w 5158787"/>
              <a:gd name="connsiteY6030" fmla="*/ 3565232 h 4489084"/>
              <a:gd name="connsiteX6031" fmla="*/ 2973566 w 5158787"/>
              <a:gd name="connsiteY6031" fmla="*/ 3564403 h 4489084"/>
              <a:gd name="connsiteX6032" fmla="*/ 4194491 w 5158787"/>
              <a:gd name="connsiteY6032" fmla="*/ 3512521 h 4489084"/>
              <a:gd name="connsiteX6033" fmla="*/ 4211488 w 5158787"/>
              <a:gd name="connsiteY6033" fmla="*/ 3512521 h 4489084"/>
              <a:gd name="connsiteX6034" fmla="*/ 4212555 w 5158787"/>
              <a:gd name="connsiteY6034" fmla="*/ 3513113 h 4489084"/>
              <a:gd name="connsiteX6035" fmla="*/ 4221024 w 5158787"/>
              <a:gd name="connsiteY6035" fmla="*/ 3527860 h 4489084"/>
              <a:gd name="connsiteX6036" fmla="*/ 4221024 w 5158787"/>
              <a:gd name="connsiteY6036" fmla="*/ 3529045 h 4489084"/>
              <a:gd name="connsiteX6037" fmla="*/ 4212495 w 5158787"/>
              <a:gd name="connsiteY6037" fmla="*/ 3543792 h 4489084"/>
              <a:gd name="connsiteX6038" fmla="*/ 4211430 w 5158787"/>
              <a:gd name="connsiteY6038" fmla="*/ 3544384 h 4489084"/>
              <a:gd name="connsiteX6039" fmla="*/ 4194431 w 5158787"/>
              <a:gd name="connsiteY6039" fmla="*/ 3544384 h 4489084"/>
              <a:gd name="connsiteX6040" fmla="*/ 4193366 w 5158787"/>
              <a:gd name="connsiteY6040" fmla="*/ 3543792 h 4489084"/>
              <a:gd name="connsiteX6041" fmla="*/ 4184896 w 5158787"/>
              <a:gd name="connsiteY6041" fmla="*/ 3529045 h 4489084"/>
              <a:gd name="connsiteX6042" fmla="*/ 4184896 w 5158787"/>
              <a:gd name="connsiteY6042" fmla="*/ 3527860 h 4489084"/>
              <a:gd name="connsiteX6043" fmla="*/ 4193425 w 5158787"/>
              <a:gd name="connsiteY6043" fmla="*/ 3513113 h 4489084"/>
              <a:gd name="connsiteX6044" fmla="*/ 4194491 w 5158787"/>
              <a:gd name="connsiteY6044" fmla="*/ 3512521 h 4489084"/>
              <a:gd name="connsiteX6045" fmla="*/ 4126738 w 5158787"/>
              <a:gd name="connsiteY6045" fmla="*/ 3512343 h 4489084"/>
              <a:gd name="connsiteX6046" fmla="*/ 4143973 w 5158787"/>
              <a:gd name="connsiteY6046" fmla="*/ 3512343 h 4489084"/>
              <a:gd name="connsiteX6047" fmla="*/ 4145038 w 5158787"/>
              <a:gd name="connsiteY6047" fmla="*/ 3512935 h 4489084"/>
              <a:gd name="connsiteX6048" fmla="*/ 4153626 w 5158787"/>
              <a:gd name="connsiteY6048" fmla="*/ 3527860 h 4489084"/>
              <a:gd name="connsiteX6049" fmla="*/ 4153626 w 5158787"/>
              <a:gd name="connsiteY6049" fmla="*/ 3529104 h 4489084"/>
              <a:gd name="connsiteX6050" fmla="*/ 4144979 w 5158787"/>
              <a:gd name="connsiteY6050" fmla="*/ 3544029 h 4489084"/>
              <a:gd name="connsiteX6051" fmla="*/ 4143913 w 5158787"/>
              <a:gd name="connsiteY6051" fmla="*/ 3544621 h 4489084"/>
              <a:gd name="connsiteX6052" fmla="*/ 4126679 w 5158787"/>
              <a:gd name="connsiteY6052" fmla="*/ 3544621 h 4489084"/>
              <a:gd name="connsiteX6053" fmla="*/ 4125612 w 5158787"/>
              <a:gd name="connsiteY6053" fmla="*/ 3544029 h 4489084"/>
              <a:gd name="connsiteX6054" fmla="*/ 4117025 w 5158787"/>
              <a:gd name="connsiteY6054" fmla="*/ 3529104 h 4489084"/>
              <a:gd name="connsiteX6055" fmla="*/ 4117025 w 5158787"/>
              <a:gd name="connsiteY6055" fmla="*/ 3527860 h 4489084"/>
              <a:gd name="connsiteX6056" fmla="*/ 4125671 w 5158787"/>
              <a:gd name="connsiteY6056" fmla="*/ 3512935 h 4489084"/>
              <a:gd name="connsiteX6057" fmla="*/ 4126738 w 5158787"/>
              <a:gd name="connsiteY6057" fmla="*/ 3512343 h 4489084"/>
              <a:gd name="connsiteX6058" fmla="*/ 4329525 w 5158787"/>
              <a:gd name="connsiteY6058" fmla="*/ 3512107 h 4489084"/>
              <a:gd name="connsiteX6059" fmla="*/ 4346996 w 5158787"/>
              <a:gd name="connsiteY6059" fmla="*/ 3512107 h 4489084"/>
              <a:gd name="connsiteX6060" fmla="*/ 4348062 w 5158787"/>
              <a:gd name="connsiteY6060" fmla="*/ 3512699 h 4489084"/>
              <a:gd name="connsiteX6061" fmla="*/ 4356768 w 5158787"/>
              <a:gd name="connsiteY6061" fmla="*/ 3527802 h 4489084"/>
              <a:gd name="connsiteX6062" fmla="*/ 4356768 w 5158787"/>
              <a:gd name="connsiteY6062" fmla="*/ 3529045 h 4489084"/>
              <a:gd name="connsiteX6063" fmla="*/ 4348062 w 5158787"/>
              <a:gd name="connsiteY6063" fmla="*/ 3544148 h 4489084"/>
              <a:gd name="connsiteX6064" fmla="*/ 4346996 w 5158787"/>
              <a:gd name="connsiteY6064" fmla="*/ 3544740 h 4489084"/>
              <a:gd name="connsiteX6065" fmla="*/ 4329525 w 5158787"/>
              <a:gd name="connsiteY6065" fmla="*/ 3544740 h 4489084"/>
              <a:gd name="connsiteX6066" fmla="*/ 4328458 w 5158787"/>
              <a:gd name="connsiteY6066" fmla="*/ 3544148 h 4489084"/>
              <a:gd name="connsiteX6067" fmla="*/ 4319752 w 5158787"/>
              <a:gd name="connsiteY6067" fmla="*/ 3529045 h 4489084"/>
              <a:gd name="connsiteX6068" fmla="*/ 4319752 w 5158787"/>
              <a:gd name="connsiteY6068" fmla="*/ 3527802 h 4489084"/>
              <a:gd name="connsiteX6069" fmla="*/ 4328458 w 5158787"/>
              <a:gd name="connsiteY6069" fmla="*/ 3512699 h 4489084"/>
              <a:gd name="connsiteX6070" fmla="*/ 4329525 w 5158787"/>
              <a:gd name="connsiteY6070" fmla="*/ 3512107 h 4489084"/>
              <a:gd name="connsiteX6071" fmla="*/ 4261890 w 5158787"/>
              <a:gd name="connsiteY6071" fmla="*/ 3512047 h 4489084"/>
              <a:gd name="connsiteX6072" fmla="*/ 4279421 w 5158787"/>
              <a:gd name="connsiteY6072" fmla="*/ 3512047 h 4489084"/>
              <a:gd name="connsiteX6073" fmla="*/ 4280486 w 5158787"/>
              <a:gd name="connsiteY6073" fmla="*/ 3512639 h 4489084"/>
              <a:gd name="connsiteX6074" fmla="*/ 4289252 w 5158787"/>
              <a:gd name="connsiteY6074" fmla="*/ 3527860 h 4489084"/>
              <a:gd name="connsiteX6075" fmla="*/ 4289252 w 5158787"/>
              <a:gd name="connsiteY6075" fmla="*/ 3529104 h 4489084"/>
              <a:gd name="connsiteX6076" fmla="*/ 4280486 w 5158787"/>
              <a:gd name="connsiteY6076" fmla="*/ 3544325 h 4489084"/>
              <a:gd name="connsiteX6077" fmla="*/ 4279421 w 5158787"/>
              <a:gd name="connsiteY6077" fmla="*/ 3544917 h 4489084"/>
              <a:gd name="connsiteX6078" fmla="*/ 4261890 w 5158787"/>
              <a:gd name="connsiteY6078" fmla="*/ 3544917 h 4489084"/>
              <a:gd name="connsiteX6079" fmla="*/ 4260824 w 5158787"/>
              <a:gd name="connsiteY6079" fmla="*/ 3544325 h 4489084"/>
              <a:gd name="connsiteX6080" fmla="*/ 4252059 w 5158787"/>
              <a:gd name="connsiteY6080" fmla="*/ 3529104 h 4489084"/>
              <a:gd name="connsiteX6081" fmla="*/ 4252059 w 5158787"/>
              <a:gd name="connsiteY6081" fmla="*/ 3527860 h 4489084"/>
              <a:gd name="connsiteX6082" fmla="*/ 4260824 w 5158787"/>
              <a:gd name="connsiteY6082" fmla="*/ 3512639 h 4489084"/>
              <a:gd name="connsiteX6083" fmla="*/ 4261890 w 5158787"/>
              <a:gd name="connsiteY6083" fmla="*/ 3512047 h 4489084"/>
              <a:gd name="connsiteX6084" fmla="*/ 4058451 w 5158787"/>
              <a:gd name="connsiteY6084" fmla="*/ 3511100 h 4489084"/>
              <a:gd name="connsiteX6085" fmla="*/ 4076988 w 5158787"/>
              <a:gd name="connsiteY6085" fmla="*/ 3511100 h 4489084"/>
              <a:gd name="connsiteX6086" fmla="*/ 4078114 w 5158787"/>
              <a:gd name="connsiteY6086" fmla="*/ 3511751 h 4489084"/>
              <a:gd name="connsiteX6087" fmla="*/ 4087353 w 5158787"/>
              <a:gd name="connsiteY6087" fmla="*/ 3527802 h 4489084"/>
              <a:gd name="connsiteX6088" fmla="*/ 4087353 w 5158787"/>
              <a:gd name="connsiteY6088" fmla="*/ 3529104 h 4489084"/>
              <a:gd name="connsiteX6089" fmla="*/ 4078055 w 5158787"/>
              <a:gd name="connsiteY6089" fmla="*/ 3545154 h 4489084"/>
              <a:gd name="connsiteX6090" fmla="*/ 4076929 w 5158787"/>
              <a:gd name="connsiteY6090" fmla="*/ 3545806 h 4489084"/>
              <a:gd name="connsiteX6091" fmla="*/ 4058392 w 5158787"/>
              <a:gd name="connsiteY6091" fmla="*/ 3545806 h 4489084"/>
              <a:gd name="connsiteX6092" fmla="*/ 4057267 w 5158787"/>
              <a:gd name="connsiteY6092" fmla="*/ 3545154 h 4489084"/>
              <a:gd name="connsiteX6093" fmla="*/ 4048027 w 5158787"/>
              <a:gd name="connsiteY6093" fmla="*/ 3529104 h 4489084"/>
              <a:gd name="connsiteX6094" fmla="*/ 4048027 w 5158787"/>
              <a:gd name="connsiteY6094" fmla="*/ 3527802 h 4489084"/>
              <a:gd name="connsiteX6095" fmla="*/ 4057326 w 5158787"/>
              <a:gd name="connsiteY6095" fmla="*/ 3511751 h 4489084"/>
              <a:gd name="connsiteX6096" fmla="*/ 4058451 w 5158787"/>
              <a:gd name="connsiteY6096" fmla="*/ 3511100 h 4489084"/>
              <a:gd name="connsiteX6097" fmla="*/ 3990876 w 5158787"/>
              <a:gd name="connsiteY6097" fmla="*/ 3511100 h 4489084"/>
              <a:gd name="connsiteX6098" fmla="*/ 4009413 w 5158787"/>
              <a:gd name="connsiteY6098" fmla="*/ 3511100 h 4489084"/>
              <a:gd name="connsiteX6099" fmla="*/ 4010539 w 5158787"/>
              <a:gd name="connsiteY6099" fmla="*/ 3511751 h 4489084"/>
              <a:gd name="connsiteX6100" fmla="*/ 4019778 w 5158787"/>
              <a:gd name="connsiteY6100" fmla="*/ 3527802 h 4489084"/>
              <a:gd name="connsiteX6101" fmla="*/ 4019778 w 5158787"/>
              <a:gd name="connsiteY6101" fmla="*/ 3529104 h 4489084"/>
              <a:gd name="connsiteX6102" fmla="*/ 4010480 w 5158787"/>
              <a:gd name="connsiteY6102" fmla="*/ 3545154 h 4489084"/>
              <a:gd name="connsiteX6103" fmla="*/ 4009354 w 5158787"/>
              <a:gd name="connsiteY6103" fmla="*/ 3545806 h 4489084"/>
              <a:gd name="connsiteX6104" fmla="*/ 3990817 w 5158787"/>
              <a:gd name="connsiteY6104" fmla="*/ 3545806 h 4489084"/>
              <a:gd name="connsiteX6105" fmla="*/ 3989692 w 5158787"/>
              <a:gd name="connsiteY6105" fmla="*/ 3545154 h 4489084"/>
              <a:gd name="connsiteX6106" fmla="*/ 3980453 w 5158787"/>
              <a:gd name="connsiteY6106" fmla="*/ 3529104 h 4489084"/>
              <a:gd name="connsiteX6107" fmla="*/ 3980453 w 5158787"/>
              <a:gd name="connsiteY6107" fmla="*/ 3527802 h 4489084"/>
              <a:gd name="connsiteX6108" fmla="*/ 3989751 w 5158787"/>
              <a:gd name="connsiteY6108" fmla="*/ 3511751 h 4489084"/>
              <a:gd name="connsiteX6109" fmla="*/ 3990876 w 5158787"/>
              <a:gd name="connsiteY6109" fmla="*/ 3511100 h 4489084"/>
              <a:gd name="connsiteX6110" fmla="*/ 3923241 w 5158787"/>
              <a:gd name="connsiteY6110" fmla="*/ 3511100 h 4489084"/>
              <a:gd name="connsiteX6111" fmla="*/ 3941778 w 5158787"/>
              <a:gd name="connsiteY6111" fmla="*/ 3511100 h 4489084"/>
              <a:gd name="connsiteX6112" fmla="*/ 3942903 w 5158787"/>
              <a:gd name="connsiteY6112" fmla="*/ 3511751 h 4489084"/>
              <a:gd name="connsiteX6113" fmla="*/ 3952142 w 5158787"/>
              <a:gd name="connsiteY6113" fmla="*/ 3527802 h 4489084"/>
              <a:gd name="connsiteX6114" fmla="*/ 3952142 w 5158787"/>
              <a:gd name="connsiteY6114" fmla="*/ 3529104 h 4489084"/>
              <a:gd name="connsiteX6115" fmla="*/ 3942844 w 5158787"/>
              <a:gd name="connsiteY6115" fmla="*/ 3545154 h 4489084"/>
              <a:gd name="connsiteX6116" fmla="*/ 3941719 w 5158787"/>
              <a:gd name="connsiteY6116" fmla="*/ 3545806 h 4489084"/>
              <a:gd name="connsiteX6117" fmla="*/ 3923181 w 5158787"/>
              <a:gd name="connsiteY6117" fmla="*/ 3545806 h 4489084"/>
              <a:gd name="connsiteX6118" fmla="*/ 3922056 w 5158787"/>
              <a:gd name="connsiteY6118" fmla="*/ 3545154 h 4489084"/>
              <a:gd name="connsiteX6119" fmla="*/ 3912817 w 5158787"/>
              <a:gd name="connsiteY6119" fmla="*/ 3529104 h 4489084"/>
              <a:gd name="connsiteX6120" fmla="*/ 3912817 w 5158787"/>
              <a:gd name="connsiteY6120" fmla="*/ 3527802 h 4489084"/>
              <a:gd name="connsiteX6121" fmla="*/ 3922115 w 5158787"/>
              <a:gd name="connsiteY6121" fmla="*/ 3511751 h 4489084"/>
              <a:gd name="connsiteX6122" fmla="*/ 3923241 w 5158787"/>
              <a:gd name="connsiteY6122" fmla="*/ 3511100 h 4489084"/>
              <a:gd name="connsiteX6123" fmla="*/ 3855546 w 5158787"/>
              <a:gd name="connsiteY6123" fmla="*/ 3510981 h 4489084"/>
              <a:gd name="connsiteX6124" fmla="*/ 3874202 w 5158787"/>
              <a:gd name="connsiteY6124" fmla="*/ 3510981 h 4489084"/>
              <a:gd name="connsiteX6125" fmla="*/ 3875328 w 5158787"/>
              <a:gd name="connsiteY6125" fmla="*/ 3511632 h 4489084"/>
              <a:gd name="connsiteX6126" fmla="*/ 3884626 w 5158787"/>
              <a:gd name="connsiteY6126" fmla="*/ 3527801 h 4489084"/>
              <a:gd name="connsiteX6127" fmla="*/ 3884626 w 5158787"/>
              <a:gd name="connsiteY6127" fmla="*/ 3529104 h 4489084"/>
              <a:gd name="connsiteX6128" fmla="*/ 3875269 w 5158787"/>
              <a:gd name="connsiteY6128" fmla="*/ 3545272 h 4489084"/>
              <a:gd name="connsiteX6129" fmla="*/ 3874143 w 5158787"/>
              <a:gd name="connsiteY6129" fmla="*/ 3545924 h 4489084"/>
              <a:gd name="connsiteX6130" fmla="*/ 3855487 w 5158787"/>
              <a:gd name="connsiteY6130" fmla="*/ 3545924 h 4489084"/>
              <a:gd name="connsiteX6131" fmla="*/ 3854362 w 5158787"/>
              <a:gd name="connsiteY6131" fmla="*/ 3545272 h 4489084"/>
              <a:gd name="connsiteX6132" fmla="*/ 3845063 w 5158787"/>
              <a:gd name="connsiteY6132" fmla="*/ 3529104 h 4489084"/>
              <a:gd name="connsiteX6133" fmla="*/ 3845063 w 5158787"/>
              <a:gd name="connsiteY6133" fmla="*/ 3527801 h 4489084"/>
              <a:gd name="connsiteX6134" fmla="*/ 3854421 w 5158787"/>
              <a:gd name="connsiteY6134" fmla="*/ 3511632 h 4489084"/>
              <a:gd name="connsiteX6135" fmla="*/ 3855546 w 5158787"/>
              <a:gd name="connsiteY6135" fmla="*/ 3510981 h 4489084"/>
              <a:gd name="connsiteX6136" fmla="*/ 3720098 w 5158787"/>
              <a:gd name="connsiteY6136" fmla="*/ 3510685 h 4489084"/>
              <a:gd name="connsiteX6137" fmla="*/ 3739110 w 5158787"/>
              <a:gd name="connsiteY6137" fmla="*/ 3510685 h 4489084"/>
              <a:gd name="connsiteX6138" fmla="*/ 3740294 w 5158787"/>
              <a:gd name="connsiteY6138" fmla="*/ 3511336 h 4489084"/>
              <a:gd name="connsiteX6139" fmla="*/ 3749770 w 5158787"/>
              <a:gd name="connsiteY6139" fmla="*/ 3527801 h 4489084"/>
              <a:gd name="connsiteX6140" fmla="*/ 3749770 w 5158787"/>
              <a:gd name="connsiteY6140" fmla="*/ 3529163 h 4489084"/>
              <a:gd name="connsiteX6141" fmla="*/ 3740294 w 5158787"/>
              <a:gd name="connsiteY6141" fmla="*/ 3545628 h 4489084"/>
              <a:gd name="connsiteX6142" fmla="*/ 3739110 w 5158787"/>
              <a:gd name="connsiteY6142" fmla="*/ 3546279 h 4489084"/>
              <a:gd name="connsiteX6143" fmla="*/ 3720098 w 5158787"/>
              <a:gd name="connsiteY6143" fmla="*/ 3546279 h 4489084"/>
              <a:gd name="connsiteX6144" fmla="*/ 3718914 w 5158787"/>
              <a:gd name="connsiteY6144" fmla="*/ 3545628 h 4489084"/>
              <a:gd name="connsiteX6145" fmla="*/ 3709438 w 5158787"/>
              <a:gd name="connsiteY6145" fmla="*/ 3529163 h 4489084"/>
              <a:gd name="connsiteX6146" fmla="*/ 3709438 w 5158787"/>
              <a:gd name="connsiteY6146" fmla="*/ 3527801 h 4489084"/>
              <a:gd name="connsiteX6147" fmla="*/ 3718914 w 5158787"/>
              <a:gd name="connsiteY6147" fmla="*/ 3511336 h 4489084"/>
              <a:gd name="connsiteX6148" fmla="*/ 3720098 w 5158787"/>
              <a:gd name="connsiteY6148" fmla="*/ 3510685 h 4489084"/>
              <a:gd name="connsiteX6149" fmla="*/ 4396272 w 5158787"/>
              <a:gd name="connsiteY6149" fmla="*/ 3510389 h 4489084"/>
              <a:gd name="connsiteX6150" fmla="*/ 4415579 w 5158787"/>
              <a:gd name="connsiteY6150" fmla="*/ 3510389 h 4489084"/>
              <a:gd name="connsiteX6151" fmla="*/ 4416764 w 5158787"/>
              <a:gd name="connsiteY6151" fmla="*/ 3511100 h 4489084"/>
              <a:gd name="connsiteX6152" fmla="*/ 4426417 w 5158787"/>
              <a:gd name="connsiteY6152" fmla="*/ 3527860 h 4489084"/>
              <a:gd name="connsiteX6153" fmla="*/ 4426417 w 5158787"/>
              <a:gd name="connsiteY6153" fmla="*/ 3529223 h 4489084"/>
              <a:gd name="connsiteX6154" fmla="*/ 4416764 w 5158787"/>
              <a:gd name="connsiteY6154" fmla="*/ 3545983 h 4489084"/>
              <a:gd name="connsiteX6155" fmla="*/ 4415579 w 5158787"/>
              <a:gd name="connsiteY6155" fmla="*/ 3546694 h 4489084"/>
              <a:gd name="connsiteX6156" fmla="*/ 4396272 w 5158787"/>
              <a:gd name="connsiteY6156" fmla="*/ 3546694 h 4489084"/>
              <a:gd name="connsiteX6157" fmla="*/ 4395087 w 5158787"/>
              <a:gd name="connsiteY6157" fmla="*/ 3545983 h 4489084"/>
              <a:gd name="connsiteX6158" fmla="*/ 4385433 w 5158787"/>
              <a:gd name="connsiteY6158" fmla="*/ 3529223 h 4489084"/>
              <a:gd name="connsiteX6159" fmla="*/ 4385433 w 5158787"/>
              <a:gd name="connsiteY6159" fmla="*/ 3527860 h 4489084"/>
              <a:gd name="connsiteX6160" fmla="*/ 4395087 w 5158787"/>
              <a:gd name="connsiteY6160" fmla="*/ 3511100 h 4489084"/>
              <a:gd name="connsiteX6161" fmla="*/ 4396272 w 5158787"/>
              <a:gd name="connsiteY6161" fmla="*/ 3510389 h 4489084"/>
              <a:gd name="connsiteX6162" fmla="*/ 5072267 w 5158787"/>
              <a:gd name="connsiteY6162" fmla="*/ 3509856 h 4489084"/>
              <a:gd name="connsiteX6163" fmla="*/ 5092167 w 5158787"/>
              <a:gd name="connsiteY6163" fmla="*/ 3509856 h 4489084"/>
              <a:gd name="connsiteX6164" fmla="*/ 5093351 w 5158787"/>
              <a:gd name="connsiteY6164" fmla="*/ 3510567 h 4489084"/>
              <a:gd name="connsiteX6165" fmla="*/ 5103301 w 5158787"/>
              <a:gd name="connsiteY6165" fmla="*/ 3527801 h 4489084"/>
              <a:gd name="connsiteX6166" fmla="*/ 5103301 w 5158787"/>
              <a:gd name="connsiteY6166" fmla="*/ 3529223 h 4489084"/>
              <a:gd name="connsiteX6167" fmla="*/ 5093351 w 5158787"/>
              <a:gd name="connsiteY6167" fmla="*/ 3546457 h 4489084"/>
              <a:gd name="connsiteX6168" fmla="*/ 5092167 w 5158787"/>
              <a:gd name="connsiteY6168" fmla="*/ 3547168 h 4489084"/>
              <a:gd name="connsiteX6169" fmla="*/ 5072267 w 5158787"/>
              <a:gd name="connsiteY6169" fmla="*/ 3547168 h 4489084"/>
              <a:gd name="connsiteX6170" fmla="*/ 5071082 w 5158787"/>
              <a:gd name="connsiteY6170" fmla="*/ 3546457 h 4489084"/>
              <a:gd name="connsiteX6171" fmla="*/ 5061133 w 5158787"/>
              <a:gd name="connsiteY6171" fmla="*/ 3529223 h 4489084"/>
              <a:gd name="connsiteX6172" fmla="*/ 5061133 w 5158787"/>
              <a:gd name="connsiteY6172" fmla="*/ 3527801 h 4489084"/>
              <a:gd name="connsiteX6173" fmla="*/ 5071082 w 5158787"/>
              <a:gd name="connsiteY6173" fmla="*/ 3510567 h 4489084"/>
              <a:gd name="connsiteX6174" fmla="*/ 5072267 w 5158787"/>
              <a:gd name="connsiteY6174" fmla="*/ 3509856 h 4489084"/>
              <a:gd name="connsiteX6175" fmla="*/ 4463551 w 5158787"/>
              <a:gd name="connsiteY6175" fmla="*/ 3509856 h 4489084"/>
              <a:gd name="connsiteX6176" fmla="*/ 4483451 w 5158787"/>
              <a:gd name="connsiteY6176" fmla="*/ 3509856 h 4489084"/>
              <a:gd name="connsiteX6177" fmla="*/ 4484635 w 5158787"/>
              <a:gd name="connsiteY6177" fmla="*/ 3510567 h 4489084"/>
              <a:gd name="connsiteX6178" fmla="*/ 4494585 w 5158787"/>
              <a:gd name="connsiteY6178" fmla="*/ 3527801 h 4489084"/>
              <a:gd name="connsiteX6179" fmla="*/ 4494585 w 5158787"/>
              <a:gd name="connsiteY6179" fmla="*/ 3529223 h 4489084"/>
              <a:gd name="connsiteX6180" fmla="*/ 4484635 w 5158787"/>
              <a:gd name="connsiteY6180" fmla="*/ 3546457 h 4489084"/>
              <a:gd name="connsiteX6181" fmla="*/ 4483451 w 5158787"/>
              <a:gd name="connsiteY6181" fmla="*/ 3547168 h 4489084"/>
              <a:gd name="connsiteX6182" fmla="*/ 4463551 w 5158787"/>
              <a:gd name="connsiteY6182" fmla="*/ 3547168 h 4489084"/>
              <a:gd name="connsiteX6183" fmla="*/ 4462367 w 5158787"/>
              <a:gd name="connsiteY6183" fmla="*/ 3546457 h 4489084"/>
              <a:gd name="connsiteX6184" fmla="*/ 4452417 w 5158787"/>
              <a:gd name="connsiteY6184" fmla="*/ 3529223 h 4489084"/>
              <a:gd name="connsiteX6185" fmla="*/ 4452417 w 5158787"/>
              <a:gd name="connsiteY6185" fmla="*/ 3527801 h 4489084"/>
              <a:gd name="connsiteX6186" fmla="*/ 4462367 w 5158787"/>
              <a:gd name="connsiteY6186" fmla="*/ 3510567 h 4489084"/>
              <a:gd name="connsiteX6187" fmla="*/ 4463551 w 5158787"/>
              <a:gd name="connsiteY6187" fmla="*/ 3509856 h 4489084"/>
              <a:gd name="connsiteX6188" fmla="*/ 3787201 w 5158787"/>
              <a:gd name="connsiteY6188" fmla="*/ 3509619 h 4489084"/>
              <a:gd name="connsiteX6189" fmla="*/ 3807278 w 5158787"/>
              <a:gd name="connsiteY6189" fmla="*/ 3509619 h 4489084"/>
              <a:gd name="connsiteX6190" fmla="*/ 3808522 w 5158787"/>
              <a:gd name="connsiteY6190" fmla="*/ 3510330 h 4489084"/>
              <a:gd name="connsiteX6191" fmla="*/ 3818531 w 5158787"/>
              <a:gd name="connsiteY6191" fmla="*/ 3527742 h 4489084"/>
              <a:gd name="connsiteX6192" fmla="*/ 3818531 w 5158787"/>
              <a:gd name="connsiteY6192" fmla="*/ 3529163 h 4489084"/>
              <a:gd name="connsiteX6193" fmla="*/ 3808463 w 5158787"/>
              <a:gd name="connsiteY6193" fmla="*/ 3546575 h 4489084"/>
              <a:gd name="connsiteX6194" fmla="*/ 3807219 w 5158787"/>
              <a:gd name="connsiteY6194" fmla="*/ 3547286 h 4489084"/>
              <a:gd name="connsiteX6195" fmla="*/ 3787142 w 5158787"/>
              <a:gd name="connsiteY6195" fmla="*/ 3547286 h 4489084"/>
              <a:gd name="connsiteX6196" fmla="*/ 3785898 w 5158787"/>
              <a:gd name="connsiteY6196" fmla="*/ 3546575 h 4489084"/>
              <a:gd name="connsiteX6197" fmla="*/ 3775889 w 5158787"/>
              <a:gd name="connsiteY6197" fmla="*/ 3529163 h 4489084"/>
              <a:gd name="connsiteX6198" fmla="*/ 3775889 w 5158787"/>
              <a:gd name="connsiteY6198" fmla="*/ 3527742 h 4489084"/>
              <a:gd name="connsiteX6199" fmla="*/ 3785957 w 5158787"/>
              <a:gd name="connsiteY6199" fmla="*/ 3510330 h 4489084"/>
              <a:gd name="connsiteX6200" fmla="*/ 3787201 w 5158787"/>
              <a:gd name="connsiteY6200" fmla="*/ 3509619 h 4489084"/>
              <a:gd name="connsiteX6201" fmla="*/ 4666160 w 5158787"/>
              <a:gd name="connsiteY6201" fmla="*/ 3509205 h 4489084"/>
              <a:gd name="connsiteX6202" fmla="*/ 4686712 w 5158787"/>
              <a:gd name="connsiteY6202" fmla="*/ 3509205 h 4489084"/>
              <a:gd name="connsiteX6203" fmla="*/ 4687955 w 5158787"/>
              <a:gd name="connsiteY6203" fmla="*/ 3509916 h 4489084"/>
              <a:gd name="connsiteX6204" fmla="*/ 4698201 w 5158787"/>
              <a:gd name="connsiteY6204" fmla="*/ 3527683 h 4489084"/>
              <a:gd name="connsiteX6205" fmla="*/ 4698201 w 5158787"/>
              <a:gd name="connsiteY6205" fmla="*/ 3529164 h 4489084"/>
              <a:gd name="connsiteX6206" fmla="*/ 4687955 w 5158787"/>
              <a:gd name="connsiteY6206" fmla="*/ 3546931 h 4489084"/>
              <a:gd name="connsiteX6207" fmla="*/ 4686712 w 5158787"/>
              <a:gd name="connsiteY6207" fmla="*/ 3547642 h 4489084"/>
              <a:gd name="connsiteX6208" fmla="*/ 4666160 w 5158787"/>
              <a:gd name="connsiteY6208" fmla="*/ 3547642 h 4489084"/>
              <a:gd name="connsiteX6209" fmla="*/ 4664917 w 5158787"/>
              <a:gd name="connsiteY6209" fmla="*/ 3546931 h 4489084"/>
              <a:gd name="connsiteX6210" fmla="*/ 4654671 w 5158787"/>
              <a:gd name="connsiteY6210" fmla="*/ 3529164 h 4489084"/>
              <a:gd name="connsiteX6211" fmla="*/ 4654671 w 5158787"/>
              <a:gd name="connsiteY6211" fmla="*/ 3527683 h 4489084"/>
              <a:gd name="connsiteX6212" fmla="*/ 4664917 w 5158787"/>
              <a:gd name="connsiteY6212" fmla="*/ 3509916 h 4489084"/>
              <a:gd name="connsiteX6213" fmla="*/ 4666160 w 5158787"/>
              <a:gd name="connsiteY6213" fmla="*/ 3509205 h 4489084"/>
              <a:gd name="connsiteX6214" fmla="*/ 3584058 w 5158787"/>
              <a:gd name="connsiteY6214" fmla="*/ 3509205 h 4489084"/>
              <a:gd name="connsiteX6215" fmla="*/ 3604609 w 5158787"/>
              <a:gd name="connsiteY6215" fmla="*/ 3509205 h 4489084"/>
              <a:gd name="connsiteX6216" fmla="*/ 3605854 w 5158787"/>
              <a:gd name="connsiteY6216" fmla="*/ 3509916 h 4489084"/>
              <a:gd name="connsiteX6217" fmla="*/ 3616099 w 5158787"/>
              <a:gd name="connsiteY6217" fmla="*/ 3527683 h 4489084"/>
              <a:gd name="connsiteX6218" fmla="*/ 3616099 w 5158787"/>
              <a:gd name="connsiteY6218" fmla="*/ 3529164 h 4489084"/>
              <a:gd name="connsiteX6219" fmla="*/ 3605854 w 5158787"/>
              <a:gd name="connsiteY6219" fmla="*/ 3546931 h 4489084"/>
              <a:gd name="connsiteX6220" fmla="*/ 3604609 w 5158787"/>
              <a:gd name="connsiteY6220" fmla="*/ 3547642 h 4489084"/>
              <a:gd name="connsiteX6221" fmla="*/ 3584058 w 5158787"/>
              <a:gd name="connsiteY6221" fmla="*/ 3547642 h 4489084"/>
              <a:gd name="connsiteX6222" fmla="*/ 3582815 w 5158787"/>
              <a:gd name="connsiteY6222" fmla="*/ 3546931 h 4489084"/>
              <a:gd name="connsiteX6223" fmla="*/ 3572568 w 5158787"/>
              <a:gd name="connsiteY6223" fmla="*/ 3529164 h 4489084"/>
              <a:gd name="connsiteX6224" fmla="*/ 3572568 w 5158787"/>
              <a:gd name="connsiteY6224" fmla="*/ 3527683 h 4489084"/>
              <a:gd name="connsiteX6225" fmla="*/ 3582815 w 5158787"/>
              <a:gd name="connsiteY6225" fmla="*/ 3509916 h 4489084"/>
              <a:gd name="connsiteX6226" fmla="*/ 3584058 w 5158787"/>
              <a:gd name="connsiteY6226" fmla="*/ 3509205 h 4489084"/>
              <a:gd name="connsiteX6227" fmla="*/ 4530830 w 5158787"/>
              <a:gd name="connsiteY6227" fmla="*/ 3509145 h 4489084"/>
              <a:gd name="connsiteX6228" fmla="*/ 4551500 w 5158787"/>
              <a:gd name="connsiteY6228" fmla="*/ 3509145 h 4489084"/>
              <a:gd name="connsiteX6229" fmla="*/ 4552743 w 5158787"/>
              <a:gd name="connsiteY6229" fmla="*/ 3509856 h 4489084"/>
              <a:gd name="connsiteX6230" fmla="*/ 4563049 w 5158787"/>
              <a:gd name="connsiteY6230" fmla="*/ 3527742 h 4489084"/>
              <a:gd name="connsiteX6231" fmla="*/ 4563049 w 5158787"/>
              <a:gd name="connsiteY6231" fmla="*/ 3529222 h 4489084"/>
              <a:gd name="connsiteX6232" fmla="*/ 4552743 w 5158787"/>
              <a:gd name="connsiteY6232" fmla="*/ 3547108 h 4489084"/>
              <a:gd name="connsiteX6233" fmla="*/ 4551500 w 5158787"/>
              <a:gd name="connsiteY6233" fmla="*/ 3547819 h 4489084"/>
              <a:gd name="connsiteX6234" fmla="*/ 4530830 w 5158787"/>
              <a:gd name="connsiteY6234" fmla="*/ 3547819 h 4489084"/>
              <a:gd name="connsiteX6235" fmla="*/ 4529587 w 5158787"/>
              <a:gd name="connsiteY6235" fmla="*/ 3547108 h 4489084"/>
              <a:gd name="connsiteX6236" fmla="*/ 4519282 w 5158787"/>
              <a:gd name="connsiteY6236" fmla="*/ 3529222 h 4489084"/>
              <a:gd name="connsiteX6237" fmla="*/ 4519282 w 5158787"/>
              <a:gd name="connsiteY6237" fmla="*/ 3527742 h 4489084"/>
              <a:gd name="connsiteX6238" fmla="*/ 4529587 w 5158787"/>
              <a:gd name="connsiteY6238" fmla="*/ 3509856 h 4489084"/>
              <a:gd name="connsiteX6239" fmla="*/ 4530830 w 5158787"/>
              <a:gd name="connsiteY6239" fmla="*/ 3509145 h 4489084"/>
              <a:gd name="connsiteX6240" fmla="*/ 4598170 w 5158787"/>
              <a:gd name="connsiteY6240" fmla="*/ 3508612 h 4489084"/>
              <a:gd name="connsiteX6241" fmla="*/ 4619372 w 5158787"/>
              <a:gd name="connsiteY6241" fmla="*/ 3508612 h 4489084"/>
              <a:gd name="connsiteX6242" fmla="*/ 4620676 w 5158787"/>
              <a:gd name="connsiteY6242" fmla="*/ 3509382 h 4489084"/>
              <a:gd name="connsiteX6243" fmla="*/ 4631277 w 5158787"/>
              <a:gd name="connsiteY6243" fmla="*/ 3527742 h 4489084"/>
              <a:gd name="connsiteX6244" fmla="*/ 4631277 w 5158787"/>
              <a:gd name="connsiteY6244" fmla="*/ 3529223 h 4489084"/>
              <a:gd name="connsiteX6245" fmla="*/ 4620676 w 5158787"/>
              <a:gd name="connsiteY6245" fmla="*/ 3547582 h 4489084"/>
              <a:gd name="connsiteX6246" fmla="*/ 4619372 w 5158787"/>
              <a:gd name="connsiteY6246" fmla="*/ 3548352 h 4489084"/>
              <a:gd name="connsiteX6247" fmla="*/ 4598170 w 5158787"/>
              <a:gd name="connsiteY6247" fmla="*/ 3548352 h 4489084"/>
              <a:gd name="connsiteX6248" fmla="*/ 4596867 w 5158787"/>
              <a:gd name="connsiteY6248" fmla="*/ 3547582 h 4489084"/>
              <a:gd name="connsiteX6249" fmla="*/ 4586266 w 5158787"/>
              <a:gd name="connsiteY6249" fmla="*/ 3529223 h 4489084"/>
              <a:gd name="connsiteX6250" fmla="*/ 4586266 w 5158787"/>
              <a:gd name="connsiteY6250" fmla="*/ 3527742 h 4489084"/>
              <a:gd name="connsiteX6251" fmla="*/ 4596867 w 5158787"/>
              <a:gd name="connsiteY6251" fmla="*/ 3509382 h 4489084"/>
              <a:gd name="connsiteX6252" fmla="*/ 4598170 w 5158787"/>
              <a:gd name="connsiteY6252" fmla="*/ 3508612 h 4489084"/>
              <a:gd name="connsiteX6253" fmla="*/ 3651338 w 5158787"/>
              <a:gd name="connsiteY6253" fmla="*/ 3508612 h 4489084"/>
              <a:gd name="connsiteX6254" fmla="*/ 3672540 w 5158787"/>
              <a:gd name="connsiteY6254" fmla="*/ 3508612 h 4489084"/>
              <a:gd name="connsiteX6255" fmla="*/ 3673844 w 5158787"/>
              <a:gd name="connsiteY6255" fmla="*/ 3509382 h 4489084"/>
              <a:gd name="connsiteX6256" fmla="*/ 3684445 w 5158787"/>
              <a:gd name="connsiteY6256" fmla="*/ 3527742 h 4489084"/>
              <a:gd name="connsiteX6257" fmla="*/ 3684445 w 5158787"/>
              <a:gd name="connsiteY6257" fmla="*/ 3529223 h 4489084"/>
              <a:gd name="connsiteX6258" fmla="*/ 3673844 w 5158787"/>
              <a:gd name="connsiteY6258" fmla="*/ 3547582 h 4489084"/>
              <a:gd name="connsiteX6259" fmla="*/ 3672540 w 5158787"/>
              <a:gd name="connsiteY6259" fmla="*/ 3548352 h 4489084"/>
              <a:gd name="connsiteX6260" fmla="*/ 3651338 w 5158787"/>
              <a:gd name="connsiteY6260" fmla="*/ 3548352 h 4489084"/>
              <a:gd name="connsiteX6261" fmla="*/ 3650035 w 5158787"/>
              <a:gd name="connsiteY6261" fmla="*/ 3547582 h 4489084"/>
              <a:gd name="connsiteX6262" fmla="*/ 3639434 w 5158787"/>
              <a:gd name="connsiteY6262" fmla="*/ 3529223 h 4489084"/>
              <a:gd name="connsiteX6263" fmla="*/ 3639434 w 5158787"/>
              <a:gd name="connsiteY6263" fmla="*/ 3527742 h 4489084"/>
              <a:gd name="connsiteX6264" fmla="*/ 3650035 w 5158787"/>
              <a:gd name="connsiteY6264" fmla="*/ 3509382 h 4489084"/>
              <a:gd name="connsiteX6265" fmla="*/ 3651338 w 5158787"/>
              <a:gd name="connsiteY6265" fmla="*/ 3508612 h 4489084"/>
              <a:gd name="connsiteX6266" fmla="*/ 4800957 w 5158787"/>
              <a:gd name="connsiteY6266" fmla="*/ 3508376 h 4489084"/>
              <a:gd name="connsiteX6267" fmla="*/ 4822396 w 5158787"/>
              <a:gd name="connsiteY6267" fmla="*/ 3508376 h 4489084"/>
              <a:gd name="connsiteX6268" fmla="*/ 4823699 w 5158787"/>
              <a:gd name="connsiteY6268" fmla="*/ 3509146 h 4489084"/>
              <a:gd name="connsiteX6269" fmla="*/ 4834419 w 5158787"/>
              <a:gd name="connsiteY6269" fmla="*/ 3527683 h 4489084"/>
              <a:gd name="connsiteX6270" fmla="*/ 4834419 w 5158787"/>
              <a:gd name="connsiteY6270" fmla="*/ 3529223 h 4489084"/>
              <a:gd name="connsiteX6271" fmla="*/ 4823699 w 5158787"/>
              <a:gd name="connsiteY6271" fmla="*/ 3547761 h 4489084"/>
              <a:gd name="connsiteX6272" fmla="*/ 4822396 w 5158787"/>
              <a:gd name="connsiteY6272" fmla="*/ 3548531 h 4489084"/>
              <a:gd name="connsiteX6273" fmla="*/ 4800957 w 5158787"/>
              <a:gd name="connsiteY6273" fmla="*/ 3548531 h 4489084"/>
              <a:gd name="connsiteX6274" fmla="*/ 4799654 w 5158787"/>
              <a:gd name="connsiteY6274" fmla="*/ 3547761 h 4489084"/>
              <a:gd name="connsiteX6275" fmla="*/ 4788934 w 5158787"/>
              <a:gd name="connsiteY6275" fmla="*/ 3529223 h 4489084"/>
              <a:gd name="connsiteX6276" fmla="*/ 4788934 w 5158787"/>
              <a:gd name="connsiteY6276" fmla="*/ 3527683 h 4489084"/>
              <a:gd name="connsiteX6277" fmla="*/ 4799654 w 5158787"/>
              <a:gd name="connsiteY6277" fmla="*/ 3509146 h 4489084"/>
              <a:gd name="connsiteX6278" fmla="*/ 4800957 w 5158787"/>
              <a:gd name="connsiteY6278" fmla="*/ 3508376 h 4489084"/>
              <a:gd name="connsiteX6279" fmla="*/ 3177834 w 5158787"/>
              <a:gd name="connsiteY6279" fmla="*/ 3508376 h 4489084"/>
              <a:gd name="connsiteX6280" fmla="*/ 3199274 w 5158787"/>
              <a:gd name="connsiteY6280" fmla="*/ 3508376 h 4489084"/>
              <a:gd name="connsiteX6281" fmla="*/ 3200576 w 5158787"/>
              <a:gd name="connsiteY6281" fmla="*/ 3509146 h 4489084"/>
              <a:gd name="connsiteX6282" fmla="*/ 3211296 w 5158787"/>
              <a:gd name="connsiteY6282" fmla="*/ 3527683 h 4489084"/>
              <a:gd name="connsiteX6283" fmla="*/ 3211296 w 5158787"/>
              <a:gd name="connsiteY6283" fmla="*/ 3529223 h 4489084"/>
              <a:gd name="connsiteX6284" fmla="*/ 3200576 w 5158787"/>
              <a:gd name="connsiteY6284" fmla="*/ 3547761 h 4489084"/>
              <a:gd name="connsiteX6285" fmla="*/ 3199274 w 5158787"/>
              <a:gd name="connsiteY6285" fmla="*/ 3548531 h 4489084"/>
              <a:gd name="connsiteX6286" fmla="*/ 3177834 w 5158787"/>
              <a:gd name="connsiteY6286" fmla="*/ 3548531 h 4489084"/>
              <a:gd name="connsiteX6287" fmla="*/ 3176531 w 5158787"/>
              <a:gd name="connsiteY6287" fmla="*/ 3547761 h 4489084"/>
              <a:gd name="connsiteX6288" fmla="*/ 3165811 w 5158787"/>
              <a:gd name="connsiteY6288" fmla="*/ 3529223 h 4489084"/>
              <a:gd name="connsiteX6289" fmla="*/ 3165811 w 5158787"/>
              <a:gd name="connsiteY6289" fmla="*/ 3527683 h 4489084"/>
              <a:gd name="connsiteX6290" fmla="*/ 3176531 w 5158787"/>
              <a:gd name="connsiteY6290" fmla="*/ 3509146 h 4489084"/>
              <a:gd name="connsiteX6291" fmla="*/ 3177834 w 5158787"/>
              <a:gd name="connsiteY6291" fmla="*/ 3508376 h 4489084"/>
              <a:gd name="connsiteX6292" fmla="*/ 3448315 w 5158787"/>
              <a:gd name="connsiteY6292" fmla="*/ 3508316 h 4489084"/>
              <a:gd name="connsiteX6293" fmla="*/ 3469813 w 5158787"/>
              <a:gd name="connsiteY6293" fmla="*/ 3508316 h 4489084"/>
              <a:gd name="connsiteX6294" fmla="*/ 3471117 w 5158787"/>
              <a:gd name="connsiteY6294" fmla="*/ 3509086 h 4489084"/>
              <a:gd name="connsiteX6295" fmla="*/ 3481896 w 5158787"/>
              <a:gd name="connsiteY6295" fmla="*/ 3527742 h 4489084"/>
              <a:gd name="connsiteX6296" fmla="*/ 3481896 w 5158787"/>
              <a:gd name="connsiteY6296" fmla="*/ 3529282 h 4489084"/>
              <a:gd name="connsiteX6297" fmla="*/ 3471117 w 5158787"/>
              <a:gd name="connsiteY6297" fmla="*/ 3547938 h 4489084"/>
              <a:gd name="connsiteX6298" fmla="*/ 3469813 w 5158787"/>
              <a:gd name="connsiteY6298" fmla="*/ 3548708 h 4489084"/>
              <a:gd name="connsiteX6299" fmla="*/ 3448315 w 5158787"/>
              <a:gd name="connsiteY6299" fmla="*/ 3548708 h 4489084"/>
              <a:gd name="connsiteX6300" fmla="*/ 3447012 w 5158787"/>
              <a:gd name="connsiteY6300" fmla="*/ 3547938 h 4489084"/>
              <a:gd name="connsiteX6301" fmla="*/ 3436233 w 5158787"/>
              <a:gd name="connsiteY6301" fmla="*/ 3529282 h 4489084"/>
              <a:gd name="connsiteX6302" fmla="*/ 3436233 w 5158787"/>
              <a:gd name="connsiteY6302" fmla="*/ 3527742 h 4489084"/>
              <a:gd name="connsiteX6303" fmla="*/ 3447012 w 5158787"/>
              <a:gd name="connsiteY6303" fmla="*/ 3509086 h 4489084"/>
              <a:gd name="connsiteX6304" fmla="*/ 3448315 w 5158787"/>
              <a:gd name="connsiteY6304" fmla="*/ 3508316 h 4489084"/>
              <a:gd name="connsiteX6305" fmla="*/ 3380620 w 5158787"/>
              <a:gd name="connsiteY6305" fmla="*/ 3508198 h 4489084"/>
              <a:gd name="connsiteX6306" fmla="*/ 3402238 w 5158787"/>
              <a:gd name="connsiteY6306" fmla="*/ 3508198 h 4489084"/>
              <a:gd name="connsiteX6307" fmla="*/ 3403540 w 5158787"/>
              <a:gd name="connsiteY6307" fmla="*/ 3508968 h 4489084"/>
              <a:gd name="connsiteX6308" fmla="*/ 3414378 w 5158787"/>
              <a:gd name="connsiteY6308" fmla="*/ 3527683 h 4489084"/>
              <a:gd name="connsiteX6309" fmla="*/ 3414378 w 5158787"/>
              <a:gd name="connsiteY6309" fmla="*/ 3529223 h 4489084"/>
              <a:gd name="connsiteX6310" fmla="*/ 3403540 w 5158787"/>
              <a:gd name="connsiteY6310" fmla="*/ 3547938 h 4489084"/>
              <a:gd name="connsiteX6311" fmla="*/ 3402238 w 5158787"/>
              <a:gd name="connsiteY6311" fmla="*/ 3548708 h 4489084"/>
              <a:gd name="connsiteX6312" fmla="*/ 3380620 w 5158787"/>
              <a:gd name="connsiteY6312" fmla="*/ 3548708 h 4489084"/>
              <a:gd name="connsiteX6313" fmla="*/ 3379317 w 5158787"/>
              <a:gd name="connsiteY6313" fmla="*/ 3547938 h 4489084"/>
              <a:gd name="connsiteX6314" fmla="*/ 3368479 w 5158787"/>
              <a:gd name="connsiteY6314" fmla="*/ 3529223 h 4489084"/>
              <a:gd name="connsiteX6315" fmla="*/ 3368479 w 5158787"/>
              <a:gd name="connsiteY6315" fmla="*/ 3527683 h 4489084"/>
              <a:gd name="connsiteX6316" fmla="*/ 3379317 w 5158787"/>
              <a:gd name="connsiteY6316" fmla="*/ 3508968 h 4489084"/>
              <a:gd name="connsiteX6317" fmla="*/ 3380620 w 5158787"/>
              <a:gd name="connsiteY6317" fmla="*/ 3508198 h 4489084"/>
              <a:gd name="connsiteX6318" fmla="*/ 2636694 w 5158787"/>
              <a:gd name="connsiteY6318" fmla="*/ 3508198 h 4489084"/>
              <a:gd name="connsiteX6319" fmla="*/ 2658311 w 5158787"/>
              <a:gd name="connsiteY6319" fmla="*/ 3508198 h 4489084"/>
              <a:gd name="connsiteX6320" fmla="*/ 2659614 w 5158787"/>
              <a:gd name="connsiteY6320" fmla="*/ 3508968 h 4489084"/>
              <a:gd name="connsiteX6321" fmla="*/ 2670452 w 5158787"/>
              <a:gd name="connsiteY6321" fmla="*/ 3527683 h 4489084"/>
              <a:gd name="connsiteX6322" fmla="*/ 2670452 w 5158787"/>
              <a:gd name="connsiteY6322" fmla="*/ 3529223 h 4489084"/>
              <a:gd name="connsiteX6323" fmla="*/ 2659614 w 5158787"/>
              <a:gd name="connsiteY6323" fmla="*/ 3547938 h 4489084"/>
              <a:gd name="connsiteX6324" fmla="*/ 2658311 w 5158787"/>
              <a:gd name="connsiteY6324" fmla="*/ 3548708 h 4489084"/>
              <a:gd name="connsiteX6325" fmla="*/ 2636694 w 5158787"/>
              <a:gd name="connsiteY6325" fmla="*/ 3548708 h 4489084"/>
              <a:gd name="connsiteX6326" fmla="*/ 2635391 w 5158787"/>
              <a:gd name="connsiteY6326" fmla="*/ 3547938 h 4489084"/>
              <a:gd name="connsiteX6327" fmla="*/ 2624553 w 5158787"/>
              <a:gd name="connsiteY6327" fmla="*/ 3529223 h 4489084"/>
              <a:gd name="connsiteX6328" fmla="*/ 2624553 w 5158787"/>
              <a:gd name="connsiteY6328" fmla="*/ 3527683 h 4489084"/>
              <a:gd name="connsiteX6329" fmla="*/ 2635391 w 5158787"/>
              <a:gd name="connsiteY6329" fmla="*/ 3508968 h 4489084"/>
              <a:gd name="connsiteX6330" fmla="*/ 2636694 w 5158787"/>
              <a:gd name="connsiteY6330" fmla="*/ 3508198 h 4489084"/>
              <a:gd name="connsiteX6331" fmla="*/ 4733203 w 5158787"/>
              <a:gd name="connsiteY6331" fmla="*/ 3508079 h 4489084"/>
              <a:gd name="connsiteX6332" fmla="*/ 4754939 w 5158787"/>
              <a:gd name="connsiteY6332" fmla="*/ 3508079 h 4489084"/>
              <a:gd name="connsiteX6333" fmla="*/ 4756242 w 5158787"/>
              <a:gd name="connsiteY6333" fmla="*/ 3508849 h 4489084"/>
              <a:gd name="connsiteX6334" fmla="*/ 4767080 w 5158787"/>
              <a:gd name="connsiteY6334" fmla="*/ 3527682 h 4489084"/>
              <a:gd name="connsiteX6335" fmla="*/ 4767080 w 5158787"/>
              <a:gd name="connsiteY6335" fmla="*/ 3529222 h 4489084"/>
              <a:gd name="connsiteX6336" fmla="*/ 4756183 w 5158787"/>
              <a:gd name="connsiteY6336" fmla="*/ 3548056 h 4489084"/>
              <a:gd name="connsiteX6337" fmla="*/ 4754879 w 5158787"/>
              <a:gd name="connsiteY6337" fmla="*/ 3548826 h 4489084"/>
              <a:gd name="connsiteX6338" fmla="*/ 4733144 w 5158787"/>
              <a:gd name="connsiteY6338" fmla="*/ 3548826 h 4489084"/>
              <a:gd name="connsiteX6339" fmla="*/ 4731841 w 5158787"/>
              <a:gd name="connsiteY6339" fmla="*/ 3548056 h 4489084"/>
              <a:gd name="connsiteX6340" fmla="*/ 4721003 w 5158787"/>
              <a:gd name="connsiteY6340" fmla="*/ 3529222 h 4489084"/>
              <a:gd name="connsiteX6341" fmla="*/ 4721003 w 5158787"/>
              <a:gd name="connsiteY6341" fmla="*/ 3527682 h 4489084"/>
              <a:gd name="connsiteX6342" fmla="*/ 4731900 w 5158787"/>
              <a:gd name="connsiteY6342" fmla="*/ 3508849 h 4489084"/>
              <a:gd name="connsiteX6343" fmla="*/ 4733203 w 5158787"/>
              <a:gd name="connsiteY6343" fmla="*/ 3508079 h 4489084"/>
              <a:gd name="connsiteX6344" fmla="*/ 3515772 w 5158787"/>
              <a:gd name="connsiteY6344" fmla="*/ 3507961 h 4489084"/>
              <a:gd name="connsiteX6345" fmla="*/ 3537626 w 5158787"/>
              <a:gd name="connsiteY6345" fmla="*/ 3507961 h 4489084"/>
              <a:gd name="connsiteX6346" fmla="*/ 3538988 w 5158787"/>
              <a:gd name="connsiteY6346" fmla="*/ 3508731 h 4489084"/>
              <a:gd name="connsiteX6347" fmla="*/ 3549886 w 5158787"/>
              <a:gd name="connsiteY6347" fmla="*/ 3527683 h 4489084"/>
              <a:gd name="connsiteX6348" fmla="*/ 3549886 w 5158787"/>
              <a:gd name="connsiteY6348" fmla="*/ 3529223 h 4489084"/>
              <a:gd name="connsiteX6349" fmla="*/ 3538929 w 5158787"/>
              <a:gd name="connsiteY6349" fmla="*/ 3548175 h 4489084"/>
              <a:gd name="connsiteX6350" fmla="*/ 3537567 w 5158787"/>
              <a:gd name="connsiteY6350" fmla="*/ 3548945 h 4489084"/>
              <a:gd name="connsiteX6351" fmla="*/ 3515713 w 5158787"/>
              <a:gd name="connsiteY6351" fmla="*/ 3548945 h 4489084"/>
              <a:gd name="connsiteX6352" fmla="*/ 3514351 w 5158787"/>
              <a:gd name="connsiteY6352" fmla="*/ 3548175 h 4489084"/>
              <a:gd name="connsiteX6353" fmla="*/ 3503453 w 5158787"/>
              <a:gd name="connsiteY6353" fmla="*/ 3529223 h 4489084"/>
              <a:gd name="connsiteX6354" fmla="*/ 3503453 w 5158787"/>
              <a:gd name="connsiteY6354" fmla="*/ 3527683 h 4489084"/>
              <a:gd name="connsiteX6355" fmla="*/ 3514410 w 5158787"/>
              <a:gd name="connsiteY6355" fmla="*/ 3508731 h 4489084"/>
              <a:gd name="connsiteX6356" fmla="*/ 3515772 w 5158787"/>
              <a:gd name="connsiteY6356" fmla="*/ 3507961 h 4489084"/>
              <a:gd name="connsiteX6357" fmla="*/ 3245172 w 5158787"/>
              <a:gd name="connsiteY6357" fmla="*/ 3507902 h 4489084"/>
              <a:gd name="connsiteX6358" fmla="*/ 3267145 w 5158787"/>
              <a:gd name="connsiteY6358" fmla="*/ 3507902 h 4489084"/>
              <a:gd name="connsiteX6359" fmla="*/ 3268507 w 5158787"/>
              <a:gd name="connsiteY6359" fmla="*/ 3508672 h 4489084"/>
              <a:gd name="connsiteX6360" fmla="*/ 3279463 w 5158787"/>
              <a:gd name="connsiteY6360" fmla="*/ 3527683 h 4489084"/>
              <a:gd name="connsiteX6361" fmla="*/ 3279463 w 5158787"/>
              <a:gd name="connsiteY6361" fmla="*/ 3529223 h 4489084"/>
              <a:gd name="connsiteX6362" fmla="*/ 3268447 w 5158787"/>
              <a:gd name="connsiteY6362" fmla="*/ 3548234 h 4489084"/>
              <a:gd name="connsiteX6363" fmla="*/ 3267085 w 5158787"/>
              <a:gd name="connsiteY6363" fmla="*/ 3549004 h 4489084"/>
              <a:gd name="connsiteX6364" fmla="*/ 3245113 w 5158787"/>
              <a:gd name="connsiteY6364" fmla="*/ 3549004 h 4489084"/>
              <a:gd name="connsiteX6365" fmla="*/ 3243751 w 5158787"/>
              <a:gd name="connsiteY6365" fmla="*/ 3548234 h 4489084"/>
              <a:gd name="connsiteX6366" fmla="*/ 3232794 w 5158787"/>
              <a:gd name="connsiteY6366" fmla="*/ 3529223 h 4489084"/>
              <a:gd name="connsiteX6367" fmla="*/ 3232794 w 5158787"/>
              <a:gd name="connsiteY6367" fmla="*/ 3527683 h 4489084"/>
              <a:gd name="connsiteX6368" fmla="*/ 3243810 w 5158787"/>
              <a:gd name="connsiteY6368" fmla="*/ 3508672 h 4489084"/>
              <a:gd name="connsiteX6369" fmla="*/ 3245172 w 5158787"/>
              <a:gd name="connsiteY6369" fmla="*/ 3507902 h 4489084"/>
              <a:gd name="connsiteX6370" fmla="*/ 3312748 w 5158787"/>
              <a:gd name="connsiteY6370" fmla="*/ 3507783 h 4489084"/>
              <a:gd name="connsiteX6371" fmla="*/ 3334839 w 5158787"/>
              <a:gd name="connsiteY6371" fmla="*/ 3507783 h 4489084"/>
              <a:gd name="connsiteX6372" fmla="*/ 3336202 w 5158787"/>
              <a:gd name="connsiteY6372" fmla="*/ 3508553 h 4489084"/>
              <a:gd name="connsiteX6373" fmla="*/ 3347217 w 5158787"/>
              <a:gd name="connsiteY6373" fmla="*/ 3527683 h 4489084"/>
              <a:gd name="connsiteX6374" fmla="*/ 3347217 w 5158787"/>
              <a:gd name="connsiteY6374" fmla="*/ 3529222 h 4489084"/>
              <a:gd name="connsiteX6375" fmla="*/ 3336142 w 5158787"/>
              <a:gd name="connsiteY6375" fmla="*/ 3548352 h 4489084"/>
              <a:gd name="connsiteX6376" fmla="*/ 3334780 w 5158787"/>
              <a:gd name="connsiteY6376" fmla="*/ 3549122 h 4489084"/>
              <a:gd name="connsiteX6377" fmla="*/ 3312689 w 5158787"/>
              <a:gd name="connsiteY6377" fmla="*/ 3549122 h 4489084"/>
              <a:gd name="connsiteX6378" fmla="*/ 3311327 w 5158787"/>
              <a:gd name="connsiteY6378" fmla="*/ 3548352 h 4489084"/>
              <a:gd name="connsiteX6379" fmla="*/ 3300311 w 5158787"/>
              <a:gd name="connsiteY6379" fmla="*/ 3529222 h 4489084"/>
              <a:gd name="connsiteX6380" fmla="*/ 3300311 w 5158787"/>
              <a:gd name="connsiteY6380" fmla="*/ 3527683 h 4489084"/>
              <a:gd name="connsiteX6381" fmla="*/ 3311386 w 5158787"/>
              <a:gd name="connsiteY6381" fmla="*/ 3508553 h 4489084"/>
              <a:gd name="connsiteX6382" fmla="*/ 3312748 w 5158787"/>
              <a:gd name="connsiteY6382" fmla="*/ 3507783 h 4489084"/>
              <a:gd name="connsiteX6383" fmla="*/ 3109724 w 5158787"/>
              <a:gd name="connsiteY6383" fmla="*/ 3507546 h 4489084"/>
              <a:gd name="connsiteX6384" fmla="*/ 3132052 w 5158787"/>
              <a:gd name="connsiteY6384" fmla="*/ 3507546 h 4489084"/>
              <a:gd name="connsiteX6385" fmla="*/ 3133414 w 5158787"/>
              <a:gd name="connsiteY6385" fmla="*/ 3508316 h 4489084"/>
              <a:gd name="connsiteX6386" fmla="*/ 3144549 w 5158787"/>
              <a:gd name="connsiteY6386" fmla="*/ 3527623 h 4489084"/>
              <a:gd name="connsiteX6387" fmla="*/ 3144549 w 5158787"/>
              <a:gd name="connsiteY6387" fmla="*/ 3529223 h 4489084"/>
              <a:gd name="connsiteX6388" fmla="*/ 3133414 w 5158787"/>
              <a:gd name="connsiteY6388" fmla="*/ 3548530 h 4489084"/>
              <a:gd name="connsiteX6389" fmla="*/ 3132052 w 5158787"/>
              <a:gd name="connsiteY6389" fmla="*/ 3549300 h 4489084"/>
              <a:gd name="connsiteX6390" fmla="*/ 3109724 w 5158787"/>
              <a:gd name="connsiteY6390" fmla="*/ 3549300 h 4489084"/>
              <a:gd name="connsiteX6391" fmla="*/ 3108362 w 5158787"/>
              <a:gd name="connsiteY6391" fmla="*/ 3548530 h 4489084"/>
              <a:gd name="connsiteX6392" fmla="*/ 3097228 w 5158787"/>
              <a:gd name="connsiteY6392" fmla="*/ 3529223 h 4489084"/>
              <a:gd name="connsiteX6393" fmla="*/ 3097228 w 5158787"/>
              <a:gd name="connsiteY6393" fmla="*/ 3527623 h 4489084"/>
              <a:gd name="connsiteX6394" fmla="*/ 3108362 w 5158787"/>
              <a:gd name="connsiteY6394" fmla="*/ 3508316 h 4489084"/>
              <a:gd name="connsiteX6395" fmla="*/ 3109724 w 5158787"/>
              <a:gd name="connsiteY6395" fmla="*/ 3507546 h 4489084"/>
              <a:gd name="connsiteX6396" fmla="*/ 3042090 w 5158787"/>
              <a:gd name="connsiteY6396" fmla="*/ 3507487 h 4489084"/>
              <a:gd name="connsiteX6397" fmla="*/ 3064477 w 5158787"/>
              <a:gd name="connsiteY6397" fmla="*/ 3507487 h 4489084"/>
              <a:gd name="connsiteX6398" fmla="*/ 3065839 w 5158787"/>
              <a:gd name="connsiteY6398" fmla="*/ 3508257 h 4489084"/>
              <a:gd name="connsiteX6399" fmla="*/ 3077033 w 5158787"/>
              <a:gd name="connsiteY6399" fmla="*/ 3527683 h 4489084"/>
              <a:gd name="connsiteX6400" fmla="*/ 3077033 w 5158787"/>
              <a:gd name="connsiteY6400" fmla="*/ 3529282 h 4489084"/>
              <a:gd name="connsiteX6401" fmla="*/ 3065839 w 5158787"/>
              <a:gd name="connsiteY6401" fmla="*/ 3548707 h 4489084"/>
              <a:gd name="connsiteX6402" fmla="*/ 3064477 w 5158787"/>
              <a:gd name="connsiteY6402" fmla="*/ 3549477 h 4489084"/>
              <a:gd name="connsiteX6403" fmla="*/ 3042090 w 5158787"/>
              <a:gd name="connsiteY6403" fmla="*/ 3549477 h 4489084"/>
              <a:gd name="connsiteX6404" fmla="*/ 3040728 w 5158787"/>
              <a:gd name="connsiteY6404" fmla="*/ 3548707 h 4489084"/>
              <a:gd name="connsiteX6405" fmla="*/ 3029534 w 5158787"/>
              <a:gd name="connsiteY6405" fmla="*/ 3529282 h 4489084"/>
              <a:gd name="connsiteX6406" fmla="*/ 3029534 w 5158787"/>
              <a:gd name="connsiteY6406" fmla="*/ 3527683 h 4489084"/>
              <a:gd name="connsiteX6407" fmla="*/ 3040728 w 5158787"/>
              <a:gd name="connsiteY6407" fmla="*/ 3508257 h 4489084"/>
              <a:gd name="connsiteX6408" fmla="*/ 3042090 w 5158787"/>
              <a:gd name="connsiteY6408" fmla="*/ 3507487 h 4489084"/>
              <a:gd name="connsiteX6409" fmla="*/ 4867881 w 5158787"/>
              <a:gd name="connsiteY6409" fmla="*/ 3507073 h 4489084"/>
              <a:gd name="connsiteX6410" fmla="*/ 4890742 w 5158787"/>
              <a:gd name="connsiteY6410" fmla="*/ 3507073 h 4489084"/>
              <a:gd name="connsiteX6411" fmla="*/ 4892163 w 5158787"/>
              <a:gd name="connsiteY6411" fmla="*/ 3507902 h 4489084"/>
              <a:gd name="connsiteX6412" fmla="*/ 4903594 w 5158787"/>
              <a:gd name="connsiteY6412" fmla="*/ 3527683 h 4489084"/>
              <a:gd name="connsiteX6413" fmla="*/ 4903594 w 5158787"/>
              <a:gd name="connsiteY6413" fmla="*/ 3529282 h 4489084"/>
              <a:gd name="connsiteX6414" fmla="*/ 4892163 w 5158787"/>
              <a:gd name="connsiteY6414" fmla="*/ 3549063 h 4489084"/>
              <a:gd name="connsiteX6415" fmla="*/ 4890742 w 5158787"/>
              <a:gd name="connsiteY6415" fmla="*/ 3549893 h 4489084"/>
              <a:gd name="connsiteX6416" fmla="*/ 4867881 w 5158787"/>
              <a:gd name="connsiteY6416" fmla="*/ 3549893 h 4489084"/>
              <a:gd name="connsiteX6417" fmla="*/ 4866460 w 5158787"/>
              <a:gd name="connsiteY6417" fmla="*/ 3549063 h 4489084"/>
              <a:gd name="connsiteX6418" fmla="*/ 4855029 w 5158787"/>
              <a:gd name="connsiteY6418" fmla="*/ 3529282 h 4489084"/>
              <a:gd name="connsiteX6419" fmla="*/ 4855029 w 5158787"/>
              <a:gd name="connsiteY6419" fmla="*/ 3527683 h 4489084"/>
              <a:gd name="connsiteX6420" fmla="*/ 4866460 w 5158787"/>
              <a:gd name="connsiteY6420" fmla="*/ 3507902 h 4489084"/>
              <a:gd name="connsiteX6421" fmla="*/ 4867881 w 5158787"/>
              <a:gd name="connsiteY6421" fmla="*/ 3507073 h 4489084"/>
              <a:gd name="connsiteX6422" fmla="*/ 5003092 w 5158787"/>
              <a:gd name="connsiteY6422" fmla="*/ 3506954 h 4489084"/>
              <a:gd name="connsiteX6423" fmla="*/ 5026071 w 5158787"/>
              <a:gd name="connsiteY6423" fmla="*/ 3506954 h 4489084"/>
              <a:gd name="connsiteX6424" fmla="*/ 5027493 w 5158787"/>
              <a:gd name="connsiteY6424" fmla="*/ 3507783 h 4489084"/>
              <a:gd name="connsiteX6425" fmla="*/ 5038983 w 5158787"/>
              <a:gd name="connsiteY6425" fmla="*/ 3527683 h 4489084"/>
              <a:gd name="connsiteX6426" fmla="*/ 5038983 w 5158787"/>
              <a:gd name="connsiteY6426" fmla="*/ 3529282 h 4489084"/>
              <a:gd name="connsiteX6427" fmla="*/ 5027493 w 5158787"/>
              <a:gd name="connsiteY6427" fmla="*/ 3549182 h 4489084"/>
              <a:gd name="connsiteX6428" fmla="*/ 5026071 w 5158787"/>
              <a:gd name="connsiteY6428" fmla="*/ 3550011 h 4489084"/>
              <a:gd name="connsiteX6429" fmla="*/ 5003092 w 5158787"/>
              <a:gd name="connsiteY6429" fmla="*/ 3550011 h 4489084"/>
              <a:gd name="connsiteX6430" fmla="*/ 5001671 w 5158787"/>
              <a:gd name="connsiteY6430" fmla="*/ 3549182 h 4489084"/>
              <a:gd name="connsiteX6431" fmla="*/ 4990181 w 5158787"/>
              <a:gd name="connsiteY6431" fmla="*/ 3529282 h 4489084"/>
              <a:gd name="connsiteX6432" fmla="*/ 4990181 w 5158787"/>
              <a:gd name="connsiteY6432" fmla="*/ 3527683 h 4489084"/>
              <a:gd name="connsiteX6433" fmla="*/ 5001671 w 5158787"/>
              <a:gd name="connsiteY6433" fmla="*/ 3507783 h 4489084"/>
              <a:gd name="connsiteX6434" fmla="*/ 5003092 w 5158787"/>
              <a:gd name="connsiteY6434" fmla="*/ 3506954 h 4489084"/>
              <a:gd name="connsiteX6435" fmla="*/ 2838888 w 5158787"/>
              <a:gd name="connsiteY6435" fmla="*/ 3506954 h 4489084"/>
              <a:gd name="connsiteX6436" fmla="*/ 2861867 w 5158787"/>
              <a:gd name="connsiteY6436" fmla="*/ 3506954 h 4489084"/>
              <a:gd name="connsiteX6437" fmla="*/ 2863289 w 5158787"/>
              <a:gd name="connsiteY6437" fmla="*/ 3507783 h 4489084"/>
              <a:gd name="connsiteX6438" fmla="*/ 2874778 w 5158787"/>
              <a:gd name="connsiteY6438" fmla="*/ 3527683 h 4489084"/>
              <a:gd name="connsiteX6439" fmla="*/ 2874778 w 5158787"/>
              <a:gd name="connsiteY6439" fmla="*/ 3529282 h 4489084"/>
              <a:gd name="connsiteX6440" fmla="*/ 2863289 w 5158787"/>
              <a:gd name="connsiteY6440" fmla="*/ 3549182 h 4489084"/>
              <a:gd name="connsiteX6441" fmla="*/ 2861867 w 5158787"/>
              <a:gd name="connsiteY6441" fmla="*/ 3550011 h 4489084"/>
              <a:gd name="connsiteX6442" fmla="*/ 2838888 w 5158787"/>
              <a:gd name="connsiteY6442" fmla="*/ 3550011 h 4489084"/>
              <a:gd name="connsiteX6443" fmla="*/ 2837467 w 5158787"/>
              <a:gd name="connsiteY6443" fmla="*/ 3549182 h 4489084"/>
              <a:gd name="connsiteX6444" fmla="*/ 2825977 w 5158787"/>
              <a:gd name="connsiteY6444" fmla="*/ 3529282 h 4489084"/>
              <a:gd name="connsiteX6445" fmla="*/ 2825977 w 5158787"/>
              <a:gd name="connsiteY6445" fmla="*/ 3527683 h 4489084"/>
              <a:gd name="connsiteX6446" fmla="*/ 2837467 w 5158787"/>
              <a:gd name="connsiteY6446" fmla="*/ 3507783 h 4489084"/>
              <a:gd name="connsiteX6447" fmla="*/ 2838888 w 5158787"/>
              <a:gd name="connsiteY6447" fmla="*/ 3506954 h 4489084"/>
              <a:gd name="connsiteX6448" fmla="*/ 2703560 w 5158787"/>
              <a:gd name="connsiteY6448" fmla="*/ 3506836 h 4489084"/>
              <a:gd name="connsiteX6449" fmla="*/ 2726657 w 5158787"/>
              <a:gd name="connsiteY6449" fmla="*/ 3506836 h 4489084"/>
              <a:gd name="connsiteX6450" fmla="*/ 2728079 w 5158787"/>
              <a:gd name="connsiteY6450" fmla="*/ 3507665 h 4489084"/>
              <a:gd name="connsiteX6451" fmla="*/ 2739627 w 5158787"/>
              <a:gd name="connsiteY6451" fmla="*/ 3527624 h 4489084"/>
              <a:gd name="connsiteX6452" fmla="*/ 2739627 w 5158787"/>
              <a:gd name="connsiteY6452" fmla="*/ 3529283 h 4489084"/>
              <a:gd name="connsiteX6453" fmla="*/ 2728079 w 5158787"/>
              <a:gd name="connsiteY6453" fmla="*/ 3549241 h 4489084"/>
              <a:gd name="connsiteX6454" fmla="*/ 2726657 w 5158787"/>
              <a:gd name="connsiteY6454" fmla="*/ 3550070 h 4489084"/>
              <a:gd name="connsiteX6455" fmla="*/ 2703560 w 5158787"/>
              <a:gd name="connsiteY6455" fmla="*/ 3550070 h 4489084"/>
              <a:gd name="connsiteX6456" fmla="*/ 2702138 w 5158787"/>
              <a:gd name="connsiteY6456" fmla="*/ 3549241 h 4489084"/>
              <a:gd name="connsiteX6457" fmla="*/ 2690589 w 5158787"/>
              <a:gd name="connsiteY6457" fmla="*/ 3529283 h 4489084"/>
              <a:gd name="connsiteX6458" fmla="*/ 2690589 w 5158787"/>
              <a:gd name="connsiteY6458" fmla="*/ 3527624 h 4489084"/>
              <a:gd name="connsiteX6459" fmla="*/ 2702138 w 5158787"/>
              <a:gd name="connsiteY6459" fmla="*/ 3507665 h 4489084"/>
              <a:gd name="connsiteX6460" fmla="*/ 2703560 w 5158787"/>
              <a:gd name="connsiteY6460" fmla="*/ 3506836 h 4489084"/>
              <a:gd name="connsiteX6461" fmla="*/ 4935279 w 5158787"/>
              <a:gd name="connsiteY6461" fmla="*/ 3506540 h 4489084"/>
              <a:gd name="connsiteX6462" fmla="*/ 4958673 w 5158787"/>
              <a:gd name="connsiteY6462" fmla="*/ 3506540 h 4489084"/>
              <a:gd name="connsiteX6463" fmla="*/ 4960094 w 5158787"/>
              <a:gd name="connsiteY6463" fmla="*/ 3507369 h 4489084"/>
              <a:gd name="connsiteX6464" fmla="*/ 4971761 w 5158787"/>
              <a:gd name="connsiteY6464" fmla="*/ 3527624 h 4489084"/>
              <a:gd name="connsiteX6465" fmla="*/ 4971761 w 5158787"/>
              <a:gd name="connsiteY6465" fmla="*/ 3529283 h 4489084"/>
              <a:gd name="connsiteX6466" fmla="*/ 4960035 w 5158787"/>
              <a:gd name="connsiteY6466" fmla="*/ 3549537 h 4489084"/>
              <a:gd name="connsiteX6467" fmla="*/ 4958613 w 5158787"/>
              <a:gd name="connsiteY6467" fmla="*/ 3550367 h 4489084"/>
              <a:gd name="connsiteX6468" fmla="*/ 4935220 w 5158787"/>
              <a:gd name="connsiteY6468" fmla="*/ 3550367 h 4489084"/>
              <a:gd name="connsiteX6469" fmla="*/ 4933798 w 5158787"/>
              <a:gd name="connsiteY6469" fmla="*/ 3549537 h 4489084"/>
              <a:gd name="connsiteX6470" fmla="*/ 4922131 w 5158787"/>
              <a:gd name="connsiteY6470" fmla="*/ 3529283 h 4489084"/>
              <a:gd name="connsiteX6471" fmla="*/ 4922131 w 5158787"/>
              <a:gd name="connsiteY6471" fmla="*/ 3527624 h 4489084"/>
              <a:gd name="connsiteX6472" fmla="*/ 4933858 w 5158787"/>
              <a:gd name="connsiteY6472" fmla="*/ 3507369 h 4489084"/>
              <a:gd name="connsiteX6473" fmla="*/ 4935279 w 5158787"/>
              <a:gd name="connsiteY6473" fmla="*/ 3506540 h 4489084"/>
              <a:gd name="connsiteX6474" fmla="*/ 2973862 w 5158787"/>
              <a:gd name="connsiteY6474" fmla="*/ 3506362 h 4489084"/>
              <a:gd name="connsiteX6475" fmla="*/ 2997494 w 5158787"/>
              <a:gd name="connsiteY6475" fmla="*/ 3506362 h 4489084"/>
              <a:gd name="connsiteX6476" fmla="*/ 2998915 w 5158787"/>
              <a:gd name="connsiteY6476" fmla="*/ 3507191 h 4489084"/>
              <a:gd name="connsiteX6477" fmla="*/ 3010701 w 5158787"/>
              <a:gd name="connsiteY6477" fmla="*/ 3527683 h 4489084"/>
              <a:gd name="connsiteX6478" fmla="*/ 3010701 w 5158787"/>
              <a:gd name="connsiteY6478" fmla="*/ 3529341 h 4489084"/>
              <a:gd name="connsiteX6479" fmla="*/ 2998856 w 5158787"/>
              <a:gd name="connsiteY6479" fmla="*/ 3549833 h 4489084"/>
              <a:gd name="connsiteX6480" fmla="*/ 2997434 w 5158787"/>
              <a:gd name="connsiteY6480" fmla="*/ 3550662 h 4489084"/>
              <a:gd name="connsiteX6481" fmla="*/ 2973803 w 5158787"/>
              <a:gd name="connsiteY6481" fmla="*/ 3550662 h 4489084"/>
              <a:gd name="connsiteX6482" fmla="*/ 2972382 w 5158787"/>
              <a:gd name="connsiteY6482" fmla="*/ 3549833 h 4489084"/>
              <a:gd name="connsiteX6483" fmla="*/ 2960596 w 5158787"/>
              <a:gd name="connsiteY6483" fmla="*/ 3529341 h 4489084"/>
              <a:gd name="connsiteX6484" fmla="*/ 2960596 w 5158787"/>
              <a:gd name="connsiteY6484" fmla="*/ 3527683 h 4489084"/>
              <a:gd name="connsiteX6485" fmla="*/ 2972441 w 5158787"/>
              <a:gd name="connsiteY6485" fmla="*/ 3507191 h 4489084"/>
              <a:gd name="connsiteX6486" fmla="*/ 2973862 w 5158787"/>
              <a:gd name="connsiteY6486" fmla="*/ 3506362 h 4489084"/>
              <a:gd name="connsiteX6487" fmla="*/ 2770839 w 5158787"/>
              <a:gd name="connsiteY6487" fmla="*/ 3506125 h 4489084"/>
              <a:gd name="connsiteX6488" fmla="*/ 2794706 w 5158787"/>
              <a:gd name="connsiteY6488" fmla="*/ 3506125 h 4489084"/>
              <a:gd name="connsiteX6489" fmla="*/ 2796187 w 5158787"/>
              <a:gd name="connsiteY6489" fmla="*/ 3506954 h 4489084"/>
              <a:gd name="connsiteX6490" fmla="*/ 2808091 w 5158787"/>
              <a:gd name="connsiteY6490" fmla="*/ 3527624 h 4489084"/>
              <a:gd name="connsiteX6491" fmla="*/ 2808091 w 5158787"/>
              <a:gd name="connsiteY6491" fmla="*/ 3529282 h 4489084"/>
              <a:gd name="connsiteX6492" fmla="*/ 2796187 w 5158787"/>
              <a:gd name="connsiteY6492" fmla="*/ 3549952 h 4489084"/>
              <a:gd name="connsiteX6493" fmla="*/ 2794706 w 5158787"/>
              <a:gd name="connsiteY6493" fmla="*/ 3550781 h 4489084"/>
              <a:gd name="connsiteX6494" fmla="*/ 2770839 w 5158787"/>
              <a:gd name="connsiteY6494" fmla="*/ 3550781 h 4489084"/>
              <a:gd name="connsiteX6495" fmla="*/ 2769358 w 5158787"/>
              <a:gd name="connsiteY6495" fmla="*/ 3549952 h 4489084"/>
              <a:gd name="connsiteX6496" fmla="*/ 2757454 w 5158787"/>
              <a:gd name="connsiteY6496" fmla="*/ 3529282 h 4489084"/>
              <a:gd name="connsiteX6497" fmla="*/ 2757454 w 5158787"/>
              <a:gd name="connsiteY6497" fmla="*/ 3527624 h 4489084"/>
              <a:gd name="connsiteX6498" fmla="*/ 2769358 w 5158787"/>
              <a:gd name="connsiteY6498" fmla="*/ 3506954 h 4489084"/>
              <a:gd name="connsiteX6499" fmla="*/ 2770839 w 5158787"/>
              <a:gd name="connsiteY6499" fmla="*/ 3506125 h 4489084"/>
              <a:gd name="connsiteX6500" fmla="*/ 2905932 w 5158787"/>
              <a:gd name="connsiteY6500" fmla="*/ 3505829 h 4489084"/>
              <a:gd name="connsiteX6501" fmla="*/ 2930096 w 5158787"/>
              <a:gd name="connsiteY6501" fmla="*/ 3505829 h 4489084"/>
              <a:gd name="connsiteX6502" fmla="*/ 2931576 w 5158787"/>
              <a:gd name="connsiteY6502" fmla="*/ 3506658 h 4489084"/>
              <a:gd name="connsiteX6503" fmla="*/ 2943658 w 5158787"/>
              <a:gd name="connsiteY6503" fmla="*/ 3527624 h 4489084"/>
              <a:gd name="connsiteX6504" fmla="*/ 2943658 w 5158787"/>
              <a:gd name="connsiteY6504" fmla="*/ 3529341 h 4489084"/>
              <a:gd name="connsiteX6505" fmla="*/ 2931576 w 5158787"/>
              <a:gd name="connsiteY6505" fmla="*/ 3550307 h 4489084"/>
              <a:gd name="connsiteX6506" fmla="*/ 2930096 w 5158787"/>
              <a:gd name="connsiteY6506" fmla="*/ 3551136 h 4489084"/>
              <a:gd name="connsiteX6507" fmla="*/ 2905932 w 5158787"/>
              <a:gd name="connsiteY6507" fmla="*/ 3551136 h 4489084"/>
              <a:gd name="connsiteX6508" fmla="*/ 2904451 w 5158787"/>
              <a:gd name="connsiteY6508" fmla="*/ 3550307 h 4489084"/>
              <a:gd name="connsiteX6509" fmla="*/ 2892369 w 5158787"/>
              <a:gd name="connsiteY6509" fmla="*/ 3529341 h 4489084"/>
              <a:gd name="connsiteX6510" fmla="*/ 2892369 w 5158787"/>
              <a:gd name="connsiteY6510" fmla="*/ 3527624 h 4489084"/>
              <a:gd name="connsiteX6511" fmla="*/ 2904451 w 5158787"/>
              <a:gd name="connsiteY6511" fmla="*/ 3506658 h 4489084"/>
              <a:gd name="connsiteX6512" fmla="*/ 2905932 w 5158787"/>
              <a:gd name="connsiteY6512" fmla="*/ 3505829 h 4489084"/>
              <a:gd name="connsiteX6513" fmla="*/ 4194432 w 5158787"/>
              <a:gd name="connsiteY6513" fmla="*/ 3453829 h 4489084"/>
              <a:gd name="connsiteX6514" fmla="*/ 4211548 w 5158787"/>
              <a:gd name="connsiteY6514" fmla="*/ 3453829 h 4489084"/>
              <a:gd name="connsiteX6515" fmla="*/ 4212614 w 5158787"/>
              <a:gd name="connsiteY6515" fmla="*/ 3454421 h 4489084"/>
              <a:gd name="connsiteX6516" fmla="*/ 4221142 w 5158787"/>
              <a:gd name="connsiteY6516" fmla="*/ 3469228 h 4489084"/>
              <a:gd name="connsiteX6517" fmla="*/ 4221142 w 5158787"/>
              <a:gd name="connsiteY6517" fmla="*/ 3470412 h 4489084"/>
              <a:gd name="connsiteX6518" fmla="*/ 4212555 w 5158787"/>
              <a:gd name="connsiteY6518" fmla="*/ 3485219 h 4489084"/>
              <a:gd name="connsiteX6519" fmla="*/ 4211489 w 5158787"/>
              <a:gd name="connsiteY6519" fmla="*/ 3485811 h 4489084"/>
              <a:gd name="connsiteX6520" fmla="*/ 4194373 w 5158787"/>
              <a:gd name="connsiteY6520" fmla="*/ 3485811 h 4489084"/>
              <a:gd name="connsiteX6521" fmla="*/ 4193307 w 5158787"/>
              <a:gd name="connsiteY6521" fmla="*/ 3485219 h 4489084"/>
              <a:gd name="connsiteX6522" fmla="*/ 4184779 w 5158787"/>
              <a:gd name="connsiteY6522" fmla="*/ 3470412 h 4489084"/>
              <a:gd name="connsiteX6523" fmla="*/ 4184779 w 5158787"/>
              <a:gd name="connsiteY6523" fmla="*/ 3469228 h 4489084"/>
              <a:gd name="connsiteX6524" fmla="*/ 4193366 w 5158787"/>
              <a:gd name="connsiteY6524" fmla="*/ 3454421 h 4489084"/>
              <a:gd name="connsiteX6525" fmla="*/ 4194432 w 5158787"/>
              <a:gd name="connsiteY6525" fmla="*/ 3453829 h 4489084"/>
              <a:gd name="connsiteX6526" fmla="*/ 4126620 w 5158787"/>
              <a:gd name="connsiteY6526" fmla="*/ 3453415 h 4489084"/>
              <a:gd name="connsiteX6527" fmla="*/ 4144150 w 5158787"/>
              <a:gd name="connsiteY6527" fmla="*/ 3453415 h 4489084"/>
              <a:gd name="connsiteX6528" fmla="*/ 4145217 w 5158787"/>
              <a:gd name="connsiteY6528" fmla="*/ 3454007 h 4489084"/>
              <a:gd name="connsiteX6529" fmla="*/ 4153982 w 5158787"/>
              <a:gd name="connsiteY6529" fmla="*/ 3469228 h 4489084"/>
              <a:gd name="connsiteX6530" fmla="*/ 4153982 w 5158787"/>
              <a:gd name="connsiteY6530" fmla="*/ 3470472 h 4489084"/>
              <a:gd name="connsiteX6531" fmla="*/ 4145217 w 5158787"/>
              <a:gd name="connsiteY6531" fmla="*/ 3485692 h 4489084"/>
              <a:gd name="connsiteX6532" fmla="*/ 4144150 w 5158787"/>
              <a:gd name="connsiteY6532" fmla="*/ 3486285 h 4489084"/>
              <a:gd name="connsiteX6533" fmla="*/ 4126620 w 5158787"/>
              <a:gd name="connsiteY6533" fmla="*/ 3486285 h 4489084"/>
              <a:gd name="connsiteX6534" fmla="*/ 4125554 w 5158787"/>
              <a:gd name="connsiteY6534" fmla="*/ 3485692 h 4489084"/>
              <a:gd name="connsiteX6535" fmla="*/ 4116788 w 5158787"/>
              <a:gd name="connsiteY6535" fmla="*/ 3470472 h 4489084"/>
              <a:gd name="connsiteX6536" fmla="*/ 4116788 w 5158787"/>
              <a:gd name="connsiteY6536" fmla="*/ 3469228 h 4489084"/>
              <a:gd name="connsiteX6537" fmla="*/ 4125554 w 5158787"/>
              <a:gd name="connsiteY6537" fmla="*/ 3454007 h 4489084"/>
              <a:gd name="connsiteX6538" fmla="*/ 4126620 w 5158787"/>
              <a:gd name="connsiteY6538" fmla="*/ 3453415 h 4489084"/>
              <a:gd name="connsiteX6539" fmla="*/ 3923714 w 5158787"/>
              <a:gd name="connsiteY6539" fmla="*/ 3453415 h 4489084"/>
              <a:gd name="connsiteX6540" fmla="*/ 3941244 w 5158787"/>
              <a:gd name="connsiteY6540" fmla="*/ 3453415 h 4489084"/>
              <a:gd name="connsiteX6541" fmla="*/ 3942311 w 5158787"/>
              <a:gd name="connsiteY6541" fmla="*/ 3454007 h 4489084"/>
              <a:gd name="connsiteX6542" fmla="*/ 3951076 w 5158787"/>
              <a:gd name="connsiteY6542" fmla="*/ 3469228 h 4489084"/>
              <a:gd name="connsiteX6543" fmla="*/ 3951076 w 5158787"/>
              <a:gd name="connsiteY6543" fmla="*/ 3470472 h 4489084"/>
              <a:gd name="connsiteX6544" fmla="*/ 3942311 w 5158787"/>
              <a:gd name="connsiteY6544" fmla="*/ 3485692 h 4489084"/>
              <a:gd name="connsiteX6545" fmla="*/ 3941244 w 5158787"/>
              <a:gd name="connsiteY6545" fmla="*/ 3486285 h 4489084"/>
              <a:gd name="connsiteX6546" fmla="*/ 3923714 w 5158787"/>
              <a:gd name="connsiteY6546" fmla="*/ 3486285 h 4489084"/>
              <a:gd name="connsiteX6547" fmla="*/ 3922648 w 5158787"/>
              <a:gd name="connsiteY6547" fmla="*/ 3485692 h 4489084"/>
              <a:gd name="connsiteX6548" fmla="*/ 3913882 w 5158787"/>
              <a:gd name="connsiteY6548" fmla="*/ 3470472 h 4489084"/>
              <a:gd name="connsiteX6549" fmla="*/ 3913882 w 5158787"/>
              <a:gd name="connsiteY6549" fmla="*/ 3469228 h 4489084"/>
              <a:gd name="connsiteX6550" fmla="*/ 3922648 w 5158787"/>
              <a:gd name="connsiteY6550" fmla="*/ 3454007 h 4489084"/>
              <a:gd name="connsiteX6551" fmla="*/ 3923714 w 5158787"/>
              <a:gd name="connsiteY6551" fmla="*/ 3453415 h 4489084"/>
              <a:gd name="connsiteX6552" fmla="*/ 4261772 w 5158787"/>
              <a:gd name="connsiteY6552" fmla="*/ 3453178 h 4489084"/>
              <a:gd name="connsiteX6553" fmla="*/ 4279540 w 5158787"/>
              <a:gd name="connsiteY6553" fmla="*/ 3453178 h 4489084"/>
              <a:gd name="connsiteX6554" fmla="*/ 4280605 w 5158787"/>
              <a:gd name="connsiteY6554" fmla="*/ 3453829 h 4489084"/>
              <a:gd name="connsiteX6555" fmla="*/ 4289489 w 5158787"/>
              <a:gd name="connsiteY6555" fmla="*/ 3469228 h 4489084"/>
              <a:gd name="connsiteX6556" fmla="*/ 4289489 w 5158787"/>
              <a:gd name="connsiteY6556" fmla="*/ 3470472 h 4489084"/>
              <a:gd name="connsiteX6557" fmla="*/ 4280605 w 5158787"/>
              <a:gd name="connsiteY6557" fmla="*/ 3485870 h 4489084"/>
              <a:gd name="connsiteX6558" fmla="*/ 4279540 w 5158787"/>
              <a:gd name="connsiteY6558" fmla="*/ 3486522 h 4489084"/>
              <a:gd name="connsiteX6559" fmla="*/ 4261772 w 5158787"/>
              <a:gd name="connsiteY6559" fmla="*/ 3486522 h 4489084"/>
              <a:gd name="connsiteX6560" fmla="*/ 4260706 w 5158787"/>
              <a:gd name="connsiteY6560" fmla="*/ 3485870 h 4489084"/>
              <a:gd name="connsiteX6561" fmla="*/ 4251822 w 5158787"/>
              <a:gd name="connsiteY6561" fmla="*/ 3470472 h 4489084"/>
              <a:gd name="connsiteX6562" fmla="*/ 4251822 w 5158787"/>
              <a:gd name="connsiteY6562" fmla="*/ 3469228 h 4489084"/>
              <a:gd name="connsiteX6563" fmla="*/ 4260706 w 5158787"/>
              <a:gd name="connsiteY6563" fmla="*/ 3453829 h 4489084"/>
              <a:gd name="connsiteX6564" fmla="*/ 4261772 w 5158787"/>
              <a:gd name="connsiteY6564" fmla="*/ 3453178 h 4489084"/>
              <a:gd name="connsiteX6565" fmla="*/ 3991231 w 5158787"/>
              <a:gd name="connsiteY6565" fmla="*/ 3453178 h 4489084"/>
              <a:gd name="connsiteX6566" fmla="*/ 4008999 w 5158787"/>
              <a:gd name="connsiteY6566" fmla="*/ 3453178 h 4489084"/>
              <a:gd name="connsiteX6567" fmla="*/ 4010065 w 5158787"/>
              <a:gd name="connsiteY6567" fmla="*/ 3453829 h 4489084"/>
              <a:gd name="connsiteX6568" fmla="*/ 4018949 w 5158787"/>
              <a:gd name="connsiteY6568" fmla="*/ 3469228 h 4489084"/>
              <a:gd name="connsiteX6569" fmla="*/ 4018949 w 5158787"/>
              <a:gd name="connsiteY6569" fmla="*/ 3470472 h 4489084"/>
              <a:gd name="connsiteX6570" fmla="*/ 4010065 w 5158787"/>
              <a:gd name="connsiteY6570" fmla="*/ 3485870 h 4489084"/>
              <a:gd name="connsiteX6571" fmla="*/ 4008999 w 5158787"/>
              <a:gd name="connsiteY6571" fmla="*/ 3486522 h 4489084"/>
              <a:gd name="connsiteX6572" fmla="*/ 3991231 w 5158787"/>
              <a:gd name="connsiteY6572" fmla="*/ 3486522 h 4489084"/>
              <a:gd name="connsiteX6573" fmla="*/ 3990165 w 5158787"/>
              <a:gd name="connsiteY6573" fmla="*/ 3485870 h 4489084"/>
              <a:gd name="connsiteX6574" fmla="*/ 3981281 w 5158787"/>
              <a:gd name="connsiteY6574" fmla="*/ 3470472 h 4489084"/>
              <a:gd name="connsiteX6575" fmla="*/ 3981281 w 5158787"/>
              <a:gd name="connsiteY6575" fmla="*/ 3469228 h 4489084"/>
              <a:gd name="connsiteX6576" fmla="*/ 3990165 w 5158787"/>
              <a:gd name="connsiteY6576" fmla="*/ 3453829 h 4489084"/>
              <a:gd name="connsiteX6577" fmla="*/ 3991231 w 5158787"/>
              <a:gd name="connsiteY6577" fmla="*/ 3453178 h 4489084"/>
              <a:gd name="connsiteX6578" fmla="*/ 4329111 w 5158787"/>
              <a:gd name="connsiteY6578" fmla="*/ 3452763 h 4489084"/>
              <a:gd name="connsiteX6579" fmla="*/ 4347352 w 5158787"/>
              <a:gd name="connsiteY6579" fmla="*/ 3452763 h 4489084"/>
              <a:gd name="connsiteX6580" fmla="*/ 4348477 w 5158787"/>
              <a:gd name="connsiteY6580" fmla="*/ 3453415 h 4489084"/>
              <a:gd name="connsiteX6581" fmla="*/ 4357598 w 5158787"/>
              <a:gd name="connsiteY6581" fmla="*/ 3469168 h 4489084"/>
              <a:gd name="connsiteX6582" fmla="*/ 4357598 w 5158787"/>
              <a:gd name="connsiteY6582" fmla="*/ 3470472 h 4489084"/>
              <a:gd name="connsiteX6583" fmla="*/ 4348477 w 5158787"/>
              <a:gd name="connsiteY6583" fmla="*/ 3486225 h 4489084"/>
              <a:gd name="connsiteX6584" fmla="*/ 4347352 w 5158787"/>
              <a:gd name="connsiteY6584" fmla="*/ 3486877 h 4489084"/>
              <a:gd name="connsiteX6585" fmla="*/ 4329111 w 5158787"/>
              <a:gd name="connsiteY6585" fmla="*/ 3486877 h 4489084"/>
              <a:gd name="connsiteX6586" fmla="*/ 4327985 w 5158787"/>
              <a:gd name="connsiteY6586" fmla="*/ 3486225 h 4489084"/>
              <a:gd name="connsiteX6587" fmla="*/ 4318864 w 5158787"/>
              <a:gd name="connsiteY6587" fmla="*/ 3470472 h 4489084"/>
              <a:gd name="connsiteX6588" fmla="*/ 4318864 w 5158787"/>
              <a:gd name="connsiteY6588" fmla="*/ 3469168 h 4489084"/>
              <a:gd name="connsiteX6589" fmla="*/ 4327985 w 5158787"/>
              <a:gd name="connsiteY6589" fmla="*/ 3453415 h 4489084"/>
              <a:gd name="connsiteX6590" fmla="*/ 4329111 w 5158787"/>
              <a:gd name="connsiteY6590" fmla="*/ 3452763 h 4489084"/>
              <a:gd name="connsiteX6591" fmla="*/ 4464321 w 5158787"/>
              <a:gd name="connsiteY6591" fmla="*/ 3452586 h 4489084"/>
              <a:gd name="connsiteX6592" fmla="*/ 4482740 w 5158787"/>
              <a:gd name="connsiteY6592" fmla="*/ 3452586 h 4489084"/>
              <a:gd name="connsiteX6593" fmla="*/ 4483866 w 5158787"/>
              <a:gd name="connsiteY6593" fmla="*/ 3453237 h 4489084"/>
              <a:gd name="connsiteX6594" fmla="*/ 4493105 w 5158787"/>
              <a:gd name="connsiteY6594" fmla="*/ 3469228 h 4489084"/>
              <a:gd name="connsiteX6595" fmla="*/ 4493105 w 5158787"/>
              <a:gd name="connsiteY6595" fmla="*/ 3470531 h 4489084"/>
              <a:gd name="connsiteX6596" fmla="*/ 4483866 w 5158787"/>
              <a:gd name="connsiteY6596" fmla="*/ 3486522 h 4489084"/>
              <a:gd name="connsiteX6597" fmla="*/ 4482740 w 5158787"/>
              <a:gd name="connsiteY6597" fmla="*/ 3487173 h 4489084"/>
              <a:gd name="connsiteX6598" fmla="*/ 4464321 w 5158787"/>
              <a:gd name="connsiteY6598" fmla="*/ 3487173 h 4489084"/>
              <a:gd name="connsiteX6599" fmla="*/ 4463196 w 5158787"/>
              <a:gd name="connsiteY6599" fmla="*/ 3486522 h 4489084"/>
              <a:gd name="connsiteX6600" fmla="*/ 4453957 w 5158787"/>
              <a:gd name="connsiteY6600" fmla="*/ 3470531 h 4489084"/>
              <a:gd name="connsiteX6601" fmla="*/ 4453957 w 5158787"/>
              <a:gd name="connsiteY6601" fmla="*/ 3469228 h 4489084"/>
              <a:gd name="connsiteX6602" fmla="*/ 4463196 w 5158787"/>
              <a:gd name="connsiteY6602" fmla="*/ 3453237 h 4489084"/>
              <a:gd name="connsiteX6603" fmla="*/ 4464321 w 5158787"/>
              <a:gd name="connsiteY6603" fmla="*/ 3452586 h 4489084"/>
              <a:gd name="connsiteX6604" fmla="*/ 4058510 w 5158787"/>
              <a:gd name="connsiteY6604" fmla="*/ 3452586 h 4489084"/>
              <a:gd name="connsiteX6605" fmla="*/ 4076929 w 5158787"/>
              <a:gd name="connsiteY6605" fmla="*/ 3452586 h 4489084"/>
              <a:gd name="connsiteX6606" fmla="*/ 4078055 w 5158787"/>
              <a:gd name="connsiteY6606" fmla="*/ 3453237 h 4489084"/>
              <a:gd name="connsiteX6607" fmla="*/ 4087294 w 5158787"/>
              <a:gd name="connsiteY6607" fmla="*/ 3469228 h 4489084"/>
              <a:gd name="connsiteX6608" fmla="*/ 4087294 w 5158787"/>
              <a:gd name="connsiteY6608" fmla="*/ 3470531 h 4489084"/>
              <a:gd name="connsiteX6609" fmla="*/ 4078055 w 5158787"/>
              <a:gd name="connsiteY6609" fmla="*/ 3486522 h 4489084"/>
              <a:gd name="connsiteX6610" fmla="*/ 4076929 w 5158787"/>
              <a:gd name="connsiteY6610" fmla="*/ 3487173 h 4489084"/>
              <a:gd name="connsiteX6611" fmla="*/ 4058510 w 5158787"/>
              <a:gd name="connsiteY6611" fmla="*/ 3487173 h 4489084"/>
              <a:gd name="connsiteX6612" fmla="*/ 4057385 w 5158787"/>
              <a:gd name="connsiteY6612" fmla="*/ 3486522 h 4489084"/>
              <a:gd name="connsiteX6613" fmla="*/ 4048146 w 5158787"/>
              <a:gd name="connsiteY6613" fmla="*/ 3470531 h 4489084"/>
              <a:gd name="connsiteX6614" fmla="*/ 4048146 w 5158787"/>
              <a:gd name="connsiteY6614" fmla="*/ 3469228 h 4489084"/>
              <a:gd name="connsiteX6615" fmla="*/ 4057385 w 5158787"/>
              <a:gd name="connsiteY6615" fmla="*/ 3453237 h 4489084"/>
              <a:gd name="connsiteX6616" fmla="*/ 4058510 w 5158787"/>
              <a:gd name="connsiteY6616" fmla="*/ 3452586 h 4489084"/>
              <a:gd name="connsiteX6617" fmla="*/ 3855310 w 5158787"/>
              <a:gd name="connsiteY6617" fmla="*/ 3452052 h 4489084"/>
              <a:gd name="connsiteX6618" fmla="*/ 3874321 w 5158787"/>
              <a:gd name="connsiteY6618" fmla="*/ 3452052 h 4489084"/>
              <a:gd name="connsiteX6619" fmla="*/ 3875505 w 5158787"/>
              <a:gd name="connsiteY6619" fmla="*/ 3452704 h 4489084"/>
              <a:gd name="connsiteX6620" fmla="*/ 3884981 w 5158787"/>
              <a:gd name="connsiteY6620" fmla="*/ 3469168 h 4489084"/>
              <a:gd name="connsiteX6621" fmla="*/ 3884981 w 5158787"/>
              <a:gd name="connsiteY6621" fmla="*/ 3470530 h 4489084"/>
              <a:gd name="connsiteX6622" fmla="*/ 3875505 w 5158787"/>
              <a:gd name="connsiteY6622" fmla="*/ 3486995 h 4489084"/>
              <a:gd name="connsiteX6623" fmla="*/ 3874321 w 5158787"/>
              <a:gd name="connsiteY6623" fmla="*/ 3487646 h 4489084"/>
              <a:gd name="connsiteX6624" fmla="*/ 3855310 w 5158787"/>
              <a:gd name="connsiteY6624" fmla="*/ 3487646 h 4489084"/>
              <a:gd name="connsiteX6625" fmla="*/ 3854125 w 5158787"/>
              <a:gd name="connsiteY6625" fmla="*/ 3486995 h 4489084"/>
              <a:gd name="connsiteX6626" fmla="*/ 3844649 w 5158787"/>
              <a:gd name="connsiteY6626" fmla="*/ 3470530 h 4489084"/>
              <a:gd name="connsiteX6627" fmla="*/ 3844649 w 5158787"/>
              <a:gd name="connsiteY6627" fmla="*/ 3469168 h 4489084"/>
              <a:gd name="connsiteX6628" fmla="*/ 3854125 w 5158787"/>
              <a:gd name="connsiteY6628" fmla="*/ 3452704 h 4489084"/>
              <a:gd name="connsiteX6629" fmla="*/ 3855310 w 5158787"/>
              <a:gd name="connsiteY6629" fmla="*/ 3452052 h 4489084"/>
              <a:gd name="connsiteX6630" fmla="*/ 4396390 w 5158787"/>
              <a:gd name="connsiteY6630" fmla="*/ 3451934 h 4489084"/>
              <a:gd name="connsiteX6631" fmla="*/ 4415460 w 5158787"/>
              <a:gd name="connsiteY6631" fmla="*/ 3451934 h 4489084"/>
              <a:gd name="connsiteX6632" fmla="*/ 4416644 w 5158787"/>
              <a:gd name="connsiteY6632" fmla="*/ 3452585 h 4489084"/>
              <a:gd name="connsiteX6633" fmla="*/ 4426180 w 5158787"/>
              <a:gd name="connsiteY6633" fmla="*/ 3469109 h 4489084"/>
              <a:gd name="connsiteX6634" fmla="*/ 4426180 w 5158787"/>
              <a:gd name="connsiteY6634" fmla="*/ 3470471 h 4489084"/>
              <a:gd name="connsiteX6635" fmla="*/ 4416644 w 5158787"/>
              <a:gd name="connsiteY6635" fmla="*/ 3486995 h 4489084"/>
              <a:gd name="connsiteX6636" fmla="*/ 4415460 w 5158787"/>
              <a:gd name="connsiteY6636" fmla="*/ 3487647 h 4489084"/>
              <a:gd name="connsiteX6637" fmla="*/ 4396390 w 5158787"/>
              <a:gd name="connsiteY6637" fmla="*/ 3487647 h 4489084"/>
              <a:gd name="connsiteX6638" fmla="*/ 4395205 w 5158787"/>
              <a:gd name="connsiteY6638" fmla="*/ 3486995 h 4489084"/>
              <a:gd name="connsiteX6639" fmla="*/ 4385670 w 5158787"/>
              <a:gd name="connsiteY6639" fmla="*/ 3470471 h 4489084"/>
              <a:gd name="connsiteX6640" fmla="*/ 4385670 w 5158787"/>
              <a:gd name="connsiteY6640" fmla="*/ 3469109 h 4489084"/>
              <a:gd name="connsiteX6641" fmla="*/ 4395205 w 5158787"/>
              <a:gd name="connsiteY6641" fmla="*/ 3452585 h 4489084"/>
              <a:gd name="connsiteX6642" fmla="*/ 4396390 w 5158787"/>
              <a:gd name="connsiteY6642" fmla="*/ 3451934 h 4489084"/>
              <a:gd name="connsiteX6643" fmla="*/ 3787615 w 5158787"/>
              <a:gd name="connsiteY6643" fmla="*/ 3451875 h 4489084"/>
              <a:gd name="connsiteX6644" fmla="*/ 3806804 w 5158787"/>
              <a:gd name="connsiteY6644" fmla="*/ 3451875 h 4489084"/>
              <a:gd name="connsiteX6645" fmla="*/ 3807989 w 5158787"/>
              <a:gd name="connsiteY6645" fmla="*/ 3452526 h 4489084"/>
              <a:gd name="connsiteX6646" fmla="*/ 3817584 w 5158787"/>
              <a:gd name="connsiteY6646" fmla="*/ 3469169 h 4489084"/>
              <a:gd name="connsiteX6647" fmla="*/ 3817584 w 5158787"/>
              <a:gd name="connsiteY6647" fmla="*/ 3470531 h 4489084"/>
              <a:gd name="connsiteX6648" fmla="*/ 3807989 w 5158787"/>
              <a:gd name="connsiteY6648" fmla="*/ 3487173 h 4489084"/>
              <a:gd name="connsiteX6649" fmla="*/ 3806804 w 5158787"/>
              <a:gd name="connsiteY6649" fmla="*/ 3487825 h 4489084"/>
              <a:gd name="connsiteX6650" fmla="*/ 3787615 w 5158787"/>
              <a:gd name="connsiteY6650" fmla="*/ 3487825 h 4489084"/>
              <a:gd name="connsiteX6651" fmla="*/ 3786431 w 5158787"/>
              <a:gd name="connsiteY6651" fmla="*/ 3487173 h 4489084"/>
              <a:gd name="connsiteX6652" fmla="*/ 3776837 w 5158787"/>
              <a:gd name="connsiteY6652" fmla="*/ 3470531 h 4489084"/>
              <a:gd name="connsiteX6653" fmla="*/ 3776837 w 5158787"/>
              <a:gd name="connsiteY6653" fmla="*/ 3469169 h 4489084"/>
              <a:gd name="connsiteX6654" fmla="*/ 3786431 w 5158787"/>
              <a:gd name="connsiteY6654" fmla="*/ 3452526 h 4489084"/>
              <a:gd name="connsiteX6655" fmla="*/ 3787615 w 5158787"/>
              <a:gd name="connsiteY6655" fmla="*/ 3451875 h 4489084"/>
              <a:gd name="connsiteX6656" fmla="*/ 3719979 w 5158787"/>
              <a:gd name="connsiteY6656" fmla="*/ 3451875 h 4489084"/>
              <a:gd name="connsiteX6657" fmla="*/ 3739168 w 5158787"/>
              <a:gd name="connsiteY6657" fmla="*/ 3451875 h 4489084"/>
              <a:gd name="connsiteX6658" fmla="*/ 3740353 w 5158787"/>
              <a:gd name="connsiteY6658" fmla="*/ 3452526 h 4489084"/>
              <a:gd name="connsiteX6659" fmla="*/ 3749948 w 5158787"/>
              <a:gd name="connsiteY6659" fmla="*/ 3469169 h 4489084"/>
              <a:gd name="connsiteX6660" fmla="*/ 3749948 w 5158787"/>
              <a:gd name="connsiteY6660" fmla="*/ 3470531 h 4489084"/>
              <a:gd name="connsiteX6661" fmla="*/ 3740353 w 5158787"/>
              <a:gd name="connsiteY6661" fmla="*/ 3487173 h 4489084"/>
              <a:gd name="connsiteX6662" fmla="*/ 3739168 w 5158787"/>
              <a:gd name="connsiteY6662" fmla="*/ 3487825 h 4489084"/>
              <a:gd name="connsiteX6663" fmla="*/ 3719979 w 5158787"/>
              <a:gd name="connsiteY6663" fmla="*/ 3487825 h 4489084"/>
              <a:gd name="connsiteX6664" fmla="*/ 3718795 w 5158787"/>
              <a:gd name="connsiteY6664" fmla="*/ 3487173 h 4489084"/>
              <a:gd name="connsiteX6665" fmla="*/ 3709201 w 5158787"/>
              <a:gd name="connsiteY6665" fmla="*/ 3470531 h 4489084"/>
              <a:gd name="connsiteX6666" fmla="*/ 3709201 w 5158787"/>
              <a:gd name="connsiteY6666" fmla="*/ 3469169 h 4489084"/>
              <a:gd name="connsiteX6667" fmla="*/ 3718795 w 5158787"/>
              <a:gd name="connsiteY6667" fmla="*/ 3452526 h 4489084"/>
              <a:gd name="connsiteX6668" fmla="*/ 3719979 w 5158787"/>
              <a:gd name="connsiteY6668" fmla="*/ 3451875 h 4489084"/>
              <a:gd name="connsiteX6669" fmla="*/ 5072444 w 5158787"/>
              <a:gd name="connsiteY6669" fmla="*/ 3451520 h 4489084"/>
              <a:gd name="connsiteX6670" fmla="*/ 5091988 w 5158787"/>
              <a:gd name="connsiteY6670" fmla="*/ 3451520 h 4489084"/>
              <a:gd name="connsiteX6671" fmla="*/ 5093173 w 5158787"/>
              <a:gd name="connsiteY6671" fmla="*/ 3452231 h 4489084"/>
              <a:gd name="connsiteX6672" fmla="*/ 5102945 w 5158787"/>
              <a:gd name="connsiteY6672" fmla="*/ 3469169 h 4489084"/>
              <a:gd name="connsiteX6673" fmla="*/ 5102945 w 5158787"/>
              <a:gd name="connsiteY6673" fmla="*/ 3470531 h 4489084"/>
              <a:gd name="connsiteX6674" fmla="*/ 5093173 w 5158787"/>
              <a:gd name="connsiteY6674" fmla="*/ 3487470 h 4489084"/>
              <a:gd name="connsiteX6675" fmla="*/ 5091988 w 5158787"/>
              <a:gd name="connsiteY6675" fmla="*/ 3488180 h 4489084"/>
              <a:gd name="connsiteX6676" fmla="*/ 5072444 w 5158787"/>
              <a:gd name="connsiteY6676" fmla="*/ 3488180 h 4489084"/>
              <a:gd name="connsiteX6677" fmla="*/ 5071260 w 5158787"/>
              <a:gd name="connsiteY6677" fmla="*/ 3487470 h 4489084"/>
              <a:gd name="connsiteX6678" fmla="*/ 5061487 w 5158787"/>
              <a:gd name="connsiteY6678" fmla="*/ 3470531 h 4489084"/>
              <a:gd name="connsiteX6679" fmla="*/ 5061487 w 5158787"/>
              <a:gd name="connsiteY6679" fmla="*/ 3469169 h 4489084"/>
              <a:gd name="connsiteX6680" fmla="*/ 5071260 w 5158787"/>
              <a:gd name="connsiteY6680" fmla="*/ 3452231 h 4489084"/>
              <a:gd name="connsiteX6681" fmla="*/ 5072444 w 5158787"/>
              <a:gd name="connsiteY6681" fmla="*/ 3451520 h 4489084"/>
              <a:gd name="connsiteX6682" fmla="*/ 3651990 w 5158787"/>
              <a:gd name="connsiteY6682" fmla="*/ 3451224 h 4489084"/>
              <a:gd name="connsiteX6683" fmla="*/ 3671889 w 5158787"/>
              <a:gd name="connsiteY6683" fmla="*/ 3451224 h 4489084"/>
              <a:gd name="connsiteX6684" fmla="*/ 3673074 w 5158787"/>
              <a:gd name="connsiteY6684" fmla="*/ 3451935 h 4489084"/>
              <a:gd name="connsiteX6685" fmla="*/ 3683024 w 5158787"/>
              <a:gd name="connsiteY6685" fmla="*/ 3469169 h 4489084"/>
              <a:gd name="connsiteX6686" fmla="*/ 3683024 w 5158787"/>
              <a:gd name="connsiteY6686" fmla="*/ 3470590 h 4489084"/>
              <a:gd name="connsiteX6687" fmla="*/ 3673074 w 5158787"/>
              <a:gd name="connsiteY6687" fmla="*/ 3487825 h 4489084"/>
              <a:gd name="connsiteX6688" fmla="*/ 3671889 w 5158787"/>
              <a:gd name="connsiteY6688" fmla="*/ 3488536 h 4489084"/>
              <a:gd name="connsiteX6689" fmla="*/ 3651990 w 5158787"/>
              <a:gd name="connsiteY6689" fmla="*/ 3488536 h 4489084"/>
              <a:gd name="connsiteX6690" fmla="*/ 3650805 w 5158787"/>
              <a:gd name="connsiteY6690" fmla="*/ 3487825 h 4489084"/>
              <a:gd name="connsiteX6691" fmla="*/ 3640855 w 5158787"/>
              <a:gd name="connsiteY6691" fmla="*/ 3470590 h 4489084"/>
              <a:gd name="connsiteX6692" fmla="*/ 3640855 w 5158787"/>
              <a:gd name="connsiteY6692" fmla="*/ 3469169 h 4489084"/>
              <a:gd name="connsiteX6693" fmla="*/ 3650805 w 5158787"/>
              <a:gd name="connsiteY6693" fmla="*/ 3451935 h 4489084"/>
              <a:gd name="connsiteX6694" fmla="*/ 3651990 w 5158787"/>
              <a:gd name="connsiteY6694" fmla="*/ 3451224 h 4489084"/>
              <a:gd name="connsiteX6695" fmla="*/ 4598761 w 5158787"/>
              <a:gd name="connsiteY6695" fmla="*/ 3451046 h 4489084"/>
              <a:gd name="connsiteX6696" fmla="*/ 4618839 w 5158787"/>
              <a:gd name="connsiteY6696" fmla="*/ 3451046 h 4489084"/>
              <a:gd name="connsiteX6697" fmla="*/ 4620083 w 5158787"/>
              <a:gd name="connsiteY6697" fmla="*/ 3451757 h 4489084"/>
              <a:gd name="connsiteX6698" fmla="*/ 4630092 w 5158787"/>
              <a:gd name="connsiteY6698" fmla="*/ 3469169 h 4489084"/>
              <a:gd name="connsiteX6699" fmla="*/ 4630092 w 5158787"/>
              <a:gd name="connsiteY6699" fmla="*/ 3470590 h 4489084"/>
              <a:gd name="connsiteX6700" fmla="*/ 4620024 w 5158787"/>
              <a:gd name="connsiteY6700" fmla="*/ 3488002 h 4489084"/>
              <a:gd name="connsiteX6701" fmla="*/ 4618779 w 5158787"/>
              <a:gd name="connsiteY6701" fmla="*/ 3488713 h 4489084"/>
              <a:gd name="connsiteX6702" fmla="*/ 4598702 w 5158787"/>
              <a:gd name="connsiteY6702" fmla="*/ 3488713 h 4489084"/>
              <a:gd name="connsiteX6703" fmla="*/ 4597459 w 5158787"/>
              <a:gd name="connsiteY6703" fmla="*/ 3488002 h 4489084"/>
              <a:gd name="connsiteX6704" fmla="*/ 4587450 w 5158787"/>
              <a:gd name="connsiteY6704" fmla="*/ 3470590 h 4489084"/>
              <a:gd name="connsiteX6705" fmla="*/ 4587450 w 5158787"/>
              <a:gd name="connsiteY6705" fmla="*/ 3469169 h 4489084"/>
              <a:gd name="connsiteX6706" fmla="*/ 4597518 w 5158787"/>
              <a:gd name="connsiteY6706" fmla="*/ 3451757 h 4489084"/>
              <a:gd name="connsiteX6707" fmla="*/ 4598761 w 5158787"/>
              <a:gd name="connsiteY6707" fmla="*/ 3451046 h 4489084"/>
              <a:gd name="connsiteX6708" fmla="*/ 4531127 w 5158787"/>
              <a:gd name="connsiteY6708" fmla="*/ 3451046 h 4489084"/>
              <a:gd name="connsiteX6709" fmla="*/ 4551204 w 5158787"/>
              <a:gd name="connsiteY6709" fmla="*/ 3451046 h 4489084"/>
              <a:gd name="connsiteX6710" fmla="*/ 4552448 w 5158787"/>
              <a:gd name="connsiteY6710" fmla="*/ 3451757 h 4489084"/>
              <a:gd name="connsiteX6711" fmla="*/ 4562457 w 5158787"/>
              <a:gd name="connsiteY6711" fmla="*/ 3469169 h 4489084"/>
              <a:gd name="connsiteX6712" fmla="*/ 4562457 w 5158787"/>
              <a:gd name="connsiteY6712" fmla="*/ 3470590 h 4489084"/>
              <a:gd name="connsiteX6713" fmla="*/ 4552389 w 5158787"/>
              <a:gd name="connsiteY6713" fmla="*/ 3488002 h 4489084"/>
              <a:gd name="connsiteX6714" fmla="*/ 4551145 w 5158787"/>
              <a:gd name="connsiteY6714" fmla="*/ 3488713 h 4489084"/>
              <a:gd name="connsiteX6715" fmla="*/ 4531068 w 5158787"/>
              <a:gd name="connsiteY6715" fmla="*/ 3488713 h 4489084"/>
              <a:gd name="connsiteX6716" fmla="*/ 4529824 w 5158787"/>
              <a:gd name="connsiteY6716" fmla="*/ 3488002 h 4489084"/>
              <a:gd name="connsiteX6717" fmla="*/ 4519815 w 5158787"/>
              <a:gd name="connsiteY6717" fmla="*/ 3470590 h 4489084"/>
              <a:gd name="connsiteX6718" fmla="*/ 4519815 w 5158787"/>
              <a:gd name="connsiteY6718" fmla="*/ 3469169 h 4489084"/>
              <a:gd name="connsiteX6719" fmla="*/ 4529883 w 5158787"/>
              <a:gd name="connsiteY6719" fmla="*/ 3451757 h 4489084"/>
              <a:gd name="connsiteX6720" fmla="*/ 4531127 w 5158787"/>
              <a:gd name="connsiteY6720" fmla="*/ 3451046 h 4489084"/>
              <a:gd name="connsiteX6721" fmla="*/ 3584296 w 5158787"/>
              <a:gd name="connsiteY6721" fmla="*/ 3451046 h 4489084"/>
              <a:gd name="connsiteX6722" fmla="*/ 3604373 w 5158787"/>
              <a:gd name="connsiteY6722" fmla="*/ 3451046 h 4489084"/>
              <a:gd name="connsiteX6723" fmla="*/ 3605617 w 5158787"/>
              <a:gd name="connsiteY6723" fmla="*/ 3451757 h 4489084"/>
              <a:gd name="connsiteX6724" fmla="*/ 3615626 w 5158787"/>
              <a:gd name="connsiteY6724" fmla="*/ 3469169 h 4489084"/>
              <a:gd name="connsiteX6725" fmla="*/ 3615626 w 5158787"/>
              <a:gd name="connsiteY6725" fmla="*/ 3470590 h 4489084"/>
              <a:gd name="connsiteX6726" fmla="*/ 3605558 w 5158787"/>
              <a:gd name="connsiteY6726" fmla="*/ 3488002 h 4489084"/>
              <a:gd name="connsiteX6727" fmla="*/ 3604314 w 5158787"/>
              <a:gd name="connsiteY6727" fmla="*/ 3488713 h 4489084"/>
              <a:gd name="connsiteX6728" fmla="*/ 3584237 w 5158787"/>
              <a:gd name="connsiteY6728" fmla="*/ 3488713 h 4489084"/>
              <a:gd name="connsiteX6729" fmla="*/ 3582993 w 5158787"/>
              <a:gd name="connsiteY6729" fmla="*/ 3488002 h 4489084"/>
              <a:gd name="connsiteX6730" fmla="*/ 3572984 w 5158787"/>
              <a:gd name="connsiteY6730" fmla="*/ 3470590 h 4489084"/>
              <a:gd name="connsiteX6731" fmla="*/ 3572984 w 5158787"/>
              <a:gd name="connsiteY6731" fmla="*/ 3469169 h 4489084"/>
              <a:gd name="connsiteX6732" fmla="*/ 3583052 w 5158787"/>
              <a:gd name="connsiteY6732" fmla="*/ 3451757 h 4489084"/>
              <a:gd name="connsiteX6733" fmla="*/ 3584296 w 5158787"/>
              <a:gd name="connsiteY6733" fmla="*/ 3451046 h 4489084"/>
              <a:gd name="connsiteX6734" fmla="*/ 2569533 w 5158787"/>
              <a:gd name="connsiteY6734" fmla="*/ 3450394 h 4489084"/>
              <a:gd name="connsiteX6735" fmla="*/ 2590262 w 5158787"/>
              <a:gd name="connsiteY6735" fmla="*/ 3450394 h 4489084"/>
              <a:gd name="connsiteX6736" fmla="*/ 2591506 w 5158787"/>
              <a:gd name="connsiteY6736" fmla="*/ 3451105 h 4489084"/>
              <a:gd name="connsiteX6737" fmla="*/ 2601870 w 5158787"/>
              <a:gd name="connsiteY6737" fmla="*/ 3469109 h 4489084"/>
              <a:gd name="connsiteX6738" fmla="*/ 2601870 w 5158787"/>
              <a:gd name="connsiteY6738" fmla="*/ 3470590 h 4489084"/>
              <a:gd name="connsiteX6739" fmla="*/ 2591506 w 5158787"/>
              <a:gd name="connsiteY6739" fmla="*/ 3488594 h 4489084"/>
              <a:gd name="connsiteX6740" fmla="*/ 2590262 w 5158787"/>
              <a:gd name="connsiteY6740" fmla="*/ 3489305 h 4489084"/>
              <a:gd name="connsiteX6741" fmla="*/ 2569533 w 5158787"/>
              <a:gd name="connsiteY6741" fmla="*/ 3489305 h 4489084"/>
              <a:gd name="connsiteX6742" fmla="*/ 2568289 w 5158787"/>
              <a:gd name="connsiteY6742" fmla="*/ 3488594 h 4489084"/>
              <a:gd name="connsiteX6743" fmla="*/ 2557925 w 5158787"/>
              <a:gd name="connsiteY6743" fmla="*/ 3470590 h 4489084"/>
              <a:gd name="connsiteX6744" fmla="*/ 2557925 w 5158787"/>
              <a:gd name="connsiteY6744" fmla="*/ 3469109 h 4489084"/>
              <a:gd name="connsiteX6745" fmla="*/ 2568289 w 5158787"/>
              <a:gd name="connsiteY6745" fmla="*/ 3451105 h 4489084"/>
              <a:gd name="connsiteX6746" fmla="*/ 2569533 w 5158787"/>
              <a:gd name="connsiteY6746" fmla="*/ 3450394 h 4489084"/>
              <a:gd name="connsiteX6747" fmla="*/ 3381035 w 5158787"/>
              <a:gd name="connsiteY6747" fmla="*/ 3450276 h 4489084"/>
              <a:gd name="connsiteX6748" fmla="*/ 3401882 w 5158787"/>
              <a:gd name="connsiteY6748" fmla="*/ 3450276 h 4489084"/>
              <a:gd name="connsiteX6749" fmla="*/ 3403185 w 5158787"/>
              <a:gd name="connsiteY6749" fmla="*/ 3450987 h 4489084"/>
              <a:gd name="connsiteX6750" fmla="*/ 3413609 w 5158787"/>
              <a:gd name="connsiteY6750" fmla="*/ 3469050 h 4489084"/>
              <a:gd name="connsiteX6751" fmla="*/ 3413609 w 5158787"/>
              <a:gd name="connsiteY6751" fmla="*/ 3470531 h 4489084"/>
              <a:gd name="connsiteX6752" fmla="*/ 3403185 w 5158787"/>
              <a:gd name="connsiteY6752" fmla="*/ 3488595 h 4489084"/>
              <a:gd name="connsiteX6753" fmla="*/ 3401882 w 5158787"/>
              <a:gd name="connsiteY6753" fmla="*/ 3489305 h 4489084"/>
              <a:gd name="connsiteX6754" fmla="*/ 3381035 w 5158787"/>
              <a:gd name="connsiteY6754" fmla="*/ 3489305 h 4489084"/>
              <a:gd name="connsiteX6755" fmla="*/ 3379732 w 5158787"/>
              <a:gd name="connsiteY6755" fmla="*/ 3488595 h 4489084"/>
              <a:gd name="connsiteX6756" fmla="*/ 3369308 w 5158787"/>
              <a:gd name="connsiteY6756" fmla="*/ 3470531 h 4489084"/>
              <a:gd name="connsiteX6757" fmla="*/ 3369308 w 5158787"/>
              <a:gd name="connsiteY6757" fmla="*/ 3469050 h 4489084"/>
              <a:gd name="connsiteX6758" fmla="*/ 3379732 w 5158787"/>
              <a:gd name="connsiteY6758" fmla="*/ 3450987 h 4489084"/>
              <a:gd name="connsiteX6759" fmla="*/ 3381035 w 5158787"/>
              <a:gd name="connsiteY6759" fmla="*/ 3450276 h 4489084"/>
              <a:gd name="connsiteX6760" fmla="*/ 3448551 w 5158787"/>
              <a:gd name="connsiteY6760" fmla="*/ 3450098 h 4489084"/>
              <a:gd name="connsiteX6761" fmla="*/ 3469636 w 5158787"/>
              <a:gd name="connsiteY6761" fmla="*/ 3450098 h 4489084"/>
              <a:gd name="connsiteX6762" fmla="*/ 3470939 w 5158787"/>
              <a:gd name="connsiteY6762" fmla="*/ 3450868 h 4489084"/>
              <a:gd name="connsiteX6763" fmla="*/ 3481481 w 5158787"/>
              <a:gd name="connsiteY6763" fmla="*/ 3469109 h 4489084"/>
              <a:gd name="connsiteX6764" fmla="*/ 3481481 w 5158787"/>
              <a:gd name="connsiteY6764" fmla="*/ 3470590 h 4489084"/>
              <a:gd name="connsiteX6765" fmla="*/ 3470939 w 5158787"/>
              <a:gd name="connsiteY6765" fmla="*/ 3488831 h 4489084"/>
              <a:gd name="connsiteX6766" fmla="*/ 3469636 w 5158787"/>
              <a:gd name="connsiteY6766" fmla="*/ 3489601 h 4489084"/>
              <a:gd name="connsiteX6767" fmla="*/ 3448551 w 5158787"/>
              <a:gd name="connsiteY6767" fmla="*/ 3489601 h 4489084"/>
              <a:gd name="connsiteX6768" fmla="*/ 3447249 w 5158787"/>
              <a:gd name="connsiteY6768" fmla="*/ 3488831 h 4489084"/>
              <a:gd name="connsiteX6769" fmla="*/ 3436706 w 5158787"/>
              <a:gd name="connsiteY6769" fmla="*/ 3470590 h 4489084"/>
              <a:gd name="connsiteX6770" fmla="*/ 3436706 w 5158787"/>
              <a:gd name="connsiteY6770" fmla="*/ 3469109 h 4489084"/>
              <a:gd name="connsiteX6771" fmla="*/ 3447249 w 5158787"/>
              <a:gd name="connsiteY6771" fmla="*/ 3450868 h 4489084"/>
              <a:gd name="connsiteX6772" fmla="*/ 3448551 w 5158787"/>
              <a:gd name="connsiteY6772" fmla="*/ 3450098 h 4489084"/>
              <a:gd name="connsiteX6773" fmla="*/ 3516069 w 5158787"/>
              <a:gd name="connsiteY6773" fmla="*/ 3449980 h 4489084"/>
              <a:gd name="connsiteX6774" fmla="*/ 3537271 w 5158787"/>
              <a:gd name="connsiteY6774" fmla="*/ 3449980 h 4489084"/>
              <a:gd name="connsiteX6775" fmla="*/ 3538574 w 5158787"/>
              <a:gd name="connsiteY6775" fmla="*/ 3450750 h 4489084"/>
              <a:gd name="connsiteX6776" fmla="*/ 3549175 w 5158787"/>
              <a:gd name="connsiteY6776" fmla="*/ 3469110 h 4489084"/>
              <a:gd name="connsiteX6777" fmla="*/ 3549175 w 5158787"/>
              <a:gd name="connsiteY6777" fmla="*/ 3470590 h 4489084"/>
              <a:gd name="connsiteX6778" fmla="*/ 3538574 w 5158787"/>
              <a:gd name="connsiteY6778" fmla="*/ 3488950 h 4489084"/>
              <a:gd name="connsiteX6779" fmla="*/ 3537271 w 5158787"/>
              <a:gd name="connsiteY6779" fmla="*/ 3489720 h 4489084"/>
              <a:gd name="connsiteX6780" fmla="*/ 3516069 w 5158787"/>
              <a:gd name="connsiteY6780" fmla="*/ 3489720 h 4489084"/>
              <a:gd name="connsiteX6781" fmla="*/ 3514766 w 5158787"/>
              <a:gd name="connsiteY6781" fmla="*/ 3488950 h 4489084"/>
              <a:gd name="connsiteX6782" fmla="*/ 3504164 w 5158787"/>
              <a:gd name="connsiteY6782" fmla="*/ 3470590 h 4489084"/>
              <a:gd name="connsiteX6783" fmla="*/ 3504164 w 5158787"/>
              <a:gd name="connsiteY6783" fmla="*/ 3469110 h 4489084"/>
              <a:gd name="connsiteX6784" fmla="*/ 3514766 w 5158787"/>
              <a:gd name="connsiteY6784" fmla="*/ 3450750 h 4489084"/>
              <a:gd name="connsiteX6785" fmla="*/ 3516069 w 5158787"/>
              <a:gd name="connsiteY6785" fmla="*/ 3449980 h 4489084"/>
              <a:gd name="connsiteX6786" fmla="*/ 4733321 w 5158787"/>
              <a:gd name="connsiteY6786" fmla="*/ 3449802 h 4489084"/>
              <a:gd name="connsiteX6787" fmla="*/ 4754761 w 5158787"/>
              <a:gd name="connsiteY6787" fmla="*/ 3449802 h 4489084"/>
              <a:gd name="connsiteX6788" fmla="*/ 4756063 w 5158787"/>
              <a:gd name="connsiteY6788" fmla="*/ 3450572 h 4489084"/>
              <a:gd name="connsiteX6789" fmla="*/ 4766783 w 5158787"/>
              <a:gd name="connsiteY6789" fmla="*/ 3469109 h 4489084"/>
              <a:gd name="connsiteX6790" fmla="*/ 4766783 w 5158787"/>
              <a:gd name="connsiteY6790" fmla="*/ 3470649 h 4489084"/>
              <a:gd name="connsiteX6791" fmla="*/ 4756063 w 5158787"/>
              <a:gd name="connsiteY6791" fmla="*/ 3489187 h 4489084"/>
              <a:gd name="connsiteX6792" fmla="*/ 4754761 w 5158787"/>
              <a:gd name="connsiteY6792" fmla="*/ 3489957 h 4489084"/>
              <a:gd name="connsiteX6793" fmla="*/ 4733321 w 5158787"/>
              <a:gd name="connsiteY6793" fmla="*/ 3489957 h 4489084"/>
              <a:gd name="connsiteX6794" fmla="*/ 4732018 w 5158787"/>
              <a:gd name="connsiteY6794" fmla="*/ 3489187 h 4489084"/>
              <a:gd name="connsiteX6795" fmla="*/ 4721298 w 5158787"/>
              <a:gd name="connsiteY6795" fmla="*/ 3470649 h 4489084"/>
              <a:gd name="connsiteX6796" fmla="*/ 4721298 w 5158787"/>
              <a:gd name="connsiteY6796" fmla="*/ 3469109 h 4489084"/>
              <a:gd name="connsiteX6797" fmla="*/ 4732018 w 5158787"/>
              <a:gd name="connsiteY6797" fmla="*/ 3450572 h 4489084"/>
              <a:gd name="connsiteX6798" fmla="*/ 4733321 w 5158787"/>
              <a:gd name="connsiteY6798" fmla="*/ 3449802 h 4489084"/>
              <a:gd name="connsiteX6799" fmla="*/ 3110199 w 5158787"/>
              <a:gd name="connsiteY6799" fmla="*/ 3449802 h 4489084"/>
              <a:gd name="connsiteX6800" fmla="*/ 3131638 w 5158787"/>
              <a:gd name="connsiteY6800" fmla="*/ 3449802 h 4489084"/>
              <a:gd name="connsiteX6801" fmla="*/ 3132941 w 5158787"/>
              <a:gd name="connsiteY6801" fmla="*/ 3450572 h 4489084"/>
              <a:gd name="connsiteX6802" fmla="*/ 3143661 w 5158787"/>
              <a:gd name="connsiteY6802" fmla="*/ 3469109 h 4489084"/>
              <a:gd name="connsiteX6803" fmla="*/ 3143661 w 5158787"/>
              <a:gd name="connsiteY6803" fmla="*/ 3470649 h 4489084"/>
              <a:gd name="connsiteX6804" fmla="*/ 3132941 w 5158787"/>
              <a:gd name="connsiteY6804" fmla="*/ 3489187 h 4489084"/>
              <a:gd name="connsiteX6805" fmla="*/ 3131638 w 5158787"/>
              <a:gd name="connsiteY6805" fmla="*/ 3489957 h 4489084"/>
              <a:gd name="connsiteX6806" fmla="*/ 3110199 w 5158787"/>
              <a:gd name="connsiteY6806" fmla="*/ 3489957 h 4489084"/>
              <a:gd name="connsiteX6807" fmla="*/ 3108896 w 5158787"/>
              <a:gd name="connsiteY6807" fmla="*/ 3489187 h 4489084"/>
              <a:gd name="connsiteX6808" fmla="*/ 3098176 w 5158787"/>
              <a:gd name="connsiteY6808" fmla="*/ 3470649 h 4489084"/>
              <a:gd name="connsiteX6809" fmla="*/ 3098176 w 5158787"/>
              <a:gd name="connsiteY6809" fmla="*/ 3469109 h 4489084"/>
              <a:gd name="connsiteX6810" fmla="*/ 3108896 w 5158787"/>
              <a:gd name="connsiteY6810" fmla="*/ 3450572 h 4489084"/>
              <a:gd name="connsiteX6811" fmla="*/ 3110199 w 5158787"/>
              <a:gd name="connsiteY6811" fmla="*/ 3449802 h 4489084"/>
              <a:gd name="connsiteX6812" fmla="*/ 4800897 w 5158787"/>
              <a:gd name="connsiteY6812" fmla="*/ 3449565 h 4489084"/>
              <a:gd name="connsiteX6813" fmla="*/ 4822514 w 5158787"/>
              <a:gd name="connsiteY6813" fmla="*/ 3449565 h 4489084"/>
              <a:gd name="connsiteX6814" fmla="*/ 4823817 w 5158787"/>
              <a:gd name="connsiteY6814" fmla="*/ 3450335 h 4489084"/>
              <a:gd name="connsiteX6815" fmla="*/ 4834656 w 5158787"/>
              <a:gd name="connsiteY6815" fmla="*/ 3469050 h 4489084"/>
              <a:gd name="connsiteX6816" fmla="*/ 4834656 w 5158787"/>
              <a:gd name="connsiteY6816" fmla="*/ 3470590 h 4489084"/>
              <a:gd name="connsiteX6817" fmla="*/ 4823817 w 5158787"/>
              <a:gd name="connsiteY6817" fmla="*/ 3489305 h 4489084"/>
              <a:gd name="connsiteX6818" fmla="*/ 4822514 w 5158787"/>
              <a:gd name="connsiteY6818" fmla="*/ 3490075 h 4489084"/>
              <a:gd name="connsiteX6819" fmla="*/ 4800897 w 5158787"/>
              <a:gd name="connsiteY6819" fmla="*/ 3490075 h 4489084"/>
              <a:gd name="connsiteX6820" fmla="*/ 4799594 w 5158787"/>
              <a:gd name="connsiteY6820" fmla="*/ 3489305 h 4489084"/>
              <a:gd name="connsiteX6821" fmla="*/ 4788756 w 5158787"/>
              <a:gd name="connsiteY6821" fmla="*/ 3470590 h 4489084"/>
              <a:gd name="connsiteX6822" fmla="*/ 4788756 w 5158787"/>
              <a:gd name="connsiteY6822" fmla="*/ 3469050 h 4489084"/>
              <a:gd name="connsiteX6823" fmla="*/ 4799594 w 5158787"/>
              <a:gd name="connsiteY6823" fmla="*/ 3450335 h 4489084"/>
              <a:gd name="connsiteX6824" fmla="*/ 4800897 w 5158787"/>
              <a:gd name="connsiteY6824" fmla="*/ 3449565 h 4489084"/>
              <a:gd name="connsiteX6825" fmla="*/ 3245350 w 5158787"/>
              <a:gd name="connsiteY6825" fmla="*/ 3449565 h 4489084"/>
              <a:gd name="connsiteX6826" fmla="*/ 3266967 w 5158787"/>
              <a:gd name="connsiteY6826" fmla="*/ 3449565 h 4489084"/>
              <a:gd name="connsiteX6827" fmla="*/ 3268271 w 5158787"/>
              <a:gd name="connsiteY6827" fmla="*/ 3450335 h 4489084"/>
              <a:gd name="connsiteX6828" fmla="*/ 3279109 w 5158787"/>
              <a:gd name="connsiteY6828" fmla="*/ 3469050 h 4489084"/>
              <a:gd name="connsiteX6829" fmla="*/ 3279109 w 5158787"/>
              <a:gd name="connsiteY6829" fmla="*/ 3470590 h 4489084"/>
              <a:gd name="connsiteX6830" fmla="*/ 3268271 w 5158787"/>
              <a:gd name="connsiteY6830" fmla="*/ 3489305 h 4489084"/>
              <a:gd name="connsiteX6831" fmla="*/ 3266967 w 5158787"/>
              <a:gd name="connsiteY6831" fmla="*/ 3490075 h 4489084"/>
              <a:gd name="connsiteX6832" fmla="*/ 3245350 w 5158787"/>
              <a:gd name="connsiteY6832" fmla="*/ 3490075 h 4489084"/>
              <a:gd name="connsiteX6833" fmla="*/ 3244047 w 5158787"/>
              <a:gd name="connsiteY6833" fmla="*/ 3489305 h 4489084"/>
              <a:gd name="connsiteX6834" fmla="*/ 3233209 w 5158787"/>
              <a:gd name="connsiteY6834" fmla="*/ 3470590 h 4489084"/>
              <a:gd name="connsiteX6835" fmla="*/ 3233209 w 5158787"/>
              <a:gd name="connsiteY6835" fmla="*/ 3469050 h 4489084"/>
              <a:gd name="connsiteX6836" fmla="*/ 3244047 w 5158787"/>
              <a:gd name="connsiteY6836" fmla="*/ 3450335 h 4489084"/>
              <a:gd name="connsiteX6837" fmla="*/ 3245350 w 5158787"/>
              <a:gd name="connsiteY6837" fmla="*/ 3449565 h 4489084"/>
              <a:gd name="connsiteX6838" fmla="*/ 4665567 w 5158787"/>
              <a:gd name="connsiteY6838" fmla="*/ 3449506 h 4489084"/>
              <a:gd name="connsiteX6839" fmla="*/ 4687303 w 5158787"/>
              <a:gd name="connsiteY6839" fmla="*/ 3449506 h 4489084"/>
              <a:gd name="connsiteX6840" fmla="*/ 4688606 w 5158787"/>
              <a:gd name="connsiteY6840" fmla="*/ 3450276 h 4489084"/>
              <a:gd name="connsiteX6841" fmla="*/ 4699444 w 5158787"/>
              <a:gd name="connsiteY6841" fmla="*/ 3469109 h 4489084"/>
              <a:gd name="connsiteX6842" fmla="*/ 4699444 w 5158787"/>
              <a:gd name="connsiteY6842" fmla="*/ 3470649 h 4489084"/>
              <a:gd name="connsiteX6843" fmla="*/ 4688547 w 5158787"/>
              <a:gd name="connsiteY6843" fmla="*/ 3489483 h 4489084"/>
              <a:gd name="connsiteX6844" fmla="*/ 4687244 w 5158787"/>
              <a:gd name="connsiteY6844" fmla="*/ 3490253 h 4489084"/>
              <a:gd name="connsiteX6845" fmla="*/ 4665508 w 5158787"/>
              <a:gd name="connsiteY6845" fmla="*/ 3490253 h 4489084"/>
              <a:gd name="connsiteX6846" fmla="*/ 4664205 w 5158787"/>
              <a:gd name="connsiteY6846" fmla="*/ 3489483 h 4489084"/>
              <a:gd name="connsiteX6847" fmla="*/ 4653367 w 5158787"/>
              <a:gd name="connsiteY6847" fmla="*/ 3470649 h 4489084"/>
              <a:gd name="connsiteX6848" fmla="*/ 4653367 w 5158787"/>
              <a:gd name="connsiteY6848" fmla="*/ 3469109 h 4489084"/>
              <a:gd name="connsiteX6849" fmla="*/ 4664265 w 5158787"/>
              <a:gd name="connsiteY6849" fmla="*/ 3450276 h 4489084"/>
              <a:gd name="connsiteX6850" fmla="*/ 4665567 w 5158787"/>
              <a:gd name="connsiteY6850" fmla="*/ 3449506 h 4489084"/>
              <a:gd name="connsiteX6851" fmla="*/ 3312926 w 5158787"/>
              <a:gd name="connsiteY6851" fmla="*/ 3449506 h 4489084"/>
              <a:gd name="connsiteX6852" fmla="*/ 3334662 w 5158787"/>
              <a:gd name="connsiteY6852" fmla="*/ 3449506 h 4489084"/>
              <a:gd name="connsiteX6853" fmla="*/ 3335965 w 5158787"/>
              <a:gd name="connsiteY6853" fmla="*/ 3450276 h 4489084"/>
              <a:gd name="connsiteX6854" fmla="*/ 3346803 w 5158787"/>
              <a:gd name="connsiteY6854" fmla="*/ 3469109 h 4489084"/>
              <a:gd name="connsiteX6855" fmla="*/ 3346803 w 5158787"/>
              <a:gd name="connsiteY6855" fmla="*/ 3470649 h 4489084"/>
              <a:gd name="connsiteX6856" fmla="*/ 3335906 w 5158787"/>
              <a:gd name="connsiteY6856" fmla="*/ 3489483 h 4489084"/>
              <a:gd name="connsiteX6857" fmla="*/ 3334603 w 5158787"/>
              <a:gd name="connsiteY6857" fmla="*/ 3490253 h 4489084"/>
              <a:gd name="connsiteX6858" fmla="*/ 3312867 w 5158787"/>
              <a:gd name="connsiteY6858" fmla="*/ 3490253 h 4489084"/>
              <a:gd name="connsiteX6859" fmla="*/ 3311564 w 5158787"/>
              <a:gd name="connsiteY6859" fmla="*/ 3489483 h 4489084"/>
              <a:gd name="connsiteX6860" fmla="*/ 3300726 w 5158787"/>
              <a:gd name="connsiteY6860" fmla="*/ 3470649 h 4489084"/>
              <a:gd name="connsiteX6861" fmla="*/ 3300726 w 5158787"/>
              <a:gd name="connsiteY6861" fmla="*/ 3469109 h 4489084"/>
              <a:gd name="connsiteX6862" fmla="*/ 3311624 w 5158787"/>
              <a:gd name="connsiteY6862" fmla="*/ 3450276 h 4489084"/>
              <a:gd name="connsiteX6863" fmla="*/ 3312926 w 5158787"/>
              <a:gd name="connsiteY6863" fmla="*/ 3449506 h 4489084"/>
              <a:gd name="connsiteX6864" fmla="*/ 2636516 w 5158787"/>
              <a:gd name="connsiteY6864" fmla="*/ 3449269 h 4489084"/>
              <a:gd name="connsiteX6865" fmla="*/ 2658489 w 5158787"/>
              <a:gd name="connsiteY6865" fmla="*/ 3449269 h 4489084"/>
              <a:gd name="connsiteX6866" fmla="*/ 2659851 w 5158787"/>
              <a:gd name="connsiteY6866" fmla="*/ 3450039 h 4489084"/>
              <a:gd name="connsiteX6867" fmla="*/ 2670807 w 5158787"/>
              <a:gd name="connsiteY6867" fmla="*/ 3469050 h 4489084"/>
              <a:gd name="connsiteX6868" fmla="*/ 2670807 w 5158787"/>
              <a:gd name="connsiteY6868" fmla="*/ 3470590 h 4489084"/>
              <a:gd name="connsiteX6869" fmla="*/ 2659792 w 5158787"/>
              <a:gd name="connsiteY6869" fmla="*/ 3489601 h 4489084"/>
              <a:gd name="connsiteX6870" fmla="*/ 2658430 w 5158787"/>
              <a:gd name="connsiteY6870" fmla="*/ 3490371 h 4489084"/>
              <a:gd name="connsiteX6871" fmla="*/ 2636457 w 5158787"/>
              <a:gd name="connsiteY6871" fmla="*/ 3490371 h 4489084"/>
              <a:gd name="connsiteX6872" fmla="*/ 2635095 w 5158787"/>
              <a:gd name="connsiteY6872" fmla="*/ 3489601 h 4489084"/>
              <a:gd name="connsiteX6873" fmla="*/ 2624138 w 5158787"/>
              <a:gd name="connsiteY6873" fmla="*/ 3470590 h 4489084"/>
              <a:gd name="connsiteX6874" fmla="*/ 2624138 w 5158787"/>
              <a:gd name="connsiteY6874" fmla="*/ 3469050 h 4489084"/>
              <a:gd name="connsiteX6875" fmla="*/ 2635154 w 5158787"/>
              <a:gd name="connsiteY6875" fmla="*/ 3450039 h 4489084"/>
              <a:gd name="connsiteX6876" fmla="*/ 2636516 w 5158787"/>
              <a:gd name="connsiteY6876" fmla="*/ 3449269 h 4489084"/>
              <a:gd name="connsiteX6877" fmla="*/ 3042209 w 5158787"/>
              <a:gd name="connsiteY6877" fmla="*/ 3449150 h 4489084"/>
              <a:gd name="connsiteX6878" fmla="*/ 3064299 w 5158787"/>
              <a:gd name="connsiteY6878" fmla="*/ 3449150 h 4489084"/>
              <a:gd name="connsiteX6879" fmla="*/ 3065661 w 5158787"/>
              <a:gd name="connsiteY6879" fmla="*/ 3449920 h 4489084"/>
              <a:gd name="connsiteX6880" fmla="*/ 3076678 w 5158787"/>
              <a:gd name="connsiteY6880" fmla="*/ 3469050 h 4489084"/>
              <a:gd name="connsiteX6881" fmla="*/ 3076678 w 5158787"/>
              <a:gd name="connsiteY6881" fmla="*/ 3470589 h 4489084"/>
              <a:gd name="connsiteX6882" fmla="*/ 3065603 w 5158787"/>
              <a:gd name="connsiteY6882" fmla="*/ 3489719 h 4489084"/>
              <a:gd name="connsiteX6883" fmla="*/ 3064240 w 5158787"/>
              <a:gd name="connsiteY6883" fmla="*/ 3490489 h 4489084"/>
              <a:gd name="connsiteX6884" fmla="*/ 3042149 w 5158787"/>
              <a:gd name="connsiteY6884" fmla="*/ 3490489 h 4489084"/>
              <a:gd name="connsiteX6885" fmla="*/ 3040787 w 5158787"/>
              <a:gd name="connsiteY6885" fmla="*/ 3489719 h 4489084"/>
              <a:gd name="connsiteX6886" fmla="*/ 3029771 w 5158787"/>
              <a:gd name="connsiteY6886" fmla="*/ 3470589 h 4489084"/>
              <a:gd name="connsiteX6887" fmla="*/ 3029771 w 5158787"/>
              <a:gd name="connsiteY6887" fmla="*/ 3469050 h 4489084"/>
              <a:gd name="connsiteX6888" fmla="*/ 3040846 w 5158787"/>
              <a:gd name="connsiteY6888" fmla="*/ 3449920 h 4489084"/>
              <a:gd name="connsiteX6889" fmla="*/ 3042209 w 5158787"/>
              <a:gd name="connsiteY6889" fmla="*/ 3449150 h 4489084"/>
              <a:gd name="connsiteX6890" fmla="*/ 4868117 w 5158787"/>
              <a:gd name="connsiteY6890" fmla="*/ 3448854 h 4489084"/>
              <a:gd name="connsiteX6891" fmla="*/ 4890505 w 5158787"/>
              <a:gd name="connsiteY6891" fmla="*/ 3448854 h 4489084"/>
              <a:gd name="connsiteX6892" fmla="*/ 4891867 w 5158787"/>
              <a:gd name="connsiteY6892" fmla="*/ 3449624 h 4489084"/>
              <a:gd name="connsiteX6893" fmla="*/ 4903060 w 5158787"/>
              <a:gd name="connsiteY6893" fmla="*/ 3469050 h 4489084"/>
              <a:gd name="connsiteX6894" fmla="*/ 4903060 w 5158787"/>
              <a:gd name="connsiteY6894" fmla="*/ 3470649 h 4489084"/>
              <a:gd name="connsiteX6895" fmla="*/ 4891867 w 5158787"/>
              <a:gd name="connsiteY6895" fmla="*/ 3490075 h 4489084"/>
              <a:gd name="connsiteX6896" fmla="*/ 4890505 w 5158787"/>
              <a:gd name="connsiteY6896" fmla="*/ 3490844 h 4489084"/>
              <a:gd name="connsiteX6897" fmla="*/ 4868117 w 5158787"/>
              <a:gd name="connsiteY6897" fmla="*/ 3490844 h 4489084"/>
              <a:gd name="connsiteX6898" fmla="*/ 4866755 w 5158787"/>
              <a:gd name="connsiteY6898" fmla="*/ 3490075 h 4489084"/>
              <a:gd name="connsiteX6899" fmla="*/ 4855562 w 5158787"/>
              <a:gd name="connsiteY6899" fmla="*/ 3470649 h 4489084"/>
              <a:gd name="connsiteX6900" fmla="*/ 4855562 w 5158787"/>
              <a:gd name="connsiteY6900" fmla="*/ 3469050 h 4489084"/>
              <a:gd name="connsiteX6901" fmla="*/ 4866755 w 5158787"/>
              <a:gd name="connsiteY6901" fmla="*/ 3449624 h 4489084"/>
              <a:gd name="connsiteX6902" fmla="*/ 4868117 w 5158787"/>
              <a:gd name="connsiteY6902" fmla="*/ 3448854 h 4489084"/>
              <a:gd name="connsiteX6903" fmla="*/ 3177301 w 5158787"/>
              <a:gd name="connsiteY6903" fmla="*/ 3448736 h 4489084"/>
              <a:gd name="connsiteX6904" fmla="*/ 3199807 w 5158787"/>
              <a:gd name="connsiteY6904" fmla="*/ 3448736 h 4489084"/>
              <a:gd name="connsiteX6905" fmla="*/ 3201169 w 5158787"/>
              <a:gd name="connsiteY6905" fmla="*/ 3449506 h 4489084"/>
              <a:gd name="connsiteX6906" fmla="*/ 3212422 w 5158787"/>
              <a:gd name="connsiteY6906" fmla="*/ 3468991 h 4489084"/>
              <a:gd name="connsiteX6907" fmla="*/ 3212422 w 5158787"/>
              <a:gd name="connsiteY6907" fmla="*/ 3470590 h 4489084"/>
              <a:gd name="connsiteX6908" fmla="*/ 3201169 w 5158787"/>
              <a:gd name="connsiteY6908" fmla="*/ 3490075 h 4489084"/>
              <a:gd name="connsiteX6909" fmla="*/ 3199807 w 5158787"/>
              <a:gd name="connsiteY6909" fmla="*/ 3490845 h 4489084"/>
              <a:gd name="connsiteX6910" fmla="*/ 3177301 w 5158787"/>
              <a:gd name="connsiteY6910" fmla="*/ 3490845 h 4489084"/>
              <a:gd name="connsiteX6911" fmla="*/ 3175939 w 5158787"/>
              <a:gd name="connsiteY6911" fmla="*/ 3490075 h 4489084"/>
              <a:gd name="connsiteX6912" fmla="*/ 3164686 w 5158787"/>
              <a:gd name="connsiteY6912" fmla="*/ 3470590 h 4489084"/>
              <a:gd name="connsiteX6913" fmla="*/ 3164686 w 5158787"/>
              <a:gd name="connsiteY6913" fmla="*/ 3468991 h 4489084"/>
              <a:gd name="connsiteX6914" fmla="*/ 3175939 w 5158787"/>
              <a:gd name="connsiteY6914" fmla="*/ 3449506 h 4489084"/>
              <a:gd name="connsiteX6915" fmla="*/ 3177301 w 5158787"/>
              <a:gd name="connsiteY6915" fmla="*/ 3448736 h 4489084"/>
              <a:gd name="connsiteX6916" fmla="*/ 2703855 w 5158787"/>
              <a:gd name="connsiteY6916" fmla="*/ 3448736 h 4489084"/>
              <a:gd name="connsiteX6917" fmla="*/ 2726360 w 5158787"/>
              <a:gd name="connsiteY6917" fmla="*/ 3448736 h 4489084"/>
              <a:gd name="connsiteX6918" fmla="*/ 2727723 w 5158787"/>
              <a:gd name="connsiteY6918" fmla="*/ 3449506 h 4489084"/>
              <a:gd name="connsiteX6919" fmla="*/ 2738975 w 5158787"/>
              <a:gd name="connsiteY6919" fmla="*/ 3468991 h 4489084"/>
              <a:gd name="connsiteX6920" fmla="*/ 2738975 w 5158787"/>
              <a:gd name="connsiteY6920" fmla="*/ 3470590 h 4489084"/>
              <a:gd name="connsiteX6921" fmla="*/ 2727723 w 5158787"/>
              <a:gd name="connsiteY6921" fmla="*/ 3490075 h 4489084"/>
              <a:gd name="connsiteX6922" fmla="*/ 2726360 w 5158787"/>
              <a:gd name="connsiteY6922" fmla="*/ 3490845 h 4489084"/>
              <a:gd name="connsiteX6923" fmla="*/ 2703855 w 5158787"/>
              <a:gd name="connsiteY6923" fmla="*/ 3490845 h 4489084"/>
              <a:gd name="connsiteX6924" fmla="*/ 2702493 w 5158787"/>
              <a:gd name="connsiteY6924" fmla="*/ 3490075 h 4489084"/>
              <a:gd name="connsiteX6925" fmla="*/ 2691240 w 5158787"/>
              <a:gd name="connsiteY6925" fmla="*/ 3470590 h 4489084"/>
              <a:gd name="connsiteX6926" fmla="*/ 2691240 w 5158787"/>
              <a:gd name="connsiteY6926" fmla="*/ 3468991 h 4489084"/>
              <a:gd name="connsiteX6927" fmla="*/ 2702493 w 5158787"/>
              <a:gd name="connsiteY6927" fmla="*/ 3449506 h 4489084"/>
              <a:gd name="connsiteX6928" fmla="*/ 2703855 w 5158787"/>
              <a:gd name="connsiteY6928" fmla="*/ 3448736 h 4489084"/>
              <a:gd name="connsiteX6929" fmla="*/ 5003270 w 5158787"/>
              <a:gd name="connsiteY6929" fmla="*/ 3448677 h 4489084"/>
              <a:gd name="connsiteX6930" fmla="*/ 5025893 w 5158787"/>
              <a:gd name="connsiteY6930" fmla="*/ 3448677 h 4489084"/>
              <a:gd name="connsiteX6931" fmla="*/ 5027256 w 5158787"/>
              <a:gd name="connsiteY6931" fmla="*/ 3449506 h 4489084"/>
              <a:gd name="connsiteX6932" fmla="*/ 5038567 w 5158787"/>
              <a:gd name="connsiteY6932" fmla="*/ 3469110 h 4489084"/>
              <a:gd name="connsiteX6933" fmla="*/ 5038567 w 5158787"/>
              <a:gd name="connsiteY6933" fmla="*/ 3470709 h 4489084"/>
              <a:gd name="connsiteX6934" fmla="*/ 5027256 w 5158787"/>
              <a:gd name="connsiteY6934" fmla="*/ 3490312 h 4489084"/>
              <a:gd name="connsiteX6935" fmla="*/ 5025893 w 5158787"/>
              <a:gd name="connsiteY6935" fmla="*/ 3491142 h 4489084"/>
              <a:gd name="connsiteX6936" fmla="*/ 5003270 w 5158787"/>
              <a:gd name="connsiteY6936" fmla="*/ 3491142 h 4489084"/>
              <a:gd name="connsiteX6937" fmla="*/ 5001908 w 5158787"/>
              <a:gd name="connsiteY6937" fmla="*/ 3490312 h 4489084"/>
              <a:gd name="connsiteX6938" fmla="*/ 4990595 w 5158787"/>
              <a:gd name="connsiteY6938" fmla="*/ 3470709 h 4489084"/>
              <a:gd name="connsiteX6939" fmla="*/ 4990595 w 5158787"/>
              <a:gd name="connsiteY6939" fmla="*/ 3469110 h 4489084"/>
              <a:gd name="connsiteX6940" fmla="*/ 5001908 w 5158787"/>
              <a:gd name="connsiteY6940" fmla="*/ 3449506 h 4489084"/>
              <a:gd name="connsiteX6941" fmla="*/ 5003270 w 5158787"/>
              <a:gd name="connsiteY6941" fmla="*/ 3448677 h 4489084"/>
              <a:gd name="connsiteX6942" fmla="*/ 4935634 w 5158787"/>
              <a:gd name="connsiteY6942" fmla="*/ 3448677 h 4489084"/>
              <a:gd name="connsiteX6943" fmla="*/ 4958258 w 5158787"/>
              <a:gd name="connsiteY6943" fmla="*/ 3448677 h 4489084"/>
              <a:gd name="connsiteX6944" fmla="*/ 4959620 w 5158787"/>
              <a:gd name="connsiteY6944" fmla="*/ 3449506 h 4489084"/>
              <a:gd name="connsiteX6945" fmla="*/ 4970933 w 5158787"/>
              <a:gd name="connsiteY6945" fmla="*/ 3469110 h 4489084"/>
              <a:gd name="connsiteX6946" fmla="*/ 4970933 w 5158787"/>
              <a:gd name="connsiteY6946" fmla="*/ 3470709 h 4489084"/>
              <a:gd name="connsiteX6947" fmla="*/ 4959620 w 5158787"/>
              <a:gd name="connsiteY6947" fmla="*/ 3490312 h 4489084"/>
              <a:gd name="connsiteX6948" fmla="*/ 4958258 w 5158787"/>
              <a:gd name="connsiteY6948" fmla="*/ 3491142 h 4489084"/>
              <a:gd name="connsiteX6949" fmla="*/ 4935634 w 5158787"/>
              <a:gd name="connsiteY6949" fmla="*/ 3491142 h 4489084"/>
              <a:gd name="connsiteX6950" fmla="*/ 4934272 w 5158787"/>
              <a:gd name="connsiteY6950" fmla="*/ 3490312 h 4489084"/>
              <a:gd name="connsiteX6951" fmla="*/ 4922960 w 5158787"/>
              <a:gd name="connsiteY6951" fmla="*/ 3470709 h 4489084"/>
              <a:gd name="connsiteX6952" fmla="*/ 4922960 w 5158787"/>
              <a:gd name="connsiteY6952" fmla="*/ 3469110 h 4489084"/>
              <a:gd name="connsiteX6953" fmla="*/ 4934272 w 5158787"/>
              <a:gd name="connsiteY6953" fmla="*/ 3449506 h 4489084"/>
              <a:gd name="connsiteX6954" fmla="*/ 4935634 w 5158787"/>
              <a:gd name="connsiteY6954" fmla="*/ 3448677 h 4489084"/>
              <a:gd name="connsiteX6955" fmla="*/ 2839007 w 5158787"/>
              <a:gd name="connsiteY6955" fmla="*/ 3448558 h 4489084"/>
              <a:gd name="connsiteX6956" fmla="*/ 2861749 w 5158787"/>
              <a:gd name="connsiteY6956" fmla="*/ 3448558 h 4489084"/>
              <a:gd name="connsiteX6957" fmla="*/ 2863111 w 5158787"/>
              <a:gd name="connsiteY6957" fmla="*/ 3449387 h 4489084"/>
              <a:gd name="connsiteX6958" fmla="*/ 2874482 w 5158787"/>
              <a:gd name="connsiteY6958" fmla="*/ 3469109 h 4489084"/>
              <a:gd name="connsiteX6959" fmla="*/ 2874482 w 5158787"/>
              <a:gd name="connsiteY6959" fmla="*/ 3470708 h 4489084"/>
              <a:gd name="connsiteX6960" fmla="*/ 2863111 w 5158787"/>
              <a:gd name="connsiteY6960" fmla="*/ 3490430 h 4489084"/>
              <a:gd name="connsiteX6961" fmla="*/ 2861749 w 5158787"/>
              <a:gd name="connsiteY6961" fmla="*/ 3491259 h 4489084"/>
              <a:gd name="connsiteX6962" fmla="*/ 2839007 w 5158787"/>
              <a:gd name="connsiteY6962" fmla="*/ 3491259 h 4489084"/>
              <a:gd name="connsiteX6963" fmla="*/ 2837644 w 5158787"/>
              <a:gd name="connsiteY6963" fmla="*/ 3490430 h 4489084"/>
              <a:gd name="connsiteX6964" fmla="*/ 2826273 w 5158787"/>
              <a:gd name="connsiteY6964" fmla="*/ 3470708 h 4489084"/>
              <a:gd name="connsiteX6965" fmla="*/ 2826273 w 5158787"/>
              <a:gd name="connsiteY6965" fmla="*/ 3469109 h 4489084"/>
              <a:gd name="connsiteX6966" fmla="*/ 2837644 w 5158787"/>
              <a:gd name="connsiteY6966" fmla="*/ 3449387 h 4489084"/>
              <a:gd name="connsiteX6967" fmla="*/ 2839007 w 5158787"/>
              <a:gd name="connsiteY6967" fmla="*/ 3448558 h 4489084"/>
              <a:gd name="connsiteX6968" fmla="*/ 2974218 w 5158787"/>
              <a:gd name="connsiteY6968" fmla="*/ 3448440 h 4489084"/>
              <a:gd name="connsiteX6969" fmla="*/ 2997079 w 5158787"/>
              <a:gd name="connsiteY6969" fmla="*/ 3448440 h 4489084"/>
              <a:gd name="connsiteX6970" fmla="*/ 2998500 w 5158787"/>
              <a:gd name="connsiteY6970" fmla="*/ 3449269 h 4489084"/>
              <a:gd name="connsiteX6971" fmla="*/ 3009931 w 5158787"/>
              <a:gd name="connsiteY6971" fmla="*/ 3469050 h 4489084"/>
              <a:gd name="connsiteX6972" fmla="*/ 3009931 w 5158787"/>
              <a:gd name="connsiteY6972" fmla="*/ 3470649 h 4489084"/>
              <a:gd name="connsiteX6973" fmla="*/ 2998500 w 5158787"/>
              <a:gd name="connsiteY6973" fmla="*/ 3490431 h 4489084"/>
              <a:gd name="connsiteX6974" fmla="*/ 2997079 w 5158787"/>
              <a:gd name="connsiteY6974" fmla="*/ 3491260 h 4489084"/>
              <a:gd name="connsiteX6975" fmla="*/ 2974218 w 5158787"/>
              <a:gd name="connsiteY6975" fmla="*/ 3491260 h 4489084"/>
              <a:gd name="connsiteX6976" fmla="*/ 2972796 w 5158787"/>
              <a:gd name="connsiteY6976" fmla="*/ 3490431 h 4489084"/>
              <a:gd name="connsiteX6977" fmla="*/ 2961366 w 5158787"/>
              <a:gd name="connsiteY6977" fmla="*/ 3470649 h 4489084"/>
              <a:gd name="connsiteX6978" fmla="*/ 2961366 w 5158787"/>
              <a:gd name="connsiteY6978" fmla="*/ 3469050 h 4489084"/>
              <a:gd name="connsiteX6979" fmla="*/ 2972796 w 5158787"/>
              <a:gd name="connsiteY6979" fmla="*/ 3449269 h 4489084"/>
              <a:gd name="connsiteX6980" fmla="*/ 2974218 w 5158787"/>
              <a:gd name="connsiteY6980" fmla="*/ 3448440 h 4489084"/>
              <a:gd name="connsiteX6981" fmla="*/ 2771194 w 5158787"/>
              <a:gd name="connsiteY6981" fmla="*/ 3448262 h 4489084"/>
              <a:gd name="connsiteX6982" fmla="*/ 2794292 w 5158787"/>
              <a:gd name="connsiteY6982" fmla="*/ 3448262 h 4489084"/>
              <a:gd name="connsiteX6983" fmla="*/ 2795714 w 5158787"/>
              <a:gd name="connsiteY6983" fmla="*/ 3449091 h 4489084"/>
              <a:gd name="connsiteX6984" fmla="*/ 2807262 w 5158787"/>
              <a:gd name="connsiteY6984" fmla="*/ 3469050 h 4489084"/>
              <a:gd name="connsiteX6985" fmla="*/ 2807262 w 5158787"/>
              <a:gd name="connsiteY6985" fmla="*/ 3470708 h 4489084"/>
              <a:gd name="connsiteX6986" fmla="*/ 2795714 w 5158787"/>
              <a:gd name="connsiteY6986" fmla="*/ 3490667 h 4489084"/>
              <a:gd name="connsiteX6987" fmla="*/ 2794292 w 5158787"/>
              <a:gd name="connsiteY6987" fmla="*/ 3491496 h 4489084"/>
              <a:gd name="connsiteX6988" fmla="*/ 2771194 w 5158787"/>
              <a:gd name="connsiteY6988" fmla="*/ 3491496 h 4489084"/>
              <a:gd name="connsiteX6989" fmla="*/ 2769773 w 5158787"/>
              <a:gd name="connsiteY6989" fmla="*/ 3490667 h 4489084"/>
              <a:gd name="connsiteX6990" fmla="*/ 2758224 w 5158787"/>
              <a:gd name="connsiteY6990" fmla="*/ 3470708 h 4489084"/>
              <a:gd name="connsiteX6991" fmla="*/ 2758224 w 5158787"/>
              <a:gd name="connsiteY6991" fmla="*/ 3469050 h 4489084"/>
              <a:gd name="connsiteX6992" fmla="*/ 2769773 w 5158787"/>
              <a:gd name="connsiteY6992" fmla="*/ 3449091 h 4489084"/>
              <a:gd name="connsiteX6993" fmla="*/ 2771194 w 5158787"/>
              <a:gd name="connsiteY6993" fmla="*/ 3448262 h 4489084"/>
              <a:gd name="connsiteX6994" fmla="*/ 2905695 w 5158787"/>
              <a:gd name="connsiteY6994" fmla="*/ 3446782 h 4489084"/>
              <a:gd name="connsiteX6995" fmla="*/ 2930332 w 5158787"/>
              <a:gd name="connsiteY6995" fmla="*/ 3446782 h 4489084"/>
              <a:gd name="connsiteX6996" fmla="*/ 2931813 w 5158787"/>
              <a:gd name="connsiteY6996" fmla="*/ 3447670 h 4489084"/>
              <a:gd name="connsiteX6997" fmla="*/ 2944132 w 5158787"/>
              <a:gd name="connsiteY6997" fmla="*/ 3468991 h 4489084"/>
              <a:gd name="connsiteX6998" fmla="*/ 2944132 w 5158787"/>
              <a:gd name="connsiteY6998" fmla="*/ 3470709 h 4489084"/>
              <a:gd name="connsiteX6999" fmla="*/ 2931813 w 5158787"/>
              <a:gd name="connsiteY6999" fmla="*/ 3492030 h 4489084"/>
              <a:gd name="connsiteX7000" fmla="*/ 2930332 w 5158787"/>
              <a:gd name="connsiteY7000" fmla="*/ 3492918 h 4489084"/>
              <a:gd name="connsiteX7001" fmla="*/ 2905695 w 5158787"/>
              <a:gd name="connsiteY7001" fmla="*/ 3492918 h 4489084"/>
              <a:gd name="connsiteX7002" fmla="*/ 2904214 w 5158787"/>
              <a:gd name="connsiteY7002" fmla="*/ 3492030 h 4489084"/>
              <a:gd name="connsiteX7003" fmla="*/ 2891895 w 5158787"/>
              <a:gd name="connsiteY7003" fmla="*/ 3470709 h 4489084"/>
              <a:gd name="connsiteX7004" fmla="*/ 2891895 w 5158787"/>
              <a:gd name="connsiteY7004" fmla="*/ 3468991 h 4489084"/>
              <a:gd name="connsiteX7005" fmla="*/ 2904214 w 5158787"/>
              <a:gd name="connsiteY7005" fmla="*/ 3447670 h 4489084"/>
              <a:gd name="connsiteX7006" fmla="*/ 2905695 w 5158787"/>
              <a:gd name="connsiteY7006" fmla="*/ 3446782 h 4489084"/>
              <a:gd name="connsiteX7007" fmla="*/ 4126976 w 5158787"/>
              <a:gd name="connsiteY7007" fmla="*/ 3395492 h 4489084"/>
              <a:gd name="connsiteX7008" fmla="*/ 4143736 w 5158787"/>
              <a:gd name="connsiteY7008" fmla="*/ 3395492 h 4489084"/>
              <a:gd name="connsiteX7009" fmla="*/ 4144743 w 5158787"/>
              <a:gd name="connsiteY7009" fmla="*/ 3396084 h 4489084"/>
              <a:gd name="connsiteX7010" fmla="*/ 4153153 w 5158787"/>
              <a:gd name="connsiteY7010" fmla="*/ 3410594 h 4489084"/>
              <a:gd name="connsiteX7011" fmla="*/ 4153153 w 5158787"/>
              <a:gd name="connsiteY7011" fmla="*/ 3411779 h 4489084"/>
              <a:gd name="connsiteX7012" fmla="*/ 4144743 w 5158787"/>
              <a:gd name="connsiteY7012" fmla="*/ 3426289 h 4489084"/>
              <a:gd name="connsiteX7013" fmla="*/ 4143736 w 5158787"/>
              <a:gd name="connsiteY7013" fmla="*/ 3426881 h 4489084"/>
              <a:gd name="connsiteX7014" fmla="*/ 4126976 w 5158787"/>
              <a:gd name="connsiteY7014" fmla="*/ 3426881 h 4489084"/>
              <a:gd name="connsiteX7015" fmla="*/ 4125969 w 5158787"/>
              <a:gd name="connsiteY7015" fmla="*/ 3426289 h 4489084"/>
              <a:gd name="connsiteX7016" fmla="*/ 4117558 w 5158787"/>
              <a:gd name="connsiteY7016" fmla="*/ 3411779 h 4489084"/>
              <a:gd name="connsiteX7017" fmla="*/ 4117558 w 5158787"/>
              <a:gd name="connsiteY7017" fmla="*/ 3410594 h 4489084"/>
              <a:gd name="connsiteX7018" fmla="*/ 4125969 w 5158787"/>
              <a:gd name="connsiteY7018" fmla="*/ 3396084 h 4489084"/>
              <a:gd name="connsiteX7019" fmla="*/ 4126976 w 5158787"/>
              <a:gd name="connsiteY7019" fmla="*/ 3395492 h 4489084"/>
              <a:gd name="connsiteX7020" fmla="*/ 4329703 w 5158787"/>
              <a:gd name="connsiteY7020" fmla="*/ 3395196 h 4489084"/>
              <a:gd name="connsiteX7021" fmla="*/ 4346819 w 5158787"/>
              <a:gd name="connsiteY7021" fmla="*/ 3395196 h 4489084"/>
              <a:gd name="connsiteX7022" fmla="*/ 4347884 w 5158787"/>
              <a:gd name="connsiteY7022" fmla="*/ 3395788 h 4489084"/>
              <a:gd name="connsiteX7023" fmla="*/ 4356413 w 5158787"/>
              <a:gd name="connsiteY7023" fmla="*/ 3410594 h 4489084"/>
              <a:gd name="connsiteX7024" fmla="*/ 4356413 w 5158787"/>
              <a:gd name="connsiteY7024" fmla="*/ 3411779 h 4489084"/>
              <a:gd name="connsiteX7025" fmla="*/ 4347825 w 5158787"/>
              <a:gd name="connsiteY7025" fmla="*/ 3426585 h 4489084"/>
              <a:gd name="connsiteX7026" fmla="*/ 4346759 w 5158787"/>
              <a:gd name="connsiteY7026" fmla="*/ 3427177 h 4489084"/>
              <a:gd name="connsiteX7027" fmla="*/ 4329643 w 5158787"/>
              <a:gd name="connsiteY7027" fmla="*/ 3427177 h 4489084"/>
              <a:gd name="connsiteX7028" fmla="*/ 4328577 w 5158787"/>
              <a:gd name="connsiteY7028" fmla="*/ 3426585 h 4489084"/>
              <a:gd name="connsiteX7029" fmla="*/ 4320049 w 5158787"/>
              <a:gd name="connsiteY7029" fmla="*/ 3411779 h 4489084"/>
              <a:gd name="connsiteX7030" fmla="*/ 4320049 w 5158787"/>
              <a:gd name="connsiteY7030" fmla="*/ 3410594 h 4489084"/>
              <a:gd name="connsiteX7031" fmla="*/ 4328636 w 5158787"/>
              <a:gd name="connsiteY7031" fmla="*/ 3395788 h 4489084"/>
              <a:gd name="connsiteX7032" fmla="*/ 4329703 w 5158787"/>
              <a:gd name="connsiteY7032" fmla="*/ 3395196 h 4489084"/>
              <a:gd name="connsiteX7033" fmla="*/ 4059162 w 5158787"/>
              <a:gd name="connsiteY7033" fmla="*/ 3395196 h 4489084"/>
              <a:gd name="connsiteX7034" fmla="*/ 4076278 w 5158787"/>
              <a:gd name="connsiteY7034" fmla="*/ 3395196 h 4489084"/>
              <a:gd name="connsiteX7035" fmla="*/ 4077345 w 5158787"/>
              <a:gd name="connsiteY7035" fmla="*/ 3395788 h 4489084"/>
              <a:gd name="connsiteX7036" fmla="*/ 4085873 w 5158787"/>
              <a:gd name="connsiteY7036" fmla="*/ 3410594 h 4489084"/>
              <a:gd name="connsiteX7037" fmla="*/ 4085873 w 5158787"/>
              <a:gd name="connsiteY7037" fmla="*/ 3411779 h 4489084"/>
              <a:gd name="connsiteX7038" fmla="*/ 4077285 w 5158787"/>
              <a:gd name="connsiteY7038" fmla="*/ 3426585 h 4489084"/>
              <a:gd name="connsiteX7039" fmla="*/ 4076219 w 5158787"/>
              <a:gd name="connsiteY7039" fmla="*/ 3427177 h 4489084"/>
              <a:gd name="connsiteX7040" fmla="*/ 4059103 w 5158787"/>
              <a:gd name="connsiteY7040" fmla="*/ 3427177 h 4489084"/>
              <a:gd name="connsiteX7041" fmla="*/ 4058037 w 5158787"/>
              <a:gd name="connsiteY7041" fmla="*/ 3426585 h 4489084"/>
              <a:gd name="connsiteX7042" fmla="*/ 4049508 w 5158787"/>
              <a:gd name="connsiteY7042" fmla="*/ 3411779 h 4489084"/>
              <a:gd name="connsiteX7043" fmla="*/ 4049508 w 5158787"/>
              <a:gd name="connsiteY7043" fmla="*/ 3410594 h 4489084"/>
              <a:gd name="connsiteX7044" fmla="*/ 4058096 w 5158787"/>
              <a:gd name="connsiteY7044" fmla="*/ 3395788 h 4489084"/>
              <a:gd name="connsiteX7045" fmla="*/ 4059162 w 5158787"/>
              <a:gd name="connsiteY7045" fmla="*/ 3395196 h 4489084"/>
              <a:gd name="connsiteX7046" fmla="*/ 3991349 w 5158787"/>
              <a:gd name="connsiteY7046" fmla="*/ 3394782 h 4489084"/>
              <a:gd name="connsiteX7047" fmla="*/ 4008880 w 5158787"/>
              <a:gd name="connsiteY7047" fmla="*/ 3394782 h 4489084"/>
              <a:gd name="connsiteX7048" fmla="*/ 4009946 w 5158787"/>
              <a:gd name="connsiteY7048" fmla="*/ 3395374 h 4489084"/>
              <a:gd name="connsiteX7049" fmla="*/ 4018711 w 5158787"/>
              <a:gd name="connsiteY7049" fmla="*/ 3410595 h 4489084"/>
              <a:gd name="connsiteX7050" fmla="*/ 4018711 w 5158787"/>
              <a:gd name="connsiteY7050" fmla="*/ 3411839 h 4489084"/>
              <a:gd name="connsiteX7051" fmla="*/ 4009946 w 5158787"/>
              <a:gd name="connsiteY7051" fmla="*/ 3427060 h 4489084"/>
              <a:gd name="connsiteX7052" fmla="*/ 4008880 w 5158787"/>
              <a:gd name="connsiteY7052" fmla="*/ 3427652 h 4489084"/>
              <a:gd name="connsiteX7053" fmla="*/ 3991349 w 5158787"/>
              <a:gd name="connsiteY7053" fmla="*/ 3427652 h 4489084"/>
              <a:gd name="connsiteX7054" fmla="*/ 3990283 w 5158787"/>
              <a:gd name="connsiteY7054" fmla="*/ 3427060 h 4489084"/>
              <a:gd name="connsiteX7055" fmla="*/ 3981518 w 5158787"/>
              <a:gd name="connsiteY7055" fmla="*/ 3411839 h 4489084"/>
              <a:gd name="connsiteX7056" fmla="*/ 3981518 w 5158787"/>
              <a:gd name="connsiteY7056" fmla="*/ 3410595 h 4489084"/>
              <a:gd name="connsiteX7057" fmla="*/ 3990283 w 5158787"/>
              <a:gd name="connsiteY7057" fmla="*/ 3395374 h 4489084"/>
              <a:gd name="connsiteX7058" fmla="*/ 3991349 w 5158787"/>
              <a:gd name="connsiteY7058" fmla="*/ 3394782 h 4489084"/>
              <a:gd name="connsiteX7059" fmla="*/ 3720809 w 5158787"/>
              <a:gd name="connsiteY7059" fmla="*/ 3394782 h 4489084"/>
              <a:gd name="connsiteX7060" fmla="*/ 3738340 w 5158787"/>
              <a:gd name="connsiteY7060" fmla="*/ 3394782 h 4489084"/>
              <a:gd name="connsiteX7061" fmla="*/ 3739405 w 5158787"/>
              <a:gd name="connsiteY7061" fmla="*/ 3395374 h 4489084"/>
              <a:gd name="connsiteX7062" fmla="*/ 3748171 w 5158787"/>
              <a:gd name="connsiteY7062" fmla="*/ 3410595 h 4489084"/>
              <a:gd name="connsiteX7063" fmla="*/ 3748171 w 5158787"/>
              <a:gd name="connsiteY7063" fmla="*/ 3411839 h 4489084"/>
              <a:gd name="connsiteX7064" fmla="*/ 3739405 w 5158787"/>
              <a:gd name="connsiteY7064" fmla="*/ 3427060 h 4489084"/>
              <a:gd name="connsiteX7065" fmla="*/ 3738340 w 5158787"/>
              <a:gd name="connsiteY7065" fmla="*/ 3427652 h 4489084"/>
              <a:gd name="connsiteX7066" fmla="*/ 3720809 w 5158787"/>
              <a:gd name="connsiteY7066" fmla="*/ 3427652 h 4489084"/>
              <a:gd name="connsiteX7067" fmla="*/ 3719743 w 5158787"/>
              <a:gd name="connsiteY7067" fmla="*/ 3427060 h 4489084"/>
              <a:gd name="connsiteX7068" fmla="*/ 3710978 w 5158787"/>
              <a:gd name="connsiteY7068" fmla="*/ 3411839 h 4489084"/>
              <a:gd name="connsiteX7069" fmla="*/ 3710978 w 5158787"/>
              <a:gd name="connsiteY7069" fmla="*/ 3410595 h 4489084"/>
              <a:gd name="connsiteX7070" fmla="*/ 3719743 w 5158787"/>
              <a:gd name="connsiteY7070" fmla="*/ 3395374 h 4489084"/>
              <a:gd name="connsiteX7071" fmla="*/ 3720809 w 5158787"/>
              <a:gd name="connsiteY7071" fmla="*/ 3394782 h 4489084"/>
              <a:gd name="connsiteX7072" fmla="*/ 4261772 w 5158787"/>
              <a:gd name="connsiteY7072" fmla="*/ 3394604 h 4489084"/>
              <a:gd name="connsiteX7073" fmla="*/ 4279540 w 5158787"/>
              <a:gd name="connsiteY7073" fmla="*/ 3394604 h 4489084"/>
              <a:gd name="connsiteX7074" fmla="*/ 4280605 w 5158787"/>
              <a:gd name="connsiteY7074" fmla="*/ 3395256 h 4489084"/>
              <a:gd name="connsiteX7075" fmla="*/ 4289489 w 5158787"/>
              <a:gd name="connsiteY7075" fmla="*/ 3410654 h 4489084"/>
              <a:gd name="connsiteX7076" fmla="*/ 4289489 w 5158787"/>
              <a:gd name="connsiteY7076" fmla="*/ 3411898 h 4489084"/>
              <a:gd name="connsiteX7077" fmla="*/ 4280605 w 5158787"/>
              <a:gd name="connsiteY7077" fmla="*/ 3427296 h 4489084"/>
              <a:gd name="connsiteX7078" fmla="*/ 4279540 w 5158787"/>
              <a:gd name="connsiteY7078" fmla="*/ 3427948 h 4489084"/>
              <a:gd name="connsiteX7079" fmla="*/ 4261772 w 5158787"/>
              <a:gd name="connsiteY7079" fmla="*/ 3427948 h 4489084"/>
              <a:gd name="connsiteX7080" fmla="*/ 4260706 w 5158787"/>
              <a:gd name="connsiteY7080" fmla="*/ 3427296 h 4489084"/>
              <a:gd name="connsiteX7081" fmla="*/ 4251822 w 5158787"/>
              <a:gd name="connsiteY7081" fmla="*/ 3411898 h 4489084"/>
              <a:gd name="connsiteX7082" fmla="*/ 4251822 w 5158787"/>
              <a:gd name="connsiteY7082" fmla="*/ 3410654 h 4489084"/>
              <a:gd name="connsiteX7083" fmla="*/ 4260706 w 5158787"/>
              <a:gd name="connsiteY7083" fmla="*/ 3395256 h 4489084"/>
              <a:gd name="connsiteX7084" fmla="*/ 4261772 w 5158787"/>
              <a:gd name="connsiteY7084" fmla="*/ 3394604 h 4489084"/>
              <a:gd name="connsiteX7085" fmla="*/ 4193958 w 5158787"/>
              <a:gd name="connsiteY7085" fmla="*/ 3394249 h 4489084"/>
              <a:gd name="connsiteX7086" fmla="*/ 4212082 w 5158787"/>
              <a:gd name="connsiteY7086" fmla="*/ 3394249 h 4489084"/>
              <a:gd name="connsiteX7087" fmla="*/ 4213207 w 5158787"/>
              <a:gd name="connsiteY7087" fmla="*/ 3394901 h 4489084"/>
              <a:gd name="connsiteX7088" fmla="*/ 4222268 w 5158787"/>
              <a:gd name="connsiteY7088" fmla="*/ 3410595 h 4489084"/>
              <a:gd name="connsiteX7089" fmla="*/ 4222268 w 5158787"/>
              <a:gd name="connsiteY7089" fmla="*/ 3411898 h 4489084"/>
              <a:gd name="connsiteX7090" fmla="*/ 4213207 w 5158787"/>
              <a:gd name="connsiteY7090" fmla="*/ 3427593 h 4489084"/>
              <a:gd name="connsiteX7091" fmla="*/ 4212082 w 5158787"/>
              <a:gd name="connsiteY7091" fmla="*/ 3428245 h 4489084"/>
              <a:gd name="connsiteX7092" fmla="*/ 4193958 w 5158787"/>
              <a:gd name="connsiteY7092" fmla="*/ 3428245 h 4489084"/>
              <a:gd name="connsiteX7093" fmla="*/ 4192833 w 5158787"/>
              <a:gd name="connsiteY7093" fmla="*/ 3427593 h 4489084"/>
              <a:gd name="connsiteX7094" fmla="*/ 4183772 w 5158787"/>
              <a:gd name="connsiteY7094" fmla="*/ 3411898 h 4489084"/>
              <a:gd name="connsiteX7095" fmla="*/ 4183772 w 5158787"/>
              <a:gd name="connsiteY7095" fmla="*/ 3410595 h 4489084"/>
              <a:gd name="connsiteX7096" fmla="*/ 4192833 w 5158787"/>
              <a:gd name="connsiteY7096" fmla="*/ 3394901 h 4489084"/>
              <a:gd name="connsiteX7097" fmla="*/ 4193958 w 5158787"/>
              <a:gd name="connsiteY7097" fmla="*/ 3394249 h 4489084"/>
              <a:gd name="connsiteX7098" fmla="*/ 3788148 w 5158787"/>
              <a:gd name="connsiteY7098" fmla="*/ 3394249 h 4489084"/>
              <a:gd name="connsiteX7099" fmla="*/ 3806272 w 5158787"/>
              <a:gd name="connsiteY7099" fmla="*/ 3394249 h 4489084"/>
              <a:gd name="connsiteX7100" fmla="*/ 3807397 w 5158787"/>
              <a:gd name="connsiteY7100" fmla="*/ 3394901 h 4489084"/>
              <a:gd name="connsiteX7101" fmla="*/ 3816458 w 5158787"/>
              <a:gd name="connsiteY7101" fmla="*/ 3410595 h 4489084"/>
              <a:gd name="connsiteX7102" fmla="*/ 3816458 w 5158787"/>
              <a:gd name="connsiteY7102" fmla="*/ 3411898 h 4489084"/>
              <a:gd name="connsiteX7103" fmla="*/ 3807397 w 5158787"/>
              <a:gd name="connsiteY7103" fmla="*/ 3427593 h 4489084"/>
              <a:gd name="connsiteX7104" fmla="*/ 3806272 w 5158787"/>
              <a:gd name="connsiteY7104" fmla="*/ 3428245 h 4489084"/>
              <a:gd name="connsiteX7105" fmla="*/ 3788148 w 5158787"/>
              <a:gd name="connsiteY7105" fmla="*/ 3428245 h 4489084"/>
              <a:gd name="connsiteX7106" fmla="*/ 3787023 w 5158787"/>
              <a:gd name="connsiteY7106" fmla="*/ 3427593 h 4489084"/>
              <a:gd name="connsiteX7107" fmla="*/ 3777962 w 5158787"/>
              <a:gd name="connsiteY7107" fmla="*/ 3411898 h 4489084"/>
              <a:gd name="connsiteX7108" fmla="*/ 3777962 w 5158787"/>
              <a:gd name="connsiteY7108" fmla="*/ 3410595 h 4489084"/>
              <a:gd name="connsiteX7109" fmla="*/ 3787023 w 5158787"/>
              <a:gd name="connsiteY7109" fmla="*/ 3394901 h 4489084"/>
              <a:gd name="connsiteX7110" fmla="*/ 3788148 w 5158787"/>
              <a:gd name="connsiteY7110" fmla="*/ 3394249 h 4489084"/>
              <a:gd name="connsiteX7111" fmla="*/ 3855724 w 5158787"/>
              <a:gd name="connsiteY7111" fmla="*/ 3394190 h 4489084"/>
              <a:gd name="connsiteX7112" fmla="*/ 3873965 w 5158787"/>
              <a:gd name="connsiteY7112" fmla="*/ 3394190 h 4489084"/>
              <a:gd name="connsiteX7113" fmla="*/ 3875090 w 5158787"/>
              <a:gd name="connsiteY7113" fmla="*/ 3394841 h 4489084"/>
              <a:gd name="connsiteX7114" fmla="*/ 3884211 w 5158787"/>
              <a:gd name="connsiteY7114" fmla="*/ 3410595 h 4489084"/>
              <a:gd name="connsiteX7115" fmla="*/ 3884211 w 5158787"/>
              <a:gd name="connsiteY7115" fmla="*/ 3411898 h 4489084"/>
              <a:gd name="connsiteX7116" fmla="*/ 3875090 w 5158787"/>
              <a:gd name="connsiteY7116" fmla="*/ 3427652 h 4489084"/>
              <a:gd name="connsiteX7117" fmla="*/ 3873965 w 5158787"/>
              <a:gd name="connsiteY7117" fmla="*/ 3428303 h 4489084"/>
              <a:gd name="connsiteX7118" fmla="*/ 3855724 w 5158787"/>
              <a:gd name="connsiteY7118" fmla="*/ 3428303 h 4489084"/>
              <a:gd name="connsiteX7119" fmla="*/ 3854599 w 5158787"/>
              <a:gd name="connsiteY7119" fmla="*/ 3427652 h 4489084"/>
              <a:gd name="connsiteX7120" fmla="*/ 3845478 w 5158787"/>
              <a:gd name="connsiteY7120" fmla="*/ 3411898 h 4489084"/>
              <a:gd name="connsiteX7121" fmla="*/ 3845478 w 5158787"/>
              <a:gd name="connsiteY7121" fmla="*/ 3410595 h 4489084"/>
              <a:gd name="connsiteX7122" fmla="*/ 3854599 w 5158787"/>
              <a:gd name="connsiteY7122" fmla="*/ 3394841 h 4489084"/>
              <a:gd name="connsiteX7123" fmla="*/ 3855724 w 5158787"/>
              <a:gd name="connsiteY7123" fmla="*/ 3394190 h 4489084"/>
              <a:gd name="connsiteX7124" fmla="*/ 4464202 w 5158787"/>
              <a:gd name="connsiteY7124" fmla="*/ 3393775 h 4489084"/>
              <a:gd name="connsiteX7125" fmla="*/ 4482858 w 5158787"/>
              <a:gd name="connsiteY7125" fmla="*/ 3393775 h 4489084"/>
              <a:gd name="connsiteX7126" fmla="*/ 4483983 w 5158787"/>
              <a:gd name="connsiteY7126" fmla="*/ 3394426 h 4489084"/>
              <a:gd name="connsiteX7127" fmla="*/ 4493282 w 5158787"/>
              <a:gd name="connsiteY7127" fmla="*/ 3410595 h 4489084"/>
              <a:gd name="connsiteX7128" fmla="*/ 4493282 w 5158787"/>
              <a:gd name="connsiteY7128" fmla="*/ 3411898 h 4489084"/>
              <a:gd name="connsiteX7129" fmla="*/ 4483924 w 5158787"/>
              <a:gd name="connsiteY7129" fmla="*/ 3428066 h 4489084"/>
              <a:gd name="connsiteX7130" fmla="*/ 4482799 w 5158787"/>
              <a:gd name="connsiteY7130" fmla="*/ 3428718 h 4489084"/>
              <a:gd name="connsiteX7131" fmla="*/ 4464143 w 5158787"/>
              <a:gd name="connsiteY7131" fmla="*/ 3428718 h 4489084"/>
              <a:gd name="connsiteX7132" fmla="*/ 4463018 w 5158787"/>
              <a:gd name="connsiteY7132" fmla="*/ 3428066 h 4489084"/>
              <a:gd name="connsiteX7133" fmla="*/ 4453719 w 5158787"/>
              <a:gd name="connsiteY7133" fmla="*/ 3411898 h 4489084"/>
              <a:gd name="connsiteX7134" fmla="*/ 4453719 w 5158787"/>
              <a:gd name="connsiteY7134" fmla="*/ 3410595 h 4489084"/>
              <a:gd name="connsiteX7135" fmla="*/ 4463077 w 5158787"/>
              <a:gd name="connsiteY7135" fmla="*/ 3394426 h 4489084"/>
              <a:gd name="connsiteX7136" fmla="*/ 4464202 w 5158787"/>
              <a:gd name="connsiteY7136" fmla="*/ 3393775 h 4489084"/>
              <a:gd name="connsiteX7137" fmla="*/ 4396390 w 5158787"/>
              <a:gd name="connsiteY7137" fmla="*/ 3393479 h 4489084"/>
              <a:gd name="connsiteX7138" fmla="*/ 4415401 w 5158787"/>
              <a:gd name="connsiteY7138" fmla="*/ 3393479 h 4489084"/>
              <a:gd name="connsiteX7139" fmla="*/ 4416585 w 5158787"/>
              <a:gd name="connsiteY7139" fmla="*/ 3394130 h 4489084"/>
              <a:gd name="connsiteX7140" fmla="*/ 4426061 w 5158787"/>
              <a:gd name="connsiteY7140" fmla="*/ 3410595 h 4489084"/>
              <a:gd name="connsiteX7141" fmla="*/ 4426061 w 5158787"/>
              <a:gd name="connsiteY7141" fmla="*/ 3411957 h 4489084"/>
              <a:gd name="connsiteX7142" fmla="*/ 4416585 w 5158787"/>
              <a:gd name="connsiteY7142" fmla="*/ 3428422 h 4489084"/>
              <a:gd name="connsiteX7143" fmla="*/ 4415401 w 5158787"/>
              <a:gd name="connsiteY7143" fmla="*/ 3429073 h 4489084"/>
              <a:gd name="connsiteX7144" fmla="*/ 4396390 w 5158787"/>
              <a:gd name="connsiteY7144" fmla="*/ 3429073 h 4489084"/>
              <a:gd name="connsiteX7145" fmla="*/ 4395205 w 5158787"/>
              <a:gd name="connsiteY7145" fmla="*/ 3428422 h 4489084"/>
              <a:gd name="connsiteX7146" fmla="*/ 4385729 w 5158787"/>
              <a:gd name="connsiteY7146" fmla="*/ 3411957 h 4489084"/>
              <a:gd name="connsiteX7147" fmla="*/ 4385729 w 5158787"/>
              <a:gd name="connsiteY7147" fmla="*/ 3410595 h 4489084"/>
              <a:gd name="connsiteX7148" fmla="*/ 4395205 w 5158787"/>
              <a:gd name="connsiteY7148" fmla="*/ 3394130 h 4489084"/>
              <a:gd name="connsiteX7149" fmla="*/ 4396390 w 5158787"/>
              <a:gd name="connsiteY7149" fmla="*/ 3393479 h 4489084"/>
              <a:gd name="connsiteX7150" fmla="*/ 5072681 w 5158787"/>
              <a:gd name="connsiteY7150" fmla="*/ 3393360 h 4489084"/>
              <a:gd name="connsiteX7151" fmla="*/ 5091752 w 5158787"/>
              <a:gd name="connsiteY7151" fmla="*/ 3393360 h 4489084"/>
              <a:gd name="connsiteX7152" fmla="*/ 5092936 w 5158787"/>
              <a:gd name="connsiteY7152" fmla="*/ 3394011 h 4489084"/>
              <a:gd name="connsiteX7153" fmla="*/ 5102472 w 5158787"/>
              <a:gd name="connsiteY7153" fmla="*/ 3410535 h 4489084"/>
              <a:gd name="connsiteX7154" fmla="*/ 5102472 w 5158787"/>
              <a:gd name="connsiteY7154" fmla="*/ 3411897 h 4489084"/>
              <a:gd name="connsiteX7155" fmla="*/ 5092936 w 5158787"/>
              <a:gd name="connsiteY7155" fmla="*/ 3428421 h 4489084"/>
              <a:gd name="connsiteX7156" fmla="*/ 5091752 w 5158787"/>
              <a:gd name="connsiteY7156" fmla="*/ 3429073 h 4489084"/>
              <a:gd name="connsiteX7157" fmla="*/ 5072681 w 5158787"/>
              <a:gd name="connsiteY7157" fmla="*/ 3429073 h 4489084"/>
              <a:gd name="connsiteX7158" fmla="*/ 5071497 w 5158787"/>
              <a:gd name="connsiteY7158" fmla="*/ 3428421 h 4489084"/>
              <a:gd name="connsiteX7159" fmla="*/ 5061962 w 5158787"/>
              <a:gd name="connsiteY7159" fmla="*/ 3411897 h 4489084"/>
              <a:gd name="connsiteX7160" fmla="*/ 5061962 w 5158787"/>
              <a:gd name="connsiteY7160" fmla="*/ 3410535 h 4489084"/>
              <a:gd name="connsiteX7161" fmla="*/ 5071497 w 5158787"/>
              <a:gd name="connsiteY7161" fmla="*/ 3394011 h 4489084"/>
              <a:gd name="connsiteX7162" fmla="*/ 5072681 w 5158787"/>
              <a:gd name="connsiteY7162" fmla="*/ 3393360 h 4489084"/>
              <a:gd name="connsiteX7163" fmla="*/ 4531482 w 5158787"/>
              <a:gd name="connsiteY7163" fmla="*/ 3393123 h 4489084"/>
              <a:gd name="connsiteX7164" fmla="*/ 4550789 w 5158787"/>
              <a:gd name="connsiteY7164" fmla="*/ 3393123 h 4489084"/>
              <a:gd name="connsiteX7165" fmla="*/ 4551974 w 5158787"/>
              <a:gd name="connsiteY7165" fmla="*/ 3393834 h 4489084"/>
              <a:gd name="connsiteX7166" fmla="*/ 4561627 w 5158787"/>
              <a:gd name="connsiteY7166" fmla="*/ 3410594 h 4489084"/>
              <a:gd name="connsiteX7167" fmla="*/ 4561627 w 5158787"/>
              <a:gd name="connsiteY7167" fmla="*/ 3411957 h 4489084"/>
              <a:gd name="connsiteX7168" fmla="*/ 4551974 w 5158787"/>
              <a:gd name="connsiteY7168" fmla="*/ 3428717 h 4489084"/>
              <a:gd name="connsiteX7169" fmla="*/ 4550789 w 5158787"/>
              <a:gd name="connsiteY7169" fmla="*/ 3429428 h 4489084"/>
              <a:gd name="connsiteX7170" fmla="*/ 4531482 w 5158787"/>
              <a:gd name="connsiteY7170" fmla="*/ 3429428 h 4489084"/>
              <a:gd name="connsiteX7171" fmla="*/ 4530298 w 5158787"/>
              <a:gd name="connsiteY7171" fmla="*/ 3428717 h 4489084"/>
              <a:gd name="connsiteX7172" fmla="*/ 4520644 w 5158787"/>
              <a:gd name="connsiteY7172" fmla="*/ 3411957 h 4489084"/>
              <a:gd name="connsiteX7173" fmla="*/ 4520644 w 5158787"/>
              <a:gd name="connsiteY7173" fmla="*/ 3410594 h 4489084"/>
              <a:gd name="connsiteX7174" fmla="*/ 4530298 w 5158787"/>
              <a:gd name="connsiteY7174" fmla="*/ 3393834 h 4489084"/>
              <a:gd name="connsiteX7175" fmla="*/ 4531482 w 5158787"/>
              <a:gd name="connsiteY7175" fmla="*/ 3393123 h 4489084"/>
              <a:gd name="connsiteX7176" fmla="*/ 3922530 w 5158787"/>
              <a:gd name="connsiteY7176" fmla="*/ 3392531 h 4489084"/>
              <a:gd name="connsiteX7177" fmla="*/ 3942489 w 5158787"/>
              <a:gd name="connsiteY7177" fmla="*/ 3392531 h 4489084"/>
              <a:gd name="connsiteX7178" fmla="*/ 3943732 w 5158787"/>
              <a:gd name="connsiteY7178" fmla="*/ 3393242 h 4489084"/>
              <a:gd name="connsiteX7179" fmla="*/ 3953741 w 5158787"/>
              <a:gd name="connsiteY7179" fmla="*/ 3410535 h 4489084"/>
              <a:gd name="connsiteX7180" fmla="*/ 3953741 w 5158787"/>
              <a:gd name="connsiteY7180" fmla="*/ 3411957 h 4489084"/>
              <a:gd name="connsiteX7181" fmla="*/ 3943732 w 5158787"/>
              <a:gd name="connsiteY7181" fmla="*/ 3429251 h 4489084"/>
              <a:gd name="connsiteX7182" fmla="*/ 3942489 w 5158787"/>
              <a:gd name="connsiteY7182" fmla="*/ 3429961 h 4489084"/>
              <a:gd name="connsiteX7183" fmla="*/ 3922530 w 5158787"/>
              <a:gd name="connsiteY7183" fmla="*/ 3429961 h 4489084"/>
              <a:gd name="connsiteX7184" fmla="*/ 3921286 w 5158787"/>
              <a:gd name="connsiteY7184" fmla="*/ 3429251 h 4489084"/>
              <a:gd name="connsiteX7185" fmla="*/ 3911277 w 5158787"/>
              <a:gd name="connsiteY7185" fmla="*/ 3411957 h 4489084"/>
              <a:gd name="connsiteX7186" fmla="*/ 3911277 w 5158787"/>
              <a:gd name="connsiteY7186" fmla="*/ 3410535 h 4489084"/>
              <a:gd name="connsiteX7187" fmla="*/ 3921286 w 5158787"/>
              <a:gd name="connsiteY7187" fmla="*/ 3393242 h 4489084"/>
              <a:gd name="connsiteX7188" fmla="*/ 3922530 w 5158787"/>
              <a:gd name="connsiteY7188" fmla="*/ 3392531 h 4489084"/>
              <a:gd name="connsiteX7189" fmla="*/ 3584296 w 5158787"/>
              <a:gd name="connsiteY7189" fmla="*/ 3392413 h 4489084"/>
              <a:gd name="connsiteX7190" fmla="*/ 3604373 w 5158787"/>
              <a:gd name="connsiteY7190" fmla="*/ 3392413 h 4489084"/>
              <a:gd name="connsiteX7191" fmla="*/ 3605617 w 5158787"/>
              <a:gd name="connsiteY7191" fmla="*/ 3393124 h 4489084"/>
              <a:gd name="connsiteX7192" fmla="*/ 3615626 w 5158787"/>
              <a:gd name="connsiteY7192" fmla="*/ 3410536 h 4489084"/>
              <a:gd name="connsiteX7193" fmla="*/ 3615626 w 5158787"/>
              <a:gd name="connsiteY7193" fmla="*/ 3411958 h 4489084"/>
              <a:gd name="connsiteX7194" fmla="*/ 3605558 w 5158787"/>
              <a:gd name="connsiteY7194" fmla="*/ 3429370 h 4489084"/>
              <a:gd name="connsiteX7195" fmla="*/ 3604314 w 5158787"/>
              <a:gd name="connsiteY7195" fmla="*/ 3430080 h 4489084"/>
              <a:gd name="connsiteX7196" fmla="*/ 3584237 w 5158787"/>
              <a:gd name="connsiteY7196" fmla="*/ 3430080 h 4489084"/>
              <a:gd name="connsiteX7197" fmla="*/ 3582993 w 5158787"/>
              <a:gd name="connsiteY7197" fmla="*/ 3429370 h 4489084"/>
              <a:gd name="connsiteX7198" fmla="*/ 3572984 w 5158787"/>
              <a:gd name="connsiteY7198" fmla="*/ 3411958 h 4489084"/>
              <a:gd name="connsiteX7199" fmla="*/ 3572984 w 5158787"/>
              <a:gd name="connsiteY7199" fmla="*/ 3410536 h 4489084"/>
              <a:gd name="connsiteX7200" fmla="*/ 3583052 w 5158787"/>
              <a:gd name="connsiteY7200" fmla="*/ 3393124 h 4489084"/>
              <a:gd name="connsiteX7201" fmla="*/ 3584296 w 5158787"/>
              <a:gd name="connsiteY7201" fmla="*/ 3392413 h 4489084"/>
              <a:gd name="connsiteX7202" fmla="*/ 4598643 w 5158787"/>
              <a:gd name="connsiteY7202" fmla="*/ 3392235 h 4489084"/>
              <a:gd name="connsiteX7203" fmla="*/ 4618957 w 5158787"/>
              <a:gd name="connsiteY7203" fmla="*/ 3392235 h 4489084"/>
              <a:gd name="connsiteX7204" fmla="*/ 4620201 w 5158787"/>
              <a:gd name="connsiteY7204" fmla="*/ 3392946 h 4489084"/>
              <a:gd name="connsiteX7205" fmla="*/ 4630329 w 5158787"/>
              <a:gd name="connsiteY7205" fmla="*/ 3410535 h 4489084"/>
              <a:gd name="connsiteX7206" fmla="*/ 4630329 w 5158787"/>
              <a:gd name="connsiteY7206" fmla="*/ 3411957 h 4489084"/>
              <a:gd name="connsiteX7207" fmla="*/ 4620142 w 5158787"/>
              <a:gd name="connsiteY7207" fmla="*/ 3429547 h 4489084"/>
              <a:gd name="connsiteX7208" fmla="*/ 4618898 w 5158787"/>
              <a:gd name="connsiteY7208" fmla="*/ 3430257 h 4489084"/>
              <a:gd name="connsiteX7209" fmla="*/ 4598584 w 5158787"/>
              <a:gd name="connsiteY7209" fmla="*/ 3430257 h 4489084"/>
              <a:gd name="connsiteX7210" fmla="*/ 4597340 w 5158787"/>
              <a:gd name="connsiteY7210" fmla="*/ 3429547 h 4489084"/>
              <a:gd name="connsiteX7211" fmla="*/ 4587213 w 5158787"/>
              <a:gd name="connsiteY7211" fmla="*/ 3411957 h 4489084"/>
              <a:gd name="connsiteX7212" fmla="*/ 4587213 w 5158787"/>
              <a:gd name="connsiteY7212" fmla="*/ 3410535 h 4489084"/>
              <a:gd name="connsiteX7213" fmla="*/ 4597399 w 5158787"/>
              <a:gd name="connsiteY7213" fmla="*/ 3392946 h 4489084"/>
              <a:gd name="connsiteX7214" fmla="*/ 4598643 w 5158787"/>
              <a:gd name="connsiteY7214" fmla="*/ 3392235 h 4489084"/>
              <a:gd name="connsiteX7215" fmla="*/ 3651812 w 5158787"/>
              <a:gd name="connsiteY7215" fmla="*/ 3392235 h 4489084"/>
              <a:gd name="connsiteX7216" fmla="*/ 3672126 w 5158787"/>
              <a:gd name="connsiteY7216" fmla="*/ 3392235 h 4489084"/>
              <a:gd name="connsiteX7217" fmla="*/ 3673370 w 5158787"/>
              <a:gd name="connsiteY7217" fmla="*/ 3392946 h 4489084"/>
              <a:gd name="connsiteX7218" fmla="*/ 3683498 w 5158787"/>
              <a:gd name="connsiteY7218" fmla="*/ 3410535 h 4489084"/>
              <a:gd name="connsiteX7219" fmla="*/ 3683498 w 5158787"/>
              <a:gd name="connsiteY7219" fmla="*/ 3411957 h 4489084"/>
              <a:gd name="connsiteX7220" fmla="*/ 3673311 w 5158787"/>
              <a:gd name="connsiteY7220" fmla="*/ 3429547 h 4489084"/>
              <a:gd name="connsiteX7221" fmla="*/ 3672067 w 5158787"/>
              <a:gd name="connsiteY7221" fmla="*/ 3430257 h 4489084"/>
              <a:gd name="connsiteX7222" fmla="*/ 3651753 w 5158787"/>
              <a:gd name="connsiteY7222" fmla="*/ 3430257 h 4489084"/>
              <a:gd name="connsiteX7223" fmla="*/ 3650509 w 5158787"/>
              <a:gd name="connsiteY7223" fmla="*/ 3429547 h 4489084"/>
              <a:gd name="connsiteX7224" fmla="*/ 3640382 w 5158787"/>
              <a:gd name="connsiteY7224" fmla="*/ 3411957 h 4489084"/>
              <a:gd name="connsiteX7225" fmla="*/ 3640382 w 5158787"/>
              <a:gd name="connsiteY7225" fmla="*/ 3410535 h 4489084"/>
              <a:gd name="connsiteX7226" fmla="*/ 3650568 w 5158787"/>
              <a:gd name="connsiteY7226" fmla="*/ 3392946 h 4489084"/>
              <a:gd name="connsiteX7227" fmla="*/ 3651812 w 5158787"/>
              <a:gd name="connsiteY7227" fmla="*/ 3392235 h 4489084"/>
              <a:gd name="connsiteX7228" fmla="*/ 4666219 w 5158787"/>
              <a:gd name="connsiteY7228" fmla="*/ 3392117 h 4489084"/>
              <a:gd name="connsiteX7229" fmla="*/ 4686652 w 5158787"/>
              <a:gd name="connsiteY7229" fmla="*/ 3392117 h 4489084"/>
              <a:gd name="connsiteX7230" fmla="*/ 4687896 w 5158787"/>
              <a:gd name="connsiteY7230" fmla="*/ 3392828 h 4489084"/>
              <a:gd name="connsiteX7231" fmla="*/ 4698082 w 5158787"/>
              <a:gd name="connsiteY7231" fmla="*/ 3410536 h 4489084"/>
              <a:gd name="connsiteX7232" fmla="*/ 4698082 w 5158787"/>
              <a:gd name="connsiteY7232" fmla="*/ 3411958 h 4489084"/>
              <a:gd name="connsiteX7233" fmla="*/ 4687836 w 5158787"/>
              <a:gd name="connsiteY7233" fmla="*/ 3429666 h 4489084"/>
              <a:gd name="connsiteX7234" fmla="*/ 4686593 w 5158787"/>
              <a:gd name="connsiteY7234" fmla="*/ 3430377 h 4489084"/>
              <a:gd name="connsiteX7235" fmla="*/ 4666160 w 5158787"/>
              <a:gd name="connsiteY7235" fmla="*/ 3430377 h 4489084"/>
              <a:gd name="connsiteX7236" fmla="*/ 4664916 w 5158787"/>
              <a:gd name="connsiteY7236" fmla="*/ 3429666 h 4489084"/>
              <a:gd name="connsiteX7237" fmla="*/ 4654730 w 5158787"/>
              <a:gd name="connsiteY7237" fmla="*/ 3411958 h 4489084"/>
              <a:gd name="connsiteX7238" fmla="*/ 4654730 w 5158787"/>
              <a:gd name="connsiteY7238" fmla="*/ 3410536 h 4489084"/>
              <a:gd name="connsiteX7239" fmla="*/ 4664976 w 5158787"/>
              <a:gd name="connsiteY7239" fmla="*/ 3392828 h 4489084"/>
              <a:gd name="connsiteX7240" fmla="*/ 4666219 w 5158787"/>
              <a:gd name="connsiteY7240" fmla="*/ 3392117 h 4489084"/>
              <a:gd name="connsiteX7241" fmla="*/ 3448729 w 5158787"/>
              <a:gd name="connsiteY7241" fmla="*/ 3391821 h 4489084"/>
              <a:gd name="connsiteX7242" fmla="*/ 3469458 w 5158787"/>
              <a:gd name="connsiteY7242" fmla="*/ 3391821 h 4489084"/>
              <a:gd name="connsiteX7243" fmla="*/ 3470702 w 5158787"/>
              <a:gd name="connsiteY7243" fmla="*/ 3392532 h 4489084"/>
              <a:gd name="connsiteX7244" fmla="*/ 3481066 w 5158787"/>
              <a:gd name="connsiteY7244" fmla="*/ 3410536 h 4489084"/>
              <a:gd name="connsiteX7245" fmla="*/ 3481066 w 5158787"/>
              <a:gd name="connsiteY7245" fmla="*/ 3412017 h 4489084"/>
              <a:gd name="connsiteX7246" fmla="*/ 3470702 w 5158787"/>
              <a:gd name="connsiteY7246" fmla="*/ 3430021 h 4489084"/>
              <a:gd name="connsiteX7247" fmla="*/ 3469458 w 5158787"/>
              <a:gd name="connsiteY7247" fmla="*/ 3430732 h 4489084"/>
              <a:gd name="connsiteX7248" fmla="*/ 3448729 w 5158787"/>
              <a:gd name="connsiteY7248" fmla="*/ 3430732 h 4489084"/>
              <a:gd name="connsiteX7249" fmla="*/ 3447485 w 5158787"/>
              <a:gd name="connsiteY7249" fmla="*/ 3430021 h 4489084"/>
              <a:gd name="connsiteX7250" fmla="*/ 3437121 w 5158787"/>
              <a:gd name="connsiteY7250" fmla="*/ 3412017 h 4489084"/>
              <a:gd name="connsiteX7251" fmla="*/ 3437121 w 5158787"/>
              <a:gd name="connsiteY7251" fmla="*/ 3410536 h 4489084"/>
              <a:gd name="connsiteX7252" fmla="*/ 3447485 w 5158787"/>
              <a:gd name="connsiteY7252" fmla="*/ 3392532 h 4489084"/>
              <a:gd name="connsiteX7253" fmla="*/ 3448729 w 5158787"/>
              <a:gd name="connsiteY7253" fmla="*/ 3391821 h 4489084"/>
              <a:gd name="connsiteX7254" fmla="*/ 2501898 w 5158787"/>
              <a:gd name="connsiteY7254" fmla="*/ 3391821 h 4489084"/>
              <a:gd name="connsiteX7255" fmla="*/ 2522627 w 5158787"/>
              <a:gd name="connsiteY7255" fmla="*/ 3391821 h 4489084"/>
              <a:gd name="connsiteX7256" fmla="*/ 2523871 w 5158787"/>
              <a:gd name="connsiteY7256" fmla="*/ 3392532 h 4489084"/>
              <a:gd name="connsiteX7257" fmla="*/ 2534235 w 5158787"/>
              <a:gd name="connsiteY7257" fmla="*/ 3410536 h 4489084"/>
              <a:gd name="connsiteX7258" fmla="*/ 2534235 w 5158787"/>
              <a:gd name="connsiteY7258" fmla="*/ 3412017 h 4489084"/>
              <a:gd name="connsiteX7259" fmla="*/ 2523871 w 5158787"/>
              <a:gd name="connsiteY7259" fmla="*/ 3430021 h 4489084"/>
              <a:gd name="connsiteX7260" fmla="*/ 2522627 w 5158787"/>
              <a:gd name="connsiteY7260" fmla="*/ 3430732 h 4489084"/>
              <a:gd name="connsiteX7261" fmla="*/ 2501898 w 5158787"/>
              <a:gd name="connsiteY7261" fmla="*/ 3430732 h 4489084"/>
              <a:gd name="connsiteX7262" fmla="*/ 2500654 w 5158787"/>
              <a:gd name="connsiteY7262" fmla="*/ 3430021 h 4489084"/>
              <a:gd name="connsiteX7263" fmla="*/ 2490290 w 5158787"/>
              <a:gd name="connsiteY7263" fmla="*/ 3412017 h 4489084"/>
              <a:gd name="connsiteX7264" fmla="*/ 2490290 w 5158787"/>
              <a:gd name="connsiteY7264" fmla="*/ 3410536 h 4489084"/>
              <a:gd name="connsiteX7265" fmla="*/ 2500654 w 5158787"/>
              <a:gd name="connsiteY7265" fmla="*/ 3392532 h 4489084"/>
              <a:gd name="connsiteX7266" fmla="*/ 2501898 w 5158787"/>
              <a:gd name="connsiteY7266" fmla="*/ 3391821 h 4489084"/>
              <a:gd name="connsiteX7267" fmla="*/ 3516246 w 5158787"/>
              <a:gd name="connsiteY7267" fmla="*/ 3391584 h 4489084"/>
              <a:gd name="connsiteX7268" fmla="*/ 3537211 w 5158787"/>
              <a:gd name="connsiteY7268" fmla="*/ 3391584 h 4489084"/>
              <a:gd name="connsiteX7269" fmla="*/ 3538514 w 5158787"/>
              <a:gd name="connsiteY7269" fmla="*/ 3392354 h 4489084"/>
              <a:gd name="connsiteX7270" fmla="*/ 3548997 w 5158787"/>
              <a:gd name="connsiteY7270" fmla="*/ 3410536 h 4489084"/>
              <a:gd name="connsiteX7271" fmla="*/ 3548997 w 5158787"/>
              <a:gd name="connsiteY7271" fmla="*/ 3412016 h 4489084"/>
              <a:gd name="connsiteX7272" fmla="*/ 3538514 w 5158787"/>
              <a:gd name="connsiteY7272" fmla="*/ 3430199 h 4489084"/>
              <a:gd name="connsiteX7273" fmla="*/ 3537211 w 5158787"/>
              <a:gd name="connsiteY7273" fmla="*/ 3430968 h 4489084"/>
              <a:gd name="connsiteX7274" fmla="*/ 3516246 w 5158787"/>
              <a:gd name="connsiteY7274" fmla="*/ 3430968 h 4489084"/>
              <a:gd name="connsiteX7275" fmla="*/ 3514943 w 5158787"/>
              <a:gd name="connsiteY7275" fmla="*/ 3430199 h 4489084"/>
              <a:gd name="connsiteX7276" fmla="*/ 3504460 w 5158787"/>
              <a:gd name="connsiteY7276" fmla="*/ 3412016 h 4489084"/>
              <a:gd name="connsiteX7277" fmla="*/ 3504460 w 5158787"/>
              <a:gd name="connsiteY7277" fmla="*/ 3410536 h 4489084"/>
              <a:gd name="connsiteX7278" fmla="*/ 3514943 w 5158787"/>
              <a:gd name="connsiteY7278" fmla="*/ 3392354 h 4489084"/>
              <a:gd name="connsiteX7279" fmla="*/ 3516246 w 5158787"/>
              <a:gd name="connsiteY7279" fmla="*/ 3391584 h 4489084"/>
              <a:gd name="connsiteX7280" fmla="*/ 3380976 w 5158787"/>
              <a:gd name="connsiteY7280" fmla="*/ 3391584 h 4489084"/>
              <a:gd name="connsiteX7281" fmla="*/ 3401941 w 5158787"/>
              <a:gd name="connsiteY7281" fmla="*/ 3391584 h 4489084"/>
              <a:gd name="connsiteX7282" fmla="*/ 3403244 w 5158787"/>
              <a:gd name="connsiteY7282" fmla="*/ 3392354 h 4489084"/>
              <a:gd name="connsiteX7283" fmla="*/ 3413727 w 5158787"/>
              <a:gd name="connsiteY7283" fmla="*/ 3410536 h 4489084"/>
              <a:gd name="connsiteX7284" fmla="*/ 3413727 w 5158787"/>
              <a:gd name="connsiteY7284" fmla="*/ 3412016 h 4489084"/>
              <a:gd name="connsiteX7285" fmla="*/ 3403244 w 5158787"/>
              <a:gd name="connsiteY7285" fmla="*/ 3430199 h 4489084"/>
              <a:gd name="connsiteX7286" fmla="*/ 3401941 w 5158787"/>
              <a:gd name="connsiteY7286" fmla="*/ 3430968 h 4489084"/>
              <a:gd name="connsiteX7287" fmla="*/ 3380976 w 5158787"/>
              <a:gd name="connsiteY7287" fmla="*/ 3430968 h 4489084"/>
              <a:gd name="connsiteX7288" fmla="*/ 3379673 w 5158787"/>
              <a:gd name="connsiteY7288" fmla="*/ 3430199 h 4489084"/>
              <a:gd name="connsiteX7289" fmla="*/ 3369190 w 5158787"/>
              <a:gd name="connsiteY7289" fmla="*/ 3412016 h 4489084"/>
              <a:gd name="connsiteX7290" fmla="*/ 3369190 w 5158787"/>
              <a:gd name="connsiteY7290" fmla="*/ 3410536 h 4489084"/>
              <a:gd name="connsiteX7291" fmla="*/ 3379673 w 5158787"/>
              <a:gd name="connsiteY7291" fmla="*/ 3392354 h 4489084"/>
              <a:gd name="connsiteX7292" fmla="*/ 3380976 w 5158787"/>
              <a:gd name="connsiteY7292" fmla="*/ 3391584 h 4489084"/>
              <a:gd name="connsiteX7293" fmla="*/ 3313341 w 5158787"/>
              <a:gd name="connsiteY7293" fmla="*/ 3391584 h 4489084"/>
              <a:gd name="connsiteX7294" fmla="*/ 3334306 w 5158787"/>
              <a:gd name="connsiteY7294" fmla="*/ 3391584 h 4489084"/>
              <a:gd name="connsiteX7295" fmla="*/ 3335610 w 5158787"/>
              <a:gd name="connsiteY7295" fmla="*/ 3392354 h 4489084"/>
              <a:gd name="connsiteX7296" fmla="*/ 3346092 w 5158787"/>
              <a:gd name="connsiteY7296" fmla="*/ 3410536 h 4489084"/>
              <a:gd name="connsiteX7297" fmla="*/ 3346092 w 5158787"/>
              <a:gd name="connsiteY7297" fmla="*/ 3412016 h 4489084"/>
              <a:gd name="connsiteX7298" fmla="*/ 3335610 w 5158787"/>
              <a:gd name="connsiteY7298" fmla="*/ 3430199 h 4489084"/>
              <a:gd name="connsiteX7299" fmla="*/ 3334306 w 5158787"/>
              <a:gd name="connsiteY7299" fmla="*/ 3430968 h 4489084"/>
              <a:gd name="connsiteX7300" fmla="*/ 3313341 w 5158787"/>
              <a:gd name="connsiteY7300" fmla="*/ 3430968 h 4489084"/>
              <a:gd name="connsiteX7301" fmla="*/ 3312038 w 5158787"/>
              <a:gd name="connsiteY7301" fmla="*/ 3430199 h 4489084"/>
              <a:gd name="connsiteX7302" fmla="*/ 3301555 w 5158787"/>
              <a:gd name="connsiteY7302" fmla="*/ 3412016 h 4489084"/>
              <a:gd name="connsiteX7303" fmla="*/ 3301555 w 5158787"/>
              <a:gd name="connsiteY7303" fmla="*/ 3410536 h 4489084"/>
              <a:gd name="connsiteX7304" fmla="*/ 3312038 w 5158787"/>
              <a:gd name="connsiteY7304" fmla="*/ 3392354 h 4489084"/>
              <a:gd name="connsiteX7305" fmla="*/ 3313341 w 5158787"/>
              <a:gd name="connsiteY7305" fmla="*/ 3391584 h 4489084"/>
              <a:gd name="connsiteX7306" fmla="*/ 3245587 w 5158787"/>
              <a:gd name="connsiteY7306" fmla="*/ 3391406 h 4489084"/>
              <a:gd name="connsiteX7307" fmla="*/ 3266790 w 5158787"/>
              <a:gd name="connsiteY7307" fmla="*/ 3391406 h 4489084"/>
              <a:gd name="connsiteX7308" fmla="*/ 3268093 w 5158787"/>
              <a:gd name="connsiteY7308" fmla="*/ 3392176 h 4489084"/>
              <a:gd name="connsiteX7309" fmla="*/ 3278694 w 5158787"/>
              <a:gd name="connsiteY7309" fmla="*/ 3410536 h 4489084"/>
              <a:gd name="connsiteX7310" fmla="*/ 3278694 w 5158787"/>
              <a:gd name="connsiteY7310" fmla="*/ 3412016 h 4489084"/>
              <a:gd name="connsiteX7311" fmla="*/ 3268093 w 5158787"/>
              <a:gd name="connsiteY7311" fmla="*/ 3430376 h 4489084"/>
              <a:gd name="connsiteX7312" fmla="*/ 3266790 w 5158787"/>
              <a:gd name="connsiteY7312" fmla="*/ 3431146 h 4489084"/>
              <a:gd name="connsiteX7313" fmla="*/ 3245587 w 5158787"/>
              <a:gd name="connsiteY7313" fmla="*/ 3431146 h 4489084"/>
              <a:gd name="connsiteX7314" fmla="*/ 3244284 w 5158787"/>
              <a:gd name="connsiteY7314" fmla="*/ 3430376 h 4489084"/>
              <a:gd name="connsiteX7315" fmla="*/ 3233683 w 5158787"/>
              <a:gd name="connsiteY7315" fmla="*/ 3412016 h 4489084"/>
              <a:gd name="connsiteX7316" fmla="*/ 3233683 w 5158787"/>
              <a:gd name="connsiteY7316" fmla="*/ 3410536 h 4489084"/>
              <a:gd name="connsiteX7317" fmla="*/ 3244284 w 5158787"/>
              <a:gd name="connsiteY7317" fmla="*/ 3392176 h 4489084"/>
              <a:gd name="connsiteX7318" fmla="*/ 3245587 w 5158787"/>
              <a:gd name="connsiteY7318" fmla="*/ 3391406 h 4489084"/>
              <a:gd name="connsiteX7319" fmla="*/ 4733203 w 5158787"/>
              <a:gd name="connsiteY7319" fmla="*/ 3390873 h 4489084"/>
              <a:gd name="connsiteX7320" fmla="*/ 4754939 w 5158787"/>
              <a:gd name="connsiteY7320" fmla="*/ 3390873 h 4489084"/>
              <a:gd name="connsiteX7321" fmla="*/ 4756242 w 5158787"/>
              <a:gd name="connsiteY7321" fmla="*/ 3391643 h 4489084"/>
              <a:gd name="connsiteX7322" fmla="*/ 4767080 w 5158787"/>
              <a:gd name="connsiteY7322" fmla="*/ 3410476 h 4489084"/>
              <a:gd name="connsiteX7323" fmla="*/ 4767080 w 5158787"/>
              <a:gd name="connsiteY7323" fmla="*/ 3412016 h 4489084"/>
              <a:gd name="connsiteX7324" fmla="*/ 4756183 w 5158787"/>
              <a:gd name="connsiteY7324" fmla="*/ 3430850 h 4489084"/>
              <a:gd name="connsiteX7325" fmla="*/ 4754879 w 5158787"/>
              <a:gd name="connsiteY7325" fmla="*/ 3431620 h 4489084"/>
              <a:gd name="connsiteX7326" fmla="*/ 4733144 w 5158787"/>
              <a:gd name="connsiteY7326" fmla="*/ 3431620 h 4489084"/>
              <a:gd name="connsiteX7327" fmla="*/ 4731841 w 5158787"/>
              <a:gd name="connsiteY7327" fmla="*/ 3430850 h 4489084"/>
              <a:gd name="connsiteX7328" fmla="*/ 4721003 w 5158787"/>
              <a:gd name="connsiteY7328" fmla="*/ 3412016 h 4489084"/>
              <a:gd name="connsiteX7329" fmla="*/ 4721003 w 5158787"/>
              <a:gd name="connsiteY7329" fmla="*/ 3410476 h 4489084"/>
              <a:gd name="connsiteX7330" fmla="*/ 4731900 w 5158787"/>
              <a:gd name="connsiteY7330" fmla="*/ 3391643 h 4489084"/>
              <a:gd name="connsiteX7331" fmla="*/ 4733203 w 5158787"/>
              <a:gd name="connsiteY7331" fmla="*/ 3390873 h 4489084"/>
              <a:gd name="connsiteX7332" fmla="*/ 3110080 w 5158787"/>
              <a:gd name="connsiteY7332" fmla="*/ 3390873 h 4489084"/>
              <a:gd name="connsiteX7333" fmla="*/ 3131816 w 5158787"/>
              <a:gd name="connsiteY7333" fmla="*/ 3390873 h 4489084"/>
              <a:gd name="connsiteX7334" fmla="*/ 3133119 w 5158787"/>
              <a:gd name="connsiteY7334" fmla="*/ 3391643 h 4489084"/>
              <a:gd name="connsiteX7335" fmla="*/ 3143957 w 5158787"/>
              <a:gd name="connsiteY7335" fmla="*/ 3410476 h 4489084"/>
              <a:gd name="connsiteX7336" fmla="*/ 3143957 w 5158787"/>
              <a:gd name="connsiteY7336" fmla="*/ 3412016 h 4489084"/>
              <a:gd name="connsiteX7337" fmla="*/ 3133060 w 5158787"/>
              <a:gd name="connsiteY7337" fmla="*/ 3430850 h 4489084"/>
              <a:gd name="connsiteX7338" fmla="*/ 3131757 w 5158787"/>
              <a:gd name="connsiteY7338" fmla="*/ 3431620 h 4489084"/>
              <a:gd name="connsiteX7339" fmla="*/ 3110021 w 5158787"/>
              <a:gd name="connsiteY7339" fmla="*/ 3431620 h 4489084"/>
              <a:gd name="connsiteX7340" fmla="*/ 3108718 w 5158787"/>
              <a:gd name="connsiteY7340" fmla="*/ 3430850 h 4489084"/>
              <a:gd name="connsiteX7341" fmla="*/ 3097880 w 5158787"/>
              <a:gd name="connsiteY7341" fmla="*/ 3412016 h 4489084"/>
              <a:gd name="connsiteX7342" fmla="*/ 3097880 w 5158787"/>
              <a:gd name="connsiteY7342" fmla="*/ 3410476 h 4489084"/>
              <a:gd name="connsiteX7343" fmla="*/ 3108778 w 5158787"/>
              <a:gd name="connsiteY7343" fmla="*/ 3391643 h 4489084"/>
              <a:gd name="connsiteX7344" fmla="*/ 3110080 w 5158787"/>
              <a:gd name="connsiteY7344" fmla="*/ 3390873 h 4489084"/>
              <a:gd name="connsiteX7345" fmla="*/ 5003507 w 5158787"/>
              <a:gd name="connsiteY7345" fmla="*/ 3390577 h 4489084"/>
              <a:gd name="connsiteX7346" fmla="*/ 5025597 w 5158787"/>
              <a:gd name="connsiteY7346" fmla="*/ 3390577 h 4489084"/>
              <a:gd name="connsiteX7347" fmla="*/ 5026960 w 5158787"/>
              <a:gd name="connsiteY7347" fmla="*/ 3391347 h 4489084"/>
              <a:gd name="connsiteX7348" fmla="*/ 5037975 w 5158787"/>
              <a:gd name="connsiteY7348" fmla="*/ 3410477 h 4489084"/>
              <a:gd name="connsiteX7349" fmla="*/ 5037975 w 5158787"/>
              <a:gd name="connsiteY7349" fmla="*/ 3412016 h 4489084"/>
              <a:gd name="connsiteX7350" fmla="*/ 5026900 w 5158787"/>
              <a:gd name="connsiteY7350" fmla="*/ 3431146 h 4489084"/>
              <a:gd name="connsiteX7351" fmla="*/ 5025538 w 5158787"/>
              <a:gd name="connsiteY7351" fmla="*/ 3431916 h 4489084"/>
              <a:gd name="connsiteX7352" fmla="*/ 5003447 w 5158787"/>
              <a:gd name="connsiteY7352" fmla="*/ 3431916 h 4489084"/>
              <a:gd name="connsiteX7353" fmla="*/ 5002085 w 5158787"/>
              <a:gd name="connsiteY7353" fmla="*/ 3431146 h 4489084"/>
              <a:gd name="connsiteX7354" fmla="*/ 4991069 w 5158787"/>
              <a:gd name="connsiteY7354" fmla="*/ 3412016 h 4489084"/>
              <a:gd name="connsiteX7355" fmla="*/ 4991069 w 5158787"/>
              <a:gd name="connsiteY7355" fmla="*/ 3410477 h 4489084"/>
              <a:gd name="connsiteX7356" fmla="*/ 5002144 w 5158787"/>
              <a:gd name="connsiteY7356" fmla="*/ 3391347 h 4489084"/>
              <a:gd name="connsiteX7357" fmla="*/ 5003507 w 5158787"/>
              <a:gd name="connsiteY7357" fmla="*/ 3390577 h 4489084"/>
              <a:gd name="connsiteX7358" fmla="*/ 2636457 w 5158787"/>
              <a:gd name="connsiteY7358" fmla="*/ 3390577 h 4489084"/>
              <a:gd name="connsiteX7359" fmla="*/ 2658548 w 5158787"/>
              <a:gd name="connsiteY7359" fmla="*/ 3390577 h 4489084"/>
              <a:gd name="connsiteX7360" fmla="*/ 2659911 w 5158787"/>
              <a:gd name="connsiteY7360" fmla="*/ 3391347 h 4489084"/>
              <a:gd name="connsiteX7361" fmla="*/ 2670926 w 5158787"/>
              <a:gd name="connsiteY7361" fmla="*/ 3410477 h 4489084"/>
              <a:gd name="connsiteX7362" fmla="*/ 2670926 w 5158787"/>
              <a:gd name="connsiteY7362" fmla="*/ 3412016 h 4489084"/>
              <a:gd name="connsiteX7363" fmla="*/ 2659851 w 5158787"/>
              <a:gd name="connsiteY7363" fmla="*/ 3431146 h 4489084"/>
              <a:gd name="connsiteX7364" fmla="*/ 2658489 w 5158787"/>
              <a:gd name="connsiteY7364" fmla="*/ 3431916 h 4489084"/>
              <a:gd name="connsiteX7365" fmla="*/ 2636398 w 5158787"/>
              <a:gd name="connsiteY7365" fmla="*/ 3431916 h 4489084"/>
              <a:gd name="connsiteX7366" fmla="*/ 2635036 w 5158787"/>
              <a:gd name="connsiteY7366" fmla="*/ 3431146 h 4489084"/>
              <a:gd name="connsiteX7367" fmla="*/ 2624020 w 5158787"/>
              <a:gd name="connsiteY7367" fmla="*/ 3412016 h 4489084"/>
              <a:gd name="connsiteX7368" fmla="*/ 2624020 w 5158787"/>
              <a:gd name="connsiteY7368" fmla="*/ 3410477 h 4489084"/>
              <a:gd name="connsiteX7369" fmla="*/ 2635095 w 5158787"/>
              <a:gd name="connsiteY7369" fmla="*/ 3391347 h 4489084"/>
              <a:gd name="connsiteX7370" fmla="*/ 2636457 w 5158787"/>
              <a:gd name="connsiteY7370" fmla="*/ 3390577 h 4489084"/>
              <a:gd name="connsiteX7371" fmla="*/ 3177418 w 5158787"/>
              <a:gd name="connsiteY7371" fmla="*/ 3390459 h 4489084"/>
              <a:gd name="connsiteX7372" fmla="*/ 3199628 w 5158787"/>
              <a:gd name="connsiteY7372" fmla="*/ 3390459 h 4489084"/>
              <a:gd name="connsiteX7373" fmla="*/ 3200990 w 5158787"/>
              <a:gd name="connsiteY7373" fmla="*/ 3391229 h 4489084"/>
              <a:gd name="connsiteX7374" fmla="*/ 3212065 w 5158787"/>
              <a:gd name="connsiteY7374" fmla="*/ 3410477 h 4489084"/>
              <a:gd name="connsiteX7375" fmla="*/ 3212065 w 5158787"/>
              <a:gd name="connsiteY7375" fmla="*/ 3412017 h 4489084"/>
              <a:gd name="connsiteX7376" fmla="*/ 3200990 w 5158787"/>
              <a:gd name="connsiteY7376" fmla="*/ 3431265 h 4489084"/>
              <a:gd name="connsiteX7377" fmla="*/ 3199628 w 5158787"/>
              <a:gd name="connsiteY7377" fmla="*/ 3432035 h 4489084"/>
              <a:gd name="connsiteX7378" fmla="*/ 3177418 w 5158787"/>
              <a:gd name="connsiteY7378" fmla="*/ 3432035 h 4489084"/>
              <a:gd name="connsiteX7379" fmla="*/ 3176056 w 5158787"/>
              <a:gd name="connsiteY7379" fmla="*/ 3431265 h 4489084"/>
              <a:gd name="connsiteX7380" fmla="*/ 3164981 w 5158787"/>
              <a:gd name="connsiteY7380" fmla="*/ 3412017 h 4489084"/>
              <a:gd name="connsiteX7381" fmla="*/ 3164981 w 5158787"/>
              <a:gd name="connsiteY7381" fmla="*/ 3410477 h 4489084"/>
              <a:gd name="connsiteX7382" fmla="*/ 3176056 w 5158787"/>
              <a:gd name="connsiteY7382" fmla="*/ 3391229 h 4489084"/>
              <a:gd name="connsiteX7383" fmla="*/ 3177418 w 5158787"/>
              <a:gd name="connsiteY7383" fmla="*/ 3390459 h 4489084"/>
              <a:gd name="connsiteX7384" fmla="*/ 4800483 w 5158787"/>
              <a:gd name="connsiteY7384" fmla="*/ 3390340 h 4489084"/>
              <a:gd name="connsiteX7385" fmla="*/ 4822811 w 5158787"/>
              <a:gd name="connsiteY7385" fmla="*/ 3390340 h 4489084"/>
              <a:gd name="connsiteX7386" fmla="*/ 4824173 w 5158787"/>
              <a:gd name="connsiteY7386" fmla="*/ 3391110 h 4489084"/>
              <a:gd name="connsiteX7387" fmla="*/ 4835307 w 5158787"/>
              <a:gd name="connsiteY7387" fmla="*/ 3410417 h 4489084"/>
              <a:gd name="connsiteX7388" fmla="*/ 4835307 w 5158787"/>
              <a:gd name="connsiteY7388" fmla="*/ 3412016 h 4489084"/>
              <a:gd name="connsiteX7389" fmla="*/ 4824173 w 5158787"/>
              <a:gd name="connsiteY7389" fmla="*/ 3431324 h 4489084"/>
              <a:gd name="connsiteX7390" fmla="*/ 4822811 w 5158787"/>
              <a:gd name="connsiteY7390" fmla="*/ 3432094 h 4489084"/>
              <a:gd name="connsiteX7391" fmla="*/ 4800483 w 5158787"/>
              <a:gd name="connsiteY7391" fmla="*/ 3432094 h 4489084"/>
              <a:gd name="connsiteX7392" fmla="*/ 4799121 w 5158787"/>
              <a:gd name="connsiteY7392" fmla="*/ 3431324 h 4489084"/>
              <a:gd name="connsiteX7393" fmla="*/ 4787986 w 5158787"/>
              <a:gd name="connsiteY7393" fmla="*/ 3412016 h 4489084"/>
              <a:gd name="connsiteX7394" fmla="*/ 4787986 w 5158787"/>
              <a:gd name="connsiteY7394" fmla="*/ 3410417 h 4489084"/>
              <a:gd name="connsiteX7395" fmla="*/ 4799121 w 5158787"/>
              <a:gd name="connsiteY7395" fmla="*/ 3391110 h 4489084"/>
              <a:gd name="connsiteX7396" fmla="*/ 4800483 w 5158787"/>
              <a:gd name="connsiteY7396" fmla="*/ 3390340 h 4489084"/>
              <a:gd name="connsiteX7397" fmla="*/ 2974455 w 5158787"/>
              <a:gd name="connsiteY7397" fmla="*/ 3390340 h 4489084"/>
              <a:gd name="connsiteX7398" fmla="*/ 2996782 w 5158787"/>
              <a:gd name="connsiteY7398" fmla="*/ 3390340 h 4489084"/>
              <a:gd name="connsiteX7399" fmla="*/ 2998145 w 5158787"/>
              <a:gd name="connsiteY7399" fmla="*/ 3391110 h 4489084"/>
              <a:gd name="connsiteX7400" fmla="*/ 3009279 w 5158787"/>
              <a:gd name="connsiteY7400" fmla="*/ 3410417 h 4489084"/>
              <a:gd name="connsiteX7401" fmla="*/ 3009279 w 5158787"/>
              <a:gd name="connsiteY7401" fmla="*/ 3412016 h 4489084"/>
              <a:gd name="connsiteX7402" fmla="*/ 2998145 w 5158787"/>
              <a:gd name="connsiteY7402" fmla="*/ 3431324 h 4489084"/>
              <a:gd name="connsiteX7403" fmla="*/ 2996782 w 5158787"/>
              <a:gd name="connsiteY7403" fmla="*/ 3432094 h 4489084"/>
              <a:gd name="connsiteX7404" fmla="*/ 2974455 w 5158787"/>
              <a:gd name="connsiteY7404" fmla="*/ 3432094 h 4489084"/>
              <a:gd name="connsiteX7405" fmla="*/ 2973092 w 5158787"/>
              <a:gd name="connsiteY7405" fmla="*/ 3431324 h 4489084"/>
              <a:gd name="connsiteX7406" fmla="*/ 2961958 w 5158787"/>
              <a:gd name="connsiteY7406" fmla="*/ 3412016 h 4489084"/>
              <a:gd name="connsiteX7407" fmla="*/ 2961958 w 5158787"/>
              <a:gd name="connsiteY7407" fmla="*/ 3410417 h 4489084"/>
              <a:gd name="connsiteX7408" fmla="*/ 2973092 w 5158787"/>
              <a:gd name="connsiteY7408" fmla="*/ 3391110 h 4489084"/>
              <a:gd name="connsiteX7409" fmla="*/ 2974455 w 5158787"/>
              <a:gd name="connsiteY7409" fmla="*/ 3390340 h 4489084"/>
              <a:gd name="connsiteX7410" fmla="*/ 2703974 w 5158787"/>
              <a:gd name="connsiteY7410" fmla="*/ 3390340 h 4489084"/>
              <a:gd name="connsiteX7411" fmla="*/ 2726301 w 5158787"/>
              <a:gd name="connsiteY7411" fmla="*/ 3390340 h 4489084"/>
              <a:gd name="connsiteX7412" fmla="*/ 2727664 w 5158787"/>
              <a:gd name="connsiteY7412" fmla="*/ 3391110 h 4489084"/>
              <a:gd name="connsiteX7413" fmla="*/ 2738798 w 5158787"/>
              <a:gd name="connsiteY7413" fmla="*/ 3410417 h 4489084"/>
              <a:gd name="connsiteX7414" fmla="*/ 2738798 w 5158787"/>
              <a:gd name="connsiteY7414" fmla="*/ 3412016 h 4489084"/>
              <a:gd name="connsiteX7415" fmla="*/ 2727664 w 5158787"/>
              <a:gd name="connsiteY7415" fmla="*/ 3431324 h 4489084"/>
              <a:gd name="connsiteX7416" fmla="*/ 2726301 w 5158787"/>
              <a:gd name="connsiteY7416" fmla="*/ 3432094 h 4489084"/>
              <a:gd name="connsiteX7417" fmla="*/ 2703974 w 5158787"/>
              <a:gd name="connsiteY7417" fmla="*/ 3432094 h 4489084"/>
              <a:gd name="connsiteX7418" fmla="*/ 2702611 w 5158787"/>
              <a:gd name="connsiteY7418" fmla="*/ 3431324 h 4489084"/>
              <a:gd name="connsiteX7419" fmla="*/ 2691477 w 5158787"/>
              <a:gd name="connsiteY7419" fmla="*/ 3412016 h 4489084"/>
              <a:gd name="connsiteX7420" fmla="*/ 2691477 w 5158787"/>
              <a:gd name="connsiteY7420" fmla="*/ 3410417 h 4489084"/>
              <a:gd name="connsiteX7421" fmla="*/ 2702611 w 5158787"/>
              <a:gd name="connsiteY7421" fmla="*/ 3391110 h 4489084"/>
              <a:gd name="connsiteX7422" fmla="*/ 2703974 w 5158787"/>
              <a:gd name="connsiteY7422" fmla="*/ 3390340 h 4489084"/>
              <a:gd name="connsiteX7423" fmla="*/ 4935694 w 5158787"/>
              <a:gd name="connsiteY7423" fmla="*/ 3390162 h 4489084"/>
              <a:gd name="connsiteX7424" fmla="*/ 4958200 w 5158787"/>
              <a:gd name="connsiteY7424" fmla="*/ 3390162 h 4489084"/>
              <a:gd name="connsiteX7425" fmla="*/ 4959562 w 5158787"/>
              <a:gd name="connsiteY7425" fmla="*/ 3390932 h 4489084"/>
              <a:gd name="connsiteX7426" fmla="*/ 4970815 w 5158787"/>
              <a:gd name="connsiteY7426" fmla="*/ 3410417 h 4489084"/>
              <a:gd name="connsiteX7427" fmla="*/ 4970815 w 5158787"/>
              <a:gd name="connsiteY7427" fmla="*/ 3412016 h 4489084"/>
              <a:gd name="connsiteX7428" fmla="*/ 4959562 w 5158787"/>
              <a:gd name="connsiteY7428" fmla="*/ 3431501 h 4489084"/>
              <a:gd name="connsiteX7429" fmla="*/ 4958200 w 5158787"/>
              <a:gd name="connsiteY7429" fmla="*/ 3432271 h 4489084"/>
              <a:gd name="connsiteX7430" fmla="*/ 4935694 w 5158787"/>
              <a:gd name="connsiteY7430" fmla="*/ 3432271 h 4489084"/>
              <a:gd name="connsiteX7431" fmla="*/ 4934332 w 5158787"/>
              <a:gd name="connsiteY7431" fmla="*/ 3431501 h 4489084"/>
              <a:gd name="connsiteX7432" fmla="*/ 4923079 w 5158787"/>
              <a:gd name="connsiteY7432" fmla="*/ 3412016 h 4489084"/>
              <a:gd name="connsiteX7433" fmla="*/ 4923079 w 5158787"/>
              <a:gd name="connsiteY7433" fmla="*/ 3410417 h 4489084"/>
              <a:gd name="connsiteX7434" fmla="*/ 4934332 w 5158787"/>
              <a:gd name="connsiteY7434" fmla="*/ 3390932 h 4489084"/>
              <a:gd name="connsiteX7435" fmla="*/ 4935694 w 5158787"/>
              <a:gd name="connsiteY7435" fmla="*/ 3390162 h 4489084"/>
              <a:gd name="connsiteX7436" fmla="*/ 2568644 w 5158787"/>
              <a:gd name="connsiteY7436" fmla="*/ 3390162 h 4489084"/>
              <a:gd name="connsiteX7437" fmla="*/ 2591149 w 5158787"/>
              <a:gd name="connsiteY7437" fmla="*/ 3390162 h 4489084"/>
              <a:gd name="connsiteX7438" fmla="*/ 2592512 w 5158787"/>
              <a:gd name="connsiteY7438" fmla="*/ 3390932 h 4489084"/>
              <a:gd name="connsiteX7439" fmla="*/ 2603764 w 5158787"/>
              <a:gd name="connsiteY7439" fmla="*/ 3410417 h 4489084"/>
              <a:gd name="connsiteX7440" fmla="*/ 2603764 w 5158787"/>
              <a:gd name="connsiteY7440" fmla="*/ 3412016 h 4489084"/>
              <a:gd name="connsiteX7441" fmla="*/ 2592512 w 5158787"/>
              <a:gd name="connsiteY7441" fmla="*/ 3431501 h 4489084"/>
              <a:gd name="connsiteX7442" fmla="*/ 2591149 w 5158787"/>
              <a:gd name="connsiteY7442" fmla="*/ 3432271 h 4489084"/>
              <a:gd name="connsiteX7443" fmla="*/ 2568644 w 5158787"/>
              <a:gd name="connsiteY7443" fmla="*/ 3432271 h 4489084"/>
              <a:gd name="connsiteX7444" fmla="*/ 2567282 w 5158787"/>
              <a:gd name="connsiteY7444" fmla="*/ 3431501 h 4489084"/>
              <a:gd name="connsiteX7445" fmla="*/ 2556029 w 5158787"/>
              <a:gd name="connsiteY7445" fmla="*/ 3412016 h 4489084"/>
              <a:gd name="connsiteX7446" fmla="*/ 2556029 w 5158787"/>
              <a:gd name="connsiteY7446" fmla="*/ 3410417 h 4489084"/>
              <a:gd name="connsiteX7447" fmla="*/ 2567282 w 5158787"/>
              <a:gd name="connsiteY7447" fmla="*/ 3390932 h 4489084"/>
              <a:gd name="connsiteX7448" fmla="*/ 2568644 w 5158787"/>
              <a:gd name="connsiteY7448" fmla="*/ 3390162 h 4489084"/>
              <a:gd name="connsiteX7449" fmla="*/ 2838888 w 5158787"/>
              <a:gd name="connsiteY7449" fmla="*/ 3389748 h 4489084"/>
              <a:gd name="connsiteX7450" fmla="*/ 2861867 w 5158787"/>
              <a:gd name="connsiteY7450" fmla="*/ 3389748 h 4489084"/>
              <a:gd name="connsiteX7451" fmla="*/ 2863289 w 5158787"/>
              <a:gd name="connsiteY7451" fmla="*/ 3390577 h 4489084"/>
              <a:gd name="connsiteX7452" fmla="*/ 2874778 w 5158787"/>
              <a:gd name="connsiteY7452" fmla="*/ 3410477 h 4489084"/>
              <a:gd name="connsiteX7453" fmla="*/ 2874778 w 5158787"/>
              <a:gd name="connsiteY7453" fmla="*/ 3412076 h 4489084"/>
              <a:gd name="connsiteX7454" fmla="*/ 2863289 w 5158787"/>
              <a:gd name="connsiteY7454" fmla="*/ 3431976 h 4489084"/>
              <a:gd name="connsiteX7455" fmla="*/ 2861867 w 5158787"/>
              <a:gd name="connsiteY7455" fmla="*/ 3432804 h 4489084"/>
              <a:gd name="connsiteX7456" fmla="*/ 2838888 w 5158787"/>
              <a:gd name="connsiteY7456" fmla="*/ 3432804 h 4489084"/>
              <a:gd name="connsiteX7457" fmla="*/ 2837467 w 5158787"/>
              <a:gd name="connsiteY7457" fmla="*/ 3431976 h 4489084"/>
              <a:gd name="connsiteX7458" fmla="*/ 2825977 w 5158787"/>
              <a:gd name="connsiteY7458" fmla="*/ 3412076 h 4489084"/>
              <a:gd name="connsiteX7459" fmla="*/ 2825977 w 5158787"/>
              <a:gd name="connsiteY7459" fmla="*/ 3410477 h 4489084"/>
              <a:gd name="connsiteX7460" fmla="*/ 2837467 w 5158787"/>
              <a:gd name="connsiteY7460" fmla="*/ 3390577 h 4489084"/>
              <a:gd name="connsiteX7461" fmla="*/ 2838888 w 5158787"/>
              <a:gd name="connsiteY7461" fmla="*/ 3389748 h 4489084"/>
              <a:gd name="connsiteX7462" fmla="*/ 4867703 w 5158787"/>
              <a:gd name="connsiteY7462" fmla="*/ 3389392 h 4489084"/>
              <a:gd name="connsiteX7463" fmla="*/ 4890979 w 5158787"/>
              <a:gd name="connsiteY7463" fmla="*/ 3389392 h 4489084"/>
              <a:gd name="connsiteX7464" fmla="*/ 4892400 w 5158787"/>
              <a:gd name="connsiteY7464" fmla="*/ 3390221 h 4489084"/>
              <a:gd name="connsiteX7465" fmla="*/ 4904008 w 5158787"/>
              <a:gd name="connsiteY7465" fmla="*/ 3410417 h 4489084"/>
              <a:gd name="connsiteX7466" fmla="*/ 4904008 w 5158787"/>
              <a:gd name="connsiteY7466" fmla="*/ 3412075 h 4489084"/>
              <a:gd name="connsiteX7467" fmla="*/ 4892341 w 5158787"/>
              <a:gd name="connsiteY7467" fmla="*/ 3432271 h 4489084"/>
              <a:gd name="connsiteX7468" fmla="*/ 4890919 w 5158787"/>
              <a:gd name="connsiteY7468" fmla="*/ 3433100 h 4489084"/>
              <a:gd name="connsiteX7469" fmla="*/ 4867644 w 5158787"/>
              <a:gd name="connsiteY7469" fmla="*/ 3433100 h 4489084"/>
              <a:gd name="connsiteX7470" fmla="*/ 4866222 w 5158787"/>
              <a:gd name="connsiteY7470" fmla="*/ 3432271 h 4489084"/>
              <a:gd name="connsiteX7471" fmla="*/ 4854614 w 5158787"/>
              <a:gd name="connsiteY7471" fmla="*/ 3412075 h 4489084"/>
              <a:gd name="connsiteX7472" fmla="*/ 4854614 w 5158787"/>
              <a:gd name="connsiteY7472" fmla="*/ 3410417 h 4489084"/>
              <a:gd name="connsiteX7473" fmla="*/ 4866281 w 5158787"/>
              <a:gd name="connsiteY7473" fmla="*/ 3390221 h 4489084"/>
              <a:gd name="connsiteX7474" fmla="*/ 4867703 w 5158787"/>
              <a:gd name="connsiteY7474" fmla="*/ 3389392 h 4489084"/>
              <a:gd name="connsiteX7475" fmla="*/ 2770958 w 5158787"/>
              <a:gd name="connsiteY7475" fmla="*/ 3389096 h 4489084"/>
              <a:gd name="connsiteX7476" fmla="*/ 2794589 w 5158787"/>
              <a:gd name="connsiteY7476" fmla="*/ 3389096 h 4489084"/>
              <a:gd name="connsiteX7477" fmla="*/ 2796010 w 5158787"/>
              <a:gd name="connsiteY7477" fmla="*/ 3389925 h 4489084"/>
              <a:gd name="connsiteX7478" fmla="*/ 2807796 w 5158787"/>
              <a:gd name="connsiteY7478" fmla="*/ 3410417 h 4489084"/>
              <a:gd name="connsiteX7479" fmla="*/ 2807796 w 5158787"/>
              <a:gd name="connsiteY7479" fmla="*/ 3412075 h 4489084"/>
              <a:gd name="connsiteX7480" fmla="*/ 2795951 w 5158787"/>
              <a:gd name="connsiteY7480" fmla="*/ 3432567 h 4489084"/>
              <a:gd name="connsiteX7481" fmla="*/ 2794529 w 5158787"/>
              <a:gd name="connsiteY7481" fmla="*/ 3433397 h 4489084"/>
              <a:gd name="connsiteX7482" fmla="*/ 2770898 w 5158787"/>
              <a:gd name="connsiteY7482" fmla="*/ 3433397 h 4489084"/>
              <a:gd name="connsiteX7483" fmla="*/ 2769477 w 5158787"/>
              <a:gd name="connsiteY7483" fmla="*/ 3432567 h 4489084"/>
              <a:gd name="connsiteX7484" fmla="*/ 2757691 w 5158787"/>
              <a:gd name="connsiteY7484" fmla="*/ 3412075 h 4489084"/>
              <a:gd name="connsiteX7485" fmla="*/ 2757691 w 5158787"/>
              <a:gd name="connsiteY7485" fmla="*/ 3410417 h 4489084"/>
              <a:gd name="connsiteX7486" fmla="*/ 2769536 w 5158787"/>
              <a:gd name="connsiteY7486" fmla="*/ 3389925 h 4489084"/>
              <a:gd name="connsiteX7487" fmla="*/ 2770958 w 5158787"/>
              <a:gd name="connsiteY7487" fmla="*/ 3389096 h 4489084"/>
              <a:gd name="connsiteX7488" fmla="*/ 2906050 w 5158787"/>
              <a:gd name="connsiteY7488" fmla="*/ 3388919 h 4489084"/>
              <a:gd name="connsiteX7489" fmla="*/ 2929917 w 5158787"/>
              <a:gd name="connsiteY7489" fmla="*/ 3388919 h 4489084"/>
              <a:gd name="connsiteX7490" fmla="*/ 2931398 w 5158787"/>
              <a:gd name="connsiteY7490" fmla="*/ 3389748 h 4489084"/>
              <a:gd name="connsiteX7491" fmla="*/ 2943302 w 5158787"/>
              <a:gd name="connsiteY7491" fmla="*/ 3410418 h 4489084"/>
              <a:gd name="connsiteX7492" fmla="*/ 2943302 w 5158787"/>
              <a:gd name="connsiteY7492" fmla="*/ 3412076 h 4489084"/>
              <a:gd name="connsiteX7493" fmla="*/ 2931398 w 5158787"/>
              <a:gd name="connsiteY7493" fmla="*/ 3432745 h 4489084"/>
              <a:gd name="connsiteX7494" fmla="*/ 2929917 w 5158787"/>
              <a:gd name="connsiteY7494" fmla="*/ 3433575 h 4489084"/>
              <a:gd name="connsiteX7495" fmla="*/ 2906050 w 5158787"/>
              <a:gd name="connsiteY7495" fmla="*/ 3433575 h 4489084"/>
              <a:gd name="connsiteX7496" fmla="*/ 2904569 w 5158787"/>
              <a:gd name="connsiteY7496" fmla="*/ 3432745 h 4489084"/>
              <a:gd name="connsiteX7497" fmla="*/ 2892665 w 5158787"/>
              <a:gd name="connsiteY7497" fmla="*/ 3412076 h 4489084"/>
              <a:gd name="connsiteX7498" fmla="*/ 2892665 w 5158787"/>
              <a:gd name="connsiteY7498" fmla="*/ 3410418 h 4489084"/>
              <a:gd name="connsiteX7499" fmla="*/ 2904569 w 5158787"/>
              <a:gd name="connsiteY7499" fmla="*/ 3389748 h 4489084"/>
              <a:gd name="connsiteX7500" fmla="*/ 2906050 w 5158787"/>
              <a:gd name="connsiteY7500" fmla="*/ 3388919 h 4489084"/>
              <a:gd name="connsiteX7501" fmla="*/ 3041319 w 5158787"/>
              <a:gd name="connsiteY7501" fmla="*/ 3388800 h 4489084"/>
              <a:gd name="connsiteX7502" fmla="*/ 3065246 w 5158787"/>
              <a:gd name="connsiteY7502" fmla="*/ 3388800 h 4489084"/>
              <a:gd name="connsiteX7503" fmla="*/ 3066727 w 5158787"/>
              <a:gd name="connsiteY7503" fmla="*/ 3389629 h 4489084"/>
              <a:gd name="connsiteX7504" fmla="*/ 3078690 w 5158787"/>
              <a:gd name="connsiteY7504" fmla="*/ 3410358 h 4489084"/>
              <a:gd name="connsiteX7505" fmla="*/ 3078690 w 5158787"/>
              <a:gd name="connsiteY7505" fmla="*/ 3412075 h 4489084"/>
              <a:gd name="connsiteX7506" fmla="*/ 3066727 w 5158787"/>
              <a:gd name="connsiteY7506" fmla="*/ 3432804 h 4489084"/>
              <a:gd name="connsiteX7507" fmla="*/ 3065246 w 5158787"/>
              <a:gd name="connsiteY7507" fmla="*/ 3433633 h 4489084"/>
              <a:gd name="connsiteX7508" fmla="*/ 3041319 w 5158787"/>
              <a:gd name="connsiteY7508" fmla="*/ 3433633 h 4489084"/>
              <a:gd name="connsiteX7509" fmla="*/ 3039839 w 5158787"/>
              <a:gd name="connsiteY7509" fmla="*/ 3432804 h 4489084"/>
              <a:gd name="connsiteX7510" fmla="*/ 3027875 w 5158787"/>
              <a:gd name="connsiteY7510" fmla="*/ 3412075 h 4489084"/>
              <a:gd name="connsiteX7511" fmla="*/ 3027875 w 5158787"/>
              <a:gd name="connsiteY7511" fmla="*/ 3410358 h 4489084"/>
              <a:gd name="connsiteX7512" fmla="*/ 3039839 w 5158787"/>
              <a:gd name="connsiteY7512" fmla="*/ 3389629 h 4489084"/>
              <a:gd name="connsiteX7513" fmla="*/ 3041319 w 5158787"/>
              <a:gd name="connsiteY7513" fmla="*/ 3388800 h 4489084"/>
              <a:gd name="connsiteX7514" fmla="*/ 4262186 w 5158787"/>
              <a:gd name="connsiteY7514" fmla="*/ 3336801 h 4489084"/>
              <a:gd name="connsiteX7515" fmla="*/ 4279065 w 5158787"/>
              <a:gd name="connsiteY7515" fmla="*/ 3336801 h 4489084"/>
              <a:gd name="connsiteX7516" fmla="*/ 4280072 w 5158787"/>
              <a:gd name="connsiteY7516" fmla="*/ 3337393 h 4489084"/>
              <a:gd name="connsiteX7517" fmla="*/ 4288481 w 5158787"/>
              <a:gd name="connsiteY7517" fmla="*/ 3352022 h 4489084"/>
              <a:gd name="connsiteX7518" fmla="*/ 4288481 w 5158787"/>
              <a:gd name="connsiteY7518" fmla="*/ 3353206 h 4489084"/>
              <a:gd name="connsiteX7519" fmla="*/ 4280013 w 5158787"/>
              <a:gd name="connsiteY7519" fmla="*/ 3367835 h 4489084"/>
              <a:gd name="connsiteX7520" fmla="*/ 4279005 w 5158787"/>
              <a:gd name="connsiteY7520" fmla="*/ 3368427 h 4489084"/>
              <a:gd name="connsiteX7521" fmla="*/ 4262126 w 5158787"/>
              <a:gd name="connsiteY7521" fmla="*/ 3368427 h 4489084"/>
              <a:gd name="connsiteX7522" fmla="*/ 4261119 w 5158787"/>
              <a:gd name="connsiteY7522" fmla="*/ 3367835 h 4489084"/>
              <a:gd name="connsiteX7523" fmla="*/ 4252710 w 5158787"/>
              <a:gd name="connsiteY7523" fmla="*/ 3353206 h 4489084"/>
              <a:gd name="connsiteX7524" fmla="*/ 4252710 w 5158787"/>
              <a:gd name="connsiteY7524" fmla="*/ 3352022 h 4489084"/>
              <a:gd name="connsiteX7525" fmla="*/ 4261179 w 5158787"/>
              <a:gd name="connsiteY7525" fmla="*/ 3337393 h 4489084"/>
              <a:gd name="connsiteX7526" fmla="*/ 4262186 w 5158787"/>
              <a:gd name="connsiteY7526" fmla="*/ 3336801 h 4489084"/>
              <a:gd name="connsiteX7527" fmla="*/ 4059221 w 5158787"/>
              <a:gd name="connsiteY7527" fmla="*/ 3336682 h 4489084"/>
              <a:gd name="connsiteX7528" fmla="*/ 4076219 w 5158787"/>
              <a:gd name="connsiteY7528" fmla="*/ 3336682 h 4489084"/>
              <a:gd name="connsiteX7529" fmla="*/ 4077285 w 5158787"/>
              <a:gd name="connsiteY7529" fmla="*/ 3337274 h 4489084"/>
              <a:gd name="connsiteX7530" fmla="*/ 4085754 w 5158787"/>
              <a:gd name="connsiteY7530" fmla="*/ 3352021 h 4489084"/>
              <a:gd name="connsiteX7531" fmla="*/ 4085754 w 5158787"/>
              <a:gd name="connsiteY7531" fmla="*/ 3353206 h 4489084"/>
              <a:gd name="connsiteX7532" fmla="*/ 4077226 w 5158787"/>
              <a:gd name="connsiteY7532" fmla="*/ 3367953 h 4489084"/>
              <a:gd name="connsiteX7533" fmla="*/ 4076160 w 5158787"/>
              <a:gd name="connsiteY7533" fmla="*/ 3368545 h 4489084"/>
              <a:gd name="connsiteX7534" fmla="*/ 4059162 w 5158787"/>
              <a:gd name="connsiteY7534" fmla="*/ 3368545 h 4489084"/>
              <a:gd name="connsiteX7535" fmla="*/ 4058096 w 5158787"/>
              <a:gd name="connsiteY7535" fmla="*/ 3367953 h 4489084"/>
              <a:gd name="connsiteX7536" fmla="*/ 4049627 w 5158787"/>
              <a:gd name="connsiteY7536" fmla="*/ 3353206 h 4489084"/>
              <a:gd name="connsiteX7537" fmla="*/ 4049627 w 5158787"/>
              <a:gd name="connsiteY7537" fmla="*/ 3352021 h 4489084"/>
              <a:gd name="connsiteX7538" fmla="*/ 4058156 w 5158787"/>
              <a:gd name="connsiteY7538" fmla="*/ 3337274 h 4489084"/>
              <a:gd name="connsiteX7539" fmla="*/ 4059221 w 5158787"/>
              <a:gd name="connsiteY7539" fmla="*/ 3336682 h 4489084"/>
              <a:gd name="connsiteX7540" fmla="*/ 3991468 w 5158787"/>
              <a:gd name="connsiteY7540" fmla="*/ 3336504 h 4489084"/>
              <a:gd name="connsiteX7541" fmla="*/ 4008702 w 5158787"/>
              <a:gd name="connsiteY7541" fmla="*/ 3336504 h 4489084"/>
              <a:gd name="connsiteX7542" fmla="*/ 4009768 w 5158787"/>
              <a:gd name="connsiteY7542" fmla="*/ 3337096 h 4489084"/>
              <a:gd name="connsiteX7543" fmla="*/ 4018356 w 5158787"/>
              <a:gd name="connsiteY7543" fmla="*/ 3352021 h 4489084"/>
              <a:gd name="connsiteX7544" fmla="*/ 4018356 w 5158787"/>
              <a:gd name="connsiteY7544" fmla="*/ 3353265 h 4489084"/>
              <a:gd name="connsiteX7545" fmla="*/ 4009709 w 5158787"/>
              <a:gd name="connsiteY7545" fmla="*/ 3368190 h 4489084"/>
              <a:gd name="connsiteX7546" fmla="*/ 4008643 w 5158787"/>
              <a:gd name="connsiteY7546" fmla="*/ 3368782 h 4489084"/>
              <a:gd name="connsiteX7547" fmla="*/ 3991409 w 5158787"/>
              <a:gd name="connsiteY7547" fmla="*/ 3368782 h 4489084"/>
              <a:gd name="connsiteX7548" fmla="*/ 3990342 w 5158787"/>
              <a:gd name="connsiteY7548" fmla="*/ 3368190 h 4489084"/>
              <a:gd name="connsiteX7549" fmla="*/ 3981755 w 5158787"/>
              <a:gd name="connsiteY7549" fmla="*/ 3353265 h 4489084"/>
              <a:gd name="connsiteX7550" fmla="*/ 3981755 w 5158787"/>
              <a:gd name="connsiteY7550" fmla="*/ 3352021 h 4489084"/>
              <a:gd name="connsiteX7551" fmla="*/ 3990401 w 5158787"/>
              <a:gd name="connsiteY7551" fmla="*/ 3337096 h 4489084"/>
              <a:gd name="connsiteX7552" fmla="*/ 3991468 w 5158787"/>
              <a:gd name="connsiteY7552" fmla="*/ 3336504 h 4489084"/>
              <a:gd name="connsiteX7553" fmla="*/ 3856079 w 5158787"/>
              <a:gd name="connsiteY7553" fmla="*/ 3336208 h 4489084"/>
              <a:gd name="connsiteX7554" fmla="*/ 3873610 w 5158787"/>
              <a:gd name="connsiteY7554" fmla="*/ 3336208 h 4489084"/>
              <a:gd name="connsiteX7555" fmla="*/ 3874675 w 5158787"/>
              <a:gd name="connsiteY7555" fmla="*/ 3336800 h 4489084"/>
              <a:gd name="connsiteX7556" fmla="*/ 3883441 w 5158787"/>
              <a:gd name="connsiteY7556" fmla="*/ 3352021 h 4489084"/>
              <a:gd name="connsiteX7557" fmla="*/ 3883441 w 5158787"/>
              <a:gd name="connsiteY7557" fmla="*/ 3353265 h 4489084"/>
              <a:gd name="connsiteX7558" fmla="*/ 3874675 w 5158787"/>
              <a:gd name="connsiteY7558" fmla="*/ 3368486 h 4489084"/>
              <a:gd name="connsiteX7559" fmla="*/ 3873610 w 5158787"/>
              <a:gd name="connsiteY7559" fmla="*/ 3369078 h 4489084"/>
              <a:gd name="connsiteX7560" fmla="*/ 3856079 w 5158787"/>
              <a:gd name="connsiteY7560" fmla="*/ 3369078 h 4489084"/>
              <a:gd name="connsiteX7561" fmla="*/ 3855013 w 5158787"/>
              <a:gd name="connsiteY7561" fmla="*/ 3368486 h 4489084"/>
              <a:gd name="connsiteX7562" fmla="*/ 3846248 w 5158787"/>
              <a:gd name="connsiteY7562" fmla="*/ 3353265 h 4489084"/>
              <a:gd name="connsiteX7563" fmla="*/ 3846248 w 5158787"/>
              <a:gd name="connsiteY7563" fmla="*/ 3352021 h 4489084"/>
              <a:gd name="connsiteX7564" fmla="*/ 3855013 w 5158787"/>
              <a:gd name="connsiteY7564" fmla="*/ 3336800 h 4489084"/>
              <a:gd name="connsiteX7565" fmla="*/ 3856079 w 5158787"/>
              <a:gd name="connsiteY7565" fmla="*/ 3336208 h 4489084"/>
              <a:gd name="connsiteX7566" fmla="*/ 4194136 w 5158787"/>
              <a:gd name="connsiteY7566" fmla="*/ 3335971 h 4489084"/>
              <a:gd name="connsiteX7567" fmla="*/ 4211904 w 5158787"/>
              <a:gd name="connsiteY7567" fmla="*/ 3335971 h 4489084"/>
              <a:gd name="connsiteX7568" fmla="*/ 4212970 w 5158787"/>
              <a:gd name="connsiteY7568" fmla="*/ 3336622 h 4489084"/>
              <a:gd name="connsiteX7569" fmla="*/ 4221853 w 5158787"/>
              <a:gd name="connsiteY7569" fmla="*/ 3352021 h 4489084"/>
              <a:gd name="connsiteX7570" fmla="*/ 4221853 w 5158787"/>
              <a:gd name="connsiteY7570" fmla="*/ 3353265 h 4489084"/>
              <a:gd name="connsiteX7571" fmla="*/ 4212970 w 5158787"/>
              <a:gd name="connsiteY7571" fmla="*/ 3368663 h 4489084"/>
              <a:gd name="connsiteX7572" fmla="*/ 4211904 w 5158787"/>
              <a:gd name="connsiteY7572" fmla="*/ 3369315 h 4489084"/>
              <a:gd name="connsiteX7573" fmla="*/ 4194136 w 5158787"/>
              <a:gd name="connsiteY7573" fmla="*/ 3369315 h 4489084"/>
              <a:gd name="connsiteX7574" fmla="*/ 4193070 w 5158787"/>
              <a:gd name="connsiteY7574" fmla="*/ 3368663 h 4489084"/>
              <a:gd name="connsiteX7575" fmla="*/ 4184186 w 5158787"/>
              <a:gd name="connsiteY7575" fmla="*/ 3353265 h 4489084"/>
              <a:gd name="connsiteX7576" fmla="*/ 4184186 w 5158787"/>
              <a:gd name="connsiteY7576" fmla="*/ 3352021 h 4489084"/>
              <a:gd name="connsiteX7577" fmla="*/ 4193070 w 5158787"/>
              <a:gd name="connsiteY7577" fmla="*/ 3336622 h 4489084"/>
              <a:gd name="connsiteX7578" fmla="*/ 4194136 w 5158787"/>
              <a:gd name="connsiteY7578" fmla="*/ 3335971 h 4489084"/>
              <a:gd name="connsiteX7579" fmla="*/ 3788267 w 5158787"/>
              <a:gd name="connsiteY7579" fmla="*/ 3335853 h 4489084"/>
              <a:gd name="connsiteX7580" fmla="*/ 3806153 w 5158787"/>
              <a:gd name="connsiteY7580" fmla="*/ 3335853 h 4489084"/>
              <a:gd name="connsiteX7581" fmla="*/ 3807219 w 5158787"/>
              <a:gd name="connsiteY7581" fmla="*/ 3336504 h 4489084"/>
              <a:gd name="connsiteX7582" fmla="*/ 3816161 w 5158787"/>
              <a:gd name="connsiteY7582" fmla="*/ 3352022 h 4489084"/>
              <a:gd name="connsiteX7583" fmla="*/ 3816161 w 5158787"/>
              <a:gd name="connsiteY7583" fmla="*/ 3353265 h 4489084"/>
              <a:gd name="connsiteX7584" fmla="*/ 3807219 w 5158787"/>
              <a:gd name="connsiteY7584" fmla="*/ 3368782 h 4489084"/>
              <a:gd name="connsiteX7585" fmla="*/ 3806153 w 5158787"/>
              <a:gd name="connsiteY7585" fmla="*/ 3369434 h 4489084"/>
              <a:gd name="connsiteX7586" fmla="*/ 3788267 w 5158787"/>
              <a:gd name="connsiteY7586" fmla="*/ 3369434 h 4489084"/>
              <a:gd name="connsiteX7587" fmla="*/ 3787201 w 5158787"/>
              <a:gd name="connsiteY7587" fmla="*/ 3368782 h 4489084"/>
              <a:gd name="connsiteX7588" fmla="*/ 3778258 w 5158787"/>
              <a:gd name="connsiteY7588" fmla="*/ 3353265 h 4489084"/>
              <a:gd name="connsiteX7589" fmla="*/ 3778258 w 5158787"/>
              <a:gd name="connsiteY7589" fmla="*/ 3352022 h 4489084"/>
              <a:gd name="connsiteX7590" fmla="*/ 3787201 w 5158787"/>
              <a:gd name="connsiteY7590" fmla="*/ 3336504 h 4489084"/>
              <a:gd name="connsiteX7591" fmla="*/ 3788267 w 5158787"/>
              <a:gd name="connsiteY7591" fmla="*/ 3335853 h 4489084"/>
              <a:gd name="connsiteX7592" fmla="*/ 4126382 w 5158787"/>
              <a:gd name="connsiteY7592" fmla="*/ 3335793 h 4489084"/>
              <a:gd name="connsiteX7593" fmla="*/ 4144387 w 5158787"/>
              <a:gd name="connsiteY7593" fmla="*/ 3335793 h 4489084"/>
              <a:gd name="connsiteX7594" fmla="*/ 4145512 w 5158787"/>
              <a:gd name="connsiteY7594" fmla="*/ 3336445 h 4489084"/>
              <a:gd name="connsiteX7595" fmla="*/ 4154514 w 5158787"/>
              <a:gd name="connsiteY7595" fmla="*/ 3352021 h 4489084"/>
              <a:gd name="connsiteX7596" fmla="*/ 4154514 w 5158787"/>
              <a:gd name="connsiteY7596" fmla="*/ 3353264 h 4489084"/>
              <a:gd name="connsiteX7597" fmla="*/ 4145512 w 5158787"/>
              <a:gd name="connsiteY7597" fmla="*/ 3368841 h 4489084"/>
              <a:gd name="connsiteX7598" fmla="*/ 4144387 w 5158787"/>
              <a:gd name="connsiteY7598" fmla="*/ 3369492 h 4489084"/>
              <a:gd name="connsiteX7599" fmla="*/ 4126382 w 5158787"/>
              <a:gd name="connsiteY7599" fmla="*/ 3369492 h 4489084"/>
              <a:gd name="connsiteX7600" fmla="*/ 4125257 w 5158787"/>
              <a:gd name="connsiteY7600" fmla="*/ 3368841 h 4489084"/>
              <a:gd name="connsiteX7601" fmla="*/ 4116255 w 5158787"/>
              <a:gd name="connsiteY7601" fmla="*/ 3353264 h 4489084"/>
              <a:gd name="connsiteX7602" fmla="*/ 4116255 w 5158787"/>
              <a:gd name="connsiteY7602" fmla="*/ 3352021 h 4489084"/>
              <a:gd name="connsiteX7603" fmla="*/ 4125257 w 5158787"/>
              <a:gd name="connsiteY7603" fmla="*/ 3336445 h 4489084"/>
              <a:gd name="connsiteX7604" fmla="*/ 4126382 w 5158787"/>
              <a:gd name="connsiteY7604" fmla="*/ 3335793 h 4489084"/>
              <a:gd name="connsiteX7605" fmla="*/ 4396745 w 5158787"/>
              <a:gd name="connsiteY7605" fmla="*/ 3335438 h 4489084"/>
              <a:gd name="connsiteX7606" fmla="*/ 4415045 w 5158787"/>
              <a:gd name="connsiteY7606" fmla="*/ 3335438 h 4489084"/>
              <a:gd name="connsiteX7607" fmla="*/ 4416171 w 5158787"/>
              <a:gd name="connsiteY7607" fmla="*/ 3336090 h 4489084"/>
              <a:gd name="connsiteX7608" fmla="*/ 4425351 w 5158787"/>
              <a:gd name="connsiteY7608" fmla="*/ 3351962 h 4489084"/>
              <a:gd name="connsiteX7609" fmla="*/ 4425351 w 5158787"/>
              <a:gd name="connsiteY7609" fmla="*/ 3353265 h 4489084"/>
              <a:gd name="connsiteX7610" fmla="*/ 4416171 w 5158787"/>
              <a:gd name="connsiteY7610" fmla="*/ 3369137 h 4489084"/>
              <a:gd name="connsiteX7611" fmla="*/ 4415045 w 5158787"/>
              <a:gd name="connsiteY7611" fmla="*/ 3369789 h 4489084"/>
              <a:gd name="connsiteX7612" fmla="*/ 4396745 w 5158787"/>
              <a:gd name="connsiteY7612" fmla="*/ 3369789 h 4489084"/>
              <a:gd name="connsiteX7613" fmla="*/ 4395620 w 5158787"/>
              <a:gd name="connsiteY7613" fmla="*/ 3369137 h 4489084"/>
              <a:gd name="connsiteX7614" fmla="*/ 4386440 w 5158787"/>
              <a:gd name="connsiteY7614" fmla="*/ 3353265 h 4489084"/>
              <a:gd name="connsiteX7615" fmla="*/ 4386440 w 5158787"/>
              <a:gd name="connsiteY7615" fmla="*/ 3351962 h 4489084"/>
              <a:gd name="connsiteX7616" fmla="*/ 4395620 w 5158787"/>
              <a:gd name="connsiteY7616" fmla="*/ 3336090 h 4489084"/>
              <a:gd name="connsiteX7617" fmla="*/ 4396745 w 5158787"/>
              <a:gd name="connsiteY7617" fmla="*/ 3335438 h 4489084"/>
              <a:gd name="connsiteX7618" fmla="*/ 3585066 w 5158787"/>
              <a:gd name="connsiteY7618" fmla="*/ 3335261 h 4489084"/>
              <a:gd name="connsiteX7619" fmla="*/ 3603603 w 5158787"/>
              <a:gd name="connsiteY7619" fmla="*/ 3335261 h 4489084"/>
              <a:gd name="connsiteX7620" fmla="*/ 3604728 w 5158787"/>
              <a:gd name="connsiteY7620" fmla="*/ 3335912 h 4489084"/>
              <a:gd name="connsiteX7621" fmla="*/ 3613967 w 5158787"/>
              <a:gd name="connsiteY7621" fmla="*/ 3351963 h 4489084"/>
              <a:gd name="connsiteX7622" fmla="*/ 3613967 w 5158787"/>
              <a:gd name="connsiteY7622" fmla="*/ 3353265 h 4489084"/>
              <a:gd name="connsiteX7623" fmla="*/ 3604669 w 5158787"/>
              <a:gd name="connsiteY7623" fmla="*/ 3369315 h 4489084"/>
              <a:gd name="connsiteX7624" fmla="*/ 3603544 w 5158787"/>
              <a:gd name="connsiteY7624" fmla="*/ 3369967 h 4489084"/>
              <a:gd name="connsiteX7625" fmla="*/ 3585006 w 5158787"/>
              <a:gd name="connsiteY7625" fmla="*/ 3369967 h 4489084"/>
              <a:gd name="connsiteX7626" fmla="*/ 3583881 w 5158787"/>
              <a:gd name="connsiteY7626" fmla="*/ 3369315 h 4489084"/>
              <a:gd name="connsiteX7627" fmla="*/ 3574642 w 5158787"/>
              <a:gd name="connsiteY7627" fmla="*/ 3353265 h 4489084"/>
              <a:gd name="connsiteX7628" fmla="*/ 3574642 w 5158787"/>
              <a:gd name="connsiteY7628" fmla="*/ 3351963 h 4489084"/>
              <a:gd name="connsiteX7629" fmla="*/ 3583940 w 5158787"/>
              <a:gd name="connsiteY7629" fmla="*/ 3335912 h 4489084"/>
              <a:gd name="connsiteX7630" fmla="*/ 3585066 w 5158787"/>
              <a:gd name="connsiteY7630" fmla="*/ 3335261 h 4489084"/>
              <a:gd name="connsiteX7631" fmla="*/ 4328933 w 5158787"/>
              <a:gd name="connsiteY7631" fmla="*/ 3335142 h 4489084"/>
              <a:gd name="connsiteX7632" fmla="*/ 4347589 w 5158787"/>
              <a:gd name="connsiteY7632" fmla="*/ 3335142 h 4489084"/>
              <a:gd name="connsiteX7633" fmla="*/ 4348714 w 5158787"/>
              <a:gd name="connsiteY7633" fmla="*/ 3335793 h 4489084"/>
              <a:gd name="connsiteX7634" fmla="*/ 4358013 w 5158787"/>
              <a:gd name="connsiteY7634" fmla="*/ 3351962 h 4489084"/>
              <a:gd name="connsiteX7635" fmla="*/ 4358013 w 5158787"/>
              <a:gd name="connsiteY7635" fmla="*/ 3353265 h 4489084"/>
              <a:gd name="connsiteX7636" fmla="*/ 4348655 w 5158787"/>
              <a:gd name="connsiteY7636" fmla="*/ 3369433 h 4489084"/>
              <a:gd name="connsiteX7637" fmla="*/ 4347530 w 5158787"/>
              <a:gd name="connsiteY7637" fmla="*/ 3370085 h 4489084"/>
              <a:gd name="connsiteX7638" fmla="*/ 4328874 w 5158787"/>
              <a:gd name="connsiteY7638" fmla="*/ 3370085 h 4489084"/>
              <a:gd name="connsiteX7639" fmla="*/ 4327748 w 5158787"/>
              <a:gd name="connsiteY7639" fmla="*/ 3369433 h 4489084"/>
              <a:gd name="connsiteX7640" fmla="*/ 4318450 w 5158787"/>
              <a:gd name="connsiteY7640" fmla="*/ 3353265 h 4489084"/>
              <a:gd name="connsiteX7641" fmla="*/ 4318450 w 5158787"/>
              <a:gd name="connsiteY7641" fmla="*/ 3351962 h 4489084"/>
              <a:gd name="connsiteX7642" fmla="*/ 4327807 w 5158787"/>
              <a:gd name="connsiteY7642" fmla="*/ 3335793 h 4489084"/>
              <a:gd name="connsiteX7643" fmla="*/ 4328933 w 5158787"/>
              <a:gd name="connsiteY7643" fmla="*/ 3335142 h 4489084"/>
              <a:gd name="connsiteX7644" fmla="*/ 3923182 w 5158787"/>
              <a:gd name="connsiteY7644" fmla="*/ 3335142 h 4489084"/>
              <a:gd name="connsiteX7645" fmla="*/ 3941838 w 5158787"/>
              <a:gd name="connsiteY7645" fmla="*/ 3335142 h 4489084"/>
              <a:gd name="connsiteX7646" fmla="*/ 3942963 w 5158787"/>
              <a:gd name="connsiteY7646" fmla="*/ 3335793 h 4489084"/>
              <a:gd name="connsiteX7647" fmla="*/ 3952262 w 5158787"/>
              <a:gd name="connsiteY7647" fmla="*/ 3351962 h 4489084"/>
              <a:gd name="connsiteX7648" fmla="*/ 3952262 w 5158787"/>
              <a:gd name="connsiteY7648" fmla="*/ 3353265 h 4489084"/>
              <a:gd name="connsiteX7649" fmla="*/ 3942904 w 5158787"/>
              <a:gd name="connsiteY7649" fmla="*/ 3369433 h 4489084"/>
              <a:gd name="connsiteX7650" fmla="*/ 3941779 w 5158787"/>
              <a:gd name="connsiteY7650" fmla="*/ 3370085 h 4489084"/>
              <a:gd name="connsiteX7651" fmla="*/ 3923123 w 5158787"/>
              <a:gd name="connsiteY7651" fmla="*/ 3370085 h 4489084"/>
              <a:gd name="connsiteX7652" fmla="*/ 3921997 w 5158787"/>
              <a:gd name="connsiteY7652" fmla="*/ 3369433 h 4489084"/>
              <a:gd name="connsiteX7653" fmla="*/ 3912699 w 5158787"/>
              <a:gd name="connsiteY7653" fmla="*/ 3353265 h 4489084"/>
              <a:gd name="connsiteX7654" fmla="*/ 3912699 w 5158787"/>
              <a:gd name="connsiteY7654" fmla="*/ 3351962 h 4489084"/>
              <a:gd name="connsiteX7655" fmla="*/ 3922056 w 5158787"/>
              <a:gd name="connsiteY7655" fmla="*/ 3335793 h 4489084"/>
              <a:gd name="connsiteX7656" fmla="*/ 3923182 w 5158787"/>
              <a:gd name="connsiteY7656" fmla="*/ 3335142 h 4489084"/>
              <a:gd name="connsiteX7657" fmla="*/ 3720276 w 5158787"/>
              <a:gd name="connsiteY7657" fmla="*/ 3335142 h 4489084"/>
              <a:gd name="connsiteX7658" fmla="*/ 3738932 w 5158787"/>
              <a:gd name="connsiteY7658" fmla="*/ 3335142 h 4489084"/>
              <a:gd name="connsiteX7659" fmla="*/ 3740057 w 5158787"/>
              <a:gd name="connsiteY7659" fmla="*/ 3335793 h 4489084"/>
              <a:gd name="connsiteX7660" fmla="*/ 3749356 w 5158787"/>
              <a:gd name="connsiteY7660" fmla="*/ 3351962 h 4489084"/>
              <a:gd name="connsiteX7661" fmla="*/ 3749356 w 5158787"/>
              <a:gd name="connsiteY7661" fmla="*/ 3353265 h 4489084"/>
              <a:gd name="connsiteX7662" fmla="*/ 3739998 w 5158787"/>
              <a:gd name="connsiteY7662" fmla="*/ 3369433 h 4489084"/>
              <a:gd name="connsiteX7663" fmla="*/ 3738873 w 5158787"/>
              <a:gd name="connsiteY7663" fmla="*/ 3370085 h 4489084"/>
              <a:gd name="connsiteX7664" fmla="*/ 3720217 w 5158787"/>
              <a:gd name="connsiteY7664" fmla="*/ 3370085 h 4489084"/>
              <a:gd name="connsiteX7665" fmla="*/ 3719092 w 5158787"/>
              <a:gd name="connsiteY7665" fmla="*/ 3369433 h 4489084"/>
              <a:gd name="connsiteX7666" fmla="*/ 3709793 w 5158787"/>
              <a:gd name="connsiteY7666" fmla="*/ 3353265 h 4489084"/>
              <a:gd name="connsiteX7667" fmla="*/ 3709793 w 5158787"/>
              <a:gd name="connsiteY7667" fmla="*/ 3351962 h 4489084"/>
              <a:gd name="connsiteX7668" fmla="*/ 3719150 w 5158787"/>
              <a:gd name="connsiteY7668" fmla="*/ 3335793 h 4489084"/>
              <a:gd name="connsiteX7669" fmla="*/ 3720276 w 5158787"/>
              <a:gd name="connsiteY7669" fmla="*/ 3335142 h 4489084"/>
              <a:gd name="connsiteX7670" fmla="*/ 3517371 w 5158787"/>
              <a:gd name="connsiteY7670" fmla="*/ 3335142 h 4489084"/>
              <a:gd name="connsiteX7671" fmla="*/ 3536027 w 5158787"/>
              <a:gd name="connsiteY7671" fmla="*/ 3335142 h 4489084"/>
              <a:gd name="connsiteX7672" fmla="*/ 3537152 w 5158787"/>
              <a:gd name="connsiteY7672" fmla="*/ 3335793 h 4489084"/>
              <a:gd name="connsiteX7673" fmla="*/ 3546451 w 5158787"/>
              <a:gd name="connsiteY7673" fmla="*/ 3351962 h 4489084"/>
              <a:gd name="connsiteX7674" fmla="*/ 3546451 w 5158787"/>
              <a:gd name="connsiteY7674" fmla="*/ 3353265 h 4489084"/>
              <a:gd name="connsiteX7675" fmla="*/ 3537093 w 5158787"/>
              <a:gd name="connsiteY7675" fmla="*/ 3369433 h 4489084"/>
              <a:gd name="connsiteX7676" fmla="*/ 3535968 w 5158787"/>
              <a:gd name="connsiteY7676" fmla="*/ 3370085 h 4489084"/>
              <a:gd name="connsiteX7677" fmla="*/ 3517312 w 5158787"/>
              <a:gd name="connsiteY7677" fmla="*/ 3370085 h 4489084"/>
              <a:gd name="connsiteX7678" fmla="*/ 3516187 w 5158787"/>
              <a:gd name="connsiteY7678" fmla="*/ 3369433 h 4489084"/>
              <a:gd name="connsiteX7679" fmla="*/ 3506888 w 5158787"/>
              <a:gd name="connsiteY7679" fmla="*/ 3353265 h 4489084"/>
              <a:gd name="connsiteX7680" fmla="*/ 3506888 w 5158787"/>
              <a:gd name="connsiteY7680" fmla="*/ 3351962 h 4489084"/>
              <a:gd name="connsiteX7681" fmla="*/ 3516246 w 5158787"/>
              <a:gd name="connsiteY7681" fmla="*/ 3335793 h 4489084"/>
              <a:gd name="connsiteX7682" fmla="*/ 3517371 w 5158787"/>
              <a:gd name="connsiteY7682" fmla="*/ 3335142 h 4489084"/>
              <a:gd name="connsiteX7683" fmla="*/ 4464084 w 5158787"/>
              <a:gd name="connsiteY7683" fmla="*/ 3334965 h 4489084"/>
              <a:gd name="connsiteX7684" fmla="*/ 4482977 w 5158787"/>
              <a:gd name="connsiteY7684" fmla="*/ 3334965 h 4489084"/>
              <a:gd name="connsiteX7685" fmla="*/ 4484102 w 5158787"/>
              <a:gd name="connsiteY7685" fmla="*/ 3335616 h 4489084"/>
              <a:gd name="connsiteX7686" fmla="*/ 4493518 w 5158787"/>
              <a:gd name="connsiteY7686" fmla="*/ 3351963 h 4489084"/>
              <a:gd name="connsiteX7687" fmla="*/ 4493518 w 5158787"/>
              <a:gd name="connsiteY7687" fmla="*/ 3353325 h 4489084"/>
              <a:gd name="connsiteX7688" fmla="*/ 4484102 w 5158787"/>
              <a:gd name="connsiteY7688" fmla="*/ 3369671 h 4489084"/>
              <a:gd name="connsiteX7689" fmla="*/ 4482977 w 5158787"/>
              <a:gd name="connsiteY7689" fmla="*/ 3370322 h 4489084"/>
              <a:gd name="connsiteX7690" fmla="*/ 4464084 w 5158787"/>
              <a:gd name="connsiteY7690" fmla="*/ 3370322 h 4489084"/>
              <a:gd name="connsiteX7691" fmla="*/ 4462959 w 5158787"/>
              <a:gd name="connsiteY7691" fmla="*/ 3369671 h 4489084"/>
              <a:gd name="connsiteX7692" fmla="*/ 4453541 w 5158787"/>
              <a:gd name="connsiteY7692" fmla="*/ 3353325 h 4489084"/>
              <a:gd name="connsiteX7693" fmla="*/ 4453541 w 5158787"/>
              <a:gd name="connsiteY7693" fmla="*/ 3351963 h 4489084"/>
              <a:gd name="connsiteX7694" fmla="*/ 4462959 w 5158787"/>
              <a:gd name="connsiteY7694" fmla="*/ 3335616 h 4489084"/>
              <a:gd name="connsiteX7695" fmla="*/ 4464084 w 5158787"/>
              <a:gd name="connsiteY7695" fmla="*/ 3334965 h 4489084"/>
              <a:gd name="connsiteX7696" fmla="*/ 5072681 w 5158787"/>
              <a:gd name="connsiteY7696" fmla="*/ 3334846 h 4489084"/>
              <a:gd name="connsiteX7697" fmla="*/ 5091692 w 5158787"/>
              <a:gd name="connsiteY7697" fmla="*/ 3334846 h 4489084"/>
              <a:gd name="connsiteX7698" fmla="*/ 5092877 w 5158787"/>
              <a:gd name="connsiteY7698" fmla="*/ 3335497 h 4489084"/>
              <a:gd name="connsiteX7699" fmla="*/ 5102353 w 5158787"/>
              <a:gd name="connsiteY7699" fmla="*/ 3351962 h 4489084"/>
              <a:gd name="connsiteX7700" fmla="*/ 5102353 w 5158787"/>
              <a:gd name="connsiteY7700" fmla="*/ 3353324 h 4489084"/>
              <a:gd name="connsiteX7701" fmla="*/ 5092877 w 5158787"/>
              <a:gd name="connsiteY7701" fmla="*/ 3369789 h 4489084"/>
              <a:gd name="connsiteX7702" fmla="*/ 5091692 w 5158787"/>
              <a:gd name="connsiteY7702" fmla="*/ 3370440 h 4489084"/>
              <a:gd name="connsiteX7703" fmla="*/ 5072681 w 5158787"/>
              <a:gd name="connsiteY7703" fmla="*/ 3370440 h 4489084"/>
              <a:gd name="connsiteX7704" fmla="*/ 5071497 w 5158787"/>
              <a:gd name="connsiteY7704" fmla="*/ 3369789 h 4489084"/>
              <a:gd name="connsiteX7705" fmla="*/ 5062021 w 5158787"/>
              <a:gd name="connsiteY7705" fmla="*/ 3353324 h 4489084"/>
              <a:gd name="connsiteX7706" fmla="*/ 5062021 w 5158787"/>
              <a:gd name="connsiteY7706" fmla="*/ 3351962 h 4489084"/>
              <a:gd name="connsiteX7707" fmla="*/ 5071497 w 5158787"/>
              <a:gd name="connsiteY7707" fmla="*/ 3335497 h 4489084"/>
              <a:gd name="connsiteX7708" fmla="*/ 5072681 w 5158787"/>
              <a:gd name="connsiteY7708" fmla="*/ 3334846 h 4489084"/>
              <a:gd name="connsiteX7709" fmla="*/ 3652167 w 5158787"/>
              <a:gd name="connsiteY7709" fmla="*/ 3334313 h 4489084"/>
              <a:gd name="connsiteX7710" fmla="*/ 3671712 w 5158787"/>
              <a:gd name="connsiteY7710" fmla="*/ 3334313 h 4489084"/>
              <a:gd name="connsiteX7711" fmla="*/ 3672896 w 5158787"/>
              <a:gd name="connsiteY7711" fmla="*/ 3335024 h 4489084"/>
              <a:gd name="connsiteX7712" fmla="*/ 3682668 w 5158787"/>
              <a:gd name="connsiteY7712" fmla="*/ 3351962 h 4489084"/>
              <a:gd name="connsiteX7713" fmla="*/ 3682668 w 5158787"/>
              <a:gd name="connsiteY7713" fmla="*/ 3353324 h 4489084"/>
              <a:gd name="connsiteX7714" fmla="*/ 3672896 w 5158787"/>
              <a:gd name="connsiteY7714" fmla="*/ 3370263 h 4489084"/>
              <a:gd name="connsiteX7715" fmla="*/ 3671712 w 5158787"/>
              <a:gd name="connsiteY7715" fmla="*/ 3370973 h 4489084"/>
              <a:gd name="connsiteX7716" fmla="*/ 3652167 w 5158787"/>
              <a:gd name="connsiteY7716" fmla="*/ 3370973 h 4489084"/>
              <a:gd name="connsiteX7717" fmla="*/ 3650983 w 5158787"/>
              <a:gd name="connsiteY7717" fmla="*/ 3370263 h 4489084"/>
              <a:gd name="connsiteX7718" fmla="*/ 3641211 w 5158787"/>
              <a:gd name="connsiteY7718" fmla="*/ 3353324 h 4489084"/>
              <a:gd name="connsiteX7719" fmla="*/ 3641211 w 5158787"/>
              <a:gd name="connsiteY7719" fmla="*/ 3351962 h 4489084"/>
              <a:gd name="connsiteX7720" fmla="*/ 3650983 w 5158787"/>
              <a:gd name="connsiteY7720" fmla="*/ 3335024 h 4489084"/>
              <a:gd name="connsiteX7721" fmla="*/ 3652167 w 5158787"/>
              <a:gd name="connsiteY7721" fmla="*/ 3334313 h 4489084"/>
              <a:gd name="connsiteX7722" fmla="*/ 3449144 w 5158787"/>
              <a:gd name="connsiteY7722" fmla="*/ 3334135 h 4489084"/>
              <a:gd name="connsiteX7723" fmla="*/ 3468925 w 5158787"/>
              <a:gd name="connsiteY7723" fmla="*/ 3334135 h 4489084"/>
              <a:gd name="connsiteX7724" fmla="*/ 3470110 w 5158787"/>
              <a:gd name="connsiteY7724" fmla="*/ 3334846 h 4489084"/>
              <a:gd name="connsiteX7725" fmla="*/ 3480001 w 5158787"/>
              <a:gd name="connsiteY7725" fmla="*/ 3351962 h 4489084"/>
              <a:gd name="connsiteX7726" fmla="*/ 3480001 w 5158787"/>
              <a:gd name="connsiteY7726" fmla="*/ 3353383 h 4489084"/>
              <a:gd name="connsiteX7727" fmla="*/ 3470110 w 5158787"/>
              <a:gd name="connsiteY7727" fmla="*/ 3370499 h 4489084"/>
              <a:gd name="connsiteX7728" fmla="*/ 3468925 w 5158787"/>
              <a:gd name="connsiteY7728" fmla="*/ 3371210 h 4489084"/>
              <a:gd name="connsiteX7729" fmla="*/ 3449144 w 5158787"/>
              <a:gd name="connsiteY7729" fmla="*/ 3371210 h 4489084"/>
              <a:gd name="connsiteX7730" fmla="*/ 3447960 w 5158787"/>
              <a:gd name="connsiteY7730" fmla="*/ 3370499 h 4489084"/>
              <a:gd name="connsiteX7731" fmla="*/ 3438069 w 5158787"/>
              <a:gd name="connsiteY7731" fmla="*/ 3353383 h 4489084"/>
              <a:gd name="connsiteX7732" fmla="*/ 3438069 w 5158787"/>
              <a:gd name="connsiteY7732" fmla="*/ 3351962 h 4489084"/>
              <a:gd name="connsiteX7733" fmla="*/ 3447960 w 5158787"/>
              <a:gd name="connsiteY7733" fmla="*/ 3334846 h 4489084"/>
              <a:gd name="connsiteX7734" fmla="*/ 3449144 w 5158787"/>
              <a:gd name="connsiteY7734" fmla="*/ 3334135 h 4489084"/>
              <a:gd name="connsiteX7735" fmla="*/ 3246298 w 5158787"/>
              <a:gd name="connsiteY7735" fmla="*/ 3334135 h 4489084"/>
              <a:gd name="connsiteX7736" fmla="*/ 3266079 w 5158787"/>
              <a:gd name="connsiteY7736" fmla="*/ 3334135 h 4489084"/>
              <a:gd name="connsiteX7737" fmla="*/ 3267264 w 5158787"/>
              <a:gd name="connsiteY7737" fmla="*/ 3334846 h 4489084"/>
              <a:gd name="connsiteX7738" fmla="*/ 3277155 w 5158787"/>
              <a:gd name="connsiteY7738" fmla="*/ 3351962 h 4489084"/>
              <a:gd name="connsiteX7739" fmla="*/ 3277155 w 5158787"/>
              <a:gd name="connsiteY7739" fmla="*/ 3353383 h 4489084"/>
              <a:gd name="connsiteX7740" fmla="*/ 3267264 w 5158787"/>
              <a:gd name="connsiteY7740" fmla="*/ 3370499 h 4489084"/>
              <a:gd name="connsiteX7741" fmla="*/ 3266079 w 5158787"/>
              <a:gd name="connsiteY7741" fmla="*/ 3371210 h 4489084"/>
              <a:gd name="connsiteX7742" fmla="*/ 3246298 w 5158787"/>
              <a:gd name="connsiteY7742" fmla="*/ 3371210 h 4489084"/>
              <a:gd name="connsiteX7743" fmla="*/ 3245114 w 5158787"/>
              <a:gd name="connsiteY7743" fmla="*/ 3370499 h 4489084"/>
              <a:gd name="connsiteX7744" fmla="*/ 3235223 w 5158787"/>
              <a:gd name="connsiteY7744" fmla="*/ 3353383 h 4489084"/>
              <a:gd name="connsiteX7745" fmla="*/ 3235223 w 5158787"/>
              <a:gd name="connsiteY7745" fmla="*/ 3351962 h 4489084"/>
              <a:gd name="connsiteX7746" fmla="*/ 3245114 w 5158787"/>
              <a:gd name="connsiteY7746" fmla="*/ 3334846 h 4489084"/>
              <a:gd name="connsiteX7747" fmla="*/ 3246298 w 5158787"/>
              <a:gd name="connsiteY7747" fmla="*/ 3334135 h 4489084"/>
              <a:gd name="connsiteX7748" fmla="*/ 4531186 w 5158787"/>
              <a:gd name="connsiteY7748" fmla="*/ 3334017 h 4489084"/>
              <a:gd name="connsiteX7749" fmla="*/ 4551086 w 5158787"/>
              <a:gd name="connsiteY7749" fmla="*/ 3334017 h 4489084"/>
              <a:gd name="connsiteX7750" fmla="*/ 4552270 w 5158787"/>
              <a:gd name="connsiteY7750" fmla="*/ 3334728 h 4489084"/>
              <a:gd name="connsiteX7751" fmla="*/ 4562220 w 5158787"/>
              <a:gd name="connsiteY7751" fmla="*/ 3351962 h 4489084"/>
              <a:gd name="connsiteX7752" fmla="*/ 4562220 w 5158787"/>
              <a:gd name="connsiteY7752" fmla="*/ 3353384 h 4489084"/>
              <a:gd name="connsiteX7753" fmla="*/ 4552270 w 5158787"/>
              <a:gd name="connsiteY7753" fmla="*/ 3370618 h 4489084"/>
              <a:gd name="connsiteX7754" fmla="*/ 4551086 w 5158787"/>
              <a:gd name="connsiteY7754" fmla="*/ 3371329 h 4489084"/>
              <a:gd name="connsiteX7755" fmla="*/ 4531186 w 5158787"/>
              <a:gd name="connsiteY7755" fmla="*/ 3371329 h 4489084"/>
              <a:gd name="connsiteX7756" fmla="*/ 4530001 w 5158787"/>
              <a:gd name="connsiteY7756" fmla="*/ 3370618 h 4489084"/>
              <a:gd name="connsiteX7757" fmla="*/ 4520052 w 5158787"/>
              <a:gd name="connsiteY7757" fmla="*/ 3353384 h 4489084"/>
              <a:gd name="connsiteX7758" fmla="*/ 4520052 w 5158787"/>
              <a:gd name="connsiteY7758" fmla="*/ 3351962 h 4489084"/>
              <a:gd name="connsiteX7759" fmla="*/ 4530001 w 5158787"/>
              <a:gd name="connsiteY7759" fmla="*/ 3334728 h 4489084"/>
              <a:gd name="connsiteX7760" fmla="*/ 4531186 w 5158787"/>
              <a:gd name="connsiteY7760" fmla="*/ 3334017 h 4489084"/>
              <a:gd name="connsiteX7761" fmla="*/ 3313814 w 5158787"/>
              <a:gd name="connsiteY7761" fmla="*/ 3334017 h 4489084"/>
              <a:gd name="connsiteX7762" fmla="*/ 3333714 w 5158787"/>
              <a:gd name="connsiteY7762" fmla="*/ 3334017 h 4489084"/>
              <a:gd name="connsiteX7763" fmla="*/ 3334899 w 5158787"/>
              <a:gd name="connsiteY7763" fmla="*/ 3334728 h 4489084"/>
              <a:gd name="connsiteX7764" fmla="*/ 3344848 w 5158787"/>
              <a:gd name="connsiteY7764" fmla="*/ 3351962 h 4489084"/>
              <a:gd name="connsiteX7765" fmla="*/ 3344848 w 5158787"/>
              <a:gd name="connsiteY7765" fmla="*/ 3353384 h 4489084"/>
              <a:gd name="connsiteX7766" fmla="*/ 3334899 w 5158787"/>
              <a:gd name="connsiteY7766" fmla="*/ 3370618 h 4489084"/>
              <a:gd name="connsiteX7767" fmla="*/ 3333714 w 5158787"/>
              <a:gd name="connsiteY7767" fmla="*/ 3371329 h 4489084"/>
              <a:gd name="connsiteX7768" fmla="*/ 3313814 w 5158787"/>
              <a:gd name="connsiteY7768" fmla="*/ 3371329 h 4489084"/>
              <a:gd name="connsiteX7769" fmla="*/ 3312630 w 5158787"/>
              <a:gd name="connsiteY7769" fmla="*/ 3370618 h 4489084"/>
              <a:gd name="connsiteX7770" fmla="*/ 3302680 w 5158787"/>
              <a:gd name="connsiteY7770" fmla="*/ 3353384 h 4489084"/>
              <a:gd name="connsiteX7771" fmla="*/ 3302680 w 5158787"/>
              <a:gd name="connsiteY7771" fmla="*/ 3351962 h 4489084"/>
              <a:gd name="connsiteX7772" fmla="*/ 3312630 w 5158787"/>
              <a:gd name="connsiteY7772" fmla="*/ 3334728 h 4489084"/>
              <a:gd name="connsiteX7773" fmla="*/ 3313814 w 5158787"/>
              <a:gd name="connsiteY7773" fmla="*/ 3334017 h 4489084"/>
              <a:gd name="connsiteX7774" fmla="*/ 4598761 w 5158787"/>
              <a:gd name="connsiteY7774" fmla="*/ 3333780 h 4489084"/>
              <a:gd name="connsiteX7775" fmla="*/ 4618839 w 5158787"/>
              <a:gd name="connsiteY7775" fmla="*/ 3333780 h 4489084"/>
              <a:gd name="connsiteX7776" fmla="*/ 4620083 w 5158787"/>
              <a:gd name="connsiteY7776" fmla="*/ 3334491 h 4489084"/>
              <a:gd name="connsiteX7777" fmla="*/ 4630092 w 5158787"/>
              <a:gd name="connsiteY7777" fmla="*/ 3351903 h 4489084"/>
              <a:gd name="connsiteX7778" fmla="*/ 4630092 w 5158787"/>
              <a:gd name="connsiteY7778" fmla="*/ 3353324 h 4489084"/>
              <a:gd name="connsiteX7779" fmla="*/ 4620024 w 5158787"/>
              <a:gd name="connsiteY7779" fmla="*/ 3370736 h 4489084"/>
              <a:gd name="connsiteX7780" fmla="*/ 4618779 w 5158787"/>
              <a:gd name="connsiteY7780" fmla="*/ 3371447 h 4489084"/>
              <a:gd name="connsiteX7781" fmla="*/ 4598702 w 5158787"/>
              <a:gd name="connsiteY7781" fmla="*/ 3371447 h 4489084"/>
              <a:gd name="connsiteX7782" fmla="*/ 4597459 w 5158787"/>
              <a:gd name="connsiteY7782" fmla="*/ 3370736 h 4489084"/>
              <a:gd name="connsiteX7783" fmla="*/ 4587450 w 5158787"/>
              <a:gd name="connsiteY7783" fmla="*/ 3353324 h 4489084"/>
              <a:gd name="connsiteX7784" fmla="*/ 4587450 w 5158787"/>
              <a:gd name="connsiteY7784" fmla="*/ 3351903 h 4489084"/>
              <a:gd name="connsiteX7785" fmla="*/ 4597518 w 5158787"/>
              <a:gd name="connsiteY7785" fmla="*/ 3334491 h 4489084"/>
              <a:gd name="connsiteX7786" fmla="*/ 4598761 w 5158787"/>
              <a:gd name="connsiteY7786" fmla="*/ 3333780 h 4489084"/>
              <a:gd name="connsiteX7787" fmla="*/ 4666279 w 5158787"/>
              <a:gd name="connsiteY7787" fmla="*/ 3333602 h 4489084"/>
              <a:gd name="connsiteX7788" fmla="*/ 4686593 w 5158787"/>
              <a:gd name="connsiteY7788" fmla="*/ 3333602 h 4489084"/>
              <a:gd name="connsiteX7789" fmla="*/ 4687837 w 5158787"/>
              <a:gd name="connsiteY7789" fmla="*/ 3334313 h 4489084"/>
              <a:gd name="connsiteX7790" fmla="*/ 4697964 w 5158787"/>
              <a:gd name="connsiteY7790" fmla="*/ 3351903 h 4489084"/>
              <a:gd name="connsiteX7791" fmla="*/ 4697964 w 5158787"/>
              <a:gd name="connsiteY7791" fmla="*/ 3353324 h 4489084"/>
              <a:gd name="connsiteX7792" fmla="*/ 4687778 w 5158787"/>
              <a:gd name="connsiteY7792" fmla="*/ 3370914 h 4489084"/>
              <a:gd name="connsiteX7793" fmla="*/ 4686534 w 5158787"/>
              <a:gd name="connsiteY7793" fmla="*/ 3371625 h 4489084"/>
              <a:gd name="connsiteX7794" fmla="*/ 4666220 w 5158787"/>
              <a:gd name="connsiteY7794" fmla="*/ 3371625 h 4489084"/>
              <a:gd name="connsiteX7795" fmla="*/ 4664976 w 5158787"/>
              <a:gd name="connsiteY7795" fmla="*/ 3370914 h 4489084"/>
              <a:gd name="connsiteX7796" fmla="*/ 4654849 w 5158787"/>
              <a:gd name="connsiteY7796" fmla="*/ 3353324 h 4489084"/>
              <a:gd name="connsiteX7797" fmla="*/ 4654849 w 5158787"/>
              <a:gd name="connsiteY7797" fmla="*/ 3351903 h 4489084"/>
              <a:gd name="connsiteX7798" fmla="*/ 4665035 w 5158787"/>
              <a:gd name="connsiteY7798" fmla="*/ 3334313 h 4489084"/>
              <a:gd name="connsiteX7799" fmla="*/ 4666279 w 5158787"/>
              <a:gd name="connsiteY7799" fmla="*/ 3333602 h 4489084"/>
              <a:gd name="connsiteX7800" fmla="*/ 3381094 w 5158787"/>
              <a:gd name="connsiteY7800" fmla="*/ 3333306 h 4489084"/>
              <a:gd name="connsiteX7801" fmla="*/ 3401764 w 5158787"/>
              <a:gd name="connsiteY7801" fmla="*/ 3333306 h 4489084"/>
              <a:gd name="connsiteX7802" fmla="*/ 3403008 w 5158787"/>
              <a:gd name="connsiteY7802" fmla="*/ 3334017 h 4489084"/>
              <a:gd name="connsiteX7803" fmla="*/ 3413313 w 5158787"/>
              <a:gd name="connsiteY7803" fmla="*/ 3351903 h 4489084"/>
              <a:gd name="connsiteX7804" fmla="*/ 3413313 w 5158787"/>
              <a:gd name="connsiteY7804" fmla="*/ 3353383 h 4489084"/>
              <a:gd name="connsiteX7805" fmla="*/ 3403008 w 5158787"/>
              <a:gd name="connsiteY7805" fmla="*/ 3371269 h 4489084"/>
              <a:gd name="connsiteX7806" fmla="*/ 3401764 w 5158787"/>
              <a:gd name="connsiteY7806" fmla="*/ 3371980 h 4489084"/>
              <a:gd name="connsiteX7807" fmla="*/ 3381094 w 5158787"/>
              <a:gd name="connsiteY7807" fmla="*/ 3371980 h 4489084"/>
              <a:gd name="connsiteX7808" fmla="*/ 3379851 w 5158787"/>
              <a:gd name="connsiteY7808" fmla="*/ 3371269 h 4489084"/>
              <a:gd name="connsiteX7809" fmla="*/ 3369546 w 5158787"/>
              <a:gd name="connsiteY7809" fmla="*/ 3353383 h 4489084"/>
              <a:gd name="connsiteX7810" fmla="*/ 3369546 w 5158787"/>
              <a:gd name="connsiteY7810" fmla="*/ 3351903 h 4489084"/>
              <a:gd name="connsiteX7811" fmla="*/ 3379851 w 5158787"/>
              <a:gd name="connsiteY7811" fmla="*/ 3334017 h 4489084"/>
              <a:gd name="connsiteX7812" fmla="*/ 3381094 w 5158787"/>
              <a:gd name="connsiteY7812" fmla="*/ 3333306 h 4489084"/>
              <a:gd name="connsiteX7813" fmla="*/ 4733618 w 5158787"/>
              <a:gd name="connsiteY7813" fmla="*/ 3333069 h 4489084"/>
              <a:gd name="connsiteX7814" fmla="*/ 4754465 w 5158787"/>
              <a:gd name="connsiteY7814" fmla="*/ 3333069 h 4489084"/>
              <a:gd name="connsiteX7815" fmla="*/ 4755768 w 5158787"/>
              <a:gd name="connsiteY7815" fmla="*/ 3333780 h 4489084"/>
              <a:gd name="connsiteX7816" fmla="*/ 4766192 w 5158787"/>
              <a:gd name="connsiteY7816" fmla="*/ 3351843 h 4489084"/>
              <a:gd name="connsiteX7817" fmla="*/ 4766192 w 5158787"/>
              <a:gd name="connsiteY7817" fmla="*/ 3353324 h 4489084"/>
              <a:gd name="connsiteX7818" fmla="*/ 4755768 w 5158787"/>
              <a:gd name="connsiteY7818" fmla="*/ 3371387 h 4489084"/>
              <a:gd name="connsiteX7819" fmla="*/ 4754465 w 5158787"/>
              <a:gd name="connsiteY7819" fmla="*/ 3372098 h 4489084"/>
              <a:gd name="connsiteX7820" fmla="*/ 4733618 w 5158787"/>
              <a:gd name="connsiteY7820" fmla="*/ 3372098 h 4489084"/>
              <a:gd name="connsiteX7821" fmla="*/ 4732315 w 5158787"/>
              <a:gd name="connsiteY7821" fmla="*/ 3371387 h 4489084"/>
              <a:gd name="connsiteX7822" fmla="*/ 4721891 w 5158787"/>
              <a:gd name="connsiteY7822" fmla="*/ 3353324 h 4489084"/>
              <a:gd name="connsiteX7823" fmla="*/ 4721891 w 5158787"/>
              <a:gd name="connsiteY7823" fmla="*/ 3351843 h 4489084"/>
              <a:gd name="connsiteX7824" fmla="*/ 4732315 w 5158787"/>
              <a:gd name="connsiteY7824" fmla="*/ 3333780 h 4489084"/>
              <a:gd name="connsiteX7825" fmla="*/ 4733618 w 5158787"/>
              <a:gd name="connsiteY7825" fmla="*/ 3333069 h 4489084"/>
              <a:gd name="connsiteX7826" fmla="*/ 3178071 w 5158787"/>
              <a:gd name="connsiteY7826" fmla="*/ 3332951 h 4489084"/>
              <a:gd name="connsiteX7827" fmla="*/ 3199036 w 5158787"/>
              <a:gd name="connsiteY7827" fmla="*/ 3332951 h 4489084"/>
              <a:gd name="connsiteX7828" fmla="*/ 3200339 w 5158787"/>
              <a:gd name="connsiteY7828" fmla="*/ 3333721 h 4489084"/>
              <a:gd name="connsiteX7829" fmla="*/ 3210822 w 5158787"/>
              <a:gd name="connsiteY7829" fmla="*/ 3351903 h 4489084"/>
              <a:gd name="connsiteX7830" fmla="*/ 3210822 w 5158787"/>
              <a:gd name="connsiteY7830" fmla="*/ 3353384 h 4489084"/>
              <a:gd name="connsiteX7831" fmla="*/ 3200339 w 5158787"/>
              <a:gd name="connsiteY7831" fmla="*/ 3371566 h 4489084"/>
              <a:gd name="connsiteX7832" fmla="*/ 3199036 w 5158787"/>
              <a:gd name="connsiteY7832" fmla="*/ 3372336 h 4489084"/>
              <a:gd name="connsiteX7833" fmla="*/ 3178071 w 5158787"/>
              <a:gd name="connsiteY7833" fmla="*/ 3372336 h 4489084"/>
              <a:gd name="connsiteX7834" fmla="*/ 3176768 w 5158787"/>
              <a:gd name="connsiteY7834" fmla="*/ 3371566 h 4489084"/>
              <a:gd name="connsiteX7835" fmla="*/ 3166285 w 5158787"/>
              <a:gd name="connsiteY7835" fmla="*/ 3353384 h 4489084"/>
              <a:gd name="connsiteX7836" fmla="*/ 3166285 w 5158787"/>
              <a:gd name="connsiteY7836" fmla="*/ 3351903 h 4489084"/>
              <a:gd name="connsiteX7837" fmla="*/ 3176768 w 5158787"/>
              <a:gd name="connsiteY7837" fmla="*/ 3333721 h 4489084"/>
              <a:gd name="connsiteX7838" fmla="*/ 3178071 w 5158787"/>
              <a:gd name="connsiteY7838" fmla="*/ 3332951 h 4489084"/>
              <a:gd name="connsiteX7839" fmla="*/ 2434144 w 5158787"/>
              <a:gd name="connsiteY7839" fmla="*/ 3332951 h 4489084"/>
              <a:gd name="connsiteX7840" fmla="*/ 2455110 w 5158787"/>
              <a:gd name="connsiteY7840" fmla="*/ 3332951 h 4489084"/>
              <a:gd name="connsiteX7841" fmla="*/ 2456412 w 5158787"/>
              <a:gd name="connsiteY7841" fmla="*/ 3333721 h 4489084"/>
              <a:gd name="connsiteX7842" fmla="*/ 2466895 w 5158787"/>
              <a:gd name="connsiteY7842" fmla="*/ 3351903 h 4489084"/>
              <a:gd name="connsiteX7843" fmla="*/ 2466895 w 5158787"/>
              <a:gd name="connsiteY7843" fmla="*/ 3353384 h 4489084"/>
              <a:gd name="connsiteX7844" fmla="*/ 2456412 w 5158787"/>
              <a:gd name="connsiteY7844" fmla="*/ 3371566 h 4489084"/>
              <a:gd name="connsiteX7845" fmla="*/ 2455110 w 5158787"/>
              <a:gd name="connsiteY7845" fmla="*/ 3372336 h 4489084"/>
              <a:gd name="connsiteX7846" fmla="*/ 2434144 w 5158787"/>
              <a:gd name="connsiteY7846" fmla="*/ 3372336 h 4489084"/>
              <a:gd name="connsiteX7847" fmla="*/ 2432841 w 5158787"/>
              <a:gd name="connsiteY7847" fmla="*/ 3371566 h 4489084"/>
              <a:gd name="connsiteX7848" fmla="*/ 2422358 w 5158787"/>
              <a:gd name="connsiteY7848" fmla="*/ 3353384 h 4489084"/>
              <a:gd name="connsiteX7849" fmla="*/ 2422358 w 5158787"/>
              <a:gd name="connsiteY7849" fmla="*/ 3351903 h 4489084"/>
              <a:gd name="connsiteX7850" fmla="*/ 2432841 w 5158787"/>
              <a:gd name="connsiteY7850" fmla="*/ 3333721 h 4489084"/>
              <a:gd name="connsiteX7851" fmla="*/ 2434144 w 5158787"/>
              <a:gd name="connsiteY7851" fmla="*/ 3332951 h 4489084"/>
              <a:gd name="connsiteX7852" fmla="*/ 5003507 w 5158787"/>
              <a:gd name="connsiteY7852" fmla="*/ 3331944 h 4489084"/>
              <a:gd name="connsiteX7853" fmla="*/ 5025597 w 5158787"/>
              <a:gd name="connsiteY7853" fmla="*/ 3331944 h 4489084"/>
              <a:gd name="connsiteX7854" fmla="*/ 5026960 w 5158787"/>
              <a:gd name="connsiteY7854" fmla="*/ 3332714 h 4489084"/>
              <a:gd name="connsiteX7855" fmla="*/ 5037975 w 5158787"/>
              <a:gd name="connsiteY7855" fmla="*/ 3351844 h 4489084"/>
              <a:gd name="connsiteX7856" fmla="*/ 5037975 w 5158787"/>
              <a:gd name="connsiteY7856" fmla="*/ 3353383 h 4489084"/>
              <a:gd name="connsiteX7857" fmla="*/ 5026900 w 5158787"/>
              <a:gd name="connsiteY7857" fmla="*/ 3372513 h 4489084"/>
              <a:gd name="connsiteX7858" fmla="*/ 5025538 w 5158787"/>
              <a:gd name="connsiteY7858" fmla="*/ 3373283 h 4489084"/>
              <a:gd name="connsiteX7859" fmla="*/ 5003447 w 5158787"/>
              <a:gd name="connsiteY7859" fmla="*/ 3373283 h 4489084"/>
              <a:gd name="connsiteX7860" fmla="*/ 5002085 w 5158787"/>
              <a:gd name="connsiteY7860" fmla="*/ 3372513 h 4489084"/>
              <a:gd name="connsiteX7861" fmla="*/ 4991069 w 5158787"/>
              <a:gd name="connsiteY7861" fmla="*/ 3353383 h 4489084"/>
              <a:gd name="connsiteX7862" fmla="*/ 4991069 w 5158787"/>
              <a:gd name="connsiteY7862" fmla="*/ 3351844 h 4489084"/>
              <a:gd name="connsiteX7863" fmla="*/ 5002144 w 5158787"/>
              <a:gd name="connsiteY7863" fmla="*/ 3332714 h 4489084"/>
              <a:gd name="connsiteX7864" fmla="*/ 5003507 w 5158787"/>
              <a:gd name="connsiteY7864" fmla="*/ 3331944 h 4489084"/>
              <a:gd name="connsiteX7865" fmla="*/ 4935871 w 5158787"/>
              <a:gd name="connsiteY7865" fmla="*/ 3331944 h 4489084"/>
              <a:gd name="connsiteX7866" fmla="*/ 4957962 w 5158787"/>
              <a:gd name="connsiteY7866" fmla="*/ 3331944 h 4489084"/>
              <a:gd name="connsiteX7867" fmla="*/ 4959324 w 5158787"/>
              <a:gd name="connsiteY7867" fmla="*/ 3332714 h 4489084"/>
              <a:gd name="connsiteX7868" fmla="*/ 4970340 w 5158787"/>
              <a:gd name="connsiteY7868" fmla="*/ 3351844 h 4489084"/>
              <a:gd name="connsiteX7869" fmla="*/ 4970340 w 5158787"/>
              <a:gd name="connsiteY7869" fmla="*/ 3353383 h 4489084"/>
              <a:gd name="connsiteX7870" fmla="*/ 4959265 w 5158787"/>
              <a:gd name="connsiteY7870" fmla="*/ 3372513 h 4489084"/>
              <a:gd name="connsiteX7871" fmla="*/ 4957903 w 5158787"/>
              <a:gd name="connsiteY7871" fmla="*/ 3373283 h 4489084"/>
              <a:gd name="connsiteX7872" fmla="*/ 4935812 w 5158787"/>
              <a:gd name="connsiteY7872" fmla="*/ 3373283 h 4489084"/>
              <a:gd name="connsiteX7873" fmla="*/ 4934450 w 5158787"/>
              <a:gd name="connsiteY7873" fmla="*/ 3372513 h 4489084"/>
              <a:gd name="connsiteX7874" fmla="*/ 4923434 w 5158787"/>
              <a:gd name="connsiteY7874" fmla="*/ 3353383 h 4489084"/>
              <a:gd name="connsiteX7875" fmla="*/ 4923434 w 5158787"/>
              <a:gd name="connsiteY7875" fmla="*/ 3351844 h 4489084"/>
              <a:gd name="connsiteX7876" fmla="*/ 4934509 w 5158787"/>
              <a:gd name="connsiteY7876" fmla="*/ 3332714 h 4489084"/>
              <a:gd name="connsiteX7877" fmla="*/ 4935871 w 5158787"/>
              <a:gd name="connsiteY7877" fmla="*/ 3331944 h 4489084"/>
              <a:gd name="connsiteX7878" fmla="*/ 4800483 w 5158787"/>
              <a:gd name="connsiteY7878" fmla="*/ 3331707 h 4489084"/>
              <a:gd name="connsiteX7879" fmla="*/ 4822811 w 5158787"/>
              <a:gd name="connsiteY7879" fmla="*/ 3331707 h 4489084"/>
              <a:gd name="connsiteX7880" fmla="*/ 4824173 w 5158787"/>
              <a:gd name="connsiteY7880" fmla="*/ 3332477 h 4489084"/>
              <a:gd name="connsiteX7881" fmla="*/ 4835307 w 5158787"/>
              <a:gd name="connsiteY7881" fmla="*/ 3351784 h 4489084"/>
              <a:gd name="connsiteX7882" fmla="*/ 4835307 w 5158787"/>
              <a:gd name="connsiteY7882" fmla="*/ 3353384 h 4489084"/>
              <a:gd name="connsiteX7883" fmla="*/ 4824173 w 5158787"/>
              <a:gd name="connsiteY7883" fmla="*/ 3372691 h 4489084"/>
              <a:gd name="connsiteX7884" fmla="*/ 4822811 w 5158787"/>
              <a:gd name="connsiteY7884" fmla="*/ 3373461 h 4489084"/>
              <a:gd name="connsiteX7885" fmla="*/ 4800483 w 5158787"/>
              <a:gd name="connsiteY7885" fmla="*/ 3373461 h 4489084"/>
              <a:gd name="connsiteX7886" fmla="*/ 4799121 w 5158787"/>
              <a:gd name="connsiteY7886" fmla="*/ 3372691 h 4489084"/>
              <a:gd name="connsiteX7887" fmla="*/ 4787986 w 5158787"/>
              <a:gd name="connsiteY7887" fmla="*/ 3353384 h 4489084"/>
              <a:gd name="connsiteX7888" fmla="*/ 4787986 w 5158787"/>
              <a:gd name="connsiteY7888" fmla="*/ 3351784 h 4489084"/>
              <a:gd name="connsiteX7889" fmla="*/ 4799121 w 5158787"/>
              <a:gd name="connsiteY7889" fmla="*/ 3332477 h 4489084"/>
              <a:gd name="connsiteX7890" fmla="*/ 4800483 w 5158787"/>
              <a:gd name="connsiteY7890" fmla="*/ 3331707 h 4489084"/>
              <a:gd name="connsiteX7891" fmla="*/ 3109724 w 5158787"/>
              <a:gd name="connsiteY7891" fmla="*/ 3331707 h 4489084"/>
              <a:gd name="connsiteX7892" fmla="*/ 3132052 w 5158787"/>
              <a:gd name="connsiteY7892" fmla="*/ 3331707 h 4489084"/>
              <a:gd name="connsiteX7893" fmla="*/ 3133414 w 5158787"/>
              <a:gd name="connsiteY7893" fmla="*/ 3332477 h 4489084"/>
              <a:gd name="connsiteX7894" fmla="*/ 3144549 w 5158787"/>
              <a:gd name="connsiteY7894" fmla="*/ 3351784 h 4489084"/>
              <a:gd name="connsiteX7895" fmla="*/ 3144549 w 5158787"/>
              <a:gd name="connsiteY7895" fmla="*/ 3353384 h 4489084"/>
              <a:gd name="connsiteX7896" fmla="*/ 3133414 w 5158787"/>
              <a:gd name="connsiteY7896" fmla="*/ 3372691 h 4489084"/>
              <a:gd name="connsiteX7897" fmla="*/ 3132052 w 5158787"/>
              <a:gd name="connsiteY7897" fmla="*/ 3373461 h 4489084"/>
              <a:gd name="connsiteX7898" fmla="*/ 3109724 w 5158787"/>
              <a:gd name="connsiteY7898" fmla="*/ 3373461 h 4489084"/>
              <a:gd name="connsiteX7899" fmla="*/ 3108362 w 5158787"/>
              <a:gd name="connsiteY7899" fmla="*/ 3372691 h 4489084"/>
              <a:gd name="connsiteX7900" fmla="*/ 3097228 w 5158787"/>
              <a:gd name="connsiteY7900" fmla="*/ 3353384 h 4489084"/>
              <a:gd name="connsiteX7901" fmla="*/ 3097228 w 5158787"/>
              <a:gd name="connsiteY7901" fmla="*/ 3351784 h 4489084"/>
              <a:gd name="connsiteX7902" fmla="*/ 3108362 w 5158787"/>
              <a:gd name="connsiteY7902" fmla="*/ 3332477 h 4489084"/>
              <a:gd name="connsiteX7903" fmla="*/ 3109724 w 5158787"/>
              <a:gd name="connsiteY7903" fmla="*/ 3331707 h 4489084"/>
              <a:gd name="connsiteX7904" fmla="*/ 3042089 w 5158787"/>
              <a:gd name="connsiteY7904" fmla="*/ 3331707 h 4489084"/>
              <a:gd name="connsiteX7905" fmla="*/ 3064417 w 5158787"/>
              <a:gd name="connsiteY7905" fmla="*/ 3331707 h 4489084"/>
              <a:gd name="connsiteX7906" fmla="*/ 3065779 w 5158787"/>
              <a:gd name="connsiteY7906" fmla="*/ 3332477 h 4489084"/>
              <a:gd name="connsiteX7907" fmla="*/ 3076914 w 5158787"/>
              <a:gd name="connsiteY7907" fmla="*/ 3351784 h 4489084"/>
              <a:gd name="connsiteX7908" fmla="*/ 3076914 w 5158787"/>
              <a:gd name="connsiteY7908" fmla="*/ 3353384 h 4489084"/>
              <a:gd name="connsiteX7909" fmla="*/ 3065779 w 5158787"/>
              <a:gd name="connsiteY7909" fmla="*/ 3372691 h 4489084"/>
              <a:gd name="connsiteX7910" fmla="*/ 3064417 w 5158787"/>
              <a:gd name="connsiteY7910" fmla="*/ 3373461 h 4489084"/>
              <a:gd name="connsiteX7911" fmla="*/ 3042089 w 5158787"/>
              <a:gd name="connsiteY7911" fmla="*/ 3373461 h 4489084"/>
              <a:gd name="connsiteX7912" fmla="*/ 3040727 w 5158787"/>
              <a:gd name="connsiteY7912" fmla="*/ 3372691 h 4489084"/>
              <a:gd name="connsiteX7913" fmla="*/ 3029593 w 5158787"/>
              <a:gd name="connsiteY7913" fmla="*/ 3353384 h 4489084"/>
              <a:gd name="connsiteX7914" fmla="*/ 3029593 w 5158787"/>
              <a:gd name="connsiteY7914" fmla="*/ 3351784 h 4489084"/>
              <a:gd name="connsiteX7915" fmla="*/ 3040727 w 5158787"/>
              <a:gd name="connsiteY7915" fmla="*/ 3332477 h 4489084"/>
              <a:gd name="connsiteX7916" fmla="*/ 3042089 w 5158787"/>
              <a:gd name="connsiteY7916" fmla="*/ 3331707 h 4489084"/>
              <a:gd name="connsiteX7917" fmla="*/ 2906820 w 5158787"/>
              <a:gd name="connsiteY7917" fmla="*/ 3331707 h 4489084"/>
              <a:gd name="connsiteX7918" fmla="*/ 2929147 w 5158787"/>
              <a:gd name="connsiteY7918" fmla="*/ 3331707 h 4489084"/>
              <a:gd name="connsiteX7919" fmla="*/ 2930510 w 5158787"/>
              <a:gd name="connsiteY7919" fmla="*/ 3332477 h 4489084"/>
              <a:gd name="connsiteX7920" fmla="*/ 2941644 w 5158787"/>
              <a:gd name="connsiteY7920" fmla="*/ 3351784 h 4489084"/>
              <a:gd name="connsiteX7921" fmla="*/ 2941644 w 5158787"/>
              <a:gd name="connsiteY7921" fmla="*/ 3353384 h 4489084"/>
              <a:gd name="connsiteX7922" fmla="*/ 2930510 w 5158787"/>
              <a:gd name="connsiteY7922" fmla="*/ 3372691 h 4489084"/>
              <a:gd name="connsiteX7923" fmla="*/ 2929147 w 5158787"/>
              <a:gd name="connsiteY7923" fmla="*/ 3373461 h 4489084"/>
              <a:gd name="connsiteX7924" fmla="*/ 2906820 w 5158787"/>
              <a:gd name="connsiteY7924" fmla="*/ 3373461 h 4489084"/>
              <a:gd name="connsiteX7925" fmla="*/ 2905457 w 5158787"/>
              <a:gd name="connsiteY7925" fmla="*/ 3372691 h 4489084"/>
              <a:gd name="connsiteX7926" fmla="*/ 2894323 w 5158787"/>
              <a:gd name="connsiteY7926" fmla="*/ 3353384 h 4489084"/>
              <a:gd name="connsiteX7927" fmla="*/ 2894323 w 5158787"/>
              <a:gd name="connsiteY7927" fmla="*/ 3351784 h 4489084"/>
              <a:gd name="connsiteX7928" fmla="*/ 2905457 w 5158787"/>
              <a:gd name="connsiteY7928" fmla="*/ 3332477 h 4489084"/>
              <a:gd name="connsiteX7929" fmla="*/ 2906820 w 5158787"/>
              <a:gd name="connsiteY7929" fmla="*/ 3331707 h 4489084"/>
              <a:gd name="connsiteX7930" fmla="*/ 2974455 w 5158787"/>
              <a:gd name="connsiteY7930" fmla="*/ 3331648 h 4489084"/>
              <a:gd name="connsiteX7931" fmla="*/ 2996842 w 5158787"/>
              <a:gd name="connsiteY7931" fmla="*/ 3331648 h 4489084"/>
              <a:gd name="connsiteX7932" fmla="*/ 2998204 w 5158787"/>
              <a:gd name="connsiteY7932" fmla="*/ 3332418 h 4489084"/>
              <a:gd name="connsiteX7933" fmla="*/ 3009397 w 5158787"/>
              <a:gd name="connsiteY7933" fmla="*/ 3351844 h 4489084"/>
              <a:gd name="connsiteX7934" fmla="*/ 3009397 w 5158787"/>
              <a:gd name="connsiteY7934" fmla="*/ 3353443 h 4489084"/>
              <a:gd name="connsiteX7935" fmla="*/ 2998204 w 5158787"/>
              <a:gd name="connsiteY7935" fmla="*/ 3372868 h 4489084"/>
              <a:gd name="connsiteX7936" fmla="*/ 2996842 w 5158787"/>
              <a:gd name="connsiteY7936" fmla="*/ 3373638 h 4489084"/>
              <a:gd name="connsiteX7937" fmla="*/ 2974455 w 5158787"/>
              <a:gd name="connsiteY7937" fmla="*/ 3373638 h 4489084"/>
              <a:gd name="connsiteX7938" fmla="*/ 2973092 w 5158787"/>
              <a:gd name="connsiteY7938" fmla="*/ 3372868 h 4489084"/>
              <a:gd name="connsiteX7939" fmla="*/ 2961899 w 5158787"/>
              <a:gd name="connsiteY7939" fmla="*/ 3353443 h 4489084"/>
              <a:gd name="connsiteX7940" fmla="*/ 2961899 w 5158787"/>
              <a:gd name="connsiteY7940" fmla="*/ 3351844 h 4489084"/>
              <a:gd name="connsiteX7941" fmla="*/ 2973092 w 5158787"/>
              <a:gd name="connsiteY7941" fmla="*/ 3332418 h 4489084"/>
              <a:gd name="connsiteX7942" fmla="*/ 2974455 w 5158787"/>
              <a:gd name="connsiteY7942" fmla="*/ 3331648 h 4489084"/>
              <a:gd name="connsiteX7943" fmla="*/ 2771490 w 5158787"/>
              <a:gd name="connsiteY7943" fmla="*/ 3331529 h 4489084"/>
              <a:gd name="connsiteX7944" fmla="*/ 2793995 w 5158787"/>
              <a:gd name="connsiteY7944" fmla="*/ 3331529 h 4489084"/>
              <a:gd name="connsiteX7945" fmla="*/ 2795358 w 5158787"/>
              <a:gd name="connsiteY7945" fmla="*/ 3332299 h 4489084"/>
              <a:gd name="connsiteX7946" fmla="*/ 2806610 w 5158787"/>
              <a:gd name="connsiteY7946" fmla="*/ 3351784 h 4489084"/>
              <a:gd name="connsiteX7947" fmla="*/ 2806610 w 5158787"/>
              <a:gd name="connsiteY7947" fmla="*/ 3353383 h 4489084"/>
              <a:gd name="connsiteX7948" fmla="*/ 2795358 w 5158787"/>
              <a:gd name="connsiteY7948" fmla="*/ 3372868 h 4489084"/>
              <a:gd name="connsiteX7949" fmla="*/ 2793995 w 5158787"/>
              <a:gd name="connsiteY7949" fmla="*/ 3373638 h 4489084"/>
              <a:gd name="connsiteX7950" fmla="*/ 2771490 w 5158787"/>
              <a:gd name="connsiteY7950" fmla="*/ 3373638 h 4489084"/>
              <a:gd name="connsiteX7951" fmla="*/ 2770128 w 5158787"/>
              <a:gd name="connsiteY7951" fmla="*/ 3372868 h 4489084"/>
              <a:gd name="connsiteX7952" fmla="*/ 2758875 w 5158787"/>
              <a:gd name="connsiteY7952" fmla="*/ 3353383 h 4489084"/>
              <a:gd name="connsiteX7953" fmla="*/ 2758875 w 5158787"/>
              <a:gd name="connsiteY7953" fmla="*/ 3351784 h 4489084"/>
              <a:gd name="connsiteX7954" fmla="*/ 2770128 w 5158787"/>
              <a:gd name="connsiteY7954" fmla="*/ 3332299 h 4489084"/>
              <a:gd name="connsiteX7955" fmla="*/ 2771490 w 5158787"/>
              <a:gd name="connsiteY7955" fmla="*/ 3331529 h 4489084"/>
              <a:gd name="connsiteX7956" fmla="*/ 2636279 w 5158787"/>
              <a:gd name="connsiteY7956" fmla="*/ 3331529 h 4489084"/>
              <a:gd name="connsiteX7957" fmla="*/ 2658785 w 5158787"/>
              <a:gd name="connsiteY7957" fmla="*/ 3331529 h 4489084"/>
              <a:gd name="connsiteX7958" fmla="*/ 2660147 w 5158787"/>
              <a:gd name="connsiteY7958" fmla="*/ 3332299 h 4489084"/>
              <a:gd name="connsiteX7959" fmla="*/ 2671400 w 5158787"/>
              <a:gd name="connsiteY7959" fmla="*/ 3351784 h 4489084"/>
              <a:gd name="connsiteX7960" fmla="*/ 2671400 w 5158787"/>
              <a:gd name="connsiteY7960" fmla="*/ 3353383 h 4489084"/>
              <a:gd name="connsiteX7961" fmla="*/ 2660147 w 5158787"/>
              <a:gd name="connsiteY7961" fmla="*/ 3372868 h 4489084"/>
              <a:gd name="connsiteX7962" fmla="*/ 2658785 w 5158787"/>
              <a:gd name="connsiteY7962" fmla="*/ 3373638 h 4489084"/>
              <a:gd name="connsiteX7963" fmla="*/ 2636279 w 5158787"/>
              <a:gd name="connsiteY7963" fmla="*/ 3373638 h 4489084"/>
              <a:gd name="connsiteX7964" fmla="*/ 2634917 w 5158787"/>
              <a:gd name="connsiteY7964" fmla="*/ 3372868 h 4489084"/>
              <a:gd name="connsiteX7965" fmla="*/ 2623664 w 5158787"/>
              <a:gd name="connsiteY7965" fmla="*/ 3353383 h 4489084"/>
              <a:gd name="connsiteX7966" fmla="*/ 2623664 w 5158787"/>
              <a:gd name="connsiteY7966" fmla="*/ 3351784 h 4489084"/>
              <a:gd name="connsiteX7967" fmla="*/ 2634917 w 5158787"/>
              <a:gd name="connsiteY7967" fmla="*/ 3332299 h 4489084"/>
              <a:gd name="connsiteX7968" fmla="*/ 2636279 w 5158787"/>
              <a:gd name="connsiteY7968" fmla="*/ 3331529 h 4489084"/>
              <a:gd name="connsiteX7969" fmla="*/ 2839007 w 5158787"/>
              <a:gd name="connsiteY7969" fmla="*/ 3331293 h 4489084"/>
              <a:gd name="connsiteX7970" fmla="*/ 2861749 w 5158787"/>
              <a:gd name="connsiteY7970" fmla="*/ 3331293 h 4489084"/>
              <a:gd name="connsiteX7971" fmla="*/ 2863111 w 5158787"/>
              <a:gd name="connsiteY7971" fmla="*/ 3332122 h 4489084"/>
              <a:gd name="connsiteX7972" fmla="*/ 2874482 w 5158787"/>
              <a:gd name="connsiteY7972" fmla="*/ 3351844 h 4489084"/>
              <a:gd name="connsiteX7973" fmla="*/ 2874482 w 5158787"/>
              <a:gd name="connsiteY7973" fmla="*/ 3353443 h 4489084"/>
              <a:gd name="connsiteX7974" fmla="*/ 2863111 w 5158787"/>
              <a:gd name="connsiteY7974" fmla="*/ 3373165 h 4489084"/>
              <a:gd name="connsiteX7975" fmla="*/ 2861749 w 5158787"/>
              <a:gd name="connsiteY7975" fmla="*/ 3373994 h 4489084"/>
              <a:gd name="connsiteX7976" fmla="*/ 2839007 w 5158787"/>
              <a:gd name="connsiteY7976" fmla="*/ 3373994 h 4489084"/>
              <a:gd name="connsiteX7977" fmla="*/ 2837644 w 5158787"/>
              <a:gd name="connsiteY7977" fmla="*/ 3373165 h 4489084"/>
              <a:gd name="connsiteX7978" fmla="*/ 2826273 w 5158787"/>
              <a:gd name="connsiteY7978" fmla="*/ 3353443 h 4489084"/>
              <a:gd name="connsiteX7979" fmla="*/ 2826273 w 5158787"/>
              <a:gd name="connsiteY7979" fmla="*/ 3351844 h 4489084"/>
              <a:gd name="connsiteX7980" fmla="*/ 2837644 w 5158787"/>
              <a:gd name="connsiteY7980" fmla="*/ 3332122 h 4489084"/>
              <a:gd name="connsiteX7981" fmla="*/ 2839007 w 5158787"/>
              <a:gd name="connsiteY7981" fmla="*/ 3331293 h 4489084"/>
              <a:gd name="connsiteX7982" fmla="*/ 2703736 w 5158787"/>
              <a:gd name="connsiteY7982" fmla="*/ 3331293 h 4489084"/>
              <a:gd name="connsiteX7983" fmla="*/ 2726479 w 5158787"/>
              <a:gd name="connsiteY7983" fmla="*/ 3331293 h 4489084"/>
              <a:gd name="connsiteX7984" fmla="*/ 2727841 w 5158787"/>
              <a:gd name="connsiteY7984" fmla="*/ 3332122 h 4489084"/>
              <a:gd name="connsiteX7985" fmla="*/ 2739212 w 5158787"/>
              <a:gd name="connsiteY7985" fmla="*/ 3351844 h 4489084"/>
              <a:gd name="connsiteX7986" fmla="*/ 2739212 w 5158787"/>
              <a:gd name="connsiteY7986" fmla="*/ 3353443 h 4489084"/>
              <a:gd name="connsiteX7987" fmla="*/ 2727841 w 5158787"/>
              <a:gd name="connsiteY7987" fmla="*/ 3373165 h 4489084"/>
              <a:gd name="connsiteX7988" fmla="*/ 2726479 w 5158787"/>
              <a:gd name="connsiteY7988" fmla="*/ 3373994 h 4489084"/>
              <a:gd name="connsiteX7989" fmla="*/ 2703736 w 5158787"/>
              <a:gd name="connsiteY7989" fmla="*/ 3373994 h 4489084"/>
              <a:gd name="connsiteX7990" fmla="*/ 2702374 w 5158787"/>
              <a:gd name="connsiteY7990" fmla="*/ 3373165 h 4489084"/>
              <a:gd name="connsiteX7991" fmla="*/ 2691003 w 5158787"/>
              <a:gd name="connsiteY7991" fmla="*/ 3353443 h 4489084"/>
              <a:gd name="connsiteX7992" fmla="*/ 2691003 w 5158787"/>
              <a:gd name="connsiteY7992" fmla="*/ 3351844 h 4489084"/>
              <a:gd name="connsiteX7993" fmla="*/ 2702374 w 5158787"/>
              <a:gd name="connsiteY7993" fmla="*/ 3332122 h 4489084"/>
              <a:gd name="connsiteX7994" fmla="*/ 2703736 w 5158787"/>
              <a:gd name="connsiteY7994" fmla="*/ 3331293 h 4489084"/>
              <a:gd name="connsiteX7995" fmla="*/ 4867881 w 5158787"/>
              <a:gd name="connsiteY7995" fmla="*/ 3331233 h 4489084"/>
              <a:gd name="connsiteX7996" fmla="*/ 4890742 w 5158787"/>
              <a:gd name="connsiteY7996" fmla="*/ 3331233 h 4489084"/>
              <a:gd name="connsiteX7997" fmla="*/ 4892163 w 5158787"/>
              <a:gd name="connsiteY7997" fmla="*/ 3332062 h 4489084"/>
              <a:gd name="connsiteX7998" fmla="*/ 4903594 w 5158787"/>
              <a:gd name="connsiteY7998" fmla="*/ 3351843 h 4489084"/>
              <a:gd name="connsiteX7999" fmla="*/ 4903594 w 5158787"/>
              <a:gd name="connsiteY7999" fmla="*/ 3353442 h 4489084"/>
              <a:gd name="connsiteX8000" fmla="*/ 4892163 w 5158787"/>
              <a:gd name="connsiteY8000" fmla="*/ 3373223 h 4489084"/>
              <a:gd name="connsiteX8001" fmla="*/ 4890742 w 5158787"/>
              <a:gd name="connsiteY8001" fmla="*/ 3374053 h 4489084"/>
              <a:gd name="connsiteX8002" fmla="*/ 4867881 w 5158787"/>
              <a:gd name="connsiteY8002" fmla="*/ 3374053 h 4489084"/>
              <a:gd name="connsiteX8003" fmla="*/ 4866460 w 5158787"/>
              <a:gd name="connsiteY8003" fmla="*/ 3373223 h 4489084"/>
              <a:gd name="connsiteX8004" fmla="*/ 4855029 w 5158787"/>
              <a:gd name="connsiteY8004" fmla="*/ 3353442 h 4489084"/>
              <a:gd name="connsiteX8005" fmla="*/ 4855029 w 5158787"/>
              <a:gd name="connsiteY8005" fmla="*/ 3351843 h 4489084"/>
              <a:gd name="connsiteX8006" fmla="*/ 4866460 w 5158787"/>
              <a:gd name="connsiteY8006" fmla="*/ 3332062 h 4489084"/>
              <a:gd name="connsiteX8007" fmla="*/ 4867881 w 5158787"/>
              <a:gd name="connsiteY8007" fmla="*/ 3331233 h 4489084"/>
              <a:gd name="connsiteX8008" fmla="*/ 2500832 w 5158787"/>
              <a:gd name="connsiteY8008" fmla="*/ 3331233 h 4489084"/>
              <a:gd name="connsiteX8009" fmla="*/ 2523693 w 5158787"/>
              <a:gd name="connsiteY8009" fmla="*/ 3331233 h 4489084"/>
              <a:gd name="connsiteX8010" fmla="*/ 2525114 w 5158787"/>
              <a:gd name="connsiteY8010" fmla="*/ 3332062 h 4489084"/>
              <a:gd name="connsiteX8011" fmla="*/ 2536545 w 5158787"/>
              <a:gd name="connsiteY8011" fmla="*/ 3351843 h 4489084"/>
              <a:gd name="connsiteX8012" fmla="*/ 2536545 w 5158787"/>
              <a:gd name="connsiteY8012" fmla="*/ 3353442 h 4489084"/>
              <a:gd name="connsiteX8013" fmla="*/ 2525114 w 5158787"/>
              <a:gd name="connsiteY8013" fmla="*/ 3373223 h 4489084"/>
              <a:gd name="connsiteX8014" fmla="*/ 2523693 w 5158787"/>
              <a:gd name="connsiteY8014" fmla="*/ 3374053 h 4489084"/>
              <a:gd name="connsiteX8015" fmla="*/ 2500832 w 5158787"/>
              <a:gd name="connsiteY8015" fmla="*/ 3374053 h 4489084"/>
              <a:gd name="connsiteX8016" fmla="*/ 2499410 w 5158787"/>
              <a:gd name="connsiteY8016" fmla="*/ 3373223 h 4489084"/>
              <a:gd name="connsiteX8017" fmla="*/ 2487980 w 5158787"/>
              <a:gd name="connsiteY8017" fmla="*/ 3353442 h 4489084"/>
              <a:gd name="connsiteX8018" fmla="*/ 2487980 w 5158787"/>
              <a:gd name="connsiteY8018" fmla="*/ 3351843 h 4489084"/>
              <a:gd name="connsiteX8019" fmla="*/ 2499410 w 5158787"/>
              <a:gd name="connsiteY8019" fmla="*/ 3332062 h 4489084"/>
              <a:gd name="connsiteX8020" fmla="*/ 2500832 w 5158787"/>
              <a:gd name="connsiteY8020" fmla="*/ 3331233 h 4489084"/>
              <a:gd name="connsiteX8021" fmla="*/ 2568289 w 5158787"/>
              <a:gd name="connsiteY8021" fmla="*/ 3330878 h 4489084"/>
              <a:gd name="connsiteX8022" fmla="*/ 2591446 w 5158787"/>
              <a:gd name="connsiteY8022" fmla="*/ 3330878 h 4489084"/>
              <a:gd name="connsiteX8023" fmla="*/ 2592867 w 5158787"/>
              <a:gd name="connsiteY8023" fmla="*/ 3331707 h 4489084"/>
              <a:gd name="connsiteX8024" fmla="*/ 2604475 w 5158787"/>
              <a:gd name="connsiteY8024" fmla="*/ 3351784 h 4489084"/>
              <a:gd name="connsiteX8025" fmla="*/ 2604475 w 5158787"/>
              <a:gd name="connsiteY8025" fmla="*/ 3353443 h 4489084"/>
              <a:gd name="connsiteX8026" fmla="*/ 2592867 w 5158787"/>
              <a:gd name="connsiteY8026" fmla="*/ 3373520 h 4489084"/>
              <a:gd name="connsiteX8027" fmla="*/ 2591446 w 5158787"/>
              <a:gd name="connsiteY8027" fmla="*/ 3374349 h 4489084"/>
              <a:gd name="connsiteX8028" fmla="*/ 2568289 w 5158787"/>
              <a:gd name="connsiteY8028" fmla="*/ 3374349 h 4489084"/>
              <a:gd name="connsiteX8029" fmla="*/ 2566867 w 5158787"/>
              <a:gd name="connsiteY8029" fmla="*/ 3373520 h 4489084"/>
              <a:gd name="connsiteX8030" fmla="*/ 2555259 w 5158787"/>
              <a:gd name="connsiteY8030" fmla="*/ 3353443 h 4489084"/>
              <a:gd name="connsiteX8031" fmla="*/ 2555259 w 5158787"/>
              <a:gd name="connsiteY8031" fmla="*/ 3351784 h 4489084"/>
              <a:gd name="connsiteX8032" fmla="*/ 2566867 w 5158787"/>
              <a:gd name="connsiteY8032" fmla="*/ 3331707 h 4489084"/>
              <a:gd name="connsiteX8033" fmla="*/ 2568289 w 5158787"/>
              <a:gd name="connsiteY8033" fmla="*/ 3330878 h 4489084"/>
              <a:gd name="connsiteX8034" fmla="*/ 5074220 w 5158787"/>
              <a:gd name="connsiteY8034" fmla="*/ 3278997 h 4489084"/>
              <a:gd name="connsiteX8035" fmla="*/ 5090211 w 5158787"/>
              <a:gd name="connsiteY8035" fmla="*/ 3278997 h 4489084"/>
              <a:gd name="connsiteX8036" fmla="*/ 5091218 w 5158787"/>
              <a:gd name="connsiteY8036" fmla="*/ 3279589 h 4489084"/>
              <a:gd name="connsiteX8037" fmla="*/ 5099213 w 5158787"/>
              <a:gd name="connsiteY8037" fmla="*/ 3293448 h 4489084"/>
              <a:gd name="connsiteX8038" fmla="*/ 5099213 w 5158787"/>
              <a:gd name="connsiteY8038" fmla="*/ 3294573 h 4489084"/>
              <a:gd name="connsiteX8039" fmla="*/ 5091218 w 5158787"/>
              <a:gd name="connsiteY8039" fmla="*/ 3308432 h 4489084"/>
              <a:gd name="connsiteX8040" fmla="*/ 5090270 w 5158787"/>
              <a:gd name="connsiteY8040" fmla="*/ 3309024 h 4489084"/>
              <a:gd name="connsiteX8041" fmla="*/ 5074280 w 5158787"/>
              <a:gd name="connsiteY8041" fmla="*/ 3309024 h 4489084"/>
              <a:gd name="connsiteX8042" fmla="*/ 5073273 w 5158787"/>
              <a:gd name="connsiteY8042" fmla="*/ 3308432 h 4489084"/>
              <a:gd name="connsiteX8043" fmla="*/ 5065277 w 5158787"/>
              <a:gd name="connsiteY8043" fmla="*/ 3294573 h 4489084"/>
              <a:gd name="connsiteX8044" fmla="*/ 5065277 w 5158787"/>
              <a:gd name="connsiteY8044" fmla="*/ 3293448 h 4489084"/>
              <a:gd name="connsiteX8045" fmla="*/ 5073273 w 5158787"/>
              <a:gd name="connsiteY8045" fmla="*/ 3279589 h 4489084"/>
              <a:gd name="connsiteX8046" fmla="*/ 5074220 w 5158787"/>
              <a:gd name="connsiteY8046" fmla="*/ 3278997 h 4489084"/>
              <a:gd name="connsiteX8047" fmla="*/ 3991883 w 5158787"/>
              <a:gd name="connsiteY8047" fmla="*/ 3278582 h 4489084"/>
              <a:gd name="connsiteX8048" fmla="*/ 4008347 w 5158787"/>
              <a:gd name="connsiteY8048" fmla="*/ 3278582 h 4489084"/>
              <a:gd name="connsiteX8049" fmla="*/ 4009354 w 5158787"/>
              <a:gd name="connsiteY8049" fmla="*/ 3279174 h 4489084"/>
              <a:gd name="connsiteX8050" fmla="*/ 4017586 w 5158787"/>
              <a:gd name="connsiteY8050" fmla="*/ 3293448 h 4489084"/>
              <a:gd name="connsiteX8051" fmla="*/ 4017586 w 5158787"/>
              <a:gd name="connsiteY8051" fmla="*/ 3294632 h 4489084"/>
              <a:gd name="connsiteX8052" fmla="*/ 4009354 w 5158787"/>
              <a:gd name="connsiteY8052" fmla="*/ 3308905 h 4489084"/>
              <a:gd name="connsiteX8053" fmla="*/ 4008347 w 5158787"/>
              <a:gd name="connsiteY8053" fmla="*/ 3309497 h 4489084"/>
              <a:gd name="connsiteX8054" fmla="*/ 3991883 w 5158787"/>
              <a:gd name="connsiteY8054" fmla="*/ 3309497 h 4489084"/>
              <a:gd name="connsiteX8055" fmla="*/ 3990876 w 5158787"/>
              <a:gd name="connsiteY8055" fmla="*/ 3308905 h 4489084"/>
              <a:gd name="connsiteX8056" fmla="*/ 3982644 w 5158787"/>
              <a:gd name="connsiteY8056" fmla="*/ 3294632 h 4489084"/>
              <a:gd name="connsiteX8057" fmla="*/ 3982644 w 5158787"/>
              <a:gd name="connsiteY8057" fmla="*/ 3293448 h 4489084"/>
              <a:gd name="connsiteX8058" fmla="*/ 3990876 w 5158787"/>
              <a:gd name="connsiteY8058" fmla="*/ 3279174 h 4489084"/>
              <a:gd name="connsiteX8059" fmla="*/ 3991883 w 5158787"/>
              <a:gd name="connsiteY8059" fmla="*/ 3278582 h 4489084"/>
              <a:gd name="connsiteX8060" fmla="*/ 3924189 w 5158787"/>
              <a:gd name="connsiteY8060" fmla="*/ 3278523 h 4489084"/>
              <a:gd name="connsiteX8061" fmla="*/ 3940771 w 5158787"/>
              <a:gd name="connsiteY8061" fmla="*/ 3278523 h 4489084"/>
              <a:gd name="connsiteX8062" fmla="*/ 3941778 w 5158787"/>
              <a:gd name="connsiteY8062" fmla="*/ 3279115 h 4489084"/>
              <a:gd name="connsiteX8063" fmla="*/ 3950070 w 5158787"/>
              <a:gd name="connsiteY8063" fmla="*/ 3293448 h 4489084"/>
              <a:gd name="connsiteX8064" fmla="*/ 3950070 w 5158787"/>
              <a:gd name="connsiteY8064" fmla="*/ 3294632 h 4489084"/>
              <a:gd name="connsiteX8065" fmla="*/ 3941778 w 5158787"/>
              <a:gd name="connsiteY8065" fmla="*/ 3308965 h 4489084"/>
              <a:gd name="connsiteX8066" fmla="*/ 3940771 w 5158787"/>
              <a:gd name="connsiteY8066" fmla="*/ 3309557 h 4489084"/>
              <a:gd name="connsiteX8067" fmla="*/ 3924189 w 5158787"/>
              <a:gd name="connsiteY8067" fmla="*/ 3309557 h 4489084"/>
              <a:gd name="connsiteX8068" fmla="*/ 3923182 w 5158787"/>
              <a:gd name="connsiteY8068" fmla="*/ 3308965 h 4489084"/>
              <a:gd name="connsiteX8069" fmla="*/ 3914890 w 5158787"/>
              <a:gd name="connsiteY8069" fmla="*/ 3294632 h 4489084"/>
              <a:gd name="connsiteX8070" fmla="*/ 3914890 w 5158787"/>
              <a:gd name="connsiteY8070" fmla="*/ 3293448 h 4489084"/>
              <a:gd name="connsiteX8071" fmla="*/ 3923182 w 5158787"/>
              <a:gd name="connsiteY8071" fmla="*/ 3279115 h 4489084"/>
              <a:gd name="connsiteX8072" fmla="*/ 3924189 w 5158787"/>
              <a:gd name="connsiteY8072" fmla="*/ 3278523 h 4489084"/>
              <a:gd name="connsiteX8073" fmla="*/ 4194491 w 5158787"/>
              <a:gd name="connsiteY8073" fmla="*/ 3278108 h 4489084"/>
              <a:gd name="connsiteX8074" fmla="*/ 4211488 w 5158787"/>
              <a:gd name="connsiteY8074" fmla="*/ 3278108 h 4489084"/>
              <a:gd name="connsiteX8075" fmla="*/ 4212555 w 5158787"/>
              <a:gd name="connsiteY8075" fmla="*/ 3278700 h 4489084"/>
              <a:gd name="connsiteX8076" fmla="*/ 4221024 w 5158787"/>
              <a:gd name="connsiteY8076" fmla="*/ 3293447 h 4489084"/>
              <a:gd name="connsiteX8077" fmla="*/ 4221024 w 5158787"/>
              <a:gd name="connsiteY8077" fmla="*/ 3294632 h 4489084"/>
              <a:gd name="connsiteX8078" fmla="*/ 4212495 w 5158787"/>
              <a:gd name="connsiteY8078" fmla="*/ 3309379 h 4489084"/>
              <a:gd name="connsiteX8079" fmla="*/ 4211430 w 5158787"/>
              <a:gd name="connsiteY8079" fmla="*/ 3309971 h 4489084"/>
              <a:gd name="connsiteX8080" fmla="*/ 4194431 w 5158787"/>
              <a:gd name="connsiteY8080" fmla="*/ 3309971 h 4489084"/>
              <a:gd name="connsiteX8081" fmla="*/ 4193366 w 5158787"/>
              <a:gd name="connsiteY8081" fmla="*/ 3309379 h 4489084"/>
              <a:gd name="connsiteX8082" fmla="*/ 4184896 w 5158787"/>
              <a:gd name="connsiteY8082" fmla="*/ 3294632 h 4489084"/>
              <a:gd name="connsiteX8083" fmla="*/ 4184896 w 5158787"/>
              <a:gd name="connsiteY8083" fmla="*/ 3293447 h 4489084"/>
              <a:gd name="connsiteX8084" fmla="*/ 4193425 w 5158787"/>
              <a:gd name="connsiteY8084" fmla="*/ 3278700 h 4489084"/>
              <a:gd name="connsiteX8085" fmla="*/ 4194491 w 5158787"/>
              <a:gd name="connsiteY8085" fmla="*/ 3278108 h 4489084"/>
              <a:gd name="connsiteX8086" fmla="*/ 3856375 w 5158787"/>
              <a:gd name="connsiteY8086" fmla="*/ 3278108 h 4489084"/>
              <a:gd name="connsiteX8087" fmla="*/ 3873373 w 5158787"/>
              <a:gd name="connsiteY8087" fmla="*/ 3278108 h 4489084"/>
              <a:gd name="connsiteX8088" fmla="*/ 3874439 w 5158787"/>
              <a:gd name="connsiteY8088" fmla="*/ 3278700 h 4489084"/>
              <a:gd name="connsiteX8089" fmla="*/ 3882908 w 5158787"/>
              <a:gd name="connsiteY8089" fmla="*/ 3293447 h 4489084"/>
              <a:gd name="connsiteX8090" fmla="*/ 3882908 w 5158787"/>
              <a:gd name="connsiteY8090" fmla="*/ 3294632 h 4489084"/>
              <a:gd name="connsiteX8091" fmla="*/ 3874380 w 5158787"/>
              <a:gd name="connsiteY8091" fmla="*/ 3309379 h 4489084"/>
              <a:gd name="connsiteX8092" fmla="*/ 3873314 w 5158787"/>
              <a:gd name="connsiteY8092" fmla="*/ 3309971 h 4489084"/>
              <a:gd name="connsiteX8093" fmla="*/ 3856316 w 5158787"/>
              <a:gd name="connsiteY8093" fmla="*/ 3309971 h 4489084"/>
              <a:gd name="connsiteX8094" fmla="*/ 3855250 w 5158787"/>
              <a:gd name="connsiteY8094" fmla="*/ 3309379 h 4489084"/>
              <a:gd name="connsiteX8095" fmla="*/ 3846781 w 5158787"/>
              <a:gd name="connsiteY8095" fmla="*/ 3294632 h 4489084"/>
              <a:gd name="connsiteX8096" fmla="*/ 3846781 w 5158787"/>
              <a:gd name="connsiteY8096" fmla="*/ 3293447 h 4489084"/>
              <a:gd name="connsiteX8097" fmla="*/ 3855310 w 5158787"/>
              <a:gd name="connsiteY8097" fmla="*/ 3278700 h 4489084"/>
              <a:gd name="connsiteX8098" fmla="*/ 3856375 w 5158787"/>
              <a:gd name="connsiteY8098" fmla="*/ 3278108 h 4489084"/>
              <a:gd name="connsiteX8099" fmla="*/ 4059162 w 5158787"/>
              <a:gd name="connsiteY8099" fmla="*/ 3277990 h 4489084"/>
              <a:gd name="connsiteX8100" fmla="*/ 4076278 w 5158787"/>
              <a:gd name="connsiteY8100" fmla="*/ 3277990 h 4489084"/>
              <a:gd name="connsiteX8101" fmla="*/ 4077345 w 5158787"/>
              <a:gd name="connsiteY8101" fmla="*/ 3278582 h 4489084"/>
              <a:gd name="connsiteX8102" fmla="*/ 4085873 w 5158787"/>
              <a:gd name="connsiteY8102" fmla="*/ 3293388 h 4489084"/>
              <a:gd name="connsiteX8103" fmla="*/ 4085873 w 5158787"/>
              <a:gd name="connsiteY8103" fmla="*/ 3294573 h 4489084"/>
              <a:gd name="connsiteX8104" fmla="*/ 4077285 w 5158787"/>
              <a:gd name="connsiteY8104" fmla="*/ 3309379 h 4489084"/>
              <a:gd name="connsiteX8105" fmla="*/ 4076219 w 5158787"/>
              <a:gd name="connsiteY8105" fmla="*/ 3309971 h 4489084"/>
              <a:gd name="connsiteX8106" fmla="*/ 4059103 w 5158787"/>
              <a:gd name="connsiteY8106" fmla="*/ 3309971 h 4489084"/>
              <a:gd name="connsiteX8107" fmla="*/ 4058037 w 5158787"/>
              <a:gd name="connsiteY8107" fmla="*/ 3309379 h 4489084"/>
              <a:gd name="connsiteX8108" fmla="*/ 4049508 w 5158787"/>
              <a:gd name="connsiteY8108" fmla="*/ 3294573 h 4489084"/>
              <a:gd name="connsiteX8109" fmla="*/ 4049508 w 5158787"/>
              <a:gd name="connsiteY8109" fmla="*/ 3293388 h 4489084"/>
              <a:gd name="connsiteX8110" fmla="*/ 4058096 w 5158787"/>
              <a:gd name="connsiteY8110" fmla="*/ 3278582 h 4489084"/>
              <a:gd name="connsiteX8111" fmla="*/ 4059162 w 5158787"/>
              <a:gd name="connsiteY8111" fmla="*/ 3277990 h 4489084"/>
              <a:gd name="connsiteX8112" fmla="*/ 4126738 w 5158787"/>
              <a:gd name="connsiteY8112" fmla="*/ 3277872 h 4489084"/>
              <a:gd name="connsiteX8113" fmla="*/ 4143973 w 5158787"/>
              <a:gd name="connsiteY8113" fmla="*/ 3277872 h 4489084"/>
              <a:gd name="connsiteX8114" fmla="*/ 4145038 w 5158787"/>
              <a:gd name="connsiteY8114" fmla="*/ 3278464 h 4489084"/>
              <a:gd name="connsiteX8115" fmla="*/ 4153626 w 5158787"/>
              <a:gd name="connsiteY8115" fmla="*/ 3293389 h 4489084"/>
              <a:gd name="connsiteX8116" fmla="*/ 4153626 w 5158787"/>
              <a:gd name="connsiteY8116" fmla="*/ 3294633 h 4489084"/>
              <a:gd name="connsiteX8117" fmla="*/ 4144979 w 5158787"/>
              <a:gd name="connsiteY8117" fmla="*/ 3309557 h 4489084"/>
              <a:gd name="connsiteX8118" fmla="*/ 4143913 w 5158787"/>
              <a:gd name="connsiteY8118" fmla="*/ 3310150 h 4489084"/>
              <a:gd name="connsiteX8119" fmla="*/ 4126679 w 5158787"/>
              <a:gd name="connsiteY8119" fmla="*/ 3310150 h 4489084"/>
              <a:gd name="connsiteX8120" fmla="*/ 4125612 w 5158787"/>
              <a:gd name="connsiteY8120" fmla="*/ 3309557 h 4489084"/>
              <a:gd name="connsiteX8121" fmla="*/ 4117025 w 5158787"/>
              <a:gd name="connsiteY8121" fmla="*/ 3294633 h 4489084"/>
              <a:gd name="connsiteX8122" fmla="*/ 4117025 w 5158787"/>
              <a:gd name="connsiteY8122" fmla="*/ 3293389 h 4489084"/>
              <a:gd name="connsiteX8123" fmla="*/ 4125671 w 5158787"/>
              <a:gd name="connsiteY8123" fmla="*/ 3278464 h 4489084"/>
              <a:gd name="connsiteX8124" fmla="*/ 4126738 w 5158787"/>
              <a:gd name="connsiteY8124" fmla="*/ 3277872 h 4489084"/>
              <a:gd name="connsiteX8125" fmla="*/ 4329525 w 5158787"/>
              <a:gd name="connsiteY8125" fmla="*/ 3277694 h 4489084"/>
              <a:gd name="connsiteX8126" fmla="*/ 4346996 w 5158787"/>
              <a:gd name="connsiteY8126" fmla="*/ 3277694 h 4489084"/>
              <a:gd name="connsiteX8127" fmla="*/ 4348062 w 5158787"/>
              <a:gd name="connsiteY8127" fmla="*/ 3278286 h 4489084"/>
              <a:gd name="connsiteX8128" fmla="*/ 4356768 w 5158787"/>
              <a:gd name="connsiteY8128" fmla="*/ 3293389 h 4489084"/>
              <a:gd name="connsiteX8129" fmla="*/ 4356768 w 5158787"/>
              <a:gd name="connsiteY8129" fmla="*/ 3294633 h 4489084"/>
              <a:gd name="connsiteX8130" fmla="*/ 4348062 w 5158787"/>
              <a:gd name="connsiteY8130" fmla="*/ 3309735 h 4489084"/>
              <a:gd name="connsiteX8131" fmla="*/ 4346996 w 5158787"/>
              <a:gd name="connsiteY8131" fmla="*/ 3310327 h 4489084"/>
              <a:gd name="connsiteX8132" fmla="*/ 4329525 w 5158787"/>
              <a:gd name="connsiteY8132" fmla="*/ 3310327 h 4489084"/>
              <a:gd name="connsiteX8133" fmla="*/ 4328458 w 5158787"/>
              <a:gd name="connsiteY8133" fmla="*/ 3309735 h 4489084"/>
              <a:gd name="connsiteX8134" fmla="*/ 4319752 w 5158787"/>
              <a:gd name="connsiteY8134" fmla="*/ 3294633 h 4489084"/>
              <a:gd name="connsiteX8135" fmla="*/ 4319752 w 5158787"/>
              <a:gd name="connsiteY8135" fmla="*/ 3293389 h 4489084"/>
              <a:gd name="connsiteX8136" fmla="*/ 4328458 w 5158787"/>
              <a:gd name="connsiteY8136" fmla="*/ 3278286 h 4489084"/>
              <a:gd name="connsiteX8137" fmla="*/ 4329525 w 5158787"/>
              <a:gd name="connsiteY8137" fmla="*/ 3277694 h 4489084"/>
              <a:gd name="connsiteX8138" fmla="*/ 4261712 w 5158787"/>
              <a:gd name="connsiteY8138" fmla="*/ 3277279 h 4489084"/>
              <a:gd name="connsiteX8139" fmla="*/ 4279598 w 5158787"/>
              <a:gd name="connsiteY8139" fmla="*/ 3277279 h 4489084"/>
              <a:gd name="connsiteX8140" fmla="*/ 4280664 w 5158787"/>
              <a:gd name="connsiteY8140" fmla="*/ 3277931 h 4489084"/>
              <a:gd name="connsiteX8141" fmla="*/ 4289607 w 5158787"/>
              <a:gd name="connsiteY8141" fmla="*/ 3293448 h 4489084"/>
              <a:gd name="connsiteX8142" fmla="*/ 4289607 w 5158787"/>
              <a:gd name="connsiteY8142" fmla="*/ 3294691 h 4489084"/>
              <a:gd name="connsiteX8143" fmla="*/ 4280664 w 5158787"/>
              <a:gd name="connsiteY8143" fmla="*/ 3310208 h 4489084"/>
              <a:gd name="connsiteX8144" fmla="*/ 4279598 w 5158787"/>
              <a:gd name="connsiteY8144" fmla="*/ 3310860 h 4489084"/>
              <a:gd name="connsiteX8145" fmla="*/ 4261712 w 5158787"/>
              <a:gd name="connsiteY8145" fmla="*/ 3310860 h 4489084"/>
              <a:gd name="connsiteX8146" fmla="*/ 4260646 w 5158787"/>
              <a:gd name="connsiteY8146" fmla="*/ 3310208 h 4489084"/>
              <a:gd name="connsiteX8147" fmla="*/ 4251703 w 5158787"/>
              <a:gd name="connsiteY8147" fmla="*/ 3294691 h 4489084"/>
              <a:gd name="connsiteX8148" fmla="*/ 4251703 w 5158787"/>
              <a:gd name="connsiteY8148" fmla="*/ 3293448 h 4489084"/>
              <a:gd name="connsiteX8149" fmla="*/ 4260646 w 5158787"/>
              <a:gd name="connsiteY8149" fmla="*/ 3277931 h 4489084"/>
              <a:gd name="connsiteX8150" fmla="*/ 4261712 w 5158787"/>
              <a:gd name="connsiteY8150" fmla="*/ 3277279 h 4489084"/>
              <a:gd name="connsiteX8151" fmla="*/ 3652997 w 5158787"/>
              <a:gd name="connsiteY8151" fmla="*/ 3277279 h 4489084"/>
              <a:gd name="connsiteX8152" fmla="*/ 3670883 w 5158787"/>
              <a:gd name="connsiteY8152" fmla="*/ 3277279 h 4489084"/>
              <a:gd name="connsiteX8153" fmla="*/ 3671948 w 5158787"/>
              <a:gd name="connsiteY8153" fmla="*/ 3277931 h 4489084"/>
              <a:gd name="connsiteX8154" fmla="*/ 3680892 w 5158787"/>
              <a:gd name="connsiteY8154" fmla="*/ 3293448 h 4489084"/>
              <a:gd name="connsiteX8155" fmla="*/ 3680892 w 5158787"/>
              <a:gd name="connsiteY8155" fmla="*/ 3294691 h 4489084"/>
              <a:gd name="connsiteX8156" fmla="*/ 3671948 w 5158787"/>
              <a:gd name="connsiteY8156" fmla="*/ 3310208 h 4489084"/>
              <a:gd name="connsiteX8157" fmla="*/ 3670883 w 5158787"/>
              <a:gd name="connsiteY8157" fmla="*/ 3310860 h 4489084"/>
              <a:gd name="connsiteX8158" fmla="*/ 3652997 w 5158787"/>
              <a:gd name="connsiteY8158" fmla="*/ 3310860 h 4489084"/>
              <a:gd name="connsiteX8159" fmla="*/ 3651930 w 5158787"/>
              <a:gd name="connsiteY8159" fmla="*/ 3310208 h 4489084"/>
              <a:gd name="connsiteX8160" fmla="*/ 3642987 w 5158787"/>
              <a:gd name="connsiteY8160" fmla="*/ 3294691 h 4489084"/>
              <a:gd name="connsiteX8161" fmla="*/ 3642987 w 5158787"/>
              <a:gd name="connsiteY8161" fmla="*/ 3293448 h 4489084"/>
              <a:gd name="connsiteX8162" fmla="*/ 3651930 w 5158787"/>
              <a:gd name="connsiteY8162" fmla="*/ 3277931 h 4489084"/>
              <a:gd name="connsiteX8163" fmla="*/ 3652997 w 5158787"/>
              <a:gd name="connsiteY8163" fmla="*/ 3277279 h 4489084"/>
              <a:gd name="connsiteX8164" fmla="*/ 3585183 w 5158787"/>
              <a:gd name="connsiteY8164" fmla="*/ 3276924 h 4489084"/>
              <a:gd name="connsiteX8165" fmla="*/ 3603425 w 5158787"/>
              <a:gd name="connsiteY8165" fmla="*/ 3276924 h 4489084"/>
              <a:gd name="connsiteX8166" fmla="*/ 3604550 w 5158787"/>
              <a:gd name="connsiteY8166" fmla="*/ 3277576 h 4489084"/>
              <a:gd name="connsiteX8167" fmla="*/ 3613671 w 5158787"/>
              <a:gd name="connsiteY8167" fmla="*/ 3293329 h 4489084"/>
              <a:gd name="connsiteX8168" fmla="*/ 3613671 w 5158787"/>
              <a:gd name="connsiteY8168" fmla="*/ 3294633 h 4489084"/>
              <a:gd name="connsiteX8169" fmla="*/ 3604550 w 5158787"/>
              <a:gd name="connsiteY8169" fmla="*/ 3310386 h 4489084"/>
              <a:gd name="connsiteX8170" fmla="*/ 3603425 w 5158787"/>
              <a:gd name="connsiteY8170" fmla="*/ 3311038 h 4489084"/>
              <a:gd name="connsiteX8171" fmla="*/ 3585183 w 5158787"/>
              <a:gd name="connsiteY8171" fmla="*/ 3311038 h 4489084"/>
              <a:gd name="connsiteX8172" fmla="*/ 3584058 w 5158787"/>
              <a:gd name="connsiteY8172" fmla="*/ 3310386 h 4489084"/>
              <a:gd name="connsiteX8173" fmla="*/ 3574937 w 5158787"/>
              <a:gd name="connsiteY8173" fmla="*/ 3294633 h 4489084"/>
              <a:gd name="connsiteX8174" fmla="*/ 3574937 w 5158787"/>
              <a:gd name="connsiteY8174" fmla="*/ 3293329 h 4489084"/>
              <a:gd name="connsiteX8175" fmla="*/ 3584058 w 5158787"/>
              <a:gd name="connsiteY8175" fmla="*/ 3277576 h 4489084"/>
              <a:gd name="connsiteX8176" fmla="*/ 3585183 w 5158787"/>
              <a:gd name="connsiteY8176" fmla="*/ 3276924 h 4489084"/>
              <a:gd name="connsiteX8177" fmla="*/ 4396686 w 5158787"/>
              <a:gd name="connsiteY8177" fmla="*/ 3276746 h 4489084"/>
              <a:gd name="connsiteX8178" fmla="*/ 4415105 w 5158787"/>
              <a:gd name="connsiteY8178" fmla="*/ 3276746 h 4489084"/>
              <a:gd name="connsiteX8179" fmla="*/ 4416230 w 5158787"/>
              <a:gd name="connsiteY8179" fmla="*/ 3277397 h 4489084"/>
              <a:gd name="connsiteX8180" fmla="*/ 4425469 w 5158787"/>
              <a:gd name="connsiteY8180" fmla="*/ 3293388 h 4489084"/>
              <a:gd name="connsiteX8181" fmla="*/ 4425469 w 5158787"/>
              <a:gd name="connsiteY8181" fmla="*/ 3294691 h 4489084"/>
              <a:gd name="connsiteX8182" fmla="*/ 4416230 w 5158787"/>
              <a:gd name="connsiteY8182" fmla="*/ 3310682 h 4489084"/>
              <a:gd name="connsiteX8183" fmla="*/ 4415105 w 5158787"/>
              <a:gd name="connsiteY8183" fmla="*/ 3311333 h 4489084"/>
              <a:gd name="connsiteX8184" fmla="*/ 4396686 w 5158787"/>
              <a:gd name="connsiteY8184" fmla="*/ 3311333 h 4489084"/>
              <a:gd name="connsiteX8185" fmla="*/ 4395561 w 5158787"/>
              <a:gd name="connsiteY8185" fmla="*/ 3310682 h 4489084"/>
              <a:gd name="connsiteX8186" fmla="*/ 4386321 w 5158787"/>
              <a:gd name="connsiteY8186" fmla="*/ 3294691 h 4489084"/>
              <a:gd name="connsiteX8187" fmla="*/ 4386321 w 5158787"/>
              <a:gd name="connsiteY8187" fmla="*/ 3293388 h 4489084"/>
              <a:gd name="connsiteX8188" fmla="*/ 4395561 w 5158787"/>
              <a:gd name="connsiteY8188" fmla="*/ 3277397 h 4489084"/>
              <a:gd name="connsiteX8189" fmla="*/ 4396686 w 5158787"/>
              <a:gd name="connsiteY8189" fmla="*/ 3276746 h 4489084"/>
              <a:gd name="connsiteX8190" fmla="*/ 3720336 w 5158787"/>
              <a:gd name="connsiteY8190" fmla="*/ 3276628 h 4489084"/>
              <a:gd name="connsiteX8191" fmla="*/ 3738873 w 5158787"/>
              <a:gd name="connsiteY8191" fmla="*/ 3276628 h 4489084"/>
              <a:gd name="connsiteX8192" fmla="*/ 3739998 w 5158787"/>
              <a:gd name="connsiteY8192" fmla="*/ 3277279 h 4489084"/>
              <a:gd name="connsiteX8193" fmla="*/ 3749237 w 5158787"/>
              <a:gd name="connsiteY8193" fmla="*/ 3293330 h 4489084"/>
              <a:gd name="connsiteX8194" fmla="*/ 3749237 w 5158787"/>
              <a:gd name="connsiteY8194" fmla="*/ 3294633 h 4489084"/>
              <a:gd name="connsiteX8195" fmla="*/ 3739939 w 5158787"/>
              <a:gd name="connsiteY8195" fmla="*/ 3310682 h 4489084"/>
              <a:gd name="connsiteX8196" fmla="*/ 3738814 w 5158787"/>
              <a:gd name="connsiteY8196" fmla="*/ 3311334 h 4489084"/>
              <a:gd name="connsiteX8197" fmla="*/ 3720276 w 5158787"/>
              <a:gd name="connsiteY8197" fmla="*/ 3311334 h 4489084"/>
              <a:gd name="connsiteX8198" fmla="*/ 3719151 w 5158787"/>
              <a:gd name="connsiteY8198" fmla="*/ 3310682 h 4489084"/>
              <a:gd name="connsiteX8199" fmla="*/ 3709912 w 5158787"/>
              <a:gd name="connsiteY8199" fmla="*/ 3294633 h 4489084"/>
              <a:gd name="connsiteX8200" fmla="*/ 3709912 w 5158787"/>
              <a:gd name="connsiteY8200" fmla="*/ 3293330 h 4489084"/>
              <a:gd name="connsiteX8201" fmla="*/ 3719210 w 5158787"/>
              <a:gd name="connsiteY8201" fmla="*/ 3277279 h 4489084"/>
              <a:gd name="connsiteX8202" fmla="*/ 3720336 w 5158787"/>
              <a:gd name="connsiteY8202" fmla="*/ 3276628 h 4489084"/>
              <a:gd name="connsiteX8203" fmla="*/ 4464202 w 5158787"/>
              <a:gd name="connsiteY8203" fmla="*/ 3276509 h 4489084"/>
              <a:gd name="connsiteX8204" fmla="*/ 4482858 w 5158787"/>
              <a:gd name="connsiteY8204" fmla="*/ 3276509 h 4489084"/>
              <a:gd name="connsiteX8205" fmla="*/ 4483983 w 5158787"/>
              <a:gd name="connsiteY8205" fmla="*/ 3277160 h 4489084"/>
              <a:gd name="connsiteX8206" fmla="*/ 4493282 w 5158787"/>
              <a:gd name="connsiteY8206" fmla="*/ 3293329 h 4489084"/>
              <a:gd name="connsiteX8207" fmla="*/ 4493282 w 5158787"/>
              <a:gd name="connsiteY8207" fmla="*/ 3294632 h 4489084"/>
              <a:gd name="connsiteX8208" fmla="*/ 4483924 w 5158787"/>
              <a:gd name="connsiteY8208" fmla="*/ 3310800 h 4489084"/>
              <a:gd name="connsiteX8209" fmla="*/ 4482799 w 5158787"/>
              <a:gd name="connsiteY8209" fmla="*/ 3311452 h 4489084"/>
              <a:gd name="connsiteX8210" fmla="*/ 4464143 w 5158787"/>
              <a:gd name="connsiteY8210" fmla="*/ 3311452 h 4489084"/>
              <a:gd name="connsiteX8211" fmla="*/ 4463018 w 5158787"/>
              <a:gd name="connsiteY8211" fmla="*/ 3310800 h 4489084"/>
              <a:gd name="connsiteX8212" fmla="*/ 4453719 w 5158787"/>
              <a:gd name="connsiteY8212" fmla="*/ 3294632 h 4489084"/>
              <a:gd name="connsiteX8213" fmla="*/ 4453719 w 5158787"/>
              <a:gd name="connsiteY8213" fmla="*/ 3293329 h 4489084"/>
              <a:gd name="connsiteX8214" fmla="*/ 4463077 w 5158787"/>
              <a:gd name="connsiteY8214" fmla="*/ 3277160 h 4489084"/>
              <a:gd name="connsiteX8215" fmla="*/ 4464202 w 5158787"/>
              <a:gd name="connsiteY8215" fmla="*/ 3276509 h 4489084"/>
              <a:gd name="connsiteX8216" fmla="*/ 3382042 w 5158787"/>
              <a:gd name="connsiteY8216" fmla="*/ 3276450 h 4489084"/>
              <a:gd name="connsiteX8217" fmla="*/ 3400816 w 5158787"/>
              <a:gd name="connsiteY8217" fmla="*/ 3276450 h 4489084"/>
              <a:gd name="connsiteX8218" fmla="*/ 3401942 w 5158787"/>
              <a:gd name="connsiteY8218" fmla="*/ 3277101 h 4489084"/>
              <a:gd name="connsiteX8219" fmla="*/ 3411299 w 5158787"/>
              <a:gd name="connsiteY8219" fmla="*/ 3293329 h 4489084"/>
              <a:gd name="connsiteX8220" fmla="*/ 3411299 w 5158787"/>
              <a:gd name="connsiteY8220" fmla="*/ 3294632 h 4489084"/>
              <a:gd name="connsiteX8221" fmla="*/ 3401882 w 5158787"/>
              <a:gd name="connsiteY8221" fmla="*/ 3310860 h 4489084"/>
              <a:gd name="connsiteX8222" fmla="*/ 3400757 w 5158787"/>
              <a:gd name="connsiteY8222" fmla="*/ 3311511 h 4489084"/>
              <a:gd name="connsiteX8223" fmla="*/ 3381983 w 5158787"/>
              <a:gd name="connsiteY8223" fmla="*/ 3311511 h 4489084"/>
              <a:gd name="connsiteX8224" fmla="*/ 3380857 w 5158787"/>
              <a:gd name="connsiteY8224" fmla="*/ 3310860 h 4489084"/>
              <a:gd name="connsiteX8225" fmla="*/ 3371500 w 5158787"/>
              <a:gd name="connsiteY8225" fmla="*/ 3294632 h 4489084"/>
              <a:gd name="connsiteX8226" fmla="*/ 3371500 w 5158787"/>
              <a:gd name="connsiteY8226" fmla="*/ 3293329 h 4489084"/>
              <a:gd name="connsiteX8227" fmla="*/ 3380916 w 5158787"/>
              <a:gd name="connsiteY8227" fmla="*/ 3277101 h 4489084"/>
              <a:gd name="connsiteX8228" fmla="*/ 3382042 w 5158787"/>
              <a:gd name="connsiteY8228" fmla="*/ 3276450 h 4489084"/>
              <a:gd name="connsiteX8229" fmla="*/ 3787793 w 5158787"/>
              <a:gd name="connsiteY8229" fmla="*/ 3276332 h 4489084"/>
              <a:gd name="connsiteX8230" fmla="*/ 3806686 w 5158787"/>
              <a:gd name="connsiteY8230" fmla="*/ 3276332 h 4489084"/>
              <a:gd name="connsiteX8231" fmla="*/ 3807811 w 5158787"/>
              <a:gd name="connsiteY8231" fmla="*/ 3276983 h 4489084"/>
              <a:gd name="connsiteX8232" fmla="*/ 3817228 w 5158787"/>
              <a:gd name="connsiteY8232" fmla="*/ 3293330 h 4489084"/>
              <a:gd name="connsiteX8233" fmla="*/ 3817228 w 5158787"/>
              <a:gd name="connsiteY8233" fmla="*/ 3294692 h 4489084"/>
              <a:gd name="connsiteX8234" fmla="*/ 3807811 w 5158787"/>
              <a:gd name="connsiteY8234" fmla="*/ 3311038 h 4489084"/>
              <a:gd name="connsiteX8235" fmla="*/ 3806686 w 5158787"/>
              <a:gd name="connsiteY8235" fmla="*/ 3311689 h 4489084"/>
              <a:gd name="connsiteX8236" fmla="*/ 3787793 w 5158787"/>
              <a:gd name="connsiteY8236" fmla="*/ 3311689 h 4489084"/>
              <a:gd name="connsiteX8237" fmla="*/ 3786667 w 5158787"/>
              <a:gd name="connsiteY8237" fmla="*/ 3311038 h 4489084"/>
              <a:gd name="connsiteX8238" fmla="*/ 3777251 w 5158787"/>
              <a:gd name="connsiteY8238" fmla="*/ 3294692 h 4489084"/>
              <a:gd name="connsiteX8239" fmla="*/ 3777251 w 5158787"/>
              <a:gd name="connsiteY8239" fmla="*/ 3293330 h 4489084"/>
              <a:gd name="connsiteX8240" fmla="*/ 3786667 w 5158787"/>
              <a:gd name="connsiteY8240" fmla="*/ 3276983 h 4489084"/>
              <a:gd name="connsiteX8241" fmla="*/ 3787793 w 5158787"/>
              <a:gd name="connsiteY8241" fmla="*/ 3276332 h 4489084"/>
              <a:gd name="connsiteX8242" fmla="*/ 3449440 w 5158787"/>
              <a:gd name="connsiteY8242" fmla="*/ 3275917 h 4489084"/>
              <a:gd name="connsiteX8243" fmla="*/ 3468747 w 5158787"/>
              <a:gd name="connsiteY8243" fmla="*/ 3275917 h 4489084"/>
              <a:gd name="connsiteX8244" fmla="*/ 3469932 w 5158787"/>
              <a:gd name="connsiteY8244" fmla="*/ 3276628 h 4489084"/>
              <a:gd name="connsiteX8245" fmla="*/ 3479585 w 5158787"/>
              <a:gd name="connsiteY8245" fmla="*/ 3293388 h 4489084"/>
              <a:gd name="connsiteX8246" fmla="*/ 3479585 w 5158787"/>
              <a:gd name="connsiteY8246" fmla="*/ 3294751 h 4489084"/>
              <a:gd name="connsiteX8247" fmla="*/ 3469932 w 5158787"/>
              <a:gd name="connsiteY8247" fmla="*/ 3311511 h 4489084"/>
              <a:gd name="connsiteX8248" fmla="*/ 3468747 w 5158787"/>
              <a:gd name="connsiteY8248" fmla="*/ 3312222 h 4489084"/>
              <a:gd name="connsiteX8249" fmla="*/ 3449440 w 5158787"/>
              <a:gd name="connsiteY8249" fmla="*/ 3312222 h 4489084"/>
              <a:gd name="connsiteX8250" fmla="*/ 3448255 w 5158787"/>
              <a:gd name="connsiteY8250" fmla="*/ 3311511 h 4489084"/>
              <a:gd name="connsiteX8251" fmla="*/ 3438601 w 5158787"/>
              <a:gd name="connsiteY8251" fmla="*/ 3294751 h 4489084"/>
              <a:gd name="connsiteX8252" fmla="*/ 3438601 w 5158787"/>
              <a:gd name="connsiteY8252" fmla="*/ 3293388 h 4489084"/>
              <a:gd name="connsiteX8253" fmla="*/ 3448255 w 5158787"/>
              <a:gd name="connsiteY8253" fmla="*/ 3276628 h 4489084"/>
              <a:gd name="connsiteX8254" fmla="*/ 3449440 w 5158787"/>
              <a:gd name="connsiteY8254" fmla="*/ 3275917 h 4489084"/>
              <a:gd name="connsiteX8255" fmla="*/ 4598821 w 5158787"/>
              <a:gd name="connsiteY8255" fmla="*/ 3275384 h 4489084"/>
              <a:gd name="connsiteX8256" fmla="*/ 4618720 w 5158787"/>
              <a:gd name="connsiteY8256" fmla="*/ 3275384 h 4489084"/>
              <a:gd name="connsiteX8257" fmla="*/ 4619905 w 5158787"/>
              <a:gd name="connsiteY8257" fmla="*/ 3276095 h 4489084"/>
              <a:gd name="connsiteX8258" fmla="*/ 4629855 w 5158787"/>
              <a:gd name="connsiteY8258" fmla="*/ 3293329 h 4489084"/>
              <a:gd name="connsiteX8259" fmla="*/ 4629855 w 5158787"/>
              <a:gd name="connsiteY8259" fmla="*/ 3294750 h 4489084"/>
              <a:gd name="connsiteX8260" fmla="*/ 4619905 w 5158787"/>
              <a:gd name="connsiteY8260" fmla="*/ 3311985 h 4489084"/>
              <a:gd name="connsiteX8261" fmla="*/ 4618720 w 5158787"/>
              <a:gd name="connsiteY8261" fmla="*/ 3312696 h 4489084"/>
              <a:gd name="connsiteX8262" fmla="*/ 4598821 w 5158787"/>
              <a:gd name="connsiteY8262" fmla="*/ 3312696 h 4489084"/>
              <a:gd name="connsiteX8263" fmla="*/ 4597636 w 5158787"/>
              <a:gd name="connsiteY8263" fmla="*/ 3311985 h 4489084"/>
              <a:gd name="connsiteX8264" fmla="*/ 4587686 w 5158787"/>
              <a:gd name="connsiteY8264" fmla="*/ 3294750 h 4489084"/>
              <a:gd name="connsiteX8265" fmla="*/ 4587686 w 5158787"/>
              <a:gd name="connsiteY8265" fmla="*/ 3293329 h 4489084"/>
              <a:gd name="connsiteX8266" fmla="*/ 4597636 w 5158787"/>
              <a:gd name="connsiteY8266" fmla="*/ 3276095 h 4489084"/>
              <a:gd name="connsiteX8267" fmla="*/ 4598821 w 5158787"/>
              <a:gd name="connsiteY8267" fmla="*/ 3275384 h 4489084"/>
              <a:gd name="connsiteX8268" fmla="*/ 3516720 w 5158787"/>
              <a:gd name="connsiteY8268" fmla="*/ 3275266 h 4489084"/>
              <a:gd name="connsiteX8269" fmla="*/ 3536679 w 5158787"/>
              <a:gd name="connsiteY8269" fmla="*/ 3275266 h 4489084"/>
              <a:gd name="connsiteX8270" fmla="*/ 3537922 w 5158787"/>
              <a:gd name="connsiteY8270" fmla="*/ 3275977 h 4489084"/>
              <a:gd name="connsiteX8271" fmla="*/ 3547931 w 5158787"/>
              <a:gd name="connsiteY8271" fmla="*/ 3293270 h 4489084"/>
              <a:gd name="connsiteX8272" fmla="*/ 3547931 w 5158787"/>
              <a:gd name="connsiteY8272" fmla="*/ 3294692 h 4489084"/>
              <a:gd name="connsiteX8273" fmla="*/ 3537922 w 5158787"/>
              <a:gd name="connsiteY8273" fmla="*/ 3311986 h 4489084"/>
              <a:gd name="connsiteX8274" fmla="*/ 3536679 w 5158787"/>
              <a:gd name="connsiteY8274" fmla="*/ 3312696 h 4489084"/>
              <a:gd name="connsiteX8275" fmla="*/ 3516720 w 5158787"/>
              <a:gd name="connsiteY8275" fmla="*/ 3312696 h 4489084"/>
              <a:gd name="connsiteX8276" fmla="*/ 3515476 w 5158787"/>
              <a:gd name="connsiteY8276" fmla="*/ 3311986 h 4489084"/>
              <a:gd name="connsiteX8277" fmla="*/ 3505467 w 5158787"/>
              <a:gd name="connsiteY8277" fmla="*/ 3294692 h 4489084"/>
              <a:gd name="connsiteX8278" fmla="*/ 3505467 w 5158787"/>
              <a:gd name="connsiteY8278" fmla="*/ 3293270 h 4489084"/>
              <a:gd name="connsiteX8279" fmla="*/ 3515476 w 5158787"/>
              <a:gd name="connsiteY8279" fmla="*/ 3275977 h 4489084"/>
              <a:gd name="connsiteX8280" fmla="*/ 3516720 w 5158787"/>
              <a:gd name="connsiteY8280" fmla="*/ 3275266 h 4489084"/>
              <a:gd name="connsiteX8281" fmla="*/ 3313756 w 5158787"/>
              <a:gd name="connsiteY8281" fmla="*/ 3275206 h 4489084"/>
              <a:gd name="connsiteX8282" fmla="*/ 3333833 w 5158787"/>
              <a:gd name="connsiteY8282" fmla="*/ 3275206 h 4489084"/>
              <a:gd name="connsiteX8283" fmla="*/ 3335076 w 5158787"/>
              <a:gd name="connsiteY8283" fmla="*/ 3275917 h 4489084"/>
              <a:gd name="connsiteX8284" fmla="*/ 3345086 w 5158787"/>
              <a:gd name="connsiteY8284" fmla="*/ 3293329 h 4489084"/>
              <a:gd name="connsiteX8285" fmla="*/ 3345086 w 5158787"/>
              <a:gd name="connsiteY8285" fmla="*/ 3294750 h 4489084"/>
              <a:gd name="connsiteX8286" fmla="*/ 3335017 w 5158787"/>
              <a:gd name="connsiteY8286" fmla="*/ 3312162 h 4489084"/>
              <a:gd name="connsiteX8287" fmla="*/ 3333774 w 5158787"/>
              <a:gd name="connsiteY8287" fmla="*/ 3312873 h 4489084"/>
              <a:gd name="connsiteX8288" fmla="*/ 3313696 w 5158787"/>
              <a:gd name="connsiteY8288" fmla="*/ 3312873 h 4489084"/>
              <a:gd name="connsiteX8289" fmla="*/ 3312453 w 5158787"/>
              <a:gd name="connsiteY8289" fmla="*/ 3312162 h 4489084"/>
              <a:gd name="connsiteX8290" fmla="*/ 3302443 w 5158787"/>
              <a:gd name="connsiteY8290" fmla="*/ 3294750 h 4489084"/>
              <a:gd name="connsiteX8291" fmla="*/ 3302443 w 5158787"/>
              <a:gd name="connsiteY8291" fmla="*/ 3293329 h 4489084"/>
              <a:gd name="connsiteX8292" fmla="*/ 3312512 w 5158787"/>
              <a:gd name="connsiteY8292" fmla="*/ 3275917 h 4489084"/>
              <a:gd name="connsiteX8293" fmla="*/ 3313756 w 5158787"/>
              <a:gd name="connsiteY8293" fmla="*/ 3275206 h 4489084"/>
              <a:gd name="connsiteX8294" fmla="*/ 4531008 w 5158787"/>
              <a:gd name="connsiteY8294" fmla="*/ 3274970 h 4489084"/>
              <a:gd name="connsiteX8295" fmla="*/ 4551322 w 5158787"/>
              <a:gd name="connsiteY8295" fmla="*/ 3274970 h 4489084"/>
              <a:gd name="connsiteX8296" fmla="*/ 4552566 w 5158787"/>
              <a:gd name="connsiteY8296" fmla="*/ 3275681 h 4489084"/>
              <a:gd name="connsiteX8297" fmla="*/ 4562693 w 5158787"/>
              <a:gd name="connsiteY8297" fmla="*/ 3293270 h 4489084"/>
              <a:gd name="connsiteX8298" fmla="*/ 4562693 w 5158787"/>
              <a:gd name="connsiteY8298" fmla="*/ 3294692 h 4489084"/>
              <a:gd name="connsiteX8299" fmla="*/ 4552507 w 5158787"/>
              <a:gd name="connsiteY8299" fmla="*/ 3312282 h 4489084"/>
              <a:gd name="connsiteX8300" fmla="*/ 4551263 w 5158787"/>
              <a:gd name="connsiteY8300" fmla="*/ 3312992 h 4489084"/>
              <a:gd name="connsiteX8301" fmla="*/ 4530949 w 5158787"/>
              <a:gd name="connsiteY8301" fmla="*/ 3312992 h 4489084"/>
              <a:gd name="connsiteX8302" fmla="*/ 4529705 w 5158787"/>
              <a:gd name="connsiteY8302" fmla="*/ 3312282 h 4489084"/>
              <a:gd name="connsiteX8303" fmla="*/ 4519577 w 5158787"/>
              <a:gd name="connsiteY8303" fmla="*/ 3294692 h 4489084"/>
              <a:gd name="connsiteX8304" fmla="*/ 4519577 w 5158787"/>
              <a:gd name="connsiteY8304" fmla="*/ 3293270 h 4489084"/>
              <a:gd name="connsiteX8305" fmla="*/ 4529765 w 5158787"/>
              <a:gd name="connsiteY8305" fmla="*/ 3275681 h 4489084"/>
              <a:gd name="connsiteX8306" fmla="*/ 4531008 w 5158787"/>
              <a:gd name="connsiteY8306" fmla="*/ 3274970 h 4489084"/>
              <a:gd name="connsiteX8307" fmla="*/ 2366805 w 5158787"/>
              <a:gd name="connsiteY8307" fmla="*/ 3274970 h 4489084"/>
              <a:gd name="connsiteX8308" fmla="*/ 2387120 w 5158787"/>
              <a:gd name="connsiteY8308" fmla="*/ 3274970 h 4489084"/>
              <a:gd name="connsiteX8309" fmla="*/ 2388363 w 5158787"/>
              <a:gd name="connsiteY8309" fmla="*/ 3275681 h 4489084"/>
              <a:gd name="connsiteX8310" fmla="*/ 2398491 w 5158787"/>
              <a:gd name="connsiteY8310" fmla="*/ 3293270 h 4489084"/>
              <a:gd name="connsiteX8311" fmla="*/ 2398491 w 5158787"/>
              <a:gd name="connsiteY8311" fmla="*/ 3294692 h 4489084"/>
              <a:gd name="connsiteX8312" fmla="*/ 2388304 w 5158787"/>
              <a:gd name="connsiteY8312" fmla="*/ 3312282 h 4489084"/>
              <a:gd name="connsiteX8313" fmla="*/ 2387060 w 5158787"/>
              <a:gd name="connsiteY8313" fmla="*/ 3312992 h 4489084"/>
              <a:gd name="connsiteX8314" fmla="*/ 2366746 w 5158787"/>
              <a:gd name="connsiteY8314" fmla="*/ 3312992 h 4489084"/>
              <a:gd name="connsiteX8315" fmla="*/ 2365502 w 5158787"/>
              <a:gd name="connsiteY8315" fmla="*/ 3312282 h 4489084"/>
              <a:gd name="connsiteX8316" fmla="*/ 2355375 w 5158787"/>
              <a:gd name="connsiteY8316" fmla="*/ 3294692 h 4489084"/>
              <a:gd name="connsiteX8317" fmla="*/ 2355375 w 5158787"/>
              <a:gd name="connsiteY8317" fmla="*/ 3293270 h 4489084"/>
              <a:gd name="connsiteX8318" fmla="*/ 2365561 w 5158787"/>
              <a:gd name="connsiteY8318" fmla="*/ 3275681 h 4489084"/>
              <a:gd name="connsiteX8319" fmla="*/ 2366805 w 5158787"/>
              <a:gd name="connsiteY8319" fmla="*/ 3274970 h 4489084"/>
              <a:gd name="connsiteX8320" fmla="*/ 4666219 w 5158787"/>
              <a:gd name="connsiteY8320" fmla="*/ 3274851 h 4489084"/>
              <a:gd name="connsiteX8321" fmla="*/ 4686652 w 5158787"/>
              <a:gd name="connsiteY8321" fmla="*/ 3274851 h 4489084"/>
              <a:gd name="connsiteX8322" fmla="*/ 4687896 w 5158787"/>
              <a:gd name="connsiteY8322" fmla="*/ 3275562 h 4489084"/>
              <a:gd name="connsiteX8323" fmla="*/ 4698082 w 5158787"/>
              <a:gd name="connsiteY8323" fmla="*/ 3293270 h 4489084"/>
              <a:gd name="connsiteX8324" fmla="*/ 4698082 w 5158787"/>
              <a:gd name="connsiteY8324" fmla="*/ 3294691 h 4489084"/>
              <a:gd name="connsiteX8325" fmla="*/ 4687836 w 5158787"/>
              <a:gd name="connsiteY8325" fmla="*/ 3312400 h 4489084"/>
              <a:gd name="connsiteX8326" fmla="*/ 4686593 w 5158787"/>
              <a:gd name="connsiteY8326" fmla="*/ 3313111 h 4489084"/>
              <a:gd name="connsiteX8327" fmla="*/ 4666160 w 5158787"/>
              <a:gd name="connsiteY8327" fmla="*/ 3313111 h 4489084"/>
              <a:gd name="connsiteX8328" fmla="*/ 4664916 w 5158787"/>
              <a:gd name="connsiteY8328" fmla="*/ 3312400 h 4489084"/>
              <a:gd name="connsiteX8329" fmla="*/ 4654730 w 5158787"/>
              <a:gd name="connsiteY8329" fmla="*/ 3294691 h 4489084"/>
              <a:gd name="connsiteX8330" fmla="*/ 4654730 w 5158787"/>
              <a:gd name="connsiteY8330" fmla="*/ 3293270 h 4489084"/>
              <a:gd name="connsiteX8331" fmla="*/ 4664976 w 5158787"/>
              <a:gd name="connsiteY8331" fmla="*/ 3275562 h 4489084"/>
              <a:gd name="connsiteX8332" fmla="*/ 4666219 w 5158787"/>
              <a:gd name="connsiteY8332" fmla="*/ 3274851 h 4489084"/>
              <a:gd name="connsiteX8333" fmla="*/ 4733676 w 5158787"/>
              <a:gd name="connsiteY8333" fmla="*/ 3274555 h 4489084"/>
              <a:gd name="connsiteX8334" fmla="*/ 4754405 w 5158787"/>
              <a:gd name="connsiteY8334" fmla="*/ 3274555 h 4489084"/>
              <a:gd name="connsiteX8335" fmla="*/ 4755648 w 5158787"/>
              <a:gd name="connsiteY8335" fmla="*/ 3275266 h 4489084"/>
              <a:gd name="connsiteX8336" fmla="*/ 4766013 w 5158787"/>
              <a:gd name="connsiteY8336" fmla="*/ 3293270 h 4489084"/>
              <a:gd name="connsiteX8337" fmla="*/ 4766013 w 5158787"/>
              <a:gd name="connsiteY8337" fmla="*/ 3294751 h 4489084"/>
              <a:gd name="connsiteX8338" fmla="*/ 4755648 w 5158787"/>
              <a:gd name="connsiteY8338" fmla="*/ 3312755 h 4489084"/>
              <a:gd name="connsiteX8339" fmla="*/ 4754405 w 5158787"/>
              <a:gd name="connsiteY8339" fmla="*/ 3313466 h 4489084"/>
              <a:gd name="connsiteX8340" fmla="*/ 4733676 w 5158787"/>
              <a:gd name="connsiteY8340" fmla="*/ 3313466 h 4489084"/>
              <a:gd name="connsiteX8341" fmla="*/ 4732433 w 5158787"/>
              <a:gd name="connsiteY8341" fmla="*/ 3312755 h 4489084"/>
              <a:gd name="connsiteX8342" fmla="*/ 4722068 w 5158787"/>
              <a:gd name="connsiteY8342" fmla="*/ 3294751 h 4489084"/>
              <a:gd name="connsiteX8343" fmla="*/ 4722068 w 5158787"/>
              <a:gd name="connsiteY8343" fmla="*/ 3293270 h 4489084"/>
              <a:gd name="connsiteX8344" fmla="*/ 4732433 w 5158787"/>
              <a:gd name="connsiteY8344" fmla="*/ 3275266 h 4489084"/>
              <a:gd name="connsiteX8345" fmla="*/ 4733676 w 5158787"/>
              <a:gd name="connsiteY8345" fmla="*/ 3274555 h 4489084"/>
              <a:gd name="connsiteX8346" fmla="*/ 3042919 w 5158787"/>
              <a:gd name="connsiteY8346" fmla="*/ 3274555 h 4489084"/>
              <a:gd name="connsiteX8347" fmla="*/ 3063648 w 5158787"/>
              <a:gd name="connsiteY8347" fmla="*/ 3274555 h 4489084"/>
              <a:gd name="connsiteX8348" fmla="*/ 3064892 w 5158787"/>
              <a:gd name="connsiteY8348" fmla="*/ 3275266 h 4489084"/>
              <a:gd name="connsiteX8349" fmla="*/ 3075256 w 5158787"/>
              <a:gd name="connsiteY8349" fmla="*/ 3293270 h 4489084"/>
              <a:gd name="connsiteX8350" fmla="*/ 3075256 w 5158787"/>
              <a:gd name="connsiteY8350" fmla="*/ 3294751 h 4489084"/>
              <a:gd name="connsiteX8351" fmla="*/ 3064892 w 5158787"/>
              <a:gd name="connsiteY8351" fmla="*/ 3312755 h 4489084"/>
              <a:gd name="connsiteX8352" fmla="*/ 3063648 w 5158787"/>
              <a:gd name="connsiteY8352" fmla="*/ 3313466 h 4489084"/>
              <a:gd name="connsiteX8353" fmla="*/ 3042919 w 5158787"/>
              <a:gd name="connsiteY8353" fmla="*/ 3313466 h 4489084"/>
              <a:gd name="connsiteX8354" fmla="*/ 3041675 w 5158787"/>
              <a:gd name="connsiteY8354" fmla="*/ 3312755 h 4489084"/>
              <a:gd name="connsiteX8355" fmla="*/ 3031311 w 5158787"/>
              <a:gd name="connsiteY8355" fmla="*/ 3294751 h 4489084"/>
              <a:gd name="connsiteX8356" fmla="*/ 3031311 w 5158787"/>
              <a:gd name="connsiteY8356" fmla="*/ 3293270 h 4489084"/>
              <a:gd name="connsiteX8357" fmla="*/ 3041675 w 5158787"/>
              <a:gd name="connsiteY8357" fmla="*/ 3275266 h 4489084"/>
              <a:gd name="connsiteX8358" fmla="*/ 3042919 w 5158787"/>
              <a:gd name="connsiteY8358" fmla="*/ 3274555 h 4489084"/>
              <a:gd name="connsiteX8359" fmla="*/ 3245765 w 5158787"/>
              <a:gd name="connsiteY8359" fmla="*/ 3274436 h 4489084"/>
              <a:gd name="connsiteX8360" fmla="*/ 3266612 w 5158787"/>
              <a:gd name="connsiteY8360" fmla="*/ 3274436 h 4489084"/>
              <a:gd name="connsiteX8361" fmla="*/ 3267915 w 5158787"/>
              <a:gd name="connsiteY8361" fmla="*/ 3275147 h 4489084"/>
              <a:gd name="connsiteX8362" fmla="*/ 3278339 w 5158787"/>
              <a:gd name="connsiteY8362" fmla="*/ 3293210 h 4489084"/>
              <a:gd name="connsiteX8363" fmla="*/ 3278339 w 5158787"/>
              <a:gd name="connsiteY8363" fmla="*/ 3294691 h 4489084"/>
              <a:gd name="connsiteX8364" fmla="*/ 3267915 w 5158787"/>
              <a:gd name="connsiteY8364" fmla="*/ 3312755 h 4489084"/>
              <a:gd name="connsiteX8365" fmla="*/ 3266612 w 5158787"/>
              <a:gd name="connsiteY8365" fmla="*/ 3313465 h 4489084"/>
              <a:gd name="connsiteX8366" fmla="*/ 3245765 w 5158787"/>
              <a:gd name="connsiteY8366" fmla="*/ 3313465 h 4489084"/>
              <a:gd name="connsiteX8367" fmla="*/ 3244462 w 5158787"/>
              <a:gd name="connsiteY8367" fmla="*/ 3312755 h 4489084"/>
              <a:gd name="connsiteX8368" fmla="*/ 3234038 w 5158787"/>
              <a:gd name="connsiteY8368" fmla="*/ 3294691 h 4489084"/>
              <a:gd name="connsiteX8369" fmla="*/ 3234038 w 5158787"/>
              <a:gd name="connsiteY8369" fmla="*/ 3293210 h 4489084"/>
              <a:gd name="connsiteX8370" fmla="*/ 3244462 w 5158787"/>
              <a:gd name="connsiteY8370" fmla="*/ 3275147 h 4489084"/>
              <a:gd name="connsiteX8371" fmla="*/ 3245765 w 5158787"/>
              <a:gd name="connsiteY8371" fmla="*/ 3274436 h 4489084"/>
              <a:gd name="connsiteX8372" fmla="*/ 3177893 w 5158787"/>
              <a:gd name="connsiteY8372" fmla="*/ 3274081 h 4489084"/>
              <a:gd name="connsiteX8373" fmla="*/ 3199214 w 5158787"/>
              <a:gd name="connsiteY8373" fmla="*/ 3274081 h 4489084"/>
              <a:gd name="connsiteX8374" fmla="*/ 3200517 w 5158787"/>
              <a:gd name="connsiteY8374" fmla="*/ 3274851 h 4489084"/>
              <a:gd name="connsiteX8375" fmla="*/ 3211177 w 5158787"/>
              <a:gd name="connsiteY8375" fmla="*/ 3293329 h 4489084"/>
              <a:gd name="connsiteX8376" fmla="*/ 3211177 w 5158787"/>
              <a:gd name="connsiteY8376" fmla="*/ 3294810 h 4489084"/>
              <a:gd name="connsiteX8377" fmla="*/ 3200517 w 5158787"/>
              <a:gd name="connsiteY8377" fmla="*/ 3313288 h 4489084"/>
              <a:gd name="connsiteX8378" fmla="*/ 3199214 w 5158787"/>
              <a:gd name="connsiteY8378" fmla="*/ 3314058 h 4489084"/>
              <a:gd name="connsiteX8379" fmla="*/ 3177893 w 5158787"/>
              <a:gd name="connsiteY8379" fmla="*/ 3314058 h 4489084"/>
              <a:gd name="connsiteX8380" fmla="*/ 3176589 w 5158787"/>
              <a:gd name="connsiteY8380" fmla="*/ 3313288 h 4489084"/>
              <a:gd name="connsiteX8381" fmla="*/ 3165929 w 5158787"/>
              <a:gd name="connsiteY8381" fmla="*/ 3294810 h 4489084"/>
              <a:gd name="connsiteX8382" fmla="*/ 3165929 w 5158787"/>
              <a:gd name="connsiteY8382" fmla="*/ 3293329 h 4489084"/>
              <a:gd name="connsiteX8383" fmla="*/ 3176589 w 5158787"/>
              <a:gd name="connsiteY8383" fmla="*/ 3274851 h 4489084"/>
              <a:gd name="connsiteX8384" fmla="*/ 3177893 w 5158787"/>
              <a:gd name="connsiteY8384" fmla="*/ 3274081 h 4489084"/>
              <a:gd name="connsiteX8385" fmla="*/ 2907294 w 5158787"/>
              <a:gd name="connsiteY8385" fmla="*/ 3273962 h 4489084"/>
              <a:gd name="connsiteX8386" fmla="*/ 2928733 w 5158787"/>
              <a:gd name="connsiteY8386" fmla="*/ 3273962 h 4489084"/>
              <a:gd name="connsiteX8387" fmla="*/ 2930036 w 5158787"/>
              <a:gd name="connsiteY8387" fmla="*/ 3274732 h 4489084"/>
              <a:gd name="connsiteX8388" fmla="*/ 2940756 w 5158787"/>
              <a:gd name="connsiteY8388" fmla="*/ 3293269 h 4489084"/>
              <a:gd name="connsiteX8389" fmla="*/ 2940756 w 5158787"/>
              <a:gd name="connsiteY8389" fmla="*/ 3294809 h 4489084"/>
              <a:gd name="connsiteX8390" fmla="*/ 2930036 w 5158787"/>
              <a:gd name="connsiteY8390" fmla="*/ 3313347 h 4489084"/>
              <a:gd name="connsiteX8391" fmla="*/ 2928733 w 5158787"/>
              <a:gd name="connsiteY8391" fmla="*/ 3314117 h 4489084"/>
              <a:gd name="connsiteX8392" fmla="*/ 2907294 w 5158787"/>
              <a:gd name="connsiteY8392" fmla="*/ 3314117 h 4489084"/>
              <a:gd name="connsiteX8393" fmla="*/ 2905991 w 5158787"/>
              <a:gd name="connsiteY8393" fmla="*/ 3313347 h 4489084"/>
              <a:gd name="connsiteX8394" fmla="*/ 2895271 w 5158787"/>
              <a:gd name="connsiteY8394" fmla="*/ 3294809 h 4489084"/>
              <a:gd name="connsiteX8395" fmla="*/ 2895271 w 5158787"/>
              <a:gd name="connsiteY8395" fmla="*/ 3293269 h 4489084"/>
              <a:gd name="connsiteX8396" fmla="*/ 2905991 w 5158787"/>
              <a:gd name="connsiteY8396" fmla="*/ 3274732 h 4489084"/>
              <a:gd name="connsiteX8397" fmla="*/ 2907294 w 5158787"/>
              <a:gd name="connsiteY8397" fmla="*/ 3273962 h 4489084"/>
              <a:gd name="connsiteX8398" fmla="*/ 5003802 w 5158787"/>
              <a:gd name="connsiteY8398" fmla="*/ 3273726 h 4489084"/>
              <a:gd name="connsiteX8399" fmla="*/ 5025419 w 5158787"/>
              <a:gd name="connsiteY8399" fmla="*/ 3273726 h 4489084"/>
              <a:gd name="connsiteX8400" fmla="*/ 5026722 w 5158787"/>
              <a:gd name="connsiteY8400" fmla="*/ 3274496 h 4489084"/>
              <a:gd name="connsiteX8401" fmla="*/ 5037561 w 5158787"/>
              <a:gd name="connsiteY8401" fmla="*/ 3293211 h 4489084"/>
              <a:gd name="connsiteX8402" fmla="*/ 5037561 w 5158787"/>
              <a:gd name="connsiteY8402" fmla="*/ 3294751 h 4489084"/>
              <a:gd name="connsiteX8403" fmla="*/ 5026722 w 5158787"/>
              <a:gd name="connsiteY8403" fmla="*/ 3313466 h 4489084"/>
              <a:gd name="connsiteX8404" fmla="*/ 5025419 w 5158787"/>
              <a:gd name="connsiteY8404" fmla="*/ 3314236 h 4489084"/>
              <a:gd name="connsiteX8405" fmla="*/ 5003802 w 5158787"/>
              <a:gd name="connsiteY8405" fmla="*/ 3314236 h 4489084"/>
              <a:gd name="connsiteX8406" fmla="*/ 5002499 w 5158787"/>
              <a:gd name="connsiteY8406" fmla="*/ 3313466 h 4489084"/>
              <a:gd name="connsiteX8407" fmla="*/ 4991661 w 5158787"/>
              <a:gd name="connsiteY8407" fmla="*/ 3294751 h 4489084"/>
              <a:gd name="connsiteX8408" fmla="*/ 4991661 w 5158787"/>
              <a:gd name="connsiteY8408" fmla="*/ 3293211 h 4489084"/>
              <a:gd name="connsiteX8409" fmla="*/ 5002499 w 5158787"/>
              <a:gd name="connsiteY8409" fmla="*/ 3274496 h 4489084"/>
              <a:gd name="connsiteX8410" fmla="*/ 5003802 w 5158787"/>
              <a:gd name="connsiteY8410" fmla="*/ 3273726 h 4489084"/>
              <a:gd name="connsiteX8411" fmla="*/ 3110139 w 5158787"/>
              <a:gd name="connsiteY8411" fmla="*/ 3273726 h 4489084"/>
              <a:gd name="connsiteX8412" fmla="*/ 3131756 w 5158787"/>
              <a:gd name="connsiteY8412" fmla="*/ 3273726 h 4489084"/>
              <a:gd name="connsiteX8413" fmla="*/ 3133059 w 5158787"/>
              <a:gd name="connsiteY8413" fmla="*/ 3274496 h 4489084"/>
              <a:gd name="connsiteX8414" fmla="*/ 3143897 w 5158787"/>
              <a:gd name="connsiteY8414" fmla="*/ 3293211 h 4489084"/>
              <a:gd name="connsiteX8415" fmla="*/ 3143897 w 5158787"/>
              <a:gd name="connsiteY8415" fmla="*/ 3294751 h 4489084"/>
              <a:gd name="connsiteX8416" fmla="*/ 3133059 w 5158787"/>
              <a:gd name="connsiteY8416" fmla="*/ 3313466 h 4489084"/>
              <a:gd name="connsiteX8417" fmla="*/ 3131756 w 5158787"/>
              <a:gd name="connsiteY8417" fmla="*/ 3314236 h 4489084"/>
              <a:gd name="connsiteX8418" fmla="*/ 3110139 w 5158787"/>
              <a:gd name="connsiteY8418" fmla="*/ 3314236 h 4489084"/>
              <a:gd name="connsiteX8419" fmla="*/ 3108836 w 5158787"/>
              <a:gd name="connsiteY8419" fmla="*/ 3313466 h 4489084"/>
              <a:gd name="connsiteX8420" fmla="*/ 3097998 w 5158787"/>
              <a:gd name="connsiteY8420" fmla="*/ 3294751 h 4489084"/>
              <a:gd name="connsiteX8421" fmla="*/ 3097998 w 5158787"/>
              <a:gd name="connsiteY8421" fmla="*/ 3293211 h 4489084"/>
              <a:gd name="connsiteX8422" fmla="*/ 3108836 w 5158787"/>
              <a:gd name="connsiteY8422" fmla="*/ 3274496 h 4489084"/>
              <a:gd name="connsiteX8423" fmla="*/ 3110139 w 5158787"/>
              <a:gd name="connsiteY8423" fmla="*/ 3273726 h 4489084"/>
              <a:gd name="connsiteX8424" fmla="*/ 2974810 w 5158787"/>
              <a:gd name="connsiteY8424" fmla="*/ 3273666 h 4489084"/>
              <a:gd name="connsiteX8425" fmla="*/ 2996546 w 5158787"/>
              <a:gd name="connsiteY8425" fmla="*/ 3273666 h 4489084"/>
              <a:gd name="connsiteX8426" fmla="*/ 2997849 w 5158787"/>
              <a:gd name="connsiteY8426" fmla="*/ 3274436 h 4489084"/>
              <a:gd name="connsiteX8427" fmla="*/ 3008687 w 5158787"/>
              <a:gd name="connsiteY8427" fmla="*/ 3293269 h 4489084"/>
              <a:gd name="connsiteX8428" fmla="*/ 3008687 w 5158787"/>
              <a:gd name="connsiteY8428" fmla="*/ 3294809 h 4489084"/>
              <a:gd name="connsiteX8429" fmla="*/ 2997790 w 5158787"/>
              <a:gd name="connsiteY8429" fmla="*/ 3313643 h 4489084"/>
              <a:gd name="connsiteX8430" fmla="*/ 2996487 w 5158787"/>
              <a:gd name="connsiteY8430" fmla="*/ 3314413 h 4489084"/>
              <a:gd name="connsiteX8431" fmla="*/ 2974751 w 5158787"/>
              <a:gd name="connsiteY8431" fmla="*/ 3314413 h 4489084"/>
              <a:gd name="connsiteX8432" fmla="*/ 2973448 w 5158787"/>
              <a:gd name="connsiteY8432" fmla="*/ 3313643 h 4489084"/>
              <a:gd name="connsiteX8433" fmla="*/ 2962610 w 5158787"/>
              <a:gd name="connsiteY8433" fmla="*/ 3294809 h 4489084"/>
              <a:gd name="connsiteX8434" fmla="*/ 2962610 w 5158787"/>
              <a:gd name="connsiteY8434" fmla="*/ 3293269 h 4489084"/>
              <a:gd name="connsiteX8435" fmla="*/ 2973507 w 5158787"/>
              <a:gd name="connsiteY8435" fmla="*/ 3274436 h 4489084"/>
              <a:gd name="connsiteX8436" fmla="*/ 2974810 w 5158787"/>
              <a:gd name="connsiteY8436" fmla="*/ 3273666 h 4489084"/>
              <a:gd name="connsiteX8437" fmla="*/ 4800720 w 5158787"/>
              <a:gd name="connsiteY8437" fmla="*/ 3273430 h 4489084"/>
              <a:gd name="connsiteX8438" fmla="*/ 4822693 w 5158787"/>
              <a:gd name="connsiteY8438" fmla="*/ 3273430 h 4489084"/>
              <a:gd name="connsiteX8439" fmla="*/ 4824055 w 5158787"/>
              <a:gd name="connsiteY8439" fmla="*/ 3274200 h 4489084"/>
              <a:gd name="connsiteX8440" fmla="*/ 4835011 w 5158787"/>
              <a:gd name="connsiteY8440" fmla="*/ 3293211 h 4489084"/>
              <a:gd name="connsiteX8441" fmla="*/ 4835011 w 5158787"/>
              <a:gd name="connsiteY8441" fmla="*/ 3294751 h 4489084"/>
              <a:gd name="connsiteX8442" fmla="*/ 4823995 w 5158787"/>
              <a:gd name="connsiteY8442" fmla="*/ 3313762 h 4489084"/>
              <a:gd name="connsiteX8443" fmla="*/ 4822633 w 5158787"/>
              <a:gd name="connsiteY8443" fmla="*/ 3314532 h 4489084"/>
              <a:gd name="connsiteX8444" fmla="*/ 4800661 w 5158787"/>
              <a:gd name="connsiteY8444" fmla="*/ 3314532 h 4489084"/>
              <a:gd name="connsiteX8445" fmla="*/ 4799298 w 5158787"/>
              <a:gd name="connsiteY8445" fmla="*/ 3313762 h 4489084"/>
              <a:gd name="connsiteX8446" fmla="*/ 4788342 w 5158787"/>
              <a:gd name="connsiteY8446" fmla="*/ 3294751 h 4489084"/>
              <a:gd name="connsiteX8447" fmla="*/ 4788342 w 5158787"/>
              <a:gd name="connsiteY8447" fmla="*/ 3293211 h 4489084"/>
              <a:gd name="connsiteX8448" fmla="*/ 4799358 w 5158787"/>
              <a:gd name="connsiteY8448" fmla="*/ 3274200 h 4489084"/>
              <a:gd name="connsiteX8449" fmla="*/ 4800720 w 5158787"/>
              <a:gd name="connsiteY8449" fmla="*/ 3273430 h 4489084"/>
              <a:gd name="connsiteX8450" fmla="*/ 2839303 w 5158787"/>
              <a:gd name="connsiteY8450" fmla="*/ 3273252 h 4489084"/>
              <a:gd name="connsiteX8451" fmla="*/ 2861513 w 5158787"/>
              <a:gd name="connsiteY8451" fmla="*/ 3273252 h 4489084"/>
              <a:gd name="connsiteX8452" fmla="*/ 2862875 w 5158787"/>
              <a:gd name="connsiteY8452" fmla="*/ 3274022 h 4489084"/>
              <a:gd name="connsiteX8453" fmla="*/ 2873950 w 5158787"/>
              <a:gd name="connsiteY8453" fmla="*/ 3293270 h 4489084"/>
              <a:gd name="connsiteX8454" fmla="*/ 2873950 w 5158787"/>
              <a:gd name="connsiteY8454" fmla="*/ 3294810 h 4489084"/>
              <a:gd name="connsiteX8455" fmla="*/ 2862875 w 5158787"/>
              <a:gd name="connsiteY8455" fmla="*/ 3314058 h 4489084"/>
              <a:gd name="connsiteX8456" fmla="*/ 2861513 w 5158787"/>
              <a:gd name="connsiteY8456" fmla="*/ 3314828 h 4489084"/>
              <a:gd name="connsiteX8457" fmla="*/ 2839303 w 5158787"/>
              <a:gd name="connsiteY8457" fmla="*/ 3314828 h 4489084"/>
              <a:gd name="connsiteX8458" fmla="*/ 2837941 w 5158787"/>
              <a:gd name="connsiteY8458" fmla="*/ 3314058 h 4489084"/>
              <a:gd name="connsiteX8459" fmla="*/ 2826866 w 5158787"/>
              <a:gd name="connsiteY8459" fmla="*/ 3294810 h 4489084"/>
              <a:gd name="connsiteX8460" fmla="*/ 2826866 w 5158787"/>
              <a:gd name="connsiteY8460" fmla="*/ 3293270 h 4489084"/>
              <a:gd name="connsiteX8461" fmla="*/ 2837941 w 5158787"/>
              <a:gd name="connsiteY8461" fmla="*/ 3274022 h 4489084"/>
              <a:gd name="connsiteX8462" fmla="*/ 2839303 w 5158787"/>
              <a:gd name="connsiteY8462" fmla="*/ 3273252 h 4489084"/>
              <a:gd name="connsiteX8463" fmla="*/ 2704033 w 5158787"/>
              <a:gd name="connsiteY8463" fmla="*/ 3273252 h 4489084"/>
              <a:gd name="connsiteX8464" fmla="*/ 2726243 w 5158787"/>
              <a:gd name="connsiteY8464" fmla="*/ 3273252 h 4489084"/>
              <a:gd name="connsiteX8465" fmla="*/ 2727605 w 5158787"/>
              <a:gd name="connsiteY8465" fmla="*/ 3274022 h 4489084"/>
              <a:gd name="connsiteX8466" fmla="*/ 2738680 w 5158787"/>
              <a:gd name="connsiteY8466" fmla="*/ 3293270 h 4489084"/>
              <a:gd name="connsiteX8467" fmla="*/ 2738680 w 5158787"/>
              <a:gd name="connsiteY8467" fmla="*/ 3294810 h 4489084"/>
              <a:gd name="connsiteX8468" fmla="*/ 2727605 w 5158787"/>
              <a:gd name="connsiteY8468" fmla="*/ 3314058 h 4489084"/>
              <a:gd name="connsiteX8469" fmla="*/ 2726243 w 5158787"/>
              <a:gd name="connsiteY8469" fmla="*/ 3314828 h 4489084"/>
              <a:gd name="connsiteX8470" fmla="*/ 2704033 w 5158787"/>
              <a:gd name="connsiteY8470" fmla="*/ 3314828 h 4489084"/>
              <a:gd name="connsiteX8471" fmla="*/ 2702671 w 5158787"/>
              <a:gd name="connsiteY8471" fmla="*/ 3314058 h 4489084"/>
              <a:gd name="connsiteX8472" fmla="*/ 2691596 w 5158787"/>
              <a:gd name="connsiteY8472" fmla="*/ 3294810 h 4489084"/>
              <a:gd name="connsiteX8473" fmla="*/ 2691596 w 5158787"/>
              <a:gd name="connsiteY8473" fmla="*/ 3293270 h 4489084"/>
              <a:gd name="connsiteX8474" fmla="*/ 2702671 w 5158787"/>
              <a:gd name="connsiteY8474" fmla="*/ 3274022 h 4489084"/>
              <a:gd name="connsiteX8475" fmla="*/ 2704033 w 5158787"/>
              <a:gd name="connsiteY8475" fmla="*/ 3273252 h 4489084"/>
              <a:gd name="connsiteX8476" fmla="*/ 2636397 w 5158787"/>
              <a:gd name="connsiteY8476" fmla="*/ 3273252 h 4489084"/>
              <a:gd name="connsiteX8477" fmla="*/ 2658607 w 5158787"/>
              <a:gd name="connsiteY8477" fmla="*/ 3273252 h 4489084"/>
              <a:gd name="connsiteX8478" fmla="*/ 2659969 w 5158787"/>
              <a:gd name="connsiteY8478" fmla="*/ 3274022 h 4489084"/>
              <a:gd name="connsiteX8479" fmla="*/ 2671044 w 5158787"/>
              <a:gd name="connsiteY8479" fmla="*/ 3293270 h 4489084"/>
              <a:gd name="connsiteX8480" fmla="*/ 2671044 w 5158787"/>
              <a:gd name="connsiteY8480" fmla="*/ 3294810 h 4489084"/>
              <a:gd name="connsiteX8481" fmla="*/ 2659969 w 5158787"/>
              <a:gd name="connsiteY8481" fmla="*/ 3314058 h 4489084"/>
              <a:gd name="connsiteX8482" fmla="*/ 2658607 w 5158787"/>
              <a:gd name="connsiteY8482" fmla="*/ 3314828 h 4489084"/>
              <a:gd name="connsiteX8483" fmla="*/ 2636397 w 5158787"/>
              <a:gd name="connsiteY8483" fmla="*/ 3314828 h 4489084"/>
              <a:gd name="connsiteX8484" fmla="*/ 2635035 w 5158787"/>
              <a:gd name="connsiteY8484" fmla="*/ 3314058 h 4489084"/>
              <a:gd name="connsiteX8485" fmla="*/ 2623960 w 5158787"/>
              <a:gd name="connsiteY8485" fmla="*/ 3294810 h 4489084"/>
              <a:gd name="connsiteX8486" fmla="*/ 2623960 w 5158787"/>
              <a:gd name="connsiteY8486" fmla="*/ 3293270 h 4489084"/>
              <a:gd name="connsiteX8487" fmla="*/ 2635035 w 5158787"/>
              <a:gd name="connsiteY8487" fmla="*/ 3274022 h 4489084"/>
              <a:gd name="connsiteX8488" fmla="*/ 2636397 w 5158787"/>
              <a:gd name="connsiteY8488" fmla="*/ 3273252 h 4489084"/>
              <a:gd name="connsiteX8489" fmla="*/ 4935753 w 5158787"/>
              <a:gd name="connsiteY8489" fmla="*/ 3273134 h 4489084"/>
              <a:gd name="connsiteX8490" fmla="*/ 4958081 w 5158787"/>
              <a:gd name="connsiteY8490" fmla="*/ 3273134 h 4489084"/>
              <a:gd name="connsiteX8491" fmla="*/ 4959443 w 5158787"/>
              <a:gd name="connsiteY8491" fmla="*/ 3273904 h 4489084"/>
              <a:gd name="connsiteX8492" fmla="*/ 4970577 w 5158787"/>
              <a:gd name="connsiteY8492" fmla="*/ 3293211 h 4489084"/>
              <a:gd name="connsiteX8493" fmla="*/ 4970577 w 5158787"/>
              <a:gd name="connsiteY8493" fmla="*/ 3294810 h 4489084"/>
              <a:gd name="connsiteX8494" fmla="*/ 4959443 w 5158787"/>
              <a:gd name="connsiteY8494" fmla="*/ 3314118 h 4489084"/>
              <a:gd name="connsiteX8495" fmla="*/ 4958081 w 5158787"/>
              <a:gd name="connsiteY8495" fmla="*/ 3314888 h 4489084"/>
              <a:gd name="connsiteX8496" fmla="*/ 4935753 w 5158787"/>
              <a:gd name="connsiteY8496" fmla="*/ 3314888 h 4489084"/>
              <a:gd name="connsiteX8497" fmla="*/ 4934391 w 5158787"/>
              <a:gd name="connsiteY8497" fmla="*/ 3314118 h 4489084"/>
              <a:gd name="connsiteX8498" fmla="*/ 4923256 w 5158787"/>
              <a:gd name="connsiteY8498" fmla="*/ 3294810 h 4489084"/>
              <a:gd name="connsiteX8499" fmla="*/ 4923256 w 5158787"/>
              <a:gd name="connsiteY8499" fmla="*/ 3293211 h 4489084"/>
              <a:gd name="connsiteX8500" fmla="*/ 4934391 w 5158787"/>
              <a:gd name="connsiteY8500" fmla="*/ 3273904 h 4489084"/>
              <a:gd name="connsiteX8501" fmla="*/ 4935753 w 5158787"/>
              <a:gd name="connsiteY8501" fmla="*/ 3273134 h 4489084"/>
              <a:gd name="connsiteX8502" fmla="*/ 2771609 w 5158787"/>
              <a:gd name="connsiteY8502" fmla="*/ 3273134 h 4489084"/>
              <a:gd name="connsiteX8503" fmla="*/ 2793936 w 5158787"/>
              <a:gd name="connsiteY8503" fmla="*/ 3273134 h 4489084"/>
              <a:gd name="connsiteX8504" fmla="*/ 2795299 w 5158787"/>
              <a:gd name="connsiteY8504" fmla="*/ 3273904 h 4489084"/>
              <a:gd name="connsiteX8505" fmla="*/ 2806433 w 5158787"/>
              <a:gd name="connsiteY8505" fmla="*/ 3293211 h 4489084"/>
              <a:gd name="connsiteX8506" fmla="*/ 2806433 w 5158787"/>
              <a:gd name="connsiteY8506" fmla="*/ 3294810 h 4489084"/>
              <a:gd name="connsiteX8507" fmla="*/ 2795299 w 5158787"/>
              <a:gd name="connsiteY8507" fmla="*/ 3314118 h 4489084"/>
              <a:gd name="connsiteX8508" fmla="*/ 2793936 w 5158787"/>
              <a:gd name="connsiteY8508" fmla="*/ 3314888 h 4489084"/>
              <a:gd name="connsiteX8509" fmla="*/ 2771609 w 5158787"/>
              <a:gd name="connsiteY8509" fmla="*/ 3314888 h 4489084"/>
              <a:gd name="connsiteX8510" fmla="*/ 2770246 w 5158787"/>
              <a:gd name="connsiteY8510" fmla="*/ 3314118 h 4489084"/>
              <a:gd name="connsiteX8511" fmla="*/ 2759112 w 5158787"/>
              <a:gd name="connsiteY8511" fmla="*/ 3294810 h 4489084"/>
              <a:gd name="connsiteX8512" fmla="*/ 2759112 w 5158787"/>
              <a:gd name="connsiteY8512" fmla="*/ 3293211 h 4489084"/>
              <a:gd name="connsiteX8513" fmla="*/ 2770246 w 5158787"/>
              <a:gd name="connsiteY8513" fmla="*/ 3273904 h 4489084"/>
              <a:gd name="connsiteX8514" fmla="*/ 2771609 w 5158787"/>
              <a:gd name="connsiteY8514" fmla="*/ 3273134 h 4489084"/>
              <a:gd name="connsiteX8515" fmla="*/ 4868117 w 5158787"/>
              <a:gd name="connsiteY8515" fmla="*/ 3273015 h 4489084"/>
              <a:gd name="connsiteX8516" fmla="*/ 4890505 w 5158787"/>
              <a:gd name="connsiteY8516" fmla="*/ 3273015 h 4489084"/>
              <a:gd name="connsiteX8517" fmla="*/ 4891867 w 5158787"/>
              <a:gd name="connsiteY8517" fmla="*/ 3273785 h 4489084"/>
              <a:gd name="connsiteX8518" fmla="*/ 4903060 w 5158787"/>
              <a:gd name="connsiteY8518" fmla="*/ 3293211 h 4489084"/>
              <a:gd name="connsiteX8519" fmla="*/ 4903060 w 5158787"/>
              <a:gd name="connsiteY8519" fmla="*/ 3294810 h 4489084"/>
              <a:gd name="connsiteX8520" fmla="*/ 4891867 w 5158787"/>
              <a:gd name="connsiteY8520" fmla="*/ 3314236 h 4489084"/>
              <a:gd name="connsiteX8521" fmla="*/ 4890505 w 5158787"/>
              <a:gd name="connsiteY8521" fmla="*/ 3315006 h 4489084"/>
              <a:gd name="connsiteX8522" fmla="*/ 4868117 w 5158787"/>
              <a:gd name="connsiteY8522" fmla="*/ 3315006 h 4489084"/>
              <a:gd name="connsiteX8523" fmla="*/ 4866755 w 5158787"/>
              <a:gd name="connsiteY8523" fmla="*/ 3314236 h 4489084"/>
              <a:gd name="connsiteX8524" fmla="*/ 4855562 w 5158787"/>
              <a:gd name="connsiteY8524" fmla="*/ 3294810 h 4489084"/>
              <a:gd name="connsiteX8525" fmla="*/ 4855562 w 5158787"/>
              <a:gd name="connsiteY8525" fmla="*/ 3293211 h 4489084"/>
              <a:gd name="connsiteX8526" fmla="*/ 4866755 w 5158787"/>
              <a:gd name="connsiteY8526" fmla="*/ 3273785 h 4489084"/>
              <a:gd name="connsiteX8527" fmla="*/ 4868117 w 5158787"/>
              <a:gd name="connsiteY8527" fmla="*/ 3273015 h 4489084"/>
              <a:gd name="connsiteX8528" fmla="*/ 2433434 w 5158787"/>
              <a:gd name="connsiteY8528" fmla="*/ 3273015 h 4489084"/>
              <a:gd name="connsiteX8529" fmla="*/ 2455821 w 5158787"/>
              <a:gd name="connsiteY8529" fmla="*/ 3273015 h 4489084"/>
              <a:gd name="connsiteX8530" fmla="*/ 2457183 w 5158787"/>
              <a:gd name="connsiteY8530" fmla="*/ 3273785 h 4489084"/>
              <a:gd name="connsiteX8531" fmla="*/ 2468377 w 5158787"/>
              <a:gd name="connsiteY8531" fmla="*/ 3293211 h 4489084"/>
              <a:gd name="connsiteX8532" fmla="*/ 2468377 w 5158787"/>
              <a:gd name="connsiteY8532" fmla="*/ 3294810 h 4489084"/>
              <a:gd name="connsiteX8533" fmla="*/ 2457183 w 5158787"/>
              <a:gd name="connsiteY8533" fmla="*/ 3314236 h 4489084"/>
              <a:gd name="connsiteX8534" fmla="*/ 2455821 w 5158787"/>
              <a:gd name="connsiteY8534" fmla="*/ 3315006 h 4489084"/>
              <a:gd name="connsiteX8535" fmla="*/ 2433434 w 5158787"/>
              <a:gd name="connsiteY8535" fmla="*/ 3315006 h 4489084"/>
              <a:gd name="connsiteX8536" fmla="*/ 2432072 w 5158787"/>
              <a:gd name="connsiteY8536" fmla="*/ 3314236 h 4489084"/>
              <a:gd name="connsiteX8537" fmla="*/ 2420878 w 5158787"/>
              <a:gd name="connsiteY8537" fmla="*/ 3294810 h 4489084"/>
              <a:gd name="connsiteX8538" fmla="*/ 2420878 w 5158787"/>
              <a:gd name="connsiteY8538" fmla="*/ 3293211 h 4489084"/>
              <a:gd name="connsiteX8539" fmla="*/ 2432072 w 5158787"/>
              <a:gd name="connsiteY8539" fmla="*/ 3273785 h 4489084"/>
              <a:gd name="connsiteX8540" fmla="*/ 2433434 w 5158787"/>
              <a:gd name="connsiteY8540" fmla="*/ 3273015 h 4489084"/>
              <a:gd name="connsiteX8541" fmla="*/ 2568585 w 5158787"/>
              <a:gd name="connsiteY8541" fmla="*/ 3272837 h 4489084"/>
              <a:gd name="connsiteX8542" fmla="*/ 2591209 w 5158787"/>
              <a:gd name="connsiteY8542" fmla="*/ 3272837 h 4489084"/>
              <a:gd name="connsiteX8543" fmla="*/ 2592571 w 5158787"/>
              <a:gd name="connsiteY8543" fmla="*/ 3273666 h 4489084"/>
              <a:gd name="connsiteX8544" fmla="*/ 2603883 w 5158787"/>
              <a:gd name="connsiteY8544" fmla="*/ 3293270 h 4489084"/>
              <a:gd name="connsiteX8545" fmla="*/ 2603883 w 5158787"/>
              <a:gd name="connsiteY8545" fmla="*/ 3294869 h 4489084"/>
              <a:gd name="connsiteX8546" fmla="*/ 2592571 w 5158787"/>
              <a:gd name="connsiteY8546" fmla="*/ 3314472 h 4489084"/>
              <a:gd name="connsiteX8547" fmla="*/ 2591209 w 5158787"/>
              <a:gd name="connsiteY8547" fmla="*/ 3315302 h 4489084"/>
              <a:gd name="connsiteX8548" fmla="*/ 2568585 w 5158787"/>
              <a:gd name="connsiteY8548" fmla="*/ 3315302 h 4489084"/>
              <a:gd name="connsiteX8549" fmla="*/ 2567223 w 5158787"/>
              <a:gd name="connsiteY8549" fmla="*/ 3314472 h 4489084"/>
              <a:gd name="connsiteX8550" fmla="*/ 2555911 w 5158787"/>
              <a:gd name="connsiteY8550" fmla="*/ 3294869 h 4489084"/>
              <a:gd name="connsiteX8551" fmla="*/ 2555911 w 5158787"/>
              <a:gd name="connsiteY8551" fmla="*/ 3293270 h 4489084"/>
              <a:gd name="connsiteX8552" fmla="*/ 2567223 w 5158787"/>
              <a:gd name="connsiteY8552" fmla="*/ 3273666 h 4489084"/>
              <a:gd name="connsiteX8553" fmla="*/ 2568585 w 5158787"/>
              <a:gd name="connsiteY8553" fmla="*/ 3272837 h 4489084"/>
              <a:gd name="connsiteX8554" fmla="*/ 2500595 w 5158787"/>
              <a:gd name="connsiteY8554" fmla="*/ 3272186 h 4489084"/>
              <a:gd name="connsiteX8555" fmla="*/ 2523870 w 5158787"/>
              <a:gd name="connsiteY8555" fmla="*/ 3272186 h 4489084"/>
              <a:gd name="connsiteX8556" fmla="*/ 2525292 w 5158787"/>
              <a:gd name="connsiteY8556" fmla="*/ 3273015 h 4489084"/>
              <a:gd name="connsiteX8557" fmla="*/ 2536900 w 5158787"/>
              <a:gd name="connsiteY8557" fmla="*/ 3293211 h 4489084"/>
              <a:gd name="connsiteX8558" fmla="*/ 2536900 w 5158787"/>
              <a:gd name="connsiteY8558" fmla="*/ 3294869 h 4489084"/>
              <a:gd name="connsiteX8559" fmla="*/ 2525232 w 5158787"/>
              <a:gd name="connsiteY8559" fmla="*/ 3315065 h 4489084"/>
              <a:gd name="connsiteX8560" fmla="*/ 2523811 w 5158787"/>
              <a:gd name="connsiteY8560" fmla="*/ 3315894 h 4489084"/>
              <a:gd name="connsiteX8561" fmla="*/ 2500536 w 5158787"/>
              <a:gd name="connsiteY8561" fmla="*/ 3315894 h 4489084"/>
              <a:gd name="connsiteX8562" fmla="*/ 2499114 w 5158787"/>
              <a:gd name="connsiteY8562" fmla="*/ 3315065 h 4489084"/>
              <a:gd name="connsiteX8563" fmla="*/ 2487506 w 5158787"/>
              <a:gd name="connsiteY8563" fmla="*/ 3294869 h 4489084"/>
              <a:gd name="connsiteX8564" fmla="*/ 2487506 w 5158787"/>
              <a:gd name="connsiteY8564" fmla="*/ 3293211 h 4489084"/>
              <a:gd name="connsiteX8565" fmla="*/ 2499174 w 5158787"/>
              <a:gd name="connsiteY8565" fmla="*/ 3273015 h 4489084"/>
              <a:gd name="connsiteX8566" fmla="*/ 2500595 w 5158787"/>
              <a:gd name="connsiteY8566" fmla="*/ 3272186 h 4489084"/>
              <a:gd name="connsiteX8567" fmla="*/ 3992060 w 5158787"/>
              <a:gd name="connsiteY8567" fmla="*/ 3220305 h 4489084"/>
              <a:gd name="connsiteX8568" fmla="*/ 4008169 w 5158787"/>
              <a:gd name="connsiteY8568" fmla="*/ 3220305 h 4489084"/>
              <a:gd name="connsiteX8569" fmla="*/ 4009176 w 5158787"/>
              <a:gd name="connsiteY8569" fmla="*/ 3220897 h 4489084"/>
              <a:gd name="connsiteX8570" fmla="*/ 4017231 w 5158787"/>
              <a:gd name="connsiteY8570" fmla="*/ 3234875 h 4489084"/>
              <a:gd name="connsiteX8571" fmla="*/ 4017231 w 5158787"/>
              <a:gd name="connsiteY8571" fmla="*/ 3236000 h 4489084"/>
              <a:gd name="connsiteX8572" fmla="*/ 4009176 w 5158787"/>
              <a:gd name="connsiteY8572" fmla="*/ 3249977 h 4489084"/>
              <a:gd name="connsiteX8573" fmla="*/ 4008169 w 5158787"/>
              <a:gd name="connsiteY8573" fmla="*/ 3250569 h 4489084"/>
              <a:gd name="connsiteX8574" fmla="*/ 3992060 w 5158787"/>
              <a:gd name="connsiteY8574" fmla="*/ 3250569 h 4489084"/>
              <a:gd name="connsiteX8575" fmla="*/ 3991053 w 5158787"/>
              <a:gd name="connsiteY8575" fmla="*/ 3249977 h 4489084"/>
              <a:gd name="connsiteX8576" fmla="*/ 3982998 w 5158787"/>
              <a:gd name="connsiteY8576" fmla="*/ 3236000 h 4489084"/>
              <a:gd name="connsiteX8577" fmla="*/ 3982998 w 5158787"/>
              <a:gd name="connsiteY8577" fmla="*/ 3234875 h 4489084"/>
              <a:gd name="connsiteX8578" fmla="*/ 3991053 w 5158787"/>
              <a:gd name="connsiteY8578" fmla="*/ 3220897 h 4489084"/>
              <a:gd name="connsiteX8579" fmla="*/ 3992060 w 5158787"/>
              <a:gd name="connsiteY8579" fmla="*/ 3220305 h 4489084"/>
              <a:gd name="connsiteX8580" fmla="*/ 3586013 w 5158787"/>
              <a:gd name="connsiteY8580" fmla="*/ 3219890 h 4489084"/>
              <a:gd name="connsiteX8581" fmla="*/ 3602596 w 5158787"/>
              <a:gd name="connsiteY8581" fmla="*/ 3219890 h 4489084"/>
              <a:gd name="connsiteX8582" fmla="*/ 3603603 w 5158787"/>
              <a:gd name="connsiteY8582" fmla="*/ 3220482 h 4489084"/>
              <a:gd name="connsiteX8583" fmla="*/ 3611894 w 5158787"/>
              <a:gd name="connsiteY8583" fmla="*/ 3234815 h 4489084"/>
              <a:gd name="connsiteX8584" fmla="*/ 3611894 w 5158787"/>
              <a:gd name="connsiteY8584" fmla="*/ 3235999 h 4489084"/>
              <a:gd name="connsiteX8585" fmla="*/ 3603603 w 5158787"/>
              <a:gd name="connsiteY8585" fmla="*/ 3250332 h 4489084"/>
              <a:gd name="connsiteX8586" fmla="*/ 3602596 w 5158787"/>
              <a:gd name="connsiteY8586" fmla="*/ 3250924 h 4489084"/>
              <a:gd name="connsiteX8587" fmla="*/ 3586013 w 5158787"/>
              <a:gd name="connsiteY8587" fmla="*/ 3250924 h 4489084"/>
              <a:gd name="connsiteX8588" fmla="*/ 3585007 w 5158787"/>
              <a:gd name="connsiteY8588" fmla="*/ 3250332 h 4489084"/>
              <a:gd name="connsiteX8589" fmla="*/ 3576715 w 5158787"/>
              <a:gd name="connsiteY8589" fmla="*/ 3235999 h 4489084"/>
              <a:gd name="connsiteX8590" fmla="*/ 3576715 w 5158787"/>
              <a:gd name="connsiteY8590" fmla="*/ 3234815 h 4489084"/>
              <a:gd name="connsiteX8591" fmla="*/ 3585007 w 5158787"/>
              <a:gd name="connsiteY8591" fmla="*/ 3220482 h 4489084"/>
              <a:gd name="connsiteX8592" fmla="*/ 3586013 w 5158787"/>
              <a:gd name="connsiteY8592" fmla="*/ 3219890 h 4489084"/>
              <a:gd name="connsiteX8593" fmla="*/ 3653648 w 5158787"/>
              <a:gd name="connsiteY8593" fmla="*/ 3219772 h 4489084"/>
              <a:gd name="connsiteX8594" fmla="*/ 3670290 w 5158787"/>
              <a:gd name="connsiteY8594" fmla="*/ 3219772 h 4489084"/>
              <a:gd name="connsiteX8595" fmla="*/ 3671297 w 5158787"/>
              <a:gd name="connsiteY8595" fmla="*/ 3220364 h 4489084"/>
              <a:gd name="connsiteX8596" fmla="*/ 3679648 w 5158787"/>
              <a:gd name="connsiteY8596" fmla="*/ 3234815 h 4489084"/>
              <a:gd name="connsiteX8597" fmla="*/ 3679648 w 5158787"/>
              <a:gd name="connsiteY8597" fmla="*/ 3236000 h 4489084"/>
              <a:gd name="connsiteX8598" fmla="*/ 3671297 w 5158787"/>
              <a:gd name="connsiteY8598" fmla="*/ 3250451 h 4489084"/>
              <a:gd name="connsiteX8599" fmla="*/ 3670290 w 5158787"/>
              <a:gd name="connsiteY8599" fmla="*/ 3251043 h 4489084"/>
              <a:gd name="connsiteX8600" fmla="*/ 3653648 w 5158787"/>
              <a:gd name="connsiteY8600" fmla="*/ 3251043 h 4489084"/>
              <a:gd name="connsiteX8601" fmla="*/ 3652641 w 5158787"/>
              <a:gd name="connsiteY8601" fmla="*/ 3250451 h 4489084"/>
              <a:gd name="connsiteX8602" fmla="*/ 3644291 w 5158787"/>
              <a:gd name="connsiteY8602" fmla="*/ 3236000 h 4489084"/>
              <a:gd name="connsiteX8603" fmla="*/ 3644291 w 5158787"/>
              <a:gd name="connsiteY8603" fmla="*/ 3234815 h 4489084"/>
              <a:gd name="connsiteX8604" fmla="*/ 3652641 w 5158787"/>
              <a:gd name="connsiteY8604" fmla="*/ 3220364 h 4489084"/>
              <a:gd name="connsiteX8605" fmla="*/ 3653648 w 5158787"/>
              <a:gd name="connsiteY8605" fmla="*/ 3219772 h 4489084"/>
              <a:gd name="connsiteX8606" fmla="*/ 4194609 w 5158787"/>
              <a:gd name="connsiteY8606" fmla="*/ 3219653 h 4489084"/>
              <a:gd name="connsiteX8607" fmla="*/ 4211371 w 5158787"/>
              <a:gd name="connsiteY8607" fmla="*/ 3219653 h 4489084"/>
              <a:gd name="connsiteX8608" fmla="*/ 4212377 w 5158787"/>
              <a:gd name="connsiteY8608" fmla="*/ 3220245 h 4489084"/>
              <a:gd name="connsiteX8609" fmla="*/ 4220787 w 5158787"/>
              <a:gd name="connsiteY8609" fmla="*/ 3234755 h 4489084"/>
              <a:gd name="connsiteX8610" fmla="*/ 4220787 w 5158787"/>
              <a:gd name="connsiteY8610" fmla="*/ 3235940 h 4489084"/>
              <a:gd name="connsiteX8611" fmla="*/ 4212377 w 5158787"/>
              <a:gd name="connsiteY8611" fmla="*/ 3250450 h 4489084"/>
              <a:gd name="connsiteX8612" fmla="*/ 4211371 w 5158787"/>
              <a:gd name="connsiteY8612" fmla="*/ 3251042 h 4489084"/>
              <a:gd name="connsiteX8613" fmla="*/ 4194609 w 5158787"/>
              <a:gd name="connsiteY8613" fmla="*/ 3251042 h 4489084"/>
              <a:gd name="connsiteX8614" fmla="*/ 4193603 w 5158787"/>
              <a:gd name="connsiteY8614" fmla="*/ 3250450 h 4489084"/>
              <a:gd name="connsiteX8615" fmla="*/ 4185193 w 5158787"/>
              <a:gd name="connsiteY8615" fmla="*/ 3235940 h 4489084"/>
              <a:gd name="connsiteX8616" fmla="*/ 4185193 w 5158787"/>
              <a:gd name="connsiteY8616" fmla="*/ 3234755 h 4489084"/>
              <a:gd name="connsiteX8617" fmla="*/ 4193603 w 5158787"/>
              <a:gd name="connsiteY8617" fmla="*/ 3220245 h 4489084"/>
              <a:gd name="connsiteX8618" fmla="*/ 4194609 w 5158787"/>
              <a:gd name="connsiteY8618" fmla="*/ 3219653 h 4489084"/>
              <a:gd name="connsiteX8619" fmla="*/ 4126976 w 5158787"/>
              <a:gd name="connsiteY8619" fmla="*/ 3219653 h 4489084"/>
              <a:gd name="connsiteX8620" fmla="*/ 4143736 w 5158787"/>
              <a:gd name="connsiteY8620" fmla="*/ 3219653 h 4489084"/>
              <a:gd name="connsiteX8621" fmla="*/ 4144743 w 5158787"/>
              <a:gd name="connsiteY8621" fmla="*/ 3220245 h 4489084"/>
              <a:gd name="connsiteX8622" fmla="*/ 4153153 w 5158787"/>
              <a:gd name="connsiteY8622" fmla="*/ 3234755 h 4489084"/>
              <a:gd name="connsiteX8623" fmla="*/ 4153153 w 5158787"/>
              <a:gd name="connsiteY8623" fmla="*/ 3235940 h 4489084"/>
              <a:gd name="connsiteX8624" fmla="*/ 4144743 w 5158787"/>
              <a:gd name="connsiteY8624" fmla="*/ 3250450 h 4489084"/>
              <a:gd name="connsiteX8625" fmla="*/ 4143736 w 5158787"/>
              <a:gd name="connsiteY8625" fmla="*/ 3251042 h 4489084"/>
              <a:gd name="connsiteX8626" fmla="*/ 4126976 w 5158787"/>
              <a:gd name="connsiteY8626" fmla="*/ 3251042 h 4489084"/>
              <a:gd name="connsiteX8627" fmla="*/ 4125969 w 5158787"/>
              <a:gd name="connsiteY8627" fmla="*/ 3250450 h 4489084"/>
              <a:gd name="connsiteX8628" fmla="*/ 4117558 w 5158787"/>
              <a:gd name="connsiteY8628" fmla="*/ 3235940 h 4489084"/>
              <a:gd name="connsiteX8629" fmla="*/ 4117558 w 5158787"/>
              <a:gd name="connsiteY8629" fmla="*/ 3234755 h 4489084"/>
              <a:gd name="connsiteX8630" fmla="*/ 4125969 w 5158787"/>
              <a:gd name="connsiteY8630" fmla="*/ 3220245 h 4489084"/>
              <a:gd name="connsiteX8631" fmla="*/ 4126976 w 5158787"/>
              <a:gd name="connsiteY8631" fmla="*/ 3219653 h 4489084"/>
              <a:gd name="connsiteX8632" fmla="*/ 4262186 w 5158787"/>
              <a:gd name="connsiteY8632" fmla="*/ 3219594 h 4489084"/>
              <a:gd name="connsiteX8633" fmla="*/ 4279065 w 5158787"/>
              <a:gd name="connsiteY8633" fmla="*/ 3219594 h 4489084"/>
              <a:gd name="connsiteX8634" fmla="*/ 4280072 w 5158787"/>
              <a:gd name="connsiteY8634" fmla="*/ 3220186 h 4489084"/>
              <a:gd name="connsiteX8635" fmla="*/ 4288481 w 5158787"/>
              <a:gd name="connsiteY8635" fmla="*/ 3234815 h 4489084"/>
              <a:gd name="connsiteX8636" fmla="*/ 4288481 w 5158787"/>
              <a:gd name="connsiteY8636" fmla="*/ 3235999 h 4489084"/>
              <a:gd name="connsiteX8637" fmla="*/ 4280013 w 5158787"/>
              <a:gd name="connsiteY8637" fmla="*/ 3250628 h 4489084"/>
              <a:gd name="connsiteX8638" fmla="*/ 4279005 w 5158787"/>
              <a:gd name="connsiteY8638" fmla="*/ 3251220 h 4489084"/>
              <a:gd name="connsiteX8639" fmla="*/ 4262126 w 5158787"/>
              <a:gd name="connsiteY8639" fmla="*/ 3251220 h 4489084"/>
              <a:gd name="connsiteX8640" fmla="*/ 4261119 w 5158787"/>
              <a:gd name="connsiteY8640" fmla="*/ 3250628 h 4489084"/>
              <a:gd name="connsiteX8641" fmla="*/ 4252710 w 5158787"/>
              <a:gd name="connsiteY8641" fmla="*/ 3235999 h 4489084"/>
              <a:gd name="connsiteX8642" fmla="*/ 4252710 w 5158787"/>
              <a:gd name="connsiteY8642" fmla="*/ 3234815 h 4489084"/>
              <a:gd name="connsiteX8643" fmla="*/ 4261179 w 5158787"/>
              <a:gd name="connsiteY8643" fmla="*/ 3220186 h 4489084"/>
              <a:gd name="connsiteX8644" fmla="*/ 4262186 w 5158787"/>
              <a:gd name="connsiteY8644" fmla="*/ 3219594 h 4489084"/>
              <a:gd name="connsiteX8645" fmla="*/ 4059281 w 5158787"/>
              <a:gd name="connsiteY8645" fmla="*/ 3219594 h 4489084"/>
              <a:gd name="connsiteX8646" fmla="*/ 4076160 w 5158787"/>
              <a:gd name="connsiteY8646" fmla="*/ 3219594 h 4489084"/>
              <a:gd name="connsiteX8647" fmla="*/ 4077167 w 5158787"/>
              <a:gd name="connsiteY8647" fmla="*/ 3220186 h 4489084"/>
              <a:gd name="connsiteX8648" fmla="*/ 4085577 w 5158787"/>
              <a:gd name="connsiteY8648" fmla="*/ 3234815 h 4489084"/>
              <a:gd name="connsiteX8649" fmla="*/ 4085577 w 5158787"/>
              <a:gd name="connsiteY8649" fmla="*/ 3235999 h 4489084"/>
              <a:gd name="connsiteX8650" fmla="*/ 4077108 w 5158787"/>
              <a:gd name="connsiteY8650" fmla="*/ 3250628 h 4489084"/>
              <a:gd name="connsiteX8651" fmla="*/ 4076100 w 5158787"/>
              <a:gd name="connsiteY8651" fmla="*/ 3251220 h 4489084"/>
              <a:gd name="connsiteX8652" fmla="*/ 4059221 w 5158787"/>
              <a:gd name="connsiteY8652" fmla="*/ 3251220 h 4489084"/>
              <a:gd name="connsiteX8653" fmla="*/ 4058214 w 5158787"/>
              <a:gd name="connsiteY8653" fmla="*/ 3250628 h 4489084"/>
              <a:gd name="connsiteX8654" fmla="*/ 4049805 w 5158787"/>
              <a:gd name="connsiteY8654" fmla="*/ 3235999 h 4489084"/>
              <a:gd name="connsiteX8655" fmla="*/ 4049805 w 5158787"/>
              <a:gd name="connsiteY8655" fmla="*/ 3234815 h 4489084"/>
              <a:gd name="connsiteX8656" fmla="*/ 4058274 w 5158787"/>
              <a:gd name="connsiteY8656" fmla="*/ 3220186 h 4489084"/>
              <a:gd name="connsiteX8657" fmla="*/ 4059281 w 5158787"/>
              <a:gd name="connsiteY8657" fmla="*/ 3219594 h 4489084"/>
              <a:gd name="connsiteX8658" fmla="*/ 3856316 w 5158787"/>
              <a:gd name="connsiteY8658" fmla="*/ 3219357 h 4489084"/>
              <a:gd name="connsiteX8659" fmla="*/ 3873432 w 5158787"/>
              <a:gd name="connsiteY8659" fmla="*/ 3219357 h 4489084"/>
              <a:gd name="connsiteX8660" fmla="*/ 3874499 w 5158787"/>
              <a:gd name="connsiteY8660" fmla="*/ 3219949 h 4489084"/>
              <a:gd name="connsiteX8661" fmla="*/ 3883027 w 5158787"/>
              <a:gd name="connsiteY8661" fmla="*/ 3234755 h 4489084"/>
              <a:gd name="connsiteX8662" fmla="*/ 3883027 w 5158787"/>
              <a:gd name="connsiteY8662" fmla="*/ 3235940 h 4489084"/>
              <a:gd name="connsiteX8663" fmla="*/ 3874439 w 5158787"/>
              <a:gd name="connsiteY8663" fmla="*/ 3250746 h 4489084"/>
              <a:gd name="connsiteX8664" fmla="*/ 3873373 w 5158787"/>
              <a:gd name="connsiteY8664" fmla="*/ 3251339 h 4489084"/>
              <a:gd name="connsiteX8665" fmla="*/ 3856257 w 5158787"/>
              <a:gd name="connsiteY8665" fmla="*/ 3251339 h 4489084"/>
              <a:gd name="connsiteX8666" fmla="*/ 3855191 w 5158787"/>
              <a:gd name="connsiteY8666" fmla="*/ 3250746 h 4489084"/>
              <a:gd name="connsiteX8667" fmla="*/ 3846662 w 5158787"/>
              <a:gd name="connsiteY8667" fmla="*/ 3235940 h 4489084"/>
              <a:gd name="connsiteX8668" fmla="*/ 3846662 w 5158787"/>
              <a:gd name="connsiteY8668" fmla="*/ 3234755 h 4489084"/>
              <a:gd name="connsiteX8669" fmla="*/ 3855250 w 5158787"/>
              <a:gd name="connsiteY8669" fmla="*/ 3219949 h 4489084"/>
              <a:gd name="connsiteX8670" fmla="*/ 3856316 w 5158787"/>
              <a:gd name="connsiteY8670" fmla="*/ 3219357 h 4489084"/>
              <a:gd name="connsiteX8671" fmla="*/ 3720632 w 5158787"/>
              <a:gd name="connsiteY8671" fmla="*/ 3218646 h 4489084"/>
              <a:gd name="connsiteX8672" fmla="*/ 3738518 w 5158787"/>
              <a:gd name="connsiteY8672" fmla="*/ 3218646 h 4489084"/>
              <a:gd name="connsiteX8673" fmla="*/ 3739584 w 5158787"/>
              <a:gd name="connsiteY8673" fmla="*/ 3219297 h 4489084"/>
              <a:gd name="connsiteX8674" fmla="*/ 3748527 w 5158787"/>
              <a:gd name="connsiteY8674" fmla="*/ 3234814 h 4489084"/>
              <a:gd name="connsiteX8675" fmla="*/ 3748527 w 5158787"/>
              <a:gd name="connsiteY8675" fmla="*/ 3236058 h 4489084"/>
              <a:gd name="connsiteX8676" fmla="*/ 3739584 w 5158787"/>
              <a:gd name="connsiteY8676" fmla="*/ 3251575 h 4489084"/>
              <a:gd name="connsiteX8677" fmla="*/ 3738518 w 5158787"/>
              <a:gd name="connsiteY8677" fmla="*/ 3252227 h 4489084"/>
              <a:gd name="connsiteX8678" fmla="*/ 3720632 w 5158787"/>
              <a:gd name="connsiteY8678" fmla="*/ 3252227 h 4489084"/>
              <a:gd name="connsiteX8679" fmla="*/ 3719566 w 5158787"/>
              <a:gd name="connsiteY8679" fmla="*/ 3251575 h 4489084"/>
              <a:gd name="connsiteX8680" fmla="*/ 3710623 w 5158787"/>
              <a:gd name="connsiteY8680" fmla="*/ 3236058 h 4489084"/>
              <a:gd name="connsiteX8681" fmla="*/ 3710623 w 5158787"/>
              <a:gd name="connsiteY8681" fmla="*/ 3234814 h 4489084"/>
              <a:gd name="connsiteX8682" fmla="*/ 3719566 w 5158787"/>
              <a:gd name="connsiteY8682" fmla="*/ 3219297 h 4489084"/>
              <a:gd name="connsiteX8683" fmla="*/ 3720632 w 5158787"/>
              <a:gd name="connsiteY8683" fmla="*/ 3218646 h 4489084"/>
              <a:gd name="connsiteX8684" fmla="*/ 3450151 w 5158787"/>
              <a:gd name="connsiteY8684" fmla="*/ 3218646 h 4489084"/>
              <a:gd name="connsiteX8685" fmla="*/ 3468037 w 5158787"/>
              <a:gd name="connsiteY8685" fmla="*/ 3218646 h 4489084"/>
              <a:gd name="connsiteX8686" fmla="*/ 3469102 w 5158787"/>
              <a:gd name="connsiteY8686" fmla="*/ 3219297 h 4489084"/>
              <a:gd name="connsiteX8687" fmla="*/ 3478046 w 5158787"/>
              <a:gd name="connsiteY8687" fmla="*/ 3234814 h 4489084"/>
              <a:gd name="connsiteX8688" fmla="*/ 3478046 w 5158787"/>
              <a:gd name="connsiteY8688" fmla="*/ 3236058 h 4489084"/>
              <a:gd name="connsiteX8689" fmla="*/ 3469102 w 5158787"/>
              <a:gd name="connsiteY8689" fmla="*/ 3251575 h 4489084"/>
              <a:gd name="connsiteX8690" fmla="*/ 3468037 w 5158787"/>
              <a:gd name="connsiteY8690" fmla="*/ 3252227 h 4489084"/>
              <a:gd name="connsiteX8691" fmla="*/ 3450151 w 5158787"/>
              <a:gd name="connsiteY8691" fmla="*/ 3252227 h 4489084"/>
              <a:gd name="connsiteX8692" fmla="*/ 3449084 w 5158787"/>
              <a:gd name="connsiteY8692" fmla="*/ 3251575 h 4489084"/>
              <a:gd name="connsiteX8693" fmla="*/ 3440141 w 5158787"/>
              <a:gd name="connsiteY8693" fmla="*/ 3236058 h 4489084"/>
              <a:gd name="connsiteX8694" fmla="*/ 3440141 w 5158787"/>
              <a:gd name="connsiteY8694" fmla="*/ 3234814 h 4489084"/>
              <a:gd name="connsiteX8695" fmla="*/ 3449084 w 5158787"/>
              <a:gd name="connsiteY8695" fmla="*/ 3219297 h 4489084"/>
              <a:gd name="connsiteX8696" fmla="*/ 3450151 w 5158787"/>
              <a:gd name="connsiteY8696" fmla="*/ 3218646 h 4489084"/>
              <a:gd name="connsiteX8697" fmla="*/ 3923477 w 5158787"/>
              <a:gd name="connsiteY8697" fmla="*/ 3218528 h 4489084"/>
              <a:gd name="connsiteX8698" fmla="*/ 3941482 w 5158787"/>
              <a:gd name="connsiteY8698" fmla="*/ 3218528 h 4489084"/>
              <a:gd name="connsiteX8699" fmla="*/ 3942607 w 5158787"/>
              <a:gd name="connsiteY8699" fmla="*/ 3219179 h 4489084"/>
              <a:gd name="connsiteX8700" fmla="*/ 3951609 w 5158787"/>
              <a:gd name="connsiteY8700" fmla="*/ 3234756 h 4489084"/>
              <a:gd name="connsiteX8701" fmla="*/ 3951609 w 5158787"/>
              <a:gd name="connsiteY8701" fmla="*/ 3235999 h 4489084"/>
              <a:gd name="connsiteX8702" fmla="*/ 3942607 w 5158787"/>
              <a:gd name="connsiteY8702" fmla="*/ 3251576 h 4489084"/>
              <a:gd name="connsiteX8703" fmla="*/ 3941482 w 5158787"/>
              <a:gd name="connsiteY8703" fmla="*/ 3252227 h 4489084"/>
              <a:gd name="connsiteX8704" fmla="*/ 3923477 w 5158787"/>
              <a:gd name="connsiteY8704" fmla="*/ 3252227 h 4489084"/>
              <a:gd name="connsiteX8705" fmla="*/ 3922352 w 5158787"/>
              <a:gd name="connsiteY8705" fmla="*/ 3251576 h 4489084"/>
              <a:gd name="connsiteX8706" fmla="*/ 3913350 w 5158787"/>
              <a:gd name="connsiteY8706" fmla="*/ 3235999 h 4489084"/>
              <a:gd name="connsiteX8707" fmla="*/ 3913350 w 5158787"/>
              <a:gd name="connsiteY8707" fmla="*/ 3234756 h 4489084"/>
              <a:gd name="connsiteX8708" fmla="*/ 3922352 w 5158787"/>
              <a:gd name="connsiteY8708" fmla="*/ 3219179 h 4489084"/>
              <a:gd name="connsiteX8709" fmla="*/ 3923477 w 5158787"/>
              <a:gd name="connsiteY8709" fmla="*/ 3218528 h 4489084"/>
              <a:gd name="connsiteX8710" fmla="*/ 3788207 w 5158787"/>
              <a:gd name="connsiteY8710" fmla="*/ 3218528 h 4489084"/>
              <a:gd name="connsiteX8711" fmla="*/ 3806212 w 5158787"/>
              <a:gd name="connsiteY8711" fmla="*/ 3218528 h 4489084"/>
              <a:gd name="connsiteX8712" fmla="*/ 3807337 w 5158787"/>
              <a:gd name="connsiteY8712" fmla="*/ 3219179 h 4489084"/>
              <a:gd name="connsiteX8713" fmla="*/ 3816339 w 5158787"/>
              <a:gd name="connsiteY8713" fmla="*/ 3234756 h 4489084"/>
              <a:gd name="connsiteX8714" fmla="*/ 3816339 w 5158787"/>
              <a:gd name="connsiteY8714" fmla="*/ 3235999 h 4489084"/>
              <a:gd name="connsiteX8715" fmla="*/ 3807337 w 5158787"/>
              <a:gd name="connsiteY8715" fmla="*/ 3251576 h 4489084"/>
              <a:gd name="connsiteX8716" fmla="*/ 3806212 w 5158787"/>
              <a:gd name="connsiteY8716" fmla="*/ 3252227 h 4489084"/>
              <a:gd name="connsiteX8717" fmla="*/ 3788207 w 5158787"/>
              <a:gd name="connsiteY8717" fmla="*/ 3252227 h 4489084"/>
              <a:gd name="connsiteX8718" fmla="*/ 3787082 w 5158787"/>
              <a:gd name="connsiteY8718" fmla="*/ 3251576 h 4489084"/>
              <a:gd name="connsiteX8719" fmla="*/ 3778080 w 5158787"/>
              <a:gd name="connsiteY8719" fmla="*/ 3235999 h 4489084"/>
              <a:gd name="connsiteX8720" fmla="*/ 3778080 w 5158787"/>
              <a:gd name="connsiteY8720" fmla="*/ 3234756 h 4489084"/>
              <a:gd name="connsiteX8721" fmla="*/ 3787082 w 5158787"/>
              <a:gd name="connsiteY8721" fmla="*/ 3219179 h 4489084"/>
              <a:gd name="connsiteX8722" fmla="*/ 3788207 w 5158787"/>
              <a:gd name="connsiteY8722" fmla="*/ 3218528 h 4489084"/>
              <a:gd name="connsiteX8723" fmla="*/ 3517609 w 5158787"/>
              <a:gd name="connsiteY8723" fmla="*/ 3218409 h 4489084"/>
              <a:gd name="connsiteX8724" fmla="*/ 3535731 w 5158787"/>
              <a:gd name="connsiteY8724" fmla="*/ 3218409 h 4489084"/>
              <a:gd name="connsiteX8725" fmla="*/ 3536857 w 5158787"/>
              <a:gd name="connsiteY8725" fmla="*/ 3219061 h 4489084"/>
              <a:gd name="connsiteX8726" fmla="*/ 3545918 w 5158787"/>
              <a:gd name="connsiteY8726" fmla="*/ 3234755 h 4489084"/>
              <a:gd name="connsiteX8727" fmla="*/ 3545918 w 5158787"/>
              <a:gd name="connsiteY8727" fmla="*/ 3236058 h 4489084"/>
              <a:gd name="connsiteX8728" fmla="*/ 3536857 w 5158787"/>
              <a:gd name="connsiteY8728" fmla="*/ 3251753 h 4489084"/>
              <a:gd name="connsiteX8729" fmla="*/ 3535731 w 5158787"/>
              <a:gd name="connsiteY8729" fmla="*/ 3252405 h 4489084"/>
              <a:gd name="connsiteX8730" fmla="*/ 3517609 w 5158787"/>
              <a:gd name="connsiteY8730" fmla="*/ 3252405 h 4489084"/>
              <a:gd name="connsiteX8731" fmla="*/ 3516483 w 5158787"/>
              <a:gd name="connsiteY8731" fmla="*/ 3251753 h 4489084"/>
              <a:gd name="connsiteX8732" fmla="*/ 3507421 w 5158787"/>
              <a:gd name="connsiteY8732" fmla="*/ 3236058 h 4489084"/>
              <a:gd name="connsiteX8733" fmla="*/ 3507421 w 5158787"/>
              <a:gd name="connsiteY8733" fmla="*/ 3234755 h 4489084"/>
              <a:gd name="connsiteX8734" fmla="*/ 3516483 w 5158787"/>
              <a:gd name="connsiteY8734" fmla="*/ 3219061 h 4489084"/>
              <a:gd name="connsiteX8735" fmla="*/ 3517609 w 5158787"/>
              <a:gd name="connsiteY8735" fmla="*/ 3218409 h 4489084"/>
              <a:gd name="connsiteX8736" fmla="*/ 4396686 w 5158787"/>
              <a:gd name="connsiteY8736" fmla="*/ 3218113 h 4489084"/>
              <a:gd name="connsiteX8737" fmla="*/ 4415105 w 5158787"/>
              <a:gd name="connsiteY8737" fmla="*/ 3218113 h 4489084"/>
              <a:gd name="connsiteX8738" fmla="*/ 4416230 w 5158787"/>
              <a:gd name="connsiteY8738" fmla="*/ 3218765 h 4489084"/>
              <a:gd name="connsiteX8739" fmla="*/ 4425469 w 5158787"/>
              <a:gd name="connsiteY8739" fmla="*/ 3234755 h 4489084"/>
              <a:gd name="connsiteX8740" fmla="*/ 4425469 w 5158787"/>
              <a:gd name="connsiteY8740" fmla="*/ 3236058 h 4489084"/>
              <a:gd name="connsiteX8741" fmla="*/ 4416230 w 5158787"/>
              <a:gd name="connsiteY8741" fmla="*/ 3252049 h 4489084"/>
              <a:gd name="connsiteX8742" fmla="*/ 4415105 w 5158787"/>
              <a:gd name="connsiteY8742" fmla="*/ 3252701 h 4489084"/>
              <a:gd name="connsiteX8743" fmla="*/ 4396686 w 5158787"/>
              <a:gd name="connsiteY8743" fmla="*/ 3252701 h 4489084"/>
              <a:gd name="connsiteX8744" fmla="*/ 4395561 w 5158787"/>
              <a:gd name="connsiteY8744" fmla="*/ 3252049 h 4489084"/>
              <a:gd name="connsiteX8745" fmla="*/ 4386321 w 5158787"/>
              <a:gd name="connsiteY8745" fmla="*/ 3236058 h 4489084"/>
              <a:gd name="connsiteX8746" fmla="*/ 4386321 w 5158787"/>
              <a:gd name="connsiteY8746" fmla="*/ 3234755 h 4489084"/>
              <a:gd name="connsiteX8747" fmla="*/ 4395561 w 5158787"/>
              <a:gd name="connsiteY8747" fmla="*/ 3218765 h 4489084"/>
              <a:gd name="connsiteX8748" fmla="*/ 4396686 w 5158787"/>
              <a:gd name="connsiteY8748" fmla="*/ 3218113 h 4489084"/>
              <a:gd name="connsiteX8749" fmla="*/ 4464024 w 5158787"/>
              <a:gd name="connsiteY8749" fmla="*/ 3217521 h 4489084"/>
              <a:gd name="connsiteX8750" fmla="*/ 4483095 w 5158787"/>
              <a:gd name="connsiteY8750" fmla="*/ 3217521 h 4489084"/>
              <a:gd name="connsiteX8751" fmla="*/ 4484279 w 5158787"/>
              <a:gd name="connsiteY8751" fmla="*/ 3218172 h 4489084"/>
              <a:gd name="connsiteX8752" fmla="*/ 4493815 w 5158787"/>
              <a:gd name="connsiteY8752" fmla="*/ 3234696 h 4489084"/>
              <a:gd name="connsiteX8753" fmla="*/ 4493815 w 5158787"/>
              <a:gd name="connsiteY8753" fmla="*/ 3236058 h 4489084"/>
              <a:gd name="connsiteX8754" fmla="*/ 4484279 w 5158787"/>
              <a:gd name="connsiteY8754" fmla="*/ 3252582 h 4489084"/>
              <a:gd name="connsiteX8755" fmla="*/ 4483095 w 5158787"/>
              <a:gd name="connsiteY8755" fmla="*/ 3253234 h 4489084"/>
              <a:gd name="connsiteX8756" fmla="*/ 4464024 w 5158787"/>
              <a:gd name="connsiteY8756" fmla="*/ 3253234 h 4489084"/>
              <a:gd name="connsiteX8757" fmla="*/ 4462840 w 5158787"/>
              <a:gd name="connsiteY8757" fmla="*/ 3252582 h 4489084"/>
              <a:gd name="connsiteX8758" fmla="*/ 4453305 w 5158787"/>
              <a:gd name="connsiteY8758" fmla="*/ 3236058 h 4489084"/>
              <a:gd name="connsiteX8759" fmla="*/ 4453305 w 5158787"/>
              <a:gd name="connsiteY8759" fmla="*/ 3234696 h 4489084"/>
              <a:gd name="connsiteX8760" fmla="*/ 4462840 w 5158787"/>
              <a:gd name="connsiteY8760" fmla="*/ 3218172 h 4489084"/>
              <a:gd name="connsiteX8761" fmla="*/ 4464024 w 5158787"/>
              <a:gd name="connsiteY8761" fmla="*/ 3217521 h 4489084"/>
              <a:gd name="connsiteX8762" fmla="*/ 4328755 w 5158787"/>
              <a:gd name="connsiteY8762" fmla="*/ 3217521 h 4489084"/>
              <a:gd name="connsiteX8763" fmla="*/ 4347826 w 5158787"/>
              <a:gd name="connsiteY8763" fmla="*/ 3217521 h 4489084"/>
              <a:gd name="connsiteX8764" fmla="*/ 4349010 w 5158787"/>
              <a:gd name="connsiteY8764" fmla="*/ 3218172 h 4489084"/>
              <a:gd name="connsiteX8765" fmla="*/ 4358546 w 5158787"/>
              <a:gd name="connsiteY8765" fmla="*/ 3234696 h 4489084"/>
              <a:gd name="connsiteX8766" fmla="*/ 4358546 w 5158787"/>
              <a:gd name="connsiteY8766" fmla="*/ 3236058 h 4489084"/>
              <a:gd name="connsiteX8767" fmla="*/ 4349010 w 5158787"/>
              <a:gd name="connsiteY8767" fmla="*/ 3252582 h 4489084"/>
              <a:gd name="connsiteX8768" fmla="*/ 4347826 w 5158787"/>
              <a:gd name="connsiteY8768" fmla="*/ 3253234 h 4489084"/>
              <a:gd name="connsiteX8769" fmla="*/ 4328755 w 5158787"/>
              <a:gd name="connsiteY8769" fmla="*/ 3253234 h 4489084"/>
              <a:gd name="connsiteX8770" fmla="*/ 4327571 w 5158787"/>
              <a:gd name="connsiteY8770" fmla="*/ 3252582 h 4489084"/>
              <a:gd name="connsiteX8771" fmla="*/ 4318036 w 5158787"/>
              <a:gd name="connsiteY8771" fmla="*/ 3236058 h 4489084"/>
              <a:gd name="connsiteX8772" fmla="*/ 4318036 w 5158787"/>
              <a:gd name="connsiteY8772" fmla="*/ 3234696 h 4489084"/>
              <a:gd name="connsiteX8773" fmla="*/ 4327571 w 5158787"/>
              <a:gd name="connsiteY8773" fmla="*/ 3218172 h 4489084"/>
              <a:gd name="connsiteX8774" fmla="*/ 4328755 w 5158787"/>
              <a:gd name="connsiteY8774" fmla="*/ 3217521 h 4489084"/>
              <a:gd name="connsiteX8775" fmla="*/ 4531482 w 5158787"/>
              <a:gd name="connsiteY8775" fmla="*/ 3217284 h 4489084"/>
              <a:gd name="connsiteX8776" fmla="*/ 4550789 w 5158787"/>
              <a:gd name="connsiteY8776" fmla="*/ 3217284 h 4489084"/>
              <a:gd name="connsiteX8777" fmla="*/ 4551974 w 5158787"/>
              <a:gd name="connsiteY8777" fmla="*/ 3217995 h 4489084"/>
              <a:gd name="connsiteX8778" fmla="*/ 4561627 w 5158787"/>
              <a:gd name="connsiteY8778" fmla="*/ 3234755 h 4489084"/>
              <a:gd name="connsiteX8779" fmla="*/ 4561627 w 5158787"/>
              <a:gd name="connsiteY8779" fmla="*/ 3236118 h 4489084"/>
              <a:gd name="connsiteX8780" fmla="*/ 4551974 w 5158787"/>
              <a:gd name="connsiteY8780" fmla="*/ 3252878 h 4489084"/>
              <a:gd name="connsiteX8781" fmla="*/ 4550789 w 5158787"/>
              <a:gd name="connsiteY8781" fmla="*/ 3253589 h 4489084"/>
              <a:gd name="connsiteX8782" fmla="*/ 4531482 w 5158787"/>
              <a:gd name="connsiteY8782" fmla="*/ 3253589 h 4489084"/>
              <a:gd name="connsiteX8783" fmla="*/ 4530298 w 5158787"/>
              <a:gd name="connsiteY8783" fmla="*/ 3252878 h 4489084"/>
              <a:gd name="connsiteX8784" fmla="*/ 4520644 w 5158787"/>
              <a:gd name="connsiteY8784" fmla="*/ 3236118 h 4489084"/>
              <a:gd name="connsiteX8785" fmla="*/ 4520644 w 5158787"/>
              <a:gd name="connsiteY8785" fmla="*/ 3234755 h 4489084"/>
              <a:gd name="connsiteX8786" fmla="*/ 4530298 w 5158787"/>
              <a:gd name="connsiteY8786" fmla="*/ 3217995 h 4489084"/>
              <a:gd name="connsiteX8787" fmla="*/ 4531482 w 5158787"/>
              <a:gd name="connsiteY8787" fmla="*/ 3217284 h 4489084"/>
              <a:gd name="connsiteX8788" fmla="*/ 2299703 w 5158787"/>
              <a:gd name="connsiteY8788" fmla="*/ 3217284 h 4489084"/>
              <a:gd name="connsiteX8789" fmla="*/ 2319010 w 5158787"/>
              <a:gd name="connsiteY8789" fmla="*/ 3217284 h 4489084"/>
              <a:gd name="connsiteX8790" fmla="*/ 2320195 w 5158787"/>
              <a:gd name="connsiteY8790" fmla="*/ 3217995 h 4489084"/>
              <a:gd name="connsiteX8791" fmla="*/ 2329848 w 5158787"/>
              <a:gd name="connsiteY8791" fmla="*/ 3234755 h 4489084"/>
              <a:gd name="connsiteX8792" fmla="*/ 2329848 w 5158787"/>
              <a:gd name="connsiteY8792" fmla="*/ 3236118 h 4489084"/>
              <a:gd name="connsiteX8793" fmla="*/ 2320195 w 5158787"/>
              <a:gd name="connsiteY8793" fmla="*/ 3252878 h 4489084"/>
              <a:gd name="connsiteX8794" fmla="*/ 2319010 w 5158787"/>
              <a:gd name="connsiteY8794" fmla="*/ 3253589 h 4489084"/>
              <a:gd name="connsiteX8795" fmla="*/ 2299703 w 5158787"/>
              <a:gd name="connsiteY8795" fmla="*/ 3253589 h 4489084"/>
              <a:gd name="connsiteX8796" fmla="*/ 2298518 w 5158787"/>
              <a:gd name="connsiteY8796" fmla="*/ 3252878 h 4489084"/>
              <a:gd name="connsiteX8797" fmla="*/ 2288865 w 5158787"/>
              <a:gd name="connsiteY8797" fmla="*/ 3236118 h 4489084"/>
              <a:gd name="connsiteX8798" fmla="*/ 2288865 w 5158787"/>
              <a:gd name="connsiteY8798" fmla="*/ 3234755 h 4489084"/>
              <a:gd name="connsiteX8799" fmla="*/ 2298518 w 5158787"/>
              <a:gd name="connsiteY8799" fmla="*/ 3217995 h 4489084"/>
              <a:gd name="connsiteX8800" fmla="*/ 2299703 w 5158787"/>
              <a:gd name="connsiteY8800" fmla="*/ 3217284 h 4489084"/>
              <a:gd name="connsiteX8801" fmla="*/ 3314111 w 5158787"/>
              <a:gd name="connsiteY8801" fmla="*/ 3217225 h 4489084"/>
              <a:gd name="connsiteX8802" fmla="*/ 3333537 w 5158787"/>
              <a:gd name="connsiteY8802" fmla="*/ 3217225 h 4489084"/>
              <a:gd name="connsiteX8803" fmla="*/ 3334721 w 5158787"/>
              <a:gd name="connsiteY8803" fmla="*/ 3217936 h 4489084"/>
              <a:gd name="connsiteX8804" fmla="*/ 3344434 w 5158787"/>
              <a:gd name="connsiteY8804" fmla="*/ 3234755 h 4489084"/>
              <a:gd name="connsiteX8805" fmla="*/ 3344434 w 5158787"/>
              <a:gd name="connsiteY8805" fmla="*/ 3236118 h 4489084"/>
              <a:gd name="connsiteX8806" fmla="*/ 3334721 w 5158787"/>
              <a:gd name="connsiteY8806" fmla="*/ 3252938 h 4489084"/>
              <a:gd name="connsiteX8807" fmla="*/ 3333537 w 5158787"/>
              <a:gd name="connsiteY8807" fmla="*/ 3253648 h 4489084"/>
              <a:gd name="connsiteX8808" fmla="*/ 3314111 w 5158787"/>
              <a:gd name="connsiteY8808" fmla="*/ 3253648 h 4489084"/>
              <a:gd name="connsiteX8809" fmla="*/ 3312926 w 5158787"/>
              <a:gd name="connsiteY8809" fmla="*/ 3252938 h 4489084"/>
              <a:gd name="connsiteX8810" fmla="*/ 3303213 w 5158787"/>
              <a:gd name="connsiteY8810" fmla="*/ 3236118 h 4489084"/>
              <a:gd name="connsiteX8811" fmla="*/ 3303213 w 5158787"/>
              <a:gd name="connsiteY8811" fmla="*/ 3234755 h 4489084"/>
              <a:gd name="connsiteX8812" fmla="*/ 3312926 w 5158787"/>
              <a:gd name="connsiteY8812" fmla="*/ 3217936 h 4489084"/>
              <a:gd name="connsiteX8813" fmla="*/ 3314111 w 5158787"/>
              <a:gd name="connsiteY8813" fmla="*/ 3217225 h 4489084"/>
              <a:gd name="connsiteX8814" fmla="*/ 3043570 w 5158787"/>
              <a:gd name="connsiteY8814" fmla="*/ 3217225 h 4489084"/>
              <a:gd name="connsiteX8815" fmla="*/ 3062996 w 5158787"/>
              <a:gd name="connsiteY8815" fmla="*/ 3217225 h 4489084"/>
              <a:gd name="connsiteX8816" fmla="*/ 3064180 w 5158787"/>
              <a:gd name="connsiteY8816" fmla="*/ 3217936 h 4489084"/>
              <a:gd name="connsiteX8817" fmla="*/ 3073893 w 5158787"/>
              <a:gd name="connsiteY8817" fmla="*/ 3234755 h 4489084"/>
              <a:gd name="connsiteX8818" fmla="*/ 3073893 w 5158787"/>
              <a:gd name="connsiteY8818" fmla="*/ 3236118 h 4489084"/>
              <a:gd name="connsiteX8819" fmla="*/ 3064180 w 5158787"/>
              <a:gd name="connsiteY8819" fmla="*/ 3252938 h 4489084"/>
              <a:gd name="connsiteX8820" fmla="*/ 3062996 w 5158787"/>
              <a:gd name="connsiteY8820" fmla="*/ 3253648 h 4489084"/>
              <a:gd name="connsiteX8821" fmla="*/ 3043570 w 5158787"/>
              <a:gd name="connsiteY8821" fmla="*/ 3253648 h 4489084"/>
              <a:gd name="connsiteX8822" fmla="*/ 3042385 w 5158787"/>
              <a:gd name="connsiteY8822" fmla="*/ 3252938 h 4489084"/>
              <a:gd name="connsiteX8823" fmla="*/ 3032673 w 5158787"/>
              <a:gd name="connsiteY8823" fmla="*/ 3236118 h 4489084"/>
              <a:gd name="connsiteX8824" fmla="*/ 3032673 w 5158787"/>
              <a:gd name="connsiteY8824" fmla="*/ 3234755 h 4489084"/>
              <a:gd name="connsiteX8825" fmla="*/ 3042385 w 5158787"/>
              <a:gd name="connsiteY8825" fmla="*/ 3217936 h 4489084"/>
              <a:gd name="connsiteX8826" fmla="*/ 3043570 w 5158787"/>
              <a:gd name="connsiteY8826" fmla="*/ 3217225 h 4489084"/>
              <a:gd name="connsiteX8827" fmla="*/ 3381686 w 5158787"/>
              <a:gd name="connsiteY8827" fmla="*/ 3217107 h 4489084"/>
              <a:gd name="connsiteX8828" fmla="*/ 3401231 w 5158787"/>
              <a:gd name="connsiteY8828" fmla="*/ 3217107 h 4489084"/>
              <a:gd name="connsiteX8829" fmla="*/ 3402415 w 5158787"/>
              <a:gd name="connsiteY8829" fmla="*/ 3217818 h 4489084"/>
              <a:gd name="connsiteX8830" fmla="*/ 3412187 w 5158787"/>
              <a:gd name="connsiteY8830" fmla="*/ 3234756 h 4489084"/>
              <a:gd name="connsiteX8831" fmla="*/ 3412187 w 5158787"/>
              <a:gd name="connsiteY8831" fmla="*/ 3236118 h 4489084"/>
              <a:gd name="connsiteX8832" fmla="*/ 3402415 w 5158787"/>
              <a:gd name="connsiteY8832" fmla="*/ 3253057 h 4489084"/>
              <a:gd name="connsiteX8833" fmla="*/ 3401231 w 5158787"/>
              <a:gd name="connsiteY8833" fmla="*/ 3253767 h 4489084"/>
              <a:gd name="connsiteX8834" fmla="*/ 3381686 w 5158787"/>
              <a:gd name="connsiteY8834" fmla="*/ 3253767 h 4489084"/>
              <a:gd name="connsiteX8835" fmla="*/ 3380502 w 5158787"/>
              <a:gd name="connsiteY8835" fmla="*/ 3253057 h 4489084"/>
              <a:gd name="connsiteX8836" fmla="*/ 3370730 w 5158787"/>
              <a:gd name="connsiteY8836" fmla="*/ 3236118 h 4489084"/>
              <a:gd name="connsiteX8837" fmla="*/ 3370730 w 5158787"/>
              <a:gd name="connsiteY8837" fmla="*/ 3234756 h 4489084"/>
              <a:gd name="connsiteX8838" fmla="*/ 3380502 w 5158787"/>
              <a:gd name="connsiteY8838" fmla="*/ 3217818 h 4489084"/>
              <a:gd name="connsiteX8839" fmla="*/ 3381686 w 5158787"/>
              <a:gd name="connsiteY8839" fmla="*/ 3217107 h 4489084"/>
              <a:gd name="connsiteX8840" fmla="*/ 3110968 w 5158787"/>
              <a:gd name="connsiteY8840" fmla="*/ 3216692 h 4489084"/>
              <a:gd name="connsiteX8841" fmla="*/ 3130927 w 5158787"/>
              <a:gd name="connsiteY8841" fmla="*/ 3216692 h 4489084"/>
              <a:gd name="connsiteX8842" fmla="*/ 3132171 w 5158787"/>
              <a:gd name="connsiteY8842" fmla="*/ 3217403 h 4489084"/>
              <a:gd name="connsiteX8843" fmla="*/ 3142180 w 5158787"/>
              <a:gd name="connsiteY8843" fmla="*/ 3234696 h 4489084"/>
              <a:gd name="connsiteX8844" fmla="*/ 3142180 w 5158787"/>
              <a:gd name="connsiteY8844" fmla="*/ 3236118 h 4489084"/>
              <a:gd name="connsiteX8845" fmla="*/ 3132171 w 5158787"/>
              <a:gd name="connsiteY8845" fmla="*/ 3253412 h 4489084"/>
              <a:gd name="connsiteX8846" fmla="*/ 3130927 w 5158787"/>
              <a:gd name="connsiteY8846" fmla="*/ 3254122 h 4489084"/>
              <a:gd name="connsiteX8847" fmla="*/ 3110968 w 5158787"/>
              <a:gd name="connsiteY8847" fmla="*/ 3254122 h 4489084"/>
              <a:gd name="connsiteX8848" fmla="*/ 3109725 w 5158787"/>
              <a:gd name="connsiteY8848" fmla="*/ 3253412 h 4489084"/>
              <a:gd name="connsiteX8849" fmla="*/ 3099716 w 5158787"/>
              <a:gd name="connsiteY8849" fmla="*/ 3236118 h 4489084"/>
              <a:gd name="connsiteX8850" fmla="*/ 3099716 w 5158787"/>
              <a:gd name="connsiteY8850" fmla="*/ 3234696 h 4489084"/>
              <a:gd name="connsiteX8851" fmla="*/ 3109725 w 5158787"/>
              <a:gd name="connsiteY8851" fmla="*/ 3217403 h 4489084"/>
              <a:gd name="connsiteX8852" fmla="*/ 3110968 w 5158787"/>
              <a:gd name="connsiteY8852" fmla="*/ 3216692 h 4489084"/>
              <a:gd name="connsiteX8853" fmla="*/ 4598703 w 5158787"/>
              <a:gd name="connsiteY8853" fmla="*/ 3216455 h 4489084"/>
              <a:gd name="connsiteX8854" fmla="*/ 4618899 w 5158787"/>
              <a:gd name="connsiteY8854" fmla="*/ 3216455 h 4489084"/>
              <a:gd name="connsiteX8855" fmla="*/ 4620142 w 5158787"/>
              <a:gd name="connsiteY8855" fmla="*/ 3217166 h 4489084"/>
              <a:gd name="connsiteX8856" fmla="*/ 4630211 w 5158787"/>
              <a:gd name="connsiteY8856" fmla="*/ 3234637 h 4489084"/>
              <a:gd name="connsiteX8857" fmla="*/ 4630211 w 5158787"/>
              <a:gd name="connsiteY8857" fmla="*/ 3236058 h 4489084"/>
              <a:gd name="connsiteX8858" fmla="*/ 4620083 w 5158787"/>
              <a:gd name="connsiteY8858" fmla="*/ 3253530 h 4489084"/>
              <a:gd name="connsiteX8859" fmla="*/ 4618839 w 5158787"/>
              <a:gd name="connsiteY8859" fmla="*/ 3254241 h 4489084"/>
              <a:gd name="connsiteX8860" fmla="*/ 4598643 w 5158787"/>
              <a:gd name="connsiteY8860" fmla="*/ 3254241 h 4489084"/>
              <a:gd name="connsiteX8861" fmla="*/ 4597400 w 5158787"/>
              <a:gd name="connsiteY8861" fmla="*/ 3253530 h 4489084"/>
              <a:gd name="connsiteX8862" fmla="*/ 4587332 w 5158787"/>
              <a:gd name="connsiteY8862" fmla="*/ 3236058 h 4489084"/>
              <a:gd name="connsiteX8863" fmla="*/ 4587332 w 5158787"/>
              <a:gd name="connsiteY8863" fmla="*/ 3234637 h 4489084"/>
              <a:gd name="connsiteX8864" fmla="*/ 4597459 w 5158787"/>
              <a:gd name="connsiteY8864" fmla="*/ 3217166 h 4489084"/>
              <a:gd name="connsiteX8865" fmla="*/ 4598703 w 5158787"/>
              <a:gd name="connsiteY8865" fmla="*/ 3216455 h 4489084"/>
              <a:gd name="connsiteX8866" fmla="*/ 3245942 w 5158787"/>
              <a:gd name="connsiteY8866" fmla="*/ 3216277 h 4489084"/>
              <a:gd name="connsiteX8867" fmla="*/ 3266375 w 5158787"/>
              <a:gd name="connsiteY8867" fmla="*/ 3216277 h 4489084"/>
              <a:gd name="connsiteX8868" fmla="*/ 3267618 w 5158787"/>
              <a:gd name="connsiteY8868" fmla="*/ 3216988 h 4489084"/>
              <a:gd name="connsiteX8869" fmla="*/ 3277805 w 5158787"/>
              <a:gd name="connsiteY8869" fmla="*/ 3234696 h 4489084"/>
              <a:gd name="connsiteX8870" fmla="*/ 3277805 w 5158787"/>
              <a:gd name="connsiteY8870" fmla="*/ 3236118 h 4489084"/>
              <a:gd name="connsiteX8871" fmla="*/ 3267559 w 5158787"/>
              <a:gd name="connsiteY8871" fmla="*/ 3253826 h 4489084"/>
              <a:gd name="connsiteX8872" fmla="*/ 3266315 w 5158787"/>
              <a:gd name="connsiteY8872" fmla="*/ 3254537 h 4489084"/>
              <a:gd name="connsiteX8873" fmla="*/ 3245883 w 5158787"/>
              <a:gd name="connsiteY8873" fmla="*/ 3254537 h 4489084"/>
              <a:gd name="connsiteX8874" fmla="*/ 3244639 w 5158787"/>
              <a:gd name="connsiteY8874" fmla="*/ 3253826 h 4489084"/>
              <a:gd name="connsiteX8875" fmla="*/ 3234452 w 5158787"/>
              <a:gd name="connsiteY8875" fmla="*/ 3236118 h 4489084"/>
              <a:gd name="connsiteX8876" fmla="*/ 3234452 w 5158787"/>
              <a:gd name="connsiteY8876" fmla="*/ 3234696 h 4489084"/>
              <a:gd name="connsiteX8877" fmla="*/ 3244698 w 5158787"/>
              <a:gd name="connsiteY8877" fmla="*/ 3216988 h 4489084"/>
              <a:gd name="connsiteX8878" fmla="*/ 3245942 w 5158787"/>
              <a:gd name="connsiteY8878" fmla="*/ 3216277 h 4489084"/>
              <a:gd name="connsiteX8879" fmla="*/ 4733676 w 5158787"/>
              <a:gd name="connsiteY8879" fmla="*/ 3216041 h 4489084"/>
              <a:gd name="connsiteX8880" fmla="*/ 4754346 w 5158787"/>
              <a:gd name="connsiteY8880" fmla="*/ 3216041 h 4489084"/>
              <a:gd name="connsiteX8881" fmla="*/ 4755589 w 5158787"/>
              <a:gd name="connsiteY8881" fmla="*/ 3216752 h 4489084"/>
              <a:gd name="connsiteX8882" fmla="*/ 4765895 w 5158787"/>
              <a:gd name="connsiteY8882" fmla="*/ 3234638 h 4489084"/>
              <a:gd name="connsiteX8883" fmla="*/ 4765895 w 5158787"/>
              <a:gd name="connsiteY8883" fmla="*/ 3236118 h 4489084"/>
              <a:gd name="connsiteX8884" fmla="*/ 4755589 w 5158787"/>
              <a:gd name="connsiteY8884" fmla="*/ 3254004 h 4489084"/>
              <a:gd name="connsiteX8885" fmla="*/ 4754346 w 5158787"/>
              <a:gd name="connsiteY8885" fmla="*/ 3254715 h 4489084"/>
              <a:gd name="connsiteX8886" fmla="*/ 4733676 w 5158787"/>
              <a:gd name="connsiteY8886" fmla="*/ 3254715 h 4489084"/>
              <a:gd name="connsiteX8887" fmla="*/ 4732433 w 5158787"/>
              <a:gd name="connsiteY8887" fmla="*/ 3254004 h 4489084"/>
              <a:gd name="connsiteX8888" fmla="*/ 4722128 w 5158787"/>
              <a:gd name="connsiteY8888" fmla="*/ 3236118 h 4489084"/>
              <a:gd name="connsiteX8889" fmla="*/ 4722128 w 5158787"/>
              <a:gd name="connsiteY8889" fmla="*/ 3234638 h 4489084"/>
              <a:gd name="connsiteX8890" fmla="*/ 4732433 w 5158787"/>
              <a:gd name="connsiteY8890" fmla="*/ 3216752 h 4489084"/>
              <a:gd name="connsiteX8891" fmla="*/ 4733676 w 5158787"/>
              <a:gd name="connsiteY8891" fmla="*/ 3216041 h 4489084"/>
              <a:gd name="connsiteX8892" fmla="*/ 3178188 w 5158787"/>
              <a:gd name="connsiteY8892" fmla="*/ 3216041 h 4489084"/>
              <a:gd name="connsiteX8893" fmla="*/ 3198858 w 5158787"/>
              <a:gd name="connsiteY8893" fmla="*/ 3216041 h 4489084"/>
              <a:gd name="connsiteX8894" fmla="*/ 3200102 w 5158787"/>
              <a:gd name="connsiteY8894" fmla="*/ 3216752 h 4489084"/>
              <a:gd name="connsiteX8895" fmla="*/ 3210407 w 5158787"/>
              <a:gd name="connsiteY8895" fmla="*/ 3234638 h 4489084"/>
              <a:gd name="connsiteX8896" fmla="*/ 3210407 w 5158787"/>
              <a:gd name="connsiteY8896" fmla="*/ 3236118 h 4489084"/>
              <a:gd name="connsiteX8897" fmla="*/ 3200102 w 5158787"/>
              <a:gd name="connsiteY8897" fmla="*/ 3254004 h 4489084"/>
              <a:gd name="connsiteX8898" fmla="*/ 3198858 w 5158787"/>
              <a:gd name="connsiteY8898" fmla="*/ 3254715 h 4489084"/>
              <a:gd name="connsiteX8899" fmla="*/ 3178188 w 5158787"/>
              <a:gd name="connsiteY8899" fmla="*/ 3254715 h 4489084"/>
              <a:gd name="connsiteX8900" fmla="*/ 3176945 w 5158787"/>
              <a:gd name="connsiteY8900" fmla="*/ 3254004 h 4489084"/>
              <a:gd name="connsiteX8901" fmla="*/ 3166640 w 5158787"/>
              <a:gd name="connsiteY8901" fmla="*/ 3236118 h 4489084"/>
              <a:gd name="connsiteX8902" fmla="*/ 3166640 w 5158787"/>
              <a:gd name="connsiteY8902" fmla="*/ 3234638 h 4489084"/>
              <a:gd name="connsiteX8903" fmla="*/ 3176945 w 5158787"/>
              <a:gd name="connsiteY8903" fmla="*/ 3216752 h 4489084"/>
              <a:gd name="connsiteX8904" fmla="*/ 3178188 w 5158787"/>
              <a:gd name="connsiteY8904" fmla="*/ 3216041 h 4489084"/>
              <a:gd name="connsiteX8905" fmla="*/ 4666042 w 5158787"/>
              <a:gd name="connsiteY8905" fmla="*/ 3215981 h 4489084"/>
              <a:gd name="connsiteX8906" fmla="*/ 4686770 w 5158787"/>
              <a:gd name="connsiteY8906" fmla="*/ 3215981 h 4489084"/>
              <a:gd name="connsiteX8907" fmla="*/ 4688015 w 5158787"/>
              <a:gd name="connsiteY8907" fmla="*/ 3216692 h 4489084"/>
              <a:gd name="connsiteX8908" fmla="*/ 4698379 w 5158787"/>
              <a:gd name="connsiteY8908" fmla="*/ 3234696 h 4489084"/>
              <a:gd name="connsiteX8909" fmla="*/ 4698379 w 5158787"/>
              <a:gd name="connsiteY8909" fmla="*/ 3236177 h 4489084"/>
              <a:gd name="connsiteX8910" fmla="*/ 4688015 w 5158787"/>
              <a:gd name="connsiteY8910" fmla="*/ 3254181 h 4489084"/>
              <a:gd name="connsiteX8911" fmla="*/ 4686770 w 5158787"/>
              <a:gd name="connsiteY8911" fmla="*/ 3254892 h 4489084"/>
              <a:gd name="connsiteX8912" fmla="*/ 4666042 w 5158787"/>
              <a:gd name="connsiteY8912" fmla="*/ 3254892 h 4489084"/>
              <a:gd name="connsiteX8913" fmla="*/ 4664798 w 5158787"/>
              <a:gd name="connsiteY8913" fmla="*/ 3254181 h 4489084"/>
              <a:gd name="connsiteX8914" fmla="*/ 4654434 w 5158787"/>
              <a:gd name="connsiteY8914" fmla="*/ 3236177 h 4489084"/>
              <a:gd name="connsiteX8915" fmla="*/ 4654434 w 5158787"/>
              <a:gd name="connsiteY8915" fmla="*/ 3234696 h 4489084"/>
              <a:gd name="connsiteX8916" fmla="*/ 4664798 w 5158787"/>
              <a:gd name="connsiteY8916" fmla="*/ 3216692 h 4489084"/>
              <a:gd name="connsiteX8917" fmla="*/ 4666042 w 5158787"/>
              <a:gd name="connsiteY8917" fmla="*/ 3215981 h 4489084"/>
              <a:gd name="connsiteX8918" fmla="*/ 2975225 w 5158787"/>
              <a:gd name="connsiteY8918" fmla="*/ 3215863 h 4489084"/>
              <a:gd name="connsiteX8919" fmla="*/ 2996072 w 5158787"/>
              <a:gd name="connsiteY8919" fmla="*/ 3215863 h 4489084"/>
              <a:gd name="connsiteX8920" fmla="*/ 2997375 w 5158787"/>
              <a:gd name="connsiteY8920" fmla="*/ 3216574 h 4489084"/>
              <a:gd name="connsiteX8921" fmla="*/ 3007799 w 5158787"/>
              <a:gd name="connsiteY8921" fmla="*/ 3234638 h 4489084"/>
              <a:gd name="connsiteX8922" fmla="*/ 3007799 w 5158787"/>
              <a:gd name="connsiteY8922" fmla="*/ 3236118 h 4489084"/>
              <a:gd name="connsiteX8923" fmla="*/ 2997375 w 5158787"/>
              <a:gd name="connsiteY8923" fmla="*/ 3254182 h 4489084"/>
              <a:gd name="connsiteX8924" fmla="*/ 2996072 w 5158787"/>
              <a:gd name="connsiteY8924" fmla="*/ 3254892 h 4489084"/>
              <a:gd name="connsiteX8925" fmla="*/ 2975225 w 5158787"/>
              <a:gd name="connsiteY8925" fmla="*/ 3254892 h 4489084"/>
              <a:gd name="connsiteX8926" fmla="*/ 2973922 w 5158787"/>
              <a:gd name="connsiteY8926" fmla="*/ 3254182 h 4489084"/>
              <a:gd name="connsiteX8927" fmla="*/ 2963498 w 5158787"/>
              <a:gd name="connsiteY8927" fmla="*/ 3236118 h 4489084"/>
              <a:gd name="connsiteX8928" fmla="*/ 2963498 w 5158787"/>
              <a:gd name="connsiteY8928" fmla="*/ 3234638 h 4489084"/>
              <a:gd name="connsiteX8929" fmla="*/ 2973922 w 5158787"/>
              <a:gd name="connsiteY8929" fmla="*/ 3216574 h 4489084"/>
              <a:gd name="connsiteX8930" fmla="*/ 2975225 w 5158787"/>
              <a:gd name="connsiteY8930" fmla="*/ 3215863 h 4489084"/>
              <a:gd name="connsiteX8931" fmla="*/ 5003920 w 5158787"/>
              <a:gd name="connsiteY8931" fmla="*/ 3215448 h 4489084"/>
              <a:gd name="connsiteX8932" fmla="*/ 5025241 w 5158787"/>
              <a:gd name="connsiteY8932" fmla="*/ 3215448 h 4489084"/>
              <a:gd name="connsiteX8933" fmla="*/ 5026544 w 5158787"/>
              <a:gd name="connsiteY8933" fmla="*/ 3216218 h 4489084"/>
              <a:gd name="connsiteX8934" fmla="*/ 5037205 w 5158787"/>
              <a:gd name="connsiteY8934" fmla="*/ 3234696 h 4489084"/>
              <a:gd name="connsiteX8935" fmla="*/ 5037205 w 5158787"/>
              <a:gd name="connsiteY8935" fmla="*/ 3236177 h 4489084"/>
              <a:gd name="connsiteX8936" fmla="*/ 5026544 w 5158787"/>
              <a:gd name="connsiteY8936" fmla="*/ 3254655 h 4489084"/>
              <a:gd name="connsiteX8937" fmla="*/ 5025241 w 5158787"/>
              <a:gd name="connsiteY8937" fmla="*/ 3255425 h 4489084"/>
              <a:gd name="connsiteX8938" fmla="*/ 5003920 w 5158787"/>
              <a:gd name="connsiteY8938" fmla="*/ 3255425 h 4489084"/>
              <a:gd name="connsiteX8939" fmla="*/ 5002618 w 5158787"/>
              <a:gd name="connsiteY8939" fmla="*/ 3254655 h 4489084"/>
              <a:gd name="connsiteX8940" fmla="*/ 4991957 w 5158787"/>
              <a:gd name="connsiteY8940" fmla="*/ 3236177 h 4489084"/>
              <a:gd name="connsiteX8941" fmla="*/ 4991957 w 5158787"/>
              <a:gd name="connsiteY8941" fmla="*/ 3234696 h 4489084"/>
              <a:gd name="connsiteX8942" fmla="*/ 5002618 w 5158787"/>
              <a:gd name="connsiteY8942" fmla="*/ 3216218 h 4489084"/>
              <a:gd name="connsiteX8943" fmla="*/ 5003920 w 5158787"/>
              <a:gd name="connsiteY8943" fmla="*/ 3215448 h 4489084"/>
              <a:gd name="connsiteX8944" fmla="*/ 4800542 w 5158787"/>
              <a:gd name="connsiteY8944" fmla="*/ 3214619 h 4489084"/>
              <a:gd name="connsiteX8945" fmla="*/ 4822752 w 5158787"/>
              <a:gd name="connsiteY8945" fmla="*/ 3214619 h 4489084"/>
              <a:gd name="connsiteX8946" fmla="*/ 4824114 w 5158787"/>
              <a:gd name="connsiteY8946" fmla="*/ 3215389 h 4489084"/>
              <a:gd name="connsiteX8947" fmla="*/ 4835189 w 5158787"/>
              <a:gd name="connsiteY8947" fmla="*/ 3234637 h 4489084"/>
              <a:gd name="connsiteX8948" fmla="*/ 4835189 w 5158787"/>
              <a:gd name="connsiteY8948" fmla="*/ 3236177 h 4489084"/>
              <a:gd name="connsiteX8949" fmla="*/ 4824114 w 5158787"/>
              <a:gd name="connsiteY8949" fmla="*/ 3255425 h 4489084"/>
              <a:gd name="connsiteX8950" fmla="*/ 4822752 w 5158787"/>
              <a:gd name="connsiteY8950" fmla="*/ 3256195 h 4489084"/>
              <a:gd name="connsiteX8951" fmla="*/ 4800542 w 5158787"/>
              <a:gd name="connsiteY8951" fmla="*/ 3256195 h 4489084"/>
              <a:gd name="connsiteX8952" fmla="*/ 4799180 w 5158787"/>
              <a:gd name="connsiteY8952" fmla="*/ 3255425 h 4489084"/>
              <a:gd name="connsiteX8953" fmla="*/ 4788105 w 5158787"/>
              <a:gd name="connsiteY8953" fmla="*/ 3236177 h 4489084"/>
              <a:gd name="connsiteX8954" fmla="*/ 4788105 w 5158787"/>
              <a:gd name="connsiteY8954" fmla="*/ 3234637 h 4489084"/>
              <a:gd name="connsiteX8955" fmla="*/ 4799180 w 5158787"/>
              <a:gd name="connsiteY8955" fmla="*/ 3215389 h 4489084"/>
              <a:gd name="connsiteX8956" fmla="*/ 4800542 w 5158787"/>
              <a:gd name="connsiteY8956" fmla="*/ 3214619 h 4489084"/>
              <a:gd name="connsiteX8957" fmla="*/ 2839303 w 5158787"/>
              <a:gd name="connsiteY8957" fmla="*/ 3214619 h 4489084"/>
              <a:gd name="connsiteX8958" fmla="*/ 2861513 w 5158787"/>
              <a:gd name="connsiteY8958" fmla="*/ 3214619 h 4489084"/>
              <a:gd name="connsiteX8959" fmla="*/ 2862875 w 5158787"/>
              <a:gd name="connsiteY8959" fmla="*/ 3215389 h 4489084"/>
              <a:gd name="connsiteX8960" fmla="*/ 2873950 w 5158787"/>
              <a:gd name="connsiteY8960" fmla="*/ 3234637 h 4489084"/>
              <a:gd name="connsiteX8961" fmla="*/ 2873950 w 5158787"/>
              <a:gd name="connsiteY8961" fmla="*/ 3236177 h 4489084"/>
              <a:gd name="connsiteX8962" fmla="*/ 2862875 w 5158787"/>
              <a:gd name="connsiteY8962" fmla="*/ 3255425 h 4489084"/>
              <a:gd name="connsiteX8963" fmla="*/ 2861513 w 5158787"/>
              <a:gd name="connsiteY8963" fmla="*/ 3256195 h 4489084"/>
              <a:gd name="connsiteX8964" fmla="*/ 2839303 w 5158787"/>
              <a:gd name="connsiteY8964" fmla="*/ 3256195 h 4489084"/>
              <a:gd name="connsiteX8965" fmla="*/ 2837941 w 5158787"/>
              <a:gd name="connsiteY8965" fmla="*/ 3255425 h 4489084"/>
              <a:gd name="connsiteX8966" fmla="*/ 2826866 w 5158787"/>
              <a:gd name="connsiteY8966" fmla="*/ 3236177 h 4489084"/>
              <a:gd name="connsiteX8967" fmla="*/ 2826866 w 5158787"/>
              <a:gd name="connsiteY8967" fmla="*/ 3234637 h 4489084"/>
              <a:gd name="connsiteX8968" fmla="*/ 2837941 w 5158787"/>
              <a:gd name="connsiteY8968" fmla="*/ 3215389 h 4489084"/>
              <a:gd name="connsiteX8969" fmla="*/ 2839303 w 5158787"/>
              <a:gd name="connsiteY8969" fmla="*/ 3214619 h 4489084"/>
              <a:gd name="connsiteX8970" fmla="*/ 2704033 w 5158787"/>
              <a:gd name="connsiteY8970" fmla="*/ 3214619 h 4489084"/>
              <a:gd name="connsiteX8971" fmla="*/ 2726243 w 5158787"/>
              <a:gd name="connsiteY8971" fmla="*/ 3214619 h 4489084"/>
              <a:gd name="connsiteX8972" fmla="*/ 2727605 w 5158787"/>
              <a:gd name="connsiteY8972" fmla="*/ 3215389 h 4489084"/>
              <a:gd name="connsiteX8973" fmla="*/ 2738680 w 5158787"/>
              <a:gd name="connsiteY8973" fmla="*/ 3234637 h 4489084"/>
              <a:gd name="connsiteX8974" fmla="*/ 2738680 w 5158787"/>
              <a:gd name="connsiteY8974" fmla="*/ 3236177 h 4489084"/>
              <a:gd name="connsiteX8975" fmla="*/ 2727605 w 5158787"/>
              <a:gd name="connsiteY8975" fmla="*/ 3255425 h 4489084"/>
              <a:gd name="connsiteX8976" fmla="*/ 2726243 w 5158787"/>
              <a:gd name="connsiteY8976" fmla="*/ 3256195 h 4489084"/>
              <a:gd name="connsiteX8977" fmla="*/ 2704033 w 5158787"/>
              <a:gd name="connsiteY8977" fmla="*/ 3256195 h 4489084"/>
              <a:gd name="connsiteX8978" fmla="*/ 2702671 w 5158787"/>
              <a:gd name="connsiteY8978" fmla="*/ 3255425 h 4489084"/>
              <a:gd name="connsiteX8979" fmla="*/ 2691596 w 5158787"/>
              <a:gd name="connsiteY8979" fmla="*/ 3236177 h 4489084"/>
              <a:gd name="connsiteX8980" fmla="*/ 2691596 w 5158787"/>
              <a:gd name="connsiteY8980" fmla="*/ 3234637 h 4489084"/>
              <a:gd name="connsiteX8981" fmla="*/ 2702671 w 5158787"/>
              <a:gd name="connsiteY8981" fmla="*/ 3215389 h 4489084"/>
              <a:gd name="connsiteX8982" fmla="*/ 2704033 w 5158787"/>
              <a:gd name="connsiteY8982" fmla="*/ 3214619 h 4489084"/>
              <a:gd name="connsiteX8983" fmla="*/ 2771609 w 5158787"/>
              <a:gd name="connsiteY8983" fmla="*/ 3214501 h 4489084"/>
              <a:gd name="connsiteX8984" fmla="*/ 2793936 w 5158787"/>
              <a:gd name="connsiteY8984" fmla="*/ 3214501 h 4489084"/>
              <a:gd name="connsiteX8985" fmla="*/ 2795299 w 5158787"/>
              <a:gd name="connsiteY8985" fmla="*/ 3215271 h 4489084"/>
              <a:gd name="connsiteX8986" fmla="*/ 2806433 w 5158787"/>
              <a:gd name="connsiteY8986" fmla="*/ 3234578 h 4489084"/>
              <a:gd name="connsiteX8987" fmla="*/ 2806433 w 5158787"/>
              <a:gd name="connsiteY8987" fmla="*/ 3236177 h 4489084"/>
              <a:gd name="connsiteX8988" fmla="*/ 2795299 w 5158787"/>
              <a:gd name="connsiteY8988" fmla="*/ 3255485 h 4489084"/>
              <a:gd name="connsiteX8989" fmla="*/ 2793936 w 5158787"/>
              <a:gd name="connsiteY8989" fmla="*/ 3256255 h 4489084"/>
              <a:gd name="connsiteX8990" fmla="*/ 2771609 w 5158787"/>
              <a:gd name="connsiteY8990" fmla="*/ 3256255 h 4489084"/>
              <a:gd name="connsiteX8991" fmla="*/ 2770246 w 5158787"/>
              <a:gd name="connsiteY8991" fmla="*/ 3255485 h 4489084"/>
              <a:gd name="connsiteX8992" fmla="*/ 2759112 w 5158787"/>
              <a:gd name="connsiteY8992" fmla="*/ 3236177 h 4489084"/>
              <a:gd name="connsiteX8993" fmla="*/ 2759112 w 5158787"/>
              <a:gd name="connsiteY8993" fmla="*/ 3234578 h 4489084"/>
              <a:gd name="connsiteX8994" fmla="*/ 2770246 w 5158787"/>
              <a:gd name="connsiteY8994" fmla="*/ 3215271 h 4489084"/>
              <a:gd name="connsiteX8995" fmla="*/ 2771609 w 5158787"/>
              <a:gd name="connsiteY8995" fmla="*/ 3214501 h 4489084"/>
              <a:gd name="connsiteX8996" fmla="*/ 2365680 w 5158787"/>
              <a:gd name="connsiteY8996" fmla="*/ 3214205 h 4489084"/>
              <a:gd name="connsiteX8997" fmla="*/ 2388304 w 5158787"/>
              <a:gd name="connsiteY8997" fmla="*/ 3214205 h 4489084"/>
              <a:gd name="connsiteX8998" fmla="*/ 2389667 w 5158787"/>
              <a:gd name="connsiteY8998" fmla="*/ 3215034 h 4489084"/>
              <a:gd name="connsiteX8999" fmla="*/ 2400978 w 5158787"/>
              <a:gd name="connsiteY8999" fmla="*/ 3234638 h 4489084"/>
              <a:gd name="connsiteX9000" fmla="*/ 2400978 w 5158787"/>
              <a:gd name="connsiteY9000" fmla="*/ 3236237 h 4489084"/>
              <a:gd name="connsiteX9001" fmla="*/ 2389667 w 5158787"/>
              <a:gd name="connsiteY9001" fmla="*/ 3255840 h 4489084"/>
              <a:gd name="connsiteX9002" fmla="*/ 2388304 w 5158787"/>
              <a:gd name="connsiteY9002" fmla="*/ 3256669 h 4489084"/>
              <a:gd name="connsiteX9003" fmla="*/ 2365680 w 5158787"/>
              <a:gd name="connsiteY9003" fmla="*/ 3256669 h 4489084"/>
              <a:gd name="connsiteX9004" fmla="*/ 2364318 w 5158787"/>
              <a:gd name="connsiteY9004" fmla="*/ 3255840 h 4489084"/>
              <a:gd name="connsiteX9005" fmla="*/ 2353006 w 5158787"/>
              <a:gd name="connsiteY9005" fmla="*/ 3236237 h 4489084"/>
              <a:gd name="connsiteX9006" fmla="*/ 2353006 w 5158787"/>
              <a:gd name="connsiteY9006" fmla="*/ 3234638 h 4489084"/>
              <a:gd name="connsiteX9007" fmla="*/ 2364318 w 5158787"/>
              <a:gd name="connsiteY9007" fmla="*/ 3215034 h 4489084"/>
              <a:gd name="connsiteX9008" fmla="*/ 2365680 w 5158787"/>
              <a:gd name="connsiteY9008" fmla="*/ 3214205 h 4489084"/>
              <a:gd name="connsiteX9009" fmla="*/ 4935575 w 5158787"/>
              <a:gd name="connsiteY9009" fmla="*/ 3214086 h 4489084"/>
              <a:gd name="connsiteX9010" fmla="*/ 4958318 w 5158787"/>
              <a:gd name="connsiteY9010" fmla="*/ 3214086 h 4489084"/>
              <a:gd name="connsiteX9011" fmla="*/ 4959680 w 5158787"/>
              <a:gd name="connsiteY9011" fmla="*/ 3214915 h 4489084"/>
              <a:gd name="connsiteX9012" fmla="*/ 4971051 w 5158787"/>
              <a:gd name="connsiteY9012" fmla="*/ 3234637 h 4489084"/>
              <a:gd name="connsiteX9013" fmla="*/ 4971051 w 5158787"/>
              <a:gd name="connsiteY9013" fmla="*/ 3236236 h 4489084"/>
              <a:gd name="connsiteX9014" fmla="*/ 4959680 w 5158787"/>
              <a:gd name="connsiteY9014" fmla="*/ 3255958 h 4489084"/>
              <a:gd name="connsiteX9015" fmla="*/ 4958318 w 5158787"/>
              <a:gd name="connsiteY9015" fmla="*/ 3256787 h 4489084"/>
              <a:gd name="connsiteX9016" fmla="*/ 4935575 w 5158787"/>
              <a:gd name="connsiteY9016" fmla="*/ 3256787 h 4489084"/>
              <a:gd name="connsiteX9017" fmla="*/ 4934213 w 5158787"/>
              <a:gd name="connsiteY9017" fmla="*/ 3255958 h 4489084"/>
              <a:gd name="connsiteX9018" fmla="*/ 4922842 w 5158787"/>
              <a:gd name="connsiteY9018" fmla="*/ 3236236 h 4489084"/>
              <a:gd name="connsiteX9019" fmla="*/ 4922842 w 5158787"/>
              <a:gd name="connsiteY9019" fmla="*/ 3234637 h 4489084"/>
              <a:gd name="connsiteX9020" fmla="*/ 4934213 w 5158787"/>
              <a:gd name="connsiteY9020" fmla="*/ 3214915 h 4489084"/>
              <a:gd name="connsiteX9021" fmla="*/ 4935575 w 5158787"/>
              <a:gd name="connsiteY9021" fmla="*/ 3214086 h 4489084"/>
              <a:gd name="connsiteX9022" fmla="*/ 2906642 w 5158787"/>
              <a:gd name="connsiteY9022" fmla="*/ 3214086 h 4489084"/>
              <a:gd name="connsiteX9023" fmla="*/ 2929384 w 5158787"/>
              <a:gd name="connsiteY9023" fmla="*/ 3214086 h 4489084"/>
              <a:gd name="connsiteX9024" fmla="*/ 2930746 w 5158787"/>
              <a:gd name="connsiteY9024" fmla="*/ 3214915 h 4489084"/>
              <a:gd name="connsiteX9025" fmla="*/ 2942117 w 5158787"/>
              <a:gd name="connsiteY9025" fmla="*/ 3234637 h 4489084"/>
              <a:gd name="connsiteX9026" fmla="*/ 2942117 w 5158787"/>
              <a:gd name="connsiteY9026" fmla="*/ 3236236 h 4489084"/>
              <a:gd name="connsiteX9027" fmla="*/ 2930746 w 5158787"/>
              <a:gd name="connsiteY9027" fmla="*/ 3255958 h 4489084"/>
              <a:gd name="connsiteX9028" fmla="*/ 2929384 w 5158787"/>
              <a:gd name="connsiteY9028" fmla="*/ 3256787 h 4489084"/>
              <a:gd name="connsiteX9029" fmla="*/ 2906642 w 5158787"/>
              <a:gd name="connsiteY9029" fmla="*/ 3256787 h 4489084"/>
              <a:gd name="connsiteX9030" fmla="*/ 2905280 w 5158787"/>
              <a:gd name="connsiteY9030" fmla="*/ 3255958 h 4489084"/>
              <a:gd name="connsiteX9031" fmla="*/ 2893908 w 5158787"/>
              <a:gd name="connsiteY9031" fmla="*/ 3236236 h 4489084"/>
              <a:gd name="connsiteX9032" fmla="*/ 2893908 w 5158787"/>
              <a:gd name="connsiteY9032" fmla="*/ 3234637 h 4489084"/>
              <a:gd name="connsiteX9033" fmla="*/ 2905280 w 5158787"/>
              <a:gd name="connsiteY9033" fmla="*/ 3214915 h 4489084"/>
              <a:gd name="connsiteX9034" fmla="*/ 2906642 w 5158787"/>
              <a:gd name="connsiteY9034" fmla="*/ 3214086 h 4489084"/>
              <a:gd name="connsiteX9035" fmla="*/ 4867881 w 5158787"/>
              <a:gd name="connsiteY9035" fmla="*/ 3213967 h 4489084"/>
              <a:gd name="connsiteX9036" fmla="*/ 4890742 w 5158787"/>
              <a:gd name="connsiteY9036" fmla="*/ 3213967 h 4489084"/>
              <a:gd name="connsiteX9037" fmla="*/ 4892163 w 5158787"/>
              <a:gd name="connsiteY9037" fmla="*/ 3214796 h 4489084"/>
              <a:gd name="connsiteX9038" fmla="*/ 4903594 w 5158787"/>
              <a:gd name="connsiteY9038" fmla="*/ 3234578 h 4489084"/>
              <a:gd name="connsiteX9039" fmla="*/ 4903594 w 5158787"/>
              <a:gd name="connsiteY9039" fmla="*/ 3236176 h 4489084"/>
              <a:gd name="connsiteX9040" fmla="*/ 4892163 w 5158787"/>
              <a:gd name="connsiteY9040" fmla="*/ 3255958 h 4489084"/>
              <a:gd name="connsiteX9041" fmla="*/ 4890742 w 5158787"/>
              <a:gd name="connsiteY9041" fmla="*/ 3256787 h 4489084"/>
              <a:gd name="connsiteX9042" fmla="*/ 4867881 w 5158787"/>
              <a:gd name="connsiteY9042" fmla="*/ 3256787 h 4489084"/>
              <a:gd name="connsiteX9043" fmla="*/ 4866460 w 5158787"/>
              <a:gd name="connsiteY9043" fmla="*/ 3255958 h 4489084"/>
              <a:gd name="connsiteX9044" fmla="*/ 4855029 w 5158787"/>
              <a:gd name="connsiteY9044" fmla="*/ 3236176 h 4489084"/>
              <a:gd name="connsiteX9045" fmla="*/ 4855029 w 5158787"/>
              <a:gd name="connsiteY9045" fmla="*/ 3234578 h 4489084"/>
              <a:gd name="connsiteX9046" fmla="*/ 4866460 w 5158787"/>
              <a:gd name="connsiteY9046" fmla="*/ 3214796 h 4489084"/>
              <a:gd name="connsiteX9047" fmla="*/ 4867881 w 5158787"/>
              <a:gd name="connsiteY9047" fmla="*/ 3213967 h 4489084"/>
              <a:gd name="connsiteX9048" fmla="*/ 2635687 w 5158787"/>
              <a:gd name="connsiteY9048" fmla="*/ 3213257 h 4489084"/>
              <a:gd name="connsiteX9049" fmla="*/ 2659318 w 5158787"/>
              <a:gd name="connsiteY9049" fmla="*/ 3213257 h 4489084"/>
              <a:gd name="connsiteX9050" fmla="*/ 2660740 w 5158787"/>
              <a:gd name="connsiteY9050" fmla="*/ 3214086 h 4489084"/>
              <a:gd name="connsiteX9051" fmla="*/ 2672525 w 5158787"/>
              <a:gd name="connsiteY9051" fmla="*/ 3234578 h 4489084"/>
              <a:gd name="connsiteX9052" fmla="*/ 2672525 w 5158787"/>
              <a:gd name="connsiteY9052" fmla="*/ 3236236 h 4489084"/>
              <a:gd name="connsiteX9053" fmla="*/ 2660680 w 5158787"/>
              <a:gd name="connsiteY9053" fmla="*/ 3256728 h 4489084"/>
              <a:gd name="connsiteX9054" fmla="*/ 2659259 w 5158787"/>
              <a:gd name="connsiteY9054" fmla="*/ 3257558 h 4489084"/>
              <a:gd name="connsiteX9055" fmla="*/ 2635628 w 5158787"/>
              <a:gd name="connsiteY9055" fmla="*/ 3257558 h 4489084"/>
              <a:gd name="connsiteX9056" fmla="*/ 2634207 w 5158787"/>
              <a:gd name="connsiteY9056" fmla="*/ 3256728 h 4489084"/>
              <a:gd name="connsiteX9057" fmla="*/ 2622421 w 5158787"/>
              <a:gd name="connsiteY9057" fmla="*/ 3236236 h 4489084"/>
              <a:gd name="connsiteX9058" fmla="*/ 2622421 w 5158787"/>
              <a:gd name="connsiteY9058" fmla="*/ 3234578 h 4489084"/>
              <a:gd name="connsiteX9059" fmla="*/ 2634266 w 5158787"/>
              <a:gd name="connsiteY9059" fmla="*/ 3214086 h 4489084"/>
              <a:gd name="connsiteX9060" fmla="*/ 2635687 w 5158787"/>
              <a:gd name="connsiteY9060" fmla="*/ 3213257 h 4489084"/>
              <a:gd name="connsiteX9061" fmla="*/ 2567933 w 5158787"/>
              <a:gd name="connsiteY9061" fmla="*/ 3212961 h 4489084"/>
              <a:gd name="connsiteX9062" fmla="*/ 2591860 w 5158787"/>
              <a:gd name="connsiteY9062" fmla="*/ 3212961 h 4489084"/>
              <a:gd name="connsiteX9063" fmla="*/ 2593341 w 5158787"/>
              <a:gd name="connsiteY9063" fmla="*/ 3213790 h 4489084"/>
              <a:gd name="connsiteX9064" fmla="*/ 2605304 w 5158787"/>
              <a:gd name="connsiteY9064" fmla="*/ 3234519 h 4489084"/>
              <a:gd name="connsiteX9065" fmla="*/ 2605304 w 5158787"/>
              <a:gd name="connsiteY9065" fmla="*/ 3236236 h 4489084"/>
              <a:gd name="connsiteX9066" fmla="*/ 2593341 w 5158787"/>
              <a:gd name="connsiteY9066" fmla="*/ 3256965 h 4489084"/>
              <a:gd name="connsiteX9067" fmla="*/ 2591860 w 5158787"/>
              <a:gd name="connsiteY9067" fmla="*/ 3257794 h 4489084"/>
              <a:gd name="connsiteX9068" fmla="*/ 2567933 w 5158787"/>
              <a:gd name="connsiteY9068" fmla="*/ 3257794 h 4489084"/>
              <a:gd name="connsiteX9069" fmla="*/ 2566453 w 5158787"/>
              <a:gd name="connsiteY9069" fmla="*/ 3256965 h 4489084"/>
              <a:gd name="connsiteX9070" fmla="*/ 2554489 w 5158787"/>
              <a:gd name="connsiteY9070" fmla="*/ 3236236 h 4489084"/>
              <a:gd name="connsiteX9071" fmla="*/ 2554489 w 5158787"/>
              <a:gd name="connsiteY9071" fmla="*/ 3234519 h 4489084"/>
              <a:gd name="connsiteX9072" fmla="*/ 2566453 w 5158787"/>
              <a:gd name="connsiteY9072" fmla="*/ 3213790 h 4489084"/>
              <a:gd name="connsiteX9073" fmla="*/ 2567933 w 5158787"/>
              <a:gd name="connsiteY9073" fmla="*/ 3212961 h 4489084"/>
              <a:gd name="connsiteX9074" fmla="*/ 2500298 w 5158787"/>
              <a:gd name="connsiteY9074" fmla="*/ 3212961 h 4489084"/>
              <a:gd name="connsiteX9075" fmla="*/ 2524225 w 5158787"/>
              <a:gd name="connsiteY9075" fmla="*/ 3212961 h 4489084"/>
              <a:gd name="connsiteX9076" fmla="*/ 2525706 w 5158787"/>
              <a:gd name="connsiteY9076" fmla="*/ 3213790 h 4489084"/>
              <a:gd name="connsiteX9077" fmla="*/ 2537669 w 5158787"/>
              <a:gd name="connsiteY9077" fmla="*/ 3234519 h 4489084"/>
              <a:gd name="connsiteX9078" fmla="*/ 2537669 w 5158787"/>
              <a:gd name="connsiteY9078" fmla="*/ 3236236 h 4489084"/>
              <a:gd name="connsiteX9079" fmla="*/ 2525706 w 5158787"/>
              <a:gd name="connsiteY9079" fmla="*/ 3256965 h 4489084"/>
              <a:gd name="connsiteX9080" fmla="*/ 2524225 w 5158787"/>
              <a:gd name="connsiteY9080" fmla="*/ 3257794 h 4489084"/>
              <a:gd name="connsiteX9081" fmla="*/ 2500298 w 5158787"/>
              <a:gd name="connsiteY9081" fmla="*/ 3257794 h 4489084"/>
              <a:gd name="connsiteX9082" fmla="*/ 2498818 w 5158787"/>
              <a:gd name="connsiteY9082" fmla="*/ 3256965 h 4489084"/>
              <a:gd name="connsiteX9083" fmla="*/ 2486854 w 5158787"/>
              <a:gd name="connsiteY9083" fmla="*/ 3236236 h 4489084"/>
              <a:gd name="connsiteX9084" fmla="*/ 2486854 w 5158787"/>
              <a:gd name="connsiteY9084" fmla="*/ 3234519 h 4489084"/>
              <a:gd name="connsiteX9085" fmla="*/ 2498818 w 5158787"/>
              <a:gd name="connsiteY9085" fmla="*/ 3213790 h 4489084"/>
              <a:gd name="connsiteX9086" fmla="*/ 2500298 w 5158787"/>
              <a:gd name="connsiteY9086" fmla="*/ 3212961 h 4489084"/>
              <a:gd name="connsiteX9087" fmla="*/ 2432190 w 5158787"/>
              <a:gd name="connsiteY9087" fmla="*/ 3212250 h 4489084"/>
              <a:gd name="connsiteX9088" fmla="*/ 2456946 w 5158787"/>
              <a:gd name="connsiteY9088" fmla="*/ 3212250 h 4489084"/>
              <a:gd name="connsiteX9089" fmla="*/ 2458427 w 5158787"/>
              <a:gd name="connsiteY9089" fmla="*/ 3213139 h 4489084"/>
              <a:gd name="connsiteX9090" fmla="*/ 2470804 w 5158787"/>
              <a:gd name="connsiteY9090" fmla="*/ 3234578 h 4489084"/>
              <a:gd name="connsiteX9091" fmla="*/ 2470804 w 5158787"/>
              <a:gd name="connsiteY9091" fmla="*/ 3236355 h 4489084"/>
              <a:gd name="connsiteX9092" fmla="*/ 2458427 w 5158787"/>
              <a:gd name="connsiteY9092" fmla="*/ 3257794 h 4489084"/>
              <a:gd name="connsiteX9093" fmla="*/ 2456946 w 5158787"/>
              <a:gd name="connsiteY9093" fmla="*/ 3258683 h 4489084"/>
              <a:gd name="connsiteX9094" fmla="*/ 2432190 w 5158787"/>
              <a:gd name="connsiteY9094" fmla="*/ 3258683 h 4489084"/>
              <a:gd name="connsiteX9095" fmla="*/ 2430709 w 5158787"/>
              <a:gd name="connsiteY9095" fmla="*/ 3257794 h 4489084"/>
              <a:gd name="connsiteX9096" fmla="*/ 2418331 w 5158787"/>
              <a:gd name="connsiteY9096" fmla="*/ 3236355 h 4489084"/>
              <a:gd name="connsiteX9097" fmla="*/ 2418331 w 5158787"/>
              <a:gd name="connsiteY9097" fmla="*/ 3234578 h 4489084"/>
              <a:gd name="connsiteX9098" fmla="*/ 2430709 w 5158787"/>
              <a:gd name="connsiteY9098" fmla="*/ 3213139 h 4489084"/>
              <a:gd name="connsiteX9099" fmla="*/ 2432190 w 5158787"/>
              <a:gd name="connsiteY9099" fmla="*/ 3212250 h 4489084"/>
              <a:gd name="connsiteX9100" fmla="*/ 4127923 w 5158787"/>
              <a:gd name="connsiteY9100" fmla="*/ 3162797 h 4489084"/>
              <a:gd name="connsiteX9101" fmla="*/ 4142847 w 5158787"/>
              <a:gd name="connsiteY9101" fmla="*/ 3162797 h 4489084"/>
              <a:gd name="connsiteX9102" fmla="*/ 4143736 w 5158787"/>
              <a:gd name="connsiteY9102" fmla="*/ 3163330 h 4489084"/>
              <a:gd name="connsiteX9103" fmla="*/ 4151198 w 5158787"/>
              <a:gd name="connsiteY9103" fmla="*/ 3176241 h 4489084"/>
              <a:gd name="connsiteX9104" fmla="*/ 4151198 w 5158787"/>
              <a:gd name="connsiteY9104" fmla="*/ 3177307 h 4489084"/>
              <a:gd name="connsiteX9105" fmla="*/ 4143736 w 5158787"/>
              <a:gd name="connsiteY9105" fmla="*/ 3190218 h 4489084"/>
              <a:gd name="connsiteX9106" fmla="*/ 4142847 w 5158787"/>
              <a:gd name="connsiteY9106" fmla="*/ 3190751 h 4489084"/>
              <a:gd name="connsiteX9107" fmla="*/ 4127923 w 5158787"/>
              <a:gd name="connsiteY9107" fmla="*/ 3190751 h 4489084"/>
              <a:gd name="connsiteX9108" fmla="*/ 4127035 w 5158787"/>
              <a:gd name="connsiteY9108" fmla="*/ 3190218 h 4489084"/>
              <a:gd name="connsiteX9109" fmla="*/ 4119572 w 5158787"/>
              <a:gd name="connsiteY9109" fmla="*/ 3177307 h 4489084"/>
              <a:gd name="connsiteX9110" fmla="*/ 4119572 w 5158787"/>
              <a:gd name="connsiteY9110" fmla="*/ 3176241 h 4489084"/>
              <a:gd name="connsiteX9111" fmla="*/ 4127035 w 5158787"/>
              <a:gd name="connsiteY9111" fmla="*/ 3163330 h 4489084"/>
              <a:gd name="connsiteX9112" fmla="*/ 4127923 w 5158787"/>
              <a:gd name="connsiteY9112" fmla="*/ 3162797 h 4489084"/>
              <a:gd name="connsiteX9113" fmla="*/ 4060051 w 5158787"/>
              <a:gd name="connsiteY9113" fmla="*/ 3162383 h 4489084"/>
              <a:gd name="connsiteX9114" fmla="*/ 4075390 w 5158787"/>
              <a:gd name="connsiteY9114" fmla="*/ 3162383 h 4489084"/>
              <a:gd name="connsiteX9115" fmla="*/ 4076338 w 5158787"/>
              <a:gd name="connsiteY9115" fmla="*/ 3162916 h 4489084"/>
              <a:gd name="connsiteX9116" fmla="*/ 4083978 w 5158787"/>
              <a:gd name="connsiteY9116" fmla="*/ 3176183 h 4489084"/>
              <a:gd name="connsiteX9117" fmla="*/ 4083978 w 5158787"/>
              <a:gd name="connsiteY9117" fmla="*/ 3177249 h 4489084"/>
              <a:gd name="connsiteX9118" fmla="*/ 4076279 w 5158787"/>
              <a:gd name="connsiteY9118" fmla="*/ 3190515 h 4489084"/>
              <a:gd name="connsiteX9119" fmla="*/ 4075331 w 5158787"/>
              <a:gd name="connsiteY9119" fmla="*/ 3191048 h 4489084"/>
              <a:gd name="connsiteX9120" fmla="*/ 4059992 w 5158787"/>
              <a:gd name="connsiteY9120" fmla="*/ 3191048 h 4489084"/>
              <a:gd name="connsiteX9121" fmla="*/ 4059044 w 5158787"/>
              <a:gd name="connsiteY9121" fmla="*/ 3190515 h 4489084"/>
              <a:gd name="connsiteX9122" fmla="*/ 4051404 w 5158787"/>
              <a:gd name="connsiteY9122" fmla="*/ 3177249 h 4489084"/>
              <a:gd name="connsiteX9123" fmla="*/ 4051404 w 5158787"/>
              <a:gd name="connsiteY9123" fmla="*/ 3176183 h 4489084"/>
              <a:gd name="connsiteX9124" fmla="*/ 4059103 w 5158787"/>
              <a:gd name="connsiteY9124" fmla="*/ 3162916 h 4489084"/>
              <a:gd name="connsiteX9125" fmla="*/ 4060051 w 5158787"/>
              <a:gd name="connsiteY9125" fmla="*/ 3162383 h 4489084"/>
              <a:gd name="connsiteX9126" fmla="*/ 3856790 w 5158787"/>
              <a:gd name="connsiteY9126" fmla="*/ 3161672 h 4489084"/>
              <a:gd name="connsiteX9127" fmla="*/ 3872899 w 5158787"/>
              <a:gd name="connsiteY9127" fmla="*/ 3161672 h 4489084"/>
              <a:gd name="connsiteX9128" fmla="*/ 3873905 w 5158787"/>
              <a:gd name="connsiteY9128" fmla="*/ 3162264 h 4489084"/>
              <a:gd name="connsiteX9129" fmla="*/ 3881961 w 5158787"/>
              <a:gd name="connsiteY9129" fmla="*/ 3176241 h 4489084"/>
              <a:gd name="connsiteX9130" fmla="*/ 3881961 w 5158787"/>
              <a:gd name="connsiteY9130" fmla="*/ 3177366 h 4489084"/>
              <a:gd name="connsiteX9131" fmla="*/ 3873905 w 5158787"/>
              <a:gd name="connsiteY9131" fmla="*/ 3191344 h 4489084"/>
              <a:gd name="connsiteX9132" fmla="*/ 3872899 w 5158787"/>
              <a:gd name="connsiteY9132" fmla="*/ 3191936 h 4489084"/>
              <a:gd name="connsiteX9133" fmla="*/ 3856790 w 5158787"/>
              <a:gd name="connsiteY9133" fmla="*/ 3191936 h 4489084"/>
              <a:gd name="connsiteX9134" fmla="*/ 3855783 w 5158787"/>
              <a:gd name="connsiteY9134" fmla="*/ 3191344 h 4489084"/>
              <a:gd name="connsiteX9135" fmla="*/ 3847728 w 5158787"/>
              <a:gd name="connsiteY9135" fmla="*/ 3177366 h 4489084"/>
              <a:gd name="connsiteX9136" fmla="*/ 3847728 w 5158787"/>
              <a:gd name="connsiteY9136" fmla="*/ 3176241 h 4489084"/>
              <a:gd name="connsiteX9137" fmla="*/ 3855783 w 5158787"/>
              <a:gd name="connsiteY9137" fmla="*/ 3162264 h 4489084"/>
              <a:gd name="connsiteX9138" fmla="*/ 3856790 w 5158787"/>
              <a:gd name="connsiteY9138" fmla="*/ 3161672 h 4489084"/>
              <a:gd name="connsiteX9139" fmla="*/ 3653708 w 5158787"/>
              <a:gd name="connsiteY9139" fmla="*/ 3161376 h 4489084"/>
              <a:gd name="connsiteX9140" fmla="*/ 3670173 w 5158787"/>
              <a:gd name="connsiteY9140" fmla="*/ 3161376 h 4489084"/>
              <a:gd name="connsiteX9141" fmla="*/ 3671179 w 5158787"/>
              <a:gd name="connsiteY9141" fmla="*/ 3161968 h 4489084"/>
              <a:gd name="connsiteX9142" fmla="*/ 3679411 w 5158787"/>
              <a:gd name="connsiteY9142" fmla="*/ 3176241 h 4489084"/>
              <a:gd name="connsiteX9143" fmla="*/ 3679411 w 5158787"/>
              <a:gd name="connsiteY9143" fmla="*/ 3177426 h 4489084"/>
              <a:gd name="connsiteX9144" fmla="*/ 3671179 w 5158787"/>
              <a:gd name="connsiteY9144" fmla="*/ 3191699 h 4489084"/>
              <a:gd name="connsiteX9145" fmla="*/ 3670173 w 5158787"/>
              <a:gd name="connsiteY9145" fmla="*/ 3192291 h 4489084"/>
              <a:gd name="connsiteX9146" fmla="*/ 3653708 w 5158787"/>
              <a:gd name="connsiteY9146" fmla="*/ 3192291 h 4489084"/>
              <a:gd name="connsiteX9147" fmla="*/ 3652701 w 5158787"/>
              <a:gd name="connsiteY9147" fmla="*/ 3191699 h 4489084"/>
              <a:gd name="connsiteX9148" fmla="*/ 3644468 w 5158787"/>
              <a:gd name="connsiteY9148" fmla="*/ 3177426 h 4489084"/>
              <a:gd name="connsiteX9149" fmla="*/ 3644468 w 5158787"/>
              <a:gd name="connsiteY9149" fmla="*/ 3176241 h 4489084"/>
              <a:gd name="connsiteX9150" fmla="*/ 3652701 w 5158787"/>
              <a:gd name="connsiteY9150" fmla="*/ 3161968 h 4489084"/>
              <a:gd name="connsiteX9151" fmla="*/ 3653708 w 5158787"/>
              <a:gd name="connsiteY9151" fmla="*/ 3161376 h 4489084"/>
              <a:gd name="connsiteX9152" fmla="*/ 3924189 w 5158787"/>
              <a:gd name="connsiteY9152" fmla="*/ 3161198 h 4489084"/>
              <a:gd name="connsiteX9153" fmla="*/ 3940831 w 5158787"/>
              <a:gd name="connsiteY9153" fmla="*/ 3161198 h 4489084"/>
              <a:gd name="connsiteX9154" fmla="*/ 3941838 w 5158787"/>
              <a:gd name="connsiteY9154" fmla="*/ 3161790 h 4489084"/>
              <a:gd name="connsiteX9155" fmla="*/ 3950188 w 5158787"/>
              <a:gd name="connsiteY9155" fmla="*/ 3176241 h 4489084"/>
              <a:gd name="connsiteX9156" fmla="*/ 3950188 w 5158787"/>
              <a:gd name="connsiteY9156" fmla="*/ 3177426 h 4489084"/>
              <a:gd name="connsiteX9157" fmla="*/ 3941838 w 5158787"/>
              <a:gd name="connsiteY9157" fmla="*/ 3191877 h 4489084"/>
              <a:gd name="connsiteX9158" fmla="*/ 3940831 w 5158787"/>
              <a:gd name="connsiteY9158" fmla="*/ 3192469 h 4489084"/>
              <a:gd name="connsiteX9159" fmla="*/ 3924189 w 5158787"/>
              <a:gd name="connsiteY9159" fmla="*/ 3192469 h 4489084"/>
              <a:gd name="connsiteX9160" fmla="*/ 3923182 w 5158787"/>
              <a:gd name="connsiteY9160" fmla="*/ 3191877 h 4489084"/>
              <a:gd name="connsiteX9161" fmla="*/ 3914831 w 5158787"/>
              <a:gd name="connsiteY9161" fmla="*/ 3177426 h 4489084"/>
              <a:gd name="connsiteX9162" fmla="*/ 3914831 w 5158787"/>
              <a:gd name="connsiteY9162" fmla="*/ 3176241 h 4489084"/>
              <a:gd name="connsiteX9163" fmla="*/ 3923182 w 5158787"/>
              <a:gd name="connsiteY9163" fmla="*/ 3161790 h 4489084"/>
              <a:gd name="connsiteX9164" fmla="*/ 3924189 w 5158787"/>
              <a:gd name="connsiteY9164" fmla="*/ 3161198 h 4489084"/>
              <a:gd name="connsiteX9165" fmla="*/ 4262186 w 5158787"/>
              <a:gd name="connsiteY9165" fmla="*/ 3160961 h 4489084"/>
              <a:gd name="connsiteX9166" fmla="*/ 4279065 w 5158787"/>
              <a:gd name="connsiteY9166" fmla="*/ 3160961 h 4489084"/>
              <a:gd name="connsiteX9167" fmla="*/ 4280072 w 5158787"/>
              <a:gd name="connsiteY9167" fmla="*/ 3161553 h 4489084"/>
              <a:gd name="connsiteX9168" fmla="*/ 4288481 w 5158787"/>
              <a:gd name="connsiteY9168" fmla="*/ 3176182 h 4489084"/>
              <a:gd name="connsiteX9169" fmla="*/ 4288481 w 5158787"/>
              <a:gd name="connsiteY9169" fmla="*/ 3177366 h 4489084"/>
              <a:gd name="connsiteX9170" fmla="*/ 4280013 w 5158787"/>
              <a:gd name="connsiteY9170" fmla="*/ 3191995 h 4489084"/>
              <a:gd name="connsiteX9171" fmla="*/ 4279005 w 5158787"/>
              <a:gd name="connsiteY9171" fmla="*/ 3192587 h 4489084"/>
              <a:gd name="connsiteX9172" fmla="*/ 4262126 w 5158787"/>
              <a:gd name="connsiteY9172" fmla="*/ 3192587 h 4489084"/>
              <a:gd name="connsiteX9173" fmla="*/ 4261119 w 5158787"/>
              <a:gd name="connsiteY9173" fmla="*/ 3191995 h 4489084"/>
              <a:gd name="connsiteX9174" fmla="*/ 4252710 w 5158787"/>
              <a:gd name="connsiteY9174" fmla="*/ 3177366 h 4489084"/>
              <a:gd name="connsiteX9175" fmla="*/ 4252710 w 5158787"/>
              <a:gd name="connsiteY9175" fmla="*/ 3176182 h 4489084"/>
              <a:gd name="connsiteX9176" fmla="*/ 4261179 w 5158787"/>
              <a:gd name="connsiteY9176" fmla="*/ 3161553 h 4489084"/>
              <a:gd name="connsiteX9177" fmla="*/ 4262186 w 5158787"/>
              <a:gd name="connsiteY9177" fmla="*/ 3160961 h 4489084"/>
              <a:gd name="connsiteX9178" fmla="*/ 3991705 w 5158787"/>
              <a:gd name="connsiteY9178" fmla="*/ 3160961 h 4489084"/>
              <a:gd name="connsiteX9179" fmla="*/ 4008584 w 5158787"/>
              <a:gd name="connsiteY9179" fmla="*/ 3160961 h 4489084"/>
              <a:gd name="connsiteX9180" fmla="*/ 4009591 w 5158787"/>
              <a:gd name="connsiteY9180" fmla="*/ 3161553 h 4489084"/>
              <a:gd name="connsiteX9181" fmla="*/ 4018001 w 5158787"/>
              <a:gd name="connsiteY9181" fmla="*/ 3176182 h 4489084"/>
              <a:gd name="connsiteX9182" fmla="*/ 4018001 w 5158787"/>
              <a:gd name="connsiteY9182" fmla="*/ 3177366 h 4489084"/>
              <a:gd name="connsiteX9183" fmla="*/ 4009532 w 5158787"/>
              <a:gd name="connsiteY9183" fmla="*/ 3191995 h 4489084"/>
              <a:gd name="connsiteX9184" fmla="*/ 4008525 w 5158787"/>
              <a:gd name="connsiteY9184" fmla="*/ 3192587 h 4489084"/>
              <a:gd name="connsiteX9185" fmla="*/ 3991645 w 5158787"/>
              <a:gd name="connsiteY9185" fmla="*/ 3192587 h 4489084"/>
              <a:gd name="connsiteX9186" fmla="*/ 3990639 w 5158787"/>
              <a:gd name="connsiteY9186" fmla="*/ 3191995 h 4489084"/>
              <a:gd name="connsiteX9187" fmla="*/ 3982229 w 5158787"/>
              <a:gd name="connsiteY9187" fmla="*/ 3177366 h 4489084"/>
              <a:gd name="connsiteX9188" fmla="*/ 3982229 w 5158787"/>
              <a:gd name="connsiteY9188" fmla="*/ 3176182 h 4489084"/>
              <a:gd name="connsiteX9189" fmla="*/ 3990698 w 5158787"/>
              <a:gd name="connsiteY9189" fmla="*/ 3161553 h 4489084"/>
              <a:gd name="connsiteX9190" fmla="*/ 3991705 w 5158787"/>
              <a:gd name="connsiteY9190" fmla="*/ 3160961 h 4489084"/>
              <a:gd name="connsiteX9191" fmla="*/ 4194491 w 5158787"/>
              <a:gd name="connsiteY9191" fmla="*/ 3160843 h 4489084"/>
              <a:gd name="connsiteX9192" fmla="*/ 4211488 w 5158787"/>
              <a:gd name="connsiteY9192" fmla="*/ 3160843 h 4489084"/>
              <a:gd name="connsiteX9193" fmla="*/ 4212555 w 5158787"/>
              <a:gd name="connsiteY9193" fmla="*/ 3161435 h 4489084"/>
              <a:gd name="connsiteX9194" fmla="*/ 4221024 w 5158787"/>
              <a:gd name="connsiteY9194" fmla="*/ 3176182 h 4489084"/>
              <a:gd name="connsiteX9195" fmla="*/ 4221024 w 5158787"/>
              <a:gd name="connsiteY9195" fmla="*/ 3177367 h 4489084"/>
              <a:gd name="connsiteX9196" fmla="*/ 4212495 w 5158787"/>
              <a:gd name="connsiteY9196" fmla="*/ 3192114 h 4489084"/>
              <a:gd name="connsiteX9197" fmla="*/ 4211430 w 5158787"/>
              <a:gd name="connsiteY9197" fmla="*/ 3192706 h 4489084"/>
              <a:gd name="connsiteX9198" fmla="*/ 4194431 w 5158787"/>
              <a:gd name="connsiteY9198" fmla="*/ 3192706 h 4489084"/>
              <a:gd name="connsiteX9199" fmla="*/ 4193366 w 5158787"/>
              <a:gd name="connsiteY9199" fmla="*/ 3192114 h 4489084"/>
              <a:gd name="connsiteX9200" fmla="*/ 4184896 w 5158787"/>
              <a:gd name="connsiteY9200" fmla="*/ 3177367 h 4489084"/>
              <a:gd name="connsiteX9201" fmla="*/ 4184896 w 5158787"/>
              <a:gd name="connsiteY9201" fmla="*/ 3176182 h 4489084"/>
              <a:gd name="connsiteX9202" fmla="*/ 4193425 w 5158787"/>
              <a:gd name="connsiteY9202" fmla="*/ 3161435 h 4489084"/>
              <a:gd name="connsiteX9203" fmla="*/ 4194491 w 5158787"/>
              <a:gd name="connsiteY9203" fmla="*/ 3160843 h 4489084"/>
              <a:gd name="connsiteX9204" fmla="*/ 3721105 w 5158787"/>
              <a:gd name="connsiteY9204" fmla="*/ 3160843 h 4489084"/>
              <a:gd name="connsiteX9205" fmla="*/ 3738103 w 5158787"/>
              <a:gd name="connsiteY9205" fmla="*/ 3160843 h 4489084"/>
              <a:gd name="connsiteX9206" fmla="*/ 3739169 w 5158787"/>
              <a:gd name="connsiteY9206" fmla="*/ 3161435 h 4489084"/>
              <a:gd name="connsiteX9207" fmla="*/ 3747638 w 5158787"/>
              <a:gd name="connsiteY9207" fmla="*/ 3176182 h 4489084"/>
              <a:gd name="connsiteX9208" fmla="*/ 3747638 w 5158787"/>
              <a:gd name="connsiteY9208" fmla="*/ 3177367 h 4489084"/>
              <a:gd name="connsiteX9209" fmla="*/ 3739110 w 5158787"/>
              <a:gd name="connsiteY9209" fmla="*/ 3192114 h 4489084"/>
              <a:gd name="connsiteX9210" fmla="*/ 3738044 w 5158787"/>
              <a:gd name="connsiteY9210" fmla="*/ 3192706 h 4489084"/>
              <a:gd name="connsiteX9211" fmla="*/ 3721046 w 5158787"/>
              <a:gd name="connsiteY9211" fmla="*/ 3192706 h 4489084"/>
              <a:gd name="connsiteX9212" fmla="*/ 3719980 w 5158787"/>
              <a:gd name="connsiteY9212" fmla="*/ 3192114 h 4489084"/>
              <a:gd name="connsiteX9213" fmla="*/ 3711511 w 5158787"/>
              <a:gd name="connsiteY9213" fmla="*/ 3177367 h 4489084"/>
              <a:gd name="connsiteX9214" fmla="*/ 3711511 w 5158787"/>
              <a:gd name="connsiteY9214" fmla="*/ 3176182 h 4489084"/>
              <a:gd name="connsiteX9215" fmla="*/ 3720039 w 5158787"/>
              <a:gd name="connsiteY9215" fmla="*/ 3161435 h 4489084"/>
              <a:gd name="connsiteX9216" fmla="*/ 3721105 w 5158787"/>
              <a:gd name="connsiteY9216" fmla="*/ 3160843 h 4489084"/>
              <a:gd name="connsiteX9217" fmla="*/ 3585835 w 5158787"/>
              <a:gd name="connsiteY9217" fmla="*/ 3160843 h 4489084"/>
              <a:gd name="connsiteX9218" fmla="*/ 3602833 w 5158787"/>
              <a:gd name="connsiteY9218" fmla="*/ 3160843 h 4489084"/>
              <a:gd name="connsiteX9219" fmla="*/ 3603899 w 5158787"/>
              <a:gd name="connsiteY9219" fmla="*/ 3161435 h 4489084"/>
              <a:gd name="connsiteX9220" fmla="*/ 3612368 w 5158787"/>
              <a:gd name="connsiteY9220" fmla="*/ 3176182 h 4489084"/>
              <a:gd name="connsiteX9221" fmla="*/ 3612368 w 5158787"/>
              <a:gd name="connsiteY9221" fmla="*/ 3177367 h 4489084"/>
              <a:gd name="connsiteX9222" fmla="*/ 3603839 w 5158787"/>
              <a:gd name="connsiteY9222" fmla="*/ 3192114 h 4489084"/>
              <a:gd name="connsiteX9223" fmla="*/ 3602774 w 5158787"/>
              <a:gd name="connsiteY9223" fmla="*/ 3192706 h 4489084"/>
              <a:gd name="connsiteX9224" fmla="*/ 3585776 w 5158787"/>
              <a:gd name="connsiteY9224" fmla="*/ 3192706 h 4489084"/>
              <a:gd name="connsiteX9225" fmla="*/ 3584710 w 5158787"/>
              <a:gd name="connsiteY9225" fmla="*/ 3192114 h 4489084"/>
              <a:gd name="connsiteX9226" fmla="*/ 3576241 w 5158787"/>
              <a:gd name="connsiteY9226" fmla="*/ 3177367 h 4489084"/>
              <a:gd name="connsiteX9227" fmla="*/ 3576241 w 5158787"/>
              <a:gd name="connsiteY9227" fmla="*/ 3176182 h 4489084"/>
              <a:gd name="connsiteX9228" fmla="*/ 3584769 w 5158787"/>
              <a:gd name="connsiteY9228" fmla="*/ 3161435 h 4489084"/>
              <a:gd name="connsiteX9229" fmla="*/ 3585835 w 5158787"/>
              <a:gd name="connsiteY9229" fmla="*/ 3160843 h 4489084"/>
              <a:gd name="connsiteX9230" fmla="*/ 3788444 w 5158787"/>
              <a:gd name="connsiteY9230" fmla="*/ 3160428 h 4489084"/>
              <a:gd name="connsiteX9231" fmla="*/ 3805915 w 5158787"/>
              <a:gd name="connsiteY9231" fmla="*/ 3160428 h 4489084"/>
              <a:gd name="connsiteX9232" fmla="*/ 3806982 w 5158787"/>
              <a:gd name="connsiteY9232" fmla="*/ 3161020 h 4489084"/>
              <a:gd name="connsiteX9233" fmla="*/ 3815688 w 5158787"/>
              <a:gd name="connsiteY9233" fmla="*/ 3176123 h 4489084"/>
              <a:gd name="connsiteX9234" fmla="*/ 3815688 w 5158787"/>
              <a:gd name="connsiteY9234" fmla="*/ 3177366 h 4489084"/>
              <a:gd name="connsiteX9235" fmla="*/ 3806982 w 5158787"/>
              <a:gd name="connsiteY9235" fmla="*/ 3192469 h 4489084"/>
              <a:gd name="connsiteX9236" fmla="*/ 3805915 w 5158787"/>
              <a:gd name="connsiteY9236" fmla="*/ 3193061 h 4489084"/>
              <a:gd name="connsiteX9237" fmla="*/ 3788444 w 5158787"/>
              <a:gd name="connsiteY9237" fmla="*/ 3193061 h 4489084"/>
              <a:gd name="connsiteX9238" fmla="*/ 3787378 w 5158787"/>
              <a:gd name="connsiteY9238" fmla="*/ 3192469 h 4489084"/>
              <a:gd name="connsiteX9239" fmla="*/ 3778672 w 5158787"/>
              <a:gd name="connsiteY9239" fmla="*/ 3177366 h 4489084"/>
              <a:gd name="connsiteX9240" fmla="*/ 3778672 w 5158787"/>
              <a:gd name="connsiteY9240" fmla="*/ 3176123 h 4489084"/>
              <a:gd name="connsiteX9241" fmla="*/ 3787378 w 5158787"/>
              <a:gd name="connsiteY9241" fmla="*/ 3161020 h 4489084"/>
              <a:gd name="connsiteX9242" fmla="*/ 3788444 w 5158787"/>
              <a:gd name="connsiteY9242" fmla="*/ 3160428 h 4489084"/>
              <a:gd name="connsiteX9243" fmla="*/ 4397041 w 5158787"/>
              <a:gd name="connsiteY9243" fmla="*/ 3160132 h 4489084"/>
              <a:gd name="connsiteX9244" fmla="*/ 4414809 w 5158787"/>
              <a:gd name="connsiteY9244" fmla="*/ 3160132 h 4489084"/>
              <a:gd name="connsiteX9245" fmla="*/ 4415875 w 5158787"/>
              <a:gd name="connsiteY9245" fmla="*/ 3160783 h 4489084"/>
              <a:gd name="connsiteX9246" fmla="*/ 4424758 w 5158787"/>
              <a:gd name="connsiteY9246" fmla="*/ 3176182 h 4489084"/>
              <a:gd name="connsiteX9247" fmla="*/ 4424758 w 5158787"/>
              <a:gd name="connsiteY9247" fmla="*/ 3177426 h 4489084"/>
              <a:gd name="connsiteX9248" fmla="*/ 4415875 w 5158787"/>
              <a:gd name="connsiteY9248" fmla="*/ 3192824 h 4489084"/>
              <a:gd name="connsiteX9249" fmla="*/ 4414809 w 5158787"/>
              <a:gd name="connsiteY9249" fmla="*/ 3193476 h 4489084"/>
              <a:gd name="connsiteX9250" fmla="*/ 4397041 w 5158787"/>
              <a:gd name="connsiteY9250" fmla="*/ 3193476 h 4489084"/>
              <a:gd name="connsiteX9251" fmla="*/ 4395975 w 5158787"/>
              <a:gd name="connsiteY9251" fmla="*/ 3192824 h 4489084"/>
              <a:gd name="connsiteX9252" fmla="*/ 4387091 w 5158787"/>
              <a:gd name="connsiteY9252" fmla="*/ 3177426 h 4489084"/>
              <a:gd name="connsiteX9253" fmla="*/ 4387091 w 5158787"/>
              <a:gd name="connsiteY9253" fmla="*/ 3176182 h 4489084"/>
              <a:gd name="connsiteX9254" fmla="*/ 4395975 w 5158787"/>
              <a:gd name="connsiteY9254" fmla="*/ 3160783 h 4489084"/>
              <a:gd name="connsiteX9255" fmla="*/ 4397041 w 5158787"/>
              <a:gd name="connsiteY9255" fmla="*/ 3160132 h 4489084"/>
              <a:gd name="connsiteX9256" fmla="*/ 3517785 w 5158787"/>
              <a:gd name="connsiteY9256" fmla="*/ 3160132 h 4489084"/>
              <a:gd name="connsiteX9257" fmla="*/ 3535553 w 5158787"/>
              <a:gd name="connsiteY9257" fmla="*/ 3160132 h 4489084"/>
              <a:gd name="connsiteX9258" fmla="*/ 3536619 w 5158787"/>
              <a:gd name="connsiteY9258" fmla="*/ 3160783 h 4489084"/>
              <a:gd name="connsiteX9259" fmla="*/ 3545503 w 5158787"/>
              <a:gd name="connsiteY9259" fmla="*/ 3176182 h 4489084"/>
              <a:gd name="connsiteX9260" fmla="*/ 3545503 w 5158787"/>
              <a:gd name="connsiteY9260" fmla="*/ 3177426 h 4489084"/>
              <a:gd name="connsiteX9261" fmla="*/ 3536619 w 5158787"/>
              <a:gd name="connsiteY9261" fmla="*/ 3192824 h 4489084"/>
              <a:gd name="connsiteX9262" fmla="*/ 3535553 w 5158787"/>
              <a:gd name="connsiteY9262" fmla="*/ 3193476 h 4489084"/>
              <a:gd name="connsiteX9263" fmla="*/ 3517785 w 5158787"/>
              <a:gd name="connsiteY9263" fmla="*/ 3193476 h 4489084"/>
              <a:gd name="connsiteX9264" fmla="*/ 3516720 w 5158787"/>
              <a:gd name="connsiteY9264" fmla="*/ 3192824 h 4489084"/>
              <a:gd name="connsiteX9265" fmla="*/ 3507836 w 5158787"/>
              <a:gd name="connsiteY9265" fmla="*/ 3177426 h 4489084"/>
              <a:gd name="connsiteX9266" fmla="*/ 3507836 w 5158787"/>
              <a:gd name="connsiteY9266" fmla="*/ 3176182 h 4489084"/>
              <a:gd name="connsiteX9267" fmla="*/ 3516720 w 5158787"/>
              <a:gd name="connsiteY9267" fmla="*/ 3160783 h 4489084"/>
              <a:gd name="connsiteX9268" fmla="*/ 3517785 w 5158787"/>
              <a:gd name="connsiteY9268" fmla="*/ 3160132 h 4489084"/>
              <a:gd name="connsiteX9269" fmla="*/ 3449855 w 5158787"/>
              <a:gd name="connsiteY9269" fmla="*/ 3159540 h 4489084"/>
              <a:gd name="connsiteX9270" fmla="*/ 3468274 w 5158787"/>
              <a:gd name="connsiteY9270" fmla="*/ 3159540 h 4489084"/>
              <a:gd name="connsiteX9271" fmla="*/ 3469399 w 5158787"/>
              <a:gd name="connsiteY9271" fmla="*/ 3160191 h 4489084"/>
              <a:gd name="connsiteX9272" fmla="*/ 3478638 w 5158787"/>
              <a:gd name="connsiteY9272" fmla="*/ 3176182 h 4489084"/>
              <a:gd name="connsiteX9273" fmla="*/ 3478638 w 5158787"/>
              <a:gd name="connsiteY9273" fmla="*/ 3177485 h 4489084"/>
              <a:gd name="connsiteX9274" fmla="*/ 3469399 w 5158787"/>
              <a:gd name="connsiteY9274" fmla="*/ 3193476 h 4489084"/>
              <a:gd name="connsiteX9275" fmla="*/ 3468274 w 5158787"/>
              <a:gd name="connsiteY9275" fmla="*/ 3194127 h 4489084"/>
              <a:gd name="connsiteX9276" fmla="*/ 3449855 w 5158787"/>
              <a:gd name="connsiteY9276" fmla="*/ 3194127 h 4489084"/>
              <a:gd name="connsiteX9277" fmla="*/ 3448730 w 5158787"/>
              <a:gd name="connsiteY9277" fmla="*/ 3193476 h 4489084"/>
              <a:gd name="connsiteX9278" fmla="*/ 3439490 w 5158787"/>
              <a:gd name="connsiteY9278" fmla="*/ 3177485 h 4489084"/>
              <a:gd name="connsiteX9279" fmla="*/ 3439490 w 5158787"/>
              <a:gd name="connsiteY9279" fmla="*/ 3176182 h 4489084"/>
              <a:gd name="connsiteX9280" fmla="*/ 3448730 w 5158787"/>
              <a:gd name="connsiteY9280" fmla="*/ 3160191 h 4489084"/>
              <a:gd name="connsiteX9281" fmla="*/ 3449855 w 5158787"/>
              <a:gd name="connsiteY9281" fmla="*/ 3159540 h 4489084"/>
              <a:gd name="connsiteX9282" fmla="*/ 4328992 w 5158787"/>
              <a:gd name="connsiteY9282" fmla="*/ 3159421 h 4489084"/>
              <a:gd name="connsiteX9283" fmla="*/ 4347529 w 5158787"/>
              <a:gd name="connsiteY9283" fmla="*/ 3159421 h 4489084"/>
              <a:gd name="connsiteX9284" fmla="*/ 4348654 w 5158787"/>
              <a:gd name="connsiteY9284" fmla="*/ 3160072 h 4489084"/>
              <a:gd name="connsiteX9285" fmla="*/ 4357893 w 5158787"/>
              <a:gd name="connsiteY9285" fmla="*/ 3176123 h 4489084"/>
              <a:gd name="connsiteX9286" fmla="*/ 4357893 w 5158787"/>
              <a:gd name="connsiteY9286" fmla="*/ 3177425 h 4489084"/>
              <a:gd name="connsiteX9287" fmla="*/ 4348595 w 5158787"/>
              <a:gd name="connsiteY9287" fmla="*/ 3193475 h 4489084"/>
              <a:gd name="connsiteX9288" fmla="*/ 4347470 w 5158787"/>
              <a:gd name="connsiteY9288" fmla="*/ 3194127 h 4489084"/>
              <a:gd name="connsiteX9289" fmla="*/ 4328932 w 5158787"/>
              <a:gd name="connsiteY9289" fmla="*/ 3194127 h 4489084"/>
              <a:gd name="connsiteX9290" fmla="*/ 4327807 w 5158787"/>
              <a:gd name="connsiteY9290" fmla="*/ 3193475 h 4489084"/>
              <a:gd name="connsiteX9291" fmla="*/ 4318568 w 5158787"/>
              <a:gd name="connsiteY9291" fmla="*/ 3177425 h 4489084"/>
              <a:gd name="connsiteX9292" fmla="*/ 4318568 w 5158787"/>
              <a:gd name="connsiteY9292" fmla="*/ 3176123 h 4489084"/>
              <a:gd name="connsiteX9293" fmla="*/ 4327866 w 5158787"/>
              <a:gd name="connsiteY9293" fmla="*/ 3160072 h 4489084"/>
              <a:gd name="connsiteX9294" fmla="*/ 4328992 w 5158787"/>
              <a:gd name="connsiteY9294" fmla="*/ 3159421 h 4489084"/>
              <a:gd name="connsiteX9295" fmla="*/ 3314407 w 5158787"/>
              <a:gd name="connsiteY9295" fmla="*/ 3159184 h 4489084"/>
              <a:gd name="connsiteX9296" fmla="*/ 3333181 w 5158787"/>
              <a:gd name="connsiteY9296" fmla="*/ 3159184 h 4489084"/>
              <a:gd name="connsiteX9297" fmla="*/ 3334306 w 5158787"/>
              <a:gd name="connsiteY9297" fmla="*/ 3159836 h 4489084"/>
              <a:gd name="connsiteX9298" fmla="*/ 3343664 w 5158787"/>
              <a:gd name="connsiteY9298" fmla="*/ 3176063 h 4489084"/>
              <a:gd name="connsiteX9299" fmla="*/ 3343664 w 5158787"/>
              <a:gd name="connsiteY9299" fmla="*/ 3177366 h 4489084"/>
              <a:gd name="connsiteX9300" fmla="*/ 3334247 w 5158787"/>
              <a:gd name="connsiteY9300" fmla="*/ 3193594 h 4489084"/>
              <a:gd name="connsiteX9301" fmla="*/ 3333122 w 5158787"/>
              <a:gd name="connsiteY9301" fmla="*/ 3194246 h 4489084"/>
              <a:gd name="connsiteX9302" fmla="*/ 3314347 w 5158787"/>
              <a:gd name="connsiteY9302" fmla="*/ 3194246 h 4489084"/>
              <a:gd name="connsiteX9303" fmla="*/ 3313222 w 5158787"/>
              <a:gd name="connsiteY9303" fmla="*/ 3193594 h 4489084"/>
              <a:gd name="connsiteX9304" fmla="*/ 3303864 w 5158787"/>
              <a:gd name="connsiteY9304" fmla="*/ 3177366 h 4489084"/>
              <a:gd name="connsiteX9305" fmla="*/ 3303864 w 5158787"/>
              <a:gd name="connsiteY9305" fmla="*/ 3176063 h 4489084"/>
              <a:gd name="connsiteX9306" fmla="*/ 3313282 w 5158787"/>
              <a:gd name="connsiteY9306" fmla="*/ 3159836 h 4489084"/>
              <a:gd name="connsiteX9307" fmla="*/ 3314407 w 5158787"/>
              <a:gd name="connsiteY9307" fmla="*/ 3159184 h 4489084"/>
              <a:gd name="connsiteX9308" fmla="*/ 3246713 w 5158787"/>
              <a:gd name="connsiteY9308" fmla="*/ 3159125 h 4489084"/>
              <a:gd name="connsiteX9309" fmla="*/ 3265606 w 5158787"/>
              <a:gd name="connsiteY9309" fmla="*/ 3159125 h 4489084"/>
              <a:gd name="connsiteX9310" fmla="*/ 3266731 w 5158787"/>
              <a:gd name="connsiteY9310" fmla="*/ 3159776 h 4489084"/>
              <a:gd name="connsiteX9311" fmla="*/ 3276148 w 5158787"/>
              <a:gd name="connsiteY9311" fmla="*/ 3176123 h 4489084"/>
              <a:gd name="connsiteX9312" fmla="*/ 3276148 w 5158787"/>
              <a:gd name="connsiteY9312" fmla="*/ 3177485 h 4489084"/>
              <a:gd name="connsiteX9313" fmla="*/ 3266731 w 5158787"/>
              <a:gd name="connsiteY9313" fmla="*/ 3193831 h 4489084"/>
              <a:gd name="connsiteX9314" fmla="*/ 3265606 w 5158787"/>
              <a:gd name="connsiteY9314" fmla="*/ 3194482 h 4489084"/>
              <a:gd name="connsiteX9315" fmla="*/ 3246713 w 5158787"/>
              <a:gd name="connsiteY9315" fmla="*/ 3194482 h 4489084"/>
              <a:gd name="connsiteX9316" fmla="*/ 3245587 w 5158787"/>
              <a:gd name="connsiteY9316" fmla="*/ 3193831 h 4489084"/>
              <a:gd name="connsiteX9317" fmla="*/ 3236171 w 5158787"/>
              <a:gd name="connsiteY9317" fmla="*/ 3177485 h 4489084"/>
              <a:gd name="connsiteX9318" fmla="*/ 3236171 w 5158787"/>
              <a:gd name="connsiteY9318" fmla="*/ 3176123 h 4489084"/>
              <a:gd name="connsiteX9319" fmla="*/ 3245587 w 5158787"/>
              <a:gd name="connsiteY9319" fmla="*/ 3159776 h 4489084"/>
              <a:gd name="connsiteX9320" fmla="*/ 3246713 w 5158787"/>
              <a:gd name="connsiteY9320" fmla="*/ 3159125 h 4489084"/>
              <a:gd name="connsiteX9321" fmla="*/ 3111383 w 5158787"/>
              <a:gd name="connsiteY9321" fmla="*/ 3159007 h 4489084"/>
              <a:gd name="connsiteX9322" fmla="*/ 3130395 w 5158787"/>
              <a:gd name="connsiteY9322" fmla="*/ 3159007 h 4489084"/>
              <a:gd name="connsiteX9323" fmla="*/ 3131579 w 5158787"/>
              <a:gd name="connsiteY9323" fmla="*/ 3159658 h 4489084"/>
              <a:gd name="connsiteX9324" fmla="*/ 3141055 w 5158787"/>
              <a:gd name="connsiteY9324" fmla="*/ 3176123 h 4489084"/>
              <a:gd name="connsiteX9325" fmla="*/ 3141055 w 5158787"/>
              <a:gd name="connsiteY9325" fmla="*/ 3177485 h 4489084"/>
              <a:gd name="connsiteX9326" fmla="*/ 3131579 w 5158787"/>
              <a:gd name="connsiteY9326" fmla="*/ 3193950 h 4489084"/>
              <a:gd name="connsiteX9327" fmla="*/ 3130395 w 5158787"/>
              <a:gd name="connsiteY9327" fmla="*/ 3194601 h 4489084"/>
              <a:gd name="connsiteX9328" fmla="*/ 3111383 w 5158787"/>
              <a:gd name="connsiteY9328" fmla="*/ 3194601 h 4489084"/>
              <a:gd name="connsiteX9329" fmla="*/ 3110199 w 5158787"/>
              <a:gd name="connsiteY9329" fmla="*/ 3193950 h 4489084"/>
              <a:gd name="connsiteX9330" fmla="*/ 3100723 w 5158787"/>
              <a:gd name="connsiteY9330" fmla="*/ 3177485 h 4489084"/>
              <a:gd name="connsiteX9331" fmla="*/ 3100723 w 5158787"/>
              <a:gd name="connsiteY9331" fmla="*/ 3176123 h 4489084"/>
              <a:gd name="connsiteX9332" fmla="*/ 3110199 w 5158787"/>
              <a:gd name="connsiteY9332" fmla="*/ 3159658 h 4489084"/>
              <a:gd name="connsiteX9333" fmla="*/ 3111383 w 5158787"/>
              <a:gd name="connsiteY9333" fmla="*/ 3159007 h 4489084"/>
              <a:gd name="connsiteX9334" fmla="*/ 3381923 w 5158787"/>
              <a:gd name="connsiteY9334" fmla="*/ 3158888 h 4489084"/>
              <a:gd name="connsiteX9335" fmla="*/ 3400994 w 5158787"/>
              <a:gd name="connsiteY9335" fmla="*/ 3158888 h 4489084"/>
              <a:gd name="connsiteX9336" fmla="*/ 3402179 w 5158787"/>
              <a:gd name="connsiteY9336" fmla="*/ 3159540 h 4489084"/>
              <a:gd name="connsiteX9337" fmla="*/ 3411714 w 5158787"/>
              <a:gd name="connsiteY9337" fmla="*/ 3176063 h 4489084"/>
              <a:gd name="connsiteX9338" fmla="*/ 3411714 w 5158787"/>
              <a:gd name="connsiteY9338" fmla="*/ 3177425 h 4489084"/>
              <a:gd name="connsiteX9339" fmla="*/ 3402179 w 5158787"/>
              <a:gd name="connsiteY9339" fmla="*/ 3193950 h 4489084"/>
              <a:gd name="connsiteX9340" fmla="*/ 3400994 w 5158787"/>
              <a:gd name="connsiteY9340" fmla="*/ 3194601 h 4489084"/>
              <a:gd name="connsiteX9341" fmla="*/ 3381923 w 5158787"/>
              <a:gd name="connsiteY9341" fmla="*/ 3194601 h 4489084"/>
              <a:gd name="connsiteX9342" fmla="*/ 3380739 w 5158787"/>
              <a:gd name="connsiteY9342" fmla="*/ 3193950 h 4489084"/>
              <a:gd name="connsiteX9343" fmla="*/ 3371203 w 5158787"/>
              <a:gd name="connsiteY9343" fmla="*/ 3177425 h 4489084"/>
              <a:gd name="connsiteX9344" fmla="*/ 3371203 w 5158787"/>
              <a:gd name="connsiteY9344" fmla="*/ 3176063 h 4489084"/>
              <a:gd name="connsiteX9345" fmla="*/ 3380739 w 5158787"/>
              <a:gd name="connsiteY9345" fmla="*/ 3159540 h 4489084"/>
              <a:gd name="connsiteX9346" fmla="*/ 3381923 w 5158787"/>
              <a:gd name="connsiteY9346" fmla="*/ 3158888 h 4489084"/>
              <a:gd name="connsiteX9347" fmla="*/ 2232186 w 5158787"/>
              <a:gd name="connsiteY9347" fmla="*/ 3158888 h 4489084"/>
              <a:gd name="connsiteX9348" fmla="*/ 2251257 w 5158787"/>
              <a:gd name="connsiteY9348" fmla="*/ 3158888 h 4489084"/>
              <a:gd name="connsiteX9349" fmla="*/ 2252441 w 5158787"/>
              <a:gd name="connsiteY9349" fmla="*/ 3159540 h 4489084"/>
              <a:gd name="connsiteX9350" fmla="*/ 2261977 w 5158787"/>
              <a:gd name="connsiteY9350" fmla="*/ 3176063 h 4489084"/>
              <a:gd name="connsiteX9351" fmla="*/ 2261977 w 5158787"/>
              <a:gd name="connsiteY9351" fmla="*/ 3177425 h 4489084"/>
              <a:gd name="connsiteX9352" fmla="*/ 2252441 w 5158787"/>
              <a:gd name="connsiteY9352" fmla="*/ 3193950 h 4489084"/>
              <a:gd name="connsiteX9353" fmla="*/ 2251257 w 5158787"/>
              <a:gd name="connsiteY9353" fmla="*/ 3194601 h 4489084"/>
              <a:gd name="connsiteX9354" fmla="*/ 2232186 w 5158787"/>
              <a:gd name="connsiteY9354" fmla="*/ 3194601 h 4489084"/>
              <a:gd name="connsiteX9355" fmla="*/ 2231002 w 5158787"/>
              <a:gd name="connsiteY9355" fmla="*/ 3193950 h 4489084"/>
              <a:gd name="connsiteX9356" fmla="*/ 2221467 w 5158787"/>
              <a:gd name="connsiteY9356" fmla="*/ 3177425 h 4489084"/>
              <a:gd name="connsiteX9357" fmla="*/ 2221467 w 5158787"/>
              <a:gd name="connsiteY9357" fmla="*/ 3176063 h 4489084"/>
              <a:gd name="connsiteX9358" fmla="*/ 2231002 w 5158787"/>
              <a:gd name="connsiteY9358" fmla="*/ 3159540 h 4489084"/>
              <a:gd name="connsiteX9359" fmla="*/ 2232186 w 5158787"/>
              <a:gd name="connsiteY9359" fmla="*/ 3158888 h 4489084"/>
              <a:gd name="connsiteX9360" fmla="*/ 4463906 w 5158787"/>
              <a:gd name="connsiteY9360" fmla="*/ 3158711 h 4489084"/>
              <a:gd name="connsiteX9361" fmla="*/ 4483213 w 5158787"/>
              <a:gd name="connsiteY9361" fmla="*/ 3158711 h 4489084"/>
              <a:gd name="connsiteX9362" fmla="*/ 4484398 w 5158787"/>
              <a:gd name="connsiteY9362" fmla="*/ 3159422 h 4489084"/>
              <a:gd name="connsiteX9363" fmla="*/ 4494052 w 5158787"/>
              <a:gd name="connsiteY9363" fmla="*/ 3176182 h 4489084"/>
              <a:gd name="connsiteX9364" fmla="*/ 4494052 w 5158787"/>
              <a:gd name="connsiteY9364" fmla="*/ 3177545 h 4489084"/>
              <a:gd name="connsiteX9365" fmla="*/ 4484398 w 5158787"/>
              <a:gd name="connsiteY9365" fmla="*/ 3194305 h 4489084"/>
              <a:gd name="connsiteX9366" fmla="*/ 4483213 w 5158787"/>
              <a:gd name="connsiteY9366" fmla="*/ 3195016 h 4489084"/>
              <a:gd name="connsiteX9367" fmla="*/ 4463906 w 5158787"/>
              <a:gd name="connsiteY9367" fmla="*/ 3195016 h 4489084"/>
              <a:gd name="connsiteX9368" fmla="*/ 4462722 w 5158787"/>
              <a:gd name="connsiteY9368" fmla="*/ 3194305 h 4489084"/>
              <a:gd name="connsiteX9369" fmla="*/ 4453068 w 5158787"/>
              <a:gd name="connsiteY9369" fmla="*/ 3177545 h 4489084"/>
              <a:gd name="connsiteX9370" fmla="*/ 4453068 w 5158787"/>
              <a:gd name="connsiteY9370" fmla="*/ 3176182 h 4489084"/>
              <a:gd name="connsiteX9371" fmla="*/ 4462722 w 5158787"/>
              <a:gd name="connsiteY9371" fmla="*/ 3159422 h 4489084"/>
              <a:gd name="connsiteX9372" fmla="*/ 4463906 w 5158787"/>
              <a:gd name="connsiteY9372" fmla="*/ 3158711 h 4489084"/>
              <a:gd name="connsiteX9373" fmla="*/ 3043630 w 5158787"/>
              <a:gd name="connsiteY9373" fmla="*/ 3158711 h 4489084"/>
              <a:gd name="connsiteX9374" fmla="*/ 3062937 w 5158787"/>
              <a:gd name="connsiteY9374" fmla="*/ 3158711 h 4489084"/>
              <a:gd name="connsiteX9375" fmla="*/ 3064122 w 5158787"/>
              <a:gd name="connsiteY9375" fmla="*/ 3159422 h 4489084"/>
              <a:gd name="connsiteX9376" fmla="*/ 3073775 w 5158787"/>
              <a:gd name="connsiteY9376" fmla="*/ 3176182 h 4489084"/>
              <a:gd name="connsiteX9377" fmla="*/ 3073775 w 5158787"/>
              <a:gd name="connsiteY9377" fmla="*/ 3177545 h 4489084"/>
              <a:gd name="connsiteX9378" fmla="*/ 3064122 w 5158787"/>
              <a:gd name="connsiteY9378" fmla="*/ 3194305 h 4489084"/>
              <a:gd name="connsiteX9379" fmla="*/ 3062937 w 5158787"/>
              <a:gd name="connsiteY9379" fmla="*/ 3195016 h 4489084"/>
              <a:gd name="connsiteX9380" fmla="*/ 3043630 w 5158787"/>
              <a:gd name="connsiteY9380" fmla="*/ 3195016 h 4489084"/>
              <a:gd name="connsiteX9381" fmla="*/ 3042445 w 5158787"/>
              <a:gd name="connsiteY9381" fmla="*/ 3194305 h 4489084"/>
              <a:gd name="connsiteX9382" fmla="*/ 3032792 w 5158787"/>
              <a:gd name="connsiteY9382" fmla="*/ 3177545 h 4489084"/>
              <a:gd name="connsiteX9383" fmla="*/ 3032792 w 5158787"/>
              <a:gd name="connsiteY9383" fmla="*/ 3176182 h 4489084"/>
              <a:gd name="connsiteX9384" fmla="*/ 3042445 w 5158787"/>
              <a:gd name="connsiteY9384" fmla="*/ 3159422 h 4489084"/>
              <a:gd name="connsiteX9385" fmla="*/ 3043630 w 5158787"/>
              <a:gd name="connsiteY9385" fmla="*/ 3158711 h 4489084"/>
              <a:gd name="connsiteX9386" fmla="*/ 4531423 w 5158787"/>
              <a:gd name="connsiteY9386" fmla="*/ 3158592 h 4489084"/>
              <a:gd name="connsiteX9387" fmla="*/ 4550849 w 5158787"/>
              <a:gd name="connsiteY9387" fmla="*/ 3158592 h 4489084"/>
              <a:gd name="connsiteX9388" fmla="*/ 4552033 w 5158787"/>
              <a:gd name="connsiteY9388" fmla="*/ 3159303 h 4489084"/>
              <a:gd name="connsiteX9389" fmla="*/ 4561746 w 5158787"/>
              <a:gd name="connsiteY9389" fmla="*/ 3176123 h 4489084"/>
              <a:gd name="connsiteX9390" fmla="*/ 4561746 w 5158787"/>
              <a:gd name="connsiteY9390" fmla="*/ 3177485 h 4489084"/>
              <a:gd name="connsiteX9391" fmla="*/ 4552033 w 5158787"/>
              <a:gd name="connsiteY9391" fmla="*/ 3194305 h 4489084"/>
              <a:gd name="connsiteX9392" fmla="*/ 4550849 w 5158787"/>
              <a:gd name="connsiteY9392" fmla="*/ 3195016 h 4489084"/>
              <a:gd name="connsiteX9393" fmla="*/ 4531423 w 5158787"/>
              <a:gd name="connsiteY9393" fmla="*/ 3195016 h 4489084"/>
              <a:gd name="connsiteX9394" fmla="*/ 4530239 w 5158787"/>
              <a:gd name="connsiteY9394" fmla="*/ 3194305 h 4489084"/>
              <a:gd name="connsiteX9395" fmla="*/ 4520526 w 5158787"/>
              <a:gd name="connsiteY9395" fmla="*/ 3177485 h 4489084"/>
              <a:gd name="connsiteX9396" fmla="*/ 4520526 w 5158787"/>
              <a:gd name="connsiteY9396" fmla="*/ 3176123 h 4489084"/>
              <a:gd name="connsiteX9397" fmla="*/ 4530239 w 5158787"/>
              <a:gd name="connsiteY9397" fmla="*/ 3159303 h 4489084"/>
              <a:gd name="connsiteX9398" fmla="*/ 4531423 w 5158787"/>
              <a:gd name="connsiteY9398" fmla="*/ 3158592 h 4489084"/>
              <a:gd name="connsiteX9399" fmla="*/ 3178604 w 5158787"/>
              <a:gd name="connsiteY9399" fmla="*/ 3158059 h 4489084"/>
              <a:gd name="connsiteX9400" fmla="*/ 3198563 w 5158787"/>
              <a:gd name="connsiteY9400" fmla="*/ 3158059 h 4489084"/>
              <a:gd name="connsiteX9401" fmla="*/ 3199806 w 5158787"/>
              <a:gd name="connsiteY9401" fmla="*/ 3158770 h 4489084"/>
              <a:gd name="connsiteX9402" fmla="*/ 3209815 w 5158787"/>
              <a:gd name="connsiteY9402" fmla="*/ 3176063 h 4489084"/>
              <a:gd name="connsiteX9403" fmla="*/ 3209815 w 5158787"/>
              <a:gd name="connsiteY9403" fmla="*/ 3177485 h 4489084"/>
              <a:gd name="connsiteX9404" fmla="*/ 3199806 w 5158787"/>
              <a:gd name="connsiteY9404" fmla="*/ 3194778 h 4489084"/>
              <a:gd name="connsiteX9405" fmla="*/ 3198563 w 5158787"/>
              <a:gd name="connsiteY9405" fmla="*/ 3195489 h 4489084"/>
              <a:gd name="connsiteX9406" fmla="*/ 3178604 w 5158787"/>
              <a:gd name="connsiteY9406" fmla="*/ 3195489 h 4489084"/>
              <a:gd name="connsiteX9407" fmla="*/ 3177360 w 5158787"/>
              <a:gd name="connsiteY9407" fmla="*/ 3194778 h 4489084"/>
              <a:gd name="connsiteX9408" fmla="*/ 3167351 w 5158787"/>
              <a:gd name="connsiteY9408" fmla="*/ 3177485 h 4489084"/>
              <a:gd name="connsiteX9409" fmla="*/ 3167351 w 5158787"/>
              <a:gd name="connsiteY9409" fmla="*/ 3176063 h 4489084"/>
              <a:gd name="connsiteX9410" fmla="*/ 3177360 w 5158787"/>
              <a:gd name="connsiteY9410" fmla="*/ 3158770 h 4489084"/>
              <a:gd name="connsiteX9411" fmla="*/ 3178604 w 5158787"/>
              <a:gd name="connsiteY9411" fmla="*/ 3158059 h 4489084"/>
              <a:gd name="connsiteX9412" fmla="*/ 2975698 w 5158787"/>
              <a:gd name="connsiteY9412" fmla="*/ 3158059 h 4489084"/>
              <a:gd name="connsiteX9413" fmla="*/ 2995658 w 5158787"/>
              <a:gd name="connsiteY9413" fmla="*/ 3158059 h 4489084"/>
              <a:gd name="connsiteX9414" fmla="*/ 2996901 w 5158787"/>
              <a:gd name="connsiteY9414" fmla="*/ 3158770 h 4489084"/>
              <a:gd name="connsiteX9415" fmla="*/ 3006910 w 5158787"/>
              <a:gd name="connsiteY9415" fmla="*/ 3176063 h 4489084"/>
              <a:gd name="connsiteX9416" fmla="*/ 3006910 w 5158787"/>
              <a:gd name="connsiteY9416" fmla="*/ 3177485 h 4489084"/>
              <a:gd name="connsiteX9417" fmla="*/ 2996901 w 5158787"/>
              <a:gd name="connsiteY9417" fmla="*/ 3194778 h 4489084"/>
              <a:gd name="connsiteX9418" fmla="*/ 2995658 w 5158787"/>
              <a:gd name="connsiteY9418" fmla="*/ 3195489 h 4489084"/>
              <a:gd name="connsiteX9419" fmla="*/ 2975698 w 5158787"/>
              <a:gd name="connsiteY9419" fmla="*/ 3195489 h 4489084"/>
              <a:gd name="connsiteX9420" fmla="*/ 2974455 w 5158787"/>
              <a:gd name="connsiteY9420" fmla="*/ 3194778 h 4489084"/>
              <a:gd name="connsiteX9421" fmla="*/ 2964446 w 5158787"/>
              <a:gd name="connsiteY9421" fmla="*/ 3177485 h 4489084"/>
              <a:gd name="connsiteX9422" fmla="*/ 2964446 w 5158787"/>
              <a:gd name="connsiteY9422" fmla="*/ 3176063 h 4489084"/>
              <a:gd name="connsiteX9423" fmla="*/ 2974455 w 5158787"/>
              <a:gd name="connsiteY9423" fmla="*/ 3158770 h 4489084"/>
              <a:gd name="connsiteX9424" fmla="*/ 2975698 w 5158787"/>
              <a:gd name="connsiteY9424" fmla="*/ 3158059 h 4489084"/>
              <a:gd name="connsiteX9425" fmla="*/ 4666219 w 5158787"/>
              <a:gd name="connsiteY9425" fmla="*/ 3157645 h 4489084"/>
              <a:gd name="connsiteX9426" fmla="*/ 4686652 w 5158787"/>
              <a:gd name="connsiteY9426" fmla="*/ 3157645 h 4489084"/>
              <a:gd name="connsiteX9427" fmla="*/ 4687896 w 5158787"/>
              <a:gd name="connsiteY9427" fmla="*/ 3158356 h 4489084"/>
              <a:gd name="connsiteX9428" fmla="*/ 4698082 w 5158787"/>
              <a:gd name="connsiteY9428" fmla="*/ 3176064 h 4489084"/>
              <a:gd name="connsiteX9429" fmla="*/ 4698082 w 5158787"/>
              <a:gd name="connsiteY9429" fmla="*/ 3177485 h 4489084"/>
              <a:gd name="connsiteX9430" fmla="*/ 4687836 w 5158787"/>
              <a:gd name="connsiteY9430" fmla="*/ 3195194 h 4489084"/>
              <a:gd name="connsiteX9431" fmla="*/ 4686593 w 5158787"/>
              <a:gd name="connsiteY9431" fmla="*/ 3195904 h 4489084"/>
              <a:gd name="connsiteX9432" fmla="*/ 4666160 w 5158787"/>
              <a:gd name="connsiteY9432" fmla="*/ 3195904 h 4489084"/>
              <a:gd name="connsiteX9433" fmla="*/ 4664916 w 5158787"/>
              <a:gd name="connsiteY9433" fmla="*/ 3195194 h 4489084"/>
              <a:gd name="connsiteX9434" fmla="*/ 4654730 w 5158787"/>
              <a:gd name="connsiteY9434" fmla="*/ 3177485 h 4489084"/>
              <a:gd name="connsiteX9435" fmla="*/ 4654730 w 5158787"/>
              <a:gd name="connsiteY9435" fmla="*/ 3176064 h 4489084"/>
              <a:gd name="connsiteX9436" fmla="*/ 4664976 w 5158787"/>
              <a:gd name="connsiteY9436" fmla="*/ 3158356 h 4489084"/>
              <a:gd name="connsiteX9437" fmla="*/ 4666219 w 5158787"/>
              <a:gd name="connsiteY9437" fmla="*/ 3157645 h 4489084"/>
              <a:gd name="connsiteX9438" fmla="*/ 4598466 w 5158787"/>
              <a:gd name="connsiteY9438" fmla="*/ 3157467 h 4489084"/>
              <a:gd name="connsiteX9439" fmla="*/ 4619135 w 5158787"/>
              <a:gd name="connsiteY9439" fmla="*/ 3157467 h 4489084"/>
              <a:gd name="connsiteX9440" fmla="*/ 4620379 w 5158787"/>
              <a:gd name="connsiteY9440" fmla="*/ 3158178 h 4489084"/>
              <a:gd name="connsiteX9441" fmla="*/ 4630684 w 5158787"/>
              <a:gd name="connsiteY9441" fmla="*/ 3176064 h 4489084"/>
              <a:gd name="connsiteX9442" fmla="*/ 4630684 w 5158787"/>
              <a:gd name="connsiteY9442" fmla="*/ 3177544 h 4489084"/>
              <a:gd name="connsiteX9443" fmla="*/ 4620379 w 5158787"/>
              <a:gd name="connsiteY9443" fmla="*/ 3195430 h 4489084"/>
              <a:gd name="connsiteX9444" fmla="*/ 4619135 w 5158787"/>
              <a:gd name="connsiteY9444" fmla="*/ 3196141 h 4489084"/>
              <a:gd name="connsiteX9445" fmla="*/ 4598466 w 5158787"/>
              <a:gd name="connsiteY9445" fmla="*/ 3196141 h 4489084"/>
              <a:gd name="connsiteX9446" fmla="*/ 4597221 w 5158787"/>
              <a:gd name="connsiteY9446" fmla="*/ 3195430 h 4489084"/>
              <a:gd name="connsiteX9447" fmla="*/ 4586916 w 5158787"/>
              <a:gd name="connsiteY9447" fmla="*/ 3177544 h 4489084"/>
              <a:gd name="connsiteX9448" fmla="*/ 4586916 w 5158787"/>
              <a:gd name="connsiteY9448" fmla="*/ 3176064 h 4489084"/>
              <a:gd name="connsiteX9449" fmla="*/ 4597221 w 5158787"/>
              <a:gd name="connsiteY9449" fmla="*/ 3158178 h 4489084"/>
              <a:gd name="connsiteX9450" fmla="*/ 4598466 w 5158787"/>
              <a:gd name="connsiteY9450" fmla="*/ 3157467 h 4489084"/>
              <a:gd name="connsiteX9451" fmla="*/ 5004039 w 5158787"/>
              <a:gd name="connsiteY9451" fmla="*/ 3157052 h 4489084"/>
              <a:gd name="connsiteX9452" fmla="*/ 5025123 w 5158787"/>
              <a:gd name="connsiteY9452" fmla="*/ 3157052 h 4489084"/>
              <a:gd name="connsiteX9453" fmla="*/ 5026427 w 5158787"/>
              <a:gd name="connsiteY9453" fmla="*/ 3157822 h 4489084"/>
              <a:gd name="connsiteX9454" fmla="*/ 5036968 w 5158787"/>
              <a:gd name="connsiteY9454" fmla="*/ 3176063 h 4489084"/>
              <a:gd name="connsiteX9455" fmla="*/ 5036968 w 5158787"/>
              <a:gd name="connsiteY9455" fmla="*/ 3177544 h 4489084"/>
              <a:gd name="connsiteX9456" fmla="*/ 5026427 w 5158787"/>
              <a:gd name="connsiteY9456" fmla="*/ 3195785 h 4489084"/>
              <a:gd name="connsiteX9457" fmla="*/ 5025123 w 5158787"/>
              <a:gd name="connsiteY9457" fmla="*/ 3196555 h 4489084"/>
              <a:gd name="connsiteX9458" fmla="*/ 5004039 w 5158787"/>
              <a:gd name="connsiteY9458" fmla="*/ 3196555 h 4489084"/>
              <a:gd name="connsiteX9459" fmla="*/ 5002737 w 5158787"/>
              <a:gd name="connsiteY9459" fmla="*/ 3195785 h 4489084"/>
              <a:gd name="connsiteX9460" fmla="*/ 4992194 w 5158787"/>
              <a:gd name="connsiteY9460" fmla="*/ 3177544 h 4489084"/>
              <a:gd name="connsiteX9461" fmla="*/ 4992194 w 5158787"/>
              <a:gd name="connsiteY9461" fmla="*/ 3176063 h 4489084"/>
              <a:gd name="connsiteX9462" fmla="*/ 5002737 w 5158787"/>
              <a:gd name="connsiteY9462" fmla="*/ 3157822 h 4489084"/>
              <a:gd name="connsiteX9463" fmla="*/ 5004039 w 5158787"/>
              <a:gd name="connsiteY9463" fmla="*/ 3157052 h 4489084"/>
              <a:gd name="connsiteX9464" fmla="*/ 4936285 w 5158787"/>
              <a:gd name="connsiteY9464" fmla="*/ 3156815 h 4489084"/>
              <a:gd name="connsiteX9465" fmla="*/ 4957607 w 5158787"/>
              <a:gd name="connsiteY9465" fmla="*/ 3156815 h 4489084"/>
              <a:gd name="connsiteX9466" fmla="*/ 4958910 w 5158787"/>
              <a:gd name="connsiteY9466" fmla="*/ 3157585 h 4489084"/>
              <a:gd name="connsiteX9467" fmla="*/ 4969570 w 5158787"/>
              <a:gd name="connsiteY9467" fmla="*/ 3176063 h 4489084"/>
              <a:gd name="connsiteX9468" fmla="*/ 4969570 w 5158787"/>
              <a:gd name="connsiteY9468" fmla="*/ 3177544 h 4489084"/>
              <a:gd name="connsiteX9469" fmla="*/ 4958910 w 5158787"/>
              <a:gd name="connsiteY9469" fmla="*/ 3196022 h 4489084"/>
              <a:gd name="connsiteX9470" fmla="*/ 4957607 w 5158787"/>
              <a:gd name="connsiteY9470" fmla="*/ 3196792 h 4489084"/>
              <a:gd name="connsiteX9471" fmla="*/ 4936285 w 5158787"/>
              <a:gd name="connsiteY9471" fmla="*/ 3196792 h 4489084"/>
              <a:gd name="connsiteX9472" fmla="*/ 4934982 w 5158787"/>
              <a:gd name="connsiteY9472" fmla="*/ 3196022 h 4489084"/>
              <a:gd name="connsiteX9473" fmla="*/ 4924322 w 5158787"/>
              <a:gd name="connsiteY9473" fmla="*/ 3177544 h 4489084"/>
              <a:gd name="connsiteX9474" fmla="*/ 4924322 w 5158787"/>
              <a:gd name="connsiteY9474" fmla="*/ 3176063 h 4489084"/>
              <a:gd name="connsiteX9475" fmla="*/ 4934982 w 5158787"/>
              <a:gd name="connsiteY9475" fmla="*/ 3157585 h 4489084"/>
              <a:gd name="connsiteX9476" fmla="*/ 4936285 w 5158787"/>
              <a:gd name="connsiteY9476" fmla="*/ 3156815 h 4489084"/>
              <a:gd name="connsiteX9477" fmla="*/ 2907353 w 5158787"/>
              <a:gd name="connsiteY9477" fmla="*/ 3156815 h 4489084"/>
              <a:gd name="connsiteX9478" fmla="*/ 2928674 w 5158787"/>
              <a:gd name="connsiteY9478" fmla="*/ 3156815 h 4489084"/>
              <a:gd name="connsiteX9479" fmla="*/ 2929977 w 5158787"/>
              <a:gd name="connsiteY9479" fmla="*/ 3157585 h 4489084"/>
              <a:gd name="connsiteX9480" fmla="*/ 2940637 w 5158787"/>
              <a:gd name="connsiteY9480" fmla="*/ 3176063 h 4489084"/>
              <a:gd name="connsiteX9481" fmla="*/ 2940637 w 5158787"/>
              <a:gd name="connsiteY9481" fmla="*/ 3177544 h 4489084"/>
              <a:gd name="connsiteX9482" fmla="*/ 2929977 w 5158787"/>
              <a:gd name="connsiteY9482" fmla="*/ 3196022 h 4489084"/>
              <a:gd name="connsiteX9483" fmla="*/ 2928674 w 5158787"/>
              <a:gd name="connsiteY9483" fmla="*/ 3196792 h 4489084"/>
              <a:gd name="connsiteX9484" fmla="*/ 2907353 w 5158787"/>
              <a:gd name="connsiteY9484" fmla="*/ 3196792 h 4489084"/>
              <a:gd name="connsiteX9485" fmla="*/ 2906050 w 5158787"/>
              <a:gd name="connsiteY9485" fmla="*/ 3196022 h 4489084"/>
              <a:gd name="connsiteX9486" fmla="*/ 2895389 w 5158787"/>
              <a:gd name="connsiteY9486" fmla="*/ 3177544 h 4489084"/>
              <a:gd name="connsiteX9487" fmla="*/ 2895389 w 5158787"/>
              <a:gd name="connsiteY9487" fmla="*/ 3176063 h 4489084"/>
              <a:gd name="connsiteX9488" fmla="*/ 2906050 w 5158787"/>
              <a:gd name="connsiteY9488" fmla="*/ 3157585 h 4489084"/>
              <a:gd name="connsiteX9489" fmla="*/ 2907353 w 5158787"/>
              <a:gd name="connsiteY9489" fmla="*/ 3156815 h 4489084"/>
              <a:gd name="connsiteX9490" fmla="*/ 2839658 w 5158787"/>
              <a:gd name="connsiteY9490" fmla="*/ 3156697 h 4489084"/>
              <a:gd name="connsiteX9491" fmla="*/ 2861097 w 5158787"/>
              <a:gd name="connsiteY9491" fmla="*/ 3156697 h 4489084"/>
              <a:gd name="connsiteX9492" fmla="*/ 2862401 w 5158787"/>
              <a:gd name="connsiteY9492" fmla="*/ 3157467 h 4489084"/>
              <a:gd name="connsiteX9493" fmla="*/ 2873120 w 5158787"/>
              <a:gd name="connsiteY9493" fmla="*/ 3176004 h 4489084"/>
              <a:gd name="connsiteX9494" fmla="*/ 2873120 w 5158787"/>
              <a:gd name="connsiteY9494" fmla="*/ 3177544 h 4489084"/>
              <a:gd name="connsiteX9495" fmla="*/ 2862401 w 5158787"/>
              <a:gd name="connsiteY9495" fmla="*/ 3196082 h 4489084"/>
              <a:gd name="connsiteX9496" fmla="*/ 2861097 w 5158787"/>
              <a:gd name="connsiteY9496" fmla="*/ 3196852 h 4489084"/>
              <a:gd name="connsiteX9497" fmla="*/ 2839658 w 5158787"/>
              <a:gd name="connsiteY9497" fmla="*/ 3196852 h 4489084"/>
              <a:gd name="connsiteX9498" fmla="*/ 2838355 w 5158787"/>
              <a:gd name="connsiteY9498" fmla="*/ 3196082 h 4489084"/>
              <a:gd name="connsiteX9499" fmla="*/ 2827635 w 5158787"/>
              <a:gd name="connsiteY9499" fmla="*/ 3177544 h 4489084"/>
              <a:gd name="connsiteX9500" fmla="*/ 2827635 w 5158787"/>
              <a:gd name="connsiteY9500" fmla="*/ 3176004 h 4489084"/>
              <a:gd name="connsiteX9501" fmla="*/ 2838355 w 5158787"/>
              <a:gd name="connsiteY9501" fmla="*/ 3157467 h 4489084"/>
              <a:gd name="connsiteX9502" fmla="*/ 2839658 w 5158787"/>
              <a:gd name="connsiteY9502" fmla="*/ 3156697 h 4489084"/>
              <a:gd name="connsiteX9503" fmla="*/ 2772023 w 5158787"/>
              <a:gd name="connsiteY9503" fmla="*/ 3156638 h 4489084"/>
              <a:gd name="connsiteX9504" fmla="*/ 2793522 w 5158787"/>
              <a:gd name="connsiteY9504" fmla="*/ 3156638 h 4489084"/>
              <a:gd name="connsiteX9505" fmla="*/ 2794825 w 5158787"/>
              <a:gd name="connsiteY9505" fmla="*/ 3157408 h 4489084"/>
              <a:gd name="connsiteX9506" fmla="*/ 2805604 w 5158787"/>
              <a:gd name="connsiteY9506" fmla="*/ 3176064 h 4489084"/>
              <a:gd name="connsiteX9507" fmla="*/ 2805604 w 5158787"/>
              <a:gd name="connsiteY9507" fmla="*/ 3177604 h 4489084"/>
              <a:gd name="connsiteX9508" fmla="*/ 2794825 w 5158787"/>
              <a:gd name="connsiteY9508" fmla="*/ 3196260 h 4489084"/>
              <a:gd name="connsiteX9509" fmla="*/ 2793522 w 5158787"/>
              <a:gd name="connsiteY9509" fmla="*/ 3197030 h 4489084"/>
              <a:gd name="connsiteX9510" fmla="*/ 2772023 w 5158787"/>
              <a:gd name="connsiteY9510" fmla="*/ 3197030 h 4489084"/>
              <a:gd name="connsiteX9511" fmla="*/ 2770720 w 5158787"/>
              <a:gd name="connsiteY9511" fmla="*/ 3196260 h 4489084"/>
              <a:gd name="connsiteX9512" fmla="*/ 2759941 w 5158787"/>
              <a:gd name="connsiteY9512" fmla="*/ 3177604 h 4489084"/>
              <a:gd name="connsiteX9513" fmla="*/ 2759941 w 5158787"/>
              <a:gd name="connsiteY9513" fmla="*/ 3176064 h 4489084"/>
              <a:gd name="connsiteX9514" fmla="*/ 2770720 w 5158787"/>
              <a:gd name="connsiteY9514" fmla="*/ 3157408 h 4489084"/>
              <a:gd name="connsiteX9515" fmla="*/ 2772023 w 5158787"/>
              <a:gd name="connsiteY9515" fmla="*/ 3156638 h 4489084"/>
              <a:gd name="connsiteX9516" fmla="*/ 2704329 w 5158787"/>
              <a:gd name="connsiteY9516" fmla="*/ 3156519 h 4489084"/>
              <a:gd name="connsiteX9517" fmla="*/ 2725946 w 5158787"/>
              <a:gd name="connsiteY9517" fmla="*/ 3156519 h 4489084"/>
              <a:gd name="connsiteX9518" fmla="*/ 2727250 w 5158787"/>
              <a:gd name="connsiteY9518" fmla="*/ 3157289 h 4489084"/>
              <a:gd name="connsiteX9519" fmla="*/ 2738087 w 5158787"/>
              <a:gd name="connsiteY9519" fmla="*/ 3176004 h 4489084"/>
              <a:gd name="connsiteX9520" fmla="*/ 2738087 w 5158787"/>
              <a:gd name="connsiteY9520" fmla="*/ 3177544 h 4489084"/>
              <a:gd name="connsiteX9521" fmla="*/ 2727250 w 5158787"/>
              <a:gd name="connsiteY9521" fmla="*/ 3196259 h 4489084"/>
              <a:gd name="connsiteX9522" fmla="*/ 2725946 w 5158787"/>
              <a:gd name="connsiteY9522" fmla="*/ 3197029 h 4489084"/>
              <a:gd name="connsiteX9523" fmla="*/ 2704329 w 5158787"/>
              <a:gd name="connsiteY9523" fmla="*/ 3197029 h 4489084"/>
              <a:gd name="connsiteX9524" fmla="*/ 2703026 w 5158787"/>
              <a:gd name="connsiteY9524" fmla="*/ 3196259 h 4489084"/>
              <a:gd name="connsiteX9525" fmla="*/ 2692188 w 5158787"/>
              <a:gd name="connsiteY9525" fmla="*/ 3177544 h 4489084"/>
              <a:gd name="connsiteX9526" fmla="*/ 2692188 w 5158787"/>
              <a:gd name="connsiteY9526" fmla="*/ 3176004 h 4489084"/>
              <a:gd name="connsiteX9527" fmla="*/ 2703026 w 5158787"/>
              <a:gd name="connsiteY9527" fmla="*/ 3157289 h 4489084"/>
              <a:gd name="connsiteX9528" fmla="*/ 2704329 w 5158787"/>
              <a:gd name="connsiteY9528" fmla="*/ 3156519 h 4489084"/>
              <a:gd name="connsiteX9529" fmla="*/ 4800779 w 5158787"/>
              <a:gd name="connsiteY9529" fmla="*/ 3156282 h 4489084"/>
              <a:gd name="connsiteX9530" fmla="*/ 4822633 w 5158787"/>
              <a:gd name="connsiteY9530" fmla="*/ 3156282 h 4489084"/>
              <a:gd name="connsiteX9531" fmla="*/ 4823995 w 5158787"/>
              <a:gd name="connsiteY9531" fmla="*/ 3157052 h 4489084"/>
              <a:gd name="connsiteX9532" fmla="*/ 4834893 w 5158787"/>
              <a:gd name="connsiteY9532" fmla="*/ 3176004 h 4489084"/>
              <a:gd name="connsiteX9533" fmla="*/ 4834893 w 5158787"/>
              <a:gd name="connsiteY9533" fmla="*/ 3177544 h 4489084"/>
              <a:gd name="connsiteX9534" fmla="*/ 4823936 w 5158787"/>
              <a:gd name="connsiteY9534" fmla="*/ 3196496 h 4489084"/>
              <a:gd name="connsiteX9535" fmla="*/ 4822574 w 5158787"/>
              <a:gd name="connsiteY9535" fmla="*/ 3197266 h 4489084"/>
              <a:gd name="connsiteX9536" fmla="*/ 4800720 w 5158787"/>
              <a:gd name="connsiteY9536" fmla="*/ 3197266 h 4489084"/>
              <a:gd name="connsiteX9537" fmla="*/ 4799358 w 5158787"/>
              <a:gd name="connsiteY9537" fmla="*/ 3196496 h 4489084"/>
              <a:gd name="connsiteX9538" fmla="*/ 4788460 w 5158787"/>
              <a:gd name="connsiteY9538" fmla="*/ 3177544 h 4489084"/>
              <a:gd name="connsiteX9539" fmla="*/ 4788460 w 5158787"/>
              <a:gd name="connsiteY9539" fmla="*/ 3176004 h 4489084"/>
              <a:gd name="connsiteX9540" fmla="*/ 4799417 w 5158787"/>
              <a:gd name="connsiteY9540" fmla="*/ 3157052 h 4489084"/>
              <a:gd name="connsiteX9541" fmla="*/ 4800779 w 5158787"/>
              <a:gd name="connsiteY9541" fmla="*/ 3156282 h 4489084"/>
              <a:gd name="connsiteX9542" fmla="*/ 4733144 w 5158787"/>
              <a:gd name="connsiteY9542" fmla="*/ 3156282 h 4489084"/>
              <a:gd name="connsiteX9543" fmla="*/ 4754998 w 5158787"/>
              <a:gd name="connsiteY9543" fmla="*/ 3156282 h 4489084"/>
              <a:gd name="connsiteX9544" fmla="*/ 4756360 w 5158787"/>
              <a:gd name="connsiteY9544" fmla="*/ 3157052 h 4489084"/>
              <a:gd name="connsiteX9545" fmla="*/ 4767258 w 5158787"/>
              <a:gd name="connsiteY9545" fmla="*/ 3176004 h 4489084"/>
              <a:gd name="connsiteX9546" fmla="*/ 4767258 w 5158787"/>
              <a:gd name="connsiteY9546" fmla="*/ 3177544 h 4489084"/>
              <a:gd name="connsiteX9547" fmla="*/ 4756301 w 5158787"/>
              <a:gd name="connsiteY9547" fmla="*/ 3196496 h 4489084"/>
              <a:gd name="connsiteX9548" fmla="*/ 4754938 w 5158787"/>
              <a:gd name="connsiteY9548" fmla="*/ 3197266 h 4489084"/>
              <a:gd name="connsiteX9549" fmla="*/ 4733085 w 5158787"/>
              <a:gd name="connsiteY9549" fmla="*/ 3197266 h 4489084"/>
              <a:gd name="connsiteX9550" fmla="*/ 4731723 w 5158787"/>
              <a:gd name="connsiteY9550" fmla="*/ 3196496 h 4489084"/>
              <a:gd name="connsiteX9551" fmla="*/ 4720825 w 5158787"/>
              <a:gd name="connsiteY9551" fmla="*/ 3177544 h 4489084"/>
              <a:gd name="connsiteX9552" fmla="*/ 4720825 w 5158787"/>
              <a:gd name="connsiteY9552" fmla="*/ 3176004 h 4489084"/>
              <a:gd name="connsiteX9553" fmla="*/ 4731782 w 5158787"/>
              <a:gd name="connsiteY9553" fmla="*/ 3157052 h 4489084"/>
              <a:gd name="connsiteX9554" fmla="*/ 4733144 w 5158787"/>
              <a:gd name="connsiteY9554" fmla="*/ 3156282 h 4489084"/>
              <a:gd name="connsiteX9555" fmla="*/ 2433374 w 5158787"/>
              <a:gd name="connsiteY9555" fmla="*/ 3155690 h 4489084"/>
              <a:gd name="connsiteX9556" fmla="*/ 2455880 w 5158787"/>
              <a:gd name="connsiteY9556" fmla="*/ 3155690 h 4489084"/>
              <a:gd name="connsiteX9557" fmla="*/ 2457242 w 5158787"/>
              <a:gd name="connsiteY9557" fmla="*/ 3156460 h 4489084"/>
              <a:gd name="connsiteX9558" fmla="*/ 2468495 w 5158787"/>
              <a:gd name="connsiteY9558" fmla="*/ 3175945 h 4489084"/>
              <a:gd name="connsiteX9559" fmla="*/ 2468495 w 5158787"/>
              <a:gd name="connsiteY9559" fmla="*/ 3177544 h 4489084"/>
              <a:gd name="connsiteX9560" fmla="*/ 2457242 w 5158787"/>
              <a:gd name="connsiteY9560" fmla="*/ 3197029 h 4489084"/>
              <a:gd name="connsiteX9561" fmla="*/ 2455880 w 5158787"/>
              <a:gd name="connsiteY9561" fmla="*/ 3197799 h 4489084"/>
              <a:gd name="connsiteX9562" fmla="*/ 2433374 w 5158787"/>
              <a:gd name="connsiteY9562" fmla="*/ 3197799 h 4489084"/>
              <a:gd name="connsiteX9563" fmla="*/ 2432012 w 5158787"/>
              <a:gd name="connsiteY9563" fmla="*/ 3197029 h 4489084"/>
              <a:gd name="connsiteX9564" fmla="*/ 2420759 w 5158787"/>
              <a:gd name="connsiteY9564" fmla="*/ 3177544 h 4489084"/>
              <a:gd name="connsiteX9565" fmla="*/ 2420759 w 5158787"/>
              <a:gd name="connsiteY9565" fmla="*/ 3175945 h 4489084"/>
              <a:gd name="connsiteX9566" fmla="*/ 2432012 w 5158787"/>
              <a:gd name="connsiteY9566" fmla="*/ 3156460 h 4489084"/>
              <a:gd name="connsiteX9567" fmla="*/ 2433374 w 5158787"/>
              <a:gd name="connsiteY9567" fmla="*/ 3155690 h 4489084"/>
              <a:gd name="connsiteX9568" fmla="*/ 4867940 w 5158787"/>
              <a:gd name="connsiteY9568" fmla="*/ 3155453 h 4489084"/>
              <a:gd name="connsiteX9569" fmla="*/ 4890682 w 5158787"/>
              <a:gd name="connsiteY9569" fmla="*/ 3155453 h 4489084"/>
              <a:gd name="connsiteX9570" fmla="*/ 4892044 w 5158787"/>
              <a:gd name="connsiteY9570" fmla="*/ 3156282 h 4489084"/>
              <a:gd name="connsiteX9571" fmla="*/ 4903416 w 5158787"/>
              <a:gd name="connsiteY9571" fmla="*/ 3176004 h 4489084"/>
              <a:gd name="connsiteX9572" fmla="*/ 4903416 w 5158787"/>
              <a:gd name="connsiteY9572" fmla="*/ 3177603 h 4489084"/>
              <a:gd name="connsiteX9573" fmla="*/ 4892044 w 5158787"/>
              <a:gd name="connsiteY9573" fmla="*/ 3197325 h 4489084"/>
              <a:gd name="connsiteX9574" fmla="*/ 4890682 w 5158787"/>
              <a:gd name="connsiteY9574" fmla="*/ 3198154 h 4489084"/>
              <a:gd name="connsiteX9575" fmla="*/ 4867940 w 5158787"/>
              <a:gd name="connsiteY9575" fmla="*/ 3198154 h 4489084"/>
              <a:gd name="connsiteX9576" fmla="*/ 4866578 w 5158787"/>
              <a:gd name="connsiteY9576" fmla="*/ 3197325 h 4489084"/>
              <a:gd name="connsiteX9577" fmla="*/ 4855206 w 5158787"/>
              <a:gd name="connsiteY9577" fmla="*/ 3177603 h 4489084"/>
              <a:gd name="connsiteX9578" fmla="*/ 4855206 w 5158787"/>
              <a:gd name="connsiteY9578" fmla="*/ 3176004 h 4489084"/>
              <a:gd name="connsiteX9579" fmla="*/ 4866578 w 5158787"/>
              <a:gd name="connsiteY9579" fmla="*/ 3156282 h 4489084"/>
              <a:gd name="connsiteX9580" fmla="*/ 4867940 w 5158787"/>
              <a:gd name="connsiteY9580" fmla="*/ 3155453 h 4489084"/>
              <a:gd name="connsiteX9581" fmla="*/ 2636043 w 5158787"/>
              <a:gd name="connsiteY9581" fmla="*/ 3155394 h 4489084"/>
              <a:gd name="connsiteX9582" fmla="*/ 2658904 w 5158787"/>
              <a:gd name="connsiteY9582" fmla="*/ 3155394 h 4489084"/>
              <a:gd name="connsiteX9583" fmla="*/ 2660325 w 5158787"/>
              <a:gd name="connsiteY9583" fmla="*/ 3156223 h 4489084"/>
              <a:gd name="connsiteX9584" fmla="*/ 2671756 w 5158787"/>
              <a:gd name="connsiteY9584" fmla="*/ 3176004 h 4489084"/>
              <a:gd name="connsiteX9585" fmla="*/ 2671756 w 5158787"/>
              <a:gd name="connsiteY9585" fmla="*/ 3177603 h 4489084"/>
              <a:gd name="connsiteX9586" fmla="*/ 2660325 w 5158787"/>
              <a:gd name="connsiteY9586" fmla="*/ 3197384 h 4489084"/>
              <a:gd name="connsiteX9587" fmla="*/ 2658904 w 5158787"/>
              <a:gd name="connsiteY9587" fmla="*/ 3198214 h 4489084"/>
              <a:gd name="connsiteX9588" fmla="*/ 2636043 w 5158787"/>
              <a:gd name="connsiteY9588" fmla="*/ 3198214 h 4489084"/>
              <a:gd name="connsiteX9589" fmla="*/ 2634621 w 5158787"/>
              <a:gd name="connsiteY9589" fmla="*/ 3197384 h 4489084"/>
              <a:gd name="connsiteX9590" fmla="*/ 2623191 w 5158787"/>
              <a:gd name="connsiteY9590" fmla="*/ 3177603 h 4489084"/>
              <a:gd name="connsiteX9591" fmla="*/ 2623191 w 5158787"/>
              <a:gd name="connsiteY9591" fmla="*/ 3176004 h 4489084"/>
              <a:gd name="connsiteX9592" fmla="*/ 2634621 w 5158787"/>
              <a:gd name="connsiteY9592" fmla="*/ 3156223 h 4489084"/>
              <a:gd name="connsiteX9593" fmla="*/ 2636043 w 5158787"/>
              <a:gd name="connsiteY9593" fmla="*/ 3155394 h 4489084"/>
              <a:gd name="connsiteX9594" fmla="*/ 2297808 w 5158787"/>
              <a:gd name="connsiteY9594" fmla="*/ 3155157 h 4489084"/>
              <a:gd name="connsiteX9595" fmla="*/ 2320906 w 5158787"/>
              <a:gd name="connsiteY9595" fmla="*/ 3155157 h 4489084"/>
              <a:gd name="connsiteX9596" fmla="*/ 2322328 w 5158787"/>
              <a:gd name="connsiteY9596" fmla="*/ 3155986 h 4489084"/>
              <a:gd name="connsiteX9597" fmla="*/ 2333876 w 5158787"/>
              <a:gd name="connsiteY9597" fmla="*/ 3175945 h 4489084"/>
              <a:gd name="connsiteX9598" fmla="*/ 2333876 w 5158787"/>
              <a:gd name="connsiteY9598" fmla="*/ 3177604 h 4489084"/>
              <a:gd name="connsiteX9599" fmla="*/ 2322328 w 5158787"/>
              <a:gd name="connsiteY9599" fmla="*/ 3197562 h 4489084"/>
              <a:gd name="connsiteX9600" fmla="*/ 2320906 w 5158787"/>
              <a:gd name="connsiteY9600" fmla="*/ 3198392 h 4489084"/>
              <a:gd name="connsiteX9601" fmla="*/ 2297808 w 5158787"/>
              <a:gd name="connsiteY9601" fmla="*/ 3198392 h 4489084"/>
              <a:gd name="connsiteX9602" fmla="*/ 2296387 w 5158787"/>
              <a:gd name="connsiteY9602" fmla="*/ 3197562 h 4489084"/>
              <a:gd name="connsiteX9603" fmla="*/ 2284838 w 5158787"/>
              <a:gd name="connsiteY9603" fmla="*/ 3177604 h 4489084"/>
              <a:gd name="connsiteX9604" fmla="*/ 2284838 w 5158787"/>
              <a:gd name="connsiteY9604" fmla="*/ 3175945 h 4489084"/>
              <a:gd name="connsiteX9605" fmla="*/ 2296387 w 5158787"/>
              <a:gd name="connsiteY9605" fmla="*/ 3155986 h 4489084"/>
              <a:gd name="connsiteX9606" fmla="*/ 2297808 w 5158787"/>
              <a:gd name="connsiteY9606" fmla="*/ 3155157 h 4489084"/>
              <a:gd name="connsiteX9607" fmla="*/ 2365265 w 5158787"/>
              <a:gd name="connsiteY9607" fmla="*/ 3154861 h 4489084"/>
              <a:gd name="connsiteX9608" fmla="*/ 2388659 w 5158787"/>
              <a:gd name="connsiteY9608" fmla="*/ 3154861 h 4489084"/>
              <a:gd name="connsiteX9609" fmla="*/ 2390081 w 5158787"/>
              <a:gd name="connsiteY9609" fmla="*/ 3155690 h 4489084"/>
              <a:gd name="connsiteX9610" fmla="*/ 2401748 w 5158787"/>
              <a:gd name="connsiteY9610" fmla="*/ 3175945 h 4489084"/>
              <a:gd name="connsiteX9611" fmla="*/ 2401748 w 5158787"/>
              <a:gd name="connsiteY9611" fmla="*/ 3177604 h 4489084"/>
              <a:gd name="connsiteX9612" fmla="*/ 2390021 w 5158787"/>
              <a:gd name="connsiteY9612" fmla="*/ 3197858 h 4489084"/>
              <a:gd name="connsiteX9613" fmla="*/ 2388600 w 5158787"/>
              <a:gd name="connsiteY9613" fmla="*/ 3198688 h 4489084"/>
              <a:gd name="connsiteX9614" fmla="*/ 2365206 w 5158787"/>
              <a:gd name="connsiteY9614" fmla="*/ 3198688 h 4489084"/>
              <a:gd name="connsiteX9615" fmla="*/ 2363785 w 5158787"/>
              <a:gd name="connsiteY9615" fmla="*/ 3197858 h 4489084"/>
              <a:gd name="connsiteX9616" fmla="*/ 2352117 w 5158787"/>
              <a:gd name="connsiteY9616" fmla="*/ 3177604 h 4489084"/>
              <a:gd name="connsiteX9617" fmla="*/ 2352117 w 5158787"/>
              <a:gd name="connsiteY9617" fmla="*/ 3175945 h 4489084"/>
              <a:gd name="connsiteX9618" fmla="*/ 2363843 w 5158787"/>
              <a:gd name="connsiteY9618" fmla="*/ 3155690 h 4489084"/>
              <a:gd name="connsiteX9619" fmla="*/ 2365265 w 5158787"/>
              <a:gd name="connsiteY9619" fmla="*/ 3154861 h 4489084"/>
              <a:gd name="connsiteX9620" fmla="*/ 2500299 w 5158787"/>
              <a:gd name="connsiteY9620" fmla="*/ 3154446 h 4489084"/>
              <a:gd name="connsiteX9621" fmla="*/ 2524166 w 5158787"/>
              <a:gd name="connsiteY9621" fmla="*/ 3154446 h 4489084"/>
              <a:gd name="connsiteX9622" fmla="*/ 2525647 w 5158787"/>
              <a:gd name="connsiteY9622" fmla="*/ 3155275 h 4489084"/>
              <a:gd name="connsiteX9623" fmla="*/ 2537551 w 5158787"/>
              <a:gd name="connsiteY9623" fmla="*/ 3175945 h 4489084"/>
              <a:gd name="connsiteX9624" fmla="*/ 2537551 w 5158787"/>
              <a:gd name="connsiteY9624" fmla="*/ 3177603 h 4489084"/>
              <a:gd name="connsiteX9625" fmla="*/ 2525647 w 5158787"/>
              <a:gd name="connsiteY9625" fmla="*/ 3198273 h 4489084"/>
              <a:gd name="connsiteX9626" fmla="*/ 2524166 w 5158787"/>
              <a:gd name="connsiteY9626" fmla="*/ 3199102 h 4489084"/>
              <a:gd name="connsiteX9627" fmla="*/ 2500299 w 5158787"/>
              <a:gd name="connsiteY9627" fmla="*/ 3199102 h 4489084"/>
              <a:gd name="connsiteX9628" fmla="*/ 2498818 w 5158787"/>
              <a:gd name="connsiteY9628" fmla="*/ 3198273 h 4489084"/>
              <a:gd name="connsiteX9629" fmla="*/ 2486914 w 5158787"/>
              <a:gd name="connsiteY9629" fmla="*/ 3177603 h 4489084"/>
              <a:gd name="connsiteX9630" fmla="*/ 2486914 w 5158787"/>
              <a:gd name="connsiteY9630" fmla="*/ 3175945 h 4489084"/>
              <a:gd name="connsiteX9631" fmla="*/ 2498818 w 5158787"/>
              <a:gd name="connsiteY9631" fmla="*/ 3155275 h 4489084"/>
              <a:gd name="connsiteX9632" fmla="*/ 2500299 w 5158787"/>
              <a:gd name="connsiteY9632" fmla="*/ 3154446 h 4489084"/>
              <a:gd name="connsiteX9633" fmla="*/ 2567638 w 5158787"/>
              <a:gd name="connsiteY9633" fmla="*/ 3153913 h 4489084"/>
              <a:gd name="connsiteX9634" fmla="*/ 2592039 w 5158787"/>
              <a:gd name="connsiteY9634" fmla="*/ 3153913 h 4489084"/>
              <a:gd name="connsiteX9635" fmla="*/ 2593519 w 5158787"/>
              <a:gd name="connsiteY9635" fmla="*/ 3154801 h 4489084"/>
              <a:gd name="connsiteX9636" fmla="*/ 2605720 w 5158787"/>
              <a:gd name="connsiteY9636" fmla="*/ 3175945 h 4489084"/>
              <a:gd name="connsiteX9637" fmla="*/ 2605720 w 5158787"/>
              <a:gd name="connsiteY9637" fmla="*/ 3177662 h 4489084"/>
              <a:gd name="connsiteX9638" fmla="*/ 2593519 w 5158787"/>
              <a:gd name="connsiteY9638" fmla="*/ 3198805 h 4489084"/>
              <a:gd name="connsiteX9639" fmla="*/ 2592039 w 5158787"/>
              <a:gd name="connsiteY9639" fmla="*/ 3199694 h 4489084"/>
              <a:gd name="connsiteX9640" fmla="*/ 2567638 w 5158787"/>
              <a:gd name="connsiteY9640" fmla="*/ 3199694 h 4489084"/>
              <a:gd name="connsiteX9641" fmla="*/ 2566157 w 5158787"/>
              <a:gd name="connsiteY9641" fmla="*/ 3198805 h 4489084"/>
              <a:gd name="connsiteX9642" fmla="*/ 2553957 w 5158787"/>
              <a:gd name="connsiteY9642" fmla="*/ 3177662 h 4489084"/>
              <a:gd name="connsiteX9643" fmla="*/ 2553957 w 5158787"/>
              <a:gd name="connsiteY9643" fmla="*/ 3175945 h 4489084"/>
              <a:gd name="connsiteX9644" fmla="*/ 2566157 w 5158787"/>
              <a:gd name="connsiteY9644" fmla="*/ 3154801 h 4489084"/>
              <a:gd name="connsiteX9645" fmla="*/ 2567638 w 5158787"/>
              <a:gd name="connsiteY9645" fmla="*/ 3153913 h 4489084"/>
              <a:gd name="connsiteX9646" fmla="*/ 3857205 w 5158787"/>
              <a:gd name="connsiteY9646" fmla="*/ 3103809 h 4489084"/>
              <a:gd name="connsiteX9647" fmla="*/ 3872544 w 5158787"/>
              <a:gd name="connsiteY9647" fmla="*/ 3103809 h 4489084"/>
              <a:gd name="connsiteX9648" fmla="*/ 3873492 w 5158787"/>
              <a:gd name="connsiteY9648" fmla="*/ 3104342 h 4489084"/>
              <a:gd name="connsiteX9649" fmla="*/ 3881132 w 5158787"/>
              <a:gd name="connsiteY9649" fmla="*/ 3117609 h 4489084"/>
              <a:gd name="connsiteX9650" fmla="*/ 3881132 w 5158787"/>
              <a:gd name="connsiteY9650" fmla="*/ 3118675 h 4489084"/>
              <a:gd name="connsiteX9651" fmla="*/ 3873433 w 5158787"/>
              <a:gd name="connsiteY9651" fmla="*/ 3131941 h 4489084"/>
              <a:gd name="connsiteX9652" fmla="*/ 3872485 w 5158787"/>
              <a:gd name="connsiteY9652" fmla="*/ 3132474 h 4489084"/>
              <a:gd name="connsiteX9653" fmla="*/ 3857146 w 5158787"/>
              <a:gd name="connsiteY9653" fmla="*/ 3132474 h 4489084"/>
              <a:gd name="connsiteX9654" fmla="*/ 3856198 w 5158787"/>
              <a:gd name="connsiteY9654" fmla="*/ 3131941 h 4489084"/>
              <a:gd name="connsiteX9655" fmla="*/ 3848558 w 5158787"/>
              <a:gd name="connsiteY9655" fmla="*/ 3118675 h 4489084"/>
              <a:gd name="connsiteX9656" fmla="*/ 3848558 w 5158787"/>
              <a:gd name="connsiteY9656" fmla="*/ 3117609 h 4489084"/>
              <a:gd name="connsiteX9657" fmla="*/ 3856257 w 5158787"/>
              <a:gd name="connsiteY9657" fmla="*/ 3104342 h 4489084"/>
              <a:gd name="connsiteX9658" fmla="*/ 3857205 w 5158787"/>
              <a:gd name="connsiteY9658" fmla="*/ 3103809 h 4489084"/>
              <a:gd name="connsiteX9659" fmla="*/ 4195261 w 5158787"/>
              <a:gd name="connsiteY9659" fmla="*/ 3103690 h 4489084"/>
              <a:gd name="connsiteX9660" fmla="*/ 4210719 w 5158787"/>
              <a:gd name="connsiteY9660" fmla="*/ 3103690 h 4489084"/>
              <a:gd name="connsiteX9661" fmla="*/ 4211667 w 5158787"/>
              <a:gd name="connsiteY9661" fmla="*/ 3104223 h 4489084"/>
              <a:gd name="connsiteX9662" fmla="*/ 4219366 w 5158787"/>
              <a:gd name="connsiteY9662" fmla="*/ 3117608 h 4489084"/>
              <a:gd name="connsiteX9663" fmla="*/ 4219366 w 5158787"/>
              <a:gd name="connsiteY9663" fmla="*/ 3118674 h 4489084"/>
              <a:gd name="connsiteX9664" fmla="*/ 4211607 w 5158787"/>
              <a:gd name="connsiteY9664" fmla="*/ 3132059 h 4489084"/>
              <a:gd name="connsiteX9665" fmla="*/ 4210660 w 5158787"/>
              <a:gd name="connsiteY9665" fmla="*/ 3132592 h 4489084"/>
              <a:gd name="connsiteX9666" fmla="*/ 4195202 w 5158787"/>
              <a:gd name="connsiteY9666" fmla="*/ 3132592 h 4489084"/>
              <a:gd name="connsiteX9667" fmla="*/ 4194255 w 5158787"/>
              <a:gd name="connsiteY9667" fmla="*/ 3132059 h 4489084"/>
              <a:gd name="connsiteX9668" fmla="*/ 4186555 w 5158787"/>
              <a:gd name="connsiteY9668" fmla="*/ 3118674 h 4489084"/>
              <a:gd name="connsiteX9669" fmla="*/ 4186555 w 5158787"/>
              <a:gd name="connsiteY9669" fmla="*/ 3117608 h 4489084"/>
              <a:gd name="connsiteX9670" fmla="*/ 4194314 w 5158787"/>
              <a:gd name="connsiteY9670" fmla="*/ 3104223 h 4489084"/>
              <a:gd name="connsiteX9671" fmla="*/ 4195261 w 5158787"/>
              <a:gd name="connsiteY9671" fmla="*/ 3103690 h 4489084"/>
              <a:gd name="connsiteX9672" fmla="*/ 4059991 w 5158787"/>
              <a:gd name="connsiteY9672" fmla="*/ 3103690 h 4489084"/>
              <a:gd name="connsiteX9673" fmla="*/ 4075449 w 5158787"/>
              <a:gd name="connsiteY9673" fmla="*/ 3103690 h 4489084"/>
              <a:gd name="connsiteX9674" fmla="*/ 4076397 w 5158787"/>
              <a:gd name="connsiteY9674" fmla="*/ 3104223 h 4489084"/>
              <a:gd name="connsiteX9675" fmla="*/ 4084096 w 5158787"/>
              <a:gd name="connsiteY9675" fmla="*/ 3117608 h 4489084"/>
              <a:gd name="connsiteX9676" fmla="*/ 4084096 w 5158787"/>
              <a:gd name="connsiteY9676" fmla="*/ 3118674 h 4489084"/>
              <a:gd name="connsiteX9677" fmla="*/ 4076337 w 5158787"/>
              <a:gd name="connsiteY9677" fmla="*/ 3132059 h 4489084"/>
              <a:gd name="connsiteX9678" fmla="*/ 4075390 w 5158787"/>
              <a:gd name="connsiteY9678" fmla="*/ 3132592 h 4489084"/>
              <a:gd name="connsiteX9679" fmla="*/ 4059932 w 5158787"/>
              <a:gd name="connsiteY9679" fmla="*/ 3132592 h 4489084"/>
              <a:gd name="connsiteX9680" fmla="*/ 4058984 w 5158787"/>
              <a:gd name="connsiteY9680" fmla="*/ 3132059 h 4489084"/>
              <a:gd name="connsiteX9681" fmla="*/ 4051285 w 5158787"/>
              <a:gd name="connsiteY9681" fmla="*/ 3118674 h 4489084"/>
              <a:gd name="connsiteX9682" fmla="*/ 4051285 w 5158787"/>
              <a:gd name="connsiteY9682" fmla="*/ 3117608 h 4489084"/>
              <a:gd name="connsiteX9683" fmla="*/ 4059043 w 5158787"/>
              <a:gd name="connsiteY9683" fmla="*/ 3104223 h 4489084"/>
              <a:gd name="connsiteX9684" fmla="*/ 4059991 w 5158787"/>
              <a:gd name="connsiteY9684" fmla="*/ 3103690 h 4489084"/>
              <a:gd name="connsiteX9685" fmla="*/ 3992356 w 5158787"/>
              <a:gd name="connsiteY9685" fmla="*/ 3103690 h 4489084"/>
              <a:gd name="connsiteX9686" fmla="*/ 4007815 w 5158787"/>
              <a:gd name="connsiteY9686" fmla="*/ 3103690 h 4489084"/>
              <a:gd name="connsiteX9687" fmla="*/ 4008762 w 5158787"/>
              <a:gd name="connsiteY9687" fmla="*/ 3104223 h 4489084"/>
              <a:gd name="connsiteX9688" fmla="*/ 4016461 w 5158787"/>
              <a:gd name="connsiteY9688" fmla="*/ 3117608 h 4489084"/>
              <a:gd name="connsiteX9689" fmla="*/ 4016461 w 5158787"/>
              <a:gd name="connsiteY9689" fmla="*/ 3118674 h 4489084"/>
              <a:gd name="connsiteX9690" fmla="*/ 4008702 w 5158787"/>
              <a:gd name="connsiteY9690" fmla="*/ 3132059 h 4489084"/>
              <a:gd name="connsiteX9691" fmla="*/ 4007755 w 5158787"/>
              <a:gd name="connsiteY9691" fmla="*/ 3132592 h 4489084"/>
              <a:gd name="connsiteX9692" fmla="*/ 3992298 w 5158787"/>
              <a:gd name="connsiteY9692" fmla="*/ 3132592 h 4489084"/>
              <a:gd name="connsiteX9693" fmla="*/ 3991350 w 5158787"/>
              <a:gd name="connsiteY9693" fmla="*/ 3132059 h 4489084"/>
              <a:gd name="connsiteX9694" fmla="*/ 3983650 w 5158787"/>
              <a:gd name="connsiteY9694" fmla="*/ 3118674 h 4489084"/>
              <a:gd name="connsiteX9695" fmla="*/ 3983650 w 5158787"/>
              <a:gd name="connsiteY9695" fmla="*/ 3117608 h 4489084"/>
              <a:gd name="connsiteX9696" fmla="*/ 3991409 w 5158787"/>
              <a:gd name="connsiteY9696" fmla="*/ 3104223 h 4489084"/>
              <a:gd name="connsiteX9697" fmla="*/ 3992356 w 5158787"/>
              <a:gd name="connsiteY9697" fmla="*/ 3103690 h 4489084"/>
              <a:gd name="connsiteX9698" fmla="*/ 3924662 w 5158787"/>
              <a:gd name="connsiteY9698" fmla="*/ 3103572 h 4489084"/>
              <a:gd name="connsiteX9699" fmla="*/ 3940238 w 5158787"/>
              <a:gd name="connsiteY9699" fmla="*/ 3103572 h 4489084"/>
              <a:gd name="connsiteX9700" fmla="*/ 3941186 w 5158787"/>
              <a:gd name="connsiteY9700" fmla="*/ 3104105 h 4489084"/>
              <a:gd name="connsiteX9701" fmla="*/ 3948944 w 5158787"/>
              <a:gd name="connsiteY9701" fmla="*/ 3117608 h 4489084"/>
              <a:gd name="connsiteX9702" fmla="*/ 3948944 w 5158787"/>
              <a:gd name="connsiteY9702" fmla="*/ 3118734 h 4489084"/>
              <a:gd name="connsiteX9703" fmla="*/ 3941126 w 5158787"/>
              <a:gd name="connsiteY9703" fmla="*/ 3132237 h 4489084"/>
              <a:gd name="connsiteX9704" fmla="*/ 3940179 w 5158787"/>
              <a:gd name="connsiteY9704" fmla="*/ 3132770 h 4489084"/>
              <a:gd name="connsiteX9705" fmla="*/ 3924602 w 5158787"/>
              <a:gd name="connsiteY9705" fmla="*/ 3132770 h 4489084"/>
              <a:gd name="connsiteX9706" fmla="*/ 3923654 w 5158787"/>
              <a:gd name="connsiteY9706" fmla="*/ 3132237 h 4489084"/>
              <a:gd name="connsiteX9707" fmla="*/ 3915896 w 5158787"/>
              <a:gd name="connsiteY9707" fmla="*/ 3118734 h 4489084"/>
              <a:gd name="connsiteX9708" fmla="*/ 3915896 w 5158787"/>
              <a:gd name="connsiteY9708" fmla="*/ 3117608 h 4489084"/>
              <a:gd name="connsiteX9709" fmla="*/ 3923714 w 5158787"/>
              <a:gd name="connsiteY9709" fmla="*/ 3104105 h 4489084"/>
              <a:gd name="connsiteX9710" fmla="*/ 3924662 w 5158787"/>
              <a:gd name="connsiteY9710" fmla="*/ 3103572 h 4489084"/>
              <a:gd name="connsiteX9711" fmla="*/ 4127211 w 5158787"/>
              <a:gd name="connsiteY9711" fmla="*/ 3102861 h 4489084"/>
              <a:gd name="connsiteX9712" fmla="*/ 4143557 w 5158787"/>
              <a:gd name="connsiteY9712" fmla="*/ 3102861 h 4489084"/>
              <a:gd name="connsiteX9713" fmla="*/ 4144565 w 5158787"/>
              <a:gd name="connsiteY9713" fmla="*/ 3103453 h 4489084"/>
              <a:gd name="connsiteX9714" fmla="*/ 4152738 w 5158787"/>
              <a:gd name="connsiteY9714" fmla="*/ 3117608 h 4489084"/>
              <a:gd name="connsiteX9715" fmla="*/ 4152738 w 5158787"/>
              <a:gd name="connsiteY9715" fmla="*/ 3118793 h 4489084"/>
              <a:gd name="connsiteX9716" fmla="*/ 4144565 w 5158787"/>
              <a:gd name="connsiteY9716" fmla="*/ 3132947 h 4489084"/>
              <a:gd name="connsiteX9717" fmla="*/ 4143557 w 5158787"/>
              <a:gd name="connsiteY9717" fmla="*/ 3133540 h 4489084"/>
              <a:gd name="connsiteX9718" fmla="*/ 4127211 w 5158787"/>
              <a:gd name="connsiteY9718" fmla="*/ 3133540 h 4489084"/>
              <a:gd name="connsiteX9719" fmla="*/ 4126205 w 5158787"/>
              <a:gd name="connsiteY9719" fmla="*/ 3132947 h 4489084"/>
              <a:gd name="connsiteX9720" fmla="*/ 4118032 w 5158787"/>
              <a:gd name="connsiteY9720" fmla="*/ 3118793 h 4489084"/>
              <a:gd name="connsiteX9721" fmla="*/ 4118032 w 5158787"/>
              <a:gd name="connsiteY9721" fmla="*/ 3117608 h 4489084"/>
              <a:gd name="connsiteX9722" fmla="*/ 4126205 w 5158787"/>
              <a:gd name="connsiteY9722" fmla="*/ 3103453 h 4489084"/>
              <a:gd name="connsiteX9723" fmla="*/ 4127211 w 5158787"/>
              <a:gd name="connsiteY9723" fmla="*/ 3102861 h 4489084"/>
              <a:gd name="connsiteX9724" fmla="*/ 3653766 w 5158787"/>
              <a:gd name="connsiteY9724" fmla="*/ 3102861 h 4489084"/>
              <a:gd name="connsiteX9725" fmla="*/ 3670113 w 5158787"/>
              <a:gd name="connsiteY9725" fmla="*/ 3102861 h 4489084"/>
              <a:gd name="connsiteX9726" fmla="*/ 3671119 w 5158787"/>
              <a:gd name="connsiteY9726" fmla="*/ 3103453 h 4489084"/>
              <a:gd name="connsiteX9727" fmla="*/ 3679292 w 5158787"/>
              <a:gd name="connsiteY9727" fmla="*/ 3117608 h 4489084"/>
              <a:gd name="connsiteX9728" fmla="*/ 3679292 w 5158787"/>
              <a:gd name="connsiteY9728" fmla="*/ 3118793 h 4489084"/>
              <a:gd name="connsiteX9729" fmla="*/ 3671119 w 5158787"/>
              <a:gd name="connsiteY9729" fmla="*/ 3132947 h 4489084"/>
              <a:gd name="connsiteX9730" fmla="*/ 3670113 w 5158787"/>
              <a:gd name="connsiteY9730" fmla="*/ 3133540 h 4489084"/>
              <a:gd name="connsiteX9731" fmla="*/ 3653766 w 5158787"/>
              <a:gd name="connsiteY9731" fmla="*/ 3133540 h 4489084"/>
              <a:gd name="connsiteX9732" fmla="*/ 3652759 w 5158787"/>
              <a:gd name="connsiteY9732" fmla="*/ 3132947 h 4489084"/>
              <a:gd name="connsiteX9733" fmla="*/ 3644586 w 5158787"/>
              <a:gd name="connsiteY9733" fmla="*/ 3118793 h 4489084"/>
              <a:gd name="connsiteX9734" fmla="*/ 3644586 w 5158787"/>
              <a:gd name="connsiteY9734" fmla="*/ 3117608 h 4489084"/>
              <a:gd name="connsiteX9735" fmla="*/ 3652759 w 5158787"/>
              <a:gd name="connsiteY9735" fmla="*/ 3103453 h 4489084"/>
              <a:gd name="connsiteX9736" fmla="*/ 3653766 w 5158787"/>
              <a:gd name="connsiteY9736" fmla="*/ 3102861 h 4489084"/>
              <a:gd name="connsiteX9737" fmla="*/ 3788978 w 5158787"/>
              <a:gd name="connsiteY9737" fmla="*/ 3102743 h 4489084"/>
              <a:gd name="connsiteX9738" fmla="*/ 3805442 w 5158787"/>
              <a:gd name="connsiteY9738" fmla="*/ 3102743 h 4489084"/>
              <a:gd name="connsiteX9739" fmla="*/ 3806449 w 5158787"/>
              <a:gd name="connsiteY9739" fmla="*/ 3103335 h 4489084"/>
              <a:gd name="connsiteX9740" fmla="*/ 3814681 w 5158787"/>
              <a:gd name="connsiteY9740" fmla="*/ 3117609 h 4489084"/>
              <a:gd name="connsiteX9741" fmla="*/ 3814681 w 5158787"/>
              <a:gd name="connsiteY9741" fmla="*/ 3118793 h 4489084"/>
              <a:gd name="connsiteX9742" fmla="*/ 3806449 w 5158787"/>
              <a:gd name="connsiteY9742" fmla="*/ 3133066 h 4489084"/>
              <a:gd name="connsiteX9743" fmla="*/ 3805442 w 5158787"/>
              <a:gd name="connsiteY9743" fmla="*/ 3133658 h 4489084"/>
              <a:gd name="connsiteX9744" fmla="*/ 3788978 w 5158787"/>
              <a:gd name="connsiteY9744" fmla="*/ 3133658 h 4489084"/>
              <a:gd name="connsiteX9745" fmla="*/ 3787971 w 5158787"/>
              <a:gd name="connsiteY9745" fmla="*/ 3133066 h 4489084"/>
              <a:gd name="connsiteX9746" fmla="*/ 3779739 w 5158787"/>
              <a:gd name="connsiteY9746" fmla="*/ 3118793 h 4489084"/>
              <a:gd name="connsiteX9747" fmla="*/ 3779739 w 5158787"/>
              <a:gd name="connsiteY9747" fmla="*/ 3117609 h 4489084"/>
              <a:gd name="connsiteX9748" fmla="*/ 3787971 w 5158787"/>
              <a:gd name="connsiteY9748" fmla="*/ 3103335 h 4489084"/>
              <a:gd name="connsiteX9749" fmla="*/ 3788978 w 5158787"/>
              <a:gd name="connsiteY9749" fmla="*/ 3102743 h 4489084"/>
              <a:gd name="connsiteX9750" fmla="*/ 3450683 w 5158787"/>
              <a:gd name="connsiteY9750" fmla="*/ 3102447 h 4489084"/>
              <a:gd name="connsiteX9751" fmla="*/ 3467444 w 5158787"/>
              <a:gd name="connsiteY9751" fmla="*/ 3102447 h 4489084"/>
              <a:gd name="connsiteX9752" fmla="*/ 3468451 w 5158787"/>
              <a:gd name="connsiteY9752" fmla="*/ 3103039 h 4489084"/>
              <a:gd name="connsiteX9753" fmla="*/ 3476861 w 5158787"/>
              <a:gd name="connsiteY9753" fmla="*/ 3117549 h 4489084"/>
              <a:gd name="connsiteX9754" fmla="*/ 3476861 w 5158787"/>
              <a:gd name="connsiteY9754" fmla="*/ 3118734 h 4489084"/>
              <a:gd name="connsiteX9755" fmla="*/ 3468451 w 5158787"/>
              <a:gd name="connsiteY9755" fmla="*/ 3133244 h 4489084"/>
              <a:gd name="connsiteX9756" fmla="*/ 3467444 w 5158787"/>
              <a:gd name="connsiteY9756" fmla="*/ 3133836 h 4489084"/>
              <a:gd name="connsiteX9757" fmla="*/ 3450683 w 5158787"/>
              <a:gd name="connsiteY9757" fmla="*/ 3133836 h 4489084"/>
              <a:gd name="connsiteX9758" fmla="*/ 3449676 w 5158787"/>
              <a:gd name="connsiteY9758" fmla="*/ 3133244 h 4489084"/>
              <a:gd name="connsiteX9759" fmla="*/ 3441267 w 5158787"/>
              <a:gd name="connsiteY9759" fmla="*/ 3118734 h 4489084"/>
              <a:gd name="connsiteX9760" fmla="*/ 3441267 w 5158787"/>
              <a:gd name="connsiteY9760" fmla="*/ 3117549 h 4489084"/>
              <a:gd name="connsiteX9761" fmla="*/ 3449676 w 5158787"/>
              <a:gd name="connsiteY9761" fmla="*/ 3103039 h 4489084"/>
              <a:gd name="connsiteX9762" fmla="*/ 3450683 w 5158787"/>
              <a:gd name="connsiteY9762" fmla="*/ 3102447 h 4489084"/>
              <a:gd name="connsiteX9763" fmla="*/ 4397456 w 5158787"/>
              <a:gd name="connsiteY9763" fmla="*/ 3102328 h 4489084"/>
              <a:gd name="connsiteX9764" fmla="*/ 4414335 w 5158787"/>
              <a:gd name="connsiteY9764" fmla="*/ 3102328 h 4489084"/>
              <a:gd name="connsiteX9765" fmla="*/ 4415342 w 5158787"/>
              <a:gd name="connsiteY9765" fmla="*/ 3102920 h 4489084"/>
              <a:gd name="connsiteX9766" fmla="*/ 4423752 w 5158787"/>
              <a:gd name="connsiteY9766" fmla="*/ 3117549 h 4489084"/>
              <a:gd name="connsiteX9767" fmla="*/ 4423752 w 5158787"/>
              <a:gd name="connsiteY9767" fmla="*/ 3118733 h 4489084"/>
              <a:gd name="connsiteX9768" fmla="*/ 4415283 w 5158787"/>
              <a:gd name="connsiteY9768" fmla="*/ 3133362 h 4489084"/>
              <a:gd name="connsiteX9769" fmla="*/ 4414276 w 5158787"/>
              <a:gd name="connsiteY9769" fmla="*/ 3133954 h 4489084"/>
              <a:gd name="connsiteX9770" fmla="*/ 4397396 w 5158787"/>
              <a:gd name="connsiteY9770" fmla="*/ 3133954 h 4489084"/>
              <a:gd name="connsiteX9771" fmla="*/ 4396390 w 5158787"/>
              <a:gd name="connsiteY9771" fmla="*/ 3133362 h 4489084"/>
              <a:gd name="connsiteX9772" fmla="*/ 4387980 w 5158787"/>
              <a:gd name="connsiteY9772" fmla="*/ 3118733 h 4489084"/>
              <a:gd name="connsiteX9773" fmla="*/ 4387980 w 5158787"/>
              <a:gd name="connsiteY9773" fmla="*/ 3117549 h 4489084"/>
              <a:gd name="connsiteX9774" fmla="*/ 4396449 w 5158787"/>
              <a:gd name="connsiteY9774" fmla="*/ 3102920 h 4489084"/>
              <a:gd name="connsiteX9775" fmla="*/ 4397456 w 5158787"/>
              <a:gd name="connsiteY9775" fmla="*/ 3102328 h 4489084"/>
              <a:gd name="connsiteX9776" fmla="*/ 4262186 w 5158787"/>
              <a:gd name="connsiteY9776" fmla="*/ 3102328 h 4489084"/>
              <a:gd name="connsiteX9777" fmla="*/ 4279065 w 5158787"/>
              <a:gd name="connsiteY9777" fmla="*/ 3102328 h 4489084"/>
              <a:gd name="connsiteX9778" fmla="*/ 4280072 w 5158787"/>
              <a:gd name="connsiteY9778" fmla="*/ 3102920 h 4489084"/>
              <a:gd name="connsiteX9779" fmla="*/ 4288481 w 5158787"/>
              <a:gd name="connsiteY9779" fmla="*/ 3117549 h 4489084"/>
              <a:gd name="connsiteX9780" fmla="*/ 4288481 w 5158787"/>
              <a:gd name="connsiteY9780" fmla="*/ 3118733 h 4489084"/>
              <a:gd name="connsiteX9781" fmla="*/ 4280013 w 5158787"/>
              <a:gd name="connsiteY9781" fmla="*/ 3133362 h 4489084"/>
              <a:gd name="connsiteX9782" fmla="*/ 4279005 w 5158787"/>
              <a:gd name="connsiteY9782" fmla="*/ 3133954 h 4489084"/>
              <a:gd name="connsiteX9783" fmla="*/ 4262126 w 5158787"/>
              <a:gd name="connsiteY9783" fmla="*/ 3133954 h 4489084"/>
              <a:gd name="connsiteX9784" fmla="*/ 4261119 w 5158787"/>
              <a:gd name="connsiteY9784" fmla="*/ 3133362 h 4489084"/>
              <a:gd name="connsiteX9785" fmla="*/ 4252710 w 5158787"/>
              <a:gd name="connsiteY9785" fmla="*/ 3118733 h 4489084"/>
              <a:gd name="connsiteX9786" fmla="*/ 4252710 w 5158787"/>
              <a:gd name="connsiteY9786" fmla="*/ 3117549 h 4489084"/>
              <a:gd name="connsiteX9787" fmla="*/ 4261179 w 5158787"/>
              <a:gd name="connsiteY9787" fmla="*/ 3102920 h 4489084"/>
              <a:gd name="connsiteX9788" fmla="*/ 4262186 w 5158787"/>
              <a:gd name="connsiteY9788" fmla="*/ 3102328 h 4489084"/>
              <a:gd name="connsiteX9789" fmla="*/ 3721165 w 5158787"/>
              <a:gd name="connsiteY9789" fmla="*/ 3102328 h 4489084"/>
              <a:gd name="connsiteX9790" fmla="*/ 3738044 w 5158787"/>
              <a:gd name="connsiteY9790" fmla="*/ 3102328 h 4489084"/>
              <a:gd name="connsiteX9791" fmla="*/ 3739051 w 5158787"/>
              <a:gd name="connsiteY9791" fmla="*/ 3102920 h 4489084"/>
              <a:gd name="connsiteX9792" fmla="*/ 3747460 w 5158787"/>
              <a:gd name="connsiteY9792" fmla="*/ 3117549 h 4489084"/>
              <a:gd name="connsiteX9793" fmla="*/ 3747460 w 5158787"/>
              <a:gd name="connsiteY9793" fmla="*/ 3118733 h 4489084"/>
              <a:gd name="connsiteX9794" fmla="*/ 3738992 w 5158787"/>
              <a:gd name="connsiteY9794" fmla="*/ 3133362 h 4489084"/>
              <a:gd name="connsiteX9795" fmla="*/ 3737984 w 5158787"/>
              <a:gd name="connsiteY9795" fmla="*/ 3133954 h 4489084"/>
              <a:gd name="connsiteX9796" fmla="*/ 3721105 w 5158787"/>
              <a:gd name="connsiteY9796" fmla="*/ 3133954 h 4489084"/>
              <a:gd name="connsiteX9797" fmla="*/ 3720098 w 5158787"/>
              <a:gd name="connsiteY9797" fmla="*/ 3133362 h 4489084"/>
              <a:gd name="connsiteX9798" fmla="*/ 3711689 w 5158787"/>
              <a:gd name="connsiteY9798" fmla="*/ 3118733 h 4489084"/>
              <a:gd name="connsiteX9799" fmla="*/ 3711689 w 5158787"/>
              <a:gd name="connsiteY9799" fmla="*/ 3117549 h 4489084"/>
              <a:gd name="connsiteX9800" fmla="*/ 3720158 w 5158787"/>
              <a:gd name="connsiteY9800" fmla="*/ 3102920 h 4489084"/>
              <a:gd name="connsiteX9801" fmla="*/ 3721165 w 5158787"/>
              <a:gd name="connsiteY9801" fmla="*/ 3102328 h 4489084"/>
              <a:gd name="connsiteX9802" fmla="*/ 3585894 w 5158787"/>
              <a:gd name="connsiteY9802" fmla="*/ 3102328 h 4489084"/>
              <a:gd name="connsiteX9803" fmla="*/ 3602774 w 5158787"/>
              <a:gd name="connsiteY9803" fmla="*/ 3102328 h 4489084"/>
              <a:gd name="connsiteX9804" fmla="*/ 3603780 w 5158787"/>
              <a:gd name="connsiteY9804" fmla="*/ 3102920 h 4489084"/>
              <a:gd name="connsiteX9805" fmla="*/ 3612190 w 5158787"/>
              <a:gd name="connsiteY9805" fmla="*/ 3117549 h 4489084"/>
              <a:gd name="connsiteX9806" fmla="*/ 3612190 w 5158787"/>
              <a:gd name="connsiteY9806" fmla="*/ 3118733 h 4489084"/>
              <a:gd name="connsiteX9807" fmla="*/ 3603721 w 5158787"/>
              <a:gd name="connsiteY9807" fmla="*/ 3133362 h 4489084"/>
              <a:gd name="connsiteX9808" fmla="*/ 3602715 w 5158787"/>
              <a:gd name="connsiteY9808" fmla="*/ 3133954 h 4489084"/>
              <a:gd name="connsiteX9809" fmla="*/ 3585836 w 5158787"/>
              <a:gd name="connsiteY9809" fmla="*/ 3133954 h 4489084"/>
              <a:gd name="connsiteX9810" fmla="*/ 3584829 w 5158787"/>
              <a:gd name="connsiteY9810" fmla="*/ 3133362 h 4489084"/>
              <a:gd name="connsiteX9811" fmla="*/ 3576418 w 5158787"/>
              <a:gd name="connsiteY9811" fmla="*/ 3118733 h 4489084"/>
              <a:gd name="connsiteX9812" fmla="*/ 3576418 w 5158787"/>
              <a:gd name="connsiteY9812" fmla="*/ 3117549 h 4489084"/>
              <a:gd name="connsiteX9813" fmla="*/ 3584888 w 5158787"/>
              <a:gd name="connsiteY9813" fmla="*/ 3102920 h 4489084"/>
              <a:gd name="connsiteX9814" fmla="*/ 3585894 w 5158787"/>
              <a:gd name="connsiteY9814" fmla="*/ 3102328 h 4489084"/>
              <a:gd name="connsiteX9815" fmla="*/ 3518200 w 5158787"/>
              <a:gd name="connsiteY9815" fmla="*/ 3102269 h 4489084"/>
              <a:gd name="connsiteX9816" fmla="*/ 3535198 w 5158787"/>
              <a:gd name="connsiteY9816" fmla="*/ 3102269 h 4489084"/>
              <a:gd name="connsiteX9817" fmla="*/ 3536264 w 5158787"/>
              <a:gd name="connsiteY9817" fmla="*/ 3102861 h 4489084"/>
              <a:gd name="connsiteX9818" fmla="*/ 3544733 w 5158787"/>
              <a:gd name="connsiteY9818" fmla="*/ 3117608 h 4489084"/>
              <a:gd name="connsiteX9819" fmla="*/ 3544733 w 5158787"/>
              <a:gd name="connsiteY9819" fmla="*/ 3118793 h 4489084"/>
              <a:gd name="connsiteX9820" fmla="*/ 3536205 w 5158787"/>
              <a:gd name="connsiteY9820" fmla="*/ 3133540 h 4489084"/>
              <a:gd name="connsiteX9821" fmla="*/ 3535139 w 5158787"/>
              <a:gd name="connsiteY9821" fmla="*/ 3134132 h 4489084"/>
              <a:gd name="connsiteX9822" fmla="*/ 3518141 w 5158787"/>
              <a:gd name="connsiteY9822" fmla="*/ 3134132 h 4489084"/>
              <a:gd name="connsiteX9823" fmla="*/ 3517075 w 5158787"/>
              <a:gd name="connsiteY9823" fmla="*/ 3133540 h 4489084"/>
              <a:gd name="connsiteX9824" fmla="*/ 3508606 w 5158787"/>
              <a:gd name="connsiteY9824" fmla="*/ 3118793 h 4489084"/>
              <a:gd name="connsiteX9825" fmla="*/ 3508606 w 5158787"/>
              <a:gd name="connsiteY9825" fmla="*/ 3117608 h 4489084"/>
              <a:gd name="connsiteX9826" fmla="*/ 3517134 w 5158787"/>
              <a:gd name="connsiteY9826" fmla="*/ 3102861 h 4489084"/>
              <a:gd name="connsiteX9827" fmla="*/ 3518200 w 5158787"/>
              <a:gd name="connsiteY9827" fmla="*/ 3102269 h 4489084"/>
              <a:gd name="connsiteX9828" fmla="*/ 3382693 w 5158787"/>
              <a:gd name="connsiteY9828" fmla="*/ 3101854 h 4489084"/>
              <a:gd name="connsiteX9829" fmla="*/ 3400164 w 5158787"/>
              <a:gd name="connsiteY9829" fmla="*/ 3101854 h 4489084"/>
              <a:gd name="connsiteX9830" fmla="*/ 3401231 w 5158787"/>
              <a:gd name="connsiteY9830" fmla="*/ 3102446 h 4489084"/>
              <a:gd name="connsiteX9831" fmla="*/ 3409937 w 5158787"/>
              <a:gd name="connsiteY9831" fmla="*/ 3117549 h 4489084"/>
              <a:gd name="connsiteX9832" fmla="*/ 3409937 w 5158787"/>
              <a:gd name="connsiteY9832" fmla="*/ 3118793 h 4489084"/>
              <a:gd name="connsiteX9833" fmla="*/ 3401231 w 5158787"/>
              <a:gd name="connsiteY9833" fmla="*/ 3133895 h 4489084"/>
              <a:gd name="connsiteX9834" fmla="*/ 3400164 w 5158787"/>
              <a:gd name="connsiteY9834" fmla="*/ 3134487 h 4489084"/>
              <a:gd name="connsiteX9835" fmla="*/ 3382693 w 5158787"/>
              <a:gd name="connsiteY9835" fmla="*/ 3134487 h 4489084"/>
              <a:gd name="connsiteX9836" fmla="*/ 3381627 w 5158787"/>
              <a:gd name="connsiteY9836" fmla="*/ 3133895 h 4489084"/>
              <a:gd name="connsiteX9837" fmla="*/ 3372921 w 5158787"/>
              <a:gd name="connsiteY9837" fmla="*/ 3118793 h 4489084"/>
              <a:gd name="connsiteX9838" fmla="*/ 3372921 w 5158787"/>
              <a:gd name="connsiteY9838" fmla="*/ 3117549 h 4489084"/>
              <a:gd name="connsiteX9839" fmla="*/ 3381627 w 5158787"/>
              <a:gd name="connsiteY9839" fmla="*/ 3102446 h 4489084"/>
              <a:gd name="connsiteX9840" fmla="*/ 3382693 w 5158787"/>
              <a:gd name="connsiteY9840" fmla="*/ 3101854 h 4489084"/>
              <a:gd name="connsiteX9841" fmla="*/ 3315058 w 5158787"/>
              <a:gd name="connsiteY9841" fmla="*/ 3101854 h 4489084"/>
              <a:gd name="connsiteX9842" fmla="*/ 3332530 w 5158787"/>
              <a:gd name="connsiteY9842" fmla="*/ 3101854 h 4489084"/>
              <a:gd name="connsiteX9843" fmla="*/ 3333596 w 5158787"/>
              <a:gd name="connsiteY9843" fmla="*/ 3102446 h 4489084"/>
              <a:gd name="connsiteX9844" fmla="*/ 3342303 w 5158787"/>
              <a:gd name="connsiteY9844" fmla="*/ 3117549 h 4489084"/>
              <a:gd name="connsiteX9845" fmla="*/ 3342303 w 5158787"/>
              <a:gd name="connsiteY9845" fmla="*/ 3118793 h 4489084"/>
              <a:gd name="connsiteX9846" fmla="*/ 3333596 w 5158787"/>
              <a:gd name="connsiteY9846" fmla="*/ 3133895 h 4489084"/>
              <a:gd name="connsiteX9847" fmla="*/ 3332530 w 5158787"/>
              <a:gd name="connsiteY9847" fmla="*/ 3134487 h 4489084"/>
              <a:gd name="connsiteX9848" fmla="*/ 3315058 w 5158787"/>
              <a:gd name="connsiteY9848" fmla="*/ 3134487 h 4489084"/>
              <a:gd name="connsiteX9849" fmla="*/ 3313993 w 5158787"/>
              <a:gd name="connsiteY9849" fmla="*/ 3133895 h 4489084"/>
              <a:gd name="connsiteX9850" fmla="*/ 3305287 w 5158787"/>
              <a:gd name="connsiteY9850" fmla="*/ 3118793 h 4489084"/>
              <a:gd name="connsiteX9851" fmla="*/ 3305287 w 5158787"/>
              <a:gd name="connsiteY9851" fmla="*/ 3117549 h 4489084"/>
              <a:gd name="connsiteX9852" fmla="*/ 3313993 w 5158787"/>
              <a:gd name="connsiteY9852" fmla="*/ 3102446 h 4489084"/>
              <a:gd name="connsiteX9853" fmla="*/ 3315058 w 5158787"/>
              <a:gd name="connsiteY9853" fmla="*/ 3101854 h 4489084"/>
              <a:gd name="connsiteX9854" fmla="*/ 3179729 w 5158787"/>
              <a:gd name="connsiteY9854" fmla="*/ 3101618 h 4489084"/>
              <a:gd name="connsiteX9855" fmla="*/ 3197378 w 5158787"/>
              <a:gd name="connsiteY9855" fmla="*/ 3101618 h 4489084"/>
              <a:gd name="connsiteX9856" fmla="*/ 3198444 w 5158787"/>
              <a:gd name="connsiteY9856" fmla="*/ 3102269 h 4489084"/>
              <a:gd name="connsiteX9857" fmla="*/ 3207269 w 5158787"/>
              <a:gd name="connsiteY9857" fmla="*/ 3117550 h 4489084"/>
              <a:gd name="connsiteX9858" fmla="*/ 3207269 w 5158787"/>
              <a:gd name="connsiteY9858" fmla="*/ 3118793 h 4489084"/>
              <a:gd name="connsiteX9859" fmla="*/ 3198444 w 5158787"/>
              <a:gd name="connsiteY9859" fmla="*/ 3134073 h 4489084"/>
              <a:gd name="connsiteX9860" fmla="*/ 3197378 w 5158787"/>
              <a:gd name="connsiteY9860" fmla="*/ 3134725 h 4489084"/>
              <a:gd name="connsiteX9861" fmla="*/ 3179729 w 5158787"/>
              <a:gd name="connsiteY9861" fmla="*/ 3134725 h 4489084"/>
              <a:gd name="connsiteX9862" fmla="*/ 3178664 w 5158787"/>
              <a:gd name="connsiteY9862" fmla="*/ 3134073 h 4489084"/>
              <a:gd name="connsiteX9863" fmla="*/ 3169838 w 5158787"/>
              <a:gd name="connsiteY9863" fmla="*/ 3118793 h 4489084"/>
              <a:gd name="connsiteX9864" fmla="*/ 3169838 w 5158787"/>
              <a:gd name="connsiteY9864" fmla="*/ 3117550 h 4489084"/>
              <a:gd name="connsiteX9865" fmla="*/ 3178664 w 5158787"/>
              <a:gd name="connsiteY9865" fmla="*/ 3102269 h 4489084"/>
              <a:gd name="connsiteX9866" fmla="*/ 3179729 w 5158787"/>
              <a:gd name="connsiteY9866" fmla="*/ 3101618 h 4489084"/>
              <a:gd name="connsiteX9867" fmla="*/ 4329347 w 5158787"/>
              <a:gd name="connsiteY9867" fmla="*/ 3101440 h 4489084"/>
              <a:gd name="connsiteX9868" fmla="*/ 4347233 w 5158787"/>
              <a:gd name="connsiteY9868" fmla="*/ 3101440 h 4489084"/>
              <a:gd name="connsiteX9869" fmla="*/ 4348299 w 5158787"/>
              <a:gd name="connsiteY9869" fmla="*/ 3102092 h 4489084"/>
              <a:gd name="connsiteX9870" fmla="*/ 4357242 w 5158787"/>
              <a:gd name="connsiteY9870" fmla="*/ 3117609 h 4489084"/>
              <a:gd name="connsiteX9871" fmla="*/ 4357242 w 5158787"/>
              <a:gd name="connsiteY9871" fmla="*/ 3118852 h 4489084"/>
              <a:gd name="connsiteX9872" fmla="*/ 4348299 w 5158787"/>
              <a:gd name="connsiteY9872" fmla="*/ 3134370 h 4489084"/>
              <a:gd name="connsiteX9873" fmla="*/ 4347233 w 5158787"/>
              <a:gd name="connsiteY9873" fmla="*/ 3135021 h 4489084"/>
              <a:gd name="connsiteX9874" fmla="*/ 4329347 w 5158787"/>
              <a:gd name="connsiteY9874" fmla="*/ 3135021 h 4489084"/>
              <a:gd name="connsiteX9875" fmla="*/ 4328281 w 5158787"/>
              <a:gd name="connsiteY9875" fmla="*/ 3134370 h 4489084"/>
              <a:gd name="connsiteX9876" fmla="*/ 4319338 w 5158787"/>
              <a:gd name="connsiteY9876" fmla="*/ 3118852 h 4489084"/>
              <a:gd name="connsiteX9877" fmla="*/ 4319338 w 5158787"/>
              <a:gd name="connsiteY9877" fmla="*/ 3117609 h 4489084"/>
              <a:gd name="connsiteX9878" fmla="*/ 4328281 w 5158787"/>
              <a:gd name="connsiteY9878" fmla="*/ 3102092 h 4489084"/>
              <a:gd name="connsiteX9879" fmla="*/ 4329347 w 5158787"/>
              <a:gd name="connsiteY9879" fmla="*/ 3101440 h 4489084"/>
              <a:gd name="connsiteX9880" fmla="*/ 3247246 w 5158787"/>
              <a:gd name="connsiteY9880" fmla="*/ 3101440 h 4489084"/>
              <a:gd name="connsiteX9881" fmla="*/ 3265132 w 5158787"/>
              <a:gd name="connsiteY9881" fmla="*/ 3101440 h 4489084"/>
              <a:gd name="connsiteX9882" fmla="*/ 3266197 w 5158787"/>
              <a:gd name="connsiteY9882" fmla="*/ 3102092 h 4489084"/>
              <a:gd name="connsiteX9883" fmla="*/ 3275141 w 5158787"/>
              <a:gd name="connsiteY9883" fmla="*/ 3117609 h 4489084"/>
              <a:gd name="connsiteX9884" fmla="*/ 3275141 w 5158787"/>
              <a:gd name="connsiteY9884" fmla="*/ 3118852 h 4489084"/>
              <a:gd name="connsiteX9885" fmla="*/ 3266197 w 5158787"/>
              <a:gd name="connsiteY9885" fmla="*/ 3134370 h 4489084"/>
              <a:gd name="connsiteX9886" fmla="*/ 3265132 w 5158787"/>
              <a:gd name="connsiteY9886" fmla="*/ 3135021 h 4489084"/>
              <a:gd name="connsiteX9887" fmla="*/ 3247246 w 5158787"/>
              <a:gd name="connsiteY9887" fmla="*/ 3135021 h 4489084"/>
              <a:gd name="connsiteX9888" fmla="*/ 3246179 w 5158787"/>
              <a:gd name="connsiteY9888" fmla="*/ 3134370 h 4489084"/>
              <a:gd name="connsiteX9889" fmla="*/ 3237236 w 5158787"/>
              <a:gd name="connsiteY9889" fmla="*/ 3118852 h 4489084"/>
              <a:gd name="connsiteX9890" fmla="*/ 3237236 w 5158787"/>
              <a:gd name="connsiteY9890" fmla="*/ 3117609 h 4489084"/>
              <a:gd name="connsiteX9891" fmla="*/ 3246179 w 5158787"/>
              <a:gd name="connsiteY9891" fmla="*/ 3102092 h 4489084"/>
              <a:gd name="connsiteX9892" fmla="*/ 3247246 w 5158787"/>
              <a:gd name="connsiteY9892" fmla="*/ 3101440 h 4489084"/>
              <a:gd name="connsiteX9893" fmla="*/ 4531898 w 5158787"/>
              <a:gd name="connsiteY9893" fmla="*/ 3100788 h 4489084"/>
              <a:gd name="connsiteX9894" fmla="*/ 4550435 w 5158787"/>
              <a:gd name="connsiteY9894" fmla="*/ 3100788 h 4489084"/>
              <a:gd name="connsiteX9895" fmla="*/ 4551560 w 5158787"/>
              <a:gd name="connsiteY9895" fmla="*/ 3101439 h 4489084"/>
              <a:gd name="connsiteX9896" fmla="*/ 4560799 w 5158787"/>
              <a:gd name="connsiteY9896" fmla="*/ 3117490 h 4489084"/>
              <a:gd name="connsiteX9897" fmla="*/ 4560799 w 5158787"/>
              <a:gd name="connsiteY9897" fmla="*/ 3118793 h 4489084"/>
              <a:gd name="connsiteX9898" fmla="*/ 4551501 w 5158787"/>
              <a:gd name="connsiteY9898" fmla="*/ 3134842 h 4489084"/>
              <a:gd name="connsiteX9899" fmla="*/ 4550376 w 5158787"/>
              <a:gd name="connsiteY9899" fmla="*/ 3135494 h 4489084"/>
              <a:gd name="connsiteX9900" fmla="*/ 4531838 w 5158787"/>
              <a:gd name="connsiteY9900" fmla="*/ 3135494 h 4489084"/>
              <a:gd name="connsiteX9901" fmla="*/ 4530713 w 5158787"/>
              <a:gd name="connsiteY9901" fmla="*/ 3134842 h 4489084"/>
              <a:gd name="connsiteX9902" fmla="*/ 4521474 w 5158787"/>
              <a:gd name="connsiteY9902" fmla="*/ 3118793 h 4489084"/>
              <a:gd name="connsiteX9903" fmla="*/ 4521474 w 5158787"/>
              <a:gd name="connsiteY9903" fmla="*/ 3117490 h 4489084"/>
              <a:gd name="connsiteX9904" fmla="*/ 4530772 w 5158787"/>
              <a:gd name="connsiteY9904" fmla="*/ 3101439 h 4489084"/>
              <a:gd name="connsiteX9905" fmla="*/ 4531898 w 5158787"/>
              <a:gd name="connsiteY9905" fmla="*/ 3100788 h 4489084"/>
              <a:gd name="connsiteX9906" fmla="*/ 4464084 w 5158787"/>
              <a:gd name="connsiteY9906" fmla="*/ 3100492 h 4489084"/>
              <a:gd name="connsiteX9907" fmla="*/ 4482977 w 5158787"/>
              <a:gd name="connsiteY9907" fmla="*/ 3100492 h 4489084"/>
              <a:gd name="connsiteX9908" fmla="*/ 4484102 w 5158787"/>
              <a:gd name="connsiteY9908" fmla="*/ 3101143 h 4489084"/>
              <a:gd name="connsiteX9909" fmla="*/ 4493518 w 5158787"/>
              <a:gd name="connsiteY9909" fmla="*/ 3117490 h 4489084"/>
              <a:gd name="connsiteX9910" fmla="*/ 4493518 w 5158787"/>
              <a:gd name="connsiteY9910" fmla="*/ 3118852 h 4489084"/>
              <a:gd name="connsiteX9911" fmla="*/ 4484102 w 5158787"/>
              <a:gd name="connsiteY9911" fmla="*/ 3135198 h 4489084"/>
              <a:gd name="connsiteX9912" fmla="*/ 4482977 w 5158787"/>
              <a:gd name="connsiteY9912" fmla="*/ 3135850 h 4489084"/>
              <a:gd name="connsiteX9913" fmla="*/ 4464084 w 5158787"/>
              <a:gd name="connsiteY9913" fmla="*/ 3135850 h 4489084"/>
              <a:gd name="connsiteX9914" fmla="*/ 4462959 w 5158787"/>
              <a:gd name="connsiteY9914" fmla="*/ 3135198 h 4489084"/>
              <a:gd name="connsiteX9915" fmla="*/ 4453541 w 5158787"/>
              <a:gd name="connsiteY9915" fmla="*/ 3118852 h 4489084"/>
              <a:gd name="connsiteX9916" fmla="*/ 4453541 w 5158787"/>
              <a:gd name="connsiteY9916" fmla="*/ 3117490 h 4489084"/>
              <a:gd name="connsiteX9917" fmla="*/ 4462959 w 5158787"/>
              <a:gd name="connsiteY9917" fmla="*/ 3101143 h 4489084"/>
              <a:gd name="connsiteX9918" fmla="*/ 4464084 w 5158787"/>
              <a:gd name="connsiteY9918" fmla="*/ 3100492 h 4489084"/>
              <a:gd name="connsiteX9919" fmla="*/ 3043807 w 5158787"/>
              <a:gd name="connsiteY9919" fmla="*/ 3100492 h 4489084"/>
              <a:gd name="connsiteX9920" fmla="*/ 3062700 w 5158787"/>
              <a:gd name="connsiteY9920" fmla="*/ 3100492 h 4489084"/>
              <a:gd name="connsiteX9921" fmla="*/ 3063826 w 5158787"/>
              <a:gd name="connsiteY9921" fmla="*/ 3101143 h 4489084"/>
              <a:gd name="connsiteX9922" fmla="*/ 3073243 w 5158787"/>
              <a:gd name="connsiteY9922" fmla="*/ 3117490 h 4489084"/>
              <a:gd name="connsiteX9923" fmla="*/ 3073243 w 5158787"/>
              <a:gd name="connsiteY9923" fmla="*/ 3118852 h 4489084"/>
              <a:gd name="connsiteX9924" fmla="*/ 3063826 w 5158787"/>
              <a:gd name="connsiteY9924" fmla="*/ 3135198 h 4489084"/>
              <a:gd name="connsiteX9925" fmla="*/ 3062700 w 5158787"/>
              <a:gd name="connsiteY9925" fmla="*/ 3135850 h 4489084"/>
              <a:gd name="connsiteX9926" fmla="*/ 3043807 w 5158787"/>
              <a:gd name="connsiteY9926" fmla="*/ 3135850 h 4489084"/>
              <a:gd name="connsiteX9927" fmla="*/ 3042682 w 5158787"/>
              <a:gd name="connsiteY9927" fmla="*/ 3135198 h 4489084"/>
              <a:gd name="connsiteX9928" fmla="*/ 3033266 w 5158787"/>
              <a:gd name="connsiteY9928" fmla="*/ 3118852 h 4489084"/>
              <a:gd name="connsiteX9929" fmla="*/ 3033266 w 5158787"/>
              <a:gd name="connsiteY9929" fmla="*/ 3117490 h 4489084"/>
              <a:gd name="connsiteX9930" fmla="*/ 3042682 w 5158787"/>
              <a:gd name="connsiteY9930" fmla="*/ 3101143 h 4489084"/>
              <a:gd name="connsiteX9931" fmla="*/ 3043807 w 5158787"/>
              <a:gd name="connsiteY9931" fmla="*/ 3100492 h 4489084"/>
              <a:gd name="connsiteX9932" fmla="*/ 2164611 w 5158787"/>
              <a:gd name="connsiteY9932" fmla="*/ 3100492 h 4489084"/>
              <a:gd name="connsiteX9933" fmla="*/ 2183504 w 5158787"/>
              <a:gd name="connsiteY9933" fmla="*/ 3100492 h 4489084"/>
              <a:gd name="connsiteX9934" fmla="*/ 2184629 w 5158787"/>
              <a:gd name="connsiteY9934" fmla="*/ 3101143 h 4489084"/>
              <a:gd name="connsiteX9935" fmla="*/ 2194046 w 5158787"/>
              <a:gd name="connsiteY9935" fmla="*/ 3117490 h 4489084"/>
              <a:gd name="connsiteX9936" fmla="*/ 2194046 w 5158787"/>
              <a:gd name="connsiteY9936" fmla="*/ 3118852 h 4489084"/>
              <a:gd name="connsiteX9937" fmla="*/ 2184629 w 5158787"/>
              <a:gd name="connsiteY9937" fmla="*/ 3135198 h 4489084"/>
              <a:gd name="connsiteX9938" fmla="*/ 2183504 w 5158787"/>
              <a:gd name="connsiteY9938" fmla="*/ 3135850 h 4489084"/>
              <a:gd name="connsiteX9939" fmla="*/ 2164611 w 5158787"/>
              <a:gd name="connsiteY9939" fmla="*/ 3135850 h 4489084"/>
              <a:gd name="connsiteX9940" fmla="*/ 2163486 w 5158787"/>
              <a:gd name="connsiteY9940" fmla="*/ 3135198 h 4489084"/>
              <a:gd name="connsiteX9941" fmla="*/ 2154069 w 5158787"/>
              <a:gd name="connsiteY9941" fmla="*/ 3118852 h 4489084"/>
              <a:gd name="connsiteX9942" fmla="*/ 2154069 w 5158787"/>
              <a:gd name="connsiteY9942" fmla="*/ 3117490 h 4489084"/>
              <a:gd name="connsiteX9943" fmla="*/ 2163486 w 5158787"/>
              <a:gd name="connsiteY9943" fmla="*/ 3101143 h 4489084"/>
              <a:gd name="connsiteX9944" fmla="*/ 2164611 w 5158787"/>
              <a:gd name="connsiteY9944" fmla="*/ 3100492 h 4489084"/>
              <a:gd name="connsiteX9945" fmla="*/ 3111383 w 5158787"/>
              <a:gd name="connsiteY9945" fmla="*/ 3100374 h 4489084"/>
              <a:gd name="connsiteX9946" fmla="*/ 3130395 w 5158787"/>
              <a:gd name="connsiteY9946" fmla="*/ 3100374 h 4489084"/>
              <a:gd name="connsiteX9947" fmla="*/ 3131579 w 5158787"/>
              <a:gd name="connsiteY9947" fmla="*/ 3101026 h 4489084"/>
              <a:gd name="connsiteX9948" fmla="*/ 3141055 w 5158787"/>
              <a:gd name="connsiteY9948" fmla="*/ 3117490 h 4489084"/>
              <a:gd name="connsiteX9949" fmla="*/ 3141055 w 5158787"/>
              <a:gd name="connsiteY9949" fmla="*/ 3118852 h 4489084"/>
              <a:gd name="connsiteX9950" fmla="*/ 3131579 w 5158787"/>
              <a:gd name="connsiteY9950" fmla="*/ 3135317 h 4489084"/>
              <a:gd name="connsiteX9951" fmla="*/ 3130395 w 5158787"/>
              <a:gd name="connsiteY9951" fmla="*/ 3135968 h 4489084"/>
              <a:gd name="connsiteX9952" fmla="*/ 3111383 w 5158787"/>
              <a:gd name="connsiteY9952" fmla="*/ 3135968 h 4489084"/>
              <a:gd name="connsiteX9953" fmla="*/ 3110199 w 5158787"/>
              <a:gd name="connsiteY9953" fmla="*/ 3135317 h 4489084"/>
              <a:gd name="connsiteX9954" fmla="*/ 3100723 w 5158787"/>
              <a:gd name="connsiteY9954" fmla="*/ 3118852 h 4489084"/>
              <a:gd name="connsiteX9955" fmla="*/ 3100723 w 5158787"/>
              <a:gd name="connsiteY9955" fmla="*/ 3117490 h 4489084"/>
              <a:gd name="connsiteX9956" fmla="*/ 3110199 w 5158787"/>
              <a:gd name="connsiteY9956" fmla="*/ 3101026 h 4489084"/>
              <a:gd name="connsiteX9957" fmla="*/ 3111383 w 5158787"/>
              <a:gd name="connsiteY9957" fmla="*/ 3100374 h 4489084"/>
              <a:gd name="connsiteX9958" fmla="*/ 2976113 w 5158787"/>
              <a:gd name="connsiteY9958" fmla="*/ 3100374 h 4489084"/>
              <a:gd name="connsiteX9959" fmla="*/ 2995124 w 5158787"/>
              <a:gd name="connsiteY9959" fmla="*/ 3100374 h 4489084"/>
              <a:gd name="connsiteX9960" fmla="*/ 2996309 w 5158787"/>
              <a:gd name="connsiteY9960" fmla="*/ 3101026 h 4489084"/>
              <a:gd name="connsiteX9961" fmla="*/ 3005785 w 5158787"/>
              <a:gd name="connsiteY9961" fmla="*/ 3117490 h 4489084"/>
              <a:gd name="connsiteX9962" fmla="*/ 3005785 w 5158787"/>
              <a:gd name="connsiteY9962" fmla="*/ 3118852 h 4489084"/>
              <a:gd name="connsiteX9963" fmla="*/ 2996309 w 5158787"/>
              <a:gd name="connsiteY9963" fmla="*/ 3135317 h 4489084"/>
              <a:gd name="connsiteX9964" fmla="*/ 2995124 w 5158787"/>
              <a:gd name="connsiteY9964" fmla="*/ 3135968 h 4489084"/>
              <a:gd name="connsiteX9965" fmla="*/ 2976113 w 5158787"/>
              <a:gd name="connsiteY9965" fmla="*/ 3135968 h 4489084"/>
              <a:gd name="connsiteX9966" fmla="*/ 2974929 w 5158787"/>
              <a:gd name="connsiteY9966" fmla="*/ 3135317 h 4489084"/>
              <a:gd name="connsiteX9967" fmla="*/ 2965453 w 5158787"/>
              <a:gd name="connsiteY9967" fmla="*/ 3118852 h 4489084"/>
              <a:gd name="connsiteX9968" fmla="*/ 2965453 w 5158787"/>
              <a:gd name="connsiteY9968" fmla="*/ 3117490 h 4489084"/>
              <a:gd name="connsiteX9969" fmla="*/ 2974929 w 5158787"/>
              <a:gd name="connsiteY9969" fmla="*/ 3101026 h 4489084"/>
              <a:gd name="connsiteX9970" fmla="*/ 2976113 w 5158787"/>
              <a:gd name="connsiteY9970" fmla="*/ 3100374 h 4489084"/>
              <a:gd name="connsiteX9971" fmla="*/ 2907827 w 5158787"/>
              <a:gd name="connsiteY9971" fmla="*/ 3099012 h 4489084"/>
              <a:gd name="connsiteX9972" fmla="*/ 2928259 w 5158787"/>
              <a:gd name="connsiteY9972" fmla="*/ 3099012 h 4489084"/>
              <a:gd name="connsiteX9973" fmla="*/ 2929503 w 5158787"/>
              <a:gd name="connsiteY9973" fmla="*/ 3099723 h 4489084"/>
              <a:gd name="connsiteX9974" fmla="*/ 2939690 w 5158787"/>
              <a:gd name="connsiteY9974" fmla="*/ 3117431 h 4489084"/>
              <a:gd name="connsiteX9975" fmla="*/ 2939690 w 5158787"/>
              <a:gd name="connsiteY9975" fmla="*/ 3118852 h 4489084"/>
              <a:gd name="connsiteX9976" fmla="*/ 2929443 w 5158787"/>
              <a:gd name="connsiteY9976" fmla="*/ 3136561 h 4489084"/>
              <a:gd name="connsiteX9977" fmla="*/ 2928200 w 5158787"/>
              <a:gd name="connsiteY9977" fmla="*/ 3137272 h 4489084"/>
              <a:gd name="connsiteX9978" fmla="*/ 2907767 w 5158787"/>
              <a:gd name="connsiteY9978" fmla="*/ 3137272 h 4489084"/>
              <a:gd name="connsiteX9979" fmla="*/ 2906523 w 5158787"/>
              <a:gd name="connsiteY9979" fmla="*/ 3136561 h 4489084"/>
              <a:gd name="connsiteX9980" fmla="*/ 2896337 w 5158787"/>
              <a:gd name="connsiteY9980" fmla="*/ 3118852 h 4489084"/>
              <a:gd name="connsiteX9981" fmla="*/ 2896337 w 5158787"/>
              <a:gd name="connsiteY9981" fmla="*/ 3117431 h 4489084"/>
              <a:gd name="connsiteX9982" fmla="*/ 2906583 w 5158787"/>
              <a:gd name="connsiteY9982" fmla="*/ 3099723 h 4489084"/>
              <a:gd name="connsiteX9983" fmla="*/ 2907827 w 5158787"/>
              <a:gd name="connsiteY9983" fmla="*/ 3099012 h 4489084"/>
              <a:gd name="connsiteX9984" fmla="*/ 4598466 w 5158787"/>
              <a:gd name="connsiteY9984" fmla="*/ 3098834 h 4489084"/>
              <a:gd name="connsiteX9985" fmla="*/ 4619135 w 5158787"/>
              <a:gd name="connsiteY9985" fmla="*/ 3098834 h 4489084"/>
              <a:gd name="connsiteX9986" fmla="*/ 4620379 w 5158787"/>
              <a:gd name="connsiteY9986" fmla="*/ 3099545 h 4489084"/>
              <a:gd name="connsiteX9987" fmla="*/ 4630684 w 5158787"/>
              <a:gd name="connsiteY9987" fmla="*/ 3117430 h 4489084"/>
              <a:gd name="connsiteX9988" fmla="*/ 4630684 w 5158787"/>
              <a:gd name="connsiteY9988" fmla="*/ 3118911 h 4489084"/>
              <a:gd name="connsiteX9989" fmla="*/ 4620379 w 5158787"/>
              <a:gd name="connsiteY9989" fmla="*/ 3136797 h 4489084"/>
              <a:gd name="connsiteX9990" fmla="*/ 4619135 w 5158787"/>
              <a:gd name="connsiteY9990" fmla="*/ 3137508 h 4489084"/>
              <a:gd name="connsiteX9991" fmla="*/ 4598466 w 5158787"/>
              <a:gd name="connsiteY9991" fmla="*/ 3137508 h 4489084"/>
              <a:gd name="connsiteX9992" fmla="*/ 4597221 w 5158787"/>
              <a:gd name="connsiteY9992" fmla="*/ 3136797 h 4489084"/>
              <a:gd name="connsiteX9993" fmla="*/ 4586916 w 5158787"/>
              <a:gd name="connsiteY9993" fmla="*/ 3118911 h 4489084"/>
              <a:gd name="connsiteX9994" fmla="*/ 4586916 w 5158787"/>
              <a:gd name="connsiteY9994" fmla="*/ 3117430 h 4489084"/>
              <a:gd name="connsiteX9995" fmla="*/ 4597221 w 5158787"/>
              <a:gd name="connsiteY9995" fmla="*/ 3099545 h 4489084"/>
              <a:gd name="connsiteX9996" fmla="*/ 4598466 w 5158787"/>
              <a:gd name="connsiteY9996" fmla="*/ 3098834 h 4489084"/>
              <a:gd name="connsiteX9997" fmla="*/ 5004217 w 5158787"/>
              <a:gd name="connsiteY9997" fmla="*/ 3098716 h 4489084"/>
              <a:gd name="connsiteX9998" fmla="*/ 5024946 w 5158787"/>
              <a:gd name="connsiteY9998" fmla="*/ 3098716 h 4489084"/>
              <a:gd name="connsiteX9999" fmla="*/ 5026190 w 5158787"/>
              <a:gd name="connsiteY9999" fmla="*/ 3099427 h 4489084"/>
              <a:gd name="connsiteX10000" fmla="*/ 5036554 w 5158787"/>
              <a:gd name="connsiteY10000" fmla="*/ 3117431 h 4489084"/>
              <a:gd name="connsiteX10001" fmla="*/ 5036554 w 5158787"/>
              <a:gd name="connsiteY10001" fmla="*/ 3118912 h 4489084"/>
              <a:gd name="connsiteX10002" fmla="*/ 5026190 w 5158787"/>
              <a:gd name="connsiteY10002" fmla="*/ 3136916 h 4489084"/>
              <a:gd name="connsiteX10003" fmla="*/ 5024946 w 5158787"/>
              <a:gd name="connsiteY10003" fmla="*/ 3137627 h 4489084"/>
              <a:gd name="connsiteX10004" fmla="*/ 5004217 w 5158787"/>
              <a:gd name="connsiteY10004" fmla="*/ 3137627 h 4489084"/>
              <a:gd name="connsiteX10005" fmla="*/ 5002973 w 5158787"/>
              <a:gd name="connsiteY10005" fmla="*/ 3136916 h 4489084"/>
              <a:gd name="connsiteX10006" fmla="*/ 4992609 w 5158787"/>
              <a:gd name="connsiteY10006" fmla="*/ 3118912 h 4489084"/>
              <a:gd name="connsiteX10007" fmla="*/ 4992609 w 5158787"/>
              <a:gd name="connsiteY10007" fmla="*/ 3117431 h 4489084"/>
              <a:gd name="connsiteX10008" fmla="*/ 5002973 w 5158787"/>
              <a:gd name="connsiteY10008" fmla="*/ 3099427 h 4489084"/>
              <a:gd name="connsiteX10009" fmla="*/ 5004217 w 5158787"/>
              <a:gd name="connsiteY10009" fmla="*/ 3098716 h 4489084"/>
              <a:gd name="connsiteX10010" fmla="*/ 4665805 w 5158787"/>
              <a:gd name="connsiteY10010" fmla="*/ 3098301 h 4489084"/>
              <a:gd name="connsiteX10011" fmla="*/ 4687007 w 5158787"/>
              <a:gd name="connsiteY10011" fmla="*/ 3098301 h 4489084"/>
              <a:gd name="connsiteX10012" fmla="*/ 4688310 w 5158787"/>
              <a:gd name="connsiteY10012" fmla="*/ 3099071 h 4489084"/>
              <a:gd name="connsiteX10013" fmla="*/ 4698911 w 5158787"/>
              <a:gd name="connsiteY10013" fmla="*/ 3117431 h 4489084"/>
              <a:gd name="connsiteX10014" fmla="*/ 4698911 w 5158787"/>
              <a:gd name="connsiteY10014" fmla="*/ 3118911 h 4489084"/>
              <a:gd name="connsiteX10015" fmla="*/ 4688310 w 5158787"/>
              <a:gd name="connsiteY10015" fmla="*/ 3137271 h 4489084"/>
              <a:gd name="connsiteX10016" fmla="*/ 4687007 w 5158787"/>
              <a:gd name="connsiteY10016" fmla="*/ 3138041 h 4489084"/>
              <a:gd name="connsiteX10017" fmla="*/ 4665805 w 5158787"/>
              <a:gd name="connsiteY10017" fmla="*/ 3138041 h 4489084"/>
              <a:gd name="connsiteX10018" fmla="*/ 4664502 w 5158787"/>
              <a:gd name="connsiteY10018" fmla="*/ 3137271 h 4489084"/>
              <a:gd name="connsiteX10019" fmla="*/ 4653900 w 5158787"/>
              <a:gd name="connsiteY10019" fmla="*/ 3118911 h 4489084"/>
              <a:gd name="connsiteX10020" fmla="*/ 4653900 w 5158787"/>
              <a:gd name="connsiteY10020" fmla="*/ 3117431 h 4489084"/>
              <a:gd name="connsiteX10021" fmla="*/ 4664502 w 5158787"/>
              <a:gd name="connsiteY10021" fmla="*/ 3099071 h 4489084"/>
              <a:gd name="connsiteX10022" fmla="*/ 4665805 w 5158787"/>
              <a:gd name="connsiteY10022" fmla="*/ 3098301 h 4489084"/>
              <a:gd name="connsiteX10023" fmla="*/ 2772141 w 5158787"/>
              <a:gd name="connsiteY10023" fmla="*/ 3098301 h 4489084"/>
              <a:gd name="connsiteX10024" fmla="*/ 2793344 w 5158787"/>
              <a:gd name="connsiteY10024" fmla="*/ 3098301 h 4489084"/>
              <a:gd name="connsiteX10025" fmla="*/ 2794647 w 5158787"/>
              <a:gd name="connsiteY10025" fmla="*/ 3099071 h 4489084"/>
              <a:gd name="connsiteX10026" fmla="*/ 2805248 w 5158787"/>
              <a:gd name="connsiteY10026" fmla="*/ 3117431 h 4489084"/>
              <a:gd name="connsiteX10027" fmla="*/ 2805248 w 5158787"/>
              <a:gd name="connsiteY10027" fmla="*/ 3118911 h 4489084"/>
              <a:gd name="connsiteX10028" fmla="*/ 2794647 w 5158787"/>
              <a:gd name="connsiteY10028" fmla="*/ 3137271 h 4489084"/>
              <a:gd name="connsiteX10029" fmla="*/ 2793344 w 5158787"/>
              <a:gd name="connsiteY10029" fmla="*/ 3138041 h 4489084"/>
              <a:gd name="connsiteX10030" fmla="*/ 2772141 w 5158787"/>
              <a:gd name="connsiteY10030" fmla="*/ 3138041 h 4489084"/>
              <a:gd name="connsiteX10031" fmla="*/ 2770838 w 5158787"/>
              <a:gd name="connsiteY10031" fmla="*/ 3137271 h 4489084"/>
              <a:gd name="connsiteX10032" fmla="*/ 2760237 w 5158787"/>
              <a:gd name="connsiteY10032" fmla="*/ 3118911 h 4489084"/>
              <a:gd name="connsiteX10033" fmla="*/ 2760237 w 5158787"/>
              <a:gd name="connsiteY10033" fmla="*/ 3117431 h 4489084"/>
              <a:gd name="connsiteX10034" fmla="*/ 2770838 w 5158787"/>
              <a:gd name="connsiteY10034" fmla="*/ 3099071 h 4489084"/>
              <a:gd name="connsiteX10035" fmla="*/ 2772141 w 5158787"/>
              <a:gd name="connsiteY10035" fmla="*/ 3098301 h 4489084"/>
              <a:gd name="connsiteX10036" fmla="*/ 4935990 w 5158787"/>
              <a:gd name="connsiteY10036" fmla="*/ 3097709 h 4489084"/>
              <a:gd name="connsiteX10037" fmla="*/ 4957844 w 5158787"/>
              <a:gd name="connsiteY10037" fmla="*/ 3097709 h 4489084"/>
              <a:gd name="connsiteX10038" fmla="*/ 4959206 w 5158787"/>
              <a:gd name="connsiteY10038" fmla="*/ 3098479 h 4489084"/>
              <a:gd name="connsiteX10039" fmla="*/ 4970104 w 5158787"/>
              <a:gd name="connsiteY10039" fmla="*/ 3117431 h 4489084"/>
              <a:gd name="connsiteX10040" fmla="*/ 4970104 w 5158787"/>
              <a:gd name="connsiteY10040" fmla="*/ 3118971 h 4489084"/>
              <a:gd name="connsiteX10041" fmla="*/ 4959147 w 5158787"/>
              <a:gd name="connsiteY10041" fmla="*/ 3137923 h 4489084"/>
              <a:gd name="connsiteX10042" fmla="*/ 4957784 w 5158787"/>
              <a:gd name="connsiteY10042" fmla="*/ 3138693 h 4489084"/>
              <a:gd name="connsiteX10043" fmla="*/ 4935931 w 5158787"/>
              <a:gd name="connsiteY10043" fmla="*/ 3138693 h 4489084"/>
              <a:gd name="connsiteX10044" fmla="*/ 4934569 w 5158787"/>
              <a:gd name="connsiteY10044" fmla="*/ 3137923 h 4489084"/>
              <a:gd name="connsiteX10045" fmla="*/ 4923671 w 5158787"/>
              <a:gd name="connsiteY10045" fmla="*/ 3118971 h 4489084"/>
              <a:gd name="connsiteX10046" fmla="*/ 4923671 w 5158787"/>
              <a:gd name="connsiteY10046" fmla="*/ 3117431 h 4489084"/>
              <a:gd name="connsiteX10047" fmla="*/ 4934628 w 5158787"/>
              <a:gd name="connsiteY10047" fmla="*/ 3098479 h 4489084"/>
              <a:gd name="connsiteX10048" fmla="*/ 4935990 w 5158787"/>
              <a:gd name="connsiteY10048" fmla="*/ 3097709 h 4489084"/>
              <a:gd name="connsiteX10049" fmla="*/ 2704151 w 5158787"/>
              <a:gd name="connsiteY10049" fmla="*/ 3097590 h 4489084"/>
              <a:gd name="connsiteX10050" fmla="*/ 2726124 w 5158787"/>
              <a:gd name="connsiteY10050" fmla="*/ 3097590 h 4489084"/>
              <a:gd name="connsiteX10051" fmla="*/ 2727486 w 5158787"/>
              <a:gd name="connsiteY10051" fmla="*/ 3098360 h 4489084"/>
              <a:gd name="connsiteX10052" fmla="*/ 2738442 w 5158787"/>
              <a:gd name="connsiteY10052" fmla="*/ 3117371 h 4489084"/>
              <a:gd name="connsiteX10053" fmla="*/ 2738442 w 5158787"/>
              <a:gd name="connsiteY10053" fmla="*/ 3118911 h 4489084"/>
              <a:gd name="connsiteX10054" fmla="*/ 2727427 w 5158787"/>
              <a:gd name="connsiteY10054" fmla="*/ 3137922 h 4489084"/>
              <a:gd name="connsiteX10055" fmla="*/ 2726065 w 5158787"/>
              <a:gd name="connsiteY10055" fmla="*/ 3138692 h 4489084"/>
              <a:gd name="connsiteX10056" fmla="*/ 2704092 w 5158787"/>
              <a:gd name="connsiteY10056" fmla="*/ 3138692 h 4489084"/>
              <a:gd name="connsiteX10057" fmla="*/ 2702730 w 5158787"/>
              <a:gd name="connsiteY10057" fmla="*/ 3137922 h 4489084"/>
              <a:gd name="connsiteX10058" fmla="*/ 2691773 w 5158787"/>
              <a:gd name="connsiteY10058" fmla="*/ 3118911 h 4489084"/>
              <a:gd name="connsiteX10059" fmla="*/ 2691773 w 5158787"/>
              <a:gd name="connsiteY10059" fmla="*/ 3117371 h 4489084"/>
              <a:gd name="connsiteX10060" fmla="*/ 2702789 w 5158787"/>
              <a:gd name="connsiteY10060" fmla="*/ 3098360 h 4489084"/>
              <a:gd name="connsiteX10061" fmla="*/ 2704151 w 5158787"/>
              <a:gd name="connsiteY10061" fmla="*/ 3097590 h 4489084"/>
              <a:gd name="connsiteX10062" fmla="*/ 4800602 w 5158787"/>
              <a:gd name="connsiteY10062" fmla="*/ 3097472 h 4489084"/>
              <a:gd name="connsiteX10063" fmla="*/ 4822692 w 5158787"/>
              <a:gd name="connsiteY10063" fmla="*/ 3097472 h 4489084"/>
              <a:gd name="connsiteX10064" fmla="*/ 4824055 w 5158787"/>
              <a:gd name="connsiteY10064" fmla="*/ 3098242 h 4489084"/>
              <a:gd name="connsiteX10065" fmla="*/ 4835070 w 5158787"/>
              <a:gd name="connsiteY10065" fmla="*/ 3117372 h 4489084"/>
              <a:gd name="connsiteX10066" fmla="*/ 4835070 w 5158787"/>
              <a:gd name="connsiteY10066" fmla="*/ 3118911 h 4489084"/>
              <a:gd name="connsiteX10067" fmla="*/ 4823995 w 5158787"/>
              <a:gd name="connsiteY10067" fmla="*/ 3138041 h 4489084"/>
              <a:gd name="connsiteX10068" fmla="*/ 4822633 w 5158787"/>
              <a:gd name="connsiteY10068" fmla="*/ 3138811 h 4489084"/>
              <a:gd name="connsiteX10069" fmla="*/ 4800542 w 5158787"/>
              <a:gd name="connsiteY10069" fmla="*/ 3138811 h 4489084"/>
              <a:gd name="connsiteX10070" fmla="*/ 4799180 w 5158787"/>
              <a:gd name="connsiteY10070" fmla="*/ 3138041 h 4489084"/>
              <a:gd name="connsiteX10071" fmla="*/ 4788164 w 5158787"/>
              <a:gd name="connsiteY10071" fmla="*/ 3118911 h 4489084"/>
              <a:gd name="connsiteX10072" fmla="*/ 4788164 w 5158787"/>
              <a:gd name="connsiteY10072" fmla="*/ 3117372 h 4489084"/>
              <a:gd name="connsiteX10073" fmla="*/ 4799240 w 5158787"/>
              <a:gd name="connsiteY10073" fmla="*/ 3098242 h 4489084"/>
              <a:gd name="connsiteX10074" fmla="*/ 4800602 w 5158787"/>
              <a:gd name="connsiteY10074" fmla="*/ 3097472 h 4489084"/>
              <a:gd name="connsiteX10075" fmla="*/ 4733025 w 5158787"/>
              <a:gd name="connsiteY10075" fmla="*/ 3097472 h 4489084"/>
              <a:gd name="connsiteX10076" fmla="*/ 4755116 w 5158787"/>
              <a:gd name="connsiteY10076" fmla="*/ 3097472 h 4489084"/>
              <a:gd name="connsiteX10077" fmla="*/ 4756478 w 5158787"/>
              <a:gd name="connsiteY10077" fmla="*/ 3098242 h 4489084"/>
              <a:gd name="connsiteX10078" fmla="*/ 4767494 w 5158787"/>
              <a:gd name="connsiteY10078" fmla="*/ 3117372 h 4489084"/>
              <a:gd name="connsiteX10079" fmla="*/ 4767494 w 5158787"/>
              <a:gd name="connsiteY10079" fmla="*/ 3118911 h 4489084"/>
              <a:gd name="connsiteX10080" fmla="*/ 4756419 w 5158787"/>
              <a:gd name="connsiteY10080" fmla="*/ 3138041 h 4489084"/>
              <a:gd name="connsiteX10081" fmla="*/ 4755057 w 5158787"/>
              <a:gd name="connsiteY10081" fmla="*/ 3138811 h 4489084"/>
              <a:gd name="connsiteX10082" fmla="*/ 4732966 w 5158787"/>
              <a:gd name="connsiteY10082" fmla="*/ 3138811 h 4489084"/>
              <a:gd name="connsiteX10083" fmla="*/ 4731604 w 5158787"/>
              <a:gd name="connsiteY10083" fmla="*/ 3138041 h 4489084"/>
              <a:gd name="connsiteX10084" fmla="*/ 4720588 w 5158787"/>
              <a:gd name="connsiteY10084" fmla="*/ 3118911 h 4489084"/>
              <a:gd name="connsiteX10085" fmla="*/ 4720588 w 5158787"/>
              <a:gd name="connsiteY10085" fmla="*/ 3117372 h 4489084"/>
              <a:gd name="connsiteX10086" fmla="*/ 4731663 w 5158787"/>
              <a:gd name="connsiteY10086" fmla="*/ 3098242 h 4489084"/>
              <a:gd name="connsiteX10087" fmla="*/ 4733025 w 5158787"/>
              <a:gd name="connsiteY10087" fmla="*/ 3097472 h 4489084"/>
              <a:gd name="connsiteX10088" fmla="*/ 2636397 w 5158787"/>
              <a:gd name="connsiteY10088" fmla="*/ 3097412 h 4489084"/>
              <a:gd name="connsiteX10089" fmla="*/ 2658607 w 5158787"/>
              <a:gd name="connsiteY10089" fmla="*/ 3097412 h 4489084"/>
              <a:gd name="connsiteX10090" fmla="*/ 2659969 w 5158787"/>
              <a:gd name="connsiteY10090" fmla="*/ 3098182 h 4489084"/>
              <a:gd name="connsiteX10091" fmla="*/ 2671044 w 5158787"/>
              <a:gd name="connsiteY10091" fmla="*/ 3117430 h 4489084"/>
              <a:gd name="connsiteX10092" fmla="*/ 2671044 w 5158787"/>
              <a:gd name="connsiteY10092" fmla="*/ 3118970 h 4489084"/>
              <a:gd name="connsiteX10093" fmla="*/ 2659969 w 5158787"/>
              <a:gd name="connsiteY10093" fmla="*/ 3138218 h 4489084"/>
              <a:gd name="connsiteX10094" fmla="*/ 2658607 w 5158787"/>
              <a:gd name="connsiteY10094" fmla="*/ 3138988 h 4489084"/>
              <a:gd name="connsiteX10095" fmla="*/ 2636397 w 5158787"/>
              <a:gd name="connsiteY10095" fmla="*/ 3138988 h 4489084"/>
              <a:gd name="connsiteX10096" fmla="*/ 2635035 w 5158787"/>
              <a:gd name="connsiteY10096" fmla="*/ 3138218 h 4489084"/>
              <a:gd name="connsiteX10097" fmla="*/ 2623960 w 5158787"/>
              <a:gd name="connsiteY10097" fmla="*/ 3118970 h 4489084"/>
              <a:gd name="connsiteX10098" fmla="*/ 2623960 w 5158787"/>
              <a:gd name="connsiteY10098" fmla="*/ 3117430 h 4489084"/>
              <a:gd name="connsiteX10099" fmla="*/ 2635035 w 5158787"/>
              <a:gd name="connsiteY10099" fmla="*/ 3098182 h 4489084"/>
              <a:gd name="connsiteX10100" fmla="*/ 2636397 w 5158787"/>
              <a:gd name="connsiteY10100" fmla="*/ 3097412 h 4489084"/>
              <a:gd name="connsiteX10101" fmla="*/ 2230587 w 5158787"/>
              <a:gd name="connsiteY10101" fmla="*/ 3097412 h 4489084"/>
              <a:gd name="connsiteX10102" fmla="*/ 2252797 w 5158787"/>
              <a:gd name="connsiteY10102" fmla="*/ 3097412 h 4489084"/>
              <a:gd name="connsiteX10103" fmla="*/ 2254159 w 5158787"/>
              <a:gd name="connsiteY10103" fmla="*/ 3098182 h 4489084"/>
              <a:gd name="connsiteX10104" fmla="*/ 2265234 w 5158787"/>
              <a:gd name="connsiteY10104" fmla="*/ 3117430 h 4489084"/>
              <a:gd name="connsiteX10105" fmla="*/ 2265234 w 5158787"/>
              <a:gd name="connsiteY10105" fmla="*/ 3118970 h 4489084"/>
              <a:gd name="connsiteX10106" fmla="*/ 2254159 w 5158787"/>
              <a:gd name="connsiteY10106" fmla="*/ 3138218 h 4489084"/>
              <a:gd name="connsiteX10107" fmla="*/ 2252797 w 5158787"/>
              <a:gd name="connsiteY10107" fmla="*/ 3138988 h 4489084"/>
              <a:gd name="connsiteX10108" fmla="*/ 2230587 w 5158787"/>
              <a:gd name="connsiteY10108" fmla="*/ 3138988 h 4489084"/>
              <a:gd name="connsiteX10109" fmla="*/ 2229225 w 5158787"/>
              <a:gd name="connsiteY10109" fmla="*/ 3138218 h 4489084"/>
              <a:gd name="connsiteX10110" fmla="*/ 2218150 w 5158787"/>
              <a:gd name="connsiteY10110" fmla="*/ 3118970 h 4489084"/>
              <a:gd name="connsiteX10111" fmla="*/ 2218150 w 5158787"/>
              <a:gd name="connsiteY10111" fmla="*/ 3117430 h 4489084"/>
              <a:gd name="connsiteX10112" fmla="*/ 2229225 w 5158787"/>
              <a:gd name="connsiteY10112" fmla="*/ 3098182 h 4489084"/>
              <a:gd name="connsiteX10113" fmla="*/ 2230587 w 5158787"/>
              <a:gd name="connsiteY10113" fmla="*/ 3097412 h 4489084"/>
              <a:gd name="connsiteX10114" fmla="*/ 2839185 w 5158787"/>
              <a:gd name="connsiteY10114" fmla="*/ 3097176 h 4489084"/>
              <a:gd name="connsiteX10115" fmla="*/ 2861572 w 5158787"/>
              <a:gd name="connsiteY10115" fmla="*/ 3097176 h 4489084"/>
              <a:gd name="connsiteX10116" fmla="*/ 2862934 w 5158787"/>
              <a:gd name="connsiteY10116" fmla="*/ 3097946 h 4489084"/>
              <a:gd name="connsiteX10117" fmla="*/ 2874128 w 5158787"/>
              <a:gd name="connsiteY10117" fmla="*/ 3117372 h 4489084"/>
              <a:gd name="connsiteX10118" fmla="*/ 2874128 w 5158787"/>
              <a:gd name="connsiteY10118" fmla="*/ 3118971 h 4489084"/>
              <a:gd name="connsiteX10119" fmla="*/ 2862934 w 5158787"/>
              <a:gd name="connsiteY10119" fmla="*/ 3138397 h 4489084"/>
              <a:gd name="connsiteX10120" fmla="*/ 2861572 w 5158787"/>
              <a:gd name="connsiteY10120" fmla="*/ 3139167 h 4489084"/>
              <a:gd name="connsiteX10121" fmla="*/ 2839185 w 5158787"/>
              <a:gd name="connsiteY10121" fmla="*/ 3139167 h 4489084"/>
              <a:gd name="connsiteX10122" fmla="*/ 2837823 w 5158787"/>
              <a:gd name="connsiteY10122" fmla="*/ 3138397 h 4489084"/>
              <a:gd name="connsiteX10123" fmla="*/ 2826629 w 5158787"/>
              <a:gd name="connsiteY10123" fmla="*/ 3118971 h 4489084"/>
              <a:gd name="connsiteX10124" fmla="*/ 2826629 w 5158787"/>
              <a:gd name="connsiteY10124" fmla="*/ 3117372 h 4489084"/>
              <a:gd name="connsiteX10125" fmla="*/ 2837823 w 5158787"/>
              <a:gd name="connsiteY10125" fmla="*/ 3097946 h 4489084"/>
              <a:gd name="connsiteX10126" fmla="*/ 2839185 w 5158787"/>
              <a:gd name="connsiteY10126" fmla="*/ 3097176 h 4489084"/>
              <a:gd name="connsiteX10127" fmla="*/ 2433434 w 5158787"/>
              <a:gd name="connsiteY10127" fmla="*/ 3097176 h 4489084"/>
              <a:gd name="connsiteX10128" fmla="*/ 2455821 w 5158787"/>
              <a:gd name="connsiteY10128" fmla="*/ 3097176 h 4489084"/>
              <a:gd name="connsiteX10129" fmla="*/ 2457183 w 5158787"/>
              <a:gd name="connsiteY10129" fmla="*/ 3097946 h 4489084"/>
              <a:gd name="connsiteX10130" fmla="*/ 2468377 w 5158787"/>
              <a:gd name="connsiteY10130" fmla="*/ 3117372 h 4489084"/>
              <a:gd name="connsiteX10131" fmla="*/ 2468377 w 5158787"/>
              <a:gd name="connsiteY10131" fmla="*/ 3118971 h 4489084"/>
              <a:gd name="connsiteX10132" fmla="*/ 2457183 w 5158787"/>
              <a:gd name="connsiteY10132" fmla="*/ 3138397 h 4489084"/>
              <a:gd name="connsiteX10133" fmla="*/ 2455821 w 5158787"/>
              <a:gd name="connsiteY10133" fmla="*/ 3139167 h 4489084"/>
              <a:gd name="connsiteX10134" fmla="*/ 2433434 w 5158787"/>
              <a:gd name="connsiteY10134" fmla="*/ 3139167 h 4489084"/>
              <a:gd name="connsiteX10135" fmla="*/ 2432072 w 5158787"/>
              <a:gd name="connsiteY10135" fmla="*/ 3138397 h 4489084"/>
              <a:gd name="connsiteX10136" fmla="*/ 2420878 w 5158787"/>
              <a:gd name="connsiteY10136" fmla="*/ 3118971 h 4489084"/>
              <a:gd name="connsiteX10137" fmla="*/ 2420878 w 5158787"/>
              <a:gd name="connsiteY10137" fmla="*/ 3117372 h 4489084"/>
              <a:gd name="connsiteX10138" fmla="*/ 2432072 w 5158787"/>
              <a:gd name="connsiteY10138" fmla="*/ 3097946 h 4489084"/>
              <a:gd name="connsiteX10139" fmla="*/ 2433434 w 5158787"/>
              <a:gd name="connsiteY10139" fmla="*/ 3097176 h 4489084"/>
              <a:gd name="connsiteX10140" fmla="*/ 4868058 w 5158787"/>
              <a:gd name="connsiteY10140" fmla="*/ 3097057 h 4489084"/>
              <a:gd name="connsiteX10141" fmla="*/ 4890563 w 5158787"/>
              <a:gd name="connsiteY10141" fmla="*/ 3097057 h 4489084"/>
              <a:gd name="connsiteX10142" fmla="*/ 4891925 w 5158787"/>
              <a:gd name="connsiteY10142" fmla="*/ 3097827 h 4489084"/>
              <a:gd name="connsiteX10143" fmla="*/ 4903178 w 5158787"/>
              <a:gd name="connsiteY10143" fmla="*/ 3117312 h 4489084"/>
              <a:gd name="connsiteX10144" fmla="*/ 4903178 w 5158787"/>
              <a:gd name="connsiteY10144" fmla="*/ 3118911 h 4489084"/>
              <a:gd name="connsiteX10145" fmla="*/ 4891925 w 5158787"/>
              <a:gd name="connsiteY10145" fmla="*/ 3138396 h 4489084"/>
              <a:gd name="connsiteX10146" fmla="*/ 4890563 w 5158787"/>
              <a:gd name="connsiteY10146" fmla="*/ 3139166 h 4489084"/>
              <a:gd name="connsiteX10147" fmla="*/ 4868058 w 5158787"/>
              <a:gd name="connsiteY10147" fmla="*/ 3139166 h 4489084"/>
              <a:gd name="connsiteX10148" fmla="*/ 4866695 w 5158787"/>
              <a:gd name="connsiteY10148" fmla="*/ 3138396 h 4489084"/>
              <a:gd name="connsiteX10149" fmla="*/ 4855443 w 5158787"/>
              <a:gd name="connsiteY10149" fmla="*/ 3118911 h 4489084"/>
              <a:gd name="connsiteX10150" fmla="*/ 4855443 w 5158787"/>
              <a:gd name="connsiteY10150" fmla="*/ 3117312 h 4489084"/>
              <a:gd name="connsiteX10151" fmla="*/ 4866695 w 5158787"/>
              <a:gd name="connsiteY10151" fmla="*/ 3097827 h 4489084"/>
              <a:gd name="connsiteX10152" fmla="*/ 4868058 w 5158787"/>
              <a:gd name="connsiteY10152" fmla="*/ 3097057 h 4489084"/>
              <a:gd name="connsiteX10153" fmla="*/ 2568644 w 5158787"/>
              <a:gd name="connsiteY10153" fmla="*/ 3097057 h 4489084"/>
              <a:gd name="connsiteX10154" fmla="*/ 2591149 w 5158787"/>
              <a:gd name="connsiteY10154" fmla="*/ 3097057 h 4489084"/>
              <a:gd name="connsiteX10155" fmla="*/ 2592512 w 5158787"/>
              <a:gd name="connsiteY10155" fmla="*/ 3097827 h 4489084"/>
              <a:gd name="connsiteX10156" fmla="*/ 2603764 w 5158787"/>
              <a:gd name="connsiteY10156" fmla="*/ 3117312 h 4489084"/>
              <a:gd name="connsiteX10157" fmla="*/ 2603764 w 5158787"/>
              <a:gd name="connsiteY10157" fmla="*/ 3118911 h 4489084"/>
              <a:gd name="connsiteX10158" fmla="*/ 2592512 w 5158787"/>
              <a:gd name="connsiteY10158" fmla="*/ 3138396 h 4489084"/>
              <a:gd name="connsiteX10159" fmla="*/ 2591149 w 5158787"/>
              <a:gd name="connsiteY10159" fmla="*/ 3139166 h 4489084"/>
              <a:gd name="connsiteX10160" fmla="*/ 2568644 w 5158787"/>
              <a:gd name="connsiteY10160" fmla="*/ 3139166 h 4489084"/>
              <a:gd name="connsiteX10161" fmla="*/ 2567282 w 5158787"/>
              <a:gd name="connsiteY10161" fmla="*/ 3138396 h 4489084"/>
              <a:gd name="connsiteX10162" fmla="*/ 2556029 w 5158787"/>
              <a:gd name="connsiteY10162" fmla="*/ 3118911 h 4489084"/>
              <a:gd name="connsiteX10163" fmla="*/ 2556029 w 5158787"/>
              <a:gd name="connsiteY10163" fmla="*/ 3117312 h 4489084"/>
              <a:gd name="connsiteX10164" fmla="*/ 2567282 w 5158787"/>
              <a:gd name="connsiteY10164" fmla="*/ 3097827 h 4489084"/>
              <a:gd name="connsiteX10165" fmla="*/ 2568644 w 5158787"/>
              <a:gd name="connsiteY10165" fmla="*/ 3097057 h 4489084"/>
              <a:gd name="connsiteX10166" fmla="*/ 2365680 w 5158787"/>
              <a:gd name="connsiteY10166" fmla="*/ 3096998 h 4489084"/>
              <a:gd name="connsiteX10167" fmla="*/ 2388304 w 5158787"/>
              <a:gd name="connsiteY10167" fmla="*/ 3096998 h 4489084"/>
              <a:gd name="connsiteX10168" fmla="*/ 2389667 w 5158787"/>
              <a:gd name="connsiteY10168" fmla="*/ 3097827 h 4489084"/>
              <a:gd name="connsiteX10169" fmla="*/ 2400978 w 5158787"/>
              <a:gd name="connsiteY10169" fmla="*/ 3117431 h 4489084"/>
              <a:gd name="connsiteX10170" fmla="*/ 2400978 w 5158787"/>
              <a:gd name="connsiteY10170" fmla="*/ 3119030 h 4489084"/>
              <a:gd name="connsiteX10171" fmla="*/ 2389667 w 5158787"/>
              <a:gd name="connsiteY10171" fmla="*/ 3138633 h 4489084"/>
              <a:gd name="connsiteX10172" fmla="*/ 2388304 w 5158787"/>
              <a:gd name="connsiteY10172" fmla="*/ 3139463 h 4489084"/>
              <a:gd name="connsiteX10173" fmla="*/ 2365680 w 5158787"/>
              <a:gd name="connsiteY10173" fmla="*/ 3139463 h 4489084"/>
              <a:gd name="connsiteX10174" fmla="*/ 2364318 w 5158787"/>
              <a:gd name="connsiteY10174" fmla="*/ 3138633 h 4489084"/>
              <a:gd name="connsiteX10175" fmla="*/ 2353006 w 5158787"/>
              <a:gd name="connsiteY10175" fmla="*/ 3119030 h 4489084"/>
              <a:gd name="connsiteX10176" fmla="*/ 2353006 w 5158787"/>
              <a:gd name="connsiteY10176" fmla="*/ 3117431 h 4489084"/>
              <a:gd name="connsiteX10177" fmla="*/ 2364318 w 5158787"/>
              <a:gd name="connsiteY10177" fmla="*/ 3097827 h 4489084"/>
              <a:gd name="connsiteX10178" fmla="*/ 2365680 w 5158787"/>
              <a:gd name="connsiteY10178" fmla="*/ 3096998 h 4489084"/>
              <a:gd name="connsiteX10179" fmla="*/ 2297808 w 5158787"/>
              <a:gd name="connsiteY10179" fmla="*/ 3096465 h 4489084"/>
              <a:gd name="connsiteX10180" fmla="*/ 2320964 w 5158787"/>
              <a:gd name="connsiteY10180" fmla="*/ 3096465 h 4489084"/>
              <a:gd name="connsiteX10181" fmla="*/ 2322386 w 5158787"/>
              <a:gd name="connsiteY10181" fmla="*/ 3097294 h 4489084"/>
              <a:gd name="connsiteX10182" fmla="*/ 2333994 w 5158787"/>
              <a:gd name="connsiteY10182" fmla="*/ 3117371 h 4489084"/>
              <a:gd name="connsiteX10183" fmla="*/ 2333994 w 5158787"/>
              <a:gd name="connsiteY10183" fmla="*/ 3119030 h 4489084"/>
              <a:gd name="connsiteX10184" fmla="*/ 2322386 w 5158787"/>
              <a:gd name="connsiteY10184" fmla="*/ 3139107 h 4489084"/>
              <a:gd name="connsiteX10185" fmla="*/ 2320964 w 5158787"/>
              <a:gd name="connsiteY10185" fmla="*/ 3139936 h 4489084"/>
              <a:gd name="connsiteX10186" fmla="*/ 2297808 w 5158787"/>
              <a:gd name="connsiteY10186" fmla="*/ 3139936 h 4489084"/>
              <a:gd name="connsiteX10187" fmla="*/ 2296386 w 5158787"/>
              <a:gd name="connsiteY10187" fmla="*/ 3139107 h 4489084"/>
              <a:gd name="connsiteX10188" fmla="*/ 2284778 w 5158787"/>
              <a:gd name="connsiteY10188" fmla="*/ 3119030 h 4489084"/>
              <a:gd name="connsiteX10189" fmla="*/ 2284778 w 5158787"/>
              <a:gd name="connsiteY10189" fmla="*/ 3117371 h 4489084"/>
              <a:gd name="connsiteX10190" fmla="*/ 2296386 w 5158787"/>
              <a:gd name="connsiteY10190" fmla="*/ 3097294 h 4489084"/>
              <a:gd name="connsiteX10191" fmla="*/ 2297808 w 5158787"/>
              <a:gd name="connsiteY10191" fmla="*/ 3096465 h 4489084"/>
              <a:gd name="connsiteX10192" fmla="*/ 2500535 w 5158787"/>
              <a:gd name="connsiteY10192" fmla="*/ 3096228 h 4489084"/>
              <a:gd name="connsiteX10193" fmla="*/ 2523929 w 5158787"/>
              <a:gd name="connsiteY10193" fmla="*/ 3096228 h 4489084"/>
              <a:gd name="connsiteX10194" fmla="*/ 2525350 w 5158787"/>
              <a:gd name="connsiteY10194" fmla="*/ 3097057 h 4489084"/>
              <a:gd name="connsiteX10195" fmla="*/ 2537018 w 5158787"/>
              <a:gd name="connsiteY10195" fmla="*/ 3117312 h 4489084"/>
              <a:gd name="connsiteX10196" fmla="*/ 2537018 w 5158787"/>
              <a:gd name="connsiteY10196" fmla="*/ 3118970 h 4489084"/>
              <a:gd name="connsiteX10197" fmla="*/ 2525291 w 5158787"/>
              <a:gd name="connsiteY10197" fmla="*/ 3139225 h 4489084"/>
              <a:gd name="connsiteX10198" fmla="*/ 2523870 w 5158787"/>
              <a:gd name="connsiteY10198" fmla="*/ 3140054 h 4489084"/>
              <a:gd name="connsiteX10199" fmla="*/ 2500476 w 5158787"/>
              <a:gd name="connsiteY10199" fmla="*/ 3140054 h 4489084"/>
              <a:gd name="connsiteX10200" fmla="*/ 2499054 w 5158787"/>
              <a:gd name="connsiteY10200" fmla="*/ 3139225 h 4489084"/>
              <a:gd name="connsiteX10201" fmla="*/ 2487387 w 5158787"/>
              <a:gd name="connsiteY10201" fmla="*/ 3118970 h 4489084"/>
              <a:gd name="connsiteX10202" fmla="*/ 2487387 w 5158787"/>
              <a:gd name="connsiteY10202" fmla="*/ 3117312 h 4489084"/>
              <a:gd name="connsiteX10203" fmla="*/ 2499114 w 5158787"/>
              <a:gd name="connsiteY10203" fmla="*/ 3097057 h 4489084"/>
              <a:gd name="connsiteX10204" fmla="*/ 2500535 w 5158787"/>
              <a:gd name="connsiteY10204" fmla="*/ 3096228 h 4489084"/>
              <a:gd name="connsiteX10205" fmla="*/ 4263133 w 5158787"/>
              <a:gd name="connsiteY10205" fmla="*/ 3045591 h 4489084"/>
              <a:gd name="connsiteX10206" fmla="*/ 4278058 w 5158787"/>
              <a:gd name="connsiteY10206" fmla="*/ 3045591 h 4489084"/>
              <a:gd name="connsiteX10207" fmla="*/ 4278946 w 5158787"/>
              <a:gd name="connsiteY10207" fmla="*/ 3046124 h 4489084"/>
              <a:gd name="connsiteX10208" fmla="*/ 4286408 w 5158787"/>
              <a:gd name="connsiteY10208" fmla="*/ 3059035 h 4489084"/>
              <a:gd name="connsiteX10209" fmla="*/ 4286408 w 5158787"/>
              <a:gd name="connsiteY10209" fmla="*/ 3060101 h 4489084"/>
              <a:gd name="connsiteX10210" fmla="*/ 4278946 w 5158787"/>
              <a:gd name="connsiteY10210" fmla="*/ 3073012 h 4489084"/>
              <a:gd name="connsiteX10211" fmla="*/ 4278058 w 5158787"/>
              <a:gd name="connsiteY10211" fmla="*/ 3073545 h 4489084"/>
              <a:gd name="connsiteX10212" fmla="*/ 4263133 w 5158787"/>
              <a:gd name="connsiteY10212" fmla="*/ 3073545 h 4489084"/>
              <a:gd name="connsiteX10213" fmla="*/ 4262245 w 5158787"/>
              <a:gd name="connsiteY10213" fmla="*/ 3073012 h 4489084"/>
              <a:gd name="connsiteX10214" fmla="*/ 4254782 w 5158787"/>
              <a:gd name="connsiteY10214" fmla="*/ 3060101 h 4489084"/>
              <a:gd name="connsiteX10215" fmla="*/ 4254782 w 5158787"/>
              <a:gd name="connsiteY10215" fmla="*/ 3059035 h 4489084"/>
              <a:gd name="connsiteX10216" fmla="*/ 4262245 w 5158787"/>
              <a:gd name="connsiteY10216" fmla="*/ 3046124 h 4489084"/>
              <a:gd name="connsiteX10217" fmla="*/ 4263133 w 5158787"/>
              <a:gd name="connsiteY10217" fmla="*/ 3045591 h 4489084"/>
              <a:gd name="connsiteX10218" fmla="*/ 4127923 w 5158787"/>
              <a:gd name="connsiteY10218" fmla="*/ 3045591 h 4489084"/>
              <a:gd name="connsiteX10219" fmla="*/ 4142847 w 5158787"/>
              <a:gd name="connsiteY10219" fmla="*/ 3045591 h 4489084"/>
              <a:gd name="connsiteX10220" fmla="*/ 4143736 w 5158787"/>
              <a:gd name="connsiteY10220" fmla="*/ 3046124 h 4489084"/>
              <a:gd name="connsiteX10221" fmla="*/ 4151198 w 5158787"/>
              <a:gd name="connsiteY10221" fmla="*/ 3059035 h 4489084"/>
              <a:gd name="connsiteX10222" fmla="*/ 4151198 w 5158787"/>
              <a:gd name="connsiteY10222" fmla="*/ 3060101 h 4489084"/>
              <a:gd name="connsiteX10223" fmla="*/ 4143736 w 5158787"/>
              <a:gd name="connsiteY10223" fmla="*/ 3073012 h 4489084"/>
              <a:gd name="connsiteX10224" fmla="*/ 4142847 w 5158787"/>
              <a:gd name="connsiteY10224" fmla="*/ 3073545 h 4489084"/>
              <a:gd name="connsiteX10225" fmla="*/ 4127923 w 5158787"/>
              <a:gd name="connsiteY10225" fmla="*/ 3073545 h 4489084"/>
              <a:gd name="connsiteX10226" fmla="*/ 4127035 w 5158787"/>
              <a:gd name="connsiteY10226" fmla="*/ 3073012 h 4489084"/>
              <a:gd name="connsiteX10227" fmla="*/ 4119572 w 5158787"/>
              <a:gd name="connsiteY10227" fmla="*/ 3060101 h 4489084"/>
              <a:gd name="connsiteX10228" fmla="*/ 4119572 w 5158787"/>
              <a:gd name="connsiteY10228" fmla="*/ 3059035 h 4489084"/>
              <a:gd name="connsiteX10229" fmla="*/ 4127035 w 5158787"/>
              <a:gd name="connsiteY10229" fmla="*/ 3046124 h 4489084"/>
              <a:gd name="connsiteX10230" fmla="*/ 4127923 w 5158787"/>
              <a:gd name="connsiteY10230" fmla="*/ 3045591 h 4489084"/>
              <a:gd name="connsiteX10231" fmla="*/ 3789687 w 5158787"/>
              <a:gd name="connsiteY10231" fmla="*/ 3045413 h 4489084"/>
              <a:gd name="connsiteX10232" fmla="*/ 3804790 w 5158787"/>
              <a:gd name="connsiteY10232" fmla="*/ 3045413 h 4489084"/>
              <a:gd name="connsiteX10233" fmla="*/ 3805738 w 5158787"/>
              <a:gd name="connsiteY10233" fmla="*/ 3045946 h 4489084"/>
              <a:gd name="connsiteX10234" fmla="*/ 3813318 w 5158787"/>
              <a:gd name="connsiteY10234" fmla="*/ 3059035 h 4489084"/>
              <a:gd name="connsiteX10235" fmla="*/ 3813318 w 5158787"/>
              <a:gd name="connsiteY10235" fmla="*/ 3060101 h 4489084"/>
              <a:gd name="connsiteX10236" fmla="*/ 3805738 w 5158787"/>
              <a:gd name="connsiteY10236" fmla="*/ 3073190 h 4489084"/>
              <a:gd name="connsiteX10237" fmla="*/ 3804790 w 5158787"/>
              <a:gd name="connsiteY10237" fmla="*/ 3073722 h 4489084"/>
              <a:gd name="connsiteX10238" fmla="*/ 3789687 w 5158787"/>
              <a:gd name="connsiteY10238" fmla="*/ 3073722 h 4489084"/>
              <a:gd name="connsiteX10239" fmla="*/ 3788740 w 5158787"/>
              <a:gd name="connsiteY10239" fmla="*/ 3073190 h 4489084"/>
              <a:gd name="connsiteX10240" fmla="*/ 3781159 w 5158787"/>
              <a:gd name="connsiteY10240" fmla="*/ 3060101 h 4489084"/>
              <a:gd name="connsiteX10241" fmla="*/ 3781159 w 5158787"/>
              <a:gd name="connsiteY10241" fmla="*/ 3059035 h 4489084"/>
              <a:gd name="connsiteX10242" fmla="*/ 3788740 w 5158787"/>
              <a:gd name="connsiteY10242" fmla="*/ 3045946 h 4489084"/>
              <a:gd name="connsiteX10243" fmla="*/ 3789687 w 5158787"/>
              <a:gd name="connsiteY10243" fmla="*/ 3045413 h 4489084"/>
              <a:gd name="connsiteX10244" fmla="*/ 3992534 w 5158787"/>
              <a:gd name="connsiteY10244" fmla="*/ 3045294 h 4489084"/>
              <a:gd name="connsiteX10245" fmla="*/ 4007755 w 5158787"/>
              <a:gd name="connsiteY10245" fmla="*/ 3045294 h 4489084"/>
              <a:gd name="connsiteX10246" fmla="*/ 4008702 w 5158787"/>
              <a:gd name="connsiteY10246" fmla="*/ 3045827 h 4489084"/>
              <a:gd name="connsiteX10247" fmla="*/ 4016342 w 5158787"/>
              <a:gd name="connsiteY10247" fmla="*/ 3059034 h 4489084"/>
              <a:gd name="connsiteX10248" fmla="*/ 4016342 w 5158787"/>
              <a:gd name="connsiteY10248" fmla="*/ 3060100 h 4489084"/>
              <a:gd name="connsiteX10249" fmla="*/ 4008702 w 5158787"/>
              <a:gd name="connsiteY10249" fmla="*/ 3073307 h 4489084"/>
              <a:gd name="connsiteX10250" fmla="*/ 4007755 w 5158787"/>
              <a:gd name="connsiteY10250" fmla="*/ 3073841 h 4489084"/>
              <a:gd name="connsiteX10251" fmla="*/ 3992534 w 5158787"/>
              <a:gd name="connsiteY10251" fmla="*/ 3073841 h 4489084"/>
              <a:gd name="connsiteX10252" fmla="*/ 3991586 w 5158787"/>
              <a:gd name="connsiteY10252" fmla="*/ 3073307 h 4489084"/>
              <a:gd name="connsiteX10253" fmla="*/ 3983946 w 5158787"/>
              <a:gd name="connsiteY10253" fmla="*/ 3060100 h 4489084"/>
              <a:gd name="connsiteX10254" fmla="*/ 3983946 w 5158787"/>
              <a:gd name="connsiteY10254" fmla="*/ 3059034 h 4489084"/>
              <a:gd name="connsiteX10255" fmla="*/ 3991586 w 5158787"/>
              <a:gd name="connsiteY10255" fmla="*/ 3045827 h 4489084"/>
              <a:gd name="connsiteX10256" fmla="*/ 3992534 w 5158787"/>
              <a:gd name="connsiteY10256" fmla="*/ 3045294 h 4489084"/>
              <a:gd name="connsiteX10257" fmla="*/ 3924899 w 5158787"/>
              <a:gd name="connsiteY10257" fmla="*/ 3045294 h 4489084"/>
              <a:gd name="connsiteX10258" fmla="*/ 3940120 w 5158787"/>
              <a:gd name="connsiteY10258" fmla="*/ 3045294 h 4489084"/>
              <a:gd name="connsiteX10259" fmla="*/ 3941068 w 5158787"/>
              <a:gd name="connsiteY10259" fmla="*/ 3045827 h 4489084"/>
              <a:gd name="connsiteX10260" fmla="*/ 3948707 w 5158787"/>
              <a:gd name="connsiteY10260" fmla="*/ 3059034 h 4489084"/>
              <a:gd name="connsiteX10261" fmla="*/ 3948707 w 5158787"/>
              <a:gd name="connsiteY10261" fmla="*/ 3060100 h 4489084"/>
              <a:gd name="connsiteX10262" fmla="*/ 3941068 w 5158787"/>
              <a:gd name="connsiteY10262" fmla="*/ 3073307 h 4489084"/>
              <a:gd name="connsiteX10263" fmla="*/ 3940120 w 5158787"/>
              <a:gd name="connsiteY10263" fmla="*/ 3073841 h 4489084"/>
              <a:gd name="connsiteX10264" fmla="*/ 3924899 w 5158787"/>
              <a:gd name="connsiteY10264" fmla="*/ 3073841 h 4489084"/>
              <a:gd name="connsiteX10265" fmla="*/ 3923952 w 5158787"/>
              <a:gd name="connsiteY10265" fmla="*/ 3073307 h 4489084"/>
              <a:gd name="connsiteX10266" fmla="*/ 3916311 w 5158787"/>
              <a:gd name="connsiteY10266" fmla="*/ 3060100 h 4489084"/>
              <a:gd name="connsiteX10267" fmla="*/ 3916311 w 5158787"/>
              <a:gd name="connsiteY10267" fmla="*/ 3059034 h 4489084"/>
              <a:gd name="connsiteX10268" fmla="*/ 3923952 w 5158787"/>
              <a:gd name="connsiteY10268" fmla="*/ 3045827 h 4489084"/>
              <a:gd name="connsiteX10269" fmla="*/ 3924899 w 5158787"/>
              <a:gd name="connsiteY10269" fmla="*/ 3045294 h 4489084"/>
              <a:gd name="connsiteX10270" fmla="*/ 3721935 w 5158787"/>
              <a:gd name="connsiteY10270" fmla="*/ 3045176 h 4489084"/>
              <a:gd name="connsiteX10271" fmla="*/ 3737274 w 5158787"/>
              <a:gd name="connsiteY10271" fmla="*/ 3045176 h 4489084"/>
              <a:gd name="connsiteX10272" fmla="*/ 3738222 w 5158787"/>
              <a:gd name="connsiteY10272" fmla="*/ 3045709 h 4489084"/>
              <a:gd name="connsiteX10273" fmla="*/ 3745862 w 5158787"/>
              <a:gd name="connsiteY10273" fmla="*/ 3058976 h 4489084"/>
              <a:gd name="connsiteX10274" fmla="*/ 3745862 w 5158787"/>
              <a:gd name="connsiteY10274" fmla="*/ 3060042 h 4489084"/>
              <a:gd name="connsiteX10275" fmla="*/ 3738163 w 5158787"/>
              <a:gd name="connsiteY10275" fmla="*/ 3073308 h 4489084"/>
              <a:gd name="connsiteX10276" fmla="*/ 3737215 w 5158787"/>
              <a:gd name="connsiteY10276" fmla="*/ 3073841 h 4489084"/>
              <a:gd name="connsiteX10277" fmla="*/ 3721876 w 5158787"/>
              <a:gd name="connsiteY10277" fmla="*/ 3073841 h 4489084"/>
              <a:gd name="connsiteX10278" fmla="*/ 3720928 w 5158787"/>
              <a:gd name="connsiteY10278" fmla="*/ 3073308 h 4489084"/>
              <a:gd name="connsiteX10279" fmla="*/ 3713288 w 5158787"/>
              <a:gd name="connsiteY10279" fmla="*/ 3060042 h 4489084"/>
              <a:gd name="connsiteX10280" fmla="*/ 3713288 w 5158787"/>
              <a:gd name="connsiteY10280" fmla="*/ 3058976 h 4489084"/>
              <a:gd name="connsiteX10281" fmla="*/ 3720987 w 5158787"/>
              <a:gd name="connsiteY10281" fmla="*/ 3045709 h 4489084"/>
              <a:gd name="connsiteX10282" fmla="*/ 3721935 w 5158787"/>
              <a:gd name="connsiteY10282" fmla="*/ 3045176 h 4489084"/>
              <a:gd name="connsiteX10283" fmla="*/ 4330473 w 5158787"/>
              <a:gd name="connsiteY10283" fmla="*/ 3044998 h 4489084"/>
              <a:gd name="connsiteX10284" fmla="*/ 4346049 w 5158787"/>
              <a:gd name="connsiteY10284" fmla="*/ 3044998 h 4489084"/>
              <a:gd name="connsiteX10285" fmla="*/ 4346996 w 5158787"/>
              <a:gd name="connsiteY10285" fmla="*/ 3045531 h 4489084"/>
              <a:gd name="connsiteX10286" fmla="*/ 4354755 w 5158787"/>
              <a:gd name="connsiteY10286" fmla="*/ 3059034 h 4489084"/>
              <a:gd name="connsiteX10287" fmla="*/ 4354755 w 5158787"/>
              <a:gd name="connsiteY10287" fmla="*/ 3060160 h 4489084"/>
              <a:gd name="connsiteX10288" fmla="*/ 4346937 w 5158787"/>
              <a:gd name="connsiteY10288" fmla="*/ 3073663 h 4489084"/>
              <a:gd name="connsiteX10289" fmla="*/ 4345990 w 5158787"/>
              <a:gd name="connsiteY10289" fmla="*/ 3074196 h 4489084"/>
              <a:gd name="connsiteX10290" fmla="*/ 4330413 w 5158787"/>
              <a:gd name="connsiteY10290" fmla="*/ 3074196 h 4489084"/>
              <a:gd name="connsiteX10291" fmla="*/ 4329465 w 5158787"/>
              <a:gd name="connsiteY10291" fmla="*/ 3073663 h 4489084"/>
              <a:gd name="connsiteX10292" fmla="*/ 4321707 w 5158787"/>
              <a:gd name="connsiteY10292" fmla="*/ 3060160 h 4489084"/>
              <a:gd name="connsiteX10293" fmla="*/ 4321707 w 5158787"/>
              <a:gd name="connsiteY10293" fmla="*/ 3059034 h 4489084"/>
              <a:gd name="connsiteX10294" fmla="*/ 4329525 w 5158787"/>
              <a:gd name="connsiteY10294" fmla="*/ 3045531 h 4489084"/>
              <a:gd name="connsiteX10295" fmla="*/ 4330473 w 5158787"/>
              <a:gd name="connsiteY10295" fmla="*/ 3044998 h 4489084"/>
              <a:gd name="connsiteX10296" fmla="*/ 3856849 w 5158787"/>
              <a:gd name="connsiteY10296" fmla="*/ 3044584 h 4489084"/>
              <a:gd name="connsiteX10297" fmla="*/ 3872840 w 5158787"/>
              <a:gd name="connsiteY10297" fmla="*/ 3044584 h 4489084"/>
              <a:gd name="connsiteX10298" fmla="*/ 3873847 w 5158787"/>
              <a:gd name="connsiteY10298" fmla="*/ 3045176 h 4489084"/>
              <a:gd name="connsiteX10299" fmla="*/ 3881842 w 5158787"/>
              <a:gd name="connsiteY10299" fmla="*/ 3059035 h 4489084"/>
              <a:gd name="connsiteX10300" fmla="*/ 3881842 w 5158787"/>
              <a:gd name="connsiteY10300" fmla="*/ 3060160 h 4489084"/>
              <a:gd name="connsiteX10301" fmla="*/ 3873847 w 5158787"/>
              <a:gd name="connsiteY10301" fmla="*/ 3074019 h 4489084"/>
              <a:gd name="connsiteX10302" fmla="*/ 3872899 w 5158787"/>
              <a:gd name="connsiteY10302" fmla="*/ 3074611 h 4489084"/>
              <a:gd name="connsiteX10303" fmla="*/ 3856908 w 5158787"/>
              <a:gd name="connsiteY10303" fmla="*/ 3074611 h 4489084"/>
              <a:gd name="connsiteX10304" fmla="*/ 3855902 w 5158787"/>
              <a:gd name="connsiteY10304" fmla="*/ 3074019 h 4489084"/>
              <a:gd name="connsiteX10305" fmla="*/ 3847906 w 5158787"/>
              <a:gd name="connsiteY10305" fmla="*/ 3060160 h 4489084"/>
              <a:gd name="connsiteX10306" fmla="*/ 3847906 w 5158787"/>
              <a:gd name="connsiteY10306" fmla="*/ 3059035 h 4489084"/>
              <a:gd name="connsiteX10307" fmla="*/ 3855902 w 5158787"/>
              <a:gd name="connsiteY10307" fmla="*/ 3045176 h 4489084"/>
              <a:gd name="connsiteX10308" fmla="*/ 3856849 w 5158787"/>
              <a:gd name="connsiteY10308" fmla="*/ 3044584 h 4489084"/>
              <a:gd name="connsiteX10309" fmla="*/ 4194906 w 5158787"/>
              <a:gd name="connsiteY10309" fmla="*/ 3044347 h 4489084"/>
              <a:gd name="connsiteX10310" fmla="*/ 4211133 w 5158787"/>
              <a:gd name="connsiteY10310" fmla="*/ 3044347 h 4489084"/>
              <a:gd name="connsiteX10311" fmla="*/ 4212140 w 5158787"/>
              <a:gd name="connsiteY10311" fmla="*/ 3044939 h 4489084"/>
              <a:gd name="connsiteX10312" fmla="*/ 4220254 w 5158787"/>
              <a:gd name="connsiteY10312" fmla="*/ 3058975 h 4489084"/>
              <a:gd name="connsiteX10313" fmla="*/ 4220254 w 5158787"/>
              <a:gd name="connsiteY10313" fmla="*/ 3060101 h 4489084"/>
              <a:gd name="connsiteX10314" fmla="*/ 4212140 w 5158787"/>
              <a:gd name="connsiteY10314" fmla="*/ 3074137 h 4489084"/>
              <a:gd name="connsiteX10315" fmla="*/ 4211133 w 5158787"/>
              <a:gd name="connsiteY10315" fmla="*/ 3074730 h 4489084"/>
              <a:gd name="connsiteX10316" fmla="*/ 4194906 w 5158787"/>
              <a:gd name="connsiteY10316" fmla="*/ 3074730 h 4489084"/>
              <a:gd name="connsiteX10317" fmla="*/ 4193899 w 5158787"/>
              <a:gd name="connsiteY10317" fmla="*/ 3074137 h 4489084"/>
              <a:gd name="connsiteX10318" fmla="*/ 4185785 w 5158787"/>
              <a:gd name="connsiteY10318" fmla="*/ 3060101 h 4489084"/>
              <a:gd name="connsiteX10319" fmla="*/ 4185785 w 5158787"/>
              <a:gd name="connsiteY10319" fmla="*/ 3058975 h 4489084"/>
              <a:gd name="connsiteX10320" fmla="*/ 4193899 w 5158787"/>
              <a:gd name="connsiteY10320" fmla="*/ 3044939 h 4489084"/>
              <a:gd name="connsiteX10321" fmla="*/ 4194906 w 5158787"/>
              <a:gd name="connsiteY10321" fmla="*/ 3044347 h 4489084"/>
              <a:gd name="connsiteX10322" fmla="*/ 4059637 w 5158787"/>
              <a:gd name="connsiteY10322" fmla="*/ 3044347 h 4489084"/>
              <a:gd name="connsiteX10323" fmla="*/ 4075864 w 5158787"/>
              <a:gd name="connsiteY10323" fmla="*/ 3044347 h 4489084"/>
              <a:gd name="connsiteX10324" fmla="*/ 4076871 w 5158787"/>
              <a:gd name="connsiteY10324" fmla="*/ 3044939 h 4489084"/>
              <a:gd name="connsiteX10325" fmla="*/ 4084985 w 5158787"/>
              <a:gd name="connsiteY10325" fmla="*/ 3058975 h 4489084"/>
              <a:gd name="connsiteX10326" fmla="*/ 4084985 w 5158787"/>
              <a:gd name="connsiteY10326" fmla="*/ 3060101 h 4489084"/>
              <a:gd name="connsiteX10327" fmla="*/ 4076871 w 5158787"/>
              <a:gd name="connsiteY10327" fmla="*/ 3074137 h 4489084"/>
              <a:gd name="connsiteX10328" fmla="*/ 4075864 w 5158787"/>
              <a:gd name="connsiteY10328" fmla="*/ 3074730 h 4489084"/>
              <a:gd name="connsiteX10329" fmla="*/ 4059637 w 5158787"/>
              <a:gd name="connsiteY10329" fmla="*/ 3074730 h 4489084"/>
              <a:gd name="connsiteX10330" fmla="*/ 4058630 w 5158787"/>
              <a:gd name="connsiteY10330" fmla="*/ 3074137 h 4489084"/>
              <a:gd name="connsiteX10331" fmla="*/ 4050516 w 5158787"/>
              <a:gd name="connsiteY10331" fmla="*/ 3060101 h 4489084"/>
              <a:gd name="connsiteX10332" fmla="*/ 4050516 w 5158787"/>
              <a:gd name="connsiteY10332" fmla="*/ 3058975 h 4489084"/>
              <a:gd name="connsiteX10333" fmla="*/ 4058630 w 5158787"/>
              <a:gd name="connsiteY10333" fmla="*/ 3044939 h 4489084"/>
              <a:gd name="connsiteX10334" fmla="*/ 4059637 w 5158787"/>
              <a:gd name="connsiteY10334" fmla="*/ 3044347 h 4489084"/>
              <a:gd name="connsiteX10335" fmla="*/ 3518437 w 5158787"/>
              <a:gd name="connsiteY10335" fmla="*/ 3044169 h 4489084"/>
              <a:gd name="connsiteX10336" fmla="*/ 3534901 w 5158787"/>
              <a:gd name="connsiteY10336" fmla="*/ 3044169 h 4489084"/>
              <a:gd name="connsiteX10337" fmla="*/ 3535908 w 5158787"/>
              <a:gd name="connsiteY10337" fmla="*/ 3044761 h 4489084"/>
              <a:gd name="connsiteX10338" fmla="*/ 3544141 w 5158787"/>
              <a:gd name="connsiteY10338" fmla="*/ 3059035 h 4489084"/>
              <a:gd name="connsiteX10339" fmla="*/ 3544141 w 5158787"/>
              <a:gd name="connsiteY10339" fmla="*/ 3060219 h 4489084"/>
              <a:gd name="connsiteX10340" fmla="*/ 3535908 w 5158787"/>
              <a:gd name="connsiteY10340" fmla="*/ 3074492 h 4489084"/>
              <a:gd name="connsiteX10341" fmla="*/ 3534901 w 5158787"/>
              <a:gd name="connsiteY10341" fmla="*/ 3075085 h 4489084"/>
              <a:gd name="connsiteX10342" fmla="*/ 3518437 w 5158787"/>
              <a:gd name="connsiteY10342" fmla="*/ 3075085 h 4489084"/>
              <a:gd name="connsiteX10343" fmla="*/ 3517430 w 5158787"/>
              <a:gd name="connsiteY10343" fmla="*/ 3074492 h 4489084"/>
              <a:gd name="connsiteX10344" fmla="*/ 3509198 w 5158787"/>
              <a:gd name="connsiteY10344" fmla="*/ 3060219 h 4489084"/>
              <a:gd name="connsiteX10345" fmla="*/ 3509198 w 5158787"/>
              <a:gd name="connsiteY10345" fmla="*/ 3059035 h 4489084"/>
              <a:gd name="connsiteX10346" fmla="*/ 3517430 w 5158787"/>
              <a:gd name="connsiteY10346" fmla="*/ 3044761 h 4489084"/>
              <a:gd name="connsiteX10347" fmla="*/ 3518437 w 5158787"/>
              <a:gd name="connsiteY10347" fmla="*/ 3044169 h 4489084"/>
              <a:gd name="connsiteX10348" fmla="*/ 3653648 w 5158787"/>
              <a:gd name="connsiteY10348" fmla="*/ 3043932 h 4489084"/>
              <a:gd name="connsiteX10349" fmla="*/ 3670290 w 5158787"/>
              <a:gd name="connsiteY10349" fmla="*/ 3043932 h 4489084"/>
              <a:gd name="connsiteX10350" fmla="*/ 3671297 w 5158787"/>
              <a:gd name="connsiteY10350" fmla="*/ 3044524 h 4489084"/>
              <a:gd name="connsiteX10351" fmla="*/ 3679648 w 5158787"/>
              <a:gd name="connsiteY10351" fmla="*/ 3058975 h 4489084"/>
              <a:gd name="connsiteX10352" fmla="*/ 3679648 w 5158787"/>
              <a:gd name="connsiteY10352" fmla="*/ 3060160 h 4489084"/>
              <a:gd name="connsiteX10353" fmla="*/ 3671297 w 5158787"/>
              <a:gd name="connsiteY10353" fmla="*/ 3074611 h 4489084"/>
              <a:gd name="connsiteX10354" fmla="*/ 3670290 w 5158787"/>
              <a:gd name="connsiteY10354" fmla="*/ 3075203 h 4489084"/>
              <a:gd name="connsiteX10355" fmla="*/ 3653648 w 5158787"/>
              <a:gd name="connsiteY10355" fmla="*/ 3075203 h 4489084"/>
              <a:gd name="connsiteX10356" fmla="*/ 3652641 w 5158787"/>
              <a:gd name="connsiteY10356" fmla="*/ 3074611 h 4489084"/>
              <a:gd name="connsiteX10357" fmla="*/ 3644291 w 5158787"/>
              <a:gd name="connsiteY10357" fmla="*/ 3060160 h 4489084"/>
              <a:gd name="connsiteX10358" fmla="*/ 3644291 w 5158787"/>
              <a:gd name="connsiteY10358" fmla="*/ 3058975 h 4489084"/>
              <a:gd name="connsiteX10359" fmla="*/ 3652641 w 5158787"/>
              <a:gd name="connsiteY10359" fmla="*/ 3044524 h 4489084"/>
              <a:gd name="connsiteX10360" fmla="*/ 3653648 w 5158787"/>
              <a:gd name="connsiteY10360" fmla="*/ 3043932 h 4489084"/>
              <a:gd name="connsiteX10361" fmla="*/ 3586013 w 5158787"/>
              <a:gd name="connsiteY10361" fmla="*/ 3043932 h 4489084"/>
              <a:gd name="connsiteX10362" fmla="*/ 3602656 w 5158787"/>
              <a:gd name="connsiteY10362" fmla="*/ 3043932 h 4489084"/>
              <a:gd name="connsiteX10363" fmla="*/ 3603662 w 5158787"/>
              <a:gd name="connsiteY10363" fmla="*/ 3044524 h 4489084"/>
              <a:gd name="connsiteX10364" fmla="*/ 3612013 w 5158787"/>
              <a:gd name="connsiteY10364" fmla="*/ 3058975 h 4489084"/>
              <a:gd name="connsiteX10365" fmla="*/ 3612013 w 5158787"/>
              <a:gd name="connsiteY10365" fmla="*/ 3060160 h 4489084"/>
              <a:gd name="connsiteX10366" fmla="*/ 3603662 w 5158787"/>
              <a:gd name="connsiteY10366" fmla="*/ 3074611 h 4489084"/>
              <a:gd name="connsiteX10367" fmla="*/ 3602656 w 5158787"/>
              <a:gd name="connsiteY10367" fmla="*/ 3075203 h 4489084"/>
              <a:gd name="connsiteX10368" fmla="*/ 3586013 w 5158787"/>
              <a:gd name="connsiteY10368" fmla="*/ 3075203 h 4489084"/>
              <a:gd name="connsiteX10369" fmla="*/ 3585007 w 5158787"/>
              <a:gd name="connsiteY10369" fmla="*/ 3074611 h 4489084"/>
              <a:gd name="connsiteX10370" fmla="*/ 3576656 w 5158787"/>
              <a:gd name="connsiteY10370" fmla="*/ 3060160 h 4489084"/>
              <a:gd name="connsiteX10371" fmla="*/ 3576656 w 5158787"/>
              <a:gd name="connsiteY10371" fmla="*/ 3058975 h 4489084"/>
              <a:gd name="connsiteX10372" fmla="*/ 3585007 w 5158787"/>
              <a:gd name="connsiteY10372" fmla="*/ 3044524 h 4489084"/>
              <a:gd name="connsiteX10373" fmla="*/ 3586013 w 5158787"/>
              <a:gd name="connsiteY10373" fmla="*/ 3043932 h 4489084"/>
              <a:gd name="connsiteX10374" fmla="*/ 3383107 w 5158787"/>
              <a:gd name="connsiteY10374" fmla="*/ 3043932 h 4489084"/>
              <a:gd name="connsiteX10375" fmla="*/ 3399750 w 5158787"/>
              <a:gd name="connsiteY10375" fmla="*/ 3043932 h 4489084"/>
              <a:gd name="connsiteX10376" fmla="*/ 3400757 w 5158787"/>
              <a:gd name="connsiteY10376" fmla="*/ 3044524 h 4489084"/>
              <a:gd name="connsiteX10377" fmla="*/ 3409107 w 5158787"/>
              <a:gd name="connsiteY10377" fmla="*/ 3058975 h 4489084"/>
              <a:gd name="connsiteX10378" fmla="*/ 3409107 w 5158787"/>
              <a:gd name="connsiteY10378" fmla="*/ 3060160 h 4489084"/>
              <a:gd name="connsiteX10379" fmla="*/ 3400757 w 5158787"/>
              <a:gd name="connsiteY10379" fmla="*/ 3074611 h 4489084"/>
              <a:gd name="connsiteX10380" fmla="*/ 3399750 w 5158787"/>
              <a:gd name="connsiteY10380" fmla="*/ 3075203 h 4489084"/>
              <a:gd name="connsiteX10381" fmla="*/ 3383107 w 5158787"/>
              <a:gd name="connsiteY10381" fmla="*/ 3075203 h 4489084"/>
              <a:gd name="connsiteX10382" fmla="*/ 3382101 w 5158787"/>
              <a:gd name="connsiteY10382" fmla="*/ 3074611 h 4489084"/>
              <a:gd name="connsiteX10383" fmla="*/ 3373750 w 5158787"/>
              <a:gd name="connsiteY10383" fmla="*/ 3060160 h 4489084"/>
              <a:gd name="connsiteX10384" fmla="*/ 3373750 w 5158787"/>
              <a:gd name="connsiteY10384" fmla="*/ 3058975 h 4489084"/>
              <a:gd name="connsiteX10385" fmla="*/ 3382101 w 5158787"/>
              <a:gd name="connsiteY10385" fmla="*/ 3044524 h 4489084"/>
              <a:gd name="connsiteX10386" fmla="*/ 3383107 w 5158787"/>
              <a:gd name="connsiteY10386" fmla="*/ 3043932 h 4489084"/>
              <a:gd name="connsiteX10387" fmla="*/ 3450625 w 5158787"/>
              <a:gd name="connsiteY10387" fmla="*/ 3043755 h 4489084"/>
              <a:gd name="connsiteX10388" fmla="*/ 3467504 w 5158787"/>
              <a:gd name="connsiteY10388" fmla="*/ 3043755 h 4489084"/>
              <a:gd name="connsiteX10389" fmla="*/ 3468511 w 5158787"/>
              <a:gd name="connsiteY10389" fmla="*/ 3044347 h 4489084"/>
              <a:gd name="connsiteX10390" fmla="*/ 3476921 w 5158787"/>
              <a:gd name="connsiteY10390" fmla="*/ 3058976 h 4489084"/>
              <a:gd name="connsiteX10391" fmla="*/ 3476921 w 5158787"/>
              <a:gd name="connsiteY10391" fmla="*/ 3060160 h 4489084"/>
              <a:gd name="connsiteX10392" fmla="*/ 3468452 w 5158787"/>
              <a:gd name="connsiteY10392" fmla="*/ 3074789 h 4489084"/>
              <a:gd name="connsiteX10393" fmla="*/ 3467444 w 5158787"/>
              <a:gd name="connsiteY10393" fmla="*/ 3075381 h 4489084"/>
              <a:gd name="connsiteX10394" fmla="*/ 3450565 w 5158787"/>
              <a:gd name="connsiteY10394" fmla="*/ 3075381 h 4489084"/>
              <a:gd name="connsiteX10395" fmla="*/ 3449559 w 5158787"/>
              <a:gd name="connsiteY10395" fmla="*/ 3074789 h 4489084"/>
              <a:gd name="connsiteX10396" fmla="*/ 3441149 w 5158787"/>
              <a:gd name="connsiteY10396" fmla="*/ 3060160 h 4489084"/>
              <a:gd name="connsiteX10397" fmla="*/ 3441149 w 5158787"/>
              <a:gd name="connsiteY10397" fmla="*/ 3058976 h 4489084"/>
              <a:gd name="connsiteX10398" fmla="*/ 3449618 w 5158787"/>
              <a:gd name="connsiteY10398" fmla="*/ 3044347 h 4489084"/>
              <a:gd name="connsiteX10399" fmla="*/ 3450625 w 5158787"/>
              <a:gd name="connsiteY10399" fmla="*/ 3043755 h 4489084"/>
              <a:gd name="connsiteX10400" fmla="*/ 4397160 w 5158787"/>
              <a:gd name="connsiteY10400" fmla="*/ 3043222 h 4489084"/>
              <a:gd name="connsiteX10401" fmla="*/ 4414631 w 5158787"/>
              <a:gd name="connsiteY10401" fmla="*/ 3043222 h 4489084"/>
              <a:gd name="connsiteX10402" fmla="*/ 4415698 w 5158787"/>
              <a:gd name="connsiteY10402" fmla="*/ 3043814 h 4489084"/>
              <a:gd name="connsiteX10403" fmla="*/ 4424404 w 5158787"/>
              <a:gd name="connsiteY10403" fmla="*/ 3058916 h 4489084"/>
              <a:gd name="connsiteX10404" fmla="*/ 4424404 w 5158787"/>
              <a:gd name="connsiteY10404" fmla="*/ 3060160 h 4489084"/>
              <a:gd name="connsiteX10405" fmla="*/ 4415698 w 5158787"/>
              <a:gd name="connsiteY10405" fmla="*/ 3075263 h 4489084"/>
              <a:gd name="connsiteX10406" fmla="*/ 4414631 w 5158787"/>
              <a:gd name="connsiteY10406" fmla="*/ 3075855 h 4489084"/>
              <a:gd name="connsiteX10407" fmla="*/ 4397160 w 5158787"/>
              <a:gd name="connsiteY10407" fmla="*/ 3075855 h 4489084"/>
              <a:gd name="connsiteX10408" fmla="*/ 4396094 w 5158787"/>
              <a:gd name="connsiteY10408" fmla="*/ 3075263 h 4489084"/>
              <a:gd name="connsiteX10409" fmla="*/ 4387388 w 5158787"/>
              <a:gd name="connsiteY10409" fmla="*/ 3060160 h 4489084"/>
              <a:gd name="connsiteX10410" fmla="*/ 4387388 w 5158787"/>
              <a:gd name="connsiteY10410" fmla="*/ 3058916 h 4489084"/>
              <a:gd name="connsiteX10411" fmla="*/ 4396094 w 5158787"/>
              <a:gd name="connsiteY10411" fmla="*/ 3043814 h 4489084"/>
              <a:gd name="connsiteX10412" fmla="*/ 4397160 w 5158787"/>
              <a:gd name="connsiteY10412" fmla="*/ 3043222 h 4489084"/>
              <a:gd name="connsiteX10413" fmla="*/ 3314999 w 5158787"/>
              <a:gd name="connsiteY10413" fmla="*/ 3042985 h 4489084"/>
              <a:gd name="connsiteX10414" fmla="*/ 3332649 w 5158787"/>
              <a:gd name="connsiteY10414" fmla="*/ 3042985 h 4489084"/>
              <a:gd name="connsiteX10415" fmla="*/ 3333714 w 5158787"/>
              <a:gd name="connsiteY10415" fmla="*/ 3043637 h 4489084"/>
              <a:gd name="connsiteX10416" fmla="*/ 3342539 w 5158787"/>
              <a:gd name="connsiteY10416" fmla="*/ 3058917 h 4489084"/>
              <a:gd name="connsiteX10417" fmla="*/ 3342539 w 5158787"/>
              <a:gd name="connsiteY10417" fmla="*/ 3060160 h 4489084"/>
              <a:gd name="connsiteX10418" fmla="*/ 3333714 w 5158787"/>
              <a:gd name="connsiteY10418" fmla="*/ 3075441 h 4489084"/>
              <a:gd name="connsiteX10419" fmla="*/ 3332649 w 5158787"/>
              <a:gd name="connsiteY10419" fmla="*/ 3076092 h 4489084"/>
              <a:gd name="connsiteX10420" fmla="*/ 3314999 w 5158787"/>
              <a:gd name="connsiteY10420" fmla="*/ 3076092 h 4489084"/>
              <a:gd name="connsiteX10421" fmla="*/ 3313933 w 5158787"/>
              <a:gd name="connsiteY10421" fmla="*/ 3075441 h 4489084"/>
              <a:gd name="connsiteX10422" fmla="*/ 3305109 w 5158787"/>
              <a:gd name="connsiteY10422" fmla="*/ 3060160 h 4489084"/>
              <a:gd name="connsiteX10423" fmla="*/ 3305109 w 5158787"/>
              <a:gd name="connsiteY10423" fmla="*/ 3058917 h 4489084"/>
              <a:gd name="connsiteX10424" fmla="*/ 3313933 w 5158787"/>
              <a:gd name="connsiteY10424" fmla="*/ 3043637 h 4489084"/>
              <a:gd name="connsiteX10425" fmla="*/ 3314999 w 5158787"/>
              <a:gd name="connsiteY10425" fmla="*/ 3042985 h 4489084"/>
              <a:gd name="connsiteX10426" fmla="*/ 3179669 w 5158787"/>
              <a:gd name="connsiteY10426" fmla="*/ 3042926 h 4489084"/>
              <a:gd name="connsiteX10427" fmla="*/ 3197437 w 5158787"/>
              <a:gd name="connsiteY10427" fmla="*/ 3042926 h 4489084"/>
              <a:gd name="connsiteX10428" fmla="*/ 3198503 w 5158787"/>
              <a:gd name="connsiteY10428" fmla="*/ 3043577 h 4489084"/>
              <a:gd name="connsiteX10429" fmla="*/ 3207387 w 5158787"/>
              <a:gd name="connsiteY10429" fmla="*/ 3058976 h 4489084"/>
              <a:gd name="connsiteX10430" fmla="*/ 3207387 w 5158787"/>
              <a:gd name="connsiteY10430" fmla="*/ 3060220 h 4489084"/>
              <a:gd name="connsiteX10431" fmla="*/ 3198503 w 5158787"/>
              <a:gd name="connsiteY10431" fmla="*/ 3075618 h 4489084"/>
              <a:gd name="connsiteX10432" fmla="*/ 3197437 w 5158787"/>
              <a:gd name="connsiteY10432" fmla="*/ 3076269 h 4489084"/>
              <a:gd name="connsiteX10433" fmla="*/ 3179669 w 5158787"/>
              <a:gd name="connsiteY10433" fmla="*/ 3076269 h 4489084"/>
              <a:gd name="connsiteX10434" fmla="*/ 3178604 w 5158787"/>
              <a:gd name="connsiteY10434" fmla="*/ 3075618 h 4489084"/>
              <a:gd name="connsiteX10435" fmla="*/ 3169720 w 5158787"/>
              <a:gd name="connsiteY10435" fmla="*/ 3060220 h 4489084"/>
              <a:gd name="connsiteX10436" fmla="*/ 3169720 w 5158787"/>
              <a:gd name="connsiteY10436" fmla="*/ 3058976 h 4489084"/>
              <a:gd name="connsiteX10437" fmla="*/ 3178604 w 5158787"/>
              <a:gd name="connsiteY10437" fmla="*/ 3043577 h 4489084"/>
              <a:gd name="connsiteX10438" fmla="*/ 3179669 w 5158787"/>
              <a:gd name="connsiteY10438" fmla="*/ 3042926 h 4489084"/>
              <a:gd name="connsiteX10439" fmla="*/ 2097390 w 5158787"/>
              <a:gd name="connsiteY10439" fmla="*/ 3042570 h 4489084"/>
              <a:gd name="connsiteX10440" fmla="*/ 2115513 w 5158787"/>
              <a:gd name="connsiteY10440" fmla="*/ 3042570 h 4489084"/>
              <a:gd name="connsiteX10441" fmla="*/ 2116639 w 5158787"/>
              <a:gd name="connsiteY10441" fmla="*/ 3043221 h 4489084"/>
              <a:gd name="connsiteX10442" fmla="*/ 2125700 w 5158787"/>
              <a:gd name="connsiteY10442" fmla="*/ 3058916 h 4489084"/>
              <a:gd name="connsiteX10443" fmla="*/ 2125700 w 5158787"/>
              <a:gd name="connsiteY10443" fmla="*/ 3060219 h 4489084"/>
              <a:gd name="connsiteX10444" fmla="*/ 2116639 w 5158787"/>
              <a:gd name="connsiteY10444" fmla="*/ 3075913 h 4489084"/>
              <a:gd name="connsiteX10445" fmla="*/ 2115513 w 5158787"/>
              <a:gd name="connsiteY10445" fmla="*/ 3076565 h 4489084"/>
              <a:gd name="connsiteX10446" fmla="*/ 2097390 w 5158787"/>
              <a:gd name="connsiteY10446" fmla="*/ 3076565 h 4489084"/>
              <a:gd name="connsiteX10447" fmla="*/ 2096265 w 5158787"/>
              <a:gd name="connsiteY10447" fmla="*/ 3075913 h 4489084"/>
              <a:gd name="connsiteX10448" fmla="*/ 2087204 w 5158787"/>
              <a:gd name="connsiteY10448" fmla="*/ 3060219 h 4489084"/>
              <a:gd name="connsiteX10449" fmla="*/ 2087204 w 5158787"/>
              <a:gd name="connsiteY10449" fmla="*/ 3058916 h 4489084"/>
              <a:gd name="connsiteX10450" fmla="*/ 2096265 w 5158787"/>
              <a:gd name="connsiteY10450" fmla="*/ 3043221 h 4489084"/>
              <a:gd name="connsiteX10451" fmla="*/ 2097390 w 5158787"/>
              <a:gd name="connsiteY10451" fmla="*/ 3042570 h 4489084"/>
              <a:gd name="connsiteX10452" fmla="*/ 3246949 w 5158787"/>
              <a:gd name="connsiteY10452" fmla="*/ 3042274 h 4489084"/>
              <a:gd name="connsiteX10453" fmla="*/ 3265368 w 5158787"/>
              <a:gd name="connsiteY10453" fmla="*/ 3042274 h 4489084"/>
              <a:gd name="connsiteX10454" fmla="*/ 3266493 w 5158787"/>
              <a:gd name="connsiteY10454" fmla="*/ 3042926 h 4489084"/>
              <a:gd name="connsiteX10455" fmla="*/ 3275732 w 5158787"/>
              <a:gd name="connsiteY10455" fmla="*/ 3058916 h 4489084"/>
              <a:gd name="connsiteX10456" fmla="*/ 3275732 w 5158787"/>
              <a:gd name="connsiteY10456" fmla="*/ 3060219 h 4489084"/>
              <a:gd name="connsiteX10457" fmla="*/ 3266493 w 5158787"/>
              <a:gd name="connsiteY10457" fmla="*/ 3076210 h 4489084"/>
              <a:gd name="connsiteX10458" fmla="*/ 3265368 w 5158787"/>
              <a:gd name="connsiteY10458" fmla="*/ 3076862 h 4489084"/>
              <a:gd name="connsiteX10459" fmla="*/ 3246949 w 5158787"/>
              <a:gd name="connsiteY10459" fmla="*/ 3076862 h 4489084"/>
              <a:gd name="connsiteX10460" fmla="*/ 3245824 w 5158787"/>
              <a:gd name="connsiteY10460" fmla="*/ 3076210 h 4489084"/>
              <a:gd name="connsiteX10461" fmla="*/ 3236584 w 5158787"/>
              <a:gd name="connsiteY10461" fmla="*/ 3060219 h 4489084"/>
              <a:gd name="connsiteX10462" fmla="*/ 3236584 w 5158787"/>
              <a:gd name="connsiteY10462" fmla="*/ 3058916 h 4489084"/>
              <a:gd name="connsiteX10463" fmla="*/ 3245824 w 5158787"/>
              <a:gd name="connsiteY10463" fmla="*/ 3042926 h 4489084"/>
              <a:gd name="connsiteX10464" fmla="*/ 3246949 w 5158787"/>
              <a:gd name="connsiteY10464" fmla="*/ 3042274 h 4489084"/>
              <a:gd name="connsiteX10465" fmla="*/ 4531778 w 5158787"/>
              <a:gd name="connsiteY10465" fmla="*/ 3041978 h 4489084"/>
              <a:gd name="connsiteX10466" fmla="*/ 4550552 w 5158787"/>
              <a:gd name="connsiteY10466" fmla="*/ 3041978 h 4489084"/>
              <a:gd name="connsiteX10467" fmla="*/ 4551678 w 5158787"/>
              <a:gd name="connsiteY10467" fmla="*/ 3042629 h 4489084"/>
              <a:gd name="connsiteX10468" fmla="*/ 4561035 w 5158787"/>
              <a:gd name="connsiteY10468" fmla="*/ 3058857 h 4489084"/>
              <a:gd name="connsiteX10469" fmla="*/ 4561035 w 5158787"/>
              <a:gd name="connsiteY10469" fmla="*/ 3060160 h 4489084"/>
              <a:gd name="connsiteX10470" fmla="*/ 4551618 w 5158787"/>
              <a:gd name="connsiteY10470" fmla="*/ 3076388 h 4489084"/>
              <a:gd name="connsiteX10471" fmla="*/ 4550493 w 5158787"/>
              <a:gd name="connsiteY10471" fmla="*/ 3077039 h 4489084"/>
              <a:gd name="connsiteX10472" fmla="*/ 4531719 w 5158787"/>
              <a:gd name="connsiteY10472" fmla="*/ 3077039 h 4489084"/>
              <a:gd name="connsiteX10473" fmla="*/ 4530593 w 5158787"/>
              <a:gd name="connsiteY10473" fmla="*/ 3076388 h 4489084"/>
              <a:gd name="connsiteX10474" fmla="*/ 4521236 w 5158787"/>
              <a:gd name="connsiteY10474" fmla="*/ 3060160 h 4489084"/>
              <a:gd name="connsiteX10475" fmla="*/ 4521236 w 5158787"/>
              <a:gd name="connsiteY10475" fmla="*/ 3058857 h 4489084"/>
              <a:gd name="connsiteX10476" fmla="*/ 4530652 w 5158787"/>
              <a:gd name="connsiteY10476" fmla="*/ 3042629 h 4489084"/>
              <a:gd name="connsiteX10477" fmla="*/ 4531778 w 5158787"/>
              <a:gd name="connsiteY10477" fmla="*/ 3041978 h 4489084"/>
              <a:gd name="connsiteX10478" fmla="*/ 3043867 w 5158787"/>
              <a:gd name="connsiteY10478" fmla="*/ 3041978 h 4489084"/>
              <a:gd name="connsiteX10479" fmla="*/ 3062641 w 5158787"/>
              <a:gd name="connsiteY10479" fmla="*/ 3041978 h 4489084"/>
              <a:gd name="connsiteX10480" fmla="*/ 3063767 w 5158787"/>
              <a:gd name="connsiteY10480" fmla="*/ 3042629 h 4489084"/>
              <a:gd name="connsiteX10481" fmla="*/ 3073124 w 5158787"/>
              <a:gd name="connsiteY10481" fmla="*/ 3058857 h 4489084"/>
              <a:gd name="connsiteX10482" fmla="*/ 3073124 w 5158787"/>
              <a:gd name="connsiteY10482" fmla="*/ 3060160 h 4489084"/>
              <a:gd name="connsiteX10483" fmla="*/ 3063707 w 5158787"/>
              <a:gd name="connsiteY10483" fmla="*/ 3076388 h 4489084"/>
              <a:gd name="connsiteX10484" fmla="*/ 3062582 w 5158787"/>
              <a:gd name="connsiteY10484" fmla="*/ 3077039 h 4489084"/>
              <a:gd name="connsiteX10485" fmla="*/ 3043807 w 5158787"/>
              <a:gd name="connsiteY10485" fmla="*/ 3077039 h 4489084"/>
              <a:gd name="connsiteX10486" fmla="*/ 3042682 w 5158787"/>
              <a:gd name="connsiteY10486" fmla="*/ 3076388 h 4489084"/>
              <a:gd name="connsiteX10487" fmla="*/ 3033325 w 5158787"/>
              <a:gd name="connsiteY10487" fmla="*/ 3060160 h 4489084"/>
              <a:gd name="connsiteX10488" fmla="*/ 3033325 w 5158787"/>
              <a:gd name="connsiteY10488" fmla="*/ 3058857 h 4489084"/>
              <a:gd name="connsiteX10489" fmla="*/ 3042741 w 5158787"/>
              <a:gd name="connsiteY10489" fmla="*/ 3042629 h 4489084"/>
              <a:gd name="connsiteX10490" fmla="*/ 3043867 w 5158787"/>
              <a:gd name="connsiteY10490" fmla="*/ 3041978 h 4489084"/>
              <a:gd name="connsiteX10491" fmla="*/ 4464024 w 5158787"/>
              <a:gd name="connsiteY10491" fmla="*/ 3041682 h 4489084"/>
              <a:gd name="connsiteX10492" fmla="*/ 4483095 w 5158787"/>
              <a:gd name="connsiteY10492" fmla="*/ 3041682 h 4489084"/>
              <a:gd name="connsiteX10493" fmla="*/ 4484279 w 5158787"/>
              <a:gd name="connsiteY10493" fmla="*/ 3042333 h 4489084"/>
              <a:gd name="connsiteX10494" fmla="*/ 4493815 w 5158787"/>
              <a:gd name="connsiteY10494" fmla="*/ 3058857 h 4489084"/>
              <a:gd name="connsiteX10495" fmla="*/ 4493815 w 5158787"/>
              <a:gd name="connsiteY10495" fmla="*/ 3060219 h 4489084"/>
              <a:gd name="connsiteX10496" fmla="*/ 4484279 w 5158787"/>
              <a:gd name="connsiteY10496" fmla="*/ 3076743 h 4489084"/>
              <a:gd name="connsiteX10497" fmla="*/ 4483095 w 5158787"/>
              <a:gd name="connsiteY10497" fmla="*/ 3077395 h 4489084"/>
              <a:gd name="connsiteX10498" fmla="*/ 4464024 w 5158787"/>
              <a:gd name="connsiteY10498" fmla="*/ 3077395 h 4489084"/>
              <a:gd name="connsiteX10499" fmla="*/ 4462840 w 5158787"/>
              <a:gd name="connsiteY10499" fmla="*/ 3076743 h 4489084"/>
              <a:gd name="connsiteX10500" fmla="*/ 4453305 w 5158787"/>
              <a:gd name="connsiteY10500" fmla="*/ 3060219 h 4489084"/>
              <a:gd name="connsiteX10501" fmla="*/ 4453305 w 5158787"/>
              <a:gd name="connsiteY10501" fmla="*/ 3058857 h 4489084"/>
              <a:gd name="connsiteX10502" fmla="*/ 4462840 w 5158787"/>
              <a:gd name="connsiteY10502" fmla="*/ 3042333 h 4489084"/>
              <a:gd name="connsiteX10503" fmla="*/ 4464024 w 5158787"/>
              <a:gd name="connsiteY10503" fmla="*/ 3041682 h 4489084"/>
              <a:gd name="connsiteX10504" fmla="*/ 3111324 w 5158787"/>
              <a:gd name="connsiteY10504" fmla="*/ 3041563 h 4489084"/>
              <a:gd name="connsiteX10505" fmla="*/ 3130512 w 5158787"/>
              <a:gd name="connsiteY10505" fmla="*/ 3041563 h 4489084"/>
              <a:gd name="connsiteX10506" fmla="*/ 3131697 w 5158787"/>
              <a:gd name="connsiteY10506" fmla="*/ 3042214 h 4489084"/>
              <a:gd name="connsiteX10507" fmla="*/ 3141291 w 5158787"/>
              <a:gd name="connsiteY10507" fmla="*/ 3058857 h 4489084"/>
              <a:gd name="connsiteX10508" fmla="*/ 3141291 w 5158787"/>
              <a:gd name="connsiteY10508" fmla="*/ 3060219 h 4489084"/>
              <a:gd name="connsiteX10509" fmla="*/ 3131697 w 5158787"/>
              <a:gd name="connsiteY10509" fmla="*/ 3076861 h 4489084"/>
              <a:gd name="connsiteX10510" fmla="*/ 3130512 w 5158787"/>
              <a:gd name="connsiteY10510" fmla="*/ 3077513 h 4489084"/>
              <a:gd name="connsiteX10511" fmla="*/ 3111324 w 5158787"/>
              <a:gd name="connsiteY10511" fmla="*/ 3077513 h 4489084"/>
              <a:gd name="connsiteX10512" fmla="*/ 3110139 w 5158787"/>
              <a:gd name="connsiteY10512" fmla="*/ 3076861 h 4489084"/>
              <a:gd name="connsiteX10513" fmla="*/ 3100545 w 5158787"/>
              <a:gd name="connsiteY10513" fmla="*/ 3060219 h 4489084"/>
              <a:gd name="connsiteX10514" fmla="*/ 3100545 w 5158787"/>
              <a:gd name="connsiteY10514" fmla="*/ 3058857 h 4489084"/>
              <a:gd name="connsiteX10515" fmla="*/ 3110139 w 5158787"/>
              <a:gd name="connsiteY10515" fmla="*/ 3042214 h 4489084"/>
              <a:gd name="connsiteX10516" fmla="*/ 3111324 w 5158787"/>
              <a:gd name="connsiteY10516" fmla="*/ 3041563 h 4489084"/>
              <a:gd name="connsiteX10517" fmla="*/ 2976053 w 5158787"/>
              <a:gd name="connsiteY10517" fmla="*/ 3041563 h 4489084"/>
              <a:gd name="connsiteX10518" fmla="*/ 2995243 w 5158787"/>
              <a:gd name="connsiteY10518" fmla="*/ 3041563 h 4489084"/>
              <a:gd name="connsiteX10519" fmla="*/ 2996427 w 5158787"/>
              <a:gd name="connsiteY10519" fmla="*/ 3042214 h 4489084"/>
              <a:gd name="connsiteX10520" fmla="*/ 3006022 w 5158787"/>
              <a:gd name="connsiteY10520" fmla="*/ 3058857 h 4489084"/>
              <a:gd name="connsiteX10521" fmla="*/ 3006022 w 5158787"/>
              <a:gd name="connsiteY10521" fmla="*/ 3060219 h 4489084"/>
              <a:gd name="connsiteX10522" fmla="*/ 2996427 w 5158787"/>
              <a:gd name="connsiteY10522" fmla="*/ 3076861 h 4489084"/>
              <a:gd name="connsiteX10523" fmla="*/ 2995243 w 5158787"/>
              <a:gd name="connsiteY10523" fmla="*/ 3077513 h 4489084"/>
              <a:gd name="connsiteX10524" fmla="*/ 2976053 w 5158787"/>
              <a:gd name="connsiteY10524" fmla="*/ 3077513 h 4489084"/>
              <a:gd name="connsiteX10525" fmla="*/ 2974869 w 5158787"/>
              <a:gd name="connsiteY10525" fmla="*/ 3076861 h 4489084"/>
              <a:gd name="connsiteX10526" fmla="*/ 2965275 w 5158787"/>
              <a:gd name="connsiteY10526" fmla="*/ 3060219 h 4489084"/>
              <a:gd name="connsiteX10527" fmla="*/ 2965275 w 5158787"/>
              <a:gd name="connsiteY10527" fmla="*/ 3058857 h 4489084"/>
              <a:gd name="connsiteX10528" fmla="*/ 2974869 w 5158787"/>
              <a:gd name="connsiteY10528" fmla="*/ 3042214 h 4489084"/>
              <a:gd name="connsiteX10529" fmla="*/ 2976053 w 5158787"/>
              <a:gd name="connsiteY10529" fmla="*/ 3041563 h 4489084"/>
              <a:gd name="connsiteX10530" fmla="*/ 4598940 w 5158787"/>
              <a:gd name="connsiteY10530" fmla="*/ 3041149 h 4489084"/>
              <a:gd name="connsiteX10531" fmla="*/ 4618603 w 5158787"/>
              <a:gd name="connsiteY10531" fmla="*/ 3041149 h 4489084"/>
              <a:gd name="connsiteX10532" fmla="*/ 4619787 w 5158787"/>
              <a:gd name="connsiteY10532" fmla="*/ 3041860 h 4489084"/>
              <a:gd name="connsiteX10533" fmla="*/ 4629619 w 5158787"/>
              <a:gd name="connsiteY10533" fmla="*/ 3058858 h 4489084"/>
              <a:gd name="connsiteX10534" fmla="*/ 4629619 w 5158787"/>
              <a:gd name="connsiteY10534" fmla="*/ 3060220 h 4489084"/>
              <a:gd name="connsiteX10535" fmla="*/ 4619787 w 5158787"/>
              <a:gd name="connsiteY10535" fmla="*/ 3077217 h 4489084"/>
              <a:gd name="connsiteX10536" fmla="*/ 4618603 w 5158787"/>
              <a:gd name="connsiteY10536" fmla="*/ 3077928 h 4489084"/>
              <a:gd name="connsiteX10537" fmla="*/ 4598940 w 5158787"/>
              <a:gd name="connsiteY10537" fmla="*/ 3077928 h 4489084"/>
              <a:gd name="connsiteX10538" fmla="*/ 4597755 w 5158787"/>
              <a:gd name="connsiteY10538" fmla="*/ 3077217 h 4489084"/>
              <a:gd name="connsiteX10539" fmla="*/ 4587924 w 5158787"/>
              <a:gd name="connsiteY10539" fmla="*/ 3060220 h 4489084"/>
              <a:gd name="connsiteX10540" fmla="*/ 4587924 w 5158787"/>
              <a:gd name="connsiteY10540" fmla="*/ 3058858 h 4489084"/>
              <a:gd name="connsiteX10541" fmla="*/ 4597755 w 5158787"/>
              <a:gd name="connsiteY10541" fmla="*/ 3041860 h 4489084"/>
              <a:gd name="connsiteX10542" fmla="*/ 4598940 w 5158787"/>
              <a:gd name="connsiteY10542" fmla="*/ 3041149 h 4489084"/>
              <a:gd name="connsiteX10543" fmla="*/ 2772911 w 5158787"/>
              <a:gd name="connsiteY10543" fmla="*/ 3041149 h 4489084"/>
              <a:gd name="connsiteX10544" fmla="*/ 2792574 w 5158787"/>
              <a:gd name="connsiteY10544" fmla="*/ 3041149 h 4489084"/>
              <a:gd name="connsiteX10545" fmla="*/ 2793759 w 5158787"/>
              <a:gd name="connsiteY10545" fmla="*/ 3041860 h 4489084"/>
              <a:gd name="connsiteX10546" fmla="*/ 2803590 w 5158787"/>
              <a:gd name="connsiteY10546" fmla="*/ 3058858 h 4489084"/>
              <a:gd name="connsiteX10547" fmla="*/ 2803590 w 5158787"/>
              <a:gd name="connsiteY10547" fmla="*/ 3060220 h 4489084"/>
              <a:gd name="connsiteX10548" fmla="*/ 2793759 w 5158787"/>
              <a:gd name="connsiteY10548" fmla="*/ 3077217 h 4489084"/>
              <a:gd name="connsiteX10549" fmla="*/ 2792574 w 5158787"/>
              <a:gd name="connsiteY10549" fmla="*/ 3077928 h 4489084"/>
              <a:gd name="connsiteX10550" fmla="*/ 2772911 w 5158787"/>
              <a:gd name="connsiteY10550" fmla="*/ 3077928 h 4489084"/>
              <a:gd name="connsiteX10551" fmla="*/ 2771727 w 5158787"/>
              <a:gd name="connsiteY10551" fmla="*/ 3077217 h 4489084"/>
              <a:gd name="connsiteX10552" fmla="*/ 2761896 w 5158787"/>
              <a:gd name="connsiteY10552" fmla="*/ 3060220 h 4489084"/>
              <a:gd name="connsiteX10553" fmla="*/ 2761896 w 5158787"/>
              <a:gd name="connsiteY10553" fmla="*/ 3058858 h 4489084"/>
              <a:gd name="connsiteX10554" fmla="*/ 2771727 w 5158787"/>
              <a:gd name="connsiteY10554" fmla="*/ 3041860 h 4489084"/>
              <a:gd name="connsiteX10555" fmla="*/ 2772911 w 5158787"/>
              <a:gd name="connsiteY10555" fmla="*/ 3041149 h 4489084"/>
              <a:gd name="connsiteX10556" fmla="*/ 5004631 w 5158787"/>
              <a:gd name="connsiteY10556" fmla="*/ 3040971 h 4489084"/>
              <a:gd name="connsiteX10557" fmla="*/ 5024531 w 5158787"/>
              <a:gd name="connsiteY10557" fmla="*/ 3040971 h 4489084"/>
              <a:gd name="connsiteX10558" fmla="*/ 5025716 w 5158787"/>
              <a:gd name="connsiteY10558" fmla="*/ 3041682 h 4489084"/>
              <a:gd name="connsiteX10559" fmla="*/ 5035665 w 5158787"/>
              <a:gd name="connsiteY10559" fmla="*/ 3058916 h 4489084"/>
              <a:gd name="connsiteX10560" fmla="*/ 5035665 w 5158787"/>
              <a:gd name="connsiteY10560" fmla="*/ 3060338 h 4489084"/>
              <a:gd name="connsiteX10561" fmla="*/ 5025716 w 5158787"/>
              <a:gd name="connsiteY10561" fmla="*/ 3077572 h 4489084"/>
              <a:gd name="connsiteX10562" fmla="*/ 5024531 w 5158787"/>
              <a:gd name="connsiteY10562" fmla="*/ 3078283 h 4489084"/>
              <a:gd name="connsiteX10563" fmla="*/ 5004631 w 5158787"/>
              <a:gd name="connsiteY10563" fmla="*/ 3078283 h 4489084"/>
              <a:gd name="connsiteX10564" fmla="*/ 5003447 w 5158787"/>
              <a:gd name="connsiteY10564" fmla="*/ 3077572 h 4489084"/>
              <a:gd name="connsiteX10565" fmla="*/ 4993497 w 5158787"/>
              <a:gd name="connsiteY10565" fmla="*/ 3060338 h 4489084"/>
              <a:gd name="connsiteX10566" fmla="*/ 4993497 w 5158787"/>
              <a:gd name="connsiteY10566" fmla="*/ 3058916 h 4489084"/>
              <a:gd name="connsiteX10567" fmla="*/ 5003447 w 5158787"/>
              <a:gd name="connsiteY10567" fmla="*/ 3041682 h 4489084"/>
              <a:gd name="connsiteX10568" fmla="*/ 5004631 w 5158787"/>
              <a:gd name="connsiteY10568" fmla="*/ 3040971 h 4489084"/>
              <a:gd name="connsiteX10569" fmla="*/ 2840428 w 5158787"/>
              <a:gd name="connsiteY10569" fmla="*/ 3040971 h 4489084"/>
              <a:gd name="connsiteX10570" fmla="*/ 2860327 w 5158787"/>
              <a:gd name="connsiteY10570" fmla="*/ 3040971 h 4489084"/>
              <a:gd name="connsiteX10571" fmla="*/ 2861512 w 5158787"/>
              <a:gd name="connsiteY10571" fmla="*/ 3041682 h 4489084"/>
              <a:gd name="connsiteX10572" fmla="*/ 2871462 w 5158787"/>
              <a:gd name="connsiteY10572" fmla="*/ 3058916 h 4489084"/>
              <a:gd name="connsiteX10573" fmla="*/ 2871462 w 5158787"/>
              <a:gd name="connsiteY10573" fmla="*/ 3060338 h 4489084"/>
              <a:gd name="connsiteX10574" fmla="*/ 2861512 w 5158787"/>
              <a:gd name="connsiteY10574" fmla="*/ 3077572 h 4489084"/>
              <a:gd name="connsiteX10575" fmla="*/ 2860327 w 5158787"/>
              <a:gd name="connsiteY10575" fmla="*/ 3078283 h 4489084"/>
              <a:gd name="connsiteX10576" fmla="*/ 2840428 w 5158787"/>
              <a:gd name="connsiteY10576" fmla="*/ 3078283 h 4489084"/>
              <a:gd name="connsiteX10577" fmla="*/ 2839243 w 5158787"/>
              <a:gd name="connsiteY10577" fmla="*/ 3077572 h 4489084"/>
              <a:gd name="connsiteX10578" fmla="*/ 2829294 w 5158787"/>
              <a:gd name="connsiteY10578" fmla="*/ 3060338 h 4489084"/>
              <a:gd name="connsiteX10579" fmla="*/ 2829294 w 5158787"/>
              <a:gd name="connsiteY10579" fmla="*/ 3058916 h 4489084"/>
              <a:gd name="connsiteX10580" fmla="*/ 2839243 w 5158787"/>
              <a:gd name="connsiteY10580" fmla="*/ 3041682 h 4489084"/>
              <a:gd name="connsiteX10581" fmla="*/ 2840428 w 5158787"/>
              <a:gd name="connsiteY10581" fmla="*/ 3040971 h 4489084"/>
              <a:gd name="connsiteX10582" fmla="*/ 2908004 w 5158787"/>
              <a:gd name="connsiteY10582" fmla="*/ 3040734 h 4489084"/>
              <a:gd name="connsiteX10583" fmla="*/ 2928082 w 5158787"/>
              <a:gd name="connsiteY10583" fmla="*/ 3040734 h 4489084"/>
              <a:gd name="connsiteX10584" fmla="*/ 2929326 w 5158787"/>
              <a:gd name="connsiteY10584" fmla="*/ 3041445 h 4489084"/>
              <a:gd name="connsiteX10585" fmla="*/ 2939335 w 5158787"/>
              <a:gd name="connsiteY10585" fmla="*/ 3058857 h 4489084"/>
              <a:gd name="connsiteX10586" fmla="*/ 2939335 w 5158787"/>
              <a:gd name="connsiteY10586" fmla="*/ 3060279 h 4489084"/>
              <a:gd name="connsiteX10587" fmla="*/ 2929266 w 5158787"/>
              <a:gd name="connsiteY10587" fmla="*/ 3077691 h 4489084"/>
              <a:gd name="connsiteX10588" fmla="*/ 2928023 w 5158787"/>
              <a:gd name="connsiteY10588" fmla="*/ 3078401 h 4489084"/>
              <a:gd name="connsiteX10589" fmla="*/ 2907945 w 5158787"/>
              <a:gd name="connsiteY10589" fmla="*/ 3078401 h 4489084"/>
              <a:gd name="connsiteX10590" fmla="*/ 2906702 w 5158787"/>
              <a:gd name="connsiteY10590" fmla="*/ 3077691 h 4489084"/>
              <a:gd name="connsiteX10591" fmla="*/ 2896693 w 5158787"/>
              <a:gd name="connsiteY10591" fmla="*/ 3060279 h 4489084"/>
              <a:gd name="connsiteX10592" fmla="*/ 2896693 w 5158787"/>
              <a:gd name="connsiteY10592" fmla="*/ 3058857 h 4489084"/>
              <a:gd name="connsiteX10593" fmla="*/ 2906761 w 5158787"/>
              <a:gd name="connsiteY10593" fmla="*/ 3041445 h 4489084"/>
              <a:gd name="connsiteX10594" fmla="*/ 2908004 w 5158787"/>
              <a:gd name="connsiteY10594" fmla="*/ 3040734 h 4489084"/>
              <a:gd name="connsiteX10595" fmla="*/ 2636931 w 5158787"/>
              <a:gd name="connsiteY10595" fmla="*/ 3039787 h 4489084"/>
              <a:gd name="connsiteX10596" fmla="*/ 2658015 w 5158787"/>
              <a:gd name="connsiteY10596" fmla="*/ 3039787 h 4489084"/>
              <a:gd name="connsiteX10597" fmla="*/ 2659318 w 5158787"/>
              <a:gd name="connsiteY10597" fmla="*/ 3040557 h 4489084"/>
              <a:gd name="connsiteX10598" fmla="*/ 2669860 w 5158787"/>
              <a:gd name="connsiteY10598" fmla="*/ 3058798 h 4489084"/>
              <a:gd name="connsiteX10599" fmla="*/ 2669860 w 5158787"/>
              <a:gd name="connsiteY10599" fmla="*/ 3060279 h 4489084"/>
              <a:gd name="connsiteX10600" fmla="*/ 2659318 w 5158787"/>
              <a:gd name="connsiteY10600" fmla="*/ 3078520 h 4489084"/>
              <a:gd name="connsiteX10601" fmla="*/ 2658015 w 5158787"/>
              <a:gd name="connsiteY10601" fmla="*/ 3079290 h 4489084"/>
              <a:gd name="connsiteX10602" fmla="*/ 2636931 w 5158787"/>
              <a:gd name="connsiteY10602" fmla="*/ 3079290 h 4489084"/>
              <a:gd name="connsiteX10603" fmla="*/ 2635628 w 5158787"/>
              <a:gd name="connsiteY10603" fmla="*/ 3078520 h 4489084"/>
              <a:gd name="connsiteX10604" fmla="*/ 2625086 w 5158787"/>
              <a:gd name="connsiteY10604" fmla="*/ 3060279 h 4489084"/>
              <a:gd name="connsiteX10605" fmla="*/ 2625086 w 5158787"/>
              <a:gd name="connsiteY10605" fmla="*/ 3058798 h 4489084"/>
              <a:gd name="connsiteX10606" fmla="*/ 2635628 w 5158787"/>
              <a:gd name="connsiteY10606" fmla="*/ 3040557 h 4489084"/>
              <a:gd name="connsiteX10607" fmla="*/ 2636931 w 5158787"/>
              <a:gd name="connsiteY10607" fmla="*/ 3039787 h 4489084"/>
              <a:gd name="connsiteX10608" fmla="*/ 4665687 w 5158787"/>
              <a:gd name="connsiteY10608" fmla="*/ 3039491 h 4489084"/>
              <a:gd name="connsiteX10609" fmla="*/ 4687126 w 5158787"/>
              <a:gd name="connsiteY10609" fmla="*/ 3039491 h 4489084"/>
              <a:gd name="connsiteX10610" fmla="*/ 4688429 w 5158787"/>
              <a:gd name="connsiteY10610" fmla="*/ 3040261 h 4489084"/>
              <a:gd name="connsiteX10611" fmla="*/ 4699149 w 5158787"/>
              <a:gd name="connsiteY10611" fmla="*/ 3058798 h 4489084"/>
              <a:gd name="connsiteX10612" fmla="*/ 4699149 w 5158787"/>
              <a:gd name="connsiteY10612" fmla="*/ 3060338 h 4489084"/>
              <a:gd name="connsiteX10613" fmla="*/ 4688429 w 5158787"/>
              <a:gd name="connsiteY10613" fmla="*/ 3078875 h 4489084"/>
              <a:gd name="connsiteX10614" fmla="*/ 4687126 w 5158787"/>
              <a:gd name="connsiteY10614" fmla="*/ 3079645 h 4489084"/>
              <a:gd name="connsiteX10615" fmla="*/ 4665687 w 5158787"/>
              <a:gd name="connsiteY10615" fmla="*/ 3079645 h 4489084"/>
              <a:gd name="connsiteX10616" fmla="*/ 4664384 w 5158787"/>
              <a:gd name="connsiteY10616" fmla="*/ 3078875 h 4489084"/>
              <a:gd name="connsiteX10617" fmla="*/ 4653664 w 5158787"/>
              <a:gd name="connsiteY10617" fmla="*/ 3060338 h 4489084"/>
              <a:gd name="connsiteX10618" fmla="*/ 4653664 w 5158787"/>
              <a:gd name="connsiteY10618" fmla="*/ 3058798 h 4489084"/>
              <a:gd name="connsiteX10619" fmla="*/ 4664384 w 5158787"/>
              <a:gd name="connsiteY10619" fmla="*/ 3040261 h 4489084"/>
              <a:gd name="connsiteX10620" fmla="*/ 4665687 w 5158787"/>
              <a:gd name="connsiteY10620" fmla="*/ 3039491 h 4489084"/>
              <a:gd name="connsiteX10621" fmla="*/ 2704389 w 5158787"/>
              <a:gd name="connsiteY10621" fmla="*/ 3039491 h 4489084"/>
              <a:gd name="connsiteX10622" fmla="*/ 2725828 w 5158787"/>
              <a:gd name="connsiteY10622" fmla="*/ 3039491 h 4489084"/>
              <a:gd name="connsiteX10623" fmla="*/ 2727131 w 5158787"/>
              <a:gd name="connsiteY10623" fmla="*/ 3040261 h 4489084"/>
              <a:gd name="connsiteX10624" fmla="*/ 2737851 w 5158787"/>
              <a:gd name="connsiteY10624" fmla="*/ 3058798 h 4489084"/>
              <a:gd name="connsiteX10625" fmla="*/ 2737851 w 5158787"/>
              <a:gd name="connsiteY10625" fmla="*/ 3060338 h 4489084"/>
              <a:gd name="connsiteX10626" fmla="*/ 2727131 w 5158787"/>
              <a:gd name="connsiteY10626" fmla="*/ 3078875 h 4489084"/>
              <a:gd name="connsiteX10627" fmla="*/ 2725828 w 5158787"/>
              <a:gd name="connsiteY10627" fmla="*/ 3079645 h 4489084"/>
              <a:gd name="connsiteX10628" fmla="*/ 2704389 w 5158787"/>
              <a:gd name="connsiteY10628" fmla="*/ 3079645 h 4489084"/>
              <a:gd name="connsiteX10629" fmla="*/ 2703086 w 5158787"/>
              <a:gd name="connsiteY10629" fmla="*/ 3078875 h 4489084"/>
              <a:gd name="connsiteX10630" fmla="*/ 2692366 w 5158787"/>
              <a:gd name="connsiteY10630" fmla="*/ 3060338 h 4489084"/>
              <a:gd name="connsiteX10631" fmla="*/ 2692366 w 5158787"/>
              <a:gd name="connsiteY10631" fmla="*/ 3058798 h 4489084"/>
              <a:gd name="connsiteX10632" fmla="*/ 2703086 w 5158787"/>
              <a:gd name="connsiteY10632" fmla="*/ 3040261 h 4489084"/>
              <a:gd name="connsiteX10633" fmla="*/ 2704389 w 5158787"/>
              <a:gd name="connsiteY10633" fmla="*/ 3039491 h 4489084"/>
              <a:gd name="connsiteX10634" fmla="*/ 2501483 w 5158787"/>
              <a:gd name="connsiteY10634" fmla="*/ 3039491 h 4489084"/>
              <a:gd name="connsiteX10635" fmla="*/ 2522922 w 5158787"/>
              <a:gd name="connsiteY10635" fmla="*/ 3039491 h 4489084"/>
              <a:gd name="connsiteX10636" fmla="*/ 2524225 w 5158787"/>
              <a:gd name="connsiteY10636" fmla="*/ 3040261 h 4489084"/>
              <a:gd name="connsiteX10637" fmla="*/ 2534945 w 5158787"/>
              <a:gd name="connsiteY10637" fmla="*/ 3058798 h 4489084"/>
              <a:gd name="connsiteX10638" fmla="*/ 2534945 w 5158787"/>
              <a:gd name="connsiteY10638" fmla="*/ 3060338 h 4489084"/>
              <a:gd name="connsiteX10639" fmla="*/ 2524225 w 5158787"/>
              <a:gd name="connsiteY10639" fmla="*/ 3078875 h 4489084"/>
              <a:gd name="connsiteX10640" fmla="*/ 2522922 w 5158787"/>
              <a:gd name="connsiteY10640" fmla="*/ 3079645 h 4489084"/>
              <a:gd name="connsiteX10641" fmla="*/ 2501483 w 5158787"/>
              <a:gd name="connsiteY10641" fmla="*/ 3079645 h 4489084"/>
              <a:gd name="connsiteX10642" fmla="*/ 2500180 w 5158787"/>
              <a:gd name="connsiteY10642" fmla="*/ 3078875 h 4489084"/>
              <a:gd name="connsiteX10643" fmla="*/ 2489460 w 5158787"/>
              <a:gd name="connsiteY10643" fmla="*/ 3060338 h 4489084"/>
              <a:gd name="connsiteX10644" fmla="*/ 2489460 w 5158787"/>
              <a:gd name="connsiteY10644" fmla="*/ 3058798 h 4489084"/>
              <a:gd name="connsiteX10645" fmla="*/ 2500180 w 5158787"/>
              <a:gd name="connsiteY10645" fmla="*/ 3040261 h 4489084"/>
              <a:gd name="connsiteX10646" fmla="*/ 2501483 w 5158787"/>
              <a:gd name="connsiteY10646" fmla="*/ 3039491 h 4489084"/>
              <a:gd name="connsiteX10647" fmla="*/ 2298637 w 5158787"/>
              <a:gd name="connsiteY10647" fmla="*/ 3039372 h 4489084"/>
              <a:gd name="connsiteX10648" fmla="*/ 2320136 w 5158787"/>
              <a:gd name="connsiteY10648" fmla="*/ 3039372 h 4489084"/>
              <a:gd name="connsiteX10649" fmla="*/ 2321439 w 5158787"/>
              <a:gd name="connsiteY10649" fmla="*/ 3040142 h 4489084"/>
              <a:gd name="connsiteX10650" fmla="*/ 2332218 w 5158787"/>
              <a:gd name="connsiteY10650" fmla="*/ 3058798 h 4489084"/>
              <a:gd name="connsiteX10651" fmla="*/ 2332218 w 5158787"/>
              <a:gd name="connsiteY10651" fmla="*/ 3060338 h 4489084"/>
              <a:gd name="connsiteX10652" fmla="*/ 2321439 w 5158787"/>
              <a:gd name="connsiteY10652" fmla="*/ 3078994 h 4489084"/>
              <a:gd name="connsiteX10653" fmla="*/ 2320136 w 5158787"/>
              <a:gd name="connsiteY10653" fmla="*/ 3079764 h 4489084"/>
              <a:gd name="connsiteX10654" fmla="*/ 2298637 w 5158787"/>
              <a:gd name="connsiteY10654" fmla="*/ 3079764 h 4489084"/>
              <a:gd name="connsiteX10655" fmla="*/ 2297334 w 5158787"/>
              <a:gd name="connsiteY10655" fmla="*/ 3078994 h 4489084"/>
              <a:gd name="connsiteX10656" fmla="*/ 2286555 w 5158787"/>
              <a:gd name="connsiteY10656" fmla="*/ 3060338 h 4489084"/>
              <a:gd name="connsiteX10657" fmla="*/ 2286555 w 5158787"/>
              <a:gd name="connsiteY10657" fmla="*/ 3058798 h 4489084"/>
              <a:gd name="connsiteX10658" fmla="*/ 2297334 w 5158787"/>
              <a:gd name="connsiteY10658" fmla="*/ 3040142 h 4489084"/>
              <a:gd name="connsiteX10659" fmla="*/ 2298637 w 5158787"/>
              <a:gd name="connsiteY10659" fmla="*/ 3039372 h 4489084"/>
              <a:gd name="connsiteX10660" fmla="*/ 2569059 w 5158787"/>
              <a:gd name="connsiteY10660" fmla="*/ 3039313 h 4489084"/>
              <a:gd name="connsiteX10661" fmla="*/ 2590676 w 5158787"/>
              <a:gd name="connsiteY10661" fmla="*/ 3039313 h 4489084"/>
              <a:gd name="connsiteX10662" fmla="*/ 2591979 w 5158787"/>
              <a:gd name="connsiteY10662" fmla="*/ 3040083 h 4489084"/>
              <a:gd name="connsiteX10663" fmla="*/ 2602817 w 5158787"/>
              <a:gd name="connsiteY10663" fmla="*/ 3058798 h 4489084"/>
              <a:gd name="connsiteX10664" fmla="*/ 2602817 w 5158787"/>
              <a:gd name="connsiteY10664" fmla="*/ 3060338 h 4489084"/>
              <a:gd name="connsiteX10665" fmla="*/ 2591979 w 5158787"/>
              <a:gd name="connsiteY10665" fmla="*/ 3079053 h 4489084"/>
              <a:gd name="connsiteX10666" fmla="*/ 2590676 w 5158787"/>
              <a:gd name="connsiteY10666" fmla="*/ 3079823 h 4489084"/>
              <a:gd name="connsiteX10667" fmla="*/ 2569059 w 5158787"/>
              <a:gd name="connsiteY10667" fmla="*/ 3079823 h 4489084"/>
              <a:gd name="connsiteX10668" fmla="*/ 2567756 w 5158787"/>
              <a:gd name="connsiteY10668" fmla="*/ 3079053 h 4489084"/>
              <a:gd name="connsiteX10669" fmla="*/ 2556918 w 5158787"/>
              <a:gd name="connsiteY10669" fmla="*/ 3060338 h 4489084"/>
              <a:gd name="connsiteX10670" fmla="*/ 2556918 w 5158787"/>
              <a:gd name="connsiteY10670" fmla="*/ 3058798 h 4489084"/>
              <a:gd name="connsiteX10671" fmla="*/ 2567756 w 5158787"/>
              <a:gd name="connsiteY10671" fmla="*/ 3040083 h 4489084"/>
              <a:gd name="connsiteX10672" fmla="*/ 2569059 w 5158787"/>
              <a:gd name="connsiteY10672" fmla="*/ 3039313 h 4489084"/>
              <a:gd name="connsiteX10673" fmla="*/ 2366094 w 5158787"/>
              <a:gd name="connsiteY10673" fmla="*/ 3039194 h 4489084"/>
              <a:gd name="connsiteX10674" fmla="*/ 2387830 w 5158787"/>
              <a:gd name="connsiteY10674" fmla="*/ 3039194 h 4489084"/>
              <a:gd name="connsiteX10675" fmla="*/ 2389133 w 5158787"/>
              <a:gd name="connsiteY10675" fmla="*/ 3039964 h 4489084"/>
              <a:gd name="connsiteX10676" fmla="*/ 2399971 w 5158787"/>
              <a:gd name="connsiteY10676" fmla="*/ 3058797 h 4489084"/>
              <a:gd name="connsiteX10677" fmla="*/ 2399971 w 5158787"/>
              <a:gd name="connsiteY10677" fmla="*/ 3060337 h 4489084"/>
              <a:gd name="connsiteX10678" fmla="*/ 2389074 w 5158787"/>
              <a:gd name="connsiteY10678" fmla="*/ 3079171 h 4489084"/>
              <a:gd name="connsiteX10679" fmla="*/ 2387771 w 5158787"/>
              <a:gd name="connsiteY10679" fmla="*/ 3079941 h 4489084"/>
              <a:gd name="connsiteX10680" fmla="*/ 2366035 w 5158787"/>
              <a:gd name="connsiteY10680" fmla="*/ 3079941 h 4489084"/>
              <a:gd name="connsiteX10681" fmla="*/ 2364732 w 5158787"/>
              <a:gd name="connsiteY10681" fmla="*/ 3079171 h 4489084"/>
              <a:gd name="connsiteX10682" fmla="*/ 2353894 w 5158787"/>
              <a:gd name="connsiteY10682" fmla="*/ 3060337 h 4489084"/>
              <a:gd name="connsiteX10683" fmla="*/ 2353894 w 5158787"/>
              <a:gd name="connsiteY10683" fmla="*/ 3058797 h 4489084"/>
              <a:gd name="connsiteX10684" fmla="*/ 2364792 w 5158787"/>
              <a:gd name="connsiteY10684" fmla="*/ 3039964 h 4489084"/>
              <a:gd name="connsiteX10685" fmla="*/ 2366094 w 5158787"/>
              <a:gd name="connsiteY10685" fmla="*/ 3039194 h 4489084"/>
              <a:gd name="connsiteX10686" fmla="*/ 4935990 w 5158787"/>
              <a:gd name="connsiteY10686" fmla="*/ 3039076 h 4489084"/>
              <a:gd name="connsiteX10687" fmla="*/ 4957844 w 5158787"/>
              <a:gd name="connsiteY10687" fmla="*/ 3039076 h 4489084"/>
              <a:gd name="connsiteX10688" fmla="*/ 4959206 w 5158787"/>
              <a:gd name="connsiteY10688" fmla="*/ 3039846 h 4489084"/>
              <a:gd name="connsiteX10689" fmla="*/ 4970104 w 5158787"/>
              <a:gd name="connsiteY10689" fmla="*/ 3058798 h 4489084"/>
              <a:gd name="connsiteX10690" fmla="*/ 4970104 w 5158787"/>
              <a:gd name="connsiteY10690" fmla="*/ 3060338 h 4489084"/>
              <a:gd name="connsiteX10691" fmla="*/ 4959147 w 5158787"/>
              <a:gd name="connsiteY10691" fmla="*/ 3079290 h 4489084"/>
              <a:gd name="connsiteX10692" fmla="*/ 4957784 w 5158787"/>
              <a:gd name="connsiteY10692" fmla="*/ 3080060 h 4489084"/>
              <a:gd name="connsiteX10693" fmla="*/ 4935931 w 5158787"/>
              <a:gd name="connsiteY10693" fmla="*/ 3080060 h 4489084"/>
              <a:gd name="connsiteX10694" fmla="*/ 4934569 w 5158787"/>
              <a:gd name="connsiteY10694" fmla="*/ 3079290 h 4489084"/>
              <a:gd name="connsiteX10695" fmla="*/ 4923671 w 5158787"/>
              <a:gd name="connsiteY10695" fmla="*/ 3060338 h 4489084"/>
              <a:gd name="connsiteX10696" fmla="*/ 4923671 w 5158787"/>
              <a:gd name="connsiteY10696" fmla="*/ 3058798 h 4489084"/>
              <a:gd name="connsiteX10697" fmla="*/ 4934628 w 5158787"/>
              <a:gd name="connsiteY10697" fmla="*/ 3039846 h 4489084"/>
              <a:gd name="connsiteX10698" fmla="*/ 4935990 w 5158787"/>
              <a:gd name="connsiteY10698" fmla="*/ 3039076 h 4489084"/>
              <a:gd name="connsiteX10699" fmla="*/ 4733144 w 5158787"/>
              <a:gd name="connsiteY10699" fmla="*/ 3039076 h 4489084"/>
              <a:gd name="connsiteX10700" fmla="*/ 4754998 w 5158787"/>
              <a:gd name="connsiteY10700" fmla="*/ 3039076 h 4489084"/>
              <a:gd name="connsiteX10701" fmla="*/ 4756360 w 5158787"/>
              <a:gd name="connsiteY10701" fmla="*/ 3039846 h 4489084"/>
              <a:gd name="connsiteX10702" fmla="*/ 4767258 w 5158787"/>
              <a:gd name="connsiteY10702" fmla="*/ 3058798 h 4489084"/>
              <a:gd name="connsiteX10703" fmla="*/ 4767258 w 5158787"/>
              <a:gd name="connsiteY10703" fmla="*/ 3060338 h 4489084"/>
              <a:gd name="connsiteX10704" fmla="*/ 4756301 w 5158787"/>
              <a:gd name="connsiteY10704" fmla="*/ 3079290 h 4489084"/>
              <a:gd name="connsiteX10705" fmla="*/ 4754938 w 5158787"/>
              <a:gd name="connsiteY10705" fmla="*/ 3080060 h 4489084"/>
              <a:gd name="connsiteX10706" fmla="*/ 4733085 w 5158787"/>
              <a:gd name="connsiteY10706" fmla="*/ 3080060 h 4489084"/>
              <a:gd name="connsiteX10707" fmla="*/ 4731723 w 5158787"/>
              <a:gd name="connsiteY10707" fmla="*/ 3079290 h 4489084"/>
              <a:gd name="connsiteX10708" fmla="*/ 4720825 w 5158787"/>
              <a:gd name="connsiteY10708" fmla="*/ 3060338 h 4489084"/>
              <a:gd name="connsiteX10709" fmla="*/ 4720825 w 5158787"/>
              <a:gd name="connsiteY10709" fmla="*/ 3058798 h 4489084"/>
              <a:gd name="connsiteX10710" fmla="*/ 4731782 w 5158787"/>
              <a:gd name="connsiteY10710" fmla="*/ 3039846 h 4489084"/>
              <a:gd name="connsiteX10711" fmla="*/ 4733144 w 5158787"/>
              <a:gd name="connsiteY10711" fmla="*/ 3039076 h 4489084"/>
              <a:gd name="connsiteX10712" fmla="*/ 2230528 w 5158787"/>
              <a:gd name="connsiteY10712" fmla="*/ 3038543 h 4489084"/>
              <a:gd name="connsiteX10713" fmla="*/ 2252915 w 5158787"/>
              <a:gd name="connsiteY10713" fmla="*/ 3038543 h 4489084"/>
              <a:gd name="connsiteX10714" fmla="*/ 2254277 w 5158787"/>
              <a:gd name="connsiteY10714" fmla="*/ 3039313 h 4489084"/>
              <a:gd name="connsiteX10715" fmla="*/ 2265471 w 5158787"/>
              <a:gd name="connsiteY10715" fmla="*/ 3058739 h 4489084"/>
              <a:gd name="connsiteX10716" fmla="*/ 2265471 w 5158787"/>
              <a:gd name="connsiteY10716" fmla="*/ 3060338 h 4489084"/>
              <a:gd name="connsiteX10717" fmla="*/ 2254277 w 5158787"/>
              <a:gd name="connsiteY10717" fmla="*/ 3079764 h 4489084"/>
              <a:gd name="connsiteX10718" fmla="*/ 2252915 w 5158787"/>
              <a:gd name="connsiteY10718" fmla="*/ 3080534 h 4489084"/>
              <a:gd name="connsiteX10719" fmla="*/ 2230528 w 5158787"/>
              <a:gd name="connsiteY10719" fmla="*/ 3080534 h 4489084"/>
              <a:gd name="connsiteX10720" fmla="*/ 2229166 w 5158787"/>
              <a:gd name="connsiteY10720" fmla="*/ 3079764 h 4489084"/>
              <a:gd name="connsiteX10721" fmla="*/ 2217972 w 5158787"/>
              <a:gd name="connsiteY10721" fmla="*/ 3060338 h 4489084"/>
              <a:gd name="connsiteX10722" fmla="*/ 2217972 w 5158787"/>
              <a:gd name="connsiteY10722" fmla="*/ 3058739 h 4489084"/>
              <a:gd name="connsiteX10723" fmla="*/ 2229166 w 5158787"/>
              <a:gd name="connsiteY10723" fmla="*/ 3039313 h 4489084"/>
              <a:gd name="connsiteX10724" fmla="*/ 2230528 w 5158787"/>
              <a:gd name="connsiteY10724" fmla="*/ 3038543 h 4489084"/>
              <a:gd name="connsiteX10725" fmla="*/ 4800423 w 5158787"/>
              <a:gd name="connsiteY10725" fmla="*/ 3038484 h 4489084"/>
              <a:gd name="connsiteX10726" fmla="*/ 4822929 w 5158787"/>
              <a:gd name="connsiteY10726" fmla="*/ 3038484 h 4489084"/>
              <a:gd name="connsiteX10727" fmla="*/ 4824291 w 5158787"/>
              <a:gd name="connsiteY10727" fmla="*/ 3039254 h 4489084"/>
              <a:gd name="connsiteX10728" fmla="*/ 4835543 w 5158787"/>
              <a:gd name="connsiteY10728" fmla="*/ 3058739 h 4489084"/>
              <a:gd name="connsiteX10729" fmla="*/ 4835543 w 5158787"/>
              <a:gd name="connsiteY10729" fmla="*/ 3060338 h 4489084"/>
              <a:gd name="connsiteX10730" fmla="*/ 4824291 w 5158787"/>
              <a:gd name="connsiteY10730" fmla="*/ 3079823 h 4489084"/>
              <a:gd name="connsiteX10731" fmla="*/ 4822929 w 5158787"/>
              <a:gd name="connsiteY10731" fmla="*/ 3080593 h 4489084"/>
              <a:gd name="connsiteX10732" fmla="*/ 4800423 w 5158787"/>
              <a:gd name="connsiteY10732" fmla="*/ 3080593 h 4489084"/>
              <a:gd name="connsiteX10733" fmla="*/ 4799061 w 5158787"/>
              <a:gd name="connsiteY10733" fmla="*/ 3079823 h 4489084"/>
              <a:gd name="connsiteX10734" fmla="*/ 4787808 w 5158787"/>
              <a:gd name="connsiteY10734" fmla="*/ 3060338 h 4489084"/>
              <a:gd name="connsiteX10735" fmla="*/ 4787808 w 5158787"/>
              <a:gd name="connsiteY10735" fmla="*/ 3058739 h 4489084"/>
              <a:gd name="connsiteX10736" fmla="*/ 4799061 w 5158787"/>
              <a:gd name="connsiteY10736" fmla="*/ 3039254 h 4489084"/>
              <a:gd name="connsiteX10737" fmla="*/ 4800423 w 5158787"/>
              <a:gd name="connsiteY10737" fmla="*/ 3038484 h 4489084"/>
              <a:gd name="connsiteX10738" fmla="*/ 4868000 w 5158787"/>
              <a:gd name="connsiteY10738" fmla="*/ 3038365 h 4489084"/>
              <a:gd name="connsiteX10739" fmla="*/ 4890623 w 5158787"/>
              <a:gd name="connsiteY10739" fmla="*/ 3038365 h 4489084"/>
              <a:gd name="connsiteX10740" fmla="*/ 4891985 w 5158787"/>
              <a:gd name="connsiteY10740" fmla="*/ 3039194 h 4489084"/>
              <a:gd name="connsiteX10741" fmla="*/ 4903297 w 5158787"/>
              <a:gd name="connsiteY10741" fmla="*/ 3058798 h 4489084"/>
              <a:gd name="connsiteX10742" fmla="*/ 4903297 w 5158787"/>
              <a:gd name="connsiteY10742" fmla="*/ 3060397 h 4489084"/>
              <a:gd name="connsiteX10743" fmla="*/ 4891985 w 5158787"/>
              <a:gd name="connsiteY10743" fmla="*/ 3080000 h 4489084"/>
              <a:gd name="connsiteX10744" fmla="*/ 4890623 w 5158787"/>
              <a:gd name="connsiteY10744" fmla="*/ 3080829 h 4489084"/>
              <a:gd name="connsiteX10745" fmla="*/ 4868000 w 5158787"/>
              <a:gd name="connsiteY10745" fmla="*/ 3080829 h 4489084"/>
              <a:gd name="connsiteX10746" fmla="*/ 4866637 w 5158787"/>
              <a:gd name="connsiteY10746" fmla="*/ 3080000 h 4489084"/>
              <a:gd name="connsiteX10747" fmla="*/ 4855325 w 5158787"/>
              <a:gd name="connsiteY10747" fmla="*/ 3060397 h 4489084"/>
              <a:gd name="connsiteX10748" fmla="*/ 4855325 w 5158787"/>
              <a:gd name="connsiteY10748" fmla="*/ 3058798 h 4489084"/>
              <a:gd name="connsiteX10749" fmla="*/ 4866637 w 5158787"/>
              <a:gd name="connsiteY10749" fmla="*/ 3039194 h 4489084"/>
              <a:gd name="connsiteX10750" fmla="*/ 4868000 w 5158787"/>
              <a:gd name="connsiteY10750" fmla="*/ 3038365 h 4489084"/>
              <a:gd name="connsiteX10751" fmla="*/ 2433315 w 5158787"/>
              <a:gd name="connsiteY10751" fmla="*/ 3038365 h 4489084"/>
              <a:gd name="connsiteX10752" fmla="*/ 2455939 w 5158787"/>
              <a:gd name="connsiteY10752" fmla="*/ 3038365 h 4489084"/>
              <a:gd name="connsiteX10753" fmla="*/ 2457301 w 5158787"/>
              <a:gd name="connsiteY10753" fmla="*/ 3039194 h 4489084"/>
              <a:gd name="connsiteX10754" fmla="*/ 2468613 w 5158787"/>
              <a:gd name="connsiteY10754" fmla="*/ 3058798 h 4489084"/>
              <a:gd name="connsiteX10755" fmla="*/ 2468613 w 5158787"/>
              <a:gd name="connsiteY10755" fmla="*/ 3060397 h 4489084"/>
              <a:gd name="connsiteX10756" fmla="*/ 2457301 w 5158787"/>
              <a:gd name="connsiteY10756" fmla="*/ 3080000 h 4489084"/>
              <a:gd name="connsiteX10757" fmla="*/ 2455939 w 5158787"/>
              <a:gd name="connsiteY10757" fmla="*/ 3080829 h 4489084"/>
              <a:gd name="connsiteX10758" fmla="*/ 2433315 w 5158787"/>
              <a:gd name="connsiteY10758" fmla="*/ 3080829 h 4489084"/>
              <a:gd name="connsiteX10759" fmla="*/ 2431953 w 5158787"/>
              <a:gd name="connsiteY10759" fmla="*/ 3080000 h 4489084"/>
              <a:gd name="connsiteX10760" fmla="*/ 2420641 w 5158787"/>
              <a:gd name="connsiteY10760" fmla="*/ 3060397 h 4489084"/>
              <a:gd name="connsiteX10761" fmla="*/ 2420641 w 5158787"/>
              <a:gd name="connsiteY10761" fmla="*/ 3058798 h 4489084"/>
              <a:gd name="connsiteX10762" fmla="*/ 2431953 w 5158787"/>
              <a:gd name="connsiteY10762" fmla="*/ 3039194 h 4489084"/>
              <a:gd name="connsiteX10763" fmla="*/ 2433315 w 5158787"/>
              <a:gd name="connsiteY10763" fmla="*/ 3038365 h 4489084"/>
              <a:gd name="connsiteX10764" fmla="*/ 2162716 w 5158787"/>
              <a:gd name="connsiteY10764" fmla="*/ 3038247 h 4489084"/>
              <a:gd name="connsiteX10765" fmla="*/ 2185458 w 5158787"/>
              <a:gd name="connsiteY10765" fmla="*/ 3038247 h 4489084"/>
              <a:gd name="connsiteX10766" fmla="*/ 2186820 w 5158787"/>
              <a:gd name="connsiteY10766" fmla="*/ 3039076 h 4489084"/>
              <a:gd name="connsiteX10767" fmla="*/ 2198191 w 5158787"/>
              <a:gd name="connsiteY10767" fmla="*/ 3058798 h 4489084"/>
              <a:gd name="connsiteX10768" fmla="*/ 2198191 w 5158787"/>
              <a:gd name="connsiteY10768" fmla="*/ 3060397 h 4489084"/>
              <a:gd name="connsiteX10769" fmla="*/ 2186820 w 5158787"/>
              <a:gd name="connsiteY10769" fmla="*/ 3080119 h 4489084"/>
              <a:gd name="connsiteX10770" fmla="*/ 2185458 w 5158787"/>
              <a:gd name="connsiteY10770" fmla="*/ 3080948 h 4489084"/>
              <a:gd name="connsiteX10771" fmla="*/ 2162716 w 5158787"/>
              <a:gd name="connsiteY10771" fmla="*/ 3080948 h 4489084"/>
              <a:gd name="connsiteX10772" fmla="*/ 2161353 w 5158787"/>
              <a:gd name="connsiteY10772" fmla="*/ 3080119 h 4489084"/>
              <a:gd name="connsiteX10773" fmla="*/ 2149982 w 5158787"/>
              <a:gd name="connsiteY10773" fmla="*/ 3060397 h 4489084"/>
              <a:gd name="connsiteX10774" fmla="*/ 2149982 w 5158787"/>
              <a:gd name="connsiteY10774" fmla="*/ 3058798 h 4489084"/>
              <a:gd name="connsiteX10775" fmla="*/ 2161353 w 5158787"/>
              <a:gd name="connsiteY10775" fmla="*/ 3039076 h 4489084"/>
              <a:gd name="connsiteX10776" fmla="*/ 2162716 w 5158787"/>
              <a:gd name="connsiteY10776" fmla="*/ 3038247 h 4489084"/>
              <a:gd name="connsiteX10777" fmla="*/ 4331005 w 5158787"/>
              <a:gd name="connsiteY10777" fmla="*/ 2987313 h 4489084"/>
              <a:gd name="connsiteX10778" fmla="*/ 4345575 w 5158787"/>
              <a:gd name="connsiteY10778" fmla="*/ 2987313 h 4489084"/>
              <a:gd name="connsiteX10779" fmla="*/ 4346463 w 5158787"/>
              <a:gd name="connsiteY10779" fmla="*/ 2987846 h 4489084"/>
              <a:gd name="connsiteX10780" fmla="*/ 4353748 w 5158787"/>
              <a:gd name="connsiteY10780" fmla="*/ 3000461 h 4489084"/>
              <a:gd name="connsiteX10781" fmla="*/ 4353748 w 5158787"/>
              <a:gd name="connsiteY10781" fmla="*/ 3001468 h 4489084"/>
              <a:gd name="connsiteX10782" fmla="*/ 4346463 w 5158787"/>
              <a:gd name="connsiteY10782" fmla="*/ 3014082 h 4489084"/>
              <a:gd name="connsiteX10783" fmla="*/ 4345575 w 5158787"/>
              <a:gd name="connsiteY10783" fmla="*/ 3014616 h 4489084"/>
              <a:gd name="connsiteX10784" fmla="*/ 4331005 w 5158787"/>
              <a:gd name="connsiteY10784" fmla="*/ 3014616 h 4489084"/>
              <a:gd name="connsiteX10785" fmla="*/ 4330117 w 5158787"/>
              <a:gd name="connsiteY10785" fmla="*/ 3014082 h 4489084"/>
              <a:gd name="connsiteX10786" fmla="*/ 4322832 w 5158787"/>
              <a:gd name="connsiteY10786" fmla="*/ 3001468 h 4489084"/>
              <a:gd name="connsiteX10787" fmla="*/ 4322832 w 5158787"/>
              <a:gd name="connsiteY10787" fmla="*/ 3000461 h 4489084"/>
              <a:gd name="connsiteX10788" fmla="*/ 4330117 w 5158787"/>
              <a:gd name="connsiteY10788" fmla="*/ 2987846 h 4489084"/>
              <a:gd name="connsiteX10789" fmla="*/ 4331005 w 5158787"/>
              <a:gd name="connsiteY10789" fmla="*/ 2987313 h 4489084"/>
              <a:gd name="connsiteX10790" fmla="*/ 4060347 w 5158787"/>
              <a:gd name="connsiteY10790" fmla="*/ 2987076 h 4489084"/>
              <a:gd name="connsiteX10791" fmla="*/ 4075153 w 5158787"/>
              <a:gd name="connsiteY10791" fmla="*/ 2987076 h 4489084"/>
              <a:gd name="connsiteX10792" fmla="*/ 4076041 w 5158787"/>
              <a:gd name="connsiteY10792" fmla="*/ 2987609 h 4489084"/>
              <a:gd name="connsiteX10793" fmla="*/ 4083444 w 5158787"/>
              <a:gd name="connsiteY10793" fmla="*/ 3000402 h 4489084"/>
              <a:gd name="connsiteX10794" fmla="*/ 4083444 w 5158787"/>
              <a:gd name="connsiteY10794" fmla="*/ 3001468 h 4489084"/>
              <a:gd name="connsiteX10795" fmla="*/ 4076041 w 5158787"/>
              <a:gd name="connsiteY10795" fmla="*/ 3014260 h 4489084"/>
              <a:gd name="connsiteX10796" fmla="*/ 4075153 w 5158787"/>
              <a:gd name="connsiteY10796" fmla="*/ 3014794 h 4489084"/>
              <a:gd name="connsiteX10797" fmla="*/ 4060347 w 5158787"/>
              <a:gd name="connsiteY10797" fmla="*/ 3014794 h 4489084"/>
              <a:gd name="connsiteX10798" fmla="*/ 4059459 w 5158787"/>
              <a:gd name="connsiteY10798" fmla="*/ 3014260 h 4489084"/>
              <a:gd name="connsiteX10799" fmla="*/ 4052055 w 5158787"/>
              <a:gd name="connsiteY10799" fmla="*/ 3001468 h 4489084"/>
              <a:gd name="connsiteX10800" fmla="*/ 4052055 w 5158787"/>
              <a:gd name="connsiteY10800" fmla="*/ 3000402 h 4489084"/>
              <a:gd name="connsiteX10801" fmla="*/ 4059459 w 5158787"/>
              <a:gd name="connsiteY10801" fmla="*/ 2987609 h 4489084"/>
              <a:gd name="connsiteX10802" fmla="*/ 4060347 w 5158787"/>
              <a:gd name="connsiteY10802" fmla="*/ 2987076 h 4489084"/>
              <a:gd name="connsiteX10803" fmla="*/ 4195439 w 5158787"/>
              <a:gd name="connsiteY10803" fmla="*/ 2986780 h 4489084"/>
              <a:gd name="connsiteX10804" fmla="*/ 4210542 w 5158787"/>
              <a:gd name="connsiteY10804" fmla="*/ 2986780 h 4489084"/>
              <a:gd name="connsiteX10805" fmla="*/ 4211489 w 5158787"/>
              <a:gd name="connsiteY10805" fmla="*/ 2987313 h 4489084"/>
              <a:gd name="connsiteX10806" fmla="*/ 4219070 w 5158787"/>
              <a:gd name="connsiteY10806" fmla="*/ 3000402 h 4489084"/>
              <a:gd name="connsiteX10807" fmla="*/ 4219070 w 5158787"/>
              <a:gd name="connsiteY10807" fmla="*/ 3001468 h 4489084"/>
              <a:gd name="connsiteX10808" fmla="*/ 4211489 w 5158787"/>
              <a:gd name="connsiteY10808" fmla="*/ 3014557 h 4489084"/>
              <a:gd name="connsiteX10809" fmla="*/ 4210542 w 5158787"/>
              <a:gd name="connsiteY10809" fmla="*/ 3015090 h 4489084"/>
              <a:gd name="connsiteX10810" fmla="*/ 4195439 w 5158787"/>
              <a:gd name="connsiteY10810" fmla="*/ 3015090 h 4489084"/>
              <a:gd name="connsiteX10811" fmla="*/ 4194492 w 5158787"/>
              <a:gd name="connsiteY10811" fmla="*/ 3014557 h 4489084"/>
              <a:gd name="connsiteX10812" fmla="*/ 4186911 w 5158787"/>
              <a:gd name="connsiteY10812" fmla="*/ 3001468 h 4489084"/>
              <a:gd name="connsiteX10813" fmla="*/ 4186911 w 5158787"/>
              <a:gd name="connsiteY10813" fmla="*/ 3000402 h 4489084"/>
              <a:gd name="connsiteX10814" fmla="*/ 4194492 w 5158787"/>
              <a:gd name="connsiteY10814" fmla="*/ 2987313 h 4489084"/>
              <a:gd name="connsiteX10815" fmla="*/ 4195439 w 5158787"/>
              <a:gd name="connsiteY10815" fmla="*/ 2986780 h 4489084"/>
              <a:gd name="connsiteX10816" fmla="*/ 3992593 w 5158787"/>
              <a:gd name="connsiteY10816" fmla="*/ 2986780 h 4489084"/>
              <a:gd name="connsiteX10817" fmla="*/ 4007696 w 5158787"/>
              <a:gd name="connsiteY10817" fmla="*/ 2986780 h 4489084"/>
              <a:gd name="connsiteX10818" fmla="*/ 4008643 w 5158787"/>
              <a:gd name="connsiteY10818" fmla="*/ 2987313 h 4489084"/>
              <a:gd name="connsiteX10819" fmla="*/ 4016224 w 5158787"/>
              <a:gd name="connsiteY10819" fmla="*/ 3000402 h 4489084"/>
              <a:gd name="connsiteX10820" fmla="*/ 4016224 w 5158787"/>
              <a:gd name="connsiteY10820" fmla="*/ 3001468 h 4489084"/>
              <a:gd name="connsiteX10821" fmla="*/ 4008643 w 5158787"/>
              <a:gd name="connsiteY10821" fmla="*/ 3014557 h 4489084"/>
              <a:gd name="connsiteX10822" fmla="*/ 4007696 w 5158787"/>
              <a:gd name="connsiteY10822" fmla="*/ 3015090 h 4489084"/>
              <a:gd name="connsiteX10823" fmla="*/ 3992593 w 5158787"/>
              <a:gd name="connsiteY10823" fmla="*/ 3015090 h 4489084"/>
              <a:gd name="connsiteX10824" fmla="*/ 3991646 w 5158787"/>
              <a:gd name="connsiteY10824" fmla="*/ 3014557 h 4489084"/>
              <a:gd name="connsiteX10825" fmla="*/ 3984065 w 5158787"/>
              <a:gd name="connsiteY10825" fmla="*/ 3001468 h 4489084"/>
              <a:gd name="connsiteX10826" fmla="*/ 3984065 w 5158787"/>
              <a:gd name="connsiteY10826" fmla="*/ 3000402 h 4489084"/>
              <a:gd name="connsiteX10827" fmla="*/ 3991646 w 5158787"/>
              <a:gd name="connsiteY10827" fmla="*/ 2987313 h 4489084"/>
              <a:gd name="connsiteX10828" fmla="*/ 3992593 w 5158787"/>
              <a:gd name="connsiteY10828" fmla="*/ 2986780 h 4489084"/>
              <a:gd name="connsiteX10829" fmla="*/ 3924957 w 5158787"/>
              <a:gd name="connsiteY10829" fmla="*/ 2986780 h 4489084"/>
              <a:gd name="connsiteX10830" fmla="*/ 3940060 w 5158787"/>
              <a:gd name="connsiteY10830" fmla="*/ 2986780 h 4489084"/>
              <a:gd name="connsiteX10831" fmla="*/ 3941008 w 5158787"/>
              <a:gd name="connsiteY10831" fmla="*/ 2987313 h 4489084"/>
              <a:gd name="connsiteX10832" fmla="*/ 3948589 w 5158787"/>
              <a:gd name="connsiteY10832" fmla="*/ 3000402 h 4489084"/>
              <a:gd name="connsiteX10833" fmla="*/ 3948589 w 5158787"/>
              <a:gd name="connsiteY10833" fmla="*/ 3001468 h 4489084"/>
              <a:gd name="connsiteX10834" fmla="*/ 3941008 w 5158787"/>
              <a:gd name="connsiteY10834" fmla="*/ 3014557 h 4489084"/>
              <a:gd name="connsiteX10835" fmla="*/ 3940060 w 5158787"/>
              <a:gd name="connsiteY10835" fmla="*/ 3015090 h 4489084"/>
              <a:gd name="connsiteX10836" fmla="*/ 3924957 w 5158787"/>
              <a:gd name="connsiteY10836" fmla="*/ 3015090 h 4489084"/>
              <a:gd name="connsiteX10837" fmla="*/ 3924010 w 5158787"/>
              <a:gd name="connsiteY10837" fmla="*/ 3014557 h 4489084"/>
              <a:gd name="connsiteX10838" fmla="*/ 3916429 w 5158787"/>
              <a:gd name="connsiteY10838" fmla="*/ 3001468 h 4489084"/>
              <a:gd name="connsiteX10839" fmla="*/ 3916429 w 5158787"/>
              <a:gd name="connsiteY10839" fmla="*/ 3000402 h 4489084"/>
              <a:gd name="connsiteX10840" fmla="*/ 3924010 w 5158787"/>
              <a:gd name="connsiteY10840" fmla="*/ 2987313 h 4489084"/>
              <a:gd name="connsiteX10841" fmla="*/ 3924957 w 5158787"/>
              <a:gd name="connsiteY10841" fmla="*/ 2986780 h 4489084"/>
              <a:gd name="connsiteX10842" fmla="*/ 4263015 w 5158787"/>
              <a:gd name="connsiteY10842" fmla="*/ 2986662 h 4489084"/>
              <a:gd name="connsiteX10843" fmla="*/ 4278235 w 5158787"/>
              <a:gd name="connsiteY10843" fmla="*/ 2986662 h 4489084"/>
              <a:gd name="connsiteX10844" fmla="*/ 4279183 w 5158787"/>
              <a:gd name="connsiteY10844" fmla="*/ 2987195 h 4489084"/>
              <a:gd name="connsiteX10845" fmla="*/ 4286824 w 5158787"/>
              <a:gd name="connsiteY10845" fmla="*/ 3000402 h 4489084"/>
              <a:gd name="connsiteX10846" fmla="*/ 4286824 w 5158787"/>
              <a:gd name="connsiteY10846" fmla="*/ 3001468 h 4489084"/>
              <a:gd name="connsiteX10847" fmla="*/ 4279183 w 5158787"/>
              <a:gd name="connsiteY10847" fmla="*/ 3014675 h 4489084"/>
              <a:gd name="connsiteX10848" fmla="*/ 4278235 w 5158787"/>
              <a:gd name="connsiteY10848" fmla="*/ 3015208 h 4489084"/>
              <a:gd name="connsiteX10849" fmla="*/ 4263015 w 5158787"/>
              <a:gd name="connsiteY10849" fmla="*/ 3015208 h 4489084"/>
              <a:gd name="connsiteX10850" fmla="*/ 4262067 w 5158787"/>
              <a:gd name="connsiteY10850" fmla="*/ 3014675 h 4489084"/>
              <a:gd name="connsiteX10851" fmla="*/ 4254427 w 5158787"/>
              <a:gd name="connsiteY10851" fmla="*/ 3001468 h 4489084"/>
              <a:gd name="connsiteX10852" fmla="*/ 4254427 w 5158787"/>
              <a:gd name="connsiteY10852" fmla="*/ 3000402 h 4489084"/>
              <a:gd name="connsiteX10853" fmla="*/ 4262067 w 5158787"/>
              <a:gd name="connsiteY10853" fmla="*/ 2987195 h 4489084"/>
              <a:gd name="connsiteX10854" fmla="*/ 4263015 w 5158787"/>
              <a:gd name="connsiteY10854" fmla="*/ 2986662 h 4489084"/>
              <a:gd name="connsiteX10855" fmla="*/ 4127686 w 5158787"/>
              <a:gd name="connsiteY10855" fmla="*/ 2986543 h 4489084"/>
              <a:gd name="connsiteX10856" fmla="*/ 4143025 w 5158787"/>
              <a:gd name="connsiteY10856" fmla="*/ 2986543 h 4489084"/>
              <a:gd name="connsiteX10857" fmla="*/ 4143973 w 5158787"/>
              <a:gd name="connsiteY10857" fmla="*/ 2987076 h 4489084"/>
              <a:gd name="connsiteX10858" fmla="*/ 4151613 w 5158787"/>
              <a:gd name="connsiteY10858" fmla="*/ 3000343 h 4489084"/>
              <a:gd name="connsiteX10859" fmla="*/ 4151613 w 5158787"/>
              <a:gd name="connsiteY10859" fmla="*/ 3001409 h 4489084"/>
              <a:gd name="connsiteX10860" fmla="*/ 4143914 w 5158787"/>
              <a:gd name="connsiteY10860" fmla="*/ 3014675 h 4489084"/>
              <a:gd name="connsiteX10861" fmla="*/ 4142966 w 5158787"/>
              <a:gd name="connsiteY10861" fmla="*/ 3015208 h 4489084"/>
              <a:gd name="connsiteX10862" fmla="*/ 4127627 w 5158787"/>
              <a:gd name="connsiteY10862" fmla="*/ 3015208 h 4489084"/>
              <a:gd name="connsiteX10863" fmla="*/ 4126679 w 5158787"/>
              <a:gd name="connsiteY10863" fmla="*/ 3014675 h 4489084"/>
              <a:gd name="connsiteX10864" fmla="*/ 4119039 w 5158787"/>
              <a:gd name="connsiteY10864" fmla="*/ 3001409 h 4489084"/>
              <a:gd name="connsiteX10865" fmla="*/ 4119039 w 5158787"/>
              <a:gd name="connsiteY10865" fmla="*/ 3000343 h 4489084"/>
              <a:gd name="connsiteX10866" fmla="*/ 4126738 w 5158787"/>
              <a:gd name="connsiteY10866" fmla="*/ 2987076 h 4489084"/>
              <a:gd name="connsiteX10867" fmla="*/ 4127686 w 5158787"/>
              <a:gd name="connsiteY10867" fmla="*/ 2986543 h 4489084"/>
              <a:gd name="connsiteX10868" fmla="*/ 3789569 w 5158787"/>
              <a:gd name="connsiteY10868" fmla="*/ 2986543 h 4489084"/>
              <a:gd name="connsiteX10869" fmla="*/ 3804909 w 5158787"/>
              <a:gd name="connsiteY10869" fmla="*/ 2986543 h 4489084"/>
              <a:gd name="connsiteX10870" fmla="*/ 3805856 w 5158787"/>
              <a:gd name="connsiteY10870" fmla="*/ 2987076 h 4489084"/>
              <a:gd name="connsiteX10871" fmla="*/ 3813496 w 5158787"/>
              <a:gd name="connsiteY10871" fmla="*/ 3000343 h 4489084"/>
              <a:gd name="connsiteX10872" fmla="*/ 3813496 w 5158787"/>
              <a:gd name="connsiteY10872" fmla="*/ 3001409 h 4489084"/>
              <a:gd name="connsiteX10873" fmla="*/ 3805797 w 5158787"/>
              <a:gd name="connsiteY10873" fmla="*/ 3014675 h 4489084"/>
              <a:gd name="connsiteX10874" fmla="*/ 3804850 w 5158787"/>
              <a:gd name="connsiteY10874" fmla="*/ 3015208 h 4489084"/>
              <a:gd name="connsiteX10875" fmla="*/ 3789510 w 5158787"/>
              <a:gd name="connsiteY10875" fmla="*/ 3015208 h 4489084"/>
              <a:gd name="connsiteX10876" fmla="*/ 3788563 w 5158787"/>
              <a:gd name="connsiteY10876" fmla="*/ 3014675 h 4489084"/>
              <a:gd name="connsiteX10877" fmla="*/ 3780922 w 5158787"/>
              <a:gd name="connsiteY10877" fmla="*/ 3001409 h 4489084"/>
              <a:gd name="connsiteX10878" fmla="*/ 3780922 w 5158787"/>
              <a:gd name="connsiteY10878" fmla="*/ 3000343 h 4489084"/>
              <a:gd name="connsiteX10879" fmla="*/ 3788622 w 5158787"/>
              <a:gd name="connsiteY10879" fmla="*/ 2987076 h 4489084"/>
              <a:gd name="connsiteX10880" fmla="*/ 3789569 w 5158787"/>
              <a:gd name="connsiteY10880" fmla="*/ 2986543 h 4489084"/>
              <a:gd name="connsiteX10881" fmla="*/ 3721579 w 5158787"/>
              <a:gd name="connsiteY10881" fmla="*/ 2985951 h 4489084"/>
              <a:gd name="connsiteX10882" fmla="*/ 3737570 w 5158787"/>
              <a:gd name="connsiteY10882" fmla="*/ 2985951 h 4489084"/>
              <a:gd name="connsiteX10883" fmla="*/ 3738576 w 5158787"/>
              <a:gd name="connsiteY10883" fmla="*/ 2986543 h 4489084"/>
              <a:gd name="connsiteX10884" fmla="*/ 3746572 w 5158787"/>
              <a:gd name="connsiteY10884" fmla="*/ 3000402 h 4489084"/>
              <a:gd name="connsiteX10885" fmla="*/ 3746572 w 5158787"/>
              <a:gd name="connsiteY10885" fmla="*/ 3001527 h 4489084"/>
              <a:gd name="connsiteX10886" fmla="*/ 3738576 w 5158787"/>
              <a:gd name="connsiteY10886" fmla="*/ 3015386 h 4489084"/>
              <a:gd name="connsiteX10887" fmla="*/ 3737629 w 5158787"/>
              <a:gd name="connsiteY10887" fmla="*/ 3015978 h 4489084"/>
              <a:gd name="connsiteX10888" fmla="*/ 3721638 w 5158787"/>
              <a:gd name="connsiteY10888" fmla="*/ 3015978 h 4489084"/>
              <a:gd name="connsiteX10889" fmla="*/ 3720631 w 5158787"/>
              <a:gd name="connsiteY10889" fmla="*/ 3015386 h 4489084"/>
              <a:gd name="connsiteX10890" fmla="*/ 3712636 w 5158787"/>
              <a:gd name="connsiteY10890" fmla="*/ 3001527 h 4489084"/>
              <a:gd name="connsiteX10891" fmla="*/ 3712636 w 5158787"/>
              <a:gd name="connsiteY10891" fmla="*/ 3000402 h 4489084"/>
              <a:gd name="connsiteX10892" fmla="*/ 3720631 w 5158787"/>
              <a:gd name="connsiteY10892" fmla="*/ 2986543 h 4489084"/>
              <a:gd name="connsiteX10893" fmla="*/ 3721579 w 5158787"/>
              <a:gd name="connsiteY10893" fmla="*/ 2985951 h 4489084"/>
              <a:gd name="connsiteX10894" fmla="*/ 3856790 w 5158787"/>
              <a:gd name="connsiteY10894" fmla="*/ 2985833 h 4489084"/>
              <a:gd name="connsiteX10895" fmla="*/ 3872899 w 5158787"/>
              <a:gd name="connsiteY10895" fmla="*/ 2985833 h 4489084"/>
              <a:gd name="connsiteX10896" fmla="*/ 3873905 w 5158787"/>
              <a:gd name="connsiteY10896" fmla="*/ 2986425 h 4489084"/>
              <a:gd name="connsiteX10897" fmla="*/ 3881961 w 5158787"/>
              <a:gd name="connsiteY10897" fmla="*/ 3000402 h 4489084"/>
              <a:gd name="connsiteX10898" fmla="*/ 3881961 w 5158787"/>
              <a:gd name="connsiteY10898" fmla="*/ 3001527 h 4489084"/>
              <a:gd name="connsiteX10899" fmla="*/ 3873905 w 5158787"/>
              <a:gd name="connsiteY10899" fmla="*/ 3015505 h 4489084"/>
              <a:gd name="connsiteX10900" fmla="*/ 3872899 w 5158787"/>
              <a:gd name="connsiteY10900" fmla="*/ 3016097 h 4489084"/>
              <a:gd name="connsiteX10901" fmla="*/ 3856790 w 5158787"/>
              <a:gd name="connsiteY10901" fmla="*/ 3016097 h 4489084"/>
              <a:gd name="connsiteX10902" fmla="*/ 3855783 w 5158787"/>
              <a:gd name="connsiteY10902" fmla="*/ 3015505 h 4489084"/>
              <a:gd name="connsiteX10903" fmla="*/ 3847728 w 5158787"/>
              <a:gd name="connsiteY10903" fmla="*/ 3001527 h 4489084"/>
              <a:gd name="connsiteX10904" fmla="*/ 3847728 w 5158787"/>
              <a:gd name="connsiteY10904" fmla="*/ 3000402 h 4489084"/>
              <a:gd name="connsiteX10905" fmla="*/ 3855783 w 5158787"/>
              <a:gd name="connsiteY10905" fmla="*/ 2986425 h 4489084"/>
              <a:gd name="connsiteX10906" fmla="*/ 3856790 w 5158787"/>
              <a:gd name="connsiteY10906" fmla="*/ 2985833 h 4489084"/>
              <a:gd name="connsiteX10907" fmla="*/ 3586131 w 5158787"/>
              <a:gd name="connsiteY10907" fmla="*/ 2985655 h 4489084"/>
              <a:gd name="connsiteX10908" fmla="*/ 3602477 w 5158787"/>
              <a:gd name="connsiteY10908" fmla="*/ 2985655 h 4489084"/>
              <a:gd name="connsiteX10909" fmla="*/ 3603485 w 5158787"/>
              <a:gd name="connsiteY10909" fmla="*/ 2986247 h 4489084"/>
              <a:gd name="connsiteX10910" fmla="*/ 3611658 w 5158787"/>
              <a:gd name="connsiteY10910" fmla="*/ 3000402 h 4489084"/>
              <a:gd name="connsiteX10911" fmla="*/ 3611658 w 5158787"/>
              <a:gd name="connsiteY10911" fmla="*/ 3001587 h 4489084"/>
              <a:gd name="connsiteX10912" fmla="*/ 3603485 w 5158787"/>
              <a:gd name="connsiteY10912" fmla="*/ 3015741 h 4489084"/>
              <a:gd name="connsiteX10913" fmla="*/ 3602477 w 5158787"/>
              <a:gd name="connsiteY10913" fmla="*/ 3016334 h 4489084"/>
              <a:gd name="connsiteX10914" fmla="*/ 3586131 w 5158787"/>
              <a:gd name="connsiteY10914" fmla="*/ 3016334 h 4489084"/>
              <a:gd name="connsiteX10915" fmla="*/ 3585125 w 5158787"/>
              <a:gd name="connsiteY10915" fmla="*/ 3015741 h 4489084"/>
              <a:gd name="connsiteX10916" fmla="*/ 3576952 w 5158787"/>
              <a:gd name="connsiteY10916" fmla="*/ 3001587 h 4489084"/>
              <a:gd name="connsiteX10917" fmla="*/ 3576952 w 5158787"/>
              <a:gd name="connsiteY10917" fmla="*/ 3000402 h 4489084"/>
              <a:gd name="connsiteX10918" fmla="*/ 3585125 w 5158787"/>
              <a:gd name="connsiteY10918" fmla="*/ 2986247 h 4489084"/>
              <a:gd name="connsiteX10919" fmla="*/ 3586131 w 5158787"/>
              <a:gd name="connsiteY10919" fmla="*/ 2985655 h 4489084"/>
              <a:gd name="connsiteX10920" fmla="*/ 3653648 w 5158787"/>
              <a:gd name="connsiteY10920" fmla="*/ 2985418 h 4489084"/>
              <a:gd name="connsiteX10921" fmla="*/ 3670231 w 5158787"/>
              <a:gd name="connsiteY10921" fmla="*/ 2985418 h 4489084"/>
              <a:gd name="connsiteX10922" fmla="*/ 3671238 w 5158787"/>
              <a:gd name="connsiteY10922" fmla="*/ 2986010 h 4489084"/>
              <a:gd name="connsiteX10923" fmla="*/ 3679529 w 5158787"/>
              <a:gd name="connsiteY10923" fmla="*/ 3000343 h 4489084"/>
              <a:gd name="connsiteX10924" fmla="*/ 3679529 w 5158787"/>
              <a:gd name="connsiteY10924" fmla="*/ 3001527 h 4489084"/>
              <a:gd name="connsiteX10925" fmla="*/ 3671238 w 5158787"/>
              <a:gd name="connsiteY10925" fmla="*/ 3015860 h 4489084"/>
              <a:gd name="connsiteX10926" fmla="*/ 3670231 w 5158787"/>
              <a:gd name="connsiteY10926" fmla="*/ 3016452 h 4489084"/>
              <a:gd name="connsiteX10927" fmla="*/ 3653648 w 5158787"/>
              <a:gd name="connsiteY10927" fmla="*/ 3016452 h 4489084"/>
              <a:gd name="connsiteX10928" fmla="*/ 3652641 w 5158787"/>
              <a:gd name="connsiteY10928" fmla="*/ 3015860 h 4489084"/>
              <a:gd name="connsiteX10929" fmla="*/ 3644350 w 5158787"/>
              <a:gd name="connsiteY10929" fmla="*/ 3001527 h 4489084"/>
              <a:gd name="connsiteX10930" fmla="*/ 3644350 w 5158787"/>
              <a:gd name="connsiteY10930" fmla="*/ 3000343 h 4489084"/>
              <a:gd name="connsiteX10931" fmla="*/ 3652641 w 5158787"/>
              <a:gd name="connsiteY10931" fmla="*/ 2986010 h 4489084"/>
              <a:gd name="connsiteX10932" fmla="*/ 3653648 w 5158787"/>
              <a:gd name="connsiteY10932" fmla="*/ 2985418 h 4489084"/>
              <a:gd name="connsiteX10933" fmla="*/ 3518378 w 5158787"/>
              <a:gd name="connsiteY10933" fmla="*/ 2985359 h 4489084"/>
              <a:gd name="connsiteX10934" fmla="*/ 3535020 w 5158787"/>
              <a:gd name="connsiteY10934" fmla="*/ 2985359 h 4489084"/>
              <a:gd name="connsiteX10935" fmla="*/ 3536027 w 5158787"/>
              <a:gd name="connsiteY10935" fmla="*/ 2985951 h 4489084"/>
              <a:gd name="connsiteX10936" fmla="*/ 3544378 w 5158787"/>
              <a:gd name="connsiteY10936" fmla="*/ 3000402 h 4489084"/>
              <a:gd name="connsiteX10937" fmla="*/ 3544378 w 5158787"/>
              <a:gd name="connsiteY10937" fmla="*/ 3001587 h 4489084"/>
              <a:gd name="connsiteX10938" fmla="*/ 3536027 w 5158787"/>
              <a:gd name="connsiteY10938" fmla="*/ 3016038 h 4489084"/>
              <a:gd name="connsiteX10939" fmla="*/ 3535020 w 5158787"/>
              <a:gd name="connsiteY10939" fmla="*/ 3016630 h 4489084"/>
              <a:gd name="connsiteX10940" fmla="*/ 3518378 w 5158787"/>
              <a:gd name="connsiteY10940" fmla="*/ 3016630 h 4489084"/>
              <a:gd name="connsiteX10941" fmla="*/ 3517371 w 5158787"/>
              <a:gd name="connsiteY10941" fmla="*/ 3016038 h 4489084"/>
              <a:gd name="connsiteX10942" fmla="*/ 3509020 w 5158787"/>
              <a:gd name="connsiteY10942" fmla="*/ 3001587 h 4489084"/>
              <a:gd name="connsiteX10943" fmla="*/ 3509020 w 5158787"/>
              <a:gd name="connsiteY10943" fmla="*/ 3000402 h 4489084"/>
              <a:gd name="connsiteX10944" fmla="*/ 3517371 w 5158787"/>
              <a:gd name="connsiteY10944" fmla="*/ 2985951 h 4489084"/>
              <a:gd name="connsiteX10945" fmla="*/ 3518378 w 5158787"/>
              <a:gd name="connsiteY10945" fmla="*/ 2985359 h 4489084"/>
              <a:gd name="connsiteX10946" fmla="*/ 3382872 w 5158787"/>
              <a:gd name="connsiteY10946" fmla="*/ 2984944 h 4489084"/>
              <a:gd name="connsiteX10947" fmla="*/ 3399988 w 5158787"/>
              <a:gd name="connsiteY10947" fmla="*/ 2984944 h 4489084"/>
              <a:gd name="connsiteX10948" fmla="*/ 3401053 w 5158787"/>
              <a:gd name="connsiteY10948" fmla="*/ 2985536 h 4489084"/>
              <a:gd name="connsiteX10949" fmla="*/ 3409582 w 5158787"/>
              <a:gd name="connsiteY10949" fmla="*/ 3000343 h 4489084"/>
              <a:gd name="connsiteX10950" fmla="*/ 3409582 w 5158787"/>
              <a:gd name="connsiteY10950" fmla="*/ 3001527 h 4489084"/>
              <a:gd name="connsiteX10951" fmla="*/ 3400994 w 5158787"/>
              <a:gd name="connsiteY10951" fmla="*/ 3016333 h 4489084"/>
              <a:gd name="connsiteX10952" fmla="*/ 3399928 w 5158787"/>
              <a:gd name="connsiteY10952" fmla="*/ 3016926 h 4489084"/>
              <a:gd name="connsiteX10953" fmla="*/ 3382812 w 5158787"/>
              <a:gd name="connsiteY10953" fmla="*/ 3016926 h 4489084"/>
              <a:gd name="connsiteX10954" fmla="*/ 3381746 w 5158787"/>
              <a:gd name="connsiteY10954" fmla="*/ 3016333 h 4489084"/>
              <a:gd name="connsiteX10955" fmla="*/ 3373218 w 5158787"/>
              <a:gd name="connsiteY10955" fmla="*/ 3001527 h 4489084"/>
              <a:gd name="connsiteX10956" fmla="*/ 3373218 w 5158787"/>
              <a:gd name="connsiteY10956" fmla="*/ 3000343 h 4489084"/>
              <a:gd name="connsiteX10957" fmla="*/ 3381805 w 5158787"/>
              <a:gd name="connsiteY10957" fmla="*/ 2985536 h 4489084"/>
              <a:gd name="connsiteX10958" fmla="*/ 3382872 w 5158787"/>
              <a:gd name="connsiteY10958" fmla="*/ 2984944 h 4489084"/>
              <a:gd name="connsiteX10959" fmla="*/ 3450446 w 5158787"/>
              <a:gd name="connsiteY10959" fmla="*/ 2984826 h 4489084"/>
              <a:gd name="connsiteX10960" fmla="*/ 3467681 w 5158787"/>
              <a:gd name="connsiteY10960" fmla="*/ 2984826 h 4489084"/>
              <a:gd name="connsiteX10961" fmla="*/ 3468747 w 5158787"/>
              <a:gd name="connsiteY10961" fmla="*/ 2985418 h 4489084"/>
              <a:gd name="connsiteX10962" fmla="*/ 3477335 w 5158787"/>
              <a:gd name="connsiteY10962" fmla="*/ 3000343 h 4489084"/>
              <a:gd name="connsiteX10963" fmla="*/ 3477335 w 5158787"/>
              <a:gd name="connsiteY10963" fmla="*/ 3001586 h 4489084"/>
              <a:gd name="connsiteX10964" fmla="*/ 3468688 w 5158787"/>
              <a:gd name="connsiteY10964" fmla="*/ 3016511 h 4489084"/>
              <a:gd name="connsiteX10965" fmla="*/ 3467622 w 5158787"/>
              <a:gd name="connsiteY10965" fmla="*/ 3017103 h 4489084"/>
              <a:gd name="connsiteX10966" fmla="*/ 3450388 w 5158787"/>
              <a:gd name="connsiteY10966" fmla="*/ 3017103 h 4489084"/>
              <a:gd name="connsiteX10967" fmla="*/ 3449321 w 5158787"/>
              <a:gd name="connsiteY10967" fmla="*/ 3016511 h 4489084"/>
              <a:gd name="connsiteX10968" fmla="*/ 3440734 w 5158787"/>
              <a:gd name="connsiteY10968" fmla="*/ 3001586 h 4489084"/>
              <a:gd name="connsiteX10969" fmla="*/ 3440734 w 5158787"/>
              <a:gd name="connsiteY10969" fmla="*/ 3000343 h 4489084"/>
              <a:gd name="connsiteX10970" fmla="*/ 3449380 w 5158787"/>
              <a:gd name="connsiteY10970" fmla="*/ 2985418 h 4489084"/>
              <a:gd name="connsiteX10971" fmla="*/ 3450446 w 5158787"/>
              <a:gd name="connsiteY10971" fmla="*/ 2984826 h 4489084"/>
              <a:gd name="connsiteX10972" fmla="*/ 3315117 w 5158787"/>
              <a:gd name="connsiteY10972" fmla="*/ 2984707 h 4489084"/>
              <a:gd name="connsiteX10973" fmla="*/ 3332471 w 5158787"/>
              <a:gd name="connsiteY10973" fmla="*/ 2984707 h 4489084"/>
              <a:gd name="connsiteX10974" fmla="*/ 3333536 w 5158787"/>
              <a:gd name="connsiteY10974" fmla="*/ 2985299 h 4489084"/>
              <a:gd name="connsiteX10975" fmla="*/ 3342184 w 5158787"/>
              <a:gd name="connsiteY10975" fmla="*/ 3000343 h 4489084"/>
              <a:gd name="connsiteX10976" fmla="*/ 3342184 w 5158787"/>
              <a:gd name="connsiteY10976" fmla="*/ 3001586 h 4489084"/>
              <a:gd name="connsiteX10977" fmla="*/ 3333536 w 5158787"/>
              <a:gd name="connsiteY10977" fmla="*/ 3016629 h 4489084"/>
              <a:gd name="connsiteX10978" fmla="*/ 3332471 w 5158787"/>
              <a:gd name="connsiteY10978" fmla="*/ 3017222 h 4489084"/>
              <a:gd name="connsiteX10979" fmla="*/ 3315117 w 5158787"/>
              <a:gd name="connsiteY10979" fmla="*/ 3017222 h 4489084"/>
              <a:gd name="connsiteX10980" fmla="*/ 3314052 w 5158787"/>
              <a:gd name="connsiteY10980" fmla="*/ 3016629 h 4489084"/>
              <a:gd name="connsiteX10981" fmla="*/ 3305404 w 5158787"/>
              <a:gd name="connsiteY10981" fmla="*/ 3001586 h 4489084"/>
              <a:gd name="connsiteX10982" fmla="*/ 3305404 w 5158787"/>
              <a:gd name="connsiteY10982" fmla="*/ 3000343 h 4489084"/>
              <a:gd name="connsiteX10983" fmla="*/ 3314052 w 5158787"/>
              <a:gd name="connsiteY10983" fmla="*/ 2985299 h 4489084"/>
              <a:gd name="connsiteX10984" fmla="*/ 3315117 w 5158787"/>
              <a:gd name="connsiteY10984" fmla="*/ 2984707 h 4489084"/>
              <a:gd name="connsiteX10985" fmla="*/ 3247246 w 5158787"/>
              <a:gd name="connsiteY10985" fmla="*/ 2984174 h 4489084"/>
              <a:gd name="connsiteX10986" fmla="*/ 3265132 w 5158787"/>
              <a:gd name="connsiteY10986" fmla="*/ 2984174 h 4489084"/>
              <a:gd name="connsiteX10987" fmla="*/ 3266197 w 5158787"/>
              <a:gd name="connsiteY10987" fmla="*/ 2984826 h 4489084"/>
              <a:gd name="connsiteX10988" fmla="*/ 3275141 w 5158787"/>
              <a:gd name="connsiteY10988" fmla="*/ 3000343 h 4489084"/>
              <a:gd name="connsiteX10989" fmla="*/ 3275141 w 5158787"/>
              <a:gd name="connsiteY10989" fmla="*/ 3001586 h 4489084"/>
              <a:gd name="connsiteX10990" fmla="*/ 3266197 w 5158787"/>
              <a:gd name="connsiteY10990" fmla="*/ 3017103 h 4489084"/>
              <a:gd name="connsiteX10991" fmla="*/ 3265132 w 5158787"/>
              <a:gd name="connsiteY10991" fmla="*/ 3017755 h 4489084"/>
              <a:gd name="connsiteX10992" fmla="*/ 3247246 w 5158787"/>
              <a:gd name="connsiteY10992" fmla="*/ 3017755 h 4489084"/>
              <a:gd name="connsiteX10993" fmla="*/ 3246179 w 5158787"/>
              <a:gd name="connsiteY10993" fmla="*/ 3017103 h 4489084"/>
              <a:gd name="connsiteX10994" fmla="*/ 3237236 w 5158787"/>
              <a:gd name="connsiteY10994" fmla="*/ 3001586 h 4489084"/>
              <a:gd name="connsiteX10995" fmla="*/ 3237236 w 5158787"/>
              <a:gd name="connsiteY10995" fmla="*/ 3000343 h 4489084"/>
              <a:gd name="connsiteX10996" fmla="*/ 3246179 w 5158787"/>
              <a:gd name="connsiteY10996" fmla="*/ 2984826 h 4489084"/>
              <a:gd name="connsiteX10997" fmla="*/ 3247246 w 5158787"/>
              <a:gd name="connsiteY10997" fmla="*/ 2984174 h 4489084"/>
              <a:gd name="connsiteX10998" fmla="*/ 4531956 w 5158787"/>
              <a:gd name="connsiteY10998" fmla="*/ 2983701 h 4489084"/>
              <a:gd name="connsiteX10999" fmla="*/ 4550375 w 5158787"/>
              <a:gd name="connsiteY10999" fmla="*/ 2983701 h 4489084"/>
              <a:gd name="connsiteX11000" fmla="*/ 4551500 w 5158787"/>
              <a:gd name="connsiteY11000" fmla="*/ 2984352 h 4489084"/>
              <a:gd name="connsiteX11001" fmla="*/ 4560740 w 5158787"/>
              <a:gd name="connsiteY11001" fmla="*/ 3000343 h 4489084"/>
              <a:gd name="connsiteX11002" fmla="*/ 4560740 w 5158787"/>
              <a:gd name="connsiteY11002" fmla="*/ 3001646 h 4489084"/>
              <a:gd name="connsiteX11003" fmla="*/ 4551500 w 5158787"/>
              <a:gd name="connsiteY11003" fmla="*/ 3017637 h 4489084"/>
              <a:gd name="connsiteX11004" fmla="*/ 4550375 w 5158787"/>
              <a:gd name="connsiteY11004" fmla="*/ 3018288 h 4489084"/>
              <a:gd name="connsiteX11005" fmla="*/ 4531956 w 5158787"/>
              <a:gd name="connsiteY11005" fmla="*/ 3018288 h 4489084"/>
              <a:gd name="connsiteX11006" fmla="*/ 4530831 w 5158787"/>
              <a:gd name="connsiteY11006" fmla="*/ 3017637 h 4489084"/>
              <a:gd name="connsiteX11007" fmla="*/ 4521592 w 5158787"/>
              <a:gd name="connsiteY11007" fmla="*/ 3001646 h 4489084"/>
              <a:gd name="connsiteX11008" fmla="*/ 4521592 w 5158787"/>
              <a:gd name="connsiteY11008" fmla="*/ 3000343 h 4489084"/>
              <a:gd name="connsiteX11009" fmla="*/ 4530831 w 5158787"/>
              <a:gd name="connsiteY11009" fmla="*/ 2984352 h 4489084"/>
              <a:gd name="connsiteX11010" fmla="*/ 4531956 w 5158787"/>
              <a:gd name="connsiteY11010" fmla="*/ 2983701 h 4489084"/>
              <a:gd name="connsiteX11011" fmla="*/ 4396686 w 5158787"/>
              <a:gd name="connsiteY11011" fmla="*/ 2983701 h 4489084"/>
              <a:gd name="connsiteX11012" fmla="*/ 4415105 w 5158787"/>
              <a:gd name="connsiteY11012" fmla="*/ 2983701 h 4489084"/>
              <a:gd name="connsiteX11013" fmla="*/ 4416230 w 5158787"/>
              <a:gd name="connsiteY11013" fmla="*/ 2984352 h 4489084"/>
              <a:gd name="connsiteX11014" fmla="*/ 4425469 w 5158787"/>
              <a:gd name="connsiteY11014" fmla="*/ 3000343 h 4489084"/>
              <a:gd name="connsiteX11015" fmla="*/ 4425469 w 5158787"/>
              <a:gd name="connsiteY11015" fmla="*/ 3001646 h 4489084"/>
              <a:gd name="connsiteX11016" fmla="*/ 4416230 w 5158787"/>
              <a:gd name="connsiteY11016" fmla="*/ 3017637 h 4489084"/>
              <a:gd name="connsiteX11017" fmla="*/ 4415105 w 5158787"/>
              <a:gd name="connsiteY11017" fmla="*/ 3018288 h 4489084"/>
              <a:gd name="connsiteX11018" fmla="*/ 4396686 w 5158787"/>
              <a:gd name="connsiteY11018" fmla="*/ 3018288 h 4489084"/>
              <a:gd name="connsiteX11019" fmla="*/ 4395561 w 5158787"/>
              <a:gd name="connsiteY11019" fmla="*/ 3017637 h 4489084"/>
              <a:gd name="connsiteX11020" fmla="*/ 4386321 w 5158787"/>
              <a:gd name="connsiteY11020" fmla="*/ 3001646 h 4489084"/>
              <a:gd name="connsiteX11021" fmla="*/ 4386321 w 5158787"/>
              <a:gd name="connsiteY11021" fmla="*/ 3000343 h 4489084"/>
              <a:gd name="connsiteX11022" fmla="*/ 4395561 w 5158787"/>
              <a:gd name="connsiteY11022" fmla="*/ 2984352 h 4489084"/>
              <a:gd name="connsiteX11023" fmla="*/ 4396686 w 5158787"/>
              <a:gd name="connsiteY11023" fmla="*/ 2983701 h 4489084"/>
              <a:gd name="connsiteX11024" fmla="*/ 4464202 w 5158787"/>
              <a:gd name="connsiteY11024" fmla="*/ 2983463 h 4489084"/>
              <a:gd name="connsiteX11025" fmla="*/ 4482858 w 5158787"/>
              <a:gd name="connsiteY11025" fmla="*/ 2983463 h 4489084"/>
              <a:gd name="connsiteX11026" fmla="*/ 4483983 w 5158787"/>
              <a:gd name="connsiteY11026" fmla="*/ 2984114 h 4489084"/>
              <a:gd name="connsiteX11027" fmla="*/ 4493282 w 5158787"/>
              <a:gd name="connsiteY11027" fmla="*/ 3000283 h 4489084"/>
              <a:gd name="connsiteX11028" fmla="*/ 4493282 w 5158787"/>
              <a:gd name="connsiteY11028" fmla="*/ 3001586 h 4489084"/>
              <a:gd name="connsiteX11029" fmla="*/ 4483924 w 5158787"/>
              <a:gd name="connsiteY11029" fmla="*/ 3017755 h 4489084"/>
              <a:gd name="connsiteX11030" fmla="*/ 4482799 w 5158787"/>
              <a:gd name="connsiteY11030" fmla="*/ 3018406 h 4489084"/>
              <a:gd name="connsiteX11031" fmla="*/ 4464143 w 5158787"/>
              <a:gd name="connsiteY11031" fmla="*/ 3018406 h 4489084"/>
              <a:gd name="connsiteX11032" fmla="*/ 4463018 w 5158787"/>
              <a:gd name="connsiteY11032" fmla="*/ 3017755 h 4489084"/>
              <a:gd name="connsiteX11033" fmla="*/ 4453719 w 5158787"/>
              <a:gd name="connsiteY11033" fmla="*/ 3001586 h 4489084"/>
              <a:gd name="connsiteX11034" fmla="*/ 4453719 w 5158787"/>
              <a:gd name="connsiteY11034" fmla="*/ 3000283 h 4489084"/>
              <a:gd name="connsiteX11035" fmla="*/ 4463077 w 5158787"/>
              <a:gd name="connsiteY11035" fmla="*/ 2984114 h 4489084"/>
              <a:gd name="connsiteX11036" fmla="*/ 4464202 w 5158787"/>
              <a:gd name="connsiteY11036" fmla="*/ 2983463 h 4489084"/>
              <a:gd name="connsiteX11037" fmla="*/ 3179196 w 5158787"/>
              <a:gd name="connsiteY11037" fmla="*/ 2983463 h 4489084"/>
              <a:gd name="connsiteX11038" fmla="*/ 3197852 w 5158787"/>
              <a:gd name="connsiteY11038" fmla="*/ 2983463 h 4489084"/>
              <a:gd name="connsiteX11039" fmla="*/ 3198977 w 5158787"/>
              <a:gd name="connsiteY11039" fmla="*/ 2984114 h 4489084"/>
              <a:gd name="connsiteX11040" fmla="*/ 3208276 w 5158787"/>
              <a:gd name="connsiteY11040" fmla="*/ 3000283 h 4489084"/>
              <a:gd name="connsiteX11041" fmla="*/ 3208276 w 5158787"/>
              <a:gd name="connsiteY11041" fmla="*/ 3001586 h 4489084"/>
              <a:gd name="connsiteX11042" fmla="*/ 3198918 w 5158787"/>
              <a:gd name="connsiteY11042" fmla="*/ 3017755 h 4489084"/>
              <a:gd name="connsiteX11043" fmla="*/ 3197793 w 5158787"/>
              <a:gd name="connsiteY11043" fmla="*/ 3018406 h 4489084"/>
              <a:gd name="connsiteX11044" fmla="*/ 3179137 w 5158787"/>
              <a:gd name="connsiteY11044" fmla="*/ 3018406 h 4489084"/>
              <a:gd name="connsiteX11045" fmla="*/ 3178011 w 5158787"/>
              <a:gd name="connsiteY11045" fmla="*/ 3017755 h 4489084"/>
              <a:gd name="connsiteX11046" fmla="*/ 3168713 w 5158787"/>
              <a:gd name="connsiteY11046" fmla="*/ 3001586 h 4489084"/>
              <a:gd name="connsiteX11047" fmla="*/ 3168713 w 5158787"/>
              <a:gd name="connsiteY11047" fmla="*/ 3000283 h 4489084"/>
              <a:gd name="connsiteX11048" fmla="*/ 3178070 w 5158787"/>
              <a:gd name="connsiteY11048" fmla="*/ 2984114 h 4489084"/>
              <a:gd name="connsiteX11049" fmla="*/ 3179196 w 5158787"/>
              <a:gd name="connsiteY11049" fmla="*/ 2983463 h 4489084"/>
              <a:gd name="connsiteX11050" fmla="*/ 3111560 w 5158787"/>
              <a:gd name="connsiteY11050" fmla="*/ 2983463 h 4489084"/>
              <a:gd name="connsiteX11051" fmla="*/ 3130216 w 5158787"/>
              <a:gd name="connsiteY11051" fmla="*/ 2983463 h 4489084"/>
              <a:gd name="connsiteX11052" fmla="*/ 3131342 w 5158787"/>
              <a:gd name="connsiteY11052" fmla="*/ 2984114 h 4489084"/>
              <a:gd name="connsiteX11053" fmla="*/ 3140640 w 5158787"/>
              <a:gd name="connsiteY11053" fmla="*/ 3000283 h 4489084"/>
              <a:gd name="connsiteX11054" fmla="*/ 3140640 w 5158787"/>
              <a:gd name="connsiteY11054" fmla="*/ 3001586 h 4489084"/>
              <a:gd name="connsiteX11055" fmla="*/ 3131283 w 5158787"/>
              <a:gd name="connsiteY11055" fmla="*/ 3017755 h 4489084"/>
              <a:gd name="connsiteX11056" fmla="*/ 3130157 w 5158787"/>
              <a:gd name="connsiteY11056" fmla="*/ 3018406 h 4489084"/>
              <a:gd name="connsiteX11057" fmla="*/ 3111502 w 5158787"/>
              <a:gd name="connsiteY11057" fmla="*/ 3018406 h 4489084"/>
              <a:gd name="connsiteX11058" fmla="*/ 3110376 w 5158787"/>
              <a:gd name="connsiteY11058" fmla="*/ 3017755 h 4489084"/>
              <a:gd name="connsiteX11059" fmla="*/ 3101078 w 5158787"/>
              <a:gd name="connsiteY11059" fmla="*/ 3001586 h 4489084"/>
              <a:gd name="connsiteX11060" fmla="*/ 3101078 w 5158787"/>
              <a:gd name="connsiteY11060" fmla="*/ 3000283 h 4489084"/>
              <a:gd name="connsiteX11061" fmla="*/ 3110435 w 5158787"/>
              <a:gd name="connsiteY11061" fmla="*/ 2984114 h 4489084"/>
              <a:gd name="connsiteX11062" fmla="*/ 3111560 w 5158787"/>
              <a:gd name="connsiteY11062" fmla="*/ 2983463 h 4489084"/>
              <a:gd name="connsiteX11063" fmla="*/ 3043867 w 5158787"/>
              <a:gd name="connsiteY11063" fmla="*/ 2983345 h 4489084"/>
              <a:gd name="connsiteX11064" fmla="*/ 3062641 w 5158787"/>
              <a:gd name="connsiteY11064" fmla="*/ 2983345 h 4489084"/>
              <a:gd name="connsiteX11065" fmla="*/ 3063767 w 5158787"/>
              <a:gd name="connsiteY11065" fmla="*/ 2983996 h 4489084"/>
              <a:gd name="connsiteX11066" fmla="*/ 3073124 w 5158787"/>
              <a:gd name="connsiteY11066" fmla="*/ 3000224 h 4489084"/>
              <a:gd name="connsiteX11067" fmla="*/ 3073124 w 5158787"/>
              <a:gd name="connsiteY11067" fmla="*/ 3001527 h 4489084"/>
              <a:gd name="connsiteX11068" fmla="*/ 3063707 w 5158787"/>
              <a:gd name="connsiteY11068" fmla="*/ 3017755 h 4489084"/>
              <a:gd name="connsiteX11069" fmla="*/ 3062582 w 5158787"/>
              <a:gd name="connsiteY11069" fmla="*/ 3018406 h 4489084"/>
              <a:gd name="connsiteX11070" fmla="*/ 3043807 w 5158787"/>
              <a:gd name="connsiteY11070" fmla="*/ 3018406 h 4489084"/>
              <a:gd name="connsiteX11071" fmla="*/ 3042682 w 5158787"/>
              <a:gd name="connsiteY11071" fmla="*/ 3017755 h 4489084"/>
              <a:gd name="connsiteX11072" fmla="*/ 3033325 w 5158787"/>
              <a:gd name="connsiteY11072" fmla="*/ 3001527 h 4489084"/>
              <a:gd name="connsiteX11073" fmla="*/ 3033325 w 5158787"/>
              <a:gd name="connsiteY11073" fmla="*/ 3000224 h 4489084"/>
              <a:gd name="connsiteX11074" fmla="*/ 3042741 w 5158787"/>
              <a:gd name="connsiteY11074" fmla="*/ 2983996 h 4489084"/>
              <a:gd name="connsiteX11075" fmla="*/ 3043867 w 5158787"/>
              <a:gd name="connsiteY11075" fmla="*/ 2983345 h 4489084"/>
              <a:gd name="connsiteX11076" fmla="*/ 5004987 w 5158787"/>
              <a:gd name="connsiteY11076" fmla="*/ 2982931 h 4489084"/>
              <a:gd name="connsiteX11077" fmla="*/ 5024176 w 5158787"/>
              <a:gd name="connsiteY11077" fmla="*/ 2982931 h 4489084"/>
              <a:gd name="connsiteX11078" fmla="*/ 5025360 w 5158787"/>
              <a:gd name="connsiteY11078" fmla="*/ 2983582 h 4489084"/>
              <a:gd name="connsiteX11079" fmla="*/ 5034955 w 5158787"/>
              <a:gd name="connsiteY11079" fmla="*/ 3000225 h 4489084"/>
              <a:gd name="connsiteX11080" fmla="*/ 5034955 w 5158787"/>
              <a:gd name="connsiteY11080" fmla="*/ 3001587 h 4489084"/>
              <a:gd name="connsiteX11081" fmla="*/ 5025360 w 5158787"/>
              <a:gd name="connsiteY11081" fmla="*/ 3018229 h 4489084"/>
              <a:gd name="connsiteX11082" fmla="*/ 5024176 w 5158787"/>
              <a:gd name="connsiteY11082" fmla="*/ 3018881 h 4489084"/>
              <a:gd name="connsiteX11083" fmla="*/ 5004987 w 5158787"/>
              <a:gd name="connsiteY11083" fmla="*/ 3018881 h 4489084"/>
              <a:gd name="connsiteX11084" fmla="*/ 5003802 w 5158787"/>
              <a:gd name="connsiteY11084" fmla="*/ 3018229 h 4489084"/>
              <a:gd name="connsiteX11085" fmla="*/ 4994208 w 5158787"/>
              <a:gd name="connsiteY11085" fmla="*/ 3001587 h 4489084"/>
              <a:gd name="connsiteX11086" fmla="*/ 4994208 w 5158787"/>
              <a:gd name="connsiteY11086" fmla="*/ 3000225 h 4489084"/>
              <a:gd name="connsiteX11087" fmla="*/ 5003802 w 5158787"/>
              <a:gd name="connsiteY11087" fmla="*/ 2983582 h 4489084"/>
              <a:gd name="connsiteX11088" fmla="*/ 5004987 w 5158787"/>
              <a:gd name="connsiteY11088" fmla="*/ 2982931 h 4489084"/>
              <a:gd name="connsiteX11089" fmla="*/ 2975995 w 5158787"/>
              <a:gd name="connsiteY11089" fmla="*/ 2982871 h 4489084"/>
              <a:gd name="connsiteX11090" fmla="*/ 2995302 w 5158787"/>
              <a:gd name="connsiteY11090" fmla="*/ 2982871 h 4489084"/>
              <a:gd name="connsiteX11091" fmla="*/ 2996487 w 5158787"/>
              <a:gd name="connsiteY11091" fmla="*/ 2983582 h 4489084"/>
              <a:gd name="connsiteX11092" fmla="*/ 3006140 w 5158787"/>
              <a:gd name="connsiteY11092" fmla="*/ 3000342 h 4489084"/>
              <a:gd name="connsiteX11093" fmla="*/ 3006140 w 5158787"/>
              <a:gd name="connsiteY11093" fmla="*/ 3001705 h 4489084"/>
              <a:gd name="connsiteX11094" fmla="*/ 2996487 w 5158787"/>
              <a:gd name="connsiteY11094" fmla="*/ 3018465 h 4489084"/>
              <a:gd name="connsiteX11095" fmla="*/ 2995302 w 5158787"/>
              <a:gd name="connsiteY11095" fmla="*/ 3019176 h 4489084"/>
              <a:gd name="connsiteX11096" fmla="*/ 2975995 w 5158787"/>
              <a:gd name="connsiteY11096" fmla="*/ 3019176 h 4489084"/>
              <a:gd name="connsiteX11097" fmla="*/ 2974810 w 5158787"/>
              <a:gd name="connsiteY11097" fmla="*/ 3018465 h 4489084"/>
              <a:gd name="connsiteX11098" fmla="*/ 2965157 w 5158787"/>
              <a:gd name="connsiteY11098" fmla="*/ 3001705 h 4489084"/>
              <a:gd name="connsiteX11099" fmla="*/ 2965157 w 5158787"/>
              <a:gd name="connsiteY11099" fmla="*/ 3000342 h 4489084"/>
              <a:gd name="connsiteX11100" fmla="*/ 2974810 w 5158787"/>
              <a:gd name="connsiteY11100" fmla="*/ 2983582 h 4489084"/>
              <a:gd name="connsiteX11101" fmla="*/ 2975995 w 5158787"/>
              <a:gd name="connsiteY11101" fmla="*/ 2982871 h 4489084"/>
              <a:gd name="connsiteX11102" fmla="*/ 2840725 w 5158787"/>
              <a:gd name="connsiteY11102" fmla="*/ 2982871 h 4489084"/>
              <a:gd name="connsiteX11103" fmla="*/ 2860032 w 5158787"/>
              <a:gd name="connsiteY11103" fmla="*/ 2982871 h 4489084"/>
              <a:gd name="connsiteX11104" fmla="*/ 2861217 w 5158787"/>
              <a:gd name="connsiteY11104" fmla="*/ 2983582 h 4489084"/>
              <a:gd name="connsiteX11105" fmla="*/ 2870871 w 5158787"/>
              <a:gd name="connsiteY11105" fmla="*/ 3000342 h 4489084"/>
              <a:gd name="connsiteX11106" fmla="*/ 2870871 w 5158787"/>
              <a:gd name="connsiteY11106" fmla="*/ 3001705 h 4489084"/>
              <a:gd name="connsiteX11107" fmla="*/ 2861217 w 5158787"/>
              <a:gd name="connsiteY11107" fmla="*/ 3018465 h 4489084"/>
              <a:gd name="connsiteX11108" fmla="*/ 2860032 w 5158787"/>
              <a:gd name="connsiteY11108" fmla="*/ 3019176 h 4489084"/>
              <a:gd name="connsiteX11109" fmla="*/ 2840725 w 5158787"/>
              <a:gd name="connsiteY11109" fmla="*/ 3019176 h 4489084"/>
              <a:gd name="connsiteX11110" fmla="*/ 2839540 w 5158787"/>
              <a:gd name="connsiteY11110" fmla="*/ 3018465 h 4489084"/>
              <a:gd name="connsiteX11111" fmla="*/ 2829887 w 5158787"/>
              <a:gd name="connsiteY11111" fmla="*/ 3001705 h 4489084"/>
              <a:gd name="connsiteX11112" fmla="*/ 2829887 w 5158787"/>
              <a:gd name="connsiteY11112" fmla="*/ 3000342 h 4489084"/>
              <a:gd name="connsiteX11113" fmla="*/ 2839540 w 5158787"/>
              <a:gd name="connsiteY11113" fmla="*/ 2983582 h 4489084"/>
              <a:gd name="connsiteX11114" fmla="*/ 2840725 w 5158787"/>
              <a:gd name="connsiteY11114" fmla="*/ 2982871 h 4489084"/>
              <a:gd name="connsiteX11115" fmla="*/ 2908182 w 5158787"/>
              <a:gd name="connsiteY11115" fmla="*/ 2982516 h 4489084"/>
              <a:gd name="connsiteX11116" fmla="*/ 2927844 w 5158787"/>
              <a:gd name="connsiteY11116" fmla="*/ 2982516 h 4489084"/>
              <a:gd name="connsiteX11117" fmla="*/ 2929029 w 5158787"/>
              <a:gd name="connsiteY11117" fmla="*/ 2983227 h 4489084"/>
              <a:gd name="connsiteX11118" fmla="*/ 2938860 w 5158787"/>
              <a:gd name="connsiteY11118" fmla="*/ 3000224 h 4489084"/>
              <a:gd name="connsiteX11119" fmla="*/ 2938860 w 5158787"/>
              <a:gd name="connsiteY11119" fmla="*/ 3001586 h 4489084"/>
              <a:gd name="connsiteX11120" fmla="*/ 2929029 w 5158787"/>
              <a:gd name="connsiteY11120" fmla="*/ 3018584 h 4489084"/>
              <a:gd name="connsiteX11121" fmla="*/ 2927844 w 5158787"/>
              <a:gd name="connsiteY11121" fmla="*/ 3019295 h 4489084"/>
              <a:gd name="connsiteX11122" fmla="*/ 2908182 w 5158787"/>
              <a:gd name="connsiteY11122" fmla="*/ 3019295 h 4489084"/>
              <a:gd name="connsiteX11123" fmla="*/ 2906997 w 5158787"/>
              <a:gd name="connsiteY11123" fmla="*/ 3018584 h 4489084"/>
              <a:gd name="connsiteX11124" fmla="*/ 2897166 w 5158787"/>
              <a:gd name="connsiteY11124" fmla="*/ 3001586 h 4489084"/>
              <a:gd name="connsiteX11125" fmla="*/ 2897166 w 5158787"/>
              <a:gd name="connsiteY11125" fmla="*/ 3000224 h 4489084"/>
              <a:gd name="connsiteX11126" fmla="*/ 2906997 w 5158787"/>
              <a:gd name="connsiteY11126" fmla="*/ 2983227 h 4489084"/>
              <a:gd name="connsiteX11127" fmla="*/ 2908182 w 5158787"/>
              <a:gd name="connsiteY11127" fmla="*/ 2982516 h 4489084"/>
              <a:gd name="connsiteX11128" fmla="*/ 2772853 w 5158787"/>
              <a:gd name="connsiteY11128" fmla="*/ 2982457 h 4489084"/>
              <a:gd name="connsiteX11129" fmla="*/ 2792634 w 5158787"/>
              <a:gd name="connsiteY11129" fmla="*/ 2982457 h 4489084"/>
              <a:gd name="connsiteX11130" fmla="*/ 2793819 w 5158787"/>
              <a:gd name="connsiteY11130" fmla="*/ 2983168 h 4489084"/>
              <a:gd name="connsiteX11131" fmla="*/ 2803709 w 5158787"/>
              <a:gd name="connsiteY11131" fmla="*/ 3000284 h 4489084"/>
              <a:gd name="connsiteX11132" fmla="*/ 2803709 w 5158787"/>
              <a:gd name="connsiteY11132" fmla="*/ 3001705 h 4489084"/>
              <a:gd name="connsiteX11133" fmla="*/ 2793819 w 5158787"/>
              <a:gd name="connsiteY11133" fmla="*/ 3018821 h 4489084"/>
              <a:gd name="connsiteX11134" fmla="*/ 2792634 w 5158787"/>
              <a:gd name="connsiteY11134" fmla="*/ 3019532 h 4489084"/>
              <a:gd name="connsiteX11135" fmla="*/ 2772853 w 5158787"/>
              <a:gd name="connsiteY11135" fmla="*/ 3019532 h 4489084"/>
              <a:gd name="connsiteX11136" fmla="*/ 2771668 w 5158787"/>
              <a:gd name="connsiteY11136" fmla="*/ 3018821 h 4489084"/>
              <a:gd name="connsiteX11137" fmla="*/ 2761778 w 5158787"/>
              <a:gd name="connsiteY11137" fmla="*/ 3001705 h 4489084"/>
              <a:gd name="connsiteX11138" fmla="*/ 2761778 w 5158787"/>
              <a:gd name="connsiteY11138" fmla="*/ 3000284 h 4489084"/>
              <a:gd name="connsiteX11139" fmla="*/ 2771668 w 5158787"/>
              <a:gd name="connsiteY11139" fmla="*/ 2983168 h 4489084"/>
              <a:gd name="connsiteX11140" fmla="*/ 2772853 w 5158787"/>
              <a:gd name="connsiteY11140" fmla="*/ 2982457 h 4489084"/>
              <a:gd name="connsiteX11141" fmla="*/ 4598761 w 5158787"/>
              <a:gd name="connsiteY11141" fmla="*/ 2982101 h 4489084"/>
              <a:gd name="connsiteX11142" fmla="*/ 4618839 w 5158787"/>
              <a:gd name="connsiteY11142" fmla="*/ 2982101 h 4489084"/>
              <a:gd name="connsiteX11143" fmla="*/ 4620083 w 5158787"/>
              <a:gd name="connsiteY11143" fmla="*/ 2982812 h 4489084"/>
              <a:gd name="connsiteX11144" fmla="*/ 4630092 w 5158787"/>
              <a:gd name="connsiteY11144" fmla="*/ 3000224 h 4489084"/>
              <a:gd name="connsiteX11145" fmla="*/ 4630092 w 5158787"/>
              <a:gd name="connsiteY11145" fmla="*/ 3001645 h 4489084"/>
              <a:gd name="connsiteX11146" fmla="*/ 4620024 w 5158787"/>
              <a:gd name="connsiteY11146" fmla="*/ 3019057 h 4489084"/>
              <a:gd name="connsiteX11147" fmla="*/ 4618779 w 5158787"/>
              <a:gd name="connsiteY11147" fmla="*/ 3019768 h 4489084"/>
              <a:gd name="connsiteX11148" fmla="*/ 4598702 w 5158787"/>
              <a:gd name="connsiteY11148" fmla="*/ 3019768 h 4489084"/>
              <a:gd name="connsiteX11149" fmla="*/ 4597459 w 5158787"/>
              <a:gd name="connsiteY11149" fmla="*/ 3019057 h 4489084"/>
              <a:gd name="connsiteX11150" fmla="*/ 4587450 w 5158787"/>
              <a:gd name="connsiteY11150" fmla="*/ 3001645 h 4489084"/>
              <a:gd name="connsiteX11151" fmla="*/ 4587450 w 5158787"/>
              <a:gd name="connsiteY11151" fmla="*/ 3000224 h 4489084"/>
              <a:gd name="connsiteX11152" fmla="*/ 4597518 w 5158787"/>
              <a:gd name="connsiteY11152" fmla="*/ 2982812 h 4489084"/>
              <a:gd name="connsiteX11153" fmla="*/ 4598761 w 5158787"/>
              <a:gd name="connsiteY11153" fmla="*/ 2982101 h 4489084"/>
              <a:gd name="connsiteX11154" fmla="*/ 2704862 w 5158787"/>
              <a:gd name="connsiteY11154" fmla="*/ 2981687 h 4489084"/>
              <a:gd name="connsiteX11155" fmla="*/ 2725414 w 5158787"/>
              <a:gd name="connsiteY11155" fmla="*/ 2981687 h 4489084"/>
              <a:gd name="connsiteX11156" fmla="*/ 2726657 w 5158787"/>
              <a:gd name="connsiteY11156" fmla="*/ 2982398 h 4489084"/>
              <a:gd name="connsiteX11157" fmla="*/ 2736903 w 5158787"/>
              <a:gd name="connsiteY11157" fmla="*/ 3000165 h 4489084"/>
              <a:gd name="connsiteX11158" fmla="*/ 2736903 w 5158787"/>
              <a:gd name="connsiteY11158" fmla="*/ 3001646 h 4489084"/>
              <a:gd name="connsiteX11159" fmla="*/ 2726657 w 5158787"/>
              <a:gd name="connsiteY11159" fmla="*/ 3019413 h 4489084"/>
              <a:gd name="connsiteX11160" fmla="*/ 2725414 w 5158787"/>
              <a:gd name="connsiteY11160" fmla="*/ 3020124 h 4489084"/>
              <a:gd name="connsiteX11161" fmla="*/ 2704862 w 5158787"/>
              <a:gd name="connsiteY11161" fmla="*/ 3020124 h 4489084"/>
              <a:gd name="connsiteX11162" fmla="*/ 2703618 w 5158787"/>
              <a:gd name="connsiteY11162" fmla="*/ 3019413 h 4489084"/>
              <a:gd name="connsiteX11163" fmla="*/ 2693373 w 5158787"/>
              <a:gd name="connsiteY11163" fmla="*/ 3001646 h 4489084"/>
              <a:gd name="connsiteX11164" fmla="*/ 2693373 w 5158787"/>
              <a:gd name="connsiteY11164" fmla="*/ 3000165 h 4489084"/>
              <a:gd name="connsiteX11165" fmla="*/ 2703618 w 5158787"/>
              <a:gd name="connsiteY11165" fmla="*/ 2982398 h 4489084"/>
              <a:gd name="connsiteX11166" fmla="*/ 2704862 w 5158787"/>
              <a:gd name="connsiteY11166" fmla="*/ 2981687 h 4489084"/>
              <a:gd name="connsiteX11167" fmla="*/ 2569533 w 5158787"/>
              <a:gd name="connsiteY11167" fmla="*/ 2981628 h 4489084"/>
              <a:gd name="connsiteX11168" fmla="*/ 2590202 w 5158787"/>
              <a:gd name="connsiteY11168" fmla="*/ 2981628 h 4489084"/>
              <a:gd name="connsiteX11169" fmla="*/ 2591446 w 5158787"/>
              <a:gd name="connsiteY11169" fmla="*/ 2982339 h 4489084"/>
              <a:gd name="connsiteX11170" fmla="*/ 2601751 w 5158787"/>
              <a:gd name="connsiteY11170" fmla="*/ 3000225 h 4489084"/>
              <a:gd name="connsiteX11171" fmla="*/ 2601751 w 5158787"/>
              <a:gd name="connsiteY11171" fmla="*/ 3001705 h 4489084"/>
              <a:gd name="connsiteX11172" fmla="*/ 2591446 w 5158787"/>
              <a:gd name="connsiteY11172" fmla="*/ 3019591 h 4489084"/>
              <a:gd name="connsiteX11173" fmla="*/ 2590202 w 5158787"/>
              <a:gd name="connsiteY11173" fmla="*/ 3020302 h 4489084"/>
              <a:gd name="connsiteX11174" fmla="*/ 2569533 w 5158787"/>
              <a:gd name="connsiteY11174" fmla="*/ 3020302 h 4489084"/>
              <a:gd name="connsiteX11175" fmla="*/ 2568289 w 5158787"/>
              <a:gd name="connsiteY11175" fmla="*/ 3019591 h 4489084"/>
              <a:gd name="connsiteX11176" fmla="*/ 2557984 w 5158787"/>
              <a:gd name="connsiteY11176" fmla="*/ 3001705 h 4489084"/>
              <a:gd name="connsiteX11177" fmla="*/ 2557984 w 5158787"/>
              <a:gd name="connsiteY11177" fmla="*/ 3000225 h 4489084"/>
              <a:gd name="connsiteX11178" fmla="*/ 2568289 w 5158787"/>
              <a:gd name="connsiteY11178" fmla="*/ 2982339 h 4489084"/>
              <a:gd name="connsiteX11179" fmla="*/ 2569533 w 5158787"/>
              <a:gd name="connsiteY11179" fmla="*/ 2981628 h 4489084"/>
              <a:gd name="connsiteX11180" fmla="*/ 2637049 w 5158787"/>
              <a:gd name="connsiteY11180" fmla="*/ 2981272 h 4489084"/>
              <a:gd name="connsiteX11181" fmla="*/ 2658015 w 5158787"/>
              <a:gd name="connsiteY11181" fmla="*/ 2981272 h 4489084"/>
              <a:gd name="connsiteX11182" fmla="*/ 2659317 w 5158787"/>
              <a:gd name="connsiteY11182" fmla="*/ 2982042 h 4489084"/>
              <a:gd name="connsiteX11183" fmla="*/ 2669800 w 5158787"/>
              <a:gd name="connsiteY11183" fmla="*/ 3000224 h 4489084"/>
              <a:gd name="connsiteX11184" fmla="*/ 2669800 w 5158787"/>
              <a:gd name="connsiteY11184" fmla="*/ 3001705 h 4489084"/>
              <a:gd name="connsiteX11185" fmla="*/ 2659317 w 5158787"/>
              <a:gd name="connsiteY11185" fmla="*/ 3019887 h 4489084"/>
              <a:gd name="connsiteX11186" fmla="*/ 2658015 w 5158787"/>
              <a:gd name="connsiteY11186" fmla="*/ 3020657 h 4489084"/>
              <a:gd name="connsiteX11187" fmla="*/ 2637049 w 5158787"/>
              <a:gd name="connsiteY11187" fmla="*/ 3020657 h 4489084"/>
              <a:gd name="connsiteX11188" fmla="*/ 2635746 w 5158787"/>
              <a:gd name="connsiteY11188" fmla="*/ 3019887 h 4489084"/>
              <a:gd name="connsiteX11189" fmla="*/ 2625263 w 5158787"/>
              <a:gd name="connsiteY11189" fmla="*/ 3001705 h 4489084"/>
              <a:gd name="connsiteX11190" fmla="*/ 2625263 w 5158787"/>
              <a:gd name="connsiteY11190" fmla="*/ 3000224 h 4489084"/>
              <a:gd name="connsiteX11191" fmla="*/ 2635746 w 5158787"/>
              <a:gd name="connsiteY11191" fmla="*/ 2982042 h 4489084"/>
              <a:gd name="connsiteX11192" fmla="*/ 2637049 w 5158787"/>
              <a:gd name="connsiteY11192" fmla="*/ 2981272 h 4489084"/>
              <a:gd name="connsiteX11193" fmla="*/ 2366391 w 5158787"/>
              <a:gd name="connsiteY11193" fmla="*/ 2981095 h 4489084"/>
              <a:gd name="connsiteX11194" fmla="*/ 2387593 w 5158787"/>
              <a:gd name="connsiteY11194" fmla="*/ 2981095 h 4489084"/>
              <a:gd name="connsiteX11195" fmla="*/ 2388896 w 5158787"/>
              <a:gd name="connsiteY11195" fmla="*/ 2981865 h 4489084"/>
              <a:gd name="connsiteX11196" fmla="*/ 2399497 w 5158787"/>
              <a:gd name="connsiteY11196" fmla="*/ 3000225 h 4489084"/>
              <a:gd name="connsiteX11197" fmla="*/ 2399497 w 5158787"/>
              <a:gd name="connsiteY11197" fmla="*/ 3001705 h 4489084"/>
              <a:gd name="connsiteX11198" fmla="*/ 2388896 w 5158787"/>
              <a:gd name="connsiteY11198" fmla="*/ 3020065 h 4489084"/>
              <a:gd name="connsiteX11199" fmla="*/ 2387593 w 5158787"/>
              <a:gd name="connsiteY11199" fmla="*/ 3020835 h 4489084"/>
              <a:gd name="connsiteX11200" fmla="*/ 2366391 w 5158787"/>
              <a:gd name="connsiteY11200" fmla="*/ 3020835 h 4489084"/>
              <a:gd name="connsiteX11201" fmla="*/ 2365087 w 5158787"/>
              <a:gd name="connsiteY11201" fmla="*/ 3020065 h 4489084"/>
              <a:gd name="connsiteX11202" fmla="*/ 2354486 w 5158787"/>
              <a:gd name="connsiteY11202" fmla="*/ 3001705 h 4489084"/>
              <a:gd name="connsiteX11203" fmla="*/ 2354486 w 5158787"/>
              <a:gd name="connsiteY11203" fmla="*/ 3000225 h 4489084"/>
              <a:gd name="connsiteX11204" fmla="*/ 2365087 w 5158787"/>
              <a:gd name="connsiteY11204" fmla="*/ 2981865 h 4489084"/>
              <a:gd name="connsiteX11205" fmla="*/ 2366391 w 5158787"/>
              <a:gd name="connsiteY11205" fmla="*/ 2981095 h 4489084"/>
              <a:gd name="connsiteX11206" fmla="*/ 4936226 w 5158787"/>
              <a:gd name="connsiteY11206" fmla="*/ 2980798 h 4489084"/>
              <a:gd name="connsiteX11207" fmla="*/ 4957724 w 5158787"/>
              <a:gd name="connsiteY11207" fmla="*/ 2980798 h 4489084"/>
              <a:gd name="connsiteX11208" fmla="*/ 4959028 w 5158787"/>
              <a:gd name="connsiteY11208" fmla="*/ 2981568 h 4489084"/>
              <a:gd name="connsiteX11209" fmla="*/ 4969807 w 5158787"/>
              <a:gd name="connsiteY11209" fmla="*/ 3000224 h 4489084"/>
              <a:gd name="connsiteX11210" fmla="*/ 4969807 w 5158787"/>
              <a:gd name="connsiteY11210" fmla="*/ 3001764 h 4489084"/>
              <a:gd name="connsiteX11211" fmla="*/ 4959028 w 5158787"/>
              <a:gd name="connsiteY11211" fmla="*/ 3020420 h 4489084"/>
              <a:gd name="connsiteX11212" fmla="*/ 4957724 w 5158787"/>
              <a:gd name="connsiteY11212" fmla="*/ 3021190 h 4489084"/>
              <a:gd name="connsiteX11213" fmla="*/ 4936226 w 5158787"/>
              <a:gd name="connsiteY11213" fmla="*/ 3021190 h 4489084"/>
              <a:gd name="connsiteX11214" fmla="*/ 4934923 w 5158787"/>
              <a:gd name="connsiteY11214" fmla="*/ 3020420 h 4489084"/>
              <a:gd name="connsiteX11215" fmla="*/ 4924144 w 5158787"/>
              <a:gd name="connsiteY11215" fmla="*/ 3001764 h 4489084"/>
              <a:gd name="connsiteX11216" fmla="*/ 4924144 w 5158787"/>
              <a:gd name="connsiteY11216" fmla="*/ 3000224 h 4489084"/>
              <a:gd name="connsiteX11217" fmla="*/ 4934923 w 5158787"/>
              <a:gd name="connsiteY11217" fmla="*/ 2981568 h 4489084"/>
              <a:gd name="connsiteX11218" fmla="*/ 4936226 w 5158787"/>
              <a:gd name="connsiteY11218" fmla="*/ 2980798 h 4489084"/>
              <a:gd name="connsiteX11219" fmla="*/ 2231002 w 5158787"/>
              <a:gd name="connsiteY11219" fmla="*/ 2980798 h 4489084"/>
              <a:gd name="connsiteX11220" fmla="*/ 2252501 w 5158787"/>
              <a:gd name="connsiteY11220" fmla="*/ 2980798 h 4489084"/>
              <a:gd name="connsiteX11221" fmla="*/ 2253804 w 5158787"/>
              <a:gd name="connsiteY11221" fmla="*/ 2981568 h 4489084"/>
              <a:gd name="connsiteX11222" fmla="*/ 2264583 w 5158787"/>
              <a:gd name="connsiteY11222" fmla="*/ 3000224 h 4489084"/>
              <a:gd name="connsiteX11223" fmla="*/ 2264583 w 5158787"/>
              <a:gd name="connsiteY11223" fmla="*/ 3001764 h 4489084"/>
              <a:gd name="connsiteX11224" fmla="*/ 2253804 w 5158787"/>
              <a:gd name="connsiteY11224" fmla="*/ 3020420 h 4489084"/>
              <a:gd name="connsiteX11225" fmla="*/ 2252501 w 5158787"/>
              <a:gd name="connsiteY11225" fmla="*/ 3021190 h 4489084"/>
              <a:gd name="connsiteX11226" fmla="*/ 2231002 w 5158787"/>
              <a:gd name="connsiteY11226" fmla="*/ 3021190 h 4489084"/>
              <a:gd name="connsiteX11227" fmla="*/ 2229699 w 5158787"/>
              <a:gd name="connsiteY11227" fmla="*/ 3020420 h 4489084"/>
              <a:gd name="connsiteX11228" fmla="*/ 2218920 w 5158787"/>
              <a:gd name="connsiteY11228" fmla="*/ 3001764 h 4489084"/>
              <a:gd name="connsiteX11229" fmla="*/ 2218920 w 5158787"/>
              <a:gd name="connsiteY11229" fmla="*/ 3000224 h 4489084"/>
              <a:gd name="connsiteX11230" fmla="*/ 2229699 w 5158787"/>
              <a:gd name="connsiteY11230" fmla="*/ 2981568 h 4489084"/>
              <a:gd name="connsiteX11231" fmla="*/ 2231002 w 5158787"/>
              <a:gd name="connsiteY11231" fmla="*/ 2980798 h 4489084"/>
              <a:gd name="connsiteX11232" fmla="*/ 4733203 w 5158787"/>
              <a:gd name="connsiteY11232" fmla="*/ 2980562 h 4489084"/>
              <a:gd name="connsiteX11233" fmla="*/ 4754939 w 5158787"/>
              <a:gd name="connsiteY11233" fmla="*/ 2980562 h 4489084"/>
              <a:gd name="connsiteX11234" fmla="*/ 4756242 w 5158787"/>
              <a:gd name="connsiteY11234" fmla="*/ 2981332 h 4489084"/>
              <a:gd name="connsiteX11235" fmla="*/ 4767080 w 5158787"/>
              <a:gd name="connsiteY11235" fmla="*/ 3000165 h 4489084"/>
              <a:gd name="connsiteX11236" fmla="*/ 4767080 w 5158787"/>
              <a:gd name="connsiteY11236" fmla="*/ 3001705 h 4489084"/>
              <a:gd name="connsiteX11237" fmla="*/ 4756183 w 5158787"/>
              <a:gd name="connsiteY11237" fmla="*/ 3020539 h 4489084"/>
              <a:gd name="connsiteX11238" fmla="*/ 4754879 w 5158787"/>
              <a:gd name="connsiteY11238" fmla="*/ 3021309 h 4489084"/>
              <a:gd name="connsiteX11239" fmla="*/ 4733144 w 5158787"/>
              <a:gd name="connsiteY11239" fmla="*/ 3021309 h 4489084"/>
              <a:gd name="connsiteX11240" fmla="*/ 4731841 w 5158787"/>
              <a:gd name="connsiteY11240" fmla="*/ 3020539 h 4489084"/>
              <a:gd name="connsiteX11241" fmla="*/ 4721003 w 5158787"/>
              <a:gd name="connsiteY11241" fmla="*/ 3001705 h 4489084"/>
              <a:gd name="connsiteX11242" fmla="*/ 4721003 w 5158787"/>
              <a:gd name="connsiteY11242" fmla="*/ 3000165 h 4489084"/>
              <a:gd name="connsiteX11243" fmla="*/ 4731900 w 5158787"/>
              <a:gd name="connsiteY11243" fmla="*/ 2981332 h 4489084"/>
              <a:gd name="connsiteX11244" fmla="*/ 4733203 w 5158787"/>
              <a:gd name="connsiteY11244" fmla="*/ 2980562 h 4489084"/>
              <a:gd name="connsiteX11245" fmla="*/ 2298459 w 5158787"/>
              <a:gd name="connsiteY11245" fmla="*/ 2980562 h 4489084"/>
              <a:gd name="connsiteX11246" fmla="*/ 2320195 w 5158787"/>
              <a:gd name="connsiteY11246" fmla="*/ 2980562 h 4489084"/>
              <a:gd name="connsiteX11247" fmla="*/ 2321498 w 5158787"/>
              <a:gd name="connsiteY11247" fmla="*/ 2981332 h 4489084"/>
              <a:gd name="connsiteX11248" fmla="*/ 2332336 w 5158787"/>
              <a:gd name="connsiteY11248" fmla="*/ 3000165 h 4489084"/>
              <a:gd name="connsiteX11249" fmla="*/ 2332336 w 5158787"/>
              <a:gd name="connsiteY11249" fmla="*/ 3001705 h 4489084"/>
              <a:gd name="connsiteX11250" fmla="*/ 2321439 w 5158787"/>
              <a:gd name="connsiteY11250" fmla="*/ 3020539 h 4489084"/>
              <a:gd name="connsiteX11251" fmla="*/ 2320136 w 5158787"/>
              <a:gd name="connsiteY11251" fmla="*/ 3021309 h 4489084"/>
              <a:gd name="connsiteX11252" fmla="*/ 2298400 w 5158787"/>
              <a:gd name="connsiteY11252" fmla="*/ 3021309 h 4489084"/>
              <a:gd name="connsiteX11253" fmla="*/ 2297097 w 5158787"/>
              <a:gd name="connsiteY11253" fmla="*/ 3020539 h 4489084"/>
              <a:gd name="connsiteX11254" fmla="*/ 2286259 w 5158787"/>
              <a:gd name="connsiteY11254" fmla="*/ 3001705 h 4489084"/>
              <a:gd name="connsiteX11255" fmla="*/ 2286259 w 5158787"/>
              <a:gd name="connsiteY11255" fmla="*/ 3000165 h 4489084"/>
              <a:gd name="connsiteX11256" fmla="*/ 2297157 w 5158787"/>
              <a:gd name="connsiteY11256" fmla="*/ 2981332 h 4489084"/>
              <a:gd name="connsiteX11257" fmla="*/ 2298459 w 5158787"/>
              <a:gd name="connsiteY11257" fmla="*/ 2980562 h 4489084"/>
              <a:gd name="connsiteX11258" fmla="*/ 4665509 w 5158787"/>
              <a:gd name="connsiteY11258" fmla="*/ 2980443 h 4489084"/>
              <a:gd name="connsiteX11259" fmla="*/ 4687363 w 5158787"/>
              <a:gd name="connsiteY11259" fmla="*/ 2980443 h 4489084"/>
              <a:gd name="connsiteX11260" fmla="*/ 4688725 w 5158787"/>
              <a:gd name="connsiteY11260" fmla="*/ 2981213 h 4489084"/>
              <a:gd name="connsiteX11261" fmla="*/ 4699623 w 5158787"/>
              <a:gd name="connsiteY11261" fmla="*/ 3000165 h 4489084"/>
              <a:gd name="connsiteX11262" fmla="*/ 4699623 w 5158787"/>
              <a:gd name="connsiteY11262" fmla="*/ 3001705 h 4489084"/>
              <a:gd name="connsiteX11263" fmla="*/ 4688666 w 5158787"/>
              <a:gd name="connsiteY11263" fmla="*/ 3020657 h 4489084"/>
              <a:gd name="connsiteX11264" fmla="*/ 4687304 w 5158787"/>
              <a:gd name="connsiteY11264" fmla="*/ 3021427 h 4489084"/>
              <a:gd name="connsiteX11265" fmla="*/ 4665450 w 5158787"/>
              <a:gd name="connsiteY11265" fmla="*/ 3021427 h 4489084"/>
              <a:gd name="connsiteX11266" fmla="*/ 4664088 w 5158787"/>
              <a:gd name="connsiteY11266" fmla="*/ 3020657 h 4489084"/>
              <a:gd name="connsiteX11267" fmla="*/ 4653190 w 5158787"/>
              <a:gd name="connsiteY11267" fmla="*/ 3001705 h 4489084"/>
              <a:gd name="connsiteX11268" fmla="*/ 4653190 w 5158787"/>
              <a:gd name="connsiteY11268" fmla="*/ 3000165 h 4489084"/>
              <a:gd name="connsiteX11269" fmla="*/ 4664147 w 5158787"/>
              <a:gd name="connsiteY11269" fmla="*/ 2981213 h 4489084"/>
              <a:gd name="connsiteX11270" fmla="*/ 4665509 w 5158787"/>
              <a:gd name="connsiteY11270" fmla="*/ 2980443 h 4489084"/>
              <a:gd name="connsiteX11271" fmla="*/ 2433671 w 5158787"/>
              <a:gd name="connsiteY11271" fmla="*/ 2980443 h 4489084"/>
              <a:gd name="connsiteX11272" fmla="*/ 2455525 w 5158787"/>
              <a:gd name="connsiteY11272" fmla="*/ 2980443 h 4489084"/>
              <a:gd name="connsiteX11273" fmla="*/ 2456887 w 5158787"/>
              <a:gd name="connsiteY11273" fmla="*/ 2981213 h 4489084"/>
              <a:gd name="connsiteX11274" fmla="*/ 2467785 w 5158787"/>
              <a:gd name="connsiteY11274" fmla="*/ 3000165 h 4489084"/>
              <a:gd name="connsiteX11275" fmla="*/ 2467785 w 5158787"/>
              <a:gd name="connsiteY11275" fmla="*/ 3001705 h 4489084"/>
              <a:gd name="connsiteX11276" fmla="*/ 2456828 w 5158787"/>
              <a:gd name="connsiteY11276" fmla="*/ 3020657 h 4489084"/>
              <a:gd name="connsiteX11277" fmla="*/ 2455466 w 5158787"/>
              <a:gd name="connsiteY11277" fmla="*/ 3021427 h 4489084"/>
              <a:gd name="connsiteX11278" fmla="*/ 2433612 w 5158787"/>
              <a:gd name="connsiteY11278" fmla="*/ 3021427 h 4489084"/>
              <a:gd name="connsiteX11279" fmla="*/ 2432250 w 5158787"/>
              <a:gd name="connsiteY11279" fmla="*/ 3020657 h 4489084"/>
              <a:gd name="connsiteX11280" fmla="*/ 2421352 w 5158787"/>
              <a:gd name="connsiteY11280" fmla="*/ 3001705 h 4489084"/>
              <a:gd name="connsiteX11281" fmla="*/ 2421352 w 5158787"/>
              <a:gd name="connsiteY11281" fmla="*/ 3000165 h 4489084"/>
              <a:gd name="connsiteX11282" fmla="*/ 2432309 w 5158787"/>
              <a:gd name="connsiteY11282" fmla="*/ 2981213 h 4489084"/>
              <a:gd name="connsiteX11283" fmla="*/ 2433671 w 5158787"/>
              <a:gd name="connsiteY11283" fmla="*/ 2980443 h 4489084"/>
              <a:gd name="connsiteX11284" fmla="*/ 2162893 w 5158787"/>
              <a:gd name="connsiteY11284" fmla="*/ 2980028 h 4489084"/>
              <a:gd name="connsiteX11285" fmla="*/ 2185221 w 5158787"/>
              <a:gd name="connsiteY11285" fmla="*/ 2980028 h 4489084"/>
              <a:gd name="connsiteX11286" fmla="*/ 2186583 w 5158787"/>
              <a:gd name="connsiteY11286" fmla="*/ 2980798 h 4489084"/>
              <a:gd name="connsiteX11287" fmla="*/ 2197718 w 5158787"/>
              <a:gd name="connsiteY11287" fmla="*/ 3000105 h 4489084"/>
              <a:gd name="connsiteX11288" fmla="*/ 2197718 w 5158787"/>
              <a:gd name="connsiteY11288" fmla="*/ 3001705 h 4489084"/>
              <a:gd name="connsiteX11289" fmla="*/ 2186583 w 5158787"/>
              <a:gd name="connsiteY11289" fmla="*/ 3021012 h 4489084"/>
              <a:gd name="connsiteX11290" fmla="*/ 2185221 w 5158787"/>
              <a:gd name="connsiteY11290" fmla="*/ 3021782 h 4489084"/>
              <a:gd name="connsiteX11291" fmla="*/ 2162893 w 5158787"/>
              <a:gd name="connsiteY11291" fmla="*/ 3021782 h 4489084"/>
              <a:gd name="connsiteX11292" fmla="*/ 2161531 w 5158787"/>
              <a:gd name="connsiteY11292" fmla="*/ 3021012 h 4489084"/>
              <a:gd name="connsiteX11293" fmla="*/ 2150397 w 5158787"/>
              <a:gd name="connsiteY11293" fmla="*/ 3001705 h 4489084"/>
              <a:gd name="connsiteX11294" fmla="*/ 2150397 w 5158787"/>
              <a:gd name="connsiteY11294" fmla="*/ 3000105 h 4489084"/>
              <a:gd name="connsiteX11295" fmla="*/ 2161531 w 5158787"/>
              <a:gd name="connsiteY11295" fmla="*/ 2980798 h 4489084"/>
              <a:gd name="connsiteX11296" fmla="*/ 2162893 w 5158787"/>
              <a:gd name="connsiteY11296" fmla="*/ 2980028 h 4489084"/>
              <a:gd name="connsiteX11297" fmla="*/ 2501069 w 5158787"/>
              <a:gd name="connsiteY11297" fmla="*/ 2979969 h 4489084"/>
              <a:gd name="connsiteX11298" fmla="*/ 2523456 w 5158787"/>
              <a:gd name="connsiteY11298" fmla="*/ 2979969 h 4489084"/>
              <a:gd name="connsiteX11299" fmla="*/ 2524818 w 5158787"/>
              <a:gd name="connsiteY11299" fmla="*/ 2980739 h 4489084"/>
              <a:gd name="connsiteX11300" fmla="*/ 2536012 w 5158787"/>
              <a:gd name="connsiteY11300" fmla="*/ 3000165 h 4489084"/>
              <a:gd name="connsiteX11301" fmla="*/ 2536012 w 5158787"/>
              <a:gd name="connsiteY11301" fmla="*/ 3001764 h 4489084"/>
              <a:gd name="connsiteX11302" fmla="*/ 2524818 w 5158787"/>
              <a:gd name="connsiteY11302" fmla="*/ 3021189 h 4489084"/>
              <a:gd name="connsiteX11303" fmla="*/ 2523456 w 5158787"/>
              <a:gd name="connsiteY11303" fmla="*/ 3021959 h 4489084"/>
              <a:gd name="connsiteX11304" fmla="*/ 2501069 w 5158787"/>
              <a:gd name="connsiteY11304" fmla="*/ 3021959 h 4489084"/>
              <a:gd name="connsiteX11305" fmla="*/ 2499707 w 5158787"/>
              <a:gd name="connsiteY11305" fmla="*/ 3021189 h 4489084"/>
              <a:gd name="connsiteX11306" fmla="*/ 2488513 w 5158787"/>
              <a:gd name="connsiteY11306" fmla="*/ 3001764 h 4489084"/>
              <a:gd name="connsiteX11307" fmla="*/ 2488513 w 5158787"/>
              <a:gd name="connsiteY11307" fmla="*/ 3000165 h 4489084"/>
              <a:gd name="connsiteX11308" fmla="*/ 2499707 w 5158787"/>
              <a:gd name="connsiteY11308" fmla="*/ 2980739 h 4489084"/>
              <a:gd name="connsiteX11309" fmla="*/ 2501069 w 5158787"/>
              <a:gd name="connsiteY11309" fmla="*/ 2979969 h 4489084"/>
              <a:gd name="connsiteX11310" fmla="*/ 2095199 w 5158787"/>
              <a:gd name="connsiteY11310" fmla="*/ 2979851 h 4489084"/>
              <a:gd name="connsiteX11311" fmla="*/ 2117704 w 5158787"/>
              <a:gd name="connsiteY11311" fmla="*/ 2979851 h 4489084"/>
              <a:gd name="connsiteX11312" fmla="*/ 2119067 w 5158787"/>
              <a:gd name="connsiteY11312" fmla="*/ 2980621 h 4489084"/>
              <a:gd name="connsiteX11313" fmla="*/ 2130319 w 5158787"/>
              <a:gd name="connsiteY11313" fmla="*/ 3000106 h 4489084"/>
              <a:gd name="connsiteX11314" fmla="*/ 2130319 w 5158787"/>
              <a:gd name="connsiteY11314" fmla="*/ 3001705 h 4489084"/>
              <a:gd name="connsiteX11315" fmla="*/ 2119067 w 5158787"/>
              <a:gd name="connsiteY11315" fmla="*/ 3021190 h 4489084"/>
              <a:gd name="connsiteX11316" fmla="*/ 2117704 w 5158787"/>
              <a:gd name="connsiteY11316" fmla="*/ 3021960 h 4489084"/>
              <a:gd name="connsiteX11317" fmla="*/ 2095199 w 5158787"/>
              <a:gd name="connsiteY11317" fmla="*/ 3021960 h 4489084"/>
              <a:gd name="connsiteX11318" fmla="*/ 2093837 w 5158787"/>
              <a:gd name="connsiteY11318" fmla="*/ 3021190 h 4489084"/>
              <a:gd name="connsiteX11319" fmla="*/ 2082584 w 5158787"/>
              <a:gd name="connsiteY11319" fmla="*/ 3001705 h 4489084"/>
              <a:gd name="connsiteX11320" fmla="*/ 2082584 w 5158787"/>
              <a:gd name="connsiteY11320" fmla="*/ 3000106 h 4489084"/>
              <a:gd name="connsiteX11321" fmla="*/ 2093837 w 5158787"/>
              <a:gd name="connsiteY11321" fmla="*/ 2980621 h 4489084"/>
              <a:gd name="connsiteX11322" fmla="*/ 2095199 w 5158787"/>
              <a:gd name="connsiteY11322" fmla="*/ 2979851 h 4489084"/>
              <a:gd name="connsiteX11323" fmla="*/ 4800127 w 5158787"/>
              <a:gd name="connsiteY11323" fmla="*/ 2979318 h 4489084"/>
              <a:gd name="connsiteX11324" fmla="*/ 4823225 w 5158787"/>
              <a:gd name="connsiteY11324" fmla="*/ 2979318 h 4489084"/>
              <a:gd name="connsiteX11325" fmla="*/ 4824647 w 5158787"/>
              <a:gd name="connsiteY11325" fmla="*/ 2980147 h 4489084"/>
              <a:gd name="connsiteX11326" fmla="*/ 4836196 w 5158787"/>
              <a:gd name="connsiteY11326" fmla="*/ 3000106 h 4489084"/>
              <a:gd name="connsiteX11327" fmla="*/ 4836196 w 5158787"/>
              <a:gd name="connsiteY11327" fmla="*/ 3001765 h 4489084"/>
              <a:gd name="connsiteX11328" fmla="*/ 4824647 w 5158787"/>
              <a:gd name="connsiteY11328" fmla="*/ 3021723 h 4489084"/>
              <a:gd name="connsiteX11329" fmla="*/ 4823225 w 5158787"/>
              <a:gd name="connsiteY11329" fmla="*/ 3022553 h 4489084"/>
              <a:gd name="connsiteX11330" fmla="*/ 4800127 w 5158787"/>
              <a:gd name="connsiteY11330" fmla="*/ 3022553 h 4489084"/>
              <a:gd name="connsiteX11331" fmla="*/ 4798706 w 5158787"/>
              <a:gd name="connsiteY11331" fmla="*/ 3021723 h 4489084"/>
              <a:gd name="connsiteX11332" fmla="*/ 4787157 w 5158787"/>
              <a:gd name="connsiteY11332" fmla="*/ 3001765 h 4489084"/>
              <a:gd name="connsiteX11333" fmla="*/ 4787157 w 5158787"/>
              <a:gd name="connsiteY11333" fmla="*/ 3000106 h 4489084"/>
              <a:gd name="connsiteX11334" fmla="*/ 4798706 w 5158787"/>
              <a:gd name="connsiteY11334" fmla="*/ 2980147 h 4489084"/>
              <a:gd name="connsiteX11335" fmla="*/ 4800127 w 5158787"/>
              <a:gd name="connsiteY11335" fmla="*/ 2979318 h 4489084"/>
              <a:gd name="connsiteX11336" fmla="*/ 4867584 w 5158787"/>
              <a:gd name="connsiteY11336" fmla="*/ 2978903 h 4489084"/>
              <a:gd name="connsiteX11337" fmla="*/ 4891097 w 5158787"/>
              <a:gd name="connsiteY11337" fmla="*/ 2978903 h 4489084"/>
              <a:gd name="connsiteX11338" fmla="*/ 4892519 w 5158787"/>
              <a:gd name="connsiteY11338" fmla="*/ 2979732 h 4489084"/>
              <a:gd name="connsiteX11339" fmla="*/ 4904245 w 5158787"/>
              <a:gd name="connsiteY11339" fmla="*/ 3000105 h 4489084"/>
              <a:gd name="connsiteX11340" fmla="*/ 4904245 w 5158787"/>
              <a:gd name="connsiteY11340" fmla="*/ 3001764 h 4489084"/>
              <a:gd name="connsiteX11341" fmla="*/ 4892459 w 5158787"/>
              <a:gd name="connsiteY11341" fmla="*/ 3022137 h 4489084"/>
              <a:gd name="connsiteX11342" fmla="*/ 4891038 w 5158787"/>
              <a:gd name="connsiteY11342" fmla="*/ 3022966 h 4489084"/>
              <a:gd name="connsiteX11343" fmla="*/ 4867525 w 5158787"/>
              <a:gd name="connsiteY11343" fmla="*/ 3022966 h 4489084"/>
              <a:gd name="connsiteX11344" fmla="*/ 4866104 w 5158787"/>
              <a:gd name="connsiteY11344" fmla="*/ 3022137 h 4489084"/>
              <a:gd name="connsiteX11345" fmla="*/ 4854377 w 5158787"/>
              <a:gd name="connsiteY11345" fmla="*/ 3001764 h 4489084"/>
              <a:gd name="connsiteX11346" fmla="*/ 4854377 w 5158787"/>
              <a:gd name="connsiteY11346" fmla="*/ 3000105 h 4489084"/>
              <a:gd name="connsiteX11347" fmla="*/ 4866163 w 5158787"/>
              <a:gd name="connsiteY11347" fmla="*/ 2979732 h 4489084"/>
              <a:gd name="connsiteX11348" fmla="*/ 4867584 w 5158787"/>
              <a:gd name="connsiteY11348" fmla="*/ 2978903 h 4489084"/>
              <a:gd name="connsiteX11349" fmla="*/ 3992593 w 5158787"/>
              <a:gd name="connsiteY11349" fmla="*/ 2928147 h 4489084"/>
              <a:gd name="connsiteX11350" fmla="*/ 4007696 w 5158787"/>
              <a:gd name="connsiteY11350" fmla="*/ 2928147 h 4489084"/>
              <a:gd name="connsiteX11351" fmla="*/ 4008643 w 5158787"/>
              <a:gd name="connsiteY11351" fmla="*/ 2928680 h 4489084"/>
              <a:gd name="connsiteX11352" fmla="*/ 4016224 w 5158787"/>
              <a:gd name="connsiteY11352" fmla="*/ 2941769 h 4489084"/>
              <a:gd name="connsiteX11353" fmla="*/ 4016224 w 5158787"/>
              <a:gd name="connsiteY11353" fmla="*/ 2942835 h 4489084"/>
              <a:gd name="connsiteX11354" fmla="*/ 4008643 w 5158787"/>
              <a:gd name="connsiteY11354" fmla="*/ 2955924 h 4489084"/>
              <a:gd name="connsiteX11355" fmla="*/ 4007696 w 5158787"/>
              <a:gd name="connsiteY11355" fmla="*/ 2956456 h 4489084"/>
              <a:gd name="connsiteX11356" fmla="*/ 3992593 w 5158787"/>
              <a:gd name="connsiteY11356" fmla="*/ 2956456 h 4489084"/>
              <a:gd name="connsiteX11357" fmla="*/ 3991646 w 5158787"/>
              <a:gd name="connsiteY11357" fmla="*/ 2955924 h 4489084"/>
              <a:gd name="connsiteX11358" fmla="*/ 3984065 w 5158787"/>
              <a:gd name="connsiteY11358" fmla="*/ 2942835 h 4489084"/>
              <a:gd name="connsiteX11359" fmla="*/ 3984065 w 5158787"/>
              <a:gd name="connsiteY11359" fmla="*/ 2941769 h 4489084"/>
              <a:gd name="connsiteX11360" fmla="*/ 3991646 w 5158787"/>
              <a:gd name="connsiteY11360" fmla="*/ 2928680 h 4489084"/>
              <a:gd name="connsiteX11361" fmla="*/ 3992593 w 5158787"/>
              <a:gd name="connsiteY11361" fmla="*/ 2928147 h 4489084"/>
              <a:gd name="connsiteX11362" fmla="*/ 4060051 w 5158787"/>
              <a:gd name="connsiteY11362" fmla="*/ 2927970 h 4489084"/>
              <a:gd name="connsiteX11363" fmla="*/ 4075390 w 5158787"/>
              <a:gd name="connsiteY11363" fmla="*/ 2927970 h 4489084"/>
              <a:gd name="connsiteX11364" fmla="*/ 4076338 w 5158787"/>
              <a:gd name="connsiteY11364" fmla="*/ 2928503 h 4489084"/>
              <a:gd name="connsiteX11365" fmla="*/ 4083978 w 5158787"/>
              <a:gd name="connsiteY11365" fmla="*/ 2941770 h 4489084"/>
              <a:gd name="connsiteX11366" fmla="*/ 4083978 w 5158787"/>
              <a:gd name="connsiteY11366" fmla="*/ 2942836 h 4489084"/>
              <a:gd name="connsiteX11367" fmla="*/ 4076279 w 5158787"/>
              <a:gd name="connsiteY11367" fmla="*/ 2956102 h 4489084"/>
              <a:gd name="connsiteX11368" fmla="*/ 4075331 w 5158787"/>
              <a:gd name="connsiteY11368" fmla="*/ 2956635 h 4489084"/>
              <a:gd name="connsiteX11369" fmla="*/ 4059992 w 5158787"/>
              <a:gd name="connsiteY11369" fmla="*/ 2956635 h 4489084"/>
              <a:gd name="connsiteX11370" fmla="*/ 4059044 w 5158787"/>
              <a:gd name="connsiteY11370" fmla="*/ 2956102 h 4489084"/>
              <a:gd name="connsiteX11371" fmla="*/ 4051404 w 5158787"/>
              <a:gd name="connsiteY11371" fmla="*/ 2942836 h 4489084"/>
              <a:gd name="connsiteX11372" fmla="*/ 4051404 w 5158787"/>
              <a:gd name="connsiteY11372" fmla="*/ 2941770 h 4489084"/>
              <a:gd name="connsiteX11373" fmla="*/ 4059103 w 5158787"/>
              <a:gd name="connsiteY11373" fmla="*/ 2928503 h 4489084"/>
              <a:gd name="connsiteX11374" fmla="*/ 4060051 w 5158787"/>
              <a:gd name="connsiteY11374" fmla="*/ 2927970 h 4489084"/>
              <a:gd name="connsiteX11375" fmla="*/ 3924721 w 5158787"/>
              <a:gd name="connsiteY11375" fmla="*/ 2927851 h 4489084"/>
              <a:gd name="connsiteX11376" fmla="*/ 3940179 w 5158787"/>
              <a:gd name="connsiteY11376" fmla="*/ 2927851 h 4489084"/>
              <a:gd name="connsiteX11377" fmla="*/ 3941127 w 5158787"/>
              <a:gd name="connsiteY11377" fmla="*/ 2928384 h 4489084"/>
              <a:gd name="connsiteX11378" fmla="*/ 3948826 w 5158787"/>
              <a:gd name="connsiteY11378" fmla="*/ 2941769 h 4489084"/>
              <a:gd name="connsiteX11379" fmla="*/ 3948826 w 5158787"/>
              <a:gd name="connsiteY11379" fmla="*/ 2942835 h 4489084"/>
              <a:gd name="connsiteX11380" fmla="*/ 3941067 w 5158787"/>
              <a:gd name="connsiteY11380" fmla="*/ 2956220 h 4489084"/>
              <a:gd name="connsiteX11381" fmla="*/ 3940120 w 5158787"/>
              <a:gd name="connsiteY11381" fmla="*/ 2956753 h 4489084"/>
              <a:gd name="connsiteX11382" fmla="*/ 3924662 w 5158787"/>
              <a:gd name="connsiteY11382" fmla="*/ 2956753 h 4489084"/>
              <a:gd name="connsiteX11383" fmla="*/ 3923714 w 5158787"/>
              <a:gd name="connsiteY11383" fmla="*/ 2956220 h 4489084"/>
              <a:gd name="connsiteX11384" fmla="*/ 3916015 w 5158787"/>
              <a:gd name="connsiteY11384" fmla="*/ 2942835 h 4489084"/>
              <a:gd name="connsiteX11385" fmla="*/ 3916015 w 5158787"/>
              <a:gd name="connsiteY11385" fmla="*/ 2941769 h 4489084"/>
              <a:gd name="connsiteX11386" fmla="*/ 3923773 w 5158787"/>
              <a:gd name="connsiteY11386" fmla="*/ 2928384 h 4489084"/>
              <a:gd name="connsiteX11387" fmla="*/ 3924721 w 5158787"/>
              <a:gd name="connsiteY11387" fmla="*/ 2927851 h 4489084"/>
              <a:gd name="connsiteX11388" fmla="*/ 3789274 w 5158787"/>
              <a:gd name="connsiteY11388" fmla="*/ 2927555 h 4489084"/>
              <a:gd name="connsiteX11389" fmla="*/ 3805087 w 5158787"/>
              <a:gd name="connsiteY11389" fmla="*/ 2927555 h 4489084"/>
              <a:gd name="connsiteX11390" fmla="*/ 3806034 w 5158787"/>
              <a:gd name="connsiteY11390" fmla="*/ 2928088 h 4489084"/>
              <a:gd name="connsiteX11391" fmla="*/ 3813911 w 5158787"/>
              <a:gd name="connsiteY11391" fmla="*/ 2941769 h 4489084"/>
              <a:gd name="connsiteX11392" fmla="*/ 3813911 w 5158787"/>
              <a:gd name="connsiteY11392" fmla="*/ 2942894 h 4489084"/>
              <a:gd name="connsiteX11393" fmla="*/ 3806034 w 5158787"/>
              <a:gd name="connsiteY11393" fmla="*/ 2956575 h 4489084"/>
              <a:gd name="connsiteX11394" fmla="*/ 3805087 w 5158787"/>
              <a:gd name="connsiteY11394" fmla="*/ 2957108 h 4489084"/>
              <a:gd name="connsiteX11395" fmla="*/ 3789274 w 5158787"/>
              <a:gd name="connsiteY11395" fmla="*/ 2957108 h 4489084"/>
              <a:gd name="connsiteX11396" fmla="*/ 3788326 w 5158787"/>
              <a:gd name="connsiteY11396" fmla="*/ 2956575 h 4489084"/>
              <a:gd name="connsiteX11397" fmla="*/ 3780449 w 5158787"/>
              <a:gd name="connsiteY11397" fmla="*/ 2942894 h 4489084"/>
              <a:gd name="connsiteX11398" fmla="*/ 3780449 w 5158787"/>
              <a:gd name="connsiteY11398" fmla="*/ 2941769 h 4489084"/>
              <a:gd name="connsiteX11399" fmla="*/ 3788326 w 5158787"/>
              <a:gd name="connsiteY11399" fmla="*/ 2928088 h 4489084"/>
              <a:gd name="connsiteX11400" fmla="*/ 3789274 w 5158787"/>
              <a:gd name="connsiteY11400" fmla="*/ 2927555 h 4489084"/>
              <a:gd name="connsiteX11401" fmla="*/ 4195084 w 5158787"/>
              <a:gd name="connsiteY11401" fmla="*/ 2927437 h 4489084"/>
              <a:gd name="connsiteX11402" fmla="*/ 4210956 w 5158787"/>
              <a:gd name="connsiteY11402" fmla="*/ 2927437 h 4489084"/>
              <a:gd name="connsiteX11403" fmla="*/ 4211904 w 5158787"/>
              <a:gd name="connsiteY11403" fmla="*/ 2927970 h 4489084"/>
              <a:gd name="connsiteX11404" fmla="*/ 4219840 w 5158787"/>
              <a:gd name="connsiteY11404" fmla="*/ 2941769 h 4489084"/>
              <a:gd name="connsiteX11405" fmla="*/ 4219840 w 5158787"/>
              <a:gd name="connsiteY11405" fmla="*/ 2942895 h 4489084"/>
              <a:gd name="connsiteX11406" fmla="*/ 4211904 w 5158787"/>
              <a:gd name="connsiteY11406" fmla="*/ 2956694 h 4489084"/>
              <a:gd name="connsiteX11407" fmla="*/ 4210956 w 5158787"/>
              <a:gd name="connsiteY11407" fmla="*/ 2957227 h 4489084"/>
              <a:gd name="connsiteX11408" fmla="*/ 4195084 w 5158787"/>
              <a:gd name="connsiteY11408" fmla="*/ 2957227 h 4489084"/>
              <a:gd name="connsiteX11409" fmla="*/ 4194136 w 5158787"/>
              <a:gd name="connsiteY11409" fmla="*/ 2956694 h 4489084"/>
              <a:gd name="connsiteX11410" fmla="*/ 4186200 w 5158787"/>
              <a:gd name="connsiteY11410" fmla="*/ 2942895 h 4489084"/>
              <a:gd name="connsiteX11411" fmla="*/ 4186200 w 5158787"/>
              <a:gd name="connsiteY11411" fmla="*/ 2941769 h 4489084"/>
              <a:gd name="connsiteX11412" fmla="*/ 4194136 w 5158787"/>
              <a:gd name="connsiteY11412" fmla="*/ 2927970 h 4489084"/>
              <a:gd name="connsiteX11413" fmla="*/ 4195084 w 5158787"/>
              <a:gd name="connsiteY11413" fmla="*/ 2927437 h 4489084"/>
              <a:gd name="connsiteX11414" fmla="*/ 4127449 w 5158787"/>
              <a:gd name="connsiteY11414" fmla="*/ 2927437 h 4489084"/>
              <a:gd name="connsiteX11415" fmla="*/ 4143322 w 5158787"/>
              <a:gd name="connsiteY11415" fmla="*/ 2927437 h 4489084"/>
              <a:gd name="connsiteX11416" fmla="*/ 4144269 w 5158787"/>
              <a:gd name="connsiteY11416" fmla="*/ 2927970 h 4489084"/>
              <a:gd name="connsiteX11417" fmla="*/ 4152206 w 5158787"/>
              <a:gd name="connsiteY11417" fmla="*/ 2941769 h 4489084"/>
              <a:gd name="connsiteX11418" fmla="*/ 4152206 w 5158787"/>
              <a:gd name="connsiteY11418" fmla="*/ 2942895 h 4489084"/>
              <a:gd name="connsiteX11419" fmla="*/ 4144269 w 5158787"/>
              <a:gd name="connsiteY11419" fmla="*/ 2956694 h 4489084"/>
              <a:gd name="connsiteX11420" fmla="*/ 4143322 w 5158787"/>
              <a:gd name="connsiteY11420" fmla="*/ 2957227 h 4489084"/>
              <a:gd name="connsiteX11421" fmla="*/ 4127449 w 5158787"/>
              <a:gd name="connsiteY11421" fmla="*/ 2957227 h 4489084"/>
              <a:gd name="connsiteX11422" fmla="*/ 4126501 w 5158787"/>
              <a:gd name="connsiteY11422" fmla="*/ 2956694 h 4489084"/>
              <a:gd name="connsiteX11423" fmla="*/ 4118565 w 5158787"/>
              <a:gd name="connsiteY11423" fmla="*/ 2942895 h 4489084"/>
              <a:gd name="connsiteX11424" fmla="*/ 4118565 w 5158787"/>
              <a:gd name="connsiteY11424" fmla="*/ 2941769 h 4489084"/>
              <a:gd name="connsiteX11425" fmla="*/ 4126501 w 5158787"/>
              <a:gd name="connsiteY11425" fmla="*/ 2927970 h 4489084"/>
              <a:gd name="connsiteX11426" fmla="*/ 4127449 w 5158787"/>
              <a:gd name="connsiteY11426" fmla="*/ 2927437 h 4489084"/>
              <a:gd name="connsiteX11427" fmla="*/ 4330294 w 5158787"/>
              <a:gd name="connsiteY11427" fmla="*/ 2927318 h 4489084"/>
              <a:gd name="connsiteX11428" fmla="*/ 4346285 w 5158787"/>
              <a:gd name="connsiteY11428" fmla="*/ 2927318 h 4489084"/>
              <a:gd name="connsiteX11429" fmla="*/ 4347292 w 5158787"/>
              <a:gd name="connsiteY11429" fmla="*/ 2927910 h 4489084"/>
              <a:gd name="connsiteX11430" fmla="*/ 4355287 w 5158787"/>
              <a:gd name="connsiteY11430" fmla="*/ 2941769 h 4489084"/>
              <a:gd name="connsiteX11431" fmla="*/ 4355287 w 5158787"/>
              <a:gd name="connsiteY11431" fmla="*/ 2942894 h 4489084"/>
              <a:gd name="connsiteX11432" fmla="*/ 4347292 w 5158787"/>
              <a:gd name="connsiteY11432" fmla="*/ 2956753 h 4489084"/>
              <a:gd name="connsiteX11433" fmla="*/ 4346344 w 5158787"/>
              <a:gd name="connsiteY11433" fmla="*/ 2957345 h 4489084"/>
              <a:gd name="connsiteX11434" fmla="*/ 4330354 w 5158787"/>
              <a:gd name="connsiteY11434" fmla="*/ 2957345 h 4489084"/>
              <a:gd name="connsiteX11435" fmla="*/ 4329347 w 5158787"/>
              <a:gd name="connsiteY11435" fmla="*/ 2956753 h 4489084"/>
              <a:gd name="connsiteX11436" fmla="*/ 4321351 w 5158787"/>
              <a:gd name="connsiteY11436" fmla="*/ 2942894 h 4489084"/>
              <a:gd name="connsiteX11437" fmla="*/ 4321351 w 5158787"/>
              <a:gd name="connsiteY11437" fmla="*/ 2941769 h 4489084"/>
              <a:gd name="connsiteX11438" fmla="*/ 4329347 w 5158787"/>
              <a:gd name="connsiteY11438" fmla="*/ 2927910 h 4489084"/>
              <a:gd name="connsiteX11439" fmla="*/ 4330294 w 5158787"/>
              <a:gd name="connsiteY11439" fmla="*/ 2927318 h 4489084"/>
              <a:gd name="connsiteX11440" fmla="*/ 4262482 w 5158787"/>
              <a:gd name="connsiteY11440" fmla="*/ 2927022 h 4489084"/>
              <a:gd name="connsiteX11441" fmla="*/ 4278827 w 5158787"/>
              <a:gd name="connsiteY11441" fmla="*/ 2927022 h 4489084"/>
              <a:gd name="connsiteX11442" fmla="*/ 4279835 w 5158787"/>
              <a:gd name="connsiteY11442" fmla="*/ 2927614 h 4489084"/>
              <a:gd name="connsiteX11443" fmla="*/ 4288008 w 5158787"/>
              <a:gd name="connsiteY11443" fmla="*/ 2941769 h 4489084"/>
              <a:gd name="connsiteX11444" fmla="*/ 4288008 w 5158787"/>
              <a:gd name="connsiteY11444" fmla="*/ 2942954 h 4489084"/>
              <a:gd name="connsiteX11445" fmla="*/ 4279835 w 5158787"/>
              <a:gd name="connsiteY11445" fmla="*/ 2957108 h 4489084"/>
              <a:gd name="connsiteX11446" fmla="*/ 4278827 w 5158787"/>
              <a:gd name="connsiteY11446" fmla="*/ 2957701 h 4489084"/>
              <a:gd name="connsiteX11447" fmla="*/ 4262482 w 5158787"/>
              <a:gd name="connsiteY11447" fmla="*/ 2957701 h 4489084"/>
              <a:gd name="connsiteX11448" fmla="*/ 4261475 w 5158787"/>
              <a:gd name="connsiteY11448" fmla="*/ 2957108 h 4489084"/>
              <a:gd name="connsiteX11449" fmla="*/ 4253302 w 5158787"/>
              <a:gd name="connsiteY11449" fmla="*/ 2942954 h 4489084"/>
              <a:gd name="connsiteX11450" fmla="*/ 4253302 w 5158787"/>
              <a:gd name="connsiteY11450" fmla="*/ 2941769 h 4489084"/>
              <a:gd name="connsiteX11451" fmla="*/ 4261475 w 5158787"/>
              <a:gd name="connsiteY11451" fmla="*/ 2927614 h 4489084"/>
              <a:gd name="connsiteX11452" fmla="*/ 4262482 w 5158787"/>
              <a:gd name="connsiteY11452" fmla="*/ 2927022 h 4489084"/>
              <a:gd name="connsiteX11453" fmla="*/ 3315651 w 5158787"/>
              <a:gd name="connsiteY11453" fmla="*/ 2927022 h 4489084"/>
              <a:gd name="connsiteX11454" fmla="*/ 3331996 w 5158787"/>
              <a:gd name="connsiteY11454" fmla="*/ 2927022 h 4489084"/>
              <a:gd name="connsiteX11455" fmla="*/ 3333004 w 5158787"/>
              <a:gd name="connsiteY11455" fmla="*/ 2927614 h 4489084"/>
              <a:gd name="connsiteX11456" fmla="*/ 3341177 w 5158787"/>
              <a:gd name="connsiteY11456" fmla="*/ 2941769 h 4489084"/>
              <a:gd name="connsiteX11457" fmla="*/ 3341177 w 5158787"/>
              <a:gd name="connsiteY11457" fmla="*/ 2942954 h 4489084"/>
              <a:gd name="connsiteX11458" fmla="*/ 3333004 w 5158787"/>
              <a:gd name="connsiteY11458" fmla="*/ 2957108 h 4489084"/>
              <a:gd name="connsiteX11459" fmla="*/ 3331996 w 5158787"/>
              <a:gd name="connsiteY11459" fmla="*/ 2957701 h 4489084"/>
              <a:gd name="connsiteX11460" fmla="*/ 3315651 w 5158787"/>
              <a:gd name="connsiteY11460" fmla="*/ 2957701 h 4489084"/>
              <a:gd name="connsiteX11461" fmla="*/ 3314644 w 5158787"/>
              <a:gd name="connsiteY11461" fmla="*/ 2957108 h 4489084"/>
              <a:gd name="connsiteX11462" fmla="*/ 3306471 w 5158787"/>
              <a:gd name="connsiteY11462" fmla="*/ 2942954 h 4489084"/>
              <a:gd name="connsiteX11463" fmla="*/ 3306471 w 5158787"/>
              <a:gd name="connsiteY11463" fmla="*/ 2941769 h 4489084"/>
              <a:gd name="connsiteX11464" fmla="*/ 3314644 w 5158787"/>
              <a:gd name="connsiteY11464" fmla="*/ 2927614 h 4489084"/>
              <a:gd name="connsiteX11465" fmla="*/ 3315651 w 5158787"/>
              <a:gd name="connsiteY11465" fmla="*/ 2927022 h 4489084"/>
              <a:gd name="connsiteX11466" fmla="*/ 3856613 w 5158787"/>
              <a:gd name="connsiteY11466" fmla="*/ 2926904 h 4489084"/>
              <a:gd name="connsiteX11467" fmla="*/ 3873078 w 5158787"/>
              <a:gd name="connsiteY11467" fmla="*/ 2926904 h 4489084"/>
              <a:gd name="connsiteX11468" fmla="*/ 3874084 w 5158787"/>
              <a:gd name="connsiteY11468" fmla="*/ 2927496 h 4489084"/>
              <a:gd name="connsiteX11469" fmla="*/ 3882316 w 5158787"/>
              <a:gd name="connsiteY11469" fmla="*/ 2941770 h 4489084"/>
              <a:gd name="connsiteX11470" fmla="*/ 3882316 w 5158787"/>
              <a:gd name="connsiteY11470" fmla="*/ 2942954 h 4489084"/>
              <a:gd name="connsiteX11471" fmla="*/ 3874084 w 5158787"/>
              <a:gd name="connsiteY11471" fmla="*/ 2957227 h 4489084"/>
              <a:gd name="connsiteX11472" fmla="*/ 3873078 w 5158787"/>
              <a:gd name="connsiteY11472" fmla="*/ 2957819 h 4489084"/>
              <a:gd name="connsiteX11473" fmla="*/ 3856613 w 5158787"/>
              <a:gd name="connsiteY11473" fmla="*/ 2957819 h 4489084"/>
              <a:gd name="connsiteX11474" fmla="*/ 3855606 w 5158787"/>
              <a:gd name="connsiteY11474" fmla="*/ 2957227 h 4489084"/>
              <a:gd name="connsiteX11475" fmla="*/ 3847373 w 5158787"/>
              <a:gd name="connsiteY11475" fmla="*/ 2942954 h 4489084"/>
              <a:gd name="connsiteX11476" fmla="*/ 3847373 w 5158787"/>
              <a:gd name="connsiteY11476" fmla="*/ 2941770 h 4489084"/>
              <a:gd name="connsiteX11477" fmla="*/ 3855606 w 5158787"/>
              <a:gd name="connsiteY11477" fmla="*/ 2927496 h 4489084"/>
              <a:gd name="connsiteX11478" fmla="*/ 3856613 w 5158787"/>
              <a:gd name="connsiteY11478" fmla="*/ 2926904 h 4489084"/>
              <a:gd name="connsiteX11479" fmla="*/ 3518437 w 5158787"/>
              <a:gd name="connsiteY11479" fmla="*/ 2926904 h 4489084"/>
              <a:gd name="connsiteX11480" fmla="*/ 3534901 w 5158787"/>
              <a:gd name="connsiteY11480" fmla="*/ 2926904 h 4489084"/>
              <a:gd name="connsiteX11481" fmla="*/ 3535908 w 5158787"/>
              <a:gd name="connsiteY11481" fmla="*/ 2927496 h 4489084"/>
              <a:gd name="connsiteX11482" fmla="*/ 3544141 w 5158787"/>
              <a:gd name="connsiteY11482" fmla="*/ 2941770 h 4489084"/>
              <a:gd name="connsiteX11483" fmla="*/ 3544141 w 5158787"/>
              <a:gd name="connsiteY11483" fmla="*/ 2942954 h 4489084"/>
              <a:gd name="connsiteX11484" fmla="*/ 3535908 w 5158787"/>
              <a:gd name="connsiteY11484" fmla="*/ 2957227 h 4489084"/>
              <a:gd name="connsiteX11485" fmla="*/ 3534901 w 5158787"/>
              <a:gd name="connsiteY11485" fmla="*/ 2957819 h 4489084"/>
              <a:gd name="connsiteX11486" fmla="*/ 3518437 w 5158787"/>
              <a:gd name="connsiteY11486" fmla="*/ 2957819 h 4489084"/>
              <a:gd name="connsiteX11487" fmla="*/ 3517430 w 5158787"/>
              <a:gd name="connsiteY11487" fmla="*/ 2957227 h 4489084"/>
              <a:gd name="connsiteX11488" fmla="*/ 3509198 w 5158787"/>
              <a:gd name="connsiteY11488" fmla="*/ 2942954 h 4489084"/>
              <a:gd name="connsiteX11489" fmla="*/ 3509198 w 5158787"/>
              <a:gd name="connsiteY11489" fmla="*/ 2941770 h 4489084"/>
              <a:gd name="connsiteX11490" fmla="*/ 3517430 w 5158787"/>
              <a:gd name="connsiteY11490" fmla="*/ 2927496 h 4489084"/>
              <a:gd name="connsiteX11491" fmla="*/ 3518437 w 5158787"/>
              <a:gd name="connsiteY11491" fmla="*/ 2926904 h 4489084"/>
              <a:gd name="connsiteX11492" fmla="*/ 3450743 w 5158787"/>
              <a:gd name="connsiteY11492" fmla="*/ 2926844 h 4489084"/>
              <a:gd name="connsiteX11493" fmla="*/ 3467326 w 5158787"/>
              <a:gd name="connsiteY11493" fmla="*/ 2926844 h 4489084"/>
              <a:gd name="connsiteX11494" fmla="*/ 3468333 w 5158787"/>
              <a:gd name="connsiteY11494" fmla="*/ 2927436 h 4489084"/>
              <a:gd name="connsiteX11495" fmla="*/ 3476624 w 5158787"/>
              <a:gd name="connsiteY11495" fmla="*/ 2941769 h 4489084"/>
              <a:gd name="connsiteX11496" fmla="*/ 3476624 w 5158787"/>
              <a:gd name="connsiteY11496" fmla="*/ 2942953 h 4489084"/>
              <a:gd name="connsiteX11497" fmla="*/ 3468333 w 5158787"/>
              <a:gd name="connsiteY11497" fmla="*/ 2957286 h 4489084"/>
              <a:gd name="connsiteX11498" fmla="*/ 3467326 w 5158787"/>
              <a:gd name="connsiteY11498" fmla="*/ 2957878 h 4489084"/>
              <a:gd name="connsiteX11499" fmla="*/ 3450743 w 5158787"/>
              <a:gd name="connsiteY11499" fmla="*/ 2957878 h 4489084"/>
              <a:gd name="connsiteX11500" fmla="*/ 3449736 w 5158787"/>
              <a:gd name="connsiteY11500" fmla="*/ 2957286 h 4489084"/>
              <a:gd name="connsiteX11501" fmla="*/ 3441445 w 5158787"/>
              <a:gd name="connsiteY11501" fmla="*/ 2942953 h 4489084"/>
              <a:gd name="connsiteX11502" fmla="*/ 3441445 w 5158787"/>
              <a:gd name="connsiteY11502" fmla="*/ 2941769 h 4489084"/>
              <a:gd name="connsiteX11503" fmla="*/ 3449736 w 5158787"/>
              <a:gd name="connsiteY11503" fmla="*/ 2927436 h 4489084"/>
              <a:gd name="connsiteX11504" fmla="*/ 3450743 w 5158787"/>
              <a:gd name="connsiteY11504" fmla="*/ 2926844 h 4489084"/>
              <a:gd name="connsiteX11505" fmla="*/ 3383108 w 5158787"/>
              <a:gd name="connsiteY11505" fmla="*/ 2926844 h 4489084"/>
              <a:gd name="connsiteX11506" fmla="*/ 3399691 w 5158787"/>
              <a:gd name="connsiteY11506" fmla="*/ 2926844 h 4489084"/>
              <a:gd name="connsiteX11507" fmla="*/ 3400698 w 5158787"/>
              <a:gd name="connsiteY11507" fmla="*/ 2927436 h 4489084"/>
              <a:gd name="connsiteX11508" fmla="*/ 3408989 w 5158787"/>
              <a:gd name="connsiteY11508" fmla="*/ 2941769 h 4489084"/>
              <a:gd name="connsiteX11509" fmla="*/ 3408989 w 5158787"/>
              <a:gd name="connsiteY11509" fmla="*/ 2942953 h 4489084"/>
              <a:gd name="connsiteX11510" fmla="*/ 3400698 w 5158787"/>
              <a:gd name="connsiteY11510" fmla="*/ 2957286 h 4489084"/>
              <a:gd name="connsiteX11511" fmla="*/ 3399691 w 5158787"/>
              <a:gd name="connsiteY11511" fmla="*/ 2957878 h 4489084"/>
              <a:gd name="connsiteX11512" fmla="*/ 3383108 w 5158787"/>
              <a:gd name="connsiteY11512" fmla="*/ 2957878 h 4489084"/>
              <a:gd name="connsiteX11513" fmla="*/ 3382102 w 5158787"/>
              <a:gd name="connsiteY11513" fmla="*/ 2957286 h 4489084"/>
              <a:gd name="connsiteX11514" fmla="*/ 3373810 w 5158787"/>
              <a:gd name="connsiteY11514" fmla="*/ 2942953 h 4489084"/>
              <a:gd name="connsiteX11515" fmla="*/ 3373810 w 5158787"/>
              <a:gd name="connsiteY11515" fmla="*/ 2941769 h 4489084"/>
              <a:gd name="connsiteX11516" fmla="*/ 3382102 w 5158787"/>
              <a:gd name="connsiteY11516" fmla="*/ 2927436 h 4489084"/>
              <a:gd name="connsiteX11517" fmla="*/ 3383108 w 5158787"/>
              <a:gd name="connsiteY11517" fmla="*/ 2926844 h 4489084"/>
              <a:gd name="connsiteX11518" fmla="*/ 4397574 w 5158787"/>
              <a:gd name="connsiteY11518" fmla="*/ 2926726 h 4489084"/>
              <a:gd name="connsiteX11519" fmla="*/ 4414217 w 5158787"/>
              <a:gd name="connsiteY11519" fmla="*/ 2926726 h 4489084"/>
              <a:gd name="connsiteX11520" fmla="*/ 4415223 w 5158787"/>
              <a:gd name="connsiteY11520" fmla="*/ 2927318 h 4489084"/>
              <a:gd name="connsiteX11521" fmla="*/ 4423574 w 5158787"/>
              <a:gd name="connsiteY11521" fmla="*/ 2941769 h 4489084"/>
              <a:gd name="connsiteX11522" fmla="*/ 4423574 w 5158787"/>
              <a:gd name="connsiteY11522" fmla="*/ 2942954 h 4489084"/>
              <a:gd name="connsiteX11523" fmla="*/ 4415223 w 5158787"/>
              <a:gd name="connsiteY11523" fmla="*/ 2957405 h 4489084"/>
              <a:gd name="connsiteX11524" fmla="*/ 4414217 w 5158787"/>
              <a:gd name="connsiteY11524" fmla="*/ 2957997 h 4489084"/>
              <a:gd name="connsiteX11525" fmla="*/ 4397574 w 5158787"/>
              <a:gd name="connsiteY11525" fmla="*/ 2957997 h 4489084"/>
              <a:gd name="connsiteX11526" fmla="*/ 4396567 w 5158787"/>
              <a:gd name="connsiteY11526" fmla="*/ 2957405 h 4489084"/>
              <a:gd name="connsiteX11527" fmla="*/ 4388217 w 5158787"/>
              <a:gd name="connsiteY11527" fmla="*/ 2942954 h 4489084"/>
              <a:gd name="connsiteX11528" fmla="*/ 4388217 w 5158787"/>
              <a:gd name="connsiteY11528" fmla="*/ 2941769 h 4489084"/>
              <a:gd name="connsiteX11529" fmla="*/ 4396567 w 5158787"/>
              <a:gd name="connsiteY11529" fmla="*/ 2927318 h 4489084"/>
              <a:gd name="connsiteX11530" fmla="*/ 4397574 w 5158787"/>
              <a:gd name="connsiteY11530" fmla="*/ 2926726 h 4489084"/>
              <a:gd name="connsiteX11531" fmla="*/ 3721283 w 5158787"/>
              <a:gd name="connsiteY11531" fmla="*/ 2926726 h 4489084"/>
              <a:gd name="connsiteX11532" fmla="*/ 3737925 w 5158787"/>
              <a:gd name="connsiteY11532" fmla="*/ 2926726 h 4489084"/>
              <a:gd name="connsiteX11533" fmla="*/ 3738932 w 5158787"/>
              <a:gd name="connsiteY11533" fmla="*/ 2927318 h 4489084"/>
              <a:gd name="connsiteX11534" fmla="*/ 3747283 w 5158787"/>
              <a:gd name="connsiteY11534" fmla="*/ 2941769 h 4489084"/>
              <a:gd name="connsiteX11535" fmla="*/ 3747283 w 5158787"/>
              <a:gd name="connsiteY11535" fmla="*/ 2942954 h 4489084"/>
              <a:gd name="connsiteX11536" fmla="*/ 3738932 w 5158787"/>
              <a:gd name="connsiteY11536" fmla="*/ 2957405 h 4489084"/>
              <a:gd name="connsiteX11537" fmla="*/ 3737925 w 5158787"/>
              <a:gd name="connsiteY11537" fmla="*/ 2957997 h 4489084"/>
              <a:gd name="connsiteX11538" fmla="*/ 3721283 w 5158787"/>
              <a:gd name="connsiteY11538" fmla="*/ 2957997 h 4489084"/>
              <a:gd name="connsiteX11539" fmla="*/ 3720276 w 5158787"/>
              <a:gd name="connsiteY11539" fmla="*/ 2957405 h 4489084"/>
              <a:gd name="connsiteX11540" fmla="*/ 3711925 w 5158787"/>
              <a:gd name="connsiteY11540" fmla="*/ 2942954 h 4489084"/>
              <a:gd name="connsiteX11541" fmla="*/ 3711925 w 5158787"/>
              <a:gd name="connsiteY11541" fmla="*/ 2941769 h 4489084"/>
              <a:gd name="connsiteX11542" fmla="*/ 3720276 w 5158787"/>
              <a:gd name="connsiteY11542" fmla="*/ 2927318 h 4489084"/>
              <a:gd name="connsiteX11543" fmla="*/ 3721283 w 5158787"/>
              <a:gd name="connsiteY11543" fmla="*/ 2926726 h 4489084"/>
              <a:gd name="connsiteX11544" fmla="*/ 3653648 w 5158787"/>
              <a:gd name="connsiteY11544" fmla="*/ 2926726 h 4489084"/>
              <a:gd name="connsiteX11545" fmla="*/ 3670290 w 5158787"/>
              <a:gd name="connsiteY11545" fmla="*/ 2926726 h 4489084"/>
              <a:gd name="connsiteX11546" fmla="*/ 3671297 w 5158787"/>
              <a:gd name="connsiteY11546" fmla="*/ 2927318 h 4489084"/>
              <a:gd name="connsiteX11547" fmla="*/ 3679648 w 5158787"/>
              <a:gd name="connsiteY11547" fmla="*/ 2941769 h 4489084"/>
              <a:gd name="connsiteX11548" fmla="*/ 3679648 w 5158787"/>
              <a:gd name="connsiteY11548" fmla="*/ 2942954 h 4489084"/>
              <a:gd name="connsiteX11549" fmla="*/ 3671297 w 5158787"/>
              <a:gd name="connsiteY11549" fmla="*/ 2957405 h 4489084"/>
              <a:gd name="connsiteX11550" fmla="*/ 3670290 w 5158787"/>
              <a:gd name="connsiteY11550" fmla="*/ 2957997 h 4489084"/>
              <a:gd name="connsiteX11551" fmla="*/ 3653648 w 5158787"/>
              <a:gd name="connsiteY11551" fmla="*/ 2957997 h 4489084"/>
              <a:gd name="connsiteX11552" fmla="*/ 3652641 w 5158787"/>
              <a:gd name="connsiteY11552" fmla="*/ 2957405 h 4489084"/>
              <a:gd name="connsiteX11553" fmla="*/ 3644291 w 5158787"/>
              <a:gd name="connsiteY11553" fmla="*/ 2942954 h 4489084"/>
              <a:gd name="connsiteX11554" fmla="*/ 3644291 w 5158787"/>
              <a:gd name="connsiteY11554" fmla="*/ 2941769 h 4489084"/>
              <a:gd name="connsiteX11555" fmla="*/ 3652641 w 5158787"/>
              <a:gd name="connsiteY11555" fmla="*/ 2927318 h 4489084"/>
              <a:gd name="connsiteX11556" fmla="*/ 3653648 w 5158787"/>
              <a:gd name="connsiteY11556" fmla="*/ 2926726 h 4489084"/>
              <a:gd name="connsiteX11557" fmla="*/ 3585953 w 5158787"/>
              <a:gd name="connsiteY11557" fmla="*/ 2926608 h 4489084"/>
              <a:gd name="connsiteX11558" fmla="*/ 3602715 w 5158787"/>
              <a:gd name="connsiteY11558" fmla="*/ 2926608 h 4489084"/>
              <a:gd name="connsiteX11559" fmla="*/ 3603721 w 5158787"/>
              <a:gd name="connsiteY11559" fmla="*/ 2927200 h 4489084"/>
              <a:gd name="connsiteX11560" fmla="*/ 3612131 w 5158787"/>
              <a:gd name="connsiteY11560" fmla="*/ 2941710 h 4489084"/>
              <a:gd name="connsiteX11561" fmla="*/ 3612131 w 5158787"/>
              <a:gd name="connsiteY11561" fmla="*/ 2942895 h 4489084"/>
              <a:gd name="connsiteX11562" fmla="*/ 3603721 w 5158787"/>
              <a:gd name="connsiteY11562" fmla="*/ 2957405 h 4489084"/>
              <a:gd name="connsiteX11563" fmla="*/ 3602715 w 5158787"/>
              <a:gd name="connsiteY11563" fmla="*/ 2957997 h 4489084"/>
              <a:gd name="connsiteX11564" fmla="*/ 3585953 w 5158787"/>
              <a:gd name="connsiteY11564" fmla="*/ 2957997 h 4489084"/>
              <a:gd name="connsiteX11565" fmla="*/ 3584947 w 5158787"/>
              <a:gd name="connsiteY11565" fmla="*/ 2957405 h 4489084"/>
              <a:gd name="connsiteX11566" fmla="*/ 3576537 w 5158787"/>
              <a:gd name="connsiteY11566" fmla="*/ 2942895 h 4489084"/>
              <a:gd name="connsiteX11567" fmla="*/ 3576537 w 5158787"/>
              <a:gd name="connsiteY11567" fmla="*/ 2941710 h 4489084"/>
              <a:gd name="connsiteX11568" fmla="*/ 3584947 w 5158787"/>
              <a:gd name="connsiteY11568" fmla="*/ 2927200 h 4489084"/>
              <a:gd name="connsiteX11569" fmla="*/ 3585953 w 5158787"/>
              <a:gd name="connsiteY11569" fmla="*/ 2926608 h 4489084"/>
              <a:gd name="connsiteX11570" fmla="*/ 3247483 w 5158787"/>
              <a:gd name="connsiteY11570" fmla="*/ 2926074 h 4489084"/>
              <a:gd name="connsiteX11571" fmla="*/ 3264835 w 5158787"/>
              <a:gd name="connsiteY11571" fmla="*/ 2926074 h 4489084"/>
              <a:gd name="connsiteX11572" fmla="*/ 3265902 w 5158787"/>
              <a:gd name="connsiteY11572" fmla="*/ 2926666 h 4489084"/>
              <a:gd name="connsiteX11573" fmla="*/ 3274548 w 5158787"/>
              <a:gd name="connsiteY11573" fmla="*/ 2941710 h 4489084"/>
              <a:gd name="connsiteX11574" fmla="*/ 3274548 w 5158787"/>
              <a:gd name="connsiteY11574" fmla="*/ 2942953 h 4489084"/>
              <a:gd name="connsiteX11575" fmla="*/ 3265902 w 5158787"/>
              <a:gd name="connsiteY11575" fmla="*/ 2957996 h 4489084"/>
              <a:gd name="connsiteX11576" fmla="*/ 3264835 w 5158787"/>
              <a:gd name="connsiteY11576" fmla="*/ 2958589 h 4489084"/>
              <a:gd name="connsiteX11577" fmla="*/ 3247483 w 5158787"/>
              <a:gd name="connsiteY11577" fmla="*/ 2958589 h 4489084"/>
              <a:gd name="connsiteX11578" fmla="*/ 3246416 w 5158787"/>
              <a:gd name="connsiteY11578" fmla="*/ 2957996 h 4489084"/>
              <a:gd name="connsiteX11579" fmla="*/ 3237770 w 5158787"/>
              <a:gd name="connsiteY11579" fmla="*/ 2942953 h 4489084"/>
              <a:gd name="connsiteX11580" fmla="*/ 3237770 w 5158787"/>
              <a:gd name="connsiteY11580" fmla="*/ 2941710 h 4489084"/>
              <a:gd name="connsiteX11581" fmla="*/ 3246416 w 5158787"/>
              <a:gd name="connsiteY11581" fmla="*/ 2926666 h 4489084"/>
              <a:gd name="connsiteX11582" fmla="*/ 3247483 w 5158787"/>
              <a:gd name="connsiteY11582" fmla="*/ 2926074 h 4489084"/>
              <a:gd name="connsiteX11583" fmla="*/ 5005579 w 5158787"/>
              <a:gd name="connsiteY11583" fmla="*/ 2925482 h 4489084"/>
              <a:gd name="connsiteX11584" fmla="*/ 5023583 w 5158787"/>
              <a:gd name="connsiteY11584" fmla="*/ 2925482 h 4489084"/>
              <a:gd name="connsiteX11585" fmla="*/ 5024709 w 5158787"/>
              <a:gd name="connsiteY11585" fmla="*/ 2926133 h 4489084"/>
              <a:gd name="connsiteX11586" fmla="*/ 5033711 w 5158787"/>
              <a:gd name="connsiteY11586" fmla="*/ 2941710 h 4489084"/>
              <a:gd name="connsiteX11587" fmla="*/ 5033711 w 5158787"/>
              <a:gd name="connsiteY11587" fmla="*/ 2942953 h 4489084"/>
              <a:gd name="connsiteX11588" fmla="*/ 5024709 w 5158787"/>
              <a:gd name="connsiteY11588" fmla="*/ 2958530 h 4489084"/>
              <a:gd name="connsiteX11589" fmla="*/ 5023583 w 5158787"/>
              <a:gd name="connsiteY11589" fmla="*/ 2959181 h 4489084"/>
              <a:gd name="connsiteX11590" fmla="*/ 5005579 w 5158787"/>
              <a:gd name="connsiteY11590" fmla="*/ 2959181 h 4489084"/>
              <a:gd name="connsiteX11591" fmla="*/ 5004454 w 5158787"/>
              <a:gd name="connsiteY11591" fmla="*/ 2958530 h 4489084"/>
              <a:gd name="connsiteX11592" fmla="*/ 4995451 w 5158787"/>
              <a:gd name="connsiteY11592" fmla="*/ 2942953 h 4489084"/>
              <a:gd name="connsiteX11593" fmla="*/ 4995451 w 5158787"/>
              <a:gd name="connsiteY11593" fmla="*/ 2941710 h 4489084"/>
              <a:gd name="connsiteX11594" fmla="*/ 5004454 w 5158787"/>
              <a:gd name="connsiteY11594" fmla="*/ 2926133 h 4489084"/>
              <a:gd name="connsiteX11595" fmla="*/ 5005579 w 5158787"/>
              <a:gd name="connsiteY11595" fmla="*/ 2925482 h 4489084"/>
              <a:gd name="connsiteX11596" fmla="*/ 3179551 w 5158787"/>
              <a:gd name="connsiteY11596" fmla="*/ 2925482 h 4489084"/>
              <a:gd name="connsiteX11597" fmla="*/ 3197556 w 5158787"/>
              <a:gd name="connsiteY11597" fmla="*/ 2925482 h 4489084"/>
              <a:gd name="connsiteX11598" fmla="*/ 3198681 w 5158787"/>
              <a:gd name="connsiteY11598" fmla="*/ 2926133 h 4489084"/>
              <a:gd name="connsiteX11599" fmla="*/ 3207683 w 5158787"/>
              <a:gd name="connsiteY11599" fmla="*/ 2941710 h 4489084"/>
              <a:gd name="connsiteX11600" fmla="*/ 3207683 w 5158787"/>
              <a:gd name="connsiteY11600" fmla="*/ 2942953 h 4489084"/>
              <a:gd name="connsiteX11601" fmla="*/ 3198681 w 5158787"/>
              <a:gd name="connsiteY11601" fmla="*/ 2958530 h 4489084"/>
              <a:gd name="connsiteX11602" fmla="*/ 3197556 w 5158787"/>
              <a:gd name="connsiteY11602" fmla="*/ 2959181 h 4489084"/>
              <a:gd name="connsiteX11603" fmla="*/ 3179551 w 5158787"/>
              <a:gd name="connsiteY11603" fmla="*/ 2959181 h 4489084"/>
              <a:gd name="connsiteX11604" fmla="*/ 3178426 w 5158787"/>
              <a:gd name="connsiteY11604" fmla="*/ 2958530 h 4489084"/>
              <a:gd name="connsiteX11605" fmla="*/ 3169424 w 5158787"/>
              <a:gd name="connsiteY11605" fmla="*/ 2942953 h 4489084"/>
              <a:gd name="connsiteX11606" fmla="*/ 3169424 w 5158787"/>
              <a:gd name="connsiteY11606" fmla="*/ 2941710 h 4489084"/>
              <a:gd name="connsiteX11607" fmla="*/ 3178426 w 5158787"/>
              <a:gd name="connsiteY11607" fmla="*/ 2926133 h 4489084"/>
              <a:gd name="connsiteX11608" fmla="*/ 3179551 w 5158787"/>
              <a:gd name="connsiteY11608" fmla="*/ 2925482 h 4489084"/>
              <a:gd name="connsiteX11609" fmla="*/ 4464381 w 5158787"/>
              <a:gd name="connsiteY11609" fmla="*/ 2925245 h 4489084"/>
              <a:gd name="connsiteX11610" fmla="*/ 4482622 w 5158787"/>
              <a:gd name="connsiteY11610" fmla="*/ 2925245 h 4489084"/>
              <a:gd name="connsiteX11611" fmla="*/ 4483747 w 5158787"/>
              <a:gd name="connsiteY11611" fmla="*/ 2925897 h 4489084"/>
              <a:gd name="connsiteX11612" fmla="*/ 4492868 w 5158787"/>
              <a:gd name="connsiteY11612" fmla="*/ 2941650 h 4489084"/>
              <a:gd name="connsiteX11613" fmla="*/ 4492868 w 5158787"/>
              <a:gd name="connsiteY11613" fmla="*/ 2942954 h 4489084"/>
              <a:gd name="connsiteX11614" fmla="*/ 4483747 w 5158787"/>
              <a:gd name="connsiteY11614" fmla="*/ 2958707 h 4489084"/>
              <a:gd name="connsiteX11615" fmla="*/ 4482622 w 5158787"/>
              <a:gd name="connsiteY11615" fmla="*/ 2959359 h 4489084"/>
              <a:gd name="connsiteX11616" fmla="*/ 4464381 w 5158787"/>
              <a:gd name="connsiteY11616" fmla="*/ 2959359 h 4489084"/>
              <a:gd name="connsiteX11617" fmla="*/ 4463255 w 5158787"/>
              <a:gd name="connsiteY11617" fmla="*/ 2958707 h 4489084"/>
              <a:gd name="connsiteX11618" fmla="*/ 4454135 w 5158787"/>
              <a:gd name="connsiteY11618" fmla="*/ 2942954 h 4489084"/>
              <a:gd name="connsiteX11619" fmla="*/ 4454135 w 5158787"/>
              <a:gd name="connsiteY11619" fmla="*/ 2941650 h 4489084"/>
              <a:gd name="connsiteX11620" fmla="*/ 4463255 w 5158787"/>
              <a:gd name="connsiteY11620" fmla="*/ 2925897 h 4489084"/>
              <a:gd name="connsiteX11621" fmla="*/ 4464381 w 5158787"/>
              <a:gd name="connsiteY11621" fmla="*/ 2925245 h 4489084"/>
              <a:gd name="connsiteX11622" fmla="*/ 2976468 w 5158787"/>
              <a:gd name="connsiteY11622" fmla="*/ 2925068 h 4489084"/>
              <a:gd name="connsiteX11623" fmla="*/ 2994887 w 5158787"/>
              <a:gd name="connsiteY11623" fmla="*/ 2925068 h 4489084"/>
              <a:gd name="connsiteX11624" fmla="*/ 2996013 w 5158787"/>
              <a:gd name="connsiteY11624" fmla="*/ 2925719 h 4489084"/>
              <a:gd name="connsiteX11625" fmla="*/ 3005252 w 5158787"/>
              <a:gd name="connsiteY11625" fmla="*/ 2941710 h 4489084"/>
              <a:gd name="connsiteX11626" fmla="*/ 3005252 w 5158787"/>
              <a:gd name="connsiteY11626" fmla="*/ 2943013 h 4489084"/>
              <a:gd name="connsiteX11627" fmla="*/ 2996013 w 5158787"/>
              <a:gd name="connsiteY11627" fmla="*/ 2959004 h 4489084"/>
              <a:gd name="connsiteX11628" fmla="*/ 2994887 w 5158787"/>
              <a:gd name="connsiteY11628" fmla="*/ 2959656 h 4489084"/>
              <a:gd name="connsiteX11629" fmla="*/ 2976468 w 5158787"/>
              <a:gd name="connsiteY11629" fmla="*/ 2959656 h 4489084"/>
              <a:gd name="connsiteX11630" fmla="*/ 2975343 w 5158787"/>
              <a:gd name="connsiteY11630" fmla="*/ 2959004 h 4489084"/>
              <a:gd name="connsiteX11631" fmla="*/ 2966104 w 5158787"/>
              <a:gd name="connsiteY11631" fmla="*/ 2943013 h 4489084"/>
              <a:gd name="connsiteX11632" fmla="*/ 2966104 w 5158787"/>
              <a:gd name="connsiteY11632" fmla="*/ 2941710 h 4489084"/>
              <a:gd name="connsiteX11633" fmla="*/ 2975343 w 5158787"/>
              <a:gd name="connsiteY11633" fmla="*/ 2925719 h 4489084"/>
              <a:gd name="connsiteX11634" fmla="*/ 2976468 w 5158787"/>
              <a:gd name="connsiteY11634" fmla="*/ 2925068 h 4489084"/>
              <a:gd name="connsiteX11635" fmla="*/ 4531898 w 5158787"/>
              <a:gd name="connsiteY11635" fmla="*/ 2924949 h 4489084"/>
              <a:gd name="connsiteX11636" fmla="*/ 4550435 w 5158787"/>
              <a:gd name="connsiteY11636" fmla="*/ 2924949 h 4489084"/>
              <a:gd name="connsiteX11637" fmla="*/ 4551560 w 5158787"/>
              <a:gd name="connsiteY11637" fmla="*/ 2925601 h 4489084"/>
              <a:gd name="connsiteX11638" fmla="*/ 4560799 w 5158787"/>
              <a:gd name="connsiteY11638" fmla="*/ 2941651 h 4489084"/>
              <a:gd name="connsiteX11639" fmla="*/ 4560799 w 5158787"/>
              <a:gd name="connsiteY11639" fmla="*/ 2942954 h 4489084"/>
              <a:gd name="connsiteX11640" fmla="*/ 4551501 w 5158787"/>
              <a:gd name="connsiteY11640" fmla="*/ 2959003 h 4489084"/>
              <a:gd name="connsiteX11641" fmla="*/ 4550376 w 5158787"/>
              <a:gd name="connsiteY11641" fmla="*/ 2959655 h 4489084"/>
              <a:gd name="connsiteX11642" fmla="*/ 4531838 w 5158787"/>
              <a:gd name="connsiteY11642" fmla="*/ 2959655 h 4489084"/>
              <a:gd name="connsiteX11643" fmla="*/ 4530713 w 5158787"/>
              <a:gd name="connsiteY11643" fmla="*/ 2959003 h 4489084"/>
              <a:gd name="connsiteX11644" fmla="*/ 4521474 w 5158787"/>
              <a:gd name="connsiteY11644" fmla="*/ 2942954 h 4489084"/>
              <a:gd name="connsiteX11645" fmla="*/ 4521474 w 5158787"/>
              <a:gd name="connsiteY11645" fmla="*/ 2941651 h 4489084"/>
              <a:gd name="connsiteX11646" fmla="*/ 4530772 w 5158787"/>
              <a:gd name="connsiteY11646" fmla="*/ 2925601 h 4489084"/>
              <a:gd name="connsiteX11647" fmla="*/ 4531898 w 5158787"/>
              <a:gd name="connsiteY11647" fmla="*/ 2924949 h 4489084"/>
              <a:gd name="connsiteX11648" fmla="*/ 3043926 w 5158787"/>
              <a:gd name="connsiteY11648" fmla="*/ 2924831 h 4489084"/>
              <a:gd name="connsiteX11649" fmla="*/ 3062582 w 5158787"/>
              <a:gd name="connsiteY11649" fmla="*/ 2924831 h 4489084"/>
              <a:gd name="connsiteX11650" fmla="*/ 3063707 w 5158787"/>
              <a:gd name="connsiteY11650" fmla="*/ 2925482 h 4489084"/>
              <a:gd name="connsiteX11651" fmla="*/ 3073005 w 5158787"/>
              <a:gd name="connsiteY11651" fmla="*/ 2941651 h 4489084"/>
              <a:gd name="connsiteX11652" fmla="*/ 3073005 w 5158787"/>
              <a:gd name="connsiteY11652" fmla="*/ 2942954 h 4489084"/>
              <a:gd name="connsiteX11653" fmla="*/ 3063648 w 5158787"/>
              <a:gd name="connsiteY11653" fmla="*/ 2959122 h 4489084"/>
              <a:gd name="connsiteX11654" fmla="*/ 3062522 w 5158787"/>
              <a:gd name="connsiteY11654" fmla="*/ 2959774 h 4489084"/>
              <a:gd name="connsiteX11655" fmla="*/ 3043866 w 5158787"/>
              <a:gd name="connsiteY11655" fmla="*/ 2959774 h 4489084"/>
              <a:gd name="connsiteX11656" fmla="*/ 3042741 w 5158787"/>
              <a:gd name="connsiteY11656" fmla="*/ 2959122 h 4489084"/>
              <a:gd name="connsiteX11657" fmla="*/ 3033443 w 5158787"/>
              <a:gd name="connsiteY11657" fmla="*/ 2942954 h 4489084"/>
              <a:gd name="connsiteX11658" fmla="*/ 3033443 w 5158787"/>
              <a:gd name="connsiteY11658" fmla="*/ 2941651 h 4489084"/>
              <a:gd name="connsiteX11659" fmla="*/ 3042800 w 5158787"/>
              <a:gd name="connsiteY11659" fmla="*/ 2925482 h 4489084"/>
              <a:gd name="connsiteX11660" fmla="*/ 3043926 w 5158787"/>
              <a:gd name="connsiteY11660" fmla="*/ 2924831 h 4489084"/>
              <a:gd name="connsiteX11661" fmla="*/ 2908714 w 5158787"/>
              <a:gd name="connsiteY11661" fmla="*/ 2924831 h 4489084"/>
              <a:gd name="connsiteX11662" fmla="*/ 2927370 w 5158787"/>
              <a:gd name="connsiteY11662" fmla="*/ 2924831 h 4489084"/>
              <a:gd name="connsiteX11663" fmla="*/ 2928496 w 5158787"/>
              <a:gd name="connsiteY11663" fmla="*/ 2925482 h 4489084"/>
              <a:gd name="connsiteX11664" fmla="*/ 2937794 w 5158787"/>
              <a:gd name="connsiteY11664" fmla="*/ 2941651 h 4489084"/>
              <a:gd name="connsiteX11665" fmla="*/ 2937794 w 5158787"/>
              <a:gd name="connsiteY11665" fmla="*/ 2942954 h 4489084"/>
              <a:gd name="connsiteX11666" fmla="*/ 2928437 w 5158787"/>
              <a:gd name="connsiteY11666" fmla="*/ 2959122 h 4489084"/>
              <a:gd name="connsiteX11667" fmla="*/ 2927311 w 5158787"/>
              <a:gd name="connsiteY11667" fmla="*/ 2959774 h 4489084"/>
              <a:gd name="connsiteX11668" fmla="*/ 2908656 w 5158787"/>
              <a:gd name="connsiteY11668" fmla="*/ 2959774 h 4489084"/>
              <a:gd name="connsiteX11669" fmla="*/ 2907530 w 5158787"/>
              <a:gd name="connsiteY11669" fmla="*/ 2959122 h 4489084"/>
              <a:gd name="connsiteX11670" fmla="*/ 2898232 w 5158787"/>
              <a:gd name="connsiteY11670" fmla="*/ 2942954 h 4489084"/>
              <a:gd name="connsiteX11671" fmla="*/ 2898232 w 5158787"/>
              <a:gd name="connsiteY11671" fmla="*/ 2941651 h 4489084"/>
              <a:gd name="connsiteX11672" fmla="*/ 2907589 w 5158787"/>
              <a:gd name="connsiteY11672" fmla="*/ 2925482 h 4489084"/>
              <a:gd name="connsiteX11673" fmla="*/ 2908714 w 5158787"/>
              <a:gd name="connsiteY11673" fmla="*/ 2924831 h 4489084"/>
              <a:gd name="connsiteX11674" fmla="*/ 2705691 w 5158787"/>
              <a:gd name="connsiteY11674" fmla="*/ 2924653 h 4489084"/>
              <a:gd name="connsiteX11675" fmla="*/ 2724584 w 5158787"/>
              <a:gd name="connsiteY11675" fmla="*/ 2924653 h 4489084"/>
              <a:gd name="connsiteX11676" fmla="*/ 2725709 w 5158787"/>
              <a:gd name="connsiteY11676" fmla="*/ 2925304 h 4489084"/>
              <a:gd name="connsiteX11677" fmla="*/ 2735126 w 5158787"/>
              <a:gd name="connsiteY11677" fmla="*/ 2941651 h 4489084"/>
              <a:gd name="connsiteX11678" fmla="*/ 2735126 w 5158787"/>
              <a:gd name="connsiteY11678" fmla="*/ 2943013 h 4489084"/>
              <a:gd name="connsiteX11679" fmla="*/ 2725709 w 5158787"/>
              <a:gd name="connsiteY11679" fmla="*/ 2959359 h 4489084"/>
              <a:gd name="connsiteX11680" fmla="*/ 2724584 w 5158787"/>
              <a:gd name="connsiteY11680" fmla="*/ 2960011 h 4489084"/>
              <a:gd name="connsiteX11681" fmla="*/ 2705691 w 5158787"/>
              <a:gd name="connsiteY11681" fmla="*/ 2960011 h 4489084"/>
              <a:gd name="connsiteX11682" fmla="*/ 2704566 w 5158787"/>
              <a:gd name="connsiteY11682" fmla="*/ 2959359 h 4489084"/>
              <a:gd name="connsiteX11683" fmla="*/ 2695149 w 5158787"/>
              <a:gd name="connsiteY11683" fmla="*/ 2943013 h 4489084"/>
              <a:gd name="connsiteX11684" fmla="*/ 2695149 w 5158787"/>
              <a:gd name="connsiteY11684" fmla="*/ 2941651 h 4489084"/>
              <a:gd name="connsiteX11685" fmla="*/ 2704566 w 5158787"/>
              <a:gd name="connsiteY11685" fmla="*/ 2925304 h 4489084"/>
              <a:gd name="connsiteX11686" fmla="*/ 2705691 w 5158787"/>
              <a:gd name="connsiteY11686" fmla="*/ 2924653 h 4489084"/>
              <a:gd name="connsiteX11687" fmla="*/ 3111384 w 5158787"/>
              <a:gd name="connsiteY11687" fmla="*/ 2924416 h 4489084"/>
              <a:gd name="connsiteX11688" fmla="*/ 3130454 w 5158787"/>
              <a:gd name="connsiteY11688" fmla="*/ 2924416 h 4489084"/>
              <a:gd name="connsiteX11689" fmla="*/ 3131638 w 5158787"/>
              <a:gd name="connsiteY11689" fmla="*/ 2925067 h 4489084"/>
              <a:gd name="connsiteX11690" fmla="*/ 3141174 w 5158787"/>
              <a:gd name="connsiteY11690" fmla="*/ 2941591 h 4489084"/>
              <a:gd name="connsiteX11691" fmla="*/ 3141174 w 5158787"/>
              <a:gd name="connsiteY11691" fmla="*/ 2942953 h 4489084"/>
              <a:gd name="connsiteX11692" fmla="*/ 3131638 w 5158787"/>
              <a:gd name="connsiteY11692" fmla="*/ 2959477 h 4489084"/>
              <a:gd name="connsiteX11693" fmla="*/ 3130454 w 5158787"/>
              <a:gd name="connsiteY11693" fmla="*/ 2960129 h 4489084"/>
              <a:gd name="connsiteX11694" fmla="*/ 3111384 w 5158787"/>
              <a:gd name="connsiteY11694" fmla="*/ 2960129 h 4489084"/>
              <a:gd name="connsiteX11695" fmla="*/ 3110199 w 5158787"/>
              <a:gd name="connsiteY11695" fmla="*/ 2959477 h 4489084"/>
              <a:gd name="connsiteX11696" fmla="*/ 3100664 w 5158787"/>
              <a:gd name="connsiteY11696" fmla="*/ 2942953 h 4489084"/>
              <a:gd name="connsiteX11697" fmla="*/ 3100664 w 5158787"/>
              <a:gd name="connsiteY11697" fmla="*/ 2941591 h 4489084"/>
              <a:gd name="connsiteX11698" fmla="*/ 3110199 w 5158787"/>
              <a:gd name="connsiteY11698" fmla="*/ 2925067 h 4489084"/>
              <a:gd name="connsiteX11699" fmla="*/ 3111384 w 5158787"/>
              <a:gd name="connsiteY11699" fmla="*/ 2924416 h 4489084"/>
              <a:gd name="connsiteX11700" fmla="*/ 2637997 w 5158787"/>
              <a:gd name="connsiteY11700" fmla="*/ 2924416 h 4489084"/>
              <a:gd name="connsiteX11701" fmla="*/ 2657067 w 5158787"/>
              <a:gd name="connsiteY11701" fmla="*/ 2924416 h 4489084"/>
              <a:gd name="connsiteX11702" fmla="*/ 2658251 w 5158787"/>
              <a:gd name="connsiteY11702" fmla="*/ 2925067 h 4489084"/>
              <a:gd name="connsiteX11703" fmla="*/ 2667787 w 5158787"/>
              <a:gd name="connsiteY11703" fmla="*/ 2941591 h 4489084"/>
              <a:gd name="connsiteX11704" fmla="*/ 2667787 w 5158787"/>
              <a:gd name="connsiteY11704" fmla="*/ 2942953 h 4489084"/>
              <a:gd name="connsiteX11705" fmla="*/ 2658251 w 5158787"/>
              <a:gd name="connsiteY11705" fmla="*/ 2959477 h 4489084"/>
              <a:gd name="connsiteX11706" fmla="*/ 2657067 w 5158787"/>
              <a:gd name="connsiteY11706" fmla="*/ 2960129 h 4489084"/>
              <a:gd name="connsiteX11707" fmla="*/ 2637997 w 5158787"/>
              <a:gd name="connsiteY11707" fmla="*/ 2960129 h 4489084"/>
              <a:gd name="connsiteX11708" fmla="*/ 2636812 w 5158787"/>
              <a:gd name="connsiteY11708" fmla="*/ 2959477 h 4489084"/>
              <a:gd name="connsiteX11709" fmla="*/ 2627277 w 5158787"/>
              <a:gd name="connsiteY11709" fmla="*/ 2942953 h 4489084"/>
              <a:gd name="connsiteX11710" fmla="*/ 2627277 w 5158787"/>
              <a:gd name="connsiteY11710" fmla="*/ 2941591 h 4489084"/>
              <a:gd name="connsiteX11711" fmla="*/ 2636812 w 5158787"/>
              <a:gd name="connsiteY11711" fmla="*/ 2925067 h 4489084"/>
              <a:gd name="connsiteX11712" fmla="*/ 2637997 w 5158787"/>
              <a:gd name="connsiteY11712" fmla="*/ 2924416 h 4489084"/>
              <a:gd name="connsiteX11713" fmla="*/ 2773149 w 5158787"/>
              <a:gd name="connsiteY11713" fmla="*/ 2924357 h 4489084"/>
              <a:gd name="connsiteX11714" fmla="*/ 2792338 w 5158787"/>
              <a:gd name="connsiteY11714" fmla="*/ 2924357 h 4489084"/>
              <a:gd name="connsiteX11715" fmla="*/ 2793522 w 5158787"/>
              <a:gd name="connsiteY11715" fmla="*/ 2925008 h 4489084"/>
              <a:gd name="connsiteX11716" fmla="*/ 2803117 w 5158787"/>
              <a:gd name="connsiteY11716" fmla="*/ 2941651 h 4489084"/>
              <a:gd name="connsiteX11717" fmla="*/ 2803117 w 5158787"/>
              <a:gd name="connsiteY11717" fmla="*/ 2943013 h 4489084"/>
              <a:gd name="connsiteX11718" fmla="*/ 2793522 w 5158787"/>
              <a:gd name="connsiteY11718" fmla="*/ 2959655 h 4489084"/>
              <a:gd name="connsiteX11719" fmla="*/ 2792338 w 5158787"/>
              <a:gd name="connsiteY11719" fmla="*/ 2960307 h 4489084"/>
              <a:gd name="connsiteX11720" fmla="*/ 2773149 w 5158787"/>
              <a:gd name="connsiteY11720" fmla="*/ 2960307 h 4489084"/>
              <a:gd name="connsiteX11721" fmla="*/ 2771964 w 5158787"/>
              <a:gd name="connsiteY11721" fmla="*/ 2959655 h 4489084"/>
              <a:gd name="connsiteX11722" fmla="*/ 2762370 w 5158787"/>
              <a:gd name="connsiteY11722" fmla="*/ 2943013 h 4489084"/>
              <a:gd name="connsiteX11723" fmla="*/ 2762370 w 5158787"/>
              <a:gd name="connsiteY11723" fmla="*/ 2941651 h 4489084"/>
              <a:gd name="connsiteX11724" fmla="*/ 2771964 w 5158787"/>
              <a:gd name="connsiteY11724" fmla="*/ 2925008 h 4489084"/>
              <a:gd name="connsiteX11725" fmla="*/ 2773149 w 5158787"/>
              <a:gd name="connsiteY11725" fmla="*/ 2924357 h 4489084"/>
              <a:gd name="connsiteX11726" fmla="*/ 2840725 w 5158787"/>
              <a:gd name="connsiteY11726" fmla="*/ 2924238 h 4489084"/>
              <a:gd name="connsiteX11727" fmla="*/ 2860032 w 5158787"/>
              <a:gd name="connsiteY11727" fmla="*/ 2924238 h 4489084"/>
              <a:gd name="connsiteX11728" fmla="*/ 2861217 w 5158787"/>
              <a:gd name="connsiteY11728" fmla="*/ 2924949 h 4489084"/>
              <a:gd name="connsiteX11729" fmla="*/ 2870871 w 5158787"/>
              <a:gd name="connsiteY11729" fmla="*/ 2941709 h 4489084"/>
              <a:gd name="connsiteX11730" fmla="*/ 2870871 w 5158787"/>
              <a:gd name="connsiteY11730" fmla="*/ 2943072 h 4489084"/>
              <a:gd name="connsiteX11731" fmla="*/ 2861217 w 5158787"/>
              <a:gd name="connsiteY11731" fmla="*/ 2959832 h 4489084"/>
              <a:gd name="connsiteX11732" fmla="*/ 2860032 w 5158787"/>
              <a:gd name="connsiteY11732" fmla="*/ 2960543 h 4489084"/>
              <a:gd name="connsiteX11733" fmla="*/ 2840725 w 5158787"/>
              <a:gd name="connsiteY11733" fmla="*/ 2960543 h 4489084"/>
              <a:gd name="connsiteX11734" fmla="*/ 2839540 w 5158787"/>
              <a:gd name="connsiteY11734" fmla="*/ 2959832 h 4489084"/>
              <a:gd name="connsiteX11735" fmla="*/ 2829887 w 5158787"/>
              <a:gd name="connsiteY11735" fmla="*/ 2943072 h 4489084"/>
              <a:gd name="connsiteX11736" fmla="*/ 2829887 w 5158787"/>
              <a:gd name="connsiteY11736" fmla="*/ 2941709 h 4489084"/>
              <a:gd name="connsiteX11737" fmla="*/ 2839540 w 5158787"/>
              <a:gd name="connsiteY11737" fmla="*/ 2924949 h 4489084"/>
              <a:gd name="connsiteX11738" fmla="*/ 2840725 w 5158787"/>
              <a:gd name="connsiteY11738" fmla="*/ 2924238 h 4489084"/>
              <a:gd name="connsiteX11739" fmla="*/ 4598821 w 5158787"/>
              <a:gd name="connsiteY11739" fmla="*/ 2923706 h 4489084"/>
              <a:gd name="connsiteX11740" fmla="*/ 4618720 w 5158787"/>
              <a:gd name="connsiteY11740" fmla="*/ 2923706 h 4489084"/>
              <a:gd name="connsiteX11741" fmla="*/ 4619905 w 5158787"/>
              <a:gd name="connsiteY11741" fmla="*/ 2924417 h 4489084"/>
              <a:gd name="connsiteX11742" fmla="*/ 4629855 w 5158787"/>
              <a:gd name="connsiteY11742" fmla="*/ 2941651 h 4489084"/>
              <a:gd name="connsiteX11743" fmla="*/ 4629855 w 5158787"/>
              <a:gd name="connsiteY11743" fmla="*/ 2943072 h 4489084"/>
              <a:gd name="connsiteX11744" fmla="*/ 4619905 w 5158787"/>
              <a:gd name="connsiteY11744" fmla="*/ 2960307 h 4489084"/>
              <a:gd name="connsiteX11745" fmla="*/ 4618720 w 5158787"/>
              <a:gd name="connsiteY11745" fmla="*/ 2961018 h 4489084"/>
              <a:gd name="connsiteX11746" fmla="*/ 4598821 w 5158787"/>
              <a:gd name="connsiteY11746" fmla="*/ 2961018 h 4489084"/>
              <a:gd name="connsiteX11747" fmla="*/ 4597636 w 5158787"/>
              <a:gd name="connsiteY11747" fmla="*/ 2960307 h 4489084"/>
              <a:gd name="connsiteX11748" fmla="*/ 4587686 w 5158787"/>
              <a:gd name="connsiteY11748" fmla="*/ 2943072 h 4489084"/>
              <a:gd name="connsiteX11749" fmla="*/ 4587686 w 5158787"/>
              <a:gd name="connsiteY11749" fmla="*/ 2941651 h 4489084"/>
              <a:gd name="connsiteX11750" fmla="*/ 4597636 w 5158787"/>
              <a:gd name="connsiteY11750" fmla="*/ 2924417 h 4489084"/>
              <a:gd name="connsiteX11751" fmla="*/ 4598821 w 5158787"/>
              <a:gd name="connsiteY11751" fmla="*/ 2923706 h 4489084"/>
              <a:gd name="connsiteX11752" fmla="*/ 2502194 w 5158787"/>
              <a:gd name="connsiteY11752" fmla="*/ 2923528 h 4489084"/>
              <a:gd name="connsiteX11753" fmla="*/ 2522271 w 5158787"/>
              <a:gd name="connsiteY11753" fmla="*/ 2923528 h 4489084"/>
              <a:gd name="connsiteX11754" fmla="*/ 2523515 w 5158787"/>
              <a:gd name="connsiteY11754" fmla="*/ 2924239 h 4489084"/>
              <a:gd name="connsiteX11755" fmla="*/ 2533524 w 5158787"/>
              <a:gd name="connsiteY11755" fmla="*/ 2941651 h 4489084"/>
              <a:gd name="connsiteX11756" fmla="*/ 2533524 w 5158787"/>
              <a:gd name="connsiteY11756" fmla="*/ 2943072 h 4489084"/>
              <a:gd name="connsiteX11757" fmla="*/ 2523455 w 5158787"/>
              <a:gd name="connsiteY11757" fmla="*/ 2960484 h 4489084"/>
              <a:gd name="connsiteX11758" fmla="*/ 2522212 w 5158787"/>
              <a:gd name="connsiteY11758" fmla="*/ 2961195 h 4489084"/>
              <a:gd name="connsiteX11759" fmla="*/ 2502134 w 5158787"/>
              <a:gd name="connsiteY11759" fmla="*/ 2961195 h 4489084"/>
              <a:gd name="connsiteX11760" fmla="*/ 2500891 w 5158787"/>
              <a:gd name="connsiteY11760" fmla="*/ 2960484 h 4489084"/>
              <a:gd name="connsiteX11761" fmla="*/ 2490882 w 5158787"/>
              <a:gd name="connsiteY11761" fmla="*/ 2943072 h 4489084"/>
              <a:gd name="connsiteX11762" fmla="*/ 2490882 w 5158787"/>
              <a:gd name="connsiteY11762" fmla="*/ 2941651 h 4489084"/>
              <a:gd name="connsiteX11763" fmla="*/ 2500950 w 5158787"/>
              <a:gd name="connsiteY11763" fmla="*/ 2924239 h 4489084"/>
              <a:gd name="connsiteX11764" fmla="*/ 2502194 w 5158787"/>
              <a:gd name="connsiteY11764" fmla="*/ 2923528 h 4489084"/>
              <a:gd name="connsiteX11765" fmla="*/ 4936700 w 5158787"/>
              <a:gd name="connsiteY11765" fmla="*/ 2923172 h 4489084"/>
              <a:gd name="connsiteX11766" fmla="*/ 4957133 w 5158787"/>
              <a:gd name="connsiteY11766" fmla="*/ 2923172 h 4489084"/>
              <a:gd name="connsiteX11767" fmla="*/ 4958377 w 5158787"/>
              <a:gd name="connsiteY11767" fmla="*/ 2923883 h 4489084"/>
              <a:gd name="connsiteX11768" fmla="*/ 4968563 w 5158787"/>
              <a:gd name="connsiteY11768" fmla="*/ 2941591 h 4489084"/>
              <a:gd name="connsiteX11769" fmla="*/ 4968563 w 5158787"/>
              <a:gd name="connsiteY11769" fmla="*/ 2943012 h 4489084"/>
              <a:gd name="connsiteX11770" fmla="*/ 4958318 w 5158787"/>
              <a:gd name="connsiteY11770" fmla="*/ 2960721 h 4489084"/>
              <a:gd name="connsiteX11771" fmla="*/ 4957073 w 5158787"/>
              <a:gd name="connsiteY11771" fmla="*/ 2961432 h 4489084"/>
              <a:gd name="connsiteX11772" fmla="*/ 4936641 w 5158787"/>
              <a:gd name="connsiteY11772" fmla="*/ 2961432 h 4489084"/>
              <a:gd name="connsiteX11773" fmla="*/ 4935398 w 5158787"/>
              <a:gd name="connsiteY11773" fmla="*/ 2960721 h 4489084"/>
              <a:gd name="connsiteX11774" fmla="*/ 4925210 w 5158787"/>
              <a:gd name="connsiteY11774" fmla="*/ 2943012 h 4489084"/>
              <a:gd name="connsiteX11775" fmla="*/ 4925210 w 5158787"/>
              <a:gd name="connsiteY11775" fmla="*/ 2941591 h 4489084"/>
              <a:gd name="connsiteX11776" fmla="*/ 4935457 w 5158787"/>
              <a:gd name="connsiteY11776" fmla="*/ 2923883 h 4489084"/>
              <a:gd name="connsiteX11777" fmla="*/ 4936700 w 5158787"/>
              <a:gd name="connsiteY11777" fmla="*/ 2923172 h 4489084"/>
              <a:gd name="connsiteX11778" fmla="*/ 2366687 w 5158787"/>
              <a:gd name="connsiteY11778" fmla="*/ 2923113 h 4489084"/>
              <a:gd name="connsiteX11779" fmla="*/ 2387237 w 5158787"/>
              <a:gd name="connsiteY11779" fmla="*/ 2923113 h 4489084"/>
              <a:gd name="connsiteX11780" fmla="*/ 2388481 w 5158787"/>
              <a:gd name="connsiteY11780" fmla="*/ 2923824 h 4489084"/>
              <a:gd name="connsiteX11781" fmla="*/ 2398727 w 5158787"/>
              <a:gd name="connsiteY11781" fmla="*/ 2941591 h 4489084"/>
              <a:gd name="connsiteX11782" fmla="*/ 2398727 w 5158787"/>
              <a:gd name="connsiteY11782" fmla="*/ 2943072 h 4489084"/>
              <a:gd name="connsiteX11783" fmla="*/ 2388481 w 5158787"/>
              <a:gd name="connsiteY11783" fmla="*/ 2960839 h 4489084"/>
              <a:gd name="connsiteX11784" fmla="*/ 2387237 w 5158787"/>
              <a:gd name="connsiteY11784" fmla="*/ 2961550 h 4489084"/>
              <a:gd name="connsiteX11785" fmla="*/ 2366687 w 5158787"/>
              <a:gd name="connsiteY11785" fmla="*/ 2961550 h 4489084"/>
              <a:gd name="connsiteX11786" fmla="*/ 2365443 w 5158787"/>
              <a:gd name="connsiteY11786" fmla="*/ 2960839 h 4489084"/>
              <a:gd name="connsiteX11787" fmla="*/ 2355197 w 5158787"/>
              <a:gd name="connsiteY11787" fmla="*/ 2943072 h 4489084"/>
              <a:gd name="connsiteX11788" fmla="*/ 2355197 w 5158787"/>
              <a:gd name="connsiteY11788" fmla="*/ 2941591 h 4489084"/>
              <a:gd name="connsiteX11789" fmla="*/ 2365443 w 5158787"/>
              <a:gd name="connsiteY11789" fmla="*/ 2923824 h 4489084"/>
              <a:gd name="connsiteX11790" fmla="*/ 2366687 w 5158787"/>
              <a:gd name="connsiteY11790" fmla="*/ 2923113 h 4489084"/>
              <a:gd name="connsiteX11791" fmla="*/ 2569533 w 5158787"/>
              <a:gd name="connsiteY11791" fmla="*/ 2922995 h 4489084"/>
              <a:gd name="connsiteX11792" fmla="*/ 2590202 w 5158787"/>
              <a:gd name="connsiteY11792" fmla="*/ 2922995 h 4489084"/>
              <a:gd name="connsiteX11793" fmla="*/ 2591446 w 5158787"/>
              <a:gd name="connsiteY11793" fmla="*/ 2923706 h 4489084"/>
              <a:gd name="connsiteX11794" fmla="*/ 2601751 w 5158787"/>
              <a:gd name="connsiteY11794" fmla="*/ 2941591 h 4489084"/>
              <a:gd name="connsiteX11795" fmla="*/ 2601751 w 5158787"/>
              <a:gd name="connsiteY11795" fmla="*/ 2943072 h 4489084"/>
              <a:gd name="connsiteX11796" fmla="*/ 2591446 w 5158787"/>
              <a:gd name="connsiteY11796" fmla="*/ 2960958 h 4489084"/>
              <a:gd name="connsiteX11797" fmla="*/ 2590202 w 5158787"/>
              <a:gd name="connsiteY11797" fmla="*/ 2961669 h 4489084"/>
              <a:gd name="connsiteX11798" fmla="*/ 2569533 w 5158787"/>
              <a:gd name="connsiteY11798" fmla="*/ 2961669 h 4489084"/>
              <a:gd name="connsiteX11799" fmla="*/ 2568289 w 5158787"/>
              <a:gd name="connsiteY11799" fmla="*/ 2960958 h 4489084"/>
              <a:gd name="connsiteX11800" fmla="*/ 2557984 w 5158787"/>
              <a:gd name="connsiteY11800" fmla="*/ 2943072 h 4489084"/>
              <a:gd name="connsiteX11801" fmla="*/ 2557984 w 5158787"/>
              <a:gd name="connsiteY11801" fmla="*/ 2941591 h 4489084"/>
              <a:gd name="connsiteX11802" fmla="*/ 2568289 w 5158787"/>
              <a:gd name="connsiteY11802" fmla="*/ 2923706 h 4489084"/>
              <a:gd name="connsiteX11803" fmla="*/ 2569533 w 5158787"/>
              <a:gd name="connsiteY11803" fmla="*/ 2922995 h 4489084"/>
              <a:gd name="connsiteX11804" fmla="*/ 2231239 w 5158787"/>
              <a:gd name="connsiteY11804" fmla="*/ 2922698 h 4489084"/>
              <a:gd name="connsiteX11805" fmla="*/ 2252205 w 5158787"/>
              <a:gd name="connsiteY11805" fmla="*/ 2922698 h 4489084"/>
              <a:gd name="connsiteX11806" fmla="*/ 2253507 w 5158787"/>
              <a:gd name="connsiteY11806" fmla="*/ 2923468 h 4489084"/>
              <a:gd name="connsiteX11807" fmla="*/ 2263990 w 5158787"/>
              <a:gd name="connsiteY11807" fmla="*/ 2941650 h 4489084"/>
              <a:gd name="connsiteX11808" fmla="*/ 2263990 w 5158787"/>
              <a:gd name="connsiteY11808" fmla="*/ 2943131 h 4489084"/>
              <a:gd name="connsiteX11809" fmla="*/ 2253507 w 5158787"/>
              <a:gd name="connsiteY11809" fmla="*/ 2961313 h 4489084"/>
              <a:gd name="connsiteX11810" fmla="*/ 2252205 w 5158787"/>
              <a:gd name="connsiteY11810" fmla="*/ 2962083 h 4489084"/>
              <a:gd name="connsiteX11811" fmla="*/ 2231239 w 5158787"/>
              <a:gd name="connsiteY11811" fmla="*/ 2962083 h 4489084"/>
              <a:gd name="connsiteX11812" fmla="*/ 2229936 w 5158787"/>
              <a:gd name="connsiteY11812" fmla="*/ 2961313 h 4489084"/>
              <a:gd name="connsiteX11813" fmla="*/ 2219453 w 5158787"/>
              <a:gd name="connsiteY11813" fmla="*/ 2943131 h 4489084"/>
              <a:gd name="connsiteX11814" fmla="*/ 2219453 w 5158787"/>
              <a:gd name="connsiteY11814" fmla="*/ 2941650 h 4489084"/>
              <a:gd name="connsiteX11815" fmla="*/ 2229936 w 5158787"/>
              <a:gd name="connsiteY11815" fmla="*/ 2923468 h 4489084"/>
              <a:gd name="connsiteX11816" fmla="*/ 2231239 w 5158787"/>
              <a:gd name="connsiteY11816" fmla="*/ 2922698 h 4489084"/>
              <a:gd name="connsiteX11817" fmla="*/ 2433848 w 5158787"/>
              <a:gd name="connsiteY11817" fmla="*/ 2922284 h 4489084"/>
              <a:gd name="connsiteX11818" fmla="*/ 2455287 w 5158787"/>
              <a:gd name="connsiteY11818" fmla="*/ 2922284 h 4489084"/>
              <a:gd name="connsiteX11819" fmla="*/ 2456590 w 5158787"/>
              <a:gd name="connsiteY11819" fmla="*/ 2923054 h 4489084"/>
              <a:gd name="connsiteX11820" fmla="*/ 2467310 w 5158787"/>
              <a:gd name="connsiteY11820" fmla="*/ 2941591 h 4489084"/>
              <a:gd name="connsiteX11821" fmla="*/ 2467310 w 5158787"/>
              <a:gd name="connsiteY11821" fmla="*/ 2943131 h 4489084"/>
              <a:gd name="connsiteX11822" fmla="*/ 2456590 w 5158787"/>
              <a:gd name="connsiteY11822" fmla="*/ 2961669 h 4489084"/>
              <a:gd name="connsiteX11823" fmla="*/ 2455287 w 5158787"/>
              <a:gd name="connsiteY11823" fmla="*/ 2962439 h 4489084"/>
              <a:gd name="connsiteX11824" fmla="*/ 2433848 w 5158787"/>
              <a:gd name="connsiteY11824" fmla="*/ 2962439 h 4489084"/>
              <a:gd name="connsiteX11825" fmla="*/ 2432545 w 5158787"/>
              <a:gd name="connsiteY11825" fmla="*/ 2961669 h 4489084"/>
              <a:gd name="connsiteX11826" fmla="*/ 2421825 w 5158787"/>
              <a:gd name="connsiteY11826" fmla="*/ 2943131 h 4489084"/>
              <a:gd name="connsiteX11827" fmla="*/ 2421825 w 5158787"/>
              <a:gd name="connsiteY11827" fmla="*/ 2941591 h 4489084"/>
              <a:gd name="connsiteX11828" fmla="*/ 2432545 w 5158787"/>
              <a:gd name="connsiteY11828" fmla="*/ 2923054 h 4489084"/>
              <a:gd name="connsiteX11829" fmla="*/ 2433848 w 5158787"/>
              <a:gd name="connsiteY11829" fmla="*/ 2922284 h 4489084"/>
              <a:gd name="connsiteX11830" fmla="*/ 2298637 w 5158787"/>
              <a:gd name="connsiteY11830" fmla="*/ 2922284 h 4489084"/>
              <a:gd name="connsiteX11831" fmla="*/ 2320076 w 5158787"/>
              <a:gd name="connsiteY11831" fmla="*/ 2922284 h 4489084"/>
              <a:gd name="connsiteX11832" fmla="*/ 2321379 w 5158787"/>
              <a:gd name="connsiteY11832" fmla="*/ 2923054 h 4489084"/>
              <a:gd name="connsiteX11833" fmla="*/ 2332099 w 5158787"/>
              <a:gd name="connsiteY11833" fmla="*/ 2941591 h 4489084"/>
              <a:gd name="connsiteX11834" fmla="*/ 2332099 w 5158787"/>
              <a:gd name="connsiteY11834" fmla="*/ 2943131 h 4489084"/>
              <a:gd name="connsiteX11835" fmla="*/ 2321379 w 5158787"/>
              <a:gd name="connsiteY11835" fmla="*/ 2961669 h 4489084"/>
              <a:gd name="connsiteX11836" fmla="*/ 2320076 w 5158787"/>
              <a:gd name="connsiteY11836" fmla="*/ 2962439 h 4489084"/>
              <a:gd name="connsiteX11837" fmla="*/ 2298637 w 5158787"/>
              <a:gd name="connsiteY11837" fmla="*/ 2962439 h 4489084"/>
              <a:gd name="connsiteX11838" fmla="*/ 2297334 w 5158787"/>
              <a:gd name="connsiteY11838" fmla="*/ 2961669 h 4489084"/>
              <a:gd name="connsiteX11839" fmla="*/ 2286614 w 5158787"/>
              <a:gd name="connsiteY11839" fmla="*/ 2943131 h 4489084"/>
              <a:gd name="connsiteX11840" fmla="*/ 2286614 w 5158787"/>
              <a:gd name="connsiteY11840" fmla="*/ 2941591 h 4489084"/>
              <a:gd name="connsiteX11841" fmla="*/ 2297334 w 5158787"/>
              <a:gd name="connsiteY11841" fmla="*/ 2923054 h 4489084"/>
              <a:gd name="connsiteX11842" fmla="*/ 2298637 w 5158787"/>
              <a:gd name="connsiteY11842" fmla="*/ 2922284 h 4489084"/>
              <a:gd name="connsiteX11843" fmla="*/ 2027919 w 5158787"/>
              <a:gd name="connsiteY11843" fmla="*/ 2921870 h 4489084"/>
              <a:gd name="connsiteX11844" fmla="*/ 2049773 w 5158787"/>
              <a:gd name="connsiteY11844" fmla="*/ 2921870 h 4489084"/>
              <a:gd name="connsiteX11845" fmla="*/ 2051135 w 5158787"/>
              <a:gd name="connsiteY11845" fmla="*/ 2922640 h 4489084"/>
              <a:gd name="connsiteX11846" fmla="*/ 2062033 w 5158787"/>
              <a:gd name="connsiteY11846" fmla="*/ 2941592 h 4489084"/>
              <a:gd name="connsiteX11847" fmla="*/ 2062033 w 5158787"/>
              <a:gd name="connsiteY11847" fmla="*/ 2943132 h 4489084"/>
              <a:gd name="connsiteX11848" fmla="*/ 2051076 w 5158787"/>
              <a:gd name="connsiteY11848" fmla="*/ 2962084 h 4489084"/>
              <a:gd name="connsiteX11849" fmla="*/ 2049714 w 5158787"/>
              <a:gd name="connsiteY11849" fmla="*/ 2962854 h 4489084"/>
              <a:gd name="connsiteX11850" fmla="*/ 2027860 w 5158787"/>
              <a:gd name="connsiteY11850" fmla="*/ 2962854 h 4489084"/>
              <a:gd name="connsiteX11851" fmla="*/ 2026498 w 5158787"/>
              <a:gd name="connsiteY11851" fmla="*/ 2962084 h 4489084"/>
              <a:gd name="connsiteX11852" fmla="*/ 2015600 w 5158787"/>
              <a:gd name="connsiteY11852" fmla="*/ 2943132 h 4489084"/>
              <a:gd name="connsiteX11853" fmla="*/ 2015600 w 5158787"/>
              <a:gd name="connsiteY11853" fmla="*/ 2941592 h 4489084"/>
              <a:gd name="connsiteX11854" fmla="*/ 2026557 w 5158787"/>
              <a:gd name="connsiteY11854" fmla="*/ 2922640 h 4489084"/>
              <a:gd name="connsiteX11855" fmla="*/ 2027919 w 5158787"/>
              <a:gd name="connsiteY11855" fmla="*/ 2921870 h 4489084"/>
              <a:gd name="connsiteX11856" fmla="*/ 4665449 w 5158787"/>
              <a:gd name="connsiteY11856" fmla="*/ 2921751 h 4489084"/>
              <a:gd name="connsiteX11857" fmla="*/ 4687422 w 5158787"/>
              <a:gd name="connsiteY11857" fmla="*/ 2921751 h 4489084"/>
              <a:gd name="connsiteX11858" fmla="*/ 4688784 w 5158787"/>
              <a:gd name="connsiteY11858" fmla="*/ 2922521 h 4489084"/>
              <a:gd name="connsiteX11859" fmla="*/ 4699741 w 5158787"/>
              <a:gd name="connsiteY11859" fmla="*/ 2941532 h 4489084"/>
              <a:gd name="connsiteX11860" fmla="*/ 4699741 w 5158787"/>
              <a:gd name="connsiteY11860" fmla="*/ 2943072 h 4489084"/>
              <a:gd name="connsiteX11861" fmla="*/ 4688725 w 5158787"/>
              <a:gd name="connsiteY11861" fmla="*/ 2962083 h 4489084"/>
              <a:gd name="connsiteX11862" fmla="*/ 4687363 w 5158787"/>
              <a:gd name="connsiteY11862" fmla="*/ 2962853 h 4489084"/>
              <a:gd name="connsiteX11863" fmla="*/ 4665390 w 5158787"/>
              <a:gd name="connsiteY11863" fmla="*/ 2962853 h 4489084"/>
              <a:gd name="connsiteX11864" fmla="*/ 4664028 w 5158787"/>
              <a:gd name="connsiteY11864" fmla="*/ 2962083 h 4489084"/>
              <a:gd name="connsiteX11865" fmla="*/ 4653071 w 5158787"/>
              <a:gd name="connsiteY11865" fmla="*/ 2943072 h 4489084"/>
              <a:gd name="connsiteX11866" fmla="*/ 4653071 w 5158787"/>
              <a:gd name="connsiteY11866" fmla="*/ 2941532 h 4489084"/>
              <a:gd name="connsiteX11867" fmla="*/ 4664087 w 5158787"/>
              <a:gd name="connsiteY11867" fmla="*/ 2922521 h 4489084"/>
              <a:gd name="connsiteX11868" fmla="*/ 4665449 w 5158787"/>
              <a:gd name="connsiteY11868" fmla="*/ 2921751 h 4489084"/>
              <a:gd name="connsiteX11869" fmla="*/ 2163011 w 5158787"/>
              <a:gd name="connsiteY11869" fmla="*/ 2921632 h 4489084"/>
              <a:gd name="connsiteX11870" fmla="*/ 2185102 w 5158787"/>
              <a:gd name="connsiteY11870" fmla="*/ 2921632 h 4489084"/>
              <a:gd name="connsiteX11871" fmla="*/ 2186465 w 5158787"/>
              <a:gd name="connsiteY11871" fmla="*/ 2922402 h 4489084"/>
              <a:gd name="connsiteX11872" fmla="*/ 2197480 w 5158787"/>
              <a:gd name="connsiteY11872" fmla="*/ 2941532 h 4489084"/>
              <a:gd name="connsiteX11873" fmla="*/ 2197480 w 5158787"/>
              <a:gd name="connsiteY11873" fmla="*/ 2943071 h 4489084"/>
              <a:gd name="connsiteX11874" fmla="*/ 2186405 w 5158787"/>
              <a:gd name="connsiteY11874" fmla="*/ 2962201 h 4489084"/>
              <a:gd name="connsiteX11875" fmla="*/ 2185043 w 5158787"/>
              <a:gd name="connsiteY11875" fmla="*/ 2962971 h 4489084"/>
              <a:gd name="connsiteX11876" fmla="*/ 2162952 w 5158787"/>
              <a:gd name="connsiteY11876" fmla="*/ 2962971 h 4489084"/>
              <a:gd name="connsiteX11877" fmla="*/ 2161590 w 5158787"/>
              <a:gd name="connsiteY11877" fmla="*/ 2962201 h 4489084"/>
              <a:gd name="connsiteX11878" fmla="*/ 2150574 w 5158787"/>
              <a:gd name="connsiteY11878" fmla="*/ 2943071 h 4489084"/>
              <a:gd name="connsiteX11879" fmla="*/ 2150574 w 5158787"/>
              <a:gd name="connsiteY11879" fmla="*/ 2941532 h 4489084"/>
              <a:gd name="connsiteX11880" fmla="*/ 2161649 w 5158787"/>
              <a:gd name="connsiteY11880" fmla="*/ 2922402 h 4489084"/>
              <a:gd name="connsiteX11881" fmla="*/ 2163011 w 5158787"/>
              <a:gd name="connsiteY11881" fmla="*/ 2921632 h 4489084"/>
              <a:gd name="connsiteX11882" fmla="*/ 2095377 w 5158787"/>
              <a:gd name="connsiteY11882" fmla="*/ 2921632 h 4489084"/>
              <a:gd name="connsiteX11883" fmla="*/ 2117467 w 5158787"/>
              <a:gd name="connsiteY11883" fmla="*/ 2921632 h 4489084"/>
              <a:gd name="connsiteX11884" fmla="*/ 2118829 w 5158787"/>
              <a:gd name="connsiteY11884" fmla="*/ 2922402 h 4489084"/>
              <a:gd name="connsiteX11885" fmla="*/ 2129846 w 5158787"/>
              <a:gd name="connsiteY11885" fmla="*/ 2941532 h 4489084"/>
              <a:gd name="connsiteX11886" fmla="*/ 2129846 w 5158787"/>
              <a:gd name="connsiteY11886" fmla="*/ 2943071 h 4489084"/>
              <a:gd name="connsiteX11887" fmla="*/ 2118770 w 5158787"/>
              <a:gd name="connsiteY11887" fmla="*/ 2962201 h 4489084"/>
              <a:gd name="connsiteX11888" fmla="*/ 2117408 w 5158787"/>
              <a:gd name="connsiteY11888" fmla="*/ 2962971 h 4489084"/>
              <a:gd name="connsiteX11889" fmla="*/ 2095317 w 5158787"/>
              <a:gd name="connsiteY11889" fmla="*/ 2962971 h 4489084"/>
              <a:gd name="connsiteX11890" fmla="*/ 2093955 w 5158787"/>
              <a:gd name="connsiteY11890" fmla="*/ 2962201 h 4489084"/>
              <a:gd name="connsiteX11891" fmla="*/ 2082939 w 5158787"/>
              <a:gd name="connsiteY11891" fmla="*/ 2943071 h 4489084"/>
              <a:gd name="connsiteX11892" fmla="*/ 2082939 w 5158787"/>
              <a:gd name="connsiteY11892" fmla="*/ 2941532 h 4489084"/>
              <a:gd name="connsiteX11893" fmla="*/ 2094014 w 5158787"/>
              <a:gd name="connsiteY11893" fmla="*/ 2922402 h 4489084"/>
              <a:gd name="connsiteX11894" fmla="*/ 2095377 w 5158787"/>
              <a:gd name="connsiteY11894" fmla="*/ 2921632 h 4489084"/>
              <a:gd name="connsiteX11895" fmla="*/ 4732847 w 5158787"/>
              <a:gd name="connsiteY11895" fmla="*/ 2921336 h 4489084"/>
              <a:gd name="connsiteX11896" fmla="*/ 4755235 w 5158787"/>
              <a:gd name="connsiteY11896" fmla="*/ 2921336 h 4489084"/>
              <a:gd name="connsiteX11897" fmla="*/ 4756597 w 5158787"/>
              <a:gd name="connsiteY11897" fmla="*/ 2922106 h 4489084"/>
              <a:gd name="connsiteX11898" fmla="*/ 4767790 w 5158787"/>
              <a:gd name="connsiteY11898" fmla="*/ 2941532 h 4489084"/>
              <a:gd name="connsiteX11899" fmla="*/ 4767790 w 5158787"/>
              <a:gd name="connsiteY11899" fmla="*/ 2943131 h 4489084"/>
              <a:gd name="connsiteX11900" fmla="*/ 4756597 w 5158787"/>
              <a:gd name="connsiteY11900" fmla="*/ 2962557 h 4489084"/>
              <a:gd name="connsiteX11901" fmla="*/ 4755235 w 5158787"/>
              <a:gd name="connsiteY11901" fmla="*/ 2963327 h 4489084"/>
              <a:gd name="connsiteX11902" fmla="*/ 4732847 w 5158787"/>
              <a:gd name="connsiteY11902" fmla="*/ 2963327 h 4489084"/>
              <a:gd name="connsiteX11903" fmla="*/ 4731485 w 5158787"/>
              <a:gd name="connsiteY11903" fmla="*/ 2962557 h 4489084"/>
              <a:gd name="connsiteX11904" fmla="*/ 4720292 w 5158787"/>
              <a:gd name="connsiteY11904" fmla="*/ 2943131 h 4489084"/>
              <a:gd name="connsiteX11905" fmla="*/ 4720292 w 5158787"/>
              <a:gd name="connsiteY11905" fmla="*/ 2941532 h 4489084"/>
              <a:gd name="connsiteX11906" fmla="*/ 4731485 w 5158787"/>
              <a:gd name="connsiteY11906" fmla="*/ 2922106 h 4489084"/>
              <a:gd name="connsiteX11907" fmla="*/ 4732847 w 5158787"/>
              <a:gd name="connsiteY11907" fmla="*/ 2921336 h 4489084"/>
              <a:gd name="connsiteX11908" fmla="*/ 4800246 w 5158787"/>
              <a:gd name="connsiteY11908" fmla="*/ 2920922 h 4489084"/>
              <a:gd name="connsiteX11909" fmla="*/ 4823106 w 5158787"/>
              <a:gd name="connsiteY11909" fmla="*/ 2920922 h 4489084"/>
              <a:gd name="connsiteX11910" fmla="*/ 4824528 w 5158787"/>
              <a:gd name="connsiteY11910" fmla="*/ 2921751 h 4489084"/>
              <a:gd name="connsiteX11911" fmla="*/ 4835959 w 5158787"/>
              <a:gd name="connsiteY11911" fmla="*/ 2941532 h 4489084"/>
              <a:gd name="connsiteX11912" fmla="*/ 4835959 w 5158787"/>
              <a:gd name="connsiteY11912" fmla="*/ 2943131 h 4489084"/>
              <a:gd name="connsiteX11913" fmla="*/ 4824528 w 5158787"/>
              <a:gd name="connsiteY11913" fmla="*/ 2962913 h 4489084"/>
              <a:gd name="connsiteX11914" fmla="*/ 4823106 w 5158787"/>
              <a:gd name="connsiteY11914" fmla="*/ 2963742 h 4489084"/>
              <a:gd name="connsiteX11915" fmla="*/ 4800246 w 5158787"/>
              <a:gd name="connsiteY11915" fmla="*/ 2963742 h 4489084"/>
              <a:gd name="connsiteX11916" fmla="*/ 4798824 w 5158787"/>
              <a:gd name="connsiteY11916" fmla="*/ 2962913 h 4489084"/>
              <a:gd name="connsiteX11917" fmla="*/ 4787394 w 5158787"/>
              <a:gd name="connsiteY11917" fmla="*/ 2943131 h 4489084"/>
              <a:gd name="connsiteX11918" fmla="*/ 4787394 w 5158787"/>
              <a:gd name="connsiteY11918" fmla="*/ 2941532 h 4489084"/>
              <a:gd name="connsiteX11919" fmla="*/ 4798824 w 5158787"/>
              <a:gd name="connsiteY11919" fmla="*/ 2921751 h 4489084"/>
              <a:gd name="connsiteX11920" fmla="*/ 4800246 w 5158787"/>
              <a:gd name="connsiteY11920" fmla="*/ 2920922 h 4489084"/>
              <a:gd name="connsiteX11921" fmla="*/ 4867466 w 5158787"/>
              <a:gd name="connsiteY11921" fmla="*/ 2920211 h 4489084"/>
              <a:gd name="connsiteX11922" fmla="*/ 4891097 w 5158787"/>
              <a:gd name="connsiteY11922" fmla="*/ 2920211 h 4489084"/>
              <a:gd name="connsiteX11923" fmla="*/ 4892519 w 5158787"/>
              <a:gd name="connsiteY11923" fmla="*/ 2921040 h 4489084"/>
              <a:gd name="connsiteX11924" fmla="*/ 4904305 w 5158787"/>
              <a:gd name="connsiteY11924" fmla="*/ 2941532 h 4489084"/>
              <a:gd name="connsiteX11925" fmla="*/ 4904305 w 5158787"/>
              <a:gd name="connsiteY11925" fmla="*/ 2943190 h 4489084"/>
              <a:gd name="connsiteX11926" fmla="*/ 4892460 w 5158787"/>
              <a:gd name="connsiteY11926" fmla="*/ 2963682 h 4489084"/>
              <a:gd name="connsiteX11927" fmla="*/ 4891038 w 5158787"/>
              <a:gd name="connsiteY11927" fmla="*/ 2964511 h 4489084"/>
              <a:gd name="connsiteX11928" fmla="*/ 4867407 w 5158787"/>
              <a:gd name="connsiteY11928" fmla="*/ 2964511 h 4489084"/>
              <a:gd name="connsiteX11929" fmla="*/ 4865986 w 5158787"/>
              <a:gd name="connsiteY11929" fmla="*/ 2963682 h 4489084"/>
              <a:gd name="connsiteX11930" fmla="*/ 4854200 w 5158787"/>
              <a:gd name="connsiteY11930" fmla="*/ 2943190 h 4489084"/>
              <a:gd name="connsiteX11931" fmla="*/ 4854200 w 5158787"/>
              <a:gd name="connsiteY11931" fmla="*/ 2941532 h 4489084"/>
              <a:gd name="connsiteX11932" fmla="*/ 4866045 w 5158787"/>
              <a:gd name="connsiteY11932" fmla="*/ 2921040 h 4489084"/>
              <a:gd name="connsiteX11933" fmla="*/ 4867466 w 5158787"/>
              <a:gd name="connsiteY11933" fmla="*/ 2920211 h 4489084"/>
              <a:gd name="connsiteX11934" fmla="*/ 5008836 w 5158787"/>
              <a:gd name="connsiteY11934" fmla="*/ 2872950 h 4489084"/>
              <a:gd name="connsiteX11935" fmla="*/ 5020326 w 5158787"/>
              <a:gd name="connsiteY11935" fmla="*/ 2872950 h 4489084"/>
              <a:gd name="connsiteX11936" fmla="*/ 5021037 w 5158787"/>
              <a:gd name="connsiteY11936" fmla="*/ 2873365 h 4489084"/>
              <a:gd name="connsiteX11937" fmla="*/ 5026781 w 5158787"/>
              <a:gd name="connsiteY11937" fmla="*/ 2883314 h 4489084"/>
              <a:gd name="connsiteX11938" fmla="*/ 5026781 w 5158787"/>
              <a:gd name="connsiteY11938" fmla="*/ 2884144 h 4489084"/>
              <a:gd name="connsiteX11939" fmla="*/ 5021037 w 5158787"/>
              <a:gd name="connsiteY11939" fmla="*/ 2894093 h 4489084"/>
              <a:gd name="connsiteX11940" fmla="*/ 5020326 w 5158787"/>
              <a:gd name="connsiteY11940" fmla="*/ 2894508 h 4489084"/>
              <a:gd name="connsiteX11941" fmla="*/ 5008836 w 5158787"/>
              <a:gd name="connsiteY11941" fmla="*/ 2894508 h 4489084"/>
              <a:gd name="connsiteX11942" fmla="*/ 5008125 w 5158787"/>
              <a:gd name="connsiteY11942" fmla="*/ 2894093 h 4489084"/>
              <a:gd name="connsiteX11943" fmla="*/ 5002381 w 5158787"/>
              <a:gd name="connsiteY11943" fmla="*/ 2884144 h 4489084"/>
              <a:gd name="connsiteX11944" fmla="*/ 5002381 w 5158787"/>
              <a:gd name="connsiteY11944" fmla="*/ 2883314 h 4489084"/>
              <a:gd name="connsiteX11945" fmla="*/ 5008125 w 5158787"/>
              <a:gd name="connsiteY11945" fmla="*/ 2873365 h 4489084"/>
              <a:gd name="connsiteX11946" fmla="*/ 5008836 w 5158787"/>
              <a:gd name="connsiteY11946" fmla="*/ 2872950 h 4489084"/>
              <a:gd name="connsiteX11947" fmla="*/ 4060524 w 5158787"/>
              <a:gd name="connsiteY11947" fmla="*/ 2870166 h 4489084"/>
              <a:gd name="connsiteX11948" fmla="*/ 4074975 w 5158787"/>
              <a:gd name="connsiteY11948" fmla="*/ 2870166 h 4489084"/>
              <a:gd name="connsiteX11949" fmla="*/ 4075863 w 5158787"/>
              <a:gd name="connsiteY11949" fmla="*/ 2870699 h 4489084"/>
              <a:gd name="connsiteX11950" fmla="*/ 4083089 w 5158787"/>
              <a:gd name="connsiteY11950" fmla="*/ 2883255 h 4489084"/>
              <a:gd name="connsiteX11951" fmla="*/ 4083089 w 5158787"/>
              <a:gd name="connsiteY11951" fmla="*/ 2884262 h 4489084"/>
              <a:gd name="connsiteX11952" fmla="*/ 4075863 w 5158787"/>
              <a:gd name="connsiteY11952" fmla="*/ 2896817 h 4489084"/>
              <a:gd name="connsiteX11953" fmla="*/ 4074975 w 5158787"/>
              <a:gd name="connsiteY11953" fmla="*/ 2897350 h 4489084"/>
              <a:gd name="connsiteX11954" fmla="*/ 4060524 w 5158787"/>
              <a:gd name="connsiteY11954" fmla="*/ 2897350 h 4489084"/>
              <a:gd name="connsiteX11955" fmla="*/ 4059636 w 5158787"/>
              <a:gd name="connsiteY11955" fmla="*/ 2896817 h 4489084"/>
              <a:gd name="connsiteX11956" fmla="*/ 4052410 w 5158787"/>
              <a:gd name="connsiteY11956" fmla="*/ 2884262 h 4489084"/>
              <a:gd name="connsiteX11957" fmla="*/ 4052410 w 5158787"/>
              <a:gd name="connsiteY11957" fmla="*/ 2883255 h 4489084"/>
              <a:gd name="connsiteX11958" fmla="*/ 4059636 w 5158787"/>
              <a:gd name="connsiteY11958" fmla="*/ 2870699 h 4489084"/>
              <a:gd name="connsiteX11959" fmla="*/ 4060524 w 5158787"/>
              <a:gd name="connsiteY11959" fmla="*/ 2870166 h 4489084"/>
              <a:gd name="connsiteX11960" fmla="*/ 4195676 w 5158787"/>
              <a:gd name="connsiteY11960" fmla="*/ 2869988 h 4489084"/>
              <a:gd name="connsiteX11961" fmla="*/ 4210363 w 5158787"/>
              <a:gd name="connsiteY11961" fmla="*/ 2869988 h 4489084"/>
              <a:gd name="connsiteX11962" fmla="*/ 4211252 w 5158787"/>
              <a:gd name="connsiteY11962" fmla="*/ 2870521 h 4489084"/>
              <a:gd name="connsiteX11963" fmla="*/ 4218596 w 5158787"/>
              <a:gd name="connsiteY11963" fmla="*/ 2883254 h 4489084"/>
              <a:gd name="connsiteX11964" fmla="*/ 4218596 w 5158787"/>
              <a:gd name="connsiteY11964" fmla="*/ 2884320 h 4489084"/>
              <a:gd name="connsiteX11965" fmla="*/ 4211252 w 5158787"/>
              <a:gd name="connsiteY11965" fmla="*/ 2897054 h 4489084"/>
              <a:gd name="connsiteX11966" fmla="*/ 4210363 w 5158787"/>
              <a:gd name="connsiteY11966" fmla="*/ 2897587 h 4489084"/>
              <a:gd name="connsiteX11967" fmla="*/ 4195676 w 5158787"/>
              <a:gd name="connsiteY11967" fmla="*/ 2897587 h 4489084"/>
              <a:gd name="connsiteX11968" fmla="*/ 4194787 w 5158787"/>
              <a:gd name="connsiteY11968" fmla="*/ 2897054 h 4489084"/>
              <a:gd name="connsiteX11969" fmla="*/ 4187443 w 5158787"/>
              <a:gd name="connsiteY11969" fmla="*/ 2884320 h 4489084"/>
              <a:gd name="connsiteX11970" fmla="*/ 4187443 w 5158787"/>
              <a:gd name="connsiteY11970" fmla="*/ 2883254 h 4489084"/>
              <a:gd name="connsiteX11971" fmla="*/ 4194787 w 5158787"/>
              <a:gd name="connsiteY11971" fmla="*/ 2870521 h 4489084"/>
              <a:gd name="connsiteX11972" fmla="*/ 4195676 w 5158787"/>
              <a:gd name="connsiteY11972" fmla="*/ 2869988 h 4489084"/>
              <a:gd name="connsiteX11973" fmla="*/ 3992712 w 5158787"/>
              <a:gd name="connsiteY11973" fmla="*/ 2869870 h 4489084"/>
              <a:gd name="connsiteX11974" fmla="*/ 4007518 w 5158787"/>
              <a:gd name="connsiteY11974" fmla="*/ 2869870 h 4489084"/>
              <a:gd name="connsiteX11975" fmla="*/ 4008407 w 5158787"/>
              <a:gd name="connsiteY11975" fmla="*/ 2870403 h 4489084"/>
              <a:gd name="connsiteX11976" fmla="*/ 4015810 w 5158787"/>
              <a:gd name="connsiteY11976" fmla="*/ 2883196 h 4489084"/>
              <a:gd name="connsiteX11977" fmla="*/ 4015810 w 5158787"/>
              <a:gd name="connsiteY11977" fmla="*/ 2884262 h 4489084"/>
              <a:gd name="connsiteX11978" fmla="*/ 4008407 w 5158787"/>
              <a:gd name="connsiteY11978" fmla="*/ 2897054 h 4489084"/>
              <a:gd name="connsiteX11979" fmla="*/ 4007518 w 5158787"/>
              <a:gd name="connsiteY11979" fmla="*/ 2897587 h 4489084"/>
              <a:gd name="connsiteX11980" fmla="*/ 3992712 w 5158787"/>
              <a:gd name="connsiteY11980" fmla="*/ 2897587 h 4489084"/>
              <a:gd name="connsiteX11981" fmla="*/ 3991824 w 5158787"/>
              <a:gd name="connsiteY11981" fmla="*/ 2897054 h 4489084"/>
              <a:gd name="connsiteX11982" fmla="*/ 3984420 w 5158787"/>
              <a:gd name="connsiteY11982" fmla="*/ 2884262 h 4489084"/>
              <a:gd name="connsiteX11983" fmla="*/ 3984420 w 5158787"/>
              <a:gd name="connsiteY11983" fmla="*/ 2883196 h 4489084"/>
              <a:gd name="connsiteX11984" fmla="*/ 3991824 w 5158787"/>
              <a:gd name="connsiteY11984" fmla="*/ 2870403 h 4489084"/>
              <a:gd name="connsiteX11985" fmla="*/ 3992712 w 5158787"/>
              <a:gd name="connsiteY11985" fmla="*/ 2869870 h 4489084"/>
              <a:gd name="connsiteX11986" fmla="*/ 4127923 w 5158787"/>
              <a:gd name="connsiteY11986" fmla="*/ 2869751 h 4489084"/>
              <a:gd name="connsiteX11987" fmla="*/ 4142847 w 5158787"/>
              <a:gd name="connsiteY11987" fmla="*/ 2869751 h 4489084"/>
              <a:gd name="connsiteX11988" fmla="*/ 4143736 w 5158787"/>
              <a:gd name="connsiteY11988" fmla="*/ 2870284 h 4489084"/>
              <a:gd name="connsiteX11989" fmla="*/ 4151198 w 5158787"/>
              <a:gd name="connsiteY11989" fmla="*/ 2883195 h 4489084"/>
              <a:gd name="connsiteX11990" fmla="*/ 4151198 w 5158787"/>
              <a:gd name="connsiteY11990" fmla="*/ 2884261 h 4489084"/>
              <a:gd name="connsiteX11991" fmla="*/ 4143736 w 5158787"/>
              <a:gd name="connsiteY11991" fmla="*/ 2897172 h 4489084"/>
              <a:gd name="connsiteX11992" fmla="*/ 4142847 w 5158787"/>
              <a:gd name="connsiteY11992" fmla="*/ 2897705 h 4489084"/>
              <a:gd name="connsiteX11993" fmla="*/ 4127923 w 5158787"/>
              <a:gd name="connsiteY11993" fmla="*/ 2897705 h 4489084"/>
              <a:gd name="connsiteX11994" fmla="*/ 4127035 w 5158787"/>
              <a:gd name="connsiteY11994" fmla="*/ 2897172 h 4489084"/>
              <a:gd name="connsiteX11995" fmla="*/ 4119572 w 5158787"/>
              <a:gd name="connsiteY11995" fmla="*/ 2884261 h 4489084"/>
              <a:gd name="connsiteX11996" fmla="*/ 4119572 w 5158787"/>
              <a:gd name="connsiteY11996" fmla="*/ 2883195 h 4489084"/>
              <a:gd name="connsiteX11997" fmla="*/ 4127035 w 5158787"/>
              <a:gd name="connsiteY11997" fmla="*/ 2870284 h 4489084"/>
              <a:gd name="connsiteX11998" fmla="*/ 4127923 w 5158787"/>
              <a:gd name="connsiteY11998" fmla="*/ 2869751 h 4489084"/>
              <a:gd name="connsiteX11999" fmla="*/ 3789687 w 5158787"/>
              <a:gd name="connsiteY11999" fmla="*/ 2869574 h 4489084"/>
              <a:gd name="connsiteX12000" fmla="*/ 3804790 w 5158787"/>
              <a:gd name="connsiteY12000" fmla="*/ 2869574 h 4489084"/>
              <a:gd name="connsiteX12001" fmla="*/ 3805738 w 5158787"/>
              <a:gd name="connsiteY12001" fmla="*/ 2870107 h 4489084"/>
              <a:gd name="connsiteX12002" fmla="*/ 3813318 w 5158787"/>
              <a:gd name="connsiteY12002" fmla="*/ 2883196 h 4489084"/>
              <a:gd name="connsiteX12003" fmla="*/ 3813318 w 5158787"/>
              <a:gd name="connsiteY12003" fmla="*/ 2884262 h 4489084"/>
              <a:gd name="connsiteX12004" fmla="*/ 3805738 w 5158787"/>
              <a:gd name="connsiteY12004" fmla="*/ 2897351 h 4489084"/>
              <a:gd name="connsiteX12005" fmla="*/ 3804790 w 5158787"/>
              <a:gd name="connsiteY12005" fmla="*/ 2897883 h 4489084"/>
              <a:gd name="connsiteX12006" fmla="*/ 3789687 w 5158787"/>
              <a:gd name="connsiteY12006" fmla="*/ 2897883 h 4489084"/>
              <a:gd name="connsiteX12007" fmla="*/ 3788740 w 5158787"/>
              <a:gd name="connsiteY12007" fmla="*/ 2897351 h 4489084"/>
              <a:gd name="connsiteX12008" fmla="*/ 3781159 w 5158787"/>
              <a:gd name="connsiteY12008" fmla="*/ 2884262 h 4489084"/>
              <a:gd name="connsiteX12009" fmla="*/ 3781159 w 5158787"/>
              <a:gd name="connsiteY12009" fmla="*/ 2883196 h 4489084"/>
              <a:gd name="connsiteX12010" fmla="*/ 3788740 w 5158787"/>
              <a:gd name="connsiteY12010" fmla="*/ 2870107 h 4489084"/>
              <a:gd name="connsiteX12011" fmla="*/ 3789687 w 5158787"/>
              <a:gd name="connsiteY12011" fmla="*/ 2869574 h 4489084"/>
              <a:gd name="connsiteX12012" fmla="*/ 3924899 w 5158787"/>
              <a:gd name="connsiteY12012" fmla="*/ 2869455 h 4489084"/>
              <a:gd name="connsiteX12013" fmla="*/ 3940120 w 5158787"/>
              <a:gd name="connsiteY12013" fmla="*/ 2869455 h 4489084"/>
              <a:gd name="connsiteX12014" fmla="*/ 3941068 w 5158787"/>
              <a:gd name="connsiteY12014" fmla="*/ 2869988 h 4489084"/>
              <a:gd name="connsiteX12015" fmla="*/ 3948707 w 5158787"/>
              <a:gd name="connsiteY12015" fmla="*/ 2883195 h 4489084"/>
              <a:gd name="connsiteX12016" fmla="*/ 3948707 w 5158787"/>
              <a:gd name="connsiteY12016" fmla="*/ 2884261 h 4489084"/>
              <a:gd name="connsiteX12017" fmla="*/ 3941068 w 5158787"/>
              <a:gd name="connsiteY12017" fmla="*/ 2897469 h 4489084"/>
              <a:gd name="connsiteX12018" fmla="*/ 3940120 w 5158787"/>
              <a:gd name="connsiteY12018" fmla="*/ 2898002 h 4489084"/>
              <a:gd name="connsiteX12019" fmla="*/ 3924899 w 5158787"/>
              <a:gd name="connsiteY12019" fmla="*/ 2898002 h 4489084"/>
              <a:gd name="connsiteX12020" fmla="*/ 3923952 w 5158787"/>
              <a:gd name="connsiteY12020" fmla="*/ 2897469 h 4489084"/>
              <a:gd name="connsiteX12021" fmla="*/ 3916311 w 5158787"/>
              <a:gd name="connsiteY12021" fmla="*/ 2884261 h 4489084"/>
              <a:gd name="connsiteX12022" fmla="*/ 3916311 w 5158787"/>
              <a:gd name="connsiteY12022" fmla="*/ 2883195 h 4489084"/>
              <a:gd name="connsiteX12023" fmla="*/ 3923952 w 5158787"/>
              <a:gd name="connsiteY12023" fmla="*/ 2869988 h 4489084"/>
              <a:gd name="connsiteX12024" fmla="*/ 3924899 w 5158787"/>
              <a:gd name="connsiteY12024" fmla="*/ 2869455 h 4489084"/>
              <a:gd name="connsiteX12025" fmla="*/ 3654003 w 5158787"/>
              <a:gd name="connsiteY12025" fmla="*/ 2868804 h 4489084"/>
              <a:gd name="connsiteX12026" fmla="*/ 3669875 w 5158787"/>
              <a:gd name="connsiteY12026" fmla="*/ 2868804 h 4489084"/>
              <a:gd name="connsiteX12027" fmla="*/ 3670823 w 5158787"/>
              <a:gd name="connsiteY12027" fmla="*/ 2869337 h 4489084"/>
              <a:gd name="connsiteX12028" fmla="*/ 3678759 w 5158787"/>
              <a:gd name="connsiteY12028" fmla="*/ 2883136 h 4489084"/>
              <a:gd name="connsiteX12029" fmla="*/ 3678759 w 5158787"/>
              <a:gd name="connsiteY12029" fmla="*/ 2884262 h 4489084"/>
              <a:gd name="connsiteX12030" fmla="*/ 3670823 w 5158787"/>
              <a:gd name="connsiteY12030" fmla="*/ 2898061 h 4489084"/>
              <a:gd name="connsiteX12031" fmla="*/ 3669875 w 5158787"/>
              <a:gd name="connsiteY12031" fmla="*/ 2898594 h 4489084"/>
              <a:gd name="connsiteX12032" fmla="*/ 3654003 w 5158787"/>
              <a:gd name="connsiteY12032" fmla="*/ 2898594 h 4489084"/>
              <a:gd name="connsiteX12033" fmla="*/ 3653056 w 5158787"/>
              <a:gd name="connsiteY12033" fmla="*/ 2898061 h 4489084"/>
              <a:gd name="connsiteX12034" fmla="*/ 3645119 w 5158787"/>
              <a:gd name="connsiteY12034" fmla="*/ 2884262 h 4489084"/>
              <a:gd name="connsiteX12035" fmla="*/ 3645119 w 5158787"/>
              <a:gd name="connsiteY12035" fmla="*/ 2883136 h 4489084"/>
              <a:gd name="connsiteX12036" fmla="*/ 3653056 w 5158787"/>
              <a:gd name="connsiteY12036" fmla="*/ 2869337 h 4489084"/>
              <a:gd name="connsiteX12037" fmla="*/ 3654003 w 5158787"/>
              <a:gd name="connsiteY12037" fmla="*/ 2868804 h 4489084"/>
              <a:gd name="connsiteX12038" fmla="*/ 4330294 w 5158787"/>
              <a:gd name="connsiteY12038" fmla="*/ 2868745 h 4489084"/>
              <a:gd name="connsiteX12039" fmla="*/ 4346285 w 5158787"/>
              <a:gd name="connsiteY12039" fmla="*/ 2868745 h 4489084"/>
              <a:gd name="connsiteX12040" fmla="*/ 4347292 w 5158787"/>
              <a:gd name="connsiteY12040" fmla="*/ 2869337 h 4489084"/>
              <a:gd name="connsiteX12041" fmla="*/ 4355287 w 5158787"/>
              <a:gd name="connsiteY12041" fmla="*/ 2883196 h 4489084"/>
              <a:gd name="connsiteX12042" fmla="*/ 4355287 w 5158787"/>
              <a:gd name="connsiteY12042" fmla="*/ 2884321 h 4489084"/>
              <a:gd name="connsiteX12043" fmla="*/ 4347292 w 5158787"/>
              <a:gd name="connsiteY12043" fmla="*/ 2898180 h 4489084"/>
              <a:gd name="connsiteX12044" fmla="*/ 4346344 w 5158787"/>
              <a:gd name="connsiteY12044" fmla="*/ 2898772 h 4489084"/>
              <a:gd name="connsiteX12045" fmla="*/ 4330354 w 5158787"/>
              <a:gd name="connsiteY12045" fmla="*/ 2898772 h 4489084"/>
              <a:gd name="connsiteX12046" fmla="*/ 4329347 w 5158787"/>
              <a:gd name="connsiteY12046" fmla="*/ 2898180 h 4489084"/>
              <a:gd name="connsiteX12047" fmla="*/ 4321351 w 5158787"/>
              <a:gd name="connsiteY12047" fmla="*/ 2884321 h 4489084"/>
              <a:gd name="connsiteX12048" fmla="*/ 4321351 w 5158787"/>
              <a:gd name="connsiteY12048" fmla="*/ 2883196 h 4489084"/>
              <a:gd name="connsiteX12049" fmla="*/ 4329347 w 5158787"/>
              <a:gd name="connsiteY12049" fmla="*/ 2869337 h 4489084"/>
              <a:gd name="connsiteX12050" fmla="*/ 4330294 w 5158787"/>
              <a:gd name="connsiteY12050" fmla="*/ 2868745 h 4489084"/>
              <a:gd name="connsiteX12051" fmla="*/ 3856790 w 5158787"/>
              <a:gd name="connsiteY12051" fmla="*/ 2868626 h 4489084"/>
              <a:gd name="connsiteX12052" fmla="*/ 3872899 w 5158787"/>
              <a:gd name="connsiteY12052" fmla="*/ 2868626 h 4489084"/>
              <a:gd name="connsiteX12053" fmla="*/ 3873905 w 5158787"/>
              <a:gd name="connsiteY12053" fmla="*/ 2869218 h 4489084"/>
              <a:gd name="connsiteX12054" fmla="*/ 3881961 w 5158787"/>
              <a:gd name="connsiteY12054" fmla="*/ 2883196 h 4489084"/>
              <a:gd name="connsiteX12055" fmla="*/ 3881961 w 5158787"/>
              <a:gd name="connsiteY12055" fmla="*/ 2884321 h 4489084"/>
              <a:gd name="connsiteX12056" fmla="*/ 3873905 w 5158787"/>
              <a:gd name="connsiteY12056" fmla="*/ 2898298 h 4489084"/>
              <a:gd name="connsiteX12057" fmla="*/ 3872899 w 5158787"/>
              <a:gd name="connsiteY12057" fmla="*/ 2898890 h 4489084"/>
              <a:gd name="connsiteX12058" fmla="*/ 3856790 w 5158787"/>
              <a:gd name="connsiteY12058" fmla="*/ 2898890 h 4489084"/>
              <a:gd name="connsiteX12059" fmla="*/ 3855783 w 5158787"/>
              <a:gd name="connsiteY12059" fmla="*/ 2898298 h 4489084"/>
              <a:gd name="connsiteX12060" fmla="*/ 3847728 w 5158787"/>
              <a:gd name="connsiteY12060" fmla="*/ 2884321 h 4489084"/>
              <a:gd name="connsiteX12061" fmla="*/ 3847728 w 5158787"/>
              <a:gd name="connsiteY12061" fmla="*/ 2883196 h 4489084"/>
              <a:gd name="connsiteX12062" fmla="*/ 3855783 w 5158787"/>
              <a:gd name="connsiteY12062" fmla="*/ 2869218 h 4489084"/>
              <a:gd name="connsiteX12063" fmla="*/ 3856790 w 5158787"/>
              <a:gd name="connsiteY12063" fmla="*/ 2868626 h 4489084"/>
              <a:gd name="connsiteX12064" fmla="*/ 3586250 w 5158787"/>
              <a:gd name="connsiteY12064" fmla="*/ 2868626 h 4489084"/>
              <a:gd name="connsiteX12065" fmla="*/ 3602359 w 5158787"/>
              <a:gd name="connsiteY12065" fmla="*/ 2868626 h 4489084"/>
              <a:gd name="connsiteX12066" fmla="*/ 3603366 w 5158787"/>
              <a:gd name="connsiteY12066" fmla="*/ 2869218 h 4489084"/>
              <a:gd name="connsiteX12067" fmla="*/ 3611421 w 5158787"/>
              <a:gd name="connsiteY12067" fmla="*/ 2883196 h 4489084"/>
              <a:gd name="connsiteX12068" fmla="*/ 3611421 w 5158787"/>
              <a:gd name="connsiteY12068" fmla="*/ 2884321 h 4489084"/>
              <a:gd name="connsiteX12069" fmla="*/ 3603366 w 5158787"/>
              <a:gd name="connsiteY12069" fmla="*/ 2898298 h 4489084"/>
              <a:gd name="connsiteX12070" fmla="*/ 3602359 w 5158787"/>
              <a:gd name="connsiteY12070" fmla="*/ 2898890 h 4489084"/>
              <a:gd name="connsiteX12071" fmla="*/ 3586250 w 5158787"/>
              <a:gd name="connsiteY12071" fmla="*/ 2898890 h 4489084"/>
              <a:gd name="connsiteX12072" fmla="*/ 3585243 w 5158787"/>
              <a:gd name="connsiteY12072" fmla="*/ 2898298 h 4489084"/>
              <a:gd name="connsiteX12073" fmla="*/ 3577188 w 5158787"/>
              <a:gd name="connsiteY12073" fmla="*/ 2884321 h 4489084"/>
              <a:gd name="connsiteX12074" fmla="*/ 3577188 w 5158787"/>
              <a:gd name="connsiteY12074" fmla="*/ 2883196 h 4489084"/>
              <a:gd name="connsiteX12075" fmla="*/ 3585243 w 5158787"/>
              <a:gd name="connsiteY12075" fmla="*/ 2869218 h 4489084"/>
              <a:gd name="connsiteX12076" fmla="*/ 3586250 w 5158787"/>
              <a:gd name="connsiteY12076" fmla="*/ 2868626 h 4489084"/>
              <a:gd name="connsiteX12077" fmla="*/ 3383404 w 5158787"/>
              <a:gd name="connsiteY12077" fmla="*/ 2868626 h 4489084"/>
              <a:gd name="connsiteX12078" fmla="*/ 3399513 w 5158787"/>
              <a:gd name="connsiteY12078" fmla="*/ 2868626 h 4489084"/>
              <a:gd name="connsiteX12079" fmla="*/ 3400520 w 5158787"/>
              <a:gd name="connsiteY12079" fmla="*/ 2869218 h 4489084"/>
              <a:gd name="connsiteX12080" fmla="*/ 3408575 w 5158787"/>
              <a:gd name="connsiteY12080" fmla="*/ 2883196 h 4489084"/>
              <a:gd name="connsiteX12081" fmla="*/ 3408575 w 5158787"/>
              <a:gd name="connsiteY12081" fmla="*/ 2884321 h 4489084"/>
              <a:gd name="connsiteX12082" fmla="*/ 3400520 w 5158787"/>
              <a:gd name="connsiteY12082" fmla="*/ 2898298 h 4489084"/>
              <a:gd name="connsiteX12083" fmla="*/ 3399513 w 5158787"/>
              <a:gd name="connsiteY12083" fmla="*/ 2898890 h 4489084"/>
              <a:gd name="connsiteX12084" fmla="*/ 3383404 w 5158787"/>
              <a:gd name="connsiteY12084" fmla="*/ 2898890 h 4489084"/>
              <a:gd name="connsiteX12085" fmla="*/ 3382397 w 5158787"/>
              <a:gd name="connsiteY12085" fmla="*/ 2898298 h 4489084"/>
              <a:gd name="connsiteX12086" fmla="*/ 3374342 w 5158787"/>
              <a:gd name="connsiteY12086" fmla="*/ 2884321 h 4489084"/>
              <a:gd name="connsiteX12087" fmla="*/ 3374342 w 5158787"/>
              <a:gd name="connsiteY12087" fmla="*/ 2883196 h 4489084"/>
              <a:gd name="connsiteX12088" fmla="*/ 3382397 w 5158787"/>
              <a:gd name="connsiteY12088" fmla="*/ 2869218 h 4489084"/>
              <a:gd name="connsiteX12089" fmla="*/ 3383404 w 5158787"/>
              <a:gd name="connsiteY12089" fmla="*/ 2868626 h 4489084"/>
              <a:gd name="connsiteX12090" fmla="*/ 4262541 w 5158787"/>
              <a:gd name="connsiteY12090" fmla="*/ 2868508 h 4489084"/>
              <a:gd name="connsiteX12091" fmla="*/ 4278769 w 5158787"/>
              <a:gd name="connsiteY12091" fmla="*/ 2868508 h 4489084"/>
              <a:gd name="connsiteX12092" fmla="*/ 4279776 w 5158787"/>
              <a:gd name="connsiteY12092" fmla="*/ 2869100 h 4489084"/>
              <a:gd name="connsiteX12093" fmla="*/ 4287890 w 5158787"/>
              <a:gd name="connsiteY12093" fmla="*/ 2883136 h 4489084"/>
              <a:gd name="connsiteX12094" fmla="*/ 4287890 w 5158787"/>
              <a:gd name="connsiteY12094" fmla="*/ 2884262 h 4489084"/>
              <a:gd name="connsiteX12095" fmla="*/ 4279776 w 5158787"/>
              <a:gd name="connsiteY12095" fmla="*/ 2898298 h 4489084"/>
              <a:gd name="connsiteX12096" fmla="*/ 4278769 w 5158787"/>
              <a:gd name="connsiteY12096" fmla="*/ 2898891 h 4489084"/>
              <a:gd name="connsiteX12097" fmla="*/ 4262541 w 5158787"/>
              <a:gd name="connsiteY12097" fmla="*/ 2898891 h 4489084"/>
              <a:gd name="connsiteX12098" fmla="*/ 4261535 w 5158787"/>
              <a:gd name="connsiteY12098" fmla="*/ 2898298 h 4489084"/>
              <a:gd name="connsiteX12099" fmla="*/ 4253421 w 5158787"/>
              <a:gd name="connsiteY12099" fmla="*/ 2884262 h 4489084"/>
              <a:gd name="connsiteX12100" fmla="*/ 4253421 w 5158787"/>
              <a:gd name="connsiteY12100" fmla="*/ 2883136 h 4489084"/>
              <a:gd name="connsiteX12101" fmla="*/ 4261535 w 5158787"/>
              <a:gd name="connsiteY12101" fmla="*/ 2869100 h 4489084"/>
              <a:gd name="connsiteX12102" fmla="*/ 4262541 w 5158787"/>
              <a:gd name="connsiteY12102" fmla="*/ 2868508 h 4489084"/>
              <a:gd name="connsiteX12103" fmla="*/ 2774511 w 5158787"/>
              <a:gd name="connsiteY12103" fmla="*/ 2868330 h 4489084"/>
              <a:gd name="connsiteX12104" fmla="*/ 2790975 w 5158787"/>
              <a:gd name="connsiteY12104" fmla="*/ 2868330 h 4489084"/>
              <a:gd name="connsiteX12105" fmla="*/ 2791982 w 5158787"/>
              <a:gd name="connsiteY12105" fmla="*/ 2868922 h 4489084"/>
              <a:gd name="connsiteX12106" fmla="*/ 2800215 w 5158787"/>
              <a:gd name="connsiteY12106" fmla="*/ 2883196 h 4489084"/>
              <a:gd name="connsiteX12107" fmla="*/ 2800215 w 5158787"/>
              <a:gd name="connsiteY12107" fmla="*/ 2884380 h 4489084"/>
              <a:gd name="connsiteX12108" fmla="*/ 2791982 w 5158787"/>
              <a:gd name="connsiteY12108" fmla="*/ 2898653 h 4489084"/>
              <a:gd name="connsiteX12109" fmla="*/ 2790975 w 5158787"/>
              <a:gd name="connsiteY12109" fmla="*/ 2899246 h 4489084"/>
              <a:gd name="connsiteX12110" fmla="*/ 2774511 w 5158787"/>
              <a:gd name="connsiteY12110" fmla="*/ 2899246 h 4489084"/>
              <a:gd name="connsiteX12111" fmla="*/ 2773504 w 5158787"/>
              <a:gd name="connsiteY12111" fmla="*/ 2898653 h 4489084"/>
              <a:gd name="connsiteX12112" fmla="*/ 2765272 w 5158787"/>
              <a:gd name="connsiteY12112" fmla="*/ 2884380 h 4489084"/>
              <a:gd name="connsiteX12113" fmla="*/ 2765272 w 5158787"/>
              <a:gd name="connsiteY12113" fmla="*/ 2883196 h 4489084"/>
              <a:gd name="connsiteX12114" fmla="*/ 2773504 w 5158787"/>
              <a:gd name="connsiteY12114" fmla="*/ 2868922 h 4489084"/>
              <a:gd name="connsiteX12115" fmla="*/ 2774511 w 5158787"/>
              <a:gd name="connsiteY12115" fmla="*/ 2868330 h 4489084"/>
              <a:gd name="connsiteX12116" fmla="*/ 3721284 w 5158787"/>
              <a:gd name="connsiteY12116" fmla="*/ 2868212 h 4489084"/>
              <a:gd name="connsiteX12117" fmla="*/ 3737866 w 5158787"/>
              <a:gd name="connsiteY12117" fmla="*/ 2868212 h 4489084"/>
              <a:gd name="connsiteX12118" fmla="*/ 3738873 w 5158787"/>
              <a:gd name="connsiteY12118" fmla="*/ 2868804 h 4489084"/>
              <a:gd name="connsiteX12119" fmla="*/ 3747165 w 5158787"/>
              <a:gd name="connsiteY12119" fmla="*/ 2883136 h 4489084"/>
              <a:gd name="connsiteX12120" fmla="*/ 3747165 w 5158787"/>
              <a:gd name="connsiteY12120" fmla="*/ 2884321 h 4489084"/>
              <a:gd name="connsiteX12121" fmla="*/ 3738873 w 5158787"/>
              <a:gd name="connsiteY12121" fmla="*/ 2898653 h 4489084"/>
              <a:gd name="connsiteX12122" fmla="*/ 3737866 w 5158787"/>
              <a:gd name="connsiteY12122" fmla="*/ 2899246 h 4489084"/>
              <a:gd name="connsiteX12123" fmla="*/ 3721284 w 5158787"/>
              <a:gd name="connsiteY12123" fmla="*/ 2899246 h 4489084"/>
              <a:gd name="connsiteX12124" fmla="*/ 3720277 w 5158787"/>
              <a:gd name="connsiteY12124" fmla="*/ 2898653 h 4489084"/>
              <a:gd name="connsiteX12125" fmla="*/ 3711985 w 5158787"/>
              <a:gd name="connsiteY12125" fmla="*/ 2884321 h 4489084"/>
              <a:gd name="connsiteX12126" fmla="*/ 3711985 w 5158787"/>
              <a:gd name="connsiteY12126" fmla="*/ 2883136 h 4489084"/>
              <a:gd name="connsiteX12127" fmla="*/ 3720277 w 5158787"/>
              <a:gd name="connsiteY12127" fmla="*/ 2868804 h 4489084"/>
              <a:gd name="connsiteX12128" fmla="*/ 3721284 w 5158787"/>
              <a:gd name="connsiteY12128" fmla="*/ 2868212 h 4489084"/>
              <a:gd name="connsiteX12129" fmla="*/ 3518319 w 5158787"/>
              <a:gd name="connsiteY12129" fmla="*/ 2867975 h 4489084"/>
              <a:gd name="connsiteX12130" fmla="*/ 3535079 w 5158787"/>
              <a:gd name="connsiteY12130" fmla="*/ 2867975 h 4489084"/>
              <a:gd name="connsiteX12131" fmla="*/ 3536086 w 5158787"/>
              <a:gd name="connsiteY12131" fmla="*/ 2868567 h 4489084"/>
              <a:gd name="connsiteX12132" fmla="*/ 3544496 w 5158787"/>
              <a:gd name="connsiteY12132" fmla="*/ 2883077 h 4489084"/>
              <a:gd name="connsiteX12133" fmla="*/ 3544496 w 5158787"/>
              <a:gd name="connsiteY12133" fmla="*/ 2884262 h 4489084"/>
              <a:gd name="connsiteX12134" fmla="*/ 3536086 w 5158787"/>
              <a:gd name="connsiteY12134" fmla="*/ 2898772 h 4489084"/>
              <a:gd name="connsiteX12135" fmla="*/ 3535079 w 5158787"/>
              <a:gd name="connsiteY12135" fmla="*/ 2899364 h 4489084"/>
              <a:gd name="connsiteX12136" fmla="*/ 3518319 w 5158787"/>
              <a:gd name="connsiteY12136" fmla="*/ 2899364 h 4489084"/>
              <a:gd name="connsiteX12137" fmla="*/ 3517312 w 5158787"/>
              <a:gd name="connsiteY12137" fmla="*/ 2898772 h 4489084"/>
              <a:gd name="connsiteX12138" fmla="*/ 3508901 w 5158787"/>
              <a:gd name="connsiteY12138" fmla="*/ 2884262 h 4489084"/>
              <a:gd name="connsiteX12139" fmla="*/ 3508901 w 5158787"/>
              <a:gd name="connsiteY12139" fmla="*/ 2883077 h 4489084"/>
              <a:gd name="connsiteX12140" fmla="*/ 3517312 w 5158787"/>
              <a:gd name="connsiteY12140" fmla="*/ 2868567 h 4489084"/>
              <a:gd name="connsiteX12141" fmla="*/ 3518319 w 5158787"/>
              <a:gd name="connsiteY12141" fmla="*/ 2867975 h 4489084"/>
              <a:gd name="connsiteX12142" fmla="*/ 3450625 w 5158787"/>
              <a:gd name="connsiteY12142" fmla="*/ 2867915 h 4489084"/>
              <a:gd name="connsiteX12143" fmla="*/ 3467504 w 5158787"/>
              <a:gd name="connsiteY12143" fmla="*/ 2867915 h 4489084"/>
              <a:gd name="connsiteX12144" fmla="*/ 3468511 w 5158787"/>
              <a:gd name="connsiteY12144" fmla="*/ 2868507 h 4489084"/>
              <a:gd name="connsiteX12145" fmla="*/ 3476921 w 5158787"/>
              <a:gd name="connsiteY12145" fmla="*/ 2883136 h 4489084"/>
              <a:gd name="connsiteX12146" fmla="*/ 3476921 w 5158787"/>
              <a:gd name="connsiteY12146" fmla="*/ 2884320 h 4489084"/>
              <a:gd name="connsiteX12147" fmla="*/ 3468452 w 5158787"/>
              <a:gd name="connsiteY12147" fmla="*/ 2898949 h 4489084"/>
              <a:gd name="connsiteX12148" fmla="*/ 3467444 w 5158787"/>
              <a:gd name="connsiteY12148" fmla="*/ 2899541 h 4489084"/>
              <a:gd name="connsiteX12149" fmla="*/ 3450565 w 5158787"/>
              <a:gd name="connsiteY12149" fmla="*/ 2899541 h 4489084"/>
              <a:gd name="connsiteX12150" fmla="*/ 3449559 w 5158787"/>
              <a:gd name="connsiteY12150" fmla="*/ 2898949 h 4489084"/>
              <a:gd name="connsiteX12151" fmla="*/ 3441149 w 5158787"/>
              <a:gd name="connsiteY12151" fmla="*/ 2884320 h 4489084"/>
              <a:gd name="connsiteX12152" fmla="*/ 3441149 w 5158787"/>
              <a:gd name="connsiteY12152" fmla="*/ 2883136 h 4489084"/>
              <a:gd name="connsiteX12153" fmla="*/ 3449618 w 5158787"/>
              <a:gd name="connsiteY12153" fmla="*/ 2868507 h 4489084"/>
              <a:gd name="connsiteX12154" fmla="*/ 3450625 w 5158787"/>
              <a:gd name="connsiteY12154" fmla="*/ 2867915 h 4489084"/>
              <a:gd name="connsiteX12155" fmla="*/ 3247600 w 5158787"/>
              <a:gd name="connsiteY12155" fmla="*/ 2867678 h 4489084"/>
              <a:gd name="connsiteX12156" fmla="*/ 3264716 w 5158787"/>
              <a:gd name="connsiteY12156" fmla="*/ 2867678 h 4489084"/>
              <a:gd name="connsiteX12157" fmla="*/ 3265783 w 5158787"/>
              <a:gd name="connsiteY12157" fmla="*/ 2868270 h 4489084"/>
              <a:gd name="connsiteX12158" fmla="*/ 3274311 w 5158787"/>
              <a:gd name="connsiteY12158" fmla="*/ 2883076 h 4489084"/>
              <a:gd name="connsiteX12159" fmla="*/ 3274311 w 5158787"/>
              <a:gd name="connsiteY12159" fmla="*/ 2884261 h 4489084"/>
              <a:gd name="connsiteX12160" fmla="*/ 3265723 w 5158787"/>
              <a:gd name="connsiteY12160" fmla="*/ 2899067 h 4489084"/>
              <a:gd name="connsiteX12161" fmla="*/ 3264657 w 5158787"/>
              <a:gd name="connsiteY12161" fmla="*/ 2899660 h 4489084"/>
              <a:gd name="connsiteX12162" fmla="*/ 3247541 w 5158787"/>
              <a:gd name="connsiteY12162" fmla="*/ 2899660 h 4489084"/>
              <a:gd name="connsiteX12163" fmla="*/ 3246475 w 5158787"/>
              <a:gd name="connsiteY12163" fmla="*/ 2899067 h 4489084"/>
              <a:gd name="connsiteX12164" fmla="*/ 3237946 w 5158787"/>
              <a:gd name="connsiteY12164" fmla="*/ 2884261 h 4489084"/>
              <a:gd name="connsiteX12165" fmla="*/ 3237946 w 5158787"/>
              <a:gd name="connsiteY12165" fmla="*/ 2883076 h 4489084"/>
              <a:gd name="connsiteX12166" fmla="*/ 3246534 w 5158787"/>
              <a:gd name="connsiteY12166" fmla="*/ 2868270 h 4489084"/>
              <a:gd name="connsiteX12167" fmla="*/ 3247600 w 5158787"/>
              <a:gd name="connsiteY12167" fmla="*/ 2867678 h 4489084"/>
              <a:gd name="connsiteX12168" fmla="*/ 3315058 w 5158787"/>
              <a:gd name="connsiteY12168" fmla="*/ 2867264 h 4489084"/>
              <a:gd name="connsiteX12169" fmla="*/ 3332589 w 5158787"/>
              <a:gd name="connsiteY12169" fmla="*/ 2867264 h 4489084"/>
              <a:gd name="connsiteX12170" fmla="*/ 3333654 w 5158787"/>
              <a:gd name="connsiteY12170" fmla="*/ 2867856 h 4489084"/>
              <a:gd name="connsiteX12171" fmla="*/ 3342420 w 5158787"/>
              <a:gd name="connsiteY12171" fmla="*/ 2883077 h 4489084"/>
              <a:gd name="connsiteX12172" fmla="*/ 3342420 w 5158787"/>
              <a:gd name="connsiteY12172" fmla="*/ 2884321 h 4489084"/>
              <a:gd name="connsiteX12173" fmla="*/ 3333654 w 5158787"/>
              <a:gd name="connsiteY12173" fmla="*/ 2899542 h 4489084"/>
              <a:gd name="connsiteX12174" fmla="*/ 3332589 w 5158787"/>
              <a:gd name="connsiteY12174" fmla="*/ 2900134 h 4489084"/>
              <a:gd name="connsiteX12175" fmla="*/ 3315058 w 5158787"/>
              <a:gd name="connsiteY12175" fmla="*/ 2900134 h 4489084"/>
              <a:gd name="connsiteX12176" fmla="*/ 3313992 w 5158787"/>
              <a:gd name="connsiteY12176" fmla="*/ 2899542 h 4489084"/>
              <a:gd name="connsiteX12177" fmla="*/ 3305227 w 5158787"/>
              <a:gd name="connsiteY12177" fmla="*/ 2884321 h 4489084"/>
              <a:gd name="connsiteX12178" fmla="*/ 3305227 w 5158787"/>
              <a:gd name="connsiteY12178" fmla="*/ 2883077 h 4489084"/>
              <a:gd name="connsiteX12179" fmla="*/ 3313992 w 5158787"/>
              <a:gd name="connsiteY12179" fmla="*/ 2867856 h 4489084"/>
              <a:gd name="connsiteX12180" fmla="*/ 3315058 w 5158787"/>
              <a:gd name="connsiteY12180" fmla="*/ 2867264 h 4489084"/>
              <a:gd name="connsiteX12181" fmla="*/ 4397101 w 5158787"/>
              <a:gd name="connsiteY12181" fmla="*/ 2867145 h 4489084"/>
              <a:gd name="connsiteX12182" fmla="*/ 4414750 w 5158787"/>
              <a:gd name="connsiteY12182" fmla="*/ 2867145 h 4489084"/>
              <a:gd name="connsiteX12183" fmla="*/ 4415815 w 5158787"/>
              <a:gd name="connsiteY12183" fmla="*/ 2867797 h 4489084"/>
              <a:gd name="connsiteX12184" fmla="*/ 4424641 w 5158787"/>
              <a:gd name="connsiteY12184" fmla="*/ 2883077 h 4489084"/>
              <a:gd name="connsiteX12185" fmla="*/ 4424641 w 5158787"/>
              <a:gd name="connsiteY12185" fmla="*/ 2884320 h 4489084"/>
              <a:gd name="connsiteX12186" fmla="*/ 4415815 w 5158787"/>
              <a:gd name="connsiteY12186" fmla="*/ 2899601 h 4489084"/>
              <a:gd name="connsiteX12187" fmla="*/ 4414750 w 5158787"/>
              <a:gd name="connsiteY12187" fmla="*/ 2900252 h 4489084"/>
              <a:gd name="connsiteX12188" fmla="*/ 4397101 w 5158787"/>
              <a:gd name="connsiteY12188" fmla="*/ 2900252 h 4489084"/>
              <a:gd name="connsiteX12189" fmla="*/ 4396034 w 5158787"/>
              <a:gd name="connsiteY12189" fmla="*/ 2899601 h 4489084"/>
              <a:gd name="connsiteX12190" fmla="*/ 4387210 w 5158787"/>
              <a:gd name="connsiteY12190" fmla="*/ 2884320 h 4489084"/>
              <a:gd name="connsiteX12191" fmla="*/ 4387210 w 5158787"/>
              <a:gd name="connsiteY12191" fmla="*/ 2883077 h 4489084"/>
              <a:gd name="connsiteX12192" fmla="*/ 4396034 w 5158787"/>
              <a:gd name="connsiteY12192" fmla="*/ 2867797 h 4489084"/>
              <a:gd name="connsiteX12193" fmla="*/ 4397101 w 5158787"/>
              <a:gd name="connsiteY12193" fmla="*/ 2867145 h 4489084"/>
              <a:gd name="connsiteX12194" fmla="*/ 2909070 w 5158787"/>
              <a:gd name="connsiteY12194" fmla="*/ 2866968 h 4489084"/>
              <a:gd name="connsiteX12195" fmla="*/ 2926956 w 5158787"/>
              <a:gd name="connsiteY12195" fmla="*/ 2866968 h 4489084"/>
              <a:gd name="connsiteX12196" fmla="*/ 2928022 w 5158787"/>
              <a:gd name="connsiteY12196" fmla="*/ 2867619 h 4489084"/>
              <a:gd name="connsiteX12197" fmla="*/ 2936965 w 5158787"/>
              <a:gd name="connsiteY12197" fmla="*/ 2883136 h 4489084"/>
              <a:gd name="connsiteX12198" fmla="*/ 2936965 w 5158787"/>
              <a:gd name="connsiteY12198" fmla="*/ 2884380 h 4489084"/>
              <a:gd name="connsiteX12199" fmla="*/ 2928022 w 5158787"/>
              <a:gd name="connsiteY12199" fmla="*/ 2899897 h 4489084"/>
              <a:gd name="connsiteX12200" fmla="*/ 2926956 w 5158787"/>
              <a:gd name="connsiteY12200" fmla="*/ 2900549 h 4489084"/>
              <a:gd name="connsiteX12201" fmla="*/ 2909070 w 5158787"/>
              <a:gd name="connsiteY12201" fmla="*/ 2900549 h 4489084"/>
              <a:gd name="connsiteX12202" fmla="*/ 2908004 w 5158787"/>
              <a:gd name="connsiteY12202" fmla="*/ 2899897 h 4489084"/>
              <a:gd name="connsiteX12203" fmla="*/ 2899061 w 5158787"/>
              <a:gd name="connsiteY12203" fmla="*/ 2884380 h 4489084"/>
              <a:gd name="connsiteX12204" fmla="*/ 2899061 w 5158787"/>
              <a:gd name="connsiteY12204" fmla="*/ 2883136 h 4489084"/>
              <a:gd name="connsiteX12205" fmla="*/ 2908004 w 5158787"/>
              <a:gd name="connsiteY12205" fmla="*/ 2867619 h 4489084"/>
              <a:gd name="connsiteX12206" fmla="*/ 2909070 w 5158787"/>
              <a:gd name="connsiteY12206" fmla="*/ 2866968 h 4489084"/>
              <a:gd name="connsiteX12207" fmla="*/ 4464381 w 5158787"/>
              <a:gd name="connsiteY12207" fmla="*/ 2866672 h 4489084"/>
              <a:gd name="connsiteX12208" fmla="*/ 4482622 w 5158787"/>
              <a:gd name="connsiteY12208" fmla="*/ 2866672 h 4489084"/>
              <a:gd name="connsiteX12209" fmla="*/ 4483747 w 5158787"/>
              <a:gd name="connsiteY12209" fmla="*/ 2867323 h 4489084"/>
              <a:gd name="connsiteX12210" fmla="*/ 4492868 w 5158787"/>
              <a:gd name="connsiteY12210" fmla="*/ 2883077 h 4489084"/>
              <a:gd name="connsiteX12211" fmla="*/ 4492868 w 5158787"/>
              <a:gd name="connsiteY12211" fmla="*/ 2884380 h 4489084"/>
              <a:gd name="connsiteX12212" fmla="*/ 4483747 w 5158787"/>
              <a:gd name="connsiteY12212" fmla="*/ 2900134 h 4489084"/>
              <a:gd name="connsiteX12213" fmla="*/ 4482622 w 5158787"/>
              <a:gd name="connsiteY12213" fmla="*/ 2900786 h 4489084"/>
              <a:gd name="connsiteX12214" fmla="*/ 4464381 w 5158787"/>
              <a:gd name="connsiteY12214" fmla="*/ 2900786 h 4489084"/>
              <a:gd name="connsiteX12215" fmla="*/ 4463255 w 5158787"/>
              <a:gd name="connsiteY12215" fmla="*/ 2900134 h 4489084"/>
              <a:gd name="connsiteX12216" fmla="*/ 4454135 w 5158787"/>
              <a:gd name="connsiteY12216" fmla="*/ 2884380 h 4489084"/>
              <a:gd name="connsiteX12217" fmla="*/ 4454135 w 5158787"/>
              <a:gd name="connsiteY12217" fmla="*/ 2883077 h 4489084"/>
              <a:gd name="connsiteX12218" fmla="*/ 4463255 w 5158787"/>
              <a:gd name="connsiteY12218" fmla="*/ 2867323 h 4489084"/>
              <a:gd name="connsiteX12219" fmla="*/ 4464381 w 5158787"/>
              <a:gd name="connsiteY12219" fmla="*/ 2866672 h 4489084"/>
              <a:gd name="connsiteX12220" fmla="*/ 4531956 w 5158787"/>
              <a:gd name="connsiteY12220" fmla="*/ 2866435 h 4489084"/>
              <a:gd name="connsiteX12221" fmla="*/ 4550375 w 5158787"/>
              <a:gd name="connsiteY12221" fmla="*/ 2866435 h 4489084"/>
              <a:gd name="connsiteX12222" fmla="*/ 4551500 w 5158787"/>
              <a:gd name="connsiteY12222" fmla="*/ 2867087 h 4489084"/>
              <a:gd name="connsiteX12223" fmla="*/ 4560740 w 5158787"/>
              <a:gd name="connsiteY12223" fmla="*/ 2883077 h 4489084"/>
              <a:gd name="connsiteX12224" fmla="*/ 4560740 w 5158787"/>
              <a:gd name="connsiteY12224" fmla="*/ 2884380 h 4489084"/>
              <a:gd name="connsiteX12225" fmla="*/ 4551500 w 5158787"/>
              <a:gd name="connsiteY12225" fmla="*/ 2900371 h 4489084"/>
              <a:gd name="connsiteX12226" fmla="*/ 4550375 w 5158787"/>
              <a:gd name="connsiteY12226" fmla="*/ 2901023 h 4489084"/>
              <a:gd name="connsiteX12227" fmla="*/ 4531956 w 5158787"/>
              <a:gd name="connsiteY12227" fmla="*/ 2901023 h 4489084"/>
              <a:gd name="connsiteX12228" fmla="*/ 4530831 w 5158787"/>
              <a:gd name="connsiteY12228" fmla="*/ 2900371 h 4489084"/>
              <a:gd name="connsiteX12229" fmla="*/ 4521592 w 5158787"/>
              <a:gd name="connsiteY12229" fmla="*/ 2884380 h 4489084"/>
              <a:gd name="connsiteX12230" fmla="*/ 4521592 w 5158787"/>
              <a:gd name="connsiteY12230" fmla="*/ 2883077 h 4489084"/>
              <a:gd name="connsiteX12231" fmla="*/ 4530831 w 5158787"/>
              <a:gd name="connsiteY12231" fmla="*/ 2867087 h 4489084"/>
              <a:gd name="connsiteX12232" fmla="*/ 4531956 w 5158787"/>
              <a:gd name="connsiteY12232" fmla="*/ 2866435 h 4489084"/>
              <a:gd name="connsiteX12233" fmla="*/ 3179196 w 5158787"/>
              <a:gd name="connsiteY12233" fmla="*/ 2866257 h 4489084"/>
              <a:gd name="connsiteX12234" fmla="*/ 3197852 w 5158787"/>
              <a:gd name="connsiteY12234" fmla="*/ 2866257 h 4489084"/>
              <a:gd name="connsiteX12235" fmla="*/ 3198977 w 5158787"/>
              <a:gd name="connsiteY12235" fmla="*/ 2866908 h 4489084"/>
              <a:gd name="connsiteX12236" fmla="*/ 3208276 w 5158787"/>
              <a:gd name="connsiteY12236" fmla="*/ 2883077 h 4489084"/>
              <a:gd name="connsiteX12237" fmla="*/ 3208276 w 5158787"/>
              <a:gd name="connsiteY12237" fmla="*/ 2884380 h 4489084"/>
              <a:gd name="connsiteX12238" fmla="*/ 3198918 w 5158787"/>
              <a:gd name="connsiteY12238" fmla="*/ 2900548 h 4489084"/>
              <a:gd name="connsiteX12239" fmla="*/ 3197793 w 5158787"/>
              <a:gd name="connsiteY12239" fmla="*/ 2901200 h 4489084"/>
              <a:gd name="connsiteX12240" fmla="*/ 3179137 w 5158787"/>
              <a:gd name="connsiteY12240" fmla="*/ 2901200 h 4489084"/>
              <a:gd name="connsiteX12241" fmla="*/ 3178011 w 5158787"/>
              <a:gd name="connsiteY12241" fmla="*/ 2900548 h 4489084"/>
              <a:gd name="connsiteX12242" fmla="*/ 3168713 w 5158787"/>
              <a:gd name="connsiteY12242" fmla="*/ 2884380 h 4489084"/>
              <a:gd name="connsiteX12243" fmla="*/ 3168713 w 5158787"/>
              <a:gd name="connsiteY12243" fmla="*/ 2883077 h 4489084"/>
              <a:gd name="connsiteX12244" fmla="*/ 3178070 w 5158787"/>
              <a:gd name="connsiteY12244" fmla="*/ 2866908 h 4489084"/>
              <a:gd name="connsiteX12245" fmla="*/ 3179196 w 5158787"/>
              <a:gd name="connsiteY12245" fmla="*/ 2866257 h 4489084"/>
              <a:gd name="connsiteX12246" fmla="*/ 3111560 w 5158787"/>
              <a:gd name="connsiteY12246" fmla="*/ 2866257 h 4489084"/>
              <a:gd name="connsiteX12247" fmla="*/ 3130216 w 5158787"/>
              <a:gd name="connsiteY12247" fmla="*/ 2866257 h 4489084"/>
              <a:gd name="connsiteX12248" fmla="*/ 3131342 w 5158787"/>
              <a:gd name="connsiteY12248" fmla="*/ 2866908 h 4489084"/>
              <a:gd name="connsiteX12249" fmla="*/ 3140640 w 5158787"/>
              <a:gd name="connsiteY12249" fmla="*/ 2883077 h 4489084"/>
              <a:gd name="connsiteX12250" fmla="*/ 3140640 w 5158787"/>
              <a:gd name="connsiteY12250" fmla="*/ 2884380 h 4489084"/>
              <a:gd name="connsiteX12251" fmla="*/ 3131283 w 5158787"/>
              <a:gd name="connsiteY12251" fmla="*/ 2900548 h 4489084"/>
              <a:gd name="connsiteX12252" fmla="*/ 3130157 w 5158787"/>
              <a:gd name="connsiteY12252" fmla="*/ 2901200 h 4489084"/>
              <a:gd name="connsiteX12253" fmla="*/ 3111502 w 5158787"/>
              <a:gd name="connsiteY12253" fmla="*/ 2901200 h 4489084"/>
              <a:gd name="connsiteX12254" fmla="*/ 3110376 w 5158787"/>
              <a:gd name="connsiteY12254" fmla="*/ 2900548 h 4489084"/>
              <a:gd name="connsiteX12255" fmla="*/ 3101078 w 5158787"/>
              <a:gd name="connsiteY12255" fmla="*/ 2884380 h 4489084"/>
              <a:gd name="connsiteX12256" fmla="*/ 3101078 w 5158787"/>
              <a:gd name="connsiteY12256" fmla="*/ 2883077 h 4489084"/>
              <a:gd name="connsiteX12257" fmla="*/ 3110435 w 5158787"/>
              <a:gd name="connsiteY12257" fmla="*/ 2866908 h 4489084"/>
              <a:gd name="connsiteX12258" fmla="*/ 3111560 w 5158787"/>
              <a:gd name="connsiteY12258" fmla="*/ 2866257 h 4489084"/>
              <a:gd name="connsiteX12259" fmla="*/ 2976350 w 5158787"/>
              <a:gd name="connsiteY12259" fmla="*/ 2866257 h 4489084"/>
              <a:gd name="connsiteX12260" fmla="*/ 2995005 w 5158787"/>
              <a:gd name="connsiteY12260" fmla="*/ 2866257 h 4489084"/>
              <a:gd name="connsiteX12261" fmla="*/ 2996131 w 5158787"/>
              <a:gd name="connsiteY12261" fmla="*/ 2866908 h 4489084"/>
              <a:gd name="connsiteX12262" fmla="*/ 3005429 w 5158787"/>
              <a:gd name="connsiteY12262" fmla="*/ 2883077 h 4489084"/>
              <a:gd name="connsiteX12263" fmla="*/ 3005429 w 5158787"/>
              <a:gd name="connsiteY12263" fmla="*/ 2884380 h 4489084"/>
              <a:gd name="connsiteX12264" fmla="*/ 2996071 w 5158787"/>
              <a:gd name="connsiteY12264" fmla="*/ 2900548 h 4489084"/>
              <a:gd name="connsiteX12265" fmla="*/ 2994946 w 5158787"/>
              <a:gd name="connsiteY12265" fmla="*/ 2901200 h 4489084"/>
              <a:gd name="connsiteX12266" fmla="*/ 2976290 w 5158787"/>
              <a:gd name="connsiteY12266" fmla="*/ 2901200 h 4489084"/>
              <a:gd name="connsiteX12267" fmla="*/ 2975165 w 5158787"/>
              <a:gd name="connsiteY12267" fmla="*/ 2900548 h 4489084"/>
              <a:gd name="connsiteX12268" fmla="*/ 2965867 w 5158787"/>
              <a:gd name="connsiteY12268" fmla="*/ 2884380 h 4489084"/>
              <a:gd name="connsiteX12269" fmla="*/ 2965867 w 5158787"/>
              <a:gd name="connsiteY12269" fmla="*/ 2883077 h 4489084"/>
              <a:gd name="connsiteX12270" fmla="*/ 2975224 w 5158787"/>
              <a:gd name="connsiteY12270" fmla="*/ 2866908 h 4489084"/>
              <a:gd name="connsiteX12271" fmla="*/ 2976350 w 5158787"/>
              <a:gd name="connsiteY12271" fmla="*/ 2866257 h 4489084"/>
              <a:gd name="connsiteX12272" fmla="*/ 2367515 w 5158787"/>
              <a:gd name="connsiteY12272" fmla="*/ 2866020 h 4489084"/>
              <a:gd name="connsiteX12273" fmla="*/ 2386408 w 5158787"/>
              <a:gd name="connsiteY12273" fmla="*/ 2866020 h 4489084"/>
              <a:gd name="connsiteX12274" fmla="*/ 2387534 w 5158787"/>
              <a:gd name="connsiteY12274" fmla="*/ 2866672 h 4489084"/>
              <a:gd name="connsiteX12275" fmla="*/ 2396951 w 5158787"/>
              <a:gd name="connsiteY12275" fmla="*/ 2883018 h 4489084"/>
              <a:gd name="connsiteX12276" fmla="*/ 2396951 w 5158787"/>
              <a:gd name="connsiteY12276" fmla="*/ 2884380 h 4489084"/>
              <a:gd name="connsiteX12277" fmla="*/ 2387534 w 5158787"/>
              <a:gd name="connsiteY12277" fmla="*/ 2900726 h 4489084"/>
              <a:gd name="connsiteX12278" fmla="*/ 2386408 w 5158787"/>
              <a:gd name="connsiteY12278" fmla="*/ 2901378 h 4489084"/>
              <a:gd name="connsiteX12279" fmla="*/ 2367515 w 5158787"/>
              <a:gd name="connsiteY12279" fmla="*/ 2901378 h 4489084"/>
              <a:gd name="connsiteX12280" fmla="*/ 2366391 w 5158787"/>
              <a:gd name="connsiteY12280" fmla="*/ 2900726 h 4489084"/>
              <a:gd name="connsiteX12281" fmla="*/ 2356974 w 5158787"/>
              <a:gd name="connsiteY12281" fmla="*/ 2884380 h 4489084"/>
              <a:gd name="connsiteX12282" fmla="*/ 2356974 w 5158787"/>
              <a:gd name="connsiteY12282" fmla="*/ 2883018 h 4489084"/>
              <a:gd name="connsiteX12283" fmla="*/ 2366391 w 5158787"/>
              <a:gd name="connsiteY12283" fmla="*/ 2866672 h 4489084"/>
              <a:gd name="connsiteX12284" fmla="*/ 2367515 w 5158787"/>
              <a:gd name="connsiteY12284" fmla="*/ 2866020 h 4489084"/>
              <a:gd name="connsiteX12285" fmla="*/ 2435092 w 5158787"/>
              <a:gd name="connsiteY12285" fmla="*/ 2865843 h 4489084"/>
              <a:gd name="connsiteX12286" fmla="*/ 2454163 w 5158787"/>
              <a:gd name="connsiteY12286" fmla="*/ 2865843 h 4489084"/>
              <a:gd name="connsiteX12287" fmla="*/ 2455347 w 5158787"/>
              <a:gd name="connsiteY12287" fmla="*/ 2866494 h 4489084"/>
              <a:gd name="connsiteX12288" fmla="*/ 2464882 w 5158787"/>
              <a:gd name="connsiteY12288" fmla="*/ 2883018 h 4489084"/>
              <a:gd name="connsiteX12289" fmla="*/ 2464882 w 5158787"/>
              <a:gd name="connsiteY12289" fmla="*/ 2884380 h 4489084"/>
              <a:gd name="connsiteX12290" fmla="*/ 2455347 w 5158787"/>
              <a:gd name="connsiteY12290" fmla="*/ 2900904 h 4489084"/>
              <a:gd name="connsiteX12291" fmla="*/ 2454163 w 5158787"/>
              <a:gd name="connsiteY12291" fmla="*/ 2901556 h 4489084"/>
              <a:gd name="connsiteX12292" fmla="*/ 2435092 w 5158787"/>
              <a:gd name="connsiteY12292" fmla="*/ 2901556 h 4489084"/>
              <a:gd name="connsiteX12293" fmla="*/ 2433908 w 5158787"/>
              <a:gd name="connsiteY12293" fmla="*/ 2900904 h 4489084"/>
              <a:gd name="connsiteX12294" fmla="*/ 2424373 w 5158787"/>
              <a:gd name="connsiteY12294" fmla="*/ 2884380 h 4489084"/>
              <a:gd name="connsiteX12295" fmla="*/ 2424373 w 5158787"/>
              <a:gd name="connsiteY12295" fmla="*/ 2883018 h 4489084"/>
              <a:gd name="connsiteX12296" fmla="*/ 2433908 w 5158787"/>
              <a:gd name="connsiteY12296" fmla="*/ 2866494 h 4489084"/>
              <a:gd name="connsiteX12297" fmla="*/ 2435092 w 5158787"/>
              <a:gd name="connsiteY12297" fmla="*/ 2865843 h 4489084"/>
              <a:gd name="connsiteX12298" fmla="*/ 3043689 w 5158787"/>
              <a:gd name="connsiteY12298" fmla="*/ 2865724 h 4489084"/>
              <a:gd name="connsiteX12299" fmla="*/ 3062877 w 5158787"/>
              <a:gd name="connsiteY12299" fmla="*/ 2865724 h 4489084"/>
              <a:gd name="connsiteX12300" fmla="*/ 3064062 w 5158787"/>
              <a:gd name="connsiteY12300" fmla="*/ 2866376 h 4489084"/>
              <a:gd name="connsiteX12301" fmla="*/ 3073656 w 5158787"/>
              <a:gd name="connsiteY12301" fmla="*/ 2883018 h 4489084"/>
              <a:gd name="connsiteX12302" fmla="*/ 3073656 w 5158787"/>
              <a:gd name="connsiteY12302" fmla="*/ 2884380 h 4489084"/>
              <a:gd name="connsiteX12303" fmla="*/ 3064062 w 5158787"/>
              <a:gd name="connsiteY12303" fmla="*/ 2901022 h 4489084"/>
              <a:gd name="connsiteX12304" fmla="*/ 3062877 w 5158787"/>
              <a:gd name="connsiteY12304" fmla="*/ 2901674 h 4489084"/>
              <a:gd name="connsiteX12305" fmla="*/ 3043689 w 5158787"/>
              <a:gd name="connsiteY12305" fmla="*/ 2901674 h 4489084"/>
              <a:gd name="connsiteX12306" fmla="*/ 3042504 w 5158787"/>
              <a:gd name="connsiteY12306" fmla="*/ 2901022 h 4489084"/>
              <a:gd name="connsiteX12307" fmla="*/ 3032910 w 5158787"/>
              <a:gd name="connsiteY12307" fmla="*/ 2884380 h 4489084"/>
              <a:gd name="connsiteX12308" fmla="*/ 3032910 w 5158787"/>
              <a:gd name="connsiteY12308" fmla="*/ 2883018 h 4489084"/>
              <a:gd name="connsiteX12309" fmla="*/ 3042504 w 5158787"/>
              <a:gd name="connsiteY12309" fmla="*/ 2866376 h 4489084"/>
              <a:gd name="connsiteX12310" fmla="*/ 3043689 w 5158787"/>
              <a:gd name="connsiteY12310" fmla="*/ 2865724 h 4489084"/>
              <a:gd name="connsiteX12311" fmla="*/ 4599117 w 5158787"/>
              <a:gd name="connsiteY12311" fmla="*/ 2865606 h 4489084"/>
              <a:gd name="connsiteX12312" fmla="*/ 4618424 w 5158787"/>
              <a:gd name="connsiteY12312" fmla="*/ 2865606 h 4489084"/>
              <a:gd name="connsiteX12313" fmla="*/ 4619609 w 5158787"/>
              <a:gd name="connsiteY12313" fmla="*/ 2866317 h 4489084"/>
              <a:gd name="connsiteX12314" fmla="*/ 4629262 w 5158787"/>
              <a:gd name="connsiteY12314" fmla="*/ 2883077 h 4489084"/>
              <a:gd name="connsiteX12315" fmla="*/ 4629262 w 5158787"/>
              <a:gd name="connsiteY12315" fmla="*/ 2884440 h 4489084"/>
              <a:gd name="connsiteX12316" fmla="*/ 4619609 w 5158787"/>
              <a:gd name="connsiteY12316" fmla="*/ 2901200 h 4489084"/>
              <a:gd name="connsiteX12317" fmla="*/ 4618424 w 5158787"/>
              <a:gd name="connsiteY12317" fmla="*/ 2901911 h 4489084"/>
              <a:gd name="connsiteX12318" fmla="*/ 4599117 w 5158787"/>
              <a:gd name="connsiteY12318" fmla="*/ 2901911 h 4489084"/>
              <a:gd name="connsiteX12319" fmla="*/ 4597932 w 5158787"/>
              <a:gd name="connsiteY12319" fmla="*/ 2901200 h 4489084"/>
              <a:gd name="connsiteX12320" fmla="*/ 4588278 w 5158787"/>
              <a:gd name="connsiteY12320" fmla="*/ 2884440 h 4489084"/>
              <a:gd name="connsiteX12321" fmla="*/ 4588278 w 5158787"/>
              <a:gd name="connsiteY12321" fmla="*/ 2883077 h 4489084"/>
              <a:gd name="connsiteX12322" fmla="*/ 4597932 w 5158787"/>
              <a:gd name="connsiteY12322" fmla="*/ 2866317 h 4489084"/>
              <a:gd name="connsiteX12323" fmla="*/ 4599117 w 5158787"/>
              <a:gd name="connsiteY12323" fmla="*/ 2865606 h 4489084"/>
              <a:gd name="connsiteX12324" fmla="*/ 2637760 w 5158787"/>
              <a:gd name="connsiteY12324" fmla="*/ 2865546 h 4489084"/>
              <a:gd name="connsiteX12325" fmla="*/ 2657186 w 5158787"/>
              <a:gd name="connsiteY12325" fmla="*/ 2865546 h 4489084"/>
              <a:gd name="connsiteX12326" fmla="*/ 2658371 w 5158787"/>
              <a:gd name="connsiteY12326" fmla="*/ 2866257 h 4489084"/>
              <a:gd name="connsiteX12327" fmla="*/ 2668083 w 5158787"/>
              <a:gd name="connsiteY12327" fmla="*/ 2883076 h 4489084"/>
              <a:gd name="connsiteX12328" fmla="*/ 2668083 w 5158787"/>
              <a:gd name="connsiteY12328" fmla="*/ 2884439 h 4489084"/>
              <a:gd name="connsiteX12329" fmla="*/ 2658371 w 5158787"/>
              <a:gd name="connsiteY12329" fmla="*/ 2901259 h 4489084"/>
              <a:gd name="connsiteX12330" fmla="*/ 2657186 w 5158787"/>
              <a:gd name="connsiteY12330" fmla="*/ 2901969 h 4489084"/>
              <a:gd name="connsiteX12331" fmla="*/ 2637760 w 5158787"/>
              <a:gd name="connsiteY12331" fmla="*/ 2901969 h 4489084"/>
              <a:gd name="connsiteX12332" fmla="*/ 2636576 w 5158787"/>
              <a:gd name="connsiteY12332" fmla="*/ 2901259 h 4489084"/>
              <a:gd name="connsiteX12333" fmla="*/ 2626863 w 5158787"/>
              <a:gd name="connsiteY12333" fmla="*/ 2884439 h 4489084"/>
              <a:gd name="connsiteX12334" fmla="*/ 2626863 w 5158787"/>
              <a:gd name="connsiteY12334" fmla="*/ 2883076 h 4489084"/>
              <a:gd name="connsiteX12335" fmla="*/ 2636576 w 5158787"/>
              <a:gd name="connsiteY12335" fmla="*/ 2866257 h 4489084"/>
              <a:gd name="connsiteX12336" fmla="*/ 2637760 w 5158787"/>
              <a:gd name="connsiteY12336" fmla="*/ 2865546 h 4489084"/>
              <a:gd name="connsiteX12337" fmla="*/ 2569888 w 5158787"/>
              <a:gd name="connsiteY12337" fmla="*/ 2865013 h 4489084"/>
              <a:gd name="connsiteX12338" fmla="*/ 2589847 w 5158787"/>
              <a:gd name="connsiteY12338" fmla="*/ 2865013 h 4489084"/>
              <a:gd name="connsiteX12339" fmla="*/ 2591091 w 5158787"/>
              <a:gd name="connsiteY12339" fmla="*/ 2865724 h 4489084"/>
              <a:gd name="connsiteX12340" fmla="*/ 2601100 w 5158787"/>
              <a:gd name="connsiteY12340" fmla="*/ 2883018 h 4489084"/>
              <a:gd name="connsiteX12341" fmla="*/ 2601100 w 5158787"/>
              <a:gd name="connsiteY12341" fmla="*/ 2884439 h 4489084"/>
              <a:gd name="connsiteX12342" fmla="*/ 2591091 w 5158787"/>
              <a:gd name="connsiteY12342" fmla="*/ 2901733 h 4489084"/>
              <a:gd name="connsiteX12343" fmla="*/ 2589847 w 5158787"/>
              <a:gd name="connsiteY12343" fmla="*/ 2902443 h 4489084"/>
              <a:gd name="connsiteX12344" fmla="*/ 2569888 w 5158787"/>
              <a:gd name="connsiteY12344" fmla="*/ 2902443 h 4489084"/>
              <a:gd name="connsiteX12345" fmla="*/ 2568645 w 5158787"/>
              <a:gd name="connsiteY12345" fmla="*/ 2901733 h 4489084"/>
              <a:gd name="connsiteX12346" fmla="*/ 2558636 w 5158787"/>
              <a:gd name="connsiteY12346" fmla="*/ 2884439 h 4489084"/>
              <a:gd name="connsiteX12347" fmla="*/ 2558636 w 5158787"/>
              <a:gd name="connsiteY12347" fmla="*/ 2883018 h 4489084"/>
              <a:gd name="connsiteX12348" fmla="*/ 2568645 w 5158787"/>
              <a:gd name="connsiteY12348" fmla="*/ 2865724 h 4489084"/>
              <a:gd name="connsiteX12349" fmla="*/ 2569888 w 5158787"/>
              <a:gd name="connsiteY12349" fmla="*/ 2865013 h 4489084"/>
              <a:gd name="connsiteX12350" fmla="*/ 2502253 w 5158787"/>
              <a:gd name="connsiteY12350" fmla="*/ 2865013 h 4489084"/>
              <a:gd name="connsiteX12351" fmla="*/ 2522212 w 5158787"/>
              <a:gd name="connsiteY12351" fmla="*/ 2865013 h 4489084"/>
              <a:gd name="connsiteX12352" fmla="*/ 2523456 w 5158787"/>
              <a:gd name="connsiteY12352" fmla="*/ 2865724 h 4489084"/>
              <a:gd name="connsiteX12353" fmla="*/ 2533465 w 5158787"/>
              <a:gd name="connsiteY12353" fmla="*/ 2883018 h 4489084"/>
              <a:gd name="connsiteX12354" fmla="*/ 2533465 w 5158787"/>
              <a:gd name="connsiteY12354" fmla="*/ 2884439 h 4489084"/>
              <a:gd name="connsiteX12355" fmla="*/ 2523456 w 5158787"/>
              <a:gd name="connsiteY12355" fmla="*/ 2901733 h 4489084"/>
              <a:gd name="connsiteX12356" fmla="*/ 2522212 w 5158787"/>
              <a:gd name="connsiteY12356" fmla="*/ 2902443 h 4489084"/>
              <a:gd name="connsiteX12357" fmla="*/ 2502253 w 5158787"/>
              <a:gd name="connsiteY12357" fmla="*/ 2902443 h 4489084"/>
              <a:gd name="connsiteX12358" fmla="*/ 2501010 w 5158787"/>
              <a:gd name="connsiteY12358" fmla="*/ 2901733 h 4489084"/>
              <a:gd name="connsiteX12359" fmla="*/ 2491001 w 5158787"/>
              <a:gd name="connsiteY12359" fmla="*/ 2884439 h 4489084"/>
              <a:gd name="connsiteX12360" fmla="*/ 2491001 w 5158787"/>
              <a:gd name="connsiteY12360" fmla="*/ 2883018 h 4489084"/>
              <a:gd name="connsiteX12361" fmla="*/ 2501010 w 5158787"/>
              <a:gd name="connsiteY12361" fmla="*/ 2865724 h 4489084"/>
              <a:gd name="connsiteX12362" fmla="*/ 2502253 w 5158787"/>
              <a:gd name="connsiteY12362" fmla="*/ 2865013 h 4489084"/>
              <a:gd name="connsiteX12363" fmla="*/ 2299348 w 5158787"/>
              <a:gd name="connsiteY12363" fmla="*/ 2865013 h 4489084"/>
              <a:gd name="connsiteX12364" fmla="*/ 2319307 w 5158787"/>
              <a:gd name="connsiteY12364" fmla="*/ 2865013 h 4489084"/>
              <a:gd name="connsiteX12365" fmla="*/ 2320551 w 5158787"/>
              <a:gd name="connsiteY12365" fmla="*/ 2865724 h 4489084"/>
              <a:gd name="connsiteX12366" fmla="*/ 2330560 w 5158787"/>
              <a:gd name="connsiteY12366" fmla="*/ 2883018 h 4489084"/>
              <a:gd name="connsiteX12367" fmla="*/ 2330560 w 5158787"/>
              <a:gd name="connsiteY12367" fmla="*/ 2884439 h 4489084"/>
              <a:gd name="connsiteX12368" fmla="*/ 2320551 w 5158787"/>
              <a:gd name="connsiteY12368" fmla="*/ 2901733 h 4489084"/>
              <a:gd name="connsiteX12369" fmla="*/ 2319307 w 5158787"/>
              <a:gd name="connsiteY12369" fmla="*/ 2902443 h 4489084"/>
              <a:gd name="connsiteX12370" fmla="*/ 2299348 w 5158787"/>
              <a:gd name="connsiteY12370" fmla="*/ 2902443 h 4489084"/>
              <a:gd name="connsiteX12371" fmla="*/ 2298105 w 5158787"/>
              <a:gd name="connsiteY12371" fmla="*/ 2901733 h 4489084"/>
              <a:gd name="connsiteX12372" fmla="*/ 2288096 w 5158787"/>
              <a:gd name="connsiteY12372" fmla="*/ 2884439 h 4489084"/>
              <a:gd name="connsiteX12373" fmla="*/ 2288096 w 5158787"/>
              <a:gd name="connsiteY12373" fmla="*/ 2883018 h 4489084"/>
              <a:gd name="connsiteX12374" fmla="*/ 2298105 w 5158787"/>
              <a:gd name="connsiteY12374" fmla="*/ 2865724 h 4489084"/>
              <a:gd name="connsiteX12375" fmla="*/ 2299348 w 5158787"/>
              <a:gd name="connsiteY12375" fmla="*/ 2865013 h 4489084"/>
              <a:gd name="connsiteX12376" fmla="*/ 2840369 w 5158787"/>
              <a:gd name="connsiteY12376" fmla="*/ 2864895 h 4489084"/>
              <a:gd name="connsiteX12377" fmla="*/ 2860446 w 5158787"/>
              <a:gd name="connsiteY12377" fmla="*/ 2864895 h 4489084"/>
              <a:gd name="connsiteX12378" fmla="*/ 2861690 w 5158787"/>
              <a:gd name="connsiteY12378" fmla="*/ 2865606 h 4489084"/>
              <a:gd name="connsiteX12379" fmla="*/ 2871699 w 5158787"/>
              <a:gd name="connsiteY12379" fmla="*/ 2883018 h 4489084"/>
              <a:gd name="connsiteX12380" fmla="*/ 2871699 w 5158787"/>
              <a:gd name="connsiteY12380" fmla="*/ 2884439 h 4489084"/>
              <a:gd name="connsiteX12381" fmla="*/ 2861631 w 5158787"/>
              <a:gd name="connsiteY12381" fmla="*/ 2901851 h 4489084"/>
              <a:gd name="connsiteX12382" fmla="*/ 2860387 w 5158787"/>
              <a:gd name="connsiteY12382" fmla="*/ 2902562 h 4489084"/>
              <a:gd name="connsiteX12383" fmla="*/ 2840309 w 5158787"/>
              <a:gd name="connsiteY12383" fmla="*/ 2902562 h 4489084"/>
              <a:gd name="connsiteX12384" fmla="*/ 2839066 w 5158787"/>
              <a:gd name="connsiteY12384" fmla="*/ 2901851 h 4489084"/>
              <a:gd name="connsiteX12385" fmla="*/ 2829057 w 5158787"/>
              <a:gd name="connsiteY12385" fmla="*/ 2884439 h 4489084"/>
              <a:gd name="connsiteX12386" fmla="*/ 2829057 w 5158787"/>
              <a:gd name="connsiteY12386" fmla="*/ 2883018 h 4489084"/>
              <a:gd name="connsiteX12387" fmla="*/ 2839125 w 5158787"/>
              <a:gd name="connsiteY12387" fmla="*/ 2865606 h 4489084"/>
              <a:gd name="connsiteX12388" fmla="*/ 2840369 w 5158787"/>
              <a:gd name="connsiteY12388" fmla="*/ 2864895 h 4489084"/>
              <a:gd name="connsiteX12389" fmla="*/ 2704980 w 5158787"/>
              <a:gd name="connsiteY12389" fmla="*/ 2864717 h 4489084"/>
              <a:gd name="connsiteX12390" fmla="*/ 2725294 w 5158787"/>
              <a:gd name="connsiteY12390" fmla="*/ 2864717 h 4489084"/>
              <a:gd name="connsiteX12391" fmla="*/ 2726538 w 5158787"/>
              <a:gd name="connsiteY12391" fmla="*/ 2865428 h 4489084"/>
              <a:gd name="connsiteX12392" fmla="*/ 2736666 w 5158787"/>
              <a:gd name="connsiteY12392" fmla="*/ 2883018 h 4489084"/>
              <a:gd name="connsiteX12393" fmla="*/ 2736666 w 5158787"/>
              <a:gd name="connsiteY12393" fmla="*/ 2884439 h 4489084"/>
              <a:gd name="connsiteX12394" fmla="*/ 2726479 w 5158787"/>
              <a:gd name="connsiteY12394" fmla="*/ 2902029 h 4489084"/>
              <a:gd name="connsiteX12395" fmla="*/ 2725235 w 5158787"/>
              <a:gd name="connsiteY12395" fmla="*/ 2902739 h 4489084"/>
              <a:gd name="connsiteX12396" fmla="*/ 2704921 w 5158787"/>
              <a:gd name="connsiteY12396" fmla="*/ 2902739 h 4489084"/>
              <a:gd name="connsiteX12397" fmla="*/ 2703677 w 5158787"/>
              <a:gd name="connsiteY12397" fmla="*/ 2902029 h 4489084"/>
              <a:gd name="connsiteX12398" fmla="*/ 2693550 w 5158787"/>
              <a:gd name="connsiteY12398" fmla="*/ 2884439 h 4489084"/>
              <a:gd name="connsiteX12399" fmla="*/ 2693550 w 5158787"/>
              <a:gd name="connsiteY12399" fmla="*/ 2883018 h 4489084"/>
              <a:gd name="connsiteX12400" fmla="*/ 2703736 w 5158787"/>
              <a:gd name="connsiteY12400" fmla="*/ 2865428 h 4489084"/>
              <a:gd name="connsiteX12401" fmla="*/ 2704980 w 5158787"/>
              <a:gd name="connsiteY12401" fmla="*/ 2864717 h 4489084"/>
              <a:gd name="connsiteX12402" fmla="*/ 4936581 w 5158787"/>
              <a:gd name="connsiteY12402" fmla="*/ 2864362 h 4489084"/>
              <a:gd name="connsiteX12403" fmla="*/ 4957251 w 5158787"/>
              <a:gd name="connsiteY12403" fmla="*/ 2864362 h 4489084"/>
              <a:gd name="connsiteX12404" fmla="*/ 4958494 w 5158787"/>
              <a:gd name="connsiteY12404" fmla="*/ 2865073 h 4489084"/>
              <a:gd name="connsiteX12405" fmla="*/ 4968800 w 5158787"/>
              <a:gd name="connsiteY12405" fmla="*/ 2882959 h 4489084"/>
              <a:gd name="connsiteX12406" fmla="*/ 4968800 w 5158787"/>
              <a:gd name="connsiteY12406" fmla="*/ 2884439 h 4489084"/>
              <a:gd name="connsiteX12407" fmla="*/ 4958494 w 5158787"/>
              <a:gd name="connsiteY12407" fmla="*/ 2902325 h 4489084"/>
              <a:gd name="connsiteX12408" fmla="*/ 4957251 w 5158787"/>
              <a:gd name="connsiteY12408" fmla="*/ 2903036 h 4489084"/>
              <a:gd name="connsiteX12409" fmla="*/ 4936581 w 5158787"/>
              <a:gd name="connsiteY12409" fmla="*/ 2903036 h 4489084"/>
              <a:gd name="connsiteX12410" fmla="*/ 4935338 w 5158787"/>
              <a:gd name="connsiteY12410" fmla="*/ 2902325 h 4489084"/>
              <a:gd name="connsiteX12411" fmla="*/ 4925033 w 5158787"/>
              <a:gd name="connsiteY12411" fmla="*/ 2884439 h 4489084"/>
              <a:gd name="connsiteX12412" fmla="*/ 4925033 w 5158787"/>
              <a:gd name="connsiteY12412" fmla="*/ 2882959 h 4489084"/>
              <a:gd name="connsiteX12413" fmla="*/ 4935338 w 5158787"/>
              <a:gd name="connsiteY12413" fmla="*/ 2865073 h 4489084"/>
              <a:gd name="connsiteX12414" fmla="*/ 4936581 w 5158787"/>
              <a:gd name="connsiteY12414" fmla="*/ 2864362 h 4489084"/>
              <a:gd name="connsiteX12415" fmla="*/ 2231298 w 5158787"/>
              <a:gd name="connsiteY12415" fmla="*/ 2864184 h 4489084"/>
              <a:gd name="connsiteX12416" fmla="*/ 2252146 w 5158787"/>
              <a:gd name="connsiteY12416" fmla="*/ 2864184 h 4489084"/>
              <a:gd name="connsiteX12417" fmla="*/ 2253449 w 5158787"/>
              <a:gd name="connsiteY12417" fmla="*/ 2864895 h 4489084"/>
              <a:gd name="connsiteX12418" fmla="*/ 2263872 w 5158787"/>
              <a:gd name="connsiteY12418" fmla="*/ 2882959 h 4489084"/>
              <a:gd name="connsiteX12419" fmla="*/ 2263872 w 5158787"/>
              <a:gd name="connsiteY12419" fmla="*/ 2884439 h 4489084"/>
              <a:gd name="connsiteX12420" fmla="*/ 2253449 w 5158787"/>
              <a:gd name="connsiteY12420" fmla="*/ 2902503 h 4489084"/>
              <a:gd name="connsiteX12421" fmla="*/ 2252146 w 5158787"/>
              <a:gd name="connsiteY12421" fmla="*/ 2903213 h 4489084"/>
              <a:gd name="connsiteX12422" fmla="*/ 2231298 w 5158787"/>
              <a:gd name="connsiteY12422" fmla="*/ 2903213 h 4489084"/>
              <a:gd name="connsiteX12423" fmla="*/ 2229996 w 5158787"/>
              <a:gd name="connsiteY12423" fmla="*/ 2902503 h 4489084"/>
              <a:gd name="connsiteX12424" fmla="*/ 2219572 w 5158787"/>
              <a:gd name="connsiteY12424" fmla="*/ 2884439 h 4489084"/>
              <a:gd name="connsiteX12425" fmla="*/ 2219572 w 5158787"/>
              <a:gd name="connsiteY12425" fmla="*/ 2882959 h 4489084"/>
              <a:gd name="connsiteX12426" fmla="*/ 2229996 w 5158787"/>
              <a:gd name="connsiteY12426" fmla="*/ 2864895 h 4489084"/>
              <a:gd name="connsiteX12427" fmla="*/ 2231298 w 5158787"/>
              <a:gd name="connsiteY12427" fmla="*/ 2864184 h 4489084"/>
              <a:gd name="connsiteX12428" fmla="*/ 2028215 w 5158787"/>
              <a:gd name="connsiteY12428" fmla="*/ 2863888 h 4489084"/>
              <a:gd name="connsiteX12429" fmla="*/ 2049418 w 5158787"/>
              <a:gd name="connsiteY12429" fmla="*/ 2863888 h 4489084"/>
              <a:gd name="connsiteX12430" fmla="*/ 2050721 w 5158787"/>
              <a:gd name="connsiteY12430" fmla="*/ 2864658 h 4489084"/>
              <a:gd name="connsiteX12431" fmla="*/ 2061322 w 5158787"/>
              <a:gd name="connsiteY12431" fmla="*/ 2883018 h 4489084"/>
              <a:gd name="connsiteX12432" fmla="*/ 2061322 w 5158787"/>
              <a:gd name="connsiteY12432" fmla="*/ 2884499 h 4489084"/>
              <a:gd name="connsiteX12433" fmla="*/ 2050721 w 5158787"/>
              <a:gd name="connsiteY12433" fmla="*/ 2902858 h 4489084"/>
              <a:gd name="connsiteX12434" fmla="*/ 2049418 w 5158787"/>
              <a:gd name="connsiteY12434" fmla="*/ 2903628 h 4489084"/>
              <a:gd name="connsiteX12435" fmla="*/ 2028215 w 5158787"/>
              <a:gd name="connsiteY12435" fmla="*/ 2903628 h 4489084"/>
              <a:gd name="connsiteX12436" fmla="*/ 2026913 w 5158787"/>
              <a:gd name="connsiteY12436" fmla="*/ 2902858 h 4489084"/>
              <a:gd name="connsiteX12437" fmla="*/ 2016311 w 5158787"/>
              <a:gd name="connsiteY12437" fmla="*/ 2884499 h 4489084"/>
              <a:gd name="connsiteX12438" fmla="*/ 2016311 w 5158787"/>
              <a:gd name="connsiteY12438" fmla="*/ 2883018 h 4489084"/>
              <a:gd name="connsiteX12439" fmla="*/ 2026913 w 5158787"/>
              <a:gd name="connsiteY12439" fmla="*/ 2864658 h 4489084"/>
              <a:gd name="connsiteX12440" fmla="*/ 2028215 w 5158787"/>
              <a:gd name="connsiteY12440" fmla="*/ 2863888 h 4489084"/>
              <a:gd name="connsiteX12441" fmla="*/ 4733263 w 5158787"/>
              <a:gd name="connsiteY12441" fmla="*/ 2863473 h 4489084"/>
              <a:gd name="connsiteX12442" fmla="*/ 4754879 w 5158787"/>
              <a:gd name="connsiteY12442" fmla="*/ 2863473 h 4489084"/>
              <a:gd name="connsiteX12443" fmla="*/ 4756183 w 5158787"/>
              <a:gd name="connsiteY12443" fmla="*/ 2864243 h 4489084"/>
              <a:gd name="connsiteX12444" fmla="*/ 4767021 w 5158787"/>
              <a:gd name="connsiteY12444" fmla="*/ 2882958 h 4489084"/>
              <a:gd name="connsiteX12445" fmla="*/ 4767021 w 5158787"/>
              <a:gd name="connsiteY12445" fmla="*/ 2884498 h 4489084"/>
              <a:gd name="connsiteX12446" fmla="*/ 4756183 w 5158787"/>
              <a:gd name="connsiteY12446" fmla="*/ 2903213 h 4489084"/>
              <a:gd name="connsiteX12447" fmla="*/ 4754879 w 5158787"/>
              <a:gd name="connsiteY12447" fmla="*/ 2903983 h 4489084"/>
              <a:gd name="connsiteX12448" fmla="*/ 4733263 w 5158787"/>
              <a:gd name="connsiteY12448" fmla="*/ 2903983 h 4489084"/>
              <a:gd name="connsiteX12449" fmla="*/ 4731959 w 5158787"/>
              <a:gd name="connsiteY12449" fmla="*/ 2903213 h 4489084"/>
              <a:gd name="connsiteX12450" fmla="*/ 4721121 w 5158787"/>
              <a:gd name="connsiteY12450" fmla="*/ 2884498 h 4489084"/>
              <a:gd name="connsiteX12451" fmla="*/ 4721121 w 5158787"/>
              <a:gd name="connsiteY12451" fmla="*/ 2882958 h 4489084"/>
              <a:gd name="connsiteX12452" fmla="*/ 4731959 w 5158787"/>
              <a:gd name="connsiteY12452" fmla="*/ 2864243 h 4489084"/>
              <a:gd name="connsiteX12453" fmla="*/ 4733263 w 5158787"/>
              <a:gd name="connsiteY12453" fmla="*/ 2863473 h 4489084"/>
              <a:gd name="connsiteX12454" fmla="*/ 4665449 w 5158787"/>
              <a:gd name="connsiteY12454" fmla="*/ 2863118 h 4489084"/>
              <a:gd name="connsiteX12455" fmla="*/ 4687422 w 5158787"/>
              <a:gd name="connsiteY12455" fmla="*/ 2863118 h 4489084"/>
              <a:gd name="connsiteX12456" fmla="*/ 4688784 w 5158787"/>
              <a:gd name="connsiteY12456" fmla="*/ 2863888 h 4489084"/>
              <a:gd name="connsiteX12457" fmla="*/ 4699741 w 5158787"/>
              <a:gd name="connsiteY12457" fmla="*/ 2882899 h 4489084"/>
              <a:gd name="connsiteX12458" fmla="*/ 4699741 w 5158787"/>
              <a:gd name="connsiteY12458" fmla="*/ 2884439 h 4489084"/>
              <a:gd name="connsiteX12459" fmla="*/ 4688725 w 5158787"/>
              <a:gd name="connsiteY12459" fmla="*/ 2903450 h 4489084"/>
              <a:gd name="connsiteX12460" fmla="*/ 4687363 w 5158787"/>
              <a:gd name="connsiteY12460" fmla="*/ 2904220 h 4489084"/>
              <a:gd name="connsiteX12461" fmla="*/ 4665390 w 5158787"/>
              <a:gd name="connsiteY12461" fmla="*/ 2904220 h 4489084"/>
              <a:gd name="connsiteX12462" fmla="*/ 4664028 w 5158787"/>
              <a:gd name="connsiteY12462" fmla="*/ 2903450 h 4489084"/>
              <a:gd name="connsiteX12463" fmla="*/ 4653071 w 5158787"/>
              <a:gd name="connsiteY12463" fmla="*/ 2884439 h 4489084"/>
              <a:gd name="connsiteX12464" fmla="*/ 4653071 w 5158787"/>
              <a:gd name="connsiteY12464" fmla="*/ 2882899 h 4489084"/>
              <a:gd name="connsiteX12465" fmla="*/ 4664087 w 5158787"/>
              <a:gd name="connsiteY12465" fmla="*/ 2863888 h 4489084"/>
              <a:gd name="connsiteX12466" fmla="*/ 4665449 w 5158787"/>
              <a:gd name="connsiteY12466" fmla="*/ 2863118 h 4489084"/>
              <a:gd name="connsiteX12467" fmla="*/ 2095436 w 5158787"/>
              <a:gd name="connsiteY12467" fmla="*/ 2863118 h 4489084"/>
              <a:gd name="connsiteX12468" fmla="*/ 2117409 w 5158787"/>
              <a:gd name="connsiteY12468" fmla="*/ 2863118 h 4489084"/>
              <a:gd name="connsiteX12469" fmla="*/ 2118771 w 5158787"/>
              <a:gd name="connsiteY12469" fmla="*/ 2863888 h 4489084"/>
              <a:gd name="connsiteX12470" fmla="*/ 2129727 w 5158787"/>
              <a:gd name="connsiteY12470" fmla="*/ 2882899 h 4489084"/>
              <a:gd name="connsiteX12471" fmla="*/ 2129727 w 5158787"/>
              <a:gd name="connsiteY12471" fmla="*/ 2884439 h 4489084"/>
              <a:gd name="connsiteX12472" fmla="*/ 2118712 w 5158787"/>
              <a:gd name="connsiteY12472" fmla="*/ 2903450 h 4489084"/>
              <a:gd name="connsiteX12473" fmla="*/ 2117349 w 5158787"/>
              <a:gd name="connsiteY12473" fmla="*/ 2904220 h 4489084"/>
              <a:gd name="connsiteX12474" fmla="*/ 2095377 w 5158787"/>
              <a:gd name="connsiteY12474" fmla="*/ 2904220 h 4489084"/>
              <a:gd name="connsiteX12475" fmla="*/ 2094015 w 5158787"/>
              <a:gd name="connsiteY12475" fmla="*/ 2903450 h 4489084"/>
              <a:gd name="connsiteX12476" fmla="*/ 2083058 w 5158787"/>
              <a:gd name="connsiteY12476" fmla="*/ 2884439 h 4489084"/>
              <a:gd name="connsiteX12477" fmla="*/ 2083058 w 5158787"/>
              <a:gd name="connsiteY12477" fmla="*/ 2882899 h 4489084"/>
              <a:gd name="connsiteX12478" fmla="*/ 2094074 w 5158787"/>
              <a:gd name="connsiteY12478" fmla="*/ 2863888 h 4489084"/>
              <a:gd name="connsiteX12479" fmla="*/ 2095436 w 5158787"/>
              <a:gd name="connsiteY12479" fmla="*/ 2863118 h 4489084"/>
              <a:gd name="connsiteX12480" fmla="*/ 1960225 w 5158787"/>
              <a:gd name="connsiteY12480" fmla="*/ 2863118 h 4489084"/>
              <a:gd name="connsiteX12481" fmla="*/ 1982198 w 5158787"/>
              <a:gd name="connsiteY12481" fmla="*/ 2863118 h 4489084"/>
              <a:gd name="connsiteX12482" fmla="*/ 1983560 w 5158787"/>
              <a:gd name="connsiteY12482" fmla="*/ 2863888 h 4489084"/>
              <a:gd name="connsiteX12483" fmla="*/ 1994516 w 5158787"/>
              <a:gd name="connsiteY12483" fmla="*/ 2882899 h 4489084"/>
              <a:gd name="connsiteX12484" fmla="*/ 1994516 w 5158787"/>
              <a:gd name="connsiteY12484" fmla="*/ 2884439 h 4489084"/>
              <a:gd name="connsiteX12485" fmla="*/ 1983501 w 5158787"/>
              <a:gd name="connsiteY12485" fmla="*/ 2903450 h 4489084"/>
              <a:gd name="connsiteX12486" fmla="*/ 1982139 w 5158787"/>
              <a:gd name="connsiteY12486" fmla="*/ 2904220 h 4489084"/>
              <a:gd name="connsiteX12487" fmla="*/ 1960166 w 5158787"/>
              <a:gd name="connsiteY12487" fmla="*/ 2904220 h 4489084"/>
              <a:gd name="connsiteX12488" fmla="*/ 1958804 w 5158787"/>
              <a:gd name="connsiteY12488" fmla="*/ 2903450 h 4489084"/>
              <a:gd name="connsiteX12489" fmla="*/ 1947847 w 5158787"/>
              <a:gd name="connsiteY12489" fmla="*/ 2884439 h 4489084"/>
              <a:gd name="connsiteX12490" fmla="*/ 1947847 w 5158787"/>
              <a:gd name="connsiteY12490" fmla="*/ 2882899 h 4489084"/>
              <a:gd name="connsiteX12491" fmla="*/ 1958863 w 5158787"/>
              <a:gd name="connsiteY12491" fmla="*/ 2863888 h 4489084"/>
              <a:gd name="connsiteX12492" fmla="*/ 1960225 w 5158787"/>
              <a:gd name="connsiteY12492" fmla="*/ 2863118 h 4489084"/>
              <a:gd name="connsiteX12493" fmla="*/ 2162893 w 5158787"/>
              <a:gd name="connsiteY12493" fmla="*/ 2862703 h 4489084"/>
              <a:gd name="connsiteX12494" fmla="*/ 2185280 w 5158787"/>
              <a:gd name="connsiteY12494" fmla="*/ 2862703 h 4489084"/>
              <a:gd name="connsiteX12495" fmla="*/ 2186642 w 5158787"/>
              <a:gd name="connsiteY12495" fmla="*/ 2863473 h 4489084"/>
              <a:gd name="connsiteX12496" fmla="*/ 2197836 w 5158787"/>
              <a:gd name="connsiteY12496" fmla="*/ 2882899 h 4489084"/>
              <a:gd name="connsiteX12497" fmla="*/ 2197836 w 5158787"/>
              <a:gd name="connsiteY12497" fmla="*/ 2884498 h 4489084"/>
              <a:gd name="connsiteX12498" fmla="*/ 2186642 w 5158787"/>
              <a:gd name="connsiteY12498" fmla="*/ 2903924 h 4489084"/>
              <a:gd name="connsiteX12499" fmla="*/ 2185280 w 5158787"/>
              <a:gd name="connsiteY12499" fmla="*/ 2904694 h 4489084"/>
              <a:gd name="connsiteX12500" fmla="*/ 2162893 w 5158787"/>
              <a:gd name="connsiteY12500" fmla="*/ 2904694 h 4489084"/>
              <a:gd name="connsiteX12501" fmla="*/ 2161531 w 5158787"/>
              <a:gd name="connsiteY12501" fmla="*/ 2903924 h 4489084"/>
              <a:gd name="connsiteX12502" fmla="*/ 2150337 w 5158787"/>
              <a:gd name="connsiteY12502" fmla="*/ 2884498 h 4489084"/>
              <a:gd name="connsiteX12503" fmla="*/ 2150337 w 5158787"/>
              <a:gd name="connsiteY12503" fmla="*/ 2882899 h 4489084"/>
              <a:gd name="connsiteX12504" fmla="*/ 2161531 w 5158787"/>
              <a:gd name="connsiteY12504" fmla="*/ 2863473 h 4489084"/>
              <a:gd name="connsiteX12505" fmla="*/ 2162893 w 5158787"/>
              <a:gd name="connsiteY12505" fmla="*/ 2862703 h 4489084"/>
              <a:gd name="connsiteX12506" fmla="*/ 4800186 w 5158787"/>
              <a:gd name="connsiteY12506" fmla="*/ 2862230 h 4489084"/>
              <a:gd name="connsiteX12507" fmla="*/ 4823165 w 5158787"/>
              <a:gd name="connsiteY12507" fmla="*/ 2862230 h 4489084"/>
              <a:gd name="connsiteX12508" fmla="*/ 4824587 w 5158787"/>
              <a:gd name="connsiteY12508" fmla="*/ 2863059 h 4489084"/>
              <a:gd name="connsiteX12509" fmla="*/ 4836077 w 5158787"/>
              <a:gd name="connsiteY12509" fmla="*/ 2882959 h 4489084"/>
              <a:gd name="connsiteX12510" fmla="*/ 4836077 w 5158787"/>
              <a:gd name="connsiteY12510" fmla="*/ 2884558 h 4489084"/>
              <a:gd name="connsiteX12511" fmla="*/ 4824587 w 5158787"/>
              <a:gd name="connsiteY12511" fmla="*/ 2904458 h 4489084"/>
              <a:gd name="connsiteX12512" fmla="*/ 4823165 w 5158787"/>
              <a:gd name="connsiteY12512" fmla="*/ 2905286 h 4489084"/>
              <a:gd name="connsiteX12513" fmla="*/ 4800186 w 5158787"/>
              <a:gd name="connsiteY12513" fmla="*/ 2905286 h 4489084"/>
              <a:gd name="connsiteX12514" fmla="*/ 4798765 w 5158787"/>
              <a:gd name="connsiteY12514" fmla="*/ 2904458 h 4489084"/>
              <a:gd name="connsiteX12515" fmla="*/ 4787275 w 5158787"/>
              <a:gd name="connsiteY12515" fmla="*/ 2884558 h 4489084"/>
              <a:gd name="connsiteX12516" fmla="*/ 4787275 w 5158787"/>
              <a:gd name="connsiteY12516" fmla="*/ 2882959 h 4489084"/>
              <a:gd name="connsiteX12517" fmla="*/ 4798765 w 5158787"/>
              <a:gd name="connsiteY12517" fmla="*/ 2863059 h 4489084"/>
              <a:gd name="connsiteX12518" fmla="*/ 4800186 w 5158787"/>
              <a:gd name="connsiteY12518" fmla="*/ 2862230 h 4489084"/>
              <a:gd name="connsiteX12519" fmla="*/ 4867644 w 5158787"/>
              <a:gd name="connsiteY12519" fmla="*/ 2861815 h 4489084"/>
              <a:gd name="connsiteX12520" fmla="*/ 4891038 w 5158787"/>
              <a:gd name="connsiteY12520" fmla="*/ 2861815 h 4489084"/>
              <a:gd name="connsiteX12521" fmla="*/ 4892460 w 5158787"/>
              <a:gd name="connsiteY12521" fmla="*/ 2862644 h 4489084"/>
              <a:gd name="connsiteX12522" fmla="*/ 4904127 w 5158787"/>
              <a:gd name="connsiteY12522" fmla="*/ 2882899 h 4489084"/>
              <a:gd name="connsiteX12523" fmla="*/ 4904127 w 5158787"/>
              <a:gd name="connsiteY12523" fmla="*/ 2884557 h 4489084"/>
              <a:gd name="connsiteX12524" fmla="*/ 4892401 w 5158787"/>
              <a:gd name="connsiteY12524" fmla="*/ 2904812 h 4489084"/>
              <a:gd name="connsiteX12525" fmla="*/ 4890979 w 5158787"/>
              <a:gd name="connsiteY12525" fmla="*/ 2905641 h 4489084"/>
              <a:gd name="connsiteX12526" fmla="*/ 4867585 w 5158787"/>
              <a:gd name="connsiteY12526" fmla="*/ 2905641 h 4489084"/>
              <a:gd name="connsiteX12527" fmla="*/ 4866163 w 5158787"/>
              <a:gd name="connsiteY12527" fmla="*/ 2904812 h 4489084"/>
              <a:gd name="connsiteX12528" fmla="*/ 4854496 w 5158787"/>
              <a:gd name="connsiteY12528" fmla="*/ 2884557 h 4489084"/>
              <a:gd name="connsiteX12529" fmla="*/ 4854496 w 5158787"/>
              <a:gd name="connsiteY12529" fmla="*/ 2882899 h 4489084"/>
              <a:gd name="connsiteX12530" fmla="*/ 4866223 w 5158787"/>
              <a:gd name="connsiteY12530" fmla="*/ 2862644 h 4489084"/>
              <a:gd name="connsiteX12531" fmla="*/ 4867644 w 5158787"/>
              <a:gd name="connsiteY12531" fmla="*/ 2861815 h 4489084"/>
              <a:gd name="connsiteX12532" fmla="*/ 3993067 w 5158787"/>
              <a:gd name="connsiteY12532" fmla="*/ 2811948 h 4489084"/>
              <a:gd name="connsiteX12533" fmla="*/ 4007104 w 5158787"/>
              <a:gd name="connsiteY12533" fmla="*/ 2811948 h 4489084"/>
              <a:gd name="connsiteX12534" fmla="*/ 4007932 w 5158787"/>
              <a:gd name="connsiteY12534" fmla="*/ 2812422 h 4489084"/>
              <a:gd name="connsiteX12535" fmla="*/ 4014921 w 5158787"/>
              <a:gd name="connsiteY12535" fmla="*/ 2824563 h 4489084"/>
              <a:gd name="connsiteX12536" fmla="*/ 4014921 w 5158787"/>
              <a:gd name="connsiteY12536" fmla="*/ 2825570 h 4489084"/>
              <a:gd name="connsiteX12537" fmla="*/ 4007932 w 5158787"/>
              <a:gd name="connsiteY12537" fmla="*/ 2837711 h 4489084"/>
              <a:gd name="connsiteX12538" fmla="*/ 4007104 w 5158787"/>
              <a:gd name="connsiteY12538" fmla="*/ 2838185 h 4489084"/>
              <a:gd name="connsiteX12539" fmla="*/ 3993067 w 5158787"/>
              <a:gd name="connsiteY12539" fmla="*/ 2838185 h 4489084"/>
              <a:gd name="connsiteX12540" fmla="*/ 3992238 w 5158787"/>
              <a:gd name="connsiteY12540" fmla="*/ 2837711 h 4489084"/>
              <a:gd name="connsiteX12541" fmla="*/ 3985249 w 5158787"/>
              <a:gd name="connsiteY12541" fmla="*/ 2825570 h 4489084"/>
              <a:gd name="connsiteX12542" fmla="*/ 3985249 w 5158787"/>
              <a:gd name="connsiteY12542" fmla="*/ 2824563 h 4489084"/>
              <a:gd name="connsiteX12543" fmla="*/ 3992238 w 5158787"/>
              <a:gd name="connsiteY12543" fmla="*/ 2812422 h 4489084"/>
              <a:gd name="connsiteX12544" fmla="*/ 3993067 w 5158787"/>
              <a:gd name="connsiteY12544" fmla="*/ 2811948 h 4489084"/>
              <a:gd name="connsiteX12545" fmla="*/ 4060643 w 5158787"/>
              <a:gd name="connsiteY12545" fmla="*/ 2811770 h 4489084"/>
              <a:gd name="connsiteX12546" fmla="*/ 4074857 w 5158787"/>
              <a:gd name="connsiteY12546" fmla="*/ 2811770 h 4489084"/>
              <a:gd name="connsiteX12547" fmla="*/ 4075745 w 5158787"/>
              <a:gd name="connsiteY12547" fmla="*/ 2812303 h 4489084"/>
              <a:gd name="connsiteX12548" fmla="*/ 4082852 w 5158787"/>
              <a:gd name="connsiteY12548" fmla="*/ 2824622 h 4489084"/>
              <a:gd name="connsiteX12549" fmla="*/ 4082852 w 5158787"/>
              <a:gd name="connsiteY12549" fmla="*/ 2825629 h 4489084"/>
              <a:gd name="connsiteX12550" fmla="*/ 4075745 w 5158787"/>
              <a:gd name="connsiteY12550" fmla="*/ 2837947 h 4489084"/>
              <a:gd name="connsiteX12551" fmla="*/ 4074857 w 5158787"/>
              <a:gd name="connsiteY12551" fmla="*/ 2838481 h 4489084"/>
              <a:gd name="connsiteX12552" fmla="*/ 4060643 w 5158787"/>
              <a:gd name="connsiteY12552" fmla="*/ 2838481 h 4489084"/>
              <a:gd name="connsiteX12553" fmla="*/ 4059754 w 5158787"/>
              <a:gd name="connsiteY12553" fmla="*/ 2837947 h 4489084"/>
              <a:gd name="connsiteX12554" fmla="*/ 4052647 w 5158787"/>
              <a:gd name="connsiteY12554" fmla="*/ 2825629 h 4489084"/>
              <a:gd name="connsiteX12555" fmla="*/ 4052647 w 5158787"/>
              <a:gd name="connsiteY12555" fmla="*/ 2824622 h 4489084"/>
              <a:gd name="connsiteX12556" fmla="*/ 4059754 w 5158787"/>
              <a:gd name="connsiteY12556" fmla="*/ 2812303 h 4489084"/>
              <a:gd name="connsiteX12557" fmla="*/ 4060643 w 5158787"/>
              <a:gd name="connsiteY12557" fmla="*/ 2811770 h 4489084"/>
              <a:gd name="connsiteX12558" fmla="*/ 4128100 w 5158787"/>
              <a:gd name="connsiteY12558" fmla="*/ 2811474 h 4489084"/>
              <a:gd name="connsiteX12559" fmla="*/ 4142670 w 5158787"/>
              <a:gd name="connsiteY12559" fmla="*/ 2811474 h 4489084"/>
              <a:gd name="connsiteX12560" fmla="*/ 4143558 w 5158787"/>
              <a:gd name="connsiteY12560" fmla="*/ 2812007 h 4489084"/>
              <a:gd name="connsiteX12561" fmla="*/ 4150843 w 5158787"/>
              <a:gd name="connsiteY12561" fmla="*/ 2824622 h 4489084"/>
              <a:gd name="connsiteX12562" fmla="*/ 4150843 w 5158787"/>
              <a:gd name="connsiteY12562" fmla="*/ 2825629 h 4489084"/>
              <a:gd name="connsiteX12563" fmla="*/ 4143558 w 5158787"/>
              <a:gd name="connsiteY12563" fmla="*/ 2838244 h 4489084"/>
              <a:gd name="connsiteX12564" fmla="*/ 4142670 w 5158787"/>
              <a:gd name="connsiteY12564" fmla="*/ 2838777 h 4489084"/>
              <a:gd name="connsiteX12565" fmla="*/ 4128100 w 5158787"/>
              <a:gd name="connsiteY12565" fmla="*/ 2838777 h 4489084"/>
              <a:gd name="connsiteX12566" fmla="*/ 4127212 w 5158787"/>
              <a:gd name="connsiteY12566" fmla="*/ 2838244 h 4489084"/>
              <a:gd name="connsiteX12567" fmla="*/ 4119927 w 5158787"/>
              <a:gd name="connsiteY12567" fmla="*/ 2825629 h 4489084"/>
              <a:gd name="connsiteX12568" fmla="*/ 4119927 w 5158787"/>
              <a:gd name="connsiteY12568" fmla="*/ 2824622 h 4489084"/>
              <a:gd name="connsiteX12569" fmla="*/ 4127212 w 5158787"/>
              <a:gd name="connsiteY12569" fmla="*/ 2812007 h 4489084"/>
              <a:gd name="connsiteX12570" fmla="*/ 4128100 w 5158787"/>
              <a:gd name="connsiteY12570" fmla="*/ 2811474 h 4489084"/>
              <a:gd name="connsiteX12571" fmla="*/ 3654596 w 5158787"/>
              <a:gd name="connsiteY12571" fmla="*/ 2811355 h 4489084"/>
              <a:gd name="connsiteX12572" fmla="*/ 3669283 w 5158787"/>
              <a:gd name="connsiteY12572" fmla="*/ 2811355 h 4489084"/>
              <a:gd name="connsiteX12573" fmla="*/ 3670172 w 5158787"/>
              <a:gd name="connsiteY12573" fmla="*/ 2811888 h 4489084"/>
              <a:gd name="connsiteX12574" fmla="*/ 3677516 w 5158787"/>
              <a:gd name="connsiteY12574" fmla="*/ 2824621 h 4489084"/>
              <a:gd name="connsiteX12575" fmla="*/ 3677516 w 5158787"/>
              <a:gd name="connsiteY12575" fmla="*/ 2825687 h 4489084"/>
              <a:gd name="connsiteX12576" fmla="*/ 3670172 w 5158787"/>
              <a:gd name="connsiteY12576" fmla="*/ 2838421 h 4489084"/>
              <a:gd name="connsiteX12577" fmla="*/ 3669283 w 5158787"/>
              <a:gd name="connsiteY12577" fmla="*/ 2838954 h 4489084"/>
              <a:gd name="connsiteX12578" fmla="*/ 3654596 w 5158787"/>
              <a:gd name="connsiteY12578" fmla="*/ 2838954 h 4489084"/>
              <a:gd name="connsiteX12579" fmla="*/ 3653707 w 5158787"/>
              <a:gd name="connsiteY12579" fmla="*/ 2838421 h 4489084"/>
              <a:gd name="connsiteX12580" fmla="*/ 3646363 w 5158787"/>
              <a:gd name="connsiteY12580" fmla="*/ 2825687 h 4489084"/>
              <a:gd name="connsiteX12581" fmla="*/ 3646363 w 5158787"/>
              <a:gd name="connsiteY12581" fmla="*/ 2824621 h 4489084"/>
              <a:gd name="connsiteX12582" fmla="*/ 3653707 w 5158787"/>
              <a:gd name="connsiteY12582" fmla="*/ 2811888 h 4489084"/>
              <a:gd name="connsiteX12583" fmla="*/ 3654596 w 5158787"/>
              <a:gd name="connsiteY12583" fmla="*/ 2811355 h 4489084"/>
              <a:gd name="connsiteX12584" fmla="*/ 4195439 w 5158787"/>
              <a:gd name="connsiteY12584" fmla="*/ 2810941 h 4489084"/>
              <a:gd name="connsiteX12585" fmla="*/ 4210542 w 5158787"/>
              <a:gd name="connsiteY12585" fmla="*/ 2810941 h 4489084"/>
              <a:gd name="connsiteX12586" fmla="*/ 4211489 w 5158787"/>
              <a:gd name="connsiteY12586" fmla="*/ 2811474 h 4489084"/>
              <a:gd name="connsiteX12587" fmla="*/ 4219070 w 5158787"/>
              <a:gd name="connsiteY12587" fmla="*/ 2824563 h 4489084"/>
              <a:gd name="connsiteX12588" fmla="*/ 4219070 w 5158787"/>
              <a:gd name="connsiteY12588" fmla="*/ 2825629 h 4489084"/>
              <a:gd name="connsiteX12589" fmla="*/ 4211489 w 5158787"/>
              <a:gd name="connsiteY12589" fmla="*/ 2838718 h 4489084"/>
              <a:gd name="connsiteX12590" fmla="*/ 4210542 w 5158787"/>
              <a:gd name="connsiteY12590" fmla="*/ 2839251 h 4489084"/>
              <a:gd name="connsiteX12591" fmla="*/ 4195439 w 5158787"/>
              <a:gd name="connsiteY12591" fmla="*/ 2839251 h 4489084"/>
              <a:gd name="connsiteX12592" fmla="*/ 4194492 w 5158787"/>
              <a:gd name="connsiteY12592" fmla="*/ 2838718 h 4489084"/>
              <a:gd name="connsiteX12593" fmla="*/ 4186911 w 5158787"/>
              <a:gd name="connsiteY12593" fmla="*/ 2825629 h 4489084"/>
              <a:gd name="connsiteX12594" fmla="*/ 4186911 w 5158787"/>
              <a:gd name="connsiteY12594" fmla="*/ 2824563 h 4489084"/>
              <a:gd name="connsiteX12595" fmla="*/ 4194492 w 5158787"/>
              <a:gd name="connsiteY12595" fmla="*/ 2811474 h 4489084"/>
              <a:gd name="connsiteX12596" fmla="*/ 4195439 w 5158787"/>
              <a:gd name="connsiteY12596" fmla="*/ 2810941 h 4489084"/>
              <a:gd name="connsiteX12597" fmla="*/ 3857264 w 5158787"/>
              <a:gd name="connsiteY12597" fmla="*/ 2810823 h 4489084"/>
              <a:gd name="connsiteX12598" fmla="*/ 3872484 w 5158787"/>
              <a:gd name="connsiteY12598" fmla="*/ 2810823 h 4489084"/>
              <a:gd name="connsiteX12599" fmla="*/ 3873432 w 5158787"/>
              <a:gd name="connsiteY12599" fmla="*/ 2811356 h 4489084"/>
              <a:gd name="connsiteX12600" fmla="*/ 3881072 w 5158787"/>
              <a:gd name="connsiteY12600" fmla="*/ 2824563 h 4489084"/>
              <a:gd name="connsiteX12601" fmla="*/ 3881072 w 5158787"/>
              <a:gd name="connsiteY12601" fmla="*/ 2825629 h 4489084"/>
              <a:gd name="connsiteX12602" fmla="*/ 3873432 w 5158787"/>
              <a:gd name="connsiteY12602" fmla="*/ 2838836 h 4489084"/>
              <a:gd name="connsiteX12603" fmla="*/ 3872484 w 5158787"/>
              <a:gd name="connsiteY12603" fmla="*/ 2839369 h 4489084"/>
              <a:gd name="connsiteX12604" fmla="*/ 3857264 w 5158787"/>
              <a:gd name="connsiteY12604" fmla="*/ 2839369 h 4489084"/>
              <a:gd name="connsiteX12605" fmla="*/ 3856316 w 5158787"/>
              <a:gd name="connsiteY12605" fmla="*/ 2838836 h 4489084"/>
              <a:gd name="connsiteX12606" fmla="*/ 3848676 w 5158787"/>
              <a:gd name="connsiteY12606" fmla="*/ 2825629 h 4489084"/>
              <a:gd name="connsiteX12607" fmla="*/ 3848676 w 5158787"/>
              <a:gd name="connsiteY12607" fmla="*/ 2824563 h 4489084"/>
              <a:gd name="connsiteX12608" fmla="*/ 3856316 w 5158787"/>
              <a:gd name="connsiteY12608" fmla="*/ 2811356 h 4489084"/>
              <a:gd name="connsiteX12609" fmla="*/ 3857264 w 5158787"/>
              <a:gd name="connsiteY12609" fmla="*/ 2810823 h 4489084"/>
              <a:gd name="connsiteX12610" fmla="*/ 3924840 w 5158787"/>
              <a:gd name="connsiteY12610" fmla="*/ 2810704 h 4489084"/>
              <a:gd name="connsiteX12611" fmla="*/ 3940179 w 5158787"/>
              <a:gd name="connsiteY12611" fmla="*/ 2810704 h 4489084"/>
              <a:gd name="connsiteX12612" fmla="*/ 3941127 w 5158787"/>
              <a:gd name="connsiteY12612" fmla="*/ 2811237 h 4489084"/>
              <a:gd name="connsiteX12613" fmla="*/ 3948767 w 5158787"/>
              <a:gd name="connsiteY12613" fmla="*/ 2824504 h 4489084"/>
              <a:gd name="connsiteX12614" fmla="*/ 3948767 w 5158787"/>
              <a:gd name="connsiteY12614" fmla="*/ 2825570 h 4489084"/>
              <a:gd name="connsiteX12615" fmla="*/ 3941068 w 5158787"/>
              <a:gd name="connsiteY12615" fmla="*/ 2838836 h 4489084"/>
              <a:gd name="connsiteX12616" fmla="*/ 3940120 w 5158787"/>
              <a:gd name="connsiteY12616" fmla="*/ 2839369 h 4489084"/>
              <a:gd name="connsiteX12617" fmla="*/ 3924781 w 5158787"/>
              <a:gd name="connsiteY12617" fmla="*/ 2839369 h 4489084"/>
              <a:gd name="connsiteX12618" fmla="*/ 3923833 w 5158787"/>
              <a:gd name="connsiteY12618" fmla="*/ 2838836 h 4489084"/>
              <a:gd name="connsiteX12619" fmla="*/ 3916193 w 5158787"/>
              <a:gd name="connsiteY12619" fmla="*/ 2825570 h 4489084"/>
              <a:gd name="connsiteX12620" fmla="*/ 3916193 w 5158787"/>
              <a:gd name="connsiteY12620" fmla="*/ 2824504 h 4489084"/>
              <a:gd name="connsiteX12621" fmla="*/ 3923892 w 5158787"/>
              <a:gd name="connsiteY12621" fmla="*/ 2811237 h 4489084"/>
              <a:gd name="connsiteX12622" fmla="*/ 3924840 w 5158787"/>
              <a:gd name="connsiteY12622" fmla="*/ 2810704 h 4489084"/>
              <a:gd name="connsiteX12623" fmla="*/ 3789510 w 5158787"/>
              <a:gd name="connsiteY12623" fmla="*/ 2810645 h 4489084"/>
              <a:gd name="connsiteX12624" fmla="*/ 3804969 w 5158787"/>
              <a:gd name="connsiteY12624" fmla="*/ 2810645 h 4489084"/>
              <a:gd name="connsiteX12625" fmla="*/ 3805916 w 5158787"/>
              <a:gd name="connsiteY12625" fmla="*/ 2811178 h 4489084"/>
              <a:gd name="connsiteX12626" fmla="*/ 3813615 w 5158787"/>
              <a:gd name="connsiteY12626" fmla="*/ 2824563 h 4489084"/>
              <a:gd name="connsiteX12627" fmla="*/ 3813615 w 5158787"/>
              <a:gd name="connsiteY12627" fmla="*/ 2825629 h 4489084"/>
              <a:gd name="connsiteX12628" fmla="*/ 3805856 w 5158787"/>
              <a:gd name="connsiteY12628" fmla="*/ 2839014 h 4489084"/>
              <a:gd name="connsiteX12629" fmla="*/ 3804909 w 5158787"/>
              <a:gd name="connsiteY12629" fmla="*/ 2839547 h 4489084"/>
              <a:gd name="connsiteX12630" fmla="*/ 3789452 w 5158787"/>
              <a:gd name="connsiteY12630" fmla="*/ 2839547 h 4489084"/>
              <a:gd name="connsiteX12631" fmla="*/ 3788504 w 5158787"/>
              <a:gd name="connsiteY12631" fmla="*/ 2839014 h 4489084"/>
              <a:gd name="connsiteX12632" fmla="*/ 3780804 w 5158787"/>
              <a:gd name="connsiteY12632" fmla="*/ 2825629 h 4489084"/>
              <a:gd name="connsiteX12633" fmla="*/ 3780804 w 5158787"/>
              <a:gd name="connsiteY12633" fmla="*/ 2824563 h 4489084"/>
              <a:gd name="connsiteX12634" fmla="*/ 3788563 w 5158787"/>
              <a:gd name="connsiteY12634" fmla="*/ 2811178 h 4489084"/>
              <a:gd name="connsiteX12635" fmla="*/ 3789510 w 5158787"/>
              <a:gd name="connsiteY12635" fmla="*/ 2810645 h 4489084"/>
              <a:gd name="connsiteX12636" fmla="*/ 3721875 w 5158787"/>
              <a:gd name="connsiteY12636" fmla="*/ 2810645 h 4489084"/>
              <a:gd name="connsiteX12637" fmla="*/ 3737333 w 5158787"/>
              <a:gd name="connsiteY12637" fmla="*/ 2810645 h 4489084"/>
              <a:gd name="connsiteX12638" fmla="*/ 3738281 w 5158787"/>
              <a:gd name="connsiteY12638" fmla="*/ 2811178 h 4489084"/>
              <a:gd name="connsiteX12639" fmla="*/ 3745980 w 5158787"/>
              <a:gd name="connsiteY12639" fmla="*/ 2824563 h 4489084"/>
              <a:gd name="connsiteX12640" fmla="*/ 3745980 w 5158787"/>
              <a:gd name="connsiteY12640" fmla="*/ 2825629 h 4489084"/>
              <a:gd name="connsiteX12641" fmla="*/ 3738221 w 5158787"/>
              <a:gd name="connsiteY12641" fmla="*/ 2839014 h 4489084"/>
              <a:gd name="connsiteX12642" fmla="*/ 3737274 w 5158787"/>
              <a:gd name="connsiteY12642" fmla="*/ 2839547 h 4489084"/>
              <a:gd name="connsiteX12643" fmla="*/ 3721816 w 5158787"/>
              <a:gd name="connsiteY12643" fmla="*/ 2839547 h 4489084"/>
              <a:gd name="connsiteX12644" fmla="*/ 3720868 w 5158787"/>
              <a:gd name="connsiteY12644" fmla="*/ 2839014 h 4489084"/>
              <a:gd name="connsiteX12645" fmla="*/ 3713169 w 5158787"/>
              <a:gd name="connsiteY12645" fmla="*/ 2825629 h 4489084"/>
              <a:gd name="connsiteX12646" fmla="*/ 3713169 w 5158787"/>
              <a:gd name="connsiteY12646" fmla="*/ 2824563 h 4489084"/>
              <a:gd name="connsiteX12647" fmla="*/ 3720927 w 5158787"/>
              <a:gd name="connsiteY12647" fmla="*/ 2811178 h 4489084"/>
              <a:gd name="connsiteX12648" fmla="*/ 3721875 w 5158787"/>
              <a:gd name="connsiteY12648" fmla="*/ 2810645 h 4489084"/>
              <a:gd name="connsiteX12649" fmla="*/ 4262838 w 5158787"/>
              <a:gd name="connsiteY12649" fmla="*/ 2810526 h 4489084"/>
              <a:gd name="connsiteX12650" fmla="*/ 4278414 w 5158787"/>
              <a:gd name="connsiteY12650" fmla="*/ 2810526 h 4489084"/>
              <a:gd name="connsiteX12651" fmla="*/ 4279362 w 5158787"/>
              <a:gd name="connsiteY12651" fmla="*/ 2811059 h 4489084"/>
              <a:gd name="connsiteX12652" fmla="*/ 4287120 w 5158787"/>
              <a:gd name="connsiteY12652" fmla="*/ 2824562 h 4489084"/>
              <a:gd name="connsiteX12653" fmla="*/ 4287120 w 5158787"/>
              <a:gd name="connsiteY12653" fmla="*/ 2825688 h 4489084"/>
              <a:gd name="connsiteX12654" fmla="*/ 4279302 w 5158787"/>
              <a:gd name="connsiteY12654" fmla="*/ 2839191 h 4489084"/>
              <a:gd name="connsiteX12655" fmla="*/ 4278355 w 5158787"/>
              <a:gd name="connsiteY12655" fmla="*/ 2839724 h 4489084"/>
              <a:gd name="connsiteX12656" fmla="*/ 4262778 w 5158787"/>
              <a:gd name="connsiteY12656" fmla="*/ 2839724 h 4489084"/>
              <a:gd name="connsiteX12657" fmla="*/ 4261830 w 5158787"/>
              <a:gd name="connsiteY12657" fmla="*/ 2839191 h 4489084"/>
              <a:gd name="connsiteX12658" fmla="*/ 4254072 w 5158787"/>
              <a:gd name="connsiteY12658" fmla="*/ 2825688 h 4489084"/>
              <a:gd name="connsiteX12659" fmla="*/ 4254072 w 5158787"/>
              <a:gd name="connsiteY12659" fmla="*/ 2824562 h 4489084"/>
              <a:gd name="connsiteX12660" fmla="*/ 4261890 w 5158787"/>
              <a:gd name="connsiteY12660" fmla="*/ 2811059 h 4489084"/>
              <a:gd name="connsiteX12661" fmla="*/ 4262838 w 5158787"/>
              <a:gd name="connsiteY12661" fmla="*/ 2810526 h 4489084"/>
              <a:gd name="connsiteX12662" fmla="*/ 3518852 w 5158787"/>
              <a:gd name="connsiteY12662" fmla="*/ 2810408 h 4489084"/>
              <a:gd name="connsiteX12663" fmla="*/ 3534546 w 5158787"/>
              <a:gd name="connsiteY12663" fmla="*/ 2810408 h 4489084"/>
              <a:gd name="connsiteX12664" fmla="*/ 3535494 w 5158787"/>
              <a:gd name="connsiteY12664" fmla="*/ 2810941 h 4489084"/>
              <a:gd name="connsiteX12665" fmla="*/ 3543312 w 5158787"/>
              <a:gd name="connsiteY12665" fmla="*/ 2824504 h 4489084"/>
              <a:gd name="connsiteX12666" fmla="*/ 3543312 w 5158787"/>
              <a:gd name="connsiteY12666" fmla="*/ 2825629 h 4489084"/>
              <a:gd name="connsiteX12667" fmla="*/ 3535494 w 5158787"/>
              <a:gd name="connsiteY12667" fmla="*/ 2839191 h 4489084"/>
              <a:gd name="connsiteX12668" fmla="*/ 3534546 w 5158787"/>
              <a:gd name="connsiteY12668" fmla="*/ 2839724 h 4489084"/>
              <a:gd name="connsiteX12669" fmla="*/ 3518852 w 5158787"/>
              <a:gd name="connsiteY12669" fmla="*/ 2839724 h 4489084"/>
              <a:gd name="connsiteX12670" fmla="*/ 3517904 w 5158787"/>
              <a:gd name="connsiteY12670" fmla="*/ 2839191 h 4489084"/>
              <a:gd name="connsiteX12671" fmla="*/ 3510086 w 5158787"/>
              <a:gd name="connsiteY12671" fmla="*/ 2825629 h 4489084"/>
              <a:gd name="connsiteX12672" fmla="*/ 3510086 w 5158787"/>
              <a:gd name="connsiteY12672" fmla="*/ 2824504 h 4489084"/>
              <a:gd name="connsiteX12673" fmla="*/ 3517904 w 5158787"/>
              <a:gd name="connsiteY12673" fmla="*/ 2810941 h 4489084"/>
              <a:gd name="connsiteX12674" fmla="*/ 3518852 w 5158787"/>
              <a:gd name="connsiteY12674" fmla="*/ 2810408 h 4489084"/>
              <a:gd name="connsiteX12675" fmla="*/ 2774511 w 5158787"/>
              <a:gd name="connsiteY12675" fmla="*/ 2809697 h 4489084"/>
              <a:gd name="connsiteX12676" fmla="*/ 2790975 w 5158787"/>
              <a:gd name="connsiteY12676" fmla="*/ 2809697 h 4489084"/>
              <a:gd name="connsiteX12677" fmla="*/ 2791982 w 5158787"/>
              <a:gd name="connsiteY12677" fmla="*/ 2810289 h 4489084"/>
              <a:gd name="connsiteX12678" fmla="*/ 2800215 w 5158787"/>
              <a:gd name="connsiteY12678" fmla="*/ 2824562 h 4489084"/>
              <a:gd name="connsiteX12679" fmla="*/ 2800215 w 5158787"/>
              <a:gd name="connsiteY12679" fmla="*/ 2825747 h 4489084"/>
              <a:gd name="connsiteX12680" fmla="*/ 2791982 w 5158787"/>
              <a:gd name="connsiteY12680" fmla="*/ 2840020 h 4489084"/>
              <a:gd name="connsiteX12681" fmla="*/ 2790975 w 5158787"/>
              <a:gd name="connsiteY12681" fmla="*/ 2840612 h 4489084"/>
              <a:gd name="connsiteX12682" fmla="*/ 2774511 w 5158787"/>
              <a:gd name="connsiteY12682" fmla="*/ 2840612 h 4489084"/>
              <a:gd name="connsiteX12683" fmla="*/ 2773504 w 5158787"/>
              <a:gd name="connsiteY12683" fmla="*/ 2840020 h 4489084"/>
              <a:gd name="connsiteX12684" fmla="*/ 2765272 w 5158787"/>
              <a:gd name="connsiteY12684" fmla="*/ 2825747 h 4489084"/>
              <a:gd name="connsiteX12685" fmla="*/ 2765272 w 5158787"/>
              <a:gd name="connsiteY12685" fmla="*/ 2824562 h 4489084"/>
              <a:gd name="connsiteX12686" fmla="*/ 2773504 w 5158787"/>
              <a:gd name="connsiteY12686" fmla="*/ 2810289 h 4489084"/>
              <a:gd name="connsiteX12687" fmla="*/ 2774511 w 5158787"/>
              <a:gd name="connsiteY12687" fmla="*/ 2809697 h 4489084"/>
              <a:gd name="connsiteX12688" fmla="*/ 3450743 w 5158787"/>
              <a:gd name="connsiteY12688" fmla="*/ 2809519 h 4489084"/>
              <a:gd name="connsiteX12689" fmla="*/ 3467386 w 5158787"/>
              <a:gd name="connsiteY12689" fmla="*/ 2809519 h 4489084"/>
              <a:gd name="connsiteX12690" fmla="*/ 3468392 w 5158787"/>
              <a:gd name="connsiteY12690" fmla="*/ 2810111 h 4489084"/>
              <a:gd name="connsiteX12691" fmla="*/ 3476743 w 5158787"/>
              <a:gd name="connsiteY12691" fmla="*/ 2824562 h 4489084"/>
              <a:gd name="connsiteX12692" fmla="*/ 3476743 w 5158787"/>
              <a:gd name="connsiteY12692" fmla="*/ 2825747 h 4489084"/>
              <a:gd name="connsiteX12693" fmla="*/ 3468392 w 5158787"/>
              <a:gd name="connsiteY12693" fmla="*/ 2840198 h 4489084"/>
              <a:gd name="connsiteX12694" fmla="*/ 3467386 w 5158787"/>
              <a:gd name="connsiteY12694" fmla="*/ 2840790 h 4489084"/>
              <a:gd name="connsiteX12695" fmla="*/ 3450743 w 5158787"/>
              <a:gd name="connsiteY12695" fmla="*/ 2840790 h 4489084"/>
              <a:gd name="connsiteX12696" fmla="*/ 3449736 w 5158787"/>
              <a:gd name="connsiteY12696" fmla="*/ 2840198 h 4489084"/>
              <a:gd name="connsiteX12697" fmla="*/ 3441386 w 5158787"/>
              <a:gd name="connsiteY12697" fmla="*/ 2825747 h 4489084"/>
              <a:gd name="connsiteX12698" fmla="*/ 3441386 w 5158787"/>
              <a:gd name="connsiteY12698" fmla="*/ 2824562 h 4489084"/>
              <a:gd name="connsiteX12699" fmla="*/ 3449736 w 5158787"/>
              <a:gd name="connsiteY12699" fmla="*/ 2810111 h 4489084"/>
              <a:gd name="connsiteX12700" fmla="*/ 3450743 w 5158787"/>
              <a:gd name="connsiteY12700" fmla="*/ 2809519 h 4489084"/>
              <a:gd name="connsiteX12701" fmla="*/ 4329881 w 5158787"/>
              <a:gd name="connsiteY12701" fmla="*/ 2809401 h 4489084"/>
              <a:gd name="connsiteX12702" fmla="*/ 4346641 w 5158787"/>
              <a:gd name="connsiteY12702" fmla="*/ 2809401 h 4489084"/>
              <a:gd name="connsiteX12703" fmla="*/ 4347648 w 5158787"/>
              <a:gd name="connsiteY12703" fmla="*/ 2809993 h 4489084"/>
              <a:gd name="connsiteX12704" fmla="*/ 4356058 w 5158787"/>
              <a:gd name="connsiteY12704" fmla="*/ 2824504 h 4489084"/>
              <a:gd name="connsiteX12705" fmla="*/ 4356058 w 5158787"/>
              <a:gd name="connsiteY12705" fmla="*/ 2825688 h 4489084"/>
              <a:gd name="connsiteX12706" fmla="*/ 4347648 w 5158787"/>
              <a:gd name="connsiteY12706" fmla="*/ 2840198 h 4489084"/>
              <a:gd name="connsiteX12707" fmla="*/ 4346641 w 5158787"/>
              <a:gd name="connsiteY12707" fmla="*/ 2840791 h 4489084"/>
              <a:gd name="connsiteX12708" fmla="*/ 4329881 w 5158787"/>
              <a:gd name="connsiteY12708" fmla="*/ 2840791 h 4489084"/>
              <a:gd name="connsiteX12709" fmla="*/ 4328874 w 5158787"/>
              <a:gd name="connsiteY12709" fmla="*/ 2840198 h 4489084"/>
              <a:gd name="connsiteX12710" fmla="*/ 4320463 w 5158787"/>
              <a:gd name="connsiteY12710" fmla="*/ 2825688 h 4489084"/>
              <a:gd name="connsiteX12711" fmla="*/ 4320463 w 5158787"/>
              <a:gd name="connsiteY12711" fmla="*/ 2824504 h 4489084"/>
              <a:gd name="connsiteX12712" fmla="*/ 4328874 w 5158787"/>
              <a:gd name="connsiteY12712" fmla="*/ 2809993 h 4489084"/>
              <a:gd name="connsiteX12713" fmla="*/ 4329881 w 5158787"/>
              <a:gd name="connsiteY12713" fmla="*/ 2809401 h 4489084"/>
              <a:gd name="connsiteX12714" fmla="*/ 2706758 w 5158787"/>
              <a:gd name="connsiteY12714" fmla="*/ 2809401 h 4489084"/>
              <a:gd name="connsiteX12715" fmla="*/ 2723518 w 5158787"/>
              <a:gd name="connsiteY12715" fmla="*/ 2809401 h 4489084"/>
              <a:gd name="connsiteX12716" fmla="*/ 2724525 w 5158787"/>
              <a:gd name="connsiteY12716" fmla="*/ 2809993 h 4489084"/>
              <a:gd name="connsiteX12717" fmla="*/ 2732935 w 5158787"/>
              <a:gd name="connsiteY12717" fmla="*/ 2824504 h 4489084"/>
              <a:gd name="connsiteX12718" fmla="*/ 2732935 w 5158787"/>
              <a:gd name="connsiteY12718" fmla="*/ 2825688 h 4489084"/>
              <a:gd name="connsiteX12719" fmla="*/ 2724525 w 5158787"/>
              <a:gd name="connsiteY12719" fmla="*/ 2840198 h 4489084"/>
              <a:gd name="connsiteX12720" fmla="*/ 2723518 w 5158787"/>
              <a:gd name="connsiteY12720" fmla="*/ 2840791 h 4489084"/>
              <a:gd name="connsiteX12721" fmla="*/ 2706758 w 5158787"/>
              <a:gd name="connsiteY12721" fmla="*/ 2840791 h 4489084"/>
              <a:gd name="connsiteX12722" fmla="*/ 2705751 w 5158787"/>
              <a:gd name="connsiteY12722" fmla="*/ 2840198 h 4489084"/>
              <a:gd name="connsiteX12723" fmla="*/ 2697341 w 5158787"/>
              <a:gd name="connsiteY12723" fmla="*/ 2825688 h 4489084"/>
              <a:gd name="connsiteX12724" fmla="*/ 2697341 w 5158787"/>
              <a:gd name="connsiteY12724" fmla="*/ 2824504 h 4489084"/>
              <a:gd name="connsiteX12725" fmla="*/ 2705751 w 5158787"/>
              <a:gd name="connsiteY12725" fmla="*/ 2809993 h 4489084"/>
              <a:gd name="connsiteX12726" fmla="*/ 2706758 w 5158787"/>
              <a:gd name="connsiteY12726" fmla="*/ 2809401 h 4489084"/>
              <a:gd name="connsiteX12727" fmla="*/ 2841849 w 5158787"/>
              <a:gd name="connsiteY12727" fmla="*/ 2809105 h 4489084"/>
              <a:gd name="connsiteX12728" fmla="*/ 2858965 w 5158787"/>
              <a:gd name="connsiteY12728" fmla="*/ 2809105 h 4489084"/>
              <a:gd name="connsiteX12729" fmla="*/ 2860031 w 5158787"/>
              <a:gd name="connsiteY12729" fmla="*/ 2809697 h 4489084"/>
              <a:gd name="connsiteX12730" fmla="*/ 2868560 w 5158787"/>
              <a:gd name="connsiteY12730" fmla="*/ 2824504 h 4489084"/>
              <a:gd name="connsiteX12731" fmla="*/ 2868560 w 5158787"/>
              <a:gd name="connsiteY12731" fmla="*/ 2825688 h 4489084"/>
              <a:gd name="connsiteX12732" fmla="*/ 2859972 w 5158787"/>
              <a:gd name="connsiteY12732" fmla="*/ 2840494 h 4489084"/>
              <a:gd name="connsiteX12733" fmla="*/ 2858906 w 5158787"/>
              <a:gd name="connsiteY12733" fmla="*/ 2841087 h 4489084"/>
              <a:gd name="connsiteX12734" fmla="*/ 2841790 w 5158787"/>
              <a:gd name="connsiteY12734" fmla="*/ 2841087 h 4489084"/>
              <a:gd name="connsiteX12735" fmla="*/ 2840724 w 5158787"/>
              <a:gd name="connsiteY12735" fmla="*/ 2840494 h 4489084"/>
              <a:gd name="connsiteX12736" fmla="*/ 2832196 w 5158787"/>
              <a:gd name="connsiteY12736" fmla="*/ 2825688 h 4489084"/>
              <a:gd name="connsiteX12737" fmla="*/ 2832196 w 5158787"/>
              <a:gd name="connsiteY12737" fmla="*/ 2824504 h 4489084"/>
              <a:gd name="connsiteX12738" fmla="*/ 2840783 w 5158787"/>
              <a:gd name="connsiteY12738" fmla="*/ 2809697 h 4489084"/>
              <a:gd name="connsiteX12739" fmla="*/ 2841849 w 5158787"/>
              <a:gd name="connsiteY12739" fmla="*/ 2809105 h 4489084"/>
              <a:gd name="connsiteX12740" fmla="*/ 3382812 w 5158787"/>
              <a:gd name="connsiteY12740" fmla="*/ 2808987 h 4489084"/>
              <a:gd name="connsiteX12741" fmla="*/ 3400047 w 5158787"/>
              <a:gd name="connsiteY12741" fmla="*/ 2808987 h 4489084"/>
              <a:gd name="connsiteX12742" fmla="*/ 3401112 w 5158787"/>
              <a:gd name="connsiteY12742" fmla="*/ 2809579 h 4489084"/>
              <a:gd name="connsiteX12743" fmla="*/ 3409700 w 5158787"/>
              <a:gd name="connsiteY12743" fmla="*/ 2824504 h 4489084"/>
              <a:gd name="connsiteX12744" fmla="*/ 3409700 w 5158787"/>
              <a:gd name="connsiteY12744" fmla="*/ 2825747 h 4489084"/>
              <a:gd name="connsiteX12745" fmla="*/ 3401053 w 5158787"/>
              <a:gd name="connsiteY12745" fmla="*/ 2840672 h 4489084"/>
              <a:gd name="connsiteX12746" fmla="*/ 3399987 w 5158787"/>
              <a:gd name="connsiteY12746" fmla="*/ 2841264 h 4489084"/>
              <a:gd name="connsiteX12747" fmla="*/ 3382753 w 5158787"/>
              <a:gd name="connsiteY12747" fmla="*/ 2841264 h 4489084"/>
              <a:gd name="connsiteX12748" fmla="*/ 3381686 w 5158787"/>
              <a:gd name="connsiteY12748" fmla="*/ 2840672 h 4489084"/>
              <a:gd name="connsiteX12749" fmla="*/ 3373099 w 5158787"/>
              <a:gd name="connsiteY12749" fmla="*/ 2825747 h 4489084"/>
              <a:gd name="connsiteX12750" fmla="*/ 3373099 w 5158787"/>
              <a:gd name="connsiteY12750" fmla="*/ 2824504 h 4489084"/>
              <a:gd name="connsiteX12751" fmla="*/ 3381745 w 5158787"/>
              <a:gd name="connsiteY12751" fmla="*/ 2809579 h 4489084"/>
              <a:gd name="connsiteX12752" fmla="*/ 3382812 w 5158787"/>
              <a:gd name="connsiteY12752" fmla="*/ 2808987 h 4489084"/>
              <a:gd name="connsiteX12753" fmla="*/ 3247483 w 5158787"/>
              <a:gd name="connsiteY12753" fmla="*/ 2808868 h 4489084"/>
              <a:gd name="connsiteX12754" fmla="*/ 3264835 w 5158787"/>
              <a:gd name="connsiteY12754" fmla="*/ 2808868 h 4489084"/>
              <a:gd name="connsiteX12755" fmla="*/ 3265902 w 5158787"/>
              <a:gd name="connsiteY12755" fmla="*/ 2809460 h 4489084"/>
              <a:gd name="connsiteX12756" fmla="*/ 3274548 w 5158787"/>
              <a:gd name="connsiteY12756" fmla="*/ 2824504 h 4489084"/>
              <a:gd name="connsiteX12757" fmla="*/ 3274548 w 5158787"/>
              <a:gd name="connsiteY12757" fmla="*/ 2825747 h 4489084"/>
              <a:gd name="connsiteX12758" fmla="*/ 3265902 w 5158787"/>
              <a:gd name="connsiteY12758" fmla="*/ 2840790 h 4489084"/>
              <a:gd name="connsiteX12759" fmla="*/ 3264835 w 5158787"/>
              <a:gd name="connsiteY12759" fmla="*/ 2841383 h 4489084"/>
              <a:gd name="connsiteX12760" fmla="*/ 3247483 w 5158787"/>
              <a:gd name="connsiteY12760" fmla="*/ 2841383 h 4489084"/>
              <a:gd name="connsiteX12761" fmla="*/ 3246416 w 5158787"/>
              <a:gd name="connsiteY12761" fmla="*/ 2840790 h 4489084"/>
              <a:gd name="connsiteX12762" fmla="*/ 3237770 w 5158787"/>
              <a:gd name="connsiteY12762" fmla="*/ 2825747 h 4489084"/>
              <a:gd name="connsiteX12763" fmla="*/ 3237770 w 5158787"/>
              <a:gd name="connsiteY12763" fmla="*/ 2824504 h 4489084"/>
              <a:gd name="connsiteX12764" fmla="*/ 3246416 w 5158787"/>
              <a:gd name="connsiteY12764" fmla="*/ 2809460 h 4489084"/>
              <a:gd name="connsiteX12765" fmla="*/ 3247483 w 5158787"/>
              <a:gd name="connsiteY12765" fmla="*/ 2808868 h 4489084"/>
              <a:gd name="connsiteX12766" fmla="*/ 2638826 w 5158787"/>
              <a:gd name="connsiteY12766" fmla="*/ 2808868 h 4489084"/>
              <a:gd name="connsiteX12767" fmla="*/ 2656179 w 5158787"/>
              <a:gd name="connsiteY12767" fmla="*/ 2808868 h 4489084"/>
              <a:gd name="connsiteX12768" fmla="*/ 2657245 w 5158787"/>
              <a:gd name="connsiteY12768" fmla="*/ 2809460 h 4489084"/>
              <a:gd name="connsiteX12769" fmla="*/ 2665891 w 5158787"/>
              <a:gd name="connsiteY12769" fmla="*/ 2824504 h 4489084"/>
              <a:gd name="connsiteX12770" fmla="*/ 2665891 w 5158787"/>
              <a:gd name="connsiteY12770" fmla="*/ 2825747 h 4489084"/>
              <a:gd name="connsiteX12771" fmla="*/ 2657245 w 5158787"/>
              <a:gd name="connsiteY12771" fmla="*/ 2840790 h 4489084"/>
              <a:gd name="connsiteX12772" fmla="*/ 2656179 w 5158787"/>
              <a:gd name="connsiteY12772" fmla="*/ 2841383 h 4489084"/>
              <a:gd name="connsiteX12773" fmla="*/ 2638826 w 5158787"/>
              <a:gd name="connsiteY12773" fmla="*/ 2841383 h 4489084"/>
              <a:gd name="connsiteX12774" fmla="*/ 2637759 w 5158787"/>
              <a:gd name="connsiteY12774" fmla="*/ 2840790 h 4489084"/>
              <a:gd name="connsiteX12775" fmla="*/ 2629113 w 5158787"/>
              <a:gd name="connsiteY12775" fmla="*/ 2825747 h 4489084"/>
              <a:gd name="connsiteX12776" fmla="*/ 2629113 w 5158787"/>
              <a:gd name="connsiteY12776" fmla="*/ 2824504 h 4489084"/>
              <a:gd name="connsiteX12777" fmla="*/ 2637759 w 5158787"/>
              <a:gd name="connsiteY12777" fmla="*/ 2809460 h 4489084"/>
              <a:gd name="connsiteX12778" fmla="*/ 2638826 w 5158787"/>
              <a:gd name="connsiteY12778" fmla="*/ 2808868 h 4489084"/>
              <a:gd name="connsiteX12779" fmla="*/ 3315058 w 5158787"/>
              <a:gd name="connsiteY12779" fmla="*/ 2808690 h 4489084"/>
              <a:gd name="connsiteX12780" fmla="*/ 3332589 w 5158787"/>
              <a:gd name="connsiteY12780" fmla="*/ 2808690 h 4489084"/>
              <a:gd name="connsiteX12781" fmla="*/ 3333654 w 5158787"/>
              <a:gd name="connsiteY12781" fmla="*/ 2809282 h 4489084"/>
              <a:gd name="connsiteX12782" fmla="*/ 3342420 w 5158787"/>
              <a:gd name="connsiteY12782" fmla="*/ 2824503 h 4489084"/>
              <a:gd name="connsiteX12783" fmla="*/ 3342420 w 5158787"/>
              <a:gd name="connsiteY12783" fmla="*/ 2825747 h 4489084"/>
              <a:gd name="connsiteX12784" fmla="*/ 3333654 w 5158787"/>
              <a:gd name="connsiteY12784" fmla="*/ 2840968 h 4489084"/>
              <a:gd name="connsiteX12785" fmla="*/ 3332589 w 5158787"/>
              <a:gd name="connsiteY12785" fmla="*/ 2841560 h 4489084"/>
              <a:gd name="connsiteX12786" fmla="*/ 3315058 w 5158787"/>
              <a:gd name="connsiteY12786" fmla="*/ 2841560 h 4489084"/>
              <a:gd name="connsiteX12787" fmla="*/ 3313992 w 5158787"/>
              <a:gd name="connsiteY12787" fmla="*/ 2840968 h 4489084"/>
              <a:gd name="connsiteX12788" fmla="*/ 3305227 w 5158787"/>
              <a:gd name="connsiteY12788" fmla="*/ 2825747 h 4489084"/>
              <a:gd name="connsiteX12789" fmla="*/ 3305227 w 5158787"/>
              <a:gd name="connsiteY12789" fmla="*/ 2824503 h 4489084"/>
              <a:gd name="connsiteX12790" fmla="*/ 3313992 w 5158787"/>
              <a:gd name="connsiteY12790" fmla="*/ 2809282 h 4489084"/>
              <a:gd name="connsiteX12791" fmla="*/ 3315058 w 5158787"/>
              <a:gd name="connsiteY12791" fmla="*/ 2808690 h 4489084"/>
              <a:gd name="connsiteX12792" fmla="*/ 3179788 w 5158787"/>
              <a:gd name="connsiteY12792" fmla="*/ 2808690 h 4489084"/>
              <a:gd name="connsiteX12793" fmla="*/ 3197318 w 5158787"/>
              <a:gd name="connsiteY12793" fmla="*/ 2808690 h 4489084"/>
              <a:gd name="connsiteX12794" fmla="*/ 3198385 w 5158787"/>
              <a:gd name="connsiteY12794" fmla="*/ 2809282 h 4489084"/>
              <a:gd name="connsiteX12795" fmla="*/ 3207150 w 5158787"/>
              <a:gd name="connsiteY12795" fmla="*/ 2824503 h 4489084"/>
              <a:gd name="connsiteX12796" fmla="*/ 3207150 w 5158787"/>
              <a:gd name="connsiteY12796" fmla="*/ 2825747 h 4489084"/>
              <a:gd name="connsiteX12797" fmla="*/ 3198385 w 5158787"/>
              <a:gd name="connsiteY12797" fmla="*/ 2840968 h 4489084"/>
              <a:gd name="connsiteX12798" fmla="*/ 3197318 w 5158787"/>
              <a:gd name="connsiteY12798" fmla="*/ 2841560 h 4489084"/>
              <a:gd name="connsiteX12799" fmla="*/ 3179788 w 5158787"/>
              <a:gd name="connsiteY12799" fmla="*/ 2841560 h 4489084"/>
              <a:gd name="connsiteX12800" fmla="*/ 3178722 w 5158787"/>
              <a:gd name="connsiteY12800" fmla="*/ 2840968 h 4489084"/>
              <a:gd name="connsiteX12801" fmla="*/ 3169956 w 5158787"/>
              <a:gd name="connsiteY12801" fmla="*/ 2825747 h 4489084"/>
              <a:gd name="connsiteX12802" fmla="*/ 3169956 w 5158787"/>
              <a:gd name="connsiteY12802" fmla="*/ 2824503 h 4489084"/>
              <a:gd name="connsiteX12803" fmla="*/ 3178722 w 5158787"/>
              <a:gd name="connsiteY12803" fmla="*/ 2809282 h 4489084"/>
              <a:gd name="connsiteX12804" fmla="*/ 3179788 w 5158787"/>
              <a:gd name="connsiteY12804" fmla="*/ 2808690 h 4489084"/>
              <a:gd name="connsiteX12805" fmla="*/ 2909188 w 5158787"/>
              <a:gd name="connsiteY12805" fmla="*/ 2808572 h 4489084"/>
              <a:gd name="connsiteX12806" fmla="*/ 2926837 w 5158787"/>
              <a:gd name="connsiteY12806" fmla="*/ 2808572 h 4489084"/>
              <a:gd name="connsiteX12807" fmla="*/ 2927904 w 5158787"/>
              <a:gd name="connsiteY12807" fmla="*/ 2809223 h 4489084"/>
              <a:gd name="connsiteX12808" fmla="*/ 2936728 w 5158787"/>
              <a:gd name="connsiteY12808" fmla="*/ 2824504 h 4489084"/>
              <a:gd name="connsiteX12809" fmla="*/ 2936728 w 5158787"/>
              <a:gd name="connsiteY12809" fmla="*/ 2825747 h 4489084"/>
              <a:gd name="connsiteX12810" fmla="*/ 2927904 w 5158787"/>
              <a:gd name="connsiteY12810" fmla="*/ 2841027 h 4489084"/>
              <a:gd name="connsiteX12811" fmla="*/ 2926837 w 5158787"/>
              <a:gd name="connsiteY12811" fmla="*/ 2841679 h 4489084"/>
              <a:gd name="connsiteX12812" fmla="*/ 2909188 w 5158787"/>
              <a:gd name="connsiteY12812" fmla="*/ 2841679 h 4489084"/>
              <a:gd name="connsiteX12813" fmla="*/ 2908122 w 5158787"/>
              <a:gd name="connsiteY12813" fmla="*/ 2841027 h 4489084"/>
              <a:gd name="connsiteX12814" fmla="*/ 2899298 w 5158787"/>
              <a:gd name="connsiteY12814" fmla="*/ 2825747 h 4489084"/>
              <a:gd name="connsiteX12815" fmla="*/ 2899298 w 5158787"/>
              <a:gd name="connsiteY12815" fmla="*/ 2824504 h 4489084"/>
              <a:gd name="connsiteX12816" fmla="*/ 2908122 w 5158787"/>
              <a:gd name="connsiteY12816" fmla="*/ 2809223 h 4489084"/>
              <a:gd name="connsiteX12817" fmla="*/ 2909188 w 5158787"/>
              <a:gd name="connsiteY12817" fmla="*/ 2808572 h 4489084"/>
              <a:gd name="connsiteX12818" fmla="*/ 4397041 w 5158787"/>
              <a:gd name="connsiteY12818" fmla="*/ 2808453 h 4489084"/>
              <a:gd name="connsiteX12819" fmla="*/ 4414809 w 5158787"/>
              <a:gd name="connsiteY12819" fmla="*/ 2808453 h 4489084"/>
              <a:gd name="connsiteX12820" fmla="*/ 4415875 w 5158787"/>
              <a:gd name="connsiteY12820" fmla="*/ 2809104 h 4489084"/>
              <a:gd name="connsiteX12821" fmla="*/ 4424758 w 5158787"/>
              <a:gd name="connsiteY12821" fmla="*/ 2824503 h 4489084"/>
              <a:gd name="connsiteX12822" fmla="*/ 4424758 w 5158787"/>
              <a:gd name="connsiteY12822" fmla="*/ 2825747 h 4489084"/>
              <a:gd name="connsiteX12823" fmla="*/ 4415875 w 5158787"/>
              <a:gd name="connsiteY12823" fmla="*/ 2841145 h 4489084"/>
              <a:gd name="connsiteX12824" fmla="*/ 4414809 w 5158787"/>
              <a:gd name="connsiteY12824" fmla="*/ 2841797 h 4489084"/>
              <a:gd name="connsiteX12825" fmla="*/ 4397041 w 5158787"/>
              <a:gd name="connsiteY12825" fmla="*/ 2841797 h 4489084"/>
              <a:gd name="connsiteX12826" fmla="*/ 4395975 w 5158787"/>
              <a:gd name="connsiteY12826" fmla="*/ 2841145 h 4489084"/>
              <a:gd name="connsiteX12827" fmla="*/ 4387091 w 5158787"/>
              <a:gd name="connsiteY12827" fmla="*/ 2825747 h 4489084"/>
              <a:gd name="connsiteX12828" fmla="*/ 4387091 w 5158787"/>
              <a:gd name="connsiteY12828" fmla="*/ 2824503 h 4489084"/>
              <a:gd name="connsiteX12829" fmla="*/ 4395975 w 5158787"/>
              <a:gd name="connsiteY12829" fmla="*/ 2809104 h 4489084"/>
              <a:gd name="connsiteX12830" fmla="*/ 4397041 w 5158787"/>
              <a:gd name="connsiteY12830" fmla="*/ 2808453 h 4489084"/>
              <a:gd name="connsiteX12831" fmla="*/ 3585302 w 5158787"/>
              <a:gd name="connsiteY12831" fmla="*/ 2808276 h 4489084"/>
              <a:gd name="connsiteX12832" fmla="*/ 3603307 w 5158787"/>
              <a:gd name="connsiteY12832" fmla="*/ 2808276 h 4489084"/>
              <a:gd name="connsiteX12833" fmla="*/ 3604432 w 5158787"/>
              <a:gd name="connsiteY12833" fmla="*/ 2808928 h 4489084"/>
              <a:gd name="connsiteX12834" fmla="*/ 3613434 w 5158787"/>
              <a:gd name="connsiteY12834" fmla="*/ 2824504 h 4489084"/>
              <a:gd name="connsiteX12835" fmla="*/ 3613434 w 5158787"/>
              <a:gd name="connsiteY12835" fmla="*/ 2825747 h 4489084"/>
              <a:gd name="connsiteX12836" fmla="*/ 3604432 w 5158787"/>
              <a:gd name="connsiteY12836" fmla="*/ 2841324 h 4489084"/>
              <a:gd name="connsiteX12837" fmla="*/ 3603307 w 5158787"/>
              <a:gd name="connsiteY12837" fmla="*/ 2841975 h 4489084"/>
              <a:gd name="connsiteX12838" fmla="*/ 3585302 w 5158787"/>
              <a:gd name="connsiteY12838" fmla="*/ 2841975 h 4489084"/>
              <a:gd name="connsiteX12839" fmla="*/ 3584177 w 5158787"/>
              <a:gd name="connsiteY12839" fmla="*/ 2841324 h 4489084"/>
              <a:gd name="connsiteX12840" fmla="*/ 3575175 w 5158787"/>
              <a:gd name="connsiteY12840" fmla="*/ 2825747 h 4489084"/>
              <a:gd name="connsiteX12841" fmla="*/ 3575175 w 5158787"/>
              <a:gd name="connsiteY12841" fmla="*/ 2824504 h 4489084"/>
              <a:gd name="connsiteX12842" fmla="*/ 3584177 w 5158787"/>
              <a:gd name="connsiteY12842" fmla="*/ 2808928 h 4489084"/>
              <a:gd name="connsiteX12843" fmla="*/ 3585302 w 5158787"/>
              <a:gd name="connsiteY12843" fmla="*/ 2808276 h 4489084"/>
              <a:gd name="connsiteX12844" fmla="*/ 3111857 w 5158787"/>
              <a:gd name="connsiteY12844" fmla="*/ 2808157 h 4489084"/>
              <a:gd name="connsiteX12845" fmla="*/ 3129980 w 5158787"/>
              <a:gd name="connsiteY12845" fmla="*/ 2808157 h 4489084"/>
              <a:gd name="connsiteX12846" fmla="*/ 3131106 w 5158787"/>
              <a:gd name="connsiteY12846" fmla="*/ 2808808 h 4489084"/>
              <a:gd name="connsiteX12847" fmla="*/ 3140167 w 5158787"/>
              <a:gd name="connsiteY12847" fmla="*/ 2824503 h 4489084"/>
              <a:gd name="connsiteX12848" fmla="*/ 3140167 w 5158787"/>
              <a:gd name="connsiteY12848" fmla="*/ 2825806 h 4489084"/>
              <a:gd name="connsiteX12849" fmla="*/ 3131106 w 5158787"/>
              <a:gd name="connsiteY12849" fmla="*/ 2841501 h 4489084"/>
              <a:gd name="connsiteX12850" fmla="*/ 3129980 w 5158787"/>
              <a:gd name="connsiteY12850" fmla="*/ 2842152 h 4489084"/>
              <a:gd name="connsiteX12851" fmla="*/ 3111857 w 5158787"/>
              <a:gd name="connsiteY12851" fmla="*/ 2842152 h 4489084"/>
              <a:gd name="connsiteX12852" fmla="*/ 3110732 w 5158787"/>
              <a:gd name="connsiteY12852" fmla="*/ 2841501 h 4489084"/>
              <a:gd name="connsiteX12853" fmla="*/ 3101671 w 5158787"/>
              <a:gd name="connsiteY12853" fmla="*/ 2825806 h 4489084"/>
              <a:gd name="connsiteX12854" fmla="*/ 3101671 w 5158787"/>
              <a:gd name="connsiteY12854" fmla="*/ 2824503 h 4489084"/>
              <a:gd name="connsiteX12855" fmla="*/ 3110732 w 5158787"/>
              <a:gd name="connsiteY12855" fmla="*/ 2808808 h 4489084"/>
              <a:gd name="connsiteX12856" fmla="*/ 3111857 w 5158787"/>
              <a:gd name="connsiteY12856" fmla="*/ 2808157 h 4489084"/>
              <a:gd name="connsiteX12857" fmla="*/ 2503141 w 5158787"/>
              <a:gd name="connsiteY12857" fmla="*/ 2808157 h 4489084"/>
              <a:gd name="connsiteX12858" fmla="*/ 2521264 w 5158787"/>
              <a:gd name="connsiteY12858" fmla="*/ 2808157 h 4489084"/>
              <a:gd name="connsiteX12859" fmla="*/ 2522390 w 5158787"/>
              <a:gd name="connsiteY12859" fmla="*/ 2808808 h 4489084"/>
              <a:gd name="connsiteX12860" fmla="*/ 2531451 w 5158787"/>
              <a:gd name="connsiteY12860" fmla="*/ 2824503 h 4489084"/>
              <a:gd name="connsiteX12861" fmla="*/ 2531451 w 5158787"/>
              <a:gd name="connsiteY12861" fmla="*/ 2825806 h 4489084"/>
              <a:gd name="connsiteX12862" fmla="*/ 2522390 w 5158787"/>
              <a:gd name="connsiteY12862" fmla="*/ 2841501 h 4489084"/>
              <a:gd name="connsiteX12863" fmla="*/ 2521264 w 5158787"/>
              <a:gd name="connsiteY12863" fmla="*/ 2842152 h 4489084"/>
              <a:gd name="connsiteX12864" fmla="*/ 2503141 w 5158787"/>
              <a:gd name="connsiteY12864" fmla="*/ 2842152 h 4489084"/>
              <a:gd name="connsiteX12865" fmla="*/ 2502016 w 5158787"/>
              <a:gd name="connsiteY12865" fmla="*/ 2841501 h 4489084"/>
              <a:gd name="connsiteX12866" fmla="*/ 2492955 w 5158787"/>
              <a:gd name="connsiteY12866" fmla="*/ 2825806 h 4489084"/>
              <a:gd name="connsiteX12867" fmla="*/ 2492955 w 5158787"/>
              <a:gd name="connsiteY12867" fmla="*/ 2824503 h 4489084"/>
              <a:gd name="connsiteX12868" fmla="*/ 2502016 w 5158787"/>
              <a:gd name="connsiteY12868" fmla="*/ 2808808 h 4489084"/>
              <a:gd name="connsiteX12869" fmla="*/ 2503141 w 5158787"/>
              <a:gd name="connsiteY12869" fmla="*/ 2808157 h 4489084"/>
              <a:gd name="connsiteX12870" fmla="*/ 3044162 w 5158787"/>
              <a:gd name="connsiteY12870" fmla="*/ 2808039 h 4489084"/>
              <a:gd name="connsiteX12871" fmla="*/ 3062404 w 5158787"/>
              <a:gd name="connsiteY12871" fmla="*/ 2808039 h 4489084"/>
              <a:gd name="connsiteX12872" fmla="*/ 3063529 w 5158787"/>
              <a:gd name="connsiteY12872" fmla="*/ 2808690 h 4489084"/>
              <a:gd name="connsiteX12873" fmla="*/ 3072650 w 5158787"/>
              <a:gd name="connsiteY12873" fmla="*/ 2824444 h 4489084"/>
              <a:gd name="connsiteX12874" fmla="*/ 3072650 w 5158787"/>
              <a:gd name="connsiteY12874" fmla="*/ 2825747 h 4489084"/>
              <a:gd name="connsiteX12875" fmla="*/ 3063529 w 5158787"/>
              <a:gd name="connsiteY12875" fmla="*/ 2841501 h 4489084"/>
              <a:gd name="connsiteX12876" fmla="*/ 3062404 w 5158787"/>
              <a:gd name="connsiteY12876" fmla="*/ 2842153 h 4489084"/>
              <a:gd name="connsiteX12877" fmla="*/ 3044162 w 5158787"/>
              <a:gd name="connsiteY12877" fmla="*/ 2842153 h 4489084"/>
              <a:gd name="connsiteX12878" fmla="*/ 3043037 w 5158787"/>
              <a:gd name="connsiteY12878" fmla="*/ 2841501 h 4489084"/>
              <a:gd name="connsiteX12879" fmla="*/ 3033917 w 5158787"/>
              <a:gd name="connsiteY12879" fmla="*/ 2825747 h 4489084"/>
              <a:gd name="connsiteX12880" fmla="*/ 3033917 w 5158787"/>
              <a:gd name="connsiteY12880" fmla="*/ 2824444 h 4489084"/>
              <a:gd name="connsiteX12881" fmla="*/ 3043037 w 5158787"/>
              <a:gd name="connsiteY12881" fmla="*/ 2808690 h 4489084"/>
              <a:gd name="connsiteX12882" fmla="*/ 3044162 w 5158787"/>
              <a:gd name="connsiteY12882" fmla="*/ 2808039 h 4489084"/>
              <a:gd name="connsiteX12883" fmla="*/ 2435269 w 5158787"/>
              <a:gd name="connsiteY12883" fmla="*/ 2807624 h 4489084"/>
              <a:gd name="connsiteX12884" fmla="*/ 2453925 w 5158787"/>
              <a:gd name="connsiteY12884" fmla="*/ 2807624 h 4489084"/>
              <a:gd name="connsiteX12885" fmla="*/ 2455051 w 5158787"/>
              <a:gd name="connsiteY12885" fmla="*/ 2808275 h 4489084"/>
              <a:gd name="connsiteX12886" fmla="*/ 2464349 w 5158787"/>
              <a:gd name="connsiteY12886" fmla="*/ 2824444 h 4489084"/>
              <a:gd name="connsiteX12887" fmla="*/ 2464349 w 5158787"/>
              <a:gd name="connsiteY12887" fmla="*/ 2825747 h 4489084"/>
              <a:gd name="connsiteX12888" fmla="*/ 2454992 w 5158787"/>
              <a:gd name="connsiteY12888" fmla="*/ 2841916 h 4489084"/>
              <a:gd name="connsiteX12889" fmla="*/ 2453866 w 5158787"/>
              <a:gd name="connsiteY12889" fmla="*/ 2842567 h 4489084"/>
              <a:gd name="connsiteX12890" fmla="*/ 2435211 w 5158787"/>
              <a:gd name="connsiteY12890" fmla="*/ 2842567 h 4489084"/>
              <a:gd name="connsiteX12891" fmla="*/ 2434085 w 5158787"/>
              <a:gd name="connsiteY12891" fmla="*/ 2841916 h 4489084"/>
              <a:gd name="connsiteX12892" fmla="*/ 2424787 w 5158787"/>
              <a:gd name="connsiteY12892" fmla="*/ 2825747 h 4489084"/>
              <a:gd name="connsiteX12893" fmla="*/ 2424787 w 5158787"/>
              <a:gd name="connsiteY12893" fmla="*/ 2824444 h 4489084"/>
              <a:gd name="connsiteX12894" fmla="*/ 2434144 w 5158787"/>
              <a:gd name="connsiteY12894" fmla="*/ 2808275 h 4489084"/>
              <a:gd name="connsiteX12895" fmla="*/ 2435269 w 5158787"/>
              <a:gd name="connsiteY12895" fmla="*/ 2807624 h 4489084"/>
              <a:gd name="connsiteX12896" fmla="*/ 4464084 w 5158787"/>
              <a:gd name="connsiteY12896" fmla="*/ 2807447 h 4489084"/>
              <a:gd name="connsiteX12897" fmla="*/ 4482977 w 5158787"/>
              <a:gd name="connsiteY12897" fmla="*/ 2807447 h 4489084"/>
              <a:gd name="connsiteX12898" fmla="*/ 4484102 w 5158787"/>
              <a:gd name="connsiteY12898" fmla="*/ 2808098 h 4489084"/>
              <a:gd name="connsiteX12899" fmla="*/ 4493518 w 5158787"/>
              <a:gd name="connsiteY12899" fmla="*/ 2824445 h 4489084"/>
              <a:gd name="connsiteX12900" fmla="*/ 4493518 w 5158787"/>
              <a:gd name="connsiteY12900" fmla="*/ 2825807 h 4489084"/>
              <a:gd name="connsiteX12901" fmla="*/ 4484102 w 5158787"/>
              <a:gd name="connsiteY12901" fmla="*/ 2842153 h 4489084"/>
              <a:gd name="connsiteX12902" fmla="*/ 4482977 w 5158787"/>
              <a:gd name="connsiteY12902" fmla="*/ 2842804 h 4489084"/>
              <a:gd name="connsiteX12903" fmla="*/ 4464084 w 5158787"/>
              <a:gd name="connsiteY12903" fmla="*/ 2842804 h 4489084"/>
              <a:gd name="connsiteX12904" fmla="*/ 4462959 w 5158787"/>
              <a:gd name="connsiteY12904" fmla="*/ 2842153 h 4489084"/>
              <a:gd name="connsiteX12905" fmla="*/ 4453541 w 5158787"/>
              <a:gd name="connsiteY12905" fmla="*/ 2825807 h 4489084"/>
              <a:gd name="connsiteX12906" fmla="*/ 4453541 w 5158787"/>
              <a:gd name="connsiteY12906" fmla="*/ 2824445 h 4489084"/>
              <a:gd name="connsiteX12907" fmla="*/ 4462959 w 5158787"/>
              <a:gd name="connsiteY12907" fmla="*/ 2808098 h 4489084"/>
              <a:gd name="connsiteX12908" fmla="*/ 4464084 w 5158787"/>
              <a:gd name="connsiteY12908" fmla="*/ 2807447 h 4489084"/>
              <a:gd name="connsiteX12909" fmla="*/ 2976172 w 5158787"/>
              <a:gd name="connsiteY12909" fmla="*/ 2807447 h 4489084"/>
              <a:gd name="connsiteX12910" fmla="*/ 2995065 w 5158787"/>
              <a:gd name="connsiteY12910" fmla="*/ 2807447 h 4489084"/>
              <a:gd name="connsiteX12911" fmla="*/ 2996190 w 5158787"/>
              <a:gd name="connsiteY12911" fmla="*/ 2808098 h 4489084"/>
              <a:gd name="connsiteX12912" fmla="*/ 3005607 w 5158787"/>
              <a:gd name="connsiteY12912" fmla="*/ 2824445 h 4489084"/>
              <a:gd name="connsiteX12913" fmla="*/ 3005607 w 5158787"/>
              <a:gd name="connsiteY12913" fmla="*/ 2825807 h 4489084"/>
              <a:gd name="connsiteX12914" fmla="*/ 2996190 w 5158787"/>
              <a:gd name="connsiteY12914" fmla="*/ 2842153 h 4489084"/>
              <a:gd name="connsiteX12915" fmla="*/ 2995065 w 5158787"/>
              <a:gd name="connsiteY12915" fmla="*/ 2842804 h 4489084"/>
              <a:gd name="connsiteX12916" fmla="*/ 2976172 w 5158787"/>
              <a:gd name="connsiteY12916" fmla="*/ 2842804 h 4489084"/>
              <a:gd name="connsiteX12917" fmla="*/ 2975046 w 5158787"/>
              <a:gd name="connsiteY12917" fmla="*/ 2842153 h 4489084"/>
              <a:gd name="connsiteX12918" fmla="*/ 2965630 w 5158787"/>
              <a:gd name="connsiteY12918" fmla="*/ 2825807 h 4489084"/>
              <a:gd name="connsiteX12919" fmla="*/ 2965630 w 5158787"/>
              <a:gd name="connsiteY12919" fmla="*/ 2824445 h 4489084"/>
              <a:gd name="connsiteX12920" fmla="*/ 2975046 w 5158787"/>
              <a:gd name="connsiteY12920" fmla="*/ 2808098 h 4489084"/>
              <a:gd name="connsiteX12921" fmla="*/ 2976172 w 5158787"/>
              <a:gd name="connsiteY12921" fmla="*/ 2807447 h 4489084"/>
              <a:gd name="connsiteX12922" fmla="*/ 2570362 w 5158787"/>
              <a:gd name="connsiteY12922" fmla="*/ 2807328 h 4489084"/>
              <a:gd name="connsiteX12923" fmla="*/ 2589373 w 5158787"/>
              <a:gd name="connsiteY12923" fmla="*/ 2807328 h 4489084"/>
              <a:gd name="connsiteX12924" fmla="*/ 2590558 w 5158787"/>
              <a:gd name="connsiteY12924" fmla="*/ 2807979 h 4489084"/>
              <a:gd name="connsiteX12925" fmla="*/ 2600034 w 5158787"/>
              <a:gd name="connsiteY12925" fmla="*/ 2824444 h 4489084"/>
              <a:gd name="connsiteX12926" fmla="*/ 2600034 w 5158787"/>
              <a:gd name="connsiteY12926" fmla="*/ 2825806 h 4489084"/>
              <a:gd name="connsiteX12927" fmla="*/ 2590558 w 5158787"/>
              <a:gd name="connsiteY12927" fmla="*/ 2842271 h 4489084"/>
              <a:gd name="connsiteX12928" fmla="*/ 2589373 w 5158787"/>
              <a:gd name="connsiteY12928" fmla="*/ 2842922 h 4489084"/>
              <a:gd name="connsiteX12929" fmla="*/ 2570362 w 5158787"/>
              <a:gd name="connsiteY12929" fmla="*/ 2842922 h 4489084"/>
              <a:gd name="connsiteX12930" fmla="*/ 2569178 w 5158787"/>
              <a:gd name="connsiteY12930" fmla="*/ 2842271 h 4489084"/>
              <a:gd name="connsiteX12931" fmla="*/ 2559702 w 5158787"/>
              <a:gd name="connsiteY12931" fmla="*/ 2825806 h 4489084"/>
              <a:gd name="connsiteX12932" fmla="*/ 2559702 w 5158787"/>
              <a:gd name="connsiteY12932" fmla="*/ 2824444 h 4489084"/>
              <a:gd name="connsiteX12933" fmla="*/ 2569178 w 5158787"/>
              <a:gd name="connsiteY12933" fmla="*/ 2807979 h 4489084"/>
              <a:gd name="connsiteX12934" fmla="*/ 2570362 w 5158787"/>
              <a:gd name="connsiteY12934" fmla="*/ 2807328 h 4489084"/>
              <a:gd name="connsiteX12935" fmla="*/ 4531482 w 5158787"/>
              <a:gd name="connsiteY12935" fmla="*/ 2807032 h 4489084"/>
              <a:gd name="connsiteX12936" fmla="*/ 4550789 w 5158787"/>
              <a:gd name="connsiteY12936" fmla="*/ 2807032 h 4489084"/>
              <a:gd name="connsiteX12937" fmla="*/ 4551974 w 5158787"/>
              <a:gd name="connsiteY12937" fmla="*/ 2807743 h 4489084"/>
              <a:gd name="connsiteX12938" fmla="*/ 4561627 w 5158787"/>
              <a:gd name="connsiteY12938" fmla="*/ 2824503 h 4489084"/>
              <a:gd name="connsiteX12939" fmla="*/ 4561627 w 5158787"/>
              <a:gd name="connsiteY12939" fmla="*/ 2825866 h 4489084"/>
              <a:gd name="connsiteX12940" fmla="*/ 4551974 w 5158787"/>
              <a:gd name="connsiteY12940" fmla="*/ 2842626 h 4489084"/>
              <a:gd name="connsiteX12941" fmla="*/ 4550789 w 5158787"/>
              <a:gd name="connsiteY12941" fmla="*/ 2843337 h 4489084"/>
              <a:gd name="connsiteX12942" fmla="*/ 4531482 w 5158787"/>
              <a:gd name="connsiteY12942" fmla="*/ 2843337 h 4489084"/>
              <a:gd name="connsiteX12943" fmla="*/ 4530298 w 5158787"/>
              <a:gd name="connsiteY12943" fmla="*/ 2842626 h 4489084"/>
              <a:gd name="connsiteX12944" fmla="*/ 4520644 w 5158787"/>
              <a:gd name="connsiteY12944" fmla="*/ 2825866 h 4489084"/>
              <a:gd name="connsiteX12945" fmla="*/ 4520644 w 5158787"/>
              <a:gd name="connsiteY12945" fmla="*/ 2824503 h 4489084"/>
              <a:gd name="connsiteX12946" fmla="*/ 4530298 w 5158787"/>
              <a:gd name="connsiteY12946" fmla="*/ 2807743 h 4489084"/>
              <a:gd name="connsiteX12947" fmla="*/ 4531482 w 5158787"/>
              <a:gd name="connsiteY12947" fmla="*/ 2807032 h 4489084"/>
              <a:gd name="connsiteX12948" fmla="*/ 4599058 w 5158787"/>
              <a:gd name="connsiteY12948" fmla="*/ 2806913 h 4489084"/>
              <a:gd name="connsiteX12949" fmla="*/ 4618484 w 5158787"/>
              <a:gd name="connsiteY12949" fmla="*/ 2806913 h 4489084"/>
              <a:gd name="connsiteX12950" fmla="*/ 4619668 w 5158787"/>
              <a:gd name="connsiteY12950" fmla="*/ 2807624 h 4489084"/>
              <a:gd name="connsiteX12951" fmla="*/ 4629381 w 5158787"/>
              <a:gd name="connsiteY12951" fmla="*/ 2824444 h 4489084"/>
              <a:gd name="connsiteX12952" fmla="*/ 4629381 w 5158787"/>
              <a:gd name="connsiteY12952" fmla="*/ 2825806 h 4489084"/>
              <a:gd name="connsiteX12953" fmla="*/ 4619668 w 5158787"/>
              <a:gd name="connsiteY12953" fmla="*/ 2842626 h 4489084"/>
              <a:gd name="connsiteX12954" fmla="*/ 4618484 w 5158787"/>
              <a:gd name="connsiteY12954" fmla="*/ 2843337 h 4489084"/>
              <a:gd name="connsiteX12955" fmla="*/ 4599058 w 5158787"/>
              <a:gd name="connsiteY12955" fmla="*/ 2843337 h 4489084"/>
              <a:gd name="connsiteX12956" fmla="*/ 4597874 w 5158787"/>
              <a:gd name="connsiteY12956" fmla="*/ 2842626 h 4489084"/>
              <a:gd name="connsiteX12957" fmla="*/ 4588161 w 5158787"/>
              <a:gd name="connsiteY12957" fmla="*/ 2825806 h 4489084"/>
              <a:gd name="connsiteX12958" fmla="*/ 4588161 w 5158787"/>
              <a:gd name="connsiteY12958" fmla="*/ 2824444 h 4489084"/>
              <a:gd name="connsiteX12959" fmla="*/ 4597874 w 5158787"/>
              <a:gd name="connsiteY12959" fmla="*/ 2807624 h 4489084"/>
              <a:gd name="connsiteX12960" fmla="*/ 4599058 w 5158787"/>
              <a:gd name="connsiteY12960" fmla="*/ 2806913 h 4489084"/>
              <a:gd name="connsiteX12961" fmla="*/ 2367160 w 5158787"/>
              <a:gd name="connsiteY12961" fmla="*/ 2806677 h 4489084"/>
              <a:gd name="connsiteX12962" fmla="*/ 2386823 w 5158787"/>
              <a:gd name="connsiteY12962" fmla="*/ 2806677 h 4489084"/>
              <a:gd name="connsiteX12963" fmla="*/ 2388008 w 5158787"/>
              <a:gd name="connsiteY12963" fmla="*/ 2807388 h 4489084"/>
              <a:gd name="connsiteX12964" fmla="*/ 2397839 w 5158787"/>
              <a:gd name="connsiteY12964" fmla="*/ 2824385 h 4489084"/>
              <a:gd name="connsiteX12965" fmla="*/ 2397839 w 5158787"/>
              <a:gd name="connsiteY12965" fmla="*/ 2825747 h 4489084"/>
              <a:gd name="connsiteX12966" fmla="*/ 2388008 w 5158787"/>
              <a:gd name="connsiteY12966" fmla="*/ 2842745 h 4489084"/>
              <a:gd name="connsiteX12967" fmla="*/ 2386823 w 5158787"/>
              <a:gd name="connsiteY12967" fmla="*/ 2843456 h 4489084"/>
              <a:gd name="connsiteX12968" fmla="*/ 2367160 w 5158787"/>
              <a:gd name="connsiteY12968" fmla="*/ 2843456 h 4489084"/>
              <a:gd name="connsiteX12969" fmla="*/ 2365976 w 5158787"/>
              <a:gd name="connsiteY12969" fmla="*/ 2842745 h 4489084"/>
              <a:gd name="connsiteX12970" fmla="*/ 2356145 w 5158787"/>
              <a:gd name="connsiteY12970" fmla="*/ 2825747 h 4489084"/>
              <a:gd name="connsiteX12971" fmla="*/ 2356145 w 5158787"/>
              <a:gd name="connsiteY12971" fmla="*/ 2824385 h 4489084"/>
              <a:gd name="connsiteX12972" fmla="*/ 2365976 w 5158787"/>
              <a:gd name="connsiteY12972" fmla="*/ 2807388 h 4489084"/>
              <a:gd name="connsiteX12973" fmla="*/ 2367160 w 5158787"/>
              <a:gd name="connsiteY12973" fmla="*/ 2806677 h 4489084"/>
              <a:gd name="connsiteX12974" fmla="*/ 4936819 w 5158787"/>
              <a:gd name="connsiteY12974" fmla="*/ 2806203 h 4489084"/>
              <a:gd name="connsiteX12975" fmla="*/ 4957015 w 5158787"/>
              <a:gd name="connsiteY12975" fmla="*/ 2806203 h 4489084"/>
              <a:gd name="connsiteX12976" fmla="*/ 4958259 w 5158787"/>
              <a:gd name="connsiteY12976" fmla="*/ 2806914 h 4489084"/>
              <a:gd name="connsiteX12977" fmla="*/ 4968327 w 5158787"/>
              <a:gd name="connsiteY12977" fmla="*/ 2824385 h 4489084"/>
              <a:gd name="connsiteX12978" fmla="*/ 4968327 w 5158787"/>
              <a:gd name="connsiteY12978" fmla="*/ 2825806 h 4489084"/>
              <a:gd name="connsiteX12979" fmla="*/ 4958199 w 5158787"/>
              <a:gd name="connsiteY12979" fmla="*/ 2843278 h 4489084"/>
              <a:gd name="connsiteX12980" fmla="*/ 4956955 w 5158787"/>
              <a:gd name="connsiteY12980" fmla="*/ 2843989 h 4489084"/>
              <a:gd name="connsiteX12981" fmla="*/ 4936760 w 5158787"/>
              <a:gd name="connsiteY12981" fmla="*/ 2843989 h 4489084"/>
              <a:gd name="connsiteX12982" fmla="*/ 4935516 w 5158787"/>
              <a:gd name="connsiteY12982" fmla="*/ 2843278 h 4489084"/>
              <a:gd name="connsiteX12983" fmla="*/ 4925448 w 5158787"/>
              <a:gd name="connsiteY12983" fmla="*/ 2825806 h 4489084"/>
              <a:gd name="connsiteX12984" fmla="*/ 4925448 w 5158787"/>
              <a:gd name="connsiteY12984" fmla="*/ 2824385 h 4489084"/>
              <a:gd name="connsiteX12985" fmla="*/ 4935575 w 5158787"/>
              <a:gd name="connsiteY12985" fmla="*/ 2806914 h 4489084"/>
              <a:gd name="connsiteX12986" fmla="*/ 4936819 w 5158787"/>
              <a:gd name="connsiteY12986" fmla="*/ 2806203 h 4489084"/>
              <a:gd name="connsiteX12987" fmla="*/ 2231416 w 5158787"/>
              <a:gd name="connsiteY12987" fmla="*/ 2805847 h 4489084"/>
              <a:gd name="connsiteX12988" fmla="*/ 2251968 w 5158787"/>
              <a:gd name="connsiteY12988" fmla="*/ 2805847 h 4489084"/>
              <a:gd name="connsiteX12989" fmla="*/ 2253211 w 5158787"/>
              <a:gd name="connsiteY12989" fmla="*/ 2806558 h 4489084"/>
              <a:gd name="connsiteX12990" fmla="*/ 2263457 w 5158787"/>
              <a:gd name="connsiteY12990" fmla="*/ 2824325 h 4489084"/>
              <a:gd name="connsiteX12991" fmla="*/ 2263457 w 5158787"/>
              <a:gd name="connsiteY12991" fmla="*/ 2825806 h 4489084"/>
              <a:gd name="connsiteX12992" fmla="*/ 2253211 w 5158787"/>
              <a:gd name="connsiteY12992" fmla="*/ 2843573 h 4489084"/>
              <a:gd name="connsiteX12993" fmla="*/ 2251968 w 5158787"/>
              <a:gd name="connsiteY12993" fmla="*/ 2844284 h 4489084"/>
              <a:gd name="connsiteX12994" fmla="*/ 2231416 w 5158787"/>
              <a:gd name="connsiteY12994" fmla="*/ 2844284 h 4489084"/>
              <a:gd name="connsiteX12995" fmla="*/ 2230173 w 5158787"/>
              <a:gd name="connsiteY12995" fmla="*/ 2843573 h 4489084"/>
              <a:gd name="connsiteX12996" fmla="*/ 2219927 w 5158787"/>
              <a:gd name="connsiteY12996" fmla="*/ 2825806 h 4489084"/>
              <a:gd name="connsiteX12997" fmla="*/ 2219927 w 5158787"/>
              <a:gd name="connsiteY12997" fmla="*/ 2824325 h 4489084"/>
              <a:gd name="connsiteX12998" fmla="*/ 2230173 w 5158787"/>
              <a:gd name="connsiteY12998" fmla="*/ 2806558 h 4489084"/>
              <a:gd name="connsiteX12999" fmla="*/ 2231416 w 5158787"/>
              <a:gd name="connsiteY12999" fmla="*/ 2805847 h 4489084"/>
              <a:gd name="connsiteX13000" fmla="*/ 4665805 w 5158787"/>
              <a:gd name="connsiteY13000" fmla="*/ 2805255 h 4489084"/>
              <a:gd name="connsiteX13001" fmla="*/ 4687007 w 5158787"/>
              <a:gd name="connsiteY13001" fmla="*/ 2805255 h 4489084"/>
              <a:gd name="connsiteX13002" fmla="*/ 4688310 w 5158787"/>
              <a:gd name="connsiteY13002" fmla="*/ 2806025 h 4489084"/>
              <a:gd name="connsiteX13003" fmla="*/ 4698911 w 5158787"/>
              <a:gd name="connsiteY13003" fmla="*/ 2824385 h 4489084"/>
              <a:gd name="connsiteX13004" fmla="*/ 4698911 w 5158787"/>
              <a:gd name="connsiteY13004" fmla="*/ 2825865 h 4489084"/>
              <a:gd name="connsiteX13005" fmla="*/ 4688310 w 5158787"/>
              <a:gd name="connsiteY13005" fmla="*/ 2844225 h 4489084"/>
              <a:gd name="connsiteX13006" fmla="*/ 4687007 w 5158787"/>
              <a:gd name="connsiteY13006" fmla="*/ 2844995 h 4489084"/>
              <a:gd name="connsiteX13007" fmla="*/ 4665805 w 5158787"/>
              <a:gd name="connsiteY13007" fmla="*/ 2844995 h 4489084"/>
              <a:gd name="connsiteX13008" fmla="*/ 4664502 w 5158787"/>
              <a:gd name="connsiteY13008" fmla="*/ 2844225 h 4489084"/>
              <a:gd name="connsiteX13009" fmla="*/ 4653900 w 5158787"/>
              <a:gd name="connsiteY13009" fmla="*/ 2825865 h 4489084"/>
              <a:gd name="connsiteX13010" fmla="*/ 4653900 w 5158787"/>
              <a:gd name="connsiteY13010" fmla="*/ 2824385 h 4489084"/>
              <a:gd name="connsiteX13011" fmla="*/ 4664502 w 5158787"/>
              <a:gd name="connsiteY13011" fmla="*/ 2806025 h 4489084"/>
              <a:gd name="connsiteX13012" fmla="*/ 4665805 w 5158787"/>
              <a:gd name="connsiteY13012" fmla="*/ 2805255 h 4489084"/>
              <a:gd name="connsiteX13013" fmla="*/ 2163427 w 5158787"/>
              <a:gd name="connsiteY13013" fmla="*/ 2805137 h 4489084"/>
              <a:gd name="connsiteX13014" fmla="*/ 2184748 w 5158787"/>
              <a:gd name="connsiteY13014" fmla="*/ 2805137 h 4489084"/>
              <a:gd name="connsiteX13015" fmla="*/ 2186051 w 5158787"/>
              <a:gd name="connsiteY13015" fmla="*/ 2805907 h 4489084"/>
              <a:gd name="connsiteX13016" fmla="*/ 2196711 w 5158787"/>
              <a:gd name="connsiteY13016" fmla="*/ 2824385 h 4489084"/>
              <a:gd name="connsiteX13017" fmla="*/ 2196711 w 5158787"/>
              <a:gd name="connsiteY13017" fmla="*/ 2825866 h 4489084"/>
              <a:gd name="connsiteX13018" fmla="*/ 2186051 w 5158787"/>
              <a:gd name="connsiteY13018" fmla="*/ 2844344 h 4489084"/>
              <a:gd name="connsiteX13019" fmla="*/ 2184748 w 5158787"/>
              <a:gd name="connsiteY13019" fmla="*/ 2845114 h 4489084"/>
              <a:gd name="connsiteX13020" fmla="*/ 2163427 w 5158787"/>
              <a:gd name="connsiteY13020" fmla="*/ 2845114 h 4489084"/>
              <a:gd name="connsiteX13021" fmla="*/ 2162123 w 5158787"/>
              <a:gd name="connsiteY13021" fmla="*/ 2844344 h 4489084"/>
              <a:gd name="connsiteX13022" fmla="*/ 2151463 w 5158787"/>
              <a:gd name="connsiteY13022" fmla="*/ 2825866 h 4489084"/>
              <a:gd name="connsiteX13023" fmla="*/ 2151463 w 5158787"/>
              <a:gd name="connsiteY13023" fmla="*/ 2824385 h 4489084"/>
              <a:gd name="connsiteX13024" fmla="*/ 2162123 w 5158787"/>
              <a:gd name="connsiteY13024" fmla="*/ 2805907 h 4489084"/>
              <a:gd name="connsiteX13025" fmla="*/ 2163427 w 5158787"/>
              <a:gd name="connsiteY13025" fmla="*/ 2805137 h 4489084"/>
              <a:gd name="connsiteX13026" fmla="*/ 1960522 w 5158787"/>
              <a:gd name="connsiteY13026" fmla="*/ 2805137 h 4489084"/>
              <a:gd name="connsiteX13027" fmla="*/ 1981843 w 5158787"/>
              <a:gd name="connsiteY13027" fmla="*/ 2805137 h 4489084"/>
              <a:gd name="connsiteX13028" fmla="*/ 1983146 w 5158787"/>
              <a:gd name="connsiteY13028" fmla="*/ 2805907 h 4489084"/>
              <a:gd name="connsiteX13029" fmla="*/ 1993806 w 5158787"/>
              <a:gd name="connsiteY13029" fmla="*/ 2824385 h 4489084"/>
              <a:gd name="connsiteX13030" fmla="*/ 1993806 w 5158787"/>
              <a:gd name="connsiteY13030" fmla="*/ 2825866 h 4489084"/>
              <a:gd name="connsiteX13031" fmla="*/ 1983146 w 5158787"/>
              <a:gd name="connsiteY13031" fmla="*/ 2844344 h 4489084"/>
              <a:gd name="connsiteX13032" fmla="*/ 1981843 w 5158787"/>
              <a:gd name="connsiteY13032" fmla="*/ 2845114 h 4489084"/>
              <a:gd name="connsiteX13033" fmla="*/ 1960522 w 5158787"/>
              <a:gd name="connsiteY13033" fmla="*/ 2845114 h 4489084"/>
              <a:gd name="connsiteX13034" fmla="*/ 1959219 w 5158787"/>
              <a:gd name="connsiteY13034" fmla="*/ 2844344 h 4489084"/>
              <a:gd name="connsiteX13035" fmla="*/ 1948558 w 5158787"/>
              <a:gd name="connsiteY13035" fmla="*/ 2825866 h 4489084"/>
              <a:gd name="connsiteX13036" fmla="*/ 1948558 w 5158787"/>
              <a:gd name="connsiteY13036" fmla="*/ 2824385 h 4489084"/>
              <a:gd name="connsiteX13037" fmla="*/ 1959219 w 5158787"/>
              <a:gd name="connsiteY13037" fmla="*/ 2805907 h 4489084"/>
              <a:gd name="connsiteX13038" fmla="*/ 1960522 w 5158787"/>
              <a:gd name="connsiteY13038" fmla="*/ 2805137 h 4489084"/>
              <a:gd name="connsiteX13039" fmla="*/ 2095732 w 5158787"/>
              <a:gd name="connsiteY13039" fmla="*/ 2805018 h 4489084"/>
              <a:gd name="connsiteX13040" fmla="*/ 2117171 w 5158787"/>
              <a:gd name="connsiteY13040" fmla="*/ 2805018 h 4489084"/>
              <a:gd name="connsiteX13041" fmla="*/ 2118474 w 5158787"/>
              <a:gd name="connsiteY13041" fmla="*/ 2805788 h 4489084"/>
              <a:gd name="connsiteX13042" fmla="*/ 2129194 w 5158787"/>
              <a:gd name="connsiteY13042" fmla="*/ 2824325 h 4489084"/>
              <a:gd name="connsiteX13043" fmla="*/ 2129194 w 5158787"/>
              <a:gd name="connsiteY13043" fmla="*/ 2825865 h 4489084"/>
              <a:gd name="connsiteX13044" fmla="*/ 2118474 w 5158787"/>
              <a:gd name="connsiteY13044" fmla="*/ 2844403 h 4489084"/>
              <a:gd name="connsiteX13045" fmla="*/ 2117171 w 5158787"/>
              <a:gd name="connsiteY13045" fmla="*/ 2845173 h 4489084"/>
              <a:gd name="connsiteX13046" fmla="*/ 2095732 w 5158787"/>
              <a:gd name="connsiteY13046" fmla="*/ 2845173 h 4489084"/>
              <a:gd name="connsiteX13047" fmla="*/ 2094429 w 5158787"/>
              <a:gd name="connsiteY13047" fmla="*/ 2844403 h 4489084"/>
              <a:gd name="connsiteX13048" fmla="*/ 2083709 w 5158787"/>
              <a:gd name="connsiteY13048" fmla="*/ 2825865 h 4489084"/>
              <a:gd name="connsiteX13049" fmla="*/ 2083709 w 5158787"/>
              <a:gd name="connsiteY13049" fmla="*/ 2824325 h 4489084"/>
              <a:gd name="connsiteX13050" fmla="*/ 2094429 w 5158787"/>
              <a:gd name="connsiteY13050" fmla="*/ 2805788 h 4489084"/>
              <a:gd name="connsiteX13051" fmla="*/ 2095732 w 5158787"/>
              <a:gd name="connsiteY13051" fmla="*/ 2805018 h 4489084"/>
              <a:gd name="connsiteX13052" fmla="*/ 2298637 w 5158787"/>
              <a:gd name="connsiteY13052" fmla="*/ 2804959 h 4489084"/>
              <a:gd name="connsiteX13053" fmla="*/ 2320136 w 5158787"/>
              <a:gd name="connsiteY13053" fmla="*/ 2804959 h 4489084"/>
              <a:gd name="connsiteX13054" fmla="*/ 2321439 w 5158787"/>
              <a:gd name="connsiteY13054" fmla="*/ 2805729 h 4489084"/>
              <a:gd name="connsiteX13055" fmla="*/ 2332218 w 5158787"/>
              <a:gd name="connsiteY13055" fmla="*/ 2824385 h 4489084"/>
              <a:gd name="connsiteX13056" fmla="*/ 2332218 w 5158787"/>
              <a:gd name="connsiteY13056" fmla="*/ 2825925 h 4489084"/>
              <a:gd name="connsiteX13057" fmla="*/ 2321439 w 5158787"/>
              <a:gd name="connsiteY13057" fmla="*/ 2844581 h 4489084"/>
              <a:gd name="connsiteX13058" fmla="*/ 2320136 w 5158787"/>
              <a:gd name="connsiteY13058" fmla="*/ 2845351 h 4489084"/>
              <a:gd name="connsiteX13059" fmla="*/ 2298637 w 5158787"/>
              <a:gd name="connsiteY13059" fmla="*/ 2845351 h 4489084"/>
              <a:gd name="connsiteX13060" fmla="*/ 2297334 w 5158787"/>
              <a:gd name="connsiteY13060" fmla="*/ 2844581 h 4489084"/>
              <a:gd name="connsiteX13061" fmla="*/ 2286555 w 5158787"/>
              <a:gd name="connsiteY13061" fmla="*/ 2825925 h 4489084"/>
              <a:gd name="connsiteX13062" fmla="*/ 2286555 w 5158787"/>
              <a:gd name="connsiteY13062" fmla="*/ 2824385 h 4489084"/>
              <a:gd name="connsiteX13063" fmla="*/ 2297334 w 5158787"/>
              <a:gd name="connsiteY13063" fmla="*/ 2805729 h 4489084"/>
              <a:gd name="connsiteX13064" fmla="*/ 2298637 w 5158787"/>
              <a:gd name="connsiteY13064" fmla="*/ 2804959 h 4489084"/>
              <a:gd name="connsiteX13065" fmla="*/ 2028037 w 5158787"/>
              <a:gd name="connsiteY13065" fmla="*/ 2804841 h 4489084"/>
              <a:gd name="connsiteX13066" fmla="*/ 2049654 w 5158787"/>
              <a:gd name="connsiteY13066" fmla="*/ 2804841 h 4489084"/>
              <a:gd name="connsiteX13067" fmla="*/ 2050958 w 5158787"/>
              <a:gd name="connsiteY13067" fmla="*/ 2805611 h 4489084"/>
              <a:gd name="connsiteX13068" fmla="*/ 2061795 w 5158787"/>
              <a:gd name="connsiteY13068" fmla="*/ 2824326 h 4489084"/>
              <a:gd name="connsiteX13069" fmla="*/ 2061795 w 5158787"/>
              <a:gd name="connsiteY13069" fmla="*/ 2825866 h 4489084"/>
              <a:gd name="connsiteX13070" fmla="*/ 2050958 w 5158787"/>
              <a:gd name="connsiteY13070" fmla="*/ 2844581 h 4489084"/>
              <a:gd name="connsiteX13071" fmla="*/ 2049654 w 5158787"/>
              <a:gd name="connsiteY13071" fmla="*/ 2845351 h 4489084"/>
              <a:gd name="connsiteX13072" fmla="*/ 2028037 w 5158787"/>
              <a:gd name="connsiteY13072" fmla="*/ 2845351 h 4489084"/>
              <a:gd name="connsiteX13073" fmla="*/ 2026734 w 5158787"/>
              <a:gd name="connsiteY13073" fmla="*/ 2844581 h 4489084"/>
              <a:gd name="connsiteX13074" fmla="*/ 2015896 w 5158787"/>
              <a:gd name="connsiteY13074" fmla="*/ 2825866 h 4489084"/>
              <a:gd name="connsiteX13075" fmla="*/ 2015896 w 5158787"/>
              <a:gd name="connsiteY13075" fmla="*/ 2824326 h 4489084"/>
              <a:gd name="connsiteX13076" fmla="*/ 2026734 w 5158787"/>
              <a:gd name="connsiteY13076" fmla="*/ 2805611 h 4489084"/>
              <a:gd name="connsiteX13077" fmla="*/ 2028037 w 5158787"/>
              <a:gd name="connsiteY13077" fmla="*/ 2804841 h 4489084"/>
              <a:gd name="connsiteX13078" fmla="*/ 1825073 w 5158787"/>
              <a:gd name="connsiteY13078" fmla="*/ 2804722 h 4489084"/>
              <a:gd name="connsiteX13079" fmla="*/ 1846809 w 5158787"/>
              <a:gd name="connsiteY13079" fmla="*/ 2804722 h 4489084"/>
              <a:gd name="connsiteX13080" fmla="*/ 1848112 w 5158787"/>
              <a:gd name="connsiteY13080" fmla="*/ 2805492 h 4489084"/>
              <a:gd name="connsiteX13081" fmla="*/ 1858950 w 5158787"/>
              <a:gd name="connsiteY13081" fmla="*/ 2824325 h 4489084"/>
              <a:gd name="connsiteX13082" fmla="*/ 1858950 w 5158787"/>
              <a:gd name="connsiteY13082" fmla="*/ 2825865 h 4489084"/>
              <a:gd name="connsiteX13083" fmla="*/ 1848053 w 5158787"/>
              <a:gd name="connsiteY13083" fmla="*/ 2844699 h 4489084"/>
              <a:gd name="connsiteX13084" fmla="*/ 1846750 w 5158787"/>
              <a:gd name="connsiteY13084" fmla="*/ 2845469 h 4489084"/>
              <a:gd name="connsiteX13085" fmla="*/ 1825014 w 5158787"/>
              <a:gd name="connsiteY13085" fmla="*/ 2845469 h 4489084"/>
              <a:gd name="connsiteX13086" fmla="*/ 1823711 w 5158787"/>
              <a:gd name="connsiteY13086" fmla="*/ 2844699 h 4489084"/>
              <a:gd name="connsiteX13087" fmla="*/ 1812873 w 5158787"/>
              <a:gd name="connsiteY13087" fmla="*/ 2825865 h 4489084"/>
              <a:gd name="connsiteX13088" fmla="*/ 1812873 w 5158787"/>
              <a:gd name="connsiteY13088" fmla="*/ 2824325 h 4489084"/>
              <a:gd name="connsiteX13089" fmla="*/ 1823770 w 5158787"/>
              <a:gd name="connsiteY13089" fmla="*/ 2805492 h 4489084"/>
              <a:gd name="connsiteX13090" fmla="*/ 1825073 w 5158787"/>
              <a:gd name="connsiteY13090" fmla="*/ 2804722 h 4489084"/>
              <a:gd name="connsiteX13091" fmla="*/ 1892590 w 5158787"/>
              <a:gd name="connsiteY13091" fmla="*/ 2804545 h 4489084"/>
              <a:gd name="connsiteX13092" fmla="*/ 1914563 w 5158787"/>
              <a:gd name="connsiteY13092" fmla="*/ 2804545 h 4489084"/>
              <a:gd name="connsiteX13093" fmla="*/ 1915925 w 5158787"/>
              <a:gd name="connsiteY13093" fmla="*/ 2805315 h 4489084"/>
              <a:gd name="connsiteX13094" fmla="*/ 1926881 w 5158787"/>
              <a:gd name="connsiteY13094" fmla="*/ 2824326 h 4489084"/>
              <a:gd name="connsiteX13095" fmla="*/ 1926881 w 5158787"/>
              <a:gd name="connsiteY13095" fmla="*/ 2825866 h 4489084"/>
              <a:gd name="connsiteX13096" fmla="*/ 1915866 w 5158787"/>
              <a:gd name="connsiteY13096" fmla="*/ 2844877 h 4489084"/>
              <a:gd name="connsiteX13097" fmla="*/ 1914503 w 5158787"/>
              <a:gd name="connsiteY13097" fmla="*/ 2845647 h 4489084"/>
              <a:gd name="connsiteX13098" fmla="*/ 1892531 w 5158787"/>
              <a:gd name="connsiteY13098" fmla="*/ 2845647 h 4489084"/>
              <a:gd name="connsiteX13099" fmla="*/ 1891169 w 5158787"/>
              <a:gd name="connsiteY13099" fmla="*/ 2844877 h 4489084"/>
              <a:gd name="connsiteX13100" fmla="*/ 1880212 w 5158787"/>
              <a:gd name="connsiteY13100" fmla="*/ 2825866 h 4489084"/>
              <a:gd name="connsiteX13101" fmla="*/ 1880212 w 5158787"/>
              <a:gd name="connsiteY13101" fmla="*/ 2824326 h 4489084"/>
              <a:gd name="connsiteX13102" fmla="*/ 1891228 w 5158787"/>
              <a:gd name="connsiteY13102" fmla="*/ 2805315 h 4489084"/>
              <a:gd name="connsiteX13103" fmla="*/ 1892590 w 5158787"/>
              <a:gd name="connsiteY13103" fmla="*/ 2804545 h 4489084"/>
              <a:gd name="connsiteX13104" fmla="*/ 4732848 w 5158787"/>
              <a:gd name="connsiteY13104" fmla="*/ 2804189 h 4489084"/>
              <a:gd name="connsiteX13105" fmla="*/ 4755176 w 5158787"/>
              <a:gd name="connsiteY13105" fmla="*/ 2804189 h 4489084"/>
              <a:gd name="connsiteX13106" fmla="*/ 4756538 w 5158787"/>
              <a:gd name="connsiteY13106" fmla="*/ 2804959 h 4489084"/>
              <a:gd name="connsiteX13107" fmla="*/ 4767672 w 5158787"/>
              <a:gd name="connsiteY13107" fmla="*/ 2824266 h 4489084"/>
              <a:gd name="connsiteX13108" fmla="*/ 4767672 w 5158787"/>
              <a:gd name="connsiteY13108" fmla="*/ 2825865 h 4489084"/>
              <a:gd name="connsiteX13109" fmla="*/ 4756538 w 5158787"/>
              <a:gd name="connsiteY13109" fmla="*/ 2845173 h 4489084"/>
              <a:gd name="connsiteX13110" fmla="*/ 4755176 w 5158787"/>
              <a:gd name="connsiteY13110" fmla="*/ 2845943 h 4489084"/>
              <a:gd name="connsiteX13111" fmla="*/ 4732848 w 5158787"/>
              <a:gd name="connsiteY13111" fmla="*/ 2845943 h 4489084"/>
              <a:gd name="connsiteX13112" fmla="*/ 4731486 w 5158787"/>
              <a:gd name="connsiteY13112" fmla="*/ 2845173 h 4489084"/>
              <a:gd name="connsiteX13113" fmla="*/ 4720351 w 5158787"/>
              <a:gd name="connsiteY13113" fmla="*/ 2825865 h 4489084"/>
              <a:gd name="connsiteX13114" fmla="*/ 4720351 w 5158787"/>
              <a:gd name="connsiteY13114" fmla="*/ 2824266 h 4489084"/>
              <a:gd name="connsiteX13115" fmla="*/ 4731486 w 5158787"/>
              <a:gd name="connsiteY13115" fmla="*/ 2804959 h 4489084"/>
              <a:gd name="connsiteX13116" fmla="*/ 4732848 w 5158787"/>
              <a:gd name="connsiteY13116" fmla="*/ 2804189 h 4489084"/>
              <a:gd name="connsiteX13117" fmla="*/ 4800127 w 5158787"/>
              <a:gd name="connsiteY13117" fmla="*/ 2803360 h 4489084"/>
              <a:gd name="connsiteX13118" fmla="*/ 4823284 w 5158787"/>
              <a:gd name="connsiteY13118" fmla="*/ 2803360 h 4489084"/>
              <a:gd name="connsiteX13119" fmla="*/ 4824705 w 5158787"/>
              <a:gd name="connsiteY13119" fmla="*/ 2804189 h 4489084"/>
              <a:gd name="connsiteX13120" fmla="*/ 4836313 w 5158787"/>
              <a:gd name="connsiteY13120" fmla="*/ 2824266 h 4489084"/>
              <a:gd name="connsiteX13121" fmla="*/ 4836313 w 5158787"/>
              <a:gd name="connsiteY13121" fmla="*/ 2825925 h 4489084"/>
              <a:gd name="connsiteX13122" fmla="*/ 4824705 w 5158787"/>
              <a:gd name="connsiteY13122" fmla="*/ 2846002 h 4489084"/>
              <a:gd name="connsiteX13123" fmla="*/ 4823284 w 5158787"/>
              <a:gd name="connsiteY13123" fmla="*/ 2846831 h 4489084"/>
              <a:gd name="connsiteX13124" fmla="*/ 4800127 w 5158787"/>
              <a:gd name="connsiteY13124" fmla="*/ 2846831 h 4489084"/>
              <a:gd name="connsiteX13125" fmla="*/ 4798705 w 5158787"/>
              <a:gd name="connsiteY13125" fmla="*/ 2846002 h 4489084"/>
              <a:gd name="connsiteX13126" fmla="*/ 4787097 w 5158787"/>
              <a:gd name="connsiteY13126" fmla="*/ 2825925 h 4489084"/>
              <a:gd name="connsiteX13127" fmla="*/ 4787097 w 5158787"/>
              <a:gd name="connsiteY13127" fmla="*/ 2824266 h 4489084"/>
              <a:gd name="connsiteX13128" fmla="*/ 4798705 w 5158787"/>
              <a:gd name="connsiteY13128" fmla="*/ 2804189 h 4489084"/>
              <a:gd name="connsiteX13129" fmla="*/ 4800127 w 5158787"/>
              <a:gd name="connsiteY13129" fmla="*/ 2803360 h 4489084"/>
              <a:gd name="connsiteX13130" fmla="*/ 4867644 w 5158787"/>
              <a:gd name="connsiteY13130" fmla="*/ 2803182 h 4489084"/>
              <a:gd name="connsiteX13131" fmla="*/ 4891038 w 5158787"/>
              <a:gd name="connsiteY13131" fmla="*/ 2803182 h 4489084"/>
              <a:gd name="connsiteX13132" fmla="*/ 4892460 w 5158787"/>
              <a:gd name="connsiteY13132" fmla="*/ 2804011 h 4489084"/>
              <a:gd name="connsiteX13133" fmla="*/ 4904127 w 5158787"/>
              <a:gd name="connsiteY13133" fmla="*/ 2824266 h 4489084"/>
              <a:gd name="connsiteX13134" fmla="*/ 4904127 w 5158787"/>
              <a:gd name="connsiteY13134" fmla="*/ 2825925 h 4489084"/>
              <a:gd name="connsiteX13135" fmla="*/ 4892401 w 5158787"/>
              <a:gd name="connsiteY13135" fmla="*/ 2846179 h 4489084"/>
              <a:gd name="connsiteX13136" fmla="*/ 4890979 w 5158787"/>
              <a:gd name="connsiteY13136" fmla="*/ 2847009 h 4489084"/>
              <a:gd name="connsiteX13137" fmla="*/ 4867585 w 5158787"/>
              <a:gd name="connsiteY13137" fmla="*/ 2847009 h 4489084"/>
              <a:gd name="connsiteX13138" fmla="*/ 4866163 w 5158787"/>
              <a:gd name="connsiteY13138" fmla="*/ 2846179 h 4489084"/>
              <a:gd name="connsiteX13139" fmla="*/ 4854496 w 5158787"/>
              <a:gd name="connsiteY13139" fmla="*/ 2825925 h 4489084"/>
              <a:gd name="connsiteX13140" fmla="*/ 4854496 w 5158787"/>
              <a:gd name="connsiteY13140" fmla="*/ 2824266 h 4489084"/>
              <a:gd name="connsiteX13141" fmla="*/ 4866223 w 5158787"/>
              <a:gd name="connsiteY13141" fmla="*/ 2804011 h 4489084"/>
              <a:gd name="connsiteX13142" fmla="*/ 4867644 w 5158787"/>
              <a:gd name="connsiteY13142" fmla="*/ 2803182 h 4489084"/>
              <a:gd name="connsiteX13143" fmla="*/ 2708179 w 5158787"/>
              <a:gd name="connsiteY13143" fmla="*/ 2753433 h 4489084"/>
              <a:gd name="connsiteX13144" fmla="*/ 2722097 w 5158787"/>
              <a:gd name="connsiteY13144" fmla="*/ 2753433 h 4489084"/>
              <a:gd name="connsiteX13145" fmla="*/ 2722926 w 5158787"/>
              <a:gd name="connsiteY13145" fmla="*/ 2753907 h 4489084"/>
              <a:gd name="connsiteX13146" fmla="*/ 2729855 w 5158787"/>
              <a:gd name="connsiteY13146" fmla="*/ 2765929 h 4489084"/>
              <a:gd name="connsiteX13147" fmla="*/ 2729855 w 5158787"/>
              <a:gd name="connsiteY13147" fmla="*/ 2766936 h 4489084"/>
              <a:gd name="connsiteX13148" fmla="*/ 2722867 w 5158787"/>
              <a:gd name="connsiteY13148" fmla="*/ 2778959 h 4489084"/>
              <a:gd name="connsiteX13149" fmla="*/ 2722038 w 5158787"/>
              <a:gd name="connsiteY13149" fmla="*/ 2779433 h 4489084"/>
              <a:gd name="connsiteX13150" fmla="*/ 2708120 w 5158787"/>
              <a:gd name="connsiteY13150" fmla="*/ 2779433 h 4489084"/>
              <a:gd name="connsiteX13151" fmla="*/ 2707291 w 5158787"/>
              <a:gd name="connsiteY13151" fmla="*/ 2778959 h 4489084"/>
              <a:gd name="connsiteX13152" fmla="*/ 2700361 w 5158787"/>
              <a:gd name="connsiteY13152" fmla="*/ 2766936 h 4489084"/>
              <a:gd name="connsiteX13153" fmla="*/ 2700361 w 5158787"/>
              <a:gd name="connsiteY13153" fmla="*/ 2765929 h 4489084"/>
              <a:gd name="connsiteX13154" fmla="*/ 2707350 w 5158787"/>
              <a:gd name="connsiteY13154" fmla="*/ 2753907 h 4489084"/>
              <a:gd name="connsiteX13155" fmla="*/ 2708179 w 5158787"/>
              <a:gd name="connsiteY13155" fmla="*/ 2753433 h 4489084"/>
              <a:gd name="connsiteX13156" fmla="*/ 4060642 w 5158787"/>
              <a:gd name="connsiteY13156" fmla="*/ 2753256 h 4489084"/>
              <a:gd name="connsiteX13157" fmla="*/ 4074797 w 5158787"/>
              <a:gd name="connsiteY13157" fmla="*/ 2753256 h 4489084"/>
              <a:gd name="connsiteX13158" fmla="*/ 4075686 w 5158787"/>
              <a:gd name="connsiteY13158" fmla="*/ 2753730 h 4489084"/>
              <a:gd name="connsiteX13159" fmla="*/ 4082733 w 5158787"/>
              <a:gd name="connsiteY13159" fmla="*/ 2765990 h 4489084"/>
              <a:gd name="connsiteX13160" fmla="*/ 4082733 w 5158787"/>
              <a:gd name="connsiteY13160" fmla="*/ 2766996 h 4489084"/>
              <a:gd name="connsiteX13161" fmla="*/ 4075686 w 5158787"/>
              <a:gd name="connsiteY13161" fmla="*/ 2779256 h 4489084"/>
              <a:gd name="connsiteX13162" fmla="*/ 4074797 w 5158787"/>
              <a:gd name="connsiteY13162" fmla="*/ 2779730 h 4489084"/>
              <a:gd name="connsiteX13163" fmla="*/ 4060642 w 5158787"/>
              <a:gd name="connsiteY13163" fmla="*/ 2779730 h 4489084"/>
              <a:gd name="connsiteX13164" fmla="*/ 4059754 w 5158787"/>
              <a:gd name="connsiteY13164" fmla="*/ 2779256 h 4489084"/>
              <a:gd name="connsiteX13165" fmla="*/ 4052706 w 5158787"/>
              <a:gd name="connsiteY13165" fmla="*/ 2766996 h 4489084"/>
              <a:gd name="connsiteX13166" fmla="*/ 4052706 w 5158787"/>
              <a:gd name="connsiteY13166" fmla="*/ 2765990 h 4489084"/>
              <a:gd name="connsiteX13167" fmla="*/ 4059754 w 5158787"/>
              <a:gd name="connsiteY13167" fmla="*/ 2753730 h 4489084"/>
              <a:gd name="connsiteX13168" fmla="*/ 4060642 w 5158787"/>
              <a:gd name="connsiteY13168" fmla="*/ 2753256 h 4489084"/>
              <a:gd name="connsiteX13169" fmla="*/ 2775577 w 5158787"/>
              <a:gd name="connsiteY13169" fmla="*/ 2753078 h 4489084"/>
              <a:gd name="connsiteX13170" fmla="*/ 2789909 w 5158787"/>
              <a:gd name="connsiteY13170" fmla="*/ 2753078 h 4489084"/>
              <a:gd name="connsiteX13171" fmla="*/ 2790798 w 5158787"/>
              <a:gd name="connsiteY13171" fmla="*/ 2753611 h 4489084"/>
              <a:gd name="connsiteX13172" fmla="*/ 2797964 w 5158787"/>
              <a:gd name="connsiteY13172" fmla="*/ 2766048 h 4489084"/>
              <a:gd name="connsiteX13173" fmla="*/ 2797964 w 5158787"/>
              <a:gd name="connsiteY13173" fmla="*/ 2767055 h 4489084"/>
              <a:gd name="connsiteX13174" fmla="*/ 2790798 w 5158787"/>
              <a:gd name="connsiteY13174" fmla="*/ 2779492 h 4489084"/>
              <a:gd name="connsiteX13175" fmla="*/ 2789909 w 5158787"/>
              <a:gd name="connsiteY13175" fmla="*/ 2780025 h 4489084"/>
              <a:gd name="connsiteX13176" fmla="*/ 2775577 w 5158787"/>
              <a:gd name="connsiteY13176" fmla="*/ 2780025 h 4489084"/>
              <a:gd name="connsiteX13177" fmla="*/ 2774688 w 5158787"/>
              <a:gd name="connsiteY13177" fmla="*/ 2779492 h 4489084"/>
              <a:gd name="connsiteX13178" fmla="*/ 2767522 w 5158787"/>
              <a:gd name="connsiteY13178" fmla="*/ 2767055 h 4489084"/>
              <a:gd name="connsiteX13179" fmla="*/ 2767522 w 5158787"/>
              <a:gd name="connsiteY13179" fmla="*/ 2766048 h 4489084"/>
              <a:gd name="connsiteX13180" fmla="*/ 2774688 w 5158787"/>
              <a:gd name="connsiteY13180" fmla="*/ 2753611 h 4489084"/>
              <a:gd name="connsiteX13181" fmla="*/ 2775577 w 5158787"/>
              <a:gd name="connsiteY13181" fmla="*/ 2753078 h 4489084"/>
              <a:gd name="connsiteX13182" fmla="*/ 4128159 w 5158787"/>
              <a:gd name="connsiteY13182" fmla="*/ 2752960 h 4489084"/>
              <a:gd name="connsiteX13183" fmla="*/ 4142610 w 5158787"/>
              <a:gd name="connsiteY13183" fmla="*/ 2752960 h 4489084"/>
              <a:gd name="connsiteX13184" fmla="*/ 4143498 w 5158787"/>
              <a:gd name="connsiteY13184" fmla="*/ 2753493 h 4489084"/>
              <a:gd name="connsiteX13185" fmla="*/ 4150724 w 5158787"/>
              <a:gd name="connsiteY13185" fmla="*/ 2766049 h 4489084"/>
              <a:gd name="connsiteX13186" fmla="*/ 4150724 w 5158787"/>
              <a:gd name="connsiteY13186" fmla="*/ 2767056 h 4489084"/>
              <a:gd name="connsiteX13187" fmla="*/ 4143498 w 5158787"/>
              <a:gd name="connsiteY13187" fmla="*/ 2779611 h 4489084"/>
              <a:gd name="connsiteX13188" fmla="*/ 4142610 w 5158787"/>
              <a:gd name="connsiteY13188" fmla="*/ 2780144 h 4489084"/>
              <a:gd name="connsiteX13189" fmla="*/ 4128159 w 5158787"/>
              <a:gd name="connsiteY13189" fmla="*/ 2780144 h 4489084"/>
              <a:gd name="connsiteX13190" fmla="*/ 4127271 w 5158787"/>
              <a:gd name="connsiteY13190" fmla="*/ 2779611 h 4489084"/>
              <a:gd name="connsiteX13191" fmla="*/ 4120045 w 5158787"/>
              <a:gd name="connsiteY13191" fmla="*/ 2767056 h 4489084"/>
              <a:gd name="connsiteX13192" fmla="*/ 4120045 w 5158787"/>
              <a:gd name="connsiteY13192" fmla="*/ 2766049 h 4489084"/>
              <a:gd name="connsiteX13193" fmla="*/ 4127271 w 5158787"/>
              <a:gd name="connsiteY13193" fmla="*/ 2753493 h 4489084"/>
              <a:gd name="connsiteX13194" fmla="*/ 4128159 w 5158787"/>
              <a:gd name="connsiteY13194" fmla="*/ 2752960 h 4489084"/>
              <a:gd name="connsiteX13195" fmla="*/ 4263133 w 5158787"/>
              <a:gd name="connsiteY13195" fmla="*/ 2752545 h 4489084"/>
              <a:gd name="connsiteX13196" fmla="*/ 4278058 w 5158787"/>
              <a:gd name="connsiteY13196" fmla="*/ 2752545 h 4489084"/>
              <a:gd name="connsiteX13197" fmla="*/ 4278946 w 5158787"/>
              <a:gd name="connsiteY13197" fmla="*/ 2753078 h 4489084"/>
              <a:gd name="connsiteX13198" fmla="*/ 4286408 w 5158787"/>
              <a:gd name="connsiteY13198" fmla="*/ 2765989 h 4489084"/>
              <a:gd name="connsiteX13199" fmla="*/ 4286408 w 5158787"/>
              <a:gd name="connsiteY13199" fmla="*/ 2767055 h 4489084"/>
              <a:gd name="connsiteX13200" fmla="*/ 4278946 w 5158787"/>
              <a:gd name="connsiteY13200" fmla="*/ 2779966 h 4489084"/>
              <a:gd name="connsiteX13201" fmla="*/ 4278058 w 5158787"/>
              <a:gd name="connsiteY13201" fmla="*/ 2780499 h 4489084"/>
              <a:gd name="connsiteX13202" fmla="*/ 4263133 w 5158787"/>
              <a:gd name="connsiteY13202" fmla="*/ 2780499 h 4489084"/>
              <a:gd name="connsiteX13203" fmla="*/ 4262245 w 5158787"/>
              <a:gd name="connsiteY13203" fmla="*/ 2779966 h 4489084"/>
              <a:gd name="connsiteX13204" fmla="*/ 4254782 w 5158787"/>
              <a:gd name="connsiteY13204" fmla="*/ 2767055 h 4489084"/>
              <a:gd name="connsiteX13205" fmla="*/ 4254782 w 5158787"/>
              <a:gd name="connsiteY13205" fmla="*/ 2765989 h 4489084"/>
              <a:gd name="connsiteX13206" fmla="*/ 4262245 w 5158787"/>
              <a:gd name="connsiteY13206" fmla="*/ 2753078 h 4489084"/>
              <a:gd name="connsiteX13207" fmla="*/ 4263133 w 5158787"/>
              <a:gd name="connsiteY13207" fmla="*/ 2752545 h 4489084"/>
              <a:gd name="connsiteX13208" fmla="*/ 3992653 w 5158787"/>
              <a:gd name="connsiteY13208" fmla="*/ 2752545 h 4489084"/>
              <a:gd name="connsiteX13209" fmla="*/ 4007578 w 5158787"/>
              <a:gd name="connsiteY13209" fmla="*/ 2752545 h 4489084"/>
              <a:gd name="connsiteX13210" fmla="*/ 4008466 w 5158787"/>
              <a:gd name="connsiteY13210" fmla="*/ 2753078 h 4489084"/>
              <a:gd name="connsiteX13211" fmla="*/ 4015929 w 5158787"/>
              <a:gd name="connsiteY13211" fmla="*/ 2765989 h 4489084"/>
              <a:gd name="connsiteX13212" fmla="*/ 4015929 w 5158787"/>
              <a:gd name="connsiteY13212" fmla="*/ 2767055 h 4489084"/>
              <a:gd name="connsiteX13213" fmla="*/ 4008466 w 5158787"/>
              <a:gd name="connsiteY13213" fmla="*/ 2779966 h 4489084"/>
              <a:gd name="connsiteX13214" fmla="*/ 4007578 w 5158787"/>
              <a:gd name="connsiteY13214" fmla="*/ 2780499 h 4489084"/>
              <a:gd name="connsiteX13215" fmla="*/ 3992653 w 5158787"/>
              <a:gd name="connsiteY13215" fmla="*/ 2780499 h 4489084"/>
              <a:gd name="connsiteX13216" fmla="*/ 3991764 w 5158787"/>
              <a:gd name="connsiteY13216" fmla="*/ 2779966 h 4489084"/>
              <a:gd name="connsiteX13217" fmla="*/ 3984302 w 5158787"/>
              <a:gd name="connsiteY13217" fmla="*/ 2767055 h 4489084"/>
              <a:gd name="connsiteX13218" fmla="*/ 3984302 w 5158787"/>
              <a:gd name="connsiteY13218" fmla="*/ 2765989 h 4489084"/>
              <a:gd name="connsiteX13219" fmla="*/ 3991764 w 5158787"/>
              <a:gd name="connsiteY13219" fmla="*/ 2753078 h 4489084"/>
              <a:gd name="connsiteX13220" fmla="*/ 3992653 w 5158787"/>
              <a:gd name="connsiteY13220" fmla="*/ 2752545 h 4489084"/>
              <a:gd name="connsiteX13221" fmla="*/ 3722112 w 5158787"/>
              <a:gd name="connsiteY13221" fmla="*/ 2752545 h 4489084"/>
              <a:gd name="connsiteX13222" fmla="*/ 3737036 w 5158787"/>
              <a:gd name="connsiteY13222" fmla="*/ 2752545 h 4489084"/>
              <a:gd name="connsiteX13223" fmla="*/ 3737925 w 5158787"/>
              <a:gd name="connsiteY13223" fmla="*/ 2753078 h 4489084"/>
              <a:gd name="connsiteX13224" fmla="*/ 3745387 w 5158787"/>
              <a:gd name="connsiteY13224" fmla="*/ 2765989 h 4489084"/>
              <a:gd name="connsiteX13225" fmla="*/ 3745387 w 5158787"/>
              <a:gd name="connsiteY13225" fmla="*/ 2767055 h 4489084"/>
              <a:gd name="connsiteX13226" fmla="*/ 3737925 w 5158787"/>
              <a:gd name="connsiteY13226" fmla="*/ 2779966 h 4489084"/>
              <a:gd name="connsiteX13227" fmla="*/ 3737036 w 5158787"/>
              <a:gd name="connsiteY13227" fmla="*/ 2780499 h 4489084"/>
              <a:gd name="connsiteX13228" fmla="*/ 3722112 w 5158787"/>
              <a:gd name="connsiteY13228" fmla="*/ 2780499 h 4489084"/>
              <a:gd name="connsiteX13229" fmla="*/ 3721224 w 5158787"/>
              <a:gd name="connsiteY13229" fmla="*/ 2779966 h 4489084"/>
              <a:gd name="connsiteX13230" fmla="*/ 3713761 w 5158787"/>
              <a:gd name="connsiteY13230" fmla="*/ 2767055 h 4489084"/>
              <a:gd name="connsiteX13231" fmla="*/ 3713761 w 5158787"/>
              <a:gd name="connsiteY13231" fmla="*/ 2765989 h 4489084"/>
              <a:gd name="connsiteX13232" fmla="*/ 3721224 w 5158787"/>
              <a:gd name="connsiteY13232" fmla="*/ 2753078 h 4489084"/>
              <a:gd name="connsiteX13233" fmla="*/ 3722112 w 5158787"/>
              <a:gd name="connsiteY13233" fmla="*/ 2752545 h 4489084"/>
              <a:gd name="connsiteX13234" fmla="*/ 3789629 w 5158787"/>
              <a:gd name="connsiteY13234" fmla="*/ 2752249 h 4489084"/>
              <a:gd name="connsiteX13235" fmla="*/ 3804850 w 5158787"/>
              <a:gd name="connsiteY13235" fmla="*/ 2752249 h 4489084"/>
              <a:gd name="connsiteX13236" fmla="*/ 3805797 w 5158787"/>
              <a:gd name="connsiteY13236" fmla="*/ 2752782 h 4489084"/>
              <a:gd name="connsiteX13237" fmla="*/ 3813437 w 5158787"/>
              <a:gd name="connsiteY13237" fmla="*/ 2765989 h 4489084"/>
              <a:gd name="connsiteX13238" fmla="*/ 3813437 w 5158787"/>
              <a:gd name="connsiteY13238" fmla="*/ 2767055 h 4489084"/>
              <a:gd name="connsiteX13239" fmla="*/ 3805797 w 5158787"/>
              <a:gd name="connsiteY13239" fmla="*/ 2780262 h 4489084"/>
              <a:gd name="connsiteX13240" fmla="*/ 3804850 w 5158787"/>
              <a:gd name="connsiteY13240" fmla="*/ 2780796 h 4489084"/>
              <a:gd name="connsiteX13241" fmla="*/ 3789629 w 5158787"/>
              <a:gd name="connsiteY13241" fmla="*/ 2780796 h 4489084"/>
              <a:gd name="connsiteX13242" fmla="*/ 3788682 w 5158787"/>
              <a:gd name="connsiteY13242" fmla="*/ 2780262 h 4489084"/>
              <a:gd name="connsiteX13243" fmla="*/ 3781041 w 5158787"/>
              <a:gd name="connsiteY13243" fmla="*/ 2767055 h 4489084"/>
              <a:gd name="connsiteX13244" fmla="*/ 3781041 w 5158787"/>
              <a:gd name="connsiteY13244" fmla="*/ 2765989 h 4489084"/>
              <a:gd name="connsiteX13245" fmla="*/ 3788682 w 5158787"/>
              <a:gd name="connsiteY13245" fmla="*/ 2752782 h 4489084"/>
              <a:gd name="connsiteX13246" fmla="*/ 3789629 w 5158787"/>
              <a:gd name="connsiteY13246" fmla="*/ 2752249 h 4489084"/>
              <a:gd name="connsiteX13247" fmla="*/ 2639892 w 5158787"/>
              <a:gd name="connsiteY13247" fmla="*/ 2752249 h 4489084"/>
              <a:gd name="connsiteX13248" fmla="*/ 2655113 w 5158787"/>
              <a:gd name="connsiteY13248" fmla="*/ 2752249 h 4489084"/>
              <a:gd name="connsiteX13249" fmla="*/ 2656060 w 5158787"/>
              <a:gd name="connsiteY13249" fmla="*/ 2752782 h 4489084"/>
              <a:gd name="connsiteX13250" fmla="*/ 2663700 w 5158787"/>
              <a:gd name="connsiteY13250" fmla="*/ 2765989 h 4489084"/>
              <a:gd name="connsiteX13251" fmla="*/ 2663700 w 5158787"/>
              <a:gd name="connsiteY13251" fmla="*/ 2767055 h 4489084"/>
              <a:gd name="connsiteX13252" fmla="*/ 2656060 w 5158787"/>
              <a:gd name="connsiteY13252" fmla="*/ 2780262 h 4489084"/>
              <a:gd name="connsiteX13253" fmla="*/ 2655113 w 5158787"/>
              <a:gd name="connsiteY13253" fmla="*/ 2780796 h 4489084"/>
              <a:gd name="connsiteX13254" fmla="*/ 2639892 w 5158787"/>
              <a:gd name="connsiteY13254" fmla="*/ 2780796 h 4489084"/>
              <a:gd name="connsiteX13255" fmla="*/ 2638944 w 5158787"/>
              <a:gd name="connsiteY13255" fmla="*/ 2780262 h 4489084"/>
              <a:gd name="connsiteX13256" fmla="*/ 2631304 w 5158787"/>
              <a:gd name="connsiteY13256" fmla="*/ 2767055 h 4489084"/>
              <a:gd name="connsiteX13257" fmla="*/ 2631304 w 5158787"/>
              <a:gd name="connsiteY13257" fmla="*/ 2765989 h 4489084"/>
              <a:gd name="connsiteX13258" fmla="*/ 2638944 w 5158787"/>
              <a:gd name="connsiteY13258" fmla="*/ 2752782 h 4489084"/>
              <a:gd name="connsiteX13259" fmla="*/ 2639892 w 5158787"/>
              <a:gd name="connsiteY13259" fmla="*/ 2752249 h 4489084"/>
              <a:gd name="connsiteX13260" fmla="*/ 3654181 w 5158787"/>
              <a:gd name="connsiteY13260" fmla="*/ 2751894 h 4489084"/>
              <a:gd name="connsiteX13261" fmla="*/ 3669757 w 5158787"/>
              <a:gd name="connsiteY13261" fmla="*/ 2751894 h 4489084"/>
              <a:gd name="connsiteX13262" fmla="*/ 3670705 w 5158787"/>
              <a:gd name="connsiteY13262" fmla="*/ 2752427 h 4489084"/>
              <a:gd name="connsiteX13263" fmla="*/ 3678463 w 5158787"/>
              <a:gd name="connsiteY13263" fmla="*/ 2765930 h 4489084"/>
              <a:gd name="connsiteX13264" fmla="*/ 3678463 w 5158787"/>
              <a:gd name="connsiteY13264" fmla="*/ 2767056 h 4489084"/>
              <a:gd name="connsiteX13265" fmla="*/ 3670645 w 5158787"/>
              <a:gd name="connsiteY13265" fmla="*/ 2780559 h 4489084"/>
              <a:gd name="connsiteX13266" fmla="*/ 3669698 w 5158787"/>
              <a:gd name="connsiteY13266" fmla="*/ 2781092 h 4489084"/>
              <a:gd name="connsiteX13267" fmla="*/ 3654121 w 5158787"/>
              <a:gd name="connsiteY13267" fmla="*/ 2781092 h 4489084"/>
              <a:gd name="connsiteX13268" fmla="*/ 3653174 w 5158787"/>
              <a:gd name="connsiteY13268" fmla="*/ 2780559 h 4489084"/>
              <a:gd name="connsiteX13269" fmla="*/ 3645415 w 5158787"/>
              <a:gd name="connsiteY13269" fmla="*/ 2767056 h 4489084"/>
              <a:gd name="connsiteX13270" fmla="*/ 3645415 w 5158787"/>
              <a:gd name="connsiteY13270" fmla="*/ 2765930 h 4489084"/>
              <a:gd name="connsiteX13271" fmla="*/ 3653234 w 5158787"/>
              <a:gd name="connsiteY13271" fmla="*/ 2752427 h 4489084"/>
              <a:gd name="connsiteX13272" fmla="*/ 3654181 w 5158787"/>
              <a:gd name="connsiteY13272" fmla="*/ 2751894 h 4489084"/>
              <a:gd name="connsiteX13273" fmla="*/ 4330414 w 5158787"/>
              <a:gd name="connsiteY13273" fmla="*/ 2751834 h 4489084"/>
              <a:gd name="connsiteX13274" fmla="*/ 4346108 w 5158787"/>
              <a:gd name="connsiteY13274" fmla="*/ 2751834 h 4489084"/>
              <a:gd name="connsiteX13275" fmla="*/ 4347055 w 5158787"/>
              <a:gd name="connsiteY13275" fmla="*/ 2752367 h 4489084"/>
              <a:gd name="connsiteX13276" fmla="*/ 4354874 w 5158787"/>
              <a:gd name="connsiteY13276" fmla="*/ 2765930 h 4489084"/>
              <a:gd name="connsiteX13277" fmla="*/ 4354874 w 5158787"/>
              <a:gd name="connsiteY13277" fmla="*/ 2767055 h 4489084"/>
              <a:gd name="connsiteX13278" fmla="*/ 4347055 w 5158787"/>
              <a:gd name="connsiteY13278" fmla="*/ 2780617 h 4489084"/>
              <a:gd name="connsiteX13279" fmla="*/ 4346108 w 5158787"/>
              <a:gd name="connsiteY13279" fmla="*/ 2781150 h 4489084"/>
              <a:gd name="connsiteX13280" fmla="*/ 4330414 w 5158787"/>
              <a:gd name="connsiteY13280" fmla="*/ 2781150 h 4489084"/>
              <a:gd name="connsiteX13281" fmla="*/ 4329466 w 5158787"/>
              <a:gd name="connsiteY13281" fmla="*/ 2780617 h 4489084"/>
              <a:gd name="connsiteX13282" fmla="*/ 4321648 w 5158787"/>
              <a:gd name="connsiteY13282" fmla="*/ 2767055 h 4489084"/>
              <a:gd name="connsiteX13283" fmla="*/ 4321648 w 5158787"/>
              <a:gd name="connsiteY13283" fmla="*/ 2765930 h 4489084"/>
              <a:gd name="connsiteX13284" fmla="*/ 4329466 w 5158787"/>
              <a:gd name="connsiteY13284" fmla="*/ 2752367 h 4489084"/>
              <a:gd name="connsiteX13285" fmla="*/ 4330414 w 5158787"/>
              <a:gd name="connsiteY13285" fmla="*/ 2751834 h 4489084"/>
              <a:gd name="connsiteX13286" fmla="*/ 3924603 w 5158787"/>
              <a:gd name="connsiteY13286" fmla="*/ 2751834 h 4489084"/>
              <a:gd name="connsiteX13287" fmla="*/ 3940297 w 5158787"/>
              <a:gd name="connsiteY13287" fmla="*/ 2751834 h 4489084"/>
              <a:gd name="connsiteX13288" fmla="*/ 3941244 w 5158787"/>
              <a:gd name="connsiteY13288" fmla="*/ 2752367 h 4489084"/>
              <a:gd name="connsiteX13289" fmla="*/ 3949063 w 5158787"/>
              <a:gd name="connsiteY13289" fmla="*/ 2765930 h 4489084"/>
              <a:gd name="connsiteX13290" fmla="*/ 3949063 w 5158787"/>
              <a:gd name="connsiteY13290" fmla="*/ 2767055 h 4489084"/>
              <a:gd name="connsiteX13291" fmla="*/ 3941244 w 5158787"/>
              <a:gd name="connsiteY13291" fmla="*/ 2780617 h 4489084"/>
              <a:gd name="connsiteX13292" fmla="*/ 3940297 w 5158787"/>
              <a:gd name="connsiteY13292" fmla="*/ 2781150 h 4489084"/>
              <a:gd name="connsiteX13293" fmla="*/ 3924603 w 5158787"/>
              <a:gd name="connsiteY13293" fmla="*/ 2781150 h 4489084"/>
              <a:gd name="connsiteX13294" fmla="*/ 3923655 w 5158787"/>
              <a:gd name="connsiteY13294" fmla="*/ 2780617 h 4489084"/>
              <a:gd name="connsiteX13295" fmla="*/ 3915837 w 5158787"/>
              <a:gd name="connsiteY13295" fmla="*/ 2767055 h 4489084"/>
              <a:gd name="connsiteX13296" fmla="*/ 3915837 w 5158787"/>
              <a:gd name="connsiteY13296" fmla="*/ 2765930 h 4489084"/>
              <a:gd name="connsiteX13297" fmla="*/ 3923655 w 5158787"/>
              <a:gd name="connsiteY13297" fmla="*/ 2752367 h 4489084"/>
              <a:gd name="connsiteX13298" fmla="*/ 3924603 w 5158787"/>
              <a:gd name="connsiteY13298" fmla="*/ 2751834 h 4489084"/>
              <a:gd name="connsiteX13299" fmla="*/ 4195084 w 5158787"/>
              <a:gd name="connsiteY13299" fmla="*/ 2751716 h 4489084"/>
              <a:gd name="connsiteX13300" fmla="*/ 4210897 w 5158787"/>
              <a:gd name="connsiteY13300" fmla="*/ 2751716 h 4489084"/>
              <a:gd name="connsiteX13301" fmla="*/ 4211844 w 5158787"/>
              <a:gd name="connsiteY13301" fmla="*/ 2752249 h 4489084"/>
              <a:gd name="connsiteX13302" fmla="*/ 4219721 w 5158787"/>
              <a:gd name="connsiteY13302" fmla="*/ 2765930 h 4489084"/>
              <a:gd name="connsiteX13303" fmla="*/ 4219721 w 5158787"/>
              <a:gd name="connsiteY13303" fmla="*/ 2767055 h 4489084"/>
              <a:gd name="connsiteX13304" fmla="*/ 4211844 w 5158787"/>
              <a:gd name="connsiteY13304" fmla="*/ 2780736 h 4489084"/>
              <a:gd name="connsiteX13305" fmla="*/ 4210897 w 5158787"/>
              <a:gd name="connsiteY13305" fmla="*/ 2781269 h 4489084"/>
              <a:gd name="connsiteX13306" fmla="*/ 4195084 w 5158787"/>
              <a:gd name="connsiteY13306" fmla="*/ 2781269 h 4489084"/>
              <a:gd name="connsiteX13307" fmla="*/ 4194136 w 5158787"/>
              <a:gd name="connsiteY13307" fmla="*/ 2780736 h 4489084"/>
              <a:gd name="connsiteX13308" fmla="*/ 4186259 w 5158787"/>
              <a:gd name="connsiteY13308" fmla="*/ 2767055 h 4489084"/>
              <a:gd name="connsiteX13309" fmla="*/ 4186259 w 5158787"/>
              <a:gd name="connsiteY13309" fmla="*/ 2765930 h 4489084"/>
              <a:gd name="connsiteX13310" fmla="*/ 4194136 w 5158787"/>
              <a:gd name="connsiteY13310" fmla="*/ 2752249 h 4489084"/>
              <a:gd name="connsiteX13311" fmla="*/ 4195084 w 5158787"/>
              <a:gd name="connsiteY13311" fmla="*/ 2751716 h 4489084"/>
              <a:gd name="connsiteX13312" fmla="*/ 3586309 w 5158787"/>
              <a:gd name="connsiteY13312" fmla="*/ 2751479 h 4489084"/>
              <a:gd name="connsiteX13313" fmla="*/ 3602300 w 5158787"/>
              <a:gd name="connsiteY13313" fmla="*/ 2751479 h 4489084"/>
              <a:gd name="connsiteX13314" fmla="*/ 3603307 w 5158787"/>
              <a:gd name="connsiteY13314" fmla="*/ 2752071 h 4489084"/>
              <a:gd name="connsiteX13315" fmla="*/ 3611302 w 5158787"/>
              <a:gd name="connsiteY13315" fmla="*/ 2765930 h 4489084"/>
              <a:gd name="connsiteX13316" fmla="*/ 3611302 w 5158787"/>
              <a:gd name="connsiteY13316" fmla="*/ 2767055 h 4489084"/>
              <a:gd name="connsiteX13317" fmla="*/ 3603307 w 5158787"/>
              <a:gd name="connsiteY13317" fmla="*/ 2780914 h 4489084"/>
              <a:gd name="connsiteX13318" fmla="*/ 3602359 w 5158787"/>
              <a:gd name="connsiteY13318" fmla="*/ 2781506 h 4489084"/>
              <a:gd name="connsiteX13319" fmla="*/ 3586369 w 5158787"/>
              <a:gd name="connsiteY13319" fmla="*/ 2781506 h 4489084"/>
              <a:gd name="connsiteX13320" fmla="*/ 3585362 w 5158787"/>
              <a:gd name="connsiteY13320" fmla="*/ 2780914 h 4489084"/>
              <a:gd name="connsiteX13321" fmla="*/ 3577366 w 5158787"/>
              <a:gd name="connsiteY13321" fmla="*/ 2767055 h 4489084"/>
              <a:gd name="connsiteX13322" fmla="*/ 3577366 w 5158787"/>
              <a:gd name="connsiteY13322" fmla="*/ 2765930 h 4489084"/>
              <a:gd name="connsiteX13323" fmla="*/ 3585362 w 5158787"/>
              <a:gd name="connsiteY13323" fmla="*/ 2752071 h 4489084"/>
              <a:gd name="connsiteX13324" fmla="*/ 3586309 w 5158787"/>
              <a:gd name="connsiteY13324" fmla="*/ 2751479 h 4489084"/>
              <a:gd name="connsiteX13325" fmla="*/ 2571901 w 5158787"/>
              <a:gd name="connsiteY13325" fmla="*/ 2751479 h 4489084"/>
              <a:gd name="connsiteX13326" fmla="*/ 2587892 w 5158787"/>
              <a:gd name="connsiteY13326" fmla="*/ 2751479 h 4489084"/>
              <a:gd name="connsiteX13327" fmla="*/ 2588840 w 5158787"/>
              <a:gd name="connsiteY13327" fmla="*/ 2752071 h 4489084"/>
              <a:gd name="connsiteX13328" fmla="*/ 2596835 w 5158787"/>
              <a:gd name="connsiteY13328" fmla="*/ 2765930 h 4489084"/>
              <a:gd name="connsiteX13329" fmla="*/ 2596835 w 5158787"/>
              <a:gd name="connsiteY13329" fmla="*/ 2767055 h 4489084"/>
              <a:gd name="connsiteX13330" fmla="*/ 2588840 w 5158787"/>
              <a:gd name="connsiteY13330" fmla="*/ 2780914 h 4489084"/>
              <a:gd name="connsiteX13331" fmla="*/ 2587892 w 5158787"/>
              <a:gd name="connsiteY13331" fmla="*/ 2781506 h 4489084"/>
              <a:gd name="connsiteX13332" fmla="*/ 2571901 w 5158787"/>
              <a:gd name="connsiteY13332" fmla="*/ 2781506 h 4489084"/>
              <a:gd name="connsiteX13333" fmla="*/ 2570954 w 5158787"/>
              <a:gd name="connsiteY13333" fmla="*/ 2780914 h 4489084"/>
              <a:gd name="connsiteX13334" fmla="*/ 2562958 w 5158787"/>
              <a:gd name="connsiteY13334" fmla="*/ 2767055 h 4489084"/>
              <a:gd name="connsiteX13335" fmla="*/ 2562958 w 5158787"/>
              <a:gd name="connsiteY13335" fmla="*/ 2765930 h 4489084"/>
              <a:gd name="connsiteX13336" fmla="*/ 2570954 w 5158787"/>
              <a:gd name="connsiteY13336" fmla="*/ 2752071 h 4489084"/>
              <a:gd name="connsiteX13337" fmla="*/ 2571901 w 5158787"/>
              <a:gd name="connsiteY13337" fmla="*/ 2751479 h 4489084"/>
              <a:gd name="connsiteX13338" fmla="*/ 2504030 w 5158787"/>
              <a:gd name="connsiteY13338" fmla="*/ 2751183 h 4489084"/>
              <a:gd name="connsiteX13339" fmla="*/ 2520376 w 5158787"/>
              <a:gd name="connsiteY13339" fmla="*/ 2751183 h 4489084"/>
              <a:gd name="connsiteX13340" fmla="*/ 2521383 w 5158787"/>
              <a:gd name="connsiteY13340" fmla="*/ 2751775 h 4489084"/>
              <a:gd name="connsiteX13341" fmla="*/ 2529556 w 5158787"/>
              <a:gd name="connsiteY13341" fmla="*/ 2765930 h 4489084"/>
              <a:gd name="connsiteX13342" fmla="*/ 2529556 w 5158787"/>
              <a:gd name="connsiteY13342" fmla="*/ 2767115 h 4489084"/>
              <a:gd name="connsiteX13343" fmla="*/ 2521383 w 5158787"/>
              <a:gd name="connsiteY13343" fmla="*/ 2781269 h 4489084"/>
              <a:gd name="connsiteX13344" fmla="*/ 2520376 w 5158787"/>
              <a:gd name="connsiteY13344" fmla="*/ 2781862 h 4489084"/>
              <a:gd name="connsiteX13345" fmla="*/ 2504030 w 5158787"/>
              <a:gd name="connsiteY13345" fmla="*/ 2781862 h 4489084"/>
              <a:gd name="connsiteX13346" fmla="*/ 2503023 w 5158787"/>
              <a:gd name="connsiteY13346" fmla="*/ 2781269 h 4489084"/>
              <a:gd name="connsiteX13347" fmla="*/ 2494850 w 5158787"/>
              <a:gd name="connsiteY13347" fmla="*/ 2767115 h 4489084"/>
              <a:gd name="connsiteX13348" fmla="*/ 2494850 w 5158787"/>
              <a:gd name="connsiteY13348" fmla="*/ 2765930 h 4489084"/>
              <a:gd name="connsiteX13349" fmla="*/ 2503023 w 5158787"/>
              <a:gd name="connsiteY13349" fmla="*/ 2751775 h 4489084"/>
              <a:gd name="connsiteX13350" fmla="*/ 2504030 w 5158787"/>
              <a:gd name="connsiteY13350" fmla="*/ 2751183 h 4489084"/>
              <a:gd name="connsiteX13351" fmla="*/ 3856613 w 5158787"/>
              <a:gd name="connsiteY13351" fmla="*/ 2751064 h 4489084"/>
              <a:gd name="connsiteX13352" fmla="*/ 3873078 w 5158787"/>
              <a:gd name="connsiteY13352" fmla="*/ 2751064 h 4489084"/>
              <a:gd name="connsiteX13353" fmla="*/ 3874084 w 5158787"/>
              <a:gd name="connsiteY13353" fmla="*/ 2751656 h 4489084"/>
              <a:gd name="connsiteX13354" fmla="*/ 3882316 w 5158787"/>
              <a:gd name="connsiteY13354" fmla="*/ 2765930 h 4489084"/>
              <a:gd name="connsiteX13355" fmla="*/ 3882316 w 5158787"/>
              <a:gd name="connsiteY13355" fmla="*/ 2767114 h 4489084"/>
              <a:gd name="connsiteX13356" fmla="*/ 3874084 w 5158787"/>
              <a:gd name="connsiteY13356" fmla="*/ 2781387 h 4489084"/>
              <a:gd name="connsiteX13357" fmla="*/ 3873078 w 5158787"/>
              <a:gd name="connsiteY13357" fmla="*/ 2781980 h 4489084"/>
              <a:gd name="connsiteX13358" fmla="*/ 3856613 w 5158787"/>
              <a:gd name="connsiteY13358" fmla="*/ 2781980 h 4489084"/>
              <a:gd name="connsiteX13359" fmla="*/ 3855606 w 5158787"/>
              <a:gd name="connsiteY13359" fmla="*/ 2781387 h 4489084"/>
              <a:gd name="connsiteX13360" fmla="*/ 3847373 w 5158787"/>
              <a:gd name="connsiteY13360" fmla="*/ 2767114 h 4489084"/>
              <a:gd name="connsiteX13361" fmla="*/ 3847373 w 5158787"/>
              <a:gd name="connsiteY13361" fmla="*/ 2765930 h 4489084"/>
              <a:gd name="connsiteX13362" fmla="*/ 3855606 w 5158787"/>
              <a:gd name="connsiteY13362" fmla="*/ 2751656 h 4489084"/>
              <a:gd name="connsiteX13363" fmla="*/ 3856613 w 5158787"/>
              <a:gd name="connsiteY13363" fmla="*/ 2751064 h 4489084"/>
              <a:gd name="connsiteX13364" fmla="*/ 3383167 w 5158787"/>
              <a:gd name="connsiteY13364" fmla="*/ 2751064 h 4489084"/>
              <a:gd name="connsiteX13365" fmla="*/ 3399631 w 5158787"/>
              <a:gd name="connsiteY13365" fmla="*/ 2751064 h 4489084"/>
              <a:gd name="connsiteX13366" fmla="*/ 3400638 w 5158787"/>
              <a:gd name="connsiteY13366" fmla="*/ 2751656 h 4489084"/>
              <a:gd name="connsiteX13367" fmla="*/ 3408871 w 5158787"/>
              <a:gd name="connsiteY13367" fmla="*/ 2765930 h 4489084"/>
              <a:gd name="connsiteX13368" fmla="*/ 3408871 w 5158787"/>
              <a:gd name="connsiteY13368" fmla="*/ 2767114 h 4489084"/>
              <a:gd name="connsiteX13369" fmla="*/ 3400638 w 5158787"/>
              <a:gd name="connsiteY13369" fmla="*/ 2781387 h 4489084"/>
              <a:gd name="connsiteX13370" fmla="*/ 3399631 w 5158787"/>
              <a:gd name="connsiteY13370" fmla="*/ 2781980 h 4489084"/>
              <a:gd name="connsiteX13371" fmla="*/ 3383167 w 5158787"/>
              <a:gd name="connsiteY13371" fmla="*/ 2781980 h 4489084"/>
              <a:gd name="connsiteX13372" fmla="*/ 3382160 w 5158787"/>
              <a:gd name="connsiteY13372" fmla="*/ 2781387 h 4489084"/>
              <a:gd name="connsiteX13373" fmla="*/ 3373928 w 5158787"/>
              <a:gd name="connsiteY13373" fmla="*/ 2767114 h 4489084"/>
              <a:gd name="connsiteX13374" fmla="*/ 3373928 w 5158787"/>
              <a:gd name="connsiteY13374" fmla="*/ 2765930 h 4489084"/>
              <a:gd name="connsiteX13375" fmla="*/ 3382160 w 5158787"/>
              <a:gd name="connsiteY13375" fmla="*/ 2751656 h 4489084"/>
              <a:gd name="connsiteX13376" fmla="*/ 3383167 w 5158787"/>
              <a:gd name="connsiteY13376" fmla="*/ 2751064 h 4489084"/>
              <a:gd name="connsiteX13377" fmla="*/ 3112568 w 5158787"/>
              <a:gd name="connsiteY13377" fmla="*/ 2750768 h 4489084"/>
              <a:gd name="connsiteX13378" fmla="*/ 3129328 w 5158787"/>
              <a:gd name="connsiteY13378" fmla="*/ 2750768 h 4489084"/>
              <a:gd name="connsiteX13379" fmla="*/ 3130335 w 5158787"/>
              <a:gd name="connsiteY13379" fmla="*/ 2751360 h 4489084"/>
              <a:gd name="connsiteX13380" fmla="*/ 3138745 w 5158787"/>
              <a:gd name="connsiteY13380" fmla="*/ 2765870 h 4489084"/>
              <a:gd name="connsiteX13381" fmla="*/ 3138745 w 5158787"/>
              <a:gd name="connsiteY13381" fmla="*/ 2767055 h 4489084"/>
              <a:gd name="connsiteX13382" fmla="*/ 3130335 w 5158787"/>
              <a:gd name="connsiteY13382" fmla="*/ 2781565 h 4489084"/>
              <a:gd name="connsiteX13383" fmla="*/ 3129328 w 5158787"/>
              <a:gd name="connsiteY13383" fmla="*/ 2782157 h 4489084"/>
              <a:gd name="connsiteX13384" fmla="*/ 3112568 w 5158787"/>
              <a:gd name="connsiteY13384" fmla="*/ 2782157 h 4489084"/>
              <a:gd name="connsiteX13385" fmla="*/ 3111560 w 5158787"/>
              <a:gd name="connsiteY13385" fmla="*/ 2781565 h 4489084"/>
              <a:gd name="connsiteX13386" fmla="*/ 3103151 w 5158787"/>
              <a:gd name="connsiteY13386" fmla="*/ 2767055 h 4489084"/>
              <a:gd name="connsiteX13387" fmla="*/ 3103151 w 5158787"/>
              <a:gd name="connsiteY13387" fmla="*/ 2765870 h 4489084"/>
              <a:gd name="connsiteX13388" fmla="*/ 3111560 w 5158787"/>
              <a:gd name="connsiteY13388" fmla="*/ 2751360 h 4489084"/>
              <a:gd name="connsiteX13389" fmla="*/ 3112568 w 5158787"/>
              <a:gd name="connsiteY13389" fmla="*/ 2750768 h 4489084"/>
              <a:gd name="connsiteX13390" fmla="*/ 2436158 w 5158787"/>
              <a:gd name="connsiteY13390" fmla="*/ 2750650 h 4489084"/>
              <a:gd name="connsiteX13391" fmla="*/ 2453037 w 5158787"/>
              <a:gd name="connsiteY13391" fmla="*/ 2750650 h 4489084"/>
              <a:gd name="connsiteX13392" fmla="*/ 2454044 w 5158787"/>
              <a:gd name="connsiteY13392" fmla="*/ 2751242 h 4489084"/>
              <a:gd name="connsiteX13393" fmla="*/ 2462454 w 5158787"/>
              <a:gd name="connsiteY13393" fmla="*/ 2765871 h 4489084"/>
              <a:gd name="connsiteX13394" fmla="*/ 2462454 w 5158787"/>
              <a:gd name="connsiteY13394" fmla="*/ 2767055 h 4489084"/>
              <a:gd name="connsiteX13395" fmla="*/ 2453985 w 5158787"/>
              <a:gd name="connsiteY13395" fmla="*/ 2781684 h 4489084"/>
              <a:gd name="connsiteX13396" fmla="*/ 2452978 w 5158787"/>
              <a:gd name="connsiteY13396" fmla="*/ 2782276 h 4489084"/>
              <a:gd name="connsiteX13397" fmla="*/ 2436098 w 5158787"/>
              <a:gd name="connsiteY13397" fmla="*/ 2782276 h 4489084"/>
              <a:gd name="connsiteX13398" fmla="*/ 2435092 w 5158787"/>
              <a:gd name="connsiteY13398" fmla="*/ 2781684 h 4489084"/>
              <a:gd name="connsiteX13399" fmla="*/ 2426682 w 5158787"/>
              <a:gd name="connsiteY13399" fmla="*/ 2767055 h 4489084"/>
              <a:gd name="connsiteX13400" fmla="*/ 2426682 w 5158787"/>
              <a:gd name="connsiteY13400" fmla="*/ 2765871 h 4489084"/>
              <a:gd name="connsiteX13401" fmla="*/ 2435151 w 5158787"/>
              <a:gd name="connsiteY13401" fmla="*/ 2751242 h 4489084"/>
              <a:gd name="connsiteX13402" fmla="*/ 2436158 w 5158787"/>
              <a:gd name="connsiteY13402" fmla="*/ 2750650 h 4489084"/>
              <a:gd name="connsiteX13403" fmla="*/ 3518141 w 5158787"/>
              <a:gd name="connsiteY13403" fmla="*/ 2750472 h 4489084"/>
              <a:gd name="connsiteX13404" fmla="*/ 3535257 w 5158787"/>
              <a:gd name="connsiteY13404" fmla="*/ 2750472 h 4489084"/>
              <a:gd name="connsiteX13405" fmla="*/ 3536322 w 5158787"/>
              <a:gd name="connsiteY13405" fmla="*/ 2751064 h 4489084"/>
              <a:gd name="connsiteX13406" fmla="*/ 3544851 w 5158787"/>
              <a:gd name="connsiteY13406" fmla="*/ 2765870 h 4489084"/>
              <a:gd name="connsiteX13407" fmla="*/ 3544851 w 5158787"/>
              <a:gd name="connsiteY13407" fmla="*/ 2767055 h 4489084"/>
              <a:gd name="connsiteX13408" fmla="*/ 3536264 w 5158787"/>
              <a:gd name="connsiteY13408" fmla="*/ 2781861 h 4489084"/>
              <a:gd name="connsiteX13409" fmla="*/ 3535197 w 5158787"/>
              <a:gd name="connsiteY13409" fmla="*/ 2782453 h 4489084"/>
              <a:gd name="connsiteX13410" fmla="*/ 3518081 w 5158787"/>
              <a:gd name="connsiteY13410" fmla="*/ 2782453 h 4489084"/>
              <a:gd name="connsiteX13411" fmla="*/ 3517016 w 5158787"/>
              <a:gd name="connsiteY13411" fmla="*/ 2781861 h 4489084"/>
              <a:gd name="connsiteX13412" fmla="*/ 3508487 w 5158787"/>
              <a:gd name="connsiteY13412" fmla="*/ 2767055 h 4489084"/>
              <a:gd name="connsiteX13413" fmla="*/ 3508487 w 5158787"/>
              <a:gd name="connsiteY13413" fmla="*/ 2765870 h 4489084"/>
              <a:gd name="connsiteX13414" fmla="*/ 3517074 w 5158787"/>
              <a:gd name="connsiteY13414" fmla="*/ 2751064 h 4489084"/>
              <a:gd name="connsiteX13415" fmla="*/ 3518141 w 5158787"/>
              <a:gd name="connsiteY13415" fmla="*/ 2750472 h 4489084"/>
              <a:gd name="connsiteX13416" fmla="*/ 3044695 w 5158787"/>
              <a:gd name="connsiteY13416" fmla="*/ 2750472 h 4489084"/>
              <a:gd name="connsiteX13417" fmla="*/ 3061811 w 5158787"/>
              <a:gd name="connsiteY13417" fmla="*/ 2750472 h 4489084"/>
              <a:gd name="connsiteX13418" fmla="*/ 3062877 w 5158787"/>
              <a:gd name="connsiteY13418" fmla="*/ 2751064 h 4489084"/>
              <a:gd name="connsiteX13419" fmla="*/ 3071406 w 5158787"/>
              <a:gd name="connsiteY13419" fmla="*/ 2765870 h 4489084"/>
              <a:gd name="connsiteX13420" fmla="*/ 3071406 w 5158787"/>
              <a:gd name="connsiteY13420" fmla="*/ 2767055 h 4489084"/>
              <a:gd name="connsiteX13421" fmla="*/ 3062818 w 5158787"/>
              <a:gd name="connsiteY13421" fmla="*/ 2781861 h 4489084"/>
              <a:gd name="connsiteX13422" fmla="*/ 3061752 w 5158787"/>
              <a:gd name="connsiteY13422" fmla="*/ 2782453 h 4489084"/>
              <a:gd name="connsiteX13423" fmla="*/ 3044636 w 5158787"/>
              <a:gd name="connsiteY13423" fmla="*/ 2782453 h 4489084"/>
              <a:gd name="connsiteX13424" fmla="*/ 3043570 w 5158787"/>
              <a:gd name="connsiteY13424" fmla="*/ 2781861 h 4489084"/>
              <a:gd name="connsiteX13425" fmla="*/ 3035042 w 5158787"/>
              <a:gd name="connsiteY13425" fmla="*/ 2767055 h 4489084"/>
              <a:gd name="connsiteX13426" fmla="*/ 3035042 w 5158787"/>
              <a:gd name="connsiteY13426" fmla="*/ 2765870 h 4489084"/>
              <a:gd name="connsiteX13427" fmla="*/ 3043629 w 5158787"/>
              <a:gd name="connsiteY13427" fmla="*/ 2751064 h 4489084"/>
              <a:gd name="connsiteX13428" fmla="*/ 3044695 w 5158787"/>
              <a:gd name="connsiteY13428" fmla="*/ 2750472 h 4489084"/>
              <a:gd name="connsiteX13429" fmla="*/ 2977061 w 5158787"/>
              <a:gd name="connsiteY13429" fmla="*/ 2750472 h 4489084"/>
              <a:gd name="connsiteX13430" fmla="*/ 2994177 w 5158787"/>
              <a:gd name="connsiteY13430" fmla="*/ 2750472 h 4489084"/>
              <a:gd name="connsiteX13431" fmla="*/ 2995243 w 5158787"/>
              <a:gd name="connsiteY13431" fmla="*/ 2751064 h 4489084"/>
              <a:gd name="connsiteX13432" fmla="*/ 3003771 w 5158787"/>
              <a:gd name="connsiteY13432" fmla="*/ 2765870 h 4489084"/>
              <a:gd name="connsiteX13433" fmla="*/ 3003771 w 5158787"/>
              <a:gd name="connsiteY13433" fmla="*/ 2767055 h 4489084"/>
              <a:gd name="connsiteX13434" fmla="*/ 2995183 w 5158787"/>
              <a:gd name="connsiteY13434" fmla="*/ 2781861 h 4489084"/>
              <a:gd name="connsiteX13435" fmla="*/ 2994117 w 5158787"/>
              <a:gd name="connsiteY13435" fmla="*/ 2782453 h 4489084"/>
              <a:gd name="connsiteX13436" fmla="*/ 2977001 w 5158787"/>
              <a:gd name="connsiteY13436" fmla="*/ 2782453 h 4489084"/>
              <a:gd name="connsiteX13437" fmla="*/ 2975935 w 5158787"/>
              <a:gd name="connsiteY13437" fmla="*/ 2781861 h 4489084"/>
              <a:gd name="connsiteX13438" fmla="*/ 2967407 w 5158787"/>
              <a:gd name="connsiteY13438" fmla="*/ 2767055 h 4489084"/>
              <a:gd name="connsiteX13439" fmla="*/ 2967407 w 5158787"/>
              <a:gd name="connsiteY13439" fmla="*/ 2765870 h 4489084"/>
              <a:gd name="connsiteX13440" fmla="*/ 2975995 w 5158787"/>
              <a:gd name="connsiteY13440" fmla="*/ 2751064 h 4489084"/>
              <a:gd name="connsiteX13441" fmla="*/ 2977061 w 5158787"/>
              <a:gd name="connsiteY13441" fmla="*/ 2750472 h 4489084"/>
              <a:gd name="connsiteX13442" fmla="*/ 2841849 w 5158787"/>
              <a:gd name="connsiteY13442" fmla="*/ 2750472 h 4489084"/>
              <a:gd name="connsiteX13443" fmla="*/ 2858965 w 5158787"/>
              <a:gd name="connsiteY13443" fmla="*/ 2750472 h 4489084"/>
              <a:gd name="connsiteX13444" fmla="*/ 2860031 w 5158787"/>
              <a:gd name="connsiteY13444" fmla="*/ 2751064 h 4489084"/>
              <a:gd name="connsiteX13445" fmla="*/ 2868560 w 5158787"/>
              <a:gd name="connsiteY13445" fmla="*/ 2765870 h 4489084"/>
              <a:gd name="connsiteX13446" fmla="*/ 2868560 w 5158787"/>
              <a:gd name="connsiteY13446" fmla="*/ 2767055 h 4489084"/>
              <a:gd name="connsiteX13447" fmla="*/ 2859972 w 5158787"/>
              <a:gd name="connsiteY13447" fmla="*/ 2781861 h 4489084"/>
              <a:gd name="connsiteX13448" fmla="*/ 2858906 w 5158787"/>
              <a:gd name="connsiteY13448" fmla="*/ 2782453 h 4489084"/>
              <a:gd name="connsiteX13449" fmla="*/ 2841790 w 5158787"/>
              <a:gd name="connsiteY13449" fmla="*/ 2782453 h 4489084"/>
              <a:gd name="connsiteX13450" fmla="*/ 2840724 w 5158787"/>
              <a:gd name="connsiteY13450" fmla="*/ 2781861 h 4489084"/>
              <a:gd name="connsiteX13451" fmla="*/ 2832196 w 5158787"/>
              <a:gd name="connsiteY13451" fmla="*/ 2767055 h 4489084"/>
              <a:gd name="connsiteX13452" fmla="*/ 2832196 w 5158787"/>
              <a:gd name="connsiteY13452" fmla="*/ 2765870 h 4489084"/>
              <a:gd name="connsiteX13453" fmla="*/ 2840783 w 5158787"/>
              <a:gd name="connsiteY13453" fmla="*/ 2751064 h 4489084"/>
              <a:gd name="connsiteX13454" fmla="*/ 2841849 w 5158787"/>
              <a:gd name="connsiteY13454" fmla="*/ 2750472 h 4489084"/>
              <a:gd name="connsiteX13455" fmla="*/ 3450388 w 5158787"/>
              <a:gd name="connsiteY13455" fmla="*/ 2750235 h 4489084"/>
              <a:gd name="connsiteX13456" fmla="*/ 3467740 w 5158787"/>
              <a:gd name="connsiteY13456" fmla="*/ 2750235 h 4489084"/>
              <a:gd name="connsiteX13457" fmla="*/ 3468807 w 5158787"/>
              <a:gd name="connsiteY13457" fmla="*/ 2750827 h 4489084"/>
              <a:gd name="connsiteX13458" fmla="*/ 3477453 w 5158787"/>
              <a:gd name="connsiteY13458" fmla="*/ 2765871 h 4489084"/>
              <a:gd name="connsiteX13459" fmla="*/ 3477453 w 5158787"/>
              <a:gd name="connsiteY13459" fmla="*/ 2767114 h 4489084"/>
              <a:gd name="connsiteX13460" fmla="*/ 3468807 w 5158787"/>
              <a:gd name="connsiteY13460" fmla="*/ 2782157 h 4489084"/>
              <a:gd name="connsiteX13461" fmla="*/ 3467740 w 5158787"/>
              <a:gd name="connsiteY13461" fmla="*/ 2782750 h 4489084"/>
              <a:gd name="connsiteX13462" fmla="*/ 3450388 w 5158787"/>
              <a:gd name="connsiteY13462" fmla="*/ 2782750 h 4489084"/>
              <a:gd name="connsiteX13463" fmla="*/ 3449321 w 5158787"/>
              <a:gd name="connsiteY13463" fmla="*/ 2782157 h 4489084"/>
              <a:gd name="connsiteX13464" fmla="*/ 3440675 w 5158787"/>
              <a:gd name="connsiteY13464" fmla="*/ 2767114 h 4489084"/>
              <a:gd name="connsiteX13465" fmla="*/ 3440675 w 5158787"/>
              <a:gd name="connsiteY13465" fmla="*/ 2765871 h 4489084"/>
              <a:gd name="connsiteX13466" fmla="*/ 3449321 w 5158787"/>
              <a:gd name="connsiteY13466" fmla="*/ 2750827 h 4489084"/>
              <a:gd name="connsiteX13467" fmla="*/ 3450388 w 5158787"/>
              <a:gd name="connsiteY13467" fmla="*/ 2750235 h 4489084"/>
              <a:gd name="connsiteX13468" fmla="*/ 3247423 w 5158787"/>
              <a:gd name="connsiteY13468" fmla="*/ 2750176 h 4489084"/>
              <a:gd name="connsiteX13469" fmla="*/ 3264894 w 5158787"/>
              <a:gd name="connsiteY13469" fmla="*/ 2750176 h 4489084"/>
              <a:gd name="connsiteX13470" fmla="*/ 3265961 w 5158787"/>
              <a:gd name="connsiteY13470" fmla="*/ 2750768 h 4489084"/>
              <a:gd name="connsiteX13471" fmla="*/ 3274667 w 5158787"/>
              <a:gd name="connsiteY13471" fmla="*/ 2765871 h 4489084"/>
              <a:gd name="connsiteX13472" fmla="*/ 3274667 w 5158787"/>
              <a:gd name="connsiteY13472" fmla="*/ 2767115 h 4489084"/>
              <a:gd name="connsiteX13473" fmla="*/ 3265961 w 5158787"/>
              <a:gd name="connsiteY13473" fmla="*/ 2782217 h 4489084"/>
              <a:gd name="connsiteX13474" fmla="*/ 3264894 w 5158787"/>
              <a:gd name="connsiteY13474" fmla="*/ 2782809 h 4489084"/>
              <a:gd name="connsiteX13475" fmla="*/ 3247423 w 5158787"/>
              <a:gd name="connsiteY13475" fmla="*/ 2782809 h 4489084"/>
              <a:gd name="connsiteX13476" fmla="*/ 3246357 w 5158787"/>
              <a:gd name="connsiteY13476" fmla="*/ 2782217 h 4489084"/>
              <a:gd name="connsiteX13477" fmla="*/ 3237651 w 5158787"/>
              <a:gd name="connsiteY13477" fmla="*/ 2767115 h 4489084"/>
              <a:gd name="connsiteX13478" fmla="*/ 3237651 w 5158787"/>
              <a:gd name="connsiteY13478" fmla="*/ 2765871 h 4489084"/>
              <a:gd name="connsiteX13479" fmla="*/ 3246357 w 5158787"/>
              <a:gd name="connsiteY13479" fmla="*/ 2750768 h 4489084"/>
              <a:gd name="connsiteX13480" fmla="*/ 3247423 w 5158787"/>
              <a:gd name="connsiteY13480" fmla="*/ 2750176 h 4489084"/>
              <a:gd name="connsiteX13481" fmla="*/ 3179788 w 5158787"/>
              <a:gd name="connsiteY13481" fmla="*/ 2750058 h 4489084"/>
              <a:gd name="connsiteX13482" fmla="*/ 3197318 w 5158787"/>
              <a:gd name="connsiteY13482" fmla="*/ 2750058 h 4489084"/>
              <a:gd name="connsiteX13483" fmla="*/ 3198385 w 5158787"/>
              <a:gd name="connsiteY13483" fmla="*/ 2750650 h 4489084"/>
              <a:gd name="connsiteX13484" fmla="*/ 3207150 w 5158787"/>
              <a:gd name="connsiteY13484" fmla="*/ 2765871 h 4489084"/>
              <a:gd name="connsiteX13485" fmla="*/ 3207150 w 5158787"/>
              <a:gd name="connsiteY13485" fmla="*/ 2767115 h 4489084"/>
              <a:gd name="connsiteX13486" fmla="*/ 3198385 w 5158787"/>
              <a:gd name="connsiteY13486" fmla="*/ 2782336 h 4489084"/>
              <a:gd name="connsiteX13487" fmla="*/ 3197318 w 5158787"/>
              <a:gd name="connsiteY13487" fmla="*/ 2782928 h 4489084"/>
              <a:gd name="connsiteX13488" fmla="*/ 3179788 w 5158787"/>
              <a:gd name="connsiteY13488" fmla="*/ 2782928 h 4489084"/>
              <a:gd name="connsiteX13489" fmla="*/ 3178722 w 5158787"/>
              <a:gd name="connsiteY13489" fmla="*/ 2782336 h 4489084"/>
              <a:gd name="connsiteX13490" fmla="*/ 3169956 w 5158787"/>
              <a:gd name="connsiteY13490" fmla="*/ 2767115 h 4489084"/>
              <a:gd name="connsiteX13491" fmla="*/ 3169956 w 5158787"/>
              <a:gd name="connsiteY13491" fmla="*/ 2765871 h 4489084"/>
              <a:gd name="connsiteX13492" fmla="*/ 3178722 w 5158787"/>
              <a:gd name="connsiteY13492" fmla="*/ 2750650 h 4489084"/>
              <a:gd name="connsiteX13493" fmla="*/ 3179788 w 5158787"/>
              <a:gd name="connsiteY13493" fmla="*/ 2750058 h 4489084"/>
              <a:gd name="connsiteX13494" fmla="*/ 2909248 w 5158787"/>
              <a:gd name="connsiteY13494" fmla="*/ 2750058 h 4489084"/>
              <a:gd name="connsiteX13495" fmla="*/ 2926779 w 5158787"/>
              <a:gd name="connsiteY13495" fmla="*/ 2750058 h 4489084"/>
              <a:gd name="connsiteX13496" fmla="*/ 2927845 w 5158787"/>
              <a:gd name="connsiteY13496" fmla="*/ 2750650 h 4489084"/>
              <a:gd name="connsiteX13497" fmla="*/ 2936610 w 5158787"/>
              <a:gd name="connsiteY13497" fmla="*/ 2765871 h 4489084"/>
              <a:gd name="connsiteX13498" fmla="*/ 2936610 w 5158787"/>
              <a:gd name="connsiteY13498" fmla="*/ 2767115 h 4489084"/>
              <a:gd name="connsiteX13499" fmla="*/ 2927845 w 5158787"/>
              <a:gd name="connsiteY13499" fmla="*/ 2782336 h 4489084"/>
              <a:gd name="connsiteX13500" fmla="*/ 2926779 w 5158787"/>
              <a:gd name="connsiteY13500" fmla="*/ 2782928 h 4489084"/>
              <a:gd name="connsiteX13501" fmla="*/ 2909248 w 5158787"/>
              <a:gd name="connsiteY13501" fmla="*/ 2782928 h 4489084"/>
              <a:gd name="connsiteX13502" fmla="*/ 2908182 w 5158787"/>
              <a:gd name="connsiteY13502" fmla="*/ 2782336 h 4489084"/>
              <a:gd name="connsiteX13503" fmla="*/ 2899417 w 5158787"/>
              <a:gd name="connsiteY13503" fmla="*/ 2767115 h 4489084"/>
              <a:gd name="connsiteX13504" fmla="*/ 2899417 w 5158787"/>
              <a:gd name="connsiteY13504" fmla="*/ 2765871 h 4489084"/>
              <a:gd name="connsiteX13505" fmla="*/ 2908182 w 5158787"/>
              <a:gd name="connsiteY13505" fmla="*/ 2750650 h 4489084"/>
              <a:gd name="connsiteX13506" fmla="*/ 2909248 w 5158787"/>
              <a:gd name="connsiteY13506" fmla="*/ 2750058 h 4489084"/>
              <a:gd name="connsiteX13507" fmla="*/ 3314821 w 5158787"/>
              <a:gd name="connsiteY13507" fmla="*/ 2749643 h 4489084"/>
              <a:gd name="connsiteX13508" fmla="*/ 3332825 w 5158787"/>
              <a:gd name="connsiteY13508" fmla="*/ 2749643 h 4489084"/>
              <a:gd name="connsiteX13509" fmla="*/ 3333951 w 5158787"/>
              <a:gd name="connsiteY13509" fmla="*/ 2750294 h 4489084"/>
              <a:gd name="connsiteX13510" fmla="*/ 3342953 w 5158787"/>
              <a:gd name="connsiteY13510" fmla="*/ 2765871 h 4489084"/>
              <a:gd name="connsiteX13511" fmla="*/ 3342953 w 5158787"/>
              <a:gd name="connsiteY13511" fmla="*/ 2767114 h 4489084"/>
              <a:gd name="connsiteX13512" fmla="*/ 3333951 w 5158787"/>
              <a:gd name="connsiteY13512" fmla="*/ 2782691 h 4489084"/>
              <a:gd name="connsiteX13513" fmla="*/ 3332825 w 5158787"/>
              <a:gd name="connsiteY13513" fmla="*/ 2783342 h 4489084"/>
              <a:gd name="connsiteX13514" fmla="*/ 3314821 w 5158787"/>
              <a:gd name="connsiteY13514" fmla="*/ 2783342 h 4489084"/>
              <a:gd name="connsiteX13515" fmla="*/ 3313696 w 5158787"/>
              <a:gd name="connsiteY13515" fmla="*/ 2782691 h 4489084"/>
              <a:gd name="connsiteX13516" fmla="*/ 3304693 w 5158787"/>
              <a:gd name="connsiteY13516" fmla="*/ 2767114 h 4489084"/>
              <a:gd name="connsiteX13517" fmla="*/ 3304693 w 5158787"/>
              <a:gd name="connsiteY13517" fmla="*/ 2765871 h 4489084"/>
              <a:gd name="connsiteX13518" fmla="*/ 3313696 w 5158787"/>
              <a:gd name="connsiteY13518" fmla="*/ 2750294 h 4489084"/>
              <a:gd name="connsiteX13519" fmla="*/ 3314821 w 5158787"/>
              <a:gd name="connsiteY13519" fmla="*/ 2749643 h 4489084"/>
              <a:gd name="connsiteX13520" fmla="*/ 4396626 w 5158787"/>
              <a:gd name="connsiteY13520" fmla="*/ 2749110 h 4489084"/>
              <a:gd name="connsiteX13521" fmla="*/ 4415163 w 5158787"/>
              <a:gd name="connsiteY13521" fmla="*/ 2749110 h 4489084"/>
              <a:gd name="connsiteX13522" fmla="*/ 4416289 w 5158787"/>
              <a:gd name="connsiteY13522" fmla="*/ 2749762 h 4489084"/>
              <a:gd name="connsiteX13523" fmla="*/ 4425528 w 5158787"/>
              <a:gd name="connsiteY13523" fmla="*/ 2765812 h 4489084"/>
              <a:gd name="connsiteX13524" fmla="*/ 4425528 w 5158787"/>
              <a:gd name="connsiteY13524" fmla="*/ 2767115 h 4489084"/>
              <a:gd name="connsiteX13525" fmla="*/ 4416230 w 5158787"/>
              <a:gd name="connsiteY13525" fmla="*/ 2783164 h 4489084"/>
              <a:gd name="connsiteX13526" fmla="*/ 4415104 w 5158787"/>
              <a:gd name="connsiteY13526" fmla="*/ 2783816 h 4489084"/>
              <a:gd name="connsiteX13527" fmla="*/ 4396567 w 5158787"/>
              <a:gd name="connsiteY13527" fmla="*/ 2783816 h 4489084"/>
              <a:gd name="connsiteX13528" fmla="*/ 4395442 w 5158787"/>
              <a:gd name="connsiteY13528" fmla="*/ 2783164 h 4489084"/>
              <a:gd name="connsiteX13529" fmla="*/ 4386202 w 5158787"/>
              <a:gd name="connsiteY13529" fmla="*/ 2767115 h 4489084"/>
              <a:gd name="connsiteX13530" fmla="*/ 4386202 w 5158787"/>
              <a:gd name="connsiteY13530" fmla="*/ 2765812 h 4489084"/>
              <a:gd name="connsiteX13531" fmla="*/ 4395501 w 5158787"/>
              <a:gd name="connsiteY13531" fmla="*/ 2749762 h 4489084"/>
              <a:gd name="connsiteX13532" fmla="*/ 4396626 w 5158787"/>
              <a:gd name="connsiteY13532" fmla="*/ 2749110 h 4489084"/>
              <a:gd name="connsiteX13533" fmla="*/ 2097035 w 5158787"/>
              <a:gd name="connsiteY13533" fmla="*/ 2748932 h 4489084"/>
              <a:gd name="connsiteX13534" fmla="*/ 2115809 w 5158787"/>
              <a:gd name="connsiteY13534" fmla="*/ 2748932 h 4489084"/>
              <a:gd name="connsiteX13535" fmla="*/ 2116934 w 5158787"/>
              <a:gd name="connsiteY13535" fmla="*/ 2749583 h 4489084"/>
              <a:gd name="connsiteX13536" fmla="*/ 2126292 w 5158787"/>
              <a:gd name="connsiteY13536" fmla="*/ 2765811 h 4489084"/>
              <a:gd name="connsiteX13537" fmla="*/ 2126292 w 5158787"/>
              <a:gd name="connsiteY13537" fmla="*/ 2767114 h 4489084"/>
              <a:gd name="connsiteX13538" fmla="*/ 2116875 w 5158787"/>
              <a:gd name="connsiteY13538" fmla="*/ 2783342 h 4489084"/>
              <a:gd name="connsiteX13539" fmla="*/ 2115750 w 5158787"/>
              <a:gd name="connsiteY13539" fmla="*/ 2783993 h 4489084"/>
              <a:gd name="connsiteX13540" fmla="*/ 2096975 w 5158787"/>
              <a:gd name="connsiteY13540" fmla="*/ 2783993 h 4489084"/>
              <a:gd name="connsiteX13541" fmla="*/ 2095850 w 5158787"/>
              <a:gd name="connsiteY13541" fmla="*/ 2783342 h 4489084"/>
              <a:gd name="connsiteX13542" fmla="*/ 2086493 w 5158787"/>
              <a:gd name="connsiteY13542" fmla="*/ 2767114 h 4489084"/>
              <a:gd name="connsiteX13543" fmla="*/ 2086493 w 5158787"/>
              <a:gd name="connsiteY13543" fmla="*/ 2765811 h 4489084"/>
              <a:gd name="connsiteX13544" fmla="*/ 2095909 w 5158787"/>
              <a:gd name="connsiteY13544" fmla="*/ 2749583 h 4489084"/>
              <a:gd name="connsiteX13545" fmla="*/ 2097035 w 5158787"/>
              <a:gd name="connsiteY13545" fmla="*/ 2748932 h 4489084"/>
              <a:gd name="connsiteX13546" fmla="*/ 2367456 w 5158787"/>
              <a:gd name="connsiteY13546" fmla="*/ 2748695 h 4489084"/>
              <a:gd name="connsiteX13547" fmla="*/ 2386467 w 5158787"/>
              <a:gd name="connsiteY13547" fmla="*/ 2748695 h 4489084"/>
              <a:gd name="connsiteX13548" fmla="*/ 2387652 w 5158787"/>
              <a:gd name="connsiteY13548" fmla="*/ 2749347 h 4489084"/>
              <a:gd name="connsiteX13549" fmla="*/ 2397128 w 5158787"/>
              <a:gd name="connsiteY13549" fmla="*/ 2765811 h 4489084"/>
              <a:gd name="connsiteX13550" fmla="*/ 2397128 w 5158787"/>
              <a:gd name="connsiteY13550" fmla="*/ 2767174 h 4489084"/>
              <a:gd name="connsiteX13551" fmla="*/ 2387652 w 5158787"/>
              <a:gd name="connsiteY13551" fmla="*/ 2783638 h 4489084"/>
              <a:gd name="connsiteX13552" fmla="*/ 2386467 w 5158787"/>
              <a:gd name="connsiteY13552" fmla="*/ 2784289 h 4489084"/>
              <a:gd name="connsiteX13553" fmla="*/ 2367456 w 5158787"/>
              <a:gd name="connsiteY13553" fmla="*/ 2784289 h 4489084"/>
              <a:gd name="connsiteX13554" fmla="*/ 2366272 w 5158787"/>
              <a:gd name="connsiteY13554" fmla="*/ 2783638 h 4489084"/>
              <a:gd name="connsiteX13555" fmla="*/ 2356796 w 5158787"/>
              <a:gd name="connsiteY13555" fmla="*/ 2767174 h 4489084"/>
              <a:gd name="connsiteX13556" fmla="*/ 2356796 w 5158787"/>
              <a:gd name="connsiteY13556" fmla="*/ 2765811 h 4489084"/>
              <a:gd name="connsiteX13557" fmla="*/ 2366272 w 5158787"/>
              <a:gd name="connsiteY13557" fmla="*/ 2749347 h 4489084"/>
              <a:gd name="connsiteX13558" fmla="*/ 2367456 w 5158787"/>
              <a:gd name="connsiteY13558" fmla="*/ 2748695 h 4489084"/>
              <a:gd name="connsiteX13559" fmla="*/ 4937293 w 5158787"/>
              <a:gd name="connsiteY13559" fmla="*/ 2748399 h 4489084"/>
              <a:gd name="connsiteX13560" fmla="*/ 4956600 w 5158787"/>
              <a:gd name="connsiteY13560" fmla="*/ 2748399 h 4489084"/>
              <a:gd name="connsiteX13561" fmla="*/ 4957784 w 5158787"/>
              <a:gd name="connsiteY13561" fmla="*/ 2749110 h 4489084"/>
              <a:gd name="connsiteX13562" fmla="*/ 4967438 w 5158787"/>
              <a:gd name="connsiteY13562" fmla="*/ 2765870 h 4489084"/>
              <a:gd name="connsiteX13563" fmla="*/ 4967438 w 5158787"/>
              <a:gd name="connsiteY13563" fmla="*/ 2767233 h 4489084"/>
              <a:gd name="connsiteX13564" fmla="*/ 4957784 w 5158787"/>
              <a:gd name="connsiteY13564" fmla="*/ 2783993 h 4489084"/>
              <a:gd name="connsiteX13565" fmla="*/ 4956600 w 5158787"/>
              <a:gd name="connsiteY13565" fmla="*/ 2784704 h 4489084"/>
              <a:gd name="connsiteX13566" fmla="*/ 4937293 w 5158787"/>
              <a:gd name="connsiteY13566" fmla="*/ 2784704 h 4489084"/>
              <a:gd name="connsiteX13567" fmla="*/ 4936109 w 5158787"/>
              <a:gd name="connsiteY13567" fmla="*/ 2783993 h 4489084"/>
              <a:gd name="connsiteX13568" fmla="*/ 4926455 w 5158787"/>
              <a:gd name="connsiteY13568" fmla="*/ 2767233 h 4489084"/>
              <a:gd name="connsiteX13569" fmla="*/ 4926455 w 5158787"/>
              <a:gd name="connsiteY13569" fmla="*/ 2765870 h 4489084"/>
              <a:gd name="connsiteX13570" fmla="*/ 4936109 w 5158787"/>
              <a:gd name="connsiteY13570" fmla="*/ 2749110 h 4489084"/>
              <a:gd name="connsiteX13571" fmla="*/ 4937293 w 5158787"/>
              <a:gd name="connsiteY13571" fmla="*/ 2748399 h 4489084"/>
              <a:gd name="connsiteX13572" fmla="*/ 2164433 w 5158787"/>
              <a:gd name="connsiteY13572" fmla="*/ 2748399 h 4489084"/>
              <a:gd name="connsiteX13573" fmla="*/ 2183740 w 5158787"/>
              <a:gd name="connsiteY13573" fmla="*/ 2748399 h 4489084"/>
              <a:gd name="connsiteX13574" fmla="*/ 2184925 w 5158787"/>
              <a:gd name="connsiteY13574" fmla="*/ 2749110 h 4489084"/>
              <a:gd name="connsiteX13575" fmla="*/ 2194579 w 5158787"/>
              <a:gd name="connsiteY13575" fmla="*/ 2765870 h 4489084"/>
              <a:gd name="connsiteX13576" fmla="*/ 2194579 w 5158787"/>
              <a:gd name="connsiteY13576" fmla="*/ 2767233 h 4489084"/>
              <a:gd name="connsiteX13577" fmla="*/ 2184925 w 5158787"/>
              <a:gd name="connsiteY13577" fmla="*/ 2783993 h 4489084"/>
              <a:gd name="connsiteX13578" fmla="*/ 2183740 w 5158787"/>
              <a:gd name="connsiteY13578" fmla="*/ 2784704 h 4489084"/>
              <a:gd name="connsiteX13579" fmla="*/ 2164433 w 5158787"/>
              <a:gd name="connsiteY13579" fmla="*/ 2784704 h 4489084"/>
              <a:gd name="connsiteX13580" fmla="*/ 2163248 w 5158787"/>
              <a:gd name="connsiteY13580" fmla="*/ 2783993 h 4489084"/>
              <a:gd name="connsiteX13581" fmla="*/ 2153595 w 5158787"/>
              <a:gd name="connsiteY13581" fmla="*/ 2767233 h 4489084"/>
              <a:gd name="connsiteX13582" fmla="*/ 2153595 w 5158787"/>
              <a:gd name="connsiteY13582" fmla="*/ 2765870 h 4489084"/>
              <a:gd name="connsiteX13583" fmla="*/ 2163248 w 5158787"/>
              <a:gd name="connsiteY13583" fmla="*/ 2749110 h 4489084"/>
              <a:gd name="connsiteX13584" fmla="*/ 2164433 w 5158787"/>
              <a:gd name="connsiteY13584" fmla="*/ 2748399 h 4489084"/>
              <a:gd name="connsiteX13585" fmla="*/ 4463788 w 5158787"/>
              <a:gd name="connsiteY13585" fmla="*/ 2748281 h 4489084"/>
              <a:gd name="connsiteX13586" fmla="*/ 4483214 w 5158787"/>
              <a:gd name="connsiteY13586" fmla="*/ 2748281 h 4489084"/>
              <a:gd name="connsiteX13587" fmla="*/ 4484398 w 5158787"/>
              <a:gd name="connsiteY13587" fmla="*/ 2748992 h 4489084"/>
              <a:gd name="connsiteX13588" fmla="*/ 4494111 w 5158787"/>
              <a:gd name="connsiteY13588" fmla="*/ 2765811 h 4489084"/>
              <a:gd name="connsiteX13589" fmla="*/ 4494111 w 5158787"/>
              <a:gd name="connsiteY13589" fmla="*/ 2767174 h 4489084"/>
              <a:gd name="connsiteX13590" fmla="*/ 4484398 w 5158787"/>
              <a:gd name="connsiteY13590" fmla="*/ 2783994 h 4489084"/>
              <a:gd name="connsiteX13591" fmla="*/ 4483214 w 5158787"/>
              <a:gd name="connsiteY13591" fmla="*/ 2784704 h 4489084"/>
              <a:gd name="connsiteX13592" fmla="*/ 4463788 w 5158787"/>
              <a:gd name="connsiteY13592" fmla="*/ 2784704 h 4489084"/>
              <a:gd name="connsiteX13593" fmla="*/ 4462603 w 5158787"/>
              <a:gd name="connsiteY13593" fmla="*/ 2783994 h 4489084"/>
              <a:gd name="connsiteX13594" fmla="*/ 4452890 w 5158787"/>
              <a:gd name="connsiteY13594" fmla="*/ 2767174 h 4489084"/>
              <a:gd name="connsiteX13595" fmla="*/ 4452890 w 5158787"/>
              <a:gd name="connsiteY13595" fmla="*/ 2765811 h 4489084"/>
              <a:gd name="connsiteX13596" fmla="*/ 4462603 w 5158787"/>
              <a:gd name="connsiteY13596" fmla="*/ 2748992 h 4489084"/>
              <a:gd name="connsiteX13597" fmla="*/ 4463788 w 5158787"/>
              <a:gd name="connsiteY13597" fmla="*/ 2748281 h 4489084"/>
              <a:gd name="connsiteX13598" fmla="*/ 2299525 w 5158787"/>
              <a:gd name="connsiteY13598" fmla="*/ 2748103 h 4489084"/>
              <a:gd name="connsiteX13599" fmla="*/ 2319188 w 5158787"/>
              <a:gd name="connsiteY13599" fmla="*/ 2748103 h 4489084"/>
              <a:gd name="connsiteX13600" fmla="*/ 2320373 w 5158787"/>
              <a:gd name="connsiteY13600" fmla="*/ 2748814 h 4489084"/>
              <a:gd name="connsiteX13601" fmla="*/ 2330204 w 5158787"/>
              <a:gd name="connsiteY13601" fmla="*/ 2765811 h 4489084"/>
              <a:gd name="connsiteX13602" fmla="*/ 2330204 w 5158787"/>
              <a:gd name="connsiteY13602" fmla="*/ 2767174 h 4489084"/>
              <a:gd name="connsiteX13603" fmla="*/ 2320373 w 5158787"/>
              <a:gd name="connsiteY13603" fmla="*/ 2784171 h 4489084"/>
              <a:gd name="connsiteX13604" fmla="*/ 2319188 w 5158787"/>
              <a:gd name="connsiteY13604" fmla="*/ 2784882 h 4489084"/>
              <a:gd name="connsiteX13605" fmla="*/ 2299525 w 5158787"/>
              <a:gd name="connsiteY13605" fmla="*/ 2784882 h 4489084"/>
              <a:gd name="connsiteX13606" fmla="*/ 2298341 w 5158787"/>
              <a:gd name="connsiteY13606" fmla="*/ 2784171 h 4489084"/>
              <a:gd name="connsiteX13607" fmla="*/ 2288510 w 5158787"/>
              <a:gd name="connsiteY13607" fmla="*/ 2767174 h 4489084"/>
              <a:gd name="connsiteX13608" fmla="*/ 2288510 w 5158787"/>
              <a:gd name="connsiteY13608" fmla="*/ 2765811 h 4489084"/>
              <a:gd name="connsiteX13609" fmla="*/ 2298341 w 5158787"/>
              <a:gd name="connsiteY13609" fmla="*/ 2748814 h 4489084"/>
              <a:gd name="connsiteX13610" fmla="*/ 2299525 w 5158787"/>
              <a:gd name="connsiteY13610" fmla="*/ 2748103 h 4489084"/>
              <a:gd name="connsiteX13611" fmla="*/ 4531186 w 5158787"/>
              <a:gd name="connsiteY13611" fmla="*/ 2747866 h 4489084"/>
              <a:gd name="connsiteX13612" fmla="*/ 4551086 w 5158787"/>
              <a:gd name="connsiteY13612" fmla="*/ 2747866 h 4489084"/>
              <a:gd name="connsiteX13613" fmla="*/ 4552270 w 5158787"/>
              <a:gd name="connsiteY13613" fmla="*/ 2748577 h 4489084"/>
              <a:gd name="connsiteX13614" fmla="*/ 4562220 w 5158787"/>
              <a:gd name="connsiteY13614" fmla="*/ 2765811 h 4489084"/>
              <a:gd name="connsiteX13615" fmla="*/ 4562220 w 5158787"/>
              <a:gd name="connsiteY13615" fmla="*/ 2767232 h 4489084"/>
              <a:gd name="connsiteX13616" fmla="*/ 4552270 w 5158787"/>
              <a:gd name="connsiteY13616" fmla="*/ 2784467 h 4489084"/>
              <a:gd name="connsiteX13617" fmla="*/ 4551086 w 5158787"/>
              <a:gd name="connsiteY13617" fmla="*/ 2785178 h 4489084"/>
              <a:gd name="connsiteX13618" fmla="*/ 4531186 w 5158787"/>
              <a:gd name="connsiteY13618" fmla="*/ 2785178 h 4489084"/>
              <a:gd name="connsiteX13619" fmla="*/ 4530001 w 5158787"/>
              <a:gd name="connsiteY13619" fmla="*/ 2784467 h 4489084"/>
              <a:gd name="connsiteX13620" fmla="*/ 4520052 w 5158787"/>
              <a:gd name="connsiteY13620" fmla="*/ 2767232 h 4489084"/>
              <a:gd name="connsiteX13621" fmla="*/ 4520052 w 5158787"/>
              <a:gd name="connsiteY13621" fmla="*/ 2765811 h 4489084"/>
              <a:gd name="connsiteX13622" fmla="*/ 4530001 w 5158787"/>
              <a:gd name="connsiteY13622" fmla="*/ 2748577 h 4489084"/>
              <a:gd name="connsiteX13623" fmla="*/ 4531186 w 5158787"/>
              <a:gd name="connsiteY13623" fmla="*/ 2747866 h 4489084"/>
              <a:gd name="connsiteX13624" fmla="*/ 2028808 w 5158787"/>
              <a:gd name="connsiteY13624" fmla="*/ 2747688 h 4489084"/>
              <a:gd name="connsiteX13625" fmla="*/ 2048885 w 5158787"/>
              <a:gd name="connsiteY13625" fmla="*/ 2747688 h 4489084"/>
              <a:gd name="connsiteX13626" fmla="*/ 2050129 w 5158787"/>
              <a:gd name="connsiteY13626" fmla="*/ 2748399 h 4489084"/>
              <a:gd name="connsiteX13627" fmla="*/ 2060138 w 5158787"/>
              <a:gd name="connsiteY13627" fmla="*/ 2765811 h 4489084"/>
              <a:gd name="connsiteX13628" fmla="*/ 2060138 w 5158787"/>
              <a:gd name="connsiteY13628" fmla="*/ 2767232 h 4489084"/>
              <a:gd name="connsiteX13629" fmla="*/ 2050069 w 5158787"/>
              <a:gd name="connsiteY13629" fmla="*/ 2784644 h 4489084"/>
              <a:gd name="connsiteX13630" fmla="*/ 2048826 w 5158787"/>
              <a:gd name="connsiteY13630" fmla="*/ 2785355 h 4489084"/>
              <a:gd name="connsiteX13631" fmla="*/ 2028748 w 5158787"/>
              <a:gd name="connsiteY13631" fmla="*/ 2785355 h 4489084"/>
              <a:gd name="connsiteX13632" fmla="*/ 2027505 w 5158787"/>
              <a:gd name="connsiteY13632" fmla="*/ 2784644 h 4489084"/>
              <a:gd name="connsiteX13633" fmla="*/ 2017496 w 5158787"/>
              <a:gd name="connsiteY13633" fmla="*/ 2767232 h 4489084"/>
              <a:gd name="connsiteX13634" fmla="*/ 2017496 w 5158787"/>
              <a:gd name="connsiteY13634" fmla="*/ 2765811 h 4489084"/>
              <a:gd name="connsiteX13635" fmla="*/ 2027564 w 5158787"/>
              <a:gd name="connsiteY13635" fmla="*/ 2748399 h 4489084"/>
              <a:gd name="connsiteX13636" fmla="*/ 2028808 w 5158787"/>
              <a:gd name="connsiteY13636" fmla="*/ 2747688 h 4489084"/>
              <a:gd name="connsiteX13637" fmla="*/ 2231594 w 5158787"/>
              <a:gd name="connsiteY13637" fmla="*/ 2747570 h 4489084"/>
              <a:gd name="connsiteX13638" fmla="*/ 2251790 w 5158787"/>
              <a:gd name="connsiteY13638" fmla="*/ 2747570 h 4489084"/>
              <a:gd name="connsiteX13639" fmla="*/ 2253034 w 5158787"/>
              <a:gd name="connsiteY13639" fmla="*/ 2748281 h 4489084"/>
              <a:gd name="connsiteX13640" fmla="*/ 2263102 w 5158787"/>
              <a:gd name="connsiteY13640" fmla="*/ 2765752 h 4489084"/>
              <a:gd name="connsiteX13641" fmla="*/ 2263102 w 5158787"/>
              <a:gd name="connsiteY13641" fmla="*/ 2767174 h 4489084"/>
              <a:gd name="connsiteX13642" fmla="*/ 2252974 w 5158787"/>
              <a:gd name="connsiteY13642" fmla="*/ 2784645 h 4489084"/>
              <a:gd name="connsiteX13643" fmla="*/ 2251730 w 5158787"/>
              <a:gd name="connsiteY13643" fmla="*/ 2785356 h 4489084"/>
              <a:gd name="connsiteX13644" fmla="*/ 2231535 w 5158787"/>
              <a:gd name="connsiteY13644" fmla="*/ 2785356 h 4489084"/>
              <a:gd name="connsiteX13645" fmla="*/ 2230291 w 5158787"/>
              <a:gd name="connsiteY13645" fmla="*/ 2784645 h 4489084"/>
              <a:gd name="connsiteX13646" fmla="*/ 2220223 w 5158787"/>
              <a:gd name="connsiteY13646" fmla="*/ 2767174 h 4489084"/>
              <a:gd name="connsiteX13647" fmla="*/ 2220223 w 5158787"/>
              <a:gd name="connsiteY13647" fmla="*/ 2765752 h 4489084"/>
              <a:gd name="connsiteX13648" fmla="*/ 2230350 w 5158787"/>
              <a:gd name="connsiteY13648" fmla="*/ 2748281 h 4489084"/>
              <a:gd name="connsiteX13649" fmla="*/ 2231594 w 5158787"/>
              <a:gd name="connsiteY13649" fmla="*/ 2747570 h 4489084"/>
              <a:gd name="connsiteX13650" fmla="*/ 4598643 w 5158787"/>
              <a:gd name="connsiteY13650" fmla="*/ 2747452 h 4489084"/>
              <a:gd name="connsiteX13651" fmla="*/ 4618957 w 5158787"/>
              <a:gd name="connsiteY13651" fmla="*/ 2747452 h 4489084"/>
              <a:gd name="connsiteX13652" fmla="*/ 4620201 w 5158787"/>
              <a:gd name="connsiteY13652" fmla="*/ 2748163 h 4489084"/>
              <a:gd name="connsiteX13653" fmla="*/ 4630329 w 5158787"/>
              <a:gd name="connsiteY13653" fmla="*/ 2765752 h 4489084"/>
              <a:gd name="connsiteX13654" fmla="*/ 4630329 w 5158787"/>
              <a:gd name="connsiteY13654" fmla="*/ 2767174 h 4489084"/>
              <a:gd name="connsiteX13655" fmla="*/ 4620142 w 5158787"/>
              <a:gd name="connsiteY13655" fmla="*/ 2784764 h 4489084"/>
              <a:gd name="connsiteX13656" fmla="*/ 4618898 w 5158787"/>
              <a:gd name="connsiteY13656" fmla="*/ 2785474 h 4489084"/>
              <a:gd name="connsiteX13657" fmla="*/ 4598584 w 5158787"/>
              <a:gd name="connsiteY13657" fmla="*/ 2785474 h 4489084"/>
              <a:gd name="connsiteX13658" fmla="*/ 4597340 w 5158787"/>
              <a:gd name="connsiteY13658" fmla="*/ 2784764 h 4489084"/>
              <a:gd name="connsiteX13659" fmla="*/ 4587213 w 5158787"/>
              <a:gd name="connsiteY13659" fmla="*/ 2767174 h 4489084"/>
              <a:gd name="connsiteX13660" fmla="*/ 4587213 w 5158787"/>
              <a:gd name="connsiteY13660" fmla="*/ 2765752 h 4489084"/>
              <a:gd name="connsiteX13661" fmla="*/ 4597399 w 5158787"/>
              <a:gd name="connsiteY13661" fmla="*/ 2748163 h 4489084"/>
              <a:gd name="connsiteX13662" fmla="*/ 4598643 w 5158787"/>
              <a:gd name="connsiteY13662" fmla="*/ 2747452 h 4489084"/>
              <a:gd name="connsiteX13663" fmla="*/ 1960936 w 5158787"/>
              <a:gd name="connsiteY13663" fmla="*/ 2747274 h 4489084"/>
              <a:gd name="connsiteX13664" fmla="*/ 1981487 w 5158787"/>
              <a:gd name="connsiteY13664" fmla="*/ 2747274 h 4489084"/>
              <a:gd name="connsiteX13665" fmla="*/ 1982731 w 5158787"/>
              <a:gd name="connsiteY13665" fmla="*/ 2747985 h 4489084"/>
              <a:gd name="connsiteX13666" fmla="*/ 1992977 w 5158787"/>
              <a:gd name="connsiteY13666" fmla="*/ 2765752 h 4489084"/>
              <a:gd name="connsiteX13667" fmla="*/ 1992977 w 5158787"/>
              <a:gd name="connsiteY13667" fmla="*/ 2767233 h 4489084"/>
              <a:gd name="connsiteX13668" fmla="*/ 1982731 w 5158787"/>
              <a:gd name="connsiteY13668" fmla="*/ 2785000 h 4489084"/>
              <a:gd name="connsiteX13669" fmla="*/ 1981487 w 5158787"/>
              <a:gd name="connsiteY13669" fmla="*/ 2785711 h 4489084"/>
              <a:gd name="connsiteX13670" fmla="*/ 1960936 w 5158787"/>
              <a:gd name="connsiteY13670" fmla="*/ 2785711 h 4489084"/>
              <a:gd name="connsiteX13671" fmla="*/ 1959692 w 5158787"/>
              <a:gd name="connsiteY13671" fmla="*/ 2785000 h 4489084"/>
              <a:gd name="connsiteX13672" fmla="*/ 1949447 w 5158787"/>
              <a:gd name="connsiteY13672" fmla="*/ 2767233 h 4489084"/>
              <a:gd name="connsiteX13673" fmla="*/ 1949447 w 5158787"/>
              <a:gd name="connsiteY13673" fmla="*/ 2765752 h 4489084"/>
              <a:gd name="connsiteX13674" fmla="*/ 1959692 w 5158787"/>
              <a:gd name="connsiteY13674" fmla="*/ 2747985 h 4489084"/>
              <a:gd name="connsiteX13675" fmla="*/ 1960936 w 5158787"/>
              <a:gd name="connsiteY13675" fmla="*/ 2747274 h 4489084"/>
              <a:gd name="connsiteX13676" fmla="*/ 4665923 w 5158787"/>
              <a:gd name="connsiteY13676" fmla="*/ 2746859 h 4489084"/>
              <a:gd name="connsiteX13677" fmla="*/ 4686888 w 5158787"/>
              <a:gd name="connsiteY13677" fmla="*/ 2746859 h 4489084"/>
              <a:gd name="connsiteX13678" fmla="*/ 4688192 w 5158787"/>
              <a:gd name="connsiteY13678" fmla="*/ 2747629 h 4489084"/>
              <a:gd name="connsiteX13679" fmla="*/ 4698674 w 5158787"/>
              <a:gd name="connsiteY13679" fmla="*/ 2765811 h 4489084"/>
              <a:gd name="connsiteX13680" fmla="*/ 4698674 w 5158787"/>
              <a:gd name="connsiteY13680" fmla="*/ 2767292 h 4489084"/>
              <a:gd name="connsiteX13681" fmla="*/ 4688192 w 5158787"/>
              <a:gd name="connsiteY13681" fmla="*/ 2785474 h 4489084"/>
              <a:gd name="connsiteX13682" fmla="*/ 4686888 w 5158787"/>
              <a:gd name="connsiteY13682" fmla="*/ 2786244 h 4489084"/>
              <a:gd name="connsiteX13683" fmla="*/ 4665923 w 5158787"/>
              <a:gd name="connsiteY13683" fmla="*/ 2786244 h 4489084"/>
              <a:gd name="connsiteX13684" fmla="*/ 4664620 w 5158787"/>
              <a:gd name="connsiteY13684" fmla="*/ 2785474 h 4489084"/>
              <a:gd name="connsiteX13685" fmla="*/ 4654137 w 5158787"/>
              <a:gd name="connsiteY13685" fmla="*/ 2767292 h 4489084"/>
              <a:gd name="connsiteX13686" fmla="*/ 4654137 w 5158787"/>
              <a:gd name="connsiteY13686" fmla="*/ 2765811 h 4489084"/>
              <a:gd name="connsiteX13687" fmla="*/ 4664620 w 5158787"/>
              <a:gd name="connsiteY13687" fmla="*/ 2747629 h 4489084"/>
              <a:gd name="connsiteX13688" fmla="*/ 4665923 w 5158787"/>
              <a:gd name="connsiteY13688" fmla="*/ 2746859 h 4489084"/>
              <a:gd name="connsiteX13689" fmla="*/ 4733144 w 5158787"/>
              <a:gd name="connsiteY13689" fmla="*/ 2746030 h 4489084"/>
              <a:gd name="connsiteX13690" fmla="*/ 4754998 w 5158787"/>
              <a:gd name="connsiteY13690" fmla="*/ 2746030 h 4489084"/>
              <a:gd name="connsiteX13691" fmla="*/ 4756360 w 5158787"/>
              <a:gd name="connsiteY13691" fmla="*/ 2746800 h 4489084"/>
              <a:gd name="connsiteX13692" fmla="*/ 4767258 w 5158787"/>
              <a:gd name="connsiteY13692" fmla="*/ 2765752 h 4489084"/>
              <a:gd name="connsiteX13693" fmla="*/ 4767258 w 5158787"/>
              <a:gd name="connsiteY13693" fmla="*/ 2767292 h 4489084"/>
              <a:gd name="connsiteX13694" fmla="*/ 4756301 w 5158787"/>
              <a:gd name="connsiteY13694" fmla="*/ 2786244 h 4489084"/>
              <a:gd name="connsiteX13695" fmla="*/ 4754938 w 5158787"/>
              <a:gd name="connsiteY13695" fmla="*/ 2787014 h 4489084"/>
              <a:gd name="connsiteX13696" fmla="*/ 4733085 w 5158787"/>
              <a:gd name="connsiteY13696" fmla="*/ 2787014 h 4489084"/>
              <a:gd name="connsiteX13697" fmla="*/ 4731723 w 5158787"/>
              <a:gd name="connsiteY13697" fmla="*/ 2786244 h 4489084"/>
              <a:gd name="connsiteX13698" fmla="*/ 4720825 w 5158787"/>
              <a:gd name="connsiteY13698" fmla="*/ 2767292 h 4489084"/>
              <a:gd name="connsiteX13699" fmla="*/ 4720825 w 5158787"/>
              <a:gd name="connsiteY13699" fmla="*/ 2765752 h 4489084"/>
              <a:gd name="connsiteX13700" fmla="*/ 4731782 w 5158787"/>
              <a:gd name="connsiteY13700" fmla="*/ 2746800 h 4489084"/>
              <a:gd name="connsiteX13701" fmla="*/ 4733144 w 5158787"/>
              <a:gd name="connsiteY13701" fmla="*/ 2746030 h 4489084"/>
              <a:gd name="connsiteX13702" fmla="*/ 1825014 w 5158787"/>
              <a:gd name="connsiteY13702" fmla="*/ 2746030 h 4489084"/>
              <a:gd name="connsiteX13703" fmla="*/ 1846868 w 5158787"/>
              <a:gd name="connsiteY13703" fmla="*/ 2746030 h 4489084"/>
              <a:gd name="connsiteX13704" fmla="*/ 1848230 w 5158787"/>
              <a:gd name="connsiteY13704" fmla="*/ 2746800 h 4489084"/>
              <a:gd name="connsiteX13705" fmla="*/ 1859128 w 5158787"/>
              <a:gd name="connsiteY13705" fmla="*/ 2765752 h 4489084"/>
              <a:gd name="connsiteX13706" fmla="*/ 1859128 w 5158787"/>
              <a:gd name="connsiteY13706" fmla="*/ 2767292 h 4489084"/>
              <a:gd name="connsiteX13707" fmla="*/ 1848171 w 5158787"/>
              <a:gd name="connsiteY13707" fmla="*/ 2786244 h 4489084"/>
              <a:gd name="connsiteX13708" fmla="*/ 1846809 w 5158787"/>
              <a:gd name="connsiteY13708" fmla="*/ 2787014 h 4489084"/>
              <a:gd name="connsiteX13709" fmla="*/ 1824955 w 5158787"/>
              <a:gd name="connsiteY13709" fmla="*/ 2787014 h 4489084"/>
              <a:gd name="connsiteX13710" fmla="*/ 1823593 w 5158787"/>
              <a:gd name="connsiteY13710" fmla="*/ 2786244 h 4489084"/>
              <a:gd name="connsiteX13711" fmla="*/ 1812695 w 5158787"/>
              <a:gd name="connsiteY13711" fmla="*/ 2767292 h 4489084"/>
              <a:gd name="connsiteX13712" fmla="*/ 1812695 w 5158787"/>
              <a:gd name="connsiteY13712" fmla="*/ 2765752 h 4489084"/>
              <a:gd name="connsiteX13713" fmla="*/ 1823652 w 5158787"/>
              <a:gd name="connsiteY13713" fmla="*/ 2746800 h 4489084"/>
              <a:gd name="connsiteX13714" fmla="*/ 1825014 w 5158787"/>
              <a:gd name="connsiteY13714" fmla="*/ 2746030 h 4489084"/>
              <a:gd name="connsiteX13715" fmla="*/ 1892472 w 5158787"/>
              <a:gd name="connsiteY13715" fmla="*/ 2745734 h 4489084"/>
              <a:gd name="connsiteX13716" fmla="*/ 1914681 w 5158787"/>
              <a:gd name="connsiteY13716" fmla="*/ 2745734 h 4489084"/>
              <a:gd name="connsiteX13717" fmla="*/ 1916043 w 5158787"/>
              <a:gd name="connsiteY13717" fmla="*/ 2746504 h 4489084"/>
              <a:gd name="connsiteX13718" fmla="*/ 1927118 w 5158787"/>
              <a:gd name="connsiteY13718" fmla="*/ 2765752 h 4489084"/>
              <a:gd name="connsiteX13719" fmla="*/ 1927118 w 5158787"/>
              <a:gd name="connsiteY13719" fmla="*/ 2767292 h 4489084"/>
              <a:gd name="connsiteX13720" fmla="*/ 1916043 w 5158787"/>
              <a:gd name="connsiteY13720" fmla="*/ 2786540 h 4489084"/>
              <a:gd name="connsiteX13721" fmla="*/ 1914681 w 5158787"/>
              <a:gd name="connsiteY13721" fmla="*/ 2787310 h 4489084"/>
              <a:gd name="connsiteX13722" fmla="*/ 1892472 w 5158787"/>
              <a:gd name="connsiteY13722" fmla="*/ 2787310 h 4489084"/>
              <a:gd name="connsiteX13723" fmla="*/ 1891109 w 5158787"/>
              <a:gd name="connsiteY13723" fmla="*/ 2786540 h 4489084"/>
              <a:gd name="connsiteX13724" fmla="*/ 1880034 w 5158787"/>
              <a:gd name="connsiteY13724" fmla="*/ 2767292 h 4489084"/>
              <a:gd name="connsiteX13725" fmla="*/ 1880034 w 5158787"/>
              <a:gd name="connsiteY13725" fmla="*/ 2765752 h 4489084"/>
              <a:gd name="connsiteX13726" fmla="*/ 1891109 w 5158787"/>
              <a:gd name="connsiteY13726" fmla="*/ 2746504 h 4489084"/>
              <a:gd name="connsiteX13727" fmla="*/ 1892472 w 5158787"/>
              <a:gd name="connsiteY13727" fmla="*/ 2745734 h 4489084"/>
              <a:gd name="connsiteX13728" fmla="*/ 1757201 w 5158787"/>
              <a:gd name="connsiteY13728" fmla="*/ 2745734 h 4489084"/>
              <a:gd name="connsiteX13729" fmla="*/ 1779411 w 5158787"/>
              <a:gd name="connsiteY13729" fmla="*/ 2745734 h 4489084"/>
              <a:gd name="connsiteX13730" fmla="*/ 1780773 w 5158787"/>
              <a:gd name="connsiteY13730" fmla="*/ 2746504 h 4489084"/>
              <a:gd name="connsiteX13731" fmla="*/ 1791848 w 5158787"/>
              <a:gd name="connsiteY13731" fmla="*/ 2765752 h 4489084"/>
              <a:gd name="connsiteX13732" fmla="*/ 1791848 w 5158787"/>
              <a:gd name="connsiteY13732" fmla="*/ 2767292 h 4489084"/>
              <a:gd name="connsiteX13733" fmla="*/ 1780773 w 5158787"/>
              <a:gd name="connsiteY13733" fmla="*/ 2786540 h 4489084"/>
              <a:gd name="connsiteX13734" fmla="*/ 1779411 w 5158787"/>
              <a:gd name="connsiteY13734" fmla="*/ 2787310 h 4489084"/>
              <a:gd name="connsiteX13735" fmla="*/ 1757201 w 5158787"/>
              <a:gd name="connsiteY13735" fmla="*/ 2787310 h 4489084"/>
              <a:gd name="connsiteX13736" fmla="*/ 1755839 w 5158787"/>
              <a:gd name="connsiteY13736" fmla="*/ 2786540 h 4489084"/>
              <a:gd name="connsiteX13737" fmla="*/ 1744764 w 5158787"/>
              <a:gd name="connsiteY13737" fmla="*/ 2767292 h 4489084"/>
              <a:gd name="connsiteX13738" fmla="*/ 1744764 w 5158787"/>
              <a:gd name="connsiteY13738" fmla="*/ 2765752 h 4489084"/>
              <a:gd name="connsiteX13739" fmla="*/ 1755839 w 5158787"/>
              <a:gd name="connsiteY13739" fmla="*/ 2746504 h 4489084"/>
              <a:gd name="connsiteX13740" fmla="*/ 1757201 w 5158787"/>
              <a:gd name="connsiteY13740" fmla="*/ 2745734 h 4489084"/>
              <a:gd name="connsiteX13741" fmla="*/ 4800127 w 5158787"/>
              <a:gd name="connsiteY13741" fmla="*/ 2744905 h 4489084"/>
              <a:gd name="connsiteX13742" fmla="*/ 4823225 w 5158787"/>
              <a:gd name="connsiteY13742" fmla="*/ 2744905 h 4489084"/>
              <a:gd name="connsiteX13743" fmla="*/ 4824647 w 5158787"/>
              <a:gd name="connsiteY13743" fmla="*/ 2745734 h 4489084"/>
              <a:gd name="connsiteX13744" fmla="*/ 4836196 w 5158787"/>
              <a:gd name="connsiteY13744" fmla="*/ 2765693 h 4489084"/>
              <a:gd name="connsiteX13745" fmla="*/ 4836196 w 5158787"/>
              <a:gd name="connsiteY13745" fmla="*/ 2767351 h 4489084"/>
              <a:gd name="connsiteX13746" fmla="*/ 4824647 w 5158787"/>
              <a:gd name="connsiteY13746" fmla="*/ 2787310 h 4489084"/>
              <a:gd name="connsiteX13747" fmla="*/ 4823225 w 5158787"/>
              <a:gd name="connsiteY13747" fmla="*/ 2788139 h 4489084"/>
              <a:gd name="connsiteX13748" fmla="*/ 4800127 w 5158787"/>
              <a:gd name="connsiteY13748" fmla="*/ 2788139 h 4489084"/>
              <a:gd name="connsiteX13749" fmla="*/ 4798706 w 5158787"/>
              <a:gd name="connsiteY13749" fmla="*/ 2787310 h 4489084"/>
              <a:gd name="connsiteX13750" fmla="*/ 4787157 w 5158787"/>
              <a:gd name="connsiteY13750" fmla="*/ 2767351 h 4489084"/>
              <a:gd name="connsiteX13751" fmla="*/ 4787157 w 5158787"/>
              <a:gd name="connsiteY13751" fmla="*/ 2765693 h 4489084"/>
              <a:gd name="connsiteX13752" fmla="*/ 4798706 w 5158787"/>
              <a:gd name="connsiteY13752" fmla="*/ 2745734 h 4489084"/>
              <a:gd name="connsiteX13753" fmla="*/ 4800127 w 5158787"/>
              <a:gd name="connsiteY13753" fmla="*/ 2744905 h 4489084"/>
              <a:gd name="connsiteX13754" fmla="*/ 4867703 w 5158787"/>
              <a:gd name="connsiteY13754" fmla="*/ 2744668 h 4489084"/>
              <a:gd name="connsiteX13755" fmla="*/ 4890979 w 5158787"/>
              <a:gd name="connsiteY13755" fmla="*/ 2744668 h 4489084"/>
              <a:gd name="connsiteX13756" fmla="*/ 4892400 w 5158787"/>
              <a:gd name="connsiteY13756" fmla="*/ 2745497 h 4489084"/>
              <a:gd name="connsiteX13757" fmla="*/ 4904008 w 5158787"/>
              <a:gd name="connsiteY13757" fmla="*/ 2765693 h 4489084"/>
              <a:gd name="connsiteX13758" fmla="*/ 4904008 w 5158787"/>
              <a:gd name="connsiteY13758" fmla="*/ 2767351 h 4489084"/>
              <a:gd name="connsiteX13759" fmla="*/ 4892341 w 5158787"/>
              <a:gd name="connsiteY13759" fmla="*/ 2787547 h 4489084"/>
              <a:gd name="connsiteX13760" fmla="*/ 4890919 w 5158787"/>
              <a:gd name="connsiteY13760" fmla="*/ 2788376 h 4489084"/>
              <a:gd name="connsiteX13761" fmla="*/ 4867644 w 5158787"/>
              <a:gd name="connsiteY13761" fmla="*/ 2788376 h 4489084"/>
              <a:gd name="connsiteX13762" fmla="*/ 4866222 w 5158787"/>
              <a:gd name="connsiteY13762" fmla="*/ 2787547 h 4489084"/>
              <a:gd name="connsiteX13763" fmla="*/ 4854614 w 5158787"/>
              <a:gd name="connsiteY13763" fmla="*/ 2767351 h 4489084"/>
              <a:gd name="connsiteX13764" fmla="*/ 4854614 w 5158787"/>
              <a:gd name="connsiteY13764" fmla="*/ 2765693 h 4489084"/>
              <a:gd name="connsiteX13765" fmla="*/ 4866281 w 5158787"/>
              <a:gd name="connsiteY13765" fmla="*/ 2745497 h 4489084"/>
              <a:gd name="connsiteX13766" fmla="*/ 4867703 w 5158787"/>
              <a:gd name="connsiteY13766" fmla="*/ 2744668 h 4489084"/>
              <a:gd name="connsiteX13767" fmla="*/ 3925491 w 5158787"/>
              <a:gd name="connsiteY13767" fmla="*/ 2694860 h 4489084"/>
              <a:gd name="connsiteX13768" fmla="*/ 3939409 w 5158787"/>
              <a:gd name="connsiteY13768" fmla="*/ 2694860 h 4489084"/>
              <a:gd name="connsiteX13769" fmla="*/ 3940238 w 5158787"/>
              <a:gd name="connsiteY13769" fmla="*/ 2695334 h 4489084"/>
              <a:gd name="connsiteX13770" fmla="*/ 3947167 w 5158787"/>
              <a:gd name="connsiteY13770" fmla="*/ 2707356 h 4489084"/>
              <a:gd name="connsiteX13771" fmla="*/ 3947167 w 5158787"/>
              <a:gd name="connsiteY13771" fmla="*/ 2708363 h 4489084"/>
              <a:gd name="connsiteX13772" fmla="*/ 3940179 w 5158787"/>
              <a:gd name="connsiteY13772" fmla="*/ 2720386 h 4489084"/>
              <a:gd name="connsiteX13773" fmla="*/ 3939349 w 5158787"/>
              <a:gd name="connsiteY13773" fmla="*/ 2720860 h 4489084"/>
              <a:gd name="connsiteX13774" fmla="*/ 3925432 w 5158787"/>
              <a:gd name="connsiteY13774" fmla="*/ 2720860 h 4489084"/>
              <a:gd name="connsiteX13775" fmla="*/ 3924602 w 5158787"/>
              <a:gd name="connsiteY13775" fmla="*/ 2720386 h 4489084"/>
              <a:gd name="connsiteX13776" fmla="*/ 3917673 w 5158787"/>
              <a:gd name="connsiteY13776" fmla="*/ 2708363 h 4489084"/>
              <a:gd name="connsiteX13777" fmla="*/ 3917673 w 5158787"/>
              <a:gd name="connsiteY13777" fmla="*/ 2707356 h 4489084"/>
              <a:gd name="connsiteX13778" fmla="*/ 3924662 w 5158787"/>
              <a:gd name="connsiteY13778" fmla="*/ 2695334 h 4489084"/>
              <a:gd name="connsiteX13779" fmla="*/ 3925491 w 5158787"/>
              <a:gd name="connsiteY13779" fmla="*/ 2694860 h 4489084"/>
              <a:gd name="connsiteX13780" fmla="*/ 2978600 w 5158787"/>
              <a:gd name="connsiteY13780" fmla="*/ 2694741 h 4489084"/>
              <a:gd name="connsiteX13781" fmla="*/ 2992636 w 5158787"/>
              <a:gd name="connsiteY13781" fmla="*/ 2694741 h 4489084"/>
              <a:gd name="connsiteX13782" fmla="*/ 2993465 w 5158787"/>
              <a:gd name="connsiteY13782" fmla="*/ 2695215 h 4489084"/>
              <a:gd name="connsiteX13783" fmla="*/ 3000454 w 5158787"/>
              <a:gd name="connsiteY13783" fmla="*/ 2707356 h 4489084"/>
              <a:gd name="connsiteX13784" fmla="*/ 3000454 w 5158787"/>
              <a:gd name="connsiteY13784" fmla="*/ 2708363 h 4489084"/>
              <a:gd name="connsiteX13785" fmla="*/ 2993465 w 5158787"/>
              <a:gd name="connsiteY13785" fmla="*/ 2720504 h 4489084"/>
              <a:gd name="connsiteX13786" fmla="*/ 2992636 w 5158787"/>
              <a:gd name="connsiteY13786" fmla="*/ 2720978 h 4489084"/>
              <a:gd name="connsiteX13787" fmla="*/ 2978600 w 5158787"/>
              <a:gd name="connsiteY13787" fmla="*/ 2720978 h 4489084"/>
              <a:gd name="connsiteX13788" fmla="*/ 2977771 w 5158787"/>
              <a:gd name="connsiteY13788" fmla="*/ 2720504 h 4489084"/>
              <a:gd name="connsiteX13789" fmla="*/ 2970782 w 5158787"/>
              <a:gd name="connsiteY13789" fmla="*/ 2708363 h 4489084"/>
              <a:gd name="connsiteX13790" fmla="*/ 2970782 w 5158787"/>
              <a:gd name="connsiteY13790" fmla="*/ 2707356 h 4489084"/>
              <a:gd name="connsiteX13791" fmla="*/ 2977771 w 5158787"/>
              <a:gd name="connsiteY13791" fmla="*/ 2695215 h 4489084"/>
              <a:gd name="connsiteX13792" fmla="*/ 2978600 w 5158787"/>
              <a:gd name="connsiteY13792" fmla="*/ 2694741 h 4489084"/>
              <a:gd name="connsiteX13793" fmla="*/ 3992889 w 5158787"/>
              <a:gd name="connsiteY13793" fmla="*/ 2694327 h 4489084"/>
              <a:gd name="connsiteX13794" fmla="*/ 4007340 w 5158787"/>
              <a:gd name="connsiteY13794" fmla="*/ 2694327 h 4489084"/>
              <a:gd name="connsiteX13795" fmla="*/ 4008228 w 5158787"/>
              <a:gd name="connsiteY13795" fmla="*/ 2694860 h 4489084"/>
              <a:gd name="connsiteX13796" fmla="*/ 4015454 w 5158787"/>
              <a:gd name="connsiteY13796" fmla="*/ 2707416 h 4489084"/>
              <a:gd name="connsiteX13797" fmla="*/ 4015454 w 5158787"/>
              <a:gd name="connsiteY13797" fmla="*/ 2708423 h 4489084"/>
              <a:gd name="connsiteX13798" fmla="*/ 4008228 w 5158787"/>
              <a:gd name="connsiteY13798" fmla="*/ 2720978 h 4489084"/>
              <a:gd name="connsiteX13799" fmla="*/ 4007340 w 5158787"/>
              <a:gd name="connsiteY13799" fmla="*/ 2721511 h 4489084"/>
              <a:gd name="connsiteX13800" fmla="*/ 3992889 w 5158787"/>
              <a:gd name="connsiteY13800" fmla="*/ 2721511 h 4489084"/>
              <a:gd name="connsiteX13801" fmla="*/ 3992001 w 5158787"/>
              <a:gd name="connsiteY13801" fmla="*/ 2720978 h 4489084"/>
              <a:gd name="connsiteX13802" fmla="*/ 3984775 w 5158787"/>
              <a:gd name="connsiteY13802" fmla="*/ 2708423 h 4489084"/>
              <a:gd name="connsiteX13803" fmla="*/ 3984775 w 5158787"/>
              <a:gd name="connsiteY13803" fmla="*/ 2707416 h 4489084"/>
              <a:gd name="connsiteX13804" fmla="*/ 3992001 w 5158787"/>
              <a:gd name="connsiteY13804" fmla="*/ 2694860 h 4489084"/>
              <a:gd name="connsiteX13805" fmla="*/ 3992889 w 5158787"/>
              <a:gd name="connsiteY13805" fmla="*/ 2694327 h 4489084"/>
              <a:gd name="connsiteX13806" fmla="*/ 2707882 w 5158787"/>
              <a:gd name="connsiteY13806" fmla="*/ 2694327 h 4489084"/>
              <a:gd name="connsiteX13807" fmla="*/ 2722333 w 5158787"/>
              <a:gd name="connsiteY13807" fmla="*/ 2694327 h 4489084"/>
              <a:gd name="connsiteX13808" fmla="*/ 2723222 w 5158787"/>
              <a:gd name="connsiteY13808" fmla="*/ 2694860 h 4489084"/>
              <a:gd name="connsiteX13809" fmla="*/ 2730447 w 5158787"/>
              <a:gd name="connsiteY13809" fmla="*/ 2707416 h 4489084"/>
              <a:gd name="connsiteX13810" fmla="*/ 2730447 w 5158787"/>
              <a:gd name="connsiteY13810" fmla="*/ 2708423 h 4489084"/>
              <a:gd name="connsiteX13811" fmla="*/ 2723222 w 5158787"/>
              <a:gd name="connsiteY13811" fmla="*/ 2720978 h 4489084"/>
              <a:gd name="connsiteX13812" fmla="*/ 2722333 w 5158787"/>
              <a:gd name="connsiteY13812" fmla="*/ 2721511 h 4489084"/>
              <a:gd name="connsiteX13813" fmla="*/ 2707882 w 5158787"/>
              <a:gd name="connsiteY13813" fmla="*/ 2721511 h 4489084"/>
              <a:gd name="connsiteX13814" fmla="*/ 2706994 w 5158787"/>
              <a:gd name="connsiteY13814" fmla="*/ 2720978 h 4489084"/>
              <a:gd name="connsiteX13815" fmla="*/ 2699768 w 5158787"/>
              <a:gd name="connsiteY13815" fmla="*/ 2708423 h 4489084"/>
              <a:gd name="connsiteX13816" fmla="*/ 2699768 w 5158787"/>
              <a:gd name="connsiteY13816" fmla="*/ 2707416 h 4489084"/>
              <a:gd name="connsiteX13817" fmla="*/ 2706994 w 5158787"/>
              <a:gd name="connsiteY13817" fmla="*/ 2694860 h 4489084"/>
              <a:gd name="connsiteX13818" fmla="*/ 2707882 w 5158787"/>
              <a:gd name="connsiteY13818" fmla="*/ 2694327 h 4489084"/>
              <a:gd name="connsiteX13819" fmla="*/ 4060406 w 5158787"/>
              <a:gd name="connsiteY13819" fmla="*/ 2694149 h 4489084"/>
              <a:gd name="connsiteX13820" fmla="*/ 4075093 w 5158787"/>
              <a:gd name="connsiteY13820" fmla="*/ 2694149 h 4489084"/>
              <a:gd name="connsiteX13821" fmla="*/ 4075981 w 5158787"/>
              <a:gd name="connsiteY13821" fmla="*/ 2694682 h 4489084"/>
              <a:gd name="connsiteX13822" fmla="*/ 4083326 w 5158787"/>
              <a:gd name="connsiteY13822" fmla="*/ 2707415 h 4489084"/>
              <a:gd name="connsiteX13823" fmla="*/ 4083326 w 5158787"/>
              <a:gd name="connsiteY13823" fmla="*/ 2708481 h 4489084"/>
              <a:gd name="connsiteX13824" fmla="*/ 4075981 w 5158787"/>
              <a:gd name="connsiteY13824" fmla="*/ 2721215 h 4489084"/>
              <a:gd name="connsiteX13825" fmla="*/ 4075093 w 5158787"/>
              <a:gd name="connsiteY13825" fmla="*/ 2721748 h 4489084"/>
              <a:gd name="connsiteX13826" fmla="*/ 4060406 w 5158787"/>
              <a:gd name="connsiteY13826" fmla="*/ 2721748 h 4489084"/>
              <a:gd name="connsiteX13827" fmla="*/ 4059517 w 5158787"/>
              <a:gd name="connsiteY13827" fmla="*/ 2721215 h 4489084"/>
              <a:gd name="connsiteX13828" fmla="*/ 4052173 w 5158787"/>
              <a:gd name="connsiteY13828" fmla="*/ 2708481 h 4489084"/>
              <a:gd name="connsiteX13829" fmla="*/ 4052173 w 5158787"/>
              <a:gd name="connsiteY13829" fmla="*/ 2707415 h 4489084"/>
              <a:gd name="connsiteX13830" fmla="*/ 4059517 w 5158787"/>
              <a:gd name="connsiteY13830" fmla="*/ 2694682 h 4489084"/>
              <a:gd name="connsiteX13831" fmla="*/ 4060406 w 5158787"/>
              <a:gd name="connsiteY13831" fmla="*/ 2694149 h 4489084"/>
              <a:gd name="connsiteX13832" fmla="*/ 2910669 w 5158787"/>
              <a:gd name="connsiteY13832" fmla="*/ 2694149 h 4489084"/>
              <a:gd name="connsiteX13833" fmla="*/ 2925357 w 5158787"/>
              <a:gd name="connsiteY13833" fmla="*/ 2694149 h 4489084"/>
              <a:gd name="connsiteX13834" fmla="*/ 2926246 w 5158787"/>
              <a:gd name="connsiteY13834" fmla="*/ 2694682 h 4489084"/>
              <a:gd name="connsiteX13835" fmla="*/ 2933590 w 5158787"/>
              <a:gd name="connsiteY13835" fmla="*/ 2707415 h 4489084"/>
              <a:gd name="connsiteX13836" fmla="*/ 2933590 w 5158787"/>
              <a:gd name="connsiteY13836" fmla="*/ 2708481 h 4489084"/>
              <a:gd name="connsiteX13837" fmla="*/ 2926246 w 5158787"/>
              <a:gd name="connsiteY13837" fmla="*/ 2721215 h 4489084"/>
              <a:gd name="connsiteX13838" fmla="*/ 2925357 w 5158787"/>
              <a:gd name="connsiteY13838" fmla="*/ 2721748 h 4489084"/>
              <a:gd name="connsiteX13839" fmla="*/ 2910669 w 5158787"/>
              <a:gd name="connsiteY13839" fmla="*/ 2721748 h 4489084"/>
              <a:gd name="connsiteX13840" fmla="*/ 2909781 w 5158787"/>
              <a:gd name="connsiteY13840" fmla="*/ 2721215 h 4489084"/>
              <a:gd name="connsiteX13841" fmla="*/ 2902437 w 5158787"/>
              <a:gd name="connsiteY13841" fmla="*/ 2708481 h 4489084"/>
              <a:gd name="connsiteX13842" fmla="*/ 2902437 w 5158787"/>
              <a:gd name="connsiteY13842" fmla="*/ 2707415 h 4489084"/>
              <a:gd name="connsiteX13843" fmla="*/ 2909781 w 5158787"/>
              <a:gd name="connsiteY13843" fmla="*/ 2694682 h 4489084"/>
              <a:gd name="connsiteX13844" fmla="*/ 2910669 w 5158787"/>
              <a:gd name="connsiteY13844" fmla="*/ 2694149 h 4489084"/>
              <a:gd name="connsiteX13845" fmla="*/ 4263193 w 5158787"/>
              <a:gd name="connsiteY13845" fmla="*/ 2694030 h 4489084"/>
              <a:gd name="connsiteX13846" fmla="*/ 4277999 w 5158787"/>
              <a:gd name="connsiteY13846" fmla="*/ 2694030 h 4489084"/>
              <a:gd name="connsiteX13847" fmla="*/ 4278887 w 5158787"/>
              <a:gd name="connsiteY13847" fmla="*/ 2694563 h 4489084"/>
              <a:gd name="connsiteX13848" fmla="*/ 4286290 w 5158787"/>
              <a:gd name="connsiteY13848" fmla="*/ 2707356 h 4489084"/>
              <a:gd name="connsiteX13849" fmla="*/ 4286290 w 5158787"/>
              <a:gd name="connsiteY13849" fmla="*/ 2708422 h 4489084"/>
              <a:gd name="connsiteX13850" fmla="*/ 4278887 w 5158787"/>
              <a:gd name="connsiteY13850" fmla="*/ 2721214 h 4489084"/>
              <a:gd name="connsiteX13851" fmla="*/ 4277999 w 5158787"/>
              <a:gd name="connsiteY13851" fmla="*/ 2721747 h 4489084"/>
              <a:gd name="connsiteX13852" fmla="*/ 4263193 w 5158787"/>
              <a:gd name="connsiteY13852" fmla="*/ 2721747 h 4489084"/>
              <a:gd name="connsiteX13853" fmla="*/ 4262305 w 5158787"/>
              <a:gd name="connsiteY13853" fmla="*/ 2721214 h 4489084"/>
              <a:gd name="connsiteX13854" fmla="*/ 4254901 w 5158787"/>
              <a:gd name="connsiteY13854" fmla="*/ 2708422 h 4489084"/>
              <a:gd name="connsiteX13855" fmla="*/ 4254901 w 5158787"/>
              <a:gd name="connsiteY13855" fmla="*/ 2707356 h 4489084"/>
              <a:gd name="connsiteX13856" fmla="*/ 4262305 w 5158787"/>
              <a:gd name="connsiteY13856" fmla="*/ 2694563 h 4489084"/>
              <a:gd name="connsiteX13857" fmla="*/ 4263193 w 5158787"/>
              <a:gd name="connsiteY13857" fmla="*/ 2694030 h 4489084"/>
              <a:gd name="connsiteX13858" fmla="*/ 2640070 w 5158787"/>
              <a:gd name="connsiteY13858" fmla="*/ 2694030 h 4489084"/>
              <a:gd name="connsiteX13859" fmla="*/ 2654876 w 5158787"/>
              <a:gd name="connsiteY13859" fmla="*/ 2694030 h 4489084"/>
              <a:gd name="connsiteX13860" fmla="*/ 2655764 w 5158787"/>
              <a:gd name="connsiteY13860" fmla="*/ 2694563 h 4489084"/>
              <a:gd name="connsiteX13861" fmla="*/ 2663168 w 5158787"/>
              <a:gd name="connsiteY13861" fmla="*/ 2707356 h 4489084"/>
              <a:gd name="connsiteX13862" fmla="*/ 2663168 w 5158787"/>
              <a:gd name="connsiteY13862" fmla="*/ 2708422 h 4489084"/>
              <a:gd name="connsiteX13863" fmla="*/ 2655764 w 5158787"/>
              <a:gd name="connsiteY13863" fmla="*/ 2721214 h 4489084"/>
              <a:gd name="connsiteX13864" fmla="*/ 2654876 w 5158787"/>
              <a:gd name="connsiteY13864" fmla="*/ 2721747 h 4489084"/>
              <a:gd name="connsiteX13865" fmla="*/ 2640070 w 5158787"/>
              <a:gd name="connsiteY13865" fmla="*/ 2721747 h 4489084"/>
              <a:gd name="connsiteX13866" fmla="*/ 2639182 w 5158787"/>
              <a:gd name="connsiteY13866" fmla="*/ 2721214 h 4489084"/>
              <a:gd name="connsiteX13867" fmla="*/ 2631778 w 5158787"/>
              <a:gd name="connsiteY13867" fmla="*/ 2708422 h 4489084"/>
              <a:gd name="connsiteX13868" fmla="*/ 2631778 w 5158787"/>
              <a:gd name="connsiteY13868" fmla="*/ 2707356 h 4489084"/>
              <a:gd name="connsiteX13869" fmla="*/ 2639182 w 5158787"/>
              <a:gd name="connsiteY13869" fmla="*/ 2694563 h 4489084"/>
              <a:gd name="connsiteX13870" fmla="*/ 2640070 w 5158787"/>
              <a:gd name="connsiteY13870" fmla="*/ 2694030 h 4489084"/>
              <a:gd name="connsiteX13871" fmla="*/ 2775281 w 5158787"/>
              <a:gd name="connsiteY13871" fmla="*/ 2693912 h 4489084"/>
              <a:gd name="connsiteX13872" fmla="*/ 2790206 w 5158787"/>
              <a:gd name="connsiteY13872" fmla="*/ 2693912 h 4489084"/>
              <a:gd name="connsiteX13873" fmla="*/ 2791094 w 5158787"/>
              <a:gd name="connsiteY13873" fmla="*/ 2694445 h 4489084"/>
              <a:gd name="connsiteX13874" fmla="*/ 2798556 w 5158787"/>
              <a:gd name="connsiteY13874" fmla="*/ 2707356 h 4489084"/>
              <a:gd name="connsiteX13875" fmla="*/ 2798556 w 5158787"/>
              <a:gd name="connsiteY13875" fmla="*/ 2708422 h 4489084"/>
              <a:gd name="connsiteX13876" fmla="*/ 2791094 w 5158787"/>
              <a:gd name="connsiteY13876" fmla="*/ 2721333 h 4489084"/>
              <a:gd name="connsiteX13877" fmla="*/ 2790206 w 5158787"/>
              <a:gd name="connsiteY13877" fmla="*/ 2721866 h 4489084"/>
              <a:gd name="connsiteX13878" fmla="*/ 2775281 w 5158787"/>
              <a:gd name="connsiteY13878" fmla="*/ 2721866 h 4489084"/>
              <a:gd name="connsiteX13879" fmla="*/ 2774393 w 5158787"/>
              <a:gd name="connsiteY13879" fmla="*/ 2721333 h 4489084"/>
              <a:gd name="connsiteX13880" fmla="*/ 2766930 w 5158787"/>
              <a:gd name="connsiteY13880" fmla="*/ 2708422 h 4489084"/>
              <a:gd name="connsiteX13881" fmla="*/ 2766930 w 5158787"/>
              <a:gd name="connsiteY13881" fmla="*/ 2707356 h 4489084"/>
              <a:gd name="connsiteX13882" fmla="*/ 2774393 w 5158787"/>
              <a:gd name="connsiteY13882" fmla="*/ 2694445 h 4489084"/>
              <a:gd name="connsiteX13883" fmla="*/ 2775281 w 5158787"/>
              <a:gd name="connsiteY13883" fmla="*/ 2693912 h 4489084"/>
              <a:gd name="connsiteX13884" fmla="*/ 2572376 w 5158787"/>
              <a:gd name="connsiteY13884" fmla="*/ 2693912 h 4489084"/>
              <a:gd name="connsiteX13885" fmla="*/ 2587301 w 5158787"/>
              <a:gd name="connsiteY13885" fmla="*/ 2693912 h 4489084"/>
              <a:gd name="connsiteX13886" fmla="*/ 2588189 w 5158787"/>
              <a:gd name="connsiteY13886" fmla="*/ 2694445 h 4489084"/>
              <a:gd name="connsiteX13887" fmla="*/ 2595651 w 5158787"/>
              <a:gd name="connsiteY13887" fmla="*/ 2707356 h 4489084"/>
              <a:gd name="connsiteX13888" fmla="*/ 2595651 w 5158787"/>
              <a:gd name="connsiteY13888" fmla="*/ 2708422 h 4489084"/>
              <a:gd name="connsiteX13889" fmla="*/ 2588189 w 5158787"/>
              <a:gd name="connsiteY13889" fmla="*/ 2721333 h 4489084"/>
              <a:gd name="connsiteX13890" fmla="*/ 2587301 w 5158787"/>
              <a:gd name="connsiteY13890" fmla="*/ 2721866 h 4489084"/>
              <a:gd name="connsiteX13891" fmla="*/ 2572376 w 5158787"/>
              <a:gd name="connsiteY13891" fmla="*/ 2721866 h 4489084"/>
              <a:gd name="connsiteX13892" fmla="*/ 2571487 w 5158787"/>
              <a:gd name="connsiteY13892" fmla="*/ 2721333 h 4489084"/>
              <a:gd name="connsiteX13893" fmla="*/ 2564025 w 5158787"/>
              <a:gd name="connsiteY13893" fmla="*/ 2708422 h 4489084"/>
              <a:gd name="connsiteX13894" fmla="*/ 2564025 w 5158787"/>
              <a:gd name="connsiteY13894" fmla="*/ 2707356 h 4489084"/>
              <a:gd name="connsiteX13895" fmla="*/ 2571487 w 5158787"/>
              <a:gd name="connsiteY13895" fmla="*/ 2694445 h 4489084"/>
              <a:gd name="connsiteX13896" fmla="*/ 2572376 w 5158787"/>
              <a:gd name="connsiteY13896" fmla="*/ 2693912 h 4489084"/>
              <a:gd name="connsiteX13897" fmla="*/ 2842857 w 5158787"/>
              <a:gd name="connsiteY13897" fmla="*/ 2693734 h 4489084"/>
              <a:gd name="connsiteX13898" fmla="*/ 2857959 w 5158787"/>
              <a:gd name="connsiteY13898" fmla="*/ 2693734 h 4489084"/>
              <a:gd name="connsiteX13899" fmla="*/ 2858907 w 5158787"/>
              <a:gd name="connsiteY13899" fmla="*/ 2694267 h 4489084"/>
              <a:gd name="connsiteX13900" fmla="*/ 2866487 w 5158787"/>
              <a:gd name="connsiteY13900" fmla="*/ 2707356 h 4489084"/>
              <a:gd name="connsiteX13901" fmla="*/ 2866487 w 5158787"/>
              <a:gd name="connsiteY13901" fmla="*/ 2708422 h 4489084"/>
              <a:gd name="connsiteX13902" fmla="*/ 2858907 w 5158787"/>
              <a:gd name="connsiteY13902" fmla="*/ 2721511 h 4489084"/>
              <a:gd name="connsiteX13903" fmla="*/ 2857959 w 5158787"/>
              <a:gd name="connsiteY13903" fmla="*/ 2722043 h 4489084"/>
              <a:gd name="connsiteX13904" fmla="*/ 2842857 w 5158787"/>
              <a:gd name="connsiteY13904" fmla="*/ 2722043 h 4489084"/>
              <a:gd name="connsiteX13905" fmla="*/ 2841909 w 5158787"/>
              <a:gd name="connsiteY13905" fmla="*/ 2721511 h 4489084"/>
              <a:gd name="connsiteX13906" fmla="*/ 2834328 w 5158787"/>
              <a:gd name="connsiteY13906" fmla="*/ 2708422 h 4489084"/>
              <a:gd name="connsiteX13907" fmla="*/ 2834328 w 5158787"/>
              <a:gd name="connsiteY13907" fmla="*/ 2707356 h 4489084"/>
              <a:gd name="connsiteX13908" fmla="*/ 2841909 w 5158787"/>
              <a:gd name="connsiteY13908" fmla="*/ 2694267 h 4489084"/>
              <a:gd name="connsiteX13909" fmla="*/ 2842857 w 5158787"/>
              <a:gd name="connsiteY13909" fmla="*/ 2693734 h 4489084"/>
              <a:gd name="connsiteX13910" fmla="*/ 4195261 w 5158787"/>
              <a:gd name="connsiteY13910" fmla="*/ 2693379 h 4489084"/>
              <a:gd name="connsiteX13911" fmla="*/ 4210719 w 5158787"/>
              <a:gd name="connsiteY13911" fmla="*/ 2693379 h 4489084"/>
              <a:gd name="connsiteX13912" fmla="*/ 4211667 w 5158787"/>
              <a:gd name="connsiteY13912" fmla="*/ 2693912 h 4489084"/>
              <a:gd name="connsiteX13913" fmla="*/ 4219366 w 5158787"/>
              <a:gd name="connsiteY13913" fmla="*/ 2707297 h 4489084"/>
              <a:gd name="connsiteX13914" fmla="*/ 4219366 w 5158787"/>
              <a:gd name="connsiteY13914" fmla="*/ 2708363 h 4489084"/>
              <a:gd name="connsiteX13915" fmla="*/ 4211607 w 5158787"/>
              <a:gd name="connsiteY13915" fmla="*/ 2721748 h 4489084"/>
              <a:gd name="connsiteX13916" fmla="*/ 4210660 w 5158787"/>
              <a:gd name="connsiteY13916" fmla="*/ 2722281 h 4489084"/>
              <a:gd name="connsiteX13917" fmla="*/ 4195202 w 5158787"/>
              <a:gd name="connsiteY13917" fmla="*/ 2722281 h 4489084"/>
              <a:gd name="connsiteX13918" fmla="*/ 4194255 w 5158787"/>
              <a:gd name="connsiteY13918" fmla="*/ 2721748 h 4489084"/>
              <a:gd name="connsiteX13919" fmla="*/ 4186555 w 5158787"/>
              <a:gd name="connsiteY13919" fmla="*/ 2708363 h 4489084"/>
              <a:gd name="connsiteX13920" fmla="*/ 4186555 w 5158787"/>
              <a:gd name="connsiteY13920" fmla="*/ 2707297 h 4489084"/>
              <a:gd name="connsiteX13921" fmla="*/ 4194314 w 5158787"/>
              <a:gd name="connsiteY13921" fmla="*/ 2693912 h 4489084"/>
              <a:gd name="connsiteX13922" fmla="*/ 4195261 w 5158787"/>
              <a:gd name="connsiteY13922" fmla="*/ 2693379 h 4489084"/>
              <a:gd name="connsiteX13923" fmla="*/ 4127626 w 5158787"/>
              <a:gd name="connsiteY13923" fmla="*/ 2693379 h 4489084"/>
              <a:gd name="connsiteX13924" fmla="*/ 4143084 w 5158787"/>
              <a:gd name="connsiteY13924" fmla="*/ 2693379 h 4489084"/>
              <a:gd name="connsiteX13925" fmla="*/ 4144032 w 5158787"/>
              <a:gd name="connsiteY13925" fmla="*/ 2693912 h 4489084"/>
              <a:gd name="connsiteX13926" fmla="*/ 4151731 w 5158787"/>
              <a:gd name="connsiteY13926" fmla="*/ 2707297 h 4489084"/>
              <a:gd name="connsiteX13927" fmla="*/ 4151731 w 5158787"/>
              <a:gd name="connsiteY13927" fmla="*/ 2708363 h 4489084"/>
              <a:gd name="connsiteX13928" fmla="*/ 4143973 w 5158787"/>
              <a:gd name="connsiteY13928" fmla="*/ 2721748 h 4489084"/>
              <a:gd name="connsiteX13929" fmla="*/ 4143025 w 5158787"/>
              <a:gd name="connsiteY13929" fmla="*/ 2722281 h 4489084"/>
              <a:gd name="connsiteX13930" fmla="*/ 4127567 w 5158787"/>
              <a:gd name="connsiteY13930" fmla="*/ 2722281 h 4489084"/>
              <a:gd name="connsiteX13931" fmla="*/ 4126619 w 5158787"/>
              <a:gd name="connsiteY13931" fmla="*/ 2721748 h 4489084"/>
              <a:gd name="connsiteX13932" fmla="*/ 4118920 w 5158787"/>
              <a:gd name="connsiteY13932" fmla="*/ 2708363 h 4489084"/>
              <a:gd name="connsiteX13933" fmla="*/ 4118920 w 5158787"/>
              <a:gd name="connsiteY13933" fmla="*/ 2707297 h 4489084"/>
              <a:gd name="connsiteX13934" fmla="*/ 4126679 w 5158787"/>
              <a:gd name="connsiteY13934" fmla="*/ 2693912 h 4489084"/>
              <a:gd name="connsiteX13935" fmla="*/ 4127626 w 5158787"/>
              <a:gd name="connsiteY13935" fmla="*/ 2693379 h 4489084"/>
              <a:gd name="connsiteX13936" fmla="*/ 3045466 w 5158787"/>
              <a:gd name="connsiteY13936" fmla="*/ 2693320 h 4489084"/>
              <a:gd name="connsiteX13937" fmla="*/ 3061042 w 5158787"/>
              <a:gd name="connsiteY13937" fmla="*/ 2693320 h 4489084"/>
              <a:gd name="connsiteX13938" fmla="*/ 3061989 w 5158787"/>
              <a:gd name="connsiteY13938" fmla="*/ 2693853 h 4489084"/>
              <a:gd name="connsiteX13939" fmla="*/ 3069748 w 5158787"/>
              <a:gd name="connsiteY13939" fmla="*/ 2707356 h 4489084"/>
              <a:gd name="connsiteX13940" fmla="*/ 3069748 w 5158787"/>
              <a:gd name="connsiteY13940" fmla="*/ 2708482 h 4489084"/>
              <a:gd name="connsiteX13941" fmla="*/ 3061930 w 5158787"/>
              <a:gd name="connsiteY13941" fmla="*/ 2721985 h 4489084"/>
              <a:gd name="connsiteX13942" fmla="*/ 3060983 w 5158787"/>
              <a:gd name="connsiteY13942" fmla="*/ 2722518 h 4489084"/>
              <a:gd name="connsiteX13943" fmla="*/ 3045406 w 5158787"/>
              <a:gd name="connsiteY13943" fmla="*/ 2722518 h 4489084"/>
              <a:gd name="connsiteX13944" fmla="*/ 3044459 w 5158787"/>
              <a:gd name="connsiteY13944" fmla="*/ 2721985 h 4489084"/>
              <a:gd name="connsiteX13945" fmla="*/ 3036700 w 5158787"/>
              <a:gd name="connsiteY13945" fmla="*/ 2708482 h 4489084"/>
              <a:gd name="connsiteX13946" fmla="*/ 3036700 w 5158787"/>
              <a:gd name="connsiteY13946" fmla="*/ 2707356 h 4489084"/>
              <a:gd name="connsiteX13947" fmla="*/ 3044518 w 5158787"/>
              <a:gd name="connsiteY13947" fmla="*/ 2693853 h 4489084"/>
              <a:gd name="connsiteX13948" fmla="*/ 3045466 w 5158787"/>
              <a:gd name="connsiteY13948" fmla="*/ 2693320 h 4489084"/>
              <a:gd name="connsiteX13949" fmla="*/ 2504445 w 5158787"/>
              <a:gd name="connsiteY13949" fmla="*/ 2693320 h 4489084"/>
              <a:gd name="connsiteX13950" fmla="*/ 2520021 w 5158787"/>
              <a:gd name="connsiteY13950" fmla="*/ 2693320 h 4489084"/>
              <a:gd name="connsiteX13951" fmla="*/ 2520968 w 5158787"/>
              <a:gd name="connsiteY13951" fmla="*/ 2693853 h 4489084"/>
              <a:gd name="connsiteX13952" fmla="*/ 2528727 w 5158787"/>
              <a:gd name="connsiteY13952" fmla="*/ 2707356 h 4489084"/>
              <a:gd name="connsiteX13953" fmla="*/ 2528727 w 5158787"/>
              <a:gd name="connsiteY13953" fmla="*/ 2708482 h 4489084"/>
              <a:gd name="connsiteX13954" fmla="*/ 2520909 w 5158787"/>
              <a:gd name="connsiteY13954" fmla="*/ 2721985 h 4489084"/>
              <a:gd name="connsiteX13955" fmla="*/ 2519962 w 5158787"/>
              <a:gd name="connsiteY13955" fmla="*/ 2722518 h 4489084"/>
              <a:gd name="connsiteX13956" fmla="*/ 2504385 w 5158787"/>
              <a:gd name="connsiteY13956" fmla="*/ 2722518 h 4489084"/>
              <a:gd name="connsiteX13957" fmla="*/ 2503438 w 5158787"/>
              <a:gd name="connsiteY13957" fmla="*/ 2721985 h 4489084"/>
              <a:gd name="connsiteX13958" fmla="*/ 2495679 w 5158787"/>
              <a:gd name="connsiteY13958" fmla="*/ 2708482 h 4489084"/>
              <a:gd name="connsiteX13959" fmla="*/ 2495679 w 5158787"/>
              <a:gd name="connsiteY13959" fmla="*/ 2707356 h 4489084"/>
              <a:gd name="connsiteX13960" fmla="*/ 2503497 w 5158787"/>
              <a:gd name="connsiteY13960" fmla="*/ 2693853 h 4489084"/>
              <a:gd name="connsiteX13961" fmla="*/ 2504445 w 5158787"/>
              <a:gd name="connsiteY13961" fmla="*/ 2693320 h 4489084"/>
              <a:gd name="connsiteX13962" fmla="*/ 3315947 w 5158787"/>
              <a:gd name="connsiteY13962" fmla="*/ 2693201 h 4489084"/>
              <a:gd name="connsiteX13963" fmla="*/ 3331641 w 5158787"/>
              <a:gd name="connsiteY13963" fmla="*/ 2693201 h 4489084"/>
              <a:gd name="connsiteX13964" fmla="*/ 3332589 w 5158787"/>
              <a:gd name="connsiteY13964" fmla="*/ 2693734 h 4489084"/>
              <a:gd name="connsiteX13965" fmla="*/ 3340407 w 5158787"/>
              <a:gd name="connsiteY13965" fmla="*/ 2707297 h 4489084"/>
              <a:gd name="connsiteX13966" fmla="*/ 3340407 w 5158787"/>
              <a:gd name="connsiteY13966" fmla="*/ 2708422 h 4489084"/>
              <a:gd name="connsiteX13967" fmla="*/ 3332589 w 5158787"/>
              <a:gd name="connsiteY13967" fmla="*/ 2721985 h 4489084"/>
              <a:gd name="connsiteX13968" fmla="*/ 3331641 w 5158787"/>
              <a:gd name="connsiteY13968" fmla="*/ 2722517 h 4489084"/>
              <a:gd name="connsiteX13969" fmla="*/ 3315947 w 5158787"/>
              <a:gd name="connsiteY13969" fmla="*/ 2722517 h 4489084"/>
              <a:gd name="connsiteX13970" fmla="*/ 3314999 w 5158787"/>
              <a:gd name="connsiteY13970" fmla="*/ 2721985 h 4489084"/>
              <a:gd name="connsiteX13971" fmla="*/ 3307181 w 5158787"/>
              <a:gd name="connsiteY13971" fmla="*/ 2708422 h 4489084"/>
              <a:gd name="connsiteX13972" fmla="*/ 3307181 w 5158787"/>
              <a:gd name="connsiteY13972" fmla="*/ 2707297 h 4489084"/>
              <a:gd name="connsiteX13973" fmla="*/ 3314999 w 5158787"/>
              <a:gd name="connsiteY13973" fmla="*/ 2693734 h 4489084"/>
              <a:gd name="connsiteX13974" fmla="*/ 3315947 w 5158787"/>
              <a:gd name="connsiteY13974" fmla="*/ 2693201 h 4489084"/>
              <a:gd name="connsiteX13975" fmla="*/ 3248311 w 5158787"/>
              <a:gd name="connsiteY13975" fmla="*/ 2693201 h 4489084"/>
              <a:gd name="connsiteX13976" fmla="*/ 3264006 w 5158787"/>
              <a:gd name="connsiteY13976" fmla="*/ 2693201 h 4489084"/>
              <a:gd name="connsiteX13977" fmla="*/ 3264954 w 5158787"/>
              <a:gd name="connsiteY13977" fmla="*/ 2693734 h 4489084"/>
              <a:gd name="connsiteX13978" fmla="*/ 3272771 w 5158787"/>
              <a:gd name="connsiteY13978" fmla="*/ 2707297 h 4489084"/>
              <a:gd name="connsiteX13979" fmla="*/ 3272771 w 5158787"/>
              <a:gd name="connsiteY13979" fmla="*/ 2708422 h 4489084"/>
              <a:gd name="connsiteX13980" fmla="*/ 3264954 w 5158787"/>
              <a:gd name="connsiteY13980" fmla="*/ 2721985 h 4489084"/>
              <a:gd name="connsiteX13981" fmla="*/ 3264006 w 5158787"/>
              <a:gd name="connsiteY13981" fmla="*/ 2722517 h 4489084"/>
              <a:gd name="connsiteX13982" fmla="*/ 3248311 w 5158787"/>
              <a:gd name="connsiteY13982" fmla="*/ 2722517 h 4489084"/>
              <a:gd name="connsiteX13983" fmla="*/ 3247364 w 5158787"/>
              <a:gd name="connsiteY13983" fmla="*/ 2721985 h 4489084"/>
              <a:gd name="connsiteX13984" fmla="*/ 3239546 w 5158787"/>
              <a:gd name="connsiteY13984" fmla="*/ 2708422 h 4489084"/>
              <a:gd name="connsiteX13985" fmla="*/ 3239546 w 5158787"/>
              <a:gd name="connsiteY13985" fmla="*/ 2707297 h 4489084"/>
              <a:gd name="connsiteX13986" fmla="*/ 3247364 w 5158787"/>
              <a:gd name="connsiteY13986" fmla="*/ 2693734 h 4489084"/>
              <a:gd name="connsiteX13987" fmla="*/ 3248311 w 5158787"/>
              <a:gd name="connsiteY13987" fmla="*/ 2693201 h 4489084"/>
              <a:gd name="connsiteX13988" fmla="*/ 3721638 w 5158787"/>
              <a:gd name="connsiteY13988" fmla="*/ 2692964 h 4489084"/>
              <a:gd name="connsiteX13989" fmla="*/ 3737511 w 5158787"/>
              <a:gd name="connsiteY13989" fmla="*/ 2692964 h 4489084"/>
              <a:gd name="connsiteX13990" fmla="*/ 3738458 w 5158787"/>
              <a:gd name="connsiteY13990" fmla="*/ 2693497 h 4489084"/>
              <a:gd name="connsiteX13991" fmla="*/ 3746395 w 5158787"/>
              <a:gd name="connsiteY13991" fmla="*/ 2707296 h 4489084"/>
              <a:gd name="connsiteX13992" fmla="*/ 3746395 w 5158787"/>
              <a:gd name="connsiteY13992" fmla="*/ 2708422 h 4489084"/>
              <a:gd name="connsiteX13993" fmla="*/ 3738458 w 5158787"/>
              <a:gd name="connsiteY13993" fmla="*/ 2722221 h 4489084"/>
              <a:gd name="connsiteX13994" fmla="*/ 3737511 w 5158787"/>
              <a:gd name="connsiteY13994" fmla="*/ 2722754 h 4489084"/>
              <a:gd name="connsiteX13995" fmla="*/ 3721638 w 5158787"/>
              <a:gd name="connsiteY13995" fmla="*/ 2722754 h 4489084"/>
              <a:gd name="connsiteX13996" fmla="*/ 3720690 w 5158787"/>
              <a:gd name="connsiteY13996" fmla="*/ 2722221 h 4489084"/>
              <a:gd name="connsiteX13997" fmla="*/ 3712754 w 5158787"/>
              <a:gd name="connsiteY13997" fmla="*/ 2708422 h 4489084"/>
              <a:gd name="connsiteX13998" fmla="*/ 3712754 w 5158787"/>
              <a:gd name="connsiteY13998" fmla="*/ 2707296 h 4489084"/>
              <a:gd name="connsiteX13999" fmla="*/ 3720690 w 5158787"/>
              <a:gd name="connsiteY13999" fmla="*/ 2693497 h 4489084"/>
              <a:gd name="connsiteX14000" fmla="*/ 3721638 w 5158787"/>
              <a:gd name="connsiteY14000" fmla="*/ 2692964 h 4489084"/>
              <a:gd name="connsiteX14001" fmla="*/ 4330176 w 5158787"/>
              <a:gd name="connsiteY14001" fmla="*/ 2692668 h 4489084"/>
              <a:gd name="connsiteX14002" fmla="*/ 4346404 w 5158787"/>
              <a:gd name="connsiteY14002" fmla="*/ 2692668 h 4489084"/>
              <a:gd name="connsiteX14003" fmla="*/ 4347411 w 5158787"/>
              <a:gd name="connsiteY14003" fmla="*/ 2693260 h 4489084"/>
              <a:gd name="connsiteX14004" fmla="*/ 4355525 w 5158787"/>
              <a:gd name="connsiteY14004" fmla="*/ 2707296 h 4489084"/>
              <a:gd name="connsiteX14005" fmla="*/ 4355525 w 5158787"/>
              <a:gd name="connsiteY14005" fmla="*/ 2708422 h 4489084"/>
              <a:gd name="connsiteX14006" fmla="*/ 4347411 w 5158787"/>
              <a:gd name="connsiteY14006" fmla="*/ 2722458 h 4489084"/>
              <a:gd name="connsiteX14007" fmla="*/ 4346404 w 5158787"/>
              <a:gd name="connsiteY14007" fmla="*/ 2723051 h 4489084"/>
              <a:gd name="connsiteX14008" fmla="*/ 4330176 w 5158787"/>
              <a:gd name="connsiteY14008" fmla="*/ 2723051 h 4489084"/>
              <a:gd name="connsiteX14009" fmla="*/ 4329169 w 5158787"/>
              <a:gd name="connsiteY14009" fmla="*/ 2722458 h 4489084"/>
              <a:gd name="connsiteX14010" fmla="*/ 4321055 w 5158787"/>
              <a:gd name="connsiteY14010" fmla="*/ 2708422 h 4489084"/>
              <a:gd name="connsiteX14011" fmla="*/ 4321055 w 5158787"/>
              <a:gd name="connsiteY14011" fmla="*/ 2707296 h 4489084"/>
              <a:gd name="connsiteX14012" fmla="*/ 4329169 w 5158787"/>
              <a:gd name="connsiteY14012" fmla="*/ 2693260 h 4489084"/>
              <a:gd name="connsiteX14013" fmla="*/ 4330176 w 5158787"/>
              <a:gd name="connsiteY14013" fmla="*/ 2692668 h 4489084"/>
              <a:gd name="connsiteX14014" fmla="*/ 3450980 w 5158787"/>
              <a:gd name="connsiteY14014" fmla="*/ 2692668 h 4489084"/>
              <a:gd name="connsiteX14015" fmla="*/ 3467207 w 5158787"/>
              <a:gd name="connsiteY14015" fmla="*/ 2692668 h 4489084"/>
              <a:gd name="connsiteX14016" fmla="*/ 3468214 w 5158787"/>
              <a:gd name="connsiteY14016" fmla="*/ 2693260 h 4489084"/>
              <a:gd name="connsiteX14017" fmla="*/ 3476328 w 5158787"/>
              <a:gd name="connsiteY14017" fmla="*/ 2707296 h 4489084"/>
              <a:gd name="connsiteX14018" fmla="*/ 3476328 w 5158787"/>
              <a:gd name="connsiteY14018" fmla="*/ 2708422 h 4489084"/>
              <a:gd name="connsiteX14019" fmla="*/ 3468214 w 5158787"/>
              <a:gd name="connsiteY14019" fmla="*/ 2722458 h 4489084"/>
              <a:gd name="connsiteX14020" fmla="*/ 3467207 w 5158787"/>
              <a:gd name="connsiteY14020" fmla="*/ 2723051 h 4489084"/>
              <a:gd name="connsiteX14021" fmla="*/ 3450980 w 5158787"/>
              <a:gd name="connsiteY14021" fmla="*/ 2723051 h 4489084"/>
              <a:gd name="connsiteX14022" fmla="*/ 3449973 w 5158787"/>
              <a:gd name="connsiteY14022" fmla="*/ 2722458 h 4489084"/>
              <a:gd name="connsiteX14023" fmla="*/ 3441859 w 5158787"/>
              <a:gd name="connsiteY14023" fmla="*/ 2708422 h 4489084"/>
              <a:gd name="connsiteX14024" fmla="*/ 3441859 w 5158787"/>
              <a:gd name="connsiteY14024" fmla="*/ 2707296 h 4489084"/>
              <a:gd name="connsiteX14025" fmla="*/ 3449973 w 5158787"/>
              <a:gd name="connsiteY14025" fmla="*/ 2693260 h 4489084"/>
              <a:gd name="connsiteX14026" fmla="*/ 3450980 w 5158787"/>
              <a:gd name="connsiteY14026" fmla="*/ 2692668 h 4489084"/>
              <a:gd name="connsiteX14027" fmla="*/ 3180439 w 5158787"/>
              <a:gd name="connsiteY14027" fmla="*/ 2692668 h 4489084"/>
              <a:gd name="connsiteX14028" fmla="*/ 3196667 w 5158787"/>
              <a:gd name="connsiteY14028" fmla="*/ 2692668 h 4489084"/>
              <a:gd name="connsiteX14029" fmla="*/ 3197674 w 5158787"/>
              <a:gd name="connsiteY14029" fmla="*/ 2693260 h 4489084"/>
              <a:gd name="connsiteX14030" fmla="*/ 3205788 w 5158787"/>
              <a:gd name="connsiteY14030" fmla="*/ 2707296 h 4489084"/>
              <a:gd name="connsiteX14031" fmla="*/ 3205788 w 5158787"/>
              <a:gd name="connsiteY14031" fmla="*/ 2708422 h 4489084"/>
              <a:gd name="connsiteX14032" fmla="*/ 3197674 w 5158787"/>
              <a:gd name="connsiteY14032" fmla="*/ 2722458 h 4489084"/>
              <a:gd name="connsiteX14033" fmla="*/ 3196667 w 5158787"/>
              <a:gd name="connsiteY14033" fmla="*/ 2723051 h 4489084"/>
              <a:gd name="connsiteX14034" fmla="*/ 3180439 w 5158787"/>
              <a:gd name="connsiteY14034" fmla="*/ 2723051 h 4489084"/>
              <a:gd name="connsiteX14035" fmla="*/ 3179433 w 5158787"/>
              <a:gd name="connsiteY14035" fmla="*/ 2722458 h 4489084"/>
              <a:gd name="connsiteX14036" fmla="*/ 3171318 w 5158787"/>
              <a:gd name="connsiteY14036" fmla="*/ 2708422 h 4489084"/>
              <a:gd name="connsiteX14037" fmla="*/ 3171318 w 5158787"/>
              <a:gd name="connsiteY14037" fmla="*/ 2707296 h 4489084"/>
              <a:gd name="connsiteX14038" fmla="*/ 3179433 w 5158787"/>
              <a:gd name="connsiteY14038" fmla="*/ 2693260 h 4489084"/>
              <a:gd name="connsiteX14039" fmla="*/ 3180439 w 5158787"/>
              <a:gd name="connsiteY14039" fmla="*/ 2692668 h 4489084"/>
              <a:gd name="connsiteX14040" fmla="*/ 3518497 w 5158787"/>
              <a:gd name="connsiteY14040" fmla="*/ 2692550 h 4489084"/>
              <a:gd name="connsiteX14041" fmla="*/ 3534842 w 5158787"/>
              <a:gd name="connsiteY14041" fmla="*/ 2692550 h 4489084"/>
              <a:gd name="connsiteX14042" fmla="*/ 3535850 w 5158787"/>
              <a:gd name="connsiteY14042" fmla="*/ 2693142 h 4489084"/>
              <a:gd name="connsiteX14043" fmla="*/ 3544023 w 5158787"/>
              <a:gd name="connsiteY14043" fmla="*/ 2707297 h 4489084"/>
              <a:gd name="connsiteX14044" fmla="*/ 3544023 w 5158787"/>
              <a:gd name="connsiteY14044" fmla="*/ 2708482 h 4489084"/>
              <a:gd name="connsiteX14045" fmla="*/ 3535850 w 5158787"/>
              <a:gd name="connsiteY14045" fmla="*/ 2722636 h 4489084"/>
              <a:gd name="connsiteX14046" fmla="*/ 3534842 w 5158787"/>
              <a:gd name="connsiteY14046" fmla="*/ 2723229 h 4489084"/>
              <a:gd name="connsiteX14047" fmla="*/ 3518497 w 5158787"/>
              <a:gd name="connsiteY14047" fmla="*/ 2723229 h 4489084"/>
              <a:gd name="connsiteX14048" fmla="*/ 3517490 w 5158787"/>
              <a:gd name="connsiteY14048" fmla="*/ 2722636 h 4489084"/>
              <a:gd name="connsiteX14049" fmla="*/ 3509317 w 5158787"/>
              <a:gd name="connsiteY14049" fmla="*/ 2708482 h 4489084"/>
              <a:gd name="connsiteX14050" fmla="*/ 3509317 w 5158787"/>
              <a:gd name="connsiteY14050" fmla="*/ 2707297 h 4489084"/>
              <a:gd name="connsiteX14051" fmla="*/ 3517490 w 5158787"/>
              <a:gd name="connsiteY14051" fmla="*/ 2693142 h 4489084"/>
              <a:gd name="connsiteX14052" fmla="*/ 3518497 w 5158787"/>
              <a:gd name="connsiteY14052" fmla="*/ 2692550 h 4489084"/>
              <a:gd name="connsiteX14053" fmla="*/ 3586072 w 5158787"/>
              <a:gd name="connsiteY14053" fmla="*/ 2692491 h 4489084"/>
              <a:gd name="connsiteX14054" fmla="*/ 3602536 w 5158787"/>
              <a:gd name="connsiteY14054" fmla="*/ 2692491 h 4489084"/>
              <a:gd name="connsiteX14055" fmla="*/ 3603543 w 5158787"/>
              <a:gd name="connsiteY14055" fmla="*/ 2693083 h 4489084"/>
              <a:gd name="connsiteX14056" fmla="*/ 3611776 w 5158787"/>
              <a:gd name="connsiteY14056" fmla="*/ 2707357 h 4489084"/>
              <a:gd name="connsiteX14057" fmla="*/ 3611776 w 5158787"/>
              <a:gd name="connsiteY14057" fmla="*/ 2708541 h 4489084"/>
              <a:gd name="connsiteX14058" fmla="*/ 3603543 w 5158787"/>
              <a:gd name="connsiteY14058" fmla="*/ 2722814 h 4489084"/>
              <a:gd name="connsiteX14059" fmla="*/ 3602536 w 5158787"/>
              <a:gd name="connsiteY14059" fmla="*/ 2723407 h 4489084"/>
              <a:gd name="connsiteX14060" fmla="*/ 3586072 w 5158787"/>
              <a:gd name="connsiteY14060" fmla="*/ 2723407 h 4489084"/>
              <a:gd name="connsiteX14061" fmla="*/ 3585065 w 5158787"/>
              <a:gd name="connsiteY14061" fmla="*/ 2722814 h 4489084"/>
              <a:gd name="connsiteX14062" fmla="*/ 3576833 w 5158787"/>
              <a:gd name="connsiteY14062" fmla="*/ 2708541 h 4489084"/>
              <a:gd name="connsiteX14063" fmla="*/ 3576833 w 5158787"/>
              <a:gd name="connsiteY14063" fmla="*/ 2707357 h 4489084"/>
              <a:gd name="connsiteX14064" fmla="*/ 3585065 w 5158787"/>
              <a:gd name="connsiteY14064" fmla="*/ 2693083 h 4489084"/>
              <a:gd name="connsiteX14065" fmla="*/ 3586072 w 5158787"/>
              <a:gd name="connsiteY14065" fmla="*/ 2692491 h 4489084"/>
              <a:gd name="connsiteX14066" fmla="*/ 3856553 w 5158787"/>
              <a:gd name="connsiteY14066" fmla="*/ 2692372 h 4489084"/>
              <a:gd name="connsiteX14067" fmla="*/ 3873136 w 5158787"/>
              <a:gd name="connsiteY14067" fmla="*/ 2692372 h 4489084"/>
              <a:gd name="connsiteX14068" fmla="*/ 3874143 w 5158787"/>
              <a:gd name="connsiteY14068" fmla="*/ 2692964 h 4489084"/>
              <a:gd name="connsiteX14069" fmla="*/ 3882434 w 5158787"/>
              <a:gd name="connsiteY14069" fmla="*/ 2707296 h 4489084"/>
              <a:gd name="connsiteX14070" fmla="*/ 3882434 w 5158787"/>
              <a:gd name="connsiteY14070" fmla="*/ 2708481 h 4489084"/>
              <a:gd name="connsiteX14071" fmla="*/ 3874143 w 5158787"/>
              <a:gd name="connsiteY14071" fmla="*/ 2722813 h 4489084"/>
              <a:gd name="connsiteX14072" fmla="*/ 3873136 w 5158787"/>
              <a:gd name="connsiteY14072" fmla="*/ 2723406 h 4489084"/>
              <a:gd name="connsiteX14073" fmla="*/ 3856553 w 5158787"/>
              <a:gd name="connsiteY14073" fmla="*/ 2723406 h 4489084"/>
              <a:gd name="connsiteX14074" fmla="*/ 3855546 w 5158787"/>
              <a:gd name="connsiteY14074" fmla="*/ 2722813 h 4489084"/>
              <a:gd name="connsiteX14075" fmla="*/ 3847254 w 5158787"/>
              <a:gd name="connsiteY14075" fmla="*/ 2708481 h 4489084"/>
              <a:gd name="connsiteX14076" fmla="*/ 3847254 w 5158787"/>
              <a:gd name="connsiteY14076" fmla="*/ 2707296 h 4489084"/>
              <a:gd name="connsiteX14077" fmla="*/ 3855546 w 5158787"/>
              <a:gd name="connsiteY14077" fmla="*/ 2692964 h 4489084"/>
              <a:gd name="connsiteX14078" fmla="*/ 3856553 w 5158787"/>
              <a:gd name="connsiteY14078" fmla="*/ 2692372 h 4489084"/>
              <a:gd name="connsiteX14079" fmla="*/ 2436276 w 5158787"/>
              <a:gd name="connsiteY14079" fmla="*/ 2692372 h 4489084"/>
              <a:gd name="connsiteX14080" fmla="*/ 2452859 w 5158787"/>
              <a:gd name="connsiteY14080" fmla="*/ 2692372 h 4489084"/>
              <a:gd name="connsiteX14081" fmla="*/ 2453866 w 5158787"/>
              <a:gd name="connsiteY14081" fmla="*/ 2692964 h 4489084"/>
              <a:gd name="connsiteX14082" fmla="*/ 2462158 w 5158787"/>
              <a:gd name="connsiteY14082" fmla="*/ 2707296 h 4489084"/>
              <a:gd name="connsiteX14083" fmla="*/ 2462158 w 5158787"/>
              <a:gd name="connsiteY14083" fmla="*/ 2708481 h 4489084"/>
              <a:gd name="connsiteX14084" fmla="*/ 2453866 w 5158787"/>
              <a:gd name="connsiteY14084" fmla="*/ 2722813 h 4489084"/>
              <a:gd name="connsiteX14085" fmla="*/ 2452859 w 5158787"/>
              <a:gd name="connsiteY14085" fmla="*/ 2723406 h 4489084"/>
              <a:gd name="connsiteX14086" fmla="*/ 2436276 w 5158787"/>
              <a:gd name="connsiteY14086" fmla="*/ 2723406 h 4489084"/>
              <a:gd name="connsiteX14087" fmla="*/ 2435269 w 5158787"/>
              <a:gd name="connsiteY14087" fmla="*/ 2722813 h 4489084"/>
              <a:gd name="connsiteX14088" fmla="*/ 2426978 w 5158787"/>
              <a:gd name="connsiteY14088" fmla="*/ 2708481 h 4489084"/>
              <a:gd name="connsiteX14089" fmla="*/ 2426978 w 5158787"/>
              <a:gd name="connsiteY14089" fmla="*/ 2707296 h 4489084"/>
              <a:gd name="connsiteX14090" fmla="*/ 2435269 w 5158787"/>
              <a:gd name="connsiteY14090" fmla="*/ 2692964 h 4489084"/>
              <a:gd name="connsiteX14091" fmla="*/ 2436276 w 5158787"/>
              <a:gd name="connsiteY14091" fmla="*/ 2692372 h 4489084"/>
              <a:gd name="connsiteX14092" fmla="*/ 3112627 w 5158787"/>
              <a:gd name="connsiteY14092" fmla="*/ 2692254 h 4489084"/>
              <a:gd name="connsiteX14093" fmla="*/ 3129269 w 5158787"/>
              <a:gd name="connsiteY14093" fmla="*/ 2692254 h 4489084"/>
              <a:gd name="connsiteX14094" fmla="*/ 3130275 w 5158787"/>
              <a:gd name="connsiteY14094" fmla="*/ 2692846 h 4489084"/>
              <a:gd name="connsiteX14095" fmla="*/ 3138626 w 5158787"/>
              <a:gd name="connsiteY14095" fmla="*/ 2707297 h 4489084"/>
              <a:gd name="connsiteX14096" fmla="*/ 3138626 w 5158787"/>
              <a:gd name="connsiteY14096" fmla="*/ 2708482 h 4489084"/>
              <a:gd name="connsiteX14097" fmla="*/ 3130275 w 5158787"/>
              <a:gd name="connsiteY14097" fmla="*/ 2722933 h 4489084"/>
              <a:gd name="connsiteX14098" fmla="*/ 3129269 w 5158787"/>
              <a:gd name="connsiteY14098" fmla="*/ 2723525 h 4489084"/>
              <a:gd name="connsiteX14099" fmla="*/ 3112627 w 5158787"/>
              <a:gd name="connsiteY14099" fmla="*/ 2723525 h 4489084"/>
              <a:gd name="connsiteX14100" fmla="*/ 3111619 w 5158787"/>
              <a:gd name="connsiteY14100" fmla="*/ 2722933 h 4489084"/>
              <a:gd name="connsiteX14101" fmla="*/ 3103269 w 5158787"/>
              <a:gd name="connsiteY14101" fmla="*/ 2708482 h 4489084"/>
              <a:gd name="connsiteX14102" fmla="*/ 3103269 w 5158787"/>
              <a:gd name="connsiteY14102" fmla="*/ 2707297 h 4489084"/>
              <a:gd name="connsiteX14103" fmla="*/ 3111619 w 5158787"/>
              <a:gd name="connsiteY14103" fmla="*/ 2692846 h 4489084"/>
              <a:gd name="connsiteX14104" fmla="*/ 3112627 w 5158787"/>
              <a:gd name="connsiteY14104" fmla="*/ 2692254 h 4489084"/>
              <a:gd name="connsiteX14105" fmla="*/ 3382990 w 5158787"/>
              <a:gd name="connsiteY14105" fmla="*/ 2692076 h 4489084"/>
              <a:gd name="connsiteX14106" fmla="*/ 3399869 w 5158787"/>
              <a:gd name="connsiteY14106" fmla="*/ 2692076 h 4489084"/>
              <a:gd name="connsiteX14107" fmla="*/ 3400875 w 5158787"/>
              <a:gd name="connsiteY14107" fmla="*/ 2692668 h 4489084"/>
              <a:gd name="connsiteX14108" fmla="*/ 3409285 w 5158787"/>
              <a:gd name="connsiteY14108" fmla="*/ 2707297 h 4489084"/>
              <a:gd name="connsiteX14109" fmla="*/ 3409285 w 5158787"/>
              <a:gd name="connsiteY14109" fmla="*/ 2708481 h 4489084"/>
              <a:gd name="connsiteX14110" fmla="*/ 3400816 w 5158787"/>
              <a:gd name="connsiteY14110" fmla="*/ 2723110 h 4489084"/>
              <a:gd name="connsiteX14111" fmla="*/ 3399810 w 5158787"/>
              <a:gd name="connsiteY14111" fmla="*/ 2723702 h 4489084"/>
              <a:gd name="connsiteX14112" fmla="*/ 3382931 w 5158787"/>
              <a:gd name="connsiteY14112" fmla="*/ 2723702 h 4489084"/>
              <a:gd name="connsiteX14113" fmla="*/ 3381924 w 5158787"/>
              <a:gd name="connsiteY14113" fmla="*/ 2723110 h 4489084"/>
              <a:gd name="connsiteX14114" fmla="*/ 3373513 w 5158787"/>
              <a:gd name="connsiteY14114" fmla="*/ 2708481 h 4489084"/>
              <a:gd name="connsiteX14115" fmla="*/ 3373513 w 5158787"/>
              <a:gd name="connsiteY14115" fmla="*/ 2707297 h 4489084"/>
              <a:gd name="connsiteX14116" fmla="*/ 3381983 w 5158787"/>
              <a:gd name="connsiteY14116" fmla="*/ 2692668 h 4489084"/>
              <a:gd name="connsiteX14117" fmla="*/ 3382990 w 5158787"/>
              <a:gd name="connsiteY14117" fmla="*/ 2692076 h 4489084"/>
              <a:gd name="connsiteX14118" fmla="*/ 3653411 w 5158787"/>
              <a:gd name="connsiteY14118" fmla="*/ 2691839 h 4489084"/>
              <a:gd name="connsiteX14119" fmla="*/ 3670527 w 5158787"/>
              <a:gd name="connsiteY14119" fmla="*/ 2691839 h 4489084"/>
              <a:gd name="connsiteX14120" fmla="*/ 3671594 w 5158787"/>
              <a:gd name="connsiteY14120" fmla="*/ 2692431 h 4489084"/>
              <a:gd name="connsiteX14121" fmla="*/ 3680122 w 5158787"/>
              <a:gd name="connsiteY14121" fmla="*/ 2707237 h 4489084"/>
              <a:gd name="connsiteX14122" fmla="*/ 3680122 w 5158787"/>
              <a:gd name="connsiteY14122" fmla="*/ 2708422 h 4489084"/>
              <a:gd name="connsiteX14123" fmla="*/ 3671534 w 5158787"/>
              <a:gd name="connsiteY14123" fmla="*/ 2723228 h 4489084"/>
              <a:gd name="connsiteX14124" fmla="*/ 3670468 w 5158787"/>
              <a:gd name="connsiteY14124" fmla="*/ 2723821 h 4489084"/>
              <a:gd name="connsiteX14125" fmla="*/ 3653352 w 5158787"/>
              <a:gd name="connsiteY14125" fmla="*/ 2723821 h 4489084"/>
              <a:gd name="connsiteX14126" fmla="*/ 3652286 w 5158787"/>
              <a:gd name="connsiteY14126" fmla="*/ 2723228 h 4489084"/>
              <a:gd name="connsiteX14127" fmla="*/ 3643757 w 5158787"/>
              <a:gd name="connsiteY14127" fmla="*/ 2708422 h 4489084"/>
              <a:gd name="connsiteX14128" fmla="*/ 3643757 w 5158787"/>
              <a:gd name="connsiteY14128" fmla="*/ 2707237 h 4489084"/>
              <a:gd name="connsiteX14129" fmla="*/ 3652345 w 5158787"/>
              <a:gd name="connsiteY14129" fmla="*/ 2692431 h 4489084"/>
              <a:gd name="connsiteX14130" fmla="*/ 3653411 w 5158787"/>
              <a:gd name="connsiteY14130" fmla="*/ 2691839 h 4489084"/>
              <a:gd name="connsiteX14131" fmla="*/ 2368049 w 5158787"/>
              <a:gd name="connsiteY14131" fmla="*/ 2691129 h 4489084"/>
              <a:gd name="connsiteX14132" fmla="*/ 2385935 w 5158787"/>
              <a:gd name="connsiteY14132" fmla="*/ 2691129 h 4489084"/>
              <a:gd name="connsiteX14133" fmla="*/ 2387001 w 5158787"/>
              <a:gd name="connsiteY14133" fmla="*/ 2691780 h 4489084"/>
              <a:gd name="connsiteX14134" fmla="*/ 2395944 w 5158787"/>
              <a:gd name="connsiteY14134" fmla="*/ 2707297 h 4489084"/>
              <a:gd name="connsiteX14135" fmla="*/ 2395944 w 5158787"/>
              <a:gd name="connsiteY14135" fmla="*/ 2708541 h 4489084"/>
              <a:gd name="connsiteX14136" fmla="*/ 2387001 w 5158787"/>
              <a:gd name="connsiteY14136" fmla="*/ 2724058 h 4489084"/>
              <a:gd name="connsiteX14137" fmla="*/ 2385935 w 5158787"/>
              <a:gd name="connsiteY14137" fmla="*/ 2724710 h 4489084"/>
              <a:gd name="connsiteX14138" fmla="*/ 2368049 w 5158787"/>
              <a:gd name="connsiteY14138" fmla="*/ 2724710 h 4489084"/>
              <a:gd name="connsiteX14139" fmla="*/ 2366983 w 5158787"/>
              <a:gd name="connsiteY14139" fmla="*/ 2724058 h 4489084"/>
              <a:gd name="connsiteX14140" fmla="*/ 2358040 w 5158787"/>
              <a:gd name="connsiteY14140" fmla="*/ 2708541 h 4489084"/>
              <a:gd name="connsiteX14141" fmla="*/ 2358040 w 5158787"/>
              <a:gd name="connsiteY14141" fmla="*/ 2707297 h 4489084"/>
              <a:gd name="connsiteX14142" fmla="*/ 2366983 w 5158787"/>
              <a:gd name="connsiteY14142" fmla="*/ 2691780 h 4489084"/>
              <a:gd name="connsiteX14143" fmla="*/ 2368049 w 5158787"/>
              <a:gd name="connsiteY14143" fmla="*/ 2691129 h 4489084"/>
              <a:gd name="connsiteX14144" fmla="*/ 4396804 w 5158787"/>
              <a:gd name="connsiteY14144" fmla="*/ 2690892 h 4489084"/>
              <a:gd name="connsiteX14145" fmla="*/ 4414928 w 5158787"/>
              <a:gd name="connsiteY14145" fmla="*/ 2690892 h 4489084"/>
              <a:gd name="connsiteX14146" fmla="*/ 4416053 w 5158787"/>
              <a:gd name="connsiteY14146" fmla="*/ 2691543 h 4489084"/>
              <a:gd name="connsiteX14147" fmla="*/ 4425114 w 5158787"/>
              <a:gd name="connsiteY14147" fmla="*/ 2707238 h 4489084"/>
              <a:gd name="connsiteX14148" fmla="*/ 4425114 w 5158787"/>
              <a:gd name="connsiteY14148" fmla="*/ 2708541 h 4489084"/>
              <a:gd name="connsiteX14149" fmla="*/ 4416053 w 5158787"/>
              <a:gd name="connsiteY14149" fmla="*/ 2724236 h 4489084"/>
              <a:gd name="connsiteX14150" fmla="*/ 4414928 w 5158787"/>
              <a:gd name="connsiteY14150" fmla="*/ 2724887 h 4489084"/>
              <a:gd name="connsiteX14151" fmla="*/ 4396804 w 5158787"/>
              <a:gd name="connsiteY14151" fmla="*/ 2724887 h 4489084"/>
              <a:gd name="connsiteX14152" fmla="*/ 4395679 w 5158787"/>
              <a:gd name="connsiteY14152" fmla="*/ 2724236 h 4489084"/>
              <a:gd name="connsiteX14153" fmla="*/ 4386618 w 5158787"/>
              <a:gd name="connsiteY14153" fmla="*/ 2708541 h 4489084"/>
              <a:gd name="connsiteX14154" fmla="*/ 4386618 w 5158787"/>
              <a:gd name="connsiteY14154" fmla="*/ 2707238 h 4489084"/>
              <a:gd name="connsiteX14155" fmla="*/ 4395679 w 5158787"/>
              <a:gd name="connsiteY14155" fmla="*/ 2691543 h 4489084"/>
              <a:gd name="connsiteX14156" fmla="*/ 4396804 w 5158787"/>
              <a:gd name="connsiteY14156" fmla="*/ 2690892 h 4489084"/>
              <a:gd name="connsiteX14157" fmla="*/ 2029755 w 5158787"/>
              <a:gd name="connsiteY14157" fmla="*/ 2690892 h 4489084"/>
              <a:gd name="connsiteX14158" fmla="*/ 2047878 w 5158787"/>
              <a:gd name="connsiteY14158" fmla="*/ 2690892 h 4489084"/>
              <a:gd name="connsiteX14159" fmla="*/ 2049004 w 5158787"/>
              <a:gd name="connsiteY14159" fmla="*/ 2691543 h 4489084"/>
              <a:gd name="connsiteX14160" fmla="*/ 2058065 w 5158787"/>
              <a:gd name="connsiteY14160" fmla="*/ 2707238 h 4489084"/>
              <a:gd name="connsiteX14161" fmla="*/ 2058065 w 5158787"/>
              <a:gd name="connsiteY14161" fmla="*/ 2708541 h 4489084"/>
              <a:gd name="connsiteX14162" fmla="*/ 2049004 w 5158787"/>
              <a:gd name="connsiteY14162" fmla="*/ 2724236 h 4489084"/>
              <a:gd name="connsiteX14163" fmla="*/ 2047878 w 5158787"/>
              <a:gd name="connsiteY14163" fmla="*/ 2724887 h 4489084"/>
              <a:gd name="connsiteX14164" fmla="*/ 2029755 w 5158787"/>
              <a:gd name="connsiteY14164" fmla="*/ 2724887 h 4489084"/>
              <a:gd name="connsiteX14165" fmla="*/ 2028630 w 5158787"/>
              <a:gd name="connsiteY14165" fmla="*/ 2724236 h 4489084"/>
              <a:gd name="connsiteX14166" fmla="*/ 2019569 w 5158787"/>
              <a:gd name="connsiteY14166" fmla="*/ 2708541 h 4489084"/>
              <a:gd name="connsiteX14167" fmla="*/ 2019569 w 5158787"/>
              <a:gd name="connsiteY14167" fmla="*/ 2707238 h 4489084"/>
              <a:gd name="connsiteX14168" fmla="*/ 2028630 w 5158787"/>
              <a:gd name="connsiteY14168" fmla="*/ 2691543 h 4489084"/>
              <a:gd name="connsiteX14169" fmla="*/ 2029755 w 5158787"/>
              <a:gd name="connsiteY14169" fmla="*/ 2690892 h 4489084"/>
              <a:gd name="connsiteX14170" fmla="*/ 3788089 w 5158787"/>
              <a:gd name="connsiteY14170" fmla="*/ 2690832 h 4489084"/>
              <a:gd name="connsiteX14171" fmla="*/ 3806331 w 5158787"/>
              <a:gd name="connsiteY14171" fmla="*/ 2690832 h 4489084"/>
              <a:gd name="connsiteX14172" fmla="*/ 3807456 w 5158787"/>
              <a:gd name="connsiteY14172" fmla="*/ 2691483 h 4489084"/>
              <a:gd name="connsiteX14173" fmla="*/ 3816577 w 5158787"/>
              <a:gd name="connsiteY14173" fmla="*/ 2707237 h 4489084"/>
              <a:gd name="connsiteX14174" fmla="*/ 3816577 w 5158787"/>
              <a:gd name="connsiteY14174" fmla="*/ 2708540 h 4489084"/>
              <a:gd name="connsiteX14175" fmla="*/ 3807456 w 5158787"/>
              <a:gd name="connsiteY14175" fmla="*/ 2724294 h 4489084"/>
              <a:gd name="connsiteX14176" fmla="*/ 3806331 w 5158787"/>
              <a:gd name="connsiteY14176" fmla="*/ 2724946 h 4489084"/>
              <a:gd name="connsiteX14177" fmla="*/ 3788089 w 5158787"/>
              <a:gd name="connsiteY14177" fmla="*/ 2724946 h 4489084"/>
              <a:gd name="connsiteX14178" fmla="*/ 3786964 w 5158787"/>
              <a:gd name="connsiteY14178" fmla="*/ 2724294 h 4489084"/>
              <a:gd name="connsiteX14179" fmla="*/ 3777843 w 5158787"/>
              <a:gd name="connsiteY14179" fmla="*/ 2708540 h 4489084"/>
              <a:gd name="connsiteX14180" fmla="*/ 3777843 w 5158787"/>
              <a:gd name="connsiteY14180" fmla="*/ 2707237 h 4489084"/>
              <a:gd name="connsiteX14181" fmla="*/ 3786964 w 5158787"/>
              <a:gd name="connsiteY14181" fmla="*/ 2691483 h 4489084"/>
              <a:gd name="connsiteX14182" fmla="*/ 3788089 w 5158787"/>
              <a:gd name="connsiteY14182" fmla="*/ 2690832 h 4489084"/>
              <a:gd name="connsiteX14183" fmla="*/ 2097213 w 5158787"/>
              <a:gd name="connsiteY14183" fmla="*/ 2690477 h 4489084"/>
              <a:gd name="connsiteX14184" fmla="*/ 2115751 w 5158787"/>
              <a:gd name="connsiteY14184" fmla="*/ 2690477 h 4489084"/>
              <a:gd name="connsiteX14185" fmla="*/ 2116876 w 5158787"/>
              <a:gd name="connsiteY14185" fmla="*/ 2691128 h 4489084"/>
              <a:gd name="connsiteX14186" fmla="*/ 2126115 w 5158787"/>
              <a:gd name="connsiteY14186" fmla="*/ 2707179 h 4489084"/>
              <a:gd name="connsiteX14187" fmla="*/ 2126115 w 5158787"/>
              <a:gd name="connsiteY14187" fmla="*/ 2708481 h 4489084"/>
              <a:gd name="connsiteX14188" fmla="*/ 2116817 w 5158787"/>
              <a:gd name="connsiteY14188" fmla="*/ 2724531 h 4489084"/>
              <a:gd name="connsiteX14189" fmla="*/ 2115691 w 5158787"/>
              <a:gd name="connsiteY14189" fmla="*/ 2725183 h 4489084"/>
              <a:gd name="connsiteX14190" fmla="*/ 2097154 w 5158787"/>
              <a:gd name="connsiteY14190" fmla="*/ 2725183 h 4489084"/>
              <a:gd name="connsiteX14191" fmla="*/ 2096029 w 5158787"/>
              <a:gd name="connsiteY14191" fmla="*/ 2724531 h 4489084"/>
              <a:gd name="connsiteX14192" fmla="*/ 2086790 w 5158787"/>
              <a:gd name="connsiteY14192" fmla="*/ 2708481 h 4489084"/>
              <a:gd name="connsiteX14193" fmla="*/ 2086790 w 5158787"/>
              <a:gd name="connsiteY14193" fmla="*/ 2707179 h 4489084"/>
              <a:gd name="connsiteX14194" fmla="*/ 2096088 w 5158787"/>
              <a:gd name="connsiteY14194" fmla="*/ 2691128 h 4489084"/>
              <a:gd name="connsiteX14195" fmla="*/ 2097213 w 5158787"/>
              <a:gd name="connsiteY14195" fmla="*/ 2690477 h 4489084"/>
              <a:gd name="connsiteX14196" fmla="*/ 4937589 w 5158787"/>
              <a:gd name="connsiteY14196" fmla="*/ 2690418 h 4489084"/>
              <a:gd name="connsiteX14197" fmla="*/ 4956244 w 5158787"/>
              <a:gd name="connsiteY14197" fmla="*/ 2690418 h 4489084"/>
              <a:gd name="connsiteX14198" fmla="*/ 4957370 w 5158787"/>
              <a:gd name="connsiteY14198" fmla="*/ 2691069 h 4489084"/>
              <a:gd name="connsiteX14199" fmla="*/ 4966668 w 5158787"/>
              <a:gd name="connsiteY14199" fmla="*/ 2707238 h 4489084"/>
              <a:gd name="connsiteX14200" fmla="*/ 4966668 w 5158787"/>
              <a:gd name="connsiteY14200" fmla="*/ 2708541 h 4489084"/>
              <a:gd name="connsiteX14201" fmla="*/ 4957311 w 5158787"/>
              <a:gd name="connsiteY14201" fmla="*/ 2724709 h 4489084"/>
              <a:gd name="connsiteX14202" fmla="*/ 4956186 w 5158787"/>
              <a:gd name="connsiteY14202" fmla="*/ 2725361 h 4489084"/>
              <a:gd name="connsiteX14203" fmla="*/ 4937530 w 5158787"/>
              <a:gd name="connsiteY14203" fmla="*/ 2725361 h 4489084"/>
              <a:gd name="connsiteX14204" fmla="*/ 4936404 w 5158787"/>
              <a:gd name="connsiteY14204" fmla="*/ 2724709 h 4489084"/>
              <a:gd name="connsiteX14205" fmla="*/ 4927106 w 5158787"/>
              <a:gd name="connsiteY14205" fmla="*/ 2708541 h 4489084"/>
              <a:gd name="connsiteX14206" fmla="*/ 4927106 w 5158787"/>
              <a:gd name="connsiteY14206" fmla="*/ 2707238 h 4489084"/>
              <a:gd name="connsiteX14207" fmla="*/ 4936463 w 5158787"/>
              <a:gd name="connsiteY14207" fmla="*/ 2691069 h 4489084"/>
              <a:gd name="connsiteX14208" fmla="*/ 4937589 w 5158787"/>
              <a:gd name="connsiteY14208" fmla="*/ 2690418 h 4489084"/>
              <a:gd name="connsiteX14209" fmla="*/ 2299940 w 5158787"/>
              <a:gd name="connsiteY14209" fmla="*/ 2690299 h 4489084"/>
              <a:gd name="connsiteX14210" fmla="*/ 2318714 w 5158787"/>
              <a:gd name="connsiteY14210" fmla="*/ 2690299 h 4489084"/>
              <a:gd name="connsiteX14211" fmla="*/ 2319839 w 5158787"/>
              <a:gd name="connsiteY14211" fmla="*/ 2690950 h 4489084"/>
              <a:gd name="connsiteX14212" fmla="*/ 2329197 w 5158787"/>
              <a:gd name="connsiteY14212" fmla="*/ 2707178 h 4489084"/>
              <a:gd name="connsiteX14213" fmla="*/ 2329197 w 5158787"/>
              <a:gd name="connsiteY14213" fmla="*/ 2708481 h 4489084"/>
              <a:gd name="connsiteX14214" fmla="*/ 2319780 w 5158787"/>
              <a:gd name="connsiteY14214" fmla="*/ 2724709 h 4489084"/>
              <a:gd name="connsiteX14215" fmla="*/ 2318655 w 5158787"/>
              <a:gd name="connsiteY14215" fmla="*/ 2725360 h 4489084"/>
              <a:gd name="connsiteX14216" fmla="*/ 2299880 w 5158787"/>
              <a:gd name="connsiteY14216" fmla="*/ 2725360 h 4489084"/>
              <a:gd name="connsiteX14217" fmla="*/ 2298755 w 5158787"/>
              <a:gd name="connsiteY14217" fmla="*/ 2724709 h 4489084"/>
              <a:gd name="connsiteX14218" fmla="*/ 2289398 w 5158787"/>
              <a:gd name="connsiteY14218" fmla="*/ 2708481 h 4489084"/>
              <a:gd name="connsiteX14219" fmla="*/ 2289398 w 5158787"/>
              <a:gd name="connsiteY14219" fmla="*/ 2707178 h 4489084"/>
              <a:gd name="connsiteX14220" fmla="*/ 2298814 w 5158787"/>
              <a:gd name="connsiteY14220" fmla="*/ 2690950 h 4489084"/>
              <a:gd name="connsiteX14221" fmla="*/ 2299940 w 5158787"/>
              <a:gd name="connsiteY14221" fmla="*/ 2690299 h 4489084"/>
              <a:gd name="connsiteX14222" fmla="*/ 4464084 w 5158787"/>
              <a:gd name="connsiteY14222" fmla="*/ 2690181 h 4489084"/>
              <a:gd name="connsiteX14223" fmla="*/ 4482977 w 5158787"/>
              <a:gd name="connsiteY14223" fmla="*/ 2690181 h 4489084"/>
              <a:gd name="connsiteX14224" fmla="*/ 4484102 w 5158787"/>
              <a:gd name="connsiteY14224" fmla="*/ 2690832 h 4489084"/>
              <a:gd name="connsiteX14225" fmla="*/ 4493518 w 5158787"/>
              <a:gd name="connsiteY14225" fmla="*/ 2707179 h 4489084"/>
              <a:gd name="connsiteX14226" fmla="*/ 4493518 w 5158787"/>
              <a:gd name="connsiteY14226" fmla="*/ 2708541 h 4489084"/>
              <a:gd name="connsiteX14227" fmla="*/ 4484102 w 5158787"/>
              <a:gd name="connsiteY14227" fmla="*/ 2724887 h 4489084"/>
              <a:gd name="connsiteX14228" fmla="*/ 4482977 w 5158787"/>
              <a:gd name="connsiteY14228" fmla="*/ 2725538 h 4489084"/>
              <a:gd name="connsiteX14229" fmla="*/ 4464084 w 5158787"/>
              <a:gd name="connsiteY14229" fmla="*/ 2725538 h 4489084"/>
              <a:gd name="connsiteX14230" fmla="*/ 4462959 w 5158787"/>
              <a:gd name="connsiteY14230" fmla="*/ 2724887 h 4489084"/>
              <a:gd name="connsiteX14231" fmla="*/ 4453541 w 5158787"/>
              <a:gd name="connsiteY14231" fmla="*/ 2708541 h 4489084"/>
              <a:gd name="connsiteX14232" fmla="*/ 4453541 w 5158787"/>
              <a:gd name="connsiteY14232" fmla="*/ 2707179 h 4489084"/>
              <a:gd name="connsiteX14233" fmla="*/ 4462959 w 5158787"/>
              <a:gd name="connsiteY14233" fmla="*/ 2690832 h 4489084"/>
              <a:gd name="connsiteX14234" fmla="*/ 4464084 w 5158787"/>
              <a:gd name="connsiteY14234" fmla="*/ 2690181 h 4489084"/>
              <a:gd name="connsiteX14235" fmla="*/ 1961765 w 5158787"/>
              <a:gd name="connsiteY14235" fmla="*/ 2690181 h 4489084"/>
              <a:gd name="connsiteX14236" fmla="*/ 1980658 w 5158787"/>
              <a:gd name="connsiteY14236" fmla="*/ 2690181 h 4489084"/>
              <a:gd name="connsiteX14237" fmla="*/ 1981783 w 5158787"/>
              <a:gd name="connsiteY14237" fmla="*/ 2690832 h 4489084"/>
              <a:gd name="connsiteX14238" fmla="*/ 1991200 w 5158787"/>
              <a:gd name="connsiteY14238" fmla="*/ 2707179 h 4489084"/>
              <a:gd name="connsiteX14239" fmla="*/ 1991200 w 5158787"/>
              <a:gd name="connsiteY14239" fmla="*/ 2708541 h 4489084"/>
              <a:gd name="connsiteX14240" fmla="*/ 1981783 w 5158787"/>
              <a:gd name="connsiteY14240" fmla="*/ 2724887 h 4489084"/>
              <a:gd name="connsiteX14241" fmla="*/ 1980658 w 5158787"/>
              <a:gd name="connsiteY14241" fmla="*/ 2725538 h 4489084"/>
              <a:gd name="connsiteX14242" fmla="*/ 1961765 w 5158787"/>
              <a:gd name="connsiteY14242" fmla="*/ 2725538 h 4489084"/>
              <a:gd name="connsiteX14243" fmla="*/ 1960640 w 5158787"/>
              <a:gd name="connsiteY14243" fmla="*/ 2724887 h 4489084"/>
              <a:gd name="connsiteX14244" fmla="*/ 1951223 w 5158787"/>
              <a:gd name="connsiteY14244" fmla="*/ 2708541 h 4489084"/>
              <a:gd name="connsiteX14245" fmla="*/ 1951223 w 5158787"/>
              <a:gd name="connsiteY14245" fmla="*/ 2707179 h 4489084"/>
              <a:gd name="connsiteX14246" fmla="*/ 1960640 w 5158787"/>
              <a:gd name="connsiteY14246" fmla="*/ 2690832 h 4489084"/>
              <a:gd name="connsiteX14247" fmla="*/ 1961765 w 5158787"/>
              <a:gd name="connsiteY14247" fmla="*/ 2690181 h 4489084"/>
              <a:gd name="connsiteX14248" fmla="*/ 2232186 w 5158787"/>
              <a:gd name="connsiteY14248" fmla="*/ 2690003 h 4489084"/>
              <a:gd name="connsiteX14249" fmla="*/ 2251257 w 5158787"/>
              <a:gd name="connsiteY14249" fmla="*/ 2690003 h 4489084"/>
              <a:gd name="connsiteX14250" fmla="*/ 2252441 w 5158787"/>
              <a:gd name="connsiteY14250" fmla="*/ 2690654 h 4489084"/>
              <a:gd name="connsiteX14251" fmla="*/ 2261977 w 5158787"/>
              <a:gd name="connsiteY14251" fmla="*/ 2707178 h 4489084"/>
              <a:gd name="connsiteX14252" fmla="*/ 2261977 w 5158787"/>
              <a:gd name="connsiteY14252" fmla="*/ 2708540 h 4489084"/>
              <a:gd name="connsiteX14253" fmla="*/ 2252441 w 5158787"/>
              <a:gd name="connsiteY14253" fmla="*/ 2725064 h 4489084"/>
              <a:gd name="connsiteX14254" fmla="*/ 2251257 w 5158787"/>
              <a:gd name="connsiteY14254" fmla="*/ 2725716 h 4489084"/>
              <a:gd name="connsiteX14255" fmla="*/ 2232186 w 5158787"/>
              <a:gd name="connsiteY14255" fmla="*/ 2725716 h 4489084"/>
              <a:gd name="connsiteX14256" fmla="*/ 2231002 w 5158787"/>
              <a:gd name="connsiteY14256" fmla="*/ 2725064 h 4489084"/>
              <a:gd name="connsiteX14257" fmla="*/ 2221467 w 5158787"/>
              <a:gd name="connsiteY14257" fmla="*/ 2708540 h 4489084"/>
              <a:gd name="connsiteX14258" fmla="*/ 2221467 w 5158787"/>
              <a:gd name="connsiteY14258" fmla="*/ 2707178 h 4489084"/>
              <a:gd name="connsiteX14259" fmla="*/ 2231002 w 5158787"/>
              <a:gd name="connsiteY14259" fmla="*/ 2690654 h 4489084"/>
              <a:gd name="connsiteX14260" fmla="*/ 2232186 w 5158787"/>
              <a:gd name="connsiteY14260" fmla="*/ 2690003 h 4489084"/>
              <a:gd name="connsiteX14261" fmla="*/ 2164374 w 5158787"/>
              <a:gd name="connsiteY14261" fmla="*/ 2689707 h 4489084"/>
              <a:gd name="connsiteX14262" fmla="*/ 2183800 w 5158787"/>
              <a:gd name="connsiteY14262" fmla="*/ 2689707 h 4489084"/>
              <a:gd name="connsiteX14263" fmla="*/ 2184985 w 5158787"/>
              <a:gd name="connsiteY14263" fmla="*/ 2690418 h 4489084"/>
              <a:gd name="connsiteX14264" fmla="*/ 2194697 w 5158787"/>
              <a:gd name="connsiteY14264" fmla="*/ 2707237 h 4489084"/>
              <a:gd name="connsiteX14265" fmla="*/ 2194697 w 5158787"/>
              <a:gd name="connsiteY14265" fmla="*/ 2708600 h 4489084"/>
              <a:gd name="connsiteX14266" fmla="*/ 2184985 w 5158787"/>
              <a:gd name="connsiteY14266" fmla="*/ 2725420 h 4489084"/>
              <a:gd name="connsiteX14267" fmla="*/ 2183800 w 5158787"/>
              <a:gd name="connsiteY14267" fmla="*/ 2726130 h 4489084"/>
              <a:gd name="connsiteX14268" fmla="*/ 2164374 w 5158787"/>
              <a:gd name="connsiteY14268" fmla="*/ 2726130 h 4489084"/>
              <a:gd name="connsiteX14269" fmla="*/ 2163189 w 5158787"/>
              <a:gd name="connsiteY14269" fmla="*/ 2725420 h 4489084"/>
              <a:gd name="connsiteX14270" fmla="*/ 2153477 w 5158787"/>
              <a:gd name="connsiteY14270" fmla="*/ 2708600 h 4489084"/>
              <a:gd name="connsiteX14271" fmla="*/ 2153477 w 5158787"/>
              <a:gd name="connsiteY14271" fmla="*/ 2707237 h 4489084"/>
              <a:gd name="connsiteX14272" fmla="*/ 2163189 w 5158787"/>
              <a:gd name="connsiteY14272" fmla="*/ 2690418 h 4489084"/>
              <a:gd name="connsiteX14273" fmla="*/ 2164374 w 5158787"/>
              <a:gd name="connsiteY14273" fmla="*/ 2689707 h 4489084"/>
              <a:gd name="connsiteX14274" fmla="*/ 1623234 w 5158787"/>
              <a:gd name="connsiteY14274" fmla="*/ 2689589 h 4489084"/>
              <a:gd name="connsiteX14275" fmla="*/ 1642779 w 5158787"/>
              <a:gd name="connsiteY14275" fmla="*/ 2689589 h 4489084"/>
              <a:gd name="connsiteX14276" fmla="*/ 1643963 w 5158787"/>
              <a:gd name="connsiteY14276" fmla="*/ 2690300 h 4489084"/>
              <a:gd name="connsiteX14277" fmla="*/ 1653735 w 5158787"/>
              <a:gd name="connsiteY14277" fmla="*/ 2707238 h 4489084"/>
              <a:gd name="connsiteX14278" fmla="*/ 1653735 w 5158787"/>
              <a:gd name="connsiteY14278" fmla="*/ 2708600 h 4489084"/>
              <a:gd name="connsiteX14279" fmla="*/ 1643963 w 5158787"/>
              <a:gd name="connsiteY14279" fmla="*/ 2725539 h 4489084"/>
              <a:gd name="connsiteX14280" fmla="*/ 1642779 w 5158787"/>
              <a:gd name="connsiteY14280" fmla="*/ 2726249 h 4489084"/>
              <a:gd name="connsiteX14281" fmla="*/ 1623234 w 5158787"/>
              <a:gd name="connsiteY14281" fmla="*/ 2726249 h 4489084"/>
              <a:gd name="connsiteX14282" fmla="*/ 1622050 w 5158787"/>
              <a:gd name="connsiteY14282" fmla="*/ 2725539 h 4489084"/>
              <a:gd name="connsiteX14283" fmla="*/ 1612278 w 5158787"/>
              <a:gd name="connsiteY14283" fmla="*/ 2708600 h 4489084"/>
              <a:gd name="connsiteX14284" fmla="*/ 1612278 w 5158787"/>
              <a:gd name="connsiteY14284" fmla="*/ 2707238 h 4489084"/>
              <a:gd name="connsiteX14285" fmla="*/ 1622050 w 5158787"/>
              <a:gd name="connsiteY14285" fmla="*/ 2690300 h 4489084"/>
              <a:gd name="connsiteX14286" fmla="*/ 1623234 w 5158787"/>
              <a:gd name="connsiteY14286" fmla="*/ 2689589 h 4489084"/>
              <a:gd name="connsiteX14287" fmla="*/ 4598525 w 5158787"/>
              <a:gd name="connsiteY14287" fmla="*/ 2688641 h 4489084"/>
              <a:gd name="connsiteX14288" fmla="*/ 4619076 w 5158787"/>
              <a:gd name="connsiteY14288" fmla="*/ 2688641 h 4489084"/>
              <a:gd name="connsiteX14289" fmla="*/ 4620319 w 5158787"/>
              <a:gd name="connsiteY14289" fmla="*/ 2689352 h 4489084"/>
              <a:gd name="connsiteX14290" fmla="*/ 4630565 w 5158787"/>
              <a:gd name="connsiteY14290" fmla="*/ 2707119 h 4489084"/>
              <a:gd name="connsiteX14291" fmla="*/ 4630565 w 5158787"/>
              <a:gd name="connsiteY14291" fmla="*/ 2708600 h 4489084"/>
              <a:gd name="connsiteX14292" fmla="*/ 4620319 w 5158787"/>
              <a:gd name="connsiteY14292" fmla="*/ 2726367 h 4489084"/>
              <a:gd name="connsiteX14293" fmla="*/ 4619076 w 5158787"/>
              <a:gd name="connsiteY14293" fmla="*/ 2727078 h 4489084"/>
              <a:gd name="connsiteX14294" fmla="*/ 4598525 w 5158787"/>
              <a:gd name="connsiteY14294" fmla="*/ 2727078 h 4489084"/>
              <a:gd name="connsiteX14295" fmla="*/ 4597281 w 5158787"/>
              <a:gd name="connsiteY14295" fmla="*/ 2726367 h 4489084"/>
              <a:gd name="connsiteX14296" fmla="*/ 4587035 w 5158787"/>
              <a:gd name="connsiteY14296" fmla="*/ 2708600 h 4489084"/>
              <a:gd name="connsiteX14297" fmla="*/ 4587035 w 5158787"/>
              <a:gd name="connsiteY14297" fmla="*/ 2707119 h 4489084"/>
              <a:gd name="connsiteX14298" fmla="*/ 4597281 w 5158787"/>
              <a:gd name="connsiteY14298" fmla="*/ 2689352 h 4489084"/>
              <a:gd name="connsiteX14299" fmla="*/ 4598525 w 5158787"/>
              <a:gd name="connsiteY14299" fmla="*/ 2688641 h 4489084"/>
              <a:gd name="connsiteX14300" fmla="*/ 1893064 w 5158787"/>
              <a:gd name="connsiteY14300" fmla="*/ 2688227 h 4489084"/>
              <a:gd name="connsiteX14301" fmla="*/ 1914030 w 5158787"/>
              <a:gd name="connsiteY14301" fmla="*/ 2688227 h 4489084"/>
              <a:gd name="connsiteX14302" fmla="*/ 1915332 w 5158787"/>
              <a:gd name="connsiteY14302" fmla="*/ 2688997 h 4489084"/>
              <a:gd name="connsiteX14303" fmla="*/ 1925815 w 5158787"/>
              <a:gd name="connsiteY14303" fmla="*/ 2707179 h 4489084"/>
              <a:gd name="connsiteX14304" fmla="*/ 1925815 w 5158787"/>
              <a:gd name="connsiteY14304" fmla="*/ 2708660 h 4489084"/>
              <a:gd name="connsiteX14305" fmla="*/ 1915332 w 5158787"/>
              <a:gd name="connsiteY14305" fmla="*/ 2726842 h 4489084"/>
              <a:gd name="connsiteX14306" fmla="*/ 1914030 w 5158787"/>
              <a:gd name="connsiteY14306" fmla="*/ 2727611 h 4489084"/>
              <a:gd name="connsiteX14307" fmla="*/ 1893064 w 5158787"/>
              <a:gd name="connsiteY14307" fmla="*/ 2727611 h 4489084"/>
              <a:gd name="connsiteX14308" fmla="*/ 1891761 w 5158787"/>
              <a:gd name="connsiteY14308" fmla="*/ 2726842 h 4489084"/>
              <a:gd name="connsiteX14309" fmla="*/ 1881278 w 5158787"/>
              <a:gd name="connsiteY14309" fmla="*/ 2708660 h 4489084"/>
              <a:gd name="connsiteX14310" fmla="*/ 1881278 w 5158787"/>
              <a:gd name="connsiteY14310" fmla="*/ 2707179 h 4489084"/>
              <a:gd name="connsiteX14311" fmla="*/ 1891761 w 5158787"/>
              <a:gd name="connsiteY14311" fmla="*/ 2688997 h 4489084"/>
              <a:gd name="connsiteX14312" fmla="*/ 1893064 w 5158787"/>
              <a:gd name="connsiteY14312" fmla="*/ 2688227 h 4489084"/>
              <a:gd name="connsiteX14313" fmla="*/ 4530594 w 5158787"/>
              <a:gd name="connsiteY14313" fmla="*/ 2688108 h 4489084"/>
              <a:gd name="connsiteX14314" fmla="*/ 4551678 w 5158787"/>
              <a:gd name="connsiteY14314" fmla="*/ 2688108 h 4489084"/>
              <a:gd name="connsiteX14315" fmla="*/ 4552981 w 5158787"/>
              <a:gd name="connsiteY14315" fmla="*/ 2688878 h 4489084"/>
              <a:gd name="connsiteX14316" fmla="*/ 4563523 w 5158787"/>
              <a:gd name="connsiteY14316" fmla="*/ 2707119 h 4489084"/>
              <a:gd name="connsiteX14317" fmla="*/ 4563523 w 5158787"/>
              <a:gd name="connsiteY14317" fmla="*/ 2708600 h 4489084"/>
              <a:gd name="connsiteX14318" fmla="*/ 4552981 w 5158787"/>
              <a:gd name="connsiteY14318" fmla="*/ 2726841 h 4489084"/>
              <a:gd name="connsiteX14319" fmla="*/ 4551678 w 5158787"/>
              <a:gd name="connsiteY14319" fmla="*/ 2727611 h 4489084"/>
              <a:gd name="connsiteX14320" fmla="*/ 4530594 w 5158787"/>
              <a:gd name="connsiteY14320" fmla="*/ 2727611 h 4489084"/>
              <a:gd name="connsiteX14321" fmla="*/ 4529291 w 5158787"/>
              <a:gd name="connsiteY14321" fmla="*/ 2726841 h 4489084"/>
              <a:gd name="connsiteX14322" fmla="*/ 4518749 w 5158787"/>
              <a:gd name="connsiteY14322" fmla="*/ 2708600 h 4489084"/>
              <a:gd name="connsiteX14323" fmla="*/ 4518749 w 5158787"/>
              <a:gd name="connsiteY14323" fmla="*/ 2707119 h 4489084"/>
              <a:gd name="connsiteX14324" fmla="*/ 4529291 w 5158787"/>
              <a:gd name="connsiteY14324" fmla="*/ 2688878 h 4489084"/>
              <a:gd name="connsiteX14325" fmla="*/ 4530594 w 5158787"/>
              <a:gd name="connsiteY14325" fmla="*/ 2688108 h 4489084"/>
              <a:gd name="connsiteX14326" fmla="*/ 1825192 w 5158787"/>
              <a:gd name="connsiteY14326" fmla="*/ 2687693 h 4489084"/>
              <a:gd name="connsiteX14327" fmla="*/ 1846691 w 5158787"/>
              <a:gd name="connsiteY14327" fmla="*/ 2687693 h 4489084"/>
              <a:gd name="connsiteX14328" fmla="*/ 1847994 w 5158787"/>
              <a:gd name="connsiteY14328" fmla="*/ 2688463 h 4489084"/>
              <a:gd name="connsiteX14329" fmla="*/ 1858773 w 5158787"/>
              <a:gd name="connsiteY14329" fmla="*/ 2707119 h 4489084"/>
              <a:gd name="connsiteX14330" fmla="*/ 1858773 w 5158787"/>
              <a:gd name="connsiteY14330" fmla="*/ 2708659 h 4489084"/>
              <a:gd name="connsiteX14331" fmla="*/ 1847994 w 5158787"/>
              <a:gd name="connsiteY14331" fmla="*/ 2727315 h 4489084"/>
              <a:gd name="connsiteX14332" fmla="*/ 1846691 w 5158787"/>
              <a:gd name="connsiteY14332" fmla="*/ 2728085 h 4489084"/>
              <a:gd name="connsiteX14333" fmla="*/ 1825192 w 5158787"/>
              <a:gd name="connsiteY14333" fmla="*/ 2728085 h 4489084"/>
              <a:gd name="connsiteX14334" fmla="*/ 1823889 w 5158787"/>
              <a:gd name="connsiteY14334" fmla="*/ 2727315 h 4489084"/>
              <a:gd name="connsiteX14335" fmla="*/ 1813110 w 5158787"/>
              <a:gd name="connsiteY14335" fmla="*/ 2708659 h 4489084"/>
              <a:gd name="connsiteX14336" fmla="*/ 1813110 w 5158787"/>
              <a:gd name="connsiteY14336" fmla="*/ 2707119 h 4489084"/>
              <a:gd name="connsiteX14337" fmla="*/ 1823889 w 5158787"/>
              <a:gd name="connsiteY14337" fmla="*/ 2688463 h 4489084"/>
              <a:gd name="connsiteX14338" fmla="*/ 1825192 w 5158787"/>
              <a:gd name="connsiteY14338" fmla="*/ 2687693 h 4489084"/>
              <a:gd name="connsiteX14339" fmla="*/ 1757379 w 5158787"/>
              <a:gd name="connsiteY14339" fmla="*/ 2687397 h 4489084"/>
              <a:gd name="connsiteX14340" fmla="*/ 1779233 w 5158787"/>
              <a:gd name="connsiteY14340" fmla="*/ 2687397 h 4489084"/>
              <a:gd name="connsiteX14341" fmla="*/ 1780595 w 5158787"/>
              <a:gd name="connsiteY14341" fmla="*/ 2688167 h 4489084"/>
              <a:gd name="connsiteX14342" fmla="*/ 1791493 w 5158787"/>
              <a:gd name="connsiteY14342" fmla="*/ 2707119 h 4489084"/>
              <a:gd name="connsiteX14343" fmla="*/ 1791493 w 5158787"/>
              <a:gd name="connsiteY14343" fmla="*/ 2708659 h 4489084"/>
              <a:gd name="connsiteX14344" fmla="*/ 1780536 w 5158787"/>
              <a:gd name="connsiteY14344" fmla="*/ 2727611 h 4489084"/>
              <a:gd name="connsiteX14345" fmla="*/ 1779174 w 5158787"/>
              <a:gd name="connsiteY14345" fmla="*/ 2728381 h 4489084"/>
              <a:gd name="connsiteX14346" fmla="*/ 1757320 w 5158787"/>
              <a:gd name="connsiteY14346" fmla="*/ 2728381 h 4489084"/>
              <a:gd name="connsiteX14347" fmla="*/ 1755958 w 5158787"/>
              <a:gd name="connsiteY14347" fmla="*/ 2727611 h 4489084"/>
              <a:gd name="connsiteX14348" fmla="*/ 1745060 w 5158787"/>
              <a:gd name="connsiteY14348" fmla="*/ 2708659 h 4489084"/>
              <a:gd name="connsiteX14349" fmla="*/ 1745060 w 5158787"/>
              <a:gd name="connsiteY14349" fmla="*/ 2707119 h 4489084"/>
              <a:gd name="connsiteX14350" fmla="*/ 1756017 w 5158787"/>
              <a:gd name="connsiteY14350" fmla="*/ 2688167 h 4489084"/>
              <a:gd name="connsiteX14351" fmla="*/ 1757379 w 5158787"/>
              <a:gd name="connsiteY14351" fmla="*/ 2687397 h 4489084"/>
              <a:gd name="connsiteX14352" fmla="*/ 1689685 w 5158787"/>
              <a:gd name="connsiteY14352" fmla="*/ 2687279 h 4489084"/>
              <a:gd name="connsiteX14353" fmla="*/ 1711658 w 5158787"/>
              <a:gd name="connsiteY14353" fmla="*/ 2687279 h 4489084"/>
              <a:gd name="connsiteX14354" fmla="*/ 1713020 w 5158787"/>
              <a:gd name="connsiteY14354" fmla="*/ 2688049 h 4489084"/>
              <a:gd name="connsiteX14355" fmla="*/ 1723976 w 5158787"/>
              <a:gd name="connsiteY14355" fmla="*/ 2707060 h 4489084"/>
              <a:gd name="connsiteX14356" fmla="*/ 1723976 w 5158787"/>
              <a:gd name="connsiteY14356" fmla="*/ 2708600 h 4489084"/>
              <a:gd name="connsiteX14357" fmla="*/ 1712961 w 5158787"/>
              <a:gd name="connsiteY14357" fmla="*/ 2727611 h 4489084"/>
              <a:gd name="connsiteX14358" fmla="*/ 1711598 w 5158787"/>
              <a:gd name="connsiteY14358" fmla="*/ 2728381 h 4489084"/>
              <a:gd name="connsiteX14359" fmla="*/ 1689626 w 5158787"/>
              <a:gd name="connsiteY14359" fmla="*/ 2728381 h 4489084"/>
              <a:gd name="connsiteX14360" fmla="*/ 1688264 w 5158787"/>
              <a:gd name="connsiteY14360" fmla="*/ 2727611 h 4489084"/>
              <a:gd name="connsiteX14361" fmla="*/ 1677307 w 5158787"/>
              <a:gd name="connsiteY14361" fmla="*/ 2708600 h 4489084"/>
              <a:gd name="connsiteX14362" fmla="*/ 1677307 w 5158787"/>
              <a:gd name="connsiteY14362" fmla="*/ 2707060 h 4489084"/>
              <a:gd name="connsiteX14363" fmla="*/ 1688323 w 5158787"/>
              <a:gd name="connsiteY14363" fmla="*/ 2688049 h 4489084"/>
              <a:gd name="connsiteX14364" fmla="*/ 1689685 w 5158787"/>
              <a:gd name="connsiteY14364" fmla="*/ 2687279 h 4489084"/>
              <a:gd name="connsiteX14365" fmla="*/ 4665331 w 5158787"/>
              <a:gd name="connsiteY14365" fmla="*/ 2687101 h 4489084"/>
              <a:gd name="connsiteX14366" fmla="*/ 4687540 w 5158787"/>
              <a:gd name="connsiteY14366" fmla="*/ 2687101 h 4489084"/>
              <a:gd name="connsiteX14367" fmla="*/ 4688903 w 5158787"/>
              <a:gd name="connsiteY14367" fmla="*/ 2687871 h 4489084"/>
              <a:gd name="connsiteX14368" fmla="*/ 4699978 w 5158787"/>
              <a:gd name="connsiteY14368" fmla="*/ 2707119 h 4489084"/>
              <a:gd name="connsiteX14369" fmla="*/ 4699978 w 5158787"/>
              <a:gd name="connsiteY14369" fmla="*/ 2708659 h 4489084"/>
              <a:gd name="connsiteX14370" fmla="*/ 4688903 w 5158787"/>
              <a:gd name="connsiteY14370" fmla="*/ 2727907 h 4489084"/>
              <a:gd name="connsiteX14371" fmla="*/ 4687540 w 5158787"/>
              <a:gd name="connsiteY14371" fmla="*/ 2728677 h 4489084"/>
              <a:gd name="connsiteX14372" fmla="*/ 4665331 w 5158787"/>
              <a:gd name="connsiteY14372" fmla="*/ 2728677 h 4489084"/>
              <a:gd name="connsiteX14373" fmla="*/ 4663969 w 5158787"/>
              <a:gd name="connsiteY14373" fmla="*/ 2727907 h 4489084"/>
              <a:gd name="connsiteX14374" fmla="*/ 4652894 w 5158787"/>
              <a:gd name="connsiteY14374" fmla="*/ 2708659 h 4489084"/>
              <a:gd name="connsiteX14375" fmla="*/ 4652894 w 5158787"/>
              <a:gd name="connsiteY14375" fmla="*/ 2707119 h 4489084"/>
              <a:gd name="connsiteX14376" fmla="*/ 4663969 w 5158787"/>
              <a:gd name="connsiteY14376" fmla="*/ 2687871 h 4489084"/>
              <a:gd name="connsiteX14377" fmla="*/ 4665331 w 5158787"/>
              <a:gd name="connsiteY14377" fmla="*/ 2687101 h 4489084"/>
              <a:gd name="connsiteX14378" fmla="*/ 4732788 w 5158787"/>
              <a:gd name="connsiteY14378" fmla="*/ 2686805 h 4489084"/>
              <a:gd name="connsiteX14379" fmla="*/ 4755294 w 5158787"/>
              <a:gd name="connsiteY14379" fmla="*/ 2686805 h 4489084"/>
              <a:gd name="connsiteX14380" fmla="*/ 4756656 w 5158787"/>
              <a:gd name="connsiteY14380" fmla="*/ 2687575 h 4489084"/>
              <a:gd name="connsiteX14381" fmla="*/ 4767909 w 5158787"/>
              <a:gd name="connsiteY14381" fmla="*/ 2707060 h 4489084"/>
              <a:gd name="connsiteX14382" fmla="*/ 4767909 w 5158787"/>
              <a:gd name="connsiteY14382" fmla="*/ 2708659 h 4489084"/>
              <a:gd name="connsiteX14383" fmla="*/ 4756656 w 5158787"/>
              <a:gd name="connsiteY14383" fmla="*/ 2728144 h 4489084"/>
              <a:gd name="connsiteX14384" fmla="*/ 4755294 w 5158787"/>
              <a:gd name="connsiteY14384" fmla="*/ 2728914 h 4489084"/>
              <a:gd name="connsiteX14385" fmla="*/ 4732788 w 5158787"/>
              <a:gd name="connsiteY14385" fmla="*/ 2728914 h 4489084"/>
              <a:gd name="connsiteX14386" fmla="*/ 4731426 w 5158787"/>
              <a:gd name="connsiteY14386" fmla="*/ 2728144 h 4489084"/>
              <a:gd name="connsiteX14387" fmla="*/ 4720173 w 5158787"/>
              <a:gd name="connsiteY14387" fmla="*/ 2708659 h 4489084"/>
              <a:gd name="connsiteX14388" fmla="*/ 4720173 w 5158787"/>
              <a:gd name="connsiteY14388" fmla="*/ 2707060 h 4489084"/>
              <a:gd name="connsiteX14389" fmla="*/ 4731426 w 5158787"/>
              <a:gd name="connsiteY14389" fmla="*/ 2687575 h 4489084"/>
              <a:gd name="connsiteX14390" fmla="*/ 4732788 w 5158787"/>
              <a:gd name="connsiteY14390" fmla="*/ 2686805 h 4489084"/>
              <a:gd name="connsiteX14391" fmla="*/ 4867584 w 5158787"/>
              <a:gd name="connsiteY14391" fmla="*/ 2685857 h 4489084"/>
              <a:gd name="connsiteX14392" fmla="*/ 4891097 w 5158787"/>
              <a:gd name="connsiteY14392" fmla="*/ 2685857 h 4489084"/>
              <a:gd name="connsiteX14393" fmla="*/ 4892519 w 5158787"/>
              <a:gd name="connsiteY14393" fmla="*/ 2686686 h 4489084"/>
              <a:gd name="connsiteX14394" fmla="*/ 4904245 w 5158787"/>
              <a:gd name="connsiteY14394" fmla="*/ 2707060 h 4489084"/>
              <a:gd name="connsiteX14395" fmla="*/ 4904245 w 5158787"/>
              <a:gd name="connsiteY14395" fmla="*/ 2708718 h 4489084"/>
              <a:gd name="connsiteX14396" fmla="*/ 4892459 w 5158787"/>
              <a:gd name="connsiteY14396" fmla="*/ 2729091 h 4489084"/>
              <a:gd name="connsiteX14397" fmla="*/ 4891038 w 5158787"/>
              <a:gd name="connsiteY14397" fmla="*/ 2729920 h 4489084"/>
              <a:gd name="connsiteX14398" fmla="*/ 4867525 w 5158787"/>
              <a:gd name="connsiteY14398" fmla="*/ 2729920 h 4489084"/>
              <a:gd name="connsiteX14399" fmla="*/ 4866104 w 5158787"/>
              <a:gd name="connsiteY14399" fmla="*/ 2729091 h 4489084"/>
              <a:gd name="connsiteX14400" fmla="*/ 4854377 w 5158787"/>
              <a:gd name="connsiteY14400" fmla="*/ 2708718 h 4489084"/>
              <a:gd name="connsiteX14401" fmla="*/ 4854377 w 5158787"/>
              <a:gd name="connsiteY14401" fmla="*/ 2707060 h 4489084"/>
              <a:gd name="connsiteX14402" fmla="*/ 4866163 w 5158787"/>
              <a:gd name="connsiteY14402" fmla="*/ 2686686 h 4489084"/>
              <a:gd name="connsiteX14403" fmla="*/ 4867584 w 5158787"/>
              <a:gd name="connsiteY14403" fmla="*/ 2685857 h 4489084"/>
              <a:gd name="connsiteX14404" fmla="*/ 4799713 w 5158787"/>
              <a:gd name="connsiteY14404" fmla="*/ 2685443 h 4489084"/>
              <a:gd name="connsiteX14405" fmla="*/ 4823640 w 5158787"/>
              <a:gd name="connsiteY14405" fmla="*/ 2685443 h 4489084"/>
              <a:gd name="connsiteX14406" fmla="*/ 4825120 w 5158787"/>
              <a:gd name="connsiteY14406" fmla="*/ 2686272 h 4489084"/>
              <a:gd name="connsiteX14407" fmla="*/ 4837083 w 5158787"/>
              <a:gd name="connsiteY14407" fmla="*/ 2707001 h 4489084"/>
              <a:gd name="connsiteX14408" fmla="*/ 4837083 w 5158787"/>
              <a:gd name="connsiteY14408" fmla="*/ 2708718 h 4489084"/>
              <a:gd name="connsiteX14409" fmla="*/ 4825120 w 5158787"/>
              <a:gd name="connsiteY14409" fmla="*/ 2729447 h 4489084"/>
              <a:gd name="connsiteX14410" fmla="*/ 4823640 w 5158787"/>
              <a:gd name="connsiteY14410" fmla="*/ 2730276 h 4489084"/>
              <a:gd name="connsiteX14411" fmla="*/ 4799713 w 5158787"/>
              <a:gd name="connsiteY14411" fmla="*/ 2730276 h 4489084"/>
              <a:gd name="connsiteX14412" fmla="*/ 4798232 w 5158787"/>
              <a:gd name="connsiteY14412" fmla="*/ 2729447 h 4489084"/>
              <a:gd name="connsiteX14413" fmla="*/ 4786268 w 5158787"/>
              <a:gd name="connsiteY14413" fmla="*/ 2708718 h 4489084"/>
              <a:gd name="connsiteX14414" fmla="*/ 4786268 w 5158787"/>
              <a:gd name="connsiteY14414" fmla="*/ 2707001 h 4489084"/>
              <a:gd name="connsiteX14415" fmla="*/ 4798232 w 5158787"/>
              <a:gd name="connsiteY14415" fmla="*/ 2686272 h 4489084"/>
              <a:gd name="connsiteX14416" fmla="*/ 4799713 w 5158787"/>
              <a:gd name="connsiteY14416" fmla="*/ 2685443 h 4489084"/>
              <a:gd name="connsiteX14417" fmla="*/ 2641610 w 5158787"/>
              <a:gd name="connsiteY14417" fmla="*/ 2638300 h 4489084"/>
              <a:gd name="connsiteX14418" fmla="*/ 2653336 w 5158787"/>
              <a:gd name="connsiteY14418" fmla="*/ 2638300 h 4489084"/>
              <a:gd name="connsiteX14419" fmla="*/ 2654047 w 5158787"/>
              <a:gd name="connsiteY14419" fmla="*/ 2638715 h 4489084"/>
              <a:gd name="connsiteX14420" fmla="*/ 2659911 w 5158787"/>
              <a:gd name="connsiteY14420" fmla="*/ 2648842 h 4489084"/>
              <a:gd name="connsiteX14421" fmla="*/ 2659911 w 5158787"/>
              <a:gd name="connsiteY14421" fmla="*/ 2649671 h 4489084"/>
              <a:gd name="connsiteX14422" fmla="*/ 2654047 w 5158787"/>
              <a:gd name="connsiteY14422" fmla="*/ 2659799 h 4489084"/>
              <a:gd name="connsiteX14423" fmla="*/ 2653336 w 5158787"/>
              <a:gd name="connsiteY14423" fmla="*/ 2660213 h 4489084"/>
              <a:gd name="connsiteX14424" fmla="*/ 2641610 w 5158787"/>
              <a:gd name="connsiteY14424" fmla="*/ 2660213 h 4489084"/>
              <a:gd name="connsiteX14425" fmla="*/ 2640899 w 5158787"/>
              <a:gd name="connsiteY14425" fmla="*/ 2659799 h 4489084"/>
              <a:gd name="connsiteX14426" fmla="*/ 2635036 w 5158787"/>
              <a:gd name="connsiteY14426" fmla="*/ 2649671 h 4489084"/>
              <a:gd name="connsiteX14427" fmla="*/ 2635036 w 5158787"/>
              <a:gd name="connsiteY14427" fmla="*/ 2648842 h 4489084"/>
              <a:gd name="connsiteX14428" fmla="*/ 2640899 w 5158787"/>
              <a:gd name="connsiteY14428" fmla="*/ 2638715 h 4489084"/>
              <a:gd name="connsiteX14429" fmla="*/ 2641610 w 5158787"/>
              <a:gd name="connsiteY14429" fmla="*/ 2638300 h 4489084"/>
              <a:gd name="connsiteX14430" fmla="*/ 2911972 w 5158787"/>
              <a:gd name="connsiteY14430" fmla="*/ 2637885 h 4489084"/>
              <a:gd name="connsiteX14431" fmla="*/ 2924113 w 5158787"/>
              <a:gd name="connsiteY14431" fmla="*/ 2637885 h 4489084"/>
              <a:gd name="connsiteX14432" fmla="*/ 2924883 w 5158787"/>
              <a:gd name="connsiteY14432" fmla="*/ 2638300 h 4489084"/>
              <a:gd name="connsiteX14433" fmla="*/ 2930924 w 5158787"/>
              <a:gd name="connsiteY14433" fmla="*/ 2648841 h 4489084"/>
              <a:gd name="connsiteX14434" fmla="*/ 2930924 w 5158787"/>
              <a:gd name="connsiteY14434" fmla="*/ 2649671 h 4489084"/>
              <a:gd name="connsiteX14435" fmla="*/ 2924824 w 5158787"/>
              <a:gd name="connsiteY14435" fmla="*/ 2660213 h 4489084"/>
              <a:gd name="connsiteX14436" fmla="*/ 2924054 w 5158787"/>
              <a:gd name="connsiteY14436" fmla="*/ 2660627 h 4489084"/>
              <a:gd name="connsiteX14437" fmla="*/ 2911913 w 5158787"/>
              <a:gd name="connsiteY14437" fmla="*/ 2660627 h 4489084"/>
              <a:gd name="connsiteX14438" fmla="*/ 2911143 w 5158787"/>
              <a:gd name="connsiteY14438" fmla="*/ 2660213 h 4489084"/>
              <a:gd name="connsiteX14439" fmla="*/ 2905102 w 5158787"/>
              <a:gd name="connsiteY14439" fmla="*/ 2649671 h 4489084"/>
              <a:gd name="connsiteX14440" fmla="*/ 2905102 w 5158787"/>
              <a:gd name="connsiteY14440" fmla="*/ 2648841 h 4489084"/>
              <a:gd name="connsiteX14441" fmla="*/ 2911202 w 5158787"/>
              <a:gd name="connsiteY14441" fmla="*/ 2638300 h 4489084"/>
              <a:gd name="connsiteX14442" fmla="*/ 2911972 w 5158787"/>
              <a:gd name="connsiteY14442" fmla="*/ 2637885 h 4489084"/>
              <a:gd name="connsiteX14443" fmla="*/ 2844337 w 5158787"/>
              <a:gd name="connsiteY14443" fmla="*/ 2637885 h 4489084"/>
              <a:gd name="connsiteX14444" fmla="*/ 2856478 w 5158787"/>
              <a:gd name="connsiteY14444" fmla="*/ 2637885 h 4489084"/>
              <a:gd name="connsiteX14445" fmla="*/ 2857248 w 5158787"/>
              <a:gd name="connsiteY14445" fmla="*/ 2638300 h 4489084"/>
              <a:gd name="connsiteX14446" fmla="*/ 2863289 w 5158787"/>
              <a:gd name="connsiteY14446" fmla="*/ 2648841 h 4489084"/>
              <a:gd name="connsiteX14447" fmla="*/ 2863289 w 5158787"/>
              <a:gd name="connsiteY14447" fmla="*/ 2649671 h 4489084"/>
              <a:gd name="connsiteX14448" fmla="*/ 2857189 w 5158787"/>
              <a:gd name="connsiteY14448" fmla="*/ 2660213 h 4489084"/>
              <a:gd name="connsiteX14449" fmla="*/ 2856419 w 5158787"/>
              <a:gd name="connsiteY14449" fmla="*/ 2660627 h 4489084"/>
              <a:gd name="connsiteX14450" fmla="*/ 2844278 w 5158787"/>
              <a:gd name="connsiteY14450" fmla="*/ 2660627 h 4489084"/>
              <a:gd name="connsiteX14451" fmla="*/ 2843508 w 5158787"/>
              <a:gd name="connsiteY14451" fmla="*/ 2660213 h 4489084"/>
              <a:gd name="connsiteX14452" fmla="*/ 2837467 w 5158787"/>
              <a:gd name="connsiteY14452" fmla="*/ 2649671 h 4489084"/>
              <a:gd name="connsiteX14453" fmla="*/ 2837467 w 5158787"/>
              <a:gd name="connsiteY14453" fmla="*/ 2648841 h 4489084"/>
              <a:gd name="connsiteX14454" fmla="*/ 2843567 w 5158787"/>
              <a:gd name="connsiteY14454" fmla="*/ 2638300 h 4489084"/>
              <a:gd name="connsiteX14455" fmla="*/ 2844337 w 5158787"/>
              <a:gd name="connsiteY14455" fmla="*/ 2637885 h 4489084"/>
              <a:gd name="connsiteX14456" fmla="*/ 3047064 w 5158787"/>
              <a:gd name="connsiteY14456" fmla="*/ 2637707 h 4489084"/>
              <a:gd name="connsiteX14457" fmla="*/ 3059442 w 5158787"/>
              <a:gd name="connsiteY14457" fmla="*/ 2637707 h 4489084"/>
              <a:gd name="connsiteX14458" fmla="*/ 3060212 w 5158787"/>
              <a:gd name="connsiteY14458" fmla="*/ 2638122 h 4489084"/>
              <a:gd name="connsiteX14459" fmla="*/ 3066372 w 5158787"/>
              <a:gd name="connsiteY14459" fmla="*/ 2648841 h 4489084"/>
              <a:gd name="connsiteX14460" fmla="*/ 3066372 w 5158787"/>
              <a:gd name="connsiteY14460" fmla="*/ 2649730 h 4489084"/>
              <a:gd name="connsiteX14461" fmla="*/ 3060212 w 5158787"/>
              <a:gd name="connsiteY14461" fmla="*/ 2660450 h 4489084"/>
              <a:gd name="connsiteX14462" fmla="*/ 3059442 w 5158787"/>
              <a:gd name="connsiteY14462" fmla="*/ 2660864 h 4489084"/>
              <a:gd name="connsiteX14463" fmla="*/ 3047064 w 5158787"/>
              <a:gd name="connsiteY14463" fmla="*/ 2660864 h 4489084"/>
              <a:gd name="connsiteX14464" fmla="*/ 3046295 w 5158787"/>
              <a:gd name="connsiteY14464" fmla="*/ 2660450 h 4489084"/>
              <a:gd name="connsiteX14465" fmla="*/ 3040135 w 5158787"/>
              <a:gd name="connsiteY14465" fmla="*/ 2649730 h 4489084"/>
              <a:gd name="connsiteX14466" fmla="*/ 3040135 w 5158787"/>
              <a:gd name="connsiteY14466" fmla="*/ 2648841 h 4489084"/>
              <a:gd name="connsiteX14467" fmla="*/ 3046295 w 5158787"/>
              <a:gd name="connsiteY14467" fmla="*/ 2638122 h 4489084"/>
              <a:gd name="connsiteX14468" fmla="*/ 3047064 w 5158787"/>
              <a:gd name="connsiteY14468" fmla="*/ 2637707 h 4489084"/>
              <a:gd name="connsiteX14469" fmla="*/ 3114641 w 5158787"/>
              <a:gd name="connsiteY14469" fmla="*/ 2637471 h 4489084"/>
              <a:gd name="connsiteX14470" fmla="*/ 3127196 w 5158787"/>
              <a:gd name="connsiteY14470" fmla="*/ 2637471 h 4489084"/>
              <a:gd name="connsiteX14471" fmla="*/ 3127966 w 5158787"/>
              <a:gd name="connsiteY14471" fmla="*/ 2637945 h 4489084"/>
              <a:gd name="connsiteX14472" fmla="*/ 3134244 w 5158787"/>
              <a:gd name="connsiteY14472" fmla="*/ 2648842 h 4489084"/>
              <a:gd name="connsiteX14473" fmla="*/ 3134244 w 5158787"/>
              <a:gd name="connsiteY14473" fmla="*/ 2649731 h 4489084"/>
              <a:gd name="connsiteX14474" fmla="*/ 3127966 w 5158787"/>
              <a:gd name="connsiteY14474" fmla="*/ 2660628 h 4489084"/>
              <a:gd name="connsiteX14475" fmla="*/ 3127196 w 5158787"/>
              <a:gd name="connsiteY14475" fmla="*/ 2661102 h 4489084"/>
              <a:gd name="connsiteX14476" fmla="*/ 3114641 w 5158787"/>
              <a:gd name="connsiteY14476" fmla="*/ 2661102 h 4489084"/>
              <a:gd name="connsiteX14477" fmla="*/ 3113871 w 5158787"/>
              <a:gd name="connsiteY14477" fmla="*/ 2660628 h 4489084"/>
              <a:gd name="connsiteX14478" fmla="*/ 3107593 w 5158787"/>
              <a:gd name="connsiteY14478" fmla="*/ 2649731 h 4489084"/>
              <a:gd name="connsiteX14479" fmla="*/ 3107593 w 5158787"/>
              <a:gd name="connsiteY14479" fmla="*/ 2648842 h 4489084"/>
              <a:gd name="connsiteX14480" fmla="*/ 3113871 w 5158787"/>
              <a:gd name="connsiteY14480" fmla="*/ 2637945 h 4489084"/>
              <a:gd name="connsiteX14481" fmla="*/ 3114641 w 5158787"/>
              <a:gd name="connsiteY14481" fmla="*/ 2637471 h 4489084"/>
              <a:gd name="connsiteX14482" fmla="*/ 2979311 w 5158787"/>
              <a:gd name="connsiteY14482" fmla="*/ 2637352 h 4489084"/>
              <a:gd name="connsiteX14483" fmla="*/ 2991985 w 5158787"/>
              <a:gd name="connsiteY14483" fmla="*/ 2637352 h 4489084"/>
              <a:gd name="connsiteX14484" fmla="*/ 2992755 w 5158787"/>
              <a:gd name="connsiteY14484" fmla="*/ 2637826 h 4489084"/>
              <a:gd name="connsiteX14485" fmla="*/ 2999092 w 5158787"/>
              <a:gd name="connsiteY14485" fmla="*/ 2648842 h 4489084"/>
              <a:gd name="connsiteX14486" fmla="*/ 2999092 w 5158787"/>
              <a:gd name="connsiteY14486" fmla="*/ 2649730 h 4489084"/>
              <a:gd name="connsiteX14487" fmla="*/ 2992755 w 5158787"/>
              <a:gd name="connsiteY14487" fmla="*/ 2660746 h 4489084"/>
              <a:gd name="connsiteX14488" fmla="*/ 2991985 w 5158787"/>
              <a:gd name="connsiteY14488" fmla="*/ 2661220 h 4489084"/>
              <a:gd name="connsiteX14489" fmla="*/ 2979311 w 5158787"/>
              <a:gd name="connsiteY14489" fmla="*/ 2661220 h 4489084"/>
              <a:gd name="connsiteX14490" fmla="*/ 2978541 w 5158787"/>
              <a:gd name="connsiteY14490" fmla="*/ 2660746 h 4489084"/>
              <a:gd name="connsiteX14491" fmla="*/ 2972204 w 5158787"/>
              <a:gd name="connsiteY14491" fmla="*/ 2649730 h 4489084"/>
              <a:gd name="connsiteX14492" fmla="*/ 2972204 w 5158787"/>
              <a:gd name="connsiteY14492" fmla="*/ 2648842 h 4489084"/>
              <a:gd name="connsiteX14493" fmla="*/ 2978541 w 5158787"/>
              <a:gd name="connsiteY14493" fmla="*/ 2637826 h 4489084"/>
              <a:gd name="connsiteX14494" fmla="*/ 2979311 w 5158787"/>
              <a:gd name="connsiteY14494" fmla="*/ 2637352 h 4489084"/>
              <a:gd name="connsiteX14495" fmla="*/ 2776346 w 5158787"/>
              <a:gd name="connsiteY14495" fmla="*/ 2637293 h 4489084"/>
              <a:gd name="connsiteX14496" fmla="*/ 2789139 w 5158787"/>
              <a:gd name="connsiteY14496" fmla="*/ 2637293 h 4489084"/>
              <a:gd name="connsiteX14497" fmla="*/ 2789909 w 5158787"/>
              <a:gd name="connsiteY14497" fmla="*/ 2637767 h 4489084"/>
              <a:gd name="connsiteX14498" fmla="*/ 2796305 w 5158787"/>
              <a:gd name="connsiteY14498" fmla="*/ 2648842 h 4489084"/>
              <a:gd name="connsiteX14499" fmla="*/ 2796305 w 5158787"/>
              <a:gd name="connsiteY14499" fmla="*/ 2649730 h 4489084"/>
              <a:gd name="connsiteX14500" fmla="*/ 2789909 w 5158787"/>
              <a:gd name="connsiteY14500" fmla="*/ 2660806 h 4489084"/>
              <a:gd name="connsiteX14501" fmla="*/ 2789139 w 5158787"/>
              <a:gd name="connsiteY14501" fmla="*/ 2661279 h 4489084"/>
              <a:gd name="connsiteX14502" fmla="*/ 2776346 w 5158787"/>
              <a:gd name="connsiteY14502" fmla="*/ 2661279 h 4489084"/>
              <a:gd name="connsiteX14503" fmla="*/ 2775576 w 5158787"/>
              <a:gd name="connsiteY14503" fmla="*/ 2660806 h 4489084"/>
              <a:gd name="connsiteX14504" fmla="*/ 2769180 w 5158787"/>
              <a:gd name="connsiteY14504" fmla="*/ 2649730 h 4489084"/>
              <a:gd name="connsiteX14505" fmla="*/ 2769180 w 5158787"/>
              <a:gd name="connsiteY14505" fmla="*/ 2648842 h 4489084"/>
              <a:gd name="connsiteX14506" fmla="*/ 2775576 w 5158787"/>
              <a:gd name="connsiteY14506" fmla="*/ 2637767 h 4489084"/>
              <a:gd name="connsiteX14507" fmla="*/ 2776346 w 5158787"/>
              <a:gd name="connsiteY14507" fmla="*/ 2637293 h 4489084"/>
              <a:gd name="connsiteX14508" fmla="*/ 3926024 w 5158787"/>
              <a:gd name="connsiteY14508" fmla="*/ 2637175 h 4489084"/>
              <a:gd name="connsiteX14509" fmla="*/ 3938936 w 5158787"/>
              <a:gd name="connsiteY14509" fmla="*/ 2637175 h 4489084"/>
              <a:gd name="connsiteX14510" fmla="*/ 3939706 w 5158787"/>
              <a:gd name="connsiteY14510" fmla="*/ 2637649 h 4489084"/>
              <a:gd name="connsiteX14511" fmla="*/ 3946161 w 5158787"/>
              <a:gd name="connsiteY14511" fmla="*/ 2648842 h 4489084"/>
              <a:gd name="connsiteX14512" fmla="*/ 3946161 w 5158787"/>
              <a:gd name="connsiteY14512" fmla="*/ 2649731 h 4489084"/>
              <a:gd name="connsiteX14513" fmla="*/ 3939706 w 5158787"/>
              <a:gd name="connsiteY14513" fmla="*/ 2660924 h 4489084"/>
              <a:gd name="connsiteX14514" fmla="*/ 3938936 w 5158787"/>
              <a:gd name="connsiteY14514" fmla="*/ 2661398 h 4489084"/>
              <a:gd name="connsiteX14515" fmla="*/ 3926024 w 5158787"/>
              <a:gd name="connsiteY14515" fmla="*/ 2661398 h 4489084"/>
              <a:gd name="connsiteX14516" fmla="*/ 3925254 w 5158787"/>
              <a:gd name="connsiteY14516" fmla="*/ 2660924 h 4489084"/>
              <a:gd name="connsiteX14517" fmla="*/ 3918799 w 5158787"/>
              <a:gd name="connsiteY14517" fmla="*/ 2649731 h 4489084"/>
              <a:gd name="connsiteX14518" fmla="*/ 3918799 w 5158787"/>
              <a:gd name="connsiteY14518" fmla="*/ 2648842 h 4489084"/>
              <a:gd name="connsiteX14519" fmla="*/ 3925254 w 5158787"/>
              <a:gd name="connsiteY14519" fmla="*/ 2637649 h 4489084"/>
              <a:gd name="connsiteX14520" fmla="*/ 3926024 w 5158787"/>
              <a:gd name="connsiteY14520" fmla="*/ 2637175 h 4489084"/>
              <a:gd name="connsiteX14521" fmla="*/ 3993126 w 5158787"/>
              <a:gd name="connsiteY14521" fmla="*/ 2636227 h 4489084"/>
              <a:gd name="connsiteX14522" fmla="*/ 4007044 w 5158787"/>
              <a:gd name="connsiteY14522" fmla="*/ 2636227 h 4489084"/>
              <a:gd name="connsiteX14523" fmla="*/ 4007873 w 5158787"/>
              <a:gd name="connsiteY14523" fmla="*/ 2636701 h 4489084"/>
              <a:gd name="connsiteX14524" fmla="*/ 4014802 w 5158787"/>
              <a:gd name="connsiteY14524" fmla="*/ 2648724 h 4489084"/>
              <a:gd name="connsiteX14525" fmla="*/ 4014802 w 5158787"/>
              <a:gd name="connsiteY14525" fmla="*/ 2649730 h 4489084"/>
              <a:gd name="connsiteX14526" fmla="*/ 4007814 w 5158787"/>
              <a:gd name="connsiteY14526" fmla="*/ 2661753 h 4489084"/>
              <a:gd name="connsiteX14527" fmla="*/ 4006985 w 5158787"/>
              <a:gd name="connsiteY14527" fmla="*/ 2662227 h 4489084"/>
              <a:gd name="connsiteX14528" fmla="*/ 3993066 w 5158787"/>
              <a:gd name="connsiteY14528" fmla="*/ 2662227 h 4489084"/>
              <a:gd name="connsiteX14529" fmla="*/ 3992238 w 5158787"/>
              <a:gd name="connsiteY14529" fmla="*/ 2661753 h 4489084"/>
              <a:gd name="connsiteX14530" fmla="*/ 3985308 w 5158787"/>
              <a:gd name="connsiteY14530" fmla="*/ 2649730 h 4489084"/>
              <a:gd name="connsiteX14531" fmla="*/ 3985308 w 5158787"/>
              <a:gd name="connsiteY14531" fmla="*/ 2648724 h 4489084"/>
              <a:gd name="connsiteX14532" fmla="*/ 3992297 w 5158787"/>
              <a:gd name="connsiteY14532" fmla="*/ 2636701 h 4489084"/>
              <a:gd name="connsiteX14533" fmla="*/ 3993126 w 5158787"/>
              <a:gd name="connsiteY14533" fmla="*/ 2636227 h 4489084"/>
              <a:gd name="connsiteX14534" fmla="*/ 3249200 w 5158787"/>
              <a:gd name="connsiteY14534" fmla="*/ 2636227 h 4489084"/>
              <a:gd name="connsiteX14535" fmla="*/ 3263118 w 5158787"/>
              <a:gd name="connsiteY14535" fmla="*/ 2636227 h 4489084"/>
              <a:gd name="connsiteX14536" fmla="*/ 3263947 w 5158787"/>
              <a:gd name="connsiteY14536" fmla="*/ 2636701 h 4489084"/>
              <a:gd name="connsiteX14537" fmla="*/ 3270876 w 5158787"/>
              <a:gd name="connsiteY14537" fmla="*/ 2648724 h 4489084"/>
              <a:gd name="connsiteX14538" fmla="*/ 3270876 w 5158787"/>
              <a:gd name="connsiteY14538" fmla="*/ 2649730 h 4489084"/>
              <a:gd name="connsiteX14539" fmla="*/ 3263887 w 5158787"/>
              <a:gd name="connsiteY14539" fmla="*/ 2661753 h 4489084"/>
              <a:gd name="connsiteX14540" fmla="*/ 3263059 w 5158787"/>
              <a:gd name="connsiteY14540" fmla="*/ 2662227 h 4489084"/>
              <a:gd name="connsiteX14541" fmla="*/ 3249140 w 5158787"/>
              <a:gd name="connsiteY14541" fmla="*/ 2662227 h 4489084"/>
              <a:gd name="connsiteX14542" fmla="*/ 3248311 w 5158787"/>
              <a:gd name="connsiteY14542" fmla="*/ 2661753 h 4489084"/>
              <a:gd name="connsiteX14543" fmla="*/ 3241382 w 5158787"/>
              <a:gd name="connsiteY14543" fmla="*/ 2649730 h 4489084"/>
              <a:gd name="connsiteX14544" fmla="*/ 3241382 w 5158787"/>
              <a:gd name="connsiteY14544" fmla="*/ 2648724 h 4489084"/>
              <a:gd name="connsiteX14545" fmla="*/ 3248371 w 5158787"/>
              <a:gd name="connsiteY14545" fmla="*/ 2636701 h 4489084"/>
              <a:gd name="connsiteX14546" fmla="*/ 3249200 w 5158787"/>
              <a:gd name="connsiteY14546" fmla="*/ 2636227 h 4489084"/>
              <a:gd name="connsiteX14547" fmla="*/ 2572909 w 5158787"/>
              <a:gd name="connsiteY14547" fmla="*/ 2636227 h 4489084"/>
              <a:gd name="connsiteX14548" fmla="*/ 2586827 w 5158787"/>
              <a:gd name="connsiteY14548" fmla="*/ 2636227 h 4489084"/>
              <a:gd name="connsiteX14549" fmla="*/ 2587656 w 5158787"/>
              <a:gd name="connsiteY14549" fmla="*/ 2636701 h 4489084"/>
              <a:gd name="connsiteX14550" fmla="*/ 2594585 w 5158787"/>
              <a:gd name="connsiteY14550" fmla="*/ 2648724 h 4489084"/>
              <a:gd name="connsiteX14551" fmla="*/ 2594585 w 5158787"/>
              <a:gd name="connsiteY14551" fmla="*/ 2649730 h 4489084"/>
              <a:gd name="connsiteX14552" fmla="*/ 2587597 w 5158787"/>
              <a:gd name="connsiteY14552" fmla="*/ 2661753 h 4489084"/>
              <a:gd name="connsiteX14553" fmla="*/ 2586768 w 5158787"/>
              <a:gd name="connsiteY14553" fmla="*/ 2662227 h 4489084"/>
              <a:gd name="connsiteX14554" fmla="*/ 2572850 w 5158787"/>
              <a:gd name="connsiteY14554" fmla="*/ 2662227 h 4489084"/>
              <a:gd name="connsiteX14555" fmla="*/ 2572021 w 5158787"/>
              <a:gd name="connsiteY14555" fmla="*/ 2661753 h 4489084"/>
              <a:gd name="connsiteX14556" fmla="*/ 2565091 w 5158787"/>
              <a:gd name="connsiteY14556" fmla="*/ 2649730 h 4489084"/>
              <a:gd name="connsiteX14557" fmla="*/ 2565091 w 5158787"/>
              <a:gd name="connsiteY14557" fmla="*/ 2648724 h 4489084"/>
              <a:gd name="connsiteX14558" fmla="*/ 2572080 w 5158787"/>
              <a:gd name="connsiteY14558" fmla="*/ 2636701 h 4489084"/>
              <a:gd name="connsiteX14559" fmla="*/ 2572909 w 5158787"/>
              <a:gd name="connsiteY14559" fmla="*/ 2636227 h 4489084"/>
              <a:gd name="connsiteX14560" fmla="*/ 2708060 w 5158787"/>
              <a:gd name="connsiteY14560" fmla="*/ 2636049 h 4489084"/>
              <a:gd name="connsiteX14561" fmla="*/ 2722215 w 5158787"/>
              <a:gd name="connsiteY14561" fmla="*/ 2636049 h 4489084"/>
              <a:gd name="connsiteX14562" fmla="*/ 2723104 w 5158787"/>
              <a:gd name="connsiteY14562" fmla="*/ 2636523 h 4489084"/>
              <a:gd name="connsiteX14563" fmla="*/ 2730152 w 5158787"/>
              <a:gd name="connsiteY14563" fmla="*/ 2648782 h 4489084"/>
              <a:gd name="connsiteX14564" fmla="*/ 2730152 w 5158787"/>
              <a:gd name="connsiteY14564" fmla="*/ 2649789 h 4489084"/>
              <a:gd name="connsiteX14565" fmla="*/ 2723104 w 5158787"/>
              <a:gd name="connsiteY14565" fmla="*/ 2662049 h 4489084"/>
              <a:gd name="connsiteX14566" fmla="*/ 2722215 w 5158787"/>
              <a:gd name="connsiteY14566" fmla="*/ 2662522 h 4489084"/>
              <a:gd name="connsiteX14567" fmla="*/ 2708060 w 5158787"/>
              <a:gd name="connsiteY14567" fmla="*/ 2662522 h 4489084"/>
              <a:gd name="connsiteX14568" fmla="*/ 2707172 w 5158787"/>
              <a:gd name="connsiteY14568" fmla="*/ 2662049 h 4489084"/>
              <a:gd name="connsiteX14569" fmla="*/ 2700124 w 5158787"/>
              <a:gd name="connsiteY14569" fmla="*/ 2649789 h 4489084"/>
              <a:gd name="connsiteX14570" fmla="*/ 2700124 w 5158787"/>
              <a:gd name="connsiteY14570" fmla="*/ 2648782 h 4489084"/>
              <a:gd name="connsiteX14571" fmla="*/ 2707172 w 5158787"/>
              <a:gd name="connsiteY14571" fmla="*/ 2636523 h 4489084"/>
              <a:gd name="connsiteX14572" fmla="*/ 2708060 w 5158787"/>
              <a:gd name="connsiteY14572" fmla="*/ 2636049 h 4489084"/>
              <a:gd name="connsiteX14573" fmla="*/ 4060643 w 5158787"/>
              <a:gd name="connsiteY14573" fmla="*/ 2635931 h 4489084"/>
              <a:gd name="connsiteX14574" fmla="*/ 4074857 w 5158787"/>
              <a:gd name="connsiteY14574" fmla="*/ 2635931 h 4489084"/>
              <a:gd name="connsiteX14575" fmla="*/ 4075745 w 5158787"/>
              <a:gd name="connsiteY14575" fmla="*/ 2636464 h 4489084"/>
              <a:gd name="connsiteX14576" fmla="*/ 4082852 w 5158787"/>
              <a:gd name="connsiteY14576" fmla="*/ 2648783 h 4489084"/>
              <a:gd name="connsiteX14577" fmla="*/ 4082852 w 5158787"/>
              <a:gd name="connsiteY14577" fmla="*/ 2649790 h 4489084"/>
              <a:gd name="connsiteX14578" fmla="*/ 4075745 w 5158787"/>
              <a:gd name="connsiteY14578" fmla="*/ 2662108 h 4489084"/>
              <a:gd name="connsiteX14579" fmla="*/ 4074857 w 5158787"/>
              <a:gd name="connsiteY14579" fmla="*/ 2662642 h 4489084"/>
              <a:gd name="connsiteX14580" fmla="*/ 4060643 w 5158787"/>
              <a:gd name="connsiteY14580" fmla="*/ 2662642 h 4489084"/>
              <a:gd name="connsiteX14581" fmla="*/ 4059754 w 5158787"/>
              <a:gd name="connsiteY14581" fmla="*/ 2662108 h 4489084"/>
              <a:gd name="connsiteX14582" fmla="*/ 4052647 w 5158787"/>
              <a:gd name="connsiteY14582" fmla="*/ 2649790 h 4489084"/>
              <a:gd name="connsiteX14583" fmla="*/ 4052647 w 5158787"/>
              <a:gd name="connsiteY14583" fmla="*/ 2648783 h 4489084"/>
              <a:gd name="connsiteX14584" fmla="*/ 4059754 w 5158787"/>
              <a:gd name="connsiteY14584" fmla="*/ 2636464 h 4489084"/>
              <a:gd name="connsiteX14585" fmla="*/ 4060643 w 5158787"/>
              <a:gd name="connsiteY14585" fmla="*/ 2635931 h 4489084"/>
              <a:gd name="connsiteX14586" fmla="*/ 3316657 w 5158787"/>
              <a:gd name="connsiteY14586" fmla="*/ 2635812 h 4489084"/>
              <a:gd name="connsiteX14587" fmla="*/ 3330990 w 5158787"/>
              <a:gd name="connsiteY14587" fmla="*/ 2635812 h 4489084"/>
              <a:gd name="connsiteX14588" fmla="*/ 3331878 w 5158787"/>
              <a:gd name="connsiteY14588" fmla="*/ 2636345 h 4489084"/>
              <a:gd name="connsiteX14589" fmla="*/ 3339044 w 5158787"/>
              <a:gd name="connsiteY14589" fmla="*/ 2648782 h 4489084"/>
              <a:gd name="connsiteX14590" fmla="*/ 3339044 w 5158787"/>
              <a:gd name="connsiteY14590" fmla="*/ 2649789 h 4489084"/>
              <a:gd name="connsiteX14591" fmla="*/ 3331878 w 5158787"/>
              <a:gd name="connsiteY14591" fmla="*/ 2662227 h 4489084"/>
              <a:gd name="connsiteX14592" fmla="*/ 3330990 w 5158787"/>
              <a:gd name="connsiteY14592" fmla="*/ 2662760 h 4489084"/>
              <a:gd name="connsiteX14593" fmla="*/ 3316657 w 5158787"/>
              <a:gd name="connsiteY14593" fmla="*/ 2662760 h 4489084"/>
              <a:gd name="connsiteX14594" fmla="*/ 3315768 w 5158787"/>
              <a:gd name="connsiteY14594" fmla="*/ 2662227 h 4489084"/>
              <a:gd name="connsiteX14595" fmla="*/ 3308602 w 5158787"/>
              <a:gd name="connsiteY14595" fmla="*/ 2649789 h 4489084"/>
              <a:gd name="connsiteX14596" fmla="*/ 3308602 w 5158787"/>
              <a:gd name="connsiteY14596" fmla="*/ 2648782 h 4489084"/>
              <a:gd name="connsiteX14597" fmla="*/ 3315768 w 5158787"/>
              <a:gd name="connsiteY14597" fmla="*/ 2636345 h 4489084"/>
              <a:gd name="connsiteX14598" fmla="*/ 3316657 w 5158787"/>
              <a:gd name="connsiteY14598" fmla="*/ 2635812 h 4489084"/>
              <a:gd name="connsiteX14599" fmla="*/ 4128100 w 5158787"/>
              <a:gd name="connsiteY14599" fmla="*/ 2635635 h 4489084"/>
              <a:gd name="connsiteX14600" fmla="*/ 4142670 w 5158787"/>
              <a:gd name="connsiteY14600" fmla="*/ 2635635 h 4489084"/>
              <a:gd name="connsiteX14601" fmla="*/ 4143558 w 5158787"/>
              <a:gd name="connsiteY14601" fmla="*/ 2636168 h 4489084"/>
              <a:gd name="connsiteX14602" fmla="*/ 4150843 w 5158787"/>
              <a:gd name="connsiteY14602" fmla="*/ 2648783 h 4489084"/>
              <a:gd name="connsiteX14603" fmla="*/ 4150843 w 5158787"/>
              <a:gd name="connsiteY14603" fmla="*/ 2649790 h 4489084"/>
              <a:gd name="connsiteX14604" fmla="*/ 4143558 w 5158787"/>
              <a:gd name="connsiteY14604" fmla="*/ 2662405 h 4489084"/>
              <a:gd name="connsiteX14605" fmla="*/ 4142670 w 5158787"/>
              <a:gd name="connsiteY14605" fmla="*/ 2662938 h 4489084"/>
              <a:gd name="connsiteX14606" fmla="*/ 4128100 w 5158787"/>
              <a:gd name="connsiteY14606" fmla="*/ 2662938 h 4489084"/>
              <a:gd name="connsiteX14607" fmla="*/ 4127212 w 5158787"/>
              <a:gd name="connsiteY14607" fmla="*/ 2662405 h 4489084"/>
              <a:gd name="connsiteX14608" fmla="*/ 4119927 w 5158787"/>
              <a:gd name="connsiteY14608" fmla="*/ 2649790 h 4489084"/>
              <a:gd name="connsiteX14609" fmla="*/ 4119927 w 5158787"/>
              <a:gd name="connsiteY14609" fmla="*/ 2648783 h 4489084"/>
              <a:gd name="connsiteX14610" fmla="*/ 4127212 w 5158787"/>
              <a:gd name="connsiteY14610" fmla="*/ 2636168 h 4489084"/>
              <a:gd name="connsiteX14611" fmla="*/ 4128100 w 5158787"/>
              <a:gd name="connsiteY14611" fmla="*/ 2635635 h 4489084"/>
              <a:gd name="connsiteX14612" fmla="*/ 3857382 w 5158787"/>
              <a:gd name="connsiteY14612" fmla="*/ 2635279 h 4489084"/>
              <a:gd name="connsiteX14613" fmla="*/ 3872307 w 5158787"/>
              <a:gd name="connsiteY14613" fmla="*/ 2635279 h 4489084"/>
              <a:gd name="connsiteX14614" fmla="*/ 3873195 w 5158787"/>
              <a:gd name="connsiteY14614" fmla="*/ 2635812 h 4489084"/>
              <a:gd name="connsiteX14615" fmla="*/ 3880657 w 5158787"/>
              <a:gd name="connsiteY14615" fmla="*/ 2648723 h 4489084"/>
              <a:gd name="connsiteX14616" fmla="*/ 3880657 w 5158787"/>
              <a:gd name="connsiteY14616" fmla="*/ 2649789 h 4489084"/>
              <a:gd name="connsiteX14617" fmla="*/ 3873195 w 5158787"/>
              <a:gd name="connsiteY14617" fmla="*/ 2662700 h 4489084"/>
              <a:gd name="connsiteX14618" fmla="*/ 3872307 w 5158787"/>
              <a:gd name="connsiteY14618" fmla="*/ 2663233 h 4489084"/>
              <a:gd name="connsiteX14619" fmla="*/ 3857382 w 5158787"/>
              <a:gd name="connsiteY14619" fmla="*/ 2663233 h 4489084"/>
              <a:gd name="connsiteX14620" fmla="*/ 3856494 w 5158787"/>
              <a:gd name="connsiteY14620" fmla="*/ 2662700 h 4489084"/>
              <a:gd name="connsiteX14621" fmla="*/ 3849031 w 5158787"/>
              <a:gd name="connsiteY14621" fmla="*/ 2649789 h 4489084"/>
              <a:gd name="connsiteX14622" fmla="*/ 3849031 w 5158787"/>
              <a:gd name="connsiteY14622" fmla="*/ 2648723 h 4489084"/>
              <a:gd name="connsiteX14623" fmla="*/ 3856494 w 5158787"/>
              <a:gd name="connsiteY14623" fmla="*/ 2635812 h 4489084"/>
              <a:gd name="connsiteX14624" fmla="*/ 3857382 w 5158787"/>
              <a:gd name="connsiteY14624" fmla="*/ 2635279 h 4489084"/>
              <a:gd name="connsiteX14625" fmla="*/ 3519207 w 5158787"/>
              <a:gd name="connsiteY14625" fmla="*/ 2635279 h 4489084"/>
              <a:gd name="connsiteX14626" fmla="*/ 3534131 w 5158787"/>
              <a:gd name="connsiteY14626" fmla="*/ 2635279 h 4489084"/>
              <a:gd name="connsiteX14627" fmla="*/ 3535020 w 5158787"/>
              <a:gd name="connsiteY14627" fmla="*/ 2635812 h 4489084"/>
              <a:gd name="connsiteX14628" fmla="*/ 3542482 w 5158787"/>
              <a:gd name="connsiteY14628" fmla="*/ 2648723 h 4489084"/>
              <a:gd name="connsiteX14629" fmla="*/ 3542482 w 5158787"/>
              <a:gd name="connsiteY14629" fmla="*/ 2649789 h 4489084"/>
              <a:gd name="connsiteX14630" fmla="*/ 3535020 w 5158787"/>
              <a:gd name="connsiteY14630" fmla="*/ 2662700 h 4489084"/>
              <a:gd name="connsiteX14631" fmla="*/ 3534131 w 5158787"/>
              <a:gd name="connsiteY14631" fmla="*/ 2663233 h 4489084"/>
              <a:gd name="connsiteX14632" fmla="*/ 3519207 w 5158787"/>
              <a:gd name="connsiteY14632" fmla="*/ 2663233 h 4489084"/>
              <a:gd name="connsiteX14633" fmla="*/ 3518319 w 5158787"/>
              <a:gd name="connsiteY14633" fmla="*/ 2662700 h 4489084"/>
              <a:gd name="connsiteX14634" fmla="*/ 3510856 w 5158787"/>
              <a:gd name="connsiteY14634" fmla="*/ 2649789 h 4489084"/>
              <a:gd name="connsiteX14635" fmla="*/ 3510856 w 5158787"/>
              <a:gd name="connsiteY14635" fmla="*/ 2648723 h 4489084"/>
              <a:gd name="connsiteX14636" fmla="*/ 3518319 w 5158787"/>
              <a:gd name="connsiteY14636" fmla="*/ 2635812 h 4489084"/>
              <a:gd name="connsiteX14637" fmla="*/ 3519207 w 5158787"/>
              <a:gd name="connsiteY14637" fmla="*/ 2635279 h 4489084"/>
              <a:gd name="connsiteX14638" fmla="*/ 3181091 w 5158787"/>
              <a:gd name="connsiteY14638" fmla="*/ 2635279 h 4489084"/>
              <a:gd name="connsiteX14639" fmla="*/ 3196015 w 5158787"/>
              <a:gd name="connsiteY14639" fmla="*/ 2635279 h 4489084"/>
              <a:gd name="connsiteX14640" fmla="*/ 3196904 w 5158787"/>
              <a:gd name="connsiteY14640" fmla="*/ 2635812 h 4489084"/>
              <a:gd name="connsiteX14641" fmla="*/ 3204366 w 5158787"/>
              <a:gd name="connsiteY14641" fmla="*/ 2648723 h 4489084"/>
              <a:gd name="connsiteX14642" fmla="*/ 3204366 w 5158787"/>
              <a:gd name="connsiteY14642" fmla="*/ 2649789 h 4489084"/>
              <a:gd name="connsiteX14643" fmla="*/ 3196904 w 5158787"/>
              <a:gd name="connsiteY14643" fmla="*/ 2662700 h 4489084"/>
              <a:gd name="connsiteX14644" fmla="*/ 3196015 w 5158787"/>
              <a:gd name="connsiteY14644" fmla="*/ 2663233 h 4489084"/>
              <a:gd name="connsiteX14645" fmla="*/ 3181091 w 5158787"/>
              <a:gd name="connsiteY14645" fmla="*/ 2663233 h 4489084"/>
              <a:gd name="connsiteX14646" fmla="*/ 3180202 w 5158787"/>
              <a:gd name="connsiteY14646" fmla="*/ 2662700 h 4489084"/>
              <a:gd name="connsiteX14647" fmla="*/ 3172740 w 5158787"/>
              <a:gd name="connsiteY14647" fmla="*/ 2649789 h 4489084"/>
              <a:gd name="connsiteX14648" fmla="*/ 3172740 w 5158787"/>
              <a:gd name="connsiteY14648" fmla="*/ 2648723 h 4489084"/>
              <a:gd name="connsiteX14649" fmla="*/ 3180202 w 5158787"/>
              <a:gd name="connsiteY14649" fmla="*/ 2635812 h 4489084"/>
              <a:gd name="connsiteX14650" fmla="*/ 3181091 w 5158787"/>
              <a:gd name="connsiteY14650" fmla="*/ 2635279 h 4489084"/>
              <a:gd name="connsiteX14651" fmla="*/ 2504741 w 5158787"/>
              <a:gd name="connsiteY14651" fmla="*/ 2635279 h 4489084"/>
              <a:gd name="connsiteX14652" fmla="*/ 2519666 w 5158787"/>
              <a:gd name="connsiteY14652" fmla="*/ 2635279 h 4489084"/>
              <a:gd name="connsiteX14653" fmla="*/ 2520554 w 5158787"/>
              <a:gd name="connsiteY14653" fmla="*/ 2635812 h 4489084"/>
              <a:gd name="connsiteX14654" fmla="*/ 2528016 w 5158787"/>
              <a:gd name="connsiteY14654" fmla="*/ 2648723 h 4489084"/>
              <a:gd name="connsiteX14655" fmla="*/ 2528016 w 5158787"/>
              <a:gd name="connsiteY14655" fmla="*/ 2649789 h 4489084"/>
              <a:gd name="connsiteX14656" fmla="*/ 2520554 w 5158787"/>
              <a:gd name="connsiteY14656" fmla="*/ 2662700 h 4489084"/>
              <a:gd name="connsiteX14657" fmla="*/ 2519666 w 5158787"/>
              <a:gd name="connsiteY14657" fmla="*/ 2663233 h 4489084"/>
              <a:gd name="connsiteX14658" fmla="*/ 2504741 w 5158787"/>
              <a:gd name="connsiteY14658" fmla="*/ 2663233 h 4489084"/>
              <a:gd name="connsiteX14659" fmla="*/ 2503853 w 5158787"/>
              <a:gd name="connsiteY14659" fmla="*/ 2662700 h 4489084"/>
              <a:gd name="connsiteX14660" fmla="*/ 2496390 w 5158787"/>
              <a:gd name="connsiteY14660" fmla="*/ 2649789 h 4489084"/>
              <a:gd name="connsiteX14661" fmla="*/ 2496390 w 5158787"/>
              <a:gd name="connsiteY14661" fmla="*/ 2648723 h 4489084"/>
              <a:gd name="connsiteX14662" fmla="*/ 2503853 w 5158787"/>
              <a:gd name="connsiteY14662" fmla="*/ 2635812 h 4489084"/>
              <a:gd name="connsiteX14663" fmla="*/ 2504741 w 5158787"/>
              <a:gd name="connsiteY14663" fmla="*/ 2635279 h 4489084"/>
              <a:gd name="connsiteX14664" fmla="*/ 4195498 w 5158787"/>
              <a:gd name="connsiteY14664" fmla="*/ 2635220 h 4489084"/>
              <a:gd name="connsiteX14665" fmla="*/ 4210482 w 5158787"/>
              <a:gd name="connsiteY14665" fmla="*/ 2635220 h 4489084"/>
              <a:gd name="connsiteX14666" fmla="*/ 4211371 w 5158787"/>
              <a:gd name="connsiteY14666" fmla="*/ 2635753 h 4489084"/>
              <a:gd name="connsiteX14667" fmla="*/ 4218892 w 5158787"/>
              <a:gd name="connsiteY14667" fmla="*/ 2648782 h 4489084"/>
              <a:gd name="connsiteX14668" fmla="*/ 4218892 w 5158787"/>
              <a:gd name="connsiteY14668" fmla="*/ 2649848 h 4489084"/>
              <a:gd name="connsiteX14669" fmla="*/ 4211371 w 5158787"/>
              <a:gd name="connsiteY14669" fmla="*/ 2662878 h 4489084"/>
              <a:gd name="connsiteX14670" fmla="*/ 4210482 w 5158787"/>
              <a:gd name="connsiteY14670" fmla="*/ 2663411 h 4489084"/>
              <a:gd name="connsiteX14671" fmla="*/ 4195498 w 5158787"/>
              <a:gd name="connsiteY14671" fmla="*/ 2663411 h 4489084"/>
              <a:gd name="connsiteX14672" fmla="*/ 4194610 w 5158787"/>
              <a:gd name="connsiteY14672" fmla="*/ 2662878 h 4489084"/>
              <a:gd name="connsiteX14673" fmla="*/ 4187088 w 5158787"/>
              <a:gd name="connsiteY14673" fmla="*/ 2649848 h 4489084"/>
              <a:gd name="connsiteX14674" fmla="*/ 4187088 w 5158787"/>
              <a:gd name="connsiteY14674" fmla="*/ 2648782 h 4489084"/>
              <a:gd name="connsiteX14675" fmla="*/ 4194610 w 5158787"/>
              <a:gd name="connsiteY14675" fmla="*/ 2635753 h 4489084"/>
              <a:gd name="connsiteX14676" fmla="*/ 4195498 w 5158787"/>
              <a:gd name="connsiteY14676" fmla="*/ 2635220 h 4489084"/>
              <a:gd name="connsiteX14677" fmla="*/ 3383877 w 5158787"/>
              <a:gd name="connsiteY14677" fmla="*/ 2635101 h 4489084"/>
              <a:gd name="connsiteX14678" fmla="*/ 3398980 w 5158787"/>
              <a:gd name="connsiteY14678" fmla="*/ 2635101 h 4489084"/>
              <a:gd name="connsiteX14679" fmla="*/ 3399928 w 5158787"/>
              <a:gd name="connsiteY14679" fmla="*/ 2635634 h 4489084"/>
              <a:gd name="connsiteX14680" fmla="*/ 3407508 w 5158787"/>
              <a:gd name="connsiteY14680" fmla="*/ 2648723 h 4489084"/>
              <a:gd name="connsiteX14681" fmla="*/ 3407508 w 5158787"/>
              <a:gd name="connsiteY14681" fmla="*/ 2649789 h 4489084"/>
              <a:gd name="connsiteX14682" fmla="*/ 3399928 w 5158787"/>
              <a:gd name="connsiteY14682" fmla="*/ 2662878 h 4489084"/>
              <a:gd name="connsiteX14683" fmla="*/ 3398980 w 5158787"/>
              <a:gd name="connsiteY14683" fmla="*/ 2663411 h 4489084"/>
              <a:gd name="connsiteX14684" fmla="*/ 3383877 w 5158787"/>
              <a:gd name="connsiteY14684" fmla="*/ 2663411 h 4489084"/>
              <a:gd name="connsiteX14685" fmla="*/ 3382930 w 5158787"/>
              <a:gd name="connsiteY14685" fmla="*/ 2662878 h 4489084"/>
              <a:gd name="connsiteX14686" fmla="*/ 3375349 w 5158787"/>
              <a:gd name="connsiteY14686" fmla="*/ 2649789 h 4489084"/>
              <a:gd name="connsiteX14687" fmla="*/ 3375349 w 5158787"/>
              <a:gd name="connsiteY14687" fmla="*/ 2648723 h 4489084"/>
              <a:gd name="connsiteX14688" fmla="*/ 3382930 w 5158787"/>
              <a:gd name="connsiteY14688" fmla="*/ 2635634 h 4489084"/>
              <a:gd name="connsiteX14689" fmla="*/ 3383877 w 5158787"/>
              <a:gd name="connsiteY14689" fmla="*/ 2635101 h 4489084"/>
              <a:gd name="connsiteX14690" fmla="*/ 3654299 w 5158787"/>
              <a:gd name="connsiteY14690" fmla="*/ 2634865 h 4489084"/>
              <a:gd name="connsiteX14691" fmla="*/ 3669638 w 5158787"/>
              <a:gd name="connsiteY14691" fmla="*/ 2634865 h 4489084"/>
              <a:gd name="connsiteX14692" fmla="*/ 3670586 w 5158787"/>
              <a:gd name="connsiteY14692" fmla="*/ 2635398 h 4489084"/>
              <a:gd name="connsiteX14693" fmla="*/ 3678226 w 5158787"/>
              <a:gd name="connsiteY14693" fmla="*/ 2648665 h 4489084"/>
              <a:gd name="connsiteX14694" fmla="*/ 3678226 w 5158787"/>
              <a:gd name="connsiteY14694" fmla="*/ 2649731 h 4489084"/>
              <a:gd name="connsiteX14695" fmla="*/ 3670527 w 5158787"/>
              <a:gd name="connsiteY14695" fmla="*/ 2662997 h 4489084"/>
              <a:gd name="connsiteX14696" fmla="*/ 3669579 w 5158787"/>
              <a:gd name="connsiteY14696" fmla="*/ 2663530 h 4489084"/>
              <a:gd name="connsiteX14697" fmla="*/ 3654240 w 5158787"/>
              <a:gd name="connsiteY14697" fmla="*/ 2663530 h 4489084"/>
              <a:gd name="connsiteX14698" fmla="*/ 3653292 w 5158787"/>
              <a:gd name="connsiteY14698" fmla="*/ 2662997 h 4489084"/>
              <a:gd name="connsiteX14699" fmla="*/ 3645652 w 5158787"/>
              <a:gd name="connsiteY14699" fmla="*/ 2649731 h 4489084"/>
              <a:gd name="connsiteX14700" fmla="*/ 3645652 w 5158787"/>
              <a:gd name="connsiteY14700" fmla="*/ 2648665 h 4489084"/>
              <a:gd name="connsiteX14701" fmla="*/ 3653351 w 5158787"/>
              <a:gd name="connsiteY14701" fmla="*/ 2635398 h 4489084"/>
              <a:gd name="connsiteX14702" fmla="*/ 3654299 w 5158787"/>
              <a:gd name="connsiteY14702" fmla="*/ 2634865 h 4489084"/>
              <a:gd name="connsiteX14703" fmla="*/ 4262896 w 5158787"/>
              <a:gd name="connsiteY14703" fmla="*/ 2634805 h 4489084"/>
              <a:gd name="connsiteX14704" fmla="*/ 4278354 w 5158787"/>
              <a:gd name="connsiteY14704" fmla="*/ 2634805 h 4489084"/>
              <a:gd name="connsiteX14705" fmla="*/ 4279302 w 5158787"/>
              <a:gd name="connsiteY14705" fmla="*/ 2635338 h 4489084"/>
              <a:gd name="connsiteX14706" fmla="*/ 4287001 w 5158787"/>
              <a:gd name="connsiteY14706" fmla="*/ 2648723 h 4489084"/>
              <a:gd name="connsiteX14707" fmla="*/ 4287001 w 5158787"/>
              <a:gd name="connsiteY14707" fmla="*/ 2649789 h 4489084"/>
              <a:gd name="connsiteX14708" fmla="*/ 4279242 w 5158787"/>
              <a:gd name="connsiteY14708" fmla="*/ 2663174 h 4489084"/>
              <a:gd name="connsiteX14709" fmla="*/ 4278295 w 5158787"/>
              <a:gd name="connsiteY14709" fmla="*/ 2663707 h 4489084"/>
              <a:gd name="connsiteX14710" fmla="*/ 4262837 w 5158787"/>
              <a:gd name="connsiteY14710" fmla="*/ 2663707 h 4489084"/>
              <a:gd name="connsiteX14711" fmla="*/ 4261889 w 5158787"/>
              <a:gd name="connsiteY14711" fmla="*/ 2663174 h 4489084"/>
              <a:gd name="connsiteX14712" fmla="*/ 4254190 w 5158787"/>
              <a:gd name="connsiteY14712" fmla="*/ 2649789 h 4489084"/>
              <a:gd name="connsiteX14713" fmla="*/ 4254190 w 5158787"/>
              <a:gd name="connsiteY14713" fmla="*/ 2648723 h 4489084"/>
              <a:gd name="connsiteX14714" fmla="*/ 4261948 w 5158787"/>
              <a:gd name="connsiteY14714" fmla="*/ 2635338 h 4489084"/>
              <a:gd name="connsiteX14715" fmla="*/ 4262896 w 5158787"/>
              <a:gd name="connsiteY14715" fmla="*/ 2634805 h 4489084"/>
              <a:gd name="connsiteX14716" fmla="*/ 3451217 w 5158787"/>
              <a:gd name="connsiteY14716" fmla="*/ 2634569 h 4489084"/>
              <a:gd name="connsiteX14717" fmla="*/ 3466911 w 5158787"/>
              <a:gd name="connsiteY14717" fmla="*/ 2634569 h 4489084"/>
              <a:gd name="connsiteX14718" fmla="*/ 3467859 w 5158787"/>
              <a:gd name="connsiteY14718" fmla="*/ 2635102 h 4489084"/>
              <a:gd name="connsiteX14719" fmla="*/ 3475677 w 5158787"/>
              <a:gd name="connsiteY14719" fmla="*/ 2648665 h 4489084"/>
              <a:gd name="connsiteX14720" fmla="*/ 3475677 w 5158787"/>
              <a:gd name="connsiteY14720" fmla="*/ 2649790 h 4489084"/>
              <a:gd name="connsiteX14721" fmla="*/ 3467859 w 5158787"/>
              <a:gd name="connsiteY14721" fmla="*/ 2663352 h 4489084"/>
              <a:gd name="connsiteX14722" fmla="*/ 3466911 w 5158787"/>
              <a:gd name="connsiteY14722" fmla="*/ 2663885 h 4489084"/>
              <a:gd name="connsiteX14723" fmla="*/ 3451217 w 5158787"/>
              <a:gd name="connsiteY14723" fmla="*/ 2663885 h 4489084"/>
              <a:gd name="connsiteX14724" fmla="*/ 3450270 w 5158787"/>
              <a:gd name="connsiteY14724" fmla="*/ 2663352 h 4489084"/>
              <a:gd name="connsiteX14725" fmla="*/ 3442451 w 5158787"/>
              <a:gd name="connsiteY14725" fmla="*/ 2649790 h 4489084"/>
              <a:gd name="connsiteX14726" fmla="*/ 3442451 w 5158787"/>
              <a:gd name="connsiteY14726" fmla="*/ 2648665 h 4489084"/>
              <a:gd name="connsiteX14727" fmla="*/ 3450270 w 5158787"/>
              <a:gd name="connsiteY14727" fmla="*/ 2635102 h 4489084"/>
              <a:gd name="connsiteX14728" fmla="*/ 3451217 w 5158787"/>
              <a:gd name="connsiteY14728" fmla="*/ 2634569 h 4489084"/>
              <a:gd name="connsiteX14729" fmla="*/ 4330354 w 5158787"/>
              <a:gd name="connsiteY14729" fmla="*/ 2634450 h 4489084"/>
              <a:gd name="connsiteX14730" fmla="*/ 4346167 w 5158787"/>
              <a:gd name="connsiteY14730" fmla="*/ 2634450 h 4489084"/>
              <a:gd name="connsiteX14731" fmla="*/ 4347114 w 5158787"/>
              <a:gd name="connsiteY14731" fmla="*/ 2634983 h 4489084"/>
              <a:gd name="connsiteX14732" fmla="*/ 4354992 w 5158787"/>
              <a:gd name="connsiteY14732" fmla="*/ 2648664 h 4489084"/>
              <a:gd name="connsiteX14733" fmla="*/ 4354992 w 5158787"/>
              <a:gd name="connsiteY14733" fmla="*/ 2649789 h 4489084"/>
              <a:gd name="connsiteX14734" fmla="*/ 4347114 w 5158787"/>
              <a:gd name="connsiteY14734" fmla="*/ 2663470 h 4489084"/>
              <a:gd name="connsiteX14735" fmla="*/ 4346167 w 5158787"/>
              <a:gd name="connsiteY14735" fmla="*/ 2664003 h 4489084"/>
              <a:gd name="connsiteX14736" fmla="*/ 4330354 w 5158787"/>
              <a:gd name="connsiteY14736" fmla="*/ 2664003 h 4489084"/>
              <a:gd name="connsiteX14737" fmla="*/ 4329406 w 5158787"/>
              <a:gd name="connsiteY14737" fmla="*/ 2663470 h 4489084"/>
              <a:gd name="connsiteX14738" fmla="*/ 4321529 w 5158787"/>
              <a:gd name="connsiteY14738" fmla="*/ 2649789 h 4489084"/>
              <a:gd name="connsiteX14739" fmla="*/ 4321529 w 5158787"/>
              <a:gd name="connsiteY14739" fmla="*/ 2648664 h 4489084"/>
              <a:gd name="connsiteX14740" fmla="*/ 4329406 w 5158787"/>
              <a:gd name="connsiteY14740" fmla="*/ 2634983 h 4489084"/>
              <a:gd name="connsiteX14741" fmla="*/ 4330354 w 5158787"/>
              <a:gd name="connsiteY14741" fmla="*/ 2634450 h 4489084"/>
              <a:gd name="connsiteX14742" fmla="*/ 3721638 w 5158787"/>
              <a:gd name="connsiteY14742" fmla="*/ 2634391 h 4489084"/>
              <a:gd name="connsiteX14743" fmla="*/ 3737511 w 5158787"/>
              <a:gd name="connsiteY14743" fmla="*/ 2634391 h 4489084"/>
              <a:gd name="connsiteX14744" fmla="*/ 3738458 w 5158787"/>
              <a:gd name="connsiteY14744" fmla="*/ 2634924 h 4489084"/>
              <a:gd name="connsiteX14745" fmla="*/ 3746395 w 5158787"/>
              <a:gd name="connsiteY14745" fmla="*/ 2648724 h 4489084"/>
              <a:gd name="connsiteX14746" fmla="*/ 3746395 w 5158787"/>
              <a:gd name="connsiteY14746" fmla="*/ 2649849 h 4489084"/>
              <a:gd name="connsiteX14747" fmla="*/ 3738458 w 5158787"/>
              <a:gd name="connsiteY14747" fmla="*/ 2663648 h 4489084"/>
              <a:gd name="connsiteX14748" fmla="*/ 3737511 w 5158787"/>
              <a:gd name="connsiteY14748" fmla="*/ 2664181 h 4489084"/>
              <a:gd name="connsiteX14749" fmla="*/ 3721638 w 5158787"/>
              <a:gd name="connsiteY14749" fmla="*/ 2664181 h 4489084"/>
              <a:gd name="connsiteX14750" fmla="*/ 3720690 w 5158787"/>
              <a:gd name="connsiteY14750" fmla="*/ 2663648 h 4489084"/>
              <a:gd name="connsiteX14751" fmla="*/ 3712754 w 5158787"/>
              <a:gd name="connsiteY14751" fmla="*/ 2649849 h 4489084"/>
              <a:gd name="connsiteX14752" fmla="*/ 3712754 w 5158787"/>
              <a:gd name="connsiteY14752" fmla="*/ 2648724 h 4489084"/>
              <a:gd name="connsiteX14753" fmla="*/ 3720690 w 5158787"/>
              <a:gd name="connsiteY14753" fmla="*/ 2634924 h 4489084"/>
              <a:gd name="connsiteX14754" fmla="*/ 3721638 w 5158787"/>
              <a:gd name="connsiteY14754" fmla="*/ 2634391 h 4489084"/>
              <a:gd name="connsiteX14755" fmla="*/ 3586428 w 5158787"/>
              <a:gd name="connsiteY14755" fmla="*/ 2634391 h 4489084"/>
              <a:gd name="connsiteX14756" fmla="*/ 3602300 w 5158787"/>
              <a:gd name="connsiteY14756" fmla="*/ 2634391 h 4489084"/>
              <a:gd name="connsiteX14757" fmla="*/ 3603248 w 5158787"/>
              <a:gd name="connsiteY14757" fmla="*/ 2634924 h 4489084"/>
              <a:gd name="connsiteX14758" fmla="*/ 3611184 w 5158787"/>
              <a:gd name="connsiteY14758" fmla="*/ 2648724 h 4489084"/>
              <a:gd name="connsiteX14759" fmla="*/ 3611184 w 5158787"/>
              <a:gd name="connsiteY14759" fmla="*/ 2649849 h 4489084"/>
              <a:gd name="connsiteX14760" fmla="*/ 3603248 w 5158787"/>
              <a:gd name="connsiteY14760" fmla="*/ 2663648 h 4489084"/>
              <a:gd name="connsiteX14761" fmla="*/ 3602300 w 5158787"/>
              <a:gd name="connsiteY14761" fmla="*/ 2664181 h 4489084"/>
              <a:gd name="connsiteX14762" fmla="*/ 3586428 w 5158787"/>
              <a:gd name="connsiteY14762" fmla="*/ 2664181 h 4489084"/>
              <a:gd name="connsiteX14763" fmla="*/ 3585480 w 5158787"/>
              <a:gd name="connsiteY14763" fmla="*/ 2663648 h 4489084"/>
              <a:gd name="connsiteX14764" fmla="*/ 3577544 w 5158787"/>
              <a:gd name="connsiteY14764" fmla="*/ 2649849 h 4489084"/>
              <a:gd name="connsiteX14765" fmla="*/ 3577544 w 5158787"/>
              <a:gd name="connsiteY14765" fmla="*/ 2648724 h 4489084"/>
              <a:gd name="connsiteX14766" fmla="*/ 3585480 w 5158787"/>
              <a:gd name="connsiteY14766" fmla="*/ 2634924 h 4489084"/>
              <a:gd name="connsiteX14767" fmla="*/ 3586428 w 5158787"/>
              <a:gd name="connsiteY14767" fmla="*/ 2634391 h 4489084"/>
              <a:gd name="connsiteX14768" fmla="*/ 2436691 w 5158787"/>
              <a:gd name="connsiteY14768" fmla="*/ 2634391 h 4489084"/>
              <a:gd name="connsiteX14769" fmla="*/ 2452563 w 5158787"/>
              <a:gd name="connsiteY14769" fmla="*/ 2634391 h 4489084"/>
              <a:gd name="connsiteX14770" fmla="*/ 2453511 w 5158787"/>
              <a:gd name="connsiteY14770" fmla="*/ 2634924 h 4489084"/>
              <a:gd name="connsiteX14771" fmla="*/ 2461447 w 5158787"/>
              <a:gd name="connsiteY14771" fmla="*/ 2648724 h 4489084"/>
              <a:gd name="connsiteX14772" fmla="*/ 2461447 w 5158787"/>
              <a:gd name="connsiteY14772" fmla="*/ 2649849 h 4489084"/>
              <a:gd name="connsiteX14773" fmla="*/ 2453511 w 5158787"/>
              <a:gd name="connsiteY14773" fmla="*/ 2663648 h 4489084"/>
              <a:gd name="connsiteX14774" fmla="*/ 2452563 w 5158787"/>
              <a:gd name="connsiteY14774" fmla="*/ 2664181 h 4489084"/>
              <a:gd name="connsiteX14775" fmla="*/ 2436691 w 5158787"/>
              <a:gd name="connsiteY14775" fmla="*/ 2664181 h 4489084"/>
              <a:gd name="connsiteX14776" fmla="*/ 2435743 w 5158787"/>
              <a:gd name="connsiteY14776" fmla="*/ 2663648 h 4489084"/>
              <a:gd name="connsiteX14777" fmla="*/ 2427807 w 5158787"/>
              <a:gd name="connsiteY14777" fmla="*/ 2649849 h 4489084"/>
              <a:gd name="connsiteX14778" fmla="*/ 2427807 w 5158787"/>
              <a:gd name="connsiteY14778" fmla="*/ 2648724 h 4489084"/>
              <a:gd name="connsiteX14779" fmla="*/ 2435743 w 5158787"/>
              <a:gd name="connsiteY14779" fmla="*/ 2634924 h 4489084"/>
              <a:gd name="connsiteX14780" fmla="*/ 2436691 w 5158787"/>
              <a:gd name="connsiteY14780" fmla="*/ 2634391 h 4489084"/>
              <a:gd name="connsiteX14781" fmla="*/ 3788918 w 5158787"/>
              <a:gd name="connsiteY14781" fmla="*/ 2633739 h 4489084"/>
              <a:gd name="connsiteX14782" fmla="*/ 3805501 w 5158787"/>
              <a:gd name="connsiteY14782" fmla="*/ 2633739 h 4489084"/>
              <a:gd name="connsiteX14783" fmla="*/ 3806508 w 5158787"/>
              <a:gd name="connsiteY14783" fmla="*/ 2634331 h 4489084"/>
              <a:gd name="connsiteX14784" fmla="*/ 3814799 w 5158787"/>
              <a:gd name="connsiteY14784" fmla="*/ 2648664 h 4489084"/>
              <a:gd name="connsiteX14785" fmla="*/ 3814799 w 5158787"/>
              <a:gd name="connsiteY14785" fmla="*/ 2649848 h 4489084"/>
              <a:gd name="connsiteX14786" fmla="*/ 3806508 w 5158787"/>
              <a:gd name="connsiteY14786" fmla="*/ 2664181 h 4489084"/>
              <a:gd name="connsiteX14787" fmla="*/ 3805501 w 5158787"/>
              <a:gd name="connsiteY14787" fmla="*/ 2664773 h 4489084"/>
              <a:gd name="connsiteX14788" fmla="*/ 3788918 w 5158787"/>
              <a:gd name="connsiteY14788" fmla="*/ 2664773 h 4489084"/>
              <a:gd name="connsiteX14789" fmla="*/ 3787912 w 5158787"/>
              <a:gd name="connsiteY14789" fmla="*/ 2664181 h 4489084"/>
              <a:gd name="connsiteX14790" fmla="*/ 3779620 w 5158787"/>
              <a:gd name="connsiteY14790" fmla="*/ 2649848 h 4489084"/>
              <a:gd name="connsiteX14791" fmla="*/ 3779620 w 5158787"/>
              <a:gd name="connsiteY14791" fmla="*/ 2648664 h 4489084"/>
              <a:gd name="connsiteX14792" fmla="*/ 3787912 w 5158787"/>
              <a:gd name="connsiteY14792" fmla="*/ 2634331 h 4489084"/>
              <a:gd name="connsiteX14793" fmla="*/ 3788918 w 5158787"/>
              <a:gd name="connsiteY14793" fmla="*/ 2633739 h 4489084"/>
              <a:gd name="connsiteX14794" fmla="*/ 4397574 w 5158787"/>
              <a:gd name="connsiteY14794" fmla="*/ 2633621 h 4489084"/>
              <a:gd name="connsiteX14795" fmla="*/ 4414217 w 5158787"/>
              <a:gd name="connsiteY14795" fmla="*/ 2633621 h 4489084"/>
              <a:gd name="connsiteX14796" fmla="*/ 4415223 w 5158787"/>
              <a:gd name="connsiteY14796" fmla="*/ 2634213 h 4489084"/>
              <a:gd name="connsiteX14797" fmla="*/ 4423574 w 5158787"/>
              <a:gd name="connsiteY14797" fmla="*/ 2648664 h 4489084"/>
              <a:gd name="connsiteX14798" fmla="*/ 4423574 w 5158787"/>
              <a:gd name="connsiteY14798" fmla="*/ 2649849 h 4489084"/>
              <a:gd name="connsiteX14799" fmla="*/ 4415223 w 5158787"/>
              <a:gd name="connsiteY14799" fmla="*/ 2664300 h 4489084"/>
              <a:gd name="connsiteX14800" fmla="*/ 4414217 w 5158787"/>
              <a:gd name="connsiteY14800" fmla="*/ 2664892 h 4489084"/>
              <a:gd name="connsiteX14801" fmla="*/ 4397574 w 5158787"/>
              <a:gd name="connsiteY14801" fmla="*/ 2664892 h 4489084"/>
              <a:gd name="connsiteX14802" fmla="*/ 4396567 w 5158787"/>
              <a:gd name="connsiteY14802" fmla="*/ 2664300 h 4489084"/>
              <a:gd name="connsiteX14803" fmla="*/ 4388217 w 5158787"/>
              <a:gd name="connsiteY14803" fmla="*/ 2649849 h 4489084"/>
              <a:gd name="connsiteX14804" fmla="*/ 4388217 w 5158787"/>
              <a:gd name="connsiteY14804" fmla="*/ 2648664 h 4489084"/>
              <a:gd name="connsiteX14805" fmla="*/ 4396567 w 5158787"/>
              <a:gd name="connsiteY14805" fmla="*/ 2634213 h 4489084"/>
              <a:gd name="connsiteX14806" fmla="*/ 4397574 w 5158787"/>
              <a:gd name="connsiteY14806" fmla="*/ 2633621 h 4489084"/>
              <a:gd name="connsiteX14807" fmla="*/ 2097982 w 5158787"/>
              <a:gd name="connsiteY14807" fmla="*/ 2633325 h 4489084"/>
              <a:gd name="connsiteX14808" fmla="*/ 2114980 w 5158787"/>
              <a:gd name="connsiteY14808" fmla="*/ 2633325 h 4489084"/>
              <a:gd name="connsiteX14809" fmla="*/ 2116046 w 5158787"/>
              <a:gd name="connsiteY14809" fmla="*/ 2633917 h 4489084"/>
              <a:gd name="connsiteX14810" fmla="*/ 2124515 w 5158787"/>
              <a:gd name="connsiteY14810" fmla="*/ 2648664 h 4489084"/>
              <a:gd name="connsiteX14811" fmla="*/ 2124515 w 5158787"/>
              <a:gd name="connsiteY14811" fmla="*/ 2649849 h 4489084"/>
              <a:gd name="connsiteX14812" fmla="*/ 2115987 w 5158787"/>
              <a:gd name="connsiteY14812" fmla="*/ 2664596 h 4489084"/>
              <a:gd name="connsiteX14813" fmla="*/ 2114921 w 5158787"/>
              <a:gd name="connsiteY14813" fmla="*/ 2665188 h 4489084"/>
              <a:gd name="connsiteX14814" fmla="*/ 2097923 w 5158787"/>
              <a:gd name="connsiteY14814" fmla="*/ 2665188 h 4489084"/>
              <a:gd name="connsiteX14815" fmla="*/ 2096857 w 5158787"/>
              <a:gd name="connsiteY14815" fmla="*/ 2664596 h 4489084"/>
              <a:gd name="connsiteX14816" fmla="*/ 2088388 w 5158787"/>
              <a:gd name="connsiteY14816" fmla="*/ 2649849 h 4489084"/>
              <a:gd name="connsiteX14817" fmla="*/ 2088388 w 5158787"/>
              <a:gd name="connsiteY14817" fmla="*/ 2648664 h 4489084"/>
              <a:gd name="connsiteX14818" fmla="*/ 2096916 w 5158787"/>
              <a:gd name="connsiteY14818" fmla="*/ 2633917 h 4489084"/>
              <a:gd name="connsiteX14819" fmla="*/ 2097982 w 5158787"/>
              <a:gd name="connsiteY14819" fmla="*/ 2633325 h 4489084"/>
              <a:gd name="connsiteX14820" fmla="*/ 2368227 w 5158787"/>
              <a:gd name="connsiteY14820" fmla="*/ 2632910 h 4489084"/>
              <a:gd name="connsiteX14821" fmla="*/ 2385698 w 5158787"/>
              <a:gd name="connsiteY14821" fmla="*/ 2632910 h 4489084"/>
              <a:gd name="connsiteX14822" fmla="*/ 2386764 w 5158787"/>
              <a:gd name="connsiteY14822" fmla="*/ 2633502 h 4489084"/>
              <a:gd name="connsiteX14823" fmla="*/ 2395470 w 5158787"/>
              <a:gd name="connsiteY14823" fmla="*/ 2648605 h 4489084"/>
              <a:gd name="connsiteX14824" fmla="*/ 2395470 w 5158787"/>
              <a:gd name="connsiteY14824" fmla="*/ 2649848 h 4489084"/>
              <a:gd name="connsiteX14825" fmla="*/ 2386764 w 5158787"/>
              <a:gd name="connsiteY14825" fmla="*/ 2664951 h 4489084"/>
              <a:gd name="connsiteX14826" fmla="*/ 2385698 w 5158787"/>
              <a:gd name="connsiteY14826" fmla="*/ 2665543 h 4489084"/>
              <a:gd name="connsiteX14827" fmla="*/ 2368227 w 5158787"/>
              <a:gd name="connsiteY14827" fmla="*/ 2665543 h 4489084"/>
              <a:gd name="connsiteX14828" fmla="*/ 2367160 w 5158787"/>
              <a:gd name="connsiteY14828" fmla="*/ 2664951 h 4489084"/>
              <a:gd name="connsiteX14829" fmla="*/ 2358455 w 5158787"/>
              <a:gd name="connsiteY14829" fmla="*/ 2649848 h 4489084"/>
              <a:gd name="connsiteX14830" fmla="*/ 2358455 w 5158787"/>
              <a:gd name="connsiteY14830" fmla="*/ 2648605 h 4489084"/>
              <a:gd name="connsiteX14831" fmla="*/ 2367160 w 5158787"/>
              <a:gd name="connsiteY14831" fmla="*/ 2633502 h 4489084"/>
              <a:gd name="connsiteX14832" fmla="*/ 2368227 w 5158787"/>
              <a:gd name="connsiteY14832" fmla="*/ 2632910 h 4489084"/>
              <a:gd name="connsiteX14833" fmla="*/ 2165322 w 5158787"/>
              <a:gd name="connsiteY14833" fmla="*/ 2632910 h 4489084"/>
              <a:gd name="connsiteX14834" fmla="*/ 2182793 w 5158787"/>
              <a:gd name="connsiteY14834" fmla="*/ 2632910 h 4489084"/>
              <a:gd name="connsiteX14835" fmla="*/ 2183859 w 5158787"/>
              <a:gd name="connsiteY14835" fmla="*/ 2633502 h 4489084"/>
              <a:gd name="connsiteX14836" fmla="*/ 2192565 w 5158787"/>
              <a:gd name="connsiteY14836" fmla="*/ 2648605 h 4489084"/>
              <a:gd name="connsiteX14837" fmla="*/ 2192565 w 5158787"/>
              <a:gd name="connsiteY14837" fmla="*/ 2649848 h 4489084"/>
              <a:gd name="connsiteX14838" fmla="*/ 2183859 w 5158787"/>
              <a:gd name="connsiteY14838" fmla="*/ 2664951 h 4489084"/>
              <a:gd name="connsiteX14839" fmla="*/ 2182793 w 5158787"/>
              <a:gd name="connsiteY14839" fmla="*/ 2665543 h 4489084"/>
              <a:gd name="connsiteX14840" fmla="*/ 2165322 w 5158787"/>
              <a:gd name="connsiteY14840" fmla="*/ 2665543 h 4489084"/>
              <a:gd name="connsiteX14841" fmla="*/ 2164256 w 5158787"/>
              <a:gd name="connsiteY14841" fmla="*/ 2664951 h 4489084"/>
              <a:gd name="connsiteX14842" fmla="*/ 2155550 w 5158787"/>
              <a:gd name="connsiteY14842" fmla="*/ 2649848 h 4489084"/>
              <a:gd name="connsiteX14843" fmla="*/ 2155550 w 5158787"/>
              <a:gd name="connsiteY14843" fmla="*/ 2648605 h 4489084"/>
              <a:gd name="connsiteX14844" fmla="*/ 2164256 w 5158787"/>
              <a:gd name="connsiteY14844" fmla="*/ 2633502 h 4489084"/>
              <a:gd name="connsiteX14845" fmla="*/ 2165322 w 5158787"/>
              <a:gd name="connsiteY14845" fmla="*/ 2632910 h 4489084"/>
              <a:gd name="connsiteX14846" fmla="*/ 2029874 w 5158787"/>
              <a:gd name="connsiteY14846" fmla="*/ 2632496 h 4489084"/>
              <a:gd name="connsiteX14847" fmla="*/ 2047760 w 5158787"/>
              <a:gd name="connsiteY14847" fmla="*/ 2632496 h 4489084"/>
              <a:gd name="connsiteX14848" fmla="*/ 2048826 w 5158787"/>
              <a:gd name="connsiteY14848" fmla="*/ 2633148 h 4489084"/>
              <a:gd name="connsiteX14849" fmla="*/ 2057769 w 5158787"/>
              <a:gd name="connsiteY14849" fmla="*/ 2648665 h 4489084"/>
              <a:gd name="connsiteX14850" fmla="*/ 2057769 w 5158787"/>
              <a:gd name="connsiteY14850" fmla="*/ 2649908 h 4489084"/>
              <a:gd name="connsiteX14851" fmla="*/ 2048826 w 5158787"/>
              <a:gd name="connsiteY14851" fmla="*/ 2665425 h 4489084"/>
              <a:gd name="connsiteX14852" fmla="*/ 2047760 w 5158787"/>
              <a:gd name="connsiteY14852" fmla="*/ 2666077 h 4489084"/>
              <a:gd name="connsiteX14853" fmla="*/ 2029874 w 5158787"/>
              <a:gd name="connsiteY14853" fmla="*/ 2666077 h 4489084"/>
              <a:gd name="connsiteX14854" fmla="*/ 2028808 w 5158787"/>
              <a:gd name="connsiteY14854" fmla="*/ 2665425 h 4489084"/>
              <a:gd name="connsiteX14855" fmla="*/ 2019865 w 5158787"/>
              <a:gd name="connsiteY14855" fmla="*/ 2649908 h 4489084"/>
              <a:gd name="connsiteX14856" fmla="*/ 2019865 w 5158787"/>
              <a:gd name="connsiteY14856" fmla="*/ 2648665 h 4489084"/>
              <a:gd name="connsiteX14857" fmla="*/ 2028808 w 5158787"/>
              <a:gd name="connsiteY14857" fmla="*/ 2633148 h 4489084"/>
              <a:gd name="connsiteX14858" fmla="*/ 2029874 w 5158787"/>
              <a:gd name="connsiteY14858" fmla="*/ 2632496 h 4489084"/>
              <a:gd name="connsiteX14859" fmla="*/ 2232660 w 5158787"/>
              <a:gd name="connsiteY14859" fmla="*/ 2632318 h 4489084"/>
              <a:gd name="connsiteX14860" fmla="*/ 2250783 w 5158787"/>
              <a:gd name="connsiteY14860" fmla="*/ 2632318 h 4489084"/>
              <a:gd name="connsiteX14861" fmla="*/ 2251909 w 5158787"/>
              <a:gd name="connsiteY14861" fmla="*/ 2632969 h 4489084"/>
              <a:gd name="connsiteX14862" fmla="*/ 2260970 w 5158787"/>
              <a:gd name="connsiteY14862" fmla="*/ 2648664 h 4489084"/>
              <a:gd name="connsiteX14863" fmla="*/ 2260970 w 5158787"/>
              <a:gd name="connsiteY14863" fmla="*/ 2649967 h 4489084"/>
              <a:gd name="connsiteX14864" fmla="*/ 2251909 w 5158787"/>
              <a:gd name="connsiteY14864" fmla="*/ 2665662 h 4489084"/>
              <a:gd name="connsiteX14865" fmla="*/ 2250783 w 5158787"/>
              <a:gd name="connsiteY14865" fmla="*/ 2666313 h 4489084"/>
              <a:gd name="connsiteX14866" fmla="*/ 2232660 w 5158787"/>
              <a:gd name="connsiteY14866" fmla="*/ 2666313 h 4489084"/>
              <a:gd name="connsiteX14867" fmla="*/ 2231535 w 5158787"/>
              <a:gd name="connsiteY14867" fmla="*/ 2665662 h 4489084"/>
              <a:gd name="connsiteX14868" fmla="*/ 2222474 w 5158787"/>
              <a:gd name="connsiteY14868" fmla="*/ 2649967 h 4489084"/>
              <a:gd name="connsiteX14869" fmla="*/ 2222474 w 5158787"/>
              <a:gd name="connsiteY14869" fmla="*/ 2648664 h 4489084"/>
              <a:gd name="connsiteX14870" fmla="*/ 2231535 w 5158787"/>
              <a:gd name="connsiteY14870" fmla="*/ 2632969 h 4489084"/>
              <a:gd name="connsiteX14871" fmla="*/ 2232660 w 5158787"/>
              <a:gd name="connsiteY14871" fmla="*/ 2632318 h 4489084"/>
              <a:gd name="connsiteX14872" fmla="*/ 4464202 w 5158787"/>
              <a:gd name="connsiteY14872" fmla="*/ 2631785 h 4489084"/>
              <a:gd name="connsiteX14873" fmla="*/ 4482858 w 5158787"/>
              <a:gd name="connsiteY14873" fmla="*/ 2631785 h 4489084"/>
              <a:gd name="connsiteX14874" fmla="*/ 4483983 w 5158787"/>
              <a:gd name="connsiteY14874" fmla="*/ 2632437 h 4489084"/>
              <a:gd name="connsiteX14875" fmla="*/ 4493282 w 5158787"/>
              <a:gd name="connsiteY14875" fmla="*/ 2648605 h 4489084"/>
              <a:gd name="connsiteX14876" fmla="*/ 4493282 w 5158787"/>
              <a:gd name="connsiteY14876" fmla="*/ 2649908 h 4489084"/>
              <a:gd name="connsiteX14877" fmla="*/ 4483924 w 5158787"/>
              <a:gd name="connsiteY14877" fmla="*/ 2666077 h 4489084"/>
              <a:gd name="connsiteX14878" fmla="*/ 4482799 w 5158787"/>
              <a:gd name="connsiteY14878" fmla="*/ 2666728 h 4489084"/>
              <a:gd name="connsiteX14879" fmla="*/ 4464143 w 5158787"/>
              <a:gd name="connsiteY14879" fmla="*/ 2666728 h 4489084"/>
              <a:gd name="connsiteX14880" fmla="*/ 4463018 w 5158787"/>
              <a:gd name="connsiteY14880" fmla="*/ 2666077 h 4489084"/>
              <a:gd name="connsiteX14881" fmla="*/ 4453719 w 5158787"/>
              <a:gd name="connsiteY14881" fmla="*/ 2649908 h 4489084"/>
              <a:gd name="connsiteX14882" fmla="*/ 4453719 w 5158787"/>
              <a:gd name="connsiteY14882" fmla="*/ 2648605 h 4489084"/>
              <a:gd name="connsiteX14883" fmla="*/ 4463077 w 5158787"/>
              <a:gd name="connsiteY14883" fmla="*/ 2632437 h 4489084"/>
              <a:gd name="connsiteX14884" fmla="*/ 4464202 w 5158787"/>
              <a:gd name="connsiteY14884" fmla="*/ 2631785 h 4489084"/>
              <a:gd name="connsiteX14885" fmla="*/ 4937530 w 5158787"/>
              <a:gd name="connsiteY14885" fmla="*/ 2631667 h 4489084"/>
              <a:gd name="connsiteX14886" fmla="*/ 4956304 w 5158787"/>
              <a:gd name="connsiteY14886" fmla="*/ 2631667 h 4489084"/>
              <a:gd name="connsiteX14887" fmla="*/ 4957430 w 5158787"/>
              <a:gd name="connsiteY14887" fmla="*/ 2632318 h 4489084"/>
              <a:gd name="connsiteX14888" fmla="*/ 4966787 w 5158787"/>
              <a:gd name="connsiteY14888" fmla="*/ 2648546 h 4489084"/>
              <a:gd name="connsiteX14889" fmla="*/ 4966787 w 5158787"/>
              <a:gd name="connsiteY14889" fmla="*/ 2649849 h 4489084"/>
              <a:gd name="connsiteX14890" fmla="*/ 4957370 w 5158787"/>
              <a:gd name="connsiteY14890" fmla="*/ 2666077 h 4489084"/>
              <a:gd name="connsiteX14891" fmla="*/ 4956245 w 5158787"/>
              <a:gd name="connsiteY14891" fmla="*/ 2666728 h 4489084"/>
              <a:gd name="connsiteX14892" fmla="*/ 4937471 w 5158787"/>
              <a:gd name="connsiteY14892" fmla="*/ 2666728 h 4489084"/>
              <a:gd name="connsiteX14893" fmla="*/ 4936345 w 5158787"/>
              <a:gd name="connsiteY14893" fmla="*/ 2666077 h 4489084"/>
              <a:gd name="connsiteX14894" fmla="*/ 4926988 w 5158787"/>
              <a:gd name="connsiteY14894" fmla="*/ 2649849 h 4489084"/>
              <a:gd name="connsiteX14895" fmla="*/ 4926988 w 5158787"/>
              <a:gd name="connsiteY14895" fmla="*/ 2648546 h 4489084"/>
              <a:gd name="connsiteX14896" fmla="*/ 4936404 w 5158787"/>
              <a:gd name="connsiteY14896" fmla="*/ 2632318 h 4489084"/>
              <a:gd name="connsiteX14897" fmla="*/ 4937530 w 5158787"/>
              <a:gd name="connsiteY14897" fmla="*/ 2631667 h 4489084"/>
              <a:gd name="connsiteX14898" fmla="*/ 2299940 w 5158787"/>
              <a:gd name="connsiteY14898" fmla="*/ 2631667 h 4489084"/>
              <a:gd name="connsiteX14899" fmla="*/ 2318714 w 5158787"/>
              <a:gd name="connsiteY14899" fmla="*/ 2631667 h 4489084"/>
              <a:gd name="connsiteX14900" fmla="*/ 2319839 w 5158787"/>
              <a:gd name="connsiteY14900" fmla="*/ 2632318 h 4489084"/>
              <a:gd name="connsiteX14901" fmla="*/ 2329197 w 5158787"/>
              <a:gd name="connsiteY14901" fmla="*/ 2648546 h 4489084"/>
              <a:gd name="connsiteX14902" fmla="*/ 2329197 w 5158787"/>
              <a:gd name="connsiteY14902" fmla="*/ 2649849 h 4489084"/>
              <a:gd name="connsiteX14903" fmla="*/ 2319780 w 5158787"/>
              <a:gd name="connsiteY14903" fmla="*/ 2666077 h 4489084"/>
              <a:gd name="connsiteX14904" fmla="*/ 2318655 w 5158787"/>
              <a:gd name="connsiteY14904" fmla="*/ 2666728 h 4489084"/>
              <a:gd name="connsiteX14905" fmla="*/ 2299880 w 5158787"/>
              <a:gd name="connsiteY14905" fmla="*/ 2666728 h 4489084"/>
              <a:gd name="connsiteX14906" fmla="*/ 2298755 w 5158787"/>
              <a:gd name="connsiteY14906" fmla="*/ 2666077 h 4489084"/>
              <a:gd name="connsiteX14907" fmla="*/ 2289398 w 5158787"/>
              <a:gd name="connsiteY14907" fmla="*/ 2649849 h 4489084"/>
              <a:gd name="connsiteX14908" fmla="*/ 2289398 w 5158787"/>
              <a:gd name="connsiteY14908" fmla="*/ 2648546 h 4489084"/>
              <a:gd name="connsiteX14909" fmla="*/ 2298814 w 5158787"/>
              <a:gd name="connsiteY14909" fmla="*/ 2632318 h 4489084"/>
              <a:gd name="connsiteX14910" fmla="*/ 2299940 w 5158787"/>
              <a:gd name="connsiteY14910" fmla="*/ 2631667 h 4489084"/>
              <a:gd name="connsiteX14911" fmla="*/ 1961765 w 5158787"/>
              <a:gd name="connsiteY14911" fmla="*/ 2631607 h 4489084"/>
              <a:gd name="connsiteX14912" fmla="*/ 1980658 w 5158787"/>
              <a:gd name="connsiteY14912" fmla="*/ 2631607 h 4489084"/>
              <a:gd name="connsiteX14913" fmla="*/ 1981783 w 5158787"/>
              <a:gd name="connsiteY14913" fmla="*/ 2632258 h 4489084"/>
              <a:gd name="connsiteX14914" fmla="*/ 1991200 w 5158787"/>
              <a:gd name="connsiteY14914" fmla="*/ 2648605 h 4489084"/>
              <a:gd name="connsiteX14915" fmla="*/ 1991200 w 5158787"/>
              <a:gd name="connsiteY14915" fmla="*/ 2649967 h 4489084"/>
              <a:gd name="connsiteX14916" fmla="*/ 1981783 w 5158787"/>
              <a:gd name="connsiteY14916" fmla="*/ 2666313 h 4489084"/>
              <a:gd name="connsiteX14917" fmla="*/ 1980658 w 5158787"/>
              <a:gd name="connsiteY14917" fmla="*/ 2666964 h 4489084"/>
              <a:gd name="connsiteX14918" fmla="*/ 1961765 w 5158787"/>
              <a:gd name="connsiteY14918" fmla="*/ 2666964 h 4489084"/>
              <a:gd name="connsiteX14919" fmla="*/ 1960640 w 5158787"/>
              <a:gd name="connsiteY14919" fmla="*/ 2666313 h 4489084"/>
              <a:gd name="connsiteX14920" fmla="*/ 1951223 w 5158787"/>
              <a:gd name="connsiteY14920" fmla="*/ 2649967 h 4489084"/>
              <a:gd name="connsiteX14921" fmla="*/ 1951223 w 5158787"/>
              <a:gd name="connsiteY14921" fmla="*/ 2648605 h 4489084"/>
              <a:gd name="connsiteX14922" fmla="*/ 1960640 w 5158787"/>
              <a:gd name="connsiteY14922" fmla="*/ 2632258 h 4489084"/>
              <a:gd name="connsiteX14923" fmla="*/ 1961765 w 5158787"/>
              <a:gd name="connsiteY14923" fmla="*/ 2631607 h 4489084"/>
              <a:gd name="connsiteX14924" fmla="*/ 1825665 w 5158787"/>
              <a:gd name="connsiteY14924" fmla="*/ 2630008 h 4489084"/>
              <a:gd name="connsiteX14925" fmla="*/ 1846217 w 5158787"/>
              <a:gd name="connsiteY14925" fmla="*/ 2630008 h 4489084"/>
              <a:gd name="connsiteX14926" fmla="*/ 1847460 w 5158787"/>
              <a:gd name="connsiteY14926" fmla="*/ 2630719 h 4489084"/>
              <a:gd name="connsiteX14927" fmla="*/ 1857706 w 5158787"/>
              <a:gd name="connsiteY14927" fmla="*/ 2648486 h 4489084"/>
              <a:gd name="connsiteX14928" fmla="*/ 1857706 w 5158787"/>
              <a:gd name="connsiteY14928" fmla="*/ 2649967 h 4489084"/>
              <a:gd name="connsiteX14929" fmla="*/ 1847460 w 5158787"/>
              <a:gd name="connsiteY14929" fmla="*/ 2667734 h 4489084"/>
              <a:gd name="connsiteX14930" fmla="*/ 1846217 w 5158787"/>
              <a:gd name="connsiteY14930" fmla="*/ 2668445 h 4489084"/>
              <a:gd name="connsiteX14931" fmla="*/ 1825665 w 5158787"/>
              <a:gd name="connsiteY14931" fmla="*/ 2668445 h 4489084"/>
              <a:gd name="connsiteX14932" fmla="*/ 1824422 w 5158787"/>
              <a:gd name="connsiteY14932" fmla="*/ 2667734 h 4489084"/>
              <a:gd name="connsiteX14933" fmla="*/ 1814176 w 5158787"/>
              <a:gd name="connsiteY14933" fmla="*/ 2649967 h 4489084"/>
              <a:gd name="connsiteX14934" fmla="*/ 1814176 w 5158787"/>
              <a:gd name="connsiteY14934" fmla="*/ 2648486 h 4489084"/>
              <a:gd name="connsiteX14935" fmla="*/ 1824422 w 5158787"/>
              <a:gd name="connsiteY14935" fmla="*/ 2630719 h 4489084"/>
              <a:gd name="connsiteX14936" fmla="*/ 1825665 w 5158787"/>
              <a:gd name="connsiteY14936" fmla="*/ 2630008 h 4489084"/>
              <a:gd name="connsiteX14937" fmla="*/ 4598406 w 5158787"/>
              <a:gd name="connsiteY14937" fmla="*/ 2629831 h 4489084"/>
              <a:gd name="connsiteX14938" fmla="*/ 4619135 w 5158787"/>
              <a:gd name="connsiteY14938" fmla="*/ 2629831 h 4489084"/>
              <a:gd name="connsiteX14939" fmla="*/ 4620379 w 5158787"/>
              <a:gd name="connsiteY14939" fmla="*/ 2630542 h 4489084"/>
              <a:gd name="connsiteX14940" fmla="*/ 4630743 w 5158787"/>
              <a:gd name="connsiteY14940" fmla="*/ 2648546 h 4489084"/>
              <a:gd name="connsiteX14941" fmla="*/ 4630743 w 5158787"/>
              <a:gd name="connsiteY14941" fmla="*/ 2650027 h 4489084"/>
              <a:gd name="connsiteX14942" fmla="*/ 4620379 w 5158787"/>
              <a:gd name="connsiteY14942" fmla="*/ 2668031 h 4489084"/>
              <a:gd name="connsiteX14943" fmla="*/ 4619135 w 5158787"/>
              <a:gd name="connsiteY14943" fmla="*/ 2668742 h 4489084"/>
              <a:gd name="connsiteX14944" fmla="*/ 4598406 w 5158787"/>
              <a:gd name="connsiteY14944" fmla="*/ 2668742 h 4489084"/>
              <a:gd name="connsiteX14945" fmla="*/ 4597162 w 5158787"/>
              <a:gd name="connsiteY14945" fmla="*/ 2668031 h 4489084"/>
              <a:gd name="connsiteX14946" fmla="*/ 4586798 w 5158787"/>
              <a:gd name="connsiteY14946" fmla="*/ 2650027 h 4489084"/>
              <a:gd name="connsiteX14947" fmla="*/ 4586798 w 5158787"/>
              <a:gd name="connsiteY14947" fmla="*/ 2648546 h 4489084"/>
              <a:gd name="connsiteX14948" fmla="*/ 4597162 w 5158787"/>
              <a:gd name="connsiteY14948" fmla="*/ 2630542 h 4489084"/>
              <a:gd name="connsiteX14949" fmla="*/ 4598406 w 5158787"/>
              <a:gd name="connsiteY14949" fmla="*/ 2629831 h 4489084"/>
              <a:gd name="connsiteX14950" fmla="*/ 1893064 w 5158787"/>
              <a:gd name="connsiteY14950" fmla="*/ 2629594 h 4489084"/>
              <a:gd name="connsiteX14951" fmla="*/ 1914030 w 5158787"/>
              <a:gd name="connsiteY14951" fmla="*/ 2629594 h 4489084"/>
              <a:gd name="connsiteX14952" fmla="*/ 1915332 w 5158787"/>
              <a:gd name="connsiteY14952" fmla="*/ 2630364 h 4489084"/>
              <a:gd name="connsiteX14953" fmla="*/ 1925815 w 5158787"/>
              <a:gd name="connsiteY14953" fmla="*/ 2648546 h 4489084"/>
              <a:gd name="connsiteX14954" fmla="*/ 1925815 w 5158787"/>
              <a:gd name="connsiteY14954" fmla="*/ 2650027 h 4489084"/>
              <a:gd name="connsiteX14955" fmla="*/ 1915332 w 5158787"/>
              <a:gd name="connsiteY14955" fmla="*/ 2668209 h 4489084"/>
              <a:gd name="connsiteX14956" fmla="*/ 1914030 w 5158787"/>
              <a:gd name="connsiteY14956" fmla="*/ 2668979 h 4489084"/>
              <a:gd name="connsiteX14957" fmla="*/ 1893064 w 5158787"/>
              <a:gd name="connsiteY14957" fmla="*/ 2668979 h 4489084"/>
              <a:gd name="connsiteX14958" fmla="*/ 1891761 w 5158787"/>
              <a:gd name="connsiteY14958" fmla="*/ 2668209 h 4489084"/>
              <a:gd name="connsiteX14959" fmla="*/ 1881278 w 5158787"/>
              <a:gd name="connsiteY14959" fmla="*/ 2650027 h 4489084"/>
              <a:gd name="connsiteX14960" fmla="*/ 1881278 w 5158787"/>
              <a:gd name="connsiteY14960" fmla="*/ 2648546 h 4489084"/>
              <a:gd name="connsiteX14961" fmla="*/ 1891761 w 5158787"/>
              <a:gd name="connsiteY14961" fmla="*/ 2630364 h 4489084"/>
              <a:gd name="connsiteX14962" fmla="*/ 1893064 w 5158787"/>
              <a:gd name="connsiteY14962" fmla="*/ 2629594 h 4489084"/>
              <a:gd name="connsiteX14963" fmla="*/ 4530534 w 5158787"/>
              <a:gd name="connsiteY14963" fmla="*/ 2629416 h 4489084"/>
              <a:gd name="connsiteX14964" fmla="*/ 4551737 w 5158787"/>
              <a:gd name="connsiteY14964" fmla="*/ 2629416 h 4489084"/>
              <a:gd name="connsiteX14965" fmla="*/ 4553040 w 5158787"/>
              <a:gd name="connsiteY14965" fmla="*/ 2630186 h 4489084"/>
              <a:gd name="connsiteX14966" fmla="*/ 4563641 w 5158787"/>
              <a:gd name="connsiteY14966" fmla="*/ 2648546 h 4489084"/>
              <a:gd name="connsiteX14967" fmla="*/ 4563641 w 5158787"/>
              <a:gd name="connsiteY14967" fmla="*/ 2650026 h 4489084"/>
              <a:gd name="connsiteX14968" fmla="*/ 4553040 w 5158787"/>
              <a:gd name="connsiteY14968" fmla="*/ 2668386 h 4489084"/>
              <a:gd name="connsiteX14969" fmla="*/ 4551737 w 5158787"/>
              <a:gd name="connsiteY14969" fmla="*/ 2669156 h 4489084"/>
              <a:gd name="connsiteX14970" fmla="*/ 4530534 w 5158787"/>
              <a:gd name="connsiteY14970" fmla="*/ 2669156 h 4489084"/>
              <a:gd name="connsiteX14971" fmla="*/ 4529231 w 5158787"/>
              <a:gd name="connsiteY14971" fmla="*/ 2668386 h 4489084"/>
              <a:gd name="connsiteX14972" fmla="*/ 4518630 w 5158787"/>
              <a:gd name="connsiteY14972" fmla="*/ 2650026 h 4489084"/>
              <a:gd name="connsiteX14973" fmla="*/ 4518630 w 5158787"/>
              <a:gd name="connsiteY14973" fmla="*/ 2648546 h 4489084"/>
              <a:gd name="connsiteX14974" fmla="*/ 4529231 w 5158787"/>
              <a:gd name="connsiteY14974" fmla="*/ 2630186 h 4489084"/>
              <a:gd name="connsiteX14975" fmla="*/ 4530534 w 5158787"/>
              <a:gd name="connsiteY14975" fmla="*/ 2629416 h 4489084"/>
              <a:gd name="connsiteX14976" fmla="*/ 4665627 w 5158787"/>
              <a:gd name="connsiteY14976" fmla="*/ 2629001 h 4489084"/>
              <a:gd name="connsiteX14977" fmla="*/ 4687245 w 5158787"/>
              <a:gd name="connsiteY14977" fmla="*/ 2629001 h 4489084"/>
              <a:gd name="connsiteX14978" fmla="*/ 4688547 w 5158787"/>
              <a:gd name="connsiteY14978" fmla="*/ 2629771 h 4489084"/>
              <a:gd name="connsiteX14979" fmla="*/ 4699385 w 5158787"/>
              <a:gd name="connsiteY14979" fmla="*/ 2648486 h 4489084"/>
              <a:gd name="connsiteX14980" fmla="*/ 4699385 w 5158787"/>
              <a:gd name="connsiteY14980" fmla="*/ 2650026 h 4489084"/>
              <a:gd name="connsiteX14981" fmla="*/ 4688547 w 5158787"/>
              <a:gd name="connsiteY14981" fmla="*/ 2668741 h 4489084"/>
              <a:gd name="connsiteX14982" fmla="*/ 4687245 w 5158787"/>
              <a:gd name="connsiteY14982" fmla="*/ 2669511 h 4489084"/>
              <a:gd name="connsiteX14983" fmla="*/ 4665627 w 5158787"/>
              <a:gd name="connsiteY14983" fmla="*/ 2669511 h 4489084"/>
              <a:gd name="connsiteX14984" fmla="*/ 4664324 w 5158787"/>
              <a:gd name="connsiteY14984" fmla="*/ 2668741 h 4489084"/>
              <a:gd name="connsiteX14985" fmla="*/ 4653486 w 5158787"/>
              <a:gd name="connsiteY14985" fmla="*/ 2650026 h 4489084"/>
              <a:gd name="connsiteX14986" fmla="*/ 4653486 w 5158787"/>
              <a:gd name="connsiteY14986" fmla="*/ 2648486 h 4489084"/>
              <a:gd name="connsiteX14987" fmla="*/ 4664324 w 5158787"/>
              <a:gd name="connsiteY14987" fmla="*/ 2629771 h 4489084"/>
              <a:gd name="connsiteX14988" fmla="*/ 4665627 w 5158787"/>
              <a:gd name="connsiteY14988" fmla="*/ 2629001 h 4489084"/>
              <a:gd name="connsiteX14989" fmla="*/ 4733025 w 5158787"/>
              <a:gd name="connsiteY14989" fmla="*/ 2628587 h 4489084"/>
              <a:gd name="connsiteX14990" fmla="*/ 4755116 w 5158787"/>
              <a:gd name="connsiteY14990" fmla="*/ 2628587 h 4489084"/>
              <a:gd name="connsiteX14991" fmla="*/ 4756478 w 5158787"/>
              <a:gd name="connsiteY14991" fmla="*/ 2629357 h 4489084"/>
              <a:gd name="connsiteX14992" fmla="*/ 4767494 w 5158787"/>
              <a:gd name="connsiteY14992" fmla="*/ 2648487 h 4489084"/>
              <a:gd name="connsiteX14993" fmla="*/ 4767494 w 5158787"/>
              <a:gd name="connsiteY14993" fmla="*/ 2650026 h 4489084"/>
              <a:gd name="connsiteX14994" fmla="*/ 4756419 w 5158787"/>
              <a:gd name="connsiteY14994" fmla="*/ 2669156 h 4489084"/>
              <a:gd name="connsiteX14995" fmla="*/ 4755057 w 5158787"/>
              <a:gd name="connsiteY14995" fmla="*/ 2669926 h 4489084"/>
              <a:gd name="connsiteX14996" fmla="*/ 4732966 w 5158787"/>
              <a:gd name="connsiteY14996" fmla="*/ 2669926 h 4489084"/>
              <a:gd name="connsiteX14997" fmla="*/ 4731604 w 5158787"/>
              <a:gd name="connsiteY14997" fmla="*/ 2669156 h 4489084"/>
              <a:gd name="connsiteX14998" fmla="*/ 4720588 w 5158787"/>
              <a:gd name="connsiteY14998" fmla="*/ 2650026 h 4489084"/>
              <a:gd name="connsiteX14999" fmla="*/ 4720588 w 5158787"/>
              <a:gd name="connsiteY14999" fmla="*/ 2648487 h 4489084"/>
              <a:gd name="connsiteX15000" fmla="*/ 4731663 w 5158787"/>
              <a:gd name="connsiteY15000" fmla="*/ 2629357 h 4489084"/>
              <a:gd name="connsiteX15001" fmla="*/ 4733025 w 5158787"/>
              <a:gd name="connsiteY15001" fmla="*/ 2628587 h 4489084"/>
              <a:gd name="connsiteX15002" fmla="*/ 1757260 w 5158787"/>
              <a:gd name="connsiteY15002" fmla="*/ 2628587 h 4489084"/>
              <a:gd name="connsiteX15003" fmla="*/ 1779351 w 5158787"/>
              <a:gd name="connsiteY15003" fmla="*/ 2628587 h 4489084"/>
              <a:gd name="connsiteX15004" fmla="*/ 1780713 w 5158787"/>
              <a:gd name="connsiteY15004" fmla="*/ 2629357 h 4489084"/>
              <a:gd name="connsiteX15005" fmla="*/ 1791729 w 5158787"/>
              <a:gd name="connsiteY15005" fmla="*/ 2648487 h 4489084"/>
              <a:gd name="connsiteX15006" fmla="*/ 1791729 w 5158787"/>
              <a:gd name="connsiteY15006" fmla="*/ 2650026 h 4489084"/>
              <a:gd name="connsiteX15007" fmla="*/ 1780654 w 5158787"/>
              <a:gd name="connsiteY15007" fmla="*/ 2669156 h 4489084"/>
              <a:gd name="connsiteX15008" fmla="*/ 1779292 w 5158787"/>
              <a:gd name="connsiteY15008" fmla="*/ 2669926 h 4489084"/>
              <a:gd name="connsiteX15009" fmla="*/ 1757201 w 5158787"/>
              <a:gd name="connsiteY15009" fmla="*/ 2669926 h 4489084"/>
              <a:gd name="connsiteX15010" fmla="*/ 1755839 w 5158787"/>
              <a:gd name="connsiteY15010" fmla="*/ 2669156 h 4489084"/>
              <a:gd name="connsiteX15011" fmla="*/ 1744823 w 5158787"/>
              <a:gd name="connsiteY15011" fmla="*/ 2650026 h 4489084"/>
              <a:gd name="connsiteX15012" fmla="*/ 1744823 w 5158787"/>
              <a:gd name="connsiteY15012" fmla="*/ 2648487 h 4489084"/>
              <a:gd name="connsiteX15013" fmla="*/ 1755898 w 5158787"/>
              <a:gd name="connsiteY15013" fmla="*/ 2629357 h 4489084"/>
              <a:gd name="connsiteX15014" fmla="*/ 1757260 w 5158787"/>
              <a:gd name="connsiteY15014" fmla="*/ 2628587 h 4489084"/>
              <a:gd name="connsiteX15015" fmla="*/ 1554237 w 5158787"/>
              <a:gd name="connsiteY15015" fmla="*/ 2628350 h 4489084"/>
              <a:gd name="connsiteX15016" fmla="*/ 1576564 w 5158787"/>
              <a:gd name="connsiteY15016" fmla="*/ 2628350 h 4489084"/>
              <a:gd name="connsiteX15017" fmla="*/ 1577927 w 5158787"/>
              <a:gd name="connsiteY15017" fmla="*/ 2629120 h 4489084"/>
              <a:gd name="connsiteX15018" fmla="*/ 1589061 w 5158787"/>
              <a:gd name="connsiteY15018" fmla="*/ 2648427 h 4489084"/>
              <a:gd name="connsiteX15019" fmla="*/ 1589061 w 5158787"/>
              <a:gd name="connsiteY15019" fmla="*/ 2650026 h 4489084"/>
              <a:gd name="connsiteX15020" fmla="*/ 1577927 w 5158787"/>
              <a:gd name="connsiteY15020" fmla="*/ 2669334 h 4489084"/>
              <a:gd name="connsiteX15021" fmla="*/ 1576564 w 5158787"/>
              <a:gd name="connsiteY15021" fmla="*/ 2670104 h 4489084"/>
              <a:gd name="connsiteX15022" fmla="*/ 1554237 w 5158787"/>
              <a:gd name="connsiteY15022" fmla="*/ 2670104 h 4489084"/>
              <a:gd name="connsiteX15023" fmla="*/ 1552874 w 5158787"/>
              <a:gd name="connsiteY15023" fmla="*/ 2669334 h 4489084"/>
              <a:gd name="connsiteX15024" fmla="*/ 1541740 w 5158787"/>
              <a:gd name="connsiteY15024" fmla="*/ 2650026 h 4489084"/>
              <a:gd name="connsiteX15025" fmla="*/ 1541740 w 5158787"/>
              <a:gd name="connsiteY15025" fmla="*/ 2648427 h 4489084"/>
              <a:gd name="connsiteX15026" fmla="*/ 1552874 w 5158787"/>
              <a:gd name="connsiteY15026" fmla="*/ 2629120 h 4489084"/>
              <a:gd name="connsiteX15027" fmla="*/ 1554237 w 5158787"/>
              <a:gd name="connsiteY15027" fmla="*/ 2628350 h 4489084"/>
              <a:gd name="connsiteX15028" fmla="*/ 1689448 w 5158787"/>
              <a:gd name="connsiteY15028" fmla="*/ 2628172 h 4489084"/>
              <a:gd name="connsiteX15029" fmla="*/ 1711954 w 5158787"/>
              <a:gd name="connsiteY15029" fmla="*/ 2628172 h 4489084"/>
              <a:gd name="connsiteX15030" fmla="*/ 1713316 w 5158787"/>
              <a:gd name="connsiteY15030" fmla="*/ 2628942 h 4489084"/>
              <a:gd name="connsiteX15031" fmla="*/ 1724568 w 5158787"/>
              <a:gd name="connsiteY15031" fmla="*/ 2648427 h 4489084"/>
              <a:gd name="connsiteX15032" fmla="*/ 1724568 w 5158787"/>
              <a:gd name="connsiteY15032" fmla="*/ 2650026 h 4489084"/>
              <a:gd name="connsiteX15033" fmla="*/ 1713316 w 5158787"/>
              <a:gd name="connsiteY15033" fmla="*/ 2669511 h 4489084"/>
              <a:gd name="connsiteX15034" fmla="*/ 1711954 w 5158787"/>
              <a:gd name="connsiteY15034" fmla="*/ 2670281 h 4489084"/>
              <a:gd name="connsiteX15035" fmla="*/ 1689448 w 5158787"/>
              <a:gd name="connsiteY15035" fmla="*/ 2670281 h 4489084"/>
              <a:gd name="connsiteX15036" fmla="*/ 1688086 w 5158787"/>
              <a:gd name="connsiteY15036" fmla="*/ 2669511 h 4489084"/>
              <a:gd name="connsiteX15037" fmla="*/ 1676833 w 5158787"/>
              <a:gd name="connsiteY15037" fmla="*/ 2650026 h 4489084"/>
              <a:gd name="connsiteX15038" fmla="*/ 1676833 w 5158787"/>
              <a:gd name="connsiteY15038" fmla="*/ 2648427 h 4489084"/>
              <a:gd name="connsiteX15039" fmla="*/ 1688086 w 5158787"/>
              <a:gd name="connsiteY15039" fmla="*/ 2628942 h 4489084"/>
              <a:gd name="connsiteX15040" fmla="*/ 1689448 w 5158787"/>
              <a:gd name="connsiteY15040" fmla="*/ 2628172 h 4489084"/>
              <a:gd name="connsiteX15041" fmla="*/ 4867762 w 5158787"/>
              <a:gd name="connsiteY15041" fmla="*/ 2627639 h 4489084"/>
              <a:gd name="connsiteX15042" fmla="*/ 4890860 w 5158787"/>
              <a:gd name="connsiteY15042" fmla="*/ 2627639 h 4489084"/>
              <a:gd name="connsiteX15043" fmla="*/ 4892282 w 5158787"/>
              <a:gd name="connsiteY15043" fmla="*/ 2628468 h 4489084"/>
              <a:gd name="connsiteX15044" fmla="*/ 4903830 w 5158787"/>
              <a:gd name="connsiteY15044" fmla="*/ 2648427 h 4489084"/>
              <a:gd name="connsiteX15045" fmla="*/ 4903830 w 5158787"/>
              <a:gd name="connsiteY15045" fmla="*/ 2650086 h 4489084"/>
              <a:gd name="connsiteX15046" fmla="*/ 4892282 w 5158787"/>
              <a:gd name="connsiteY15046" fmla="*/ 2670044 h 4489084"/>
              <a:gd name="connsiteX15047" fmla="*/ 4890860 w 5158787"/>
              <a:gd name="connsiteY15047" fmla="*/ 2670874 h 4489084"/>
              <a:gd name="connsiteX15048" fmla="*/ 4867762 w 5158787"/>
              <a:gd name="connsiteY15048" fmla="*/ 2670874 h 4489084"/>
              <a:gd name="connsiteX15049" fmla="*/ 4866341 w 5158787"/>
              <a:gd name="connsiteY15049" fmla="*/ 2670044 h 4489084"/>
              <a:gd name="connsiteX15050" fmla="*/ 4854792 w 5158787"/>
              <a:gd name="connsiteY15050" fmla="*/ 2650086 h 4489084"/>
              <a:gd name="connsiteX15051" fmla="*/ 4854792 w 5158787"/>
              <a:gd name="connsiteY15051" fmla="*/ 2648427 h 4489084"/>
              <a:gd name="connsiteX15052" fmla="*/ 4866341 w 5158787"/>
              <a:gd name="connsiteY15052" fmla="*/ 2628468 h 4489084"/>
              <a:gd name="connsiteX15053" fmla="*/ 4867762 w 5158787"/>
              <a:gd name="connsiteY15053" fmla="*/ 2627639 h 4489084"/>
              <a:gd name="connsiteX15054" fmla="*/ 1621280 w 5158787"/>
              <a:gd name="connsiteY15054" fmla="*/ 2627225 h 4489084"/>
              <a:gd name="connsiteX15055" fmla="*/ 1644793 w 5158787"/>
              <a:gd name="connsiteY15055" fmla="*/ 2627225 h 4489084"/>
              <a:gd name="connsiteX15056" fmla="*/ 1646214 w 5158787"/>
              <a:gd name="connsiteY15056" fmla="*/ 2628054 h 4489084"/>
              <a:gd name="connsiteX15057" fmla="*/ 1657940 w 5158787"/>
              <a:gd name="connsiteY15057" fmla="*/ 2648427 h 4489084"/>
              <a:gd name="connsiteX15058" fmla="*/ 1657940 w 5158787"/>
              <a:gd name="connsiteY15058" fmla="*/ 2650086 h 4489084"/>
              <a:gd name="connsiteX15059" fmla="*/ 1646155 w 5158787"/>
              <a:gd name="connsiteY15059" fmla="*/ 2670459 h 4489084"/>
              <a:gd name="connsiteX15060" fmla="*/ 1644733 w 5158787"/>
              <a:gd name="connsiteY15060" fmla="*/ 2671288 h 4489084"/>
              <a:gd name="connsiteX15061" fmla="*/ 1621221 w 5158787"/>
              <a:gd name="connsiteY15061" fmla="*/ 2671288 h 4489084"/>
              <a:gd name="connsiteX15062" fmla="*/ 1619799 w 5158787"/>
              <a:gd name="connsiteY15062" fmla="*/ 2670459 h 4489084"/>
              <a:gd name="connsiteX15063" fmla="*/ 1608073 w 5158787"/>
              <a:gd name="connsiteY15063" fmla="*/ 2650086 h 4489084"/>
              <a:gd name="connsiteX15064" fmla="*/ 1608073 w 5158787"/>
              <a:gd name="connsiteY15064" fmla="*/ 2648427 h 4489084"/>
              <a:gd name="connsiteX15065" fmla="*/ 1619859 w 5158787"/>
              <a:gd name="connsiteY15065" fmla="*/ 2628054 h 4489084"/>
              <a:gd name="connsiteX15066" fmla="*/ 1621280 w 5158787"/>
              <a:gd name="connsiteY15066" fmla="*/ 2627225 h 4489084"/>
              <a:gd name="connsiteX15067" fmla="*/ 4799891 w 5158787"/>
              <a:gd name="connsiteY15067" fmla="*/ 2627106 h 4489084"/>
              <a:gd name="connsiteX15068" fmla="*/ 4823521 w 5158787"/>
              <a:gd name="connsiteY15068" fmla="*/ 2627106 h 4489084"/>
              <a:gd name="connsiteX15069" fmla="*/ 4824943 w 5158787"/>
              <a:gd name="connsiteY15069" fmla="*/ 2627935 h 4489084"/>
              <a:gd name="connsiteX15070" fmla="*/ 4836729 w 5158787"/>
              <a:gd name="connsiteY15070" fmla="*/ 2648427 h 4489084"/>
              <a:gd name="connsiteX15071" fmla="*/ 4836729 w 5158787"/>
              <a:gd name="connsiteY15071" fmla="*/ 2650085 h 4489084"/>
              <a:gd name="connsiteX15072" fmla="*/ 4824883 w 5158787"/>
              <a:gd name="connsiteY15072" fmla="*/ 2670577 h 4489084"/>
              <a:gd name="connsiteX15073" fmla="*/ 4823462 w 5158787"/>
              <a:gd name="connsiteY15073" fmla="*/ 2671406 h 4489084"/>
              <a:gd name="connsiteX15074" fmla="*/ 4799831 w 5158787"/>
              <a:gd name="connsiteY15074" fmla="*/ 2671406 h 4489084"/>
              <a:gd name="connsiteX15075" fmla="*/ 4798410 w 5158787"/>
              <a:gd name="connsiteY15075" fmla="*/ 2670577 h 4489084"/>
              <a:gd name="connsiteX15076" fmla="*/ 4786624 w 5158787"/>
              <a:gd name="connsiteY15076" fmla="*/ 2650085 h 4489084"/>
              <a:gd name="connsiteX15077" fmla="*/ 4786624 w 5158787"/>
              <a:gd name="connsiteY15077" fmla="*/ 2648427 h 4489084"/>
              <a:gd name="connsiteX15078" fmla="*/ 4798469 w 5158787"/>
              <a:gd name="connsiteY15078" fmla="*/ 2627935 h 4489084"/>
              <a:gd name="connsiteX15079" fmla="*/ 4799891 w 5158787"/>
              <a:gd name="connsiteY15079" fmla="*/ 2627106 h 4489084"/>
              <a:gd name="connsiteX15080" fmla="*/ 2574566 w 5158787"/>
              <a:gd name="connsiteY15080" fmla="*/ 2580733 h 4489084"/>
              <a:gd name="connsiteX15081" fmla="*/ 2585167 w 5158787"/>
              <a:gd name="connsiteY15081" fmla="*/ 2580733 h 4489084"/>
              <a:gd name="connsiteX15082" fmla="*/ 2585819 w 5158787"/>
              <a:gd name="connsiteY15082" fmla="*/ 2581088 h 4489084"/>
              <a:gd name="connsiteX15083" fmla="*/ 2591090 w 5158787"/>
              <a:gd name="connsiteY15083" fmla="*/ 2590268 h 4489084"/>
              <a:gd name="connsiteX15084" fmla="*/ 2591090 w 5158787"/>
              <a:gd name="connsiteY15084" fmla="*/ 2591038 h 4489084"/>
              <a:gd name="connsiteX15085" fmla="*/ 2585760 w 5158787"/>
              <a:gd name="connsiteY15085" fmla="*/ 2600218 h 4489084"/>
              <a:gd name="connsiteX15086" fmla="*/ 2585109 w 5158787"/>
              <a:gd name="connsiteY15086" fmla="*/ 2600574 h 4489084"/>
              <a:gd name="connsiteX15087" fmla="*/ 2574507 w 5158787"/>
              <a:gd name="connsiteY15087" fmla="*/ 2600574 h 4489084"/>
              <a:gd name="connsiteX15088" fmla="*/ 2573856 w 5158787"/>
              <a:gd name="connsiteY15088" fmla="*/ 2600218 h 4489084"/>
              <a:gd name="connsiteX15089" fmla="*/ 2568585 w 5158787"/>
              <a:gd name="connsiteY15089" fmla="*/ 2591038 h 4489084"/>
              <a:gd name="connsiteX15090" fmla="*/ 2568585 w 5158787"/>
              <a:gd name="connsiteY15090" fmla="*/ 2590268 h 4489084"/>
              <a:gd name="connsiteX15091" fmla="*/ 2573915 w 5158787"/>
              <a:gd name="connsiteY15091" fmla="*/ 2581088 h 4489084"/>
              <a:gd name="connsiteX15092" fmla="*/ 2574566 w 5158787"/>
              <a:gd name="connsiteY15092" fmla="*/ 2580733 h 4489084"/>
              <a:gd name="connsiteX15093" fmla="*/ 2641728 w 5158787"/>
              <a:gd name="connsiteY15093" fmla="*/ 2579904 h 4489084"/>
              <a:gd name="connsiteX15094" fmla="*/ 2653218 w 5158787"/>
              <a:gd name="connsiteY15094" fmla="*/ 2579904 h 4489084"/>
              <a:gd name="connsiteX15095" fmla="*/ 2653929 w 5158787"/>
              <a:gd name="connsiteY15095" fmla="*/ 2580319 h 4489084"/>
              <a:gd name="connsiteX15096" fmla="*/ 2659673 w 5158787"/>
              <a:gd name="connsiteY15096" fmla="*/ 2590268 h 4489084"/>
              <a:gd name="connsiteX15097" fmla="*/ 2659673 w 5158787"/>
              <a:gd name="connsiteY15097" fmla="*/ 2591098 h 4489084"/>
              <a:gd name="connsiteX15098" fmla="*/ 2653929 w 5158787"/>
              <a:gd name="connsiteY15098" fmla="*/ 2601047 h 4489084"/>
              <a:gd name="connsiteX15099" fmla="*/ 2653218 w 5158787"/>
              <a:gd name="connsiteY15099" fmla="*/ 2601462 h 4489084"/>
              <a:gd name="connsiteX15100" fmla="*/ 2641728 w 5158787"/>
              <a:gd name="connsiteY15100" fmla="*/ 2601462 h 4489084"/>
              <a:gd name="connsiteX15101" fmla="*/ 2641018 w 5158787"/>
              <a:gd name="connsiteY15101" fmla="*/ 2601047 h 4489084"/>
              <a:gd name="connsiteX15102" fmla="*/ 2635273 w 5158787"/>
              <a:gd name="connsiteY15102" fmla="*/ 2591098 h 4489084"/>
              <a:gd name="connsiteX15103" fmla="*/ 2635273 w 5158787"/>
              <a:gd name="connsiteY15103" fmla="*/ 2590268 h 4489084"/>
              <a:gd name="connsiteX15104" fmla="*/ 2641018 w 5158787"/>
              <a:gd name="connsiteY15104" fmla="*/ 2580319 h 4489084"/>
              <a:gd name="connsiteX15105" fmla="*/ 2641728 w 5158787"/>
              <a:gd name="connsiteY15105" fmla="*/ 2579904 h 4489084"/>
              <a:gd name="connsiteX15106" fmla="*/ 3250266 w 5158787"/>
              <a:gd name="connsiteY15106" fmla="*/ 2579667 h 4489084"/>
              <a:gd name="connsiteX15107" fmla="*/ 3261992 w 5158787"/>
              <a:gd name="connsiteY15107" fmla="*/ 2579667 h 4489084"/>
              <a:gd name="connsiteX15108" fmla="*/ 3262703 w 5158787"/>
              <a:gd name="connsiteY15108" fmla="*/ 2580082 h 4489084"/>
              <a:gd name="connsiteX15109" fmla="*/ 3268566 w 5158787"/>
              <a:gd name="connsiteY15109" fmla="*/ 2590209 h 4489084"/>
              <a:gd name="connsiteX15110" fmla="*/ 3268566 w 5158787"/>
              <a:gd name="connsiteY15110" fmla="*/ 2591038 h 4489084"/>
              <a:gd name="connsiteX15111" fmla="*/ 3262703 w 5158787"/>
              <a:gd name="connsiteY15111" fmla="*/ 2601166 h 4489084"/>
              <a:gd name="connsiteX15112" fmla="*/ 3261992 w 5158787"/>
              <a:gd name="connsiteY15112" fmla="*/ 2601580 h 4489084"/>
              <a:gd name="connsiteX15113" fmla="*/ 3250266 w 5158787"/>
              <a:gd name="connsiteY15113" fmla="*/ 2601580 h 4489084"/>
              <a:gd name="connsiteX15114" fmla="*/ 3249555 w 5158787"/>
              <a:gd name="connsiteY15114" fmla="*/ 2601166 h 4489084"/>
              <a:gd name="connsiteX15115" fmla="*/ 3243692 w 5158787"/>
              <a:gd name="connsiteY15115" fmla="*/ 2591038 h 4489084"/>
              <a:gd name="connsiteX15116" fmla="*/ 3243692 w 5158787"/>
              <a:gd name="connsiteY15116" fmla="*/ 2590209 h 4489084"/>
              <a:gd name="connsiteX15117" fmla="*/ 3249555 w 5158787"/>
              <a:gd name="connsiteY15117" fmla="*/ 2580082 h 4489084"/>
              <a:gd name="connsiteX15118" fmla="*/ 3250266 w 5158787"/>
              <a:gd name="connsiteY15118" fmla="*/ 2579667 h 4489084"/>
              <a:gd name="connsiteX15119" fmla="*/ 3047420 w 5158787"/>
              <a:gd name="connsiteY15119" fmla="*/ 2579667 h 4489084"/>
              <a:gd name="connsiteX15120" fmla="*/ 3059147 w 5158787"/>
              <a:gd name="connsiteY15120" fmla="*/ 2579667 h 4489084"/>
              <a:gd name="connsiteX15121" fmla="*/ 3059857 w 5158787"/>
              <a:gd name="connsiteY15121" fmla="*/ 2580082 h 4489084"/>
              <a:gd name="connsiteX15122" fmla="*/ 3065720 w 5158787"/>
              <a:gd name="connsiteY15122" fmla="*/ 2590209 h 4489084"/>
              <a:gd name="connsiteX15123" fmla="*/ 3065720 w 5158787"/>
              <a:gd name="connsiteY15123" fmla="*/ 2591038 h 4489084"/>
              <a:gd name="connsiteX15124" fmla="*/ 3059857 w 5158787"/>
              <a:gd name="connsiteY15124" fmla="*/ 2601166 h 4489084"/>
              <a:gd name="connsiteX15125" fmla="*/ 3059147 w 5158787"/>
              <a:gd name="connsiteY15125" fmla="*/ 2601580 h 4489084"/>
              <a:gd name="connsiteX15126" fmla="*/ 3047420 w 5158787"/>
              <a:gd name="connsiteY15126" fmla="*/ 2601580 h 4489084"/>
              <a:gd name="connsiteX15127" fmla="*/ 3046709 w 5158787"/>
              <a:gd name="connsiteY15127" fmla="*/ 2601166 h 4489084"/>
              <a:gd name="connsiteX15128" fmla="*/ 3040846 w 5158787"/>
              <a:gd name="connsiteY15128" fmla="*/ 2591038 h 4489084"/>
              <a:gd name="connsiteX15129" fmla="*/ 3040846 w 5158787"/>
              <a:gd name="connsiteY15129" fmla="*/ 2590209 h 4489084"/>
              <a:gd name="connsiteX15130" fmla="*/ 3046709 w 5158787"/>
              <a:gd name="connsiteY15130" fmla="*/ 2580082 h 4489084"/>
              <a:gd name="connsiteX15131" fmla="*/ 3047420 w 5158787"/>
              <a:gd name="connsiteY15131" fmla="*/ 2579667 h 4489084"/>
              <a:gd name="connsiteX15132" fmla="*/ 2709245 w 5158787"/>
              <a:gd name="connsiteY15132" fmla="*/ 2579667 h 4489084"/>
              <a:gd name="connsiteX15133" fmla="*/ 2720972 w 5158787"/>
              <a:gd name="connsiteY15133" fmla="*/ 2579667 h 4489084"/>
              <a:gd name="connsiteX15134" fmla="*/ 2721682 w 5158787"/>
              <a:gd name="connsiteY15134" fmla="*/ 2580082 h 4489084"/>
              <a:gd name="connsiteX15135" fmla="*/ 2727545 w 5158787"/>
              <a:gd name="connsiteY15135" fmla="*/ 2590209 h 4489084"/>
              <a:gd name="connsiteX15136" fmla="*/ 2727545 w 5158787"/>
              <a:gd name="connsiteY15136" fmla="*/ 2591038 h 4489084"/>
              <a:gd name="connsiteX15137" fmla="*/ 2721682 w 5158787"/>
              <a:gd name="connsiteY15137" fmla="*/ 2601166 h 4489084"/>
              <a:gd name="connsiteX15138" fmla="*/ 2720972 w 5158787"/>
              <a:gd name="connsiteY15138" fmla="*/ 2601580 h 4489084"/>
              <a:gd name="connsiteX15139" fmla="*/ 2709245 w 5158787"/>
              <a:gd name="connsiteY15139" fmla="*/ 2601580 h 4489084"/>
              <a:gd name="connsiteX15140" fmla="*/ 2708534 w 5158787"/>
              <a:gd name="connsiteY15140" fmla="*/ 2601166 h 4489084"/>
              <a:gd name="connsiteX15141" fmla="*/ 2702671 w 5158787"/>
              <a:gd name="connsiteY15141" fmla="*/ 2591038 h 4489084"/>
              <a:gd name="connsiteX15142" fmla="*/ 2702671 w 5158787"/>
              <a:gd name="connsiteY15142" fmla="*/ 2590209 h 4489084"/>
              <a:gd name="connsiteX15143" fmla="*/ 2708534 w 5158787"/>
              <a:gd name="connsiteY15143" fmla="*/ 2580082 h 4489084"/>
              <a:gd name="connsiteX15144" fmla="*/ 2709245 w 5158787"/>
              <a:gd name="connsiteY15144" fmla="*/ 2579667 h 4489084"/>
              <a:gd name="connsiteX15145" fmla="*/ 2506340 w 5158787"/>
              <a:gd name="connsiteY15145" fmla="*/ 2579667 h 4489084"/>
              <a:gd name="connsiteX15146" fmla="*/ 2518067 w 5158787"/>
              <a:gd name="connsiteY15146" fmla="*/ 2579667 h 4489084"/>
              <a:gd name="connsiteX15147" fmla="*/ 2518777 w 5158787"/>
              <a:gd name="connsiteY15147" fmla="*/ 2580082 h 4489084"/>
              <a:gd name="connsiteX15148" fmla="*/ 2524640 w 5158787"/>
              <a:gd name="connsiteY15148" fmla="*/ 2590209 h 4489084"/>
              <a:gd name="connsiteX15149" fmla="*/ 2524640 w 5158787"/>
              <a:gd name="connsiteY15149" fmla="*/ 2591038 h 4489084"/>
              <a:gd name="connsiteX15150" fmla="*/ 2518777 w 5158787"/>
              <a:gd name="connsiteY15150" fmla="*/ 2601166 h 4489084"/>
              <a:gd name="connsiteX15151" fmla="*/ 2518067 w 5158787"/>
              <a:gd name="connsiteY15151" fmla="*/ 2601580 h 4489084"/>
              <a:gd name="connsiteX15152" fmla="*/ 2506340 w 5158787"/>
              <a:gd name="connsiteY15152" fmla="*/ 2601580 h 4489084"/>
              <a:gd name="connsiteX15153" fmla="*/ 2505629 w 5158787"/>
              <a:gd name="connsiteY15153" fmla="*/ 2601166 h 4489084"/>
              <a:gd name="connsiteX15154" fmla="*/ 2499766 w 5158787"/>
              <a:gd name="connsiteY15154" fmla="*/ 2591038 h 4489084"/>
              <a:gd name="connsiteX15155" fmla="*/ 2499766 w 5158787"/>
              <a:gd name="connsiteY15155" fmla="*/ 2590209 h 4489084"/>
              <a:gd name="connsiteX15156" fmla="*/ 2505629 w 5158787"/>
              <a:gd name="connsiteY15156" fmla="*/ 2580082 h 4489084"/>
              <a:gd name="connsiteX15157" fmla="*/ 2506340 w 5158787"/>
              <a:gd name="connsiteY15157" fmla="*/ 2579667 h 4489084"/>
              <a:gd name="connsiteX15158" fmla="*/ 2912031 w 5158787"/>
              <a:gd name="connsiteY15158" fmla="*/ 2579371 h 4489084"/>
              <a:gd name="connsiteX15159" fmla="*/ 2924054 w 5158787"/>
              <a:gd name="connsiteY15159" fmla="*/ 2579371 h 4489084"/>
              <a:gd name="connsiteX15160" fmla="*/ 2924765 w 5158787"/>
              <a:gd name="connsiteY15160" fmla="*/ 2579786 h 4489084"/>
              <a:gd name="connsiteX15161" fmla="*/ 2930806 w 5158787"/>
              <a:gd name="connsiteY15161" fmla="*/ 2590209 h 4489084"/>
              <a:gd name="connsiteX15162" fmla="*/ 2930806 w 5158787"/>
              <a:gd name="connsiteY15162" fmla="*/ 2591038 h 4489084"/>
              <a:gd name="connsiteX15163" fmla="*/ 2924765 w 5158787"/>
              <a:gd name="connsiteY15163" fmla="*/ 2601462 h 4489084"/>
              <a:gd name="connsiteX15164" fmla="*/ 2924054 w 5158787"/>
              <a:gd name="connsiteY15164" fmla="*/ 2601876 h 4489084"/>
              <a:gd name="connsiteX15165" fmla="*/ 2912031 w 5158787"/>
              <a:gd name="connsiteY15165" fmla="*/ 2601876 h 4489084"/>
              <a:gd name="connsiteX15166" fmla="*/ 2911321 w 5158787"/>
              <a:gd name="connsiteY15166" fmla="*/ 2601462 h 4489084"/>
              <a:gd name="connsiteX15167" fmla="*/ 2905280 w 5158787"/>
              <a:gd name="connsiteY15167" fmla="*/ 2591038 h 4489084"/>
              <a:gd name="connsiteX15168" fmla="*/ 2905280 w 5158787"/>
              <a:gd name="connsiteY15168" fmla="*/ 2590209 h 4489084"/>
              <a:gd name="connsiteX15169" fmla="*/ 2911321 w 5158787"/>
              <a:gd name="connsiteY15169" fmla="*/ 2579786 h 4489084"/>
              <a:gd name="connsiteX15170" fmla="*/ 2912031 w 5158787"/>
              <a:gd name="connsiteY15170" fmla="*/ 2579371 h 4489084"/>
              <a:gd name="connsiteX15171" fmla="*/ 3452993 w 5158787"/>
              <a:gd name="connsiteY15171" fmla="*/ 2579252 h 4489084"/>
              <a:gd name="connsiteX15172" fmla="*/ 3465134 w 5158787"/>
              <a:gd name="connsiteY15172" fmla="*/ 2579252 h 4489084"/>
              <a:gd name="connsiteX15173" fmla="*/ 3465904 w 5158787"/>
              <a:gd name="connsiteY15173" fmla="*/ 2579667 h 4489084"/>
              <a:gd name="connsiteX15174" fmla="*/ 3471945 w 5158787"/>
              <a:gd name="connsiteY15174" fmla="*/ 2590209 h 4489084"/>
              <a:gd name="connsiteX15175" fmla="*/ 3471945 w 5158787"/>
              <a:gd name="connsiteY15175" fmla="*/ 2591038 h 4489084"/>
              <a:gd name="connsiteX15176" fmla="*/ 3465845 w 5158787"/>
              <a:gd name="connsiteY15176" fmla="*/ 2601580 h 4489084"/>
              <a:gd name="connsiteX15177" fmla="*/ 3465075 w 5158787"/>
              <a:gd name="connsiteY15177" fmla="*/ 2601995 h 4489084"/>
              <a:gd name="connsiteX15178" fmla="*/ 3452934 w 5158787"/>
              <a:gd name="connsiteY15178" fmla="*/ 2601995 h 4489084"/>
              <a:gd name="connsiteX15179" fmla="*/ 3452164 w 5158787"/>
              <a:gd name="connsiteY15179" fmla="*/ 2601580 h 4489084"/>
              <a:gd name="connsiteX15180" fmla="*/ 3446123 w 5158787"/>
              <a:gd name="connsiteY15180" fmla="*/ 2591038 h 4489084"/>
              <a:gd name="connsiteX15181" fmla="*/ 3446123 w 5158787"/>
              <a:gd name="connsiteY15181" fmla="*/ 2590209 h 4489084"/>
              <a:gd name="connsiteX15182" fmla="*/ 3452223 w 5158787"/>
              <a:gd name="connsiteY15182" fmla="*/ 2579667 h 4489084"/>
              <a:gd name="connsiteX15183" fmla="*/ 3452993 w 5158787"/>
              <a:gd name="connsiteY15183" fmla="*/ 2579252 h 4489084"/>
              <a:gd name="connsiteX15184" fmla="*/ 3182453 w 5158787"/>
              <a:gd name="connsiteY15184" fmla="*/ 2579252 h 4489084"/>
              <a:gd name="connsiteX15185" fmla="*/ 3194594 w 5158787"/>
              <a:gd name="connsiteY15185" fmla="*/ 2579252 h 4489084"/>
              <a:gd name="connsiteX15186" fmla="*/ 3195364 w 5158787"/>
              <a:gd name="connsiteY15186" fmla="*/ 2579667 h 4489084"/>
              <a:gd name="connsiteX15187" fmla="*/ 3201405 w 5158787"/>
              <a:gd name="connsiteY15187" fmla="*/ 2590209 h 4489084"/>
              <a:gd name="connsiteX15188" fmla="*/ 3201405 w 5158787"/>
              <a:gd name="connsiteY15188" fmla="*/ 2591038 h 4489084"/>
              <a:gd name="connsiteX15189" fmla="*/ 3195305 w 5158787"/>
              <a:gd name="connsiteY15189" fmla="*/ 2601580 h 4489084"/>
              <a:gd name="connsiteX15190" fmla="*/ 3194535 w 5158787"/>
              <a:gd name="connsiteY15190" fmla="*/ 2601995 h 4489084"/>
              <a:gd name="connsiteX15191" fmla="*/ 3182394 w 5158787"/>
              <a:gd name="connsiteY15191" fmla="*/ 2601995 h 4489084"/>
              <a:gd name="connsiteX15192" fmla="*/ 3181624 w 5158787"/>
              <a:gd name="connsiteY15192" fmla="*/ 2601580 h 4489084"/>
              <a:gd name="connsiteX15193" fmla="*/ 3175583 w 5158787"/>
              <a:gd name="connsiteY15193" fmla="*/ 2591038 h 4489084"/>
              <a:gd name="connsiteX15194" fmla="*/ 3175583 w 5158787"/>
              <a:gd name="connsiteY15194" fmla="*/ 2590209 h 4489084"/>
              <a:gd name="connsiteX15195" fmla="*/ 3181683 w 5158787"/>
              <a:gd name="connsiteY15195" fmla="*/ 2579667 h 4489084"/>
              <a:gd name="connsiteX15196" fmla="*/ 3182453 w 5158787"/>
              <a:gd name="connsiteY15196" fmla="*/ 2579252 h 4489084"/>
              <a:gd name="connsiteX15197" fmla="*/ 3114818 w 5158787"/>
              <a:gd name="connsiteY15197" fmla="*/ 2579252 h 4489084"/>
              <a:gd name="connsiteX15198" fmla="*/ 3126959 w 5158787"/>
              <a:gd name="connsiteY15198" fmla="*/ 2579252 h 4489084"/>
              <a:gd name="connsiteX15199" fmla="*/ 3127729 w 5158787"/>
              <a:gd name="connsiteY15199" fmla="*/ 2579667 h 4489084"/>
              <a:gd name="connsiteX15200" fmla="*/ 3133770 w 5158787"/>
              <a:gd name="connsiteY15200" fmla="*/ 2590209 h 4489084"/>
              <a:gd name="connsiteX15201" fmla="*/ 3133770 w 5158787"/>
              <a:gd name="connsiteY15201" fmla="*/ 2591038 h 4489084"/>
              <a:gd name="connsiteX15202" fmla="*/ 3127670 w 5158787"/>
              <a:gd name="connsiteY15202" fmla="*/ 2601580 h 4489084"/>
              <a:gd name="connsiteX15203" fmla="*/ 3126900 w 5158787"/>
              <a:gd name="connsiteY15203" fmla="*/ 2601995 h 4489084"/>
              <a:gd name="connsiteX15204" fmla="*/ 3114759 w 5158787"/>
              <a:gd name="connsiteY15204" fmla="*/ 2601995 h 4489084"/>
              <a:gd name="connsiteX15205" fmla="*/ 3113989 w 5158787"/>
              <a:gd name="connsiteY15205" fmla="*/ 2601580 h 4489084"/>
              <a:gd name="connsiteX15206" fmla="*/ 3107948 w 5158787"/>
              <a:gd name="connsiteY15206" fmla="*/ 2591038 h 4489084"/>
              <a:gd name="connsiteX15207" fmla="*/ 3107948 w 5158787"/>
              <a:gd name="connsiteY15207" fmla="*/ 2590209 h 4489084"/>
              <a:gd name="connsiteX15208" fmla="*/ 3114048 w 5158787"/>
              <a:gd name="connsiteY15208" fmla="*/ 2579667 h 4489084"/>
              <a:gd name="connsiteX15209" fmla="*/ 3114818 w 5158787"/>
              <a:gd name="connsiteY15209" fmla="*/ 2579252 h 4489084"/>
              <a:gd name="connsiteX15210" fmla="*/ 2979607 w 5158787"/>
              <a:gd name="connsiteY15210" fmla="*/ 2579252 h 4489084"/>
              <a:gd name="connsiteX15211" fmla="*/ 2991748 w 5158787"/>
              <a:gd name="connsiteY15211" fmla="*/ 2579252 h 4489084"/>
              <a:gd name="connsiteX15212" fmla="*/ 2992518 w 5158787"/>
              <a:gd name="connsiteY15212" fmla="*/ 2579667 h 4489084"/>
              <a:gd name="connsiteX15213" fmla="*/ 2998559 w 5158787"/>
              <a:gd name="connsiteY15213" fmla="*/ 2590209 h 4489084"/>
              <a:gd name="connsiteX15214" fmla="*/ 2998559 w 5158787"/>
              <a:gd name="connsiteY15214" fmla="*/ 2591038 h 4489084"/>
              <a:gd name="connsiteX15215" fmla="*/ 2992459 w 5158787"/>
              <a:gd name="connsiteY15215" fmla="*/ 2601580 h 4489084"/>
              <a:gd name="connsiteX15216" fmla="*/ 2991689 w 5158787"/>
              <a:gd name="connsiteY15216" fmla="*/ 2601995 h 4489084"/>
              <a:gd name="connsiteX15217" fmla="*/ 2979548 w 5158787"/>
              <a:gd name="connsiteY15217" fmla="*/ 2601995 h 4489084"/>
              <a:gd name="connsiteX15218" fmla="*/ 2978778 w 5158787"/>
              <a:gd name="connsiteY15218" fmla="*/ 2601580 h 4489084"/>
              <a:gd name="connsiteX15219" fmla="*/ 2972737 w 5158787"/>
              <a:gd name="connsiteY15219" fmla="*/ 2591038 h 4489084"/>
              <a:gd name="connsiteX15220" fmla="*/ 2972737 w 5158787"/>
              <a:gd name="connsiteY15220" fmla="*/ 2590209 h 4489084"/>
              <a:gd name="connsiteX15221" fmla="*/ 2978837 w 5158787"/>
              <a:gd name="connsiteY15221" fmla="*/ 2579667 h 4489084"/>
              <a:gd name="connsiteX15222" fmla="*/ 2979607 w 5158787"/>
              <a:gd name="connsiteY15222" fmla="*/ 2579252 h 4489084"/>
              <a:gd name="connsiteX15223" fmla="*/ 2844101 w 5158787"/>
              <a:gd name="connsiteY15223" fmla="*/ 2578956 h 4489084"/>
              <a:gd name="connsiteX15224" fmla="*/ 2856597 w 5158787"/>
              <a:gd name="connsiteY15224" fmla="*/ 2578956 h 4489084"/>
              <a:gd name="connsiteX15225" fmla="*/ 2857367 w 5158787"/>
              <a:gd name="connsiteY15225" fmla="*/ 2579371 h 4489084"/>
              <a:gd name="connsiteX15226" fmla="*/ 2863585 w 5158787"/>
              <a:gd name="connsiteY15226" fmla="*/ 2590150 h 4489084"/>
              <a:gd name="connsiteX15227" fmla="*/ 2863585 w 5158787"/>
              <a:gd name="connsiteY15227" fmla="*/ 2591038 h 4489084"/>
              <a:gd name="connsiteX15228" fmla="*/ 2857367 w 5158787"/>
              <a:gd name="connsiteY15228" fmla="*/ 2601817 h 4489084"/>
              <a:gd name="connsiteX15229" fmla="*/ 2856597 w 5158787"/>
              <a:gd name="connsiteY15229" fmla="*/ 2602231 h 4489084"/>
              <a:gd name="connsiteX15230" fmla="*/ 2844101 w 5158787"/>
              <a:gd name="connsiteY15230" fmla="*/ 2602231 h 4489084"/>
              <a:gd name="connsiteX15231" fmla="*/ 2843331 w 5158787"/>
              <a:gd name="connsiteY15231" fmla="*/ 2601817 h 4489084"/>
              <a:gd name="connsiteX15232" fmla="*/ 2837112 w 5158787"/>
              <a:gd name="connsiteY15232" fmla="*/ 2591038 h 4489084"/>
              <a:gd name="connsiteX15233" fmla="*/ 2837112 w 5158787"/>
              <a:gd name="connsiteY15233" fmla="*/ 2590150 h 4489084"/>
              <a:gd name="connsiteX15234" fmla="*/ 2843331 w 5158787"/>
              <a:gd name="connsiteY15234" fmla="*/ 2579371 h 4489084"/>
              <a:gd name="connsiteX15235" fmla="*/ 2844101 w 5158787"/>
              <a:gd name="connsiteY15235" fmla="*/ 2578956 h 4489084"/>
              <a:gd name="connsiteX15236" fmla="*/ 4128692 w 5158787"/>
              <a:gd name="connsiteY15236" fmla="*/ 2578127 h 4489084"/>
              <a:gd name="connsiteX15237" fmla="*/ 4142077 w 5158787"/>
              <a:gd name="connsiteY15237" fmla="*/ 2578127 h 4489084"/>
              <a:gd name="connsiteX15238" fmla="*/ 4142907 w 5158787"/>
              <a:gd name="connsiteY15238" fmla="*/ 2578601 h 4489084"/>
              <a:gd name="connsiteX15239" fmla="*/ 4149599 w 5158787"/>
              <a:gd name="connsiteY15239" fmla="*/ 2590150 h 4489084"/>
              <a:gd name="connsiteX15240" fmla="*/ 4149599 w 5158787"/>
              <a:gd name="connsiteY15240" fmla="*/ 2591097 h 4489084"/>
              <a:gd name="connsiteX15241" fmla="*/ 4142907 w 5158787"/>
              <a:gd name="connsiteY15241" fmla="*/ 2602646 h 4489084"/>
              <a:gd name="connsiteX15242" fmla="*/ 4142077 w 5158787"/>
              <a:gd name="connsiteY15242" fmla="*/ 2603120 h 4489084"/>
              <a:gd name="connsiteX15243" fmla="*/ 4128692 w 5158787"/>
              <a:gd name="connsiteY15243" fmla="*/ 2603120 h 4489084"/>
              <a:gd name="connsiteX15244" fmla="*/ 4127863 w 5158787"/>
              <a:gd name="connsiteY15244" fmla="*/ 2602646 h 4489084"/>
              <a:gd name="connsiteX15245" fmla="*/ 4121171 w 5158787"/>
              <a:gd name="connsiteY15245" fmla="*/ 2591097 h 4489084"/>
              <a:gd name="connsiteX15246" fmla="*/ 4121171 w 5158787"/>
              <a:gd name="connsiteY15246" fmla="*/ 2590150 h 4489084"/>
              <a:gd name="connsiteX15247" fmla="*/ 4127863 w 5158787"/>
              <a:gd name="connsiteY15247" fmla="*/ 2578601 h 4489084"/>
              <a:gd name="connsiteX15248" fmla="*/ 4128692 w 5158787"/>
              <a:gd name="connsiteY15248" fmla="*/ 2578127 h 4489084"/>
              <a:gd name="connsiteX15249" fmla="*/ 3384707 w 5158787"/>
              <a:gd name="connsiteY15249" fmla="*/ 2578009 h 4489084"/>
              <a:gd name="connsiteX15250" fmla="*/ 3398151 w 5158787"/>
              <a:gd name="connsiteY15250" fmla="*/ 2578009 h 4489084"/>
              <a:gd name="connsiteX15251" fmla="*/ 3398980 w 5158787"/>
              <a:gd name="connsiteY15251" fmla="*/ 2578483 h 4489084"/>
              <a:gd name="connsiteX15252" fmla="*/ 3405732 w 5158787"/>
              <a:gd name="connsiteY15252" fmla="*/ 2590150 h 4489084"/>
              <a:gd name="connsiteX15253" fmla="*/ 3405732 w 5158787"/>
              <a:gd name="connsiteY15253" fmla="*/ 2591098 h 4489084"/>
              <a:gd name="connsiteX15254" fmla="*/ 3398980 w 5158787"/>
              <a:gd name="connsiteY15254" fmla="*/ 2602765 h 4489084"/>
              <a:gd name="connsiteX15255" fmla="*/ 3398151 w 5158787"/>
              <a:gd name="connsiteY15255" fmla="*/ 2603239 h 4489084"/>
              <a:gd name="connsiteX15256" fmla="*/ 3384707 w 5158787"/>
              <a:gd name="connsiteY15256" fmla="*/ 2603239 h 4489084"/>
              <a:gd name="connsiteX15257" fmla="*/ 3383877 w 5158787"/>
              <a:gd name="connsiteY15257" fmla="*/ 2602765 h 4489084"/>
              <a:gd name="connsiteX15258" fmla="*/ 3377126 w 5158787"/>
              <a:gd name="connsiteY15258" fmla="*/ 2591098 h 4489084"/>
              <a:gd name="connsiteX15259" fmla="*/ 3377126 w 5158787"/>
              <a:gd name="connsiteY15259" fmla="*/ 2590150 h 4489084"/>
              <a:gd name="connsiteX15260" fmla="*/ 3383877 w 5158787"/>
              <a:gd name="connsiteY15260" fmla="*/ 2578483 h 4489084"/>
              <a:gd name="connsiteX15261" fmla="*/ 3384707 w 5158787"/>
              <a:gd name="connsiteY15261" fmla="*/ 2578009 h 4489084"/>
              <a:gd name="connsiteX15262" fmla="*/ 4060939 w 5158787"/>
              <a:gd name="connsiteY15262" fmla="*/ 2577949 h 4489084"/>
              <a:gd name="connsiteX15263" fmla="*/ 4074501 w 5158787"/>
              <a:gd name="connsiteY15263" fmla="*/ 2577949 h 4489084"/>
              <a:gd name="connsiteX15264" fmla="*/ 4075331 w 5158787"/>
              <a:gd name="connsiteY15264" fmla="*/ 2578423 h 4489084"/>
              <a:gd name="connsiteX15265" fmla="*/ 4082142 w 5158787"/>
              <a:gd name="connsiteY15265" fmla="*/ 2590209 h 4489084"/>
              <a:gd name="connsiteX15266" fmla="*/ 4082142 w 5158787"/>
              <a:gd name="connsiteY15266" fmla="*/ 2591156 h 4489084"/>
              <a:gd name="connsiteX15267" fmla="*/ 4075331 w 5158787"/>
              <a:gd name="connsiteY15267" fmla="*/ 2602942 h 4489084"/>
              <a:gd name="connsiteX15268" fmla="*/ 4074501 w 5158787"/>
              <a:gd name="connsiteY15268" fmla="*/ 2603416 h 4489084"/>
              <a:gd name="connsiteX15269" fmla="*/ 4060939 w 5158787"/>
              <a:gd name="connsiteY15269" fmla="*/ 2603416 h 4489084"/>
              <a:gd name="connsiteX15270" fmla="*/ 4060110 w 5158787"/>
              <a:gd name="connsiteY15270" fmla="*/ 2602942 h 4489084"/>
              <a:gd name="connsiteX15271" fmla="*/ 4053299 w 5158787"/>
              <a:gd name="connsiteY15271" fmla="*/ 2591156 h 4489084"/>
              <a:gd name="connsiteX15272" fmla="*/ 4053299 w 5158787"/>
              <a:gd name="connsiteY15272" fmla="*/ 2590209 h 4489084"/>
              <a:gd name="connsiteX15273" fmla="*/ 4060110 w 5158787"/>
              <a:gd name="connsiteY15273" fmla="*/ 2578423 h 4489084"/>
              <a:gd name="connsiteX15274" fmla="*/ 4060939 w 5158787"/>
              <a:gd name="connsiteY15274" fmla="*/ 2577949 h 4489084"/>
              <a:gd name="connsiteX15275" fmla="*/ 3316954 w 5158787"/>
              <a:gd name="connsiteY15275" fmla="*/ 2577831 h 4489084"/>
              <a:gd name="connsiteX15276" fmla="*/ 3330635 w 5158787"/>
              <a:gd name="connsiteY15276" fmla="*/ 2577831 h 4489084"/>
              <a:gd name="connsiteX15277" fmla="*/ 3331464 w 5158787"/>
              <a:gd name="connsiteY15277" fmla="*/ 2578305 h 4489084"/>
              <a:gd name="connsiteX15278" fmla="*/ 3338275 w 5158787"/>
              <a:gd name="connsiteY15278" fmla="*/ 2590150 h 4489084"/>
              <a:gd name="connsiteX15279" fmla="*/ 3338275 w 5158787"/>
              <a:gd name="connsiteY15279" fmla="*/ 2591097 h 4489084"/>
              <a:gd name="connsiteX15280" fmla="*/ 3331405 w 5158787"/>
              <a:gd name="connsiteY15280" fmla="*/ 2602942 h 4489084"/>
              <a:gd name="connsiteX15281" fmla="*/ 3330575 w 5158787"/>
              <a:gd name="connsiteY15281" fmla="*/ 2603416 h 4489084"/>
              <a:gd name="connsiteX15282" fmla="*/ 3316895 w 5158787"/>
              <a:gd name="connsiteY15282" fmla="*/ 2603416 h 4489084"/>
              <a:gd name="connsiteX15283" fmla="*/ 3316065 w 5158787"/>
              <a:gd name="connsiteY15283" fmla="*/ 2602942 h 4489084"/>
              <a:gd name="connsiteX15284" fmla="*/ 3309254 w 5158787"/>
              <a:gd name="connsiteY15284" fmla="*/ 2591097 h 4489084"/>
              <a:gd name="connsiteX15285" fmla="*/ 3309254 w 5158787"/>
              <a:gd name="connsiteY15285" fmla="*/ 2590150 h 4489084"/>
              <a:gd name="connsiteX15286" fmla="*/ 3316125 w 5158787"/>
              <a:gd name="connsiteY15286" fmla="*/ 2578305 h 4489084"/>
              <a:gd name="connsiteX15287" fmla="*/ 3316954 w 5158787"/>
              <a:gd name="connsiteY15287" fmla="*/ 2577831 h 4489084"/>
              <a:gd name="connsiteX15288" fmla="*/ 3925550 w 5158787"/>
              <a:gd name="connsiteY15288" fmla="*/ 2577712 h 4489084"/>
              <a:gd name="connsiteX15289" fmla="*/ 3939349 w 5158787"/>
              <a:gd name="connsiteY15289" fmla="*/ 2577712 h 4489084"/>
              <a:gd name="connsiteX15290" fmla="*/ 3940179 w 5158787"/>
              <a:gd name="connsiteY15290" fmla="*/ 2578186 h 4489084"/>
              <a:gd name="connsiteX15291" fmla="*/ 3947049 w 5158787"/>
              <a:gd name="connsiteY15291" fmla="*/ 2590149 h 4489084"/>
              <a:gd name="connsiteX15292" fmla="*/ 3947049 w 5158787"/>
              <a:gd name="connsiteY15292" fmla="*/ 2591097 h 4489084"/>
              <a:gd name="connsiteX15293" fmla="*/ 3940119 w 5158787"/>
              <a:gd name="connsiteY15293" fmla="*/ 2603061 h 4489084"/>
              <a:gd name="connsiteX15294" fmla="*/ 3939290 w 5158787"/>
              <a:gd name="connsiteY15294" fmla="*/ 2603534 h 4489084"/>
              <a:gd name="connsiteX15295" fmla="*/ 3925491 w 5158787"/>
              <a:gd name="connsiteY15295" fmla="*/ 2603534 h 4489084"/>
              <a:gd name="connsiteX15296" fmla="*/ 3924662 w 5158787"/>
              <a:gd name="connsiteY15296" fmla="*/ 2603061 h 4489084"/>
              <a:gd name="connsiteX15297" fmla="*/ 3917791 w 5158787"/>
              <a:gd name="connsiteY15297" fmla="*/ 2591097 h 4489084"/>
              <a:gd name="connsiteX15298" fmla="*/ 3917791 w 5158787"/>
              <a:gd name="connsiteY15298" fmla="*/ 2590149 h 4489084"/>
              <a:gd name="connsiteX15299" fmla="*/ 3924721 w 5158787"/>
              <a:gd name="connsiteY15299" fmla="*/ 2578186 h 4489084"/>
              <a:gd name="connsiteX15300" fmla="*/ 3925550 w 5158787"/>
              <a:gd name="connsiteY15300" fmla="*/ 2577712 h 4489084"/>
              <a:gd name="connsiteX15301" fmla="*/ 2775873 w 5158787"/>
              <a:gd name="connsiteY15301" fmla="*/ 2577712 h 4489084"/>
              <a:gd name="connsiteX15302" fmla="*/ 2789672 w 5158787"/>
              <a:gd name="connsiteY15302" fmla="*/ 2577712 h 4489084"/>
              <a:gd name="connsiteX15303" fmla="*/ 2790501 w 5158787"/>
              <a:gd name="connsiteY15303" fmla="*/ 2578186 h 4489084"/>
              <a:gd name="connsiteX15304" fmla="*/ 2797371 w 5158787"/>
              <a:gd name="connsiteY15304" fmla="*/ 2590149 h 4489084"/>
              <a:gd name="connsiteX15305" fmla="*/ 2797371 w 5158787"/>
              <a:gd name="connsiteY15305" fmla="*/ 2591097 h 4489084"/>
              <a:gd name="connsiteX15306" fmla="*/ 2790442 w 5158787"/>
              <a:gd name="connsiteY15306" fmla="*/ 2603061 h 4489084"/>
              <a:gd name="connsiteX15307" fmla="*/ 2789613 w 5158787"/>
              <a:gd name="connsiteY15307" fmla="*/ 2603534 h 4489084"/>
              <a:gd name="connsiteX15308" fmla="*/ 2775813 w 5158787"/>
              <a:gd name="connsiteY15308" fmla="*/ 2603534 h 4489084"/>
              <a:gd name="connsiteX15309" fmla="*/ 2774984 w 5158787"/>
              <a:gd name="connsiteY15309" fmla="*/ 2603061 h 4489084"/>
              <a:gd name="connsiteX15310" fmla="*/ 2768114 w 5158787"/>
              <a:gd name="connsiteY15310" fmla="*/ 2591097 h 4489084"/>
              <a:gd name="connsiteX15311" fmla="*/ 2768114 w 5158787"/>
              <a:gd name="connsiteY15311" fmla="*/ 2590149 h 4489084"/>
              <a:gd name="connsiteX15312" fmla="*/ 2775044 w 5158787"/>
              <a:gd name="connsiteY15312" fmla="*/ 2578186 h 4489084"/>
              <a:gd name="connsiteX15313" fmla="*/ 2775873 w 5158787"/>
              <a:gd name="connsiteY15313" fmla="*/ 2577712 h 4489084"/>
              <a:gd name="connsiteX15314" fmla="*/ 3993126 w 5158787"/>
              <a:gd name="connsiteY15314" fmla="*/ 2577594 h 4489084"/>
              <a:gd name="connsiteX15315" fmla="*/ 4007044 w 5158787"/>
              <a:gd name="connsiteY15315" fmla="*/ 2577594 h 4489084"/>
              <a:gd name="connsiteX15316" fmla="*/ 4007873 w 5158787"/>
              <a:gd name="connsiteY15316" fmla="*/ 2578068 h 4489084"/>
              <a:gd name="connsiteX15317" fmla="*/ 4014802 w 5158787"/>
              <a:gd name="connsiteY15317" fmla="*/ 2590090 h 4489084"/>
              <a:gd name="connsiteX15318" fmla="*/ 4014802 w 5158787"/>
              <a:gd name="connsiteY15318" fmla="*/ 2591097 h 4489084"/>
              <a:gd name="connsiteX15319" fmla="*/ 4007814 w 5158787"/>
              <a:gd name="connsiteY15319" fmla="*/ 2603120 h 4489084"/>
              <a:gd name="connsiteX15320" fmla="*/ 4006985 w 5158787"/>
              <a:gd name="connsiteY15320" fmla="*/ 2603594 h 4489084"/>
              <a:gd name="connsiteX15321" fmla="*/ 3993066 w 5158787"/>
              <a:gd name="connsiteY15321" fmla="*/ 2603594 h 4489084"/>
              <a:gd name="connsiteX15322" fmla="*/ 3992238 w 5158787"/>
              <a:gd name="connsiteY15322" fmla="*/ 2603120 h 4489084"/>
              <a:gd name="connsiteX15323" fmla="*/ 3985308 w 5158787"/>
              <a:gd name="connsiteY15323" fmla="*/ 2591097 h 4489084"/>
              <a:gd name="connsiteX15324" fmla="*/ 3985308 w 5158787"/>
              <a:gd name="connsiteY15324" fmla="*/ 2590090 h 4489084"/>
              <a:gd name="connsiteX15325" fmla="*/ 3992297 w 5158787"/>
              <a:gd name="connsiteY15325" fmla="*/ 2578068 h 4489084"/>
              <a:gd name="connsiteX15326" fmla="*/ 3993126 w 5158787"/>
              <a:gd name="connsiteY15326" fmla="*/ 2577594 h 4489084"/>
              <a:gd name="connsiteX15327" fmla="*/ 3519562 w 5158787"/>
              <a:gd name="connsiteY15327" fmla="*/ 2577239 h 4489084"/>
              <a:gd name="connsiteX15328" fmla="*/ 3533895 w 5158787"/>
              <a:gd name="connsiteY15328" fmla="*/ 2577239 h 4489084"/>
              <a:gd name="connsiteX15329" fmla="*/ 3534783 w 5158787"/>
              <a:gd name="connsiteY15329" fmla="*/ 2577772 h 4489084"/>
              <a:gd name="connsiteX15330" fmla="*/ 3541949 w 5158787"/>
              <a:gd name="connsiteY15330" fmla="*/ 2590209 h 4489084"/>
              <a:gd name="connsiteX15331" fmla="*/ 3541949 w 5158787"/>
              <a:gd name="connsiteY15331" fmla="*/ 2591216 h 4489084"/>
              <a:gd name="connsiteX15332" fmla="*/ 3534783 w 5158787"/>
              <a:gd name="connsiteY15332" fmla="*/ 2603653 h 4489084"/>
              <a:gd name="connsiteX15333" fmla="*/ 3533895 w 5158787"/>
              <a:gd name="connsiteY15333" fmla="*/ 2604186 h 4489084"/>
              <a:gd name="connsiteX15334" fmla="*/ 3519562 w 5158787"/>
              <a:gd name="connsiteY15334" fmla="*/ 2604186 h 4489084"/>
              <a:gd name="connsiteX15335" fmla="*/ 3518673 w 5158787"/>
              <a:gd name="connsiteY15335" fmla="*/ 2603653 h 4489084"/>
              <a:gd name="connsiteX15336" fmla="*/ 3511507 w 5158787"/>
              <a:gd name="connsiteY15336" fmla="*/ 2591216 h 4489084"/>
              <a:gd name="connsiteX15337" fmla="*/ 3511507 w 5158787"/>
              <a:gd name="connsiteY15337" fmla="*/ 2590209 h 4489084"/>
              <a:gd name="connsiteX15338" fmla="*/ 3518673 w 5158787"/>
              <a:gd name="connsiteY15338" fmla="*/ 2577772 h 4489084"/>
              <a:gd name="connsiteX15339" fmla="*/ 3519562 w 5158787"/>
              <a:gd name="connsiteY15339" fmla="*/ 2577239 h 4489084"/>
              <a:gd name="connsiteX15340" fmla="*/ 4195676 w 5158787"/>
              <a:gd name="connsiteY15340" fmla="*/ 2576883 h 4489084"/>
              <a:gd name="connsiteX15341" fmla="*/ 4210363 w 5158787"/>
              <a:gd name="connsiteY15341" fmla="*/ 2576883 h 4489084"/>
              <a:gd name="connsiteX15342" fmla="*/ 4211252 w 5158787"/>
              <a:gd name="connsiteY15342" fmla="*/ 2577416 h 4489084"/>
              <a:gd name="connsiteX15343" fmla="*/ 4218596 w 5158787"/>
              <a:gd name="connsiteY15343" fmla="*/ 2590149 h 4489084"/>
              <a:gd name="connsiteX15344" fmla="*/ 4218596 w 5158787"/>
              <a:gd name="connsiteY15344" fmla="*/ 2591215 h 4489084"/>
              <a:gd name="connsiteX15345" fmla="*/ 4211252 w 5158787"/>
              <a:gd name="connsiteY15345" fmla="*/ 2603949 h 4489084"/>
              <a:gd name="connsiteX15346" fmla="*/ 4210363 w 5158787"/>
              <a:gd name="connsiteY15346" fmla="*/ 2604482 h 4489084"/>
              <a:gd name="connsiteX15347" fmla="*/ 4195676 w 5158787"/>
              <a:gd name="connsiteY15347" fmla="*/ 2604482 h 4489084"/>
              <a:gd name="connsiteX15348" fmla="*/ 4194787 w 5158787"/>
              <a:gd name="connsiteY15348" fmla="*/ 2603949 h 4489084"/>
              <a:gd name="connsiteX15349" fmla="*/ 4187443 w 5158787"/>
              <a:gd name="connsiteY15349" fmla="*/ 2591215 h 4489084"/>
              <a:gd name="connsiteX15350" fmla="*/ 4187443 w 5158787"/>
              <a:gd name="connsiteY15350" fmla="*/ 2590149 h 4489084"/>
              <a:gd name="connsiteX15351" fmla="*/ 4194787 w 5158787"/>
              <a:gd name="connsiteY15351" fmla="*/ 2577416 h 4489084"/>
              <a:gd name="connsiteX15352" fmla="*/ 4195676 w 5158787"/>
              <a:gd name="connsiteY15352" fmla="*/ 2576883 h 4489084"/>
              <a:gd name="connsiteX15353" fmla="*/ 2437105 w 5158787"/>
              <a:gd name="connsiteY15353" fmla="*/ 2576587 h 4489084"/>
              <a:gd name="connsiteX15354" fmla="*/ 2452089 w 5158787"/>
              <a:gd name="connsiteY15354" fmla="*/ 2576587 h 4489084"/>
              <a:gd name="connsiteX15355" fmla="*/ 2452978 w 5158787"/>
              <a:gd name="connsiteY15355" fmla="*/ 2577120 h 4489084"/>
              <a:gd name="connsiteX15356" fmla="*/ 2460499 w 5158787"/>
              <a:gd name="connsiteY15356" fmla="*/ 2590150 h 4489084"/>
              <a:gd name="connsiteX15357" fmla="*/ 2460499 w 5158787"/>
              <a:gd name="connsiteY15357" fmla="*/ 2591216 h 4489084"/>
              <a:gd name="connsiteX15358" fmla="*/ 2452978 w 5158787"/>
              <a:gd name="connsiteY15358" fmla="*/ 2604245 h 4489084"/>
              <a:gd name="connsiteX15359" fmla="*/ 2452089 w 5158787"/>
              <a:gd name="connsiteY15359" fmla="*/ 2604778 h 4489084"/>
              <a:gd name="connsiteX15360" fmla="*/ 2437105 w 5158787"/>
              <a:gd name="connsiteY15360" fmla="*/ 2604778 h 4489084"/>
              <a:gd name="connsiteX15361" fmla="*/ 2436217 w 5158787"/>
              <a:gd name="connsiteY15361" fmla="*/ 2604245 h 4489084"/>
              <a:gd name="connsiteX15362" fmla="*/ 2428695 w 5158787"/>
              <a:gd name="connsiteY15362" fmla="*/ 2591216 h 4489084"/>
              <a:gd name="connsiteX15363" fmla="*/ 2428695 w 5158787"/>
              <a:gd name="connsiteY15363" fmla="*/ 2590150 h 4489084"/>
              <a:gd name="connsiteX15364" fmla="*/ 2436217 w 5158787"/>
              <a:gd name="connsiteY15364" fmla="*/ 2577120 h 4489084"/>
              <a:gd name="connsiteX15365" fmla="*/ 2437105 w 5158787"/>
              <a:gd name="connsiteY15365" fmla="*/ 2576587 h 4489084"/>
              <a:gd name="connsiteX15366" fmla="*/ 3789629 w 5158787"/>
              <a:gd name="connsiteY15366" fmla="*/ 2576410 h 4489084"/>
              <a:gd name="connsiteX15367" fmla="*/ 3804850 w 5158787"/>
              <a:gd name="connsiteY15367" fmla="*/ 2576410 h 4489084"/>
              <a:gd name="connsiteX15368" fmla="*/ 3805797 w 5158787"/>
              <a:gd name="connsiteY15368" fmla="*/ 2576943 h 4489084"/>
              <a:gd name="connsiteX15369" fmla="*/ 3813437 w 5158787"/>
              <a:gd name="connsiteY15369" fmla="*/ 2590150 h 4489084"/>
              <a:gd name="connsiteX15370" fmla="*/ 3813437 w 5158787"/>
              <a:gd name="connsiteY15370" fmla="*/ 2591216 h 4489084"/>
              <a:gd name="connsiteX15371" fmla="*/ 3805797 w 5158787"/>
              <a:gd name="connsiteY15371" fmla="*/ 2604423 h 4489084"/>
              <a:gd name="connsiteX15372" fmla="*/ 3804850 w 5158787"/>
              <a:gd name="connsiteY15372" fmla="*/ 2604957 h 4489084"/>
              <a:gd name="connsiteX15373" fmla="*/ 3789629 w 5158787"/>
              <a:gd name="connsiteY15373" fmla="*/ 2604957 h 4489084"/>
              <a:gd name="connsiteX15374" fmla="*/ 3788682 w 5158787"/>
              <a:gd name="connsiteY15374" fmla="*/ 2604423 h 4489084"/>
              <a:gd name="connsiteX15375" fmla="*/ 3781041 w 5158787"/>
              <a:gd name="connsiteY15375" fmla="*/ 2591216 h 4489084"/>
              <a:gd name="connsiteX15376" fmla="*/ 3781041 w 5158787"/>
              <a:gd name="connsiteY15376" fmla="*/ 2590150 h 4489084"/>
              <a:gd name="connsiteX15377" fmla="*/ 3788682 w 5158787"/>
              <a:gd name="connsiteY15377" fmla="*/ 2576943 h 4489084"/>
              <a:gd name="connsiteX15378" fmla="*/ 3789629 w 5158787"/>
              <a:gd name="connsiteY15378" fmla="*/ 2576410 h 4489084"/>
              <a:gd name="connsiteX15379" fmla="*/ 3586605 w 5158787"/>
              <a:gd name="connsiteY15379" fmla="*/ 2576173 h 4489084"/>
              <a:gd name="connsiteX15380" fmla="*/ 3602063 w 5158787"/>
              <a:gd name="connsiteY15380" fmla="*/ 2576173 h 4489084"/>
              <a:gd name="connsiteX15381" fmla="*/ 3603010 w 5158787"/>
              <a:gd name="connsiteY15381" fmla="*/ 2576706 h 4489084"/>
              <a:gd name="connsiteX15382" fmla="*/ 3610710 w 5158787"/>
              <a:gd name="connsiteY15382" fmla="*/ 2590091 h 4489084"/>
              <a:gd name="connsiteX15383" fmla="*/ 3610710 w 5158787"/>
              <a:gd name="connsiteY15383" fmla="*/ 2591157 h 4489084"/>
              <a:gd name="connsiteX15384" fmla="*/ 3602951 w 5158787"/>
              <a:gd name="connsiteY15384" fmla="*/ 2604542 h 4489084"/>
              <a:gd name="connsiteX15385" fmla="*/ 3602004 w 5158787"/>
              <a:gd name="connsiteY15385" fmla="*/ 2605075 h 4489084"/>
              <a:gd name="connsiteX15386" fmla="*/ 3586546 w 5158787"/>
              <a:gd name="connsiteY15386" fmla="*/ 2605075 h 4489084"/>
              <a:gd name="connsiteX15387" fmla="*/ 3585598 w 5158787"/>
              <a:gd name="connsiteY15387" fmla="*/ 2604542 h 4489084"/>
              <a:gd name="connsiteX15388" fmla="*/ 3577899 w 5158787"/>
              <a:gd name="connsiteY15388" fmla="*/ 2591157 h 4489084"/>
              <a:gd name="connsiteX15389" fmla="*/ 3577899 w 5158787"/>
              <a:gd name="connsiteY15389" fmla="*/ 2590091 h 4489084"/>
              <a:gd name="connsiteX15390" fmla="*/ 3585658 w 5158787"/>
              <a:gd name="connsiteY15390" fmla="*/ 2576706 h 4489084"/>
              <a:gd name="connsiteX15391" fmla="*/ 3586605 w 5158787"/>
              <a:gd name="connsiteY15391" fmla="*/ 2576173 h 4489084"/>
              <a:gd name="connsiteX15392" fmla="*/ 4397989 w 5158787"/>
              <a:gd name="connsiteY15392" fmla="*/ 2575876 h 4489084"/>
              <a:gd name="connsiteX15393" fmla="*/ 4413802 w 5158787"/>
              <a:gd name="connsiteY15393" fmla="*/ 2575876 h 4489084"/>
              <a:gd name="connsiteX15394" fmla="*/ 4414749 w 5158787"/>
              <a:gd name="connsiteY15394" fmla="*/ 2576409 h 4489084"/>
              <a:gd name="connsiteX15395" fmla="*/ 4422626 w 5158787"/>
              <a:gd name="connsiteY15395" fmla="*/ 2590090 h 4489084"/>
              <a:gd name="connsiteX15396" fmla="*/ 4422626 w 5158787"/>
              <a:gd name="connsiteY15396" fmla="*/ 2591215 h 4489084"/>
              <a:gd name="connsiteX15397" fmla="*/ 4414749 w 5158787"/>
              <a:gd name="connsiteY15397" fmla="*/ 2604896 h 4489084"/>
              <a:gd name="connsiteX15398" fmla="*/ 4413802 w 5158787"/>
              <a:gd name="connsiteY15398" fmla="*/ 2605429 h 4489084"/>
              <a:gd name="connsiteX15399" fmla="*/ 4397989 w 5158787"/>
              <a:gd name="connsiteY15399" fmla="*/ 2605429 h 4489084"/>
              <a:gd name="connsiteX15400" fmla="*/ 4397041 w 5158787"/>
              <a:gd name="connsiteY15400" fmla="*/ 2604896 h 4489084"/>
              <a:gd name="connsiteX15401" fmla="*/ 4389164 w 5158787"/>
              <a:gd name="connsiteY15401" fmla="*/ 2591215 h 4489084"/>
              <a:gd name="connsiteX15402" fmla="*/ 4389164 w 5158787"/>
              <a:gd name="connsiteY15402" fmla="*/ 2590090 h 4489084"/>
              <a:gd name="connsiteX15403" fmla="*/ 4397041 w 5158787"/>
              <a:gd name="connsiteY15403" fmla="*/ 2576409 h 4489084"/>
              <a:gd name="connsiteX15404" fmla="*/ 4397989 w 5158787"/>
              <a:gd name="connsiteY15404" fmla="*/ 2575876 h 4489084"/>
              <a:gd name="connsiteX15405" fmla="*/ 4330354 w 5158787"/>
              <a:gd name="connsiteY15405" fmla="*/ 2575876 h 4489084"/>
              <a:gd name="connsiteX15406" fmla="*/ 4346167 w 5158787"/>
              <a:gd name="connsiteY15406" fmla="*/ 2575876 h 4489084"/>
              <a:gd name="connsiteX15407" fmla="*/ 4347114 w 5158787"/>
              <a:gd name="connsiteY15407" fmla="*/ 2576409 h 4489084"/>
              <a:gd name="connsiteX15408" fmla="*/ 4354992 w 5158787"/>
              <a:gd name="connsiteY15408" fmla="*/ 2590090 h 4489084"/>
              <a:gd name="connsiteX15409" fmla="*/ 4354992 w 5158787"/>
              <a:gd name="connsiteY15409" fmla="*/ 2591215 h 4489084"/>
              <a:gd name="connsiteX15410" fmla="*/ 4347114 w 5158787"/>
              <a:gd name="connsiteY15410" fmla="*/ 2604896 h 4489084"/>
              <a:gd name="connsiteX15411" fmla="*/ 4346167 w 5158787"/>
              <a:gd name="connsiteY15411" fmla="*/ 2605429 h 4489084"/>
              <a:gd name="connsiteX15412" fmla="*/ 4330354 w 5158787"/>
              <a:gd name="connsiteY15412" fmla="*/ 2605429 h 4489084"/>
              <a:gd name="connsiteX15413" fmla="*/ 4329406 w 5158787"/>
              <a:gd name="connsiteY15413" fmla="*/ 2604896 h 4489084"/>
              <a:gd name="connsiteX15414" fmla="*/ 4321529 w 5158787"/>
              <a:gd name="connsiteY15414" fmla="*/ 2591215 h 4489084"/>
              <a:gd name="connsiteX15415" fmla="*/ 4321529 w 5158787"/>
              <a:gd name="connsiteY15415" fmla="*/ 2590090 h 4489084"/>
              <a:gd name="connsiteX15416" fmla="*/ 4329406 w 5158787"/>
              <a:gd name="connsiteY15416" fmla="*/ 2576409 h 4489084"/>
              <a:gd name="connsiteX15417" fmla="*/ 4330354 w 5158787"/>
              <a:gd name="connsiteY15417" fmla="*/ 2575876 h 4489084"/>
              <a:gd name="connsiteX15418" fmla="*/ 3856908 w 5158787"/>
              <a:gd name="connsiteY15418" fmla="*/ 2575876 h 4489084"/>
              <a:gd name="connsiteX15419" fmla="*/ 3872722 w 5158787"/>
              <a:gd name="connsiteY15419" fmla="*/ 2575876 h 4489084"/>
              <a:gd name="connsiteX15420" fmla="*/ 3873669 w 5158787"/>
              <a:gd name="connsiteY15420" fmla="*/ 2576409 h 4489084"/>
              <a:gd name="connsiteX15421" fmla="*/ 3881546 w 5158787"/>
              <a:gd name="connsiteY15421" fmla="*/ 2590090 h 4489084"/>
              <a:gd name="connsiteX15422" fmla="*/ 3881546 w 5158787"/>
              <a:gd name="connsiteY15422" fmla="*/ 2591215 h 4489084"/>
              <a:gd name="connsiteX15423" fmla="*/ 3873669 w 5158787"/>
              <a:gd name="connsiteY15423" fmla="*/ 2604896 h 4489084"/>
              <a:gd name="connsiteX15424" fmla="*/ 3872722 w 5158787"/>
              <a:gd name="connsiteY15424" fmla="*/ 2605429 h 4489084"/>
              <a:gd name="connsiteX15425" fmla="*/ 3856908 w 5158787"/>
              <a:gd name="connsiteY15425" fmla="*/ 2605429 h 4489084"/>
              <a:gd name="connsiteX15426" fmla="*/ 3855961 w 5158787"/>
              <a:gd name="connsiteY15426" fmla="*/ 2604896 h 4489084"/>
              <a:gd name="connsiteX15427" fmla="*/ 3848084 w 5158787"/>
              <a:gd name="connsiteY15427" fmla="*/ 2591215 h 4489084"/>
              <a:gd name="connsiteX15428" fmla="*/ 3848084 w 5158787"/>
              <a:gd name="connsiteY15428" fmla="*/ 2590090 h 4489084"/>
              <a:gd name="connsiteX15429" fmla="*/ 3855961 w 5158787"/>
              <a:gd name="connsiteY15429" fmla="*/ 2576409 h 4489084"/>
              <a:gd name="connsiteX15430" fmla="*/ 3856908 w 5158787"/>
              <a:gd name="connsiteY15430" fmla="*/ 2575876 h 4489084"/>
              <a:gd name="connsiteX15431" fmla="*/ 4262541 w 5158787"/>
              <a:gd name="connsiteY15431" fmla="*/ 2575462 h 4489084"/>
              <a:gd name="connsiteX15432" fmla="*/ 4278769 w 5158787"/>
              <a:gd name="connsiteY15432" fmla="*/ 2575462 h 4489084"/>
              <a:gd name="connsiteX15433" fmla="*/ 4279776 w 5158787"/>
              <a:gd name="connsiteY15433" fmla="*/ 2576054 h 4489084"/>
              <a:gd name="connsiteX15434" fmla="*/ 4287890 w 5158787"/>
              <a:gd name="connsiteY15434" fmla="*/ 2590091 h 4489084"/>
              <a:gd name="connsiteX15435" fmla="*/ 4287890 w 5158787"/>
              <a:gd name="connsiteY15435" fmla="*/ 2591216 h 4489084"/>
              <a:gd name="connsiteX15436" fmla="*/ 4279776 w 5158787"/>
              <a:gd name="connsiteY15436" fmla="*/ 2605252 h 4489084"/>
              <a:gd name="connsiteX15437" fmla="*/ 4278769 w 5158787"/>
              <a:gd name="connsiteY15437" fmla="*/ 2605845 h 4489084"/>
              <a:gd name="connsiteX15438" fmla="*/ 4262541 w 5158787"/>
              <a:gd name="connsiteY15438" fmla="*/ 2605845 h 4489084"/>
              <a:gd name="connsiteX15439" fmla="*/ 4261535 w 5158787"/>
              <a:gd name="connsiteY15439" fmla="*/ 2605252 h 4489084"/>
              <a:gd name="connsiteX15440" fmla="*/ 4253421 w 5158787"/>
              <a:gd name="connsiteY15440" fmla="*/ 2591216 h 4489084"/>
              <a:gd name="connsiteX15441" fmla="*/ 4253421 w 5158787"/>
              <a:gd name="connsiteY15441" fmla="*/ 2590091 h 4489084"/>
              <a:gd name="connsiteX15442" fmla="*/ 4261535 w 5158787"/>
              <a:gd name="connsiteY15442" fmla="*/ 2576054 h 4489084"/>
              <a:gd name="connsiteX15443" fmla="*/ 4262541 w 5158787"/>
              <a:gd name="connsiteY15443" fmla="*/ 2575462 h 4489084"/>
              <a:gd name="connsiteX15444" fmla="*/ 2098160 w 5158787"/>
              <a:gd name="connsiteY15444" fmla="*/ 2575166 h 4489084"/>
              <a:gd name="connsiteX15445" fmla="*/ 2114743 w 5158787"/>
              <a:gd name="connsiteY15445" fmla="*/ 2575166 h 4489084"/>
              <a:gd name="connsiteX15446" fmla="*/ 2115750 w 5158787"/>
              <a:gd name="connsiteY15446" fmla="*/ 2575758 h 4489084"/>
              <a:gd name="connsiteX15447" fmla="*/ 2124041 w 5158787"/>
              <a:gd name="connsiteY15447" fmla="*/ 2590091 h 4489084"/>
              <a:gd name="connsiteX15448" fmla="*/ 2124041 w 5158787"/>
              <a:gd name="connsiteY15448" fmla="*/ 2591275 h 4489084"/>
              <a:gd name="connsiteX15449" fmla="*/ 2115750 w 5158787"/>
              <a:gd name="connsiteY15449" fmla="*/ 2605608 h 4489084"/>
              <a:gd name="connsiteX15450" fmla="*/ 2114743 w 5158787"/>
              <a:gd name="connsiteY15450" fmla="*/ 2606200 h 4489084"/>
              <a:gd name="connsiteX15451" fmla="*/ 2098160 w 5158787"/>
              <a:gd name="connsiteY15451" fmla="*/ 2606200 h 4489084"/>
              <a:gd name="connsiteX15452" fmla="*/ 2097153 w 5158787"/>
              <a:gd name="connsiteY15452" fmla="*/ 2605608 h 4489084"/>
              <a:gd name="connsiteX15453" fmla="*/ 2088862 w 5158787"/>
              <a:gd name="connsiteY15453" fmla="*/ 2591275 h 4489084"/>
              <a:gd name="connsiteX15454" fmla="*/ 2088862 w 5158787"/>
              <a:gd name="connsiteY15454" fmla="*/ 2590091 h 4489084"/>
              <a:gd name="connsiteX15455" fmla="*/ 2097153 w 5158787"/>
              <a:gd name="connsiteY15455" fmla="*/ 2575758 h 4489084"/>
              <a:gd name="connsiteX15456" fmla="*/ 2098160 w 5158787"/>
              <a:gd name="connsiteY15456" fmla="*/ 2575166 h 4489084"/>
              <a:gd name="connsiteX15457" fmla="*/ 3653588 w 5158787"/>
              <a:gd name="connsiteY15457" fmla="*/ 2574929 h 4489084"/>
              <a:gd name="connsiteX15458" fmla="*/ 3670349 w 5158787"/>
              <a:gd name="connsiteY15458" fmla="*/ 2574929 h 4489084"/>
              <a:gd name="connsiteX15459" fmla="*/ 3671356 w 5158787"/>
              <a:gd name="connsiteY15459" fmla="*/ 2575521 h 4489084"/>
              <a:gd name="connsiteX15460" fmla="*/ 3679766 w 5158787"/>
              <a:gd name="connsiteY15460" fmla="*/ 2590031 h 4489084"/>
              <a:gd name="connsiteX15461" fmla="*/ 3679766 w 5158787"/>
              <a:gd name="connsiteY15461" fmla="*/ 2591216 h 4489084"/>
              <a:gd name="connsiteX15462" fmla="*/ 3671356 w 5158787"/>
              <a:gd name="connsiteY15462" fmla="*/ 2605726 h 4489084"/>
              <a:gd name="connsiteX15463" fmla="*/ 3670349 w 5158787"/>
              <a:gd name="connsiteY15463" fmla="*/ 2606318 h 4489084"/>
              <a:gd name="connsiteX15464" fmla="*/ 3653588 w 5158787"/>
              <a:gd name="connsiteY15464" fmla="*/ 2606318 h 4489084"/>
              <a:gd name="connsiteX15465" fmla="*/ 3652581 w 5158787"/>
              <a:gd name="connsiteY15465" fmla="*/ 2605726 h 4489084"/>
              <a:gd name="connsiteX15466" fmla="*/ 3644172 w 5158787"/>
              <a:gd name="connsiteY15466" fmla="*/ 2591216 h 4489084"/>
              <a:gd name="connsiteX15467" fmla="*/ 3644172 w 5158787"/>
              <a:gd name="connsiteY15467" fmla="*/ 2590031 h 4489084"/>
              <a:gd name="connsiteX15468" fmla="*/ 3652581 w 5158787"/>
              <a:gd name="connsiteY15468" fmla="*/ 2575521 h 4489084"/>
              <a:gd name="connsiteX15469" fmla="*/ 3653588 w 5158787"/>
              <a:gd name="connsiteY15469" fmla="*/ 2574929 h 4489084"/>
              <a:gd name="connsiteX15470" fmla="*/ 3721105 w 5158787"/>
              <a:gd name="connsiteY15470" fmla="*/ 2574751 h 4489084"/>
              <a:gd name="connsiteX15471" fmla="*/ 3738103 w 5158787"/>
              <a:gd name="connsiteY15471" fmla="*/ 2574751 h 4489084"/>
              <a:gd name="connsiteX15472" fmla="*/ 3739169 w 5158787"/>
              <a:gd name="connsiteY15472" fmla="*/ 2575343 h 4489084"/>
              <a:gd name="connsiteX15473" fmla="*/ 3747638 w 5158787"/>
              <a:gd name="connsiteY15473" fmla="*/ 2590090 h 4489084"/>
              <a:gd name="connsiteX15474" fmla="*/ 3747638 w 5158787"/>
              <a:gd name="connsiteY15474" fmla="*/ 2591275 h 4489084"/>
              <a:gd name="connsiteX15475" fmla="*/ 3739110 w 5158787"/>
              <a:gd name="connsiteY15475" fmla="*/ 2606022 h 4489084"/>
              <a:gd name="connsiteX15476" fmla="*/ 3738044 w 5158787"/>
              <a:gd name="connsiteY15476" fmla="*/ 2606614 h 4489084"/>
              <a:gd name="connsiteX15477" fmla="*/ 3721046 w 5158787"/>
              <a:gd name="connsiteY15477" fmla="*/ 2606614 h 4489084"/>
              <a:gd name="connsiteX15478" fmla="*/ 3719980 w 5158787"/>
              <a:gd name="connsiteY15478" fmla="*/ 2606022 h 4489084"/>
              <a:gd name="connsiteX15479" fmla="*/ 3711511 w 5158787"/>
              <a:gd name="connsiteY15479" fmla="*/ 2591275 h 4489084"/>
              <a:gd name="connsiteX15480" fmla="*/ 3711511 w 5158787"/>
              <a:gd name="connsiteY15480" fmla="*/ 2590090 h 4489084"/>
              <a:gd name="connsiteX15481" fmla="*/ 3720039 w 5158787"/>
              <a:gd name="connsiteY15481" fmla="*/ 2575343 h 4489084"/>
              <a:gd name="connsiteX15482" fmla="*/ 3721105 w 5158787"/>
              <a:gd name="connsiteY15482" fmla="*/ 2574751 h 4489084"/>
              <a:gd name="connsiteX15483" fmla="*/ 2030289 w 5158787"/>
              <a:gd name="connsiteY15483" fmla="*/ 2574633 h 4489084"/>
              <a:gd name="connsiteX15484" fmla="*/ 2047404 w 5158787"/>
              <a:gd name="connsiteY15484" fmla="*/ 2574633 h 4489084"/>
              <a:gd name="connsiteX15485" fmla="*/ 2048470 w 5158787"/>
              <a:gd name="connsiteY15485" fmla="*/ 2575225 h 4489084"/>
              <a:gd name="connsiteX15486" fmla="*/ 2056999 w 5158787"/>
              <a:gd name="connsiteY15486" fmla="*/ 2590031 h 4489084"/>
              <a:gd name="connsiteX15487" fmla="*/ 2056999 w 5158787"/>
              <a:gd name="connsiteY15487" fmla="*/ 2591216 h 4489084"/>
              <a:gd name="connsiteX15488" fmla="*/ 2048411 w 5158787"/>
              <a:gd name="connsiteY15488" fmla="*/ 2606022 h 4489084"/>
              <a:gd name="connsiteX15489" fmla="*/ 2047345 w 5158787"/>
              <a:gd name="connsiteY15489" fmla="*/ 2606614 h 4489084"/>
              <a:gd name="connsiteX15490" fmla="*/ 2030229 w 5158787"/>
              <a:gd name="connsiteY15490" fmla="*/ 2606614 h 4489084"/>
              <a:gd name="connsiteX15491" fmla="*/ 2029163 w 5158787"/>
              <a:gd name="connsiteY15491" fmla="*/ 2606022 h 4489084"/>
              <a:gd name="connsiteX15492" fmla="*/ 2020635 w 5158787"/>
              <a:gd name="connsiteY15492" fmla="*/ 2591216 h 4489084"/>
              <a:gd name="connsiteX15493" fmla="*/ 2020635 w 5158787"/>
              <a:gd name="connsiteY15493" fmla="*/ 2590031 h 4489084"/>
              <a:gd name="connsiteX15494" fmla="*/ 2029222 w 5158787"/>
              <a:gd name="connsiteY15494" fmla="*/ 2575225 h 4489084"/>
              <a:gd name="connsiteX15495" fmla="*/ 2030289 w 5158787"/>
              <a:gd name="connsiteY15495" fmla="*/ 2574633 h 4489084"/>
              <a:gd name="connsiteX15496" fmla="*/ 2233076 w 5158787"/>
              <a:gd name="connsiteY15496" fmla="*/ 2574514 h 4489084"/>
              <a:gd name="connsiteX15497" fmla="*/ 2250310 w 5158787"/>
              <a:gd name="connsiteY15497" fmla="*/ 2574514 h 4489084"/>
              <a:gd name="connsiteX15498" fmla="*/ 2251376 w 5158787"/>
              <a:gd name="connsiteY15498" fmla="*/ 2575106 h 4489084"/>
              <a:gd name="connsiteX15499" fmla="*/ 2259964 w 5158787"/>
              <a:gd name="connsiteY15499" fmla="*/ 2590031 h 4489084"/>
              <a:gd name="connsiteX15500" fmla="*/ 2259964 w 5158787"/>
              <a:gd name="connsiteY15500" fmla="*/ 2591275 h 4489084"/>
              <a:gd name="connsiteX15501" fmla="*/ 2251317 w 5158787"/>
              <a:gd name="connsiteY15501" fmla="*/ 2606199 h 4489084"/>
              <a:gd name="connsiteX15502" fmla="*/ 2250251 w 5158787"/>
              <a:gd name="connsiteY15502" fmla="*/ 2606792 h 4489084"/>
              <a:gd name="connsiteX15503" fmla="*/ 2233016 w 5158787"/>
              <a:gd name="connsiteY15503" fmla="*/ 2606792 h 4489084"/>
              <a:gd name="connsiteX15504" fmla="*/ 2231950 w 5158787"/>
              <a:gd name="connsiteY15504" fmla="*/ 2606199 h 4489084"/>
              <a:gd name="connsiteX15505" fmla="*/ 2223363 w 5158787"/>
              <a:gd name="connsiteY15505" fmla="*/ 2591275 h 4489084"/>
              <a:gd name="connsiteX15506" fmla="*/ 2223363 w 5158787"/>
              <a:gd name="connsiteY15506" fmla="*/ 2590031 h 4489084"/>
              <a:gd name="connsiteX15507" fmla="*/ 2232010 w 5158787"/>
              <a:gd name="connsiteY15507" fmla="*/ 2575106 h 4489084"/>
              <a:gd name="connsiteX15508" fmla="*/ 2233076 w 5158787"/>
              <a:gd name="connsiteY15508" fmla="*/ 2574514 h 4489084"/>
              <a:gd name="connsiteX15509" fmla="*/ 2165439 w 5158787"/>
              <a:gd name="connsiteY15509" fmla="*/ 2574514 h 4489084"/>
              <a:gd name="connsiteX15510" fmla="*/ 2182674 w 5158787"/>
              <a:gd name="connsiteY15510" fmla="*/ 2574514 h 4489084"/>
              <a:gd name="connsiteX15511" fmla="*/ 2183740 w 5158787"/>
              <a:gd name="connsiteY15511" fmla="*/ 2575106 h 4489084"/>
              <a:gd name="connsiteX15512" fmla="*/ 2192328 w 5158787"/>
              <a:gd name="connsiteY15512" fmla="*/ 2590031 h 4489084"/>
              <a:gd name="connsiteX15513" fmla="*/ 2192328 w 5158787"/>
              <a:gd name="connsiteY15513" fmla="*/ 2591275 h 4489084"/>
              <a:gd name="connsiteX15514" fmla="*/ 2183681 w 5158787"/>
              <a:gd name="connsiteY15514" fmla="*/ 2606199 h 4489084"/>
              <a:gd name="connsiteX15515" fmla="*/ 2182615 w 5158787"/>
              <a:gd name="connsiteY15515" fmla="*/ 2606792 h 4489084"/>
              <a:gd name="connsiteX15516" fmla="*/ 2165381 w 5158787"/>
              <a:gd name="connsiteY15516" fmla="*/ 2606792 h 4489084"/>
              <a:gd name="connsiteX15517" fmla="*/ 2164314 w 5158787"/>
              <a:gd name="connsiteY15517" fmla="*/ 2606199 h 4489084"/>
              <a:gd name="connsiteX15518" fmla="*/ 2155727 w 5158787"/>
              <a:gd name="connsiteY15518" fmla="*/ 2591275 h 4489084"/>
              <a:gd name="connsiteX15519" fmla="*/ 2155727 w 5158787"/>
              <a:gd name="connsiteY15519" fmla="*/ 2590031 h 4489084"/>
              <a:gd name="connsiteX15520" fmla="*/ 2164373 w 5158787"/>
              <a:gd name="connsiteY15520" fmla="*/ 2575106 h 4489084"/>
              <a:gd name="connsiteX15521" fmla="*/ 2165439 w 5158787"/>
              <a:gd name="connsiteY15521" fmla="*/ 2574514 h 4489084"/>
              <a:gd name="connsiteX15522" fmla="*/ 2300118 w 5158787"/>
              <a:gd name="connsiteY15522" fmla="*/ 2573389 h 4489084"/>
              <a:gd name="connsiteX15523" fmla="*/ 2318537 w 5158787"/>
              <a:gd name="connsiteY15523" fmla="*/ 2573389 h 4489084"/>
              <a:gd name="connsiteX15524" fmla="*/ 2319662 w 5158787"/>
              <a:gd name="connsiteY15524" fmla="*/ 2574040 h 4489084"/>
              <a:gd name="connsiteX15525" fmla="*/ 2328902 w 5158787"/>
              <a:gd name="connsiteY15525" fmla="*/ 2590031 h 4489084"/>
              <a:gd name="connsiteX15526" fmla="*/ 2328902 w 5158787"/>
              <a:gd name="connsiteY15526" fmla="*/ 2591334 h 4489084"/>
              <a:gd name="connsiteX15527" fmla="*/ 2319662 w 5158787"/>
              <a:gd name="connsiteY15527" fmla="*/ 2607325 h 4489084"/>
              <a:gd name="connsiteX15528" fmla="*/ 2318537 w 5158787"/>
              <a:gd name="connsiteY15528" fmla="*/ 2607977 h 4489084"/>
              <a:gd name="connsiteX15529" fmla="*/ 2300118 w 5158787"/>
              <a:gd name="connsiteY15529" fmla="*/ 2607977 h 4489084"/>
              <a:gd name="connsiteX15530" fmla="*/ 2298993 w 5158787"/>
              <a:gd name="connsiteY15530" fmla="*/ 2607325 h 4489084"/>
              <a:gd name="connsiteX15531" fmla="*/ 2289754 w 5158787"/>
              <a:gd name="connsiteY15531" fmla="*/ 2591334 h 4489084"/>
              <a:gd name="connsiteX15532" fmla="*/ 2289754 w 5158787"/>
              <a:gd name="connsiteY15532" fmla="*/ 2590031 h 4489084"/>
              <a:gd name="connsiteX15533" fmla="*/ 2298993 w 5158787"/>
              <a:gd name="connsiteY15533" fmla="*/ 2574040 h 4489084"/>
              <a:gd name="connsiteX15534" fmla="*/ 2300118 w 5158787"/>
              <a:gd name="connsiteY15534" fmla="*/ 2573389 h 4489084"/>
              <a:gd name="connsiteX15535" fmla="*/ 1962002 w 5158787"/>
              <a:gd name="connsiteY15535" fmla="*/ 2573389 h 4489084"/>
              <a:gd name="connsiteX15536" fmla="*/ 1980421 w 5158787"/>
              <a:gd name="connsiteY15536" fmla="*/ 2573389 h 4489084"/>
              <a:gd name="connsiteX15537" fmla="*/ 1981546 w 5158787"/>
              <a:gd name="connsiteY15537" fmla="*/ 2574040 h 4489084"/>
              <a:gd name="connsiteX15538" fmla="*/ 1990785 w 5158787"/>
              <a:gd name="connsiteY15538" fmla="*/ 2590031 h 4489084"/>
              <a:gd name="connsiteX15539" fmla="*/ 1990785 w 5158787"/>
              <a:gd name="connsiteY15539" fmla="*/ 2591334 h 4489084"/>
              <a:gd name="connsiteX15540" fmla="*/ 1981546 w 5158787"/>
              <a:gd name="connsiteY15540" fmla="*/ 2607325 h 4489084"/>
              <a:gd name="connsiteX15541" fmla="*/ 1980421 w 5158787"/>
              <a:gd name="connsiteY15541" fmla="*/ 2607977 h 4489084"/>
              <a:gd name="connsiteX15542" fmla="*/ 1962002 w 5158787"/>
              <a:gd name="connsiteY15542" fmla="*/ 2607977 h 4489084"/>
              <a:gd name="connsiteX15543" fmla="*/ 1960877 w 5158787"/>
              <a:gd name="connsiteY15543" fmla="*/ 2607325 h 4489084"/>
              <a:gd name="connsiteX15544" fmla="*/ 1951638 w 5158787"/>
              <a:gd name="connsiteY15544" fmla="*/ 2591334 h 4489084"/>
              <a:gd name="connsiteX15545" fmla="*/ 1951638 w 5158787"/>
              <a:gd name="connsiteY15545" fmla="*/ 2590031 h 4489084"/>
              <a:gd name="connsiteX15546" fmla="*/ 1960877 w 5158787"/>
              <a:gd name="connsiteY15546" fmla="*/ 2574040 h 4489084"/>
              <a:gd name="connsiteX15547" fmla="*/ 1962002 w 5158787"/>
              <a:gd name="connsiteY15547" fmla="*/ 2573389 h 4489084"/>
              <a:gd name="connsiteX15548" fmla="*/ 1894307 w 5158787"/>
              <a:gd name="connsiteY15548" fmla="*/ 2573270 h 4489084"/>
              <a:gd name="connsiteX15549" fmla="*/ 1912845 w 5158787"/>
              <a:gd name="connsiteY15549" fmla="*/ 2573270 h 4489084"/>
              <a:gd name="connsiteX15550" fmla="*/ 1913970 w 5158787"/>
              <a:gd name="connsiteY15550" fmla="*/ 2573922 h 4489084"/>
              <a:gd name="connsiteX15551" fmla="*/ 1923209 w 5158787"/>
              <a:gd name="connsiteY15551" fmla="*/ 2589972 h 4489084"/>
              <a:gd name="connsiteX15552" fmla="*/ 1923209 w 5158787"/>
              <a:gd name="connsiteY15552" fmla="*/ 2591275 h 4489084"/>
              <a:gd name="connsiteX15553" fmla="*/ 1913911 w 5158787"/>
              <a:gd name="connsiteY15553" fmla="*/ 2607324 h 4489084"/>
              <a:gd name="connsiteX15554" fmla="*/ 1912785 w 5158787"/>
              <a:gd name="connsiteY15554" fmla="*/ 2607976 h 4489084"/>
              <a:gd name="connsiteX15555" fmla="*/ 1894248 w 5158787"/>
              <a:gd name="connsiteY15555" fmla="*/ 2607976 h 4489084"/>
              <a:gd name="connsiteX15556" fmla="*/ 1893123 w 5158787"/>
              <a:gd name="connsiteY15556" fmla="*/ 2607324 h 4489084"/>
              <a:gd name="connsiteX15557" fmla="*/ 1883884 w 5158787"/>
              <a:gd name="connsiteY15557" fmla="*/ 2591275 h 4489084"/>
              <a:gd name="connsiteX15558" fmla="*/ 1883884 w 5158787"/>
              <a:gd name="connsiteY15558" fmla="*/ 2589972 h 4489084"/>
              <a:gd name="connsiteX15559" fmla="*/ 1893182 w 5158787"/>
              <a:gd name="connsiteY15559" fmla="*/ 2573922 h 4489084"/>
              <a:gd name="connsiteX15560" fmla="*/ 1894307 w 5158787"/>
              <a:gd name="connsiteY15560" fmla="*/ 2573270 h 4489084"/>
              <a:gd name="connsiteX15561" fmla="*/ 4464084 w 5158787"/>
              <a:gd name="connsiteY15561" fmla="*/ 2572974 h 4489084"/>
              <a:gd name="connsiteX15562" fmla="*/ 4482977 w 5158787"/>
              <a:gd name="connsiteY15562" fmla="*/ 2572974 h 4489084"/>
              <a:gd name="connsiteX15563" fmla="*/ 4484102 w 5158787"/>
              <a:gd name="connsiteY15563" fmla="*/ 2573625 h 4489084"/>
              <a:gd name="connsiteX15564" fmla="*/ 4493518 w 5158787"/>
              <a:gd name="connsiteY15564" fmla="*/ 2589972 h 4489084"/>
              <a:gd name="connsiteX15565" fmla="*/ 4493518 w 5158787"/>
              <a:gd name="connsiteY15565" fmla="*/ 2591334 h 4489084"/>
              <a:gd name="connsiteX15566" fmla="*/ 4484102 w 5158787"/>
              <a:gd name="connsiteY15566" fmla="*/ 2607680 h 4489084"/>
              <a:gd name="connsiteX15567" fmla="*/ 4482977 w 5158787"/>
              <a:gd name="connsiteY15567" fmla="*/ 2608332 h 4489084"/>
              <a:gd name="connsiteX15568" fmla="*/ 4464084 w 5158787"/>
              <a:gd name="connsiteY15568" fmla="*/ 2608332 h 4489084"/>
              <a:gd name="connsiteX15569" fmla="*/ 4462959 w 5158787"/>
              <a:gd name="connsiteY15569" fmla="*/ 2607680 h 4489084"/>
              <a:gd name="connsiteX15570" fmla="*/ 4453541 w 5158787"/>
              <a:gd name="connsiteY15570" fmla="*/ 2591334 h 4489084"/>
              <a:gd name="connsiteX15571" fmla="*/ 4453541 w 5158787"/>
              <a:gd name="connsiteY15571" fmla="*/ 2589972 h 4489084"/>
              <a:gd name="connsiteX15572" fmla="*/ 4462959 w 5158787"/>
              <a:gd name="connsiteY15572" fmla="*/ 2573625 h 4489084"/>
              <a:gd name="connsiteX15573" fmla="*/ 4464084 w 5158787"/>
              <a:gd name="connsiteY15573" fmla="*/ 2572974 h 4489084"/>
              <a:gd name="connsiteX15574" fmla="*/ 2367515 w 5158787"/>
              <a:gd name="connsiteY15574" fmla="*/ 2572974 h 4489084"/>
              <a:gd name="connsiteX15575" fmla="*/ 2386408 w 5158787"/>
              <a:gd name="connsiteY15575" fmla="*/ 2572974 h 4489084"/>
              <a:gd name="connsiteX15576" fmla="*/ 2387534 w 5158787"/>
              <a:gd name="connsiteY15576" fmla="*/ 2573625 h 4489084"/>
              <a:gd name="connsiteX15577" fmla="*/ 2396951 w 5158787"/>
              <a:gd name="connsiteY15577" fmla="*/ 2589972 h 4489084"/>
              <a:gd name="connsiteX15578" fmla="*/ 2396951 w 5158787"/>
              <a:gd name="connsiteY15578" fmla="*/ 2591334 h 4489084"/>
              <a:gd name="connsiteX15579" fmla="*/ 2387534 w 5158787"/>
              <a:gd name="connsiteY15579" fmla="*/ 2607680 h 4489084"/>
              <a:gd name="connsiteX15580" fmla="*/ 2386408 w 5158787"/>
              <a:gd name="connsiteY15580" fmla="*/ 2608332 h 4489084"/>
              <a:gd name="connsiteX15581" fmla="*/ 2367515 w 5158787"/>
              <a:gd name="connsiteY15581" fmla="*/ 2608332 h 4489084"/>
              <a:gd name="connsiteX15582" fmla="*/ 2366391 w 5158787"/>
              <a:gd name="connsiteY15582" fmla="*/ 2607680 h 4489084"/>
              <a:gd name="connsiteX15583" fmla="*/ 2356974 w 5158787"/>
              <a:gd name="connsiteY15583" fmla="*/ 2591334 h 4489084"/>
              <a:gd name="connsiteX15584" fmla="*/ 2356974 w 5158787"/>
              <a:gd name="connsiteY15584" fmla="*/ 2589972 h 4489084"/>
              <a:gd name="connsiteX15585" fmla="*/ 2366391 w 5158787"/>
              <a:gd name="connsiteY15585" fmla="*/ 2573625 h 4489084"/>
              <a:gd name="connsiteX15586" fmla="*/ 2367515 w 5158787"/>
              <a:gd name="connsiteY15586" fmla="*/ 2572974 h 4489084"/>
              <a:gd name="connsiteX15587" fmla="*/ 1825961 w 5158787"/>
              <a:gd name="connsiteY15587" fmla="*/ 2571908 h 4489084"/>
              <a:gd name="connsiteX15588" fmla="*/ 1845920 w 5158787"/>
              <a:gd name="connsiteY15588" fmla="*/ 2571908 h 4489084"/>
              <a:gd name="connsiteX15589" fmla="*/ 1847164 w 5158787"/>
              <a:gd name="connsiteY15589" fmla="*/ 2572619 h 4489084"/>
              <a:gd name="connsiteX15590" fmla="*/ 1857173 w 5158787"/>
              <a:gd name="connsiteY15590" fmla="*/ 2589912 h 4489084"/>
              <a:gd name="connsiteX15591" fmla="*/ 1857173 w 5158787"/>
              <a:gd name="connsiteY15591" fmla="*/ 2591334 h 4489084"/>
              <a:gd name="connsiteX15592" fmla="*/ 1847164 w 5158787"/>
              <a:gd name="connsiteY15592" fmla="*/ 2608628 h 4489084"/>
              <a:gd name="connsiteX15593" fmla="*/ 1845920 w 5158787"/>
              <a:gd name="connsiteY15593" fmla="*/ 2609338 h 4489084"/>
              <a:gd name="connsiteX15594" fmla="*/ 1825961 w 5158787"/>
              <a:gd name="connsiteY15594" fmla="*/ 2609338 h 4489084"/>
              <a:gd name="connsiteX15595" fmla="*/ 1824718 w 5158787"/>
              <a:gd name="connsiteY15595" fmla="*/ 2608628 h 4489084"/>
              <a:gd name="connsiteX15596" fmla="*/ 1814709 w 5158787"/>
              <a:gd name="connsiteY15596" fmla="*/ 2591334 h 4489084"/>
              <a:gd name="connsiteX15597" fmla="*/ 1814709 w 5158787"/>
              <a:gd name="connsiteY15597" fmla="*/ 2589912 h 4489084"/>
              <a:gd name="connsiteX15598" fmla="*/ 1824718 w 5158787"/>
              <a:gd name="connsiteY15598" fmla="*/ 2572619 h 4489084"/>
              <a:gd name="connsiteX15599" fmla="*/ 1825961 w 5158787"/>
              <a:gd name="connsiteY15599" fmla="*/ 2571908 h 4489084"/>
              <a:gd name="connsiteX15600" fmla="*/ 4531008 w 5158787"/>
              <a:gd name="connsiteY15600" fmla="*/ 2571612 h 4489084"/>
              <a:gd name="connsiteX15601" fmla="*/ 4551322 w 5158787"/>
              <a:gd name="connsiteY15601" fmla="*/ 2571612 h 4489084"/>
              <a:gd name="connsiteX15602" fmla="*/ 4552566 w 5158787"/>
              <a:gd name="connsiteY15602" fmla="*/ 2572323 h 4489084"/>
              <a:gd name="connsiteX15603" fmla="*/ 4562693 w 5158787"/>
              <a:gd name="connsiteY15603" fmla="*/ 2589912 h 4489084"/>
              <a:gd name="connsiteX15604" fmla="*/ 4562693 w 5158787"/>
              <a:gd name="connsiteY15604" fmla="*/ 2591334 h 4489084"/>
              <a:gd name="connsiteX15605" fmla="*/ 4552507 w 5158787"/>
              <a:gd name="connsiteY15605" fmla="*/ 2608924 h 4489084"/>
              <a:gd name="connsiteX15606" fmla="*/ 4551263 w 5158787"/>
              <a:gd name="connsiteY15606" fmla="*/ 2609634 h 4489084"/>
              <a:gd name="connsiteX15607" fmla="*/ 4530949 w 5158787"/>
              <a:gd name="connsiteY15607" fmla="*/ 2609634 h 4489084"/>
              <a:gd name="connsiteX15608" fmla="*/ 4529705 w 5158787"/>
              <a:gd name="connsiteY15608" fmla="*/ 2608924 h 4489084"/>
              <a:gd name="connsiteX15609" fmla="*/ 4519577 w 5158787"/>
              <a:gd name="connsiteY15609" fmla="*/ 2591334 h 4489084"/>
              <a:gd name="connsiteX15610" fmla="*/ 4519577 w 5158787"/>
              <a:gd name="connsiteY15610" fmla="*/ 2589912 h 4489084"/>
              <a:gd name="connsiteX15611" fmla="*/ 4529765 w 5158787"/>
              <a:gd name="connsiteY15611" fmla="*/ 2572323 h 4489084"/>
              <a:gd name="connsiteX15612" fmla="*/ 4531008 w 5158787"/>
              <a:gd name="connsiteY15612" fmla="*/ 2571612 h 4489084"/>
              <a:gd name="connsiteX15613" fmla="*/ 4598110 w 5158787"/>
              <a:gd name="connsiteY15613" fmla="*/ 2570665 h 4489084"/>
              <a:gd name="connsiteX15614" fmla="*/ 4619431 w 5158787"/>
              <a:gd name="connsiteY15614" fmla="*/ 2570665 h 4489084"/>
              <a:gd name="connsiteX15615" fmla="*/ 4620735 w 5158787"/>
              <a:gd name="connsiteY15615" fmla="*/ 2571435 h 4489084"/>
              <a:gd name="connsiteX15616" fmla="*/ 4631395 w 5158787"/>
              <a:gd name="connsiteY15616" fmla="*/ 2589913 h 4489084"/>
              <a:gd name="connsiteX15617" fmla="*/ 4631395 w 5158787"/>
              <a:gd name="connsiteY15617" fmla="*/ 2591394 h 4489084"/>
              <a:gd name="connsiteX15618" fmla="*/ 4620735 w 5158787"/>
              <a:gd name="connsiteY15618" fmla="*/ 2609872 h 4489084"/>
              <a:gd name="connsiteX15619" fmla="*/ 4619431 w 5158787"/>
              <a:gd name="connsiteY15619" fmla="*/ 2610642 h 4489084"/>
              <a:gd name="connsiteX15620" fmla="*/ 4598110 w 5158787"/>
              <a:gd name="connsiteY15620" fmla="*/ 2610642 h 4489084"/>
              <a:gd name="connsiteX15621" fmla="*/ 4596808 w 5158787"/>
              <a:gd name="connsiteY15621" fmla="*/ 2609872 h 4489084"/>
              <a:gd name="connsiteX15622" fmla="*/ 4586147 w 5158787"/>
              <a:gd name="connsiteY15622" fmla="*/ 2591394 h 4489084"/>
              <a:gd name="connsiteX15623" fmla="*/ 4586147 w 5158787"/>
              <a:gd name="connsiteY15623" fmla="*/ 2589913 h 4489084"/>
              <a:gd name="connsiteX15624" fmla="*/ 4596808 w 5158787"/>
              <a:gd name="connsiteY15624" fmla="*/ 2571435 h 4489084"/>
              <a:gd name="connsiteX15625" fmla="*/ 4598110 w 5158787"/>
              <a:gd name="connsiteY15625" fmla="*/ 2570665 h 4489084"/>
              <a:gd name="connsiteX15626" fmla="*/ 4665627 w 5158787"/>
              <a:gd name="connsiteY15626" fmla="*/ 2570368 h 4489084"/>
              <a:gd name="connsiteX15627" fmla="*/ 4687245 w 5158787"/>
              <a:gd name="connsiteY15627" fmla="*/ 2570368 h 4489084"/>
              <a:gd name="connsiteX15628" fmla="*/ 4688547 w 5158787"/>
              <a:gd name="connsiteY15628" fmla="*/ 2571138 h 4489084"/>
              <a:gd name="connsiteX15629" fmla="*/ 4699385 w 5158787"/>
              <a:gd name="connsiteY15629" fmla="*/ 2589853 h 4489084"/>
              <a:gd name="connsiteX15630" fmla="*/ 4699385 w 5158787"/>
              <a:gd name="connsiteY15630" fmla="*/ 2591393 h 4489084"/>
              <a:gd name="connsiteX15631" fmla="*/ 4688547 w 5158787"/>
              <a:gd name="connsiteY15631" fmla="*/ 2610108 h 4489084"/>
              <a:gd name="connsiteX15632" fmla="*/ 4687245 w 5158787"/>
              <a:gd name="connsiteY15632" fmla="*/ 2610878 h 4489084"/>
              <a:gd name="connsiteX15633" fmla="*/ 4665627 w 5158787"/>
              <a:gd name="connsiteY15633" fmla="*/ 2610878 h 4489084"/>
              <a:gd name="connsiteX15634" fmla="*/ 4664324 w 5158787"/>
              <a:gd name="connsiteY15634" fmla="*/ 2610108 h 4489084"/>
              <a:gd name="connsiteX15635" fmla="*/ 4653486 w 5158787"/>
              <a:gd name="connsiteY15635" fmla="*/ 2591393 h 4489084"/>
              <a:gd name="connsiteX15636" fmla="*/ 4653486 w 5158787"/>
              <a:gd name="connsiteY15636" fmla="*/ 2589853 h 4489084"/>
              <a:gd name="connsiteX15637" fmla="*/ 4664324 w 5158787"/>
              <a:gd name="connsiteY15637" fmla="*/ 2571138 h 4489084"/>
              <a:gd name="connsiteX15638" fmla="*/ 4665627 w 5158787"/>
              <a:gd name="connsiteY15638" fmla="*/ 2570368 h 4489084"/>
              <a:gd name="connsiteX15639" fmla="*/ 1757497 w 5158787"/>
              <a:gd name="connsiteY15639" fmla="*/ 2570368 h 4489084"/>
              <a:gd name="connsiteX15640" fmla="*/ 1779114 w 5158787"/>
              <a:gd name="connsiteY15640" fmla="*/ 2570368 h 4489084"/>
              <a:gd name="connsiteX15641" fmla="*/ 1780418 w 5158787"/>
              <a:gd name="connsiteY15641" fmla="*/ 2571138 h 4489084"/>
              <a:gd name="connsiteX15642" fmla="*/ 1791255 w 5158787"/>
              <a:gd name="connsiteY15642" fmla="*/ 2589853 h 4489084"/>
              <a:gd name="connsiteX15643" fmla="*/ 1791255 w 5158787"/>
              <a:gd name="connsiteY15643" fmla="*/ 2591393 h 4489084"/>
              <a:gd name="connsiteX15644" fmla="*/ 1780418 w 5158787"/>
              <a:gd name="connsiteY15644" fmla="*/ 2610108 h 4489084"/>
              <a:gd name="connsiteX15645" fmla="*/ 1779114 w 5158787"/>
              <a:gd name="connsiteY15645" fmla="*/ 2610878 h 4489084"/>
              <a:gd name="connsiteX15646" fmla="*/ 1757497 w 5158787"/>
              <a:gd name="connsiteY15646" fmla="*/ 2610878 h 4489084"/>
              <a:gd name="connsiteX15647" fmla="*/ 1756194 w 5158787"/>
              <a:gd name="connsiteY15647" fmla="*/ 2610108 h 4489084"/>
              <a:gd name="connsiteX15648" fmla="*/ 1745356 w 5158787"/>
              <a:gd name="connsiteY15648" fmla="*/ 2591393 h 4489084"/>
              <a:gd name="connsiteX15649" fmla="*/ 1745356 w 5158787"/>
              <a:gd name="connsiteY15649" fmla="*/ 2589853 h 4489084"/>
              <a:gd name="connsiteX15650" fmla="*/ 1756194 w 5158787"/>
              <a:gd name="connsiteY15650" fmla="*/ 2571138 h 4489084"/>
              <a:gd name="connsiteX15651" fmla="*/ 1757497 w 5158787"/>
              <a:gd name="connsiteY15651" fmla="*/ 2570368 h 4489084"/>
              <a:gd name="connsiteX15652" fmla="*/ 1419204 w 5158787"/>
              <a:gd name="connsiteY15652" fmla="*/ 2570191 h 4489084"/>
              <a:gd name="connsiteX15653" fmla="*/ 1441058 w 5158787"/>
              <a:gd name="connsiteY15653" fmla="*/ 2570191 h 4489084"/>
              <a:gd name="connsiteX15654" fmla="*/ 1442420 w 5158787"/>
              <a:gd name="connsiteY15654" fmla="*/ 2570961 h 4489084"/>
              <a:gd name="connsiteX15655" fmla="*/ 1453318 w 5158787"/>
              <a:gd name="connsiteY15655" fmla="*/ 2589913 h 4489084"/>
              <a:gd name="connsiteX15656" fmla="*/ 1453318 w 5158787"/>
              <a:gd name="connsiteY15656" fmla="*/ 2591453 h 4489084"/>
              <a:gd name="connsiteX15657" fmla="*/ 1442361 w 5158787"/>
              <a:gd name="connsiteY15657" fmla="*/ 2610405 h 4489084"/>
              <a:gd name="connsiteX15658" fmla="*/ 1440999 w 5158787"/>
              <a:gd name="connsiteY15658" fmla="*/ 2611175 h 4489084"/>
              <a:gd name="connsiteX15659" fmla="*/ 1419145 w 5158787"/>
              <a:gd name="connsiteY15659" fmla="*/ 2611175 h 4489084"/>
              <a:gd name="connsiteX15660" fmla="*/ 1417783 w 5158787"/>
              <a:gd name="connsiteY15660" fmla="*/ 2610405 h 4489084"/>
              <a:gd name="connsiteX15661" fmla="*/ 1406885 w 5158787"/>
              <a:gd name="connsiteY15661" fmla="*/ 2591453 h 4489084"/>
              <a:gd name="connsiteX15662" fmla="*/ 1406885 w 5158787"/>
              <a:gd name="connsiteY15662" fmla="*/ 2589913 h 4489084"/>
              <a:gd name="connsiteX15663" fmla="*/ 1417842 w 5158787"/>
              <a:gd name="connsiteY15663" fmla="*/ 2570961 h 4489084"/>
              <a:gd name="connsiteX15664" fmla="*/ 1419204 w 5158787"/>
              <a:gd name="connsiteY15664" fmla="*/ 2570191 h 4489084"/>
              <a:gd name="connsiteX15665" fmla="*/ 4733025 w 5158787"/>
              <a:gd name="connsiteY15665" fmla="*/ 2569954 h 4489084"/>
              <a:gd name="connsiteX15666" fmla="*/ 4755116 w 5158787"/>
              <a:gd name="connsiteY15666" fmla="*/ 2569954 h 4489084"/>
              <a:gd name="connsiteX15667" fmla="*/ 4756478 w 5158787"/>
              <a:gd name="connsiteY15667" fmla="*/ 2570724 h 4489084"/>
              <a:gd name="connsiteX15668" fmla="*/ 4767494 w 5158787"/>
              <a:gd name="connsiteY15668" fmla="*/ 2589854 h 4489084"/>
              <a:gd name="connsiteX15669" fmla="*/ 4767494 w 5158787"/>
              <a:gd name="connsiteY15669" fmla="*/ 2591393 h 4489084"/>
              <a:gd name="connsiteX15670" fmla="*/ 4756419 w 5158787"/>
              <a:gd name="connsiteY15670" fmla="*/ 2610523 h 4489084"/>
              <a:gd name="connsiteX15671" fmla="*/ 4755057 w 5158787"/>
              <a:gd name="connsiteY15671" fmla="*/ 2611293 h 4489084"/>
              <a:gd name="connsiteX15672" fmla="*/ 4732966 w 5158787"/>
              <a:gd name="connsiteY15672" fmla="*/ 2611293 h 4489084"/>
              <a:gd name="connsiteX15673" fmla="*/ 4731604 w 5158787"/>
              <a:gd name="connsiteY15673" fmla="*/ 2610523 h 4489084"/>
              <a:gd name="connsiteX15674" fmla="*/ 4720588 w 5158787"/>
              <a:gd name="connsiteY15674" fmla="*/ 2591393 h 4489084"/>
              <a:gd name="connsiteX15675" fmla="*/ 4720588 w 5158787"/>
              <a:gd name="connsiteY15675" fmla="*/ 2589854 h 4489084"/>
              <a:gd name="connsiteX15676" fmla="*/ 4731663 w 5158787"/>
              <a:gd name="connsiteY15676" fmla="*/ 2570724 h 4489084"/>
              <a:gd name="connsiteX15677" fmla="*/ 4733025 w 5158787"/>
              <a:gd name="connsiteY15677" fmla="*/ 2569954 h 4489084"/>
              <a:gd name="connsiteX15678" fmla="*/ 1621872 w 5158787"/>
              <a:gd name="connsiteY15678" fmla="*/ 2569776 h 4489084"/>
              <a:gd name="connsiteX15679" fmla="*/ 1644200 w 5158787"/>
              <a:gd name="connsiteY15679" fmla="*/ 2569776 h 4489084"/>
              <a:gd name="connsiteX15680" fmla="*/ 1645562 w 5158787"/>
              <a:gd name="connsiteY15680" fmla="*/ 2570546 h 4489084"/>
              <a:gd name="connsiteX15681" fmla="*/ 1656696 w 5158787"/>
              <a:gd name="connsiteY15681" fmla="*/ 2589853 h 4489084"/>
              <a:gd name="connsiteX15682" fmla="*/ 1656696 w 5158787"/>
              <a:gd name="connsiteY15682" fmla="*/ 2591452 h 4489084"/>
              <a:gd name="connsiteX15683" fmla="*/ 1645562 w 5158787"/>
              <a:gd name="connsiteY15683" fmla="*/ 2610760 h 4489084"/>
              <a:gd name="connsiteX15684" fmla="*/ 1644200 w 5158787"/>
              <a:gd name="connsiteY15684" fmla="*/ 2611530 h 4489084"/>
              <a:gd name="connsiteX15685" fmla="*/ 1621872 w 5158787"/>
              <a:gd name="connsiteY15685" fmla="*/ 2611530 h 4489084"/>
              <a:gd name="connsiteX15686" fmla="*/ 1620510 w 5158787"/>
              <a:gd name="connsiteY15686" fmla="*/ 2610760 h 4489084"/>
              <a:gd name="connsiteX15687" fmla="*/ 1609375 w 5158787"/>
              <a:gd name="connsiteY15687" fmla="*/ 2591452 h 4489084"/>
              <a:gd name="connsiteX15688" fmla="*/ 1609375 w 5158787"/>
              <a:gd name="connsiteY15688" fmla="*/ 2589853 h 4489084"/>
              <a:gd name="connsiteX15689" fmla="*/ 1620510 w 5158787"/>
              <a:gd name="connsiteY15689" fmla="*/ 2570546 h 4489084"/>
              <a:gd name="connsiteX15690" fmla="*/ 1621872 w 5158787"/>
              <a:gd name="connsiteY15690" fmla="*/ 2569776 h 4489084"/>
              <a:gd name="connsiteX15691" fmla="*/ 1689389 w 5158787"/>
              <a:gd name="connsiteY15691" fmla="*/ 2569480 h 4489084"/>
              <a:gd name="connsiteX15692" fmla="*/ 1712013 w 5158787"/>
              <a:gd name="connsiteY15692" fmla="*/ 2569480 h 4489084"/>
              <a:gd name="connsiteX15693" fmla="*/ 1713375 w 5158787"/>
              <a:gd name="connsiteY15693" fmla="*/ 2570309 h 4489084"/>
              <a:gd name="connsiteX15694" fmla="*/ 1724687 w 5158787"/>
              <a:gd name="connsiteY15694" fmla="*/ 2589912 h 4489084"/>
              <a:gd name="connsiteX15695" fmla="*/ 1724687 w 5158787"/>
              <a:gd name="connsiteY15695" fmla="*/ 2591512 h 4489084"/>
              <a:gd name="connsiteX15696" fmla="*/ 1713375 w 5158787"/>
              <a:gd name="connsiteY15696" fmla="*/ 2611115 h 4489084"/>
              <a:gd name="connsiteX15697" fmla="*/ 1712013 w 5158787"/>
              <a:gd name="connsiteY15697" fmla="*/ 2611944 h 4489084"/>
              <a:gd name="connsiteX15698" fmla="*/ 1689389 w 5158787"/>
              <a:gd name="connsiteY15698" fmla="*/ 2611944 h 4489084"/>
              <a:gd name="connsiteX15699" fmla="*/ 1688027 w 5158787"/>
              <a:gd name="connsiteY15699" fmla="*/ 2611115 h 4489084"/>
              <a:gd name="connsiteX15700" fmla="*/ 1676715 w 5158787"/>
              <a:gd name="connsiteY15700" fmla="*/ 2591512 h 4489084"/>
              <a:gd name="connsiteX15701" fmla="*/ 1676715 w 5158787"/>
              <a:gd name="connsiteY15701" fmla="*/ 2589912 h 4489084"/>
              <a:gd name="connsiteX15702" fmla="*/ 1688027 w 5158787"/>
              <a:gd name="connsiteY15702" fmla="*/ 2570309 h 4489084"/>
              <a:gd name="connsiteX15703" fmla="*/ 1689389 w 5158787"/>
              <a:gd name="connsiteY15703" fmla="*/ 2569480 h 4489084"/>
              <a:gd name="connsiteX15704" fmla="*/ 1554118 w 5158787"/>
              <a:gd name="connsiteY15704" fmla="*/ 2569480 h 4489084"/>
              <a:gd name="connsiteX15705" fmla="*/ 1576742 w 5158787"/>
              <a:gd name="connsiteY15705" fmla="*/ 2569480 h 4489084"/>
              <a:gd name="connsiteX15706" fmla="*/ 1578104 w 5158787"/>
              <a:gd name="connsiteY15706" fmla="*/ 2570309 h 4489084"/>
              <a:gd name="connsiteX15707" fmla="*/ 1589417 w 5158787"/>
              <a:gd name="connsiteY15707" fmla="*/ 2589912 h 4489084"/>
              <a:gd name="connsiteX15708" fmla="*/ 1589417 w 5158787"/>
              <a:gd name="connsiteY15708" fmla="*/ 2591512 h 4489084"/>
              <a:gd name="connsiteX15709" fmla="*/ 1578104 w 5158787"/>
              <a:gd name="connsiteY15709" fmla="*/ 2611115 h 4489084"/>
              <a:gd name="connsiteX15710" fmla="*/ 1576742 w 5158787"/>
              <a:gd name="connsiteY15710" fmla="*/ 2611944 h 4489084"/>
              <a:gd name="connsiteX15711" fmla="*/ 1554118 w 5158787"/>
              <a:gd name="connsiteY15711" fmla="*/ 2611944 h 4489084"/>
              <a:gd name="connsiteX15712" fmla="*/ 1552756 w 5158787"/>
              <a:gd name="connsiteY15712" fmla="*/ 2611115 h 4489084"/>
              <a:gd name="connsiteX15713" fmla="*/ 1541444 w 5158787"/>
              <a:gd name="connsiteY15713" fmla="*/ 2591512 h 4489084"/>
              <a:gd name="connsiteX15714" fmla="*/ 1541444 w 5158787"/>
              <a:gd name="connsiteY15714" fmla="*/ 2589912 h 4489084"/>
              <a:gd name="connsiteX15715" fmla="*/ 1552756 w 5158787"/>
              <a:gd name="connsiteY15715" fmla="*/ 2570309 h 4489084"/>
              <a:gd name="connsiteX15716" fmla="*/ 1554118 w 5158787"/>
              <a:gd name="connsiteY15716" fmla="*/ 2569480 h 4489084"/>
              <a:gd name="connsiteX15717" fmla="*/ 1486365 w 5158787"/>
              <a:gd name="connsiteY15717" fmla="*/ 2569243 h 4489084"/>
              <a:gd name="connsiteX15718" fmla="*/ 1509226 w 5158787"/>
              <a:gd name="connsiteY15718" fmla="*/ 2569243 h 4489084"/>
              <a:gd name="connsiteX15719" fmla="*/ 1510647 w 5158787"/>
              <a:gd name="connsiteY15719" fmla="*/ 2570072 h 4489084"/>
              <a:gd name="connsiteX15720" fmla="*/ 1522078 w 5158787"/>
              <a:gd name="connsiteY15720" fmla="*/ 2589854 h 4489084"/>
              <a:gd name="connsiteX15721" fmla="*/ 1522078 w 5158787"/>
              <a:gd name="connsiteY15721" fmla="*/ 2591452 h 4489084"/>
              <a:gd name="connsiteX15722" fmla="*/ 1510647 w 5158787"/>
              <a:gd name="connsiteY15722" fmla="*/ 2611234 h 4489084"/>
              <a:gd name="connsiteX15723" fmla="*/ 1509226 w 5158787"/>
              <a:gd name="connsiteY15723" fmla="*/ 2612063 h 4489084"/>
              <a:gd name="connsiteX15724" fmla="*/ 1486365 w 5158787"/>
              <a:gd name="connsiteY15724" fmla="*/ 2612063 h 4489084"/>
              <a:gd name="connsiteX15725" fmla="*/ 1484944 w 5158787"/>
              <a:gd name="connsiteY15725" fmla="*/ 2611234 h 4489084"/>
              <a:gd name="connsiteX15726" fmla="*/ 1473513 w 5158787"/>
              <a:gd name="connsiteY15726" fmla="*/ 2591452 h 4489084"/>
              <a:gd name="connsiteX15727" fmla="*/ 1473513 w 5158787"/>
              <a:gd name="connsiteY15727" fmla="*/ 2589854 h 4489084"/>
              <a:gd name="connsiteX15728" fmla="*/ 1484944 w 5158787"/>
              <a:gd name="connsiteY15728" fmla="*/ 2570072 h 4489084"/>
              <a:gd name="connsiteX15729" fmla="*/ 1486365 w 5158787"/>
              <a:gd name="connsiteY15729" fmla="*/ 2569243 h 4489084"/>
              <a:gd name="connsiteX15730" fmla="*/ 4800127 w 5158787"/>
              <a:gd name="connsiteY15730" fmla="*/ 2569066 h 4489084"/>
              <a:gd name="connsiteX15731" fmla="*/ 4823225 w 5158787"/>
              <a:gd name="connsiteY15731" fmla="*/ 2569066 h 4489084"/>
              <a:gd name="connsiteX15732" fmla="*/ 4824647 w 5158787"/>
              <a:gd name="connsiteY15732" fmla="*/ 2569895 h 4489084"/>
              <a:gd name="connsiteX15733" fmla="*/ 4836196 w 5158787"/>
              <a:gd name="connsiteY15733" fmla="*/ 2589854 h 4489084"/>
              <a:gd name="connsiteX15734" fmla="*/ 4836196 w 5158787"/>
              <a:gd name="connsiteY15734" fmla="*/ 2591512 h 4489084"/>
              <a:gd name="connsiteX15735" fmla="*/ 4824647 w 5158787"/>
              <a:gd name="connsiteY15735" fmla="*/ 2611471 h 4489084"/>
              <a:gd name="connsiteX15736" fmla="*/ 4823225 w 5158787"/>
              <a:gd name="connsiteY15736" fmla="*/ 2612300 h 4489084"/>
              <a:gd name="connsiteX15737" fmla="*/ 4800127 w 5158787"/>
              <a:gd name="connsiteY15737" fmla="*/ 2612300 h 4489084"/>
              <a:gd name="connsiteX15738" fmla="*/ 4798706 w 5158787"/>
              <a:gd name="connsiteY15738" fmla="*/ 2611471 h 4489084"/>
              <a:gd name="connsiteX15739" fmla="*/ 4787157 w 5158787"/>
              <a:gd name="connsiteY15739" fmla="*/ 2591512 h 4489084"/>
              <a:gd name="connsiteX15740" fmla="*/ 4787157 w 5158787"/>
              <a:gd name="connsiteY15740" fmla="*/ 2589854 h 4489084"/>
              <a:gd name="connsiteX15741" fmla="*/ 4798706 w 5158787"/>
              <a:gd name="connsiteY15741" fmla="*/ 2569895 h 4489084"/>
              <a:gd name="connsiteX15742" fmla="*/ 4800127 w 5158787"/>
              <a:gd name="connsiteY15742" fmla="*/ 2569066 h 4489084"/>
              <a:gd name="connsiteX15743" fmla="*/ 4867703 w 5158787"/>
              <a:gd name="connsiteY15743" fmla="*/ 2568829 h 4489084"/>
              <a:gd name="connsiteX15744" fmla="*/ 4890979 w 5158787"/>
              <a:gd name="connsiteY15744" fmla="*/ 2568829 h 4489084"/>
              <a:gd name="connsiteX15745" fmla="*/ 4892400 w 5158787"/>
              <a:gd name="connsiteY15745" fmla="*/ 2569658 h 4489084"/>
              <a:gd name="connsiteX15746" fmla="*/ 4904008 w 5158787"/>
              <a:gd name="connsiteY15746" fmla="*/ 2589854 h 4489084"/>
              <a:gd name="connsiteX15747" fmla="*/ 4904008 w 5158787"/>
              <a:gd name="connsiteY15747" fmla="*/ 2591512 h 4489084"/>
              <a:gd name="connsiteX15748" fmla="*/ 4892341 w 5158787"/>
              <a:gd name="connsiteY15748" fmla="*/ 2611708 h 4489084"/>
              <a:gd name="connsiteX15749" fmla="*/ 4890919 w 5158787"/>
              <a:gd name="connsiteY15749" fmla="*/ 2612537 h 4489084"/>
              <a:gd name="connsiteX15750" fmla="*/ 4867644 w 5158787"/>
              <a:gd name="connsiteY15750" fmla="*/ 2612537 h 4489084"/>
              <a:gd name="connsiteX15751" fmla="*/ 4866222 w 5158787"/>
              <a:gd name="connsiteY15751" fmla="*/ 2611708 h 4489084"/>
              <a:gd name="connsiteX15752" fmla="*/ 4854614 w 5158787"/>
              <a:gd name="connsiteY15752" fmla="*/ 2591512 h 4489084"/>
              <a:gd name="connsiteX15753" fmla="*/ 4854614 w 5158787"/>
              <a:gd name="connsiteY15753" fmla="*/ 2589854 h 4489084"/>
              <a:gd name="connsiteX15754" fmla="*/ 4866281 w 5158787"/>
              <a:gd name="connsiteY15754" fmla="*/ 2569658 h 4489084"/>
              <a:gd name="connsiteX15755" fmla="*/ 4867703 w 5158787"/>
              <a:gd name="connsiteY15755" fmla="*/ 2568829 h 4489084"/>
              <a:gd name="connsiteX15756" fmla="*/ 2980673 w 5158787"/>
              <a:gd name="connsiteY15756" fmla="*/ 2522752 h 4489084"/>
              <a:gd name="connsiteX15757" fmla="*/ 2990623 w 5158787"/>
              <a:gd name="connsiteY15757" fmla="*/ 2522752 h 4489084"/>
              <a:gd name="connsiteX15758" fmla="*/ 2991215 w 5158787"/>
              <a:gd name="connsiteY15758" fmla="*/ 2523107 h 4489084"/>
              <a:gd name="connsiteX15759" fmla="*/ 2996190 w 5158787"/>
              <a:gd name="connsiteY15759" fmla="*/ 2531695 h 4489084"/>
              <a:gd name="connsiteX15760" fmla="*/ 2996190 w 5158787"/>
              <a:gd name="connsiteY15760" fmla="*/ 2532406 h 4489084"/>
              <a:gd name="connsiteX15761" fmla="*/ 2991215 w 5158787"/>
              <a:gd name="connsiteY15761" fmla="*/ 2540993 h 4489084"/>
              <a:gd name="connsiteX15762" fmla="*/ 2990623 w 5158787"/>
              <a:gd name="connsiteY15762" fmla="*/ 2541349 h 4489084"/>
              <a:gd name="connsiteX15763" fmla="*/ 2980673 w 5158787"/>
              <a:gd name="connsiteY15763" fmla="*/ 2541349 h 4489084"/>
              <a:gd name="connsiteX15764" fmla="*/ 2980081 w 5158787"/>
              <a:gd name="connsiteY15764" fmla="*/ 2540993 h 4489084"/>
              <a:gd name="connsiteX15765" fmla="*/ 2975106 w 5158787"/>
              <a:gd name="connsiteY15765" fmla="*/ 2532406 h 4489084"/>
              <a:gd name="connsiteX15766" fmla="*/ 2975106 w 5158787"/>
              <a:gd name="connsiteY15766" fmla="*/ 2531695 h 4489084"/>
              <a:gd name="connsiteX15767" fmla="*/ 2980081 w 5158787"/>
              <a:gd name="connsiteY15767" fmla="*/ 2523107 h 4489084"/>
              <a:gd name="connsiteX15768" fmla="*/ 2980673 w 5158787"/>
              <a:gd name="connsiteY15768" fmla="*/ 2522752 h 4489084"/>
              <a:gd name="connsiteX15769" fmla="*/ 3115884 w 5158787"/>
              <a:gd name="connsiteY15769" fmla="*/ 2522633 h 4489084"/>
              <a:gd name="connsiteX15770" fmla="*/ 3125952 w 5158787"/>
              <a:gd name="connsiteY15770" fmla="*/ 2522633 h 4489084"/>
              <a:gd name="connsiteX15771" fmla="*/ 3126545 w 5158787"/>
              <a:gd name="connsiteY15771" fmla="*/ 2522988 h 4489084"/>
              <a:gd name="connsiteX15772" fmla="*/ 3131579 w 5158787"/>
              <a:gd name="connsiteY15772" fmla="*/ 2531695 h 4489084"/>
              <a:gd name="connsiteX15773" fmla="*/ 3131579 w 5158787"/>
              <a:gd name="connsiteY15773" fmla="*/ 2532405 h 4489084"/>
              <a:gd name="connsiteX15774" fmla="*/ 3126545 w 5158787"/>
              <a:gd name="connsiteY15774" fmla="*/ 2541111 h 4489084"/>
              <a:gd name="connsiteX15775" fmla="*/ 3125952 w 5158787"/>
              <a:gd name="connsiteY15775" fmla="*/ 2541467 h 4489084"/>
              <a:gd name="connsiteX15776" fmla="*/ 3115884 w 5158787"/>
              <a:gd name="connsiteY15776" fmla="*/ 2541467 h 4489084"/>
              <a:gd name="connsiteX15777" fmla="*/ 3115292 w 5158787"/>
              <a:gd name="connsiteY15777" fmla="*/ 2541111 h 4489084"/>
              <a:gd name="connsiteX15778" fmla="*/ 3110258 w 5158787"/>
              <a:gd name="connsiteY15778" fmla="*/ 2532405 h 4489084"/>
              <a:gd name="connsiteX15779" fmla="*/ 3110258 w 5158787"/>
              <a:gd name="connsiteY15779" fmla="*/ 2531695 h 4489084"/>
              <a:gd name="connsiteX15780" fmla="*/ 3115292 w 5158787"/>
              <a:gd name="connsiteY15780" fmla="*/ 2522988 h 4489084"/>
              <a:gd name="connsiteX15781" fmla="*/ 3115884 w 5158787"/>
              <a:gd name="connsiteY15781" fmla="*/ 2522633 h 4489084"/>
              <a:gd name="connsiteX15782" fmla="*/ 3251095 w 5158787"/>
              <a:gd name="connsiteY15782" fmla="*/ 2522514 h 4489084"/>
              <a:gd name="connsiteX15783" fmla="*/ 3261223 w 5158787"/>
              <a:gd name="connsiteY15783" fmla="*/ 2522514 h 4489084"/>
              <a:gd name="connsiteX15784" fmla="*/ 3261815 w 5158787"/>
              <a:gd name="connsiteY15784" fmla="*/ 2522870 h 4489084"/>
              <a:gd name="connsiteX15785" fmla="*/ 3266908 w 5158787"/>
              <a:gd name="connsiteY15785" fmla="*/ 2531694 h 4489084"/>
              <a:gd name="connsiteX15786" fmla="*/ 3266908 w 5158787"/>
              <a:gd name="connsiteY15786" fmla="*/ 2532405 h 4489084"/>
              <a:gd name="connsiteX15787" fmla="*/ 3261815 w 5158787"/>
              <a:gd name="connsiteY15787" fmla="*/ 2541229 h 4489084"/>
              <a:gd name="connsiteX15788" fmla="*/ 3261223 w 5158787"/>
              <a:gd name="connsiteY15788" fmla="*/ 2541585 h 4489084"/>
              <a:gd name="connsiteX15789" fmla="*/ 3251095 w 5158787"/>
              <a:gd name="connsiteY15789" fmla="*/ 2541585 h 4489084"/>
              <a:gd name="connsiteX15790" fmla="*/ 3250503 w 5158787"/>
              <a:gd name="connsiteY15790" fmla="*/ 2541229 h 4489084"/>
              <a:gd name="connsiteX15791" fmla="*/ 3245409 w 5158787"/>
              <a:gd name="connsiteY15791" fmla="*/ 2532405 h 4489084"/>
              <a:gd name="connsiteX15792" fmla="*/ 3245409 w 5158787"/>
              <a:gd name="connsiteY15792" fmla="*/ 2531694 h 4489084"/>
              <a:gd name="connsiteX15793" fmla="*/ 3250503 w 5158787"/>
              <a:gd name="connsiteY15793" fmla="*/ 2522870 h 4489084"/>
              <a:gd name="connsiteX15794" fmla="*/ 3251095 w 5158787"/>
              <a:gd name="connsiteY15794" fmla="*/ 2522514 h 4489084"/>
              <a:gd name="connsiteX15795" fmla="*/ 3183401 w 5158787"/>
              <a:gd name="connsiteY15795" fmla="*/ 2522396 h 4489084"/>
              <a:gd name="connsiteX15796" fmla="*/ 3193646 w 5158787"/>
              <a:gd name="connsiteY15796" fmla="*/ 2522396 h 4489084"/>
              <a:gd name="connsiteX15797" fmla="*/ 3194298 w 5158787"/>
              <a:gd name="connsiteY15797" fmla="*/ 2522751 h 4489084"/>
              <a:gd name="connsiteX15798" fmla="*/ 3199450 w 5158787"/>
              <a:gd name="connsiteY15798" fmla="*/ 2531635 h 4489084"/>
              <a:gd name="connsiteX15799" fmla="*/ 3199450 w 5158787"/>
              <a:gd name="connsiteY15799" fmla="*/ 2532346 h 4489084"/>
              <a:gd name="connsiteX15800" fmla="*/ 3194298 w 5158787"/>
              <a:gd name="connsiteY15800" fmla="*/ 2541230 h 4489084"/>
              <a:gd name="connsiteX15801" fmla="*/ 3193646 w 5158787"/>
              <a:gd name="connsiteY15801" fmla="*/ 2541585 h 4489084"/>
              <a:gd name="connsiteX15802" fmla="*/ 3183401 w 5158787"/>
              <a:gd name="connsiteY15802" fmla="*/ 2541585 h 4489084"/>
              <a:gd name="connsiteX15803" fmla="*/ 3182749 w 5158787"/>
              <a:gd name="connsiteY15803" fmla="*/ 2541230 h 4489084"/>
              <a:gd name="connsiteX15804" fmla="*/ 3177597 w 5158787"/>
              <a:gd name="connsiteY15804" fmla="*/ 2532346 h 4489084"/>
              <a:gd name="connsiteX15805" fmla="*/ 3177597 w 5158787"/>
              <a:gd name="connsiteY15805" fmla="*/ 2531635 h 4489084"/>
              <a:gd name="connsiteX15806" fmla="*/ 3182749 w 5158787"/>
              <a:gd name="connsiteY15806" fmla="*/ 2522751 h 4489084"/>
              <a:gd name="connsiteX15807" fmla="*/ 3183401 w 5158787"/>
              <a:gd name="connsiteY15807" fmla="*/ 2522396 h 4489084"/>
              <a:gd name="connsiteX15808" fmla="*/ 3048190 w 5158787"/>
              <a:gd name="connsiteY15808" fmla="*/ 2522396 h 4489084"/>
              <a:gd name="connsiteX15809" fmla="*/ 3058436 w 5158787"/>
              <a:gd name="connsiteY15809" fmla="*/ 2522396 h 4489084"/>
              <a:gd name="connsiteX15810" fmla="*/ 3059087 w 5158787"/>
              <a:gd name="connsiteY15810" fmla="*/ 2522751 h 4489084"/>
              <a:gd name="connsiteX15811" fmla="*/ 3064240 w 5158787"/>
              <a:gd name="connsiteY15811" fmla="*/ 2531635 h 4489084"/>
              <a:gd name="connsiteX15812" fmla="*/ 3064240 w 5158787"/>
              <a:gd name="connsiteY15812" fmla="*/ 2532346 h 4489084"/>
              <a:gd name="connsiteX15813" fmla="*/ 3059087 w 5158787"/>
              <a:gd name="connsiteY15813" fmla="*/ 2541230 h 4489084"/>
              <a:gd name="connsiteX15814" fmla="*/ 3058436 w 5158787"/>
              <a:gd name="connsiteY15814" fmla="*/ 2541585 h 4489084"/>
              <a:gd name="connsiteX15815" fmla="*/ 3048190 w 5158787"/>
              <a:gd name="connsiteY15815" fmla="*/ 2541585 h 4489084"/>
              <a:gd name="connsiteX15816" fmla="*/ 3047538 w 5158787"/>
              <a:gd name="connsiteY15816" fmla="*/ 2541230 h 4489084"/>
              <a:gd name="connsiteX15817" fmla="*/ 3042386 w 5158787"/>
              <a:gd name="connsiteY15817" fmla="*/ 2532346 h 4489084"/>
              <a:gd name="connsiteX15818" fmla="*/ 3042386 w 5158787"/>
              <a:gd name="connsiteY15818" fmla="*/ 2531635 h 4489084"/>
              <a:gd name="connsiteX15819" fmla="*/ 3047538 w 5158787"/>
              <a:gd name="connsiteY15819" fmla="*/ 2522751 h 4489084"/>
              <a:gd name="connsiteX15820" fmla="*/ 3048190 w 5158787"/>
              <a:gd name="connsiteY15820" fmla="*/ 2522396 h 4489084"/>
              <a:gd name="connsiteX15821" fmla="*/ 2912742 w 5158787"/>
              <a:gd name="connsiteY15821" fmla="*/ 2522100 h 4489084"/>
              <a:gd name="connsiteX15822" fmla="*/ 2923344 w 5158787"/>
              <a:gd name="connsiteY15822" fmla="*/ 2522100 h 4489084"/>
              <a:gd name="connsiteX15823" fmla="*/ 2923995 w 5158787"/>
              <a:gd name="connsiteY15823" fmla="*/ 2522455 h 4489084"/>
              <a:gd name="connsiteX15824" fmla="*/ 2929266 w 5158787"/>
              <a:gd name="connsiteY15824" fmla="*/ 2531635 h 4489084"/>
              <a:gd name="connsiteX15825" fmla="*/ 2929266 w 5158787"/>
              <a:gd name="connsiteY15825" fmla="*/ 2532405 h 4489084"/>
              <a:gd name="connsiteX15826" fmla="*/ 2923936 w 5158787"/>
              <a:gd name="connsiteY15826" fmla="*/ 2541585 h 4489084"/>
              <a:gd name="connsiteX15827" fmla="*/ 2923284 w 5158787"/>
              <a:gd name="connsiteY15827" fmla="*/ 2541940 h 4489084"/>
              <a:gd name="connsiteX15828" fmla="*/ 2912683 w 5158787"/>
              <a:gd name="connsiteY15828" fmla="*/ 2541940 h 4489084"/>
              <a:gd name="connsiteX15829" fmla="*/ 2912031 w 5158787"/>
              <a:gd name="connsiteY15829" fmla="*/ 2541585 h 4489084"/>
              <a:gd name="connsiteX15830" fmla="*/ 2906761 w 5158787"/>
              <a:gd name="connsiteY15830" fmla="*/ 2532405 h 4489084"/>
              <a:gd name="connsiteX15831" fmla="*/ 2906761 w 5158787"/>
              <a:gd name="connsiteY15831" fmla="*/ 2531635 h 4489084"/>
              <a:gd name="connsiteX15832" fmla="*/ 2912091 w 5158787"/>
              <a:gd name="connsiteY15832" fmla="*/ 2522455 h 4489084"/>
              <a:gd name="connsiteX15833" fmla="*/ 2912742 w 5158787"/>
              <a:gd name="connsiteY15833" fmla="*/ 2522100 h 4489084"/>
              <a:gd name="connsiteX15834" fmla="*/ 2844515 w 5158787"/>
              <a:gd name="connsiteY15834" fmla="*/ 2521093 h 4489084"/>
              <a:gd name="connsiteX15835" fmla="*/ 2856241 w 5158787"/>
              <a:gd name="connsiteY15835" fmla="*/ 2521093 h 4489084"/>
              <a:gd name="connsiteX15836" fmla="*/ 2856952 w 5158787"/>
              <a:gd name="connsiteY15836" fmla="*/ 2521508 h 4489084"/>
              <a:gd name="connsiteX15837" fmla="*/ 2862815 w 5158787"/>
              <a:gd name="connsiteY15837" fmla="*/ 2531635 h 4489084"/>
              <a:gd name="connsiteX15838" fmla="*/ 2862815 w 5158787"/>
              <a:gd name="connsiteY15838" fmla="*/ 2532464 h 4489084"/>
              <a:gd name="connsiteX15839" fmla="*/ 2856952 w 5158787"/>
              <a:gd name="connsiteY15839" fmla="*/ 2542592 h 4489084"/>
              <a:gd name="connsiteX15840" fmla="*/ 2856241 w 5158787"/>
              <a:gd name="connsiteY15840" fmla="*/ 2543006 h 4489084"/>
              <a:gd name="connsiteX15841" fmla="*/ 2844515 w 5158787"/>
              <a:gd name="connsiteY15841" fmla="*/ 2543006 h 4489084"/>
              <a:gd name="connsiteX15842" fmla="*/ 2843804 w 5158787"/>
              <a:gd name="connsiteY15842" fmla="*/ 2542592 h 4489084"/>
              <a:gd name="connsiteX15843" fmla="*/ 2837941 w 5158787"/>
              <a:gd name="connsiteY15843" fmla="*/ 2532464 h 4489084"/>
              <a:gd name="connsiteX15844" fmla="*/ 2837941 w 5158787"/>
              <a:gd name="connsiteY15844" fmla="*/ 2531635 h 4489084"/>
              <a:gd name="connsiteX15845" fmla="*/ 2843804 w 5158787"/>
              <a:gd name="connsiteY15845" fmla="*/ 2521508 h 4489084"/>
              <a:gd name="connsiteX15846" fmla="*/ 2844515 w 5158787"/>
              <a:gd name="connsiteY15846" fmla="*/ 2521093 h 4489084"/>
              <a:gd name="connsiteX15847" fmla="*/ 2573975 w 5158787"/>
              <a:gd name="connsiteY15847" fmla="*/ 2521093 h 4489084"/>
              <a:gd name="connsiteX15848" fmla="*/ 2585702 w 5158787"/>
              <a:gd name="connsiteY15848" fmla="*/ 2521093 h 4489084"/>
              <a:gd name="connsiteX15849" fmla="*/ 2586412 w 5158787"/>
              <a:gd name="connsiteY15849" fmla="*/ 2521508 h 4489084"/>
              <a:gd name="connsiteX15850" fmla="*/ 2592275 w 5158787"/>
              <a:gd name="connsiteY15850" fmla="*/ 2531635 h 4489084"/>
              <a:gd name="connsiteX15851" fmla="*/ 2592275 w 5158787"/>
              <a:gd name="connsiteY15851" fmla="*/ 2532464 h 4489084"/>
              <a:gd name="connsiteX15852" fmla="*/ 2586412 w 5158787"/>
              <a:gd name="connsiteY15852" fmla="*/ 2542592 h 4489084"/>
              <a:gd name="connsiteX15853" fmla="*/ 2585702 w 5158787"/>
              <a:gd name="connsiteY15853" fmla="*/ 2543006 h 4489084"/>
              <a:gd name="connsiteX15854" fmla="*/ 2573975 w 5158787"/>
              <a:gd name="connsiteY15854" fmla="*/ 2543006 h 4489084"/>
              <a:gd name="connsiteX15855" fmla="*/ 2573264 w 5158787"/>
              <a:gd name="connsiteY15855" fmla="*/ 2542592 h 4489084"/>
              <a:gd name="connsiteX15856" fmla="*/ 2567401 w 5158787"/>
              <a:gd name="connsiteY15856" fmla="*/ 2532464 h 4489084"/>
              <a:gd name="connsiteX15857" fmla="*/ 2567401 w 5158787"/>
              <a:gd name="connsiteY15857" fmla="*/ 2531635 h 4489084"/>
              <a:gd name="connsiteX15858" fmla="*/ 2573264 w 5158787"/>
              <a:gd name="connsiteY15858" fmla="*/ 2521508 h 4489084"/>
              <a:gd name="connsiteX15859" fmla="*/ 2573975 w 5158787"/>
              <a:gd name="connsiteY15859" fmla="*/ 2521093 h 4489084"/>
              <a:gd name="connsiteX15860" fmla="*/ 2641609 w 5158787"/>
              <a:gd name="connsiteY15860" fmla="*/ 2520975 h 4489084"/>
              <a:gd name="connsiteX15861" fmla="*/ 2653395 w 5158787"/>
              <a:gd name="connsiteY15861" fmla="*/ 2520975 h 4489084"/>
              <a:gd name="connsiteX15862" fmla="*/ 2654106 w 5158787"/>
              <a:gd name="connsiteY15862" fmla="*/ 2521390 h 4489084"/>
              <a:gd name="connsiteX15863" fmla="*/ 2660028 w 5158787"/>
              <a:gd name="connsiteY15863" fmla="*/ 2531635 h 4489084"/>
              <a:gd name="connsiteX15864" fmla="*/ 2660028 w 5158787"/>
              <a:gd name="connsiteY15864" fmla="*/ 2532465 h 4489084"/>
              <a:gd name="connsiteX15865" fmla="*/ 2654106 w 5158787"/>
              <a:gd name="connsiteY15865" fmla="*/ 2542711 h 4489084"/>
              <a:gd name="connsiteX15866" fmla="*/ 2653395 w 5158787"/>
              <a:gd name="connsiteY15866" fmla="*/ 2543125 h 4489084"/>
              <a:gd name="connsiteX15867" fmla="*/ 2641609 w 5158787"/>
              <a:gd name="connsiteY15867" fmla="*/ 2543125 h 4489084"/>
              <a:gd name="connsiteX15868" fmla="*/ 2640899 w 5158787"/>
              <a:gd name="connsiteY15868" fmla="*/ 2542711 h 4489084"/>
              <a:gd name="connsiteX15869" fmla="*/ 2634976 w 5158787"/>
              <a:gd name="connsiteY15869" fmla="*/ 2532465 h 4489084"/>
              <a:gd name="connsiteX15870" fmla="*/ 2634976 w 5158787"/>
              <a:gd name="connsiteY15870" fmla="*/ 2531635 h 4489084"/>
              <a:gd name="connsiteX15871" fmla="*/ 2640899 w 5158787"/>
              <a:gd name="connsiteY15871" fmla="*/ 2521390 h 4489084"/>
              <a:gd name="connsiteX15872" fmla="*/ 2641609 w 5158787"/>
              <a:gd name="connsiteY15872" fmla="*/ 2520975 h 4489084"/>
              <a:gd name="connsiteX15873" fmla="*/ 2506221 w 5158787"/>
              <a:gd name="connsiteY15873" fmla="*/ 2520797 h 4489084"/>
              <a:gd name="connsiteX15874" fmla="*/ 2518243 w 5158787"/>
              <a:gd name="connsiteY15874" fmla="*/ 2520797 h 4489084"/>
              <a:gd name="connsiteX15875" fmla="*/ 2518954 w 5158787"/>
              <a:gd name="connsiteY15875" fmla="*/ 2521212 h 4489084"/>
              <a:gd name="connsiteX15876" fmla="*/ 2524995 w 5158787"/>
              <a:gd name="connsiteY15876" fmla="*/ 2531635 h 4489084"/>
              <a:gd name="connsiteX15877" fmla="*/ 2524995 w 5158787"/>
              <a:gd name="connsiteY15877" fmla="*/ 2532465 h 4489084"/>
              <a:gd name="connsiteX15878" fmla="*/ 2518954 w 5158787"/>
              <a:gd name="connsiteY15878" fmla="*/ 2542888 h 4489084"/>
              <a:gd name="connsiteX15879" fmla="*/ 2518243 w 5158787"/>
              <a:gd name="connsiteY15879" fmla="*/ 2543302 h 4489084"/>
              <a:gd name="connsiteX15880" fmla="*/ 2506221 w 5158787"/>
              <a:gd name="connsiteY15880" fmla="*/ 2543302 h 4489084"/>
              <a:gd name="connsiteX15881" fmla="*/ 2505510 w 5158787"/>
              <a:gd name="connsiteY15881" fmla="*/ 2542888 h 4489084"/>
              <a:gd name="connsiteX15882" fmla="*/ 2499469 w 5158787"/>
              <a:gd name="connsiteY15882" fmla="*/ 2532465 h 4489084"/>
              <a:gd name="connsiteX15883" fmla="*/ 2499469 w 5158787"/>
              <a:gd name="connsiteY15883" fmla="*/ 2531635 h 4489084"/>
              <a:gd name="connsiteX15884" fmla="*/ 2505510 w 5158787"/>
              <a:gd name="connsiteY15884" fmla="*/ 2521212 h 4489084"/>
              <a:gd name="connsiteX15885" fmla="*/ 2506221 w 5158787"/>
              <a:gd name="connsiteY15885" fmla="*/ 2520797 h 4489084"/>
              <a:gd name="connsiteX15886" fmla="*/ 2438350 w 5158787"/>
              <a:gd name="connsiteY15886" fmla="*/ 2520382 h 4489084"/>
              <a:gd name="connsiteX15887" fmla="*/ 2450846 w 5158787"/>
              <a:gd name="connsiteY15887" fmla="*/ 2520382 h 4489084"/>
              <a:gd name="connsiteX15888" fmla="*/ 2451616 w 5158787"/>
              <a:gd name="connsiteY15888" fmla="*/ 2520797 h 4489084"/>
              <a:gd name="connsiteX15889" fmla="*/ 2457834 w 5158787"/>
              <a:gd name="connsiteY15889" fmla="*/ 2531576 h 4489084"/>
              <a:gd name="connsiteX15890" fmla="*/ 2457834 w 5158787"/>
              <a:gd name="connsiteY15890" fmla="*/ 2532464 h 4489084"/>
              <a:gd name="connsiteX15891" fmla="*/ 2451616 w 5158787"/>
              <a:gd name="connsiteY15891" fmla="*/ 2543243 h 4489084"/>
              <a:gd name="connsiteX15892" fmla="*/ 2450846 w 5158787"/>
              <a:gd name="connsiteY15892" fmla="*/ 2543657 h 4489084"/>
              <a:gd name="connsiteX15893" fmla="*/ 2438350 w 5158787"/>
              <a:gd name="connsiteY15893" fmla="*/ 2543657 h 4489084"/>
              <a:gd name="connsiteX15894" fmla="*/ 2437580 w 5158787"/>
              <a:gd name="connsiteY15894" fmla="*/ 2543243 h 4489084"/>
              <a:gd name="connsiteX15895" fmla="*/ 2431361 w 5158787"/>
              <a:gd name="connsiteY15895" fmla="*/ 2532464 h 4489084"/>
              <a:gd name="connsiteX15896" fmla="*/ 2431361 w 5158787"/>
              <a:gd name="connsiteY15896" fmla="*/ 2531576 h 4489084"/>
              <a:gd name="connsiteX15897" fmla="*/ 2437580 w 5158787"/>
              <a:gd name="connsiteY15897" fmla="*/ 2520797 h 4489084"/>
              <a:gd name="connsiteX15898" fmla="*/ 2438350 w 5158787"/>
              <a:gd name="connsiteY15898" fmla="*/ 2520382 h 4489084"/>
              <a:gd name="connsiteX15899" fmla="*/ 3925965 w 5158787"/>
              <a:gd name="connsiteY15899" fmla="*/ 2519850 h 4489084"/>
              <a:gd name="connsiteX15900" fmla="*/ 3938995 w 5158787"/>
              <a:gd name="connsiteY15900" fmla="*/ 2519850 h 4489084"/>
              <a:gd name="connsiteX15901" fmla="*/ 3939764 w 5158787"/>
              <a:gd name="connsiteY15901" fmla="*/ 2520324 h 4489084"/>
              <a:gd name="connsiteX15902" fmla="*/ 3946279 w 5158787"/>
              <a:gd name="connsiteY15902" fmla="*/ 2531636 h 4489084"/>
              <a:gd name="connsiteX15903" fmla="*/ 3946279 w 5158787"/>
              <a:gd name="connsiteY15903" fmla="*/ 2532583 h 4489084"/>
              <a:gd name="connsiteX15904" fmla="*/ 3939764 w 5158787"/>
              <a:gd name="connsiteY15904" fmla="*/ 2543895 h 4489084"/>
              <a:gd name="connsiteX15905" fmla="*/ 3938995 w 5158787"/>
              <a:gd name="connsiteY15905" fmla="*/ 2544369 h 4489084"/>
              <a:gd name="connsiteX15906" fmla="*/ 3925965 w 5158787"/>
              <a:gd name="connsiteY15906" fmla="*/ 2544369 h 4489084"/>
              <a:gd name="connsiteX15907" fmla="*/ 3925195 w 5158787"/>
              <a:gd name="connsiteY15907" fmla="*/ 2543895 h 4489084"/>
              <a:gd name="connsiteX15908" fmla="*/ 3918680 w 5158787"/>
              <a:gd name="connsiteY15908" fmla="*/ 2532583 h 4489084"/>
              <a:gd name="connsiteX15909" fmla="*/ 3918680 w 5158787"/>
              <a:gd name="connsiteY15909" fmla="*/ 2531636 h 4489084"/>
              <a:gd name="connsiteX15910" fmla="*/ 3925195 w 5158787"/>
              <a:gd name="connsiteY15910" fmla="*/ 2520324 h 4489084"/>
              <a:gd name="connsiteX15911" fmla="*/ 3925965 w 5158787"/>
              <a:gd name="connsiteY15911" fmla="*/ 2519850 h 4489084"/>
              <a:gd name="connsiteX15912" fmla="*/ 3520155 w 5158787"/>
              <a:gd name="connsiteY15912" fmla="*/ 2519850 h 4489084"/>
              <a:gd name="connsiteX15913" fmla="*/ 3533185 w 5158787"/>
              <a:gd name="connsiteY15913" fmla="*/ 2519850 h 4489084"/>
              <a:gd name="connsiteX15914" fmla="*/ 3533955 w 5158787"/>
              <a:gd name="connsiteY15914" fmla="*/ 2520324 h 4489084"/>
              <a:gd name="connsiteX15915" fmla="*/ 3540469 w 5158787"/>
              <a:gd name="connsiteY15915" fmla="*/ 2531636 h 4489084"/>
              <a:gd name="connsiteX15916" fmla="*/ 3540469 w 5158787"/>
              <a:gd name="connsiteY15916" fmla="*/ 2532583 h 4489084"/>
              <a:gd name="connsiteX15917" fmla="*/ 3533955 w 5158787"/>
              <a:gd name="connsiteY15917" fmla="*/ 2543895 h 4489084"/>
              <a:gd name="connsiteX15918" fmla="*/ 3533185 w 5158787"/>
              <a:gd name="connsiteY15918" fmla="*/ 2544369 h 4489084"/>
              <a:gd name="connsiteX15919" fmla="*/ 3520155 w 5158787"/>
              <a:gd name="connsiteY15919" fmla="*/ 2544369 h 4489084"/>
              <a:gd name="connsiteX15920" fmla="*/ 3519385 w 5158787"/>
              <a:gd name="connsiteY15920" fmla="*/ 2543895 h 4489084"/>
              <a:gd name="connsiteX15921" fmla="*/ 3512870 w 5158787"/>
              <a:gd name="connsiteY15921" fmla="*/ 2532583 h 4489084"/>
              <a:gd name="connsiteX15922" fmla="*/ 3512870 w 5158787"/>
              <a:gd name="connsiteY15922" fmla="*/ 2531636 h 4489084"/>
              <a:gd name="connsiteX15923" fmla="*/ 3519385 w 5158787"/>
              <a:gd name="connsiteY15923" fmla="*/ 2520324 h 4489084"/>
              <a:gd name="connsiteX15924" fmla="*/ 3520155 w 5158787"/>
              <a:gd name="connsiteY15924" fmla="*/ 2519850 h 4489084"/>
              <a:gd name="connsiteX15925" fmla="*/ 3452460 w 5158787"/>
              <a:gd name="connsiteY15925" fmla="*/ 2519731 h 4489084"/>
              <a:gd name="connsiteX15926" fmla="*/ 3465608 w 5158787"/>
              <a:gd name="connsiteY15926" fmla="*/ 2519731 h 4489084"/>
              <a:gd name="connsiteX15927" fmla="*/ 3466437 w 5158787"/>
              <a:gd name="connsiteY15927" fmla="*/ 2520205 h 4489084"/>
              <a:gd name="connsiteX15928" fmla="*/ 3473011 w 5158787"/>
              <a:gd name="connsiteY15928" fmla="*/ 2531576 h 4489084"/>
              <a:gd name="connsiteX15929" fmla="*/ 3473011 w 5158787"/>
              <a:gd name="connsiteY15929" fmla="*/ 2532523 h 4489084"/>
              <a:gd name="connsiteX15930" fmla="*/ 3466437 w 5158787"/>
              <a:gd name="connsiteY15930" fmla="*/ 2543895 h 4489084"/>
              <a:gd name="connsiteX15931" fmla="*/ 3465608 w 5158787"/>
              <a:gd name="connsiteY15931" fmla="*/ 2544368 h 4489084"/>
              <a:gd name="connsiteX15932" fmla="*/ 3452460 w 5158787"/>
              <a:gd name="connsiteY15932" fmla="*/ 2544368 h 4489084"/>
              <a:gd name="connsiteX15933" fmla="*/ 3451631 w 5158787"/>
              <a:gd name="connsiteY15933" fmla="*/ 2543895 h 4489084"/>
              <a:gd name="connsiteX15934" fmla="*/ 3445057 w 5158787"/>
              <a:gd name="connsiteY15934" fmla="*/ 2532523 h 4489084"/>
              <a:gd name="connsiteX15935" fmla="*/ 3445057 w 5158787"/>
              <a:gd name="connsiteY15935" fmla="*/ 2531576 h 4489084"/>
              <a:gd name="connsiteX15936" fmla="*/ 3451631 w 5158787"/>
              <a:gd name="connsiteY15936" fmla="*/ 2520205 h 4489084"/>
              <a:gd name="connsiteX15937" fmla="*/ 3452460 w 5158787"/>
              <a:gd name="connsiteY15937" fmla="*/ 2519731 h 4489084"/>
              <a:gd name="connsiteX15938" fmla="*/ 4061116 w 5158787"/>
              <a:gd name="connsiteY15938" fmla="*/ 2519613 h 4489084"/>
              <a:gd name="connsiteX15939" fmla="*/ 4074383 w 5158787"/>
              <a:gd name="connsiteY15939" fmla="*/ 2519613 h 4489084"/>
              <a:gd name="connsiteX15940" fmla="*/ 4075212 w 5158787"/>
              <a:gd name="connsiteY15940" fmla="*/ 2520087 h 4489084"/>
              <a:gd name="connsiteX15941" fmla="*/ 4081845 w 5158787"/>
              <a:gd name="connsiteY15941" fmla="*/ 2531577 h 4489084"/>
              <a:gd name="connsiteX15942" fmla="*/ 4081845 w 5158787"/>
              <a:gd name="connsiteY15942" fmla="*/ 2532524 h 4489084"/>
              <a:gd name="connsiteX15943" fmla="*/ 4075212 w 5158787"/>
              <a:gd name="connsiteY15943" fmla="*/ 2544014 h 4489084"/>
              <a:gd name="connsiteX15944" fmla="*/ 4074383 w 5158787"/>
              <a:gd name="connsiteY15944" fmla="*/ 2544488 h 4489084"/>
              <a:gd name="connsiteX15945" fmla="*/ 4061116 w 5158787"/>
              <a:gd name="connsiteY15945" fmla="*/ 2544488 h 4489084"/>
              <a:gd name="connsiteX15946" fmla="*/ 4060287 w 5158787"/>
              <a:gd name="connsiteY15946" fmla="*/ 2544014 h 4489084"/>
              <a:gd name="connsiteX15947" fmla="*/ 4053654 w 5158787"/>
              <a:gd name="connsiteY15947" fmla="*/ 2532524 h 4489084"/>
              <a:gd name="connsiteX15948" fmla="*/ 4053654 w 5158787"/>
              <a:gd name="connsiteY15948" fmla="*/ 2531577 h 4489084"/>
              <a:gd name="connsiteX15949" fmla="*/ 4060287 w 5158787"/>
              <a:gd name="connsiteY15949" fmla="*/ 2520087 h 4489084"/>
              <a:gd name="connsiteX15950" fmla="*/ 4061116 w 5158787"/>
              <a:gd name="connsiteY15950" fmla="*/ 2519613 h 4489084"/>
              <a:gd name="connsiteX15951" fmla="*/ 3858211 w 5158787"/>
              <a:gd name="connsiteY15951" fmla="*/ 2519613 h 4489084"/>
              <a:gd name="connsiteX15952" fmla="*/ 3871478 w 5158787"/>
              <a:gd name="connsiteY15952" fmla="*/ 2519613 h 4489084"/>
              <a:gd name="connsiteX15953" fmla="*/ 3872307 w 5158787"/>
              <a:gd name="connsiteY15953" fmla="*/ 2520087 h 4489084"/>
              <a:gd name="connsiteX15954" fmla="*/ 3878940 w 5158787"/>
              <a:gd name="connsiteY15954" fmla="*/ 2531577 h 4489084"/>
              <a:gd name="connsiteX15955" fmla="*/ 3878940 w 5158787"/>
              <a:gd name="connsiteY15955" fmla="*/ 2532524 h 4489084"/>
              <a:gd name="connsiteX15956" fmla="*/ 3872307 w 5158787"/>
              <a:gd name="connsiteY15956" fmla="*/ 2544014 h 4489084"/>
              <a:gd name="connsiteX15957" fmla="*/ 3871478 w 5158787"/>
              <a:gd name="connsiteY15957" fmla="*/ 2544488 h 4489084"/>
              <a:gd name="connsiteX15958" fmla="*/ 3858211 w 5158787"/>
              <a:gd name="connsiteY15958" fmla="*/ 2544488 h 4489084"/>
              <a:gd name="connsiteX15959" fmla="*/ 3857382 w 5158787"/>
              <a:gd name="connsiteY15959" fmla="*/ 2544014 h 4489084"/>
              <a:gd name="connsiteX15960" fmla="*/ 3850749 w 5158787"/>
              <a:gd name="connsiteY15960" fmla="*/ 2532524 h 4489084"/>
              <a:gd name="connsiteX15961" fmla="*/ 3850749 w 5158787"/>
              <a:gd name="connsiteY15961" fmla="*/ 2531577 h 4489084"/>
              <a:gd name="connsiteX15962" fmla="*/ 3857382 w 5158787"/>
              <a:gd name="connsiteY15962" fmla="*/ 2520087 h 4489084"/>
              <a:gd name="connsiteX15963" fmla="*/ 3858211 w 5158787"/>
              <a:gd name="connsiteY15963" fmla="*/ 2519613 h 4489084"/>
              <a:gd name="connsiteX15964" fmla="*/ 3317072 w 5158787"/>
              <a:gd name="connsiteY15964" fmla="*/ 2519435 h 4489084"/>
              <a:gd name="connsiteX15965" fmla="*/ 3330516 w 5158787"/>
              <a:gd name="connsiteY15965" fmla="*/ 2519435 h 4489084"/>
              <a:gd name="connsiteX15966" fmla="*/ 3331345 w 5158787"/>
              <a:gd name="connsiteY15966" fmla="*/ 2519909 h 4489084"/>
              <a:gd name="connsiteX15967" fmla="*/ 3338097 w 5158787"/>
              <a:gd name="connsiteY15967" fmla="*/ 2531576 h 4489084"/>
              <a:gd name="connsiteX15968" fmla="*/ 3338097 w 5158787"/>
              <a:gd name="connsiteY15968" fmla="*/ 2532524 h 4489084"/>
              <a:gd name="connsiteX15969" fmla="*/ 3331345 w 5158787"/>
              <a:gd name="connsiteY15969" fmla="*/ 2544191 h 4489084"/>
              <a:gd name="connsiteX15970" fmla="*/ 3330516 w 5158787"/>
              <a:gd name="connsiteY15970" fmla="*/ 2544665 h 4489084"/>
              <a:gd name="connsiteX15971" fmla="*/ 3317072 w 5158787"/>
              <a:gd name="connsiteY15971" fmla="*/ 2544665 h 4489084"/>
              <a:gd name="connsiteX15972" fmla="*/ 3316243 w 5158787"/>
              <a:gd name="connsiteY15972" fmla="*/ 2544191 h 4489084"/>
              <a:gd name="connsiteX15973" fmla="*/ 3309491 w 5158787"/>
              <a:gd name="connsiteY15973" fmla="*/ 2532524 h 4489084"/>
              <a:gd name="connsiteX15974" fmla="*/ 3309491 w 5158787"/>
              <a:gd name="connsiteY15974" fmla="*/ 2531576 h 4489084"/>
              <a:gd name="connsiteX15975" fmla="*/ 3316243 w 5158787"/>
              <a:gd name="connsiteY15975" fmla="*/ 2519909 h 4489084"/>
              <a:gd name="connsiteX15976" fmla="*/ 3317072 w 5158787"/>
              <a:gd name="connsiteY15976" fmla="*/ 2519435 h 4489084"/>
              <a:gd name="connsiteX15977" fmla="*/ 4196149 w 5158787"/>
              <a:gd name="connsiteY15977" fmla="*/ 2519198 h 4489084"/>
              <a:gd name="connsiteX15978" fmla="*/ 4209831 w 5158787"/>
              <a:gd name="connsiteY15978" fmla="*/ 2519198 h 4489084"/>
              <a:gd name="connsiteX15979" fmla="*/ 4210660 w 5158787"/>
              <a:gd name="connsiteY15979" fmla="*/ 2519672 h 4489084"/>
              <a:gd name="connsiteX15980" fmla="*/ 4217470 w 5158787"/>
              <a:gd name="connsiteY15980" fmla="*/ 2531517 h 4489084"/>
              <a:gd name="connsiteX15981" fmla="*/ 4217470 w 5158787"/>
              <a:gd name="connsiteY15981" fmla="*/ 2532465 h 4489084"/>
              <a:gd name="connsiteX15982" fmla="*/ 4210601 w 5158787"/>
              <a:gd name="connsiteY15982" fmla="*/ 2544310 h 4489084"/>
              <a:gd name="connsiteX15983" fmla="*/ 4209771 w 5158787"/>
              <a:gd name="connsiteY15983" fmla="*/ 2544783 h 4489084"/>
              <a:gd name="connsiteX15984" fmla="*/ 4196090 w 5158787"/>
              <a:gd name="connsiteY15984" fmla="*/ 2544783 h 4489084"/>
              <a:gd name="connsiteX15985" fmla="*/ 4195261 w 5158787"/>
              <a:gd name="connsiteY15985" fmla="*/ 2544310 h 4489084"/>
              <a:gd name="connsiteX15986" fmla="*/ 4188450 w 5158787"/>
              <a:gd name="connsiteY15986" fmla="*/ 2532465 h 4489084"/>
              <a:gd name="connsiteX15987" fmla="*/ 4188450 w 5158787"/>
              <a:gd name="connsiteY15987" fmla="*/ 2531517 h 4489084"/>
              <a:gd name="connsiteX15988" fmla="*/ 4195320 w 5158787"/>
              <a:gd name="connsiteY15988" fmla="*/ 2519672 h 4489084"/>
              <a:gd name="connsiteX15989" fmla="*/ 4196149 w 5158787"/>
              <a:gd name="connsiteY15989" fmla="*/ 2519198 h 4489084"/>
              <a:gd name="connsiteX15990" fmla="*/ 3993185 w 5158787"/>
              <a:gd name="connsiteY15990" fmla="*/ 2519139 h 4489084"/>
              <a:gd name="connsiteX15991" fmla="*/ 4006985 w 5158787"/>
              <a:gd name="connsiteY15991" fmla="*/ 2519139 h 4489084"/>
              <a:gd name="connsiteX15992" fmla="*/ 4007815 w 5158787"/>
              <a:gd name="connsiteY15992" fmla="*/ 2519613 h 4489084"/>
              <a:gd name="connsiteX15993" fmla="*/ 4014684 w 5158787"/>
              <a:gd name="connsiteY15993" fmla="*/ 2531576 h 4489084"/>
              <a:gd name="connsiteX15994" fmla="*/ 4014684 w 5158787"/>
              <a:gd name="connsiteY15994" fmla="*/ 2532524 h 4489084"/>
              <a:gd name="connsiteX15995" fmla="*/ 4007755 w 5158787"/>
              <a:gd name="connsiteY15995" fmla="*/ 2544487 h 4489084"/>
              <a:gd name="connsiteX15996" fmla="*/ 4006926 w 5158787"/>
              <a:gd name="connsiteY15996" fmla="*/ 2544961 h 4489084"/>
              <a:gd name="connsiteX15997" fmla="*/ 3993126 w 5158787"/>
              <a:gd name="connsiteY15997" fmla="*/ 2544961 h 4489084"/>
              <a:gd name="connsiteX15998" fmla="*/ 3992298 w 5158787"/>
              <a:gd name="connsiteY15998" fmla="*/ 2544487 h 4489084"/>
              <a:gd name="connsiteX15999" fmla="*/ 3985427 w 5158787"/>
              <a:gd name="connsiteY15999" fmla="*/ 2532524 h 4489084"/>
              <a:gd name="connsiteX16000" fmla="*/ 3985427 w 5158787"/>
              <a:gd name="connsiteY16000" fmla="*/ 2531576 h 4489084"/>
              <a:gd name="connsiteX16001" fmla="*/ 3992356 w 5158787"/>
              <a:gd name="connsiteY16001" fmla="*/ 2519613 h 4489084"/>
              <a:gd name="connsiteX16002" fmla="*/ 3993185 w 5158787"/>
              <a:gd name="connsiteY16002" fmla="*/ 2519139 h 4489084"/>
              <a:gd name="connsiteX16003" fmla="*/ 4331302 w 5158787"/>
              <a:gd name="connsiteY16003" fmla="*/ 2519020 h 4489084"/>
              <a:gd name="connsiteX16004" fmla="*/ 4345219 w 5158787"/>
              <a:gd name="connsiteY16004" fmla="*/ 2519020 h 4489084"/>
              <a:gd name="connsiteX16005" fmla="*/ 4346048 w 5158787"/>
              <a:gd name="connsiteY16005" fmla="*/ 2519494 h 4489084"/>
              <a:gd name="connsiteX16006" fmla="*/ 4352977 w 5158787"/>
              <a:gd name="connsiteY16006" fmla="*/ 2531516 h 4489084"/>
              <a:gd name="connsiteX16007" fmla="*/ 4352977 w 5158787"/>
              <a:gd name="connsiteY16007" fmla="*/ 2532523 h 4489084"/>
              <a:gd name="connsiteX16008" fmla="*/ 4345989 w 5158787"/>
              <a:gd name="connsiteY16008" fmla="*/ 2544546 h 4489084"/>
              <a:gd name="connsiteX16009" fmla="*/ 4345160 w 5158787"/>
              <a:gd name="connsiteY16009" fmla="*/ 2545020 h 4489084"/>
              <a:gd name="connsiteX16010" fmla="*/ 4331242 w 5158787"/>
              <a:gd name="connsiteY16010" fmla="*/ 2545020 h 4489084"/>
              <a:gd name="connsiteX16011" fmla="*/ 4330413 w 5158787"/>
              <a:gd name="connsiteY16011" fmla="*/ 2544546 h 4489084"/>
              <a:gd name="connsiteX16012" fmla="*/ 4323483 w 5158787"/>
              <a:gd name="connsiteY16012" fmla="*/ 2532523 h 4489084"/>
              <a:gd name="connsiteX16013" fmla="*/ 4323483 w 5158787"/>
              <a:gd name="connsiteY16013" fmla="*/ 2531516 h 4489084"/>
              <a:gd name="connsiteX16014" fmla="*/ 4330472 w 5158787"/>
              <a:gd name="connsiteY16014" fmla="*/ 2519494 h 4489084"/>
              <a:gd name="connsiteX16015" fmla="*/ 4331302 w 5158787"/>
              <a:gd name="connsiteY16015" fmla="*/ 2519020 h 4489084"/>
              <a:gd name="connsiteX16016" fmla="*/ 4263607 w 5158787"/>
              <a:gd name="connsiteY16016" fmla="*/ 2518902 h 4489084"/>
              <a:gd name="connsiteX16017" fmla="*/ 4277643 w 5158787"/>
              <a:gd name="connsiteY16017" fmla="*/ 2518902 h 4489084"/>
              <a:gd name="connsiteX16018" fmla="*/ 4278472 w 5158787"/>
              <a:gd name="connsiteY16018" fmla="*/ 2519376 h 4489084"/>
              <a:gd name="connsiteX16019" fmla="*/ 4285461 w 5158787"/>
              <a:gd name="connsiteY16019" fmla="*/ 2531517 h 4489084"/>
              <a:gd name="connsiteX16020" fmla="*/ 4285461 w 5158787"/>
              <a:gd name="connsiteY16020" fmla="*/ 2532524 h 4489084"/>
              <a:gd name="connsiteX16021" fmla="*/ 4278472 w 5158787"/>
              <a:gd name="connsiteY16021" fmla="*/ 2544665 h 4489084"/>
              <a:gd name="connsiteX16022" fmla="*/ 4277643 w 5158787"/>
              <a:gd name="connsiteY16022" fmla="*/ 2545139 h 4489084"/>
              <a:gd name="connsiteX16023" fmla="*/ 4263607 w 5158787"/>
              <a:gd name="connsiteY16023" fmla="*/ 2545139 h 4489084"/>
              <a:gd name="connsiteX16024" fmla="*/ 4262778 w 5158787"/>
              <a:gd name="connsiteY16024" fmla="*/ 2544665 h 4489084"/>
              <a:gd name="connsiteX16025" fmla="*/ 4255789 w 5158787"/>
              <a:gd name="connsiteY16025" fmla="*/ 2532524 h 4489084"/>
              <a:gd name="connsiteX16026" fmla="*/ 4255789 w 5158787"/>
              <a:gd name="connsiteY16026" fmla="*/ 2531517 h 4489084"/>
              <a:gd name="connsiteX16027" fmla="*/ 4262778 w 5158787"/>
              <a:gd name="connsiteY16027" fmla="*/ 2519376 h 4489084"/>
              <a:gd name="connsiteX16028" fmla="*/ 4263607 w 5158787"/>
              <a:gd name="connsiteY16028" fmla="*/ 2518902 h 4489084"/>
              <a:gd name="connsiteX16029" fmla="*/ 2708119 w 5158787"/>
              <a:gd name="connsiteY16029" fmla="*/ 2518902 h 4489084"/>
              <a:gd name="connsiteX16030" fmla="*/ 2722155 w 5158787"/>
              <a:gd name="connsiteY16030" fmla="*/ 2518902 h 4489084"/>
              <a:gd name="connsiteX16031" fmla="*/ 2722984 w 5158787"/>
              <a:gd name="connsiteY16031" fmla="*/ 2519376 h 4489084"/>
              <a:gd name="connsiteX16032" fmla="*/ 2729973 w 5158787"/>
              <a:gd name="connsiteY16032" fmla="*/ 2531517 h 4489084"/>
              <a:gd name="connsiteX16033" fmla="*/ 2729973 w 5158787"/>
              <a:gd name="connsiteY16033" fmla="*/ 2532524 h 4489084"/>
              <a:gd name="connsiteX16034" fmla="*/ 2722984 w 5158787"/>
              <a:gd name="connsiteY16034" fmla="*/ 2544665 h 4489084"/>
              <a:gd name="connsiteX16035" fmla="*/ 2722155 w 5158787"/>
              <a:gd name="connsiteY16035" fmla="*/ 2545139 h 4489084"/>
              <a:gd name="connsiteX16036" fmla="*/ 2708119 w 5158787"/>
              <a:gd name="connsiteY16036" fmla="*/ 2545139 h 4489084"/>
              <a:gd name="connsiteX16037" fmla="*/ 2707290 w 5158787"/>
              <a:gd name="connsiteY16037" fmla="*/ 2544665 h 4489084"/>
              <a:gd name="connsiteX16038" fmla="*/ 2700301 w 5158787"/>
              <a:gd name="connsiteY16038" fmla="*/ 2532524 h 4489084"/>
              <a:gd name="connsiteX16039" fmla="*/ 2700301 w 5158787"/>
              <a:gd name="connsiteY16039" fmla="*/ 2531517 h 4489084"/>
              <a:gd name="connsiteX16040" fmla="*/ 2707290 w 5158787"/>
              <a:gd name="connsiteY16040" fmla="*/ 2519376 h 4489084"/>
              <a:gd name="connsiteX16041" fmla="*/ 2708119 w 5158787"/>
              <a:gd name="connsiteY16041" fmla="*/ 2518902 h 4489084"/>
              <a:gd name="connsiteX16042" fmla="*/ 4128219 w 5158787"/>
              <a:gd name="connsiteY16042" fmla="*/ 2518606 h 4489084"/>
              <a:gd name="connsiteX16043" fmla="*/ 4142552 w 5158787"/>
              <a:gd name="connsiteY16043" fmla="*/ 2518606 h 4489084"/>
              <a:gd name="connsiteX16044" fmla="*/ 4143439 w 5158787"/>
              <a:gd name="connsiteY16044" fmla="*/ 2519139 h 4489084"/>
              <a:gd name="connsiteX16045" fmla="*/ 4150606 w 5158787"/>
              <a:gd name="connsiteY16045" fmla="*/ 2531576 h 4489084"/>
              <a:gd name="connsiteX16046" fmla="*/ 4150606 w 5158787"/>
              <a:gd name="connsiteY16046" fmla="*/ 2532583 h 4489084"/>
              <a:gd name="connsiteX16047" fmla="*/ 4143439 w 5158787"/>
              <a:gd name="connsiteY16047" fmla="*/ 2545021 h 4489084"/>
              <a:gd name="connsiteX16048" fmla="*/ 4142552 w 5158787"/>
              <a:gd name="connsiteY16048" fmla="*/ 2545553 h 4489084"/>
              <a:gd name="connsiteX16049" fmla="*/ 4128219 w 5158787"/>
              <a:gd name="connsiteY16049" fmla="*/ 2545553 h 4489084"/>
              <a:gd name="connsiteX16050" fmla="*/ 4127330 w 5158787"/>
              <a:gd name="connsiteY16050" fmla="*/ 2545021 h 4489084"/>
              <a:gd name="connsiteX16051" fmla="*/ 4120164 w 5158787"/>
              <a:gd name="connsiteY16051" fmla="*/ 2532583 h 4489084"/>
              <a:gd name="connsiteX16052" fmla="*/ 4120164 w 5158787"/>
              <a:gd name="connsiteY16052" fmla="*/ 2531576 h 4489084"/>
              <a:gd name="connsiteX16053" fmla="*/ 4127330 w 5158787"/>
              <a:gd name="connsiteY16053" fmla="*/ 2519139 h 4489084"/>
              <a:gd name="connsiteX16054" fmla="*/ 4128219 w 5158787"/>
              <a:gd name="connsiteY16054" fmla="*/ 2518606 h 4489084"/>
              <a:gd name="connsiteX16055" fmla="*/ 3384173 w 5158787"/>
              <a:gd name="connsiteY16055" fmla="*/ 2518369 h 4489084"/>
              <a:gd name="connsiteX16056" fmla="*/ 3398743 w 5158787"/>
              <a:gd name="connsiteY16056" fmla="*/ 2518369 h 4489084"/>
              <a:gd name="connsiteX16057" fmla="*/ 3399631 w 5158787"/>
              <a:gd name="connsiteY16057" fmla="*/ 2518902 h 4489084"/>
              <a:gd name="connsiteX16058" fmla="*/ 3406916 w 5158787"/>
              <a:gd name="connsiteY16058" fmla="*/ 2531517 h 4489084"/>
              <a:gd name="connsiteX16059" fmla="*/ 3406916 w 5158787"/>
              <a:gd name="connsiteY16059" fmla="*/ 2532524 h 4489084"/>
              <a:gd name="connsiteX16060" fmla="*/ 3399631 w 5158787"/>
              <a:gd name="connsiteY16060" fmla="*/ 2545138 h 4489084"/>
              <a:gd name="connsiteX16061" fmla="*/ 3398743 w 5158787"/>
              <a:gd name="connsiteY16061" fmla="*/ 2545672 h 4489084"/>
              <a:gd name="connsiteX16062" fmla="*/ 3384173 w 5158787"/>
              <a:gd name="connsiteY16062" fmla="*/ 2545672 h 4489084"/>
              <a:gd name="connsiteX16063" fmla="*/ 3383285 w 5158787"/>
              <a:gd name="connsiteY16063" fmla="*/ 2545138 h 4489084"/>
              <a:gd name="connsiteX16064" fmla="*/ 3376000 w 5158787"/>
              <a:gd name="connsiteY16064" fmla="*/ 2532524 h 4489084"/>
              <a:gd name="connsiteX16065" fmla="*/ 3376000 w 5158787"/>
              <a:gd name="connsiteY16065" fmla="*/ 2531517 h 4489084"/>
              <a:gd name="connsiteX16066" fmla="*/ 3383285 w 5158787"/>
              <a:gd name="connsiteY16066" fmla="*/ 2518902 h 4489084"/>
              <a:gd name="connsiteX16067" fmla="*/ 3384173 w 5158787"/>
              <a:gd name="connsiteY16067" fmla="*/ 2518369 h 4489084"/>
              <a:gd name="connsiteX16068" fmla="*/ 2369589 w 5158787"/>
              <a:gd name="connsiteY16068" fmla="*/ 2518191 h 4489084"/>
              <a:gd name="connsiteX16069" fmla="*/ 2384395 w 5158787"/>
              <a:gd name="connsiteY16069" fmla="*/ 2518191 h 4489084"/>
              <a:gd name="connsiteX16070" fmla="*/ 2385283 w 5158787"/>
              <a:gd name="connsiteY16070" fmla="*/ 2518724 h 4489084"/>
              <a:gd name="connsiteX16071" fmla="*/ 2392686 w 5158787"/>
              <a:gd name="connsiteY16071" fmla="*/ 2531517 h 4489084"/>
              <a:gd name="connsiteX16072" fmla="*/ 2392686 w 5158787"/>
              <a:gd name="connsiteY16072" fmla="*/ 2532583 h 4489084"/>
              <a:gd name="connsiteX16073" fmla="*/ 2385283 w 5158787"/>
              <a:gd name="connsiteY16073" fmla="*/ 2545375 h 4489084"/>
              <a:gd name="connsiteX16074" fmla="*/ 2384395 w 5158787"/>
              <a:gd name="connsiteY16074" fmla="*/ 2545908 h 4489084"/>
              <a:gd name="connsiteX16075" fmla="*/ 2369589 w 5158787"/>
              <a:gd name="connsiteY16075" fmla="*/ 2545908 h 4489084"/>
              <a:gd name="connsiteX16076" fmla="*/ 2368700 w 5158787"/>
              <a:gd name="connsiteY16076" fmla="*/ 2545375 h 4489084"/>
              <a:gd name="connsiteX16077" fmla="*/ 2361297 w 5158787"/>
              <a:gd name="connsiteY16077" fmla="*/ 2532583 h 4489084"/>
              <a:gd name="connsiteX16078" fmla="*/ 2361297 w 5158787"/>
              <a:gd name="connsiteY16078" fmla="*/ 2531517 h 4489084"/>
              <a:gd name="connsiteX16079" fmla="*/ 2368700 w 5158787"/>
              <a:gd name="connsiteY16079" fmla="*/ 2518724 h 4489084"/>
              <a:gd name="connsiteX16080" fmla="*/ 2369589 w 5158787"/>
              <a:gd name="connsiteY16080" fmla="*/ 2518191 h 4489084"/>
              <a:gd name="connsiteX16081" fmla="*/ 4398403 w 5158787"/>
              <a:gd name="connsiteY16081" fmla="*/ 2517954 h 4489084"/>
              <a:gd name="connsiteX16082" fmla="*/ 4413387 w 5158787"/>
              <a:gd name="connsiteY16082" fmla="*/ 2517954 h 4489084"/>
              <a:gd name="connsiteX16083" fmla="*/ 4414276 w 5158787"/>
              <a:gd name="connsiteY16083" fmla="*/ 2518487 h 4489084"/>
              <a:gd name="connsiteX16084" fmla="*/ 4421797 w 5158787"/>
              <a:gd name="connsiteY16084" fmla="*/ 2531516 h 4489084"/>
              <a:gd name="connsiteX16085" fmla="*/ 4421797 w 5158787"/>
              <a:gd name="connsiteY16085" fmla="*/ 2532582 h 4489084"/>
              <a:gd name="connsiteX16086" fmla="*/ 4414276 w 5158787"/>
              <a:gd name="connsiteY16086" fmla="*/ 2545612 h 4489084"/>
              <a:gd name="connsiteX16087" fmla="*/ 4413387 w 5158787"/>
              <a:gd name="connsiteY16087" fmla="*/ 2546145 h 4489084"/>
              <a:gd name="connsiteX16088" fmla="*/ 4398403 w 5158787"/>
              <a:gd name="connsiteY16088" fmla="*/ 2546145 h 4489084"/>
              <a:gd name="connsiteX16089" fmla="*/ 4397515 w 5158787"/>
              <a:gd name="connsiteY16089" fmla="*/ 2545612 h 4489084"/>
              <a:gd name="connsiteX16090" fmla="*/ 4389993 w 5158787"/>
              <a:gd name="connsiteY16090" fmla="*/ 2532582 h 4489084"/>
              <a:gd name="connsiteX16091" fmla="*/ 4389993 w 5158787"/>
              <a:gd name="connsiteY16091" fmla="*/ 2531516 h 4489084"/>
              <a:gd name="connsiteX16092" fmla="*/ 4397515 w 5158787"/>
              <a:gd name="connsiteY16092" fmla="*/ 2518487 h 4489084"/>
              <a:gd name="connsiteX16093" fmla="*/ 4398403 w 5158787"/>
              <a:gd name="connsiteY16093" fmla="*/ 2517954 h 4489084"/>
              <a:gd name="connsiteX16094" fmla="*/ 3586782 w 5158787"/>
              <a:gd name="connsiteY16094" fmla="*/ 2517895 h 4489084"/>
              <a:gd name="connsiteX16095" fmla="*/ 3601885 w 5158787"/>
              <a:gd name="connsiteY16095" fmla="*/ 2517895 h 4489084"/>
              <a:gd name="connsiteX16096" fmla="*/ 3602833 w 5158787"/>
              <a:gd name="connsiteY16096" fmla="*/ 2518428 h 4489084"/>
              <a:gd name="connsiteX16097" fmla="*/ 3610413 w 5158787"/>
              <a:gd name="connsiteY16097" fmla="*/ 2531517 h 4489084"/>
              <a:gd name="connsiteX16098" fmla="*/ 3610413 w 5158787"/>
              <a:gd name="connsiteY16098" fmla="*/ 2532583 h 4489084"/>
              <a:gd name="connsiteX16099" fmla="*/ 3602833 w 5158787"/>
              <a:gd name="connsiteY16099" fmla="*/ 2545672 h 4489084"/>
              <a:gd name="connsiteX16100" fmla="*/ 3601885 w 5158787"/>
              <a:gd name="connsiteY16100" fmla="*/ 2546204 h 4489084"/>
              <a:gd name="connsiteX16101" fmla="*/ 3586782 w 5158787"/>
              <a:gd name="connsiteY16101" fmla="*/ 2546204 h 4489084"/>
              <a:gd name="connsiteX16102" fmla="*/ 3585835 w 5158787"/>
              <a:gd name="connsiteY16102" fmla="*/ 2545672 h 4489084"/>
              <a:gd name="connsiteX16103" fmla="*/ 3578254 w 5158787"/>
              <a:gd name="connsiteY16103" fmla="*/ 2532583 h 4489084"/>
              <a:gd name="connsiteX16104" fmla="*/ 3578254 w 5158787"/>
              <a:gd name="connsiteY16104" fmla="*/ 2531517 h 4489084"/>
              <a:gd name="connsiteX16105" fmla="*/ 3585835 w 5158787"/>
              <a:gd name="connsiteY16105" fmla="*/ 2518428 h 4489084"/>
              <a:gd name="connsiteX16106" fmla="*/ 3586782 w 5158787"/>
              <a:gd name="connsiteY16106" fmla="*/ 2517895 h 4489084"/>
              <a:gd name="connsiteX16107" fmla="*/ 3789629 w 5158787"/>
              <a:gd name="connsiteY16107" fmla="*/ 2517777 h 4489084"/>
              <a:gd name="connsiteX16108" fmla="*/ 3804850 w 5158787"/>
              <a:gd name="connsiteY16108" fmla="*/ 2517777 h 4489084"/>
              <a:gd name="connsiteX16109" fmla="*/ 3805797 w 5158787"/>
              <a:gd name="connsiteY16109" fmla="*/ 2518310 h 4489084"/>
              <a:gd name="connsiteX16110" fmla="*/ 3813437 w 5158787"/>
              <a:gd name="connsiteY16110" fmla="*/ 2531517 h 4489084"/>
              <a:gd name="connsiteX16111" fmla="*/ 3813437 w 5158787"/>
              <a:gd name="connsiteY16111" fmla="*/ 2532583 h 4489084"/>
              <a:gd name="connsiteX16112" fmla="*/ 3805797 w 5158787"/>
              <a:gd name="connsiteY16112" fmla="*/ 2545791 h 4489084"/>
              <a:gd name="connsiteX16113" fmla="*/ 3804850 w 5158787"/>
              <a:gd name="connsiteY16113" fmla="*/ 2546324 h 4489084"/>
              <a:gd name="connsiteX16114" fmla="*/ 3789629 w 5158787"/>
              <a:gd name="connsiteY16114" fmla="*/ 2546324 h 4489084"/>
              <a:gd name="connsiteX16115" fmla="*/ 3788682 w 5158787"/>
              <a:gd name="connsiteY16115" fmla="*/ 2545791 h 4489084"/>
              <a:gd name="connsiteX16116" fmla="*/ 3781041 w 5158787"/>
              <a:gd name="connsiteY16116" fmla="*/ 2532583 h 4489084"/>
              <a:gd name="connsiteX16117" fmla="*/ 3781041 w 5158787"/>
              <a:gd name="connsiteY16117" fmla="*/ 2531517 h 4489084"/>
              <a:gd name="connsiteX16118" fmla="*/ 3788682 w 5158787"/>
              <a:gd name="connsiteY16118" fmla="*/ 2518310 h 4489084"/>
              <a:gd name="connsiteX16119" fmla="*/ 3789629 w 5158787"/>
              <a:gd name="connsiteY16119" fmla="*/ 2517777 h 4489084"/>
              <a:gd name="connsiteX16120" fmla="*/ 3721875 w 5158787"/>
              <a:gd name="connsiteY16120" fmla="*/ 2517540 h 4489084"/>
              <a:gd name="connsiteX16121" fmla="*/ 3737333 w 5158787"/>
              <a:gd name="connsiteY16121" fmla="*/ 2517540 h 4489084"/>
              <a:gd name="connsiteX16122" fmla="*/ 3738281 w 5158787"/>
              <a:gd name="connsiteY16122" fmla="*/ 2518073 h 4489084"/>
              <a:gd name="connsiteX16123" fmla="*/ 3745980 w 5158787"/>
              <a:gd name="connsiteY16123" fmla="*/ 2531458 h 4489084"/>
              <a:gd name="connsiteX16124" fmla="*/ 3745980 w 5158787"/>
              <a:gd name="connsiteY16124" fmla="*/ 2532524 h 4489084"/>
              <a:gd name="connsiteX16125" fmla="*/ 3738221 w 5158787"/>
              <a:gd name="connsiteY16125" fmla="*/ 2545909 h 4489084"/>
              <a:gd name="connsiteX16126" fmla="*/ 3737274 w 5158787"/>
              <a:gd name="connsiteY16126" fmla="*/ 2546442 h 4489084"/>
              <a:gd name="connsiteX16127" fmla="*/ 3721816 w 5158787"/>
              <a:gd name="connsiteY16127" fmla="*/ 2546442 h 4489084"/>
              <a:gd name="connsiteX16128" fmla="*/ 3720868 w 5158787"/>
              <a:gd name="connsiteY16128" fmla="*/ 2545909 h 4489084"/>
              <a:gd name="connsiteX16129" fmla="*/ 3713169 w 5158787"/>
              <a:gd name="connsiteY16129" fmla="*/ 2532524 h 4489084"/>
              <a:gd name="connsiteX16130" fmla="*/ 3713169 w 5158787"/>
              <a:gd name="connsiteY16130" fmla="*/ 2531458 h 4489084"/>
              <a:gd name="connsiteX16131" fmla="*/ 3720927 w 5158787"/>
              <a:gd name="connsiteY16131" fmla="*/ 2518073 h 4489084"/>
              <a:gd name="connsiteX16132" fmla="*/ 3721875 w 5158787"/>
              <a:gd name="connsiteY16132" fmla="*/ 2517540 h 4489084"/>
              <a:gd name="connsiteX16133" fmla="*/ 3653944 w 5158787"/>
              <a:gd name="connsiteY16133" fmla="*/ 2517066 h 4489084"/>
              <a:gd name="connsiteX16134" fmla="*/ 3669935 w 5158787"/>
              <a:gd name="connsiteY16134" fmla="*/ 2517066 h 4489084"/>
              <a:gd name="connsiteX16135" fmla="*/ 3670942 w 5158787"/>
              <a:gd name="connsiteY16135" fmla="*/ 2517658 h 4489084"/>
              <a:gd name="connsiteX16136" fmla="*/ 3678937 w 5158787"/>
              <a:gd name="connsiteY16136" fmla="*/ 2531517 h 4489084"/>
              <a:gd name="connsiteX16137" fmla="*/ 3678937 w 5158787"/>
              <a:gd name="connsiteY16137" fmla="*/ 2532642 h 4489084"/>
              <a:gd name="connsiteX16138" fmla="*/ 3670942 w 5158787"/>
              <a:gd name="connsiteY16138" fmla="*/ 2546501 h 4489084"/>
              <a:gd name="connsiteX16139" fmla="*/ 3669994 w 5158787"/>
              <a:gd name="connsiteY16139" fmla="*/ 2547093 h 4489084"/>
              <a:gd name="connsiteX16140" fmla="*/ 3654003 w 5158787"/>
              <a:gd name="connsiteY16140" fmla="*/ 2547093 h 4489084"/>
              <a:gd name="connsiteX16141" fmla="*/ 3652997 w 5158787"/>
              <a:gd name="connsiteY16141" fmla="*/ 2546501 h 4489084"/>
              <a:gd name="connsiteX16142" fmla="*/ 3645001 w 5158787"/>
              <a:gd name="connsiteY16142" fmla="*/ 2532642 h 4489084"/>
              <a:gd name="connsiteX16143" fmla="*/ 3645001 w 5158787"/>
              <a:gd name="connsiteY16143" fmla="*/ 2531517 h 4489084"/>
              <a:gd name="connsiteX16144" fmla="*/ 3652997 w 5158787"/>
              <a:gd name="connsiteY16144" fmla="*/ 2517658 h 4489084"/>
              <a:gd name="connsiteX16145" fmla="*/ 3653944 w 5158787"/>
              <a:gd name="connsiteY16145" fmla="*/ 2517066 h 4489084"/>
              <a:gd name="connsiteX16146" fmla="*/ 2774747 w 5158787"/>
              <a:gd name="connsiteY16146" fmla="*/ 2517066 h 4489084"/>
              <a:gd name="connsiteX16147" fmla="*/ 2790738 w 5158787"/>
              <a:gd name="connsiteY16147" fmla="*/ 2517066 h 4489084"/>
              <a:gd name="connsiteX16148" fmla="*/ 2791686 w 5158787"/>
              <a:gd name="connsiteY16148" fmla="*/ 2517658 h 4489084"/>
              <a:gd name="connsiteX16149" fmla="*/ 2799681 w 5158787"/>
              <a:gd name="connsiteY16149" fmla="*/ 2531517 h 4489084"/>
              <a:gd name="connsiteX16150" fmla="*/ 2799681 w 5158787"/>
              <a:gd name="connsiteY16150" fmla="*/ 2532642 h 4489084"/>
              <a:gd name="connsiteX16151" fmla="*/ 2791686 w 5158787"/>
              <a:gd name="connsiteY16151" fmla="*/ 2546501 h 4489084"/>
              <a:gd name="connsiteX16152" fmla="*/ 2790738 w 5158787"/>
              <a:gd name="connsiteY16152" fmla="*/ 2547093 h 4489084"/>
              <a:gd name="connsiteX16153" fmla="*/ 2774747 w 5158787"/>
              <a:gd name="connsiteY16153" fmla="*/ 2547093 h 4489084"/>
              <a:gd name="connsiteX16154" fmla="*/ 2773800 w 5158787"/>
              <a:gd name="connsiteY16154" fmla="*/ 2546501 h 4489084"/>
              <a:gd name="connsiteX16155" fmla="*/ 2765804 w 5158787"/>
              <a:gd name="connsiteY16155" fmla="*/ 2532642 h 4489084"/>
              <a:gd name="connsiteX16156" fmla="*/ 2765804 w 5158787"/>
              <a:gd name="connsiteY16156" fmla="*/ 2531517 h 4489084"/>
              <a:gd name="connsiteX16157" fmla="*/ 2773800 w 5158787"/>
              <a:gd name="connsiteY16157" fmla="*/ 2517658 h 4489084"/>
              <a:gd name="connsiteX16158" fmla="*/ 2774747 w 5158787"/>
              <a:gd name="connsiteY16158" fmla="*/ 2517066 h 4489084"/>
              <a:gd name="connsiteX16159" fmla="*/ 2166091 w 5158787"/>
              <a:gd name="connsiteY16159" fmla="*/ 2517066 h 4489084"/>
              <a:gd name="connsiteX16160" fmla="*/ 2182082 w 5158787"/>
              <a:gd name="connsiteY16160" fmla="*/ 2517066 h 4489084"/>
              <a:gd name="connsiteX16161" fmla="*/ 2183030 w 5158787"/>
              <a:gd name="connsiteY16161" fmla="*/ 2517658 h 4489084"/>
              <a:gd name="connsiteX16162" fmla="*/ 2191025 w 5158787"/>
              <a:gd name="connsiteY16162" fmla="*/ 2531517 h 4489084"/>
              <a:gd name="connsiteX16163" fmla="*/ 2191025 w 5158787"/>
              <a:gd name="connsiteY16163" fmla="*/ 2532642 h 4489084"/>
              <a:gd name="connsiteX16164" fmla="*/ 2183030 w 5158787"/>
              <a:gd name="connsiteY16164" fmla="*/ 2546501 h 4489084"/>
              <a:gd name="connsiteX16165" fmla="*/ 2182082 w 5158787"/>
              <a:gd name="connsiteY16165" fmla="*/ 2547093 h 4489084"/>
              <a:gd name="connsiteX16166" fmla="*/ 2166091 w 5158787"/>
              <a:gd name="connsiteY16166" fmla="*/ 2547093 h 4489084"/>
              <a:gd name="connsiteX16167" fmla="*/ 2165144 w 5158787"/>
              <a:gd name="connsiteY16167" fmla="*/ 2546501 h 4489084"/>
              <a:gd name="connsiteX16168" fmla="*/ 2157148 w 5158787"/>
              <a:gd name="connsiteY16168" fmla="*/ 2532642 h 4489084"/>
              <a:gd name="connsiteX16169" fmla="*/ 2157148 w 5158787"/>
              <a:gd name="connsiteY16169" fmla="*/ 2531517 h 4489084"/>
              <a:gd name="connsiteX16170" fmla="*/ 2165144 w 5158787"/>
              <a:gd name="connsiteY16170" fmla="*/ 2517658 h 4489084"/>
              <a:gd name="connsiteX16171" fmla="*/ 2166091 w 5158787"/>
              <a:gd name="connsiteY16171" fmla="*/ 2517066 h 4489084"/>
              <a:gd name="connsiteX16172" fmla="*/ 2030111 w 5158787"/>
              <a:gd name="connsiteY16172" fmla="*/ 2515822 h 4489084"/>
              <a:gd name="connsiteX16173" fmla="*/ 2047463 w 5158787"/>
              <a:gd name="connsiteY16173" fmla="*/ 2515822 h 4489084"/>
              <a:gd name="connsiteX16174" fmla="*/ 2048529 w 5158787"/>
              <a:gd name="connsiteY16174" fmla="*/ 2516414 h 4489084"/>
              <a:gd name="connsiteX16175" fmla="*/ 2057176 w 5158787"/>
              <a:gd name="connsiteY16175" fmla="*/ 2531457 h 4489084"/>
              <a:gd name="connsiteX16176" fmla="*/ 2057176 w 5158787"/>
              <a:gd name="connsiteY16176" fmla="*/ 2532701 h 4489084"/>
              <a:gd name="connsiteX16177" fmla="*/ 2048529 w 5158787"/>
              <a:gd name="connsiteY16177" fmla="*/ 2547744 h 4489084"/>
              <a:gd name="connsiteX16178" fmla="*/ 2047463 w 5158787"/>
              <a:gd name="connsiteY16178" fmla="*/ 2548337 h 4489084"/>
              <a:gd name="connsiteX16179" fmla="*/ 2030111 w 5158787"/>
              <a:gd name="connsiteY16179" fmla="*/ 2548337 h 4489084"/>
              <a:gd name="connsiteX16180" fmla="*/ 2029045 w 5158787"/>
              <a:gd name="connsiteY16180" fmla="*/ 2547744 h 4489084"/>
              <a:gd name="connsiteX16181" fmla="*/ 2020398 w 5158787"/>
              <a:gd name="connsiteY16181" fmla="*/ 2532701 h 4489084"/>
              <a:gd name="connsiteX16182" fmla="*/ 2020398 w 5158787"/>
              <a:gd name="connsiteY16182" fmla="*/ 2531457 h 4489084"/>
              <a:gd name="connsiteX16183" fmla="*/ 2029045 w 5158787"/>
              <a:gd name="connsiteY16183" fmla="*/ 2516414 h 4489084"/>
              <a:gd name="connsiteX16184" fmla="*/ 2030111 w 5158787"/>
              <a:gd name="connsiteY16184" fmla="*/ 2515822 h 4489084"/>
              <a:gd name="connsiteX16185" fmla="*/ 2300592 w 5158787"/>
              <a:gd name="connsiteY16185" fmla="*/ 2515704 h 4489084"/>
              <a:gd name="connsiteX16186" fmla="*/ 2318063 w 5158787"/>
              <a:gd name="connsiteY16186" fmla="*/ 2515704 h 4489084"/>
              <a:gd name="connsiteX16187" fmla="*/ 2319129 w 5158787"/>
              <a:gd name="connsiteY16187" fmla="*/ 2516296 h 4489084"/>
              <a:gd name="connsiteX16188" fmla="*/ 2327836 w 5158787"/>
              <a:gd name="connsiteY16188" fmla="*/ 2531398 h 4489084"/>
              <a:gd name="connsiteX16189" fmla="*/ 2327836 w 5158787"/>
              <a:gd name="connsiteY16189" fmla="*/ 2532642 h 4489084"/>
              <a:gd name="connsiteX16190" fmla="*/ 2319129 w 5158787"/>
              <a:gd name="connsiteY16190" fmla="*/ 2547745 h 4489084"/>
              <a:gd name="connsiteX16191" fmla="*/ 2318063 w 5158787"/>
              <a:gd name="connsiteY16191" fmla="*/ 2548337 h 4489084"/>
              <a:gd name="connsiteX16192" fmla="*/ 2300592 w 5158787"/>
              <a:gd name="connsiteY16192" fmla="*/ 2548337 h 4489084"/>
              <a:gd name="connsiteX16193" fmla="*/ 2299526 w 5158787"/>
              <a:gd name="connsiteY16193" fmla="*/ 2547745 h 4489084"/>
              <a:gd name="connsiteX16194" fmla="*/ 2290820 w 5158787"/>
              <a:gd name="connsiteY16194" fmla="*/ 2532642 h 4489084"/>
              <a:gd name="connsiteX16195" fmla="*/ 2290820 w 5158787"/>
              <a:gd name="connsiteY16195" fmla="*/ 2531398 h 4489084"/>
              <a:gd name="connsiteX16196" fmla="*/ 2299526 w 5158787"/>
              <a:gd name="connsiteY16196" fmla="*/ 2516296 h 4489084"/>
              <a:gd name="connsiteX16197" fmla="*/ 2300592 w 5158787"/>
              <a:gd name="connsiteY16197" fmla="*/ 2515704 h 4489084"/>
              <a:gd name="connsiteX16198" fmla="*/ 1962417 w 5158787"/>
              <a:gd name="connsiteY16198" fmla="*/ 2515704 h 4489084"/>
              <a:gd name="connsiteX16199" fmla="*/ 1979888 w 5158787"/>
              <a:gd name="connsiteY16199" fmla="*/ 2515704 h 4489084"/>
              <a:gd name="connsiteX16200" fmla="*/ 1980954 w 5158787"/>
              <a:gd name="connsiteY16200" fmla="*/ 2516296 h 4489084"/>
              <a:gd name="connsiteX16201" fmla="*/ 1989660 w 5158787"/>
              <a:gd name="connsiteY16201" fmla="*/ 2531398 h 4489084"/>
              <a:gd name="connsiteX16202" fmla="*/ 1989660 w 5158787"/>
              <a:gd name="connsiteY16202" fmla="*/ 2532642 h 4489084"/>
              <a:gd name="connsiteX16203" fmla="*/ 1980954 w 5158787"/>
              <a:gd name="connsiteY16203" fmla="*/ 2547745 h 4489084"/>
              <a:gd name="connsiteX16204" fmla="*/ 1979888 w 5158787"/>
              <a:gd name="connsiteY16204" fmla="*/ 2548337 h 4489084"/>
              <a:gd name="connsiteX16205" fmla="*/ 1962417 w 5158787"/>
              <a:gd name="connsiteY16205" fmla="*/ 2548337 h 4489084"/>
              <a:gd name="connsiteX16206" fmla="*/ 1961351 w 5158787"/>
              <a:gd name="connsiteY16206" fmla="*/ 2547745 h 4489084"/>
              <a:gd name="connsiteX16207" fmla="*/ 1952645 w 5158787"/>
              <a:gd name="connsiteY16207" fmla="*/ 2532642 h 4489084"/>
              <a:gd name="connsiteX16208" fmla="*/ 1952645 w 5158787"/>
              <a:gd name="connsiteY16208" fmla="*/ 2531398 h 4489084"/>
              <a:gd name="connsiteX16209" fmla="*/ 1961351 w 5158787"/>
              <a:gd name="connsiteY16209" fmla="*/ 2516296 h 4489084"/>
              <a:gd name="connsiteX16210" fmla="*/ 1962417 w 5158787"/>
              <a:gd name="connsiteY16210" fmla="*/ 2515704 h 4489084"/>
              <a:gd name="connsiteX16211" fmla="*/ 1894781 w 5158787"/>
              <a:gd name="connsiteY16211" fmla="*/ 2515585 h 4489084"/>
              <a:gd name="connsiteX16212" fmla="*/ 1912312 w 5158787"/>
              <a:gd name="connsiteY16212" fmla="*/ 2515585 h 4489084"/>
              <a:gd name="connsiteX16213" fmla="*/ 1913378 w 5158787"/>
              <a:gd name="connsiteY16213" fmla="*/ 2516177 h 4489084"/>
              <a:gd name="connsiteX16214" fmla="*/ 1922143 w 5158787"/>
              <a:gd name="connsiteY16214" fmla="*/ 2531398 h 4489084"/>
              <a:gd name="connsiteX16215" fmla="*/ 1922143 w 5158787"/>
              <a:gd name="connsiteY16215" fmla="*/ 2532642 h 4489084"/>
              <a:gd name="connsiteX16216" fmla="*/ 1913378 w 5158787"/>
              <a:gd name="connsiteY16216" fmla="*/ 2547863 h 4489084"/>
              <a:gd name="connsiteX16217" fmla="*/ 1912312 w 5158787"/>
              <a:gd name="connsiteY16217" fmla="*/ 2548455 h 4489084"/>
              <a:gd name="connsiteX16218" fmla="*/ 1894781 w 5158787"/>
              <a:gd name="connsiteY16218" fmla="*/ 2548455 h 4489084"/>
              <a:gd name="connsiteX16219" fmla="*/ 1893715 w 5158787"/>
              <a:gd name="connsiteY16219" fmla="*/ 2547863 h 4489084"/>
              <a:gd name="connsiteX16220" fmla="*/ 1884950 w 5158787"/>
              <a:gd name="connsiteY16220" fmla="*/ 2532642 h 4489084"/>
              <a:gd name="connsiteX16221" fmla="*/ 1884950 w 5158787"/>
              <a:gd name="connsiteY16221" fmla="*/ 2531398 h 4489084"/>
              <a:gd name="connsiteX16222" fmla="*/ 1893715 w 5158787"/>
              <a:gd name="connsiteY16222" fmla="*/ 2516177 h 4489084"/>
              <a:gd name="connsiteX16223" fmla="*/ 1894781 w 5158787"/>
              <a:gd name="connsiteY16223" fmla="*/ 2515585 h 4489084"/>
              <a:gd name="connsiteX16224" fmla="*/ 2097627 w 5158787"/>
              <a:gd name="connsiteY16224" fmla="*/ 2515467 h 4489084"/>
              <a:gd name="connsiteX16225" fmla="*/ 2115276 w 5158787"/>
              <a:gd name="connsiteY16225" fmla="*/ 2515467 h 4489084"/>
              <a:gd name="connsiteX16226" fmla="*/ 2116342 w 5158787"/>
              <a:gd name="connsiteY16226" fmla="*/ 2516118 h 4489084"/>
              <a:gd name="connsiteX16227" fmla="*/ 2125167 w 5158787"/>
              <a:gd name="connsiteY16227" fmla="*/ 2531398 h 4489084"/>
              <a:gd name="connsiteX16228" fmla="*/ 2125167 w 5158787"/>
              <a:gd name="connsiteY16228" fmla="*/ 2532642 h 4489084"/>
              <a:gd name="connsiteX16229" fmla="*/ 2116342 w 5158787"/>
              <a:gd name="connsiteY16229" fmla="*/ 2547922 h 4489084"/>
              <a:gd name="connsiteX16230" fmla="*/ 2115276 w 5158787"/>
              <a:gd name="connsiteY16230" fmla="*/ 2548574 h 4489084"/>
              <a:gd name="connsiteX16231" fmla="*/ 2097627 w 5158787"/>
              <a:gd name="connsiteY16231" fmla="*/ 2548574 h 4489084"/>
              <a:gd name="connsiteX16232" fmla="*/ 2096561 w 5158787"/>
              <a:gd name="connsiteY16232" fmla="*/ 2547922 h 4489084"/>
              <a:gd name="connsiteX16233" fmla="*/ 2087737 w 5158787"/>
              <a:gd name="connsiteY16233" fmla="*/ 2532642 h 4489084"/>
              <a:gd name="connsiteX16234" fmla="*/ 2087737 w 5158787"/>
              <a:gd name="connsiteY16234" fmla="*/ 2531398 h 4489084"/>
              <a:gd name="connsiteX16235" fmla="*/ 2096561 w 5158787"/>
              <a:gd name="connsiteY16235" fmla="*/ 2516118 h 4489084"/>
              <a:gd name="connsiteX16236" fmla="*/ 2097627 w 5158787"/>
              <a:gd name="connsiteY16236" fmla="*/ 2515467 h 4489084"/>
              <a:gd name="connsiteX16237" fmla="*/ 2232720 w 5158787"/>
              <a:gd name="connsiteY16237" fmla="*/ 2515171 h 4489084"/>
              <a:gd name="connsiteX16238" fmla="*/ 2250724 w 5158787"/>
              <a:gd name="connsiteY16238" fmla="*/ 2515171 h 4489084"/>
              <a:gd name="connsiteX16239" fmla="*/ 2251850 w 5158787"/>
              <a:gd name="connsiteY16239" fmla="*/ 2515823 h 4489084"/>
              <a:gd name="connsiteX16240" fmla="*/ 2260852 w 5158787"/>
              <a:gd name="connsiteY16240" fmla="*/ 2531399 h 4489084"/>
              <a:gd name="connsiteX16241" fmla="*/ 2260852 w 5158787"/>
              <a:gd name="connsiteY16241" fmla="*/ 2532642 h 4489084"/>
              <a:gd name="connsiteX16242" fmla="*/ 2251850 w 5158787"/>
              <a:gd name="connsiteY16242" fmla="*/ 2548219 h 4489084"/>
              <a:gd name="connsiteX16243" fmla="*/ 2250724 w 5158787"/>
              <a:gd name="connsiteY16243" fmla="*/ 2548870 h 4489084"/>
              <a:gd name="connsiteX16244" fmla="*/ 2232720 w 5158787"/>
              <a:gd name="connsiteY16244" fmla="*/ 2548870 h 4489084"/>
              <a:gd name="connsiteX16245" fmla="*/ 2231595 w 5158787"/>
              <a:gd name="connsiteY16245" fmla="*/ 2548219 h 4489084"/>
              <a:gd name="connsiteX16246" fmla="*/ 2222593 w 5158787"/>
              <a:gd name="connsiteY16246" fmla="*/ 2532642 h 4489084"/>
              <a:gd name="connsiteX16247" fmla="*/ 2222593 w 5158787"/>
              <a:gd name="connsiteY16247" fmla="*/ 2531399 h 4489084"/>
              <a:gd name="connsiteX16248" fmla="*/ 2231595 w 5158787"/>
              <a:gd name="connsiteY16248" fmla="*/ 2515823 h 4489084"/>
              <a:gd name="connsiteX16249" fmla="*/ 2232720 w 5158787"/>
              <a:gd name="connsiteY16249" fmla="*/ 2515171 h 4489084"/>
              <a:gd name="connsiteX16250" fmla="*/ 1826790 w 5158787"/>
              <a:gd name="connsiteY16250" fmla="*/ 2514993 h 4489084"/>
              <a:gd name="connsiteX16251" fmla="*/ 1845032 w 5158787"/>
              <a:gd name="connsiteY16251" fmla="*/ 2514993 h 4489084"/>
              <a:gd name="connsiteX16252" fmla="*/ 1846157 w 5158787"/>
              <a:gd name="connsiteY16252" fmla="*/ 2515644 h 4489084"/>
              <a:gd name="connsiteX16253" fmla="*/ 1855278 w 5158787"/>
              <a:gd name="connsiteY16253" fmla="*/ 2531398 h 4489084"/>
              <a:gd name="connsiteX16254" fmla="*/ 1855278 w 5158787"/>
              <a:gd name="connsiteY16254" fmla="*/ 2532701 h 4489084"/>
              <a:gd name="connsiteX16255" fmla="*/ 1846157 w 5158787"/>
              <a:gd name="connsiteY16255" fmla="*/ 2548455 h 4489084"/>
              <a:gd name="connsiteX16256" fmla="*/ 1845032 w 5158787"/>
              <a:gd name="connsiteY16256" fmla="*/ 2549107 h 4489084"/>
              <a:gd name="connsiteX16257" fmla="*/ 1826790 w 5158787"/>
              <a:gd name="connsiteY16257" fmla="*/ 2549107 h 4489084"/>
              <a:gd name="connsiteX16258" fmla="*/ 1825665 w 5158787"/>
              <a:gd name="connsiteY16258" fmla="*/ 2548455 h 4489084"/>
              <a:gd name="connsiteX16259" fmla="*/ 1816545 w 5158787"/>
              <a:gd name="connsiteY16259" fmla="*/ 2532701 h 4489084"/>
              <a:gd name="connsiteX16260" fmla="*/ 1816545 w 5158787"/>
              <a:gd name="connsiteY16260" fmla="*/ 2531398 h 4489084"/>
              <a:gd name="connsiteX16261" fmla="*/ 1825665 w 5158787"/>
              <a:gd name="connsiteY16261" fmla="*/ 2515644 h 4489084"/>
              <a:gd name="connsiteX16262" fmla="*/ 1826790 w 5158787"/>
              <a:gd name="connsiteY16262" fmla="*/ 2514993 h 4489084"/>
              <a:gd name="connsiteX16263" fmla="*/ 4464321 w 5158787"/>
              <a:gd name="connsiteY16263" fmla="*/ 2514756 h 4489084"/>
              <a:gd name="connsiteX16264" fmla="*/ 4482740 w 5158787"/>
              <a:gd name="connsiteY16264" fmla="*/ 2514756 h 4489084"/>
              <a:gd name="connsiteX16265" fmla="*/ 4483866 w 5158787"/>
              <a:gd name="connsiteY16265" fmla="*/ 2515408 h 4489084"/>
              <a:gd name="connsiteX16266" fmla="*/ 4493105 w 5158787"/>
              <a:gd name="connsiteY16266" fmla="*/ 2531398 h 4489084"/>
              <a:gd name="connsiteX16267" fmla="*/ 4493105 w 5158787"/>
              <a:gd name="connsiteY16267" fmla="*/ 2532701 h 4489084"/>
              <a:gd name="connsiteX16268" fmla="*/ 4483866 w 5158787"/>
              <a:gd name="connsiteY16268" fmla="*/ 2548692 h 4489084"/>
              <a:gd name="connsiteX16269" fmla="*/ 4482740 w 5158787"/>
              <a:gd name="connsiteY16269" fmla="*/ 2549344 h 4489084"/>
              <a:gd name="connsiteX16270" fmla="*/ 4464321 w 5158787"/>
              <a:gd name="connsiteY16270" fmla="*/ 2549344 h 4489084"/>
              <a:gd name="connsiteX16271" fmla="*/ 4463196 w 5158787"/>
              <a:gd name="connsiteY16271" fmla="*/ 2548692 h 4489084"/>
              <a:gd name="connsiteX16272" fmla="*/ 4453957 w 5158787"/>
              <a:gd name="connsiteY16272" fmla="*/ 2532701 h 4489084"/>
              <a:gd name="connsiteX16273" fmla="*/ 4453957 w 5158787"/>
              <a:gd name="connsiteY16273" fmla="*/ 2531398 h 4489084"/>
              <a:gd name="connsiteX16274" fmla="*/ 4463196 w 5158787"/>
              <a:gd name="connsiteY16274" fmla="*/ 2515408 h 4489084"/>
              <a:gd name="connsiteX16275" fmla="*/ 4464321 w 5158787"/>
              <a:gd name="connsiteY16275" fmla="*/ 2514756 h 4489084"/>
              <a:gd name="connsiteX16276" fmla="*/ 1690692 w 5158787"/>
              <a:gd name="connsiteY16276" fmla="*/ 2513453 h 4489084"/>
              <a:gd name="connsiteX16277" fmla="*/ 1710591 w 5158787"/>
              <a:gd name="connsiteY16277" fmla="*/ 2513453 h 4489084"/>
              <a:gd name="connsiteX16278" fmla="*/ 1711776 w 5158787"/>
              <a:gd name="connsiteY16278" fmla="*/ 2514164 h 4489084"/>
              <a:gd name="connsiteX16279" fmla="*/ 1721726 w 5158787"/>
              <a:gd name="connsiteY16279" fmla="*/ 2531398 h 4489084"/>
              <a:gd name="connsiteX16280" fmla="*/ 1721726 w 5158787"/>
              <a:gd name="connsiteY16280" fmla="*/ 2532820 h 4489084"/>
              <a:gd name="connsiteX16281" fmla="*/ 1711776 w 5158787"/>
              <a:gd name="connsiteY16281" fmla="*/ 2550054 h 4489084"/>
              <a:gd name="connsiteX16282" fmla="*/ 1710591 w 5158787"/>
              <a:gd name="connsiteY16282" fmla="*/ 2550765 h 4489084"/>
              <a:gd name="connsiteX16283" fmla="*/ 1690692 w 5158787"/>
              <a:gd name="connsiteY16283" fmla="*/ 2550765 h 4489084"/>
              <a:gd name="connsiteX16284" fmla="*/ 1689507 w 5158787"/>
              <a:gd name="connsiteY16284" fmla="*/ 2550054 h 4489084"/>
              <a:gd name="connsiteX16285" fmla="*/ 1679558 w 5158787"/>
              <a:gd name="connsiteY16285" fmla="*/ 2532820 h 4489084"/>
              <a:gd name="connsiteX16286" fmla="*/ 1679558 w 5158787"/>
              <a:gd name="connsiteY16286" fmla="*/ 2531398 h 4489084"/>
              <a:gd name="connsiteX16287" fmla="*/ 1689507 w 5158787"/>
              <a:gd name="connsiteY16287" fmla="*/ 2514164 h 4489084"/>
              <a:gd name="connsiteX16288" fmla="*/ 1690692 w 5158787"/>
              <a:gd name="connsiteY16288" fmla="*/ 2513453 h 4489084"/>
              <a:gd name="connsiteX16289" fmla="*/ 1758149 w 5158787"/>
              <a:gd name="connsiteY16289" fmla="*/ 2513039 h 4489084"/>
              <a:gd name="connsiteX16290" fmla="*/ 1778463 w 5158787"/>
              <a:gd name="connsiteY16290" fmla="*/ 2513039 h 4489084"/>
              <a:gd name="connsiteX16291" fmla="*/ 1779707 w 5158787"/>
              <a:gd name="connsiteY16291" fmla="*/ 2513750 h 4489084"/>
              <a:gd name="connsiteX16292" fmla="*/ 1789835 w 5158787"/>
              <a:gd name="connsiteY16292" fmla="*/ 2531340 h 4489084"/>
              <a:gd name="connsiteX16293" fmla="*/ 1789835 w 5158787"/>
              <a:gd name="connsiteY16293" fmla="*/ 2532761 h 4489084"/>
              <a:gd name="connsiteX16294" fmla="*/ 1779648 w 5158787"/>
              <a:gd name="connsiteY16294" fmla="*/ 2550351 h 4489084"/>
              <a:gd name="connsiteX16295" fmla="*/ 1778404 w 5158787"/>
              <a:gd name="connsiteY16295" fmla="*/ 2551061 h 4489084"/>
              <a:gd name="connsiteX16296" fmla="*/ 1758090 w 5158787"/>
              <a:gd name="connsiteY16296" fmla="*/ 2551061 h 4489084"/>
              <a:gd name="connsiteX16297" fmla="*/ 1756846 w 5158787"/>
              <a:gd name="connsiteY16297" fmla="*/ 2550351 h 4489084"/>
              <a:gd name="connsiteX16298" fmla="*/ 1746719 w 5158787"/>
              <a:gd name="connsiteY16298" fmla="*/ 2532761 h 4489084"/>
              <a:gd name="connsiteX16299" fmla="*/ 1746719 w 5158787"/>
              <a:gd name="connsiteY16299" fmla="*/ 2531340 h 4489084"/>
              <a:gd name="connsiteX16300" fmla="*/ 1756905 w 5158787"/>
              <a:gd name="connsiteY16300" fmla="*/ 2513750 h 4489084"/>
              <a:gd name="connsiteX16301" fmla="*/ 1758149 w 5158787"/>
              <a:gd name="connsiteY16301" fmla="*/ 2513039 h 4489084"/>
              <a:gd name="connsiteX16302" fmla="*/ 4530890 w 5158787"/>
              <a:gd name="connsiteY16302" fmla="*/ 2512802 h 4489084"/>
              <a:gd name="connsiteX16303" fmla="*/ 4551441 w 5158787"/>
              <a:gd name="connsiteY16303" fmla="*/ 2512802 h 4489084"/>
              <a:gd name="connsiteX16304" fmla="*/ 4552685 w 5158787"/>
              <a:gd name="connsiteY16304" fmla="*/ 2513513 h 4489084"/>
              <a:gd name="connsiteX16305" fmla="*/ 4562931 w 5158787"/>
              <a:gd name="connsiteY16305" fmla="*/ 2531280 h 4489084"/>
              <a:gd name="connsiteX16306" fmla="*/ 4562931 w 5158787"/>
              <a:gd name="connsiteY16306" fmla="*/ 2532761 h 4489084"/>
              <a:gd name="connsiteX16307" fmla="*/ 4552685 w 5158787"/>
              <a:gd name="connsiteY16307" fmla="*/ 2550528 h 4489084"/>
              <a:gd name="connsiteX16308" fmla="*/ 4551441 w 5158787"/>
              <a:gd name="connsiteY16308" fmla="*/ 2551239 h 4489084"/>
              <a:gd name="connsiteX16309" fmla="*/ 4530890 w 5158787"/>
              <a:gd name="connsiteY16309" fmla="*/ 2551239 h 4489084"/>
              <a:gd name="connsiteX16310" fmla="*/ 4529647 w 5158787"/>
              <a:gd name="connsiteY16310" fmla="*/ 2550528 h 4489084"/>
              <a:gd name="connsiteX16311" fmla="*/ 4519401 w 5158787"/>
              <a:gd name="connsiteY16311" fmla="*/ 2532761 h 4489084"/>
              <a:gd name="connsiteX16312" fmla="*/ 4519401 w 5158787"/>
              <a:gd name="connsiteY16312" fmla="*/ 2531280 h 4489084"/>
              <a:gd name="connsiteX16313" fmla="*/ 4529647 w 5158787"/>
              <a:gd name="connsiteY16313" fmla="*/ 2513513 h 4489084"/>
              <a:gd name="connsiteX16314" fmla="*/ 4530890 w 5158787"/>
              <a:gd name="connsiteY16314" fmla="*/ 2512802 h 4489084"/>
              <a:gd name="connsiteX16315" fmla="*/ 4598288 w 5158787"/>
              <a:gd name="connsiteY16315" fmla="*/ 2512387 h 4489084"/>
              <a:gd name="connsiteX16316" fmla="*/ 4619254 w 5158787"/>
              <a:gd name="connsiteY16316" fmla="*/ 2512387 h 4489084"/>
              <a:gd name="connsiteX16317" fmla="*/ 4620557 w 5158787"/>
              <a:gd name="connsiteY16317" fmla="*/ 2513157 h 4489084"/>
              <a:gd name="connsiteX16318" fmla="*/ 4631040 w 5158787"/>
              <a:gd name="connsiteY16318" fmla="*/ 2531339 h 4489084"/>
              <a:gd name="connsiteX16319" fmla="*/ 4631040 w 5158787"/>
              <a:gd name="connsiteY16319" fmla="*/ 2532820 h 4489084"/>
              <a:gd name="connsiteX16320" fmla="*/ 4620557 w 5158787"/>
              <a:gd name="connsiteY16320" fmla="*/ 2551002 h 4489084"/>
              <a:gd name="connsiteX16321" fmla="*/ 4619254 w 5158787"/>
              <a:gd name="connsiteY16321" fmla="*/ 2551771 h 4489084"/>
              <a:gd name="connsiteX16322" fmla="*/ 4598288 w 5158787"/>
              <a:gd name="connsiteY16322" fmla="*/ 2551771 h 4489084"/>
              <a:gd name="connsiteX16323" fmla="*/ 4596985 w 5158787"/>
              <a:gd name="connsiteY16323" fmla="*/ 2551002 h 4489084"/>
              <a:gd name="connsiteX16324" fmla="*/ 4586502 w 5158787"/>
              <a:gd name="connsiteY16324" fmla="*/ 2532820 h 4489084"/>
              <a:gd name="connsiteX16325" fmla="*/ 4586502 w 5158787"/>
              <a:gd name="connsiteY16325" fmla="*/ 2531339 h 4489084"/>
              <a:gd name="connsiteX16326" fmla="*/ 4596985 w 5158787"/>
              <a:gd name="connsiteY16326" fmla="*/ 2513157 h 4489084"/>
              <a:gd name="connsiteX16327" fmla="*/ 4598288 w 5158787"/>
              <a:gd name="connsiteY16327" fmla="*/ 2512387 h 4489084"/>
              <a:gd name="connsiteX16328" fmla="*/ 4665805 w 5158787"/>
              <a:gd name="connsiteY16328" fmla="*/ 2512209 h 4489084"/>
              <a:gd name="connsiteX16329" fmla="*/ 4687007 w 5158787"/>
              <a:gd name="connsiteY16329" fmla="*/ 2512209 h 4489084"/>
              <a:gd name="connsiteX16330" fmla="*/ 4688310 w 5158787"/>
              <a:gd name="connsiteY16330" fmla="*/ 2512979 h 4489084"/>
              <a:gd name="connsiteX16331" fmla="*/ 4698911 w 5158787"/>
              <a:gd name="connsiteY16331" fmla="*/ 2531339 h 4489084"/>
              <a:gd name="connsiteX16332" fmla="*/ 4698911 w 5158787"/>
              <a:gd name="connsiteY16332" fmla="*/ 2532820 h 4489084"/>
              <a:gd name="connsiteX16333" fmla="*/ 4688310 w 5158787"/>
              <a:gd name="connsiteY16333" fmla="*/ 2551179 h 4489084"/>
              <a:gd name="connsiteX16334" fmla="*/ 4687007 w 5158787"/>
              <a:gd name="connsiteY16334" fmla="*/ 2551949 h 4489084"/>
              <a:gd name="connsiteX16335" fmla="*/ 4665805 w 5158787"/>
              <a:gd name="connsiteY16335" fmla="*/ 2551949 h 4489084"/>
              <a:gd name="connsiteX16336" fmla="*/ 4664502 w 5158787"/>
              <a:gd name="connsiteY16336" fmla="*/ 2551179 h 4489084"/>
              <a:gd name="connsiteX16337" fmla="*/ 4653900 w 5158787"/>
              <a:gd name="connsiteY16337" fmla="*/ 2532820 h 4489084"/>
              <a:gd name="connsiteX16338" fmla="*/ 4653900 w 5158787"/>
              <a:gd name="connsiteY16338" fmla="*/ 2531339 h 4489084"/>
              <a:gd name="connsiteX16339" fmla="*/ 4664502 w 5158787"/>
              <a:gd name="connsiteY16339" fmla="*/ 2512979 h 4489084"/>
              <a:gd name="connsiteX16340" fmla="*/ 4665805 w 5158787"/>
              <a:gd name="connsiteY16340" fmla="*/ 2512209 h 4489084"/>
              <a:gd name="connsiteX16341" fmla="*/ 1622405 w 5158787"/>
              <a:gd name="connsiteY16341" fmla="*/ 2512209 h 4489084"/>
              <a:gd name="connsiteX16342" fmla="*/ 1643608 w 5158787"/>
              <a:gd name="connsiteY16342" fmla="*/ 2512209 h 4489084"/>
              <a:gd name="connsiteX16343" fmla="*/ 1644911 w 5158787"/>
              <a:gd name="connsiteY16343" fmla="*/ 2512979 h 4489084"/>
              <a:gd name="connsiteX16344" fmla="*/ 1655512 w 5158787"/>
              <a:gd name="connsiteY16344" fmla="*/ 2531339 h 4489084"/>
              <a:gd name="connsiteX16345" fmla="*/ 1655512 w 5158787"/>
              <a:gd name="connsiteY16345" fmla="*/ 2532820 h 4489084"/>
              <a:gd name="connsiteX16346" fmla="*/ 1644911 w 5158787"/>
              <a:gd name="connsiteY16346" fmla="*/ 2551179 h 4489084"/>
              <a:gd name="connsiteX16347" fmla="*/ 1643608 w 5158787"/>
              <a:gd name="connsiteY16347" fmla="*/ 2551949 h 4489084"/>
              <a:gd name="connsiteX16348" fmla="*/ 1622405 w 5158787"/>
              <a:gd name="connsiteY16348" fmla="*/ 2551949 h 4489084"/>
              <a:gd name="connsiteX16349" fmla="*/ 1621102 w 5158787"/>
              <a:gd name="connsiteY16349" fmla="*/ 2551179 h 4489084"/>
              <a:gd name="connsiteX16350" fmla="*/ 1610501 w 5158787"/>
              <a:gd name="connsiteY16350" fmla="*/ 2532820 h 4489084"/>
              <a:gd name="connsiteX16351" fmla="*/ 1610501 w 5158787"/>
              <a:gd name="connsiteY16351" fmla="*/ 2531339 h 4489084"/>
              <a:gd name="connsiteX16352" fmla="*/ 1621102 w 5158787"/>
              <a:gd name="connsiteY16352" fmla="*/ 2512979 h 4489084"/>
              <a:gd name="connsiteX16353" fmla="*/ 1622405 w 5158787"/>
              <a:gd name="connsiteY16353" fmla="*/ 2512209 h 4489084"/>
              <a:gd name="connsiteX16354" fmla="*/ 4733380 w 5158787"/>
              <a:gd name="connsiteY16354" fmla="*/ 2512091 h 4489084"/>
              <a:gd name="connsiteX16355" fmla="*/ 4754702 w 5158787"/>
              <a:gd name="connsiteY16355" fmla="*/ 2512091 h 4489084"/>
              <a:gd name="connsiteX16356" fmla="*/ 4756005 w 5158787"/>
              <a:gd name="connsiteY16356" fmla="*/ 2512861 h 4489084"/>
              <a:gd name="connsiteX16357" fmla="*/ 4766665 w 5158787"/>
              <a:gd name="connsiteY16357" fmla="*/ 2531339 h 4489084"/>
              <a:gd name="connsiteX16358" fmla="*/ 4766665 w 5158787"/>
              <a:gd name="connsiteY16358" fmla="*/ 2532820 h 4489084"/>
              <a:gd name="connsiteX16359" fmla="*/ 4756005 w 5158787"/>
              <a:gd name="connsiteY16359" fmla="*/ 2551298 h 4489084"/>
              <a:gd name="connsiteX16360" fmla="*/ 4754702 w 5158787"/>
              <a:gd name="connsiteY16360" fmla="*/ 2552068 h 4489084"/>
              <a:gd name="connsiteX16361" fmla="*/ 4733380 w 5158787"/>
              <a:gd name="connsiteY16361" fmla="*/ 2552068 h 4489084"/>
              <a:gd name="connsiteX16362" fmla="*/ 4732077 w 5158787"/>
              <a:gd name="connsiteY16362" fmla="*/ 2551298 h 4489084"/>
              <a:gd name="connsiteX16363" fmla="*/ 4721417 w 5158787"/>
              <a:gd name="connsiteY16363" fmla="*/ 2532820 h 4489084"/>
              <a:gd name="connsiteX16364" fmla="*/ 4721417 w 5158787"/>
              <a:gd name="connsiteY16364" fmla="*/ 2531339 h 4489084"/>
              <a:gd name="connsiteX16365" fmla="*/ 4732077 w 5158787"/>
              <a:gd name="connsiteY16365" fmla="*/ 2512861 h 4489084"/>
              <a:gd name="connsiteX16366" fmla="*/ 4733380 w 5158787"/>
              <a:gd name="connsiteY16366" fmla="*/ 2512091 h 4489084"/>
              <a:gd name="connsiteX16367" fmla="*/ 4800602 w 5158787"/>
              <a:gd name="connsiteY16367" fmla="*/ 2511380 h 4489084"/>
              <a:gd name="connsiteX16368" fmla="*/ 4822692 w 5158787"/>
              <a:gd name="connsiteY16368" fmla="*/ 2511380 h 4489084"/>
              <a:gd name="connsiteX16369" fmla="*/ 4824055 w 5158787"/>
              <a:gd name="connsiteY16369" fmla="*/ 2512150 h 4489084"/>
              <a:gd name="connsiteX16370" fmla="*/ 4835070 w 5158787"/>
              <a:gd name="connsiteY16370" fmla="*/ 2531280 h 4489084"/>
              <a:gd name="connsiteX16371" fmla="*/ 4835070 w 5158787"/>
              <a:gd name="connsiteY16371" fmla="*/ 2532819 h 4489084"/>
              <a:gd name="connsiteX16372" fmla="*/ 4823995 w 5158787"/>
              <a:gd name="connsiteY16372" fmla="*/ 2551949 h 4489084"/>
              <a:gd name="connsiteX16373" fmla="*/ 4822633 w 5158787"/>
              <a:gd name="connsiteY16373" fmla="*/ 2552719 h 4489084"/>
              <a:gd name="connsiteX16374" fmla="*/ 4800542 w 5158787"/>
              <a:gd name="connsiteY16374" fmla="*/ 2552719 h 4489084"/>
              <a:gd name="connsiteX16375" fmla="*/ 4799180 w 5158787"/>
              <a:gd name="connsiteY16375" fmla="*/ 2551949 h 4489084"/>
              <a:gd name="connsiteX16376" fmla="*/ 4788164 w 5158787"/>
              <a:gd name="connsiteY16376" fmla="*/ 2532819 h 4489084"/>
              <a:gd name="connsiteX16377" fmla="*/ 4788164 w 5158787"/>
              <a:gd name="connsiteY16377" fmla="*/ 2531280 h 4489084"/>
              <a:gd name="connsiteX16378" fmla="*/ 4799240 w 5158787"/>
              <a:gd name="connsiteY16378" fmla="*/ 2512150 h 4489084"/>
              <a:gd name="connsiteX16379" fmla="*/ 4800602 w 5158787"/>
              <a:gd name="connsiteY16379" fmla="*/ 2511380 h 4489084"/>
              <a:gd name="connsiteX16380" fmla="*/ 1554355 w 5158787"/>
              <a:gd name="connsiteY16380" fmla="*/ 2511380 h 4489084"/>
              <a:gd name="connsiteX16381" fmla="*/ 1576446 w 5158787"/>
              <a:gd name="connsiteY16381" fmla="*/ 2511380 h 4489084"/>
              <a:gd name="connsiteX16382" fmla="*/ 1577808 w 5158787"/>
              <a:gd name="connsiteY16382" fmla="*/ 2512150 h 4489084"/>
              <a:gd name="connsiteX16383" fmla="*/ 1588824 w 5158787"/>
              <a:gd name="connsiteY16383" fmla="*/ 2531280 h 4489084"/>
              <a:gd name="connsiteX16384" fmla="*/ 1588824 w 5158787"/>
              <a:gd name="connsiteY16384" fmla="*/ 2532819 h 4489084"/>
              <a:gd name="connsiteX16385" fmla="*/ 1577749 w 5158787"/>
              <a:gd name="connsiteY16385" fmla="*/ 2551949 h 4489084"/>
              <a:gd name="connsiteX16386" fmla="*/ 1576387 w 5158787"/>
              <a:gd name="connsiteY16386" fmla="*/ 2552719 h 4489084"/>
              <a:gd name="connsiteX16387" fmla="*/ 1554296 w 5158787"/>
              <a:gd name="connsiteY16387" fmla="*/ 2552719 h 4489084"/>
              <a:gd name="connsiteX16388" fmla="*/ 1552934 w 5158787"/>
              <a:gd name="connsiteY16388" fmla="*/ 2551949 h 4489084"/>
              <a:gd name="connsiteX16389" fmla="*/ 1541918 w 5158787"/>
              <a:gd name="connsiteY16389" fmla="*/ 2532819 h 4489084"/>
              <a:gd name="connsiteX16390" fmla="*/ 1541918 w 5158787"/>
              <a:gd name="connsiteY16390" fmla="*/ 2531280 h 4489084"/>
              <a:gd name="connsiteX16391" fmla="*/ 1552993 w 5158787"/>
              <a:gd name="connsiteY16391" fmla="*/ 2512150 h 4489084"/>
              <a:gd name="connsiteX16392" fmla="*/ 1554355 w 5158787"/>
              <a:gd name="connsiteY16392" fmla="*/ 2511380 h 4489084"/>
              <a:gd name="connsiteX16393" fmla="*/ 1418908 w 5158787"/>
              <a:gd name="connsiteY16393" fmla="*/ 2510966 h 4489084"/>
              <a:gd name="connsiteX16394" fmla="*/ 1441413 w 5158787"/>
              <a:gd name="connsiteY16394" fmla="*/ 2510966 h 4489084"/>
              <a:gd name="connsiteX16395" fmla="*/ 1442776 w 5158787"/>
              <a:gd name="connsiteY16395" fmla="*/ 2511736 h 4489084"/>
              <a:gd name="connsiteX16396" fmla="*/ 1454028 w 5158787"/>
              <a:gd name="connsiteY16396" fmla="*/ 2531221 h 4489084"/>
              <a:gd name="connsiteX16397" fmla="*/ 1454028 w 5158787"/>
              <a:gd name="connsiteY16397" fmla="*/ 2532820 h 4489084"/>
              <a:gd name="connsiteX16398" fmla="*/ 1442776 w 5158787"/>
              <a:gd name="connsiteY16398" fmla="*/ 2552305 h 4489084"/>
              <a:gd name="connsiteX16399" fmla="*/ 1441413 w 5158787"/>
              <a:gd name="connsiteY16399" fmla="*/ 2553075 h 4489084"/>
              <a:gd name="connsiteX16400" fmla="*/ 1418908 w 5158787"/>
              <a:gd name="connsiteY16400" fmla="*/ 2553075 h 4489084"/>
              <a:gd name="connsiteX16401" fmla="*/ 1417546 w 5158787"/>
              <a:gd name="connsiteY16401" fmla="*/ 2552305 h 4489084"/>
              <a:gd name="connsiteX16402" fmla="*/ 1406293 w 5158787"/>
              <a:gd name="connsiteY16402" fmla="*/ 2532820 h 4489084"/>
              <a:gd name="connsiteX16403" fmla="*/ 1406293 w 5158787"/>
              <a:gd name="connsiteY16403" fmla="*/ 2531221 h 4489084"/>
              <a:gd name="connsiteX16404" fmla="*/ 1417546 w 5158787"/>
              <a:gd name="connsiteY16404" fmla="*/ 2511736 h 4489084"/>
              <a:gd name="connsiteX16405" fmla="*/ 1418908 w 5158787"/>
              <a:gd name="connsiteY16405" fmla="*/ 2510966 h 4489084"/>
              <a:gd name="connsiteX16406" fmla="*/ 1351095 w 5158787"/>
              <a:gd name="connsiteY16406" fmla="*/ 2510611 h 4489084"/>
              <a:gd name="connsiteX16407" fmla="*/ 1373956 w 5158787"/>
              <a:gd name="connsiteY16407" fmla="*/ 2510611 h 4489084"/>
              <a:gd name="connsiteX16408" fmla="*/ 1375377 w 5158787"/>
              <a:gd name="connsiteY16408" fmla="*/ 2511440 h 4489084"/>
              <a:gd name="connsiteX16409" fmla="*/ 1386808 w 5158787"/>
              <a:gd name="connsiteY16409" fmla="*/ 2531221 h 4489084"/>
              <a:gd name="connsiteX16410" fmla="*/ 1386808 w 5158787"/>
              <a:gd name="connsiteY16410" fmla="*/ 2532820 h 4489084"/>
              <a:gd name="connsiteX16411" fmla="*/ 1375377 w 5158787"/>
              <a:gd name="connsiteY16411" fmla="*/ 2552601 h 4489084"/>
              <a:gd name="connsiteX16412" fmla="*/ 1373956 w 5158787"/>
              <a:gd name="connsiteY16412" fmla="*/ 2553431 h 4489084"/>
              <a:gd name="connsiteX16413" fmla="*/ 1351095 w 5158787"/>
              <a:gd name="connsiteY16413" fmla="*/ 2553431 h 4489084"/>
              <a:gd name="connsiteX16414" fmla="*/ 1349673 w 5158787"/>
              <a:gd name="connsiteY16414" fmla="*/ 2552601 h 4489084"/>
              <a:gd name="connsiteX16415" fmla="*/ 1338243 w 5158787"/>
              <a:gd name="connsiteY16415" fmla="*/ 2532820 h 4489084"/>
              <a:gd name="connsiteX16416" fmla="*/ 1338243 w 5158787"/>
              <a:gd name="connsiteY16416" fmla="*/ 2531221 h 4489084"/>
              <a:gd name="connsiteX16417" fmla="*/ 1349673 w 5158787"/>
              <a:gd name="connsiteY16417" fmla="*/ 2511440 h 4489084"/>
              <a:gd name="connsiteX16418" fmla="*/ 1351095 w 5158787"/>
              <a:gd name="connsiteY16418" fmla="*/ 2510611 h 4489084"/>
              <a:gd name="connsiteX16419" fmla="*/ 1486306 w 5158787"/>
              <a:gd name="connsiteY16419" fmla="*/ 2510551 h 4489084"/>
              <a:gd name="connsiteX16420" fmla="*/ 1509285 w 5158787"/>
              <a:gd name="connsiteY16420" fmla="*/ 2510551 h 4489084"/>
              <a:gd name="connsiteX16421" fmla="*/ 1510707 w 5158787"/>
              <a:gd name="connsiteY16421" fmla="*/ 2511380 h 4489084"/>
              <a:gd name="connsiteX16422" fmla="*/ 1522196 w 5158787"/>
              <a:gd name="connsiteY16422" fmla="*/ 2531280 h 4489084"/>
              <a:gd name="connsiteX16423" fmla="*/ 1522196 w 5158787"/>
              <a:gd name="connsiteY16423" fmla="*/ 2532879 h 4489084"/>
              <a:gd name="connsiteX16424" fmla="*/ 1510707 w 5158787"/>
              <a:gd name="connsiteY16424" fmla="*/ 2552779 h 4489084"/>
              <a:gd name="connsiteX16425" fmla="*/ 1509285 w 5158787"/>
              <a:gd name="connsiteY16425" fmla="*/ 2553607 h 4489084"/>
              <a:gd name="connsiteX16426" fmla="*/ 1486306 w 5158787"/>
              <a:gd name="connsiteY16426" fmla="*/ 2553607 h 4489084"/>
              <a:gd name="connsiteX16427" fmla="*/ 1484885 w 5158787"/>
              <a:gd name="connsiteY16427" fmla="*/ 2552779 h 4489084"/>
              <a:gd name="connsiteX16428" fmla="*/ 1473395 w 5158787"/>
              <a:gd name="connsiteY16428" fmla="*/ 2532879 h 4489084"/>
              <a:gd name="connsiteX16429" fmla="*/ 1473395 w 5158787"/>
              <a:gd name="connsiteY16429" fmla="*/ 2531280 h 4489084"/>
              <a:gd name="connsiteX16430" fmla="*/ 1484885 w 5158787"/>
              <a:gd name="connsiteY16430" fmla="*/ 2511380 h 4489084"/>
              <a:gd name="connsiteX16431" fmla="*/ 1486306 w 5158787"/>
              <a:gd name="connsiteY16431" fmla="*/ 2510551 h 4489084"/>
              <a:gd name="connsiteX16432" fmla="*/ 4867703 w 5158787"/>
              <a:gd name="connsiteY16432" fmla="*/ 2510196 h 4489084"/>
              <a:gd name="connsiteX16433" fmla="*/ 4890979 w 5158787"/>
              <a:gd name="connsiteY16433" fmla="*/ 2510196 h 4489084"/>
              <a:gd name="connsiteX16434" fmla="*/ 4892400 w 5158787"/>
              <a:gd name="connsiteY16434" fmla="*/ 2511025 h 4489084"/>
              <a:gd name="connsiteX16435" fmla="*/ 4904008 w 5158787"/>
              <a:gd name="connsiteY16435" fmla="*/ 2531221 h 4489084"/>
              <a:gd name="connsiteX16436" fmla="*/ 4904008 w 5158787"/>
              <a:gd name="connsiteY16436" fmla="*/ 2532879 h 4489084"/>
              <a:gd name="connsiteX16437" fmla="*/ 4892341 w 5158787"/>
              <a:gd name="connsiteY16437" fmla="*/ 2553075 h 4489084"/>
              <a:gd name="connsiteX16438" fmla="*/ 4890919 w 5158787"/>
              <a:gd name="connsiteY16438" fmla="*/ 2553904 h 4489084"/>
              <a:gd name="connsiteX16439" fmla="*/ 4867644 w 5158787"/>
              <a:gd name="connsiteY16439" fmla="*/ 2553904 h 4489084"/>
              <a:gd name="connsiteX16440" fmla="*/ 4866222 w 5158787"/>
              <a:gd name="connsiteY16440" fmla="*/ 2553075 h 4489084"/>
              <a:gd name="connsiteX16441" fmla="*/ 4854614 w 5158787"/>
              <a:gd name="connsiteY16441" fmla="*/ 2532879 h 4489084"/>
              <a:gd name="connsiteX16442" fmla="*/ 4854614 w 5158787"/>
              <a:gd name="connsiteY16442" fmla="*/ 2531221 h 4489084"/>
              <a:gd name="connsiteX16443" fmla="*/ 4866281 w 5158787"/>
              <a:gd name="connsiteY16443" fmla="*/ 2511025 h 4489084"/>
              <a:gd name="connsiteX16444" fmla="*/ 4867703 w 5158787"/>
              <a:gd name="connsiteY16444" fmla="*/ 2510196 h 4489084"/>
              <a:gd name="connsiteX16445" fmla="*/ 1223346 w 5158787"/>
              <a:gd name="connsiteY16445" fmla="*/ 2466073 h 4489084"/>
              <a:gd name="connsiteX16446" fmla="*/ 1231164 w 5158787"/>
              <a:gd name="connsiteY16446" fmla="*/ 2466073 h 4489084"/>
              <a:gd name="connsiteX16447" fmla="*/ 1231638 w 5158787"/>
              <a:gd name="connsiteY16447" fmla="*/ 2466369 h 4489084"/>
              <a:gd name="connsiteX16448" fmla="*/ 1235547 w 5158787"/>
              <a:gd name="connsiteY16448" fmla="*/ 2473180 h 4489084"/>
              <a:gd name="connsiteX16449" fmla="*/ 1235547 w 5158787"/>
              <a:gd name="connsiteY16449" fmla="*/ 2473713 h 4489084"/>
              <a:gd name="connsiteX16450" fmla="*/ 1231638 w 5158787"/>
              <a:gd name="connsiteY16450" fmla="*/ 2480524 h 4489084"/>
              <a:gd name="connsiteX16451" fmla="*/ 1231164 w 5158787"/>
              <a:gd name="connsiteY16451" fmla="*/ 2480820 h 4489084"/>
              <a:gd name="connsiteX16452" fmla="*/ 1223346 w 5158787"/>
              <a:gd name="connsiteY16452" fmla="*/ 2480820 h 4489084"/>
              <a:gd name="connsiteX16453" fmla="*/ 1222873 w 5158787"/>
              <a:gd name="connsiteY16453" fmla="*/ 2480524 h 4489084"/>
              <a:gd name="connsiteX16454" fmla="*/ 1218964 w 5158787"/>
              <a:gd name="connsiteY16454" fmla="*/ 2473713 h 4489084"/>
              <a:gd name="connsiteX16455" fmla="*/ 1218964 w 5158787"/>
              <a:gd name="connsiteY16455" fmla="*/ 2473180 h 4489084"/>
              <a:gd name="connsiteX16456" fmla="*/ 1222873 w 5158787"/>
              <a:gd name="connsiteY16456" fmla="*/ 2466369 h 4489084"/>
              <a:gd name="connsiteX16457" fmla="*/ 1223346 w 5158787"/>
              <a:gd name="connsiteY16457" fmla="*/ 2466073 h 4489084"/>
              <a:gd name="connsiteX16458" fmla="*/ 3250977 w 5158787"/>
              <a:gd name="connsiteY16458" fmla="*/ 2463704 h 4489084"/>
              <a:gd name="connsiteX16459" fmla="*/ 3261341 w 5158787"/>
              <a:gd name="connsiteY16459" fmla="*/ 2463704 h 4489084"/>
              <a:gd name="connsiteX16460" fmla="*/ 3261993 w 5158787"/>
              <a:gd name="connsiteY16460" fmla="*/ 2464059 h 4489084"/>
              <a:gd name="connsiteX16461" fmla="*/ 3267205 w 5158787"/>
              <a:gd name="connsiteY16461" fmla="*/ 2473062 h 4489084"/>
              <a:gd name="connsiteX16462" fmla="*/ 3267205 w 5158787"/>
              <a:gd name="connsiteY16462" fmla="*/ 2473772 h 4489084"/>
              <a:gd name="connsiteX16463" fmla="*/ 3261993 w 5158787"/>
              <a:gd name="connsiteY16463" fmla="*/ 2482775 h 4489084"/>
              <a:gd name="connsiteX16464" fmla="*/ 3261341 w 5158787"/>
              <a:gd name="connsiteY16464" fmla="*/ 2483130 h 4489084"/>
              <a:gd name="connsiteX16465" fmla="*/ 3250977 w 5158787"/>
              <a:gd name="connsiteY16465" fmla="*/ 2483130 h 4489084"/>
              <a:gd name="connsiteX16466" fmla="*/ 3250326 w 5158787"/>
              <a:gd name="connsiteY16466" fmla="*/ 2482775 h 4489084"/>
              <a:gd name="connsiteX16467" fmla="*/ 3245114 w 5158787"/>
              <a:gd name="connsiteY16467" fmla="*/ 2473772 h 4489084"/>
              <a:gd name="connsiteX16468" fmla="*/ 3245114 w 5158787"/>
              <a:gd name="connsiteY16468" fmla="*/ 2473062 h 4489084"/>
              <a:gd name="connsiteX16469" fmla="*/ 3250326 w 5158787"/>
              <a:gd name="connsiteY16469" fmla="*/ 2464059 h 4489084"/>
              <a:gd name="connsiteX16470" fmla="*/ 3250977 w 5158787"/>
              <a:gd name="connsiteY16470" fmla="*/ 2463704 h 4489084"/>
              <a:gd name="connsiteX16471" fmla="*/ 3318138 w 5158787"/>
              <a:gd name="connsiteY16471" fmla="*/ 2462757 h 4489084"/>
              <a:gd name="connsiteX16472" fmla="*/ 3329509 w 5158787"/>
              <a:gd name="connsiteY16472" fmla="*/ 2462757 h 4489084"/>
              <a:gd name="connsiteX16473" fmla="*/ 3330220 w 5158787"/>
              <a:gd name="connsiteY16473" fmla="*/ 2463172 h 4489084"/>
              <a:gd name="connsiteX16474" fmla="*/ 3335905 w 5158787"/>
              <a:gd name="connsiteY16474" fmla="*/ 2473003 h 4489084"/>
              <a:gd name="connsiteX16475" fmla="*/ 3335905 w 5158787"/>
              <a:gd name="connsiteY16475" fmla="*/ 2473832 h 4489084"/>
              <a:gd name="connsiteX16476" fmla="*/ 3330220 w 5158787"/>
              <a:gd name="connsiteY16476" fmla="*/ 2483663 h 4489084"/>
              <a:gd name="connsiteX16477" fmla="*/ 3329509 w 5158787"/>
              <a:gd name="connsiteY16477" fmla="*/ 2484078 h 4489084"/>
              <a:gd name="connsiteX16478" fmla="*/ 3318138 w 5158787"/>
              <a:gd name="connsiteY16478" fmla="*/ 2484078 h 4489084"/>
              <a:gd name="connsiteX16479" fmla="*/ 3317427 w 5158787"/>
              <a:gd name="connsiteY16479" fmla="*/ 2483663 h 4489084"/>
              <a:gd name="connsiteX16480" fmla="*/ 3311742 w 5158787"/>
              <a:gd name="connsiteY16480" fmla="*/ 2473832 h 4489084"/>
              <a:gd name="connsiteX16481" fmla="*/ 3311742 w 5158787"/>
              <a:gd name="connsiteY16481" fmla="*/ 2473003 h 4489084"/>
              <a:gd name="connsiteX16482" fmla="*/ 3317427 w 5158787"/>
              <a:gd name="connsiteY16482" fmla="*/ 2463172 h 4489084"/>
              <a:gd name="connsiteX16483" fmla="*/ 3318138 w 5158787"/>
              <a:gd name="connsiteY16483" fmla="*/ 2462757 h 4489084"/>
              <a:gd name="connsiteX16484" fmla="*/ 3385536 w 5158787"/>
              <a:gd name="connsiteY16484" fmla="*/ 2462342 h 4489084"/>
              <a:gd name="connsiteX16485" fmla="*/ 3397322 w 5158787"/>
              <a:gd name="connsiteY16485" fmla="*/ 2462342 h 4489084"/>
              <a:gd name="connsiteX16486" fmla="*/ 3398033 w 5158787"/>
              <a:gd name="connsiteY16486" fmla="*/ 2462757 h 4489084"/>
              <a:gd name="connsiteX16487" fmla="*/ 3403955 w 5158787"/>
              <a:gd name="connsiteY16487" fmla="*/ 2473002 h 4489084"/>
              <a:gd name="connsiteX16488" fmla="*/ 3403955 w 5158787"/>
              <a:gd name="connsiteY16488" fmla="*/ 2473832 h 4489084"/>
              <a:gd name="connsiteX16489" fmla="*/ 3398033 w 5158787"/>
              <a:gd name="connsiteY16489" fmla="*/ 2484078 h 4489084"/>
              <a:gd name="connsiteX16490" fmla="*/ 3397322 w 5158787"/>
              <a:gd name="connsiteY16490" fmla="*/ 2484492 h 4489084"/>
              <a:gd name="connsiteX16491" fmla="*/ 3385536 w 5158787"/>
              <a:gd name="connsiteY16491" fmla="*/ 2484492 h 4489084"/>
              <a:gd name="connsiteX16492" fmla="*/ 3384826 w 5158787"/>
              <a:gd name="connsiteY16492" fmla="*/ 2484078 h 4489084"/>
              <a:gd name="connsiteX16493" fmla="*/ 3378903 w 5158787"/>
              <a:gd name="connsiteY16493" fmla="*/ 2473832 h 4489084"/>
              <a:gd name="connsiteX16494" fmla="*/ 3378903 w 5158787"/>
              <a:gd name="connsiteY16494" fmla="*/ 2473002 h 4489084"/>
              <a:gd name="connsiteX16495" fmla="*/ 3384826 w 5158787"/>
              <a:gd name="connsiteY16495" fmla="*/ 2462757 h 4489084"/>
              <a:gd name="connsiteX16496" fmla="*/ 3385536 w 5158787"/>
              <a:gd name="connsiteY16496" fmla="*/ 2462342 h 4489084"/>
              <a:gd name="connsiteX16497" fmla="*/ 3791168 w 5158787"/>
              <a:gd name="connsiteY16497" fmla="*/ 2462046 h 4489084"/>
              <a:gd name="connsiteX16498" fmla="*/ 3803309 w 5158787"/>
              <a:gd name="connsiteY16498" fmla="*/ 2462046 h 4489084"/>
              <a:gd name="connsiteX16499" fmla="*/ 3804079 w 5158787"/>
              <a:gd name="connsiteY16499" fmla="*/ 2462461 h 4489084"/>
              <a:gd name="connsiteX16500" fmla="*/ 3810120 w 5158787"/>
              <a:gd name="connsiteY16500" fmla="*/ 2473002 h 4489084"/>
              <a:gd name="connsiteX16501" fmla="*/ 3810120 w 5158787"/>
              <a:gd name="connsiteY16501" fmla="*/ 2473832 h 4489084"/>
              <a:gd name="connsiteX16502" fmla="*/ 3804020 w 5158787"/>
              <a:gd name="connsiteY16502" fmla="*/ 2484374 h 4489084"/>
              <a:gd name="connsiteX16503" fmla="*/ 3803250 w 5158787"/>
              <a:gd name="connsiteY16503" fmla="*/ 2484788 h 4489084"/>
              <a:gd name="connsiteX16504" fmla="*/ 3791109 w 5158787"/>
              <a:gd name="connsiteY16504" fmla="*/ 2484788 h 4489084"/>
              <a:gd name="connsiteX16505" fmla="*/ 3790339 w 5158787"/>
              <a:gd name="connsiteY16505" fmla="*/ 2484374 h 4489084"/>
              <a:gd name="connsiteX16506" fmla="*/ 3784298 w 5158787"/>
              <a:gd name="connsiteY16506" fmla="*/ 2473832 h 4489084"/>
              <a:gd name="connsiteX16507" fmla="*/ 3784298 w 5158787"/>
              <a:gd name="connsiteY16507" fmla="*/ 2473002 h 4489084"/>
              <a:gd name="connsiteX16508" fmla="*/ 3790398 w 5158787"/>
              <a:gd name="connsiteY16508" fmla="*/ 2462461 h 4489084"/>
              <a:gd name="connsiteX16509" fmla="*/ 3791168 w 5158787"/>
              <a:gd name="connsiteY16509" fmla="*/ 2462046 h 4489084"/>
              <a:gd name="connsiteX16510" fmla="*/ 4129167 w 5158787"/>
              <a:gd name="connsiteY16510" fmla="*/ 2461868 h 4489084"/>
              <a:gd name="connsiteX16511" fmla="*/ 4141544 w 5158787"/>
              <a:gd name="connsiteY16511" fmla="*/ 2461868 h 4489084"/>
              <a:gd name="connsiteX16512" fmla="*/ 4142314 w 5158787"/>
              <a:gd name="connsiteY16512" fmla="*/ 2462283 h 4489084"/>
              <a:gd name="connsiteX16513" fmla="*/ 4148474 w 5158787"/>
              <a:gd name="connsiteY16513" fmla="*/ 2473002 h 4489084"/>
              <a:gd name="connsiteX16514" fmla="*/ 4148474 w 5158787"/>
              <a:gd name="connsiteY16514" fmla="*/ 2473891 h 4489084"/>
              <a:gd name="connsiteX16515" fmla="*/ 4142314 w 5158787"/>
              <a:gd name="connsiteY16515" fmla="*/ 2484611 h 4489084"/>
              <a:gd name="connsiteX16516" fmla="*/ 4141544 w 5158787"/>
              <a:gd name="connsiteY16516" fmla="*/ 2485025 h 4489084"/>
              <a:gd name="connsiteX16517" fmla="*/ 4129167 w 5158787"/>
              <a:gd name="connsiteY16517" fmla="*/ 2485025 h 4489084"/>
              <a:gd name="connsiteX16518" fmla="*/ 4128397 w 5158787"/>
              <a:gd name="connsiteY16518" fmla="*/ 2484611 h 4489084"/>
              <a:gd name="connsiteX16519" fmla="*/ 4122237 w 5158787"/>
              <a:gd name="connsiteY16519" fmla="*/ 2473891 h 4489084"/>
              <a:gd name="connsiteX16520" fmla="*/ 4122237 w 5158787"/>
              <a:gd name="connsiteY16520" fmla="*/ 2473002 h 4489084"/>
              <a:gd name="connsiteX16521" fmla="*/ 4128397 w 5158787"/>
              <a:gd name="connsiteY16521" fmla="*/ 2462283 h 4489084"/>
              <a:gd name="connsiteX16522" fmla="*/ 4129167 w 5158787"/>
              <a:gd name="connsiteY16522" fmla="*/ 2461868 h 4489084"/>
              <a:gd name="connsiteX16523" fmla="*/ 4061413 w 5158787"/>
              <a:gd name="connsiteY16523" fmla="*/ 2461513 h 4489084"/>
              <a:gd name="connsiteX16524" fmla="*/ 4074087 w 5158787"/>
              <a:gd name="connsiteY16524" fmla="*/ 2461513 h 4489084"/>
              <a:gd name="connsiteX16525" fmla="*/ 4074857 w 5158787"/>
              <a:gd name="connsiteY16525" fmla="*/ 2461987 h 4489084"/>
              <a:gd name="connsiteX16526" fmla="*/ 4081194 w 5158787"/>
              <a:gd name="connsiteY16526" fmla="*/ 2473003 h 4489084"/>
              <a:gd name="connsiteX16527" fmla="*/ 4081194 w 5158787"/>
              <a:gd name="connsiteY16527" fmla="*/ 2473891 h 4489084"/>
              <a:gd name="connsiteX16528" fmla="*/ 4074857 w 5158787"/>
              <a:gd name="connsiteY16528" fmla="*/ 2484907 h 4489084"/>
              <a:gd name="connsiteX16529" fmla="*/ 4074087 w 5158787"/>
              <a:gd name="connsiteY16529" fmla="*/ 2485381 h 4489084"/>
              <a:gd name="connsiteX16530" fmla="*/ 4061413 w 5158787"/>
              <a:gd name="connsiteY16530" fmla="*/ 2485381 h 4489084"/>
              <a:gd name="connsiteX16531" fmla="*/ 4060643 w 5158787"/>
              <a:gd name="connsiteY16531" fmla="*/ 2484907 h 4489084"/>
              <a:gd name="connsiteX16532" fmla="*/ 4054306 w 5158787"/>
              <a:gd name="connsiteY16532" fmla="*/ 2473891 h 4489084"/>
              <a:gd name="connsiteX16533" fmla="*/ 4054306 w 5158787"/>
              <a:gd name="connsiteY16533" fmla="*/ 2473003 h 4489084"/>
              <a:gd name="connsiteX16534" fmla="*/ 4060643 w 5158787"/>
              <a:gd name="connsiteY16534" fmla="*/ 2461987 h 4489084"/>
              <a:gd name="connsiteX16535" fmla="*/ 4061413 w 5158787"/>
              <a:gd name="connsiteY16535" fmla="*/ 2461513 h 4489084"/>
              <a:gd name="connsiteX16536" fmla="*/ 3926143 w 5158787"/>
              <a:gd name="connsiteY16536" fmla="*/ 2461513 h 4489084"/>
              <a:gd name="connsiteX16537" fmla="*/ 3938817 w 5158787"/>
              <a:gd name="connsiteY16537" fmla="*/ 2461513 h 4489084"/>
              <a:gd name="connsiteX16538" fmla="*/ 3939587 w 5158787"/>
              <a:gd name="connsiteY16538" fmla="*/ 2461987 h 4489084"/>
              <a:gd name="connsiteX16539" fmla="*/ 3945924 w 5158787"/>
              <a:gd name="connsiteY16539" fmla="*/ 2473003 h 4489084"/>
              <a:gd name="connsiteX16540" fmla="*/ 3945924 w 5158787"/>
              <a:gd name="connsiteY16540" fmla="*/ 2473891 h 4489084"/>
              <a:gd name="connsiteX16541" fmla="*/ 3939587 w 5158787"/>
              <a:gd name="connsiteY16541" fmla="*/ 2484907 h 4489084"/>
              <a:gd name="connsiteX16542" fmla="*/ 3938817 w 5158787"/>
              <a:gd name="connsiteY16542" fmla="*/ 2485381 h 4489084"/>
              <a:gd name="connsiteX16543" fmla="*/ 3926143 w 5158787"/>
              <a:gd name="connsiteY16543" fmla="*/ 2485381 h 4489084"/>
              <a:gd name="connsiteX16544" fmla="*/ 3925373 w 5158787"/>
              <a:gd name="connsiteY16544" fmla="*/ 2484907 h 4489084"/>
              <a:gd name="connsiteX16545" fmla="*/ 3919036 w 5158787"/>
              <a:gd name="connsiteY16545" fmla="*/ 2473891 h 4489084"/>
              <a:gd name="connsiteX16546" fmla="*/ 3919036 w 5158787"/>
              <a:gd name="connsiteY16546" fmla="*/ 2473003 h 4489084"/>
              <a:gd name="connsiteX16547" fmla="*/ 3925373 w 5158787"/>
              <a:gd name="connsiteY16547" fmla="*/ 2461987 h 4489084"/>
              <a:gd name="connsiteX16548" fmla="*/ 3926143 w 5158787"/>
              <a:gd name="connsiteY16548" fmla="*/ 2461513 h 4489084"/>
              <a:gd name="connsiteX16549" fmla="*/ 3858508 w 5158787"/>
              <a:gd name="connsiteY16549" fmla="*/ 2461513 h 4489084"/>
              <a:gd name="connsiteX16550" fmla="*/ 3871182 w 5158787"/>
              <a:gd name="connsiteY16550" fmla="*/ 2461513 h 4489084"/>
              <a:gd name="connsiteX16551" fmla="*/ 3871952 w 5158787"/>
              <a:gd name="connsiteY16551" fmla="*/ 2461987 h 4489084"/>
              <a:gd name="connsiteX16552" fmla="*/ 3878289 w 5158787"/>
              <a:gd name="connsiteY16552" fmla="*/ 2473003 h 4489084"/>
              <a:gd name="connsiteX16553" fmla="*/ 3878289 w 5158787"/>
              <a:gd name="connsiteY16553" fmla="*/ 2473891 h 4489084"/>
              <a:gd name="connsiteX16554" fmla="*/ 3871952 w 5158787"/>
              <a:gd name="connsiteY16554" fmla="*/ 2484907 h 4489084"/>
              <a:gd name="connsiteX16555" fmla="*/ 3871182 w 5158787"/>
              <a:gd name="connsiteY16555" fmla="*/ 2485381 h 4489084"/>
              <a:gd name="connsiteX16556" fmla="*/ 3858508 w 5158787"/>
              <a:gd name="connsiteY16556" fmla="*/ 2485381 h 4489084"/>
              <a:gd name="connsiteX16557" fmla="*/ 3857738 w 5158787"/>
              <a:gd name="connsiteY16557" fmla="*/ 2484907 h 4489084"/>
              <a:gd name="connsiteX16558" fmla="*/ 3851401 w 5158787"/>
              <a:gd name="connsiteY16558" fmla="*/ 2473891 h 4489084"/>
              <a:gd name="connsiteX16559" fmla="*/ 3851401 w 5158787"/>
              <a:gd name="connsiteY16559" fmla="*/ 2473003 h 4489084"/>
              <a:gd name="connsiteX16560" fmla="*/ 3857738 w 5158787"/>
              <a:gd name="connsiteY16560" fmla="*/ 2461987 h 4489084"/>
              <a:gd name="connsiteX16561" fmla="*/ 3858508 w 5158787"/>
              <a:gd name="connsiteY16561" fmla="*/ 2461513 h 4489084"/>
              <a:gd name="connsiteX16562" fmla="*/ 3182098 w 5158787"/>
              <a:gd name="connsiteY16562" fmla="*/ 2461335 h 4489084"/>
              <a:gd name="connsiteX16563" fmla="*/ 3195009 w 5158787"/>
              <a:gd name="connsiteY16563" fmla="*/ 2461335 h 4489084"/>
              <a:gd name="connsiteX16564" fmla="*/ 3195779 w 5158787"/>
              <a:gd name="connsiteY16564" fmla="*/ 2461809 h 4489084"/>
              <a:gd name="connsiteX16565" fmla="*/ 3202235 w 5158787"/>
              <a:gd name="connsiteY16565" fmla="*/ 2473002 h 4489084"/>
              <a:gd name="connsiteX16566" fmla="*/ 3202235 w 5158787"/>
              <a:gd name="connsiteY16566" fmla="*/ 2473891 h 4489084"/>
              <a:gd name="connsiteX16567" fmla="*/ 3195779 w 5158787"/>
              <a:gd name="connsiteY16567" fmla="*/ 2485084 h 4489084"/>
              <a:gd name="connsiteX16568" fmla="*/ 3195009 w 5158787"/>
              <a:gd name="connsiteY16568" fmla="*/ 2485558 h 4489084"/>
              <a:gd name="connsiteX16569" fmla="*/ 3182098 w 5158787"/>
              <a:gd name="connsiteY16569" fmla="*/ 2485558 h 4489084"/>
              <a:gd name="connsiteX16570" fmla="*/ 3181328 w 5158787"/>
              <a:gd name="connsiteY16570" fmla="*/ 2485084 h 4489084"/>
              <a:gd name="connsiteX16571" fmla="*/ 3174873 w 5158787"/>
              <a:gd name="connsiteY16571" fmla="*/ 2473891 h 4489084"/>
              <a:gd name="connsiteX16572" fmla="*/ 3174873 w 5158787"/>
              <a:gd name="connsiteY16572" fmla="*/ 2473002 h 4489084"/>
              <a:gd name="connsiteX16573" fmla="*/ 3181328 w 5158787"/>
              <a:gd name="connsiteY16573" fmla="*/ 2461809 h 4489084"/>
              <a:gd name="connsiteX16574" fmla="*/ 3182098 w 5158787"/>
              <a:gd name="connsiteY16574" fmla="*/ 2461335 h 4489084"/>
              <a:gd name="connsiteX16575" fmla="*/ 3519978 w 5158787"/>
              <a:gd name="connsiteY16575" fmla="*/ 2460921 h 4489084"/>
              <a:gd name="connsiteX16576" fmla="*/ 3533362 w 5158787"/>
              <a:gd name="connsiteY16576" fmla="*/ 2460921 h 4489084"/>
              <a:gd name="connsiteX16577" fmla="*/ 3534191 w 5158787"/>
              <a:gd name="connsiteY16577" fmla="*/ 2461395 h 4489084"/>
              <a:gd name="connsiteX16578" fmla="*/ 3540884 w 5158787"/>
              <a:gd name="connsiteY16578" fmla="*/ 2472944 h 4489084"/>
              <a:gd name="connsiteX16579" fmla="*/ 3540884 w 5158787"/>
              <a:gd name="connsiteY16579" fmla="*/ 2473891 h 4489084"/>
              <a:gd name="connsiteX16580" fmla="*/ 3534191 w 5158787"/>
              <a:gd name="connsiteY16580" fmla="*/ 2485440 h 4489084"/>
              <a:gd name="connsiteX16581" fmla="*/ 3533362 w 5158787"/>
              <a:gd name="connsiteY16581" fmla="*/ 2485914 h 4489084"/>
              <a:gd name="connsiteX16582" fmla="*/ 3519978 w 5158787"/>
              <a:gd name="connsiteY16582" fmla="*/ 2485914 h 4489084"/>
              <a:gd name="connsiteX16583" fmla="*/ 3519149 w 5158787"/>
              <a:gd name="connsiteY16583" fmla="*/ 2485440 h 4489084"/>
              <a:gd name="connsiteX16584" fmla="*/ 3512456 w 5158787"/>
              <a:gd name="connsiteY16584" fmla="*/ 2473891 h 4489084"/>
              <a:gd name="connsiteX16585" fmla="*/ 3512456 w 5158787"/>
              <a:gd name="connsiteY16585" fmla="*/ 2472944 h 4489084"/>
              <a:gd name="connsiteX16586" fmla="*/ 3519149 w 5158787"/>
              <a:gd name="connsiteY16586" fmla="*/ 2461395 h 4489084"/>
              <a:gd name="connsiteX16587" fmla="*/ 3519978 w 5158787"/>
              <a:gd name="connsiteY16587" fmla="*/ 2460921 h 4489084"/>
              <a:gd name="connsiteX16588" fmla="*/ 3655247 w 5158787"/>
              <a:gd name="connsiteY16588" fmla="*/ 2460802 h 4489084"/>
              <a:gd name="connsiteX16589" fmla="*/ 3668691 w 5158787"/>
              <a:gd name="connsiteY16589" fmla="*/ 2460802 h 4489084"/>
              <a:gd name="connsiteX16590" fmla="*/ 3669520 w 5158787"/>
              <a:gd name="connsiteY16590" fmla="*/ 2461276 h 4489084"/>
              <a:gd name="connsiteX16591" fmla="*/ 3676272 w 5158787"/>
              <a:gd name="connsiteY16591" fmla="*/ 2472943 h 4489084"/>
              <a:gd name="connsiteX16592" fmla="*/ 3676272 w 5158787"/>
              <a:gd name="connsiteY16592" fmla="*/ 2473891 h 4489084"/>
              <a:gd name="connsiteX16593" fmla="*/ 3669520 w 5158787"/>
              <a:gd name="connsiteY16593" fmla="*/ 2485558 h 4489084"/>
              <a:gd name="connsiteX16594" fmla="*/ 3668691 w 5158787"/>
              <a:gd name="connsiteY16594" fmla="*/ 2486032 h 4489084"/>
              <a:gd name="connsiteX16595" fmla="*/ 3655247 w 5158787"/>
              <a:gd name="connsiteY16595" fmla="*/ 2486032 h 4489084"/>
              <a:gd name="connsiteX16596" fmla="*/ 3654418 w 5158787"/>
              <a:gd name="connsiteY16596" fmla="*/ 2485558 h 4489084"/>
              <a:gd name="connsiteX16597" fmla="*/ 3647666 w 5158787"/>
              <a:gd name="connsiteY16597" fmla="*/ 2473891 h 4489084"/>
              <a:gd name="connsiteX16598" fmla="*/ 3647666 w 5158787"/>
              <a:gd name="connsiteY16598" fmla="*/ 2472943 h 4489084"/>
              <a:gd name="connsiteX16599" fmla="*/ 3654418 w 5158787"/>
              <a:gd name="connsiteY16599" fmla="*/ 2461276 h 4489084"/>
              <a:gd name="connsiteX16600" fmla="*/ 3655247 w 5158787"/>
              <a:gd name="connsiteY16600" fmla="*/ 2460802 h 4489084"/>
              <a:gd name="connsiteX16601" fmla="*/ 4196209 w 5158787"/>
              <a:gd name="connsiteY16601" fmla="*/ 2460684 h 4489084"/>
              <a:gd name="connsiteX16602" fmla="*/ 4209772 w 5158787"/>
              <a:gd name="connsiteY16602" fmla="*/ 2460684 h 4489084"/>
              <a:gd name="connsiteX16603" fmla="*/ 4210601 w 5158787"/>
              <a:gd name="connsiteY16603" fmla="*/ 2461158 h 4489084"/>
              <a:gd name="connsiteX16604" fmla="*/ 4217411 w 5158787"/>
              <a:gd name="connsiteY16604" fmla="*/ 2472943 h 4489084"/>
              <a:gd name="connsiteX16605" fmla="*/ 4217411 w 5158787"/>
              <a:gd name="connsiteY16605" fmla="*/ 2473891 h 4489084"/>
              <a:gd name="connsiteX16606" fmla="*/ 4210601 w 5158787"/>
              <a:gd name="connsiteY16606" fmla="*/ 2485677 h 4489084"/>
              <a:gd name="connsiteX16607" fmla="*/ 4209772 w 5158787"/>
              <a:gd name="connsiteY16607" fmla="*/ 2486151 h 4489084"/>
              <a:gd name="connsiteX16608" fmla="*/ 4196209 w 5158787"/>
              <a:gd name="connsiteY16608" fmla="*/ 2486151 h 4489084"/>
              <a:gd name="connsiteX16609" fmla="*/ 4195380 w 5158787"/>
              <a:gd name="connsiteY16609" fmla="*/ 2485677 h 4489084"/>
              <a:gd name="connsiteX16610" fmla="*/ 4188569 w 5158787"/>
              <a:gd name="connsiteY16610" fmla="*/ 2473891 h 4489084"/>
              <a:gd name="connsiteX16611" fmla="*/ 4188569 w 5158787"/>
              <a:gd name="connsiteY16611" fmla="*/ 2472943 h 4489084"/>
              <a:gd name="connsiteX16612" fmla="*/ 4195380 w 5158787"/>
              <a:gd name="connsiteY16612" fmla="*/ 2461158 h 4489084"/>
              <a:gd name="connsiteX16613" fmla="*/ 4196209 w 5158787"/>
              <a:gd name="connsiteY16613" fmla="*/ 2460684 h 4489084"/>
              <a:gd name="connsiteX16614" fmla="*/ 4331302 w 5158787"/>
              <a:gd name="connsiteY16614" fmla="*/ 2460387 h 4489084"/>
              <a:gd name="connsiteX16615" fmla="*/ 4345219 w 5158787"/>
              <a:gd name="connsiteY16615" fmla="*/ 2460387 h 4489084"/>
              <a:gd name="connsiteX16616" fmla="*/ 4346048 w 5158787"/>
              <a:gd name="connsiteY16616" fmla="*/ 2460861 h 4489084"/>
              <a:gd name="connsiteX16617" fmla="*/ 4352977 w 5158787"/>
              <a:gd name="connsiteY16617" fmla="*/ 2472884 h 4489084"/>
              <a:gd name="connsiteX16618" fmla="*/ 4352977 w 5158787"/>
              <a:gd name="connsiteY16618" fmla="*/ 2473890 h 4489084"/>
              <a:gd name="connsiteX16619" fmla="*/ 4345989 w 5158787"/>
              <a:gd name="connsiteY16619" fmla="*/ 2485913 h 4489084"/>
              <a:gd name="connsiteX16620" fmla="*/ 4345160 w 5158787"/>
              <a:gd name="connsiteY16620" fmla="*/ 2486387 h 4489084"/>
              <a:gd name="connsiteX16621" fmla="*/ 4331242 w 5158787"/>
              <a:gd name="connsiteY16621" fmla="*/ 2486387 h 4489084"/>
              <a:gd name="connsiteX16622" fmla="*/ 4330413 w 5158787"/>
              <a:gd name="connsiteY16622" fmla="*/ 2485913 h 4489084"/>
              <a:gd name="connsiteX16623" fmla="*/ 4323483 w 5158787"/>
              <a:gd name="connsiteY16623" fmla="*/ 2473890 h 4489084"/>
              <a:gd name="connsiteX16624" fmla="*/ 4323483 w 5158787"/>
              <a:gd name="connsiteY16624" fmla="*/ 2472884 h 4489084"/>
              <a:gd name="connsiteX16625" fmla="*/ 4330472 w 5158787"/>
              <a:gd name="connsiteY16625" fmla="*/ 2460861 h 4489084"/>
              <a:gd name="connsiteX16626" fmla="*/ 4331302 w 5158787"/>
              <a:gd name="connsiteY16626" fmla="*/ 2460387 h 4489084"/>
              <a:gd name="connsiteX16627" fmla="*/ 2572909 w 5158787"/>
              <a:gd name="connsiteY16627" fmla="*/ 2460387 h 4489084"/>
              <a:gd name="connsiteX16628" fmla="*/ 2586827 w 5158787"/>
              <a:gd name="connsiteY16628" fmla="*/ 2460387 h 4489084"/>
              <a:gd name="connsiteX16629" fmla="*/ 2587656 w 5158787"/>
              <a:gd name="connsiteY16629" fmla="*/ 2460861 h 4489084"/>
              <a:gd name="connsiteX16630" fmla="*/ 2594585 w 5158787"/>
              <a:gd name="connsiteY16630" fmla="*/ 2472884 h 4489084"/>
              <a:gd name="connsiteX16631" fmla="*/ 2594585 w 5158787"/>
              <a:gd name="connsiteY16631" fmla="*/ 2473890 h 4489084"/>
              <a:gd name="connsiteX16632" fmla="*/ 2587597 w 5158787"/>
              <a:gd name="connsiteY16632" fmla="*/ 2485913 h 4489084"/>
              <a:gd name="connsiteX16633" fmla="*/ 2586768 w 5158787"/>
              <a:gd name="connsiteY16633" fmla="*/ 2486387 h 4489084"/>
              <a:gd name="connsiteX16634" fmla="*/ 2572850 w 5158787"/>
              <a:gd name="connsiteY16634" fmla="*/ 2486387 h 4489084"/>
              <a:gd name="connsiteX16635" fmla="*/ 2572021 w 5158787"/>
              <a:gd name="connsiteY16635" fmla="*/ 2485913 h 4489084"/>
              <a:gd name="connsiteX16636" fmla="*/ 2565091 w 5158787"/>
              <a:gd name="connsiteY16636" fmla="*/ 2473890 h 4489084"/>
              <a:gd name="connsiteX16637" fmla="*/ 2565091 w 5158787"/>
              <a:gd name="connsiteY16637" fmla="*/ 2472884 h 4489084"/>
              <a:gd name="connsiteX16638" fmla="*/ 2572080 w 5158787"/>
              <a:gd name="connsiteY16638" fmla="*/ 2460861 h 4489084"/>
              <a:gd name="connsiteX16639" fmla="*/ 2572909 w 5158787"/>
              <a:gd name="connsiteY16639" fmla="*/ 2460387 h 4489084"/>
              <a:gd name="connsiteX16640" fmla="*/ 2505274 w 5158787"/>
              <a:gd name="connsiteY16640" fmla="*/ 2460387 h 4489084"/>
              <a:gd name="connsiteX16641" fmla="*/ 2519192 w 5158787"/>
              <a:gd name="connsiteY16641" fmla="*/ 2460387 h 4489084"/>
              <a:gd name="connsiteX16642" fmla="*/ 2520021 w 5158787"/>
              <a:gd name="connsiteY16642" fmla="*/ 2460861 h 4489084"/>
              <a:gd name="connsiteX16643" fmla="*/ 2526950 w 5158787"/>
              <a:gd name="connsiteY16643" fmla="*/ 2472884 h 4489084"/>
              <a:gd name="connsiteX16644" fmla="*/ 2526950 w 5158787"/>
              <a:gd name="connsiteY16644" fmla="*/ 2473890 h 4489084"/>
              <a:gd name="connsiteX16645" fmla="*/ 2519962 w 5158787"/>
              <a:gd name="connsiteY16645" fmla="*/ 2485913 h 4489084"/>
              <a:gd name="connsiteX16646" fmla="*/ 2519133 w 5158787"/>
              <a:gd name="connsiteY16646" fmla="*/ 2486387 h 4489084"/>
              <a:gd name="connsiteX16647" fmla="*/ 2505215 w 5158787"/>
              <a:gd name="connsiteY16647" fmla="*/ 2486387 h 4489084"/>
              <a:gd name="connsiteX16648" fmla="*/ 2504386 w 5158787"/>
              <a:gd name="connsiteY16648" fmla="*/ 2485913 h 4489084"/>
              <a:gd name="connsiteX16649" fmla="*/ 2497456 w 5158787"/>
              <a:gd name="connsiteY16649" fmla="*/ 2473890 h 4489084"/>
              <a:gd name="connsiteX16650" fmla="*/ 2497456 w 5158787"/>
              <a:gd name="connsiteY16650" fmla="*/ 2472884 h 4489084"/>
              <a:gd name="connsiteX16651" fmla="*/ 2504445 w 5158787"/>
              <a:gd name="connsiteY16651" fmla="*/ 2460861 h 4489084"/>
              <a:gd name="connsiteX16652" fmla="*/ 2505274 w 5158787"/>
              <a:gd name="connsiteY16652" fmla="*/ 2460387 h 4489084"/>
              <a:gd name="connsiteX16653" fmla="*/ 3993067 w 5158787"/>
              <a:gd name="connsiteY16653" fmla="*/ 2460269 h 4489084"/>
              <a:gd name="connsiteX16654" fmla="*/ 4007104 w 5158787"/>
              <a:gd name="connsiteY16654" fmla="*/ 2460269 h 4489084"/>
              <a:gd name="connsiteX16655" fmla="*/ 4007932 w 5158787"/>
              <a:gd name="connsiteY16655" fmla="*/ 2460743 h 4489084"/>
              <a:gd name="connsiteX16656" fmla="*/ 4014921 w 5158787"/>
              <a:gd name="connsiteY16656" fmla="*/ 2472884 h 4489084"/>
              <a:gd name="connsiteX16657" fmla="*/ 4014921 w 5158787"/>
              <a:gd name="connsiteY16657" fmla="*/ 2473891 h 4489084"/>
              <a:gd name="connsiteX16658" fmla="*/ 4007932 w 5158787"/>
              <a:gd name="connsiteY16658" fmla="*/ 2486032 h 4489084"/>
              <a:gd name="connsiteX16659" fmla="*/ 4007104 w 5158787"/>
              <a:gd name="connsiteY16659" fmla="*/ 2486506 h 4489084"/>
              <a:gd name="connsiteX16660" fmla="*/ 3993067 w 5158787"/>
              <a:gd name="connsiteY16660" fmla="*/ 2486506 h 4489084"/>
              <a:gd name="connsiteX16661" fmla="*/ 3992238 w 5158787"/>
              <a:gd name="connsiteY16661" fmla="*/ 2486032 h 4489084"/>
              <a:gd name="connsiteX16662" fmla="*/ 3985249 w 5158787"/>
              <a:gd name="connsiteY16662" fmla="*/ 2473891 h 4489084"/>
              <a:gd name="connsiteX16663" fmla="*/ 3985249 w 5158787"/>
              <a:gd name="connsiteY16663" fmla="*/ 2472884 h 4489084"/>
              <a:gd name="connsiteX16664" fmla="*/ 3992238 w 5158787"/>
              <a:gd name="connsiteY16664" fmla="*/ 2460743 h 4489084"/>
              <a:gd name="connsiteX16665" fmla="*/ 3993067 w 5158787"/>
              <a:gd name="connsiteY16665" fmla="*/ 2460269 h 4489084"/>
              <a:gd name="connsiteX16666" fmla="*/ 2640485 w 5158787"/>
              <a:gd name="connsiteY16666" fmla="*/ 2460269 h 4489084"/>
              <a:gd name="connsiteX16667" fmla="*/ 2654521 w 5158787"/>
              <a:gd name="connsiteY16667" fmla="*/ 2460269 h 4489084"/>
              <a:gd name="connsiteX16668" fmla="*/ 2655350 w 5158787"/>
              <a:gd name="connsiteY16668" fmla="*/ 2460743 h 4489084"/>
              <a:gd name="connsiteX16669" fmla="*/ 2662339 w 5158787"/>
              <a:gd name="connsiteY16669" fmla="*/ 2472884 h 4489084"/>
              <a:gd name="connsiteX16670" fmla="*/ 2662339 w 5158787"/>
              <a:gd name="connsiteY16670" fmla="*/ 2473891 h 4489084"/>
              <a:gd name="connsiteX16671" fmla="*/ 2655350 w 5158787"/>
              <a:gd name="connsiteY16671" fmla="*/ 2486032 h 4489084"/>
              <a:gd name="connsiteX16672" fmla="*/ 2654521 w 5158787"/>
              <a:gd name="connsiteY16672" fmla="*/ 2486506 h 4489084"/>
              <a:gd name="connsiteX16673" fmla="*/ 2640485 w 5158787"/>
              <a:gd name="connsiteY16673" fmla="*/ 2486506 h 4489084"/>
              <a:gd name="connsiteX16674" fmla="*/ 2639656 w 5158787"/>
              <a:gd name="connsiteY16674" fmla="*/ 2486032 h 4489084"/>
              <a:gd name="connsiteX16675" fmla="*/ 2632667 w 5158787"/>
              <a:gd name="connsiteY16675" fmla="*/ 2473891 h 4489084"/>
              <a:gd name="connsiteX16676" fmla="*/ 2632667 w 5158787"/>
              <a:gd name="connsiteY16676" fmla="*/ 2472884 h 4489084"/>
              <a:gd name="connsiteX16677" fmla="*/ 2639656 w 5158787"/>
              <a:gd name="connsiteY16677" fmla="*/ 2460743 h 4489084"/>
              <a:gd name="connsiteX16678" fmla="*/ 2640485 w 5158787"/>
              <a:gd name="connsiteY16678" fmla="*/ 2460269 h 4489084"/>
              <a:gd name="connsiteX16679" fmla="*/ 2437520 w 5158787"/>
              <a:gd name="connsiteY16679" fmla="*/ 2460091 h 4489084"/>
              <a:gd name="connsiteX16680" fmla="*/ 2451734 w 5158787"/>
              <a:gd name="connsiteY16680" fmla="*/ 2460091 h 4489084"/>
              <a:gd name="connsiteX16681" fmla="*/ 2452622 w 5158787"/>
              <a:gd name="connsiteY16681" fmla="*/ 2460624 h 4489084"/>
              <a:gd name="connsiteX16682" fmla="*/ 2459729 w 5158787"/>
              <a:gd name="connsiteY16682" fmla="*/ 2472943 h 4489084"/>
              <a:gd name="connsiteX16683" fmla="*/ 2459729 w 5158787"/>
              <a:gd name="connsiteY16683" fmla="*/ 2473950 h 4489084"/>
              <a:gd name="connsiteX16684" fmla="*/ 2452622 w 5158787"/>
              <a:gd name="connsiteY16684" fmla="*/ 2486268 h 4489084"/>
              <a:gd name="connsiteX16685" fmla="*/ 2451734 w 5158787"/>
              <a:gd name="connsiteY16685" fmla="*/ 2486802 h 4489084"/>
              <a:gd name="connsiteX16686" fmla="*/ 2437520 w 5158787"/>
              <a:gd name="connsiteY16686" fmla="*/ 2486802 h 4489084"/>
              <a:gd name="connsiteX16687" fmla="*/ 2436631 w 5158787"/>
              <a:gd name="connsiteY16687" fmla="*/ 2486268 h 4489084"/>
              <a:gd name="connsiteX16688" fmla="*/ 2429524 w 5158787"/>
              <a:gd name="connsiteY16688" fmla="*/ 2473950 h 4489084"/>
              <a:gd name="connsiteX16689" fmla="*/ 2429524 w 5158787"/>
              <a:gd name="connsiteY16689" fmla="*/ 2472943 h 4489084"/>
              <a:gd name="connsiteX16690" fmla="*/ 2436631 w 5158787"/>
              <a:gd name="connsiteY16690" fmla="*/ 2460624 h 4489084"/>
              <a:gd name="connsiteX16691" fmla="*/ 2437520 w 5158787"/>
              <a:gd name="connsiteY16691" fmla="*/ 2460091 h 4489084"/>
              <a:gd name="connsiteX16692" fmla="*/ 4263429 w 5158787"/>
              <a:gd name="connsiteY16692" fmla="*/ 2459855 h 4489084"/>
              <a:gd name="connsiteX16693" fmla="*/ 4277880 w 5158787"/>
              <a:gd name="connsiteY16693" fmla="*/ 2459855 h 4489084"/>
              <a:gd name="connsiteX16694" fmla="*/ 4278769 w 5158787"/>
              <a:gd name="connsiteY16694" fmla="*/ 2460388 h 4489084"/>
              <a:gd name="connsiteX16695" fmla="*/ 4285994 w 5158787"/>
              <a:gd name="connsiteY16695" fmla="*/ 2472944 h 4489084"/>
              <a:gd name="connsiteX16696" fmla="*/ 4285994 w 5158787"/>
              <a:gd name="connsiteY16696" fmla="*/ 2473951 h 4489084"/>
              <a:gd name="connsiteX16697" fmla="*/ 4278769 w 5158787"/>
              <a:gd name="connsiteY16697" fmla="*/ 2486506 h 4489084"/>
              <a:gd name="connsiteX16698" fmla="*/ 4277880 w 5158787"/>
              <a:gd name="connsiteY16698" fmla="*/ 2487039 h 4489084"/>
              <a:gd name="connsiteX16699" fmla="*/ 4263429 w 5158787"/>
              <a:gd name="connsiteY16699" fmla="*/ 2487039 h 4489084"/>
              <a:gd name="connsiteX16700" fmla="*/ 4262541 w 5158787"/>
              <a:gd name="connsiteY16700" fmla="*/ 2486506 h 4489084"/>
              <a:gd name="connsiteX16701" fmla="*/ 4255315 w 5158787"/>
              <a:gd name="connsiteY16701" fmla="*/ 2473951 h 4489084"/>
              <a:gd name="connsiteX16702" fmla="*/ 4255315 w 5158787"/>
              <a:gd name="connsiteY16702" fmla="*/ 2472944 h 4489084"/>
              <a:gd name="connsiteX16703" fmla="*/ 4262541 w 5158787"/>
              <a:gd name="connsiteY16703" fmla="*/ 2460388 h 4489084"/>
              <a:gd name="connsiteX16704" fmla="*/ 4263429 w 5158787"/>
              <a:gd name="connsiteY16704" fmla="*/ 2459855 h 4489084"/>
              <a:gd name="connsiteX16705" fmla="*/ 2369766 w 5158787"/>
              <a:gd name="connsiteY16705" fmla="*/ 2459855 h 4489084"/>
              <a:gd name="connsiteX16706" fmla="*/ 2384217 w 5158787"/>
              <a:gd name="connsiteY16706" fmla="*/ 2459855 h 4489084"/>
              <a:gd name="connsiteX16707" fmla="*/ 2385105 w 5158787"/>
              <a:gd name="connsiteY16707" fmla="*/ 2460388 h 4489084"/>
              <a:gd name="connsiteX16708" fmla="*/ 2392331 w 5158787"/>
              <a:gd name="connsiteY16708" fmla="*/ 2472944 h 4489084"/>
              <a:gd name="connsiteX16709" fmla="*/ 2392331 w 5158787"/>
              <a:gd name="connsiteY16709" fmla="*/ 2473951 h 4489084"/>
              <a:gd name="connsiteX16710" fmla="*/ 2385105 w 5158787"/>
              <a:gd name="connsiteY16710" fmla="*/ 2486506 h 4489084"/>
              <a:gd name="connsiteX16711" fmla="*/ 2384217 w 5158787"/>
              <a:gd name="connsiteY16711" fmla="*/ 2487039 h 4489084"/>
              <a:gd name="connsiteX16712" fmla="*/ 2369766 w 5158787"/>
              <a:gd name="connsiteY16712" fmla="*/ 2487039 h 4489084"/>
              <a:gd name="connsiteX16713" fmla="*/ 2368878 w 5158787"/>
              <a:gd name="connsiteY16713" fmla="*/ 2486506 h 4489084"/>
              <a:gd name="connsiteX16714" fmla="*/ 2361652 w 5158787"/>
              <a:gd name="connsiteY16714" fmla="*/ 2473951 h 4489084"/>
              <a:gd name="connsiteX16715" fmla="*/ 2361652 w 5158787"/>
              <a:gd name="connsiteY16715" fmla="*/ 2472944 h 4489084"/>
              <a:gd name="connsiteX16716" fmla="*/ 2368878 w 5158787"/>
              <a:gd name="connsiteY16716" fmla="*/ 2460388 h 4489084"/>
              <a:gd name="connsiteX16717" fmla="*/ 2369766 w 5158787"/>
              <a:gd name="connsiteY16717" fmla="*/ 2459855 h 4489084"/>
              <a:gd name="connsiteX16718" fmla="*/ 3722171 w 5158787"/>
              <a:gd name="connsiteY16718" fmla="*/ 2459559 h 4489084"/>
              <a:gd name="connsiteX16719" fmla="*/ 3736978 w 5158787"/>
              <a:gd name="connsiteY16719" fmla="*/ 2459559 h 4489084"/>
              <a:gd name="connsiteX16720" fmla="*/ 3737866 w 5158787"/>
              <a:gd name="connsiteY16720" fmla="*/ 2460092 h 4489084"/>
              <a:gd name="connsiteX16721" fmla="*/ 3745269 w 5158787"/>
              <a:gd name="connsiteY16721" fmla="*/ 2472885 h 4489084"/>
              <a:gd name="connsiteX16722" fmla="*/ 3745269 w 5158787"/>
              <a:gd name="connsiteY16722" fmla="*/ 2473951 h 4489084"/>
              <a:gd name="connsiteX16723" fmla="*/ 3737866 w 5158787"/>
              <a:gd name="connsiteY16723" fmla="*/ 2486743 h 4489084"/>
              <a:gd name="connsiteX16724" fmla="*/ 3736978 w 5158787"/>
              <a:gd name="connsiteY16724" fmla="*/ 2487276 h 4489084"/>
              <a:gd name="connsiteX16725" fmla="*/ 3722171 w 5158787"/>
              <a:gd name="connsiteY16725" fmla="*/ 2487276 h 4489084"/>
              <a:gd name="connsiteX16726" fmla="*/ 3721284 w 5158787"/>
              <a:gd name="connsiteY16726" fmla="*/ 2486743 h 4489084"/>
              <a:gd name="connsiteX16727" fmla="*/ 3713880 w 5158787"/>
              <a:gd name="connsiteY16727" fmla="*/ 2473951 h 4489084"/>
              <a:gd name="connsiteX16728" fmla="*/ 3713880 w 5158787"/>
              <a:gd name="connsiteY16728" fmla="*/ 2472885 h 4489084"/>
              <a:gd name="connsiteX16729" fmla="*/ 3721284 w 5158787"/>
              <a:gd name="connsiteY16729" fmla="*/ 2460092 h 4489084"/>
              <a:gd name="connsiteX16730" fmla="*/ 3722171 w 5158787"/>
              <a:gd name="connsiteY16730" fmla="*/ 2459559 h 4489084"/>
              <a:gd name="connsiteX16731" fmla="*/ 3586664 w 5158787"/>
              <a:gd name="connsiteY16731" fmla="*/ 2459025 h 4489084"/>
              <a:gd name="connsiteX16732" fmla="*/ 3602004 w 5158787"/>
              <a:gd name="connsiteY16732" fmla="*/ 2459025 h 4489084"/>
              <a:gd name="connsiteX16733" fmla="*/ 3602951 w 5158787"/>
              <a:gd name="connsiteY16733" fmla="*/ 2459558 h 4489084"/>
              <a:gd name="connsiteX16734" fmla="*/ 3610591 w 5158787"/>
              <a:gd name="connsiteY16734" fmla="*/ 2472825 h 4489084"/>
              <a:gd name="connsiteX16735" fmla="*/ 3610591 w 5158787"/>
              <a:gd name="connsiteY16735" fmla="*/ 2473891 h 4489084"/>
              <a:gd name="connsiteX16736" fmla="*/ 3602892 w 5158787"/>
              <a:gd name="connsiteY16736" fmla="*/ 2487157 h 4489084"/>
              <a:gd name="connsiteX16737" fmla="*/ 3601945 w 5158787"/>
              <a:gd name="connsiteY16737" fmla="*/ 2487690 h 4489084"/>
              <a:gd name="connsiteX16738" fmla="*/ 3586605 w 5158787"/>
              <a:gd name="connsiteY16738" fmla="*/ 2487690 h 4489084"/>
              <a:gd name="connsiteX16739" fmla="*/ 3585658 w 5158787"/>
              <a:gd name="connsiteY16739" fmla="*/ 2487157 h 4489084"/>
              <a:gd name="connsiteX16740" fmla="*/ 3578017 w 5158787"/>
              <a:gd name="connsiteY16740" fmla="*/ 2473891 h 4489084"/>
              <a:gd name="connsiteX16741" fmla="*/ 3578017 w 5158787"/>
              <a:gd name="connsiteY16741" fmla="*/ 2472825 h 4489084"/>
              <a:gd name="connsiteX16742" fmla="*/ 3585717 w 5158787"/>
              <a:gd name="connsiteY16742" fmla="*/ 2459558 h 4489084"/>
              <a:gd name="connsiteX16743" fmla="*/ 3586664 w 5158787"/>
              <a:gd name="connsiteY16743" fmla="*/ 2459025 h 4489084"/>
              <a:gd name="connsiteX16744" fmla="*/ 3451394 w 5158787"/>
              <a:gd name="connsiteY16744" fmla="*/ 2459025 h 4489084"/>
              <a:gd name="connsiteX16745" fmla="*/ 3466733 w 5158787"/>
              <a:gd name="connsiteY16745" fmla="*/ 2459025 h 4489084"/>
              <a:gd name="connsiteX16746" fmla="*/ 3467681 w 5158787"/>
              <a:gd name="connsiteY16746" fmla="*/ 2459558 h 4489084"/>
              <a:gd name="connsiteX16747" fmla="*/ 3475321 w 5158787"/>
              <a:gd name="connsiteY16747" fmla="*/ 2472825 h 4489084"/>
              <a:gd name="connsiteX16748" fmla="*/ 3475321 w 5158787"/>
              <a:gd name="connsiteY16748" fmla="*/ 2473891 h 4489084"/>
              <a:gd name="connsiteX16749" fmla="*/ 3467622 w 5158787"/>
              <a:gd name="connsiteY16749" fmla="*/ 2487157 h 4489084"/>
              <a:gd name="connsiteX16750" fmla="*/ 3466675 w 5158787"/>
              <a:gd name="connsiteY16750" fmla="*/ 2487690 h 4489084"/>
              <a:gd name="connsiteX16751" fmla="*/ 3451335 w 5158787"/>
              <a:gd name="connsiteY16751" fmla="*/ 2487690 h 4489084"/>
              <a:gd name="connsiteX16752" fmla="*/ 3450388 w 5158787"/>
              <a:gd name="connsiteY16752" fmla="*/ 2487157 h 4489084"/>
              <a:gd name="connsiteX16753" fmla="*/ 3442747 w 5158787"/>
              <a:gd name="connsiteY16753" fmla="*/ 2473891 h 4489084"/>
              <a:gd name="connsiteX16754" fmla="*/ 3442747 w 5158787"/>
              <a:gd name="connsiteY16754" fmla="*/ 2472825 h 4489084"/>
              <a:gd name="connsiteX16755" fmla="*/ 3450446 w 5158787"/>
              <a:gd name="connsiteY16755" fmla="*/ 2459558 h 4489084"/>
              <a:gd name="connsiteX16756" fmla="*/ 3451394 w 5158787"/>
              <a:gd name="connsiteY16756" fmla="*/ 2459025 h 4489084"/>
              <a:gd name="connsiteX16757" fmla="*/ 4397989 w 5158787"/>
              <a:gd name="connsiteY16757" fmla="*/ 2458611 h 4489084"/>
              <a:gd name="connsiteX16758" fmla="*/ 4413802 w 5158787"/>
              <a:gd name="connsiteY16758" fmla="*/ 2458611 h 4489084"/>
              <a:gd name="connsiteX16759" fmla="*/ 4414749 w 5158787"/>
              <a:gd name="connsiteY16759" fmla="*/ 2459144 h 4489084"/>
              <a:gd name="connsiteX16760" fmla="*/ 4422626 w 5158787"/>
              <a:gd name="connsiteY16760" fmla="*/ 2472825 h 4489084"/>
              <a:gd name="connsiteX16761" fmla="*/ 4422626 w 5158787"/>
              <a:gd name="connsiteY16761" fmla="*/ 2473950 h 4489084"/>
              <a:gd name="connsiteX16762" fmla="*/ 4414749 w 5158787"/>
              <a:gd name="connsiteY16762" fmla="*/ 2487631 h 4489084"/>
              <a:gd name="connsiteX16763" fmla="*/ 4413802 w 5158787"/>
              <a:gd name="connsiteY16763" fmla="*/ 2488164 h 4489084"/>
              <a:gd name="connsiteX16764" fmla="*/ 4397989 w 5158787"/>
              <a:gd name="connsiteY16764" fmla="*/ 2488164 h 4489084"/>
              <a:gd name="connsiteX16765" fmla="*/ 4397041 w 5158787"/>
              <a:gd name="connsiteY16765" fmla="*/ 2487631 h 4489084"/>
              <a:gd name="connsiteX16766" fmla="*/ 4389164 w 5158787"/>
              <a:gd name="connsiteY16766" fmla="*/ 2473950 h 4489084"/>
              <a:gd name="connsiteX16767" fmla="*/ 4389164 w 5158787"/>
              <a:gd name="connsiteY16767" fmla="*/ 2472825 h 4489084"/>
              <a:gd name="connsiteX16768" fmla="*/ 4397041 w 5158787"/>
              <a:gd name="connsiteY16768" fmla="*/ 2459144 h 4489084"/>
              <a:gd name="connsiteX16769" fmla="*/ 4397989 w 5158787"/>
              <a:gd name="connsiteY16769" fmla="*/ 2458611 h 4489084"/>
              <a:gd name="connsiteX16770" fmla="*/ 2233726 w 5158787"/>
              <a:gd name="connsiteY16770" fmla="*/ 2458433 h 4489084"/>
              <a:gd name="connsiteX16771" fmla="*/ 2249717 w 5158787"/>
              <a:gd name="connsiteY16771" fmla="*/ 2458433 h 4489084"/>
              <a:gd name="connsiteX16772" fmla="*/ 2250664 w 5158787"/>
              <a:gd name="connsiteY16772" fmla="*/ 2459025 h 4489084"/>
              <a:gd name="connsiteX16773" fmla="*/ 2258660 w 5158787"/>
              <a:gd name="connsiteY16773" fmla="*/ 2472884 h 4489084"/>
              <a:gd name="connsiteX16774" fmla="*/ 2258660 w 5158787"/>
              <a:gd name="connsiteY16774" fmla="*/ 2474009 h 4489084"/>
              <a:gd name="connsiteX16775" fmla="*/ 2250664 w 5158787"/>
              <a:gd name="connsiteY16775" fmla="*/ 2487868 h 4489084"/>
              <a:gd name="connsiteX16776" fmla="*/ 2249717 w 5158787"/>
              <a:gd name="connsiteY16776" fmla="*/ 2488460 h 4489084"/>
              <a:gd name="connsiteX16777" fmla="*/ 2233726 w 5158787"/>
              <a:gd name="connsiteY16777" fmla="*/ 2488460 h 4489084"/>
              <a:gd name="connsiteX16778" fmla="*/ 2232778 w 5158787"/>
              <a:gd name="connsiteY16778" fmla="*/ 2487868 h 4489084"/>
              <a:gd name="connsiteX16779" fmla="*/ 2224783 w 5158787"/>
              <a:gd name="connsiteY16779" fmla="*/ 2474009 h 4489084"/>
              <a:gd name="connsiteX16780" fmla="*/ 2224783 w 5158787"/>
              <a:gd name="connsiteY16780" fmla="*/ 2472884 h 4489084"/>
              <a:gd name="connsiteX16781" fmla="*/ 2232778 w 5158787"/>
              <a:gd name="connsiteY16781" fmla="*/ 2459025 h 4489084"/>
              <a:gd name="connsiteX16782" fmla="*/ 2233726 w 5158787"/>
              <a:gd name="connsiteY16782" fmla="*/ 2458433 h 4489084"/>
              <a:gd name="connsiteX16783" fmla="*/ 2706994 w 5158787"/>
              <a:gd name="connsiteY16783" fmla="*/ 2458196 h 4489084"/>
              <a:gd name="connsiteX16784" fmla="*/ 2723222 w 5158787"/>
              <a:gd name="connsiteY16784" fmla="*/ 2458196 h 4489084"/>
              <a:gd name="connsiteX16785" fmla="*/ 2724229 w 5158787"/>
              <a:gd name="connsiteY16785" fmla="*/ 2458788 h 4489084"/>
              <a:gd name="connsiteX16786" fmla="*/ 2732343 w 5158787"/>
              <a:gd name="connsiteY16786" fmla="*/ 2472825 h 4489084"/>
              <a:gd name="connsiteX16787" fmla="*/ 2732343 w 5158787"/>
              <a:gd name="connsiteY16787" fmla="*/ 2473950 h 4489084"/>
              <a:gd name="connsiteX16788" fmla="*/ 2724229 w 5158787"/>
              <a:gd name="connsiteY16788" fmla="*/ 2487986 h 4489084"/>
              <a:gd name="connsiteX16789" fmla="*/ 2723222 w 5158787"/>
              <a:gd name="connsiteY16789" fmla="*/ 2488579 h 4489084"/>
              <a:gd name="connsiteX16790" fmla="*/ 2706994 w 5158787"/>
              <a:gd name="connsiteY16790" fmla="*/ 2488579 h 4489084"/>
              <a:gd name="connsiteX16791" fmla="*/ 2705987 w 5158787"/>
              <a:gd name="connsiteY16791" fmla="*/ 2487986 h 4489084"/>
              <a:gd name="connsiteX16792" fmla="*/ 2697874 w 5158787"/>
              <a:gd name="connsiteY16792" fmla="*/ 2473950 h 4489084"/>
              <a:gd name="connsiteX16793" fmla="*/ 2697874 w 5158787"/>
              <a:gd name="connsiteY16793" fmla="*/ 2472825 h 4489084"/>
              <a:gd name="connsiteX16794" fmla="*/ 2705987 w 5158787"/>
              <a:gd name="connsiteY16794" fmla="*/ 2458788 h 4489084"/>
              <a:gd name="connsiteX16795" fmla="*/ 2706994 w 5158787"/>
              <a:gd name="connsiteY16795" fmla="*/ 2458196 h 4489084"/>
              <a:gd name="connsiteX16796" fmla="*/ 2301243 w 5158787"/>
              <a:gd name="connsiteY16796" fmla="*/ 2458196 h 4489084"/>
              <a:gd name="connsiteX16797" fmla="*/ 2317471 w 5158787"/>
              <a:gd name="connsiteY16797" fmla="*/ 2458196 h 4489084"/>
              <a:gd name="connsiteX16798" fmla="*/ 2318478 w 5158787"/>
              <a:gd name="connsiteY16798" fmla="*/ 2458788 h 4489084"/>
              <a:gd name="connsiteX16799" fmla="*/ 2326592 w 5158787"/>
              <a:gd name="connsiteY16799" fmla="*/ 2472825 h 4489084"/>
              <a:gd name="connsiteX16800" fmla="*/ 2326592 w 5158787"/>
              <a:gd name="connsiteY16800" fmla="*/ 2473950 h 4489084"/>
              <a:gd name="connsiteX16801" fmla="*/ 2318478 w 5158787"/>
              <a:gd name="connsiteY16801" fmla="*/ 2487986 h 4489084"/>
              <a:gd name="connsiteX16802" fmla="*/ 2317471 w 5158787"/>
              <a:gd name="connsiteY16802" fmla="*/ 2488579 h 4489084"/>
              <a:gd name="connsiteX16803" fmla="*/ 2301243 w 5158787"/>
              <a:gd name="connsiteY16803" fmla="*/ 2488579 h 4489084"/>
              <a:gd name="connsiteX16804" fmla="*/ 2300236 w 5158787"/>
              <a:gd name="connsiteY16804" fmla="*/ 2487986 h 4489084"/>
              <a:gd name="connsiteX16805" fmla="*/ 2292123 w 5158787"/>
              <a:gd name="connsiteY16805" fmla="*/ 2473950 h 4489084"/>
              <a:gd name="connsiteX16806" fmla="*/ 2292123 w 5158787"/>
              <a:gd name="connsiteY16806" fmla="*/ 2472825 h 4489084"/>
              <a:gd name="connsiteX16807" fmla="*/ 2300236 w 5158787"/>
              <a:gd name="connsiteY16807" fmla="*/ 2458788 h 4489084"/>
              <a:gd name="connsiteX16808" fmla="*/ 2301243 w 5158787"/>
              <a:gd name="connsiteY16808" fmla="*/ 2458196 h 4489084"/>
              <a:gd name="connsiteX16809" fmla="*/ 1895374 w 5158787"/>
              <a:gd name="connsiteY16809" fmla="*/ 2458137 h 4489084"/>
              <a:gd name="connsiteX16810" fmla="*/ 1911720 w 5158787"/>
              <a:gd name="connsiteY16810" fmla="*/ 2458137 h 4489084"/>
              <a:gd name="connsiteX16811" fmla="*/ 1912727 w 5158787"/>
              <a:gd name="connsiteY16811" fmla="*/ 2458729 h 4489084"/>
              <a:gd name="connsiteX16812" fmla="*/ 1920900 w 5158787"/>
              <a:gd name="connsiteY16812" fmla="*/ 2472884 h 4489084"/>
              <a:gd name="connsiteX16813" fmla="*/ 1920900 w 5158787"/>
              <a:gd name="connsiteY16813" fmla="*/ 2474069 h 4489084"/>
              <a:gd name="connsiteX16814" fmla="*/ 1912727 w 5158787"/>
              <a:gd name="connsiteY16814" fmla="*/ 2488223 h 4489084"/>
              <a:gd name="connsiteX16815" fmla="*/ 1911720 w 5158787"/>
              <a:gd name="connsiteY16815" fmla="*/ 2488816 h 4489084"/>
              <a:gd name="connsiteX16816" fmla="*/ 1895374 w 5158787"/>
              <a:gd name="connsiteY16816" fmla="*/ 2488816 h 4489084"/>
              <a:gd name="connsiteX16817" fmla="*/ 1894367 w 5158787"/>
              <a:gd name="connsiteY16817" fmla="*/ 2488223 h 4489084"/>
              <a:gd name="connsiteX16818" fmla="*/ 1886194 w 5158787"/>
              <a:gd name="connsiteY16818" fmla="*/ 2474069 h 4489084"/>
              <a:gd name="connsiteX16819" fmla="*/ 1886194 w 5158787"/>
              <a:gd name="connsiteY16819" fmla="*/ 2472884 h 4489084"/>
              <a:gd name="connsiteX16820" fmla="*/ 1894367 w 5158787"/>
              <a:gd name="connsiteY16820" fmla="*/ 2458729 h 4489084"/>
              <a:gd name="connsiteX16821" fmla="*/ 1895374 w 5158787"/>
              <a:gd name="connsiteY16821" fmla="*/ 2458137 h 4489084"/>
              <a:gd name="connsiteX16822" fmla="*/ 1827739 w 5158787"/>
              <a:gd name="connsiteY16822" fmla="*/ 2458137 h 4489084"/>
              <a:gd name="connsiteX16823" fmla="*/ 1844085 w 5158787"/>
              <a:gd name="connsiteY16823" fmla="*/ 2458137 h 4489084"/>
              <a:gd name="connsiteX16824" fmla="*/ 1845092 w 5158787"/>
              <a:gd name="connsiteY16824" fmla="*/ 2458729 h 4489084"/>
              <a:gd name="connsiteX16825" fmla="*/ 1853265 w 5158787"/>
              <a:gd name="connsiteY16825" fmla="*/ 2472884 h 4489084"/>
              <a:gd name="connsiteX16826" fmla="*/ 1853265 w 5158787"/>
              <a:gd name="connsiteY16826" fmla="*/ 2474069 h 4489084"/>
              <a:gd name="connsiteX16827" fmla="*/ 1845092 w 5158787"/>
              <a:gd name="connsiteY16827" fmla="*/ 2488223 h 4489084"/>
              <a:gd name="connsiteX16828" fmla="*/ 1844085 w 5158787"/>
              <a:gd name="connsiteY16828" fmla="*/ 2488816 h 4489084"/>
              <a:gd name="connsiteX16829" fmla="*/ 1827739 w 5158787"/>
              <a:gd name="connsiteY16829" fmla="*/ 2488816 h 4489084"/>
              <a:gd name="connsiteX16830" fmla="*/ 1826732 w 5158787"/>
              <a:gd name="connsiteY16830" fmla="*/ 2488223 h 4489084"/>
              <a:gd name="connsiteX16831" fmla="*/ 1818559 w 5158787"/>
              <a:gd name="connsiteY16831" fmla="*/ 2474069 h 4489084"/>
              <a:gd name="connsiteX16832" fmla="*/ 1818559 w 5158787"/>
              <a:gd name="connsiteY16832" fmla="*/ 2472884 h 4489084"/>
              <a:gd name="connsiteX16833" fmla="*/ 1826732 w 5158787"/>
              <a:gd name="connsiteY16833" fmla="*/ 2458729 h 4489084"/>
              <a:gd name="connsiteX16834" fmla="*/ 1827739 w 5158787"/>
              <a:gd name="connsiteY16834" fmla="*/ 2458137 h 4489084"/>
              <a:gd name="connsiteX16835" fmla="*/ 2165795 w 5158787"/>
              <a:gd name="connsiteY16835" fmla="*/ 2457900 h 4489084"/>
              <a:gd name="connsiteX16836" fmla="*/ 2182378 w 5158787"/>
              <a:gd name="connsiteY16836" fmla="*/ 2457900 h 4489084"/>
              <a:gd name="connsiteX16837" fmla="*/ 2183385 w 5158787"/>
              <a:gd name="connsiteY16837" fmla="*/ 2458492 h 4489084"/>
              <a:gd name="connsiteX16838" fmla="*/ 2191677 w 5158787"/>
              <a:gd name="connsiteY16838" fmla="*/ 2472825 h 4489084"/>
              <a:gd name="connsiteX16839" fmla="*/ 2191677 w 5158787"/>
              <a:gd name="connsiteY16839" fmla="*/ 2474009 h 4489084"/>
              <a:gd name="connsiteX16840" fmla="*/ 2183385 w 5158787"/>
              <a:gd name="connsiteY16840" fmla="*/ 2488342 h 4489084"/>
              <a:gd name="connsiteX16841" fmla="*/ 2182378 w 5158787"/>
              <a:gd name="connsiteY16841" fmla="*/ 2488934 h 4489084"/>
              <a:gd name="connsiteX16842" fmla="*/ 2165795 w 5158787"/>
              <a:gd name="connsiteY16842" fmla="*/ 2488934 h 4489084"/>
              <a:gd name="connsiteX16843" fmla="*/ 2164788 w 5158787"/>
              <a:gd name="connsiteY16843" fmla="*/ 2488342 h 4489084"/>
              <a:gd name="connsiteX16844" fmla="*/ 2156497 w 5158787"/>
              <a:gd name="connsiteY16844" fmla="*/ 2474009 h 4489084"/>
              <a:gd name="connsiteX16845" fmla="*/ 2156497 w 5158787"/>
              <a:gd name="connsiteY16845" fmla="*/ 2472825 h 4489084"/>
              <a:gd name="connsiteX16846" fmla="*/ 2164788 w 5158787"/>
              <a:gd name="connsiteY16846" fmla="*/ 2458492 h 4489084"/>
              <a:gd name="connsiteX16847" fmla="*/ 2165795 w 5158787"/>
              <a:gd name="connsiteY16847" fmla="*/ 2457900 h 4489084"/>
              <a:gd name="connsiteX16848" fmla="*/ 1962890 w 5158787"/>
              <a:gd name="connsiteY16848" fmla="*/ 2457900 h 4489084"/>
              <a:gd name="connsiteX16849" fmla="*/ 1979473 w 5158787"/>
              <a:gd name="connsiteY16849" fmla="*/ 2457900 h 4489084"/>
              <a:gd name="connsiteX16850" fmla="*/ 1980480 w 5158787"/>
              <a:gd name="connsiteY16850" fmla="*/ 2458492 h 4489084"/>
              <a:gd name="connsiteX16851" fmla="*/ 1988772 w 5158787"/>
              <a:gd name="connsiteY16851" fmla="*/ 2472825 h 4489084"/>
              <a:gd name="connsiteX16852" fmla="*/ 1988772 w 5158787"/>
              <a:gd name="connsiteY16852" fmla="*/ 2474009 h 4489084"/>
              <a:gd name="connsiteX16853" fmla="*/ 1980480 w 5158787"/>
              <a:gd name="connsiteY16853" fmla="*/ 2488342 h 4489084"/>
              <a:gd name="connsiteX16854" fmla="*/ 1979473 w 5158787"/>
              <a:gd name="connsiteY16854" fmla="*/ 2488934 h 4489084"/>
              <a:gd name="connsiteX16855" fmla="*/ 1962890 w 5158787"/>
              <a:gd name="connsiteY16855" fmla="*/ 2488934 h 4489084"/>
              <a:gd name="connsiteX16856" fmla="*/ 1961883 w 5158787"/>
              <a:gd name="connsiteY16856" fmla="*/ 2488342 h 4489084"/>
              <a:gd name="connsiteX16857" fmla="*/ 1953592 w 5158787"/>
              <a:gd name="connsiteY16857" fmla="*/ 2474009 h 4489084"/>
              <a:gd name="connsiteX16858" fmla="*/ 1953592 w 5158787"/>
              <a:gd name="connsiteY16858" fmla="*/ 2472825 h 4489084"/>
              <a:gd name="connsiteX16859" fmla="*/ 1961883 w 5158787"/>
              <a:gd name="connsiteY16859" fmla="*/ 2458492 h 4489084"/>
              <a:gd name="connsiteX16860" fmla="*/ 1962890 w 5158787"/>
              <a:gd name="connsiteY16860" fmla="*/ 2457900 h 4489084"/>
              <a:gd name="connsiteX16861" fmla="*/ 2909308 w 5158787"/>
              <a:gd name="connsiteY16861" fmla="*/ 2457189 h 4489084"/>
              <a:gd name="connsiteX16862" fmla="*/ 2926660 w 5158787"/>
              <a:gd name="connsiteY16862" fmla="*/ 2457189 h 4489084"/>
              <a:gd name="connsiteX16863" fmla="*/ 2927726 w 5158787"/>
              <a:gd name="connsiteY16863" fmla="*/ 2457781 h 4489084"/>
              <a:gd name="connsiteX16864" fmla="*/ 2936373 w 5158787"/>
              <a:gd name="connsiteY16864" fmla="*/ 2472825 h 4489084"/>
              <a:gd name="connsiteX16865" fmla="*/ 2936373 w 5158787"/>
              <a:gd name="connsiteY16865" fmla="*/ 2474068 h 4489084"/>
              <a:gd name="connsiteX16866" fmla="*/ 2927726 w 5158787"/>
              <a:gd name="connsiteY16866" fmla="*/ 2489111 h 4489084"/>
              <a:gd name="connsiteX16867" fmla="*/ 2926660 w 5158787"/>
              <a:gd name="connsiteY16867" fmla="*/ 2489704 h 4489084"/>
              <a:gd name="connsiteX16868" fmla="*/ 2909308 w 5158787"/>
              <a:gd name="connsiteY16868" fmla="*/ 2489704 h 4489084"/>
              <a:gd name="connsiteX16869" fmla="*/ 2908242 w 5158787"/>
              <a:gd name="connsiteY16869" fmla="*/ 2489111 h 4489084"/>
              <a:gd name="connsiteX16870" fmla="*/ 2899595 w 5158787"/>
              <a:gd name="connsiteY16870" fmla="*/ 2474068 h 4489084"/>
              <a:gd name="connsiteX16871" fmla="*/ 2899595 w 5158787"/>
              <a:gd name="connsiteY16871" fmla="*/ 2472825 h 4489084"/>
              <a:gd name="connsiteX16872" fmla="*/ 2908242 w 5158787"/>
              <a:gd name="connsiteY16872" fmla="*/ 2457781 h 4489084"/>
              <a:gd name="connsiteX16873" fmla="*/ 2909308 w 5158787"/>
              <a:gd name="connsiteY16873" fmla="*/ 2457189 h 4489084"/>
              <a:gd name="connsiteX16874" fmla="*/ 2097627 w 5158787"/>
              <a:gd name="connsiteY16874" fmla="*/ 2456893 h 4489084"/>
              <a:gd name="connsiteX16875" fmla="*/ 2115276 w 5158787"/>
              <a:gd name="connsiteY16875" fmla="*/ 2456893 h 4489084"/>
              <a:gd name="connsiteX16876" fmla="*/ 2116342 w 5158787"/>
              <a:gd name="connsiteY16876" fmla="*/ 2457544 h 4489084"/>
              <a:gd name="connsiteX16877" fmla="*/ 2125167 w 5158787"/>
              <a:gd name="connsiteY16877" fmla="*/ 2472825 h 4489084"/>
              <a:gd name="connsiteX16878" fmla="*/ 2125167 w 5158787"/>
              <a:gd name="connsiteY16878" fmla="*/ 2474068 h 4489084"/>
              <a:gd name="connsiteX16879" fmla="*/ 2116342 w 5158787"/>
              <a:gd name="connsiteY16879" fmla="*/ 2489348 h 4489084"/>
              <a:gd name="connsiteX16880" fmla="*/ 2115276 w 5158787"/>
              <a:gd name="connsiteY16880" fmla="*/ 2490000 h 4489084"/>
              <a:gd name="connsiteX16881" fmla="*/ 2097627 w 5158787"/>
              <a:gd name="connsiteY16881" fmla="*/ 2490000 h 4489084"/>
              <a:gd name="connsiteX16882" fmla="*/ 2096561 w 5158787"/>
              <a:gd name="connsiteY16882" fmla="*/ 2489348 h 4489084"/>
              <a:gd name="connsiteX16883" fmla="*/ 2087737 w 5158787"/>
              <a:gd name="connsiteY16883" fmla="*/ 2474068 h 4489084"/>
              <a:gd name="connsiteX16884" fmla="*/ 2087737 w 5158787"/>
              <a:gd name="connsiteY16884" fmla="*/ 2472825 h 4489084"/>
              <a:gd name="connsiteX16885" fmla="*/ 2096561 w 5158787"/>
              <a:gd name="connsiteY16885" fmla="*/ 2457544 h 4489084"/>
              <a:gd name="connsiteX16886" fmla="*/ 2097627 w 5158787"/>
              <a:gd name="connsiteY16886" fmla="*/ 2456893 h 4489084"/>
              <a:gd name="connsiteX16887" fmla="*/ 2029992 w 5158787"/>
              <a:gd name="connsiteY16887" fmla="*/ 2456893 h 4489084"/>
              <a:gd name="connsiteX16888" fmla="*/ 2047641 w 5158787"/>
              <a:gd name="connsiteY16888" fmla="*/ 2456893 h 4489084"/>
              <a:gd name="connsiteX16889" fmla="*/ 2048707 w 5158787"/>
              <a:gd name="connsiteY16889" fmla="*/ 2457544 h 4489084"/>
              <a:gd name="connsiteX16890" fmla="*/ 2057532 w 5158787"/>
              <a:gd name="connsiteY16890" fmla="*/ 2472825 h 4489084"/>
              <a:gd name="connsiteX16891" fmla="*/ 2057532 w 5158787"/>
              <a:gd name="connsiteY16891" fmla="*/ 2474068 h 4489084"/>
              <a:gd name="connsiteX16892" fmla="*/ 2048707 w 5158787"/>
              <a:gd name="connsiteY16892" fmla="*/ 2489348 h 4489084"/>
              <a:gd name="connsiteX16893" fmla="*/ 2047641 w 5158787"/>
              <a:gd name="connsiteY16893" fmla="*/ 2490000 h 4489084"/>
              <a:gd name="connsiteX16894" fmla="*/ 2029992 w 5158787"/>
              <a:gd name="connsiteY16894" fmla="*/ 2490000 h 4489084"/>
              <a:gd name="connsiteX16895" fmla="*/ 2028926 w 5158787"/>
              <a:gd name="connsiteY16895" fmla="*/ 2489348 h 4489084"/>
              <a:gd name="connsiteX16896" fmla="*/ 2020102 w 5158787"/>
              <a:gd name="connsiteY16896" fmla="*/ 2474068 h 4489084"/>
              <a:gd name="connsiteX16897" fmla="*/ 2020102 w 5158787"/>
              <a:gd name="connsiteY16897" fmla="*/ 2472825 h 4489084"/>
              <a:gd name="connsiteX16898" fmla="*/ 2028926 w 5158787"/>
              <a:gd name="connsiteY16898" fmla="*/ 2457544 h 4489084"/>
              <a:gd name="connsiteX16899" fmla="*/ 2029992 w 5158787"/>
              <a:gd name="connsiteY16899" fmla="*/ 2456893 h 4489084"/>
              <a:gd name="connsiteX16900" fmla="*/ 2976646 w 5158787"/>
              <a:gd name="connsiteY16900" fmla="*/ 2456597 h 4489084"/>
              <a:gd name="connsiteX16901" fmla="*/ 2994650 w 5158787"/>
              <a:gd name="connsiteY16901" fmla="*/ 2456597 h 4489084"/>
              <a:gd name="connsiteX16902" fmla="*/ 2995776 w 5158787"/>
              <a:gd name="connsiteY16902" fmla="*/ 2457248 h 4489084"/>
              <a:gd name="connsiteX16903" fmla="*/ 3004778 w 5158787"/>
              <a:gd name="connsiteY16903" fmla="*/ 2472825 h 4489084"/>
              <a:gd name="connsiteX16904" fmla="*/ 3004778 w 5158787"/>
              <a:gd name="connsiteY16904" fmla="*/ 2474068 h 4489084"/>
              <a:gd name="connsiteX16905" fmla="*/ 2995776 w 5158787"/>
              <a:gd name="connsiteY16905" fmla="*/ 2489644 h 4489084"/>
              <a:gd name="connsiteX16906" fmla="*/ 2994650 w 5158787"/>
              <a:gd name="connsiteY16906" fmla="*/ 2490296 h 4489084"/>
              <a:gd name="connsiteX16907" fmla="*/ 2976646 w 5158787"/>
              <a:gd name="connsiteY16907" fmla="*/ 2490296 h 4489084"/>
              <a:gd name="connsiteX16908" fmla="*/ 2975521 w 5158787"/>
              <a:gd name="connsiteY16908" fmla="*/ 2489644 h 4489084"/>
              <a:gd name="connsiteX16909" fmla="*/ 2966519 w 5158787"/>
              <a:gd name="connsiteY16909" fmla="*/ 2474068 h 4489084"/>
              <a:gd name="connsiteX16910" fmla="*/ 2966519 w 5158787"/>
              <a:gd name="connsiteY16910" fmla="*/ 2472825 h 4489084"/>
              <a:gd name="connsiteX16911" fmla="*/ 2975521 w 5158787"/>
              <a:gd name="connsiteY16911" fmla="*/ 2457248 h 4489084"/>
              <a:gd name="connsiteX16912" fmla="*/ 2976646 w 5158787"/>
              <a:gd name="connsiteY16912" fmla="*/ 2456597 h 4489084"/>
              <a:gd name="connsiteX16913" fmla="*/ 1759274 w 5158787"/>
              <a:gd name="connsiteY16913" fmla="*/ 2456597 h 4489084"/>
              <a:gd name="connsiteX16914" fmla="*/ 1777278 w 5158787"/>
              <a:gd name="connsiteY16914" fmla="*/ 2456597 h 4489084"/>
              <a:gd name="connsiteX16915" fmla="*/ 1778404 w 5158787"/>
              <a:gd name="connsiteY16915" fmla="*/ 2457248 h 4489084"/>
              <a:gd name="connsiteX16916" fmla="*/ 1787406 w 5158787"/>
              <a:gd name="connsiteY16916" fmla="*/ 2472825 h 4489084"/>
              <a:gd name="connsiteX16917" fmla="*/ 1787406 w 5158787"/>
              <a:gd name="connsiteY16917" fmla="*/ 2474068 h 4489084"/>
              <a:gd name="connsiteX16918" fmla="*/ 1778404 w 5158787"/>
              <a:gd name="connsiteY16918" fmla="*/ 2489644 h 4489084"/>
              <a:gd name="connsiteX16919" fmla="*/ 1777278 w 5158787"/>
              <a:gd name="connsiteY16919" fmla="*/ 2490296 h 4489084"/>
              <a:gd name="connsiteX16920" fmla="*/ 1759274 w 5158787"/>
              <a:gd name="connsiteY16920" fmla="*/ 2490296 h 4489084"/>
              <a:gd name="connsiteX16921" fmla="*/ 1758149 w 5158787"/>
              <a:gd name="connsiteY16921" fmla="*/ 2489644 h 4489084"/>
              <a:gd name="connsiteX16922" fmla="*/ 1749147 w 5158787"/>
              <a:gd name="connsiteY16922" fmla="*/ 2474068 h 4489084"/>
              <a:gd name="connsiteX16923" fmla="*/ 1749147 w 5158787"/>
              <a:gd name="connsiteY16923" fmla="*/ 2472825 h 4489084"/>
              <a:gd name="connsiteX16924" fmla="*/ 1758149 w 5158787"/>
              <a:gd name="connsiteY16924" fmla="*/ 2457248 h 4489084"/>
              <a:gd name="connsiteX16925" fmla="*/ 1759274 w 5158787"/>
              <a:gd name="connsiteY16925" fmla="*/ 2456597 h 4489084"/>
              <a:gd name="connsiteX16926" fmla="*/ 1691580 w 5158787"/>
              <a:gd name="connsiteY16926" fmla="*/ 2456479 h 4489084"/>
              <a:gd name="connsiteX16927" fmla="*/ 1709703 w 5158787"/>
              <a:gd name="connsiteY16927" fmla="*/ 2456479 h 4489084"/>
              <a:gd name="connsiteX16928" fmla="*/ 1710829 w 5158787"/>
              <a:gd name="connsiteY16928" fmla="*/ 2457130 h 4489084"/>
              <a:gd name="connsiteX16929" fmla="*/ 1719890 w 5158787"/>
              <a:gd name="connsiteY16929" fmla="*/ 2472825 h 4489084"/>
              <a:gd name="connsiteX16930" fmla="*/ 1719890 w 5158787"/>
              <a:gd name="connsiteY16930" fmla="*/ 2474128 h 4489084"/>
              <a:gd name="connsiteX16931" fmla="*/ 1710829 w 5158787"/>
              <a:gd name="connsiteY16931" fmla="*/ 2489823 h 4489084"/>
              <a:gd name="connsiteX16932" fmla="*/ 1709703 w 5158787"/>
              <a:gd name="connsiteY16932" fmla="*/ 2490474 h 4489084"/>
              <a:gd name="connsiteX16933" fmla="*/ 1691580 w 5158787"/>
              <a:gd name="connsiteY16933" fmla="*/ 2490474 h 4489084"/>
              <a:gd name="connsiteX16934" fmla="*/ 1690455 w 5158787"/>
              <a:gd name="connsiteY16934" fmla="*/ 2489823 h 4489084"/>
              <a:gd name="connsiteX16935" fmla="*/ 1681394 w 5158787"/>
              <a:gd name="connsiteY16935" fmla="*/ 2474128 h 4489084"/>
              <a:gd name="connsiteX16936" fmla="*/ 1681394 w 5158787"/>
              <a:gd name="connsiteY16936" fmla="*/ 2472825 h 4489084"/>
              <a:gd name="connsiteX16937" fmla="*/ 1690455 w 5158787"/>
              <a:gd name="connsiteY16937" fmla="*/ 2457130 h 4489084"/>
              <a:gd name="connsiteX16938" fmla="*/ 1691580 w 5158787"/>
              <a:gd name="connsiteY16938" fmla="*/ 2456479 h 4489084"/>
              <a:gd name="connsiteX16939" fmla="*/ 2841258 w 5158787"/>
              <a:gd name="connsiteY16939" fmla="*/ 2456360 h 4489084"/>
              <a:gd name="connsiteX16940" fmla="*/ 2859499 w 5158787"/>
              <a:gd name="connsiteY16940" fmla="*/ 2456360 h 4489084"/>
              <a:gd name="connsiteX16941" fmla="*/ 2860624 w 5158787"/>
              <a:gd name="connsiteY16941" fmla="*/ 2457011 h 4489084"/>
              <a:gd name="connsiteX16942" fmla="*/ 2869745 w 5158787"/>
              <a:gd name="connsiteY16942" fmla="*/ 2472765 h 4489084"/>
              <a:gd name="connsiteX16943" fmla="*/ 2869745 w 5158787"/>
              <a:gd name="connsiteY16943" fmla="*/ 2474068 h 4489084"/>
              <a:gd name="connsiteX16944" fmla="*/ 2860624 w 5158787"/>
              <a:gd name="connsiteY16944" fmla="*/ 2489822 h 4489084"/>
              <a:gd name="connsiteX16945" fmla="*/ 2859499 w 5158787"/>
              <a:gd name="connsiteY16945" fmla="*/ 2490474 h 4489084"/>
              <a:gd name="connsiteX16946" fmla="*/ 2841258 w 5158787"/>
              <a:gd name="connsiteY16946" fmla="*/ 2490474 h 4489084"/>
              <a:gd name="connsiteX16947" fmla="*/ 2840132 w 5158787"/>
              <a:gd name="connsiteY16947" fmla="*/ 2489822 h 4489084"/>
              <a:gd name="connsiteX16948" fmla="*/ 2831012 w 5158787"/>
              <a:gd name="connsiteY16948" fmla="*/ 2474068 h 4489084"/>
              <a:gd name="connsiteX16949" fmla="*/ 2831012 w 5158787"/>
              <a:gd name="connsiteY16949" fmla="*/ 2472765 h 4489084"/>
              <a:gd name="connsiteX16950" fmla="*/ 2840132 w 5158787"/>
              <a:gd name="connsiteY16950" fmla="*/ 2457011 h 4489084"/>
              <a:gd name="connsiteX16951" fmla="*/ 2841258 w 5158787"/>
              <a:gd name="connsiteY16951" fmla="*/ 2456360 h 4489084"/>
              <a:gd name="connsiteX16952" fmla="*/ 3044103 w 5158787"/>
              <a:gd name="connsiteY16952" fmla="*/ 2456183 h 4489084"/>
              <a:gd name="connsiteX16953" fmla="*/ 3062522 w 5158787"/>
              <a:gd name="connsiteY16953" fmla="*/ 2456183 h 4489084"/>
              <a:gd name="connsiteX16954" fmla="*/ 3063647 w 5158787"/>
              <a:gd name="connsiteY16954" fmla="*/ 2456834 h 4489084"/>
              <a:gd name="connsiteX16955" fmla="*/ 3072887 w 5158787"/>
              <a:gd name="connsiteY16955" fmla="*/ 2472825 h 4489084"/>
              <a:gd name="connsiteX16956" fmla="*/ 3072887 w 5158787"/>
              <a:gd name="connsiteY16956" fmla="*/ 2474128 h 4489084"/>
              <a:gd name="connsiteX16957" fmla="*/ 3063647 w 5158787"/>
              <a:gd name="connsiteY16957" fmla="*/ 2490119 h 4489084"/>
              <a:gd name="connsiteX16958" fmla="*/ 3062522 w 5158787"/>
              <a:gd name="connsiteY16958" fmla="*/ 2490770 h 4489084"/>
              <a:gd name="connsiteX16959" fmla="*/ 3044103 w 5158787"/>
              <a:gd name="connsiteY16959" fmla="*/ 2490770 h 4489084"/>
              <a:gd name="connsiteX16960" fmla="*/ 3042978 w 5158787"/>
              <a:gd name="connsiteY16960" fmla="*/ 2490119 h 4489084"/>
              <a:gd name="connsiteX16961" fmla="*/ 3033739 w 5158787"/>
              <a:gd name="connsiteY16961" fmla="*/ 2474128 h 4489084"/>
              <a:gd name="connsiteX16962" fmla="*/ 3033739 w 5158787"/>
              <a:gd name="connsiteY16962" fmla="*/ 2472825 h 4489084"/>
              <a:gd name="connsiteX16963" fmla="*/ 3042978 w 5158787"/>
              <a:gd name="connsiteY16963" fmla="*/ 2456834 h 4489084"/>
              <a:gd name="connsiteX16964" fmla="*/ 3044103 w 5158787"/>
              <a:gd name="connsiteY16964" fmla="*/ 2456183 h 4489084"/>
              <a:gd name="connsiteX16965" fmla="*/ 4464262 w 5158787"/>
              <a:gd name="connsiteY16965" fmla="*/ 2456064 h 4489084"/>
              <a:gd name="connsiteX16966" fmla="*/ 4482799 w 5158787"/>
              <a:gd name="connsiteY16966" fmla="*/ 2456064 h 4489084"/>
              <a:gd name="connsiteX16967" fmla="*/ 4483924 w 5158787"/>
              <a:gd name="connsiteY16967" fmla="*/ 2456715 h 4489084"/>
              <a:gd name="connsiteX16968" fmla="*/ 4493163 w 5158787"/>
              <a:gd name="connsiteY16968" fmla="*/ 2472766 h 4489084"/>
              <a:gd name="connsiteX16969" fmla="*/ 4493163 w 5158787"/>
              <a:gd name="connsiteY16969" fmla="*/ 2474068 h 4489084"/>
              <a:gd name="connsiteX16970" fmla="*/ 4483865 w 5158787"/>
              <a:gd name="connsiteY16970" fmla="*/ 2490118 h 4489084"/>
              <a:gd name="connsiteX16971" fmla="*/ 4482740 w 5158787"/>
              <a:gd name="connsiteY16971" fmla="*/ 2490770 h 4489084"/>
              <a:gd name="connsiteX16972" fmla="*/ 4464202 w 5158787"/>
              <a:gd name="connsiteY16972" fmla="*/ 2490770 h 4489084"/>
              <a:gd name="connsiteX16973" fmla="*/ 4463077 w 5158787"/>
              <a:gd name="connsiteY16973" fmla="*/ 2490118 h 4489084"/>
              <a:gd name="connsiteX16974" fmla="*/ 4453838 w 5158787"/>
              <a:gd name="connsiteY16974" fmla="*/ 2474068 h 4489084"/>
              <a:gd name="connsiteX16975" fmla="*/ 4453838 w 5158787"/>
              <a:gd name="connsiteY16975" fmla="*/ 2472766 h 4489084"/>
              <a:gd name="connsiteX16976" fmla="*/ 4463137 w 5158787"/>
              <a:gd name="connsiteY16976" fmla="*/ 2456715 h 4489084"/>
              <a:gd name="connsiteX16977" fmla="*/ 4464262 w 5158787"/>
              <a:gd name="connsiteY16977" fmla="*/ 2456064 h 4489084"/>
              <a:gd name="connsiteX16978" fmla="*/ 3111620 w 5158787"/>
              <a:gd name="connsiteY16978" fmla="*/ 2456064 h 4489084"/>
              <a:gd name="connsiteX16979" fmla="*/ 3130158 w 5158787"/>
              <a:gd name="connsiteY16979" fmla="*/ 2456064 h 4489084"/>
              <a:gd name="connsiteX16980" fmla="*/ 3131283 w 5158787"/>
              <a:gd name="connsiteY16980" fmla="*/ 2456715 h 4489084"/>
              <a:gd name="connsiteX16981" fmla="*/ 3140522 w 5158787"/>
              <a:gd name="connsiteY16981" fmla="*/ 2472766 h 4489084"/>
              <a:gd name="connsiteX16982" fmla="*/ 3140522 w 5158787"/>
              <a:gd name="connsiteY16982" fmla="*/ 2474068 h 4489084"/>
              <a:gd name="connsiteX16983" fmla="*/ 3131224 w 5158787"/>
              <a:gd name="connsiteY16983" fmla="*/ 2490118 h 4489084"/>
              <a:gd name="connsiteX16984" fmla="*/ 3130098 w 5158787"/>
              <a:gd name="connsiteY16984" fmla="*/ 2490770 h 4489084"/>
              <a:gd name="connsiteX16985" fmla="*/ 3111561 w 5158787"/>
              <a:gd name="connsiteY16985" fmla="*/ 2490770 h 4489084"/>
              <a:gd name="connsiteX16986" fmla="*/ 3110436 w 5158787"/>
              <a:gd name="connsiteY16986" fmla="*/ 2490118 h 4489084"/>
              <a:gd name="connsiteX16987" fmla="*/ 3101197 w 5158787"/>
              <a:gd name="connsiteY16987" fmla="*/ 2474068 h 4489084"/>
              <a:gd name="connsiteX16988" fmla="*/ 3101197 w 5158787"/>
              <a:gd name="connsiteY16988" fmla="*/ 2472766 h 4489084"/>
              <a:gd name="connsiteX16989" fmla="*/ 3110495 w 5158787"/>
              <a:gd name="connsiteY16989" fmla="*/ 2456715 h 4489084"/>
              <a:gd name="connsiteX16990" fmla="*/ 3111620 w 5158787"/>
              <a:gd name="connsiteY16990" fmla="*/ 2456064 h 4489084"/>
              <a:gd name="connsiteX16991" fmla="*/ 1623530 w 5158787"/>
              <a:gd name="connsiteY16991" fmla="*/ 2455649 h 4489084"/>
              <a:gd name="connsiteX16992" fmla="*/ 1642541 w 5158787"/>
              <a:gd name="connsiteY16992" fmla="*/ 2455649 h 4489084"/>
              <a:gd name="connsiteX16993" fmla="*/ 1643726 w 5158787"/>
              <a:gd name="connsiteY16993" fmla="*/ 2456300 h 4489084"/>
              <a:gd name="connsiteX16994" fmla="*/ 1653202 w 5158787"/>
              <a:gd name="connsiteY16994" fmla="*/ 2472765 h 4489084"/>
              <a:gd name="connsiteX16995" fmla="*/ 1653202 w 5158787"/>
              <a:gd name="connsiteY16995" fmla="*/ 2474127 h 4489084"/>
              <a:gd name="connsiteX16996" fmla="*/ 1643726 w 5158787"/>
              <a:gd name="connsiteY16996" fmla="*/ 2490592 h 4489084"/>
              <a:gd name="connsiteX16997" fmla="*/ 1642541 w 5158787"/>
              <a:gd name="connsiteY16997" fmla="*/ 2491243 h 4489084"/>
              <a:gd name="connsiteX16998" fmla="*/ 1623530 w 5158787"/>
              <a:gd name="connsiteY16998" fmla="*/ 2491243 h 4489084"/>
              <a:gd name="connsiteX16999" fmla="*/ 1622346 w 5158787"/>
              <a:gd name="connsiteY16999" fmla="*/ 2490592 h 4489084"/>
              <a:gd name="connsiteX17000" fmla="*/ 1612870 w 5158787"/>
              <a:gd name="connsiteY17000" fmla="*/ 2474127 h 4489084"/>
              <a:gd name="connsiteX17001" fmla="*/ 1612870 w 5158787"/>
              <a:gd name="connsiteY17001" fmla="*/ 2472765 h 4489084"/>
              <a:gd name="connsiteX17002" fmla="*/ 1622346 w 5158787"/>
              <a:gd name="connsiteY17002" fmla="*/ 2456300 h 4489084"/>
              <a:gd name="connsiteX17003" fmla="*/ 1623530 w 5158787"/>
              <a:gd name="connsiteY17003" fmla="*/ 2455649 h 4489084"/>
              <a:gd name="connsiteX17004" fmla="*/ 4531363 w 5158787"/>
              <a:gd name="connsiteY17004" fmla="*/ 2455117 h 4489084"/>
              <a:gd name="connsiteX17005" fmla="*/ 4550908 w 5158787"/>
              <a:gd name="connsiteY17005" fmla="*/ 2455117 h 4489084"/>
              <a:gd name="connsiteX17006" fmla="*/ 4552092 w 5158787"/>
              <a:gd name="connsiteY17006" fmla="*/ 2455828 h 4489084"/>
              <a:gd name="connsiteX17007" fmla="*/ 4561864 w 5158787"/>
              <a:gd name="connsiteY17007" fmla="*/ 2472766 h 4489084"/>
              <a:gd name="connsiteX17008" fmla="*/ 4561864 w 5158787"/>
              <a:gd name="connsiteY17008" fmla="*/ 2474128 h 4489084"/>
              <a:gd name="connsiteX17009" fmla="*/ 4552092 w 5158787"/>
              <a:gd name="connsiteY17009" fmla="*/ 2491066 h 4489084"/>
              <a:gd name="connsiteX17010" fmla="*/ 4550908 w 5158787"/>
              <a:gd name="connsiteY17010" fmla="*/ 2491777 h 4489084"/>
              <a:gd name="connsiteX17011" fmla="*/ 4531363 w 5158787"/>
              <a:gd name="connsiteY17011" fmla="*/ 2491777 h 4489084"/>
              <a:gd name="connsiteX17012" fmla="*/ 4530179 w 5158787"/>
              <a:gd name="connsiteY17012" fmla="*/ 2491066 h 4489084"/>
              <a:gd name="connsiteX17013" fmla="*/ 4520407 w 5158787"/>
              <a:gd name="connsiteY17013" fmla="*/ 2474128 h 4489084"/>
              <a:gd name="connsiteX17014" fmla="*/ 4520407 w 5158787"/>
              <a:gd name="connsiteY17014" fmla="*/ 2472766 h 4489084"/>
              <a:gd name="connsiteX17015" fmla="*/ 4530179 w 5158787"/>
              <a:gd name="connsiteY17015" fmla="*/ 2455828 h 4489084"/>
              <a:gd name="connsiteX17016" fmla="*/ 4531363 w 5158787"/>
              <a:gd name="connsiteY17016" fmla="*/ 2455117 h 4489084"/>
              <a:gd name="connsiteX17017" fmla="*/ 1555421 w 5158787"/>
              <a:gd name="connsiteY17017" fmla="*/ 2454820 h 4489084"/>
              <a:gd name="connsiteX17018" fmla="*/ 1575321 w 5158787"/>
              <a:gd name="connsiteY17018" fmla="*/ 2454820 h 4489084"/>
              <a:gd name="connsiteX17019" fmla="*/ 1576505 w 5158787"/>
              <a:gd name="connsiteY17019" fmla="*/ 2455531 h 4489084"/>
              <a:gd name="connsiteX17020" fmla="*/ 1586455 w 5158787"/>
              <a:gd name="connsiteY17020" fmla="*/ 2472765 h 4489084"/>
              <a:gd name="connsiteX17021" fmla="*/ 1586455 w 5158787"/>
              <a:gd name="connsiteY17021" fmla="*/ 2474187 h 4489084"/>
              <a:gd name="connsiteX17022" fmla="*/ 1576505 w 5158787"/>
              <a:gd name="connsiteY17022" fmla="*/ 2491421 h 4489084"/>
              <a:gd name="connsiteX17023" fmla="*/ 1575321 w 5158787"/>
              <a:gd name="connsiteY17023" fmla="*/ 2492132 h 4489084"/>
              <a:gd name="connsiteX17024" fmla="*/ 1555421 w 5158787"/>
              <a:gd name="connsiteY17024" fmla="*/ 2492132 h 4489084"/>
              <a:gd name="connsiteX17025" fmla="*/ 1554237 w 5158787"/>
              <a:gd name="connsiteY17025" fmla="*/ 2491421 h 4489084"/>
              <a:gd name="connsiteX17026" fmla="*/ 1544287 w 5158787"/>
              <a:gd name="connsiteY17026" fmla="*/ 2474187 h 4489084"/>
              <a:gd name="connsiteX17027" fmla="*/ 1544287 w 5158787"/>
              <a:gd name="connsiteY17027" fmla="*/ 2472765 h 4489084"/>
              <a:gd name="connsiteX17028" fmla="*/ 1554237 w 5158787"/>
              <a:gd name="connsiteY17028" fmla="*/ 2455531 h 4489084"/>
              <a:gd name="connsiteX17029" fmla="*/ 1555421 w 5158787"/>
              <a:gd name="connsiteY17029" fmla="*/ 2454820 h 4489084"/>
              <a:gd name="connsiteX17030" fmla="*/ 1487609 w 5158787"/>
              <a:gd name="connsiteY17030" fmla="*/ 2454406 h 4489084"/>
              <a:gd name="connsiteX17031" fmla="*/ 1507924 w 5158787"/>
              <a:gd name="connsiteY17031" fmla="*/ 2454406 h 4489084"/>
              <a:gd name="connsiteX17032" fmla="*/ 1509167 w 5158787"/>
              <a:gd name="connsiteY17032" fmla="*/ 2455117 h 4489084"/>
              <a:gd name="connsiteX17033" fmla="*/ 1519295 w 5158787"/>
              <a:gd name="connsiteY17033" fmla="*/ 2472707 h 4489084"/>
              <a:gd name="connsiteX17034" fmla="*/ 1519295 w 5158787"/>
              <a:gd name="connsiteY17034" fmla="*/ 2474128 h 4489084"/>
              <a:gd name="connsiteX17035" fmla="*/ 1509108 w 5158787"/>
              <a:gd name="connsiteY17035" fmla="*/ 2491718 h 4489084"/>
              <a:gd name="connsiteX17036" fmla="*/ 1507864 w 5158787"/>
              <a:gd name="connsiteY17036" fmla="*/ 2492429 h 4489084"/>
              <a:gd name="connsiteX17037" fmla="*/ 1487550 w 5158787"/>
              <a:gd name="connsiteY17037" fmla="*/ 2492429 h 4489084"/>
              <a:gd name="connsiteX17038" fmla="*/ 1486306 w 5158787"/>
              <a:gd name="connsiteY17038" fmla="*/ 2491718 h 4489084"/>
              <a:gd name="connsiteX17039" fmla="*/ 1476179 w 5158787"/>
              <a:gd name="connsiteY17039" fmla="*/ 2474128 h 4489084"/>
              <a:gd name="connsiteX17040" fmla="*/ 1476179 w 5158787"/>
              <a:gd name="connsiteY17040" fmla="*/ 2472707 h 4489084"/>
              <a:gd name="connsiteX17041" fmla="*/ 1486365 w 5158787"/>
              <a:gd name="connsiteY17041" fmla="*/ 2455117 h 4489084"/>
              <a:gd name="connsiteX17042" fmla="*/ 1487609 w 5158787"/>
              <a:gd name="connsiteY17042" fmla="*/ 2454406 h 4489084"/>
              <a:gd name="connsiteX17043" fmla="*/ 4666042 w 5158787"/>
              <a:gd name="connsiteY17043" fmla="*/ 2453991 h 4489084"/>
              <a:gd name="connsiteX17044" fmla="*/ 4686770 w 5158787"/>
              <a:gd name="connsiteY17044" fmla="*/ 2453991 h 4489084"/>
              <a:gd name="connsiteX17045" fmla="*/ 4688015 w 5158787"/>
              <a:gd name="connsiteY17045" fmla="*/ 2454702 h 4489084"/>
              <a:gd name="connsiteX17046" fmla="*/ 4698379 w 5158787"/>
              <a:gd name="connsiteY17046" fmla="*/ 2472706 h 4489084"/>
              <a:gd name="connsiteX17047" fmla="*/ 4698379 w 5158787"/>
              <a:gd name="connsiteY17047" fmla="*/ 2474187 h 4489084"/>
              <a:gd name="connsiteX17048" fmla="*/ 4688015 w 5158787"/>
              <a:gd name="connsiteY17048" fmla="*/ 2492191 h 4489084"/>
              <a:gd name="connsiteX17049" fmla="*/ 4686770 w 5158787"/>
              <a:gd name="connsiteY17049" fmla="*/ 2492902 h 4489084"/>
              <a:gd name="connsiteX17050" fmla="*/ 4666042 w 5158787"/>
              <a:gd name="connsiteY17050" fmla="*/ 2492902 h 4489084"/>
              <a:gd name="connsiteX17051" fmla="*/ 4664798 w 5158787"/>
              <a:gd name="connsiteY17051" fmla="*/ 2492191 h 4489084"/>
              <a:gd name="connsiteX17052" fmla="*/ 4654434 w 5158787"/>
              <a:gd name="connsiteY17052" fmla="*/ 2474187 h 4489084"/>
              <a:gd name="connsiteX17053" fmla="*/ 4654434 w 5158787"/>
              <a:gd name="connsiteY17053" fmla="*/ 2472706 h 4489084"/>
              <a:gd name="connsiteX17054" fmla="*/ 4664798 w 5158787"/>
              <a:gd name="connsiteY17054" fmla="*/ 2454702 h 4489084"/>
              <a:gd name="connsiteX17055" fmla="*/ 4666042 w 5158787"/>
              <a:gd name="connsiteY17055" fmla="*/ 2453991 h 4489084"/>
              <a:gd name="connsiteX17056" fmla="*/ 4598348 w 5158787"/>
              <a:gd name="connsiteY17056" fmla="*/ 2453873 h 4489084"/>
              <a:gd name="connsiteX17057" fmla="*/ 4619195 w 5158787"/>
              <a:gd name="connsiteY17057" fmla="*/ 2453873 h 4489084"/>
              <a:gd name="connsiteX17058" fmla="*/ 4620498 w 5158787"/>
              <a:gd name="connsiteY17058" fmla="*/ 2454584 h 4489084"/>
              <a:gd name="connsiteX17059" fmla="*/ 4630922 w 5158787"/>
              <a:gd name="connsiteY17059" fmla="*/ 2472647 h 4489084"/>
              <a:gd name="connsiteX17060" fmla="*/ 4630922 w 5158787"/>
              <a:gd name="connsiteY17060" fmla="*/ 2474128 h 4489084"/>
              <a:gd name="connsiteX17061" fmla="*/ 4620498 w 5158787"/>
              <a:gd name="connsiteY17061" fmla="*/ 2492191 h 4489084"/>
              <a:gd name="connsiteX17062" fmla="*/ 4619195 w 5158787"/>
              <a:gd name="connsiteY17062" fmla="*/ 2492902 h 4489084"/>
              <a:gd name="connsiteX17063" fmla="*/ 4598348 w 5158787"/>
              <a:gd name="connsiteY17063" fmla="*/ 2492902 h 4489084"/>
              <a:gd name="connsiteX17064" fmla="*/ 4597045 w 5158787"/>
              <a:gd name="connsiteY17064" fmla="*/ 2492191 h 4489084"/>
              <a:gd name="connsiteX17065" fmla="*/ 4586621 w 5158787"/>
              <a:gd name="connsiteY17065" fmla="*/ 2474128 h 4489084"/>
              <a:gd name="connsiteX17066" fmla="*/ 4586621 w 5158787"/>
              <a:gd name="connsiteY17066" fmla="*/ 2472647 h 4489084"/>
              <a:gd name="connsiteX17067" fmla="*/ 4597045 w 5158787"/>
              <a:gd name="connsiteY17067" fmla="*/ 2454584 h 4489084"/>
              <a:gd name="connsiteX17068" fmla="*/ 4598348 w 5158787"/>
              <a:gd name="connsiteY17068" fmla="*/ 2453873 h 4489084"/>
              <a:gd name="connsiteX17069" fmla="*/ 4733559 w 5158787"/>
              <a:gd name="connsiteY17069" fmla="*/ 2453754 h 4489084"/>
              <a:gd name="connsiteX17070" fmla="*/ 4754524 w 5158787"/>
              <a:gd name="connsiteY17070" fmla="*/ 2453754 h 4489084"/>
              <a:gd name="connsiteX17071" fmla="*/ 4755827 w 5158787"/>
              <a:gd name="connsiteY17071" fmla="*/ 2454524 h 4489084"/>
              <a:gd name="connsiteX17072" fmla="*/ 4766310 w 5158787"/>
              <a:gd name="connsiteY17072" fmla="*/ 2472706 h 4489084"/>
              <a:gd name="connsiteX17073" fmla="*/ 4766310 w 5158787"/>
              <a:gd name="connsiteY17073" fmla="*/ 2474187 h 4489084"/>
              <a:gd name="connsiteX17074" fmla="*/ 4755827 w 5158787"/>
              <a:gd name="connsiteY17074" fmla="*/ 2492369 h 4489084"/>
              <a:gd name="connsiteX17075" fmla="*/ 4754524 w 5158787"/>
              <a:gd name="connsiteY17075" fmla="*/ 2493139 h 4489084"/>
              <a:gd name="connsiteX17076" fmla="*/ 4733559 w 5158787"/>
              <a:gd name="connsiteY17076" fmla="*/ 2493139 h 4489084"/>
              <a:gd name="connsiteX17077" fmla="*/ 4732256 w 5158787"/>
              <a:gd name="connsiteY17077" fmla="*/ 2492369 h 4489084"/>
              <a:gd name="connsiteX17078" fmla="*/ 4721773 w 5158787"/>
              <a:gd name="connsiteY17078" fmla="*/ 2474187 h 4489084"/>
              <a:gd name="connsiteX17079" fmla="*/ 4721773 w 5158787"/>
              <a:gd name="connsiteY17079" fmla="*/ 2472706 h 4489084"/>
              <a:gd name="connsiteX17080" fmla="*/ 4732256 w 5158787"/>
              <a:gd name="connsiteY17080" fmla="*/ 2454524 h 4489084"/>
              <a:gd name="connsiteX17081" fmla="*/ 4733559 w 5158787"/>
              <a:gd name="connsiteY17081" fmla="*/ 2453754 h 4489084"/>
              <a:gd name="connsiteX17082" fmla="*/ 2771904 w 5158787"/>
              <a:gd name="connsiteY17082" fmla="*/ 2453044 h 4489084"/>
              <a:gd name="connsiteX17083" fmla="*/ 2793640 w 5158787"/>
              <a:gd name="connsiteY17083" fmla="*/ 2453044 h 4489084"/>
              <a:gd name="connsiteX17084" fmla="*/ 2794943 w 5158787"/>
              <a:gd name="connsiteY17084" fmla="*/ 2453814 h 4489084"/>
              <a:gd name="connsiteX17085" fmla="*/ 2805781 w 5158787"/>
              <a:gd name="connsiteY17085" fmla="*/ 2472647 h 4489084"/>
              <a:gd name="connsiteX17086" fmla="*/ 2805781 w 5158787"/>
              <a:gd name="connsiteY17086" fmla="*/ 2474187 h 4489084"/>
              <a:gd name="connsiteX17087" fmla="*/ 2794884 w 5158787"/>
              <a:gd name="connsiteY17087" fmla="*/ 2493021 h 4489084"/>
              <a:gd name="connsiteX17088" fmla="*/ 2793581 w 5158787"/>
              <a:gd name="connsiteY17088" fmla="*/ 2493791 h 4489084"/>
              <a:gd name="connsiteX17089" fmla="*/ 2771845 w 5158787"/>
              <a:gd name="connsiteY17089" fmla="*/ 2493791 h 4489084"/>
              <a:gd name="connsiteX17090" fmla="*/ 2770542 w 5158787"/>
              <a:gd name="connsiteY17090" fmla="*/ 2493021 h 4489084"/>
              <a:gd name="connsiteX17091" fmla="*/ 2759704 w 5158787"/>
              <a:gd name="connsiteY17091" fmla="*/ 2474187 h 4489084"/>
              <a:gd name="connsiteX17092" fmla="*/ 2759704 w 5158787"/>
              <a:gd name="connsiteY17092" fmla="*/ 2472647 h 4489084"/>
              <a:gd name="connsiteX17093" fmla="*/ 2770602 w 5158787"/>
              <a:gd name="connsiteY17093" fmla="*/ 2453814 h 4489084"/>
              <a:gd name="connsiteX17094" fmla="*/ 2771904 w 5158787"/>
              <a:gd name="connsiteY17094" fmla="*/ 2453044 h 4489084"/>
              <a:gd name="connsiteX17095" fmla="*/ 1284053 w 5158787"/>
              <a:gd name="connsiteY17095" fmla="*/ 2453044 h 4489084"/>
              <a:gd name="connsiteX17096" fmla="*/ 1305788 w 5158787"/>
              <a:gd name="connsiteY17096" fmla="*/ 2453044 h 4489084"/>
              <a:gd name="connsiteX17097" fmla="*/ 1307091 w 5158787"/>
              <a:gd name="connsiteY17097" fmla="*/ 2453814 h 4489084"/>
              <a:gd name="connsiteX17098" fmla="*/ 1317929 w 5158787"/>
              <a:gd name="connsiteY17098" fmla="*/ 2472647 h 4489084"/>
              <a:gd name="connsiteX17099" fmla="*/ 1317929 w 5158787"/>
              <a:gd name="connsiteY17099" fmla="*/ 2474187 h 4489084"/>
              <a:gd name="connsiteX17100" fmla="*/ 1307032 w 5158787"/>
              <a:gd name="connsiteY17100" fmla="*/ 2493021 h 4489084"/>
              <a:gd name="connsiteX17101" fmla="*/ 1305729 w 5158787"/>
              <a:gd name="connsiteY17101" fmla="*/ 2493791 h 4489084"/>
              <a:gd name="connsiteX17102" fmla="*/ 1283993 w 5158787"/>
              <a:gd name="connsiteY17102" fmla="*/ 2493791 h 4489084"/>
              <a:gd name="connsiteX17103" fmla="*/ 1282690 w 5158787"/>
              <a:gd name="connsiteY17103" fmla="*/ 2493021 h 4489084"/>
              <a:gd name="connsiteX17104" fmla="*/ 1271852 w 5158787"/>
              <a:gd name="connsiteY17104" fmla="*/ 2474187 h 4489084"/>
              <a:gd name="connsiteX17105" fmla="*/ 1271852 w 5158787"/>
              <a:gd name="connsiteY17105" fmla="*/ 2472647 h 4489084"/>
              <a:gd name="connsiteX17106" fmla="*/ 1282750 w 5158787"/>
              <a:gd name="connsiteY17106" fmla="*/ 2453814 h 4489084"/>
              <a:gd name="connsiteX17107" fmla="*/ 1284053 w 5158787"/>
              <a:gd name="connsiteY17107" fmla="*/ 2453044 h 4489084"/>
              <a:gd name="connsiteX17108" fmla="*/ 1418967 w 5158787"/>
              <a:gd name="connsiteY17108" fmla="*/ 2452451 h 4489084"/>
              <a:gd name="connsiteX17109" fmla="*/ 1441354 w 5158787"/>
              <a:gd name="connsiteY17109" fmla="*/ 2452451 h 4489084"/>
              <a:gd name="connsiteX17110" fmla="*/ 1442716 w 5158787"/>
              <a:gd name="connsiteY17110" fmla="*/ 2453221 h 4489084"/>
              <a:gd name="connsiteX17111" fmla="*/ 1453910 w 5158787"/>
              <a:gd name="connsiteY17111" fmla="*/ 2472647 h 4489084"/>
              <a:gd name="connsiteX17112" fmla="*/ 1453910 w 5158787"/>
              <a:gd name="connsiteY17112" fmla="*/ 2474246 h 4489084"/>
              <a:gd name="connsiteX17113" fmla="*/ 1442716 w 5158787"/>
              <a:gd name="connsiteY17113" fmla="*/ 2493671 h 4489084"/>
              <a:gd name="connsiteX17114" fmla="*/ 1441354 w 5158787"/>
              <a:gd name="connsiteY17114" fmla="*/ 2494441 h 4489084"/>
              <a:gd name="connsiteX17115" fmla="*/ 1418967 w 5158787"/>
              <a:gd name="connsiteY17115" fmla="*/ 2494441 h 4489084"/>
              <a:gd name="connsiteX17116" fmla="*/ 1417605 w 5158787"/>
              <a:gd name="connsiteY17116" fmla="*/ 2493671 h 4489084"/>
              <a:gd name="connsiteX17117" fmla="*/ 1406411 w 5158787"/>
              <a:gd name="connsiteY17117" fmla="*/ 2474246 h 4489084"/>
              <a:gd name="connsiteX17118" fmla="*/ 1406411 w 5158787"/>
              <a:gd name="connsiteY17118" fmla="*/ 2472647 h 4489084"/>
              <a:gd name="connsiteX17119" fmla="*/ 1417605 w 5158787"/>
              <a:gd name="connsiteY17119" fmla="*/ 2453221 h 4489084"/>
              <a:gd name="connsiteX17120" fmla="*/ 1418967 w 5158787"/>
              <a:gd name="connsiteY17120" fmla="*/ 2452451 h 4489084"/>
              <a:gd name="connsiteX17121" fmla="*/ 4867881 w 5158787"/>
              <a:gd name="connsiteY17121" fmla="*/ 2452037 h 4489084"/>
              <a:gd name="connsiteX17122" fmla="*/ 4890742 w 5158787"/>
              <a:gd name="connsiteY17122" fmla="*/ 2452037 h 4489084"/>
              <a:gd name="connsiteX17123" fmla="*/ 4892163 w 5158787"/>
              <a:gd name="connsiteY17123" fmla="*/ 2452866 h 4489084"/>
              <a:gd name="connsiteX17124" fmla="*/ 4903594 w 5158787"/>
              <a:gd name="connsiteY17124" fmla="*/ 2472647 h 4489084"/>
              <a:gd name="connsiteX17125" fmla="*/ 4903594 w 5158787"/>
              <a:gd name="connsiteY17125" fmla="*/ 2474246 h 4489084"/>
              <a:gd name="connsiteX17126" fmla="*/ 4892163 w 5158787"/>
              <a:gd name="connsiteY17126" fmla="*/ 2494027 h 4489084"/>
              <a:gd name="connsiteX17127" fmla="*/ 4890742 w 5158787"/>
              <a:gd name="connsiteY17127" fmla="*/ 2494857 h 4489084"/>
              <a:gd name="connsiteX17128" fmla="*/ 4867881 w 5158787"/>
              <a:gd name="connsiteY17128" fmla="*/ 2494857 h 4489084"/>
              <a:gd name="connsiteX17129" fmla="*/ 4866460 w 5158787"/>
              <a:gd name="connsiteY17129" fmla="*/ 2494027 h 4489084"/>
              <a:gd name="connsiteX17130" fmla="*/ 4855029 w 5158787"/>
              <a:gd name="connsiteY17130" fmla="*/ 2474246 h 4489084"/>
              <a:gd name="connsiteX17131" fmla="*/ 4855029 w 5158787"/>
              <a:gd name="connsiteY17131" fmla="*/ 2472647 h 4489084"/>
              <a:gd name="connsiteX17132" fmla="*/ 4866460 w 5158787"/>
              <a:gd name="connsiteY17132" fmla="*/ 2452866 h 4489084"/>
              <a:gd name="connsiteX17133" fmla="*/ 4867881 w 5158787"/>
              <a:gd name="connsiteY17133" fmla="*/ 2452037 h 4489084"/>
              <a:gd name="connsiteX17134" fmla="*/ 4800186 w 5158787"/>
              <a:gd name="connsiteY17134" fmla="*/ 2451918 h 4489084"/>
              <a:gd name="connsiteX17135" fmla="*/ 4823165 w 5158787"/>
              <a:gd name="connsiteY17135" fmla="*/ 2451918 h 4489084"/>
              <a:gd name="connsiteX17136" fmla="*/ 4824587 w 5158787"/>
              <a:gd name="connsiteY17136" fmla="*/ 2452747 h 4489084"/>
              <a:gd name="connsiteX17137" fmla="*/ 4836077 w 5158787"/>
              <a:gd name="connsiteY17137" fmla="*/ 2472647 h 4489084"/>
              <a:gd name="connsiteX17138" fmla="*/ 4836077 w 5158787"/>
              <a:gd name="connsiteY17138" fmla="*/ 2474246 h 4489084"/>
              <a:gd name="connsiteX17139" fmla="*/ 4824587 w 5158787"/>
              <a:gd name="connsiteY17139" fmla="*/ 2494146 h 4489084"/>
              <a:gd name="connsiteX17140" fmla="*/ 4823165 w 5158787"/>
              <a:gd name="connsiteY17140" fmla="*/ 2494975 h 4489084"/>
              <a:gd name="connsiteX17141" fmla="*/ 4800186 w 5158787"/>
              <a:gd name="connsiteY17141" fmla="*/ 2494975 h 4489084"/>
              <a:gd name="connsiteX17142" fmla="*/ 4798765 w 5158787"/>
              <a:gd name="connsiteY17142" fmla="*/ 2494146 h 4489084"/>
              <a:gd name="connsiteX17143" fmla="*/ 4787275 w 5158787"/>
              <a:gd name="connsiteY17143" fmla="*/ 2474246 h 4489084"/>
              <a:gd name="connsiteX17144" fmla="*/ 4787275 w 5158787"/>
              <a:gd name="connsiteY17144" fmla="*/ 2472647 h 4489084"/>
              <a:gd name="connsiteX17145" fmla="*/ 4798765 w 5158787"/>
              <a:gd name="connsiteY17145" fmla="*/ 2452747 h 4489084"/>
              <a:gd name="connsiteX17146" fmla="*/ 4800186 w 5158787"/>
              <a:gd name="connsiteY17146" fmla="*/ 2451918 h 4489084"/>
              <a:gd name="connsiteX17147" fmla="*/ 1350799 w 5158787"/>
              <a:gd name="connsiteY17147" fmla="*/ 2451504 h 4489084"/>
              <a:gd name="connsiteX17148" fmla="*/ 1374193 w 5158787"/>
              <a:gd name="connsiteY17148" fmla="*/ 2451504 h 4489084"/>
              <a:gd name="connsiteX17149" fmla="*/ 1375614 w 5158787"/>
              <a:gd name="connsiteY17149" fmla="*/ 2452333 h 4489084"/>
              <a:gd name="connsiteX17150" fmla="*/ 1387282 w 5158787"/>
              <a:gd name="connsiteY17150" fmla="*/ 2472588 h 4489084"/>
              <a:gd name="connsiteX17151" fmla="*/ 1387282 w 5158787"/>
              <a:gd name="connsiteY17151" fmla="*/ 2474247 h 4489084"/>
              <a:gd name="connsiteX17152" fmla="*/ 1375555 w 5158787"/>
              <a:gd name="connsiteY17152" fmla="*/ 2494501 h 4489084"/>
              <a:gd name="connsiteX17153" fmla="*/ 1374134 w 5158787"/>
              <a:gd name="connsiteY17153" fmla="*/ 2495331 h 4489084"/>
              <a:gd name="connsiteX17154" fmla="*/ 1350740 w 5158787"/>
              <a:gd name="connsiteY17154" fmla="*/ 2495331 h 4489084"/>
              <a:gd name="connsiteX17155" fmla="*/ 1349318 w 5158787"/>
              <a:gd name="connsiteY17155" fmla="*/ 2494501 h 4489084"/>
              <a:gd name="connsiteX17156" fmla="*/ 1337651 w 5158787"/>
              <a:gd name="connsiteY17156" fmla="*/ 2474247 h 4489084"/>
              <a:gd name="connsiteX17157" fmla="*/ 1337651 w 5158787"/>
              <a:gd name="connsiteY17157" fmla="*/ 2472588 h 4489084"/>
              <a:gd name="connsiteX17158" fmla="*/ 1349377 w 5158787"/>
              <a:gd name="connsiteY17158" fmla="*/ 2452333 h 4489084"/>
              <a:gd name="connsiteX17159" fmla="*/ 1350799 w 5158787"/>
              <a:gd name="connsiteY17159" fmla="*/ 2451504 h 4489084"/>
              <a:gd name="connsiteX17160" fmla="*/ 2979963 w 5158787"/>
              <a:gd name="connsiteY17160" fmla="*/ 2404183 h 4489084"/>
              <a:gd name="connsiteX17161" fmla="*/ 2991334 w 5158787"/>
              <a:gd name="connsiteY17161" fmla="*/ 2404183 h 4489084"/>
              <a:gd name="connsiteX17162" fmla="*/ 2992045 w 5158787"/>
              <a:gd name="connsiteY17162" fmla="*/ 2404598 h 4489084"/>
              <a:gd name="connsiteX17163" fmla="*/ 2997730 w 5158787"/>
              <a:gd name="connsiteY17163" fmla="*/ 2414429 h 4489084"/>
              <a:gd name="connsiteX17164" fmla="*/ 2997730 w 5158787"/>
              <a:gd name="connsiteY17164" fmla="*/ 2415258 h 4489084"/>
              <a:gd name="connsiteX17165" fmla="*/ 2992045 w 5158787"/>
              <a:gd name="connsiteY17165" fmla="*/ 2425090 h 4489084"/>
              <a:gd name="connsiteX17166" fmla="*/ 2991334 w 5158787"/>
              <a:gd name="connsiteY17166" fmla="*/ 2425504 h 4489084"/>
              <a:gd name="connsiteX17167" fmla="*/ 2979963 w 5158787"/>
              <a:gd name="connsiteY17167" fmla="*/ 2425504 h 4489084"/>
              <a:gd name="connsiteX17168" fmla="*/ 2979252 w 5158787"/>
              <a:gd name="connsiteY17168" fmla="*/ 2425090 h 4489084"/>
              <a:gd name="connsiteX17169" fmla="*/ 2973567 w 5158787"/>
              <a:gd name="connsiteY17169" fmla="*/ 2415258 h 4489084"/>
              <a:gd name="connsiteX17170" fmla="*/ 2973567 w 5158787"/>
              <a:gd name="connsiteY17170" fmla="*/ 2414429 h 4489084"/>
              <a:gd name="connsiteX17171" fmla="*/ 2979252 w 5158787"/>
              <a:gd name="connsiteY17171" fmla="*/ 2404598 h 4489084"/>
              <a:gd name="connsiteX17172" fmla="*/ 2979963 w 5158787"/>
              <a:gd name="connsiteY17172" fmla="*/ 2404183 h 4489084"/>
              <a:gd name="connsiteX17173" fmla="*/ 3047420 w 5158787"/>
              <a:gd name="connsiteY17173" fmla="*/ 2403828 h 4489084"/>
              <a:gd name="connsiteX17174" fmla="*/ 3059147 w 5158787"/>
              <a:gd name="connsiteY17174" fmla="*/ 2403828 h 4489084"/>
              <a:gd name="connsiteX17175" fmla="*/ 3059857 w 5158787"/>
              <a:gd name="connsiteY17175" fmla="*/ 2404243 h 4489084"/>
              <a:gd name="connsiteX17176" fmla="*/ 3065720 w 5158787"/>
              <a:gd name="connsiteY17176" fmla="*/ 2414370 h 4489084"/>
              <a:gd name="connsiteX17177" fmla="*/ 3065720 w 5158787"/>
              <a:gd name="connsiteY17177" fmla="*/ 2415199 h 4489084"/>
              <a:gd name="connsiteX17178" fmla="*/ 3059857 w 5158787"/>
              <a:gd name="connsiteY17178" fmla="*/ 2425327 h 4489084"/>
              <a:gd name="connsiteX17179" fmla="*/ 3059147 w 5158787"/>
              <a:gd name="connsiteY17179" fmla="*/ 2425741 h 4489084"/>
              <a:gd name="connsiteX17180" fmla="*/ 3047420 w 5158787"/>
              <a:gd name="connsiteY17180" fmla="*/ 2425741 h 4489084"/>
              <a:gd name="connsiteX17181" fmla="*/ 3046709 w 5158787"/>
              <a:gd name="connsiteY17181" fmla="*/ 2425327 h 4489084"/>
              <a:gd name="connsiteX17182" fmla="*/ 3040846 w 5158787"/>
              <a:gd name="connsiteY17182" fmla="*/ 2415199 h 4489084"/>
              <a:gd name="connsiteX17183" fmla="*/ 3040846 w 5158787"/>
              <a:gd name="connsiteY17183" fmla="*/ 2414370 h 4489084"/>
              <a:gd name="connsiteX17184" fmla="*/ 3046709 w 5158787"/>
              <a:gd name="connsiteY17184" fmla="*/ 2404243 h 4489084"/>
              <a:gd name="connsiteX17185" fmla="*/ 3047420 w 5158787"/>
              <a:gd name="connsiteY17185" fmla="*/ 2403828 h 4489084"/>
              <a:gd name="connsiteX17186" fmla="*/ 3723475 w 5158787"/>
              <a:gd name="connsiteY17186" fmla="*/ 2403354 h 4489084"/>
              <a:gd name="connsiteX17187" fmla="*/ 3735734 w 5158787"/>
              <a:gd name="connsiteY17187" fmla="*/ 2403354 h 4489084"/>
              <a:gd name="connsiteX17188" fmla="*/ 3736504 w 5158787"/>
              <a:gd name="connsiteY17188" fmla="*/ 2403769 h 4489084"/>
              <a:gd name="connsiteX17189" fmla="*/ 3742604 w 5158787"/>
              <a:gd name="connsiteY17189" fmla="*/ 2414370 h 4489084"/>
              <a:gd name="connsiteX17190" fmla="*/ 3742604 w 5158787"/>
              <a:gd name="connsiteY17190" fmla="*/ 2415258 h 4489084"/>
              <a:gd name="connsiteX17191" fmla="*/ 3736445 w 5158787"/>
              <a:gd name="connsiteY17191" fmla="*/ 2425860 h 4489084"/>
              <a:gd name="connsiteX17192" fmla="*/ 3735675 w 5158787"/>
              <a:gd name="connsiteY17192" fmla="*/ 2426274 h 4489084"/>
              <a:gd name="connsiteX17193" fmla="*/ 3723415 w 5158787"/>
              <a:gd name="connsiteY17193" fmla="*/ 2426274 h 4489084"/>
              <a:gd name="connsiteX17194" fmla="*/ 3722645 w 5158787"/>
              <a:gd name="connsiteY17194" fmla="*/ 2425860 h 4489084"/>
              <a:gd name="connsiteX17195" fmla="*/ 3716545 w 5158787"/>
              <a:gd name="connsiteY17195" fmla="*/ 2415258 h 4489084"/>
              <a:gd name="connsiteX17196" fmla="*/ 3716545 w 5158787"/>
              <a:gd name="connsiteY17196" fmla="*/ 2414370 h 4489084"/>
              <a:gd name="connsiteX17197" fmla="*/ 3722705 w 5158787"/>
              <a:gd name="connsiteY17197" fmla="*/ 2403769 h 4489084"/>
              <a:gd name="connsiteX17198" fmla="*/ 3723475 w 5158787"/>
              <a:gd name="connsiteY17198" fmla="*/ 2403354 h 4489084"/>
              <a:gd name="connsiteX17199" fmla="*/ 4061531 w 5158787"/>
              <a:gd name="connsiteY17199" fmla="*/ 2403235 h 4489084"/>
              <a:gd name="connsiteX17200" fmla="*/ 4073909 w 5158787"/>
              <a:gd name="connsiteY17200" fmla="*/ 2403235 h 4489084"/>
              <a:gd name="connsiteX17201" fmla="*/ 4074679 w 5158787"/>
              <a:gd name="connsiteY17201" fmla="*/ 2403650 h 4489084"/>
              <a:gd name="connsiteX17202" fmla="*/ 4080839 w 5158787"/>
              <a:gd name="connsiteY17202" fmla="*/ 2414369 h 4489084"/>
              <a:gd name="connsiteX17203" fmla="*/ 4080839 w 5158787"/>
              <a:gd name="connsiteY17203" fmla="*/ 2415258 h 4489084"/>
              <a:gd name="connsiteX17204" fmla="*/ 4074679 w 5158787"/>
              <a:gd name="connsiteY17204" fmla="*/ 2425977 h 4489084"/>
              <a:gd name="connsiteX17205" fmla="*/ 4073909 w 5158787"/>
              <a:gd name="connsiteY17205" fmla="*/ 2426392 h 4489084"/>
              <a:gd name="connsiteX17206" fmla="*/ 4061531 w 5158787"/>
              <a:gd name="connsiteY17206" fmla="*/ 2426392 h 4489084"/>
              <a:gd name="connsiteX17207" fmla="*/ 4060761 w 5158787"/>
              <a:gd name="connsiteY17207" fmla="*/ 2425977 h 4489084"/>
              <a:gd name="connsiteX17208" fmla="*/ 4054602 w 5158787"/>
              <a:gd name="connsiteY17208" fmla="*/ 2415258 h 4489084"/>
              <a:gd name="connsiteX17209" fmla="*/ 4054602 w 5158787"/>
              <a:gd name="connsiteY17209" fmla="*/ 2414369 h 4489084"/>
              <a:gd name="connsiteX17210" fmla="*/ 4060761 w 5158787"/>
              <a:gd name="connsiteY17210" fmla="*/ 2403650 h 4489084"/>
              <a:gd name="connsiteX17211" fmla="*/ 4061531 w 5158787"/>
              <a:gd name="connsiteY17211" fmla="*/ 2403235 h 4489084"/>
              <a:gd name="connsiteX17212" fmla="*/ 2911736 w 5158787"/>
              <a:gd name="connsiteY17212" fmla="*/ 2402998 h 4489084"/>
              <a:gd name="connsiteX17213" fmla="*/ 2924291 w 5158787"/>
              <a:gd name="connsiteY17213" fmla="*/ 2402998 h 4489084"/>
              <a:gd name="connsiteX17214" fmla="*/ 2925061 w 5158787"/>
              <a:gd name="connsiteY17214" fmla="*/ 2403472 h 4489084"/>
              <a:gd name="connsiteX17215" fmla="*/ 2931339 w 5158787"/>
              <a:gd name="connsiteY17215" fmla="*/ 2414369 h 4489084"/>
              <a:gd name="connsiteX17216" fmla="*/ 2931339 w 5158787"/>
              <a:gd name="connsiteY17216" fmla="*/ 2415258 h 4489084"/>
              <a:gd name="connsiteX17217" fmla="*/ 2925061 w 5158787"/>
              <a:gd name="connsiteY17217" fmla="*/ 2426155 h 4489084"/>
              <a:gd name="connsiteX17218" fmla="*/ 2924291 w 5158787"/>
              <a:gd name="connsiteY17218" fmla="*/ 2426629 h 4489084"/>
              <a:gd name="connsiteX17219" fmla="*/ 2911736 w 5158787"/>
              <a:gd name="connsiteY17219" fmla="*/ 2426629 h 4489084"/>
              <a:gd name="connsiteX17220" fmla="*/ 2910966 w 5158787"/>
              <a:gd name="connsiteY17220" fmla="*/ 2426155 h 4489084"/>
              <a:gd name="connsiteX17221" fmla="*/ 2904688 w 5158787"/>
              <a:gd name="connsiteY17221" fmla="*/ 2415258 h 4489084"/>
              <a:gd name="connsiteX17222" fmla="*/ 2904688 w 5158787"/>
              <a:gd name="connsiteY17222" fmla="*/ 2414369 h 4489084"/>
              <a:gd name="connsiteX17223" fmla="*/ 2910966 w 5158787"/>
              <a:gd name="connsiteY17223" fmla="*/ 2403472 h 4489084"/>
              <a:gd name="connsiteX17224" fmla="*/ 2911736 w 5158787"/>
              <a:gd name="connsiteY17224" fmla="*/ 2402998 h 4489084"/>
              <a:gd name="connsiteX17225" fmla="*/ 3858271 w 5158787"/>
              <a:gd name="connsiteY17225" fmla="*/ 2402525 h 4489084"/>
              <a:gd name="connsiteX17226" fmla="*/ 3871419 w 5158787"/>
              <a:gd name="connsiteY17226" fmla="*/ 2402525 h 4489084"/>
              <a:gd name="connsiteX17227" fmla="*/ 3872248 w 5158787"/>
              <a:gd name="connsiteY17227" fmla="*/ 2402999 h 4489084"/>
              <a:gd name="connsiteX17228" fmla="*/ 3878822 w 5158787"/>
              <a:gd name="connsiteY17228" fmla="*/ 2414370 h 4489084"/>
              <a:gd name="connsiteX17229" fmla="*/ 3878822 w 5158787"/>
              <a:gd name="connsiteY17229" fmla="*/ 2415317 h 4489084"/>
              <a:gd name="connsiteX17230" fmla="*/ 3872248 w 5158787"/>
              <a:gd name="connsiteY17230" fmla="*/ 2426689 h 4489084"/>
              <a:gd name="connsiteX17231" fmla="*/ 3871419 w 5158787"/>
              <a:gd name="connsiteY17231" fmla="*/ 2427162 h 4489084"/>
              <a:gd name="connsiteX17232" fmla="*/ 3858271 w 5158787"/>
              <a:gd name="connsiteY17232" fmla="*/ 2427162 h 4489084"/>
              <a:gd name="connsiteX17233" fmla="*/ 3857442 w 5158787"/>
              <a:gd name="connsiteY17233" fmla="*/ 2426689 h 4489084"/>
              <a:gd name="connsiteX17234" fmla="*/ 3850868 w 5158787"/>
              <a:gd name="connsiteY17234" fmla="*/ 2415317 h 4489084"/>
              <a:gd name="connsiteX17235" fmla="*/ 3850868 w 5158787"/>
              <a:gd name="connsiteY17235" fmla="*/ 2414370 h 4489084"/>
              <a:gd name="connsiteX17236" fmla="*/ 3857442 w 5158787"/>
              <a:gd name="connsiteY17236" fmla="*/ 2402999 h 4489084"/>
              <a:gd name="connsiteX17237" fmla="*/ 3858271 w 5158787"/>
              <a:gd name="connsiteY17237" fmla="*/ 2402525 h 4489084"/>
              <a:gd name="connsiteX17238" fmla="*/ 3114344 w 5158787"/>
              <a:gd name="connsiteY17238" fmla="*/ 2402525 h 4489084"/>
              <a:gd name="connsiteX17239" fmla="*/ 3127492 w 5158787"/>
              <a:gd name="connsiteY17239" fmla="*/ 2402525 h 4489084"/>
              <a:gd name="connsiteX17240" fmla="*/ 3128321 w 5158787"/>
              <a:gd name="connsiteY17240" fmla="*/ 2402999 h 4489084"/>
              <a:gd name="connsiteX17241" fmla="*/ 3134895 w 5158787"/>
              <a:gd name="connsiteY17241" fmla="*/ 2414370 h 4489084"/>
              <a:gd name="connsiteX17242" fmla="*/ 3134895 w 5158787"/>
              <a:gd name="connsiteY17242" fmla="*/ 2415317 h 4489084"/>
              <a:gd name="connsiteX17243" fmla="*/ 3128321 w 5158787"/>
              <a:gd name="connsiteY17243" fmla="*/ 2426689 h 4489084"/>
              <a:gd name="connsiteX17244" fmla="*/ 3127492 w 5158787"/>
              <a:gd name="connsiteY17244" fmla="*/ 2427162 h 4489084"/>
              <a:gd name="connsiteX17245" fmla="*/ 3114344 w 5158787"/>
              <a:gd name="connsiteY17245" fmla="*/ 2427162 h 4489084"/>
              <a:gd name="connsiteX17246" fmla="*/ 3113515 w 5158787"/>
              <a:gd name="connsiteY17246" fmla="*/ 2426689 h 4489084"/>
              <a:gd name="connsiteX17247" fmla="*/ 3106941 w 5158787"/>
              <a:gd name="connsiteY17247" fmla="*/ 2415317 h 4489084"/>
              <a:gd name="connsiteX17248" fmla="*/ 3106941 w 5158787"/>
              <a:gd name="connsiteY17248" fmla="*/ 2414370 h 4489084"/>
              <a:gd name="connsiteX17249" fmla="*/ 3113515 w 5158787"/>
              <a:gd name="connsiteY17249" fmla="*/ 2402999 h 4489084"/>
              <a:gd name="connsiteX17250" fmla="*/ 3114344 w 5158787"/>
              <a:gd name="connsiteY17250" fmla="*/ 2402525 h 4489084"/>
              <a:gd name="connsiteX17251" fmla="*/ 4128633 w 5158787"/>
              <a:gd name="connsiteY17251" fmla="*/ 2402169 h 4489084"/>
              <a:gd name="connsiteX17252" fmla="*/ 4142078 w 5158787"/>
              <a:gd name="connsiteY17252" fmla="*/ 2402169 h 4489084"/>
              <a:gd name="connsiteX17253" fmla="*/ 4142907 w 5158787"/>
              <a:gd name="connsiteY17253" fmla="*/ 2402643 h 4489084"/>
              <a:gd name="connsiteX17254" fmla="*/ 4149659 w 5158787"/>
              <a:gd name="connsiteY17254" fmla="*/ 2414310 h 4489084"/>
              <a:gd name="connsiteX17255" fmla="*/ 4149659 w 5158787"/>
              <a:gd name="connsiteY17255" fmla="*/ 2415258 h 4489084"/>
              <a:gd name="connsiteX17256" fmla="*/ 4142907 w 5158787"/>
              <a:gd name="connsiteY17256" fmla="*/ 2426925 h 4489084"/>
              <a:gd name="connsiteX17257" fmla="*/ 4142078 w 5158787"/>
              <a:gd name="connsiteY17257" fmla="*/ 2427399 h 4489084"/>
              <a:gd name="connsiteX17258" fmla="*/ 4128633 w 5158787"/>
              <a:gd name="connsiteY17258" fmla="*/ 2427399 h 4489084"/>
              <a:gd name="connsiteX17259" fmla="*/ 4127804 w 5158787"/>
              <a:gd name="connsiteY17259" fmla="*/ 2426925 h 4489084"/>
              <a:gd name="connsiteX17260" fmla="*/ 4121053 w 5158787"/>
              <a:gd name="connsiteY17260" fmla="*/ 2415258 h 4489084"/>
              <a:gd name="connsiteX17261" fmla="*/ 4121053 w 5158787"/>
              <a:gd name="connsiteY17261" fmla="*/ 2414310 h 4489084"/>
              <a:gd name="connsiteX17262" fmla="*/ 4127804 w 5158787"/>
              <a:gd name="connsiteY17262" fmla="*/ 2402643 h 4489084"/>
              <a:gd name="connsiteX17263" fmla="*/ 4128633 w 5158787"/>
              <a:gd name="connsiteY17263" fmla="*/ 2402169 h 4489084"/>
              <a:gd name="connsiteX17264" fmla="*/ 4196209 w 5158787"/>
              <a:gd name="connsiteY17264" fmla="*/ 2402110 h 4489084"/>
              <a:gd name="connsiteX17265" fmla="*/ 4209772 w 5158787"/>
              <a:gd name="connsiteY17265" fmla="*/ 2402110 h 4489084"/>
              <a:gd name="connsiteX17266" fmla="*/ 4210601 w 5158787"/>
              <a:gd name="connsiteY17266" fmla="*/ 2402584 h 4489084"/>
              <a:gd name="connsiteX17267" fmla="*/ 4217411 w 5158787"/>
              <a:gd name="connsiteY17267" fmla="*/ 2414370 h 4489084"/>
              <a:gd name="connsiteX17268" fmla="*/ 4217411 w 5158787"/>
              <a:gd name="connsiteY17268" fmla="*/ 2415317 h 4489084"/>
              <a:gd name="connsiteX17269" fmla="*/ 4210601 w 5158787"/>
              <a:gd name="connsiteY17269" fmla="*/ 2427103 h 4489084"/>
              <a:gd name="connsiteX17270" fmla="*/ 4209772 w 5158787"/>
              <a:gd name="connsiteY17270" fmla="*/ 2427577 h 4489084"/>
              <a:gd name="connsiteX17271" fmla="*/ 4196209 w 5158787"/>
              <a:gd name="connsiteY17271" fmla="*/ 2427577 h 4489084"/>
              <a:gd name="connsiteX17272" fmla="*/ 4195380 w 5158787"/>
              <a:gd name="connsiteY17272" fmla="*/ 2427103 h 4489084"/>
              <a:gd name="connsiteX17273" fmla="*/ 4188569 w 5158787"/>
              <a:gd name="connsiteY17273" fmla="*/ 2415317 h 4489084"/>
              <a:gd name="connsiteX17274" fmla="*/ 4188569 w 5158787"/>
              <a:gd name="connsiteY17274" fmla="*/ 2414370 h 4489084"/>
              <a:gd name="connsiteX17275" fmla="*/ 4195380 w 5158787"/>
              <a:gd name="connsiteY17275" fmla="*/ 2402584 h 4489084"/>
              <a:gd name="connsiteX17276" fmla="*/ 4196209 w 5158787"/>
              <a:gd name="connsiteY17276" fmla="*/ 2402110 h 4489084"/>
              <a:gd name="connsiteX17277" fmla="*/ 4263726 w 5158787"/>
              <a:gd name="connsiteY17277" fmla="*/ 2401873 h 4489084"/>
              <a:gd name="connsiteX17278" fmla="*/ 4277525 w 5158787"/>
              <a:gd name="connsiteY17278" fmla="*/ 2401873 h 4489084"/>
              <a:gd name="connsiteX17279" fmla="*/ 4278354 w 5158787"/>
              <a:gd name="connsiteY17279" fmla="*/ 2402347 h 4489084"/>
              <a:gd name="connsiteX17280" fmla="*/ 4285224 w 5158787"/>
              <a:gd name="connsiteY17280" fmla="*/ 2414310 h 4489084"/>
              <a:gd name="connsiteX17281" fmla="*/ 4285224 w 5158787"/>
              <a:gd name="connsiteY17281" fmla="*/ 2415258 h 4489084"/>
              <a:gd name="connsiteX17282" fmla="*/ 4278295 w 5158787"/>
              <a:gd name="connsiteY17282" fmla="*/ 2427222 h 4489084"/>
              <a:gd name="connsiteX17283" fmla="*/ 4277466 w 5158787"/>
              <a:gd name="connsiteY17283" fmla="*/ 2427695 h 4489084"/>
              <a:gd name="connsiteX17284" fmla="*/ 4263666 w 5158787"/>
              <a:gd name="connsiteY17284" fmla="*/ 2427695 h 4489084"/>
              <a:gd name="connsiteX17285" fmla="*/ 4262837 w 5158787"/>
              <a:gd name="connsiteY17285" fmla="*/ 2427222 h 4489084"/>
              <a:gd name="connsiteX17286" fmla="*/ 4255967 w 5158787"/>
              <a:gd name="connsiteY17286" fmla="*/ 2415258 h 4489084"/>
              <a:gd name="connsiteX17287" fmla="*/ 4255967 w 5158787"/>
              <a:gd name="connsiteY17287" fmla="*/ 2414310 h 4489084"/>
              <a:gd name="connsiteX17288" fmla="*/ 4262896 w 5158787"/>
              <a:gd name="connsiteY17288" fmla="*/ 2402347 h 4489084"/>
              <a:gd name="connsiteX17289" fmla="*/ 4263726 w 5158787"/>
              <a:gd name="connsiteY17289" fmla="*/ 2401873 h 4489084"/>
              <a:gd name="connsiteX17290" fmla="*/ 3655069 w 5158787"/>
              <a:gd name="connsiteY17290" fmla="*/ 2401873 h 4489084"/>
              <a:gd name="connsiteX17291" fmla="*/ 3668869 w 5158787"/>
              <a:gd name="connsiteY17291" fmla="*/ 2401873 h 4489084"/>
              <a:gd name="connsiteX17292" fmla="*/ 3669698 w 5158787"/>
              <a:gd name="connsiteY17292" fmla="*/ 2402347 h 4489084"/>
              <a:gd name="connsiteX17293" fmla="*/ 3676568 w 5158787"/>
              <a:gd name="connsiteY17293" fmla="*/ 2414310 h 4489084"/>
              <a:gd name="connsiteX17294" fmla="*/ 3676568 w 5158787"/>
              <a:gd name="connsiteY17294" fmla="*/ 2415258 h 4489084"/>
              <a:gd name="connsiteX17295" fmla="*/ 3669639 w 5158787"/>
              <a:gd name="connsiteY17295" fmla="*/ 2427222 h 4489084"/>
              <a:gd name="connsiteX17296" fmla="*/ 3668809 w 5158787"/>
              <a:gd name="connsiteY17296" fmla="*/ 2427695 h 4489084"/>
              <a:gd name="connsiteX17297" fmla="*/ 3655010 w 5158787"/>
              <a:gd name="connsiteY17297" fmla="*/ 2427695 h 4489084"/>
              <a:gd name="connsiteX17298" fmla="*/ 3654181 w 5158787"/>
              <a:gd name="connsiteY17298" fmla="*/ 2427222 h 4489084"/>
              <a:gd name="connsiteX17299" fmla="*/ 3647311 w 5158787"/>
              <a:gd name="connsiteY17299" fmla="*/ 2415258 h 4489084"/>
              <a:gd name="connsiteX17300" fmla="*/ 3647311 w 5158787"/>
              <a:gd name="connsiteY17300" fmla="*/ 2414310 h 4489084"/>
              <a:gd name="connsiteX17301" fmla="*/ 3654240 w 5158787"/>
              <a:gd name="connsiteY17301" fmla="*/ 2402347 h 4489084"/>
              <a:gd name="connsiteX17302" fmla="*/ 3655069 w 5158787"/>
              <a:gd name="connsiteY17302" fmla="*/ 2401873 h 4489084"/>
              <a:gd name="connsiteX17303" fmla="*/ 3452164 w 5158787"/>
              <a:gd name="connsiteY17303" fmla="*/ 2401873 h 4489084"/>
              <a:gd name="connsiteX17304" fmla="*/ 3465964 w 5158787"/>
              <a:gd name="connsiteY17304" fmla="*/ 2401873 h 4489084"/>
              <a:gd name="connsiteX17305" fmla="*/ 3466793 w 5158787"/>
              <a:gd name="connsiteY17305" fmla="*/ 2402347 h 4489084"/>
              <a:gd name="connsiteX17306" fmla="*/ 3473663 w 5158787"/>
              <a:gd name="connsiteY17306" fmla="*/ 2414310 h 4489084"/>
              <a:gd name="connsiteX17307" fmla="*/ 3473663 w 5158787"/>
              <a:gd name="connsiteY17307" fmla="*/ 2415258 h 4489084"/>
              <a:gd name="connsiteX17308" fmla="*/ 3466734 w 5158787"/>
              <a:gd name="connsiteY17308" fmla="*/ 2427222 h 4489084"/>
              <a:gd name="connsiteX17309" fmla="*/ 3465905 w 5158787"/>
              <a:gd name="connsiteY17309" fmla="*/ 2427695 h 4489084"/>
              <a:gd name="connsiteX17310" fmla="*/ 3452105 w 5158787"/>
              <a:gd name="connsiteY17310" fmla="*/ 2427695 h 4489084"/>
              <a:gd name="connsiteX17311" fmla="*/ 3451276 w 5158787"/>
              <a:gd name="connsiteY17311" fmla="*/ 2427222 h 4489084"/>
              <a:gd name="connsiteX17312" fmla="*/ 3444406 w 5158787"/>
              <a:gd name="connsiteY17312" fmla="*/ 2415258 h 4489084"/>
              <a:gd name="connsiteX17313" fmla="*/ 3444406 w 5158787"/>
              <a:gd name="connsiteY17313" fmla="*/ 2414310 h 4489084"/>
              <a:gd name="connsiteX17314" fmla="*/ 3451335 w 5158787"/>
              <a:gd name="connsiteY17314" fmla="*/ 2402347 h 4489084"/>
              <a:gd name="connsiteX17315" fmla="*/ 3452164 w 5158787"/>
              <a:gd name="connsiteY17315" fmla="*/ 2401873 h 4489084"/>
              <a:gd name="connsiteX17316" fmla="*/ 2572968 w 5158787"/>
              <a:gd name="connsiteY17316" fmla="*/ 2401873 h 4489084"/>
              <a:gd name="connsiteX17317" fmla="*/ 2586767 w 5158787"/>
              <a:gd name="connsiteY17317" fmla="*/ 2401873 h 4489084"/>
              <a:gd name="connsiteX17318" fmla="*/ 2587596 w 5158787"/>
              <a:gd name="connsiteY17318" fmla="*/ 2402347 h 4489084"/>
              <a:gd name="connsiteX17319" fmla="*/ 2594466 w 5158787"/>
              <a:gd name="connsiteY17319" fmla="*/ 2414310 h 4489084"/>
              <a:gd name="connsiteX17320" fmla="*/ 2594466 w 5158787"/>
              <a:gd name="connsiteY17320" fmla="*/ 2415258 h 4489084"/>
              <a:gd name="connsiteX17321" fmla="*/ 2587537 w 5158787"/>
              <a:gd name="connsiteY17321" fmla="*/ 2427222 h 4489084"/>
              <a:gd name="connsiteX17322" fmla="*/ 2586708 w 5158787"/>
              <a:gd name="connsiteY17322" fmla="*/ 2427695 h 4489084"/>
              <a:gd name="connsiteX17323" fmla="*/ 2572909 w 5158787"/>
              <a:gd name="connsiteY17323" fmla="*/ 2427695 h 4489084"/>
              <a:gd name="connsiteX17324" fmla="*/ 2572079 w 5158787"/>
              <a:gd name="connsiteY17324" fmla="*/ 2427222 h 4489084"/>
              <a:gd name="connsiteX17325" fmla="*/ 2565209 w 5158787"/>
              <a:gd name="connsiteY17325" fmla="*/ 2415258 h 4489084"/>
              <a:gd name="connsiteX17326" fmla="*/ 2565209 w 5158787"/>
              <a:gd name="connsiteY17326" fmla="*/ 2414310 h 4489084"/>
              <a:gd name="connsiteX17327" fmla="*/ 2572139 w 5158787"/>
              <a:gd name="connsiteY17327" fmla="*/ 2402347 h 4489084"/>
              <a:gd name="connsiteX17328" fmla="*/ 2572968 w 5158787"/>
              <a:gd name="connsiteY17328" fmla="*/ 2401873 h 4489084"/>
              <a:gd name="connsiteX17329" fmla="*/ 3993126 w 5158787"/>
              <a:gd name="connsiteY17329" fmla="*/ 2401755 h 4489084"/>
              <a:gd name="connsiteX17330" fmla="*/ 4007044 w 5158787"/>
              <a:gd name="connsiteY17330" fmla="*/ 2401755 h 4489084"/>
              <a:gd name="connsiteX17331" fmla="*/ 4007873 w 5158787"/>
              <a:gd name="connsiteY17331" fmla="*/ 2402229 h 4489084"/>
              <a:gd name="connsiteX17332" fmla="*/ 4014802 w 5158787"/>
              <a:gd name="connsiteY17332" fmla="*/ 2414251 h 4489084"/>
              <a:gd name="connsiteX17333" fmla="*/ 4014802 w 5158787"/>
              <a:gd name="connsiteY17333" fmla="*/ 2415258 h 4489084"/>
              <a:gd name="connsiteX17334" fmla="*/ 4007814 w 5158787"/>
              <a:gd name="connsiteY17334" fmla="*/ 2427281 h 4489084"/>
              <a:gd name="connsiteX17335" fmla="*/ 4006985 w 5158787"/>
              <a:gd name="connsiteY17335" fmla="*/ 2427755 h 4489084"/>
              <a:gd name="connsiteX17336" fmla="*/ 3993066 w 5158787"/>
              <a:gd name="connsiteY17336" fmla="*/ 2427755 h 4489084"/>
              <a:gd name="connsiteX17337" fmla="*/ 3992238 w 5158787"/>
              <a:gd name="connsiteY17337" fmla="*/ 2427281 h 4489084"/>
              <a:gd name="connsiteX17338" fmla="*/ 3985308 w 5158787"/>
              <a:gd name="connsiteY17338" fmla="*/ 2415258 h 4489084"/>
              <a:gd name="connsiteX17339" fmla="*/ 3985308 w 5158787"/>
              <a:gd name="connsiteY17339" fmla="*/ 2414251 h 4489084"/>
              <a:gd name="connsiteX17340" fmla="*/ 3992297 w 5158787"/>
              <a:gd name="connsiteY17340" fmla="*/ 2402229 h 4489084"/>
              <a:gd name="connsiteX17341" fmla="*/ 3993126 w 5158787"/>
              <a:gd name="connsiteY17341" fmla="*/ 2401755 h 4489084"/>
              <a:gd name="connsiteX17342" fmla="*/ 3925432 w 5158787"/>
              <a:gd name="connsiteY17342" fmla="*/ 2401696 h 4489084"/>
              <a:gd name="connsiteX17343" fmla="*/ 3939468 w 5158787"/>
              <a:gd name="connsiteY17343" fmla="*/ 2401696 h 4489084"/>
              <a:gd name="connsiteX17344" fmla="*/ 3940298 w 5158787"/>
              <a:gd name="connsiteY17344" fmla="*/ 2402170 h 4489084"/>
              <a:gd name="connsiteX17345" fmla="*/ 3947286 w 5158787"/>
              <a:gd name="connsiteY17345" fmla="*/ 2414311 h 4489084"/>
              <a:gd name="connsiteX17346" fmla="*/ 3947286 w 5158787"/>
              <a:gd name="connsiteY17346" fmla="*/ 2415318 h 4489084"/>
              <a:gd name="connsiteX17347" fmla="*/ 3940298 w 5158787"/>
              <a:gd name="connsiteY17347" fmla="*/ 2427459 h 4489084"/>
              <a:gd name="connsiteX17348" fmla="*/ 3939468 w 5158787"/>
              <a:gd name="connsiteY17348" fmla="*/ 2427933 h 4489084"/>
              <a:gd name="connsiteX17349" fmla="*/ 3925432 w 5158787"/>
              <a:gd name="connsiteY17349" fmla="*/ 2427933 h 4489084"/>
              <a:gd name="connsiteX17350" fmla="*/ 3924603 w 5158787"/>
              <a:gd name="connsiteY17350" fmla="*/ 2427459 h 4489084"/>
              <a:gd name="connsiteX17351" fmla="*/ 3917614 w 5158787"/>
              <a:gd name="connsiteY17351" fmla="*/ 2415318 h 4489084"/>
              <a:gd name="connsiteX17352" fmla="*/ 3917614 w 5158787"/>
              <a:gd name="connsiteY17352" fmla="*/ 2414311 h 4489084"/>
              <a:gd name="connsiteX17353" fmla="*/ 3924603 w 5158787"/>
              <a:gd name="connsiteY17353" fmla="*/ 2402170 h 4489084"/>
              <a:gd name="connsiteX17354" fmla="*/ 3925432 w 5158787"/>
              <a:gd name="connsiteY17354" fmla="*/ 2401696 h 4489084"/>
              <a:gd name="connsiteX17355" fmla="*/ 3790163 w 5158787"/>
              <a:gd name="connsiteY17355" fmla="*/ 2401696 h 4489084"/>
              <a:gd name="connsiteX17356" fmla="*/ 3804199 w 5158787"/>
              <a:gd name="connsiteY17356" fmla="*/ 2401696 h 4489084"/>
              <a:gd name="connsiteX17357" fmla="*/ 3805027 w 5158787"/>
              <a:gd name="connsiteY17357" fmla="*/ 2402170 h 4489084"/>
              <a:gd name="connsiteX17358" fmla="*/ 3812016 w 5158787"/>
              <a:gd name="connsiteY17358" fmla="*/ 2414311 h 4489084"/>
              <a:gd name="connsiteX17359" fmla="*/ 3812016 w 5158787"/>
              <a:gd name="connsiteY17359" fmla="*/ 2415318 h 4489084"/>
              <a:gd name="connsiteX17360" fmla="*/ 3805027 w 5158787"/>
              <a:gd name="connsiteY17360" fmla="*/ 2427459 h 4489084"/>
              <a:gd name="connsiteX17361" fmla="*/ 3804199 w 5158787"/>
              <a:gd name="connsiteY17361" fmla="*/ 2427933 h 4489084"/>
              <a:gd name="connsiteX17362" fmla="*/ 3790163 w 5158787"/>
              <a:gd name="connsiteY17362" fmla="*/ 2427933 h 4489084"/>
              <a:gd name="connsiteX17363" fmla="*/ 3789333 w 5158787"/>
              <a:gd name="connsiteY17363" fmla="*/ 2427459 h 4489084"/>
              <a:gd name="connsiteX17364" fmla="*/ 3782344 w 5158787"/>
              <a:gd name="connsiteY17364" fmla="*/ 2415318 h 4489084"/>
              <a:gd name="connsiteX17365" fmla="*/ 3782344 w 5158787"/>
              <a:gd name="connsiteY17365" fmla="*/ 2414311 h 4489084"/>
              <a:gd name="connsiteX17366" fmla="*/ 3789333 w 5158787"/>
              <a:gd name="connsiteY17366" fmla="*/ 2402170 h 4489084"/>
              <a:gd name="connsiteX17367" fmla="*/ 3790163 w 5158787"/>
              <a:gd name="connsiteY17367" fmla="*/ 2401696 h 4489084"/>
              <a:gd name="connsiteX17368" fmla="*/ 2640425 w 5158787"/>
              <a:gd name="connsiteY17368" fmla="*/ 2401577 h 4489084"/>
              <a:gd name="connsiteX17369" fmla="*/ 2654580 w 5158787"/>
              <a:gd name="connsiteY17369" fmla="*/ 2401577 h 4489084"/>
              <a:gd name="connsiteX17370" fmla="*/ 2655469 w 5158787"/>
              <a:gd name="connsiteY17370" fmla="*/ 2402051 h 4489084"/>
              <a:gd name="connsiteX17371" fmla="*/ 2662517 w 5158787"/>
              <a:gd name="connsiteY17371" fmla="*/ 2414311 h 4489084"/>
              <a:gd name="connsiteX17372" fmla="*/ 2662517 w 5158787"/>
              <a:gd name="connsiteY17372" fmla="*/ 2415317 h 4489084"/>
              <a:gd name="connsiteX17373" fmla="*/ 2655469 w 5158787"/>
              <a:gd name="connsiteY17373" fmla="*/ 2427577 h 4489084"/>
              <a:gd name="connsiteX17374" fmla="*/ 2654580 w 5158787"/>
              <a:gd name="connsiteY17374" fmla="*/ 2428051 h 4489084"/>
              <a:gd name="connsiteX17375" fmla="*/ 2640425 w 5158787"/>
              <a:gd name="connsiteY17375" fmla="*/ 2428051 h 4489084"/>
              <a:gd name="connsiteX17376" fmla="*/ 2639537 w 5158787"/>
              <a:gd name="connsiteY17376" fmla="*/ 2427577 h 4489084"/>
              <a:gd name="connsiteX17377" fmla="*/ 2632489 w 5158787"/>
              <a:gd name="connsiteY17377" fmla="*/ 2415317 h 4489084"/>
              <a:gd name="connsiteX17378" fmla="*/ 2632489 w 5158787"/>
              <a:gd name="connsiteY17378" fmla="*/ 2414311 h 4489084"/>
              <a:gd name="connsiteX17379" fmla="*/ 2639537 w 5158787"/>
              <a:gd name="connsiteY17379" fmla="*/ 2402051 h 4489084"/>
              <a:gd name="connsiteX17380" fmla="*/ 2640425 w 5158787"/>
              <a:gd name="connsiteY17380" fmla="*/ 2401577 h 4489084"/>
              <a:gd name="connsiteX17381" fmla="*/ 4331184 w 5158787"/>
              <a:gd name="connsiteY17381" fmla="*/ 2401459 h 4489084"/>
              <a:gd name="connsiteX17382" fmla="*/ 4345398 w 5158787"/>
              <a:gd name="connsiteY17382" fmla="*/ 2401459 h 4489084"/>
              <a:gd name="connsiteX17383" fmla="*/ 4346286 w 5158787"/>
              <a:gd name="connsiteY17383" fmla="*/ 2401992 h 4489084"/>
              <a:gd name="connsiteX17384" fmla="*/ 4353393 w 5158787"/>
              <a:gd name="connsiteY17384" fmla="*/ 2414311 h 4489084"/>
              <a:gd name="connsiteX17385" fmla="*/ 4353393 w 5158787"/>
              <a:gd name="connsiteY17385" fmla="*/ 2415317 h 4489084"/>
              <a:gd name="connsiteX17386" fmla="*/ 4346286 w 5158787"/>
              <a:gd name="connsiteY17386" fmla="*/ 2427636 h 4489084"/>
              <a:gd name="connsiteX17387" fmla="*/ 4345398 w 5158787"/>
              <a:gd name="connsiteY17387" fmla="*/ 2428169 h 4489084"/>
              <a:gd name="connsiteX17388" fmla="*/ 4331184 w 5158787"/>
              <a:gd name="connsiteY17388" fmla="*/ 2428169 h 4489084"/>
              <a:gd name="connsiteX17389" fmla="*/ 4330295 w 5158787"/>
              <a:gd name="connsiteY17389" fmla="*/ 2427636 h 4489084"/>
              <a:gd name="connsiteX17390" fmla="*/ 4323188 w 5158787"/>
              <a:gd name="connsiteY17390" fmla="*/ 2415317 h 4489084"/>
              <a:gd name="connsiteX17391" fmla="*/ 4323188 w 5158787"/>
              <a:gd name="connsiteY17391" fmla="*/ 2414311 h 4489084"/>
              <a:gd name="connsiteX17392" fmla="*/ 4330295 w 5158787"/>
              <a:gd name="connsiteY17392" fmla="*/ 2401992 h 4489084"/>
              <a:gd name="connsiteX17393" fmla="*/ 4331184 w 5158787"/>
              <a:gd name="connsiteY17393" fmla="*/ 2401459 h 4489084"/>
              <a:gd name="connsiteX17394" fmla="*/ 2505155 w 5158787"/>
              <a:gd name="connsiteY17394" fmla="*/ 2401459 h 4489084"/>
              <a:gd name="connsiteX17395" fmla="*/ 2519369 w 5158787"/>
              <a:gd name="connsiteY17395" fmla="*/ 2401459 h 4489084"/>
              <a:gd name="connsiteX17396" fmla="*/ 2520257 w 5158787"/>
              <a:gd name="connsiteY17396" fmla="*/ 2401992 h 4489084"/>
              <a:gd name="connsiteX17397" fmla="*/ 2527364 w 5158787"/>
              <a:gd name="connsiteY17397" fmla="*/ 2414311 h 4489084"/>
              <a:gd name="connsiteX17398" fmla="*/ 2527364 w 5158787"/>
              <a:gd name="connsiteY17398" fmla="*/ 2415317 h 4489084"/>
              <a:gd name="connsiteX17399" fmla="*/ 2520257 w 5158787"/>
              <a:gd name="connsiteY17399" fmla="*/ 2427636 h 4489084"/>
              <a:gd name="connsiteX17400" fmla="*/ 2519369 w 5158787"/>
              <a:gd name="connsiteY17400" fmla="*/ 2428169 h 4489084"/>
              <a:gd name="connsiteX17401" fmla="*/ 2505155 w 5158787"/>
              <a:gd name="connsiteY17401" fmla="*/ 2428169 h 4489084"/>
              <a:gd name="connsiteX17402" fmla="*/ 2504266 w 5158787"/>
              <a:gd name="connsiteY17402" fmla="*/ 2427636 h 4489084"/>
              <a:gd name="connsiteX17403" fmla="*/ 2497159 w 5158787"/>
              <a:gd name="connsiteY17403" fmla="*/ 2415317 h 4489084"/>
              <a:gd name="connsiteX17404" fmla="*/ 2497159 w 5158787"/>
              <a:gd name="connsiteY17404" fmla="*/ 2414311 h 4489084"/>
              <a:gd name="connsiteX17405" fmla="*/ 2504266 w 5158787"/>
              <a:gd name="connsiteY17405" fmla="*/ 2401992 h 4489084"/>
              <a:gd name="connsiteX17406" fmla="*/ 2505155 w 5158787"/>
              <a:gd name="connsiteY17406" fmla="*/ 2401459 h 4489084"/>
              <a:gd name="connsiteX17407" fmla="*/ 2369826 w 5158787"/>
              <a:gd name="connsiteY17407" fmla="*/ 2401340 h 4489084"/>
              <a:gd name="connsiteX17408" fmla="*/ 2384159 w 5158787"/>
              <a:gd name="connsiteY17408" fmla="*/ 2401340 h 4489084"/>
              <a:gd name="connsiteX17409" fmla="*/ 2385047 w 5158787"/>
              <a:gd name="connsiteY17409" fmla="*/ 2401873 h 4489084"/>
              <a:gd name="connsiteX17410" fmla="*/ 2392213 w 5158787"/>
              <a:gd name="connsiteY17410" fmla="*/ 2414310 h 4489084"/>
              <a:gd name="connsiteX17411" fmla="*/ 2392213 w 5158787"/>
              <a:gd name="connsiteY17411" fmla="*/ 2415317 h 4489084"/>
              <a:gd name="connsiteX17412" fmla="*/ 2385047 w 5158787"/>
              <a:gd name="connsiteY17412" fmla="*/ 2427754 h 4489084"/>
              <a:gd name="connsiteX17413" fmla="*/ 2384159 w 5158787"/>
              <a:gd name="connsiteY17413" fmla="*/ 2428287 h 4489084"/>
              <a:gd name="connsiteX17414" fmla="*/ 2369826 w 5158787"/>
              <a:gd name="connsiteY17414" fmla="*/ 2428287 h 4489084"/>
              <a:gd name="connsiteX17415" fmla="*/ 2368938 w 5158787"/>
              <a:gd name="connsiteY17415" fmla="*/ 2427754 h 4489084"/>
              <a:gd name="connsiteX17416" fmla="*/ 2361771 w 5158787"/>
              <a:gd name="connsiteY17416" fmla="*/ 2415317 h 4489084"/>
              <a:gd name="connsiteX17417" fmla="*/ 2361771 w 5158787"/>
              <a:gd name="connsiteY17417" fmla="*/ 2414310 h 4489084"/>
              <a:gd name="connsiteX17418" fmla="*/ 2368938 w 5158787"/>
              <a:gd name="connsiteY17418" fmla="*/ 2401873 h 4489084"/>
              <a:gd name="connsiteX17419" fmla="*/ 2369826 w 5158787"/>
              <a:gd name="connsiteY17419" fmla="*/ 2401340 h 4489084"/>
              <a:gd name="connsiteX17420" fmla="*/ 3519266 w 5158787"/>
              <a:gd name="connsiteY17420" fmla="*/ 2400985 h 4489084"/>
              <a:gd name="connsiteX17421" fmla="*/ 3534073 w 5158787"/>
              <a:gd name="connsiteY17421" fmla="*/ 2400985 h 4489084"/>
              <a:gd name="connsiteX17422" fmla="*/ 3534961 w 5158787"/>
              <a:gd name="connsiteY17422" fmla="*/ 2401518 h 4489084"/>
              <a:gd name="connsiteX17423" fmla="*/ 3542364 w 5158787"/>
              <a:gd name="connsiteY17423" fmla="*/ 2414311 h 4489084"/>
              <a:gd name="connsiteX17424" fmla="*/ 3542364 w 5158787"/>
              <a:gd name="connsiteY17424" fmla="*/ 2415377 h 4489084"/>
              <a:gd name="connsiteX17425" fmla="*/ 3534961 w 5158787"/>
              <a:gd name="connsiteY17425" fmla="*/ 2428169 h 4489084"/>
              <a:gd name="connsiteX17426" fmla="*/ 3534073 w 5158787"/>
              <a:gd name="connsiteY17426" fmla="*/ 2428702 h 4489084"/>
              <a:gd name="connsiteX17427" fmla="*/ 3519266 w 5158787"/>
              <a:gd name="connsiteY17427" fmla="*/ 2428702 h 4489084"/>
              <a:gd name="connsiteX17428" fmla="*/ 3518379 w 5158787"/>
              <a:gd name="connsiteY17428" fmla="*/ 2428169 h 4489084"/>
              <a:gd name="connsiteX17429" fmla="*/ 3510975 w 5158787"/>
              <a:gd name="connsiteY17429" fmla="*/ 2415377 h 4489084"/>
              <a:gd name="connsiteX17430" fmla="*/ 3510975 w 5158787"/>
              <a:gd name="connsiteY17430" fmla="*/ 2414311 h 4489084"/>
              <a:gd name="connsiteX17431" fmla="*/ 3518379 w 5158787"/>
              <a:gd name="connsiteY17431" fmla="*/ 2401518 h 4489084"/>
              <a:gd name="connsiteX17432" fmla="*/ 3519266 w 5158787"/>
              <a:gd name="connsiteY17432" fmla="*/ 2400985 h 4489084"/>
              <a:gd name="connsiteX17433" fmla="*/ 2707645 w 5158787"/>
              <a:gd name="connsiteY17433" fmla="*/ 2400748 h 4489084"/>
              <a:gd name="connsiteX17434" fmla="*/ 2722629 w 5158787"/>
              <a:gd name="connsiteY17434" fmla="*/ 2400748 h 4489084"/>
              <a:gd name="connsiteX17435" fmla="*/ 2723518 w 5158787"/>
              <a:gd name="connsiteY17435" fmla="*/ 2401281 h 4489084"/>
              <a:gd name="connsiteX17436" fmla="*/ 2731039 w 5158787"/>
              <a:gd name="connsiteY17436" fmla="*/ 2414311 h 4489084"/>
              <a:gd name="connsiteX17437" fmla="*/ 2731039 w 5158787"/>
              <a:gd name="connsiteY17437" fmla="*/ 2415377 h 4489084"/>
              <a:gd name="connsiteX17438" fmla="*/ 2723518 w 5158787"/>
              <a:gd name="connsiteY17438" fmla="*/ 2428406 h 4489084"/>
              <a:gd name="connsiteX17439" fmla="*/ 2722629 w 5158787"/>
              <a:gd name="connsiteY17439" fmla="*/ 2428939 h 4489084"/>
              <a:gd name="connsiteX17440" fmla="*/ 2707645 w 5158787"/>
              <a:gd name="connsiteY17440" fmla="*/ 2428939 h 4489084"/>
              <a:gd name="connsiteX17441" fmla="*/ 2706757 w 5158787"/>
              <a:gd name="connsiteY17441" fmla="*/ 2428406 h 4489084"/>
              <a:gd name="connsiteX17442" fmla="*/ 2699235 w 5158787"/>
              <a:gd name="connsiteY17442" fmla="*/ 2415377 h 4489084"/>
              <a:gd name="connsiteX17443" fmla="*/ 2699235 w 5158787"/>
              <a:gd name="connsiteY17443" fmla="*/ 2414311 h 4489084"/>
              <a:gd name="connsiteX17444" fmla="*/ 2706757 w 5158787"/>
              <a:gd name="connsiteY17444" fmla="*/ 2401281 h 4489084"/>
              <a:gd name="connsiteX17445" fmla="*/ 2707645 w 5158787"/>
              <a:gd name="connsiteY17445" fmla="*/ 2400748 h 4489084"/>
              <a:gd name="connsiteX17446" fmla="*/ 3180913 w 5158787"/>
              <a:gd name="connsiteY17446" fmla="*/ 2400570 h 4489084"/>
              <a:gd name="connsiteX17447" fmla="*/ 3196134 w 5158787"/>
              <a:gd name="connsiteY17447" fmla="*/ 2400570 h 4489084"/>
              <a:gd name="connsiteX17448" fmla="*/ 3197082 w 5158787"/>
              <a:gd name="connsiteY17448" fmla="*/ 2401103 h 4489084"/>
              <a:gd name="connsiteX17449" fmla="*/ 3204721 w 5158787"/>
              <a:gd name="connsiteY17449" fmla="*/ 2414310 h 4489084"/>
              <a:gd name="connsiteX17450" fmla="*/ 3204721 w 5158787"/>
              <a:gd name="connsiteY17450" fmla="*/ 2415376 h 4489084"/>
              <a:gd name="connsiteX17451" fmla="*/ 3197082 w 5158787"/>
              <a:gd name="connsiteY17451" fmla="*/ 2428583 h 4489084"/>
              <a:gd name="connsiteX17452" fmla="*/ 3196134 w 5158787"/>
              <a:gd name="connsiteY17452" fmla="*/ 2429117 h 4489084"/>
              <a:gd name="connsiteX17453" fmla="*/ 3180913 w 5158787"/>
              <a:gd name="connsiteY17453" fmla="*/ 2429117 h 4489084"/>
              <a:gd name="connsiteX17454" fmla="*/ 3179966 w 5158787"/>
              <a:gd name="connsiteY17454" fmla="*/ 2428583 h 4489084"/>
              <a:gd name="connsiteX17455" fmla="*/ 3172325 w 5158787"/>
              <a:gd name="connsiteY17455" fmla="*/ 2415376 h 4489084"/>
              <a:gd name="connsiteX17456" fmla="*/ 3172325 w 5158787"/>
              <a:gd name="connsiteY17456" fmla="*/ 2414310 h 4489084"/>
              <a:gd name="connsiteX17457" fmla="*/ 3179966 w 5158787"/>
              <a:gd name="connsiteY17457" fmla="*/ 2401103 h 4489084"/>
              <a:gd name="connsiteX17458" fmla="*/ 3180913 w 5158787"/>
              <a:gd name="connsiteY17458" fmla="*/ 2400570 h 4489084"/>
              <a:gd name="connsiteX17459" fmla="*/ 1828331 w 5158787"/>
              <a:gd name="connsiteY17459" fmla="*/ 2400570 h 4489084"/>
              <a:gd name="connsiteX17460" fmla="*/ 1843552 w 5158787"/>
              <a:gd name="connsiteY17460" fmla="*/ 2400570 h 4489084"/>
              <a:gd name="connsiteX17461" fmla="*/ 1844499 w 5158787"/>
              <a:gd name="connsiteY17461" fmla="*/ 2401103 h 4489084"/>
              <a:gd name="connsiteX17462" fmla="*/ 1852139 w 5158787"/>
              <a:gd name="connsiteY17462" fmla="*/ 2414310 h 4489084"/>
              <a:gd name="connsiteX17463" fmla="*/ 1852139 w 5158787"/>
              <a:gd name="connsiteY17463" fmla="*/ 2415376 h 4489084"/>
              <a:gd name="connsiteX17464" fmla="*/ 1844499 w 5158787"/>
              <a:gd name="connsiteY17464" fmla="*/ 2428583 h 4489084"/>
              <a:gd name="connsiteX17465" fmla="*/ 1843552 w 5158787"/>
              <a:gd name="connsiteY17465" fmla="*/ 2429117 h 4489084"/>
              <a:gd name="connsiteX17466" fmla="*/ 1828331 w 5158787"/>
              <a:gd name="connsiteY17466" fmla="*/ 2429117 h 4489084"/>
              <a:gd name="connsiteX17467" fmla="*/ 1827383 w 5158787"/>
              <a:gd name="connsiteY17467" fmla="*/ 2428583 h 4489084"/>
              <a:gd name="connsiteX17468" fmla="*/ 1819743 w 5158787"/>
              <a:gd name="connsiteY17468" fmla="*/ 2415376 h 4489084"/>
              <a:gd name="connsiteX17469" fmla="*/ 1819743 w 5158787"/>
              <a:gd name="connsiteY17469" fmla="*/ 2414310 h 4489084"/>
              <a:gd name="connsiteX17470" fmla="*/ 1827383 w 5158787"/>
              <a:gd name="connsiteY17470" fmla="*/ 2401103 h 4489084"/>
              <a:gd name="connsiteX17471" fmla="*/ 1828331 w 5158787"/>
              <a:gd name="connsiteY17471" fmla="*/ 2400570 h 4489084"/>
              <a:gd name="connsiteX17472" fmla="*/ 2436868 w 5158787"/>
              <a:gd name="connsiteY17472" fmla="*/ 2400333 h 4489084"/>
              <a:gd name="connsiteX17473" fmla="*/ 2452326 w 5158787"/>
              <a:gd name="connsiteY17473" fmla="*/ 2400333 h 4489084"/>
              <a:gd name="connsiteX17474" fmla="*/ 2453274 w 5158787"/>
              <a:gd name="connsiteY17474" fmla="*/ 2400866 h 4489084"/>
              <a:gd name="connsiteX17475" fmla="*/ 2460973 w 5158787"/>
              <a:gd name="connsiteY17475" fmla="*/ 2414251 h 4489084"/>
              <a:gd name="connsiteX17476" fmla="*/ 2460973 w 5158787"/>
              <a:gd name="connsiteY17476" fmla="*/ 2415317 h 4489084"/>
              <a:gd name="connsiteX17477" fmla="*/ 2453214 w 5158787"/>
              <a:gd name="connsiteY17477" fmla="*/ 2428702 h 4489084"/>
              <a:gd name="connsiteX17478" fmla="*/ 2452267 w 5158787"/>
              <a:gd name="connsiteY17478" fmla="*/ 2429235 h 4489084"/>
              <a:gd name="connsiteX17479" fmla="*/ 2436809 w 5158787"/>
              <a:gd name="connsiteY17479" fmla="*/ 2429235 h 4489084"/>
              <a:gd name="connsiteX17480" fmla="*/ 2435862 w 5158787"/>
              <a:gd name="connsiteY17480" fmla="*/ 2428702 h 4489084"/>
              <a:gd name="connsiteX17481" fmla="*/ 2428162 w 5158787"/>
              <a:gd name="connsiteY17481" fmla="*/ 2415317 h 4489084"/>
              <a:gd name="connsiteX17482" fmla="*/ 2428162 w 5158787"/>
              <a:gd name="connsiteY17482" fmla="*/ 2414251 h 4489084"/>
              <a:gd name="connsiteX17483" fmla="*/ 2435921 w 5158787"/>
              <a:gd name="connsiteY17483" fmla="*/ 2400866 h 4489084"/>
              <a:gd name="connsiteX17484" fmla="*/ 2436868 w 5158787"/>
              <a:gd name="connsiteY17484" fmla="*/ 2400333 h 4489084"/>
              <a:gd name="connsiteX17485" fmla="*/ 4397692 w 5158787"/>
              <a:gd name="connsiteY17485" fmla="*/ 2399504 h 4489084"/>
              <a:gd name="connsiteX17486" fmla="*/ 4414039 w 5158787"/>
              <a:gd name="connsiteY17486" fmla="*/ 2399504 h 4489084"/>
              <a:gd name="connsiteX17487" fmla="*/ 4415045 w 5158787"/>
              <a:gd name="connsiteY17487" fmla="*/ 2400096 h 4489084"/>
              <a:gd name="connsiteX17488" fmla="*/ 4423218 w 5158787"/>
              <a:gd name="connsiteY17488" fmla="*/ 2414251 h 4489084"/>
              <a:gd name="connsiteX17489" fmla="*/ 4423218 w 5158787"/>
              <a:gd name="connsiteY17489" fmla="*/ 2415436 h 4489084"/>
              <a:gd name="connsiteX17490" fmla="*/ 4415045 w 5158787"/>
              <a:gd name="connsiteY17490" fmla="*/ 2429590 h 4489084"/>
              <a:gd name="connsiteX17491" fmla="*/ 4414039 w 5158787"/>
              <a:gd name="connsiteY17491" fmla="*/ 2430183 h 4489084"/>
              <a:gd name="connsiteX17492" fmla="*/ 4397692 w 5158787"/>
              <a:gd name="connsiteY17492" fmla="*/ 2430183 h 4489084"/>
              <a:gd name="connsiteX17493" fmla="*/ 4396685 w 5158787"/>
              <a:gd name="connsiteY17493" fmla="*/ 2429590 h 4489084"/>
              <a:gd name="connsiteX17494" fmla="*/ 4388512 w 5158787"/>
              <a:gd name="connsiteY17494" fmla="*/ 2415436 h 4489084"/>
              <a:gd name="connsiteX17495" fmla="*/ 4388512 w 5158787"/>
              <a:gd name="connsiteY17495" fmla="*/ 2414251 h 4489084"/>
              <a:gd name="connsiteX17496" fmla="*/ 4396685 w 5158787"/>
              <a:gd name="connsiteY17496" fmla="*/ 2400096 h 4489084"/>
              <a:gd name="connsiteX17497" fmla="*/ 4397692 w 5158787"/>
              <a:gd name="connsiteY17497" fmla="*/ 2399504 h 4489084"/>
              <a:gd name="connsiteX17498" fmla="*/ 3247956 w 5158787"/>
              <a:gd name="connsiteY17498" fmla="*/ 2399386 h 4489084"/>
              <a:gd name="connsiteX17499" fmla="*/ 3264421 w 5158787"/>
              <a:gd name="connsiteY17499" fmla="*/ 2399386 h 4489084"/>
              <a:gd name="connsiteX17500" fmla="*/ 3265427 w 5158787"/>
              <a:gd name="connsiteY17500" fmla="*/ 2399978 h 4489084"/>
              <a:gd name="connsiteX17501" fmla="*/ 3273659 w 5158787"/>
              <a:gd name="connsiteY17501" fmla="*/ 2414252 h 4489084"/>
              <a:gd name="connsiteX17502" fmla="*/ 3273659 w 5158787"/>
              <a:gd name="connsiteY17502" fmla="*/ 2415436 h 4489084"/>
              <a:gd name="connsiteX17503" fmla="*/ 3265427 w 5158787"/>
              <a:gd name="connsiteY17503" fmla="*/ 2429709 h 4489084"/>
              <a:gd name="connsiteX17504" fmla="*/ 3264421 w 5158787"/>
              <a:gd name="connsiteY17504" fmla="*/ 2430302 h 4489084"/>
              <a:gd name="connsiteX17505" fmla="*/ 3247956 w 5158787"/>
              <a:gd name="connsiteY17505" fmla="*/ 2430302 h 4489084"/>
              <a:gd name="connsiteX17506" fmla="*/ 3246949 w 5158787"/>
              <a:gd name="connsiteY17506" fmla="*/ 2429709 h 4489084"/>
              <a:gd name="connsiteX17507" fmla="*/ 3238716 w 5158787"/>
              <a:gd name="connsiteY17507" fmla="*/ 2415436 h 4489084"/>
              <a:gd name="connsiteX17508" fmla="*/ 3238716 w 5158787"/>
              <a:gd name="connsiteY17508" fmla="*/ 2414252 h 4489084"/>
              <a:gd name="connsiteX17509" fmla="*/ 3246949 w 5158787"/>
              <a:gd name="connsiteY17509" fmla="*/ 2399978 h 4489084"/>
              <a:gd name="connsiteX17510" fmla="*/ 3247956 w 5158787"/>
              <a:gd name="connsiteY17510" fmla="*/ 2399386 h 4489084"/>
              <a:gd name="connsiteX17511" fmla="*/ 1760044 w 5158787"/>
              <a:gd name="connsiteY17511" fmla="*/ 2399386 h 4489084"/>
              <a:gd name="connsiteX17512" fmla="*/ 1776508 w 5158787"/>
              <a:gd name="connsiteY17512" fmla="*/ 2399386 h 4489084"/>
              <a:gd name="connsiteX17513" fmla="*/ 1777515 w 5158787"/>
              <a:gd name="connsiteY17513" fmla="*/ 2399978 h 4489084"/>
              <a:gd name="connsiteX17514" fmla="*/ 1785747 w 5158787"/>
              <a:gd name="connsiteY17514" fmla="*/ 2414252 h 4489084"/>
              <a:gd name="connsiteX17515" fmla="*/ 1785747 w 5158787"/>
              <a:gd name="connsiteY17515" fmla="*/ 2415436 h 4489084"/>
              <a:gd name="connsiteX17516" fmla="*/ 1777515 w 5158787"/>
              <a:gd name="connsiteY17516" fmla="*/ 2429709 h 4489084"/>
              <a:gd name="connsiteX17517" fmla="*/ 1776508 w 5158787"/>
              <a:gd name="connsiteY17517" fmla="*/ 2430302 h 4489084"/>
              <a:gd name="connsiteX17518" fmla="*/ 1760044 w 5158787"/>
              <a:gd name="connsiteY17518" fmla="*/ 2430302 h 4489084"/>
              <a:gd name="connsiteX17519" fmla="*/ 1759037 w 5158787"/>
              <a:gd name="connsiteY17519" fmla="*/ 2429709 h 4489084"/>
              <a:gd name="connsiteX17520" fmla="*/ 1750805 w 5158787"/>
              <a:gd name="connsiteY17520" fmla="*/ 2415436 h 4489084"/>
              <a:gd name="connsiteX17521" fmla="*/ 1750805 w 5158787"/>
              <a:gd name="connsiteY17521" fmla="*/ 2414252 h 4489084"/>
              <a:gd name="connsiteX17522" fmla="*/ 1759037 w 5158787"/>
              <a:gd name="connsiteY17522" fmla="*/ 2399978 h 4489084"/>
              <a:gd name="connsiteX17523" fmla="*/ 1760044 w 5158787"/>
              <a:gd name="connsiteY17523" fmla="*/ 2399386 h 4489084"/>
              <a:gd name="connsiteX17524" fmla="*/ 2842087 w 5158787"/>
              <a:gd name="connsiteY17524" fmla="*/ 2399326 h 4489084"/>
              <a:gd name="connsiteX17525" fmla="*/ 2858670 w 5158787"/>
              <a:gd name="connsiteY17525" fmla="*/ 2399326 h 4489084"/>
              <a:gd name="connsiteX17526" fmla="*/ 2859677 w 5158787"/>
              <a:gd name="connsiteY17526" fmla="*/ 2399918 h 4489084"/>
              <a:gd name="connsiteX17527" fmla="*/ 2867968 w 5158787"/>
              <a:gd name="connsiteY17527" fmla="*/ 2414251 h 4489084"/>
              <a:gd name="connsiteX17528" fmla="*/ 2867968 w 5158787"/>
              <a:gd name="connsiteY17528" fmla="*/ 2415435 h 4489084"/>
              <a:gd name="connsiteX17529" fmla="*/ 2859677 w 5158787"/>
              <a:gd name="connsiteY17529" fmla="*/ 2429768 h 4489084"/>
              <a:gd name="connsiteX17530" fmla="*/ 2858670 w 5158787"/>
              <a:gd name="connsiteY17530" fmla="*/ 2430360 h 4489084"/>
              <a:gd name="connsiteX17531" fmla="*/ 2842087 w 5158787"/>
              <a:gd name="connsiteY17531" fmla="*/ 2430360 h 4489084"/>
              <a:gd name="connsiteX17532" fmla="*/ 2841080 w 5158787"/>
              <a:gd name="connsiteY17532" fmla="*/ 2429768 h 4489084"/>
              <a:gd name="connsiteX17533" fmla="*/ 2832789 w 5158787"/>
              <a:gd name="connsiteY17533" fmla="*/ 2415435 h 4489084"/>
              <a:gd name="connsiteX17534" fmla="*/ 2832789 w 5158787"/>
              <a:gd name="connsiteY17534" fmla="*/ 2414251 h 4489084"/>
              <a:gd name="connsiteX17535" fmla="*/ 2841080 w 5158787"/>
              <a:gd name="connsiteY17535" fmla="*/ 2399918 h 4489084"/>
              <a:gd name="connsiteX17536" fmla="*/ 2842087 w 5158787"/>
              <a:gd name="connsiteY17536" fmla="*/ 2399326 h 4489084"/>
              <a:gd name="connsiteX17537" fmla="*/ 2301065 w 5158787"/>
              <a:gd name="connsiteY17537" fmla="*/ 2399208 h 4489084"/>
              <a:gd name="connsiteX17538" fmla="*/ 2317707 w 5158787"/>
              <a:gd name="connsiteY17538" fmla="*/ 2399208 h 4489084"/>
              <a:gd name="connsiteX17539" fmla="*/ 2318714 w 5158787"/>
              <a:gd name="connsiteY17539" fmla="*/ 2399800 h 4489084"/>
              <a:gd name="connsiteX17540" fmla="*/ 2327065 w 5158787"/>
              <a:gd name="connsiteY17540" fmla="*/ 2414251 h 4489084"/>
              <a:gd name="connsiteX17541" fmla="*/ 2327065 w 5158787"/>
              <a:gd name="connsiteY17541" fmla="*/ 2415436 h 4489084"/>
              <a:gd name="connsiteX17542" fmla="*/ 2318714 w 5158787"/>
              <a:gd name="connsiteY17542" fmla="*/ 2429887 h 4489084"/>
              <a:gd name="connsiteX17543" fmla="*/ 2317707 w 5158787"/>
              <a:gd name="connsiteY17543" fmla="*/ 2430479 h 4489084"/>
              <a:gd name="connsiteX17544" fmla="*/ 2301065 w 5158787"/>
              <a:gd name="connsiteY17544" fmla="*/ 2430479 h 4489084"/>
              <a:gd name="connsiteX17545" fmla="*/ 2300059 w 5158787"/>
              <a:gd name="connsiteY17545" fmla="*/ 2429887 h 4489084"/>
              <a:gd name="connsiteX17546" fmla="*/ 2291708 w 5158787"/>
              <a:gd name="connsiteY17546" fmla="*/ 2415436 h 4489084"/>
              <a:gd name="connsiteX17547" fmla="*/ 2291708 w 5158787"/>
              <a:gd name="connsiteY17547" fmla="*/ 2414251 h 4489084"/>
              <a:gd name="connsiteX17548" fmla="*/ 2300059 w 5158787"/>
              <a:gd name="connsiteY17548" fmla="*/ 2399800 h 4489084"/>
              <a:gd name="connsiteX17549" fmla="*/ 2301065 w 5158787"/>
              <a:gd name="connsiteY17549" fmla="*/ 2399208 h 4489084"/>
              <a:gd name="connsiteX17550" fmla="*/ 1895196 w 5158787"/>
              <a:gd name="connsiteY17550" fmla="*/ 2399090 h 4489084"/>
              <a:gd name="connsiteX17551" fmla="*/ 1911957 w 5158787"/>
              <a:gd name="connsiteY17551" fmla="*/ 2399090 h 4489084"/>
              <a:gd name="connsiteX17552" fmla="*/ 1912964 w 5158787"/>
              <a:gd name="connsiteY17552" fmla="*/ 2399682 h 4489084"/>
              <a:gd name="connsiteX17553" fmla="*/ 1921374 w 5158787"/>
              <a:gd name="connsiteY17553" fmla="*/ 2414192 h 4489084"/>
              <a:gd name="connsiteX17554" fmla="*/ 1921374 w 5158787"/>
              <a:gd name="connsiteY17554" fmla="*/ 2415377 h 4489084"/>
              <a:gd name="connsiteX17555" fmla="*/ 1912964 w 5158787"/>
              <a:gd name="connsiteY17555" fmla="*/ 2429887 h 4489084"/>
              <a:gd name="connsiteX17556" fmla="*/ 1911957 w 5158787"/>
              <a:gd name="connsiteY17556" fmla="*/ 2430479 h 4489084"/>
              <a:gd name="connsiteX17557" fmla="*/ 1895196 w 5158787"/>
              <a:gd name="connsiteY17557" fmla="*/ 2430479 h 4489084"/>
              <a:gd name="connsiteX17558" fmla="*/ 1894189 w 5158787"/>
              <a:gd name="connsiteY17558" fmla="*/ 2429887 h 4489084"/>
              <a:gd name="connsiteX17559" fmla="*/ 1885780 w 5158787"/>
              <a:gd name="connsiteY17559" fmla="*/ 2415377 h 4489084"/>
              <a:gd name="connsiteX17560" fmla="*/ 1885780 w 5158787"/>
              <a:gd name="connsiteY17560" fmla="*/ 2414192 h 4489084"/>
              <a:gd name="connsiteX17561" fmla="*/ 1894189 w 5158787"/>
              <a:gd name="connsiteY17561" fmla="*/ 2399682 h 4489084"/>
              <a:gd name="connsiteX17562" fmla="*/ 1895196 w 5158787"/>
              <a:gd name="connsiteY17562" fmla="*/ 2399090 h 4489084"/>
              <a:gd name="connsiteX17563" fmla="*/ 3382990 w 5158787"/>
              <a:gd name="connsiteY17563" fmla="*/ 2398971 h 4489084"/>
              <a:gd name="connsiteX17564" fmla="*/ 3399869 w 5158787"/>
              <a:gd name="connsiteY17564" fmla="*/ 2398971 h 4489084"/>
              <a:gd name="connsiteX17565" fmla="*/ 3400875 w 5158787"/>
              <a:gd name="connsiteY17565" fmla="*/ 2399563 h 4489084"/>
              <a:gd name="connsiteX17566" fmla="*/ 3409285 w 5158787"/>
              <a:gd name="connsiteY17566" fmla="*/ 2414192 h 4489084"/>
              <a:gd name="connsiteX17567" fmla="*/ 3409285 w 5158787"/>
              <a:gd name="connsiteY17567" fmla="*/ 2415376 h 4489084"/>
              <a:gd name="connsiteX17568" fmla="*/ 3400816 w 5158787"/>
              <a:gd name="connsiteY17568" fmla="*/ 2430005 h 4489084"/>
              <a:gd name="connsiteX17569" fmla="*/ 3399810 w 5158787"/>
              <a:gd name="connsiteY17569" fmla="*/ 2430597 h 4489084"/>
              <a:gd name="connsiteX17570" fmla="*/ 3382931 w 5158787"/>
              <a:gd name="connsiteY17570" fmla="*/ 2430597 h 4489084"/>
              <a:gd name="connsiteX17571" fmla="*/ 3381924 w 5158787"/>
              <a:gd name="connsiteY17571" fmla="*/ 2430005 h 4489084"/>
              <a:gd name="connsiteX17572" fmla="*/ 3373513 w 5158787"/>
              <a:gd name="connsiteY17572" fmla="*/ 2415376 h 4489084"/>
              <a:gd name="connsiteX17573" fmla="*/ 3373513 w 5158787"/>
              <a:gd name="connsiteY17573" fmla="*/ 2414192 h 4489084"/>
              <a:gd name="connsiteX17574" fmla="*/ 3381983 w 5158787"/>
              <a:gd name="connsiteY17574" fmla="*/ 2399563 h 4489084"/>
              <a:gd name="connsiteX17575" fmla="*/ 3382990 w 5158787"/>
              <a:gd name="connsiteY17575" fmla="*/ 2398971 h 4489084"/>
              <a:gd name="connsiteX17576" fmla="*/ 3585717 w 5158787"/>
              <a:gd name="connsiteY17576" fmla="*/ 2398675 h 4489084"/>
              <a:gd name="connsiteX17577" fmla="*/ 3602951 w 5158787"/>
              <a:gd name="connsiteY17577" fmla="*/ 2398675 h 4489084"/>
              <a:gd name="connsiteX17578" fmla="*/ 3604017 w 5158787"/>
              <a:gd name="connsiteY17578" fmla="*/ 2399267 h 4489084"/>
              <a:gd name="connsiteX17579" fmla="*/ 3612605 w 5158787"/>
              <a:gd name="connsiteY17579" fmla="*/ 2414192 h 4489084"/>
              <a:gd name="connsiteX17580" fmla="*/ 3612605 w 5158787"/>
              <a:gd name="connsiteY17580" fmla="*/ 2415436 h 4489084"/>
              <a:gd name="connsiteX17581" fmla="*/ 3603958 w 5158787"/>
              <a:gd name="connsiteY17581" fmla="*/ 2430360 h 4489084"/>
              <a:gd name="connsiteX17582" fmla="*/ 3602892 w 5158787"/>
              <a:gd name="connsiteY17582" fmla="*/ 2430953 h 4489084"/>
              <a:gd name="connsiteX17583" fmla="*/ 3585658 w 5158787"/>
              <a:gd name="connsiteY17583" fmla="*/ 2430953 h 4489084"/>
              <a:gd name="connsiteX17584" fmla="*/ 3584591 w 5158787"/>
              <a:gd name="connsiteY17584" fmla="*/ 2430360 h 4489084"/>
              <a:gd name="connsiteX17585" fmla="*/ 3576004 w 5158787"/>
              <a:gd name="connsiteY17585" fmla="*/ 2415436 h 4489084"/>
              <a:gd name="connsiteX17586" fmla="*/ 3576004 w 5158787"/>
              <a:gd name="connsiteY17586" fmla="*/ 2414192 h 4489084"/>
              <a:gd name="connsiteX17587" fmla="*/ 3584650 w 5158787"/>
              <a:gd name="connsiteY17587" fmla="*/ 2399267 h 4489084"/>
              <a:gd name="connsiteX17588" fmla="*/ 3585717 w 5158787"/>
              <a:gd name="connsiteY17588" fmla="*/ 2398675 h 4489084"/>
              <a:gd name="connsiteX17589" fmla="*/ 1624360 w 5158787"/>
              <a:gd name="connsiteY17589" fmla="*/ 2398556 h 4489084"/>
              <a:gd name="connsiteX17590" fmla="*/ 1641712 w 5158787"/>
              <a:gd name="connsiteY17590" fmla="*/ 2398556 h 4489084"/>
              <a:gd name="connsiteX17591" fmla="*/ 1642778 w 5158787"/>
              <a:gd name="connsiteY17591" fmla="*/ 2399148 h 4489084"/>
              <a:gd name="connsiteX17592" fmla="*/ 1651425 w 5158787"/>
              <a:gd name="connsiteY17592" fmla="*/ 2414192 h 4489084"/>
              <a:gd name="connsiteX17593" fmla="*/ 1651425 w 5158787"/>
              <a:gd name="connsiteY17593" fmla="*/ 2415435 h 4489084"/>
              <a:gd name="connsiteX17594" fmla="*/ 1642778 w 5158787"/>
              <a:gd name="connsiteY17594" fmla="*/ 2430478 h 4489084"/>
              <a:gd name="connsiteX17595" fmla="*/ 1641712 w 5158787"/>
              <a:gd name="connsiteY17595" fmla="*/ 2431071 h 4489084"/>
              <a:gd name="connsiteX17596" fmla="*/ 1624360 w 5158787"/>
              <a:gd name="connsiteY17596" fmla="*/ 2431071 h 4489084"/>
              <a:gd name="connsiteX17597" fmla="*/ 1623294 w 5158787"/>
              <a:gd name="connsiteY17597" fmla="*/ 2430478 h 4489084"/>
              <a:gd name="connsiteX17598" fmla="*/ 1614647 w 5158787"/>
              <a:gd name="connsiteY17598" fmla="*/ 2415435 h 4489084"/>
              <a:gd name="connsiteX17599" fmla="*/ 1614647 w 5158787"/>
              <a:gd name="connsiteY17599" fmla="*/ 2414192 h 4489084"/>
              <a:gd name="connsiteX17600" fmla="*/ 1623294 w 5158787"/>
              <a:gd name="connsiteY17600" fmla="*/ 2399148 h 4489084"/>
              <a:gd name="connsiteX17601" fmla="*/ 1624360 w 5158787"/>
              <a:gd name="connsiteY17601" fmla="*/ 2398556 h 4489084"/>
              <a:gd name="connsiteX17602" fmla="*/ 1962417 w 5158787"/>
              <a:gd name="connsiteY17602" fmla="*/ 2398497 h 4489084"/>
              <a:gd name="connsiteX17603" fmla="*/ 1979888 w 5158787"/>
              <a:gd name="connsiteY17603" fmla="*/ 2398497 h 4489084"/>
              <a:gd name="connsiteX17604" fmla="*/ 1980954 w 5158787"/>
              <a:gd name="connsiteY17604" fmla="*/ 2399089 h 4489084"/>
              <a:gd name="connsiteX17605" fmla="*/ 1989660 w 5158787"/>
              <a:gd name="connsiteY17605" fmla="*/ 2414191 h 4489084"/>
              <a:gd name="connsiteX17606" fmla="*/ 1989660 w 5158787"/>
              <a:gd name="connsiteY17606" fmla="*/ 2415435 h 4489084"/>
              <a:gd name="connsiteX17607" fmla="*/ 1980954 w 5158787"/>
              <a:gd name="connsiteY17607" fmla="*/ 2430538 h 4489084"/>
              <a:gd name="connsiteX17608" fmla="*/ 1979888 w 5158787"/>
              <a:gd name="connsiteY17608" fmla="*/ 2431130 h 4489084"/>
              <a:gd name="connsiteX17609" fmla="*/ 1962417 w 5158787"/>
              <a:gd name="connsiteY17609" fmla="*/ 2431130 h 4489084"/>
              <a:gd name="connsiteX17610" fmla="*/ 1961351 w 5158787"/>
              <a:gd name="connsiteY17610" fmla="*/ 2430538 h 4489084"/>
              <a:gd name="connsiteX17611" fmla="*/ 1952645 w 5158787"/>
              <a:gd name="connsiteY17611" fmla="*/ 2415435 h 4489084"/>
              <a:gd name="connsiteX17612" fmla="*/ 1952645 w 5158787"/>
              <a:gd name="connsiteY17612" fmla="*/ 2414191 h 4489084"/>
              <a:gd name="connsiteX17613" fmla="*/ 1961351 w 5158787"/>
              <a:gd name="connsiteY17613" fmla="*/ 2399089 h 4489084"/>
              <a:gd name="connsiteX17614" fmla="*/ 1962417 w 5158787"/>
              <a:gd name="connsiteY17614" fmla="*/ 2398497 h 4489084"/>
              <a:gd name="connsiteX17615" fmla="*/ 1691936 w 5158787"/>
              <a:gd name="connsiteY17615" fmla="*/ 2398497 h 4489084"/>
              <a:gd name="connsiteX17616" fmla="*/ 1709407 w 5158787"/>
              <a:gd name="connsiteY17616" fmla="*/ 2398497 h 4489084"/>
              <a:gd name="connsiteX17617" fmla="*/ 1710473 w 5158787"/>
              <a:gd name="connsiteY17617" fmla="*/ 2399089 h 4489084"/>
              <a:gd name="connsiteX17618" fmla="*/ 1719179 w 5158787"/>
              <a:gd name="connsiteY17618" fmla="*/ 2414191 h 4489084"/>
              <a:gd name="connsiteX17619" fmla="*/ 1719179 w 5158787"/>
              <a:gd name="connsiteY17619" fmla="*/ 2415435 h 4489084"/>
              <a:gd name="connsiteX17620" fmla="*/ 1710473 w 5158787"/>
              <a:gd name="connsiteY17620" fmla="*/ 2430538 h 4489084"/>
              <a:gd name="connsiteX17621" fmla="*/ 1709407 w 5158787"/>
              <a:gd name="connsiteY17621" fmla="*/ 2431130 h 4489084"/>
              <a:gd name="connsiteX17622" fmla="*/ 1691936 w 5158787"/>
              <a:gd name="connsiteY17622" fmla="*/ 2431130 h 4489084"/>
              <a:gd name="connsiteX17623" fmla="*/ 1690869 w 5158787"/>
              <a:gd name="connsiteY17623" fmla="*/ 2430538 h 4489084"/>
              <a:gd name="connsiteX17624" fmla="*/ 1682164 w 5158787"/>
              <a:gd name="connsiteY17624" fmla="*/ 2415435 h 4489084"/>
              <a:gd name="connsiteX17625" fmla="*/ 1682164 w 5158787"/>
              <a:gd name="connsiteY17625" fmla="*/ 2414191 h 4489084"/>
              <a:gd name="connsiteX17626" fmla="*/ 1690869 w 5158787"/>
              <a:gd name="connsiteY17626" fmla="*/ 2399089 h 4489084"/>
              <a:gd name="connsiteX17627" fmla="*/ 1691936 w 5158787"/>
              <a:gd name="connsiteY17627" fmla="*/ 2398497 h 4489084"/>
              <a:gd name="connsiteX17628" fmla="*/ 4464617 w 5158787"/>
              <a:gd name="connsiteY17628" fmla="*/ 2398142 h 4489084"/>
              <a:gd name="connsiteX17629" fmla="*/ 4482385 w 5158787"/>
              <a:gd name="connsiteY17629" fmla="*/ 2398142 h 4489084"/>
              <a:gd name="connsiteX17630" fmla="*/ 4483450 w 5158787"/>
              <a:gd name="connsiteY17630" fmla="*/ 2398794 h 4489084"/>
              <a:gd name="connsiteX17631" fmla="*/ 4492334 w 5158787"/>
              <a:gd name="connsiteY17631" fmla="*/ 2414192 h 4489084"/>
              <a:gd name="connsiteX17632" fmla="*/ 4492334 w 5158787"/>
              <a:gd name="connsiteY17632" fmla="*/ 2415436 h 4489084"/>
              <a:gd name="connsiteX17633" fmla="*/ 4483450 w 5158787"/>
              <a:gd name="connsiteY17633" fmla="*/ 2430834 h 4489084"/>
              <a:gd name="connsiteX17634" fmla="*/ 4482385 w 5158787"/>
              <a:gd name="connsiteY17634" fmla="*/ 2431486 h 4489084"/>
              <a:gd name="connsiteX17635" fmla="*/ 4464617 w 5158787"/>
              <a:gd name="connsiteY17635" fmla="*/ 2431486 h 4489084"/>
              <a:gd name="connsiteX17636" fmla="*/ 4463551 w 5158787"/>
              <a:gd name="connsiteY17636" fmla="*/ 2430834 h 4489084"/>
              <a:gd name="connsiteX17637" fmla="*/ 4454667 w 5158787"/>
              <a:gd name="connsiteY17637" fmla="*/ 2415436 h 4489084"/>
              <a:gd name="connsiteX17638" fmla="*/ 4454667 w 5158787"/>
              <a:gd name="connsiteY17638" fmla="*/ 2414192 h 4489084"/>
              <a:gd name="connsiteX17639" fmla="*/ 4463551 w 5158787"/>
              <a:gd name="connsiteY17639" fmla="*/ 2398794 h 4489084"/>
              <a:gd name="connsiteX17640" fmla="*/ 4464617 w 5158787"/>
              <a:gd name="connsiteY17640" fmla="*/ 2398142 h 4489084"/>
              <a:gd name="connsiteX17641" fmla="*/ 2232838 w 5158787"/>
              <a:gd name="connsiteY17641" fmla="*/ 2398142 h 4489084"/>
              <a:gd name="connsiteX17642" fmla="*/ 2250606 w 5158787"/>
              <a:gd name="connsiteY17642" fmla="*/ 2398142 h 4489084"/>
              <a:gd name="connsiteX17643" fmla="*/ 2251672 w 5158787"/>
              <a:gd name="connsiteY17643" fmla="*/ 2398794 h 4489084"/>
              <a:gd name="connsiteX17644" fmla="*/ 2260556 w 5158787"/>
              <a:gd name="connsiteY17644" fmla="*/ 2414192 h 4489084"/>
              <a:gd name="connsiteX17645" fmla="*/ 2260556 w 5158787"/>
              <a:gd name="connsiteY17645" fmla="*/ 2415436 h 4489084"/>
              <a:gd name="connsiteX17646" fmla="*/ 2251672 w 5158787"/>
              <a:gd name="connsiteY17646" fmla="*/ 2430834 h 4489084"/>
              <a:gd name="connsiteX17647" fmla="*/ 2250606 w 5158787"/>
              <a:gd name="connsiteY17647" fmla="*/ 2431486 h 4489084"/>
              <a:gd name="connsiteX17648" fmla="*/ 2232838 w 5158787"/>
              <a:gd name="connsiteY17648" fmla="*/ 2431486 h 4489084"/>
              <a:gd name="connsiteX17649" fmla="*/ 2231772 w 5158787"/>
              <a:gd name="connsiteY17649" fmla="*/ 2430834 h 4489084"/>
              <a:gd name="connsiteX17650" fmla="*/ 2222889 w 5158787"/>
              <a:gd name="connsiteY17650" fmla="*/ 2415436 h 4489084"/>
              <a:gd name="connsiteX17651" fmla="*/ 2222889 w 5158787"/>
              <a:gd name="connsiteY17651" fmla="*/ 2414192 h 4489084"/>
              <a:gd name="connsiteX17652" fmla="*/ 2231772 w 5158787"/>
              <a:gd name="connsiteY17652" fmla="*/ 2398794 h 4489084"/>
              <a:gd name="connsiteX17653" fmla="*/ 2232838 w 5158787"/>
              <a:gd name="connsiteY17653" fmla="*/ 2398142 h 4489084"/>
              <a:gd name="connsiteX17654" fmla="*/ 2165203 w 5158787"/>
              <a:gd name="connsiteY17654" fmla="*/ 2398142 h 4489084"/>
              <a:gd name="connsiteX17655" fmla="*/ 2182971 w 5158787"/>
              <a:gd name="connsiteY17655" fmla="*/ 2398142 h 4489084"/>
              <a:gd name="connsiteX17656" fmla="*/ 2184037 w 5158787"/>
              <a:gd name="connsiteY17656" fmla="*/ 2398794 h 4489084"/>
              <a:gd name="connsiteX17657" fmla="*/ 2192921 w 5158787"/>
              <a:gd name="connsiteY17657" fmla="*/ 2414192 h 4489084"/>
              <a:gd name="connsiteX17658" fmla="*/ 2192921 w 5158787"/>
              <a:gd name="connsiteY17658" fmla="*/ 2415436 h 4489084"/>
              <a:gd name="connsiteX17659" fmla="*/ 2184037 w 5158787"/>
              <a:gd name="connsiteY17659" fmla="*/ 2430834 h 4489084"/>
              <a:gd name="connsiteX17660" fmla="*/ 2182971 w 5158787"/>
              <a:gd name="connsiteY17660" fmla="*/ 2431486 h 4489084"/>
              <a:gd name="connsiteX17661" fmla="*/ 2165203 w 5158787"/>
              <a:gd name="connsiteY17661" fmla="*/ 2431486 h 4489084"/>
              <a:gd name="connsiteX17662" fmla="*/ 2164137 w 5158787"/>
              <a:gd name="connsiteY17662" fmla="*/ 2430834 h 4489084"/>
              <a:gd name="connsiteX17663" fmla="*/ 2155254 w 5158787"/>
              <a:gd name="connsiteY17663" fmla="*/ 2415436 h 4489084"/>
              <a:gd name="connsiteX17664" fmla="*/ 2155254 w 5158787"/>
              <a:gd name="connsiteY17664" fmla="*/ 2414192 h 4489084"/>
              <a:gd name="connsiteX17665" fmla="*/ 2164137 w 5158787"/>
              <a:gd name="connsiteY17665" fmla="*/ 2398794 h 4489084"/>
              <a:gd name="connsiteX17666" fmla="*/ 2165203 w 5158787"/>
              <a:gd name="connsiteY17666" fmla="*/ 2398142 h 4489084"/>
              <a:gd name="connsiteX17667" fmla="*/ 1150618 w 5158787"/>
              <a:gd name="connsiteY17667" fmla="*/ 2397964 h 4489084"/>
              <a:gd name="connsiteX17668" fmla="*/ 1168622 w 5158787"/>
              <a:gd name="connsiteY17668" fmla="*/ 2397964 h 4489084"/>
              <a:gd name="connsiteX17669" fmla="*/ 1169748 w 5158787"/>
              <a:gd name="connsiteY17669" fmla="*/ 2398615 h 4489084"/>
              <a:gd name="connsiteX17670" fmla="*/ 1178750 w 5158787"/>
              <a:gd name="connsiteY17670" fmla="*/ 2414192 h 4489084"/>
              <a:gd name="connsiteX17671" fmla="*/ 1178750 w 5158787"/>
              <a:gd name="connsiteY17671" fmla="*/ 2415435 h 4489084"/>
              <a:gd name="connsiteX17672" fmla="*/ 1169748 w 5158787"/>
              <a:gd name="connsiteY17672" fmla="*/ 2431012 h 4489084"/>
              <a:gd name="connsiteX17673" fmla="*/ 1168622 w 5158787"/>
              <a:gd name="connsiteY17673" fmla="*/ 2431663 h 4489084"/>
              <a:gd name="connsiteX17674" fmla="*/ 1150618 w 5158787"/>
              <a:gd name="connsiteY17674" fmla="*/ 2431663 h 4489084"/>
              <a:gd name="connsiteX17675" fmla="*/ 1149493 w 5158787"/>
              <a:gd name="connsiteY17675" fmla="*/ 2431012 h 4489084"/>
              <a:gd name="connsiteX17676" fmla="*/ 1140491 w 5158787"/>
              <a:gd name="connsiteY17676" fmla="*/ 2415435 h 4489084"/>
              <a:gd name="connsiteX17677" fmla="*/ 1140491 w 5158787"/>
              <a:gd name="connsiteY17677" fmla="*/ 2414192 h 4489084"/>
              <a:gd name="connsiteX17678" fmla="*/ 1149493 w 5158787"/>
              <a:gd name="connsiteY17678" fmla="*/ 2398615 h 4489084"/>
              <a:gd name="connsiteX17679" fmla="*/ 1150618 w 5158787"/>
              <a:gd name="connsiteY17679" fmla="*/ 2397964 h 4489084"/>
              <a:gd name="connsiteX17680" fmla="*/ 4531838 w 5158787"/>
              <a:gd name="connsiteY17680" fmla="*/ 2397313 h 4489084"/>
              <a:gd name="connsiteX17681" fmla="*/ 4550494 w 5158787"/>
              <a:gd name="connsiteY17681" fmla="*/ 2397313 h 4489084"/>
              <a:gd name="connsiteX17682" fmla="*/ 4551619 w 5158787"/>
              <a:gd name="connsiteY17682" fmla="*/ 2397964 h 4489084"/>
              <a:gd name="connsiteX17683" fmla="*/ 4560917 w 5158787"/>
              <a:gd name="connsiteY17683" fmla="*/ 2414133 h 4489084"/>
              <a:gd name="connsiteX17684" fmla="*/ 4560917 w 5158787"/>
              <a:gd name="connsiteY17684" fmla="*/ 2415436 h 4489084"/>
              <a:gd name="connsiteX17685" fmla="*/ 4551560 w 5158787"/>
              <a:gd name="connsiteY17685" fmla="*/ 2431604 h 4489084"/>
              <a:gd name="connsiteX17686" fmla="*/ 4550435 w 5158787"/>
              <a:gd name="connsiteY17686" fmla="*/ 2432256 h 4489084"/>
              <a:gd name="connsiteX17687" fmla="*/ 4531779 w 5158787"/>
              <a:gd name="connsiteY17687" fmla="*/ 2432256 h 4489084"/>
              <a:gd name="connsiteX17688" fmla="*/ 4530653 w 5158787"/>
              <a:gd name="connsiteY17688" fmla="*/ 2431604 h 4489084"/>
              <a:gd name="connsiteX17689" fmla="*/ 4521355 w 5158787"/>
              <a:gd name="connsiteY17689" fmla="*/ 2415436 h 4489084"/>
              <a:gd name="connsiteX17690" fmla="*/ 4521355 w 5158787"/>
              <a:gd name="connsiteY17690" fmla="*/ 2414133 h 4489084"/>
              <a:gd name="connsiteX17691" fmla="*/ 4530712 w 5158787"/>
              <a:gd name="connsiteY17691" fmla="*/ 2397964 h 4489084"/>
              <a:gd name="connsiteX17692" fmla="*/ 4531838 w 5158787"/>
              <a:gd name="connsiteY17692" fmla="*/ 2397313 h 4489084"/>
              <a:gd name="connsiteX17693" fmla="*/ 3314407 w 5158787"/>
              <a:gd name="connsiteY17693" fmla="*/ 2397254 h 4489084"/>
              <a:gd name="connsiteX17694" fmla="*/ 3333181 w 5158787"/>
              <a:gd name="connsiteY17694" fmla="*/ 2397254 h 4489084"/>
              <a:gd name="connsiteX17695" fmla="*/ 3334306 w 5158787"/>
              <a:gd name="connsiteY17695" fmla="*/ 2397905 h 4489084"/>
              <a:gd name="connsiteX17696" fmla="*/ 3343664 w 5158787"/>
              <a:gd name="connsiteY17696" fmla="*/ 2414133 h 4489084"/>
              <a:gd name="connsiteX17697" fmla="*/ 3343664 w 5158787"/>
              <a:gd name="connsiteY17697" fmla="*/ 2415436 h 4489084"/>
              <a:gd name="connsiteX17698" fmla="*/ 3334247 w 5158787"/>
              <a:gd name="connsiteY17698" fmla="*/ 2431664 h 4489084"/>
              <a:gd name="connsiteX17699" fmla="*/ 3333122 w 5158787"/>
              <a:gd name="connsiteY17699" fmla="*/ 2432315 h 4489084"/>
              <a:gd name="connsiteX17700" fmla="*/ 3314347 w 5158787"/>
              <a:gd name="connsiteY17700" fmla="*/ 2432315 h 4489084"/>
              <a:gd name="connsiteX17701" fmla="*/ 3313222 w 5158787"/>
              <a:gd name="connsiteY17701" fmla="*/ 2431664 h 4489084"/>
              <a:gd name="connsiteX17702" fmla="*/ 3303864 w 5158787"/>
              <a:gd name="connsiteY17702" fmla="*/ 2415436 h 4489084"/>
              <a:gd name="connsiteX17703" fmla="*/ 3303864 w 5158787"/>
              <a:gd name="connsiteY17703" fmla="*/ 2414133 h 4489084"/>
              <a:gd name="connsiteX17704" fmla="*/ 3313282 w 5158787"/>
              <a:gd name="connsiteY17704" fmla="*/ 2397905 h 4489084"/>
              <a:gd name="connsiteX17705" fmla="*/ 3314407 w 5158787"/>
              <a:gd name="connsiteY17705" fmla="*/ 2397254 h 4489084"/>
              <a:gd name="connsiteX17706" fmla="*/ 2029341 w 5158787"/>
              <a:gd name="connsiteY17706" fmla="*/ 2397135 h 4489084"/>
              <a:gd name="connsiteX17707" fmla="*/ 2048234 w 5158787"/>
              <a:gd name="connsiteY17707" fmla="*/ 2397135 h 4489084"/>
              <a:gd name="connsiteX17708" fmla="*/ 2049359 w 5158787"/>
              <a:gd name="connsiteY17708" fmla="*/ 2397786 h 4489084"/>
              <a:gd name="connsiteX17709" fmla="*/ 2058776 w 5158787"/>
              <a:gd name="connsiteY17709" fmla="*/ 2414133 h 4489084"/>
              <a:gd name="connsiteX17710" fmla="*/ 2058776 w 5158787"/>
              <a:gd name="connsiteY17710" fmla="*/ 2415495 h 4489084"/>
              <a:gd name="connsiteX17711" fmla="*/ 2049359 w 5158787"/>
              <a:gd name="connsiteY17711" fmla="*/ 2431841 h 4489084"/>
              <a:gd name="connsiteX17712" fmla="*/ 2048234 w 5158787"/>
              <a:gd name="connsiteY17712" fmla="*/ 2432493 h 4489084"/>
              <a:gd name="connsiteX17713" fmla="*/ 2029341 w 5158787"/>
              <a:gd name="connsiteY17713" fmla="*/ 2432493 h 4489084"/>
              <a:gd name="connsiteX17714" fmla="*/ 2028215 w 5158787"/>
              <a:gd name="connsiteY17714" fmla="*/ 2431841 h 4489084"/>
              <a:gd name="connsiteX17715" fmla="*/ 2018799 w 5158787"/>
              <a:gd name="connsiteY17715" fmla="*/ 2415495 h 4489084"/>
              <a:gd name="connsiteX17716" fmla="*/ 2018799 w 5158787"/>
              <a:gd name="connsiteY17716" fmla="*/ 2414133 h 4489084"/>
              <a:gd name="connsiteX17717" fmla="*/ 2028215 w 5158787"/>
              <a:gd name="connsiteY17717" fmla="*/ 2397786 h 4489084"/>
              <a:gd name="connsiteX17718" fmla="*/ 2029341 w 5158787"/>
              <a:gd name="connsiteY17718" fmla="*/ 2397135 h 4489084"/>
              <a:gd name="connsiteX17719" fmla="*/ 2096917 w 5158787"/>
              <a:gd name="connsiteY17719" fmla="*/ 2396898 h 4489084"/>
              <a:gd name="connsiteX17720" fmla="*/ 2115987 w 5158787"/>
              <a:gd name="connsiteY17720" fmla="*/ 2396898 h 4489084"/>
              <a:gd name="connsiteX17721" fmla="*/ 2117172 w 5158787"/>
              <a:gd name="connsiteY17721" fmla="*/ 2397549 h 4489084"/>
              <a:gd name="connsiteX17722" fmla="*/ 2126707 w 5158787"/>
              <a:gd name="connsiteY17722" fmla="*/ 2414073 h 4489084"/>
              <a:gd name="connsiteX17723" fmla="*/ 2126707 w 5158787"/>
              <a:gd name="connsiteY17723" fmla="*/ 2415435 h 4489084"/>
              <a:gd name="connsiteX17724" fmla="*/ 2117172 w 5158787"/>
              <a:gd name="connsiteY17724" fmla="*/ 2431959 h 4489084"/>
              <a:gd name="connsiteX17725" fmla="*/ 2115987 w 5158787"/>
              <a:gd name="connsiteY17725" fmla="*/ 2432611 h 4489084"/>
              <a:gd name="connsiteX17726" fmla="*/ 2096917 w 5158787"/>
              <a:gd name="connsiteY17726" fmla="*/ 2432611 h 4489084"/>
              <a:gd name="connsiteX17727" fmla="*/ 2095732 w 5158787"/>
              <a:gd name="connsiteY17727" fmla="*/ 2431959 h 4489084"/>
              <a:gd name="connsiteX17728" fmla="*/ 2086197 w 5158787"/>
              <a:gd name="connsiteY17728" fmla="*/ 2415435 h 4489084"/>
              <a:gd name="connsiteX17729" fmla="*/ 2086197 w 5158787"/>
              <a:gd name="connsiteY17729" fmla="*/ 2414073 h 4489084"/>
              <a:gd name="connsiteX17730" fmla="*/ 2095732 w 5158787"/>
              <a:gd name="connsiteY17730" fmla="*/ 2397549 h 4489084"/>
              <a:gd name="connsiteX17731" fmla="*/ 2096917 w 5158787"/>
              <a:gd name="connsiteY17731" fmla="*/ 2396898 h 4489084"/>
              <a:gd name="connsiteX17732" fmla="*/ 1555895 w 5158787"/>
              <a:gd name="connsiteY17732" fmla="*/ 2396898 h 4489084"/>
              <a:gd name="connsiteX17733" fmla="*/ 1574966 w 5158787"/>
              <a:gd name="connsiteY17733" fmla="*/ 2396898 h 4489084"/>
              <a:gd name="connsiteX17734" fmla="*/ 1576150 w 5158787"/>
              <a:gd name="connsiteY17734" fmla="*/ 2397549 h 4489084"/>
              <a:gd name="connsiteX17735" fmla="*/ 1585686 w 5158787"/>
              <a:gd name="connsiteY17735" fmla="*/ 2414073 h 4489084"/>
              <a:gd name="connsiteX17736" fmla="*/ 1585686 w 5158787"/>
              <a:gd name="connsiteY17736" fmla="*/ 2415435 h 4489084"/>
              <a:gd name="connsiteX17737" fmla="*/ 1576150 w 5158787"/>
              <a:gd name="connsiteY17737" fmla="*/ 2431959 h 4489084"/>
              <a:gd name="connsiteX17738" fmla="*/ 1574966 w 5158787"/>
              <a:gd name="connsiteY17738" fmla="*/ 2432611 h 4489084"/>
              <a:gd name="connsiteX17739" fmla="*/ 1555895 w 5158787"/>
              <a:gd name="connsiteY17739" fmla="*/ 2432611 h 4489084"/>
              <a:gd name="connsiteX17740" fmla="*/ 1554711 w 5158787"/>
              <a:gd name="connsiteY17740" fmla="*/ 2431959 h 4489084"/>
              <a:gd name="connsiteX17741" fmla="*/ 1545176 w 5158787"/>
              <a:gd name="connsiteY17741" fmla="*/ 2415435 h 4489084"/>
              <a:gd name="connsiteX17742" fmla="*/ 1545176 w 5158787"/>
              <a:gd name="connsiteY17742" fmla="*/ 2414073 h 4489084"/>
              <a:gd name="connsiteX17743" fmla="*/ 1554711 w 5158787"/>
              <a:gd name="connsiteY17743" fmla="*/ 2397549 h 4489084"/>
              <a:gd name="connsiteX17744" fmla="*/ 1555895 w 5158787"/>
              <a:gd name="connsiteY17744" fmla="*/ 2396898 h 4489084"/>
              <a:gd name="connsiteX17745" fmla="*/ 4598880 w 5158787"/>
              <a:gd name="connsiteY17745" fmla="*/ 2396306 h 4489084"/>
              <a:gd name="connsiteX17746" fmla="*/ 4618661 w 5158787"/>
              <a:gd name="connsiteY17746" fmla="*/ 2396306 h 4489084"/>
              <a:gd name="connsiteX17747" fmla="*/ 4619846 w 5158787"/>
              <a:gd name="connsiteY17747" fmla="*/ 2397017 h 4489084"/>
              <a:gd name="connsiteX17748" fmla="*/ 4629736 w 5158787"/>
              <a:gd name="connsiteY17748" fmla="*/ 2414133 h 4489084"/>
              <a:gd name="connsiteX17749" fmla="*/ 4629736 w 5158787"/>
              <a:gd name="connsiteY17749" fmla="*/ 2415554 h 4489084"/>
              <a:gd name="connsiteX17750" fmla="*/ 4619846 w 5158787"/>
              <a:gd name="connsiteY17750" fmla="*/ 2432670 h 4489084"/>
              <a:gd name="connsiteX17751" fmla="*/ 4618661 w 5158787"/>
              <a:gd name="connsiteY17751" fmla="*/ 2433381 h 4489084"/>
              <a:gd name="connsiteX17752" fmla="*/ 4598880 w 5158787"/>
              <a:gd name="connsiteY17752" fmla="*/ 2433381 h 4489084"/>
              <a:gd name="connsiteX17753" fmla="*/ 4597696 w 5158787"/>
              <a:gd name="connsiteY17753" fmla="*/ 2432670 h 4489084"/>
              <a:gd name="connsiteX17754" fmla="*/ 4587805 w 5158787"/>
              <a:gd name="connsiteY17754" fmla="*/ 2415554 h 4489084"/>
              <a:gd name="connsiteX17755" fmla="*/ 4587805 w 5158787"/>
              <a:gd name="connsiteY17755" fmla="*/ 2414133 h 4489084"/>
              <a:gd name="connsiteX17756" fmla="*/ 4597696 w 5158787"/>
              <a:gd name="connsiteY17756" fmla="*/ 2397017 h 4489084"/>
              <a:gd name="connsiteX17757" fmla="*/ 4598880 w 5158787"/>
              <a:gd name="connsiteY17757" fmla="*/ 2396306 h 4489084"/>
              <a:gd name="connsiteX17758" fmla="*/ 1487905 w 5158787"/>
              <a:gd name="connsiteY17758" fmla="*/ 2396306 h 4489084"/>
              <a:gd name="connsiteX17759" fmla="*/ 1507686 w 5158787"/>
              <a:gd name="connsiteY17759" fmla="*/ 2396306 h 4489084"/>
              <a:gd name="connsiteX17760" fmla="*/ 1508870 w 5158787"/>
              <a:gd name="connsiteY17760" fmla="*/ 2397017 h 4489084"/>
              <a:gd name="connsiteX17761" fmla="*/ 1518761 w 5158787"/>
              <a:gd name="connsiteY17761" fmla="*/ 2414133 h 4489084"/>
              <a:gd name="connsiteX17762" fmla="*/ 1518761 w 5158787"/>
              <a:gd name="connsiteY17762" fmla="*/ 2415554 h 4489084"/>
              <a:gd name="connsiteX17763" fmla="*/ 1508870 w 5158787"/>
              <a:gd name="connsiteY17763" fmla="*/ 2432670 h 4489084"/>
              <a:gd name="connsiteX17764" fmla="*/ 1507686 w 5158787"/>
              <a:gd name="connsiteY17764" fmla="*/ 2433381 h 4489084"/>
              <a:gd name="connsiteX17765" fmla="*/ 1487905 w 5158787"/>
              <a:gd name="connsiteY17765" fmla="*/ 2433381 h 4489084"/>
              <a:gd name="connsiteX17766" fmla="*/ 1486720 w 5158787"/>
              <a:gd name="connsiteY17766" fmla="*/ 2432670 h 4489084"/>
              <a:gd name="connsiteX17767" fmla="*/ 1476830 w 5158787"/>
              <a:gd name="connsiteY17767" fmla="*/ 2415554 h 4489084"/>
              <a:gd name="connsiteX17768" fmla="*/ 1476830 w 5158787"/>
              <a:gd name="connsiteY17768" fmla="*/ 2414133 h 4489084"/>
              <a:gd name="connsiteX17769" fmla="*/ 1486720 w 5158787"/>
              <a:gd name="connsiteY17769" fmla="*/ 2397017 h 4489084"/>
              <a:gd name="connsiteX17770" fmla="*/ 1487905 w 5158787"/>
              <a:gd name="connsiteY17770" fmla="*/ 2396306 h 4489084"/>
              <a:gd name="connsiteX17771" fmla="*/ 1419856 w 5158787"/>
              <a:gd name="connsiteY17771" fmla="*/ 2395595 h 4489084"/>
              <a:gd name="connsiteX17772" fmla="*/ 1440406 w 5158787"/>
              <a:gd name="connsiteY17772" fmla="*/ 2395595 h 4489084"/>
              <a:gd name="connsiteX17773" fmla="*/ 1441650 w 5158787"/>
              <a:gd name="connsiteY17773" fmla="*/ 2396306 h 4489084"/>
              <a:gd name="connsiteX17774" fmla="*/ 1451896 w 5158787"/>
              <a:gd name="connsiteY17774" fmla="*/ 2414073 h 4489084"/>
              <a:gd name="connsiteX17775" fmla="*/ 1451896 w 5158787"/>
              <a:gd name="connsiteY17775" fmla="*/ 2415554 h 4489084"/>
              <a:gd name="connsiteX17776" fmla="*/ 1441650 w 5158787"/>
              <a:gd name="connsiteY17776" fmla="*/ 2433321 h 4489084"/>
              <a:gd name="connsiteX17777" fmla="*/ 1440406 w 5158787"/>
              <a:gd name="connsiteY17777" fmla="*/ 2434032 h 4489084"/>
              <a:gd name="connsiteX17778" fmla="*/ 1419856 w 5158787"/>
              <a:gd name="connsiteY17778" fmla="*/ 2434032 h 4489084"/>
              <a:gd name="connsiteX17779" fmla="*/ 1418612 w 5158787"/>
              <a:gd name="connsiteY17779" fmla="*/ 2433321 h 4489084"/>
              <a:gd name="connsiteX17780" fmla="*/ 1408366 w 5158787"/>
              <a:gd name="connsiteY17780" fmla="*/ 2415554 h 4489084"/>
              <a:gd name="connsiteX17781" fmla="*/ 1408366 w 5158787"/>
              <a:gd name="connsiteY17781" fmla="*/ 2414073 h 4489084"/>
              <a:gd name="connsiteX17782" fmla="*/ 1418612 w 5158787"/>
              <a:gd name="connsiteY17782" fmla="*/ 2396306 h 4489084"/>
              <a:gd name="connsiteX17783" fmla="*/ 1419856 w 5158787"/>
              <a:gd name="connsiteY17783" fmla="*/ 2395595 h 4489084"/>
              <a:gd name="connsiteX17784" fmla="*/ 4666042 w 5158787"/>
              <a:gd name="connsiteY17784" fmla="*/ 2395358 h 4489084"/>
              <a:gd name="connsiteX17785" fmla="*/ 4686770 w 5158787"/>
              <a:gd name="connsiteY17785" fmla="*/ 2395358 h 4489084"/>
              <a:gd name="connsiteX17786" fmla="*/ 4688015 w 5158787"/>
              <a:gd name="connsiteY17786" fmla="*/ 2396069 h 4489084"/>
              <a:gd name="connsiteX17787" fmla="*/ 4698379 w 5158787"/>
              <a:gd name="connsiteY17787" fmla="*/ 2414073 h 4489084"/>
              <a:gd name="connsiteX17788" fmla="*/ 4698379 w 5158787"/>
              <a:gd name="connsiteY17788" fmla="*/ 2415554 h 4489084"/>
              <a:gd name="connsiteX17789" fmla="*/ 4688015 w 5158787"/>
              <a:gd name="connsiteY17789" fmla="*/ 2433558 h 4489084"/>
              <a:gd name="connsiteX17790" fmla="*/ 4686770 w 5158787"/>
              <a:gd name="connsiteY17790" fmla="*/ 2434269 h 4489084"/>
              <a:gd name="connsiteX17791" fmla="*/ 4666042 w 5158787"/>
              <a:gd name="connsiteY17791" fmla="*/ 2434269 h 4489084"/>
              <a:gd name="connsiteX17792" fmla="*/ 4664798 w 5158787"/>
              <a:gd name="connsiteY17792" fmla="*/ 2433558 h 4489084"/>
              <a:gd name="connsiteX17793" fmla="*/ 4654434 w 5158787"/>
              <a:gd name="connsiteY17793" fmla="*/ 2415554 h 4489084"/>
              <a:gd name="connsiteX17794" fmla="*/ 4654434 w 5158787"/>
              <a:gd name="connsiteY17794" fmla="*/ 2414073 h 4489084"/>
              <a:gd name="connsiteX17795" fmla="*/ 4664798 w 5158787"/>
              <a:gd name="connsiteY17795" fmla="*/ 2396069 h 4489084"/>
              <a:gd name="connsiteX17796" fmla="*/ 4666042 w 5158787"/>
              <a:gd name="connsiteY17796" fmla="*/ 2395358 h 4489084"/>
              <a:gd name="connsiteX17797" fmla="*/ 4733559 w 5158787"/>
              <a:gd name="connsiteY17797" fmla="*/ 2395181 h 4489084"/>
              <a:gd name="connsiteX17798" fmla="*/ 4754524 w 5158787"/>
              <a:gd name="connsiteY17798" fmla="*/ 2395181 h 4489084"/>
              <a:gd name="connsiteX17799" fmla="*/ 4755827 w 5158787"/>
              <a:gd name="connsiteY17799" fmla="*/ 2395951 h 4489084"/>
              <a:gd name="connsiteX17800" fmla="*/ 4766310 w 5158787"/>
              <a:gd name="connsiteY17800" fmla="*/ 2414133 h 4489084"/>
              <a:gd name="connsiteX17801" fmla="*/ 4766310 w 5158787"/>
              <a:gd name="connsiteY17801" fmla="*/ 2415614 h 4489084"/>
              <a:gd name="connsiteX17802" fmla="*/ 4755827 w 5158787"/>
              <a:gd name="connsiteY17802" fmla="*/ 2433796 h 4489084"/>
              <a:gd name="connsiteX17803" fmla="*/ 4754524 w 5158787"/>
              <a:gd name="connsiteY17803" fmla="*/ 2434566 h 4489084"/>
              <a:gd name="connsiteX17804" fmla="*/ 4733559 w 5158787"/>
              <a:gd name="connsiteY17804" fmla="*/ 2434566 h 4489084"/>
              <a:gd name="connsiteX17805" fmla="*/ 4732256 w 5158787"/>
              <a:gd name="connsiteY17805" fmla="*/ 2433796 h 4489084"/>
              <a:gd name="connsiteX17806" fmla="*/ 4721773 w 5158787"/>
              <a:gd name="connsiteY17806" fmla="*/ 2415614 h 4489084"/>
              <a:gd name="connsiteX17807" fmla="*/ 4721773 w 5158787"/>
              <a:gd name="connsiteY17807" fmla="*/ 2414133 h 4489084"/>
              <a:gd name="connsiteX17808" fmla="*/ 4732256 w 5158787"/>
              <a:gd name="connsiteY17808" fmla="*/ 2395951 h 4489084"/>
              <a:gd name="connsiteX17809" fmla="*/ 4733559 w 5158787"/>
              <a:gd name="connsiteY17809" fmla="*/ 2395181 h 4489084"/>
              <a:gd name="connsiteX17810" fmla="*/ 2772201 w 5158787"/>
              <a:gd name="connsiteY17810" fmla="*/ 2395062 h 4489084"/>
              <a:gd name="connsiteX17811" fmla="*/ 2793285 w 5158787"/>
              <a:gd name="connsiteY17811" fmla="*/ 2395062 h 4489084"/>
              <a:gd name="connsiteX17812" fmla="*/ 2794588 w 5158787"/>
              <a:gd name="connsiteY17812" fmla="*/ 2395832 h 4489084"/>
              <a:gd name="connsiteX17813" fmla="*/ 2805130 w 5158787"/>
              <a:gd name="connsiteY17813" fmla="*/ 2414073 h 4489084"/>
              <a:gd name="connsiteX17814" fmla="*/ 2805130 w 5158787"/>
              <a:gd name="connsiteY17814" fmla="*/ 2415554 h 4489084"/>
              <a:gd name="connsiteX17815" fmla="*/ 2794588 w 5158787"/>
              <a:gd name="connsiteY17815" fmla="*/ 2433795 h 4489084"/>
              <a:gd name="connsiteX17816" fmla="*/ 2793285 w 5158787"/>
              <a:gd name="connsiteY17816" fmla="*/ 2434565 h 4489084"/>
              <a:gd name="connsiteX17817" fmla="*/ 2772201 w 5158787"/>
              <a:gd name="connsiteY17817" fmla="*/ 2434565 h 4489084"/>
              <a:gd name="connsiteX17818" fmla="*/ 2770898 w 5158787"/>
              <a:gd name="connsiteY17818" fmla="*/ 2433795 h 4489084"/>
              <a:gd name="connsiteX17819" fmla="*/ 2760356 w 5158787"/>
              <a:gd name="connsiteY17819" fmla="*/ 2415554 h 4489084"/>
              <a:gd name="connsiteX17820" fmla="*/ 2760356 w 5158787"/>
              <a:gd name="connsiteY17820" fmla="*/ 2414073 h 4489084"/>
              <a:gd name="connsiteX17821" fmla="*/ 2770898 w 5158787"/>
              <a:gd name="connsiteY17821" fmla="*/ 2395832 h 4489084"/>
              <a:gd name="connsiteX17822" fmla="*/ 2772201 w 5158787"/>
              <a:gd name="connsiteY17822" fmla="*/ 2395062 h 4489084"/>
              <a:gd name="connsiteX17823" fmla="*/ 4800897 w 5158787"/>
              <a:gd name="connsiteY17823" fmla="*/ 2394529 h 4489084"/>
              <a:gd name="connsiteX17824" fmla="*/ 4822514 w 5158787"/>
              <a:gd name="connsiteY17824" fmla="*/ 2394529 h 4489084"/>
              <a:gd name="connsiteX17825" fmla="*/ 4823817 w 5158787"/>
              <a:gd name="connsiteY17825" fmla="*/ 2395299 h 4489084"/>
              <a:gd name="connsiteX17826" fmla="*/ 4834656 w 5158787"/>
              <a:gd name="connsiteY17826" fmla="*/ 2414014 h 4489084"/>
              <a:gd name="connsiteX17827" fmla="*/ 4834656 w 5158787"/>
              <a:gd name="connsiteY17827" fmla="*/ 2415554 h 4489084"/>
              <a:gd name="connsiteX17828" fmla="*/ 4823817 w 5158787"/>
              <a:gd name="connsiteY17828" fmla="*/ 2434269 h 4489084"/>
              <a:gd name="connsiteX17829" fmla="*/ 4822514 w 5158787"/>
              <a:gd name="connsiteY17829" fmla="*/ 2435039 h 4489084"/>
              <a:gd name="connsiteX17830" fmla="*/ 4800897 w 5158787"/>
              <a:gd name="connsiteY17830" fmla="*/ 2435039 h 4489084"/>
              <a:gd name="connsiteX17831" fmla="*/ 4799594 w 5158787"/>
              <a:gd name="connsiteY17831" fmla="*/ 2434269 h 4489084"/>
              <a:gd name="connsiteX17832" fmla="*/ 4788756 w 5158787"/>
              <a:gd name="connsiteY17832" fmla="*/ 2415554 h 4489084"/>
              <a:gd name="connsiteX17833" fmla="*/ 4788756 w 5158787"/>
              <a:gd name="connsiteY17833" fmla="*/ 2414014 h 4489084"/>
              <a:gd name="connsiteX17834" fmla="*/ 4799594 w 5158787"/>
              <a:gd name="connsiteY17834" fmla="*/ 2395299 h 4489084"/>
              <a:gd name="connsiteX17835" fmla="*/ 4800897 w 5158787"/>
              <a:gd name="connsiteY17835" fmla="*/ 2394529 h 4489084"/>
              <a:gd name="connsiteX17836" fmla="*/ 1351746 w 5158787"/>
              <a:gd name="connsiteY17836" fmla="*/ 2394529 h 4489084"/>
              <a:gd name="connsiteX17837" fmla="*/ 1373363 w 5158787"/>
              <a:gd name="connsiteY17837" fmla="*/ 2394529 h 4489084"/>
              <a:gd name="connsiteX17838" fmla="*/ 1374667 w 5158787"/>
              <a:gd name="connsiteY17838" fmla="*/ 2395299 h 4489084"/>
              <a:gd name="connsiteX17839" fmla="*/ 1385504 w 5158787"/>
              <a:gd name="connsiteY17839" fmla="*/ 2414014 h 4489084"/>
              <a:gd name="connsiteX17840" fmla="*/ 1385504 w 5158787"/>
              <a:gd name="connsiteY17840" fmla="*/ 2415554 h 4489084"/>
              <a:gd name="connsiteX17841" fmla="*/ 1374667 w 5158787"/>
              <a:gd name="connsiteY17841" fmla="*/ 2434269 h 4489084"/>
              <a:gd name="connsiteX17842" fmla="*/ 1373363 w 5158787"/>
              <a:gd name="connsiteY17842" fmla="*/ 2435039 h 4489084"/>
              <a:gd name="connsiteX17843" fmla="*/ 1351746 w 5158787"/>
              <a:gd name="connsiteY17843" fmla="*/ 2435039 h 4489084"/>
              <a:gd name="connsiteX17844" fmla="*/ 1350443 w 5158787"/>
              <a:gd name="connsiteY17844" fmla="*/ 2434269 h 4489084"/>
              <a:gd name="connsiteX17845" fmla="*/ 1339605 w 5158787"/>
              <a:gd name="connsiteY17845" fmla="*/ 2415554 h 4489084"/>
              <a:gd name="connsiteX17846" fmla="*/ 1339605 w 5158787"/>
              <a:gd name="connsiteY17846" fmla="*/ 2414014 h 4489084"/>
              <a:gd name="connsiteX17847" fmla="*/ 1350443 w 5158787"/>
              <a:gd name="connsiteY17847" fmla="*/ 2395299 h 4489084"/>
              <a:gd name="connsiteX17848" fmla="*/ 1351746 w 5158787"/>
              <a:gd name="connsiteY17848" fmla="*/ 2394529 h 4489084"/>
              <a:gd name="connsiteX17849" fmla="*/ 1283520 w 5158787"/>
              <a:gd name="connsiteY17849" fmla="*/ 2393522 h 4489084"/>
              <a:gd name="connsiteX17850" fmla="*/ 1306262 w 5158787"/>
              <a:gd name="connsiteY17850" fmla="*/ 2393522 h 4489084"/>
              <a:gd name="connsiteX17851" fmla="*/ 1307624 w 5158787"/>
              <a:gd name="connsiteY17851" fmla="*/ 2394351 h 4489084"/>
              <a:gd name="connsiteX17852" fmla="*/ 1318995 w 5158787"/>
              <a:gd name="connsiteY17852" fmla="*/ 2414073 h 4489084"/>
              <a:gd name="connsiteX17853" fmla="*/ 1318995 w 5158787"/>
              <a:gd name="connsiteY17853" fmla="*/ 2415672 h 4489084"/>
              <a:gd name="connsiteX17854" fmla="*/ 1307624 w 5158787"/>
              <a:gd name="connsiteY17854" fmla="*/ 2435394 h 4489084"/>
              <a:gd name="connsiteX17855" fmla="*/ 1306262 w 5158787"/>
              <a:gd name="connsiteY17855" fmla="*/ 2436223 h 4489084"/>
              <a:gd name="connsiteX17856" fmla="*/ 1283520 w 5158787"/>
              <a:gd name="connsiteY17856" fmla="*/ 2436223 h 4489084"/>
              <a:gd name="connsiteX17857" fmla="*/ 1282158 w 5158787"/>
              <a:gd name="connsiteY17857" fmla="*/ 2435394 h 4489084"/>
              <a:gd name="connsiteX17858" fmla="*/ 1270786 w 5158787"/>
              <a:gd name="connsiteY17858" fmla="*/ 2415672 h 4489084"/>
              <a:gd name="connsiteX17859" fmla="*/ 1270786 w 5158787"/>
              <a:gd name="connsiteY17859" fmla="*/ 2414073 h 4489084"/>
              <a:gd name="connsiteX17860" fmla="*/ 1282158 w 5158787"/>
              <a:gd name="connsiteY17860" fmla="*/ 2394351 h 4489084"/>
              <a:gd name="connsiteX17861" fmla="*/ 1283520 w 5158787"/>
              <a:gd name="connsiteY17861" fmla="*/ 2393522 h 4489084"/>
              <a:gd name="connsiteX17862" fmla="*/ 1215885 w 5158787"/>
              <a:gd name="connsiteY17862" fmla="*/ 2393522 h 4489084"/>
              <a:gd name="connsiteX17863" fmla="*/ 1238627 w 5158787"/>
              <a:gd name="connsiteY17863" fmla="*/ 2393522 h 4489084"/>
              <a:gd name="connsiteX17864" fmla="*/ 1239989 w 5158787"/>
              <a:gd name="connsiteY17864" fmla="*/ 2394351 h 4489084"/>
              <a:gd name="connsiteX17865" fmla="*/ 1251360 w 5158787"/>
              <a:gd name="connsiteY17865" fmla="*/ 2414073 h 4489084"/>
              <a:gd name="connsiteX17866" fmla="*/ 1251360 w 5158787"/>
              <a:gd name="connsiteY17866" fmla="*/ 2415672 h 4489084"/>
              <a:gd name="connsiteX17867" fmla="*/ 1239989 w 5158787"/>
              <a:gd name="connsiteY17867" fmla="*/ 2435394 h 4489084"/>
              <a:gd name="connsiteX17868" fmla="*/ 1238627 w 5158787"/>
              <a:gd name="connsiteY17868" fmla="*/ 2436223 h 4489084"/>
              <a:gd name="connsiteX17869" fmla="*/ 1215885 w 5158787"/>
              <a:gd name="connsiteY17869" fmla="*/ 2436223 h 4489084"/>
              <a:gd name="connsiteX17870" fmla="*/ 1214522 w 5158787"/>
              <a:gd name="connsiteY17870" fmla="*/ 2435394 h 4489084"/>
              <a:gd name="connsiteX17871" fmla="*/ 1203151 w 5158787"/>
              <a:gd name="connsiteY17871" fmla="*/ 2415672 h 4489084"/>
              <a:gd name="connsiteX17872" fmla="*/ 1203151 w 5158787"/>
              <a:gd name="connsiteY17872" fmla="*/ 2414073 h 4489084"/>
              <a:gd name="connsiteX17873" fmla="*/ 1214522 w 5158787"/>
              <a:gd name="connsiteY17873" fmla="*/ 2394351 h 4489084"/>
              <a:gd name="connsiteX17874" fmla="*/ 1215885 w 5158787"/>
              <a:gd name="connsiteY17874" fmla="*/ 2393522 h 4489084"/>
              <a:gd name="connsiteX17875" fmla="*/ 4867881 w 5158787"/>
              <a:gd name="connsiteY17875" fmla="*/ 2393404 h 4489084"/>
              <a:gd name="connsiteX17876" fmla="*/ 4890742 w 5158787"/>
              <a:gd name="connsiteY17876" fmla="*/ 2393404 h 4489084"/>
              <a:gd name="connsiteX17877" fmla="*/ 4892163 w 5158787"/>
              <a:gd name="connsiteY17877" fmla="*/ 2394233 h 4489084"/>
              <a:gd name="connsiteX17878" fmla="*/ 4903594 w 5158787"/>
              <a:gd name="connsiteY17878" fmla="*/ 2414015 h 4489084"/>
              <a:gd name="connsiteX17879" fmla="*/ 4903594 w 5158787"/>
              <a:gd name="connsiteY17879" fmla="*/ 2415613 h 4489084"/>
              <a:gd name="connsiteX17880" fmla="*/ 4892163 w 5158787"/>
              <a:gd name="connsiteY17880" fmla="*/ 2435395 h 4489084"/>
              <a:gd name="connsiteX17881" fmla="*/ 4890742 w 5158787"/>
              <a:gd name="connsiteY17881" fmla="*/ 2436224 h 4489084"/>
              <a:gd name="connsiteX17882" fmla="*/ 4867881 w 5158787"/>
              <a:gd name="connsiteY17882" fmla="*/ 2436224 h 4489084"/>
              <a:gd name="connsiteX17883" fmla="*/ 4866460 w 5158787"/>
              <a:gd name="connsiteY17883" fmla="*/ 2435395 h 4489084"/>
              <a:gd name="connsiteX17884" fmla="*/ 4855029 w 5158787"/>
              <a:gd name="connsiteY17884" fmla="*/ 2415613 h 4489084"/>
              <a:gd name="connsiteX17885" fmla="*/ 4855029 w 5158787"/>
              <a:gd name="connsiteY17885" fmla="*/ 2414015 h 4489084"/>
              <a:gd name="connsiteX17886" fmla="*/ 4866460 w 5158787"/>
              <a:gd name="connsiteY17886" fmla="*/ 2394233 h 4489084"/>
              <a:gd name="connsiteX17887" fmla="*/ 4867881 w 5158787"/>
              <a:gd name="connsiteY17887" fmla="*/ 2393404 h 4489084"/>
              <a:gd name="connsiteX17888" fmla="*/ 4129107 w 5158787"/>
              <a:gd name="connsiteY17888" fmla="*/ 2344425 h 4489084"/>
              <a:gd name="connsiteX17889" fmla="*/ 4141663 w 5158787"/>
              <a:gd name="connsiteY17889" fmla="*/ 2344425 h 4489084"/>
              <a:gd name="connsiteX17890" fmla="*/ 4142433 w 5158787"/>
              <a:gd name="connsiteY17890" fmla="*/ 2344899 h 4489084"/>
              <a:gd name="connsiteX17891" fmla="*/ 4148710 w 5158787"/>
              <a:gd name="connsiteY17891" fmla="*/ 2355796 h 4489084"/>
              <a:gd name="connsiteX17892" fmla="*/ 4148710 w 5158787"/>
              <a:gd name="connsiteY17892" fmla="*/ 2356684 h 4489084"/>
              <a:gd name="connsiteX17893" fmla="*/ 4142433 w 5158787"/>
              <a:gd name="connsiteY17893" fmla="*/ 2367582 h 4489084"/>
              <a:gd name="connsiteX17894" fmla="*/ 4141663 w 5158787"/>
              <a:gd name="connsiteY17894" fmla="*/ 2368056 h 4489084"/>
              <a:gd name="connsiteX17895" fmla="*/ 4129107 w 5158787"/>
              <a:gd name="connsiteY17895" fmla="*/ 2368056 h 4489084"/>
              <a:gd name="connsiteX17896" fmla="*/ 4128337 w 5158787"/>
              <a:gd name="connsiteY17896" fmla="*/ 2367582 h 4489084"/>
              <a:gd name="connsiteX17897" fmla="*/ 4122059 w 5158787"/>
              <a:gd name="connsiteY17897" fmla="*/ 2356684 h 4489084"/>
              <a:gd name="connsiteX17898" fmla="*/ 4122059 w 5158787"/>
              <a:gd name="connsiteY17898" fmla="*/ 2355796 h 4489084"/>
              <a:gd name="connsiteX17899" fmla="*/ 4128337 w 5158787"/>
              <a:gd name="connsiteY17899" fmla="*/ 2344899 h 4489084"/>
              <a:gd name="connsiteX17900" fmla="*/ 4129107 w 5158787"/>
              <a:gd name="connsiteY17900" fmla="*/ 2344425 h 4489084"/>
              <a:gd name="connsiteX17901" fmla="*/ 3926202 w 5158787"/>
              <a:gd name="connsiteY17901" fmla="*/ 2344425 h 4489084"/>
              <a:gd name="connsiteX17902" fmla="*/ 3938758 w 5158787"/>
              <a:gd name="connsiteY17902" fmla="*/ 2344425 h 4489084"/>
              <a:gd name="connsiteX17903" fmla="*/ 3939528 w 5158787"/>
              <a:gd name="connsiteY17903" fmla="*/ 2344899 h 4489084"/>
              <a:gd name="connsiteX17904" fmla="*/ 3945805 w 5158787"/>
              <a:gd name="connsiteY17904" fmla="*/ 2355796 h 4489084"/>
              <a:gd name="connsiteX17905" fmla="*/ 3945805 w 5158787"/>
              <a:gd name="connsiteY17905" fmla="*/ 2356684 h 4489084"/>
              <a:gd name="connsiteX17906" fmla="*/ 3939528 w 5158787"/>
              <a:gd name="connsiteY17906" fmla="*/ 2367582 h 4489084"/>
              <a:gd name="connsiteX17907" fmla="*/ 3938758 w 5158787"/>
              <a:gd name="connsiteY17907" fmla="*/ 2368056 h 4489084"/>
              <a:gd name="connsiteX17908" fmla="*/ 3926202 w 5158787"/>
              <a:gd name="connsiteY17908" fmla="*/ 2368056 h 4489084"/>
              <a:gd name="connsiteX17909" fmla="*/ 3925432 w 5158787"/>
              <a:gd name="connsiteY17909" fmla="*/ 2367582 h 4489084"/>
              <a:gd name="connsiteX17910" fmla="*/ 3919154 w 5158787"/>
              <a:gd name="connsiteY17910" fmla="*/ 2356684 h 4489084"/>
              <a:gd name="connsiteX17911" fmla="*/ 3919154 w 5158787"/>
              <a:gd name="connsiteY17911" fmla="*/ 2355796 h 4489084"/>
              <a:gd name="connsiteX17912" fmla="*/ 3925432 w 5158787"/>
              <a:gd name="connsiteY17912" fmla="*/ 2344899 h 4489084"/>
              <a:gd name="connsiteX17913" fmla="*/ 3926202 w 5158787"/>
              <a:gd name="connsiteY17913" fmla="*/ 2344425 h 4489084"/>
              <a:gd name="connsiteX17914" fmla="*/ 4196624 w 5158787"/>
              <a:gd name="connsiteY17914" fmla="*/ 2344188 h 4489084"/>
              <a:gd name="connsiteX17915" fmla="*/ 4209416 w 5158787"/>
              <a:gd name="connsiteY17915" fmla="*/ 2344188 h 4489084"/>
              <a:gd name="connsiteX17916" fmla="*/ 4210186 w 5158787"/>
              <a:gd name="connsiteY17916" fmla="*/ 2344662 h 4489084"/>
              <a:gd name="connsiteX17917" fmla="*/ 4216583 w 5158787"/>
              <a:gd name="connsiteY17917" fmla="*/ 2355737 h 4489084"/>
              <a:gd name="connsiteX17918" fmla="*/ 4216583 w 5158787"/>
              <a:gd name="connsiteY17918" fmla="*/ 2356625 h 4489084"/>
              <a:gd name="connsiteX17919" fmla="*/ 4210186 w 5158787"/>
              <a:gd name="connsiteY17919" fmla="*/ 2367701 h 4489084"/>
              <a:gd name="connsiteX17920" fmla="*/ 4209416 w 5158787"/>
              <a:gd name="connsiteY17920" fmla="*/ 2368174 h 4489084"/>
              <a:gd name="connsiteX17921" fmla="*/ 4196624 w 5158787"/>
              <a:gd name="connsiteY17921" fmla="*/ 2368174 h 4489084"/>
              <a:gd name="connsiteX17922" fmla="*/ 4195854 w 5158787"/>
              <a:gd name="connsiteY17922" fmla="*/ 2367701 h 4489084"/>
              <a:gd name="connsiteX17923" fmla="*/ 4189457 w 5158787"/>
              <a:gd name="connsiteY17923" fmla="*/ 2356625 h 4489084"/>
              <a:gd name="connsiteX17924" fmla="*/ 4189457 w 5158787"/>
              <a:gd name="connsiteY17924" fmla="*/ 2355737 h 4489084"/>
              <a:gd name="connsiteX17925" fmla="*/ 4195854 w 5158787"/>
              <a:gd name="connsiteY17925" fmla="*/ 2344662 h 4489084"/>
              <a:gd name="connsiteX17926" fmla="*/ 4196624 w 5158787"/>
              <a:gd name="connsiteY17926" fmla="*/ 2344188 h 4489084"/>
              <a:gd name="connsiteX17927" fmla="*/ 4264140 w 5158787"/>
              <a:gd name="connsiteY17927" fmla="*/ 2344010 h 4489084"/>
              <a:gd name="connsiteX17928" fmla="*/ 4277170 w 5158787"/>
              <a:gd name="connsiteY17928" fmla="*/ 2344010 h 4489084"/>
              <a:gd name="connsiteX17929" fmla="*/ 4277940 w 5158787"/>
              <a:gd name="connsiteY17929" fmla="*/ 2344484 h 4489084"/>
              <a:gd name="connsiteX17930" fmla="*/ 4284454 w 5158787"/>
              <a:gd name="connsiteY17930" fmla="*/ 2355796 h 4489084"/>
              <a:gd name="connsiteX17931" fmla="*/ 4284454 w 5158787"/>
              <a:gd name="connsiteY17931" fmla="*/ 2356743 h 4489084"/>
              <a:gd name="connsiteX17932" fmla="*/ 4277940 w 5158787"/>
              <a:gd name="connsiteY17932" fmla="*/ 2368055 h 4489084"/>
              <a:gd name="connsiteX17933" fmla="*/ 4277170 w 5158787"/>
              <a:gd name="connsiteY17933" fmla="*/ 2368529 h 4489084"/>
              <a:gd name="connsiteX17934" fmla="*/ 4264140 w 5158787"/>
              <a:gd name="connsiteY17934" fmla="*/ 2368529 h 4489084"/>
              <a:gd name="connsiteX17935" fmla="*/ 4263370 w 5158787"/>
              <a:gd name="connsiteY17935" fmla="*/ 2368055 h 4489084"/>
              <a:gd name="connsiteX17936" fmla="*/ 4256855 w 5158787"/>
              <a:gd name="connsiteY17936" fmla="*/ 2356743 h 4489084"/>
              <a:gd name="connsiteX17937" fmla="*/ 4256855 w 5158787"/>
              <a:gd name="connsiteY17937" fmla="*/ 2355796 h 4489084"/>
              <a:gd name="connsiteX17938" fmla="*/ 4263370 w 5158787"/>
              <a:gd name="connsiteY17938" fmla="*/ 2344484 h 4489084"/>
              <a:gd name="connsiteX17939" fmla="*/ 4264140 w 5158787"/>
              <a:gd name="connsiteY17939" fmla="*/ 2344010 h 4489084"/>
              <a:gd name="connsiteX17940" fmla="*/ 3858271 w 5158787"/>
              <a:gd name="connsiteY17940" fmla="*/ 2343892 h 4489084"/>
              <a:gd name="connsiteX17941" fmla="*/ 3871419 w 5158787"/>
              <a:gd name="connsiteY17941" fmla="*/ 2343892 h 4489084"/>
              <a:gd name="connsiteX17942" fmla="*/ 3872248 w 5158787"/>
              <a:gd name="connsiteY17942" fmla="*/ 2344366 h 4489084"/>
              <a:gd name="connsiteX17943" fmla="*/ 3878822 w 5158787"/>
              <a:gd name="connsiteY17943" fmla="*/ 2355737 h 4489084"/>
              <a:gd name="connsiteX17944" fmla="*/ 3878822 w 5158787"/>
              <a:gd name="connsiteY17944" fmla="*/ 2356684 h 4489084"/>
              <a:gd name="connsiteX17945" fmla="*/ 3872248 w 5158787"/>
              <a:gd name="connsiteY17945" fmla="*/ 2368056 h 4489084"/>
              <a:gd name="connsiteX17946" fmla="*/ 3871419 w 5158787"/>
              <a:gd name="connsiteY17946" fmla="*/ 2368529 h 4489084"/>
              <a:gd name="connsiteX17947" fmla="*/ 3858271 w 5158787"/>
              <a:gd name="connsiteY17947" fmla="*/ 2368529 h 4489084"/>
              <a:gd name="connsiteX17948" fmla="*/ 3857442 w 5158787"/>
              <a:gd name="connsiteY17948" fmla="*/ 2368056 h 4489084"/>
              <a:gd name="connsiteX17949" fmla="*/ 3850868 w 5158787"/>
              <a:gd name="connsiteY17949" fmla="*/ 2356684 h 4489084"/>
              <a:gd name="connsiteX17950" fmla="*/ 3850868 w 5158787"/>
              <a:gd name="connsiteY17950" fmla="*/ 2355737 h 4489084"/>
              <a:gd name="connsiteX17951" fmla="*/ 3857442 w 5158787"/>
              <a:gd name="connsiteY17951" fmla="*/ 2344366 h 4489084"/>
              <a:gd name="connsiteX17952" fmla="*/ 3858271 w 5158787"/>
              <a:gd name="connsiteY17952" fmla="*/ 2343892 h 4489084"/>
              <a:gd name="connsiteX17953" fmla="*/ 3722645 w 5158787"/>
              <a:gd name="connsiteY17953" fmla="*/ 2343181 h 4489084"/>
              <a:gd name="connsiteX17954" fmla="*/ 3736563 w 5158787"/>
              <a:gd name="connsiteY17954" fmla="*/ 2343181 h 4489084"/>
              <a:gd name="connsiteX17955" fmla="*/ 3737392 w 5158787"/>
              <a:gd name="connsiteY17955" fmla="*/ 2343655 h 4489084"/>
              <a:gd name="connsiteX17956" fmla="*/ 3744321 w 5158787"/>
              <a:gd name="connsiteY17956" fmla="*/ 2355677 h 4489084"/>
              <a:gd name="connsiteX17957" fmla="*/ 3744321 w 5158787"/>
              <a:gd name="connsiteY17957" fmla="*/ 2356684 h 4489084"/>
              <a:gd name="connsiteX17958" fmla="*/ 3737333 w 5158787"/>
              <a:gd name="connsiteY17958" fmla="*/ 2368707 h 4489084"/>
              <a:gd name="connsiteX17959" fmla="*/ 3736503 w 5158787"/>
              <a:gd name="connsiteY17959" fmla="*/ 2369181 h 4489084"/>
              <a:gd name="connsiteX17960" fmla="*/ 3722586 w 5158787"/>
              <a:gd name="connsiteY17960" fmla="*/ 2369181 h 4489084"/>
              <a:gd name="connsiteX17961" fmla="*/ 3721756 w 5158787"/>
              <a:gd name="connsiteY17961" fmla="*/ 2368707 h 4489084"/>
              <a:gd name="connsiteX17962" fmla="*/ 3714827 w 5158787"/>
              <a:gd name="connsiteY17962" fmla="*/ 2356684 h 4489084"/>
              <a:gd name="connsiteX17963" fmla="*/ 3714827 w 5158787"/>
              <a:gd name="connsiteY17963" fmla="*/ 2355677 h 4489084"/>
              <a:gd name="connsiteX17964" fmla="*/ 3721816 w 5158787"/>
              <a:gd name="connsiteY17964" fmla="*/ 2343655 h 4489084"/>
              <a:gd name="connsiteX17965" fmla="*/ 3722645 w 5158787"/>
              <a:gd name="connsiteY17965" fmla="*/ 2343181 h 4489084"/>
              <a:gd name="connsiteX17966" fmla="*/ 4331124 w 5158787"/>
              <a:gd name="connsiteY17966" fmla="*/ 2342766 h 4489084"/>
              <a:gd name="connsiteX17967" fmla="*/ 4345456 w 5158787"/>
              <a:gd name="connsiteY17967" fmla="*/ 2342766 h 4489084"/>
              <a:gd name="connsiteX17968" fmla="*/ 4346344 w 5158787"/>
              <a:gd name="connsiteY17968" fmla="*/ 2343299 h 4489084"/>
              <a:gd name="connsiteX17969" fmla="*/ 4353511 w 5158787"/>
              <a:gd name="connsiteY17969" fmla="*/ 2355736 h 4489084"/>
              <a:gd name="connsiteX17970" fmla="*/ 4353511 w 5158787"/>
              <a:gd name="connsiteY17970" fmla="*/ 2356743 h 4489084"/>
              <a:gd name="connsiteX17971" fmla="*/ 4346344 w 5158787"/>
              <a:gd name="connsiteY17971" fmla="*/ 2369181 h 4489084"/>
              <a:gd name="connsiteX17972" fmla="*/ 4345456 w 5158787"/>
              <a:gd name="connsiteY17972" fmla="*/ 2369713 h 4489084"/>
              <a:gd name="connsiteX17973" fmla="*/ 4331124 w 5158787"/>
              <a:gd name="connsiteY17973" fmla="*/ 2369713 h 4489084"/>
              <a:gd name="connsiteX17974" fmla="*/ 4330235 w 5158787"/>
              <a:gd name="connsiteY17974" fmla="*/ 2369181 h 4489084"/>
              <a:gd name="connsiteX17975" fmla="*/ 4323069 w 5158787"/>
              <a:gd name="connsiteY17975" fmla="*/ 2356743 h 4489084"/>
              <a:gd name="connsiteX17976" fmla="*/ 4323069 w 5158787"/>
              <a:gd name="connsiteY17976" fmla="*/ 2355736 h 4489084"/>
              <a:gd name="connsiteX17977" fmla="*/ 4330235 w 5158787"/>
              <a:gd name="connsiteY17977" fmla="*/ 2343299 h 4489084"/>
              <a:gd name="connsiteX17978" fmla="*/ 4331124 w 5158787"/>
              <a:gd name="connsiteY17978" fmla="*/ 2342766 h 4489084"/>
              <a:gd name="connsiteX17979" fmla="*/ 4060524 w 5158787"/>
              <a:gd name="connsiteY17979" fmla="*/ 2342648 h 4489084"/>
              <a:gd name="connsiteX17980" fmla="*/ 4074975 w 5158787"/>
              <a:gd name="connsiteY17980" fmla="*/ 2342648 h 4489084"/>
              <a:gd name="connsiteX17981" fmla="*/ 4075863 w 5158787"/>
              <a:gd name="connsiteY17981" fmla="*/ 2343181 h 4489084"/>
              <a:gd name="connsiteX17982" fmla="*/ 4083089 w 5158787"/>
              <a:gd name="connsiteY17982" fmla="*/ 2355737 h 4489084"/>
              <a:gd name="connsiteX17983" fmla="*/ 4083089 w 5158787"/>
              <a:gd name="connsiteY17983" fmla="*/ 2356744 h 4489084"/>
              <a:gd name="connsiteX17984" fmla="*/ 4075863 w 5158787"/>
              <a:gd name="connsiteY17984" fmla="*/ 2369299 h 4489084"/>
              <a:gd name="connsiteX17985" fmla="*/ 4074975 w 5158787"/>
              <a:gd name="connsiteY17985" fmla="*/ 2369832 h 4489084"/>
              <a:gd name="connsiteX17986" fmla="*/ 4060524 w 5158787"/>
              <a:gd name="connsiteY17986" fmla="*/ 2369832 h 4489084"/>
              <a:gd name="connsiteX17987" fmla="*/ 4059636 w 5158787"/>
              <a:gd name="connsiteY17987" fmla="*/ 2369299 h 4489084"/>
              <a:gd name="connsiteX17988" fmla="*/ 4052410 w 5158787"/>
              <a:gd name="connsiteY17988" fmla="*/ 2356744 h 4489084"/>
              <a:gd name="connsiteX17989" fmla="*/ 4052410 w 5158787"/>
              <a:gd name="connsiteY17989" fmla="*/ 2355737 h 4489084"/>
              <a:gd name="connsiteX17990" fmla="*/ 4059636 w 5158787"/>
              <a:gd name="connsiteY17990" fmla="*/ 2343181 h 4489084"/>
              <a:gd name="connsiteX17991" fmla="*/ 4060524 w 5158787"/>
              <a:gd name="connsiteY17991" fmla="*/ 2342648 h 4489084"/>
              <a:gd name="connsiteX17992" fmla="*/ 3992771 w 5158787"/>
              <a:gd name="connsiteY17992" fmla="*/ 2342470 h 4489084"/>
              <a:gd name="connsiteX17993" fmla="*/ 4007458 w 5158787"/>
              <a:gd name="connsiteY17993" fmla="*/ 2342470 h 4489084"/>
              <a:gd name="connsiteX17994" fmla="*/ 4008347 w 5158787"/>
              <a:gd name="connsiteY17994" fmla="*/ 2343003 h 4489084"/>
              <a:gd name="connsiteX17995" fmla="*/ 4015691 w 5158787"/>
              <a:gd name="connsiteY17995" fmla="*/ 2355736 h 4489084"/>
              <a:gd name="connsiteX17996" fmla="*/ 4015691 w 5158787"/>
              <a:gd name="connsiteY17996" fmla="*/ 2356802 h 4489084"/>
              <a:gd name="connsiteX17997" fmla="*/ 4008347 w 5158787"/>
              <a:gd name="connsiteY17997" fmla="*/ 2369536 h 4489084"/>
              <a:gd name="connsiteX17998" fmla="*/ 4007458 w 5158787"/>
              <a:gd name="connsiteY17998" fmla="*/ 2370069 h 4489084"/>
              <a:gd name="connsiteX17999" fmla="*/ 3992771 w 5158787"/>
              <a:gd name="connsiteY17999" fmla="*/ 2370069 h 4489084"/>
              <a:gd name="connsiteX18000" fmla="*/ 3991882 w 5158787"/>
              <a:gd name="connsiteY18000" fmla="*/ 2369536 h 4489084"/>
              <a:gd name="connsiteX18001" fmla="*/ 3984538 w 5158787"/>
              <a:gd name="connsiteY18001" fmla="*/ 2356802 h 4489084"/>
              <a:gd name="connsiteX18002" fmla="*/ 3984538 w 5158787"/>
              <a:gd name="connsiteY18002" fmla="*/ 2355736 h 4489084"/>
              <a:gd name="connsiteX18003" fmla="*/ 3991882 w 5158787"/>
              <a:gd name="connsiteY18003" fmla="*/ 2343003 h 4489084"/>
              <a:gd name="connsiteX18004" fmla="*/ 3992771 w 5158787"/>
              <a:gd name="connsiteY18004" fmla="*/ 2342470 h 4489084"/>
              <a:gd name="connsiteX18005" fmla="*/ 2504858 w 5158787"/>
              <a:gd name="connsiteY18005" fmla="*/ 2342470 h 4489084"/>
              <a:gd name="connsiteX18006" fmla="*/ 2519546 w 5158787"/>
              <a:gd name="connsiteY18006" fmla="*/ 2342470 h 4489084"/>
              <a:gd name="connsiteX18007" fmla="*/ 2520435 w 5158787"/>
              <a:gd name="connsiteY18007" fmla="*/ 2343003 h 4489084"/>
              <a:gd name="connsiteX18008" fmla="*/ 2527779 w 5158787"/>
              <a:gd name="connsiteY18008" fmla="*/ 2355736 h 4489084"/>
              <a:gd name="connsiteX18009" fmla="*/ 2527779 w 5158787"/>
              <a:gd name="connsiteY18009" fmla="*/ 2356802 h 4489084"/>
              <a:gd name="connsiteX18010" fmla="*/ 2520435 w 5158787"/>
              <a:gd name="connsiteY18010" fmla="*/ 2369536 h 4489084"/>
              <a:gd name="connsiteX18011" fmla="*/ 2519546 w 5158787"/>
              <a:gd name="connsiteY18011" fmla="*/ 2370069 h 4489084"/>
              <a:gd name="connsiteX18012" fmla="*/ 2504858 w 5158787"/>
              <a:gd name="connsiteY18012" fmla="*/ 2370069 h 4489084"/>
              <a:gd name="connsiteX18013" fmla="*/ 2503970 w 5158787"/>
              <a:gd name="connsiteY18013" fmla="*/ 2369536 h 4489084"/>
              <a:gd name="connsiteX18014" fmla="*/ 2496626 w 5158787"/>
              <a:gd name="connsiteY18014" fmla="*/ 2356802 h 4489084"/>
              <a:gd name="connsiteX18015" fmla="*/ 2496626 w 5158787"/>
              <a:gd name="connsiteY18015" fmla="*/ 2355736 h 4489084"/>
              <a:gd name="connsiteX18016" fmla="*/ 2503970 w 5158787"/>
              <a:gd name="connsiteY18016" fmla="*/ 2343003 h 4489084"/>
              <a:gd name="connsiteX18017" fmla="*/ 2504858 w 5158787"/>
              <a:gd name="connsiteY18017" fmla="*/ 2342470 h 4489084"/>
              <a:gd name="connsiteX18018" fmla="*/ 3181151 w 5158787"/>
              <a:gd name="connsiteY18018" fmla="*/ 2342352 h 4489084"/>
              <a:gd name="connsiteX18019" fmla="*/ 3195957 w 5158787"/>
              <a:gd name="connsiteY18019" fmla="*/ 2342352 h 4489084"/>
              <a:gd name="connsiteX18020" fmla="*/ 3196845 w 5158787"/>
              <a:gd name="connsiteY18020" fmla="*/ 2342885 h 4489084"/>
              <a:gd name="connsiteX18021" fmla="*/ 3204248 w 5158787"/>
              <a:gd name="connsiteY18021" fmla="*/ 2355678 h 4489084"/>
              <a:gd name="connsiteX18022" fmla="*/ 3204248 w 5158787"/>
              <a:gd name="connsiteY18022" fmla="*/ 2356744 h 4489084"/>
              <a:gd name="connsiteX18023" fmla="*/ 3196845 w 5158787"/>
              <a:gd name="connsiteY18023" fmla="*/ 2369536 h 4489084"/>
              <a:gd name="connsiteX18024" fmla="*/ 3195957 w 5158787"/>
              <a:gd name="connsiteY18024" fmla="*/ 2370069 h 4489084"/>
              <a:gd name="connsiteX18025" fmla="*/ 3181151 w 5158787"/>
              <a:gd name="connsiteY18025" fmla="*/ 2370069 h 4489084"/>
              <a:gd name="connsiteX18026" fmla="*/ 3180262 w 5158787"/>
              <a:gd name="connsiteY18026" fmla="*/ 2369536 h 4489084"/>
              <a:gd name="connsiteX18027" fmla="*/ 3172859 w 5158787"/>
              <a:gd name="connsiteY18027" fmla="*/ 2356744 h 4489084"/>
              <a:gd name="connsiteX18028" fmla="*/ 3172859 w 5158787"/>
              <a:gd name="connsiteY18028" fmla="*/ 2355678 h 4489084"/>
              <a:gd name="connsiteX18029" fmla="*/ 3180262 w 5158787"/>
              <a:gd name="connsiteY18029" fmla="*/ 2342885 h 4489084"/>
              <a:gd name="connsiteX18030" fmla="*/ 3181151 w 5158787"/>
              <a:gd name="connsiteY18030" fmla="*/ 2342352 h 4489084"/>
              <a:gd name="connsiteX18031" fmla="*/ 3654477 w 5158787"/>
              <a:gd name="connsiteY18031" fmla="*/ 2342234 h 4489084"/>
              <a:gd name="connsiteX18032" fmla="*/ 3669402 w 5158787"/>
              <a:gd name="connsiteY18032" fmla="*/ 2342234 h 4489084"/>
              <a:gd name="connsiteX18033" fmla="*/ 3670290 w 5158787"/>
              <a:gd name="connsiteY18033" fmla="*/ 2342767 h 4489084"/>
              <a:gd name="connsiteX18034" fmla="*/ 3677752 w 5158787"/>
              <a:gd name="connsiteY18034" fmla="*/ 2355678 h 4489084"/>
              <a:gd name="connsiteX18035" fmla="*/ 3677752 w 5158787"/>
              <a:gd name="connsiteY18035" fmla="*/ 2356744 h 4489084"/>
              <a:gd name="connsiteX18036" fmla="*/ 3670290 w 5158787"/>
              <a:gd name="connsiteY18036" fmla="*/ 2369655 h 4489084"/>
              <a:gd name="connsiteX18037" fmla="*/ 3669402 w 5158787"/>
              <a:gd name="connsiteY18037" fmla="*/ 2370188 h 4489084"/>
              <a:gd name="connsiteX18038" fmla="*/ 3654477 w 5158787"/>
              <a:gd name="connsiteY18038" fmla="*/ 2370188 h 4489084"/>
              <a:gd name="connsiteX18039" fmla="*/ 3653589 w 5158787"/>
              <a:gd name="connsiteY18039" fmla="*/ 2369655 h 4489084"/>
              <a:gd name="connsiteX18040" fmla="*/ 3646126 w 5158787"/>
              <a:gd name="connsiteY18040" fmla="*/ 2356744 h 4489084"/>
              <a:gd name="connsiteX18041" fmla="*/ 3646126 w 5158787"/>
              <a:gd name="connsiteY18041" fmla="*/ 2355678 h 4489084"/>
              <a:gd name="connsiteX18042" fmla="*/ 3653589 w 5158787"/>
              <a:gd name="connsiteY18042" fmla="*/ 2342767 h 4489084"/>
              <a:gd name="connsiteX18043" fmla="*/ 3654477 w 5158787"/>
              <a:gd name="connsiteY18043" fmla="*/ 2342234 h 4489084"/>
              <a:gd name="connsiteX18044" fmla="*/ 2572317 w 5158787"/>
              <a:gd name="connsiteY18044" fmla="*/ 2342056 h 4489084"/>
              <a:gd name="connsiteX18045" fmla="*/ 2587419 w 5158787"/>
              <a:gd name="connsiteY18045" fmla="*/ 2342056 h 4489084"/>
              <a:gd name="connsiteX18046" fmla="*/ 2588367 w 5158787"/>
              <a:gd name="connsiteY18046" fmla="*/ 2342589 h 4489084"/>
              <a:gd name="connsiteX18047" fmla="*/ 2595947 w 5158787"/>
              <a:gd name="connsiteY18047" fmla="*/ 2355678 h 4489084"/>
              <a:gd name="connsiteX18048" fmla="*/ 2595947 w 5158787"/>
              <a:gd name="connsiteY18048" fmla="*/ 2356744 h 4489084"/>
              <a:gd name="connsiteX18049" fmla="*/ 2588367 w 5158787"/>
              <a:gd name="connsiteY18049" fmla="*/ 2369833 h 4489084"/>
              <a:gd name="connsiteX18050" fmla="*/ 2587419 w 5158787"/>
              <a:gd name="connsiteY18050" fmla="*/ 2370366 h 4489084"/>
              <a:gd name="connsiteX18051" fmla="*/ 2572317 w 5158787"/>
              <a:gd name="connsiteY18051" fmla="*/ 2370366 h 4489084"/>
              <a:gd name="connsiteX18052" fmla="*/ 2571369 w 5158787"/>
              <a:gd name="connsiteY18052" fmla="*/ 2369833 h 4489084"/>
              <a:gd name="connsiteX18053" fmla="*/ 2563788 w 5158787"/>
              <a:gd name="connsiteY18053" fmla="*/ 2356744 h 4489084"/>
              <a:gd name="connsiteX18054" fmla="*/ 2563788 w 5158787"/>
              <a:gd name="connsiteY18054" fmla="*/ 2355678 h 4489084"/>
              <a:gd name="connsiteX18055" fmla="*/ 2571369 w 5158787"/>
              <a:gd name="connsiteY18055" fmla="*/ 2342589 h 4489084"/>
              <a:gd name="connsiteX18056" fmla="*/ 2572317 w 5158787"/>
              <a:gd name="connsiteY18056" fmla="*/ 2342056 h 4489084"/>
              <a:gd name="connsiteX18057" fmla="*/ 3248489 w 5158787"/>
              <a:gd name="connsiteY18057" fmla="*/ 2341819 h 4489084"/>
              <a:gd name="connsiteX18058" fmla="*/ 3263829 w 5158787"/>
              <a:gd name="connsiteY18058" fmla="*/ 2341819 h 4489084"/>
              <a:gd name="connsiteX18059" fmla="*/ 3264776 w 5158787"/>
              <a:gd name="connsiteY18059" fmla="*/ 2342352 h 4489084"/>
              <a:gd name="connsiteX18060" fmla="*/ 3272416 w 5158787"/>
              <a:gd name="connsiteY18060" fmla="*/ 2355618 h 4489084"/>
              <a:gd name="connsiteX18061" fmla="*/ 3272416 w 5158787"/>
              <a:gd name="connsiteY18061" fmla="*/ 2356684 h 4489084"/>
              <a:gd name="connsiteX18062" fmla="*/ 3264717 w 5158787"/>
              <a:gd name="connsiteY18062" fmla="*/ 2369951 h 4489084"/>
              <a:gd name="connsiteX18063" fmla="*/ 3263770 w 5158787"/>
              <a:gd name="connsiteY18063" fmla="*/ 2370484 h 4489084"/>
              <a:gd name="connsiteX18064" fmla="*/ 3248430 w 5158787"/>
              <a:gd name="connsiteY18064" fmla="*/ 2370484 h 4489084"/>
              <a:gd name="connsiteX18065" fmla="*/ 3247483 w 5158787"/>
              <a:gd name="connsiteY18065" fmla="*/ 2369951 h 4489084"/>
              <a:gd name="connsiteX18066" fmla="*/ 3239842 w 5158787"/>
              <a:gd name="connsiteY18066" fmla="*/ 2356684 h 4489084"/>
              <a:gd name="connsiteX18067" fmla="*/ 3239842 w 5158787"/>
              <a:gd name="connsiteY18067" fmla="*/ 2355618 h 4489084"/>
              <a:gd name="connsiteX18068" fmla="*/ 3247542 w 5158787"/>
              <a:gd name="connsiteY18068" fmla="*/ 2342352 h 4489084"/>
              <a:gd name="connsiteX18069" fmla="*/ 3248489 w 5158787"/>
              <a:gd name="connsiteY18069" fmla="*/ 2341819 h 4489084"/>
              <a:gd name="connsiteX18070" fmla="*/ 4398108 w 5158787"/>
              <a:gd name="connsiteY18070" fmla="*/ 2341641 h 4489084"/>
              <a:gd name="connsiteX18071" fmla="*/ 4413684 w 5158787"/>
              <a:gd name="connsiteY18071" fmla="*/ 2341641 h 4489084"/>
              <a:gd name="connsiteX18072" fmla="*/ 4414632 w 5158787"/>
              <a:gd name="connsiteY18072" fmla="*/ 2342174 h 4489084"/>
              <a:gd name="connsiteX18073" fmla="*/ 4422390 w 5158787"/>
              <a:gd name="connsiteY18073" fmla="*/ 2355677 h 4489084"/>
              <a:gd name="connsiteX18074" fmla="*/ 4422390 w 5158787"/>
              <a:gd name="connsiteY18074" fmla="*/ 2356803 h 4489084"/>
              <a:gd name="connsiteX18075" fmla="*/ 4414572 w 5158787"/>
              <a:gd name="connsiteY18075" fmla="*/ 2370306 h 4489084"/>
              <a:gd name="connsiteX18076" fmla="*/ 4413625 w 5158787"/>
              <a:gd name="connsiteY18076" fmla="*/ 2370839 h 4489084"/>
              <a:gd name="connsiteX18077" fmla="*/ 4398048 w 5158787"/>
              <a:gd name="connsiteY18077" fmla="*/ 2370839 h 4489084"/>
              <a:gd name="connsiteX18078" fmla="*/ 4397101 w 5158787"/>
              <a:gd name="connsiteY18078" fmla="*/ 2370306 h 4489084"/>
              <a:gd name="connsiteX18079" fmla="*/ 4389342 w 5158787"/>
              <a:gd name="connsiteY18079" fmla="*/ 2356803 h 4489084"/>
              <a:gd name="connsiteX18080" fmla="*/ 4389342 w 5158787"/>
              <a:gd name="connsiteY18080" fmla="*/ 2355677 h 4489084"/>
              <a:gd name="connsiteX18081" fmla="*/ 4397161 w 5158787"/>
              <a:gd name="connsiteY18081" fmla="*/ 2342174 h 4489084"/>
              <a:gd name="connsiteX18082" fmla="*/ 4398108 w 5158787"/>
              <a:gd name="connsiteY18082" fmla="*/ 2341641 h 4489084"/>
              <a:gd name="connsiteX18083" fmla="*/ 3586546 w 5158787"/>
              <a:gd name="connsiteY18083" fmla="*/ 2341641 h 4489084"/>
              <a:gd name="connsiteX18084" fmla="*/ 3602122 w 5158787"/>
              <a:gd name="connsiteY18084" fmla="*/ 2341641 h 4489084"/>
              <a:gd name="connsiteX18085" fmla="*/ 3603069 w 5158787"/>
              <a:gd name="connsiteY18085" fmla="*/ 2342174 h 4489084"/>
              <a:gd name="connsiteX18086" fmla="*/ 3610828 w 5158787"/>
              <a:gd name="connsiteY18086" fmla="*/ 2355677 h 4489084"/>
              <a:gd name="connsiteX18087" fmla="*/ 3610828 w 5158787"/>
              <a:gd name="connsiteY18087" fmla="*/ 2356803 h 4489084"/>
              <a:gd name="connsiteX18088" fmla="*/ 3603010 w 5158787"/>
              <a:gd name="connsiteY18088" fmla="*/ 2370306 h 4489084"/>
              <a:gd name="connsiteX18089" fmla="*/ 3602063 w 5158787"/>
              <a:gd name="connsiteY18089" fmla="*/ 2370839 h 4489084"/>
              <a:gd name="connsiteX18090" fmla="*/ 3586486 w 5158787"/>
              <a:gd name="connsiteY18090" fmla="*/ 2370839 h 4489084"/>
              <a:gd name="connsiteX18091" fmla="*/ 3585539 w 5158787"/>
              <a:gd name="connsiteY18091" fmla="*/ 2370306 h 4489084"/>
              <a:gd name="connsiteX18092" fmla="*/ 3577780 w 5158787"/>
              <a:gd name="connsiteY18092" fmla="*/ 2356803 h 4489084"/>
              <a:gd name="connsiteX18093" fmla="*/ 3577780 w 5158787"/>
              <a:gd name="connsiteY18093" fmla="*/ 2355677 h 4489084"/>
              <a:gd name="connsiteX18094" fmla="*/ 3585598 w 5158787"/>
              <a:gd name="connsiteY18094" fmla="*/ 2342174 h 4489084"/>
              <a:gd name="connsiteX18095" fmla="*/ 3586546 w 5158787"/>
              <a:gd name="connsiteY18095" fmla="*/ 2341641 h 4489084"/>
              <a:gd name="connsiteX18096" fmla="*/ 3383641 w 5158787"/>
              <a:gd name="connsiteY18096" fmla="*/ 2341641 h 4489084"/>
              <a:gd name="connsiteX18097" fmla="*/ 3399217 w 5158787"/>
              <a:gd name="connsiteY18097" fmla="*/ 2341641 h 4489084"/>
              <a:gd name="connsiteX18098" fmla="*/ 3400164 w 5158787"/>
              <a:gd name="connsiteY18098" fmla="*/ 2342174 h 4489084"/>
              <a:gd name="connsiteX18099" fmla="*/ 3407923 w 5158787"/>
              <a:gd name="connsiteY18099" fmla="*/ 2355677 h 4489084"/>
              <a:gd name="connsiteX18100" fmla="*/ 3407923 w 5158787"/>
              <a:gd name="connsiteY18100" fmla="*/ 2356803 h 4489084"/>
              <a:gd name="connsiteX18101" fmla="*/ 3400105 w 5158787"/>
              <a:gd name="connsiteY18101" fmla="*/ 2370306 h 4489084"/>
              <a:gd name="connsiteX18102" fmla="*/ 3399158 w 5158787"/>
              <a:gd name="connsiteY18102" fmla="*/ 2370839 h 4489084"/>
              <a:gd name="connsiteX18103" fmla="*/ 3383581 w 5158787"/>
              <a:gd name="connsiteY18103" fmla="*/ 2370839 h 4489084"/>
              <a:gd name="connsiteX18104" fmla="*/ 3382633 w 5158787"/>
              <a:gd name="connsiteY18104" fmla="*/ 2370306 h 4489084"/>
              <a:gd name="connsiteX18105" fmla="*/ 3374875 w 5158787"/>
              <a:gd name="connsiteY18105" fmla="*/ 2356803 h 4489084"/>
              <a:gd name="connsiteX18106" fmla="*/ 3374875 w 5158787"/>
              <a:gd name="connsiteY18106" fmla="*/ 2355677 h 4489084"/>
              <a:gd name="connsiteX18107" fmla="*/ 3382693 w 5158787"/>
              <a:gd name="connsiteY18107" fmla="*/ 2342174 h 4489084"/>
              <a:gd name="connsiteX18108" fmla="*/ 3383641 w 5158787"/>
              <a:gd name="connsiteY18108" fmla="*/ 2341641 h 4489084"/>
              <a:gd name="connsiteX18109" fmla="*/ 2436691 w 5158787"/>
              <a:gd name="connsiteY18109" fmla="*/ 2341404 h 4489084"/>
              <a:gd name="connsiteX18110" fmla="*/ 2452504 w 5158787"/>
              <a:gd name="connsiteY18110" fmla="*/ 2341404 h 4489084"/>
              <a:gd name="connsiteX18111" fmla="*/ 2453451 w 5158787"/>
              <a:gd name="connsiteY18111" fmla="*/ 2341937 h 4489084"/>
              <a:gd name="connsiteX18112" fmla="*/ 2461328 w 5158787"/>
              <a:gd name="connsiteY18112" fmla="*/ 2355618 h 4489084"/>
              <a:gd name="connsiteX18113" fmla="*/ 2461328 w 5158787"/>
              <a:gd name="connsiteY18113" fmla="*/ 2356743 h 4489084"/>
              <a:gd name="connsiteX18114" fmla="*/ 2453451 w 5158787"/>
              <a:gd name="connsiteY18114" fmla="*/ 2370424 h 4489084"/>
              <a:gd name="connsiteX18115" fmla="*/ 2452504 w 5158787"/>
              <a:gd name="connsiteY18115" fmla="*/ 2370957 h 4489084"/>
              <a:gd name="connsiteX18116" fmla="*/ 2436691 w 5158787"/>
              <a:gd name="connsiteY18116" fmla="*/ 2370957 h 4489084"/>
              <a:gd name="connsiteX18117" fmla="*/ 2435743 w 5158787"/>
              <a:gd name="connsiteY18117" fmla="*/ 2370424 h 4489084"/>
              <a:gd name="connsiteX18118" fmla="*/ 2427866 w 5158787"/>
              <a:gd name="connsiteY18118" fmla="*/ 2356743 h 4489084"/>
              <a:gd name="connsiteX18119" fmla="*/ 2427866 w 5158787"/>
              <a:gd name="connsiteY18119" fmla="*/ 2355618 h 4489084"/>
              <a:gd name="connsiteX18120" fmla="*/ 2435743 w 5158787"/>
              <a:gd name="connsiteY18120" fmla="*/ 2341937 h 4489084"/>
              <a:gd name="connsiteX18121" fmla="*/ 2436691 w 5158787"/>
              <a:gd name="connsiteY18121" fmla="*/ 2341404 h 4489084"/>
              <a:gd name="connsiteX18122" fmla="*/ 1827975 w 5158787"/>
              <a:gd name="connsiteY18122" fmla="*/ 2341286 h 4489084"/>
              <a:gd name="connsiteX18123" fmla="*/ 1843847 w 5158787"/>
              <a:gd name="connsiteY18123" fmla="*/ 2341286 h 4489084"/>
              <a:gd name="connsiteX18124" fmla="*/ 1844795 w 5158787"/>
              <a:gd name="connsiteY18124" fmla="*/ 2341819 h 4489084"/>
              <a:gd name="connsiteX18125" fmla="*/ 1852731 w 5158787"/>
              <a:gd name="connsiteY18125" fmla="*/ 2355618 h 4489084"/>
              <a:gd name="connsiteX18126" fmla="*/ 1852731 w 5158787"/>
              <a:gd name="connsiteY18126" fmla="*/ 2356744 h 4489084"/>
              <a:gd name="connsiteX18127" fmla="*/ 1844795 w 5158787"/>
              <a:gd name="connsiteY18127" fmla="*/ 2370543 h 4489084"/>
              <a:gd name="connsiteX18128" fmla="*/ 1843847 w 5158787"/>
              <a:gd name="connsiteY18128" fmla="*/ 2371076 h 4489084"/>
              <a:gd name="connsiteX18129" fmla="*/ 1827975 w 5158787"/>
              <a:gd name="connsiteY18129" fmla="*/ 2371076 h 4489084"/>
              <a:gd name="connsiteX18130" fmla="*/ 1827027 w 5158787"/>
              <a:gd name="connsiteY18130" fmla="*/ 2370543 h 4489084"/>
              <a:gd name="connsiteX18131" fmla="*/ 1819091 w 5158787"/>
              <a:gd name="connsiteY18131" fmla="*/ 2356744 h 4489084"/>
              <a:gd name="connsiteX18132" fmla="*/ 1819091 w 5158787"/>
              <a:gd name="connsiteY18132" fmla="*/ 2355618 h 4489084"/>
              <a:gd name="connsiteX18133" fmla="*/ 1827027 w 5158787"/>
              <a:gd name="connsiteY18133" fmla="*/ 2341819 h 4489084"/>
              <a:gd name="connsiteX18134" fmla="*/ 1827975 w 5158787"/>
              <a:gd name="connsiteY18134" fmla="*/ 2341286 h 4489084"/>
              <a:gd name="connsiteX18135" fmla="*/ 2639537 w 5158787"/>
              <a:gd name="connsiteY18135" fmla="*/ 2341227 h 4489084"/>
              <a:gd name="connsiteX18136" fmla="*/ 2655528 w 5158787"/>
              <a:gd name="connsiteY18136" fmla="*/ 2341227 h 4489084"/>
              <a:gd name="connsiteX18137" fmla="*/ 2656476 w 5158787"/>
              <a:gd name="connsiteY18137" fmla="*/ 2341819 h 4489084"/>
              <a:gd name="connsiteX18138" fmla="*/ 2664471 w 5158787"/>
              <a:gd name="connsiteY18138" fmla="*/ 2355678 h 4489084"/>
              <a:gd name="connsiteX18139" fmla="*/ 2664471 w 5158787"/>
              <a:gd name="connsiteY18139" fmla="*/ 2356803 h 4489084"/>
              <a:gd name="connsiteX18140" fmla="*/ 2656476 w 5158787"/>
              <a:gd name="connsiteY18140" fmla="*/ 2370662 h 4489084"/>
              <a:gd name="connsiteX18141" fmla="*/ 2655528 w 5158787"/>
              <a:gd name="connsiteY18141" fmla="*/ 2371254 h 4489084"/>
              <a:gd name="connsiteX18142" fmla="*/ 2639537 w 5158787"/>
              <a:gd name="connsiteY18142" fmla="*/ 2371254 h 4489084"/>
              <a:gd name="connsiteX18143" fmla="*/ 2638590 w 5158787"/>
              <a:gd name="connsiteY18143" fmla="*/ 2370662 h 4489084"/>
              <a:gd name="connsiteX18144" fmla="*/ 2630594 w 5158787"/>
              <a:gd name="connsiteY18144" fmla="*/ 2356803 h 4489084"/>
              <a:gd name="connsiteX18145" fmla="*/ 2630594 w 5158787"/>
              <a:gd name="connsiteY18145" fmla="*/ 2355678 h 4489084"/>
              <a:gd name="connsiteX18146" fmla="*/ 2638590 w 5158787"/>
              <a:gd name="connsiteY18146" fmla="*/ 2341819 h 4489084"/>
              <a:gd name="connsiteX18147" fmla="*/ 2639537 w 5158787"/>
              <a:gd name="connsiteY18147" fmla="*/ 2341227 h 4489084"/>
              <a:gd name="connsiteX18148" fmla="*/ 3789155 w 5158787"/>
              <a:gd name="connsiteY18148" fmla="*/ 2341108 h 4489084"/>
              <a:gd name="connsiteX18149" fmla="*/ 3805264 w 5158787"/>
              <a:gd name="connsiteY18149" fmla="*/ 2341108 h 4489084"/>
              <a:gd name="connsiteX18150" fmla="*/ 3806271 w 5158787"/>
              <a:gd name="connsiteY18150" fmla="*/ 2341700 h 4489084"/>
              <a:gd name="connsiteX18151" fmla="*/ 3814326 w 5158787"/>
              <a:gd name="connsiteY18151" fmla="*/ 2355677 h 4489084"/>
              <a:gd name="connsiteX18152" fmla="*/ 3814326 w 5158787"/>
              <a:gd name="connsiteY18152" fmla="*/ 2356802 h 4489084"/>
              <a:gd name="connsiteX18153" fmla="*/ 3806271 w 5158787"/>
              <a:gd name="connsiteY18153" fmla="*/ 2370779 h 4489084"/>
              <a:gd name="connsiteX18154" fmla="*/ 3805264 w 5158787"/>
              <a:gd name="connsiteY18154" fmla="*/ 2371372 h 4489084"/>
              <a:gd name="connsiteX18155" fmla="*/ 3789155 w 5158787"/>
              <a:gd name="connsiteY18155" fmla="*/ 2371372 h 4489084"/>
              <a:gd name="connsiteX18156" fmla="*/ 3788148 w 5158787"/>
              <a:gd name="connsiteY18156" fmla="*/ 2370779 h 4489084"/>
              <a:gd name="connsiteX18157" fmla="*/ 3780093 w 5158787"/>
              <a:gd name="connsiteY18157" fmla="*/ 2356802 h 4489084"/>
              <a:gd name="connsiteX18158" fmla="*/ 3780093 w 5158787"/>
              <a:gd name="connsiteY18158" fmla="*/ 2355677 h 4489084"/>
              <a:gd name="connsiteX18159" fmla="*/ 3788148 w 5158787"/>
              <a:gd name="connsiteY18159" fmla="*/ 2341700 h 4489084"/>
              <a:gd name="connsiteX18160" fmla="*/ 3789155 w 5158787"/>
              <a:gd name="connsiteY18160" fmla="*/ 2341108 h 4489084"/>
              <a:gd name="connsiteX18161" fmla="*/ 2368938 w 5158787"/>
              <a:gd name="connsiteY18161" fmla="*/ 2341108 h 4489084"/>
              <a:gd name="connsiteX18162" fmla="*/ 2385047 w 5158787"/>
              <a:gd name="connsiteY18162" fmla="*/ 2341108 h 4489084"/>
              <a:gd name="connsiteX18163" fmla="*/ 2386054 w 5158787"/>
              <a:gd name="connsiteY18163" fmla="*/ 2341700 h 4489084"/>
              <a:gd name="connsiteX18164" fmla="*/ 2394108 w 5158787"/>
              <a:gd name="connsiteY18164" fmla="*/ 2355677 h 4489084"/>
              <a:gd name="connsiteX18165" fmla="*/ 2394108 w 5158787"/>
              <a:gd name="connsiteY18165" fmla="*/ 2356802 h 4489084"/>
              <a:gd name="connsiteX18166" fmla="*/ 2386054 w 5158787"/>
              <a:gd name="connsiteY18166" fmla="*/ 2370779 h 4489084"/>
              <a:gd name="connsiteX18167" fmla="*/ 2385047 w 5158787"/>
              <a:gd name="connsiteY18167" fmla="*/ 2371372 h 4489084"/>
              <a:gd name="connsiteX18168" fmla="*/ 2368938 w 5158787"/>
              <a:gd name="connsiteY18168" fmla="*/ 2371372 h 4489084"/>
              <a:gd name="connsiteX18169" fmla="*/ 2367931 w 5158787"/>
              <a:gd name="connsiteY18169" fmla="*/ 2370779 h 4489084"/>
              <a:gd name="connsiteX18170" fmla="*/ 2359876 w 5158787"/>
              <a:gd name="connsiteY18170" fmla="*/ 2356802 h 4489084"/>
              <a:gd name="connsiteX18171" fmla="*/ 2359876 w 5158787"/>
              <a:gd name="connsiteY18171" fmla="*/ 2355677 h 4489084"/>
              <a:gd name="connsiteX18172" fmla="*/ 2367931 w 5158787"/>
              <a:gd name="connsiteY18172" fmla="*/ 2341700 h 4489084"/>
              <a:gd name="connsiteX18173" fmla="*/ 2368938 w 5158787"/>
              <a:gd name="connsiteY18173" fmla="*/ 2341108 h 4489084"/>
              <a:gd name="connsiteX18174" fmla="*/ 1624834 w 5158787"/>
              <a:gd name="connsiteY18174" fmla="*/ 2340871 h 4489084"/>
              <a:gd name="connsiteX18175" fmla="*/ 1641180 w 5158787"/>
              <a:gd name="connsiteY18175" fmla="*/ 2340871 h 4489084"/>
              <a:gd name="connsiteX18176" fmla="*/ 1642187 w 5158787"/>
              <a:gd name="connsiteY18176" fmla="*/ 2341463 h 4489084"/>
              <a:gd name="connsiteX18177" fmla="*/ 1650360 w 5158787"/>
              <a:gd name="connsiteY18177" fmla="*/ 2355618 h 4489084"/>
              <a:gd name="connsiteX18178" fmla="*/ 1650360 w 5158787"/>
              <a:gd name="connsiteY18178" fmla="*/ 2356803 h 4489084"/>
              <a:gd name="connsiteX18179" fmla="*/ 1642187 w 5158787"/>
              <a:gd name="connsiteY18179" fmla="*/ 2370957 h 4489084"/>
              <a:gd name="connsiteX18180" fmla="*/ 1641180 w 5158787"/>
              <a:gd name="connsiteY18180" fmla="*/ 2371550 h 4489084"/>
              <a:gd name="connsiteX18181" fmla="*/ 1624834 w 5158787"/>
              <a:gd name="connsiteY18181" fmla="*/ 2371550 h 4489084"/>
              <a:gd name="connsiteX18182" fmla="*/ 1623827 w 5158787"/>
              <a:gd name="connsiteY18182" fmla="*/ 2370957 h 4489084"/>
              <a:gd name="connsiteX18183" fmla="*/ 1615654 w 5158787"/>
              <a:gd name="connsiteY18183" fmla="*/ 2356803 h 4489084"/>
              <a:gd name="connsiteX18184" fmla="*/ 1615654 w 5158787"/>
              <a:gd name="connsiteY18184" fmla="*/ 2355618 h 4489084"/>
              <a:gd name="connsiteX18185" fmla="*/ 1623827 w 5158787"/>
              <a:gd name="connsiteY18185" fmla="*/ 2341463 h 4489084"/>
              <a:gd name="connsiteX18186" fmla="*/ 1624834 w 5158787"/>
              <a:gd name="connsiteY18186" fmla="*/ 2340871 h 4489084"/>
              <a:gd name="connsiteX18187" fmla="*/ 1557080 w 5158787"/>
              <a:gd name="connsiteY18187" fmla="*/ 2340575 h 4489084"/>
              <a:gd name="connsiteX18188" fmla="*/ 1573722 w 5158787"/>
              <a:gd name="connsiteY18188" fmla="*/ 2340575 h 4489084"/>
              <a:gd name="connsiteX18189" fmla="*/ 1574729 w 5158787"/>
              <a:gd name="connsiteY18189" fmla="*/ 2341167 h 4489084"/>
              <a:gd name="connsiteX18190" fmla="*/ 1583080 w 5158787"/>
              <a:gd name="connsiteY18190" fmla="*/ 2355618 h 4489084"/>
              <a:gd name="connsiteX18191" fmla="*/ 1583080 w 5158787"/>
              <a:gd name="connsiteY18191" fmla="*/ 2356803 h 4489084"/>
              <a:gd name="connsiteX18192" fmla="*/ 1574729 w 5158787"/>
              <a:gd name="connsiteY18192" fmla="*/ 2371254 h 4489084"/>
              <a:gd name="connsiteX18193" fmla="*/ 1573722 w 5158787"/>
              <a:gd name="connsiteY18193" fmla="*/ 2371846 h 4489084"/>
              <a:gd name="connsiteX18194" fmla="*/ 1557080 w 5158787"/>
              <a:gd name="connsiteY18194" fmla="*/ 2371846 h 4489084"/>
              <a:gd name="connsiteX18195" fmla="*/ 1556074 w 5158787"/>
              <a:gd name="connsiteY18195" fmla="*/ 2371254 h 4489084"/>
              <a:gd name="connsiteX18196" fmla="*/ 1547723 w 5158787"/>
              <a:gd name="connsiteY18196" fmla="*/ 2356803 h 4489084"/>
              <a:gd name="connsiteX18197" fmla="*/ 1547723 w 5158787"/>
              <a:gd name="connsiteY18197" fmla="*/ 2355618 h 4489084"/>
              <a:gd name="connsiteX18198" fmla="*/ 1556074 w 5158787"/>
              <a:gd name="connsiteY18198" fmla="*/ 2341167 h 4489084"/>
              <a:gd name="connsiteX18199" fmla="*/ 1557080 w 5158787"/>
              <a:gd name="connsiteY18199" fmla="*/ 2340575 h 4489084"/>
              <a:gd name="connsiteX18200" fmla="*/ 1692291 w 5158787"/>
              <a:gd name="connsiteY18200" fmla="*/ 2340457 h 4489084"/>
              <a:gd name="connsiteX18201" fmla="*/ 1709051 w 5158787"/>
              <a:gd name="connsiteY18201" fmla="*/ 2340457 h 4489084"/>
              <a:gd name="connsiteX18202" fmla="*/ 1710058 w 5158787"/>
              <a:gd name="connsiteY18202" fmla="*/ 2341049 h 4489084"/>
              <a:gd name="connsiteX18203" fmla="*/ 1718468 w 5158787"/>
              <a:gd name="connsiteY18203" fmla="*/ 2355560 h 4489084"/>
              <a:gd name="connsiteX18204" fmla="*/ 1718468 w 5158787"/>
              <a:gd name="connsiteY18204" fmla="*/ 2356744 h 4489084"/>
              <a:gd name="connsiteX18205" fmla="*/ 1710058 w 5158787"/>
              <a:gd name="connsiteY18205" fmla="*/ 2371254 h 4489084"/>
              <a:gd name="connsiteX18206" fmla="*/ 1709051 w 5158787"/>
              <a:gd name="connsiteY18206" fmla="*/ 2371847 h 4489084"/>
              <a:gd name="connsiteX18207" fmla="*/ 1692291 w 5158787"/>
              <a:gd name="connsiteY18207" fmla="*/ 2371847 h 4489084"/>
              <a:gd name="connsiteX18208" fmla="*/ 1691283 w 5158787"/>
              <a:gd name="connsiteY18208" fmla="*/ 2371254 h 4489084"/>
              <a:gd name="connsiteX18209" fmla="*/ 1682874 w 5158787"/>
              <a:gd name="connsiteY18209" fmla="*/ 2356744 h 4489084"/>
              <a:gd name="connsiteX18210" fmla="*/ 1682874 w 5158787"/>
              <a:gd name="connsiteY18210" fmla="*/ 2355560 h 4489084"/>
              <a:gd name="connsiteX18211" fmla="*/ 1691283 w 5158787"/>
              <a:gd name="connsiteY18211" fmla="*/ 2341049 h 4489084"/>
              <a:gd name="connsiteX18212" fmla="*/ 1692291 w 5158787"/>
              <a:gd name="connsiteY18212" fmla="*/ 2340457 h 4489084"/>
              <a:gd name="connsiteX18213" fmla="*/ 4465091 w 5158787"/>
              <a:gd name="connsiteY18213" fmla="*/ 2340397 h 4489084"/>
              <a:gd name="connsiteX18214" fmla="*/ 4481970 w 5158787"/>
              <a:gd name="connsiteY18214" fmla="*/ 2340397 h 4489084"/>
              <a:gd name="connsiteX18215" fmla="*/ 4482977 w 5158787"/>
              <a:gd name="connsiteY18215" fmla="*/ 2340989 h 4489084"/>
              <a:gd name="connsiteX18216" fmla="*/ 4491386 w 5158787"/>
              <a:gd name="connsiteY18216" fmla="*/ 2355618 h 4489084"/>
              <a:gd name="connsiteX18217" fmla="*/ 4491386 w 5158787"/>
              <a:gd name="connsiteY18217" fmla="*/ 2356802 h 4489084"/>
              <a:gd name="connsiteX18218" fmla="*/ 4482918 w 5158787"/>
              <a:gd name="connsiteY18218" fmla="*/ 2371431 h 4489084"/>
              <a:gd name="connsiteX18219" fmla="*/ 4481910 w 5158787"/>
              <a:gd name="connsiteY18219" fmla="*/ 2372023 h 4489084"/>
              <a:gd name="connsiteX18220" fmla="*/ 4465031 w 5158787"/>
              <a:gd name="connsiteY18220" fmla="*/ 2372023 h 4489084"/>
              <a:gd name="connsiteX18221" fmla="*/ 4464024 w 5158787"/>
              <a:gd name="connsiteY18221" fmla="*/ 2371431 h 4489084"/>
              <a:gd name="connsiteX18222" fmla="*/ 4455615 w 5158787"/>
              <a:gd name="connsiteY18222" fmla="*/ 2356802 h 4489084"/>
              <a:gd name="connsiteX18223" fmla="*/ 4455615 w 5158787"/>
              <a:gd name="connsiteY18223" fmla="*/ 2355618 h 4489084"/>
              <a:gd name="connsiteX18224" fmla="*/ 4464084 w 5158787"/>
              <a:gd name="connsiteY18224" fmla="*/ 2340989 h 4489084"/>
              <a:gd name="connsiteX18225" fmla="*/ 4465091 w 5158787"/>
              <a:gd name="connsiteY18225" fmla="*/ 2340397 h 4489084"/>
              <a:gd name="connsiteX18226" fmla="*/ 4532667 w 5158787"/>
              <a:gd name="connsiteY18226" fmla="*/ 2340279 h 4489084"/>
              <a:gd name="connsiteX18227" fmla="*/ 4549665 w 5158787"/>
              <a:gd name="connsiteY18227" fmla="*/ 2340279 h 4489084"/>
              <a:gd name="connsiteX18228" fmla="*/ 4550731 w 5158787"/>
              <a:gd name="connsiteY18228" fmla="*/ 2340871 h 4489084"/>
              <a:gd name="connsiteX18229" fmla="*/ 4559200 w 5158787"/>
              <a:gd name="connsiteY18229" fmla="*/ 2355618 h 4489084"/>
              <a:gd name="connsiteX18230" fmla="*/ 4559200 w 5158787"/>
              <a:gd name="connsiteY18230" fmla="*/ 2356803 h 4489084"/>
              <a:gd name="connsiteX18231" fmla="*/ 4550671 w 5158787"/>
              <a:gd name="connsiteY18231" fmla="*/ 2371550 h 4489084"/>
              <a:gd name="connsiteX18232" fmla="*/ 4549606 w 5158787"/>
              <a:gd name="connsiteY18232" fmla="*/ 2372142 h 4489084"/>
              <a:gd name="connsiteX18233" fmla="*/ 4532608 w 5158787"/>
              <a:gd name="connsiteY18233" fmla="*/ 2372142 h 4489084"/>
              <a:gd name="connsiteX18234" fmla="*/ 4531542 w 5158787"/>
              <a:gd name="connsiteY18234" fmla="*/ 2371550 h 4489084"/>
              <a:gd name="connsiteX18235" fmla="*/ 4523073 w 5158787"/>
              <a:gd name="connsiteY18235" fmla="*/ 2356803 h 4489084"/>
              <a:gd name="connsiteX18236" fmla="*/ 4523073 w 5158787"/>
              <a:gd name="connsiteY18236" fmla="*/ 2355618 h 4489084"/>
              <a:gd name="connsiteX18237" fmla="*/ 4531601 w 5158787"/>
              <a:gd name="connsiteY18237" fmla="*/ 2340871 h 4489084"/>
              <a:gd name="connsiteX18238" fmla="*/ 4532667 w 5158787"/>
              <a:gd name="connsiteY18238" fmla="*/ 2340279 h 4489084"/>
              <a:gd name="connsiteX18239" fmla="*/ 3518200 w 5158787"/>
              <a:gd name="connsiteY18239" fmla="*/ 2340279 h 4489084"/>
              <a:gd name="connsiteX18240" fmla="*/ 3535198 w 5158787"/>
              <a:gd name="connsiteY18240" fmla="*/ 2340279 h 4489084"/>
              <a:gd name="connsiteX18241" fmla="*/ 3536264 w 5158787"/>
              <a:gd name="connsiteY18241" fmla="*/ 2340871 h 4489084"/>
              <a:gd name="connsiteX18242" fmla="*/ 3544733 w 5158787"/>
              <a:gd name="connsiteY18242" fmla="*/ 2355618 h 4489084"/>
              <a:gd name="connsiteX18243" fmla="*/ 3544733 w 5158787"/>
              <a:gd name="connsiteY18243" fmla="*/ 2356803 h 4489084"/>
              <a:gd name="connsiteX18244" fmla="*/ 3536205 w 5158787"/>
              <a:gd name="connsiteY18244" fmla="*/ 2371550 h 4489084"/>
              <a:gd name="connsiteX18245" fmla="*/ 3535139 w 5158787"/>
              <a:gd name="connsiteY18245" fmla="*/ 2372142 h 4489084"/>
              <a:gd name="connsiteX18246" fmla="*/ 3518141 w 5158787"/>
              <a:gd name="connsiteY18246" fmla="*/ 2372142 h 4489084"/>
              <a:gd name="connsiteX18247" fmla="*/ 3517075 w 5158787"/>
              <a:gd name="connsiteY18247" fmla="*/ 2371550 h 4489084"/>
              <a:gd name="connsiteX18248" fmla="*/ 3508606 w 5158787"/>
              <a:gd name="connsiteY18248" fmla="*/ 2356803 h 4489084"/>
              <a:gd name="connsiteX18249" fmla="*/ 3508606 w 5158787"/>
              <a:gd name="connsiteY18249" fmla="*/ 2355618 h 4489084"/>
              <a:gd name="connsiteX18250" fmla="*/ 3517134 w 5158787"/>
              <a:gd name="connsiteY18250" fmla="*/ 2340871 h 4489084"/>
              <a:gd name="connsiteX18251" fmla="*/ 3518200 w 5158787"/>
              <a:gd name="connsiteY18251" fmla="*/ 2340279 h 4489084"/>
              <a:gd name="connsiteX18252" fmla="*/ 1895077 w 5158787"/>
              <a:gd name="connsiteY18252" fmla="*/ 2340279 h 4489084"/>
              <a:gd name="connsiteX18253" fmla="*/ 1912075 w 5158787"/>
              <a:gd name="connsiteY18253" fmla="*/ 2340279 h 4489084"/>
              <a:gd name="connsiteX18254" fmla="*/ 1913141 w 5158787"/>
              <a:gd name="connsiteY18254" fmla="*/ 2340871 h 4489084"/>
              <a:gd name="connsiteX18255" fmla="*/ 1921610 w 5158787"/>
              <a:gd name="connsiteY18255" fmla="*/ 2355618 h 4489084"/>
              <a:gd name="connsiteX18256" fmla="*/ 1921610 w 5158787"/>
              <a:gd name="connsiteY18256" fmla="*/ 2356803 h 4489084"/>
              <a:gd name="connsiteX18257" fmla="*/ 1913082 w 5158787"/>
              <a:gd name="connsiteY18257" fmla="*/ 2371550 h 4489084"/>
              <a:gd name="connsiteX18258" fmla="*/ 1912016 w 5158787"/>
              <a:gd name="connsiteY18258" fmla="*/ 2372142 h 4489084"/>
              <a:gd name="connsiteX18259" fmla="*/ 1895018 w 5158787"/>
              <a:gd name="connsiteY18259" fmla="*/ 2372142 h 4489084"/>
              <a:gd name="connsiteX18260" fmla="*/ 1893952 w 5158787"/>
              <a:gd name="connsiteY18260" fmla="*/ 2371550 h 4489084"/>
              <a:gd name="connsiteX18261" fmla="*/ 1885483 w 5158787"/>
              <a:gd name="connsiteY18261" fmla="*/ 2356803 h 4489084"/>
              <a:gd name="connsiteX18262" fmla="*/ 1885483 w 5158787"/>
              <a:gd name="connsiteY18262" fmla="*/ 2355618 h 4489084"/>
              <a:gd name="connsiteX18263" fmla="*/ 1894011 w 5158787"/>
              <a:gd name="connsiteY18263" fmla="*/ 2340871 h 4489084"/>
              <a:gd name="connsiteX18264" fmla="*/ 1895077 w 5158787"/>
              <a:gd name="connsiteY18264" fmla="*/ 2340279 h 4489084"/>
              <a:gd name="connsiteX18265" fmla="*/ 3450446 w 5158787"/>
              <a:gd name="connsiteY18265" fmla="*/ 2340042 h 4489084"/>
              <a:gd name="connsiteX18266" fmla="*/ 3467681 w 5158787"/>
              <a:gd name="connsiteY18266" fmla="*/ 2340042 h 4489084"/>
              <a:gd name="connsiteX18267" fmla="*/ 3468747 w 5158787"/>
              <a:gd name="connsiteY18267" fmla="*/ 2340634 h 4489084"/>
              <a:gd name="connsiteX18268" fmla="*/ 3477335 w 5158787"/>
              <a:gd name="connsiteY18268" fmla="*/ 2355559 h 4489084"/>
              <a:gd name="connsiteX18269" fmla="*/ 3477335 w 5158787"/>
              <a:gd name="connsiteY18269" fmla="*/ 2356803 h 4489084"/>
              <a:gd name="connsiteX18270" fmla="*/ 3468688 w 5158787"/>
              <a:gd name="connsiteY18270" fmla="*/ 2371728 h 4489084"/>
              <a:gd name="connsiteX18271" fmla="*/ 3467622 w 5158787"/>
              <a:gd name="connsiteY18271" fmla="*/ 2372320 h 4489084"/>
              <a:gd name="connsiteX18272" fmla="*/ 3450388 w 5158787"/>
              <a:gd name="connsiteY18272" fmla="*/ 2372320 h 4489084"/>
              <a:gd name="connsiteX18273" fmla="*/ 3449321 w 5158787"/>
              <a:gd name="connsiteY18273" fmla="*/ 2371728 h 4489084"/>
              <a:gd name="connsiteX18274" fmla="*/ 3440734 w 5158787"/>
              <a:gd name="connsiteY18274" fmla="*/ 2356803 h 4489084"/>
              <a:gd name="connsiteX18275" fmla="*/ 3440734 w 5158787"/>
              <a:gd name="connsiteY18275" fmla="*/ 2355559 h 4489084"/>
              <a:gd name="connsiteX18276" fmla="*/ 3449380 w 5158787"/>
              <a:gd name="connsiteY18276" fmla="*/ 2340634 h 4489084"/>
              <a:gd name="connsiteX18277" fmla="*/ 3450446 w 5158787"/>
              <a:gd name="connsiteY18277" fmla="*/ 2340042 h 4489084"/>
              <a:gd name="connsiteX18278" fmla="*/ 1759689 w 5158787"/>
              <a:gd name="connsiteY18278" fmla="*/ 2340042 h 4489084"/>
              <a:gd name="connsiteX18279" fmla="*/ 1776923 w 5158787"/>
              <a:gd name="connsiteY18279" fmla="*/ 2340042 h 4489084"/>
              <a:gd name="connsiteX18280" fmla="*/ 1777989 w 5158787"/>
              <a:gd name="connsiteY18280" fmla="*/ 2340634 h 4489084"/>
              <a:gd name="connsiteX18281" fmla="*/ 1786577 w 5158787"/>
              <a:gd name="connsiteY18281" fmla="*/ 2355559 h 4489084"/>
              <a:gd name="connsiteX18282" fmla="*/ 1786577 w 5158787"/>
              <a:gd name="connsiteY18282" fmla="*/ 2356803 h 4489084"/>
              <a:gd name="connsiteX18283" fmla="*/ 1777930 w 5158787"/>
              <a:gd name="connsiteY18283" fmla="*/ 2371728 h 4489084"/>
              <a:gd name="connsiteX18284" fmla="*/ 1776864 w 5158787"/>
              <a:gd name="connsiteY18284" fmla="*/ 2372320 h 4489084"/>
              <a:gd name="connsiteX18285" fmla="*/ 1759630 w 5158787"/>
              <a:gd name="connsiteY18285" fmla="*/ 2372320 h 4489084"/>
              <a:gd name="connsiteX18286" fmla="*/ 1758564 w 5158787"/>
              <a:gd name="connsiteY18286" fmla="*/ 2371728 h 4489084"/>
              <a:gd name="connsiteX18287" fmla="*/ 1749976 w 5158787"/>
              <a:gd name="connsiteY18287" fmla="*/ 2356803 h 4489084"/>
              <a:gd name="connsiteX18288" fmla="*/ 1749976 w 5158787"/>
              <a:gd name="connsiteY18288" fmla="*/ 2355559 h 4489084"/>
              <a:gd name="connsiteX18289" fmla="*/ 1758622 w 5158787"/>
              <a:gd name="connsiteY18289" fmla="*/ 2340634 h 4489084"/>
              <a:gd name="connsiteX18290" fmla="*/ 1759689 w 5158787"/>
              <a:gd name="connsiteY18290" fmla="*/ 2340042 h 4489084"/>
              <a:gd name="connsiteX18291" fmla="*/ 2300592 w 5158787"/>
              <a:gd name="connsiteY18291" fmla="*/ 2339864 h 4489084"/>
              <a:gd name="connsiteX18292" fmla="*/ 2318063 w 5158787"/>
              <a:gd name="connsiteY18292" fmla="*/ 2339864 h 4489084"/>
              <a:gd name="connsiteX18293" fmla="*/ 2319129 w 5158787"/>
              <a:gd name="connsiteY18293" fmla="*/ 2340456 h 4489084"/>
              <a:gd name="connsiteX18294" fmla="*/ 2327836 w 5158787"/>
              <a:gd name="connsiteY18294" fmla="*/ 2355559 h 4489084"/>
              <a:gd name="connsiteX18295" fmla="*/ 2327836 w 5158787"/>
              <a:gd name="connsiteY18295" fmla="*/ 2356802 h 4489084"/>
              <a:gd name="connsiteX18296" fmla="*/ 2319129 w 5158787"/>
              <a:gd name="connsiteY18296" fmla="*/ 2371905 h 4489084"/>
              <a:gd name="connsiteX18297" fmla="*/ 2318063 w 5158787"/>
              <a:gd name="connsiteY18297" fmla="*/ 2372497 h 4489084"/>
              <a:gd name="connsiteX18298" fmla="*/ 2300592 w 5158787"/>
              <a:gd name="connsiteY18298" fmla="*/ 2372497 h 4489084"/>
              <a:gd name="connsiteX18299" fmla="*/ 2299526 w 5158787"/>
              <a:gd name="connsiteY18299" fmla="*/ 2371905 h 4489084"/>
              <a:gd name="connsiteX18300" fmla="*/ 2290820 w 5158787"/>
              <a:gd name="connsiteY18300" fmla="*/ 2356802 h 4489084"/>
              <a:gd name="connsiteX18301" fmla="*/ 2290820 w 5158787"/>
              <a:gd name="connsiteY18301" fmla="*/ 2355559 h 4489084"/>
              <a:gd name="connsiteX18302" fmla="*/ 2299526 w 5158787"/>
              <a:gd name="connsiteY18302" fmla="*/ 2340456 h 4489084"/>
              <a:gd name="connsiteX18303" fmla="*/ 2300592 w 5158787"/>
              <a:gd name="connsiteY18303" fmla="*/ 2339864 h 4489084"/>
              <a:gd name="connsiteX18304" fmla="*/ 1489030 w 5158787"/>
              <a:gd name="connsiteY18304" fmla="*/ 2339746 h 4489084"/>
              <a:gd name="connsiteX18305" fmla="*/ 1506561 w 5158787"/>
              <a:gd name="connsiteY18305" fmla="*/ 2339746 h 4489084"/>
              <a:gd name="connsiteX18306" fmla="*/ 1507627 w 5158787"/>
              <a:gd name="connsiteY18306" fmla="*/ 2340338 h 4489084"/>
              <a:gd name="connsiteX18307" fmla="*/ 1516392 w 5158787"/>
              <a:gd name="connsiteY18307" fmla="*/ 2355559 h 4489084"/>
              <a:gd name="connsiteX18308" fmla="*/ 1516392 w 5158787"/>
              <a:gd name="connsiteY18308" fmla="*/ 2356803 h 4489084"/>
              <a:gd name="connsiteX18309" fmla="*/ 1507627 w 5158787"/>
              <a:gd name="connsiteY18309" fmla="*/ 2372024 h 4489084"/>
              <a:gd name="connsiteX18310" fmla="*/ 1506561 w 5158787"/>
              <a:gd name="connsiteY18310" fmla="*/ 2372616 h 4489084"/>
              <a:gd name="connsiteX18311" fmla="*/ 1489030 w 5158787"/>
              <a:gd name="connsiteY18311" fmla="*/ 2372616 h 4489084"/>
              <a:gd name="connsiteX18312" fmla="*/ 1487964 w 5158787"/>
              <a:gd name="connsiteY18312" fmla="*/ 2372024 h 4489084"/>
              <a:gd name="connsiteX18313" fmla="*/ 1479199 w 5158787"/>
              <a:gd name="connsiteY18313" fmla="*/ 2356803 h 4489084"/>
              <a:gd name="connsiteX18314" fmla="*/ 1479199 w 5158787"/>
              <a:gd name="connsiteY18314" fmla="*/ 2355559 h 4489084"/>
              <a:gd name="connsiteX18315" fmla="*/ 1487964 w 5158787"/>
              <a:gd name="connsiteY18315" fmla="*/ 2340338 h 4489084"/>
              <a:gd name="connsiteX18316" fmla="*/ 1489030 w 5158787"/>
              <a:gd name="connsiteY18316" fmla="*/ 2339746 h 4489084"/>
              <a:gd name="connsiteX18317" fmla="*/ 2706224 w 5158787"/>
              <a:gd name="connsiteY18317" fmla="*/ 2339568 h 4489084"/>
              <a:gd name="connsiteX18318" fmla="*/ 2723992 w 5158787"/>
              <a:gd name="connsiteY18318" fmla="*/ 2339568 h 4489084"/>
              <a:gd name="connsiteX18319" fmla="*/ 2725058 w 5158787"/>
              <a:gd name="connsiteY18319" fmla="*/ 2340219 h 4489084"/>
              <a:gd name="connsiteX18320" fmla="*/ 2733942 w 5158787"/>
              <a:gd name="connsiteY18320" fmla="*/ 2355618 h 4489084"/>
              <a:gd name="connsiteX18321" fmla="*/ 2733942 w 5158787"/>
              <a:gd name="connsiteY18321" fmla="*/ 2356862 h 4489084"/>
              <a:gd name="connsiteX18322" fmla="*/ 2725058 w 5158787"/>
              <a:gd name="connsiteY18322" fmla="*/ 2372260 h 4489084"/>
              <a:gd name="connsiteX18323" fmla="*/ 2723992 w 5158787"/>
              <a:gd name="connsiteY18323" fmla="*/ 2372912 h 4489084"/>
              <a:gd name="connsiteX18324" fmla="*/ 2706224 w 5158787"/>
              <a:gd name="connsiteY18324" fmla="*/ 2372912 h 4489084"/>
              <a:gd name="connsiteX18325" fmla="*/ 2705158 w 5158787"/>
              <a:gd name="connsiteY18325" fmla="*/ 2372260 h 4489084"/>
              <a:gd name="connsiteX18326" fmla="*/ 2696275 w 5158787"/>
              <a:gd name="connsiteY18326" fmla="*/ 2356862 h 4489084"/>
              <a:gd name="connsiteX18327" fmla="*/ 2696275 w 5158787"/>
              <a:gd name="connsiteY18327" fmla="*/ 2355618 h 4489084"/>
              <a:gd name="connsiteX18328" fmla="*/ 2705158 w 5158787"/>
              <a:gd name="connsiteY18328" fmla="*/ 2340219 h 4489084"/>
              <a:gd name="connsiteX18329" fmla="*/ 2706224 w 5158787"/>
              <a:gd name="connsiteY18329" fmla="*/ 2339568 h 4489084"/>
              <a:gd name="connsiteX18330" fmla="*/ 4599828 w 5158787"/>
              <a:gd name="connsiteY18330" fmla="*/ 2339450 h 4489084"/>
              <a:gd name="connsiteX18331" fmla="*/ 4617714 w 5158787"/>
              <a:gd name="connsiteY18331" fmla="*/ 2339450 h 4489084"/>
              <a:gd name="connsiteX18332" fmla="*/ 4618779 w 5158787"/>
              <a:gd name="connsiteY18332" fmla="*/ 2340101 h 4489084"/>
              <a:gd name="connsiteX18333" fmla="*/ 4627723 w 5158787"/>
              <a:gd name="connsiteY18333" fmla="*/ 2355618 h 4489084"/>
              <a:gd name="connsiteX18334" fmla="*/ 4627723 w 5158787"/>
              <a:gd name="connsiteY18334" fmla="*/ 2356862 h 4489084"/>
              <a:gd name="connsiteX18335" fmla="*/ 4618779 w 5158787"/>
              <a:gd name="connsiteY18335" fmla="*/ 2372379 h 4489084"/>
              <a:gd name="connsiteX18336" fmla="*/ 4617714 w 5158787"/>
              <a:gd name="connsiteY18336" fmla="*/ 2373031 h 4489084"/>
              <a:gd name="connsiteX18337" fmla="*/ 4599828 w 5158787"/>
              <a:gd name="connsiteY18337" fmla="*/ 2373031 h 4489084"/>
              <a:gd name="connsiteX18338" fmla="*/ 4598761 w 5158787"/>
              <a:gd name="connsiteY18338" fmla="*/ 2372379 h 4489084"/>
              <a:gd name="connsiteX18339" fmla="*/ 4589818 w 5158787"/>
              <a:gd name="connsiteY18339" fmla="*/ 2356862 h 4489084"/>
              <a:gd name="connsiteX18340" fmla="*/ 4589818 w 5158787"/>
              <a:gd name="connsiteY18340" fmla="*/ 2355618 h 4489084"/>
              <a:gd name="connsiteX18341" fmla="*/ 4598761 w 5158787"/>
              <a:gd name="connsiteY18341" fmla="*/ 2340101 h 4489084"/>
              <a:gd name="connsiteX18342" fmla="*/ 4599828 w 5158787"/>
              <a:gd name="connsiteY18342" fmla="*/ 2339450 h 4489084"/>
              <a:gd name="connsiteX18343" fmla="*/ 3111916 w 5158787"/>
              <a:gd name="connsiteY18343" fmla="*/ 2339331 h 4489084"/>
              <a:gd name="connsiteX18344" fmla="*/ 3129921 w 5158787"/>
              <a:gd name="connsiteY18344" fmla="*/ 2339331 h 4489084"/>
              <a:gd name="connsiteX18345" fmla="*/ 3131046 w 5158787"/>
              <a:gd name="connsiteY18345" fmla="*/ 2339983 h 4489084"/>
              <a:gd name="connsiteX18346" fmla="*/ 3140048 w 5158787"/>
              <a:gd name="connsiteY18346" fmla="*/ 2355559 h 4489084"/>
              <a:gd name="connsiteX18347" fmla="*/ 3140048 w 5158787"/>
              <a:gd name="connsiteY18347" fmla="*/ 2356802 h 4489084"/>
              <a:gd name="connsiteX18348" fmla="*/ 3131046 w 5158787"/>
              <a:gd name="connsiteY18348" fmla="*/ 2372379 h 4489084"/>
              <a:gd name="connsiteX18349" fmla="*/ 3129921 w 5158787"/>
              <a:gd name="connsiteY18349" fmla="*/ 2373030 h 4489084"/>
              <a:gd name="connsiteX18350" fmla="*/ 3111916 w 5158787"/>
              <a:gd name="connsiteY18350" fmla="*/ 2373030 h 4489084"/>
              <a:gd name="connsiteX18351" fmla="*/ 3110791 w 5158787"/>
              <a:gd name="connsiteY18351" fmla="*/ 2372379 h 4489084"/>
              <a:gd name="connsiteX18352" fmla="*/ 3101789 w 5158787"/>
              <a:gd name="connsiteY18352" fmla="*/ 2356802 h 4489084"/>
              <a:gd name="connsiteX18353" fmla="*/ 3101789 w 5158787"/>
              <a:gd name="connsiteY18353" fmla="*/ 2355559 h 4489084"/>
              <a:gd name="connsiteX18354" fmla="*/ 3110791 w 5158787"/>
              <a:gd name="connsiteY18354" fmla="*/ 2339983 h 4489084"/>
              <a:gd name="connsiteX18355" fmla="*/ 3111916 w 5158787"/>
              <a:gd name="connsiteY18355" fmla="*/ 2339331 h 4489084"/>
              <a:gd name="connsiteX18356" fmla="*/ 2773741 w 5158787"/>
              <a:gd name="connsiteY18356" fmla="*/ 2339331 h 4489084"/>
              <a:gd name="connsiteX18357" fmla="*/ 2791745 w 5158787"/>
              <a:gd name="connsiteY18357" fmla="*/ 2339331 h 4489084"/>
              <a:gd name="connsiteX18358" fmla="*/ 2792871 w 5158787"/>
              <a:gd name="connsiteY18358" fmla="*/ 2339983 h 4489084"/>
              <a:gd name="connsiteX18359" fmla="*/ 2801873 w 5158787"/>
              <a:gd name="connsiteY18359" fmla="*/ 2355559 h 4489084"/>
              <a:gd name="connsiteX18360" fmla="*/ 2801873 w 5158787"/>
              <a:gd name="connsiteY18360" fmla="*/ 2356802 h 4489084"/>
              <a:gd name="connsiteX18361" fmla="*/ 2792871 w 5158787"/>
              <a:gd name="connsiteY18361" fmla="*/ 2372379 h 4489084"/>
              <a:gd name="connsiteX18362" fmla="*/ 2791745 w 5158787"/>
              <a:gd name="connsiteY18362" fmla="*/ 2373030 h 4489084"/>
              <a:gd name="connsiteX18363" fmla="*/ 2773741 w 5158787"/>
              <a:gd name="connsiteY18363" fmla="*/ 2373030 h 4489084"/>
              <a:gd name="connsiteX18364" fmla="*/ 2772616 w 5158787"/>
              <a:gd name="connsiteY18364" fmla="*/ 2372379 h 4489084"/>
              <a:gd name="connsiteX18365" fmla="*/ 2763614 w 5158787"/>
              <a:gd name="connsiteY18365" fmla="*/ 2356802 h 4489084"/>
              <a:gd name="connsiteX18366" fmla="*/ 2763614 w 5158787"/>
              <a:gd name="connsiteY18366" fmla="*/ 2355559 h 4489084"/>
              <a:gd name="connsiteX18367" fmla="*/ 2772616 w 5158787"/>
              <a:gd name="connsiteY18367" fmla="*/ 2339983 h 4489084"/>
              <a:gd name="connsiteX18368" fmla="*/ 2773741 w 5158787"/>
              <a:gd name="connsiteY18368" fmla="*/ 2339331 h 4489084"/>
              <a:gd name="connsiteX18369" fmla="*/ 3314644 w 5158787"/>
              <a:gd name="connsiteY18369" fmla="*/ 2339035 h 4489084"/>
              <a:gd name="connsiteX18370" fmla="*/ 3332944 w 5158787"/>
              <a:gd name="connsiteY18370" fmla="*/ 2339035 h 4489084"/>
              <a:gd name="connsiteX18371" fmla="*/ 3334070 w 5158787"/>
              <a:gd name="connsiteY18371" fmla="*/ 2339686 h 4489084"/>
              <a:gd name="connsiteX18372" fmla="*/ 3343249 w 5158787"/>
              <a:gd name="connsiteY18372" fmla="*/ 2355559 h 4489084"/>
              <a:gd name="connsiteX18373" fmla="*/ 3343249 w 5158787"/>
              <a:gd name="connsiteY18373" fmla="*/ 2356862 h 4489084"/>
              <a:gd name="connsiteX18374" fmla="*/ 3334070 w 5158787"/>
              <a:gd name="connsiteY18374" fmla="*/ 2372734 h 4489084"/>
              <a:gd name="connsiteX18375" fmla="*/ 3332944 w 5158787"/>
              <a:gd name="connsiteY18375" fmla="*/ 2373385 h 4489084"/>
              <a:gd name="connsiteX18376" fmla="*/ 3314644 w 5158787"/>
              <a:gd name="connsiteY18376" fmla="*/ 2373385 h 4489084"/>
              <a:gd name="connsiteX18377" fmla="*/ 3313518 w 5158787"/>
              <a:gd name="connsiteY18377" fmla="*/ 2372734 h 4489084"/>
              <a:gd name="connsiteX18378" fmla="*/ 3304339 w 5158787"/>
              <a:gd name="connsiteY18378" fmla="*/ 2356862 h 4489084"/>
              <a:gd name="connsiteX18379" fmla="*/ 3304339 w 5158787"/>
              <a:gd name="connsiteY18379" fmla="*/ 2355559 h 4489084"/>
              <a:gd name="connsiteX18380" fmla="*/ 3313518 w 5158787"/>
              <a:gd name="connsiteY18380" fmla="*/ 2339686 h 4489084"/>
              <a:gd name="connsiteX18381" fmla="*/ 3314644 w 5158787"/>
              <a:gd name="connsiteY18381" fmla="*/ 2339035 h 4489084"/>
              <a:gd name="connsiteX18382" fmla="*/ 2164966 w 5158787"/>
              <a:gd name="connsiteY18382" fmla="*/ 2339035 h 4489084"/>
              <a:gd name="connsiteX18383" fmla="*/ 2183266 w 5158787"/>
              <a:gd name="connsiteY18383" fmla="*/ 2339035 h 4489084"/>
              <a:gd name="connsiteX18384" fmla="*/ 2184392 w 5158787"/>
              <a:gd name="connsiteY18384" fmla="*/ 2339686 h 4489084"/>
              <a:gd name="connsiteX18385" fmla="*/ 2193571 w 5158787"/>
              <a:gd name="connsiteY18385" fmla="*/ 2355559 h 4489084"/>
              <a:gd name="connsiteX18386" fmla="*/ 2193571 w 5158787"/>
              <a:gd name="connsiteY18386" fmla="*/ 2356862 h 4489084"/>
              <a:gd name="connsiteX18387" fmla="*/ 2184392 w 5158787"/>
              <a:gd name="connsiteY18387" fmla="*/ 2372734 h 4489084"/>
              <a:gd name="connsiteX18388" fmla="*/ 2183266 w 5158787"/>
              <a:gd name="connsiteY18388" fmla="*/ 2373385 h 4489084"/>
              <a:gd name="connsiteX18389" fmla="*/ 2164966 w 5158787"/>
              <a:gd name="connsiteY18389" fmla="*/ 2373385 h 4489084"/>
              <a:gd name="connsiteX18390" fmla="*/ 2163841 w 5158787"/>
              <a:gd name="connsiteY18390" fmla="*/ 2372734 h 4489084"/>
              <a:gd name="connsiteX18391" fmla="*/ 2154661 w 5158787"/>
              <a:gd name="connsiteY18391" fmla="*/ 2356862 h 4489084"/>
              <a:gd name="connsiteX18392" fmla="*/ 2154661 w 5158787"/>
              <a:gd name="connsiteY18392" fmla="*/ 2355559 h 4489084"/>
              <a:gd name="connsiteX18393" fmla="*/ 2163841 w 5158787"/>
              <a:gd name="connsiteY18393" fmla="*/ 2339686 h 4489084"/>
              <a:gd name="connsiteX18394" fmla="*/ 2164966 w 5158787"/>
              <a:gd name="connsiteY18394" fmla="*/ 2339035 h 4489084"/>
              <a:gd name="connsiteX18395" fmla="*/ 1962002 w 5158787"/>
              <a:gd name="connsiteY18395" fmla="*/ 2338917 h 4489084"/>
              <a:gd name="connsiteX18396" fmla="*/ 1980421 w 5158787"/>
              <a:gd name="connsiteY18396" fmla="*/ 2338917 h 4489084"/>
              <a:gd name="connsiteX18397" fmla="*/ 1981546 w 5158787"/>
              <a:gd name="connsiteY18397" fmla="*/ 2339569 h 4489084"/>
              <a:gd name="connsiteX18398" fmla="*/ 1990785 w 5158787"/>
              <a:gd name="connsiteY18398" fmla="*/ 2355560 h 4489084"/>
              <a:gd name="connsiteX18399" fmla="*/ 1990785 w 5158787"/>
              <a:gd name="connsiteY18399" fmla="*/ 2356862 h 4489084"/>
              <a:gd name="connsiteX18400" fmla="*/ 1981546 w 5158787"/>
              <a:gd name="connsiteY18400" fmla="*/ 2372853 h 4489084"/>
              <a:gd name="connsiteX18401" fmla="*/ 1980421 w 5158787"/>
              <a:gd name="connsiteY18401" fmla="*/ 2373505 h 4489084"/>
              <a:gd name="connsiteX18402" fmla="*/ 1962002 w 5158787"/>
              <a:gd name="connsiteY18402" fmla="*/ 2373505 h 4489084"/>
              <a:gd name="connsiteX18403" fmla="*/ 1960877 w 5158787"/>
              <a:gd name="connsiteY18403" fmla="*/ 2372853 h 4489084"/>
              <a:gd name="connsiteX18404" fmla="*/ 1951638 w 5158787"/>
              <a:gd name="connsiteY18404" fmla="*/ 2356862 h 4489084"/>
              <a:gd name="connsiteX18405" fmla="*/ 1951638 w 5158787"/>
              <a:gd name="connsiteY18405" fmla="*/ 2355560 h 4489084"/>
              <a:gd name="connsiteX18406" fmla="*/ 1960877 w 5158787"/>
              <a:gd name="connsiteY18406" fmla="*/ 2339569 h 4489084"/>
              <a:gd name="connsiteX18407" fmla="*/ 1962002 w 5158787"/>
              <a:gd name="connsiteY18407" fmla="*/ 2338917 h 4489084"/>
              <a:gd name="connsiteX18408" fmla="*/ 2029222 w 5158787"/>
              <a:gd name="connsiteY18408" fmla="*/ 2338206 h 4489084"/>
              <a:gd name="connsiteX18409" fmla="*/ 2048412 w 5158787"/>
              <a:gd name="connsiteY18409" fmla="*/ 2338206 h 4489084"/>
              <a:gd name="connsiteX18410" fmla="*/ 2049596 w 5158787"/>
              <a:gd name="connsiteY18410" fmla="*/ 2338858 h 4489084"/>
              <a:gd name="connsiteX18411" fmla="*/ 2059190 w 5158787"/>
              <a:gd name="connsiteY18411" fmla="*/ 2355500 h 4489084"/>
              <a:gd name="connsiteX18412" fmla="*/ 2059190 w 5158787"/>
              <a:gd name="connsiteY18412" fmla="*/ 2356862 h 4489084"/>
              <a:gd name="connsiteX18413" fmla="*/ 2049596 w 5158787"/>
              <a:gd name="connsiteY18413" fmla="*/ 2373504 h 4489084"/>
              <a:gd name="connsiteX18414" fmla="*/ 2048412 w 5158787"/>
              <a:gd name="connsiteY18414" fmla="*/ 2374156 h 4489084"/>
              <a:gd name="connsiteX18415" fmla="*/ 2029222 w 5158787"/>
              <a:gd name="connsiteY18415" fmla="*/ 2374156 h 4489084"/>
              <a:gd name="connsiteX18416" fmla="*/ 2028038 w 5158787"/>
              <a:gd name="connsiteY18416" fmla="*/ 2373504 h 4489084"/>
              <a:gd name="connsiteX18417" fmla="*/ 2018444 w 5158787"/>
              <a:gd name="connsiteY18417" fmla="*/ 2356862 h 4489084"/>
              <a:gd name="connsiteX18418" fmla="*/ 2018444 w 5158787"/>
              <a:gd name="connsiteY18418" fmla="*/ 2355500 h 4489084"/>
              <a:gd name="connsiteX18419" fmla="*/ 2028038 w 5158787"/>
              <a:gd name="connsiteY18419" fmla="*/ 2338858 h 4489084"/>
              <a:gd name="connsiteX18420" fmla="*/ 2029222 w 5158787"/>
              <a:gd name="connsiteY18420" fmla="*/ 2338206 h 4489084"/>
              <a:gd name="connsiteX18421" fmla="*/ 2232068 w 5158787"/>
              <a:gd name="connsiteY18421" fmla="*/ 2338088 h 4489084"/>
              <a:gd name="connsiteX18422" fmla="*/ 2251375 w 5158787"/>
              <a:gd name="connsiteY18422" fmla="*/ 2338088 h 4489084"/>
              <a:gd name="connsiteX18423" fmla="*/ 2252560 w 5158787"/>
              <a:gd name="connsiteY18423" fmla="*/ 2338799 h 4489084"/>
              <a:gd name="connsiteX18424" fmla="*/ 2262214 w 5158787"/>
              <a:gd name="connsiteY18424" fmla="*/ 2355559 h 4489084"/>
              <a:gd name="connsiteX18425" fmla="*/ 2262214 w 5158787"/>
              <a:gd name="connsiteY18425" fmla="*/ 2356922 h 4489084"/>
              <a:gd name="connsiteX18426" fmla="*/ 2252560 w 5158787"/>
              <a:gd name="connsiteY18426" fmla="*/ 2373682 h 4489084"/>
              <a:gd name="connsiteX18427" fmla="*/ 2251375 w 5158787"/>
              <a:gd name="connsiteY18427" fmla="*/ 2374393 h 4489084"/>
              <a:gd name="connsiteX18428" fmla="*/ 2232068 w 5158787"/>
              <a:gd name="connsiteY18428" fmla="*/ 2374393 h 4489084"/>
              <a:gd name="connsiteX18429" fmla="*/ 2230884 w 5158787"/>
              <a:gd name="connsiteY18429" fmla="*/ 2373682 h 4489084"/>
              <a:gd name="connsiteX18430" fmla="*/ 2221230 w 5158787"/>
              <a:gd name="connsiteY18430" fmla="*/ 2356922 h 4489084"/>
              <a:gd name="connsiteX18431" fmla="*/ 2221230 w 5158787"/>
              <a:gd name="connsiteY18431" fmla="*/ 2355559 h 4489084"/>
              <a:gd name="connsiteX18432" fmla="*/ 2230884 w 5158787"/>
              <a:gd name="connsiteY18432" fmla="*/ 2338799 h 4489084"/>
              <a:gd name="connsiteX18433" fmla="*/ 2232068 w 5158787"/>
              <a:gd name="connsiteY18433" fmla="*/ 2338088 h 4489084"/>
              <a:gd name="connsiteX18434" fmla="*/ 1420507 w 5158787"/>
              <a:gd name="connsiteY18434" fmla="*/ 2338088 h 4489084"/>
              <a:gd name="connsiteX18435" fmla="*/ 1439814 w 5158787"/>
              <a:gd name="connsiteY18435" fmla="*/ 2338088 h 4489084"/>
              <a:gd name="connsiteX18436" fmla="*/ 1440999 w 5158787"/>
              <a:gd name="connsiteY18436" fmla="*/ 2338799 h 4489084"/>
              <a:gd name="connsiteX18437" fmla="*/ 1450652 w 5158787"/>
              <a:gd name="connsiteY18437" fmla="*/ 2355559 h 4489084"/>
              <a:gd name="connsiteX18438" fmla="*/ 1450652 w 5158787"/>
              <a:gd name="connsiteY18438" fmla="*/ 2356922 h 4489084"/>
              <a:gd name="connsiteX18439" fmla="*/ 1440999 w 5158787"/>
              <a:gd name="connsiteY18439" fmla="*/ 2373682 h 4489084"/>
              <a:gd name="connsiteX18440" fmla="*/ 1439814 w 5158787"/>
              <a:gd name="connsiteY18440" fmla="*/ 2374393 h 4489084"/>
              <a:gd name="connsiteX18441" fmla="*/ 1420507 w 5158787"/>
              <a:gd name="connsiteY18441" fmla="*/ 2374393 h 4489084"/>
              <a:gd name="connsiteX18442" fmla="*/ 1419322 w 5158787"/>
              <a:gd name="connsiteY18442" fmla="*/ 2373682 h 4489084"/>
              <a:gd name="connsiteX18443" fmla="*/ 1409669 w 5158787"/>
              <a:gd name="connsiteY18443" fmla="*/ 2356922 h 4489084"/>
              <a:gd name="connsiteX18444" fmla="*/ 1409669 w 5158787"/>
              <a:gd name="connsiteY18444" fmla="*/ 2355559 h 4489084"/>
              <a:gd name="connsiteX18445" fmla="*/ 1419322 w 5158787"/>
              <a:gd name="connsiteY18445" fmla="*/ 2338799 h 4489084"/>
              <a:gd name="connsiteX18446" fmla="*/ 1420507 w 5158787"/>
              <a:gd name="connsiteY18446" fmla="*/ 2338088 h 4489084"/>
              <a:gd name="connsiteX18447" fmla="*/ 1352398 w 5158787"/>
              <a:gd name="connsiteY18447" fmla="*/ 2337259 h 4489084"/>
              <a:gd name="connsiteX18448" fmla="*/ 1372594 w 5158787"/>
              <a:gd name="connsiteY18448" fmla="*/ 2337259 h 4489084"/>
              <a:gd name="connsiteX18449" fmla="*/ 1373837 w 5158787"/>
              <a:gd name="connsiteY18449" fmla="*/ 2337970 h 4489084"/>
              <a:gd name="connsiteX18450" fmla="*/ 1383906 w 5158787"/>
              <a:gd name="connsiteY18450" fmla="*/ 2355441 h 4489084"/>
              <a:gd name="connsiteX18451" fmla="*/ 1383906 w 5158787"/>
              <a:gd name="connsiteY18451" fmla="*/ 2356862 h 4489084"/>
              <a:gd name="connsiteX18452" fmla="*/ 1373778 w 5158787"/>
              <a:gd name="connsiteY18452" fmla="*/ 2374334 h 4489084"/>
              <a:gd name="connsiteX18453" fmla="*/ 1372534 w 5158787"/>
              <a:gd name="connsiteY18453" fmla="*/ 2375045 h 4489084"/>
              <a:gd name="connsiteX18454" fmla="*/ 1352339 w 5158787"/>
              <a:gd name="connsiteY18454" fmla="*/ 2375045 h 4489084"/>
              <a:gd name="connsiteX18455" fmla="*/ 1351095 w 5158787"/>
              <a:gd name="connsiteY18455" fmla="*/ 2374334 h 4489084"/>
              <a:gd name="connsiteX18456" fmla="*/ 1341027 w 5158787"/>
              <a:gd name="connsiteY18456" fmla="*/ 2356862 h 4489084"/>
              <a:gd name="connsiteX18457" fmla="*/ 1341027 w 5158787"/>
              <a:gd name="connsiteY18457" fmla="*/ 2355441 h 4489084"/>
              <a:gd name="connsiteX18458" fmla="*/ 1351154 w 5158787"/>
              <a:gd name="connsiteY18458" fmla="*/ 2337970 h 4489084"/>
              <a:gd name="connsiteX18459" fmla="*/ 1352398 w 5158787"/>
              <a:gd name="connsiteY18459" fmla="*/ 2337259 h 4489084"/>
              <a:gd name="connsiteX18460" fmla="*/ 2096205 w 5158787"/>
              <a:gd name="connsiteY18460" fmla="*/ 2337081 h 4489084"/>
              <a:gd name="connsiteX18461" fmla="*/ 2116638 w 5158787"/>
              <a:gd name="connsiteY18461" fmla="*/ 2337081 h 4489084"/>
              <a:gd name="connsiteX18462" fmla="*/ 2117882 w 5158787"/>
              <a:gd name="connsiteY18462" fmla="*/ 2337792 h 4489084"/>
              <a:gd name="connsiteX18463" fmla="*/ 2128068 w 5158787"/>
              <a:gd name="connsiteY18463" fmla="*/ 2355500 h 4489084"/>
              <a:gd name="connsiteX18464" fmla="*/ 2128068 w 5158787"/>
              <a:gd name="connsiteY18464" fmla="*/ 2356922 h 4489084"/>
              <a:gd name="connsiteX18465" fmla="*/ 2117823 w 5158787"/>
              <a:gd name="connsiteY18465" fmla="*/ 2374630 h 4489084"/>
              <a:gd name="connsiteX18466" fmla="*/ 2116579 w 5158787"/>
              <a:gd name="connsiteY18466" fmla="*/ 2375341 h 4489084"/>
              <a:gd name="connsiteX18467" fmla="*/ 2096146 w 5158787"/>
              <a:gd name="connsiteY18467" fmla="*/ 2375341 h 4489084"/>
              <a:gd name="connsiteX18468" fmla="*/ 2094902 w 5158787"/>
              <a:gd name="connsiteY18468" fmla="*/ 2374630 h 4489084"/>
              <a:gd name="connsiteX18469" fmla="*/ 2084716 w 5158787"/>
              <a:gd name="connsiteY18469" fmla="*/ 2356922 h 4489084"/>
              <a:gd name="connsiteX18470" fmla="*/ 2084716 w 5158787"/>
              <a:gd name="connsiteY18470" fmla="*/ 2355500 h 4489084"/>
              <a:gd name="connsiteX18471" fmla="*/ 2094962 w 5158787"/>
              <a:gd name="connsiteY18471" fmla="*/ 2337792 h 4489084"/>
              <a:gd name="connsiteX18472" fmla="*/ 2096205 w 5158787"/>
              <a:gd name="connsiteY18472" fmla="*/ 2337081 h 4489084"/>
              <a:gd name="connsiteX18473" fmla="*/ 4666160 w 5158787"/>
              <a:gd name="connsiteY18473" fmla="*/ 2336963 h 4489084"/>
              <a:gd name="connsiteX18474" fmla="*/ 4686712 w 5158787"/>
              <a:gd name="connsiteY18474" fmla="*/ 2336963 h 4489084"/>
              <a:gd name="connsiteX18475" fmla="*/ 4687955 w 5158787"/>
              <a:gd name="connsiteY18475" fmla="*/ 2337674 h 4489084"/>
              <a:gd name="connsiteX18476" fmla="*/ 4698201 w 5158787"/>
              <a:gd name="connsiteY18476" fmla="*/ 2355441 h 4489084"/>
              <a:gd name="connsiteX18477" fmla="*/ 4698201 w 5158787"/>
              <a:gd name="connsiteY18477" fmla="*/ 2356922 h 4489084"/>
              <a:gd name="connsiteX18478" fmla="*/ 4687955 w 5158787"/>
              <a:gd name="connsiteY18478" fmla="*/ 2374689 h 4489084"/>
              <a:gd name="connsiteX18479" fmla="*/ 4686712 w 5158787"/>
              <a:gd name="connsiteY18479" fmla="*/ 2375400 h 4489084"/>
              <a:gd name="connsiteX18480" fmla="*/ 4666160 w 5158787"/>
              <a:gd name="connsiteY18480" fmla="*/ 2375400 h 4489084"/>
              <a:gd name="connsiteX18481" fmla="*/ 4664917 w 5158787"/>
              <a:gd name="connsiteY18481" fmla="*/ 2374689 h 4489084"/>
              <a:gd name="connsiteX18482" fmla="*/ 4654671 w 5158787"/>
              <a:gd name="connsiteY18482" fmla="*/ 2356922 h 4489084"/>
              <a:gd name="connsiteX18483" fmla="*/ 4654671 w 5158787"/>
              <a:gd name="connsiteY18483" fmla="*/ 2355441 h 4489084"/>
              <a:gd name="connsiteX18484" fmla="*/ 4664917 w 5158787"/>
              <a:gd name="connsiteY18484" fmla="*/ 2337674 h 4489084"/>
              <a:gd name="connsiteX18485" fmla="*/ 4666160 w 5158787"/>
              <a:gd name="connsiteY18485" fmla="*/ 2336963 h 4489084"/>
              <a:gd name="connsiteX18486" fmla="*/ 1284348 w 5158787"/>
              <a:gd name="connsiteY18486" fmla="*/ 2336429 h 4489084"/>
              <a:gd name="connsiteX18487" fmla="*/ 1305432 w 5158787"/>
              <a:gd name="connsiteY18487" fmla="*/ 2336429 h 4489084"/>
              <a:gd name="connsiteX18488" fmla="*/ 1306735 w 5158787"/>
              <a:gd name="connsiteY18488" fmla="*/ 2337199 h 4489084"/>
              <a:gd name="connsiteX18489" fmla="*/ 1317277 w 5158787"/>
              <a:gd name="connsiteY18489" fmla="*/ 2355440 h 4489084"/>
              <a:gd name="connsiteX18490" fmla="*/ 1317277 w 5158787"/>
              <a:gd name="connsiteY18490" fmla="*/ 2356921 h 4489084"/>
              <a:gd name="connsiteX18491" fmla="*/ 1306735 w 5158787"/>
              <a:gd name="connsiteY18491" fmla="*/ 2375162 h 4489084"/>
              <a:gd name="connsiteX18492" fmla="*/ 1305432 w 5158787"/>
              <a:gd name="connsiteY18492" fmla="*/ 2375932 h 4489084"/>
              <a:gd name="connsiteX18493" fmla="*/ 1284348 w 5158787"/>
              <a:gd name="connsiteY18493" fmla="*/ 2375932 h 4489084"/>
              <a:gd name="connsiteX18494" fmla="*/ 1283045 w 5158787"/>
              <a:gd name="connsiteY18494" fmla="*/ 2375162 h 4489084"/>
              <a:gd name="connsiteX18495" fmla="*/ 1272503 w 5158787"/>
              <a:gd name="connsiteY18495" fmla="*/ 2356921 h 4489084"/>
              <a:gd name="connsiteX18496" fmla="*/ 1272503 w 5158787"/>
              <a:gd name="connsiteY18496" fmla="*/ 2355440 h 4489084"/>
              <a:gd name="connsiteX18497" fmla="*/ 1283045 w 5158787"/>
              <a:gd name="connsiteY18497" fmla="*/ 2337199 h 4489084"/>
              <a:gd name="connsiteX18498" fmla="*/ 1284348 w 5158787"/>
              <a:gd name="connsiteY18498" fmla="*/ 2336429 h 4489084"/>
              <a:gd name="connsiteX18499" fmla="*/ 4733321 w 5158787"/>
              <a:gd name="connsiteY18499" fmla="*/ 2336015 h 4489084"/>
              <a:gd name="connsiteX18500" fmla="*/ 4754820 w 5158787"/>
              <a:gd name="connsiteY18500" fmla="*/ 2336015 h 4489084"/>
              <a:gd name="connsiteX18501" fmla="*/ 4756123 w 5158787"/>
              <a:gd name="connsiteY18501" fmla="*/ 2336785 h 4489084"/>
              <a:gd name="connsiteX18502" fmla="*/ 4766902 w 5158787"/>
              <a:gd name="connsiteY18502" fmla="*/ 2355441 h 4489084"/>
              <a:gd name="connsiteX18503" fmla="*/ 4766902 w 5158787"/>
              <a:gd name="connsiteY18503" fmla="*/ 2356981 h 4489084"/>
              <a:gd name="connsiteX18504" fmla="*/ 4756123 w 5158787"/>
              <a:gd name="connsiteY18504" fmla="*/ 2375637 h 4489084"/>
              <a:gd name="connsiteX18505" fmla="*/ 4754820 w 5158787"/>
              <a:gd name="connsiteY18505" fmla="*/ 2376407 h 4489084"/>
              <a:gd name="connsiteX18506" fmla="*/ 4733321 w 5158787"/>
              <a:gd name="connsiteY18506" fmla="*/ 2376407 h 4489084"/>
              <a:gd name="connsiteX18507" fmla="*/ 4732018 w 5158787"/>
              <a:gd name="connsiteY18507" fmla="*/ 2375637 h 4489084"/>
              <a:gd name="connsiteX18508" fmla="*/ 4721239 w 5158787"/>
              <a:gd name="connsiteY18508" fmla="*/ 2356981 h 4489084"/>
              <a:gd name="connsiteX18509" fmla="*/ 4721239 w 5158787"/>
              <a:gd name="connsiteY18509" fmla="*/ 2355441 h 4489084"/>
              <a:gd name="connsiteX18510" fmla="*/ 4732018 w 5158787"/>
              <a:gd name="connsiteY18510" fmla="*/ 2336785 h 4489084"/>
              <a:gd name="connsiteX18511" fmla="*/ 4733321 w 5158787"/>
              <a:gd name="connsiteY18511" fmla="*/ 2336015 h 4489084"/>
              <a:gd name="connsiteX18512" fmla="*/ 4800897 w 5158787"/>
              <a:gd name="connsiteY18512" fmla="*/ 2335955 h 4489084"/>
              <a:gd name="connsiteX18513" fmla="*/ 4822514 w 5158787"/>
              <a:gd name="connsiteY18513" fmla="*/ 2335955 h 4489084"/>
              <a:gd name="connsiteX18514" fmla="*/ 4823817 w 5158787"/>
              <a:gd name="connsiteY18514" fmla="*/ 2336725 h 4489084"/>
              <a:gd name="connsiteX18515" fmla="*/ 4834656 w 5158787"/>
              <a:gd name="connsiteY18515" fmla="*/ 2355440 h 4489084"/>
              <a:gd name="connsiteX18516" fmla="*/ 4834656 w 5158787"/>
              <a:gd name="connsiteY18516" fmla="*/ 2356980 h 4489084"/>
              <a:gd name="connsiteX18517" fmla="*/ 4823817 w 5158787"/>
              <a:gd name="connsiteY18517" fmla="*/ 2375695 h 4489084"/>
              <a:gd name="connsiteX18518" fmla="*/ 4822514 w 5158787"/>
              <a:gd name="connsiteY18518" fmla="*/ 2376465 h 4489084"/>
              <a:gd name="connsiteX18519" fmla="*/ 4800897 w 5158787"/>
              <a:gd name="connsiteY18519" fmla="*/ 2376465 h 4489084"/>
              <a:gd name="connsiteX18520" fmla="*/ 4799594 w 5158787"/>
              <a:gd name="connsiteY18520" fmla="*/ 2375695 h 4489084"/>
              <a:gd name="connsiteX18521" fmla="*/ 4788756 w 5158787"/>
              <a:gd name="connsiteY18521" fmla="*/ 2356980 h 4489084"/>
              <a:gd name="connsiteX18522" fmla="*/ 4788756 w 5158787"/>
              <a:gd name="connsiteY18522" fmla="*/ 2355440 h 4489084"/>
              <a:gd name="connsiteX18523" fmla="*/ 4799594 w 5158787"/>
              <a:gd name="connsiteY18523" fmla="*/ 2336725 h 4489084"/>
              <a:gd name="connsiteX18524" fmla="*/ 4800897 w 5158787"/>
              <a:gd name="connsiteY18524" fmla="*/ 2335955 h 4489084"/>
              <a:gd name="connsiteX18525" fmla="*/ 3042445 w 5158787"/>
              <a:gd name="connsiteY18525" fmla="*/ 2335837 h 4489084"/>
              <a:gd name="connsiteX18526" fmla="*/ 3064181 w 5158787"/>
              <a:gd name="connsiteY18526" fmla="*/ 2335837 h 4489084"/>
              <a:gd name="connsiteX18527" fmla="*/ 3065484 w 5158787"/>
              <a:gd name="connsiteY18527" fmla="*/ 2336607 h 4489084"/>
              <a:gd name="connsiteX18528" fmla="*/ 3076322 w 5158787"/>
              <a:gd name="connsiteY18528" fmla="*/ 2355440 h 4489084"/>
              <a:gd name="connsiteX18529" fmla="*/ 3076322 w 5158787"/>
              <a:gd name="connsiteY18529" fmla="*/ 2356980 h 4489084"/>
              <a:gd name="connsiteX18530" fmla="*/ 3065425 w 5158787"/>
              <a:gd name="connsiteY18530" fmla="*/ 2375814 h 4489084"/>
              <a:gd name="connsiteX18531" fmla="*/ 3064122 w 5158787"/>
              <a:gd name="connsiteY18531" fmla="*/ 2376584 h 4489084"/>
              <a:gd name="connsiteX18532" fmla="*/ 3042386 w 5158787"/>
              <a:gd name="connsiteY18532" fmla="*/ 2376584 h 4489084"/>
              <a:gd name="connsiteX18533" fmla="*/ 3041083 w 5158787"/>
              <a:gd name="connsiteY18533" fmla="*/ 2375814 h 4489084"/>
              <a:gd name="connsiteX18534" fmla="*/ 3030245 w 5158787"/>
              <a:gd name="connsiteY18534" fmla="*/ 2356980 h 4489084"/>
              <a:gd name="connsiteX18535" fmla="*/ 3030245 w 5158787"/>
              <a:gd name="connsiteY18535" fmla="*/ 2355440 h 4489084"/>
              <a:gd name="connsiteX18536" fmla="*/ 3041143 w 5158787"/>
              <a:gd name="connsiteY18536" fmla="*/ 2336607 h 4489084"/>
              <a:gd name="connsiteX18537" fmla="*/ 3042445 w 5158787"/>
              <a:gd name="connsiteY18537" fmla="*/ 2335837 h 4489084"/>
              <a:gd name="connsiteX18538" fmla="*/ 2974751 w 5158787"/>
              <a:gd name="connsiteY18538" fmla="*/ 2335719 h 4489084"/>
              <a:gd name="connsiteX18539" fmla="*/ 2996605 w 5158787"/>
              <a:gd name="connsiteY18539" fmla="*/ 2335719 h 4489084"/>
              <a:gd name="connsiteX18540" fmla="*/ 2997967 w 5158787"/>
              <a:gd name="connsiteY18540" fmla="*/ 2336489 h 4489084"/>
              <a:gd name="connsiteX18541" fmla="*/ 3008865 w 5158787"/>
              <a:gd name="connsiteY18541" fmla="*/ 2355441 h 4489084"/>
              <a:gd name="connsiteX18542" fmla="*/ 3008865 w 5158787"/>
              <a:gd name="connsiteY18542" fmla="*/ 2356981 h 4489084"/>
              <a:gd name="connsiteX18543" fmla="*/ 2997908 w 5158787"/>
              <a:gd name="connsiteY18543" fmla="*/ 2375933 h 4489084"/>
              <a:gd name="connsiteX18544" fmla="*/ 2996546 w 5158787"/>
              <a:gd name="connsiteY18544" fmla="*/ 2376703 h 4489084"/>
              <a:gd name="connsiteX18545" fmla="*/ 2974692 w 5158787"/>
              <a:gd name="connsiteY18545" fmla="*/ 2376703 h 4489084"/>
              <a:gd name="connsiteX18546" fmla="*/ 2973330 w 5158787"/>
              <a:gd name="connsiteY18546" fmla="*/ 2375933 h 4489084"/>
              <a:gd name="connsiteX18547" fmla="*/ 2962432 w 5158787"/>
              <a:gd name="connsiteY18547" fmla="*/ 2356981 h 4489084"/>
              <a:gd name="connsiteX18548" fmla="*/ 2962432 w 5158787"/>
              <a:gd name="connsiteY18548" fmla="*/ 2355441 h 4489084"/>
              <a:gd name="connsiteX18549" fmla="*/ 2973389 w 5158787"/>
              <a:gd name="connsiteY18549" fmla="*/ 2336489 h 4489084"/>
              <a:gd name="connsiteX18550" fmla="*/ 2974751 w 5158787"/>
              <a:gd name="connsiteY18550" fmla="*/ 2335719 h 4489084"/>
              <a:gd name="connsiteX18551" fmla="*/ 1216239 w 5158787"/>
              <a:gd name="connsiteY18551" fmla="*/ 2335600 h 4489084"/>
              <a:gd name="connsiteX18552" fmla="*/ 1238212 w 5158787"/>
              <a:gd name="connsiteY18552" fmla="*/ 2335600 h 4489084"/>
              <a:gd name="connsiteX18553" fmla="*/ 1239574 w 5158787"/>
              <a:gd name="connsiteY18553" fmla="*/ 2336370 h 4489084"/>
              <a:gd name="connsiteX18554" fmla="*/ 1250530 w 5158787"/>
              <a:gd name="connsiteY18554" fmla="*/ 2355381 h 4489084"/>
              <a:gd name="connsiteX18555" fmla="*/ 1250530 w 5158787"/>
              <a:gd name="connsiteY18555" fmla="*/ 2356921 h 4489084"/>
              <a:gd name="connsiteX18556" fmla="*/ 1239515 w 5158787"/>
              <a:gd name="connsiteY18556" fmla="*/ 2375932 h 4489084"/>
              <a:gd name="connsiteX18557" fmla="*/ 1238153 w 5158787"/>
              <a:gd name="connsiteY18557" fmla="*/ 2376702 h 4489084"/>
              <a:gd name="connsiteX18558" fmla="*/ 1216180 w 5158787"/>
              <a:gd name="connsiteY18558" fmla="*/ 2376702 h 4489084"/>
              <a:gd name="connsiteX18559" fmla="*/ 1214818 w 5158787"/>
              <a:gd name="connsiteY18559" fmla="*/ 2375932 h 4489084"/>
              <a:gd name="connsiteX18560" fmla="*/ 1203861 w 5158787"/>
              <a:gd name="connsiteY18560" fmla="*/ 2356921 h 4489084"/>
              <a:gd name="connsiteX18561" fmla="*/ 1203861 w 5158787"/>
              <a:gd name="connsiteY18561" fmla="*/ 2355381 h 4489084"/>
              <a:gd name="connsiteX18562" fmla="*/ 1214877 w 5158787"/>
              <a:gd name="connsiteY18562" fmla="*/ 2336370 h 4489084"/>
              <a:gd name="connsiteX18563" fmla="*/ 1216239 w 5158787"/>
              <a:gd name="connsiteY18563" fmla="*/ 2335600 h 4489084"/>
              <a:gd name="connsiteX18564" fmla="*/ 4868177 w 5158787"/>
              <a:gd name="connsiteY18564" fmla="*/ 2335423 h 4489084"/>
              <a:gd name="connsiteX18565" fmla="*/ 4890386 w 5158787"/>
              <a:gd name="connsiteY18565" fmla="*/ 2335423 h 4489084"/>
              <a:gd name="connsiteX18566" fmla="*/ 4891749 w 5158787"/>
              <a:gd name="connsiteY18566" fmla="*/ 2336193 h 4489084"/>
              <a:gd name="connsiteX18567" fmla="*/ 4902824 w 5158787"/>
              <a:gd name="connsiteY18567" fmla="*/ 2355441 h 4489084"/>
              <a:gd name="connsiteX18568" fmla="*/ 4902824 w 5158787"/>
              <a:gd name="connsiteY18568" fmla="*/ 2356981 h 4489084"/>
              <a:gd name="connsiteX18569" fmla="*/ 4891749 w 5158787"/>
              <a:gd name="connsiteY18569" fmla="*/ 2376229 h 4489084"/>
              <a:gd name="connsiteX18570" fmla="*/ 4890386 w 5158787"/>
              <a:gd name="connsiteY18570" fmla="*/ 2376999 h 4489084"/>
              <a:gd name="connsiteX18571" fmla="*/ 4868177 w 5158787"/>
              <a:gd name="connsiteY18571" fmla="*/ 2376999 h 4489084"/>
              <a:gd name="connsiteX18572" fmla="*/ 4866815 w 5158787"/>
              <a:gd name="connsiteY18572" fmla="*/ 2376229 h 4489084"/>
              <a:gd name="connsiteX18573" fmla="*/ 4855740 w 5158787"/>
              <a:gd name="connsiteY18573" fmla="*/ 2356981 h 4489084"/>
              <a:gd name="connsiteX18574" fmla="*/ 4855740 w 5158787"/>
              <a:gd name="connsiteY18574" fmla="*/ 2355441 h 4489084"/>
              <a:gd name="connsiteX18575" fmla="*/ 4866815 w 5158787"/>
              <a:gd name="connsiteY18575" fmla="*/ 2336193 h 4489084"/>
              <a:gd name="connsiteX18576" fmla="*/ 4868177 w 5158787"/>
              <a:gd name="connsiteY18576" fmla="*/ 2335423 h 4489084"/>
              <a:gd name="connsiteX18577" fmla="*/ 1148367 w 5158787"/>
              <a:gd name="connsiteY18577" fmla="*/ 2335127 h 4489084"/>
              <a:gd name="connsiteX18578" fmla="*/ 1170872 w 5158787"/>
              <a:gd name="connsiteY18578" fmla="*/ 2335127 h 4489084"/>
              <a:gd name="connsiteX18579" fmla="*/ 1172235 w 5158787"/>
              <a:gd name="connsiteY18579" fmla="*/ 2335897 h 4489084"/>
              <a:gd name="connsiteX18580" fmla="*/ 1183487 w 5158787"/>
              <a:gd name="connsiteY18580" fmla="*/ 2355382 h 4489084"/>
              <a:gd name="connsiteX18581" fmla="*/ 1183487 w 5158787"/>
              <a:gd name="connsiteY18581" fmla="*/ 2356981 h 4489084"/>
              <a:gd name="connsiteX18582" fmla="*/ 1172235 w 5158787"/>
              <a:gd name="connsiteY18582" fmla="*/ 2376466 h 4489084"/>
              <a:gd name="connsiteX18583" fmla="*/ 1170872 w 5158787"/>
              <a:gd name="connsiteY18583" fmla="*/ 2377236 h 4489084"/>
              <a:gd name="connsiteX18584" fmla="*/ 1148367 w 5158787"/>
              <a:gd name="connsiteY18584" fmla="*/ 2377236 h 4489084"/>
              <a:gd name="connsiteX18585" fmla="*/ 1147005 w 5158787"/>
              <a:gd name="connsiteY18585" fmla="*/ 2376466 h 4489084"/>
              <a:gd name="connsiteX18586" fmla="*/ 1135752 w 5158787"/>
              <a:gd name="connsiteY18586" fmla="*/ 2356981 h 4489084"/>
              <a:gd name="connsiteX18587" fmla="*/ 1135752 w 5158787"/>
              <a:gd name="connsiteY18587" fmla="*/ 2355382 h 4489084"/>
              <a:gd name="connsiteX18588" fmla="*/ 1147005 w 5158787"/>
              <a:gd name="connsiteY18588" fmla="*/ 2335897 h 4489084"/>
              <a:gd name="connsiteX18589" fmla="*/ 1148367 w 5158787"/>
              <a:gd name="connsiteY18589" fmla="*/ 2335127 h 4489084"/>
              <a:gd name="connsiteX18590" fmla="*/ 1080318 w 5158787"/>
              <a:gd name="connsiteY18590" fmla="*/ 2334297 h 4489084"/>
              <a:gd name="connsiteX18591" fmla="*/ 1103712 w 5158787"/>
              <a:gd name="connsiteY18591" fmla="*/ 2334297 h 4489084"/>
              <a:gd name="connsiteX18592" fmla="*/ 1105134 w 5158787"/>
              <a:gd name="connsiteY18592" fmla="*/ 2335126 h 4489084"/>
              <a:gd name="connsiteX18593" fmla="*/ 1116801 w 5158787"/>
              <a:gd name="connsiteY18593" fmla="*/ 2355381 h 4489084"/>
              <a:gd name="connsiteX18594" fmla="*/ 1116801 w 5158787"/>
              <a:gd name="connsiteY18594" fmla="*/ 2357040 h 4489084"/>
              <a:gd name="connsiteX18595" fmla="*/ 1105074 w 5158787"/>
              <a:gd name="connsiteY18595" fmla="*/ 2377294 h 4489084"/>
              <a:gd name="connsiteX18596" fmla="*/ 1103653 w 5158787"/>
              <a:gd name="connsiteY18596" fmla="*/ 2378124 h 4489084"/>
              <a:gd name="connsiteX18597" fmla="*/ 1080259 w 5158787"/>
              <a:gd name="connsiteY18597" fmla="*/ 2378124 h 4489084"/>
              <a:gd name="connsiteX18598" fmla="*/ 1078838 w 5158787"/>
              <a:gd name="connsiteY18598" fmla="*/ 2377294 h 4489084"/>
              <a:gd name="connsiteX18599" fmla="*/ 1067170 w 5158787"/>
              <a:gd name="connsiteY18599" fmla="*/ 2357040 h 4489084"/>
              <a:gd name="connsiteX18600" fmla="*/ 1067170 w 5158787"/>
              <a:gd name="connsiteY18600" fmla="*/ 2355381 h 4489084"/>
              <a:gd name="connsiteX18601" fmla="*/ 1078897 w 5158787"/>
              <a:gd name="connsiteY18601" fmla="*/ 2335126 h 4489084"/>
              <a:gd name="connsiteX18602" fmla="*/ 1080318 w 5158787"/>
              <a:gd name="connsiteY18602" fmla="*/ 2334297 h 4489084"/>
              <a:gd name="connsiteX18603" fmla="*/ 2905753 w 5158787"/>
              <a:gd name="connsiteY18603" fmla="*/ 2333231 h 4489084"/>
              <a:gd name="connsiteX18604" fmla="*/ 2930272 w 5158787"/>
              <a:gd name="connsiteY18604" fmla="*/ 2333231 h 4489084"/>
              <a:gd name="connsiteX18605" fmla="*/ 2931753 w 5158787"/>
              <a:gd name="connsiteY18605" fmla="*/ 2334119 h 4489084"/>
              <a:gd name="connsiteX18606" fmla="*/ 2944013 w 5158787"/>
              <a:gd name="connsiteY18606" fmla="*/ 2355322 h 4489084"/>
              <a:gd name="connsiteX18607" fmla="*/ 2944013 w 5158787"/>
              <a:gd name="connsiteY18607" fmla="*/ 2357040 h 4489084"/>
              <a:gd name="connsiteX18608" fmla="*/ 2931753 w 5158787"/>
              <a:gd name="connsiteY18608" fmla="*/ 2378242 h 4489084"/>
              <a:gd name="connsiteX18609" fmla="*/ 2930272 w 5158787"/>
              <a:gd name="connsiteY18609" fmla="*/ 2379130 h 4489084"/>
              <a:gd name="connsiteX18610" fmla="*/ 2905753 w 5158787"/>
              <a:gd name="connsiteY18610" fmla="*/ 2379130 h 4489084"/>
              <a:gd name="connsiteX18611" fmla="*/ 2904273 w 5158787"/>
              <a:gd name="connsiteY18611" fmla="*/ 2378242 h 4489084"/>
              <a:gd name="connsiteX18612" fmla="*/ 2892013 w 5158787"/>
              <a:gd name="connsiteY18612" fmla="*/ 2357040 h 4489084"/>
              <a:gd name="connsiteX18613" fmla="*/ 2892013 w 5158787"/>
              <a:gd name="connsiteY18613" fmla="*/ 2355322 h 4489084"/>
              <a:gd name="connsiteX18614" fmla="*/ 2904273 w 5158787"/>
              <a:gd name="connsiteY18614" fmla="*/ 2334119 h 4489084"/>
              <a:gd name="connsiteX18615" fmla="*/ 2905753 w 5158787"/>
              <a:gd name="connsiteY18615" fmla="*/ 2333231 h 4489084"/>
              <a:gd name="connsiteX18616" fmla="*/ 2837763 w 5158787"/>
              <a:gd name="connsiteY18616" fmla="*/ 2332521 h 4489084"/>
              <a:gd name="connsiteX18617" fmla="*/ 2863052 w 5158787"/>
              <a:gd name="connsiteY18617" fmla="*/ 2332521 h 4489084"/>
              <a:gd name="connsiteX18618" fmla="*/ 2864592 w 5158787"/>
              <a:gd name="connsiteY18618" fmla="*/ 2333409 h 4489084"/>
              <a:gd name="connsiteX18619" fmla="*/ 2877207 w 5158787"/>
              <a:gd name="connsiteY18619" fmla="*/ 2355323 h 4489084"/>
              <a:gd name="connsiteX18620" fmla="*/ 2877207 w 5158787"/>
              <a:gd name="connsiteY18620" fmla="*/ 2357099 h 4489084"/>
              <a:gd name="connsiteX18621" fmla="*/ 2864533 w 5158787"/>
              <a:gd name="connsiteY18621" fmla="*/ 2379013 h 4489084"/>
              <a:gd name="connsiteX18622" fmla="*/ 2862993 w 5158787"/>
              <a:gd name="connsiteY18622" fmla="*/ 2379901 h 4489084"/>
              <a:gd name="connsiteX18623" fmla="*/ 2837704 w 5158787"/>
              <a:gd name="connsiteY18623" fmla="*/ 2379901 h 4489084"/>
              <a:gd name="connsiteX18624" fmla="*/ 2836164 w 5158787"/>
              <a:gd name="connsiteY18624" fmla="*/ 2379013 h 4489084"/>
              <a:gd name="connsiteX18625" fmla="*/ 2823549 w 5158787"/>
              <a:gd name="connsiteY18625" fmla="*/ 2357099 h 4489084"/>
              <a:gd name="connsiteX18626" fmla="*/ 2823549 w 5158787"/>
              <a:gd name="connsiteY18626" fmla="*/ 2355323 h 4489084"/>
              <a:gd name="connsiteX18627" fmla="*/ 2836223 w 5158787"/>
              <a:gd name="connsiteY18627" fmla="*/ 2333409 h 4489084"/>
              <a:gd name="connsiteX18628" fmla="*/ 2837763 w 5158787"/>
              <a:gd name="connsiteY18628" fmla="*/ 2332521 h 4489084"/>
              <a:gd name="connsiteX18629" fmla="*/ 3723711 w 5158787"/>
              <a:gd name="connsiteY18629" fmla="*/ 2286621 h 4489084"/>
              <a:gd name="connsiteX18630" fmla="*/ 3735437 w 5158787"/>
              <a:gd name="connsiteY18630" fmla="*/ 2286621 h 4489084"/>
              <a:gd name="connsiteX18631" fmla="*/ 3736149 w 5158787"/>
              <a:gd name="connsiteY18631" fmla="*/ 2287036 h 4489084"/>
              <a:gd name="connsiteX18632" fmla="*/ 3742012 w 5158787"/>
              <a:gd name="connsiteY18632" fmla="*/ 2297163 h 4489084"/>
              <a:gd name="connsiteX18633" fmla="*/ 3742012 w 5158787"/>
              <a:gd name="connsiteY18633" fmla="*/ 2297992 h 4489084"/>
              <a:gd name="connsiteX18634" fmla="*/ 3736149 w 5158787"/>
              <a:gd name="connsiteY18634" fmla="*/ 2308120 h 4489084"/>
              <a:gd name="connsiteX18635" fmla="*/ 3735437 w 5158787"/>
              <a:gd name="connsiteY18635" fmla="*/ 2308534 h 4489084"/>
              <a:gd name="connsiteX18636" fmla="*/ 3723711 w 5158787"/>
              <a:gd name="connsiteY18636" fmla="*/ 2308534 h 4489084"/>
              <a:gd name="connsiteX18637" fmla="*/ 3723000 w 5158787"/>
              <a:gd name="connsiteY18637" fmla="*/ 2308120 h 4489084"/>
              <a:gd name="connsiteX18638" fmla="*/ 3717137 w 5158787"/>
              <a:gd name="connsiteY18638" fmla="*/ 2297992 h 4489084"/>
              <a:gd name="connsiteX18639" fmla="*/ 3717137 w 5158787"/>
              <a:gd name="connsiteY18639" fmla="*/ 2297163 h 4489084"/>
              <a:gd name="connsiteX18640" fmla="*/ 3723000 w 5158787"/>
              <a:gd name="connsiteY18640" fmla="*/ 2287036 h 4489084"/>
              <a:gd name="connsiteX18641" fmla="*/ 3723711 w 5158787"/>
              <a:gd name="connsiteY18641" fmla="*/ 2286621 h 4489084"/>
              <a:gd name="connsiteX18642" fmla="*/ 3994074 w 5158787"/>
              <a:gd name="connsiteY18642" fmla="*/ 2286325 h 4489084"/>
              <a:gd name="connsiteX18643" fmla="*/ 4006097 w 5158787"/>
              <a:gd name="connsiteY18643" fmla="*/ 2286325 h 4489084"/>
              <a:gd name="connsiteX18644" fmla="*/ 4006807 w 5158787"/>
              <a:gd name="connsiteY18644" fmla="*/ 2286739 h 4489084"/>
              <a:gd name="connsiteX18645" fmla="*/ 4012789 w 5158787"/>
              <a:gd name="connsiteY18645" fmla="*/ 2297163 h 4489084"/>
              <a:gd name="connsiteX18646" fmla="*/ 4012789 w 5158787"/>
              <a:gd name="connsiteY18646" fmla="*/ 2297992 h 4489084"/>
              <a:gd name="connsiteX18647" fmla="*/ 4006748 w 5158787"/>
              <a:gd name="connsiteY18647" fmla="*/ 2308416 h 4489084"/>
              <a:gd name="connsiteX18648" fmla="*/ 4006037 w 5158787"/>
              <a:gd name="connsiteY18648" fmla="*/ 2308830 h 4489084"/>
              <a:gd name="connsiteX18649" fmla="*/ 3994015 w 5158787"/>
              <a:gd name="connsiteY18649" fmla="*/ 2308830 h 4489084"/>
              <a:gd name="connsiteX18650" fmla="*/ 3993304 w 5158787"/>
              <a:gd name="connsiteY18650" fmla="*/ 2308416 h 4489084"/>
              <a:gd name="connsiteX18651" fmla="*/ 3987322 w 5158787"/>
              <a:gd name="connsiteY18651" fmla="*/ 2297992 h 4489084"/>
              <a:gd name="connsiteX18652" fmla="*/ 3987322 w 5158787"/>
              <a:gd name="connsiteY18652" fmla="*/ 2297163 h 4489084"/>
              <a:gd name="connsiteX18653" fmla="*/ 3993363 w 5158787"/>
              <a:gd name="connsiteY18653" fmla="*/ 2286739 h 4489084"/>
              <a:gd name="connsiteX18654" fmla="*/ 3994074 w 5158787"/>
              <a:gd name="connsiteY18654" fmla="*/ 2286325 h 4489084"/>
              <a:gd name="connsiteX18655" fmla="*/ 950023 w 5158787"/>
              <a:gd name="connsiteY18655" fmla="*/ 2285081 h 4489084"/>
              <a:gd name="connsiteX18656" fmla="*/ 963408 w 5158787"/>
              <a:gd name="connsiteY18656" fmla="*/ 2285081 h 4489084"/>
              <a:gd name="connsiteX18657" fmla="*/ 964237 w 5158787"/>
              <a:gd name="connsiteY18657" fmla="*/ 2285555 h 4489084"/>
              <a:gd name="connsiteX18658" fmla="*/ 970929 w 5158787"/>
              <a:gd name="connsiteY18658" fmla="*/ 2297104 h 4489084"/>
              <a:gd name="connsiteX18659" fmla="*/ 970929 w 5158787"/>
              <a:gd name="connsiteY18659" fmla="*/ 2298051 h 4489084"/>
              <a:gd name="connsiteX18660" fmla="*/ 964237 w 5158787"/>
              <a:gd name="connsiteY18660" fmla="*/ 2309600 h 4489084"/>
              <a:gd name="connsiteX18661" fmla="*/ 963408 w 5158787"/>
              <a:gd name="connsiteY18661" fmla="*/ 2310074 h 4489084"/>
              <a:gd name="connsiteX18662" fmla="*/ 950023 w 5158787"/>
              <a:gd name="connsiteY18662" fmla="*/ 2310074 h 4489084"/>
              <a:gd name="connsiteX18663" fmla="*/ 949193 w 5158787"/>
              <a:gd name="connsiteY18663" fmla="*/ 2309600 h 4489084"/>
              <a:gd name="connsiteX18664" fmla="*/ 942501 w 5158787"/>
              <a:gd name="connsiteY18664" fmla="*/ 2298051 h 4489084"/>
              <a:gd name="connsiteX18665" fmla="*/ 942501 w 5158787"/>
              <a:gd name="connsiteY18665" fmla="*/ 2297104 h 4489084"/>
              <a:gd name="connsiteX18666" fmla="*/ 949193 w 5158787"/>
              <a:gd name="connsiteY18666" fmla="*/ 2285555 h 4489084"/>
              <a:gd name="connsiteX18667" fmla="*/ 950023 w 5158787"/>
              <a:gd name="connsiteY18667" fmla="*/ 2285081 h 4489084"/>
              <a:gd name="connsiteX18668" fmla="*/ 4196209 w 5158787"/>
              <a:gd name="connsiteY18668" fmla="*/ 2284845 h 4489084"/>
              <a:gd name="connsiteX18669" fmla="*/ 4209772 w 5158787"/>
              <a:gd name="connsiteY18669" fmla="*/ 2284845 h 4489084"/>
              <a:gd name="connsiteX18670" fmla="*/ 4210601 w 5158787"/>
              <a:gd name="connsiteY18670" fmla="*/ 2285319 h 4489084"/>
              <a:gd name="connsiteX18671" fmla="*/ 4217411 w 5158787"/>
              <a:gd name="connsiteY18671" fmla="*/ 2297104 h 4489084"/>
              <a:gd name="connsiteX18672" fmla="*/ 4217411 w 5158787"/>
              <a:gd name="connsiteY18672" fmla="*/ 2298052 h 4489084"/>
              <a:gd name="connsiteX18673" fmla="*/ 4210601 w 5158787"/>
              <a:gd name="connsiteY18673" fmla="*/ 2309838 h 4489084"/>
              <a:gd name="connsiteX18674" fmla="*/ 4209772 w 5158787"/>
              <a:gd name="connsiteY18674" fmla="*/ 2310312 h 4489084"/>
              <a:gd name="connsiteX18675" fmla="*/ 4196209 w 5158787"/>
              <a:gd name="connsiteY18675" fmla="*/ 2310312 h 4489084"/>
              <a:gd name="connsiteX18676" fmla="*/ 4195380 w 5158787"/>
              <a:gd name="connsiteY18676" fmla="*/ 2309838 h 4489084"/>
              <a:gd name="connsiteX18677" fmla="*/ 4188569 w 5158787"/>
              <a:gd name="connsiteY18677" fmla="*/ 2298052 h 4489084"/>
              <a:gd name="connsiteX18678" fmla="*/ 4188569 w 5158787"/>
              <a:gd name="connsiteY18678" fmla="*/ 2297104 h 4489084"/>
              <a:gd name="connsiteX18679" fmla="*/ 4195380 w 5158787"/>
              <a:gd name="connsiteY18679" fmla="*/ 2285319 h 4489084"/>
              <a:gd name="connsiteX18680" fmla="*/ 4196209 w 5158787"/>
              <a:gd name="connsiteY18680" fmla="*/ 2284845 h 4489084"/>
              <a:gd name="connsiteX18681" fmla="*/ 3925728 w 5158787"/>
              <a:gd name="connsiteY18681" fmla="*/ 2284845 h 4489084"/>
              <a:gd name="connsiteX18682" fmla="*/ 3939290 w 5158787"/>
              <a:gd name="connsiteY18682" fmla="*/ 2284845 h 4489084"/>
              <a:gd name="connsiteX18683" fmla="*/ 3940120 w 5158787"/>
              <a:gd name="connsiteY18683" fmla="*/ 2285319 h 4489084"/>
              <a:gd name="connsiteX18684" fmla="*/ 3946931 w 5158787"/>
              <a:gd name="connsiteY18684" fmla="*/ 2297104 h 4489084"/>
              <a:gd name="connsiteX18685" fmla="*/ 3946931 w 5158787"/>
              <a:gd name="connsiteY18685" fmla="*/ 2298052 h 4489084"/>
              <a:gd name="connsiteX18686" fmla="*/ 3940120 w 5158787"/>
              <a:gd name="connsiteY18686" fmla="*/ 2309838 h 4489084"/>
              <a:gd name="connsiteX18687" fmla="*/ 3939290 w 5158787"/>
              <a:gd name="connsiteY18687" fmla="*/ 2310312 h 4489084"/>
              <a:gd name="connsiteX18688" fmla="*/ 3925728 w 5158787"/>
              <a:gd name="connsiteY18688" fmla="*/ 2310312 h 4489084"/>
              <a:gd name="connsiteX18689" fmla="*/ 3924899 w 5158787"/>
              <a:gd name="connsiteY18689" fmla="*/ 2309838 h 4489084"/>
              <a:gd name="connsiteX18690" fmla="*/ 3918088 w 5158787"/>
              <a:gd name="connsiteY18690" fmla="*/ 2298052 h 4489084"/>
              <a:gd name="connsiteX18691" fmla="*/ 3918088 w 5158787"/>
              <a:gd name="connsiteY18691" fmla="*/ 2297104 h 4489084"/>
              <a:gd name="connsiteX18692" fmla="*/ 3924899 w 5158787"/>
              <a:gd name="connsiteY18692" fmla="*/ 2285319 h 4489084"/>
              <a:gd name="connsiteX18693" fmla="*/ 3925728 w 5158787"/>
              <a:gd name="connsiteY18693" fmla="*/ 2284845 h 4489084"/>
              <a:gd name="connsiteX18694" fmla="*/ 4263726 w 5158787"/>
              <a:gd name="connsiteY18694" fmla="*/ 2284667 h 4489084"/>
              <a:gd name="connsiteX18695" fmla="*/ 4277525 w 5158787"/>
              <a:gd name="connsiteY18695" fmla="*/ 2284667 h 4489084"/>
              <a:gd name="connsiteX18696" fmla="*/ 4278354 w 5158787"/>
              <a:gd name="connsiteY18696" fmla="*/ 2285141 h 4489084"/>
              <a:gd name="connsiteX18697" fmla="*/ 4285224 w 5158787"/>
              <a:gd name="connsiteY18697" fmla="*/ 2297104 h 4489084"/>
              <a:gd name="connsiteX18698" fmla="*/ 4285224 w 5158787"/>
              <a:gd name="connsiteY18698" fmla="*/ 2298052 h 4489084"/>
              <a:gd name="connsiteX18699" fmla="*/ 4278295 w 5158787"/>
              <a:gd name="connsiteY18699" fmla="*/ 2310016 h 4489084"/>
              <a:gd name="connsiteX18700" fmla="*/ 4277466 w 5158787"/>
              <a:gd name="connsiteY18700" fmla="*/ 2310489 h 4489084"/>
              <a:gd name="connsiteX18701" fmla="*/ 4263666 w 5158787"/>
              <a:gd name="connsiteY18701" fmla="*/ 2310489 h 4489084"/>
              <a:gd name="connsiteX18702" fmla="*/ 4262837 w 5158787"/>
              <a:gd name="connsiteY18702" fmla="*/ 2310016 h 4489084"/>
              <a:gd name="connsiteX18703" fmla="*/ 4255967 w 5158787"/>
              <a:gd name="connsiteY18703" fmla="*/ 2298052 h 4489084"/>
              <a:gd name="connsiteX18704" fmla="*/ 4255967 w 5158787"/>
              <a:gd name="connsiteY18704" fmla="*/ 2297104 h 4489084"/>
              <a:gd name="connsiteX18705" fmla="*/ 4262896 w 5158787"/>
              <a:gd name="connsiteY18705" fmla="*/ 2285141 h 4489084"/>
              <a:gd name="connsiteX18706" fmla="*/ 4263726 w 5158787"/>
              <a:gd name="connsiteY18706" fmla="*/ 2284667 h 4489084"/>
              <a:gd name="connsiteX18707" fmla="*/ 4128397 w 5158787"/>
              <a:gd name="connsiteY18707" fmla="*/ 2284548 h 4489084"/>
              <a:gd name="connsiteX18708" fmla="*/ 4142314 w 5158787"/>
              <a:gd name="connsiteY18708" fmla="*/ 2284548 h 4489084"/>
              <a:gd name="connsiteX18709" fmla="*/ 4143143 w 5158787"/>
              <a:gd name="connsiteY18709" fmla="*/ 2285022 h 4489084"/>
              <a:gd name="connsiteX18710" fmla="*/ 4150072 w 5158787"/>
              <a:gd name="connsiteY18710" fmla="*/ 2297045 h 4489084"/>
              <a:gd name="connsiteX18711" fmla="*/ 4150072 w 5158787"/>
              <a:gd name="connsiteY18711" fmla="*/ 2298051 h 4489084"/>
              <a:gd name="connsiteX18712" fmla="*/ 4143084 w 5158787"/>
              <a:gd name="connsiteY18712" fmla="*/ 2310074 h 4489084"/>
              <a:gd name="connsiteX18713" fmla="*/ 4142255 w 5158787"/>
              <a:gd name="connsiteY18713" fmla="*/ 2310548 h 4489084"/>
              <a:gd name="connsiteX18714" fmla="*/ 4128337 w 5158787"/>
              <a:gd name="connsiteY18714" fmla="*/ 2310548 h 4489084"/>
              <a:gd name="connsiteX18715" fmla="*/ 4127508 w 5158787"/>
              <a:gd name="connsiteY18715" fmla="*/ 2310074 h 4489084"/>
              <a:gd name="connsiteX18716" fmla="*/ 4120578 w 5158787"/>
              <a:gd name="connsiteY18716" fmla="*/ 2298051 h 4489084"/>
              <a:gd name="connsiteX18717" fmla="*/ 4120578 w 5158787"/>
              <a:gd name="connsiteY18717" fmla="*/ 2297045 h 4489084"/>
              <a:gd name="connsiteX18718" fmla="*/ 4127567 w 5158787"/>
              <a:gd name="connsiteY18718" fmla="*/ 2285022 h 4489084"/>
              <a:gd name="connsiteX18719" fmla="*/ 4128397 w 5158787"/>
              <a:gd name="connsiteY18719" fmla="*/ 2284548 h 4489084"/>
              <a:gd name="connsiteX18720" fmla="*/ 4060643 w 5158787"/>
              <a:gd name="connsiteY18720" fmla="*/ 2284252 h 4489084"/>
              <a:gd name="connsiteX18721" fmla="*/ 4074857 w 5158787"/>
              <a:gd name="connsiteY18721" fmla="*/ 2284252 h 4489084"/>
              <a:gd name="connsiteX18722" fmla="*/ 4075745 w 5158787"/>
              <a:gd name="connsiteY18722" fmla="*/ 2284785 h 4489084"/>
              <a:gd name="connsiteX18723" fmla="*/ 4082852 w 5158787"/>
              <a:gd name="connsiteY18723" fmla="*/ 2297104 h 4489084"/>
              <a:gd name="connsiteX18724" fmla="*/ 4082852 w 5158787"/>
              <a:gd name="connsiteY18724" fmla="*/ 2298111 h 4489084"/>
              <a:gd name="connsiteX18725" fmla="*/ 4075745 w 5158787"/>
              <a:gd name="connsiteY18725" fmla="*/ 2310429 h 4489084"/>
              <a:gd name="connsiteX18726" fmla="*/ 4074857 w 5158787"/>
              <a:gd name="connsiteY18726" fmla="*/ 2310963 h 4489084"/>
              <a:gd name="connsiteX18727" fmla="*/ 4060643 w 5158787"/>
              <a:gd name="connsiteY18727" fmla="*/ 2310963 h 4489084"/>
              <a:gd name="connsiteX18728" fmla="*/ 4059754 w 5158787"/>
              <a:gd name="connsiteY18728" fmla="*/ 2310429 h 4489084"/>
              <a:gd name="connsiteX18729" fmla="*/ 4052647 w 5158787"/>
              <a:gd name="connsiteY18729" fmla="*/ 2298111 h 4489084"/>
              <a:gd name="connsiteX18730" fmla="*/ 4052647 w 5158787"/>
              <a:gd name="connsiteY18730" fmla="*/ 2297104 h 4489084"/>
              <a:gd name="connsiteX18731" fmla="*/ 4059754 w 5158787"/>
              <a:gd name="connsiteY18731" fmla="*/ 2284785 h 4489084"/>
              <a:gd name="connsiteX18732" fmla="*/ 4060643 w 5158787"/>
              <a:gd name="connsiteY18732" fmla="*/ 2284252 h 4489084"/>
              <a:gd name="connsiteX18733" fmla="*/ 4398758 w 5158787"/>
              <a:gd name="connsiteY18733" fmla="*/ 2284133 h 4489084"/>
              <a:gd name="connsiteX18734" fmla="*/ 4413091 w 5158787"/>
              <a:gd name="connsiteY18734" fmla="*/ 2284133 h 4489084"/>
              <a:gd name="connsiteX18735" fmla="*/ 4413980 w 5158787"/>
              <a:gd name="connsiteY18735" fmla="*/ 2284666 h 4489084"/>
              <a:gd name="connsiteX18736" fmla="*/ 4421146 w 5158787"/>
              <a:gd name="connsiteY18736" fmla="*/ 2297103 h 4489084"/>
              <a:gd name="connsiteX18737" fmla="*/ 4421146 w 5158787"/>
              <a:gd name="connsiteY18737" fmla="*/ 2298110 h 4489084"/>
              <a:gd name="connsiteX18738" fmla="*/ 4413980 w 5158787"/>
              <a:gd name="connsiteY18738" fmla="*/ 2310548 h 4489084"/>
              <a:gd name="connsiteX18739" fmla="*/ 4413091 w 5158787"/>
              <a:gd name="connsiteY18739" fmla="*/ 2311081 h 4489084"/>
              <a:gd name="connsiteX18740" fmla="*/ 4398758 w 5158787"/>
              <a:gd name="connsiteY18740" fmla="*/ 2311081 h 4489084"/>
              <a:gd name="connsiteX18741" fmla="*/ 4397871 w 5158787"/>
              <a:gd name="connsiteY18741" fmla="*/ 2310548 h 4489084"/>
              <a:gd name="connsiteX18742" fmla="*/ 4390704 w 5158787"/>
              <a:gd name="connsiteY18742" fmla="*/ 2298110 h 4489084"/>
              <a:gd name="connsiteX18743" fmla="*/ 4390704 w 5158787"/>
              <a:gd name="connsiteY18743" fmla="*/ 2297103 h 4489084"/>
              <a:gd name="connsiteX18744" fmla="*/ 4397871 w 5158787"/>
              <a:gd name="connsiteY18744" fmla="*/ 2284666 h 4489084"/>
              <a:gd name="connsiteX18745" fmla="*/ 4398758 w 5158787"/>
              <a:gd name="connsiteY18745" fmla="*/ 2284133 h 4489084"/>
              <a:gd name="connsiteX18746" fmla="*/ 4330769 w 5158787"/>
              <a:gd name="connsiteY18746" fmla="*/ 2283601 h 4489084"/>
              <a:gd name="connsiteX18747" fmla="*/ 4345693 w 5158787"/>
              <a:gd name="connsiteY18747" fmla="*/ 2283601 h 4489084"/>
              <a:gd name="connsiteX18748" fmla="*/ 4346582 w 5158787"/>
              <a:gd name="connsiteY18748" fmla="*/ 2284134 h 4489084"/>
              <a:gd name="connsiteX18749" fmla="*/ 4354044 w 5158787"/>
              <a:gd name="connsiteY18749" fmla="*/ 2297045 h 4489084"/>
              <a:gd name="connsiteX18750" fmla="*/ 4354044 w 5158787"/>
              <a:gd name="connsiteY18750" fmla="*/ 2298111 h 4489084"/>
              <a:gd name="connsiteX18751" fmla="*/ 4346582 w 5158787"/>
              <a:gd name="connsiteY18751" fmla="*/ 2311022 h 4489084"/>
              <a:gd name="connsiteX18752" fmla="*/ 4345693 w 5158787"/>
              <a:gd name="connsiteY18752" fmla="*/ 2311555 h 4489084"/>
              <a:gd name="connsiteX18753" fmla="*/ 4330769 w 5158787"/>
              <a:gd name="connsiteY18753" fmla="*/ 2311555 h 4489084"/>
              <a:gd name="connsiteX18754" fmla="*/ 4329881 w 5158787"/>
              <a:gd name="connsiteY18754" fmla="*/ 2311022 h 4489084"/>
              <a:gd name="connsiteX18755" fmla="*/ 4322418 w 5158787"/>
              <a:gd name="connsiteY18755" fmla="*/ 2298111 h 4489084"/>
              <a:gd name="connsiteX18756" fmla="*/ 4322418 w 5158787"/>
              <a:gd name="connsiteY18756" fmla="*/ 2297045 h 4489084"/>
              <a:gd name="connsiteX18757" fmla="*/ 4329881 w 5158787"/>
              <a:gd name="connsiteY18757" fmla="*/ 2284134 h 4489084"/>
              <a:gd name="connsiteX18758" fmla="*/ 4330769 w 5158787"/>
              <a:gd name="connsiteY18758" fmla="*/ 2283601 h 4489084"/>
              <a:gd name="connsiteX18759" fmla="*/ 3857382 w 5158787"/>
              <a:gd name="connsiteY18759" fmla="*/ 2283601 h 4489084"/>
              <a:gd name="connsiteX18760" fmla="*/ 3872307 w 5158787"/>
              <a:gd name="connsiteY18760" fmla="*/ 2283601 h 4489084"/>
              <a:gd name="connsiteX18761" fmla="*/ 3873195 w 5158787"/>
              <a:gd name="connsiteY18761" fmla="*/ 2284134 h 4489084"/>
              <a:gd name="connsiteX18762" fmla="*/ 3880657 w 5158787"/>
              <a:gd name="connsiteY18762" fmla="*/ 2297045 h 4489084"/>
              <a:gd name="connsiteX18763" fmla="*/ 3880657 w 5158787"/>
              <a:gd name="connsiteY18763" fmla="*/ 2298111 h 4489084"/>
              <a:gd name="connsiteX18764" fmla="*/ 3873195 w 5158787"/>
              <a:gd name="connsiteY18764" fmla="*/ 2311022 h 4489084"/>
              <a:gd name="connsiteX18765" fmla="*/ 3872307 w 5158787"/>
              <a:gd name="connsiteY18765" fmla="*/ 2311555 h 4489084"/>
              <a:gd name="connsiteX18766" fmla="*/ 3857382 w 5158787"/>
              <a:gd name="connsiteY18766" fmla="*/ 2311555 h 4489084"/>
              <a:gd name="connsiteX18767" fmla="*/ 3856494 w 5158787"/>
              <a:gd name="connsiteY18767" fmla="*/ 2311022 h 4489084"/>
              <a:gd name="connsiteX18768" fmla="*/ 3849031 w 5158787"/>
              <a:gd name="connsiteY18768" fmla="*/ 2298111 h 4489084"/>
              <a:gd name="connsiteX18769" fmla="*/ 3849031 w 5158787"/>
              <a:gd name="connsiteY18769" fmla="*/ 2297045 h 4489084"/>
              <a:gd name="connsiteX18770" fmla="*/ 3856494 w 5158787"/>
              <a:gd name="connsiteY18770" fmla="*/ 2284134 h 4489084"/>
              <a:gd name="connsiteX18771" fmla="*/ 3857382 w 5158787"/>
              <a:gd name="connsiteY18771" fmla="*/ 2283601 h 4489084"/>
              <a:gd name="connsiteX18772" fmla="*/ 3789747 w 5158787"/>
              <a:gd name="connsiteY18772" fmla="*/ 2283541 h 4489084"/>
              <a:gd name="connsiteX18773" fmla="*/ 3804731 w 5158787"/>
              <a:gd name="connsiteY18773" fmla="*/ 2283541 h 4489084"/>
              <a:gd name="connsiteX18774" fmla="*/ 3805620 w 5158787"/>
              <a:gd name="connsiteY18774" fmla="*/ 2284074 h 4489084"/>
              <a:gd name="connsiteX18775" fmla="*/ 3813141 w 5158787"/>
              <a:gd name="connsiteY18775" fmla="*/ 2297103 h 4489084"/>
              <a:gd name="connsiteX18776" fmla="*/ 3813141 w 5158787"/>
              <a:gd name="connsiteY18776" fmla="*/ 2298170 h 4489084"/>
              <a:gd name="connsiteX18777" fmla="*/ 3805620 w 5158787"/>
              <a:gd name="connsiteY18777" fmla="*/ 2311199 h 4489084"/>
              <a:gd name="connsiteX18778" fmla="*/ 3804731 w 5158787"/>
              <a:gd name="connsiteY18778" fmla="*/ 2311732 h 4489084"/>
              <a:gd name="connsiteX18779" fmla="*/ 3789747 w 5158787"/>
              <a:gd name="connsiteY18779" fmla="*/ 2311732 h 4489084"/>
              <a:gd name="connsiteX18780" fmla="*/ 3788859 w 5158787"/>
              <a:gd name="connsiteY18780" fmla="*/ 2311199 h 4489084"/>
              <a:gd name="connsiteX18781" fmla="*/ 3781337 w 5158787"/>
              <a:gd name="connsiteY18781" fmla="*/ 2298170 h 4489084"/>
              <a:gd name="connsiteX18782" fmla="*/ 3781337 w 5158787"/>
              <a:gd name="connsiteY18782" fmla="*/ 2297103 h 4489084"/>
              <a:gd name="connsiteX18783" fmla="*/ 3788859 w 5158787"/>
              <a:gd name="connsiteY18783" fmla="*/ 2284074 h 4489084"/>
              <a:gd name="connsiteX18784" fmla="*/ 3789747 w 5158787"/>
              <a:gd name="connsiteY18784" fmla="*/ 2283541 h 4489084"/>
              <a:gd name="connsiteX18785" fmla="*/ 1625366 w 5158787"/>
              <a:gd name="connsiteY18785" fmla="*/ 2283186 h 4489084"/>
              <a:gd name="connsiteX18786" fmla="*/ 1640705 w 5158787"/>
              <a:gd name="connsiteY18786" fmla="*/ 2283186 h 4489084"/>
              <a:gd name="connsiteX18787" fmla="*/ 1641653 w 5158787"/>
              <a:gd name="connsiteY18787" fmla="*/ 2283719 h 4489084"/>
              <a:gd name="connsiteX18788" fmla="*/ 1649293 w 5158787"/>
              <a:gd name="connsiteY18788" fmla="*/ 2296986 h 4489084"/>
              <a:gd name="connsiteX18789" fmla="*/ 1649293 w 5158787"/>
              <a:gd name="connsiteY18789" fmla="*/ 2298052 h 4489084"/>
              <a:gd name="connsiteX18790" fmla="*/ 1641594 w 5158787"/>
              <a:gd name="connsiteY18790" fmla="*/ 2311318 h 4489084"/>
              <a:gd name="connsiteX18791" fmla="*/ 1640646 w 5158787"/>
              <a:gd name="connsiteY18791" fmla="*/ 2311851 h 4489084"/>
              <a:gd name="connsiteX18792" fmla="*/ 1625307 w 5158787"/>
              <a:gd name="connsiteY18792" fmla="*/ 2311851 h 4489084"/>
              <a:gd name="connsiteX18793" fmla="*/ 1624359 w 5158787"/>
              <a:gd name="connsiteY18793" fmla="*/ 2311318 h 4489084"/>
              <a:gd name="connsiteX18794" fmla="*/ 1616719 w 5158787"/>
              <a:gd name="connsiteY18794" fmla="*/ 2298052 h 4489084"/>
              <a:gd name="connsiteX18795" fmla="*/ 1616719 w 5158787"/>
              <a:gd name="connsiteY18795" fmla="*/ 2296986 h 4489084"/>
              <a:gd name="connsiteX18796" fmla="*/ 1624419 w 5158787"/>
              <a:gd name="connsiteY18796" fmla="*/ 2283719 h 4489084"/>
              <a:gd name="connsiteX18797" fmla="*/ 1625366 w 5158787"/>
              <a:gd name="connsiteY18797" fmla="*/ 2283186 h 4489084"/>
              <a:gd name="connsiteX18798" fmla="*/ 1692942 w 5158787"/>
              <a:gd name="connsiteY18798" fmla="*/ 2283127 h 4489084"/>
              <a:gd name="connsiteX18799" fmla="*/ 1708400 w 5158787"/>
              <a:gd name="connsiteY18799" fmla="*/ 2283127 h 4489084"/>
              <a:gd name="connsiteX18800" fmla="*/ 1709348 w 5158787"/>
              <a:gd name="connsiteY18800" fmla="*/ 2283660 h 4489084"/>
              <a:gd name="connsiteX18801" fmla="*/ 1717047 w 5158787"/>
              <a:gd name="connsiteY18801" fmla="*/ 2297045 h 4489084"/>
              <a:gd name="connsiteX18802" fmla="*/ 1717047 w 5158787"/>
              <a:gd name="connsiteY18802" fmla="*/ 2298111 h 4489084"/>
              <a:gd name="connsiteX18803" fmla="*/ 1709289 w 5158787"/>
              <a:gd name="connsiteY18803" fmla="*/ 2311496 h 4489084"/>
              <a:gd name="connsiteX18804" fmla="*/ 1708341 w 5158787"/>
              <a:gd name="connsiteY18804" fmla="*/ 2312029 h 4489084"/>
              <a:gd name="connsiteX18805" fmla="*/ 1692883 w 5158787"/>
              <a:gd name="connsiteY18805" fmla="*/ 2312029 h 4489084"/>
              <a:gd name="connsiteX18806" fmla="*/ 1691936 w 5158787"/>
              <a:gd name="connsiteY18806" fmla="*/ 2311496 h 4489084"/>
              <a:gd name="connsiteX18807" fmla="*/ 1684236 w 5158787"/>
              <a:gd name="connsiteY18807" fmla="*/ 2298111 h 4489084"/>
              <a:gd name="connsiteX18808" fmla="*/ 1684236 w 5158787"/>
              <a:gd name="connsiteY18808" fmla="*/ 2297045 h 4489084"/>
              <a:gd name="connsiteX18809" fmla="*/ 1691995 w 5158787"/>
              <a:gd name="connsiteY18809" fmla="*/ 2283660 h 4489084"/>
              <a:gd name="connsiteX18810" fmla="*/ 1692942 w 5158787"/>
              <a:gd name="connsiteY18810" fmla="*/ 2283127 h 4489084"/>
              <a:gd name="connsiteX18811" fmla="*/ 2707231 w 5158787"/>
              <a:gd name="connsiteY18811" fmla="*/ 2282771 h 4489084"/>
              <a:gd name="connsiteX18812" fmla="*/ 2723044 w 5158787"/>
              <a:gd name="connsiteY18812" fmla="*/ 2282771 h 4489084"/>
              <a:gd name="connsiteX18813" fmla="*/ 2723991 w 5158787"/>
              <a:gd name="connsiteY18813" fmla="*/ 2283304 h 4489084"/>
              <a:gd name="connsiteX18814" fmla="*/ 2731868 w 5158787"/>
              <a:gd name="connsiteY18814" fmla="*/ 2296985 h 4489084"/>
              <a:gd name="connsiteX18815" fmla="*/ 2731868 w 5158787"/>
              <a:gd name="connsiteY18815" fmla="*/ 2298110 h 4489084"/>
              <a:gd name="connsiteX18816" fmla="*/ 2723991 w 5158787"/>
              <a:gd name="connsiteY18816" fmla="*/ 2311791 h 4489084"/>
              <a:gd name="connsiteX18817" fmla="*/ 2723044 w 5158787"/>
              <a:gd name="connsiteY18817" fmla="*/ 2312324 h 4489084"/>
              <a:gd name="connsiteX18818" fmla="*/ 2707231 w 5158787"/>
              <a:gd name="connsiteY18818" fmla="*/ 2312324 h 4489084"/>
              <a:gd name="connsiteX18819" fmla="*/ 2706283 w 5158787"/>
              <a:gd name="connsiteY18819" fmla="*/ 2311791 h 4489084"/>
              <a:gd name="connsiteX18820" fmla="*/ 2698406 w 5158787"/>
              <a:gd name="connsiteY18820" fmla="*/ 2298110 h 4489084"/>
              <a:gd name="connsiteX18821" fmla="*/ 2698406 w 5158787"/>
              <a:gd name="connsiteY18821" fmla="*/ 2296985 h 4489084"/>
              <a:gd name="connsiteX18822" fmla="*/ 2706283 w 5158787"/>
              <a:gd name="connsiteY18822" fmla="*/ 2283304 h 4489084"/>
              <a:gd name="connsiteX18823" fmla="*/ 2707231 w 5158787"/>
              <a:gd name="connsiteY18823" fmla="*/ 2282771 h 4489084"/>
              <a:gd name="connsiteX18824" fmla="*/ 3450980 w 5158787"/>
              <a:gd name="connsiteY18824" fmla="*/ 2282357 h 4489084"/>
              <a:gd name="connsiteX18825" fmla="*/ 3467207 w 5158787"/>
              <a:gd name="connsiteY18825" fmla="*/ 2282357 h 4489084"/>
              <a:gd name="connsiteX18826" fmla="*/ 3468214 w 5158787"/>
              <a:gd name="connsiteY18826" fmla="*/ 2282949 h 4489084"/>
              <a:gd name="connsiteX18827" fmla="*/ 3476328 w 5158787"/>
              <a:gd name="connsiteY18827" fmla="*/ 2296986 h 4489084"/>
              <a:gd name="connsiteX18828" fmla="*/ 3476328 w 5158787"/>
              <a:gd name="connsiteY18828" fmla="*/ 2298111 h 4489084"/>
              <a:gd name="connsiteX18829" fmla="*/ 3468214 w 5158787"/>
              <a:gd name="connsiteY18829" fmla="*/ 2312147 h 4489084"/>
              <a:gd name="connsiteX18830" fmla="*/ 3467207 w 5158787"/>
              <a:gd name="connsiteY18830" fmla="*/ 2312740 h 4489084"/>
              <a:gd name="connsiteX18831" fmla="*/ 3450980 w 5158787"/>
              <a:gd name="connsiteY18831" fmla="*/ 2312740 h 4489084"/>
              <a:gd name="connsiteX18832" fmla="*/ 3449973 w 5158787"/>
              <a:gd name="connsiteY18832" fmla="*/ 2312147 h 4489084"/>
              <a:gd name="connsiteX18833" fmla="*/ 3441859 w 5158787"/>
              <a:gd name="connsiteY18833" fmla="*/ 2298111 h 4489084"/>
              <a:gd name="connsiteX18834" fmla="*/ 3441859 w 5158787"/>
              <a:gd name="connsiteY18834" fmla="*/ 2296986 h 4489084"/>
              <a:gd name="connsiteX18835" fmla="*/ 3449973 w 5158787"/>
              <a:gd name="connsiteY18835" fmla="*/ 2282949 h 4489084"/>
              <a:gd name="connsiteX18836" fmla="*/ 3450980 w 5158787"/>
              <a:gd name="connsiteY18836" fmla="*/ 2282357 h 4489084"/>
              <a:gd name="connsiteX18837" fmla="*/ 1827797 w 5158787"/>
              <a:gd name="connsiteY18837" fmla="*/ 2282357 h 4489084"/>
              <a:gd name="connsiteX18838" fmla="*/ 1844025 w 5158787"/>
              <a:gd name="connsiteY18838" fmla="*/ 2282357 h 4489084"/>
              <a:gd name="connsiteX18839" fmla="*/ 1845032 w 5158787"/>
              <a:gd name="connsiteY18839" fmla="*/ 2282949 h 4489084"/>
              <a:gd name="connsiteX18840" fmla="*/ 1853146 w 5158787"/>
              <a:gd name="connsiteY18840" fmla="*/ 2296986 h 4489084"/>
              <a:gd name="connsiteX18841" fmla="*/ 1853146 w 5158787"/>
              <a:gd name="connsiteY18841" fmla="*/ 2298111 h 4489084"/>
              <a:gd name="connsiteX18842" fmla="*/ 1845032 w 5158787"/>
              <a:gd name="connsiteY18842" fmla="*/ 2312147 h 4489084"/>
              <a:gd name="connsiteX18843" fmla="*/ 1844025 w 5158787"/>
              <a:gd name="connsiteY18843" fmla="*/ 2312740 h 4489084"/>
              <a:gd name="connsiteX18844" fmla="*/ 1827797 w 5158787"/>
              <a:gd name="connsiteY18844" fmla="*/ 2312740 h 4489084"/>
              <a:gd name="connsiteX18845" fmla="*/ 1826790 w 5158787"/>
              <a:gd name="connsiteY18845" fmla="*/ 2312147 h 4489084"/>
              <a:gd name="connsiteX18846" fmla="*/ 1818677 w 5158787"/>
              <a:gd name="connsiteY18846" fmla="*/ 2298111 h 4489084"/>
              <a:gd name="connsiteX18847" fmla="*/ 1818677 w 5158787"/>
              <a:gd name="connsiteY18847" fmla="*/ 2296986 h 4489084"/>
              <a:gd name="connsiteX18848" fmla="*/ 1826790 w 5158787"/>
              <a:gd name="connsiteY18848" fmla="*/ 2282949 h 4489084"/>
              <a:gd name="connsiteX18849" fmla="*/ 1827797 w 5158787"/>
              <a:gd name="connsiteY18849" fmla="*/ 2282357 h 4489084"/>
              <a:gd name="connsiteX18850" fmla="*/ 2504030 w 5158787"/>
              <a:gd name="connsiteY18850" fmla="*/ 2282298 h 4489084"/>
              <a:gd name="connsiteX18851" fmla="*/ 2520376 w 5158787"/>
              <a:gd name="connsiteY18851" fmla="*/ 2282298 h 4489084"/>
              <a:gd name="connsiteX18852" fmla="*/ 2521383 w 5158787"/>
              <a:gd name="connsiteY18852" fmla="*/ 2282890 h 4489084"/>
              <a:gd name="connsiteX18853" fmla="*/ 2529556 w 5158787"/>
              <a:gd name="connsiteY18853" fmla="*/ 2297045 h 4489084"/>
              <a:gd name="connsiteX18854" fmla="*/ 2529556 w 5158787"/>
              <a:gd name="connsiteY18854" fmla="*/ 2298230 h 4489084"/>
              <a:gd name="connsiteX18855" fmla="*/ 2521383 w 5158787"/>
              <a:gd name="connsiteY18855" fmla="*/ 2312384 h 4489084"/>
              <a:gd name="connsiteX18856" fmla="*/ 2520376 w 5158787"/>
              <a:gd name="connsiteY18856" fmla="*/ 2312977 h 4489084"/>
              <a:gd name="connsiteX18857" fmla="*/ 2504030 w 5158787"/>
              <a:gd name="connsiteY18857" fmla="*/ 2312977 h 4489084"/>
              <a:gd name="connsiteX18858" fmla="*/ 2503023 w 5158787"/>
              <a:gd name="connsiteY18858" fmla="*/ 2312384 h 4489084"/>
              <a:gd name="connsiteX18859" fmla="*/ 2494850 w 5158787"/>
              <a:gd name="connsiteY18859" fmla="*/ 2298230 h 4489084"/>
              <a:gd name="connsiteX18860" fmla="*/ 2494850 w 5158787"/>
              <a:gd name="connsiteY18860" fmla="*/ 2297045 h 4489084"/>
              <a:gd name="connsiteX18861" fmla="*/ 2503023 w 5158787"/>
              <a:gd name="connsiteY18861" fmla="*/ 2282890 h 4489084"/>
              <a:gd name="connsiteX18862" fmla="*/ 2504030 w 5158787"/>
              <a:gd name="connsiteY18862" fmla="*/ 2282298 h 4489084"/>
              <a:gd name="connsiteX18863" fmla="*/ 2368641 w 5158787"/>
              <a:gd name="connsiteY18863" fmla="*/ 2282061 h 4489084"/>
              <a:gd name="connsiteX18864" fmla="*/ 2385224 w 5158787"/>
              <a:gd name="connsiteY18864" fmla="*/ 2282061 h 4489084"/>
              <a:gd name="connsiteX18865" fmla="*/ 2386231 w 5158787"/>
              <a:gd name="connsiteY18865" fmla="*/ 2282653 h 4489084"/>
              <a:gd name="connsiteX18866" fmla="*/ 2394523 w 5158787"/>
              <a:gd name="connsiteY18866" fmla="*/ 2296986 h 4489084"/>
              <a:gd name="connsiteX18867" fmla="*/ 2394523 w 5158787"/>
              <a:gd name="connsiteY18867" fmla="*/ 2298170 h 4489084"/>
              <a:gd name="connsiteX18868" fmla="*/ 2386231 w 5158787"/>
              <a:gd name="connsiteY18868" fmla="*/ 2312503 h 4489084"/>
              <a:gd name="connsiteX18869" fmla="*/ 2385224 w 5158787"/>
              <a:gd name="connsiteY18869" fmla="*/ 2313095 h 4489084"/>
              <a:gd name="connsiteX18870" fmla="*/ 2368641 w 5158787"/>
              <a:gd name="connsiteY18870" fmla="*/ 2313095 h 4489084"/>
              <a:gd name="connsiteX18871" fmla="*/ 2367634 w 5158787"/>
              <a:gd name="connsiteY18871" fmla="*/ 2312503 h 4489084"/>
              <a:gd name="connsiteX18872" fmla="*/ 2359343 w 5158787"/>
              <a:gd name="connsiteY18872" fmla="*/ 2298170 h 4489084"/>
              <a:gd name="connsiteX18873" fmla="*/ 2359343 w 5158787"/>
              <a:gd name="connsiteY18873" fmla="*/ 2296986 h 4489084"/>
              <a:gd name="connsiteX18874" fmla="*/ 2367634 w 5158787"/>
              <a:gd name="connsiteY18874" fmla="*/ 2282653 h 4489084"/>
              <a:gd name="connsiteX18875" fmla="*/ 2368641 w 5158787"/>
              <a:gd name="connsiteY18875" fmla="*/ 2282061 h 4489084"/>
              <a:gd name="connsiteX18876" fmla="*/ 2571546 w 5158787"/>
              <a:gd name="connsiteY18876" fmla="*/ 2281942 h 4489084"/>
              <a:gd name="connsiteX18877" fmla="*/ 2588188 w 5158787"/>
              <a:gd name="connsiteY18877" fmla="*/ 2281942 h 4489084"/>
              <a:gd name="connsiteX18878" fmla="*/ 2589195 w 5158787"/>
              <a:gd name="connsiteY18878" fmla="*/ 2282534 h 4489084"/>
              <a:gd name="connsiteX18879" fmla="*/ 2597546 w 5158787"/>
              <a:gd name="connsiteY18879" fmla="*/ 2296985 h 4489084"/>
              <a:gd name="connsiteX18880" fmla="*/ 2597546 w 5158787"/>
              <a:gd name="connsiteY18880" fmla="*/ 2298170 h 4489084"/>
              <a:gd name="connsiteX18881" fmla="*/ 2589195 w 5158787"/>
              <a:gd name="connsiteY18881" fmla="*/ 2312621 h 4489084"/>
              <a:gd name="connsiteX18882" fmla="*/ 2588188 w 5158787"/>
              <a:gd name="connsiteY18882" fmla="*/ 2313213 h 4489084"/>
              <a:gd name="connsiteX18883" fmla="*/ 2571546 w 5158787"/>
              <a:gd name="connsiteY18883" fmla="*/ 2313213 h 4489084"/>
              <a:gd name="connsiteX18884" fmla="*/ 2570539 w 5158787"/>
              <a:gd name="connsiteY18884" fmla="*/ 2312621 h 4489084"/>
              <a:gd name="connsiteX18885" fmla="*/ 2562189 w 5158787"/>
              <a:gd name="connsiteY18885" fmla="*/ 2298170 h 4489084"/>
              <a:gd name="connsiteX18886" fmla="*/ 2562189 w 5158787"/>
              <a:gd name="connsiteY18886" fmla="*/ 2296985 h 4489084"/>
              <a:gd name="connsiteX18887" fmla="*/ 2570539 w 5158787"/>
              <a:gd name="connsiteY18887" fmla="*/ 2282534 h 4489084"/>
              <a:gd name="connsiteX18888" fmla="*/ 2571546 w 5158787"/>
              <a:gd name="connsiteY18888" fmla="*/ 2281942 h 4489084"/>
              <a:gd name="connsiteX18889" fmla="*/ 2639123 w 5158787"/>
              <a:gd name="connsiteY18889" fmla="*/ 2281883 h 4489084"/>
              <a:gd name="connsiteX18890" fmla="*/ 2655883 w 5158787"/>
              <a:gd name="connsiteY18890" fmla="*/ 2281883 h 4489084"/>
              <a:gd name="connsiteX18891" fmla="*/ 2656890 w 5158787"/>
              <a:gd name="connsiteY18891" fmla="*/ 2282475 h 4489084"/>
              <a:gd name="connsiteX18892" fmla="*/ 2665300 w 5158787"/>
              <a:gd name="connsiteY18892" fmla="*/ 2296985 h 4489084"/>
              <a:gd name="connsiteX18893" fmla="*/ 2665300 w 5158787"/>
              <a:gd name="connsiteY18893" fmla="*/ 2298170 h 4489084"/>
              <a:gd name="connsiteX18894" fmla="*/ 2656890 w 5158787"/>
              <a:gd name="connsiteY18894" fmla="*/ 2312680 h 4489084"/>
              <a:gd name="connsiteX18895" fmla="*/ 2655883 w 5158787"/>
              <a:gd name="connsiteY18895" fmla="*/ 2313272 h 4489084"/>
              <a:gd name="connsiteX18896" fmla="*/ 2639123 w 5158787"/>
              <a:gd name="connsiteY18896" fmla="*/ 2313272 h 4489084"/>
              <a:gd name="connsiteX18897" fmla="*/ 2638115 w 5158787"/>
              <a:gd name="connsiteY18897" fmla="*/ 2312680 h 4489084"/>
              <a:gd name="connsiteX18898" fmla="*/ 2629706 w 5158787"/>
              <a:gd name="connsiteY18898" fmla="*/ 2298170 h 4489084"/>
              <a:gd name="connsiteX18899" fmla="*/ 2629706 w 5158787"/>
              <a:gd name="connsiteY18899" fmla="*/ 2296985 h 4489084"/>
              <a:gd name="connsiteX18900" fmla="*/ 2638115 w 5158787"/>
              <a:gd name="connsiteY18900" fmla="*/ 2282475 h 4489084"/>
              <a:gd name="connsiteX18901" fmla="*/ 2639123 w 5158787"/>
              <a:gd name="connsiteY18901" fmla="*/ 2281883 h 4489084"/>
              <a:gd name="connsiteX18902" fmla="*/ 2233372 w 5158787"/>
              <a:gd name="connsiteY18902" fmla="*/ 2281883 h 4489084"/>
              <a:gd name="connsiteX18903" fmla="*/ 2250132 w 5158787"/>
              <a:gd name="connsiteY18903" fmla="*/ 2281883 h 4489084"/>
              <a:gd name="connsiteX18904" fmla="*/ 2251139 w 5158787"/>
              <a:gd name="connsiteY18904" fmla="*/ 2282475 h 4489084"/>
              <a:gd name="connsiteX18905" fmla="*/ 2259549 w 5158787"/>
              <a:gd name="connsiteY18905" fmla="*/ 2296985 h 4489084"/>
              <a:gd name="connsiteX18906" fmla="*/ 2259549 w 5158787"/>
              <a:gd name="connsiteY18906" fmla="*/ 2298170 h 4489084"/>
              <a:gd name="connsiteX18907" fmla="*/ 2251139 w 5158787"/>
              <a:gd name="connsiteY18907" fmla="*/ 2312680 h 4489084"/>
              <a:gd name="connsiteX18908" fmla="*/ 2250132 w 5158787"/>
              <a:gd name="connsiteY18908" fmla="*/ 2313272 h 4489084"/>
              <a:gd name="connsiteX18909" fmla="*/ 2233372 w 5158787"/>
              <a:gd name="connsiteY18909" fmla="*/ 2313272 h 4489084"/>
              <a:gd name="connsiteX18910" fmla="*/ 2232365 w 5158787"/>
              <a:gd name="connsiteY18910" fmla="*/ 2312680 h 4489084"/>
              <a:gd name="connsiteX18911" fmla="*/ 2223955 w 5158787"/>
              <a:gd name="connsiteY18911" fmla="*/ 2298170 h 4489084"/>
              <a:gd name="connsiteX18912" fmla="*/ 2223955 w 5158787"/>
              <a:gd name="connsiteY18912" fmla="*/ 2296985 h 4489084"/>
              <a:gd name="connsiteX18913" fmla="*/ 2232365 w 5158787"/>
              <a:gd name="connsiteY18913" fmla="*/ 2282475 h 4489084"/>
              <a:gd name="connsiteX18914" fmla="*/ 2233372 w 5158787"/>
              <a:gd name="connsiteY18914" fmla="*/ 2281883 h 4489084"/>
              <a:gd name="connsiteX18915" fmla="*/ 1759926 w 5158787"/>
              <a:gd name="connsiteY18915" fmla="*/ 2281883 h 4489084"/>
              <a:gd name="connsiteX18916" fmla="*/ 1776686 w 5158787"/>
              <a:gd name="connsiteY18916" fmla="*/ 2281883 h 4489084"/>
              <a:gd name="connsiteX18917" fmla="*/ 1777693 w 5158787"/>
              <a:gd name="connsiteY18917" fmla="*/ 2282475 h 4489084"/>
              <a:gd name="connsiteX18918" fmla="*/ 1786103 w 5158787"/>
              <a:gd name="connsiteY18918" fmla="*/ 2296985 h 4489084"/>
              <a:gd name="connsiteX18919" fmla="*/ 1786103 w 5158787"/>
              <a:gd name="connsiteY18919" fmla="*/ 2298170 h 4489084"/>
              <a:gd name="connsiteX18920" fmla="*/ 1777693 w 5158787"/>
              <a:gd name="connsiteY18920" fmla="*/ 2312680 h 4489084"/>
              <a:gd name="connsiteX18921" fmla="*/ 1776686 w 5158787"/>
              <a:gd name="connsiteY18921" fmla="*/ 2313272 h 4489084"/>
              <a:gd name="connsiteX18922" fmla="*/ 1759926 w 5158787"/>
              <a:gd name="connsiteY18922" fmla="*/ 2313272 h 4489084"/>
              <a:gd name="connsiteX18923" fmla="*/ 1758919 w 5158787"/>
              <a:gd name="connsiteY18923" fmla="*/ 2312680 h 4489084"/>
              <a:gd name="connsiteX18924" fmla="*/ 1750509 w 5158787"/>
              <a:gd name="connsiteY18924" fmla="*/ 2298170 h 4489084"/>
              <a:gd name="connsiteX18925" fmla="*/ 1750509 w 5158787"/>
              <a:gd name="connsiteY18925" fmla="*/ 2296985 h 4489084"/>
              <a:gd name="connsiteX18926" fmla="*/ 1758919 w 5158787"/>
              <a:gd name="connsiteY18926" fmla="*/ 2282475 h 4489084"/>
              <a:gd name="connsiteX18927" fmla="*/ 1759926 w 5158787"/>
              <a:gd name="connsiteY18927" fmla="*/ 2281883 h 4489084"/>
              <a:gd name="connsiteX18928" fmla="*/ 1895137 w 5158787"/>
              <a:gd name="connsiteY18928" fmla="*/ 2281765 h 4489084"/>
              <a:gd name="connsiteX18929" fmla="*/ 1912016 w 5158787"/>
              <a:gd name="connsiteY18929" fmla="*/ 2281765 h 4489084"/>
              <a:gd name="connsiteX18930" fmla="*/ 1913023 w 5158787"/>
              <a:gd name="connsiteY18930" fmla="*/ 2282357 h 4489084"/>
              <a:gd name="connsiteX18931" fmla="*/ 1921433 w 5158787"/>
              <a:gd name="connsiteY18931" fmla="*/ 2296986 h 4489084"/>
              <a:gd name="connsiteX18932" fmla="*/ 1921433 w 5158787"/>
              <a:gd name="connsiteY18932" fmla="*/ 2298170 h 4489084"/>
              <a:gd name="connsiteX18933" fmla="*/ 1912963 w 5158787"/>
              <a:gd name="connsiteY18933" fmla="*/ 2312799 h 4489084"/>
              <a:gd name="connsiteX18934" fmla="*/ 1911957 w 5158787"/>
              <a:gd name="connsiteY18934" fmla="*/ 2313391 h 4489084"/>
              <a:gd name="connsiteX18935" fmla="*/ 1895078 w 5158787"/>
              <a:gd name="connsiteY18935" fmla="*/ 2313391 h 4489084"/>
              <a:gd name="connsiteX18936" fmla="*/ 1894071 w 5158787"/>
              <a:gd name="connsiteY18936" fmla="*/ 2312799 h 4489084"/>
              <a:gd name="connsiteX18937" fmla="*/ 1885661 w 5158787"/>
              <a:gd name="connsiteY18937" fmla="*/ 2298170 h 4489084"/>
              <a:gd name="connsiteX18938" fmla="*/ 1885661 w 5158787"/>
              <a:gd name="connsiteY18938" fmla="*/ 2296986 h 4489084"/>
              <a:gd name="connsiteX18939" fmla="*/ 1894130 w 5158787"/>
              <a:gd name="connsiteY18939" fmla="*/ 2282357 h 4489084"/>
              <a:gd name="connsiteX18940" fmla="*/ 1895137 w 5158787"/>
              <a:gd name="connsiteY18940" fmla="*/ 2281765 h 4489084"/>
              <a:gd name="connsiteX18941" fmla="*/ 4532667 w 5158787"/>
              <a:gd name="connsiteY18941" fmla="*/ 2281646 h 4489084"/>
              <a:gd name="connsiteX18942" fmla="*/ 4549665 w 5158787"/>
              <a:gd name="connsiteY18942" fmla="*/ 2281646 h 4489084"/>
              <a:gd name="connsiteX18943" fmla="*/ 4550731 w 5158787"/>
              <a:gd name="connsiteY18943" fmla="*/ 2282238 h 4489084"/>
              <a:gd name="connsiteX18944" fmla="*/ 4559200 w 5158787"/>
              <a:gd name="connsiteY18944" fmla="*/ 2296985 h 4489084"/>
              <a:gd name="connsiteX18945" fmla="*/ 4559200 w 5158787"/>
              <a:gd name="connsiteY18945" fmla="*/ 2298170 h 4489084"/>
              <a:gd name="connsiteX18946" fmla="*/ 4550671 w 5158787"/>
              <a:gd name="connsiteY18946" fmla="*/ 2312917 h 4489084"/>
              <a:gd name="connsiteX18947" fmla="*/ 4549606 w 5158787"/>
              <a:gd name="connsiteY18947" fmla="*/ 2313509 h 4489084"/>
              <a:gd name="connsiteX18948" fmla="*/ 4532608 w 5158787"/>
              <a:gd name="connsiteY18948" fmla="*/ 2313509 h 4489084"/>
              <a:gd name="connsiteX18949" fmla="*/ 4531542 w 5158787"/>
              <a:gd name="connsiteY18949" fmla="*/ 2312917 h 4489084"/>
              <a:gd name="connsiteX18950" fmla="*/ 4523073 w 5158787"/>
              <a:gd name="connsiteY18950" fmla="*/ 2298170 h 4489084"/>
              <a:gd name="connsiteX18951" fmla="*/ 4523073 w 5158787"/>
              <a:gd name="connsiteY18951" fmla="*/ 2296985 h 4489084"/>
              <a:gd name="connsiteX18952" fmla="*/ 4531601 w 5158787"/>
              <a:gd name="connsiteY18952" fmla="*/ 2282238 h 4489084"/>
              <a:gd name="connsiteX18953" fmla="*/ 4532667 w 5158787"/>
              <a:gd name="connsiteY18953" fmla="*/ 2281646 h 4489084"/>
              <a:gd name="connsiteX18954" fmla="*/ 3585835 w 5158787"/>
              <a:gd name="connsiteY18954" fmla="*/ 2281646 h 4489084"/>
              <a:gd name="connsiteX18955" fmla="*/ 3602833 w 5158787"/>
              <a:gd name="connsiteY18955" fmla="*/ 2281646 h 4489084"/>
              <a:gd name="connsiteX18956" fmla="*/ 3603899 w 5158787"/>
              <a:gd name="connsiteY18956" fmla="*/ 2282238 h 4489084"/>
              <a:gd name="connsiteX18957" fmla="*/ 3612368 w 5158787"/>
              <a:gd name="connsiteY18957" fmla="*/ 2296985 h 4489084"/>
              <a:gd name="connsiteX18958" fmla="*/ 3612368 w 5158787"/>
              <a:gd name="connsiteY18958" fmla="*/ 2298170 h 4489084"/>
              <a:gd name="connsiteX18959" fmla="*/ 3603839 w 5158787"/>
              <a:gd name="connsiteY18959" fmla="*/ 2312917 h 4489084"/>
              <a:gd name="connsiteX18960" fmla="*/ 3602774 w 5158787"/>
              <a:gd name="connsiteY18960" fmla="*/ 2313509 h 4489084"/>
              <a:gd name="connsiteX18961" fmla="*/ 3585776 w 5158787"/>
              <a:gd name="connsiteY18961" fmla="*/ 2313509 h 4489084"/>
              <a:gd name="connsiteX18962" fmla="*/ 3584710 w 5158787"/>
              <a:gd name="connsiteY18962" fmla="*/ 2312917 h 4489084"/>
              <a:gd name="connsiteX18963" fmla="*/ 3576241 w 5158787"/>
              <a:gd name="connsiteY18963" fmla="*/ 2298170 h 4489084"/>
              <a:gd name="connsiteX18964" fmla="*/ 3576241 w 5158787"/>
              <a:gd name="connsiteY18964" fmla="*/ 2296985 h 4489084"/>
              <a:gd name="connsiteX18965" fmla="*/ 3584769 w 5158787"/>
              <a:gd name="connsiteY18965" fmla="*/ 2282238 h 4489084"/>
              <a:gd name="connsiteX18966" fmla="*/ 3585835 w 5158787"/>
              <a:gd name="connsiteY18966" fmla="*/ 2281646 h 4489084"/>
              <a:gd name="connsiteX18967" fmla="*/ 2436099 w 5158787"/>
              <a:gd name="connsiteY18967" fmla="*/ 2281646 h 4489084"/>
              <a:gd name="connsiteX18968" fmla="*/ 2453097 w 5158787"/>
              <a:gd name="connsiteY18968" fmla="*/ 2281646 h 4489084"/>
              <a:gd name="connsiteX18969" fmla="*/ 2454163 w 5158787"/>
              <a:gd name="connsiteY18969" fmla="*/ 2282238 h 4489084"/>
              <a:gd name="connsiteX18970" fmla="*/ 2462632 w 5158787"/>
              <a:gd name="connsiteY18970" fmla="*/ 2296985 h 4489084"/>
              <a:gd name="connsiteX18971" fmla="*/ 2462632 w 5158787"/>
              <a:gd name="connsiteY18971" fmla="*/ 2298170 h 4489084"/>
              <a:gd name="connsiteX18972" fmla="*/ 2454104 w 5158787"/>
              <a:gd name="connsiteY18972" fmla="*/ 2312917 h 4489084"/>
              <a:gd name="connsiteX18973" fmla="*/ 2453037 w 5158787"/>
              <a:gd name="connsiteY18973" fmla="*/ 2313509 h 4489084"/>
              <a:gd name="connsiteX18974" fmla="*/ 2436040 w 5158787"/>
              <a:gd name="connsiteY18974" fmla="*/ 2313509 h 4489084"/>
              <a:gd name="connsiteX18975" fmla="*/ 2434974 w 5158787"/>
              <a:gd name="connsiteY18975" fmla="*/ 2312917 h 4489084"/>
              <a:gd name="connsiteX18976" fmla="*/ 2426505 w 5158787"/>
              <a:gd name="connsiteY18976" fmla="*/ 2298170 h 4489084"/>
              <a:gd name="connsiteX18977" fmla="*/ 2426505 w 5158787"/>
              <a:gd name="connsiteY18977" fmla="*/ 2296985 h 4489084"/>
              <a:gd name="connsiteX18978" fmla="*/ 2435033 w 5158787"/>
              <a:gd name="connsiteY18978" fmla="*/ 2282238 h 4489084"/>
              <a:gd name="connsiteX18979" fmla="*/ 2436099 w 5158787"/>
              <a:gd name="connsiteY18979" fmla="*/ 2281646 h 4489084"/>
              <a:gd name="connsiteX18980" fmla="*/ 1556902 w 5158787"/>
              <a:gd name="connsiteY18980" fmla="*/ 2281646 h 4489084"/>
              <a:gd name="connsiteX18981" fmla="*/ 1573900 w 5158787"/>
              <a:gd name="connsiteY18981" fmla="*/ 2281646 h 4489084"/>
              <a:gd name="connsiteX18982" fmla="*/ 1574966 w 5158787"/>
              <a:gd name="connsiteY18982" fmla="*/ 2282238 h 4489084"/>
              <a:gd name="connsiteX18983" fmla="*/ 1583435 w 5158787"/>
              <a:gd name="connsiteY18983" fmla="*/ 2296985 h 4489084"/>
              <a:gd name="connsiteX18984" fmla="*/ 1583435 w 5158787"/>
              <a:gd name="connsiteY18984" fmla="*/ 2298170 h 4489084"/>
              <a:gd name="connsiteX18985" fmla="*/ 1574907 w 5158787"/>
              <a:gd name="connsiteY18985" fmla="*/ 2312917 h 4489084"/>
              <a:gd name="connsiteX18986" fmla="*/ 1573841 w 5158787"/>
              <a:gd name="connsiteY18986" fmla="*/ 2313509 h 4489084"/>
              <a:gd name="connsiteX18987" fmla="*/ 1556843 w 5158787"/>
              <a:gd name="connsiteY18987" fmla="*/ 2313509 h 4489084"/>
              <a:gd name="connsiteX18988" fmla="*/ 1555777 w 5158787"/>
              <a:gd name="connsiteY18988" fmla="*/ 2312917 h 4489084"/>
              <a:gd name="connsiteX18989" fmla="*/ 1547308 w 5158787"/>
              <a:gd name="connsiteY18989" fmla="*/ 2298170 h 4489084"/>
              <a:gd name="connsiteX18990" fmla="*/ 1547308 w 5158787"/>
              <a:gd name="connsiteY18990" fmla="*/ 2296985 h 4489084"/>
              <a:gd name="connsiteX18991" fmla="*/ 1555836 w 5158787"/>
              <a:gd name="connsiteY18991" fmla="*/ 2282238 h 4489084"/>
              <a:gd name="connsiteX18992" fmla="*/ 1556902 w 5158787"/>
              <a:gd name="connsiteY18992" fmla="*/ 2281646 h 4489084"/>
              <a:gd name="connsiteX18993" fmla="*/ 3653411 w 5158787"/>
              <a:gd name="connsiteY18993" fmla="*/ 2281528 h 4489084"/>
              <a:gd name="connsiteX18994" fmla="*/ 3670527 w 5158787"/>
              <a:gd name="connsiteY18994" fmla="*/ 2281528 h 4489084"/>
              <a:gd name="connsiteX18995" fmla="*/ 3671594 w 5158787"/>
              <a:gd name="connsiteY18995" fmla="*/ 2282120 h 4489084"/>
              <a:gd name="connsiteX18996" fmla="*/ 3680122 w 5158787"/>
              <a:gd name="connsiteY18996" fmla="*/ 2296926 h 4489084"/>
              <a:gd name="connsiteX18997" fmla="*/ 3680122 w 5158787"/>
              <a:gd name="connsiteY18997" fmla="*/ 2298111 h 4489084"/>
              <a:gd name="connsiteX18998" fmla="*/ 3671534 w 5158787"/>
              <a:gd name="connsiteY18998" fmla="*/ 2312917 h 4489084"/>
              <a:gd name="connsiteX18999" fmla="*/ 3670468 w 5158787"/>
              <a:gd name="connsiteY18999" fmla="*/ 2313509 h 4489084"/>
              <a:gd name="connsiteX19000" fmla="*/ 3653352 w 5158787"/>
              <a:gd name="connsiteY19000" fmla="*/ 2313509 h 4489084"/>
              <a:gd name="connsiteX19001" fmla="*/ 3652286 w 5158787"/>
              <a:gd name="connsiteY19001" fmla="*/ 2312917 h 4489084"/>
              <a:gd name="connsiteX19002" fmla="*/ 3643757 w 5158787"/>
              <a:gd name="connsiteY19002" fmla="*/ 2298111 h 4489084"/>
              <a:gd name="connsiteX19003" fmla="*/ 3643757 w 5158787"/>
              <a:gd name="connsiteY19003" fmla="*/ 2296926 h 4489084"/>
              <a:gd name="connsiteX19004" fmla="*/ 3652345 w 5158787"/>
              <a:gd name="connsiteY19004" fmla="*/ 2282120 h 4489084"/>
              <a:gd name="connsiteX19005" fmla="*/ 3653411 w 5158787"/>
              <a:gd name="connsiteY19005" fmla="*/ 2281528 h 4489084"/>
              <a:gd name="connsiteX19006" fmla="*/ 2300710 w 5158787"/>
              <a:gd name="connsiteY19006" fmla="*/ 2281469 h 4489084"/>
              <a:gd name="connsiteX19007" fmla="*/ 2317944 w 5158787"/>
              <a:gd name="connsiteY19007" fmla="*/ 2281469 h 4489084"/>
              <a:gd name="connsiteX19008" fmla="*/ 2319010 w 5158787"/>
              <a:gd name="connsiteY19008" fmla="*/ 2282061 h 4489084"/>
              <a:gd name="connsiteX19009" fmla="*/ 2327598 w 5158787"/>
              <a:gd name="connsiteY19009" fmla="*/ 2296986 h 4489084"/>
              <a:gd name="connsiteX19010" fmla="*/ 2327598 w 5158787"/>
              <a:gd name="connsiteY19010" fmla="*/ 2298229 h 4489084"/>
              <a:gd name="connsiteX19011" fmla="*/ 2318951 w 5158787"/>
              <a:gd name="connsiteY19011" fmla="*/ 2313154 h 4489084"/>
              <a:gd name="connsiteX19012" fmla="*/ 2317885 w 5158787"/>
              <a:gd name="connsiteY19012" fmla="*/ 2313746 h 4489084"/>
              <a:gd name="connsiteX19013" fmla="*/ 2300650 w 5158787"/>
              <a:gd name="connsiteY19013" fmla="*/ 2313746 h 4489084"/>
              <a:gd name="connsiteX19014" fmla="*/ 2299584 w 5158787"/>
              <a:gd name="connsiteY19014" fmla="*/ 2313154 h 4489084"/>
              <a:gd name="connsiteX19015" fmla="*/ 2290997 w 5158787"/>
              <a:gd name="connsiteY19015" fmla="*/ 2298229 h 4489084"/>
              <a:gd name="connsiteX19016" fmla="*/ 2290997 w 5158787"/>
              <a:gd name="connsiteY19016" fmla="*/ 2296986 h 4489084"/>
              <a:gd name="connsiteX19017" fmla="*/ 2299644 w 5158787"/>
              <a:gd name="connsiteY19017" fmla="*/ 2282061 h 4489084"/>
              <a:gd name="connsiteX19018" fmla="*/ 2300710 w 5158787"/>
              <a:gd name="connsiteY19018" fmla="*/ 2281469 h 4489084"/>
              <a:gd name="connsiteX19019" fmla="*/ 3518022 w 5158787"/>
              <a:gd name="connsiteY19019" fmla="*/ 2281350 h 4489084"/>
              <a:gd name="connsiteX19020" fmla="*/ 3535376 w 5158787"/>
              <a:gd name="connsiteY19020" fmla="*/ 2281350 h 4489084"/>
              <a:gd name="connsiteX19021" fmla="*/ 3536441 w 5158787"/>
              <a:gd name="connsiteY19021" fmla="*/ 2281942 h 4489084"/>
              <a:gd name="connsiteX19022" fmla="*/ 3545089 w 5158787"/>
              <a:gd name="connsiteY19022" fmla="*/ 2296986 h 4489084"/>
              <a:gd name="connsiteX19023" fmla="*/ 3545089 w 5158787"/>
              <a:gd name="connsiteY19023" fmla="*/ 2298229 h 4489084"/>
              <a:gd name="connsiteX19024" fmla="*/ 3536441 w 5158787"/>
              <a:gd name="connsiteY19024" fmla="*/ 2313272 h 4489084"/>
              <a:gd name="connsiteX19025" fmla="*/ 3535376 w 5158787"/>
              <a:gd name="connsiteY19025" fmla="*/ 2313865 h 4489084"/>
              <a:gd name="connsiteX19026" fmla="*/ 3518022 w 5158787"/>
              <a:gd name="connsiteY19026" fmla="*/ 2313865 h 4489084"/>
              <a:gd name="connsiteX19027" fmla="*/ 3516957 w 5158787"/>
              <a:gd name="connsiteY19027" fmla="*/ 2313272 h 4489084"/>
              <a:gd name="connsiteX19028" fmla="*/ 3508309 w 5158787"/>
              <a:gd name="connsiteY19028" fmla="*/ 2298229 h 4489084"/>
              <a:gd name="connsiteX19029" fmla="*/ 3508309 w 5158787"/>
              <a:gd name="connsiteY19029" fmla="*/ 2296986 h 4489084"/>
              <a:gd name="connsiteX19030" fmla="*/ 3516957 w 5158787"/>
              <a:gd name="connsiteY19030" fmla="*/ 2281942 h 4489084"/>
              <a:gd name="connsiteX19031" fmla="*/ 3518022 w 5158787"/>
              <a:gd name="connsiteY19031" fmla="*/ 2281350 h 4489084"/>
              <a:gd name="connsiteX19032" fmla="*/ 2165381 w 5158787"/>
              <a:gd name="connsiteY19032" fmla="*/ 2281350 h 4489084"/>
              <a:gd name="connsiteX19033" fmla="*/ 2182734 w 5158787"/>
              <a:gd name="connsiteY19033" fmla="*/ 2281350 h 4489084"/>
              <a:gd name="connsiteX19034" fmla="*/ 2183800 w 5158787"/>
              <a:gd name="connsiteY19034" fmla="*/ 2281942 h 4489084"/>
              <a:gd name="connsiteX19035" fmla="*/ 2192446 w 5158787"/>
              <a:gd name="connsiteY19035" fmla="*/ 2296986 h 4489084"/>
              <a:gd name="connsiteX19036" fmla="*/ 2192446 w 5158787"/>
              <a:gd name="connsiteY19036" fmla="*/ 2298229 h 4489084"/>
              <a:gd name="connsiteX19037" fmla="*/ 2183800 w 5158787"/>
              <a:gd name="connsiteY19037" fmla="*/ 2313272 h 4489084"/>
              <a:gd name="connsiteX19038" fmla="*/ 2182734 w 5158787"/>
              <a:gd name="connsiteY19038" fmla="*/ 2313865 h 4489084"/>
              <a:gd name="connsiteX19039" fmla="*/ 2165381 w 5158787"/>
              <a:gd name="connsiteY19039" fmla="*/ 2313865 h 4489084"/>
              <a:gd name="connsiteX19040" fmla="*/ 2164314 w 5158787"/>
              <a:gd name="connsiteY19040" fmla="*/ 2313272 h 4489084"/>
              <a:gd name="connsiteX19041" fmla="*/ 2155668 w 5158787"/>
              <a:gd name="connsiteY19041" fmla="*/ 2298229 h 4489084"/>
              <a:gd name="connsiteX19042" fmla="*/ 2155668 w 5158787"/>
              <a:gd name="connsiteY19042" fmla="*/ 2296986 h 4489084"/>
              <a:gd name="connsiteX19043" fmla="*/ 2164314 w 5158787"/>
              <a:gd name="connsiteY19043" fmla="*/ 2281942 h 4489084"/>
              <a:gd name="connsiteX19044" fmla="*/ 2165381 w 5158787"/>
              <a:gd name="connsiteY19044" fmla="*/ 2281350 h 4489084"/>
              <a:gd name="connsiteX19045" fmla="*/ 4464617 w 5158787"/>
              <a:gd name="connsiteY19045" fmla="*/ 2280935 h 4489084"/>
              <a:gd name="connsiteX19046" fmla="*/ 4482385 w 5158787"/>
              <a:gd name="connsiteY19046" fmla="*/ 2280935 h 4489084"/>
              <a:gd name="connsiteX19047" fmla="*/ 4483450 w 5158787"/>
              <a:gd name="connsiteY19047" fmla="*/ 2281586 h 4489084"/>
              <a:gd name="connsiteX19048" fmla="*/ 4492334 w 5158787"/>
              <a:gd name="connsiteY19048" fmla="*/ 2296985 h 4489084"/>
              <a:gd name="connsiteX19049" fmla="*/ 4492334 w 5158787"/>
              <a:gd name="connsiteY19049" fmla="*/ 2298229 h 4489084"/>
              <a:gd name="connsiteX19050" fmla="*/ 4483450 w 5158787"/>
              <a:gd name="connsiteY19050" fmla="*/ 2313627 h 4489084"/>
              <a:gd name="connsiteX19051" fmla="*/ 4482385 w 5158787"/>
              <a:gd name="connsiteY19051" fmla="*/ 2314279 h 4489084"/>
              <a:gd name="connsiteX19052" fmla="*/ 4464617 w 5158787"/>
              <a:gd name="connsiteY19052" fmla="*/ 2314279 h 4489084"/>
              <a:gd name="connsiteX19053" fmla="*/ 4463551 w 5158787"/>
              <a:gd name="connsiteY19053" fmla="*/ 2313627 h 4489084"/>
              <a:gd name="connsiteX19054" fmla="*/ 4454667 w 5158787"/>
              <a:gd name="connsiteY19054" fmla="*/ 2298229 h 4489084"/>
              <a:gd name="connsiteX19055" fmla="*/ 4454667 w 5158787"/>
              <a:gd name="connsiteY19055" fmla="*/ 2296985 h 4489084"/>
              <a:gd name="connsiteX19056" fmla="*/ 4463551 w 5158787"/>
              <a:gd name="connsiteY19056" fmla="*/ 2281586 h 4489084"/>
              <a:gd name="connsiteX19057" fmla="*/ 4464617 w 5158787"/>
              <a:gd name="connsiteY19057" fmla="*/ 2280935 h 4489084"/>
              <a:gd name="connsiteX19058" fmla="*/ 1488853 w 5158787"/>
              <a:gd name="connsiteY19058" fmla="*/ 2280817 h 4489084"/>
              <a:gd name="connsiteX19059" fmla="*/ 1506739 w 5158787"/>
              <a:gd name="connsiteY19059" fmla="*/ 2280817 h 4489084"/>
              <a:gd name="connsiteX19060" fmla="*/ 1507805 w 5158787"/>
              <a:gd name="connsiteY19060" fmla="*/ 2281469 h 4489084"/>
              <a:gd name="connsiteX19061" fmla="*/ 1516748 w 5158787"/>
              <a:gd name="connsiteY19061" fmla="*/ 2296986 h 4489084"/>
              <a:gd name="connsiteX19062" fmla="*/ 1516748 w 5158787"/>
              <a:gd name="connsiteY19062" fmla="*/ 2298229 h 4489084"/>
              <a:gd name="connsiteX19063" fmla="*/ 1507805 w 5158787"/>
              <a:gd name="connsiteY19063" fmla="*/ 2313746 h 4489084"/>
              <a:gd name="connsiteX19064" fmla="*/ 1506739 w 5158787"/>
              <a:gd name="connsiteY19064" fmla="*/ 2314398 h 4489084"/>
              <a:gd name="connsiteX19065" fmla="*/ 1488853 w 5158787"/>
              <a:gd name="connsiteY19065" fmla="*/ 2314398 h 4489084"/>
              <a:gd name="connsiteX19066" fmla="*/ 1487787 w 5158787"/>
              <a:gd name="connsiteY19066" fmla="*/ 2313746 h 4489084"/>
              <a:gd name="connsiteX19067" fmla="*/ 1478844 w 5158787"/>
              <a:gd name="connsiteY19067" fmla="*/ 2298229 h 4489084"/>
              <a:gd name="connsiteX19068" fmla="*/ 1478844 w 5158787"/>
              <a:gd name="connsiteY19068" fmla="*/ 2296986 h 4489084"/>
              <a:gd name="connsiteX19069" fmla="*/ 1487787 w 5158787"/>
              <a:gd name="connsiteY19069" fmla="*/ 2281469 h 4489084"/>
              <a:gd name="connsiteX19070" fmla="*/ 1488853 w 5158787"/>
              <a:gd name="connsiteY19070" fmla="*/ 2280817 h 4489084"/>
              <a:gd name="connsiteX19071" fmla="*/ 4599651 w 5158787"/>
              <a:gd name="connsiteY19071" fmla="*/ 2280521 h 4489084"/>
              <a:gd name="connsiteX19072" fmla="*/ 4617892 w 5158787"/>
              <a:gd name="connsiteY19072" fmla="*/ 2280521 h 4489084"/>
              <a:gd name="connsiteX19073" fmla="*/ 4619017 w 5158787"/>
              <a:gd name="connsiteY19073" fmla="*/ 2281172 h 4489084"/>
              <a:gd name="connsiteX19074" fmla="*/ 4628138 w 5158787"/>
              <a:gd name="connsiteY19074" fmla="*/ 2296926 h 4489084"/>
              <a:gd name="connsiteX19075" fmla="*/ 4628138 w 5158787"/>
              <a:gd name="connsiteY19075" fmla="*/ 2298229 h 4489084"/>
              <a:gd name="connsiteX19076" fmla="*/ 4619017 w 5158787"/>
              <a:gd name="connsiteY19076" fmla="*/ 2313983 h 4489084"/>
              <a:gd name="connsiteX19077" fmla="*/ 4617892 w 5158787"/>
              <a:gd name="connsiteY19077" fmla="*/ 2314635 h 4489084"/>
              <a:gd name="connsiteX19078" fmla="*/ 4599651 w 5158787"/>
              <a:gd name="connsiteY19078" fmla="*/ 2314635 h 4489084"/>
              <a:gd name="connsiteX19079" fmla="*/ 4598526 w 5158787"/>
              <a:gd name="connsiteY19079" fmla="*/ 2313983 h 4489084"/>
              <a:gd name="connsiteX19080" fmla="*/ 4589405 w 5158787"/>
              <a:gd name="connsiteY19080" fmla="*/ 2298229 h 4489084"/>
              <a:gd name="connsiteX19081" fmla="*/ 4589405 w 5158787"/>
              <a:gd name="connsiteY19081" fmla="*/ 2296926 h 4489084"/>
              <a:gd name="connsiteX19082" fmla="*/ 4598526 w 5158787"/>
              <a:gd name="connsiteY19082" fmla="*/ 2281172 h 4489084"/>
              <a:gd name="connsiteX19083" fmla="*/ 4599651 w 5158787"/>
              <a:gd name="connsiteY19083" fmla="*/ 2280521 h 4489084"/>
              <a:gd name="connsiteX19084" fmla="*/ 1353109 w 5158787"/>
              <a:gd name="connsiteY19084" fmla="*/ 2279988 h 4489084"/>
              <a:gd name="connsiteX19085" fmla="*/ 1371883 w 5158787"/>
              <a:gd name="connsiteY19085" fmla="*/ 2279988 h 4489084"/>
              <a:gd name="connsiteX19086" fmla="*/ 1373008 w 5158787"/>
              <a:gd name="connsiteY19086" fmla="*/ 2280639 h 4489084"/>
              <a:gd name="connsiteX19087" fmla="*/ 1382366 w 5158787"/>
              <a:gd name="connsiteY19087" fmla="*/ 2296867 h 4489084"/>
              <a:gd name="connsiteX19088" fmla="*/ 1382366 w 5158787"/>
              <a:gd name="connsiteY19088" fmla="*/ 2298170 h 4489084"/>
              <a:gd name="connsiteX19089" fmla="*/ 1372949 w 5158787"/>
              <a:gd name="connsiteY19089" fmla="*/ 2314398 h 4489084"/>
              <a:gd name="connsiteX19090" fmla="*/ 1371824 w 5158787"/>
              <a:gd name="connsiteY19090" fmla="*/ 2315049 h 4489084"/>
              <a:gd name="connsiteX19091" fmla="*/ 1353050 w 5158787"/>
              <a:gd name="connsiteY19091" fmla="*/ 2315049 h 4489084"/>
              <a:gd name="connsiteX19092" fmla="*/ 1351924 w 5158787"/>
              <a:gd name="connsiteY19092" fmla="*/ 2314398 h 4489084"/>
              <a:gd name="connsiteX19093" fmla="*/ 1342567 w 5158787"/>
              <a:gd name="connsiteY19093" fmla="*/ 2298170 h 4489084"/>
              <a:gd name="connsiteX19094" fmla="*/ 1342567 w 5158787"/>
              <a:gd name="connsiteY19094" fmla="*/ 2296867 h 4489084"/>
              <a:gd name="connsiteX19095" fmla="*/ 1351984 w 5158787"/>
              <a:gd name="connsiteY19095" fmla="*/ 2280639 h 4489084"/>
              <a:gd name="connsiteX19096" fmla="*/ 1353109 w 5158787"/>
              <a:gd name="connsiteY19096" fmla="*/ 2279988 h 4489084"/>
              <a:gd name="connsiteX19097" fmla="*/ 1420684 w 5158787"/>
              <a:gd name="connsiteY19097" fmla="*/ 2279929 h 4489084"/>
              <a:gd name="connsiteX19098" fmla="*/ 1439577 w 5158787"/>
              <a:gd name="connsiteY19098" fmla="*/ 2279929 h 4489084"/>
              <a:gd name="connsiteX19099" fmla="*/ 1440703 w 5158787"/>
              <a:gd name="connsiteY19099" fmla="*/ 2280580 h 4489084"/>
              <a:gd name="connsiteX19100" fmla="*/ 1450120 w 5158787"/>
              <a:gd name="connsiteY19100" fmla="*/ 2296927 h 4489084"/>
              <a:gd name="connsiteX19101" fmla="*/ 1450120 w 5158787"/>
              <a:gd name="connsiteY19101" fmla="*/ 2298289 h 4489084"/>
              <a:gd name="connsiteX19102" fmla="*/ 1440703 w 5158787"/>
              <a:gd name="connsiteY19102" fmla="*/ 2314635 h 4489084"/>
              <a:gd name="connsiteX19103" fmla="*/ 1439577 w 5158787"/>
              <a:gd name="connsiteY19103" fmla="*/ 2315286 h 4489084"/>
              <a:gd name="connsiteX19104" fmla="*/ 1420684 w 5158787"/>
              <a:gd name="connsiteY19104" fmla="*/ 2315286 h 4489084"/>
              <a:gd name="connsiteX19105" fmla="*/ 1419559 w 5158787"/>
              <a:gd name="connsiteY19105" fmla="*/ 2314635 h 4489084"/>
              <a:gd name="connsiteX19106" fmla="*/ 1410143 w 5158787"/>
              <a:gd name="connsiteY19106" fmla="*/ 2298289 h 4489084"/>
              <a:gd name="connsiteX19107" fmla="*/ 1410143 w 5158787"/>
              <a:gd name="connsiteY19107" fmla="*/ 2296927 h 4489084"/>
              <a:gd name="connsiteX19108" fmla="*/ 1419559 w 5158787"/>
              <a:gd name="connsiteY19108" fmla="*/ 2280580 h 4489084"/>
              <a:gd name="connsiteX19109" fmla="*/ 1420684 w 5158787"/>
              <a:gd name="connsiteY19109" fmla="*/ 2279929 h 4489084"/>
              <a:gd name="connsiteX19110" fmla="*/ 2029222 w 5158787"/>
              <a:gd name="connsiteY19110" fmla="*/ 2279573 h 4489084"/>
              <a:gd name="connsiteX19111" fmla="*/ 2048412 w 5158787"/>
              <a:gd name="connsiteY19111" fmla="*/ 2279573 h 4489084"/>
              <a:gd name="connsiteX19112" fmla="*/ 2049596 w 5158787"/>
              <a:gd name="connsiteY19112" fmla="*/ 2280224 h 4489084"/>
              <a:gd name="connsiteX19113" fmla="*/ 2059190 w 5158787"/>
              <a:gd name="connsiteY19113" fmla="*/ 2296867 h 4489084"/>
              <a:gd name="connsiteX19114" fmla="*/ 2059190 w 5158787"/>
              <a:gd name="connsiteY19114" fmla="*/ 2298229 h 4489084"/>
              <a:gd name="connsiteX19115" fmla="*/ 2049596 w 5158787"/>
              <a:gd name="connsiteY19115" fmla="*/ 2314871 h 4489084"/>
              <a:gd name="connsiteX19116" fmla="*/ 2048412 w 5158787"/>
              <a:gd name="connsiteY19116" fmla="*/ 2315523 h 4489084"/>
              <a:gd name="connsiteX19117" fmla="*/ 2029222 w 5158787"/>
              <a:gd name="connsiteY19117" fmla="*/ 2315523 h 4489084"/>
              <a:gd name="connsiteX19118" fmla="*/ 2028038 w 5158787"/>
              <a:gd name="connsiteY19118" fmla="*/ 2314871 h 4489084"/>
              <a:gd name="connsiteX19119" fmla="*/ 2018444 w 5158787"/>
              <a:gd name="connsiteY19119" fmla="*/ 2298229 h 4489084"/>
              <a:gd name="connsiteX19120" fmla="*/ 2018444 w 5158787"/>
              <a:gd name="connsiteY19120" fmla="*/ 2296867 h 4489084"/>
              <a:gd name="connsiteX19121" fmla="*/ 2028038 w 5158787"/>
              <a:gd name="connsiteY19121" fmla="*/ 2280224 h 4489084"/>
              <a:gd name="connsiteX19122" fmla="*/ 2029222 w 5158787"/>
              <a:gd name="connsiteY19122" fmla="*/ 2279573 h 4489084"/>
              <a:gd name="connsiteX19123" fmla="*/ 1961588 w 5158787"/>
              <a:gd name="connsiteY19123" fmla="*/ 2279573 h 4489084"/>
              <a:gd name="connsiteX19124" fmla="*/ 1980776 w 5158787"/>
              <a:gd name="connsiteY19124" fmla="*/ 2279573 h 4489084"/>
              <a:gd name="connsiteX19125" fmla="*/ 1981961 w 5158787"/>
              <a:gd name="connsiteY19125" fmla="*/ 2280224 h 4489084"/>
              <a:gd name="connsiteX19126" fmla="*/ 1991555 w 5158787"/>
              <a:gd name="connsiteY19126" fmla="*/ 2296867 h 4489084"/>
              <a:gd name="connsiteX19127" fmla="*/ 1991555 w 5158787"/>
              <a:gd name="connsiteY19127" fmla="*/ 2298229 h 4489084"/>
              <a:gd name="connsiteX19128" fmla="*/ 1981961 w 5158787"/>
              <a:gd name="connsiteY19128" fmla="*/ 2314871 h 4489084"/>
              <a:gd name="connsiteX19129" fmla="*/ 1980776 w 5158787"/>
              <a:gd name="connsiteY19129" fmla="*/ 2315523 h 4489084"/>
              <a:gd name="connsiteX19130" fmla="*/ 1961588 w 5158787"/>
              <a:gd name="connsiteY19130" fmla="*/ 2315523 h 4489084"/>
              <a:gd name="connsiteX19131" fmla="*/ 1960403 w 5158787"/>
              <a:gd name="connsiteY19131" fmla="*/ 2314871 h 4489084"/>
              <a:gd name="connsiteX19132" fmla="*/ 1950809 w 5158787"/>
              <a:gd name="connsiteY19132" fmla="*/ 2298229 h 4489084"/>
              <a:gd name="connsiteX19133" fmla="*/ 1950809 w 5158787"/>
              <a:gd name="connsiteY19133" fmla="*/ 2296867 h 4489084"/>
              <a:gd name="connsiteX19134" fmla="*/ 1960403 w 5158787"/>
              <a:gd name="connsiteY19134" fmla="*/ 2280224 h 4489084"/>
              <a:gd name="connsiteX19135" fmla="*/ 1961588 w 5158787"/>
              <a:gd name="connsiteY19135" fmla="*/ 2279573 h 4489084"/>
              <a:gd name="connsiteX19136" fmla="*/ 1284941 w 5158787"/>
              <a:gd name="connsiteY19136" fmla="*/ 2278981 h 4489084"/>
              <a:gd name="connsiteX19137" fmla="*/ 1304840 w 5158787"/>
              <a:gd name="connsiteY19137" fmla="*/ 2278981 h 4489084"/>
              <a:gd name="connsiteX19138" fmla="*/ 1306025 w 5158787"/>
              <a:gd name="connsiteY19138" fmla="*/ 2279692 h 4489084"/>
              <a:gd name="connsiteX19139" fmla="*/ 1315975 w 5158787"/>
              <a:gd name="connsiteY19139" fmla="*/ 2296926 h 4489084"/>
              <a:gd name="connsiteX19140" fmla="*/ 1315975 w 5158787"/>
              <a:gd name="connsiteY19140" fmla="*/ 2298348 h 4489084"/>
              <a:gd name="connsiteX19141" fmla="*/ 1306025 w 5158787"/>
              <a:gd name="connsiteY19141" fmla="*/ 2315582 h 4489084"/>
              <a:gd name="connsiteX19142" fmla="*/ 1304840 w 5158787"/>
              <a:gd name="connsiteY19142" fmla="*/ 2316293 h 4489084"/>
              <a:gd name="connsiteX19143" fmla="*/ 1284941 w 5158787"/>
              <a:gd name="connsiteY19143" fmla="*/ 2316293 h 4489084"/>
              <a:gd name="connsiteX19144" fmla="*/ 1283756 w 5158787"/>
              <a:gd name="connsiteY19144" fmla="*/ 2315582 h 4489084"/>
              <a:gd name="connsiteX19145" fmla="*/ 1273807 w 5158787"/>
              <a:gd name="connsiteY19145" fmla="*/ 2298348 h 4489084"/>
              <a:gd name="connsiteX19146" fmla="*/ 1273807 w 5158787"/>
              <a:gd name="connsiteY19146" fmla="*/ 2296926 h 4489084"/>
              <a:gd name="connsiteX19147" fmla="*/ 1283756 w 5158787"/>
              <a:gd name="connsiteY19147" fmla="*/ 2279692 h 4489084"/>
              <a:gd name="connsiteX19148" fmla="*/ 1284941 w 5158787"/>
              <a:gd name="connsiteY19148" fmla="*/ 2278981 h 4489084"/>
              <a:gd name="connsiteX19149" fmla="*/ 2096324 w 5158787"/>
              <a:gd name="connsiteY19149" fmla="*/ 2278567 h 4489084"/>
              <a:gd name="connsiteX19150" fmla="*/ 2116638 w 5158787"/>
              <a:gd name="connsiteY19150" fmla="*/ 2278567 h 4489084"/>
              <a:gd name="connsiteX19151" fmla="*/ 2117882 w 5158787"/>
              <a:gd name="connsiteY19151" fmla="*/ 2279278 h 4489084"/>
              <a:gd name="connsiteX19152" fmla="*/ 2128010 w 5158787"/>
              <a:gd name="connsiteY19152" fmla="*/ 2296867 h 4489084"/>
              <a:gd name="connsiteX19153" fmla="*/ 2128010 w 5158787"/>
              <a:gd name="connsiteY19153" fmla="*/ 2298289 h 4489084"/>
              <a:gd name="connsiteX19154" fmla="*/ 2117823 w 5158787"/>
              <a:gd name="connsiteY19154" fmla="*/ 2315879 h 4489084"/>
              <a:gd name="connsiteX19155" fmla="*/ 2116579 w 5158787"/>
              <a:gd name="connsiteY19155" fmla="*/ 2316589 h 4489084"/>
              <a:gd name="connsiteX19156" fmla="*/ 2096265 w 5158787"/>
              <a:gd name="connsiteY19156" fmla="*/ 2316589 h 4489084"/>
              <a:gd name="connsiteX19157" fmla="*/ 2095021 w 5158787"/>
              <a:gd name="connsiteY19157" fmla="*/ 2315879 h 4489084"/>
              <a:gd name="connsiteX19158" fmla="*/ 2084894 w 5158787"/>
              <a:gd name="connsiteY19158" fmla="*/ 2298289 h 4489084"/>
              <a:gd name="connsiteX19159" fmla="*/ 2084894 w 5158787"/>
              <a:gd name="connsiteY19159" fmla="*/ 2296867 h 4489084"/>
              <a:gd name="connsiteX19160" fmla="*/ 2095080 w 5158787"/>
              <a:gd name="connsiteY19160" fmla="*/ 2279278 h 4489084"/>
              <a:gd name="connsiteX19161" fmla="*/ 2096324 w 5158787"/>
              <a:gd name="connsiteY19161" fmla="*/ 2278567 h 4489084"/>
              <a:gd name="connsiteX19162" fmla="*/ 4666219 w 5158787"/>
              <a:gd name="connsiteY19162" fmla="*/ 2278448 h 4489084"/>
              <a:gd name="connsiteX19163" fmla="*/ 4686652 w 5158787"/>
              <a:gd name="connsiteY19163" fmla="*/ 2278448 h 4489084"/>
              <a:gd name="connsiteX19164" fmla="*/ 4687896 w 5158787"/>
              <a:gd name="connsiteY19164" fmla="*/ 2279159 h 4489084"/>
              <a:gd name="connsiteX19165" fmla="*/ 4698082 w 5158787"/>
              <a:gd name="connsiteY19165" fmla="*/ 2296867 h 4489084"/>
              <a:gd name="connsiteX19166" fmla="*/ 4698082 w 5158787"/>
              <a:gd name="connsiteY19166" fmla="*/ 2298288 h 4489084"/>
              <a:gd name="connsiteX19167" fmla="*/ 4687836 w 5158787"/>
              <a:gd name="connsiteY19167" fmla="*/ 2315997 h 4489084"/>
              <a:gd name="connsiteX19168" fmla="*/ 4686593 w 5158787"/>
              <a:gd name="connsiteY19168" fmla="*/ 2316707 h 4489084"/>
              <a:gd name="connsiteX19169" fmla="*/ 4666160 w 5158787"/>
              <a:gd name="connsiteY19169" fmla="*/ 2316707 h 4489084"/>
              <a:gd name="connsiteX19170" fmla="*/ 4664916 w 5158787"/>
              <a:gd name="connsiteY19170" fmla="*/ 2315997 h 4489084"/>
              <a:gd name="connsiteX19171" fmla="*/ 4654730 w 5158787"/>
              <a:gd name="connsiteY19171" fmla="*/ 2298288 h 4489084"/>
              <a:gd name="connsiteX19172" fmla="*/ 4654730 w 5158787"/>
              <a:gd name="connsiteY19172" fmla="*/ 2296867 h 4489084"/>
              <a:gd name="connsiteX19173" fmla="*/ 4664976 w 5158787"/>
              <a:gd name="connsiteY19173" fmla="*/ 2279159 h 4489084"/>
              <a:gd name="connsiteX19174" fmla="*/ 4666219 w 5158787"/>
              <a:gd name="connsiteY19174" fmla="*/ 2278448 h 4489084"/>
              <a:gd name="connsiteX19175" fmla="*/ 1217010 w 5158787"/>
              <a:gd name="connsiteY19175" fmla="*/ 2278448 h 4489084"/>
              <a:gd name="connsiteX19176" fmla="*/ 1237442 w 5158787"/>
              <a:gd name="connsiteY19176" fmla="*/ 2278448 h 4489084"/>
              <a:gd name="connsiteX19177" fmla="*/ 1238686 w 5158787"/>
              <a:gd name="connsiteY19177" fmla="*/ 2279159 h 4489084"/>
              <a:gd name="connsiteX19178" fmla="*/ 1248873 w 5158787"/>
              <a:gd name="connsiteY19178" fmla="*/ 2296867 h 4489084"/>
              <a:gd name="connsiteX19179" fmla="*/ 1248873 w 5158787"/>
              <a:gd name="connsiteY19179" fmla="*/ 2298288 h 4489084"/>
              <a:gd name="connsiteX19180" fmla="*/ 1238626 w 5158787"/>
              <a:gd name="connsiteY19180" fmla="*/ 2315997 h 4489084"/>
              <a:gd name="connsiteX19181" fmla="*/ 1237383 w 5158787"/>
              <a:gd name="connsiteY19181" fmla="*/ 2316707 h 4489084"/>
              <a:gd name="connsiteX19182" fmla="*/ 1216950 w 5158787"/>
              <a:gd name="connsiteY19182" fmla="*/ 2316707 h 4489084"/>
              <a:gd name="connsiteX19183" fmla="*/ 1215706 w 5158787"/>
              <a:gd name="connsiteY19183" fmla="*/ 2315997 h 4489084"/>
              <a:gd name="connsiteX19184" fmla="*/ 1205520 w 5158787"/>
              <a:gd name="connsiteY19184" fmla="*/ 2298288 h 4489084"/>
              <a:gd name="connsiteX19185" fmla="*/ 1205520 w 5158787"/>
              <a:gd name="connsiteY19185" fmla="*/ 2296867 h 4489084"/>
              <a:gd name="connsiteX19186" fmla="*/ 1215766 w 5158787"/>
              <a:gd name="connsiteY19186" fmla="*/ 2279159 h 4489084"/>
              <a:gd name="connsiteX19187" fmla="*/ 1217010 w 5158787"/>
              <a:gd name="connsiteY19187" fmla="*/ 2278448 h 4489084"/>
              <a:gd name="connsiteX19188" fmla="*/ 4733499 w 5158787"/>
              <a:gd name="connsiteY19188" fmla="*/ 2277856 h 4489084"/>
              <a:gd name="connsiteX19189" fmla="*/ 4754583 w 5158787"/>
              <a:gd name="connsiteY19189" fmla="*/ 2277856 h 4489084"/>
              <a:gd name="connsiteX19190" fmla="*/ 4755886 w 5158787"/>
              <a:gd name="connsiteY19190" fmla="*/ 2278626 h 4489084"/>
              <a:gd name="connsiteX19191" fmla="*/ 4766428 w 5158787"/>
              <a:gd name="connsiteY19191" fmla="*/ 2296867 h 4489084"/>
              <a:gd name="connsiteX19192" fmla="*/ 4766428 w 5158787"/>
              <a:gd name="connsiteY19192" fmla="*/ 2298348 h 4489084"/>
              <a:gd name="connsiteX19193" fmla="*/ 4755886 w 5158787"/>
              <a:gd name="connsiteY19193" fmla="*/ 2316589 h 4489084"/>
              <a:gd name="connsiteX19194" fmla="*/ 4754583 w 5158787"/>
              <a:gd name="connsiteY19194" fmla="*/ 2317359 h 4489084"/>
              <a:gd name="connsiteX19195" fmla="*/ 4733499 w 5158787"/>
              <a:gd name="connsiteY19195" fmla="*/ 2317359 h 4489084"/>
              <a:gd name="connsiteX19196" fmla="*/ 4732196 w 5158787"/>
              <a:gd name="connsiteY19196" fmla="*/ 2316589 h 4489084"/>
              <a:gd name="connsiteX19197" fmla="*/ 4721654 w 5158787"/>
              <a:gd name="connsiteY19197" fmla="*/ 2298348 h 4489084"/>
              <a:gd name="connsiteX19198" fmla="*/ 4721654 w 5158787"/>
              <a:gd name="connsiteY19198" fmla="*/ 2296867 h 4489084"/>
              <a:gd name="connsiteX19199" fmla="*/ 4732196 w 5158787"/>
              <a:gd name="connsiteY19199" fmla="*/ 2278626 h 4489084"/>
              <a:gd name="connsiteX19200" fmla="*/ 4733499 w 5158787"/>
              <a:gd name="connsiteY19200" fmla="*/ 2277856 h 4489084"/>
              <a:gd name="connsiteX19201" fmla="*/ 4800779 w 5158787"/>
              <a:gd name="connsiteY19201" fmla="*/ 2277086 h 4489084"/>
              <a:gd name="connsiteX19202" fmla="*/ 4822633 w 5158787"/>
              <a:gd name="connsiteY19202" fmla="*/ 2277086 h 4489084"/>
              <a:gd name="connsiteX19203" fmla="*/ 4823995 w 5158787"/>
              <a:gd name="connsiteY19203" fmla="*/ 2277856 h 4489084"/>
              <a:gd name="connsiteX19204" fmla="*/ 4834893 w 5158787"/>
              <a:gd name="connsiteY19204" fmla="*/ 2296808 h 4489084"/>
              <a:gd name="connsiteX19205" fmla="*/ 4834893 w 5158787"/>
              <a:gd name="connsiteY19205" fmla="*/ 2298348 h 4489084"/>
              <a:gd name="connsiteX19206" fmla="*/ 4823936 w 5158787"/>
              <a:gd name="connsiteY19206" fmla="*/ 2317300 h 4489084"/>
              <a:gd name="connsiteX19207" fmla="*/ 4822574 w 5158787"/>
              <a:gd name="connsiteY19207" fmla="*/ 2318070 h 4489084"/>
              <a:gd name="connsiteX19208" fmla="*/ 4800720 w 5158787"/>
              <a:gd name="connsiteY19208" fmla="*/ 2318070 h 4489084"/>
              <a:gd name="connsiteX19209" fmla="*/ 4799358 w 5158787"/>
              <a:gd name="connsiteY19209" fmla="*/ 2317300 h 4489084"/>
              <a:gd name="connsiteX19210" fmla="*/ 4788460 w 5158787"/>
              <a:gd name="connsiteY19210" fmla="*/ 2298348 h 4489084"/>
              <a:gd name="connsiteX19211" fmla="*/ 4788460 w 5158787"/>
              <a:gd name="connsiteY19211" fmla="*/ 2296808 h 4489084"/>
              <a:gd name="connsiteX19212" fmla="*/ 4799417 w 5158787"/>
              <a:gd name="connsiteY19212" fmla="*/ 2277856 h 4489084"/>
              <a:gd name="connsiteX19213" fmla="*/ 4800779 w 5158787"/>
              <a:gd name="connsiteY19213" fmla="*/ 2277086 h 4489084"/>
              <a:gd name="connsiteX19214" fmla="*/ 3380502 w 5158787"/>
              <a:gd name="connsiteY19214" fmla="*/ 2277086 h 4489084"/>
              <a:gd name="connsiteX19215" fmla="*/ 3402356 w 5158787"/>
              <a:gd name="connsiteY19215" fmla="*/ 2277086 h 4489084"/>
              <a:gd name="connsiteX19216" fmla="*/ 3403718 w 5158787"/>
              <a:gd name="connsiteY19216" fmla="*/ 2277856 h 4489084"/>
              <a:gd name="connsiteX19217" fmla="*/ 3414616 w 5158787"/>
              <a:gd name="connsiteY19217" fmla="*/ 2296808 h 4489084"/>
              <a:gd name="connsiteX19218" fmla="*/ 3414616 w 5158787"/>
              <a:gd name="connsiteY19218" fmla="*/ 2298348 h 4489084"/>
              <a:gd name="connsiteX19219" fmla="*/ 3403659 w 5158787"/>
              <a:gd name="connsiteY19219" fmla="*/ 2317300 h 4489084"/>
              <a:gd name="connsiteX19220" fmla="*/ 3402296 w 5158787"/>
              <a:gd name="connsiteY19220" fmla="*/ 2318070 h 4489084"/>
              <a:gd name="connsiteX19221" fmla="*/ 3380443 w 5158787"/>
              <a:gd name="connsiteY19221" fmla="*/ 2318070 h 4489084"/>
              <a:gd name="connsiteX19222" fmla="*/ 3379081 w 5158787"/>
              <a:gd name="connsiteY19222" fmla="*/ 2317300 h 4489084"/>
              <a:gd name="connsiteX19223" fmla="*/ 3368183 w 5158787"/>
              <a:gd name="connsiteY19223" fmla="*/ 2298348 h 4489084"/>
              <a:gd name="connsiteX19224" fmla="*/ 3368183 w 5158787"/>
              <a:gd name="connsiteY19224" fmla="*/ 2296808 h 4489084"/>
              <a:gd name="connsiteX19225" fmla="*/ 3379140 w 5158787"/>
              <a:gd name="connsiteY19225" fmla="*/ 2277856 h 4489084"/>
              <a:gd name="connsiteX19226" fmla="*/ 3380502 w 5158787"/>
              <a:gd name="connsiteY19226" fmla="*/ 2277086 h 4489084"/>
              <a:gd name="connsiteX19227" fmla="*/ 4868295 w 5158787"/>
              <a:gd name="connsiteY19227" fmla="*/ 2277027 h 4489084"/>
              <a:gd name="connsiteX19228" fmla="*/ 4890268 w 5158787"/>
              <a:gd name="connsiteY19228" fmla="*/ 2277027 h 4489084"/>
              <a:gd name="connsiteX19229" fmla="*/ 4891630 w 5158787"/>
              <a:gd name="connsiteY19229" fmla="*/ 2277797 h 4489084"/>
              <a:gd name="connsiteX19230" fmla="*/ 4902587 w 5158787"/>
              <a:gd name="connsiteY19230" fmla="*/ 2296808 h 4489084"/>
              <a:gd name="connsiteX19231" fmla="*/ 4902587 w 5158787"/>
              <a:gd name="connsiteY19231" fmla="*/ 2298348 h 4489084"/>
              <a:gd name="connsiteX19232" fmla="*/ 4891571 w 5158787"/>
              <a:gd name="connsiteY19232" fmla="*/ 2317359 h 4489084"/>
              <a:gd name="connsiteX19233" fmla="*/ 4890209 w 5158787"/>
              <a:gd name="connsiteY19233" fmla="*/ 2318129 h 4489084"/>
              <a:gd name="connsiteX19234" fmla="*/ 4868236 w 5158787"/>
              <a:gd name="connsiteY19234" fmla="*/ 2318129 h 4489084"/>
              <a:gd name="connsiteX19235" fmla="*/ 4866874 w 5158787"/>
              <a:gd name="connsiteY19235" fmla="*/ 2317359 h 4489084"/>
              <a:gd name="connsiteX19236" fmla="*/ 4855917 w 5158787"/>
              <a:gd name="connsiteY19236" fmla="*/ 2298348 h 4489084"/>
              <a:gd name="connsiteX19237" fmla="*/ 4855917 w 5158787"/>
              <a:gd name="connsiteY19237" fmla="*/ 2296808 h 4489084"/>
              <a:gd name="connsiteX19238" fmla="*/ 4866933 w 5158787"/>
              <a:gd name="connsiteY19238" fmla="*/ 2277797 h 4489084"/>
              <a:gd name="connsiteX19239" fmla="*/ 4868295 w 5158787"/>
              <a:gd name="connsiteY19239" fmla="*/ 2277027 h 4489084"/>
              <a:gd name="connsiteX19240" fmla="*/ 2974514 w 5158787"/>
              <a:gd name="connsiteY19240" fmla="*/ 2276790 h 4489084"/>
              <a:gd name="connsiteX19241" fmla="*/ 2996723 w 5158787"/>
              <a:gd name="connsiteY19241" fmla="*/ 2276790 h 4489084"/>
              <a:gd name="connsiteX19242" fmla="*/ 2998085 w 5158787"/>
              <a:gd name="connsiteY19242" fmla="*/ 2277560 h 4489084"/>
              <a:gd name="connsiteX19243" fmla="*/ 3009160 w 5158787"/>
              <a:gd name="connsiteY19243" fmla="*/ 2296808 h 4489084"/>
              <a:gd name="connsiteX19244" fmla="*/ 3009160 w 5158787"/>
              <a:gd name="connsiteY19244" fmla="*/ 2298348 h 4489084"/>
              <a:gd name="connsiteX19245" fmla="*/ 2998085 w 5158787"/>
              <a:gd name="connsiteY19245" fmla="*/ 2317596 h 4489084"/>
              <a:gd name="connsiteX19246" fmla="*/ 2996723 w 5158787"/>
              <a:gd name="connsiteY19246" fmla="*/ 2318366 h 4489084"/>
              <a:gd name="connsiteX19247" fmla="*/ 2974514 w 5158787"/>
              <a:gd name="connsiteY19247" fmla="*/ 2318366 h 4489084"/>
              <a:gd name="connsiteX19248" fmla="*/ 2973151 w 5158787"/>
              <a:gd name="connsiteY19248" fmla="*/ 2317596 h 4489084"/>
              <a:gd name="connsiteX19249" fmla="*/ 2962076 w 5158787"/>
              <a:gd name="connsiteY19249" fmla="*/ 2298348 h 4489084"/>
              <a:gd name="connsiteX19250" fmla="*/ 2962076 w 5158787"/>
              <a:gd name="connsiteY19250" fmla="*/ 2296808 h 4489084"/>
              <a:gd name="connsiteX19251" fmla="*/ 2973151 w 5158787"/>
              <a:gd name="connsiteY19251" fmla="*/ 2277560 h 4489084"/>
              <a:gd name="connsiteX19252" fmla="*/ 2974514 w 5158787"/>
              <a:gd name="connsiteY19252" fmla="*/ 2276790 h 4489084"/>
              <a:gd name="connsiteX19253" fmla="*/ 1148367 w 5158787"/>
              <a:gd name="connsiteY19253" fmla="*/ 2276494 h 4489084"/>
              <a:gd name="connsiteX19254" fmla="*/ 1170872 w 5158787"/>
              <a:gd name="connsiteY19254" fmla="*/ 2276494 h 4489084"/>
              <a:gd name="connsiteX19255" fmla="*/ 1172235 w 5158787"/>
              <a:gd name="connsiteY19255" fmla="*/ 2277264 h 4489084"/>
              <a:gd name="connsiteX19256" fmla="*/ 1183487 w 5158787"/>
              <a:gd name="connsiteY19256" fmla="*/ 2296749 h 4489084"/>
              <a:gd name="connsiteX19257" fmla="*/ 1183487 w 5158787"/>
              <a:gd name="connsiteY19257" fmla="*/ 2298348 h 4489084"/>
              <a:gd name="connsiteX19258" fmla="*/ 1172235 w 5158787"/>
              <a:gd name="connsiteY19258" fmla="*/ 2317833 h 4489084"/>
              <a:gd name="connsiteX19259" fmla="*/ 1170872 w 5158787"/>
              <a:gd name="connsiteY19259" fmla="*/ 2318603 h 4489084"/>
              <a:gd name="connsiteX19260" fmla="*/ 1148367 w 5158787"/>
              <a:gd name="connsiteY19260" fmla="*/ 2318603 h 4489084"/>
              <a:gd name="connsiteX19261" fmla="*/ 1147005 w 5158787"/>
              <a:gd name="connsiteY19261" fmla="*/ 2317833 h 4489084"/>
              <a:gd name="connsiteX19262" fmla="*/ 1135752 w 5158787"/>
              <a:gd name="connsiteY19262" fmla="*/ 2298348 h 4489084"/>
              <a:gd name="connsiteX19263" fmla="*/ 1135752 w 5158787"/>
              <a:gd name="connsiteY19263" fmla="*/ 2296749 h 4489084"/>
              <a:gd name="connsiteX19264" fmla="*/ 1147005 w 5158787"/>
              <a:gd name="connsiteY19264" fmla="*/ 2277264 h 4489084"/>
              <a:gd name="connsiteX19265" fmla="*/ 1148367 w 5158787"/>
              <a:gd name="connsiteY19265" fmla="*/ 2276494 h 4489084"/>
              <a:gd name="connsiteX19266" fmla="*/ 2906465 w 5158787"/>
              <a:gd name="connsiteY19266" fmla="*/ 2275842 h 4489084"/>
              <a:gd name="connsiteX19267" fmla="*/ 2929622 w 5158787"/>
              <a:gd name="connsiteY19267" fmla="*/ 2275842 h 4489084"/>
              <a:gd name="connsiteX19268" fmla="*/ 2931043 w 5158787"/>
              <a:gd name="connsiteY19268" fmla="*/ 2276671 h 4489084"/>
              <a:gd name="connsiteX19269" fmla="*/ 2942651 w 5158787"/>
              <a:gd name="connsiteY19269" fmla="*/ 2296748 h 4489084"/>
              <a:gd name="connsiteX19270" fmla="*/ 2942651 w 5158787"/>
              <a:gd name="connsiteY19270" fmla="*/ 2298407 h 4489084"/>
              <a:gd name="connsiteX19271" fmla="*/ 2931043 w 5158787"/>
              <a:gd name="connsiteY19271" fmla="*/ 2318484 h 4489084"/>
              <a:gd name="connsiteX19272" fmla="*/ 2929622 w 5158787"/>
              <a:gd name="connsiteY19272" fmla="*/ 2319313 h 4489084"/>
              <a:gd name="connsiteX19273" fmla="*/ 2906465 w 5158787"/>
              <a:gd name="connsiteY19273" fmla="*/ 2319313 h 4489084"/>
              <a:gd name="connsiteX19274" fmla="*/ 2905043 w 5158787"/>
              <a:gd name="connsiteY19274" fmla="*/ 2318484 h 4489084"/>
              <a:gd name="connsiteX19275" fmla="*/ 2893435 w 5158787"/>
              <a:gd name="connsiteY19275" fmla="*/ 2298407 h 4489084"/>
              <a:gd name="connsiteX19276" fmla="*/ 2893435 w 5158787"/>
              <a:gd name="connsiteY19276" fmla="*/ 2296748 h 4489084"/>
              <a:gd name="connsiteX19277" fmla="*/ 2905043 w 5158787"/>
              <a:gd name="connsiteY19277" fmla="*/ 2276671 h 4489084"/>
              <a:gd name="connsiteX19278" fmla="*/ 2906465 w 5158787"/>
              <a:gd name="connsiteY19278" fmla="*/ 2275842 h 4489084"/>
              <a:gd name="connsiteX19279" fmla="*/ 1080437 w 5158787"/>
              <a:gd name="connsiteY19279" fmla="*/ 2275842 h 4489084"/>
              <a:gd name="connsiteX19280" fmla="*/ 1103593 w 5158787"/>
              <a:gd name="connsiteY19280" fmla="*/ 2275842 h 4489084"/>
              <a:gd name="connsiteX19281" fmla="*/ 1105015 w 5158787"/>
              <a:gd name="connsiteY19281" fmla="*/ 2276671 h 4489084"/>
              <a:gd name="connsiteX19282" fmla="*/ 1116623 w 5158787"/>
              <a:gd name="connsiteY19282" fmla="*/ 2296748 h 4489084"/>
              <a:gd name="connsiteX19283" fmla="*/ 1116623 w 5158787"/>
              <a:gd name="connsiteY19283" fmla="*/ 2298407 h 4489084"/>
              <a:gd name="connsiteX19284" fmla="*/ 1105015 w 5158787"/>
              <a:gd name="connsiteY19284" fmla="*/ 2318484 h 4489084"/>
              <a:gd name="connsiteX19285" fmla="*/ 1103593 w 5158787"/>
              <a:gd name="connsiteY19285" fmla="*/ 2319313 h 4489084"/>
              <a:gd name="connsiteX19286" fmla="*/ 1080437 w 5158787"/>
              <a:gd name="connsiteY19286" fmla="*/ 2319313 h 4489084"/>
              <a:gd name="connsiteX19287" fmla="*/ 1079015 w 5158787"/>
              <a:gd name="connsiteY19287" fmla="*/ 2318484 h 4489084"/>
              <a:gd name="connsiteX19288" fmla="*/ 1067407 w 5158787"/>
              <a:gd name="connsiteY19288" fmla="*/ 2298407 h 4489084"/>
              <a:gd name="connsiteX19289" fmla="*/ 1067407 w 5158787"/>
              <a:gd name="connsiteY19289" fmla="*/ 2296748 h 4489084"/>
              <a:gd name="connsiteX19290" fmla="*/ 1079015 w 5158787"/>
              <a:gd name="connsiteY19290" fmla="*/ 2276671 h 4489084"/>
              <a:gd name="connsiteX19291" fmla="*/ 1080437 w 5158787"/>
              <a:gd name="connsiteY19291" fmla="*/ 2275842 h 4489084"/>
              <a:gd name="connsiteX19292" fmla="*/ 1012802 w 5158787"/>
              <a:gd name="connsiteY19292" fmla="*/ 2275842 h 4489084"/>
              <a:gd name="connsiteX19293" fmla="*/ 1035959 w 5158787"/>
              <a:gd name="connsiteY19293" fmla="*/ 2275842 h 4489084"/>
              <a:gd name="connsiteX19294" fmla="*/ 1037380 w 5158787"/>
              <a:gd name="connsiteY19294" fmla="*/ 2276671 h 4489084"/>
              <a:gd name="connsiteX19295" fmla="*/ 1048988 w 5158787"/>
              <a:gd name="connsiteY19295" fmla="*/ 2296748 h 4489084"/>
              <a:gd name="connsiteX19296" fmla="*/ 1048988 w 5158787"/>
              <a:gd name="connsiteY19296" fmla="*/ 2298407 h 4489084"/>
              <a:gd name="connsiteX19297" fmla="*/ 1037380 w 5158787"/>
              <a:gd name="connsiteY19297" fmla="*/ 2318484 h 4489084"/>
              <a:gd name="connsiteX19298" fmla="*/ 1035959 w 5158787"/>
              <a:gd name="connsiteY19298" fmla="*/ 2319313 h 4489084"/>
              <a:gd name="connsiteX19299" fmla="*/ 1012802 w 5158787"/>
              <a:gd name="connsiteY19299" fmla="*/ 2319313 h 4489084"/>
              <a:gd name="connsiteX19300" fmla="*/ 1011380 w 5158787"/>
              <a:gd name="connsiteY19300" fmla="*/ 2318484 h 4489084"/>
              <a:gd name="connsiteX19301" fmla="*/ 999772 w 5158787"/>
              <a:gd name="connsiteY19301" fmla="*/ 2298407 h 4489084"/>
              <a:gd name="connsiteX19302" fmla="*/ 999772 w 5158787"/>
              <a:gd name="connsiteY19302" fmla="*/ 2296748 h 4489084"/>
              <a:gd name="connsiteX19303" fmla="*/ 1011380 w 5158787"/>
              <a:gd name="connsiteY19303" fmla="*/ 2276671 h 4489084"/>
              <a:gd name="connsiteX19304" fmla="*/ 1012802 w 5158787"/>
              <a:gd name="connsiteY19304" fmla="*/ 2275842 h 4489084"/>
              <a:gd name="connsiteX19305" fmla="*/ 3040906 w 5158787"/>
              <a:gd name="connsiteY19305" fmla="*/ 2274421 h 4489084"/>
              <a:gd name="connsiteX19306" fmla="*/ 3065662 w 5158787"/>
              <a:gd name="connsiteY19306" fmla="*/ 2274421 h 4489084"/>
              <a:gd name="connsiteX19307" fmla="*/ 3067142 w 5158787"/>
              <a:gd name="connsiteY19307" fmla="*/ 2275309 h 4489084"/>
              <a:gd name="connsiteX19308" fmla="*/ 3079520 w 5158787"/>
              <a:gd name="connsiteY19308" fmla="*/ 2296749 h 4489084"/>
              <a:gd name="connsiteX19309" fmla="*/ 3079520 w 5158787"/>
              <a:gd name="connsiteY19309" fmla="*/ 2298526 h 4489084"/>
              <a:gd name="connsiteX19310" fmla="*/ 3067142 w 5158787"/>
              <a:gd name="connsiteY19310" fmla="*/ 2319965 h 4489084"/>
              <a:gd name="connsiteX19311" fmla="*/ 3065662 w 5158787"/>
              <a:gd name="connsiteY19311" fmla="*/ 2320853 h 4489084"/>
              <a:gd name="connsiteX19312" fmla="*/ 3040906 w 5158787"/>
              <a:gd name="connsiteY19312" fmla="*/ 2320853 h 4489084"/>
              <a:gd name="connsiteX19313" fmla="*/ 3039425 w 5158787"/>
              <a:gd name="connsiteY19313" fmla="*/ 2319965 h 4489084"/>
              <a:gd name="connsiteX19314" fmla="*/ 3027047 w 5158787"/>
              <a:gd name="connsiteY19314" fmla="*/ 2298526 h 4489084"/>
              <a:gd name="connsiteX19315" fmla="*/ 3027047 w 5158787"/>
              <a:gd name="connsiteY19315" fmla="*/ 2296749 h 4489084"/>
              <a:gd name="connsiteX19316" fmla="*/ 3039425 w 5158787"/>
              <a:gd name="connsiteY19316" fmla="*/ 2275309 h 4489084"/>
              <a:gd name="connsiteX19317" fmla="*/ 3040906 w 5158787"/>
              <a:gd name="connsiteY19317" fmla="*/ 2274421 h 4489084"/>
              <a:gd name="connsiteX19318" fmla="*/ 2770010 w 5158787"/>
              <a:gd name="connsiteY19318" fmla="*/ 2273592 h 4489084"/>
              <a:gd name="connsiteX19319" fmla="*/ 2795595 w 5158787"/>
              <a:gd name="connsiteY19319" fmla="*/ 2273592 h 4489084"/>
              <a:gd name="connsiteX19320" fmla="*/ 2797135 w 5158787"/>
              <a:gd name="connsiteY19320" fmla="*/ 2274481 h 4489084"/>
              <a:gd name="connsiteX19321" fmla="*/ 2809928 w 5158787"/>
              <a:gd name="connsiteY19321" fmla="*/ 2296690 h 4489084"/>
              <a:gd name="connsiteX19322" fmla="*/ 2809928 w 5158787"/>
              <a:gd name="connsiteY19322" fmla="*/ 2298526 h 4489084"/>
              <a:gd name="connsiteX19323" fmla="*/ 2797135 w 5158787"/>
              <a:gd name="connsiteY19323" fmla="*/ 2320735 h 4489084"/>
              <a:gd name="connsiteX19324" fmla="*/ 2795595 w 5158787"/>
              <a:gd name="connsiteY19324" fmla="*/ 2321623 h 4489084"/>
              <a:gd name="connsiteX19325" fmla="*/ 2770010 w 5158787"/>
              <a:gd name="connsiteY19325" fmla="*/ 2321623 h 4489084"/>
              <a:gd name="connsiteX19326" fmla="*/ 2768470 w 5158787"/>
              <a:gd name="connsiteY19326" fmla="*/ 2320735 h 4489084"/>
              <a:gd name="connsiteX19327" fmla="*/ 2755678 w 5158787"/>
              <a:gd name="connsiteY19327" fmla="*/ 2298526 h 4489084"/>
              <a:gd name="connsiteX19328" fmla="*/ 2755678 w 5158787"/>
              <a:gd name="connsiteY19328" fmla="*/ 2296690 h 4489084"/>
              <a:gd name="connsiteX19329" fmla="*/ 2768470 w 5158787"/>
              <a:gd name="connsiteY19329" fmla="*/ 2274481 h 4489084"/>
              <a:gd name="connsiteX19330" fmla="*/ 2770010 w 5158787"/>
              <a:gd name="connsiteY19330" fmla="*/ 2273592 h 4489084"/>
              <a:gd name="connsiteX19331" fmla="*/ 2837408 w 5158787"/>
              <a:gd name="connsiteY19331" fmla="*/ 2273296 h 4489084"/>
              <a:gd name="connsiteX19332" fmla="*/ 2863349 w 5158787"/>
              <a:gd name="connsiteY19332" fmla="*/ 2273296 h 4489084"/>
              <a:gd name="connsiteX19333" fmla="*/ 2864948 w 5158787"/>
              <a:gd name="connsiteY19333" fmla="*/ 2274184 h 4489084"/>
              <a:gd name="connsiteX19334" fmla="*/ 2877918 w 5158787"/>
              <a:gd name="connsiteY19334" fmla="*/ 2296631 h 4489084"/>
              <a:gd name="connsiteX19335" fmla="*/ 2877918 w 5158787"/>
              <a:gd name="connsiteY19335" fmla="*/ 2298467 h 4489084"/>
              <a:gd name="connsiteX19336" fmla="*/ 2864948 w 5158787"/>
              <a:gd name="connsiteY19336" fmla="*/ 2320913 h 4489084"/>
              <a:gd name="connsiteX19337" fmla="*/ 2863349 w 5158787"/>
              <a:gd name="connsiteY19337" fmla="*/ 2321801 h 4489084"/>
              <a:gd name="connsiteX19338" fmla="*/ 2837408 w 5158787"/>
              <a:gd name="connsiteY19338" fmla="*/ 2321801 h 4489084"/>
              <a:gd name="connsiteX19339" fmla="*/ 2835809 w 5158787"/>
              <a:gd name="connsiteY19339" fmla="*/ 2320913 h 4489084"/>
              <a:gd name="connsiteX19340" fmla="*/ 2822839 w 5158787"/>
              <a:gd name="connsiteY19340" fmla="*/ 2298467 h 4489084"/>
              <a:gd name="connsiteX19341" fmla="*/ 2822839 w 5158787"/>
              <a:gd name="connsiteY19341" fmla="*/ 2296631 h 4489084"/>
              <a:gd name="connsiteX19342" fmla="*/ 2835809 w 5158787"/>
              <a:gd name="connsiteY19342" fmla="*/ 2274184 h 4489084"/>
              <a:gd name="connsiteX19343" fmla="*/ 2837408 w 5158787"/>
              <a:gd name="connsiteY19343" fmla="*/ 2273296 h 4489084"/>
              <a:gd name="connsiteX19344" fmla="*/ 3175346 w 5158787"/>
              <a:gd name="connsiteY19344" fmla="*/ 2272762 h 4489084"/>
              <a:gd name="connsiteX19345" fmla="*/ 3201819 w 5158787"/>
              <a:gd name="connsiteY19345" fmla="*/ 2272762 h 4489084"/>
              <a:gd name="connsiteX19346" fmla="*/ 3203418 w 5158787"/>
              <a:gd name="connsiteY19346" fmla="*/ 2273710 h 4489084"/>
              <a:gd name="connsiteX19347" fmla="*/ 3216626 w 5158787"/>
              <a:gd name="connsiteY19347" fmla="*/ 2296689 h 4489084"/>
              <a:gd name="connsiteX19348" fmla="*/ 3216626 w 5158787"/>
              <a:gd name="connsiteY19348" fmla="*/ 2298584 h 4489084"/>
              <a:gd name="connsiteX19349" fmla="*/ 3203359 w 5158787"/>
              <a:gd name="connsiteY19349" fmla="*/ 2321563 h 4489084"/>
              <a:gd name="connsiteX19350" fmla="*/ 3201760 w 5158787"/>
              <a:gd name="connsiteY19350" fmla="*/ 2322511 h 4489084"/>
              <a:gd name="connsiteX19351" fmla="*/ 3175287 w 5158787"/>
              <a:gd name="connsiteY19351" fmla="*/ 2322511 h 4489084"/>
              <a:gd name="connsiteX19352" fmla="*/ 3173687 w 5158787"/>
              <a:gd name="connsiteY19352" fmla="*/ 2321563 h 4489084"/>
              <a:gd name="connsiteX19353" fmla="*/ 3160480 w 5158787"/>
              <a:gd name="connsiteY19353" fmla="*/ 2298584 h 4489084"/>
              <a:gd name="connsiteX19354" fmla="*/ 3160480 w 5158787"/>
              <a:gd name="connsiteY19354" fmla="*/ 2296689 h 4489084"/>
              <a:gd name="connsiteX19355" fmla="*/ 3173747 w 5158787"/>
              <a:gd name="connsiteY19355" fmla="*/ 2273710 h 4489084"/>
              <a:gd name="connsiteX19356" fmla="*/ 3175346 w 5158787"/>
              <a:gd name="connsiteY19356" fmla="*/ 2272762 h 4489084"/>
              <a:gd name="connsiteX19357" fmla="*/ 3310498 w 5158787"/>
              <a:gd name="connsiteY19357" fmla="*/ 2272644 h 4489084"/>
              <a:gd name="connsiteX19358" fmla="*/ 3337091 w 5158787"/>
              <a:gd name="connsiteY19358" fmla="*/ 2272644 h 4489084"/>
              <a:gd name="connsiteX19359" fmla="*/ 3338689 w 5158787"/>
              <a:gd name="connsiteY19359" fmla="*/ 2273591 h 4489084"/>
              <a:gd name="connsiteX19360" fmla="*/ 3351955 w 5158787"/>
              <a:gd name="connsiteY19360" fmla="*/ 2296630 h 4489084"/>
              <a:gd name="connsiteX19361" fmla="*/ 3351955 w 5158787"/>
              <a:gd name="connsiteY19361" fmla="*/ 2298525 h 4489084"/>
              <a:gd name="connsiteX19362" fmla="*/ 3338630 w 5158787"/>
              <a:gd name="connsiteY19362" fmla="*/ 2321564 h 4489084"/>
              <a:gd name="connsiteX19363" fmla="*/ 3337031 w 5158787"/>
              <a:gd name="connsiteY19363" fmla="*/ 2322511 h 4489084"/>
              <a:gd name="connsiteX19364" fmla="*/ 3310439 w 5158787"/>
              <a:gd name="connsiteY19364" fmla="*/ 2322511 h 4489084"/>
              <a:gd name="connsiteX19365" fmla="*/ 3308840 w 5158787"/>
              <a:gd name="connsiteY19365" fmla="*/ 2321564 h 4489084"/>
              <a:gd name="connsiteX19366" fmla="*/ 3295574 w 5158787"/>
              <a:gd name="connsiteY19366" fmla="*/ 2298525 h 4489084"/>
              <a:gd name="connsiteX19367" fmla="*/ 3295574 w 5158787"/>
              <a:gd name="connsiteY19367" fmla="*/ 2296630 h 4489084"/>
              <a:gd name="connsiteX19368" fmla="*/ 3308899 w 5158787"/>
              <a:gd name="connsiteY19368" fmla="*/ 2273591 h 4489084"/>
              <a:gd name="connsiteX19369" fmla="*/ 3310498 w 5158787"/>
              <a:gd name="connsiteY19369" fmla="*/ 2272644 h 4489084"/>
              <a:gd name="connsiteX19370" fmla="*/ 3107534 w 5158787"/>
              <a:gd name="connsiteY19370" fmla="*/ 2272585 h 4489084"/>
              <a:gd name="connsiteX19371" fmla="*/ 3134244 w 5158787"/>
              <a:gd name="connsiteY19371" fmla="*/ 2272585 h 4489084"/>
              <a:gd name="connsiteX19372" fmla="*/ 3135903 w 5158787"/>
              <a:gd name="connsiteY19372" fmla="*/ 2273532 h 4489084"/>
              <a:gd name="connsiteX19373" fmla="*/ 3149228 w 5158787"/>
              <a:gd name="connsiteY19373" fmla="*/ 2296690 h 4489084"/>
              <a:gd name="connsiteX19374" fmla="*/ 3149228 w 5158787"/>
              <a:gd name="connsiteY19374" fmla="*/ 2298585 h 4489084"/>
              <a:gd name="connsiteX19375" fmla="*/ 3135843 w 5158787"/>
              <a:gd name="connsiteY19375" fmla="*/ 2321742 h 4489084"/>
              <a:gd name="connsiteX19376" fmla="*/ 3134185 w 5158787"/>
              <a:gd name="connsiteY19376" fmla="*/ 2322689 h 4489084"/>
              <a:gd name="connsiteX19377" fmla="*/ 3107474 w 5158787"/>
              <a:gd name="connsiteY19377" fmla="*/ 2322689 h 4489084"/>
              <a:gd name="connsiteX19378" fmla="*/ 3105816 w 5158787"/>
              <a:gd name="connsiteY19378" fmla="*/ 2321742 h 4489084"/>
              <a:gd name="connsiteX19379" fmla="*/ 3092491 w 5158787"/>
              <a:gd name="connsiteY19379" fmla="*/ 2298585 h 4489084"/>
              <a:gd name="connsiteX19380" fmla="*/ 3092491 w 5158787"/>
              <a:gd name="connsiteY19380" fmla="*/ 2296690 h 4489084"/>
              <a:gd name="connsiteX19381" fmla="*/ 3105875 w 5158787"/>
              <a:gd name="connsiteY19381" fmla="*/ 2273532 h 4489084"/>
              <a:gd name="connsiteX19382" fmla="*/ 3107534 w 5158787"/>
              <a:gd name="connsiteY19382" fmla="*/ 2272585 h 4489084"/>
              <a:gd name="connsiteX19383" fmla="*/ 3242448 w 5158787"/>
              <a:gd name="connsiteY19383" fmla="*/ 2271815 h 4489084"/>
              <a:gd name="connsiteX19384" fmla="*/ 3269928 w 5158787"/>
              <a:gd name="connsiteY19384" fmla="*/ 2271815 h 4489084"/>
              <a:gd name="connsiteX19385" fmla="*/ 3271587 w 5158787"/>
              <a:gd name="connsiteY19385" fmla="*/ 2272762 h 4489084"/>
              <a:gd name="connsiteX19386" fmla="*/ 3285327 w 5158787"/>
              <a:gd name="connsiteY19386" fmla="*/ 2296571 h 4489084"/>
              <a:gd name="connsiteX19387" fmla="*/ 3285327 w 5158787"/>
              <a:gd name="connsiteY19387" fmla="*/ 2298526 h 4489084"/>
              <a:gd name="connsiteX19388" fmla="*/ 3271587 w 5158787"/>
              <a:gd name="connsiteY19388" fmla="*/ 2322334 h 4489084"/>
              <a:gd name="connsiteX19389" fmla="*/ 3269928 w 5158787"/>
              <a:gd name="connsiteY19389" fmla="*/ 2323282 h 4489084"/>
              <a:gd name="connsiteX19390" fmla="*/ 3242448 w 5158787"/>
              <a:gd name="connsiteY19390" fmla="*/ 2323282 h 4489084"/>
              <a:gd name="connsiteX19391" fmla="*/ 3240790 w 5158787"/>
              <a:gd name="connsiteY19391" fmla="*/ 2322334 h 4489084"/>
              <a:gd name="connsiteX19392" fmla="*/ 3227049 w 5158787"/>
              <a:gd name="connsiteY19392" fmla="*/ 2298526 h 4489084"/>
              <a:gd name="connsiteX19393" fmla="*/ 3227049 w 5158787"/>
              <a:gd name="connsiteY19393" fmla="*/ 2296571 h 4489084"/>
              <a:gd name="connsiteX19394" fmla="*/ 3240790 w 5158787"/>
              <a:gd name="connsiteY19394" fmla="*/ 2272762 h 4489084"/>
              <a:gd name="connsiteX19395" fmla="*/ 3242448 w 5158787"/>
              <a:gd name="connsiteY19395" fmla="*/ 2271815 h 4489084"/>
              <a:gd name="connsiteX19396" fmla="*/ 3723771 w 5158787"/>
              <a:gd name="connsiteY19396" fmla="*/ 2228107 h 4489084"/>
              <a:gd name="connsiteX19397" fmla="*/ 3735379 w 5158787"/>
              <a:gd name="connsiteY19397" fmla="*/ 2228107 h 4489084"/>
              <a:gd name="connsiteX19398" fmla="*/ 3736090 w 5158787"/>
              <a:gd name="connsiteY19398" fmla="*/ 2228522 h 4489084"/>
              <a:gd name="connsiteX19399" fmla="*/ 3741894 w 5158787"/>
              <a:gd name="connsiteY19399" fmla="*/ 2238590 h 4489084"/>
              <a:gd name="connsiteX19400" fmla="*/ 3741894 w 5158787"/>
              <a:gd name="connsiteY19400" fmla="*/ 2239419 h 4489084"/>
              <a:gd name="connsiteX19401" fmla="*/ 3736090 w 5158787"/>
              <a:gd name="connsiteY19401" fmla="*/ 2249487 h 4489084"/>
              <a:gd name="connsiteX19402" fmla="*/ 3735379 w 5158787"/>
              <a:gd name="connsiteY19402" fmla="*/ 2249902 h 4489084"/>
              <a:gd name="connsiteX19403" fmla="*/ 3723771 w 5158787"/>
              <a:gd name="connsiteY19403" fmla="*/ 2249902 h 4489084"/>
              <a:gd name="connsiteX19404" fmla="*/ 3723060 w 5158787"/>
              <a:gd name="connsiteY19404" fmla="*/ 2249487 h 4489084"/>
              <a:gd name="connsiteX19405" fmla="*/ 3717256 w 5158787"/>
              <a:gd name="connsiteY19405" fmla="*/ 2239419 h 4489084"/>
              <a:gd name="connsiteX19406" fmla="*/ 3717256 w 5158787"/>
              <a:gd name="connsiteY19406" fmla="*/ 2238590 h 4489084"/>
              <a:gd name="connsiteX19407" fmla="*/ 3723060 w 5158787"/>
              <a:gd name="connsiteY19407" fmla="*/ 2228522 h 4489084"/>
              <a:gd name="connsiteX19408" fmla="*/ 3723771 w 5158787"/>
              <a:gd name="connsiteY19408" fmla="*/ 2228107 h 4489084"/>
              <a:gd name="connsiteX19409" fmla="*/ 4061472 w 5158787"/>
              <a:gd name="connsiteY19409" fmla="*/ 2227278 h 4489084"/>
              <a:gd name="connsiteX19410" fmla="*/ 4073969 w 5158787"/>
              <a:gd name="connsiteY19410" fmla="*/ 2227278 h 4489084"/>
              <a:gd name="connsiteX19411" fmla="*/ 4074739 w 5158787"/>
              <a:gd name="connsiteY19411" fmla="*/ 2227693 h 4489084"/>
              <a:gd name="connsiteX19412" fmla="*/ 4080957 w 5158787"/>
              <a:gd name="connsiteY19412" fmla="*/ 2238472 h 4489084"/>
              <a:gd name="connsiteX19413" fmla="*/ 4080957 w 5158787"/>
              <a:gd name="connsiteY19413" fmla="*/ 2239360 h 4489084"/>
              <a:gd name="connsiteX19414" fmla="*/ 4074739 w 5158787"/>
              <a:gd name="connsiteY19414" fmla="*/ 2250139 h 4489084"/>
              <a:gd name="connsiteX19415" fmla="*/ 4073969 w 5158787"/>
              <a:gd name="connsiteY19415" fmla="*/ 2250553 h 4489084"/>
              <a:gd name="connsiteX19416" fmla="*/ 4061472 w 5158787"/>
              <a:gd name="connsiteY19416" fmla="*/ 2250553 h 4489084"/>
              <a:gd name="connsiteX19417" fmla="*/ 4060702 w 5158787"/>
              <a:gd name="connsiteY19417" fmla="*/ 2250139 h 4489084"/>
              <a:gd name="connsiteX19418" fmla="*/ 4054484 w 5158787"/>
              <a:gd name="connsiteY19418" fmla="*/ 2239360 h 4489084"/>
              <a:gd name="connsiteX19419" fmla="*/ 4054484 w 5158787"/>
              <a:gd name="connsiteY19419" fmla="*/ 2238472 h 4489084"/>
              <a:gd name="connsiteX19420" fmla="*/ 4060702 w 5158787"/>
              <a:gd name="connsiteY19420" fmla="*/ 2227693 h 4489084"/>
              <a:gd name="connsiteX19421" fmla="*/ 4061472 w 5158787"/>
              <a:gd name="connsiteY19421" fmla="*/ 2227278 h 4489084"/>
              <a:gd name="connsiteX19422" fmla="*/ 3790813 w 5158787"/>
              <a:gd name="connsiteY19422" fmla="*/ 2226981 h 4489084"/>
              <a:gd name="connsiteX19423" fmla="*/ 3803606 w 5158787"/>
              <a:gd name="connsiteY19423" fmla="*/ 2226981 h 4489084"/>
              <a:gd name="connsiteX19424" fmla="*/ 3804376 w 5158787"/>
              <a:gd name="connsiteY19424" fmla="*/ 2227455 h 4489084"/>
              <a:gd name="connsiteX19425" fmla="*/ 3810772 w 5158787"/>
              <a:gd name="connsiteY19425" fmla="*/ 2238530 h 4489084"/>
              <a:gd name="connsiteX19426" fmla="*/ 3810772 w 5158787"/>
              <a:gd name="connsiteY19426" fmla="*/ 2239418 h 4489084"/>
              <a:gd name="connsiteX19427" fmla="*/ 3804376 w 5158787"/>
              <a:gd name="connsiteY19427" fmla="*/ 2250493 h 4489084"/>
              <a:gd name="connsiteX19428" fmla="*/ 3803606 w 5158787"/>
              <a:gd name="connsiteY19428" fmla="*/ 2250967 h 4489084"/>
              <a:gd name="connsiteX19429" fmla="*/ 3790813 w 5158787"/>
              <a:gd name="connsiteY19429" fmla="*/ 2250967 h 4489084"/>
              <a:gd name="connsiteX19430" fmla="*/ 3790043 w 5158787"/>
              <a:gd name="connsiteY19430" fmla="*/ 2250493 h 4489084"/>
              <a:gd name="connsiteX19431" fmla="*/ 3783647 w 5158787"/>
              <a:gd name="connsiteY19431" fmla="*/ 2239418 h 4489084"/>
              <a:gd name="connsiteX19432" fmla="*/ 3783647 w 5158787"/>
              <a:gd name="connsiteY19432" fmla="*/ 2238530 h 4489084"/>
              <a:gd name="connsiteX19433" fmla="*/ 3790043 w 5158787"/>
              <a:gd name="connsiteY19433" fmla="*/ 2227455 h 4489084"/>
              <a:gd name="connsiteX19434" fmla="*/ 3790813 w 5158787"/>
              <a:gd name="connsiteY19434" fmla="*/ 2226981 h 4489084"/>
              <a:gd name="connsiteX19435" fmla="*/ 4196209 w 5158787"/>
              <a:gd name="connsiteY19435" fmla="*/ 2226271 h 4489084"/>
              <a:gd name="connsiteX19436" fmla="*/ 4209772 w 5158787"/>
              <a:gd name="connsiteY19436" fmla="*/ 2226271 h 4489084"/>
              <a:gd name="connsiteX19437" fmla="*/ 4210601 w 5158787"/>
              <a:gd name="connsiteY19437" fmla="*/ 2226745 h 4489084"/>
              <a:gd name="connsiteX19438" fmla="*/ 4217411 w 5158787"/>
              <a:gd name="connsiteY19438" fmla="*/ 2238531 h 4489084"/>
              <a:gd name="connsiteX19439" fmla="*/ 4217411 w 5158787"/>
              <a:gd name="connsiteY19439" fmla="*/ 2239478 h 4489084"/>
              <a:gd name="connsiteX19440" fmla="*/ 4210601 w 5158787"/>
              <a:gd name="connsiteY19440" fmla="*/ 2251264 h 4489084"/>
              <a:gd name="connsiteX19441" fmla="*/ 4209772 w 5158787"/>
              <a:gd name="connsiteY19441" fmla="*/ 2251738 h 4489084"/>
              <a:gd name="connsiteX19442" fmla="*/ 4196209 w 5158787"/>
              <a:gd name="connsiteY19442" fmla="*/ 2251738 h 4489084"/>
              <a:gd name="connsiteX19443" fmla="*/ 4195380 w 5158787"/>
              <a:gd name="connsiteY19443" fmla="*/ 2251264 h 4489084"/>
              <a:gd name="connsiteX19444" fmla="*/ 4188569 w 5158787"/>
              <a:gd name="connsiteY19444" fmla="*/ 2239478 h 4489084"/>
              <a:gd name="connsiteX19445" fmla="*/ 4188569 w 5158787"/>
              <a:gd name="connsiteY19445" fmla="*/ 2238531 h 4489084"/>
              <a:gd name="connsiteX19446" fmla="*/ 4195380 w 5158787"/>
              <a:gd name="connsiteY19446" fmla="*/ 2226745 h 4489084"/>
              <a:gd name="connsiteX19447" fmla="*/ 4196209 w 5158787"/>
              <a:gd name="connsiteY19447" fmla="*/ 2226271 h 4489084"/>
              <a:gd name="connsiteX19448" fmla="*/ 3925728 w 5158787"/>
              <a:gd name="connsiteY19448" fmla="*/ 2226271 h 4489084"/>
              <a:gd name="connsiteX19449" fmla="*/ 3939290 w 5158787"/>
              <a:gd name="connsiteY19449" fmla="*/ 2226271 h 4489084"/>
              <a:gd name="connsiteX19450" fmla="*/ 3940120 w 5158787"/>
              <a:gd name="connsiteY19450" fmla="*/ 2226745 h 4489084"/>
              <a:gd name="connsiteX19451" fmla="*/ 3946931 w 5158787"/>
              <a:gd name="connsiteY19451" fmla="*/ 2238531 h 4489084"/>
              <a:gd name="connsiteX19452" fmla="*/ 3946931 w 5158787"/>
              <a:gd name="connsiteY19452" fmla="*/ 2239478 h 4489084"/>
              <a:gd name="connsiteX19453" fmla="*/ 3940120 w 5158787"/>
              <a:gd name="connsiteY19453" fmla="*/ 2251264 h 4489084"/>
              <a:gd name="connsiteX19454" fmla="*/ 3939290 w 5158787"/>
              <a:gd name="connsiteY19454" fmla="*/ 2251738 h 4489084"/>
              <a:gd name="connsiteX19455" fmla="*/ 3925728 w 5158787"/>
              <a:gd name="connsiteY19455" fmla="*/ 2251738 h 4489084"/>
              <a:gd name="connsiteX19456" fmla="*/ 3924899 w 5158787"/>
              <a:gd name="connsiteY19456" fmla="*/ 2251264 h 4489084"/>
              <a:gd name="connsiteX19457" fmla="*/ 3918088 w 5158787"/>
              <a:gd name="connsiteY19457" fmla="*/ 2239478 h 4489084"/>
              <a:gd name="connsiteX19458" fmla="*/ 3918088 w 5158787"/>
              <a:gd name="connsiteY19458" fmla="*/ 2238531 h 4489084"/>
              <a:gd name="connsiteX19459" fmla="*/ 3924899 w 5158787"/>
              <a:gd name="connsiteY19459" fmla="*/ 2226745 h 4489084"/>
              <a:gd name="connsiteX19460" fmla="*/ 3925728 w 5158787"/>
              <a:gd name="connsiteY19460" fmla="*/ 2226271 h 4489084"/>
              <a:gd name="connsiteX19461" fmla="*/ 4263548 w 5158787"/>
              <a:gd name="connsiteY19461" fmla="*/ 2225738 h 4489084"/>
              <a:gd name="connsiteX19462" fmla="*/ 4277703 w 5158787"/>
              <a:gd name="connsiteY19462" fmla="*/ 2225738 h 4489084"/>
              <a:gd name="connsiteX19463" fmla="*/ 4278592 w 5158787"/>
              <a:gd name="connsiteY19463" fmla="*/ 2226212 h 4489084"/>
              <a:gd name="connsiteX19464" fmla="*/ 4285639 w 5158787"/>
              <a:gd name="connsiteY19464" fmla="*/ 2238472 h 4489084"/>
              <a:gd name="connsiteX19465" fmla="*/ 4285639 w 5158787"/>
              <a:gd name="connsiteY19465" fmla="*/ 2239478 h 4489084"/>
              <a:gd name="connsiteX19466" fmla="*/ 4278592 w 5158787"/>
              <a:gd name="connsiteY19466" fmla="*/ 2251738 h 4489084"/>
              <a:gd name="connsiteX19467" fmla="*/ 4277703 w 5158787"/>
              <a:gd name="connsiteY19467" fmla="*/ 2252212 h 4489084"/>
              <a:gd name="connsiteX19468" fmla="*/ 4263548 w 5158787"/>
              <a:gd name="connsiteY19468" fmla="*/ 2252212 h 4489084"/>
              <a:gd name="connsiteX19469" fmla="*/ 4262660 w 5158787"/>
              <a:gd name="connsiteY19469" fmla="*/ 2251738 h 4489084"/>
              <a:gd name="connsiteX19470" fmla="*/ 4255612 w 5158787"/>
              <a:gd name="connsiteY19470" fmla="*/ 2239478 h 4489084"/>
              <a:gd name="connsiteX19471" fmla="*/ 4255612 w 5158787"/>
              <a:gd name="connsiteY19471" fmla="*/ 2238472 h 4489084"/>
              <a:gd name="connsiteX19472" fmla="*/ 4262660 w 5158787"/>
              <a:gd name="connsiteY19472" fmla="*/ 2226212 h 4489084"/>
              <a:gd name="connsiteX19473" fmla="*/ 4263548 w 5158787"/>
              <a:gd name="connsiteY19473" fmla="*/ 2225738 h 4489084"/>
              <a:gd name="connsiteX19474" fmla="*/ 4128278 w 5158787"/>
              <a:gd name="connsiteY19474" fmla="*/ 2225738 h 4489084"/>
              <a:gd name="connsiteX19475" fmla="*/ 4142433 w 5158787"/>
              <a:gd name="connsiteY19475" fmla="*/ 2225738 h 4489084"/>
              <a:gd name="connsiteX19476" fmla="*/ 4143322 w 5158787"/>
              <a:gd name="connsiteY19476" fmla="*/ 2226212 h 4489084"/>
              <a:gd name="connsiteX19477" fmla="*/ 4150369 w 5158787"/>
              <a:gd name="connsiteY19477" fmla="*/ 2238472 h 4489084"/>
              <a:gd name="connsiteX19478" fmla="*/ 4150369 w 5158787"/>
              <a:gd name="connsiteY19478" fmla="*/ 2239478 h 4489084"/>
              <a:gd name="connsiteX19479" fmla="*/ 4143322 w 5158787"/>
              <a:gd name="connsiteY19479" fmla="*/ 2251738 h 4489084"/>
              <a:gd name="connsiteX19480" fmla="*/ 4142433 w 5158787"/>
              <a:gd name="connsiteY19480" fmla="*/ 2252212 h 4489084"/>
              <a:gd name="connsiteX19481" fmla="*/ 4128278 w 5158787"/>
              <a:gd name="connsiteY19481" fmla="*/ 2252212 h 4489084"/>
              <a:gd name="connsiteX19482" fmla="*/ 4127390 w 5158787"/>
              <a:gd name="connsiteY19482" fmla="*/ 2251738 h 4489084"/>
              <a:gd name="connsiteX19483" fmla="*/ 4120342 w 5158787"/>
              <a:gd name="connsiteY19483" fmla="*/ 2239478 h 4489084"/>
              <a:gd name="connsiteX19484" fmla="*/ 4120342 w 5158787"/>
              <a:gd name="connsiteY19484" fmla="*/ 2238472 h 4489084"/>
              <a:gd name="connsiteX19485" fmla="*/ 4127390 w 5158787"/>
              <a:gd name="connsiteY19485" fmla="*/ 2226212 h 4489084"/>
              <a:gd name="connsiteX19486" fmla="*/ 4128278 w 5158787"/>
              <a:gd name="connsiteY19486" fmla="*/ 2225738 h 4489084"/>
              <a:gd name="connsiteX19487" fmla="*/ 3857737 w 5158787"/>
              <a:gd name="connsiteY19487" fmla="*/ 2225738 h 4489084"/>
              <a:gd name="connsiteX19488" fmla="*/ 3871892 w 5158787"/>
              <a:gd name="connsiteY19488" fmla="*/ 2225738 h 4489084"/>
              <a:gd name="connsiteX19489" fmla="*/ 3872781 w 5158787"/>
              <a:gd name="connsiteY19489" fmla="*/ 2226212 h 4489084"/>
              <a:gd name="connsiteX19490" fmla="*/ 3879828 w 5158787"/>
              <a:gd name="connsiteY19490" fmla="*/ 2238472 h 4489084"/>
              <a:gd name="connsiteX19491" fmla="*/ 3879828 w 5158787"/>
              <a:gd name="connsiteY19491" fmla="*/ 2239478 h 4489084"/>
              <a:gd name="connsiteX19492" fmla="*/ 3872781 w 5158787"/>
              <a:gd name="connsiteY19492" fmla="*/ 2251738 h 4489084"/>
              <a:gd name="connsiteX19493" fmla="*/ 3871892 w 5158787"/>
              <a:gd name="connsiteY19493" fmla="*/ 2252212 h 4489084"/>
              <a:gd name="connsiteX19494" fmla="*/ 3857737 w 5158787"/>
              <a:gd name="connsiteY19494" fmla="*/ 2252212 h 4489084"/>
              <a:gd name="connsiteX19495" fmla="*/ 3856849 w 5158787"/>
              <a:gd name="connsiteY19495" fmla="*/ 2251738 h 4489084"/>
              <a:gd name="connsiteX19496" fmla="*/ 3849801 w 5158787"/>
              <a:gd name="connsiteY19496" fmla="*/ 2239478 h 4489084"/>
              <a:gd name="connsiteX19497" fmla="*/ 3849801 w 5158787"/>
              <a:gd name="connsiteY19497" fmla="*/ 2238472 h 4489084"/>
              <a:gd name="connsiteX19498" fmla="*/ 3856849 w 5158787"/>
              <a:gd name="connsiteY19498" fmla="*/ 2226212 h 4489084"/>
              <a:gd name="connsiteX19499" fmla="*/ 3857737 w 5158787"/>
              <a:gd name="connsiteY19499" fmla="*/ 2225738 h 4489084"/>
              <a:gd name="connsiteX19500" fmla="*/ 4331184 w 5158787"/>
              <a:gd name="connsiteY19500" fmla="*/ 2225619 h 4489084"/>
              <a:gd name="connsiteX19501" fmla="*/ 4345398 w 5158787"/>
              <a:gd name="connsiteY19501" fmla="*/ 2225619 h 4489084"/>
              <a:gd name="connsiteX19502" fmla="*/ 4346286 w 5158787"/>
              <a:gd name="connsiteY19502" fmla="*/ 2226152 h 4489084"/>
              <a:gd name="connsiteX19503" fmla="*/ 4353393 w 5158787"/>
              <a:gd name="connsiteY19503" fmla="*/ 2238471 h 4489084"/>
              <a:gd name="connsiteX19504" fmla="*/ 4353393 w 5158787"/>
              <a:gd name="connsiteY19504" fmla="*/ 2239477 h 4489084"/>
              <a:gd name="connsiteX19505" fmla="*/ 4346286 w 5158787"/>
              <a:gd name="connsiteY19505" fmla="*/ 2251796 h 4489084"/>
              <a:gd name="connsiteX19506" fmla="*/ 4345398 w 5158787"/>
              <a:gd name="connsiteY19506" fmla="*/ 2252329 h 4489084"/>
              <a:gd name="connsiteX19507" fmla="*/ 4331184 w 5158787"/>
              <a:gd name="connsiteY19507" fmla="*/ 2252329 h 4489084"/>
              <a:gd name="connsiteX19508" fmla="*/ 4330295 w 5158787"/>
              <a:gd name="connsiteY19508" fmla="*/ 2251796 h 4489084"/>
              <a:gd name="connsiteX19509" fmla="*/ 4323188 w 5158787"/>
              <a:gd name="connsiteY19509" fmla="*/ 2239477 h 4489084"/>
              <a:gd name="connsiteX19510" fmla="*/ 4323188 w 5158787"/>
              <a:gd name="connsiteY19510" fmla="*/ 2238471 h 4489084"/>
              <a:gd name="connsiteX19511" fmla="*/ 4330295 w 5158787"/>
              <a:gd name="connsiteY19511" fmla="*/ 2226152 h 4489084"/>
              <a:gd name="connsiteX19512" fmla="*/ 4331184 w 5158787"/>
              <a:gd name="connsiteY19512" fmla="*/ 2225619 h 4489084"/>
              <a:gd name="connsiteX19513" fmla="*/ 4398522 w 5158787"/>
              <a:gd name="connsiteY19513" fmla="*/ 2225205 h 4489084"/>
              <a:gd name="connsiteX19514" fmla="*/ 4413209 w 5158787"/>
              <a:gd name="connsiteY19514" fmla="*/ 2225205 h 4489084"/>
              <a:gd name="connsiteX19515" fmla="*/ 4414098 w 5158787"/>
              <a:gd name="connsiteY19515" fmla="*/ 2225738 h 4489084"/>
              <a:gd name="connsiteX19516" fmla="*/ 4421442 w 5158787"/>
              <a:gd name="connsiteY19516" fmla="*/ 2238471 h 4489084"/>
              <a:gd name="connsiteX19517" fmla="*/ 4421442 w 5158787"/>
              <a:gd name="connsiteY19517" fmla="*/ 2239537 h 4489084"/>
              <a:gd name="connsiteX19518" fmla="*/ 4414098 w 5158787"/>
              <a:gd name="connsiteY19518" fmla="*/ 2252271 h 4489084"/>
              <a:gd name="connsiteX19519" fmla="*/ 4413209 w 5158787"/>
              <a:gd name="connsiteY19519" fmla="*/ 2252804 h 4489084"/>
              <a:gd name="connsiteX19520" fmla="*/ 4398522 w 5158787"/>
              <a:gd name="connsiteY19520" fmla="*/ 2252804 h 4489084"/>
              <a:gd name="connsiteX19521" fmla="*/ 4397633 w 5158787"/>
              <a:gd name="connsiteY19521" fmla="*/ 2252271 h 4489084"/>
              <a:gd name="connsiteX19522" fmla="*/ 4390289 w 5158787"/>
              <a:gd name="connsiteY19522" fmla="*/ 2239537 h 4489084"/>
              <a:gd name="connsiteX19523" fmla="*/ 4390289 w 5158787"/>
              <a:gd name="connsiteY19523" fmla="*/ 2238471 h 4489084"/>
              <a:gd name="connsiteX19524" fmla="*/ 4397633 w 5158787"/>
              <a:gd name="connsiteY19524" fmla="*/ 2225738 h 4489084"/>
              <a:gd name="connsiteX19525" fmla="*/ 4398522 w 5158787"/>
              <a:gd name="connsiteY19525" fmla="*/ 2225205 h 4489084"/>
              <a:gd name="connsiteX19526" fmla="*/ 3992593 w 5158787"/>
              <a:gd name="connsiteY19526" fmla="*/ 2224790 h 4489084"/>
              <a:gd name="connsiteX19527" fmla="*/ 4007696 w 5158787"/>
              <a:gd name="connsiteY19527" fmla="*/ 2224790 h 4489084"/>
              <a:gd name="connsiteX19528" fmla="*/ 4008643 w 5158787"/>
              <a:gd name="connsiteY19528" fmla="*/ 2225323 h 4489084"/>
              <a:gd name="connsiteX19529" fmla="*/ 4016224 w 5158787"/>
              <a:gd name="connsiteY19529" fmla="*/ 2238412 h 4489084"/>
              <a:gd name="connsiteX19530" fmla="*/ 4016224 w 5158787"/>
              <a:gd name="connsiteY19530" fmla="*/ 2239478 h 4489084"/>
              <a:gd name="connsiteX19531" fmla="*/ 4008643 w 5158787"/>
              <a:gd name="connsiteY19531" fmla="*/ 2252567 h 4489084"/>
              <a:gd name="connsiteX19532" fmla="*/ 4007696 w 5158787"/>
              <a:gd name="connsiteY19532" fmla="*/ 2253099 h 4489084"/>
              <a:gd name="connsiteX19533" fmla="*/ 3992593 w 5158787"/>
              <a:gd name="connsiteY19533" fmla="*/ 2253099 h 4489084"/>
              <a:gd name="connsiteX19534" fmla="*/ 3991646 w 5158787"/>
              <a:gd name="connsiteY19534" fmla="*/ 2252567 h 4489084"/>
              <a:gd name="connsiteX19535" fmla="*/ 3984065 w 5158787"/>
              <a:gd name="connsiteY19535" fmla="*/ 2239478 h 4489084"/>
              <a:gd name="connsiteX19536" fmla="*/ 3984065 w 5158787"/>
              <a:gd name="connsiteY19536" fmla="*/ 2238412 h 4489084"/>
              <a:gd name="connsiteX19537" fmla="*/ 3991646 w 5158787"/>
              <a:gd name="connsiteY19537" fmla="*/ 2225323 h 4489084"/>
              <a:gd name="connsiteX19538" fmla="*/ 3992593 w 5158787"/>
              <a:gd name="connsiteY19538" fmla="*/ 2224790 h 4489084"/>
              <a:gd name="connsiteX19539" fmla="*/ 1760458 w 5158787"/>
              <a:gd name="connsiteY19539" fmla="*/ 2224316 h 4489084"/>
              <a:gd name="connsiteX19540" fmla="*/ 1776153 w 5158787"/>
              <a:gd name="connsiteY19540" fmla="*/ 2224316 h 4489084"/>
              <a:gd name="connsiteX19541" fmla="*/ 1777101 w 5158787"/>
              <a:gd name="connsiteY19541" fmla="*/ 2224849 h 4489084"/>
              <a:gd name="connsiteX19542" fmla="*/ 1784918 w 5158787"/>
              <a:gd name="connsiteY19542" fmla="*/ 2238412 h 4489084"/>
              <a:gd name="connsiteX19543" fmla="*/ 1784918 w 5158787"/>
              <a:gd name="connsiteY19543" fmla="*/ 2239537 h 4489084"/>
              <a:gd name="connsiteX19544" fmla="*/ 1777101 w 5158787"/>
              <a:gd name="connsiteY19544" fmla="*/ 2253099 h 4489084"/>
              <a:gd name="connsiteX19545" fmla="*/ 1776153 w 5158787"/>
              <a:gd name="connsiteY19545" fmla="*/ 2253632 h 4489084"/>
              <a:gd name="connsiteX19546" fmla="*/ 1760458 w 5158787"/>
              <a:gd name="connsiteY19546" fmla="*/ 2253632 h 4489084"/>
              <a:gd name="connsiteX19547" fmla="*/ 1759511 w 5158787"/>
              <a:gd name="connsiteY19547" fmla="*/ 2253099 h 4489084"/>
              <a:gd name="connsiteX19548" fmla="*/ 1751693 w 5158787"/>
              <a:gd name="connsiteY19548" fmla="*/ 2239537 h 4489084"/>
              <a:gd name="connsiteX19549" fmla="*/ 1751693 w 5158787"/>
              <a:gd name="connsiteY19549" fmla="*/ 2238412 h 4489084"/>
              <a:gd name="connsiteX19550" fmla="*/ 1759511 w 5158787"/>
              <a:gd name="connsiteY19550" fmla="*/ 2224849 h 4489084"/>
              <a:gd name="connsiteX19551" fmla="*/ 1760458 w 5158787"/>
              <a:gd name="connsiteY19551" fmla="*/ 2224316 h 4489084"/>
              <a:gd name="connsiteX19552" fmla="*/ 1624951 w 5158787"/>
              <a:gd name="connsiteY19552" fmla="*/ 2223783 h 4489084"/>
              <a:gd name="connsiteX19553" fmla="*/ 1641179 w 5158787"/>
              <a:gd name="connsiteY19553" fmla="*/ 2223783 h 4489084"/>
              <a:gd name="connsiteX19554" fmla="*/ 1642186 w 5158787"/>
              <a:gd name="connsiteY19554" fmla="*/ 2224375 h 4489084"/>
              <a:gd name="connsiteX19555" fmla="*/ 1650300 w 5158787"/>
              <a:gd name="connsiteY19555" fmla="*/ 2238411 h 4489084"/>
              <a:gd name="connsiteX19556" fmla="*/ 1650300 w 5158787"/>
              <a:gd name="connsiteY19556" fmla="*/ 2239537 h 4489084"/>
              <a:gd name="connsiteX19557" fmla="*/ 1642186 w 5158787"/>
              <a:gd name="connsiteY19557" fmla="*/ 2253573 h 4489084"/>
              <a:gd name="connsiteX19558" fmla="*/ 1641179 w 5158787"/>
              <a:gd name="connsiteY19558" fmla="*/ 2254165 h 4489084"/>
              <a:gd name="connsiteX19559" fmla="*/ 1624951 w 5158787"/>
              <a:gd name="connsiteY19559" fmla="*/ 2254165 h 4489084"/>
              <a:gd name="connsiteX19560" fmla="*/ 1623944 w 5158787"/>
              <a:gd name="connsiteY19560" fmla="*/ 2253573 h 4489084"/>
              <a:gd name="connsiteX19561" fmla="*/ 1615831 w 5158787"/>
              <a:gd name="connsiteY19561" fmla="*/ 2239537 h 4489084"/>
              <a:gd name="connsiteX19562" fmla="*/ 1615831 w 5158787"/>
              <a:gd name="connsiteY19562" fmla="*/ 2238411 h 4489084"/>
              <a:gd name="connsiteX19563" fmla="*/ 1623944 w 5158787"/>
              <a:gd name="connsiteY19563" fmla="*/ 2224375 h 4489084"/>
              <a:gd name="connsiteX19564" fmla="*/ 1624951 w 5158787"/>
              <a:gd name="connsiteY19564" fmla="*/ 2223783 h 4489084"/>
              <a:gd name="connsiteX19565" fmla="*/ 1557257 w 5158787"/>
              <a:gd name="connsiteY19565" fmla="*/ 2223665 h 4489084"/>
              <a:gd name="connsiteX19566" fmla="*/ 1573604 w 5158787"/>
              <a:gd name="connsiteY19566" fmla="*/ 2223665 h 4489084"/>
              <a:gd name="connsiteX19567" fmla="*/ 1574611 w 5158787"/>
              <a:gd name="connsiteY19567" fmla="*/ 2224257 h 4489084"/>
              <a:gd name="connsiteX19568" fmla="*/ 1582783 w 5158787"/>
              <a:gd name="connsiteY19568" fmla="*/ 2238412 h 4489084"/>
              <a:gd name="connsiteX19569" fmla="*/ 1582783 w 5158787"/>
              <a:gd name="connsiteY19569" fmla="*/ 2239597 h 4489084"/>
              <a:gd name="connsiteX19570" fmla="*/ 1574611 w 5158787"/>
              <a:gd name="connsiteY19570" fmla="*/ 2253751 h 4489084"/>
              <a:gd name="connsiteX19571" fmla="*/ 1573604 w 5158787"/>
              <a:gd name="connsiteY19571" fmla="*/ 2254344 h 4489084"/>
              <a:gd name="connsiteX19572" fmla="*/ 1557257 w 5158787"/>
              <a:gd name="connsiteY19572" fmla="*/ 2254344 h 4489084"/>
              <a:gd name="connsiteX19573" fmla="*/ 1556251 w 5158787"/>
              <a:gd name="connsiteY19573" fmla="*/ 2253751 h 4489084"/>
              <a:gd name="connsiteX19574" fmla="*/ 1548078 w 5158787"/>
              <a:gd name="connsiteY19574" fmla="*/ 2239597 h 4489084"/>
              <a:gd name="connsiteX19575" fmla="*/ 1548078 w 5158787"/>
              <a:gd name="connsiteY19575" fmla="*/ 2238412 h 4489084"/>
              <a:gd name="connsiteX19576" fmla="*/ 1556251 w 5158787"/>
              <a:gd name="connsiteY19576" fmla="*/ 2224257 h 4489084"/>
              <a:gd name="connsiteX19577" fmla="*/ 1557257 w 5158787"/>
              <a:gd name="connsiteY19577" fmla="*/ 2223665 h 4489084"/>
              <a:gd name="connsiteX19578" fmla="*/ 4465210 w 5158787"/>
              <a:gd name="connsiteY19578" fmla="*/ 2223487 h 4489084"/>
              <a:gd name="connsiteX19579" fmla="*/ 4481793 w 5158787"/>
              <a:gd name="connsiteY19579" fmla="*/ 2223487 h 4489084"/>
              <a:gd name="connsiteX19580" fmla="*/ 4482800 w 5158787"/>
              <a:gd name="connsiteY19580" fmla="*/ 2224079 h 4489084"/>
              <a:gd name="connsiteX19581" fmla="*/ 4491091 w 5158787"/>
              <a:gd name="connsiteY19581" fmla="*/ 2238412 h 4489084"/>
              <a:gd name="connsiteX19582" fmla="*/ 4491091 w 5158787"/>
              <a:gd name="connsiteY19582" fmla="*/ 2239596 h 4489084"/>
              <a:gd name="connsiteX19583" fmla="*/ 4482800 w 5158787"/>
              <a:gd name="connsiteY19583" fmla="*/ 2253929 h 4489084"/>
              <a:gd name="connsiteX19584" fmla="*/ 4481793 w 5158787"/>
              <a:gd name="connsiteY19584" fmla="*/ 2254521 h 4489084"/>
              <a:gd name="connsiteX19585" fmla="*/ 4465210 w 5158787"/>
              <a:gd name="connsiteY19585" fmla="*/ 2254521 h 4489084"/>
              <a:gd name="connsiteX19586" fmla="*/ 4464203 w 5158787"/>
              <a:gd name="connsiteY19586" fmla="*/ 2253929 h 4489084"/>
              <a:gd name="connsiteX19587" fmla="*/ 4455911 w 5158787"/>
              <a:gd name="connsiteY19587" fmla="*/ 2239596 h 4489084"/>
              <a:gd name="connsiteX19588" fmla="*/ 4455911 w 5158787"/>
              <a:gd name="connsiteY19588" fmla="*/ 2238412 h 4489084"/>
              <a:gd name="connsiteX19589" fmla="*/ 4464203 w 5158787"/>
              <a:gd name="connsiteY19589" fmla="*/ 2224079 h 4489084"/>
              <a:gd name="connsiteX19590" fmla="*/ 4465210 w 5158787"/>
              <a:gd name="connsiteY19590" fmla="*/ 2223487 h 4489084"/>
              <a:gd name="connsiteX19591" fmla="*/ 1692350 w 5158787"/>
              <a:gd name="connsiteY19591" fmla="*/ 2223487 h 4489084"/>
              <a:gd name="connsiteX19592" fmla="*/ 1708933 w 5158787"/>
              <a:gd name="connsiteY19592" fmla="*/ 2223487 h 4489084"/>
              <a:gd name="connsiteX19593" fmla="*/ 1709940 w 5158787"/>
              <a:gd name="connsiteY19593" fmla="*/ 2224079 h 4489084"/>
              <a:gd name="connsiteX19594" fmla="*/ 1718232 w 5158787"/>
              <a:gd name="connsiteY19594" fmla="*/ 2238412 h 4489084"/>
              <a:gd name="connsiteX19595" fmla="*/ 1718232 w 5158787"/>
              <a:gd name="connsiteY19595" fmla="*/ 2239596 h 4489084"/>
              <a:gd name="connsiteX19596" fmla="*/ 1709940 w 5158787"/>
              <a:gd name="connsiteY19596" fmla="*/ 2253929 h 4489084"/>
              <a:gd name="connsiteX19597" fmla="*/ 1708933 w 5158787"/>
              <a:gd name="connsiteY19597" fmla="*/ 2254521 h 4489084"/>
              <a:gd name="connsiteX19598" fmla="*/ 1692350 w 5158787"/>
              <a:gd name="connsiteY19598" fmla="*/ 2254521 h 4489084"/>
              <a:gd name="connsiteX19599" fmla="*/ 1691343 w 5158787"/>
              <a:gd name="connsiteY19599" fmla="*/ 2253929 h 4489084"/>
              <a:gd name="connsiteX19600" fmla="*/ 1683052 w 5158787"/>
              <a:gd name="connsiteY19600" fmla="*/ 2239596 h 4489084"/>
              <a:gd name="connsiteX19601" fmla="*/ 1683052 w 5158787"/>
              <a:gd name="connsiteY19601" fmla="*/ 2238412 h 4489084"/>
              <a:gd name="connsiteX19602" fmla="*/ 1691343 w 5158787"/>
              <a:gd name="connsiteY19602" fmla="*/ 2224079 h 4489084"/>
              <a:gd name="connsiteX19603" fmla="*/ 1692350 w 5158787"/>
              <a:gd name="connsiteY19603" fmla="*/ 2223487 h 4489084"/>
              <a:gd name="connsiteX19604" fmla="*/ 1489445 w 5158787"/>
              <a:gd name="connsiteY19604" fmla="*/ 2223487 h 4489084"/>
              <a:gd name="connsiteX19605" fmla="*/ 1506028 w 5158787"/>
              <a:gd name="connsiteY19605" fmla="*/ 2223487 h 4489084"/>
              <a:gd name="connsiteX19606" fmla="*/ 1507035 w 5158787"/>
              <a:gd name="connsiteY19606" fmla="*/ 2224079 h 4489084"/>
              <a:gd name="connsiteX19607" fmla="*/ 1515327 w 5158787"/>
              <a:gd name="connsiteY19607" fmla="*/ 2238412 h 4489084"/>
              <a:gd name="connsiteX19608" fmla="*/ 1515327 w 5158787"/>
              <a:gd name="connsiteY19608" fmla="*/ 2239596 h 4489084"/>
              <a:gd name="connsiteX19609" fmla="*/ 1507035 w 5158787"/>
              <a:gd name="connsiteY19609" fmla="*/ 2253929 h 4489084"/>
              <a:gd name="connsiteX19610" fmla="*/ 1506028 w 5158787"/>
              <a:gd name="connsiteY19610" fmla="*/ 2254521 h 4489084"/>
              <a:gd name="connsiteX19611" fmla="*/ 1489445 w 5158787"/>
              <a:gd name="connsiteY19611" fmla="*/ 2254521 h 4489084"/>
              <a:gd name="connsiteX19612" fmla="*/ 1488438 w 5158787"/>
              <a:gd name="connsiteY19612" fmla="*/ 2253929 h 4489084"/>
              <a:gd name="connsiteX19613" fmla="*/ 1480147 w 5158787"/>
              <a:gd name="connsiteY19613" fmla="*/ 2239596 h 4489084"/>
              <a:gd name="connsiteX19614" fmla="*/ 1480147 w 5158787"/>
              <a:gd name="connsiteY19614" fmla="*/ 2238412 h 4489084"/>
              <a:gd name="connsiteX19615" fmla="*/ 1488438 w 5158787"/>
              <a:gd name="connsiteY19615" fmla="*/ 2224079 h 4489084"/>
              <a:gd name="connsiteX19616" fmla="*/ 1489445 w 5158787"/>
              <a:gd name="connsiteY19616" fmla="*/ 2223487 h 4489084"/>
              <a:gd name="connsiteX19617" fmla="*/ 4532844 w 5158787"/>
              <a:gd name="connsiteY19617" fmla="*/ 2223369 h 4489084"/>
              <a:gd name="connsiteX19618" fmla="*/ 4549487 w 5158787"/>
              <a:gd name="connsiteY19618" fmla="*/ 2223369 h 4489084"/>
              <a:gd name="connsiteX19619" fmla="*/ 4550494 w 5158787"/>
              <a:gd name="connsiteY19619" fmla="*/ 2223961 h 4489084"/>
              <a:gd name="connsiteX19620" fmla="*/ 4558844 w 5158787"/>
              <a:gd name="connsiteY19620" fmla="*/ 2238412 h 4489084"/>
              <a:gd name="connsiteX19621" fmla="*/ 4558844 w 5158787"/>
              <a:gd name="connsiteY19621" fmla="*/ 2239597 h 4489084"/>
              <a:gd name="connsiteX19622" fmla="*/ 4550494 w 5158787"/>
              <a:gd name="connsiteY19622" fmla="*/ 2254048 h 4489084"/>
              <a:gd name="connsiteX19623" fmla="*/ 4549487 w 5158787"/>
              <a:gd name="connsiteY19623" fmla="*/ 2254640 h 4489084"/>
              <a:gd name="connsiteX19624" fmla="*/ 4532844 w 5158787"/>
              <a:gd name="connsiteY19624" fmla="*/ 2254640 h 4489084"/>
              <a:gd name="connsiteX19625" fmla="*/ 4531838 w 5158787"/>
              <a:gd name="connsiteY19625" fmla="*/ 2254048 h 4489084"/>
              <a:gd name="connsiteX19626" fmla="*/ 4523487 w 5158787"/>
              <a:gd name="connsiteY19626" fmla="*/ 2239597 h 4489084"/>
              <a:gd name="connsiteX19627" fmla="*/ 4523487 w 5158787"/>
              <a:gd name="connsiteY19627" fmla="*/ 2238412 h 4489084"/>
              <a:gd name="connsiteX19628" fmla="*/ 4531838 w 5158787"/>
              <a:gd name="connsiteY19628" fmla="*/ 2223961 h 4489084"/>
              <a:gd name="connsiteX19629" fmla="*/ 4532844 w 5158787"/>
              <a:gd name="connsiteY19629" fmla="*/ 2223369 h 4489084"/>
              <a:gd name="connsiteX19630" fmla="*/ 1827620 w 5158787"/>
              <a:gd name="connsiteY19630" fmla="*/ 2223369 h 4489084"/>
              <a:gd name="connsiteX19631" fmla="*/ 1844262 w 5158787"/>
              <a:gd name="connsiteY19631" fmla="*/ 2223369 h 4489084"/>
              <a:gd name="connsiteX19632" fmla="*/ 1845269 w 5158787"/>
              <a:gd name="connsiteY19632" fmla="*/ 2223961 h 4489084"/>
              <a:gd name="connsiteX19633" fmla="*/ 1853620 w 5158787"/>
              <a:gd name="connsiteY19633" fmla="*/ 2238412 h 4489084"/>
              <a:gd name="connsiteX19634" fmla="*/ 1853620 w 5158787"/>
              <a:gd name="connsiteY19634" fmla="*/ 2239597 h 4489084"/>
              <a:gd name="connsiteX19635" fmla="*/ 1845269 w 5158787"/>
              <a:gd name="connsiteY19635" fmla="*/ 2254048 h 4489084"/>
              <a:gd name="connsiteX19636" fmla="*/ 1844262 w 5158787"/>
              <a:gd name="connsiteY19636" fmla="*/ 2254640 h 4489084"/>
              <a:gd name="connsiteX19637" fmla="*/ 1827620 w 5158787"/>
              <a:gd name="connsiteY19637" fmla="*/ 2254640 h 4489084"/>
              <a:gd name="connsiteX19638" fmla="*/ 1826614 w 5158787"/>
              <a:gd name="connsiteY19638" fmla="*/ 2254048 h 4489084"/>
              <a:gd name="connsiteX19639" fmla="*/ 1818263 w 5158787"/>
              <a:gd name="connsiteY19639" fmla="*/ 2239597 h 4489084"/>
              <a:gd name="connsiteX19640" fmla="*/ 1818263 w 5158787"/>
              <a:gd name="connsiteY19640" fmla="*/ 2238412 h 4489084"/>
              <a:gd name="connsiteX19641" fmla="*/ 1826614 w 5158787"/>
              <a:gd name="connsiteY19641" fmla="*/ 2223961 h 4489084"/>
              <a:gd name="connsiteX19642" fmla="*/ 1827620 w 5158787"/>
              <a:gd name="connsiteY19642" fmla="*/ 2223369 h 4489084"/>
              <a:gd name="connsiteX19643" fmla="*/ 2233193 w 5158787"/>
              <a:gd name="connsiteY19643" fmla="*/ 2223072 h 4489084"/>
              <a:gd name="connsiteX19644" fmla="*/ 2250191 w 5158787"/>
              <a:gd name="connsiteY19644" fmla="*/ 2223072 h 4489084"/>
              <a:gd name="connsiteX19645" fmla="*/ 2251257 w 5158787"/>
              <a:gd name="connsiteY19645" fmla="*/ 2223664 h 4489084"/>
              <a:gd name="connsiteX19646" fmla="*/ 2259726 w 5158787"/>
              <a:gd name="connsiteY19646" fmla="*/ 2238411 h 4489084"/>
              <a:gd name="connsiteX19647" fmla="*/ 2259726 w 5158787"/>
              <a:gd name="connsiteY19647" fmla="*/ 2239596 h 4489084"/>
              <a:gd name="connsiteX19648" fmla="*/ 2251198 w 5158787"/>
              <a:gd name="connsiteY19648" fmla="*/ 2254343 h 4489084"/>
              <a:gd name="connsiteX19649" fmla="*/ 2250132 w 5158787"/>
              <a:gd name="connsiteY19649" fmla="*/ 2254935 h 4489084"/>
              <a:gd name="connsiteX19650" fmla="*/ 2233134 w 5158787"/>
              <a:gd name="connsiteY19650" fmla="*/ 2254935 h 4489084"/>
              <a:gd name="connsiteX19651" fmla="*/ 2232068 w 5158787"/>
              <a:gd name="connsiteY19651" fmla="*/ 2254343 h 4489084"/>
              <a:gd name="connsiteX19652" fmla="*/ 2223599 w 5158787"/>
              <a:gd name="connsiteY19652" fmla="*/ 2239596 h 4489084"/>
              <a:gd name="connsiteX19653" fmla="*/ 2223599 w 5158787"/>
              <a:gd name="connsiteY19653" fmla="*/ 2238411 h 4489084"/>
              <a:gd name="connsiteX19654" fmla="*/ 2232127 w 5158787"/>
              <a:gd name="connsiteY19654" fmla="*/ 2223664 h 4489084"/>
              <a:gd name="connsiteX19655" fmla="*/ 2233193 w 5158787"/>
              <a:gd name="connsiteY19655" fmla="*/ 2223072 h 4489084"/>
              <a:gd name="connsiteX19656" fmla="*/ 2165439 w 5158787"/>
              <a:gd name="connsiteY19656" fmla="*/ 2222836 h 4489084"/>
              <a:gd name="connsiteX19657" fmla="*/ 2182674 w 5158787"/>
              <a:gd name="connsiteY19657" fmla="*/ 2222836 h 4489084"/>
              <a:gd name="connsiteX19658" fmla="*/ 2183740 w 5158787"/>
              <a:gd name="connsiteY19658" fmla="*/ 2223428 h 4489084"/>
              <a:gd name="connsiteX19659" fmla="*/ 2192328 w 5158787"/>
              <a:gd name="connsiteY19659" fmla="*/ 2238353 h 4489084"/>
              <a:gd name="connsiteX19660" fmla="*/ 2192328 w 5158787"/>
              <a:gd name="connsiteY19660" fmla="*/ 2239597 h 4489084"/>
              <a:gd name="connsiteX19661" fmla="*/ 2183681 w 5158787"/>
              <a:gd name="connsiteY19661" fmla="*/ 2254521 h 4489084"/>
              <a:gd name="connsiteX19662" fmla="*/ 2182615 w 5158787"/>
              <a:gd name="connsiteY19662" fmla="*/ 2255114 h 4489084"/>
              <a:gd name="connsiteX19663" fmla="*/ 2165381 w 5158787"/>
              <a:gd name="connsiteY19663" fmla="*/ 2255114 h 4489084"/>
              <a:gd name="connsiteX19664" fmla="*/ 2164314 w 5158787"/>
              <a:gd name="connsiteY19664" fmla="*/ 2254521 h 4489084"/>
              <a:gd name="connsiteX19665" fmla="*/ 2155727 w 5158787"/>
              <a:gd name="connsiteY19665" fmla="*/ 2239597 h 4489084"/>
              <a:gd name="connsiteX19666" fmla="*/ 2155727 w 5158787"/>
              <a:gd name="connsiteY19666" fmla="*/ 2238353 h 4489084"/>
              <a:gd name="connsiteX19667" fmla="*/ 2164373 w 5158787"/>
              <a:gd name="connsiteY19667" fmla="*/ 2223428 h 4489084"/>
              <a:gd name="connsiteX19668" fmla="*/ 2165439 w 5158787"/>
              <a:gd name="connsiteY19668" fmla="*/ 2222836 h 4489084"/>
              <a:gd name="connsiteX19669" fmla="*/ 1421514 w 5158787"/>
              <a:gd name="connsiteY19669" fmla="*/ 2222836 h 4489084"/>
              <a:gd name="connsiteX19670" fmla="*/ 1438748 w 5158787"/>
              <a:gd name="connsiteY19670" fmla="*/ 2222836 h 4489084"/>
              <a:gd name="connsiteX19671" fmla="*/ 1439814 w 5158787"/>
              <a:gd name="connsiteY19671" fmla="*/ 2223428 h 4489084"/>
              <a:gd name="connsiteX19672" fmla="*/ 1448402 w 5158787"/>
              <a:gd name="connsiteY19672" fmla="*/ 2238353 h 4489084"/>
              <a:gd name="connsiteX19673" fmla="*/ 1448402 w 5158787"/>
              <a:gd name="connsiteY19673" fmla="*/ 2239597 h 4489084"/>
              <a:gd name="connsiteX19674" fmla="*/ 1439755 w 5158787"/>
              <a:gd name="connsiteY19674" fmla="*/ 2254521 h 4489084"/>
              <a:gd name="connsiteX19675" fmla="*/ 1438689 w 5158787"/>
              <a:gd name="connsiteY19675" fmla="*/ 2255114 h 4489084"/>
              <a:gd name="connsiteX19676" fmla="*/ 1421454 w 5158787"/>
              <a:gd name="connsiteY19676" fmla="*/ 2255114 h 4489084"/>
              <a:gd name="connsiteX19677" fmla="*/ 1420388 w 5158787"/>
              <a:gd name="connsiteY19677" fmla="*/ 2254521 h 4489084"/>
              <a:gd name="connsiteX19678" fmla="*/ 1411801 w 5158787"/>
              <a:gd name="connsiteY19678" fmla="*/ 2239597 h 4489084"/>
              <a:gd name="connsiteX19679" fmla="*/ 1411801 w 5158787"/>
              <a:gd name="connsiteY19679" fmla="*/ 2238353 h 4489084"/>
              <a:gd name="connsiteX19680" fmla="*/ 1420448 w 5158787"/>
              <a:gd name="connsiteY19680" fmla="*/ 2223428 h 4489084"/>
              <a:gd name="connsiteX19681" fmla="*/ 1421514 w 5158787"/>
              <a:gd name="connsiteY19681" fmla="*/ 2222836 h 4489084"/>
              <a:gd name="connsiteX19682" fmla="*/ 2435862 w 5158787"/>
              <a:gd name="connsiteY19682" fmla="*/ 2222658 h 4489084"/>
              <a:gd name="connsiteX19683" fmla="*/ 2453333 w 5158787"/>
              <a:gd name="connsiteY19683" fmla="*/ 2222658 h 4489084"/>
              <a:gd name="connsiteX19684" fmla="*/ 2454399 w 5158787"/>
              <a:gd name="connsiteY19684" fmla="*/ 2223250 h 4489084"/>
              <a:gd name="connsiteX19685" fmla="*/ 2463105 w 5158787"/>
              <a:gd name="connsiteY19685" fmla="*/ 2238352 h 4489084"/>
              <a:gd name="connsiteX19686" fmla="*/ 2463105 w 5158787"/>
              <a:gd name="connsiteY19686" fmla="*/ 2239596 h 4489084"/>
              <a:gd name="connsiteX19687" fmla="*/ 2454399 w 5158787"/>
              <a:gd name="connsiteY19687" fmla="*/ 2254699 h 4489084"/>
              <a:gd name="connsiteX19688" fmla="*/ 2453333 w 5158787"/>
              <a:gd name="connsiteY19688" fmla="*/ 2255291 h 4489084"/>
              <a:gd name="connsiteX19689" fmla="*/ 2435862 w 5158787"/>
              <a:gd name="connsiteY19689" fmla="*/ 2255291 h 4489084"/>
              <a:gd name="connsiteX19690" fmla="*/ 2434796 w 5158787"/>
              <a:gd name="connsiteY19690" fmla="*/ 2254699 h 4489084"/>
              <a:gd name="connsiteX19691" fmla="*/ 2426090 w 5158787"/>
              <a:gd name="connsiteY19691" fmla="*/ 2239596 h 4489084"/>
              <a:gd name="connsiteX19692" fmla="*/ 2426090 w 5158787"/>
              <a:gd name="connsiteY19692" fmla="*/ 2238352 h 4489084"/>
              <a:gd name="connsiteX19693" fmla="*/ 2434796 w 5158787"/>
              <a:gd name="connsiteY19693" fmla="*/ 2223250 h 4489084"/>
              <a:gd name="connsiteX19694" fmla="*/ 2435862 w 5158787"/>
              <a:gd name="connsiteY19694" fmla="*/ 2222658 h 4489084"/>
              <a:gd name="connsiteX19695" fmla="*/ 2503437 w 5158787"/>
              <a:gd name="connsiteY19695" fmla="*/ 2222421 h 4489084"/>
              <a:gd name="connsiteX19696" fmla="*/ 2521086 w 5158787"/>
              <a:gd name="connsiteY19696" fmla="*/ 2222421 h 4489084"/>
              <a:gd name="connsiteX19697" fmla="*/ 2522152 w 5158787"/>
              <a:gd name="connsiteY19697" fmla="*/ 2223072 h 4489084"/>
              <a:gd name="connsiteX19698" fmla="*/ 2530977 w 5158787"/>
              <a:gd name="connsiteY19698" fmla="*/ 2238353 h 4489084"/>
              <a:gd name="connsiteX19699" fmla="*/ 2530977 w 5158787"/>
              <a:gd name="connsiteY19699" fmla="*/ 2239596 h 4489084"/>
              <a:gd name="connsiteX19700" fmla="*/ 2522152 w 5158787"/>
              <a:gd name="connsiteY19700" fmla="*/ 2254877 h 4489084"/>
              <a:gd name="connsiteX19701" fmla="*/ 2521086 w 5158787"/>
              <a:gd name="connsiteY19701" fmla="*/ 2255528 h 4489084"/>
              <a:gd name="connsiteX19702" fmla="*/ 2503437 w 5158787"/>
              <a:gd name="connsiteY19702" fmla="*/ 2255528 h 4489084"/>
              <a:gd name="connsiteX19703" fmla="*/ 2502371 w 5158787"/>
              <a:gd name="connsiteY19703" fmla="*/ 2254877 h 4489084"/>
              <a:gd name="connsiteX19704" fmla="*/ 2493547 w 5158787"/>
              <a:gd name="connsiteY19704" fmla="*/ 2239596 h 4489084"/>
              <a:gd name="connsiteX19705" fmla="*/ 2493547 w 5158787"/>
              <a:gd name="connsiteY19705" fmla="*/ 2238353 h 4489084"/>
              <a:gd name="connsiteX19706" fmla="*/ 2502371 w 5158787"/>
              <a:gd name="connsiteY19706" fmla="*/ 2223072 h 4489084"/>
              <a:gd name="connsiteX19707" fmla="*/ 2503437 w 5158787"/>
              <a:gd name="connsiteY19707" fmla="*/ 2222421 h 4489084"/>
              <a:gd name="connsiteX19708" fmla="*/ 2300474 w 5158787"/>
              <a:gd name="connsiteY19708" fmla="*/ 2222303 h 4489084"/>
              <a:gd name="connsiteX19709" fmla="*/ 2318241 w 5158787"/>
              <a:gd name="connsiteY19709" fmla="*/ 2222303 h 4489084"/>
              <a:gd name="connsiteX19710" fmla="*/ 2319307 w 5158787"/>
              <a:gd name="connsiteY19710" fmla="*/ 2222954 h 4489084"/>
              <a:gd name="connsiteX19711" fmla="*/ 2328191 w 5158787"/>
              <a:gd name="connsiteY19711" fmla="*/ 2238353 h 4489084"/>
              <a:gd name="connsiteX19712" fmla="*/ 2328191 w 5158787"/>
              <a:gd name="connsiteY19712" fmla="*/ 2239597 h 4489084"/>
              <a:gd name="connsiteX19713" fmla="*/ 2319307 w 5158787"/>
              <a:gd name="connsiteY19713" fmla="*/ 2254995 h 4489084"/>
              <a:gd name="connsiteX19714" fmla="*/ 2318241 w 5158787"/>
              <a:gd name="connsiteY19714" fmla="*/ 2255646 h 4489084"/>
              <a:gd name="connsiteX19715" fmla="*/ 2300474 w 5158787"/>
              <a:gd name="connsiteY19715" fmla="*/ 2255646 h 4489084"/>
              <a:gd name="connsiteX19716" fmla="*/ 2299407 w 5158787"/>
              <a:gd name="connsiteY19716" fmla="*/ 2254995 h 4489084"/>
              <a:gd name="connsiteX19717" fmla="*/ 2290524 w 5158787"/>
              <a:gd name="connsiteY19717" fmla="*/ 2239597 h 4489084"/>
              <a:gd name="connsiteX19718" fmla="*/ 2290524 w 5158787"/>
              <a:gd name="connsiteY19718" fmla="*/ 2238353 h 4489084"/>
              <a:gd name="connsiteX19719" fmla="*/ 2299407 w 5158787"/>
              <a:gd name="connsiteY19719" fmla="*/ 2222954 h 4489084"/>
              <a:gd name="connsiteX19720" fmla="*/ 2300474 w 5158787"/>
              <a:gd name="connsiteY19720" fmla="*/ 2222303 h 4489084"/>
              <a:gd name="connsiteX19721" fmla="*/ 1286006 w 5158787"/>
              <a:gd name="connsiteY19721" fmla="*/ 2222303 h 4489084"/>
              <a:gd name="connsiteX19722" fmla="*/ 1303774 w 5158787"/>
              <a:gd name="connsiteY19722" fmla="*/ 2222303 h 4489084"/>
              <a:gd name="connsiteX19723" fmla="*/ 1304840 w 5158787"/>
              <a:gd name="connsiteY19723" fmla="*/ 2222954 h 4489084"/>
              <a:gd name="connsiteX19724" fmla="*/ 1313724 w 5158787"/>
              <a:gd name="connsiteY19724" fmla="*/ 2238353 h 4489084"/>
              <a:gd name="connsiteX19725" fmla="*/ 1313724 w 5158787"/>
              <a:gd name="connsiteY19725" fmla="*/ 2239597 h 4489084"/>
              <a:gd name="connsiteX19726" fmla="*/ 1304840 w 5158787"/>
              <a:gd name="connsiteY19726" fmla="*/ 2254995 h 4489084"/>
              <a:gd name="connsiteX19727" fmla="*/ 1303774 w 5158787"/>
              <a:gd name="connsiteY19727" fmla="*/ 2255646 h 4489084"/>
              <a:gd name="connsiteX19728" fmla="*/ 1286006 w 5158787"/>
              <a:gd name="connsiteY19728" fmla="*/ 2255646 h 4489084"/>
              <a:gd name="connsiteX19729" fmla="*/ 1284940 w 5158787"/>
              <a:gd name="connsiteY19729" fmla="*/ 2254995 h 4489084"/>
              <a:gd name="connsiteX19730" fmla="*/ 1276057 w 5158787"/>
              <a:gd name="connsiteY19730" fmla="*/ 2239597 h 4489084"/>
              <a:gd name="connsiteX19731" fmla="*/ 1276057 w 5158787"/>
              <a:gd name="connsiteY19731" fmla="*/ 2238353 h 4489084"/>
              <a:gd name="connsiteX19732" fmla="*/ 1284940 w 5158787"/>
              <a:gd name="connsiteY19732" fmla="*/ 2222954 h 4489084"/>
              <a:gd name="connsiteX19733" fmla="*/ 1286006 w 5158787"/>
              <a:gd name="connsiteY19733" fmla="*/ 2222303 h 4489084"/>
              <a:gd name="connsiteX19734" fmla="*/ 1894604 w 5158787"/>
              <a:gd name="connsiteY19734" fmla="*/ 2222244 h 4489084"/>
              <a:gd name="connsiteX19735" fmla="*/ 1912490 w 5158787"/>
              <a:gd name="connsiteY19735" fmla="*/ 2222244 h 4489084"/>
              <a:gd name="connsiteX19736" fmla="*/ 1913556 w 5158787"/>
              <a:gd name="connsiteY19736" fmla="*/ 2222895 h 4489084"/>
              <a:gd name="connsiteX19737" fmla="*/ 1922499 w 5158787"/>
              <a:gd name="connsiteY19737" fmla="*/ 2238412 h 4489084"/>
              <a:gd name="connsiteX19738" fmla="*/ 1922499 w 5158787"/>
              <a:gd name="connsiteY19738" fmla="*/ 2239656 h 4489084"/>
              <a:gd name="connsiteX19739" fmla="*/ 1913556 w 5158787"/>
              <a:gd name="connsiteY19739" fmla="*/ 2255173 h 4489084"/>
              <a:gd name="connsiteX19740" fmla="*/ 1912490 w 5158787"/>
              <a:gd name="connsiteY19740" fmla="*/ 2255825 h 4489084"/>
              <a:gd name="connsiteX19741" fmla="*/ 1894604 w 5158787"/>
              <a:gd name="connsiteY19741" fmla="*/ 2255825 h 4489084"/>
              <a:gd name="connsiteX19742" fmla="*/ 1893538 w 5158787"/>
              <a:gd name="connsiteY19742" fmla="*/ 2255173 h 4489084"/>
              <a:gd name="connsiteX19743" fmla="*/ 1884595 w 5158787"/>
              <a:gd name="connsiteY19743" fmla="*/ 2239656 h 4489084"/>
              <a:gd name="connsiteX19744" fmla="*/ 1884595 w 5158787"/>
              <a:gd name="connsiteY19744" fmla="*/ 2238412 h 4489084"/>
              <a:gd name="connsiteX19745" fmla="*/ 1893538 w 5158787"/>
              <a:gd name="connsiteY19745" fmla="*/ 2222895 h 4489084"/>
              <a:gd name="connsiteX19746" fmla="*/ 1894604 w 5158787"/>
              <a:gd name="connsiteY19746" fmla="*/ 2222244 h 4489084"/>
              <a:gd name="connsiteX19747" fmla="*/ 4599769 w 5158787"/>
              <a:gd name="connsiteY19747" fmla="*/ 2222125 h 4489084"/>
              <a:gd name="connsiteX19748" fmla="*/ 4617774 w 5158787"/>
              <a:gd name="connsiteY19748" fmla="*/ 2222125 h 4489084"/>
              <a:gd name="connsiteX19749" fmla="*/ 4618899 w 5158787"/>
              <a:gd name="connsiteY19749" fmla="*/ 2222776 h 4489084"/>
              <a:gd name="connsiteX19750" fmla="*/ 4627901 w 5158787"/>
              <a:gd name="connsiteY19750" fmla="*/ 2238353 h 4489084"/>
              <a:gd name="connsiteX19751" fmla="*/ 4627901 w 5158787"/>
              <a:gd name="connsiteY19751" fmla="*/ 2239596 h 4489084"/>
              <a:gd name="connsiteX19752" fmla="*/ 4618899 w 5158787"/>
              <a:gd name="connsiteY19752" fmla="*/ 2255173 h 4489084"/>
              <a:gd name="connsiteX19753" fmla="*/ 4617774 w 5158787"/>
              <a:gd name="connsiteY19753" fmla="*/ 2255824 h 4489084"/>
              <a:gd name="connsiteX19754" fmla="*/ 4599769 w 5158787"/>
              <a:gd name="connsiteY19754" fmla="*/ 2255824 h 4489084"/>
              <a:gd name="connsiteX19755" fmla="*/ 4598643 w 5158787"/>
              <a:gd name="connsiteY19755" fmla="*/ 2255173 h 4489084"/>
              <a:gd name="connsiteX19756" fmla="*/ 4589642 w 5158787"/>
              <a:gd name="connsiteY19756" fmla="*/ 2239596 h 4489084"/>
              <a:gd name="connsiteX19757" fmla="*/ 4589642 w 5158787"/>
              <a:gd name="connsiteY19757" fmla="*/ 2238353 h 4489084"/>
              <a:gd name="connsiteX19758" fmla="*/ 4598643 w 5158787"/>
              <a:gd name="connsiteY19758" fmla="*/ 2222776 h 4489084"/>
              <a:gd name="connsiteX19759" fmla="*/ 4599769 w 5158787"/>
              <a:gd name="connsiteY19759" fmla="*/ 2222125 h 4489084"/>
              <a:gd name="connsiteX19760" fmla="*/ 2638353 w 5158787"/>
              <a:gd name="connsiteY19760" fmla="*/ 2221888 h 4489084"/>
              <a:gd name="connsiteX19761" fmla="*/ 2656594 w 5158787"/>
              <a:gd name="connsiteY19761" fmla="*/ 2221888 h 4489084"/>
              <a:gd name="connsiteX19762" fmla="*/ 2657719 w 5158787"/>
              <a:gd name="connsiteY19762" fmla="*/ 2222539 h 4489084"/>
              <a:gd name="connsiteX19763" fmla="*/ 2666840 w 5158787"/>
              <a:gd name="connsiteY19763" fmla="*/ 2238293 h 4489084"/>
              <a:gd name="connsiteX19764" fmla="*/ 2666840 w 5158787"/>
              <a:gd name="connsiteY19764" fmla="*/ 2239596 h 4489084"/>
              <a:gd name="connsiteX19765" fmla="*/ 2657719 w 5158787"/>
              <a:gd name="connsiteY19765" fmla="*/ 2255350 h 4489084"/>
              <a:gd name="connsiteX19766" fmla="*/ 2656594 w 5158787"/>
              <a:gd name="connsiteY19766" fmla="*/ 2256001 h 4489084"/>
              <a:gd name="connsiteX19767" fmla="*/ 2638353 w 5158787"/>
              <a:gd name="connsiteY19767" fmla="*/ 2256001 h 4489084"/>
              <a:gd name="connsiteX19768" fmla="*/ 2637227 w 5158787"/>
              <a:gd name="connsiteY19768" fmla="*/ 2255350 h 4489084"/>
              <a:gd name="connsiteX19769" fmla="*/ 2628107 w 5158787"/>
              <a:gd name="connsiteY19769" fmla="*/ 2239596 h 4489084"/>
              <a:gd name="connsiteX19770" fmla="*/ 2628107 w 5158787"/>
              <a:gd name="connsiteY19770" fmla="*/ 2238293 h 4489084"/>
              <a:gd name="connsiteX19771" fmla="*/ 2637227 w 5158787"/>
              <a:gd name="connsiteY19771" fmla="*/ 2222539 h 4489084"/>
              <a:gd name="connsiteX19772" fmla="*/ 2638353 w 5158787"/>
              <a:gd name="connsiteY19772" fmla="*/ 2221888 h 4489084"/>
              <a:gd name="connsiteX19773" fmla="*/ 1962061 w 5158787"/>
              <a:gd name="connsiteY19773" fmla="*/ 2221888 h 4489084"/>
              <a:gd name="connsiteX19774" fmla="*/ 1980302 w 5158787"/>
              <a:gd name="connsiteY19774" fmla="*/ 2221888 h 4489084"/>
              <a:gd name="connsiteX19775" fmla="*/ 1981427 w 5158787"/>
              <a:gd name="connsiteY19775" fmla="*/ 2222539 h 4489084"/>
              <a:gd name="connsiteX19776" fmla="*/ 1990548 w 5158787"/>
              <a:gd name="connsiteY19776" fmla="*/ 2238293 h 4489084"/>
              <a:gd name="connsiteX19777" fmla="*/ 1990548 w 5158787"/>
              <a:gd name="connsiteY19777" fmla="*/ 2239596 h 4489084"/>
              <a:gd name="connsiteX19778" fmla="*/ 1981427 w 5158787"/>
              <a:gd name="connsiteY19778" fmla="*/ 2255350 h 4489084"/>
              <a:gd name="connsiteX19779" fmla="*/ 1980302 w 5158787"/>
              <a:gd name="connsiteY19779" fmla="*/ 2256001 h 4489084"/>
              <a:gd name="connsiteX19780" fmla="*/ 1962061 w 5158787"/>
              <a:gd name="connsiteY19780" fmla="*/ 2256001 h 4489084"/>
              <a:gd name="connsiteX19781" fmla="*/ 1960935 w 5158787"/>
              <a:gd name="connsiteY19781" fmla="*/ 2255350 h 4489084"/>
              <a:gd name="connsiteX19782" fmla="*/ 1951815 w 5158787"/>
              <a:gd name="connsiteY19782" fmla="*/ 2239596 h 4489084"/>
              <a:gd name="connsiteX19783" fmla="*/ 1951815 w 5158787"/>
              <a:gd name="connsiteY19783" fmla="*/ 2238293 h 4489084"/>
              <a:gd name="connsiteX19784" fmla="*/ 1960935 w 5158787"/>
              <a:gd name="connsiteY19784" fmla="*/ 2222539 h 4489084"/>
              <a:gd name="connsiteX19785" fmla="*/ 1962061 w 5158787"/>
              <a:gd name="connsiteY19785" fmla="*/ 2221888 h 4489084"/>
              <a:gd name="connsiteX19786" fmla="*/ 3585183 w 5158787"/>
              <a:gd name="connsiteY19786" fmla="*/ 2221829 h 4489084"/>
              <a:gd name="connsiteX19787" fmla="*/ 3603484 w 5158787"/>
              <a:gd name="connsiteY19787" fmla="*/ 2221829 h 4489084"/>
              <a:gd name="connsiteX19788" fmla="*/ 3604609 w 5158787"/>
              <a:gd name="connsiteY19788" fmla="*/ 2222480 h 4489084"/>
              <a:gd name="connsiteX19789" fmla="*/ 3613790 w 5158787"/>
              <a:gd name="connsiteY19789" fmla="*/ 2238353 h 4489084"/>
              <a:gd name="connsiteX19790" fmla="*/ 3613790 w 5158787"/>
              <a:gd name="connsiteY19790" fmla="*/ 2239656 h 4489084"/>
              <a:gd name="connsiteX19791" fmla="*/ 3604609 w 5158787"/>
              <a:gd name="connsiteY19791" fmla="*/ 2255528 h 4489084"/>
              <a:gd name="connsiteX19792" fmla="*/ 3603484 w 5158787"/>
              <a:gd name="connsiteY19792" fmla="*/ 2256179 h 4489084"/>
              <a:gd name="connsiteX19793" fmla="*/ 3585183 w 5158787"/>
              <a:gd name="connsiteY19793" fmla="*/ 2256179 h 4489084"/>
              <a:gd name="connsiteX19794" fmla="*/ 3584058 w 5158787"/>
              <a:gd name="connsiteY19794" fmla="*/ 2255528 h 4489084"/>
              <a:gd name="connsiteX19795" fmla="*/ 3574878 w 5158787"/>
              <a:gd name="connsiteY19795" fmla="*/ 2239656 h 4489084"/>
              <a:gd name="connsiteX19796" fmla="*/ 3574878 w 5158787"/>
              <a:gd name="connsiteY19796" fmla="*/ 2238353 h 4489084"/>
              <a:gd name="connsiteX19797" fmla="*/ 3584058 w 5158787"/>
              <a:gd name="connsiteY19797" fmla="*/ 2222480 h 4489084"/>
              <a:gd name="connsiteX19798" fmla="*/ 3585183 w 5158787"/>
              <a:gd name="connsiteY19798" fmla="*/ 2221829 h 4489084"/>
              <a:gd name="connsiteX19799" fmla="*/ 1353405 w 5158787"/>
              <a:gd name="connsiteY19799" fmla="*/ 2221829 h 4489084"/>
              <a:gd name="connsiteX19800" fmla="*/ 1371705 w 5158787"/>
              <a:gd name="connsiteY19800" fmla="*/ 2221829 h 4489084"/>
              <a:gd name="connsiteX19801" fmla="*/ 1372831 w 5158787"/>
              <a:gd name="connsiteY19801" fmla="*/ 2222480 h 4489084"/>
              <a:gd name="connsiteX19802" fmla="*/ 1382011 w 5158787"/>
              <a:gd name="connsiteY19802" fmla="*/ 2238353 h 4489084"/>
              <a:gd name="connsiteX19803" fmla="*/ 1382011 w 5158787"/>
              <a:gd name="connsiteY19803" fmla="*/ 2239656 h 4489084"/>
              <a:gd name="connsiteX19804" fmla="*/ 1372831 w 5158787"/>
              <a:gd name="connsiteY19804" fmla="*/ 2255528 h 4489084"/>
              <a:gd name="connsiteX19805" fmla="*/ 1371705 w 5158787"/>
              <a:gd name="connsiteY19805" fmla="*/ 2256179 h 4489084"/>
              <a:gd name="connsiteX19806" fmla="*/ 1353405 w 5158787"/>
              <a:gd name="connsiteY19806" fmla="*/ 2256179 h 4489084"/>
              <a:gd name="connsiteX19807" fmla="*/ 1352279 w 5158787"/>
              <a:gd name="connsiteY19807" fmla="*/ 2255528 h 4489084"/>
              <a:gd name="connsiteX19808" fmla="*/ 1343100 w 5158787"/>
              <a:gd name="connsiteY19808" fmla="*/ 2239656 h 4489084"/>
              <a:gd name="connsiteX19809" fmla="*/ 1343100 w 5158787"/>
              <a:gd name="connsiteY19809" fmla="*/ 2238353 h 4489084"/>
              <a:gd name="connsiteX19810" fmla="*/ 1352279 w 5158787"/>
              <a:gd name="connsiteY19810" fmla="*/ 2222480 h 4489084"/>
              <a:gd name="connsiteX19811" fmla="*/ 1353405 w 5158787"/>
              <a:gd name="connsiteY19811" fmla="*/ 2221829 h 4489084"/>
              <a:gd name="connsiteX19812" fmla="*/ 2570599 w 5158787"/>
              <a:gd name="connsiteY19812" fmla="*/ 2221592 h 4489084"/>
              <a:gd name="connsiteX19813" fmla="*/ 2589137 w 5158787"/>
              <a:gd name="connsiteY19813" fmla="*/ 2221592 h 4489084"/>
              <a:gd name="connsiteX19814" fmla="*/ 2590262 w 5158787"/>
              <a:gd name="connsiteY19814" fmla="*/ 2222244 h 4489084"/>
              <a:gd name="connsiteX19815" fmla="*/ 2599501 w 5158787"/>
              <a:gd name="connsiteY19815" fmla="*/ 2238294 h 4489084"/>
              <a:gd name="connsiteX19816" fmla="*/ 2599501 w 5158787"/>
              <a:gd name="connsiteY19816" fmla="*/ 2239597 h 4489084"/>
              <a:gd name="connsiteX19817" fmla="*/ 2590203 w 5158787"/>
              <a:gd name="connsiteY19817" fmla="*/ 2255646 h 4489084"/>
              <a:gd name="connsiteX19818" fmla="*/ 2589077 w 5158787"/>
              <a:gd name="connsiteY19818" fmla="*/ 2256298 h 4489084"/>
              <a:gd name="connsiteX19819" fmla="*/ 2570540 w 5158787"/>
              <a:gd name="connsiteY19819" fmla="*/ 2256298 h 4489084"/>
              <a:gd name="connsiteX19820" fmla="*/ 2569415 w 5158787"/>
              <a:gd name="connsiteY19820" fmla="*/ 2255646 h 4489084"/>
              <a:gd name="connsiteX19821" fmla="*/ 2560176 w 5158787"/>
              <a:gd name="connsiteY19821" fmla="*/ 2239597 h 4489084"/>
              <a:gd name="connsiteX19822" fmla="*/ 2560176 w 5158787"/>
              <a:gd name="connsiteY19822" fmla="*/ 2238294 h 4489084"/>
              <a:gd name="connsiteX19823" fmla="*/ 2569474 w 5158787"/>
              <a:gd name="connsiteY19823" fmla="*/ 2222244 h 4489084"/>
              <a:gd name="connsiteX19824" fmla="*/ 2570599 w 5158787"/>
              <a:gd name="connsiteY19824" fmla="*/ 2221592 h 4489084"/>
              <a:gd name="connsiteX19825" fmla="*/ 2367515 w 5158787"/>
              <a:gd name="connsiteY19825" fmla="*/ 2221296 h 4489084"/>
              <a:gd name="connsiteX19826" fmla="*/ 2386408 w 5158787"/>
              <a:gd name="connsiteY19826" fmla="*/ 2221296 h 4489084"/>
              <a:gd name="connsiteX19827" fmla="*/ 2387534 w 5158787"/>
              <a:gd name="connsiteY19827" fmla="*/ 2221947 h 4489084"/>
              <a:gd name="connsiteX19828" fmla="*/ 2396951 w 5158787"/>
              <a:gd name="connsiteY19828" fmla="*/ 2238294 h 4489084"/>
              <a:gd name="connsiteX19829" fmla="*/ 2396951 w 5158787"/>
              <a:gd name="connsiteY19829" fmla="*/ 2239656 h 4489084"/>
              <a:gd name="connsiteX19830" fmla="*/ 2387534 w 5158787"/>
              <a:gd name="connsiteY19830" fmla="*/ 2256002 h 4489084"/>
              <a:gd name="connsiteX19831" fmla="*/ 2386408 w 5158787"/>
              <a:gd name="connsiteY19831" fmla="*/ 2256654 h 4489084"/>
              <a:gd name="connsiteX19832" fmla="*/ 2367515 w 5158787"/>
              <a:gd name="connsiteY19832" fmla="*/ 2256654 h 4489084"/>
              <a:gd name="connsiteX19833" fmla="*/ 2366391 w 5158787"/>
              <a:gd name="connsiteY19833" fmla="*/ 2256002 h 4489084"/>
              <a:gd name="connsiteX19834" fmla="*/ 2356974 w 5158787"/>
              <a:gd name="connsiteY19834" fmla="*/ 2239656 h 4489084"/>
              <a:gd name="connsiteX19835" fmla="*/ 2356974 w 5158787"/>
              <a:gd name="connsiteY19835" fmla="*/ 2238294 h 4489084"/>
              <a:gd name="connsiteX19836" fmla="*/ 2366391 w 5158787"/>
              <a:gd name="connsiteY19836" fmla="*/ 2221947 h 4489084"/>
              <a:gd name="connsiteX19837" fmla="*/ 2367515 w 5158787"/>
              <a:gd name="connsiteY19837" fmla="*/ 2221296 h 4489084"/>
              <a:gd name="connsiteX19838" fmla="*/ 1217305 w 5158787"/>
              <a:gd name="connsiteY19838" fmla="*/ 2220230 h 4489084"/>
              <a:gd name="connsiteX19839" fmla="*/ 1237264 w 5158787"/>
              <a:gd name="connsiteY19839" fmla="*/ 2220230 h 4489084"/>
              <a:gd name="connsiteX19840" fmla="*/ 1238508 w 5158787"/>
              <a:gd name="connsiteY19840" fmla="*/ 2220941 h 4489084"/>
              <a:gd name="connsiteX19841" fmla="*/ 1248517 w 5158787"/>
              <a:gd name="connsiteY19841" fmla="*/ 2238234 h 4489084"/>
              <a:gd name="connsiteX19842" fmla="*/ 1248517 w 5158787"/>
              <a:gd name="connsiteY19842" fmla="*/ 2239656 h 4489084"/>
              <a:gd name="connsiteX19843" fmla="*/ 1238508 w 5158787"/>
              <a:gd name="connsiteY19843" fmla="*/ 2256950 h 4489084"/>
              <a:gd name="connsiteX19844" fmla="*/ 1237264 w 5158787"/>
              <a:gd name="connsiteY19844" fmla="*/ 2257660 h 4489084"/>
              <a:gd name="connsiteX19845" fmla="*/ 1217305 w 5158787"/>
              <a:gd name="connsiteY19845" fmla="*/ 2257660 h 4489084"/>
              <a:gd name="connsiteX19846" fmla="*/ 1216062 w 5158787"/>
              <a:gd name="connsiteY19846" fmla="*/ 2256950 h 4489084"/>
              <a:gd name="connsiteX19847" fmla="*/ 1206053 w 5158787"/>
              <a:gd name="connsiteY19847" fmla="*/ 2239656 h 4489084"/>
              <a:gd name="connsiteX19848" fmla="*/ 1206053 w 5158787"/>
              <a:gd name="connsiteY19848" fmla="*/ 2238234 h 4489084"/>
              <a:gd name="connsiteX19849" fmla="*/ 1216062 w 5158787"/>
              <a:gd name="connsiteY19849" fmla="*/ 2220941 h 4489084"/>
              <a:gd name="connsiteX19850" fmla="*/ 1217305 w 5158787"/>
              <a:gd name="connsiteY19850" fmla="*/ 2220230 h 4489084"/>
              <a:gd name="connsiteX19851" fmla="*/ 2096443 w 5158787"/>
              <a:gd name="connsiteY19851" fmla="*/ 2220170 h 4489084"/>
              <a:gd name="connsiteX19852" fmla="*/ 2116520 w 5158787"/>
              <a:gd name="connsiteY19852" fmla="*/ 2220170 h 4489084"/>
              <a:gd name="connsiteX19853" fmla="*/ 2117764 w 5158787"/>
              <a:gd name="connsiteY19853" fmla="*/ 2220881 h 4489084"/>
              <a:gd name="connsiteX19854" fmla="*/ 2127773 w 5158787"/>
              <a:gd name="connsiteY19854" fmla="*/ 2238293 h 4489084"/>
              <a:gd name="connsiteX19855" fmla="*/ 2127773 w 5158787"/>
              <a:gd name="connsiteY19855" fmla="*/ 2239714 h 4489084"/>
              <a:gd name="connsiteX19856" fmla="*/ 2117704 w 5158787"/>
              <a:gd name="connsiteY19856" fmla="*/ 2257126 h 4489084"/>
              <a:gd name="connsiteX19857" fmla="*/ 2116461 w 5158787"/>
              <a:gd name="connsiteY19857" fmla="*/ 2257837 h 4489084"/>
              <a:gd name="connsiteX19858" fmla="*/ 2096383 w 5158787"/>
              <a:gd name="connsiteY19858" fmla="*/ 2257837 h 4489084"/>
              <a:gd name="connsiteX19859" fmla="*/ 2095140 w 5158787"/>
              <a:gd name="connsiteY19859" fmla="*/ 2257126 h 4489084"/>
              <a:gd name="connsiteX19860" fmla="*/ 2085131 w 5158787"/>
              <a:gd name="connsiteY19860" fmla="*/ 2239714 h 4489084"/>
              <a:gd name="connsiteX19861" fmla="*/ 2085131 w 5158787"/>
              <a:gd name="connsiteY19861" fmla="*/ 2238293 h 4489084"/>
              <a:gd name="connsiteX19862" fmla="*/ 2095199 w 5158787"/>
              <a:gd name="connsiteY19862" fmla="*/ 2220881 h 4489084"/>
              <a:gd name="connsiteX19863" fmla="*/ 2096443 w 5158787"/>
              <a:gd name="connsiteY19863" fmla="*/ 2220170 h 4489084"/>
              <a:gd name="connsiteX19864" fmla="*/ 4666160 w 5158787"/>
              <a:gd name="connsiteY19864" fmla="*/ 2219756 h 4489084"/>
              <a:gd name="connsiteX19865" fmla="*/ 4686712 w 5158787"/>
              <a:gd name="connsiteY19865" fmla="*/ 2219756 h 4489084"/>
              <a:gd name="connsiteX19866" fmla="*/ 4687955 w 5158787"/>
              <a:gd name="connsiteY19866" fmla="*/ 2220467 h 4489084"/>
              <a:gd name="connsiteX19867" fmla="*/ 4698201 w 5158787"/>
              <a:gd name="connsiteY19867" fmla="*/ 2238234 h 4489084"/>
              <a:gd name="connsiteX19868" fmla="*/ 4698201 w 5158787"/>
              <a:gd name="connsiteY19868" fmla="*/ 2239715 h 4489084"/>
              <a:gd name="connsiteX19869" fmla="*/ 4687955 w 5158787"/>
              <a:gd name="connsiteY19869" fmla="*/ 2257482 h 4489084"/>
              <a:gd name="connsiteX19870" fmla="*/ 4686712 w 5158787"/>
              <a:gd name="connsiteY19870" fmla="*/ 2258193 h 4489084"/>
              <a:gd name="connsiteX19871" fmla="*/ 4666160 w 5158787"/>
              <a:gd name="connsiteY19871" fmla="*/ 2258193 h 4489084"/>
              <a:gd name="connsiteX19872" fmla="*/ 4664917 w 5158787"/>
              <a:gd name="connsiteY19872" fmla="*/ 2257482 h 4489084"/>
              <a:gd name="connsiteX19873" fmla="*/ 4654671 w 5158787"/>
              <a:gd name="connsiteY19873" fmla="*/ 2239715 h 4489084"/>
              <a:gd name="connsiteX19874" fmla="*/ 4654671 w 5158787"/>
              <a:gd name="connsiteY19874" fmla="*/ 2238234 h 4489084"/>
              <a:gd name="connsiteX19875" fmla="*/ 4664917 w 5158787"/>
              <a:gd name="connsiteY19875" fmla="*/ 2220467 h 4489084"/>
              <a:gd name="connsiteX19876" fmla="*/ 4666160 w 5158787"/>
              <a:gd name="connsiteY19876" fmla="*/ 2219756 h 4489084"/>
              <a:gd name="connsiteX19877" fmla="*/ 4733676 w 5158787"/>
              <a:gd name="connsiteY19877" fmla="*/ 2219519 h 4489084"/>
              <a:gd name="connsiteX19878" fmla="*/ 4754405 w 5158787"/>
              <a:gd name="connsiteY19878" fmla="*/ 2219519 h 4489084"/>
              <a:gd name="connsiteX19879" fmla="*/ 4755648 w 5158787"/>
              <a:gd name="connsiteY19879" fmla="*/ 2220230 h 4489084"/>
              <a:gd name="connsiteX19880" fmla="*/ 4766013 w 5158787"/>
              <a:gd name="connsiteY19880" fmla="*/ 2238234 h 4489084"/>
              <a:gd name="connsiteX19881" fmla="*/ 4766013 w 5158787"/>
              <a:gd name="connsiteY19881" fmla="*/ 2239715 h 4489084"/>
              <a:gd name="connsiteX19882" fmla="*/ 4755648 w 5158787"/>
              <a:gd name="connsiteY19882" fmla="*/ 2257719 h 4489084"/>
              <a:gd name="connsiteX19883" fmla="*/ 4754405 w 5158787"/>
              <a:gd name="connsiteY19883" fmla="*/ 2258430 h 4489084"/>
              <a:gd name="connsiteX19884" fmla="*/ 4733676 w 5158787"/>
              <a:gd name="connsiteY19884" fmla="*/ 2258430 h 4489084"/>
              <a:gd name="connsiteX19885" fmla="*/ 4732433 w 5158787"/>
              <a:gd name="connsiteY19885" fmla="*/ 2257719 h 4489084"/>
              <a:gd name="connsiteX19886" fmla="*/ 4722068 w 5158787"/>
              <a:gd name="connsiteY19886" fmla="*/ 2239715 h 4489084"/>
              <a:gd name="connsiteX19887" fmla="*/ 4722068 w 5158787"/>
              <a:gd name="connsiteY19887" fmla="*/ 2238234 h 4489084"/>
              <a:gd name="connsiteX19888" fmla="*/ 4732433 w 5158787"/>
              <a:gd name="connsiteY19888" fmla="*/ 2220230 h 4489084"/>
              <a:gd name="connsiteX19889" fmla="*/ 4733676 w 5158787"/>
              <a:gd name="connsiteY19889" fmla="*/ 2219519 h 4489084"/>
              <a:gd name="connsiteX19890" fmla="*/ 3516304 w 5158787"/>
              <a:gd name="connsiteY19890" fmla="*/ 2219401 h 4489084"/>
              <a:gd name="connsiteX19891" fmla="*/ 3537152 w 5158787"/>
              <a:gd name="connsiteY19891" fmla="*/ 2219401 h 4489084"/>
              <a:gd name="connsiteX19892" fmla="*/ 3538455 w 5158787"/>
              <a:gd name="connsiteY19892" fmla="*/ 2220112 h 4489084"/>
              <a:gd name="connsiteX19893" fmla="*/ 3548878 w 5158787"/>
              <a:gd name="connsiteY19893" fmla="*/ 2238176 h 4489084"/>
              <a:gd name="connsiteX19894" fmla="*/ 3548878 w 5158787"/>
              <a:gd name="connsiteY19894" fmla="*/ 2239656 h 4489084"/>
              <a:gd name="connsiteX19895" fmla="*/ 3538455 w 5158787"/>
              <a:gd name="connsiteY19895" fmla="*/ 2257720 h 4489084"/>
              <a:gd name="connsiteX19896" fmla="*/ 3537152 w 5158787"/>
              <a:gd name="connsiteY19896" fmla="*/ 2258430 h 4489084"/>
              <a:gd name="connsiteX19897" fmla="*/ 3516304 w 5158787"/>
              <a:gd name="connsiteY19897" fmla="*/ 2258430 h 4489084"/>
              <a:gd name="connsiteX19898" fmla="*/ 3515001 w 5158787"/>
              <a:gd name="connsiteY19898" fmla="*/ 2257720 h 4489084"/>
              <a:gd name="connsiteX19899" fmla="*/ 3504578 w 5158787"/>
              <a:gd name="connsiteY19899" fmla="*/ 2239656 h 4489084"/>
              <a:gd name="connsiteX19900" fmla="*/ 3504578 w 5158787"/>
              <a:gd name="connsiteY19900" fmla="*/ 2238176 h 4489084"/>
              <a:gd name="connsiteX19901" fmla="*/ 3515001 w 5158787"/>
              <a:gd name="connsiteY19901" fmla="*/ 2220112 h 4489084"/>
              <a:gd name="connsiteX19902" fmla="*/ 3516304 w 5158787"/>
              <a:gd name="connsiteY19902" fmla="*/ 2219401 h 4489084"/>
              <a:gd name="connsiteX19903" fmla="*/ 1149019 w 5158787"/>
              <a:gd name="connsiteY19903" fmla="*/ 2219104 h 4489084"/>
              <a:gd name="connsiteX19904" fmla="*/ 1170222 w 5158787"/>
              <a:gd name="connsiteY19904" fmla="*/ 2219104 h 4489084"/>
              <a:gd name="connsiteX19905" fmla="*/ 1171525 w 5158787"/>
              <a:gd name="connsiteY19905" fmla="*/ 2219874 h 4489084"/>
              <a:gd name="connsiteX19906" fmla="*/ 1182126 w 5158787"/>
              <a:gd name="connsiteY19906" fmla="*/ 2238234 h 4489084"/>
              <a:gd name="connsiteX19907" fmla="*/ 1182126 w 5158787"/>
              <a:gd name="connsiteY19907" fmla="*/ 2239714 h 4489084"/>
              <a:gd name="connsiteX19908" fmla="*/ 1171525 w 5158787"/>
              <a:gd name="connsiteY19908" fmla="*/ 2258074 h 4489084"/>
              <a:gd name="connsiteX19909" fmla="*/ 1170222 w 5158787"/>
              <a:gd name="connsiteY19909" fmla="*/ 2258844 h 4489084"/>
              <a:gd name="connsiteX19910" fmla="*/ 1149019 w 5158787"/>
              <a:gd name="connsiteY19910" fmla="*/ 2258844 h 4489084"/>
              <a:gd name="connsiteX19911" fmla="*/ 1147717 w 5158787"/>
              <a:gd name="connsiteY19911" fmla="*/ 2258074 h 4489084"/>
              <a:gd name="connsiteX19912" fmla="*/ 1137115 w 5158787"/>
              <a:gd name="connsiteY19912" fmla="*/ 2239714 h 4489084"/>
              <a:gd name="connsiteX19913" fmla="*/ 1137115 w 5158787"/>
              <a:gd name="connsiteY19913" fmla="*/ 2238234 h 4489084"/>
              <a:gd name="connsiteX19914" fmla="*/ 1147717 w 5158787"/>
              <a:gd name="connsiteY19914" fmla="*/ 2219874 h 4489084"/>
              <a:gd name="connsiteX19915" fmla="*/ 1149019 w 5158787"/>
              <a:gd name="connsiteY19915" fmla="*/ 2219104 h 4489084"/>
              <a:gd name="connsiteX19916" fmla="*/ 2028097 w 5158787"/>
              <a:gd name="connsiteY19916" fmla="*/ 2218927 h 4489084"/>
              <a:gd name="connsiteX19917" fmla="*/ 2049536 w 5158787"/>
              <a:gd name="connsiteY19917" fmla="*/ 2218927 h 4489084"/>
              <a:gd name="connsiteX19918" fmla="*/ 2050839 w 5158787"/>
              <a:gd name="connsiteY19918" fmla="*/ 2219697 h 4489084"/>
              <a:gd name="connsiteX19919" fmla="*/ 2061559 w 5158787"/>
              <a:gd name="connsiteY19919" fmla="*/ 2238234 h 4489084"/>
              <a:gd name="connsiteX19920" fmla="*/ 2061559 w 5158787"/>
              <a:gd name="connsiteY19920" fmla="*/ 2239774 h 4489084"/>
              <a:gd name="connsiteX19921" fmla="*/ 2050839 w 5158787"/>
              <a:gd name="connsiteY19921" fmla="*/ 2258311 h 4489084"/>
              <a:gd name="connsiteX19922" fmla="*/ 2049536 w 5158787"/>
              <a:gd name="connsiteY19922" fmla="*/ 2259081 h 4489084"/>
              <a:gd name="connsiteX19923" fmla="*/ 2028097 w 5158787"/>
              <a:gd name="connsiteY19923" fmla="*/ 2259081 h 4489084"/>
              <a:gd name="connsiteX19924" fmla="*/ 2026794 w 5158787"/>
              <a:gd name="connsiteY19924" fmla="*/ 2258311 h 4489084"/>
              <a:gd name="connsiteX19925" fmla="*/ 2016074 w 5158787"/>
              <a:gd name="connsiteY19925" fmla="*/ 2239774 h 4489084"/>
              <a:gd name="connsiteX19926" fmla="*/ 2016074 w 5158787"/>
              <a:gd name="connsiteY19926" fmla="*/ 2238234 h 4489084"/>
              <a:gd name="connsiteX19927" fmla="*/ 2026794 w 5158787"/>
              <a:gd name="connsiteY19927" fmla="*/ 2219697 h 4489084"/>
              <a:gd name="connsiteX19928" fmla="*/ 2028097 w 5158787"/>
              <a:gd name="connsiteY19928" fmla="*/ 2218927 h 4489084"/>
              <a:gd name="connsiteX19929" fmla="*/ 4868236 w 5158787"/>
              <a:gd name="connsiteY19929" fmla="*/ 2218275 h 4489084"/>
              <a:gd name="connsiteX19930" fmla="*/ 4890327 w 5158787"/>
              <a:gd name="connsiteY19930" fmla="*/ 2218275 h 4489084"/>
              <a:gd name="connsiteX19931" fmla="*/ 4891690 w 5158787"/>
              <a:gd name="connsiteY19931" fmla="*/ 2219045 h 4489084"/>
              <a:gd name="connsiteX19932" fmla="*/ 4902705 w 5158787"/>
              <a:gd name="connsiteY19932" fmla="*/ 2238175 h 4489084"/>
              <a:gd name="connsiteX19933" fmla="*/ 4902705 w 5158787"/>
              <a:gd name="connsiteY19933" fmla="*/ 2239714 h 4489084"/>
              <a:gd name="connsiteX19934" fmla="*/ 4891630 w 5158787"/>
              <a:gd name="connsiteY19934" fmla="*/ 2258844 h 4489084"/>
              <a:gd name="connsiteX19935" fmla="*/ 4890268 w 5158787"/>
              <a:gd name="connsiteY19935" fmla="*/ 2259614 h 4489084"/>
              <a:gd name="connsiteX19936" fmla="*/ 4868177 w 5158787"/>
              <a:gd name="connsiteY19936" fmla="*/ 2259614 h 4489084"/>
              <a:gd name="connsiteX19937" fmla="*/ 4866815 w 5158787"/>
              <a:gd name="connsiteY19937" fmla="*/ 2258844 h 4489084"/>
              <a:gd name="connsiteX19938" fmla="*/ 4855799 w 5158787"/>
              <a:gd name="connsiteY19938" fmla="*/ 2239714 h 4489084"/>
              <a:gd name="connsiteX19939" fmla="*/ 4855799 w 5158787"/>
              <a:gd name="connsiteY19939" fmla="*/ 2238175 h 4489084"/>
              <a:gd name="connsiteX19940" fmla="*/ 4866874 w 5158787"/>
              <a:gd name="connsiteY19940" fmla="*/ 2219045 h 4489084"/>
              <a:gd name="connsiteX19941" fmla="*/ 4868236 w 5158787"/>
              <a:gd name="connsiteY19941" fmla="*/ 2218275 h 4489084"/>
              <a:gd name="connsiteX19942" fmla="*/ 2906820 w 5158787"/>
              <a:gd name="connsiteY19942" fmla="*/ 2218098 h 4489084"/>
              <a:gd name="connsiteX19943" fmla="*/ 2929147 w 5158787"/>
              <a:gd name="connsiteY19943" fmla="*/ 2218098 h 4489084"/>
              <a:gd name="connsiteX19944" fmla="*/ 2930510 w 5158787"/>
              <a:gd name="connsiteY19944" fmla="*/ 2218868 h 4489084"/>
              <a:gd name="connsiteX19945" fmla="*/ 2941644 w 5158787"/>
              <a:gd name="connsiteY19945" fmla="*/ 2238175 h 4489084"/>
              <a:gd name="connsiteX19946" fmla="*/ 2941644 w 5158787"/>
              <a:gd name="connsiteY19946" fmla="*/ 2239774 h 4489084"/>
              <a:gd name="connsiteX19947" fmla="*/ 2930510 w 5158787"/>
              <a:gd name="connsiteY19947" fmla="*/ 2259082 h 4489084"/>
              <a:gd name="connsiteX19948" fmla="*/ 2929147 w 5158787"/>
              <a:gd name="connsiteY19948" fmla="*/ 2259852 h 4489084"/>
              <a:gd name="connsiteX19949" fmla="*/ 2906820 w 5158787"/>
              <a:gd name="connsiteY19949" fmla="*/ 2259852 h 4489084"/>
              <a:gd name="connsiteX19950" fmla="*/ 2905457 w 5158787"/>
              <a:gd name="connsiteY19950" fmla="*/ 2259082 h 4489084"/>
              <a:gd name="connsiteX19951" fmla="*/ 2894323 w 5158787"/>
              <a:gd name="connsiteY19951" fmla="*/ 2239774 h 4489084"/>
              <a:gd name="connsiteX19952" fmla="*/ 2894323 w 5158787"/>
              <a:gd name="connsiteY19952" fmla="*/ 2238175 h 4489084"/>
              <a:gd name="connsiteX19953" fmla="*/ 2905457 w 5158787"/>
              <a:gd name="connsiteY19953" fmla="*/ 2218868 h 4489084"/>
              <a:gd name="connsiteX19954" fmla="*/ 2906820 w 5158787"/>
              <a:gd name="connsiteY19954" fmla="*/ 2218098 h 4489084"/>
              <a:gd name="connsiteX19955" fmla="*/ 3447900 w 5158787"/>
              <a:gd name="connsiteY19955" fmla="*/ 2217979 h 4489084"/>
              <a:gd name="connsiteX19956" fmla="*/ 3470287 w 5158787"/>
              <a:gd name="connsiteY19956" fmla="*/ 2217979 h 4489084"/>
              <a:gd name="connsiteX19957" fmla="*/ 3471649 w 5158787"/>
              <a:gd name="connsiteY19957" fmla="*/ 2218749 h 4489084"/>
              <a:gd name="connsiteX19958" fmla="*/ 3482843 w 5158787"/>
              <a:gd name="connsiteY19958" fmla="*/ 2238175 h 4489084"/>
              <a:gd name="connsiteX19959" fmla="*/ 3482843 w 5158787"/>
              <a:gd name="connsiteY19959" fmla="*/ 2239774 h 4489084"/>
              <a:gd name="connsiteX19960" fmla="*/ 3471649 w 5158787"/>
              <a:gd name="connsiteY19960" fmla="*/ 2259200 h 4489084"/>
              <a:gd name="connsiteX19961" fmla="*/ 3470287 w 5158787"/>
              <a:gd name="connsiteY19961" fmla="*/ 2259970 h 4489084"/>
              <a:gd name="connsiteX19962" fmla="*/ 3447900 w 5158787"/>
              <a:gd name="connsiteY19962" fmla="*/ 2259970 h 4489084"/>
              <a:gd name="connsiteX19963" fmla="*/ 3446538 w 5158787"/>
              <a:gd name="connsiteY19963" fmla="*/ 2259200 h 4489084"/>
              <a:gd name="connsiteX19964" fmla="*/ 3435344 w 5158787"/>
              <a:gd name="connsiteY19964" fmla="*/ 2239774 h 4489084"/>
              <a:gd name="connsiteX19965" fmla="*/ 3435344 w 5158787"/>
              <a:gd name="connsiteY19965" fmla="*/ 2238175 h 4489084"/>
              <a:gd name="connsiteX19966" fmla="*/ 3446538 w 5158787"/>
              <a:gd name="connsiteY19966" fmla="*/ 2218749 h 4489084"/>
              <a:gd name="connsiteX19967" fmla="*/ 3447900 w 5158787"/>
              <a:gd name="connsiteY19967" fmla="*/ 2217979 h 4489084"/>
              <a:gd name="connsiteX19968" fmla="*/ 1080733 w 5158787"/>
              <a:gd name="connsiteY19968" fmla="*/ 2217861 h 4489084"/>
              <a:gd name="connsiteX19969" fmla="*/ 1103238 w 5158787"/>
              <a:gd name="connsiteY19969" fmla="*/ 2217861 h 4489084"/>
              <a:gd name="connsiteX19970" fmla="*/ 1104601 w 5158787"/>
              <a:gd name="connsiteY19970" fmla="*/ 2218631 h 4489084"/>
              <a:gd name="connsiteX19971" fmla="*/ 1115853 w 5158787"/>
              <a:gd name="connsiteY19971" fmla="*/ 2238116 h 4489084"/>
              <a:gd name="connsiteX19972" fmla="*/ 1115853 w 5158787"/>
              <a:gd name="connsiteY19972" fmla="*/ 2239715 h 4489084"/>
              <a:gd name="connsiteX19973" fmla="*/ 1104601 w 5158787"/>
              <a:gd name="connsiteY19973" fmla="*/ 2259200 h 4489084"/>
              <a:gd name="connsiteX19974" fmla="*/ 1103238 w 5158787"/>
              <a:gd name="connsiteY19974" fmla="*/ 2259970 h 4489084"/>
              <a:gd name="connsiteX19975" fmla="*/ 1080733 w 5158787"/>
              <a:gd name="connsiteY19975" fmla="*/ 2259970 h 4489084"/>
              <a:gd name="connsiteX19976" fmla="*/ 1079371 w 5158787"/>
              <a:gd name="connsiteY19976" fmla="*/ 2259200 h 4489084"/>
              <a:gd name="connsiteX19977" fmla="*/ 1068118 w 5158787"/>
              <a:gd name="connsiteY19977" fmla="*/ 2239715 h 4489084"/>
              <a:gd name="connsiteX19978" fmla="*/ 1068118 w 5158787"/>
              <a:gd name="connsiteY19978" fmla="*/ 2238116 h 4489084"/>
              <a:gd name="connsiteX19979" fmla="*/ 1079371 w 5158787"/>
              <a:gd name="connsiteY19979" fmla="*/ 2218631 h 4489084"/>
              <a:gd name="connsiteX19980" fmla="*/ 1080733 w 5158787"/>
              <a:gd name="connsiteY19980" fmla="*/ 2217861 h 4489084"/>
              <a:gd name="connsiteX19981" fmla="*/ 4800246 w 5158787"/>
              <a:gd name="connsiteY19981" fmla="*/ 2217565 h 4489084"/>
              <a:gd name="connsiteX19982" fmla="*/ 4823106 w 5158787"/>
              <a:gd name="connsiteY19982" fmla="*/ 2217565 h 4489084"/>
              <a:gd name="connsiteX19983" fmla="*/ 4824528 w 5158787"/>
              <a:gd name="connsiteY19983" fmla="*/ 2218394 h 4489084"/>
              <a:gd name="connsiteX19984" fmla="*/ 4835959 w 5158787"/>
              <a:gd name="connsiteY19984" fmla="*/ 2238176 h 4489084"/>
              <a:gd name="connsiteX19985" fmla="*/ 4835959 w 5158787"/>
              <a:gd name="connsiteY19985" fmla="*/ 2239774 h 4489084"/>
              <a:gd name="connsiteX19986" fmla="*/ 4824528 w 5158787"/>
              <a:gd name="connsiteY19986" fmla="*/ 2259556 h 4489084"/>
              <a:gd name="connsiteX19987" fmla="*/ 4823106 w 5158787"/>
              <a:gd name="connsiteY19987" fmla="*/ 2260385 h 4489084"/>
              <a:gd name="connsiteX19988" fmla="*/ 4800246 w 5158787"/>
              <a:gd name="connsiteY19988" fmla="*/ 2260385 h 4489084"/>
              <a:gd name="connsiteX19989" fmla="*/ 4798824 w 5158787"/>
              <a:gd name="connsiteY19989" fmla="*/ 2259556 h 4489084"/>
              <a:gd name="connsiteX19990" fmla="*/ 4787394 w 5158787"/>
              <a:gd name="connsiteY19990" fmla="*/ 2239774 h 4489084"/>
              <a:gd name="connsiteX19991" fmla="*/ 4787394 w 5158787"/>
              <a:gd name="connsiteY19991" fmla="*/ 2238176 h 4489084"/>
              <a:gd name="connsiteX19992" fmla="*/ 4798824 w 5158787"/>
              <a:gd name="connsiteY19992" fmla="*/ 2218394 h 4489084"/>
              <a:gd name="connsiteX19993" fmla="*/ 4800246 w 5158787"/>
              <a:gd name="connsiteY19993" fmla="*/ 2217565 h 4489084"/>
              <a:gd name="connsiteX19994" fmla="*/ 945225 w 5158787"/>
              <a:gd name="connsiteY19994" fmla="*/ 2217446 h 4489084"/>
              <a:gd name="connsiteX19995" fmla="*/ 968204 w 5158787"/>
              <a:gd name="connsiteY19995" fmla="*/ 2217446 h 4489084"/>
              <a:gd name="connsiteX19996" fmla="*/ 969626 w 5158787"/>
              <a:gd name="connsiteY19996" fmla="*/ 2218275 h 4489084"/>
              <a:gd name="connsiteX19997" fmla="*/ 981115 w 5158787"/>
              <a:gd name="connsiteY19997" fmla="*/ 2238175 h 4489084"/>
              <a:gd name="connsiteX19998" fmla="*/ 981115 w 5158787"/>
              <a:gd name="connsiteY19998" fmla="*/ 2239774 h 4489084"/>
              <a:gd name="connsiteX19999" fmla="*/ 969626 w 5158787"/>
              <a:gd name="connsiteY19999" fmla="*/ 2259674 h 4489084"/>
              <a:gd name="connsiteX20000" fmla="*/ 968204 w 5158787"/>
              <a:gd name="connsiteY20000" fmla="*/ 2260502 h 4489084"/>
              <a:gd name="connsiteX20001" fmla="*/ 945225 w 5158787"/>
              <a:gd name="connsiteY20001" fmla="*/ 2260502 h 4489084"/>
              <a:gd name="connsiteX20002" fmla="*/ 943804 w 5158787"/>
              <a:gd name="connsiteY20002" fmla="*/ 2259674 h 4489084"/>
              <a:gd name="connsiteX20003" fmla="*/ 932314 w 5158787"/>
              <a:gd name="connsiteY20003" fmla="*/ 2239774 h 4489084"/>
              <a:gd name="connsiteX20004" fmla="*/ 932314 w 5158787"/>
              <a:gd name="connsiteY20004" fmla="*/ 2238175 h 4489084"/>
              <a:gd name="connsiteX20005" fmla="*/ 943804 w 5158787"/>
              <a:gd name="connsiteY20005" fmla="*/ 2218275 h 4489084"/>
              <a:gd name="connsiteX20006" fmla="*/ 945225 w 5158787"/>
              <a:gd name="connsiteY20006" fmla="*/ 2217446 h 4489084"/>
              <a:gd name="connsiteX20007" fmla="*/ 2838770 w 5158787"/>
              <a:gd name="connsiteY20007" fmla="*/ 2217150 h 4489084"/>
              <a:gd name="connsiteX20008" fmla="*/ 2862045 w 5158787"/>
              <a:gd name="connsiteY20008" fmla="*/ 2217150 h 4489084"/>
              <a:gd name="connsiteX20009" fmla="*/ 2863467 w 5158787"/>
              <a:gd name="connsiteY20009" fmla="*/ 2217979 h 4489084"/>
              <a:gd name="connsiteX20010" fmla="*/ 2875075 w 5158787"/>
              <a:gd name="connsiteY20010" fmla="*/ 2238175 h 4489084"/>
              <a:gd name="connsiteX20011" fmla="*/ 2875075 w 5158787"/>
              <a:gd name="connsiteY20011" fmla="*/ 2239833 h 4489084"/>
              <a:gd name="connsiteX20012" fmla="*/ 2863407 w 5158787"/>
              <a:gd name="connsiteY20012" fmla="*/ 2260029 h 4489084"/>
              <a:gd name="connsiteX20013" fmla="*/ 2861986 w 5158787"/>
              <a:gd name="connsiteY20013" fmla="*/ 2260858 h 4489084"/>
              <a:gd name="connsiteX20014" fmla="*/ 2838711 w 5158787"/>
              <a:gd name="connsiteY20014" fmla="*/ 2260858 h 4489084"/>
              <a:gd name="connsiteX20015" fmla="*/ 2837289 w 5158787"/>
              <a:gd name="connsiteY20015" fmla="*/ 2260029 h 4489084"/>
              <a:gd name="connsiteX20016" fmla="*/ 2825681 w 5158787"/>
              <a:gd name="connsiteY20016" fmla="*/ 2239833 h 4489084"/>
              <a:gd name="connsiteX20017" fmla="*/ 2825681 w 5158787"/>
              <a:gd name="connsiteY20017" fmla="*/ 2238175 h 4489084"/>
              <a:gd name="connsiteX20018" fmla="*/ 2837348 w 5158787"/>
              <a:gd name="connsiteY20018" fmla="*/ 2217979 h 4489084"/>
              <a:gd name="connsiteX20019" fmla="*/ 2838770 w 5158787"/>
              <a:gd name="connsiteY20019" fmla="*/ 2217150 h 4489084"/>
              <a:gd name="connsiteX20020" fmla="*/ 1012623 w 5158787"/>
              <a:gd name="connsiteY20020" fmla="*/ 2216972 h 4489084"/>
              <a:gd name="connsiteX20021" fmla="*/ 1036136 w 5158787"/>
              <a:gd name="connsiteY20021" fmla="*/ 2216972 h 4489084"/>
              <a:gd name="connsiteX20022" fmla="*/ 1037557 w 5158787"/>
              <a:gd name="connsiteY20022" fmla="*/ 2217801 h 4489084"/>
              <a:gd name="connsiteX20023" fmla="*/ 1049284 w 5158787"/>
              <a:gd name="connsiteY20023" fmla="*/ 2238175 h 4489084"/>
              <a:gd name="connsiteX20024" fmla="*/ 1049284 w 5158787"/>
              <a:gd name="connsiteY20024" fmla="*/ 2239833 h 4489084"/>
              <a:gd name="connsiteX20025" fmla="*/ 1037498 w 5158787"/>
              <a:gd name="connsiteY20025" fmla="*/ 2260206 h 4489084"/>
              <a:gd name="connsiteX20026" fmla="*/ 1036076 w 5158787"/>
              <a:gd name="connsiteY20026" fmla="*/ 2261035 h 4489084"/>
              <a:gd name="connsiteX20027" fmla="*/ 1012564 w 5158787"/>
              <a:gd name="connsiteY20027" fmla="*/ 2261035 h 4489084"/>
              <a:gd name="connsiteX20028" fmla="*/ 1011143 w 5158787"/>
              <a:gd name="connsiteY20028" fmla="*/ 2260206 h 4489084"/>
              <a:gd name="connsiteX20029" fmla="*/ 999416 w 5158787"/>
              <a:gd name="connsiteY20029" fmla="*/ 2239833 h 4489084"/>
              <a:gd name="connsiteX20030" fmla="*/ 999416 w 5158787"/>
              <a:gd name="connsiteY20030" fmla="*/ 2238175 h 4489084"/>
              <a:gd name="connsiteX20031" fmla="*/ 1011202 w 5158787"/>
              <a:gd name="connsiteY20031" fmla="*/ 2217801 h 4489084"/>
              <a:gd name="connsiteX20032" fmla="*/ 1012623 w 5158787"/>
              <a:gd name="connsiteY20032" fmla="*/ 2216972 h 4489084"/>
              <a:gd name="connsiteX20033" fmla="*/ 877353 w 5158787"/>
              <a:gd name="connsiteY20033" fmla="*/ 2216972 h 4489084"/>
              <a:gd name="connsiteX20034" fmla="*/ 900866 w 5158787"/>
              <a:gd name="connsiteY20034" fmla="*/ 2216972 h 4489084"/>
              <a:gd name="connsiteX20035" fmla="*/ 902287 w 5158787"/>
              <a:gd name="connsiteY20035" fmla="*/ 2217801 h 4489084"/>
              <a:gd name="connsiteX20036" fmla="*/ 914013 w 5158787"/>
              <a:gd name="connsiteY20036" fmla="*/ 2238175 h 4489084"/>
              <a:gd name="connsiteX20037" fmla="*/ 914013 w 5158787"/>
              <a:gd name="connsiteY20037" fmla="*/ 2239833 h 4489084"/>
              <a:gd name="connsiteX20038" fmla="*/ 902228 w 5158787"/>
              <a:gd name="connsiteY20038" fmla="*/ 2260206 h 4489084"/>
              <a:gd name="connsiteX20039" fmla="*/ 900806 w 5158787"/>
              <a:gd name="connsiteY20039" fmla="*/ 2261035 h 4489084"/>
              <a:gd name="connsiteX20040" fmla="*/ 877294 w 5158787"/>
              <a:gd name="connsiteY20040" fmla="*/ 2261035 h 4489084"/>
              <a:gd name="connsiteX20041" fmla="*/ 875872 w 5158787"/>
              <a:gd name="connsiteY20041" fmla="*/ 2260206 h 4489084"/>
              <a:gd name="connsiteX20042" fmla="*/ 864146 w 5158787"/>
              <a:gd name="connsiteY20042" fmla="*/ 2239833 h 4489084"/>
              <a:gd name="connsiteX20043" fmla="*/ 864146 w 5158787"/>
              <a:gd name="connsiteY20043" fmla="*/ 2238175 h 4489084"/>
              <a:gd name="connsiteX20044" fmla="*/ 875932 w 5158787"/>
              <a:gd name="connsiteY20044" fmla="*/ 2217801 h 4489084"/>
              <a:gd name="connsiteX20045" fmla="*/ 877353 w 5158787"/>
              <a:gd name="connsiteY20045" fmla="*/ 2216972 h 4489084"/>
              <a:gd name="connsiteX20046" fmla="*/ 3379317 w 5158787"/>
              <a:gd name="connsiteY20046" fmla="*/ 2216202 h 4489084"/>
              <a:gd name="connsiteX20047" fmla="*/ 3403600 w 5158787"/>
              <a:gd name="connsiteY20047" fmla="*/ 2216202 h 4489084"/>
              <a:gd name="connsiteX20048" fmla="*/ 3405080 w 5158787"/>
              <a:gd name="connsiteY20048" fmla="*/ 2217091 h 4489084"/>
              <a:gd name="connsiteX20049" fmla="*/ 3417221 w 5158787"/>
              <a:gd name="connsiteY20049" fmla="*/ 2238115 h 4489084"/>
              <a:gd name="connsiteX20050" fmla="*/ 3417221 w 5158787"/>
              <a:gd name="connsiteY20050" fmla="*/ 2239833 h 4489084"/>
              <a:gd name="connsiteX20051" fmla="*/ 3405080 w 5158787"/>
              <a:gd name="connsiteY20051" fmla="*/ 2260858 h 4489084"/>
              <a:gd name="connsiteX20052" fmla="*/ 3403600 w 5158787"/>
              <a:gd name="connsiteY20052" fmla="*/ 2261746 h 4489084"/>
              <a:gd name="connsiteX20053" fmla="*/ 3379317 w 5158787"/>
              <a:gd name="connsiteY20053" fmla="*/ 2261746 h 4489084"/>
              <a:gd name="connsiteX20054" fmla="*/ 3377837 w 5158787"/>
              <a:gd name="connsiteY20054" fmla="*/ 2260858 h 4489084"/>
              <a:gd name="connsiteX20055" fmla="*/ 3365695 w 5158787"/>
              <a:gd name="connsiteY20055" fmla="*/ 2239833 h 4489084"/>
              <a:gd name="connsiteX20056" fmla="*/ 3365695 w 5158787"/>
              <a:gd name="connsiteY20056" fmla="*/ 2238115 h 4489084"/>
              <a:gd name="connsiteX20057" fmla="*/ 3377837 w 5158787"/>
              <a:gd name="connsiteY20057" fmla="*/ 2217091 h 4489084"/>
              <a:gd name="connsiteX20058" fmla="*/ 3379317 w 5158787"/>
              <a:gd name="connsiteY20058" fmla="*/ 2216202 h 4489084"/>
              <a:gd name="connsiteX20059" fmla="*/ 2973388 w 5158787"/>
              <a:gd name="connsiteY20059" fmla="*/ 2216025 h 4489084"/>
              <a:gd name="connsiteX20060" fmla="*/ 2997907 w 5158787"/>
              <a:gd name="connsiteY20060" fmla="*/ 2216025 h 4489084"/>
              <a:gd name="connsiteX20061" fmla="*/ 2999388 w 5158787"/>
              <a:gd name="connsiteY20061" fmla="*/ 2216914 h 4489084"/>
              <a:gd name="connsiteX20062" fmla="*/ 3011647 w 5158787"/>
              <a:gd name="connsiteY20062" fmla="*/ 2238116 h 4489084"/>
              <a:gd name="connsiteX20063" fmla="*/ 3011647 w 5158787"/>
              <a:gd name="connsiteY20063" fmla="*/ 2239834 h 4489084"/>
              <a:gd name="connsiteX20064" fmla="*/ 2999388 w 5158787"/>
              <a:gd name="connsiteY20064" fmla="*/ 2261036 h 4489084"/>
              <a:gd name="connsiteX20065" fmla="*/ 2997907 w 5158787"/>
              <a:gd name="connsiteY20065" fmla="*/ 2261924 h 4489084"/>
              <a:gd name="connsiteX20066" fmla="*/ 2973388 w 5158787"/>
              <a:gd name="connsiteY20066" fmla="*/ 2261924 h 4489084"/>
              <a:gd name="connsiteX20067" fmla="*/ 2971908 w 5158787"/>
              <a:gd name="connsiteY20067" fmla="*/ 2261036 h 4489084"/>
              <a:gd name="connsiteX20068" fmla="*/ 2959648 w 5158787"/>
              <a:gd name="connsiteY20068" fmla="*/ 2239834 h 4489084"/>
              <a:gd name="connsiteX20069" fmla="*/ 2959648 w 5158787"/>
              <a:gd name="connsiteY20069" fmla="*/ 2238116 h 4489084"/>
              <a:gd name="connsiteX20070" fmla="*/ 2971908 w 5158787"/>
              <a:gd name="connsiteY20070" fmla="*/ 2216914 h 4489084"/>
              <a:gd name="connsiteX20071" fmla="*/ 2973388 w 5158787"/>
              <a:gd name="connsiteY20071" fmla="*/ 2216025 h 4489084"/>
              <a:gd name="connsiteX20072" fmla="*/ 2770128 w 5158787"/>
              <a:gd name="connsiteY20072" fmla="*/ 2215314 h 4489084"/>
              <a:gd name="connsiteX20073" fmla="*/ 2795417 w 5158787"/>
              <a:gd name="connsiteY20073" fmla="*/ 2215314 h 4489084"/>
              <a:gd name="connsiteX20074" fmla="*/ 2796957 w 5158787"/>
              <a:gd name="connsiteY20074" fmla="*/ 2216203 h 4489084"/>
              <a:gd name="connsiteX20075" fmla="*/ 2809572 w 5158787"/>
              <a:gd name="connsiteY20075" fmla="*/ 2238116 h 4489084"/>
              <a:gd name="connsiteX20076" fmla="*/ 2809572 w 5158787"/>
              <a:gd name="connsiteY20076" fmla="*/ 2239893 h 4489084"/>
              <a:gd name="connsiteX20077" fmla="*/ 2796898 w 5158787"/>
              <a:gd name="connsiteY20077" fmla="*/ 2261806 h 4489084"/>
              <a:gd name="connsiteX20078" fmla="*/ 2795358 w 5158787"/>
              <a:gd name="connsiteY20078" fmla="*/ 2262694 h 4489084"/>
              <a:gd name="connsiteX20079" fmla="*/ 2770069 w 5158787"/>
              <a:gd name="connsiteY20079" fmla="*/ 2262694 h 4489084"/>
              <a:gd name="connsiteX20080" fmla="*/ 2768529 w 5158787"/>
              <a:gd name="connsiteY20080" fmla="*/ 2261806 h 4489084"/>
              <a:gd name="connsiteX20081" fmla="*/ 2755914 w 5158787"/>
              <a:gd name="connsiteY20081" fmla="*/ 2239893 h 4489084"/>
              <a:gd name="connsiteX20082" fmla="*/ 2755914 w 5158787"/>
              <a:gd name="connsiteY20082" fmla="*/ 2238116 h 4489084"/>
              <a:gd name="connsiteX20083" fmla="*/ 2768588 w 5158787"/>
              <a:gd name="connsiteY20083" fmla="*/ 2216203 h 4489084"/>
              <a:gd name="connsiteX20084" fmla="*/ 2770128 w 5158787"/>
              <a:gd name="connsiteY20084" fmla="*/ 2215314 h 4489084"/>
              <a:gd name="connsiteX20085" fmla="*/ 2702493 w 5158787"/>
              <a:gd name="connsiteY20085" fmla="*/ 2215314 h 4489084"/>
              <a:gd name="connsiteX20086" fmla="*/ 2727782 w 5158787"/>
              <a:gd name="connsiteY20086" fmla="*/ 2215314 h 4489084"/>
              <a:gd name="connsiteX20087" fmla="*/ 2729322 w 5158787"/>
              <a:gd name="connsiteY20087" fmla="*/ 2216203 h 4489084"/>
              <a:gd name="connsiteX20088" fmla="*/ 2741937 w 5158787"/>
              <a:gd name="connsiteY20088" fmla="*/ 2238116 h 4489084"/>
              <a:gd name="connsiteX20089" fmla="*/ 2741937 w 5158787"/>
              <a:gd name="connsiteY20089" fmla="*/ 2239893 h 4489084"/>
              <a:gd name="connsiteX20090" fmla="*/ 2729263 w 5158787"/>
              <a:gd name="connsiteY20090" fmla="*/ 2261806 h 4489084"/>
              <a:gd name="connsiteX20091" fmla="*/ 2727723 w 5158787"/>
              <a:gd name="connsiteY20091" fmla="*/ 2262694 h 4489084"/>
              <a:gd name="connsiteX20092" fmla="*/ 2702434 w 5158787"/>
              <a:gd name="connsiteY20092" fmla="*/ 2262694 h 4489084"/>
              <a:gd name="connsiteX20093" fmla="*/ 2700894 w 5158787"/>
              <a:gd name="connsiteY20093" fmla="*/ 2261806 h 4489084"/>
              <a:gd name="connsiteX20094" fmla="*/ 2688279 w 5158787"/>
              <a:gd name="connsiteY20094" fmla="*/ 2239893 h 4489084"/>
              <a:gd name="connsiteX20095" fmla="*/ 2688279 w 5158787"/>
              <a:gd name="connsiteY20095" fmla="*/ 2238116 h 4489084"/>
              <a:gd name="connsiteX20096" fmla="*/ 2700953 w 5158787"/>
              <a:gd name="connsiteY20096" fmla="*/ 2216203 h 4489084"/>
              <a:gd name="connsiteX20097" fmla="*/ 2702493 w 5158787"/>
              <a:gd name="connsiteY20097" fmla="*/ 2215314 h 4489084"/>
              <a:gd name="connsiteX20098" fmla="*/ 3310972 w 5158787"/>
              <a:gd name="connsiteY20098" fmla="*/ 2214900 h 4489084"/>
              <a:gd name="connsiteX20099" fmla="*/ 3336675 w 5158787"/>
              <a:gd name="connsiteY20099" fmla="*/ 2214900 h 4489084"/>
              <a:gd name="connsiteX20100" fmla="*/ 3338274 w 5158787"/>
              <a:gd name="connsiteY20100" fmla="*/ 2215788 h 4489084"/>
              <a:gd name="connsiteX20101" fmla="*/ 3351126 w 5158787"/>
              <a:gd name="connsiteY20101" fmla="*/ 2238057 h 4489084"/>
              <a:gd name="connsiteX20102" fmla="*/ 3351126 w 5158787"/>
              <a:gd name="connsiteY20102" fmla="*/ 2239893 h 4489084"/>
              <a:gd name="connsiteX20103" fmla="*/ 3338274 w 5158787"/>
              <a:gd name="connsiteY20103" fmla="*/ 2262162 h 4489084"/>
              <a:gd name="connsiteX20104" fmla="*/ 3336675 w 5158787"/>
              <a:gd name="connsiteY20104" fmla="*/ 2263050 h 4489084"/>
              <a:gd name="connsiteX20105" fmla="*/ 3310972 w 5158787"/>
              <a:gd name="connsiteY20105" fmla="*/ 2263050 h 4489084"/>
              <a:gd name="connsiteX20106" fmla="*/ 3309372 w 5158787"/>
              <a:gd name="connsiteY20106" fmla="*/ 2262162 h 4489084"/>
              <a:gd name="connsiteX20107" fmla="*/ 3296520 w 5158787"/>
              <a:gd name="connsiteY20107" fmla="*/ 2239893 h 4489084"/>
              <a:gd name="connsiteX20108" fmla="*/ 3296520 w 5158787"/>
              <a:gd name="connsiteY20108" fmla="*/ 2238057 h 4489084"/>
              <a:gd name="connsiteX20109" fmla="*/ 3309372 w 5158787"/>
              <a:gd name="connsiteY20109" fmla="*/ 2215788 h 4489084"/>
              <a:gd name="connsiteX20110" fmla="*/ 3310972 w 5158787"/>
              <a:gd name="connsiteY20110" fmla="*/ 2214900 h 4489084"/>
              <a:gd name="connsiteX20111" fmla="*/ 3243278 w 5158787"/>
              <a:gd name="connsiteY20111" fmla="*/ 2214781 h 4489084"/>
              <a:gd name="connsiteX20112" fmla="*/ 3269100 w 5158787"/>
              <a:gd name="connsiteY20112" fmla="*/ 2214781 h 4489084"/>
              <a:gd name="connsiteX20113" fmla="*/ 3270699 w 5158787"/>
              <a:gd name="connsiteY20113" fmla="*/ 2215669 h 4489084"/>
              <a:gd name="connsiteX20114" fmla="*/ 3283610 w 5158787"/>
              <a:gd name="connsiteY20114" fmla="*/ 2238056 h 4489084"/>
              <a:gd name="connsiteX20115" fmla="*/ 3283610 w 5158787"/>
              <a:gd name="connsiteY20115" fmla="*/ 2239892 h 4489084"/>
              <a:gd name="connsiteX20116" fmla="*/ 3270699 w 5158787"/>
              <a:gd name="connsiteY20116" fmla="*/ 2262280 h 4489084"/>
              <a:gd name="connsiteX20117" fmla="*/ 3269100 w 5158787"/>
              <a:gd name="connsiteY20117" fmla="*/ 2263168 h 4489084"/>
              <a:gd name="connsiteX20118" fmla="*/ 3243278 w 5158787"/>
              <a:gd name="connsiteY20118" fmla="*/ 2263168 h 4489084"/>
              <a:gd name="connsiteX20119" fmla="*/ 3241678 w 5158787"/>
              <a:gd name="connsiteY20119" fmla="*/ 2262280 h 4489084"/>
              <a:gd name="connsiteX20120" fmla="*/ 3228768 w 5158787"/>
              <a:gd name="connsiteY20120" fmla="*/ 2239892 h 4489084"/>
              <a:gd name="connsiteX20121" fmla="*/ 3228768 w 5158787"/>
              <a:gd name="connsiteY20121" fmla="*/ 2238056 h 4489084"/>
              <a:gd name="connsiteX20122" fmla="*/ 3241678 w 5158787"/>
              <a:gd name="connsiteY20122" fmla="*/ 2215669 h 4489084"/>
              <a:gd name="connsiteX20123" fmla="*/ 3243278 w 5158787"/>
              <a:gd name="connsiteY20123" fmla="*/ 2214781 h 4489084"/>
              <a:gd name="connsiteX20124" fmla="*/ 3107771 w 5158787"/>
              <a:gd name="connsiteY20124" fmla="*/ 2214367 h 4489084"/>
              <a:gd name="connsiteX20125" fmla="*/ 3134067 w 5158787"/>
              <a:gd name="connsiteY20125" fmla="*/ 2214367 h 4489084"/>
              <a:gd name="connsiteX20126" fmla="*/ 3135666 w 5158787"/>
              <a:gd name="connsiteY20126" fmla="*/ 2215314 h 4489084"/>
              <a:gd name="connsiteX20127" fmla="*/ 3148814 w 5158787"/>
              <a:gd name="connsiteY20127" fmla="*/ 2238057 h 4489084"/>
              <a:gd name="connsiteX20128" fmla="*/ 3148814 w 5158787"/>
              <a:gd name="connsiteY20128" fmla="*/ 2239893 h 4489084"/>
              <a:gd name="connsiteX20129" fmla="*/ 3135666 w 5158787"/>
              <a:gd name="connsiteY20129" fmla="*/ 2262636 h 4489084"/>
              <a:gd name="connsiteX20130" fmla="*/ 3134067 w 5158787"/>
              <a:gd name="connsiteY20130" fmla="*/ 2263583 h 4489084"/>
              <a:gd name="connsiteX20131" fmla="*/ 3107771 w 5158787"/>
              <a:gd name="connsiteY20131" fmla="*/ 2263583 h 4489084"/>
              <a:gd name="connsiteX20132" fmla="*/ 3106172 w 5158787"/>
              <a:gd name="connsiteY20132" fmla="*/ 2262636 h 4489084"/>
              <a:gd name="connsiteX20133" fmla="*/ 3093024 w 5158787"/>
              <a:gd name="connsiteY20133" fmla="*/ 2239893 h 4489084"/>
              <a:gd name="connsiteX20134" fmla="*/ 3093024 w 5158787"/>
              <a:gd name="connsiteY20134" fmla="*/ 2238057 h 4489084"/>
              <a:gd name="connsiteX20135" fmla="*/ 3106172 w 5158787"/>
              <a:gd name="connsiteY20135" fmla="*/ 2215314 h 4489084"/>
              <a:gd name="connsiteX20136" fmla="*/ 3107771 w 5158787"/>
              <a:gd name="connsiteY20136" fmla="*/ 2214367 h 4489084"/>
              <a:gd name="connsiteX20137" fmla="*/ 3040076 w 5158787"/>
              <a:gd name="connsiteY20137" fmla="*/ 2214130 h 4489084"/>
              <a:gd name="connsiteX20138" fmla="*/ 3066550 w 5158787"/>
              <a:gd name="connsiteY20138" fmla="*/ 2214130 h 4489084"/>
              <a:gd name="connsiteX20139" fmla="*/ 3068149 w 5158787"/>
              <a:gd name="connsiteY20139" fmla="*/ 2215077 h 4489084"/>
              <a:gd name="connsiteX20140" fmla="*/ 3081356 w 5158787"/>
              <a:gd name="connsiteY20140" fmla="*/ 2238057 h 4489084"/>
              <a:gd name="connsiteX20141" fmla="*/ 3081356 w 5158787"/>
              <a:gd name="connsiteY20141" fmla="*/ 2239952 h 4489084"/>
              <a:gd name="connsiteX20142" fmla="*/ 3068089 w 5158787"/>
              <a:gd name="connsiteY20142" fmla="*/ 2262931 h 4489084"/>
              <a:gd name="connsiteX20143" fmla="*/ 3066490 w 5158787"/>
              <a:gd name="connsiteY20143" fmla="*/ 2263879 h 4489084"/>
              <a:gd name="connsiteX20144" fmla="*/ 3040017 w 5158787"/>
              <a:gd name="connsiteY20144" fmla="*/ 2263879 h 4489084"/>
              <a:gd name="connsiteX20145" fmla="*/ 3038418 w 5158787"/>
              <a:gd name="connsiteY20145" fmla="*/ 2262931 h 4489084"/>
              <a:gd name="connsiteX20146" fmla="*/ 3025211 w 5158787"/>
              <a:gd name="connsiteY20146" fmla="*/ 2239952 h 4489084"/>
              <a:gd name="connsiteX20147" fmla="*/ 3025211 w 5158787"/>
              <a:gd name="connsiteY20147" fmla="*/ 2238057 h 4489084"/>
              <a:gd name="connsiteX20148" fmla="*/ 3038477 w 5158787"/>
              <a:gd name="connsiteY20148" fmla="*/ 2215077 h 4489084"/>
              <a:gd name="connsiteX20149" fmla="*/ 3040076 w 5158787"/>
              <a:gd name="connsiteY20149" fmla="*/ 2214130 h 4489084"/>
              <a:gd name="connsiteX20150" fmla="*/ 3174931 w 5158787"/>
              <a:gd name="connsiteY20150" fmla="*/ 2213537 h 4489084"/>
              <a:gd name="connsiteX20151" fmla="*/ 3202116 w 5158787"/>
              <a:gd name="connsiteY20151" fmla="*/ 2213537 h 4489084"/>
              <a:gd name="connsiteX20152" fmla="*/ 3203774 w 5158787"/>
              <a:gd name="connsiteY20152" fmla="*/ 2214485 h 4489084"/>
              <a:gd name="connsiteX20153" fmla="*/ 3217336 w 5158787"/>
              <a:gd name="connsiteY20153" fmla="*/ 2237997 h 4489084"/>
              <a:gd name="connsiteX20154" fmla="*/ 3217336 w 5158787"/>
              <a:gd name="connsiteY20154" fmla="*/ 2239892 h 4489084"/>
              <a:gd name="connsiteX20155" fmla="*/ 3203774 w 5158787"/>
              <a:gd name="connsiteY20155" fmla="*/ 2263404 h 4489084"/>
              <a:gd name="connsiteX20156" fmla="*/ 3202116 w 5158787"/>
              <a:gd name="connsiteY20156" fmla="*/ 2264352 h 4489084"/>
              <a:gd name="connsiteX20157" fmla="*/ 3174931 w 5158787"/>
              <a:gd name="connsiteY20157" fmla="*/ 2264352 h 4489084"/>
              <a:gd name="connsiteX20158" fmla="*/ 3173273 w 5158787"/>
              <a:gd name="connsiteY20158" fmla="*/ 2263404 h 4489084"/>
              <a:gd name="connsiteX20159" fmla="*/ 3159710 w 5158787"/>
              <a:gd name="connsiteY20159" fmla="*/ 2239892 h 4489084"/>
              <a:gd name="connsiteX20160" fmla="*/ 3159710 w 5158787"/>
              <a:gd name="connsiteY20160" fmla="*/ 2237997 h 4489084"/>
              <a:gd name="connsiteX20161" fmla="*/ 3173273 w 5158787"/>
              <a:gd name="connsiteY20161" fmla="*/ 2214485 h 4489084"/>
              <a:gd name="connsiteX20162" fmla="*/ 3174931 w 5158787"/>
              <a:gd name="connsiteY20162" fmla="*/ 2213537 h 4489084"/>
              <a:gd name="connsiteX20163" fmla="*/ 3792827 w 5158787"/>
              <a:gd name="connsiteY20163" fmla="*/ 2172080 h 4489084"/>
              <a:gd name="connsiteX20164" fmla="*/ 3801652 w 5158787"/>
              <a:gd name="connsiteY20164" fmla="*/ 2172080 h 4489084"/>
              <a:gd name="connsiteX20165" fmla="*/ 3802185 w 5158787"/>
              <a:gd name="connsiteY20165" fmla="*/ 2172376 h 4489084"/>
              <a:gd name="connsiteX20166" fmla="*/ 3806627 w 5158787"/>
              <a:gd name="connsiteY20166" fmla="*/ 2180016 h 4489084"/>
              <a:gd name="connsiteX20167" fmla="*/ 3806627 w 5158787"/>
              <a:gd name="connsiteY20167" fmla="*/ 2180668 h 4489084"/>
              <a:gd name="connsiteX20168" fmla="*/ 3802185 w 5158787"/>
              <a:gd name="connsiteY20168" fmla="*/ 2188308 h 4489084"/>
              <a:gd name="connsiteX20169" fmla="*/ 3801652 w 5158787"/>
              <a:gd name="connsiteY20169" fmla="*/ 2188604 h 4489084"/>
              <a:gd name="connsiteX20170" fmla="*/ 3792827 w 5158787"/>
              <a:gd name="connsiteY20170" fmla="*/ 2188604 h 4489084"/>
              <a:gd name="connsiteX20171" fmla="*/ 3792295 w 5158787"/>
              <a:gd name="connsiteY20171" fmla="*/ 2188308 h 4489084"/>
              <a:gd name="connsiteX20172" fmla="*/ 3787853 w 5158787"/>
              <a:gd name="connsiteY20172" fmla="*/ 2180668 h 4489084"/>
              <a:gd name="connsiteX20173" fmla="*/ 3787853 w 5158787"/>
              <a:gd name="connsiteY20173" fmla="*/ 2180016 h 4489084"/>
              <a:gd name="connsiteX20174" fmla="*/ 3792295 w 5158787"/>
              <a:gd name="connsiteY20174" fmla="*/ 2172376 h 4489084"/>
              <a:gd name="connsiteX20175" fmla="*/ 3792827 w 5158787"/>
              <a:gd name="connsiteY20175" fmla="*/ 2172080 h 4489084"/>
              <a:gd name="connsiteX20176" fmla="*/ 3858153 w 5158787"/>
              <a:gd name="connsiteY20176" fmla="*/ 2167875 h 4489084"/>
              <a:gd name="connsiteX20177" fmla="*/ 3871538 w 5158787"/>
              <a:gd name="connsiteY20177" fmla="*/ 2167875 h 4489084"/>
              <a:gd name="connsiteX20178" fmla="*/ 3872367 w 5158787"/>
              <a:gd name="connsiteY20178" fmla="*/ 2168349 h 4489084"/>
              <a:gd name="connsiteX20179" fmla="*/ 3879059 w 5158787"/>
              <a:gd name="connsiteY20179" fmla="*/ 2179898 h 4489084"/>
              <a:gd name="connsiteX20180" fmla="*/ 3879059 w 5158787"/>
              <a:gd name="connsiteY20180" fmla="*/ 2180845 h 4489084"/>
              <a:gd name="connsiteX20181" fmla="*/ 3872367 w 5158787"/>
              <a:gd name="connsiteY20181" fmla="*/ 2192394 h 4489084"/>
              <a:gd name="connsiteX20182" fmla="*/ 3871538 w 5158787"/>
              <a:gd name="connsiteY20182" fmla="*/ 2192868 h 4489084"/>
              <a:gd name="connsiteX20183" fmla="*/ 3858153 w 5158787"/>
              <a:gd name="connsiteY20183" fmla="*/ 2192868 h 4489084"/>
              <a:gd name="connsiteX20184" fmla="*/ 3857324 w 5158787"/>
              <a:gd name="connsiteY20184" fmla="*/ 2192394 h 4489084"/>
              <a:gd name="connsiteX20185" fmla="*/ 3850631 w 5158787"/>
              <a:gd name="connsiteY20185" fmla="*/ 2180845 h 4489084"/>
              <a:gd name="connsiteX20186" fmla="*/ 3850631 w 5158787"/>
              <a:gd name="connsiteY20186" fmla="*/ 2179898 h 4489084"/>
              <a:gd name="connsiteX20187" fmla="*/ 3857324 w 5158787"/>
              <a:gd name="connsiteY20187" fmla="*/ 2168349 h 4489084"/>
              <a:gd name="connsiteX20188" fmla="*/ 3858153 w 5158787"/>
              <a:gd name="connsiteY20188" fmla="*/ 2167875 h 4489084"/>
              <a:gd name="connsiteX20189" fmla="*/ 4128337 w 5158787"/>
              <a:gd name="connsiteY20189" fmla="*/ 2167223 h 4489084"/>
              <a:gd name="connsiteX20190" fmla="*/ 4142373 w 5158787"/>
              <a:gd name="connsiteY20190" fmla="*/ 2167223 h 4489084"/>
              <a:gd name="connsiteX20191" fmla="*/ 4143203 w 5158787"/>
              <a:gd name="connsiteY20191" fmla="*/ 2167697 h 4489084"/>
              <a:gd name="connsiteX20192" fmla="*/ 4150191 w 5158787"/>
              <a:gd name="connsiteY20192" fmla="*/ 2179838 h 4489084"/>
              <a:gd name="connsiteX20193" fmla="*/ 4150191 w 5158787"/>
              <a:gd name="connsiteY20193" fmla="*/ 2180845 h 4489084"/>
              <a:gd name="connsiteX20194" fmla="*/ 4143203 w 5158787"/>
              <a:gd name="connsiteY20194" fmla="*/ 2192986 h 4489084"/>
              <a:gd name="connsiteX20195" fmla="*/ 4142373 w 5158787"/>
              <a:gd name="connsiteY20195" fmla="*/ 2193460 h 4489084"/>
              <a:gd name="connsiteX20196" fmla="*/ 4128337 w 5158787"/>
              <a:gd name="connsiteY20196" fmla="*/ 2193460 h 4489084"/>
              <a:gd name="connsiteX20197" fmla="*/ 4127508 w 5158787"/>
              <a:gd name="connsiteY20197" fmla="*/ 2192986 h 4489084"/>
              <a:gd name="connsiteX20198" fmla="*/ 4120519 w 5158787"/>
              <a:gd name="connsiteY20198" fmla="*/ 2180845 h 4489084"/>
              <a:gd name="connsiteX20199" fmla="*/ 4120519 w 5158787"/>
              <a:gd name="connsiteY20199" fmla="*/ 2179838 h 4489084"/>
              <a:gd name="connsiteX20200" fmla="*/ 4127508 w 5158787"/>
              <a:gd name="connsiteY20200" fmla="*/ 2167697 h 4489084"/>
              <a:gd name="connsiteX20201" fmla="*/ 4128337 w 5158787"/>
              <a:gd name="connsiteY20201" fmla="*/ 2167223 h 4489084"/>
              <a:gd name="connsiteX20202" fmla="*/ 4060643 w 5158787"/>
              <a:gd name="connsiteY20202" fmla="*/ 2167046 h 4489084"/>
              <a:gd name="connsiteX20203" fmla="*/ 4074857 w 5158787"/>
              <a:gd name="connsiteY20203" fmla="*/ 2167046 h 4489084"/>
              <a:gd name="connsiteX20204" fmla="*/ 4075745 w 5158787"/>
              <a:gd name="connsiteY20204" fmla="*/ 2167579 h 4489084"/>
              <a:gd name="connsiteX20205" fmla="*/ 4082852 w 5158787"/>
              <a:gd name="connsiteY20205" fmla="*/ 2179898 h 4489084"/>
              <a:gd name="connsiteX20206" fmla="*/ 4082852 w 5158787"/>
              <a:gd name="connsiteY20206" fmla="*/ 2180904 h 4489084"/>
              <a:gd name="connsiteX20207" fmla="*/ 4075745 w 5158787"/>
              <a:gd name="connsiteY20207" fmla="*/ 2193223 h 4489084"/>
              <a:gd name="connsiteX20208" fmla="*/ 4074857 w 5158787"/>
              <a:gd name="connsiteY20208" fmla="*/ 2193757 h 4489084"/>
              <a:gd name="connsiteX20209" fmla="*/ 4060643 w 5158787"/>
              <a:gd name="connsiteY20209" fmla="*/ 2193757 h 4489084"/>
              <a:gd name="connsiteX20210" fmla="*/ 4059754 w 5158787"/>
              <a:gd name="connsiteY20210" fmla="*/ 2193223 h 4489084"/>
              <a:gd name="connsiteX20211" fmla="*/ 4052647 w 5158787"/>
              <a:gd name="connsiteY20211" fmla="*/ 2180904 h 4489084"/>
              <a:gd name="connsiteX20212" fmla="*/ 4052647 w 5158787"/>
              <a:gd name="connsiteY20212" fmla="*/ 2179898 h 4489084"/>
              <a:gd name="connsiteX20213" fmla="*/ 4059754 w 5158787"/>
              <a:gd name="connsiteY20213" fmla="*/ 2167579 h 4489084"/>
              <a:gd name="connsiteX20214" fmla="*/ 4060643 w 5158787"/>
              <a:gd name="connsiteY20214" fmla="*/ 2167046 h 4489084"/>
              <a:gd name="connsiteX20215" fmla="*/ 4331005 w 5158787"/>
              <a:gd name="connsiteY20215" fmla="*/ 2166690 h 4489084"/>
              <a:gd name="connsiteX20216" fmla="*/ 4345575 w 5158787"/>
              <a:gd name="connsiteY20216" fmla="*/ 2166690 h 4489084"/>
              <a:gd name="connsiteX20217" fmla="*/ 4346463 w 5158787"/>
              <a:gd name="connsiteY20217" fmla="*/ 2167223 h 4489084"/>
              <a:gd name="connsiteX20218" fmla="*/ 4353748 w 5158787"/>
              <a:gd name="connsiteY20218" fmla="*/ 2179838 h 4489084"/>
              <a:gd name="connsiteX20219" fmla="*/ 4353748 w 5158787"/>
              <a:gd name="connsiteY20219" fmla="*/ 2180845 h 4489084"/>
              <a:gd name="connsiteX20220" fmla="*/ 4346463 w 5158787"/>
              <a:gd name="connsiteY20220" fmla="*/ 2193459 h 4489084"/>
              <a:gd name="connsiteX20221" fmla="*/ 4345575 w 5158787"/>
              <a:gd name="connsiteY20221" fmla="*/ 2193993 h 4489084"/>
              <a:gd name="connsiteX20222" fmla="*/ 4331005 w 5158787"/>
              <a:gd name="connsiteY20222" fmla="*/ 2193993 h 4489084"/>
              <a:gd name="connsiteX20223" fmla="*/ 4330117 w 5158787"/>
              <a:gd name="connsiteY20223" fmla="*/ 2193459 h 4489084"/>
              <a:gd name="connsiteX20224" fmla="*/ 4322832 w 5158787"/>
              <a:gd name="connsiteY20224" fmla="*/ 2180845 h 4489084"/>
              <a:gd name="connsiteX20225" fmla="*/ 4322832 w 5158787"/>
              <a:gd name="connsiteY20225" fmla="*/ 2179838 h 4489084"/>
              <a:gd name="connsiteX20226" fmla="*/ 4330117 w 5158787"/>
              <a:gd name="connsiteY20226" fmla="*/ 2167223 h 4489084"/>
              <a:gd name="connsiteX20227" fmla="*/ 4331005 w 5158787"/>
              <a:gd name="connsiteY20227" fmla="*/ 2166690 h 4489084"/>
              <a:gd name="connsiteX20228" fmla="*/ 3992830 w 5158787"/>
              <a:gd name="connsiteY20228" fmla="*/ 2166690 h 4489084"/>
              <a:gd name="connsiteX20229" fmla="*/ 4007400 w 5158787"/>
              <a:gd name="connsiteY20229" fmla="*/ 2166690 h 4489084"/>
              <a:gd name="connsiteX20230" fmla="*/ 4008288 w 5158787"/>
              <a:gd name="connsiteY20230" fmla="*/ 2167223 h 4489084"/>
              <a:gd name="connsiteX20231" fmla="*/ 4015573 w 5158787"/>
              <a:gd name="connsiteY20231" fmla="*/ 2179838 h 4489084"/>
              <a:gd name="connsiteX20232" fmla="*/ 4015573 w 5158787"/>
              <a:gd name="connsiteY20232" fmla="*/ 2180845 h 4489084"/>
              <a:gd name="connsiteX20233" fmla="*/ 4008288 w 5158787"/>
              <a:gd name="connsiteY20233" fmla="*/ 2193459 h 4489084"/>
              <a:gd name="connsiteX20234" fmla="*/ 4007400 w 5158787"/>
              <a:gd name="connsiteY20234" fmla="*/ 2193993 h 4489084"/>
              <a:gd name="connsiteX20235" fmla="*/ 3992830 w 5158787"/>
              <a:gd name="connsiteY20235" fmla="*/ 2193993 h 4489084"/>
              <a:gd name="connsiteX20236" fmla="*/ 3991942 w 5158787"/>
              <a:gd name="connsiteY20236" fmla="*/ 2193459 h 4489084"/>
              <a:gd name="connsiteX20237" fmla="*/ 3984657 w 5158787"/>
              <a:gd name="connsiteY20237" fmla="*/ 2180845 h 4489084"/>
              <a:gd name="connsiteX20238" fmla="*/ 3984657 w 5158787"/>
              <a:gd name="connsiteY20238" fmla="*/ 2179838 h 4489084"/>
              <a:gd name="connsiteX20239" fmla="*/ 3991942 w 5158787"/>
              <a:gd name="connsiteY20239" fmla="*/ 2167223 h 4489084"/>
              <a:gd name="connsiteX20240" fmla="*/ 3992830 w 5158787"/>
              <a:gd name="connsiteY20240" fmla="*/ 2166690 h 4489084"/>
              <a:gd name="connsiteX20241" fmla="*/ 4263133 w 5158787"/>
              <a:gd name="connsiteY20241" fmla="*/ 2166394 h 4489084"/>
              <a:gd name="connsiteX20242" fmla="*/ 4278058 w 5158787"/>
              <a:gd name="connsiteY20242" fmla="*/ 2166394 h 4489084"/>
              <a:gd name="connsiteX20243" fmla="*/ 4278946 w 5158787"/>
              <a:gd name="connsiteY20243" fmla="*/ 2166927 h 4489084"/>
              <a:gd name="connsiteX20244" fmla="*/ 4286408 w 5158787"/>
              <a:gd name="connsiteY20244" fmla="*/ 2179838 h 4489084"/>
              <a:gd name="connsiteX20245" fmla="*/ 4286408 w 5158787"/>
              <a:gd name="connsiteY20245" fmla="*/ 2180904 h 4489084"/>
              <a:gd name="connsiteX20246" fmla="*/ 4278946 w 5158787"/>
              <a:gd name="connsiteY20246" fmla="*/ 2193815 h 4489084"/>
              <a:gd name="connsiteX20247" fmla="*/ 4278058 w 5158787"/>
              <a:gd name="connsiteY20247" fmla="*/ 2194348 h 4489084"/>
              <a:gd name="connsiteX20248" fmla="*/ 4263133 w 5158787"/>
              <a:gd name="connsiteY20248" fmla="*/ 2194348 h 4489084"/>
              <a:gd name="connsiteX20249" fmla="*/ 4262245 w 5158787"/>
              <a:gd name="connsiteY20249" fmla="*/ 2193815 h 4489084"/>
              <a:gd name="connsiteX20250" fmla="*/ 4254782 w 5158787"/>
              <a:gd name="connsiteY20250" fmla="*/ 2180904 h 4489084"/>
              <a:gd name="connsiteX20251" fmla="*/ 4254782 w 5158787"/>
              <a:gd name="connsiteY20251" fmla="*/ 2179838 h 4489084"/>
              <a:gd name="connsiteX20252" fmla="*/ 4262245 w 5158787"/>
              <a:gd name="connsiteY20252" fmla="*/ 2166927 h 4489084"/>
              <a:gd name="connsiteX20253" fmla="*/ 4263133 w 5158787"/>
              <a:gd name="connsiteY20253" fmla="*/ 2166394 h 4489084"/>
              <a:gd name="connsiteX20254" fmla="*/ 4195557 w 5158787"/>
              <a:gd name="connsiteY20254" fmla="*/ 2166394 h 4489084"/>
              <a:gd name="connsiteX20255" fmla="*/ 4210482 w 5158787"/>
              <a:gd name="connsiteY20255" fmla="*/ 2166394 h 4489084"/>
              <a:gd name="connsiteX20256" fmla="*/ 4211371 w 5158787"/>
              <a:gd name="connsiteY20256" fmla="*/ 2166927 h 4489084"/>
              <a:gd name="connsiteX20257" fmla="*/ 4218833 w 5158787"/>
              <a:gd name="connsiteY20257" fmla="*/ 2179838 h 4489084"/>
              <a:gd name="connsiteX20258" fmla="*/ 4218833 w 5158787"/>
              <a:gd name="connsiteY20258" fmla="*/ 2180904 h 4489084"/>
              <a:gd name="connsiteX20259" fmla="*/ 4211371 w 5158787"/>
              <a:gd name="connsiteY20259" fmla="*/ 2193815 h 4489084"/>
              <a:gd name="connsiteX20260" fmla="*/ 4210482 w 5158787"/>
              <a:gd name="connsiteY20260" fmla="*/ 2194348 h 4489084"/>
              <a:gd name="connsiteX20261" fmla="*/ 4195557 w 5158787"/>
              <a:gd name="connsiteY20261" fmla="*/ 2194348 h 4489084"/>
              <a:gd name="connsiteX20262" fmla="*/ 4194669 w 5158787"/>
              <a:gd name="connsiteY20262" fmla="*/ 2193815 h 4489084"/>
              <a:gd name="connsiteX20263" fmla="*/ 4187206 w 5158787"/>
              <a:gd name="connsiteY20263" fmla="*/ 2180904 h 4489084"/>
              <a:gd name="connsiteX20264" fmla="*/ 4187206 w 5158787"/>
              <a:gd name="connsiteY20264" fmla="*/ 2179838 h 4489084"/>
              <a:gd name="connsiteX20265" fmla="*/ 4194669 w 5158787"/>
              <a:gd name="connsiteY20265" fmla="*/ 2166927 h 4489084"/>
              <a:gd name="connsiteX20266" fmla="*/ 4195557 w 5158787"/>
              <a:gd name="connsiteY20266" fmla="*/ 2166394 h 4489084"/>
              <a:gd name="connsiteX20267" fmla="*/ 4398403 w 5158787"/>
              <a:gd name="connsiteY20267" fmla="*/ 2166276 h 4489084"/>
              <a:gd name="connsiteX20268" fmla="*/ 4413387 w 5158787"/>
              <a:gd name="connsiteY20268" fmla="*/ 2166276 h 4489084"/>
              <a:gd name="connsiteX20269" fmla="*/ 4414276 w 5158787"/>
              <a:gd name="connsiteY20269" fmla="*/ 2166809 h 4489084"/>
              <a:gd name="connsiteX20270" fmla="*/ 4421797 w 5158787"/>
              <a:gd name="connsiteY20270" fmla="*/ 2179838 h 4489084"/>
              <a:gd name="connsiteX20271" fmla="*/ 4421797 w 5158787"/>
              <a:gd name="connsiteY20271" fmla="*/ 2180904 h 4489084"/>
              <a:gd name="connsiteX20272" fmla="*/ 4414276 w 5158787"/>
              <a:gd name="connsiteY20272" fmla="*/ 2193934 h 4489084"/>
              <a:gd name="connsiteX20273" fmla="*/ 4413387 w 5158787"/>
              <a:gd name="connsiteY20273" fmla="*/ 2194467 h 4489084"/>
              <a:gd name="connsiteX20274" fmla="*/ 4398403 w 5158787"/>
              <a:gd name="connsiteY20274" fmla="*/ 2194467 h 4489084"/>
              <a:gd name="connsiteX20275" fmla="*/ 4397515 w 5158787"/>
              <a:gd name="connsiteY20275" fmla="*/ 2193934 h 4489084"/>
              <a:gd name="connsiteX20276" fmla="*/ 4389993 w 5158787"/>
              <a:gd name="connsiteY20276" fmla="*/ 2180904 h 4489084"/>
              <a:gd name="connsiteX20277" fmla="*/ 4389993 w 5158787"/>
              <a:gd name="connsiteY20277" fmla="*/ 2179838 h 4489084"/>
              <a:gd name="connsiteX20278" fmla="*/ 4397515 w 5158787"/>
              <a:gd name="connsiteY20278" fmla="*/ 2166809 h 4489084"/>
              <a:gd name="connsiteX20279" fmla="*/ 4398403 w 5158787"/>
              <a:gd name="connsiteY20279" fmla="*/ 2166276 h 4489084"/>
              <a:gd name="connsiteX20280" fmla="*/ 3924840 w 5158787"/>
              <a:gd name="connsiteY20280" fmla="*/ 2165980 h 4489084"/>
              <a:gd name="connsiteX20281" fmla="*/ 3940179 w 5158787"/>
              <a:gd name="connsiteY20281" fmla="*/ 2165980 h 4489084"/>
              <a:gd name="connsiteX20282" fmla="*/ 3941127 w 5158787"/>
              <a:gd name="connsiteY20282" fmla="*/ 2166513 h 4489084"/>
              <a:gd name="connsiteX20283" fmla="*/ 3948767 w 5158787"/>
              <a:gd name="connsiteY20283" fmla="*/ 2179779 h 4489084"/>
              <a:gd name="connsiteX20284" fmla="*/ 3948767 w 5158787"/>
              <a:gd name="connsiteY20284" fmla="*/ 2180846 h 4489084"/>
              <a:gd name="connsiteX20285" fmla="*/ 3941068 w 5158787"/>
              <a:gd name="connsiteY20285" fmla="*/ 2194112 h 4489084"/>
              <a:gd name="connsiteX20286" fmla="*/ 3940120 w 5158787"/>
              <a:gd name="connsiteY20286" fmla="*/ 2194645 h 4489084"/>
              <a:gd name="connsiteX20287" fmla="*/ 3924781 w 5158787"/>
              <a:gd name="connsiteY20287" fmla="*/ 2194645 h 4489084"/>
              <a:gd name="connsiteX20288" fmla="*/ 3923833 w 5158787"/>
              <a:gd name="connsiteY20288" fmla="*/ 2194112 h 4489084"/>
              <a:gd name="connsiteX20289" fmla="*/ 3916193 w 5158787"/>
              <a:gd name="connsiteY20289" fmla="*/ 2180846 h 4489084"/>
              <a:gd name="connsiteX20290" fmla="*/ 3916193 w 5158787"/>
              <a:gd name="connsiteY20290" fmla="*/ 2179779 h 4489084"/>
              <a:gd name="connsiteX20291" fmla="*/ 3923892 w 5158787"/>
              <a:gd name="connsiteY20291" fmla="*/ 2166513 h 4489084"/>
              <a:gd name="connsiteX20292" fmla="*/ 3924840 w 5158787"/>
              <a:gd name="connsiteY20292" fmla="*/ 2165980 h 4489084"/>
              <a:gd name="connsiteX20293" fmla="*/ 4465446 w 5158787"/>
              <a:gd name="connsiteY20293" fmla="*/ 2165269 h 4489084"/>
              <a:gd name="connsiteX20294" fmla="*/ 4481556 w 5158787"/>
              <a:gd name="connsiteY20294" fmla="*/ 2165269 h 4489084"/>
              <a:gd name="connsiteX20295" fmla="*/ 4482562 w 5158787"/>
              <a:gd name="connsiteY20295" fmla="*/ 2165861 h 4489084"/>
              <a:gd name="connsiteX20296" fmla="*/ 4490617 w 5158787"/>
              <a:gd name="connsiteY20296" fmla="*/ 2179838 h 4489084"/>
              <a:gd name="connsiteX20297" fmla="*/ 4490617 w 5158787"/>
              <a:gd name="connsiteY20297" fmla="*/ 2180963 h 4489084"/>
              <a:gd name="connsiteX20298" fmla="*/ 4482562 w 5158787"/>
              <a:gd name="connsiteY20298" fmla="*/ 2194940 h 4489084"/>
              <a:gd name="connsiteX20299" fmla="*/ 4481556 w 5158787"/>
              <a:gd name="connsiteY20299" fmla="*/ 2195533 h 4489084"/>
              <a:gd name="connsiteX20300" fmla="*/ 4465446 w 5158787"/>
              <a:gd name="connsiteY20300" fmla="*/ 2195533 h 4489084"/>
              <a:gd name="connsiteX20301" fmla="*/ 4464440 w 5158787"/>
              <a:gd name="connsiteY20301" fmla="*/ 2194940 h 4489084"/>
              <a:gd name="connsiteX20302" fmla="*/ 4456385 w 5158787"/>
              <a:gd name="connsiteY20302" fmla="*/ 2180963 h 4489084"/>
              <a:gd name="connsiteX20303" fmla="*/ 4456385 w 5158787"/>
              <a:gd name="connsiteY20303" fmla="*/ 2179838 h 4489084"/>
              <a:gd name="connsiteX20304" fmla="*/ 4464440 w 5158787"/>
              <a:gd name="connsiteY20304" fmla="*/ 2165861 h 4489084"/>
              <a:gd name="connsiteX20305" fmla="*/ 4465446 w 5158787"/>
              <a:gd name="connsiteY20305" fmla="*/ 2165269 h 4489084"/>
              <a:gd name="connsiteX20306" fmla="*/ 1692468 w 5158787"/>
              <a:gd name="connsiteY20306" fmla="*/ 2165032 h 4489084"/>
              <a:gd name="connsiteX20307" fmla="*/ 1708815 w 5158787"/>
              <a:gd name="connsiteY20307" fmla="*/ 2165032 h 4489084"/>
              <a:gd name="connsiteX20308" fmla="*/ 1709821 w 5158787"/>
              <a:gd name="connsiteY20308" fmla="*/ 2165624 h 4489084"/>
              <a:gd name="connsiteX20309" fmla="*/ 1717994 w 5158787"/>
              <a:gd name="connsiteY20309" fmla="*/ 2179779 h 4489084"/>
              <a:gd name="connsiteX20310" fmla="*/ 1717994 w 5158787"/>
              <a:gd name="connsiteY20310" fmla="*/ 2180964 h 4489084"/>
              <a:gd name="connsiteX20311" fmla="*/ 1709821 w 5158787"/>
              <a:gd name="connsiteY20311" fmla="*/ 2195118 h 4489084"/>
              <a:gd name="connsiteX20312" fmla="*/ 1708815 w 5158787"/>
              <a:gd name="connsiteY20312" fmla="*/ 2195711 h 4489084"/>
              <a:gd name="connsiteX20313" fmla="*/ 1692468 w 5158787"/>
              <a:gd name="connsiteY20313" fmla="*/ 2195711 h 4489084"/>
              <a:gd name="connsiteX20314" fmla="*/ 1691462 w 5158787"/>
              <a:gd name="connsiteY20314" fmla="*/ 2195118 h 4489084"/>
              <a:gd name="connsiteX20315" fmla="*/ 1683289 w 5158787"/>
              <a:gd name="connsiteY20315" fmla="*/ 2180964 h 4489084"/>
              <a:gd name="connsiteX20316" fmla="*/ 1683289 w 5158787"/>
              <a:gd name="connsiteY20316" fmla="*/ 2179779 h 4489084"/>
              <a:gd name="connsiteX20317" fmla="*/ 1691462 w 5158787"/>
              <a:gd name="connsiteY20317" fmla="*/ 2165624 h 4489084"/>
              <a:gd name="connsiteX20318" fmla="*/ 1692468 w 5158787"/>
              <a:gd name="connsiteY20318" fmla="*/ 2165032 h 4489084"/>
              <a:gd name="connsiteX20319" fmla="*/ 1759985 w 5158787"/>
              <a:gd name="connsiteY20319" fmla="*/ 2164854 h 4489084"/>
              <a:gd name="connsiteX20320" fmla="*/ 1776568 w 5158787"/>
              <a:gd name="connsiteY20320" fmla="*/ 2164854 h 4489084"/>
              <a:gd name="connsiteX20321" fmla="*/ 1777575 w 5158787"/>
              <a:gd name="connsiteY20321" fmla="*/ 2165446 h 4489084"/>
              <a:gd name="connsiteX20322" fmla="*/ 1785866 w 5158787"/>
              <a:gd name="connsiteY20322" fmla="*/ 2179778 h 4489084"/>
              <a:gd name="connsiteX20323" fmla="*/ 1785866 w 5158787"/>
              <a:gd name="connsiteY20323" fmla="*/ 2180963 h 4489084"/>
              <a:gd name="connsiteX20324" fmla="*/ 1777575 w 5158787"/>
              <a:gd name="connsiteY20324" fmla="*/ 2195295 h 4489084"/>
              <a:gd name="connsiteX20325" fmla="*/ 1776568 w 5158787"/>
              <a:gd name="connsiteY20325" fmla="*/ 2195888 h 4489084"/>
              <a:gd name="connsiteX20326" fmla="*/ 1759985 w 5158787"/>
              <a:gd name="connsiteY20326" fmla="*/ 2195888 h 4489084"/>
              <a:gd name="connsiteX20327" fmla="*/ 1758978 w 5158787"/>
              <a:gd name="connsiteY20327" fmla="*/ 2195295 h 4489084"/>
              <a:gd name="connsiteX20328" fmla="*/ 1750687 w 5158787"/>
              <a:gd name="connsiteY20328" fmla="*/ 2180963 h 4489084"/>
              <a:gd name="connsiteX20329" fmla="*/ 1750687 w 5158787"/>
              <a:gd name="connsiteY20329" fmla="*/ 2179778 h 4489084"/>
              <a:gd name="connsiteX20330" fmla="*/ 1758978 w 5158787"/>
              <a:gd name="connsiteY20330" fmla="*/ 2165446 h 4489084"/>
              <a:gd name="connsiteX20331" fmla="*/ 1759985 w 5158787"/>
              <a:gd name="connsiteY20331" fmla="*/ 2164854 h 4489084"/>
              <a:gd name="connsiteX20332" fmla="*/ 1489445 w 5158787"/>
              <a:gd name="connsiteY20332" fmla="*/ 2164854 h 4489084"/>
              <a:gd name="connsiteX20333" fmla="*/ 1506028 w 5158787"/>
              <a:gd name="connsiteY20333" fmla="*/ 2164854 h 4489084"/>
              <a:gd name="connsiteX20334" fmla="*/ 1507035 w 5158787"/>
              <a:gd name="connsiteY20334" fmla="*/ 2165446 h 4489084"/>
              <a:gd name="connsiteX20335" fmla="*/ 1515327 w 5158787"/>
              <a:gd name="connsiteY20335" fmla="*/ 2179778 h 4489084"/>
              <a:gd name="connsiteX20336" fmla="*/ 1515327 w 5158787"/>
              <a:gd name="connsiteY20336" fmla="*/ 2180963 h 4489084"/>
              <a:gd name="connsiteX20337" fmla="*/ 1507035 w 5158787"/>
              <a:gd name="connsiteY20337" fmla="*/ 2195295 h 4489084"/>
              <a:gd name="connsiteX20338" fmla="*/ 1506028 w 5158787"/>
              <a:gd name="connsiteY20338" fmla="*/ 2195888 h 4489084"/>
              <a:gd name="connsiteX20339" fmla="*/ 1489445 w 5158787"/>
              <a:gd name="connsiteY20339" fmla="*/ 2195888 h 4489084"/>
              <a:gd name="connsiteX20340" fmla="*/ 1488438 w 5158787"/>
              <a:gd name="connsiteY20340" fmla="*/ 2195295 h 4489084"/>
              <a:gd name="connsiteX20341" fmla="*/ 1480147 w 5158787"/>
              <a:gd name="connsiteY20341" fmla="*/ 2180963 h 4489084"/>
              <a:gd name="connsiteX20342" fmla="*/ 1480147 w 5158787"/>
              <a:gd name="connsiteY20342" fmla="*/ 2179778 h 4489084"/>
              <a:gd name="connsiteX20343" fmla="*/ 1488438 w 5158787"/>
              <a:gd name="connsiteY20343" fmla="*/ 2165446 h 4489084"/>
              <a:gd name="connsiteX20344" fmla="*/ 1489445 w 5158787"/>
              <a:gd name="connsiteY20344" fmla="*/ 2164854 h 4489084"/>
              <a:gd name="connsiteX20345" fmla="*/ 4532844 w 5158787"/>
              <a:gd name="connsiteY20345" fmla="*/ 2164736 h 4489084"/>
              <a:gd name="connsiteX20346" fmla="*/ 4549487 w 5158787"/>
              <a:gd name="connsiteY20346" fmla="*/ 2164736 h 4489084"/>
              <a:gd name="connsiteX20347" fmla="*/ 4550494 w 5158787"/>
              <a:gd name="connsiteY20347" fmla="*/ 2165328 h 4489084"/>
              <a:gd name="connsiteX20348" fmla="*/ 4558844 w 5158787"/>
              <a:gd name="connsiteY20348" fmla="*/ 2179779 h 4489084"/>
              <a:gd name="connsiteX20349" fmla="*/ 4558844 w 5158787"/>
              <a:gd name="connsiteY20349" fmla="*/ 2180964 h 4489084"/>
              <a:gd name="connsiteX20350" fmla="*/ 4550494 w 5158787"/>
              <a:gd name="connsiteY20350" fmla="*/ 2195415 h 4489084"/>
              <a:gd name="connsiteX20351" fmla="*/ 4549487 w 5158787"/>
              <a:gd name="connsiteY20351" fmla="*/ 2196007 h 4489084"/>
              <a:gd name="connsiteX20352" fmla="*/ 4532844 w 5158787"/>
              <a:gd name="connsiteY20352" fmla="*/ 2196007 h 4489084"/>
              <a:gd name="connsiteX20353" fmla="*/ 4531838 w 5158787"/>
              <a:gd name="connsiteY20353" fmla="*/ 2195415 h 4489084"/>
              <a:gd name="connsiteX20354" fmla="*/ 4523487 w 5158787"/>
              <a:gd name="connsiteY20354" fmla="*/ 2180964 h 4489084"/>
              <a:gd name="connsiteX20355" fmla="*/ 4523487 w 5158787"/>
              <a:gd name="connsiteY20355" fmla="*/ 2179779 h 4489084"/>
              <a:gd name="connsiteX20356" fmla="*/ 4531838 w 5158787"/>
              <a:gd name="connsiteY20356" fmla="*/ 2165328 h 4489084"/>
              <a:gd name="connsiteX20357" fmla="*/ 4532844 w 5158787"/>
              <a:gd name="connsiteY20357" fmla="*/ 2164736 h 4489084"/>
              <a:gd name="connsiteX20358" fmla="*/ 1421632 w 5158787"/>
              <a:gd name="connsiteY20358" fmla="*/ 2164440 h 4489084"/>
              <a:gd name="connsiteX20359" fmla="*/ 1438630 w 5158787"/>
              <a:gd name="connsiteY20359" fmla="*/ 2164440 h 4489084"/>
              <a:gd name="connsiteX20360" fmla="*/ 1439696 w 5158787"/>
              <a:gd name="connsiteY20360" fmla="*/ 2165032 h 4489084"/>
              <a:gd name="connsiteX20361" fmla="*/ 1448165 w 5158787"/>
              <a:gd name="connsiteY20361" fmla="*/ 2179779 h 4489084"/>
              <a:gd name="connsiteX20362" fmla="*/ 1448165 w 5158787"/>
              <a:gd name="connsiteY20362" fmla="*/ 2180964 h 4489084"/>
              <a:gd name="connsiteX20363" fmla="*/ 1439637 w 5158787"/>
              <a:gd name="connsiteY20363" fmla="*/ 2195711 h 4489084"/>
              <a:gd name="connsiteX20364" fmla="*/ 1438571 w 5158787"/>
              <a:gd name="connsiteY20364" fmla="*/ 2196303 h 4489084"/>
              <a:gd name="connsiteX20365" fmla="*/ 1421573 w 5158787"/>
              <a:gd name="connsiteY20365" fmla="*/ 2196303 h 4489084"/>
              <a:gd name="connsiteX20366" fmla="*/ 1420507 w 5158787"/>
              <a:gd name="connsiteY20366" fmla="*/ 2195711 h 4489084"/>
              <a:gd name="connsiteX20367" fmla="*/ 1412038 w 5158787"/>
              <a:gd name="connsiteY20367" fmla="*/ 2180964 h 4489084"/>
              <a:gd name="connsiteX20368" fmla="*/ 1412038 w 5158787"/>
              <a:gd name="connsiteY20368" fmla="*/ 2179779 h 4489084"/>
              <a:gd name="connsiteX20369" fmla="*/ 1420566 w 5158787"/>
              <a:gd name="connsiteY20369" fmla="*/ 2165032 h 4489084"/>
              <a:gd name="connsiteX20370" fmla="*/ 1421632 w 5158787"/>
              <a:gd name="connsiteY20370" fmla="*/ 2164440 h 4489084"/>
              <a:gd name="connsiteX20371" fmla="*/ 3585777 w 5158787"/>
              <a:gd name="connsiteY20371" fmla="*/ 2164321 h 4489084"/>
              <a:gd name="connsiteX20372" fmla="*/ 3602893 w 5158787"/>
              <a:gd name="connsiteY20372" fmla="*/ 2164321 h 4489084"/>
              <a:gd name="connsiteX20373" fmla="*/ 3603958 w 5158787"/>
              <a:gd name="connsiteY20373" fmla="*/ 2164913 h 4489084"/>
              <a:gd name="connsiteX20374" fmla="*/ 3612487 w 5158787"/>
              <a:gd name="connsiteY20374" fmla="*/ 2179720 h 4489084"/>
              <a:gd name="connsiteX20375" fmla="*/ 3612487 w 5158787"/>
              <a:gd name="connsiteY20375" fmla="*/ 2180904 h 4489084"/>
              <a:gd name="connsiteX20376" fmla="*/ 3603899 w 5158787"/>
              <a:gd name="connsiteY20376" fmla="*/ 2195710 h 4489084"/>
              <a:gd name="connsiteX20377" fmla="*/ 3602833 w 5158787"/>
              <a:gd name="connsiteY20377" fmla="*/ 2196303 h 4489084"/>
              <a:gd name="connsiteX20378" fmla="*/ 3585717 w 5158787"/>
              <a:gd name="connsiteY20378" fmla="*/ 2196303 h 4489084"/>
              <a:gd name="connsiteX20379" fmla="*/ 3584651 w 5158787"/>
              <a:gd name="connsiteY20379" fmla="*/ 2195710 h 4489084"/>
              <a:gd name="connsiteX20380" fmla="*/ 3576123 w 5158787"/>
              <a:gd name="connsiteY20380" fmla="*/ 2180904 h 4489084"/>
              <a:gd name="connsiteX20381" fmla="*/ 3576123 w 5158787"/>
              <a:gd name="connsiteY20381" fmla="*/ 2179720 h 4489084"/>
              <a:gd name="connsiteX20382" fmla="*/ 3584710 w 5158787"/>
              <a:gd name="connsiteY20382" fmla="*/ 2164913 h 4489084"/>
              <a:gd name="connsiteX20383" fmla="*/ 3585777 w 5158787"/>
              <a:gd name="connsiteY20383" fmla="*/ 2164321 h 4489084"/>
              <a:gd name="connsiteX20384" fmla="*/ 1556844 w 5158787"/>
              <a:gd name="connsiteY20384" fmla="*/ 2164321 h 4489084"/>
              <a:gd name="connsiteX20385" fmla="*/ 1573959 w 5158787"/>
              <a:gd name="connsiteY20385" fmla="*/ 2164321 h 4489084"/>
              <a:gd name="connsiteX20386" fmla="*/ 1575025 w 5158787"/>
              <a:gd name="connsiteY20386" fmla="*/ 2164913 h 4489084"/>
              <a:gd name="connsiteX20387" fmla="*/ 1583554 w 5158787"/>
              <a:gd name="connsiteY20387" fmla="*/ 2179720 h 4489084"/>
              <a:gd name="connsiteX20388" fmla="*/ 1583554 w 5158787"/>
              <a:gd name="connsiteY20388" fmla="*/ 2180904 h 4489084"/>
              <a:gd name="connsiteX20389" fmla="*/ 1574966 w 5158787"/>
              <a:gd name="connsiteY20389" fmla="*/ 2195710 h 4489084"/>
              <a:gd name="connsiteX20390" fmla="*/ 1573900 w 5158787"/>
              <a:gd name="connsiteY20390" fmla="*/ 2196303 h 4489084"/>
              <a:gd name="connsiteX20391" fmla="*/ 1556784 w 5158787"/>
              <a:gd name="connsiteY20391" fmla="*/ 2196303 h 4489084"/>
              <a:gd name="connsiteX20392" fmla="*/ 1555718 w 5158787"/>
              <a:gd name="connsiteY20392" fmla="*/ 2195710 h 4489084"/>
              <a:gd name="connsiteX20393" fmla="*/ 1547190 w 5158787"/>
              <a:gd name="connsiteY20393" fmla="*/ 2180904 h 4489084"/>
              <a:gd name="connsiteX20394" fmla="*/ 1547190 w 5158787"/>
              <a:gd name="connsiteY20394" fmla="*/ 2179720 h 4489084"/>
              <a:gd name="connsiteX20395" fmla="*/ 1555777 w 5158787"/>
              <a:gd name="connsiteY20395" fmla="*/ 2164913 h 4489084"/>
              <a:gd name="connsiteX20396" fmla="*/ 1556844 w 5158787"/>
              <a:gd name="connsiteY20396" fmla="*/ 2164321 h 4489084"/>
              <a:gd name="connsiteX20397" fmla="*/ 2165381 w 5158787"/>
              <a:gd name="connsiteY20397" fmla="*/ 2164144 h 4489084"/>
              <a:gd name="connsiteX20398" fmla="*/ 2182734 w 5158787"/>
              <a:gd name="connsiteY20398" fmla="*/ 2164144 h 4489084"/>
              <a:gd name="connsiteX20399" fmla="*/ 2183800 w 5158787"/>
              <a:gd name="connsiteY20399" fmla="*/ 2164736 h 4489084"/>
              <a:gd name="connsiteX20400" fmla="*/ 2192446 w 5158787"/>
              <a:gd name="connsiteY20400" fmla="*/ 2179779 h 4489084"/>
              <a:gd name="connsiteX20401" fmla="*/ 2192446 w 5158787"/>
              <a:gd name="connsiteY20401" fmla="*/ 2181023 h 4489084"/>
              <a:gd name="connsiteX20402" fmla="*/ 2183800 w 5158787"/>
              <a:gd name="connsiteY20402" fmla="*/ 2196066 h 4489084"/>
              <a:gd name="connsiteX20403" fmla="*/ 2182734 w 5158787"/>
              <a:gd name="connsiteY20403" fmla="*/ 2196659 h 4489084"/>
              <a:gd name="connsiteX20404" fmla="*/ 2165381 w 5158787"/>
              <a:gd name="connsiteY20404" fmla="*/ 2196659 h 4489084"/>
              <a:gd name="connsiteX20405" fmla="*/ 2164314 w 5158787"/>
              <a:gd name="connsiteY20405" fmla="*/ 2196066 h 4489084"/>
              <a:gd name="connsiteX20406" fmla="*/ 2155668 w 5158787"/>
              <a:gd name="connsiteY20406" fmla="*/ 2181023 h 4489084"/>
              <a:gd name="connsiteX20407" fmla="*/ 2155668 w 5158787"/>
              <a:gd name="connsiteY20407" fmla="*/ 2179779 h 4489084"/>
              <a:gd name="connsiteX20408" fmla="*/ 2164314 w 5158787"/>
              <a:gd name="connsiteY20408" fmla="*/ 2164736 h 4489084"/>
              <a:gd name="connsiteX20409" fmla="*/ 2165381 w 5158787"/>
              <a:gd name="connsiteY20409" fmla="*/ 2164144 h 4489084"/>
              <a:gd name="connsiteX20410" fmla="*/ 1624360 w 5158787"/>
              <a:gd name="connsiteY20410" fmla="*/ 2164144 h 4489084"/>
              <a:gd name="connsiteX20411" fmla="*/ 1641712 w 5158787"/>
              <a:gd name="connsiteY20411" fmla="*/ 2164144 h 4489084"/>
              <a:gd name="connsiteX20412" fmla="*/ 1642778 w 5158787"/>
              <a:gd name="connsiteY20412" fmla="*/ 2164736 h 4489084"/>
              <a:gd name="connsiteX20413" fmla="*/ 1651425 w 5158787"/>
              <a:gd name="connsiteY20413" fmla="*/ 2179779 h 4489084"/>
              <a:gd name="connsiteX20414" fmla="*/ 1651425 w 5158787"/>
              <a:gd name="connsiteY20414" fmla="*/ 2181023 h 4489084"/>
              <a:gd name="connsiteX20415" fmla="*/ 1642778 w 5158787"/>
              <a:gd name="connsiteY20415" fmla="*/ 2196066 h 4489084"/>
              <a:gd name="connsiteX20416" fmla="*/ 1641712 w 5158787"/>
              <a:gd name="connsiteY20416" fmla="*/ 2196659 h 4489084"/>
              <a:gd name="connsiteX20417" fmla="*/ 1624360 w 5158787"/>
              <a:gd name="connsiteY20417" fmla="*/ 2196659 h 4489084"/>
              <a:gd name="connsiteX20418" fmla="*/ 1623294 w 5158787"/>
              <a:gd name="connsiteY20418" fmla="*/ 2196066 h 4489084"/>
              <a:gd name="connsiteX20419" fmla="*/ 1614647 w 5158787"/>
              <a:gd name="connsiteY20419" fmla="*/ 2181023 h 4489084"/>
              <a:gd name="connsiteX20420" fmla="*/ 1614647 w 5158787"/>
              <a:gd name="connsiteY20420" fmla="*/ 2179779 h 4489084"/>
              <a:gd name="connsiteX20421" fmla="*/ 1623294 w 5158787"/>
              <a:gd name="connsiteY20421" fmla="*/ 2164736 h 4489084"/>
              <a:gd name="connsiteX20422" fmla="*/ 1624360 w 5158787"/>
              <a:gd name="connsiteY20422" fmla="*/ 2164144 h 4489084"/>
              <a:gd name="connsiteX20423" fmla="*/ 2232957 w 5158787"/>
              <a:gd name="connsiteY20423" fmla="*/ 2164025 h 4489084"/>
              <a:gd name="connsiteX20424" fmla="*/ 2250428 w 5158787"/>
              <a:gd name="connsiteY20424" fmla="*/ 2164025 h 4489084"/>
              <a:gd name="connsiteX20425" fmla="*/ 2251494 w 5158787"/>
              <a:gd name="connsiteY20425" fmla="*/ 2164617 h 4489084"/>
              <a:gd name="connsiteX20426" fmla="*/ 2260200 w 5158787"/>
              <a:gd name="connsiteY20426" fmla="*/ 2179720 h 4489084"/>
              <a:gd name="connsiteX20427" fmla="*/ 2260200 w 5158787"/>
              <a:gd name="connsiteY20427" fmla="*/ 2180963 h 4489084"/>
              <a:gd name="connsiteX20428" fmla="*/ 2251494 w 5158787"/>
              <a:gd name="connsiteY20428" fmla="*/ 2196066 h 4489084"/>
              <a:gd name="connsiteX20429" fmla="*/ 2250428 w 5158787"/>
              <a:gd name="connsiteY20429" fmla="*/ 2196658 h 4489084"/>
              <a:gd name="connsiteX20430" fmla="*/ 2232957 w 5158787"/>
              <a:gd name="connsiteY20430" fmla="*/ 2196658 h 4489084"/>
              <a:gd name="connsiteX20431" fmla="*/ 2231891 w 5158787"/>
              <a:gd name="connsiteY20431" fmla="*/ 2196066 h 4489084"/>
              <a:gd name="connsiteX20432" fmla="*/ 2223185 w 5158787"/>
              <a:gd name="connsiteY20432" fmla="*/ 2180963 h 4489084"/>
              <a:gd name="connsiteX20433" fmla="*/ 2223185 w 5158787"/>
              <a:gd name="connsiteY20433" fmla="*/ 2179720 h 4489084"/>
              <a:gd name="connsiteX20434" fmla="*/ 2231891 w 5158787"/>
              <a:gd name="connsiteY20434" fmla="*/ 2164617 h 4489084"/>
              <a:gd name="connsiteX20435" fmla="*/ 2232957 w 5158787"/>
              <a:gd name="connsiteY20435" fmla="*/ 2164025 h 4489084"/>
              <a:gd name="connsiteX20436" fmla="*/ 1353760 w 5158787"/>
              <a:gd name="connsiteY20436" fmla="*/ 2163907 h 4489084"/>
              <a:gd name="connsiteX20437" fmla="*/ 1371291 w 5158787"/>
              <a:gd name="connsiteY20437" fmla="*/ 2163907 h 4489084"/>
              <a:gd name="connsiteX20438" fmla="*/ 1372357 w 5158787"/>
              <a:gd name="connsiteY20438" fmla="*/ 2164499 h 4489084"/>
              <a:gd name="connsiteX20439" fmla="*/ 1381122 w 5158787"/>
              <a:gd name="connsiteY20439" fmla="*/ 2179720 h 4489084"/>
              <a:gd name="connsiteX20440" fmla="*/ 1381122 w 5158787"/>
              <a:gd name="connsiteY20440" fmla="*/ 2180964 h 4489084"/>
              <a:gd name="connsiteX20441" fmla="*/ 1372357 w 5158787"/>
              <a:gd name="connsiteY20441" fmla="*/ 2196185 h 4489084"/>
              <a:gd name="connsiteX20442" fmla="*/ 1371291 w 5158787"/>
              <a:gd name="connsiteY20442" fmla="*/ 2196777 h 4489084"/>
              <a:gd name="connsiteX20443" fmla="*/ 1353760 w 5158787"/>
              <a:gd name="connsiteY20443" fmla="*/ 2196777 h 4489084"/>
              <a:gd name="connsiteX20444" fmla="*/ 1352694 w 5158787"/>
              <a:gd name="connsiteY20444" fmla="*/ 2196185 h 4489084"/>
              <a:gd name="connsiteX20445" fmla="*/ 1343929 w 5158787"/>
              <a:gd name="connsiteY20445" fmla="*/ 2180964 h 4489084"/>
              <a:gd name="connsiteX20446" fmla="*/ 1343929 w 5158787"/>
              <a:gd name="connsiteY20446" fmla="*/ 2179720 h 4489084"/>
              <a:gd name="connsiteX20447" fmla="*/ 1352694 w 5158787"/>
              <a:gd name="connsiteY20447" fmla="*/ 2164499 h 4489084"/>
              <a:gd name="connsiteX20448" fmla="*/ 1353760 w 5158787"/>
              <a:gd name="connsiteY20448" fmla="*/ 2163907 h 4489084"/>
              <a:gd name="connsiteX20449" fmla="*/ 1894663 w 5158787"/>
              <a:gd name="connsiteY20449" fmla="*/ 2163729 h 4489084"/>
              <a:gd name="connsiteX20450" fmla="*/ 1912430 w 5158787"/>
              <a:gd name="connsiteY20450" fmla="*/ 2163729 h 4489084"/>
              <a:gd name="connsiteX20451" fmla="*/ 1913496 w 5158787"/>
              <a:gd name="connsiteY20451" fmla="*/ 2164380 h 4489084"/>
              <a:gd name="connsiteX20452" fmla="*/ 1922380 w 5158787"/>
              <a:gd name="connsiteY20452" fmla="*/ 2179779 h 4489084"/>
              <a:gd name="connsiteX20453" fmla="*/ 1922380 w 5158787"/>
              <a:gd name="connsiteY20453" fmla="*/ 2181023 h 4489084"/>
              <a:gd name="connsiteX20454" fmla="*/ 1913496 w 5158787"/>
              <a:gd name="connsiteY20454" fmla="*/ 2196421 h 4489084"/>
              <a:gd name="connsiteX20455" fmla="*/ 1912430 w 5158787"/>
              <a:gd name="connsiteY20455" fmla="*/ 2197073 h 4489084"/>
              <a:gd name="connsiteX20456" fmla="*/ 1894663 w 5158787"/>
              <a:gd name="connsiteY20456" fmla="*/ 2197073 h 4489084"/>
              <a:gd name="connsiteX20457" fmla="*/ 1893597 w 5158787"/>
              <a:gd name="connsiteY20457" fmla="*/ 2196421 h 4489084"/>
              <a:gd name="connsiteX20458" fmla="*/ 1884713 w 5158787"/>
              <a:gd name="connsiteY20458" fmla="*/ 2181023 h 4489084"/>
              <a:gd name="connsiteX20459" fmla="*/ 1884713 w 5158787"/>
              <a:gd name="connsiteY20459" fmla="*/ 2179779 h 4489084"/>
              <a:gd name="connsiteX20460" fmla="*/ 1893597 w 5158787"/>
              <a:gd name="connsiteY20460" fmla="*/ 2164380 h 4489084"/>
              <a:gd name="connsiteX20461" fmla="*/ 1894663 w 5158787"/>
              <a:gd name="connsiteY20461" fmla="*/ 2163729 h 4489084"/>
              <a:gd name="connsiteX20462" fmla="*/ 4599828 w 5158787"/>
              <a:gd name="connsiteY20462" fmla="*/ 2163611 h 4489084"/>
              <a:gd name="connsiteX20463" fmla="*/ 4617714 w 5158787"/>
              <a:gd name="connsiteY20463" fmla="*/ 2163611 h 4489084"/>
              <a:gd name="connsiteX20464" fmla="*/ 4618779 w 5158787"/>
              <a:gd name="connsiteY20464" fmla="*/ 2164262 h 4489084"/>
              <a:gd name="connsiteX20465" fmla="*/ 4627723 w 5158787"/>
              <a:gd name="connsiteY20465" fmla="*/ 2179779 h 4489084"/>
              <a:gd name="connsiteX20466" fmla="*/ 4627723 w 5158787"/>
              <a:gd name="connsiteY20466" fmla="*/ 2181023 h 4489084"/>
              <a:gd name="connsiteX20467" fmla="*/ 4618779 w 5158787"/>
              <a:gd name="connsiteY20467" fmla="*/ 2196540 h 4489084"/>
              <a:gd name="connsiteX20468" fmla="*/ 4617714 w 5158787"/>
              <a:gd name="connsiteY20468" fmla="*/ 2197192 h 4489084"/>
              <a:gd name="connsiteX20469" fmla="*/ 4599828 w 5158787"/>
              <a:gd name="connsiteY20469" fmla="*/ 2197192 h 4489084"/>
              <a:gd name="connsiteX20470" fmla="*/ 4598761 w 5158787"/>
              <a:gd name="connsiteY20470" fmla="*/ 2196540 h 4489084"/>
              <a:gd name="connsiteX20471" fmla="*/ 4589818 w 5158787"/>
              <a:gd name="connsiteY20471" fmla="*/ 2181023 h 4489084"/>
              <a:gd name="connsiteX20472" fmla="*/ 4589818 w 5158787"/>
              <a:gd name="connsiteY20472" fmla="*/ 2179779 h 4489084"/>
              <a:gd name="connsiteX20473" fmla="*/ 4598761 w 5158787"/>
              <a:gd name="connsiteY20473" fmla="*/ 2164262 h 4489084"/>
              <a:gd name="connsiteX20474" fmla="*/ 4599828 w 5158787"/>
              <a:gd name="connsiteY20474" fmla="*/ 2163611 h 4489084"/>
              <a:gd name="connsiteX20475" fmla="*/ 1826850 w 5158787"/>
              <a:gd name="connsiteY20475" fmla="*/ 2163374 h 4489084"/>
              <a:gd name="connsiteX20476" fmla="*/ 1844973 w 5158787"/>
              <a:gd name="connsiteY20476" fmla="*/ 2163374 h 4489084"/>
              <a:gd name="connsiteX20477" fmla="*/ 1846099 w 5158787"/>
              <a:gd name="connsiteY20477" fmla="*/ 2164025 h 4489084"/>
              <a:gd name="connsiteX20478" fmla="*/ 1855160 w 5158787"/>
              <a:gd name="connsiteY20478" fmla="*/ 2179720 h 4489084"/>
              <a:gd name="connsiteX20479" fmla="*/ 1855160 w 5158787"/>
              <a:gd name="connsiteY20479" fmla="*/ 2181023 h 4489084"/>
              <a:gd name="connsiteX20480" fmla="*/ 1846099 w 5158787"/>
              <a:gd name="connsiteY20480" fmla="*/ 2196718 h 4489084"/>
              <a:gd name="connsiteX20481" fmla="*/ 1844973 w 5158787"/>
              <a:gd name="connsiteY20481" fmla="*/ 2197369 h 4489084"/>
              <a:gd name="connsiteX20482" fmla="*/ 1826850 w 5158787"/>
              <a:gd name="connsiteY20482" fmla="*/ 2197369 h 4489084"/>
              <a:gd name="connsiteX20483" fmla="*/ 1825725 w 5158787"/>
              <a:gd name="connsiteY20483" fmla="*/ 2196718 h 4489084"/>
              <a:gd name="connsiteX20484" fmla="*/ 1816664 w 5158787"/>
              <a:gd name="connsiteY20484" fmla="*/ 2181023 h 4489084"/>
              <a:gd name="connsiteX20485" fmla="*/ 1816664 w 5158787"/>
              <a:gd name="connsiteY20485" fmla="*/ 2179720 h 4489084"/>
              <a:gd name="connsiteX20486" fmla="*/ 1825725 w 5158787"/>
              <a:gd name="connsiteY20486" fmla="*/ 2164025 h 4489084"/>
              <a:gd name="connsiteX20487" fmla="*/ 1826850 w 5158787"/>
              <a:gd name="connsiteY20487" fmla="*/ 2163374 h 4489084"/>
              <a:gd name="connsiteX20488" fmla="*/ 1285829 w 5158787"/>
              <a:gd name="connsiteY20488" fmla="*/ 2163374 h 4489084"/>
              <a:gd name="connsiteX20489" fmla="*/ 1303952 w 5158787"/>
              <a:gd name="connsiteY20489" fmla="*/ 2163374 h 4489084"/>
              <a:gd name="connsiteX20490" fmla="*/ 1305078 w 5158787"/>
              <a:gd name="connsiteY20490" fmla="*/ 2164025 h 4489084"/>
              <a:gd name="connsiteX20491" fmla="*/ 1314139 w 5158787"/>
              <a:gd name="connsiteY20491" fmla="*/ 2179720 h 4489084"/>
              <a:gd name="connsiteX20492" fmla="*/ 1314139 w 5158787"/>
              <a:gd name="connsiteY20492" fmla="*/ 2181023 h 4489084"/>
              <a:gd name="connsiteX20493" fmla="*/ 1305078 w 5158787"/>
              <a:gd name="connsiteY20493" fmla="*/ 2196718 h 4489084"/>
              <a:gd name="connsiteX20494" fmla="*/ 1303952 w 5158787"/>
              <a:gd name="connsiteY20494" fmla="*/ 2197369 h 4489084"/>
              <a:gd name="connsiteX20495" fmla="*/ 1285829 w 5158787"/>
              <a:gd name="connsiteY20495" fmla="*/ 2197369 h 4489084"/>
              <a:gd name="connsiteX20496" fmla="*/ 1284704 w 5158787"/>
              <a:gd name="connsiteY20496" fmla="*/ 2196718 h 4489084"/>
              <a:gd name="connsiteX20497" fmla="*/ 1275643 w 5158787"/>
              <a:gd name="connsiteY20497" fmla="*/ 2181023 h 4489084"/>
              <a:gd name="connsiteX20498" fmla="*/ 1275643 w 5158787"/>
              <a:gd name="connsiteY20498" fmla="*/ 2179720 h 4489084"/>
              <a:gd name="connsiteX20499" fmla="*/ 1284704 w 5158787"/>
              <a:gd name="connsiteY20499" fmla="*/ 2164025 h 4489084"/>
              <a:gd name="connsiteX20500" fmla="*/ 1285829 w 5158787"/>
              <a:gd name="connsiteY20500" fmla="*/ 2163374 h 4489084"/>
              <a:gd name="connsiteX20501" fmla="*/ 2300118 w 5158787"/>
              <a:gd name="connsiteY20501" fmla="*/ 2163078 h 4489084"/>
              <a:gd name="connsiteX20502" fmla="*/ 2318537 w 5158787"/>
              <a:gd name="connsiteY20502" fmla="*/ 2163078 h 4489084"/>
              <a:gd name="connsiteX20503" fmla="*/ 2319662 w 5158787"/>
              <a:gd name="connsiteY20503" fmla="*/ 2163729 h 4489084"/>
              <a:gd name="connsiteX20504" fmla="*/ 2328902 w 5158787"/>
              <a:gd name="connsiteY20504" fmla="*/ 2179720 h 4489084"/>
              <a:gd name="connsiteX20505" fmla="*/ 2328902 w 5158787"/>
              <a:gd name="connsiteY20505" fmla="*/ 2181023 h 4489084"/>
              <a:gd name="connsiteX20506" fmla="*/ 2319662 w 5158787"/>
              <a:gd name="connsiteY20506" fmla="*/ 2197014 h 4489084"/>
              <a:gd name="connsiteX20507" fmla="*/ 2318537 w 5158787"/>
              <a:gd name="connsiteY20507" fmla="*/ 2197665 h 4489084"/>
              <a:gd name="connsiteX20508" fmla="*/ 2300118 w 5158787"/>
              <a:gd name="connsiteY20508" fmla="*/ 2197665 h 4489084"/>
              <a:gd name="connsiteX20509" fmla="*/ 2298993 w 5158787"/>
              <a:gd name="connsiteY20509" fmla="*/ 2197014 h 4489084"/>
              <a:gd name="connsiteX20510" fmla="*/ 2289754 w 5158787"/>
              <a:gd name="connsiteY20510" fmla="*/ 2181023 h 4489084"/>
              <a:gd name="connsiteX20511" fmla="*/ 2289754 w 5158787"/>
              <a:gd name="connsiteY20511" fmla="*/ 2179720 h 4489084"/>
              <a:gd name="connsiteX20512" fmla="*/ 2298993 w 5158787"/>
              <a:gd name="connsiteY20512" fmla="*/ 2163729 h 4489084"/>
              <a:gd name="connsiteX20513" fmla="*/ 2300118 w 5158787"/>
              <a:gd name="connsiteY20513" fmla="*/ 2163078 h 4489084"/>
              <a:gd name="connsiteX20514" fmla="*/ 1218075 w 5158787"/>
              <a:gd name="connsiteY20514" fmla="*/ 2163078 h 4489084"/>
              <a:gd name="connsiteX20515" fmla="*/ 1236494 w 5158787"/>
              <a:gd name="connsiteY20515" fmla="*/ 2163078 h 4489084"/>
              <a:gd name="connsiteX20516" fmla="*/ 1237619 w 5158787"/>
              <a:gd name="connsiteY20516" fmla="*/ 2163729 h 4489084"/>
              <a:gd name="connsiteX20517" fmla="*/ 1246859 w 5158787"/>
              <a:gd name="connsiteY20517" fmla="*/ 2179720 h 4489084"/>
              <a:gd name="connsiteX20518" fmla="*/ 1246859 w 5158787"/>
              <a:gd name="connsiteY20518" fmla="*/ 2181023 h 4489084"/>
              <a:gd name="connsiteX20519" fmla="*/ 1237619 w 5158787"/>
              <a:gd name="connsiteY20519" fmla="*/ 2197014 h 4489084"/>
              <a:gd name="connsiteX20520" fmla="*/ 1236494 w 5158787"/>
              <a:gd name="connsiteY20520" fmla="*/ 2197665 h 4489084"/>
              <a:gd name="connsiteX20521" fmla="*/ 1218075 w 5158787"/>
              <a:gd name="connsiteY20521" fmla="*/ 2197665 h 4489084"/>
              <a:gd name="connsiteX20522" fmla="*/ 1216950 w 5158787"/>
              <a:gd name="connsiteY20522" fmla="*/ 2197014 h 4489084"/>
              <a:gd name="connsiteX20523" fmla="*/ 1207711 w 5158787"/>
              <a:gd name="connsiteY20523" fmla="*/ 2181023 h 4489084"/>
              <a:gd name="connsiteX20524" fmla="*/ 1207711 w 5158787"/>
              <a:gd name="connsiteY20524" fmla="*/ 2179720 h 4489084"/>
              <a:gd name="connsiteX20525" fmla="*/ 1216950 w 5158787"/>
              <a:gd name="connsiteY20525" fmla="*/ 2163729 h 4489084"/>
              <a:gd name="connsiteX20526" fmla="*/ 1218075 w 5158787"/>
              <a:gd name="connsiteY20526" fmla="*/ 2163078 h 4489084"/>
              <a:gd name="connsiteX20527" fmla="*/ 2570481 w 5158787"/>
              <a:gd name="connsiteY20527" fmla="*/ 2162781 h 4489084"/>
              <a:gd name="connsiteX20528" fmla="*/ 2589255 w 5158787"/>
              <a:gd name="connsiteY20528" fmla="*/ 2162781 h 4489084"/>
              <a:gd name="connsiteX20529" fmla="*/ 2590380 w 5158787"/>
              <a:gd name="connsiteY20529" fmla="*/ 2163433 h 4489084"/>
              <a:gd name="connsiteX20530" fmla="*/ 2599738 w 5158787"/>
              <a:gd name="connsiteY20530" fmla="*/ 2179660 h 4489084"/>
              <a:gd name="connsiteX20531" fmla="*/ 2599738 w 5158787"/>
              <a:gd name="connsiteY20531" fmla="*/ 2180963 h 4489084"/>
              <a:gd name="connsiteX20532" fmla="*/ 2590321 w 5158787"/>
              <a:gd name="connsiteY20532" fmla="*/ 2197191 h 4489084"/>
              <a:gd name="connsiteX20533" fmla="*/ 2589196 w 5158787"/>
              <a:gd name="connsiteY20533" fmla="*/ 2197843 h 4489084"/>
              <a:gd name="connsiteX20534" fmla="*/ 2570421 w 5158787"/>
              <a:gd name="connsiteY20534" fmla="*/ 2197843 h 4489084"/>
              <a:gd name="connsiteX20535" fmla="*/ 2569296 w 5158787"/>
              <a:gd name="connsiteY20535" fmla="*/ 2197191 h 4489084"/>
              <a:gd name="connsiteX20536" fmla="*/ 2559939 w 5158787"/>
              <a:gd name="connsiteY20536" fmla="*/ 2180963 h 4489084"/>
              <a:gd name="connsiteX20537" fmla="*/ 2559939 w 5158787"/>
              <a:gd name="connsiteY20537" fmla="*/ 2179660 h 4489084"/>
              <a:gd name="connsiteX20538" fmla="*/ 2569355 w 5158787"/>
              <a:gd name="connsiteY20538" fmla="*/ 2163433 h 4489084"/>
              <a:gd name="connsiteX20539" fmla="*/ 2570481 w 5158787"/>
              <a:gd name="connsiteY20539" fmla="*/ 2162781 h 4489084"/>
              <a:gd name="connsiteX20540" fmla="*/ 2502846 w 5158787"/>
              <a:gd name="connsiteY20540" fmla="*/ 2162781 h 4489084"/>
              <a:gd name="connsiteX20541" fmla="*/ 2521620 w 5158787"/>
              <a:gd name="connsiteY20541" fmla="*/ 2162781 h 4489084"/>
              <a:gd name="connsiteX20542" fmla="*/ 2522745 w 5158787"/>
              <a:gd name="connsiteY20542" fmla="*/ 2163433 h 4489084"/>
              <a:gd name="connsiteX20543" fmla="*/ 2532103 w 5158787"/>
              <a:gd name="connsiteY20543" fmla="*/ 2179660 h 4489084"/>
              <a:gd name="connsiteX20544" fmla="*/ 2532103 w 5158787"/>
              <a:gd name="connsiteY20544" fmla="*/ 2180963 h 4489084"/>
              <a:gd name="connsiteX20545" fmla="*/ 2522686 w 5158787"/>
              <a:gd name="connsiteY20545" fmla="*/ 2197191 h 4489084"/>
              <a:gd name="connsiteX20546" fmla="*/ 2521561 w 5158787"/>
              <a:gd name="connsiteY20546" fmla="*/ 2197843 h 4489084"/>
              <a:gd name="connsiteX20547" fmla="*/ 2502787 w 5158787"/>
              <a:gd name="connsiteY20547" fmla="*/ 2197843 h 4489084"/>
              <a:gd name="connsiteX20548" fmla="*/ 2501661 w 5158787"/>
              <a:gd name="connsiteY20548" fmla="*/ 2197191 h 4489084"/>
              <a:gd name="connsiteX20549" fmla="*/ 2492304 w 5158787"/>
              <a:gd name="connsiteY20549" fmla="*/ 2180963 h 4489084"/>
              <a:gd name="connsiteX20550" fmla="*/ 2492304 w 5158787"/>
              <a:gd name="connsiteY20550" fmla="*/ 2179660 h 4489084"/>
              <a:gd name="connsiteX20551" fmla="*/ 2501721 w 5158787"/>
              <a:gd name="connsiteY20551" fmla="*/ 2163433 h 4489084"/>
              <a:gd name="connsiteX20552" fmla="*/ 2502846 w 5158787"/>
              <a:gd name="connsiteY20552" fmla="*/ 2162781 h 4489084"/>
              <a:gd name="connsiteX20553" fmla="*/ 2435211 w 5158787"/>
              <a:gd name="connsiteY20553" fmla="*/ 2162781 h 4489084"/>
              <a:gd name="connsiteX20554" fmla="*/ 2453985 w 5158787"/>
              <a:gd name="connsiteY20554" fmla="*/ 2162781 h 4489084"/>
              <a:gd name="connsiteX20555" fmla="*/ 2455110 w 5158787"/>
              <a:gd name="connsiteY20555" fmla="*/ 2163433 h 4489084"/>
              <a:gd name="connsiteX20556" fmla="*/ 2464468 w 5158787"/>
              <a:gd name="connsiteY20556" fmla="*/ 2179660 h 4489084"/>
              <a:gd name="connsiteX20557" fmla="*/ 2464468 w 5158787"/>
              <a:gd name="connsiteY20557" fmla="*/ 2180963 h 4489084"/>
              <a:gd name="connsiteX20558" fmla="*/ 2455051 w 5158787"/>
              <a:gd name="connsiteY20558" fmla="*/ 2197191 h 4489084"/>
              <a:gd name="connsiteX20559" fmla="*/ 2453926 w 5158787"/>
              <a:gd name="connsiteY20559" fmla="*/ 2197843 h 4489084"/>
              <a:gd name="connsiteX20560" fmla="*/ 2435152 w 5158787"/>
              <a:gd name="connsiteY20560" fmla="*/ 2197843 h 4489084"/>
              <a:gd name="connsiteX20561" fmla="*/ 2434026 w 5158787"/>
              <a:gd name="connsiteY20561" fmla="*/ 2197191 h 4489084"/>
              <a:gd name="connsiteX20562" fmla="*/ 2424669 w 5158787"/>
              <a:gd name="connsiteY20562" fmla="*/ 2180963 h 4489084"/>
              <a:gd name="connsiteX20563" fmla="*/ 2424669 w 5158787"/>
              <a:gd name="connsiteY20563" fmla="*/ 2179660 h 4489084"/>
              <a:gd name="connsiteX20564" fmla="*/ 2434086 w 5158787"/>
              <a:gd name="connsiteY20564" fmla="*/ 2163433 h 4489084"/>
              <a:gd name="connsiteX20565" fmla="*/ 2435211 w 5158787"/>
              <a:gd name="connsiteY20565" fmla="*/ 2162781 h 4489084"/>
              <a:gd name="connsiteX20566" fmla="*/ 2367515 w 5158787"/>
              <a:gd name="connsiteY20566" fmla="*/ 2162663 h 4489084"/>
              <a:gd name="connsiteX20567" fmla="*/ 2386408 w 5158787"/>
              <a:gd name="connsiteY20567" fmla="*/ 2162663 h 4489084"/>
              <a:gd name="connsiteX20568" fmla="*/ 2387534 w 5158787"/>
              <a:gd name="connsiteY20568" fmla="*/ 2163314 h 4489084"/>
              <a:gd name="connsiteX20569" fmla="*/ 2396951 w 5158787"/>
              <a:gd name="connsiteY20569" fmla="*/ 2179661 h 4489084"/>
              <a:gd name="connsiteX20570" fmla="*/ 2396951 w 5158787"/>
              <a:gd name="connsiteY20570" fmla="*/ 2181023 h 4489084"/>
              <a:gd name="connsiteX20571" fmla="*/ 2387534 w 5158787"/>
              <a:gd name="connsiteY20571" fmla="*/ 2197369 h 4489084"/>
              <a:gd name="connsiteX20572" fmla="*/ 2386408 w 5158787"/>
              <a:gd name="connsiteY20572" fmla="*/ 2198020 h 4489084"/>
              <a:gd name="connsiteX20573" fmla="*/ 2367515 w 5158787"/>
              <a:gd name="connsiteY20573" fmla="*/ 2198020 h 4489084"/>
              <a:gd name="connsiteX20574" fmla="*/ 2366391 w 5158787"/>
              <a:gd name="connsiteY20574" fmla="*/ 2197369 h 4489084"/>
              <a:gd name="connsiteX20575" fmla="*/ 2356974 w 5158787"/>
              <a:gd name="connsiteY20575" fmla="*/ 2181023 h 4489084"/>
              <a:gd name="connsiteX20576" fmla="*/ 2356974 w 5158787"/>
              <a:gd name="connsiteY20576" fmla="*/ 2179661 h 4489084"/>
              <a:gd name="connsiteX20577" fmla="*/ 2366391 w 5158787"/>
              <a:gd name="connsiteY20577" fmla="*/ 2163314 h 4489084"/>
              <a:gd name="connsiteX20578" fmla="*/ 2367515 w 5158787"/>
              <a:gd name="connsiteY20578" fmla="*/ 2162663 h 4489084"/>
              <a:gd name="connsiteX20579" fmla="*/ 2096976 w 5158787"/>
              <a:gd name="connsiteY20579" fmla="*/ 2162663 h 4489084"/>
              <a:gd name="connsiteX20580" fmla="*/ 2115869 w 5158787"/>
              <a:gd name="connsiteY20580" fmla="*/ 2162663 h 4489084"/>
              <a:gd name="connsiteX20581" fmla="*/ 2116994 w 5158787"/>
              <a:gd name="connsiteY20581" fmla="*/ 2163314 h 4489084"/>
              <a:gd name="connsiteX20582" fmla="*/ 2126411 w 5158787"/>
              <a:gd name="connsiteY20582" fmla="*/ 2179661 h 4489084"/>
              <a:gd name="connsiteX20583" fmla="*/ 2126411 w 5158787"/>
              <a:gd name="connsiteY20583" fmla="*/ 2181023 h 4489084"/>
              <a:gd name="connsiteX20584" fmla="*/ 2116994 w 5158787"/>
              <a:gd name="connsiteY20584" fmla="*/ 2197369 h 4489084"/>
              <a:gd name="connsiteX20585" fmla="*/ 2115869 w 5158787"/>
              <a:gd name="connsiteY20585" fmla="*/ 2198020 h 4489084"/>
              <a:gd name="connsiteX20586" fmla="*/ 2096976 w 5158787"/>
              <a:gd name="connsiteY20586" fmla="*/ 2198020 h 4489084"/>
              <a:gd name="connsiteX20587" fmla="*/ 2095850 w 5158787"/>
              <a:gd name="connsiteY20587" fmla="*/ 2197369 h 4489084"/>
              <a:gd name="connsiteX20588" fmla="*/ 2086434 w 5158787"/>
              <a:gd name="connsiteY20588" fmla="*/ 2181023 h 4489084"/>
              <a:gd name="connsiteX20589" fmla="*/ 2086434 w 5158787"/>
              <a:gd name="connsiteY20589" fmla="*/ 2179661 h 4489084"/>
              <a:gd name="connsiteX20590" fmla="*/ 2095850 w 5158787"/>
              <a:gd name="connsiteY20590" fmla="*/ 2163314 h 4489084"/>
              <a:gd name="connsiteX20591" fmla="*/ 2096976 w 5158787"/>
              <a:gd name="connsiteY20591" fmla="*/ 2162663 h 4489084"/>
              <a:gd name="connsiteX20592" fmla="*/ 1961765 w 5158787"/>
              <a:gd name="connsiteY20592" fmla="*/ 2162663 h 4489084"/>
              <a:gd name="connsiteX20593" fmla="*/ 1980658 w 5158787"/>
              <a:gd name="connsiteY20593" fmla="*/ 2162663 h 4489084"/>
              <a:gd name="connsiteX20594" fmla="*/ 1981783 w 5158787"/>
              <a:gd name="connsiteY20594" fmla="*/ 2163314 h 4489084"/>
              <a:gd name="connsiteX20595" fmla="*/ 1991200 w 5158787"/>
              <a:gd name="connsiteY20595" fmla="*/ 2179661 h 4489084"/>
              <a:gd name="connsiteX20596" fmla="*/ 1991200 w 5158787"/>
              <a:gd name="connsiteY20596" fmla="*/ 2181023 h 4489084"/>
              <a:gd name="connsiteX20597" fmla="*/ 1981783 w 5158787"/>
              <a:gd name="connsiteY20597" fmla="*/ 2197369 h 4489084"/>
              <a:gd name="connsiteX20598" fmla="*/ 1980658 w 5158787"/>
              <a:gd name="connsiteY20598" fmla="*/ 2198020 h 4489084"/>
              <a:gd name="connsiteX20599" fmla="*/ 1961765 w 5158787"/>
              <a:gd name="connsiteY20599" fmla="*/ 2198020 h 4489084"/>
              <a:gd name="connsiteX20600" fmla="*/ 1960640 w 5158787"/>
              <a:gd name="connsiteY20600" fmla="*/ 2197369 h 4489084"/>
              <a:gd name="connsiteX20601" fmla="*/ 1951223 w 5158787"/>
              <a:gd name="connsiteY20601" fmla="*/ 2181023 h 4489084"/>
              <a:gd name="connsiteX20602" fmla="*/ 1951223 w 5158787"/>
              <a:gd name="connsiteY20602" fmla="*/ 2179661 h 4489084"/>
              <a:gd name="connsiteX20603" fmla="*/ 1960640 w 5158787"/>
              <a:gd name="connsiteY20603" fmla="*/ 2163314 h 4489084"/>
              <a:gd name="connsiteX20604" fmla="*/ 1961765 w 5158787"/>
              <a:gd name="connsiteY20604" fmla="*/ 2162663 h 4489084"/>
              <a:gd name="connsiteX20605" fmla="*/ 4666693 w 5158787"/>
              <a:gd name="connsiteY20605" fmla="*/ 2162130 h 4489084"/>
              <a:gd name="connsiteX20606" fmla="*/ 4686119 w 5158787"/>
              <a:gd name="connsiteY20606" fmla="*/ 2162130 h 4489084"/>
              <a:gd name="connsiteX20607" fmla="*/ 4687303 w 5158787"/>
              <a:gd name="connsiteY20607" fmla="*/ 2162841 h 4489084"/>
              <a:gd name="connsiteX20608" fmla="*/ 4697016 w 5158787"/>
              <a:gd name="connsiteY20608" fmla="*/ 2179661 h 4489084"/>
              <a:gd name="connsiteX20609" fmla="*/ 4697016 w 5158787"/>
              <a:gd name="connsiteY20609" fmla="*/ 2181023 h 4489084"/>
              <a:gd name="connsiteX20610" fmla="*/ 4687303 w 5158787"/>
              <a:gd name="connsiteY20610" fmla="*/ 2197843 h 4489084"/>
              <a:gd name="connsiteX20611" fmla="*/ 4686119 w 5158787"/>
              <a:gd name="connsiteY20611" fmla="*/ 2198554 h 4489084"/>
              <a:gd name="connsiteX20612" fmla="*/ 4666693 w 5158787"/>
              <a:gd name="connsiteY20612" fmla="*/ 2198554 h 4489084"/>
              <a:gd name="connsiteX20613" fmla="*/ 4665508 w 5158787"/>
              <a:gd name="connsiteY20613" fmla="*/ 2197843 h 4489084"/>
              <a:gd name="connsiteX20614" fmla="*/ 4655795 w 5158787"/>
              <a:gd name="connsiteY20614" fmla="*/ 2181023 h 4489084"/>
              <a:gd name="connsiteX20615" fmla="*/ 4655795 w 5158787"/>
              <a:gd name="connsiteY20615" fmla="*/ 2179661 h 4489084"/>
              <a:gd name="connsiteX20616" fmla="*/ 4665508 w 5158787"/>
              <a:gd name="connsiteY20616" fmla="*/ 2162841 h 4489084"/>
              <a:gd name="connsiteX20617" fmla="*/ 4666693 w 5158787"/>
              <a:gd name="connsiteY20617" fmla="*/ 2162130 h 4489084"/>
              <a:gd name="connsiteX20618" fmla="*/ 3516779 w 5158787"/>
              <a:gd name="connsiteY20618" fmla="*/ 2161834 h 4489084"/>
              <a:gd name="connsiteX20619" fmla="*/ 3536560 w 5158787"/>
              <a:gd name="connsiteY20619" fmla="*/ 2161834 h 4489084"/>
              <a:gd name="connsiteX20620" fmla="*/ 3537745 w 5158787"/>
              <a:gd name="connsiteY20620" fmla="*/ 2162545 h 4489084"/>
              <a:gd name="connsiteX20621" fmla="*/ 3547635 w 5158787"/>
              <a:gd name="connsiteY20621" fmla="*/ 2179661 h 4489084"/>
              <a:gd name="connsiteX20622" fmla="*/ 3547635 w 5158787"/>
              <a:gd name="connsiteY20622" fmla="*/ 2181082 h 4489084"/>
              <a:gd name="connsiteX20623" fmla="*/ 3537745 w 5158787"/>
              <a:gd name="connsiteY20623" fmla="*/ 2198198 h 4489084"/>
              <a:gd name="connsiteX20624" fmla="*/ 3536560 w 5158787"/>
              <a:gd name="connsiteY20624" fmla="*/ 2198909 h 4489084"/>
              <a:gd name="connsiteX20625" fmla="*/ 3516779 w 5158787"/>
              <a:gd name="connsiteY20625" fmla="*/ 2198909 h 4489084"/>
              <a:gd name="connsiteX20626" fmla="*/ 3515594 w 5158787"/>
              <a:gd name="connsiteY20626" fmla="*/ 2198198 h 4489084"/>
              <a:gd name="connsiteX20627" fmla="*/ 3505704 w 5158787"/>
              <a:gd name="connsiteY20627" fmla="*/ 2181082 h 4489084"/>
              <a:gd name="connsiteX20628" fmla="*/ 3505704 w 5158787"/>
              <a:gd name="connsiteY20628" fmla="*/ 2179661 h 4489084"/>
              <a:gd name="connsiteX20629" fmla="*/ 3515594 w 5158787"/>
              <a:gd name="connsiteY20629" fmla="*/ 2162545 h 4489084"/>
              <a:gd name="connsiteX20630" fmla="*/ 3516779 w 5158787"/>
              <a:gd name="connsiteY20630" fmla="*/ 2161834 h 4489084"/>
              <a:gd name="connsiteX20631" fmla="*/ 1149670 w 5158787"/>
              <a:gd name="connsiteY20631" fmla="*/ 2161656 h 4489084"/>
              <a:gd name="connsiteX20632" fmla="*/ 1169629 w 5158787"/>
              <a:gd name="connsiteY20632" fmla="*/ 2161656 h 4489084"/>
              <a:gd name="connsiteX20633" fmla="*/ 1170873 w 5158787"/>
              <a:gd name="connsiteY20633" fmla="*/ 2162367 h 4489084"/>
              <a:gd name="connsiteX20634" fmla="*/ 1180882 w 5158787"/>
              <a:gd name="connsiteY20634" fmla="*/ 2179661 h 4489084"/>
              <a:gd name="connsiteX20635" fmla="*/ 1180882 w 5158787"/>
              <a:gd name="connsiteY20635" fmla="*/ 2181082 h 4489084"/>
              <a:gd name="connsiteX20636" fmla="*/ 1170873 w 5158787"/>
              <a:gd name="connsiteY20636" fmla="*/ 2198376 h 4489084"/>
              <a:gd name="connsiteX20637" fmla="*/ 1169629 w 5158787"/>
              <a:gd name="connsiteY20637" fmla="*/ 2199086 h 4489084"/>
              <a:gd name="connsiteX20638" fmla="*/ 1149670 w 5158787"/>
              <a:gd name="connsiteY20638" fmla="*/ 2199086 h 4489084"/>
              <a:gd name="connsiteX20639" fmla="*/ 1148427 w 5158787"/>
              <a:gd name="connsiteY20639" fmla="*/ 2198376 h 4489084"/>
              <a:gd name="connsiteX20640" fmla="*/ 1138418 w 5158787"/>
              <a:gd name="connsiteY20640" fmla="*/ 2181082 h 4489084"/>
              <a:gd name="connsiteX20641" fmla="*/ 1138418 w 5158787"/>
              <a:gd name="connsiteY20641" fmla="*/ 2179661 h 4489084"/>
              <a:gd name="connsiteX20642" fmla="*/ 1148427 w 5158787"/>
              <a:gd name="connsiteY20642" fmla="*/ 2162367 h 4489084"/>
              <a:gd name="connsiteX20643" fmla="*/ 1149670 w 5158787"/>
              <a:gd name="connsiteY20643" fmla="*/ 2161656 h 4489084"/>
              <a:gd name="connsiteX20644" fmla="*/ 3448730 w 5158787"/>
              <a:gd name="connsiteY20644" fmla="*/ 2161005 h 4489084"/>
              <a:gd name="connsiteX20645" fmla="*/ 3469399 w 5158787"/>
              <a:gd name="connsiteY20645" fmla="*/ 2161005 h 4489084"/>
              <a:gd name="connsiteX20646" fmla="*/ 3470643 w 5158787"/>
              <a:gd name="connsiteY20646" fmla="*/ 2161716 h 4489084"/>
              <a:gd name="connsiteX20647" fmla="*/ 3480948 w 5158787"/>
              <a:gd name="connsiteY20647" fmla="*/ 2179602 h 4489084"/>
              <a:gd name="connsiteX20648" fmla="*/ 3480948 w 5158787"/>
              <a:gd name="connsiteY20648" fmla="*/ 2181082 h 4489084"/>
              <a:gd name="connsiteX20649" fmla="*/ 3470643 w 5158787"/>
              <a:gd name="connsiteY20649" fmla="*/ 2198968 h 4489084"/>
              <a:gd name="connsiteX20650" fmla="*/ 3469399 w 5158787"/>
              <a:gd name="connsiteY20650" fmla="*/ 2199679 h 4489084"/>
              <a:gd name="connsiteX20651" fmla="*/ 3448730 w 5158787"/>
              <a:gd name="connsiteY20651" fmla="*/ 2199679 h 4489084"/>
              <a:gd name="connsiteX20652" fmla="*/ 3447485 w 5158787"/>
              <a:gd name="connsiteY20652" fmla="*/ 2198968 h 4489084"/>
              <a:gd name="connsiteX20653" fmla="*/ 3437180 w 5158787"/>
              <a:gd name="connsiteY20653" fmla="*/ 2181082 h 4489084"/>
              <a:gd name="connsiteX20654" fmla="*/ 3437180 w 5158787"/>
              <a:gd name="connsiteY20654" fmla="*/ 2179602 h 4489084"/>
              <a:gd name="connsiteX20655" fmla="*/ 3447485 w 5158787"/>
              <a:gd name="connsiteY20655" fmla="*/ 2161716 h 4489084"/>
              <a:gd name="connsiteX20656" fmla="*/ 3448730 w 5158787"/>
              <a:gd name="connsiteY20656" fmla="*/ 2161005 h 4489084"/>
              <a:gd name="connsiteX20657" fmla="*/ 2028452 w 5158787"/>
              <a:gd name="connsiteY20657" fmla="*/ 2160945 h 4489084"/>
              <a:gd name="connsiteX20658" fmla="*/ 2049181 w 5158787"/>
              <a:gd name="connsiteY20658" fmla="*/ 2160945 h 4489084"/>
              <a:gd name="connsiteX20659" fmla="*/ 2050425 w 5158787"/>
              <a:gd name="connsiteY20659" fmla="*/ 2161656 h 4489084"/>
              <a:gd name="connsiteX20660" fmla="*/ 2060789 w 5158787"/>
              <a:gd name="connsiteY20660" fmla="*/ 2179660 h 4489084"/>
              <a:gd name="connsiteX20661" fmla="*/ 2060789 w 5158787"/>
              <a:gd name="connsiteY20661" fmla="*/ 2181141 h 4489084"/>
              <a:gd name="connsiteX20662" fmla="*/ 2050425 w 5158787"/>
              <a:gd name="connsiteY20662" fmla="*/ 2199145 h 4489084"/>
              <a:gd name="connsiteX20663" fmla="*/ 2049181 w 5158787"/>
              <a:gd name="connsiteY20663" fmla="*/ 2199856 h 4489084"/>
              <a:gd name="connsiteX20664" fmla="*/ 2028452 w 5158787"/>
              <a:gd name="connsiteY20664" fmla="*/ 2199856 h 4489084"/>
              <a:gd name="connsiteX20665" fmla="*/ 2027208 w 5158787"/>
              <a:gd name="connsiteY20665" fmla="*/ 2199145 h 4489084"/>
              <a:gd name="connsiteX20666" fmla="*/ 2016844 w 5158787"/>
              <a:gd name="connsiteY20666" fmla="*/ 2181141 h 4489084"/>
              <a:gd name="connsiteX20667" fmla="*/ 2016844 w 5158787"/>
              <a:gd name="connsiteY20667" fmla="*/ 2179660 h 4489084"/>
              <a:gd name="connsiteX20668" fmla="*/ 2027208 w 5158787"/>
              <a:gd name="connsiteY20668" fmla="*/ 2161656 h 4489084"/>
              <a:gd name="connsiteX20669" fmla="*/ 2028452 w 5158787"/>
              <a:gd name="connsiteY20669" fmla="*/ 2160945 h 4489084"/>
              <a:gd name="connsiteX20670" fmla="*/ 4733618 w 5158787"/>
              <a:gd name="connsiteY20670" fmla="*/ 2160827 h 4489084"/>
              <a:gd name="connsiteX20671" fmla="*/ 4754465 w 5158787"/>
              <a:gd name="connsiteY20671" fmla="*/ 2160827 h 4489084"/>
              <a:gd name="connsiteX20672" fmla="*/ 4755768 w 5158787"/>
              <a:gd name="connsiteY20672" fmla="*/ 2161538 h 4489084"/>
              <a:gd name="connsiteX20673" fmla="*/ 4766192 w 5158787"/>
              <a:gd name="connsiteY20673" fmla="*/ 2179601 h 4489084"/>
              <a:gd name="connsiteX20674" fmla="*/ 4766192 w 5158787"/>
              <a:gd name="connsiteY20674" fmla="*/ 2181082 h 4489084"/>
              <a:gd name="connsiteX20675" fmla="*/ 4755768 w 5158787"/>
              <a:gd name="connsiteY20675" fmla="*/ 2199145 h 4489084"/>
              <a:gd name="connsiteX20676" fmla="*/ 4754465 w 5158787"/>
              <a:gd name="connsiteY20676" fmla="*/ 2199856 h 4489084"/>
              <a:gd name="connsiteX20677" fmla="*/ 4733618 w 5158787"/>
              <a:gd name="connsiteY20677" fmla="*/ 2199856 h 4489084"/>
              <a:gd name="connsiteX20678" fmla="*/ 4732315 w 5158787"/>
              <a:gd name="connsiteY20678" fmla="*/ 2199145 h 4489084"/>
              <a:gd name="connsiteX20679" fmla="*/ 4721891 w 5158787"/>
              <a:gd name="connsiteY20679" fmla="*/ 2181082 h 4489084"/>
              <a:gd name="connsiteX20680" fmla="*/ 4721891 w 5158787"/>
              <a:gd name="connsiteY20680" fmla="*/ 2179601 h 4489084"/>
              <a:gd name="connsiteX20681" fmla="*/ 4732315 w 5158787"/>
              <a:gd name="connsiteY20681" fmla="*/ 2161538 h 4489084"/>
              <a:gd name="connsiteX20682" fmla="*/ 4733618 w 5158787"/>
              <a:gd name="connsiteY20682" fmla="*/ 2160827 h 4489084"/>
              <a:gd name="connsiteX20683" fmla="*/ 2839539 w 5158787"/>
              <a:gd name="connsiteY20683" fmla="*/ 2159998 h 4489084"/>
              <a:gd name="connsiteX20684" fmla="*/ 2861275 w 5158787"/>
              <a:gd name="connsiteY20684" fmla="*/ 2159998 h 4489084"/>
              <a:gd name="connsiteX20685" fmla="*/ 2862578 w 5158787"/>
              <a:gd name="connsiteY20685" fmla="*/ 2160768 h 4489084"/>
              <a:gd name="connsiteX20686" fmla="*/ 2873416 w 5158787"/>
              <a:gd name="connsiteY20686" fmla="*/ 2179601 h 4489084"/>
              <a:gd name="connsiteX20687" fmla="*/ 2873416 w 5158787"/>
              <a:gd name="connsiteY20687" fmla="*/ 2181141 h 4489084"/>
              <a:gd name="connsiteX20688" fmla="*/ 2862519 w 5158787"/>
              <a:gd name="connsiteY20688" fmla="*/ 2199975 h 4489084"/>
              <a:gd name="connsiteX20689" fmla="*/ 2861216 w 5158787"/>
              <a:gd name="connsiteY20689" fmla="*/ 2200745 h 4489084"/>
              <a:gd name="connsiteX20690" fmla="*/ 2839480 w 5158787"/>
              <a:gd name="connsiteY20690" fmla="*/ 2200745 h 4489084"/>
              <a:gd name="connsiteX20691" fmla="*/ 2838177 w 5158787"/>
              <a:gd name="connsiteY20691" fmla="*/ 2199975 h 4489084"/>
              <a:gd name="connsiteX20692" fmla="*/ 2827339 w 5158787"/>
              <a:gd name="connsiteY20692" fmla="*/ 2181141 h 4489084"/>
              <a:gd name="connsiteX20693" fmla="*/ 2827339 w 5158787"/>
              <a:gd name="connsiteY20693" fmla="*/ 2179601 h 4489084"/>
              <a:gd name="connsiteX20694" fmla="*/ 2838237 w 5158787"/>
              <a:gd name="connsiteY20694" fmla="*/ 2160768 h 4489084"/>
              <a:gd name="connsiteX20695" fmla="*/ 2839539 w 5158787"/>
              <a:gd name="connsiteY20695" fmla="*/ 2159998 h 4489084"/>
              <a:gd name="connsiteX20696" fmla="*/ 1081147 w 5158787"/>
              <a:gd name="connsiteY20696" fmla="*/ 2159998 h 4489084"/>
              <a:gd name="connsiteX20697" fmla="*/ 1102882 w 5158787"/>
              <a:gd name="connsiteY20697" fmla="*/ 2159998 h 4489084"/>
              <a:gd name="connsiteX20698" fmla="*/ 1104185 w 5158787"/>
              <a:gd name="connsiteY20698" fmla="*/ 2160768 h 4489084"/>
              <a:gd name="connsiteX20699" fmla="*/ 1115023 w 5158787"/>
              <a:gd name="connsiteY20699" fmla="*/ 2179601 h 4489084"/>
              <a:gd name="connsiteX20700" fmla="*/ 1115023 w 5158787"/>
              <a:gd name="connsiteY20700" fmla="*/ 2181141 h 4489084"/>
              <a:gd name="connsiteX20701" fmla="*/ 1104126 w 5158787"/>
              <a:gd name="connsiteY20701" fmla="*/ 2199975 h 4489084"/>
              <a:gd name="connsiteX20702" fmla="*/ 1102823 w 5158787"/>
              <a:gd name="connsiteY20702" fmla="*/ 2200745 h 4489084"/>
              <a:gd name="connsiteX20703" fmla="*/ 1081087 w 5158787"/>
              <a:gd name="connsiteY20703" fmla="*/ 2200745 h 4489084"/>
              <a:gd name="connsiteX20704" fmla="*/ 1079784 w 5158787"/>
              <a:gd name="connsiteY20704" fmla="*/ 2199975 h 4489084"/>
              <a:gd name="connsiteX20705" fmla="*/ 1068946 w 5158787"/>
              <a:gd name="connsiteY20705" fmla="*/ 2181141 h 4489084"/>
              <a:gd name="connsiteX20706" fmla="*/ 1068946 w 5158787"/>
              <a:gd name="connsiteY20706" fmla="*/ 2179601 h 4489084"/>
              <a:gd name="connsiteX20707" fmla="*/ 1079844 w 5158787"/>
              <a:gd name="connsiteY20707" fmla="*/ 2160768 h 4489084"/>
              <a:gd name="connsiteX20708" fmla="*/ 1081147 w 5158787"/>
              <a:gd name="connsiteY20708" fmla="*/ 2159998 h 4489084"/>
              <a:gd name="connsiteX20709" fmla="*/ 810548 w 5158787"/>
              <a:gd name="connsiteY20709" fmla="*/ 2159879 h 4489084"/>
              <a:gd name="connsiteX20710" fmla="*/ 832402 w 5158787"/>
              <a:gd name="connsiteY20710" fmla="*/ 2159879 h 4489084"/>
              <a:gd name="connsiteX20711" fmla="*/ 833764 w 5158787"/>
              <a:gd name="connsiteY20711" fmla="*/ 2160649 h 4489084"/>
              <a:gd name="connsiteX20712" fmla="*/ 844662 w 5158787"/>
              <a:gd name="connsiteY20712" fmla="*/ 2179601 h 4489084"/>
              <a:gd name="connsiteX20713" fmla="*/ 844662 w 5158787"/>
              <a:gd name="connsiteY20713" fmla="*/ 2181141 h 4489084"/>
              <a:gd name="connsiteX20714" fmla="*/ 833705 w 5158787"/>
              <a:gd name="connsiteY20714" fmla="*/ 2200093 h 4489084"/>
              <a:gd name="connsiteX20715" fmla="*/ 832343 w 5158787"/>
              <a:gd name="connsiteY20715" fmla="*/ 2200863 h 4489084"/>
              <a:gd name="connsiteX20716" fmla="*/ 810489 w 5158787"/>
              <a:gd name="connsiteY20716" fmla="*/ 2200863 h 4489084"/>
              <a:gd name="connsiteX20717" fmla="*/ 809127 w 5158787"/>
              <a:gd name="connsiteY20717" fmla="*/ 2200093 h 4489084"/>
              <a:gd name="connsiteX20718" fmla="*/ 798229 w 5158787"/>
              <a:gd name="connsiteY20718" fmla="*/ 2181141 h 4489084"/>
              <a:gd name="connsiteX20719" fmla="*/ 798229 w 5158787"/>
              <a:gd name="connsiteY20719" fmla="*/ 2179601 h 4489084"/>
              <a:gd name="connsiteX20720" fmla="*/ 809186 w 5158787"/>
              <a:gd name="connsiteY20720" fmla="*/ 2160649 h 4489084"/>
              <a:gd name="connsiteX20721" fmla="*/ 810548 w 5158787"/>
              <a:gd name="connsiteY20721" fmla="*/ 2159879 h 4489084"/>
              <a:gd name="connsiteX20722" fmla="*/ 4868295 w 5158787"/>
              <a:gd name="connsiteY20722" fmla="*/ 2159761 h 4489084"/>
              <a:gd name="connsiteX20723" fmla="*/ 4890268 w 5158787"/>
              <a:gd name="connsiteY20723" fmla="*/ 2159761 h 4489084"/>
              <a:gd name="connsiteX20724" fmla="*/ 4891630 w 5158787"/>
              <a:gd name="connsiteY20724" fmla="*/ 2160531 h 4489084"/>
              <a:gd name="connsiteX20725" fmla="*/ 4902587 w 5158787"/>
              <a:gd name="connsiteY20725" fmla="*/ 2179542 h 4489084"/>
              <a:gd name="connsiteX20726" fmla="*/ 4902587 w 5158787"/>
              <a:gd name="connsiteY20726" fmla="*/ 2181082 h 4489084"/>
              <a:gd name="connsiteX20727" fmla="*/ 4891571 w 5158787"/>
              <a:gd name="connsiteY20727" fmla="*/ 2200094 h 4489084"/>
              <a:gd name="connsiteX20728" fmla="*/ 4890209 w 5158787"/>
              <a:gd name="connsiteY20728" fmla="*/ 2200863 h 4489084"/>
              <a:gd name="connsiteX20729" fmla="*/ 4868236 w 5158787"/>
              <a:gd name="connsiteY20729" fmla="*/ 2200863 h 4489084"/>
              <a:gd name="connsiteX20730" fmla="*/ 4866874 w 5158787"/>
              <a:gd name="connsiteY20730" fmla="*/ 2200094 h 4489084"/>
              <a:gd name="connsiteX20731" fmla="*/ 4855917 w 5158787"/>
              <a:gd name="connsiteY20731" fmla="*/ 2181082 h 4489084"/>
              <a:gd name="connsiteX20732" fmla="*/ 4855917 w 5158787"/>
              <a:gd name="connsiteY20732" fmla="*/ 2179542 h 4489084"/>
              <a:gd name="connsiteX20733" fmla="*/ 4866933 w 5158787"/>
              <a:gd name="connsiteY20733" fmla="*/ 2160531 h 4489084"/>
              <a:gd name="connsiteX20734" fmla="*/ 4868295 w 5158787"/>
              <a:gd name="connsiteY20734" fmla="*/ 2159761 h 4489084"/>
              <a:gd name="connsiteX20735" fmla="*/ 3380265 w 5158787"/>
              <a:gd name="connsiteY20735" fmla="*/ 2159465 h 4489084"/>
              <a:gd name="connsiteX20736" fmla="*/ 3402593 w 5158787"/>
              <a:gd name="connsiteY20736" fmla="*/ 2159465 h 4489084"/>
              <a:gd name="connsiteX20737" fmla="*/ 3403955 w 5158787"/>
              <a:gd name="connsiteY20737" fmla="*/ 2160235 h 4489084"/>
              <a:gd name="connsiteX20738" fmla="*/ 3415090 w 5158787"/>
              <a:gd name="connsiteY20738" fmla="*/ 2179542 h 4489084"/>
              <a:gd name="connsiteX20739" fmla="*/ 3415090 w 5158787"/>
              <a:gd name="connsiteY20739" fmla="*/ 2181142 h 4489084"/>
              <a:gd name="connsiteX20740" fmla="*/ 3403955 w 5158787"/>
              <a:gd name="connsiteY20740" fmla="*/ 2200449 h 4489084"/>
              <a:gd name="connsiteX20741" fmla="*/ 3402593 w 5158787"/>
              <a:gd name="connsiteY20741" fmla="*/ 2201219 h 4489084"/>
              <a:gd name="connsiteX20742" fmla="*/ 3380265 w 5158787"/>
              <a:gd name="connsiteY20742" fmla="*/ 2201219 h 4489084"/>
              <a:gd name="connsiteX20743" fmla="*/ 3378903 w 5158787"/>
              <a:gd name="connsiteY20743" fmla="*/ 2200449 h 4489084"/>
              <a:gd name="connsiteX20744" fmla="*/ 3367769 w 5158787"/>
              <a:gd name="connsiteY20744" fmla="*/ 2181142 h 4489084"/>
              <a:gd name="connsiteX20745" fmla="*/ 3367769 w 5158787"/>
              <a:gd name="connsiteY20745" fmla="*/ 2179542 h 4489084"/>
              <a:gd name="connsiteX20746" fmla="*/ 3378903 w 5158787"/>
              <a:gd name="connsiteY20746" fmla="*/ 2160235 h 4489084"/>
              <a:gd name="connsiteX20747" fmla="*/ 3380265 w 5158787"/>
              <a:gd name="connsiteY20747" fmla="*/ 2159465 h 4489084"/>
              <a:gd name="connsiteX20748" fmla="*/ 4800423 w 5158787"/>
              <a:gd name="connsiteY20748" fmla="*/ 2159287 h 4489084"/>
              <a:gd name="connsiteX20749" fmla="*/ 4822929 w 5158787"/>
              <a:gd name="connsiteY20749" fmla="*/ 2159287 h 4489084"/>
              <a:gd name="connsiteX20750" fmla="*/ 4824291 w 5158787"/>
              <a:gd name="connsiteY20750" fmla="*/ 2160057 h 4489084"/>
              <a:gd name="connsiteX20751" fmla="*/ 4835543 w 5158787"/>
              <a:gd name="connsiteY20751" fmla="*/ 2179542 h 4489084"/>
              <a:gd name="connsiteX20752" fmla="*/ 4835543 w 5158787"/>
              <a:gd name="connsiteY20752" fmla="*/ 2181141 h 4489084"/>
              <a:gd name="connsiteX20753" fmla="*/ 4824291 w 5158787"/>
              <a:gd name="connsiteY20753" fmla="*/ 2200626 h 4489084"/>
              <a:gd name="connsiteX20754" fmla="*/ 4822929 w 5158787"/>
              <a:gd name="connsiteY20754" fmla="*/ 2201396 h 4489084"/>
              <a:gd name="connsiteX20755" fmla="*/ 4800423 w 5158787"/>
              <a:gd name="connsiteY20755" fmla="*/ 2201396 h 4489084"/>
              <a:gd name="connsiteX20756" fmla="*/ 4799061 w 5158787"/>
              <a:gd name="connsiteY20756" fmla="*/ 2200626 h 4489084"/>
              <a:gd name="connsiteX20757" fmla="*/ 4787808 w 5158787"/>
              <a:gd name="connsiteY20757" fmla="*/ 2181141 h 4489084"/>
              <a:gd name="connsiteX20758" fmla="*/ 4787808 w 5158787"/>
              <a:gd name="connsiteY20758" fmla="*/ 2179542 h 4489084"/>
              <a:gd name="connsiteX20759" fmla="*/ 4799061 w 5158787"/>
              <a:gd name="connsiteY20759" fmla="*/ 2160057 h 4489084"/>
              <a:gd name="connsiteX20760" fmla="*/ 4800423 w 5158787"/>
              <a:gd name="connsiteY20760" fmla="*/ 2159287 h 4489084"/>
              <a:gd name="connsiteX20761" fmla="*/ 877650 w 5158787"/>
              <a:gd name="connsiteY20761" fmla="*/ 2158932 h 4489084"/>
              <a:gd name="connsiteX20762" fmla="*/ 900511 w 5158787"/>
              <a:gd name="connsiteY20762" fmla="*/ 2158932 h 4489084"/>
              <a:gd name="connsiteX20763" fmla="*/ 901932 w 5158787"/>
              <a:gd name="connsiteY20763" fmla="*/ 2159761 h 4489084"/>
              <a:gd name="connsiteX20764" fmla="*/ 913363 w 5158787"/>
              <a:gd name="connsiteY20764" fmla="*/ 2179542 h 4489084"/>
              <a:gd name="connsiteX20765" fmla="*/ 913363 w 5158787"/>
              <a:gd name="connsiteY20765" fmla="*/ 2181141 h 4489084"/>
              <a:gd name="connsiteX20766" fmla="*/ 901932 w 5158787"/>
              <a:gd name="connsiteY20766" fmla="*/ 2200922 h 4489084"/>
              <a:gd name="connsiteX20767" fmla="*/ 900511 w 5158787"/>
              <a:gd name="connsiteY20767" fmla="*/ 2201752 h 4489084"/>
              <a:gd name="connsiteX20768" fmla="*/ 877650 w 5158787"/>
              <a:gd name="connsiteY20768" fmla="*/ 2201752 h 4489084"/>
              <a:gd name="connsiteX20769" fmla="*/ 876228 w 5158787"/>
              <a:gd name="connsiteY20769" fmla="*/ 2200922 h 4489084"/>
              <a:gd name="connsiteX20770" fmla="*/ 864798 w 5158787"/>
              <a:gd name="connsiteY20770" fmla="*/ 2181141 h 4489084"/>
              <a:gd name="connsiteX20771" fmla="*/ 864798 w 5158787"/>
              <a:gd name="connsiteY20771" fmla="*/ 2179542 h 4489084"/>
              <a:gd name="connsiteX20772" fmla="*/ 876228 w 5158787"/>
              <a:gd name="connsiteY20772" fmla="*/ 2159761 h 4489084"/>
              <a:gd name="connsiteX20773" fmla="*/ 877650 w 5158787"/>
              <a:gd name="connsiteY20773" fmla="*/ 2158932 h 4489084"/>
              <a:gd name="connsiteX20774" fmla="*/ 2906464 w 5158787"/>
              <a:gd name="connsiteY20774" fmla="*/ 2158754 h 4489084"/>
              <a:gd name="connsiteX20775" fmla="*/ 2929562 w 5158787"/>
              <a:gd name="connsiteY20775" fmla="*/ 2158754 h 4489084"/>
              <a:gd name="connsiteX20776" fmla="*/ 2930984 w 5158787"/>
              <a:gd name="connsiteY20776" fmla="*/ 2159583 h 4489084"/>
              <a:gd name="connsiteX20777" fmla="*/ 2942532 w 5158787"/>
              <a:gd name="connsiteY20777" fmla="*/ 2179542 h 4489084"/>
              <a:gd name="connsiteX20778" fmla="*/ 2942532 w 5158787"/>
              <a:gd name="connsiteY20778" fmla="*/ 2181201 h 4489084"/>
              <a:gd name="connsiteX20779" fmla="*/ 2930984 w 5158787"/>
              <a:gd name="connsiteY20779" fmla="*/ 2201159 h 4489084"/>
              <a:gd name="connsiteX20780" fmla="*/ 2929562 w 5158787"/>
              <a:gd name="connsiteY20780" fmla="*/ 2201988 h 4489084"/>
              <a:gd name="connsiteX20781" fmla="*/ 2906464 w 5158787"/>
              <a:gd name="connsiteY20781" fmla="*/ 2201988 h 4489084"/>
              <a:gd name="connsiteX20782" fmla="*/ 2905043 w 5158787"/>
              <a:gd name="connsiteY20782" fmla="*/ 2201159 h 4489084"/>
              <a:gd name="connsiteX20783" fmla="*/ 2893494 w 5158787"/>
              <a:gd name="connsiteY20783" fmla="*/ 2181201 h 4489084"/>
              <a:gd name="connsiteX20784" fmla="*/ 2893494 w 5158787"/>
              <a:gd name="connsiteY20784" fmla="*/ 2179542 h 4489084"/>
              <a:gd name="connsiteX20785" fmla="*/ 2905043 w 5158787"/>
              <a:gd name="connsiteY20785" fmla="*/ 2159583 h 4489084"/>
              <a:gd name="connsiteX20786" fmla="*/ 2906464 w 5158787"/>
              <a:gd name="connsiteY20786" fmla="*/ 2158754 h 4489084"/>
              <a:gd name="connsiteX20787" fmla="*/ 2771195 w 5158787"/>
              <a:gd name="connsiteY20787" fmla="*/ 2158636 h 4489084"/>
              <a:gd name="connsiteX20788" fmla="*/ 2794351 w 5158787"/>
              <a:gd name="connsiteY20788" fmla="*/ 2158636 h 4489084"/>
              <a:gd name="connsiteX20789" fmla="*/ 2795773 w 5158787"/>
              <a:gd name="connsiteY20789" fmla="*/ 2159465 h 4489084"/>
              <a:gd name="connsiteX20790" fmla="*/ 2807381 w 5158787"/>
              <a:gd name="connsiteY20790" fmla="*/ 2179542 h 4489084"/>
              <a:gd name="connsiteX20791" fmla="*/ 2807381 w 5158787"/>
              <a:gd name="connsiteY20791" fmla="*/ 2181201 h 4489084"/>
              <a:gd name="connsiteX20792" fmla="*/ 2795773 w 5158787"/>
              <a:gd name="connsiteY20792" fmla="*/ 2201278 h 4489084"/>
              <a:gd name="connsiteX20793" fmla="*/ 2794351 w 5158787"/>
              <a:gd name="connsiteY20793" fmla="*/ 2202107 h 4489084"/>
              <a:gd name="connsiteX20794" fmla="*/ 2771195 w 5158787"/>
              <a:gd name="connsiteY20794" fmla="*/ 2202107 h 4489084"/>
              <a:gd name="connsiteX20795" fmla="*/ 2769773 w 5158787"/>
              <a:gd name="connsiteY20795" fmla="*/ 2201278 h 4489084"/>
              <a:gd name="connsiteX20796" fmla="*/ 2758165 w 5158787"/>
              <a:gd name="connsiteY20796" fmla="*/ 2181201 h 4489084"/>
              <a:gd name="connsiteX20797" fmla="*/ 2758165 w 5158787"/>
              <a:gd name="connsiteY20797" fmla="*/ 2179542 h 4489084"/>
              <a:gd name="connsiteX20798" fmla="*/ 2769773 w 5158787"/>
              <a:gd name="connsiteY20798" fmla="*/ 2159465 h 4489084"/>
              <a:gd name="connsiteX20799" fmla="*/ 2771195 w 5158787"/>
              <a:gd name="connsiteY20799" fmla="*/ 2158636 h 4489084"/>
              <a:gd name="connsiteX20800" fmla="*/ 1012683 w 5158787"/>
              <a:gd name="connsiteY20800" fmla="*/ 2158458 h 4489084"/>
              <a:gd name="connsiteX20801" fmla="*/ 1036077 w 5158787"/>
              <a:gd name="connsiteY20801" fmla="*/ 2158458 h 4489084"/>
              <a:gd name="connsiteX20802" fmla="*/ 1037499 w 5158787"/>
              <a:gd name="connsiteY20802" fmla="*/ 2159287 h 4489084"/>
              <a:gd name="connsiteX20803" fmla="*/ 1049166 w 5158787"/>
              <a:gd name="connsiteY20803" fmla="*/ 2179542 h 4489084"/>
              <a:gd name="connsiteX20804" fmla="*/ 1049166 w 5158787"/>
              <a:gd name="connsiteY20804" fmla="*/ 2181201 h 4489084"/>
              <a:gd name="connsiteX20805" fmla="*/ 1037439 w 5158787"/>
              <a:gd name="connsiteY20805" fmla="*/ 2201455 h 4489084"/>
              <a:gd name="connsiteX20806" fmla="*/ 1036018 w 5158787"/>
              <a:gd name="connsiteY20806" fmla="*/ 2202285 h 4489084"/>
              <a:gd name="connsiteX20807" fmla="*/ 1012624 w 5158787"/>
              <a:gd name="connsiteY20807" fmla="*/ 2202285 h 4489084"/>
              <a:gd name="connsiteX20808" fmla="*/ 1011203 w 5158787"/>
              <a:gd name="connsiteY20808" fmla="*/ 2201455 h 4489084"/>
              <a:gd name="connsiteX20809" fmla="*/ 999535 w 5158787"/>
              <a:gd name="connsiteY20809" fmla="*/ 2181201 h 4489084"/>
              <a:gd name="connsiteX20810" fmla="*/ 999535 w 5158787"/>
              <a:gd name="connsiteY20810" fmla="*/ 2179542 h 4489084"/>
              <a:gd name="connsiteX20811" fmla="*/ 1011261 w 5158787"/>
              <a:gd name="connsiteY20811" fmla="*/ 2159287 h 4489084"/>
              <a:gd name="connsiteX20812" fmla="*/ 1012683 w 5158787"/>
              <a:gd name="connsiteY20812" fmla="*/ 2158458 h 4489084"/>
              <a:gd name="connsiteX20813" fmla="*/ 945048 w 5158787"/>
              <a:gd name="connsiteY20813" fmla="*/ 2158458 h 4489084"/>
              <a:gd name="connsiteX20814" fmla="*/ 968442 w 5158787"/>
              <a:gd name="connsiteY20814" fmla="*/ 2158458 h 4489084"/>
              <a:gd name="connsiteX20815" fmla="*/ 969863 w 5158787"/>
              <a:gd name="connsiteY20815" fmla="*/ 2159287 h 4489084"/>
              <a:gd name="connsiteX20816" fmla="*/ 981531 w 5158787"/>
              <a:gd name="connsiteY20816" fmla="*/ 2179542 h 4489084"/>
              <a:gd name="connsiteX20817" fmla="*/ 981531 w 5158787"/>
              <a:gd name="connsiteY20817" fmla="*/ 2181201 h 4489084"/>
              <a:gd name="connsiteX20818" fmla="*/ 969804 w 5158787"/>
              <a:gd name="connsiteY20818" fmla="*/ 2201455 h 4489084"/>
              <a:gd name="connsiteX20819" fmla="*/ 968383 w 5158787"/>
              <a:gd name="connsiteY20819" fmla="*/ 2202285 h 4489084"/>
              <a:gd name="connsiteX20820" fmla="*/ 944989 w 5158787"/>
              <a:gd name="connsiteY20820" fmla="*/ 2202285 h 4489084"/>
              <a:gd name="connsiteX20821" fmla="*/ 943567 w 5158787"/>
              <a:gd name="connsiteY20821" fmla="*/ 2201455 h 4489084"/>
              <a:gd name="connsiteX20822" fmla="*/ 931900 w 5158787"/>
              <a:gd name="connsiteY20822" fmla="*/ 2181201 h 4489084"/>
              <a:gd name="connsiteX20823" fmla="*/ 931900 w 5158787"/>
              <a:gd name="connsiteY20823" fmla="*/ 2179542 h 4489084"/>
              <a:gd name="connsiteX20824" fmla="*/ 943626 w 5158787"/>
              <a:gd name="connsiteY20824" fmla="*/ 2159287 h 4489084"/>
              <a:gd name="connsiteX20825" fmla="*/ 945048 w 5158787"/>
              <a:gd name="connsiteY20825" fmla="*/ 2158458 h 4489084"/>
              <a:gd name="connsiteX20826" fmla="*/ 3312038 w 5158787"/>
              <a:gd name="connsiteY20826" fmla="*/ 2158339 h 4489084"/>
              <a:gd name="connsiteX20827" fmla="*/ 3335551 w 5158787"/>
              <a:gd name="connsiteY20827" fmla="*/ 2158339 h 4489084"/>
              <a:gd name="connsiteX20828" fmla="*/ 3336972 w 5158787"/>
              <a:gd name="connsiteY20828" fmla="*/ 2159168 h 4489084"/>
              <a:gd name="connsiteX20829" fmla="*/ 3348699 w 5158787"/>
              <a:gd name="connsiteY20829" fmla="*/ 2179542 h 4489084"/>
              <a:gd name="connsiteX20830" fmla="*/ 3348699 w 5158787"/>
              <a:gd name="connsiteY20830" fmla="*/ 2181200 h 4489084"/>
              <a:gd name="connsiteX20831" fmla="*/ 3336913 w 5158787"/>
              <a:gd name="connsiteY20831" fmla="*/ 2201574 h 4489084"/>
              <a:gd name="connsiteX20832" fmla="*/ 3335491 w 5158787"/>
              <a:gd name="connsiteY20832" fmla="*/ 2202402 h 4489084"/>
              <a:gd name="connsiteX20833" fmla="*/ 3311979 w 5158787"/>
              <a:gd name="connsiteY20833" fmla="*/ 2202402 h 4489084"/>
              <a:gd name="connsiteX20834" fmla="*/ 3310557 w 5158787"/>
              <a:gd name="connsiteY20834" fmla="*/ 2201574 h 4489084"/>
              <a:gd name="connsiteX20835" fmla="*/ 3298831 w 5158787"/>
              <a:gd name="connsiteY20835" fmla="*/ 2181200 h 4489084"/>
              <a:gd name="connsiteX20836" fmla="*/ 3298831 w 5158787"/>
              <a:gd name="connsiteY20836" fmla="*/ 2179542 h 4489084"/>
              <a:gd name="connsiteX20837" fmla="*/ 3310617 w 5158787"/>
              <a:gd name="connsiteY20837" fmla="*/ 2159168 h 4489084"/>
              <a:gd name="connsiteX20838" fmla="*/ 3312038 w 5158787"/>
              <a:gd name="connsiteY20838" fmla="*/ 2158339 h 4489084"/>
              <a:gd name="connsiteX20839" fmla="*/ 2703204 w 5158787"/>
              <a:gd name="connsiteY20839" fmla="*/ 2157925 h 4489084"/>
              <a:gd name="connsiteX20840" fmla="*/ 2727131 w 5158787"/>
              <a:gd name="connsiteY20840" fmla="*/ 2157925 h 4489084"/>
              <a:gd name="connsiteX20841" fmla="*/ 2728612 w 5158787"/>
              <a:gd name="connsiteY20841" fmla="*/ 2158754 h 4489084"/>
              <a:gd name="connsiteX20842" fmla="*/ 2740575 w 5158787"/>
              <a:gd name="connsiteY20842" fmla="*/ 2179483 h 4489084"/>
              <a:gd name="connsiteX20843" fmla="*/ 2740575 w 5158787"/>
              <a:gd name="connsiteY20843" fmla="*/ 2181201 h 4489084"/>
              <a:gd name="connsiteX20844" fmla="*/ 2728612 w 5158787"/>
              <a:gd name="connsiteY20844" fmla="*/ 2201930 h 4489084"/>
              <a:gd name="connsiteX20845" fmla="*/ 2727131 w 5158787"/>
              <a:gd name="connsiteY20845" fmla="*/ 2202758 h 4489084"/>
              <a:gd name="connsiteX20846" fmla="*/ 2703204 w 5158787"/>
              <a:gd name="connsiteY20846" fmla="*/ 2202758 h 4489084"/>
              <a:gd name="connsiteX20847" fmla="*/ 2701724 w 5158787"/>
              <a:gd name="connsiteY20847" fmla="*/ 2201930 h 4489084"/>
              <a:gd name="connsiteX20848" fmla="*/ 2689760 w 5158787"/>
              <a:gd name="connsiteY20848" fmla="*/ 2181201 h 4489084"/>
              <a:gd name="connsiteX20849" fmla="*/ 2689760 w 5158787"/>
              <a:gd name="connsiteY20849" fmla="*/ 2179483 h 4489084"/>
              <a:gd name="connsiteX20850" fmla="*/ 2701724 w 5158787"/>
              <a:gd name="connsiteY20850" fmla="*/ 2158754 h 4489084"/>
              <a:gd name="connsiteX20851" fmla="*/ 2703204 w 5158787"/>
              <a:gd name="connsiteY20851" fmla="*/ 2157925 h 4489084"/>
              <a:gd name="connsiteX20852" fmla="*/ 2635568 w 5158787"/>
              <a:gd name="connsiteY20852" fmla="*/ 2157925 h 4489084"/>
              <a:gd name="connsiteX20853" fmla="*/ 2659495 w 5158787"/>
              <a:gd name="connsiteY20853" fmla="*/ 2157925 h 4489084"/>
              <a:gd name="connsiteX20854" fmla="*/ 2660976 w 5158787"/>
              <a:gd name="connsiteY20854" fmla="*/ 2158754 h 4489084"/>
              <a:gd name="connsiteX20855" fmla="*/ 2672939 w 5158787"/>
              <a:gd name="connsiteY20855" fmla="*/ 2179483 h 4489084"/>
              <a:gd name="connsiteX20856" fmla="*/ 2672939 w 5158787"/>
              <a:gd name="connsiteY20856" fmla="*/ 2181201 h 4489084"/>
              <a:gd name="connsiteX20857" fmla="*/ 2660976 w 5158787"/>
              <a:gd name="connsiteY20857" fmla="*/ 2201930 h 4489084"/>
              <a:gd name="connsiteX20858" fmla="*/ 2659495 w 5158787"/>
              <a:gd name="connsiteY20858" fmla="*/ 2202758 h 4489084"/>
              <a:gd name="connsiteX20859" fmla="*/ 2635568 w 5158787"/>
              <a:gd name="connsiteY20859" fmla="*/ 2202758 h 4489084"/>
              <a:gd name="connsiteX20860" fmla="*/ 2634088 w 5158787"/>
              <a:gd name="connsiteY20860" fmla="*/ 2201930 h 4489084"/>
              <a:gd name="connsiteX20861" fmla="*/ 2622124 w 5158787"/>
              <a:gd name="connsiteY20861" fmla="*/ 2181201 h 4489084"/>
              <a:gd name="connsiteX20862" fmla="*/ 2622124 w 5158787"/>
              <a:gd name="connsiteY20862" fmla="*/ 2179483 h 4489084"/>
              <a:gd name="connsiteX20863" fmla="*/ 2634088 w 5158787"/>
              <a:gd name="connsiteY20863" fmla="*/ 2158754 h 4489084"/>
              <a:gd name="connsiteX20864" fmla="*/ 2635568 w 5158787"/>
              <a:gd name="connsiteY20864" fmla="*/ 2157925 h 4489084"/>
              <a:gd name="connsiteX20865" fmla="*/ 3243988 w 5158787"/>
              <a:gd name="connsiteY20865" fmla="*/ 2157511 h 4489084"/>
              <a:gd name="connsiteX20866" fmla="*/ 3268389 w 5158787"/>
              <a:gd name="connsiteY20866" fmla="*/ 2157511 h 4489084"/>
              <a:gd name="connsiteX20867" fmla="*/ 3269869 w 5158787"/>
              <a:gd name="connsiteY20867" fmla="*/ 2158399 h 4489084"/>
              <a:gd name="connsiteX20868" fmla="*/ 3282070 w 5158787"/>
              <a:gd name="connsiteY20868" fmla="*/ 2179543 h 4489084"/>
              <a:gd name="connsiteX20869" fmla="*/ 3282070 w 5158787"/>
              <a:gd name="connsiteY20869" fmla="*/ 2181260 h 4489084"/>
              <a:gd name="connsiteX20870" fmla="*/ 3269869 w 5158787"/>
              <a:gd name="connsiteY20870" fmla="*/ 2202403 h 4489084"/>
              <a:gd name="connsiteX20871" fmla="*/ 3268389 w 5158787"/>
              <a:gd name="connsiteY20871" fmla="*/ 2203292 h 4489084"/>
              <a:gd name="connsiteX20872" fmla="*/ 3243988 w 5158787"/>
              <a:gd name="connsiteY20872" fmla="*/ 2203292 h 4489084"/>
              <a:gd name="connsiteX20873" fmla="*/ 3242507 w 5158787"/>
              <a:gd name="connsiteY20873" fmla="*/ 2202403 h 4489084"/>
              <a:gd name="connsiteX20874" fmla="*/ 3230307 w 5158787"/>
              <a:gd name="connsiteY20874" fmla="*/ 2181260 h 4489084"/>
              <a:gd name="connsiteX20875" fmla="*/ 3230307 w 5158787"/>
              <a:gd name="connsiteY20875" fmla="*/ 2179543 h 4489084"/>
              <a:gd name="connsiteX20876" fmla="*/ 3242507 w 5158787"/>
              <a:gd name="connsiteY20876" fmla="*/ 2158399 h 4489084"/>
              <a:gd name="connsiteX20877" fmla="*/ 3243988 w 5158787"/>
              <a:gd name="connsiteY20877" fmla="*/ 2157511 h 4489084"/>
              <a:gd name="connsiteX20878" fmla="*/ 3175819 w 5158787"/>
              <a:gd name="connsiteY20878" fmla="*/ 2156563 h 4489084"/>
              <a:gd name="connsiteX20879" fmla="*/ 3201227 w 5158787"/>
              <a:gd name="connsiteY20879" fmla="*/ 2156563 h 4489084"/>
              <a:gd name="connsiteX20880" fmla="*/ 3202767 w 5158787"/>
              <a:gd name="connsiteY20880" fmla="*/ 2157452 h 4489084"/>
              <a:gd name="connsiteX20881" fmla="*/ 3215441 w 5158787"/>
              <a:gd name="connsiteY20881" fmla="*/ 2179424 h 4489084"/>
              <a:gd name="connsiteX20882" fmla="*/ 3215441 w 5158787"/>
              <a:gd name="connsiteY20882" fmla="*/ 2181201 h 4489084"/>
              <a:gd name="connsiteX20883" fmla="*/ 3202708 w 5158787"/>
              <a:gd name="connsiteY20883" fmla="*/ 2203173 h 4489084"/>
              <a:gd name="connsiteX20884" fmla="*/ 3201168 w 5158787"/>
              <a:gd name="connsiteY20884" fmla="*/ 2204062 h 4489084"/>
              <a:gd name="connsiteX20885" fmla="*/ 3175760 w 5158787"/>
              <a:gd name="connsiteY20885" fmla="*/ 2204062 h 4489084"/>
              <a:gd name="connsiteX20886" fmla="*/ 3174221 w 5158787"/>
              <a:gd name="connsiteY20886" fmla="*/ 2203173 h 4489084"/>
              <a:gd name="connsiteX20887" fmla="*/ 3161547 w 5158787"/>
              <a:gd name="connsiteY20887" fmla="*/ 2181201 h 4489084"/>
              <a:gd name="connsiteX20888" fmla="*/ 3161547 w 5158787"/>
              <a:gd name="connsiteY20888" fmla="*/ 2179424 h 4489084"/>
              <a:gd name="connsiteX20889" fmla="*/ 3174280 w 5158787"/>
              <a:gd name="connsiteY20889" fmla="*/ 2157452 h 4489084"/>
              <a:gd name="connsiteX20890" fmla="*/ 3175819 w 5158787"/>
              <a:gd name="connsiteY20890" fmla="*/ 2156563 h 4489084"/>
              <a:gd name="connsiteX20891" fmla="*/ 2972915 w 5158787"/>
              <a:gd name="connsiteY20891" fmla="*/ 2156563 h 4489084"/>
              <a:gd name="connsiteX20892" fmla="*/ 2998322 w 5158787"/>
              <a:gd name="connsiteY20892" fmla="*/ 2156563 h 4489084"/>
              <a:gd name="connsiteX20893" fmla="*/ 2999862 w 5158787"/>
              <a:gd name="connsiteY20893" fmla="*/ 2157452 h 4489084"/>
              <a:gd name="connsiteX20894" fmla="*/ 3012536 w 5158787"/>
              <a:gd name="connsiteY20894" fmla="*/ 2179424 h 4489084"/>
              <a:gd name="connsiteX20895" fmla="*/ 3012536 w 5158787"/>
              <a:gd name="connsiteY20895" fmla="*/ 2181201 h 4489084"/>
              <a:gd name="connsiteX20896" fmla="*/ 2999803 w 5158787"/>
              <a:gd name="connsiteY20896" fmla="*/ 2203173 h 4489084"/>
              <a:gd name="connsiteX20897" fmla="*/ 2998263 w 5158787"/>
              <a:gd name="connsiteY20897" fmla="*/ 2204062 h 4489084"/>
              <a:gd name="connsiteX20898" fmla="*/ 2972856 w 5158787"/>
              <a:gd name="connsiteY20898" fmla="*/ 2204062 h 4489084"/>
              <a:gd name="connsiteX20899" fmla="*/ 2971316 w 5158787"/>
              <a:gd name="connsiteY20899" fmla="*/ 2203173 h 4489084"/>
              <a:gd name="connsiteX20900" fmla="*/ 2958642 w 5158787"/>
              <a:gd name="connsiteY20900" fmla="*/ 2181201 h 4489084"/>
              <a:gd name="connsiteX20901" fmla="*/ 2958642 w 5158787"/>
              <a:gd name="connsiteY20901" fmla="*/ 2179424 h 4489084"/>
              <a:gd name="connsiteX20902" fmla="*/ 2971375 w 5158787"/>
              <a:gd name="connsiteY20902" fmla="*/ 2157452 h 4489084"/>
              <a:gd name="connsiteX20903" fmla="*/ 2972915 w 5158787"/>
              <a:gd name="connsiteY20903" fmla="*/ 2156563 h 4489084"/>
              <a:gd name="connsiteX20904" fmla="*/ 3107948 w 5158787"/>
              <a:gd name="connsiteY20904" fmla="*/ 2156030 h 4489084"/>
              <a:gd name="connsiteX20905" fmla="*/ 3133889 w 5158787"/>
              <a:gd name="connsiteY20905" fmla="*/ 2156030 h 4489084"/>
              <a:gd name="connsiteX20906" fmla="*/ 3135488 w 5158787"/>
              <a:gd name="connsiteY20906" fmla="*/ 2156918 h 4489084"/>
              <a:gd name="connsiteX20907" fmla="*/ 3148458 w 5158787"/>
              <a:gd name="connsiteY20907" fmla="*/ 2179365 h 4489084"/>
              <a:gd name="connsiteX20908" fmla="*/ 3148458 w 5158787"/>
              <a:gd name="connsiteY20908" fmla="*/ 2181201 h 4489084"/>
              <a:gd name="connsiteX20909" fmla="*/ 3135488 w 5158787"/>
              <a:gd name="connsiteY20909" fmla="*/ 2203647 h 4489084"/>
              <a:gd name="connsiteX20910" fmla="*/ 3133889 w 5158787"/>
              <a:gd name="connsiteY20910" fmla="*/ 2204535 h 4489084"/>
              <a:gd name="connsiteX20911" fmla="*/ 3107948 w 5158787"/>
              <a:gd name="connsiteY20911" fmla="*/ 2204535 h 4489084"/>
              <a:gd name="connsiteX20912" fmla="*/ 3106349 w 5158787"/>
              <a:gd name="connsiteY20912" fmla="*/ 2203647 h 4489084"/>
              <a:gd name="connsiteX20913" fmla="*/ 3093379 w 5158787"/>
              <a:gd name="connsiteY20913" fmla="*/ 2181201 h 4489084"/>
              <a:gd name="connsiteX20914" fmla="*/ 3093379 w 5158787"/>
              <a:gd name="connsiteY20914" fmla="*/ 2179365 h 4489084"/>
              <a:gd name="connsiteX20915" fmla="*/ 3106349 w 5158787"/>
              <a:gd name="connsiteY20915" fmla="*/ 2156918 h 4489084"/>
              <a:gd name="connsiteX20916" fmla="*/ 3107948 w 5158787"/>
              <a:gd name="connsiteY20916" fmla="*/ 2156030 h 4489084"/>
              <a:gd name="connsiteX20917" fmla="*/ 3040254 w 5158787"/>
              <a:gd name="connsiteY20917" fmla="*/ 2155971 h 4489084"/>
              <a:gd name="connsiteX20918" fmla="*/ 3066313 w 5158787"/>
              <a:gd name="connsiteY20918" fmla="*/ 2155971 h 4489084"/>
              <a:gd name="connsiteX20919" fmla="*/ 3067912 w 5158787"/>
              <a:gd name="connsiteY20919" fmla="*/ 2156918 h 4489084"/>
              <a:gd name="connsiteX20920" fmla="*/ 3080942 w 5158787"/>
              <a:gd name="connsiteY20920" fmla="*/ 2179483 h 4489084"/>
              <a:gd name="connsiteX20921" fmla="*/ 3080942 w 5158787"/>
              <a:gd name="connsiteY20921" fmla="*/ 2181319 h 4489084"/>
              <a:gd name="connsiteX20922" fmla="*/ 3067912 w 5158787"/>
              <a:gd name="connsiteY20922" fmla="*/ 2203884 h 4489084"/>
              <a:gd name="connsiteX20923" fmla="*/ 3066313 w 5158787"/>
              <a:gd name="connsiteY20923" fmla="*/ 2204832 h 4489084"/>
              <a:gd name="connsiteX20924" fmla="*/ 3040254 w 5158787"/>
              <a:gd name="connsiteY20924" fmla="*/ 2204832 h 4489084"/>
              <a:gd name="connsiteX20925" fmla="*/ 3038655 w 5158787"/>
              <a:gd name="connsiteY20925" fmla="*/ 2203884 h 4489084"/>
              <a:gd name="connsiteX20926" fmla="*/ 3025626 w 5158787"/>
              <a:gd name="connsiteY20926" fmla="*/ 2181319 h 4489084"/>
              <a:gd name="connsiteX20927" fmla="*/ 3025626 w 5158787"/>
              <a:gd name="connsiteY20927" fmla="*/ 2179483 h 4489084"/>
              <a:gd name="connsiteX20928" fmla="*/ 3038655 w 5158787"/>
              <a:gd name="connsiteY20928" fmla="*/ 2156918 h 4489084"/>
              <a:gd name="connsiteX20929" fmla="*/ 3040254 w 5158787"/>
              <a:gd name="connsiteY20929" fmla="*/ 2155971 h 4489084"/>
              <a:gd name="connsiteX20930" fmla="*/ 3590040 w 5158787"/>
              <a:gd name="connsiteY20930" fmla="*/ 2113684 h 4489084"/>
              <a:gd name="connsiteX20931" fmla="*/ 3598628 w 5158787"/>
              <a:gd name="connsiteY20931" fmla="*/ 2113684 h 4489084"/>
              <a:gd name="connsiteX20932" fmla="*/ 3599161 w 5158787"/>
              <a:gd name="connsiteY20932" fmla="*/ 2113980 h 4489084"/>
              <a:gd name="connsiteX20933" fmla="*/ 3603484 w 5158787"/>
              <a:gd name="connsiteY20933" fmla="*/ 2121442 h 4489084"/>
              <a:gd name="connsiteX20934" fmla="*/ 3603484 w 5158787"/>
              <a:gd name="connsiteY20934" fmla="*/ 2122035 h 4489084"/>
              <a:gd name="connsiteX20935" fmla="*/ 3599161 w 5158787"/>
              <a:gd name="connsiteY20935" fmla="*/ 2129497 h 4489084"/>
              <a:gd name="connsiteX20936" fmla="*/ 3598628 w 5158787"/>
              <a:gd name="connsiteY20936" fmla="*/ 2129793 h 4489084"/>
              <a:gd name="connsiteX20937" fmla="*/ 3590040 w 5158787"/>
              <a:gd name="connsiteY20937" fmla="*/ 2129793 h 4489084"/>
              <a:gd name="connsiteX20938" fmla="*/ 3589507 w 5158787"/>
              <a:gd name="connsiteY20938" fmla="*/ 2129497 h 4489084"/>
              <a:gd name="connsiteX20939" fmla="*/ 3585183 w 5158787"/>
              <a:gd name="connsiteY20939" fmla="*/ 2122035 h 4489084"/>
              <a:gd name="connsiteX20940" fmla="*/ 3585183 w 5158787"/>
              <a:gd name="connsiteY20940" fmla="*/ 2121442 h 4489084"/>
              <a:gd name="connsiteX20941" fmla="*/ 3589507 w 5158787"/>
              <a:gd name="connsiteY20941" fmla="*/ 2113980 h 4489084"/>
              <a:gd name="connsiteX20942" fmla="*/ 3590040 w 5158787"/>
              <a:gd name="connsiteY20942" fmla="*/ 2113684 h 4489084"/>
              <a:gd name="connsiteX20943" fmla="*/ 3858981 w 5158787"/>
              <a:gd name="connsiteY20943" fmla="*/ 2110782 h 4489084"/>
              <a:gd name="connsiteX20944" fmla="*/ 3870708 w 5158787"/>
              <a:gd name="connsiteY20944" fmla="*/ 2110782 h 4489084"/>
              <a:gd name="connsiteX20945" fmla="*/ 3871418 w 5158787"/>
              <a:gd name="connsiteY20945" fmla="*/ 2111197 h 4489084"/>
              <a:gd name="connsiteX20946" fmla="*/ 3877282 w 5158787"/>
              <a:gd name="connsiteY20946" fmla="*/ 2121324 h 4489084"/>
              <a:gd name="connsiteX20947" fmla="*/ 3877282 w 5158787"/>
              <a:gd name="connsiteY20947" fmla="*/ 2122153 h 4489084"/>
              <a:gd name="connsiteX20948" fmla="*/ 3871418 w 5158787"/>
              <a:gd name="connsiteY20948" fmla="*/ 2132281 h 4489084"/>
              <a:gd name="connsiteX20949" fmla="*/ 3870708 w 5158787"/>
              <a:gd name="connsiteY20949" fmla="*/ 2132695 h 4489084"/>
              <a:gd name="connsiteX20950" fmla="*/ 3858981 w 5158787"/>
              <a:gd name="connsiteY20950" fmla="*/ 2132695 h 4489084"/>
              <a:gd name="connsiteX20951" fmla="*/ 3858271 w 5158787"/>
              <a:gd name="connsiteY20951" fmla="*/ 2132281 h 4489084"/>
              <a:gd name="connsiteX20952" fmla="*/ 3852407 w 5158787"/>
              <a:gd name="connsiteY20952" fmla="*/ 2122153 h 4489084"/>
              <a:gd name="connsiteX20953" fmla="*/ 3852407 w 5158787"/>
              <a:gd name="connsiteY20953" fmla="*/ 2121324 h 4489084"/>
              <a:gd name="connsiteX20954" fmla="*/ 3858271 w 5158787"/>
              <a:gd name="connsiteY20954" fmla="*/ 2111197 h 4489084"/>
              <a:gd name="connsiteX20955" fmla="*/ 3858981 w 5158787"/>
              <a:gd name="connsiteY20955" fmla="*/ 2110782 h 4489084"/>
              <a:gd name="connsiteX20956" fmla="*/ 3926616 w 5158787"/>
              <a:gd name="connsiteY20956" fmla="*/ 2110663 h 4489084"/>
              <a:gd name="connsiteX20957" fmla="*/ 3938402 w 5158787"/>
              <a:gd name="connsiteY20957" fmla="*/ 2110663 h 4489084"/>
              <a:gd name="connsiteX20958" fmla="*/ 3939113 w 5158787"/>
              <a:gd name="connsiteY20958" fmla="*/ 2111078 h 4489084"/>
              <a:gd name="connsiteX20959" fmla="*/ 3945035 w 5158787"/>
              <a:gd name="connsiteY20959" fmla="*/ 2121323 h 4489084"/>
              <a:gd name="connsiteX20960" fmla="*/ 3945035 w 5158787"/>
              <a:gd name="connsiteY20960" fmla="*/ 2122153 h 4489084"/>
              <a:gd name="connsiteX20961" fmla="*/ 3939113 w 5158787"/>
              <a:gd name="connsiteY20961" fmla="*/ 2132399 h 4489084"/>
              <a:gd name="connsiteX20962" fmla="*/ 3938402 w 5158787"/>
              <a:gd name="connsiteY20962" fmla="*/ 2132813 h 4489084"/>
              <a:gd name="connsiteX20963" fmla="*/ 3926616 w 5158787"/>
              <a:gd name="connsiteY20963" fmla="*/ 2132813 h 4489084"/>
              <a:gd name="connsiteX20964" fmla="*/ 3925906 w 5158787"/>
              <a:gd name="connsiteY20964" fmla="*/ 2132399 h 4489084"/>
              <a:gd name="connsiteX20965" fmla="*/ 3919983 w 5158787"/>
              <a:gd name="connsiteY20965" fmla="*/ 2122153 h 4489084"/>
              <a:gd name="connsiteX20966" fmla="*/ 3919983 w 5158787"/>
              <a:gd name="connsiteY20966" fmla="*/ 2121323 h 4489084"/>
              <a:gd name="connsiteX20967" fmla="*/ 3925906 w 5158787"/>
              <a:gd name="connsiteY20967" fmla="*/ 2111078 h 4489084"/>
              <a:gd name="connsiteX20968" fmla="*/ 3926616 w 5158787"/>
              <a:gd name="connsiteY20968" fmla="*/ 2110663 h 4489084"/>
              <a:gd name="connsiteX20969" fmla="*/ 3993009 w 5158787"/>
              <a:gd name="connsiteY20969" fmla="*/ 2108531 h 4489084"/>
              <a:gd name="connsiteX20970" fmla="*/ 4007163 w 5158787"/>
              <a:gd name="connsiteY20970" fmla="*/ 2108531 h 4489084"/>
              <a:gd name="connsiteX20971" fmla="*/ 4008051 w 5158787"/>
              <a:gd name="connsiteY20971" fmla="*/ 2109005 h 4489084"/>
              <a:gd name="connsiteX20972" fmla="*/ 4015099 w 5158787"/>
              <a:gd name="connsiteY20972" fmla="*/ 2121264 h 4489084"/>
              <a:gd name="connsiteX20973" fmla="*/ 4015099 w 5158787"/>
              <a:gd name="connsiteY20973" fmla="*/ 2122271 h 4489084"/>
              <a:gd name="connsiteX20974" fmla="*/ 4008051 w 5158787"/>
              <a:gd name="connsiteY20974" fmla="*/ 2134531 h 4489084"/>
              <a:gd name="connsiteX20975" fmla="*/ 4007163 w 5158787"/>
              <a:gd name="connsiteY20975" fmla="*/ 2135004 h 4489084"/>
              <a:gd name="connsiteX20976" fmla="*/ 3993009 w 5158787"/>
              <a:gd name="connsiteY20976" fmla="*/ 2135004 h 4489084"/>
              <a:gd name="connsiteX20977" fmla="*/ 3992120 w 5158787"/>
              <a:gd name="connsiteY20977" fmla="*/ 2134531 h 4489084"/>
              <a:gd name="connsiteX20978" fmla="*/ 3985072 w 5158787"/>
              <a:gd name="connsiteY20978" fmla="*/ 2122271 h 4489084"/>
              <a:gd name="connsiteX20979" fmla="*/ 3985072 w 5158787"/>
              <a:gd name="connsiteY20979" fmla="*/ 2121264 h 4489084"/>
              <a:gd name="connsiteX20980" fmla="*/ 3992120 w 5158787"/>
              <a:gd name="connsiteY20980" fmla="*/ 2109005 h 4489084"/>
              <a:gd name="connsiteX20981" fmla="*/ 3993009 w 5158787"/>
              <a:gd name="connsiteY20981" fmla="*/ 2108531 h 4489084"/>
              <a:gd name="connsiteX20982" fmla="*/ 4398581 w 5158787"/>
              <a:gd name="connsiteY20982" fmla="*/ 2108117 h 4489084"/>
              <a:gd name="connsiteX20983" fmla="*/ 4413151 w 5158787"/>
              <a:gd name="connsiteY20983" fmla="*/ 2108117 h 4489084"/>
              <a:gd name="connsiteX20984" fmla="*/ 4414039 w 5158787"/>
              <a:gd name="connsiteY20984" fmla="*/ 2108650 h 4489084"/>
              <a:gd name="connsiteX20985" fmla="*/ 4421324 w 5158787"/>
              <a:gd name="connsiteY20985" fmla="*/ 2121265 h 4489084"/>
              <a:gd name="connsiteX20986" fmla="*/ 4421324 w 5158787"/>
              <a:gd name="connsiteY20986" fmla="*/ 2122272 h 4489084"/>
              <a:gd name="connsiteX20987" fmla="*/ 4414039 w 5158787"/>
              <a:gd name="connsiteY20987" fmla="*/ 2134887 h 4489084"/>
              <a:gd name="connsiteX20988" fmla="*/ 4413151 w 5158787"/>
              <a:gd name="connsiteY20988" fmla="*/ 2135420 h 4489084"/>
              <a:gd name="connsiteX20989" fmla="*/ 4398581 w 5158787"/>
              <a:gd name="connsiteY20989" fmla="*/ 2135420 h 4489084"/>
              <a:gd name="connsiteX20990" fmla="*/ 4397693 w 5158787"/>
              <a:gd name="connsiteY20990" fmla="*/ 2134887 h 4489084"/>
              <a:gd name="connsiteX20991" fmla="*/ 4390408 w 5158787"/>
              <a:gd name="connsiteY20991" fmla="*/ 2122272 h 4489084"/>
              <a:gd name="connsiteX20992" fmla="*/ 4390408 w 5158787"/>
              <a:gd name="connsiteY20992" fmla="*/ 2121265 h 4489084"/>
              <a:gd name="connsiteX20993" fmla="*/ 4397693 w 5158787"/>
              <a:gd name="connsiteY20993" fmla="*/ 2108650 h 4489084"/>
              <a:gd name="connsiteX20994" fmla="*/ 4398581 w 5158787"/>
              <a:gd name="connsiteY20994" fmla="*/ 2108117 h 4489084"/>
              <a:gd name="connsiteX20995" fmla="*/ 4330769 w 5158787"/>
              <a:gd name="connsiteY20995" fmla="*/ 2107761 h 4489084"/>
              <a:gd name="connsiteX20996" fmla="*/ 4345693 w 5158787"/>
              <a:gd name="connsiteY20996" fmla="*/ 2107761 h 4489084"/>
              <a:gd name="connsiteX20997" fmla="*/ 4346582 w 5158787"/>
              <a:gd name="connsiteY20997" fmla="*/ 2108294 h 4489084"/>
              <a:gd name="connsiteX20998" fmla="*/ 4354044 w 5158787"/>
              <a:gd name="connsiteY20998" fmla="*/ 2121205 h 4489084"/>
              <a:gd name="connsiteX20999" fmla="*/ 4354044 w 5158787"/>
              <a:gd name="connsiteY20999" fmla="*/ 2122271 h 4489084"/>
              <a:gd name="connsiteX21000" fmla="*/ 4346582 w 5158787"/>
              <a:gd name="connsiteY21000" fmla="*/ 2135182 h 4489084"/>
              <a:gd name="connsiteX21001" fmla="*/ 4345693 w 5158787"/>
              <a:gd name="connsiteY21001" fmla="*/ 2135715 h 4489084"/>
              <a:gd name="connsiteX21002" fmla="*/ 4330769 w 5158787"/>
              <a:gd name="connsiteY21002" fmla="*/ 2135715 h 4489084"/>
              <a:gd name="connsiteX21003" fmla="*/ 4329881 w 5158787"/>
              <a:gd name="connsiteY21003" fmla="*/ 2135182 h 4489084"/>
              <a:gd name="connsiteX21004" fmla="*/ 4322418 w 5158787"/>
              <a:gd name="connsiteY21004" fmla="*/ 2122271 h 4489084"/>
              <a:gd name="connsiteX21005" fmla="*/ 4322418 w 5158787"/>
              <a:gd name="connsiteY21005" fmla="*/ 2121205 h 4489084"/>
              <a:gd name="connsiteX21006" fmla="*/ 4329881 w 5158787"/>
              <a:gd name="connsiteY21006" fmla="*/ 2108294 h 4489084"/>
              <a:gd name="connsiteX21007" fmla="*/ 4330769 w 5158787"/>
              <a:gd name="connsiteY21007" fmla="*/ 2107761 h 4489084"/>
              <a:gd name="connsiteX21008" fmla="*/ 4060287 w 5158787"/>
              <a:gd name="connsiteY21008" fmla="*/ 2107761 h 4489084"/>
              <a:gd name="connsiteX21009" fmla="*/ 4075212 w 5158787"/>
              <a:gd name="connsiteY21009" fmla="*/ 2107761 h 4489084"/>
              <a:gd name="connsiteX21010" fmla="*/ 4076100 w 5158787"/>
              <a:gd name="connsiteY21010" fmla="*/ 2108294 h 4489084"/>
              <a:gd name="connsiteX21011" fmla="*/ 4083562 w 5158787"/>
              <a:gd name="connsiteY21011" fmla="*/ 2121205 h 4489084"/>
              <a:gd name="connsiteX21012" fmla="*/ 4083562 w 5158787"/>
              <a:gd name="connsiteY21012" fmla="*/ 2122271 h 4489084"/>
              <a:gd name="connsiteX21013" fmla="*/ 4076100 w 5158787"/>
              <a:gd name="connsiteY21013" fmla="*/ 2135182 h 4489084"/>
              <a:gd name="connsiteX21014" fmla="*/ 4075212 w 5158787"/>
              <a:gd name="connsiteY21014" fmla="*/ 2135715 h 4489084"/>
              <a:gd name="connsiteX21015" fmla="*/ 4060287 w 5158787"/>
              <a:gd name="connsiteY21015" fmla="*/ 2135715 h 4489084"/>
              <a:gd name="connsiteX21016" fmla="*/ 4059399 w 5158787"/>
              <a:gd name="connsiteY21016" fmla="*/ 2135182 h 4489084"/>
              <a:gd name="connsiteX21017" fmla="*/ 4051936 w 5158787"/>
              <a:gd name="connsiteY21017" fmla="*/ 2122271 h 4489084"/>
              <a:gd name="connsiteX21018" fmla="*/ 4051936 w 5158787"/>
              <a:gd name="connsiteY21018" fmla="*/ 2121205 h 4489084"/>
              <a:gd name="connsiteX21019" fmla="*/ 4059399 w 5158787"/>
              <a:gd name="connsiteY21019" fmla="*/ 2108294 h 4489084"/>
              <a:gd name="connsiteX21020" fmla="*/ 4060287 w 5158787"/>
              <a:gd name="connsiteY21020" fmla="*/ 2107761 h 4489084"/>
              <a:gd name="connsiteX21021" fmla="*/ 4195320 w 5158787"/>
              <a:gd name="connsiteY21021" fmla="*/ 2107347 h 4489084"/>
              <a:gd name="connsiteX21022" fmla="*/ 4210660 w 5158787"/>
              <a:gd name="connsiteY21022" fmla="*/ 2107347 h 4489084"/>
              <a:gd name="connsiteX21023" fmla="*/ 4211607 w 5158787"/>
              <a:gd name="connsiteY21023" fmla="*/ 2107880 h 4489084"/>
              <a:gd name="connsiteX21024" fmla="*/ 4219247 w 5158787"/>
              <a:gd name="connsiteY21024" fmla="*/ 2121147 h 4489084"/>
              <a:gd name="connsiteX21025" fmla="*/ 4219247 w 5158787"/>
              <a:gd name="connsiteY21025" fmla="*/ 2122213 h 4489084"/>
              <a:gd name="connsiteX21026" fmla="*/ 4211548 w 5158787"/>
              <a:gd name="connsiteY21026" fmla="*/ 2135479 h 4489084"/>
              <a:gd name="connsiteX21027" fmla="*/ 4210601 w 5158787"/>
              <a:gd name="connsiteY21027" fmla="*/ 2136012 h 4489084"/>
              <a:gd name="connsiteX21028" fmla="*/ 4195261 w 5158787"/>
              <a:gd name="connsiteY21028" fmla="*/ 2136012 h 4489084"/>
              <a:gd name="connsiteX21029" fmla="*/ 4194314 w 5158787"/>
              <a:gd name="connsiteY21029" fmla="*/ 2135479 h 4489084"/>
              <a:gd name="connsiteX21030" fmla="*/ 4186673 w 5158787"/>
              <a:gd name="connsiteY21030" fmla="*/ 2122213 h 4489084"/>
              <a:gd name="connsiteX21031" fmla="*/ 4186673 w 5158787"/>
              <a:gd name="connsiteY21031" fmla="*/ 2121147 h 4489084"/>
              <a:gd name="connsiteX21032" fmla="*/ 4194373 w 5158787"/>
              <a:gd name="connsiteY21032" fmla="*/ 2107880 h 4489084"/>
              <a:gd name="connsiteX21033" fmla="*/ 4195320 w 5158787"/>
              <a:gd name="connsiteY21033" fmla="*/ 2107347 h 4489084"/>
              <a:gd name="connsiteX21034" fmla="*/ 1354708 w 5158787"/>
              <a:gd name="connsiteY21034" fmla="*/ 2107169 h 4489084"/>
              <a:gd name="connsiteX21035" fmla="*/ 1370284 w 5158787"/>
              <a:gd name="connsiteY21035" fmla="*/ 2107169 h 4489084"/>
              <a:gd name="connsiteX21036" fmla="*/ 1371231 w 5158787"/>
              <a:gd name="connsiteY21036" fmla="*/ 2107702 h 4489084"/>
              <a:gd name="connsiteX21037" fmla="*/ 1378990 w 5158787"/>
              <a:gd name="connsiteY21037" fmla="*/ 2121205 h 4489084"/>
              <a:gd name="connsiteX21038" fmla="*/ 1378990 w 5158787"/>
              <a:gd name="connsiteY21038" fmla="*/ 2122331 h 4489084"/>
              <a:gd name="connsiteX21039" fmla="*/ 1371172 w 5158787"/>
              <a:gd name="connsiteY21039" fmla="*/ 2135834 h 4489084"/>
              <a:gd name="connsiteX21040" fmla="*/ 1370225 w 5158787"/>
              <a:gd name="connsiteY21040" fmla="*/ 2136367 h 4489084"/>
              <a:gd name="connsiteX21041" fmla="*/ 1354648 w 5158787"/>
              <a:gd name="connsiteY21041" fmla="*/ 2136367 h 4489084"/>
              <a:gd name="connsiteX21042" fmla="*/ 1353701 w 5158787"/>
              <a:gd name="connsiteY21042" fmla="*/ 2135834 h 4489084"/>
              <a:gd name="connsiteX21043" fmla="*/ 1345942 w 5158787"/>
              <a:gd name="connsiteY21043" fmla="*/ 2122331 h 4489084"/>
              <a:gd name="connsiteX21044" fmla="*/ 1345942 w 5158787"/>
              <a:gd name="connsiteY21044" fmla="*/ 2121205 h 4489084"/>
              <a:gd name="connsiteX21045" fmla="*/ 1353760 w 5158787"/>
              <a:gd name="connsiteY21045" fmla="*/ 2107702 h 4489084"/>
              <a:gd name="connsiteX21046" fmla="*/ 1354708 w 5158787"/>
              <a:gd name="connsiteY21046" fmla="*/ 2107169 h 4489084"/>
              <a:gd name="connsiteX21047" fmla="*/ 4262778 w 5158787"/>
              <a:gd name="connsiteY21047" fmla="*/ 2107051 h 4489084"/>
              <a:gd name="connsiteX21048" fmla="*/ 4278472 w 5158787"/>
              <a:gd name="connsiteY21048" fmla="*/ 2107051 h 4489084"/>
              <a:gd name="connsiteX21049" fmla="*/ 4279420 w 5158787"/>
              <a:gd name="connsiteY21049" fmla="*/ 2107584 h 4489084"/>
              <a:gd name="connsiteX21050" fmla="*/ 4287238 w 5158787"/>
              <a:gd name="connsiteY21050" fmla="*/ 2121147 h 4489084"/>
              <a:gd name="connsiteX21051" fmla="*/ 4287238 w 5158787"/>
              <a:gd name="connsiteY21051" fmla="*/ 2122272 h 4489084"/>
              <a:gd name="connsiteX21052" fmla="*/ 4279420 w 5158787"/>
              <a:gd name="connsiteY21052" fmla="*/ 2135834 h 4489084"/>
              <a:gd name="connsiteX21053" fmla="*/ 4278472 w 5158787"/>
              <a:gd name="connsiteY21053" fmla="*/ 2136367 h 4489084"/>
              <a:gd name="connsiteX21054" fmla="*/ 4262778 w 5158787"/>
              <a:gd name="connsiteY21054" fmla="*/ 2136367 h 4489084"/>
              <a:gd name="connsiteX21055" fmla="*/ 4261830 w 5158787"/>
              <a:gd name="connsiteY21055" fmla="*/ 2135834 h 4489084"/>
              <a:gd name="connsiteX21056" fmla="*/ 4254012 w 5158787"/>
              <a:gd name="connsiteY21056" fmla="*/ 2122272 h 4489084"/>
              <a:gd name="connsiteX21057" fmla="*/ 4254012 w 5158787"/>
              <a:gd name="connsiteY21057" fmla="*/ 2121147 h 4489084"/>
              <a:gd name="connsiteX21058" fmla="*/ 4261830 w 5158787"/>
              <a:gd name="connsiteY21058" fmla="*/ 2107584 h 4489084"/>
              <a:gd name="connsiteX21059" fmla="*/ 4262778 w 5158787"/>
              <a:gd name="connsiteY21059" fmla="*/ 2107051 h 4489084"/>
              <a:gd name="connsiteX21060" fmla="*/ 4127389 w 5158787"/>
              <a:gd name="connsiteY21060" fmla="*/ 2106755 h 4489084"/>
              <a:gd name="connsiteX21061" fmla="*/ 4143380 w 5158787"/>
              <a:gd name="connsiteY21061" fmla="*/ 2106755 h 4489084"/>
              <a:gd name="connsiteX21062" fmla="*/ 4144387 w 5158787"/>
              <a:gd name="connsiteY21062" fmla="*/ 2107347 h 4489084"/>
              <a:gd name="connsiteX21063" fmla="*/ 4152382 w 5158787"/>
              <a:gd name="connsiteY21063" fmla="*/ 2121206 h 4489084"/>
              <a:gd name="connsiteX21064" fmla="*/ 4152382 w 5158787"/>
              <a:gd name="connsiteY21064" fmla="*/ 2122331 h 4489084"/>
              <a:gd name="connsiteX21065" fmla="*/ 4144387 w 5158787"/>
              <a:gd name="connsiteY21065" fmla="*/ 2136190 h 4489084"/>
              <a:gd name="connsiteX21066" fmla="*/ 4143439 w 5158787"/>
              <a:gd name="connsiteY21066" fmla="*/ 2136782 h 4489084"/>
              <a:gd name="connsiteX21067" fmla="*/ 4127449 w 5158787"/>
              <a:gd name="connsiteY21067" fmla="*/ 2136782 h 4489084"/>
              <a:gd name="connsiteX21068" fmla="*/ 4126442 w 5158787"/>
              <a:gd name="connsiteY21068" fmla="*/ 2136190 h 4489084"/>
              <a:gd name="connsiteX21069" fmla="*/ 4118446 w 5158787"/>
              <a:gd name="connsiteY21069" fmla="*/ 2122331 h 4489084"/>
              <a:gd name="connsiteX21070" fmla="*/ 4118446 w 5158787"/>
              <a:gd name="connsiteY21070" fmla="*/ 2121206 h 4489084"/>
              <a:gd name="connsiteX21071" fmla="*/ 4126442 w 5158787"/>
              <a:gd name="connsiteY21071" fmla="*/ 2107347 h 4489084"/>
              <a:gd name="connsiteX21072" fmla="*/ 4127389 w 5158787"/>
              <a:gd name="connsiteY21072" fmla="*/ 2106755 h 4489084"/>
              <a:gd name="connsiteX21073" fmla="*/ 1557435 w 5158787"/>
              <a:gd name="connsiteY21073" fmla="*/ 2106755 h 4489084"/>
              <a:gd name="connsiteX21074" fmla="*/ 1573426 w 5158787"/>
              <a:gd name="connsiteY21074" fmla="*/ 2106755 h 4489084"/>
              <a:gd name="connsiteX21075" fmla="*/ 1574373 w 5158787"/>
              <a:gd name="connsiteY21075" fmla="*/ 2107347 h 4489084"/>
              <a:gd name="connsiteX21076" fmla="*/ 1582369 w 5158787"/>
              <a:gd name="connsiteY21076" fmla="*/ 2121206 h 4489084"/>
              <a:gd name="connsiteX21077" fmla="*/ 1582369 w 5158787"/>
              <a:gd name="connsiteY21077" fmla="*/ 2122331 h 4489084"/>
              <a:gd name="connsiteX21078" fmla="*/ 1574373 w 5158787"/>
              <a:gd name="connsiteY21078" fmla="*/ 2136190 h 4489084"/>
              <a:gd name="connsiteX21079" fmla="*/ 1573426 w 5158787"/>
              <a:gd name="connsiteY21079" fmla="*/ 2136782 h 4489084"/>
              <a:gd name="connsiteX21080" fmla="*/ 1557435 w 5158787"/>
              <a:gd name="connsiteY21080" fmla="*/ 2136782 h 4489084"/>
              <a:gd name="connsiteX21081" fmla="*/ 1556488 w 5158787"/>
              <a:gd name="connsiteY21081" fmla="*/ 2136190 h 4489084"/>
              <a:gd name="connsiteX21082" fmla="*/ 1548492 w 5158787"/>
              <a:gd name="connsiteY21082" fmla="*/ 2122331 h 4489084"/>
              <a:gd name="connsiteX21083" fmla="*/ 1548492 w 5158787"/>
              <a:gd name="connsiteY21083" fmla="*/ 2121206 h 4489084"/>
              <a:gd name="connsiteX21084" fmla="*/ 1556488 w 5158787"/>
              <a:gd name="connsiteY21084" fmla="*/ 2107347 h 4489084"/>
              <a:gd name="connsiteX21085" fmla="*/ 1557435 w 5158787"/>
              <a:gd name="connsiteY21085" fmla="*/ 2106755 h 4489084"/>
              <a:gd name="connsiteX21086" fmla="*/ 4465446 w 5158787"/>
              <a:gd name="connsiteY21086" fmla="*/ 2106636 h 4489084"/>
              <a:gd name="connsiteX21087" fmla="*/ 4481556 w 5158787"/>
              <a:gd name="connsiteY21087" fmla="*/ 2106636 h 4489084"/>
              <a:gd name="connsiteX21088" fmla="*/ 4482562 w 5158787"/>
              <a:gd name="connsiteY21088" fmla="*/ 2107228 h 4489084"/>
              <a:gd name="connsiteX21089" fmla="*/ 4490617 w 5158787"/>
              <a:gd name="connsiteY21089" fmla="*/ 2121206 h 4489084"/>
              <a:gd name="connsiteX21090" fmla="*/ 4490617 w 5158787"/>
              <a:gd name="connsiteY21090" fmla="*/ 2122331 h 4489084"/>
              <a:gd name="connsiteX21091" fmla="*/ 4482562 w 5158787"/>
              <a:gd name="connsiteY21091" fmla="*/ 2136308 h 4489084"/>
              <a:gd name="connsiteX21092" fmla="*/ 4481556 w 5158787"/>
              <a:gd name="connsiteY21092" fmla="*/ 2136900 h 4489084"/>
              <a:gd name="connsiteX21093" fmla="*/ 4465446 w 5158787"/>
              <a:gd name="connsiteY21093" fmla="*/ 2136900 h 4489084"/>
              <a:gd name="connsiteX21094" fmla="*/ 4464440 w 5158787"/>
              <a:gd name="connsiteY21094" fmla="*/ 2136308 h 4489084"/>
              <a:gd name="connsiteX21095" fmla="*/ 4456385 w 5158787"/>
              <a:gd name="connsiteY21095" fmla="*/ 2122331 h 4489084"/>
              <a:gd name="connsiteX21096" fmla="*/ 4456385 w 5158787"/>
              <a:gd name="connsiteY21096" fmla="*/ 2121206 h 4489084"/>
              <a:gd name="connsiteX21097" fmla="*/ 4464440 w 5158787"/>
              <a:gd name="connsiteY21097" fmla="*/ 2107228 h 4489084"/>
              <a:gd name="connsiteX21098" fmla="*/ 4465446 w 5158787"/>
              <a:gd name="connsiteY21098" fmla="*/ 2106636 h 4489084"/>
              <a:gd name="connsiteX21099" fmla="*/ 1692646 w 5158787"/>
              <a:gd name="connsiteY21099" fmla="*/ 2106636 h 4489084"/>
              <a:gd name="connsiteX21100" fmla="*/ 1708755 w 5158787"/>
              <a:gd name="connsiteY21100" fmla="*/ 2106636 h 4489084"/>
              <a:gd name="connsiteX21101" fmla="*/ 1709762 w 5158787"/>
              <a:gd name="connsiteY21101" fmla="*/ 2107228 h 4489084"/>
              <a:gd name="connsiteX21102" fmla="*/ 1717816 w 5158787"/>
              <a:gd name="connsiteY21102" fmla="*/ 2121206 h 4489084"/>
              <a:gd name="connsiteX21103" fmla="*/ 1717816 w 5158787"/>
              <a:gd name="connsiteY21103" fmla="*/ 2122331 h 4489084"/>
              <a:gd name="connsiteX21104" fmla="*/ 1709762 w 5158787"/>
              <a:gd name="connsiteY21104" fmla="*/ 2136308 h 4489084"/>
              <a:gd name="connsiteX21105" fmla="*/ 1708755 w 5158787"/>
              <a:gd name="connsiteY21105" fmla="*/ 2136900 h 4489084"/>
              <a:gd name="connsiteX21106" fmla="*/ 1692646 w 5158787"/>
              <a:gd name="connsiteY21106" fmla="*/ 2136900 h 4489084"/>
              <a:gd name="connsiteX21107" fmla="*/ 1691639 w 5158787"/>
              <a:gd name="connsiteY21107" fmla="*/ 2136308 h 4489084"/>
              <a:gd name="connsiteX21108" fmla="*/ 1683584 w 5158787"/>
              <a:gd name="connsiteY21108" fmla="*/ 2122331 h 4489084"/>
              <a:gd name="connsiteX21109" fmla="*/ 1683584 w 5158787"/>
              <a:gd name="connsiteY21109" fmla="*/ 2121206 h 4489084"/>
              <a:gd name="connsiteX21110" fmla="*/ 1691639 w 5158787"/>
              <a:gd name="connsiteY21110" fmla="*/ 2107228 h 4489084"/>
              <a:gd name="connsiteX21111" fmla="*/ 1692646 w 5158787"/>
              <a:gd name="connsiteY21111" fmla="*/ 2106636 h 4489084"/>
              <a:gd name="connsiteX21112" fmla="*/ 1489741 w 5158787"/>
              <a:gd name="connsiteY21112" fmla="*/ 2106636 h 4489084"/>
              <a:gd name="connsiteX21113" fmla="*/ 1505850 w 5158787"/>
              <a:gd name="connsiteY21113" fmla="*/ 2106636 h 4489084"/>
              <a:gd name="connsiteX21114" fmla="*/ 1506857 w 5158787"/>
              <a:gd name="connsiteY21114" fmla="*/ 2107228 h 4489084"/>
              <a:gd name="connsiteX21115" fmla="*/ 1514911 w 5158787"/>
              <a:gd name="connsiteY21115" fmla="*/ 2121206 h 4489084"/>
              <a:gd name="connsiteX21116" fmla="*/ 1514911 w 5158787"/>
              <a:gd name="connsiteY21116" fmla="*/ 2122331 h 4489084"/>
              <a:gd name="connsiteX21117" fmla="*/ 1506857 w 5158787"/>
              <a:gd name="connsiteY21117" fmla="*/ 2136308 h 4489084"/>
              <a:gd name="connsiteX21118" fmla="*/ 1505850 w 5158787"/>
              <a:gd name="connsiteY21118" fmla="*/ 2136900 h 4489084"/>
              <a:gd name="connsiteX21119" fmla="*/ 1489741 w 5158787"/>
              <a:gd name="connsiteY21119" fmla="*/ 2136900 h 4489084"/>
              <a:gd name="connsiteX21120" fmla="*/ 1488734 w 5158787"/>
              <a:gd name="connsiteY21120" fmla="*/ 2136308 h 4489084"/>
              <a:gd name="connsiteX21121" fmla="*/ 1480679 w 5158787"/>
              <a:gd name="connsiteY21121" fmla="*/ 2122331 h 4489084"/>
              <a:gd name="connsiteX21122" fmla="*/ 1480679 w 5158787"/>
              <a:gd name="connsiteY21122" fmla="*/ 2121206 h 4489084"/>
              <a:gd name="connsiteX21123" fmla="*/ 1488734 w 5158787"/>
              <a:gd name="connsiteY21123" fmla="*/ 2107228 h 4489084"/>
              <a:gd name="connsiteX21124" fmla="*/ 1489741 w 5158787"/>
              <a:gd name="connsiteY21124" fmla="*/ 2106636 h 4489084"/>
              <a:gd name="connsiteX21125" fmla="*/ 4532962 w 5158787"/>
              <a:gd name="connsiteY21125" fmla="*/ 2106458 h 4489084"/>
              <a:gd name="connsiteX21126" fmla="*/ 4549308 w 5158787"/>
              <a:gd name="connsiteY21126" fmla="*/ 2106458 h 4489084"/>
              <a:gd name="connsiteX21127" fmla="*/ 4550316 w 5158787"/>
              <a:gd name="connsiteY21127" fmla="*/ 2107050 h 4489084"/>
              <a:gd name="connsiteX21128" fmla="*/ 4558489 w 5158787"/>
              <a:gd name="connsiteY21128" fmla="*/ 2121205 h 4489084"/>
              <a:gd name="connsiteX21129" fmla="*/ 4558489 w 5158787"/>
              <a:gd name="connsiteY21129" fmla="*/ 2122390 h 4489084"/>
              <a:gd name="connsiteX21130" fmla="*/ 4550316 w 5158787"/>
              <a:gd name="connsiteY21130" fmla="*/ 2136544 h 4489084"/>
              <a:gd name="connsiteX21131" fmla="*/ 4549308 w 5158787"/>
              <a:gd name="connsiteY21131" fmla="*/ 2137137 h 4489084"/>
              <a:gd name="connsiteX21132" fmla="*/ 4532962 w 5158787"/>
              <a:gd name="connsiteY21132" fmla="*/ 2137137 h 4489084"/>
              <a:gd name="connsiteX21133" fmla="*/ 4531956 w 5158787"/>
              <a:gd name="connsiteY21133" fmla="*/ 2136544 h 4489084"/>
              <a:gd name="connsiteX21134" fmla="*/ 4523783 w 5158787"/>
              <a:gd name="connsiteY21134" fmla="*/ 2122390 h 4489084"/>
              <a:gd name="connsiteX21135" fmla="*/ 4523783 w 5158787"/>
              <a:gd name="connsiteY21135" fmla="*/ 2121205 h 4489084"/>
              <a:gd name="connsiteX21136" fmla="*/ 4531956 w 5158787"/>
              <a:gd name="connsiteY21136" fmla="*/ 2107050 h 4489084"/>
              <a:gd name="connsiteX21137" fmla="*/ 4532962 w 5158787"/>
              <a:gd name="connsiteY21137" fmla="*/ 2106458 h 4489084"/>
              <a:gd name="connsiteX21138" fmla="*/ 1421869 w 5158787"/>
              <a:gd name="connsiteY21138" fmla="*/ 2106221 h 4489084"/>
              <a:gd name="connsiteX21139" fmla="*/ 1438452 w 5158787"/>
              <a:gd name="connsiteY21139" fmla="*/ 2106221 h 4489084"/>
              <a:gd name="connsiteX21140" fmla="*/ 1439459 w 5158787"/>
              <a:gd name="connsiteY21140" fmla="*/ 2106813 h 4489084"/>
              <a:gd name="connsiteX21141" fmla="*/ 1447750 w 5158787"/>
              <a:gd name="connsiteY21141" fmla="*/ 2121146 h 4489084"/>
              <a:gd name="connsiteX21142" fmla="*/ 1447750 w 5158787"/>
              <a:gd name="connsiteY21142" fmla="*/ 2122330 h 4489084"/>
              <a:gd name="connsiteX21143" fmla="*/ 1439459 w 5158787"/>
              <a:gd name="connsiteY21143" fmla="*/ 2136663 h 4489084"/>
              <a:gd name="connsiteX21144" fmla="*/ 1438452 w 5158787"/>
              <a:gd name="connsiteY21144" fmla="*/ 2137255 h 4489084"/>
              <a:gd name="connsiteX21145" fmla="*/ 1421869 w 5158787"/>
              <a:gd name="connsiteY21145" fmla="*/ 2137255 h 4489084"/>
              <a:gd name="connsiteX21146" fmla="*/ 1420862 w 5158787"/>
              <a:gd name="connsiteY21146" fmla="*/ 2136663 h 4489084"/>
              <a:gd name="connsiteX21147" fmla="*/ 1412571 w 5158787"/>
              <a:gd name="connsiteY21147" fmla="*/ 2122330 h 4489084"/>
              <a:gd name="connsiteX21148" fmla="*/ 1412571 w 5158787"/>
              <a:gd name="connsiteY21148" fmla="*/ 2121146 h 4489084"/>
              <a:gd name="connsiteX21149" fmla="*/ 1420862 w 5158787"/>
              <a:gd name="connsiteY21149" fmla="*/ 2106813 h 4489084"/>
              <a:gd name="connsiteX21150" fmla="*/ 1421869 w 5158787"/>
              <a:gd name="connsiteY21150" fmla="*/ 2106221 h 4489084"/>
              <a:gd name="connsiteX21151" fmla="*/ 1827442 w 5158787"/>
              <a:gd name="connsiteY21151" fmla="*/ 2105807 h 4489084"/>
              <a:gd name="connsiteX21152" fmla="*/ 1844440 w 5158787"/>
              <a:gd name="connsiteY21152" fmla="*/ 2105807 h 4489084"/>
              <a:gd name="connsiteX21153" fmla="*/ 1845506 w 5158787"/>
              <a:gd name="connsiteY21153" fmla="*/ 2106399 h 4489084"/>
              <a:gd name="connsiteX21154" fmla="*/ 1853975 w 5158787"/>
              <a:gd name="connsiteY21154" fmla="*/ 2121146 h 4489084"/>
              <a:gd name="connsiteX21155" fmla="*/ 1853975 w 5158787"/>
              <a:gd name="connsiteY21155" fmla="*/ 2122331 h 4489084"/>
              <a:gd name="connsiteX21156" fmla="*/ 1845447 w 5158787"/>
              <a:gd name="connsiteY21156" fmla="*/ 2137078 h 4489084"/>
              <a:gd name="connsiteX21157" fmla="*/ 1844381 w 5158787"/>
              <a:gd name="connsiteY21157" fmla="*/ 2137670 h 4489084"/>
              <a:gd name="connsiteX21158" fmla="*/ 1827383 w 5158787"/>
              <a:gd name="connsiteY21158" fmla="*/ 2137670 h 4489084"/>
              <a:gd name="connsiteX21159" fmla="*/ 1826317 w 5158787"/>
              <a:gd name="connsiteY21159" fmla="*/ 2137078 h 4489084"/>
              <a:gd name="connsiteX21160" fmla="*/ 1817848 w 5158787"/>
              <a:gd name="connsiteY21160" fmla="*/ 2122331 h 4489084"/>
              <a:gd name="connsiteX21161" fmla="*/ 1817848 w 5158787"/>
              <a:gd name="connsiteY21161" fmla="*/ 2121146 h 4489084"/>
              <a:gd name="connsiteX21162" fmla="*/ 1826376 w 5158787"/>
              <a:gd name="connsiteY21162" fmla="*/ 2106399 h 4489084"/>
              <a:gd name="connsiteX21163" fmla="*/ 1827442 w 5158787"/>
              <a:gd name="connsiteY21163" fmla="*/ 2105807 h 4489084"/>
              <a:gd name="connsiteX21164" fmla="*/ 1624537 w 5158787"/>
              <a:gd name="connsiteY21164" fmla="*/ 2105807 h 4489084"/>
              <a:gd name="connsiteX21165" fmla="*/ 1641535 w 5158787"/>
              <a:gd name="connsiteY21165" fmla="*/ 2105807 h 4489084"/>
              <a:gd name="connsiteX21166" fmla="*/ 1642601 w 5158787"/>
              <a:gd name="connsiteY21166" fmla="*/ 2106399 h 4489084"/>
              <a:gd name="connsiteX21167" fmla="*/ 1651070 w 5158787"/>
              <a:gd name="connsiteY21167" fmla="*/ 2121146 h 4489084"/>
              <a:gd name="connsiteX21168" fmla="*/ 1651070 w 5158787"/>
              <a:gd name="connsiteY21168" fmla="*/ 2122331 h 4489084"/>
              <a:gd name="connsiteX21169" fmla="*/ 1642542 w 5158787"/>
              <a:gd name="connsiteY21169" fmla="*/ 2137078 h 4489084"/>
              <a:gd name="connsiteX21170" fmla="*/ 1641476 w 5158787"/>
              <a:gd name="connsiteY21170" fmla="*/ 2137670 h 4489084"/>
              <a:gd name="connsiteX21171" fmla="*/ 1624478 w 5158787"/>
              <a:gd name="connsiteY21171" fmla="*/ 2137670 h 4489084"/>
              <a:gd name="connsiteX21172" fmla="*/ 1623412 w 5158787"/>
              <a:gd name="connsiteY21172" fmla="*/ 2137078 h 4489084"/>
              <a:gd name="connsiteX21173" fmla="*/ 1614943 w 5158787"/>
              <a:gd name="connsiteY21173" fmla="*/ 2122331 h 4489084"/>
              <a:gd name="connsiteX21174" fmla="*/ 1614943 w 5158787"/>
              <a:gd name="connsiteY21174" fmla="*/ 2121146 h 4489084"/>
              <a:gd name="connsiteX21175" fmla="*/ 1623471 w 5158787"/>
              <a:gd name="connsiteY21175" fmla="*/ 2106399 h 4489084"/>
              <a:gd name="connsiteX21176" fmla="*/ 1624537 w 5158787"/>
              <a:gd name="connsiteY21176" fmla="*/ 2105807 h 4489084"/>
              <a:gd name="connsiteX21177" fmla="*/ 1759689 w 5158787"/>
              <a:gd name="connsiteY21177" fmla="*/ 2105629 h 4489084"/>
              <a:gd name="connsiteX21178" fmla="*/ 1776923 w 5158787"/>
              <a:gd name="connsiteY21178" fmla="*/ 2105629 h 4489084"/>
              <a:gd name="connsiteX21179" fmla="*/ 1777989 w 5158787"/>
              <a:gd name="connsiteY21179" fmla="*/ 2106221 h 4489084"/>
              <a:gd name="connsiteX21180" fmla="*/ 1786577 w 5158787"/>
              <a:gd name="connsiteY21180" fmla="*/ 2121146 h 4489084"/>
              <a:gd name="connsiteX21181" fmla="*/ 1786577 w 5158787"/>
              <a:gd name="connsiteY21181" fmla="*/ 2122389 h 4489084"/>
              <a:gd name="connsiteX21182" fmla="*/ 1777930 w 5158787"/>
              <a:gd name="connsiteY21182" fmla="*/ 2137314 h 4489084"/>
              <a:gd name="connsiteX21183" fmla="*/ 1776864 w 5158787"/>
              <a:gd name="connsiteY21183" fmla="*/ 2137907 h 4489084"/>
              <a:gd name="connsiteX21184" fmla="*/ 1759630 w 5158787"/>
              <a:gd name="connsiteY21184" fmla="*/ 2137907 h 4489084"/>
              <a:gd name="connsiteX21185" fmla="*/ 1758564 w 5158787"/>
              <a:gd name="connsiteY21185" fmla="*/ 2137314 h 4489084"/>
              <a:gd name="connsiteX21186" fmla="*/ 1749976 w 5158787"/>
              <a:gd name="connsiteY21186" fmla="*/ 2122389 h 4489084"/>
              <a:gd name="connsiteX21187" fmla="*/ 1749976 w 5158787"/>
              <a:gd name="connsiteY21187" fmla="*/ 2121146 h 4489084"/>
              <a:gd name="connsiteX21188" fmla="*/ 1758622 w 5158787"/>
              <a:gd name="connsiteY21188" fmla="*/ 2106221 h 4489084"/>
              <a:gd name="connsiteX21189" fmla="*/ 1759689 w 5158787"/>
              <a:gd name="connsiteY21189" fmla="*/ 2105629 h 4489084"/>
              <a:gd name="connsiteX21190" fmla="*/ 4600006 w 5158787"/>
              <a:gd name="connsiteY21190" fmla="*/ 2105333 h 4489084"/>
              <a:gd name="connsiteX21191" fmla="*/ 4617537 w 5158787"/>
              <a:gd name="connsiteY21191" fmla="*/ 2105333 h 4489084"/>
              <a:gd name="connsiteX21192" fmla="*/ 4618603 w 5158787"/>
              <a:gd name="connsiteY21192" fmla="*/ 2105925 h 4489084"/>
              <a:gd name="connsiteX21193" fmla="*/ 4627368 w 5158787"/>
              <a:gd name="connsiteY21193" fmla="*/ 2121146 h 4489084"/>
              <a:gd name="connsiteX21194" fmla="*/ 4627368 w 5158787"/>
              <a:gd name="connsiteY21194" fmla="*/ 2122389 h 4489084"/>
              <a:gd name="connsiteX21195" fmla="*/ 4618603 w 5158787"/>
              <a:gd name="connsiteY21195" fmla="*/ 2137610 h 4489084"/>
              <a:gd name="connsiteX21196" fmla="*/ 4617537 w 5158787"/>
              <a:gd name="connsiteY21196" fmla="*/ 2138203 h 4489084"/>
              <a:gd name="connsiteX21197" fmla="*/ 4600006 w 5158787"/>
              <a:gd name="connsiteY21197" fmla="*/ 2138203 h 4489084"/>
              <a:gd name="connsiteX21198" fmla="*/ 4598940 w 5158787"/>
              <a:gd name="connsiteY21198" fmla="*/ 2137610 h 4489084"/>
              <a:gd name="connsiteX21199" fmla="*/ 4590175 w 5158787"/>
              <a:gd name="connsiteY21199" fmla="*/ 2122389 h 4489084"/>
              <a:gd name="connsiteX21200" fmla="*/ 4590175 w 5158787"/>
              <a:gd name="connsiteY21200" fmla="*/ 2121146 h 4489084"/>
              <a:gd name="connsiteX21201" fmla="*/ 4598940 w 5158787"/>
              <a:gd name="connsiteY21201" fmla="*/ 2105925 h 4489084"/>
              <a:gd name="connsiteX21202" fmla="*/ 4600006 w 5158787"/>
              <a:gd name="connsiteY21202" fmla="*/ 2105333 h 4489084"/>
              <a:gd name="connsiteX21203" fmla="*/ 1285948 w 5158787"/>
              <a:gd name="connsiteY21203" fmla="*/ 2104978 h 4489084"/>
              <a:gd name="connsiteX21204" fmla="*/ 1303834 w 5158787"/>
              <a:gd name="connsiteY21204" fmla="*/ 2104978 h 4489084"/>
              <a:gd name="connsiteX21205" fmla="*/ 1304900 w 5158787"/>
              <a:gd name="connsiteY21205" fmla="*/ 2105630 h 4489084"/>
              <a:gd name="connsiteX21206" fmla="*/ 1313843 w 5158787"/>
              <a:gd name="connsiteY21206" fmla="*/ 2121147 h 4489084"/>
              <a:gd name="connsiteX21207" fmla="*/ 1313843 w 5158787"/>
              <a:gd name="connsiteY21207" fmla="*/ 2122390 h 4489084"/>
              <a:gd name="connsiteX21208" fmla="*/ 1304900 w 5158787"/>
              <a:gd name="connsiteY21208" fmla="*/ 2137908 h 4489084"/>
              <a:gd name="connsiteX21209" fmla="*/ 1303834 w 5158787"/>
              <a:gd name="connsiteY21209" fmla="*/ 2138559 h 4489084"/>
              <a:gd name="connsiteX21210" fmla="*/ 1285948 w 5158787"/>
              <a:gd name="connsiteY21210" fmla="*/ 2138559 h 4489084"/>
              <a:gd name="connsiteX21211" fmla="*/ 1284882 w 5158787"/>
              <a:gd name="connsiteY21211" fmla="*/ 2137908 h 4489084"/>
              <a:gd name="connsiteX21212" fmla="*/ 1275939 w 5158787"/>
              <a:gd name="connsiteY21212" fmla="*/ 2122390 h 4489084"/>
              <a:gd name="connsiteX21213" fmla="*/ 1275939 w 5158787"/>
              <a:gd name="connsiteY21213" fmla="*/ 2121147 h 4489084"/>
              <a:gd name="connsiteX21214" fmla="*/ 1284882 w 5158787"/>
              <a:gd name="connsiteY21214" fmla="*/ 2105630 h 4489084"/>
              <a:gd name="connsiteX21215" fmla="*/ 1285948 w 5158787"/>
              <a:gd name="connsiteY21215" fmla="*/ 2104978 h 4489084"/>
              <a:gd name="connsiteX21216" fmla="*/ 3517609 w 5158787"/>
              <a:gd name="connsiteY21216" fmla="*/ 2104800 h 4489084"/>
              <a:gd name="connsiteX21217" fmla="*/ 3535731 w 5158787"/>
              <a:gd name="connsiteY21217" fmla="*/ 2104800 h 4489084"/>
              <a:gd name="connsiteX21218" fmla="*/ 3536857 w 5158787"/>
              <a:gd name="connsiteY21218" fmla="*/ 2105451 h 4489084"/>
              <a:gd name="connsiteX21219" fmla="*/ 3545918 w 5158787"/>
              <a:gd name="connsiteY21219" fmla="*/ 2121146 h 4489084"/>
              <a:gd name="connsiteX21220" fmla="*/ 3545918 w 5158787"/>
              <a:gd name="connsiteY21220" fmla="*/ 2122449 h 4489084"/>
              <a:gd name="connsiteX21221" fmla="*/ 3536857 w 5158787"/>
              <a:gd name="connsiteY21221" fmla="*/ 2138144 h 4489084"/>
              <a:gd name="connsiteX21222" fmla="*/ 3535731 w 5158787"/>
              <a:gd name="connsiteY21222" fmla="*/ 2138795 h 4489084"/>
              <a:gd name="connsiteX21223" fmla="*/ 3517609 w 5158787"/>
              <a:gd name="connsiteY21223" fmla="*/ 2138795 h 4489084"/>
              <a:gd name="connsiteX21224" fmla="*/ 3516483 w 5158787"/>
              <a:gd name="connsiteY21224" fmla="*/ 2138144 h 4489084"/>
              <a:gd name="connsiteX21225" fmla="*/ 3507421 w 5158787"/>
              <a:gd name="connsiteY21225" fmla="*/ 2122449 h 4489084"/>
              <a:gd name="connsiteX21226" fmla="*/ 3507421 w 5158787"/>
              <a:gd name="connsiteY21226" fmla="*/ 2121146 h 4489084"/>
              <a:gd name="connsiteX21227" fmla="*/ 3516483 w 5158787"/>
              <a:gd name="connsiteY21227" fmla="*/ 2105451 h 4489084"/>
              <a:gd name="connsiteX21228" fmla="*/ 3517609 w 5158787"/>
              <a:gd name="connsiteY21228" fmla="*/ 2104800 h 4489084"/>
              <a:gd name="connsiteX21229" fmla="*/ 1218016 w 5158787"/>
              <a:gd name="connsiteY21229" fmla="*/ 2104385 h 4489084"/>
              <a:gd name="connsiteX21230" fmla="*/ 1236554 w 5158787"/>
              <a:gd name="connsiteY21230" fmla="*/ 2104385 h 4489084"/>
              <a:gd name="connsiteX21231" fmla="*/ 1237679 w 5158787"/>
              <a:gd name="connsiteY21231" fmla="*/ 2105036 h 4489084"/>
              <a:gd name="connsiteX21232" fmla="*/ 1246918 w 5158787"/>
              <a:gd name="connsiteY21232" fmla="*/ 2121087 h 4489084"/>
              <a:gd name="connsiteX21233" fmla="*/ 1246918 w 5158787"/>
              <a:gd name="connsiteY21233" fmla="*/ 2122389 h 4489084"/>
              <a:gd name="connsiteX21234" fmla="*/ 1237620 w 5158787"/>
              <a:gd name="connsiteY21234" fmla="*/ 2138439 h 4489084"/>
              <a:gd name="connsiteX21235" fmla="*/ 1236494 w 5158787"/>
              <a:gd name="connsiteY21235" fmla="*/ 2139091 h 4489084"/>
              <a:gd name="connsiteX21236" fmla="*/ 1217957 w 5158787"/>
              <a:gd name="connsiteY21236" fmla="*/ 2139091 h 4489084"/>
              <a:gd name="connsiteX21237" fmla="*/ 1216832 w 5158787"/>
              <a:gd name="connsiteY21237" fmla="*/ 2138439 h 4489084"/>
              <a:gd name="connsiteX21238" fmla="*/ 1207593 w 5158787"/>
              <a:gd name="connsiteY21238" fmla="*/ 2122389 h 4489084"/>
              <a:gd name="connsiteX21239" fmla="*/ 1207593 w 5158787"/>
              <a:gd name="connsiteY21239" fmla="*/ 2121087 h 4489084"/>
              <a:gd name="connsiteX21240" fmla="*/ 1216891 w 5158787"/>
              <a:gd name="connsiteY21240" fmla="*/ 2105036 h 4489084"/>
              <a:gd name="connsiteX21241" fmla="*/ 1218016 w 5158787"/>
              <a:gd name="connsiteY21241" fmla="*/ 2104385 h 4489084"/>
              <a:gd name="connsiteX21242" fmla="*/ 4667049 w 5158787"/>
              <a:gd name="connsiteY21242" fmla="*/ 2104149 h 4489084"/>
              <a:gd name="connsiteX21243" fmla="*/ 4685823 w 5158787"/>
              <a:gd name="connsiteY21243" fmla="*/ 2104149 h 4489084"/>
              <a:gd name="connsiteX21244" fmla="*/ 4686948 w 5158787"/>
              <a:gd name="connsiteY21244" fmla="*/ 2104800 h 4489084"/>
              <a:gd name="connsiteX21245" fmla="*/ 4696306 w 5158787"/>
              <a:gd name="connsiteY21245" fmla="*/ 2121028 h 4489084"/>
              <a:gd name="connsiteX21246" fmla="*/ 4696306 w 5158787"/>
              <a:gd name="connsiteY21246" fmla="*/ 2122331 h 4489084"/>
              <a:gd name="connsiteX21247" fmla="*/ 4686889 w 5158787"/>
              <a:gd name="connsiteY21247" fmla="*/ 2138559 h 4489084"/>
              <a:gd name="connsiteX21248" fmla="*/ 4685764 w 5158787"/>
              <a:gd name="connsiteY21248" fmla="*/ 2139210 h 4489084"/>
              <a:gd name="connsiteX21249" fmla="*/ 4666989 w 5158787"/>
              <a:gd name="connsiteY21249" fmla="*/ 2139210 h 4489084"/>
              <a:gd name="connsiteX21250" fmla="*/ 4665864 w 5158787"/>
              <a:gd name="connsiteY21250" fmla="*/ 2138559 h 4489084"/>
              <a:gd name="connsiteX21251" fmla="*/ 4656506 w 5158787"/>
              <a:gd name="connsiteY21251" fmla="*/ 2122331 h 4489084"/>
              <a:gd name="connsiteX21252" fmla="*/ 4656506 w 5158787"/>
              <a:gd name="connsiteY21252" fmla="*/ 2121028 h 4489084"/>
              <a:gd name="connsiteX21253" fmla="*/ 4665924 w 5158787"/>
              <a:gd name="connsiteY21253" fmla="*/ 2104800 h 4489084"/>
              <a:gd name="connsiteX21254" fmla="*/ 4667049 w 5158787"/>
              <a:gd name="connsiteY21254" fmla="*/ 2104149 h 4489084"/>
              <a:gd name="connsiteX21255" fmla="*/ 2232305 w 5158787"/>
              <a:gd name="connsiteY21255" fmla="*/ 2104149 h 4489084"/>
              <a:gd name="connsiteX21256" fmla="*/ 2251079 w 5158787"/>
              <a:gd name="connsiteY21256" fmla="*/ 2104149 h 4489084"/>
              <a:gd name="connsiteX21257" fmla="*/ 2252204 w 5158787"/>
              <a:gd name="connsiteY21257" fmla="*/ 2104800 h 4489084"/>
              <a:gd name="connsiteX21258" fmla="*/ 2261562 w 5158787"/>
              <a:gd name="connsiteY21258" fmla="*/ 2121028 h 4489084"/>
              <a:gd name="connsiteX21259" fmla="*/ 2261562 w 5158787"/>
              <a:gd name="connsiteY21259" fmla="*/ 2122331 h 4489084"/>
              <a:gd name="connsiteX21260" fmla="*/ 2252145 w 5158787"/>
              <a:gd name="connsiteY21260" fmla="*/ 2138559 h 4489084"/>
              <a:gd name="connsiteX21261" fmla="*/ 2251020 w 5158787"/>
              <a:gd name="connsiteY21261" fmla="*/ 2139210 h 4489084"/>
              <a:gd name="connsiteX21262" fmla="*/ 2232246 w 5158787"/>
              <a:gd name="connsiteY21262" fmla="*/ 2139210 h 4489084"/>
              <a:gd name="connsiteX21263" fmla="*/ 2231120 w 5158787"/>
              <a:gd name="connsiteY21263" fmla="*/ 2138559 h 4489084"/>
              <a:gd name="connsiteX21264" fmla="*/ 2221763 w 5158787"/>
              <a:gd name="connsiteY21264" fmla="*/ 2122331 h 4489084"/>
              <a:gd name="connsiteX21265" fmla="*/ 2221763 w 5158787"/>
              <a:gd name="connsiteY21265" fmla="*/ 2121028 h 4489084"/>
              <a:gd name="connsiteX21266" fmla="*/ 2231180 w 5158787"/>
              <a:gd name="connsiteY21266" fmla="*/ 2104800 h 4489084"/>
              <a:gd name="connsiteX21267" fmla="*/ 2232305 w 5158787"/>
              <a:gd name="connsiteY21267" fmla="*/ 2104149 h 4489084"/>
              <a:gd name="connsiteX21268" fmla="*/ 1150144 w 5158787"/>
              <a:gd name="connsiteY21268" fmla="*/ 2104089 h 4489084"/>
              <a:gd name="connsiteX21269" fmla="*/ 1169037 w 5158787"/>
              <a:gd name="connsiteY21269" fmla="*/ 2104089 h 4489084"/>
              <a:gd name="connsiteX21270" fmla="*/ 1170162 w 5158787"/>
              <a:gd name="connsiteY21270" fmla="*/ 2104740 h 4489084"/>
              <a:gd name="connsiteX21271" fmla="*/ 1179579 w 5158787"/>
              <a:gd name="connsiteY21271" fmla="*/ 2121087 h 4489084"/>
              <a:gd name="connsiteX21272" fmla="*/ 1179579 w 5158787"/>
              <a:gd name="connsiteY21272" fmla="*/ 2122449 h 4489084"/>
              <a:gd name="connsiteX21273" fmla="*/ 1170162 w 5158787"/>
              <a:gd name="connsiteY21273" fmla="*/ 2138795 h 4489084"/>
              <a:gd name="connsiteX21274" fmla="*/ 1169037 w 5158787"/>
              <a:gd name="connsiteY21274" fmla="*/ 2139446 h 4489084"/>
              <a:gd name="connsiteX21275" fmla="*/ 1150144 w 5158787"/>
              <a:gd name="connsiteY21275" fmla="*/ 2139446 h 4489084"/>
              <a:gd name="connsiteX21276" fmla="*/ 1149018 w 5158787"/>
              <a:gd name="connsiteY21276" fmla="*/ 2138795 h 4489084"/>
              <a:gd name="connsiteX21277" fmla="*/ 1139602 w 5158787"/>
              <a:gd name="connsiteY21277" fmla="*/ 2122449 h 4489084"/>
              <a:gd name="connsiteX21278" fmla="*/ 1139602 w 5158787"/>
              <a:gd name="connsiteY21278" fmla="*/ 2121087 h 4489084"/>
              <a:gd name="connsiteX21279" fmla="*/ 1149018 w 5158787"/>
              <a:gd name="connsiteY21279" fmla="*/ 2104740 h 4489084"/>
              <a:gd name="connsiteX21280" fmla="*/ 1150144 w 5158787"/>
              <a:gd name="connsiteY21280" fmla="*/ 2104089 h 4489084"/>
              <a:gd name="connsiteX21281" fmla="*/ 3449559 w 5158787"/>
              <a:gd name="connsiteY21281" fmla="*/ 2103853 h 4489084"/>
              <a:gd name="connsiteX21282" fmla="*/ 3468629 w 5158787"/>
              <a:gd name="connsiteY21282" fmla="*/ 2103853 h 4489084"/>
              <a:gd name="connsiteX21283" fmla="*/ 3469813 w 5158787"/>
              <a:gd name="connsiteY21283" fmla="*/ 2104504 h 4489084"/>
              <a:gd name="connsiteX21284" fmla="*/ 3479349 w 5158787"/>
              <a:gd name="connsiteY21284" fmla="*/ 2121028 h 4489084"/>
              <a:gd name="connsiteX21285" fmla="*/ 3479349 w 5158787"/>
              <a:gd name="connsiteY21285" fmla="*/ 2122390 h 4489084"/>
              <a:gd name="connsiteX21286" fmla="*/ 3469813 w 5158787"/>
              <a:gd name="connsiteY21286" fmla="*/ 2138914 h 4489084"/>
              <a:gd name="connsiteX21287" fmla="*/ 3468629 w 5158787"/>
              <a:gd name="connsiteY21287" fmla="*/ 2139566 h 4489084"/>
              <a:gd name="connsiteX21288" fmla="*/ 3449559 w 5158787"/>
              <a:gd name="connsiteY21288" fmla="*/ 2139566 h 4489084"/>
              <a:gd name="connsiteX21289" fmla="*/ 3448374 w 5158787"/>
              <a:gd name="connsiteY21289" fmla="*/ 2138914 h 4489084"/>
              <a:gd name="connsiteX21290" fmla="*/ 3438839 w 5158787"/>
              <a:gd name="connsiteY21290" fmla="*/ 2122390 h 4489084"/>
              <a:gd name="connsiteX21291" fmla="*/ 3438839 w 5158787"/>
              <a:gd name="connsiteY21291" fmla="*/ 2121028 h 4489084"/>
              <a:gd name="connsiteX21292" fmla="*/ 3448374 w 5158787"/>
              <a:gd name="connsiteY21292" fmla="*/ 2104504 h 4489084"/>
              <a:gd name="connsiteX21293" fmla="*/ 3449559 w 5158787"/>
              <a:gd name="connsiteY21293" fmla="*/ 2103853 h 4489084"/>
              <a:gd name="connsiteX21294" fmla="*/ 2164433 w 5158787"/>
              <a:gd name="connsiteY21294" fmla="*/ 2103675 h 4489084"/>
              <a:gd name="connsiteX21295" fmla="*/ 2183740 w 5158787"/>
              <a:gd name="connsiteY21295" fmla="*/ 2103675 h 4489084"/>
              <a:gd name="connsiteX21296" fmla="*/ 2184925 w 5158787"/>
              <a:gd name="connsiteY21296" fmla="*/ 2104386 h 4489084"/>
              <a:gd name="connsiteX21297" fmla="*/ 2194579 w 5158787"/>
              <a:gd name="connsiteY21297" fmla="*/ 2121146 h 4489084"/>
              <a:gd name="connsiteX21298" fmla="*/ 2194579 w 5158787"/>
              <a:gd name="connsiteY21298" fmla="*/ 2122509 h 4489084"/>
              <a:gd name="connsiteX21299" fmla="*/ 2184925 w 5158787"/>
              <a:gd name="connsiteY21299" fmla="*/ 2139269 h 4489084"/>
              <a:gd name="connsiteX21300" fmla="*/ 2183740 w 5158787"/>
              <a:gd name="connsiteY21300" fmla="*/ 2139980 h 4489084"/>
              <a:gd name="connsiteX21301" fmla="*/ 2164433 w 5158787"/>
              <a:gd name="connsiteY21301" fmla="*/ 2139980 h 4489084"/>
              <a:gd name="connsiteX21302" fmla="*/ 2163248 w 5158787"/>
              <a:gd name="connsiteY21302" fmla="*/ 2139269 h 4489084"/>
              <a:gd name="connsiteX21303" fmla="*/ 2153595 w 5158787"/>
              <a:gd name="connsiteY21303" fmla="*/ 2122509 h 4489084"/>
              <a:gd name="connsiteX21304" fmla="*/ 2153595 w 5158787"/>
              <a:gd name="connsiteY21304" fmla="*/ 2121146 h 4489084"/>
              <a:gd name="connsiteX21305" fmla="*/ 2163248 w 5158787"/>
              <a:gd name="connsiteY21305" fmla="*/ 2104386 h 4489084"/>
              <a:gd name="connsiteX21306" fmla="*/ 2164433 w 5158787"/>
              <a:gd name="connsiteY21306" fmla="*/ 2103675 h 4489084"/>
              <a:gd name="connsiteX21307" fmla="*/ 2096739 w 5158787"/>
              <a:gd name="connsiteY21307" fmla="*/ 2103556 h 4489084"/>
              <a:gd name="connsiteX21308" fmla="*/ 2116165 w 5158787"/>
              <a:gd name="connsiteY21308" fmla="*/ 2103556 h 4489084"/>
              <a:gd name="connsiteX21309" fmla="*/ 2117349 w 5158787"/>
              <a:gd name="connsiteY21309" fmla="*/ 2104267 h 4489084"/>
              <a:gd name="connsiteX21310" fmla="*/ 2127062 w 5158787"/>
              <a:gd name="connsiteY21310" fmla="*/ 2121087 h 4489084"/>
              <a:gd name="connsiteX21311" fmla="*/ 2127062 w 5158787"/>
              <a:gd name="connsiteY21311" fmla="*/ 2122449 h 4489084"/>
              <a:gd name="connsiteX21312" fmla="*/ 2117349 w 5158787"/>
              <a:gd name="connsiteY21312" fmla="*/ 2139269 h 4489084"/>
              <a:gd name="connsiteX21313" fmla="*/ 2116165 w 5158787"/>
              <a:gd name="connsiteY21313" fmla="*/ 2139980 h 4489084"/>
              <a:gd name="connsiteX21314" fmla="*/ 2096739 w 5158787"/>
              <a:gd name="connsiteY21314" fmla="*/ 2139980 h 4489084"/>
              <a:gd name="connsiteX21315" fmla="*/ 2095555 w 5158787"/>
              <a:gd name="connsiteY21315" fmla="*/ 2139269 h 4489084"/>
              <a:gd name="connsiteX21316" fmla="*/ 2085842 w 5158787"/>
              <a:gd name="connsiteY21316" fmla="*/ 2122449 h 4489084"/>
              <a:gd name="connsiteX21317" fmla="*/ 2085842 w 5158787"/>
              <a:gd name="connsiteY21317" fmla="*/ 2121087 h 4489084"/>
              <a:gd name="connsiteX21318" fmla="*/ 2095555 w 5158787"/>
              <a:gd name="connsiteY21318" fmla="*/ 2104267 h 4489084"/>
              <a:gd name="connsiteX21319" fmla="*/ 2096739 w 5158787"/>
              <a:gd name="connsiteY21319" fmla="*/ 2103556 h 4489084"/>
              <a:gd name="connsiteX21320" fmla="*/ 2434855 w 5158787"/>
              <a:gd name="connsiteY21320" fmla="*/ 2103438 h 4489084"/>
              <a:gd name="connsiteX21321" fmla="*/ 2454400 w 5158787"/>
              <a:gd name="connsiteY21321" fmla="*/ 2103438 h 4489084"/>
              <a:gd name="connsiteX21322" fmla="*/ 2455584 w 5158787"/>
              <a:gd name="connsiteY21322" fmla="*/ 2104149 h 4489084"/>
              <a:gd name="connsiteX21323" fmla="*/ 2465356 w 5158787"/>
              <a:gd name="connsiteY21323" fmla="*/ 2121087 h 4489084"/>
              <a:gd name="connsiteX21324" fmla="*/ 2465356 w 5158787"/>
              <a:gd name="connsiteY21324" fmla="*/ 2122449 h 4489084"/>
              <a:gd name="connsiteX21325" fmla="*/ 2455584 w 5158787"/>
              <a:gd name="connsiteY21325" fmla="*/ 2139388 h 4489084"/>
              <a:gd name="connsiteX21326" fmla="*/ 2454400 w 5158787"/>
              <a:gd name="connsiteY21326" fmla="*/ 2140098 h 4489084"/>
              <a:gd name="connsiteX21327" fmla="*/ 2434855 w 5158787"/>
              <a:gd name="connsiteY21327" fmla="*/ 2140098 h 4489084"/>
              <a:gd name="connsiteX21328" fmla="*/ 2433671 w 5158787"/>
              <a:gd name="connsiteY21328" fmla="*/ 2139388 h 4489084"/>
              <a:gd name="connsiteX21329" fmla="*/ 2423899 w 5158787"/>
              <a:gd name="connsiteY21329" fmla="*/ 2122449 h 4489084"/>
              <a:gd name="connsiteX21330" fmla="*/ 2423899 w 5158787"/>
              <a:gd name="connsiteY21330" fmla="*/ 2121087 h 4489084"/>
              <a:gd name="connsiteX21331" fmla="*/ 2433671 w 5158787"/>
              <a:gd name="connsiteY21331" fmla="*/ 2104149 h 4489084"/>
              <a:gd name="connsiteX21332" fmla="*/ 2434855 w 5158787"/>
              <a:gd name="connsiteY21332" fmla="*/ 2103438 h 4489084"/>
              <a:gd name="connsiteX21333" fmla="*/ 2299584 w 5158787"/>
              <a:gd name="connsiteY21333" fmla="*/ 2103438 h 4489084"/>
              <a:gd name="connsiteX21334" fmla="*/ 2319129 w 5158787"/>
              <a:gd name="connsiteY21334" fmla="*/ 2103438 h 4489084"/>
              <a:gd name="connsiteX21335" fmla="*/ 2320313 w 5158787"/>
              <a:gd name="connsiteY21335" fmla="*/ 2104149 h 4489084"/>
              <a:gd name="connsiteX21336" fmla="*/ 2330085 w 5158787"/>
              <a:gd name="connsiteY21336" fmla="*/ 2121087 h 4489084"/>
              <a:gd name="connsiteX21337" fmla="*/ 2330085 w 5158787"/>
              <a:gd name="connsiteY21337" fmla="*/ 2122449 h 4489084"/>
              <a:gd name="connsiteX21338" fmla="*/ 2320313 w 5158787"/>
              <a:gd name="connsiteY21338" fmla="*/ 2139388 h 4489084"/>
              <a:gd name="connsiteX21339" fmla="*/ 2319129 w 5158787"/>
              <a:gd name="connsiteY21339" fmla="*/ 2140098 h 4489084"/>
              <a:gd name="connsiteX21340" fmla="*/ 2299584 w 5158787"/>
              <a:gd name="connsiteY21340" fmla="*/ 2140098 h 4489084"/>
              <a:gd name="connsiteX21341" fmla="*/ 2298400 w 5158787"/>
              <a:gd name="connsiteY21341" fmla="*/ 2139388 h 4489084"/>
              <a:gd name="connsiteX21342" fmla="*/ 2288628 w 5158787"/>
              <a:gd name="connsiteY21342" fmla="*/ 2122449 h 4489084"/>
              <a:gd name="connsiteX21343" fmla="*/ 2288628 w 5158787"/>
              <a:gd name="connsiteY21343" fmla="*/ 2121087 h 4489084"/>
              <a:gd name="connsiteX21344" fmla="*/ 2298400 w 5158787"/>
              <a:gd name="connsiteY21344" fmla="*/ 2104149 h 4489084"/>
              <a:gd name="connsiteX21345" fmla="*/ 2299584 w 5158787"/>
              <a:gd name="connsiteY21345" fmla="*/ 2103438 h 4489084"/>
              <a:gd name="connsiteX21346" fmla="*/ 1893715 w 5158787"/>
              <a:gd name="connsiteY21346" fmla="*/ 2103319 h 4489084"/>
              <a:gd name="connsiteX21347" fmla="*/ 1913378 w 5158787"/>
              <a:gd name="connsiteY21347" fmla="*/ 2103319 h 4489084"/>
              <a:gd name="connsiteX21348" fmla="*/ 1914563 w 5158787"/>
              <a:gd name="connsiteY21348" fmla="*/ 2104030 h 4489084"/>
              <a:gd name="connsiteX21349" fmla="*/ 1924394 w 5158787"/>
              <a:gd name="connsiteY21349" fmla="*/ 2121027 h 4489084"/>
              <a:gd name="connsiteX21350" fmla="*/ 1924394 w 5158787"/>
              <a:gd name="connsiteY21350" fmla="*/ 2122389 h 4489084"/>
              <a:gd name="connsiteX21351" fmla="*/ 1914563 w 5158787"/>
              <a:gd name="connsiteY21351" fmla="*/ 2139387 h 4489084"/>
              <a:gd name="connsiteX21352" fmla="*/ 1913378 w 5158787"/>
              <a:gd name="connsiteY21352" fmla="*/ 2140098 h 4489084"/>
              <a:gd name="connsiteX21353" fmla="*/ 1893715 w 5158787"/>
              <a:gd name="connsiteY21353" fmla="*/ 2140098 h 4489084"/>
              <a:gd name="connsiteX21354" fmla="*/ 1892531 w 5158787"/>
              <a:gd name="connsiteY21354" fmla="*/ 2139387 h 4489084"/>
              <a:gd name="connsiteX21355" fmla="*/ 1882700 w 5158787"/>
              <a:gd name="connsiteY21355" fmla="*/ 2122389 h 4489084"/>
              <a:gd name="connsiteX21356" fmla="*/ 1882700 w 5158787"/>
              <a:gd name="connsiteY21356" fmla="*/ 2121027 h 4489084"/>
              <a:gd name="connsiteX21357" fmla="*/ 1892531 w 5158787"/>
              <a:gd name="connsiteY21357" fmla="*/ 2104030 h 4489084"/>
              <a:gd name="connsiteX21358" fmla="*/ 1893715 w 5158787"/>
              <a:gd name="connsiteY21358" fmla="*/ 2103319 h 4489084"/>
              <a:gd name="connsiteX21359" fmla="*/ 2367102 w 5158787"/>
              <a:gd name="connsiteY21359" fmla="*/ 2103260 h 4489084"/>
              <a:gd name="connsiteX21360" fmla="*/ 2386883 w 5158787"/>
              <a:gd name="connsiteY21360" fmla="*/ 2103260 h 4489084"/>
              <a:gd name="connsiteX21361" fmla="*/ 2388067 w 5158787"/>
              <a:gd name="connsiteY21361" fmla="*/ 2103971 h 4489084"/>
              <a:gd name="connsiteX21362" fmla="*/ 2397958 w 5158787"/>
              <a:gd name="connsiteY21362" fmla="*/ 2121087 h 4489084"/>
              <a:gd name="connsiteX21363" fmla="*/ 2397958 w 5158787"/>
              <a:gd name="connsiteY21363" fmla="*/ 2122508 h 4489084"/>
              <a:gd name="connsiteX21364" fmla="*/ 2388067 w 5158787"/>
              <a:gd name="connsiteY21364" fmla="*/ 2139624 h 4489084"/>
              <a:gd name="connsiteX21365" fmla="*/ 2386883 w 5158787"/>
              <a:gd name="connsiteY21365" fmla="*/ 2140335 h 4489084"/>
              <a:gd name="connsiteX21366" fmla="*/ 2367102 w 5158787"/>
              <a:gd name="connsiteY21366" fmla="*/ 2140335 h 4489084"/>
              <a:gd name="connsiteX21367" fmla="*/ 2365917 w 5158787"/>
              <a:gd name="connsiteY21367" fmla="*/ 2139624 h 4489084"/>
              <a:gd name="connsiteX21368" fmla="*/ 2356027 w 5158787"/>
              <a:gd name="connsiteY21368" fmla="*/ 2122508 h 4489084"/>
              <a:gd name="connsiteX21369" fmla="*/ 2356027 w 5158787"/>
              <a:gd name="connsiteY21369" fmla="*/ 2121087 h 4489084"/>
              <a:gd name="connsiteX21370" fmla="*/ 2365917 w 5158787"/>
              <a:gd name="connsiteY21370" fmla="*/ 2103971 h 4489084"/>
              <a:gd name="connsiteX21371" fmla="*/ 2367102 w 5158787"/>
              <a:gd name="connsiteY21371" fmla="*/ 2103260 h 4489084"/>
              <a:gd name="connsiteX21372" fmla="*/ 3381450 w 5158787"/>
              <a:gd name="connsiteY21372" fmla="*/ 2103023 h 4489084"/>
              <a:gd name="connsiteX21373" fmla="*/ 3401409 w 5158787"/>
              <a:gd name="connsiteY21373" fmla="*/ 2103023 h 4489084"/>
              <a:gd name="connsiteX21374" fmla="*/ 3402652 w 5158787"/>
              <a:gd name="connsiteY21374" fmla="*/ 2103734 h 4489084"/>
              <a:gd name="connsiteX21375" fmla="*/ 3412661 w 5158787"/>
              <a:gd name="connsiteY21375" fmla="*/ 2121027 h 4489084"/>
              <a:gd name="connsiteX21376" fmla="*/ 3412661 w 5158787"/>
              <a:gd name="connsiteY21376" fmla="*/ 2122449 h 4489084"/>
              <a:gd name="connsiteX21377" fmla="*/ 3402652 w 5158787"/>
              <a:gd name="connsiteY21377" fmla="*/ 2139743 h 4489084"/>
              <a:gd name="connsiteX21378" fmla="*/ 3401409 w 5158787"/>
              <a:gd name="connsiteY21378" fmla="*/ 2140453 h 4489084"/>
              <a:gd name="connsiteX21379" fmla="*/ 3381450 w 5158787"/>
              <a:gd name="connsiteY21379" fmla="*/ 2140453 h 4489084"/>
              <a:gd name="connsiteX21380" fmla="*/ 3380206 w 5158787"/>
              <a:gd name="connsiteY21380" fmla="*/ 2139743 h 4489084"/>
              <a:gd name="connsiteX21381" fmla="*/ 3370197 w 5158787"/>
              <a:gd name="connsiteY21381" fmla="*/ 2122449 h 4489084"/>
              <a:gd name="connsiteX21382" fmla="*/ 3370197 w 5158787"/>
              <a:gd name="connsiteY21382" fmla="*/ 2121027 h 4489084"/>
              <a:gd name="connsiteX21383" fmla="*/ 3380206 w 5158787"/>
              <a:gd name="connsiteY21383" fmla="*/ 2103734 h 4489084"/>
              <a:gd name="connsiteX21384" fmla="*/ 3381450 w 5158787"/>
              <a:gd name="connsiteY21384" fmla="*/ 2103023 h 4489084"/>
              <a:gd name="connsiteX21385" fmla="*/ 1082035 w 5158787"/>
              <a:gd name="connsiteY21385" fmla="*/ 2103023 h 4489084"/>
              <a:gd name="connsiteX21386" fmla="*/ 1101994 w 5158787"/>
              <a:gd name="connsiteY21386" fmla="*/ 2103023 h 4489084"/>
              <a:gd name="connsiteX21387" fmla="*/ 1103238 w 5158787"/>
              <a:gd name="connsiteY21387" fmla="*/ 2103734 h 4489084"/>
              <a:gd name="connsiteX21388" fmla="*/ 1113247 w 5158787"/>
              <a:gd name="connsiteY21388" fmla="*/ 2121027 h 4489084"/>
              <a:gd name="connsiteX21389" fmla="*/ 1113247 w 5158787"/>
              <a:gd name="connsiteY21389" fmla="*/ 2122449 h 4489084"/>
              <a:gd name="connsiteX21390" fmla="*/ 1103238 w 5158787"/>
              <a:gd name="connsiteY21390" fmla="*/ 2139743 h 4489084"/>
              <a:gd name="connsiteX21391" fmla="*/ 1101994 w 5158787"/>
              <a:gd name="connsiteY21391" fmla="*/ 2140453 h 4489084"/>
              <a:gd name="connsiteX21392" fmla="*/ 1082035 w 5158787"/>
              <a:gd name="connsiteY21392" fmla="*/ 2140453 h 4489084"/>
              <a:gd name="connsiteX21393" fmla="*/ 1080792 w 5158787"/>
              <a:gd name="connsiteY21393" fmla="*/ 2139743 h 4489084"/>
              <a:gd name="connsiteX21394" fmla="*/ 1070783 w 5158787"/>
              <a:gd name="connsiteY21394" fmla="*/ 2122449 h 4489084"/>
              <a:gd name="connsiteX21395" fmla="*/ 1070783 w 5158787"/>
              <a:gd name="connsiteY21395" fmla="*/ 2121027 h 4489084"/>
              <a:gd name="connsiteX21396" fmla="*/ 1080792 w 5158787"/>
              <a:gd name="connsiteY21396" fmla="*/ 2103734 h 4489084"/>
              <a:gd name="connsiteX21397" fmla="*/ 1082035 w 5158787"/>
              <a:gd name="connsiteY21397" fmla="*/ 2103023 h 4489084"/>
              <a:gd name="connsiteX21398" fmla="*/ 1961173 w 5158787"/>
              <a:gd name="connsiteY21398" fmla="*/ 2102905 h 4489084"/>
              <a:gd name="connsiteX21399" fmla="*/ 1981250 w 5158787"/>
              <a:gd name="connsiteY21399" fmla="*/ 2102905 h 4489084"/>
              <a:gd name="connsiteX21400" fmla="*/ 1982494 w 5158787"/>
              <a:gd name="connsiteY21400" fmla="*/ 2103616 h 4489084"/>
              <a:gd name="connsiteX21401" fmla="*/ 1992503 w 5158787"/>
              <a:gd name="connsiteY21401" fmla="*/ 2121028 h 4489084"/>
              <a:gd name="connsiteX21402" fmla="*/ 1992503 w 5158787"/>
              <a:gd name="connsiteY21402" fmla="*/ 2122449 h 4489084"/>
              <a:gd name="connsiteX21403" fmla="*/ 1982435 w 5158787"/>
              <a:gd name="connsiteY21403" fmla="*/ 2139861 h 4489084"/>
              <a:gd name="connsiteX21404" fmla="*/ 1981191 w 5158787"/>
              <a:gd name="connsiteY21404" fmla="*/ 2140572 h 4489084"/>
              <a:gd name="connsiteX21405" fmla="*/ 1961113 w 5158787"/>
              <a:gd name="connsiteY21405" fmla="*/ 2140572 h 4489084"/>
              <a:gd name="connsiteX21406" fmla="*/ 1959870 w 5158787"/>
              <a:gd name="connsiteY21406" fmla="*/ 2139861 h 4489084"/>
              <a:gd name="connsiteX21407" fmla="*/ 1949861 w 5158787"/>
              <a:gd name="connsiteY21407" fmla="*/ 2122449 h 4489084"/>
              <a:gd name="connsiteX21408" fmla="*/ 1949861 w 5158787"/>
              <a:gd name="connsiteY21408" fmla="*/ 2121028 h 4489084"/>
              <a:gd name="connsiteX21409" fmla="*/ 1959929 w 5158787"/>
              <a:gd name="connsiteY21409" fmla="*/ 2103616 h 4489084"/>
              <a:gd name="connsiteX21410" fmla="*/ 1961173 w 5158787"/>
              <a:gd name="connsiteY21410" fmla="*/ 2102905 h 4489084"/>
              <a:gd name="connsiteX21411" fmla="*/ 3313458 w 5158787"/>
              <a:gd name="connsiteY21411" fmla="*/ 2102431 h 4489084"/>
              <a:gd name="connsiteX21412" fmla="*/ 3334129 w 5158787"/>
              <a:gd name="connsiteY21412" fmla="*/ 2102431 h 4489084"/>
              <a:gd name="connsiteX21413" fmla="*/ 3335372 w 5158787"/>
              <a:gd name="connsiteY21413" fmla="*/ 2103142 h 4489084"/>
              <a:gd name="connsiteX21414" fmla="*/ 3345677 w 5158787"/>
              <a:gd name="connsiteY21414" fmla="*/ 2121028 h 4489084"/>
              <a:gd name="connsiteX21415" fmla="*/ 3345677 w 5158787"/>
              <a:gd name="connsiteY21415" fmla="*/ 2122508 h 4489084"/>
              <a:gd name="connsiteX21416" fmla="*/ 3335372 w 5158787"/>
              <a:gd name="connsiteY21416" fmla="*/ 2140394 h 4489084"/>
              <a:gd name="connsiteX21417" fmla="*/ 3334129 w 5158787"/>
              <a:gd name="connsiteY21417" fmla="*/ 2141105 h 4489084"/>
              <a:gd name="connsiteX21418" fmla="*/ 3313458 w 5158787"/>
              <a:gd name="connsiteY21418" fmla="*/ 2141105 h 4489084"/>
              <a:gd name="connsiteX21419" fmla="*/ 3312215 w 5158787"/>
              <a:gd name="connsiteY21419" fmla="*/ 2140394 h 4489084"/>
              <a:gd name="connsiteX21420" fmla="*/ 3301910 w 5158787"/>
              <a:gd name="connsiteY21420" fmla="*/ 2122508 h 4489084"/>
              <a:gd name="connsiteX21421" fmla="*/ 3301910 w 5158787"/>
              <a:gd name="connsiteY21421" fmla="*/ 2121028 h 4489084"/>
              <a:gd name="connsiteX21422" fmla="*/ 3312215 w 5158787"/>
              <a:gd name="connsiteY21422" fmla="*/ 2103142 h 4489084"/>
              <a:gd name="connsiteX21423" fmla="*/ 3313458 w 5158787"/>
              <a:gd name="connsiteY21423" fmla="*/ 2102431 h 4489084"/>
              <a:gd name="connsiteX21424" fmla="*/ 2772320 w 5158787"/>
              <a:gd name="connsiteY21424" fmla="*/ 2102194 h 4489084"/>
              <a:gd name="connsiteX21425" fmla="*/ 2793167 w 5158787"/>
              <a:gd name="connsiteY21425" fmla="*/ 2102194 h 4489084"/>
              <a:gd name="connsiteX21426" fmla="*/ 2794470 w 5158787"/>
              <a:gd name="connsiteY21426" fmla="*/ 2102905 h 4489084"/>
              <a:gd name="connsiteX21427" fmla="*/ 2804894 w 5158787"/>
              <a:gd name="connsiteY21427" fmla="*/ 2120968 h 4489084"/>
              <a:gd name="connsiteX21428" fmla="*/ 2804894 w 5158787"/>
              <a:gd name="connsiteY21428" fmla="*/ 2122449 h 4489084"/>
              <a:gd name="connsiteX21429" fmla="*/ 2794470 w 5158787"/>
              <a:gd name="connsiteY21429" fmla="*/ 2140512 h 4489084"/>
              <a:gd name="connsiteX21430" fmla="*/ 2793167 w 5158787"/>
              <a:gd name="connsiteY21430" fmla="*/ 2141223 h 4489084"/>
              <a:gd name="connsiteX21431" fmla="*/ 2772320 w 5158787"/>
              <a:gd name="connsiteY21431" fmla="*/ 2141223 h 4489084"/>
              <a:gd name="connsiteX21432" fmla="*/ 2771017 w 5158787"/>
              <a:gd name="connsiteY21432" fmla="*/ 2140512 h 4489084"/>
              <a:gd name="connsiteX21433" fmla="*/ 2760593 w 5158787"/>
              <a:gd name="connsiteY21433" fmla="*/ 2122449 h 4489084"/>
              <a:gd name="connsiteX21434" fmla="*/ 2760593 w 5158787"/>
              <a:gd name="connsiteY21434" fmla="*/ 2120968 h 4489084"/>
              <a:gd name="connsiteX21435" fmla="*/ 2771017 w 5158787"/>
              <a:gd name="connsiteY21435" fmla="*/ 2102905 h 4489084"/>
              <a:gd name="connsiteX21436" fmla="*/ 2772320 w 5158787"/>
              <a:gd name="connsiteY21436" fmla="*/ 2102194 h 4489084"/>
              <a:gd name="connsiteX21437" fmla="*/ 2839836 w 5158787"/>
              <a:gd name="connsiteY21437" fmla="*/ 2102016 h 4489084"/>
              <a:gd name="connsiteX21438" fmla="*/ 2860921 w 5158787"/>
              <a:gd name="connsiteY21438" fmla="*/ 2102016 h 4489084"/>
              <a:gd name="connsiteX21439" fmla="*/ 2862223 w 5158787"/>
              <a:gd name="connsiteY21439" fmla="*/ 2102786 h 4489084"/>
              <a:gd name="connsiteX21440" fmla="*/ 2872766 w 5158787"/>
              <a:gd name="connsiteY21440" fmla="*/ 2121027 h 4489084"/>
              <a:gd name="connsiteX21441" fmla="*/ 2872766 w 5158787"/>
              <a:gd name="connsiteY21441" fmla="*/ 2122508 h 4489084"/>
              <a:gd name="connsiteX21442" fmla="*/ 2862223 w 5158787"/>
              <a:gd name="connsiteY21442" fmla="*/ 2140749 h 4489084"/>
              <a:gd name="connsiteX21443" fmla="*/ 2860921 w 5158787"/>
              <a:gd name="connsiteY21443" fmla="*/ 2141519 h 4489084"/>
              <a:gd name="connsiteX21444" fmla="*/ 2839836 w 5158787"/>
              <a:gd name="connsiteY21444" fmla="*/ 2141519 h 4489084"/>
              <a:gd name="connsiteX21445" fmla="*/ 2838533 w 5158787"/>
              <a:gd name="connsiteY21445" fmla="*/ 2140749 h 4489084"/>
              <a:gd name="connsiteX21446" fmla="*/ 2827991 w 5158787"/>
              <a:gd name="connsiteY21446" fmla="*/ 2122508 h 4489084"/>
              <a:gd name="connsiteX21447" fmla="*/ 2827991 w 5158787"/>
              <a:gd name="connsiteY21447" fmla="*/ 2121027 h 4489084"/>
              <a:gd name="connsiteX21448" fmla="*/ 2838533 w 5158787"/>
              <a:gd name="connsiteY21448" fmla="*/ 2102786 h 4489084"/>
              <a:gd name="connsiteX21449" fmla="*/ 2839836 w 5158787"/>
              <a:gd name="connsiteY21449" fmla="*/ 2102016 h 4489084"/>
              <a:gd name="connsiteX21450" fmla="*/ 810903 w 5158787"/>
              <a:gd name="connsiteY21450" fmla="*/ 2102016 h 4489084"/>
              <a:gd name="connsiteX21451" fmla="*/ 831987 w 5158787"/>
              <a:gd name="connsiteY21451" fmla="*/ 2102016 h 4489084"/>
              <a:gd name="connsiteX21452" fmla="*/ 833290 w 5158787"/>
              <a:gd name="connsiteY21452" fmla="*/ 2102786 h 4489084"/>
              <a:gd name="connsiteX21453" fmla="*/ 843832 w 5158787"/>
              <a:gd name="connsiteY21453" fmla="*/ 2121027 h 4489084"/>
              <a:gd name="connsiteX21454" fmla="*/ 843832 w 5158787"/>
              <a:gd name="connsiteY21454" fmla="*/ 2122508 h 4489084"/>
              <a:gd name="connsiteX21455" fmla="*/ 833290 w 5158787"/>
              <a:gd name="connsiteY21455" fmla="*/ 2140749 h 4489084"/>
              <a:gd name="connsiteX21456" fmla="*/ 831987 w 5158787"/>
              <a:gd name="connsiteY21456" fmla="*/ 2141519 h 4489084"/>
              <a:gd name="connsiteX21457" fmla="*/ 810903 w 5158787"/>
              <a:gd name="connsiteY21457" fmla="*/ 2141519 h 4489084"/>
              <a:gd name="connsiteX21458" fmla="*/ 809600 w 5158787"/>
              <a:gd name="connsiteY21458" fmla="*/ 2140749 h 4489084"/>
              <a:gd name="connsiteX21459" fmla="*/ 799058 w 5158787"/>
              <a:gd name="connsiteY21459" fmla="*/ 2122508 h 4489084"/>
              <a:gd name="connsiteX21460" fmla="*/ 799058 w 5158787"/>
              <a:gd name="connsiteY21460" fmla="*/ 2121027 h 4489084"/>
              <a:gd name="connsiteX21461" fmla="*/ 809600 w 5158787"/>
              <a:gd name="connsiteY21461" fmla="*/ 2102786 h 4489084"/>
              <a:gd name="connsiteX21462" fmla="*/ 810903 w 5158787"/>
              <a:gd name="connsiteY21462" fmla="*/ 2102016 h 4489084"/>
              <a:gd name="connsiteX21463" fmla="*/ 4733380 w 5158787"/>
              <a:gd name="connsiteY21463" fmla="*/ 2101780 h 4489084"/>
              <a:gd name="connsiteX21464" fmla="*/ 4754702 w 5158787"/>
              <a:gd name="connsiteY21464" fmla="*/ 2101780 h 4489084"/>
              <a:gd name="connsiteX21465" fmla="*/ 4756005 w 5158787"/>
              <a:gd name="connsiteY21465" fmla="*/ 2102550 h 4489084"/>
              <a:gd name="connsiteX21466" fmla="*/ 4766665 w 5158787"/>
              <a:gd name="connsiteY21466" fmla="*/ 2121028 h 4489084"/>
              <a:gd name="connsiteX21467" fmla="*/ 4766665 w 5158787"/>
              <a:gd name="connsiteY21467" fmla="*/ 2122509 h 4489084"/>
              <a:gd name="connsiteX21468" fmla="*/ 4756005 w 5158787"/>
              <a:gd name="connsiteY21468" fmla="*/ 2140987 h 4489084"/>
              <a:gd name="connsiteX21469" fmla="*/ 4754702 w 5158787"/>
              <a:gd name="connsiteY21469" fmla="*/ 2141757 h 4489084"/>
              <a:gd name="connsiteX21470" fmla="*/ 4733380 w 5158787"/>
              <a:gd name="connsiteY21470" fmla="*/ 2141757 h 4489084"/>
              <a:gd name="connsiteX21471" fmla="*/ 4732077 w 5158787"/>
              <a:gd name="connsiteY21471" fmla="*/ 2140987 h 4489084"/>
              <a:gd name="connsiteX21472" fmla="*/ 4721417 w 5158787"/>
              <a:gd name="connsiteY21472" fmla="*/ 2122509 h 4489084"/>
              <a:gd name="connsiteX21473" fmla="*/ 4721417 w 5158787"/>
              <a:gd name="connsiteY21473" fmla="*/ 2121028 h 4489084"/>
              <a:gd name="connsiteX21474" fmla="*/ 4732077 w 5158787"/>
              <a:gd name="connsiteY21474" fmla="*/ 2102550 h 4489084"/>
              <a:gd name="connsiteX21475" fmla="*/ 4733380 w 5158787"/>
              <a:gd name="connsiteY21475" fmla="*/ 2101780 h 4489084"/>
              <a:gd name="connsiteX21476" fmla="*/ 1013631 w 5158787"/>
              <a:gd name="connsiteY21476" fmla="*/ 2101661 h 4489084"/>
              <a:gd name="connsiteX21477" fmla="*/ 1035070 w 5158787"/>
              <a:gd name="connsiteY21477" fmla="*/ 2101661 h 4489084"/>
              <a:gd name="connsiteX21478" fmla="*/ 1036373 w 5158787"/>
              <a:gd name="connsiteY21478" fmla="*/ 2102431 h 4489084"/>
              <a:gd name="connsiteX21479" fmla="*/ 1047093 w 5158787"/>
              <a:gd name="connsiteY21479" fmla="*/ 2120968 h 4489084"/>
              <a:gd name="connsiteX21480" fmla="*/ 1047093 w 5158787"/>
              <a:gd name="connsiteY21480" fmla="*/ 2122508 h 4489084"/>
              <a:gd name="connsiteX21481" fmla="*/ 1036373 w 5158787"/>
              <a:gd name="connsiteY21481" fmla="*/ 2141046 h 4489084"/>
              <a:gd name="connsiteX21482" fmla="*/ 1035070 w 5158787"/>
              <a:gd name="connsiteY21482" fmla="*/ 2141816 h 4489084"/>
              <a:gd name="connsiteX21483" fmla="*/ 1013631 w 5158787"/>
              <a:gd name="connsiteY21483" fmla="*/ 2141816 h 4489084"/>
              <a:gd name="connsiteX21484" fmla="*/ 1012328 w 5158787"/>
              <a:gd name="connsiteY21484" fmla="*/ 2141046 h 4489084"/>
              <a:gd name="connsiteX21485" fmla="*/ 1001608 w 5158787"/>
              <a:gd name="connsiteY21485" fmla="*/ 2122508 h 4489084"/>
              <a:gd name="connsiteX21486" fmla="*/ 1001608 w 5158787"/>
              <a:gd name="connsiteY21486" fmla="*/ 2120968 h 4489084"/>
              <a:gd name="connsiteX21487" fmla="*/ 1012328 w 5158787"/>
              <a:gd name="connsiteY21487" fmla="*/ 2102431 h 4489084"/>
              <a:gd name="connsiteX21488" fmla="*/ 1013631 w 5158787"/>
              <a:gd name="connsiteY21488" fmla="*/ 2101661 h 4489084"/>
              <a:gd name="connsiteX21489" fmla="*/ 743090 w 5158787"/>
              <a:gd name="connsiteY21489" fmla="*/ 2101661 h 4489084"/>
              <a:gd name="connsiteX21490" fmla="*/ 764529 w 5158787"/>
              <a:gd name="connsiteY21490" fmla="*/ 2101661 h 4489084"/>
              <a:gd name="connsiteX21491" fmla="*/ 765833 w 5158787"/>
              <a:gd name="connsiteY21491" fmla="*/ 2102431 h 4489084"/>
              <a:gd name="connsiteX21492" fmla="*/ 776552 w 5158787"/>
              <a:gd name="connsiteY21492" fmla="*/ 2120968 h 4489084"/>
              <a:gd name="connsiteX21493" fmla="*/ 776552 w 5158787"/>
              <a:gd name="connsiteY21493" fmla="*/ 2122508 h 4489084"/>
              <a:gd name="connsiteX21494" fmla="*/ 765833 w 5158787"/>
              <a:gd name="connsiteY21494" fmla="*/ 2141046 h 4489084"/>
              <a:gd name="connsiteX21495" fmla="*/ 764529 w 5158787"/>
              <a:gd name="connsiteY21495" fmla="*/ 2141816 h 4489084"/>
              <a:gd name="connsiteX21496" fmla="*/ 743090 w 5158787"/>
              <a:gd name="connsiteY21496" fmla="*/ 2141816 h 4489084"/>
              <a:gd name="connsiteX21497" fmla="*/ 741787 w 5158787"/>
              <a:gd name="connsiteY21497" fmla="*/ 2141046 h 4489084"/>
              <a:gd name="connsiteX21498" fmla="*/ 731067 w 5158787"/>
              <a:gd name="connsiteY21498" fmla="*/ 2122508 h 4489084"/>
              <a:gd name="connsiteX21499" fmla="*/ 731067 w 5158787"/>
              <a:gd name="connsiteY21499" fmla="*/ 2120968 h 4489084"/>
              <a:gd name="connsiteX21500" fmla="*/ 741787 w 5158787"/>
              <a:gd name="connsiteY21500" fmla="*/ 2102431 h 4489084"/>
              <a:gd name="connsiteX21501" fmla="*/ 743090 w 5158787"/>
              <a:gd name="connsiteY21501" fmla="*/ 2101661 h 4489084"/>
              <a:gd name="connsiteX21502" fmla="*/ 2501424 w 5158787"/>
              <a:gd name="connsiteY21502" fmla="*/ 2101484 h 4489084"/>
              <a:gd name="connsiteX21503" fmla="*/ 2523041 w 5158787"/>
              <a:gd name="connsiteY21503" fmla="*/ 2101484 h 4489084"/>
              <a:gd name="connsiteX21504" fmla="*/ 2524344 w 5158787"/>
              <a:gd name="connsiteY21504" fmla="*/ 2102254 h 4489084"/>
              <a:gd name="connsiteX21505" fmla="*/ 2535183 w 5158787"/>
              <a:gd name="connsiteY21505" fmla="*/ 2120969 h 4489084"/>
              <a:gd name="connsiteX21506" fmla="*/ 2535183 w 5158787"/>
              <a:gd name="connsiteY21506" fmla="*/ 2122509 h 4489084"/>
              <a:gd name="connsiteX21507" fmla="*/ 2524344 w 5158787"/>
              <a:gd name="connsiteY21507" fmla="*/ 2141224 h 4489084"/>
              <a:gd name="connsiteX21508" fmla="*/ 2523041 w 5158787"/>
              <a:gd name="connsiteY21508" fmla="*/ 2141994 h 4489084"/>
              <a:gd name="connsiteX21509" fmla="*/ 2501424 w 5158787"/>
              <a:gd name="connsiteY21509" fmla="*/ 2141994 h 4489084"/>
              <a:gd name="connsiteX21510" fmla="*/ 2500121 w 5158787"/>
              <a:gd name="connsiteY21510" fmla="*/ 2141224 h 4489084"/>
              <a:gd name="connsiteX21511" fmla="*/ 2489283 w 5158787"/>
              <a:gd name="connsiteY21511" fmla="*/ 2122509 h 4489084"/>
              <a:gd name="connsiteX21512" fmla="*/ 2489283 w 5158787"/>
              <a:gd name="connsiteY21512" fmla="*/ 2120969 h 4489084"/>
              <a:gd name="connsiteX21513" fmla="*/ 2500121 w 5158787"/>
              <a:gd name="connsiteY21513" fmla="*/ 2102254 h 4489084"/>
              <a:gd name="connsiteX21514" fmla="*/ 2501424 w 5158787"/>
              <a:gd name="connsiteY21514" fmla="*/ 2101484 h 4489084"/>
              <a:gd name="connsiteX21515" fmla="*/ 2704270 w 5158787"/>
              <a:gd name="connsiteY21515" fmla="*/ 2101365 h 4489084"/>
              <a:gd name="connsiteX21516" fmla="*/ 2726005 w 5158787"/>
              <a:gd name="connsiteY21516" fmla="*/ 2101365 h 4489084"/>
              <a:gd name="connsiteX21517" fmla="*/ 2727308 w 5158787"/>
              <a:gd name="connsiteY21517" fmla="*/ 2102135 h 4489084"/>
              <a:gd name="connsiteX21518" fmla="*/ 2738146 w 5158787"/>
              <a:gd name="connsiteY21518" fmla="*/ 2120968 h 4489084"/>
              <a:gd name="connsiteX21519" fmla="*/ 2738146 w 5158787"/>
              <a:gd name="connsiteY21519" fmla="*/ 2122508 h 4489084"/>
              <a:gd name="connsiteX21520" fmla="*/ 2727249 w 5158787"/>
              <a:gd name="connsiteY21520" fmla="*/ 2141342 h 4489084"/>
              <a:gd name="connsiteX21521" fmla="*/ 2725946 w 5158787"/>
              <a:gd name="connsiteY21521" fmla="*/ 2142112 h 4489084"/>
              <a:gd name="connsiteX21522" fmla="*/ 2704210 w 5158787"/>
              <a:gd name="connsiteY21522" fmla="*/ 2142112 h 4489084"/>
              <a:gd name="connsiteX21523" fmla="*/ 2702907 w 5158787"/>
              <a:gd name="connsiteY21523" fmla="*/ 2141342 h 4489084"/>
              <a:gd name="connsiteX21524" fmla="*/ 2692069 w 5158787"/>
              <a:gd name="connsiteY21524" fmla="*/ 2122508 h 4489084"/>
              <a:gd name="connsiteX21525" fmla="*/ 2692069 w 5158787"/>
              <a:gd name="connsiteY21525" fmla="*/ 2120968 h 4489084"/>
              <a:gd name="connsiteX21526" fmla="*/ 2702967 w 5158787"/>
              <a:gd name="connsiteY21526" fmla="*/ 2102135 h 4489084"/>
              <a:gd name="connsiteX21527" fmla="*/ 2704270 w 5158787"/>
              <a:gd name="connsiteY21527" fmla="*/ 2101365 h 4489084"/>
              <a:gd name="connsiteX21528" fmla="*/ 878242 w 5158787"/>
              <a:gd name="connsiteY21528" fmla="*/ 2101365 h 4489084"/>
              <a:gd name="connsiteX21529" fmla="*/ 899978 w 5158787"/>
              <a:gd name="connsiteY21529" fmla="*/ 2101365 h 4489084"/>
              <a:gd name="connsiteX21530" fmla="*/ 901281 w 5158787"/>
              <a:gd name="connsiteY21530" fmla="*/ 2102135 h 4489084"/>
              <a:gd name="connsiteX21531" fmla="*/ 912119 w 5158787"/>
              <a:gd name="connsiteY21531" fmla="*/ 2120968 h 4489084"/>
              <a:gd name="connsiteX21532" fmla="*/ 912119 w 5158787"/>
              <a:gd name="connsiteY21532" fmla="*/ 2122508 h 4489084"/>
              <a:gd name="connsiteX21533" fmla="*/ 901222 w 5158787"/>
              <a:gd name="connsiteY21533" fmla="*/ 2141342 h 4489084"/>
              <a:gd name="connsiteX21534" fmla="*/ 899919 w 5158787"/>
              <a:gd name="connsiteY21534" fmla="*/ 2142112 h 4489084"/>
              <a:gd name="connsiteX21535" fmla="*/ 878183 w 5158787"/>
              <a:gd name="connsiteY21535" fmla="*/ 2142112 h 4489084"/>
              <a:gd name="connsiteX21536" fmla="*/ 876880 w 5158787"/>
              <a:gd name="connsiteY21536" fmla="*/ 2141342 h 4489084"/>
              <a:gd name="connsiteX21537" fmla="*/ 866042 w 5158787"/>
              <a:gd name="connsiteY21537" fmla="*/ 2122508 h 4489084"/>
              <a:gd name="connsiteX21538" fmla="*/ 866042 w 5158787"/>
              <a:gd name="connsiteY21538" fmla="*/ 2120968 h 4489084"/>
              <a:gd name="connsiteX21539" fmla="*/ 876939 w 5158787"/>
              <a:gd name="connsiteY21539" fmla="*/ 2102135 h 4489084"/>
              <a:gd name="connsiteX21540" fmla="*/ 878242 w 5158787"/>
              <a:gd name="connsiteY21540" fmla="*/ 2101365 h 4489084"/>
              <a:gd name="connsiteX21541" fmla="*/ 2636576 w 5158787"/>
              <a:gd name="connsiteY21541" fmla="*/ 2101247 h 4489084"/>
              <a:gd name="connsiteX21542" fmla="*/ 2658430 w 5158787"/>
              <a:gd name="connsiteY21542" fmla="*/ 2101247 h 4489084"/>
              <a:gd name="connsiteX21543" fmla="*/ 2659792 w 5158787"/>
              <a:gd name="connsiteY21543" fmla="*/ 2102017 h 4489084"/>
              <a:gd name="connsiteX21544" fmla="*/ 2670689 w 5158787"/>
              <a:gd name="connsiteY21544" fmla="*/ 2120969 h 4489084"/>
              <a:gd name="connsiteX21545" fmla="*/ 2670689 w 5158787"/>
              <a:gd name="connsiteY21545" fmla="*/ 2122509 h 4489084"/>
              <a:gd name="connsiteX21546" fmla="*/ 2659733 w 5158787"/>
              <a:gd name="connsiteY21546" fmla="*/ 2141461 h 4489084"/>
              <a:gd name="connsiteX21547" fmla="*/ 2658371 w 5158787"/>
              <a:gd name="connsiteY21547" fmla="*/ 2142231 h 4489084"/>
              <a:gd name="connsiteX21548" fmla="*/ 2636517 w 5158787"/>
              <a:gd name="connsiteY21548" fmla="*/ 2142231 h 4489084"/>
              <a:gd name="connsiteX21549" fmla="*/ 2635154 w 5158787"/>
              <a:gd name="connsiteY21549" fmla="*/ 2141461 h 4489084"/>
              <a:gd name="connsiteX21550" fmla="*/ 2624257 w 5158787"/>
              <a:gd name="connsiteY21550" fmla="*/ 2122509 h 4489084"/>
              <a:gd name="connsiteX21551" fmla="*/ 2624257 w 5158787"/>
              <a:gd name="connsiteY21551" fmla="*/ 2120969 h 4489084"/>
              <a:gd name="connsiteX21552" fmla="*/ 2635214 w 5158787"/>
              <a:gd name="connsiteY21552" fmla="*/ 2102017 h 4489084"/>
              <a:gd name="connsiteX21553" fmla="*/ 2636576 w 5158787"/>
              <a:gd name="connsiteY21553" fmla="*/ 2101247 h 4489084"/>
              <a:gd name="connsiteX21554" fmla="*/ 4868295 w 5158787"/>
              <a:gd name="connsiteY21554" fmla="*/ 2101187 h 4489084"/>
              <a:gd name="connsiteX21555" fmla="*/ 4890268 w 5158787"/>
              <a:gd name="connsiteY21555" fmla="*/ 2101187 h 4489084"/>
              <a:gd name="connsiteX21556" fmla="*/ 4891630 w 5158787"/>
              <a:gd name="connsiteY21556" fmla="*/ 2101957 h 4489084"/>
              <a:gd name="connsiteX21557" fmla="*/ 4902587 w 5158787"/>
              <a:gd name="connsiteY21557" fmla="*/ 2120968 h 4489084"/>
              <a:gd name="connsiteX21558" fmla="*/ 4902587 w 5158787"/>
              <a:gd name="connsiteY21558" fmla="*/ 2122508 h 4489084"/>
              <a:gd name="connsiteX21559" fmla="*/ 4891571 w 5158787"/>
              <a:gd name="connsiteY21559" fmla="*/ 2141519 h 4489084"/>
              <a:gd name="connsiteX21560" fmla="*/ 4890209 w 5158787"/>
              <a:gd name="connsiteY21560" fmla="*/ 2142289 h 4489084"/>
              <a:gd name="connsiteX21561" fmla="*/ 4868236 w 5158787"/>
              <a:gd name="connsiteY21561" fmla="*/ 2142289 h 4489084"/>
              <a:gd name="connsiteX21562" fmla="*/ 4866874 w 5158787"/>
              <a:gd name="connsiteY21562" fmla="*/ 2141519 h 4489084"/>
              <a:gd name="connsiteX21563" fmla="*/ 4855917 w 5158787"/>
              <a:gd name="connsiteY21563" fmla="*/ 2122508 h 4489084"/>
              <a:gd name="connsiteX21564" fmla="*/ 4855917 w 5158787"/>
              <a:gd name="connsiteY21564" fmla="*/ 2120968 h 4489084"/>
              <a:gd name="connsiteX21565" fmla="*/ 4866933 w 5158787"/>
              <a:gd name="connsiteY21565" fmla="*/ 2101957 h 4489084"/>
              <a:gd name="connsiteX21566" fmla="*/ 4868295 w 5158787"/>
              <a:gd name="connsiteY21566" fmla="*/ 2101187 h 4489084"/>
              <a:gd name="connsiteX21567" fmla="*/ 3245172 w 5158787"/>
              <a:gd name="connsiteY21567" fmla="*/ 2101187 h 4489084"/>
              <a:gd name="connsiteX21568" fmla="*/ 3267145 w 5158787"/>
              <a:gd name="connsiteY21568" fmla="*/ 2101187 h 4489084"/>
              <a:gd name="connsiteX21569" fmla="*/ 3268507 w 5158787"/>
              <a:gd name="connsiteY21569" fmla="*/ 2101957 h 4489084"/>
              <a:gd name="connsiteX21570" fmla="*/ 3279463 w 5158787"/>
              <a:gd name="connsiteY21570" fmla="*/ 2120968 h 4489084"/>
              <a:gd name="connsiteX21571" fmla="*/ 3279463 w 5158787"/>
              <a:gd name="connsiteY21571" fmla="*/ 2122508 h 4489084"/>
              <a:gd name="connsiteX21572" fmla="*/ 3268447 w 5158787"/>
              <a:gd name="connsiteY21572" fmla="*/ 2141519 h 4489084"/>
              <a:gd name="connsiteX21573" fmla="*/ 3267085 w 5158787"/>
              <a:gd name="connsiteY21573" fmla="*/ 2142289 h 4489084"/>
              <a:gd name="connsiteX21574" fmla="*/ 3245113 w 5158787"/>
              <a:gd name="connsiteY21574" fmla="*/ 2142289 h 4489084"/>
              <a:gd name="connsiteX21575" fmla="*/ 3243751 w 5158787"/>
              <a:gd name="connsiteY21575" fmla="*/ 2141519 h 4489084"/>
              <a:gd name="connsiteX21576" fmla="*/ 3232794 w 5158787"/>
              <a:gd name="connsiteY21576" fmla="*/ 2122508 h 4489084"/>
              <a:gd name="connsiteX21577" fmla="*/ 3232794 w 5158787"/>
              <a:gd name="connsiteY21577" fmla="*/ 2120968 h 4489084"/>
              <a:gd name="connsiteX21578" fmla="*/ 3243810 w 5158787"/>
              <a:gd name="connsiteY21578" fmla="*/ 2101957 h 4489084"/>
              <a:gd name="connsiteX21579" fmla="*/ 3245172 w 5158787"/>
              <a:gd name="connsiteY21579" fmla="*/ 2101187 h 4489084"/>
              <a:gd name="connsiteX21580" fmla="*/ 2568881 w 5158787"/>
              <a:gd name="connsiteY21580" fmla="*/ 2101187 h 4489084"/>
              <a:gd name="connsiteX21581" fmla="*/ 2590854 w 5158787"/>
              <a:gd name="connsiteY21581" fmla="*/ 2101187 h 4489084"/>
              <a:gd name="connsiteX21582" fmla="*/ 2592216 w 5158787"/>
              <a:gd name="connsiteY21582" fmla="*/ 2101957 h 4489084"/>
              <a:gd name="connsiteX21583" fmla="*/ 2603172 w 5158787"/>
              <a:gd name="connsiteY21583" fmla="*/ 2120968 h 4489084"/>
              <a:gd name="connsiteX21584" fmla="*/ 2603172 w 5158787"/>
              <a:gd name="connsiteY21584" fmla="*/ 2122508 h 4489084"/>
              <a:gd name="connsiteX21585" fmla="*/ 2592157 w 5158787"/>
              <a:gd name="connsiteY21585" fmla="*/ 2141519 h 4489084"/>
              <a:gd name="connsiteX21586" fmla="*/ 2590794 w 5158787"/>
              <a:gd name="connsiteY21586" fmla="*/ 2142289 h 4489084"/>
              <a:gd name="connsiteX21587" fmla="*/ 2568822 w 5158787"/>
              <a:gd name="connsiteY21587" fmla="*/ 2142289 h 4489084"/>
              <a:gd name="connsiteX21588" fmla="*/ 2567460 w 5158787"/>
              <a:gd name="connsiteY21588" fmla="*/ 2141519 h 4489084"/>
              <a:gd name="connsiteX21589" fmla="*/ 2556503 w 5158787"/>
              <a:gd name="connsiteY21589" fmla="*/ 2122508 h 4489084"/>
              <a:gd name="connsiteX21590" fmla="*/ 2556503 w 5158787"/>
              <a:gd name="connsiteY21590" fmla="*/ 2120968 h 4489084"/>
              <a:gd name="connsiteX21591" fmla="*/ 2567519 w 5158787"/>
              <a:gd name="connsiteY21591" fmla="*/ 2101957 h 4489084"/>
              <a:gd name="connsiteX21592" fmla="*/ 2568881 w 5158787"/>
              <a:gd name="connsiteY21592" fmla="*/ 2101187 h 4489084"/>
              <a:gd name="connsiteX21593" fmla="*/ 4800542 w 5158787"/>
              <a:gd name="connsiteY21593" fmla="*/ 2100950 h 4489084"/>
              <a:gd name="connsiteX21594" fmla="*/ 4822752 w 5158787"/>
              <a:gd name="connsiteY21594" fmla="*/ 2100950 h 4489084"/>
              <a:gd name="connsiteX21595" fmla="*/ 4824114 w 5158787"/>
              <a:gd name="connsiteY21595" fmla="*/ 2101720 h 4489084"/>
              <a:gd name="connsiteX21596" fmla="*/ 4835189 w 5158787"/>
              <a:gd name="connsiteY21596" fmla="*/ 2120968 h 4489084"/>
              <a:gd name="connsiteX21597" fmla="*/ 4835189 w 5158787"/>
              <a:gd name="connsiteY21597" fmla="*/ 2122508 h 4489084"/>
              <a:gd name="connsiteX21598" fmla="*/ 4824114 w 5158787"/>
              <a:gd name="connsiteY21598" fmla="*/ 2141756 h 4489084"/>
              <a:gd name="connsiteX21599" fmla="*/ 4822752 w 5158787"/>
              <a:gd name="connsiteY21599" fmla="*/ 2142526 h 4489084"/>
              <a:gd name="connsiteX21600" fmla="*/ 4800542 w 5158787"/>
              <a:gd name="connsiteY21600" fmla="*/ 2142526 h 4489084"/>
              <a:gd name="connsiteX21601" fmla="*/ 4799180 w 5158787"/>
              <a:gd name="connsiteY21601" fmla="*/ 2141756 h 4489084"/>
              <a:gd name="connsiteX21602" fmla="*/ 4788105 w 5158787"/>
              <a:gd name="connsiteY21602" fmla="*/ 2122508 h 4489084"/>
              <a:gd name="connsiteX21603" fmla="*/ 4788105 w 5158787"/>
              <a:gd name="connsiteY21603" fmla="*/ 2120968 h 4489084"/>
              <a:gd name="connsiteX21604" fmla="*/ 4799180 w 5158787"/>
              <a:gd name="connsiteY21604" fmla="*/ 2101720 h 4489084"/>
              <a:gd name="connsiteX21605" fmla="*/ 4800542 w 5158787"/>
              <a:gd name="connsiteY21605" fmla="*/ 2100950 h 4489084"/>
              <a:gd name="connsiteX21606" fmla="*/ 2906879 w 5158787"/>
              <a:gd name="connsiteY21606" fmla="*/ 2100950 h 4489084"/>
              <a:gd name="connsiteX21607" fmla="*/ 2929089 w 5158787"/>
              <a:gd name="connsiteY21607" fmla="*/ 2100950 h 4489084"/>
              <a:gd name="connsiteX21608" fmla="*/ 2930451 w 5158787"/>
              <a:gd name="connsiteY21608" fmla="*/ 2101720 h 4489084"/>
              <a:gd name="connsiteX21609" fmla="*/ 2941526 w 5158787"/>
              <a:gd name="connsiteY21609" fmla="*/ 2120968 h 4489084"/>
              <a:gd name="connsiteX21610" fmla="*/ 2941526 w 5158787"/>
              <a:gd name="connsiteY21610" fmla="*/ 2122508 h 4489084"/>
              <a:gd name="connsiteX21611" fmla="*/ 2930451 w 5158787"/>
              <a:gd name="connsiteY21611" fmla="*/ 2141756 h 4489084"/>
              <a:gd name="connsiteX21612" fmla="*/ 2929089 w 5158787"/>
              <a:gd name="connsiteY21612" fmla="*/ 2142526 h 4489084"/>
              <a:gd name="connsiteX21613" fmla="*/ 2906879 w 5158787"/>
              <a:gd name="connsiteY21613" fmla="*/ 2142526 h 4489084"/>
              <a:gd name="connsiteX21614" fmla="*/ 2905517 w 5158787"/>
              <a:gd name="connsiteY21614" fmla="*/ 2141756 h 4489084"/>
              <a:gd name="connsiteX21615" fmla="*/ 2894442 w 5158787"/>
              <a:gd name="connsiteY21615" fmla="*/ 2122508 h 4489084"/>
              <a:gd name="connsiteX21616" fmla="*/ 2894442 w 5158787"/>
              <a:gd name="connsiteY21616" fmla="*/ 2120968 h 4489084"/>
              <a:gd name="connsiteX21617" fmla="*/ 2905517 w 5158787"/>
              <a:gd name="connsiteY21617" fmla="*/ 2101720 h 4489084"/>
              <a:gd name="connsiteX21618" fmla="*/ 2906879 w 5158787"/>
              <a:gd name="connsiteY21618" fmla="*/ 2100950 h 4489084"/>
              <a:gd name="connsiteX21619" fmla="*/ 3177183 w 5158787"/>
              <a:gd name="connsiteY21619" fmla="*/ 2100417 h 4489084"/>
              <a:gd name="connsiteX21620" fmla="*/ 3199925 w 5158787"/>
              <a:gd name="connsiteY21620" fmla="*/ 2100417 h 4489084"/>
              <a:gd name="connsiteX21621" fmla="*/ 3201287 w 5158787"/>
              <a:gd name="connsiteY21621" fmla="*/ 2101246 h 4489084"/>
              <a:gd name="connsiteX21622" fmla="*/ 3212659 w 5158787"/>
              <a:gd name="connsiteY21622" fmla="*/ 2120968 h 4489084"/>
              <a:gd name="connsiteX21623" fmla="*/ 3212659 w 5158787"/>
              <a:gd name="connsiteY21623" fmla="*/ 2122567 h 4489084"/>
              <a:gd name="connsiteX21624" fmla="*/ 3201287 w 5158787"/>
              <a:gd name="connsiteY21624" fmla="*/ 2142289 h 4489084"/>
              <a:gd name="connsiteX21625" fmla="*/ 3199925 w 5158787"/>
              <a:gd name="connsiteY21625" fmla="*/ 2143118 h 4489084"/>
              <a:gd name="connsiteX21626" fmla="*/ 3177183 w 5158787"/>
              <a:gd name="connsiteY21626" fmla="*/ 2143118 h 4489084"/>
              <a:gd name="connsiteX21627" fmla="*/ 3175820 w 5158787"/>
              <a:gd name="connsiteY21627" fmla="*/ 2142289 h 4489084"/>
              <a:gd name="connsiteX21628" fmla="*/ 3164449 w 5158787"/>
              <a:gd name="connsiteY21628" fmla="*/ 2122567 h 4489084"/>
              <a:gd name="connsiteX21629" fmla="*/ 3164449 w 5158787"/>
              <a:gd name="connsiteY21629" fmla="*/ 2120968 h 4489084"/>
              <a:gd name="connsiteX21630" fmla="*/ 3175820 w 5158787"/>
              <a:gd name="connsiteY21630" fmla="*/ 2101246 h 4489084"/>
              <a:gd name="connsiteX21631" fmla="*/ 3177183 w 5158787"/>
              <a:gd name="connsiteY21631" fmla="*/ 2100417 h 4489084"/>
              <a:gd name="connsiteX21632" fmla="*/ 945285 w 5158787"/>
              <a:gd name="connsiteY21632" fmla="*/ 2100358 h 4489084"/>
              <a:gd name="connsiteX21633" fmla="*/ 968146 w 5158787"/>
              <a:gd name="connsiteY21633" fmla="*/ 2100358 h 4489084"/>
              <a:gd name="connsiteX21634" fmla="*/ 969567 w 5158787"/>
              <a:gd name="connsiteY21634" fmla="*/ 2101187 h 4489084"/>
              <a:gd name="connsiteX21635" fmla="*/ 980998 w 5158787"/>
              <a:gd name="connsiteY21635" fmla="*/ 2120968 h 4489084"/>
              <a:gd name="connsiteX21636" fmla="*/ 980998 w 5158787"/>
              <a:gd name="connsiteY21636" fmla="*/ 2122567 h 4489084"/>
              <a:gd name="connsiteX21637" fmla="*/ 969567 w 5158787"/>
              <a:gd name="connsiteY21637" fmla="*/ 2142349 h 4489084"/>
              <a:gd name="connsiteX21638" fmla="*/ 968146 w 5158787"/>
              <a:gd name="connsiteY21638" fmla="*/ 2143178 h 4489084"/>
              <a:gd name="connsiteX21639" fmla="*/ 945285 w 5158787"/>
              <a:gd name="connsiteY21639" fmla="*/ 2143178 h 4489084"/>
              <a:gd name="connsiteX21640" fmla="*/ 943864 w 5158787"/>
              <a:gd name="connsiteY21640" fmla="*/ 2142349 h 4489084"/>
              <a:gd name="connsiteX21641" fmla="*/ 932433 w 5158787"/>
              <a:gd name="connsiteY21641" fmla="*/ 2122567 h 4489084"/>
              <a:gd name="connsiteX21642" fmla="*/ 932433 w 5158787"/>
              <a:gd name="connsiteY21642" fmla="*/ 2120968 h 4489084"/>
              <a:gd name="connsiteX21643" fmla="*/ 943864 w 5158787"/>
              <a:gd name="connsiteY21643" fmla="*/ 2101187 h 4489084"/>
              <a:gd name="connsiteX21644" fmla="*/ 945285 w 5158787"/>
              <a:gd name="connsiteY21644" fmla="*/ 2100358 h 4489084"/>
              <a:gd name="connsiteX21645" fmla="*/ 2027209 w 5158787"/>
              <a:gd name="connsiteY21645" fmla="*/ 2099944 h 4489084"/>
              <a:gd name="connsiteX21646" fmla="*/ 2050484 w 5158787"/>
              <a:gd name="connsiteY21646" fmla="*/ 2099944 h 4489084"/>
              <a:gd name="connsiteX21647" fmla="*/ 2051906 w 5158787"/>
              <a:gd name="connsiteY21647" fmla="*/ 2100773 h 4489084"/>
              <a:gd name="connsiteX21648" fmla="*/ 2063514 w 5158787"/>
              <a:gd name="connsiteY21648" fmla="*/ 2120969 h 4489084"/>
              <a:gd name="connsiteX21649" fmla="*/ 2063514 w 5158787"/>
              <a:gd name="connsiteY21649" fmla="*/ 2122627 h 4489084"/>
              <a:gd name="connsiteX21650" fmla="*/ 2051846 w 5158787"/>
              <a:gd name="connsiteY21650" fmla="*/ 2142823 h 4489084"/>
              <a:gd name="connsiteX21651" fmla="*/ 2050425 w 5158787"/>
              <a:gd name="connsiteY21651" fmla="*/ 2143652 h 4489084"/>
              <a:gd name="connsiteX21652" fmla="*/ 2027150 w 5158787"/>
              <a:gd name="connsiteY21652" fmla="*/ 2143652 h 4489084"/>
              <a:gd name="connsiteX21653" fmla="*/ 2025728 w 5158787"/>
              <a:gd name="connsiteY21653" fmla="*/ 2142823 h 4489084"/>
              <a:gd name="connsiteX21654" fmla="*/ 2014120 w 5158787"/>
              <a:gd name="connsiteY21654" fmla="*/ 2122627 h 4489084"/>
              <a:gd name="connsiteX21655" fmla="*/ 2014120 w 5158787"/>
              <a:gd name="connsiteY21655" fmla="*/ 2120969 h 4489084"/>
              <a:gd name="connsiteX21656" fmla="*/ 2025788 w 5158787"/>
              <a:gd name="connsiteY21656" fmla="*/ 2100773 h 4489084"/>
              <a:gd name="connsiteX21657" fmla="*/ 2027209 w 5158787"/>
              <a:gd name="connsiteY21657" fmla="*/ 2099944 h 4489084"/>
              <a:gd name="connsiteX21658" fmla="*/ 3109251 w 5158787"/>
              <a:gd name="connsiteY21658" fmla="*/ 2099825 h 4489084"/>
              <a:gd name="connsiteX21659" fmla="*/ 3132645 w 5158787"/>
              <a:gd name="connsiteY21659" fmla="*/ 2099825 h 4489084"/>
              <a:gd name="connsiteX21660" fmla="*/ 3134067 w 5158787"/>
              <a:gd name="connsiteY21660" fmla="*/ 2100654 h 4489084"/>
              <a:gd name="connsiteX21661" fmla="*/ 3145734 w 5158787"/>
              <a:gd name="connsiteY21661" fmla="*/ 2120909 h 4489084"/>
              <a:gd name="connsiteX21662" fmla="*/ 3145734 w 5158787"/>
              <a:gd name="connsiteY21662" fmla="*/ 2122568 h 4489084"/>
              <a:gd name="connsiteX21663" fmla="*/ 3134007 w 5158787"/>
              <a:gd name="connsiteY21663" fmla="*/ 2142822 h 4489084"/>
              <a:gd name="connsiteX21664" fmla="*/ 3132586 w 5158787"/>
              <a:gd name="connsiteY21664" fmla="*/ 2143652 h 4489084"/>
              <a:gd name="connsiteX21665" fmla="*/ 3109192 w 5158787"/>
              <a:gd name="connsiteY21665" fmla="*/ 2143652 h 4489084"/>
              <a:gd name="connsiteX21666" fmla="*/ 3107771 w 5158787"/>
              <a:gd name="connsiteY21666" fmla="*/ 2142822 h 4489084"/>
              <a:gd name="connsiteX21667" fmla="*/ 3096103 w 5158787"/>
              <a:gd name="connsiteY21667" fmla="*/ 2122568 h 4489084"/>
              <a:gd name="connsiteX21668" fmla="*/ 3096103 w 5158787"/>
              <a:gd name="connsiteY21668" fmla="*/ 2120909 h 4489084"/>
              <a:gd name="connsiteX21669" fmla="*/ 3107829 w 5158787"/>
              <a:gd name="connsiteY21669" fmla="*/ 2100654 h 4489084"/>
              <a:gd name="connsiteX21670" fmla="*/ 3109251 w 5158787"/>
              <a:gd name="connsiteY21670" fmla="*/ 2099825 h 4489084"/>
              <a:gd name="connsiteX21671" fmla="*/ 2973685 w 5158787"/>
              <a:gd name="connsiteY21671" fmla="*/ 2099411 h 4489084"/>
              <a:gd name="connsiteX21672" fmla="*/ 2997552 w 5158787"/>
              <a:gd name="connsiteY21672" fmla="*/ 2099411 h 4489084"/>
              <a:gd name="connsiteX21673" fmla="*/ 2999033 w 5158787"/>
              <a:gd name="connsiteY21673" fmla="*/ 2100240 h 4489084"/>
              <a:gd name="connsiteX21674" fmla="*/ 3010937 w 5158787"/>
              <a:gd name="connsiteY21674" fmla="*/ 2120909 h 4489084"/>
              <a:gd name="connsiteX21675" fmla="*/ 3010937 w 5158787"/>
              <a:gd name="connsiteY21675" fmla="*/ 2122568 h 4489084"/>
              <a:gd name="connsiteX21676" fmla="*/ 2999033 w 5158787"/>
              <a:gd name="connsiteY21676" fmla="*/ 2143237 h 4489084"/>
              <a:gd name="connsiteX21677" fmla="*/ 2997552 w 5158787"/>
              <a:gd name="connsiteY21677" fmla="*/ 2144067 h 4489084"/>
              <a:gd name="connsiteX21678" fmla="*/ 2973685 w 5158787"/>
              <a:gd name="connsiteY21678" fmla="*/ 2144067 h 4489084"/>
              <a:gd name="connsiteX21679" fmla="*/ 2972204 w 5158787"/>
              <a:gd name="connsiteY21679" fmla="*/ 2143237 h 4489084"/>
              <a:gd name="connsiteX21680" fmla="*/ 2960300 w 5158787"/>
              <a:gd name="connsiteY21680" fmla="*/ 2122568 h 4489084"/>
              <a:gd name="connsiteX21681" fmla="*/ 2960300 w 5158787"/>
              <a:gd name="connsiteY21681" fmla="*/ 2120909 h 4489084"/>
              <a:gd name="connsiteX21682" fmla="*/ 2972204 w 5158787"/>
              <a:gd name="connsiteY21682" fmla="*/ 2100240 h 4489084"/>
              <a:gd name="connsiteX21683" fmla="*/ 2973685 w 5158787"/>
              <a:gd name="connsiteY21683" fmla="*/ 2099411 h 4489084"/>
              <a:gd name="connsiteX21684" fmla="*/ 3041319 w 5158787"/>
              <a:gd name="connsiteY21684" fmla="*/ 2099292 h 4489084"/>
              <a:gd name="connsiteX21685" fmla="*/ 3065246 w 5158787"/>
              <a:gd name="connsiteY21685" fmla="*/ 2099292 h 4489084"/>
              <a:gd name="connsiteX21686" fmla="*/ 3066727 w 5158787"/>
              <a:gd name="connsiteY21686" fmla="*/ 2100121 h 4489084"/>
              <a:gd name="connsiteX21687" fmla="*/ 3078690 w 5158787"/>
              <a:gd name="connsiteY21687" fmla="*/ 2120850 h 4489084"/>
              <a:gd name="connsiteX21688" fmla="*/ 3078690 w 5158787"/>
              <a:gd name="connsiteY21688" fmla="*/ 2122567 h 4489084"/>
              <a:gd name="connsiteX21689" fmla="*/ 3066727 w 5158787"/>
              <a:gd name="connsiteY21689" fmla="*/ 2143296 h 4489084"/>
              <a:gd name="connsiteX21690" fmla="*/ 3065246 w 5158787"/>
              <a:gd name="connsiteY21690" fmla="*/ 2144125 h 4489084"/>
              <a:gd name="connsiteX21691" fmla="*/ 3041319 w 5158787"/>
              <a:gd name="connsiteY21691" fmla="*/ 2144125 h 4489084"/>
              <a:gd name="connsiteX21692" fmla="*/ 3039839 w 5158787"/>
              <a:gd name="connsiteY21692" fmla="*/ 2143296 h 4489084"/>
              <a:gd name="connsiteX21693" fmla="*/ 3027875 w 5158787"/>
              <a:gd name="connsiteY21693" fmla="*/ 2122567 h 4489084"/>
              <a:gd name="connsiteX21694" fmla="*/ 3027875 w 5158787"/>
              <a:gd name="connsiteY21694" fmla="*/ 2120850 h 4489084"/>
              <a:gd name="connsiteX21695" fmla="*/ 3039839 w 5158787"/>
              <a:gd name="connsiteY21695" fmla="*/ 2100121 h 4489084"/>
              <a:gd name="connsiteX21696" fmla="*/ 3041319 w 5158787"/>
              <a:gd name="connsiteY21696" fmla="*/ 2099292 h 4489084"/>
              <a:gd name="connsiteX21697" fmla="*/ 3926083 w 5158787"/>
              <a:gd name="connsiteY21697" fmla="*/ 2051142 h 4489084"/>
              <a:gd name="connsiteX21698" fmla="*/ 3938876 w 5158787"/>
              <a:gd name="connsiteY21698" fmla="*/ 2051142 h 4489084"/>
              <a:gd name="connsiteX21699" fmla="*/ 3939646 w 5158787"/>
              <a:gd name="connsiteY21699" fmla="*/ 2051616 h 4489084"/>
              <a:gd name="connsiteX21700" fmla="*/ 3946042 w 5158787"/>
              <a:gd name="connsiteY21700" fmla="*/ 2062691 h 4489084"/>
              <a:gd name="connsiteX21701" fmla="*/ 3946042 w 5158787"/>
              <a:gd name="connsiteY21701" fmla="*/ 2063579 h 4489084"/>
              <a:gd name="connsiteX21702" fmla="*/ 3939646 w 5158787"/>
              <a:gd name="connsiteY21702" fmla="*/ 2074654 h 4489084"/>
              <a:gd name="connsiteX21703" fmla="*/ 3938876 w 5158787"/>
              <a:gd name="connsiteY21703" fmla="*/ 2075128 h 4489084"/>
              <a:gd name="connsiteX21704" fmla="*/ 3926083 w 5158787"/>
              <a:gd name="connsiteY21704" fmla="*/ 2075128 h 4489084"/>
              <a:gd name="connsiteX21705" fmla="*/ 3925313 w 5158787"/>
              <a:gd name="connsiteY21705" fmla="*/ 2074654 h 4489084"/>
              <a:gd name="connsiteX21706" fmla="*/ 3918917 w 5158787"/>
              <a:gd name="connsiteY21706" fmla="*/ 2063579 h 4489084"/>
              <a:gd name="connsiteX21707" fmla="*/ 3918917 w 5158787"/>
              <a:gd name="connsiteY21707" fmla="*/ 2062691 h 4489084"/>
              <a:gd name="connsiteX21708" fmla="*/ 3925313 w 5158787"/>
              <a:gd name="connsiteY21708" fmla="*/ 2051616 h 4489084"/>
              <a:gd name="connsiteX21709" fmla="*/ 3926083 w 5158787"/>
              <a:gd name="connsiteY21709" fmla="*/ 2051142 h 4489084"/>
              <a:gd name="connsiteX21710" fmla="*/ 3993481 w 5158787"/>
              <a:gd name="connsiteY21710" fmla="*/ 2050728 h 4489084"/>
              <a:gd name="connsiteX21711" fmla="*/ 4006748 w 5158787"/>
              <a:gd name="connsiteY21711" fmla="*/ 2050728 h 4489084"/>
              <a:gd name="connsiteX21712" fmla="*/ 4007577 w 5158787"/>
              <a:gd name="connsiteY21712" fmla="*/ 2051202 h 4489084"/>
              <a:gd name="connsiteX21713" fmla="*/ 4014210 w 5158787"/>
              <a:gd name="connsiteY21713" fmla="*/ 2062692 h 4489084"/>
              <a:gd name="connsiteX21714" fmla="*/ 4014210 w 5158787"/>
              <a:gd name="connsiteY21714" fmla="*/ 2063639 h 4489084"/>
              <a:gd name="connsiteX21715" fmla="*/ 4007577 w 5158787"/>
              <a:gd name="connsiteY21715" fmla="*/ 2075129 h 4489084"/>
              <a:gd name="connsiteX21716" fmla="*/ 4006748 w 5158787"/>
              <a:gd name="connsiteY21716" fmla="*/ 2075603 h 4489084"/>
              <a:gd name="connsiteX21717" fmla="*/ 3993481 w 5158787"/>
              <a:gd name="connsiteY21717" fmla="*/ 2075603 h 4489084"/>
              <a:gd name="connsiteX21718" fmla="*/ 3992652 w 5158787"/>
              <a:gd name="connsiteY21718" fmla="*/ 2075129 h 4489084"/>
              <a:gd name="connsiteX21719" fmla="*/ 3986019 w 5158787"/>
              <a:gd name="connsiteY21719" fmla="*/ 2063639 h 4489084"/>
              <a:gd name="connsiteX21720" fmla="*/ 3986019 w 5158787"/>
              <a:gd name="connsiteY21720" fmla="*/ 2062692 h 4489084"/>
              <a:gd name="connsiteX21721" fmla="*/ 3992652 w 5158787"/>
              <a:gd name="connsiteY21721" fmla="*/ 2051202 h 4489084"/>
              <a:gd name="connsiteX21722" fmla="*/ 3993481 w 5158787"/>
              <a:gd name="connsiteY21722" fmla="*/ 2050728 h 4489084"/>
              <a:gd name="connsiteX21723" fmla="*/ 1422876 w 5158787"/>
              <a:gd name="connsiteY21723" fmla="*/ 2049484 h 4489084"/>
              <a:gd name="connsiteX21724" fmla="*/ 1437446 w 5158787"/>
              <a:gd name="connsiteY21724" fmla="*/ 2049484 h 4489084"/>
              <a:gd name="connsiteX21725" fmla="*/ 1438334 w 5158787"/>
              <a:gd name="connsiteY21725" fmla="*/ 2050017 h 4489084"/>
              <a:gd name="connsiteX21726" fmla="*/ 1445619 w 5158787"/>
              <a:gd name="connsiteY21726" fmla="*/ 2062632 h 4489084"/>
              <a:gd name="connsiteX21727" fmla="*/ 1445619 w 5158787"/>
              <a:gd name="connsiteY21727" fmla="*/ 2063639 h 4489084"/>
              <a:gd name="connsiteX21728" fmla="*/ 1438334 w 5158787"/>
              <a:gd name="connsiteY21728" fmla="*/ 2076254 h 4489084"/>
              <a:gd name="connsiteX21729" fmla="*/ 1437446 w 5158787"/>
              <a:gd name="connsiteY21729" fmla="*/ 2076787 h 4489084"/>
              <a:gd name="connsiteX21730" fmla="*/ 1422876 w 5158787"/>
              <a:gd name="connsiteY21730" fmla="*/ 2076787 h 4489084"/>
              <a:gd name="connsiteX21731" fmla="*/ 1421988 w 5158787"/>
              <a:gd name="connsiteY21731" fmla="*/ 2076254 h 4489084"/>
              <a:gd name="connsiteX21732" fmla="*/ 1414703 w 5158787"/>
              <a:gd name="connsiteY21732" fmla="*/ 2063639 h 4489084"/>
              <a:gd name="connsiteX21733" fmla="*/ 1414703 w 5158787"/>
              <a:gd name="connsiteY21733" fmla="*/ 2062632 h 4489084"/>
              <a:gd name="connsiteX21734" fmla="*/ 1421988 w 5158787"/>
              <a:gd name="connsiteY21734" fmla="*/ 2050017 h 4489084"/>
              <a:gd name="connsiteX21735" fmla="*/ 1422876 w 5158787"/>
              <a:gd name="connsiteY21735" fmla="*/ 2049484 h 4489084"/>
              <a:gd name="connsiteX21736" fmla="*/ 4465979 w 5158787"/>
              <a:gd name="connsiteY21736" fmla="*/ 2048951 h 4489084"/>
              <a:gd name="connsiteX21737" fmla="*/ 4481081 w 5158787"/>
              <a:gd name="connsiteY21737" fmla="*/ 2048951 h 4489084"/>
              <a:gd name="connsiteX21738" fmla="*/ 4482029 w 5158787"/>
              <a:gd name="connsiteY21738" fmla="*/ 2049484 h 4489084"/>
              <a:gd name="connsiteX21739" fmla="*/ 4489610 w 5158787"/>
              <a:gd name="connsiteY21739" fmla="*/ 2062573 h 4489084"/>
              <a:gd name="connsiteX21740" fmla="*/ 4489610 w 5158787"/>
              <a:gd name="connsiteY21740" fmla="*/ 2063639 h 4489084"/>
              <a:gd name="connsiteX21741" fmla="*/ 4482029 w 5158787"/>
              <a:gd name="connsiteY21741" fmla="*/ 2076728 h 4489084"/>
              <a:gd name="connsiteX21742" fmla="*/ 4481081 w 5158787"/>
              <a:gd name="connsiteY21742" fmla="*/ 2077260 h 4489084"/>
              <a:gd name="connsiteX21743" fmla="*/ 4465979 w 5158787"/>
              <a:gd name="connsiteY21743" fmla="*/ 2077260 h 4489084"/>
              <a:gd name="connsiteX21744" fmla="*/ 4465031 w 5158787"/>
              <a:gd name="connsiteY21744" fmla="*/ 2076728 h 4489084"/>
              <a:gd name="connsiteX21745" fmla="*/ 4457450 w 5158787"/>
              <a:gd name="connsiteY21745" fmla="*/ 2063639 h 4489084"/>
              <a:gd name="connsiteX21746" fmla="*/ 4457450 w 5158787"/>
              <a:gd name="connsiteY21746" fmla="*/ 2062573 h 4489084"/>
              <a:gd name="connsiteX21747" fmla="*/ 4465031 w 5158787"/>
              <a:gd name="connsiteY21747" fmla="*/ 2049484 h 4489084"/>
              <a:gd name="connsiteX21748" fmla="*/ 4465979 w 5158787"/>
              <a:gd name="connsiteY21748" fmla="*/ 2048951 h 4489084"/>
              <a:gd name="connsiteX21749" fmla="*/ 4398344 w 5158787"/>
              <a:gd name="connsiteY21749" fmla="*/ 2048951 h 4489084"/>
              <a:gd name="connsiteX21750" fmla="*/ 4413447 w 5158787"/>
              <a:gd name="connsiteY21750" fmla="*/ 2048951 h 4489084"/>
              <a:gd name="connsiteX21751" fmla="*/ 4414394 w 5158787"/>
              <a:gd name="connsiteY21751" fmla="*/ 2049484 h 4489084"/>
              <a:gd name="connsiteX21752" fmla="*/ 4421975 w 5158787"/>
              <a:gd name="connsiteY21752" fmla="*/ 2062573 h 4489084"/>
              <a:gd name="connsiteX21753" fmla="*/ 4421975 w 5158787"/>
              <a:gd name="connsiteY21753" fmla="*/ 2063639 h 4489084"/>
              <a:gd name="connsiteX21754" fmla="*/ 4414394 w 5158787"/>
              <a:gd name="connsiteY21754" fmla="*/ 2076728 h 4489084"/>
              <a:gd name="connsiteX21755" fmla="*/ 4413447 w 5158787"/>
              <a:gd name="connsiteY21755" fmla="*/ 2077260 h 4489084"/>
              <a:gd name="connsiteX21756" fmla="*/ 4398344 w 5158787"/>
              <a:gd name="connsiteY21756" fmla="*/ 2077260 h 4489084"/>
              <a:gd name="connsiteX21757" fmla="*/ 4397397 w 5158787"/>
              <a:gd name="connsiteY21757" fmla="*/ 2076728 h 4489084"/>
              <a:gd name="connsiteX21758" fmla="*/ 4389816 w 5158787"/>
              <a:gd name="connsiteY21758" fmla="*/ 2063639 h 4489084"/>
              <a:gd name="connsiteX21759" fmla="*/ 4389816 w 5158787"/>
              <a:gd name="connsiteY21759" fmla="*/ 2062573 h 4489084"/>
              <a:gd name="connsiteX21760" fmla="*/ 4397397 w 5158787"/>
              <a:gd name="connsiteY21760" fmla="*/ 2049484 h 4489084"/>
              <a:gd name="connsiteX21761" fmla="*/ 4398344 w 5158787"/>
              <a:gd name="connsiteY21761" fmla="*/ 2048951 h 4489084"/>
              <a:gd name="connsiteX21762" fmla="*/ 4330708 w 5158787"/>
              <a:gd name="connsiteY21762" fmla="*/ 2048951 h 4489084"/>
              <a:gd name="connsiteX21763" fmla="*/ 4345811 w 5158787"/>
              <a:gd name="connsiteY21763" fmla="*/ 2048951 h 4489084"/>
              <a:gd name="connsiteX21764" fmla="*/ 4346759 w 5158787"/>
              <a:gd name="connsiteY21764" fmla="*/ 2049484 h 4489084"/>
              <a:gd name="connsiteX21765" fmla="*/ 4354339 w 5158787"/>
              <a:gd name="connsiteY21765" fmla="*/ 2062573 h 4489084"/>
              <a:gd name="connsiteX21766" fmla="*/ 4354339 w 5158787"/>
              <a:gd name="connsiteY21766" fmla="*/ 2063639 h 4489084"/>
              <a:gd name="connsiteX21767" fmla="*/ 4346759 w 5158787"/>
              <a:gd name="connsiteY21767" fmla="*/ 2076728 h 4489084"/>
              <a:gd name="connsiteX21768" fmla="*/ 4345811 w 5158787"/>
              <a:gd name="connsiteY21768" fmla="*/ 2077260 h 4489084"/>
              <a:gd name="connsiteX21769" fmla="*/ 4330708 w 5158787"/>
              <a:gd name="connsiteY21769" fmla="*/ 2077260 h 4489084"/>
              <a:gd name="connsiteX21770" fmla="*/ 4329761 w 5158787"/>
              <a:gd name="connsiteY21770" fmla="*/ 2076728 h 4489084"/>
              <a:gd name="connsiteX21771" fmla="*/ 4322180 w 5158787"/>
              <a:gd name="connsiteY21771" fmla="*/ 2063639 h 4489084"/>
              <a:gd name="connsiteX21772" fmla="*/ 4322180 w 5158787"/>
              <a:gd name="connsiteY21772" fmla="*/ 2062573 h 4489084"/>
              <a:gd name="connsiteX21773" fmla="*/ 4329761 w 5158787"/>
              <a:gd name="connsiteY21773" fmla="*/ 2049484 h 4489084"/>
              <a:gd name="connsiteX21774" fmla="*/ 4330708 w 5158787"/>
              <a:gd name="connsiteY21774" fmla="*/ 2048951 h 4489084"/>
              <a:gd name="connsiteX21775" fmla="*/ 4127803 w 5158787"/>
              <a:gd name="connsiteY21775" fmla="*/ 2048951 h 4489084"/>
              <a:gd name="connsiteX21776" fmla="*/ 4142906 w 5158787"/>
              <a:gd name="connsiteY21776" fmla="*/ 2048951 h 4489084"/>
              <a:gd name="connsiteX21777" fmla="*/ 4143854 w 5158787"/>
              <a:gd name="connsiteY21777" fmla="*/ 2049484 h 4489084"/>
              <a:gd name="connsiteX21778" fmla="*/ 4151435 w 5158787"/>
              <a:gd name="connsiteY21778" fmla="*/ 2062573 h 4489084"/>
              <a:gd name="connsiteX21779" fmla="*/ 4151435 w 5158787"/>
              <a:gd name="connsiteY21779" fmla="*/ 2063639 h 4489084"/>
              <a:gd name="connsiteX21780" fmla="*/ 4143854 w 5158787"/>
              <a:gd name="connsiteY21780" fmla="*/ 2076728 h 4489084"/>
              <a:gd name="connsiteX21781" fmla="*/ 4142906 w 5158787"/>
              <a:gd name="connsiteY21781" fmla="*/ 2077260 h 4489084"/>
              <a:gd name="connsiteX21782" fmla="*/ 4127803 w 5158787"/>
              <a:gd name="connsiteY21782" fmla="*/ 2077260 h 4489084"/>
              <a:gd name="connsiteX21783" fmla="*/ 4126856 w 5158787"/>
              <a:gd name="connsiteY21783" fmla="*/ 2076728 h 4489084"/>
              <a:gd name="connsiteX21784" fmla="*/ 4119275 w 5158787"/>
              <a:gd name="connsiteY21784" fmla="*/ 2063639 h 4489084"/>
              <a:gd name="connsiteX21785" fmla="*/ 4119275 w 5158787"/>
              <a:gd name="connsiteY21785" fmla="*/ 2062573 h 4489084"/>
              <a:gd name="connsiteX21786" fmla="*/ 4126856 w 5158787"/>
              <a:gd name="connsiteY21786" fmla="*/ 2049484 h 4489084"/>
              <a:gd name="connsiteX21787" fmla="*/ 4127803 w 5158787"/>
              <a:gd name="connsiteY21787" fmla="*/ 2048951 h 4489084"/>
              <a:gd name="connsiteX21788" fmla="*/ 4263015 w 5158787"/>
              <a:gd name="connsiteY21788" fmla="*/ 2048892 h 4489084"/>
              <a:gd name="connsiteX21789" fmla="*/ 4278235 w 5158787"/>
              <a:gd name="connsiteY21789" fmla="*/ 2048892 h 4489084"/>
              <a:gd name="connsiteX21790" fmla="*/ 4279183 w 5158787"/>
              <a:gd name="connsiteY21790" fmla="*/ 2049425 h 4489084"/>
              <a:gd name="connsiteX21791" fmla="*/ 4286824 w 5158787"/>
              <a:gd name="connsiteY21791" fmla="*/ 2062632 h 4489084"/>
              <a:gd name="connsiteX21792" fmla="*/ 4286824 w 5158787"/>
              <a:gd name="connsiteY21792" fmla="*/ 2063698 h 4489084"/>
              <a:gd name="connsiteX21793" fmla="*/ 4279183 w 5158787"/>
              <a:gd name="connsiteY21793" fmla="*/ 2076905 h 4489084"/>
              <a:gd name="connsiteX21794" fmla="*/ 4278235 w 5158787"/>
              <a:gd name="connsiteY21794" fmla="*/ 2077439 h 4489084"/>
              <a:gd name="connsiteX21795" fmla="*/ 4263015 w 5158787"/>
              <a:gd name="connsiteY21795" fmla="*/ 2077439 h 4489084"/>
              <a:gd name="connsiteX21796" fmla="*/ 4262067 w 5158787"/>
              <a:gd name="connsiteY21796" fmla="*/ 2076905 h 4489084"/>
              <a:gd name="connsiteX21797" fmla="*/ 4254427 w 5158787"/>
              <a:gd name="connsiteY21797" fmla="*/ 2063698 h 4489084"/>
              <a:gd name="connsiteX21798" fmla="*/ 4254427 w 5158787"/>
              <a:gd name="connsiteY21798" fmla="*/ 2062632 h 4489084"/>
              <a:gd name="connsiteX21799" fmla="*/ 4262067 w 5158787"/>
              <a:gd name="connsiteY21799" fmla="*/ 2049425 h 4489084"/>
              <a:gd name="connsiteX21800" fmla="*/ 4263015 w 5158787"/>
              <a:gd name="connsiteY21800" fmla="*/ 2048892 h 4489084"/>
              <a:gd name="connsiteX21801" fmla="*/ 1354826 w 5158787"/>
              <a:gd name="connsiteY21801" fmla="*/ 2048773 h 4489084"/>
              <a:gd name="connsiteX21802" fmla="*/ 1370165 w 5158787"/>
              <a:gd name="connsiteY21802" fmla="*/ 2048773 h 4489084"/>
              <a:gd name="connsiteX21803" fmla="*/ 1371113 w 5158787"/>
              <a:gd name="connsiteY21803" fmla="*/ 2049306 h 4489084"/>
              <a:gd name="connsiteX21804" fmla="*/ 1378753 w 5158787"/>
              <a:gd name="connsiteY21804" fmla="*/ 2062573 h 4489084"/>
              <a:gd name="connsiteX21805" fmla="*/ 1378753 w 5158787"/>
              <a:gd name="connsiteY21805" fmla="*/ 2063639 h 4489084"/>
              <a:gd name="connsiteX21806" fmla="*/ 1371054 w 5158787"/>
              <a:gd name="connsiteY21806" fmla="*/ 2076905 h 4489084"/>
              <a:gd name="connsiteX21807" fmla="*/ 1370106 w 5158787"/>
              <a:gd name="connsiteY21807" fmla="*/ 2077438 h 4489084"/>
              <a:gd name="connsiteX21808" fmla="*/ 1354767 w 5158787"/>
              <a:gd name="connsiteY21808" fmla="*/ 2077438 h 4489084"/>
              <a:gd name="connsiteX21809" fmla="*/ 1353819 w 5158787"/>
              <a:gd name="connsiteY21809" fmla="*/ 2076905 h 4489084"/>
              <a:gd name="connsiteX21810" fmla="*/ 1346179 w 5158787"/>
              <a:gd name="connsiteY21810" fmla="*/ 2063639 h 4489084"/>
              <a:gd name="connsiteX21811" fmla="*/ 1346179 w 5158787"/>
              <a:gd name="connsiteY21811" fmla="*/ 2062573 h 4489084"/>
              <a:gd name="connsiteX21812" fmla="*/ 1353879 w 5158787"/>
              <a:gd name="connsiteY21812" fmla="*/ 2049306 h 4489084"/>
              <a:gd name="connsiteX21813" fmla="*/ 1354826 w 5158787"/>
              <a:gd name="connsiteY21813" fmla="*/ 2048773 h 4489084"/>
              <a:gd name="connsiteX21814" fmla="*/ 4533259 w 5158787"/>
              <a:gd name="connsiteY21814" fmla="*/ 2048240 h 4489084"/>
              <a:gd name="connsiteX21815" fmla="*/ 4549131 w 5158787"/>
              <a:gd name="connsiteY21815" fmla="*/ 2048240 h 4489084"/>
              <a:gd name="connsiteX21816" fmla="*/ 4550079 w 5158787"/>
              <a:gd name="connsiteY21816" fmla="*/ 2048773 h 4489084"/>
              <a:gd name="connsiteX21817" fmla="*/ 4558015 w 5158787"/>
              <a:gd name="connsiteY21817" fmla="*/ 2062572 h 4489084"/>
              <a:gd name="connsiteX21818" fmla="*/ 4558015 w 5158787"/>
              <a:gd name="connsiteY21818" fmla="*/ 2063698 h 4489084"/>
              <a:gd name="connsiteX21819" fmla="*/ 4550079 w 5158787"/>
              <a:gd name="connsiteY21819" fmla="*/ 2077497 h 4489084"/>
              <a:gd name="connsiteX21820" fmla="*/ 4549131 w 5158787"/>
              <a:gd name="connsiteY21820" fmla="*/ 2078030 h 4489084"/>
              <a:gd name="connsiteX21821" fmla="*/ 4533259 w 5158787"/>
              <a:gd name="connsiteY21821" fmla="*/ 2078030 h 4489084"/>
              <a:gd name="connsiteX21822" fmla="*/ 4532311 w 5158787"/>
              <a:gd name="connsiteY21822" fmla="*/ 2077497 h 4489084"/>
              <a:gd name="connsiteX21823" fmla="*/ 4524375 w 5158787"/>
              <a:gd name="connsiteY21823" fmla="*/ 2063698 h 4489084"/>
              <a:gd name="connsiteX21824" fmla="*/ 4524375 w 5158787"/>
              <a:gd name="connsiteY21824" fmla="*/ 2062572 h 4489084"/>
              <a:gd name="connsiteX21825" fmla="*/ 4532311 w 5158787"/>
              <a:gd name="connsiteY21825" fmla="*/ 2048773 h 4489084"/>
              <a:gd name="connsiteX21826" fmla="*/ 4533259 w 5158787"/>
              <a:gd name="connsiteY21826" fmla="*/ 2048240 h 4489084"/>
              <a:gd name="connsiteX21827" fmla="*/ 1286954 w 5158787"/>
              <a:gd name="connsiteY21827" fmla="*/ 2048240 h 4489084"/>
              <a:gd name="connsiteX21828" fmla="*/ 1302826 w 5158787"/>
              <a:gd name="connsiteY21828" fmla="*/ 2048240 h 4489084"/>
              <a:gd name="connsiteX21829" fmla="*/ 1303774 w 5158787"/>
              <a:gd name="connsiteY21829" fmla="*/ 2048773 h 4489084"/>
              <a:gd name="connsiteX21830" fmla="*/ 1311710 w 5158787"/>
              <a:gd name="connsiteY21830" fmla="*/ 2062572 h 4489084"/>
              <a:gd name="connsiteX21831" fmla="*/ 1311710 w 5158787"/>
              <a:gd name="connsiteY21831" fmla="*/ 2063698 h 4489084"/>
              <a:gd name="connsiteX21832" fmla="*/ 1303774 w 5158787"/>
              <a:gd name="connsiteY21832" fmla="*/ 2077497 h 4489084"/>
              <a:gd name="connsiteX21833" fmla="*/ 1302826 w 5158787"/>
              <a:gd name="connsiteY21833" fmla="*/ 2078030 h 4489084"/>
              <a:gd name="connsiteX21834" fmla="*/ 1286954 w 5158787"/>
              <a:gd name="connsiteY21834" fmla="*/ 2078030 h 4489084"/>
              <a:gd name="connsiteX21835" fmla="*/ 1286006 w 5158787"/>
              <a:gd name="connsiteY21835" fmla="*/ 2077497 h 4489084"/>
              <a:gd name="connsiteX21836" fmla="*/ 1278070 w 5158787"/>
              <a:gd name="connsiteY21836" fmla="*/ 2063698 h 4489084"/>
              <a:gd name="connsiteX21837" fmla="*/ 1278070 w 5158787"/>
              <a:gd name="connsiteY21837" fmla="*/ 2062572 h 4489084"/>
              <a:gd name="connsiteX21838" fmla="*/ 1286006 w 5158787"/>
              <a:gd name="connsiteY21838" fmla="*/ 2048773 h 4489084"/>
              <a:gd name="connsiteX21839" fmla="*/ 1286954 w 5158787"/>
              <a:gd name="connsiteY21839" fmla="*/ 2048240 h 4489084"/>
              <a:gd name="connsiteX21840" fmla="*/ 4194965 w 5158787"/>
              <a:gd name="connsiteY21840" fmla="*/ 2048062 h 4489084"/>
              <a:gd name="connsiteX21841" fmla="*/ 4211074 w 5158787"/>
              <a:gd name="connsiteY21841" fmla="*/ 2048062 h 4489084"/>
              <a:gd name="connsiteX21842" fmla="*/ 4212081 w 5158787"/>
              <a:gd name="connsiteY21842" fmla="*/ 2048654 h 4489084"/>
              <a:gd name="connsiteX21843" fmla="*/ 4220136 w 5158787"/>
              <a:gd name="connsiteY21843" fmla="*/ 2062632 h 4489084"/>
              <a:gd name="connsiteX21844" fmla="*/ 4220136 w 5158787"/>
              <a:gd name="connsiteY21844" fmla="*/ 2063757 h 4489084"/>
              <a:gd name="connsiteX21845" fmla="*/ 4212081 w 5158787"/>
              <a:gd name="connsiteY21845" fmla="*/ 2077734 h 4489084"/>
              <a:gd name="connsiteX21846" fmla="*/ 4211074 w 5158787"/>
              <a:gd name="connsiteY21846" fmla="*/ 2078326 h 4489084"/>
              <a:gd name="connsiteX21847" fmla="*/ 4194965 w 5158787"/>
              <a:gd name="connsiteY21847" fmla="*/ 2078326 h 4489084"/>
              <a:gd name="connsiteX21848" fmla="*/ 4193958 w 5158787"/>
              <a:gd name="connsiteY21848" fmla="*/ 2077734 h 4489084"/>
              <a:gd name="connsiteX21849" fmla="*/ 4185903 w 5158787"/>
              <a:gd name="connsiteY21849" fmla="*/ 2063757 h 4489084"/>
              <a:gd name="connsiteX21850" fmla="*/ 4185903 w 5158787"/>
              <a:gd name="connsiteY21850" fmla="*/ 2062632 h 4489084"/>
              <a:gd name="connsiteX21851" fmla="*/ 4193958 w 5158787"/>
              <a:gd name="connsiteY21851" fmla="*/ 2048654 h 4489084"/>
              <a:gd name="connsiteX21852" fmla="*/ 4194965 w 5158787"/>
              <a:gd name="connsiteY21852" fmla="*/ 2048062 h 4489084"/>
              <a:gd name="connsiteX21853" fmla="*/ 4600598 w 5158787"/>
              <a:gd name="connsiteY21853" fmla="*/ 2047826 h 4489084"/>
              <a:gd name="connsiteX21854" fmla="*/ 4616945 w 5158787"/>
              <a:gd name="connsiteY21854" fmla="*/ 2047826 h 4489084"/>
              <a:gd name="connsiteX21855" fmla="*/ 4617951 w 5158787"/>
              <a:gd name="connsiteY21855" fmla="*/ 2048418 h 4489084"/>
              <a:gd name="connsiteX21856" fmla="*/ 4626124 w 5158787"/>
              <a:gd name="connsiteY21856" fmla="*/ 2062573 h 4489084"/>
              <a:gd name="connsiteX21857" fmla="*/ 4626124 w 5158787"/>
              <a:gd name="connsiteY21857" fmla="*/ 2063758 h 4489084"/>
              <a:gd name="connsiteX21858" fmla="*/ 4617951 w 5158787"/>
              <a:gd name="connsiteY21858" fmla="*/ 2077912 h 4489084"/>
              <a:gd name="connsiteX21859" fmla="*/ 4616945 w 5158787"/>
              <a:gd name="connsiteY21859" fmla="*/ 2078505 h 4489084"/>
              <a:gd name="connsiteX21860" fmla="*/ 4600598 w 5158787"/>
              <a:gd name="connsiteY21860" fmla="*/ 2078505 h 4489084"/>
              <a:gd name="connsiteX21861" fmla="*/ 4599591 w 5158787"/>
              <a:gd name="connsiteY21861" fmla="*/ 2077912 h 4489084"/>
              <a:gd name="connsiteX21862" fmla="*/ 4591418 w 5158787"/>
              <a:gd name="connsiteY21862" fmla="*/ 2063758 h 4489084"/>
              <a:gd name="connsiteX21863" fmla="*/ 4591418 w 5158787"/>
              <a:gd name="connsiteY21863" fmla="*/ 2062573 h 4489084"/>
              <a:gd name="connsiteX21864" fmla="*/ 4599591 w 5158787"/>
              <a:gd name="connsiteY21864" fmla="*/ 2048418 h 4489084"/>
              <a:gd name="connsiteX21865" fmla="*/ 4600598 w 5158787"/>
              <a:gd name="connsiteY21865" fmla="*/ 2047826 h 4489084"/>
              <a:gd name="connsiteX21866" fmla="*/ 1489563 w 5158787"/>
              <a:gd name="connsiteY21866" fmla="*/ 2047707 h 4489084"/>
              <a:gd name="connsiteX21867" fmla="*/ 1506027 w 5158787"/>
              <a:gd name="connsiteY21867" fmla="*/ 2047707 h 4489084"/>
              <a:gd name="connsiteX21868" fmla="*/ 1507034 w 5158787"/>
              <a:gd name="connsiteY21868" fmla="*/ 2048299 h 4489084"/>
              <a:gd name="connsiteX21869" fmla="*/ 1515267 w 5158787"/>
              <a:gd name="connsiteY21869" fmla="*/ 2062573 h 4489084"/>
              <a:gd name="connsiteX21870" fmla="*/ 1515267 w 5158787"/>
              <a:gd name="connsiteY21870" fmla="*/ 2063757 h 4489084"/>
              <a:gd name="connsiteX21871" fmla="*/ 1507034 w 5158787"/>
              <a:gd name="connsiteY21871" fmla="*/ 2078030 h 4489084"/>
              <a:gd name="connsiteX21872" fmla="*/ 1506027 w 5158787"/>
              <a:gd name="connsiteY21872" fmla="*/ 2078623 h 4489084"/>
              <a:gd name="connsiteX21873" fmla="*/ 1489563 w 5158787"/>
              <a:gd name="connsiteY21873" fmla="*/ 2078623 h 4489084"/>
              <a:gd name="connsiteX21874" fmla="*/ 1488556 w 5158787"/>
              <a:gd name="connsiteY21874" fmla="*/ 2078030 h 4489084"/>
              <a:gd name="connsiteX21875" fmla="*/ 1480324 w 5158787"/>
              <a:gd name="connsiteY21875" fmla="*/ 2063757 h 4489084"/>
              <a:gd name="connsiteX21876" fmla="*/ 1480324 w 5158787"/>
              <a:gd name="connsiteY21876" fmla="*/ 2062573 h 4489084"/>
              <a:gd name="connsiteX21877" fmla="*/ 1488556 w 5158787"/>
              <a:gd name="connsiteY21877" fmla="*/ 2048299 h 4489084"/>
              <a:gd name="connsiteX21878" fmla="*/ 1489563 w 5158787"/>
              <a:gd name="connsiteY21878" fmla="*/ 2047707 h 4489084"/>
              <a:gd name="connsiteX21879" fmla="*/ 4059399 w 5158787"/>
              <a:gd name="connsiteY21879" fmla="*/ 2047411 h 4489084"/>
              <a:gd name="connsiteX21880" fmla="*/ 4076160 w 5158787"/>
              <a:gd name="connsiteY21880" fmla="*/ 2047411 h 4489084"/>
              <a:gd name="connsiteX21881" fmla="*/ 4077167 w 5158787"/>
              <a:gd name="connsiteY21881" fmla="*/ 2048003 h 4489084"/>
              <a:gd name="connsiteX21882" fmla="*/ 4085577 w 5158787"/>
              <a:gd name="connsiteY21882" fmla="*/ 2062513 h 4489084"/>
              <a:gd name="connsiteX21883" fmla="*/ 4085577 w 5158787"/>
              <a:gd name="connsiteY21883" fmla="*/ 2063698 h 4489084"/>
              <a:gd name="connsiteX21884" fmla="*/ 4077167 w 5158787"/>
              <a:gd name="connsiteY21884" fmla="*/ 2078208 h 4489084"/>
              <a:gd name="connsiteX21885" fmla="*/ 4076160 w 5158787"/>
              <a:gd name="connsiteY21885" fmla="*/ 2078800 h 4489084"/>
              <a:gd name="connsiteX21886" fmla="*/ 4059399 w 5158787"/>
              <a:gd name="connsiteY21886" fmla="*/ 2078800 h 4489084"/>
              <a:gd name="connsiteX21887" fmla="*/ 4058392 w 5158787"/>
              <a:gd name="connsiteY21887" fmla="*/ 2078208 h 4489084"/>
              <a:gd name="connsiteX21888" fmla="*/ 4049983 w 5158787"/>
              <a:gd name="connsiteY21888" fmla="*/ 2063698 h 4489084"/>
              <a:gd name="connsiteX21889" fmla="*/ 4049983 w 5158787"/>
              <a:gd name="connsiteY21889" fmla="*/ 2062513 h 4489084"/>
              <a:gd name="connsiteX21890" fmla="*/ 4058392 w 5158787"/>
              <a:gd name="connsiteY21890" fmla="*/ 2048003 h 4489084"/>
              <a:gd name="connsiteX21891" fmla="*/ 4059399 w 5158787"/>
              <a:gd name="connsiteY21891" fmla="*/ 2047411 h 4489084"/>
              <a:gd name="connsiteX21892" fmla="*/ 1218846 w 5158787"/>
              <a:gd name="connsiteY21892" fmla="*/ 2047292 h 4489084"/>
              <a:gd name="connsiteX21893" fmla="*/ 1235725 w 5158787"/>
              <a:gd name="connsiteY21893" fmla="*/ 2047292 h 4489084"/>
              <a:gd name="connsiteX21894" fmla="*/ 1236732 w 5158787"/>
              <a:gd name="connsiteY21894" fmla="*/ 2047884 h 4489084"/>
              <a:gd name="connsiteX21895" fmla="*/ 1245142 w 5158787"/>
              <a:gd name="connsiteY21895" fmla="*/ 2062513 h 4489084"/>
              <a:gd name="connsiteX21896" fmla="*/ 1245142 w 5158787"/>
              <a:gd name="connsiteY21896" fmla="*/ 2063697 h 4489084"/>
              <a:gd name="connsiteX21897" fmla="*/ 1236673 w 5158787"/>
              <a:gd name="connsiteY21897" fmla="*/ 2078326 h 4489084"/>
              <a:gd name="connsiteX21898" fmla="*/ 1235666 w 5158787"/>
              <a:gd name="connsiteY21898" fmla="*/ 2078918 h 4489084"/>
              <a:gd name="connsiteX21899" fmla="*/ 1218787 w 5158787"/>
              <a:gd name="connsiteY21899" fmla="*/ 2078918 h 4489084"/>
              <a:gd name="connsiteX21900" fmla="*/ 1217780 w 5158787"/>
              <a:gd name="connsiteY21900" fmla="*/ 2078326 h 4489084"/>
              <a:gd name="connsiteX21901" fmla="*/ 1209370 w 5158787"/>
              <a:gd name="connsiteY21901" fmla="*/ 2063697 h 4489084"/>
              <a:gd name="connsiteX21902" fmla="*/ 1209370 w 5158787"/>
              <a:gd name="connsiteY21902" fmla="*/ 2062513 h 4489084"/>
              <a:gd name="connsiteX21903" fmla="*/ 1217839 w 5158787"/>
              <a:gd name="connsiteY21903" fmla="*/ 2047884 h 4489084"/>
              <a:gd name="connsiteX21904" fmla="*/ 1218846 w 5158787"/>
              <a:gd name="connsiteY21904" fmla="*/ 2047292 h 4489084"/>
              <a:gd name="connsiteX21905" fmla="*/ 1556902 w 5158787"/>
              <a:gd name="connsiteY21905" fmla="*/ 2047233 h 4489084"/>
              <a:gd name="connsiteX21906" fmla="*/ 1573900 w 5158787"/>
              <a:gd name="connsiteY21906" fmla="*/ 2047233 h 4489084"/>
              <a:gd name="connsiteX21907" fmla="*/ 1574966 w 5158787"/>
              <a:gd name="connsiteY21907" fmla="*/ 2047825 h 4489084"/>
              <a:gd name="connsiteX21908" fmla="*/ 1583435 w 5158787"/>
              <a:gd name="connsiteY21908" fmla="*/ 2062572 h 4489084"/>
              <a:gd name="connsiteX21909" fmla="*/ 1583435 w 5158787"/>
              <a:gd name="connsiteY21909" fmla="*/ 2063757 h 4489084"/>
              <a:gd name="connsiteX21910" fmla="*/ 1574907 w 5158787"/>
              <a:gd name="connsiteY21910" fmla="*/ 2078504 h 4489084"/>
              <a:gd name="connsiteX21911" fmla="*/ 1573841 w 5158787"/>
              <a:gd name="connsiteY21911" fmla="*/ 2079096 h 4489084"/>
              <a:gd name="connsiteX21912" fmla="*/ 1556843 w 5158787"/>
              <a:gd name="connsiteY21912" fmla="*/ 2079096 h 4489084"/>
              <a:gd name="connsiteX21913" fmla="*/ 1555777 w 5158787"/>
              <a:gd name="connsiteY21913" fmla="*/ 2078504 h 4489084"/>
              <a:gd name="connsiteX21914" fmla="*/ 1547308 w 5158787"/>
              <a:gd name="connsiteY21914" fmla="*/ 2063757 h 4489084"/>
              <a:gd name="connsiteX21915" fmla="*/ 1547308 w 5158787"/>
              <a:gd name="connsiteY21915" fmla="*/ 2062572 h 4489084"/>
              <a:gd name="connsiteX21916" fmla="*/ 1555836 w 5158787"/>
              <a:gd name="connsiteY21916" fmla="*/ 2047825 h 4489084"/>
              <a:gd name="connsiteX21917" fmla="*/ 1556902 w 5158787"/>
              <a:gd name="connsiteY21917" fmla="*/ 2047233 h 4489084"/>
              <a:gd name="connsiteX21918" fmla="*/ 3518081 w 5158787"/>
              <a:gd name="connsiteY21918" fmla="*/ 2046996 h 4489084"/>
              <a:gd name="connsiteX21919" fmla="*/ 3535316 w 5158787"/>
              <a:gd name="connsiteY21919" fmla="*/ 2046996 h 4489084"/>
              <a:gd name="connsiteX21920" fmla="*/ 3536382 w 5158787"/>
              <a:gd name="connsiteY21920" fmla="*/ 2047588 h 4489084"/>
              <a:gd name="connsiteX21921" fmla="*/ 3544970 w 5158787"/>
              <a:gd name="connsiteY21921" fmla="*/ 2062513 h 4489084"/>
              <a:gd name="connsiteX21922" fmla="*/ 3544970 w 5158787"/>
              <a:gd name="connsiteY21922" fmla="*/ 2063757 h 4489084"/>
              <a:gd name="connsiteX21923" fmla="*/ 3536322 w 5158787"/>
              <a:gd name="connsiteY21923" fmla="*/ 2078682 h 4489084"/>
              <a:gd name="connsiteX21924" fmla="*/ 3535257 w 5158787"/>
              <a:gd name="connsiteY21924" fmla="*/ 2079274 h 4489084"/>
              <a:gd name="connsiteX21925" fmla="*/ 3518022 w 5158787"/>
              <a:gd name="connsiteY21925" fmla="*/ 2079274 h 4489084"/>
              <a:gd name="connsiteX21926" fmla="*/ 3516956 w 5158787"/>
              <a:gd name="connsiteY21926" fmla="*/ 2078682 h 4489084"/>
              <a:gd name="connsiteX21927" fmla="*/ 3508368 w 5158787"/>
              <a:gd name="connsiteY21927" fmla="*/ 2063757 h 4489084"/>
              <a:gd name="connsiteX21928" fmla="*/ 3508368 w 5158787"/>
              <a:gd name="connsiteY21928" fmla="*/ 2062513 h 4489084"/>
              <a:gd name="connsiteX21929" fmla="*/ 3517016 w 5158787"/>
              <a:gd name="connsiteY21929" fmla="*/ 2047588 h 4489084"/>
              <a:gd name="connsiteX21930" fmla="*/ 3518081 w 5158787"/>
              <a:gd name="connsiteY21930" fmla="*/ 2046996 h 4489084"/>
              <a:gd name="connsiteX21931" fmla="*/ 1691936 w 5158787"/>
              <a:gd name="connsiteY21931" fmla="*/ 2046819 h 4489084"/>
              <a:gd name="connsiteX21932" fmla="*/ 1709407 w 5158787"/>
              <a:gd name="connsiteY21932" fmla="*/ 2046819 h 4489084"/>
              <a:gd name="connsiteX21933" fmla="*/ 1710473 w 5158787"/>
              <a:gd name="connsiteY21933" fmla="*/ 2047411 h 4489084"/>
              <a:gd name="connsiteX21934" fmla="*/ 1719179 w 5158787"/>
              <a:gd name="connsiteY21934" fmla="*/ 2062513 h 4489084"/>
              <a:gd name="connsiteX21935" fmla="*/ 1719179 w 5158787"/>
              <a:gd name="connsiteY21935" fmla="*/ 2063757 h 4489084"/>
              <a:gd name="connsiteX21936" fmla="*/ 1710473 w 5158787"/>
              <a:gd name="connsiteY21936" fmla="*/ 2078860 h 4489084"/>
              <a:gd name="connsiteX21937" fmla="*/ 1709407 w 5158787"/>
              <a:gd name="connsiteY21937" fmla="*/ 2079452 h 4489084"/>
              <a:gd name="connsiteX21938" fmla="*/ 1691936 w 5158787"/>
              <a:gd name="connsiteY21938" fmla="*/ 2079452 h 4489084"/>
              <a:gd name="connsiteX21939" fmla="*/ 1690869 w 5158787"/>
              <a:gd name="connsiteY21939" fmla="*/ 2078860 h 4489084"/>
              <a:gd name="connsiteX21940" fmla="*/ 1682164 w 5158787"/>
              <a:gd name="connsiteY21940" fmla="*/ 2063757 h 4489084"/>
              <a:gd name="connsiteX21941" fmla="*/ 1682164 w 5158787"/>
              <a:gd name="connsiteY21941" fmla="*/ 2062513 h 4489084"/>
              <a:gd name="connsiteX21942" fmla="*/ 1690869 w 5158787"/>
              <a:gd name="connsiteY21942" fmla="*/ 2047411 h 4489084"/>
              <a:gd name="connsiteX21943" fmla="*/ 1691936 w 5158787"/>
              <a:gd name="connsiteY21943" fmla="*/ 2046819 h 4489084"/>
              <a:gd name="connsiteX21944" fmla="*/ 1624300 w 5158787"/>
              <a:gd name="connsiteY21944" fmla="*/ 2046819 h 4489084"/>
              <a:gd name="connsiteX21945" fmla="*/ 1641771 w 5158787"/>
              <a:gd name="connsiteY21945" fmla="*/ 2046819 h 4489084"/>
              <a:gd name="connsiteX21946" fmla="*/ 1642837 w 5158787"/>
              <a:gd name="connsiteY21946" fmla="*/ 2047411 h 4489084"/>
              <a:gd name="connsiteX21947" fmla="*/ 1651544 w 5158787"/>
              <a:gd name="connsiteY21947" fmla="*/ 2062513 h 4489084"/>
              <a:gd name="connsiteX21948" fmla="*/ 1651544 w 5158787"/>
              <a:gd name="connsiteY21948" fmla="*/ 2063757 h 4489084"/>
              <a:gd name="connsiteX21949" fmla="*/ 1642837 w 5158787"/>
              <a:gd name="connsiteY21949" fmla="*/ 2078860 h 4489084"/>
              <a:gd name="connsiteX21950" fmla="*/ 1641771 w 5158787"/>
              <a:gd name="connsiteY21950" fmla="*/ 2079452 h 4489084"/>
              <a:gd name="connsiteX21951" fmla="*/ 1624300 w 5158787"/>
              <a:gd name="connsiteY21951" fmla="*/ 2079452 h 4489084"/>
              <a:gd name="connsiteX21952" fmla="*/ 1623234 w 5158787"/>
              <a:gd name="connsiteY21952" fmla="*/ 2078860 h 4489084"/>
              <a:gd name="connsiteX21953" fmla="*/ 1614528 w 5158787"/>
              <a:gd name="connsiteY21953" fmla="*/ 2063757 h 4489084"/>
              <a:gd name="connsiteX21954" fmla="*/ 1614528 w 5158787"/>
              <a:gd name="connsiteY21954" fmla="*/ 2062513 h 4489084"/>
              <a:gd name="connsiteX21955" fmla="*/ 1623234 w 5158787"/>
              <a:gd name="connsiteY21955" fmla="*/ 2047411 h 4489084"/>
              <a:gd name="connsiteX21956" fmla="*/ 1624300 w 5158787"/>
              <a:gd name="connsiteY21956" fmla="*/ 2046819 h 4489084"/>
              <a:gd name="connsiteX21957" fmla="*/ 1759452 w 5158787"/>
              <a:gd name="connsiteY21957" fmla="*/ 2046582 h 4489084"/>
              <a:gd name="connsiteX21958" fmla="*/ 1777101 w 5158787"/>
              <a:gd name="connsiteY21958" fmla="*/ 2046582 h 4489084"/>
              <a:gd name="connsiteX21959" fmla="*/ 1778167 w 5158787"/>
              <a:gd name="connsiteY21959" fmla="*/ 2047233 h 4489084"/>
              <a:gd name="connsiteX21960" fmla="*/ 1786992 w 5158787"/>
              <a:gd name="connsiteY21960" fmla="*/ 2062514 h 4489084"/>
              <a:gd name="connsiteX21961" fmla="*/ 1786992 w 5158787"/>
              <a:gd name="connsiteY21961" fmla="*/ 2063757 h 4489084"/>
              <a:gd name="connsiteX21962" fmla="*/ 1778167 w 5158787"/>
              <a:gd name="connsiteY21962" fmla="*/ 2079038 h 4489084"/>
              <a:gd name="connsiteX21963" fmla="*/ 1777101 w 5158787"/>
              <a:gd name="connsiteY21963" fmla="*/ 2079689 h 4489084"/>
              <a:gd name="connsiteX21964" fmla="*/ 1759452 w 5158787"/>
              <a:gd name="connsiteY21964" fmla="*/ 2079689 h 4489084"/>
              <a:gd name="connsiteX21965" fmla="*/ 1758386 w 5158787"/>
              <a:gd name="connsiteY21965" fmla="*/ 2079038 h 4489084"/>
              <a:gd name="connsiteX21966" fmla="*/ 1749562 w 5158787"/>
              <a:gd name="connsiteY21966" fmla="*/ 2063757 h 4489084"/>
              <a:gd name="connsiteX21967" fmla="*/ 1749562 w 5158787"/>
              <a:gd name="connsiteY21967" fmla="*/ 2062514 h 4489084"/>
              <a:gd name="connsiteX21968" fmla="*/ 1758386 w 5158787"/>
              <a:gd name="connsiteY21968" fmla="*/ 2047233 h 4489084"/>
              <a:gd name="connsiteX21969" fmla="*/ 1759452 w 5158787"/>
              <a:gd name="connsiteY21969" fmla="*/ 2046582 h 4489084"/>
              <a:gd name="connsiteX21970" fmla="*/ 3450032 w 5158787"/>
              <a:gd name="connsiteY21970" fmla="*/ 2046286 h 4489084"/>
              <a:gd name="connsiteX21971" fmla="*/ 3468037 w 5158787"/>
              <a:gd name="connsiteY21971" fmla="*/ 2046286 h 4489084"/>
              <a:gd name="connsiteX21972" fmla="*/ 3469162 w 5158787"/>
              <a:gd name="connsiteY21972" fmla="*/ 2046937 h 4489084"/>
              <a:gd name="connsiteX21973" fmla="*/ 3478164 w 5158787"/>
              <a:gd name="connsiteY21973" fmla="*/ 2062514 h 4489084"/>
              <a:gd name="connsiteX21974" fmla="*/ 3478164 w 5158787"/>
              <a:gd name="connsiteY21974" fmla="*/ 2063757 h 4489084"/>
              <a:gd name="connsiteX21975" fmla="*/ 3469162 w 5158787"/>
              <a:gd name="connsiteY21975" fmla="*/ 2079334 h 4489084"/>
              <a:gd name="connsiteX21976" fmla="*/ 3468037 w 5158787"/>
              <a:gd name="connsiteY21976" fmla="*/ 2079985 h 4489084"/>
              <a:gd name="connsiteX21977" fmla="*/ 3450032 w 5158787"/>
              <a:gd name="connsiteY21977" fmla="*/ 2079985 h 4489084"/>
              <a:gd name="connsiteX21978" fmla="*/ 3448907 w 5158787"/>
              <a:gd name="connsiteY21978" fmla="*/ 2079334 h 4489084"/>
              <a:gd name="connsiteX21979" fmla="*/ 3439905 w 5158787"/>
              <a:gd name="connsiteY21979" fmla="*/ 2063757 h 4489084"/>
              <a:gd name="connsiteX21980" fmla="*/ 3439905 w 5158787"/>
              <a:gd name="connsiteY21980" fmla="*/ 2062514 h 4489084"/>
              <a:gd name="connsiteX21981" fmla="*/ 3448907 w 5158787"/>
              <a:gd name="connsiteY21981" fmla="*/ 2046937 h 4489084"/>
              <a:gd name="connsiteX21982" fmla="*/ 3450032 w 5158787"/>
              <a:gd name="connsiteY21982" fmla="*/ 2046286 h 4489084"/>
              <a:gd name="connsiteX21983" fmla="*/ 1150500 w 5158787"/>
              <a:gd name="connsiteY21983" fmla="*/ 2045990 h 4489084"/>
              <a:gd name="connsiteX21984" fmla="*/ 1168800 w 5158787"/>
              <a:gd name="connsiteY21984" fmla="*/ 2045990 h 4489084"/>
              <a:gd name="connsiteX21985" fmla="*/ 1169926 w 5158787"/>
              <a:gd name="connsiteY21985" fmla="*/ 2046641 h 4489084"/>
              <a:gd name="connsiteX21986" fmla="*/ 1179106 w 5158787"/>
              <a:gd name="connsiteY21986" fmla="*/ 2062514 h 4489084"/>
              <a:gd name="connsiteX21987" fmla="*/ 1179106 w 5158787"/>
              <a:gd name="connsiteY21987" fmla="*/ 2063817 h 4489084"/>
              <a:gd name="connsiteX21988" fmla="*/ 1169926 w 5158787"/>
              <a:gd name="connsiteY21988" fmla="*/ 2079689 h 4489084"/>
              <a:gd name="connsiteX21989" fmla="*/ 1168800 w 5158787"/>
              <a:gd name="connsiteY21989" fmla="*/ 2080340 h 4489084"/>
              <a:gd name="connsiteX21990" fmla="*/ 1150500 w 5158787"/>
              <a:gd name="connsiteY21990" fmla="*/ 2080340 h 4489084"/>
              <a:gd name="connsiteX21991" fmla="*/ 1149374 w 5158787"/>
              <a:gd name="connsiteY21991" fmla="*/ 2079689 h 4489084"/>
              <a:gd name="connsiteX21992" fmla="*/ 1140195 w 5158787"/>
              <a:gd name="connsiteY21992" fmla="*/ 2063817 h 4489084"/>
              <a:gd name="connsiteX21993" fmla="*/ 1140195 w 5158787"/>
              <a:gd name="connsiteY21993" fmla="*/ 2062514 h 4489084"/>
              <a:gd name="connsiteX21994" fmla="*/ 1149374 w 5158787"/>
              <a:gd name="connsiteY21994" fmla="*/ 2046641 h 4489084"/>
              <a:gd name="connsiteX21995" fmla="*/ 1150500 w 5158787"/>
              <a:gd name="connsiteY21995" fmla="*/ 2045990 h 4489084"/>
              <a:gd name="connsiteX21996" fmla="*/ 4667108 w 5158787"/>
              <a:gd name="connsiteY21996" fmla="*/ 2045634 h 4489084"/>
              <a:gd name="connsiteX21997" fmla="*/ 4685764 w 5158787"/>
              <a:gd name="connsiteY21997" fmla="*/ 2045634 h 4489084"/>
              <a:gd name="connsiteX21998" fmla="*/ 4686889 w 5158787"/>
              <a:gd name="connsiteY21998" fmla="*/ 2046285 h 4489084"/>
              <a:gd name="connsiteX21999" fmla="*/ 4696188 w 5158787"/>
              <a:gd name="connsiteY21999" fmla="*/ 2062454 h 4489084"/>
              <a:gd name="connsiteX22000" fmla="*/ 4696188 w 5158787"/>
              <a:gd name="connsiteY22000" fmla="*/ 2063757 h 4489084"/>
              <a:gd name="connsiteX22001" fmla="*/ 4686830 w 5158787"/>
              <a:gd name="connsiteY22001" fmla="*/ 2079925 h 4489084"/>
              <a:gd name="connsiteX22002" fmla="*/ 4685705 w 5158787"/>
              <a:gd name="connsiteY22002" fmla="*/ 2080577 h 4489084"/>
              <a:gd name="connsiteX22003" fmla="*/ 4667049 w 5158787"/>
              <a:gd name="connsiteY22003" fmla="*/ 2080577 h 4489084"/>
              <a:gd name="connsiteX22004" fmla="*/ 4665924 w 5158787"/>
              <a:gd name="connsiteY22004" fmla="*/ 2079925 h 4489084"/>
              <a:gd name="connsiteX22005" fmla="*/ 4656625 w 5158787"/>
              <a:gd name="connsiteY22005" fmla="*/ 2063757 h 4489084"/>
              <a:gd name="connsiteX22006" fmla="*/ 4656625 w 5158787"/>
              <a:gd name="connsiteY22006" fmla="*/ 2062454 h 4489084"/>
              <a:gd name="connsiteX22007" fmla="*/ 4665983 w 5158787"/>
              <a:gd name="connsiteY22007" fmla="*/ 2046285 h 4489084"/>
              <a:gd name="connsiteX22008" fmla="*/ 4667108 w 5158787"/>
              <a:gd name="connsiteY22008" fmla="*/ 2045634 h 4489084"/>
              <a:gd name="connsiteX22009" fmla="*/ 1826495 w 5158787"/>
              <a:gd name="connsiteY22009" fmla="*/ 2045456 h 4489084"/>
              <a:gd name="connsiteX22010" fmla="*/ 1845388 w 5158787"/>
              <a:gd name="connsiteY22010" fmla="*/ 2045456 h 4489084"/>
              <a:gd name="connsiteX22011" fmla="*/ 1846513 w 5158787"/>
              <a:gd name="connsiteY22011" fmla="*/ 2046108 h 4489084"/>
              <a:gd name="connsiteX22012" fmla="*/ 1855930 w 5158787"/>
              <a:gd name="connsiteY22012" fmla="*/ 2062454 h 4489084"/>
              <a:gd name="connsiteX22013" fmla="*/ 1855930 w 5158787"/>
              <a:gd name="connsiteY22013" fmla="*/ 2063816 h 4489084"/>
              <a:gd name="connsiteX22014" fmla="*/ 1846513 w 5158787"/>
              <a:gd name="connsiteY22014" fmla="*/ 2080162 h 4489084"/>
              <a:gd name="connsiteX22015" fmla="*/ 1845388 w 5158787"/>
              <a:gd name="connsiteY22015" fmla="*/ 2080814 h 4489084"/>
              <a:gd name="connsiteX22016" fmla="*/ 1826495 w 5158787"/>
              <a:gd name="connsiteY22016" fmla="*/ 2080814 h 4489084"/>
              <a:gd name="connsiteX22017" fmla="*/ 1825369 w 5158787"/>
              <a:gd name="connsiteY22017" fmla="*/ 2080162 h 4489084"/>
              <a:gd name="connsiteX22018" fmla="*/ 1815953 w 5158787"/>
              <a:gd name="connsiteY22018" fmla="*/ 2063816 h 4489084"/>
              <a:gd name="connsiteX22019" fmla="*/ 1815953 w 5158787"/>
              <a:gd name="connsiteY22019" fmla="*/ 2062454 h 4489084"/>
              <a:gd name="connsiteX22020" fmla="*/ 1825369 w 5158787"/>
              <a:gd name="connsiteY22020" fmla="*/ 2046108 h 4489084"/>
              <a:gd name="connsiteX22021" fmla="*/ 1826495 w 5158787"/>
              <a:gd name="connsiteY22021" fmla="*/ 2045456 h 4489084"/>
              <a:gd name="connsiteX22022" fmla="*/ 2773090 w 5158787"/>
              <a:gd name="connsiteY22022" fmla="*/ 2045042 h 4489084"/>
              <a:gd name="connsiteX22023" fmla="*/ 2792397 w 5158787"/>
              <a:gd name="connsiteY22023" fmla="*/ 2045042 h 4489084"/>
              <a:gd name="connsiteX22024" fmla="*/ 2793582 w 5158787"/>
              <a:gd name="connsiteY22024" fmla="*/ 2045753 h 4489084"/>
              <a:gd name="connsiteX22025" fmla="*/ 2803235 w 5158787"/>
              <a:gd name="connsiteY22025" fmla="*/ 2062513 h 4489084"/>
              <a:gd name="connsiteX22026" fmla="*/ 2803235 w 5158787"/>
              <a:gd name="connsiteY22026" fmla="*/ 2063876 h 4489084"/>
              <a:gd name="connsiteX22027" fmla="*/ 2793582 w 5158787"/>
              <a:gd name="connsiteY22027" fmla="*/ 2080636 h 4489084"/>
              <a:gd name="connsiteX22028" fmla="*/ 2792397 w 5158787"/>
              <a:gd name="connsiteY22028" fmla="*/ 2081347 h 4489084"/>
              <a:gd name="connsiteX22029" fmla="*/ 2773090 w 5158787"/>
              <a:gd name="connsiteY22029" fmla="*/ 2081347 h 4489084"/>
              <a:gd name="connsiteX22030" fmla="*/ 2771905 w 5158787"/>
              <a:gd name="connsiteY22030" fmla="*/ 2080636 h 4489084"/>
              <a:gd name="connsiteX22031" fmla="*/ 2762252 w 5158787"/>
              <a:gd name="connsiteY22031" fmla="*/ 2063876 h 4489084"/>
              <a:gd name="connsiteX22032" fmla="*/ 2762252 w 5158787"/>
              <a:gd name="connsiteY22032" fmla="*/ 2062513 h 4489084"/>
              <a:gd name="connsiteX22033" fmla="*/ 2771905 w 5158787"/>
              <a:gd name="connsiteY22033" fmla="*/ 2045753 h 4489084"/>
              <a:gd name="connsiteX22034" fmla="*/ 2773090 w 5158787"/>
              <a:gd name="connsiteY22034" fmla="*/ 2045042 h 4489084"/>
              <a:gd name="connsiteX22035" fmla="*/ 2908300 w 5158787"/>
              <a:gd name="connsiteY22035" fmla="*/ 2044924 h 4489084"/>
              <a:gd name="connsiteX22036" fmla="*/ 2927726 w 5158787"/>
              <a:gd name="connsiteY22036" fmla="*/ 2044924 h 4489084"/>
              <a:gd name="connsiteX22037" fmla="*/ 2928910 w 5158787"/>
              <a:gd name="connsiteY22037" fmla="*/ 2045635 h 4489084"/>
              <a:gd name="connsiteX22038" fmla="*/ 2938623 w 5158787"/>
              <a:gd name="connsiteY22038" fmla="*/ 2062454 h 4489084"/>
              <a:gd name="connsiteX22039" fmla="*/ 2938623 w 5158787"/>
              <a:gd name="connsiteY22039" fmla="*/ 2063817 h 4489084"/>
              <a:gd name="connsiteX22040" fmla="*/ 2928910 w 5158787"/>
              <a:gd name="connsiteY22040" fmla="*/ 2080637 h 4489084"/>
              <a:gd name="connsiteX22041" fmla="*/ 2927726 w 5158787"/>
              <a:gd name="connsiteY22041" fmla="*/ 2081347 h 4489084"/>
              <a:gd name="connsiteX22042" fmla="*/ 2908300 w 5158787"/>
              <a:gd name="connsiteY22042" fmla="*/ 2081347 h 4489084"/>
              <a:gd name="connsiteX22043" fmla="*/ 2907116 w 5158787"/>
              <a:gd name="connsiteY22043" fmla="*/ 2080637 h 4489084"/>
              <a:gd name="connsiteX22044" fmla="*/ 2897403 w 5158787"/>
              <a:gd name="connsiteY22044" fmla="*/ 2063817 h 4489084"/>
              <a:gd name="connsiteX22045" fmla="*/ 2897403 w 5158787"/>
              <a:gd name="connsiteY22045" fmla="*/ 2062454 h 4489084"/>
              <a:gd name="connsiteX22046" fmla="*/ 2907116 w 5158787"/>
              <a:gd name="connsiteY22046" fmla="*/ 2045635 h 4489084"/>
              <a:gd name="connsiteX22047" fmla="*/ 2908300 w 5158787"/>
              <a:gd name="connsiteY22047" fmla="*/ 2044924 h 4489084"/>
              <a:gd name="connsiteX22048" fmla="*/ 2705395 w 5158787"/>
              <a:gd name="connsiteY22048" fmla="*/ 2044924 h 4489084"/>
              <a:gd name="connsiteX22049" fmla="*/ 2724821 w 5158787"/>
              <a:gd name="connsiteY22049" fmla="*/ 2044924 h 4489084"/>
              <a:gd name="connsiteX22050" fmla="*/ 2726005 w 5158787"/>
              <a:gd name="connsiteY22050" fmla="*/ 2045635 h 4489084"/>
              <a:gd name="connsiteX22051" fmla="*/ 2735718 w 5158787"/>
              <a:gd name="connsiteY22051" fmla="*/ 2062454 h 4489084"/>
              <a:gd name="connsiteX22052" fmla="*/ 2735718 w 5158787"/>
              <a:gd name="connsiteY22052" fmla="*/ 2063817 h 4489084"/>
              <a:gd name="connsiteX22053" fmla="*/ 2726005 w 5158787"/>
              <a:gd name="connsiteY22053" fmla="*/ 2080637 h 4489084"/>
              <a:gd name="connsiteX22054" fmla="*/ 2724821 w 5158787"/>
              <a:gd name="connsiteY22054" fmla="*/ 2081347 h 4489084"/>
              <a:gd name="connsiteX22055" fmla="*/ 2705395 w 5158787"/>
              <a:gd name="connsiteY22055" fmla="*/ 2081347 h 4489084"/>
              <a:gd name="connsiteX22056" fmla="*/ 2704211 w 5158787"/>
              <a:gd name="connsiteY22056" fmla="*/ 2080637 h 4489084"/>
              <a:gd name="connsiteX22057" fmla="*/ 2694498 w 5158787"/>
              <a:gd name="connsiteY22057" fmla="*/ 2063817 h 4489084"/>
              <a:gd name="connsiteX22058" fmla="*/ 2694498 w 5158787"/>
              <a:gd name="connsiteY22058" fmla="*/ 2062454 h 4489084"/>
              <a:gd name="connsiteX22059" fmla="*/ 2704211 w 5158787"/>
              <a:gd name="connsiteY22059" fmla="*/ 2045635 h 4489084"/>
              <a:gd name="connsiteX22060" fmla="*/ 2705395 w 5158787"/>
              <a:gd name="connsiteY22060" fmla="*/ 2044924 h 4489084"/>
              <a:gd name="connsiteX22061" fmla="*/ 3381686 w 5158787"/>
              <a:gd name="connsiteY22061" fmla="*/ 2044805 h 4489084"/>
              <a:gd name="connsiteX22062" fmla="*/ 3401231 w 5158787"/>
              <a:gd name="connsiteY22062" fmla="*/ 2044805 h 4489084"/>
              <a:gd name="connsiteX22063" fmla="*/ 3402415 w 5158787"/>
              <a:gd name="connsiteY22063" fmla="*/ 2045516 h 4489084"/>
              <a:gd name="connsiteX22064" fmla="*/ 3412187 w 5158787"/>
              <a:gd name="connsiteY22064" fmla="*/ 2062454 h 4489084"/>
              <a:gd name="connsiteX22065" fmla="*/ 3412187 w 5158787"/>
              <a:gd name="connsiteY22065" fmla="*/ 2063816 h 4489084"/>
              <a:gd name="connsiteX22066" fmla="*/ 3402415 w 5158787"/>
              <a:gd name="connsiteY22066" fmla="*/ 2080755 h 4489084"/>
              <a:gd name="connsiteX22067" fmla="*/ 3401231 w 5158787"/>
              <a:gd name="connsiteY22067" fmla="*/ 2081465 h 4489084"/>
              <a:gd name="connsiteX22068" fmla="*/ 3381686 w 5158787"/>
              <a:gd name="connsiteY22068" fmla="*/ 2081465 h 4489084"/>
              <a:gd name="connsiteX22069" fmla="*/ 3380502 w 5158787"/>
              <a:gd name="connsiteY22069" fmla="*/ 2080755 h 4489084"/>
              <a:gd name="connsiteX22070" fmla="*/ 3370730 w 5158787"/>
              <a:gd name="connsiteY22070" fmla="*/ 2063816 h 4489084"/>
              <a:gd name="connsiteX22071" fmla="*/ 3370730 w 5158787"/>
              <a:gd name="connsiteY22071" fmla="*/ 2062454 h 4489084"/>
              <a:gd name="connsiteX22072" fmla="*/ 3380502 w 5158787"/>
              <a:gd name="connsiteY22072" fmla="*/ 2045516 h 4489084"/>
              <a:gd name="connsiteX22073" fmla="*/ 3381686 w 5158787"/>
              <a:gd name="connsiteY22073" fmla="*/ 2044805 h 4489084"/>
              <a:gd name="connsiteX22074" fmla="*/ 1893774 w 5158787"/>
              <a:gd name="connsiteY22074" fmla="*/ 2044805 h 4489084"/>
              <a:gd name="connsiteX22075" fmla="*/ 1913319 w 5158787"/>
              <a:gd name="connsiteY22075" fmla="*/ 2044805 h 4489084"/>
              <a:gd name="connsiteX22076" fmla="*/ 1914503 w 5158787"/>
              <a:gd name="connsiteY22076" fmla="*/ 2045516 h 4489084"/>
              <a:gd name="connsiteX22077" fmla="*/ 1924275 w 5158787"/>
              <a:gd name="connsiteY22077" fmla="*/ 2062454 h 4489084"/>
              <a:gd name="connsiteX22078" fmla="*/ 1924275 w 5158787"/>
              <a:gd name="connsiteY22078" fmla="*/ 2063816 h 4489084"/>
              <a:gd name="connsiteX22079" fmla="*/ 1914503 w 5158787"/>
              <a:gd name="connsiteY22079" fmla="*/ 2080755 h 4489084"/>
              <a:gd name="connsiteX22080" fmla="*/ 1913319 w 5158787"/>
              <a:gd name="connsiteY22080" fmla="*/ 2081465 h 4489084"/>
              <a:gd name="connsiteX22081" fmla="*/ 1893774 w 5158787"/>
              <a:gd name="connsiteY22081" fmla="*/ 2081465 h 4489084"/>
              <a:gd name="connsiteX22082" fmla="*/ 1892590 w 5158787"/>
              <a:gd name="connsiteY22082" fmla="*/ 2080755 h 4489084"/>
              <a:gd name="connsiteX22083" fmla="*/ 1882818 w 5158787"/>
              <a:gd name="connsiteY22083" fmla="*/ 2063816 h 4489084"/>
              <a:gd name="connsiteX22084" fmla="*/ 1882818 w 5158787"/>
              <a:gd name="connsiteY22084" fmla="*/ 2062454 h 4489084"/>
              <a:gd name="connsiteX22085" fmla="*/ 1892590 w 5158787"/>
              <a:gd name="connsiteY22085" fmla="*/ 2045516 h 4489084"/>
              <a:gd name="connsiteX22086" fmla="*/ 1893774 w 5158787"/>
              <a:gd name="connsiteY22086" fmla="*/ 2044805 h 4489084"/>
              <a:gd name="connsiteX22087" fmla="*/ 1082154 w 5158787"/>
              <a:gd name="connsiteY22087" fmla="*/ 2044746 h 4489084"/>
              <a:gd name="connsiteX22088" fmla="*/ 1101816 w 5158787"/>
              <a:gd name="connsiteY22088" fmla="*/ 2044746 h 4489084"/>
              <a:gd name="connsiteX22089" fmla="*/ 1103001 w 5158787"/>
              <a:gd name="connsiteY22089" fmla="*/ 2045457 h 4489084"/>
              <a:gd name="connsiteX22090" fmla="*/ 1112832 w 5158787"/>
              <a:gd name="connsiteY22090" fmla="*/ 2062454 h 4489084"/>
              <a:gd name="connsiteX22091" fmla="*/ 1112832 w 5158787"/>
              <a:gd name="connsiteY22091" fmla="*/ 2063817 h 4489084"/>
              <a:gd name="connsiteX22092" fmla="*/ 1103001 w 5158787"/>
              <a:gd name="connsiteY22092" fmla="*/ 2080814 h 4489084"/>
              <a:gd name="connsiteX22093" fmla="*/ 1101816 w 5158787"/>
              <a:gd name="connsiteY22093" fmla="*/ 2081525 h 4489084"/>
              <a:gd name="connsiteX22094" fmla="*/ 1082154 w 5158787"/>
              <a:gd name="connsiteY22094" fmla="*/ 2081525 h 4489084"/>
              <a:gd name="connsiteX22095" fmla="*/ 1080969 w 5158787"/>
              <a:gd name="connsiteY22095" fmla="*/ 2080814 h 4489084"/>
              <a:gd name="connsiteX22096" fmla="*/ 1071138 w 5158787"/>
              <a:gd name="connsiteY22096" fmla="*/ 2063817 h 4489084"/>
              <a:gd name="connsiteX22097" fmla="*/ 1071138 w 5158787"/>
              <a:gd name="connsiteY22097" fmla="*/ 2062454 h 4489084"/>
              <a:gd name="connsiteX22098" fmla="*/ 1080969 w 5158787"/>
              <a:gd name="connsiteY22098" fmla="*/ 2045457 h 4489084"/>
              <a:gd name="connsiteX22099" fmla="*/ 1082154 w 5158787"/>
              <a:gd name="connsiteY22099" fmla="*/ 2044746 h 4489084"/>
              <a:gd name="connsiteX22100" fmla="*/ 2840488 w 5158787"/>
              <a:gd name="connsiteY22100" fmla="*/ 2044628 h 4489084"/>
              <a:gd name="connsiteX22101" fmla="*/ 2860269 w 5158787"/>
              <a:gd name="connsiteY22101" fmla="*/ 2044628 h 4489084"/>
              <a:gd name="connsiteX22102" fmla="*/ 2861453 w 5158787"/>
              <a:gd name="connsiteY22102" fmla="*/ 2045339 h 4489084"/>
              <a:gd name="connsiteX22103" fmla="*/ 2871344 w 5158787"/>
              <a:gd name="connsiteY22103" fmla="*/ 2062454 h 4489084"/>
              <a:gd name="connsiteX22104" fmla="*/ 2871344 w 5158787"/>
              <a:gd name="connsiteY22104" fmla="*/ 2063876 h 4489084"/>
              <a:gd name="connsiteX22105" fmla="*/ 2861453 w 5158787"/>
              <a:gd name="connsiteY22105" fmla="*/ 2080992 h 4489084"/>
              <a:gd name="connsiteX22106" fmla="*/ 2860269 w 5158787"/>
              <a:gd name="connsiteY22106" fmla="*/ 2081703 h 4489084"/>
              <a:gd name="connsiteX22107" fmla="*/ 2840488 w 5158787"/>
              <a:gd name="connsiteY22107" fmla="*/ 2081703 h 4489084"/>
              <a:gd name="connsiteX22108" fmla="*/ 2839303 w 5158787"/>
              <a:gd name="connsiteY22108" fmla="*/ 2080992 h 4489084"/>
              <a:gd name="connsiteX22109" fmla="*/ 2829413 w 5158787"/>
              <a:gd name="connsiteY22109" fmla="*/ 2063876 h 4489084"/>
              <a:gd name="connsiteX22110" fmla="*/ 2829413 w 5158787"/>
              <a:gd name="connsiteY22110" fmla="*/ 2062454 h 4489084"/>
              <a:gd name="connsiteX22111" fmla="*/ 2839303 w 5158787"/>
              <a:gd name="connsiteY22111" fmla="*/ 2045339 h 4489084"/>
              <a:gd name="connsiteX22112" fmla="*/ 2840488 w 5158787"/>
              <a:gd name="connsiteY22112" fmla="*/ 2044628 h 4489084"/>
              <a:gd name="connsiteX22113" fmla="*/ 879130 w 5158787"/>
              <a:gd name="connsiteY22113" fmla="*/ 2044509 h 4489084"/>
              <a:gd name="connsiteX22114" fmla="*/ 899030 w 5158787"/>
              <a:gd name="connsiteY22114" fmla="*/ 2044509 h 4489084"/>
              <a:gd name="connsiteX22115" fmla="*/ 900214 w 5158787"/>
              <a:gd name="connsiteY22115" fmla="*/ 2045220 h 4489084"/>
              <a:gd name="connsiteX22116" fmla="*/ 910164 w 5158787"/>
              <a:gd name="connsiteY22116" fmla="*/ 2062454 h 4489084"/>
              <a:gd name="connsiteX22117" fmla="*/ 910164 w 5158787"/>
              <a:gd name="connsiteY22117" fmla="*/ 2063876 h 4489084"/>
              <a:gd name="connsiteX22118" fmla="*/ 900214 w 5158787"/>
              <a:gd name="connsiteY22118" fmla="*/ 2081110 h 4489084"/>
              <a:gd name="connsiteX22119" fmla="*/ 899030 w 5158787"/>
              <a:gd name="connsiteY22119" fmla="*/ 2081821 h 4489084"/>
              <a:gd name="connsiteX22120" fmla="*/ 879130 w 5158787"/>
              <a:gd name="connsiteY22120" fmla="*/ 2081821 h 4489084"/>
              <a:gd name="connsiteX22121" fmla="*/ 877946 w 5158787"/>
              <a:gd name="connsiteY22121" fmla="*/ 2081110 h 4489084"/>
              <a:gd name="connsiteX22122" fmla="*/ 867996 w 5158787"/>
              <a:gd name="connsiteY22122" fmla="*/ 2063876 h 4489084"/>
              <a:gd name="connsiteX22123" fmla="*/ 867996 w 5158787"/>
              <a:gd name="connsiteY22123" fmla="*/ 2062454 h 4489084"/>
              <a:gd name="connsiteX22124" fmla="*/ 877946 w 5158787"/>
              <a:gd name="connsiteY22124" fmla="*/ 2045220 h 4489084"/>
              <a:gd name="connsiteX22125" fmla="*/ 879130 w 5158787"/>
              <a:gd name="connsiteY22125" fmla="*/ 2044509 h 4489084"/>
              <a:gd name="connsiteX22126" fmla="*/ 3313637 w 5158787"/>
              <a:gd name="connsiteY22126" fmla="*/ 2044094 h 4489084"/>
              <a:gd name="connsiteX22127" fmla="*/ 3333951 w 5158787"/>
              <a:gd name="connsiteY22127" fmla="*/ 2044094 h 4489084"/>
              <a:gd name="connsiteX22128" fmla="*/ 3335195 w 5158787"/>
              <a:gd name="connsiteY22128" fmla="*/ 2044805 h 4489084"/>
              <a:gd name="connsiteX22129" fmla="*/ 3345322 w 5158787"/>
              <a:gd name="connsiteY22129" fmla="*/ 2062395 h 4489084"/>
              <a:gd name="connsiteX22130" fmla="*/ 3345322 w 5158787"/>
              <a:gd name="connsiteY22130" fmla="*/ 2063816 h 4489084"/>
              <a:gd name="connsiteX22131" fmla="*/ 3335136 w 5158787"/>
              <a:gd name="connsiteY22131" fmla="*/ 2081406 h 4489084"/>
              <a:gd name="connsiteX22132" fmla="*/ 3333892 w 5158787"/>
              <a:gd name="connsiteY22132" fmla="*/ 2082116 h 4489084"/>
              <a:gd name="connsiteX22133" fmla="*/ 3313578 w 5158787"/>
              <a:gd name="connsiteY22133" fmla="*/ 2082116 h 4489084"/>
              <a:gd name="connsiteX22134" fmla="*/ 3312334 w 5158787"/>
              <a:gd name="connsiteY22134" fmla="*/ 2081406 h 4489084"/>
              <a:gd name="connsiteX22135" fmla="*/ 3302207 w 5158787"/>
              <a:gd name="connsiteY22135" fmla="*/ 2063816 h 4489084"/>
              <a:gd name="connsiteX22136" fmla="*/ 3302207 w 5158787"/>
              <a:gd name="connsiteY22136" fmla="*/ 2062395 h 4489084"/>
              <a:gd name="connsiteX22137" fmla="*/ 3312393 w 5158787"/>
              <a:gd name="connsiteY22137" fmla="*/ 2044805 h 4489084"/>
              <a:gd name="connsiteX22138" fmla="*/ 3313637 w 5158787"/>
              <a:gd name="connsiteY22138" fmla="*/ 2044094 h 4489084"/>
              <a:gd name="connsiteX22139" fmla="*/ 3246002 w 5158787"/>
              <a:gd name="connsiteY22139" fmla="*/ 2044094 h 4489084"/>
              <a:gd name="connsiteX22140" fmla="*/ 3266315 w 5158787"/>
              <a:gd name="connsiteY22140" fmla="*/ 2044094 h 4489084"/>
              <a:gd name="connsiteX22141" fmla="*/ 3267559 w 5158787"/>
              <a:gd name="connsiteY22141" fmla="*/ 2044805 h 4489084"/>
              <a:gd name="connsiteX22142" fmla="*/ 3277687 w 5158787"/>
              <a:gd name="connsiteY22142" fmla="*/ 2062395 h 4489084"/>
              <a:gd name="connsiteX22143" fmla="*/ 3277687 w 5158787"/>
              <a:gd name="connsiteY22143" fmla="*/ 2063816 h 4489084"/>
              <a:gd name="connsiteX22144" fmla="*/ 3267500 w 5158787"/>
              <a:gd name="connsiteY22144" fmla="*/ 2081406 h 4489084"/>
              <a:gd name="connsiteX22145" fmla="*/ 3266256 w 5158787"/>
              <a:gd name="connsiteY22145" fmla="*/ 2082116 h 4489084"/>
              <a:gd name="connsiteX22146" fmla="*/ 3245942 w 5158787"/>
              <a:gd name="connsiteY22146" fmla="*/ 2082116 h 4489084"/>
              <a:gd name="connsiteX22147" fmla="*/ 3244698 w 5158787"/>
              <a:gd name="connsiteY22147" fmla="*/ 2081406 h 4489084"/>
              <a:gd name="connsiteX22148" fmla="*/ 3234571 w 5158787"/>
              <a:gd name="connsiteY22148" fmla="*/ 2063816 h 4489084"/>
              <a:gd name="connsiteX22149" fmla="*/ 3234571 w 5158787"/>
              <a:gd name="connsiteY22149" fmla="*/ 2062395 h 4489084"/>
              <a:gd name="connsiteX22150" fmla="*/ 3244757 w 5158787"/>
              <a:gd name="connsiteY22150" fmla="*/ 2044805 h 4489084"/>
              <a:gd name="connsiteX22151" fmla="*/ 3246002 w 5158787"/>
              <a:gd name="connsiteY22151" fmla="*/ 2044094 h 4489084"/>
              <a:gd name="connsiteX22152" fmla="*/ 3110731 w 5158787"/>
              <a:gd name="connsiteY22152" fmla="*/ 2044094 h 4489084"/>
              <a:gd name="connsiteX22153" fmla="*/ 3131045 w 5158787"/>
              <a:gd name="connsiteY22153" fmla="*/ 2044094 h 4489084"/>
              <a:gd name="connsiteX22154" fmla="*/ 3132289 w 5158787"/>
              <a:gd name="connsiteY22154" fmla="*/ 2044805 h 4489084"/>
              <a:gd name="connsiteX22155" fmla="*/ 3142417 w 5158787"/>
              <a:gd name="connsiteY22155" fmla="*/ 2062395 h 4489084"/>
              <a:gd name="connsiteX22156" fmla="*/ 3142417 w 5158787"/>
              <a:gd name="connsiteY22156" fmla="*/ 2063816 h 4489084"/>
              <a:gd name="connsiteX22157" fmla="*/ 3132230 w 5158787"/>
              <a:gd name="connsiteY22157" fmla="*/ 2081406 h 4489084"/>
              <a:gd name="connsiteX22158" fmla="*/ 3130986 w 5158787"/>
              <a:gd name="connsiteY22158" fmla="*/ 2082116 h 4489084"/>
              <a:gd name="connsiteX22159" fmla="*/ 3110672 w 5158787"/>
              <a:gd name="connsiteY22159" fmla="*/ 2082116 h 4489084"/>
              <a:gd name="connsiteX22160" fmla="*/ 3109428 w 5158787"/>
              <a:gd name="connsiteY22160" fmla="*/ 2081406 h 4489084"/>
              <a:gd name="connsiteX22161" fmla="*/ 3099301 w 5158787"/>
              <a:gd name="connsiteY22161" fmla="*/ 2063816 h 4489084"/>
              <a:gd name="connsiteX22162" fmla="*/ 3099301 w 5158787"/>
              <a:gd name="connsiteY22162" fmla="*/ 2062395 h 4489084"/>
              <a:gd name="connsiteX22163" fmla="*/ 3109487 w 5158787"/>
              <a:gd name="connsiteY22163" fmla="*/ 2044805 h 4489084"/>
              <a:gd name="connsiteX22164" fmla="*/ 3110731 w 5158787"/>
              <a:gd name="connsiteY22164" fmla="*/ 2044094 h 4489084"/>
              <a:gd name="connsiteX22165" fmla="*/ 3178248 w 5158787"/>
              <a:gd name="connsiteY22165" fmla="*/ 2043917 h 4489084"/>
              <a:gd name="connsiteX22166" fmla="*/ 3198799 w 5158787"/>
              <a:gd name="connsiteY22166" fmla="*/ 2043917 h 4489084"/>
              <a:gd name="connsiteX22167" fmla="*/ 3200043 w 5158787"/>
              <a:gd name="connsiteY22167" fmla="*/ 2044628 h 4489084"/>
              <a:gd name="connsiteX22168" fmla="*/ 3210289 w 5158787"/>
              <a:gd name="connsiteY22168" fmla="*/ 2062396 h 4489084"/>
              <a:gd name="connsiteX22169" fmla="*/ 3210289 w 5158787"/>
              <a:gd name="connsiteY22169" fmla="*/ 2063876 h 4489084"/>
              <a:gd name="connsiteX22170" fmla="*/ 3200043 w 5158787"/>
              <a:gd name="connsiteY22170" fmla="*/ 2081644 h 4489084"/>
              <a:gd name="connsiteX22171" fmla="*/ 3198799 w 5158787"/>
              <a:gd name="connsiteY22171" fmla="*/ 2082354 h 4489084"/>
              <a:gd name="connsiteX22172" fmla="*/ 3178248 w 5158787"/>
              <a:gd name="connsiteY22172" fmla="*/ 2082354 h 4489084"/>
              <a:gd name="connsiteX22173" fmla="*/ 3177005 w 5158787"/>
              <a:gd name="connsiteY22173" fmla="*/ 2081644 h 4489084"/>
              <a:gd name="connsiteX22174" fmla="*/ 3166759 w 5158787"/>
              <a:gd name="connsiteY22174" fmla="*/ 2063876 h 4489084"/>
              <a:gd name="connsiteX22175" fmla="*/ 3166759 w 5158787"/>
              <a:gd name="connsiteY22175" fmla="*/ 2062396 h 4489084"/>
              <a:gd name="connsiteX22176" fmla="*/ 3177005 w 5158787"/>
              <a:gd name="connsiteY22176" fmla="*/ 2044628 h 4489084"/>
              <a:gd name="connsiteX22177" fmla="*/ 3178248 w 5158787"/>
              <a:gd name="connsiteY22177" fmla="*/ 2043917 h 4489084"/>
              <a:gd name="connsiteX22178" fmla="*/ 4733676 w 5158787"/>
              <a:gd name="connsiteY22178" fmla="*/ 2043798 h 4489084"/>
              <a:gd name="connsiteX22179" fmla="*/ 4754346 w 5158787"/>
              <a:gd name="connsiteY22179" fmla="*/ 2043798 h 4489084"/>
              <a:gd name="connsiteX22180" fmla="*/ 4755589 w 5158787"/>
              <a:gd name="connsiteY22180" fmla="*/ 2044509 h 4489084"/>
              <a:gd name="connsiteX22181" fmla="*/ 4765895 w 5158787"/>
              <a:gd name="connsiteY22181" fmla="*/ 2062395 h 4489084"/>
              <a:gd name="connsiteX22182" fmla="*/ 4765895 w 5158787"/>
              <a:gd name="connsiteY22182" fmla="*/ 2063875 h 4489084"/>
              <a:gd name="connsiteX22183" fmla="*/ 4755589 w 5158787"/>
              <a:gd name="connsiteY22183" fmla="*/ 2081761 h 4489084"/>
              <a:gd name="connsiteX22184" fmla="*/ 4754346 w 5158787"/>
              <a:gd name="connsiteY22184" fmla="*/ 2082472 h 4489084"/>
              <a:gd name="connsiteX22185" fmla="*/ 4733676 w 5158787"/>
              <a:gd name="connsiteY22185" fmla="*/ 2082472 h 4489084"/>
              <a:gd name="connsiteX22186" fmla="*/ 4732433 w 5158787"/>
              <a:gd name="connsiteY22186" fmla="*/ 2081761 h 4489084"/>
              <a:gd name="connsiteX22187" fmla="*/ 4722128 w 5158787"/>
              <a:gd name="connsiteY22187" fmla="*/ 2063875 h 4489084"/>
              <a:gd name="connsiteX22188" fmla="*/ 4722128 w 5158787"/>
              <a:gd name="connsiteY22188" fmla="*/ 2062395 h 4489084"/>
              <a:gd name="connsiteX22189" fmla="*/ 4732433 w 5158787"/>
              <a:gd name="connsiteY22189" fmla="*/ 2044509 h 4489084"/>
              <a:gd name="connsiteX22190" fmla="*/ 4733676 w 5158787"/>
              <a:gd name="connsiteY22190" fmla="*/ 2043798 h 4489084"/>
              <a:gd name="connsiteX22191" fmla="*/ 743505 w 5158787"/>
              <a:gd name="connsiteY22191" fmla="*/ 2043798 h 4489084"/>
              <a:gd name="connsiteX22192" fmla="*/ 764174 w 5158787"/>
              <a:gd name="connsiteY22192" fmla="*/ 2043798 h 4489084"/>
              <a:gd name="connsiteX22193" fmla="*/ 765418 w 5158787"/>
              <a:gd name="connsiteY22193" fmla="*/ 2044509 h 4489084"/>
              <a:gd name="connsiteX22194" fmla="*/ 775723 w 5158787"/>
              <a:gd name="connsiteY22194" fmla="*/ 2062395 h 4489084"/>
              <a:gd name="connsiteX22195" fmla="*/ 775723 w 5158787"/>
              <a:gd name="connsiteY22195" fmla="*/ 2063875 h 4489084"/>
              <a:gd name="connsiteX22196" fmla="*/ 765418 w 5158787"/>
              <a:gd name="connsiteY22196" fmla="*/ 2081761 h 4489084"/>
              <a:gd name="connsiteX22197" fmla="*/ 764174 w 5158787"/>
              <a:gd name="connsiteY22197" fmla="*/ 2082472 h 4489084"/>
              <a:gd name="connsiteX22198" fmla="*/ 743505 w 5158787"/>
              <a:gd name="connsiteY22198" fmla="*/ 2082472 h 4489084"/>
              <a:gd name="connsiteX22199" fmla="*/ 742261 w 5158787"/>
              <a:gd name="connsiteY22199" fmla="*/ 2081761 h 4489084"/>
              <a:gd name="connsiteX22200" fmla="*/ 731956 w 5158787"/>
              <a:gd name="connsiteY22200" fmla="*/ 2063875 h 4489084"/>
              <a:gd name="connsiteX22201" fmla="*/ 731956 w 5158787"/>
              <a:gd name="connsiteY22201" fmla="*/ 2062395 h 4489084"/>
              <a:gd name="connsiteX22202" fmla="*/ 742261 w 5158787"/>
              <a:gd name="connsiteY22202" fmla="*/ 2044509 h 4489084"/>
              <a:gd name="connsiteX22203" fmla="*/ 743505 w 5158787"/>
              <a:gd name="connsiteY22203" fmla="*/ 2043798 h 4489084"/>
              <a:gd name="connsiteX22204" fmla="*/ 2637168 w 5158787"/>
              <a:gd name="connsiteY22204" fmla="*/ 2043680 h 4489084"/>
              <a:gd name="connsiteX22205" fmla="*/ 2657897 w 5158787"/>
              <a:gd name="connsiteY22205" fmla="*/ 2043680 h 4489084"/>
              <a:gd name="connsiteX22206" fmla="*/ 2659141 w 5158787"/>
              <a:gd name="connsiteY22206" fmla="*/ 2044391 h 4489084"/>
              <a:gd name="connsiteX22207" fmla="*/ 2669505 w 5158787"/>
              <a:gd name="connsiteY22207" fmla="*/ 2062395 h 4489084"/>
              <a:gd name="connsiteX22208" fmla="*/ 2669505 w 5158787"/>
              <a:gd name="connsiteY22208" fmla="*/ 2063876 h 4489084"/>
              <a:gd name="connsiteX22209" fmla="*/ 2659141 w 5158787"/>
              <a:gd name="connsiteY22209" fmla="*/ 2081880 h 4489084"/>
              <a:gd name="connsiteX22210" fmla="*/ 2657897 w 5158787"/>
              <a:gd name="connsiteY22210" fmla="*/ 2082591 h 4489084"/>
              <a:gd name="connsiteX22211" fmla="*/ 2637168 w 5158787"/>
              <a:gd name="connsiteY22211" fmla="*/ 2082591 h 4489084"/>
              <a:gd name="connsiteX22212" fmla="*/ 2635924 w 5158787"/>
              <a:gd name="connsiteY22212" fmla="*/ 2081880 h 4489084"/>
              <a:gd name="connsiteX22213" fmla="*/ 2625560 w 5158787"/>
              <a:gd name="connsiteY22213" fmla="*/ 2063876 h 4489084"/>
              <a:gd name="connsiteX22214" fmla="*/ 2625560 w 5158787"/>
              <a:gd name="connsiteY22214" fmla="*/ 2062395 h 4489084"/>
              <a:gd name="connsiteX22215" fmla="*/ 2635924 w 5158787"/>
              <a:gd name="connsiteY22215" fmla="*/ 2044391 h 4489084"/>
              <a:gd name="connsiteX22216" fmla="*/ 2637168 w 5158787"/>
              <a:gd name="connsiteY22216" fmla="*/ 2043680 h 4489084"/>
              <a:gd name="connsiteX22217" fmla="*/ 1013926 w 5158787"/>
              <a:gd name="connsiteY22217" fmla="*/ 2043561 h 4489084"/>
              <a:gd name="connsiteX22218" fmla="*/ 1034774 w 5158787"/>
              <a:gd name="connsiteY22218" fmla="*/ 2043561 h 4489084"/>
              <a:gd name="connsiteX22219" fmla="*/ 1036077 w 5158787"/>
              <a:gd name="connsiteY22219" fmla="*/ 2044272 h 4489084"/>
              <a:gd name="connsiteX22220" fmla="*/ 1046500 w 5158787"/>
              <a:gd name="connsiteY22220" fmla="*/ 2062336 h 4489084"/>
              <a:gd name="connsiteX22221" fmla="*/ 1046500 w 5158787"/>
              <a:gd name="connsiteY22221" fmla="*/ 2063816 h 4489084"/>
              <a:gd name="connsiteX22222" fmla="*/ 1036077 w 5158787"/>
              <a:gd name="connsiteY22222" fmla="*/ 2081880 h 4489084"/>
              <a:gd name="connsiteX22223" fmla="*/ 1034774 w 5158787"/>
              <a:gd name="connsiteY22223" fmla="*/ 2082590 h 4489084"/>
              <a:gd name="connsiteX22224" fmla="*/ 1013926 w 5158787"/>
              <a:gd name="connsiteY22224" fmla="*/ 2082590 h 4489084"/>
              <a:gd name="connsiteX22225" fmla="*/ 1012624 w 5158787"/>
              <a:gd name="connsiteY22225" fmla="*/ 2081880 h 4489084"/>
              <a:gd name="connsiteX22226" fmla="*/ 1002200 w 5158787"/>
              <a:gd name="connsiteY22226" fmla="*/ 2063816 h 4489084"/>
              <a:gd name="connsiteX22227" fmla="*/ 1002200 w 5158787"/>
              <a:gd name="connsiteY22227" fmla="*/ 2062336 h 4489084"/>
              <a:gd name="connsiteX22228" fmla="*/ 1012624 w 5158787"/>
              <a:gd name="connsiteY22228" fmla="*/ 2044272 h 4489084"/>
              <a:gd name="connsiteX22229" fmla="*/ 1013926 w 5158787"/>
              <a:gd name="connsiteY22229" fmla="*/ 2043561 h 4489084"/>
              <a:gd name="connsiteX22230" fmla="*/ 810903 w 5158787"/>
              <a:gd name="connsiteY22230" fmla="*/ 2043384 h 4489084"/>
              <a:gd name="connsiteX22231" fmla="*/ 831987 w 5158787"/>
              <a:gd name="connsiteY22231" fmla="*/ 2043384 h 4489084"/>
              <a:gd name="connsiteX22232" fmla="*/ 833290 w 5158787"/>
              <a:gd name="connsiteY22232" fmla="*/ 2044154 h 4489084"/>
              <a:gd name="connsiteX22233" fmla="*/ 843832 w 5158787"/>
              <a:gd name="connsiteY22233" fmla="*/ 2062395 h 4489084"/>
              <a:gd name="connsiteX22234" fmla="*/ 843832 w 5158787"/>
              <a:gd name="connsiteY22234" fmla="*/ 2063876 h 4489084"/>
              <a:gd name="connsiteX22235" fmla="*/ 833290 w 5158787"/>
              <a:gd name="connsiteY22235" fmla="*/ 2082117 h 4489084"/>
              <a:gd name="connsiteX22236" fmla="*/ 831987 w 5158787"/>
              <a:gd name="connsiteY22236" fmla="*/ 2082887 h 4489084"/>
              <a:gd name="connsiteX22237" fmla="*/ 810903 w 5158787"/>
              <a:gd name="connsiteY22237" fmla="*/ 2082887 h 4489084"/>
              <a:gd name="connsiteX22238" fmla="*/ 809600 w 5158787"/>
              <a:gd name="connsiteY22238" fmla="*/ 2082117 h 4489084"/>
              <a:gd name="connsiteX22239" fmla="*/ 799058 w 5158787"/>
              <a:gd name="connsiteY22239" fmla="*/ 2063876 h 4489084"/>
              <a:gd name="connsiteX22240" fmla="*/ 799058 w 5158787"/>
              <a:gd name="connsiteY22240" fmla="*/ 2062395 h 4489084"/>
              <a:gd name="connsiteX22241" fmla="*/ 809600 w 5158787"/>
              <a:gd name="connsiteY22241" fmla="*/ 2044154 h 4489084"/>
              <a:gd name="connsiteX22242" fmla="*/ 810903 w 5158787"/>
              <a:gd name="connsiteY22242" fmla="*/ 2043384 h 4489084"/>
              <a:gd name="connsiteX22243" fmla="*/ 3042623 w 5158787"/>
              <a:gd name="connsiteY22243" fmla="*/ 2043147 h 4489084"/>
              <a:gd name="connsiteX22244" fmla="*/ 3063944 w 5158787"/>
              <a:gd name="connsiteY22244" fmla="*/ 2043147 h 4489084"/>
              <a:gd name="connsiteX22245" fmla="*/ 3065247 w 5158787"/>
              <a:gd name="connsiteY22245" fmla="*/ 2043917 h 4489084"/>
              <a:gd name="connsiteX22246" fmla="*/ 3075907 w 5158787"/>
              <a:gd name="connsiteY22246" fmla="*/ 2062395 h 4489084"/>
              <a:gd name="connsiteX22247" fmla="*/ 3075907 w 5158787"/>
              <a:gd name="connsiteY22247" fmla="*/ 2063876 h 4489084"/>
              <a:gd name="connsiteX22248" fmla="*/ 3065247 w 5158787"/>
              <a:gd name="connsiteY22248" fmla="*/ 2082354 h 4489084"/>
              <a:gd name="connsiteX22249" fmla="*/ 3063944 w 5158787"/>
              <a:gd name="connsiteY22249" fmla="*/ 2083124 h 4489084"/>
              <a:gd name="connsiteX22250" fmla="*/ 3042623 w 5158787"/>
              <a:gd name="connsiteY22250" fmla="*/ 2083124 h 4489084"/>
              <a:gd name="connsiteX22251" fmla="*/ 3041319 w 5158787"/>
              <a:gd name="connsiteY22251" fmla="*/ 2082354 h 4489084"/>
              <a:gd name="connsiteX22252" fmla="*/ 3030659 w 5158787"/>
              <a:gd name="connsiteY22252" fmla="*/ 2063876 h 4489084"/>
              <a:gd name="connsiteX22253" fmla="*/ 3030659 w 5158787"/>
              <a:gd name="connsiteY22253" fmla="*/ 2062395 h 4489084"/>
              <a:gd name="connsiteX22254" fmla="*/ 3041319 w 5158787"/>
              <a:gd name="connsiteY22254" fmla="*/ 2043917 h 4489084"/>
              <a:gd name="connsiteX22255" fmla="*/ 3042623 w 5158787"/>
              <a:gd name="connsiteY22255" fmla="*/ 2043147 h 4489084"/>
              <a:gd name="connsiteX22256" fmla="*/ 2974988 w 5158787"/>
              <a:gd name="connsiteY22256" fmla="*/ 2043147 h 4489084"/>
              <a:gd name="connsiteX22257" fmla="*/ 2996309 w 5158787"/>
              <a:gd name="connsiteY22257" fmla="*/ 2043147 h 4489084"/>
              <a:gd name="connsiteX22258" fmla="*/ 2997612 w 5158787"/>
              <a:gd name="connsiteY22258" fmla="*/ 2043917 h 4489084"/>
              <a:gd name="connsiteX22259" fmla="*/ 3008272 w 5158787"/>
              <a:gd name="connsiteY22259" fmla="*/ 2062395 h 4489084"/>
              <a:gd name="connsiteX22260" fmla="*/ 3008272 w 5158787"/>
              <a:gd name="connsiteY22260" fmla="*/ 2063876 h 4489084"/>
              <a:gd name="connsiteX22261" fmla="*/ 2997612 w 5158787"/>
              <a:gd name="connsiteY22261" fmla="*/ 2082354 h 4489084"/>
              <a:gd name="connsiteX22262" fmla="*/ 2996309 w 5158787"/>
              <a:gd name="connsiteY22262" fmla="*/ 2083124 h 4489084"/>
              <a:gd name="connsiteX22263" fmla="*/ 2974988 w 5158787"/>
              <a:gd name="connsiteY22263" fmla="*/ 2083124 h 4489084"/>
              <a:gd name="connsiteX22264" fmla="*/ 2973685 w 5158787"/>
              <a:gd name="connsiteY22264" fmla="*/ 2082354 h 4489084"/>
              <a:gd name="connsiteX22265" fmla="*/ 2963024 w 5158787"/>
              <a:gd name="connsiteY22265" fmla="*/ 2063876 h 4489084"/>
              <a:gd name="connsiteX22266" fmla="*/ 2963024 w 5158787"/>
              <a:gd name="connsiteY22266" fmla="*/ 2062395 h 4489084"/>
              <a:gd name="connsiteX22267" fmla="*/ 2973685 w 5158787"/>
              <a:gd name="connsiteY22267" fmla="*/ 2043917 h 4489084"/>
              <a:gd name="connsiteX22268" fmla="*/ 2974988 w 5158787"/>
              <a:gd name="connsiteY22268" fmla="*/ 2043147 h 4489084"/>
              <a:gd name="connsiteX22269" fmla="*/ 2569178 w 5158787"/>
              <a:gd name="connsiteY22269" fmla="*/ 2043147 h 4489084"/>
              <a:gd name="connsiteX22270" fmla="*/ 2590499 w 5158787"/>
              <a:gd name="connsiteY22270" fmla="*/ 2043147 h 4489084"/>
              <a:gd name="connsiteX22271" fmla="*/ 2591802 w 5158787"/>
              <a:gd name="connsiteY22271" fmla="*/ 2043917 h 4489084"/>
              <a:gd name="connsiteX22272" fmla="*/ 2602462 w 5158787"/>
              <a:gd name="connsiteY22272" fmla="*/ 2062395 h 4489084"/>
              <a:gd name="connsiteX22273" fmla="*/ 2602462 w 5158787"/>
              <a:gd name="connsiteY22273" fmla="*/ 2063876 h 4489084"/>
              <a:gd name="connsiteX22274" fmla="*/ 2591802 w 5158787"/>
              <a:gd name="connsiteY22274" fmla="*/ 2082354 h 4489084"/>
              <a:gd name="connsiteX22275" fmla="*/ 2590499 w 5158787"/>
              <a:gd name="connsiteY22275" fmla="*/ 2083124 h 4489084"/>
              <a:gd name="connsiteX22276" fmla="*/ 2569178 w 5158787"/>
              <a:gd name="connsiteY22276" fmla="*/ 2083124 h 4489084"/>
              <a:gd name="connsiteX22277" fmla="*/ 2567874 w 5158787"/>
              <a:gd name="connsiteY22277" fmla="*/ 2082354 h 4489084"/>
              <a:gd name="connsiteX22278" fmla="*/ 2557214 w 5158787"/>
              <a:gd name="connsiteY22278" fmla="*/ 2063876 h 4489084"/>
              <a:gd name="connsiteX22279" fmla="*/ 2557214 w 5158787"/>
              <a:gd name="connsiteY22279" fmla="*/ 2062395 h 4489084"/>
              <a:gd name="connsiteX22280" fmla="*/ 2567874 w 5158787"/>
              <a:gd name="connsiteY22280" fmla="*/ 2043917 h 4489084"/>
              <a:gd name="connsiteX22281" fmla="*/ 2569178 w 5158787"/>
              <a:gd name="connsiteY22281" fmla="*/ 2043147 h 4489084"/>
              <a:gd name="connsiteX22282" fmla="*/ 2501424 w 5158787"/>
              <a:gd name="connsiteY22282" fmla="*/ 2042851 h 4489084"/>
              <a:gd name="connsiteX22283" fmla="*/ 2523041 w 5158787"/>
              <a:gd name="connsiteY22283" fmla="*/ 2042851 h 4489084"/>
              <a:gd name="connsiteX22284" fmla="*/ 2524344 w 5158787"/>
              <a:gd name="connsiteY22284" fmla="*/ 2043621 h 4489084"/>
              <a:gd name="connsiteX22285" fmla="*/ 2535183 w 5158787"/>
              <a:gd name="connsiteY22285" fmla="*/ 2062336 h 4489084"/>
              <a:gd name="connsiteX22286" fmla="*/ 2535183 w 5158787"/>
              <a:gd name="connsiteY22286" fmla="*/ 2063876 h 4489084"/>
              <a:gd name="connsiteX22287" fmla="*/ 2524344 w 5158787"/>
              <a:gd name="connsiteY22287" fmla="*/ 2082591 h 4489084"/>
              <a:gd name="connsiteX22288" fmla="*/ 2523041 w 5158787"/>
              <a:gd name="connsiteY22288" fmla="*/ 2083361 h 4489084"/>
              <a:gd name="connsiteX22289" fmla="*/ 2501424 w 5158787"/>
              <a:gd name="connsiteY22289" fmla="*/ 2083361 h 4489084"/>
              <a:gd name="connsiteX22290" fmla="*/ 2500121 w 5158787"/>
              <a:gd name="connsiteY22290" fmla="*/ 2082591 h 4489084"/>
              <a:gd name="connsiteX22291" fmla="*/ 2489283 w 5158787"/>
              <a:gd name="connsiteY22291" fmla="*/ 2063876 h 4489084"/>
              <a:gd name="connsiteX22292" fmla="*/ 2489283 w 5158787"/>
              <a:gd name="connsiteY22292" fmla="*/ 2062336 h 4489084"/>
              <a:gd name="connsiteX22293" fmla="*/ 2500121 w 5158787"/>
              <a:gd name="connsiteY22293" fmla="*/ 2043621 h 4489084"/>
              <a:gd name="connsiteX22294" fmla="*/ 2501424 w 5158787"/>
              <a:gd name="connsiteY22294" fmla="*/ 2042851 h 4489084"/>
              <a:gd name="connsiteX22295" fmla="*/ 4868414 w 5158787"/>
              <a:gd name="connsiteY22295" fmla="*/ 2042673 h 4489084"/>
              <a:gd name="connsiteX22296" fmla="*/ 4890268 w 5158787"/>
              <a:gd name="connsiteY22296" fmla="*/ 2042673 h 4489084"/>
              <a:gd name="connsiteX22297" fmla="*/ 4891630 w 5158787"/>
              <a:gd name="connsiteY22297" fmla="*/ 2043443 h 4489084"/>
              <a:gd name="connsiteX22298" fmla="*/ 4902528 w 5158787"/>
              <a:gd name="connsiteY22298" fmla="*/ 2062395 h 4489084"/>
              <a:gd name="connsiteX22299" fmla="*/ 4902528 w 5158787"/>
              <a:gd name="connsiteY22299" fmla="*/ 2063935 h 4489084"/>
              <a:gd name="connsiteX22300" fmla="*/ 4891571 w 5158787"/>
              <a:gd name="connsiteY22300" fmla="*/ 2082887 h 4489084"/>
              <a:gd name="connsiteX22301" fmla="*/ 4890209 w 5158787"/>
              <a:gd name="connsiteY22301" fmla="*/ 2083657 h 4489084"/>
              <a:gd name="connsiteX22302" fmla="*/ 4868355 w 5158787"/>
              <a:gd name="connsiteY22302" fmla="*/ 2083657 h 4489084"/>
              <a:gd name="connsiteX22303" fmla="*/ 4866993 w 5158787"/>
              <a:gd name="connsiteY22303" fmla="*/ 2082887 h 4489084"/>
              <a:gd name="connsiteX22304" fmla="*/ 4856095 w 5158787"/>
              <a:gd name="connsiteY22304" fmla="*/ 2063935 h 4489084"/>
              <a:gd name="connsiteX22305" fmla="*/ 4856095 w 5158787"/>
              <a:gd name="connsiteY22305" fmla="*/ 2062395 h 4489084"/>
              <a:gd name="connsiteX22306" fmla="*/ 4867052 w 5158787"/>
              <a:gd name="connsiteY22306" fmla="*/ 2043443 h 4489084"/>
              <a:gd name="connsiteX22307" fmla="*/ 4868414 w 5158787"/>
              <a:gd name="connsiteY22307" fmla="*/ 2042673 h 4489084"/>
              <a:gd name="connsiteX22308" fmla="*/ 4800779 w 5158787"/>
              <a:gd name="connsiteY22308" fmla="*/ 2042673 h 4489084"/>
              <a:gd name="connsiteX22309" fmla="*/ 4822633 w 5158787"/>
              <a:gd name="connsiteY22309" fmla="*/ 2042673 h 4489084"/>
              <a:gd name="connsiteX22310" fmla="*/ 4823995 w 5158787"/>
              <a:gd name="connsiteY22310" fmla="*/ 2043443 h 4489084"/>
              <a:gd name="connsiteX22311" fmla="*/ 4834893 w 5158787"/>
              <a:gd name="connsiteY22311" fmla="*/ 2062395 h 4489084"/>
              <a:gd name="connsiteX22312" fmla="*/ 4834893 w 5158787"/>
              <a:gd name="connsiteY22312" fmla="*/ 2063935 h 4489084"/>
              <a:gd name="connsiteX22313" fmla="*/ 4823936 w 5158787"/>
              <a:gd name="connsiteY22313" fmla="*/ 2082887 h 4489084"/>
              <a:gd name="connsiteX22314" fmla="*/ 4822574 w 5158787"/>
              <a:gd name="connsiteY22314" fmla="*/ 2083657 h 4489084"/>
              <a:gd name="connsiteX22315" fmla="*/ 4800720 w 5158787"/>
              <a:gd name="connsiteY22315" fmla="*/ 2083657 h 4489084"/>
              <a:gd name="connsiteX22316" fmla="*/ 4799358 w 5158787"/>
              <a:gd name="connsiteY22316" fmla="*/ 2082887 h 4489084"/>
              <a:gd name="connsiteX22317" fmla="*/ 4788460 w 5158787"/>
              <a:gd name="connsiteY22317" fmla="*/ 2063935 h 4489084"/>
              <a:gd name="connsiteX22318" fmla="*/ 4788460 w 5158787"/>
              <a:gd name="connsiteY22318" fmla="*/ 2062395 h 4489084"/>
              <a:gd name="connsiteX22319" fmla="*/ 4799417 w 5158787"/>
              <a:gd name="connsiteY22319" fmla="*/ 2043443 h 4489084"/>
              <a:gd name="connsiteX22320" fmla="*/ 4800779 w 5158787"/>
              <a:gd name="connsiteY22320" fmla="*/ 2042673 h 4489084"/>
              <a:gd name="connsiteX22321" fmla="*/ 2433374 w 5158787"/>
              <a:gd name="connsiteY22321" fmla="*/ 2042022 h 4489084"/>
              <a:gd name="connsiteX22322" fmla="*/ 2455880 w 5158787"/>
              <a:gd name="connsiteY22322" fmla="*/ 2042022 h 4489084"/>
              <a:gd name="connsiteX22323" fmla="*/ 2457242 w 5158787"/>
              <a:gd name="connsiteY22323" fmla="*/ 2042792 h 4489084"/>
              <a:gd name="connsiteX22324" fmla="*/ 2468495 w 5158787"/>
              <a:gd name="connsiteY22324" fmla="*/ 2062277 h 4489084"/>
              <a:gd name="connsiteX22325" fmla="*/ 2468495 w 5158787"/>
              <a:gd name="connsiteY22325" fmla="*/ 2063876 h 4489084"/>
              <a:gd name="connsiteX22326" fmla="*/ 2457242 w 5158787"/>
              <a:gd name="connsiteY22326" fmla="*/ 2083361 h 4489084"/>
              <a:gd name="connsiteX22327" fmla="*/ 2455880 w 5158787"/>
              <a:gd name="connsiteY22327" fmla="*/ 2084131 h 4489084"/>
              <a:gd name="connsiteX22328" fmla="*/ 2433374 w 5158787"/>
              <a:gd name="connsiteY22328" fmla="*/ 2084131 h 4489084"/>
              <a:gd name="connsiteX22329" fmla="*/ 2432012 w 5158787"/>
              <a:gd name="connsiteY22329" fmla="*/ 2083361 h 4489084"/>
              <a:gd name="connsiteX22330" fmla="*/ 2420759 w 5158787"/>
              <a:gd name="connsiteY22330" fmla="*/ 2063876 h 4489084"/>
              <a:gd name="connsiteX22331" fmla="*/ 2420759 w 5158787"/>
              <a:gd name="connsiteY22331" fmla="*/ 2062277 h 4489084"/>
              <a:gd name="connsiteX22332" fmla="*/ 2432012 w 5158787"/>
              <a:gd name="connsiteY22332" fmla="*/ 2042792 h 4489084"/>
              <a:gd name="connsiteX22333" fmla="*/ 2433374 w 5158787"/>
              <a:gd name="connsiteY22333" fmla="*/ 2042022 h 4489084"/>
              <a:gd name="connsiteX22334" fmla="*/ 2365502 w 5158787"/>
              <a:gd name="connsiteY22334" fmla="*/ 2041607 h 4489084"/>
              <a:gd name="connsiteX22335" fmla="*/ 2388481 w 5158787"/>
              <a:gd name="connsiteY22335" fmla="*/ 2041607 h 4489084"/>
              <a:gd name="connsiteX22336" fmla="*/ 2389903 w 5158787"/>
              <a:gd name="connsiteY22336" fmla="*/ 2042436 h 4489084"/>
              <a:gd name="connsiteX22337" fmla="*/ 2401392 w 5158787"/>
              <a:gd name="connsiteY22337" fmla="*/ 2062336 h 4489084"/>
              <a:gd name="connsiteX22338" fmla="*/ 2401392 w 5158787"/>
              <a:gd name="connsiteY22338" fmla="*/ 2063935 h 4489084"/>
              <a:gd name="connsiteX22339" fmla="*/ 2389903 w 5158787"/>
              <a:gd name="connsiteY22339" fmla="*/ 2083835 h 4489084"/>
              <a:gd name="connsiteX22340" fmla="*/ 2388481 w 5158787"/>
              <a:gd name="connsiteY22340" fmla="*/ 2084663 h 4489084"/>
              <a:gd name="connsiteX22341" fmla="*/ 2365502 w 5158787"/>
              <a:gd name="connsiteY22341" fmla="*/ 2084663 h 4489084"/>
              <a:gd name="connsiteX22342" fmla="*/ 2364081 w 5158787"/>
              <a:gd name="connsiteY22342" fmla="*/ 2083835 h 4489084"/>
              <a:gd name="connsiteX22343" fmla="*/ 2352591 w 5158787"/>
              <a:gd name="connsiteY22343" fmla="*/ 2063935 h 4489084"/>
              <a:gd name="connsiteX22344" fmla="*/ 2352591 w 5158787"/>
              <a:gd name="connsiteY22344" fmla="*/ 2062336 h 4489084"/>
              <a:gd name="connsiteX22345" fmla="*/ 2364081 w 5158787"/>
              <a:gd name="connsiteY22345" fmla="*/ 2042436 h 4489084"/>
              <a:gd name="connsiteX22346" fmla="*/ 2365502 w 5158787"/>
              <a:gd name="connsiteY22346" fmla="*/ 2041607 h 4489084"/>
              <a:gd name="connsiteX22347" fmla="*/ 2297334 w 5158787"/>
              <a:gd name="connsiteY22347" fmla="*/ 2040600 h 4489084"/>
              <a:gd name="connsiteX22348" fmla="*/ 2321380 w 5158787"/>
              <a:gd name="connsiteY22348" fmla="*/ 2040600 h 4489084"/>
              <a:gd name="connsiteX22349" fmla="*/ 2322860 w 5158787"/>
              <a:gd name="connsiteY22349" fmla="*/ 2041429 h 4489084"/>
              <a:gd name="connsiteX22350" fmla="*/ 2334883 w 5158787"/>
              <a:gd name="connsiteY22350" fmla="*/ 2062277 h 4489084"/>
              <a:gd name="connsiteX22351" fmla="*/ 2334883 w 5158787"/>
              <a:gd name="connsiteY22351" fmla="*/ 2063994 h 4489084"/>
              <a:gd name="connsiteX22352" fmla="*/ 2322860 w 5158787"/>
              <a:gd name="connsiteY22352" fmla="*/ 2084841 h 4489084"/>
              <a:gd name="connsiteX22353" fmla="*/ 2321380 w 5158787"/>
              <a:gd name="connsiteY22353" fmla="*/ 2085671 h 4489084"/>
              <a:gd name="connsiteX22354" fmla="*/ 2297334 w 5158787"/>
              <a:gd name="connsiteY22354" fmla="*/ 2085671 h 4489084"/>
              <a:gd name="connsiteX22355" fmla="*/ 2295854 w 5158787"/>
              <a:gd name="connsiteY22355" fmla="*/ 2084841 h 4489084"/>
              <a:gd name="connsiteX22356" fmla="*/ 2283831 w 5158787"/>
              <a:gd name="connsiteY22356" fmla="*/ 2063994 h 4489084"/>
              <a:gd name="connsiteX22357" fmla="*/ 2283831 w 5158787"/>
              <a:gd name="connsiteY22357" fmla="*/ 2062277 h 4489084"/>
              <a:gd name="connsiteX22358" fmla="*/ 2295854 w 5158787"/>
              <a:gd name="connsiteY22358" fmla="*/ 2041429 h 4489084"/>
              <a:gd name="connsiteX22359" fmla="*/ 2297334 w 5158787"/>
              <a:gd name="connsiteY22359" fmla="*/ 2040600 h 4489084"/>
              <a:gd name="connsiteX22360" fmla="*/ 1959100 w 5158787"/>
              <a:gd name="connsiteY22360" fmla="*/ 2040482 h 4489084"/>
              <a:gd name="connsiteX22361" fmla="*/ 1983264 w 5158787"/>
              <a:gd name="connsiteY22361" fmla="*/ 2040482 h 4489084"/>
              <a:gd name="connsiteX22362" fmla="*/ 1984744 w 5158787"/>
              <a:gd name="connsiteY22362" fmla="*/ 2041311 h 4489084"/>
              <a:gd name="connsiteX22363" fmla="*/ 1996826 w 5158787"/>
              <a:gd name="connsiteY22363" fmla="*/ 2062277 h 4489084"/>
              <a:gd name="connsiteX22364" fmla="*/ 1996826 w 5158787"/>
              <a:gd name="connsiteY22364" fmla="*/ 2063994 h 4489084"/>
              <a:gd name="connsiteX22365" fmla="*/ 1984744 w 5158787"/>
              <a:gd name="connsiteY22365" fmla="*/ 2084960 h 4489084"/>
              <a:gd name="connsiteX22366" fmla="*/ 1983264 w 5158787"/>
              <a:gd name="connsiteY22366" fmla="*/ 2085789 h 4489084"/>
              <a:gd name="connsiteX22367" fmla="*/ 1959100 w 5158787"/>
              <a:gd name="connsiteY22367" fmla="*/ 2085789 h 4489084"/>
              <a:gd name="connsiteX22368" fmla="*/ 1957619 w 5158787"/>
              <a:gd name="connsiteY22368" fmla="*/ 2084960 h 4489084"/>
              <a:gd name="connsiteX22369" fmla="*/ 1945537 w 5158787"/>
              <a:gd name="connsiteY22369" fmla="*/ 2063994 h 4489084"/>
              <a:gd name="connsiteX22370" fmla="*/ 1945537 w 5158787"/>
              <a:gd name="connsiteY22370" fmla="*/ 2062277 h 4489084"/>
              <a:gd name="connsiteX22371" fmla="*/ 1957619 w 5158787"/>
              <a:gd name="connsiteY22371" fmla="*/ 2041311 h 4489084"/>
              <a:gd name="connsiteX22372" fmla="*/ 1959100 w 5158787"/>
              <a:gd name="connsiteY22372" fmla="*/ 2040482 h 4489084"/>
              <a:gd name="connsiteX22373" fmla="*/ 944397 w 5158787"/>
              <a:gd name="connsiteY22373" fmla="*/ 2040067 h 4489084"/>
              <a:gd name="connsiteX22374" fmla="*/ 969034 w 5158787"/>
              <a:gd name="connsiteY22374" fmla="*/ 2040067 h 4489084"/>
              <a:gd name="connsiteX22375" fmla="*/ 970515 w 5158787"/>
              <a:gd name="connsiteY22375" fmla="*/ 2040955 h 4489084"/>
              <a:gd name="connsiteX22376" fmla="*/ 982834 w 5158787"/>
              <a:gd name="connsiteY22376" fmla="*/ 2062276 h 4489084"/>
              <a:gd name="connsiteX22377" fmla="*/ 982834 w 5158787"/>
              <a:gd name="connsiteY22377" fmla="*/ 2063994 h 4489084"/>
              <a:gd name="connsiteX22378" fmla="*/ 970515 w 5158787"/>
              <a:gd name="connsiteY22378" fmla="*/ 2085315 h 4489084"/>
              <a:gd name="connsiteX22379" fmla="*/ 969034 w 5158787"/>
              <a:gd name="connsiteY22379" fmla="*/ 2086203 h 4489084"/>
              <a:gd name="connsiteX22380" fmla="*/ 944397 w 5158787"/>
              <a:gd name="connsiteY22380" fmla="*/ 2086203 h 4489084"/>
              <a:gd name="connsiteX22381" fmla="*/ 942916 w 5158787"/>
              <a:gd name="connsiteY22381" fmla="*/ 2085315 h 4489084"/>
              <a:gd name="connsiteX22382" fmla="*/ 930597 w 5158787"/>
              <a:gd name="connsiteY22382" fmla="*/ 2063994 h 4489084"/>
              <a:gd name="connsiteX22383" fmla="*/ 930597 w 5158787"/>
              <a:gd name="connsiteY22383" fmla="*/ 2062276 h 4489084"/>
              <a:gd name="connsiteX22384" fmla="*/ 942916 w 5158787"/>
              <a:gd name="connsiteY22384" fmla="*/ 2040955 h 4489084"/>
              <a:gd name="connsiteX22385" fmla="*/ 944397 w 5158787"/>
              <a:gd name="connsiteY22385" fmla="*/ 2040067 h 4489084"/>
              <a:gd name="connsiteX22386" fmla="*/ 2026439 w 5158787"/>
              <a:gd name="connsiteY22386" fmla="*/ 2039949 h 4489084"/>
              <a:gd name="connsiteX22387" fmla="*/ 2051195 w 5158787"/>
              <a:gd name="connsiteY22387" fmla="*/ 2039949 h 4489084"/>
              <a:gd name="connsiteX22388" fmla="*/ 2052676 w 5158787"/>
              <a:gd name="connsiteY22388" fmla="*/ 2040838 h 4489084"/>
              <a:gd name="connsiteX22389" fmla="*/ 2065054 w 5158787"/>
              <a:gd name="connsiteY22389" fmla="*/ 2062277 h 4489084"/>
              <a:gd name="connsiteX22390" fmla="*/ 2065054 w 5158787"/>
              <a:gd name="connsiteY22390" fmla="*/ 2064054 h 4489084"/>
              <a:gd name="connsiteX22391" fmla="*/ 2052676 w 5158787"/>
              <a:gd name="connsiteY22391" fmla="*/ 2085493 h 4489084"/>
              <a:gd name="connsiteX22392" fmla="*/ 2051195 w 5158787"/>
              <a:gd name="connsiteY22392" fmla="*/ 2086382 h 4489084"/>
              <a:gd name="connsiteX22393" fmla="*/ 2026439 w 5158787"/>
              <a:gd name="connsiteY22393" fmla="*/ 2086382 h 4489084"/>
              <a:gd name="connsiteX22394" fmla="*/ 2024958 w 5158787"/>
              <a:gd name="connsiteY22394" fmla="*/ 2085493 h 4489084"/>
              <a:gd name="connsiteX22395" fmla="*/ 2012580 w 5158787"/>
              <a:gd name="connsiteY22395" fmla="*/ 2064054 h 4489084"/>
              <a:gd name="connsiteX22396" fmla="*/ 2012580 w 5158787"/>
              <a:gd name="connsiteY22396" fmla="*/ 2062277 h 4489084"/>
              <a:gd name="connsiteX22397" fmla="*/ 2024958 w 5158787"/>
              <a:gd name="connsiteY22397" fmla="*/ 2040838 h 4489084"/>
              <a:gd name="connsiteX22398" fmla="*/ 2026439 w 5158787"/>
              <a:gd name="connsiteY22398" fmla="*/ 2039949 h 4489084"/>
              <a:gd name="connsiteX22399" fmla="*/ 2093956 w 5158787"/>
              <a:gd name="connsiteY22399" fmla="*/ 2039652 h 4489084"/>
              <a:gd name="connsiteX22400" fmla="*/ 2119008 w 5158787"/>
              <a:gd name="connsiteY22400" fmla="*/ 2039652 h 4489084"/>
              <a:gd name="connsiteX22401" fmla="*/ 2120548 w 5158787"/>
              <a:gd name="connsiteY22401" fmla="*/ 2040541 h 4489084"/>
              <a:gd name="connsiteX22402" fmla="*/ 2133044 w 5158787"/>
              <a:gd name="connsiteY22402" fmla="*/ 2062276 h 4489084"/>
              <a:gd name="connsiteX22403" fmla="*/ 2133044 w 5158787"/>
              <a:gd name="connsiteY22403" fmla="*/ 2064053 h 4489084"/>
              <a:gd name="connsiteX22404" fmla="*/ 2120489 w 5158787"/>
              <a:gd name="connsiteY22404" fmla="*/ 2085788 h 4489084"/>
              <a:gd name="connsiteX22405" fmla="*/ 2118949 w 5158787"/>
              <a:gd name="connsiteY22405" fmla="*/ 2086677 h 4489084"/>
              <a:gd name="connsiteX22406" fmla="*/ 2093897 w 5158787"/>
              <a:gd name="connsiteY22406" fmla="*/ 2086677 h 4489084"/>
              <a:gd name="connsiteX22407" fmla="*/ 2092357 w 5158787"/>
              <a:gd name="connsiteY22407" fmla="*/ 2085788 h 4489084"/>
              <a:gd name="connsiteX22408" fmla="*/ 2079860 w 5158787"/>
              <a:gd name="connsiteY22408" fmla="*/ 2064053 h 4489084"/>
              <a:gd name="connsiteX22409" fmla="*/ 2079860 w 5158787"/>
              <a:gd name="connsiteY22409" fmla="*/ 2062276 h 4489084"/>
              <a:gd name="connsiteX22410" fmla="*/ 2092416 w 5158787"/>
              <a:gd name="connsiteY22410" fmla="*/ 2040541 h 4489084"/>
              <a:gd name="connsiteX22411" fmla="*/ 2093956 w 5158787"/>
              <a:gd name="connsiteY22411" fmla="*/ 2039652 h 4489084"/>
              <a:gd name="connsiteX22412" fmla="*/ 2229048 w 5158787"/>
              <a:gd name="connsiteY22412" fmla="*/ 2039475 h 4489084"/>
              <a:gd name="connsiteX22413" fmla="*/ 2254337 w 5158787"/>
              <a:gd name="connsiteY22413" fmla="*/ 2039475 h 4489084"/>
              <a:gd name="connsiteX22414" fmla="*/ 2255877 w 5158787"/>
              <a:gd name="connsiteY22414" fmla="*/ 2040364 h 4489084"/>
              <a:gd name="connsiteX22415" fmla="*/ 2268492 w 5158787"/>
              <a:gd name="connsiteY22415" fmla="*/ 2062277 h 4489084"/>
              <a:gd name="connsiteX22416" fmla="*/ 2268492 w 5158787"/>
              <a:gd name="connsiteY22416" fmla="*/ 2064054 h 4489084"/>
              <a:gd name="connsiteX22417" fmla="*/ 2255818 w 5158787"/>
              <a:gd name="connsiteY22417" fmla="*/ 2085967 h 4489084"/>
              <a:gd name="connsiteX22418" fmla="*/ 2254278 w 5158787"/>
              <a:gd name="connsiteY22418" fmla="*/ 2086855 h 4489084"/>
              <a:gd name="connsiteX22419" fmla="*/ 2228989 w 5158787"/>
              <a:gd name="connsiteY22419" fmla="*/ 2086855 h 4489084"/>
              <a:gd name="connsiteX22420" fmla="*/ 2227449 w 5158787"/>
              <a:gd name="connsiteY22420" fmla="*/ 2085967 h 4489084"/>
              <a:gd name="connsiteX22421" fmla="*/ 2214834 w 5158787"/>
              <a:gd name="connsiteY22421" fmla="*/ 2064054 h 4489084"/>
              <a:gd name="connsiteX22422" fmla="*/ 2214834 w 5158787"/>
              <a:gd name="connsiteY22422" fmla="*/ 2062277 h 4489084"/>
              <a:gd name="connsiteX22423" fmla="*/ 2227508 w 5158787"/>
              <a:gd name="connsiteY22423" fmla="*/ 2040364 h 4489084"/>
              <a:gd name="connsiteX22424" fmla="*/ 2229048 w 5158787"/>
              <a:gd name="connsiteY22424" fmla="*/ 2039475 h 4489084"/>
              <a:gd name="connsiteX22425" fmla="*/ 2161354 w 5158787"/>
              <a:gd name="connsiteY22425" fmla="*/ 2039356 h 4489084"/>
              <a:gd name="connsiteX22426" fmla="*/ 2186761 w 5158787"/>
              <a:gd name="connsiteY22426" fmla="*/ 2039356 h 4489084"/>
              <a:gd name="connsiteX22427" fmla="*/ 2188301 w 5158787"/>
              <a:gd name="connsiteY22427" fmla="*/ 2040244 h 4489084"/>
              <a:gd name="connsiteX22428" fmla="*/ 2200975 w 5158787"/>
              <a:gd name="connsiteY22428" fmla="*/ 2062217 h 4489084"/>
              <a:gd name="connsiteX22429" fmla="*/ 2200975 w 5158787"/>
              <a:gd name="connsiteY22429" fmla="*/ 2063993 h 4489084"/>
              <a:gd name="connsiteX22430" fmla="*/ 2188242 w 5158787"/>
              <a:gd name="connsiteY22430" fmla="*/ 2085966 h 4489084"/>
              <a:gd name="connsiteX22431" fmla="*/ 2186702 w 5158787"/>
              <a:gd name="connsiteY22431" fmla="*/ 2086854 h 4489084"/>
              <a:gd name="connsiteX22432" fmla="*/ 2161295 w 5158787"/>
              <a:gd name="connsiteY22432" fmla="*/ 2086854 h 4489084"/>
              <a:gd name="connsiteX22433" fmla="*/ 2159755 w 5158787"/>
              <a:gd name="connsiteY22433" fmla="*/ 2085966 h 4489084"/>
              <a:gd name="connsiteX22434" fmla="*/ 2147081 w 5158787"/>
              <a:gd name="connsiteY22434" fmla="*/ 2063993 h 4489084"/>
              <a:gd name="connsiteX22435" fmla="*/ 2147081 w 5158787"/>
              <a:gd name="connsiteY22435" fmla="*/ 2062217 h 4489084"/>
              <a:gd name="connsiteX22436" fmla="*/ 2159814 w 5158787"/>
              <a:gd name="connsiteY22436" fmla="*/ 2040244 h 4489084"/>
              <a:gd name="connsiteX22437" fmla="*/ 2161354 w 5158787"/>
              <a:gd name="connsiteY22437" fmla="*/ 2039356 h 4489084"/>
              <a:gd name="connsiteX22438" fmla="*/ 3993718 w 5158787"/>
              <a:gd name="connsiteY22438" fmla="*/ 1992509 h 4489084"/>
              <a:gd name="connsiteX22439" fmla="*/ 4006511 w 5158787"/>
              <a:gd name="connsiteY22439" fmla="*/ 1992509 h 4489084"/>
              <a:gd name="connsiteX22440" fmla="*/ 4007281 w 5158787"/>
              <a:gd name="connsiteY22440" fmla="*/ 1992983 h 4489084"/>
              <a:gd name="connsiteX22441" fmla="*/ 4013677 w 5158787"/>
              <a:gd name="connsiteY22441" fmla="*/ 2004058 h 4489084"/>
              <a:gd name="connsiteX22442" fmla="*/ 4013677 w 5158787"/>
              <a:gd name="connsiteY22442" fmla="*/ 2004946 h 4489084"/>
              <a:gd name="connsiteX22443" fmla="*/ 4007281 w 5158787"/>
              <a:gd name="connsiteY22443" fmla="*/ 2016022 h 4489084"/>
              <a:gd name="connsiteX22444" fmla="*/ 4006511 w 5158787"/>
              <a:gd name="connsiteY22444" fmla="*/ 2016495 h 4489084"/>
              <a:gd name="connsiteX22445" fmla="*/ 3993718 w 5158787"/>
              <a:gd name="connsiteY22445" fmla="*/ 2016495 h 4489084"/>
              <a:gd name="connsiteX22446" fmla="*/ 3992948 w 5158787"/>
              <a:gd name="connsiteY22446" fmla="*/ 2016022 h 4489084"/>
              <a:gd name="connsiteX22447" fmla="*/ 3986552 w 5158787"/>
              <a:gd name="connsiteY22447" fmla="*/ 2004946 h 4489084"/>
              <a:gd name="connsiteX22448" fmla="*/ 3986552 w 5158787"/>
              <a:gd name="connsiteY22448" fmla="*/ 2004058 h 4489084"/>
              <a:gd name="connsiteX22449" fmla="*/ 3992948 w 5158787"/>
              <a:gd name="connsiteY22449" fmla="*/ 1992983 h 4489084"/>
              <a:gd name="connsiteX22450" fmla="*/ 3993718 w 5158787"/>
              <a:gd name="connsiteY22450" fmla="*/ 1992509 h 4489084"/>
              <a:gd name="connsiteX22451" fmla="*/ 4060524 w 5158787"/>
              <a:gd name="connsiteY22451" fmla="*/ 1990969 h 4489084"/>
              <a:gd name="connsiteX22452" fmla="*/ 4074975 w 5158787"/>
              <a:gd name="connsiteY22452" fmla="*/ 1990969 h 4489084"/>
              <a:gd name="connsiteX22453" fmla="*/ 4075863 w 5158787"/>
              <a:gd name="connsiteY22453" fmla="*/ 1991502 h 4489084"/>
              <a:gd name="connsiteX22454" fmla="*/ 4083089 w 5158787"/>
              <a:gd name="connsiteY22454" fmla="*/ 2004058 h 4489084"/>
              <a:gd name="connsiteX22455" fmla="*/ 4083089 w 5158787"/>
              <a:gd name="connsiteY22455" fmla="*/ 2005065 h 4489084"/>
              <a:gd name="connsiteX22456" fmla="*/ 4075863 w 5158787"/>
              <a:gd name="connsiteY22456" fmla="*/ 2017620 h 4489084"/>
              <a:gd name="connsiteX22457" fmla="*/ 4074975 w 5158787"/>
              <a:gd name="connsiteY22457" fmla="*/ 2018153 h 4489084"/>
              <a:gd name="connsiteX22458" fmla="*/ 4060524 w 5158787"/>
              <a:gd name="connsiteY22458" fmla="*/ 2018153 h 4489084"/>
              <a:gd name="connsiteX22459" fmla="*/ 4059636 w 5158787"/>
              <a:gd name="connsiteY22459" fmla="*/ 2017620 h 4489084"/>
              <a:gd name="connsiteX22460" fmla="*/ 4052410 w 5158787"/>
              <a:gd name="connsiteY22460" fmla="*/ 2005065 h 4489084"/>
              <a:gd name="connsiteX22461" fmla="*/ 4052410 w 5158787"/>
              <a:gd name="connsiteY22461" fmla="*/ 2004058 h 4489084"/>
              <a:gd name="connsiteX22462" fmla="*/ 4059636 w 5158787"/>
              <a:gd name="connsiteY22462" fmla="*/ 1991502 h 4489084"/>
              <a:gd name="connsiteX22463" fmla="*/ 4060524 w 5158787"/>
              <a:gd name="connsiteY22463" fmla="*/ 1990969 h 4489084"/>
              <a:gd name="connsiteX22464" fmla="*/ 4398463 w 5158787"/>
              <a:gd name="connsiteY22464" fmla="*/ 1990673 h 4489084"/>
              <a:gd name="connsiteX22465" fmla="*/ 4413269 w 5158787"/>
              <a:gd name="connsiteY22465" fmla="*/ 1990673 h 4489084"/>
              <a:gd name="connsiteX22466" fmla="*/ 4414158 w 5158787"/>
              <a:gd name="connsiteY22466" fmla="*/ 1991206 h 4489084"/>
              <a:gd name="connsiteX22467" fmla="*/ 4421561 w 5158787"/>
              <a:gd name="connsiteY22467" fmla="*/ 2003999 h 4489084"/>
              <a:gd name="connsiteX22468" fmla="*/ 4421561 w 5158787"/>
              <a:gd name="connsiteY22468" fmla="*/ 2005065 h 4489084"/>
              <a:gd name="connsiteX22469" fmla="*/ 4414158 w 5158787"/>
              <a:gd name="connsiteY22469" fmla="*/ 2017857 h 4489084"/>
              <a:gd name="connsiteX22470" fmla="*/ 4413269 w 5158787"/>
              <a:gd name="connsiteY22470" fmla="*/ 2018390 h 4489084"/>
              <a:gd name="connsiteX22471" fmla="*/ 4398463 w 5158787"/>
              <a:gd name="connsiteY22471" fmla="*/ 2018390 h 4489084"/>
              <a:gd name="connsiteX22472" fmla="*/ 4397575 w 5158787"/>
              <a:gd name="connsiteY22472" fmla="*/ 2017857 h 4489084"/>
              <a:gd name="connsiteX22473" fmla="*/ 4390171 w 5158787"/>
              <a:gd name="connsiteY22473" fmla="*/ 2005065 h 4489084"/>
              <a:gd name="connsiteX22474" fmla="*/ 4390171 w 5158787"/>
              <a:gd name="connsiteY22474" fmla="*/ 2003999 h 4489084"/>
              <a:gd name="connsiteX22475" fmla="*/ 4397575 w 5158787"/>
              <a:gd name="connsiteY22475" fmla="*/ 1991206 h 4489084"/>
              <a:gd name="connsiteX22476" fmla="*/ 4398463 w 5158787"/>
              <a:gd name="connsiteY22476" fmla="*/ 1990673 h 4489084"/>
              <a:gd name="connsiteX22477" fmla="*/ 4465920 w 5158787"/>
              <a:gd name="connsiteY22477" fmla="*/ 1990259 h 4489084"/>
              <a:gd name="connsiteX22478" fmla="*/ 4481140 w 5158787"/>
              <a:gd name="connsiteY22478" fmla="*/ 1990259 h 4489084"/>
              <a:gd name="connsiteX22479" fmla="*/ 4482088 w 5158787"/>
              <a:gd name="connsiteY22479" fmla="*/ 1990792 h 4489084"/>
              <a:gd name="connsiteX22480" fmla="*/ 4489729 w 5158787"/>
              <a:gd name="connsiteY22480" fmla="*/ 2003999 h 4489084"/>
              <a:gd name="connsiteX22481" fmla="*/ 4489729 w 5158787"/>
              <a:gd name="connsiteY22481" fmla="*/ 2005065 h 4489084"/>
              <a:gd name="connsiteX22482" fmla="*/ 4482088 w 5158787"/>
              <a:gd name="connsiteY22482" fmla="*/ 2018273 h 4489084"/>
              <a:gd name="connsiteX22483" fmla="*/ 4481140 w 5158787"/>
              <a:gd name="connsiteY22483" fmla="*/ 2018806 h 4489084"/>
              <a:gd name="connsiteX22484" fmla="*/ 4465920 w 5158787"/>
              <a:gd name="connsiteY22484" fmla="*/ 2018806 h 4489084"/>
              <a:gd name="connsiteX22485" fmla="*/ 4464972 w 5158787"/>
              <a:gd name="connsiteY22485" fmla="*/ 2018273 h 4489084"/>
              <a:gd name="connsiteX22486" fmla="*/ 4457332 w 5158787"/>
              <a:gd name="connsiteY22486" fmla="*/ 2005065 h 4489084"/>
              <a:gd name="connsiteX22487" fmla="*/ 4457332 w 5158787"/>
              <a:gd name="connsiteY22487" fmla="*/ 2003999 h 4489084"/>
              <a:gd name="connsiteX22488" fmla="*/ 4464972 w 5158787"/>
              <a:gd name="connsiteY22488" fmla="*/ 1990792 h 4489084"/>
              <a:gd name="connsiteX22489" fmla="*/ 4465920 w 5158787"/>
              <a:gd name="connsiteY22489" fmla="*/ 1990259 h 4489084"/>
              <a:gd name="connsiteX22490" fmla="*/ 1219496 w 5158787"/>
              <a:gd name="connsiteY22490" fmla="*/ 1990022 h 4489084"/>
              <a:gd name="connsiteX22491" fmla="*/ 1234954 w 5158787"/>
              <a:gd name="connsiteY22491" fmla="*/ 1990022 h 4489084"/>
              <a:gd name="connsiteX22492" fmla="*/ 1235902 w 5158787"/>
              <a:gd name="connsiteY22492" fmla="*/ 1990555 h 4489084"/>
              <a:gd name="connsiteX22493" fmla="*/ 1243601 w 5158787"/>
              <a:gd name="connsiteY22493" fmla="*/ 2003940 h 4489084"/>
              <a:gd name="connsiteX22494" fmla="*/ 1243601 w 5158787"/>
              <a:gd name="connsiteY22494" fmla="*/ 2005006 h 4489084"/>
              <a:gd name="connsiteX22495" fmla="*/ 1235843 w 5158787"/>
              <a:gd name="connsiteY22495" fmla="*/ 2018391 h 4489084"/>
              <a:gd name="connsiteX22496" fmla="*/ 1234895 w 5158787"/>
              <a:gd name="connsiteY22496" fmla="*/ 2018924 h 4489084"/>
              <a:gd name="connsiteX22497" fmla="*/ 1219437 w 5158787"/>
              <a:gd name="connsiteY22497" fmla="*/ 2018924 h 4489084"/>
              <a:gd name="connsiteX22498" fmla="*/ 1218490 w 5158787"/>
              <a:gd name="connsiteY22498" fmla="*/ 2018391 h 4489084"/>
              <a:gd name="connsiteX22499" fmla="*/ 1210790 w 5158787"/>
              <a:gd name="connsiteY22499" fmla="*/ 2005006 h 4489084"/>
              <a:gd name="connsiteX22500" fmla="*/ 1210790 w 5158787"/>
              <a:gd name="connsiteY22500" fmla="*/ 2003940 h 4489084"/>
              <a:gd name="connsiteX22501" fmla="*/ 1218549 w 5158787"/>
              <a:gd name="connsiteY22501" fmla="*/ 1990555 h 4489084"/>
              <a:gd name="connsiteX22502" fmla="*/ 1219496 w 5158787"/>
              <a:gd name="connsiteY22502" fmla="*/ 1990022 h 4489084"/>
              <a:gd name="connsiteX22503" fmla="*/ 4533319 w 5158787"/>
              <a:gd name="connsiteY22503" fmla="*/ 1989844 h 4489084"/>
              <a:gd name="connsiteX22504" fmla="*/ 4549013 w 5158787"/>
              <a:gd name="connsiteY22504" fmla="*/ 1989844 h 4489084"/>
              <a:gd name="connsiteX22505" fmla="*/ 4549960 w 5158787"/>
              <a:gd name="connsiteY22505" fmla="*/ 1990377 h 4489084"/>
              <a:gd name="connsiteX22506" fmla="*/ 4557779 w 5158787"/>
              <a:gd name="connsiteY22506" fmla="*/ 2003939 h 4489084"/>
              <a:gd name="connsiteX22507" fmla="*/ 4557779 w 5158787"/>
              <a:gd name="connsiteY22507" fmla="*/ 2005065 h 4489084"/>
              <a:gd name="connsiteX22508" fmla="*/ 4549960 w 5158787"/>
              <a:gd name="connsiteY22508" fmla="*/ 2018627 h 4489084"/>
              <a:gd name="connsiteX22509" fmla="*/ 4549013 w 5158787"/>
              <a:gd name="connsiteY22509" fmla="*/ 2019160 h 4489084"/>
              <a:gd name="connsiteX22510" fmla="*/ 4533319 w 5158787"/>
              <a:gd name="connsiteY22510" fmla="*/ 2019160 h 4489084"/>
              <a:gd name="connsiteX22511" fmla="*/ 4532371 w 5158787"/>
              <a:gd name="connsiteY22511" fmla="*/ 2018627 h 4489084"/>
              <a:gd name="connsiteX22512" fmla="*/ 4524553 w 5158787"/>
              <a:gd name="connsiteY22512" fmla="*/ 2005065 h 4489084"/>
              <a:gd name="connsiteX22513" fmla="*/ 4524553 w 5158787"/>
              <a:gd name="connsiteY22513" fmla="*/ 2003939 h 4489084"/>
              <a:gd name="connsiteX22514" fmla="*/ 4532371 w 5158787"/>
              <a:gd name="connsiteY22514" fmla="*/ 1990377 h 4489084"/>
              <a:gd name="connsiteX22515" fmla="*/ 4533319 w 5158787"/>
              <a:gd name="connsiteY22515" fmla="*/ 1989844 h 4489084"/>
              <a:gd name="connsiteX22516" fmla="*/ 4330414 w 5158787"/>
              <a:gd name="connsiteY22516" fmla="*/ 1989844 h 4489084"/>
              <a:gd name="connsiteX22517" fmla="*/ 4346108 w 5158787"/>
              <a:gd name="connsiteY22517" fmla="*/ 1989844 h 4489084"/>
              <a:gd name="connsiteX22518" fmla="*/ 4347055 w 5158787"/>
              <a:gd name="connsiteY22518" fmla="*/ 1990377 h 4489084"/>
              <a:gd name="connsiteX22519" fmla="*/ 4354874 w 5158787"/>
              <a:gd name="connsiteY22519" fmla="*/ 2003939 h 4489084"/>
              <a:gd name="connsiteX22520" fmla="*/ 4354874 w 5158787"/>
              <a:gd name="connsiteY22520" fmla="*/ 2005065 h 4489084"/>
              <a:gd name="connsiteX22521" fmla="*/ 4347055 w 5158787"/>
              <a:gd name="connsiteY22521" fmla="*/ 2018627 h 4489084"/>
              <a:gd name="connsiteX22522" fmla="*/ 4346108 w 5158787"/>
              <a:gd name="connsiteY22522" fmla="*/ 2019160 h 4489084"/>
              <a:gd name="connsiteX22523" fmla="*/ 4330414 w 5158787"/>
              <a:gd name="connsiteY22523" fmla="*/ 2019160 h 4489084"/>
              <a:gd name="connsiteX22524" fmla="*/ 4329466 w 5158787"/>
              <a:gd name="connsiteY22524" fmla="*/ 2018627 h 4489084"/>
              <a:gd name="connsiteX22525" fmla="*/ 4321648 w 5158787"/>
              <a:gd name="connsiteY22525" fmla="*/ 2005065 h 4489084"/>
              <a:gd name="connsiteX22526" fmla="*/ 4321648 w 5158787"/>
              <a:gd name="connsiteY22526" fmla="*/ 2003939 h 4489084"/>
              <a:gd name="connsiteX22527" fmla="*/ 4329466 w 5158787"/>
              <a:gd name="connsiteY22527" fmla="*/ 1990377 h 4489084"/>
              <a:gd name="connsiteX22528" fmla="*/ 4330414 w 5158787"/>
              <a:gd name="connsiteY22528" fmla="*/ 1989844 h 4489084"/>
              <a:gd name="connsiteX22529" fmla="*/ 1422225 w 5158787"/>
              <a:gd name="connsiteY22529" fmla="*/ 1989726 h 4489084"/>
              <a:gd name="connsiteX22530" fmla="*/ 1438038 w 5158787"/>
              <a:gd name="connsiteY22530" fmla="*/ 1989726 h 4489084"/>
              <a:gd name="connsiteX22531" fmla="*/ 1438985 w 5158787"/>
              <a:gd name="connsiteY22531" fmla="*/ 1990259 h 4489084"/>
              <a:gd name="connsiteX22532" fmla="*/ 1446862 w 5158787"/>
              <a:gd name="connsiteY22532" fmla="*/ 2003940 h 4489084"/>
              <a:gd name="connsiteX22533" fmla="*/ 1446862 w 5158787"/>
              <a:gd name="connsiteY22533" fmla="*/ 2005065 h 4489084"/>
              <a:gd name="connsiteX22534" fmla="*/ 1438985 w 5158787"/>
              <a:gd name="connsiteY22534" fmla="*/ 2018746 h 4489084"/>
              <a:gd name="connsiteX22535" fmla="*/ 1438038 w 5158787"/>
              <a:gd name="connsiteY22535" fmla="*/ 2019279 h 4489084"/>
              <a:gd name="connsiteX22536" fmla="*/ 1422225 w 5158787"/>
              <a:gd name="connsiteY22536" fmla="*/ 2019279 h 4489084"/>
              <a:gd name="connsiteX22537" fmla="*/ 1421277 w 5158787"/>
              <a:gd name="connsiteY22537" fmla="*/ 2018746 h 4489084"/>
              <a:gd name="connsiteX22538" fmla="*/ 1413400 w 5158787"/>
              <a:gd name="connsiteY22538" fmla="*/ 2005065 h 4489084"/>
              <a:gd name="connsiteX22539" fmla="*/ 1413400 w 5158787"/>
              <a:gd name="connsiteY22539" fmla="*/ 2003940 h 4489084"/>
              <a:gd name="connsiteX22540" fmla="*/ 1421277 w 5158787"/>
              <a:gd name="connsiteY22540" fmla="*/ 1990259 h 4489084"/>
              <a:gd name="connsiteX22541" fmla="*/ 1422225 w 5158787"/>
              <a:gd name="connsiteY22541" fmla="*/ 1989726 h 4489084"/>
              <a:gd name="connsiteX22542" fmla="*/ 1489800 w 5158787"/>
              <a:gd name="connsiteY22542" fmla="*/ 1989548 h 4489084"/>
              <a:gd name="connsiteX22543" fmla="*/ 1505791 w 5158787"/>
              <a:gd name="connsiteY22543" fmla="*/ 1989548 h 4489084"/>
              <a:gd name="connsiteX22544" fmla="*/ 1506739 w 5158787"/>
              <a:gd name="connsiteY22544" fmla="*/ 1990140 h 4489084"/>
              <a:gd name="connsiteX22545" fmla="*/ 1514734 w 5158787"/>
              <a:gd name="connsiteY22545" fmla="*/ 2003999 h 4489084"/>
              <a:gd name="connsiteX22546" fmla="*/ 1514734 w 5158787"/>
              <a:gd name="connsiteY22546" fmla="*/ 2005124 h 4489084"/>
              <a:gd name="connsiteX22547" fmla="*/ 1506739 w 5158787"/>
              <a:gd name="connsiteY22547" fmla="*/ 2018983 h 4489084"/>
              <a:gd name="connsiteX22548" fmla="*/ 1505791 w 5158787"/>
              <a:gd name="connsiteY22548" fmla="*/ 2019575 h 4489084"/>
              <a:gd name="connsiteX22549" fmla="*/ 1489800 w 5158787"/>
              <a:gd name="connsiteY22549" fmla="*/ 2019575 h 4489084"/>
              <a:gd name="connsiteX22550" fmla="*/ 1488853 w 5158787"/>
              <a:gd name="connsiteY22550" fmla="*/ 2018983 h 4489084"/>
              <a:gd name="connsiteX22551" fmla="*/ 1480857 w 5158787"/>
              <a:gd name="connsiteY22551" fmla="*/ 2005124 h 4489084"/>
              <a:gd name="connsiteX22552" fmla="*/ 1480857 w 5158787"/>
              <a:gd name="connsiteY22552" fmla="*/ 2003999 h 4489084"/>
              <a:gd name="connsiteX22553" fmla="*/ 1488853 w 5158787"/>
              <a:gd name="connsiteY22553" fmla="*/ 1990140 h 4489084"/>
              <a:gd name="connsiteX22554" fmla="*/ 1489800 w 5158787"/>
              <a:gd name="connsiteY22554" fmla="*/ 1989548 h 4489084"/>
              <a:gd name="connsiteX22555" fmla="*/ 4262541 w 5158787"/>
              <a:gd name="connsiteY22555" fmla="*/ 1989311 h 4489084"/>
              <a:gd name="connsiteX22556" fmla="*/ 4278769 w 5158787"/>
              <a:gd name="connsiteY22556" fmla="*/ 1989311 h 4489084"/>
              <a:gd name="connsiteX22557" fmla="*/ 4279776 w 5158787"/>
              <a:gd name="connsiteY22557" fmla="*/ 1989903 h 4489084"/>
              <a:gd name="connsiteX22558" fmla="*/ 4287890 w 5158787"/>
              <a:gd name="connsiteY22558" fmla="*/ 2003939 h 4489084"/>
              <a:gd name="connsiteX22559" fmla="*/ 4287890 w 5158787"/>
              <a:gd name="connsiteY22559" fmla="*/ 2005065 h 4489084"/>
              <a:gd name="connsiteX22560" fmla="*/ 4279776 w 5158787"/>
              <a:gd name="connsiteY22560" fmla="*/ 2019101 h 4489084"/>
              <a:gd name="connsiteX22561" fmla="*/ 4278769 w 5158787"/>
              <a:gd name="connsiteY22561" fmla="*/ 2019694 h 4489084"/>
              <a:gd name="connsiteX22562" fmla="*/ 4262541 w 5158787"/>
              <a:gd name="connsiteY22562" fmla="*/ 2019694 h 4489084"/>
              <a:gd name="connsiteX22563" fmla="*/ 4261535 w 5158787"/>
              <a:gd name="connsiteY22563" fmla="*/ 2019101 h 4489084"/>
              <a:gd name="connsiteX22564" fmla="*/ 4253421 w 5158787"/>
              <a:gd name="connsiteY22564" fmla="*/ 2005065 h 4489084"/>
              <a:gd name="connsiteX22565" fmla="*/ 4253421 w 5158787"/>
              <a:gd name="connsiteY22565" fmla="*/ 2003939 h 4489084"/>
              <a:gd name="connsiteX22566" fmla="*/ 4261535 w 5158787"/>
              <a:gd name="connsiteY22566" fmla="*/ 1989903 h 4489084"/>
              <a:gd name="connsiteX22567" fmla="*/ 4262541 w 5158787"/>
              <a:gd name="connsiteY22567" fmla="*/ 1989311 h 4489084"/>
              <a:gd name="connsiteX22568" fmla="*/ 4600480 w 5158787"/>
              <a:gd name="connsiteY22568" fmla="*/ 1989015 h 4489084"/>
              <a:gd name="connsiteX22569" fmla="*/ 4617063 w 5158787"/>
              <a:gd name="connsiteY22569" fmla="*/ 1989015 h 4489084"/>
              <a:gd name="connsiteX22570" fmla="*/ 4618070 w 5158787"/>
              <a:gd name="connsiteY22570" fmla="*/ 1989607 h 4489084"/>
              <a:gd name="connsiteX22571" fmla="*/ 4626361 w 5158787"/>
              <a:gd name="connsiteY22571" fmla="*/ 2003939 h 4489084"/>
              <a:gd name="connsiteX22572" fmla="*/ 4626361 w 5158787"/>
              <a:gd name="connsiteY22572" fmla="*/ 2005124 h 4489084"/>
              <a:gd name="connsiteX22573" fmla="*/ 4618070 w 5158787"/>
              <a:gd name="connsiteY22573" fmla="*/ 2019457 h 4489084"/>
              <a:gd name="connsiteX22574" fmla="*/ 4617063 w 5158787"/>
              <a:gd name="connsiteY22574" fmla="*/ 2020049 h 4489084"/>
              <a:gd name="connsiteX22575" fmla="*/ 4600480 w 5158787"/>
              <a:gd name="connsiteY22575" fmla="*/ 2020049 h 4489084"/>
              <a:gd name="connsiteX22576" fmla="*/ 4599473 w 5158787"/>
              <a:gd name="connsiteY22576" fmla="*/ 2019457 h 4489084"/>
              <a:gd name="connsiteX22577" fmla="*/ 4591182 w 5158787"/>
              <a:gd name="connsiteY22577" fmla="*/ 2005124 h 4489084"/>
              <a:gd name="connsiteX22578" fmla="*/ 4591182 w 5158787"/>
              <a:gd name="connsiteY22578" fmla="*/ 2003939 h 4489084"/>
              <a:gd name="connsiteX22579" fmla="*/ 4599473 w 5158787"/>
              <a:gd name="connsiteY22579" fmla="*/ 1989607 h 4489084"/>
              <a:gd name="connsiteX22580" fmla="*/ 4600480 w 5158787"/>
              <a:gd name="connsiteY22580" fmla="*/ 1989015 h 4489084"/>
              <a:gd name="connsiteX22581" fmla="*/ 1557080 w 5158787"/>
              <a:gd name="connsiteY22581" fmla="*/ 1989015 h 4489084"/>
              <a:gd name="connsiteX22582" fmla="*/ 1573663 w 5158787"/>
              <a:gd name="connsiteY22582" fmla="*/ 1989015 h 4489084"/>
              <a:gd name="connsiteX22583" fmla="*/ 1574670 w 5158787"/>
              <a:gd name="connsiteY22583" fmla="*/ 1989607 h 4489084"/>
              <a:gd name="connsiteX22584" fmla="*/ 1582961 w 5158787"/>
              <a:gd name="connsiteY22584" fmla="*/ 2003939 h 4489084"/>
              <a:gd name="connsiteX22585" fmla="*/ 1582961 w 5158787"/>
              <a:gd name="connsiteY22585" fmla="*/ 2005124 h 4489084"/>
              <a:gd name="connsiteX22586" fmla="*/ 1574670 w 5158787"/>
              <a:gd name="connsiteY22586" fmla="*/ 2019457 h 4489084"/>
              <a:gd name="connsiteX22587" fmla="*/ 1573663 w 5158787"/>
              <a:gd name="connsiteY22587" fmla="*/ 2020049 h 4489084"/>
              <a:gd name="connsiteX22588" fmla="*/ 1557080 w 5158787"/>
              <a:gd name="connsiteY22588" fmla="*/ 2020049 h 4489084"/>
              <a:gd name="connsiteX22589" fmla="*/ 1556073 w 5158787"/>
              <a:gd name="connsiteY22589" fmla="*/ 2019457 h 4489084"/>
              <a:gd name="connsiteX22590" fmla="*/ 1547782 w 5158787"/>
              <a:gd name="connsiteY22590" fmla="*/ 2005124 h 4489084"/>
              <a:gd name="connsiteX22591" fmla="*/ 1547782 w 5158787"/>
              <a:gd name="connsiteY22591" fmla="*/ 2003939 h 4489084"/>
              <a:gd name="connsiteX22592" fmla="*/ 1556073 w 5158787"/>
              <a:gd name="connsiteY22592" fmla="*/ 1989607 h 4489084"/>
              <a:gd name="connsiteX22593" fmla="*/ 1557080 w 5158787"/>
              <a:gd name="connsiteY22593" fmla="*/ 1989015 h 4489084"/>
              <a:gd name="connsiteX22594" fmla="*/ 1286599 w 5158787"/>
              <a:gd name="connsiteY22594" fmla="*/ 1989015 h 4489084"/>
              <a:gd name="connsiteX22595" fmla="*/ 1303182 w 5158787"/>
              <a:gd name="connsiteY22595" fmla="*/ 1989015 h 4489084"/>
              <a:gd name="connsiteX22596" fmla="*/ 1304189 w 5158787"/>
              <a:gd name="connsiteY22596" fmla="*/ 1989607 h 4489084"/>
              <a:gd name="connsiteX22597" fmla="*/ 1312481 w 5158787"/>
              <a:gd name="connsiteY22597" fmla="*/ 2003939 h 4489084"/>
              <a:gd name="connsiteX22598" fmla="*/ 1312481 w 5158787"/>
              <a:gd name="connsiteY22598" fmla="*/ 2005124 h 4489084"/>
              <a:gd name="connsiteX22599" fmla="*/ 1304189 w 5158787"/>
              <a:gd name="connsiteY22599" fmla="*/ 2019457 h 4489084"/>
              <a:gd name="connsiteX22600" fmla="*/ 1303182 w 5158787"/>
              <a:gd name="connsiteY22600" fmla="*/ 2020049 h 4489084"/>
              <a:gd name="connsiteX22601" fmla="*/ 1286599 w 5158787"/>
              <a:gd name="connsiteY22601" fmla="*/ 2020049 h 4489084"/>
              <a:gd name="connsiteX22602" fmla="*/ 1285592 w 5158787"/>
              <a:gd name="connsiteY22602" fmla="*/ 2019457 h 4489084"/>
              <a:gd name="connsiteX22603" fmla="*/ 1277301 w 5158787"/>
              <a:gd name="connsiteY22603" fmla="*/ 2005124 h 4489084"/>
              <a:gd name="connsiteX22604" fmla="*/ 1277301 w 5158787"/>
              <a:gd name="connsiteY22604" fmla="*/ 2003939 h 4489084"/>
              <a:gd name="connsiteX22605" fmla="*/ 1285592 w 5158787"/>
              <a:gd name="connsiteY22605" fmla="*/ 1989607 h 4489084"/>
              <a:gd name="connsiteX22606" fmla="*/ 1286599 w 5158787"/>
              <a:gd name="connsiteY22606" fmla="*/ 1989015 h 4489084"/>
              <a:gd name="connsiteX22607" fmla="*/ 1354234 w 5158787"/>
              <a:gd name="connsiteY22607" fmla="*/ 1988897 h 4489084"/>
              <a:gd name="connsiteX22608" fmla="*/ 1370876 w 5158787"/>
              <a:gd name="connsiteY22608" fmla="*/ 1988897 h 4489084"/>
              <a:gd name="connsiteX22609" fmla="*/ 1371883 w 5158787"/>
              <a:gd name="connsiteY22609" fmla="*/ 1989489 h 4489084"/>
              <a:gd name="connsiteX22610" fmla="*/ 1380234 w 5158787"/>
              <a:gd name="connsiteY22610" fmla="*/ 2003940 h 4489084"/>
              <a:gd name="connsiteX22611" fmla="*/ 1380234 w 5158787"/>
              <a:gd name="connsiteY22611" fmla="*/ 2005125 h 4489084"/>
              <a:gd name="connsiteX22612" fmla="*/ 1371883 w 5158787"/>
              <a:gd name="connsiteY22612" fmla="*/ 2019576 h 4489084"/>
              <a:gd name="connsiteX22613" fmla="*/ 1370876 w 5158787"/>
              <a:gd name="connsiteY22613" fmla="*/ 2020168 h 4489084"/>
              <a:gd name="connsiteX22614" fmla="*/ 1354234 w 5158787"/>
              <a:gd name="connsiteY22614" fmla="*/ 2020168 h 4489084"/>
              <a:gd name="connsiteX22615" fmla="*/ 1353228 w 5158787"/>
              <a:gd name="connsiteY22615" fmla="*/ 2019576 h 4489084"/>
              <a:gd name="connsiteX22616" fmla="*/ 1344877 w 5158787"/>
              <a:gd name="connsiteY22616" fmla="*/ 2005125 h 4489084"/>
              <a:gd name="connsiteX22617" fmla="*/ 1344877 w 5158787"/>
              <a:gd name="connsiteY22617" fmla="*/ 2003940 h 4489084"/>
              <a:gd name="connsiteX22618" fmla="*/ 1353228 w 5158787"/>
              <a:gd name="connsiteY22618" fmla="*/ 1989489 h 4489084"/>
              <a:gd name="connsiteX22619" fmla="*/ 1354234 w 5158787"/>
              <a:gd name="connsiteY22619" fmla="*/ 1988897 h 4489084"/>
              <a:gd name="connsiteX22620" fmla="*/ 4194609 w 5158787"/>
              <a:gd name="connsiteY22620" fmla="*/ 1988778 h 4489084"/>
              <a:gd name="connsiteX22621" fmla="*/ 4211371 w 5158787"/>
              <a:gd name="connsiteY22621" fmla="*/ 1988778 h 4489084"/>
              <a:gd name="connsiteX22622" fmla="*/ 4212377 w 5158787"/>
              <a:gd name="connsiteY22622" fmla="*/ 1989370 h 4489084"/>
              <a:gd name="connsiteX22623" fmla="*/ 4220787 w 5158787"/>
              <a:gd name="connsiteY22623" fmla="*/ 2003881 h 4489084"/>
              <a:gd name="connsiteX22624" fmla="*/ 4220787 w 5158787"/>
              <a:gd name="connsiteY22624" fmla="*/ 2005065 h 4489084"/>
              <a:gd name="connsiteX22625" fmla="*/ 4212377 w 5158787"/>
              <a:gd name="connsiteY22625" fmla="*/ 2019575 h 4489084"/>
              <a:gd name="connsiteX22626" fmla="*/ 4211371 w 5158787"/>
              <a:gd name="connsiteY22626" fmla="*/ 2020168 h 4489084"/>
              <a:gd name="connsiteX22627" fmla="*/ 4194609 w 5158787"/>
              <a:gd name="connsiteY22627" fmla="*/ 2020168 h 4489084"/>
              <a:gd name="connsiteX22628" fmla="*/ 4193603 w 5158787"/>
              <a:gd name="connsiteY22628" fmla="*/ 2019575 h 4489084"/>
              <a:gd name="connsiteX22629" fmla="*/ 4185193 w 5158787"/>
              <a:gd name="connsiteY22629" fmla="*/ 2005065 h 4489084"/>
              <a:gd name="connsiteX22630" fmla="*/ 4185193 w 5158787"/>
              <a:gd name="connsiteY22630" fmla="*/ 2003881 h 4489084"/>
              <a:gd name="connsiteX22631" fmla="*/ 4193603 w 5158787"/>
              <a:gd name="connsiteY22631" fmla="*/ 1989370 h 4489084"/>
              <a:gd name="connsiteX22632" fmla="*/ 4194609 w 5158787"/>
              <a:gd name="connsiteY22632" fmla="*/ 1988778 h 4489084"/>
              <a:gd name="connsiteX22633" fmla="*/ 1151151 w 5158787"/>
              <a:gd name="connsiteY22633" fmla="*/ 1988600 h 4489084"/>
              <a:gd name="connsiteX22634" fmla="*/ 1168149 w 5158787"/>
              <a:gd name="connsiteY22634" fmla="*/ 1988600 h 4489084"/>
              <a:gd name="connsiteX22635" fmla="*/ 1169215 w 5158787"/>
              <a:gd name="connsiteY22635" fmla="*/ 1989192 h 4489084"/>
              <a:gd name="connsiteX22636" fmla="*/ 1177684 w 5158787"/>
              <a:gd name="connsiteY22636" fmla="*/ 2003939 h 4489084"/>
              <a:gd name="connsiteX22637" fmla="*/ 1177684 w 5158787"/>
              <a:gd name="connsiteY22637" fmla="*/ 2005124 h 4489084"/>
              <a:gd name="connsiteX22638" fmla="*/ 1169156 w 5158787"/>
              <a:gd name="connsiteY22638" fmla="*/ 2019871 h 4489084"/>
              <a:gd name="connsiteX22639" fmla="*/ 1168090 w 5158787"/>
              <a:gd name="connsiteY22639" fmla="*/ 2020463 h 4489084"/>
              <a:gd name="connsiteX22640" fmla="*/ 1151092 w 5158787"/>
              <a:gd name="connsiteY22640" fmla="*/ 2020463 h 4489084"/>
              <a:gd name="connsiteX22641" fmla="*/ 1150026 w 5158787"/>
              <a:gd name="connsiteY22641" fmla="*/ 2019871 h 4489084"/>
              <a:gd name="connsiteX22642" fmla="*/ 1141557 w 5158787"/>
              <a:gd name="connsiteY22642" fmla="*/ 2005124 h 4489084"/>
              <a:gd name="connsiteX22643" fmla="*/ 1141557 w 5158787"/>
              <a:gd name="connsiteY22643" fmla="*/ 2003939 h 4489084"/>
              <a:gd name="connsiteX22644" fmla="*/ 1150085 w 5158787"/>
              <a:gd name="connsiteY22644" fmla="*/ 1989192 h 4489084"/>
              <a:gd name="connsiteX22645" fmla="*/ 1151151 w 5158787"/>
              <a:gd name="connsiteY22645" fmla="*/ 1988600 h 4489084"/>
              <a:gd name="connsiteX22646" fmla="*/ 4126798 w 5158787"/>
              <a:gd name="connsiteY22646" fmla="*/ 1988482 h 4489084"/>
              <a:gd name="connsiteX22647" fmla="*/ 4143914 w 5158787"/>
              <a:gd name="connsiteY22647" fmla="*/ 1988482 h 4489084"/>
              <a:gd name="connsiteX22648" fmla="*/ 4144979 w 5158787"/>
              <a:gd name="connsiteY22648" fmla="*/ 1989074 h 4489084"/>
              <a:gd name="connsiteX22649" fmla="*/ 4153508 w 5158787"/>
              <a:gd name="connsiteY22649" fmla="*/ 2003881 h 4489084"/>
              <a:gd name="connsiteX22650" fmla="*/ 4153508 w 5158787"/>
              <a:gd name="connsiteY22650" fmla="*/ 2005065 h 4489084"/>
              <a:gd name="connsiteX22651" fmla="*/ 4144920 w 5158787"/>
              <a:gd name="connsiteY22651" fmla="*/ 2019871 h 4489084"/>
              <a:gd name="connsiteX22652" fmla="*/ 4143854 w 5158787"/>
              <a:gd name="connsiteY22652" fmla="*/ 2020464 h 4489084"/>
              <a:gd name="connsiteX22653" fmla="*/ 4126738 w 5158787"/>
              <a:gd name="connsiteY22653" fmla="*/ 2020464 h 4489084"/>
              <a:gd name="connsiteX22654" fmla="*/ 4125672 w 5158787"/>
              <a:gd name="connsiteY22654" fmla="*/ 2019871 h 4489084"/>
              <a:gd name="connsiteX22655" fmla="*/ 4117144 w 5158787"/>
              <a:gd name="connsiteY22655" fmla="*/ 2005065 h 4489084"/>
              <a:gd name="connsiteX22656" fmla="*/ 4117144 w 5158787"/>
              <a:gd name="connsiteY22656" fmla="*/ 2003881 h 4489084"/>
              <a:gd name="connsiteX22657" fmla="*/ 4125731 w 5158787"/>
              <a:gd name="connsiteY22657" fmla="*/ 1989074 h 4489084"/>
              <a:gd name="connsiteX22658" fmla="*/ 4126798 w 5158787"/>
              <a:gd name="connsiteY22658" fmla="*/ 1988482 h 4489084"/>
              <a:gd name="connsiteX22659" fmla="*/ 4667404 w 5158787"/>
              <a:gd name="connsiteY22659" fmla="*/ 1987653 h 4489084"/>
              <a:gd name="connsiteX22660" fmla="*/ 4685408 w 5158787"/>
              <a:gd name="connsiteY22660" fmla="*/ 1987653 h 4489084"/>
              <a:gd name="connsiteX22661" fmla="*/ 4686534 w 5158787"/>
              <a:gd name="connsiteY22661" fmla="*/ 1988305 h 4489084"/>
              <a:gd name="connsiteX22662" fmla="*/ 4695536 w 5158787"/>
              <a:gd name="connsiteY22662" fmla="*/ 2003881 h 4489084"/>
              <a:gd name="connsiteX22663" fmla="*/ 4695536 w 5158787"/>
              <a:gd name="connsiteY22663" fmla="*/ 2005124 h 4489084"/>
              <a:gd name="connsiteX22664" fmla="*/ 4686534 w 5158787"/>
              <a:gd name="connsiteY22664" fmla="*/ 2020701 h 4489084"/>
              <a:gd name="connsiteX22665" fmla="*/ 4685408 w 5158787"/>
              <a:gd name="connsiteY22665" fmla="*/ 2021352 h 4489084"/>
              <a:gd name="connsiteX22666" fmla="*/ 4667404 w 5158787"/>
              <a:gd name="connsiteY22666" fmla="*/ 2021352 h 4489084"/>
              <a:gd name="connsiteX22667" fmla="*/ 4666279 w 5158787"/>
              <a:gd name="connsiteY22667" fmla="*/ 2020701 h 4489084"/>
              <a:gd name="connsiteX22668" fmla="*/ 4657276 w 5158787"/>
              <a:gd name="connsiteY22668" fmla="*/ 2005124 h 4489084"/>
              <a:gd name="connsiteX22669" fmla="*/ 4657276 w 5158787"/>
              <a:gd name="connsiteY22669" fmla="*/ 2003881 h 4489084"/>
              <a:gd name="connsiteX22670" fmla="*/ 4666279 w 5158787"/>
              <a:gd name="connsiteY22670" fmla="*/ 1988305 h 4489084"/>
              <a:gd name="connsiteX22671" fmla="*/ 4667404 w 5158787"/>
              <a:gd name="connsiteY22671" fmla="*/ 1987653 h 4489084"/>
              <a:gd name="connsiteX22672" fmla="*/ 1624004 w 5158787"/>
              <a:gd name="connsiteY22672" fmla="*/ 1987653 h 4489084"/>
              <a:gd name="connsiteX22673" fmla="*/ 1642008 w 5158787"/>
              <a:gd name="connsiteY22673" fmla="*/ 1987653 h 4489084"/>
              <a:gd name="connsiteX22674" fmla="*/ 1643134 w 5158787"/>
              <a:gd name="connsiteY22674" fmla="*/ 1988305 h 4489084"/>
              <a:gd name="connsiteX22675" fmla="*/ 1652136 w 5158787"/>
              <a:gd name="connsiteY22675" fmla="*/ 2003881 h 4489084"/>
              <a:gd name="connsiteX22676" fmla="*/ 1652136 w 5158787"/>
              <a:gd name="connsiteY22676" fmla="*/ 2005124 h 4489084"/>
              <a:gd name="connsiteX22677" fmla="*/ 1643134 w 5158787"/>
              <a:gd name="connsiteY22677" fmla="*/ 2020701 h 4489084"/>
              <a:gd name="connsiteX22678" fmla="*/ 1642008 w 5158787"/>
              <a:gd name="connsiteY22678" fmla="*/ 2021352 h 4489084"/>
              <a:gd name="connsiteX22679" fmla="*/ 1624004 w 5158787"/>
              <a:gd name="connsiteY22679" fmla="*/ 2021352 h 4489084"/>
              <a:gd name="connsiteX22680" fmla="*/ 1622879 w 5158787"/>
              <a:gd name="connsiteY22680" fmla="*/ 2020701 h 4489084"/>
              <a:gd name="connsiteX22681" fmla="*/ 1613877 w 5158787"/>
              <a:gd name="connsiteY22681" fmla="*/ 2005124 h 4489084"/>
              <a:gd name="connsiteX22682" fmla="*/ 1613877 w 5158787"/>
              <a:gd name="connsiteY22682" fmla="*/ 2003881 h 4489084"/>
              <a:gd name="connsiteX22683" fmla="*/ 1622879 w 5158787"/>
              <a:gd name="connsiteY22683" fmla="*/ 1988305 h 4489084"/>
              <a:gd name="connsiteX22684" fmla="*/ 1624004 w 5158787"/>
              <a:gd name="connsiteY22684" fmla="*/ 1987653 h 4489084"/>
              <a:gd name="connsiteX22685" fmla="*/ 1082746 w 5158787"/>
              <a:gd name="connsiteY22685" fmla="*/ 1987120 h 4489084"/>
              <a:gd name="connsiteX22686" fmla="*/ 1101284 w 5158787"/>
              <a:gd name="connsiteY22686" fmla="*/ 1987120 h 4489084"/>
              <a:gd name="connsiteX22687" fmla="*/ 1102409 w 5158787"/>
              <a:gd name="connsiteY22687" fmla="*/ 1987771 h 4489084"/>
              <a:gd name="connsiteX22688" fmla="*/ 1111648 w 5158787"/>
              <a:gd name="connsiteY22688" fmla="*/ 2003822 h 4489084"/>
              <a:gd name="connsiteX22689" fmla="*/ 1111648 w 5158787"/>
              <a:gd name="connsiteY22689" fmla="*/ 2005124 h 4489084"/>
              <a:gd name="connsiteX22690" fmla="*/ 1102350 w 5158787"/>
              <a:gd name="connsiteY22690" fmla="*/ 2021174 h 4489084"/>
              <a:gd name="connsiteX22691" fmla="*/ 1101224 w 5158787"/>
              <a:gd name="connsiteY22691" fmla="*/ 2021826 h 4489084"/>
              <a:gd name="connsiteX22692" fmla="*/ 1082687 w 5158787"/>
              <a:gd name="connsiteY22692" fmla="*/ 2021826 h 4489084"/>
              <a:gd name="connsiteX22693" fmla="*/ 1081562 w 5158787"/>
              <a:gd name="connsiteY22693" fmla="*/ 2021174 h 4489084"/>
              <a:gd name="connsiteX22694" fmla="*/ 1072323 w 5158787"/>
              <a:gd name="connsiteY22694" fmla="*/ 2005124 h 4489084"/>
              <a:gd name="connsiteX22695" fmla="*/ 1072323 w 5158787"/>
              <a:gd name="connsiteY22695" fmla="*/ 2003822 h 4489084"/>
              <a:gd name="connsiteX22696" fmla="*/ 1081621 w 5158787"/>
              <a:gd name="connsiteY22696" fmla="*/ 1987771 h 4489084"/>
              <a:gd name="connsiteX22697" fmla="*/ 1082746 w 5158787"/>
              <a:gd name="connsiteY22697" fmla="*/ 1987120 h 4489084"/>
              <a:gd name="connsiteX22698" fmla="*/ 1690928 w 5158787"/>
              <a:gd name="connsiteY22698" fmla="*/ 1986291 h 4489084"/>
              <a:gd name="connsiteX22699" fmla="*/ 1710354 w 5158787"/>
              <a:gd name="connsiteY22699" fmla="*/ 1986291 h 4489084"/>
              <a:gd name="connsiteX22700" fmla="*/ 1711539 w 5158787"/>
              <a:gd name="connsiteY22700" fmla="*/ 1987002 h 4489084"/>
              <a:gd name="connsiteX22701" fmla="*/ 1721251 w 5158787"/>
              <a:gd name="connsiteY22701" fmla="*/ 2003822 h 4489084"/>
              <a:gd name="connsiteX22702" fmla="*/ 1721251 w 5158787"/>
              <a:gd name="connsiteY22702" fmla="*/ 2005184 h 4489084"/>
              <a:gd name="connsiteX22703" fmla="*/ 1711539 w 5158787"/>
              <a:gd name="connsiteY22703" fmla="*/ 2022004 h 4489084"/>
              <a:gd name="connsiteX22704" fmla="*/ 1710354 w 5158787"/>
              <a:gd name="connsiteY22704" fmla="*/ 2022715 h 4489084"/>
              <a:gd name="connsiteX22705" fmla="*/ 1690928 w 5158787"/>
              <a:gd name="connsiteY22705" fmla="*/ 2022715 h 4489084"/>
              <a:gd name="connsiteX22706" fmla="*/ 1689744 w 5158787"/>
              <a:gd name="connsiteY22706" fmla="*/ 2022004 h 4489084"/>
              <a:gd name="connsiteX22707" fmla="*/ 1680031 w 5158787"/>
              <a:gd name="connsiteY22707" fmla="*/ 2005184 h 4489084"/>
              <a:gd name="connsiteX22708" fmla="*/ 1680031 w 5158787"/>
              <a:gd name="connsiteY22708" fmla="*/ 2003822 h 4489084"/>
              <a:gd name="connsiteX22709" fmla="*/ 1689744 w 5158787"/>
              <a:gd name="connsiteY22709" fmla="*/ 1987002 h 4489084"/>
              <a:gd name="connsiteX22710" fmla="*/ 1690928 w 5158787"/>
              <a:gd name="connsiteY22710" fmla="*/ 1986291 h 4489084"/>
              <a:gd name="connsiteX22711" fmla="*/ 1758386 w 5158787"/>
              <a:gd name="connsiteY22711" fmla="*/ 1985995 h 4489084"/>
              <a:gd name="connsiteX22712" fmla="*/ 1778167 w 5158787"/>
              <a:gd name="connsiteY22712" fmla="*/ 1985995 h 4489084"/>
              <a:gd name="connsiteX22713" fmla="*/ 1779351 w 5158787"/>
              <a:gd name="connsiteY22713" fmla="*/ 1986706 h 4489084"/>
              <a:gd name="connsiteX22714" fmla="*/ 1789242 w 5158787"/>
              <a:gd name="connsiteY22714" fmla="*/ 2003822 h 4489084"/>
              <a:gd name="connsiteX22715" fmla="*/ 1789242 w 5158787"/>
              <a:gd name="connsiteY22715" fmla="*/ 2005243 h 4489084"/>
              <a:gd name="connsiteX22716" fmla="*/ 1779351 w 5158787"/>
              <a:gd name="connsiteY22716" fmla="*/ 2022359 h 4489084"/>
              <a:gd name="connsiteX22717" fmla="*/ 1778167 w 5158787"/>
              <a:gd name="connsiteY22717" fmla="*/ 2023070 h 4489084"/>
              <a:gd name="connsiteX22718" fmla="*/ 1758386 w 5158787"/>
              <a:gd name="connsiteY22718" fmla="*/ 2023070 h 4489084"/>
              <a:gd name="connsiteX22719" fmla="*/ 1757201 w 5158787"/>
              <a:gd name="connsiteY22719" fmla="*/ 2022359 h 4489084"/>
              <a:gd name="connsiteX22720" fmla="*/ 1747311 w 5158787"/>
              <a:gd name="connsiteY22720" fmla="*/ 2005243 h 4489084"/>
              <a:gd name="connsiteX22721" fmla="*/ 1747311 w 5158787"/>
              <a:gd name="connsiteY22721" fmla="*/ 2003822 h 4489084"/>
              <a:gd name="connsiteX22722" fmla="*/ 1757201 w 5158787"/>
              <a:gd name="connsiteY22722" fmla="*/ 1986706 h 4489084"/>
              <a:gd name="connsiteX22723" fmla="*/ 1758386 w 5158787"/>
              <a:gd name="connsiteY22723" fmla="*/ 1985995 h 4489084"/>
              <a:gd name="connsiteX22724" fmla="*/ 811495 w 5158787"/>
              <a:gd name="connsiteY22724" fmla="*/ 1985817 h 4489084"/>
              <a:gd name="connsiteX22725" fmla="*/ 831454 w 5158787"/>
              <a:gd name="connsiteY22725" fmla="*/ 1985817 h 4489084"/>
              <a:gd name="connsiteX22726" fmla="*/ 832698 w 5158787"/>
              <a:gd name="connsiteY22726" fmla="*/ 1986528 h 4489084"/>
              <a:gd name="connsiteX22727" fmla="*/ 842707 w 5158787"/>
              <a:gd name="connsiteY22727" fmla="*/ 2003822 h 4489084"/>
              <a:gd name="connsiteX22728" fmla="*/ 842707 w 5158787"/>
              <a:gd name="connsiteY22728" fmla="*/ 2005243 h 4489084"/>
              <a:gd name="connsiteX22729" fmla="*/ 832698 w 5158787"/>
              <a:gd name="connsiteY22729" fmla="*/ 2022537 h 4489084"/>
              <a:gd name="connsiteX22730" fmla="*/ 831454 w 5158787"/>
              <a:gd name="connsiteY22730" fmla="*/ 2023247 h 4489084"/>
              <a:gd name="connsiteX22731" fmla="*/ 811495 w 5158787"/>
              <a:gd name="connsiteY22731" fmla="*/ 2023247 h 4489084"/>
              <a:gd name="connsiteX22732" fmla="*/ 810252 w 5158787"/>
              <a:gd name="connsiteY22732" fmla="*/ 2022537 h 4489084"/>
              <a:gd name="connsiteX22733" fmla="*/ 800243 w 5158787"/>
              <a:gd name="connsiteY22733" fmla="*/ 2005243 h 4489084"/>
              <a:gd name="connsiteX22734" fmla="*/ 800243 w 5158787"/>
              <a:gd name="connsiteY22734" fmla="*/ 2003822 h 4489084"/>
              <a:gd name="connsiteX22735" fmla="*/ 810252 w 5158787"/>
              <a:gd name="connsiteY22735" fmla="*/ 1986528 h 4489084"/>
              <a:gd name="connsiteX22736" fmla="*/ 811495 w 5158787"/>
              <a:gd name="connsiteY22736" fmla="*/ 1985817 h 4489084"/>
              <a:gd name="connsiteX22737" fmla="*/ 879071 w 5158787"/>
              <a:gd name="connsiteY22737" fmla="*/ 1985699 h 4489084"/>
              <a:gd name="connsiteX22738" fmla="*/ 899148 w 5158787"/>
              <a:gd name="connsiteY22738" fmla="*/ 1985699 h 4489084"/>
              <a:gd name="connsiteX22739" fmla="*/ 900392 w 5158787"/>
              <a:gd name="connsiteY22739" fmla="*/ 1986410 h 4489084"/>
              <a:gd name="connsiteX22740" fmla="*/ 910401 w 5158787"/>
              <a:gd name="connsiteY22740" fmla="*/ 2003822 h 4489084"/>
              <a:gd name="connsiteX22741" fmla="*/ 910401 w 5158787"/>
              <a:gd name="connsiteY22741" fmla="*/ 2005243 h 4489084"/>
              <a:gd name="connsiteX22742" fmla="*/ 900332 w 5158787"/>
              <a:gd name="connsiteY22742" fmla="*/ 2022655 h 4489084"/>
              <a:gd name="connsiteX22743" fmla="*/ 899089 w 5158787"/>
              <a:gd name="connsiteY22743" fmla="*/ 2023366 h 4489084"/>
              <a:gd name="connsiteX22744" fmla="*/ 879011 w 5158787"/>
              <a:gd name="connsiteY22744" fmla="*/ 2023366 h 4489084"/>
              <a:gd name="connsiteX22745" fmla="*/ 877768 w 5158787"/>
              <a:gd name="connsiteY22745" fmla="*/ 2022655 h 4489084"/>
              <a:gd name="connsiteX22746" fmla="*/ 867759 w 5158787"/>
              <a:gd name="connsiteY22746" fmla="*/ 2005243 h 4489084"/>
              <a:gd name="connsiteX22747" fmla="*/ 867759 w 5158787"/>
              <a:gd name="connsiteY22747" fmla="*/ 2003822 h 4489084"/>
              <a:gd name="connsiteX22748" fmla="*/ 877827 w 5158787"/>
              <a:gd name="connsiteY22748" fmla="*/ 1986410 h 4489084"/>
              <a:gd name="connsiteX22749" fmla="*/ 879071 w 5158787"/>
              <a:gd name="connsiteY22749" fmla="*/ 1985699 h 4489084"/>
              <a:gd name="connsiteX22750" fmla="*/ 1014223 w 5158787"/>
              <a:gd name="connsiteY22750" fmla="*/ 1985521 h 4489084"/>
              <a:gd name="connsiteX22751" fmla="*/ 1034538 w 5158787"/>
              <a:gd name="connsiteY22751" fmla="*/ 1985521 h 4489084"/>
              <a:gd name="connsiteX22752" fmla="*/ 1035781 w 5158787"/>
              <a:gd name="connsiteY22752" fmla="*/ 1986232 h 4489084"/>
              <a:gd name="connsiteX22753" fmla="*/ 1045909 w 5158787"/>
              <a:gd name="connsiteY22753" fmla="*/ 2003822 h 4489084"/>
              <a:gd name="connsiteX22754" fmla="*/ 1045909 w 5158787"/>
              <a:gd name="connsiteY22754" fmla="*/ 2005243 h 4489084"/>
              <a:gd name="connsiteX22755" fmla="*/ 1035722 w 5158787"/>
              <a:gd name="connsiteY22755" fmla="*/ 2022833 h 4489084"/>
              <a:gd name="connsiteX22756" fmla="*/ 1034478 w 5158787"/>
              <a:gd name="connsiteY22756" fmla="*/ 2023543 h 4489084"/>
              <a:gd name="connsiteX22757" fmla="*/ 1014164 w 5158787"/>
              <a:gd name="connsiteY22757" fmla="*/ 2023543 h 4489084"/>
              <a:gd name="connsiteX22758" fmla="*/ 1012920 w 5158787"/>
              <a:gd name="connsiteY22758" fmla="*/ 2022833 h 4489084"/>
              <a:gd name="connsiteX22759" fmla="*/ 1002793 w 5158787"/>
              <a:gd name="connsiteY22759" fmla="*/ 2005243 h 4489084"/>
              <a:gd name="connsiteX22760" fmla="*/ 1002793 w 5158787"/>
              <a:gd name="connsiteY22760" fmla="*/ 2003822 h 4489084"/>
              <a:gd name="connsiteX22761" fmla="*/ 1012979 w 5158787"/>
              <a:gd name="connsiteY22761" fmla="*/ 1986232 h 4489084"/>
              <a:gd name="connsiteX22762" fmla="*/ 1014223 w 5158787"/>
              <a:gd name="connsiteY22762" fmla="*/ 1985521 h 4489084"/>
              <a:gd name="connsiteX22763" fmla="*/ 4733676 w 5158787"/>
              <a:gd name="connsiteY22763" fmla="*/ 1985165 h 4489084"/>
              <a:gd name="connsiteX22764" fmla="*/ 4754346 w 5158787"/>
              <a:gd name="connsiteY22764" fmla="*/ 1985165 h 4489084"/>
              <a:gd name="connsiteX22765" fmla="*/ 4755589 w 5158787"/>
              <a:gd name="connsiteY22765" fmla="*/ 1985876 h 4489084"/>
              <a:gd name="connsiteX22766" fmla="*/ 4765895 w 5158787"/>
              <a:gd name="connsiteY22766" fmla="*/ 2003762 h 4489084"/>
              <a:gd name="connsiteX22767" fmla="*/ 4765895 w 5158787"/>
              <a:gd name="connsiteY22767" fmla="*/ 2005242 h 4489084"/>
              <a:gd name="connsiteX22768" fmla="*/ 4755589 w 5158787"/>
              <a:gd name="connsiteY22768" fmla="*/ 2023128 h 4489084"/>
              <a:gd name="connsiteX22769" fmla="*/ 4754346 w 5158787"/>
              <a:gd name="connsiteY22769" fmla="*/ 2023839 h 4489084"/>
              <a:gd name="connsiteX22770" fmla="*/ 4733676 w 5158787"/>
              <a:gd name="connsiteY22770" fmla="*/ 2023839 h 4489084"/>
              <a:gd name="connsiteX22771" fmla="*/ 4732433 w 5158787"/>
              <a:gd name="connsiteY22771" fmla="*/ 2023128 h 4489084"/>
              <a:gd name="connsiteX22772" fmla="*/ 4722128 w 5158787"/>
              <a:gd name="connsiteY22772" fmla="*/ 2005242 h 4489084"/>
              <a:gd name="connsiteX22773" fmla="*/ 4722128 w 5158787"/>
              <a:gd name="connsiteY22773" fmla="*/ 2003762 h 4489084"/>
              <a:gd name="connsiteX22774" fmla="*/ 4732433 w 5158787"/>
              <a:gd name="connsiteY22774" fmla="*/ 1985876 h 4489084"/>
              <a:gd name="connsiteX22775" fmla="*/ 4733676 w 5158787"/>
              <a:gd name="connsiteY22775" fmla="*/ 1985165 h 4489084"/>
              <a:gd name="connsiteX22776" fmla="*/ 946411 w 5158787"/>
              <a:gd name="connsiteY22776" fmla="*/ 1985165 h 4489084"/>
              <a:gd name="connsiteX22777" fmla="*/ 967080 w 5158787"/>
              <a:gd name="connsiteY22777" fmla="*/ 1985165 h 4489084"/>
              <a:gd name="connsiteX22778" fmla="*/ 968324 w 5158787"/>
              <a:gd name="connsiteY22778" fmla="*/ 1985876 h 4489084"/>
              <a:gd name="connsiteX22779" fmla="*/ 978629 w 5158787"/>
              <a:gd name="connsiteY22779" fmla="*/ 2003762 h 4489084"/>
              <a:gd name="connsiteX22780" fmla="*/ 978629 w 5158787"/>
              <a:gd name="connsiteY22780" fmla="*/ 2005242 h 4489084"/>
              <a:gd name="connsiteX22781" fmla="*/ 968324 w 5158787"/>
              <a:gd name="connsiteY22781" fmla="*/ 2023128 h 4489084"/>
              <a:gd name="connsiteX22782" fmla="*/ 967080 w 5158787"/>
              <a:gd name="connsiteY22782" fmla="*/ 2023839 h 4489084"/>
              <a:gd name="connsiteX22783" fmla="*/ 946411 w 5158787"/>
              <a:gd name="connsiteY22783" fmla="*/ 2023839 h 4489084"/>
              <a:gd name="connsiteX22784" fmla="*/ 945167 w 5158787"/>
              <a:gd name="connsiteY22784" fmla="*/ 2023128 h 4489084"/>
              <a:gd name="connsiteX22785" fmla="*/ 934862 w 5158787"/>
              <a:gd name="connsiteY22785" fmla="*/ 2005242 h 4489084"/>
              <a:gd name="connsiteX22786" fmla="*/ 934862 w 5158787"/>
              <a:gd name="connsiteY22786" fmla="*/ 2003762 h 4489084"/>
              <a:gd name="connsiteX22787" fmla="*/ 945167 w 5158787"/>
              <a:gd name="connsiteY22787" fmla="*/ 1985876 h 4489084"/>
              <a:gd name="connsiteX22788" fmla="*/ 946411 w 5158787"/>
              <a:gd name="connsiteY22788" fmla="*/ 1985165 h 4489084"/>
              <a:gd name="connsiteX22789" fmla="*/ 743505 w 5158787"/>
              <a:gd name="connsiteY22789" fmla="*/ 1985106 h 4489084"/>
              <a:gd name="connsiteX22790" fmla="*/ 764234 w 5158787"/>
              <a:gd name="connsiteY22790" fmla="*/ 1985106 h 4489084"/>
              <a:gd name="connsiteX22791" fmla="*/ 765478 w 5158787"/>
              <a:gd name="connsiteY22791" fmla="*/ 1985817 h 4489084"/>
              <a:gd name="connsiteX22792" fmla="*/ 775842 w 5158787"/>
              <a:gd name="connsiteY22792" fmla="*/ 2003821 h 4489084"/>
              <a:gd name="connsiteX22793" fmla="*/ 775842 w 5158787"/>
              <a:gd name="connsiteY22793" fmla="*/ 2005302 h 4489084"/>
              <a:gd name="connsiteX22794" fmla="*/ 765478 w 5158787"/>
              <a:gd name="connsiteY22794" fmla="*/ 2023306 h 4489084"/>
              <a:gd name="connsiteX22795" fmla="*/ 764234 w 5158787"/>
              <a:gd name="connsiteY22795" fmla="*/ 2024017 h 4489084"/>
              <a:gd name="connsiteX22796" fmla="*/ 743505 w 5158787"/>
              <a:gd name="connsiteY22796" fmla="*/ 2024017 h 4489084"/>
              <a:gd name="connsiteX22797" fmla="*/ 742261 w 5158787"/>
              <a:gd name="connsiteY22797" fmla="*/ 2023306 h 4489084"/>
              <a:gd name="connsiteX22798" fmla="*/ 731897 w 5158787"/>
              <a:gd name="connsiteY22798" fmla="*/ 2005302 h 4489084"/>
              <a:gd name="connsiteX22799" fmla="*/ 731897 w 5158787"/>
              <a:gd name="connsiteY22799" fmla="*/ 2003821 h 4489084"/>
              <a:gd name="connsiteX22800" fmla="*/ 742261 w 5158787"/>
              <a:gd name="connsiteY22800" fmla="*/ 1985817 h 4489084"/>
              <a:gd name="connsiteX22801" fmla="*/ 743505 w 5158787"/>
              <a:gd name="connsiteY22801" fmla="*/ 1985106 h 4489084"/>
              <a:gd name="connsiteX22802" fmla="*/ 3177834 w 5158787"/>
              <a:gd name="connsiteY22802" fmla="*/ 1984455 h 4489084"/>
              <a:gd name="connsiteX22803" fmla="*/ 3199274 w 5158787"/>
              <a:gd name="connsiteY22803" fmla="*/ 1984455 h 4489084"/>
              <a:gd name="connsiteX22804" fmla="*/ 3200576 w 5158787"/>
              <a:gd name="connsiteY22804" fmla="*/ 1985225 h 4489084"/>
              <a:gd name="connsiteX22805" fmla="*/ 3211296 w 5158787"/>
              <a:gd name="connsiteY22805" fmla="*/ 2003762 h 4489084"/>
              <a:gd name="connsiteX22806" fmla="*/ 3211296 w 5158787"/>
              <a:gd name="connsiteY22806" fmla="*/ 2005302 h 4489084"/>
              <a:gd name="connsiteX22807" fmla="*/ 3200576 w 5158787"/>
              <a:gd name="connsiteY22807" fmla="*/ 2023840 h 4489084"/>
              <a:gd name="connsiteX22808" fmla="*/ 3199274 w 5158787"/>
              <a:gd name="connsiteY22808" fmla="*/ 2024610 h 4489084"/>
              <a:gd name="connsiteX22809" fmla="*/ 3177834 w 5158787"/>
              <a:gd name="connsiteY22809" fmla="*/ 2024610 h 4489084"/>
              <a:gd name="connsiteX22810" fmla="*/ 3176531 w 5158787"/>
              <a:gd name="connsiteY22810" fmla="*/ 2023840 h 4489084"/>
              <a:gd name="connsiteX22811" fmla="*/ 3165811 w 5158787"/>
              <a:gd name="connsiteY22811" fmla="*/ 2005302 h 4489084"/>
              <a:gd name="connsiteX22812" fmla="*/ 3165811 w 5158787"/>
              <a:gd name="connsiteY22812" fmla="*/ 2003762 h 4489084"/>
              <a:gd name="connsiteX22813" fmla="*/ 3176531 w 5158787"/>
              <a:gd name="connsiteY22813" fmla="*/ 1985225 h 4489084"/>
              <a:gd name="connsiteX22814" fmla="*/ 3177834 w 5158787"/>
              <a:gd name="connsiteY22814" fmla="*/ 1984455 h 4489084"/>
              <a:gd name="connsiteX22815" fmla="*/ 3110139 w 5158787"/>
              <a:gd name="connsiteY22815" fmla="*/ 1984277 h 4489084"/>
              <a:gd name="connsiteX22816" fmla="*/ 3131756 w 5158787"/>
              <a:gd name="connsiteY22816" fmla="*/ 1984277 h 4489084"/>
              <a:gd name="connsiteX22817" fmla="*/ 3133059 w 5158787"/>
              <a:gd name="connsiteY22817" fmla="*/ 1985047 h 4489084"/>
              <a:gd name="connsiteX22818" fmla="*/ 3143897 w 5158787"/>
              <a:gd name="connsiteY22818" fmla="*/ 2003762 h 4489084"/>
              <a:gd name="connsiteX22819" fmla="*/ 3143897 w 5158787"/>
              <a:gd name="connsiteY22819" fmla="*/ 2005302 h 4489084"/>
              <a:gd name="connsiteX22820" fmla="*/ 3133059 w 5158787"/>
              <a:gd name="connsiteY22820" fmla="*/ 2024017 h 4489084"/>
              <a:gd name="connsiteX22821" fmla="*/ 3131756 w 5158787"/>
              <a:gd name="connsiteY22821" fmla="*/ 2024787 h 4489084"/>
              <a:gd name="connsiteX22822" fmla="*/ 3110139 w 5158787"/>
              <a:gd name="connsiteY22822" fmla="*/ 2024787 h 4489084"/>
              <a:gd name="connsiteX22823" fmla="*/ 3108836 w 5158787"/>
              <a:gd name="connsiteY22823" fmla="*/ 2024017 h 4489084"/>
              <a:gd name="connsiteX22824" fmla="*/ 3097998 w 5158787"/>
              <a:gd name="connsiteY22824" fmla="*/ 2005302 h 4489084"/>
              <a:gd name="connsiteX22825" fmla="*/ 3097998 w 5158787"/>
              <a:gd name="connsiteY22825" fmla="*/ 2003762 h 4489084"/>
              <a:gd name="connsiteX22826" fmla="*/ 3108836 w 5158787"/>
              <a:gd name="connsiteY22826" fmla="*/ 1985047 h 4489084"/>
              <a:gd name="connsiteX22827" fmla="*/ 3110139 w 5158787"/>
              <a:gd name="connsiteY22827" fmla="*/ 1984277 h 4489084"/>
              <a:gd name="connsiteX22828" fmla="*/ 4868236 w 5158787"/>
              <a:gd name="connsiteY22828" fmla="*/ 1983863 h 4489084"/>
              <a:gd name="connsiteX22829" fmla="*/ 4890327 w 5158787"/>
              <a:gd name="connsiteY22829" fmla="*/ 1983863 h 4489084"/>
              <a:gd name="connsiteX22830" fmla="*/ 4891690 w 5158787"/>
              <a:gd name="connsiteY22830" fmla="*/ 1984633 h 4489084"/>
              <a:gd name="connsiteX22831" fmla="*/ 4902705 w 5158787"/>
              <a:gd name="connsiteY22831" fmla="*/ 2003763 h 4489084"/>
              <a:gd name="connsiteX22832" fmla="*/ 4902705 w 5158787"/>
              <a:gd name="connsiteY22832" fmla="*/ 2005302 h 4489084"/>
              <a:gd name="connsiteX22833" fmla="*/ 4891630 w 5158787"/>
              <a:gd name="connsiteY22833" fmla="*/ 2024432 h 4489084"/>
              <a:gd name="connsiteX22834" fmla="*/ 4890268 w 5158787"/>
              <a:gd name="connsiteY22834" fmla="*/ 2025202 h 4489084"/>
              <a:gd name="connsiteX22835" fmla="*/ 4868177 w 5158787"/>
              <a:gd name="connsiteY22835" fmla="*/ 2025202 h 4489084"/>
              <a:gd name="connsiteX22836" fmla="*/ 4866815 w 5158787"/>
              <a:gd name="connsiteY22836" fmla="*/ 2024432 h 4489084"/>
              <a:gd name="connsiteX22837" fmla="*/ 4855799 w 5158787"/>
              <a:gd name="connsiteY22837" fmla="*/ 2005302 h 4489084"/>
              <a:gd name="connsiteX22838" fmla="*/ 4855799 w 5158787"/>
              <a:gd name="connsiteY22838" fmla="*/ 2003763 h 4489084"/>
              <a:gd name="connsiteX22839" fmla="*/ 4866874 w 5158787"/>
              <a:gd name="connsiteY22839" fmla="*/ 1984633 h 4489084"/>
              <a:gd name="connsiteX22840" fmla="*/ 4868236 w 5158787"/>
              <a:gd name="connsiteY22840" fmla="*/ 1983863 h 4489084"/>
              <a:gd name="connsiteX22841" fmla="*/ 3583288 w 5158787"/>
              <a:gd name="connsiteY22841" fmla="*/ 1983863 h 4489084"/>
              <a:gd name="connsiteX22842" fmla="*/ 3605379 w 5158787"/>
              <a:gd name="connsiteY22842" fmla="*/ 1983863 h 4489084"/>
              <a:gd name="connsiteX22843" fmla="*/ 3606741 w 5158787"/>
              <a:gd name="connsiteY22843" fmla="*/ 1984633 h 4489084"/>
              <a:gd name="connsiteX22844" fmla="*/ 3617757 w 5158787"/>
              <a:gd name="connsiteY22844" fmla="*/ 2003763 h 4489084"/>
              <a:gd name="connsiteX22845" fmla="*/ 3617757 w 5158787"/>
              <a:gd name="connsiteY22845" fmla="*/ 2005302 h 4489084"/>
              <a:gd name="connsiteX22846" fmla="*/ 3606682 w 5158787"/>
              <a:gd name="connsiteY22846" fmla="*/ 2024432 h 4489084"/>
              <a:gd name="connsiteX22847" fmla="*/ 3605320 w 5158787"/>
              <a:gd name="connsiteY22847" fmla="*/ 2025202 h 4489084"/>
              <a:gd name="connsiteX22848" fmla="*/ 3583229 w 5158787"/>
              <a:gd name="connsiteY22848" fmla="*/ 2025202 h 4489084"/>
              <a:gd name="connsiteX22849" fmla="*/ 3581867 w 5158787"/>
              <a:gd name="connsiteY22849" fmla="*/ 2024432 h 4489084"/>
              <a:gd name="connsiteX22850" fmla="*/ 3570851 w 5158787"/>
              <a:gd name="connsiteY22850" fmla="*/ 2005302 h 4489084"/>
              <a:gd name="connsiteX22851" fmla="*/ 3570851 w 5158787"/>
              <a:gd name="connsiteY22851" fmla="*/ 2003763 h 4489084"/>
              <a:gd name="connsiteX22852" fmla="*/ 3581926 w 5158787"/>
              <a:gd name="connsiteY22852" fmla="*/ 1984633 h 4489084"/>
              <a:gd name="connsiteX22853" fmla="*/ 3583288 w 5158787"/>
              <a:gd name="connsiteY22853" fmla="*/ 1983863 h 4489084"/>
              <a:gd name="connsiteX22854" fmla="*/ 3245054 w 5158787"/>
              <a:gd name="connsiteY22854" fmla="*/ 1983744 h 4489084"/>
              <a:gd name="connsiteX22855" fmla="*/ 3267264 w 5158787"/>
              <a:gd name="connsiteY22855" fmla="*/ 1983744 h 4489084"/>
              <a:gd name="connsiteX22856" fmla="*/ 3268626 w 5158787"/>
              <a:gd name="connsiteY22856" fmla="*/ 1984514 h 4489084"/>
              <a:gd name="connsiteX22857" fmla="*/ 3279701 w 5158787"/>
              <a:gd name="connsiteY22857" fmla="*/ 2003762 h 4489084"/>
              <a:gd name="connsiteX22858" fmla="*/ 3279701 w 5158787"/>
              <a:gd name="connsiteY22858" fmla="*/ 2005302 h 4489084"/>
              <a:gd name="connsiteX22859" fmla="*/ 3268626 w 5158787"/>
              <a:gd name="connsiteY22859" fmla="*/ 2024550 h 4489084"/>
              <a:gd name="connsiteX22860" fmla="*/ 3267264 w 5158787"/>
              <a:gd name="connsiteY22860" fmla="*/ 2025320 h 4489084"/>
              <a:gd name="connsiteX22861" fmla="*/ 3245054 w 5158787"/>
              <a:gd name="connsiteY22861" fmla="*/ 2025320 h 4489084"/>
              <a:gd name="connsiteX22862" fmla="*/ 3243692 w 5158787"/>
              <a:gd name="connsiteY22862" fmla="*/ 2024550 h 4489084"/>
              <a:gd name="connsiteX22863" fmla="*/ 3232617 w 5158787"/>
              <a:gd name="connsiteY22863" fmla="*/ 2005302 h 4489084"/>
              <a:gd name="connsiteX22864" fmla="*/ 3232617 w 5158787"/>
              <a:gd name="connsiteY22864" fmla="*/ 2003762 h 4489084"/>
              <a:gd name="connsiteX22865" fmla="*/ 3243692 w 5158787"/>
              <a:gd name="connsiteY22865" fmla="*/ 1984514 h 4489084"/>
              <a:gd name="connsiteX22866" fmla="*/ 3245054 w 5158787"/>
              <a:gd name="connsiteY22866" fmla="*/ 1983744 h 4489084"/>
              <a:gd name="connsiteX22867" fmla="*/ 2704033 w 5158787"/>
              <a:gd name="connsiteY22867" fmla="*/ 1983744 h 4489084"/>
              <a:gd name="connsiteX22868" fmla="*/ 2726243 w 5158787"/>
              <a:gd name="connsiteY22868" fmla="*/ 1983744 h 4489084"/>
              <a:gd name="connsiteX22869" fmla="*/ 2727605 w 5158787"/>
              <a:gd name="connsiteY22869" fmla="*/ 1984514 h 4489084"/>
              <a:gd name="connsiteX22870" fmla="*/ 2738680 w 5158787"/>
              <a:gd name="connsiteY22870" fmla="*/ 2003762 h 4489084"/>
              <a:gd name="connsiteX22871" fmla="*/ 2738680 w 5158787"/>
              <a:gd name="connsiteY22871" fmla="*/ 2005302 h 4489084"/>
              <a:gd name="connsiteX22872" fmla="*/ 2727605 w 5158787"/>
              <a:gd name="connsiteY22872" fmla="*/ 2024550 h 4489084"/>
              <a:gd name="connsiteX22873" fmla="*/ 2726243 w 5158787"/>
              <a:gd name="connsiteY22873" fmla="*/ 2025320 h 4489084"/>
              <a:gd name="connsiteX22874" fmla="*/ 2704033 w 5158787"/>
              <a:gd name="connsiteY22874" fmla="*/ 2025320 h 4489084"/>
              <a:gd name="connsiteX22875" fmla="*/ 2702671 w 5158787"/>
              <a:gd name="connsiteY22875" fmla="*/ 2024550 h 4489084"/>
              <a:gd name="connsiteX22876" fmla="*/ 2691596 w 5158787"/>
              <a:gd name="connsiteY22876" fmla="*/ 2005302 h 4489084"/>
              <a:gd name="connsiteX22877" fmla="*/ 2691596 w 5158787"/>
              <a:gd name="connsiteY22877" fmla="*/ 2003762 h 4489084"/>
              <a:gd name="connsiteX22878" fmla="*/ 2702671 w 5158787"/>
              <a:gd name="connsiteY22878" fmla="*/ 1984514 h 4489084"/>
              <a:gd name="connsiteX22879" fmla="*/ 2704033 w 5158787"/>
              <a:gd name="connsiteY22879" fmla="*/ 1983744 h 4489084"/>
              <a:gd name="connsiteX22880" fmla="*/ 4800423 w 5158787"/>
              <a:gd name="connsiteY22880" fmla="*/ 1983448 h 4489084"/>
              <a:gd name="connsiteX22881" fmla="*/ 4822929 w 5158787"/>
              <a:gd name="connsiteY22881" fmla="*/ 1983448 h 4489084"/>
              <a:gd name="connsiteX22882" fmla="*/ 4824291 w 5158787"/>
              <a:gd name="connsiteY22882" fmla="*/ 1984218 h 4489084"/>
              <a:gd name="connsiteX22883" fmla="*/ 4835543 w 5158787"/>
              <a:gd name="connsiteY22883" fmla="*/ 2003703 h 4489084"/>
              <a:gd name="connsiteX22884" fmla="*/ 4835543 w 5158787"/>
              <a:gd name="connsiteY22884" fmla="*/ 2005302 h 4489084"/>
              <a:gd name="connsiteX22885" fmla="*/ 4824291 w 5158787"/>
              <a:gd name="connsiteY22885" fmla="*/ 2024787 h 4489084"/>
              <a:gd name="connsiteX22886" fmla="*/ 4822929 w 5158787"/>
              <a:gd name="connsiteY22886" fmla="*/ 2025557 h 4489084"/>
              <a:gd name="connsiteX22887" fmla="*/ 4800423 w 5158787"/>
              <a:gd name="connsiteY22887" fmla="*/ 2025557 h 4489084"/>
              <a:gd name="connsiteX22888" fmla="*/ 4799061 w 5158787"/>
              <a:gd name="connsiteY22888" fmla="*/ 2024787 h 4489084"/>
              <a:gd name="connsiteX22889" fmla="*/ 4787808 w 5158787"/>
              <a:gd name="connsiteY22889" fmla="*/ 2005302 h 4489084"/>
              <a:gd name="connsiteX22890" fmla="*/ 4787808 w 5158787"/>
              <a:gd name="connsiteY22890" fmla="*/ 2003703 h 4489084"/>
              <a:gd name="connsiteX22891" fmla="*/ 4799061 w 5158787"/>
              <a:gd name="connsiteY22891" fmla="*/ 1984218 h 4489084"/>
              <a:gd name="connsiteX22892" fmla="*/ 4800423 w 5158787"/>
              <a:gd name="connsiteY22892" fmla="*/ 1983448 h 4489084"/>
              <a:gd name="connsiteX22893" fmla="*/ 2636279 w 5158787"/>
              <a:gd name="connsiteY22893" fmla="*/ 1983448 h 4489084"/>
              <a:gd name="connsiteX22894" fmla="*/ 2658785 w 5158787"/>
              <a:gd name="connsiteY22894" fmla="*/ 1983448 h 4489084"/>
              <a:gd name="connsiteX22895" fmla="*/ 2660147 w 5158787"/>
              <a:gd name="connsiteY22895" fmla="*/ 1984218 h 4489084"/>
              <a:gd name="connsiteX22896" fmla="*/ 2671400 w 5158787"/>
              <a:gd name="connsiteY22896" fmla="*/ 2003703 h 4489084"/>
              <a:gd name="connsiteX22897" fmla="*/ 2671400 w 5158787"/>
              <a:gd name="connsiteY22897" fmla="*/ 2005302 h 4489084"/>
              <a:gd name="connsiteX22898" fmla="*/ 2660147 w 5158787"/>
              <a:gd name="connsiteY22898" fmla="*/ 2024787 h 4489084"/>
              <a:gd name="connsiteX22899" fmla="*/ 2658785 w 5158787"/>
              <a:gd name="connsiteY22899" fmla="*/ 2025557 h 4489084"/>
              <a:gd name="connsiteX22900" fmla="*/ 2636279 w 5158787"/>
              <a:gd name="connsiteY22900" fmla="*/ 2025557 h 4489084"/>
              <a:gd name="connsiteX22901" fmla="*/ 2634917 w 5158787"/>
              <a:gd name="connsiteY22901" fmla="*/ 2024787 h 4489084"/>
              <a:gd name="connsiteX22902" fmla="*/ 2623664 w 5158787"/>
              <a:gd name="connsiteY22902" fmla="*/ 2005302 h 4489084"/>
              <a:gd name="connsiteX22903" fmla="*/ 2623664 w 5158787"/>
              <a:gd name="connsiteY22903" fmla="*/ 2003703 h 4489084"/>
              <a:gd name="connsiteX22904" fmla="*/ 2634917 w 5158787"/>
              <a:gd name="connsiteY22904" fmla="*/ 1984218 h 4489084"/>
              <a:gd name="connsiteX22905" fmla="*/ 2636279 w 5158787"/>
              <a:gd name="connsiteY22905" fmla="*/ 1983448 h 4489084"/>
              <a:gd name="connsiteX22906" fmla="*/ 1824599 w 5158787"/>
              <a:gd name="connsiteY22906" fmla="*/ 1983329 h 4489084"/>
              <a:gd name="connsiteX22907" fmla="*/ 1847223 w 5158787"/>
              <a:gd name="connsiteY22907" fmla="*/ 1983329 h 4489084"/>
              <a:gd name="connsiteX22908" fmla="*/ 1848585 w 5158787"/>
              <a:gd name="connsiteY22908" fmla="*/ 1984158 h 4489084"/>
              <a:gd name="connsiteX22909" fmla="*/ 1859898 w 5158787"/>
              <a:gd name="connsiteY22909" fmla="*/ 2003762 h 4489084"/>
              <a:gd name="connsiteX22910" fmla="*/ 1859898 w 5158787"/>
              <a:gd name="connsiteY22910" fmla="*/ 2005361 h 4489084"/>
              <a:gd name="connsiteX22911" fmla="*/ 1848585 w 5158787"/>
              <a:gd name="connsiteY22911" fmla="*/ 2024964 h 4489084"/>
              <a:gd name="connsiteX22912" fmla="*/ 1847223 w 5158787"/>
              <a:gd name="connsiteY22912" fmla="*/ 2025793 h 4489084"/>
              <a:gd name="connsiteX22913" fmla="*/ 1824599 w 5158787"/>
              <a:gd name="connsiteY22913" fmla="*/ 2025793 h 4489084"/>
              <a:gd name="connsiteX22914" fmla="*/ 1823237 w 5158787"/>
              <a:gd name="connsiteY22914" fmla="*/ 2024964 h 4489084"/>
              <a:gd name="connsiteX22915" fmla="*/ 1811925 w 5158787"/>
              <a:gd name="connsiteY22915" fmla="*/ 2005361 h 4489084"/>
              <a:gd name="connsiteX22916" fmla="*/ 1811925 w 5158787"/>
              <a:gd name="connsiteY22916" fmla="*/ 2003762 h 4489084"/>
              <a:gd name="connsiteX22917" fmla="*/ 1823237 w 5158787"/>
              <a:gd name="connsiteY22917" fmla="*/ 1984158 h 4489084"/>
              <a:gd name="connsiteX22918" fmla="*/ 1824599 w 5158787"/>
              <a:gd name="connsiteY22918" fmla="*/ 1983329 h 4489084"/>
              <a:gd name="connsiteX22919" fmla="*/ 2838830 w 5158787"/>
              <a:gd name="connsiteY22919" fmla="*/ 1982797 h 4489084"/>
              <a:gd name="connsiteX22920" fmla="*/ 2861987 w 5158787"/>
              <a:gd name="connsiteY22920" fmla="*/ 1982797 h 4489084"/>
              <a:gd name="connsiteX22921" fmla="*/ 2863408 w 5158787"/>
              <a:gd name="connsiteY22921" fmla="*/ 1983626 h 4489084"/>
              <a:gd name="connsiteX22922" fmla="*/ 2875016 w 5158787"/>
              <a:gd name="connsiteY22922" fmla="*/ 2003703 h 4489084"/>
              <a:gd name="connsiteX22923" fmla="*/ 2875016 w 5158787"/>
              <a:gd name="connsiteY22923" fmla="*/ 2005362 h 4489084"/>
              <a:gd name="connsiteX22924" fmla="*/ 2863408 w 5158787"/>
              <a:gd name="connsiteY22924" fmla="*/ 2025439 h 4489084"/>
              <a:gd name="connsiteX22925" fmla="*/ 2861987 w 5158787"/>
              <a:gd name="connsiteY22925" fmla="*/ 2026268 h 4489084"/>
              <a:gd name="connsiteX22926" fmla="*/ 2838830 w 5158787"/>
              <a:gd name="connsiteY22926" fmla="*/ 2026268 h 4489084"/>
              <a:gd name="connsiteX22927" fmla="*/ 2837408 w 5158787"/>
              <a:gd name="connsiteY22927" fmla="*/ 2025439 h 4489084"/>
              <a:gd name="connsiteX22928" fmla="*/ 2825800 w 5158787"/>
              <a:gd name="connsiteY22928" fmla="*/ 2005362 h 4489084"/>
              <a:gd name="connsiteX22929" fmla="*/ 2825800 w 5158787"/>
              <a:gd name="connsiteY22929" fmla="*/ 2003703 h 4489084"/>
              <a:gd name="connsiteX22930" fmla="*/ 2837408 w 5158787"/>
              <a:gd name="connsiteY22930" fmla="*/ 1983626 h 4489084"/>
              <a:gd name="connsiteX22931" fmla="*/ 2838830 w 5158787"/>
              <a:gd name="connsiteY22931" fmla="*/ 1982797 h 4489084"/>
              <a:gd name="connsiteX22932" fmla="*/ 2162538 w 5158787"/>
              <a:gd name="connsiteY22932" fmla="*/ 1982797 h 4489084"/>
              <a:gd name="connsiteX22933" fmla="*/ 2185695 w 5158787"/>
              <a:gd name="connsiteY22933" fmla="*/ 1982797 h 4489084"/>
              <a:gd name="connsiteX22934" fmla="*/ 2187116 w 5158787"/>
              <a:gd name="connsiteY22934" fmla="*/ 1983626 h 4489084"/>
              <a:gd name="connsiteX22935" fmla="*/ 2198724 w 5158787"/>
              <a:gd name="connsiteY22935" fmla="*/ 2003703 h 4489084"/>
              <a:gd name="connsiteX22936" fmla="*/ 2198724 w 5158787"/>
              <a:gd name="connsiteY22936" fmla="*/ 2005362 h 4489084"/>
              <a:gd name="connsiteX22937" fmla="*/ 2187116 w 5158787"/>
              <a:gd name="connsiteY22937" fmla="*/ 2025439 h 4489084"/>
              <a:gd name="connsiteX22938" fmla="*/ 2185695 w 5158787"/>
              <a:gd name="connsiteY22938" fmla="*/ 2026268 h 4489084"/>
              <a:gd name="connsiteX22939" fmla="*/ 2162538 w 5158787"/>
              <a:gd name="connsiteY22939" fmla="*/ 2026268 h 4489084"/>
              <a:gd name="connsiteX22940" fmla="*/ 2161116 w 5158787"/>
              <a:gd name="connsiteY22940" fmla="*/ 2025439 h 4489084"/>
              <a:gd name="connsiteX22941" fmla="*/ 2149508 w 5158787"/>
              <a:gd name="connsiteY22941" fmla="*/ 2005362 h 4489084"/>
              <a:gd name="connsiteX22942" fmla="*/ 2149508 w 5158787"/>
              <a:gd name="connsiteY22942" fmla="*/ 2003703 h 4489084"/>
              <a:gd name="connsiteX22943" fmla="*/ 2161116 w 5158787"/>
              <a:gd name="connsiteY22943" fmla="*/ 1983626 h 4489084"/>
              <a:gd name="connsiteX22944" fmla="*/ 2162538 w 5158787"/>
              <a:gd name="connsiteY22944" fmla="*/ 1982797 h 4489084"/>
              <a:gd name="connsiteX22945" fmla="*/ 2771135 w 5158787"/>
              <a:gd name="connsiteY22945" fmla="*/ 1982678 h 4489084"/>
              <a:gd name="connsiteX22946" fmla="*/ 2794410 w 5158787"/>
              <a:gd name="connsiteY22946" fmla="*/ 1982678 h 4489084"/>
              <a:gd name="connsiteX22947" fmla="*/ 2795832 w 5158787"/>
              <a:gd name="connsiteY22947" fmla="*/ 1983507 h 4489084"/>
              <a:gd name="connsiteX22948" fmla="*/ 2807440 w 5158787"/>
              <a:gd name="connsiteY22948" fmla="*/ 2003703 h 4489084"/>
              <a:gd name="connsiteX22949" fmla="*/ 2807440 w 5158787"/>
              <a:gd name="connsiteY22949" fmla="*/ 2005361 h 4489084"/>
              <a:gd name="connsiteX22950" fmla="*/ 2795773 w 5158787"/>
              <a:gd name="connsiteY22950" fmla="*/ 2025557 h 4489084"/>
              <a:gd name="connsiteX22951" fmla="*/ 2794351 w 5158787"/>
              <a:gd name="connsiteY22951" fmla="*/ 2026386 h 4489084"/>
              <a:gd name="connsiteX22952" fmla="*/ 2771076 w 5158787"/>
              <a:gd name="connsiteY22952" fmla="*/ 2026386 h 4489084"/>
              <a:gd name="connsiteX22953" fmla="*/ 2769654 w 5158787"/>
              <a:gd name="connsiteY22953" fmla="*/ 2025557 h 4489084"/>
              <a:gd name="connsiteX22954" fmla="*/ 2758046 w 5158787"/>
              <a:gd name="connsiteY22954" fmla="*/ 2005361 h 4489084"/>
              <a:gd name="connsiteX22955" fmla="*/ 2758046 w 5158787"/>
              <a:gd name="connsiteY22955" fmla="*/ 2003703 h 4489084"/>
              <a:gd name="connsiteX22956" fmla="*/ 2769714 w 5158787"/>
              <a:gd name="connsiteY22956" fmla="*/ 1983507 h 4489084"/>
              <a:gd name="connsiteX22957" fmla="*/ 2771135 w 5158787"/>
              <a:gd name="connsiteY22957" fmla="*/ 1982678 h 4489084"/>
              <a:gd name="connsiteX22958" fmla="*/ 2568171 w 5158787"/>
              <a:gd name="connsiteY22958" fmla="*/ 1982619 h 4489084"/>
              <a:gd name="connsiteX22959" fmla="*/ 2591565 w 5158787"/>
              <a:gd name="connsiteY22959" fmla="*/ 1982619 h 4489084"/>
              <a:gd name="connsiteX22960" fmla="*/ 2592986 w 5158787"/>
              <a:gd name="connsiteY22960" fmla="*/ 1983448 h 4489084"/>
              <a:gd name="connsiteX22961" fmla="*/ 2604654 w 5158787"/>
              <a:gd name="connsiteY22961" fmla="*/ 2003703 h 4489084"/>
              <a:gd name="connsiteX22962" fmla="*/ 2604654 w 5158787"/>
              <a:gd name="connsiteY22962" fmla="*/ 2005362 h 4489084"/>
              <a:gd name="connsiteX22963" fmla="*/ 2592927 w 5158787"/>
              <a:gd name="connsiteY22963" fmla="*/ 2025616 h 4489084"/>
              <a:gd name="connsiteX22964" fmla="*/ 2591506 w 5158787"/>
              <a:gd name="connsiteY22964" fmla="*/ 2026446 h 4489084"/>
              <a:gd name="connsiteX22965" fmla="*/ 2568112 w 5158787"/>
              <a:gd name="connsiteY22965" fmla="*/ 2026446 h 4489084"/>
              <a:gd name="connsiteX22966" fmla="*/ 2566690 w 5158787"/>
              <a:gd name="connsiteY22966" fmla="*/ 2025616 h 4489084"/>
              <a:gd name="connsiteX22967" fmla="*/ 2555023 w 5158787"/>
              <a:gd name="connsiteY22967" fmla="*/ 2005362 h 4489084"/>
              <a:gd name="connsiteX22968" fmla="*/ 2555023 w 5158787"/>
              <a:gd name="connsiteY22968" fmla="*/ 2003703 h 4489084"/>
              <a:gd name="connsiteX22969" fmla="*/ 2566749 w 5158787"/>
              <a:gd name="connsiteY22969" fmla="*/ 1983448 h 4489084"/>
              <a:gd name="connsiteX22970" fmla="*/ 2568171 w 5158787"/>
              <a:gd name="connsiteY22970" fmla="*/ 1982619 h 4489084"/>
              <a:gd name="connsiteX22971" fmla="*/ 3312038 w 5158787"/>
              <a:gd name="connsiteY22971" fmla="*/ 1982500 h 4489084"/>
              <a:gd name="connsiteX22972" fmla="*/ 3335551 w 5158787"/>
              <a:gd name="connsiteY22972" fmla="*/ 1982500 h 4489084"/>
              <a:gd name="connsiteX22973" fmla="*/ 3336972 w 5158787"/>
              <a:gd name="connsiteY22973" fmla="*/ 1983329 h 4489084"/>
              <a:gd name="connsiteX22974" fmla="*/ 3348699 w 5158787"/>
              <a:gd name="connsiteY22974" fmla="*/ 2003703 h 4489084"/>
              <a:gd name="connsiteX22975" fmla="*/ 3348699 w 5158787"/>
              <a:gd name="connsiteY22975" fmla="*/ 2005361 h 4489084"/>
              <a:gd name="connsiteX22976" fmla="*/ 3336913 w 5158787"/>
              <a:gd name="connsiteY22976" fmla="*/ 2025735 h 4489084"/>
              <a:gd name="connsiteX22977" fmla="*/ 3335491 w 5158787"/>
              <a:gd name="connsiteY22977" fmla="*/ 2026563 h 4489084"/>
              <a:gd name="connsiteX22978" fmla="*/ 3311979 w 5158787"/>
              <a:gd name="connsiteY22978" fmla="*/ 2026563 h 4489084"/>
              <a:gd name="connsiteX22979" fmla="*/ 3310557 w 5158787"/>
              <a:gd name="connsiteY22979" fmla="*/ 2025735 h 4489084"/>
              <a:gd name="connsiteX22980" fmla="*/ 3298831 w 5158787"/>
              <a:gd name="connsiteY22980" fmla="*/ 2005361 h 4489084"/>
              <a:gd name="connsiteX22981" fmla="*/ 3298831 w 5158787"/>
              <a:gd name="connsiteY22981" fmla="*/ 2003703 h 4489084"/>
              <a:gd name="connsiteX22982" fmla="*/ 3310617 w 5158787"/>
              <a:gd name="connsiteY22982" fmla="*/ 1983329 h 4489084"/>
              <a:gd name="connsiteX22983" fmla="*/ 3312038 w 5158787"/>
              <a:gd name="connsiteY22983" fmla="*/ 1982500 h 4489084"/>
              <a:gd name="connsiteX22984" fmla="*/ 2094607 w 5158787"/>
              <a:gd name="connsiteY22984" fmla="*/ 1982382 h 4489084"/>
              <a:gd name="connsiteX22985" fmla="*/ 2118237 w 5158787"/>
              <a:gd name="connsiteY22985" fmla="*/ 1982382 h 4489084"/>
              <a:gd name="connsiteX22986" fmla="*/ 2119659 w 5158787"/>
              <a:gd name="connsiteY22986" fmla="*/ 1983211 h 4489084"/>
              <a:gd name="connsiteX22987" fmla="*/ 2131445 w 5158787"/>
              <a:gd name="connsiteY22987" fmla="*/ 2003703 h 4489084"/>
              <a:gd name="connsiteX22988" fmla="*/ 2131445 w 5158787"/>
              <a:gd name="connsiteY22988" fmla="*/ 2005361 h 4489084"/>
              <a:gd name="connsiteX22989" fmla="*/ 2119599 w 5158787"/>
              <a:gd name="connsiteY22989" fmla="*/ 2025853 h 4489084"/>
              <a:gd name="connsiteX22990" fmla="*/ 2118178 w 5158787"/>
              <a:gd name="connsiteY22990" fmla="*/ 2026682 h 4489084"/>
              <a:gd name="connsiteX22991" fmla="*/ 2094547 w 5158787"/>
              <a:gd name="connsiteY22991" fmla="*/ 2026682 h 4489084"/>
              <a:gd name="connsiteX22992" fmla="*/ 2093126 w 5158787"/>
              <a:gd name="connsiteY22992" fmla="*/ 2025853 h 4489084"/>
              <a:gd name="connsiteX22993" fmla="*/ 2081340 w 5158787"/>
              <a:gd name="connsiteY22993" fmla="*/ 2005361 h 4489084"/>
              <a:gd name="connsiteX22994" fmla="*/ 2081340 w 5158787"/>
              <a:gd name="connsiteY22994" fmla="*/ 2003703 h 4489084"/>
              <a:gd name="connsiteX22995" fmla="*/ 2093185 w 5158787"/>
              <a:gd name="connsiteY22995" fmla="*/ 1983211 h 4489084"/>
              <a:gd name="connsiteX22996" fmla="*/ 2094607 w 5158787"/>
              <a:gd name="connsiteY22996" fmla="*/ 1982382 h 4489084"/>
              <a:gd name="connsiteX22997" fmla="*/ 2027030 w 5158787"/>
              <a:gd name="connsiteY22997" fmla="*/ 1982382 h 4489084"/>
              <a:gd name="connsiteX22998" fmla="*/ 2050661 w 5158787"/>
              <a:gd name="connsiteY22998" fmla="*/ 1982382 h 4489084"/>
              <a:gd name="connsiteX22999" fmla="*/ 2052083 w 5158787"/>
              <a:gd name="connsiteY22999" fmla="*/ 1983211 h 4489084"/>
              <a:gd name="connsiteX23000" fmla="*/ 2063869 w 5158787"/>
              <a:gd name="connsiteY23000" fmla="*/ 2003703 h 4489084"/>
              <a:gd name="connsiteX23001" fmla="*/ 2063869 w 5158787"/>
              <a:gd name="connsiteY23001" fmla="*/ 2005361 h 4489084"/>
              <a:gd name="connsiteX23002" fmla="*/ 2052024 w 5158787"/>
              <a:gd name="connsiteY23002" fmla="*/ 2025853 h 4489084"/>
              <a:gd name="connsiteX23003" fmla="*/ 2050602 w 5158787"/>
              <a:gd name="connsiteY23003" fmla="*/ 2026682 h 4489084"/>
              <a:gd name="connsiteX23004" fmla="*/ 2026971 w 5158787"/>
              <a:gd name="connsiteY23004" fmla="*/ 2026682 h 4489084"/>
              <a:gd name="connsiteX23005" fmla="*/ 2025550 w 5158787"/>
              <a:gd name="connsiteY23005" fmla="*/ 2025853 h 4489084"/>
              <a:gd name="connsiteX23006" fmla="*/ 2013764 w 5158787"/>
              <a:gd name="connsiteY23006" fmla="*/ 2005361 h 4489084"/>
              <a:gd name="connsiteX23007" fmla="*/ 2013764 w 5158787"/>
              <a:gd name="connsiteY23007" fmla="*/ 2003703 h 4489084"/>
              <a:gd name="connsiteX23008" fmla="*/ 2025609 w 5158787"/>
              <a:gd name="connsiteY23008" fmla="*/ 1983211 h 4489084"/>
              <a:gd name="connsiteX23009" fmla="*/ 2027030 w 5158787"/>
              <a:gd name="connsiteY23009" fmla="*/ 1982382 h 4489084"/>
              <a:gd name="connsiteX23010" fmla="*/ 1959277 w 5158787"/>
              <a:gd name="connsiteY23010" fmla="*/ 1982204 h 4489084"/>
              <a:gd name="connsiteX23011" fmla="*/ 1983145 w 5158787"/>
              <a:gd name="connsiteY23011" fmla="*/ 1982204 h 4489084"/>
              <a:gd name="connsiteX23012" fmla="*/ 1984625 w 5158787"/>
              <a:gd name="connsiteY23012" fmla="*/ 1983033 h 4489084"/>
              <a:gd name="connsiteX23013" fmla="*/ 1996530 w 5158787"/>
              <a:gd name="connsiteY23013" fmla="*/ 2003703 h 4489084"/>
              <a:gd name="connsiteX23014" fmla="*/ 1996530 w 5158787"/>
              <a:gd name="connsiteY23014" fmla="*/ 2005361 h 4489084"/>
              <a:gd name="connsiteX23015" fmla="*/ 1984625 w 5158787"/>
              <a:gd name="connsiteY23015" fmla="*/ 2026031 h 4489084"/>
              <a:gd name="connsiteX23016" fmla="*/ 1983145 w 5158787"/>
              <a:gd name="connsiteY23016" fmla="*/ 2026860 h 4489084"/>
              <a:gd name="connsiteX23017" fmla="*/ 1959277 w 5158787"/>
              <a:gd name="connsiteY23017" fmla="*/ 2026860 h 4489084"/>
              <a:gd name="connsiteX23018" fmla="*/ 1957796 w 5158787"/>
              <a:gd name="connsiteY23018" fmla="*/ 2026031 h 4489084"/>
              <a:gd name="connsiteX23019" fmla="*/ 1945892 w 5158787"/>
              <a:gd name="connsiteY23019" fmla="*/ 2005361 h 4489084"/>
              <a:gd name="connsiteX23020" fmla="*/ 1945892 w 5158787"/>
              <a:gd name="connsiteY23020" fmla="*/ 2003703 h 4489084"/>
              <a:gd name="connsiteX23021" fmla="*/ 1957796 w 5158787"/>
              <a:gd name="connsiteY23021" fmla="*/ 1983033 h 4489084"/>
              <a:gd name="connsiteX23022" fmla="*/ 1959277 w 5158787"/>
              <a:gd name="connsiteY23022" fmla="*/ 1982204 h 4489084"/>
              <a:gd name="connsiteX23023" fmla="*/ 1891465 w 5158787"/>
              <a:gd name="connsiteY23023" fmla="*/ 1981849 h 4489084"/>
              <a:gd name="connsiteX23024" fmla="*/ 1915628 w 5158787"/>
              <a:gd name="connsiteY23024" fmla="*/ 1981849 h 4489084"/>
              <a:gd name="connsiteX23025" fmla="*/ 1917109 w 5158787"/>
              <a:gd name="connsiteY23025" fmla="*/ 1982678 h 4489084"/>
              <a:gd name="connsiteX23026" fmla="*/ 1929191 w 5158787"/>
              <a:gd name="connsiteY23026" fmla="*/ 2003644 h 4489084"/>
              <a:gd name="connsiteX23027" fmla="*/ 1929191 w 5158787"/>
              <a:gd name="connsiteY23027" fmla="*/ 2005362 h 4489084"/>
              <a:gd name="connsiteX23028" fmla="*/ 1917109 w 5158787"/>
              <a:gd name="connsiteY23028" fmla="*/ 2026327 h 4489084"/>
              <a:gd name="connsiteX23029" fmla="*/ 1915628 w 5158787"/>
              <a:gd name="connsiteY23029" fmla="*/ 2027156 h 4489084"/>
              <a:gd name="connsiteX23030" fmla="*/ 1891465 w 5158787"/>
              <a:gd name="connsiteY23030" fmla="*/ 2027156 h 4489084"/>
              <a:gd name="connsiteX23031" fmla="*/ 1889984 w 5158787"/>
              <a:gd name="connsiteY23031" fmla="*/ 2026327 h 4489084"/>
              <a:gd name="connsiteX23032" fmla="*/ 1877902 w 5158787"/>
              <a:gd name="connsiteY23032" fmla="*/ 2005362 h 4489084"/>
              <a:gd name="connsiteX23033" fmla="*/ 1877902 w 5158787"/>
              <a:gd name="connsiteY23033" fmla="*/ 2003644 h 4489084"/>
              <a:gd name="connsiteX23034" fmla="*/ 1889984 w 5158787"/>
              <a:gd name="connsiteY23034" fmla="*/ 1982678 h 4489084"/>
              <a:gd name="connsiteX23035" fmla="*/ 1891465 w 5158787"/>
              <a:gd name="connsiteY23035" fmla="*/ 1981849 h 4489084"/>
              <a:gd name="connsiteX23036" fmla="*/ 2499529 w 5158787"/>
              <a:gd name="connsiteY23036" fmla="*/ 1980723 h 4489084"/>
              <a:gd name="connsiteX23037" fmla="*/ 2524936 w 5158787"/>
              <a:gd name="connsiteY23037" fmla="*/ 1980723 h 4489084"/>
              <a:gd name="connsiteX23038" fmla="*/ 2526476 w 5158787"/>
              <a:gd name="connsiteY23038" fmla="*/ 1981612 h 4489084"/>
              <a:gd name="connsiteX23039" fmla="*/ 2539151 w 5158787"/>
              <a:gd name="connsiteY23039" fmla="*/ 2003584 h 4489084"/>
              <a:gd name="connsiteX23040" fmla="*/ 2539151 w 5158787"/>
              <a:gd name="connsiteY23040" fmla="*/ 2005361 h 4489084"/>
              <a:gd name="connsiteX23041" fmla="*/ 2526417 w 5158787"/>
              <a:gd name="connsiteY23041" fmla="*/ 2027333 h 4489084"/>
              <a:gd name="connsiteX23042" fmla="*/ 2524877 w 5158787"/>
              <a:gd name="connsiteY23042" fmla="*/ 2028222 h 4489084"/>
              <a:gd name="connsiteX23043" fmla="*/ 2499470 w 5158787"/>
              <a:gd name="connsiteY23043" fmla="*/ 2028222 h 4489084"/>
              <a:gd name="connsiteX23044" fmla="*/ 2497930 w 5158787"/>
              <a:gd name="connsiteY23044" fmla="*/ 2027333 h 4489084"/>
              <a:gd name="connsiteX23045" fmla="*/ 2485256 w 5158787"/>
              <a:gd name="connsiteY23045" fmla="*/ 2005361 h 4489084"/>
              <a:gd name="connsiteX23046" fmla="*/ 2485256 w 5158787"/>
              <a:gd name="connsiteY23046" fmla="*/ 2003584 h 4489084"/>
              <a:gd name="connsiteX23047" fmla="*/ 2497989 w 5158787"/>
              <a:gd name="connsiteY23047" fmla="*/ 1981612 h 4489084"/>
              <a:gd name="connsiteX23048" fmla="*/ 2499529 w 5158787"/>
              <a:gd name="connsiteY23048" fmla="*/ 1980723 h 4489084"/>
              <a:gd name="connsiteX23049" fmla="*/ 3513521 w 5158787"/>
              <a:gd name="connsiteY23049" fmla="*/ 1979894 h 4489084"/>
              <a:gd name="connsiteX23050" fmla="*/ 3539818 w 5158787"/>
              <a:gd name="connsiteY23050" fmla="*/ 1979894 h 4489084"/>
              <a:gd name="connsiteX23051" fmla="*/ 3541417 w 5158787"/>
              <a:gd name="connsiteY23051" fmla="*/ 1980842 h 4489084"/>
              <a:gd name="connsiteX23052" fmla="*/ 3554565 w 5158787"/>
              <a:gd name="connsiteY23052" fmla="*/ 2003584 h 4489084"/>
              <a:gd name="connsiteX23053" fmla="*/ 3554565 w 5158787"/>
              <a:gd name="connsiteY23053" fmla="*/ 2005420 h 4489084"/>
              <a:gd name="connsiteX23054" fmla="*/ 3541417 w 5158787"/>
              <a:gd name="connsiteY23054" fmla="*/ 2028163 h 4489084"/>
              <a:gd name="connsiteX23055" fmla="*/ 3539818 w 5158787"/>
              <a:gd name="connsiteY23055" fmla="*/ 2029110 h 4489084"/>
              <a:gd name="connsiteX23056" fmla="*/ 3513521 w 5158787"/>
              <a:gd name="connsiteY23056" fmla="*/ 2029110 h 4489084"/>
              <a:gd name="connsiteX23057" fmla="*/ 3511922 w 5158787"/>
              <a:gd name="connsiteY23057" fmla="*/ 2028163 h 4489084"/>
              <a:gd name="connsiteX23058" fmla="*/ 3498774 w 5158787"/>
              <a:gd name="connsiteY23058" fmla="*/ 2005420 h 4489084"/>
              <a:gd name="connsiteX23059" fmla="*/ 3498774 w 5158787"/>
              <a:gd name="connsiteY23059" fmla="*/ 2003584 h 4489084"/>
              <a:gd name="connsiteX23060" fmla="*/ 3511922 w 5158787"/>
              <a:gd name="connsiteY23060" fmla="*/ 1980842 h 4489084"/>
              <a:gd name="connsiteX23061" fmla="*/ 3513521 w 5158787"/>
              <a:gd name="connsiteY23061" fmla="*/ 1979894 h 4489084"/>
              <a:gd name="connsiteX23062" fmla="*/ 2431301 w 5158787"/>
              <a:gd name="connsiteY23062" fmla="*/ 1979598 h 4489084"/>
              <a:gd name="connsiteX23063" fmla="*/ 2457893 w 5158787"/>
              <a:gd name="connsiteY23063" fmla="*/ 1979598 h 4489084"/>
              <a:gd name="connsiteX23064" fmla="*/ 2459493 w 5158787"/>
              <a:gd name="connsiteY23064" fmla="*/ 1980546 h 4489084"/>
              <a:gd name="connsiteX23065" fmla="*/ 2472759 w 5158787"/>
              <a:gd name="connsiteY23065" fmla="*/ 2003584 h 4489084"/>
              <a:gd name="connsiteX23066" fmla="*/ 2472759 w 5158787"/>
              <a:gd name="connsiteY23066" fmla="*/ 2005479 h 4489084"/>
              <a:gd name="connsiteX23067" fmla="*/ 2459433 w 5158787"/>
              <a:gd name="connsiteY23067" fmla="*/ 2028518 h 4489084"/>
              <a:gd name="connsiteX23068" fmla="*/ 2457834 w 5158787"/>
              <a:gd name="connsiteY23068" fmla="*/ 2029465 h 4489084"/>
              <a:gd name="connsiteX23069" fmla="*/ 2431242 w 5158787"/>
              <a:gd name="connsiteY23069" fmla="*/ 2029465 h 4489084"/>
              <a:gd name="connsiteX23070" fmla="*/ 2429643 w 5158787"/>
              <a:gd name="connsiteY23070" fmla="*/ 2028518 h 4489084"/>
              <a:gd name="connsiteX23071" fmla="*/ 2416377 w 5158787"/>
              <a:gd name="connsiteY23071" fmla="*/ 2005479 h 4489084"/>
              <a:gd name="connsiteX23072" fmla="*/ 2416377 w 5158787"/>
              <a:gd name="connsiteY23072" fmla="*/ 2003584 h 4489084"/>
              <a:gd name="connsiteX23073" fmla="*/ 2429702 w 5158787"/>
              <a:gd name="connsiteY23073" fmla="*/ 1980546 h 4489084"/>
              <a:gd name="connsiteX23074" fmla="*/ 2431301 w 5158787"/>
              <a:gd name="connsiteY23074" fmla="*/ 1979598 h 4489084"/>
              <a:gd name="connsiteX23075" fmla="*/ 2363429 w 5158787"/>
              <a:gd name="connsiteY23075" fmla="*/ 1979184 h 4489084"/>
              <a:gd name="connsiteX23076" fmla="*/ 2390495 w 5158787"/>
              <a:gd name="connsiteY23076" fmla="*/ 1979184 h 4489084"/>
              <a:gd name="connsiteX23077" fmla="*/ 2392153 w 5158787"/>
              <a:gd name="connsiteY23077" fmla="*/ 1980132 h 4489084"/>
              <a:gd name="connsiteX23078" fmla="*/ 2405657 w 5158787"/>
              <a:gd name="connsiteY23078" fmla="*/ 2003585 h 4489084"/>
              <a:gd name="connsiteX23079" fmla="*/ 2405657 w 5158787"/>
              <a:gd name="connsiteY23079" fmla="*/ 2005480 h 4489084"/>
              <a:gd name="connsiteX23080" fmla="*/ 2392094 w 5158787"/>
              <a:gd name="connsiteY23080" fmla="*/ 2028933 h 4489084"/>
              <a:gd name="connsiteX23081" fmla="*/ 2390436 w 5158787"/>
              <a:gd name="connsiteY23081" fmla="*/ 2029881 h 4489084"/>
              <a:gd name="connsiteX23082" fmla="*/ 2363370 w 5158787"/>
              <a:gd name="connsiteY23082" fmla="*/ 2029881 h 4489084"/>
              <a:gd name="connsiteX23083" fmla="*/ 2361712 w 5158787"/>
              <a:gd name="connsiteY23083" fmla="*/ 2028933 h 4489084"/>
              <a:gd name="connsiteX23084" fmla="*/ 2348209 w 5158787"/>
              <a:gd name="connsiteY23084" fmla="*/ 2005480 h 4489084"/>
              <a:gd name="connsiteX23085" fmla="*/ 2348209 w 5158787"/>
              <a:gd name="connsiteY23085" fmla="*/ 2003585 h 4489084"/>
              <a:gd name="connsiteX23086" fmla="*/ 2361771 w 5158787"/>
              <a:gd name="connsiteY23086" fmla="*/ 1980132 h 4489084"/>
              <a:gd name="connsiteX23087" fmla="*/ 2363429 w 5158787"/>
              <a:gd name="connsiteY23087" fmla="*/ 1979184 h 4489084"/>
              <a:gd name="connsiteX23088" fmla="*/ 3377778 w 5158787"/>
              <a:gd name="connsiteY23088" fmla="*/ 1978887 h 4489084"/>
              <a:gd name="connsiteX23089" fmla="*/ 3405140 w 5158787"/>
              <a:gd name="connsiteY23089" fmla="*/ 1978887 h 4489084"/>
              <a:gd name="connsiteX23090" fmla="*/ 3406798 w 5158787"/>
              <a:gd name="connsiteY23090" fmla="*/ 1979835 h 4489084"/>
              <a:gd name="connsiteX23091" fmla="*/ 3420479 w 5158787"/>
              <a:gd name="connsiteY23091" fmla="*/ 2003525 h 4489084"/>
              <a:gd name="connsiteX23092" fmla="*/ 3420479 w 5158787"/>
              <a:gd name="connsiteY23092" fmla="*/ 2005479 h 4489084"/>
              <a:gd name="connsiteX23093" fmla="*/ 3406798 w 5158787"/>
              <a:gd name="connsiteY23093" fmla="*/ 2029169 h 4489084"/>
              <a:gd name="connsiteX23094" fmla="*/ 3405140 w 5158787"/>
              <a:gd name="connsiteY23094" fmla="*/ 2030117 h 4489084"/>
              <a:gd name="connsiteX23095" fmla="*/ 3377778 w 5158787"/>
              <a:gd name="connsiteY23095" fmla="*/ 2030117 h 4489084"/>
              <a:gd name="connsiteX23096" fmla="*/ 3376120 w 5158787"/>
              <a:gd name="connsiteY23096" fmla="*/ 2029169 h 4489084"/>
              <a:gd name="connsiteX23097" fmla="*/ 3362438 w 5158787"/>
              <a:gd name="connsiteY23097" fmla="*/ 2005479 h 4489084"/>
              <a:gd name="connsiteX23098" fmla="*/ 3362438 w 5158787"/>
              <a:gd name="connsiteY23098" fmla="*/ 2003525 h 4489084"/>
              <a:gd name="connsiteX23099" fmla="*/ 3376120 w 5158787"/>
              <a:gd name="connsiteY23099" fmla="*/ 1979835 h 4489084"/>
              <a:gd name="connsiteX23100" fmla="*/ 3377778 w 5158787"/>
              <a:gd name="connsiteY23100" fmla="*/ 1978887 h 4489084"/>
              <a:gd name="connsiteX23101" fmla="*/ 2227804 w 5158787"/>
              <a:gd name="connsiteY23101" fmla="*/ 1978473 h 4489084"/>
              <a:gd name="connsiteX23102" fmla="*/ 2255640 w 5158787"/>
              <a:gd name="connsiteY23102" fmla="*/ 1978473 h 4489084"/>
              <a:gd name="connsiteX23103" fmla="*/ 2257357 w 5158787"/>
              <a:gd name="connsiteY23103" fmla="*/ 1979480 h 4489084"/>
              <a:gd name="connsiteX23104" fmla="*/ 2271275 w 5158787"/>
              <a:gd name="connsiteY23104" fmla="*/ 2003584 h 4489084"/>
              <a:gd name="connsiteX23105" fmla="*/ 2271275 w 5158787"/>
              <a:gd name="connsiteY23105" fmla="*/ 2005539 h 4489084"/>
              <a:gd name="connsiteX23106" fmla="*/ 2257357 w 5158787"/>
              <a:gd name="connsiteY23106" fmla="*/ 2029644 h 4489084"/>
              <a:gd name="connsiteX23107" fmla="*/ 2255640 w 5158787"/>
              <a:gd name="connsiteY23107" fmla="*/ 2030650 h 4489084"/>
              <a:gd name="connsiteX23108" fmla="*/ 2227804 w 5158787"/>
              <a:gd name="connsiteY23108" fmla="*/ 2030650 h 4489084"/>
              <a:gd name="connsiteX23109" fmla="*/ 2226087 w 5158787"/>
              <a:gd name="connsiteY23109" fmla="*/ 2029644 h 4489084"/>
              <a:gd name="connsiteX23110" fmla="*/ 2212169 w 5158787"/>
              <a:gd name="connsiteY23110" fmla="*/ 2005539 h 4489084"/>
              <a:gd name="connsiteX23111" fmla="*/ 2212169 w 5158787"/>
              <a:gd name="connsiteY23111" fmla="*/ 2003584 h 4489084"/>
              <a:gd name="connsiteX23112" fmla="*/ 2226087 w 5158787"/>
              <a:gd name="connsiteY23112" fmla="*/ 1979480 h 4489084"/>
              <a:gd name="connsiteX23113" fmla="*/ 2227804 w 5158787"/>
              <a:gd name="connsiteY23113" fmla="*/ 1978473 h 4489084"/>
              <a:gd name="connsiteX23114" fmla="*/ 3445058 w 5158787"/>
              <a:gd name="connsiteY23114" fmla="*/ 1978236 h 4489084"/>
              <a:gd name="connsiteX23115" fmla="*/ 3473071 w 5158787"/>
              <a:gd name="connsiteY23115" fmla="*/ 1978236 h 4489084"/>
              <a:gd name="connsiteX23116" fmla="*/ 3474789 w 5158787"/>
              <a:gd name="connsiteY23116" fmla="*/ 1979243 h 4489084"/>
              <a:gd name="connsiteX23117" fmla="*/ 3488825 w 5158787"/>
              <a:gd name="connsiteY23117" fmla="*/ 2003525 h 4489084"/>
              <a:gd name="connsiteX23118" fmla="*/ 3488825 w 5158787"/>
              <a:gd name="connsiteY23118" fmla="*/ 2005479 h 4489084"/>
              <a:gd name="connsiteX23119" fmla="*/ 3474789 w 5158787"/>
              <a:gd name="connsiteY23119" fmla="*/ 2029762 h 4489084"/>
              <a:gd name="connsiteX23120" fmla="*/ 3473071 w 5158787"/>
              <a:gd name="connsiteY23120" fmla="*/ 2030769 h 4489084"/>
              <a:gd name="connsiteX23121" fmla="*/ 3445058 w 5158787"/>
              <a:gd name="connsiteY23121" fmla="*/ 2030769 h 4489084"/>
              <a:gd name="connsiteX23122" fmla="*/ 3443340 w 5158787"/>
              <a:gd name="connsiteY23122" fmla="*/ 2029762 h 4489084"/>
              <a:gd name="connsiteX23123" fmla="*/ 3429304 w 5158787"/>
              <a:gd name="connsiteY23123" fmla="*/ 2005479 h 4489084"/>
              <a:gd name="connsiteX23124" fmla="*/ 3429304 w 5158787"/>
              <a:gd name="connsiteY23124" fmla="*/ 2003525 h 4489084"/>
              <a:gd name="connsiteX23125" fmla="*/ 3443340 w 5158787"/>
              <a:gd name="connsiteY23125" fmla="*/ 1979243 h 4489084"/>
              <a:gd name="connsiteX23126" fmla="*/ 3445058 w 5158787"/>
              <a:gd name="connsiteY23126" fmla="*/ 1978236 h 4489084"/>
              <a:gd name="connsiteX23127" fmla="*/ 2295321 w 5158787"/>
              <a:gd name="connsiteY23127" fmla="*/ 1978177 h 4489084"/>
              <a:gd name="connsiteX23128" fmla="*/ 2323453 w 5158787"/>
              <a:gd name="connsiteY23128" fmla="*/ 1978177 h 4489084"/>
              <a:gd name="connsiteX23129" fmla="*/ 2325170 w 5158787"/>
              <a:gd name="connsiteY23129" fmla="*/ 1979184 h 4489084"/>
              <a:gd name="connsiteX23130" fmla="*/ 2339206 w 5158787"/>
              <a:gd name="connsiteY23130" fmla="*/ 2003584 h 4489084"/>
              <a:gd name="connsiteX23131" fmla="*/ 2339206 w 5158787"/>
              <a:gd name="connsiteY23131" fmla="*/ 2005598 h 4489084"/>
              <a:gd name="connsiteX23132" fmla="*/ 2325111 w 5158787"/>
              <a:gd name="connsiteY23132" fmla="*/ 2029999 h 4489084"/>
              <a:gd name="connsiteX23133" fmla="*/ 2323393 w 5158787"/>
              <a:gd name="connsiteY23133" fmla="*/ 2031006 h 4489084"/>
              <a:gd name="connsiteX23134" fmla="*/ 2295262 w 5158787"/>
              <a:gd name="connsiteY23134" fmla="*/ 2031006 h 4489084"/>
              <a:gd name="connsiteX23135" fmla="*/ 2293544 w 5158787"/>
              <a:gd name="connsiteY23135" fmla="*/ 2029999 h 4489084"/>
              <a:gd name="connsiteX23136" fmla="*/ 2279508 w 5158787"/>
              <a:gd name="connsiteY23136" fmla="*/ 2005598 h 4489084"/>
              <a:gd name="connsiteX23137" fmla="*/ 2279508 w 5158787"/>
              <a:gd name="connsiteY23137" fmla="*/ 2003584 h 4489084"/>
              <a:gd name="connsiteX23138" fmla="*/ 2293603 w 5158787"/>
              <a:gd name="connsiteY23138" fmla="*/ 1979184 h 4489084"/>
              <a:gd name="connsiteX23139" fmla="*/ 2295321 w 5158787"/>
              <a:gd name="connsiteY23139" fmla="*/ 1978177 h 4489084"/>
              <a:gd name="connsiteX23140" fmla="*/ 2847298 w 5158787"/>
              <a:gd name="connsiteY23140" fmla="*/ 1940095 h 4489084"/>
              <a:gd name="connsiteX23141" fmla="*/ 2853458 w 5158787"/>
              <a:gd name="connsiteY23141" fmla="*/ 1940095 h 4489084"/>
              <a:gd name="connsiteX23142" fmla="*/ 2853813 w 5158787"/>
              <a:gd name="connsiteY23142" fmla="*/ 1940332 h 4489084"/>
              <a:gd name="connsiteX23143" fmla="*/ 2856893 w 5158787"/>
              <a:gd name="connsiteY23143" fmla="*/ 1945662 h 4489084"/>
              <a:gd name="connsiteX23144" fmla="*/ 2856893 w 5158787"/>
              <a:gd name="connsiteY23144" fmla="*/ 1946077 h 4489084"/>
              <a:gd name="connsiteX23145" fmla="*/ 2853813 w 5158787"/>
              <a:gd name="connsiteY23145" fmla="*/ 1951407 h 4489084"/>
              <a:gd name="connsiteX23146" fmla="*/ 2853458 w 5158787"/>
              <a:gd name="connsiteY23146" fmla="*/ 1951644 h 4489084"/>
              <a:gd name="connsiteX23147" fmla="*/ 2847298 w 5158787"/>
              <a:gd name="connsiteY23147" fmla="*/ 1951644 h 4489084"/>
              <a:gd name="connsiteX23148" fmla="*/ 2846943 w 5158787"/>
              <a:gd name="connsiteY23148" fmla="*/ 1951407 h 4489084"/>
              <a:gd name="connsiteX23149" fmla="*/ 2843863 w 5158787"/>
              <a:gd name="connsiteY23149" fmla="*/ 1946077 h 4489084"/>
              <a:gd name="connsiteX23150" fmla="*/ 2843863 w 5158787"/>
              <a:gd name="connsiteY23150" fmla="*/ 1945662 h 4489084"/>
              <a:gd name="connsiteX23151" fmla="*/ 2846943 w 5158787"/>
              <a:gd name="connsiteY23151" fmla="*/ 1940332 h 4489084"/>
              <a:gd name="connsiteX23152" fmla="*/ 2847298 w 5158787"/>
              <a:gd name="connsiteY23152" fmla="*/ 1940095 h 4489084"/>
              <a:gd name="connsiteX23153" fmla="*/ 4061531 w 5158787"/>
              <a:gd name="connsiteY23153" fmla="*/ 1934350 h 4489084"/>
              <a:gd name="connsiteX23154" fmla="*/ 4073909 w 5158787"/>
              <a:gd name="connsiteY23154" fmla="*/ 1934350 h 4489084"/>
              <a:gd name="connsiteX23155" fmla="*/ 4074679 w 5158787"/>
              <a:gd name="connsiteY23155" fmla="*/ 1934765 h 4489084"/>
              <a:gd name="connsiteX23156" fmla="*/ 4080839 w 5158787"/>
              <a:gd name="connsiteY23156" fmla="*/ 1945484 h 4489084"/>
              <a:gd name="connsiteX23157" fmla="*/ 4080839 w 5158787"/>
              <a:gd name="connsiteY23157" fmla="*/ 1946373 h 4489084"/>
              <a:gd name="connsiteX23158" fmla="*/ 4074679 w 5158787"/>
              <a:gd name="connsiteY23158" fmla="*/ 1957093 h 4489084"/>
              <a:gd name="connsiteX23159" fmla="*/ 4073909 w 5158787"/>
              <a:gd name="connsiteY23159" fmla="*/ 1957507 h 4489084"/>
              <a:gd name="connsiteX23160" fmla="*/ 4061531 w 5158787"/>
              <a:gd name="connsiteY23160" fmla="*/ 1957507 h 4489084"/>
              <a:gd name="connsiteX23161" fmla="*/ 4060761 w 5158787"/>
              <a:gd name="connsiteY23161" fmla="*/ 1957093 h 4489084"/>
              <a:gd name="connsiteX23162" fmla="*/ 4054602 w 5158787"/>
              <a:gd name="connsiteY23162" fmla="*/ 1946373 h 4489084"/>
              <a:gd name="connsiteX23163" fmla="*/ 4054602 w 5158787"/>
              <a:gd name="connsiteY23163" fmla="*/ 1945484 h 4489084"/>
              <a:gd name="connsiteX23164" fmla="*/ 4060761 w 5158787"/>
              <a:gd name="connsiteY23164" fmla="*/ 1934765 h 4489084"/>
              <a:gd name="connsiteX23165" fmla="*/ 4061531 w 5158787"/>
              <a:gd name="connsiteY23165" fmla="*/ 1934350 h 4489084"/>
              <a:gd name="connsiteX23166" fmla="*/ 3993423 w 5158787"/>
              <a:gd name="connsiteY23166" fmla="*/ 1933403 h 4489084"/>
              <a:gd name="connsiteX23167" fmla="*/ 4006808 w 5158787"/>
              <a:gd name="connsiteY23167" fmla="*/ 1933403 h 4489084"/>
              <a:gd name="connsiteX23168" fmla="*/ 4007637 w 5158787"/>
              <a:gd name="connsiteY23168" fmla="*/ 1933877 h 4489084"/>
              <a:gd name="connsiteX23169" fmla="*/ 4014329 w 5158787"/>
              <a:gd name="connsiteY23169" fmla="*/ 1945426 h 4489084"/>
              <a:gd name="connsiteX23170" fmla="*/ 4014329 w 5158787"/>
              <a:gd name="connsiteY23170" fmla="*/ 1946373 h 4489084"/>
              <a:gd name="connsiteX23171" fmla="*/ 4007637 w 5158787"/>
              <a:gd name="connsiteY23171" fmla="*/ 1957922 h 4489084"/>
              <a:gd name="connsiteX23172" fmla="*/ 4006808 w 5158787"/>
              <a:gd name="connsiteY23172" fmla="*/ 1958396 h 4489084"/>
              <a:gd name="connsiteX23173" fmla="*/ 3993423 w 5158787"/>
              <a:gd name="connsiteY23173" fmla="*/ 1958396 h 4489084"/>
              <a:gd name="connsiteX23174" fmla="*/ 3992594 w 5158787"/>
              <a:gd name="connsiteY23174" fmla="*/ 1957922 h 4489084"/>
              <a:gd name="connsiteX23175" fmla="*/ 3985901 w 5158787"/>
              <a:gd name="connsiteY23175" fmla="*/ 1946373 h 4489084"/>
              <a:gd name="connsiteX23176" fmla="*/ 3985901 w 5158787"/>
              <a:gd name="connsiteY23176" fmla="*/ 1945426 h 4489084"/>
              <a:gd name="connsiteX23177" fmla="*/ 3992594 w 5158787"/>
              <a:gd name="connsiteY23177" fmla="*/ 1933877 h 4489084"/>
              <a:gd name="connsiteX23178" fmla="*/ 3993423 w 5158787"/>
              <a:gd name="connsiteY23178" fmla="*/ 1933403 h 4489084"/>
              <a:gd name="connsiteX23179" fmla="*/ 4128456 w 5158787"/>
              <a:gd name="connsiteY23179" fmla="*/ 1932988 h 4489084"/>
              <a:gd name="connsiteX23180" fmla="*/ 4142255 w 5158787"/>
              <a:gd name="connsiteY23180" fmla="*/ 1932988 h 4489084"/>
              <a:gd name="connsiteX23181" fmla="*/ 4143085 w 5158787"/>
              <a:gd name="connsiteY23181" fmla="*/ 1933462 h 4489084"/>
              <a:gd name="connsiteX23182" fmla="*/ 4149955 w 5158787"/>
              <a:gd name="connsiteY23182" fmla="*/ 1945425 h 4489084"/>
              <a:gd name="connsiteX23183" fmla="*/ 4149955 w 5158787"/>
              <a:gd name="connsiteY23183" fmla="*/ 1946373 h 4489084"/>
              <a:gd name="connsiteX23184" fmla="*/ 4143025 w 5158787"/>
              <a:gd name="connsiteY23184" fmla="*/ 1958337 h 4489084"/>
              <a:gd name="connsiteX23185" fmla="*/ 4142196 w 5158787"/>
              <a:gd name="connsiteY23185" fmla="*/ 1958810 h 4489084"/>
              <a:gd name="connsiteX23186" fmla="*/ 4128397 w 5158787"/>
              <a:gd name="connsiteY23186" fmla="*/ 1958810 h 4489084"/>
              <a:gd name="connsiteX23187" fmla="*/ 4127568 w 5158787"/>
              <a:gd name="connsiteY23187" fmla="*/ 1958337 h 4489084"/>
              <a:gd name="connsiteX23188" fmla="*/ 4120697 w 5158787"/>
              <a:gd name="connsiteY23188" fmla="*/ 1946373 h 4489084"/>
              <a:gd name="connsiteX23189" fmla="*/ 4120697 w 5158787"/>
              <a:gd name="connsiteY23189" fmla="*/ 1945425 h 4489084"/>
              <a:gd name="connsiteX23190" fmla="*/ 4127627 w 5158787"/>
              <a:gd name="connsiteY23190" fmla="*/ 1933462 h 4489084"/>
              <a:gd name="connsiteX23191" fmla="*/ 4128456 w 5158787"/>
              <a:gd name="connsiteY23191" fmla="*/ 1932988 h 4489084"/>
              <a:gd name="connsiteX23192" fmla="*/ 4466039 w 5158787"/>
              <a:gd name="connsiteY23192" fmla="*/ 1931863 h 4489084"/>
              <a:gd name="connsiteX23193" fmla="*/ 4481022 w 5158787"/>
              <a:gd name="connsiteY23193" fmla="*/ 1931863 h 4489084"/>
              <a:gd name="connsiteX23194" fmla="*/ 4481911 w 5158787"/>
              <a:gd name="connsiteY23194" fmla="*/ 1932396 h 4489084"/>
              <a:gd name="connsiteX23195" fmla="*/ 4489432 w 5158787"/>
              <a:gd name="connsiteY23195" fmla="*/ 1945426 h 4489084"/>
              <a:gd name="connsiteX23196" fmla="*/ 4489432 w 5158787"/>
              <a:gd name="connsiteY23196" fmla="*/ 1946492 h 4489084"/>
              <a:gd name="connsiteX23197" fmla="*/ 4481911 w 5158787"/>
              <a:gd name="connsiteY23197" fmla="*/ 1959521 h 4489084"/>
              <a:gd name="connsiteX23198" fmla="*/ 4481022 w 5158787"/>
              <a:gd name="connsiteY23198" fmla="*/ 1960054 h 4489084"/>
              <a:gd name="connsiteX23199" fmla="*/ 4466039 w 5158787"/>
              <a:gd name="connsiteY23199" fmla="*/ 1960054 h 4489084"/>
              <a:gd name="connsiteX23200" fmla="*/ 4465150 w 5158787"/>
              <a:gd name="connsiteY23200" fmla="*/ 1959521 h 4489084"/>
              <a:gd name="connsiteX23201" fmla="*/ 4457628 w 5158787"/>
              <a:gd name="connsiteY23201" fmla="*/ 1946492 h 4489084"/>
              <a:gd name="connsiteX23202" fmla="*/ 4457628 w 5158787"/>
              <a:gd name="connsiteY23202" fmla="*/ 1945426 h 4489084"/>
              <a:gd name="connsiteX23203" fmla="*/ 4465150 w 5158787"/>
              <a:gd name="connsiteY23203" fmla="*/ 1932396 h 4489084"/>
              <a:gd name="connsiteX23204" fmla="*/ 4466039 w 5158787"/>
              <a:gd name="connsiteY23204" fmla="*/ 1931863 h 4489084"/>
              <a:gd name="connsiteX23205" fmla="*/ 4398285 w 5158787"/>
              <a:gd name="connsiteY23205" fmla="*/ 1931626 h 4489084"/>
              <a:gd name="connsiteX23206" fmla="*/ 4413506 w 5158787"/>
              <a:gd name="connsiteY23206" fmla="*/ 1931626 h 4489084"/>
              <a:gd name="connsiteX23207" fmla="*/ 4414453 w 5158787"/>
              <a:gd name="connsiteY23207" fmla="*/ 1932159 h 4489084"/>
              <a:gd name="connsiteX23208" fmla="*/ 4422093 w 5158787"/>
              <a:gd name="connsiteY23208" fmla="*/ 1945366 h 4489084"/>
              <a:gd name="connsiteX23209" fmla="*/ 4422093 w 5158787"/>
              <a:gd name="connsiteY23209" fmla="*/ 1946432 h 4489084"/>
              <a:gd name="connsiteX23210" fmla="*/ 4414453 w 5158787"/>
              <a:gd name="connsiteY23210" fmla="*/ 1959639 h 4489084"/>
              <a:gd name="connsiteX23211" fmla="*/ 4413506 w 5158787"/>
              <a:gd name="connsiteY23211" fmla="*/ 1960173 h 4489084"/>
              <a:gd name="connsiteX23212" fmla="*/ 4398285 w 5158787"/>
              <a:gd name="connsiteY23212" fmla="*/ 1960173 h 4489084"/>
              <a:gd name="connsiteX23213" fmla="*/ 4397337 w 5158787"/>
              <a:gd name="connsiteY23213" fmla="*/ 1959639 h 4489084"/>
              <a:gd name="connsiteX23214" fmla="*/ 4389697 w 5158787"/>
              <a:gd name="connsiteY23214" fmla="*/ 1946432 h 4489084"/>
              <a:gd name="connsiteX23215" fmla="*/ 4389697 w 5158787"/>
              <a:gd name="connsiteY23215" fmla="*/ 1945366 h 4489084"/>
              <a:gd name="connsiteX23216" fmla="*/ 4397337 w 5158787"/>
              <a:gd name="connsiteY23216" fmla="*/ 1932159 h 4489084"/>
              <a:gd name="connsiteX23217" fmla="*/ 4398285 w 5158787"/>
              <a:gd name="connsiteY23217" fmla="*/ 1931626 h 4489084"/>
              <a:gd name="connsiteX23218" fmla="*/ 4533496 w 5158787"/>
              <a:gd name="connsiteY23218" fmla="*/ 1931507 h 4489084"/>
              <a:gd name="connsiteX23219" fmla="*/ 4548836 w 5158787"/>
              <a:gd name="connsiteY23219" fmla="*/ 1931507 h 4489084"/>
              <a:gd name="connsiteX23220" fmla="*/ 4549783 w 5158787"/>
              <a:gd name="connsiteY23220" fmla="*/ 1932040 h 4489084"/>
              <a:gd name="connsiteX23221" fmla="*/ 4557423 w 5158787"/>
              <a:gd name="connsiteY23221" fmla="*/ 1945307 h 4489084"/>
              <a:gd name="connsiteX23222" fmla="*/ 4557423 w 5158787"/>
              <a:gd name="connsiteY23222" fmla="*/ 1946373 h 4489084"/>
              <a:gd name="connsiteX23223" fmla="*/ 4549724 w 5158787"/>
              <a:gd name="connsiteY23223" fmla="*/ 1959639 h 4489084"/>
              <a:gd name="connsiteX23224" fmla="*/ 4548777 w 5158787"/>
              <a:gd name="connsiteY23224" fmla="*/ 1960172 h 4489084"/>
              <a:gd name="connsiteX23225" fmla="*/ 4533437 w 5158787"/>
              <a:gd name="connsiteY23225" fmla="*/ 1960172 h 4489084"/>
              <a:gd name="connsiteX23226" fmla="*/ 4532490 w 5158787"/>
              <a:gd name="connsiteY23226" fmla="*/ 1959639 h 4489084"/>
              <a:gd name="connsiteX23227" fmla="*/ 4524849 w 5158787"/>
              <a:gd name="connsiteY23227" fmla="*/ 1946373 h 4489084"/>
              <a:gd name="connsiteX23228" fmla="*/ 4524849 w 5158787"/>
              <a:gd name="connsiteY23228" fmla="*/ 1945307 h 4489084"/>
              <a:gd name="connsiteX23229" fmla="*/ 4532549 w 5158787"/>
              <a:gd name="connsiteY23229" fmla="*/ 1932040 h 4489084"/>
              <a:gd name="connsiteX23230" fmla="*/ 4533496 w 5158787"/>
              <a:gd name="connsiteY23230" fmla="*/ 1931507 h 4489084"/>
              <a:gd name="connsiteX23231" fmla="*/ 1287191 w 5158787"/>
              <a:gd name="connsiteY23231" fmla="*/ 1931507 h 4489084"/>
              <a:gd name="connsiteX23232" fmla="*/ 1302531 w 5158787"/>
              <a:gd name="connsiteY23232" fmla="*/ 1931507 h 4489084"/>
              <a:gd name="connsiteX23233" fmla="*/ 1303478 w 5158787"/>
              <a:gd name="connsiteY23233" fmla="*/ 1932040 h 4489084"/>
              <a:gd name="connsiteX23234" fmla="*/ 1311118 w 5158787"/>
              <a:gd name="connsiteY23234" fmla="*/ 1945307 h 4489084"/>
              <a:gd name="connsiteX23235" fmla="*/ 1311118 w 5158787"/>
              <a:gd name="connsiteY23235" fmla="*/ 1946373 h 4489084"/>
              <a:gd name="connsiteX23236" fmla="*/ 1303419 w 5158787"/>
              <a:gd name="connsiteY23236" fmla="*/ 1959639 h 4489084"/>
              <a:gd name="connsiteX23237" fmla="*/ 1302471 w 5158787"/>
              <a:gd name="connsiteY23237" fmla="*/ 1960172 h 4489084"/>
              <a:gd name="connsiteX23238" fmla="*/ 1287132 w 5158787"/>
              <a:gd name="connsiteY23238" fmla="*/ 1960172 h 4489084"/>
              <a:gd name="connsiteX23239" fmla="*/ 1286184 w 5158787"/>
              <a:gd name="connsiteY23239" fmla="*/ 1959639 h 4489084"/>
              <a:gd name="connsiteX23240" fmla="*/ 1278544 w 5158787"/>
              <a:gd name="connsiteY23240" fmla="*/ 1946373 h 4489084"/>
              <a:gd name="connsiteX23241" fmla="*/ 1278544 w 5158787"/>
              <a:gd name="connsiteY23241" fmla="*/ 1945307 h 4489084"/>
              <a:gd name="connsiteX23242" fmla="*/ 1286244 w 5158787"/>
              <a:gd name="connsiteY23242" fmla="*/ 1932040 h 4489084"/>
              <a:gd name="connsiteX23243" fmla="*/ 1287191 w 5158787"/>
              <a:gd name="connsiteY23243" fmla="*/ 1931507 h 4489084"/>
              <a:gd name="connsiteX23244" fmla="*/ 4330414 w 5158787"/>
              <a:gd name="connsiteY23244" fmla="*/ 1931211 h 4489084"/>
              <a:gd name="connsiteX23245" fmla="*/ 4346108 w 5158787"/>
              <a:gd name="connsiteY23245" fmla="*/ 1931211 h 4489084"/>
              <a:gd name="connsiteX23246" fmla="*/ 4347055 w 5158787"/>
              <a:gd name="connsiteY23246" fmla="*/ 1931744 h 4489084"/>
              <a:gd name="connsiteX23247" fmla="*/ 4354874 w 5158787"/>
              <a:gd name="connsiteY23247" fmla="*/ 1945307 h 4489084"/>
              <a:gd name="connsiteX23248" fmla="*/ 4354874 w 5158787"/>
              <a:gd name="connsiteY23248" fmla="*/ 1946432 h 4489084"/>
              <a:gd name="connsiteX23249" fmla="*/ 4347055 w 5158787"/>
              <a:gd name="connsiteY23249" fmla="*/ 1959994 h 4489084"/>
              <a:gd name="connsiteX23250" fmla="*/ 4346108 w 5158787"/>
              <a:gd name="connsiteY23250" fmla="*/ 1960527 h 4489084"/>
              <a:gd name="connsiteX23251" fmla="*/ 4330414 w 5158787"/>
              <a:gd name="connsiteY23251" fmla="*/ 1960527 h 4489084"/>
              <a:gd name="connsiteX23252" fmla="*/ 4329466 w 5158787"/>
              <a:gd name="connsiteY23252" fmla="*/ 1959994 h 4489084"/>
              <a:gd name="connsiteX23253" fmla="*/ 4321648 w 5158787"/>
              <a:gd name="connsiteY23253" fmla="*/ 1946432 h 4489084"/>
              <a:gd name="connsiteX23254" fmla="*/ 4321648 w 5158787"/>
              <a:gd name="connsiteY23254" fmla="*/ 1945307 h 4489084"/>
              <a:gd name="connsiteX23255" fmla="*/ 4329466 w 5158787"/>
              <a:gd name="connsiteY23255" fmla="*/ 1931744 h 4489084"/>
              <a:gd name="connsiteX23256" fmla="*/ 4330414 w 5158787"/>
              <a:gd name="connsiteY23256" fmla="*/ 1931211 h 4489084"/>
              <a:gd name="connsiteX23257" fmla="*/ 1219083 w 5158787"/>
              <a:gd name="connsiteY23257" fmla="*/ 1930619 h 4489084"/>
              <a:gd name="connsiteX23258" fmla="*/ 1235429 w 5158787"/>
              <a:gd name="connsiteY23258" fmla="*/ 1930619 h 4489084"/>
              <a:gd name="connsiteX23259" fmla="*/ 1236436 w 5158787"/>
              <a:gd name="connsiteY23259" fmla="*/ 1931211 h 4489084"/>
              <a:gd name="connsiteX23260" fmla="*/ 1244609 w 5158787"/>
              <a:gd name="connsiteY23260" fmla="*/ 1945366 h 4489084"/>
              <a:gd name="connsiteX23261" fmla="*/ 1244609 w 5158787"/>
              <a:gd name="connsiteY23261" fmla="*/ 1946550 h 4489084"/>
              <a:gd name="connsiteX23262" fmla="*/ 1236436 w 5158787"/>
              <a:gd name="connsiteY23262" fmla="*/ 1960705 h 4489084"/>
              <a:gd name="connsiteX23263" fmla="*/ 1235429 w 5158787"/>
              <a:gd name="connsiteY23263" fmla="*/ 1961298 h 4489084"/>
              <a:gd name="connsiteX23264" fmla="*/ 1219083 w 5158787"/>
              <a:gd name="connsiteY23264" fmla="*/ 1961298 h 4489084"/>
              <a:gd name="connsiteX23265" fmla="*/ 1218076 w 5158787"/>
              <a:gd name="connsiteY23265" fmla="*/ 1960705 h 4489084"/>
              <a:gd name="connsiteX23266" fmla="*/ 1209903 w 5158787"/>
              <a:gd name="connsiteY23266" fmla="*/ 1946550 h 4489084"/>
              <a:gd name="connsiteX23267" fmla="*/ 1209903 w 5158787"/>
              <a:gd name="connsiteY23267" fmla="*/ 1945366 h 4489084"/>
              <a:gd name="connsiteX23268" fmla="*/ 1218076 w 5158787"/>
              <a:gd name="connsiteY23268" fmla="*/ 1931211 h 4489084"/>
              <a:gd name="connsiteX23269" fmla="*/ 1219083 w 5158787"/>
              <a:gd name="connsiteY23269" fmla="*/ 1930619 h 4489084"/>
              <a:gd name="connsiteX23270" fmla="*/ 1151328 w 5158787"/>
              <a:gd name="connsiteY23270" fmla="*/ 1930264 h 4489084"/>
              <a:gd name="connsiteX23271" fmla="*/ 1167970 w 5158787"/>
              <a:gd name="connsiteY23271" fmla="*/ 1930264 h 4489084"/>
              <a:gd name="connsiteX23272" fmla="*/ 1168977 w 5158787"/>
              <a:gd name="connsiteY23272" fmla="*/ 1930856 h 4489084"/>
              <a:gd name="connsiteX23273" fmla="*/ 1177328 w 5158787"/>
              <a:gd name="connsiteY23273" fmla="*/ 1945307 h 4489084"/>
              <a:gd name="connsiteX23274" fmla="*/ 1177328 w 5158787"/>
              <a:gd name="connsiteY23274" fmla="*/ 1946492 h 4489084"/>
              <a:gd name="connsiteX23275" fmla="*/ 1168977 w 5158787"/>
              <a:gd name="connsiteY23275" fmla="*/ 1960943 h 4489084"/>
              <a:gd name="connsiteX23276" fmla="*/ 1167970 w 5158787"/>
              <a:gd name="connsiteY23276" fmla="*/ 1961535 h 4489084"/>
              <a:gd name="connsiteX23277" fmla="*/ 1151328 w 5158787"/>
              <a:gd name="connsiteY23277" fmla="*/ 1961535 h 4489084"/>
              <a:gd name="connsiteX23278" fmla="*/ 1150322 w 5158787"/>
              <a:gd name="connsiteY23278" fmla="*/ 1960943 h 4489084"/>
              <a:gd name="connsiteX23279" fmla="*/ 1141971 w 5158787"/>
              <a:gd name="connsiteY23279" fmla="*/ 1946492 h 4489084"/>
              <a:gd name="connsiteX23280" fmla="*/ 1141971 w 5158787"/>
              <a:gd name="connsiteY23280" fmla="*/ 1945307 h 4489084"/>
              <a:gd name="connsiteX23281" fmla="*/ 1150322 w 5158787"/>
              <a:gd name="connsiteY23281" fmla="*/ 1930856 h 4489084"/>
              <a:gd name="connsiteX23282" fmla="*/ 1151328 w 5158787"/>
              <a:gd name="connsiteY23282" fmla="*/ 1930264 h 4489084"/>
              <a:gd name="connsiteX23283" fmla="*/ 1354115 w 5158787"/>
              <a:gd name="connsiteY23283" fmla="*/ 1930205 h 4489084"/>
              <a:gd name="connsiteX23284" fmla="*/ 1370876 w 5158787"/>
              <a:gd name="connsiteY23284" fmla="*/ 1930205 h 4489084"/>
              <a:gd name="connsiteX23285" fmla="*/ 1371883 w 5158787"/>
              <a:gd name="connsiteY23285" fmla="*/ 1930797 h 4489084"/>
              <a:gd name="connsiteX23286" fmla="*/ 1380293 w 5158787"/>
              <a:gd name="connsiteY23286" fmla="*/ 1945307 h 4489084"/>
              <a:gd name="connsiteX23287" fmla="*/ 1380293 w 5158787"/>
              <a:gd name="connsiteY23287" fmla="*/ 1946492 h 4489084"/>
              <a:gd name="connsiteX23288" fmla="*/ 1371883 w 5158787"/>
              <a:gd name="connsiteY23288" fmla="*/ 1961002 h 4489084"/>
              <a:gd name="connsiteX23289" fmla="*/ 1370876 w 5158787"/>
              <a:gd name="connsiteY23289" fmla="*/ 1961594 h 4489084"/>
              <a:gd name="connsiteX23290" fmla="*/ 1354115 w 5158787"/>
              <a:gd name="connsiteY23290" fmla="*/ 1961594 h 4489084"/>
              <a:gd name="connsiteX23291" fmla="*/ 1353109 w 5158787"/>
              <a:gd name="connsiteY23291" fmla="*/ 1961002 h 4489084"/>
              <a:gd name="connsiteX23292" fmla="*/ 1344699 w 5158787"/>
              <a:gd name="connsiteY23292" fmla="*/ 1946492 h 4489084"/>
              <a:gd name="connsiteX23293" fmla="*/ 1344699 w 5158787"/>
              <a:gd name="connsiteY23293" fmla="*/ 1945307 h 4489084"/>
              <a:gd name="connsiteX23294" fmla="*/ 1353109 w 5158787"/>
              <a:gd name="connsiteY23294" fmla="*/ 1930797 h 4489084"/>
              <a:gd name="connsiteX23295" fmla="*/ 1354115 w 5158787"/>
              <a:gd name="connsiteY23295" fmla="*/ 1930205 h 4489084"/>
              <a:gd name="connsiteX23296" fmla="*/ 1556962 w 5158787"/>
              <a:gd name="connsiteY23296" fmla="*/ 1930086 h 4489084"/>
              <a:gd name="connsiteX23297" fmla="*/ 1573841 w 5158787"/>
              <a:gd name="connsiteY23297" fmla="*/ 1930086 h 4489084"/>
              <a:gd name="connsiteX23298" fmla="*/ 1574848 w 5158787"/>
              <a:gd name="connsiteY23298" fmla="*/ 1930678 h 4489084"/>
              <a:gd name="connsiteX23299" fmla="*/ 1583258 w 5158787"/>
              <a:gd name="connsiteY23299" fmla="*/ 1945307 h 4489084"/>
              <a:gd name="connsiteX23300" fmla="*/ 1583258 w 5158787"/>
              <a:gd name="connsiteY23300" fmla="*/ 1946491 h 4489084"/>
              <a:gd name="connsiteX23301" fmla="*/ 1574789 w 5158787"/>
              <a:gd name="connsiteY23301" fmla="*/ 1961120 h 4489084"/>
              <a:gd name="connsiteX23302" fmla="*/ 1573782 w 5158787"/>
              <a:gd name="connsiteY23302" fmla="*/ 1961712 h 4489084"/>
              <a:gd name="connsiteX23303" fmla="*/ 1556902 w 5158787"/>
              <a:gd name="connsiteY23303" fmla="*/ 1961712 h 4489084"/>
              <a:gd name="connsiteX23304" fmla="*/ 1555896 w 5158787"/>
              <a:gd name="connsiteY23304" fmla="*/ 1961120 h 4489084"/>
              <a:gd name="connsiteX23305" fmla="*/ 1547486 w 5158787"/>
              <a:gd name="connsiteY23305" fmla="*/ 1946491 h 4489084"/>
              <a:gd name="connsiteX23306" fmla="*/ 1547486 w 5158787"/>
              <a:gd name="connsiteY23306" fmla="*/ 1945307 h 4489084"/>
              <a:gd name="connsiteX23307" fmla="*/ 1555955 w 5158787"/>
              <a:gd name="connsiteY23307" fmla="*/ 1930678 h 4489084"/>
              <a:gd name="connsiteX23308" fmla="*/ 1556962 w 5158787"/>
              <a:gd name="connsiteY23308" fmla="*/ 1930086 h 4489084"/>
              <a:gd name="connsiteX23309" fmla="*/ 4600302 w 5158787"/>
              <a:gd name="connsiteY23309" fmla="*/ 1929968 h 4489084"/>
              <a:gd name="connsiteX23310" fmla="*/ 4617299 w 5158787"/>
              <a:gd name="connsiteY23310" fmla="*/ 1929968 h 4489084"/>
              <a:gd name="connsiteX23311" fmla="*/ 4618366 w 5158787"/>
              <a:gd name="connsiteY23311" fmla="*/ 1930560 h 4489084"/>
              <a:gd name="connsiteX23312" fmla="*/ 4626834 w 5158787"/>
              <a:gd name="connsiteY23312" fmla="*/ 1945307 h 4489084"/>
              <a:gd name="connsiteX23313" fmla="*/ 4626834 w 5158787"/>
              <a:gd name="connsiteY23313" fmla="*/ 1946492 h 4489084"/>
              <a:gd name="connsiteX23314" fmla="*/ 4618306 w 5158787"/>
              <a:gd name="connsiteY23314" fmla="*/ 1961239 h 4489084"/>
              <a:gd name="connsiteX23315" fmla="*/ 4617240 w 5158787"/>
              <a:gd name="connsiteY23315" fmla="*/ 1961831 h 4489084"/>
              <a:gd name="connsiteX23316" fmla="*/ 4600242 w 5158787"/>
              <a:gd name="connsiteY23316" fmla="*/ 1961831 h 4489084"/>
              <a:gd name="connsiteX23317" fmla="*/ 4599177 w 5158787"/>
              <a:gd name="connsiteY23317" fmla="*/ 1961239 h 4489084"/>
              <a:gd name="connsiteX23318" fmla="*/ 4590707 w 5158787"/>
              <a:gd name="connsiteY23318" fmla="*/ 1946492 h 4489084"/>
              <a:gd name="connsiteX23319" fmla="*/ 4590707 w 5158787"/>
              <a:gd name="connsiteY23319" fmla="*/ 1945307 h 4489084"/>
              <a:gd name="connsiteX23320" fmla="*/ 4599236 w 5158787"/>
              <a:gd name="connsiteY23320" fmla="*/ 1930560 h 4489084"/>
              <a:gd name="connsiteX23321" fmla="*/ 4600302 w 5158787"/>
              <a:gd name="connsiteY23321" fmla="*/ 1929968 h 4489084"/>
              <a:gd name="connsiteX23322" fmla="*/ 1421632 w 5158787"/>
              <a:gd name="connsiteY23322" fmla="*/ 1929968 h 4489084"/>
              <a:gd name="connsiteX23323" fmla="*/ 1438630 w 5158787"/>
              <a:gd name="connsiteY23323" fmla="*/ 1929968 h 4489084"/>
              <a:gd name="connsiteX23324" fmla="*/ 1439696 w 5158787"/>
              <a:gd name="connsiteY23324" fmla="*/ 1930560 h 4489084"/>
              <a:gd name="connsiteX23325" fmla="*/ 1448165 w 5158787"/>
              <a:gd name="connsiteY23325" fmla="*/ 1945307 h 4489084"/>
              <a:gd name="connsiteX23326" fmla="*/ 1448165 w 5158787"/>
              <a:gd name="connsiteY23326" fmla="*/ 1946492 h 4489084"/>
              <a:gd name="connsiteX23327" fmla="*/ 1439637 w 5158787"/>
              <a:gd name="connsiteY23327" fmla="*/ 1961239 h 4489084"/>
              <a:gd name="connsiteX23328" fmla="*/ 1438571 w 5158787"/>
              <a:gd name="connsiteY23328" fmla="*/ 1961831 h 4489084"/>
              <a:gd name="connsiteX23329" fmla="*/ 1421573 w 5158787"/>
              <a:gd name="connsiteY23329" fmla="*/ 1961831 h 4489084"/>
              <a:gd name="connsiteX23330" fmla="*/ 1420507 w 5158787"/>
              <a:gd name="connsiteY23330" fmla="*/ 1961239 h 4489084"/>
              <a:gd name="connsiteX23331" fmla="*/ 1412038 w 5158787"/>
              <a:gd name="connsiteY23331" fmla="*/ 1946492 h 4489084"/>
              <a:gd name="connsiteX23332" fmla="*/ 1412038 w 5158787"/>
              <a:gd name="connsiteY23332" fmla="*/ 1945307 h 4489084"/>
              <a:gd name="connsiteX23333" fmla="*/ 1420566 w 5158787"/>
              <a:gd name="connsiteY23333" fmla="*/ 1930560 h 4489084"/>
              <a:gd name="connsiteX23334" fmla="*/ 1421632 w 5158787"/>
              <a:gd name="connsiteY23334" fmla="*/ 1929968 h 4489084"/>
              <a:gd name="connsiteX23335" fmla="*/ 4194432 w 5158787"/>
              <a:gd name="connsiteY23335" fmla="*/ 1929849 h 4489084"/>
              <a:gd name="connsiteX23336" fmla="*/ 4211548 w 5158787"/>
              <a:gd name="connsiteY23336" fmla="*/ 1929849 h 4489084"/>
              <a:gd name="connsiteX23337" fmla="*/ 4212614 w 5158787"/>
              <a:gd name="connsiteY23337" fmla="*/ 1930441 h 4489084"/>
              <a:gd name="connsiteX23338" fmla="*/ 4221142 w 5158787"/>
              <a:gd name="connsiteY23338" fmla="*/ 1945247 h 4489084"/>
              <a:gd name="connsiteX23339" fmla="*/ 4221142 w 5158787"/>
              <a:gd name="connsiteY23339" fmla="*/ 1946432 h 4489084"/>
              <a:gd name="connsiteX23340" fmla="*/ 4212555 w 5158787"/>
              <a:gd name="connsiteY23340" fmla="*/ 1961238 h 4489084"/>
              <a:gd name="connsiteX23341" fmla="*/ 4211489 w 5158787"/>
              <a:gd name="connsiteY23341" fmla="*/ 1961830 h 4489084"/>
              <a:gd name="connsiteX23342" fmla="*/ 4194373 w 5158787"/>
              <a:gd name="connsiteY23342" fmla="*/ 1961830 h 4489084"/>
              <a:gd name="connsiteX23343" fmla="*/ 4193307 w 5158787"/>
              <a:gd name="connsiteY23343" fmla="*/ 1961238 h 4489084"/>
              <a:gd name="connsiteX23344" fmla="*/ 4184779 w 5158787"/>
              <a:gd name="connsiteY23344" fmla="*/ 1946432 h 4489084"/>
              <a:gd name="connsiteX23345" fmla="*/ 4184779 w 5158787"/>
              <a:gd name="connsiteY23345" fmla="*/ 1945247 h 4489084"/>
              <a:gd name="connsiteX23346" fmla="*/ 4193366 w 5158787"/>
              <a:gd name="connsiteY23346" fmla="*/ 1930441 h 4489084"/>
              <a:gd name="connsiteX23347" fmla="*/ 4194432 w 5158787"/>
              <a:gd name="connsiteY23347" fmla="*/ 1929849 h 4489084"/>
              <a:gd name="connsiteX23348" fmla="*/ 1489207 w 5158787"/>
              <a:gd name="connsiteY23348" fmla="*/ 1929849 h 4489084"/>
              <a:gd name="connsiteX23349" fmla="*/ 1506323 w 5158787"/>
              <a:gd name="connsiteY23349" fmla="*/ 1929849 h 4489084"/>
              <a:gd name="connsiteX23350" fmla="*/ 1507389 w 5158787"/>
              <a:gd name="connsiteY23350" fmla="*/ 1930441 h 4489084"/>
              <a:gd name="connsiteX23351" fmla="*/ 1515918 w 5158787"/>
              <a:gd name="connsiteY23351" fmla="*/ 1945247 h 4489084"/>
              <a:gd name="connsiteX23352" fmla="*/ 1515918 w 5158787"/>
              <a:gd name="connsiteY23352" fmla="*/ 1946432 h 4489084"/>
              <a:gd name="connsiteX23353" fmla="*/ 1507330 w 5158787"/>
              <a:gd name="connsiteY23353" fmla="*/ 1961238 h 4489084"/>
              <a:gd name="connsiteX23354" fmla="*/ 1506264 w 5158787"/>
              <a:gd name="connsiteY23354" fmla="*/ 1961830 h 4489084"/>
              <a:gd name="connsiteX23355" fmla="*/ 1489148 w 5158787"/>
              <a:gd name="connsiteY23355" fmla="*/ 1961830 h 4489084"/>
              <a:gd name="connsiteX23356" fmla="*/ 1488082 w 5158787"/>
              <a:gd name="connsiteY23356" fmla="*/ 1961238 h 4489084"/>
              <a:gd name="connsiteX23357" fmla="*/ 1479554 w 5158787"/>
              <a:gd name="connsiteY23357" fmla="*/ 1946432 h 4489084"/>
              <a:gd name="connsiteX23358" fmla="*/ 1479554 w 5158787"/>
              <a:gd name="connsiteY23358" fmla="*/ 1945247 h 4489084"/>
              <a:gd name="connsiteX23359" fmla="*/ 1488141 w 5158787"/>
              <a:gd name="connsiteY23359" fmla="*/ 1930441 h 4489084"/>
              <a:gd name="connsiteX23360" fmla="*/ 1489207 w 5158787"/>
              <a:gd name="connsiteY23360" fmla="*/ 1929849 h 4489084"/>
              <a:gd name="connsiteX23361" fmla="*/ 4262008 w 5158787"/>
              <a:gd name="connsiteY23361" fmla="*/ 1929790 h 4489084"/>
              <a:gd name="connsiteX23362" fmla="*/ 4279243 w 5158787"/>
              <a:gd name="connsiteY23362" fmla="*/ 1929790 h 4489084"/>
              <a:gd name="connsiteX23363" fmla="*/ 4280309 w 5158787"/>
              <a:gd name="connsiteY23363" fmla="*/ 1930382 h 4489084"/>
              <a:gd name="connsiteX23364" fmla="*/ 4288897 w 5158787"/>
              <a:gd name="connsiteY23364" fmla="*/ 1945307 h 4489084"/>
              <a:gd name="connsiteX23365" fmla="*/ 4288897 w 5158787"/>
              <a:gd name="connsiteY23365" fmla="*/ 1946550 h 4489084"/>
              <a:gd name="connsiteX23366" fmla="*/ 4280250 w 5158787"/>
              <a:gd name="connsiteY23366" fmla="*/ 1961475 h 4489084"/>
              <a:gd name="connsiteX23367" fmla="*/ 4279184 w 5158787"/>
              <a:gd name="connsiteY23367" fmla="*/ 1962068 h 4489084"/>
              <a:gd name="connsiteX23368" fmla="*/ 4261949 w 5158787"/>
              <a:gd name="connsiteY23368" fmla="*/ 1962068 h 4489084"/>
              <a:gd name="connsiteX23369" fmla="*/ 4260883 w 5158787"/>
              <a:gd name="connsiteY23369" fmla="*/ 1961475 h 4489084"/>
              <a:gd name="connsiteX23370" fmla="*/ 4252295 w 5158787"/>
              <a:gd name="connsiteY23370" fmla="*/ 1946550 h 4489084"/>
              <a:gd name="connsiteX23371" fmla="*/ 4252295 w 5158787"/>
              <a:gd name="connsiteY23371" fmla="*/ 1945307 h 4489084"/>
              <a:gd name="connsiteX23372" fmla="*/ 4260943 w 5158787"/>
              <a:gd name="connsiteY23372" fmla="*/ 1930382 h 4489084"/>
              <a:gd name="connsiteX23373" fmla="*/ 4262008 w 5158787"/>
              <a:gd name="connsiteY23373" fmla="*/ 1929790 h 4489084"/>
              <a:gd name="connsiteX23374" fmla="*/ 4667345 w 5158787"/>
              <a:gd name="connsiteY23374" fmla="*/ 1928961 h 4489084"/>
              <a:gd name="connsiteX23375" fmla="*/ 4685467 w 5158787"/>
              <a:gd name="connsiteY23375" fmla="*/ 1928961 h 4489084"/>
              <a:gd name="connsiteX23376" fmla="*/ 4686593 w 5158787"/>
              <a:gd name="connsiteY23376" fmla="*/ 1929612 h 4489084"/>
              <a:gd name="connsiteX23377" fmla="*/ 4695654 w 5158787"/>
              <a:gd name="connsiteY23377" fmla="*/ 1945307 h 4489084"/>
              <a:gd name="connsiteX23378" fmla="*/ 4695654 w 5158787"/>
              <a:gd name="connsiteY23378" fmla="*/ 1946610 h 4489084"/>
              <a:gd name="connsiteX23379" fmla="*/ 4686593 w 5158787"/>
              <a:gd name="connsiteY23379" fmla="*/ 1962305 h 4489084"/>
              <a:gd name="connsiteX23380" fmla="*/ 4685467 w 5158787"/>
              <a:gd name="connsiteY23380" fmla="*/ 1962956 h 4489084"/>
              <a:gd name="connsiteX23381" fmla="*/ 4667345 w 5158787"/>
              <a:gd name="connsiteY23381" fmla="*/ 1962956 h 4489084"/>
              <a:gd name="connsiteX23382" fmla="*/ 4666219 w 5158787"/>
              <a:gd name="connsiteY23382" fmla="*/ 1962305 h 4489084"/>
              <a:gd name="connsiteX23383" fmla="*/ 4657157 w 5158787"/>
              <a:gd name="connsiteY23383" fmla="*/ 1946610 h 4489084"/>
              <a:gd name="connsiteX23384" fmla="*/ 4657157 w 5158787"/>
              <a:gd name="connsiteY23384" fmla="*/ 1945307 h 4489084"/>
              <a:gd name="connsiteX23385" fmla="*/ 4666219 w 5158787"/>
              <a:gd name="connsiteY23385" fmla="*/ 1929612 h 4489084"/>
              <a:gd name="connsiteX23386" fmla="*/ 4667345 w 5158787"/>
              <a:gd name="connsiteY23386" fmla="*/ 1928961 h 4489084"/>
              <a:gd name="connsiteX23387" fmla="*/ 812383 w 5158787"/>
              <a:gd name="connsiteY23387" fmla="*/ 1928961 h 4489084"/>
              <a:gd name="connsiteX23388" fmla="*/ 830506 w 5158787"/>
              <a:gd name="connsiteY23388" fmla="*/ 1928961 h 4489084"/>
              <a:gd name="connsiteX23389" fmla="*/ 831632 w 5158787"/>
              <a:gd name="connsiteY23389" fmla="*/ 1929612 h 4489084"/>
              <a:gd name="connsiteX23390" fmla="*/ 840693 w 5158787"/>
              <a:gd name="connsiteY23390" fmla="*/ 1945307 h 4489084"/>
              <a:gd name="connsiteX23391" fmla="*/ 840693 w 5158787"/>
              <a:gd name="connsiteY23391" fmla="*/ 1946610 h 4489084"/>
              <a:gd name="connsiteX23392" fmla="*/ 831632 w 5158787"/>
              <a:gd name="connsiteY23392" fmla="*/ 1962305 h 4489084"/>
              <a:gd name="connsiteX23393" fmla="*/ 830506 w 5158787"/>
              <a:gd name="connsiteY23393" fmla="*/ 1962956 h 4489084"/>
              <a:gd name="connsiteX23394" fmla="*/ 812383 w 5158787"/>
              <a:gd name="connsiteY23394" fmla="*/ 1962956 h 4489084"/>
              <a:gd name="connsiteX23395" fmla="*/ 811258 w 5158787"/>
              <a:gd name="connsiteY23395" fmla="*/ 1962305 h 4489084"/>
              <a:gd name="connsiteX23396" fmla="*/ 802197 w 5158787"/>
              <a:gd name="connsiteY23396" fmla="*/ 1946610 h 4489084"/>
              <a:gd name="connsiteX23397" fmla="*/ 802197 w 5158787"/>
              <a:gd name="connsiteY23397" fmla="*/ 1945307 h 4489084"/>
              <a:gd name="connsiteX23398" fmla="*/ 811258 w 5158787"/>
              <a:gd name="connsiteY23398" fmla="*/ 1929612 h 4489084"/>
              <a:gd name="connsiteX23399" fmla="*/ 812383 w 5158787"/>
              <a:gd name="connsiteY23399" fmla="*/ 1928961 h 4489084"/>
              <a:gd name="connsiteX23400" fmla="*/ 1623885 w 5158787"/>
              <a:gd name="connsiteY23400" fmla="*/ 1928842 h 4489084"/>
              <a:gd name="connsiteX23401" fmla="*/ 1642127 w 5158787"/>
              <a:gd name="connsiteY23401" fmla="*/ 1928842 h 4489084"/>
              <a:gd name="connsiteX23402" fmla="*/ 1643252 w 5158787"/>
              <a:gd name="connsiteY23402" fmla="*/ 1929494 h 4489084"/>
              <a:gd name="connsiteX23403" fmla="*/ 1652373 w 5158787"/>
              <a:gd name="connsiteY23403" fmla="*/ 1945247 h 4489084"/>
              <a:gd name="connsiteX23404" fmla="*/ 1652373 w 5158787"/>
              <a:gd name="connsiteY23404" fmla="*/ 1946550 h 4489084"/>
              <a:gd name="connsiteX23405" fmla="*/ 1643252 w 5158787"/>
              <a:gd name="connsiteY23405" fmla="*/ 1962304 h 4489084"/>
              <a:gd name="connsiteX23406" fmla="*/ 1642127 w 5158787"/>
              <a:gd name="connsiteY23406" fmla="*/ 1962956 h 4489084"/>
              <a:gd name="connsiteX23407" fmla="*/ 1623885 w 5158787"/>
              <a:gd name="connsiteY23407" fmla="*/ 1962956 h 4489084"/>
              <a:gd name="connsiteX23408" fmla="*/ 1622760 w 5158787"/>
              <a:gd name="connsiteY23408" fmla="*/ 1962304 h 4489084"/>
              <a:gd name="connsiteX23409" fmla="*/ 1613640 w 5158787"/>
              <a:gd name="connsiteY23409" fmla="*/ 1946550 h 4489084"/>
              <a:gd name="connsiteX23410" fmla="*/ 1613640 w 5158787"/>
              <a:gd name="connsiteY23410" fmla="*/ 1945247 h 4489084"/>
              <a:gd name="connsiteX23411" fmla="*/ 1622760 w 5158787"/>
              <a:gd name="connsiteY23411" fmla="*/ 1929494 h 4489084"/>
              <a:gd name="connsiteX23412" fmla="*/ 1623885 w 5158787"/>
              <a:gd name="connsiteY23412" fmla="*/ 1928842 h 4489084"/>
              <a:gd name="connsiteX23413" fmla="*/ 879960 w 5158787"/>
              <a:gd name="connsiteY23413" fmla="*/ 1928724 h 4489084"/>
              <a:gd name="connsiteX23414" fmla="*/ 898260 w 5158787"/>
              <a:gd name="connsiteY23414" fmla="*/ 1928724 h 4489084"/>
              <a:gd name="connsiteX23415" fmla="*/ 899386 w 5158787"/>
              <a:gd name="connsiteY23415" fmla="*/ 1929375 h 4489084"/>
              <a:gd name="connsiteX23416" fmla="*/ 908566 w 5158787"/>
              <a:gd name="connsiteY23416" fmla="*/ 1945248 h 4489084"/>
              <a:gd name="connsiteX23417" fmla="*/ 908566 w 5158787"/>
              <a:gd name="connsiteY23417" fmla="*/ 1946550 h 4489084"/>
              <a:gd name="connsiteX23418" fmla="*/ 899386 w 5158787"/>
              <a:gd name="connsiteY23418" fmla="*/ 1962423 h 4489084"/>
              <a:gd name="connsiteX23419" fmla="*/ 898260 w 5158787"/>
              <a:gd name="connsiteY23419" fmla="*/ 1963074 h 4489084"/>
              <a:gd name="connsiteX23420" fmla="*/ 879960 w 5158787"/>
              <a:gd name="connsiteY23420" fmla="*/ 1963074 h 4489084"/>
              <a:gd name="connsiteX23421" fmla="*/ 878834 w 5158787"/>
              <a:gd name="connsiteY23421" fmla="*/ 1962423 h 4489084"/>
              <a:gd name="connsiteX23422" fmla="*/ 869655 w 5158787"/>
              <a:gd name="connsiteY23422" fmla="*/ 1946550 h 4489084"/>
              <a:gd name="connsiteX23423" fmla="*/ 869655 w 5158787"/>
              <a:gd name="connsiteY23423" fmla="*/ 1945248 h 4489084"/>
              <a:gd name="connsiteX23424" fmla="*/ 878834 w 5158787"/>
              <a:gd name="connsiteY23424" fmla="*/ 1929375 h 4489084"/>
              <a:gd name="connsiteX23425" fmla="*/ 879960 w 5158787"/>
              <a:gd name="connsiteY23425" fmla="*/ 1928724 h 4489084"/>
              <a:gd name="connsiteX23426" fmla="*/ 1082746 w 5158787"/>
              <a:gd name="connsiteY23426" fmla="*/ 1928546 h 4489084"/>
              <a:gd name="connsiteX23427" fmla="*/ 1101284 w 5158787"/>
              <a:gd name="connsiteY23427" fmla="*/ 1928546 h 4489084"/>
              <a:gd name="connsiteX23428" fmla="*/ 1102409 w 5158787"/>
              <a:gd name="connsiteY23428" fmla="*/ 1929197 h 4489084"/>
              <a:gd name="connsiteX23429" fmla="*/ 1111648 w 5158787"/>
              <a:gd name="connsiteY23429" fmla="*/ 1945248 h 4489084"/>
              <a:gd name="connsiteX23430" fmla="*/ 1111648 w 5158787"/>
              <a:gd name="connsiteY23430" fmla="*/ 1946550 h 4489084"/>
              <a:gd name="connsiteX23431" fmla="*/ 1102350 w 5158787"/>
              <a:gd name="connsiteY23431" fmla="*/ 1962600 h 4489084"/>
              <a:gd name="connsiteX23432" fmla="*/ 1101224 w 5158787"/>
              <a:gd name="connsiteY23432" fmla="*/ 1963252 h 4489084"/>
              <a:gd name="connsiteX23433" fmla="*/ 1082687 w 5158787"/>
              <a:gd name="connsiteY23433" fmla="*/ 1963252 h 4489084"/>
              <a:gd name="connsiteX23434" fmla="*/ 1081562 w 5158787"/>
              <a:gd name="connsiteY23434" fmla="*/ 1962600 h 4489084"/>
              <a:gd name="connsiteX23435" fmla="*/ 1072323 w 5158787"/>
              <a:gd name="connsiteY23435" fmla="*/ 1946550 h 4489084"/>
              <a:gd name="connsiteX23436" fmla="*/ 1072323 w 5158787"/>
              <a:gd name="connsiteY23436" fmla="*/ 1945248 h 4489084"/>
              <a:gd name="connsiteX23437" fmla="*/ 1081621 w 5158787"/>
              <a:gd name="connsiteY23437" fmla="*/ 1929197 h 4489084"/>
              <a:gd name="connsiteX23438" fmla="*/ 1082746 w 5158787"/>
              <a:gd name="connsiteY23438" fmla="*/ 1928546 h 4489084"/>
              <a:gd name="connsiteX23439" fmla="*/ 676818 w 5158787"/>
              <a:gd name="connsiteY23439" fmla="*/ 1928309 h 4489084"/>
              <a:gd name="connsiteX23440" fmla="*/ 695592 w 5158787"/>
              <a:gd name="connsiteY23440" fmla="*/ 1928309 h 4489084"/>
              <a:gd name="connsiteX23441" fmla="*/ 696717 w 5158787"/>
              <a:gd name="connsiteY23441" fmla="*/ 1928960 h 4489084"/>
              <a:gd name="connsiteX23442" fmla="*/ 706075 w 5158787"/>
              <a:gd name="connsiteY23442" fmla="*/ 1945188 h 4489084"/>
              <a:gd name="connsiteX23443" fmla="*/ 706075 w 5158787"/>
              <a:gd name="connsiteY23443" fmla="*/ 1946491 h 4489084"/>
              <a:gd name="connsiteX23444" fmla="*/ 696658 w 5158787"/>
              <a:gd name="connsiteY23444" fmla="*/ 1962719 h 4489084"/>
              <a:gd name="connsiteX23445" fmla="*/ 695533 w 5158787"/>
              <a:gd name="connsiteY23445" fmla="*/ 1963370 h 4489084"/>
              <a:gd name="connsiteX23446" fmla="*/ 676759 w 5158787"/>
              <a:gd name="connsiteY23446" fmla="*/ 1963370 h 4489084"/>
              <a:gd name="connsiteX23447" fmla="*/ 675633 w 5158787"/>
              <a:gd name="connsiteY23447" fmla="*/ 1962719 h 4489084"/>
              <a:gd name="connsiteX23448" fmla="*/ 666276 w 5158787"/>
              <a:gd name="connsiteY23448" fmla="*/ 1946491 h 4489084"/>
              <a:gd name="connsiteX23449" fmla="*/ 666276 w 5158787"/>
              <a:gd name="connsiteY23449" fmla="*/ 1945188 h 4489084"/>
              <a:gd name="connsiteX23450" fmla="*/ 675693 w 5158787"/>
              <a:gd name="connsiteY23450" fmla="*/ 1928960 h 4489084"/>
              <a:gd name="connsiteX23451" fmla="*/ 676818 w 5158787"/>
              <a:gd name="connsiteY23451" fmla="*/ 1928309 h 4489084"/>
              <a:gd name="connsiteX23452" fmla="*/ 1014934 w 5158787"/>
              <a:gd name="connsiteY23452" fmla="*/ 1928250 h 4489084"/>
              <a:gd name="connsiteX23453" fmla="*/ 1033827 w 5158787"/>
              <a:gd name="connsiteY23453" fmla="*/ 1928250 h 4489084"/>
              <a:gd name="connsiteX23454" fmla="*/ 1034952 w 5158787"/>
              <a:gd name="connsiteY23454" fmla="*/ 1928901 h 4489084"/>
              <a:gd name="connsiteX23455" fmla="*/ 1044369 w 5158787"/>
              <a:gd name="connsiteY23455" fmla="*/ 1945248 h 4489084"/>
              <a:gd name="connsiteX23456" fmla="*/ 1044369 w 5158787"/>
              <a:gd name="connsiteY23456" fmla="*/ 1946610 h 4489084"/>
              <a:gd name="connsiteX23457" fmla="*/ 1034952 w 5158787"/>
              <a:gd name="connsiteY23457" fmla="*/ 1962956 h 4489084"/>
              <a:gd name="connsiteX23458" fmla="*/ 1033827 w 5158787"/>
              <a:gd name="connsiteY23458" fmla="*/ 1963607 h 4489084"/>
              <a:gd name="connsiteX23459" fmla="*/ 1014934 w 5158787"/>
              <a:gd name="connsiteY23459" fmla="*/ 1963607 h 4489084"/>
              <a:gd name="connsiteX23460" fmla="*/ 1013809 w 5158787"/>
              <a:gd name="connsiteY23460" fmla="*/ 1962956 h 4489084"/>
              <a:gd name="connsiteX23461" fmla="*/ 1004392 w 5158787"/>
              <a:gd name="connsiteY23461" fmla="*/ 1946610 h 4489084"/>
              <a:gd name="connsiteX23462" fmla="*/ 1004392 w 5158787"/>
              <a:gd name="connsiteY23462" fmla="*/ 1945248 h 4489084"/>
              <a:gd name="connsiteX23463" fmla="*/ 1013809 w 5158787"/>
              <a:gd name="connsiteY23463" fmla="*/ 1928901 h 4489084"/>
              <a:gd name="connsiteX23464" fmla="*/ 1014934 w 5158787"/>
              <a:gd name="connsiteY23464" fmla="*/ 1928250 h 4489084"/>
              <a:gd name="connsiteX23465" fmla="*/ 1691165 w 5158787"/>
              <a:gd name="connsiteY23465" fmla="*/ 1928132 h 4489084"/>
              <a:gd name="connsiteX23466" fmla="*/ 1710176 w 5158787"/>
              <a:gd name="connsiteY23466" fmla="*/ 1928132 h 4489084"/>
              <a:gd name="connsiteX23467" fmla="*/ 1711361 w 5158787"/>
              <a:gd name="connsiteY23467" fmla="*/ 1928783 h 4489084"/>
              <a:gd name="connsiteX23468" fmla="*/ 1720837 w 5158787"/>
              <a:gd name="connsiteY23468" fmla="*/ 1945248 h 4489084"/>
              <a:gd name="connsiteX23469" fmla="*/ 1720837 w 5158787"/>
              <a:gd name="connsiteY23469" fmla="*/ 1946610 h 4489084"/>
              <a:gd name="connsiteX23470" fmla="*/ 1711361 w 5158787"/>
              <a:gd name="connsiteY23470" fmla="*/ 1963075 h 4489084"/>
              <a:gd name="connsiteX23471" fmla="*/ 1710176 w 5158787"/>
              <a:gd name="connsiteY23471" fmla="*/ 1963726 h 4489084"/>
              <a:gd name="connsiteX23472" fmla="*/ 1691165 w 5158787"/>
              <a:gd name="connsiteY23472" fmla="*/ 1963726 h 4489084"/>
              <a:gd name="connsiteX23473" fmla="*/ 1689981 w 5158787"/>
              <a:gd name="connsiteY23473" fmla="*/ 1963075 h 4489084"/>
              <a:gd name="connsiteX23474" fmla="*/ 1680505 w 5158787"/>
              <a:gd name="connsiteY23474" fmla="*/ 1946610 h 4489084"/>
              <a:gd name="connsiteX23475" fmla="*/ 1680505 w 5158787"/>
              <a:gd name="connsiteY23475" fmla="*/ 1945248 h 4489084"/>
              <a:gd name="connsiteX23476" fmla="*/ 1689981 w 5158787"/>
              <a:gd name="connsiteY23476" fmla="*/ 1928783 h 4489084"/>
              <a:gd name="connsiteX23477" fmla="*/ 1691165 w 5158787"/>
              <a:gd name="connsiteY23477" fmla="*/ 1928132 h 4489084"/>
              <a:gd name="connsiteX23478" fmla="*/ 947121 w 5158787"/>
              <a:gd name="connsiteY23478" fmla="*/ 1927895 h 4489084"/>
              <a:gd name="connsiteX23479" fmla="*/ 966309 w 5158787"/>
              <a:gd name="connsiteY23479" fmla="*/ 1927895 h 4489084"/>
              <a:gd name="connsiteX23480" fmla="*/ 967494 w 5158787"/>
              <a:gd name="connsiteY23480" fmla="*/ 1928546 h 4489084"/>
              <a:gd name="connsiteX23481" fmla="*/ 977088 w 5158787"/>
              <a:gd name="connsiteY23481" fmla="*/ 1945189 h 4489084"/>
              <a:gd name="connsiteX23482" fmla="*/ 977088 w 5158787"/>
              <a:gd name="connsiteY23482" fmla="*/ 1946551 h 4489084"/>
              <a:gd name="connsiteX23483" fmla="*/ 967494 w 5158787"/>
              <a:gd name="connsiteY23483" fmla="*/ 1963193 h 4489084"/>
              <a:gd name="connsiteX23484" fmla="*/ 966309 w 5158787"/>
              <a:gd name="connsiteY23484" fmla="*/ 1963845 h 4489084"/>
              <a:gd name="connsiteX23485" fmla="*/ 947121 w 5158787"/>
              <a:gd name="connsiteY23485" fmla="*/ 1963845 h 4489084"/>
              <a:gd name="connsiteX23486" fmla="*/ 945936 w 5158787"/>
              <a:gd name="connsiteY23486" fmla="*/ 1963193 h 4489084"/>
              <a:gd name="connsiteX23487" fmla="*/ 936342 w 5158787"/>
              <a:gd name="connsiteY23487" fmla="*/ 1946551 h 4489084"/>
              <a:gd name="connsiteX23488" fmla="*/ 936342 w 5158787"/>
              <a:gd name="connsiteY23488" fmla="*/ 1945189 h 4489084"/>
              <a:gd name="connsiteX23489" fmla="*/ 945936 w 5158787"/>
              <a:gd name="connsiteY23489" fmla="*/ 1928546 h 4489084"/>
              <a:gd name="connsiteX23490" fmla="*/ 947121 w 5158787"/>
              <a:gd name="connsiteY23490" fmla="*/ 1927895 h 4489084"/>
              <a:gd name="connsiteX23491" fmla="*/ 4733676 w 5158787"/>
              <a:gd name="connsiteY23491" fmla="*/ 1926592 h 4489084"/>
              <a:gd name="connsiteX23492" fmla="*/ 4754346 w 5158787"/>
              <a:gd name="connsiteY23492" fmla="*/ 1926592 h 4489084"/>
              <a:gd name="connsiteX23493" fmla="*/ 4755589 w 5158787"/>
              <a:gd name="connsiteY23493" fmla="*/ 1927303 h 4489084"/>
              <a:gd name="connsiteX23494" fmla="*/ 4765895 w 5158787"/>
              <a:gd name="connsiteY23494" fmla="*/ 1945189 h 4489084"/>
              <a:gd name="connsiteX23495" fmla="*/ 4765895 w 5158787"/>
              <a:gd name="connsiteY23495" fmla="*/ 1946669 h 4489084"/>
              <a:gd name="connsiteX23496" fmla="*/ 4755589 w 5158787"/>
              <a:gd name="connsiteY23496" fmla="*/ 1964555 h 4489084"/>
              <a:gd name="connsiteX23497" fmla="*/ 4754346 w 5158787"/>
              <a:gd name="connsiteY23497" fmla="*/ 1965266 h 4489084"/>
              <a:gd name="connsiteX23498" fmla="*/ 4733676 w 5158787"/>
              <a:gd name="connsiteY23498" fmla="*/ 1965266 h 4489084"/>
              <a:gd name="connsiteX23499" fmla="*/ 4732433 w 5158787"/>
              <a:gd name="connsiteY23499" fmla="*/ 1964555 h 4489084"/>
              <a:gd name="connsiteX23500" fmla="*/ 4722128 w 5158787"/>
              <a:gd name="connsiteY23500" fmla="*/ 1946669 h 4489084"/>
              <a:gd name="connsiteX23501" fmla="*/ 4722128 w 5158787"/>
              <a:gd name="connsiteY23501" fmla="*/ 1945189 h 4489084"/>
              <a:gd name="connsiteX23502" fmla="*/ 4732433 w 5158787"/>
              <a:gd name="connsiteY23502" fmla="*/ 1927303 h 4489084"/>
              <a:gd name="connsiteX23503" fmla="*/ 4733676 w 5158787"/>
              <a:gd name="connsiteY23503" fmla="*/ 1926592 h 4489084"/>
              <a:gd name="connsiteX23504" fmla="*/ 743505 w 5158787"/>
              <a:gd name="connsiteY23504" fmla="*/ 1926473 h 4489084"/>
              <a:gd name="connsiteX23505" fmla="*/ 764234 w 5158787"/>
              <a:gd name="connsiteY23505" fmla="*/ 1926473 h 4489084"/>
              <a:gd name="connsiteX23506" fmla="*/ 765478 w 5158787"/>
              <a:gd name="connsiteY23506" fmla="*/ 1927184 h 4489084"/>
              <a:gd name="connsiteX23507" fmla="*/ 775842 w 5158787"/>
              <a:gd name="connsiteY23507" fmla="*/ 1945188 h 4489084"/>
              <a:gd name="connsiteX23508" fmla="*/ 775842 w 5158787"/>
              <a:gd name="connsiteY23508" fmla="*/ 1946669 h 4489084"/>
              <a:gd name="connsiteX23509" fmla="*/ 765478 w 5158787"/>
              <a:gd name="connsiteY23509" fmla="*/ 1964673 h 4489084"/>
              <a:gd name="connsiteX23510" fmla="*/ 764234 w 5158787"/>
              <a:gd name="connsiteY23510" fmla="*/ 1965384 h 4489084"/>
              <a:gd name="connsiteX23511" fmla="*/ 743505 w 5158787"/>
              <a:gd name="connsiteY23511" fmla="*/ 1965384 h 4489084"/>
              <a:gd name="connsiteX23512" fmla="*/ 742261 w 5158787"/>
              <a:gd name="connsiteY23512" fmla="*/ 1964673 h 4489084"/>
              <a:gd name="connsiteX23513" fmla="*/ 731897 w 5158787"/>
              <a:gd name="connsiteY23513" fmla="*/ 1946669 h 4489084"/>
              <a:gd name="connsiteX23514" fmla="*/ 731897 w 5158787"/>
              <a:gd name="connsiteY23514" fmla="*/ 1945188 h 4489084"/>
              <a:gd name="connsiteX23515" fmla="*/ 742261 w 5158787"/>
              <a:gd name="connsiteY23515" fmla="*/ 1927184 h 4489084"/>
              <a:gd name="connsiteX23516" fmla="*/ 743505 w 5158787"/>
              <a:gd name="connsiteY23516" fmla="*/ 1926473 h 4489084"/>
              <a:gd name="connsiteX23517" fmla="*/ 3312690 w 5158787"/>
              <a:gd name="connsiteY23517" fmla="*/ 1925111 h 4489084"/>
              <a:gd name="connsiteX23518" fmla="*/ 3334899 w 5158787"/>
              <a:gd name="connsiteY23518" fmla="*/ 1925111 h 4489084"/>
              <a:gd name="connsiteX23519" fmla="*/ 3336261 w 5158787"/>
              <a:gd name="connsiteY23519" fmla="*/ 1925881 h 4489084"/>
              <a:gd name="connsiteX23520" fmla="*/ 3347336 w 5158787"/>
              <a:gd name="connsiteY23520" fmla="*/ 1945129 h 4489084"/>
              <a:gd name="connsiteX23521" fmla="*/ 3347336 w 5158787"/>
              <a:gd name="connsiteY23521" fmla="*/ 1946669 h 4489084"/>
              <a:gd name="connsiteX23522" fmla="*/ 3336261 w 5158787"/>
              <a:gd name="connsiteY23522" fmla="*/ 1965917 h 4489084"/>
              <a:gd name="connsiteX23523" fmla="*/ 3334899 w 5158787"/>
              <a:gd name="connsiteY23523" fmla="*/ 1966687 h 4489084"/>
              <a:gd name="connsiteX23524" fmla="*/ 3312690 w 5158787"/>
              <a:gd name="connsiteY23524" fmla="*/ 1966687 h 4489084"/>
              <a:gd name="connsiteX23525" fmla="*/ 3311327 w 5158787"/>
              <a:gd name="connsiteY23525" fmla="*/ 1965917 h 4489084"/>
              <a:gd name="connsiteX23526" fmla="*/ 3300252 w 5158787"/>
              <a:gd name="connsiteY23526" fmla="*/ 1946669 h 4489084"/>
              <a:gd name="connsiteX23527" fmla="*/ 3300252 w 5158787"/>
              <a:gd name="connsiteY23527" fmla="*/ 1945129 h 4489084"/>
              <a:gd name="connsiteX23528" fmla="*/ 3311327 w 5158787"/>
              <a:gd name="connsiteY23528" fmla="*/ 1925881 h 4489084"/>
              <a:gd name="connsiteX23529" fmla="*/ 3312690 w 5158787"/>
              <a:gd name="connsiteY23529" fmla="*/ 1925111 h 4489084"/>
              <a:gd name="connsiteX23530" fmla="*/ 2095258 w 5158787"/>
              <a:gd name="connsiteY23530" fmla="*/ 1924934 h 4489084"/>
              <a:gd name="connsiteX23531" fmla="*/ 2117645 w 5158787"/>
              <a:gd name="connsiteY23531" fmla="*/ 1924934 h 4489084"/>
              <a:gd name="connsiteX23532" fmla="*/ 2119007 w 5158787"/>
              <a:gd name="connsiteY23532" fmla="*/ 1925704 h 4489084"/>
              <a:gd name="connsiteX23533" fmla="*/ 2130201 w 5158787"/>
              <a:gd name="connsiteY23533" fmla="*/ 1945130 h 4489084"/>
              <a:gd name="connsiteX23534" fmla="*/ 2130201 w 5158787"/>
              <a:gd name="connsiteY23534" fmla="*/ 1946729 h 4489084"/>
              <a:gd name="connsiteX23535" fmla="*/ 2119007 w 5158787"/>
              <a:gd name="connsiteY23535" fmla="*/ 1966155 h 4489084"/>
              <a:gd name="connsiteX23536" fmla="*/ 2117645 w 5158787"/>
              <a:gd name="connsiteY23536" fmla="*/ 1966924 h 4489084"/>
              <a:gd name="connsiteX23537" fmla="*/ 2095258 w 5158787"/>
              <a:gd name="connsiteY23537" fmla="*/ 1966924 h 4489084"/>
              <a:gd name="connsiteX23538" fmla="*/ 2093896 w 5158787"/>
              <a:gd name="connsiteY23538" fmla="*/ 1966155 h 4489084"/>
              <a:gd name="connsiteX23539" fmla="*/ 2082702 w 5158787"/>
              <a:gd name="connsiteY23539" fmla="*/ 1946729 h 4489084"/>
              <a:gd name="connsiteX23540" fmla="*/ 2082702 w 5158787"/>
              <a:gd name="connsiteY23540" fmla="*/ 1945130 h 4489084"/>
              <a:gd name="connsiteX23541" fmla="*/ 2093896 w 5158787"/>
              <a:gd name="connsiteY23541" fmla="*/ 1925704 h 4489084"/>
              <a:gd name="connsiteX23542" fmla="*/ 2095258 w 5158787"/>
              <a:gd name="connsiteY23542" fmla="*/ 1924934 h 4489084"/>
              <a:gd name="connsiteX23543" fmla="*/ 4868058 w 5158787"/>
              <a:gd name="connsiteY23543" fmla="*/ 1924815 h 4489084"/>
              <a:gd name="connsiteX23544" fmla="*/ 4890563 w 5158787"/>
              <a:gd name="connsiteY23544" fmla="*/ 1924815 h 4489084"/>
              <a:gd name="connsiteX23545" fmla="*/ 4891925 w 5158787"/>
              <a:gd name="connsiteY23545" fmla="*/ 1925585 h 4489084"/>
              <a:gd name="connsiteX23546" fmla="*/ 4903178 w 5158787"/>
              <a:gd name="connsiteY23546" fmla="*/ 1945070 h 4489084"/>
              <a:gd name="connsiteX23547" fmla="*/ 4903178 w 5158787"/>
              <a:gd name="connsiteY23547" fmla="*/ 1946669 h 4489084"/>
              <a:gd name="connsiteX23548" fmla="*/ 4891925 w 5158787"/>
              <a:gd name="connsiteY23548" fmla="*/ 1966154 h 4489084"/>
              <a:gd name="connsiteX23549" fmla="*/ 4890563 w 5158787"/>
              <a:gd name="connsiteY23549" fmla="*/ 1966924 h 4489084"/>
              <a:gd name="connsiteX23550" fmla="*/ 4868058 w 5158787"/>
              <a:gd name="connsiteY23550" fmla="*/ 1966924 h 4489084"/>
              <a:gd name="connsiteX23551" fmla="*/ 4866695 w 5158787"/>
              <a:gd name="connsiteY23551" fmla="*/ 1966154 h 4489084"/>
              <a:gd name="connsiteX23552" fmla="*/ 4855443 w 5158787"/>
              <a:gd name="connsiteY23552" fmla="*/ 1946669 h 4489084"/>
              <a:gd name="connsiteX23553" fmla="*/ 4855443 w 5158787"/>
              <a:gd name="connsiteY23553" fmla="*/ 1945070 h 4489084"/>
              <a:gd name="connsiteX23554" fmla="*/ 4866695 w 5158787"/>
              <a:gd name="connsiteY23554" fmla="*/ 1925585 h 4489084"/>
              <a:gd name="connsiteX23555" fmla="*/ 4868058 w 5158787"/>
              <a:gd name="connsiteY23555" fmla="*/ 1924815 h 4489084"/>
              <a:gd name="connsiteX23556" fmla="*/ 4800423 w 5158787"/>
              <a:gd name="connsiteY23556" fmla="*/ 1924815 h 4489084"/>
              <a:gd name="connsiteX23557" fmla="*/ 4822929 w 5158787"/>
              <a:gd name="connsiteY23557" fmla="*/ 1924815 h 4489084"/>
              <a:gd name="connsiteX23558" fmla="*/ 4824291 w 5158787"/>
              <a:gd name="connsiteY23558" fmla="*/ 1925585 h 4489084"/>
              <a:gd name="connsiteX23559" fmla="*/ 4835543 w 5158787"/>
              <a:gd name="connsiteY23559" fmla="*/ 1945070 h 4489084"/>
              <a:gd name="connsiteX23560" fmla="*/ 4835543 w 5158787"/>
              <a:gd name="connsiteY23560" fmla="*/ 1946669 h 4489084"/>
              <a:gd name="connsiteX23561" fmla="*/ 4824291 w 5158787"/>
              <a:gd name="connsiteY23561" fmla="*/ 1966154 h 4489084"/>
              <a:gd name="connsiteX23562" fmla="*/ 4822929 w 5158787"/>
              <a:gd name="connsiteY23562" fmla="*/ 1966924 h 4489084"/>
              <a:gd name="connsiteX23563" fmla="*/ 4800423 w 5158787"/>
              <a:gd name="connsiteY23563" fmla="*/ 1966924 h 4489084"/>
              <a:gd name="connsiteX23564" fmla="*/ 4799061 w 5158787"/>
              <a:gd name="connsiteY23564" fmla="*/ 1966154 h 4489084"/>
              <a:gd name="connsiteX23565" fmla="*/ 4787808 w 5158787"/>
              <a:gd name="connsiteY23565" fmla="*/ 1946669 h 4489084"/>
              <a:gd name="connsiteX23566" fmla="*/ 4787808 w 5158787"/>
              <a:gd name="connsiteY23566" fmla="*/ 1945070 h 4489084"/>
              <a:gd name="connsiteX23567" fmla="*/ 4799061 w 5158787"/>
              <a:gd name="connsiteY23567" fmla="*/ 1925585 h 4489084"/>
              <a:gd name="connsiteX23568" fmla="*/ 4800423 w 5158787"/>
              <a:gd name="connsiteY23568" fmla="*/ 1924815 h 4489084"/>
              <a:gd name="connsiteX23569" fmla="*/ 3244876 w 5158787"/>
              <a:gd name="connsiteY23569" fmla="*/ 1924697 h 4489084"/>
              <a:gd name="connsiteX23570" fmla="*/ 3267500 w 5158787"/>
              <a:gd name="connsiteY23570" fmla="*/ 1924697 h 4489084"/>
              <a:gd name="connsiteX23571" fmla="*/ 3268862 w 5158787"/>
              <a:gd name="connsiteY23571" fmla="*/ 1925526 h 4489084"/>
              <a:gd name="connsiteX23572" fmla="*/ 3280174 w 5158787"/>
              <a:gd name="connsiteY23572" fmla="*/ 1945129 h 4489084"/>
              <a:gd name="connsiteX23573" fmla="*/ 3280174 w 5158787"/>
              <a:gd name="connsiteY23573" fmla="*/ 1946729 h 4489084"/>
              <a:gd name="connsiteX23574" fmla="*/ 3268862 w 5158787"/>
              <a:gd name="connsiteY23574" fmla="*/ 1966332 h 4489084"/>
              <a:gd name="connsiteX23575" fmla="*/ 3267500 w 5158787"/>
              <a:gd name="connsiteY23575" fmla="*/ 1967161 h 4489084"/>
              <a:gd name="connsiteX23576" fmla="*/ 3244876 w 5158787"/>
              <a:gd name="connsiteY23576" fmla="*/ 1967161 h 4489084"/>
              <a:gd name="connsiteX23577" fmla="*/ 3243514 w 5158787"/>
              <a:gd name="connsiteY23577" fmla="*/ 1966332 h 4489084"/>
              <a:gd name="connsiteX23578" fmla="*/ 3232202 w 5158787"/>
              <a:gd name="connsiteY23578" fmla="*/ 1946729 h 4489084"/>
              <a:gd name="connsiteX23579" fmla="*/ 3232202 w 5158787"/>
              <a:gd name="connsiteY23579" fmla="*/ 1945129 h 4489084"/>
              <a:gd name="connsiteX23580" fmla="*/ 3243514 w 5158787"/>
              <a:gd name="connsiteY23580" fmla="*/ 1925526 h 4489084"/>
              <a:gd name="connsiteX23581" fmla="*/ 3244876 w 5158787"/>
              <a:gd name="connsiteY23581" fmla="*/ 1924697 h 4489084"/>
              <a:gd name="connsiteX23582" fmla="*/ 3582933 w 5158787"/>
              <a:gd name="connsiteY23582" fmla="*/ 1924578 h 4489084"/>
              <a:gd name="connsiteX23583" fmla="*/ 3605676 w 5158787"/>
              <a:gd name="connsiteY23583" fmla="*/ 1924578 h 4489084"/>
              <a:gd name="connsiteX23584" fmla="*/ 3607038 w 5158787"/>
              <a:gd name="connsiteY23584" fmla="*/ 1925407 h 4489084"/>
              <a:gd name="connsiteX23585" fmla="*/ 3618410 w 5158787"/>
              <a:gd name="connsiteY23585" fmla="*/ 1945129 h 4489084"/>
              <a:gd name="connsiteX23586" fmla="*/ 3618410 w 5158787"/>
              <a:gd name="connsiteY23586" fmla="*/ 1946728 h 4489084"/>
              <a:gd name="connsiteX23587" fmla="*/ 3607038 w 5158787"/>
              <a:gd name="connsiteY23587" fmla="*/ 1966450 h 4489084"/>
              <a:gd name="connsiteX23588" fmla="*/ 3605676 w 5158787"/>
              <a:gd name="connsiteY23588" fmla="*/ 1967279 h 4489084"/>
              <a:gd name="connsiteX23589" fmla="*/ 3582933 w 5158787"/>
              <a:gd name="connsiteY23589" fmla="*/ 1967279 h 4489084"/>
              <a:gd name="connsiteX23590" fmla="*/ 3581571 w 5158787"/>
              <a:gd name="connsiteY23590" fmla="*/ 1966450 h 4489084"/>
              <a:gd name="connsiteX23591" fmla="*/ 3570200 w 5158787"/>
              <a:gd name="connsiteY23591" fmla="*/ 1946728 h 4489084"/>
              <a:gd name="connsiteX23592" fmla="*/ 3570200 w 5158787"/>
              <a:gd name="connsiteY23592" fmla="*/ 1945129 h 4489084"/>
              <a:gd name="connsiteX23593" fmla="*/ 3581571 w 5158787"/>
              <a:gd name="connsiteY23593" fmla="*/ 1925407 h 4489084"/>
              <a:gd name="connsiteX23594" fmla="*/ 3582933 w 5158787"/>
              <a:gd name="connsiteY23594" fmla="*/ 1924578 h 4489084"/>
              <a:gd name="connsiteX23595" fmla="*/ 3177004 w 5158787"/>
              <a:gd name="connsiteY23595" fmla="*/ 1924282 h 4489084"/>
              <a:gd name="connsiteX23596" fmla="*/ 3200102 w 5158787"/>
              <a:gd name="connsiteY23596" fmla="*/ 1924282 h 4489084"/>
              <a:gd name="connsiteX23597" fmla="*/ 3201524 w 5158787"/>
              <a:gd name="connsiteY23597" fmla="*/ 1925111 h 4489084"/>
              <a:gd name="connsiteX23598" fmla="*/ 3213072 w 5158787"/>
              <a:gd name="connsiteY23598" fmla="*/ 1945070 h 4489084"/>
              <a:gd name="connsiteX23599" fmla="*/ 3213072 w 5158787"/>
              <a:gd name="connsiteY23599" fmla="*/ 1946728 h 4489084"/>
              <a:gd name="connsiteX23600" fmla="*/ 3201524 w 5158787"/>
              <a:gd name="connsiteY23600" fmla="*/ 1966687 h 4489084"/>
              <a:gd name="connsiteX23601" fmla="*/ 3200102 w 5158787"/>
              <a:gd name="connsiteY23601" fmla="*/ 1967516 h 4489084"/>
              <a:gd name="connsiteX23602" fmla="*/ 3177004 w 5158787"/>
              <a:gd name="connsiteY23602" fmla="*/ 1967516 h 4489084"/>
              <a:gd name="connsiteX23603" fmla="*/ 3175583 w 5158787"/>
              <a:gd name="connsiteY23603" fmla="*/ 1966687 h 4489084"/>
              <a:gd name="connsiteX23604" fmla="*/ 3164034 w 5158787"/>
              <a:gd name="connsiteY23604" fmla="*/ 1946728 h 4489084"/>
              <a:gd name="connsiteX23605" fmla="*/ 3164034 w 5158787"/>
              <a:gd name="connsiteY23605" fmla="*/ 1945070 h 4489084"/>
              <a:gd name="connsiteX23606" fmla="*/ 3175583 w 5158787"/>
              <a:gd name="connsiteY23606" fmla="*/ 1925111 h 4489084"/>
              <a:gd name="connsiteX23607" fmla="*/ 3177004 w 5158787"/>
              <a:gd name="connsiteY23607" fmla="*/ 1924282 h 4489084"/>
              <a:gd name="connsiteX23608" fmla="*/ 3379791 w 5158787"/>
              <a:gd name="connsiteY23608" fmla="*/ 1924104 h 4489084"/>
              <a:gd name="connsiteX23609" fmla="*/ 3403066 w 5158787"/>
              <a:gd name="connsiteY23609" fmla="*/ 1924104 h 4489084"/>
              <a:gd name="connsiteX23610" fmla="*/ 3404488 w 5158787"/>
              <a:gd name="connsiteY23610" fmla="*/ 1924933 h 4489084"/>
              <a:gd name="connsiteX23611" fmla="*/ 3416096 w 5158787"/>
              <a:gd name="connsiteY23611" fmla="*/ 1945129 h 4489084"/>
              <a:gd name="connsiteX23612" fmla="*/ 3416096 w 5158787"/>
              <a:gd name="connsiteY23612" fmla="*/ 1946787 h 4489084"/>
              <a:gd name="connsiteX23613" fmla="*/ 3404429 w 5158787"/>
              <a:gd name="connsiteY23613" fmla="*/ 1966983 h 4489084"/>
              <a:gd name="connsiteX23614" fmla="*/ 3403007 w 5158787"/>
              <a:gd name="connsiteY23614" fmla="*/ 1967812 h 4489084"/>
              <a:gd name="connsiteX23615" fmla="*/ 3379732 w 5158787"/>
              <a:gd name="connsiteY23615" fmla="*/ 1967812 h 4489084"/>
              <a:gd name="connsiteX23616" fmla="*/ 3378310 w 5158787"/>
              <a:gd name="connsiteY23616" fmla="*/ 1966983 h 4489084"/>
              <a:gd name="connsiteX23617" fmla="*/ 3366702 w 5158787"/>
              <a:gd name="connsiteY23617" fmla="*/ 1946787 h 4489084"/>
              <a:gd name="connsiteX23618" fmla="*/ 3366702 w 5158787"/>
              <a:gd name="connsiteY23618" fmla="*/ 1945129 h 4489084"/>
              <a:gd name="connsiteX23619" fmla="*/ 3378369 w 5158787"/>
              <a:gd name="connsiteY23619" fmla="*/ 1924933 h 4489084"/>
              <a:gd name="connsiteX23620" fmla="*/ 3379791 w 5158787"/>
              <a:gd name="connsiteY23620" fmla="*/ 1924104 h 4489084"/>
              <a:gd name="connsiteX23621" fmla="*/ 3109132 w 5158787"/>
              <a:gd name="connsiteY23621" fmla="*/ 1923868 h 4489084"/>
              <a:gd name="connsiteX23622" fmla="*/ 3132645 w 5158787"/>
              <a:gd name="connsiteY23622" fmla="*/ 1923868 h 4489084"/>
              <a:gd name="connsiteX23623" fmla="*/ 3134066 w 5158787"/>
              <a:gd name="connsiteY23623" fmla="*/ 1924697 h 4489084"/>
              <a:gd name="connsiteX23624" fmla="*/ 3145793 w 5158787"/>
              <a:gd name="connsiteY23624" fmla="*/ 1945070 h 4489084"/>
              <a:gd name="connsiteX23625" fmla="*/ 3145793 w 5158787"/>
              <a:gd name="connsiteY23625" fmla="*/ 1946729 h 4489084"/>
              <a:gd name="connsiteX23626" fmla="*/ 3134007 w 5158787"/>
              <a:gd name="connsiteY23626" fmla="*/ 1967102 h 4489084"/>
              <a:gd name="connsiteX23627" fmla="*/ 3132586 w 5158787"/>
              <a:gd name="connsiteY23627" fmla="*/ 1967931 h 4489084"/>
              <a:gd name="connsiteX23628" fmla="*/ 3109073 w 5158787"/>
              <a:gd name="connsiteY23628" fmla="*/ 1967931 h 4489084"/>
              <a:gd name="connsiteX23629" fmla="*/ 3107652 w 5158787"/>
              <a:gd name="connsiteY23629" fmla="*/ 1967102 h 4489084"/>
              <a:gd name="connsiteX23630" fmla="*/ 3095925 w 5158787"/>
              <a:gd name="connsiteY23630" fmla="*/ 1946729 h 4489084"/>
              <a:gd name="connsiteX23631" fmla="*/ 3095925 w 5158787"/>
              <a:gd name="connsiteY23631" fmla="*/ 1945070 h 4489084"/>
              <a:gd name="connsiteX23632" fmla="*/ 3107711 w 5158787"/>
              <a:gd name="connsiteY23632" fmla="*/ 1924697 h 4489084"/>
              <a:gd name="connsiteX23633" fmla="*/ 3109132 w 5158787"/>
              <a:gd name="connsiteY23633" fmla="*/ 1923868 h 4489084"/>
              <a:gd name="connsiteX23634" fmla="*/ 1756432 w 5158787"/>
              <a:gd name="connsiteY23634" fmla="*/ 1923690 h 4489084"/>
              <a:gd name="connsiteX23635" fmla="*/ 1780181 w 5158787"/>
              <a:gd name="connsiteY23635" fmla="*/ 1923690 h 4489084"/>
              <a:gd name="connsiteX23636" fmla="*/ 1781602 w 5158787"/>
              <a:gd name="connsiteY23636" fmla="*/ 1924519 h 4489084"/>
              <a:gd name="connsiteX23637" fmla="*/ 1793447 w 5158787"/>
              <a:gd name="connsiteY23637" fmla="*/ 1945070 h 4489084"/>
              <a:gd name="connsiteX23638" fmla="*/ 1793447 w 5158787"/>
              <a:gd name="connsiteY23638" fmla="*/ 1946729 h 4489084"/>
              <a:gd name="connsiteX23639" fmla="*/ 1781543 w 5158787"/>
              <a:gd name="connsiteY23639" fmla="*/ 1967280 h 4489084"/>
              <a:gd name="connsiteX23640" fmla="*/ 1780122 w 5158787"/>
              <a:gd name="connsiteY23640" fmla="*/ 1968109 h 4489084"/>
              <a:gd name="connsiteX23641" fmla="*/ 1756373 w 5158787"/>
              <a:gd name="connsiteY23641" fmla="*/ 1968109 h 4489084"/>
              <a:gd name="connsiteX23642" fmla="*/ 1754951 w 5158787"/>
              <a:gd name="connsiteY23642" fmla="*/ 1967280 h 4489084"/>
              <a:gd name="connsiteX23643" fmla="*/ 1743106 w 5158787"/>
              <a:gd name="connsiteY23643" fmla="*/ 1946729 h 4489084"/>
              <a:gd name="connsiteX23644" fmla="*/ 1743106 w 5158787"/>
              <a:gd name="connsiteY23644" fmla="*/ 1945070 h 4489084"/>
              <a:gd name="connsiteX23645" fmla="*/ 1755010 w 5158787"/>
              <a:gd name="connsiteY23645" fmla="*/ 1924519 h 4489084"/>
              <a:gd name="connsiteX23646" fmla="*/ 1756432 w 5158787"/>
              <a:gd name="connsiteY23646" fmla="*/ 1923690 h 4489084"/>
              <a:gd name="connsiteX23647" fmla="*/ 2026853 w 5158787"/>
              <a:gd name="connsiteY23647" fmla="*/ 1923453 h 4489084"/>
              <a:gd name="connsiteX23648" fmla="*/ 2050780 w 5158787"/>
              <a:gd name="connsiteY23648" fmla="*/ 1923453 h 4489084"/>
              <a:gd name="connsiteX23649" fmla="*/ 2052261 w 5158787"/>
              <a:gd name="connsiteY23649" fmla="*/ 1924282 h 4489084"/>
              <a:gd name="connsiteX23650" fmla="*/ 2064224 w 5158787"/>
              <a:gd name="connsiteY23650" fmla="*/ 1945011 h 4489084"/>
              <a:gd name="connsiteX23651" fmla="*/ 2064224 w 5158787"/>
              <a:gd name="connsiteY23651" fmla="*/ 1946728 h 4489084"/>
              <a:gd name="connsiteX23652" fmla="*/ 2052261 w 5158787"/>
              <a:gd name="connsiteY23652" fmla="*/ 1967457 h 4489084"/>
              <a:gd name="connsiteX23653" fmla="*/ 2050780 w 5158787"/>
              <a:gd name="connsiteY23653" fmla="*/ 1968286 h 4489084"/>
              <a:gd name="connsiteX23654" fmla="*/ 2026853 w 5158787"/>
              <a:gd name="connsiteY23654" fmla="*/ 1968286 h 4489084"/>
              <a:gd name="connsiteX23655" fmla="*/ 2025373 w 5158787"/>
              <a:gd name="connsiteY23655" fmla="*/ 1967457 h 4489084"/>
              <a:gd name="connsiteX23656" fmla="*/ 2013409 w 5158787"/>
              <a:gd name="connsiteY23656" fmla="*/ 1946728 h 4489084"/>
              <a:gd name="connsiteX23657" fmla="*/ 2013409 w 5158787"/>
              <a:gd name="connsiteY23657" fmla="*/ 1945011 h 4489084"/>
              <a:gd name="connsiteX23658" fmla="*/ 2025373 w 5158787"/>
              <a:gd name="connsiteY23658" fmla="*/ 1924282 h 4489084"/>
              <a:gd name="connsiteX23659" fmla="*/ 2026853 w 5158787"/>
              <a:gd name="connsiteY23659" fmla="*/ 1923453 h 4489084"/>
              <a:gd name="connsiteX23660" fmla="*/ 3447071 w 5158787"/>
              <a:gd name="connsiteY23660" fmla="*/ 1923334 h 4489084"/>
              <a:gd name="connsiteX23661" fmla="*/ 3471117 w 5158787"/>
              <a:gd name="connsiteY23661" fmla="*/ 1923334 h 4489084"/>
              <a:gd name="connsiteX23662" fmla="*/ 3472598 w 5158787"/>
              <a:gd name="connsiteY23662" fmla="*/ 1924163 h 4489084"/>
              <a:gd name="connsiteX23663" fmla="*/ 3484620 w 5158787"/>
              <a:gd name="connsiteY23663" fmla="*/ 1945011 h 4489084"/>
              <a:gd name="connsiteX23664" fmla="*/ 3484620 w 5158787"/>
              <a:gd name="connsiteY23664" fmla="*/ 1946728 h 4489084"/>
              <a:gd name="connsiteX23665" fmla="*/ 3472598 w 5158787"/>
              <a:gd name="connsiteY23665" fmla="*/ 1967575 h 4489084"/>
              <a:gd name="connsiteX23666" fmla="*/ 3471117 w 5158787"/>
              <a:gd name="connsiteY23666" fmla="*/ 1968404 h 4489084"/>
              <a:gd name="connsiteX23667" fmla="*/ 3447071 w 5158787"/>
              <a:gd name="connsiteY23667" fmla="*/ 1968404 h 4489084"/>
              <a:gd name="connsiteX23668" fmla="*/ 3445591 w 5158787"/>
              <a:gd name="connsiteY23668" fmla="*/ 1967575 h 4489084"/>
              <a:gd name="connsiteX23669" fmla="*/ 3433568 w 5158787"/>
              <a:gd name="connsiteY23669" fmla="*/ 1946728 h 4489084"/>
              <a:gd name="connsiteX23670" fmla="*/ 3433568 w 5158787"/>
              <a:gd name="connsiteY23670" fmla="*/ 1945011 h 4489084"/>
              <a:gd name="connsiteX23671" fmla="*/ 3445591 w 5158787"/>
              <a:gd name="connsiteY23671" fmla="*/ 1924163 h 4489084"/>
              <a:gd name="connsiteX23672" fmla="*/ 3447071 w 5158787"/>
              <a:gd name="connsiteY23672" fmla="*/ 1923334 h 4489084"/>
              <a:gd name="connsiteX23673" fmla="*/ 3514588 w 5158787"/>
              <a:gd name="connsiteY23673" fmla="*/ 1923157 h 4489084"/>
              <a:gd name="connsiteX23674" fmla="*/ 3538870 w 5158787"/>
              <a:gd name="connsiteY23674" fmla="*/ 1923157 h 4489084"/>
              <a:gd name="connsiteX23675" fmla="*/ 3540351 w 5158787"/>
              <a:gd name="connsiteY23675" fmla="*/ 1923986 h 4489084"/>
              <a:gd name="connsiteX23676" fmla="*/ 3552492 w 5158787"/>
              <a:gd name="connsiteY23676" fmla="*/ 1945011 h 4489084"/>
              <a:gd name="connsiteX23677" fmla="*/ 3552492 w 5158787"/>
              <a:gd name="connsiteY23677" fmla="*/ 1946728 h 4489084"/>
              <a:gd name="connsiteX23678" fmla="*/ 3540351 w 5158787"/>
              <a:gd name="connsiteY23678" fmla="*/ 1967753 h 4489084"/>
              <a:gd name="connsiteX23679" fmla="*/ 3538870 w 5158787"/>
              <a:gd name="connsiteY23679" fmla="*/ 1968583 h 4489084"/>
              <a:gd name="connsiteX23680" fmla="*/ 3514588 w 5158787"/>
              <a:gd name="connsiteY23680" fmla="*/ 1968583 h 4489084"/>
              <a:gd name="connsiteX23681" fmla="*/ 3513107 w 5158787"/>
              <a:gd name="connsiteY23681" fmla="*/ 1967753 h 4489084"/>
              <a:gd name="connsiteX23682" fmla="*/ 3500966 w 5158787"/>
              <a:gd name="connsiteY23682" fmla="*/ 1946728 h 4489084"/>
              <a:gd name="connsiteX23683" fmla="*/ 3500966 w 5158787"/>
              <a:gd name="connsiteY23683" fmla="*/ 1945011 h 4489084"/>
              <a:gd name="connsiteX23684" fmla="*/ 3513107 w 5158787"/>
              <a:gd name="connsiteY23684" fmla="*/ 1923986 h 4489084"/>
              <a:gd name="connsiteX23685" fmla="*/ 3514588 w 5158787"/>
              <a:gd name="connsiteY23685" fmla="*/ 1923157 h 4489084"/>
              <a:gd name="connsiteX23686" fmla="*/ 2635332 w 5158787"/>
              <a:gd name="connsiteY23686" fmla="*/ 1923157 h 4489084"/>
              <a:gd name="connsiteX23687" fmla="*/ 2659614 w 5158787"/>
              <a:gd name="connsiteY23687" fmla="*/ 1923157 h 4489084"/>
              <a:gd name="connsiteX23688" fmla="*/ 2661095 w 5158787"/>
              <a:gd name="connsiteY23688" fmla="*/ 1923986 h 4489084"/>
              <a:gd name="connsiteX23689" fmla="*/ 2673236 w 5158787"/>
              <a:gd name="connsiteY23689" fmla="*/ 1945011 h 4489084"/>
              <a:gd name="connsiteX23690" fmla="*/ 2673236 w 5158787"/>
              <a:gd name="connsiteY23690" fmla="*/ 1946728 h 4489084"/>
              <a:gd name="connsiteX23691" fmla="*/ 2661095 w 5158787"/>
              <a:gd name="connsiteY23691" fmla="*/ 1967753 h 4489084"/>
              <a:gd name="connsiteX23692" fmla="*/ 2659614 w 5158787"/>
              <a:gd name="connsiteY23692" fmla="*/ 1968583 h 4489084"/>
              <a:gd name="connsiteX23693" fmla="*/ 2635332 w 5158787"/>
              <a:gd name="connsiteY23693" fmla="*/ 1968583 h 4489084"/>
              <a:gd name="connsiteX23694" fmla="*/ 2633851 w 5158787"/>
              <a:gd name="connsiteY23694" fmla="*/ 1967753 h 4489084"/>
              <a:gd name="connsiteX23695" fmla="*/ 2621710 w 5158787"/>
              <a:gd name="connsiteY23695" fmla="*/ 1946728 h 4489084"/>
              <a:gd name="connsiteX23696" fmla="*/ 2621710 w 5158787"/>
              <a:gd name="connsiteY23696" fmla="*/ 1945011 h 4489084"/>
              <a:gd name="connsiteX23697" fmla="*/ 2633851 w 5158787"/>
              <a:gd name="connsiteY23697" fmla="*/ 1923986 h 4489084"/>
              <a:gd name="connsiteX23698" fmla="*/ 2635332 w 5158787"/>
              <a:gd name="connsiteY23698" fmla="*/ 1923157 h 4489084"/>
              <a:gd name="connsiteX23699" fmla="*/ 1823652 w 5158787"/>
              <a:gd name="connsiteY23699" fmla="*/ 1922920 h 4489084"/>
              <a:gd name="connsiteX23700" fmla="*/ 1848172 w 5158787"/>
              <a:gd name="connsiteY23700" fmla="*/ 1922920 h 4489084"/>
              <a:gd name="connsiteX23701" fmla="*/ 1849652 w 5158787"/>
              <a:gd name="connsiteY23701" fmla="*/ 1923809 h 4489084"/>
              <a:gd name="connsiteX23702" fmla="*/ 1861911 w 5158787"/>
              <a:gd name="connsiteY23702" fmla="*/ 1945011 h 4489084"/>
              <a:gd name="connsiteX23703" fmla="*/ 1861911 w 5158787"/>
              <a:gd name="connsiteY23703" fmla="*/ 1946729 h 4489084"/>
              <a:gd name="connsiteX23704" fmla="*/ 1849652 w 5158787"/>
              <a:gd name="connsiteY23704" fmla="*/ 1967931 h 4489084"/>
              <a:gd name="connsiteX23705" fmla="*/ 1848172 w 5158787"/>
              <a:gd name="connsiteY23705" fmla="*/ 1968819 h 4489084"/>
              <a:gd name="connsiteX23706" fmla="*/ 1823652 w 5158787"/>
              <a:gd name="connsiteY23706" fmla="*/ 1968819 h 4489084"/>
              <a:gd name="connsiteX23707" fmla="*/ 1822172 w 5158787"/>
              <a:gd name="connsiteY23707" fmla="*/ 1967931 h 4489084"/>
              <a:gd name="connsiteX23708" fmla="*/ 1809912 w 5158787"/>
              <a:gd name="connsiteY23708" fmla="*/ 1946729 h 4489084"/>
              <a:gd name="connsiteX23709" fmla="*/ 1809912 w 5158787"/>
              <a:gd name="connsiteY23709" fmla="*/ 1945011 h 4489084"/>
              <a:gd name="connsiteX23710" fmla="*/ 1822172 w 5158787"/>
              <a:gd name="connsiteY23710" fmla="*/ 1923809 h 4489084"/>
              <a:gd name="connsiteX23711" fmla="*/ 1823652 w 5158787"/>
              <a:gd name="connsiteY23711" fmla="*/ 1922920 h 4489084"/>
              <a:gd name="connsiteX23712" fmla="*/ 2702790 w 5158787"/>
              <a:gd name="connsiteY23712" fmla="*/ 1922860 h 4489084"/>
              <a:gd name="connsiteX23713" fmla="*/ 2727427 w 5158787"/>
              <a:gd name="connsiteY23713" fmla="*/ 1922860 h 4489084"/>
              <a:gd name="connsiteX23714" fmla="*/ 2728908 w 5158787"/>
              <a:gd name="connsiteY23714" fmla="*/ 1923749 h 4489084"/>
              <a:gd name="connsiteX23715" fmla="*/ 2741227 w 5158787"/>
              <a:gd name="connsiteY23715" fmla="*/ 1945069 h 4489084"/>
              <a:gd name="connsiteX23716" fmla="*/ 2741227 w 5158787"/>
              <a:gd name="connsiteY23716" fmla="*/ 1946787 h 4489084"/>
              <a:gd name="connsiteX23717" fmla="*/ 2728908 w 5158787"/>
              <a:gd name="connsiteY23717" fmla="*/ 1968108 h 4489084"/>
              <a:gd name="connsiteX23718" fmla="*/ 2727427 w 5158787"/>
              <a:gd name="connsiteY23718" fmla="*/ 1968997 h 4489084"/>
              <a:gd name="connsiteX23719" fmla="*/ 2702790 w 5158787"/>
              <a:gd name="connsiteY23719" fmla="*/ 1968997 h 4489084"/>
              <a:gd name="connsiteX23720" fmla="*/ 2701309 w 5158787"/>
              <a:gd name="connsiteY23720" fmla="*/ 1968108 h 4489084"/>
              <a:gd name="connsiteX23721" fmla="*/ 2688990 w 5158787"/>
              <a:gd name="connsiteY23721" fmla="*/ 1946787 h 4489084"/>
              <a:gd name="connsiteX23722" fmla="*/ 2688990 w 5158787"/>
              <a:gd name="connsiteY23722" fmla="*/ 1945069 h 4489084"/>
              <a:gd name="connsiteX23723" fmla="*/ 2701309 w 5158787"/>
              <a:gd name="connsiteY23723" fmla="*/ 1923749 h 4489084"/>
              <a:gd name="connsiteX23724" fmla="*/ 2702790 w 5158787"/>
              <a:gd name="connsiteY23724" fmla="*/ 1922860 h 4489084"/>
              <a:gd name="connsiteX23725" fmla="*/ 1891228 w 5158787"/>
              <a:gd name="connsiteY23725" fmla="*/ 1922860 h 4489084"/>
              <a:gd name="connsiteX23726" fmla="*/ 1915865 w 5158787"/>
              <a:gd name="connsiteY23726" fmla="*/ 1922860 h 4489084"/>
              <a:gd name="connsiteX23727" fmla="*/ 1917346 w 5158787"/>
              <a:gd name="connsiteY23727" fmla="*/ 1923749 h 4489084"/>
              <a:gd name="connsiteX23728" fmla="*/ 1929665 w 5158787"/>
              <a:gd name="connsiteY23728" fmla="*/ 1945069 h 4489084"/>
              <a:gd name="connsiteX23729" fmla="*/ 1929665 w 5158787"/>
              <a:gd name="connsiteY23729" fmla="*/ 1946787 h 4489084"/>
              <a:gd name="connsiteX23730" fmla="*/ 1917346 w 5158787"/>
              <a:gd name="connsiteY23730" fmla="*/ 1968108 h 4489084"/>
              <a:gd name="connsiteX23731" fmla="*/ 1915865 w 5158787"/>
              <a:gd name="connsiteY23731" fmla="*/ 1968997 h 4489084"/>
              <a:gd name="connsiteX23732" fmla="*/ 1891228 w 5158787"/>
              <a:gd name="connsiteY23732" fmla="*/ 1968997 h 4489084"/>
              <a:gd name="connsiteX23733" fmla="*/ 1889747 w 5158787"/>
              <a:gd name="connsiteY23733" fmla="*/ 1968108 h 4489084"/>
              <a:gd name="connsiteX23734" fmla="*/ 1877428 w 5158787"/>
              <a:gd name="connsiteY23734" fmla="*/ 1946787 h 4489084"/>
              <a:gd name="connsiteX23735" fmla="*/ 1877428 w 5158787"/>
              <a:gd name="connsiteY23735" fmla="*/ 1945069 h 4489084"/>
              <a:gd name="connsiteX23736" fmla="*/ 1889747 w 5158787"/>
              <a:gd name="connsiteY23736" fmla="*/ 1923749 h 4489084"/>
              <a:gd name="connsiteX23737" fmla="*/ 1891228 w 5158787"/>
              <a:gd name="connsiteY23737" fmla="*/ 1922860 h 4489084"/>
              <a:gd name="connsiteX23738" fmla="*/ 2770305 w 5158787"/>
              <a:gd name="connsiteY23738" fmla="*/ 1922505 h 4489084"/>
              <a:gd name="connsiteX23739" fmla="*/ 2795239 w 5158787"/>
              <a:gd name="connsiteY23739" fmla="*/ 1922505 h 4489084"/>
              <a:gd name="connsiteX23740" fmla="*/ 2796779 w 5158787"/>
              <a:gd name="connsiteY23740" fmla="*/ 1923394 h 4489084"/>
              <a:gd name="connsiteX23741" fmla="*/ 2809216 w 5158787"/>
              <a:gd name="connsiteY23741" fmla="*/ 1945011 h 4489084"/>
              <a:gd name="connsiteX23742" fmla="*/ 2809216 w 5158787"/>
              <a:gd name="connsiteY23742" fmla="*/ 1946788 h 4489084"/>
              <a:gd name="connsiteX23743" fmla="*/ 2796720 w 5158787"/>
              <a:gd name="connsiteY23743" fmla="*/ 1968404 h 4489084"/>
              <a:gd name="connsiteX23744" fmla="*/ 2795180 w 5158787"/>
              <a:gd name="connsiteY23744" fmla="*/ 1969293 h 4489084"/>
              <a:gd name="connsiteX23745" fmla="*/ 2770246 w 5158787"/>
              <a:gd name="connsiteY23745" fmla="*/ 1969293 h 4489084"/>
              <a:gd name="connsiteX23746" fmla="*/ 2768707 w 5158787"/>
              <a:gd name="connsiteY23746" fmla="*/ 1968404 h 4489084"/>
              <a:gd name="connsiteX23747" fmla="*/ 2756269 w 5158787"/>
              <a:gd name="connsiteY23747" fmla="*/ 1946788 h 4489084"/>
              <a:gd name="connsiteX23748" fmla="*/ 2756269 w 5158787"/>
              <a:gd name="connsiteY23748" fmla="*/ 1945011 h 4489084"/>
              <a:gd name="connsiteX23749" fmla="*/ 2768765 w 5158787"/>
              <a:gd name="connsiteY23749" fmla="*/ 1923394 h 4489084"/>
              <a:gd name="connsiteX23750" fmla="*/ 2770305 w 5158787"/>
              <a:gd name="connsiteY23750" fmla="*/ 1922505 h 4489084"/>
              <a:gd name="connsiteX23751" fmla="*/ 2566808 w 5158787"/>
              <a:gd name="connsiteY23751" fmla="*/ 1921498 h 4489084"/>
              <a:gd name="connsiteX23752" fmla="*/ 2592867 w 5158787"/>
              <a:gd name="connsiteY23752" fmla="*/ 1921498 h 4489084"/>
              <a:gd name="connsiteX23753" fmla="*/ 2594466 w 5158787"/>
              <a:gd name="connsiteY23753" fmla="*/ 1922446 h 4489084"/>
              <a:gd name="connsiteX23754" fmla="*/ 2607496 w 5158787"/>
              <a:gd name="connsiteY23754" fmla="*/ 1945011 h 4489084"/>
              <a:gd name="connsiteX23755" fmla="*/ 2607496 w 5158787"/>
              <a:gd name="connsiteY23755" fmla="*/ 1946847 h 4489084"/>
              <a:gd name="connsiteX23756" fmla="*/ 2594466 w 5158787"/>
              <a:gd name="connsiteY23756" fmla="*/ 1969411 h 4489084"/>
              <a:gd name="connsiteX23757" fmla="*/ 2592867 w 5158787"/>
              <a:gd name="connsiteY23757" fmla="*/ 1970359 h 4489084"/>
              <a:gd name="connsiteX23758" fmla="*/ 2566808 w 5158787"/>
              <a:gd name="connsiteY23758" fmla="*/ 1970359 h 4489084"/>
              <a:gd name="connsiteX23759" fmla="*/ 2565209 w 5158787"/>
              <a:gd name="connsiteY23759" fmla="*/ 1969411 h 4489084"/>
              <a:gd name="connsiteX23760" fmla="*/ 2552180 w 5158787"/>
              <a:gd name="connsiteY23760" fmla="*/ 1946847 h 4489084"/>
              <a:gd name="connsiteX23761" fmla="*/ 2552180 w 5158787"/>
              <a:gd name="connsiteY23761" fmla="*/ 1945011 h 4489084"/>
              <a:gd name="connsiteX23762" fmla="*/ 2565209 w 5158787"/>
              <a:gd name="connsiteY23762" fmla="*/ 1922446 h 4489084"/>
              <a:gd name="connsiteX23763" fmla="*/ 2566808 w 5158787"/>
              <a:gd name="connsiteY23763" fmla="*/ 1921498 h 4489084"/>
              <a:gd name="connsiteX23764" fmla="*/ 2431301 w 5158787"/>
              <a:gd name="connsiteY23764" fmla="*/ 1920966 h 4489084"/>
              <a:gd name="connsiteX23765" fmla="*/ 2457893 w 5158787"/>
              <a:gd name="connsiteY23765" fmla="*/ 1920966 h 4489084"/>
              <a:gd name="connsiteX23766" fmla="*/ 2459493 w 5158787"/>
              <a:gd name="connsiteY23766" fmla="*/ 1921913 h 4489084"/>
              <a:gd name="connsiteX23767" fmla="*/ 2472759 w 5158787"/>
              <a:gd name="connsiteY23767" fmla="*/ 1944952 h 4489084"/>
              <a:gd name="connsiteX23768" fmla="*/ 2472759 w 5158787"/>
              <a:gd name="connsiteY23768" fmla="*/ 1946847 h 4489084"/>
              <a:gd name="connsiteX23769" fmla="*/ 2459433 w 5158787"/>
              <a:gd name="connsiteY23769" fmla="*/ 1969886 h 4489084"/>
              <a:gd name="connsiteX23770" fmla="*/ 2457834 w 5158787"/>
              <a:gd name="connsiteY23770" fmla="*/ 1970833 h 4489084"/>
              <a:gd name="connsiteX23771" fmla="*/ 2431242 w 5158787"/>
              <a:gd name="connsiteY23771" fmla="*/ 1970833 h 4489084"/>
              <a:gd name="connsiteX23772" fmla="*/ 2429643 w 5158787"/>
              <a:gd name="connsiteY23772" fmla="*/ 1969886 h 4489084"/>
              <a:gd name="connsiteX23773" fmla="*/ 2416377 w 5158787"/>
              <a:gd name="connsiteY23773" fmla="*/ 1946847 h 4489084"/>
              <a:gd name="connsiteX23774" fmla="*/ 2416377 w 5158787"/>
              <a:gd name="connsiteY23774" fmla="*/ 1944952 h 4489084"/>
              <a:gd name="connsiteX23775" fmla="*/ 2429702 w 5158787"/>
              <a:gd name="connsiteY23775" fmla="*/ 1921913 h 4489084"/>
              <a:gd name="connsiteX23776" fmla="*/ 2431301 w 5158787"/>
              <a:gd name="connsiteY23776" fmla="*/ 1920966 h 4489084"/>
              <a:gd name="connsiteX23777" fmla="*/ 1957856 w 5158787"/>
              <a:gd name="connsiteY23777" fmla="*/ 1920906 h 4489084"/>
              <a:gd name="connsiteX23778" fmla="*/ 1984566 w 5158787"/>
              <a:gd name="connsiteY23778" fmla="*/ 1920906 h 4489084"/>
              <a:gd name="connsiteX23779" fmla="*/ 1986225 w 5158787"/>
              <a:gd name="connsiteY23779" fmla="*/ 1921853 h 4489084"/>
              <a:gd name="connsiteX23780" fmla="*/ 1999550 w 5158787"/>
              <a:gd name="connsiteY23780" fmla="*/ 1945011 h 4489084"/>
              <a:gd name="connsiteX23781" fmla="*/ 1999550 w 5158787"/>
              <a:gd name="connsiteY23781" fmla="*/ 1946906 h 4489084"/>
              <a:gd name="connsiteX23782" fmla="*/ 1986165 w 5158787"/>
              <a:gd name="connsiteY23782" fmla="*/ 1970063 h 4489084"/>
              <a:gd name="connsiteX23783" fmla="*/ 1984507 w 5158787"/>
              <a:gd name="connsiteY23783" fmla="*/ 1971010 h 4489084"/>
              <a:gd name="connsiteX23784" fmla="*/ 1957796 w 5158787"/>
              <a:gd name="connsiteY23784" fmla="*/ 1971010 h 4489084"/>
              <a:gd name="connsiteX23785" fmla="*/ 1956138 w 5158787"/>
              <a:gd name="connsiteY23785" fmla="*/ 1970063 h 4489084"/>
              <a:gd name="connsiteX23786" fmla="*/ 1942813 w 5158787"/>
              <a:gd name="connsiteY23786" fmla="*/ 1946906 h 4489084"/>
              <a:gd name="connsiteX23787" fmla="*/ 1942813 w 5158787"/>
              <a:gd name="connsiteY23787" fmla="*/ 1945011 h 4489084"/>
              <a:gd name="connsiteX23788" fmla="*/ 1956197 w 5158787"/>
              <a:gd name="connsiteY23788" fmla="*/ 1921853 h 4489084"/>
              <a:gd name="connsiteX23789" fmla="*/ 1957856 w 5158787"/>
              <a:gd name="connsiteY23789" fmla="*/ 1920906 h 4489084"/>
              <a:gd name="connsiteX23790" fmla="*/ 2498818 w 5158787"/>
              <a:gd name="connsiteY23790" fmla="*/ 1920788 h 4489084"/>
              <a:gd name="connsiteX23791" fmla="*/ 2525647 w 5158787"/>
              <a:gd name="connsiteY23791" fmla="*/ 1920788 h 4489084"/>
              <a:gd name="connsiteX23792" fmla="*/ 2527305 w 5158787"/>
              <a:gd name="connsiteY23792" fmla="*/ 1921736 h 4489084"/>
              <a:gd name="connsiteX23793" fmla="*/ 2540690 w 5158787"/>
              <a:gd name="connsiteY23793" fmla="*/ 1944952 h 4489084"/>
              <a:gd name="connsiteX23794" fmla="*/ 2540690 w 5158787"/>
              <a:gd name="connsiteY23794" fmla="*/ 1946847 h 4489084"/>
              <a:gd name="connsiteX23795" fmla="*/ 2527246 w 5158787"/>
              <a:gd name="connsiteY23795" fmla="*/ 1970063 h 4489084"/>
              <a:gd name="connsiteX23796" fmla="*/ 2525587 w 5158787"/>
              <a:gd name="connsiteY23796" fmla="*/ 1971011 h 4489084"/>
              <a:gd name="connsiteX23797" fmla="*/ 2498759 w 5158787"/>
              <a:gd name="connsiteY23797" fmla="*/ 1971011 h 4489084"/>
              <a:gd name="connsiteX23798" fmla="*/ 2497100 w 5158787"/>
              <a:gd name="connsiteY23798" fmla="*/ 1970063 h 4489084"/>
              <a:gd name="connsiteX23799" fmla="*/ 2483716 w 5158787"/>
              <a:gd name="connsiteY23799" fmla="*/ 1946847 h 4489084"/>
              <a:gd name="connsiteX23800" fmla="*/ 2483716 w 5158787"/>
              <a:gd name="connsiteY23800" fmla="*/ 1944952 h 4489084"/>
              <a:gd name="connsiteX23801" fmla="*/ 2497159 w 5158787"/>
              <a:gd name="connsiteY23801" fmla="*/ 1921736 h 4489084"/>
              <a:gd name="connsiteX23802" fmla="*/ 2498818 w 5158787"/>
              <a:gd name="connsiteY23802" fmla="*/ 1920788 h 4489084"/>
              <a:gd name="connsiteX23803" fmla="*/ 2363488 w 5158787"/>
              <a:gd name="connsiteY23803" fmla="*/ 1920669 h 4489084"/>
              <a:gd name="connsiteX23804" fmla="*/ 2390436 w 5158787"/>
              <a:gd name="connsiteY23804" fmla="*/ 1920669 h 4489084"/>
              <a:gd name="connsiteX23805" fmla="*/ 2392094 w 5158787"/>
              <a:gd name="connsiteY23805" fmla="*/ 1921617 h 4489084"/>
              <a:gd name="connsiteX23806" fmla="*/ 2405538 w 5158787"/>
              <a:gd name="connsiteY23806" fmla="*/ 1944952 h 4489084"/>
              <a:gd name="connsiteX23807" fmla="*/ 2405538 w 5158787"/>
              <a:gd name="connsiteY23807" fmla="*/ 1946847 h 4489084"/>
              <a:gd name="connsiteX23808" fmla="*/ 2392035 w 5158787"/>
              <a:gd name="connsiteY23808" fmla="*/ 1970181 h 4489084"/>
              <a:gd name="connsiteX23809" fmla="*/ 2390377 w 5158787"/>
              <a:gd name="connsiteY23809" fmla="*/ 1971129 h 4489084"/>
              <a:gd name="connsiteX23810" fmla="*/ 2363429 w 5158787"/>
              <a:gd name="connsiteY23810" fmla="*/ 1971129 h 4489084"/>
              <a:gd name="connsiteX23811" fmla="*/ 2361771 w 5158787"/>
              <a:gd name="connsiteY23811" fmla="*/ 1970181 h 4489084"/>
              <a:gd name="connsiteX23812" fmla="*/ 2348327 w 5158787"/>
              <a:gd name="connsiteY23812" fmla="*/ 1946847 h 4489084"/>
              <a:gd name="connsiteX23813" fmla="*/ 2348327 w 5158787"/>
              <a:gd name="connsiteY23813" fmla="*/ 1944952 h 4489084"/>
              <a:gd name="connsiteX23814" fmla="*/ 2361830 w 5158787"/>
              <a:gd name="connsiteY23814" fmla="*/ 1921617 h 4489084"/>
              <a:gd name="connsiteX23815" fmla="*/ 2363488 w 5158787"/>
              <a:gd name="connsiteY23815" fmla="*/ 1920669 h 4489084"/>
              <a:gd name="connsiteX23816" fmla="*/ 2295380 w 5158787"/>
              <a:gd name="connsiteY23816" fmla="*/ 1919722 h 4489084"/>
              <a:gd name="connsiteX23817" fmla="*/ 2323334 w 5158787"/>
              <a:gd name="connsiteY23817" fmla="*/ 1919722 h 4489084"/>
              <a:gd name="connsiteX23818" fmla="*/ 2325052 w 5158787"/>
              <a:gd name="connsiteY23818" fmla="*/ 1920729 h 4489084"/>
              <a:gd name="connsiteX23819" fmla="*/ 2339029 w 5158787"/>
              <a:gd name="connsiteY23819" fmla="*/ 1944952 h 4489084"/>
              <a:gd name="connsiteX23820" fmla="*/ 2339029 w 5158787"/>
              <a:gd name="connsiteY23820" fmla="*/ 1946906 h 4489084"/>
              <a:gd name="connsiteX23821" fmla="*/ 2325052 w 5158787"/>
              <a:gd name="connsiteY23821" fmla="*/ 1971129 h 4489084"/>
              <a:gd name="connsiteX23822" fmla="*/ 2323334 w 5158787"/>
              <a:gd name="connsiteY23822" fmla="*/ 1972136 h 4489084"/>
              <a:gd name="connsiteX23823" fmla="*/ 2295380 w 5158787"/>
              <a:gd name="connsiteY23823" fmla="*/ 1972136 h 4489084"/>
              <a:gd name="connsiteX23824" fmla="*/ 2293663 w 5158787"/>
              <a:gd name="connsiteY23824" fmla="*/ 1971129 h 4489084"/>
              <a:gd name="connsiteX23825" fmla="*/ 2279686 w 5158787"/>
              <a:gd name="connsiteY23825" fmla="*/ 1946906 h 4489084"/>
              <a:gd name="connsiteX23826" fmla="*/ 2279686 w 5158787"/>
              <a:gd name="connsiteY23826" fmla="*/ 1944952 h 4489084"/>
              <a:gd name="connsiteX23827" fmla="*/ 2293663 w 5158787"/>
              <a:gd name="connsiteY23827" fmla="*/ 1920729 h 4489084"/>
              <a:gd name="connsiteX23828" fmla="*/ 2295380 w 5158787"/>
              <a:gd name="connsiteY23828" fmla="*/ 1919722 h 4489084"/>
              <a:gd name="connsiteX23829" fmla="*/ 2227745 w 5158787"/>
              <a:gd name="connsiteY23829" fmla="*/ 1919662 h 4489084"/>
              <a:gd name="connsiteX23830" fmla="*/ 2255759 w 5158787"/>
              <a:gd name="connsiteY23830" fmla="*/ 1919662 h 4489084"/>
              <a:gd name="connsiteX23831" fmla="*/ 2257476 w 5158787"/>
              <a:gd name="connsiteY23831" fmla="*/ 1920669 h 4489084"/>
              <a:gd name="connsiteX23832" fmla="*/ 2271513 w 5158787"/>
              <a:gd name="connsiteY23832" fmla="*/ 1944951 h 4489084"/>
              <a:gd name="connsiteX23833" fmla="*/ 2271513 w 5158787"/>
              <a:gd name="connsiteY23833" fmla="*/ 1946906 h 4489084"/>
              <a:gd name="connsiteX23834" fmla="*/ 2257476 w 5158787"/>
              <a:gd name="connsiteY23834" fmla="*/ 1971188 h 4489084"/>
              <a:gd name="connsiteX23835" fmla="*/ 2255759 w 5158787"/>
              <a:gd name="connsiteY23835" fmla="*/ 1972195 h 4489084"/>
              <a:gd name="connsiteX23836" fmla="*/ 2227745 w 5158787"/>
              <a:gd name="connsiteY23836" fmla="*/ 1972195 h 4489084"/>
              <a:gd name="connsiteX23837" fmla="*/ 2226028 w 5158787"/>
              <a:gd name="connsiteY23837" fmla="*/ 1971188 h 4489084"/>
              <a:gd name="connsiteX23838" fmla="*/ 2211992 w 5158787"/>
              <a:gd name="connsiteY23838" fmla="*/ 1946906 h 4489084"/>
              <a:gd name="connsiteX23839" fmla="*/ 2211992 w 5158787"/>
              <a:gd name="connsiteY23839" fmla="*/ 1944951 h 4489084"/>
              <a:gd name="connsiteX23840" fmla="*/ 2226028 w 5158787"/>
              <a:gd name="connsiteY23840" fmla="*/ 1920669 h 4489084"/>
              <a:gd name="connsiteX23841" fmla="*/ 2227745 w 5158787"/>
              <a:gd name="connsiteY23841" fmla="*/ 1919662 h 4489084"/>
              <a:gd name="connsiteX23842" fmla="*/ 2171185 w 5158787"/>
              <a:gd name="connsiteY23842" fmla="*/ 1881936 h 4489084"/>
              <a:gd name="connsiteX23843" fmla="*/ 2176929 w 5158787"/>
              <a:gd name="connsiteY23843" fmla="*/ 1881936 h 4489084"/>
              <a:gd name="connsiteX23844" fmla="*/ 2177285 w 5158787"/>
              <a:gd name="connsiteY23844" fmla="*/ 1882114 h 4489084"/>
              <a:gd name="connsiteX23845" fmla="*/ 2180128 w 5158787"/>
              <a:gd name="connsiteY23845" fmla="*/ 1887089 h 4489084"/>
              <a:gd name="connsiteX23846" fmla="*/ 2180128 w 5158787"/>
              <a:gd name="connsiteY23846" fmla="*/ 1887503 h 4489084"/>
              <a:gd name="connsiteX23847" fmla="*/ 2177226 w 5158787"/>
              <a:gd name="connsiteY23847" fmla="*/ 1892478 h 4489084"/>
              <a:gd name="connsiteX23848" fmla="*/ 2176870 w 5158787"/>
              <a:gd name="connsiteY23848" fmla="*/ 1892656 h 4489084"/>
              <a:gd name="connsiteX23849" fmla="*/ 2171125 w 5158787"/>
              <a:gd name="connsiteY23849" fmla="*/ 1892656 h 4489084"/>
              <a:gd name="connsiteX23850" fmla="*/ 2170770 w 5158787"/>
              <a:gd name="connsiteY23850" fmla="*/ 1892478 h 4489084"/>
              <a:gd name="connsiteX23851" fmla="*/ 2167927 w 5158787"/>
              <a:gd name="connsiteY23851" fmla="*/ 1887503 h 4489084"/>
              <a:gd name="connsiteX23852" fmla="*/ 2167927 w 5158787"/>
              <a:gd name="connsiteY23852" fmla="*/ 1887089 h 4489084"/>
              <a:gd name="connsiteX23853" fmla="*/ 2170829 w 5158787"/>
              <a:gd name="connsiteY23853" fmla="*/ 1882114 h 4489084"/>
              <a:gd name="connsiteX23854" fmla="*/ 2171185 w 5158787"/>
              <a:gd name="connsiteY23854" fmla="*/ 1881936 h 4489084"/>
              <a:gd name="connsiteX23855" fmla="*/ 3117246 w 5158787"/>
              <a:gd name="connsiteY23855" fmla="*/ 1880455 h 4489084"/>
              <a:gd name="connsiteX23856" fmla="*/ 3124531 w 5158787"/>
              <a:gd name="connsiteY23856" fmla="*/ 1880455 h 4489084"/>
              <a:gd name="connsiteX23857" fmla="*/ 3125005 w 5158787"/>
              <a:gd name="connsiteY23857" fmla="*/ 1880692 h 4489084"/>
              <a:gd name="connsiteX23858" fmla="*/ 3128617 w 5158787"/>
              <a:gd name="connsiteY23858" fmla="*/ 1887029 h 4489084"/>
              <a:gd name="connsiteX23859" fmla="*/ 3128617 w 5158787"/>
              <a:gd name="connsiteY23859" fmla="*/ 1887562 h 4489084"/>
              <a:gd name="connsiteX23860" fmla="*/ 3124946 w 5158787"/>
              <a:gd name="connsiteY23860" fmla="*/ 1893899 h 4489084"/>
              <a:gd name="connsiteX23861" fmla="*/ 3124472 w 5158787"/>
              <a:gd name="connsiteY23861" fmla="*/ 1894136 h 4489084"/>
              <a:gd name="connsiteX23862" fmla="*/ 3117187 w 5158787"/>
              <a:gd name="connsiteY23862" fmla="*/ 1894136 h 4489084"/>
              <a:gd name="connsiteX23863" fmla="*/ 3116713 w 5158787"/>
              <a:gd name="connsiteY23863" fmla="*/ 1893899 h 4489084"/>
              <a:gd name="connsiteX23864" fmla="*/ 3113101 w 5158787"/>
              <a:gd name="connsiteY23864" fmla="*/ 1887562 h 4489084"/>
              <a:gd name="connsiteX23865" fmla="*/ 3113101 w 5158787"/>
              <a:gd name="connsiteY23865" fmla="*/ 1887029 h 4489084"/>
              <a:gd name="connsiteX23866" fmla="*/ 3116772 w 5158787"/>
              <a:gd name="connsiteY23866" fmla="*/ 1880692 h 4489084"/>
              <a:gd name="connsiteX23867" fmla="*/ 3117246 w 5158787"/>
              <a:gd name="connsiteY23867" fmla="*/ 1880455 h 4489084"/>
              <a:gd name="connsiteX23868" fmla="*/ 4061353 w 5158787"/>
              <a:gd name="connsiteY23868" fmla="*/ 1875303 h 4489084"/>
              <a:gd name="connsiteX23869" fmla="*/ 4074146 w 5158787"/>
              <a:gd name="connsiteY23869" fmla="*/ 1875303 h 4489084"/>
              <a:gd name="connsiteX23870" fmla="*/ 4074916 w 5158787"/>
              <a:gd name="connsiteY23870" fmla="*/ 1875777 h 4489084"/>
              <a:gd name="connsiteX23871" fmla="*/ 4081312 w 5158787"/>
              <a:gd name="connsiteY23871" fmla="*/ 1886852 h 4489084"/>
              <a:gd name="connsiteX23872" fmla="*/ 4081312 w 5158787"/>
              <a:gd name="connsiteY23872" fmla="*/ 1887740 h 4489084"/>
              <a:gd name="connsiteX23873" fmla="*/ 4074916 w 5158787"/>
              <a:gd name="connsiteY23873" fmla="*/ 1898815 h 4489084"/>
              <a:gd name="connsiteX23874" fmla="*/ 4074146 w 5158787"/>
              <a:gd name="connsiteY23874" fmla="*/ 1899289 h 4489084"/>
              <a:gd name="connsiteX23875" fmla="*/ 4061353 w 5158787"/>
              <a:gd name="connsiteY23875" fmla="*/ 1899289 h 4489084"/>
              <a:gd name="connsiteX23876" fmla="*/ 4060583 w 5158787"/>
              <a:gd name="connsiteY23876" fmla="*/ 1898815 h 4489084"/>
              <a:gd name="connsiteX23877" fmla="*/ 4054187 w 5158787"/>
              <a:gd name="connsiteY23877" fmla="*/ 1887740 h 4489084"/>
              <a:gd name="connsiteX23878" fmla="*/ 4054187 w 5158787"/>
              <a:gd name="connsiteY23878" fmla="*/ 1886852 h 4489084"/>
              <a:gd name="connsiteX23879" fmla="*/ 4060583 w 5158787"/>
              <a:gd name="connsiteY23879" fmla="*/ 1875777 h 4489084"/>
              <a:gd name="connsiteX23880" fmla="*/ 4061353 w 5158787"/>
              <a:gd name="connsiteY23880" fmla="*/ 1875303 h 4489084"/>
              <a:gd name="connsiteX23881" fmla="*/ 4127922 w 5158787"/>
              <a:gd name="connsiteY23881" fmla="*/ 1873230 h 4489084"/>
              <a:gd name="connsiteX23882" fmla="*/ 4142906 w 5158787"/>
              <a:gd name="connsiteY23882" fmla="*/ 1873230 h 4489084"/>
              <a:gd name="connsiteX23883" fmla="*/ 4143795 w 5158787"/>
              <a:gd name="connsiteY23883" fmla="*/ 1873763 h 4489084"/>
              <a:gd name="connsiteX23884" fmla="*/ 4151316 w 5158787"/>
              <a:gd name="connsiteY23884" fmla="*/ 1886792 h 4489084"/>
              <a:gd name="connsiteX23885" fmla="*/ 4151316 w 5158787"/>
              <a:gd name="connsiteY23885" fmla="*/ 1887858 h 4489084"/>
              <a:gd name="connsiteX23886" fmla="*/ 4143795 w 5158787"/>
              <a:gd name="connsiteY23886" fmla="*/ 1900888 h 4489084"/>
              <a:gd name="connsiteX23887" fmla="*/ 4142906 w 5158787"/>
              <a:gd name="connsiteY23887" fmla="*/ 1901421 h 4489084"/>
              <a:gd name="connsiteX23888" fmla="*/ 4127922 w 5158787"/>
              <a:gd name="connsiteY23888" fmla="*/ 1901421 h 4489084"/>
              <a:gd name="connsiteX23889" fmla="*/ 4127034 w 5158787"/>
              <a:gd name="connsiteY23889" fmla="*/ 1900888 h 4489084"/>
              <a:gd name="connsiteX23890" fmla="*/ 4119512 w 5158787"/>
              <a:gd name="connsiteY23890" fmla="*/ 1887858 h 4489084"/>
              <a:gd name="connsiteX23891" fmla="*/ 4119512 w 5158787"/>
              <a:gd name="connsiteY23891" fmla="*/ 1886792 h 4489084"/>
              <a:gd name="connsiteX23892" fmla="*/ 4127034 w 5158787"/>
              <a:gd name="connsiteY23892" fmla="*/ 1873763 h 4489084"/>
              <a:gd name="connsiteX23893" fmla="*/ 4127922 w 5158787"/>
              <a:gd name="connsiteY23893" fmla="*/ 1873230 h 4489084"/>
              <a:gd name="connsiteX23894" fmla="*/ 4398166 w 5158787"/>
              <a:gd name="connsiteY23894" fmla="*/ 1872816 h 4489084"/>
              <a:gd name="connsiteX23895" fmla="*/ 4413624 w 5158787"/>
              <a:gd name="connsiteY23895" fmla="*/ 1872816 h 4489084"/>
              <a:gd name="connsiteX23896" fmla="*/ 4414572 w 5158787"/>
              <a:gd name="connsiteY23896" fmla="*/ 1873349 h 4489084"/>
              <a:gd name="connsiteX23897" fmla="*/ 4422271 w 5158787"/>
              <a:gd name="connsiteY23897" fmla="*/ 1886734 h 4489084"/>
              <a:gd name="connsiteX23898" fmla="*/ 4422271 w 5158787"/>
              <a:gd name="connsiteY23898" fmla="*/ 1887800 h 4489084"/>
              <a:gd name="connsiteX23899" fmla="*/ 4414512 w 5158787"/>
              <a:gd name="connsiteY23899" fmla="*/ 1901185 h 4489084"/>
              <a:gd name="connsiteX23900" fmla="*/ 4413565 w 5158787"/>
              <a:gd name="connsiteY23900" fmla="*/ 1901718 h 4489084"/>
              <a:gd name="connsiteX23901" fmla="*/ 4398107 w 5158787"/>
              <a:gd name="connsiteY23901" fmla="*/ 1901718 h 4489084"/>
              <a:gd name="connsiteX23902" fmla="*/ 4397160 w 5158787"/>
              <a:gd name="connsiteY23902" fmla="*/ 1901185 h 4489084"/>
              <a:gd name="connsiteX23903" fmla="*/ 4389460 w 5158787"/>
              <a:gd name="connsiteY23903" fmla="*/ 1887800 h 4489084"/>
              <a:gd name="connsiteX23904" fmla="*/ 4389460 w 5158787"/>
              <a:gd name="connsiteY23904" fmla="*/ 1886734 h 4489084"/>
              <a:gd name="connsiteX23905" fmla="*/ 4397219 w 5158787"/>
              <a:gd name="connsiteY23905" fmla="*/ 1873349 h 4489084"/>
              <a:gd name="connsiteX23906" fmla="*/ 4398166 w 5158787"/>
              <a:gd name="connsiteY23906" fmla="*/ 1872816 h 4489084"/>
              <a:gd name="connsiteX23907" fmla="*/ 4330531 w 5158787"/>
              <a:gd name="connsiteY23907" fmla="*/ 1872816 h 4489084"/>
              <a:gd name="connsiteX23908" fmla="*/ 4345989 w 5158787"/>
              <a:gd name="connsiteY23908" fmla="*/ 1872816 h 4489084"/>
              <a:gd name="connsiteX23909" fmla="*/ 4346936 w 5158787"/>
              <a:gd name="connsiteY23909" fmla="*/ 1873349 h 4489084"/>
              <a:gd name="connsiteX23910" fmla="*/ 4354636 w 5158787"/>
              <a:gd name="connsiteY23910" fmla="*/ 1886734 h 4489084"/>
              <a:gd name="connsiteX23911" fmla="*/ 4354636 w 5158787"/>
              <a:gd name="connsiteY23911" fmla="*/ 1887800 h 4489084"/>
              <a:gd name="connsiteX23912" fmla="*/ 4346878 w 5158787"/>
              <a:gd name="connsiteY23912" fmla="*/ 1901185 h 4489084"/>
              <a:gd name="connsiteX23913" fmla="*/ 4345930 w 5158787"/>
              <a:gd name="connsiteY23913" fmla="*/ 1901718 h 4489084"/>
              <a:gd name="connsiteX23914" fmla="*/ 4330472 w 5158787"/>
              <a:gd name="connsiteY23914" fmla="*/ 1901718 h 4489084"/>
              <a:gd name="connsiteX23915" fmla="*/ 4329524 w 5158787"/>
              <a:gd name="connsiteY23915" fmla="*/ 1901185 h 4489084"/>
              <a:gd name="connsiteX23916" fmla="*/ 4321825 w 5158787"/>
              <a:gd name="connsiteY23916" fmla="*/ 1887800 h 4489084"/>
              <a:gd name="connsiteX23917" fmla="*/ 4321825 w 5158787"/>
              <a:gd name="connsiteY23917" fmla="*/ 1886734 h 4489084"/>
              <a:gd name="connsiteX23918" fmla="*/ 4329584 w 5158787"/>
              <a:gd name="connsiteY23918" fmla="*/ 1873349 h 4489084"/>
              <a:gd name="connsiteX23919" fmla="*/ 4330531 w 5158787"/>
              <a:gd name="connsiteY23919" fmla="*/ 1872816 h 4489084"/>
              <a:gd name="connsiteX23920" fmla="*/ 4465565 w 5158787"/>
              <a:gd name="connsiteY23920" fmla="*/ 1872282 h 4489084"/>
              <a:gd name="connsiteX23921" fmla="*/ 4481556 w 5158787"/>
              <a:gd name="connsiteY23921" fmla="*/ 1872282 h 4489084"/>
              <a:gd name="connsiteX23922" fmla="*/ 4482562 w 5158787"/>
              <a:gd name="connsiteY23922" fmla="*/ 1872874 h 4489084"/>
              <a:gd name="connsiteX23923" fmla="*/ 4490558 w 5158787"/>
              <a:gd name="connsiteY23923" fmla="*/ 1886733 h 4489084"/>
              <a:gd name="connsiteX23924" fmla="*/ 4490558 w 5158787"/>
              <a:gd name="connsiteY23924" fmla="*/ 1887858 h 4489084"/>
              <a:gd name="connsiteX23925" fmla="*/ 4482562 w 5158787"/>
              <a:gd name="connsiteY23925" fmla="*/ 1901717 h 4489084"/>
              <a:gd name="connsiteX23926" fmla="*/ 4481615 w 5158787"/>
              <a:gd name="connsiteY23926" fmla="*/ 1902309 h 4489084"/>
              <a:gd name="connsiteX23927" fmla="*/ 4465624 w 5158787"/>
              <a:gd name="connsiteY23927" fmla="*/ 1902309 h 4489084"/>
              <a:gd name="connsiteX23928" fmla="*/ 4464618 w 5158787"/>
              <a:gd name="connsiteY23928" fmla="*/ 1901717 h 4489084"/>
              <a:gd name="connsiteX23929" fmla="*/ 4456622 w 5158787"/>
              <a:gd name="connsiteY23929" fmla="*/ 1887858 h 4489084"/>
              <a:gd name="connsiteX23930" fmla="*/ 4456622 w 5158787"/>
              <a:gd name="connsiteY23930" fmla="*/ 1886733 h 4489084"/>
              <a:gd name="connsiteX23931" fmla="*/ 4464618 w 5158787"/>
              <a:gd name="connsiteY23931" fmla="*/ 1872874 h 4489084"/>
              <a:gd name="connsiteX23932" fmla="*/ 4465565 w 5158787"/>
              <a:gd name="connsiteY23932" fmla="*/ 1872282 h 4489084"/>
              <a:gd name="connsiteX23933" fmla="*/ 4533081 w 5158787"/>
              <a:gd name="connsiteY23933" fmla="*/ 1872223 h 4489084"/>
              <a:gd name="connsiteX23934" fmla="*/ 4549191 w 5158787"/>
              <a:gd name="connsiteY23934" fmla="*/ 1872223 h 4489084"/>
              <a:gd name="connsiteX23935" fmla="*/ 4550198 w 5158787"/>
              <a:gd name="connsiteY23935" fmla="*/ 1872815 h 4489084"/>
              <a:gd name="connsiteX23936" fmla="*/ 4558252 w 5158787"/>
              <a:gd name="connsiteY23936" fmla="*/ 1886793 h 4489084"/>
              <a:gd name="connsiteX23937" fmla="*/ 4558252 w 5158787"/>
              <a:gd name="connsiteY23937" fmla="*/ 1887918 h 4489084"/>
              <a:gd name="connsiteX23938" fmla="*/ 4550198 w 5158787"/>
              <a:gd name="connsiteY23938" fmla="*/ 1901895 h 4489084"/>
              <a:gd name="connsiteX23939" fmla="*/ 4549191 w 5158787"/>
              <a:gd name="connsiteY23939" fmla="*/ 1902487 h 4489084"/>
              <a:gd name="connsiteX23940" fmla="*/ 4533081 w 5158787"/>
              <a:gd name="connsiteY23940" fmla="*/ 1902487 h 4489084"/>
              <a:gd name="connsiteX23941" fmla="*/ 4532074 w 5158787"/>
              <a:gd name="connsiteY23941" fmla="*/ 1901895 h 4489084"/>
              <a:gd name="connsiteX23942" fmla="*/ 4524020 w 5158787"/>
              <a:gd name="connsiteY23942" fmla="*/ 1887918 h 4489084"/>
              <a:gd name="connsiteX23943" fmla="*/ 4524020 w 5158787"/>
              <a:gd name="connsiteY23943" fmla="*/ 1886793 h 4489084"/>
              <a:gd name="connsiteX23944" fmla="*/ 4532074 w 5158787"/>
              <a:gd name="connsiteY23944" fmla="*/ 1872815 h 4489084"/>
              <a:gd name="connsiteX23945" fmla="*/ 4533081 w 5158787"/>
              <a:gd name="connsiteY23945" fmla="*/ 1872223 h 4489084"/>
              <a:gd name="connsiteX23946" fmla="*/ 3383285 w 5158787"/>
              <a:gd name="connsiteY23946" fmla="*/ 1871986 h 4489084"/>
              <a:gd name="connsiteX23947" fmla="*/ 3399631 w 5158787"/>
              <a:gd name="connsiteY23947" fmla="*/ 1871986 h 4489084"/>
              <a:gd name="connsiteX23948" fmla="*/ 3400639 w 5158787"/>
              <a:gd name="connsiteY23948" fmla="*/ 1872578 h 4489084"/>
              <a:gd name="connsiteX23949" fmla="*/ 3408812 w 5158787"/>
              <a:gd name="connsiteY23949" fmla="*/ 1886733 h 4489084"/>
              <a:gd name="connsiteX23950" fmla="*/ 3408812 w 5158787"/>
              <a:gd name="connsiteY23950" fmla="*/ 1887918 h 4489084"/>
              <a:gd name="connsiteX23951" fmla="*/ 3400639 w 5158787"/>
              <a:gd name="connsiteY23951" fmla="*/ 1902072 h 4489084"/>
              <a:gd name="connsiteX23952" fmla="*/ 3399631 w 5158787"/>
              <a:gd name="connsiteY23952" fmla="*/ 1902665 h 4489084"/>
              <a:gd name="connsiteX23953" fmla="*/ 3383285 w 5158787"/>
              <a:gd name="connsiteY23953" fmla="*/ 1902665 h 4489084"/>
              <a:gd name="connsiteX23954" fmla="*/ 3382279 w 5158787"/>
              <a:gd name="connsiteY23954" fmla="*/ 1902072 h 4489084"/>
              <a:gd name="connsiteX23955" fmla="*/ 3374106 w 5158787"/>
              <a:gd name="connsiteY23955" fmla="*/ 1887918 h 4489084"/>
              <a:gd name="connsiteX23956" fmla="*/ 3374106 w 5158787"/>
              <a:gd name="connsiteY23956" fmla="*/ 1886733 h 4489084"/>
              <a:gd name="connsiteX23957" fmla="*/ 3382279 w 5158787"/>
              <a:gd name="connsiteY23957" fmla="*/ 1872578 h 4489084"/>
              <a:gd name="connsiteX23958" fmla="*/ 3383285 w 5158787"/>
              <a:gd name="connsiteY23958" fmla="*/ 1871986 h 4489084"/>
              <a:gd name="connsiteX23959" fmla="*/ 1218905 w 5158787"/>
              <a:gd name="connsiteY23959" fmla="*/ 1871572 h 4489084"/>
              <a:gd name="connsiteX23960" fmla="*/ 1235665 w 5158787"/>
              <a:gd name="connsiteY23960" fmla="*/ 1871572 h 4489084"/>
              <a:gd name="connsiteX23961" fmla="*/ 1236672 w 5158787"/>
              <a:gd name="connsiteY23961" fmla="*/ 1872164 h 4489084"/>
              <a:gd name="connsiteX23962" fmla="*/ 1245082 w 5158787"/>
              <a:gd name="connsiteY23962" fmla="*/ 1886674 h 4489084"/>
              <a:gd name="connsiteX23963" fmla="*/ 1245082 w 5158787"/>
              <a:gd name="connsiteY23963" fmla="*/ 1887859 h 4489084"/>
              <a:gd name="connsiteX23964" fmla="*/ 1236672 w 5158787"/>
              <a:gd name="connsiteY23964" fmla="*/ 1902369 h 4489084"/>
              <a:gd name="connsiteX23965" fmla="*/ 1235665 w 5158787"/>
              <a:gd name="connsiteY23965" fmla="*/ 1902961 h 4489084"/>
              <a:gd name="connsiteX23966" fmla="*/ 1218905 w 5158787"/>
              <a:gd name="connsiteY23966" fmla="*/ 1902961 h 4489084"/>
              <a:gd name="connsiteX23967" fmla="*/ 1217897 w 5158787"/>
              <a:gd name="connsiteY23967" fmla="*/ 1902369 h 4489084"/>
              <a:gd name="connsiteX23968" fmla="*/ 1209488 w 5158787"/>
              <a:gd name="connsiteY23968" fmla="*/ 1887859 h 4489084"/>
              <a:gd name="connsiteX23969" fmla="*/ 1209488 w 5158787"/>
              <a:gd name="connsiteY23969" fmla="*/ 1886674 h 4489084"/>
              <a:gd name="connsiteX23970" fmla="*/ 1217897 w 5158787"/>
              <a:gd name="connsiteY23970" fmla="*/ 1872164 h 4489084"/>
              <a:gd name="connsiteX23971" fmla="*/ 1218905 w 5158787"/>
              <a:gd name="connsiteY23971" fmla="*/ 1871572 h 4489084"/>
              <a:gd name="connsiteX23972" fmla="*/ 4600361 w 5158787"/>
              <a:gd name="connsiteY23972" fmla="*/ 1871453 h 4489084"/>
              <a:gd name="connsiteX23973" fmla="*/ 4617240 w 5158787"/>
              <a:gd name="connsiteY23973" fmla="*/ 1871453 h 4489084"/>
              <a:gd name="connsiteX23974" fmla="*/ 4618247 w 5158787"/>
              <a:gd name="connsiteY23974" fmla="*/ 1872045 h 4489084"/>
              <a:gd name="connsiteX23975" fmla="*/ 4626657 w 5158787"/>
              <a:gd name="connsiteY23975" fmla="*/ 1886674 h 4489084"/>
              <a:gd name="connsiteX23976" fmla="*/ 4626657 w 5158787"/>
              <a:gd name="connsiteY23976" fmla="*/ 1887858 h 4489084"/>
              <a:gd name="connsiteX23977" fmla="*/ 4618188 w 5158787"/>
              <a:gd name="connsiteY23977" fmla="*/ 1902487 h 4489084"/>
              <a:gd name="connsiteX23978" fmla="*/ 4617180 w 5158787"/>
              <a:gd name="connsiteY23978" fmla="*/ 1903079 h 4489084"/>
              <a:gd name="connsiteX23979" fmla="*/ 4600301 w 5158787"/>
              <a:gd name="connsiteY23979" fmla="*/ 1903079 h 4489084"/>
              <a:gd name="connsiteX23980" fmla="*/ 4599295 w 5158787"/>
              <a:gd name="connsiteY23980" fmla="*/ 1902487 h 4489084"/>
              <a:gd name="connsiteX23981" fmla="*/ 4590885 w 5158787"/>
              <a:gd name="connsiteY23981" fmla="*/ 1887858 h 4489084"/>
              <a:gd name="connsiteX23982" fmla="*/ 4590885 w 5158787"/>
              <a:gd name="connsiteY23982" fmla="*/ 1886674 h 4489084"/>
              <a:gd name="connsiteX23983" fmla="*/ 4599354 w 5158787"/>
              <a:gd name="connsiteY23983" fmla="*/ 1872045 h 4489084"/>
              <a:gd name="connsiteX23984" fmla="*/ 4600361 w 5158787"/>
              <a:gd name="connsiteY23984" fmla="*/ 1871453 h 4489084"/>
              <a:gd name="connsiteX23985" fmla="*/ 4194551 w 5158787"/>
              <a:gd name="connsiteY23985" fmla="*/ 1871453 h 4489084"/>
              <a:gd name="connsiteX23986" fmla="*/ 4211430 w 5158787"/>
              <a:gd name="connsiteY23986" fmla="*/ 1871453 h 4489084"/>
              <a:gd name="connsiteX23987" fmla="*/ 4212437 w 5158787"/>
              <a:gd name="connsiteY23987" fmla="*/ 1872045 h 4489084"/>
              <a:gd name="connsiteX23988" fmla="*/ 4220847 w 5158787"/>
              <a:gd name="connsiteY23988" fmla="*/ 1886674 h 4489084"/>
              <a:gd name="connsiteX23989" fmla="*/ 4220847 w 5158787"/>
              <a:gd name="connsiteY23989" fmla="*/ 1887858 h 4489084"/>
              <a:gd name="connsiteX23990" fmla="*/ 4212378 w 5158787"/>
              <a:gd name="connsiteY23990" fmla="*/ 1902487 h 4489084"/>
              <a:gd name="connsiteX23991" fmla="*/ 4211371 w 5158787"/>
              <a:gd name="connsiteY23991" fmla="*/ 1903079 h 4489084"/>
              <a:gd name="connsiteX23992" fmla="*/ 4194491 w 5158787"/>
              <a:gd name="connsiteY23992" fmla="*/ 1903079 h 4489084"/>
              <a:gd name="connsiteX23993" fmla="*/ 4193485 w 5158787"/>
              <a:gd name="connsiteY23993" fmla="*/ 1902487 h 4489084"/>
              <a:gd name="connsiteX23994" fmla="*/ 4185075 w 5158787"/>
              <a:gd name="connsiteY23994" fmla="*/ 1887858 h 4489084"/>
              <a:gd name="connsiteX23995" fmla="*/ 4185075 w 5158787"/>
              <a:gd name="connsiteY23995" fmla="*/ 1886674 h 4489084"/>
              <a:gd name="connsiteX23996" fmla="*/ 4193544 w 5158787"/>
              <a:gd name="connsiteY23996" fmla="*/ 1872045 h 4489084"/>
              <a:gd name="connsiteX23997" fmla="*/ 4194551 w 5158787"/>
              <a:gd name="connsiteY23997" fmla="*/ 1871453 h 4489084"/>
              <a:gd name="connsiteX23998" fmla="*/ 3315236 w 5158787"/>
              <a:gd name="connsiteY23998" fmla="*/ 1871276 h 4489084"/>
              <a:gd name="connsiteX23999" fmla="*/ 3332352 w 5158787"/>
              <a:gd name="connsiteY23999" fmla="*/ 1871276 h 4489084"/>
              <a:gd name="connsiteX24000" fmla="*/ 3333418 w 5158787"/>
              <a:gd name="connsiteY24000" fmla="*/ 1871868 h 4489084"/>
              <a:gd name="connsiteX24001" fmla="*/ 3341946 w 5158787"/>
              <a:gd name="connsiteY24001" fmla="*/ 1886674 h 4489084"/>
              <a:gd name="connsiteX24002" fmla="*/ 3341946 w 5158787"/>
              <a:gd name="connsiteY24002" fmla="*/ 1887859 h 4489084"/>
              <a:gd name="connsiteX24003" fmla="*/ 3333359 w 5158787"/>
              <a:gd name="connsiteY24003" fmla="*/ 1902665 h 4489084"/>
              <a:gd name="connsiteX24004" fmla="*/ 3332292 w 5158787"/>
              <a:gd name="connsiteY24004" fmla="*/ 1903257 h 4489084"/>
              <a:gd name="connsiteX24005" fmla="*/ 3315176 w 5158787"/>
              <a:gd name="connsiteY24005" fmla="*/ 1903257 h 4489084"/>
              <a:gd name="connsiteX24006" fmla="*/ 3314111 w 5158787"/>
              <a:gd name="connsiteY24006" fmla="*/ 1902665 h 4489084"/>
              <a:gd name="connsiteX24007" fmla="*/ 3305582 w 5158787"/>
              <a:gd name="connsiteY24007" fmla="*/ 1887859 h 4489084"/>
              <a:gd name="connsiteX24008" fmla="*/ 3305582 w 5158787"/>
              <a:gd name="connsiteY24008" fmla="*/ 1886674 h 4489084"/>
              <a:gd name="connsiteX24009" fmla="*/ 3314170 w 5158787"/>
              <a:gd name="connsiteY24009" fmla="*/ 1871868 h 4489084"/>
              <a:gd name="connsiteX24010" fmla="*/ 3315236 w 5158787"/>
              <a:gd name="connsiteY24010" fmla="*/ 1871276 h 4489084"/>
              <a:gd name="connsiteX24011" fmla="*/ 1353938 w 5158787"/>
              <a:gd name="connsiteY24011" fmla="*/ 1871276 h 4489084"/>
              <a:gd name="connsiteX24012" fmla="*/ 1371053 w 5158787"/>
              <a:gd name="connsiteY24012" fmla="*/ 1871276 h 4489084"/>
              <a:gd name="connsiteX24013" fmla="*/ 1372120 w 5158787"/>
              <a:gd name="connsiteY24013" fmla="*/ 1871868 h 4489084"/>
              <a:gd name="connsiteX24014" fmla="*/ 1380648 w 5158787"/>
              <a:gd name="connsiteY24014" fmla="*/ 1886674 h 4489084"/>
              <a:gd name="connsiteX24015" fmla="*/ 1380648 w 5158787"/>
              <a:gd name="connsiteY24015" fmla="*/ 1887859 h 4489084"/>
              <a:gd name="connsiteX24016" fmla="*/ 1372060 w 5158787"/>
              <a:gd name="connsiteY24016" fmla="*/ 1902665 h 4489084"/>
              <a:gd name="connsiteX24017" fmla="*/ 1370994 w 5158787"/>
              <a:gd name="connsiteY24017" fmla="*/ 1903257 h 4489084"/>
              <a:gd name="connsiteX24018" fmla="*/ 1353878 w 5158787"/>
              <a:gd name="connsiteY24018" fmla="*/ 1903257 h 4489084"/>
              <a:gd name="connsiteX24019" fmla="*/ 1352812 w 5158787"/>
              <a:gd name="connsiteY24019" fmla="*/ 1902665 h 4489084"/>
              <a:gd name="connsiteX24020" fmla="*/ 1344284 w 5158787"/>
              <a:gd name="connsiteY24020" fmla="*/ 1887859 h 4489084"/>
              <a:gd name="connsiteX24021" fmla="*/ 1344284 w 5158787"/>
              <a:gd name="connsiteY24021" fmla="*/ 1886674 h 4489084"/>
              <a:gd name="connsiteX24022" fmla="*/ 1352872 w 5158787"/>
              <a:gd name="connsiteY24022" fmla="*/ 1871868 h 4489084"/>
              <a:gd name="connsiteX24023" fmla="*/ 1353938 w 5158787"/>
              <a:gd name="connsiteY24023" fmla="*/ 1871276 h 4489084"/>
              <a:gd name="connsiteX24024" fmla="*/ 812857 w 5158787"/>
              <a:gd name="connsiteY24024" fmla="*/ 1871157 h 4489084"/>
              <a:gd name="connsiteX24025" fmla="*/ 830092 w 5158787"/>
              <a:gd name="connsiteY24025" fmla="*/ 1871157 h 4489084"/>
              <a:gd name="connsiteX24026" fmla="*/ 831158 w 5158787"/>
              <a:gd name="connsiteY24026" fmla="*/ 1871749 h 4489084"/>
              <a:gd name="connsiteX24027" fmla="*/ 839746 w 5158787"/>
              <a:gd name="connsiteY24027" fmla="*/ 1886674 h 4489084"/>
              <a:gd name="connsiteX24028" fmla="*/ 839746 w 5158787"/>
              <a:gd name="connsiteY24028" fmla="*/ 1887918 h 4489084"/>
              <a:gd name="connsiteX24029" fmla="*/ 831099 w 5158787"/>
              <a:gd name="connsiteY24029" fmla="*/ 1902843 h 4489084"/>
              <a:gd name="connsiteX24030" fmla="*/ 830033 w 5158787"/>
              <a:gd name="connsiteY24030" fmla="*/ 1903435 h 4489084"/>
              <a:gd name="connsiteX24031" fmla="*/ 812799 w 5158787"/>
              <a:gd name="connsiteY24031" fmla="*/ 1903435 h 4489084"/>
              <a:gd name="connsiteX24032" fmla="*/ 811733 w 5158787"/>
              <a:gd name="connsiteY24032" fmla="*/ 1902843 h 4489084"/>
              <a:gd name="connsiteX24033" fmla="*/ 803145 w 5158787"/>
              <a:gd name="connsiteY24033" fmla="*/ 1887918 h 4489084"/>
              <a:gd name="connsiteX24034" fmla="*/ 803145 w 5158787"/>
              <a:gd name="connsiteY24034" fmla="*/ 1886674 h 4489084"/>
              <a:gd name="connsiteX24035" fmla="*/ 811791 w 5158787"/>
              <a:gd name="connsiteY24035" fmla="*/ 1871749 h 4489084"/>
              <a:gd name="connsiteX24036" fmla="*/ 812857 w 5158787"/>
              <a:gd name="connsiteY24036" fmla="*/ 1871157 h 4489084"/>
              <a:gd name="connsiteX24037" fmla="*/ 1286185 w 5158787"/>
              <a:gd name="connsiteY24037" fmla="*/ 1871038 h 4489084"/>
              <a:gd name="connsiteX24038" fmla="*/ 1303537 w 5158787"/>
              <a:gd name="connsiteY24038" fmla="*/ 1871038 h 4489084"/>
              <a:gd name="connsiteX24039" fmla="*/ 1304603 w 5158787"/>
              <a:gd name="connsiteY24039" fmla="*/ 1871630 h 4489084"/>
              <a:gd name="connsiteX24040" fmla="*/ 1313250 w 5158787"/>
              <a:gd name="connsiteY24040" fmla="*/ 1886614 h 4489084"/>
              <a:gd name="connsiteX24041" fmla="*/ 1313250 w 5158787"/>
              <a:gd name="connsiteY24041" fmla="*/ 1887858 h 4489084"/>
              <a:gd name="connsiteX24042" fmla="*/ 1304603 w 5158787"/>
              <a:gd name="connsiteY24042" fmla="*/ 1902842 h 4489084"/>
              <a:gd name="connsiteX24043" fmla="*/ 1303537 w 5158787"/>
              <a:gd name="connsiteY24043" fmla="*/ 1903434 h 4489084"/>
              <a:gd name="connsiteX24044" fmla="*/ 1286185 w 5158787"/>
              <a:gd name="connsiteY24044" fmla="*/ 1903434 h 4489084"/>
              <a:gd name="connsiteX24045" fmla="*/ 1285119 w 5158787"/>
              <a:gd name="connsiteY24045" fmla="*/ 1902842 h 4489084"/>
              <a:gd name="connsiteX24046" fmla="*/ 1276472 w 5158787"/>
              <a:gd name="connsiteY24046" fmla="*/ 1887858 h 4489084"/>
              <a:gd name="connsiteX24047" fmla="*/ 1276472 w 5158787"/>
              <a:gd name="connsiteY24047" fmla="*/ 1886614 h 4489084"/>
              <a:gd name="connsiteX24048" fmla="*/ 1285119 w 5158787"/>
              <a:gd name="connsiteY24048" fmla="*/ 1871630 h 4489084"/>
              <a:gd name="connsiteX24049" fmla="*/ 1286185 w 5158787"/>
              <a:gd name="connsiteY24049" fmla="*/ 1871038 h 4489084"/>
              <a:gd name="connsiteX24050" fmla="*/ 4261712 w 5158787"/>
              <a:gd name="connsiteY24050" fmla="*/ 1870565 h 4489084"/>
              <a:gd name="connsiteX24051" fmla="*/ 4279598 w 5158787"/>
              <a:gd name="connsiteY24051" fmla="*/ 1870565 h 4489084"/>
              <a:gd name="connsiteX24052" fmla="*/ 4280664 w 5158787"/>
              <a:gd name="connsiteY24052" fmla="*/ 1871216 h 4489084"/>
              <a:gd name="connsiteX24053" fmla="*/ 4289607 w 5158787"/>
              <a:gd name="connsiteY24053" fmla="*/ 1886733 h 4489084"/>
              <a:gd name="connsiteX24054" fmla="*/ 4289607 w 5158787"/>
              <a:gd name="connsiteY24054" fmla="*/ 1887977 h 4489084"/>
              <a:gd name="connsiteX24055" fmla="*/ 4280664 w 5158787"/>
              <a:gd name="connsiteY24055" fmla="*/ 1903494 h 4489084"/>
              <a:gd name="connsiteX24056" fmla="*/ 4279598 w 5158787"/>
              <a:gd name="connsiteY24056" fmla="*/ 1904146 h 4489084"/>
              <a:gd name="connsiteX24057" fmla="*/ 4261712 w 5158787"/>
              <a:gd name="connsiteY24057" fmla="*/ 1904146 h 4489084"/>
              <a:gd name="connsiteX24058" fmla="*/ 4260646 w 5158787"/>
              <a:gd name="connsiteY24058" fmla="*/ 1903494 h 4489084"/>
              <a:gd name="connsiteX24059" fmla="*/ 4251703 w 5158787"/>
              <a:gd name="connsiteY24059" fmla="*/ 1887977 h 4489084"/>
              <a:gd name="connsiteX24060" fmla="*/ 4251703 w 5158787"/>
              <a:gd name="connsiteY24060" fmla="*/ 1886733 h 4489084"/>
              <a:gd name="connsiteX24061" fmla="*/ 4260646 w 5158787"/>
              <a:gd name="connsiteY24061" fmla="*/ 1871216 h 4489084"/>
              <a:gd name="connsiteX24062" fmla="*/ 4261712 w 5158787"/>
              <a:gd name="connsiteY24062" fmla="*/ 1870565 h 4489084"/>
              <a:gd name="connsiteX24063" fmla="*/ 1082983 w 5158787"/>
              <a:gd name="connsiteY24063" fmla="*/ 1870446 h 4489084"/>
              <a:gd name="connsiteX24064" fmla="*/ 1100987 w 5158787"/>
              <a:gd name="connsiteY24064" fmla="*/ 1870446 h 4489084"/>
              <a:gd name="connsiteX24065" fmla="*/ 1102113 w 5158787"/>
              <a:gd name="connsiteY24065" fmla="*/ 1871097 h 4489084"/>
              <a:gd name="connsiteX24066" fmla="*/ 1111115 w 5158787"/>
              <a:gd name="connsiteY24066" fmla="*/ 1886674 h 4489084"/>
              <a:gd name="connsiteX24067" fmla="*/ 1111115 w 5158787"/>
              <a:gd name="connsiteY24067" fmla="*/ 1887917 h 4489084"/>
              <a:gd name="connsiteX24068" fmla="*/ 1102113 w 5158787"/>
              <a:gd name="connsiteY24068" fmla="*/ 1903494 h 4489084"/>
              <a:gd name="connsiteX24069" fmla="*/ 1100987 w 5158787"/>
              <a:gd name="connsiteY24069" fmla="*/ 1904145 h 4489084"/>
              <a:gd name="connsiteX24070" fmla="*/ 1082983 w 5158787"/>
              <a:gd name="connsiteY24070" fmla="*/ 1904145 h 4489084"/>
              <a:gd name="connsiteX24071" fmla="*/ 1081858 w 5158787"/>
              <a:gd name="connsiteY24071" fmla="*/ 1903494 h 4489084"/>
              <a:gd name="connsiteX24072" fmla="*/ 1072856 w 5158787"/>
              <a:gd name="connsiteY24072" fmla="*/ 1887917 h 4489084"/>
              <a:gd name="connsiteX24073" fmla="*/ 1072856 w 5158787"/>
              <a:gd name="connsiteY24073" fmla="*/ 1886674 h 4489084"/>
              <a:gd name="connsiteX24074" fmla="*/ 1081858 w 5158787"/>
              <a:gd name="connsiteY24074" fmla="*/ 1871097 h 4489084"/>
              <a:gd name="connsiteX24075" fmla="*/ 1082983 w 5158787"/>
              <a:gd name="connsiteY24075" fmla="*/ 1870446 h 4489084"/>
              <a:gd name="connsiteX24076" fmla="*/ 1623826 w 5158787"/>
              <a:gd name="connsiteY24076" fmla="*/ 1870032 h 4489084"/>
              <a:gd name="connsiteX24077" fmla="*/ 1642245 w 5158787"/>
              <a:gd name="connsiteY24077" fmla="*/ 1870032 h 4489084"/>
              <a:gd name="connsiteX24078" fmla="*/ 1643370 w 5158787"/>
              <a:gd name="connsiteY24078" fmla="*/ 1870683 h 4489084"/>
              <a:gd name="connsiteX24079" fmla="*/ 1652610 w 5158787"/>
              <a:gd name="connsiteY24079" fmla="*/ 1886674 h 4489084"/>
              <a:gd name="connsiteX24080" fmla="*/ 1652610 w 5158787"/>
              <a:gd name="connsiteY24080" fmla="*/ 1887977 h 4489084"/>
              <a:gd name="connsiteX24081" fmla="*/ 1643370 w 5158787"/>
              <a:gd name="connsiteY24081" fmla="*/ 1903968 h 4489084"/>
              <a:gd name="connsiteX24082" fmla="*/ 1642245 w 5158787"/>
              <a:gd name="connsiteY24082" fmla="*/ 1904620 h 4489084"/>
              <a:gd name="connsiteX24083" fmla="*/ 1623826 w 5158787"/>
              <a:gd name="connsiteY24083" fmla="*/ 1904620 h 4489084"/>
              <a:gd name="connsiteX24084" fmla="*/ 1622701 w 5158787"/>
              <a:gd name="connsiteY24084" fmla="*/ 1903968 h 4489084"/>
              <a:gd name="connsiteX24085" fmla="*/ 1613462 w 5158787"/>
              <a:gd name="connsiteY24085" fmla="*/ 1887977 h 4489084"/>
              <a:gd name="connsiteX24086" fmla="*/ 1613462 w 5158787"/>
              <a:gd name="connsiteY24086" fmla="*/ 1886674 h 4489084"/>
              <a:gd name="connsiteX24087" fmla="*/ 1622701 w 5158787"/>
              <a:gd name="connsiteY24087" fmla="*/ 1870683 h 4489084"/>
              <a:gd name="connsiteX24088" fmla="*/ 1623826 w 5158787"/>
              <a:gd name="connsiteY24088" fmla="*/ 1870032 h 4489084"/>
              <a:gd name="connsiteX24089" fmla="*/ 1420921 w 5158787"/>
              <a:gd name="connsiteY24089" fmla="*/ 1870032 h 4489084"/>
              <a:gd name="connsiteX24090" fmla="*/ 1439340 w 5158787"/>
              <a:gd name="connsiteY24090" fmla="*/ 1870032 h 4489084"/>
              <a:gd name="connsiteX24091" fmla="*/ 1440465 w 5158787"/>
              <a:gd name="connsiteY24091" fmla="*/ 1870683 h 4489084"/>
              <a:gd name="connsiteX24092" fmla="*/ 1449705 w 5158787"/>
              <a:gd name="connsiteY24092" fmla="*/ 1886674 h 4489084"/>
              <a:gd name="connsiteX24093" fmla="*/ 1449705 w 5158787"/>
              <a:gd name="connsiteY24093" fmla="*/ 1887977 h 4489084"/>
              <a:gd name="connsiteX24094" fmla="*/ 1440465 w 5158787"/>
              <a:gd name="connsiteY24094" fmla="*/ 1903968 h 4489084"/>
              <a:gd name="connsiteX24095" fmla="*/ 1439340 w 5158787"/>
              <a:gd name="connsiteY24095" fmla="*/ 1904620 h 4489084"/>
              <a:gd name="connsiteX24096" fmla="*/ 1420921 w 5158787"/>
              <a:gd name="connsiteY24096" fmla="*/ 1904620 h 4489084"/>
              <a:gd name="connsiteX24097" fmla="*/ 1419796 w 5158787"/>
              <a:gd name="connsiteY24097" fmla="*/ 1903968 h 4489084"/>
              <a:gd name="connsiteX24098" fmla="*/ 1410557 w 5158787"/>
              <a:gd name="connsiteY24098" fmla="*/ 1887977 h 4489084"/>
              <a:gd name="connsiteX24099" fmla="*/ 1410557 w 5158787"/>
              <a:gd name="connsiteY24099" fmla="*/ 1886674 h 4489084"/>
              <a:gd name="connsiteX24100" fmla="*/ 1419796 w 5158787"/>
              <a:gd name="connsiteY24100" fmla="*/ 1870683 h 4489084"/>
              <a:gd name="connsiteX24101" fmla="*/ 1420921 w 5158787"/>
              <a:gd name="connsiteY24101" fmla="*/ 1870032 h 4489084"/>
              <a:gd name="connsiteX24102" fmla="*/ 1015111 w 5158787"/>
              <a:gd name="connsiteY24102" fmla="*/ 1869914 h 4489084"/>
              <a:gd name="connsiteX24103" fmla="*/ 1033649 w 5158787"/>
              <a:gd name="connsiteY24103" fmla="*/ 1869914 h 4489084"/>
              <a:gd name="connsiteX24104" fmla="*/ 1034774 w 5158787"/>
              <a:gd name="connsiteY24104" fmla="*/ 1870565 h 4489084"/>
              <a:gd name="connsiteX24105" fmla="*/ 1044013 w 5158787"/>
              <a:gd name="connsiteY24105" fmla="*/ 1886615 h 4489084"/>
              <a:gd name="connsiteX24106" fmla="*/ 1044013 w 5158787"/>
              <a:gd name="connsiteY24106" fmla="*/ 1887918 h 4489084"/>
              <a:gd name="connsiteX24107" fmla="*/ 1034715 w 5158787"/>
              <a:gd name="connsiteY24107" fmla="*/ 1903968 h 4489084"/>
              <a:gd name="connsiteX24108" fmla="*/ 1033589 w 5158787"/>
              <a:gd name="connsiteY24108" fmla="*/ 1904620 h 4489084"/>
              <a:gd name="connsiteX24109" fmla="*/ 1015052 w 5158787"/>
              <a:gd name="connsiteY24109" fmla="*/ 1904620 h 4489084"/>
              <a:gd name="connsiteX24110" fmla="*/ 1013927 w 5158787"/>
              <a:gd name="connsiteY24110" fmla="*/ 1903968 h 4489084"/>
              <a:gd name="connsiteX24111" fmla="*/ 1004688 w 5158787"/>
              <a:gd name="connsiteY24111" fmla="*/ 1887918 h 4489084"/>
              <a:gd name="connsiteX24112" fmla="*/ 1004688 w 5158787"/>
              <a:gd name="connsiteY24112" fmla="*/ 1886615 h 4489084"/>
              <a:gd name="connsiteX24113" fmla="*/ 1013986 w 5158787"/>
              <a:gd name="connsiteY24113" fmla="*/ 1870565 h 4489084"/>
              <a:gd name="connsiteX24114" fmla="*/ 1015111 w 5158787"/>
              <a:gd name="connsiteY24114" fmla="*/ 1869914 h 4489084"/>
              <a:gd name="connsiteX24115" fmla="*/ 1488379 w 5158787"/>
              <a:gd name="connsiteY24115" fmla="*/ 1869736 h 4489084"/>
              <a:gd name="connsiteX24116" fmla="*/ 1507153 w 5158787"/>
              <a:gd name="connsiteY24116" fmla="*/ 1869736 h 4489084"/>
              <a:gd name="connsiteX24117" fmla="*/ 1508278 w 5158787"/>
              <a:gd name="connsiteY24117" fmla="*/ 1870387 h 4489084"/>
              <a:gd name="connsiteX24118" fmla="*/ 1517636 w 5158787"/>
              <a:gd name="connsiteY24118" fmla="*/ 1886615 h 4489084"/>
              <a:gd name="connsiteX24119" fmla="*/ 1517636 w 5158787"/>
              <a:gd name="connsiteY24119" fmla="*/ 1887918 h 4489084"/>
              <a:gd name="connsiteX24120" fmla="*/ 1508219 w 5158787"/>
              <a:gd name="connsiteY24120" fmla="*/ 1904146 h 4489084"/>
              <a:gd name="connsiteX24121" fmla="*/ 1507094 w 5158787"/>
              <a:gd name="connsiteY24121" fmla="*/ 1904797 h 4489084"/>
              <a:gd name="connsiteX24122" fmla="*/ 1488320 w 5158787"/>
              <a:gd name="connsiteY24122" fmla="*/ 1904797 h 4489084"/>
              <a:gd name="connsiteX24123" fmla="*/ 1487194 w 5158787"/>
              <a:gd name="connsiteY24123" fmla="*/ 1904146 h 4489084"/>
              <a:gd name="connsiteX24124" fmla="*/ 1477837 w 5158787"/>
              <a:gd name="connsiteY24124" fmla="*/ 1887918 h 4489084"/>
              <a:gd name="connsiteX24125" fmla="*/ 1477837 w 5158787"/>
              <a:gd name="connsiteY24125" fmla="*/ 1886615 h 4489084"/>
              <a:gd name="connsiteX24126" fmla="*/ 1487254 w 5158787"/>
              <a:gd name="connsiteY24126" fmla="*/ 1870387 h 4489084"/>
              <a:gd name="connsiteX24127" fmla="*/ 1488379 w 5158787"/>
              <a:gd name="connsiteY24127" fmla="*/ 1869736 h 4489084"/>
              <a:gd name="connsiteX24128" fmla="*/ 744453 w 5158787"/>
              <a:gd name="connsiteY24128" fmla="*/ 1869736 h 4489084"/>
              <a:gd name="connsiteX24129" fmla="*/ 763227 w 5158787"/>
              <a:gd name="connsiteY24129" fmla="*/ 1869736 h 4489084"/>
              <a:gd name="connsiteX24130" fmla="*/ 764353 w 5158787"/>
              <a:gd name="connsiteY24130" fmla="*/ 1870387 h 4489084"/>
              <a:gd name="connsiteX24131" fmla="*/ 773710 w 5158787"/>
              <a:gd name="connsiteY24131" fmla="*/ 1886615 h 4489084"/>
              <a:gd name="connsiteX24132" fmla="*/ 773710 w 5158787"/>
              <a:gd name="connsiteY24132" fmla="*/ 1887918 h 4489084"/>
              <a:gd name="connsiteX24133" fmla="*/ 764293 w 5158787"/>
              <a:gd name="connsiteY24133" fmla="*/ 1904146 h 4489084"/>
              <a:gd name="connsiteX24134" fmla="*/ 763168 w 5158787"/>
              <a:gd name="connsiteY24134" fmla="*/ 1904797 h 4489084"/>
              <a:gd name="connsiteX24135" fmla="*/ 744393 w 5158787"/>
              <a:gd name="connsiteY24135" fmla="*/ 1904797 h 4489084"/>
              <a:gd name="connsiteX24136" fmla="*/ 743268 w 5158787"/>
              <a:gd name="connsiteY24136" fmla="*/ 1904146 h 4489084"/>
              <a:gd name="connsiteX24137" fmla="*/ 733911 w 5158787"/>
              <a:gd name="connsiteY24137" fmla="*/ 1887918 h 4489084"/>
              <a:gd name="connsiteX24138" fmla="*/ 733911 w 5158787"/>
              <a:gd name="connsiteY24138" fmla="*/ 1886615 h 4489084"/>
              <a:gd name="connsiteX24139" fmla="*/ 743327 w 5158787"/>
              <a:gd name="connsiteY24139" fmla="*/ 1870387 h 4489084"/>
              <a:gd name="connsiteX24140" fmla="*/ 744453 w 5158787"/>
              <a:gd name="connsiteY24140" fmla="*/ 1869736 h 4489084"/>
              <a:gd name="connsiteX24141" fmla="*/ 1555895 w 5158787"/>
              <a:gd name="connsiteY24141" fmla="*/ 1869499 h 4489084"/>
              <a:gd name="connsiteX24142" fmla="*/ 1574906 w 5158787"/>
              <a:gd name="connsiteY24142" fmla="*/ 1869499 h 4489084"/>
              <a:gd name="connsiteX24143" fmla="*/ 1576091 w 5158787"/>
              <a:gd name="connsiteY24143" fmla="*/ 1870150 h 4489084"/>
              <a:gd name="connsiteX24144" fmla="*/ 1585567 w 5158787"/>
              <a:gd name="connsiteY24144" fmla="*/ 1886615 h 4489084"/>
              <a:gd name="connsiteX24145" fmla="*/ 1585567 w 5158787"/>
              <a:gd name="connsiteY24145" fmla="*/ 1887977 h 4489084"/>
              <a:gd name="connsiteX24146" fmla="*/ 1576091 w 5158787"/>
              <a:gd name="connsiteY24146" fmla="*/ 1904442 h 4489084"/>
              <a:gd name="connsiteX24147" fmla="*/ 1574906 w 5158787"/>
              <a:gd name="connsiteY24147" fmla="*/ 1905093 h 4489084"/>
              <a:gd name="connsiteX24148" fmla="*/ 1555895 w 5158787"/>
              <a:gd name="connsiteY24148" fmla="*/ 1905093 h 4489084"/>
              <a:gd name="connsiteX24149" fmla="*/ 1554710 w 5158787"/>
              <a:gd name="connsiteY24149" fmla="*/ 1904442 h 4489084"/>
              <a:gd name="connsiteX24150" fmla="*/ 1545235 w 5158787"/>
              <a:gd name="connsiteY24150" fmla="*/ 1887977 h 4489084"/>
              <a:gd name="connsiteX24151" fmla="*/ 1545235 w 5158787"/>
              <a:gd name="connsiteY24151" fmla="*/ 1886615 h 4489084"/>
              <a:gd name="connsiteX24152" fmla="*/ 1554710 w 5158787"/>
              <a:gd name="connsiteY24152" fmla="*/ 1870150 h 4489084"/>
              <a:gd name="connsiteX24153" fmla="*/ 1555895 w 5158787"/>
              <a:gd name="connsiteY24153" fmla="*/ 1869499 h 4489084"/>
              <a:gd name="connsiteX24154" fmla="*/ 4666870 w 5158787"/>
              <a:gd name="connsiteY24154" fmla="*/ 1869380 h 4489084"/>
              <a:gd name="connsiteX24155" fmla="*/ 4685941 w 5158787"/>
              <a:gd name="connsiteY24155" fmla="*/ 1869380 h 4489084"/>
              <a:gd name="connsiteX24156" fmla="*/ 4687125 w 5158787"/>
              <a:gd name="connsiteY24156" fmla="*/ 1870031 h 4489084"/>
              <a:gd name="connsiteX24157" fmla="*/ 4696661 w 5158787"/>
              <a:gd name="connsiteY24157" fmla="*/ 1886555 h 4489084"/>
              <a:gd name="connsiteX24158" fmla="*/ 4696661 w 5158787"/>
              <a:gd name="connsiteY24158" fmla="*/ 1887917 h 4489084"/>
              <a:gd name="connsiteX24159" fmla="*/ 4687125 w 5158787"/>
              <a:gd name="connsiteY24159" fmla="*/ 1904441 h 4489084"/>
              <a:gd name="connsiteX24160" fmla="*/ 4685941 w 5158787"/>
              <a:gd name="connsiteY24160" fmla="*/ 1905093 h 4489084"/>
              <a:gd name="connsiteX24161" fmla="*/ 4666870 w 5158787"/>
              <a:gd name="connsiteY24161" fmla="*/ 1905093 h 4489084"/>
              <a:gd name="connsiteX24162" fmla="*/ 4665686 w 5158787"/>
              <a:gd name="connsiteY24162" fmla="*/ 1904441 h 4489084"/>
              <a:gd name="connsiteX24163" fmla="*/ 4656151 w 5158787"/>
              <a:gd name="connsiteY24163" fmla="*/ 1887917 h 4489084"/>
              <a:gd name="connsiteX24164" fmla="*/ 4656151 w 5158787"/>
              <a:gd name="connsiteY24164" fmla="*/ 1886555 h 4489084"/>
              <a:gd name="connsiteX24165" fmla="*/ 4665686 w 5158787"/>
              <a:gd name="connsiteY24165" fmla="*/ 1870031 h 4489084"/>
              <a:gd name="connsiteX24166" fmla="*/ 4666870 w 5158787"/>
              <a:gd name="connsiteY24166" fmla="*/ 1869380 h 4489084"/>
              <a:gd name="connsiteX24167" fmla="*/ 879545 w 5158787"/>
              <a:gd name="connsiteY24167" fmla="*/ 1869321 h 4489084"/>
              <a:gd name="connsiteX24168" fmla="*/ 898733 w 5158787"/>
              <a:gd name="connsiteY24168" fmla="*/ 1869321 h 4489084"/>
              <a:gd name="connsiteX24169" fmla="*/ 899918 w 5158787"/>
              <a:gd name="connsiteY24169" fmla="*/ 1869972 h 4489084"/>
              <a:gd name="connsiteX24170" fmla="*/ 909512 w 5158787"/>
              <a:gd name="connsiteY24170" fmla="*/ 1886615 h 4489084"/>
              <a:gd name="connsiteX24171" fmla="*/ 909512 w 5158787"/>
              <a:gd name="connsiteY24171" fmla="*/ 1887977 h 4489084"/>
              <a:gd name="connsiteX24172" fmla="*/ 899918 w 5158787"/>
              <a:gd name="connsiteY24172" fmla="*/ 1904619 h 4489084"/>
              <a:gd name="connsiteX24173" fmla="*/ 898733 w 5158787"/>
              <a:gd name="connsiteY24173" fmla="*/ 1905271 h 4489084"/>
              <a:gd name="connsiteX24174" fmla="*/ 879545 w 5158787"/>
              <a:gd name="connsiteY24174" fmla="*/ 1905271 h 4489084"/>
              <a:gd name="connsiteX24175" fmla="*/ 878360 w 5158787"/>
              <a:gd name="connsiteY24175" fmla="*/ 1904619 h 4489084"/>
              <a:gd name="connsiteX24176" fmla="*/ 868766 w 5158787"/>
              <a:gd name="connsiteY24176" fmla="*/ 1887977 h 4489084"/>
              <a:gd name="connsiteX24177" fmla="*/ 868766 w 5158787"/>
              <a:gd name="connsiteY24177" fmla="*/ 1886615 h 4489084"/>
              <a:gd name="connsiteX24178" fmla="*/ 878360 w 5158787"/>
              <a:gd name="connsiteY24178" fmla="*/ 1869972 h 4489084"/>
              <a:gd name="connsiteX24179" fmla="*/ 879545 w 5158787"/>
              <a:gd name="connsiteY24179" fmla="*/ 1869321 h 4489084"/>
              <a:gd name="connsiteX24180" fmla="*/ 676581 w 5158787"/>
              <a:gd name="connsiteY24180" fmla="*/ 1869203 h 4489084"/>
              <a:gd name="connsiteX24181" fmla="*/ 695888 w 5158787"/>
              <a:gd name="connsiteY24181" fmla="*/ 1869203 h 4489084"/>
              <a:gd name="connsiteX24182" fmla="*/ 697073 w 5158787"/>
              <a:gd name="connsiteY24182" fmla="*/ 1869914 h 4489084"/>
              <a:gd name="connsiteX24183" fmla="*/ 706726 w 5158787"/>
              <a:gd name="connsiteY24183" fmla="*/ 1886674 h 4489084"/>
              <a:gd name="connsiteX24184" fmla="*/ 706726 w 5158787"/>
              <a:gd name="connsiteY24184" fmla="*/ 1888037 h 4489084"/>
              <a:gd name="connsiteX24185" fmla="*/ 697073 w 5158787"/>
              <a:gd name="connsiteY24185" fmla="*/ 1904797 h 4489084"/>
              <a:gd name="connsiteX24186" fmla="*/ 695888 w 5158787"/>
              <a:gd name="connsiteY24186" fmla="*/ 1905508 h 4489084"/>
              <a:gd name="connsiteX24187" fmla="*/ 676581 w 5158787"/>
              <a:gd name="connsiteY24187" fmla="*/ 1905508 h 4489084"/>
              <a:gd name="connsiteX24188" fmla="*/ 675396 w 5158787"/>
              <a:gd name="connsiteY24188" fmla="*/ 1904797 h 4489084"/>
              <a:gd name="connsiteX24189" fmla="*/ 665743 w 5158787"/>
              <a:gd name="connsiteY24189" fmla="*/ 1888037 h 4489084"/>
              <a:gd name="connsiteX24190" fmla="*/ 665743 w 5158787"/>
              <a:gd name="connsiteY24190" fmla="*/ 1886674 h 4489084"/>
              <a:gd name="connsiteX24191" fmla="*/ 675396 w 5158787"/>
              <a:gd name="connsiteY24191" fmla="*/ 1869914 h 4489084"/>
              <a:gd name="connsiteX24192" fmla="*/ 676581 w 5158787"/>
              <a:gd name="connsiteY24192" fmla="*/ 1869203 h 4489084"/>
              <a:gd name="connsiteX24193" fmla="*/ 3449381 w 5158787"/>
              <a:gd name="connsiteY24193" fmla="*/ 1869084 h 4489084"/>
              <a:gd name="connsiteX24194" fmla="*/ 3468807 w 5158787"/>
              <a:gd name="connsiteY24194" fmla="*/ 1869084 h 4489084"/>
              <a:gd name="connsiteX24195" fmla="*/ 3469991 w 5158787"/>
              <a:gd name="connsiteY24195" fmla="*/ 1869795 h 4489084"/>
              <a:gd name="connsiteX24196" fmla="*/ 3479704 w 5158787"/>
              <a:gd name="connsiteY24196" fmla="*/ 1886614 h 4489084"/>
              <a:gd name="connsiteX24197" fmla="*/ 3479704 w 5158787"/>
              <a:gd name="connsiteY24197" fmla="*/ 1887977 h 4489084"/>
              <a:gd name="connsiteX24198" fmla="*/ 3469991 w 5158787"/>
              <a:gd name="connsiteY24198" fmla="*/ 1904797 h 4489084"/>
              <a:gd name="connsiteX24199" fmla="*/ 3468807 w 5158787"/>
              <a:gd name="connsiteY24199" fmla="*/ 1905507 h 4489084"/>
              <a:gd name="connsiteX24200" fmla="*/ 3449381 w 5158787"/>
              <a:gd name="connsiteY24200" fmla="*/ 1905507 h 4489084"/>
              <a:gd name="connsiteX24201" fmla="*/ 3448196 w 5158787"/>
              <a:gd name="connsiteY24201" fmla="*/ 1904797 h 4489084"/>
              <a:gd name="connsiteX24202" fmla="*/ 3438484 w 5158787"/>
              <a:gd name="connsiteY24202" fmla="*/ 1887977 h 4489084"/>
              <a:gd name="connsiteX24203" fmla="*/ 3438484 w 5158787"/>
              <a:gd name="connsiteY24203" fmla="*/ 1886614 h 4489084"/>
              <a:gd name="connsiteX24204" fmla="*/ 3448196 w 5158787"/>
              <a:gd name="connsiteY24204" fmla="*/ 1869795 h 4489084"/>
              <a:gd name="connsiteX24205" fmla="*/ 3449381 w 5158787"/>
              <a:gd name="connsiteY24205" fmla="*/ 1869084 h 4489084"/>
              <a:gd name="connsiteX24206" fmla="*/ 3246239 w 5158787"/>
              <a:gd name="connsiteY24206" fmla="*/ 1868670 h 4489084"/>
              <a:gd name="connsiteX24207" fmla="*/ 3266138 w 5158787"/>
              <a:gd name="connsiteY24207" fmla="*/ 1868670 h 4489084"/>
              <a:gd name="connsiteX24208" fmla="*/ 3267323 w 5158787"/>
              <a:gd name="connsiteY24208" fmla="*/ 1869381 h 4489084"/>
              <a:gd name="connsiteX24209" fmla="*/ 3277273 w 5158787"/>
              <a:gd name="connsiteY24209" fmla="*/ 1886615 h 4489084"/>
              <a:gd name="connsiteX24210" fmla="*/ 3277273 w 5158787"/>
              <a:gd name="connsiteY24210" fmla="*/ 1888037 h 4489084"/>
              <a:gd name="connsiteX24211" fmla="*/ 3267323 w 5158787"/>
              <a:gd name="connsiteY24211" fmla="*/ 1905271 h 4489084"/>
              <a:gd name="connsiteX24212" fmla="*/ 3266138 w 5158787"/>
              <a:gd name="connsiteY24212" fmla="*/ 1905982 h 4489084"/>
              <a:gd name="connsiteX24213" fmla="*/ 3246239 w 5158787"/>
              <a:gd name="connsiteY24213" fmla="*/ 1905982 h 4489084"/>
              <a:gd name="connsiteX24214" fmla="*/ 3245054 w 5158787"/>
              <a:gd name="connsiteY24214" fmla="*/ 1905271 h 4489084"/>
              <a:gd name="connsiteX24215" fmla="*/ 3235104 w 5158787"/>
              <a:gd name="connsiteY24215" fmla="*/ 1888037 h 4489084"/>
              <a:gd name="connsiteX24216" fmla="*/ 3235104 w 5158787"/>
              <a:gd name="connsiteY24216" fmla="*/ 1886615 h 4489084"/>
              <a:gd name="connsiteX24217" fmla="*/ 3245054 w 5158787"/>
              <a:gd name="connsiteY24217" fmla="*/ 1869381 h 4489084"/>
              <a:gd name="connsiteX24218" fmla="*/ 3246239 w 5158787"/>
              <a:gd name="connsiteY24218" fmla="*/ 1868670 h 4489084"/>
              <a:gd name="connsiteX24219" fmla="*/ 946588 w 5158787"/>
              <a:gd name="connsiteY24219" fmla="*/ 1868255 h 4489084"/>
              <a:gd name="connsiteX24220" fmla="*/ 966902 w 5158787"/>
              <a:gd name="connsiteY24220" fmla="*/ 1868255 h 4489084"/>
              <a:gd name="connsiteX24221" fmla="*/ 968146 w 5158787"/>
              <a:gd name="connsiteY24221" fmla="*/ 1868966 h 4489084"/>
              <a:gd name="connsiteX24222" fmla="*/ 978274 w 5158787"/>
              <a:gd name="connsiteY24222" fmla="*/ 1886556 h 4489084"/>
              <a:gd name="connsiteX24223" fmla="*/ 978274 w 5158787"/>
              <a:gd name="connsiteY24223" fmla="*/ 1887977 h 4489084"/>
              <a:gd name="connsiteX24224" fmla="*/ 968087 w 5158787"/>
              <a:gd name="connsiteY24224" fmla="*/ 1905567 h 4489084"/>
              <a:gd name="connsiteX24225" fmla="*/ 966843 w 5158787"/>
              <a:gd name="connsiteY24225" fmla="*/ 1906277 h 4489084"/>
              <a:gd name="connsiteX24226" fmla="*/ 946529 w 5158787"/>
              <a:gd name="connsiteY24226" fmla="*/ 1906277 h 4489084"/>
              <a:gd name="connsiteX24227" fmla="*/ 945285 w 5158787"/>
              <a:gd name="connsiteY24227" fmla="*/ 1905567 h 4489084"/>
              <a:gd name="connsiteX24228" fmla="*/ 935158 w 5158787"/>
              <a:gd name="connsiteY24228" fmla="*/ 1887977 h 4489084"/>
              <a:gd name="connsiteX24229" fmla="*/ 935158 w 5158787"/>
              <a:gd name="connsiteY24229" fmla="*/ 1886556 h 4489084"/>
              <a:gd name="connsiteX24230" fmla="*/ 945344 w 5158787"/>
              <a:gd name="connsiteY24230" fmla="*/ 1868966 h 4489084"/>
              <a:gd name="connsiteX24231" fmla="*/ 946588 w 5158787"/>
              <a:gd name="connsiteY24231" fmla="*/ 1868255 h 4489084"/>
              <a:gd name="connsiteX24232" fmla="*/ 1149316 w 5158787"/>
              <a:gd name="connsiteY24232" fmla="*/ 1868077 h 4489084"/>
              <a:gd name="connsiteX24233" fmla="*/ 1169866 w 5158787"/>
              <a:gd name="connsiteY24233" fmla="*/ 1868077 h 4489084"/>
              <a:gd name="connsiteX24234" fmla="*/ 1171110 w 5158787"/>
              <a:gd name="connsiteY24234" fmla="*/ 1868788 h 4489084"/>
              <a:gd name="connsiteX24235" fmla="*/ 1181356 w 5158787"/>
              <a:gd name="connsiteY24235" fmla="*/ 1886556 h 4489084"/>
              <a:gd name="connsiteX24236" fmla="*/ 1181356 w 5158787"/>
              <a:gd name="connsiteY24236" fmla="*/ 1888036 h 4489084"/>
              <a:gd name="connsiteX24237" fmla="*/ 1171110 w 5158787"/>
              <a:gd name="connsiteY24237" fmla="*/ 1905804 h 4489084"/>
              <a:gd name="connsiteX24238" fmla="*/ 1169866 w 5158787"/>
              <a:gd name="connsiteY24238" fmla="*/ 1906514 h 4489084"/>
              <a:gd name="connsiteX24239" fmla="*/ 1149316 w 5158787"/>
              <a:gd name="connsiteY24239" fmla="*/ 1906514 h 4489084"/>
              <a:gd name="connsiteX24240" fmla="*/ 1148072 w 5158787"/>
              <a:gd name="connsiteY24240" fmla="*/ 1905804 h 4489084"/>
              <a:gd name="connsiteX24241" fmla="*/ 1137826 w 5158787"/>
              <a:gd name="connsiteY24241" fmla="*/ 1888036 h 4489084"/>
              <a:gd name="connsiteX24242" fmla="*/ 1137826 w 5158787"/>
              <a:gd name="connsiteY24242" fmla="*/ 1886556 h 4489084"/>
              <a:gd name="connsiteX24243" fmla="*/ 1148072 w 5158787"/>
              <a:gd name="connsiteY24243" fmla="*/ 1868788 h 4489084"/>
              <a:gd name="connsiteX24244" fmla="*/ 1149316 w 5158787"/>
              <a:gd name="connsiteY24244" fmla="*/ 1868077 h 4489084"/>
              <a:gd name="connsiteX24245" fmla="*/ 4733618 w 5158787"/>
              <a:gd name="connsiteY24245" fmla="*/ 1867722 h 4489084"/>
              <a:gd name="connsiteX24246" fmla="*/ 4754465 w 5158787"/>
              <a:gd name="connsiteY24246" fmla="*/ 1867722 h 4489084"/>
              <a:gd name="connsiteX24247" fmla="*/ 4755768 w 5158787"/>
              <a:gd name="connsiteY24247" fmla="*/ 1868433 h 4489084"/>
              <a:gd name="connsiteX24248" fmla="*/ 4766192 w 5158787"/>
              <a:gd name="connsiteY24248" fmla="*/ 1886497 h 4489084"/>
              <a:gd name="connsiteX24249" fmla="*/ 4766192 w 5158787"/>
              <a:gd name="connsiteY24249" fmla="*/ 1887977 h 4489084"/>
              <a:gd name="connsiteX24250" fmla="*/ 4755768 w 5158787"/>
              <a:gd name="connsiteY24250" fmla="*/ 1906041 h 4489084"/>
              <a:gd name="connsiteX24251" fmla="*/ 4754465 w 5158787"/>
              <a:gd name="connsiteY24251" fmla="*/ 1906751 h 4489084"/>
              <a:gd name="connsiteX24252" fmla="*/ 4733618 w 5158787"/>
              <a:gd name="connsiteY24252" fmla="*/ 1906751 h 4489084"/>
              <a:gd name="connsiteX24253" fmla="*/ 4732315 w 5158787"/>
              <a:gd name="connsiteY24253" fmla="*/ 1906041 h 4489084"/>
              <a:gd name="connsiteX24254" fmla="*/ 4721891 w 5158787"/>
              <a:gd name="connsiteY24254" fmla="*/ 1887977 h 4489084"/>
              <a:gd name="connsiteX24255" fmla="*/ 4721891 w 5158787"/>
              <a:gd name="connsiteY24255" fmla="*/ 1886497 h 4489084"/>
              <a:gd name="connsiteX24256" fmla="*/ 4732315 w 5158787"/>
              <a:gd name="connsiteY24256" fmla="*/ 1868433 h 4489084"/>
              <a:gd name="connsiteX24257" fmla="*/ 4733618 w 5158787"/>
              <a:gd name="connsiteY24257" fmla="*/ 1867722 h 4489084"/>
              <a:gd name="connsiteX24258" fmla="*/ 3516246 w 5158787"/>
              <a:gd name="connsiteY24258" fmla="*/ 1867663 h 4489084"/>
              <a:gd name="connsiteX24259" fmla="*/ 3537211 w 5158787"/>
              <a:gd name="connsiteY24259" fmla="*/ 1867663 h 4489084"/>
              <a:gd name="connsiteX24260" fmla="*/ 3538514 w 5158787"/>
              <a:gd name="connsiteY24260" fmla="*/ 1868433 h 4489084"/>
              <a:gd name="connsiteX24261" fmla="*/ 3548997 w 5158787"/>
              <a:gd name="connsiteY24261" fmla="*/ 1886615 h 4489084"/>
              <a:gd name="connsiteX24262" fmla="*/ 3548997 w 5158787"/>
              <a:gd name="connsiteY24262" fmla="*/ 1888095 h 4489084"/>
              <a:gd name="connsiteX24263" fmla="*/ 3538514 w 5158787"/>
              <a:gd name="connsiteY24263" fmla="*/ 1906278 h 4489084"/>
              <a:gd name="connsiteX24264" fmla="*/ 3537211 w 5158787"/>
              <a:gd name="connsiteY24264" fmla="*/ 1907047 h 4489084"/>
              <a:gd name="connsiteX24265" fmla="*/ 3516246 w 5158787"/>
              <a:gd name="connsiteY24265" fmla="*/ 1907047 h 4489084"/>
              <a:gd name="connsiteX24266" fmla="*/ 3514943 w 5158787"/>
              <a:gd name="connsiteY24266" fmla="*/ 1906278 h 4489084"/>
              <a:gd name="connsiteX24267" fmla="*/ 3504460 w 5158787"/>
              <a:gd name="connsiteY24267" fmla="*/ 1888095 h 4489084"/>
              <a:gd name="connsiteX24268" fmla="*/ 3504460 w 5158787"/>
              <a:gd name="connsiteY24268" fmla="*/ 1886615 h 4489084"/>
              <a:gd name="connsiteX24269" fmla="*/ 3514943 w 5158787"/>
              <a:gd name="connsiteY24269" fmla="*/ 1868433 h 4489084"/>
              <a:gd name="connsiteX24270" fmla="*/ 3516246 w 5158787"/>
              <a:gd name="connsiteY24270" fmla="*/ 1867663 h 4489084"/>
              <a:gd name="connsiteX24271" fmla="*/ 3651220 w 5158787"/>
              <a:gd name="connsiteY24271" fmla="*/ 1867130 h 4489084"/>
              <a:gd name="connsiteX24272" fmla="*/ 3672718 w 5158787"/>
              <a:gd name="connsiteY24272" fmla="*/ 1867130 h 4489084"/>
              <a:gd name="connsiteX24273" fmla="*/ 3674021 w 5158787"/>
              <a:gd name="connsiteY24273" fmla="*/ 1867900 h 4489084"/>
              <a:gd name="connsiteX24274" fmla="*/ 3684801 w 5158787"/>
              <a:gd name="connsiteY24274" fmla="*/ 1886556 h 4489084"/>
              <a:gd name="connsiteX24275" fmla="*/ 3684801 w 5158787"/>
              <a:gd name="connsiteY24275" fmla="*/ 1888096 h 4489084"/>
              <a:gd name="connsiteX24276" fmla="*/ 3674021 w 5158787"/>
              <a:gd name="connsiteY24276" fmla="*/ 1906752 h 4489084"/>
              <a:gd name="connsiteX24277" fmla="*/ 3672718 w 5158787"/>
              <a:gd name="connsiteY24277" fmla="*/ 1907522 h 4489084"/>
              <a:gd name="connsiteX24278" fmla="*/ 3651220 w 5158787"/>
              <a:gd name="connsiteY24278" fmla="*/ 1907522 h 4489084"/>
              <a:gd name="connsiteX24279" fmla="*/ 3649917 w 5158787"/>
              <a:gd name="connsiteY24279" fmla="*/ 1906752 h 4489084"/>
              <a:gd name="connsiteX24280" fmla="*/ 3639138 w 5158787"/>
              <a:gd name="connsiteY24280" fmla="*/ 1888096 h 4489084"/>
              <a:gd name="connsiteX24281" fmla="*/ 3639138 w 5158787"/>
              <a:gd name="connsiteY24281" fmla="*/ 1886556 h 4489084"/>
              <a:gd name="connsiteX24282" fmla="*/ 3649917 w 5158787"/>
              <a:gd name="connsiteY24282" fmla="*/ 1867900 h 4489084"/>
              <a:gd name="connsiteX24283" fmla="*/ 3651220 w 5158787"/>
              <a:gd name="connsiteY24283" fmla="*/ 1867130 h 4489084"/>
              <a:gd name="connsiteX24284" fmla="*/ 3177537 w 5158787"/>
              <a:gd name="connsiteY24284" fmla="*/ 1866715 h 4489084"/>
              <a:gd name="connsiteX24285" fmla="*/ 3199509 w 5158787"/>
              <a:gd name="connsiteY24285" fmla="*/ 1866715 h 4489084"/>
              <a:gd name="connsiteX24286" fmla="*/ 3200872 w 5158787"/>
              <a:gd name="connsiteY24286" fmla="*/ 1867485 h 4489084"/>
              <a:gd name="connsiteX24287" fmla="*/ 3211829 w 5158787"/>
              <a:gd name="connsiteY24287" fmla="*/ 1886496 h 4489084"/>
              <a:gd name="connsiteX24288" fmla="*/ 3211829 w 5158787"/>
              <a:gd name="connsiteY24288" fmla="*/ 1888036 h 4489084"/>
              <a:gd name="connsiteX24289" fmla="*/ 3200813 w 5158787"/>
              <a:gd name="connsiteY24289" fmla="*/ 1907047 h 4489084"/>
              <a:gd name="connsiteX24290" fmla="*/ 3199450 w 5158787"/>
              <a:gd name="connsiteY24290" fmla="*/ 1907817 h 4489084"/>
              <a:gd name="connsiteX24291" fmla="*/ 3177478 w 5158787"/>
              <a:gd name="connsiteY24291" fmla="*/ 1907817 h 4489084"/>
              <a:gd name="connsiteX24292" fmla="*/ 3176116 w 5158787"/>
              <a:gd name="connsiteY24292" fmla="*/ 1907047 h 4489084"/>
              <a:gd name="connsiteX24293" fmla="*/ 3165159 w 5158787"/>
              <a:gd name="connsiteY24293" fmla="*/ 1888036 h 4489084"/>
              <a:gd name="connsiteX24294" fmla="*/ 3165159 w 5158787"/>
              <a:gd name="connsiteY24294" fmla="*/ 1886496 h 4489084"/>
              <a:gd name="connsiteX24295" fmla="*/ 3176175 w 5158787"/>
              <a:gd name="connsiteY24295" fmla="*/ 1867485 h 4489084"/>
              <a:gd name="connsiteX24296" fmla="*/ 3177537 w 5158787"/>
              <a:gd name="connsiteY24296" fmla="*/ 1866715 h 4489084"/>
              <a:gd name="connsiteX24297" fmla="*/ 1892294 w 5158787"/>
              <a:gd name="connsiteY24297" fmla="*/ 1866182 h 4489084"/>
              <a:gd name="connsiteX24298" fmla="*/ 1914800 w 5158787"/>
              <a:gd name="connsiteY24298" fmla="*/ 1866182 h 4489084"/>
              <a:gd name="connsiteX24299" fmla="*/ 1916162 w 5158787"/>
              <a:gd name="connsiteY24299" fmla="*/ 1866952 h 4489084"/>
              <a:gd name="connsiteX24300" fmla="*/ 1927414 w 5158787"/>
              <a:gd name="connsiteY24300" fmla="*/ 1886437 h 4489084"/>
              <a:gd name="connsiteX24301" fmla="*/ 1927414 w 5158787"/>
              <a:gd name="connsiteY24301" fmla="*/ 1888036 h 4489084"/>
              <a:gd name="connsiteX24302" fmla="*/ 1916162 w 5158787"/>
              <a:gd name="connsiteY24302" fmla="*/ 1907521 h 4489084"/>
              <a:gd name="connsiteX24303" fmla="*/ 1914800 w 5158787"/>
              <a:gd name="connsiteY24303" fmla="*/ 1908291 h 4489084"/>
              <a:gd name="connsiteX24304" fmla="*/ 1892294 w 5158787"/>
              <a:gd name="connsiteY24304" fmla="*/ 1908291 h 4489084"/>
              <a:gd name="connsiteX24305" fmla="*/ 1890932 w 5158787"/>
              <a:gd name="connsiteY24305" fmla="*/ 1907521 h 4489084"/>
              <a:gd name="connsiteX24306" fmla="*/ 1879679 w 5158787"/>
              <a:gd name="connsiteY24306" fmla="*/ 1888036 h 4489084"/>
              <a:gd name="connsiteX24307" fmla="*/ 1879679 w 5158787"/>
              <a:gd name="connsiteY24307" fmla="*/ 1886437 h 4489084"/>
              <a:gd name="connsiteX24308" fmla="*/ 1890932 w 5158787"/>
              <a:gd name="connsiteY24308" fmla="*/ 1866952 h 4489084"/>
              <a:gd name="connsiteX24309" fmla="*/ 1892294 w 5158787"/>
              <a:gd name="connsiteY24309" fmla="*/ 1866182 h 4489084"/>
              <a:gd name="connsiteX24310" fmla="*/ 3582992 w 5158787"/>
              <a:gd name="connsiteY24310" fmla="*/ 1866064 h 4489084"/>
              <a:gd name="connsiteX24311" fmla="*/ 3605616 w 5158787"/>
              <a:gd name="connsiteY24311" fmla="*/ 1866064 h 4489084"/>
              <a:gd name="connsiteX24312" fmla="*/ 3606978 w 5158787"/>
              <a:gd name="connsiteY24312" fmla="*/ 1866893 h 4489084"/>
              <a:gd name="connsiteX24313" fmla="*/ 3618290 w 5158787"/>
              <a:gd name="connsiteY24313" fmla="*/ 1886497 h 4489084"/>
              <a:gd name="connsiteX24314" fmla="*/ 3618290 w 5158787"/>
              <a:gd name="connsiteY24314" fmla="*/ 1888096 h 4489084"/>
              <a:gd name="connsiteX24315" fmla="*/ 3606978 w 5158787"/>
              <a:gd name="connsiteY24315" fmla="*/ 1907699 h 4489084"/>
              <a:gd name="connsiteX24316" fmla="*/ 3605616 w 5158787"/>
              <a:gd name="connsiteY24316" fmla="*/ 1908528 h 4489084"/>
              <a:gd name="connsiteX24317" fmla="*/ 3582992 w 5158787"/>
              <a:gd name="connsiteY24317" fmla="*/ 1908528 h 4489084"/>
              <a:gd name="connsiteX24318" fmla="*/ 3581630 w 5158787"/>
              <a:gd name="connsiteY24318" fmla="*/ 1907699 h 4489084"/>
              <a:gd name="connsiteX24319" fmla="*/ 3570318 w 5158787"/>
              <a:gd name="connsiteY24319" fmla="*/ 1888096 h 4489084"/>
              <a:gd name="connsiteX24320" fmla="*/ 3570318 w 5158787"/>
              <a:gd name="connsiteY24320" fmla="*/ 1886497 h 4489084"/>
              <a:gd name="connsiteX24321" fmla="*/ 3581630 w 5158787"/>
              <a:gd name="connsiteY24321" fmla="*/ 1866893 h 4489084"/>
              <a:gd name="connsiteX24322" fmla="*/ 3582992 w 5158787"/>
              <a:gd name="connsiteY24322" fmla="*/ 1866064 h 4489084"/>
              <a:gd name="connsiteX24323" fmla="*/ 4800186 w 5158787"/>
              <a:gd name="connsiteY24323" fmla="*/ 1865768 h 4489084"/>
              <a:gd name="connsiteX24324" fmla="*/ 4823165 w 5158787"/>
              <a:gd name="connsiteY24324" fmla="*/ 1865768 h 4489084"/>
              <a:gd name="connsiteX24325" fmla="*/ 4824587 w 5158787"/>
              <a:gd name="connsiteY24325" fmla="*/ 1866597 h 4489084"/>
              <a:gd name="connsiteX24326" fmla="*/ 4836077 w 5158787"/>
              <a:gd name="connsiteY24326" fmla="*/ 1886497 h 4489084"/>
              <a:gd name="connsiteX24327" fmla="*/ 4836077 w 5158787"/>
              <a:gd name="connsiteY24327" fmla="*/ 1888096 h 4489084"/>
              <a:gd name="connsiteX24328" fmla="*/ 4824587 w 5158787"/>
              <a:gd name="connsiteY24328" fmla="*/ 1907996 h 4489084"/>
              <a:gd name="connsiteX24329" fmla="*/ 4823165 w 5158787"/>
              <a:gd name="connsiteY24329" fmla="*/ 1908824 h 4489084"/>
              <a:gd name="connsiteX24330" fmla="*/ 4800186 w 5158787"/>
              <a:gd name="connsiteY24330" fmla="*/ 1908824 h 4489084"/>
              <a:gd name="connsiteX24331" fmla="*/ 4798765 w 5158787"/>
              <a:gd name="connsiteY24331" fmla="*/ 1907996 h 4489084"/>
              <a:gd name="connsiteX24332" fmla="*/ 4787275 w 5158787"/>
              <a:gd name="connsiteY24332" fmla="*/ 1888096 h 4489084"/>
              <a:gd name="connsiteX24333" fmla="*/ 4787275 w 5158787"/>
              <a:gd name="connsiteY24333" fmla="*/ 1886497 h 4489084"/>
              <a:gd name="connsiteX24334" fmla="*/ 4798765 w 5158787"/>
              <a:gd name="connsiteY24334" fmla="*/ 1866597 h 4489084"/>
              <a:gd name="connsiteX24335" fmla="*/ 4800186 w 5158787"/>
              <a:gd name="connsiteY24335" fmla="*/ 1865768 h 4489084"/>
              <a:gd name="connsiteX24336" fmla="*/ 4867762 w 5158787"/>
              <a:gd name="connsiteY24336" fmla="*/ 1865708 h 4489084"/>
              <a:gd name="connsiteX24337" fmla="*/ 4890860 w 5158787"/>
              <a:gd name="connsiteY24337" fmla="*/ 1865708 h 4489084"/>
              <a:gd name="connsiteX24338" fmla="*/ 4892282 w 5158787"/>
              <a:gd name="connsiteY24338" fmla="*/ 1866537 h 4489084"/>
              <a:gd name="connsiteX24339" fmla="*/ 4903830 w 5158787"/>
              <a:gd name="connsiteY24339" fmla="*/ 1886496 h 4489084"/>
              <a:gd name="connsiteX24340" fmla="*/ 4903830 w 5158787"/>
              <a:gd name="connsiteY24340" fmla="*/ 1888154 h 4489084"/>
              <a:gd name="connsiteX24341" fmla="*/ 4892282 w 5158787"/>
              <a:gd name="connsiteY24341" fmla="*/ 1908113 h 4489084"/>
              <a:gd name="connsiteX24342" fmla="*/ 4890860 w 5158787"/>
              <a:gd name="connsiteY24342" fmla="*/ 1908942 h 4489084"/>
              <a:gd name="connsiteX24343" fmla="*/ 4867762 w 5158787"/>
              <a:gd name="connsiteY24343" fmla="*/ 1908942 h 4489084"/>
              <a:gd name="connsiteX24344" fmla="*/ 4866341 w 5158787"/>
              <a:gd name="connsiteY24344" fmla="*/ 1908113 h 4489084"/>
              <a:gd name="connsiteX24345" fmla="*/ 4854792 w 5158787"/>
              <a:gd name="connsiteY24345" fmla="*/ 1888154 h 4489084"/>
              <a:gd name="connsiteX24346" fmla="*/ 4854792 w 5158787"/>
              <a:gd name="connsiteY24346" fmla="*/ 1886496 h 4489084"/>
              <a:gd name="connsiteX24347" fmla="*/ 4866341 w 5158787"/>
              <a:gd name="connsiteY24347" fmla="*/ 1866537 h 4489084"/>
              <a:gd name="connsiteX24348" fmla="*/ 4867762 w 5158787"/>
              <a:gd name="connsiteY24348" fmla="*/ 1865708 h 4489084"/>
              <a:gd name="connsiteX24349" fmla="*/ 2027268 w 5158787"/>
              <a:gd name="connsiteY24349" fmla="*/ 1865590 h 4489084"/>
              <a:gd name="connsiteX24350" fmla="*/ 2050424 w 5158787"/>
              <a:gd name="connsiteY24350" fmla="*/ 1865590 h 4489084"/>
              <a:gd name="connsiteX24351" fmla="*/ 2051846 w 5158787"/>
              <a:gd name="connsiteY24351" fmla="*/ 1866419 h 4489084"/>
              <a:gd name="connsiteX24352" fmla="*/ 2063454 w 5158787"/>
              <a:gd name="connsiteY24352" fmla="*/ 1886497 h 4489084"/>
              <a:gd name="connsiteX24353" fmla="*/ 2063454 w 5158787"/>
              <a:gd name="connsiteY24353" fmla="*/ 1888155 h 4489084"/>
              <a:gd name="connsiteX24354" fmla="*/ 2051846 w 5158787"/>
              <a:gd name="connsiteY24354" fmla="*/ 1908232 h 4489084"/>
              <a:gd name="connsiteX24355" fmla="*/ 2050424 w 5158787"/>
              <a:gd name="connsiteY24355" fmla="*/ 1909061 h 4489084"/>
              <a:gd name="connsiteX24356" fmla="*/ 2027268 w 5158787"/>
              <a:gd name="connsiteY24356" fmla="*/ 1909061 h 4489084"/>
              <a:gd name="connsiteX24357" fmla="*/ 2025846 w 5158787"/>
              <a:gd name="connsiteY24357" fmla="*/ 1908232 h 4489084"/>
              <a:gd name="connsiteX24358" fmla="*/ 2014238 w 5158787"/>
              <a:gd name="connsiteY24358" fmla="*/ 1888155 h 4489084"/>
              <a:gd name="connsiteX24359" fmla="*/ 2014238 w 5158787"/>
              <a:gd name="connsiteY24359" fmla="*/ 1886497 h 4489084"/>
              <a:gd name="connsiteX24360" fmla="*/ 2025846 w 5158787"/>
              <a:gd name="connsiteY24360" fmla="*/ 1866419 h 4489084"/>
              <a:gd name="connsiteX24361" fmla="*/ 2027268 w 5158787"/>
              <a:gd name="connsiteY24361" fmla="*/ 1865590 h 4489084"/>
              <a:gd name="connsiteX24362" fmla="*/ 1824067 w 5158787"/>
              <a:gd name="connsiteY24362" fmla="*/ 1865057 h 4489084"/>
              <a:gd name="connsiteX24363" fmla="*/ 1847816 w 5158787"/>
              <a:gd name="connsiteY24363" fmla="*/ 1865057 h 4489084"/>
              <a:gd name="connsiteX24364" fmla="*/ 1849238 w 5158787"/>
              <a:gd name="connsiteY24364" fmla="*/ 1865886 h 4489084"/>
              <a:gd name="connsiteX24365" fmla="*/ 1861083 w 5158787"/>
              <a:gd name="connsiteY24365" fmla="*/ 1886437 h 4489084"/>
              <a:gd name="connsiteX24366" fmla="*/ 1861083 w 5158787"/>
              <a:gd name="connsiteY24366" fmla="*/ 1888095 h 4489084"/>
              <a:gd name="connsiteX24367" fmla="*/ 1849178 w 5158787"/>
              <a:gd name="connsiteY24367" fmla="*/ 1908647 h 4489084"/>
              <a:gd name="connsiteX24368" fmla="*/ 1847757 w 5158787"/>
              <a:gd name="connsiteY24368" fmla="*/ 1909476 h 4489084"/>
              <a:gd name="connsiteX24369" fmla="*/ 1824008 w 5158787"/>
              <a:gd name="connsiteY24369" fmla="*/ 1909476 h 4489084"/>
              <a:gd name="connsiteX24370" fmla="*/ 1822586 w 5158787"/>
              <a:gd name="connsiteY24370" fmla="*/ 1908647 h 4489084"/>
              <a:gd name="connsiteX24371" fmla="*/ 1810741 w 5158787"/>
              <a:gd name="connsiteY24371" fmla="*/ 1888095 h 4489084"/>
              <a:gd name="connsiteX24372" fmla="*/ 1810741 w 5158787"/>
              <a:gd name="connsiteY24372" fmla="*/ 1886437 h 4489084"/>
              <a:gd name="connsiteX24373" fmla="*/ 1822645 w 5158787"/>
              <a:gd name="connsiteY24373" fmla="*/ 1865886 h 4489084"/>
              <a:gd name="connsiteX24374" fmla="*/ 1824067 w 5158787"/>
              <a:gd name="connsiteY24374" fmla="*/ 1865057 h 4489084"/>
              <a:gd name="connsiteX24375" fmla="*/ 1958804 w 5158787"/>
              <a:gd name="connsiteY24375" fmla="*/ 1864109 h 4489084"/>
              <a:gd name="connsiteX24376" fmla="*/ 1983560 w 5158787"/>
              <a:gd name="connsiteY24376" fmla="*/ 1864109 h 4489084"/>
              <a:gd name="connsiteX24377" fmla="*/ 1985041 w 5158787"/>
              <a:gd name="connsiteY24377" fmla="*/ 1864998 h 4489084"/>
              <a:gd name="connsiteX24378" fmla="*/ 1997418 w 5158787"/>
              <a:gd name="connsiteY24378" fmla="*/ 1886437 h 4489084"/>
              <a:gd name="connsiteX24379" fmla="*/ 1997418 w 5158787"/>
              <a:gd name="connsiteY24379" fmla="*/ 1888214 h 4489084"/>
              <a:gd name="connsiteX24380" fmla="*/ 1985041 w 5158787"/>
              <a:gd name="connsiteY24380" fmla="*/ 1909653 h 4489084"/>
              <a:gd name="connsiteX24381" fmla="*/ 1983560 w 5158787"/>
              <a:gd name="connsiteY24381" fmla="*/ 1910542 h 4489084"/>
              <a:gd name="connsiteX24382" fmla="*/ 1958804 w 5158787"/>
              <a:gd name="connsiteY24382" fmla="*/ 1910542 h 4489084"/>
              <a:gd name="connsiteX24383" fmla="*/ 1957323 w 5158787"/>
              <a:gd name="connsiteY24383" fmla="*/ 1909653 h 4489084"/>
              <a:gd name="connsiteX24384" fmla="*/ 1944945 w 5158787"/>
              <a:gd name="connsiteY24384" fmla="*/ 1888214 h 4489084"/>
              <a:gd name="connsiteX24385" fmla="*/ 1944945 w 5158787"/>
              <a:gd name="connsiteY24385" fmla="*/ 1886437 h 4489084"/>
              <a:gd name="connsiteX24386" fmla="*/ 1957323 w 5158787"/>
              <a:gd name="connsiteY24386" fmla="*/ 1864998 h 4489084"/>
              <a:gd name="connsiteX24387" fmla="*/ 1958804 w 5158787"/>
              <a:gd name="connsiteY24387" fmla="*/ 1864109 h 4489084"/>
              <a:gd name="connsiteX24388" fmla="*/ 1755899 w 5158787"/>
              <a:gd name="connsiteY24388" fmla="*/ 1864109 h 4489084"/>
              <a:gd name="connsiteX24389" fmla="*/ 1780655 w 5158787"/>
              <a:gd name="connsiteY24389" fmla="*/ 1864109 h 4489084"/>
              <a:gd name="connsiteX24390" fmla="*/ 1782136 w 5158787"/>
              <a:gd name="connsiteY24390" fmla="*/ 1864998 h 4489084"/>
              <a:gd name="connsiteX24391" fmla="*/ 1794513 w 5158787"/>
              <a:gd name="connsiteY24391" fmla="*/ 1886437 h 4489084"/>
              <a:gd name="connsiteX24392" fmla="*/ 1794513 w 5158787"/>
              <a:gd name="connsiteY24392" fmla="*/ 1888214 h 4489084"/>
              <a:gd name="connsiteX24393" fmla="*/ 1782136 w 5158787"/>
              <a:gd name="connsiteY24393" fmla="*/ 1909653 h 4489084"/>
              <a:gd name="connsiteX24394" fmla="*/ 1780655 w 5158787"/>
              <a:gd name="connsiteY24394" fmla="*/ 1910542 h 4489084"/>
              <a:gd name="connsiteX24395" fmla="*/ 1755899 w 5158787"/>
              <a:gd name="connsiteY24395" fmla="*/ 1910542 h 4489084"/>
              <a:gd name="connsiteX24396" fmla="*/ 1754418 w 5158787"/>
              <a:gd name="connsiteY24396" fmla="*/ 1909653 h 4489084"/>
              <a:gd name="connsiteX24397" fmla="*/ 1742040 w 5158787"/>
              <a:gd name="connsiteY24397" fmla="*/ 1888214 h 4489084"/>
              <a:gd name="connsiteX24398" fmla="*/ 1742040 w 5158787"/>
              <a:gd name="connsiteY24398" fmla="*/ 1886437 h 4489084"/>
              <a:gd name="connsiteX24399" fmla="*/ 1754418 w 5158787"/>
              <a:gd name="connsiteY24399" fmla="*/ 1864998 h 4489084"/>
              <a:gd name="connsiteX24400" fmla="*/ 1755899 w 5158787"/>
              <a:gd name="connsiteY24400" fmla="*/ 1864109 h 4489084"/>
              <a:gd name="connsiteX24401" fmla="*/ 2770128 w 5158787"/>
              <a:gd name="connsiteY24401" fmla="*/ 1863635 h 4489084"/>
              <a:gd name="connsiteX24402" fmla="*/ 2795417 w 5158787"/>
              <a:gd name="connsiteY24402" fmla="*/ 1863635 h 4489084"/>
              <a:gd name="connsiteX24403" fmla="*/ 2796957 w 5158787"/>
              <a:gd name="connsiteY24403" fmla="*/ 1864524 h 4489084"/>
              <a:gd name="connsiteX24404" fmla="*/ 2809572 w 5158787"/>
              <a:gd name="connsiteY24404" fmla="*/ 1886437 h 4489084"/>
              <a:gd name="connsiteX24405" fmla="*/ 2809572 w 5158787"/>
              <a:gd name="connsiteY24405" fmla="*/ 1888214 h 4489084"/>
              <a:gd name="connsiteX24406" fmla="*/ 2796898 w 5158787"/>
              <a:gd name="connsiteY24406" fmla="*/ 1910127 h 4489084"/>
              <a:gd name="connsiteX24407" fmla="*/ 2795358 w 5158787"/>
              <a:gd name="connsiteY24407" fmla="*/ 1911015 h 4489084"/>
              <a:gd name="connsiteX24408" fmla="*/ 2770069 w 5158787"/>
              <a:gd name="connsiteY24408" fmla="*/ 1911015 h 4489084"/>
              <a:gd name="connsiteX24409" fmla="*/ 2768529 w 5158787"/>
              <a:gd name="connsiteY24409" fmla="*/ 1910127 h 4489084"/>
              <a:gd name="connsiteX24410" fmla="*/ 2755914 w 5158787"/>
              <a:gd name="connsiteY24410" fmla="*/ 1888214 h 4489084"/>
              <a:gd name="connsiteX24411" fmla="*/ 2755914 w 5158787"/>
              <a:gd name="connsiteY24411" fmla="*/ 1886437 h 4489084"/>
              <a:gd name="connsiteX24412" fmla="*/ 2768588 w 5158787"/>
              <a:gd name="connsiteY24412" fmla="*/ 1864524 h 4489084"/>
              <a:gd name="connsiteX24413" fmla="*/ 2770128 w 5158787"/>
              <a:gd name="connsiteY24413" fmla="*/ 1863635 h 4489084"/>
              <a:gd name="connsiteX24414" fmla="*/ 2566689 w 5158787"/>
              <a:gd name="connsiteY24414" fmla="*/ 1862688 h 4489084"/>
              <a:gd name="connsiteX24415" fmla="*/ 2592985 w 5158787"/>
              <a:gd name="connsiteY24415" fmla="*/ 1862688 h 4489084"/>
              <a:gd name="connsiteX24416" fmla="*/ 2594585 w 5158787"/>
              <a:gd name="connsiteY24416" fmla="*/ 1863635 h 4489084"/>
              <a:gd name="connsiteX24417" fmla="*/ 2607733 w 5158787"/>
              <a:gd name="connsiteY24417" fmla="*/ 1886378 h 4489084"/>
              <a:gd name="connsiteX24418" fmla="*/ 2607733 w 5158787"/>
              <a:gd name="connsiteY24418" fmla="*/ 1888214 h 4489084"/>
              <a:gd name="connsiteX24419" fmla="*/ 2594585 w 5158787"/>
              <a:gd name="connsiteY24419" fmla="*/ 1910957 h 4489084"/>
              <a:gd name="connsiteX24420" fmla="*/ 2592985 w 5158787"/>
              <a:gd name="connsiteY24420" fmla="*/ 1911904 h 4489084"/>
              <a:gd name="connsiteX24421" fmla="*/ 2566689 w 5158787"/>
              <a:gd name="connsiteY24421" fmla="*/ 1911904 h 4489084"/>
              <a:gd name="connsiteX24422" fmla="*/ 2565091 w 5158787"/>
              <a:gd name="connsiteY24422" fmla="*/ 1910957 h 4489084"/>
              <a:gd name="connsiteX24423" fmla="*/ 2551943 w 5158787"/>
              <a:gd name="connsiteY24423" fmla="*/ 1888214 h 4489084"/>
              <a:gd name="connsiteX24424" fmla="*/ 2551943 w 5158787"/>
              <a:gd name="connsiteY24424" fmla="*/ 1886378 h 4489084"/>
              <a:gd name="connsiteX24425" fmla="*/ 2565091 w 5158787"/>
              <a:gd name="connsiteY24425" fmla="*/ 1863635 h 4489084"/>
              <a:gd name="connsiteX24426" fmla="*/ 2566689 w 5158787"/>
              <a:gd name="connsiteY24426" fmla="*/ 1862688 h 4489084"/>
              <a:gd name="connsiteX24427" fmla="*/ 2499054 w 5158787"/>
              <a:gd name="connsiteY24427" fmla="*/ 1862688 h 4489084"/>
              <a:gd name="connsiteX24428" fmla="*/ 2525350 w 5158787"/>
              <a:gd name="connsiteY24428" fmla="*/ 1862688 h 4489084"/>
              <a:gd name="connsiteX24429" fmla="*/ 2526950 w 5158787"/>
              <a:gd name="connsiteY24429" fmla="*/ 1863635 h 4489084"/>
              <a:gd name="connsiteX24430" fmla="*/ 2540097 w 5158787"/>
              <a:gd name="connsiteY24430" fmla="*/ 1886378 h 4489084"/>
              <a:gd name="connsiteX24431" fmla="*/ 2540097 w 5158787"/>
              <a:gd name="connsiteY24431" fmla="*/ 1888214 h 4489084"/>
              <a:gd name="connsiteX24432" fmla="*/ 2526950 w 5158787"/>
              <a:gd name="connsiteY24432" fmla="*/ 1910957 h 4489084"/>
              <a:gd name="connsiteX24433" fmla="*/ 2525350 w 5158787"/>
              <a:gd name="connsiteY24433" fmla="*/ 1911904 h 4489084"/>
              <a:gd name="connsiteX24434" fmla="*/ 2499054 w 5158787"/>
              <a:gd name="connsiteY24434" fmla="*/ 1911904 h 4489084"/>
              <a:gd name="connsiteX24435" fmla="*/ 2497455 w 5158787"/>
              <a:gd name="connsiteY24435" fmla="*/ 1910957 h 4489084"/>
              <a:gd name="connsiteX24436" fmla="*/ 2484308 w 5158787"/>
              <a:gd name="connsiteY24436" fmla="*/ 1888214 h 4489084"/>
              <a:gd name="connsiteX24437" fmla="*/ 2484308 w 5158787"/>
              <a:gd name="connsiteY24437" fmla="*/ 1886378 h 4489084"/>
              <a:gd name="connsiteX24438" fmla="*/ 2497455 w 5158787"/>
              <a:gd name="connsiteY24438" fmla="*/ 1863635 h 4489084"/>
              <a:gd name="connsiteX24439" fmla="*/ 2499054 w 5158787"/>
              <a:gd name="connsiteY24439" fmla="*/ 1862688 h 4489084"/>
              <a:gd name="connsiteX24440" fmla="*/ 1687494 w 5158787"/>
              <a:gd name="connsiteY24440" fmla="*/ 1862569 h 4489084"/>
              <a:gd name="connsiteX24441" fmla="*/ 1713849 w 5158787"/>
              <a:gd name="connsiteY24441" fmla="*/ 1862569 h 4489084"/>
              <a:gd name="connsiteX24442" fmla="*/ 1715448 w 5158787"/>
              <a:gd name="connsiteY24442" fmla="*/ 1863517 h 4489084"/>
              <a:gd name="connsiteX24443" fmla="*/ 1728655 w 5158787"/>
              <a:gd name="connsiteY24443" fmla="*/ 1886378 h 4489084"/>
              <a:gd name="connsiteX24444" fmla="*/ 1728655 w 5158787"/>
              <a:gd name="connsiteY24444" fmla="*/ 1888273 h 4489084"/>
              <a:gd name="connsiteX24445" fmla="*/ 1715448 w 5158787"/>
              <a:gd name="connsiteY24445" fmla="*/ 1911134 h 4489084"/>
              <a:gd name="connsiteX24446" fmla="*/ 1713849 w 5158787"/>
              <a:gd name="connsiteY24446" fmla="*/ 1912081 h 4489084"/>
              <a:gd name="connsiteX24447" fmla="*/ 1687494 w 5158787"/>
              <a:gd name="connsiteY24447" fmla="*/ 1912081 h 4489084"/>
              <a:gd name="connsiteX24448" fmla="*/ 1685895 w 5158787"/>
              <a:gd name="connsiteY24448" fmla="*/ 1911134 h 4489084"/>
              <a:gd name="connsiteX24449" fmla="*/ 1672688 w 5158787"/>
              <a:gd name="connsiteY24449" fmla="*/ 1888273 h 4489084"/>
              <a:gd name="connsiteX24450" fmla="*/ 1672688 w 5158787"/>
              <a:gd name="connsiteY24450" fmla="*/ 1886378 h 4489084"/>
              <a:gd name="connsiteX24451" fmla="*/ 1685895 w 5158787"/>
              <a:gd name="connsiteY24451" fmla="*/ 1863517 h 4489084"/>
              <a:gd name="connsiteX24452" fmla="*/ 1687494 w 5158787"/>
              <a:gd name="connsiteY24452" fmla="*/ 1862569 h 4489084"/>
              <a:gd name="connsiteX24453" fmla="*/ 2363666 w 5158787"/>
              <a:gd name="connsiteY24453" fmla="*/ 1862392 h 4489084"/>
              <a:gd name="connsiteX24454" fmla="*/ 2390258 w 5158787"/>
              <a:gd name="connsiteY24454" fmla="*/ 1862392 h 4489084"/>
              <a:gd name="connsiteX24455" fmla="*/ 2391858 w 5158787"/>
              <a:gd name="connsiteY24455" fmla="*/ 1863339 h 4489084"/>
              <a:gd name="connsiteX24456" fmla="*/ 2405124 w 5158787"/>
              <a:gd name="connsiteY24456" fmla="*/ 1886378 h 4489084"/>
              <a:gd name="connsiteX24457" fmla="*/ 2405124 w 5158787"/>
              <a:gd name="connsiteY24457" fmla="*/ 1888273 h 4489084"/>
              <a:gd name="connsiteX24458" fmla="*/ 2391798 w 5158787"/>
              <a:gd name="connsiteY24458" fmla="*/ 1911312 h 4489084"/>
              <a:gd name="connsiteX24459" fmla="*/ 2390199 w 5158787"/>
              <a:gd name="connsiteY24459" fmla="*/ 1912259 h 4489084"/>
              <a:gd name="connsiteX24460" fmla="*/ 2363607 w 5158787"/>
              <a:gd name="connsiteY24460" fmla="*/ 1912259 h 4489084"/>
              <a:gd name="connsiteX24461" fmla="*/ 2362008 w 5158787"/>
              <a:gd name="connsiteY24461" fmla="*/ 1911312 h 4489084"/>
              <a:gd name="connsiteX24462" fmla="*/ 2348742 w 5158787"/>
              <a:gd name="connsiteY24462" fmla="*/ 1888273 h 4489084"/>
              <a:gd name="connsiteX24463" fmla="*/ 2348742 w 5158787"/>
              <a:gd name="connsiteY24463" fmla="*/ 1886378 h 4489084"/>
              <a:gd name="connsiteX24464" fmla="*/ 2362067 w 5158787"/>
              <a:gd name="connsiteY24464" fmla="*/ 1863339 h 4489084"/>
              <a:gd name="connsiteX24465" fmla="*/ 2363666 w 5158787"/>
              <a:gd name="connsiteY24465" fmla="*/ 1862392 h 4489084"/>
              <a:gd name="connsiteX24466" fmla="*/ 2431242 w 5158787"/>
              <a:gd name="connsiteY24466" fmla="*/ 1862273 h 4489084"/>
              <a:gd name="connsiteX24467" fmla="*/ 2457952 w 5158787"/>
              <a:gd name="connsiteY24467" fmla="*/ 1862273 h 4489084"/>
              <a:gd name="connsiteX24468" fmla="*/ 2459611 w 5158787"/>
              <a:gd name="connsiteY24468" fmla="*/ 1863221 h 4489084"/>
              <a:gd name="connsiteX24469" fmla="*/ 2472936 w 5158787"/>
              <a:gd name="connsiteY24469" fmla="*/ 1886378 h 4489084"/>
              <a:gd name="connsiteX24470" fmla="*/ 2472936 w 5158787"/>
              <a:gd name="connsiteY24470" fmla="*/ 1888273 h 4489084"/>
              <a:gd name="connsiteX24471" fmla="*/ 2459551 w 5158787"/>
              <a:gd name="connsiteY24471" fmla="*/ 1911430 h 4489084"/>
              <a:gd name="connsiteX24472" fmla="*/ 2457893 w 5158787"/>
              <a:gd name="connsiteY24472" fmla="*/ 1912378 h 4489084"/>
              <a:gd name="connsiteX24473" fmla="*/ 2431182 w 5158787"/>
              <a:gd name="connsiteY24473" fmla="*/ 1912378 h 4489084"/>
              <a:gd name="connsiteX24474" fmla="*/ 2429524 w 5158787"/>
              <a:gd name="connsiteY24474" fmla="*/ 1911430 h 4489084"/>
              <a:gd name="connsiteX24475" fmla="*/ 2416199 w 5158787"/>
              <a:gd name="connsiteY24475" fmla="*/ 1888273 h 4489084"/>
              <a:gd name="connsiteX24476" fmla="*/ 2416199 w 5158787"/>
              <a:gd name="connsiteY24476" fmla="*/ 1886378 h 4489084"/>
              <a:gd name="connsiteX24477" fmla="*/ 2429583 w 5158787"/>
              <a:gd name="connsiteY24477" fmla="*/ 1863221 h 4489084"/>
              <a:gd name="connsiteX24478" fmla="*/ 2431242 w 5158787"/>
              <a:gd name="connsiteY24478" fmla="*/ 1862273 h 4489084"/>
              <a:gd name="connsiteX24479" fmla="*/ 2701368 w 5158787"/>
              <a:gd name="connsiteY24479" fmla="*/ 1861563 h 4489084"/>
              <a:gd name="connsiteX24480" fmla="*/ 2728848 w 5158787"/>
              <a:gd name="connsiteY24480" fmla="*/ 1861563 h 4489084"/>
              <a:gd name="connsiteX24481" fmla="*/ 2730507 w 5158787"/>
              <a:gd name="connsiteY24481" fmla="*/ 1862511 h 4489084"/>
              <a:gd name="connsiteX24482" fmla="*/ 2744247 w 5158787"/>
              <a:gd name="connsiteY24482" fmla="*/ 1886319 h 4489084"/>
              <a:gd name="connsiteX24483" fmla="*/ 2744247 w 5158787"/>
              <a:gd name="connsiteY24483" fmla="*/ 1888274 h 4489084"/>
              <a:gd name="connsiteX24484" fmla="*/ 2730507 w 5158787"/>
              <a:gd name="connsiteY24484" fmla="*/ 1912082 h 4489084"/>
              <a:gd name="connsiteX24485" fmla="*/ 2728848 w 5158787"/>
              <a:gd name="connsiteY24485" fmla="*/ 1913030 h 4489084"/>
              <a:gd name="connsiteX24486" fmla="*/ 2701368 w 5158787"/>
              <a:gd name="connsiteY24486" fmla="*/ 1913030 h 4489084"/>
              <a:gd name="connsiteX24487" fmla="*/ 2699710 w 5158787"/>
              <a:gd name="connsiteY24487" fmla="*/ 1912082 h 4489084"/>
              <a:gd name="connsiteX24488" fmla="*/ 2685970 w 5158787"/>
              <a:gd name="connsiteY24488" fmla="*/ 1888274 h 4489084"/>
              <a:gd name="connsiteX24489" fmla="*/ 2685970 w 5158787"/>
              <a:gd name="connsiteY24489" fmla="*/ 1886319 h 4489084"/>
              <a:gd name="connsiteX24490" fmla="*/ 2699710 w 5158787"/>
              <a:gd name="connsiteY24490" fmla="*/ 1862511 h 4489084"/>
              <a:gd name="connsiteX24491" fmla="*/ 2701368 w 5158787"/>
              <a:gd name="connsiteY24491" fmla="*/ 1861563 h 4489084"/>
              <a:gd name="connsiteX24492" fmla="*/ 2227923 w 5158787"/>
              <a:gd name="connsiteY24492" fmla="*/ 1861444 h 4489084"/>
              <a:gd name="connsiteX24493" fmla="*/ 2255521 w 5158787"/>
              <a:gd name="connsiteY24493" fmla="*/ 1861444 h 4489084"/>
              <a:gd name="connsiteX24494" fmla="*/ 2257180 w 5158787"/>
              <a:gd name="connsiteY24494" fmla="*/ 1862392 h 4489084"/>
              <a:gd name="connsiteX24495" fmla="*/ 2270979 w 5158787"/>
              <a:gd name="connsiteY24495" fmla="*/ 1886319 h 4489084"/>
              <a:gd name="connsiteX24496" fmla="*/ 2270979 w 5158787"/>
              <a:gd name="connsiteY24496" fmla="*/ 1888273 h 4489084"/>
              <a:gd name="connsiteX24497" fmla="*/ 2257180 w 5158787"/>
              <a:gd name="connsiteY24497" fmla="*/ 1912200 h 4489084"/>
              <a:gd name="connsiteX24498" fmla="*/ 2255521 w 5158787"/>
              <a:gd name="connsiteY24498" fmla="*/ 1913148 h 4489084"/>
              <a:gd name="connsiteX24499" fmla="*/ 2227923 w 5158787"/>
              <a:gd name="connsiteY24499" fmla="*/ 1913148 h 4489084"/>
              <a:gd name="connsiteX24500" fmla="*/ 2226264 w 5158787"/>
              <a:gd name="connsiteY24500" fmla="*/ 1912200 h 4489084"/>
              <a:gd name="connsiteX24501" fmla="*/ 2212465 w 5158787"/>
              <a:gd name="connsiteY24501" fmla="*/ 1888273 h 4489084"/>
              <a:gd name="connsiteX24502" fmla="*/ 2212465 w 5158787"/>
              <a:gd name="connsiteY24502" fmla="*/ 1886319 h 4489084"/>
              <a:gd name="connsiteX24503" fmla="*/ 2226264 w 5158787"/>
              <a:gd name="connsiteY24503" fmla="*/ 1862392 h 4489084"/>
              <a:gd name="connsiteX24504" fmla="*/ 2227923 w 5158787"/>
              <a:gd name="connsiteY24504" fmla="*/ 1861444 h 4489084"/>
              <a:gd name="connsiteX24505" fmla="*/ 2633436 w 5158787"/>
              <a:gd name="connsiteY24505" fmla="*/ 1860911 h 4489084"/>
              <a:gd name="connsiteX24506" fmla="*/ 2661568 w 5158787"/>
              <a:gd name="connsiteY24506" fmla="*/ 1860911 h 4489084"/>
              <a:gd name="connsiteX24507" fmla="*/ 2663286 w 5158787"/>
              <a:gd name="connsiteY24507" fmla="*/ 1861918 h 4489084"/>
              <a:gd name="connsiteX24508" fmla="*/ 2677322 w 5158787"/>
              <a:gd name="connsiteY24508" fmla="*/ 1886318 h 4489084"/>
              <a:gd name="connsiteX24509" fmla="*/ 2677322 w 5158787"/>
              <a:gd name="connsiteY24509" fmla="*/ 1888332 h 4489084"/>
              <a:gd name="connsiteX24510" fmla="*/ 2663227 w 5158787"/>
              <a:gd name="connsiteY24510" fmla="*/ 1912733 h 4489084"/>
              <a:gd name="connsiteX24511" fmla="*/ 2661509 w 5158787"/>
              <a:gd name="connsiteY24511" fmla="*/ 1913740 h 4489084"/>
              <a:gd name="connsiteX24512" fmla="*/ 2633377 w 5158787"/>
              <a:gd name="connsiteY24512" fmla="*/ 1913740 h 4489084"/>
              <a:gd name="connsiteX24513" fmla="*/ 2631660 w 5158787"/>
              <a:gd name="connsiteY24513" fmla="*/ 1912733 h 4489084"/>
              <a:gd name="connsiteX24514" fmla="*/ 2617624 w 5158787"/>
              <a:gd name="connsiteY24514" fmla="*/ 1888332 h 4489084"/>
              <a:gd name="connsiteX24515" fmla="*/ 2617624 w 5158787"/>
              <a:gd name="connsiteY24515" fmla="*/ 1886318 h 4489084"/>
              <a:gd name="connsiteX24516" fmla="*/ 2631719 w 5158787"/>
              <a:gd name="connsiteY24516" fmla="*/ 1861918 h 4489084"/>
              <a:gd name="connsiteX24517" fmla="*/ 2633436 w 5158787"/>
              <a:gd name="connsiteY24517" fmla="*/ 1860911 h 4489084"/>
              <a:gd name="connsiteX24518" fmla="*/ 2295321 w 5158787"/>
              <a:gd name="connsiteY24518" fmla="*/ 1860911 h 4489084"/>
              <a:gd name="connsiteX24519" fmla="*/ 2323453 w 5158787"/>
              <a:gd name="connsiteY24519" fmla="*/ 1860911 h 4489084"/>
              <a:gd name="connsiteX24520" fmla="*/ 2325170 w 5158787"/>
              <a:gd name="connsiteY24520" fmla="*/ 1861918 h 4489084"/>
              <a:gd name="connsiteX24521" fmla="*/ 2339206 w 5158787"/>
              <a:gd name="connsiteY24521" fmla="*/ 1886318 h 4489084"/>
              <a:gd name="connsiteX24522" fmla="*/ 2339206 w 5158787"/>
              <a:gd name="connsiteY24522" fmla="*/ 1888332 h 4489084"/>
              <a:gd name="connsiteX24523" fmla="*/ 2325111 w 5158787"/>
              <a:gd name="connsiteY24523" fmla="*/ 1912733 h 4489084"/>
              <a:gd name="connsiteX24524" fmla="*/ 2323393 w 5158787"/>
              <a:gd name="connsiteY24524" fmla="*/ 1913740 h 4489084"/>
              <a:gd name="connsiteX24525" fmla="*/ 2295262 w 5158787"/>
              <a:gd name="connsiteY24525" fmla="*/ 1913740 h 4489084"/>
              <a:gd name="connsiteX24526" fmla="*/ 2293544 w 5158787"/>
              <a:gd name="connsiteY24526" fmla="*/ 1912733 h 4489084"/>
              <a:gd name="connsiteX24527" fmla="*/ 2279508 w 5158787"/>
              <a:gd name="connsiteY24527" fmla="*/ 1888332 h 4489084"/>
              <a:gd name="connsiteX24528" fmla="*/ 2279508 w 5158787"/>
              <a:gd name="connsiteY24528" fmla="*/ 1886318 h 4489084"/>
              <a:gd name="connsiteX24529" fmla="*/ 2293603 w 5158787"/>
              <a:gd name="connsiteY24529" fmla="*/ 1861918 h 4489084"/>
              <a:gd name="connsiteX24530" fmla="*/ 2295321 w 5158787"/>
              <a:gd name="connsiteY24530" fmla="*/ 1860911 h 4489084"/>
              <a:gd name="connsiteX24531" fmla="*/ 4061353 w 5158787"/>
              <a:gd name="connsiteY24531" fmla="*/ 1816670 h 4489084"/>
              <a:gd name="connsiteX24532" fmla="*/ 4074146 w 5158787"/>
              <a:gd name="connsiteY24532" fmla="*/ 1816670 h 4489084"/>
              <a:gd name="connsiteX24533" fmla="*/ 4074916 w 5158787"/>
              <a:gd name="connsiteY24533" fmla="*/ 1817144 h 4489084"/>
              <a:gd name="connsiteX24534" fmla="*/ 4081312 w 5158787"/>
              <a:gd name="connsiteY24534" fmla="*/ 1828219 h 4489084"/>
              <a:gd name="connsiteX24535" fmla="*/ 4081312 w 5158787"/>
              <a:gd name="connsiteY24535" fmla="*/ 1829107 h 4489084"/>
              <a:gd name="connsiteX24536" fmla="*/ 4074916 w 5158787"/>
              <a:gd name="connsiteY24536" fmla="*/ 1840183 h 4489084"/>
              <a:gd name="connsiteX24537" fmla="*/ 4074146 w 5158787"/>
              <a:gd name="connsiteY24537" fmla="*/ 1840656 h 4489084"/>
              <a:gd name="connsiteX24538" fmla="*/ 4061353 w 5158787"/>
              <a:gd name="connsiteY24538" fmla="*/ 1840656 h 4489084"/>
              <a:gd name="connsiteX24539" fmla="*/ 4060583 w 5158787"/>
              <a:gd name="connsiteY24539" fmla="*/ 1840183 h 4489084"/>
              <a:gd name="connsiteX24540" fmla="*/ 4054187 w 5158787"/>
              <a:gd name="connsiteY24540" fmla="*/ 1829107 h 4489084"/>
              <a:gd name="connsiteX24541" fmla="*/ 4054187 w 5158787"/>
              <a:gd name="connsiteY24541" fmla="*/ 1828219 h 4489084"/>
              <a:gd name="connsiteX24542" fmla="*/ 4060583 w 5158787"/>
              <a:gd name="connsiteY24542" fmla="*/ 1817144 h 4489084"/>
              <a:gd name="connsiteX24543" fmla="*/ 4061353 w 5158787"/>
              <a:gd name="connsiteY24543" fmla="*/ 1816670 h 4489084"/>
              <a:gd name="connsiteX24544" fmla="*/ 611906 w 5158787"/>
              <a:gd name="connsiteY24544" fmla="*/ 1816255 h 4489084"/>
              <a:gd name="connsiteX24545" fmla="*/ 625173 w 5158787"/>
              <a:gd name="connsiteY24545" fmla="*/ 1816255 h 4489084"/>
              <a:gd name="connsiteX24546" fmla="*/ 626002 w 5158787"/>
              <a:gd name="connsiteY24546" fmla="*/ 1816729 h 4489084"/>
              <a:gd name="connsiteX24547" fmla="*/ 632635 w 5158787"/>
              <a:gd name="connsiteY24547" fmla="*/ 1828219 h 4489084"/>
              <a:gd name="connsiteX24548" fmla="*/ 632635 w 5158787"/>
              <a:gd name="connsiteY24548" fmla="*/ 1829166 h 4489084"/>
              <a:gd name="connsiteX24549" fmla="*/ 626002 w 5158787"/>
              <a:gd name="connsiteY24549" fmla="*/ 1840656 h 4489084"/>
              <a:gd name="connsiteX24550" fmla="*/ 625173 w 5158787"/>
              <a:gd name="connsiteY24550" fmla="*/ 1841130 h 4489084"/>
              <a:gd name="connsiteX24551" fmla="*/ 611906 w 5158787"/>
              <a:gd name="connsiteY24551" fmla="*/ 1841130 h 4489084"/>
              <a:gd name="connsiteX24552" fmla="*/ 611077 w 5158787"/>
              <a:gd name="connsiteY24552" fmla="*/ 1840656 h 4489084"/>
              <a:gd name="connsiteX24553" fmla="*/ 604444 w 5158787"/>
              <a:gd name="connsiteY24553" fmla="*/ 1829166 h 4489084"/>
              <a:gd name="connsiteX24554" fmla="*/ 604444 w 5158787"/>
              <a:gd name="connsiteY24554" fmla="*/ 1828219 h 4489084"/>
              <a:gd name="connsiteX24555" fmla="*/ 611077 w 5158787"/>
              <a:gd name="connsiteY24555" fmla="*/ 1816729 h 4489084"/>
              <a:gd name="connsiteX24556" fmla="*/ 611906 w 5158787"/>
              <a:gd name="connsiteY24556" fmla="*/ 1816255 h 4489084"/>
              <a:gd name="connsiteX24557" fmla="*/ 3316954 w 5158787"/>
              <a:gd name="connsiteY24557" fmla="*/ 1815841 h 4489084"/>
              <a:gd name="connsiteX24558" fmla="*/ 3330635 w 5158787"/>
              <a:gd name="connsiteY24558" fmla="*/ 1815841 h 4489084"/>
              <a:gd name="connsiteX24559" fmla="*/ 3331464 w 5158787"/>
              <a:gd name="connsiteY24559" fmla="*/ 1816315 h 4489084"/>
              <a:gd name="connsiteX24560" fmla="*/ 3338275 w 5158787"/>
              <a:gd name="connsiteY24560" fmla="*/ 1828160 h 4489084"/>
              <a:gd name="connsiteX24561" fmla="*/ 3338275 w 5158787"/>
              <a:gd name="connsiteY24561" fmla="*/ 1829107 h 4489084"/>
              <a:gd name="connsiteX24562" fmla="*/ 3331405 w 5158787"/>
              <a:gd name="connsiteY24562" fmla="*/ 1840952 h 4489084"/>
              <a:gd name="connsiteX24563" fmla="*/ 3330575 w 5158787"/>
              <a:gd name="connsiteY24563" fmla="*/ 1841426 h 4489084"/>
              <a:gd name="connsiteX24564" fmla="*/ 3316895 w 5158787"/>
              <a:gd name="connsiteY24564" fmla="*/ 1841426 h 4489084"/>
              <a:gd name="connsiteX24565" fmla="*/ 3316065 w 5158787"/>
              <a:gd name="connsiteY24565" fmla="*/ 1840952 h 4489084"/>
              <a:gd name="connsiteX24566" fmla="*/ 3309254 w 5158787"/>
              <a:gd name="connsiteY24566" fmla="*/ 1829107 h 4489084"/>
              <a:gd name="connsiteX24567" fmla="*/ 3309254 w 5158787"/>
              <a:gd name="connsiteY24567" fmla="*/ 1828160 h 4489084"/>
              <a:gd name="connsiteX24568" fmla="*/ 3316125 w 5158787"/>
              <a:gd name="connsiteY24568" fmla="*/ 1816315 h 4489084"/>
              <a:gd name="connsiteX24569" fmla="*/ 3316954 w 5158787"/>
              <a:gd name="connsiteY24569" fmla="*/ 1815841 h 4489084"/>
              <a:gd name="connsiteX24570" fmla="*/ 3384411 w 5158787"/>
              <a:gd name="connsiteY24570" fmla="*/ 1815545 h 4489084"/>
              <a:gd name="connsiteX24571" fmla="*/ 3398447 w 5158787"/>
              <a:gd name="connsiteY24571" fmla="*/ 1815545 h 4489084"/>
              <a:gd name="connsiteX24572" fmla="*/ 3399276 w 5158787"/>
              <a:gd name="connsiteY24572" fmla="*/ 1816019 h 4489084"/>
              <a:gd name="connsiteX24573" fmla="*/ 3406264 w 5158787"/>
              <a:gd name="connsiteY24573" fmla="*/ 1828160 h 4489084"/>
              <a:gd name="connsiteX24574" fmla="*/ 3406264 w 5158787"/>
              <a:gd name="connsiteY24574" fmla="*/ 1829167 h 4489084"/>
              <a:gd name="connsiteX24575" fmla="*/ 3399276 w 5158787"/>
              <a:gd name="connsiteY24575" fmla="*/ 1841308 h 4489084"/>
              <a:gd name="connsiteX24576" fmla="*/ 3398447 w 5158787"/>
              <a:gd name="connsiteY24576" fmla="*/ 1841782 h 4489084"/>
              <a:gd name="connsiteX24577" fmla="*/ 3384411 w 5158787"/>
              <a:gd name="connsiteY24577" fmla="*/ 1841782 h 4489084"/>
              <a:gd name="connsiteX24578" fmla="*/ 3383581 w 5158787"/>
              <a:gd name="connsiteY24578" fmla="*/ 1841308 h 4489084"/>
              <a:gd name="connsiteX24579" fmla="*/ 3376592 w 5158787"/>
              <a:gd name="connsiteY24579" fmla="*/ 1829167 h 4489084"/>
              <a:gd name="connsiteX24580" fmla="*/ 3376592 w 5158787"/>
              <a:gd name="connsiteY24580" fmla="*/ 1828160 h 4489084"/>
              <a:gd name="connsiteX24581" fmla="*/ 3383581 w 5158787"/>
              <a:gd name="connsiteY24581" fmla="*/ 1816019 h 4489084"/>
              <a:gd name="connsiteX24582" fmla="*/ 3384411 w 5158787"/>
              <a:gd name="connsiteY24582" fmla="*/ 1815545 h 4489084"/>
              <a:gd name="connsiteX24583" fmla="*/ 4128278 w 5158787"/>
              <a:gd name="connsiteY24583" fmla="*/ 1815367 h 4489084"/>
              <a:gd name="connsiteX24584" fmla="*/ 4142492 w 5158787"/>
              <a:gd name="connsiteY24584" fmla="*/ 1815367 h 4489084"/>
              <a:gd name="connsiteX24585" fmla="*/ 4143380 w 5158787"/>
              <a:gd name="connsiteY24585" fmla="*/ 1815900 h 4489084"/>
              <a:gd name="connsiteX24586" fmla="*/ 4150487 w 5158787"/>
              <a:gd name="connsiteY24586" fmla="*/ 1828219 h 4489084"/>
              <a:gd name="connsiteX24587" fmla="*/ 4150487 w 5158787"/>
              <a:gd name="connsiteY24587" fmla="*/ 1829225 h 4489084"/>
              <a:gd name="connsiteX24588" fmla="*/ 4143380 w 5158787"/>
              <a:gd name="connsiteY24588" fmla="*/ 1841544 h 4489084"/>
              <a:gd name="connsiteX24589" fmla="*/ 4142492 w 5158787"/>
              <a:gd name="connsiteY24589" fmla="*/ 1842078 h 4489084"/>
              <a:gd name="connsiteX24590" fmla="*/ 4128278 w 5158787"/>
              <a:gd name="connsiteY24590" fmla="*/ 1842078 h 4489084"/>
              <a:gd name="connsiteX24591" fmla="*/ 4127389 w 5158787"/>
              <a:gd name="connsiteY24591" fmla="*/ 1841544 h 4489084"/>
              <a:gd name="connsiteX24592" fmla="*/ 4120282 w 5158787"/>
              <a:gd name="connsiteY24592" fmla="*/ 1829225 h 4489084"/>
              <a:gd name="connsiteX24593" fmla="*/ 4120282 w 5158787"/>
              <a:gd name="connsiteY24593" fmla="*/ 1828219 h 4489084"/>
              <a:gd name="connsiteX24594" fmla="*/ 4127389 w 5158787"/>
              <a:gd name="connsiteY24594" fmla="*/ 1815900 h 4489084"/>
              <a:gd name="connsiteX24595" fmla="*/ 4128278 w 5158787"/>
              <a:gd name="connsiteY24595" fmla="*/ 1815367 h 4489084"/>
              <a:gd name="connsiteX24596" fmla="*/ 3451512 w 5158787"/>
              <a:gd name="connsiteY24596" fmla="*/ 1814538 h 4489084"/>
              <a:gd name="connsiteX24597" fmla="*/ 3466615 w 5158787"/>
              <a:gd name="connsiteY24597" fmla="*/ 1814538 h 4489084"/>
              <a:gd name="connsiteX24598" fmla="*/ 3467562 w 5158787"/>
              <a:gd name="connsiteY24598" fmla="*/ 1815071 h 4489084"/>
              <a:gd name="connsiteX24599" fmla="*/ 3475143 w 5158787"/>
              <a:gd name="connsiteY24599" fmla="*/ 1828160 h 4489084"/>
              <a:gd name="connsiteX24600" fmla="*/ 3475143 w 5158787"/>
              <a:gd name="connsiteY24600" fmla="*/ 1829226 h 4489084"/>
              <a:gd name="connsiteX24601" fmla="*/ 3467562 w 5158787"/>
              <a:gd name="connsiteY24601" fmla="*/ 1842315 h 4489084"/>
              <a:gd name="connsiteX24602" fmla="*/ 3466615 w 5158787"/>
              <a:gd name="connsiteY24602" fmla="*/ 1842848 h 4489084"/>
              <a:gd name="connsiteX24603" fmla="*/ 3451512 w 5158787"/>
              <a:gd name="connsiteY24603" fmla="*/ 1842848 h 4489084"/>
              <a:gd name="connsiteX24604" fmla="*/ 3450565 w 5158787"/>
              <a:gd name="connsiteY24604" fmla="*/ 1842315 h 4489084"/>
              <a:gd name="connsiteX24605" fmla="*/ 3442984 w 5158787"/>
              <a:gd name="connsiteY24605" fmla="*/ 1829226 h 4489084"/>
              <a:gd name="connsiteX24606" fmla="*/ 3442984 w 5158787"/>
              <a:gd name="connsiteY24606" fmla="*/ 1828160 h 4489084"/>
              <a:gd name="connsiteX24607" fmla="*/ 3450565 w 5158787"/>
              <a:gd name="connsiteY24607" fmla="*/ 1815071 h 4489084"/>
              <a:gd name="connsiteX24608" fmla="*/ 3451512 w 5158787"/>
              <a:gd name="connsiteY24608" fmla="*/ 1814538 h 4489084"/>
              <a:gd name="connsiteX24609" fmla="*/ 4330354 w 5158787"/>
              <a:gd name="connsiteY24609" fmla="*/ 1813768 h 4489084"/>
              <a:gd name="connsiteX24610" fmla="*/ 4346226 w 5158787"/>
              <a:gd name="connsiteY24610" fmla="*/ 1813768 h 4489084"/>
              <a:gd name="connsiteX24611" fmla="*/ 4347174 w 5158787"/>
              <a:gd name="connsiteY24611" fmla="*/ 1814301 h 4489084"/>
              <a:gd name="connsiteX24612" fmla="*/ 4355110 w 5158787"/>
              <a:gd name="connsiteY24612" fmla="*/ 1828100 h 4489084"/>
              <a:gd name="connsiteX24613" fmla="*/ 4355110 w 5158787"/>
              <a:gd name="connsiteY24613" fmla="*/ 1829226 h 4489084"/>
              <a:gd name="connsiteX24614" fmla="*/ 4347174 w 5158787"/>
              <a:gd name="connsiteY24614" fmla="*/ 1843025 h 4489084"/>
              <a:gd name="connsiteX24615" fmla="*/ 4346226 w 5158787"/>
              <a:gd name="connsiteY24615" fmla="*/ 1843558 h 4489084"/>
              <a:gd name="connsiteX24616" fmla="*/ 4330354 w 5158787"/>
              <a:gd name="connsiteY24616" fmla="*/ 1843558 h 4489084"/>
              <a:gd name="connsiteX24617" fmla="*/ 4329406 w 5158787"/>
              <a:gd name="connsiteY24617" fmla="*/ 1843025 h 4489084"/>
              <a:gd name="connsiteX24618" fmla="*/ 4321470 w 5158787"/>
              <a:gd name="connsiteY24618" fmla="*/ 1829226 h 4489084"/>
              <a:gd name="connsiteX24619" fmla="*/ 4321470 w 5158787"/>
              <a:gd name="connsiteY24619" fmla="*/ 1828100 h 4489084"/>
              <a:gd name="connsiteX24620" fmla="*/ 4329406 w 5158787"/>
              <a:gd name="connsiteY24620" fmla="*/ 1814301 h 4489084"/>
              <a:gd name="connsiteX24621" fmla="*/ 4330354 w 5158787"/>
              <a:gd name="connsiteY24621" fmla="*/ 1813768 h 4489084"/>
              <a:gd name="connsiteX24622" fmla="*/ 4600775 w 5158787"/>
              <a:gd name="connsiteY24622" fmla="*/ 1813709 h 4489084"/>
              <a:gd name="connsiteX24623" fmla="*/ 4616766 w 5158787"/>
              <a:gd name="connsiteY24623" fmla="*/ 1813709 h 4489084"/>
              <a:gd name="connsiteX24624" fmla="*/ 4617773 w 5158787"/>
              <a:gd name="connsiteY24624" fmla="*/ 1814301 h 4489084"/>
              <a:gd name="connsiteX24625" fmla="*/ 4625768 w 5158787"/>
              <a:gd name="connsiteY24625" fmla="*/ 1828160 h 4489084"/>
              <a:gd name="connsiteX24626" fmla="*/ 4625768 w 5158787"/>
              <a:gd name="connsiteY24626" fmla="*/ 1829285 h 4489084"/>
              <a:gd name="connsiteX24627" fmla="*/ 4617773 w 5158787"/>
              <a:gd name="connsiteY24627" fmla="*/ 1843144 h 4489084"/>
              <a:gd name="connsiteX24628" fmla="*/ 4616825 w 5158787"/>
              <a:gd name="connsiteY24628" fmla="*/ 1843736 h 4489084"/>
              <a:gd name="connsiteX24629" fmla="*/ 4600835 w 5158787"/>
              <a:gd name="connsiteY24629" fmla="*/ 1843736 h 4489084"/>
              <a:gd name="connsiteX24630" fmla="*/ 4599828 w 5158787"/>
              <a:gd name="connsiteY24630" fmla="*/ 1843144 h 4489084"/>
              <a:gd name="connsiteX24631" fmla="*/ 4591832 w 5158787"/>
              <a:gd name="connsiteY24631" fmla="*/ 1829285 h 4489084"/>
              <a:gd name="connsiteX24632" fmla="*/ 4591832 w 5158787"/>
              <a:gd name="connsiteY24632" fmla="*/ 1828160 h 4489084"/>
              <a:gd name="connsiteX24633" fmla="*/ 4599828 w 5158787"/>
              <a:gd name="connsiteY24633" fmla="*/ 1814301 h 4489084"/>
              <a:gd name="connsiteX24634" fmla="*/ 4600775 w 5158787"/>
              <a:gd name="connsiteY24634" fmla="*/ 1813709 h 4489084"/>
              <a:gd name="connsiteX24635" fmla="*/ 4532844 w 5158787"/>
              <a:gd name="connsiteY24635" fmla="*/ 1813057 h 4489084"/>
              <a:gd name="connsiteX24636" fmla="*/ 4549487 w 5158787"/>
              <a:gd name="connsiteY24636" fmla="*/ 1813057 h 4489084"/>
              <a:gd name="connsiteX24637" fmla="*/ 4550494 w 5158787"/>
              <a:gd name="connsiteY24637" fmla="*/ 1813649 h 4489084"/>
              <a:gd name="connsiteX24638" fmla="*/ 4558844 w 5158787"/>
              <a:gd name="connsiteY24638" fmla="*/ 1828100 h 4489084"/>
              <a:gd name="connsiteX24639" fmla="*/ 4558844 w 5158787"/>
              <a:gd name="connsiteY24639" fmla="*/ 1829285 h 4489084"/>
              <a:gd name="connsiteX24640" fmla="*/ 4550494 w 5158787"/>
              <a:gd name="connsiteY24640" fmla="*/ 1843736 h 4489084"/>
              <a:gd name="connsiteX24641" fmla="*/ 4549487 w 5158787"/>
              <a:gd name="connsiteY24641" fmla="*/ 1844328 h 4489084"/>
              <a:gd name="connsiteX24642" fmla="*/ 4532844 w 5158787"/>
              <a:gd name="connsiteY24642" fmla="*/ 1844328 h 4489084"/>
              <a:gd name="connsiteX24643" fmla="*/ 4531838 w 5158787"/>
              <a:gd name="connsiteY24643" fmla="*/ 1843736 h 4489084"/>
              <a:gd name="connsiteX24644" fmla="*/ 4523487 w 5158787"/>
              <a:gd name="connsiteY24644" fmla="*/ 1829285 h 4489084"/>
              <a:gd name="connsiteX24645" fmla="*/ 4523487 w 5158787"/>
              <a:gd name="connsiteY24645" fmla="*/ 1828100 h 4489084"/>
              <a:gd name="connsiteX24646" fmla="*/ 4531838 w 5158787"/>
              <a:gd name="connsiteY24646" fmla="*/ 1813649 h 4489084"/>
              <a:gd name="connsiteX24647" fmla="*/ 4532844 w 5158787"/>
              <a:gd name="connsiteY24647" fmla="*/ 1813057 h 4489084"/>
              <a:gd name="connsiteX24648" fmla="*/ 4397574 w 5158787"/>
              <a:gd name="connsiteY24648" fmla="*/ 1813057 h 4489084"/>
              <a:gd name="connsiteX24649" fmla="*/ 4414217 w 5158787"/>
              <a:gd name="connsiteY24649" fmla="*/ 1813057 h 4489084"/>
              <a:gd name="connsiteX24650" fmla="*/ 4415223 w 5158787"/>
              <a:gd name="connsiteY24650" fmla="*/ 1813649 h 4489084"/>
              <a:gd name="connsiteX24651" fmla="*/ 4423574 w 5158787"/>
              <a:gd name="connsiteY24651" fmla="*/ 1828100 h 4489084"/>
              <a:gd name="connsiteX24652" fmla="*/ 4423574 w 5158787"/>
              <a:gd name="connsiteY24652" fmla="*/ 1829285 h 4489084"/>
              <a:gd name="connsiteX24653" fmla="*/ 4415223 w 5158787"/>
              <a:gd name="connsiteY24653" fmla="*/ 1843736 h 4489084"/>
              <a:gd name="connsiteX24654" fmla="*/ 4414217 w 5158787"/>
              <a:gd name="connsiteY24654" fmla="*/ 1844328 h 4489084"/>
              <a:gd name="connsiteX24655" fmla="*/ 4397574 w 5158787"/>
              <a:gd name="connsiteY24655" fmla="*/ 1844328 h 4489084"/>
              <a:gd name="connsiteX24656" fmla="*/ 4396567 w 5158787"/>
              <a:gd name="connsiteY24656" fmla="*/ 1843736 h 4489084"/>
              <a:gd name="connsiteX24657" fmla="*/ 4388217 w 5158787"/>
              <a:gd name="connsiteY24657" fmla="*/ 1829285 h 4489084"/>
              <a:gd name="connsiteX24658" fmla="*/ 4388217 w 5158787"/>
              <a:gd name="connsiteY24658" fmla="*/ 1828100 h 4489084"/>
              <a:gd name="connsiteX24659" fmla="*/ 4396567 w 5158787"/>
              <a:gd name="connsiteY24659" fmla="*/ 1813649 h 4489084"/>
              <a:gd name="connsiteX24660" fmla="*/ 4397574 w 5158787"/>
              <a:gd name="connsiteY24660" fmla="*/ 1813057 h 4489084"/>
              <a:gd name="connsiteX24661" fmla="*/ 4194609 w 5158787"/>
              <a:gd name="connsiteY24661" fmla="*/ 1812939 h 4489084"/>
              <a:gd name="connsiteX24662" fmla="*/ 4211371 w 5158787"/>
              <a:gd name="connsiteY24662" fmla="*/ 1812939 h 4489084"/>
              <a:gd name="connsiteX24663" fmla="*/ 4212377 w 5158787"/>
              <a:gd name="connsiteY24663" fmla="*/ 1813531 h 4489084"/>
              <a:gd name="connsiteX24664" fmla="*/ 4220787 w 5158787"/>
              <a:gd name="connsiteY24664" fmla="*/ 1828042 h 4489084"/>
              <a:gd name="connsiteX24665" fmla="*/ 4220787 w 5158787"/>
              <a:gd name="connsiteY24665" fmla="*/ 1829226 h 4489084"/>
              <a:gd name="connsiteX24666" fmla="*/ 4212377 w 5158787"/>
              <a:gd name="connsiteY24666" fmla="*/ 1843736 h 4489084"/>
              <a:gd name="connsiteX24667" fmla="*/ 4211371 w 5158787"/>
              <a:gd name="connsiteY24667" fmla="*/ 1844329 h 4489084"/>
              <a:gd name="connsiteX24668" fmla="*/ 4194609 w 5158787"/>
              <a:gd name="connsiteY24668" fmla="*/ 1844329 h 4489084"/>
              <a:gd name="connsiteX24669" fmla="*/ 4193603 w 5158787"/>
              <a:gd name="connsiteY24669" fmla="*/ 1843736 h 4489084"/>
              <a:gd name="connsiteX24670" fmla="*/ 4185193 w 5158787"/>
              <a:gd name="connsiteY24670" fmla="*/ 1829226 h 4489084"/>
              <a:gd name="connsiteX24671" fmla="*/ 4185193 w 5158787"/>
              <a:gd name="connsiteY24671" fmla="*/ 1828042 h 4489084"/>
              <a:gd name="connsiteX24672" fmla="*/ 4193603 w 5158787"/>
              <a:gd name="connsiteY24672" fmla="*/ 1813531 h 4489084"/>
              <a:gd name="connsiteX24673" fmla="*/ 4194609 w 5158787"/>
              <a:gd name="connsiteY24673" fmla="*/ 1812939 h 4489084"/>
              <a:gd name="connsiteX24674" fmla="*/ 4464973 w 5158787"/>
              <a:gd name="connsiteY24674" fmla="*/ 1812643 h 4489084"/>
              <a:gd name="connsiteX24675" fmla="*/ 4482089 w 5158787"/>
              <a:gd name="connsiteY24675" fmla="*/ 1812643 h 4489084"/>
              <a:gd name="connsiteX24676" fmla="*/ 4483154 w 5158787"/>
              <a:gd name="connsiteY24676" fmla="*/ 1813235 h 4489084"/>
              <a:gd name="connsiteX24677" fmla="*/ 4491683 w 5158787"/>
              <a:gd name="connsiteY24677" fmla="*/ 1828042 h 4489084"/>
              <a:gd name="connsiteX24678" fmla="*/ 4491683 w 5158787"/>
              <a:gd name="connsiteY24678" fmla="*/ 1829226 h 4489084"/>
              <a:gd name="connsiteX24679" fmla="*/ 4483096 w 5158787"/>
              <a:gd name="connsiteY24679" fmla="*/ 1844032 h 4489084"/>
              <a:gd name="connsiteX24680" fmla="*/ 4482029 w 5158787"/>
              <a:gd name="connsiteY24680" fmla="*/ 1844625 h 4489084"/>
              <a:gd name="connsiteX24681" fmla="*/ 4464913 w 5158787"/>
              <a:gd name="connsiteY24681" fmla="*/ 1844625 h 4489084"/>
              <a:gd name="connsiteX24682" fmla="*/ 4463848 w 5158787"/>
              <a:gd name="connsiteY24682" fmla="*/ 1844032 h 4489084"/>
              <a:gd name="connsiteX24683" fmla="*/ 4455319 w 5158787"/>
              <a:gd name="connsiteY24683" fmla="*/ 1829226 h 4489084"/>
              <a:gd name="connsiteX24684" fmla="*/ 4455319 w 5158787"/>
              <a:gd name="connsiteY24684" fmla="*/ 1828042 h 4489084"/>
              <a:gd name="connsiteX24685" fmla="*/ 4463906 w 5158787"/>
              <a:gd name="connsiteY24685" fmla="*/ 1813235 h 4489084"/>
              <a:gd name="connsiteX24686" fmla="*/ 4464973 w 5158787"/>
              <a:gd name="connsiteY24686" fmla="*/ 1812643 h 4489084"/>
              <a:gd name="connsiteX24687" fmla="*/ 812916 w 5158787"/>
              <a:gd name="connsiteY24687" fmla="*/ 1812643 h 4489084"/>
              <a:gd name="connsiteX24688" fmla="*/ 830032 w 5158787"/>
              <a:gd name="connsiteY24688" fmla="*/ 1812643 h 4489084"/>
              <a:gd name="connsiteX24689" fmla="*/ 831098 w 5158787"/>
              <a:gd name="connsiteY24689" fmla="*/ 1813235 h 4489084"/>
              <a:gd name="connsiteX24690" fmla="*/ 839627 w 5158787"/>
              <a:gd name="connsiteY24690" fmla="*/ 1828042 h 4489084"/>
              <a:gd name="connsiteX24691" fmla="*/ 839627 w 5158787"/>
              <a:gd name="connsiteY24691" fmla="*/ 1829226 h 4489084"/>
              <a:gd name="connsiteX24692" fmla="*/ 831039 w 5158787"/>
              <a:gd name="connsiteY24692" fmla="*/ 1844032 h 4489084"/>
              <a:gd name="connsiteX24693" fmla="*/ 829973 w 5158787"/>
              <a:gd name="connsiteY24693" fmla="*/ 1844625 h 4489084"/>
              <a:gd name="connsiteX24694" fmla="*/ 812857 w 5158787"/>
              <a:gd name="connsiteY24694" fmla="*/ 1844625 h 4489084"/>
              <a:gd name="connsiteX24695" fmla="*/ 811791 w 5158787"/>
              <a:gd name="connsiteY24695" fmla="*/ 1844032 h 4489084"/>
              <a:gd name="connsiteX24696" fmla="*/ 803263 w 5158787"/>
              <a:gd name="connsiteY24696" fmla="*/ 1829226 h 4489084"/>
              <a:gd name="connsiteX24697" fmla="*/ 803263 w 5158787"/>
              <a:gd name="connsiteY24697" fmla="*/ 1828042 h 4489084"/>
              <a:gd name="connsiteX24698" fmla="*/ 811850 w 5158787"/>
              <a:gd name="connsiteY24698" fmla="*/ 1813235 h 4489084"/>
              <a:gd name="connsiteX24699" fmla="*/ 812916 w 5158787"/>
              <a:gd name="connsiteY24699" fmla="*/ 1812643 h 4489084"/>
              <a:gd name="connsiteX24700" fmla="*/ 2165381 w 5158787"/>
              <a:gd name="connsiteY24700" fmla="*/ 1812465 h 4489084"/>
              <a:gd name="connsiteX24701" fmla="*/ 2182734 w 5158787"/>
              <a:gd name="connsiteY24701" fmla="*/ 1812465 h 4489084"/>
              <a:gd name="connsiteX24702" fmla="*/ 2183800 w 5158787"/>
              <a:gd name="connsiteY24702" fmla="*/ 1813057 h 4489084"/>
              <a:gd name="connsiteX24703" fmla="*/ 2192446 w 5158787"/>
              <a:gd name="connsiteY24703" fmla="*/ 1828041 h 4489084"/>
              <a:gd name="connsiteX24704" fmla="*/ 2192446 w 5158787"/>
              <a:gd name="connsiteY24704" fmla="*/ 1829285 h 4489084"/>
              <a:gd name="connsiteX24705" fmla="*/ 2183800 w 5158787"/>
              <a:gd name="connsiteY24705" fmla="*/ 1844269 h 4489084"/>
              <a:gd name="connsiteX24706" fmla="*/ 2182734 w 5158787"/>
              <a:gd name="connsiteY24706" fmla="*/ 1844861 h 4489084"/>
              <a:gd name="connsiteX24707" fmla="*/ 2165381 w 5158787"/>
              <a:gd name="connsiteY24707" fmla="*/ 1844861 h 4489084"/>
              <a:gd name="connsiteX24708" fmla="*/ 2164314 w 5158787"/>
              <a:gd name="connsiteY24708" fmla="*/ 1844269 h 4489084"/>
              <a:gd name="connsiteX24709" fmla="*/ 2155668 w 5158787"/>
              <a:gd name="connsiteY24709" fmla="*/ 1829285 h 4489084"/>
              <a:gd name="connsiteX24710" fmla="*/ 2155668 w 5158787"/>
              <a:gd name="connsiteY24710" fmla="*/ 1828041 h 4489084"/>
              <a:gd name="connsiteX24711" fmla="*/ 2164314 w 5158787"/>
              <a:gd name="connsiteY24711" fmla="*/ 1813057 h 4489084"/>
              <a:gd name="connsiteX24712" fmla="*/ 2165381 w 5158787"/>
              <a:gd name="connsiteY24712" fmla="*/ 1812465 h 4489084"/>
              <a:gd name="connsiteX24713" fmla="*/ 4261772 w 5158787"/>
              <a:gd name="connsiteY24713" fmla="*/ 1812051 h 4489084"/>
              <a:gd name="connsiteX24714" fmla="*/ 4279540 w 5158787"/>
              <a:gd name="connsiteY24714" fmla="*/ 1812051 h 4489084"/>
              <a:gd name="connsiteX24715" fmla="*/ 4280605 w 5158787"/>
              <a:gd name="connsiteY24715" fmla="*/ 1812702 h 4489084"/>
              <a:gd name="connsiteX24716" fmla="*/ 4289489 w 5158787"/>
              <a:gd name="connsiteY24716" fmla="*/ 1828101 h 4489084"/>
              <a:gd name="connsiteX24717" fmla="*/ 4289489 w 5158787"/>
              <a:gd name="connsiteY24717" fmla="*/ 1829345 h 4489084"/>
              <a:gd name="connsiteX24718" fmla="*/ 4280605 w 5158787"/>
              <a:gd name="connsiteY24718" fmla="*/ 1844743 h 4489084"/>
              <a:gd name="connsiteX24719" fmla="*/ 4279540 w 5158787"/>
              <a:gd name="connsiteY24719" fmla="*/ 1845395 h 4489084"/>
              <a:gd name="connsiteX24720" fmla="*/ 4261772 w 5158787"/>
              <a:gd name="connsiteY24720" fmla="*/ 1845395 h 4489084"/>
              <a:gd name="connsiteX24721" fmla="*/ 4260706 w 5158787"/>
              <a:gd name="connsiteY24721" fmla="*/ 1844743 h 4489084"/>
              <a:gd name="connsiteX24722" fmla="*/ 4251822 w 5158787"/>
              <a:gd name="connsiteY24722" fmla="*/ 1829345 h 4489084"/>
              <a:gd name="connsiteX24723" fmla="*/ 4251822 w 5158787"/>
              <a:gd name="connsiteY24723" fmla="*/ 1828101 h 4489084"/>
              <a:gd name="connsiteX24724" fmla="*/ 4260706 w 5158787"/>
              <a:gd name="connsiteY24724" fmla="*/ 1812702 h 4489084"/>
              <a:gd name="connsiteX24725" fmla="*/ 4261772 w 5158787"/>
              <a:gd name="connsiteY24725" fmla="*/ 1812051 h 4489084"/>
              <a:gd name="connsiteX24726" fmla="*/ 3517667 w 5158787"/>
              <a:gd name="connsiteY24726" fmla="*/ 1811813 h 4489084"/>
              <a:gd name="connsiteX24727" fmla="*/ 3535671 w 5158787"/>
              <a:gd name="connsiteY24727" fmla="*/ 1811813 h 4489084"/>
              <a:gd name="connsiteX24728" fmla="*/ 3536797 w 5158787"/>
              <a:gd name="connsiteY24728" fmla="*/ 1812465 h 4489084"/>
              <a:gd name="connsiteX24729" fmla="*/ 3545799 w 5158787"/>
              <a:gd name="connsiteY24729" fmla="*/ 1828041 h 4489084"/>
              <a:gd name="connsiteX24730" fmla="*/ 3545799 w 5158787"/>
              <a:gd name="connsiteY24730" fmla="*/ 1829284 h 4489084"/>
              <a:gd name="connsiteX24731" fmla="*/ 3536797 w 5158787"/>
              <a:gd name="connsiteY24731" fmla="*/ 1844861 h 4489084"/>
              <a:gd name="connsiteX24732" fmla="*/ 3535671 w 5158787"/>
              <a:gd name="connsiteY24732" fmla="*/ 1845512 h 4489084"/>
              <a:gd name="connsiteX24733" fmla="*/ 3517667 w 5158787"/>
              <a:gd name="connsiteY24733" fmla="*/ 1845512 h 4489084"/>
              <a:gd name="connsiteX24734" fmla="*/ 3516542 w 5158787"/>
              <a:gd name="connsiteY24734" fmla="*/ 1844861 h 4489084"/>
              <a:gd name="connsiteX24735" fmla="*/ 3507539 w 5158787"/>
              <a:gd name="connsiteY24735" fmla="*/ 1829284 h 4489084"/>
              <a:gd name="connsiteX24736" fmla="*/ 3507539 w 5158787"/>
              <a:gd name="connsiteY24736" fmla="*/ 1828041 h 4489084"/>
              <a:gd name="connsiteX24737" fmla="*/ 3516542 w 5158787"/>
              <a:gd name="connsiteY24737" fmla="*/ 1812465 h 4489084"/>
              <a:gd name="connsiteX24738" fmla="*/ 3517667 w 5158787"/>
              <a:gd name="connsiteY24738" fmla="*/ 1811813 h 4489084"/>
              <a:gd name="connsiteX24739" fmla="*/ 744808 w 5158787"/>
              <a:gd name="connsiteY24739" fmla="*/ 1811813 h 4489084"/>
              <a:gd name="connsiteX24740" fmla="*/ 762813 w 5158787"/>
              <a:gd name="connsiteY24740" fmla="*/ 1811813 h 4489084"/>
              <a:gd name="connsiteX24741" fmla="*/ 763938 w 5158787"/>
              <a:gd name="connsiteY24741" fmla="*/ 1812465 h 4489084"/>
              <a:gd name="connsiteX24742" fmla="*/ 772940 w 5158787"/>
              <a:gd name="connsiteY24742" fmla="*/ 1828041 h 4489084"/>
              <a:gd name="connsiteX24743" fmla="*/ 772940 w 5158787"/>
              <a:gd name="connsiteY24743" fmla="*/ 1829284 h 4489084"/>
              <a:gd name="connsiteX24744" fmla="*/ 763938 w 5158787"/>
              <a:gd name="connsiteY24744" fmla="*/ 1844861 h 4489084"/>
              <a:gd name="connsiteX24745" fmla="*/ 762813 w 5158787"/>
              <a:gd name="connsiteY24745" fmla="*/ 1845512 h 4489084"/>
              <a:gd name="connsiteX24746" fmla="*/ 744808 w 5158787"/>
              <a:gd name="connsiteY24746" fmla="*/ 1845512 h 4489084"/>
              <a:gd name="connsiteX24747" fmla="*/ 743683 w 5158787"/>
              <a:gd name="connsiteY24747" fmla="*/ 1844861 h 4489084"/>
              <a:gd name="connsiteX24748" fmla="*/ 734681 w 5158787"/>
              <a:gd name="connsiteY24748" fmla="*/ 1829284 h 4489084"/>
              <a:gd name="connsiteX24749" fmla="*/ 734681 w 5158787"/>
              <a:gd name="connsiteY24749" fmla="*/ 1828041 h 4489084"/>
              <a:gd name="connsiteX24750" fmla="*/ 743683 w 5158787"/>
              <a:gd name="connsiteY24750" fmla="*/ 1812465 h 4489084"/>
              <a:gd name="connsiteX24751" fmla="*/ 744808 w 5158787"/>
              <a:gd name="connsiteY24751" fmla="*/ 1811813 h 4489084"/>
              <a:gd name="connsiteX24752" fmla="*/ 1285829 w 5158787"/>
              <a:gd name="connsiteY24752" fmla="*/ 1811695 h 4489084"/>
              <a:gd name="connsiteX24753" fmla="*/ 1303952 w 5158787"/>
              <a:gd name="connsiteY24753" fmla="*/ 1811695 h 4489084"/>
              <a:gd name="connsiteX24754" fmla="*/ 1305078 w 5158787"/>
              <a:gd name="connsiteY24754" fmla="*/ 1812346 h 4489084"/>
              <a:gd name="connsiteX24755" fmla="*/ 1314139 w 5158787"/>
              <a:gd name="connsiteY24755" fmla="*/ 1828041 h 4489084"/>
              <a:gd name="connsiteX24756" fmla="*/ 1314139 w 5158787"/>
              <a:gd name="connsiteY24756" fmla="*/ 1829344 h 4489084"/>
              <a:gd name="connsiteX24757" fmla="*/ 1305078 w 5158787"/>
              <a:gd name="connsiteY24757" fmla="*/ 1845039 h 4489084"/>
              <a:gd name="connsiteX24758" fmla="*/ 1303952 w 5158787"/>
              <a:gd name="connsiteY24758" fmla="*/ 1845690 h 4489084"/>
              <a:gd name="connsiteX24759" fmla="*/ 1285829 w 5158787"/>
              <a:gd name="connsiteY24759" fmla="*/ 1845690 h 4489084"/>
              <a:gd name="connsiteX24760" fmla="*/ 1284704 w 5158787"/>
              <a:gd name="connsiteY24760" fmla="*/ 1845039 h 4489084"/>
              <a:gd name="connsiteX24761" fmla="*/ 1275643 w 5158787"/>
              <a:gd name="connsiteY24761" fmla="*/ 1829344 h 4489084"/>
              <a:gd name="connsiteX24762" fmla="*/ 1275643 w 5158787"/>
              <a:gd name="connsiteY24762" fmla="*/ 1828041 h 4489084"/>
              <a:gd name="connsiteX24763" fmla="*/ 1284704 w 5158787"/>
              <a:gd name="connsiteY24763" fmla="*/ 1812346 h 4489084"/>
              <a:gd name="connsiteX24764" fmla="*/ 1285829 w 5158787"/>
              <a:gd name="connsiteY24764" fmla="*/ 1811695 h 4489084"/>
              <a:gd name="connsiteX24765" fmla="*/ 677054 w 5158787"/>
              <a:gd name="connsiteY24765" fmla="*/ 1811517 h 4489084"/>
              <a:gd name="connsiteX24766" fmla="*/ 695354 w 5158787"/>
              <a:gd name="connsiteY24766" fmla="*/ 1811517 h 4489084"/>
              <a:gd name="connsiteX24767" fmla="*/ 696480 w 5158787"/>
              <a:gd name="connsiteY24767" fmla="*/ 1812169 h 4489084"/>
              <a:gd name="connsiteX24768" fmla="*/ 705660 w 5158787"/>
              <a:gd name="connsiteY24768" fmla="*/ 1828041 h 4489084"/>
              <a:gd name="connsiteX24769" fmla="*/ 705660 w 5158787"/>
              <a:gd name="connsiteY24769" fmla="*/ 1829344 h 4489084"/>
              <a:gd name="connsiteX24770" fmla="*/ 696480 w 5158787"/>
              <a:gd name="connsiteY24770" fmla="*/ 1845216 h 4489084"/>
              <a:gd name="connsiteX24771" fmla="*/ 695354 w 5158787"/>
              <a:gd name="connsiteY24771" fmla="*/ 1845867 h 4489084"/>
              <a:gd name="connsiteX24772" fmla="*/ 677054 w 5158787"/>
              <a:gd name="connsiteY24772" fmla="*/ 1845867 h 4489084"/>
              <a:gd name="connsiteX24773" fmla="*/ 675928 w 5158787"/>
              <a:gd name="connsiteY24773" fmla="*/ 1845216 h 4489084"/>
              <a:gd name="connsiteX24774" fmla="*/ 666749 w 5158787"/>
              <a:gd name="connsiteY24774" fmla="*/ 1829344 h 4489084"/>
              <a:gd name="connsiteX24775" fmla="*/ 666749 w 5158787"/>
              <a:gd name="connsiteY24775" fmla="*/ 1828041 h 4489084"/>
              <a:gd name="connsiteX24776" fmla="*/ 675928 w 5158787"/>
              <a:gd name="connsiteY24776" fmla="*/ 1812169 h 4489084"/>
              <a:gd name="connsiteX24777" fmla="*/ 677054 w 5158787"/>
              <a:gd name="connsiteY24777" fmla="*/ 1811517 h 4489084"/>
              <a:gd name="connsiteX24778" fmla="*/ 1488437 w 5158787"/>
              <a:gd name="connsiteY24778" fmla="*/ 1811221 h 4489084"/>
              <a:gd name="connsiteX24779" fmla="*/ 1507093 w 5158787"/>
              <a:gd name="connsiteY24779" fmla="*/ 1811221 h 4489084"/>
              <a:gd name="connsiteX24780" fmla="*/ 1508219 w 5158787"/>
              <a:gd name="connsiteY24780" fmla="*/ 1811872 h 4489084"/>
              <a:gd name="connsiteX24781" fmla="*/ 1517517 w 5158787"/>
              <a:gd name="connsiteY24781" fmla="*/ 1828041 h 4489084"/>
              <a:gd name="connsiteX24782" fmla="*/ 1517517 w 5158787"/>
              <a:gd name="connsiteY24782" fmla="*/ 1829344 h 4489084"/>
              <a:gd name="connsiteX24783" fmla="*/ 1508160 w 5158787"/>
              <a:gd name="connsiteY24783" fmla="*/ 1845512 h 4489084"/>
              <a:gd name="connsiteX24784" fmla="*/ 1507034 w 5158787"/>
              <a:gd name="connsiteY24784" fmla="*/ 1846164 h 4489084"/>
              <a:gd name="connsiteX24785" fmla="*/ 1488379 w 5158787"/>
              <a:gd name="connsiteY24785" fmla="*/ 1846164 h 4489084"/>
              <a:gd name="connsiteX24786" fmla="*/ 1487253 w 5158787"/>
              <a:gd name="connsiteY24786" fmla="*/ 1845512 h 4489084"/>
              <a:gd name="connsiteX24787" fmla="*/ 1477955 w 5158787"/>
              <a:gd name="connsiteY24787" fmla="*/ 1829344 h 4489084"/>
              <a:gd name="connsiteX24788" fmla="*/ 1477955 w 5158787"/>
              <a:gd name="connsiteY24788" fmla="*/ 1828041 h 4489084"/>
              <a:gd name="connsiteX24789" fmla="*/ 1487312 w 5158787"/>
              <a:gd name="connsiteY24789" fmla="*/ 1811872 h 4489084"/>
              <a:gd name="connsiteX24790" fmla="*/ 1488437 w 5158787"/>
              <a:gd name="connsiteY24790" fmla="*/ 1811221 h 4489084"/>
              <a:gd name="connsiteX24791" fmla="*/ 1353168 w 5158787"/>
              <a:gd name="connsiteY24791" fmla="*/ 1811221 h 4489084"/>
              <a:gd name="connsiteX24792" fmla="*/ 1371823 w 5158787"/>
              <a:gd name="connsiteY24792" fmla="*/ 1811221 h 4489084"/>
              <a:gd name="connsiteX24793" fmla="*/ 1372949 w 5158787"/>
              <a:gd name="connsiteY24793" fmla="*/ 1811872 h 4489084"/>
              <a:gd name="connsiteX24794" fmla="*/ 1382247 w 5158787"/>
              <a:gd name="connsiteY24794" fmla="*/ 1828041 h 4489084"/>
              <a:gd name="connsiteX24795" fmla="*/ 1382247 w 5158787"/>
              <a:gd name="connsiteY24795" fmla="*/ 1829344 h 4489084"/>
              <a:gd name="connsiteX24796" fmla="*/ 1372890 w 5158787"/>
              <a:gd name="connsiteY24796" fmla="*/ 1845512 h 4489084"/>
              <a:gd name="connsiteX24797" fmla="*/ 1371764 w 5158787"/>
              <a:gd name="connsiteY24797" fmla="*/ 1846164 h 4489084"/>
              <a:gd name="connsiteX24798" fmla="*/ 1353108 w 5158787"/>
              <a:gd name="connsiteY24798" fmla="*/ 1846164 h 4489084"/>
              <a:gd name="connsiteX24799" fmla="*/ 1351983 w 5158787"/>
              <a:gd name="connsiteY24799" fmla="*/ 1845512 h 4489084"/>
              <a:gd name="connsiteX24800" fmla="*/ 1342685 w 5158787"/>
              <a:gd name="connsiteY24800" fmla="*/ 1829344 h 4489084"/>
              <a:gd name="connsiteX24801" fmla="*/ 1342685 w 5158787"/>
              <a:gd name="connsiteY24801" fmla="*/ 1828041 h 4489084"/>
              <a:gd name="connsiteX24802" fmla="*/ 1352042 w 5158787"/>
              <a:gd name="connsiteY24802" fmla="*/ 1811872 h 4489084"/>
              <a:gd name="connsiteX24803" fmla="*/ 1353168 w 5158787"/>
              <a:gd name="connsiteY24803" fmla="*/ 1811221 h 4489084"/>
              <a:gd name="connsiteX24804" fmla="*/ 3246772 w 5158787"/>
              <a:gd name="connsiteY24804" fmla="*/ 1811103 h 4489084"/>
              <a:gd name="connsiteX24805" fmla="*/ 3265546 w 5158787"/>
              <a:gd name="connsiteY24805" fmla="*/ 1811103 h 4489084"/>
              <a:gd name="connsiteX24806" fmla="*/ 3266672 w 5158787"/>
              <a:gd name="connsiteY24806" fmla="*/ 1811755 h 4489084"/>
              <a:gd name="connsiteX24807" fmla="*/ 3276029 w 5158787"/>
              <a:gd name="connsiteY24807" fmla="*/ 1827982 h 4489084"/>
              <a:gd name="connsiteX24808" fmla="*/ 3276029 w 5158787"/>
              <a:gd name="connsiteY24808" fmla="*/ 1829285 h 4489084"/>
              <a:gd name="connsiteX24809" fmla="*/ 3266612 w 5158787"/>
              <a:gd name="connsiteY24809" fmla="*/ 1845513 h 4489084"/>
              <a:gd name="connsiteX24810" fmla="*/ 3265487 w 5158787"/>
              <a:gd name="connsiteY24810" fmla="*/ 1846165 h 4489084"/>
              <a:gd name="connsiteX24811" fmla="*/ 3246713 w 5158787"/>
              <a:gd name="connsiteY24811" fmla="*/ 1846165 h 4489084"/>
              <a:gd name="connsiteX24812" fmla="*/ 3245587 w 5158787"/>
              <a:gd name="connsiteY24812" fmla="*/ 1845513 h 4489084"/>
              <a:gd name="connsiteX24813" fmla="*/ 3236230 w 5158787"/>
              <a:gd name="connsiteY24813" fmla="*/ 1829285 h 4489084"/>
              <a:gd name="connsiteX24814" fmla="*/ 3236230 w 5158787"/>
              <a:gd name="connsiteY24814" fmla="*/ 1827982 h 4489084"/>
              <a:gd name="connsiteX24815" fmla="*/ 3245646 w 5158787"/>
              <a:gd name="connsiteY24815" fmla="*/ 1811755 h 4489084"/>
              <a:gd name="connsiteX24816" fmla="*/ 3246772 w 5158787"/>
              <a:gd name="connsiteY24816" fmla="*/ 1811103 h 4489084"/>
              <a:gd name="connsiteX24817" fmla="*/ 1420744 w 5158787"/>
              <a:gd name="connsiteY24817" fmla="*/ 1811103 h 4489084"/>
              <a:gd name="connsiteX24818" fmla="*/ 1439518 w 5158787"/>
              <a:gd name="connsiteY24818" fmla="*/ 1811103 h 4489084"/>
              <a:gd name="connsiteX24819" fmla="*/ 1440643 w 5158787"/>
              <a:gd name="connsiteY24819" fmla="*/ 1811755 h 4489084"/>
              <a:gd name="connsiteX24820" fmla="*/ 1450001 w 5158787"/>
              <a:gd name="connsiteY24820" fmla="*/ 1827982 h 4489084"/>
              <a:gd name="connsiteX24821" fmla="*/ 1450001 w 5158787"/>
              <a:gd name="connsiteY24821" fmla="*/ 1829285 h 4489084"/>
              <a:gd name="connsiteX24822" fmla="*/ 1440584 w 5158787"/>
              <a:gd name="connsiteY24822" fmla="*/ 1845513 h 4489084"/>
              <a:gd name="connsiteX24823" fmla="*/ 1439459 w 5158787"/>
              <a:gd name="connsiteY24823" fmla="*/ 1846165 h 4489084"/>
              <a:gd name="connsiteX24824" fmla="*/ 1420684 w 5158787"/>
              <a:gd name="connsiteY24824" fmla="*/ 1846165 h 4489084"/>
              <a:gd name="connsiteX24825" fmla="*/ 1419559 w 5158787"/>
              <a:gd name="connsiteY24825" fmla="*/ 1845513 h 4489084"/>
              <a:gd name="connsiteX24826" fmla="*/ 1410202 w 5158787"/>
              <a:gd name="connsiteY24826" fmla="*/ 1829285 h 4489084"/>
              <a:gd name="connsiteX24827" fmla="*/ 1410202 w 5158787"/>
              <a:gd name="connsiteY24827" fmla="*/ 1827982 h 4489084"/>
              <a:gd name="connsiteX24828" fmla="*/ 1419618 w 5158787"/>
              <a:gd name="connsiteY24828" fmla="*/ 1811755 h 4489084"/>
              <a:gd name="connsiteX24829" fmla="*/ 1420744 w 5158787"/>
              <a:gd name="connsiteY24829" fmla="*/ 1811103 h 4489084"/>
              <a:gd name="connsiteX24830" fmla="*/ 1082332 w 5158787"/>
              <a:gd name="connsiteY24830" fmla="*/ 1810570 h 4489084"/>
              <a:gd name="connsiteX24831" fmla="*/ 1101639 w 5158787"/>
              <a:gd name="connsiteY24831" fmla="*/ 1810570 h 4489084"/>
              <a:gd name="connsiteX24832" fmla="*/ 1102824 w 5158787"/>
              <a:gd name="connsiteY24832" fmla="*/ 1811281 h 4489084"/>
              <a:gd name="connsiteX24833" fmla="*/ 1112478 w 5158787"/>
              <a:gd name="connsiteY24833" fmla="*/ 1828041 h 4489084"/>
              <a:gd name="connsiteX24834" fmla="*/ 1112478 w 5158787"/>
              <a:gd name="connsiteY24834" fmla="*/ 1829404 h 4489084"/>
              <a:gd name="connsiteX24835" fmla="*/ 1102824 w 5158787"/>
              <a:gd name="connsiteY24835" fmla="*/ 1846164 h 4489084"/>
              <a:gd name="connsiteX24836" fmla="*/ 1101639 w 5158787"/>
              <a:gd name="connsiteY24836" fmla="*/ 1846875 h 4489084"/>
              <a:gd name="connsiteX24837" fmla="*/ 1082332 w 5158787"/>
              <a:gd name="connsiteY24837" fmla="*/ 1846875 h 4489084"/>
              <a:gd name="connsiteX24838" fmla="*/ 1081148 w 5158787"/>
              <a:gd name="connsiteY24838" fmla="*/ 1846164 h 4489084"/>
              <a:gd name="connsiteX24839" fmla="*/ 1071494 w 5158787"/>
              <a:gd name="connsiteY24839" fmla="*/ 1829404 h 4489084"/>
              <a:gd name="connsiteX24840" fmla="*/ 1071494 w 5158787"/>
              <a:gd name="connsiteY24840" fmla="*/ 1828041 h 4489084"/>
              <a:gd name="connsiteX24841" fmla="*/ 1081148 w 5158787"/>
              <a:gd name="connsiteY24841" fmla="*/ 1811281 h 4489084"/>
              <a:gd name="connsiteX24842" fmla="*/ 1082332 w 5158787"/>
              <a:gd name="connsiteY24842" fmla="*/ 1810570 h 4489084"/>
              <a:gd name="connsiteX24843" fmla="*/ 879367 w 5158787"/>
              <a:gd name="connsiteY24843" fmla="*/ 1810451 h 4489084"/>
              <a:gd name="connsiteX24844" fmla="*/ 898793 w 5158787"/>
              <a:gd name="connsiteY24844" fmla="*/ 1810451 h 4489084"/>
              <a:gd name="connsiteX24845" fmla="*/ 899977 w 5158787"/>
              <a:gd name="connsiteY24845" fmla="*/ 1811162 h 4489084"/>
              <a:gd name="connsiteX24846" fmla="*/ 909690 w 5158787"/>
              <a:gd name="connsiteY24846" fmla="*/ 1827982 h 4489084"/>
              <a:gd name="connsiteX24847" fmla="*/ 909690 w 5158787"/>
              <a:gd name="connsiteY24847" fmla="*/ 1829344 h 4489084"/>
              <a:gd name="connsiteX24848" fmla="*/ 899977 w 5158787"/>
              <a:gd name="connsiteY24848" fmla="*/ 1846164 h 4489084"/>
              <a:gd name="connsiteX24849" fmla="*/ 898793 w 5158787"/>
              <a:gd name="connsiteY24849" fmla="*/ 1846875 h 4489084"/>
              <a:gd name="connsiteX24850" fmla="*/ 879367 w 5158787"/>
              <a:gd name="connsiteY24850" fmla="*/ 1846875 h 4489084"/>
              <a:gd name="connsiteX24851" fmla="*/ 878183 w 5158787"/>
              <a:gd name="connsiteY24851" fmla="*/ 1846164 h 4489084"/>
              <a:gd name="connsiteX24852" fmla="*/ 868470 w 5158787"/>
              <a:gd name="connsiteY24852" fmla="*/ 1829344 h 4489084"/>
              <a:gd name="connsiteX24853" fmla="*/ 868470 w 5158787"/>
              <a:gd name="connsiteY24853" fmla="*/ 1827982 h 4489084"/>
              <a:gd name="connsiteX24854" fmla="*/ 878183 w 5158787"/>
              <a:gd name="connsiteY24854" fmla="*/ 1811162 h 4489084"/>
              <a:gd name="connsiteX24855" fmla="*/ 879367 w 5158787"/>
              <a:gd name="connsiteY24855" fmla="*/ 1810451 h 4489084"/>
              <a:gd name="connsiteX24856" fmla="*/ 4666635 w 5158787"/>
              <a:gd name="connsiteY24856" fmla="*/ 1810392 h 4489084"/>
              <a:gd name="connsiteX24857" fmla="*/ 4686178 w 5158787"/>
              <a:gd name="connsiteY24857" fmla="*/ 1810392 h 4489084"/>
              <a:gd name="connsiteX24858" fmla="*/ 4687363 w 5158787"/>
              <a:gd name="connsiteY24858" fmla="*/ 1811103 h 4489084"/>
              <a:gd name="connsiteX24859" fmla="*/ 4697135 w 5158787"/>
              <a:gd name="connsiteY24859" fmla="*/ 1828041 h 4489084"/>
              <a:gd name="connsiteX24860" fmla="*/ 4697135 w 5158787"/>
              <a:gd name="connsiteY24860" fmla="*/ 1829403 h 4489084"/>
              <a:gd name="connsiteX24861" fmla="*/ 4687363 w 5158787"/>
              <a:gd name="connsiteY24861" fmla="*/ 1846342 h 4489084"/>
              <a:gd name="connsiteX24862" fmla="*/ 4686178 w 5158787"/>
              <a:gd name="connsiteY24862" fmla="*/ 1847052 h 4489084"/>
              <a:gd name="connsiteX24863" fmla="*/ 4666635 w 5158787"/>
              <a:gd name="connsiteY24863" fmla="*/ 1847052 h 4489084"/>
              <a:gd name="connsiteX24864" fmla="*/ 4665450 w 5158787"/>
              <a:gd name="connsiteY24864" fmla="*/ 1846342 h 4489084"/>
              <a:gd name="connsiteX24865" fmla="*/ 4655677 w 5158787"/>
              <a:gd name="connsiteY24865" fmla="*/ 1829403 h 4489084"/>
              <a:gd name="connsiteX24866" fmla="*/ 4655677 w 5158787"/>
              <a:gd name="connsiteY24866" fmla="*/ 1828041 h 4489084"/>
              <a:gd name="connsiteX24867" fmla="*/ 4665450 w 5158787"/>
              <a:gd name="connsiteY24867" fmla="*/ 1811103 h 4489084"/>
              <a:gd name="connsiteX24868" fmla="*/ 4666635 w 5158787"/>
              <a:gd name="connsiteY24868" fmla="*/ 1810392 h 4489084"/>
              <a:gd name="connsiteX24869" fmla="*/ 1014578 w 5158787"/>
              <a:gd name="connsiteY24869" fmla="*/ 1810392 h 4489084"/>
              <a:gd name="connsiteX24870" fmla="*/ 1034123 w 5158787"/>
              <a:gd name="connsiteY24870" fmla="*/ 1810392 h 4489084"/>
              <a:gd name="connsiteX24871" fmla="*/ 1035307 w 5158787"/>
              <a:gd name="connsiteY24871" fmla="*/ 1811103 h 4489084"/>
              <a:gd name="connsiteX24872" fmla="*/ 1045079 w 5158787"/>
              <a:gd name="connsiteY24872" fmla="*/ 1828041 h 4489084"/>
              <a:gd name="connsiteX24873" fmla="*/ 1045079 w 5158787"/>
              <a:gd name="connsiteY24873" fmla="*/ 1829403 h 4489084"/>
              <a:gd name="connsiteX24874" fmla="*/ 1035307 w 5158787"/>
              <a:gd name="connsiteY24874" fmla="*/ 1846342 h 4489084"/>
              <a:gd name="connsiteX24875" fmla="*/ 1034123 w 5158787"/>
              <a:gd name="connsiteY24875" fmla="*/ 1847052 h 4489084"/>
              <a:gd name="connsiteX24876" fmla="*/ 1014578 w 5158787"/>
              <a:gd name="connsiteY24876" fmla="*/ 1847052 h 4489084"/>
              <a:gd name="connsiteX24877" fmla="*/ 1013394 w 5158787"/>
              <a:gd name="connsiteY24877" fmla="*/ 1846342 h 4489084"/>
              <a:gd name="connsiteX24878" fmla="*/ 1003622 w 5158787"/>
              <a:gd name="connsiteY24878" fmla="*/ 1829403 h 4489084"/>
              <a:gd name="connsiteX24879" fmla="*/ 1003622 w 5158787"/>
              <a:gd name="connsiteY24879" fmla="*/ 1828041 h 4489084"/>
              <a:gd name="connsiteX24880" fmla="*/ 1013394 w 5158787"/>
              <a:gd name="connsiteY24880" fmla="*/ 1811103 h 4489084"/>
              <a:gd name="connsiteX24881" fmla="*/ 1014578 w 5158787"/>
              <a:gd name="connsiteY24881" fmla="*/ 1810392 h 4489084"/>
              <a:gd name="connsiteX24882" fmla="*/ 946943 w 5158787"/>
              <a:gd name="connsiteY24882" fmla="*/ 1810392 h 4489084"/>
              <a:gd name="connsiteX24883" fmla="*/ 966488 w 5158787"/>
              <a:gd name="connsiteY24883" fmla="*/ 1810392 h 4489084"/>
              <a:gd name="connsiteX24884" fmla="*/ 967672 w 5158787"/>
              <a:gd name="connsiteY24884" fmla="*/ 1811103 h 4489084"/>
              <a:gd name="connsiteX24885" fmla="*/ 977444 w 5158787"/>
              <a:gd name="connsiteY24885" fmla="*/ 1828041 h 4489084"/>
              <a:gd name="connsiteX24886" fmla="*/ 977444 w 5158787"/>
              <a:gd name="connsiteY24886" fmla="*/ 1829403 h 4489084"/>
              <a:gd name="connsiteX24887" fmla="*/ 967672 w 5158787"/>
              <a:gd name="connsiteY24887" fmla="*/ 1846342 h 4489084"/>
              <a:gd name="connsiteX24888" fmla="*/ 966488 w 5158787"/>
              <a:gd name="connsiteY24888" fmla="*/ 1847052 h 4489084"/>
              <a:gd name="connsiteX24889" fmla="*/ 946943 w 5158787"/>
              <a:gd name="connsiteY24889" fmla="*/ 1847052 h 4489084"/>
              <a:gd name="connsiteX24890" fmla="*/ 945759 w 5158787"/>
              <a:gd name="connsiteY24890" fmla="*/ 1846342 h 4489084"/>
              <a:gd name="connsiteX24891" fmla="*/ 935987 w 5158787"/>
              <a:gd name="connsiteY24891" fmla="*/ 1829403 h 4489084"/>
              <a:gd name="connsiteX24892" fmla="*/ 935987 w 5158787"/>
              <a:gd name="connsiteY24892" fmla="*/ 1828041 h 4489084"/>
              <a:gd name="connsiteX24893" fmla="*/ 945759 w 5158787"/>
              <a:gd name="connsiteY24893" fmla="*/ 1811103 h 4489084"/>
              <a:gd name="connsiteX24894" fmla="*/ 946943 w 5158787"/>
              <a:gd name="connsiteY24894" fmla="*/ 1810392 h 4489084"/>
              <a:gd name="connsiteX24895" fmla="*/ 3583999 w 5158787"/>
              <a:gd name="connsiteY24895" fmla="*/ 1809326 h 4489084"/>
              <a:gd name="connsiteX24896" fmla="*/ 3604669 w 5158787"/>
              <a:gd name="connsiteY24896" fmla="*/ 1809326 h 4489084"/>
              <a:gd name="connsiteX24897" fmla="*/ 3605912 w 5158787"/>
              <a:gd name="connsiteY24897" fmla="*/ 1810037 h 4489084"/>
              <a:gd name="connsiteX24898" fmla="*/ 3616218 w 5158787"/>
              <a:gd name="connsiteY24898" fmla="*/ 1827923 h 4489084"/>
              <a:gd name="connsiteX24899" fmla="*/ 3616218 w 5158787"/>
              <a:gd name="connsiteY24899" fmla="*/ 1829403 h 4489084"/>
              <a:gd name="connsiteX24900" fmla="*/ 3605912 w 5158787"/>
              <a:gd name="connsiteY24900" fmla="*/ 1847289 h 4489084"/>
              <a:gd name="connsiteX24901" fmla="*/ 3604669 w 5158787"/>
              <a:gd name="connsiteY24901" fmla="*/ 1848000 h 4489084"/>
              <a:gd name="connsiteX24902" fmla="*/ 3583999 w 5158787"/>
              <a:gd name="connsiteY24902" fmla="*/ 1848000 h 4489084"/>
              <a:gd name="connsiteX24903" fmla="*/ 3582756 w 5158787"/>
              <a:gd name="connsiteY24903" fmla="*/ 1847289 h 4489084"/>
              <a:gd name="connsiteX24904" fmla="*/ 3572451 w 5158787"/>
              <a:gd name="connsiteY24904" fmla="*/ 1829403 h 4489084"/>
              <a:gd name="connsiteX24905" fmla="*/ 3572451 w 5158787"/>
              <a:gd name="connsiteY24905" fmla="*/ 1827923 h 4489084"/>
              <a:gd name="connsiteX24906" fmla="*/ 3582756 w 5158787"/>
              <a:gd name="connsiteY24906" fmla="*/ 1810037 h 4489084"/>
              <a:gd name="connsiteX24907" fmla="*/ 3583999 w 5158787"/>
              <a:gd name="connsiteY24907" fmla="*/ 1809326 h 4489084"/>
              <a:gd name="connsiteX24908" fmla="*/ 3651634 w 5158787"/>
              <a:gd name="connsiteY24908" fmla="*/ 1809267 h 4489084"/>
              <a:gd name="connsiteX24909" fmla="*/ 3672363 w 5158787"/>
              <a:gd name="connsiteY24909" fmla="*/ 1809267 h 4489084"/>
              <a:gd name="connsiteX24910" fmla="*/ 3673607 w 5158787"/>
              <a:gd name="connsiteY24910" fmla="*/ 1809978 h 4489084"/>
              <a:gd name="connsiteX24911" fmla="*/ 3683971 w 5158787"/>
              <a:gd name="connsiteY24911" fmla="*/ 1827982 h 4489084"/>
              <a:gd name="connsiteX24912" fmla="*/ 3683971 w 5158787"/>
              <a:gd name="connsiteY24912" fmla="*/ 1829463 h 4489084"/>
              <a:gd name="connsiteX24913" fmla="*/ 3673607 w 5158787"/>
              <a:gd name="connsiteY24913" fmla="*/ 1847467 h 4489084"/>
              <a:gd name="connsiteX24914" fmla="*/ 3672363 w 5158787"/>
              <a:gd name="connsiteY24914" fmla="*/ 1848178 h 4489084"/>
              <a:gd name="connsiteX24915" fmla="*/ 3651634 w 5158787"/>
              <a:gd name="connsiteY24915" fmla="*/ 1848178 h 4489084"/>
              <a:gd name="connsiteX24916" fmla="*/ 3650390 w 5158787"/>
              <a:gd name="connsiteY24916" fmla="*/ 1847467 h 4489084"/>
              <a:gd name="connsiteX24917" fmla="*/ 3640026 w 5158787"/>
              <a:gd name="connsiteY24917" fmla="*/ 1829463 h 4489084"/>
              <a:gd name="connsiteX24918" fmla="*/ 3640026 w 5158787"/>
              <a:gd name="connsiteY24918" fmla="*/ 1827982 h 4489084"/>
              <a:gd name="connsiteX24919" fmla="*/ 3650390 w 5158787"/>
              <a:gd name="connsiteY24919" fmla="*/ 1809978 h 4489084"/>
              <a:gd name="connsiteX24920" fmla="*/ 3651634 w 5158787"/>
              <a:gd name="connsiteY24920" fmla="*/ 1809267 h 4489084"/>
              <a:gd name="connsiteX24921" fmla="*/ 4733321 w 5158787"/>
              <a:gd name="connsiteY24921" fmla="*/ 1808497 h 4489084"/>
              <a:gd name="connsiteX24922" fmla="*/ 4754820 w 5158787"/>
              <a:gd name="connsiteY24922" fmla="*/ 1808497 h 4489084"/>
              <a:gd name="connsiteX24923" fmla="*/ 4756123 w 5158787"/>
              <a:gd name="connsiteY24923" fmla="*/ 1809267 h 4489084"/>
              <a:gd name="connsiteX24924" fmla="*/ 4766902 w 5158787"/>
              <a:gd name="connsiteY24924" fmla="*/ 1827923 h 4489084"/>
              <a:gd name="connsiteX24925" fmla="*/ 4766902 w 5158787"/>
              <a:gd name="connsiteY24925" fmla="*/ 1829463 h 4489084"/>
              <a:gd name="connsiteX24926" fmla="*/ 4756123 w 5158787"/>
              <a:gd name="connsiteY24926" fmla="*/ 1848119 h 4489084"/>
              <a:gd name="connsiteX24927" fmla="*/ 4754820 w 5158787"/>
              <a:gd name="connsiteY24927" fmla="*/ 1848889 h 4489084"/>
              <a:gd name="connsiteX24928" fmla="*/ 4733321 w 5158787"/>
              <a:gd name="connsiteY24928" fmla="*/ 1848889 h 4489084"/>
              <a:gd name="connsiteX24929" fmla="*/ 4732018 w 5158787"/>
              <a:gd name="connsiteY24929" fmla="*/ 1848119 h 4489084"/>
              <a:gd name="connsiteX24930" fmla="*/ 4721239 w 5158787"/>
              <a:gd name="connsiteY24930" fmla="*/ 1829463 h 4489084"/>
              <a:gd name="connsiteX24931" fmla="*/ 4721239 w 5158787"/>
              <a:gd name="connsiteY24931" fmla="*/ 1827923 h 4489084"/>
              <a:gd name="connsiteX24932" fmla="*/ 4732018 w 5158787"/>
              <a:gd name="connsiteY24932" fmla="*/ 1809267 h 4489084"/>
              <a:gd name="connsiteX24933" fmla="*/ 4733321 w 5158787"/>
              <a:gd name="connsiteY24933" fmla="*/ 1808497 h 4489084"/>
              <a:gd name="connsiteX24934" fmla="*/ 1825192 w 5158787"/>
              <a:gd name="connsiteY24934" fmla="*/ 1808497 h 4489084"/>
              <a:gd name="connsiteX24935" fmla="*/ 1846691 w 5158787"/>
              <a:gd name="connsiteY24935" fmla="*/ 1808497 h 4489084"/>
              <a:gd name="connsiteX24936" fmla="*/ 1847994 w 5158787"/>
              <a:gd name="connsiteY24936" fmla="*/ 1809267 h 4489084"/>
              <a:gd name="connsiteX24937" fmla="*/ 1858773 w 5158787"/>
              <a:gd name="connsiteY24937" fmla="*/ 1827923 h 4489084"/>
              <a:gd name="connsiteX24938" fmla="*/ 1858773 w 5158787"/>
              <a:gd name="connsiteY24938" fmla="*/ 1829463 h 4489084"/>
              <a:gd name="connsiteX24939" fmla="*/ 1847994 w 5158787"/>
              <a:gd name="connsiteY24939" fmla="*/ 1848119 h 4489084"/>
              <a:gd name="connsiteX24940" fmla="*/ 1846691 w 5158787"/>
              <a:gd name="connsiteY24940" fmla="*/ 1848889 h 4489084"/>
              <a:gd name="connsiteX24941" fmla="*/ 1825192 w 5158787"/>
              <a:gd name="connsiteY24941" fmla="*/ 1848889 h 4489084"/>
              <a:gd name="connsiteX24942" fmla="*/ 1823889 w 5158787"/>
              <a:gd name="connsiteY24942" fmla="*/ 1848119 h 4489084"/>
              <a:gd name="connsiteX24943" fmla="*/ 1813110 w 5158787"/>
              <a:gd name="connsiteY24943" fmla="*/ 1829463 h 4489084"/>
              <a:gd name="connsiteX24944" fmla="*/ 1813110 w 5158787"/>
              <a:gd name="connsiteY24944" fmla="*/ 1827923 h 4489084"/>
              <a:gd name="connsiteX24945" fmla="*/ 1823889 w 5158787"/>
              <a:gd name="connsiteY24945" fmla="*/ 1809267 h 4489084"/>
              <a:gd name="connsiteX24946" fmla="*/ 1825192 w 5158787"/>
              <a:gd name="connsiteY24946" fmla="*/ 1808497 h 4489084"/>
              <a:gd name="connsiteX24947" fmla="*/ 1216358 w 5158787"/>
              <a:gd name="connsiteY24947" fmla="*/ 1808201 h 4489084"/>
              <a:gd name="connsiteX24948" fmla="*/ 1238212 w 5158787"/>
              <a:gd name="connsiteY24948" fmla="*/ 1808201 h 4489084"/>
              <a:gd name="connsiteX24949" fmla="*/ 1239574 w 5158787"/>
              <a:gd name="connsiteY24949" fmla="*/ 1808971 h 4489084"/>
              <a:gd name="connsiteX24950" fmla="*/ 1250472 w 5158787"/>
              <a:gd name="connsiteY24950" fmla="*/ 1827923 h 4489084"/>
              <a:gd name="connsiteX24951" fmla="*/ 1250472 w 5158787"/>
              <a:gd name="connsiteY24951" fmla="*/ 1829463 h 4489084"/>
              <a:gd name="connsiteX24952" fmla="*/ 1239515 w 5158787"/>
              <a:gd name="connsiteY24952" fmla="*/ 1848415 h 4489084"/>
              <a:gd name="connsiteX24953" fmla="*/ 1238153 w 5158787"/>
              <a:gd name="connsiteY24953" fmla="*/ 1849185 h 4489084"/>
              <a:gd name="connsiteX24954" fmla="*/ 1216299 w 5158787"/>
              <a:gd name="connsiteY24954" fmla="*/ 1849185 h 4489084"/>
              <a:gd name="connsiteX24955" fmla="*/ 1214937 w 5158787"/>
              <a:gd name="connsiteY24955" fmla="*/ 1848415 h 4489084"/>
              <a:gd name="connsiteX24956" fmla="*/ 1204039 w 5158787"/>
              <a:gd name="connsiteY24956" fmla="*/ 1829463 h 4489084"/>
              <a:gd name="connsiteX24957" fmla="*/ 1204039 w 5158787"/>
              <a:gd name="connsiteY24957" fmla="*/ 1827923 h 4489084"/>
              <a:gd name="connsiteX24958" fmla="*/ 1214996 w 5158787"/>
              <a:gd name="connsiteY24958" fmla="*/ 1808971 h 4489084"/>
              <a:gd name="connsiteX24959" fmla="*/ 1216358 w 5158787"/>
              <a:gd name="connsiteY24959" fmla="*/ 1808201 h 4489084"/>
              <a:gd name="connsiteX24960" fmla="*/ 3177418 w 5158787"/>
              <a:gd name="connsiteY24960" fmla="*/ 1807905 h 4489084"/>
              <a:gd name="connsiteX24961" fmla="*/ 3199628 w 5158787"/>
              <a:gd name="connsiteY24961" fmla="*/ 1807905 h 4489084"/>
              <a:gd name="connsiteX24962" fmla="*/ 3200990 w 5158787"/>
              <a:gd name="connsiteY24962" fmla="*/ 1808675 h 4489084"/>
              <a:gd name="connsiteX24963" fmla="*/ 3212065 w 5158787"/>
              <a:gd name="connsiteY24963" fmla="*/ 1827923 h 4489084"/>
              <a:gd name="connsiteX24964" fmla="*/ 3212065 w 5158787"/>
              <a:gd name="connsiteY24964" fmla="*/ 1829463 h 4489084"/>
              <a:gd name="connsiteX24965" fmla="*/ 3200990 w 5158787"/>
              <a:gd name="connsiteY24965" fmla="*/ 1848711 h 4489084"/>
              <a:gd name="connsiteX24966" fmla="*/ 3199628 w 5158787"/>
              <a:gd name="connsiteY24966" fmla="*/ 1849481 h 4489084"/>
              <a:gd name="connsiteX24967" fmla="*/ 3177418 w 5158787"/>
              <a:gd name="connsiteY24967" fmla="*/ 1849481 h 4489084"/>
              <a:gd name="connsiteX24968" fmla="*/ 3176056 w 5158787"/>
              <a:gd name="connsiteY24968" fmla="*/ 1848711 h 4489084"/>
              <a:gd name="connsiteX24969" fmla="*/ 3164981 w 5158787"/>
              <a:gd name="connsiteY24969" fmla="*/ 1829463 h 4489084"/>
              <a:gd name="connsiteX24970" fmla="*/ 3164981 w 5158787"/>
              <a:gd name="connsiteY24970" fmla="*/ 1827923 h 4489084"/>
              <a:gd name="connsiteX24971" fmla="*/ 3176056 w 5158787"/>
              <a:gd name="connsiteY24971" fmla="*/ 1808675 h 4489084"/>
              <a:gd name="connsiteX24972" fmla="*/ 3177418 w 5158787"/>
              <a:gd name="connsiteY24972" fmla="*/ 1807905 h 4489084"/>
              <a:gd name="connsiteX24973" fmla="*/ 1892472 w 5158787"/>
              <a:gd name="connsiteY24973" fmla="*/ 1807905 h 4489084"/>
              <a:gd name="connsiteX24974" fmla="*/ 1914681 w 5158787"/>
              <a:gd name="connsiteY24974" fmla="*/ 1807905 h 4489084"/>
              <a:gd name="connsiteX24975" fmla="*/ 1916043 w 5158787"/>
              <a:gd name="connsiteY24975" fmla="*/ 1808675 h 4489084"/>
              <a:gd name="connsiteX24976" fmla="*/ 1927118 w 5158787"/>
              <a:gd name="connsiteY24976" fmla="*/ 1827923 h 4489084"/>
              <a:gd name="connsiteX24977" fmla="*/ 1927118 w 5158787"/>
              <a:gd name="connsiteY24977" fmla="*/ 1829463 h 4489084"/>
              <a:gd name="connsiteX24978" fmla="*/ 1916043 w 5158787"/>
              <a:gd name="connsiteY24978" fmla="*/ 1848711 h 4489084"/>
              <a:gd name="connsiteX24979" fmla="*/ 1914681 w 5158787"/>
              <a:gd name="connsiteY24979" fmla="*/ 1849481 h 4489084"/>
              <a:gd name="connsiteX24980" fmla="*/ 1892472 w 5158787"/>
              <a:gd name="connsiteY24980" fmla="*/ 1849481 h 4489084"/>
              <a:gd name="connsiteX24981" fmla="*/ 1891109 w 5158787"/>
              <a:gd name="connsiteY24981" fmla="*/ 1848711 h 4489084"/>
              <a:gd name="connsiteX24982" fmla="*/ 1880034 w 5158787"/>
              <a:gd name="connsiteY24982" fmla="*/ 1829463 h 4489084"/>
              <a:gd name="connsiteX24983" fmla="*/ 1880034 w 5158787"/>
              <a:gd name="connsiteY24983" fmla="*/ 1827923 h 4489084"/>
              <a:gd name="connsiteX24984" fmla="*/ 1891109 w 5158787"/>
              <a:gd name="connsiteY24984" fmla="*/ 1808675 h 4489084"/>
              <a:gd name="connsiteX24985" fmla="*/ 1892472 w 5158787"/>
              <a:gd name="connsiteY24985" fmla="*/ 1807905 h 4489084"/>
              <a:gd name="connsiteX24986" fmla="*/ 1757142 w 5158787"/>
              <a:gd name="connsiteY24986" fmla="*/ 1807668 h 4489084"/>
              <a:gd name="connsiteX24987" fmla="*/ 1779529 w 5158787"/>
              <a:gd name="connsiteY24987" fmla="*/ 1807668 h 4489084"/>
              <a:gd name="connsiteX24988" fmla="*/ 1780891 w 5158787"/>
              <a:gd name="connsiteY24988" fmla="*/ 1808438 h 4489084"/>
              <a:gd name="connsiteX24989" fmla="*/ 1792085 w 5158787"/>
              <a:gd name="connsiteY24989" fmla="*/ 1827864 h 4489084"/>
              <a:gd name="connsiteX24990" fmla="*/ 1792085 w 5158787"/>
              <a:gd name="connsiteY24990" fmla="*/ 1829463 h 4489084"/>
              <a:gd name="connsiteX24991" fmla="*/ 1780891 w 5158787"/>
              <a:gd name="connsiteY24991" fmla="*/ 1848888 h 4489084"/>
              <a:gd name="connsiteX24992" fmla="*/ 1779529 w 5158787"/>
              <a:gd name="connsiteY24992" fmla="*/ 1849658 h 4489084"/>
              <a:gd name="connsiteX24993" fmla="*/ 1757142 w 5158787"/>
              <a:gd name="connsiteY24993" fmla="*/ 1849658 h 4489084"/>
              <a:gd name="connsiteX24994" fmla="*/ 1755780 w 5158787"/>
              <a:gd name="connsiteY24994" fmla="*/ 1848888 h 4489084"/>
              <a:gd name="connsiteX24995" fmla="*/ 1744586 w 5158787"/>
              <a:gd name="connsiteY24995" fmla="*/ 1829463 h 4489084"/>
              <a:gd name="connsiteX24996" fmla="*/ 1744586 w 5158787"/>
              <a:gd name="connsiteY24996" fmla="*/ 1827864 h 4489084"/>
              <a:gd name="connsiteX24997" fmla="*/ 1755780 w 5158787"/>
              <a:gd name="connsiteY24997" fmla="*/ 1808438 h 4489084"/>
              <a:gd name="connsiteX24998" fmla="*/ 1757142 w 5158787"/>
              <a:gd name="connsiteY24998" fmla="*/ 1807668 h 4489084"/>
              <a:gd name="connsiteX24999" fmla="*/ 1148427 w 5158787"/>
              <a:gd name="connsiteY24999" fmla="*/ 1807668 h 4489084"/>
              <a:gd name="connsiteX25000" fmla="*/ 1170814 w 5158787"/>
              <a:gd name="connsiteY25000" fmla="*/ 1807668 h 4489084"/>
              <a:gd name="connsiteX25001" fmla="*/ 1172176 w 5158787"/>
              <a:gd name="connsiteY25001" fmla="*/ 1808438 h 4489084"/>
              <a:gd name="connsiteX25002" fmla="*/ 1183370 w 5158787"/>
              <a:gd name="connsiteY25002" fmla="*/ 1827864 h 4489084"/>
              <a:gd name="connsiteX25003" fmla="*/ 1183370 w 5158787"/>
              <a:gd name="connsiteY25003" fmla="*/ 1829463 h 4489084"/>
              <a:gd name="connsiteX25004" fmla="*/ 1172176 w 5158787"/>
              <a:gd name="connsiteY25004" fmla="*/ 1848888 h 4489084"/>
              <a:gd name="connsiteX25005" fmla="*/ 1170814 w 5158787"/>
              <a:gd name="connsiteY25005" fmla="*/ 1849658 h 4489084"/>
              <a:gd name="connsiteX25006" fmla="*/ 1148427 w 5158787"/>
              <a:gd name="connsiteY25006" fmla="*/ 1849658 h 4489084"/>
              <a:gd name="connsiteX25007" fmla="*/ 1147065 w 5158787"/>
              <a:gd name="connsiteY25007" fmla="*/ 1848888 h 4489084"/>
              <a:gd name="connsiteX25008" fmla="*/ 1135871 w 5158787"/>
              <a:gd name="connsiteY25008" fmla="*/ 1829463 h 4489084"/>
              <a:gd name="connsiteX25009" fmla="*/ 1135871 w 5158787"/>
              <a:gd name="connsiteY25009" fmla="*/ 1827864 h 4489084"/>
              <a:gd name="connsiteX25010" fmla="*/ 1147065 w 5158787"/>
              <a:gd name="connsiteY25010" fmla="*/ 1808438 h 4489084"/>
              <a:gd name="connsiteX25011" fmla="*/ 1148427 w 5158787"/>
              <a:gd name="connsiteY25011" fmla="*/ 1807668 h 4489084"/>
              <a:gd name="connsiteX25012" fmla="*/ 1959692 w 5158787"/>
              <a:gd name="connsiteY25012" fmla="*/ 1807194 h 4489084"/>
              <a:gd name="connsiteX25013" fmla="*/ 1982671 w 5158787"/>
              <a:gd name="connsiteY25013" fmla="*/ 1807194 h 4489084"/>
              <a:gd name="connsiteX25014" fmla="*/ 1984093 w 5158787"/>
              <a:gd name="connsiteY25014" fmla="*/ 1808023 h 4489084"/>
              <a:gd name="connsiteX25015" fmla="*/ 1995582 w 5158787"/>
              <a:gd name="connsiteY25015" fmla="*/ 1827923 h 4489084"/>
              <a:gd name="connsiteX25016" fmla="*/ 1995582 w 5158787"/>
              <a:gd name="connsiteY25016" fmla="*/ 1829522 h 4489084"/>
              <a:gd name="connsiteX25017" fmla="*/ 1984093 w 5158787"/>
              <a:gd name="connsiteY25017" fmla="*/ 1849422 h 4489084"/>
              <a:gd name="connsiteX25018" fmla="*/ 1982671 w 5158787"/>
              <a:gd name="connsiteY25018" fmla="*/ 1850251 h 4489084"/>
              <a:gd name="connsiteX25019" fmla="*/ 1959692 w 5158787"/>
              <a:gd name="connsiteY25019" fmla="*/ 1850251 h 4489084"/>
              <a:gd name="connsiteX25020" fmla="*/ 1958271 w 5158787"/>
              <a:gd name="connsiteY25020" fmla="*/ 1849422 h 4489084"/>
              <a:gd name="connsiteX25021" fmla="*/ 1946781 w 5158787"/>
              <a:gd name="connsiteY25021" fmla="*/ 1829522 h 4489084"/>
              <a:gd name="connsiteX25022" fmla="*/ 1946781 w 5158787"/>
              <a:gd name="connsiteY25022" fmla="*/ 1827923 h 4489084"/>
              <a:gd name="connsiteX25023" fmla="*/ 1958271 w 5158787"/>
              <a:gd name="connsiteY25023" fmla="*/ 1808023 h 4489084"/>
              <a:gd name="connsiteX25024" fmla="*/ 1959692 w 5158787"/>
              <a:gd name="connsiteY25024" fmla="*/ 1807194 h 4489084"/>
              <a:gd name="connsiteX25025" fmla="*/ 4867763 w 5158787"/>
              <a:gd name="connsiteY25025" fmla="*/ 1806957 h 4489084"/>
              <a:gd name="connsiteX25026" fmla="*/ 4890920 w 5158787"/>
              <a:gd name="connsiteY25026" fmla="*/ 1806957 h 4489084"/>
              <a:gd name="connsiteX25027" fmla="*/ 4892341 w 5158787"/>
              <a:gd name="connsiteY25027" fmla="*/ 1807786 h 4489084"/>
              <a:gd name="connsiteX25028" fmla="*/ 4903949 w 5158787"/>
              <a:gd name="connsiteY25028" fmla="*/ 1827863 h 4489084"/>
              <a:gd name="connsiteX25029" fmla="*/ 4903949 w 5158787"/>
              <a:gd name="connsiteY25029" fmla="*/ 1829522 h 4489084"/>
              <a:gd name="connsiteX25030" fmla="*/ 4892341 w 5158787"/>
              <a:gd name="connsiteY25030" fmla="*/ 1849599 h 4489084"/>
              <a:gd name="connsiteX25031" fmla="*/ 4890920 w 5158787"/>
              <a:gd name="connsiteY25031" fmla="*/ 1850428 h 4489084"/>
              <a:gd name="connsiteX25032" fmla="*/ 4867763 w 5158787"/>
              <a:gd name="connsiteY25032" fmla="*/ 1850428 h 4489084"/>
              <a:gd name="connsiteX25033" fmla="*/ 4866341 w 5158787"/>
              <a:gd name="connsiteY25033" fmla="*/ 1849599 h 4489084"/>
              <a:gd name="connsiteX25034" fmla="*/ 4854733 w 5158787"/>
              <a:gd name="connsiteY25034" fmla="*/ 1829522 h 4489084"/>
              <a:gd name="connsiteX25035" fmla="*/ 4854733 w 5158787"/>
              <a:gd name="connsiteY25035" fmla="*/ 1827863 h 4489084"/>
              <a:gd name="connsiteX25036" fmla="*/ 4866341 w 5158787"/>
              <a:gd name="connsiteY25036" fmla="*/ 1807786 h 4489084"/>
              <a:gd name="connsiteX25037" fmla="*/ 4867763 w 5158787"/>
              <a:gd name="connsiteY25037" fmla="*/ 1806957 h 4489084"/>
              <a:gd name="connsiteX25038" fmla="*/ 4800009 w 5158787"/>
              <a:gd name="connsiteY25038" fmla="*/ 1806779 h 4489084"/>
              <a:gd name="connsiteX25039" fmla="*/ 4823403 w 5158787"/>
              <a:gd name="connsiteY25039" fmla="*/ 1806779 h 4489084"/>
              <a:gd name="connsiteX25040" fmla="*/ 4824824 w 5158787"/>
              <a:gd name="connsiteY25040" fmla="*/ 1807608 h 4489084"/>
              <a:gd name="connsiteX25041" fmla="*/ 4836491 w 5158787"/>
              <a:gd name="connsiteY25041" fmla="*/ 1827863 h 4489084"/>
              <a:gd name="connsiteX25042" fmla="*/ 4836491 w 5158787"/>
              <a:gd name="connsiteY25042" fmla="*/ 1829522 h 4489084"/>
              <a:gd name="connsiteX25043" fmla="*/ 4824765 w 5158787"/>
              <a:gd name="connsiteY25043" fmla="*/ 1849776 h 4489084"/>
              <a:gd name="connsiteX25044" fmla="*/ 4823344 w 5158787"/>
              <a:gd name="connsiteY25044" fmla="*/ 1850606 h 4489084"/>
              <a:gd name="connsiteX25045" fmla="*/ 4799950 w 5158787"/>
              <a:gd name="connsiteY25045" fmla="*/ 1850606 h 4489084"/>
              <a:gd name="connsiteX25046" fmla="*/ 4798528 w 5158787"/>
              <a:gd name="connsiteY25046" fmla="*/ 1849776 h 4489084"/>
              <a:gd name="connsiteX25047" fmla="*/ 4786861 w 5158787"/>
              <a:gd name="connsiteY25047" fmla="*/ 1829522 h 4489084"/>
              <a:gd name="connsiteX25048" fmla="*/ 4786861 w 5158787"/>
              <a:gd name="connsiteY25048" fmla="*/ 1827863 h 4489084"/>
              <a:gd name="connsiteX25049" fmla="*/ 4798587 w 5158787"/>
              <a:gd name="connsiteY25049" fmla="*/ 1807608 h 4489084"/>
              <a:gd name="connsiteX25050" fmla="*/ 4800009 w 5158787"/>
              <a:gd name="connsiteY25050" fmla="*/ 1806779 h 4489084"/>
              <a:gd name="connsiteX25051" fmla="*/ 2771076 w 5158787"/>
              <a:gd name="connsiteY25051" fmla="*/ 1806779 h 4489084"/>
              <a:gd name="connsiteX25052" fmla="*/ 2794470 w 5158787"/>
              <a:gd name="connsiteY25052" fmla="*/ 1806779 h 4489084"/>
              <a:gd name="connsiteX25053" fmla="*/ 2795891 w 5158787"/>
              <a:gd name="connsiteY25053" fmla="*/ 1807608 h 4489084"/>
              <a:gd name="connsiteX25054" fmla="*/ 2807559 w 5158787"/>
              <a:gd name="connsiteY25054" fmla="*/ 1827863 h 4489084"/>
              <a:gd name="connsiteX25055" fmla="*/ 2807559 w 5158787"/>
              <a:gd name="connsiteY25055" fmla="*/ 1829522 h 4489084"/>
              <a:gd name="connsiteX25056" fmla="*/ 2795832 w 5158787"/>
              <a:gd name="connsiteY25056" fmla="*/ 1849776 h 4489084"/>
              <a:gd name="connsiteX25057" fmla="*/ 2794411 w 5158787"/>
              <a:gd name="connsiteY25057" fmla="*/ 1850606 h 4489084"/>
              <a:gd name="connsiteX25058" fmla="*/ 2771017 w 5158787"/>
              <a:gd name="connsiteY25058" fmla="*/ 1850606 h 4489084"/>
              <a:gd name="connsiteX25059" fmla="*/ 2769595 w 5158787"/>
              <a:gd name="connsiteY25059" fmla="*/ 1849776 h 4489084"/>
              <a:gd name="connsiteX25060" fmla="*/ 2757928 w 5158787"/>
              <a:gd name="connsiteY25060" fmla="*/ 1829522 h 4489084"/>
              <a:gd name="connsiteX25061" fmla="*/ 2757928 w 5158787"/>
              <a:gd name="connsiteY25061" fmla="*/ 1827863 h 4489084"/>
              <a:gd name="connsiteX25062" fmla="*/ 2769654 w 5158787"/>
              <a:gd name="connsiteY25062" fmla="*/ 1807608 h 4489084"/>
              <a:gd name="connsiteX25063" fmla="*/ 2771076 w 5158787"/>
              <a:gd name="connsiteY25063" fmla="*/ 1806779 h 4489084"/>
              <a:gd name="connsiteX25064" fmla="*/ 1688086 w 5158787"/>
              <a:gd name="connsiteY25064" fmla="*/ 1805121 h 4489084"/>
              <a:gd name="connsiteX25065" fmla="*/ 1713257 w 5158787"/>
              <a:gd name="connsiteY25065" fmla="*/ 1805121 h 4489084"/>
              <a:gd name="connsiteX25066" fmla="*/ 1714796 w 5158787"/>
              <a:gd name="connsiteY25066" fmla="*/ 1806009 h 4489084"/>
              <a:gd name="connsiteX25067" fmla="*/ 1727352 w 5158787"/>
              <a:gd name="connsiteY25067" fmla="*/ 1827804 h 4489084"/>
              <a:gd name="connsiteX25068" fmla="*/ 1727352 w 5158787"/>
              <a:gd name="connsiteY25068" fmla="*/ 1829581 h 4489084"/>
              <a:gd name="connsiteX25069" fmla="*/ 1714737 w 5158787"/>
              <a:gd name="connsiteY25069" fmla="*/ 1851376 h 4489084"/>
              <a:gd name="connsiteX25070" fmla="*/ 1713197 w 5158787"/>
              <a:gd name="connsiteY25070" fmla="*/ 1852264 h 4489084"/>
              <a:gd name="connsiteX25071" fmla="*/ 1688027 w 5158787"/>
              <a:gd name="connsiteY25071" fmla="*/ 1852264 h 4489084"/>
              <a:gd name="connsiteX25072" fmla="*/ 1686487 w 5158787"/>
              <a:gd name="connsiteY25072" fmla="*/ 1851376 h 4489084"/>
              <a:gd name="connsiteX25073" fmla="*/ 1673931 w 5158787"/>
              <a:gd name="connsiteY25073" fmla="*/ 1829581 h 4489084"/>
              <a:gd name="connsiteX25074" fmla="*/ 1673931 w 5158787"/>
              <a:gd name="connsiteY25074" fmla="*/ 1827804 h 4489084"/>
              <a:gd name="connsiteX25075" fmla="*/ 1686546 w 5158787"/>
              <a:gd name="connsiteY25075" fmla="*/ 1806009 h 4489084"/>
              <a:gd name="connsiteX25076" fmla="*/ 1688086 w 5158787"/>
              <a:gd name="connsiteY25076" fmla="*/ 1805121 h 4489084"/>
              <a:gd name="connsiteX25077" fmla="*/ 2567164 w 5158787"/>
              <a:gd name="connsiteY25077" fmla="*/ 1804884 h 4489084"/>
              <a:gd name="connsiteX25078" fmla="*/ 2592571 w 5158787"/>
              <a:gd name="connsiteY25078" fmla="*/ 1804884 h 4489084"/>
              <a:gd name="connsiteX25079" fmla="*/ 2594111 w 5158787"/>
              <a:gd name="connsiteY25079" fmla="*/ 1805773 h 4489084"/>
              <a:gd name="connsiteX25080" fmla="*/ 2606785 w 5158787"/>
              <a:gd name="connsiteY25080" fmla="*/ 1827745 h 4489084"/>
              <a:gd name="connsiteX25081" fmla="*/ 2606785 w 5158787"/>
              <a:gd name="connsiteY25081" fmla="*/ 1829522 h 4489084"/>
              <a:gd name="connsiteX25082" fmla="*/ 2594052 w 5158787"/>
              <a:gd name="connsiteY25082" fmla="*/ 1851494 h 4489084"/>
              <a:gd name="connsiteX25083" fmla="*/ 2592512 w 5158787"/>
              <a:gd name="connsiteY25083" fmla="*/ 1852383 h 4489084"/>
              <a:gd name="connsiteX25084" fmla="*/ 2567104 w 5158787"/>
              <a:gd name="connsiteY25084" fmla="*/ 1852383 h 4489084"/>
              <a:gd name="connsiteX25085" fmla="*/ 2565564 w 5158787"/>
              <a:gd name="connsiteY25085" fmla="*/ 1851494 h 4489084"/>
              <a:gd name="connsiteX25086" fmla="*/ 2552891 w 5158787"/>
              <a:gd name="connsiteY25086" fmla="*/ 1829522 h 4489084"/>
              <a:gd name="connsiteX25087" fmla="*/ 2552891 w 5158787"/>
              <a:gd name="connsiteY25087" fmla="*/ 1827745 h 4489084"/>
              <a:gd name="connsiteX25088" fmla="*/ 2565624 w 5158787"/>
              <a:gd name="connsiteY25088" fmla="*/ 1805773 h 4489084"/>
              <a:gd name="connsiteX25089" fmla="*/ 2567164 w 5158787"/>
              <a:gd name="connsiteY25089" fmla="*/ 1804884 h 4489084"/>
              <a:gd name="connsiteX25090" fmla="*/ 2363903 w 5158787"/>
              <a:gd name="connsiteY25090" fmla="*/ 1804173 h 4489084"/>
              <a:gd name="connsiteX25091" fmla="*/ 2390081 w 5158787"/>
              <a:gd name="connsiteY25091" fmla="*/ 1804173 h 4489084"/>
              <a:gd name="connsiteX25092" fmla="*/ 2391680 w 5158787"/>
              <a:gd name="connsiteY25092" fmla="*/ 1805121 h 4489084"/>
              <a:gd name="connsiteX25093" fmla="*/ 2404769 w 5158787"/>
              <a:gd name="connsiteY25093" fmla="*/ 1827804 h 4489084"/>
              <a:gd name="connsiteX25094" fmla="*/ 2404769 w 5158787"/>
              <a:gd name="connsiteY25094" fmla="*/ 1829640 h 4489084"/>
              <a:gd name="connsiteX25095" fmla="*/ 2391680 w 5158787"/>
              <a:gd name="connsiteY25095" fmla="*/ 1852323 h 4489084"/>
              <a:gd name="connsiteX25096" fmla="*/ 2390081 w 5158787"/>
              <a:gd name="connsiteY25096" fmla="*/ 1853270 h 4489084"/>
              <a:gd name="connsiteX25097" fmla="*/ 2363903 w 5158787"/>
              <a:gd name="connsiteY25097" fmla="*/ 1853270 h 4489084"/>
              <a:gd name="connsiteX25098" fmla="*/ 2362304 w 5158787"/>
              <a:gd name="connsiteY25098" fmla="*/ 1852323 h 4489084"/>
              <a:gd name="connsiteX25099" fmla="*/ 2349216 w 5158787"/>
              <a:gd name="connsiteY25099" fmla="*/ 1829640 h 4489084"/>
              <a:gd name="connsiteX25100" fmla="*/ 2349216 w 5158787"/>
              <a:gd name="connsiteY25100" fmla="*/ 1827804 h 4489084"/>
              <a:gd name="connsiteX25101" fmla="*/ 2362304 w 5158787"/>
              <a:gd name="connsiteY25101" fmla="*/ 1805121 h 4489084"/>
              <a:gd name="connsiteX25102" fmla="*/ 2363903 w 5158787"/>
              <a:gd name="connsiteY25102" fmla="*/ 1804173 h 4489084"/>
              <a:gd name="connsiteX25103" fmla="*/ 2499054 w 5158787"/>
              <a:gd name="connsiteY25103" fmla="*/ 1804055 h 4489084"/>
              <a:gd name="connsiteX25104" fmla="*/ 2525350 w 5158787"/>
              <a:gd name="connsiteY25104" fmla="*/ 1804055 h 4489084"/>
              <a:gd name="connsiteX25105" fmla="*/ 2526950 w 5158787"/>
              <a:gd name="connsiteY25105" fmla="*/ 1805003 h 4489084"/>
              <a:gd name="connsiteX25106" fmla="*/ 2540097 w 5158787"/>
              <a:gd name="connsiteY25106" fmla="*/ 1827745 h 4489084"/>
              <a:gd name="connsiteX25107" fmla="*/ 2540097 w 5158787"/>
              <a:gd name="connsiteY25107" fmla="*/ 1829581 h 4489084"/>
              <a:gd name="connsiteX25108" fmla="*/ 2526950 w 5158787"/>
              <a:gd name="connsiteY25108" fmla="*/ 1852324 h 4489084"/>
              <a:gd name="connsiteX25109" fmla="*/ 2525350 w 5158787"/>
              <a:gd name="connsiteY25109" fmla="*/ 1853271 h 4489084"/>
              <a:gd name="connsiteX25110" fmla="*/ 2499054 w 5158787"/>
              <a:gd name="connsiteY25110" fmla="*/ 1853271 h 4489084"/>
              <a:gd name="connsiteX25111" fmla="*/ 2497455 w 5158787"/>
              <a:gd name="connsiteY25111" fmla="*/ 1852324 h 4489084"/>
              <a:gd name="connsiteX25112" fmla="*/ 2484308 w 5158787"/>
              <a:gd name="connsiteY25112" fmla="*/ 1829581 h 4489084"/>
              <a:gd name="connsiteX25113" fmla="*/ 2484308 w 5158787"/>
              <a:gd name="connsiteY25113" fmla="*/ 1827745 h 4489084"/>
              <a:gd name="connsiteX25114" fmla="*/ 2497455 w 5158787"/>
              <a:gd name="connsiteY25114" fmla="*/ 1805003 h 4489084"/>
              <a:gd name="connsiteX25115" fmla="*/ 2499054 w 5158787"/>
              <a:gd name="connsiteY25115" fmla="*/ 1804055 h 4489084"/>
              <a:gd name="connsiteX25116" fmla="*/ 2431361 w 5158787"/>
              <a:gd name="connsiteY25116" fmla="*/ 1803877 h 4489084"/>
              <a:gd name="connsiteX25117" fmla="*/ 2457835 w 5158787"/>
              <a:gd name="connsiteY25117" fmla="*/ 1803877 h 4489084"/>
              <a:gd name="connsiteX25118" fmla="*/ 2459434 w 5158787"/>
              <a:gd name="connsiteY25118" fmla="*/ 1804824 h 4489084"/>
              <a:gd name="connsiteX25119" fmla="*/ 2472641 w 5158787"/>
              <a:gd name="connsiteY25119" fmla="*/ 1827804 h 4489084"/>
              <a:gd name="connsiteX25120" fmla="*/ 2472641 w 5158787"/>
              <a:gd name="connsiteY25120" fmla="*/ 1829699 h 4489084"/>
              <a:gd name="connsiteX25121" fmla="*/ 2459374 w 5158787"/>
              <a:gd name="connsiteY25121" fmla="*/ 1852678 h 4489084"/>
              <a:gd name="connsiteX25122" fmla="*/ 2457776 w 5158787"/>
              <a:gd name="connsiteY25122" fmla="*/ 1853626 h 4489084"/>
              <a:gd name="connsiteX25123" fmla="*/ 2431302 w 5158787"/>
              <a:gd name="connsiteY25123" fmla="*/ 1853626 h 4489084"/>
              <a:gd name="connsiteX25124" fmla="*/ 2429703 w 5158787"/>
              <a:gd name="connsiteY25124" fmla="*/ 1852678 h 4489084"/>
              <a:gd name="connsiteX25125" fmla="*/ 2416496 w 5158787"/>
              <a:gd name="connsiteY25125" fmla="*/ 1829699 h 4489084"/>
              <a:gd name="connsiteX25126" fmla="*/ 2416496 w 5158787"/>
              <a:gd name="connsiteY25126" fmla="*/ 1827804 h 4489084"/>
              <a:gd name="connsiteX25127" fmla="*/ 2429762 w 5158787"/>
              <a:gd name="connsiteY25127" fmla="*/ 1804824 h 4489084"/>
              <a:gd name="connsiteX25128" fmla="*/ 2431361 w 5158787"/>
              <a:gd name="connsiteY25128" fmla="*/ 1803877 h 4489084"/>
              <a:gd name="connsiteX25129" fmla="*/ 2634206 w 5158787"/>
              <a:gd name="connsiteY25129" fmla="*/ 1803759 h 4489084"/>
              <a:gd name="connsiteX25130" fmla="*/ 2660798 w 5158787"/>
              <a:gd name="connsiteY25130" fmla="*/ 1803759 h 4489084"/>
              <a:gd name="connsiteX25131" fmla="*/ 2662398 w 5158787"/>
              <a:gd name="connsiteY25131" fmla="*/ 1804707 h 4489084"/>
              <a:gd name="connsiteX25132" fmla="*/ 2675664 w 5158787"/>
              <a:gd name="connsiteY25132" fmla="*/ 1827745 h 4489084"/>
              <a:gd name="connsiteX25133" fmla="*/ 2675664 w 5158787"/>
              <a:gd name="connsiteY25133" fmla="*/ 1829640 h 4489084"/>
              <a:gd name="connsiteX25134" fmla="*/ 2662338 w 5158787"/>
              <a:gd name="connsiteY25134" fmla="*/ 1852679 h 4489084"/>
              <a:gd name="connsiteX25135" fmla="*/ 2660739 w 5158787"/>
              <a:gd name="connsiteY25135" fmla="*/ 1853627 h 4489084"/>
              <a:gd name="connsiteX25136" fmla="*/ 2634147 w 5158787"/>
              <a:gd name="connsiteY25136" fmla="*/ 1853627 h 4489084"/>
              <a:gd name="connsiteX25137" fmla="*/ 2632548 w 5158787"/>
              <a:gd name="connsiteY25137" fmla="*/ 1852679 h 4489084"/>
              <a:gd name="connsiteX25138" fmla="*/ 2619282 w 5158787"/>
              <a:gd name="connsiteY25138" fmla="*/ 1829640 h 4489084"/>
              <a:gd name="connsiteX25139" fmla="*/ 2619282 w 5158787"/>
              <a:gd name="connsiteY25139" fmla="*/ 1827745 h 4489084"/>
              <a:gd name="connsiteX25140" fmla="*/ 2632607 w 5158787"/>
              <a:gd name="connsiteY25140" fmla="*/ 1804707 h 4489084"/>
              <a:gd name="connsiteX25141" fmla="*/ 2634206 w 5158787"/>
              <a:gd name="connsiteY25141" fmla="*/ 1803759 h 4489084"/>
              <a:gd name="connsiteX25142" fmla="*/ 2701664 w 5158787"/>
              <a:gd name="connsiteY25142" fmla="*/ 1803463 h 4489084"/>
              <a:gd name="connsiteX25143" fmla="*/ 2728611 w 5158787"/>
              <a:gd name="connsiteY25143" fmla="*/ 1803463 h 4489084"/>
              <a:gd name="connsiteX25144" fmla="*/ 2730270 w 5158787"/>
              <a:gd name="connsiteY25144" fmla="*/ 1804410 h 4489084"/>
              <a:gd name="connsiteX25145" fmla="*/ 2743714 w 5158787"/>
              <a:gd name="connsiteY25145" fmla="*/ 1827745 h 4489084"/>
              <a:gd name="connsiteX25146" fmla="*/ 2743714 w 5158787"/>
              <a:gd name="connsiteY25146" fmla="*/ 1829640 h 4489084"/>
              <a:gd name="connsiteX25147" fmla="*/ 2730211 w 5158787"/>
              <a:gd name="connsiteY25147" fmla="*/ 1852975 h 4489084"/>
              <a:gd name="connsiteX25148" fmla="*/ 2728552 w 5158787"/>
              <a:gd name="connsiteY25148" fmla="*/ 1853923 h 4489084"/>
              <a:gd name="connsiteX25149" fmla="*/ 2701605 w 5158787"/>
              <a:gd name="connsiteY25149" fmla="*/ 1853923 h 4489084"/>
              <a:gd name="connsiteX25150" fmla="*/ 2699946 w 5158787"/>
              <a:gd name="connsiteY25150" fmla="*/ 1852975 h 4489084"/>
              <a:gd name="connsiteX25151" fmla="*/ 2686503 w 5158787"/>
              <a:gd name="connsiteY25151" fmla="*/ 1829640 h 4489084"/>
              <a:gd name="connsiteX25152" fmla="*/ 2686503 w 5158787"/>
              <a:gd name="connsiteY25152" fmla="*/ 1827745 h 4489084"/>
              <a:gd name="connsiteX25153" fmla="*/ 2700006 w 5158787"/>
              <a:gd name="connsiteY25153" fmla="*/ 1804410 h 4489084"/>
              <a:gd name="connsiteX25154" fmla="*/ 2701664 w 5158787"/>
              <a:gd name="connsiteY25154" fmla="*/ 1803463 h 4489084"/>
              <a:gd name="connsiteX25155" fmla="*/ 1619503 w 5158787"/>
              <a:gd name="connsiteY25155" fmla="*/ 1803344 h 4489084"/>
              <a:gd name="connsiteX25156" fmla="*/ 1646569 w 5158787"/>
              <a:gd name="connsiteY25156" fmla="*/ 1803344 h 4489084"/>
              <a:gd name="connsiteX25157" fmla="*/ 1648228 w 5158787"/>
              <a:gd name="connsiteY25157" fmla="*/ 1804292 h 4489084"/>
              <a:gd name="connsiteX25158" fmla="*/ 1661731 w 5158787"/>
              <a:gd name="connsiteY25158" fmla="*/ 1827745 h 4489084"/>
              <a:gd name="connsiteX25159" fmla="*/ 1661731 w 5158787"/>
              <a:gd name="connsiteY25159" fmla="*/ 1829640 h 4489084"/>
              <a:gd name="connsiteX25160" fmla="*/ 1648168 w 5158787"/>
              <a:gd name="connsiteY25160" fmla="*/ 1853093 h 4489084"/>
              <a:gd name="connsiteX25161" fmla="*/ 1646510 w 5158787"/>
              <a:gd name="connsiteY25161" fmla="*/ 1854041 h 4489084"/>
              <a:gd name="connsiteX25162" fmla="*/ 1619444 w 5158787"/>
              <a:gd name="connsiteY25162" fmla="*/ 1854041 h 4489084"/>
              <a:gd name="connsiteX25163" fmla="*/ 1617786 w 5158787"/>
              <a:gd name="connsiteY25163" fmla="*/ 1853093 h 4489084"/>
              <a:gd name="connsiteX25164" fmla="*/ 1604283 w 5158787"/>
              <a:gd name="connsiteY25164" fmla="*/ 1829640 h 4489084"/>
              <a:gd name="connsiteX25165" fmla="*/ 1604283 w 5158787"/>
              <a:gd name="connsiteY25165" fmla="*/ 1827745 h 4489084"/>
              <a:gd name="connsiteX25166" fmla="*/ 1617845 w 5158787"/>
              <a:gd name="connsiteY25166" fmla="*/ 1804292 h 4489084"/>
              <a:gd name="connsiteX25167" fmla="*/ 1619503 w 5158787"/>
              <a:gd name="connsiteY25167" fmla="*/ 1803344 h 4489084"/>
              <a:gd name="connsiteX25168" fmla="*/ 1551690 w 5158787"/>
              <a:gd name="connsiteY25168" fmla="*/ 1802930 h 4489084"/>
              <a:gd name="connsiteX25169" fmla="*/ 1579170 w 5158787"/>
              <a:gd name="connsiteY25169" fmla="*/ 1802930 h 4489084"/>
              <a:gd name="connsiteX25170" fmla="*/ 1580829 w 5158787"/>
              <a:gd name="connsiteY25170" fmla="*/ 1803878 h 4489084"/>
              <a:gd name="connsiteX25171" fmla="*/ 1594569 w 5158787"/>
              <a:gd name="connsiteY25171" fmla="*/ 1827686 h 4489084"/>
              <a:gd name="connsiteX25172" fmla="*/ 1594569 w 5158787"/>
              <a:gd name="connsiteY25172" fmla="*/ 1829641 h 4489084"/>
              <a:gd name="connsiteX25173" fmla="*/ 1580829 w 5158787"/>
              <a:gd name="connsiteY25173" fmla="*/ 1853449 h 4489084"/>
              <a:gd name="connsiteX25174" fmla="*/ 1579170 w 5158787"/>
              <a:gd name="connsiteY25174" fmla="*/ 1854397 h 4489084"/>
              <a:gd name="connsiteX25175" fmla="*/ 1551690 w 5158787"/>
              <a:gd name="connsiteY25175" fmla="*/ 1854397 h 4489084"/>
              <a:gd name="connsiteX25176" fmla="*/ 1550032 w 5158787"/>
              <a:gd name="connsiteY25176" fmla="*/ 1853449 h 4489084"/>
              <a:gd name="connsiteX25177" fmla="*/ 1536292 w 5158787"/>
              <a:gd name="connsiteY25177" fmla="*/ 1829641 h 4489084"/>
              <a:gd name="connsiteX25178" fmla="*/ 1536292 w 5158787"/>
              <a:gd name="connsiteY25178" fmla="*/ 1827686 h 4489084"/>
              <a:gd name="connsiteX25179" fmla="*/ 1550032 w 5158787"/>
              <a:gd name="connsiteY25179" fmla="*/ 1803878 h 4489084"/>
              <a:gd name="connsiteX25180" fmla="*/ 1551690 w 5158787"/>
              <a:gd name="connsiteY25180" fmla="*/ 1802930 h 4489084"/>
              <a:gd name="connsiteX25181" fmla="*/ 2227864 w 5158787"/>
              <a:gd name="connsiteY25181" fmla="*/ 1802693 h 4489084"/>
              <a:gd name="connsiteX25182" fmla="*/ 2255581 w 5158787"/>
              <a:gd name="connsiteY25182" fmla="*/ 1802693 h 4489084"/>
              <a:gd name="connsiteX25183" fmla="*/ 2257298 w 5158787"/>
              <a:gd name="connsiteY25183" fmla="*/ 1803700 h 4489084"/>
              <a:gd name="connsiteX25184" fmla="*/ 2271157 w 5158787"/>
              <a:gd name="connsiteY25184" fmla="*/ 1827686 h 4489084"/>
              <a:gd name="connsiteX25185" fmla="*/ 2271157 w 5158787"/>
              <a:gd name="connsiteY25185" fmla="*/ 1829640 h 4489084"/>
              <a:gd name="connsiteX25186" fmla="*/ 2257298 w 5158787"/>
              <a:gd name="connsiteY25186" fmla="*/ 1853627 h 4489084"/>
              <a:gd name="connsiteX25187" fmla="*/ 2255581 w 5158787"/>
              <a:gd name="connsiteY25187" fmla="*/ 1854634 h 4489084"/>
              <a:gd name="connsiteX25188" fmla="*/ 2227864 w 5158787"/>
              <a:gd name="connsiteY25188" fmla="*/ 1854634 h 4489084"/>
              <a:gd name="connsiteX25189" fmla="*/ 2226146 w 5158787"/>
              <a:gd name="connsiteY25189" fmla="*/ 1853627 h 4489084"/>
              <a:gd name="connsiteX25190" fmla="*/ 2212288 w 5158787"/>
              <a:gd name="connsiteY25190" fmla="*/ 1829640 h 4489084"/>
              <a:gd name="connsiteX25191" fmla="*/ 2212288 w 5158787"/>
              <a:gd name="connsiteY25191" fmla="*/ 1827686 h 4489084"/>
              <a:gd name="connsiteX25192" fmla="*/ 2226146 w 5158787"/>
              <a:gd name="connsiteY25192" fmla="*/ 1803700 h 4489084"/>
              <a:gd name="connsiteX25193" fmla="*/ 2227864 w 5158787"/>
              <a:gd name="connsiteY25193" fmla="*/ 1802693 h 4489084"/>
              <a:gd name="connsiteX25194" fmla="*/ 2295439 w 5158787"/>
              <a:gd name="connsiteY25194" fmla="*/ 1802634 h 4489084"/>
              <a:gd name="connsiteX25195" fmla="*/ 2323275 w 5158787"/>
              <a:gd name="connsiteY25195" fmla="*/ 1802634 h 4489084"/>
              <a:gd name="connsiteX25196" fmla="*/ 2324992 w 5158787"/>
              <a:gd name="connsiteY25196" fmla="*/ 1803641 h 4489084"/>
              <a:gd name="connsiteX25197" fmla="*/ 2338910 w 5158787"/>
              <a:gd name="connsiteY25197" fmla="*/ 1827745 h 4489084"/>
              <a:gd name="connsiteX25198" fmla="*/ 2338910 w 5158787"/>
              <a:gd name="connsiteY25198" fmla="*/ 1829700 h 4489084"/>
              <a:gd name="connsiteX25199" fmla="*/ 2324992 w 5158787"/>
              <a:gd name="connsiteY25199" fmla="*/ 1853805 h 4489084"/>
              <a:gd name="connsiteX25200" fmla="*/ 2323275 w 5158787"/>
              <a:gd name="connsiteY25200" fmla="*/ 1854811 h 4489084"/>
              <a:gd name="connsiteX25201" fmla="*/ 2295439 w 5158787"/>
              <a:gd name="connsiteY25201" fmla="*/ 1854811 h 4489084"/>
              <a:gd name="connsiteX25202" fmla="*/ 2293722 w 5158787"/>
              <a:gd name="connsiteY25202" fmla="*/ 1853805 h 4489084"/>
              <a:gd name="connsiteX25203" fmla="*/ 2279804 w 5158787"/>
              <a:gd name="connsiteY25203" fmla="*/ 1829700 h 4489084"/>
              <a:gd name="connsiteX25204" fmla="*/ 2279804 w 5158787"/>
              <a:gd name="connsiteY25204" fmla="*/ 1827745 h 4489084"/>
              <a:gd name="connsiteX25205" fmla="*/ 2293722 w 5158787"/>
              <a:gd name="connsiteY25205" fmla="*/ 1803641 h 4489084"/>
              <a:gd name="connsiteX25206" fmla="*/ 2295439 w 5158787"/>
              <a:gd name="connsiteY25206" fmla="*/ 1802634 h 4489084"/>
              <a:gd name="connsiteX25207" fmla="*/ 4129877 w 5158787"/>
              <a:gd name="connsiteY25207" fmla="*/ 1759814 h 4489084"/>
              <a:gd name="connsiteX25208" fmla="*/ 4140834 w 5158787"/>
              <a:gd name="connsiteY25208" fmla="*/ 1759814 h 4489084"/>
              <a:gd name="connsiteX25209" fmla="*/ 4141485 w 5158787"/>
              <a:gd name="connsiteY25209" fmla="*/ 1760229 h 4489084"/>
              <a:gd name="connsiteX25210" fmla="*/ 4146934 w 5158787"/>
              <a:gd name="connsiteY25210" fmla="*/ 1769704 h 4489084"/>
              <a:gd name="connsiteX25211" fmla="*/ 4146934 w 5158787"/>
              <a:gd name="connsiteY25211" fmla="*/ 1770474 h 4489084"/>
              <a:gd name="connsiteX25212" fmla="*/ 4141485 w 5158787"/>
              <a:gd name="connsiteY25212" fmla="*/ 1779951 h 4489084"/>
              <a:gd name="connsiteX25213" fmla="*/ 4140834 w 5158787"/>
              <a:gd name="connsiteY25213" fmla="*/ 1780365 h 4489084"/>
              <a:gd name="connsiteX25214" fmla="*/ 4129877 w 5158787"/>
              <a:gd name="connsiteY25214" fmla="*/ 1780365 h 4489084"/>
              <a:gd name="connsiteX25215" fmla="*/ 4129226 w 5158787"/>
              <a:gd name="connsiteY25215" fmla="*/ 1779951 h 4489084"/>
              <a:gd name="connsiteX25216" fmla="*/ 4123777 w 5158787"/>
              <a:gd name="connsiteY25216" fmla="*/ 1770474 h 4489084"/>
              <a:gd name="connsiteX25217" fmla="*/ 4123777 w 5158787"/>
              <a:gd name="connsiteY25217" fmla="*/ 1769704 h 4489084"/>
              <a:gd name="connsiteX25218" fmla="*/ 4129226 w 5158787"/>
              <a:gd name="connsiteY25218" fmla="*/ 1760229 h 4489084"/>
              <a:gd name="connsiteX25219" fmla="*/ 4129877 w 5158787"/>
              <a:gd name="connsiteY25219" fmla="*/ 1759814 h 4489084"/>
              <a:gd name="connsiteX25220" fmla="*/ 3385773 w 5158787"/>
              <a:gd name="connsiteY25220" fmla="*/ 1759399 h 4489084"/>
              <a:gd name="connsiteX25221" fmla="*/ 3397144 w 5158787"/>
              <a:gd name="connsiteY25221" fmla="*/ 1759399 h 4489084"/>
              <a:gd name="connsiteX25222" fmla="*/ 3397855 w 5158787"/>
              <a:gd name="connsiteY25222" fmla="*/ 1759814 h 4489084"/>
              <a:gd name="connsiteX25223" fmla="*/ 3403541 w 5158787"/>
              <a:gd name="connsiteY25223" fmla="*/ 1769645 h 4489084"/>
              <a:gd name="connsiteX25224" fmla="*/ 3403541 w 5158787"/>
              <a:gd name="connsiteY25224" fmla="*/ 1770474 h 4489084"/>
              <a:gd name="connsiteX25225" fmla="*/ 3397855 w 5158787"/>
              <a:gd name="connsiteY25225" fmla="*/ 1780306 h 4489084"/>
              <a:gd name="connsiteX25226" fmla="*/ 3397144 w 5158787"/>
              <a:gd name="connsiteY25226" fmla="*/ 1780720 h 4489084"/>
              <a:gd name="connsiteX25227" fmla="*/ 3385773 w 5158787"/>
              <a:gd name="connsiteY25227" fmla="*/ 1780720 h 4489084"/>
              <a:gd name="connsiteX25228" fmla="*/ 3385062 w 5158787"/>
              <a:gd name="connsiteY25228" fmla="*/ 1780306 h 4489084"/>
              <a:gd name="connsiteX25229" fmla="*/ 3379376 w 5158787"/>
              <a:gd name="connsiteY25229" fmla="*/ 1770474 h 4489084"/>
              <a:gd name="connsiteX25230" fmla="*/ 3379376 w 5158787"/>
              <a:gd name="connsiteY25230" fmla="*/ 1769645 h 4489084"/>
              <a:gd name="connsiteX25231" fmla="*/ 3385062 w 5158787"/>
              <a:gd name="connsiteY25231" fmla="*/ 1759814 h 4489084"/>
              <a:gd name="connsiteX25232" fmla="*/ 3385773 w 5158787"/>
              <a:gd name="connsiteY25232" fmla="*/ 1759399 h 4489084"/>
              <a:gd name="connsiteX25233" fmla="*/ 3452697 w 5158787"/>
              <a:gd name="connsiteY25233" fmla="*/ 1758097 h 4489084"/>
              <a:gd name="connsiteX25234" fmla="*/ 3465490 w 5158787"/>
              <a:gd name="connsiteY25234" fmla="*/ 1758097 h 4489084"/>
              <a:gd name="connsiteX25235" fmla="*/ 3466260 w 5158787"/>
              <a:gd name="connsiteY25235" fmla="*/ 1758571 h 4489084"/>
              <a:gd name="connsiteX25236" fmla="*/ 3472656 w 5158787"/>
              <a:gd name="connsiteY25236" fmla="*/ 1769646 h 4489084"/>
              <a:gd name="connsiteX25237" fmla="*/ 3472656 w 5158787"/>
              <a:gd name="connsiteY25237" fmla="*/ 1770534 h 4489084"/>
              <a:gd name="connsiteX25238" fmla="*/ 3466260 w 5158787"/>
              <a:gd name="connsiteY25238" fmla="*/ 1781609 h 4489084"/>
              <a:gd name="connsiteX25239" fmla="*/ 3465490 w 5158787"/>
              <a:gd name="connsiteY25239" fmla="*/ 1782083 h 4489084"/>
              <a:gd name="connsiteX25240" fmla="*/ 3452697 w 5158787"/>
              <a:gd name="connsiteY25240" fmla="*/ 1782083 h 4489084"/>
              <a:gd name="connsiteX25241" fmla="*/ 3451927 w 5158787"/>
              <a:gd name="connsiteY25241" fmla="*/ 1781609 h 4489084"/>
              <a:gd name="connsiteX25242" fmla="*/ 3445531 w 5158787"/>
              <a:gd name="connsiteY25242" fmla="*/ 1770534 h 4489084"/>
              <a:gd name="connsiteX25243" fmla="*/ 3445531 w 5158787"/>
              <a:gd name="connsiteY25243" fmla="*/ 1769646 h 4489084"/>
              <a:gd name="connsiteX25244" fmla="*/ 3451927 w 5158787"/>
              <a:gd name="connsiteY25244" fmla="*/ 1758571 h 4489084"/>
              <a:gd name="connsiteX25245" fmla="*/ 3452697 w 5158787"/>
              <a:gd name="connsiteY25245" fmla="*/ 1758097 h 4489084"/>
              <a:gd name="connsiteX25246" fmla="*/ 3316954 w 5158787"/>
              <a:gd name="connsiteY25246" fmla="*/ 1757267 h 4489084"/>
              <a:gd name="connsiteX25247" fmla="*/ 3330635 w 5158787"/>
              <a:gd name="connsiteY25247" fmla="*/ 1757267 h 4489084"/>
              <a:gd name="connsiteX25248" fmla="*/ 3331464 w 5158787"/>
              <a:gd name="connsiteY25248" fmla="*/ 1757741 h 4489084"/>
              <a:gd name="connsiteX25249" fmla="*/ 3338275 w 5158787"/>
              <a:gd name="connsiteY25249" fmla="*/ 1769586 h 4489084"/>
              <a:gd name="connsiteX25250" fmla="*/ 3338275 w 5158787"/>
              <a:gd name="connsiteY25250" fmla="*/ 1770533 h 4489084"/>
              <a:gd name="connsiteX25251" fmla="*/ 3331405 w 5158787"/>
              <a:gd name="connsiteY25251" fmla="*/ 1782378 h 4489084"/>
              <a:gd name="connsiteX25252" fmla="*/ 3330575 w 5158787"/>
              <a:gd name="connsiteY25252" fmla="*/ 1782852 h 4489084"/>
              <a:gd name="connsiteX25253" fmla="*/ 3316895 w 5158787"/>
              <a:gd name="connsiteY25253" fmla="*/ 1782852 h 4489084"/>
              <a:gd name="connsiteX25254" fmla="*/ 3316065 w 5158787"/>
              <a:gd name="connsiteY25254" fmla="*/ 1782378 h 4489084"/>
              <a:gd name="connsiteX25255" fmla="*/ 3309254 w 5158787"/>
              <a:gd name="connsiteY25255" fmla="*/ 1770533 h 4489084"/>
              <a:gd name="connsiteX25256" fmla="*/ 3309254 w 5158787"/>
              <a:gd name="connsiteY25256" fmla="*/ 1769586 h 4489084"/>
              <a:gd name="connsiteX25257" fmla="*/ 3316125 w 5158787"/>
              <a:gd name="connsiteY25257" fmla="*/ 1757741 h 4489084"/>
              <a:gd name="connsiteX25258" fmla="*/ 3316954 w 5158787"/>
              <a:gd name="connsiteY25258" fmla="*/ 1757267 h 4489084"/>
              <a:gd name="connsiteX25259" fmla="*/ 3519148 w 5158787"/>
              <a:gd name="connsiteY25259" fmla="*/ 1755905 h 4489084"/>
              <a:gd name="connsiteX25260" fmla="*/ 3534250 w 5158787"/>
              <a:gd name="connsiteY25260" fmla="*/ 1755905 h 4489084"/>
              <a:gd name="connsiteX25261" fmla="*/ 3535198 w 5158787"/>
              <a:gd name="connsiteY25261" fmla="*/ 1756438 h 4489084"/>
              <a:gd name="connsiteX25262" fmla="*/ 3542779 w 5158787"/>
              <a:gd name="connsiteY25262" fmla="*/ 1769527 h 4489084"/>
              <a:gd name="connsiteX25263" fmla="*/ 3542779 w 5158787"/>
              <a:gd name="connsiteY25263" fmla="*/ 1770593 h 4489084"/>
              <a:gd name="connsiteX25264" fmla="*/ 3535198 w 5158787"/>
              <a:gd name="connsiteY25264" fmla="*/ 1783681 h 4489084"/>
              <a:gd name="connsiteX25265" fmla="*/ 3534250 w 5158787"/>
              <a:gd name="connsiteY25265" fmla="*/ 1784214 h 4489084"/>
              <a:gd name="connsiteX25266" fmla="*/ 3519148 w 5158787"/>
              <a:gd name="connsiteY25266" fmla="*/ 1784214 h 4489084"/>
              <a:gd name="connsiteX25267" fmla="*/ 3518200 w 5158787"/>
              <a:gd name="connsiteY25267" fmla="*/ 1783681 h 4489084"/>
              <a:gd name="connsiteX25268" fmla="*/ 3510619 w 5158787"/>
              <a:gd name="connsiteY25268" fmla="*/ 1770593 h 4489084"/>
              <a:gd name="connsiteX25269" fmla="*/ 3510619 w 5158787"/>
              <a:gd name="connsiteY25269" fmla="*/ 1769527 h 4489084"/>
              <a:gd name="connsiteX25270" fmla="*/ 3518200 w 5158787"/>
              <a:gd name="connsiteY25270" fmla="*/ 1756438 h 4489084"/>
              <a:gd name="connsiteX25271" fmla="*/ 3519148 w 5158787"/>
              <a:gd name="connsiteY25271" fmla="*/ 1755905 h 4489084"/>
              <a:gd name="connsiteX25272" fmla="*/ 4397989 w 5158787"/>
              <a:gd name="connsiteY25272" fmla="*/ 1755253 h 4489084"/>
              <a:gd name="connsiteX25273" fmla="*/ 4413802 w 5158787"/>
              <a:gd name="connsiteY25273" fmla="*/ 1755253 h 4489084"/>
              <a:gd name="connsiteX25274" fmla="*/ 4414749 w 5158787"/>
              <a:gd name="connsiteY25274" fmla="*/ 1755786 h 4489084"/>
              <a:gd name="connsiteX25275" fmla="*/ 4422626 w 5158787"/>
              <a:gd name="connsiteY25275" fmla="*/ 1769467 h 4489084"/>
              <a:gd name="connsiteX25276" fmla="*/ 4422626 w 5158787"/>
              <a:gd name="connsiteY25276" fmla="*/ 1770592 h 4489084"/>
              <a:gd name="connsiteX25277" fmla="*/ 4414749 w 5158787"/>
              <a:gd name="connsiteY25277" fmla="*/ 1784273 h 4489084"/>
              <a:gd name="connsiteX25278" fmla="*/ 4413802 w 5158787"/>
              <a:gd name="connsiteY25278" fmla="*/ 1784806 h 4489084"/>
              <a:gd name="connsiteX25279" fmla="*/ 4397989 w 5158787"/>
              <a:gd name="connsiteY25279" fmla="*/ 1784806 h 4489084"/>
              <a:gd name="connsiteX25280" fmla="*/ 4397041 w 5158787"/>
              <a:gd name="connsiteY25280" fmla="*/ 1784273 h 4489084"/>
              <a:gd name="connsiteX25281" fmla="*/ 4389164 w 5158787"/>
              <a:gd name="connsiteY25281" fmla="*/ 1770592 h 4489084"/>
              <a:gd name="connsiteX25282" fmla="*/ 4389164 w 5158787"/>
              <a:gd name="connsiteY25282" fmla="*/ 1769467 h 4489084"/>
              <a:gd name="connsiteX25283" fmla="*/ 4397041 w 5158787"/>
              <a:gd name="connsiteY25283" fmla="*/ 1755786 h 4489084"/>
              <a:gd name="connsiteX25284" fmla="*/ 4397989 w 5158787"/>
              <a:gd name="connsiteY25284" fmla="*/ 1755253 h 4489084"/>
              <a:gd name="connsiteX25285" fmla="*/ 4195084 w 5158787"/>
              <a:gd name="connsiteY25285" fmla="*/ 1755194 h 4489084"/>
              <a:gd name="connsiteX25286" fmla="*/ 4210956 w 5158787"/>
              <a:gd name="connsiteY25286" fmla="*/ 1755194 h 4489084"/>
              <a:gd name="connsiteX25287" fmla="*/ 4211904 w 5158787"/>
              <a:gd name="connsiteY25287" fmla="*/ 1755727 h 4489084"/>
              <a:gd name="connsiteX25288" fmla="*/ 4219840 w 5158787"/>
              <a:gd name="connsiteY25288" fmla="*/ 1769527 h 4489084"/>
              <a:gd name="connsiteX25289" fmla="*/ 4219840 w 5158787"/>
              <a:gd name="connsiteY25289" fmla="*/ 1770652 h 4489084"/>
              <a:gd name="connsiteX25290" fmla="*/ 4211904 w 5158787"/>
              <a:gd name="connsiteY25290" fmla="*/ 1784451 h 4489084"/>
              <a:gd name="connsiteX25291" fmla="*/ 4210956 w 5158787"/>
              <a:gd name="connsiteY25291" fmla="*/ 1784984 h 4489084"/>
              <a:gd name="connsiteX25292" fmla="*/ 4195084 w 5158787"/>
              <a:gd name="connsiteY25292" fmla="*/ 1784984 h 4489084"/>
              <a:gd name="connsiteX25293" fmla="*/ 4194136 w 5158787"/>
              <a:gd name="connsiteY25293" fmla="*/ 1784451 h 4489084"/>
              <a:gd name="connsiteX25294" fmla="*/ 4186200 w 5158787"/>
              <a:gd name="connsiteY25294" fmla="*/ 1770652 h 4489084"/>
              <a:gd name="connsiteX25295" fmla="*/ 4186200 w 5158787"/>
              <a:gd name="connsiteY25295" fmla="*/ 1769527 h 4489084"/>
              <a:gd name="connsiteX25296" fmla="*/ 4194136 w 5158787"/>
              <a:gd name="connsiteY25296" fmla="*/ 1755727 h 4489084"/>
              <a:gd name="connsiteX25297" fmla="*/ 4195084 w 5158787"/>
              <a:gd name="connsiteY25297" fmla="*/ 1755194 h 4489084"/>
              <a:gd name="connsiteX25298" fmla="*/ 4059814 w 5158787"/>
              <a:gd name="connsiteY25298" fmla="*/ 1755194 h 4489084"/>
              <a:gd name="connsiteX25299" fmla="*/ 4075686 w 5158787"/>
              <a:gd name="connsiteY25299" fmla="*/ 1755194 h 4489084"/>
              <a:gd name="connsiteX25300" fmla="*/ 4076634 w 5158787"/>
              <a:gd name="connsiteY25300" fmla="*/ 1755727 h 4489084"/>
              <a:gd name="connsiteX25301" fmla="*/ 4084570 w 5158787"/>
              <a:gd name="connsiteY25301" fmla="*/ 1769527 h 4489084"/>
              <a:gd name="connsiteX25302" fmla="*/ 4084570 w 5158787"/>
              <a:gd name="connsiteY25302" fmla="*/ 1770652 h 4489084"/>
              <a:gd name="connsiteX25303" fmla="*/ 4076634 w 5158787"/>
              <a:gd name="connsiteY25303" fmla="*/ 1784451 h 4489084"/>
              <a:gd name="connsiteX25304" fmla="*/ 4075686 w 5158787"/>
              <a:gd name="connsiteY25304" fmla="*/ 1784984 h 4489084"/>
              <a:gd name="connsiteX25305" fmla="*/ 4059814 w 5158787"/>
              <a:gd name="connsiteY25305" fmla="*/ 1784984 h 4489084"/>
              <a:gd name="connsiteX25306" fmla="*/ 4058867 w 5158787"/>
              <a:gd name="connsiteY25306" fmla="*/ 1784451 h 4489084"/>
              <a:gd name="connsiteX25307" fmla="*/ 4050930 w 5158787"/>
              <a:gd name="connsiteY25307" fmla="*/ 1770652 h 4489084"/>
              <a:gd name="connsiteX25308" fmla="*/ 4050930 w 5158787"/>
              <a:gd name="connsiteY25308" fmla="*/ 1769527 h 4489084"/>
              <a:gd name="connsiteX25309" fmla="*/ 4058867 w 5158787"/>
              <a:gd name="connsiteY25309" fmla="*/ 1755727 h 4489084"/>
              <a:gd name="connsiteX25310" fmla="*/ 4059814 w 5158787"/>
              <a:gd name="connsiteY25310" fmla="*/ 1755194 h 4489084"/>
              <a:gd name="connsiteX25311" fmla="*/ 4329939 w 5158787"/>
              <a:gd name="connsiteY25311" fmla="*/ 1754425 h 4489084"/>
              <a:gd name="connsiteX25312" fmla="*/ 4346582 w 5158787"/>
              <a:gd name="connsiteY25312" fmla="*/ 1754425 h 4489084"/>
              <a:gd name="connsiteX25313" fmla="*/ 4347589 w 5158787"/>
              <a:gd name="connsiteY25313" fmla="*/ 1755017 h 4489084"/>
              <a:gd name="connsiteX25314" fmla="*/ 4355939 w 5158787"/>
              <a:gd name="connsiteY25314" fmla="*/ 1769468 h 4489084"/>
              <a:gd name="connsiteX25315" fmla="*/ 4355939 w 5158787"/>
              <a:gd name="connsiteY25315" fmla="*/ 1770653 h 4489084"/>
              <a:gd name="connsiteX25316" fmla="*/ 4347589 w 5158787"/>
              <a:gd name="connsiteY25316" fmla="*/ 1785104 h 4489084"/>
              <a:gd name="connsiteX25317" fmla="*/ 4346582 w 5158787"/>
              <a:gd name="connsiteY25317" fmla="*/ 1785696 h 4489084"/>
              <a:gd name="connsiteX25318" fmla="*/ 4329939 w 5158787"/>
              <a:gd name="connsiteY25318" fmla="*/ 1785696 h 4489084"/>
              <a:gd name="connsiteX25319" fmla="*/ 4328933 w 5158787"/>
              <a:gd name="connsiteY25319" fmla="*/ 1785104 h 4489084"/>
              <a:gd name="connsiteX25320" fmla="*/ 4320582 w 5158787"/>
              <a:gd name="connsiteY25320" fmla="*/ 1770653 h 4489084"/>
              <a:gd name="connsiteX25321" fmla="*/ 4320582 w 5158787"/>
              <a:gd name="connsiteY25321" fmla="*/ 1769468 h 4489084"/>
              <a:gd name="connsiteX25322" fmla="*/ 4328933 w 5158787"/>
              <a:gd name="connsiteY25322" fmla="*/ 1755017 h 4489084"/>
              <a:gd name="connsiteX25323" fmla="*/ 4329939 w 5158787"/>
              <a:gd name="connsiteY25323" fmla="*/ 1754425 h 4489084"/>
              <a:gd name="connsiteX25324" fmla="*/ 4465150 w 5158787"/>
              <a:gd name="connsiteY25324" fmla="*/ 1754365 h 4489084"/>
              <a:gd name="connsiteX25325" fmla="*/ 4481911 w 5158787"/>
              <a:gd name="connsiteY25325" fmla="*/ 1754365 h 4489084"/>
              <a:gd name="connsiteX25326" fmla="*/ 4482918 w 5158787"/>
              <a:gd name="connsiteY25326" fmla="*/ 1754957 h 4489084"/>
              <a:gd name="connsiteX25327" fmla="*/ 4491327 w 5158787"/>
              <a:gd name="connsiteY25327" fmla="*/ 1769467 h 4489084"/>
              <a:gd name="connsiteX25328" fmla="*/ 4491327 w 5158787"/>
              <a:gd name="connsiteY25328" fmla="*/ 1770652 h 4489084"/>
              <a:gd name="connsiteX25329" fmla="*/ 4482918 w 5158787"/>
              <a:gd name="connsiteY25329" fmla="*/ 1785162 h 4489084"/>
              <a:gd name="connsiteX25330" fmla="*/ 4481911 w 5158787"/>
              <a:gd name="connsiteY25330" fmla="*/ 1785754 h 4489084"/>
              <a:gd name="connsiteX25331" fmla="*/ 4465150 w 5158787"/>
              <a:gd name="connsiteY25331" fmla="*/ 1785754 h 4489084"/>
              <a:gd name="connsiteX25332" fmla="*/ 4464143 w 5158787"/>
              <a:gd name="connsiteY25332" fmla="*/ 1785162 h 4489084"/>
              <a:gd name="connsiteX25333" fmla="*/ 4455734 w 5158787"/>
              <a:gd name="connsiteY25333" fmla="*/ 1770652 h 4489084"/>
              <a:gd name="connsiteX25334" fmla="*/ 4455734 w 5158787"/>
              <a:gd name="connsiteY25334" fmla="*/ 1769467 h 4489084"/>
              <a:gd name="connsiteX25335" fmla="*/ 4464143 w 5158787"/>
              <a:gd name="connsiteY25335" fmla="*/ 1754957 h 4489084"/>
              <a:gd name="connsiteX25336" fmla="*/ 4465150 w 5158787"/>
              <a:gd name="connsiteY25336" fmla="*/ 1754365 h 4489084"/>
              <a:gd name="connsiteX25337" fmla="*/ 745400 w 5158787"/>
              <a:gd name="connsiteY25337" fmla="*/ 1754247 h 4489084"/>
              <a:gd name="connsiteX25338" fmla="*/ 762279 w 5158787"/>
              <a:gd name="connsiteY25338" fmla="*/ 1754247 h 4489084"/>
              <a:gd name="connsiteX25339" fmla="*/ 763286 w 5158787"/>
              <a:gd name="connsiteY25339" fmla="*/ 1754839 h 4489084"/>
              <a:gd name="connsiteX25340" fmla="*/ 771696 w 5158787"/>
              <a:gd name="connsiteY25340" fmla="*/ 1769468 h 4489084"/>
              <a:gd name="connsiteX25341" fmla="*/ 771696 w 5158787"/>
              <a:gd name="connsiteY25341" fmla="*/ 1770652 h 4489084"/>
              <a:gd name="connsiteX25342" fmla="*/ 763227 w 5158787"/>
              <a:gd name="connsiteY25342" fmla="*/ 1785281 h 4489084"/>
              <a:gd name="connsiteX25343" fmla="*/ 762220 w 5158787"/>
              <a:gd name="connsiteY25343" fmla="*/ 1785873 h 4489084"/>
              <a:gd name="connsiteX25344" fmla="*/ 745341 w 5158787"/>
              <a:gd name="connsiteY25344" fmla="*/ 1785873 h 4489084"/>
              <a:gd name="connsiteX25345" fmla="*/ 744334 w 5158787"/>
              <a:gd name="connsiteY25345" fmla="*/ 1785281 h 4489084"/>
              <a:gd name="connsiteX25346" fmla="*/ 735924 w 5158787"/>
              <a:gd name="connsiteY25346" fmla="*/ 1770652 h 4489084"/>
              <a:gd name="connsiteX25347" fmla="*/ 735924 w 5158787"/>
              <a:gd name="connsiteY25347" fmla="*/ 1769468 h 4489084"/>
              <a:gd name="connsiteX25348" fmla="*/ 744393 w 5158787"/>
              <a:gd name="connsiteY25348" fmla="*/ 1754839 h 4489084"/>
              <a:gd name="connsiteX25349" fmla="*/ 745400 w 5158787"/>
              <a:gd name="connsiteY25349" fmla="*/ 1754247 h 4489084"/>
              <a:gd name="connsiteX25350" fmla="*/ 4600302 w 5158787"/>
              <a:gd name="connsiteY25350" fmla="*/ 1754128 h 4489084"/>
              <a:gd name="connsiteX25351" fmla="*/ 4617299 w 5158787"/>
              <a:gd name="connsiteY25351" fmla="*/ 1754128 h 4489084"/>
              <a:gd name="connsiteX25352" fmla="*/ 4618366 w 5158787"/>
              <a:gd name="connsiteY25352" fmla="*/ 1754720 h 4489084"/>
              <a:gd name="connsiteX25353" fmla="*/ 4626834 w 5158787"/>
              <a:gd name="connsiteY25353" fmla="*/ 1769467 h 4489084"/>
              <a:gd name="connsiteX25354" fmla="*/ 4626834 w 5158787"/>
              <a:gd name="connsiteY25354" fmla="*/ 1770652 h 4489084"/>
              <a:gd name="connsiteX25355" fmla="*/ 4618306 w 5158787"/>
              <a:gd name="connsiteY25355" fmla="*/ 1785399 h 4489084"/>
              <a:gd name="connsiteX25356" fmla="*/ 4617240 w 5158787"/>
              <a:gd name="connsiteY25356" fmla="*/ 1785991 h 4489084"/>
              <a:gd name="connsiteX25357" fmla="*/ 4600242 w 5158787"/>
              <a:gd name="connsiteY25357" fmla="*/ 1785991 h 4489084"/>
              <a:gd name="connsiteX25358" fmla="*/ 4599177 w 5158787"/>
              <a:gd name="connsiteY25358" fmla="*/ 1785399 h 4489084"/>
              <a:gd name="connsiteX25359" fmla="*/ 4590707 w 5158787"/>
              <a:gd name="connsiteY25359" fmla="*/ 1770652 h 4489084"/>
              <a:gd name="connsiteX25360" fmla="*/ 4590707 w 5158787"/>
              <a:gd name="connsiteY25360" fmla="*/ 1769467 h 4489084"/>
              <a:gd name="connsiteX25361" fmla="*/ 4599236 w 5158787"/>
              <a:gd name="connsiteY25361" fmla="*/ 1754720 h 4489084"/>
              <a:gd name="connsiteX25362" fmla="*/ 4600302 w 5158787"/>
              <a:gd name="connsiteY25362" fmla="*/ 1754128 h 4489084"/>
              <a:gd name="connsiteX25363" fmla="*/ 4532667 w 5158787"/>
              <a:gd name="connsiteY25363" fmla="*/ 1754128 h 4489084"/>
              <a:gd name="connsiteX25364" fmla="*/ 4549665 w 5158787"/>
              <a:gd name="connsiteY25364" fmla="*/ 1754128 h 4489084"/>
              <a:gd name="connsiteX25365" fmla="*/ 4550731 w 5158787"/>
              <a:gd name="connsiteY25365" fmla="*/ 1754720 h 4489084"/>
              <a:gd name="connsiteX25366" fmla="*/ 4559200 w 5158787"/>
              <a:gd name="connsiteY25366" fmla="*/ 1769467 h 4489084"/>
              <a:gd name="connsiteX25367" fmla="*/ 4559200 w 5158787"/>
              <a:gd name="connsiteY25367" fmla="*/ 1770652 h 4489084"/>
              <a:gd name="connsiteX25368" fmla="*/ 4550671 w 5158787"/>
              <a:gd name="connsiteY25368" fmla="*/ 1785399 h 4489084"/>
              <a:gd name="connsiteX25369" fmla="*/ 4549606 w 5158787"/>
              <a:gd name="connsiteY25369" fmla="*/ 1785991 h 4489084"/>
              <a:gd name="connsiteX25370" fmla="*/ 4532608 w 5158787"/>
              <a:gd name="connsiteY25370" fmla="*/ 1785991 h 4489084"/>
              <a:gd name="connsiteX25371" fmla="*/ 4531542 w 5158787"/>
              <a:gd name="connsiteY25371" fmla="*/ 1785399 h 4489084"/>
              <a:gd name="connsiteX25372" fmla="*/ 4523073 w 5158787"/>
              <a:gd name="connsiteY25372" fmla="*/ 1770652 h 4489084"/>
              <a:gd name="connsiteX25373" fmla="*/ 4523073 w 5158787"/>
              <a:gd name="connsiteY25373" fmla="*/ 1769467 h 4489084"/>
              <a:gd name="connsiteX25374" fmla="*/ 4531601 w 5158787"/>
              <a:gd name="connsiteY25374" fmla="*/ 1754720 h 4489084"/>
              <a:gd name="connsiteX25375" fmla="*/ 4532667 w 5158787"/>
              <a:gd name="connsiteY25375" fmla="*/ 1754128 h 4489084"/>
              <a:gd name="connsiteX25376" fmla="*/ 4261948 w 5158787"/>
              <a:gd name="connsiteY25376" fmla="*/ 1753832 h 4489084"/>
              <a:gd name="connsiteX25377" fmla="*/ 4279302 w 5158787"/>
              <a:gd name="connsiteY25377" fmla="*/ 1753832 h 4489084"/>
              <a:gd name="connsiteX25378" fmla="*/ 4280367 w 5158787"/>
              <a:gd name="connsiteY25378" fmla="*/ 1754424 h 4489084"/>
              <a:gd name="connsiteX25379" fmla="*/ 4289015 w 5158787"/>
              <a:gd name="connsiteY25379" fmla="*/ 1769408 h 4489084"/>
              <a:gd name="connsiteX25380" fmla="*/ 4289015 w 5158787"/>
              <a:gd name="connsiteY25380" fmla="*/ 1770652 h 4489084"/>
              <a:gd name="connsiteX25381" fmla="*/ 4280367 w 5158787"/>
              <a:gd name="connsiteY25381" fmla="*/ 1785636 h 4489084"/>
              <a:gd name="connsiteX25382" fmla="*/ 4279302 w 5158787"/>
              <a:gd name="connsiteY25382" fmla="*/ 1786228 h 4489084"/>
              <a:gd name="connsiteX25383" fmla="*/ 4261948 w 5158787"/>
              <a:gd name="connsiteY25383" fmla="*/ 1786228 h 4489084"/>
              <a:gd name="connsiteX25384" fmla="*/ 4260883 w 5158787"/>
              <a:gd name="connsiteY25384" fmla="*/ 1785636 h 4489084"/>
              <a:gd name="connsiteX25385" fmla="*/ 4252235 w 5158787"/>
              <a:gd name="connsiteY25385" fmla="*/ 1770652 h 4489084"/>
              <a:gd name="connsiteX25386" fmla="*/ 4252235 w 5158787"/>
              <a:gd name="connsiteY25386" fmla="*/ 1769408 h 4489084"/>
              <a:gd name="connsiteX25387" fmla="*/ 4260883 w 5158787"/>
              <a:gd name="connsiteY25387" fmla="*/ 1754424 h 4489084"/>
              <a:gd name="connsiteX25388" fmla="*/ 4261948 w 5158787"/>
              <a:gd name="connsiteY25388" fmla="*/ 1753832 h 4489084"/>
              <a:gd name="connsiteX25389" fmla="*/ 2773563 w 5158787"/>
              <a:gd name="connsiteY25389" fmla="*/ 1752825 h 4489084"/>
              <a:gd name="connsiteX25390" fmla="*/ 2791982 w 5158787"/>
              <a:gd name="connsiteY25390" fmla="*/ 1752825 h 4489084"/>
              <a:gd name="connsiteX25391" fmla="*/ 2793107 w 5158787"/>
              <a:gd name="connsiteY25391" fmla="*/ 1753476 h 4489084"/>
              <a:gd name="connsiteX25392" fmla="*/ 2802347 w 5158787"/>
              <a:gd name="connsiteY25392" fmla="*/ 1769467 h 4489084"/>
              <a:gd name="connsiteX25393" fmla="*/ 2802347 w 5158787"/>
              <a:gd name="connsiteY25393" fmla="*/ 1770770 h 4489084"/>
              <a:gd name="connsiteX25394" fmla="*/ 2793107 w 5158787"/>
              <a:gd name="connsiteY25394" fmla="*/ 1786761 h 4489084"/>
              <a:gd name="connsiteX25395" fmla="*/ 2791982 w 5158787"/>
              <a:gd name="connsiteY25395" fmla="*/ 1787412 h 4489084"/>
              <a:gd name="connsiteX25396" fmla="*/ 2773563 w 5158787"/>
              <a:gd name="connsiteY25396" fmla="*/ 1787412 h 4489084"/>
              <a:gd name="connsiteX25397" fmla="*/ 2772438 w 5158787"/>
              <a:gd name="connsiteY25397" fmla="*/ 1786761 h 4489084"/>
              <a:gd name="connsiteX25398" fmla="*/ 2763199 w 5158787"/>
              <a:gd name="connsiteY25398" fmla="*/ 1770770 h 4489084"/>
              <a:gd name="connsiteX25399" fmla="*/ 2763199 w 5158787"/>
              <a:gd name="connsiteY25399" fmla="*/ 1769467 h 4489084"/>
              <a:gd name="connsiteX25400" fmla="*/ 2772438 w 5158787"/>
              <a:gd name="connsiteY25400" fmla="*/ 1753476 h 4489084"/>
              <a:gd name="connsiteX25401" fmla="*/ 2773563 w 5158787"/>
              <a:gd name="connsiteY25401" fmla="*/ 1752825 h 4489084"/>
              <a:gd name="connsiteX25402" fmla="*/ 812206 w 5158787"/>
              <a:gd name="connsiteY25402" fmla="*/ 1752707 h 4489084"/>
              <a:gd name="connsiteX25403" fmla="*/ 830744 w 5158787"/>
              <a:gd name="connsiteY25403" fmla="*/ 1752707 h 4489084"/>
              <a:gd name="connsiteX25404" fmla="*/ 831869 w 5158787"/>
              <a:gd name="connsiteY25404" fmla="*/ 1753358 h 4489084"/>
              <a:gd name="connsiteX25405" fmla="*/ 841108 w 5158787"/>
              <a:gd name="connsiteY25405" fmla="*/ 1769409 h 4489084"/>
              <a:gd name="connsiteX25406" fmla="*/ 841108 w 5158787"/>
              <a:gd name="connsiteY25406" fmla="*/ 1770712 h 4489084"/>
              <a:gd name="connsiteX25407" fmla="*/ 831810 w 5158787"/>
              <a:gd name="connsiteY25407" fmla="*/ 1786761 h 4489084"/>
              <a:gd name="connsiteX25408" fmla="*/ 830684 w 5158787"/>
              <a:gd name="connsiteY25408" fmla="*/ 1787413 h 4489084"/>
              <a:gd name="connsiteX25409" fmla="*/ 812147 w 5158787"/>
              <a:gd name="connsiteY25409" fmla="*/ 1787413 h 4489084"/>
              <a:gd name="connsiteX25410" fmla="*/ 811022 w 5158787"/>
              <a:gd name="connsiteY25410" fmla="*/ 1786761 h 4489084"/>
              <a:gd name="connsiteX25411" fmla="*/ 801783 w 5158787"/>
              <a:gd name="connsiteY25411" fmla="*/ 1770712 h 4489084"/>
              <a:gd name="connsiteX25412" fmla="*/ 801783 w 5158787"/>
              <a:gd name="connsiteY25412" fmla="*/ 1769409 h 4489084"/>
              <a:gd name="connsiteX25413" fmla="*/ 811081 w 5158787"/>
              <a:gd name="connsiteY25413" fmla="*/ 1753358 h 4489084"/>
              <a:gd name="connsiteX25414" fmla="*/ 812206 w 5158787"/>
              <a:gd name="connsiteY25414" fmla="*/ 1752707 h 4489084"/>
              <a:gd name="connsiteX25415" fmla="*/ 609300 w 5158787"/>
              <a:gd name="connsiteY25415" fmla="*/ 1752707 h 4489084"/>
              <a:gd name="connsiteX25416" fmla="*/ 627838 w 5158787"/>
              <a:gd name="connsiteY25416" fmla="*/ 1752707 h 4489084"/>
              <a:gd name="connsiteX25417" fmla="*/ 628963 w 5158787"/>
              <a:gd name="connsiteY25417" fmla="*/ 1753358 h 4489084"/>
              <a:gd name="connsiteX25418" fmla="*/ 638202 w 5158787"/>
              <a:gd name="connsiteY25418" fmla="*/ 1769409 h 4489084"/>
              <a:gd name="connsiteX25419" fmla="*/ 638202 w 5158787"/>
              <a:gd name="connsiteY25419" fmla="*/ 1770712 h 4489084"/>
              <a:gd name="connsiteX25420" fmla="*/ 628904 w 5158787"/>
              <a:gd name="connsiteY25420" fmla="*/ 1786761 h 4489084"/>
              <a:gd name="connsiteX25421" fmla="*/ 627778 w 5158787"/>
              <a:gd name="connsiteY25421" fmla="*/ 1787413 h 4489084"/>
              <a:gd name="connsiteX25422" fmla="*/ 609241 w 5158787"/>
              <a:gd name="connsiteY25422" fmla="*/ 1787413 h 4489084"/>
              <a:gd name="connsiteX25423" fmla="*/ 608116 w 5158787"/>
              <a:gd name="connsiteY25423" fmla="*/ 1786761 h 4489084"/>
              <a:gd name="connsiteX25424" fmla="*/ 598877 w 5158787"/>
              <a:gd name="connsiteY25424" fmla="*/ 1770712 h 4489084"/>
              <a:gd name="connsiteX25425" fmla="*/ 598877 w 5158787"/>
              <a:gd name="connsiteY25425" fmla="*/ 1769409 h 4489084"/>
              <a:gd name="connsiteX25426" fmla="*/ 608175 w 5158787"/>
              <a:gd name="connsiteY25426" fmla="*/ 1753358 h 4489084"/>
              <a:gd name="connsiteX25427" fmla="*/ 609300 w 5158787"/>
              <a:gd name="connsiteY25427" fmla="*/ 1752707 h 4489084"/>
              <a:gd name="connsiteX25428" fmla="*/ 676877 w 5158787"/>
              <a:gd name="connsiteY25428" fmla="*/ 1752588 h 4489084"/>
              <a:gd name="connsiteX25429" fmla="*/ 695532 w 5158787"/>
              <a:gd name="connsiteY25429" fmla="*/ 1752588 h 4489084"/>
              <a:gd name="connsiteX25430" fmla="*/ 696658 w 5158787"/>
              <a:gd name="connsiteY25430" fmla="*/ 1753240 h 4489084"/>
              <a:gd name="connsiteX25431" fmla="*/ 705956 w 5158787"/>
              <a:gd name="connsiteY25431" fmla="*/ 1769408 h 4489084"/>
              <a:gd name="connsiteX25432" fmla="*/ 705956 w 5158787"/>
              <a:gd name="connsiteY25432" fmla="*/ 1770711 h 4489084"/>
              <a:gd name="connsiteX25433" fmla="*/ 696599 w 5158787"/>
              <a:gd name="connsiteY25433" fmla="*/ 1786880 h 4489084"/>
              <a:gd name="connsiteX25434" fmla="*/ 695473 w 5158787"/>
              <a:gd name="connsiteY25434" fmla="*/ 1787531 h 4489084"/>
              <a:gd name="connsiteX25435" fmla="*/ 676817 w 5158787"/>
              <a:gd name="connsiteY25435" fmla="*/ 1787531 h 4489084"/>
              <a:gd name="connsiteX25436" fmla="*/ 675692 w 5158787"/>
              <a:gd name="connsiteY25436" fmla="*/ 1786880 h 4489084"/>
              <a:gd name="connsiteX25437" fmla="*/ 666394 w 5158787"/>
              <a:gd name="connsiteY25437" fmla="*/ 1770711 h 4489084"/>
              <a:gd name="connsiteX25438" fmla="*/ 666394 w 5158787"/>
              <a:gd name="connsiteY25438" fmla="*/ 1769408 h 4489084"/>
              <a:gd name="connsiteX25439" fmla="*/ 675751 w 5158787"/>
              <a:gd name="connsiteY25439" fmla="*/ 1753240 h 4489084"/>
              <a:gd name="connsiteX25440" fmla="*/ 676877 w 5158787"/>
              <a:gd name="connsiteY25440" fmla="*/ 1752588 h 4489084"/>
              <a:gd name="connsiteX25441" fmla="*/ 3246713 w 5158787"/>
              <a:gd name="connsiteY25441" fmla="*/ 1752411 h 4489084"/>
              <a:gd name="connsiteX25442" fmla="*/ 3265606 w 5158787"/>
              <a:gd name="connsiteY25442" fmla="*/ 1752411 h 4489084"/>
              <a:gd name="connsiteX25443" fmla="*/ 3266731 w 5158787"/>
              <a:gd name="connsiteY25443" fmla="*/ 1753062 h 4489084"/>
              <a:gd name="connsiteX25444" fmla="*/ 3276148 w 5158787"/>
              <a:gd name="connsiteY25444" fmla="*/ 1769409 h 4489084"/>
              <a:gd name="connsiteX25445" fmla="*/ 3276148 w 5158787"/>
              <a:gd name="connsiteY25445" fmla="*/ 1770771 h 4489084"/>
              <a:gd name="connsiteX25446" fmla="*/ 3266731 w 5158787"/>
              <a:gd name="connsiteY25446" fmla="*/ 1787117 h 4489084"/>
              <a:gd name="connsiteX25447" fmla="*/ 3265606 w 5158787"/>
              <a:gd name="connsiteY25447" fmla="*/ 1787768 h 4489084"/>
              <a:gd name="connsiteX25448" fmla="*/ 3246713 w 5158787"/>
              <a:gd name="connsiteY25448" fmla="*/ 1787768 h 4489084"/>
              <a:gd name="connsiteX25449" fmla="*/ 3245587 w 5158787"/>
              <a:gd name="connsiteY25449" fmla="*/ 1787117 h 4489084"/>
              <a:gd name="connsiteX25450" fmla="*/ 3236171 w 5158787"/>
              <a:gd name="connsiteY25450" fmla="*/ 1770771 h 4489084"/>
              <a:gd name="connsiteX25451" fmla="*/ 3236171 w 5158787"/>
              <a:gd name="connsiteY25451" fmla="*/ 1769409 h 4489084"/>
              <a:gd name="connsiteX25452" fmla="*/ 3245587 w 5158787"/>
              <a:gd name="connsiteY25452" fmla="*/ 1753062 h 4489084"/>
              <a:gd name="connsiteX25453" fmla="*/ 3246713 w 5158787"/>
              <a:gd name="connsiteY25453" fmla="*/ 1752411 h 4489084"/>
              <a:gd name="connsiteX25454" fmla="*/ 1014874 w 5158787"/>
              <a:gd name="connsiteY25454" fmla="*/ 1752292 h 4489084"/>
              <a:gd name="connsiteX25455" fmla="*/ 1033885 w 5158787"/>
              <a:gd name="connsiteY25455" fmla="*/ 1752292 h 4489084"/>
              <a:gd name="connsiteX25456" fmla="*/ 1035070 w 5158787"/>
              <a:gd name="connsiteY25456" fmla="*/ 1752944 h 4489084"/>
              <a:gd name="connsiteX25457" fmla="*/ 1044546 w 5158787"/>
              <a:gd name="connsiteY25457" fmla="*/ 1769408 h 4489084"/>
              <a:gd name="connsiteX25458" fmla="*/ 1044546 w 5158787"/>
              <a:gd name="connsiteY25458" fmla="*/ 1770770 h 4489084"/>
              <a:gd name="connsiteX25459" fmla="*/ 1035070 w 5158787"/>
              <a:gd name="connsiteY25459" fmla="*/ 1787235 h 4489084"/>
              <a:gd name="connsiteX25460" fmla="*/ 1033885 w 5158787"/>
              <a:gd name="connsiteY25460" fmla="*/ 1787886 h 4489084"/>
              <a:gd name="connsiteX25461" fmla="*/ 1014874 w 5158787"/>
              <a:gd name="connsiteY25461" fmla="*/ 1787886 h 4489084"/>
              <a:gd name="connsiteX25462" fmla="*/ 1013690 w 5158787"/>
              <a:gd name="connsiteY25462" fmla="*/ 1787235 h 4489084"/>
              <a:gd name="connsiteX25463" fmla="*/ 1004214 w 5158787"/>
              <a:gd name="connsiteY25463" fmla="*/ 1770770 h 4489084"/>
              <a:gd name="connsiteX25464" fmla="*/ 1004214 w 5158787"/>
              <a:gd name="connsiteY25464" fmla="*/ 1769408 h 4489084"/>
              <a:gd name="connsiteX25465" fmla="*/ 1013690 w 5158787"/>
              <a:gd name="connsiteY25465" fmla="*/ 1752944 h 4489084"/>
              <a:gd name="connsiteX25466" fmla="*/ 1014874 w 5158787"/>
              <a:gd name="connsiteY25466" fmla="*/ 1752292 h 4489084"/>
              <a:gd name="connsiteX25467" fmla="*/ 879308 w 5158787"/>
              <a:gd name="connsiteY25467" fmla="*/ 1751759 h 4489084"/>
              <a:gd name="connsiteX25468" fmla="*/ 898853 w 5158787"/>
              <a:gd name="connsiteY25468" fmla="*/ 1751759 h 4489084"/>
              <a:gd name="connsiteX25469" fmla="*/ 900037 w 5158787"/>
              <a:gd name="connsiteY25469" fmla="*/ 1752470 h 4489084"/>
              <a:gd name="connsiteX25470" fmla="*/ 909809 w 5158787"/>
              <a:gd name="connsiteY25470" fmla="*/ 1769408 h 4489084"/>
              <a:gd name="connsiteX25471" fmla="*/ 909809 w 5158787"/>
              <a:gd name="connsiteY25471" fmla="*/ 1770770 h 4489084"/>
              <a:gd name="connsiteX25472" fmla="*/ 900037 w 5158787"/>
              <a:gd name="connsiteY25472" fmla="*/ 1787709 h 4489084"/>
              <a:gd name="connsiteX25473" fmla="*/ 898853 w 5158787"/>
              <a:gd name="connsiteY25473" fmla="*/ 1788419 h 4489084"/>
              <a:gd name="connsiteX25474" fmla="*/ 879308 w 5158787"/>
              <a:gd name="connsiteY25474" fmla="*/ 1788419 h 4489084"/>
              <a:gd name="connsiteX25475" fmla="*/ 878124 w 5158787"/>
              <a:gd name="connsiteY25475" fmla="*/ 1787709 h 4489084"/>
              <a:gd name="connsiteX25476" fmla="*/ 868352 w 5158787"/>
              <a:gd name="connsiteY25476" fmla="*/ 1770770 h 4489084"/>
              <a:gd name="connsiteX25477" fmla="*/ 868352 w 5158787"/>
              <a:gd name="connsiteY25477" fmla="*/ 1769408 h 4489084"/>
              <a:gd name="connsiteX25478" fmla="*/ 878124 w 5158787"/>
              <a:gd name="connsiteY25478" fmla="*/ 1752470 h 4489084"/>
              <a:gd name="connsiteX25479" fmla="*/ 879308 w 5158787"/>
              <a:gd name="connsiteY25479" fmla="*/ 1751759 h 4489084"/>
              <a:gd name="connsiteX25480" fmla="*/ 1082154 w 5158787"/>
              <a:gd name="connsiteY25480" fmla="*/ 1751641 h 4489084"/>
              <a:gd name="connsiteX25481" fmla="*/ 1101816 w 5158787"/>
              <a:gd name="connsiteY25481" fmla="*/ 1751641 h 4489084"/>
              <a:gd name="connsiteX25482" fmla="*/ 1103001 w 5158787"/>
              <a:gd name="connsiteY25482" fmla="*/ 1752352 h 4489084"/>
              <a:gd name="connsiteX25483" fmla="*/ 1112832 w 5158787"/>
              <a:gd name="connsiteY25483" fmla="*/ 1769349 h 4489084"/>
              <a:gd name="connsiteX25484" fmla="*/ 1112832 w 5158787"/>
              <a:gd name="connsiteY25484" fmla="*/ 1770712 h 4489084"/>
              <a:gd name="connsiteX25485" fmla="*/ 1103001 w 5158787"/>
              <a:gd name="connsiteY25485" fmla="*/ 1787709 h 4489084"/>
              <a:gd name="connsiteX25486" fmla="*/ 1101816 w 5158787"/>
              <a:gd name="connsiteY25486" fmla="*/ 1788420 h 4489084"/>
              <a:gd name="connsiteX25487" fmla="*/ 1082154 w 5158787"/>
              <a:gd name="connsiteY25487" fmla="*/ 1788420 h 4489084"/>
              <a:gd name="connsiteX25488" fmla="*/ 1080969 w 5158787"/>
              <a:gd name="connsiteY25488" fmla="*/ 1787709 h 4489084"/>
              <a:gd name="connsiteX25489" fmla="*/ 1071138 w 5158787"/>
              <a:gd name="connsiteY25489" fmla="*/ 1770712 h 4489084"/>
              <a:gd name="connsiteX25490" fmla="*/ 1071138 w 5158787"/>
              <a:gd name="connsiteY25490" fmla="*/ 1769349 h 4489084"/>
              <a:gd name="connsiteX25491" fmla="*/ 1080969 w 5158787"/>
              <a:gd name="connsiteY25491" fmla="*/ 1752352 h 4489084"/>
              <a:gd name="connsiteX25492" fmla="*/ 1082154 w 5158787"/>
              <a:gd name="connsiteY25492" fmla="*/ 1751641 h 4489084"/>
              <a:gd name="connsiteX25493" fmla="*/ 946825 w 5158787"/>
              <a:gd name="connsiteY25493" fmla="*/ 1751582 h 4489084"/>
              <a:gd name="connsiteX25494" fmla="*/ 966606 w 5158787"/>
              <a:gd name="connsiteY25494" fmla="*/ 1751582 h 4489084"/>
              <a:gd name="connsiteX25495" fmla="*/ 967791 w 5158787"/>
              <a:gd name="connsiteY25495" fmla="*/ 1752293 h 4489084"/>
              <a:gd name="connsiteX25496" fmla="*/ 977681 w 5158787"/>
              <a:gd name="connsiteY25496" fmla="*/ 1769409 h 4489084"/>
              <a:gd name="connsiteX25497" fmla="*/ 977681 w 5158787"/>
              <a:gd name="connsiteY25497" fmla="*/ 1770830 h 4489084"/>
              <a:gd name="connsiteX25498" fmla="*/ 967791 w 5158787"/>
              <a:gd name="connsiteY25498" fmla="*/ 1787946 h 4489084"/>
              <a:gd name="connsiteX25499" fmla="*/ 966606 w 5158787"/>
              <a:gd name="connsiteY25499" fmla="*/ 1788657 h 4489084"/>
              <a:gd name="connsiteX25500" fmla="*/ 946825 w 5158787"/>
              <a:gd name="connsiteY25500" fmla="*/ 1788657 h 4489084"/>
              <a:gd name="connsiteX25501" fmla="*/ 945640 w 5158787"/>
              <a:gd name="connsiteY25501" fmla="*/ 1787946 h 4489084"/>
              <a:gd name="connsiteX25502" fmla="*/ 935750 w 5158787"/>
              <a:gd name="connsiteY25502" fmla="*/ 1770830 h 4489084"/>
              <a:gd name="connsiteX25503" fmla="*/ 935750 w 5158787"/>
              <a:gd name="connsiteY25503" fmla="*/ 1769409 h 4489084"/>
              <a:gd name="connsiteX25504" fmla="*/ 945640 w 5158787"/>
              <a:gd name="connsiteY25504" fmla="*/ 1752293 h 4489084"/>
              <a:gd name="connsiteX25505" fmla="*/ 946825 w 5158787"/>
              <a:gd name="connsiteY25505" fmla="*/ 1751582 h 4489084"/>
              <a:gd name="connsiteX25506" fmla="*/ 4666338 w 5158787"/>
              <a:gd name="connsiteY25506" fmla="*/ 1751167 h 4489084"/>
              <a:gd name="connsiteX25507" fmla="*/ 4686534 w 5158787"/>
              <a:gd name="connsiteY25507" fmla="*/ 1751167 h 4489084"/>
              <a:gd name="connsiteX25508" fmla="*/ 4687777 w 5158787"/>
              <a:gd name="connsiteY25508" fmla="*/ 1751878 h 4489084"/>
              <a:gd name="connsiteX25509" fmla="*/ 4697845 w 5158787"/>
              <a:gd name="connsiteY25509" fmla="*/ 1769349 h 4489084"/>
              <a:gd name="connsiteX25510" fmla="*/ 4697845 w 5158787"/>
              <a:gd name="connsiteY25510" fmla="*/ 1770770 h 4489084"/>
              <a:gd name="connsiteX25511" fmla="*/ 4687718 w 5158787"/>
              <a:gd name="connsiteY25511" fmla="*/ 1788242 h 4489084"/>
              <a:gd name="connsiteX25512" fmla="*/ 4686474 w 5158787"/>
              <a:gd name="connsiteY25512" fmla="*/ 1788953 h 4489084"/>
              <a:gd name="connsiteX25513" fmla="*/ 4666279 w 5158787"/>
              <a:gd name="connsiteY25513" fmla="*/ 1788953 h 4489084"/>
              <a:gd name="connsiteX25514" fmla="*/ 4665035 w 5158787"/>
              <a:gd name="connsiteY25514" fmla="*/ 1788242 h 4489084"/>
              <a:gd name="connsiteX25515" fmla="*/ 4654966 w 5158787"/>
              <a:gd name="connsiteY25515" fmla="*/ 1770770 h 4489084"/>
              <a:gd name="connsiteX25516" fmla="*/ 4654966 w 5158787"/>
              <a:gd name="connsiteY25516" fmla="*/ 1769349 h 4489084"/>
              <a:gd name="connsiteX25517" fmla="*/ 4665094 w 5158787"/>
              <a:gd name="connsiteY25517" fmla="*/ 1751878 h 4489084"/>
              <a:gd name="connsiteX25518" fmla="*/ 4666338 w 5158787"/>
              <a:gd name="connsiteY25518" fmla="*/ 1751167 h 4489084"/>
              <a:gd name="connsiteX25519" fmla="*/ 1825784 w 5158787"/>
              <a:gd name="connsiteY25519" fmla="*/ 1751049 h 4489084"/>
              <a:gd name="connsiteX25520" fmla="*/ 1846098 w 5158787"/>
              <a:gd name="connsiteY25520" fmla="*/ 1751049 h 4489084"/>
              <a:gd name="connsiteX25521" fmla="*/ 1847342 w 5158787"/>
              <a:gd name="connsiteY25521" fmla="*/ 1751760 h 4489084"/>
              <a:gd name="connsiteX25522" fmla="*/ 1857469 w 5158787"/>
              <a:gd name="connsiteY25522" fmla="*/ 1769349 h 4489084"/>
              <a:gd name="connsiteX25523" fmla="*/ 1857469 w 5158787"/>
              <a:gd name="connsiteY25523" fmla="*/ 1770771 h 4489084"/>
              <a:gd name="connsiteX25524" fmla="*/ 1847283 w 5158787"/>
              <a:gd name="connsiteY25524" fmla="*/ 1788361 h 4489084"/>
              <a:gd name="connsiteX25525" fmla="*/ 1846039 w 5158787"/>
              <a:gd name="connsiteY25525" fmla="*/ 1789071 h 4489084"/>
              <a:gd name="connsiteX25526" fmla="*/ 1825725 w 5158787"/>
              <a:gd name="connsiteY25526" fmla="*/ 1789071 h 4489084"/>
              <a:gd name="connsiteX25527" fmla="*/ 1824481 w 5158787"/>
              <a:gd name="connsiteY25527" fmla="*/ 1788361 h 4489084"/>
              <a:gd name="connsiteX25528" fmla="*/ 1814354 w 5158787"/>
              <a:gd name="connsiteY25528" fmla="*/ 1770771 h 4489084"/>
              <a:gd name="connsiteX25529" fmla="*/ 1814354 w 5158787"/>
              <a:gd name="connsiteY25529" fmla="*/ 1769349 h 4489084"/>
              <a:gd name="connsiteX25530" fmla="*/ 1824540 w 5158787"/>
              <a:gd name="connsiteY25530" fmla="*/ 1751760 h 4489084"/>
              <a:gd name="connsiteX25531" fmla="*/ 1825784 w 5158787"/>
              <a:gd name="connsiteY25531" fmla="*/ 1751049 h 4489084"/>
              <a:gd name="connsiteX25532" fmla="*/ 3583999 w 5158787"/>
              <a:gd name="connsiteY25532" fmla="*/ 1750752 h 4489084"/>
              <a:gd name="connsiteX25533" fmla="*/ 3604669 w 5158787"/>
              <a:gd name="connsiteY25533" fmla="*/ 1750752 h 4489084"/>
              <a:gd name="connsiteX25534" fmla="*/ 3605912 w 5158787"/>
              <a:gd name="connsiteY25534" fmla="*/ 1751463 h 4489084"/>
              <a:gd name="connsiteX25535" fmla="*/ 3616218 w 5158787"/>
              <a:gd name="connsiteY25535" fmla="*/ 1769349 h 4489084"/>
              <a:gd name="connsiteX25536" fmla="*/ 3616218 w 5158787"/>
              <a:gd name="connsiteY25536" fmla="*/ 1770829 h 4489084"/>
              <a:gd name="connsiteX25537" fmla="*/ 3605912 w 5158787"/>
              <a:gd name="connsiteY25537" fmla="*/ 1788715 h 4489084"/>
              <a:gd name="connsiteX25538" fmla="*/ 3604669 w 5158787"/>
              <a:gd name="connsiteY25538" fmla="*/ 1789426 h 4489084"/>
              <a:gd name="connsiteX25539" fmla="*/ 3583999 w 5158787"/>
              <a:gd name="connsiteY25539" fmla="*/ 1789426 h 4489084"/>
              <a:gd name="connsiteX25540" fmla="*/ 3582756 w 5158787"/>
              <a:gd name="connsiteY25540" fmla="*/ 1788715 h 4489084"/>
              <a:gd name="connsiteX25541" fmla="*/ 3572451 w 5158787"/>
              <a:gd name="connsiteY25541" fmla="*/ 1770829 h 4489084"/>
              <a:gd name="connsiteX25542" fmla="*/ 3572451 w 5158787"/>
              <a:gd name="connsiteY25542" fmla="*/ 1769349 h 4489084"/>
              <a:gd name="connsiteX25543" fmla="*/ 3582756 w 5158787"/>
              <a:gd name="connsiteY25543" fmla="*/ 1751463 h 4489084"/>
              <a:gd name="connsiteX25544" fmla="*/ 3583999 w 5158787"/>
              <a:gd name="connsiteY25544" fmla="*/ 1750752 h 4489084"/>
              <a:gd name="connsiteX25545" fmla="*/ 1757912 w 5158787"/>
              <a:gd name="connsiteY25545" fmla="*/ 1750516 h 4489084"/>
              <a:gd name="connsiteX25546" fmla="*/ 1778760 w 5158787"/>
              <a:gd name="connsiteY25546" fmla="*/ 1750516 h 4489084"/>
              <a:gd name="connsiteX25547" fmla="*/ 1780063 w 5158787"/>
              <a:gd name="connsiteY25547" fmla="*/ 1751227 h 4489084"/>
              <a:gd name="connsiteX25548" fmla="*/ 1790486 w 5158787"/>
              <a:gd name="connsiteY25548" fmla="*/ 1769290 h 4489084"/>
              <a:gd name="connsiteX25549" fmla="*/ 1790486 w 5158787"/>
              <a:gd name="connsiteY25549" fmla="*/ 1770771 h 4489084"/>
              <a:gd name="connsiteX25550" fmla="*/ 1780063 w 5158787"/>
              <a:gd name="connsiteY25550" fmla="*/ 1788835 h 4489084"/>
              <a:gd name="connsiteX25551" fmla="*/ 1778760 w 5158787"/>
              <a:gd name="connsiteY25551" fmla="*/ 1789545 h 4489084"/>
              <a:gd name="connsiteX25552" fmla="*/ 1757912 w 5158787"/>
              <a:gd name="connsiteY25552" fmla="*/ 1789545 h 4489084"/>
              <a:gd name="connsiteX25553" fmla="*/ 1756610 w 5158787"/>
              <a:gd name="connsiteY25553" fmla="*/ 1788835 h 4489084"/>
              <a:gd name="connsiteX25554" fmla="*/ 1746186 w 5158787"/>
              <a:gd name="connsiteY25554" fmla="*/ 1770771 h 4489084"/>
              <a:gd name="connsiteX25555" fmla="*/ 1746186 w 5158787"/>
              <a:gd name="connsiteY25555" fmla="*/ 1769290 h 4489084"/>
              <a:gd name="connsiteX25556" fmla="*/ 1756610 w 5158787"/>
              <a:gd name="connsiteY25556" fmla="*/ 1751227 h 4489084"/>
              <a:gd name="connsiteX25557" fmla="*/ 1757912 w 5158787"/>
              <a:gd name="connsiteY25557" fmla="*/ 1750516 h 4489084"/>
              <a:gd name="connsiteX25558" fmla="*/ 1893004 w 5158787"/>
              <a:gd name="connsiteY25558" fmla="*/ 1750338 h 4489084"/>
              <a:gd name="connsiteX25559" fmla="*/ 1914088 w 5158787"/>
              <a:gd name="connsiteY25559" fmla="*/ 1750338 h 4489084"/>
              <a:gd name="connsiteX25560" fmla="*/ 1915391 w 5158787"/>
              <a:gd name="connsiteY25560" fmla="*/ 1751108 h 4489084"/>
              <a:gd name="connsiteX25561" fmla="*/ 1925933 w 5158787"/>
              <a:gd name="connsiteY25561" fmla="*/ 1769349 h 4489084"/>
              <a:gd name="connsiteX25562" fmla="*/ 1925933 w 5158787"/>
              <a:gd name="connsiteY25562" fmla="*/ 1770830 h 4489084"/>
              <a:gd name="connsiteX25563" fmla="*/ 1915391 w 5158787"/>
              <a:gd name="connsiteY25563" fmla="*/ 1789071 h 4489084"/>
              <a:gd name="connsiteX25564" fmla="*/ 1914088 w 5158787"/>
              <a:gd name="connsiteY25564" fmla="*/ 1789841 h 4489084"/>
              <a:gd name="connsiteX25565" fmla="*/ 1893004 w 5158787"/>
              <a:gd name="connsiteY25565" fmla="*/ 1789841 h 4489084"/>
              <a:gd name="connsiteX25566" fmla="*/ 1891701 w 5158787"/>
              <a:gd name="connsiteY25566" fmla="*/ 1789071 h 4489084"/>
              <a:gd name="connsiteX25567" fmla="*/ 1881159 w 5158787"/>
              <a:gd name="connsiteY25567" fmla="*/ 1770830 h 4489084"/>
              <a:gd name="connsiteX25568" fmla="*/ 1881159 w 5158787"/>
              <a:gd name="connsiteY25568" fmla="*/ 1769349 h 4489084"/>
              <a:gd name="connsiteX25569" fmla="*/ 1891701 w 5158787"/>
              <a:gd name="connsiteY25569" fmla="*/ 1751108 h 4489084"/>
              <a:gd name="connsiteX25570" fmla="*/ 1893004 w 5158787"/>
              <a:gd name="connsiteY25570" fmla="*/ 1750338 h 4489084"/>
              <a:gd name="connsiteX25571" fmla="*/ 3651220 w 5158787"/>
              <a:gd name="connsiteY25571" fmla="*/ 1749983 h 4489084"/>
              <a:gd name="connsiteX25572" fmla="*/ 3672659 w 5158787"/>
              <a:gd name="connsiteY25572" fmla="*/ 1749983 h 4489084"/>
              <a:gd name="connsiteX25573" fmla="*/ 3673963 w 5158787"/>
              <a:gd name="connsiteY25573" fmla="*/ 1750753 h 4489084"/>
              <a:gd name="connsiteX25574" fmla="*/ 3684682 w 5158787"/>
              <a:gd name="connsiteY25574" fmla="*/ 1769290 h 4489084"/>
              <a:gd name="connsiteX25575" fmla="*/ 3684682 w 5158787"/>
              <a:gd name="connsiteY25575" fmla="*/ 1770830 h 4489084"/>
              <a:gd name="connsiteX25576" fmla="*/ 3673963 w 5158787"/>
              <a:gd name="connsiteY25576" fmla="*/ 1789367 h 4489084"/>
              <a:gd name="connsiteX25577" fmla="*/ 3672659 w 5158787"/>
              <a:gd name="connsiteY25577" fmla="*/ 1790137 h 4489084"/>
              <a:gd name="connsiteX25578" fmla="*/ 3651220 w 5158787"/>
              <a:gd name="connsiteY25578" fmla="*/ 1790137 h 4489084"/>
              <a:gd name="connsiteX25579" fmla="*/ 3649917 w 5158787"/>
              <a:gd name="connsiteY25579" fmla="*/ 1789367 h 4489084"/>
              <a:gd name="connsiteX25580" fmla="*/ 3639197 w 5158787"/>
              <a:gd name="connsiteY25580" fmla="*/ 1770830 h 4489084"/>
              <a:gd name="connsiteX25581" fmla="*/ 3639197 w 5158787"/>
              <a:gd name="connsiteY25581" fmla="*/ 1769290 h 4489084"/>
              <a:gd name="connsiteX25582" fmla="*/ 3649917 w 5158787"/>
              <a:gd name="connsiteY25582" fmla="*/ 1750753 h 4489084"/>
              <a:gd name="connsiteX25583" fmla="*/ 3651220 w 5158787"/>
              <a:gd name="connsiteY25583" fmla="*/ 1749983 h 4489084"/>
              <a:gd name="connsiteX25584" fmla="*/ 1148900 w 5158787"/>
              <a:gd name="connsiteY25584" fmla="*/ 1749923 h 4489084"/>
              <a:gd name="connsiteX25585" fmla="*/ 1170399 w 5158787"/>
              <a:gd name="connsiteY25585" fmla="*/ 1749923 h 4489084"/>
              <a:gd name="connsiteX25586" fmla="*/ 1171702 w 5158787"/>
              <a:gd name="connsiteY25586" fmla="*/ 1750693 h 4489084"/>
              <a:gd name="connsiteX25587" fmla="*/ 1182481 w 5158787"/>
              <a:gd name="connsiteY25587" fmla="*/ 1769349 h 4489084"/>
              <a:gd name="connsiteX25588" fmla="*/ 1182481 w 5158787"/>
              <a:gd name="connsiteY25588" fmla="*/ 1770889 h 4489084"/>
              <a:gd name="connsiteX25589" fmla="*/ 1171702 w 5158787"/>
              <a:gd name="connsiteY25589" fmla="*/ 1789545 h 4489084"/>
              <a:gd name="connsiteX25590" fmla="*/ 1170399 w 5158787"/>
              <a:gd name="connsiteY25590" fmla="*/ 1790315 h 4489084"/>
              <a:gd name="connsiteX25591" fmla="*/ 1148900 w 5158787"/>
              <a:gd name="connsiteY25591" fmla="*/ 1790315 h 4489084"/>
              <a:gd name="connsiteX25592" fmla="*/ 1147597 w 5158787"/>
              <a:gd name="connsiteY25592" fmla="*/ 1789545 h 4489084"/>
              <a:gd name="connsiteX25593" fmla="*/ 1136818 w 5158787"/>
              <a:gd name="connsiteY25593" fmla="*/ 1770889 h 4489084"/>
              <a:gd name="connsiteX25594" fmla="*/ 1136818 w 5158787"/>
              <a:gd name="connsiteY25594" fmla="*/ 1769349 h 4489084"/>
              <a:gd name="connsiteX25595" fmla="*/ 1147597 w 5158787"/>
              <a:gd name="connsiteY25595" fmla="*/ 1750693 h 4489084"/>
              <a:gd name="connsiteX25596" fmla="*/ 1148900 w 5158787"/>
              <a:gd name="connsiteY25596" fmla="*/ 1749923 h 4489084"/>
              <a:gd name="connsiteX25597" fmla="*/ 1216358 w 5158787"/>
              <a:gd name="connsiteY25597" fmla="*/ 1749568 h 4489084"/>
              <a:gd name="connsiteX25598" fmla="*/ 1238212 w 5158787"/>
              <a:gd name="connsiteY25598" fmla="*/ 1749568 h 4489084"/>
              <a:gd name="connsiteX25599" fmla="*/ 1239574 w 5158787"/>
              <a:gd name="connsiteY25599" fmla="*/ 1750338 h 4489084"/>
              <a:gd name="connsiteX25600" fmla="*/ 1250472 w 5158787"/>
              <a:gd name="connsiteY25600" fmla="*/ 1769290 h 4489084"/>
              <a:gd name="connsiteX25601" fmla="*/ 1250472 w 5158787"/>
              <a:gd name="connsiteY25601" fmla="*/ 1770830 h 4489084"/>
              <a:gd name="connsiteX25602" fmla="*/ 1239515 w 5158787"/>
              <a:gd name="connsiteY25602" fmla="*/ 1789782 h 4489084"/>
              <a:gd name="connsiteX25603" fmla="*/ 1238153 w 5158787"/>
              <a:gd name="connsiteY25603" fmla="*/ 1790552 h 4489084"/>
              <a:gd name="connsiteX25604" fmla="*/ 1216299 w 5158787"/>
              <a:gd name="connsiteY25604" fmla="*/ 1790552 h 4489084"/>
              <a:gd name="connsiteX25605" fmla="*/ 1214937 w 5158787"/>
              <a:gd name="connsiteY25605" fmla="*/ 1789782 h 4489084"/>
              <a:gd name="connsiteX25606" fmla="*/ 1204039 w 5158787"/>
              <a:gd name="connsiteY25606" fmla="*/ 1770830 h 4489084"/>
              <a:gd name="connsiteX25607" fmla="*/ 1204039 w 5158787"/>
              <a:gd name="connsiteY25607" fmla="*/ 1769290 h 4489084"/>
              <a:gd name="connsiteX25608" fmla="*/ 1214996 w 5158787"/>
              <a:gd name="connsiteY25608" fmla="*/ 1750338 h 4489084"/>
              <a:gd name="connsiteX25609" fmla="*/ 1216358 w 5158787"/>
              <a:gd name="connsiteY25609" fmla="*/ 1749568 h 4489084"/>
              <a:gd name="connsiteX25610" fmla="*/ 4732906 w 5158787"/>
              <a:gd name="connsiteY25610" fmla="*/ 1749272 h 4489084"/>
              <a:gd name="connsiteX25611" fmla="*/ 4755116 w 5158787"/>
              <a:gd name="connsiteY25611" fmla="*/ 1749272 h 4489084"/>
              <a:gd name="connsiteX25612" fmla="*/ 4756478 w 5158787"/>
              <a:gd name="connsiteY25612" fmla="*/ 1750042 h 4489084"/>
              <a:gd name="connsiteX25613" fmla="*/ 4767553 w 5158787"/>
              <a:gd name="connsiteY25613" fmla="*/ 1769290 h 4489084"/>
              <a:gd name="connsiteX25614" fmla="*/ 4767553 w 5158787"/>
              <a:gd name="connsiteY25614" fmla="*/ 1770830 h 4489084"/>
              <a:gd name="connsiteX25615" fmla="*/ 4756478 w 5158787"/>
              <a:gd name="connsiteY25615" fmla="*/ 1790078 h 4489084"/>
              <a:gd name="connsiteX25616" fmla="*/ 4755116 w 5158787"/>
              <a:gd name="connsiteY25616" fmla="*/ 1790848 h 4489084"/>
              <a:gd name="connsiteX25617" fmla="*/ 4732906 w 5158787"/>
              <a:gd name="connsiteY25617" fmla="*/ 1790848 h 4489084"/>
              <a:gd name="connsiteX25618" fmla="*/ 4731544 w 5158787"/>
              <a:gd name="connsiteY25618" fmla="*/ 1790078 h 4489084"/>
              <a:gd name="connsiteX25619" fmla="*/ 4720469 w 5158787"/>
              <a:gd name="connsiteY25619" fmla="*/ 1770830 h 4489084"/>
              <a:gd name="connsiteX25620" fmla="*/ 4720469 w 5158787"/>
              <a:gd name="connsiteY25620" fmla="*/ 1769290 h 4489084"/>
              <a:gd name="connsiteX25621" fmla="*/ 4731544 w 5158787"/>
              <a:gd name="connsiteY25621" fmla="*/ 1750042 h 4489084"/>
              <a:gd name="connsiteX25622" fmla="*/ 4732906 w 5158787"/>
              <a:gd name="connsiteY25622" fmla="*/ 1749272 h 4489084"/>
              <a:gd name="connsiteX25623" fmla="*/ 3177418 w 5158787"/>
              <a:gd name="connsiteY25623" fmla="*/ 1749272 h 4489084"/>
              <a:gd name="connsiteX25624" fmla="*/ 3199628 w 5158787"/>
              <a:gd name="connsiteY25624" fmla="*/ 1749272 h 4489084"/>
              <a:gd name="connsiteX25625" fmla="*/ 3200990 w 5158787"/>
              <a:gd name="connsiteY25625" fmla="*/ 1750042 h 4489084"/>
              <a:gd name="connsiteX25626" fmla="*/ 3212065 w 5158787"/>
              <a:gd name="connsiteY25626" fmla="*/ 1769290 h 4489084"/>
              <a:gd name="connsiteX25627" fmla="*/ 3212065 w 5158787"/>
              <a:gd name="connsiteY25627" fmla="*/ 1770830 h 4489084"/>
              <a:gd name="connsiteX25628" fmla="*/ 3200990 w 5158787"/>
              <a:gd name="connsiteY25628" fmla="*/ 1790078 h 4489084"/>
              <a:gd name="connsiteX25629" fmla="*/ 3199628 w 5158787"/>
              <a:gd name="connsiteY25629" fmla="*/ 1790848 h 4489084"/>
              <a:gd name="connsiteX25630" fmla="*/ 3177418 w 5158787"/>
              <a:gd name="connsiteY25630" fmla="*/ 1790848 h 4489084"/>
              <a:gd name="connsiteX25631" fmla="*/ 3176056 w 5158787"/>
              <a:gd name="connsiteY25631" fmla="*/ 1790078 h 4489084"/>
              <a:gd name="connsiteX25632" fmla="*/ 3164981 w 5158787"/>
              <a:gd name="connsiteY25632" fmla="*/ 1770830 h 4489084"/>
              <a:gd name="connsiteX25633" fmla="*/ 3164981 w 5158787"/>
              <a:gd name="connsiteY25633" fmla="*/ 1769290 h 4489084"/>
              <a:gd name="connsiteX25634" fmla="*/ 3176056 w 5158787"/>
              <a:gd name="connsiteY25634" fmla="*/ 1750042 h 4489084"/>
              <a:gd name="connsiteX25635" fmla="*/ 3177418 w 5158787"/>
              <a:gd name="connsiteY25635" fmla="*/ 1749272 h 4489084"/>
              <a:gd name="connsiteX25636" fmla="*/ 1351332 w 5158787"/>
              <a:gd name="connsiteY25636" fmla="*/ 1749153 h 4489084"/>
              <a:gd name="connsiteX25637" fmla="*/ 1373659 w 5158787"/>
              <a:gd name="connsiteY25637" fmla="*/ 1749153 h 4489084"/>
              <a:gd name="connsiteX25638" fmla="*/ 1375022 w 5158787"/>
              <a:gd name="connsiteY25638" fmla="*/ 1749923 h 4489084"/>
              <a:gd name="connsiteX25639" fmla="*/ 1386156 w 5158787"/>
              <a:gd name="connsiteY25639" fmla="*/ 1769230 h 4489084"/>
              <a:gd name="connsiteX25640" fmla="*/ 1386156 w 5158787"/>
              <a:gd name="connsiteY25640" fmla="*/ 1770829 h 4489084"/>
              <a:gd name="connsiteX25641" fmla="*/ 1375022 w 5158787"/>
              <a:gd name="connsiteY25641" fmla="*/ 1790137 h 4489084"/>
              <a:gd name="connsiteX25642" fmla="*/ 1373659 w 5158787"/>
              <a:gd name="connsiteY25642" fmla="*/ 1790907 h 4489084"/>
              <a:gd name="connsiteX25643" fmla="*/ 1351332 w 5158787"/>
              <a:gd name="connsiteY25643" fmla="*/ 1790907 h 4489084"/>
              <a:gd name="connsiteX25644" fmla="*/ 1349969 w 5158787"/>
              <a:gd name="connsiteY25644" fmla="*/ 1790137 h 4489084"/>
              <a:gd name="connsiteX25645" fmla="*/ 1338835 w 5158787"/>
              <a:gd name="connsiteY25645" fmla="*/ 1770829 h 4489084"/>
              <a:gd name="connsiteX25646" fmla="*/ 1338835 w 5158787"/>
              <a:gd name="connsiteY25646" fmla="*/ 1769230 h 4489084"/>
              <a:gd name="connsiteX25647" fmla="*/ 1349969 w 5158787"/>
              <a:gd name="connsiteY25647" fmla="*/ 1749923 h 4489084"/>
              <a:gd name="connsiteX25648" fmla="*/ 1351332 w 5158787"/>
              <a:gd name="connsiteY25648" fmla="*/ 1749153 h 4489084"/>
              <a:gd name="connsiteX25649" fmla="*/ 1689448 w 5158787"/>
              <a:gd name="connsiteY25649" fmla="*/ 1748976 h 4489084"/>
              <a:gd name="connsiteX25650" fmla="*/ 1711954 w 5158787"/>
              <a:gd name="connsiteY25650" fmla="*/ 1748976 h 4489084"/>
              <a:gd name="connsiteX25651" fmla="*/ 1713316 w 5158787"/>
              <a:gd name="connsiteY25651" fmla="*/ 1749746 h 4489084"/>
              <a:gd name="connsiteX25652" fmla="*/ 1724568 w 5158787"/>
              <a:gd name="connsiteY25652" fmla="*/ 1769231 h 4489084"/>
              <a:gd name="connsiteX25653" fmla="*/ 1724568 w 5158787"/>
              <a:gd name="connsiteY25653" fmla="*/ 1770830 h 4489084"/>
              <a:gd name="connsiteX25654" fmla="*/ 1713316 w 5158787"/>
              <a:gd name="connsiteY25654" fmla="*/ 1790315 h 4489084"/>
              <a:gd name="connsiteX25655" fmla="*/ 1711954 w 5158787"/>
              <a:gd name="connsiteY25655" fmla="*/ 1791085 h 4489084"/>
              <a:gd name="connsiteX25656" fmla="*/ 1689448 w 5158787"/>
              <a:gd name="connsiteY25656" fmla="*/ 1791085 h 4489084"/>
              <a:gd name="connsiteX25657" fmla="*/ 1688086 w 5158787"/>
              <a:gd name="connsiteY25657" fmla="*/ 1790315 h 4489084"/>
              <a:gd name="connsiteX25658" fmla="*/ 1676833 w 5158787"/>
              <a:gd name="connsiteY25658" fmla="*/ 1770830 h 4489084"/>
              <a:gd name="connsiteX25659" fmla="*/ 1676833 w 5158787"/>
              <a:gd name="connsiteY25659" fmla="*/ 1769231 h 4489084"/>
              <a:gd name="connsiteX25660" fmla="*/ 1688086 w 5158787"/>
              <a:gd name="connsiteY25660" fmla="*/ 1749746 h 4489084"/>
              <a:gd name="connsiteX25661" fmla="*/ 1689448 w 5158787"/>
              <a:gd name="connsiteY25661" fmla="*/ 1748976 h 4489084"/>
              <a:gd name="connsiteX25662" fmla="*/ 4867762 w 5158787"/>
              <a:gd name="connsiteY25662" fmla="*/ 1748443 h 4489084"/>
              <a:gd name="connsiteX25663" fmla="*/ 4890860 w 5158787"/>
              <a:gd name="connsiteY25663" fmla="*/ 1748443 h 4489084"/>
              <a:gd name="connsiteX25664" fmla="*/ 4892282 w 5158787"/>
              <a:gd name="connsiteY25664" fmla="*/ 1749272 h 4489084"/>
              <a:gd name="connsiteX25665" fmla="*/ 4903830 w 5158787"/>
              <a:gd name="connsiteY25665" fmla="*/ 1769231 h 4489084"/>
              <a:gd name="connsiteX25666" fmla="*/ 4903830 w 5158787"/>
              <a:gd name="connsiteY25666" fmla="*/ 1770889 h 4489084"/>
              <a:gd name="connsiteX25667" fmla="*/ 4892282 w 5158787"/>
              <a:gd name="connsiteY25667" fmla="*/ 1790848 h 4489084"/>
              <a:gd name="connsiteX25668" fmla="*/ 4890860 w 5158787"/>
              <a:gd name="connsiteY25668" fmla="*/ 1791677 h 4489084"/>
              <a:gd name="connsiteX25669" fmla="*/ 4867762 w 5158787"/>
              <a:gd name="connsiteY25669" fmla="*/ 1791677 h 4489084"/>
              <a:gd name="connsiteX25670" fmla="*/ 4866341 w 5158787"/>
              <a:gd name="connsiteY25670" fmla="*/ 1790848 h 4489084"/>
              <a:gd name="connsiteX25671" fmla="*/ 4854792 w 5158787"/>
              <a:gd name="connsiteY25671" fmla="*/ 1770889 h 4489084"/>
              <a:gd name="connsiteX25672" fmla="*/ 4854792 w 5158787"/>
              <a:gd name="connsiteY25672" fmla="*/ 1769231 h 4489084"/>
              <a:gd name="connsiteX25673" fmla="*/ 4866341 w 5158787"/>
              <a:gd name="connsiteY25673" fmla="*/ 1749272 h 4489084"/>
              <a:gd name="connsiteX25674" fmla="*/ 4867762 w 5158787"/>
              <a:gd name="connsiteY25674" fmla="*/ 1748443 h 4489084"/>
              <a:gd name="connsiteX25675" fmla="*/ 1283342 w 5158787"/>
              <a:gd name="connsiteY25675" fmla="*/ 1748324 h 4489084"/>
              <a:gd name="connsiteX25676" fmla="*/ 1306499 w 5158787"/>
              <a:gd name="connsiteY25676" fmla="*/ 1748324 h 4489084"/>
              <a:gd name="connsiteX25677" fmla="*/ 1307920 w 5158787"/>
              <a:gd name="connsiteY25677" fmla="*/ 1749153 h 4489084"/>
              <a:gd name="connsiteX25678" fmla="*/ 1319528 w 5158787"/>
              <a:gd name="connsiteY25678" fmla="*/ 1769231 h 4489084"/>
              <a:gd name="connsiteX25679" fmla="*/ 1319528 w 5158787"/>
              <a:gd name="connsiteY25679" fmla="*/ 1770889 h 4489084"/>
              <a:gd name="connsiteX25680" fmla="*/ 1307920 w 5158787"/>
              <a:gd name="connsiteY25680" fmla="*/ 1790966 h 4489084"/>
              <a:gd name="connsiteX25681" fmla="*/ 1306499 w 5158787"/>
              <a:gd name="connsiteY25681" fmla="*/ 1791795 h 4489084"/>
              <a:gd name="connsiteX25682" fmla="*/ 1283342 w 5158787"/>
              <a:gd name="connsiteY25682" fmla="*/ 1791795 h 4489084"/>
              <a:gd name="connsiteX25683" fmla="*/ 1281920 w 5158787"/>
              <a:gd name="connsiteY25683" fmla="*/ 1790966 h 4489084"/>
              <a:gd name="connsiteX25684" fmla="*/ 1270312 w 5158787"/>
              <a:gd name="connsiteY25684" fmla="*/ 1770889 h 4489084"/>
              <a:gd name="connsiteX25685" fmla="*/ 1270312 w 5158787"/>
              <a:gd name="connsiteY25685" fmla="*/ 1769231 h 4489084"/>
              <a:gd name="connsiteX25686" fmla="*/ 1281920 w 5158787"/>
              <a:gd name="connsiteY25686" fmla="*/ 1749153 h 4489084"/>
              <a:gd name="connsiteX25687" fmla="*/ 1283342 w 5158787"/>
              <a:gd name="connsiteY25687" fmla="*/ 1748324 h 4489084"/>
              <a:gd name="connsiteX25688" fmla="*/ 2568230 w 5158787"/>
              <a:gd name="connsiteY25688" fmla="*/ 1748265 h 4489084"/>
              <a:gd name="connsiteX25689" fmla="*/ 2591505 w 5158787"/>
              <a:gd name="connsiteY25689" fmla="*/ 1748265 h 4489084"/>
              <a:gd name="connsiteX25690" fmla="*/ 2592927 w 5158787"/>
              <a:gd name="connsiteY25690" fmla="*/ 1749094 h 4489084"/>
              <a:gd name="connsiteX25691" fmla="*/ 2604535 w 5158787"/>
              <a:gd name="connsiteY25691" fmla="*/ 1769290 h 4489084"/>
              <a:gd name="connsiteX25692" fmla="*/ 2604535 w 5158787"/>
              <a:gd name="connsiteY25692" fmla="*/ 1770948 h 4489084"/>
              <a:gd name="connsiteX25693" fmla="*/ 2592868 w 5158787"/>
              <a:gd name="connsiteY25693" fmla="*/ 1791144 h 4489084"/>
              <a:gd name="connsiteX25694" fmla="*/ 2591446 w 5158787"/>
              <a:gd name="connsiteY25694" fmla="*/ 1791973 h 4489084"/>
              <a:gd name="connsiteX25695" fmla="*/ 2568171 w 5158787"/>
              <a:gd name="connsiteY25695" fmla="*/ 1791973 h 4489084"/>
              <a:gd name="connsiteX25696" fmla="*/ 2566749 w 5158787"/>
              <a:gd name="connsiteY25696" fmla="*/ 1791144 h 4489084"/>
              <a:gd name="connsiteX25697" fmla="*/ 2555141 w 5158787"/>
              <a:gd name="connsiteY25697" fmla="*/ 1770948 h 4489084"/>
              <a:gd name="connsiteX25698" fmla="*/ 2555141 w 5158787"/>
              <a:gd name="connsiteY25698" fmla="*/ 1769290 h 4489084"/>
              <a:gd name="connsiteX25699" fmla="*/ 2566808 w 5158787"/>
              <a:gd name="connsiteY25699" fmla="*/ 1749094 h 4489084"/>
              <a:gd name="connsiteX25700" fmla="*/ 2568230 w 5158787"/>
              <a:gd name="connsiteY25700" fmla="*/ 1748265 h 4489084"/>
              <a:gd name="connsiteX25701" fmla="*/ 2500476 w 5158787"/>
              <a:gd name="connsiteY25701" fmla="*/ 1748028 h 4489084"/>
              <a:gd name="connsiteX25702" fmla="*/ 2523989 w 5158787"/>
              <a:gd name="connsiteY25702" fmla="*/ 1748028 h 4489084"/>
              <a:gd name="connsiteX25703" fmla="*/ 2525410 w 5158787"/>
              <a:gd name="connsiteY25703" fmla="*/ 1748857 h 4489084"/>
              <a:gd name="connsiteX25704" fmla="*/ 2537136 w 5158787"/>
              <a:gd name="connsiteY25704" fmla="*/ 1769231 h 4489084"/>
              <a:gd name="connsiteX25705" fmla="*/ 2537136 w 5158787"/>
              <a:gd name="connsiteY25705" fmla="*/ 1770889 h 4489084"/>
              <a:gd name="connsiteX25706" fmla="*/ 2525351 w 5158787"/>
              <a:gd name="connsiteY25706" fmla="*/ 1791262 h 4489084"/>
              <a:gd name="connsiteX25707" fmla="*/ 2523929 w 5158787"/>
              <a:gd name="connsiteY25707" fmla="*/ 1792091 h 4489084"/>
              <a:gd name="connsiteX25708" fmla="*/ 2500417 w 5158787"/>
              <a:gd name="connsiteY25708" fmla="*/ 1792091 h 4489084"/>
              <a:gd name="connsiteX25709" fmla="*/ 2498995 w 5158787"/>
              <a:gd name="connsiteY25709" fmla="*/ 1791262 h 4489084"/>
              <a:gd name="connsiteX25710" fmla="*/ 2487269 w 5158787"/>
              <a:gd name="connsiteY25710" fmla="*/ 1770889 h 4489084"/>
              <a:gd name="connsiteX25711" fmla="*/ 2487269 w 5158787"/>
              <a:gd name="connsiteY25711" fmla="*/ 1769231 h 4489084"/>
              <a:gd name="connsiteX25712" fmla="*/ 2499055 w 5158787"/>
              <a:gd name="connsiteY25712" fmla="*/ 1748857 h 4489084"/>
              <a:gd name="connsiteX25713" fmla="*/ 2500476 w 5158787"/>
              <a:gd name="connsiteY25713" fmla="*/ 1748028 h 4489084"/>
              <a:gd name="connsiteX25714" fmla="*/ 4799891 w 5158787"/>
              <a:gd name="connsiteY25714" fmla="*/ 1747910 h 4489084"/>
              <a:gd name="connsiteX25715" fmla="*/ 4823521 w 5158787"/>
              <a:gd name="connsiteY25715" fmla="*/ 1747910 h 4489084"/>
              <a:gd name="connsiteX25716" fmla="*/ 4824943 w 5158787"/>
              <a:gd name="connsiteY25716" fmla="*/ 1748739 h 4489084"/>
              <a:gd name="connsiteX25717" fmla="*/ 4836729 w 5158787"/>
              <a:gd name="connsiteY25717" fmla="*/ 1769231 h 4489084"/>
              <a:gd name="connsiteX25718" fmla="*/ 4836729 w 5158787"/>
              <a:gd name="connsiteY25718" fmla="*/ 1770889 h 4489084"/>
              <a:gd name="connsiteX25719" fmla="*/ 4824883 w 5158787"/>
              <a:gd name="connsiteY25719" fmla="*/ 1791381 h 4489084"/>
              <a:gd name="connsiteX25720" fmla="*/ 4823462 w 5158787"/>
              <a:gd name="connsiteY25720" fmla="*/ 1792210 h 4489084"/>
              <a:gd name="connsiteX25721" fmla="*/ 4799831 w 5158787"/>
              <a:gd name="connsiteY25721" fmla="*/ 1792210 h 4489084"/>
              <a:gd name="connsiteX25722" fmla="*/ 4798410 w 5158787"/>
              <a:gd name="connsiteY25722" fmla="*/ 1791381 h 4489084"/>
              <a:gd name="connsiteX25723" fmla="*/ 4786624 w 5158787"/>
              <a:gd name="connsiteY25723" fmla="*/ 1770889 h 4489084"/>
              <a:gd name="connsiteX25724" fmla="*/ 4786624 w 5158787"/>
              <a:gd name="connsiteY25724" fmla="*/ 1769231 h 4489084"/>
              <a:gd name="connsiteX25725" fmla="*/ 4798469 w 5158787"/>
              <a:gd name="connsiteY25725" fmla="*/ 1748739 h 4489084"/>
              <a:gd name="connsiteX25726" fmla="*/ 4799891 w 5158787"/>
              <a:gd name="connsiteY25726" fmla="*/ 1747910 h 4489084"/>
              <a:gd name="connsiteX25727" fmla="*/ 2432664 w 5158787"/>
              <a:gd name="connsiteY25727" fmla="*/ 1747732 h 4489084"/>
              <a:gd name="connsiteX25728" fmla="*/ 2456532 w 5158787"/>
              <a:gd name="connsiteY25728" fmla="*/ 1747732 h 4489084"/>
              <a:gd name="connsiteX25729" fmla="*/ 2458012 w 5158787"/>
              <a:gd name="connsiteY25729" fmla="*/ 1748561 h 4489084"/>
              <a:gd name="connsiteX25730" fmla="*/ 2469917 w 5158787"/>
              <a:gd name="connsiteY25730" fmla="*/ 1769231 h 4489084"/>
              <a:gd name="connsiteX25731" fmla="*/ 2469917 w 5158787"/>
              <a:gd name="connsiteY25731" fmla="*/ 1770889 h 4489084"/>
              <a:gd name="connsiteX25732" fmla="*/ 2458012 w 5158787"/>
              <a:gd name="connsiteY25732" fmla="*/ 1791558 h 4489084"/>
              <a:gd name="connsiteX25733" fmla="*/ 2456532 w 5158787"/>
              <a:gd name="connsiteY25733" fmla="*/ 1792388 h 4489084"/>
              <a:gd name="connsiteX25734" fmla="*/ 2432664 w 5158787"/>
              <a:gd name="connsiteY25734" fmla="*/ 1792388 h 4489084"/>
              <a:gd name="connsiteX25735" fmla="*/ 2431183 w 5158787"/>
              <a:gd name="connsiteY25735" fmla="*/ 1791558 h 4489084"/>
              <a:gd name="connsiteX25736" fmla="*/ 2419279 w 5158787"/>
              <a:gd name="connsiteY25736" fmla="*/ 1770889 h 4489084"/>
              <a:gd name="connsiteX25737" fmla="*/ 2419279 w 5158787"/>
              <a:gd name="connsiteY25737" fmla="*/ 1769231 h 4489084"/>
              <a:gd name="connsiteX25738" fmla="*/ 2431183 w 5158787"/>
              <a:gd name="connsiteY25738" fmla="*/ 1748561 h 4489084"/>
              <a:gd name="connsiteX25739" fmla="*/ 2432664 w 5158787"/>
              <a:gd name="connsiteY25739" fmla="*/ 1747732 h 4489084"/>
              <a:gd name="connsiteX25740" fmla="*/ 2703026 w 5158787"/>
              <a:gd name="connsiteY25740" fmla="*/ 1747436 h 4489084"/>
              <a:gd name="connsiteX25741" fmla="*/ 2727190 w 5158787"/>
              <a:gd name="connsiteY25741" fmla="*/ 1747436 h 4489084"/>
              <a:gd name="connsiteX25742" fmla="*/ 2728671 w 5158787"/>
              <a:gd name="connsiteY25742" fmla="*/ 1748265 h 4489084"/>
              <a:gd name="connsiteX25743" fmla="*/ 2740753 w 5158787"/>
              <a:gd name="connsiteY25743" fmla="*/ 1769231 h 4489084"/>
              <a:gd name="connsiteX25744" fmla="*/ 2740753 w 5158787"/>
              <a:gd name="connsiteY25744" fmla="*/ 1770949 h 4489084"/>
              <a:gd name="connsiteX25745" fmla="*/ 2728671 w 5158787"/>
              <a:gd name="connsiteY25745" fmla="*/ 1791914 h 4489084"/>
              <a:gd name="connsiteX25746" fmla="*/ 2727190 w 5158787"/>
              <a:gd name="connsiteY25746" fmla="*/ 1792743 h 4489084"/>
              <a:gd name="connsiteX25747" fmla="*/ 2703026 w 5158787"/>
              <a:gd name="connsiteY25747" fmla="*/ 1792743 h 4489084"/>
              <a:gd name="connsiteX25748" fmla="*/ 2701546 w 5158787"/>
              <a:gd name="connsiteY25748" fmla="*/ 1791914 h 4489084"/>
              <a:gd name="connsiteX25749" fmla="*/ 2689464 w 5158787"/>
              <a:gd name="connsiteY25749" fmla="*/ 1770949 h 4489084"/>
              <a:gd name="connsiteX25750" fmla="*/ 2689464 w 5158787"/>
              <a:gd name="connsiteY25750" fmla="*/ 1769231 h 4489084"/>
              <a:gd name="connsiteX25751" fmla="*/ 2701546 w 5158787"/>
              <a:gd name="connsiteY25751" fmla="*/ 1748265 h 4489084"/>
              <a:gd name="connsiteX25752" fmla="*/ 2703026 w 5158787"/>
              <a:gd name="connsiteY25752" fmla="*/ 1747436 h 4489084"/>
              <a:gd name="connsiteX25753" fmla="*/ 2635095 w 5158787"/>
              <a:gd name="connsiteY25753" fmla="*/ 1746784 h 4489084"/>
              <a:gd name="connsiteX25754" fmla="*/ 2659911 w 5158787"/>
              <a:gd name="connsiteY25754" fmla="*/ 1746784 h 4489084"/>
              <a:gd name="connsiteX25755" fmla="*/ 2661450 w 5158787"/>
              <a:gd name="connsiteY25755" fmla="*/ 1747673 h 4489084"/>
              <a:gd name="connsiteX25756" fmla="*/ 2673888 w 5158787"/>
              <a:gd name="connsiteY25756" fmla="*/ 1769171 h 4489084"/>
              <a:gd name="connsiteX25757" fmla="*/ 2673888 w 5158787"/>
              <a:gd name="connsiteY25757" fmla="*/ 1770948 h 4489084"/>
              <a:gd name="connsiteX25758" fmla="*/ 2661450 w 5158787"/>
              <a:gd name="connsiteY25758" fmla="*/ 1792447 h 4489084"/>
              <a:gd name="connsiteX25759" fmla="*/ 2659911 w 5158787"/>
              <a:gd name="connsiteY25759" fmla="*/ 1793335 h 4489084"/>
              <a:gd name="connsiteX25760" fmla="*/ 2635095 w 5158787"/>
              <a:gd name="connsiteY25760" fmla="*/ 1793335 h 4489084"/>
              <a:gd name="connsiteX25761" fmla="*/ 2633556 w 5158787"/>
              <a:gd name="connsiteY25761" fmla="*/ 1792447 h 4489084"/>
              <a:gd name="connsiteX25762" fmla="*/ 2621118 w 5158787"/>
              <a:gd name="connsiteY25762" fmla="*/ 1770948 h 4489084"/>
              <a:gd name="connsiteX25763" fmla="*/ 2621118 w 5158787"/>
              <a:gd name="connsiteY25763" fmla="*/ 1769171 h 4489084"/>
              <a:gd name="connsiteX25764" fmla="*/ 2633556 w 5158787"/>
              <a:gd name="connsiteY25764" fmla="*/ 1747673 h 4489084"/>
              <a:gd name="connsiteX25765" fmla="*/ 2635095 w 5158787"/>
              <a:gd name="connsiteY25765" fmla="*/ 1746784 h 4489084"/>
              <a:gd name="connsiteX25766" fmla="*/ 2364437 w 5158787"/>
              <a:gd name="connsiteY25766" fmla="*/ 1746607 h 4489084"/>
              <a:gd name="connsiteX25767" fmla="*/ 2389489 w 5158787"/>
              <a:gd name="connsiteY25767" fmla="*/ 1746607 h 4489084"/>
              <a:gd name="connsiteX25768" fmla="*/ 2391029 w 5158787"/>
              <a:gd name="connsiteY25768" fmla="*/ 1747495 h 4489084"/>
              <a:gd name="connsiteX25769" fmla="*/ 2403525 w 5158787"/>
              <a:gd name="connsiteY25769" fmla="*/ 1769231 h 4489084"/>
              <a:gd name="connsiteX25770" fmla="*/ 2403525 w 5158787"/>
              <a:gd name="connsiteY25770" fmla="*/ 1771008 h 4489084"/>
              <a:gd name="connsiteX25771" fmla="*/ 2390969 w 5158787"/>
              <a:gd name="connsiteY25771" fmla="*/ 1792743 h 4489084"/>
              <a:gd name="connsiteX25772" fmla="*/ 2389429 w 5158787"/>
              <a:gd name="connsiteY25772" fmla="*/ 1793632 h 4489084"/>
              <a:gd name="connsiteX25773" fmla="*/ 2364377 w 5158787"/>
              <a:gd name="connsiteY25773" fmla="*/ 1793632 h 4489084"/>
              <a:gd name="connsiteX25774" fmla="*/ 2362837 w 5158787"/>
              <a:gd name="connsiteY25774" fmla="*/ 1792743 h 4489084"/>
              <a:gd name="connsiteX25775" fmla="*/ 2350341 w 5158787"/>
              <a:gd name="connsiteY25775" fmla="*/ 1771008 h 4489084"/>
              <a:gd name="connsiteX25776" fmla="*/ 2350341 w 5158787"/>
              <a:gd name="connsiteY25776" fmla="*/ 1769231 h 4489084"/>
              <a:gd name="connsiteX25777" fmla="*/ 2362897 w 5158787"/>
              <a:gd name="connsiteY25777" fmla="*/ 1747495 h 4489084"/>
              <a:gd name="connsiteX25778" fmla="*/ 2364437 w 5158787"/>
              <a:gd name="connsiteY25778" fmla="*/ 1746607 h 4489084"/>
              <a:gd name="connsiteX25779" fmla="*/ 1620391 w 5158787"/>
              <a:gd name="connsiteY25779" fmla="*/ 1746370 h 4489084"/>
              <a:gd name="connsiteX25780" fmla="*/ 1645680 w 5158787"/>
              <a:gd name="connsiteY25780" fmla="*/ 1746370 h 4489084"/>
              <a:gd name="connsiteX25781" fmla="*/ 1647220 w 5158787"/>
              <a:gd name="connsiteY25781" fmla="*/ 1747259 h 4489084"/>
              <a:gd name="connsiteX25782" fmla="*/ 1659835 w 5158787"/>
              <a:gd name="connsiteY25782" fmla="*/ 1769172 h 4489084"/>
              <a:gd name="connsiteX25783" fmla="*/ 1659835 w 5158787"/>
              <a:gd name="connsiteY25783" fmla="*/ 1770949 h 4489084"/>
              <a:gd name="connsiteX25784" fmla="*/ 1647161 w 5158787"/>
              <a:gd name="connsiteY25784" fmla="*/ 1792862 h 4489084"/>
              <a:gd name="connsiteX25785" fmla="*/ 1645621 w 5158787"/>
              <a:gd name="connsiteY25785" fmla="*/ 1793750 h 4489084"/>
              <a:gd name="connsiteX25786" fmla="*/ 1620332 w 5158787"/>
              <a:gd name="connsiteY25786" fmla="*/ 1793750 h 4489084"/>
              <a:gd name="connsiteX25787" fmla="*/ 1618792 w 5158787"/>
              <a:gd name="connsiteY25787" fmla="*/ 1792862 h 4489084"/>
              <a:gd name="connsiteX25788" fmla="*/ 1606177 w 5158787"/>
              <a:gd name="connsiteY25788" fmla="*/ 1770949 h 4489084"/>
              <a:gd name="connsiteX25789" fmla="*/ 1606177 w 5158787"/>
              <a:gd name="connsiteY25789" fmla="*/ 1769172 h 4489084"/>
              <a:gd name="connsiteX25790" fmla="*/ 1618851 w 5158787"/>
              <a:gd name="connsiteY25790" fmla="*/ 1747259 h 4489084"/>
              <a:gd name="connsiteX25791" fmla="*/ 1620391 w 5158787"/>
              <a:gd name="connsiteY25791" fmla="*/ 1746370 h 4489084"/>
              <a:gd name="connsiteX25792" fmla="*/ 1417250 w 5158787"/>
              <a:gd name="connsiteY25792" fmla="*/ 1745896 h 4489084"/>
              <a:gd name="connsiteX25793" fmla="*/ 1443072 w 5158787"/>
              <a:gd name="connsiteY25793" fmla="*/ 1745896 h 4489084"/>
              <a:gd name="connsiteX25794" fmla="*/ 1444671 w 5158787"/>
              <a:gd name="connsiteY25794" fmla="*/ 1746784 h 4489084"/>
              <a:gd name="connsiteX25795" fmla="*/ 1457582 w 5158787"/>
              <a:gd name="connsiteY25795" fmla="*/ 1769171 h 4489084"/>
              <a:gd name="connsiteX25796" fmla="*/ 1457582 w 5158787"/>
              <a:gd name="connsiteY25796" fmla="*/ 1771007 h 4489084"/>
              <a:gd name="connsiteX25797" fmla="*/ 1444671 w 5158787"/>
              <a:gd name="connsiteY25797" fmla="*/ 1793394 h 4489084"/>
              <a:gd name="connsiteX25798" fmla="*/ 1443072 w 5158787"/>
              <a:gd name="connsiteY25798" fmla="*/ 1794283 h 4489084"/>
              <a:gd name="connsiteX25799" fmla="*/ 1417250 w 5158787"/>
              <a:gd name="connsiteY25799" fmla="*/ 1794283 h 4489084"/>
              <a:gd name="connsiteX25800" fmla="*/ 1415651 w 5158787"/>
              <a:gd name="connsiteY25800" fmla="*/ 1793394 h 4489084"/>
              <a:gd name="connsiteX25801" fmla="*/ 1402740 w 5158787"/>
              <a:gd name="connsiteY25801" fmla="*/ 1771007 h 4489084"/>
              <a:gd name="connsiteX25802" fmla="*/ 1402740 w 5158787"/>
              <a:gd name="connsiteY25802" fmla="*/ 1769171 h 4489084"/>
              <a:gd name="connsiteX25803" fmla="*/ 1415651 w 5158787"/>
              <a:gd name="connsiteY25803" fmla="*/ 1746784 h 4489084"/>
              <a:gd name="connsiteX25804" fmla="*/ 1417250 w 5158787"/>
              <a:gd name="connsiteY25804" fmla="*/ 1745896 h 4489084"/>
              <a:gd name="connsiteX25805" fmla="*/ 2160939 w 5158787"/>
              <a:gd name="connsiteY25805" fmla="*/ 1745363 h 4489084"/>
              <a:gd name="connsiteX25806" fmla="*/ 2187294 w 5158787"/>
              <a:gd name="connsiteY25806" fmla="*/ 1745363 h 4489084"/>
              <a:gd name="connsiteX25807" fmla="*/ 2188893 w 5158787"/>
              <a:gd name="connsiteY25807" fmla="*/ 1746310 h 4489084"/>
              <a:gd name="connsiteX25808" fmla="*/ 2202100 w 5158787"/>
              <a:gd name="connsiteY25808" fmla="*/ 1769172 h 4489084"/>
              <a:gd name="connsiteX25809" fmla="*/ 2202100 w 5158787"/>
              <a:gd name="connsiteY25809" fmla="*/ 1771067 h 4489084"/>
              <a:gd name="connsiteX25810" fmla="*/ 2188893 w 5158787"/>
              <a:gd name="connsiteY25810" fmla="*/ 1793928 h 4489084"/>
              <a:gd name="connsiteX25811" fmla="*/ 2187294 w 5158787"/>
              <a:gd name="connsiteY25811" fmla="*/ 1794875 h 4489084"/>
              <a:gd name="connsiteX25812" fmla="*/ 2160939 w 5158787"/>
              <a:gd name="connsiteY25812" fmla="*/ 1794875 h 4489084"/>
              <a:gd name="connsiteX25813" fmla="*/ 2159340 w 5158787"/>
              <a:gd name="connsiteY25813" fmla="*/ 1793928 h 4489084"/>
              <a:gd name="connsiteX25814" fmla="*/ 2146133 w 5158787"/>
              <a:gd name="connsiteY25814" fmla="*/ 1771067 h 4489084"/>
              <a:gd name="connsiteX25815" fmla="*/ 2146133 w 5158787"/>
              <a:gd name="connsiteY25815" fmla="*/ 1769172 h 4489084"/>
              <a:gd name="connsiteX25816" fmla="*/ 2159340 w 5158787"/>
              <a:gd name="connsiteY25816" fmla="*/ 1746310 h 4489084"/>
              <a:gd name="connsiteX25817" fmla="*/ 2160939 w 5158787"/>
              <a:gd name="connsiteY25817" fmla="*/ 1745363 h 4489084"/>
              <a:gd name="connsiteX25818" fmla="*/ 1552046 w 5158787"/>
              <a:gd name="connsiteY25818" fmla="*/ 1745067 h 4489084"/>
              <a:gd name="connsiteX25819" fmla="*/ 1578756 w 5158787"/>
              <a:gd name="connsiteY25819" fmla="*/ 1745067 h 4489084"/>
              <a:gd name="connsiteX25820" fmla="*/ 1580415 w 5158787"/>
              <a:gd name="connsiteY25820" fmla="*/ 1746014 h 4489084"/>
              <a:gd name="connsiteX25821" fmla="*/ 1593740 w 5158787"/>
              <a:gd name="connsiteY25821" fmla="*/ 1769172 h 4489084"/>
              <a:gd name="connsiteX25822" fmla="*/ 1593740 w 5158787"/>
              <a:gd name="connsiteY25822" fmla="*/ 1771067 h 4489084"/>
              <a:gd name="connsiteX25823" fmla="*/ 1580355 w 5158787"/>
              <a:gd name="connsiteY25823" fmla="*/ 1794224 h 4489084"/>
              <a:gd name="connsiteX25824" fmla="*/ 1578697 w 5158787"/>
              <a:gd name="connsiteY25824" fmla="*/ 1795171 h 4489084"/>
              <a:gd name="connsiteX25825" fmla="*/ 1551987 w 5158787"/>
              <a:gd name="connsiteY25825" fmla="*/ 1795171 h 4489084"/>
              <a:gd name="connsiteX25826" fmla="*/ 1550328 w 5158787"/>
              <a:gd name="connsiteY25826" fmla="*/ 1794224 h 4489084"/>
              <a:gd name="connsiteX25827" fmla="*/ 1537003 w 5158787"/>
              <a:gd name="connsiteY25827" fmla="*/ 1771067 h 4489084"/>
              <a:gd name="connsiteX25828" fmla="*/ 1537003 w 5158787"/>
              <a:gd name="connsiteY25828" fmla="*/ 1769172 h 4489084"/>
              <a:gd name="connsiteX25829" fmla="*/ 1550387 w 5158787"/>
              <a:gd name="connsiteY25829" fmla="*/ 1746014 h 4489084"/>
              <a:gd name="connsiteX25830" fmla="*/ 1552046 w 5158787"/>
              <a:gd name="connsiteY25830" fmla="*/ 1745067 h 4489084"/>
              <a:gd name="connsiteX25831" fmla="*/ 1484233 w 5158787"/>
              <a:gd name="connsiteY25831" fmla="*/ 1744712 h 4489084"/>
              <a:gd name="connsiteX25832" fmla="*/ 1511299 w 5158787"/>
              <a:gd name="connsiteY25832" fmla="*/ 1744712 h 4489084"/>
              <a:gd name="connsiteX25833" fmla="*/ 1512957 w 5158787"/>
              <a:gd name="connsiteY25833" fmla="*/ 1745659 h 4489084"/>
              <a:gd name="connsiteX25834" fmla="*/ 1526461 w 5158787"/>
              <a:gd name="connsiteY25834" fmla="*/ 1769113 h 4489084"/>
              <a:gd name="connsiteX25835" fmla="*/ 1526461 w 5158787"/>
              <a:gd name="connsiteY25835" fmla="*/ 1771008 h 4489084"/>
              <a:gd name="connsiteX25836" fmla="*/ 1512898 w 5158787"/>
              <a:gd name="connsiteY25836" fmla="*/ 1794461 h 4489084"/>
              <a:gd name="connsiteX25837" fmla="*/ 1511240 w 5158787"/>
              <a:gd name="connsiteY25837" fmla="*/ 1795409 h 4489084"/>
              <a:gd name="connsiteX25838" fmla="*/ 1484174 w 5158787"/>
              <a:gd name="connsiteY25838" fmla="*/ 1795409 h 4489084"/>
              <a:gd name="connsiteX25839" fmla="*/ 1482516 w 5158787"/>
              <a:gd name="connsiteY25839" fmla="*/ 1794461 h 4489084"/>
              <a:gd name="connsiteX25840" fmla="*/ 1469013 w 5158787"/>
              <a:gd name="connsiteY25840" fmla="*/ 1771008 h 4489084"/>
              <a:gd name="connsiteX25841" fmla="*/ 1469013 w 5158787"/>
              <a:gd name="connsiteY25841" fmla="*/ 1769113 h 4489084"/>
              <a:gd name="connsiteX25842" fmla="*/ 1482575 w 5158787"/>
              <a:gd name="connsiteY25842" fmla="*/ 1745659 h 4489084"/>
              <a:gd name="connsiteX25843" fmla="*/ 1484233 w 5158787"/>
              <a:gd name="connsiteY25843" fmla="*/ 1744712 h 4489084"/>
              <a:gd name="connsiteX25844" fmla="*/ 2295735 w 5158787"/>
              <a:gd name="connsiteY25844" fmla="*/ 1744652 h 4489084"/>
              <a:gd name="connsiteX25845" fmla="*/ 2322920 w 5158787"/>
              <a:gd name="connsiteY25845" fmla="*/ 1744652 h 4489084"/>
              <a:gd name="connsiteX25846" fmla="*/ 2324578 w 5158787"/>
              <a:gd name="connsiteY25846" fmla="*/ 1745599 h 4489084"/>
              <a:gd name="connsiteX25847" fmla="*/ 2338141 w 5158787"/>
              <a:gd name="connsiteY25847" fmla="*/ 1769112 h 4489084"/>
              <a:gd name="connsiteX25848" fmla="*/ 2338141 w 5158787"/>
              <a:gd name="connsiteY25848" fmla="*/ 1771007 h 4489084"/>
              <a:gd name="connsiteX25849" fmla="*/ 2324578 w 5158787"/>
              <a:gd name="connsiteY25849" fmla="*/ 1794519 h 4489084"/>
              <a:gd name="connsiteX25850" fmla="*/ 2322920 w 5158787"/>
              <a:gd name="connsiteY25850" fmla="*/ 1795467 h 4489084"/>
              <a:gd name="connsiteX25851" fmla="*/ 2295735 w 5158787"/>
              <a:gd name="connsiteY25851" fmla="*/ 1795467 h 4489084"/>
              <a:gd name="connsiteX25852" fmla="*/ 2294077 w 5158787"/>
              <a:gd name="connsiteY25852" fmla="*/ 1794519 h 4489084"/>
              <a:gd name="connsiteX25853" fmla="*/ 2280515 w 5158787"/>
              <a:gd name="connsiteY25853" fmla="*/ 1771007 h 4489084"/>
              <a:gd name="connsiteX25854" fmla="*/ 2280515 w 5158787"/>
              <a:gd name="connsiteY25854" fmla="*/ 1769112 h 4489084"/>
              <a:gd name="connsiteX25855" fmla="*/ 2294077 w 5158787"/>
              <a:gd name="connsiteY25855" fmla="*/ 1745599 h 4489084"/>
              <a:gd name="connsiteX25856" fmla="*/ 2295735 w 5158787"/>
              <a:gd name="connsiteY25856" fmla="*/ 1744652 h 4489084"/>
              <a:gd name="connsiteX25857" fmla="*/ 2227982 w 5158787"/>
              <a:gd name="connsiteY25857" fmla="*/ 1744297 h 4489084"/>
              <a:gd name="connsiteX25858" fmla="*/ 2255462 w 5158787"/>
              <a:gd name="connsiteY25858" fmla="*/ 1744297 h 4489084"/>
              <a:gd name="connsiteX25859" fmla="*/ 2257121 w 5158787"/>
              <a:gd name="connsiteY25859" fmla="*/ 1745244 h 4489084"/>
              <a:gd name="connsiteX25860" fmla="*/ 2270861 w 5158787"/>
              <a:gd name="connsiteY25860" fmla="*/ 1769053 h 4489084"/>
              <a:gd name="connsiteX25861" fmla="*/ 2270861 w 5158787"/>
              <a:gd name="connsiteY25861" fmla="*/ 1771008 h 4489084"/>
              <a:gd name="connsiteX25862" fmla="*/ 2257121 w 5158787"/>
              <a:gd name="connsiteY25862" fmla="*/ 1794816 h 4489084"/>
              <a:gd name="connsiteX25863" fmla="*/ 2255462 w 5158787"/>
              <a:gd name="connsiteY25863" fmla="*/ 1795764 h 4489084"/>
              <a:gd name="connsiteX25864" fmla="*/ 2227982 w 5158787"/>
              <a:gd name="connsiteY25864" fmla="*/ 1795764 h 4489084"/>
              <a:gd name="connsiteX25865" fmla="*/ 2226324 w 5158787"/>
              <a:gd name="connsiteY25865" fmla="*/ 1794816 h 4489084"/>
              <a:gd name="connsiteX25866" fmla="*/ 2212584 w 5158787"/>
              <a:gd name="connsiteY25866" fmla="*/ 1771008 h 4489084"/>
              <a:gd name="connsiteX25867" fmla="*/ 2212584 w 5158787"/>
              <a:gd name="connsiteY25867" fmla="*/ 1769053 h 4489084"/>
              <a:gd name="connsiteX25868" fmla="*/ 2226324 w 5158787"/>
              <a:gd name="connsiteY25868" fmla="*/ 1745244 h 4489084"/>
              <a:gd name="connsiteX25869" fmla="*/ 2227982 w 5158787"/>
              <a:gd name="connsiteY25869" fmla="*/ 1744297 h 4489084"/>
              <a:gd name="connsiteX25870" fmla="*/ 4063663 w 5158787"/>
              <a:gd name="connsiteY25870" fmla="*/ 1703787 h 4489084"/>
              <a:gd name="connsiteX25871" fmla="*/ 4071836 w 5158787"/>
              <a:gd name="connsiteY25871" fmla="*/ 1703787 h 4489084"/>
              <a:gd name="connsiteX25872" fmla="*/ 4072310 w 5158787"/>
              <a:gd name="connsiteY25872" fmla="*/ 1704083 h 4489084"/>
              <a:gd name="connsiteX25873" fmla="*/ 4076397 w 5158787"/>
              <a:gd name="connsiteY25873" fmla="*/ 1711131 h 4489084"/>
              <a:gd name="connsiteX25874" fmla="*/ 4076397 w 5158787"/>
              <a:gd name="connsiteY25874" fmla="*/ 1711723 h 4489084"/>
              <a:gd name="connsiteX25875" fmla="*/ 4072310 w 5158787"/>
              <a:gd name="connsiteY25875" fmla="*/ 1718771 h 4489084"/>
              <a:gd name="connsiteX25876" fmla="*/ 4071836 w 5158787"/>
              <a:gd name="connsiteY25876" fmla="*/ 1719067 h 4489084"/>
              <a:gd name="connsiteX25877" fmla="*/ 4063663 w 5158787"/>
              <a:gd name="connsiteY25877" fmla="*/ 1719067 h 4489084"/>
              <a:gd name="connsiteX25878" fmla="*/ 4063190 w 5158787"/>
              <a:gd name="connsiteY25878" fmla="*/ 1718771 h 4489084"/>
              <a:gd name="connsiteX25879" fmla="*/ 4059103 w 5158787"/>
              <a:gd name="connsiteY25879" fmla="*/ 1711723 h 4489084"/>
              <a:gd name="connsiteX25880" fmla="*/ 4059103 w 5158787"/>
              <a:gd name="connsiteY25880" fmla="*/ 1711131 h 4489084"/>
              <a:gd name="connsiteX25881" fmla="*/ 4063190 w 5158787"/>
              <a:gd name="connsiteY25881" fmla="*/ 1704083 h 4489084"/>
              <a:gd name="connsiteX25882" fmla="*/ 4063663 w 5158787"/>
              <a:gd name="connsiteY25882" fmla="*/ 1703787 h 4489084"/>
              <a:gd name="connsiteX25883" fmla="*/ 4130173 w 5158787"/>
              <a:gd name="connsiteY25883" fmla="*/ 1701714 h 4489084"/>
              <a:gd name="connsiteX25884" fmla="*/ 4140537 w 5158787"/>
              <a:gd name="connsiteY25884" fmla="*/ 1701714 h 4489084"/>
              <a:gd name="connsiteX25885" fmla="*/ 4141189 w 5158787"/>
              <a:gd name="connsiteY25885" fmla="*/ 1702069 h 4489084"/>
              <a:gd name="connsiteX25886" fmla="*/ 4146401 w 5158787"/>
              <a:gd name="connsiteY25886" fmla="*/ 1711072 h 4489084"/>
              <a:gd name="connsiteX25887" fmla="*/ 4146401 w 5158787"/>
              <a:gd name="connsiteY25887" fmla="*/ 1711782 h 4489084"/>
              <a:gd name="connsiteX25888" fmla="*/ 4141189 w 5158787"/>
              <a:gd name="connsiteY25888" fmla="*/ 1720784 h 4489084"/>
              <a:gd name="connsiteX25889" fmla="*/ 4140537 w 5158787"/>
              <a:gd name="connsiteY25889" fmla="*/ 1721140 h 4489084"/>
              <a:gd name="connsiteX25890" fmla="*/ 4130173 w 5158787"/>
              <a:gd name="connsiteY25890" fmla="*/ 1721140 h 4489084"/>
              <a:gd name="connsiteX25891" fmla="*/ 4129522 w 5158787"/>
              <a:gd name="connsiteY25891" fmla="*/ 1720784 h 4489084"/>
              <a:gd name="connsiteX25892" fmla="*/ 4124310 w 5158787"/>
              <a:gd name="connsiteY25892" fmla="*/ 1711782 h 4489084"/>
              <a:gd name="connsiteX25893" fmla="*/ 4124310 w 5158787"/>
              <a:gd name="connsiteY25893" fmla="*/ 1711072 h 4489084"/>
              <a:gd name="connsiteX25894" fmla="*/ 4129522 w 5158787"/>
              <a:gd name="connsiteY25894" fmla="*/ 1702069 h 4489084"/>
              <a:gd name="connsiteX25895" fmla="*/ 4130173 w 5158787"/>
              <a:gd name="connsiteY25895" fmla="*/ 1701714 h 4489084"/>
              <a:gd name="connsiteX25896" fmla="*/ 1898275 w 5158787"/>
              <a:gd name="connsiteY25896" fmla="*/ 1701536 h 4489084"/>
              <a:gd name="connsiteX25897" fmla="*/ 1908877 w 5158787"/>
              <a:gd name="connsiteY25897" fmla="*/ 1701536 h 4489084"/>
              <a:gd name="connsiteX25898" fmla="*/ 1909528 w 5158787"/>
              <a:gd name="connsiteY25898" fmla="*/ 1701891 h 4489084"/>
              <a:gd name="connsiteX25899" fmla="*/ 1914799 w 5158787"/>
              <a:gd name="connsiteY25899" fmla="*/ 1711072 h 4489084"/>
              <a:gd name="connsiteX25900" fmla="*/ 1914799 w 5158787"/>
              <a:gd name="connsiteY25900" fmla="*/ 1711841 h 4489084"/>
              <a:gd name="connsiteX25901" fmla="*/ 1909469 w 5158787"/>
              <a:gd name="connsiteY25901" fmla="*/ 1721021 h 4489084"/>
              <a:gd name="connsiteX25902" fmla="*/ 1908818 w 5158787"/>
              <a:gd name="connsiteY25902" fmla="*/ 1721377 h 4489084"/>
              <a:gd name="connsiteX25903" fmla="*/ 1898216 w 5158787"/>
              <a:gd name="connsiteY25903" fmla="*/ 1721377 h 4489084"/>
              <a:gd name="connsiteX25904" fmla="*/ 1897565 w 5158787"/>
              <a:gd name="connsiteY25904" fmla="*/ 1721021 h 4489084"/>
              <a:gd name="connsiteX25905" fmla="*/ 1892294 w 5158787"/>
              <a:gd name="connsiteY25905" fmla="*/ 1711841 h 4489084"/>
              <a:gd name="connsiteX25906" fmla="*/ 1892294 w 5158787"/>
              <a:gd name="connsiteY25906" fmla="*/ 1711072 h 4489084"/>
              <a:gd name="connsiteX25907" fmla="*/ 1897624 w 5158787"/>
              <a:gd name="connsiteY25907" fmla="*/ 1701891 h 4489084"/>
              <a:gd name="connsiteX25908" fmla="*/ 1898275 w 5158787"/>
              <a:gd name="connsiteY25908" fmla="*/ 1701536 h 4489084"/>
              <a:gd name="connsiteX25909" fmla="*/ 3452934 w 5158787"/>
              <a:gd name="connsiteY25909" fmla="*/ 1699997 h 4489084"/>
              <a:gd name="connsiteX25910" fmla="*/ 3465194 w 5158787"/>
              <a:gd name="connsiteY25910" fmla="*/ 1699997 h 4489084"/>
              <a:gd name="connsiteX25911" fmla="*/ 3465964 w 5158787"/>
              <a:gd name="connsiteY25911" fmla="*/ 1700411 h 4489084"/>
              <a:gd name="connsiteX25912" fmla="*/ 3472064 w 5158787"/>
              <a:gd name="connsiteY25912" fmla="*/ 1711013 h 4489084"/>
              <a:gd name="connsiteX25913" fmla="*/ 3472064 w 5158787"/>
              <a:gd name="connsiteY25913" fmla="*/ 1711901 h 4489084"/>
              <a:gd name="connsiteX25914" fmla="*/ 3465905 w 5158787"/>
              <a:gd name="connsiteY25914" fmla="*/ 1722502 h 4489084"/>
              <a:gd name="connsiteX25915" fmla="*/ 3465135 w 5158787"/>
              <a:gd name="connsiteY25915" fmla="*/ 1722917 h 4489084"/>
              <a:gd name="connsiteX25916" fmla="*/ 3452875 w 5158787"/>
              <a:gd name="connsiteY25916" fmla="*/ 1722917 h 4489084"/>
              <a:gd name="connsiteX25917" fmla="*/ 3452105 w 5158787"/>
              <a:gd name="connsiteY25917" fmla="*/ 1722502 h 4489084"/>
              <a:gd name="connsiteX25918" fmla="*/ 3446005 w 5158787"/>
              <a:gd name="connsiteY25918" fmla="*/ 1711901 h 4489084"/>
              <a:gd name="connsiteX25919" fmla="*/ 3446005 w 5158787"/>
              <a:gd name="connsiteY25919" fmla="*/ 1711013 h 4489084"/>
              <a:gd name="connsiteX25920" fmla="*/ 3452164 w 5158787"/>
              <a:gd name="connsiteY25920" fmla="*/ 1700411 h 4489084"/>
              <a:gd name="connsiteX25921" fmla="*/ 3452934 w 5158787"/>
              <a:gd name="connsiteY25921" fmla="*/ 1699997 h 4489084"/>
              <a:gd name="connsiteX25922" fmla="*/ 4196741 w 5158787"/>
              <a:gd name="connsiteY25922" fmla="*/ 1699641 h 4489084"/>
              <a:gd name="connsiteX25923" fmla="*/ 4209297 w 5158787"/>
              <a:gd name="connsiteY25923" fmla="*/ 1699641 h 4489084"/>
              <a:gd name="connsiteX25924" fmla="*/ 4210067 w 5158787"/>
              <a:gd name="connsiteY25924" fmla="*/ 1700115 h 4489084"/>
              <a:gd name="connsiteX25925" fmla="*/ 4216345 w 5158787"/>
              <a:gd name="connsiteY25925" fmla="*/ 1711012 h 4489084"/>
              <a:gd name="connsiteX25926" fmla="*/ 4216345 w 5158787"/>
              <a:gd name="connsiteY25926" fmla="*/ 1711900 h 4489084"/>
              <a:gd name="connsiteX25927" fmla="*/ 4210067 w 5158787"/>
              <a:gd name="connsiteY25927" fmla="*/ 1722798 h 4489084"/>
              <a:gd name="connsiteX25928" fmla="*/ 4209297 w 5158787"/>
              <a:gd name="connsiteY25928" fmla="*/ 1723272 h 4489084"/>
              <a:gd name="connsiteX25929" fmla="*/ 4196741 w 5158787"/>
              <a:gd name="connsiteY25929" fmla="*/ 1723272 h 4489084"/>
              <a:gd name="connsiteX25930" fmla="*/ 4195972 w 5158787"/>
              <a:gd name="connsiteY25930" fmla="*/ 1722798 h 4489084"/>
              <a:gd name="connsiteX25931" fmla="*/ 4189694 w 5158787"/>
              <a:gd name="connsiteY25931" fmla="*/ 1711900 h 4489084"/>
              <a:gd name="connsiteX25932" fmla="*/ 4189694 w 5158787"/>
              <a:gd name="connsiteY25932" fmla="*/ 1711012 h 4489084"/>
              <a:gd name="connsiteX25933" fmla="*/ 4195972 w 5158787"/>
              <a:gd name="connsiteY25933" fmla="*/ 1700115 h 4489084"/>
              <a:gd name="connsiteX25934" fmla="*/ 4196741 w 5158787"/>
              <a:gd name="connsiteY25934" fmla="*/ 1699641 h 4489084"/>
              <a:gd name="connsiteX25935" fmla="*/ 3385062 w 5158787"/>
              <a:gd name="connsiteY25935" fmla="*/ 1699464 h 4489084"/>
              <a:gd name="connsiteX25936" fmla="*/ 3397855 w 5158787"/>
              <a:gd name="connsiteY25936" fmla="*/ 1699464 h 4489084"/>
              <a:gd name="connsiteX25937" fmla="*/ 3398625 w 5158787"/>
              <a:gd name="connsiteY25937" fmla="*/ 1699938 h 4489084"/>
              <a:gd name="connsiteX25938" fmla="*/ 3405021 w 5158787"/>
              <a:gd name="connsiteY25938" fmla="*/ 1711013 h 4489084"/>
              <a:gd name="connsiteX25939" fmla="*/ 3405021 w 5158787"/>
              <a:gd name="connsiteY25939" fmla="*/ 1711901 h 4489084"/>
              <a:gd name="connsiteX25940" fmla="*/ 3398625 w 5158787"/>
              <a:gd name="connsiteY25940" fmla="*/ 1722976 h 4489084"/>
              <a:gd name="connsiteX25941" fmla="*/ 3397855 w 5158787"/>
              <a:gd name="connsiteY25941" fmla="*/ 1723450 h 4489084"/>
              <a:gd name="connsiteX25942" fmla="*/ 3385062 w 5158787"/>
              <a:gd name="connsiteY25942" fmla="*/ 1723450 h 4489084"/>
              <a:gd name="connsiteX25943" fmla="*/ 3384292 w 5158787"/>
              <a:gd name="connsiteY25943" fmla="*/ 1722976 h 4489084"/>
              <a:gd name="connsiteX25944" fmla="*/ 3377896 w 5158787"/>
              <a:gd name="connsiteY25944" fmla="*/ 1711901 h 4489084"/>
              <a:gd name="connsiteX25945" fmla="*/ 3377896 w 5158787"/>
              <a:gd name="connsiteY25945" fmla="*/ 1711013 h 4489084"/>
              <a:gd name="connsiteX25946" fmla="*/ 3384292 w 5158787"/>
              <a:gd name="connsiteY25946" fmla="*/ 1699938 h 4489084"/>
              <a:gd name="connsiteX25947" fmla="*/ 3385062 w 5158787"/>
              <a:gd name="connsiteY25947" fmla="*/ 1699464 h 4489084"/>
              <a:gd name="connsiteX25948" fmla="*/ 3316420 w 5158787"/>
              <a:gd name="connsiteY25948" fmla="*/ 1697568 h 4489084"/>
              <a:gd name="connsiteX25949" fmla="*/ 3331227 w 5158787"/>
              <a:gd name="connsiteY25949" fmla="*/ 1697568 h 4489084"/>
              <a:gd name="connsiteX25950" fmla="*/ 3332115 w 5158787"/>
              <a:gd name="connsiteY25950" fmla="*/ 1698101 h 4489084"/>
              <a:gd name="connsiteX25951" fmla="*/ 3339518 w 5158787"/>
              <a:gd name="connsiteY25951" fmla="*/ 1710894 h 4489084"/>
              <a:gd name="connsiteX25952" fmla="*/ 3339518 w 5158787"/>
              <a:gd name="connsiteY25952" fmla="*/ 1711960 h 4489084"/>
              <a:gd name="connsiteX25953" fmla="*/ 3332115 w 5158787"/>
              <a:gd name="connsiteY25953" fmla="*/ 1724752 h 4489084"/>
              <a:gd name="connsiteX25954" fmla="*/ 3331227 w 5158787"/>
              <a:gd name="connsiteY25954" fmla="*/ 1725285 h 4489084"/>
              <a:gd name="connsiteX25955" fmla="*/ 3316420 w 5158787"/>
              <a:gd name="connsiteY25955" fmla="*/ 1725285 h 4489084"/>
              <a:gd name="connsiteX25956" fmla="*/ 3315533 w 5158787"/>
              <a:gd name="connsiteY25956" fmla="*/ 1724752 h 4489084"/>
              <a:gd name="connsiteX25957" fmla="*/ 3308129 w 5158787"/>
              <a:gd name="connsiteY25957" fmla="*/ 1711960 h 4489084"/>
              <a:gd name="connsiteX25958" fmla="*/ 3308129 w 5158787"/>
              <a:gd name="connsiteY25958" fmla="*/ 1710894 h 4489084"/>
              <a:gd name="connsiteX25959" fmla="*/ 3315533 w 5158787"/>
              <a:gd name="connsiteY25959" fmla="*/ 1698101 h 4489084"/>
              <a:gd name="connsiteX25960" fmla="*/ 3316420 w 5158787"/>
              <a:gd name="connsiteY25960" fmla="*/ 1697568 h 4489084"/>
              <a:gd name="connsiteX25961" fmla="*/ 746110 w 5158787"/>
              <a:gd name="connsiteY25961" fmla="*/ 1696976 h 4489084"/>
              <a:gd name="connsiteX25962" fmla="*/ 761568 w 5158787"/>
              <a:gd name="connsiteY25962" fmla="*/ 1696976 h 4489084"/>
              <a:gd name="connsiteX25963" fmla="*/ 762515 w 5158787"/>
              <a:gd name="connsiteY25963" fmla="*/ 1697509 h 4489084"/>
              <a:gd name="connsiteX25964" fmla="*/ 770215 w 5158787"/>
              <a:gd name="connsiteY25964" fmla="*/ 1710894 h 4489084"/>
              <a:gd name="connsiteX25965" fmla="*/ 770215 w 5158787"/>
              <a:gd name="connsiteY25965" fmla="*/ 1711960 h 4489084"/>
              <a:gd name="connsiteX25966" fmla="*/ 762457 w 5158787"/>
              <a:gd name="connsiteY25966" fmla="*/ 1725345 h 4489084"/>
              <a:gd name="connsiteX25967" fmla="*/ 761509 w 5158787"/>
              <a:gd name="connsiteY25967" fmla="*/ 1725878 h 4489084"/>
              <a:gd name="connsiteX25968" fmla="*/ 746051 w 5158787"/>
              <a:gd name="connsiteY25968" fmla="*/ 1725878 h 4489084"/>
              <a:gd name="connsiteX25969" fmla="*/ 745104 w 5158787"/>
              <a:gd name="connsiteY25969" fmla="*/ 1725345 h 4489084"/>
              <a:gd name="connsiteX25970" fmla="*/ 737404 w 5158787"/>
              <a:gd name="connsiteY25970" fmla="*/ 1711960 h 4489084"/>
              <a:gd name="connsiteX25971" fmla="*/ 737404 w 5158787"/>
              <a:gd name="connsiteY25971" fmla="*/ 1710894 h 4489084"/>
              <a:gd name="connsiteX25972" fmla="*/ 745163 w 5158787"/>
              <a:gd name="connsiteY25972" fmla="*/ 1697509 h 4489084"/>
              <a:gd name="connsiteX25973" fmla="*/ 746110 w 5158787"/>
              <a:gd name="connsiteY25973" fmla="*/ 1696976 h 4489084"/>
              <a:gd name="connsiteX25974" fmla="*/ 4465387 w 5158787"/>
              <a:gd name="connsiteY25974" fmla="*/ 1696266 h 4489084"/>
              <a:gd name="connsiteX25975" fmla="*/ 4481615 w 5158787"/>
              <a:gd name="connsiteY25975" fmla="*/ 1696266 h 4489084"/>
              <a:gd name="connsiteX25976" fmla="*/ 4482622 w 5158787"/>
              <a:gd name="connsiteY25976" fmla="*/ 1696858 h 4489084"/>
              <a:gd name="connsiteX25977" fmla="*/ 4490736 w 5158787"/>
              <a:gd name="connsiteY25977" fmla="*/ 1710894 h 4489084"/>
              <a:gd name="connsiteX25978" fmla="*/ 4490736 w 5158787"/>
              <a:gd name="connsiteY25978" fmla="*/ 1712020 h 4489084"/>
              <a:gd name="connsiteX25979" fmla="*/ 4482622 w 5158787"/>
              <a:gd name="connsiteY25979" fmla="*/ 1726056 h 4489084"/>
              <a:gd name="connsiteX25980" fmla="*/ 4481615 w 5158787"/>
              <a:gd name="connsiteY25980" fmla="*/ 1726649 h 4489084"/>
              <a:gd name="connsiteX25981" fmla="*/ 4465387 w 5158787"/>
              <a:gd name="connsiteY25981" fmla="*/ 1726649 h 4489084"/>
              <a:gd name="connsiteX25982" fmla="*/ 4464381 w 5158787"/>
              <a:gd name="connsiteY25982" fmla="*/ 1726056 h 4489084"/>
              <a:gd name="connsiteX25983" fmla="*/ 4456267 w 5158787"/>
              <a:gd name="connsiteY25983" fmla="*/ 1712020 h 4489084"/>
              <a:gd name="connsiteX25984" fmla="*/ 4456267 w 5158787"/>
              <a:gd name="connsiteY25984" fmla="*/ 1710894 h 4489084"/>
              <a:gd name="connsiteX25985" fmla="*/ 4464381 w 5158787"/>
              <a:gd name="connsiteY25985" fmla="*/ 1696858 h 4489084"/>
              <a:gd name="connsiteX25986" fmla="*/ 4465387 w 5158787"/>
              <a:gd name="connsiteY25986" fmla="*/ 1696266 h 4489084"/>
              <a:gd name="connsiteX25987" fmla="*/ 3518378 w 5158787"/>
              <a:gd name="connsiteY25987" fmla="*/ 1695851 h 4489084"/>
              <a:gd name="connsiteX25988" fmla="*/ 3535020 w 5158787"/>
              <a:gd name="connsiteY25988" fmla="*/ 1695851 h 4489084"/>
              <a:gd name="connsiteX25989" fmla="*/ 3536027 w 5158787"/>
              <a:gd name="connsiteY25989" fmla="*/ 1696443 h 4489084"/>
              <a:gd name="connsiteX25990" fmla="*/ 3544378 w 5158787"/>
              <a:gd name="connsiteY25990" fmla="*/ 1710894 h 4489084"/>
              <a:gd name="connsiteX25991" fmla="*/ 3544378 w 5158787"/>
              <a:gd name="connsiteY25991" fmla="*/ 1712079 h 4489084"/>
              <a:gd name="connsiteX25992" fmla="*/ 3536027 w 5158787"/>
              <a:gd name="connsiteY25992" fmla="*/ 1726530 h 4489084"/>
              <a:gd name="connsiteX25993" fmla="*/ 3535020 w 5158787"/>
              <a:gd name="connsiteY25993" fmla="*/ 1727122 h 4489084"/>
              <a:gd name="connsiteX25994" fmla="*/ 3518378 w 5158787"/>
              <a:gd name="connsiteY25994" fmla="*/ 1727122 h 4489084"/>
              <a:gd name="connsiteX25995" fmla="*/ 3517371 w 5158787"/>
              <a:gd name="connsiteY25995" fmla="*/ 1726530 h 4489084"/>
              <a:gd name="connsiteX25996" fmla="*/ 3509020 w 5158787"/>
              <a:gd name="connsiteY25996" fmla="*/ 1712079 h 4489084"/>
              <a:gd name="connsiteX25997" fmla="*/ 3509020 w 5158787"/>
              <a:gd name="connsiteY25997" fmla="*/ 1710894 h 4489084"/>
              <a:gd name="connsiteX25998" fmla="*/ 3517371 w 5158787"/>
              <a:gd name="connsiteY25998" fmla="*/ 1696443 h 4489084"/>
              <a:gd name="connsiteX25999" fmla="*/ 3518378 w 5158787"/>
              <a:gd name="connsiteY25999" fmla="*/ 1695851 h 4489084"/>
              <a:gd name="connsiteX26000" fmla="*/ 4397397 w 5158787"/>
              <a:gd name="connsiteY26000" fmla="*/ 1695555 h 4489084"/>
              <a:gd name="connsiteX26001" fmla="*/ 4414394 w 5158787"/>
              <a:gd name="connsiteY26001" fmla="*/ 1695555 h 4489084"/>
              <a:gd name="connsiteX26002" fmla="*/ 4415461 w 5158787"/>
              <a:gd name="connsiteY26002" fmla="*/ 1696147 h 4489084"/>
              <a:gd name="connsiteX26003" fmla="*/ 4423929 w 5158787"/>
              <a:gd name="connsiteY26003" fmla="*/ 1710894 h 4489084"/>
              <a:gd name="connsiteX26004" fmla="*/ 4423929 w 5158787"/>
              <a:gd name="connsiteY26004" fmla="*/ 1712079 h 4489084"/>
              <a:gd name="connsiteX26005" fmla="*/ 4415401 w 5158787"/>
              <a:gd name="connsiteY26005" fmla="*/ 1726826 h 4489084"/>
              <a:gd name="connsiteX26006" fmla="*/ 4414335 w 5158787"/>
              <a:gd name="connsiteY26006" fmla="*/ 1727418 h 4489084"/>
              <a:gd name="connsiteX26007" fmla="*/ 4397337 w 5158787"/>
              <a:gd name="connsiteY26007" fmla="*/ 1727418 h 4489084"/>
              <a:gd name="connsiteX26008" fmla="*/ 4396272 w 5158787"/>
              <a:gd name="connsiteY26008" fmla="*/ 1726826 h 4489084"/>
              <a:gd name="connsiteX26009" fmla="*/ 4387802 w 5158787"/>
              <a:gd name="connsiteY26009" fmla="*/ 1712079 h 4489084"/>
              <a:gd name="connsiteX26010" fmla="*/ 4387802 w 5158787"/>
              <a:gd name="connsiteY26010" fmla="*/ 1710894 h 4489084"/>
              <a:gd name="connsiteX26011" fmla="*/ 4396331 w 5158787"/>
              <a:gd name="connsiteY26011" fmla="*/ 1696147 h 4489084"/>
              <a:gd name="connsiteX26012" fmla="*/ 4397397 w 5158787"/>
              <a:gd name="connsiteY26012" fmla="*/ 1695555 h 4489084"/>
              <a:gd name="connsiteX26013" fmla="*/ 677588 w 5158787"/>
              <a:gd name="connsiteY26013" fmla="*/ 1695318 h 4489084"/>
              <a:gd name="connsiteX26014" fmla="*/ 694822 w 5158787"/>
              <a:gd name="connsiteY26014" fmla="*/ 1695318 h 4489084"/>
              <a:gd name="connsiteX26015" fmla="*/ 695888 w 5158787"/>
              <a:gd name="connsiteY26015" fmla="*/ 1695910 h 4489084"/>
              <a:gd name="connsiteX26016" fmla="*/ 704476 w 5158787"/>
              <a:gd name="connsiteY26016" fmla="*/ 1710835 h 4489084"/>
              <a:gd name="connsiteX26017" fmla="*/ 704476 w 5158787"/>
              <a:gd name="connsiteY26017" fmla="*/ 1712079 h 4489084"/>
              <a:gd name="connsiteX26018" fmla="*/ 695829 w 5158787"/>
              <a:gd name="connsiteY26018" fmla="*/ 1727004 h 4489084"/>
              <a:gd name="connsiteX26019" fmla="*/ 694763 w 5158787"/>
              <a:gd name="connsiteY26019" fmla="*/ 1727596 h 4489084"/>
              <a:gd name="connsiteX26020" fmla="*/ 677528 w 5158787"/>
              <a:gd name="connsiteY26020" fmla="*/ 1727596 h 4489084"/>
              <a:gd name="connsiteX26021" fmla="*/ 676462 w 5158787"/>
              <a:gd name="connsiteY26021" fmla="*/ 1727004 h 4489084"/>
              <a:gd name="connsiteX26022" fmla="*/ 667875 w 5158787"/>
              <a:gd name="connsiteY26022" fmla="*/ 1712079 h 4489084"/>
              <a:gd name="connsiteX26023" fmla="*/ 667875 w 5158787"/>
              <a:gd name="connsiteY26023" fmla="*/ 1710835 h 4489084"/>
              <a:gd name="connsiteX26024" fmla="*/ 676522 w 5158787"/>
              <a:gd name="connsiteY26024" fmla="*/ 1695910 h 4489084"/>
              <a:gd name="connsiteX26025" fmla="*/ 677588 w 5158787"/>
              <a:gd name="connsiteY26025" fmla="*/ 1695318 h 4489084"/>
              <a:gd name="connsiteX26026" fmla="*/ 4532489 w 5158787"/>
              <a:gd name="connsiteY26026" fmla="*/ 1695200 h 4489084"/>
              <a:gd name="connsiteX26027" fmla="*/ 4549841 w 5158787"/>
              <a:gd name="connsiteY26027" fmla="*/ 1695200 h 4489084"/>
              <a:gd name="connsiteX26028" fmla="*/ 4550908 w 5158787"/>
              <a:gd name="connsiteY26028" fmla="*/ 1695792 h 4489084"/>
              <a:gd name="connsiteX26029" fmla="*/ 4559554 w 5158787"/>
              <a:gd name="connsiteY26029" fmla="*/ 1710776 h 4489084"/>
              <a:gd name="connsiteX26030" fmla="*/ 4559554 w 5158787"/>
              <a:gd name="connsiteY26030" fmla="*/ 1712020 h 4489084"/>
              <a:gd name="connsiteX26031" fmla="*/ 4550908 w 5158787"/>
              <a:gd name="connsiteY26031" fmla="*/ 1727004 h 4489084"/>
              <a:gd name="connsiteX26032" fmla="*/ 4549841 w 5158787"/>
              <a:gd name="connsiteY26032" fmla="*/ 1727596 h 4489084"/>
              <a:gd name="connsiteX26033" fmla="*/ 4532489 w 5158787"/>
              <a:gd name="connsiteY26033" fmla="*/ 1727596 h 4489084"/>
              <a:gd name="connsiteX26034" fmla="*/ 4531422 w 5158787"/>
              <a:gd name="connsiteY26034" fmla="*/ 1727004 h 4489084"/>
              <a:gd name="connsiteX26035" fmla="*/ 4522776 w 5158787"/>
              <a:gd name="connsiteY26035" fmla="*/ 1712020 h 4489084"/>
              <a:gd name="connsiteX26036" fmla="*/ 4522776 w 5158787"/>
              <a:gd name="connsiteY26036" fmla="*/ 1710776 h 4489084"/>
              <a:gd name="connsiteX26037" fmla="*/ 4531422 w 5158787"/>
              <a:gd name="connsiteY26037" fmla="*/ 1695792 h 4489084"/>
              <a:gd name="connsiteX26038" fmla="*/ 4532489 w 5158787"/>
              <a:gd name="connsiteY26038" fmla="*/ 1695200 h 4489084"/>
              <a:gd name="connsiteX26039" fmla="*/ 4600065 w 5158787"/>
              <a:gd name="connsiteY26039" fmla="*/ 1695140 h 4489084"/>
              <a:gd name="connsiteX26040" fmla="*/ 4617536 w 5158787"/>
              <a:gd name="connsiteY26040" fmla="*/ 1695140 h 4489084"/>
              <a:gd name="connsiteX26041" fmla="*/ 4618603 w 5158787"/>
              <a:gd name="connsiteY26041" fmla="*/ 1695732 h 4489084"/>
              <a:gd name="connsiteX26042" fmla="*/ 4627309 w 5158787"/>
              <a:gd name="connsiteY26042" fmla="*/ 1710834 h 4489084"/>
              <a:gd name="connsiteX26043" fmla="*/ 4627309 w 5158787"/>
              <a:gd name="connsiteY26043" fmla="*/ 1712078 h 4489084"/>
              <a:gd name="connsiteX26044" fmla="*/ 4618603 w 5158787"/>
              <a:gd name="connsiteY26044" fmla="*/ 1727181 h 4489084"/>
              <a:gd name="connsiteX26045" fmla="*/ 4617536 w 5158787"/>
              <a:gd name="connsiteY26045" fmla="*/ 1727773 h 4489084"/>
              <a:gd name="connsiteX26046" fmla="*/ 4600065 w 5158787"/>
              <a:gd name="connsiteY26046" fmla="*/ 1727773 h 4489084"/>
              <a:gd name="connsiteX26047" fmla="*/ 4598999 w 5158787"/>
              <a:gd name="connsiteY26047" fmla="*/ 1727181 h 4489084"/>
              <a:gd name="connsiteX26048" fmla="*/ 4590293 w 5158787"/>
              <a:gd name="connsiteY26048" fmla="*/ 1712078 h 4489084"/>
              <a:gd name="connsiteX26049" fmla="*/ 4590293 w 5158787"/>
              <a:gd name="connsiteY26049" fmla="*/ 1710834 h 4489084"/>
              <a:gd name="connsiteX26050" fmla="*/ 4598999 w 5158787"/>
              <a:gd name="connsiteY26050" fmla="*/ 1695732 h 4489084"/>
              <a:gd name="connsiteX26051" fmla="*/ 4600065 w 5158787"/>
              <a:gd name="connsiteY26051" fmla="*/ 1695140 h 4489084"/>
              <a:gd name="connsiteX26052" fmla="*/ 4329465 w 5158787"/>
              <a:gd name="connsiteY26052" fmla="*/ 1694903 h 4489084"/>
              <a:gd name="connsiteX26053" fmla="*/ 4347114 w 5158787"/>
              <a:gd name="connsiteY26053" fmla="*/ 1694903 h 4489084"/>
              <a:gd name="connsiteX26054" fmla="*/ 4348180 w 5158787"/>
              <a:gd name="connsiteY26054" fmla="*/ 1695555 h 4489084"/>
              <a:gd name="connsiteX26055" fmla="*/ 4357005 w 5158787"/>
              <a:gd name="connsiteY26055" fmla="*/ 1710835 h 4489084"/>
              <a:gd name="connsiteX26056" fmla="*/ 4357005 w 5158787"/>
              <a:gd name="connsiteY26056" fmla="*/ 1712078 h 4489084"/>
              <a:gd name="connsiteX26057" fmla="*/ 4348180 w 5158787"/>
              <a:gd name="connsiteY26057" fmla="*/ 1727359 h 4489084"/>
              <a:gd name="connsiteX26058" fmla="*/ 4347114 w 5158787"/>
              <a:gd name="connsiteY26058" fmla="*/ 1728010 h 4489084"/>
              <a:gd name="connsiteX26059" fmla="*/ 4329465 w 5158787"/>
              <a:gd name="connsiteY26059" fmla="*/ 1728010 h 4489084"/>
              <a:gd name="connsiteX26060" fmla="*/ 4328400 w 5158787"/>
              <a:gd name="connsiteY26060" fmla="*/ 1727359 h 4489084"/>
              <a:gd name="connsiteX26061" fmla="*/ 4319574 w 5158787"/>
              <a:gd name="connsiteY26061" fmla="*/ 1712078 h 4489084"/>
              <a:gd name="connsiteX26062" fmla="*/ 4319574 w 5158787"/>
              <a:gd name="connsiteY26062" fmla="*/ 1710835 h 4489084"/>
              <a:gd name="connsiteX26063" fmla="*/ 4328400 w 5158787"/>
              <a:gd name="connsiteY26063" fmla="*/ 1695555 h 4489084"/>
              <a:gd name="connsiteX26064" fmla="*/ 4329465 w 5158787"/>
              <a:gd name="connsiteY26064" fmla="*/ 1694903 h 4489084"/>
              <a:gd name="connsiteX26065" fmla="*/ 4261772 w 5158787"/>
              <a:gd name="connsiteY26065" fmla="*/ 1694785 h 4489084"/>
              <a:gd name="connsiteX26066" fmla="*/ 4279540 w 5158787"/>
              <a:gd name="connsiteY26066" fmla="*/ 1694785 h 4489084"/>
              <a:gd name="connsiteX26067" fmla="*/ 4280605 w 5158787"/>
              <a:gd name="connsiteY26067" fmla="*/ 1695436 h 4489084"/>
              <a:gd name="connsiteX26068" fmla="*/ 4289489 w 5158787"/>
              <a:gd name="connsiteY26068" fmla="*/ 1710835 h 4489084"/>
              <a:gd name="connsiteX26069" fmla="*/ 4289489 w 5158787"/>
              <a:gd name="connsiteY26069" fmla="*/ 1712079 h 4489084"/>
              <a:gd name="connsiteX26070" fmla="*/ 4280605 w 5158787"/>
              <a:gd name="connsiteY26070" fmla="*/ 1727477 h 4489084"/>
              <a:gd name="connsiteX26071" fmla="*/ 4279540 w 5158787"/>
              <a:gd name="connsiteY26071" fmla="*/ 1728129 h 4489084"/>
              <a:gd name="connsiteX26072" fmla="*/ 4261772 w 5158787"/>
              <a:gd name="connsiteY26072" fmla="*/ 1728129 h 4489084"/>
              <a:gd name="connsiteX26073" fmla="*/ 4260706 w 5158787"/>
              <a:gd name="connsiteY26073" fmla="*/ 1727477 h 4489084"/>
              <a:gd name="connsiteX26074" fmla="*/ 4251822 w 5158787"/>
              <a:gd name="connsiteY26074" fmla="*/ 1712079 h 4489084"/>
              <a:gd name="connsiteX26075" fmla="*/ 4251822 w 5158787"/>
              <a:gd name="connsiteY26075" fmla="*/ 1710835 h 4489084"/>
              <a:gd name="connsiteX26076" fmla="*/ 4260706 w 5158787"/>
              <a:gd name="connsiteY26076" fmla="*/ 1695436 h 4489084"/>
              <a:gd name="connsiteX26077" fmla="*/ 4261772 w 5158787"/>
              <a:gd name="connsiteY26077" fmla="*/ 1694785 h 4489084"/>
              <a:gd name="connsiteX26078" fmla="*/ 609478 w 5158787"/>
              <a:gd name="connsiteY26078" fmla="*/ 1694488 h 4489084"/>
              <a:gd name="connsiteX26079" fmla="*/ 627601 w 5158787"/>
              <a:gd name="connsiteY26079" fmla="*/ 1694488 h 4489084"/>
              <a:gd name="connsiteX26080" fmla="*/ 628727 w 5158787"/>
              <a:gd name="connsiteY26080" fmla="*/ 1695140 h 4489084"/>
              <a:gd name="connsiteX26081" fmla="*/ 637788 w 5158787"/>
              <a:gd name="connsiteY26081" fmla="*/ 1710834 h 4489084"/>
              <a:gd name="connsiteX26082" fmla="*/ 637788 w 5158787"/>
              <a:gd name="connsiteY26082" fmla="*/ 1712137 h 4489084"/>
              <a:gd name="connsiteX26083" fmla="*/ 628727 w 5158787"/>
              <a:gd name="connsiteY26083" fmla="*/ 1727832 h 4489084"/>
              <a:gd name="connsiteX26084" fmla="*/ 627601 w 5158787"/>
              <a:gd name="connsiteY26084" fmla="*/ 1728484 h 4489084"/>
              <a:gd name="connsiteX26085" fmla="*/ 609478 w 5158787"/>
              <a:gd name="connsiteY26085" fmla="*/ 1728484 h 4489084"/>
              <a:gd name="connsiteX26086" fmla="*/ 608353 w 5158787"/>
              <a:gd name="connsiteY26086" fmla="*/ 1727832 h 4489084"/>
              <a:gd name="connsiteX26087" fmla="*/ 599292 w 5158787"/>
              <a:gd name="connsiteY26087" fmla="*/ 1712137 h 4489084"/>
              <a:gd name="connsiteX26088" fmla="*/ 599292 w 5158787"/>
              <a:gd name="connsiteY26088" fmla="*/ 1710834 h 4489084"/>
              <a:gd name="connsiteX26089" fmla="*/ 608353 w 5158787"/>
              <a:gd name="connsiteY26089" fmla="*/ 1695140 h 4489084"/>
              <a:gd name="connsiteX26090" fmla="*/ 609478 w 5158787"/>
              <a:gd name="connsiteY26090" fmla="*/ 1694488 h 4489084"/>
              <a:gd name="connsiteX26091" fmla="*/ 812325 w 5158787"/>
              <a:gd name="connsiteY26091" fmla="*/ 1694370 h 4489084"/>
              <a:gd name="connsiteX26092" fmla="*/ 830566 w 5158787"/>
              <a:gd name="connsiteY26092" fmla="*/ 1694370 h 4489084"/>
              <a:gd name="connsiteX26093" fmla="*/ 831691 w 5158787"/>
              <a:gd name="connsiteY26093" fmla="*/ 1695021 h 4489084"/>
              <a:gd name="connsiteX26094" fmla="*/ 840812 w 5158787"/>
              <a:gd name="connsiteY26094" fmla="*/ 1710775 h 4489084"/>
              <a:gd name="connsiteX26095" fmla="*/ 840812 w 5158787"/>
              <a:gd name="connsiteY26095" fmla="*/ 1712078 h 4489084"/>
              <a:gd name="connsiteX26096" fmla="*/ 831691 w 5158787"/>
              <a:gd name="connsiteY26096" fmla="*/ 1727832 h 4489084"/>
              <a:gd name="connsiteX26097" fmla="*/ 830566 w 5158787"/>
              <a:gd name="connsiteY26097" fmla="*/ 1728484 h 4489084"/>
              <a:gd name="connsiteX26098" fmla="*/ 812325 w 5158787"/>
              <a:gd name="connsiteY26098" fmla="*/ 1728484 h 4489084"/>
              <a:gd name="connsiteX26099" fmla="*/ 811199 w 5158787"/>
              <a:gd name="connsiteY26099" fmla="*/ 1727832 h 4489084"/>
              <a:gd name="connsiteX26100" fmla="*/ 802079 w 5158787"/>
              <a:gd name="connsiteY26100" fmla="*/ 1712078 h 4489084"/>
              <a:gd name="connsiteX26101" fmla="*/ 802079 w 5158787"/>
              <a:gd name="connsiteY26101" fmla="*/ 1710775 h 4489084"/>
              <a:gd name="connsiteX26102" fmla="*/ 811199 w 5158787"/>
              <a:gd name="connsiteY26102" fmla="*/ 1695021 h 4489084"/>
              <a:gd name="connsiteX26103" fmla="*/ 812325 w 5158787"/>
              <a:gd name="connsiteY26103" fmla="*/ 1694370 h 4489084"/>
              <a:gd name="connsiteX26104" fmla="*/ 3246949 w 5158787"/>
              <a:gd name="connsiteY26104" fmla="*/ 1694192 h 4489084"/>
              <a:gd name="connsiteX26105" fmla="*/ 3265368 w 5158787"/>
              <a:gd name="connsiteY26105" fmla="*/ 1694192 h 4489084"/>
              <a:gd name="connsiteX26106" fmla="*/ 3266493 w 5158787"/>
              <a:gd name="connsiteY26106" fmla="*/ 1694843 h 4489084"/>
              <a:gd name="connsiteX26107" fmla="*/ 3275732 w 5158787"/>
              <a:gd name="connsiteY26107" fmla="*/ 1710834 h 4489084"/>
              <a:gd name="connsiteX26108" fmla="*/ 3275732 w 5158787"/>
              <a:gd name="connsiteY26108" fmla="*/ 1712137 h 4489084"/>
              <a:gd name="connsiteX26109" fmla="*/ 3266493 w 5158787"/>
              <a:gd name="connsiteY26109" fmla="*/ 1728128 h 4489084"/>
              <a:gd name="connsiteX26110" fmla="*/ 3265368 w 5158787"/>
              <a:gd name="connsiteY26110" fmla="*/ 1728780 h 4489084"/>
              <a:gd name="connsiteX26111" fmla="*/ 3246949 w 5158787"/>
              <a:gd name="connsiteY26111" fmla="*/ 1728780 h 4489084"/>
              <a:gd name="connsiteX26112" fmla="*/ 3245824 w 5158787"/>
              <a:gd name="connsiteY26112" fmla="*/ 1728128 h 4489084"/>
              <a:gd name="connsiteX26113" fmla="*/ 3236584 w 5158787"/>
              <a:gd name="connsiteY26113" fmla="*/ 1712137 h 4489084"/>
              <a:gd name="connsiteX26114" fmla="*/ 3236584 w 5158787"/>
              <a:gd name="connsiteY26114" fmla="*/ 1710834 h 4489084"/>
              <a:gd name="connsiteX26115" fmla="*/ 3245824 w 5158787"/>
              <a:gd name="connsiteY26115" fmla="*/ 1694843 h 4489084"/>
              <a:gd name="connsiteX26116" fmla="*/ 3246949 w 5158787"/>
              <a:gd name="connsiteY26116" fmla="*/ 1694192 h 4489084"/>
              <a:gd name="connsiteX26117" fmla="*/ 1826554 w 5158787"/>
              <a:gd name="connsiteY26117" fmla="*/ 1693896 h 4489084"/>
              <a:gd name="connsiteX26118" fmla="*/ 1845328 w 5158787"/>
              <a:gd name="connsiteY26118" fmla="*/ 1693896 h 4489084"/>
              <a:gd name="connsiteX26119" fmla="*/ 1846453 w 5158787"/>
              <a:gd name="connsiteY26119" fmla="*/ 1694547 h 4489084"/>
              <a:gd name="connsiteX26120" fmla="*/ 1855811 w 5158787"/>
              <a:gd name="connsiteY26120" fmla="*/ 1710775 h 4489084"/>
              <a:gd name="connsiteX26121" fmla="*/ 1855811 w 5158787"/>
              <a:gd name="connsiteY26121" fmla="*/ 1712078 h 4489084"/>
              <a:gd name="connsiteX26122" fmla="*/ 1846394 w 5158787"/>
              <a:gd name="connsiteY26122" fmla="*/ 1728306 h 4489084"/>
              <a:gd name="connsiteX26123" fmla="*/ 1845269 w 5158787"/>
              <a:gd name="connsiteY26123" fmla="*/ 1728957 h 4489084"/>
              <a:gd name="connsiteX26124" fmla="*/ 1826495 w 5158787"/>
              <a:gd name="connsiteY26124" fmla="*/ 1728957 h 4489084"/>
              <a:gd name="connsiteX26125" fmla="*/ 1825369 w 5158787"/>
              <a:gd name="connsiteY26125" fmla="*/ 1728306 h 4489084"/>
              <a:gd name="connsiteX26126" fmla="*/ 1816012 w 5158787"/>
              <a:gd name="connsiteY26126" fmla="*/ 1712078 h 4489084"/>
              <a:gd name="connsiteX26127" fmla="*/ 1816012 w 5158787"/>
              <a:gd name="connsiteY26127" fmla="*/ 1710775 h 4489084"/>
              <a:gd name="connsiteX26128" fmla="*/ 1825429 w 5158787"/>
              <a:gd name="connsiteY26128" fmla="*/ 1694547 h 4489084"/>
              <a:gd name="connsiteX26129" fmla="*/ 1826554 w 5158787"/>
              <a:gd name="connsiteY26129" fmla="*/ 1693896 h 4489084"/>
              <a:gd name="connsiteX26130" fmla="*/ 879723 w 5158787"/>
              <a:gd name="connsiteY26130" fmla="*/ 1693896 h 4489084"/>
              <a:gd name="connsiteX26131" fmla="*/ 898497 w 5158787"/>
              <a:gd name="connsiteY26131" fmla="*/ 1693896 h 4489084"/>
              <a:gd name="connsiteX26132" fmla="*/ 899622 w 5158787"/>
              <a:gd name="connsiteY26132" fmla="*/ 1694547 h 4489084"/>
              <a:gd name="connsiteX26133" fmla="*/ 908980 w 5158787"/>
              <a:gd name="connsiteY26133" fmla="*/ 1710775 h 4489084"/>
              <a:gd name="connsiteX26134" fmla="*/ 908980 w 5158787"/>
              <a:gd name="connsiteY26134" fmla="*/ 1712078 h 4489084"/>
              <a:gd name="connsiteX26135" fmla="*/ 899563 w 5158787"/>
              <a:gd name="connsiteY26135" fmla="*/ 1728306 h 4489084"/>
              <a:gd name="connsiteX26136" fmla="*/ 898438 w 5158787"/>
              <a:gd name="connsiteY26136" fmla="*/ 1728957 h 4489084"/>
              <a:gd name="connsiteX26137" fmla="*/ 879664 w 5158787"/>
              <a:gd name="connsiteY26137" fmla="*/ 1728957 h 4489084"/>
              <a:gd name="connsiteX26138" fmla="*/ 878538 w 5158787"/>
              <a:gd name="connsiteY26138" fmla="*/ 1728306 h 4489084"/>
              <a:gd name="connsiteX26139" fmla="*/ 869181 w 5158787"/>
              <a:gd name="connsiteY26139" fmla="*/ 1712078 h 4489084"/>
              <a:gd name="connsiteX26140" fmla="*/ 869181 w 5158787"/>
              <a:gd name="connsiteY26140" fmla="*/ 1710775 h 4489084"/>
              <a:gd name="connsiteX26141" fmla="*/ 878598 w 5158787"/>
              <a:gd name="connsiteY26141" fmla="*/ 1694547 h 4489084"/>
              <a:gd name="connsiteX26142" fmla="*/ 879723 w 5158787"/>
              <a:gd name="connsiteY26142" fmla="*/ 1693896 h 4489084"/>
              <a:gd name="connsiteX26143" fmla="*/ 947299 w 5158787"/>
              <a:gd name="connsiteY26143" fmla="*/ 1693778 h 4489084"/>
              <a:gd name="connsiteX26144" fmla="*/ 966192 w 5158787"/>
              <a:gd name="connsiteY26144" fmla="*/ 1693778 h 4489084"/>
              <a:gd name="connsiteX26145" fmla="*/ 967317 w 5158787"/>
              <a:gd name="connsiteY26145" fmla="*/ 1694430 h 4489084"/>
              <a:gd name="connsiteX26146" fmla="*/ 976734 w 5158787"/>
              <a:gd name="connsiteY26146" fmla="*/ 1710776 h 4489084"/>
              <a:gd name="connsiteX26147" fmla="*/ 976734 w 5158787"/>
              <a:gd name="connsiteY26147" fmla="*/ 1712138 h 4489084"/>
              <a:gd name="connsiteX26148" fmla="*/ 967317 w 5158787"/>
              <a:gd name="connsiteY26148" fmla="*/ 1728484 h 4489084"/>
              <a:gd name="connsiteX26149" fmla="*/ 966192 w 5158787"/>
              <a:gd name="connsiteY26149" fmla="*/ 1729136 h 4489084"/>
              <a:gd name="connsiteX26150" fmla="*/ 947299 w 5158787"/>
              <a:gd name="connsiteY26150" fmla="*/ 1729136 h 4489084"/>
              <a:gd name="connsiteX26151" fmla="*/ 946173 w 5158787"/>
              <a:gd name="connsiteY26151" fmla="*/ 1728484 h 4489084"/>
              <a:gd name="connsiteX26152" fmla="*/ 936757 w 5158787"/>
              <a:gd name="connsiteY26152" fmla="*/ 1712138 h 4489084"/>
              <a:gd name="connsiteX26153" fmla="*/ 936757 w 5158787"/>
              <a:gd name="connsiteY26153" fmla="*/ 1710776 h 4489084"/>
              <a:gd name="connsiteX26154" fmla="*/ 946173 w 5158787"/>
              <a:gd name="connsiteY26154" fmla="*/ 1694430 h 4489084"/>
              <a:gd name="connsiteX26155" fmla="*/ 947299 w 5158787"/>
              <a:gd name="connsiteY26155" fmla="*/ 1693778 h 4489084"/>
              <a:gd name="connsiteX26156" fmla="*/ 1014815 w 5158787"/>
              <a:gd name="connsiteY26156" fmla="*/ 1693541 h 4489084"/>
              <a:gd name="connsiteX26157" fmla="*/ 1033885 w 5158787"/>
              <a:gd name="connsiteY26157" fmla="*/ 1693541 h 4489084"/>
              <a:gd name="connsiteX26158" fmla="*/ 1035069 w 5158787"/>
              <a:gd name="connsiteY26158" fmla="*/ 1694192 h 4489084"/>
              <a:gd name="connsiteX26159" fmla="*/ 1044605 w 5158787"/>
              <a:gd name="connsiteY26159" fmla="*/ 1710716 h 4489084"/>
              <a:gd name="connsiteX26160" fmla="*/ 1044605 w 5158787"/>
              <a:gd name="connsiteY26160" fmla="*/ 1712078 h 4489084"/>
              <a:gd name="connsiteX26161" fmla="*/ 1035069 w 5158787"/>
              <a:gd name="connsiteY26161" fmla="*/ 1728602 h 4489084"/>
              <a:gd name="connsiteX26162" fmla="*/ 1033885 w 5158787"/>
              <a:gd name="connsiteY26162" fmla="*/ 1729254 h 4489084"/>
              <a:gd name="connsiteX26163" fmla="*/ 1014815 w 5158787"/>
              <a:gd name="connsiteY26163" fmla="*/ 1729254 h 4489084"/>
              <a:gd name="connsiteX26164" fmla="*/ 1013630 w 5158787"/>
              <a:gd name="connsiteY26164" fmla="*/ 1728602 h 4489084"/>
              <a:gd name="connsiteX26165" fmla="*/ 1004095 w 5158787"/>
              <a:gd name="connsiteY26165" fmla="*/ 1712078 h 4489084"/>
              <a:gd name="connsiteX26166" fmla="*/ 1004095 w 5158787"/>
              <a:gd name="connsiteY26166" fmla="*/ 1710716 h 4489084"/>
              <a:gd name="connsiteX26167" fmla="*/ 1013630 w 5158787"/>
              <a:gd name="connsiteY26167" fmla="*/ 1694192 h 4489084"/>
              <a:gd name="connsiteX26168" fmla="*/ 1014815 w 5158787"/>
              <a:gd name="connsiteY26168" fmla="*/ 1693541 h 4489084"/>
              <a:gd name="connsiteX26169" fmla="*/ 1758446 w 5158787"/>
              <a:gd name="connsiteY26169" fmla="*/ 1693067 h 4489084"/>
              <a:gd name="connsiteX26170" fmla="*/ 1778108 w 5158787"/>
              <a:gd name="connsiteY26170" fmla="*/ 1693067 h 4489084"/>
              <a:gd name="connsiteX26171" fmla="*/ 1779293 w 5158787"/>
              <a:gd name="connsiteY26171" fmla="*/ 1693778 h 4489084"/>
              <a:gd name="connsiteX26172" fmla="*/ 1789124 w 5158787"/>
              <a:gd name="connsiteY26172" fmla="*/ 1710775 h 4489084"/>
              <a:gd name="connsiteX26173" fmla="*/ 1789124 w 5158787"/>
              <a:gd name="connsiteY26173" fmla="*/ 1712138 h 4489084"/>
              <a:gd name="connsiteX26174" fmla="*/ 1779293 w 5158787"/>
              <a:gd name="connsiteY26174" fmla="*/ 1729135 h 4489084"/>
              <a:gd name="connsiteX26175" fmla="*/ 1778108 w 5158787"/>
              <a:gd name="connsiteY26175" fmla="*/ 1729846 h 4489084"/>
              <a:gd name="connsiteX26176" fmla="*/ 1758446 w 5158787"/>
              <a:gd name="connsiteY26176" fmla="*/ 1729846 h 4489084"/>
              <a:gd name="connsiteX26177" fmla="*/ 1757261 w 5158787"/>
              <a:gd name="connsiteY26177" fmla="*/ 1729135 h 4489084"/>
              <a:gd name="connsiteX26178" fmla="*/ 1747430 w 5158787"/>
              <a:gd name="connsiteY26178" fmla="*/ 1712138 h 4489084"/>
              <a:gd name="connsiteX26179" fmla="*/ 1747430 w 5158787"/>
              <a:gd name="connsiteY26179" fmla="*/ 1710775 h 4489084"/>
              <a:gd name="connsiteX26180" fmla="*/ 1757261 w 5158787"/>
              <a:gd name="connsiteY26180" fmla="*/ 1693778 h 4489084"/>
              <a:gd name="connsiteX26181" fmla="*/ 1758446 w 5158787"/>
              <a:gd name="connsiteY26181" fmla="*/ 1693067 h 4489084"/>
              <a:gd name="connsiteX26182" fmla="*/ 1082095 w 5158787"/>
              <a:gd name="connsiteY26182" fmla="*/ 1692949 h 4489084"/>
              <a:gd name="connsiteX26183" fmla="*/ 1101876 w 5158787"/>
              <a:gd name="connsiteY26183" fmla="*/ 1692949 h 4489084"/>
              <a:gd name="connsiteX26184" fmla="*/ 1103060 w 5158787"/>
              <a:gd name="connsiteY26184" fmla="*/ 1693660 h 4489084"/>
              <a:gd name="connsiteX26185" fmla="*/ 1112951 w 5158787"/>
              <a:gd name="connsiteY26185" fmla="*/ 1710775 h 4489084"/>
              <a:gd name="connsiteX26186" fmla="*/ 1112951 w 5158787"/>
              <a:gd name="connsiteY26186" fmla="*/ 1712197 h 4489084"/>
              <a:gd name="connsiteX26187" fmla="*/ 1103060 w 5158787"/>
              <a:gd name="connsiteY26187" fmla="*/ 1729313 h 4489084"/>
              <a:gd name="connsiteX26188" fmla="*/ 1101876 w 5158787"/>
              <a:gd name="connsiteY26188" fmla="*/ 1730024 h 4489084"/>
              <a:gd name="connsiteX26189" fmla="*/ 1082095 w 5158787"/>
              <a:gd name="connsiteY26189" fmla="*/ 1730024 h 4489084"/>
              <a:gd name="connsiteX26190" fmla="*/ 1080910 w 5158787"/>
              <a:gd name="connsiteY26190" fmla="*/ 1729313 h 4489084"/>
              <a:gd name="connsiteX26191" fmla="*/ 1071020 w 5158787"/>
              <a:gd name="connsiteY26191" fmla="*/ 1712197 h 4489084"/>
              <a:gd name="connsiteX26192" fmla="*/ 1071020 w 5158787"/>
              <a:gd name="connsiteY26192" fmla="*/ 1710775 h 4489084"/>
              <a:gd name="connsiteX26193" fmla="*/ 1080910 w 5158787"/>
              <a:gd name="connsiteY26193" fmla="*/ 1693660 h 4489084"/>
              <a:gd name="connsiteX26194" fmla="*/ 1082095 w 5158787"/>
              <a:gd name="connsiteY26194" fmla="*/ 1692949 h 4489084"/>
              <a:gd name="connsiteX26195" fmla="*/ 3178604 w 5158787"/>
              <a:gd name="connsiteY26195" fmla="*/ 1692712 h 4489084"/>
              <a:gd name="connsiteX26196" fmla="*/ 3198563 w 5158787"/>
              <a:gd name="connsiteY26196" fmla="*/ 1692712 h 4489084"/>
              <a:gd name="connsiteX26197" fmla="*/ 3199806 w 5158787"/>
              <a:gd name="connsiteY26197" fmla="*/ 1693423 h 4489084"/>
              <a:gd name="connsiteX26198" fmla="*/ 3209815 w 5158787"/>
              <a:gd name="connsiteY26198" fmla="*/ 1710717 h 4489084"/>
              <a:gd name="connsiteX26199" fmla="*/ 3209815 w 5158787"/>
              <a:gd name="connsiteY26199" fmla="*/ 1712138 h 4489084"/>
              <a:gd name="connsiteX26200" fmla="*/ 3199806 w 5158787"/>
              <a:gd name="connsiteY26200" fmla="*/ 1729432 h 4489084"/>
              <a:gd name="connsiteX26201" fmla="*/ 3198563 w 5158787"/>
              <a:gd name="connsiteY26201" fmla="*/ 1730142 h 4489084"/>
              <a:gd name="connsiteX26202" fmla="*/ 3178604 w 5158787"/>
              <a:gd name="connsiteY26202" fmla="*/ 1730142 h 4489084"/>
              <a:gd name="connsiteX26203" fmla="*/ 3177360 w 5158787"/>
              <a:gd name="connsiteY26203" fmla="*/ 1729432 h 4489084"/>
              <a:gd name="connsiteX26204" fmla="*/ 3167351 w 5158787"/>
              <a:gd name="connsiteY26204" fmla="*/ 1712138 h 4489084"/>
              <a:gd name="connsiteX26205" fmla="*/ 3167351 w 5158787"/>
              <a:gd name="connsiteY26205" fmla="*/ 1710717 h 4489084"/>
              <a:gd name="connsiteX26206" fmla="*/ 3177360 w 5158787"/>
              <a:gd name="connsiteY26206" fmla="*/ 1693423 h 4489084"/>
              <a:gd name="connsiteX26207" fmla="*/ 3178604 w 5158787"/>
              <a:gd name="connsiteY26207" fmla="*/ 1692712 h 4489084"/>
              <a:gd name="connsiteX26208" fmla="*/ 3583940 w 5158787"/>
              <a:gd name="connsiteY26208" fmla="*/ 1691883 h 4489084"/>
              <a:gd name="connsiteX26209" fmla="*/ 3604787 w 5158787"/>
              <a:gd name="connsiteY26209" fmla="*/ 1691883 h 4489084"/>
              <a:gd name="connsiteX26210" fmla="*/ 3606090 w 5158787"/>
              <a:gd name="connsiteY26210" fmla="*/ 1692594 h 4489084"/>
              <a:gd name="connsiteX26211" fmla="*/ 3616514 w 5158787"/>
              <a:gd name="connsiteY26211" fmla="*/ 1710658 h 4489084"/>
              <a:gd name="connsiteX26212" fmla="*/ 3616514 w 5158787"/>
              <a:gd name="connsiteY26212" fmla="*/ 1712138 h 4489084"/>
              <a:gd name="connsiteX26213" fmla="*/ 3606090 w 5158787"/>
              <a:gd name="connsiteY26213" fmla="*/ 1730202 h 4489084"/>
              <a:gd name="connsiteX26214" fmla="*/ 3604787 w 5158787"/>
              <a:gd name="connsiteY26214" fmla="*/ 1730912 h 4489084"/>
              <a:gd name="connsiteX26215" fmla="*/ 3583940 w 5158787"/>
              <a:gd name="connsiteY26215" fmla="*/ 1730912 h 4489084"/>
              <a:gd name="connsiteX26216" fmla="*/ 3582637 w 5158787"/>
              <a:gd name="connsiteY26216" fmla="*/ 1730202 h 4489084"/>
              <a:gd name="connsiteX26217" fmla="*/ 3572213 w 5158787"/>
              <a:gd name="connsiteY26217" fmla="*/ 1712138 h 4489084"/>
              <a:gd name="connsiteX26218" fmla="*/ 3572213 w 5158787"/>
              <a:gd name="connsiteY26218" fmla="*/ 1710658 h 4489084"/>
              <a:gd name="connsiteX26219" fmla="*/ 3582637 w 5158787"/>
              <a:gd name="connsiteY26219" fmla="*/ 1692594 h 4489084"/>
              <a:gd name="connsiteX26220" fmla="*/ 3583940 w 5158787"/>
              <a:gd name="connsiteY26220" fmla="*/ 1691883 h 4489084"/>
              <a:gd name="connsiteX26221" fmla="*/ 4665864 w 5158787"/>
              <a:gd name="connsiteY26221" fmla="*/ 1691705 h 4489084"/>
              <a:gd name="connsiteX26222" fmla="*/ 4686948 w 5158787"/>
              <a:gd name="connsiteY26222" fmla="*/ 1691705 h 4489084"/>
              <a:gd name="connsiteX26223" fmla="*/ 4688251 w 5158787"/>
              <a:gd name="connsiteY26223" fmla="*/ 1692475 h 4489084"/>
              <a:gd name="connsiteX26224" fmla="*/ 4698793 w 5158787"/>
              <a:gd name="connsiteY26224" fmla="*/ 1710716 h 4489084"/>
              <a:gd name="connsiteX26225" fmla="*/ 4698793 w 5158787"/>
              <a:gd name="connsiteY26225" fmla="*/ 1712197 h 4489084"/>
              <a:gd name="connsiteX26226" fmla="*/ 4688251 w 5158787"/>
              <a:gd name="connsiteY26226" fmla="*/ 1730438 h 4489084"/>
              <a:gd name="connsiteX26227" fmla="*/ 4686948 w 5158787"/>
              <a:gd name="connsiteY26227" fmla="*/ 1731208 h 4489084"/>
              <a:gd name="connsiteX26228" fmla="*/ 4665864 w 5158787"/>
              <a:gd name="connsiteY26228" fmla="*/ 1731208 h 4489084"/>
              <a:gd name="connsiteX26229" fmla="*/ 4664561 w 5158787"/>
              <a:gd name="connsiteY26229" fmla="*/ 1730438 h 4489084"/>
              <a:gd name="connsiteX26230" fmla="*/ 4654019 w 5158787"/>
              <a:gd name="connsiteY26230" fmla="*/ 1712197 h 4489084"/>
              <a:gd name="connsiteX26231" fmla="*/ 4654019 w 5158787"/>
              <a:gd name="connsiteY26231" fmla="*/ 1710716 h 4489084"/>
              <a:gd name="connsiteX26232" fmla="*/ 4664561 w 5158787"/>
              <a:gd name="connsiteY26232" fmla="*/ 1692475 h 4489084"/>
              <a:gd name="connsiteX26233" fmla="*/ 4665864 w 5158787"/>
              <a:gd name="connsiteY26233" fmla="*/ 1691705 h 4489084"/>
              <a:gd name="connsiteX26234" fmla="*/ 1690040 w 5158787"/>
              <a:gd name="connsiteY26234" fmla="*/ 1691587 h 4489084"/>
              <a:gd name="connsiteX26235" fmla="*/ 1711243 w 5158787"/>
              <a:gd name="connsiteY26235" fmla="*/ 1691587 h 4489084"/>
              <a:gd name="connsiteX26236" fmla="*/ 1712546 w 5158787"/>
              <a:gd name="connsiteY26236" fmla="*/ 1692357 h 4489084"/>
              <a:gd name="connsiteX26237" fmla="*/ 1723147 w 5158787"/>
              <a:gd name="connsiteY26237" fmla="*/ 1710717 h 4489084"/>
              <a:gd name="connsiteX26238" fmla="*/ 1723147 w 5158787"/>
              <a:gd name="connsiteY26238" fmla="*/ 1712198 h 4489084"/>
              <a:gd name="connsiteX26239" fmla="*/ 1712546 w 5158787"/>
              <a:gd name="connsiteY26239" fmla="*/ 1730557 h 4489084"/>
              <a:gd name="connsiteX26240" fmla="*/ 1711243 w 5158787"/>
              <a:gd name="connsiteY26240" fmla="*/ 1731327 h 4489084"/>
              <a:gd name="connsiteX26241" fmla="*/ 1690040 w 5158787"/>
              <a:gd name="connsiteY26241" fmla="*/ 1731327 h 4489084"/>
              <a:gd name="connsiteX26242" fmla="*/ 1688737 w 5158787"/>
              <a:gd name="connsiteY26242" fmla="*/ 1730557 h 4489084"/>
              <a:gd name="connsiteX26243" fmla="*/ 1678136 w 5158787"/>
              <a:gd name="connsiteY26243" fmla="*/ 1712198 h 4489084"/>
              <a:gd name="connsiteX26244" fmla="*/ 1678136 w 5158787"/>
              <a:gd name="connsiteY26244" fmla="*/ 1710717 h 4489084"/>
              <a:gd name="connsiteX26245" fmla="*/ 1688737 w 5158787"/>
              <a:gd name="connsiteY26245" fmla="*/ 1692357 h 4489084"/>
              <a:gd name="connsiteX26246" fmla="*/ 1690040 w 5158787"/>
              <a:gd name="connsiteY26246" fmla="*/ 1691587 h 4489084"/>
              <a:gd name="connsiteX26247" fmla="*/ 1284171 w 5158787"/>
              <a:gd name="connsiteY26247" fmla="*/ 1691290 h 4489084"/>
              <a:gd name="connsiteX26248" fmla="*/ 1305670 w 5158787"/>
              <a:gd name="connsiteY26248" fmla="*/ 1691290 h 4489084"/>
              <a:gd name="connsiteX26249" fmla="*/ 1306973 w 5158787"/>
              <a:gd name="connsiteY26249" fmla="*/ 1692060 h 4489084"/>
              <a:gd name="connsiteX26250" fmla="*/ 1317751 w 5158787"/>
              <a:gd name="connsiteY26250" fmla="*/ 1710716 h 4489084"/>
              <a:gd name="connsiteX26251" fmla="*/ 1317751 w 5158787"/>
              <a:gd name="connsiteY26251" fmla="*/ 1712256 h 4489084"/>
              <a:gd name="connsiteX26252" fmla="*/ 1306973 w 5158787"/>
              <a:gd name="connsiteY26252" fmla="*/ 1730912 h 4489084"/>
              <a:gd name="connsiteX26253" fmla="*/ 1305670 w 5158787"/>
              <a:gd name="connsiteY26253" fmla="*/ 1731682 h 4489084"/>
              <a:gd name="connsiteX26254" fmla="*/ 1284171 w 5158787"/>
              <a:gd name="connsiteY26254" fmla="*/ 1731682 h 4489084"/>
              <a:gd name="connsiteX26255" fmla="*/ 1282868 w 5158787"/>
              <a:gd name="connsiteY26255" fmla="*/ 1730912 h 4489084"/>
              <a:gd name="connsiteX26256" fmla="*/ 1272089 w 5158787"/>
              <a:gd name="connsiteY26256" fmla="*/ 1712256 h 4489084"/>
              <a:gd name="connsiteX26257" fmla="*/ 1272089 w 5158787"/>
              <a:gd name="connsiteY26257" fmla="*/ 1710716 h 4489084"/>
              <a:gd name="connsiteX26258" fmla="*/ 1282868 w 5158787"/>
              <a:gd name="connsiteY26258" fmla="*/ 1692060 h 4489084"/>
              <a:gd name="connsiteX26259" fmla="*/ 1284171 w 5158787"/>
              <a:gd name="connsiteY26259" fmla="*/ 1691290 h 4489084"/>
              <a:gd name="connsiteX26260" fmla="*/ 1148782 w 5158787"/>
              <a:gd name="connsiteY26260" fmla="*/ 1691054 h 4489084"/>
              <a:gd name="connsiteX26261" fmla="*/ 1170518 w 5158787"/>
              <a:gd name="connsiteY26261" fmla="*/ 1691054 h 4489084"/>
              <a:gd name="connsiteX26262" fmla="*/ 1171821 w 5158787"/>
              <a:gd name="connsiteY26262" fmla="*/ 1691824 h 4489084"/>
              <a:gd name="connsiteX26263" fmla="*/ 1182659 w 5158787"/>
              <a:gd name="connsiteY26263" fmla="*/ 1710657 h 4489084"/>
              <a:gd name="connsiteX26264" fmla="*/ 1182659 w 5158787"/>
              <a:gd name="connsiteY26264" fmla="*/ 1712197 h 4489084"/>
              <a:gd name="connsiteX26265" fmla="*/ 1171762 w 5158787"/>
              <a:gd name="connsiteY26265" fmla="*/ 1731031 h 4489084"/>
              <a:gd name="connsiteX26266" fmla="*/ 1170459 w 5158787"/>
              <a:gd name="connsiteY26266" fmla="*/ 1731801 h 4489084"/>
              <a:gd name="connsiteX26267" fmla="*/ 1148723 w 5158787"/>
              <a:gd name="connsiteY26267" fmla="*/ 1731801 h 4489084"/>
              <a:gd name="connsiteX26268" fmla="*/ 1147420 w 5158787"/>
              <a:gd name="connsiteY26268" fmla="*/ 1731031 h 4489084"/>
              <a:gd name="connsiteX26269" fmla="*/ 1136582 w 5158787"/>
              <a:gd name="connsiteY26269" fmla="*/ 1712197 h 4489084"/>
              <a:gd name="connsiteX26270" fmla="*/ 1136582 w 5158787"/>
              <a:gd name="connsiteY26270" fmla="*/ 1710657 h 4489084"/>
              <a:gd name="connsiteX26271" fmla="*/ 1147479 w 5158787"/>
              <a:gd name="connsiteY26271" fmla="*/ 1691824 h 4489084"/>
              <a:gd name="connsiteX26272" fmla="*/ 1148782 w 5158787"/>
              <a:gd name="connsiteY26272" fmla="*/ 1691054 h 4489084"/>
              <a:gd name="connsiteX26273" fmla="*/ 4733144 w 5158787"/>
              <a:gd name="connsiteY26273" fmla="*/ 1690994 h 4489084"/>
              <a:gd name="connsiteX26274" fmla="*/ 4754998 w 5158787"/>
              <a:gd name="connsiteY26274" fmla="*/ 1690994 h 4489084"/>
              <a:gd name="connsiteX26275" fmla="*/ 4756360 w 5158787"/>
              <a:gd name="connsiteY26275" fmla="*/ 1691764 h 4489084"/>
              <a:gd name="connsiteX26276" fmla="*/ 4767258 w 5158787"/>
              <a:gd name="connsiteY26276" fmla="*/ 1710716 h 4489084"/>
              <a:gd name="connsiteX26277" fmla="*/ 4767258 w 5158787"/>
              <a:gd name="connsiteY26277" fmla="*/ 1712256 h 4489084"/>
              <a:gd name="connsiteX26278" fmla="*/ 4756301 w 5158787"/>
              <a:gd name="connsiteY26278" fmla="*/ 1731208 h 4489084"/>
              <a:gd name="connsiteX26279" fmla="*/ 4754938 w 5158787"/>
              <a:gd name="connsiteY26279" fmla="*/ 1731978 h 4489084"/>
              <a:gd name="connsiteX26280" fmla="*/ 4733085 w 5158787"/>
              <a:gd name="connsiteY26280" fmla="*/ 1731978 h 4489084"/>
              <a:gd name="connsiteX26281" fmla="*/ 4731723 w 5158787"/>
              <a:gd name="connsiteY26281" fmla="*/ 1731208 h 4489084"/>
              <a:gd name="connsiteX26282" fmla="*/ 4720825 w 5158787"/>
              <a:gd name="connsiteY26282" fmla="*/ 1712256 h 4489084"/>
              <a:gd name="connsiteX26283" fmla="*/ 4720825 w 5158787"/>
              <a:gd name="connsiteY26283" fmla="*/ 1710716 h 4489084"/>
              <a:gd name="connsiteX26284" fmla="*/ 4731782 w 5158787"/>
              <a:gd name="connsiteY26284" fmla="*/ 1691764 h 4489084"/>
              <a:gd name="connsiteX26285" fmla="*/ 4733144 w 5158787"/>
              <a:gd name="connsiteY26285" fmla="*/ 1690994 h 4489084"/>
              <a:gd name="connsiteX26286" fmla="*/ 2433671 w 5158787"/>
              <a:gd name="connsiteY26286" fmla="*/ 1690994 h 4489084"/>
              <a:gd name="connsiteX26287" fmla="*/ 2455525 w 5158787"/>
              <a:gd name="connsiteY26287" fmla="*/ 1690994 h 4489084"/>
              <a:gd name="connsiteX26288" fmla="*/ 2456887 w 5158787"/>
              <a:gd name="connsiteY26288" fmla="*/ 1691764 h 4489084"/>
              <a:gd name="connsiteX26289" fmla="*/ 2467785 w 5158787"/>
              <a:gd name="connsiteY26289" fmla="*/ 1710716 h 4489084"/>
              <a:gd name="connsiteX26290" fmla="*/ 2467785 w 5158787"/>
              <a:gd name="connsiteY26290" fmla="*/ 1712256 h 4489084"/>
              <a:gd name="connsiteX26291" fmla="*/ 2456828 w 5158787"/>
              <a:gd name="connsiteY26291" fmla="*/ 1731208 h 4489084"/>
              <a:gd name="connsiteX26292" fmla="*/ 2455466 w 5158787"/>
              <a:gd name="connsiteY26292" fmla="*/ 1731978 h 4489084"/>
              <a:gd name="connsiteX26293" fmla="*/ 2433612 w 5158787"/>
              <a:gd name="connsiteY26293" fmla="*/ 1731978 h 4489084"/>
              <a:gd name="connsiteX26294" fmla="*/ 2432250 w 5158787"/>
              <a:gd name="connsiteY26294" fmla="*/ 1731208 h 4489084"/>
              <a:gd name="connsiteX26295" fmla="*/ 2421352 w 5158787"/>
              <a:gd name="connsiteY26295" fmla="*/ 1712256 h 4489084"/>
              <a:gd name="connsiteX26296" fmla="*/ 2421352 w 5158787"/>
              <a:gd name="connsiteY26296" fmla="*/ 1710716 h 4489084"/>
              <a:gd name="connsiteX26297" fmla="*/ 2432309 w 5158787"/>
              <a:gd name="connsiteY26297" fmla="*/ 1691764 h 4489084"/>
              <a:gd name="connsiteX26298" fmla="*/ 2433671 w 5158787"/>
              <a:gd name="connsiteY26298" fmla="*/ 1690994 h 4489084"/>
              <a:gd name="connsiteX26299" fmla="*/ 2568644 w 5158787"/>
              <a:gd name="connsiteY26299" fmla="*/ 1690343 h 4489084"/>
              <a:gd name="connsiteX26300" fmla="*/ 2591149 w 5158787"/>
              <a:gd name="connsiteY26300" fmla="*/ 1690343 h 4489084"/>
              <a:gd name="connsiteX26301" fmla="*/ 2592512 w 5158787"/>
              <a:gd name="connsiteY26301" fmla="*/ 1691113 h 4489084"/>
              <a:gd name="connsiteX26302" fmla="*/ 2603764 w 5158787"/>
              <a:gd name="connsiteY26302" fmla="*/ 1710598 h 4489084"/>
              <a:gd name="connsiteX26303" fmla="*/ 2603764 w 5158787"/>
              <a:gd name="connsiteY26303" fmla="*/ 1712197 h 4489084"/>
              <a:gd name="connsiteX26304" fmla="*/ 2592512 w 5158787"/>
              <a:gd name="connsiteY26304" fmla="*/ 1731682 h 4489084"/>
              <a:gd name="connsiteX26305" fmla="*/ 2591149 w 5158787"/>
              <a:gd name="connsiteY26305" fmla="*/ 1732452 h 4489084"/>
              <a:gd name="connsiteX26306" fmla="*/ 2568644 w 5158787"/>
              <a:gd name="connsiteY26306" fmla="*/ 1732452 h 4489084"/>
              <a:gd name="connsiteX26307" fmla="*/ 2567282 w 5158787"/>
              <a:gd name="connsiteY26307" fmla="*/ 1731682 h 4489084"/>
              <a:gd name="connsiteX26308" fmla="*/ 2556029 w 5158787"/>
              <a:gd name="connsiteY26308" fmla="*/ 1712197 h 4489084"/>
              <a:gd name="connsiteX26309" fmla="*/ 2556029 w 5158787"/>
              <a:gd name="connsiteY26309" fmla="*/ 1710598 h 4489084"/>
              <a:gd name="connsiteX26310" fmla="*/ 2567282 w 5158787"/>
              <a:gd name="connsiteY26310" fmla="*/ 1691113 h 4489084"/>
              <a:gd name="connsiteX26311" fmla="*/ 2568644 w 5158787"/>
              <a:gd name="connsiteY26311" fmla="*/ 1690343 h 4489084"/>
              <a:gd name="connsiteX26312" fmla="*/ 2501009 w 5158787"/>
              <a:gd name="connsiteY26312" fmla="*/ 1690343 h 4489084"/>
              <a:gd name="connsiteX26313" fmla="*/ 2523514 w 5158787"/>
              <a:gd name="connsiteY26313" fmla="*/ 1690343 h 4489084"/>
              <a:gd name="connsiteX26314" fmla="*/ 2524877 w 5158787"/>
              <a:gd name="connsiteY26314" fmla="*/ 1691113 h 4489084"/>
              <a:gd name="connsiteX26315" fmla="*/ 2536129 w 5158787"/>
              <a:gd name="connsiteY26315" fmla="*/ 1710598 h 4489084"/>
              <a:gd name="connsiteX26316" fmla="*/ 2536129 w 5158787"/>
              <a:gd name="connsiteY26316" fmla="*/ 1712197 h 4489084"/>
              <a:gd name="connsiteX26317" fmla="*/ 2524877 w 5158787"/>
              <a:gd name="connsiteY26317" fmla="*/ 1731682 h 4489084"/>
              <a:gd name="connsiteX26318" fmla="*/ 2523514 w 5158787"/>
              <a:gd name="connsiteY26318" fmla="*/ 1732452 h 4489084"/>
              <a:gd name="connsiteX26319" fmla="*/ 2501009 w 5158787"/>
              <a:gd name="connsiteY26319" fmla="*/ 1732452 h 4489084"/>
              <a:gd name="connsiteX26320" fmla="*/ 2499647 w 5158787"/>
              <a:gd name="connsiteY26320" fmla="*/ 1731682 h 4489084"/>
              <a:gd name="connsiteX26321" fmla="*/ 2488394 w 5158787"/>
              <a:gd name="connsiteY26321" fmla="*/ 1712197 h 4489084"/>
              <a:gd name="connsiteX26322" fmla="*/ 2488394 w 5158787"/>
              <a:gd name="connsiteY26322" fmla="*/ 1710598 h 4489084"/>
              <a:gd name="connsiteX26323" fmla="*/ 2499647 w 5158787"/>
              <a:gd name="connsiteY26323" fmla="*/ 1691113 h 4489084"/>
              <a:gd name="connsiteX26324" fmla="*/ 2501009 w 5158787"/>
              <a:gd name="connsiteY26324" fmla="*/ 1690343 h 4489084"/>
              <a:gd name="connsiteX26325" fmla="*/ 1216002 w 5158787"/>
              <a:gd name="connsiteY26325" fmla="*/ 1690343 h 4489084"/>
              <a:gd name="connsiteX26326" fmla="*/ 1238508 w 5158787"/>
              <a:gd name="connsiteY26326" fmla="*/ 1690343 h 4489084"/>
              <a:gd name="connsiteX26327" fmla="*/ 1239870 w 5158787"/>
              <a:gd name="connsiteY26327" fmla="*/ 1691113 h 4489084"/>
              <a:gd name="connsiteX26328" fmla="*/ 1251122 w 5158787"/>
              <a:gd name="connsiteY26328" fmla="*/ 1710598 h 4489084"/>
              <a:gd name="connsiteX26329" fmla="*/ 1251122 w 5158787"/>
              <a:gd name="connsiteY26329" fmla="*/ 1712197 h 4489084"/>
              <a:gd name="connsiteX26330" fmla="*/ 1239870 w 5158787"/>
              <a:gd name="connsiteY26330" fmla="*/ 1731682 h 4489084"/>
              <a:gd name="connsiteX26331" fmla="*/ 1238508 w 5158787"/>
              <a:gd name="connsiteY26331" fmla="*/ 1732452 h 4489084"/>
              <a:gd name="connsiteX26332" fmla="*/ 1216002 w 5158787"/>
              <a:gd name="connsiteY26332" fmla="*/ 1732452 h 4489084"/>
              <a:gd name="connsiteX26333" fmla="*/ 1214640 w 5158787"/>
              <a:gd name="connsiteY26333" fmla="*/ 1731682 h 4489084"/>
              <a:gd name="connsiteX26334" fmla="*/ 1203387 w 5158787"/>
              <a:gd name="connsiteY26334" fmla="*/ 1712197 h 4489084"/>
              <a:gd name="connsiteX26335" fmla="*/ 1203387 w 5158787"/>
              <a:gd name="connsiteY26335" fmla="*/ 1710598 h 4489084"/>
              <a:gd name="connsiteX26336" fmla="*/ 1214640 w 5158787"/>
              <a:gd name="connsiteY26336" fmla="*/ 1691113 h 4489084"/>
              <a:gd name="connsiteX26337" fmla="*/ 1216002 w 5158787"/>
              <a:gd name="connsiteY26337" fmla="*/ 1690343 h 4489084"/>
              <a:gd name="connsiteX26338" fmla="*/ 2703736 w 5158787"/>
              <a:gd name="connsiteY26338" fmla="*/ 1690165 h 4489084"/>
              <a:gd name="connsiteX26339" fmla="*/ 2726479 w 5158787"/>
              <a:gd name="connsiteY26339" fmla="*/ 1690165 h 4489084"/>
              <a:gd name="connsiteX26340" fmla="*/ 2727841 w 5158787"/>
              <a:gd name="connsiteY26340" fmla="*/ 1690994 h 4489084"/>
              <a:gd name="connsiteX26341" fmla="*/ 2739212 w 5158787"/>
              <a:gd name="connsiteY26341" fmla="*/ 1710716 h 4489084"/>
              <a:gd name="connsiteX26342" fmla="*/ 2739212 w 5158787"/>
              <a:gd name="connsiteY26342" fmla="*/ 1712315 h 4489084"/>
              <a:gd name="connsiteX26343" fmla="*/ 2727841 w 5158787"/>
              <a:gd name="connsiteY26343" fmla="*/ 1732037 h 4489084"/>
              <a:gd name="connsiteX26344" fmla="*/ 2726479 w 5158787"/>
              <a:gd name="connsiteY26344" fmla="*/ 1732866 h 4489084"/>
              <a:gd name="connsiteX26345" fmla="*/ 2703736 w 5158787"/>
              <a:gd name="connsiteY26345" fmla="*/ 1732866 h 4489084"/>
              <a:gd name="connsiteX26346" fmla="*/ 2702374 w 5158787"/>
              <a:gd name="connsiteY26346" fmla="*/ 1732037 h 4489084"/>
              <a:gd name="connsiteX26347" fmla="*/ 2691003 w 5158787"/>
              <a:gd name="connsiteY26347" fmla="*/ 1712315 h 4489084"/>
              <a:gd name="connsiteX26348" fmla="*/ 2691003 w 5158787"/>
              <a:gd name="connsiteY26348" fmla="*/ 1710716 h 4489084"/>
              <a:gd name="connsiteX26349" fmla="*/ 2702374 w 5158787"/>
              <a:gd name="connsiteY26349" fmla="*/ 1690994 h 4489084"/>
              <a:gd name="connsiteX26350" fmla="*/ 2703736 w 5158787"/>
              <a:gd name="connsiteY26350" fmla="*/ 1690165 h 4489084"/>
              <a:gd name="connsiteX26351" fmla="*/ 2636102 w 5158787"/>
              <a:gd name="connsiteY26351" fmla="*/ 1690165 h 4489084"/>
              <a:gd name="connsiteX26352" fmla="*/ 2658844 w 5158787"/>
              <a:gd name="connsiteY26352" fmla="*/ 1690165 h 4489084"/>
              <a:gd name="connsiteX26353" fmla="*/ 2660206 w 5158787"/>
              <a:gd name="connsiteY26353" fmla="*/ 1690994 h 4489084"/>
              <a:gd name="connsiteX26354" fmla="*/ 2671577 w 5158787"/>
              <a:gd name="connsiteY26354" fmla="*/ 1710716 h 4489084"/>
              <a:gd name="connsiteX26355" fmla="*/ 2671577 w 5158787"/>
              <a:gd name="connsiteY26355" fmla="*/ 1712315 h 4489084"/>
              <a:gd name="connsiteX26356" fmla="*/ 2660206 w 5158787"/>
              <a:gd name="connsiteY26356" fmla="*/ 1732037 h 4489084"/>
              <a:gd name="connsiteX26357" fmla="*/ 2658844 w 5158787"/>
              <a:gd name="connsiteY26357" fmla="*/ 1732866 h 4489084"/>
              <a:gd name="connsiteX26358" fmla="*/ 2636102 w 5158787"/>
              <a:gd name="connsiteY26358" fmla="*/ 1732866 h 4489084"/>
              <a:gd name="connsiteX26359" fmla="*/ 2634740 w 5158787"/>
              <a:gd name="connsiteY26359" fmla="*/ 1732037 h 4489084"/>
              <a:gd name="connsiteX26360" fmla="*/ 2623368 w 5158787"/>
              <a:gd name="connsiteY26360" fmla="*/ 1712315 h 4489084"/>
              <a:gd name="connsiteX26361" fmla="*/ 2623368 w 5158787"/>
              <a:gd name="connsiteY26361" fmla="*/ 1710716 h 4489084"/>
              <a:gd name="connsiteX26362" fmla="*/ 2634740 w 5158787"/>
              <a:gd name="connsiteY26362" fmla="*/ 1690994 h 4489084"/>
              <a:gd name="connsiteX26363" fmla="*/ 2636102 w 5158787"/>
              <a:gd name="connsiteY26363" fmla="*/ 1690165 h 4489084"/>
              <a:gd name="connsiteX26364" fmla="*/ 2365443 w 5158787"/>
              <a:gd name="connsiteY26364" fmla="*/ 1689810 h 4489084"/>
              <a:gd name="connsiteX26365" fmla="*/ 2388541 w 5158787"/>
              <a:gd name="connsiteY26365" fmla="*/ 1689810 h 4489084"/>
              <a:gd name="connsiteX26366" fmla="*/ 2389963 w 5158787"/>
              <a:gd name="connsiteY26366" fmla="*/ 1690639 h 4489084"/>
              <a:gd name="connsiteX26367" fmla="*/ 2401512 w 5158787"/>
              <a:gd name="connsiteY26367" fmla="*/ 1710598 h 4489084"/>
              <a:gd name="connsiteX26368" fmla="*/ 2401512 w 5158787"/>
              <a:gd name="connsiteY26368" fmla="*/ 1712256 h 4489084"/>
              <a:gd name="connsiteX26369" fmla="*/ 2389963 w 5158787"/>
              <a:gd name="connsiteY26369" fmla="*/ 1732215 h 4489084"/>
              <a:gd name="connsiteX26370" fmla="*/ 2388541 w 5158787"/>
              <a:gd name="connsiteY26370" fmla="*/ 1733044 h 4489084"/>
              <a:gd name="connsiteX26371" fmla="*/ 2365443 w 5158787"/>
              <a:gd name="connsiteY26371" fmla="*/ 1733044 h 4489084"/>
              <a:gd name="connsiteX26372" fmla="*/ 2364022 w 5158787"/>
              <a:gd name="connsiteY26372" fmla="*/ 1732215 h 4489084"/>
              <a:gd name="connsiteX26373" fmla="*/ 2352473 w 5158787"/>
              <a:gd name="connsiteY26373" fmla="*/ 1712256 h 4489084"/>
              <a:gd name="connsiteX26374" fmla="*/ 2352473 w 5158787"/>
              <a:gd name="connsiteY26374" fmla="*/ 1710598 h 4489084"/>
              <a:gd name="connsiteX26375" fmla="*/ 2364022 w 5158787"/>
              <a:gd name="connsiteY26375" fmla="*/ 1690639 h 4489084"/>
              <a:gd name="connsiteX26376" fmla="*/ 2365443 w 5158787"/>
              <a:gd name="connsiteY26376" fmla="*/ 1689810 h 4489084"/>
              <a:gd name="connsiteX26377" fmla="*/ 3650391 w 5158787"/>
              <a:gd name="connsiteY26377" fmla="*/ 1689751 h 4489084"/>
              <a:gd name="connsiteX26378" fmla="*/ 3673548 w 5158787"/>
              <a:gd name="connsiteY26378" fmla="*/ 1689751 h 4489084"/>
              <a:gd name="connsiteX26379" fmla="*/ 3674969 w 5158787"/>
              <a:gd name="connsiteY26379" fmla="*/ 1690580 h 4489084"/>
              <a:gd name="connsiteX26380" fmla="*/ 3686577 w 5158787"/>
              <a:gd name="connsiteY26380" fmla="*/ 1710658 h 4489084"/>
              <a:gd name="connsiteX26381" fmla="*/ 3686577 w 5158787"/>
              <a:gd name="connsiteY26381" fmla="*/ 1712316 h 4489084"/>
              <a:gd name="connsiteX26382" fmla="*/ 3674969 w 5158787"/>
              <a:gd name="connsiteY26382" fmla="*/ 1732393 h 4489084"/>
              <a:gd name="connsiteX26383" fmla="*/ 3673548 w 5158787"/>
              <a:gd name="connsiteY26383" fmla="*/ 1733222 h 4489084"/>
              <a:gd name="connsiteX26384" fmla="*/ 3650391 w 5158787"/>
              <a:gd name="connsiteY26384" fmla="*/ 1733222 h 4489084"/>
              <a:gd name="connsiteX26385" fmla="*/ 3648969 w 5158787"/>
              <a:gd name="connsiteY26385" fmla="*/ 1732393 h 4489084"/>
              <a:gd name="connsiteX26386" fmla="*/ 3637361 w 5158787"/>
              <a:gd name="connsiteY26386" fmla="*/ 1712316 h 4489084"/>
              <a:gd name="connsiteX26387" fmla="*/ 3637361 w 5158787"/>
              <a:gd name="connsiteY26387" fmla="*/ 1710658 h 4489084"/>
              <a:gd name="connsiteX26388" fmla="*/ 3648969 w 5158787"/>
              <a:gd name="connsiteY26388" fmla="*/ 1690580 h 4489084"/>
              <a:gd name="connsiteX26389" fmla="*/ 3650391 w 5158787"/>
              <a:gd name="connsiteY26389" fmla="*/ 1689751 h 4489084"/>
              <a:gd name="connsiteX26390" fmla="*/ 4867466 w 5158787"/>
              <a:gd name="connsiteY26390" fmla="*/ 1689336 h 4489084"/>
              <a:gd name="connsiteX26391" fmla="*/ 4891097 w 5158787"/>
              <a:gd name="connsiteY26391" fmla="*/ 1689336 h 4489084"/>
              <a:gd name="connsiteX26392" fmla="*/ 4892519 w 5158787"/>
              <a:gd name="connsiteY26392" fmla="*/ 1690165 h 4489084"/>
              <a:gd name="connsiteX26393" fmla="*/ 4904305 w 5158787"/>
              <a:gd name="connsiteY26393" fmla="*/ 1710657 h 4489084"/>
              <a:gd name="connsiteX26394" fmla="*/ 4904305 w 5158787"/>
              <a:gd name="connsiteY26394" fmla="*/ 1712315 h 4489084"/>
              <a:gd name="connsiteX26395" fmla="*/ 4892460 w 5158787"/>
              <a:gd name="connsiteY26395" fmla="*/ 1732807 h 4489084"/>
              <a:gd name="connsiteX26396" fmla="*/ 4891038 w 5158787"/>
              <a:gd name="connsiteY26396" fmla="*/ 1733637 h 4489084"/>
              <a:gd name="connsiteX26397" fmla="*/ 4867407 w 5158787"/>
              <a:gd name="connsiteY26397" fmla="*/ 1733637 h 4489084"/>
              <a:gd name="connsiteX26398" fmla="*/ 4865986 w 5158787"/>
              <a:gd name="connsiteY26398" fmla="*/ 1732807 h 4489084"/>
              <a:gd name="connsiteX26399" fmla="*/ 4854200 w 5158787"/>
              <a:gd name="connsiteY26399" fmla="*/ 1712315 h 4489084"/>
              <a:gd name="connsiteX26400" fmla="*/ 4854200 w 5158787"/>
              <a:gd name="connsiteY26400" fmla="*/ 1710657 h 4489084"/>
              <a:gd name="connsiteX26401" fmla="*/ 4866045 w 5158787"/>
              <a:gd name="connsiteY26401" fmla="*/ 1690165 h 4489084"/>
              <a:gd name="connsiteX26402" fmla="*/ 4867466 w 5158787"/>
              <a:gd name="connsiteY26402" fmla="*/ 1689336 h 4489084"/>
              <a:gd name="connsiteX26403" fmla="*/ 1621102 w 5158787"/>
              <a:gd name="connsiteY26403" fmla="*/ 1689040 h 4489084"/>
              <a:gd name="connsiteX26404" fmla="*/ 1645029 w 5158787"/>
              <a:gd name="connsiteY26404" fmla="*/ 1689040 h 4489084"/>
              <a:gd name="connsiteX26405" fmla="*/ 1646510 w 5158787"/>
              <a:gd name="connsiteY26405" fmla="*/ 1689869 h 4489084"/>
              <a:gd name="connsiteX26406" fmla="*/ 1658473 w 5158787"/>
              <a:gd name="connsiteY26406" fmla="*/ 1710598 h 4489084"/>
              <a:gd name="connsiteX26407" fmla="*/ 1658473 w 5158787"/>
              <a:gd name="connsiteY26407" fmla="*/ 1712315 h 4489084"/>
              <a:gd name="connsiteX26408" fmla="*/ 1646510 w 5158787"/>
              <a:gd name="connsiteY26408" fmla="*/ 1733044 h 4489084"/>
              <a:gd name="connsiteX26409" fmla="*/ 1645029 w 5158787"/>
              <a:gd name="connsiteY26409" fmla="*/ 1733873 h 4489084"/>
              <a:gd name="connsiteX26410" fmla="*/ 1621102 w 5158787"/>
              <a:gd name="connsiteY26410" fmla="*/ 1733873 h 4489084"/>
              <a:gd name="connsiteX26411" fmla="*/ 1619622 w 5158787"/>
              <a:gd name="connsiteY26411" fmla="*/ 1733044 h 4489084"/>
              <a:gd name="connsiteX26412" fmla="*/ 1607658 w 5158787"/>
              <a:gd name="connsiteY26412" fmla="*/ 1712315 h 4489084"/>
              <a:gd name="connsiteX26413" fmla="*/ 1607658 w 5158787"/>
              <a:gd name="connsiteY26413" fmla="*/ 1710598 h 4489084"/>
              <a:gd name="connsiteX26414" fmla="*/ 1619622 w 5158787"/>
              <a:gd name="connsiteY26414" fmla="*/ 1689869 h 4489084"/>
              <a:gd name="connsiteX26415" fmla="*/ 1621102 w 5158787"/>
              <a:gd name="connsiteY26415" fmla="*/ 1689040 h 4489084"/>
              <a:gd name="connsiteX26416" fmla="*/ 1350325 w 5158787"/>
              <a:gd name="connsiteY26416" fmla="*/ 1688625 h 4489084"/>
              <a:gd name="connsiteX26417" fmla="*/ 1374726 w 5158787"/>
              <a:gd name="connsiteY26417" fmla="*/ 1688625 h 4489084"/>
              <a:gd name="connsiteX26418" fmla="*/ 1376207 w 5158787"/>
              <a:gd name="connsiteY26418" fmla="*/ 1689514 h 4489084"/>
              <a:gd name="connsiteX26419" fmla="*/ 1388407 w 5158787"/>
              <a:gd name="connsiteY26419" fmla="*/ 1710657 h 4489084"/>
              <a:gd name="connsiteX26420" fmla="*/ 1388407 w 5158787"/>
              <a:gd name="connsiteY26420" fmla="*/ 1712374 h 4489084"/>
              <a:gd name="connsiteX26421" fmla="*/ 1376207 w 5158787"/>
              <a:gd name="connsiteY26421" fmla="*/ 1733518 h 4489084"/>
              <a:gd name="connsiteX26422" fmla="*/ 1374726 w 5158787"/>
              <a:gd name="connsiteY26422" fmla="*/ 1734406 h 4489084"/>
              <a:gd name="connsiteX26423" fmla="*/ 1350325 w 5158787"/>
              <a:gd name="connsiteY26423" fmla="*/ 1734406 h 4489084"/>
              <a:gd name="connsiteX26424" fmla="*/ 1348844 w 5158787"/>
              <a:gd name="connsiteY26424" fmla="*/ 1733518 h 4489084"/>
              <a:gd name="connsiteX26425" fmla="*/ 1336644 w 5158787"/>
              <a:gd name="connsiteY26425" fmla="*/ 1712374 h 4489084"/>
              <a:gd name="connsiteX26426" fmla="*/ 1336644 w 5158787"/>
              <a:gd name="connsiteY26426" fmla="*/ 1710657 h 4489084"/>
              <a:gd name="connsiteX26427" fmla="*/ 1348844 w 5158787"/>
              <a:gd name="connsiteY26427" fmla="*/ 1689514 h 4489084"/>
              <a:gd name="connsiteX26428" fmla="*/ 1350325 w 5158787"/>
              <a:gd name="connsiteY26428" fmla="*/ 1688625 h 4489084"/>
              <a:gd name="connsiteX26429" fmla="*/ 4799416 w 5158787"/>
              <a:gd name="connsiteY26429" fmla="*/ 1688507 h 4489084"/>
              <a:gd name="connsiteX26430" fmla="*/ 4823935 w 5158787"/>
              <a:gd name="connsiteY26430" fmla="*/ 1688507 h 4489084"/>
              <a:gd name="connsiteX26431" fmla="*/ 4825416 w 5158787"/>
              <a:gd name="connsiteY26431" fmla="*/ 1689395 h 4489084"/>
              <a:gd name="connsiteX26432" fmla="*/ 4837676 w 5158787"/>
              <a:gd name="connsiteY26432" fmla="*/ 1710598 h 4489084"/>
              <a:gd name="connsiteX26433" fmla="*/ 4837676 w 5158787"/>
              <a:gd name="connsiteY26433" fmla="*/ 1712315 h 4489084"/>
              <a:gd name="connsiteX26434" fmla="*/ 4825416 w 5158787"/>
              <a:gd name="connsiteY26434" fmla="*/ 1733518 h 4489084"/>
              <a:gd name="connsiteX26435" fmla="*/ 4823935 w 5158787"/>
              <a:gd name="connsiteY26435" fmla="*/ 1734406 h 4489084"/>
              <a:gd name="connsiteX26436" fmla="*/ 4799416 w 5158787"/>
              <a:gd name="connsiteY26436" fmla="*/ 1734406 h 4489084"/>
              <a:gd name="connsiteX26437" fmla="*/ 4797936 w 5158787"/>
              <a:gd name="connsiteY26437" fmla="*/ 1733518 h 4489084"/>
              <a:gd name="connsiteX26438" fmla="*/ 4785676 w 5158787"/>
              <a:gd name="connsiteY26438" fmla="*/ 1712315 h 4489084"/>
              <a:gd name="connsiteX26439" fmla="*/ 4785676 w 5158787"/>
              <a:gd name="connsiteY26439" fmla="*/ 1710598 h 4489084"/>
              <a:gd name="connsiteX26440" fmla="*/ 4797936 w 5158787"/>
              <a:gd name="connsiteY26440" fmla="*/ 1689395 h 4489084"/>
              <a:gd name="connsiteX26441" fmla="*/ 4799416 w 5158787"/>
              <a:gd name="connsiteY26441" fmla="*/ 1688507 h 4489084"/>
              <a:gd name="connsiteX26442" fmla="*/ 1552401 w 5158787"/>
              <a:gd name="connsiteY26442" fmla="*/ 1687026 h 4489084"/>
              <a:gd name="connsiteX26443" fmla="*/ 1578460 w 5158787"/>
              <a:gd name="connsiteY26443" fmla="*/ 1687026 h 4489084"/>
              <a:gd name="connsiteX26444" fmla="*/ 1580059 w 5158787"/>
              <a:gd name="connsiteY26444" fmla="*/ 1687973 h 4489084"/>
              <a:gd name="connsiteX26445" fmla="*/ 1593089 w 5158787"/>
              <a:gd name="connsiteY26445" fmla="*/ 1710538 h 4489084"/>
              <a:gd name="connsiteX26446" fmla="*/ 1593089 w 5158787"/>
              <a:gd name="connsiteY26446" fmla="*/ 1712374 h 4489084"/>
              <a:gd name="connsiteX26447" fmla="*/ 1580059 w 5158787"/>
              <a:gd name="connsiteY26447" fmla="*/ 1734939 h 4489084"/>
              <a:gd name="connsiteX26448" fmla="*/ 1578460 w 5158787"/>
              <a:gd name="connsiteY26448" fmla="*/ 1735887 h 4489084"/>
              <a:gd name="connsiteX26449" fmla="*/ 1552401 w 5158787"/>
              <a:gd name="connsiteY26449" fmla="*/ 1735887 h 4489084"/>
              <a:gd name="connsiteX26450" fmla="*/ 1550802 w 5158787"/>
              <a:gd name="connsiteY26450" fmla="*/ 1734939 h 4489084"/>
              <a:gd name="connsiteX26451" fmla="*/ 1537773 w 5158787"/>
              <a:gd name="connsiteY26451" fmla="*/ 1712374 h 4489084"/>
              <a:gd name="connsiteX26452" fmla="*/ 1537773 w 5158787"/>
              <a:gd name="connsiteY26452" fmla="*/ 1710538 h 4489084"/>
              <a:gd name="connsiteX26453" fmla="*/ 1550802 w 5158787"/>
              <a:gd name="connsiteY26453" fmla="*/ 1687973 h 4489084"/>
              <a:gd name="connsiteX26454" fmla="*/ 1552401 w 5158787"/>
              <a:gd name="connsiteY26454" fmla="*/ 1687026 h 4489084"/>
              <a:gd name="connsiteX26455" fmla="*/ 2296208 w 5158787"/>
              <a:gd name="connsiteY26455" fmla="*/ 1686849 h 4489084"/>
              <a:gd name="connsiteX26456" fmla="*/ 2322504 w 5158787"/>
              <a:gd name="connsiteY26456" fmla="*/ 1686849 h 4489084"/>
              <a:gd name="connsiteX26457" fmla="*/ 2324104 w 5158787"/>
              <a:gd name="connsiteY26457" fmla="*/ 1687797 h 4489084"/>
              <a:gd name="connsiteX26458" fmla="*/ 2337251 w 5158787"/>
              <a:gd name="connsiteY26458" fmla="*/ 1710539 h 4489084"/>
              <a:gd name="connsiteX26459" fmla="*/ 2337251 w 5158787"/>
              <a:gd name="connsiteY26459" fmla="*/ 1712375 h 4489084"/>
              <a:gd name="connsiteX26460" fmla="*/ 2324104 w 5158787"/>
              <a:gd name="connsiteY26460" fmla="*/ 1735118 h 4489084"/>
              <a:gd name="connsiteX26461" fmla="*/ 2322504 w 5158787"/>
              <a:gd name="connsiteY26461" fmla="*/ 1736065 h 4489084"/>
              <a:gd name="connsiteX26462" fmla="*/ 2296208 w 5158787"/>
              <a:gd name="connsiteY26462" fmla="*/ 1736065 h 4489084"/>
              <a:gd name="connsiteX26463" fmla="*/ 2294609 w 5158787"/>
              <a:gd name="connsiteY26463" fmla="*/ 1735118 h 4489084"/>
              <a:gd name="connsiteX26464" fmla="*/ 2281462 w 5158787"/>
              <a:gd name="connsiteY26464" fmla="*/ 1712375 h 4489084"/>
              <a:gd name="connsiteX26465" fmla="*/ 2281462 w 5158787"/>
              <a:gd name="connsiteY26465" fmla="*/ 1710539 h 4489084"/>
              <a:gd name="connsiteX26466" fmla="*/ 2294609 w 5158787"/>
              <a:gd name="connsiteY26466" fmla="*/ 1687797 h 4489084"/>
              <a:gd name="connsiteX26467" fmla="*/ 2296208 w 5158787"/>
              <a:gd name="connsiteY26467" fmla="*/ 1686849 h 4489084"/>
              <a:gd name="connsiteX26468" fmla="*/ 1417012 w 5158787"/>
              <a:gd name="connsiteY26468" fmla="*/ 1686849 h 4489084"/>
              <a:gd name="connsiteX26469" fmla="*/ 1443308 w 5158787"/>
              <a:gd name="connsiteY26469" fmla="*/ 1686849 h 4489084"/>
              <a:gd name="connsiteX26470" fmla="*/ 1444908 w 5158787"/>
              <a:gd name="connsiteY26470" fmla="*/ 1687797 h 4489084"/>
              <a:gd name="connsiteX26471" fmla="*/ 1458055 w 5158787"/>
              <a:gd name="connsiteY26471" fmla="*/ 1710539 h 4489084"/>
              <a:gd name="connsiteX26472" fmla="*/ 1458055 w 5158787"/>
              <a:gd name="connsiteY26472" fmla="*/ 1712375 h 4489084"/>
              <a:gd name="connsiteX26473" fmla="*/ 1444908 w 5158787"/>
              <a:gd name="connsiteY26473" fmla="*/ 1735118 h 4489084"/>
              <a:gd name="connsiteX26474" fmla="*/ 1443308 w 5158787"/>
              <a:gd name="connsiteY26474" fmla="*/ 1736065 h 4489084"/>
              <a:gd name="connsiteX26475" fmla="*/ 1417012 w 5158787"/>
              <a:gd name="connsiteY26475" fmla="*/ 1736065 h 4489084"/>
              <a:gd name="connsiteX26476" fmla="*/ 1415414 w 5158787"/>
              <a:gd name="connsiteY26476" fmla="*/ 1735118 h 4489084"/>
              <a:gd name="connsiteX26477" fmla="*/ 1402266 w 5158787"/>
              <a:gd name="connsiteY26477" fmla="*/ 1712375 h 4489084"/>
              <a:gd name="connsiteX26478" fmla="*/ 1402266 w 5158787"/>
              <a:gd name="connsiteY26478" fmla="*/ 1710539 h 4489084"/>
              <a:gd name="connsiteX26479" fmla="*/ 1415414 w 5158787"/>
              <a:gd name="connsiteY26479" fmla="*/ 1687797 h 4489084"/>
              <a:gd name="connsiteX26480" fmla="*/ 1417012 w 5158787"/>
              <a:gd name="connsiteY26480" fmla="*/ 1686849 h 4489084"/>
              <a:gd name="connsiteX26481" fmla="*/ 2160643 w 5158787"/>
              <a:gd name="connsiteY26481" fmla="*/ 1686316 h 4489084"/>
              <a:gd name="connsiteX26482" fmla="*/ 2187472 w 5158787"/>
              <a:gd name="connsiteY26482" fmla="*/ 1686316 h 4489084"/>
              <a:gd name="connsiteX26483" fmla="*/ 2189130 w 5158787"/>
              <a:gd name="connsiteY26483" fmla="*/ 1687263 h 4489084"/>
              <a:gd name="connsiteX26484" fmla="*/ 2202515 w 5158787"/>
              <a:gd name="connsiteY26484" fmla="*/ 1710480 h 4489084"/>
              <a:gd name="connsiteX26485" fmla="*/ 2202515 w 5158787"/>
              <a:gd name="connsiteY26485" fmla="*/ 1712375 h 4489084"/>
              <a:gd name="connsiteX26486" fmla="*/ 2189071 w 5158787"/>
              <a:gd name="connsiteY26486" fmla="*/ 1735591 h 4489084"/>
              <a:gd name="connsiteX26487" fmla="*/ 2187413 w 5158787"/>
              <a:gd name="connsiteY26487" fmla="*/ 1736539 h 4489084"/>
              <a:gd name="connsiteX26488" fmla="*/ 2160584 w 5158787"/>
              <a:gd name="connsiteY26488" fmla="*/ 1736539 h 4489084"/>
              <a:gd name="connsiteX26489" fmla="*/ 2158925 w 5158787"/>
              <a:gd name="connsiteY26489" fmla="*/ 1735591 h 4489084"/>
              <a:gd name="connsiteX26490" fmla="*/ 2145541 w 5158787"/>
              <a:gd name="connsiteY26490" fmla="*/ 1712375 h 4489084"/>
              <a:gd name="connsiteX26491" fmla="*/ 2145541 w 5158787"/>
              <a:gd name="connsiteY26491" fmla="*/ 1710480 h 4489084"/>
              <a:gd name="connsiteX26492" fmla="*/ 2158985 w 5158787"/>
              <a:gd name="connsiteY26492" fmla="*/ 1687263 h 4489084"/>
              <a:gd name="connsiteX26493" fmla="*/ 2160643 w 5158787"/>
              <a:gd name="connsiteY26493" fmla="*/ 1686316 h 4489084"/>
              <a:gd name="connsiteX26494" fmla="*/ 1484351 w 5158787"/>
              <a:gd name="connsiteY26494" fmla="*/ 1686316 h 4489084"/>
              <a:gd name="connsiteX26495" fmla="*/ 1511180 w 5158787"/>
              <a:gd name="connsiteY26495" fmla="*/ 1686316 h 4489084"/>
              <a:gd name="connsiteX26496" fmla="*/ 1512838 w 5158787"/>
              <a:gd name="connsiteY26496" fmla="*/ 1687263 h 4489084"/>
              <a:gd name="connsiteX26497" fmla="*/ 1526223 w 5158787"/>
              <a:gd name="connsiteY26497" fmla="*/ 1710480 h 4489084"/>
              <a:gd name="connsiteX26498" fmla="*/ 1526223 w 5158787"/>
              <a:gd name="connsiteY26498" fmla="*/ 1712375 h 4489084"/>
              <a:gd name="connsiteX26499" fmla="*/ 1512779 w 5158787"/>
              <a:gd name="connsiteY26499" fmla="*/ 1735591 h 4489084"/>
              <a:gd name="connsiteX26500" fmla="*/ 1511121 w 5158787"/>
              <a:gd name="connsiteY26500" fmla="*/ 1736539 h 4489084"/>
              <a:gd name="connsiteX26501" fmla="*/ 1484292 w 5158787"/>
              <a:gd name="connsiteY26501" fmla="*/ 1736539 h 4489084"/>
              <a:gd name="connsiteX26502" fmla="*/ 1482633 w 5158787"/>
              <a:gd name="connsiteY26502" fmla="*/ 1735591 h 4489084"/>
              <a:gd name="connsiteX26503" fmla="*/ 1469249 w 5158787"/>
              <a:gd name="connsiteY26503" fmla="*/ 1712375 h 4489084"/>
              <a:gd name="connsiteX26504" fmla="*/ 1469249 w 5158787"/>
              <a:gd name="connsiteY26504" fmla="*/ 1710480 h 4489084"/>
              <a:gd name="connsiteX26505" fmla="*/ 1482693 w 5158787"/>
              <a:gd name="connsiteY26505" fmla="*/ 1687263 h 4489084"/>
              <a:gd name="connsiteX26506" fmla="*/ 1484351 w 5158787"/>
              <a:gd name="connsiteY26506" fmla="*/ 1686316 h 4489084"/>
              <a:gd name="connsiteX26507" fmla="*/ 2228159 w 5158787"/>
              <a:gd name="connsiteY26507" fmla="*/ 1686138 h 4489084"/>
              <a:gd name="connsiteX26508" fmla="*/ 2255225 w 5158787"/>
              <a:gd name="connsiteY26508" fmla="*/ 1686138 h 4489084"/>
              <a:gd name="connsiteX26509" fmla="*/ 2256883 w 5158787"/>
              <a:gd name="connsiteY26509" fmla="*/ 1687085 h 4489084"/>
              <a:gd name="connsiteX26510" fmla="*/ 2270387 w 5158787"/>
              <a:gd name="connsiteY26510" fmla="*/ 1710539 h 4489084"/>
              <a:gd name="connsiteX26511" fmla="*/ 2270387 w 5158787"/>
              <a:gd name="connsiteY26511" fmla="*/ 1712434 h 4489084"/>
              <a:gd name="connsiteX26512" fmla="*/ 2256824 w 5158787"/>
              <a:gd name="connsiteY26512" fmla="*/ 1735887 h 4489084"/>
              <a:gd name="connsiteX26513" fmla="*/ 2255166 w 5158787"/>
              <a:gd name="connsiteY26513" fmla="*/ 1736835 h 4489084"/>
              <a:gd name="connsiteX26514" fmla="*/ 2228100 w 5158787"/>
              <a:gd name="connsiteY26514" fmla="*/ 1736835 h 4489084"/>
              <a:gd name="connsiteX26515" fmla="*/ 2226442 w 5158787"/>
              <a:gd name="connsiteY26515" fmla="*/ 1735887 h 4489084"/>
              <a:gd name="connsiteX26516" fmla="*/ 2212939 w 5158787"/>
              <a:gd name="connsiteY26516" fmla="*/ 1712434 h 4489084"/>
              <a:gd name="connsiteX26517" fmla="*/ 2212939 w 5158787"/>
              <a:gd name="connsiteY26517" fmla="*/ 1710539 h 4489084"/>
              <a:gd name="connsiteX26518" fmla="*/ 2226501 w 5158787"/>
              <a:gd name="connsiteY26518" fmla="*/ 1687085 h 4489084"/>
              <a:gd name="connsiteX26519" fmla="*/ 2228159 w 5158787"/>
              <a:gd name="connsiteY26519" fmla="*/ 1686138 h 4489084"/>
              <a:gd name="connsiteX26520" fmla="*/ 1833602 w 5158787"/>
              <a:gd name="connsiteY26520" fmla="*/ 1648471 h 4489084"/>
              <a:gd name="connsiteX26521" fmla="*/ 1838222 w 5158787"/>
              <a:gd name="connsiteY26521" fmla="*/ 1648471 h 4489084"/>
              <a:gd name="connsiteX26522" fmla="*/ 1838518 w 5158787"/>
              <a:gd name="connsiteY26522" fmla="*/ 1648648 h 4489084"/>
              <a:gd name="connsiteX26523" fmla="*/ 1840828 w 5158787"/>
              <a:gd name="connsiteY26523" fmla="*/ 1652676 h 4489084"/>
              <a:gd name="connsiteX26524" fmla="*/ 1840828 w 5158787"/>
              <a:gd name="connsiteY26524" fmla="*/ 1653031 h 4489084"/>
              <a:gd name="connsiteX26525" fmla="*/ 1838518 w 5158787"/>
              <a:gd name="connsiteY26525" fmla="*/ 1657059 h 4489084"/>
              <a:gd name="connsiteX26526" fmla="*/ 1838222 w 5158787"/>
              <a:gd name="connsiteY26526" fmla="*/ 1657236 h 4489084"/>
              <a:gd name="connsiteX26527" fmla="*/ 1833602 w 5158787"/>
              <a:gd name="connsiteY26527" fmla="*/ 1657236 h 4489084"/>
              <a:gd name="connsiteX26528" fmla="*/ 1833306 w 5158787"/>
              <a:gd name="connsiteY26528" fmla="*/ 1657059 h 4489084"/>
              <a:gd name="connsiteX26529" fmla="*/ 1830996 w 5158787"/>
              <a:gd name="connsiteY26529" fmla="*/ 1653031 h 4489084"/>
              <a:gd name="connsiteX26530" fmla="*/ 1830996 w 5158787"/>
              <a:gd name="connsiteY26530" fmla="*/ 1652676 h 4489084"/>
              <a:gd name="connsiteX26531" fmla="*/ 1833306 w 5158787"/>
              <a:gd name="connsiteY26531" fmla="*/ 1648648 h 4489084"/>
              <a:gd name="connsiteX26532" fmla="*/ 1833602 w 5158787"/>
              <a:gd name="connsiteY26532" fmla="*/ 1648471 h 4489084"/>
              <a:gd name="connsiteX26533" fmla="*/ 4129522 w 5158787"/>
              <a:gd name="connsiteY26533" fmla="*/ 1641897 h 4489084"/>
              <a:gd name="connsiteX26534" fmla="*/ 4141248 w 5158787"/>
              <a:gd name="connsiteY26534" fmla="*/ 1641897 h 4489084"/>
              <a:gd name="connsiteX26535" fmla="*/ 4141959 w 5158787"/>
              <a:gd name="connsiteY26535" fmla="*/ 1642311 h 4489084"/>
              <a:gd name="connsiteX26536" fmla="*/ 4147822 w 5158787"/>
              <a:gd name="connsiteY26536" fmla="*/ 1652439 h 4489084"/>
              <a:gd name="connsiteX26537" fmla="*/ 4147822 w 5158787"/>
              <a:gd name="connsiteY26537" fmla="*/ 1653268 h 4489084"/>
              <a:gd name="connsiteX26538" fmla="*/ 4141959 w 5158787"/>
              <a:gd name="connsiteY26538" fmla="*/ 1663395 h 4489084"/>
              <a:gd name="connsiteX26539" fmla="*/ 4141248 w 5158787"/>
              <a:gd name="connsiteY26539" fmla="*/ 1663810 h 4489084"/>
              <a:gd name="connsiteX26540" fmla="*/ 4129522 w 5158787"/>
              <a:gd name="connsiteY26540" fmla="*/ 1663810 h 4489084"/>
              <a:gd name="connsiteX26541" fmla="*/ 4128811 w 5158787"/>
              <a:gd name="connsiteY26541" fmla="*/ 1663395 h 4489084"/>
              <a:gd name="connsiteX26542" fmla="*/ 4122948 w 5158787"/>
              <a:gd name="connsiteY26542" fmla="*/ 1653268 h 4489084"/>
              <a:gd name="connsiteX26543" fmla="*/ 4122948 w 5158787"/>
              <a:gd name="connsiteY26543" fmla="*/ 1652439 h 4489084"/>
              <a:gd name="connsiteX26544" fmla="*/ 4128811 w 5158787"/>
              <a:gd name="connsiteY26544" fmla="*/ 1642311 h 4489084"/>
              <a:gd name="connsiteX26545" fmla="*/ 4129522 w 5158787"/>
              <a:gd name="connsiteY26545" fmla="*/ 1641897 h 4489084"/>
              <a:gd name="connsiteX26546" fmla="*/ 3453053 w 5158787"/>
              <a:gd name="connsiteY26546" fmla="*/ 1641541 h 4489084"/>
              <a:gd name="connsiteX26547" fmla="*/ 3465076 w 5158787"/>
              <a:gd name="connsiteY26547" fmla="*/ 1641541 h 4489084"/>
              <a:gd name="connsiteX26548" fmla="*/ 3465786 w 5158787"/>
              <a:gd name="connsiteY26548" fmla="*/ 1641956 h 4489084"/>
              <a:gd name="connsiteX26549" fmla="*/ 3471827 w 5158787"/>
              <a:gd name="connsiteY26549" fmla="*/ 1652379 h 4489084"/>
              <a:gd name="connsiteX26550" fmla="*/ 3471827 w 5158787"/>
              <a:gd name="connsiteY26550" fmla="*/ 1653209 h 4489084"/>
              <a:gd name="connsiteX26551" fmla="*/ 3465786 w 5158787"/>
              <a:gd name="connsiteY26551" fmla="*/ 1663632 h 4489084"/>
              <a:gd name="connsiteX26552" fmla="*/ 3465076 w 5158787"/>
              <a:gd name="connsiteY26552" fmla="*/ 1664047 h 4489084"/>
              <a:gd name="connsiteX26553" fmla="*/ 3453053 w 5158787"/>
              <a:gd name="connsiteY26553" fmla="*/ 1664047 h 4489084"/>
              <a:gd name="connsiteX26554" fmla="*/ 3452342 w 5158787"/>
              <a:gd name="connsiteY26554" fmla="*/ 1663632 h 4489084"/>
              <a:gd name="connsiteX26555" fmla="*/ 3446301 w 5158787"/>
              <a:gd name="connsiteY26555" fmla="*/ 1653209 h 4489084"/>
              <a:gd name="connsiteX26556" fmla="*/ 3446301 w 5158787"/>
              <a:gd name="connsiteY26556" fmla="*/ 1652379 h 4489084"/>
              <a:gd name="connsiteX26557" fmla="*/ 3452342 w 5158787"/>
              <a:gd name="connsiteY26557" fmla="*/ 1641956 h 4489084"/>
              <a:gd name="connsiteX26558" fmla="*/ 3453053 w 5158787"/>
              <a:gd name="connsiteY26558" fmla="*/ 1641541 h 4489084"/>
              <a:gd name="connsiteX26559" fmla="*/ 3384528 w 5158787"/>
              <a:gd name="connsiteY26559" fmla="*/ 1639942 h 4489084"/>
              <a:gd name="connsiteX26560" fmla="*/ 3398328 w 5158787"/>
              <a:gd name="connsiteY26560" fmla="*/ 1639942 h 4489084"/>
              <a:gd name="connsiteX26561" fmla="*/ 3399158 w 5158787"/>
              <a:gd name="connsiteY26561" fmla="*/ 1640416 h 4489084"/>
              <a:gd name="connsiteX26562" fmla="*/ 3406027 w 5158787"/>
              <a:gd name="connsiteY26562" fmla="*/ 1652379 h 4489084"/>
              <a:gd name="connsiteX26563" fmla="*/ 3406027 w 5158787"/>
              <a:gd name="connsiteY26563" fmla="*/ 1653327 h 4489084"/>
              <a:gd name="connsiteX26564" fmla="*/ 3399098 w 5158787"/>
              <a:gd name="connsiteY26564" fmla="*/ 1665290 h 4489084"/>
              <a:gd name="connsiteX26565" fmla="*/ 3398269 w 5158787"/>
              <a:gd name="connsiteY26565" fmla="*/ 1665764 h 4489084"/>
              <a:gd name="connsiteX26566" fmla="*/ 3384470 w 5158787"/>
              <a:gd name="connsiteY26566" fmla="*/ 1665764 h 4489084"/>
              <a:gd name="connsiteX26567" fmla="*/ 3383641 w 5158787"/>
              <a:gd name="connsiteY26567" fmla="*/ 1665290 h 4489084"/>
              <a:gd name="connsiteX26568" fmla="*/ 3376770 w 5158787"/>
              <a:gd name="connsiteY26568" fmla="*/ 1653327 h 4489084"/>
              <a:gd name="connsiteX26569" fmla="*/ 3376770 w 5158787"/>
              <a:gd name="connsiteY26569" fmla="*/ 1652379 h 4489084"/>
              <a:gd name="connsiteX26570" fmla="*/ 3383700 w 5158787"/>
              <a:gd name="connsiteY26570" fmla="*/ 1640416 h 4489084"/>
              <a:gd name="connsiteX26571" fmla="*/ 3384528 w 5158787"/>
              <a:gd name="connsiteY26571" fmla="*/ 1639942 h 4489084"/>
              <a:gd name="connsiteX26572" fmla="*/ 4195972 w 5158787"/>
              <a:gd name="connsiteY26572" fmla="*/ 1639705 h 4489084"/>
              <a:gd name="connsiteX26573" fmla="*/ 4210008 w 5158787"/>
              <a:gd name="connsiteY26573" fmla="*/ 1639705 h 4489084"/>
              <a:gd name="connsiteX26574" fmla="*/ 4210837 w 5158787"/>
              <a:gd name="connsiteY26574" fmla="*/ 1640179 h 4489084"/>
              <a:gd name="connsiteX26575" fmla="*/ 4217826 w 5158787"/>
              <a:gd name="connsiteY26575" fmla="*/ 1652320 h 4489084"/>
              <a:gd name="connsiteX26576" fmla="*/ 4217826 w 5158787"/>
              <a:gd name="connsiteY26576" fmla="*/ 1653327 h 4489084"/>
              <a:gd name="connsiteX26577" fmla="*/ 4210837 w 5158787"/>
              <a:gd name="connsiteY26577" fmla="*/ 1665468 h 4489084"/>
              <a:gd name="connsiteX26578" fmla="*/ 4210008 w 5158787"/>
              <a:gd name="connsiteY26578" fmla="*/ 1665942 h 4489084"/>
              <a:gd name="connsiteX26579" fmla="*/ 4195972 w 5158787"/>
              <a:gd name="connsiteY26579" fmla="*/ 1665942 h 4489084"/>
              <a:gd name="connsiteX26580" fmla="*/ 4195143 w 5158787"/>
              <a:gd name="connsiteY26580" fmla="*/ 1665468 h 4489084"/>
              <a:gd name="connsiteX26581" fmla="*/ 4188154 w 5158787"/>
              <a:gd name="connsiteY26581" fmla="*/ 1653327 h 4489084"/>
              <a:gd name="connsiteX26582" fmla="*/ 4188154 w 5158787"/>
              <a:gd name="connsiteY26582" fmla="*/ 1652320 h 4489084"/>
              <a:gd name="connsiteX26583" fmla="*/ 4195143 w 5158787"/>
              <a:gd name="connsiteY26583" fmla="*/ 1640179 h 4489084"/>
              <a:gd name="connsiteX26584" fmla="*/ 4195972 w 5158787"/>
              <a:gd name="connsiteY26584" fmla="*/ 1639705 h 4489084"/>
              <a:gd name="connsiteX26585" fmla="*/ 678417 w 5158787"/>
              <a:gd name="connsiteY26585" fmla="*/ 1638284 h 4489084"/>
              <a:gd name="connsiteX26586" fmla="*/ 693993 w 5158787"/>
              <a:gd name="connsiteY26586" fmla="*/ 1638284 h 4489084"/>
              <a:gd name="connsiteX26587" fmla="*/ 694940 w 5158787"/>
              <a:gd name="connsiteY26587" fmla="*/ 1638817 h 4489084"/>
              <a:gd name="connsiteX26588" fmla="*/ 702699 w 5158787"/>
              <a:gd name="connsiteY26588" fmla="*/ 1652320 h 4489084"/>
              <a:gd name="connsiteX26589" fmla="*/ 702699 w 5158787"/>
              <a:gd name="connsiteY26589" fmla="*/ 1653446 h 4489084"/>
              <a:gd name="connsiteX26590" fmla="*/ 694881 w 5158787"/>
              <a:gd name="connsiteY26590" fmla="*/ 1666949 h 4489084"/>
              <a:gd name="connsiteX26591" fmla="*/ 693934 w 5158787"/>
              <a:gd name="connsiteY26591" fmla="*/ 1667482 h 4489084"/>
              <a:gd name="connsiteX26592" fmla="*/ 678357 w 5158787"/>
              <a:gd name="connsiteY26592" fmla="*/ 1667482 h 4489084"/>
              <a:gd name="connsiteX26593" fmla="*/ 677410 w 5158787"/>
              <a:gd name="connsiteY26593" fmla="*/ 1666949 h 4489084"/>
              <a:gd name="connsiteX26594" fmla="*/ 669651 w 5158787"/>
              <a:gd name="connsiteY26594" fmla="*/ 1653446 h 4489084"/>
              <a:gd name="connsiteX26595" fmla="*/ 669651 w 5158787"/>
              <a:gd name="connsiteY26595" fmla="*/ 1652320 h 4489084"/>
              <a:gd name="connsiteX26596" fmla="*/ 677469 w 5158787"/>
              <a:gd name="connsiteY26596" fmla="*/ 1638817 h 4489084"/>
              <a:gd name="connsiteX26597" fmla="*/ 678417 w 5158787"/>
              <a:gd name="connsiteY26597" fmla="*/ 1638284 h 4489084"/>
              <a:gd name="connsiteX26598" fmla="*/ 745460 w 5158787"/>
              <a:gd name="connsiteY26598" fmla="*/ 1637099 h 4489084"/>
              <a:gd name="connsiteX26599" fmla="*/ 762220 w 5158787"/>
              <a:gd name="connsiteY26599" fmla="*/ 1637099 h 4489084"/>
              <a:gd name="connsiteX26600" fmla="*/ 763227 w 5158787"/>
              <a:gd name="connsiteY26600" fmla="*/ 1637691 h 4489084"/>
              <a:gd name="connsiteX26601" fmla="*/ 771637 w 5158787"/>
              <a:gd name="connsiteY26601" fmla="*/ 1652202 h 4489084"/>
              <a:gd name="connsiteX26602" fmla="*/ 771637 w 5158787"/>
              <a:gd name="connsiteY26602" fmla="*/ 1653386 h 4489084"/>
              <a:gd name="connsiteX26603" fmla="*/ 763227 w 5158787"/>
              <a:gd name="connsiteY26603" fmla="*/ 1667896 h 4489084"/>
              <a:gd name="connsiteX26604" fmla="*/ 762220 w 5158787"/>
              <a:gd name="connsiteY26604" fmla="*/ 1668489 h 4489084"/>
              <a:gd name="connsiteX26605" fmla="*/ 745460 w 5158787"/>
              <a:gd name="connsiteY26605" fmla="*/ 1668489 h 4489084"/>
              <a:gd name="connsiteX26606" fmla="*/ 744452 w 5158787"/>
              <a:gd name="connsiteY26606" fmla="*/ 1667896 h 4489084"/>
              <a:gd name="connsiteX26607" fmla="*/ 736043 w 5158787"/>
              <a:gd name="connsiteY26607" fmla="*/ 1653386 h 4489084"/>
              <a:gd name="connsiteX26608" fmla="*/ 736043 w 5158787"/>
              <a:gd name="connsiteY26608" fmla="*/ 1652202 h 4489084"/>
              <a:gd name="connsiteX26609" fmla="*/ 744452 w 5158787"/>
              <a:gd name="connsiteY26609" fmla="*/ 1637691 h 4489084"/>
              <a:gd name="connsiteX26610" fmla="*/ 745460 w 5158787"/>
              <a:gd name="connsiteY26610" fmla="*/ 1637099 h 4489084"/>
              <a:gd name="connsiteX26611" fmla="*/ 4262186 w 5158787"/>
              <a:gd name="connsiteY26611" fmla="*/ 1637040 h 4489084"/>
              <a:gd name="connsiteX26612" fmla="*/ 4279065 w 5158787"/>
              <a:gd name="connsiteY26612" fmla="*/ 1637040 h 4489084"/>
              <a:gd name="connsiteX26613" fmla="*/ 4280072 w 5158787"/>
              <a:gd name="connsiteY26613" fmla="*/ 1637632 h 4489084"/>
              <a:gd name="connsiteX26614" fmla="*/ 4288481 w 5158787"/>
              <a:gd name="connsiteY26614" fmla="*/ 1652261 h 4489084"/>
              <a:gd name="connsiteX26615" fmla="*/ 4288481 w 5158787"/>
              <a:gd name="connsiteY26615" fmla="*/ 1653445 h 4489084"/>
              <a:gd name="connsiteX26616" fmla="*/ 4280013 w 5158787"/>
              <a:gd name="connsiteY26616" fmla="*/ 1668074 h 4489084"/>
              <a:gd name="connsiteX26617" fmla="*/ 4279005 w 5158787"/>
              <a:gd name="connsiteY26617" fmla="*/ 1668666 h 4489084"/>
              <a:gd name="connsiteX26618" fmla="*/ 4262126 w 5158787"/>
              <a:gd name="connsiteY26618" fmla="*/ 1668666 h 4489084"/>
              <a:gd name="connsiteX26619" fmla="*/ 4261119 w 5158787"/>
              <a:gd name="connsiteY26619" fmla="*/ 1668074 h 4489084"/>
              <a:gd name="connsiteX26620" fmla="*/ 4252710 w 5158787"/>
              <a:gd name="connsiteY26620" fmla="*/ 1653445 h 4489084"/>
              <a:gd name="connsiteX26621" fmla="*/ 4252710 w 5158787"/>
              <a:gd name="connsiteY26621" fmla="*/ 1652261 h 4489084"/>
              <a:gd name="connsiteX26622" fmla="*/ 4261179 w 5158787"/>
              <a:gd name="connsiteY26622" fmla="*/ 1637632 h 4489084"/>
              <a:gd name="connsiteX26623" fmla="*/ 4262186 w 5158787"/>
              <a:gd name="connsiteY26623" fmla="*/ 1637040 h 4489084"/>
              <a:gd name="connsiteX26624" fmla="*/ 3518141 w 5158787"/>
              <a:gd name="connsiteY26624" fmla="*/ 1636803 h 4489084"/>
              <a:gd name="connsiteX26625" fmla="*/ 3535257 w 5158787"/>
              <a:gd name="connsiteY26625" fmla="*/ 1636803 h 4489084"/>
              <a:gd name="connsiteX26626" fmla="*/ 3536322 w 5158787"/>
              <a:gd name="connsiteY26626" fmla="*/ 1637395 h 4489084"/>
              <a:gd name="connsiteX26627" fmla="*/ 3544851 w 5158787"/>
              <a:gd name="connsiteY26627" fmla="*/ 1652202 h 4489084"/>
              <a:gd name="connsiteX26628" fmla="*/ 3544851 w 5158787"/>
              <a:gd name="connsiteY26628" fmla="*/ 1653386 h 4489084"/>
              <a:gd name="connsiteX26629" fmla="*/ 3536264 w 5158787"/>
              <a:gd name="connsiteY26629" fmla="*/ 1668192 h 4489084"/>
              <a:gd name="connsiteX26630" fmla="*/ 3535197 w 5158787"/>
              <a:gd name="connsiteY26630" fmla="*/ 1668785 h 4489084"/>
              <a:gd name="connsiteX26631" fmla="*/ 3518081 w 5158787"/>
              <a:gd name="connsiteY26631" fmla="*/ 1668785 h 4489084"/>
              <a:gd name="connsiteX26632" fmla="*/ 3517016 w 5158787"/>
              <a:gd name="connsiteY26632" fmla="*/ 1668192 h 4489084"/>
              <a:gd name="connsiteX26633" fmla="*/ 3508487 w 5158787"/>
              <a:gd name="connsiteY26633" fmla="*/ 1653386 h 4489084"/>
              <a:gd name="connsiteX26634" fmla="*/ 3508487 w 5158787"/>
              <a:gd name="connsiteY26634" fmla="*/ 1652202 h 4489084"/>
              <a:gd name="connsiteX26635" fmla="*/ 3517074 w 5158787"/>
              <a:gd name="connsiteY26635" fmla="*/ 1637395 h 4489084"/>
              <a:gd name="connsiteX26636" fmla="*/ 3518141 w 5158787"/>
              <a:gd name="connsiteY26636" fmla="*/ 1636803 h 4489084"/>
              <a:gd name="connsiteX26637" fmla="*/ 4464854 w 5158787"/>
              <a:gd name="connsiteY26637" fmla="*/ 1636626 h 4489084"/>
              <a:gd name="connsiteX26638" fmla="*/ 4482208 w 5158787"/>
              <a:gd name="connsiteY26638" fmla="*/ 1636626 h 4489084"/>
              <a:gd name="connsiteX26639" fmla="*/ 4483273 w 5158787"/>
              <a:gd name="connsiteY26639" fmla="*/ 1637218 h 4489084"/>
              <a:gd name="connsiteX26640" fmla="*/ 4491921 w 5158787"/>
              <a:gd name="connsiteY26640" fmla="*/ 1652202 h 4489084"/>
              <a:gd name="connsiteX26641" fmla="*/ 4491921 w 5158787"/>
              <a:gd name="connsiteY26641" fmla="*/ 1653446 h 4489084"/>
              <a:gd name="connsiteX26642" fmla="*/ 4483273 w 5158787"/>
              <a:gd name="connsiteY26642" fmla="*/ 1668430 h 4489084"/>
              <a:gd name="connsiteX26643" fmla="*/ 4482208 w 5158787"/>
              <a:gd name="connsiteY26643" fmla="*/ 1669022 h 4489084"/>
              <a:gd name="connsiteX26644" fmla="*/ 4464854 w 5158787"/>
              <a:gd name="connsiteY26644" fmla="*/ 1669022 h 4489084"/>
              <a:gd name="connsiteX26645" fmla="*/ 4463789 w 5158787"/>
              <a:gd name="connsiteY26645" fmla="*/ 1668430 h 4489084"/>
              <a:gd name="connsiteX26646" fmla="*/ 4455141 w 5158787"/>
              <a:gd name="connsiteY26646" fmla="*/ 1653446 h 4489084"/>
              <a:gd name="connsiteX26647" fmla="*/ 4455141 w 5158787"/>
              <a:gd name="connsiteY26647" fmla="*/ 1652202 h 4489084"/>
              <a:gd name="connsiteX26648" fmla="*/ 4463789 w 5158787"/>
              <a:gd name="connsiteY26648" fmla="*/ 1637218 h 4489084"/>
              <a:gd name="connsiteX26649" fmla="*/ 4464854 w 5158787"/>
              <a:gd name="connsiteY26649" fmla="*/ 1636626 h 4489084"/>
              <a:gd name="connsiteX26650" fmla="*/ 4397219 w 5158787"/>
              <a:gd name="connsiteY26650" fmla="*/ 1636626 h 4489084"/>
              <a:gd name="connsiteX26651" fmla="*/ 4414571 w 5158787"/>
              <a:gd name="connsiteY26651" fmla="*/ 1636626 h 4489084"/>
              <a:gd name="connsiteX26652" fmla="*/ 4415638 w 5158787"/>
              <a:gd name="connsiteY26652" fmla="*/ 1637218 h 4489084"/>
              <a:gd name="connsiteX26653" fmla="*/ 4424284 w 5158787"/>
              <a:gd name="connsiteY26653" fmla="*/ 1652202 h 4489084"/>
              <a:gd name="connsiteX26654" fmla="*/ 4424284 w 5158787"/>
              <a:gd name="connsiteY26654" fmla="*/ 1653446 h 4489084"/>
              <a:gd name="connsiteX26655" fmla="*/ 4415638 w 5158787"/>
              <a:gd name="connsiteY26655" fmla="*/ 1668430 h 4489084"/>
              <a:gd name="connsiteX26656" fmla="*/ 4414571 w 5158787"/>
              <a:gd name="connsiteY26656" fmla="*/ 1669022 h 4489084"/>
              <a:gd name="connsiteX26657" fmla="*/ 4397219 w 5158787"/>
              <a:gd name="connsiteY26657" fmla="*/ 1669022 h 4489084"/>
              <a:gd name="connsiteX26658" fmla="*/ 4396152 w 5158787"/>
              <a:gd name="connsiteY26658" fmla="*/ 1668430 h 4489084"/>
              <a:gd name="connsiteX26659" fmla="*/ 4387506 w 5158787"/>
              <a:gd name="connsiteY26659" fmla="*/ 1653446 h 4489084"/>
              <a:gd name="connsiteX26660" fmla="*/ 4387506 w 5158787"/>
              <a:gd name="connsiteY26660" fmla="*/ 1652202 h 4489084"/>
              <a:gd name="connsiteX26661" fmla="*/ 4396152 w 5158787"/>
              <a:gd name="connsiteY26661" fmla="*/ 1637218 h 4489084"/>
              <a:gd name="connsiteX26662" fmla="*/ 4397219 w 5158787"/>
              <a:gd name="connsiteY26662" fmla="*/ 1636626 h 4489084"/>
              <a:gd name="connsiteX26663" fmla="*/ 3315117 w 5158787"/>
              <a:gd name="connsiteY26663" fmla="*/ 1636626 h 4489084"/>
              <a:gd name="connsiteX26664" fmla="*/ 3332471 w 5158787"/>
              <a:gd name="connsiteY26664" fmla="*/ 1636626 h 4489084"/>
              <a:gd name="connsiteX26665" fmla="*/ 3333536 w 5158787"/>
              <a:gd name="connsiteY26665" fmla="*/ 1637218 h 4489084"/>
              <a:gd name="connsiteX26666" fmla="*/ 3342184 w 5158787"/>
              <a:gd name="connsiteY26666" fmla="*/ 1652202 h 4489084"/>
              <a:gd name="connsiteX26667" fmla="*/ 3342184 w 5158787"/>
              <a:gd name="connsiteY26667" fmla="*/ 1653446 h 4489084"/>
              <a:gd name="connsiteX26668" fmla="*/ 3333536 w 5158787"/>
              <a:gd name="connsiteY26668" fmla="*/ 1668430 h 4489084"/>
              <a:gd name="connsiteX26669" fmla="*/ 3332471 w 5158787"/>
              <a:gd name="connsiteY26669" fmla="*/ 1669022 h 4489084"/>
              <a:gd name="connsiteX26670" fmla="*/ 3315117 w 5158787"/>
              <a:gd name="connsiteY26670" fmla="*/ 1669022 h 4489084"/>
              <a:gd name="connsiteX26671" fmla="*/ 3314052 w 5158787"/>
              <a:gd name="connsiteY26671" fmla="*/ 1668430 h 4489084"/>
              <a:gd name="connsiteX26672" fmla="*/ 3305404 w 5158787"/>
              <a:gd name="connsiteY26672" fmla="*/ 1653446 h 4489084"/>
              <a:gd name="connsiteX26673" fmla="*/ 3305404 w 5158787"/>
              <a:gd name="connsiteY26673" fmla="*/ 1652202 h 4489084"/>
              <a:gd name="connsiteX26674" fmla="*/ 3314052 w 5158787"/>
              <a:gd name="connsiteY26674" fmla="*/ 1637218 h 4489084"/>
              <a:gd name="connsiteX26675" fmla="*/ 3315117 w 5158787"/>
              <a:gd name="connsiteY26675" fmla="*/ 1636626 h 4489084"/>
              <a:gd name="connsiteX26676" fmla="*/ 609834 w 5158787"/>
              <a:gd name="connsiteY26676" fmla="*/ 1636389 h 4489084"/>
              <a:gd name="connsiteX26677" fmla="*/ 627365 w 5158787"/>
              <a:gd name="connsiteY26677" fmla="*/ 1636389 h 4489084"/>
              <a:gd name="connsiteX26678" fmla="*/ 628431 w 5158787"/>
              <a:gd name="connsiteY26678" fmla="*/ 1636981 h 4489084"/>
              <a:gd name="connsiteX26679" fmla="*/ 637196 w 5158787"/>
              <a:gd name="connsiteY26679" fmla="*/ 1652202 h 4489084"/>
              <a:gd name="connsiteX26680" fmla="*/ 637196 w 5158787"/>
              <a:gd name="connsiteY26680" fmla="*/ 1653446 h 4489084"/>
              <a:gd name="connsiteX26681" fmla="*/ 628431 w 5158787"/>
              <a:gd name="connsiteY26681" fmla="*/ 1668667 h 4489084"/>
              <a:gd name="connsiteX26682" fmla="*/ 627365 w 5158787"/>
              <a:gd name="connsiteY26682" fmla="*/ 1669259 h 4489084"/>
              <a:gd name="connsiteX26683" fmla="*/ 609834 w 5158787"/>
              <a:gd name="connsiteY26683" fmla="*/ 1669259 h 4489084"/>
              <a:gd name="connsiteX26684" fmla="*/ 608768 w 5158787"/>
              <a:gd name="connsiteY26684" fmla="*/ 1668667 h 4489084"/>
              <a:gd name="connsiteX26685" fmla="*/ 600003 w 5158787"/>
              <a:gd name="connsiteY26685" fmla="*/ 1653446 h 4489084"/>
              <a:gd name="connsiteX26686" fmla="*/ 600003 w 5158787"/>
              <a:gd name="connsiteY26686" fmla="*/ 1652202 h 4489084"/>
              <a:gd name="connsiteX26687" fmla="*/ 608768 w 5158787"/>
              <a:gd name="connsiteY26687" fmla="*/ 1636981 h 4489084"/>
              <a:gd name="connsiteX26688" fmla="*/ 609834 w 5158787"/>
              <a:gd name="connsiteY26688" fmla="*/ 1636389 h 4489084"/>
              <a:gd name="connsiteX26689" fmla="*/ 4329406 w 5158787"/>
              <a:gd name="connsiteY26689" fmla="*/ 1636211 h 4489084"/>
              <a:gd name="connsiteX26690" fmla="*/ 4347174 w 5158787"/>
              <a:gd name="connsiteY26690" fmla="*/ 1636211 h 4489084"/>
              <a:gd name="connsiteX26691" fmla="*/ 4348240 w 5158787"/>
              <a:gd name="connsiteY26691" fmla="*/ 1636862 h 4489084"/>
              <a:gd name="connsiteX26692" fmla="*/ 4357124 w 5158787"/>
              <a:gd name="connsiteY26692" fmla="*/ 1652261 h 4489084"/>
              <a:gd name="connsiteX26693" fmla="*/ 4357124 w 5158787"/>
              <a:gd name="connsiteY26693" fmla="*/ 1653505 h 4489084"/>
              <a:gd name="connsiteX26694" fmla="*/ 4348240 w 5158787"/>
              <a:gd name="connsiteY26694" fmla="*/ 1668903 h 4489084"/>
              <a:gd name="connsiteX26695" fmla="*/ 4347174 w 5158787"/>
              <a:gd name="connsiteY26695" fmla="*/ 1669555 h 4489084"/>
              <a:gd name="connsiteX26696" fmla="*/ 4329406 w 5158787"/>
              <a:gd name="connsiteY26696" fmla="*/ 1669555 h 4489084"/>
              <a:gd name="connsiteX26697" fmla="*/ 4328341 w 5158787"/>
              <a:gd name="connsiteY26697" fmla="*/ 1668903 h 4489084"/>
              <a:gd name="connsiteX26698" fmla="*/ 4319457 w 5158787"/>
              <a:gd name="connsiteY26698" fmla="*/ 1653505 h 4489084"/>
              <a:gd name="connsiteX26699" fmla="*/ 4319457 w 5158787"/>
              <a:gd name="connsiteY26699" fmla="*/ 1652261 h 4489084"/>
              <a:gd name="connsiteX26700" fmla="*/ 4328341 w 5158787"/>
              <a:gd name="connsiteY26700" fmla="*/ 1636862 h 4489084"/>
              <a:gd name="connsiteX26701" fmla="*/ 4329406 w 5158787"/>
              <a:gd name="connsiteY26701" fmla="*/ 1636211 h 4489084"/>
              <a:gd name="connsiteX26702" fmla="*/ 4532133 w 5158787"/>
              <a:gd name="connsiteY26702" fmla="*/ 1635974 h 4489084"/>
              <a:gd name="connsiteX26703" fmla="*/ 4550138 w 5158787"/>
              <a:gd name="connsiteY26703" fmla="*/ 1635974 h 4489084"/>
              <a:gd name="connsiteX26704" fmla="*/ 4551263 w 5158787"/>
              <a:gd name="connsiteY26704" fmla="*/ 1636625 h 4489084"/>
              <a:gd name="connsiteX26705" fmla="*/ 4560265 w 5158787"/>
              <a:gd name="connsiteY26705" fmla="*/ 1652202 h 4489084"/>
              <a:gd name="connsiteX26706" fmla="*/ 4560265 w 5158787"/>
              <a:gd name="connsiteY26706" fmla="*/ 1653445 h 4489084"/>
              <a:gd name="connsiteX26707" fmla="*/ 4551263 w 5158787"/>
              <a:gd name="connsiteY26707" fmla="*/ 1669021 h 4489084"/>
              <a:gd name="connsiteX26708" fmla="*/ 4550138 w 5158787"/>
              <a:gd name="connsiteY26708" fmla="*/ 1669673 h 4489084"/>
              <a:gd name="connsiteX26709" fmla="*/ 4532133 w 5158787"/>
              <a:gd name="connsiteY26709" fmla="*/ 1669673 h 4489084"/>
              <a:gd name="connsiteX26710" fmla="*/ 4531008 w 5158787"/>
              <a:gd name="connsiteY26710" fmla="*/ 1669021 h 4489084"/>
              <a:gd name="connsiteX26711" fmla="*/ 4522006 w 5158787"/>
              <a:gd name="connsiteY26711" fmla="*/ 1653445 h 4489084"/>
              <a:gd name="connsiteX26712" fmla="*/ 4522006 w 5158787"/>
              <a:gd name="connsiteY26712" fmla="*/ 1652202 h 4489084"/>
              <a:gd name="connsiteX26713" fmla="*/ 4531008 w 5158787"/>
              <a:gd name="connsiteY26713" fmla="*/ 1636625 h 4489084"/>
              <a:gd name="connsiteX26714" fmla="*/ 4532133 w 5158787"/>
              <a:gd name="connsiteY26714" fmla="*/ 1635974 h 4489084"/>
              <a:gd name="connsiteX26715" fmla="*/ 541962 w 5158787"/>
              <a:gd name="connsiteY26715" fmla="*/ 1635974 h 4489084"/>
              <a:gd name="connsiteX26716" fmla="*/ 559967 w 5158787"/>
              <a:gd name="connsiteY26716" fmla="*/ 1635974 h 4489084"/>
              <a:gd name="connsiteX26717" fmla="*/ 561092 w 5158787"/>
              <a:gd name="connsiteY26717" fmla="*/ 1636625 h 4489084"/>
              <a:gd name="connsiteX26718" fmla="*/ 570094 w 5158787"/>
              <a:gd name="connsiteY26718" fmla="*/ 1652202 h 4489084"/>
              <a:gd name="connsiteX26719" fmla="*/ 570094 w 5158787"/>
              <a:gd name="connsiteY26719" fmla="*/ 1653445 h 4489084"/>
              <a:gd name="connsiteX26720" fmla="*/ 561092 w 5158787"/>
              <a:gd name="connsiteY26720" fmla="*/ 1669021 h 4489084"/>
              <a:gd name="connsiteX26721" fmla="*/ 559967 w 5158787"/>
              <a:gd name="connsiteY26721" fmla="*/ 1669673 h 4489084"/>
              <a:gd name="connsiteX26722" fmla="*/ 541962 w 5158787"/>
              <a:gd name="connsiteY26722" fmla="*/ 1669673 h 4489084"/>
              <a:gd name="connsiteX26723" fmla="*/ 540837 w 5158787"/>
              <a:gd name="connsiteY26723" fmla="*/ 1669021 h 4489084"/>
              <a:gd name="connsiteX26724" fmla="*/ 531835 w 5158787"/>
              <a:gd name="connsiteY26724" fmla="*/ 1653445 h 4489084"/>
              <a:gd name="connsiteX26725" fmla="*/ 531835 w 5158787"/>
              <a:gd name="connsiteY26725" fmla="*/ 1652202 h 4489084"/>
              <a:gd name="connsiteX26726" fmla="*/ 540837 w 5158787"/>
              <a:gd name="connsiteY26726" fmla="*/ 1636625 h 4489084"/>
              <a:gd name="connsiteX26727" fmla="*/ 541962 w 5158787"/>
              <a:gd name="connsiteY26727" fmla="*/ 1635974 h 4489084"/>
              <a:gd name="connsiteX26728" fmla="*/ 1759156 w 5158787"/>
              <a:gd name="connsiteY26728" fmla="*/ 1635797 h 4489084"/>
              <a:gd name="connsiteX26729" fmla="*/ 1777397 w 5158787"/>
              <a:gd name="connsiteY26729" fmla="*/ 1635797 h 4489084"/>
              <a:gd name="connsiteX26730" fmla="*/ 1778522 w 5158787"/>
              <a:gd name="connsiteY26730" fmla="*/ 1636448 h 4489084"/>
              <a:gd name="connsiteX26731" fmla="*/ 1787643 w 5158787"/>
              <a:gd name="connsiteY26731" fmla="*/ 1652202 h 4489084"/>
              <a:gd name="connsiteX26732" fmla="*/ 1787643 w 5158787"/>
              <a:gd name="connsiteY26732" fmla="*/ 1653505 h 4489084"/>
              <a:gd name="connsiteX26733" fmla="*/ 1778522 w 5158787"/>
              <a:gd name="connsiteY26733" fmla="*/ 1669259 h 4489084"/>
              <a:gd name="connsiteX26734" fmla="*/ 1777397 w 5158787"/>
              <a:gd name="connsiteY26734" fmla="*/ 1669911 h 4489084"/>
              <a:gd name="connsiteX26735" fmla="*/ 1759156 w 5158787"/>
              <a:gd name="connsiteY26735" fmla="*/ 1669911 h 4489084"/>
              <a:gd name="connsiteX26736" fmla="*/ 1758030 w 5158787"/>
              <a:gd name="connsiteY26736" fmla="*/ 1669259 h 4489084"/>
              <a:gd name="connsiteX26737" fmla="*/ 1748910 w 5158787"/>
              <a:gd name="connsiteY26737" fmla="*/ 1653505 h 4489084"/>
              <a:gd name="connsiteX26738" fmla="*/ 1748910 w 5158787"/>
              <a:gd name="connsiteY26738" fmla="*/ 1652202 h 4489084"/>
              <a:gd name="connsiteX26739" fmla="*/ 1758030 w 5158787"/>
              <a:gd name="connsiteY26739" fmla="*/ 1636448 h 4489084"/>
              <a:gd name="connsiteX26740" fmla="*/ 1759156 w 5158787"/>
              <a:gd name="connsiteY26740" fmla="*/ 1635797 h 4489084"/>
              <a:gd name="connsiteX26741" fmla="*/ 1015230 w 5158787"/>
              <a:gd name="connsiteY26741" fmla="*/ 1635797 h 4489084"/>
              <a:gd name="connsiteX26742" fmla="*/ 1033471 w 5158787"/>
              <a:gd name="connsiteY26742" fmla="*/ 1635797 h 4489084"/>
              <a:gd name="connsiteX26743" fmla="*/ 1034596 w 5158787"/>
              <a:gd name="connsiteY26743" fmla="*/ 1636448 h 4489084"/>
              <a:gd name="connsiteX26744" fmla="*/ 1043717 w 5158787"/>
              <a:gd name="connsiteY26744" fmla="*/ 1652202 h 4489084"/>
              <a:gd name="connsiteX26745" fmla="*/ 1043717 w 5158787"/>
              <a:gd name="connsiteY26745" fmla="*/ 1653505 h 4489084"/>
              <a:gd name="connsiteX26746" fmla="*/ 1034596 w 5158787"/>
              <a:gd name="connsiteY26746" fmla="*/ 1669259 h 4489084"/>
              <a:gd name="connsiteX26747" fmla="*/ 1033471 w 5158787"/>
              <a:gd name="connsiteY26747" fmla="*/ 1669911 h 4489084"/>
              <a:gd name="connsiteX26748" fmla="*/ 1015230 w 5158787"/>
              <a:gd name="connsiteY26748" fmla="*/ 1669911 h 4489084"/>
              <a:gd name="connsiteX26749" fmla="*/ 1014104 w 5158787"/>
              <a:gd name="connsiteY26749" fmla="*/ 1669259 h 4489084"/>
              <a:gd name="connsiteX26750" fmla="*/ 1004984 w 5158787"/>
              <a:gd name="connsiteY26750" fmla="*/ 1653505 h 4489084"/>
              <a:gd name="connsiteX26751" fmla="*/ 1004984 w 5158787"/>
              <a:gd name="connsiteY26751" fmla="*/ 1652202 h 4489084"/>
              <a:gd name="connsiteX26752" fmla="*/ 1014104 w 5158787"/>
              <a:gd name="connsiteY26752" fmla="*/ 1636448 h 4489084"/>
              <a:gd name="connsiteX26753" fmla="*/ 1015230 w 5158787"/>
              <a:gd name="connsiteY26753" fmla="*/ 1635797 h 4489084"/>
              <a:gd name="connsiteX26754" fmla="*/ 879959 w 5158787"/>
              <a:gd name="connsiteY26754" fmla="*/ 1635797 h 4489084"/>
              <a:gd name="connsiteX26755" fmla="*/ 898201 w 5158787"/>
              <a:gd name="connsiteY26755" fmla="*/ 1635797 h 4489084"/>
              <a:gd name="connsiteX26756" fmla="*/ 899326 w 5158787"/>
              <a:gd name="connsiteY26756" fmla="*/ 1636448 h 4489084"/>
              <a:gd name="connsiteX26757" fmla="*/ 908447 w 5158787"/>
              <a:gd name="connsiteY26757" fmla="*/ 1652202 h 4489084"/>
              <a:gd name="connsiteX26758" fmla="*/ 908447 w 5158787"/>
              <a:gd name="connsiteY26758" fmla="*/ 1653505 h 4489084"/>
              <a:gd name="connsiteX26759" fmla="*/ 899326 w 5158787"/>
              <a:gd name="connsiteY26759" fmla="*/ 1669259 h 4489084"/>
              <a:gd name="connsiteX26760" fmla="*/ 898201 w 5158787"/>
              <a:gd name="connsiteY26760" fmla="*/ 1669911 h 4489084"/>
              <a:gd name="connsiteX26761" fmla="*/ 879959 w 5158787"/>
              <a:gd name="connsiteY26761" fmla="*/ 1669911 h 4489084"/>
              <a:gd name="connsiteX26762" fmla="*/ 878834 w 5158787"/>
              <a:gd name="connsiteY26762" fmla="*/ 1669259 h 4489084"/>
              <a:gd name="connsiteX26763" fmla="*/ 869714 w 5158787"/>
              <a:gd name="connsiteY26763" fmla="*/ 1653505 h 4489084"/>
              <a:gd name="connsiteX26764" fmla="*/ 869714 w 5158787"/>
              <a:gd name="connsiteY26764" fmla="*/ 1652202 h 4489084"/>
              <a:gd name="connsiteX26765" fmla="*/ 878834 w 5158787"/>
              <a:gd name="connsiteY26765" fmla="*/ 1636448 h 4489084"/>
              <a:gd name="connsiteX26766" fmla="*/ 879959 w 5158787"/>
              <a:gd name="connsiteY26766" fmla="*/ 1635797 h 4489084"/>
              <a:gd name="connsiteX26767" fmla="*/ 4599650 w 5158787"/>
              <a:gd name="connsiteY26767" fmla="*/ 1635678 h 4489084"/>
              <a:gd name="connsiteX26768" fmla="*/ 4617950 w 5158787"/>
              <a:gd name="connsiteY26768" fmla="*/ 1635678 h 4489084"/>
              <a:gd name="connsiteX26769" fmla="*/ 4619076 w 5158787"/>
              <a:gd name="connsiteY26769" fmla="*/ 1636330 h 4489084"/>
              <a:gd name="connsiteX26770" fmla="*/ 4628255 w 5158787"/>
              <a:gd name="connsiteY26770" fmla="*/ 1652202 h 4489084"/>
              <a:gd name="connsiteX26771" fmla="*/ 4628255 w 5158787"/>
              <a:gd name="connsiteY26771" fmla="*/ 1653505 h 4489084"/>
              <a:gd name="connsiteX26772" fmla="*/ 4619076 w 5158787"/>
              <a:gd name="connsiteY26772" fmla="*/ 1669377 h 4489084"/>
              <a:gd name="connsiteX26773" fmla="*/ 4617950 w 5158787"/>
              <a:gd name="connsiteY26773" fmla="*/ 1670029 h 4489084"/>
              <a:gd name="connsiteX26774" fmla="*/ 4599650 w 5158787"/>
              <a:gd name="connsiteY26774" fmla="*/ 1670029 h 4489084"/>
              <a:gd name="connsiteX26775" fmla="*/ 4598525 w 5158787"/>
              <a:gd name="connsiteY26775" fmla="*/ 1669377 h 4489084"/>
              <a:gd name="connsiteX26776" fmla="*/ 4589345 w 5158787"/>
              <a:gd name="connsiteY26776" fmla="*/ 1653505 h 4489084"/>
              <a:gd name="connsiteX26777" fmla="*/ 4589345 w 5158787"/>
              <a:gd name="connsiteY26777" fmla="*/ 1652202 h 4489084"/>
              <a:gd name="connsiteX26778" fmla="*/ 4598525 w 5158787"/>
              <a:gd name="connsiteY26778" fmla="*/ 1636330 h 4489084"/>
              <a:gd name="connsiteX26779" fmla="*/ 4599650 w 5158787"/>
              <a:gd name="connsiteY26779" fmla="*/ 1635678 h 4489084"/>
              <a:gd name="connsiteX26780" fmla="*/ 812324 w 5158787"/>
              <a:gd name="connsiteY26780" fmla="*/ 1635678 h 4489084"/>
              <a:gd name="connsiteX26781" fmla="*/ 830624 w 5158787"/>
              <a:gd name="connsiteY26781" fmla="*/ 1635678 h 4489084"/>
              <a:gd name="connsiteX26782" fmla="*/ 831750 w 5158787"/>
              <a:gd name="connsiteY26782" fmla="*/ 1636330 h 4489084"/>
              <a:gd name="connsiteX26783" fmla="*/ 840930 w 5158787"/>
              <a:gd name="connsiteY26783" fmla="*/ 1652202 h 4489084"/>
              <a:gd name="connsiteX26784" fmla="*/ 840930 w 5158787"/>
              <a:gd name="connsiteY26784" fmla="*/ 1653505 h 4489084"/>
              <a:gd name="connsiteX26785" fmla="*/ 831750 w 5158787"/>
              <a:gd name="connsiteY26785" fmla="*/ 1669377 h 4489084"/>
              <a:gd name="connsiteX26786" fmla="*/ 830624 w 5158787"/>
              <a:gd name="connsiteY26786" fmla="*/ 1670029 h 4489084"/>
              <a:gd name="connsiteX26787" fmla="*/ 812324 w 5158787"/>
              <a:gd name="connsiteY26787" fmla="*/ 1670029 h 4489084"/>
              <a:gd name="connsiteX26788" fmla="*/ 811199 w 5158787"/>
              <a:gd name="connsiteY26788" fmla="*/ 1669377 h 4489084"/>
              <a:gd name="connsiteX26789" fmla="*/ 802019 w 5158787"/>
              <a:gd name="connsiteY26789" fmla="*/ 1653505 h 4489084"/>
              <a:gd name="connsiteX26790" fmla="*/ 802019 w 5158787"/>
              <a:gd name="connsiteY26790" fmla="*/ 1652202 h 4489084"/>
              <a:gd name="connsiteX26791" fmla="*/ 811199 w 5158787"/>
              <a:gd name="connsiteY26791" fmla="*/ 1636330 h 4489084"/>
              <a:gd name="connsiteX26792" fmla="*/ 812324 w 5158787"/>
              <a:gd name="connsiteY26792" fmla="*/ 1635678 h 4489084"/>
              <a:gd name="connsiteX26793" fmla="*/ 947535 w 5158787"/>
              <a:gd name="connsiteY26793" fmla="*/ 1635560 h 4489084"/>
              <a:gd name="connsiteX26794" fmla="*/ 965954 w 5158787"/>
              <a:gd name="connsiteY26794" fmla="*/ 1635560 h 4489084"/>
              <a:gd name="connsiteX26795" fmla="*/ 967079 w 5158787"/>
              <a:gd name="connsiteY26795" fmla="*/ 1636211 h 4489084"/>
              <a:gd name="connsiteX26796" fmla="*/ 976319 w 5158787"/>
              <a:gd name="connsiteY26796" fmla="*/ 1652202 h 4489084"/>
              <a:gd name="connsiteX26797" fmla="*/ 976319 w 5158787"/>
              <a:gd name="connsiteY26797" fmla="*/ 1653505 h 4489084"/>
              <a:gd name="connsiteX26798" fmla="*/ 967079 w 5158787"/>
              <a:gd name="connsiteY26798" fmla="*/ 1669496 h 4489084"/>
              <a:gd name="connsiteX26799" fmla="*/ 965954 w 5158787"/>
              <a:gd name="connsiteY26799" fmla="*/ 1670147 h 4489084"/>
              <a:gd name="connsiteX26800" fmla="*/ 947535 w 5158787"/>
              <a:gd name="connsiteY26800" fmla="*/ 1670147 h 4489084"/>
              <a:gd name="connsiteX26801" fmla="*/ 946410 w 5158787"/>
              <a:gd name="connsiteY26801" fmla="*/ 1669496 h 4489084"/>
              <a:gd name="connsiteX26802" fmla="*/ 937171 w 5158787"/>
              <a:gd name="connsiteY26802" fmla="*/ 1653505 h 4489084"/>
              <a:gd name="connsiteX26803" fmla="*/ 937171 w 5158787"/>
              <a:gd name="connsiteY26803" fmla="*/ 1652202 h 4489084"/>
              <a:gd name="connsiteX26804" fmla="*/ 946410 w 5158787"/>
              <a:gd name="connsiteY26804" fmla="*/ 1636211 h 4489084"/>
              <a:gd name="connsiteX26805" fmla="*/ 947535 w 5158787"/>
              <a:gd name="connsiteY26805" fmla="*/ 1635560 h 4489084"/>
              <a:gd name="connsiteX26806" fmla="*/ 1217602 w 5158787"/>
              <a:gd name="connsiteY26806" fmla="*/ 1634731 h 4489084"/>
              <a:gd name="connsiteX26807" fmla="*/ 1236909 w 5158787"/>
              <a:gd name="connsiteY26807" fmla="*/ 1634731 h 4489084"/>
              <a:gd name="connsiteX26808" fmla="*/ 1238094 w 5158787"/>
              <a:gd name="connsiteY26808" fmla="*/ 1635442 h 4489084"/>
              <a:gd name="connsiteX26809" fmla="*/ 1247748 w 5158787"/>
              <a:gd name="connsiteY26809" fmla="*/ 1652202 h 4489084"/>
              <a:gd name="connsiteX26810" fmla="*/ 1247748 w 5158787"/>
              <a:gd name="connsiteY26810" fmla="*/ 1653565 h 4489084"/>
              <a:gd name="connsiteX26811" fmla="*/ 1238094 w 5158787"/>
              <a:gd name="connsiteY26811" fmla="*/ 1670325 h 4489084"/>
              <a:gd name="connsiteX26812" fmla="*/ 1236909 w 5158787"/>
              <a:gd name="connsiteY26812" fmla="*/ 1671036 h 4489084"/>
              <a:gd name="connsiteX26813" fmla="*/ 1217602 w 5158787"/>
              <a:gd name="connsiteY26813" fmla="*/ 1671036 h 4489084"/>
              <a:gd name="connsiteX26814" fmla="*/ 1216417 w 5158787"/>
              <a:gd name="connsiteY26814" fmla="*/ 1670325 h 4489084"/>
              <a:gd name="connsiteX26815" fmla="*/ 1206764 w 5158787"/>
              <a:gd name="connsiteY26815" fmla="*/ 1653565 h 4489084"/>
              <a:gd name="connsiteX26816" fmla="*/ 1206764 w 5158787"/>
              <a:gd name="connsiteY26816" fmla="*/ 1652202 h 4489084"/>
              <a:gd name="connsiteX26817" fmla="*/ 1216417 w 5158787"/>
              <a:gd name="connsiteY26817" fmla="*/ 1635442 h 4489084"/>
              <a:gd name="connsiteX26818" fmla="*/ 1217602 w 5158787"/>
              <a:gd name="connsiteY26818" fmla="*/ 1634731 h 4489084"/>
              <a:gd name="connsiteX26819" fmla="*/ 1690928 w 5158787"/>
              <a:gd name="connsiteY26819" fmla="*/ 1634612 h 4489084"/>
              <a:gd name="connsiteX26820" fmla="*/ 1710354 w 5158787"/>
              <a:gd name="connsiteY26820" fmla="*/ 1634612 h 4489084"/>
              <a:gd name="connsiteX26821" fmla="*/ 1711539 w 5158787"/>
              <a:gd name="connsiteY26821" fmla="*/ 1635323 h 4489084"/>
              <a:gd name="connsiteX26822" fmla="*/ 1721251 w 5158787"/>
              <a:gd name="connsiteY26822" fmla="*/ 1652143 h 4489084"/>
              <a:gd name="connsiteX26823" fmla="*/ 1721251 w 5158787"/>
              <a:gd name="connsiteY26823" fmla="*/ 1653505 h 4489084"/>
              <a:gd name="connsiteX26824" fmla="*/ 1711539 w 5158787"/>
              <a:gd name="connsiteY26824" fmla="*/ 1670325 h 4489084"/>
              <a:gd name="connsiteX26825" fmla="*/ 1710354 w 5158787"/>
              <a:gd name="connsiteY26825" fmla="*/ 1671036 h 4489084"/>
              <a:gd name="connsiteX26826" fmla="*/ 1690928 w 5158787"/>
              <a:gd name="connsiteY26826" fmla="*/ 1671036 h 4489084"/>
              <a:gd name="connsiteX26827" fmla="*/ 1689744 w 5158787"/>
              <a:gd name="connsiteY26827" fmla="*/ 1670325 h 4489084"/>
              <a:gd name="connsiteX26828" fmla="*/ 1680031 w 5158787"/>
              <a:gd name="connsiteY26828" fmla="*/ 1653505 h 4489084"/>
              <a:gd name="connsiteX26829" fmla="*/ 1680031 w 5158787"/>
              <a:gd name="connsiteY26829" fmla="*/ 1652143 h 4489084"/>
              <a:gd name="connsiteX26830" fmla="*/ 1689744 w 5158787"/>
              <a:gd name="connsiteY26830" fmla="*/ 1635323 h 4489084"/>
              <a:gd name="connsiteX26831" fmla="*/ 1690928 w 5158787"/>
              <a:gd name="connsiteY26831" fmla="*/ 1634612 h 4489084"/>
              <a:gd name="connsiteX26832" fmla="*/ 1082272 w 5158787"/>
              <a:gd name="connsiteY26832" fmla="*/ 1634612 h 4489084"/>
              <a:gd name="connsiteX26833" fmla="*/ 1101698 w 5158787"/>
              <a:gd name="connsiteY26833" fmla="*/ 1634612 h 4489084"/>
              <a:gd name="connsiteX26834" fmla="*/ 1102882 w 5158787"/>
              <a:gd name="connsiteY26834" fmla="*/ 1635323 h 4489084"/>
              <a:gd name="connsiteX26835" fmla="*/ 1112595 w 5158787"/>
              <a:gd name="connsiteY26835" fmla="*/ 1652143 h 4489084"/>
              <a:gd name="connsiteX26836" fmla="*/ 1112595 w 5158787"/>
              <a:gd name="connsiteY26836" fmla="*/ 1653505 h 4489084"/>
              <a:gd name="connsiteX26837" fmla="*/ 1102882 w 5158787"/>
              <a:gd name="connsiteY26837" fmla="*/ 1670325 h 4489084"/>
              <a:gd name="connsiteX26838" fmla="*/ 1101698 w 5158787"/>
              <a:gd name="connsiteY26838" fmla="*/ 1671036 h 4489084"/>
              <a:gd name="connsiteX26839" fmla="*/ 1082272 w 5158787"/>
              <a:gd name="connsiteY26839" fmla="*/ 1671036 h 4489084"/>
              <a:gd name="connsiteX26840" fmla="*/ 1081088 w 5158787"/>
              <a:gd name="connsiteY26840" fmla="*/ 1670325 h 4489084"/>
              <a:gd name="connsiteX26841" fmla="*/ 1071375 w 5158787"/>
              <a:gd name="connsiteY26841" fmla="*/ 1653505 h 4489084"/>
              <a:gd name="connsiteX26842" fmla="*/ 1071375 w 5158787"/>
              <a:gd name="connsiteY26842" fmla="*/ 1652143 h 4489084"/>
              <a:gd name="connsiteX26843" fmla="*/ 1081088 w 5158787"/>
              <a:gd name="connsiteY26843" fmla="*/ 1635323 h 4489084"/>
              <a:gd name="connsiteX26844" fmla="*/ 1082272 w 5158787"/>
              <a:gd name="connsiteY26844" fmla="*/ 1634612 h 4489084"/>
              <a:gd name="connsiteX26845" fmla="*/ 2501957 w 5158787"/>
              <a:gd name="connsiteY26845" fmla="*/ 1633605 h 4489084"/>
              <a:gd name="connsiteX26846" fmla="*/ 2522509 w 5158787"/>
              <a:gd name="connsiteY26846" fmla="*/ 1633605 h 4489084"/>
              <a:gd name="connsiteX26847" fmla="*/ 2523752 w 5158787"/>
              <a:gd name="connsiteY26847" fmla="*/ 1634316 h 4489084"/>
              <a:gd name="connsiteX26848" fmla="*/ 2533998 w 5158787"/>
              <a:gd name="connsiteY26848" fmla="*/ 1652083 h 4489084"/>
              <a:gd name="connsiteX26849" fmla="*/ 2533998 w 5158787"/>
              <a:gd name="connsiteY26849" fmla="*/ 1653564 h 4489084"/>
              <a:gd name="connsiteX26850" fmla="*/ 2523752 w 5158787"/>
              <a:gd name="connsiteY26850" fmla="*/ 1671331 h 4489084"/>
              <a:gd name="connsiteX26851" fmla="*/ 2522509 w 5158787"/>
              <a:gd name="connsiteY26851" fmla="*/ 1672042 h 4489084"/>
              <a:gd name="connsiteX26852" fmla="*/ 2501957 w 5158787"/>
              <a:gd name="connsiteY26852" fmla="*/ 1672042 h 4489084"/>
              <a:gd name="connsiteX26853" fmla="*/ 2500714 w 5158787"/>
              <a:gd name="connsiteY26853" fmla="*/ 1671331 h 4489084"/>
              <a:gd name="connsiteX26854" fmla="*/ 2490468 w 5158787"/>
              <a:gd name="connsiteY26854" fmla="*/ 1653564 h 4489084"/>
              <a:gd name="connsiteX26855" fmla="*/ 2490468 w 5158787"/>
              <a:gd name="connsiteY26855" fmla="*/ 1652083 h 4489084"/>
              <a:gd name="connsiteX26856" fmla="*/ 2500714 w 5158787"/>
              <a:gd name="connsiteY26856" fmla="*/ 1634316 h 4489084"/>
              <a:gd name="connsiteX26857" fmla="*/ 2501957 w 5158787"/>
              <a:gd name="connsiteY26857" fmla="*/ 1633605 h 4489084"/>
              <a:gd name="connsiteX26858" fmla="*/ 2434263 w 5158787"/>
              <a:gd name="connsiteY26858" fmla="*/ 1633487 h 4489084"/>
              <a:gd name="connsiteX26859" fmla="*/ 2454932 w 5158787"/>
              <a:gd name="connsiteY26859" fmla="*/ 1633487 h 4489084"/>
              <a:gd name="connsiteX26860" fmla="*/ 2456176 w 5158787"/>
              <a:gd name="connsiteY26860" fmla="*/ 1634198 h 4489084"/>
              <a:gd name="connsiteX26861" fmla="*/ 2466481 w 5158787"/>
              <a:gd name="connsiteY26861" fmla="*/ 1652084 h 4489084"/>
              <a:gd name="connsiteX26862" fmla="*/ 2466481 w 5158787"/>
              <a:gd name="connsiteY26862" fmla="*/ 1653564 h 4489084"/>
              <a:gd name="connsiteX26863" fmla="*/ 2456176 w 5158787"/>
              <a:gd name="connsiteY26863" fmla="*/ 1671450 h 4489084"/>
              <a:gd name="connsiteX26864" fmla="*/ 2454932 w 5158787"/>
              <a:gd name="connsiteY26864" fmla="*/ 1672161 h 4489084"/>
              <a:gd name="connsiteX26865" fmla="*/ 2434263 w 5158787"/>
              <a:gd name="connsiteY26865" fmla="*/ 1672161 h 4489084"/>
              <a:gd name="connsiteX26866" fmla="*/ 2433019 w 5158787"/>
              <a:gd name="connsiteY26866" fmla="*/ 1671450 h 4489084"/>
              <a:gd name="connsiteX26867" fmla="*/ 2422714 w 5158787"/>
              <a:gd name="connsiteY26867" fmla="*/ 1653564 h 4489084"/>
              <a:gd name="connsiteX26868" fmla="*/ 2422714 w 5158787"/>
              <a:gd name="connsiteY26868" fmla="*/ 1652084 h 4489084"/>
              <a:gd name="connsiteX26869" fmla="*/ 2433019 w 5158787"/>
              <a:gd name="connsiteY26869" fmla="*/ 1634198 h 4489084"/>
              <a:gd name="connsiteX26870" fmla="*/ 2434263 w 5158787"/>
              <a:gd name="connsiteY26870" fmla="*/ 1633487 h 4489084"/>
              <a:gd name="connsiteX26871" fmla="*/ 3245824 w 5158787"/>
              <a:gd name="connsiteY26871" fmla="*/ 1633427 h 4489084"/>
              <a:gd name="connsiteX26872" fmla="*/ 3266553 w 5158787"/>
              <a:gd name="connsiteY26872" fmla="*/ 1633427 h 4489084"/>
              <a:gd name="connsiteX26873" fmla="*/ 3267796 w 5158787"/>
              <a:gd name="connsiteY26873" fmla="*/ 1634138 h 4489084"/>
              <a:gd name="connsiteX26874" fmla="*/ 3278161 w 5158787"/>
              <a:gd name="connsiteY26874" fmla="*/ 1652142 h 4489084"/>
              <a:gd name="connsiteX26875" fmla="*/ 3278161 w 5158787"/>
              <a:gd name="connsiteY26875" fmla="*/ 1653623 h 4489084"/>
              <a:gd name="connsiteX26876" fmla="*/ 3267796 w 5158787"/>
              <a:gd name="connsiteY26876" fmla="*/ 1671627 h 4489084"/>
              <a:gd name="connsiteX26877" fmla="*/ 3266553 w 5158787"/>
              <a:gd name="connsiteY26877" fmla="*/ 1672338 h 4489084"/>
              <a:gd name="connsiteX26878" fmla="*/ 3245824 w 5158787"/>
              <a:gd name="connsiteY26878" fmla="*/ 1672338 h 4489084"/>
              <a:gd name="connsiteX26879" fmla="*/ 3244581 w 5158787"/>
              <a:gd name="connsiteY26879" fmla="*/ 1671627 h 4489084"/>
              <a:gd name="connsiteX26880" fmla="*/ 3234216 w 5158787"/>
              <a:gd name="connsiteY26880" fmla="*/ 1653623 h 4489084"/>
              <a:gd name="connsiteX26881" fmla="*/ 3234216 w 5158787"/>
              <a:gd name="connsiteY26881" fmla="*/ 1652142 h 4489084"/>
              <a:gd name="connsiteX26882" fmla="*/ 3244581 w 5158787"/>
              <a:gd name="connsiteY26882" fmla="*/ 1634138 h 4489084"/>
              <a:gd name="connsiteX26883" fmla="*/ 3245824 w 5158787"/>
              <a:gd name="connsiteY26883" fmla="*/ 1633427 h 4489084"/>
              <a:gd name="connsiteX26884" fmla="*/ 4665983 w 5158787"/>
              <a:gd name="connsiteY26884" fmla="*/ 1633309 h 4489084"/>
              <a:gd name="connsiteX26885" fmla="*/ 4686830 w 5158787"/>
              <a:gd name="connsiteY26885" fmla="*/ 1633309 h 4489084"/>
              <a:gd name="connsiteX26886" fmla="*/ 4688133 w 5158787"/>
              <a:gd name="connsiteY26886" fmla="*/ 1634020 h 4489084"/>
              <a:gd name="connsiteX26887" fmla="*/ 4698557 w 5158787"/>
              <a:gd name="connsiteY26887" fmla="*/ 1652083 h 4489084"/>
              <a:gd name="connsiteX26888" fmla="*/ 4698557 w 5158787"/>
              <a:gd name="connsiteY26888" fmla="*/ 1653564 h 4489084"/>
              <a:gd name="connsiteX26889" fmla="*/ 4688133 w 5158787"/>
              <a:gd name="connsiteY26889" fmla="*/ 1671627 h 4489084"/>
              <a:gd name="connsiteX26890" fmla="*/ 4686830 w 5158787"/>
              <a:gd name="connsiteY26890" fmla="*/ 1672338 h 4489084"/>
              <a:gd name="connsiteX26891" fmla="*/ 4665983 w 5158787"/>
              <a:gd name="connsiteY26891" fmla="*/ 1672338 h 4489084"/>
              <a:gd name="connsiteX26892" fmla="*/ 4664679 w 5158787"/>
              <a:gd name="connsiteY26892" fmla="*/ 1671627 h 4489084"/>
              <a:gd name="connsiteX26893" fmla="*/ 4654256 w 5158787"/>
              <a:gd name="connsiteY26893" fmla="*/ 1653564 h 4489084"/>
              <a:gd name="connsiteX26894" fmla="*/ 4654256 w 5158787"/>
              <a:gd name="connsiteY26894" fmla="*/ 1652083 h 4489084"/>
              <a:gd name="connsiteX26895" fmla="*/ 4664679 w 5158787"/>
              <a:gd name="connsiteY26895" fmla="*/ 1634020 h 4489084"/>
              <a:gd name="connsiteX26896" fmla="*/ 4665983 w 5158787"/>
              <a:gd name="connsiteY26896" fmla="*/ 1633309 h 4489084"/>
              <a:gd name="connsiteX26897" fmla="*/ 2569414 w 5158787"/>
              <a:gd name="connsiteY26897" fmla="*/ 1633191 h 4489084"/>
              <a:gd name="connsiteX26898" fmla="*/ 2590379 w 5158787"/>
              <a:gd name="connsiteY26898" fmla="*/ 1633191 h 4489084"/>
              <a:gd name="connsiteX26899" fmla="*/ 2591682 w 5158787"/>
              <a:gd name="connsiteY26899" fmla="*/ 1633961 h 4489084"/>
              <a:gd name="connsiteX26900" fmla="*/ 2602165 w 5158787"/>
              <a:gd name="connsiteY26900" fmla="*/ 1652143 h 4489084"/>
              <a:gd name="connsiteX26901" fmla="*/ 2602165 w 5158787"/>
              <a:gd name="connsiteY26901" fmla="*/ 1653624 h 4489084"/>
              <a:gd name="connsiteX26902" fmla="*/ 2591682 w 5158787"/>
              <a:gd name="connsiteY26902" fmla="*/ 1671806 h 4489084"/>
              <a:gd name="connsiteX26903" fmla="*/ 2590379 w 5158787"/>
              <a:gd name="connsiteY26903" fmla="*/ 1672576 h 4489084"/>
              <a:gd name="connsiteX26904" fmla="*/ 2569414 w 5158787"/>
              <a:gd name="connsiteY26904" fmla="*/ 1672576 h 4489084"/>
              <a:gd name="connsiteX26905" fmla="*/ 2568111 w 5158787"/>
              <a:gd name="connsiteY26905" fmla="*/ 1671806 h 4489084"/>
              <a:gd name="connsiteX26906" fmla="*/ 2557628 w 5158787"/>
              <a:gd name="connsiteY26906" fmla="*/ 1653624 h 4489084"/>
              <a:gd name="connsiteX26907" fmla="*/ 2557628 w 5158787"/>
              <a:gd name="connsiteY26907" fmla="*/ 1652143 h 4489084"/>
              <a:gd name="connsiteX26908" fmla="*/ 2568111 w 5158787"/>
              <a:gd name="connsiteY26908" fmla="*/ 1633961 h 4489084"/>
              <a:gd name="connsiteX26909" fmla="*/ 2569414 w 5158787"/>
              <a:gd name="connsiteY26909" fmla="*/ 1633191 h 4489084"/>
              <a:gd name="connsiteX26910" fmla="*/ 2636871 w 5158787"/>
              <a:gd name="connsiteY26910" fmla="*/ 1633013 h 4489084"/>
              <a:gd name="connsiteX26911" fmla="*/ 2658074 w 5158787"/>
              <a:gd name="connsiteY26911" fmla="*/ 1633013 h 4489084"/>
              <a:gd name="connsiteX26912" fmla="*/ 2659377 w 5158787"/>
              <a:gd name="connsiteY26912" fmla="*/ 1633783 h 4489084"/>
              <a:gd name="connsiteX26913" fmla="*/ 2669978 w 5158787"/>
              <a:gd name="connsiteY26913" fmla="*/ 1652143 h 4489084"/>
              <a:gd name="connsiteX26914" fmla="*/ 2669978 w 5158787"/>
              <a:gd name="connsiteY26914" fmla="*/ 1653623 h 4489084"/>
              <a:gd name="connsiteX26915" fmla="*/ 2659377 w 5158787"/>
              <a:gd name="connsiteY26915" fmla="*/ 1671983 h 4489084"/>
              <a:gd name="connsiteX26916" fmla="*/ 2658074 w 5158787"/>
              <a:gd name="connsiteY26916" fmla="*/ 1672753 h 4489084"/>
              <a:gd name="connsiteX26917" fmla="*/ 2636871 w 5158787"/>
              <a:gd name="connsiteY26917" fmla="*/ 1672753 h 4489084"/>
              <a:gd name="connsiteX26918" fmla="*/ 2635568 w 5158787"/>
              <a:gd name="connsiteY26918" fmla="*/ 1671983 h 4489084"/>
              <a:gd name="connsiteX26919" fmla="*/ 2624967 w 5158787"/>
              <a:gd name="connsiteY26919" fmla="*/ 1653623 h 4489084"/>
              <a:gd name="connsiteX26920" fmla="*/ 2624967 w 5158787"/>
              <a:gd name="connsiteY26920" fmla="*/ 1652143 h 4489084"/>
              <a:gd name="connsiteX26921" fmla="*/ 2635568 w 5158787"/>
              <a:gd name="connsiteY26921" fmla="*/ 1633783 h 4489084"/>
              <a:gd name="connsiteX26922" fmla="*/ 2636871 w 5158787"/>
              <a:gd name="connsiteY26922" fmla="*/ 1633013 h 4489084"/>
              <a:gd name="connsiteX26923" fmla="*/ 1622287 w 5158787"/>
              <a:gd name="connsiteY26923" fmla="*/ 1632657 h 4489084"/>
              <a:gd name="connsiteX26924" fmla="*/ 1643786 w 5158787"/>
              <a:gd name="connsiteY26924" fmla="*/ 1632657 h 4489084"/>
              <a:gd name="connsiteX26925" fmla="*/ 1645089 w 5158787"/>
              <a:gd name="connsiteY26925" fmla="*/ 1633427 h 4489084"/>
              <a:gd name="connsiteX26926" fmla="*/ 1655868 w 5158787"/>
              <a:gd name="connsiteY26926" fmla="*/ 1652083 h 4489084"/>
              <a:gd name="connsiteX26927" fmla="*/ 1655868 w 5158787"/>
              <a:gd name="connsiteY26927" fmla="*/ 1653623 h 4489084"/>
              <a:gd name="connsiteX26928" fmla="*/ 1645089 w 5158787"/>
              <a:gd name="connsiteY26928" fmla="*/ 1672279 h 4489084"/>
              <a:gd name="connsiteX26929" fmla="*/ 1643786 w 5158787"/>
              <a:gd name="connsiteY26929" fmla="*/ 1673049 h 4489084"/>
              <a:gd name="connsiteX26930" fmla="*/ 1622287 w 5158787"/>
              <a:gd name="connsiteY26930" fmla="*/ 1673049 h 4489084"/>
              <a:gd name="connsiteX26931" fmla="*/ 1620984 w 5158787"/>
              <a:gd name="connsiteY26931" fmla="*/ 1672279 h 4489084"/>
              <a:gd name="connsiteX26932" fmla="*/ 1610205 w 5158787"/>
              <a:gd name="connsiteY26932" fmla="*/ 1653623 h 4489084"/>
              <a:gd name="connsiteX26933" fmla="*/ 1610205 w 5158787"/>
              <a:gd name="connsiteY26933" fmla="*/ 1652083 h 4489084"/>
              <a:gd name="connsiteX26934" fmla="*/ 1620984 w 5158787"/>
              <a:gd name="connsiteY26934" fmla="*/ 1633427 h 4489084"/>
              <a:gd name="connsiteX26935" fmla="*/ 1622287 w 5158787"/>
              <a:gd name="connsiteY26935" fmla="*/ 1632657 h 4489084"/>
              <a:gd name="connsiteX26936" fmla="*/ 2704329 w 5158787"/>
              <a:gd name="connsiteY26936" fmla="*/ 1632599 h 4489084"/>
              <a:gd name="connsiteX26937" fmla="*/ 2725946 w 5158787"/>
              <a:gd name="connsiteY26937" fmla="*/ 1632599 h 4489084"/>
              <a:gd name="connsiteX26938" fmla="*/ 2727250 w 5158787"/>
              <a:gd name="connsiteY26938" fmla="*/ 1633369 h 4489084"/>
              <a:gd name="connsiteX26939" fmla="*/ 2738087 w 5158787"/>
              <a:gd name="connsiteY26939" fmla="*/ 1652084 h 4489084"/>
              <a:gd name="connsiteX26940" fmla="*/ 2738087 w 5158787"/>
              <a:gd name="connsiteY26940" fmla="*/ 1653624 h 4489084"/>
              <a:gd name="connsiteX26941" fmla="*/ 2727250 w 5158787"/>
              <a:gd name="connsiteY26941" fmla="*/ 1672339 h 4489084"/>
              <a:gd name="connsiteX26942" fmla="*/ 2725946 w 5158787"/>
              <a:gd name="connsiteY26942" fmla="*/ 1673109 h 4489084"/>
              <a:gd name="connsiteX26943" fmla="*/ 2704329 w 5158787"/>
              <a:gd name="connsiteY26943" fmla="*/ 1673109 h 4489084"/>
              <a:gd name="connsiteX26944" fmla="*/ 2703026 w 5158787"/>
              <a:gd name="connsiteY26944" fmla="*/ 1672339 h 4489084"/>
              <a:gd name="connsiteX26945" fmla="*/ 2692188 w 5158787"/>
              <a:gd name="connsiteY26945" fmla="*/ 1653624 h 4489084"/>
              <a:gd name="connsiteX26946" fmla="*/ 2692188 w 5158787"/>
              <a:gd name="connsiteY26946" fmla="*/ 1652084 h 4489084"/>
              <a:gd name="connsiteX26947" fmla="*/ 2703026 w 5158787"/>
              <a:gd name="connsiteY26947" fmla="*/ 1633369 h 4489084"/>
              <a:gd name="connsiteX26948" fmla="*/ 2704329 w 5158787"/>
              <a:gd name="connsiteY26948" fmla="*/ 1632599 h 4489084"/>
              <a:gd name="connsiteX26949" fmla="*/ 2366036 w 5158787"/>
              <a:gd name="connsiteY26949" fmla="*/ 1632361 h 4489084"/>
              <a:gd name="connsiteX26950" fmla="*/ 2387890 w 5158787"/>
              <a:gd name="connsiteY26950" fmla="*/ 1632361 h 4489084"/>
              <a:gd name="connsiteX26951" fmla="*/ 2389252 w 5158787"/>
              <a:gd name="connsiteY26951" fmla="*/ 1633131 h 4489084"/>
              <a:gd name="connsiteX26952" fmla="*/ 2400149 w 5158787"/>
              <a:gd name="connsiteY26952" fmla="*/ 1652083 h 4489084"/>
              <a:gd name="connsiteX26953" fmla="*/ 2400149 w 5158787"/>
              <a:gd name="connsiteY26953" fmla="*/ 1653623 h 4489084"/>
              <a:gd name="connsiteX26954" fmla="*/ 2389193 w 5158787"/>
              <a:gd name="connsiteY26954" fmla="*/ 1672575 h 4489084"/>
              <a:gd name="connsiteX26955" fmla="*/ 2387831 w 5158787"/>
              <a:gd name="connsiteY26955" fmla="*/ 1673345 h 4489084"/>
              <a:gd name="connsiteX26956" fmla="*/ 2365977 w 5158787"/>
              <a:gd name="connsiteY26956" fmla="*/ 1673345 h 4489084"/>
              <a:gd name="connsiteX26957" fmla="*/ 2364614 w 5158787"/>
              <a:gd name="connsiteY26957" fmla="*/ 1672575 h 4489084"/>
              <a:gd name="connsiteX26958" fmla="*/ 2353717 w 5158787"/>
              <a:gd name="connsiteY26958" fmla="*/ 1653623 h 4489084"/>
              <a:gd name="connsiteX26959" fmla="*/ 2353717 w 5158787"/>
              <a:gd name="connsiteY26959" fmla="*/ 1652083 h 4489084"/>
              <a:gd name="connsiteX26960" fmla="*/ 2364674 w 5158787"/>
              <a:gd name="connsiteY26960" fmla="*/ 1633131 h 4489084"/>
              <a:gd name="connsiteX26961" fmla="*/ 2366036 w 5158787"/>
              <a:gd name="connsiteY26961" fmla="*/ 1632361 h 4489084"/>
              <a:gd name="connsiteX26962" fmla="*/ 1148546 w 5158787"/>
              <a:gd name="connsiteY26962" fmla="*/ 1632184 h 4489084"/>
              <a:gd name="connsiteX26963" fmla="*/ 1170636 w 5158787"/>
              <a:gd name="connsiteY26963" fmla="*/ 1632184 h 4489084"/>
              <a:gd name="connsiteX26964" fmla="*/ 1171998 w 5158787"/>
              <a:gd name="connsiteY26964" fmla="*/ 1632954 h 4489084"/>
              <a:gd name="connsiteX26965" fmla="*/ 1183014 w 5158787"/>
              <a:gd name="connsiteY26965" fmla="*/ 1652084 h 4489084"/>
              <a:gd name="connsiteX26966" fmla="*/ 1183014 w 5158787"/>
              <a:gd name="connsiteY26966" fmla="*/ 1653623 h 4489084"/>
              <a:gd name="connsiteX26967" fmla="*/ 1171939 w 5158787"/>
              <a:gd name="connsiteY26967" fmla="*/ 1672753 h 4489084"/>
              <a:gd name="connsiteX26968" fmla="*/ 1170577 w 5158787"/>
              <a:gd name="connsiteY26968" fmla="*/ 1673523 h 4489084"/>
              <a:gd name="connsiteX26969" fmla="*/ 1148486 w 5158787"/>
              <a:gd name="connsiteY26969" fmla="*/ 1673523 h 4489084"/>
              <a:gd name="connsiteX26970" fmla="*/ 1147124 w 5158787"/>
              <a:gd name="connsiteY26970" fmla="*/ 1672753 h 4489084"/>
              <a:gd name="connsiteX26971" fmla="*/ 1136108 w 5158787"/>
              <a:gd name="connsiteY26971" fmla="*/ 1653623 h 4489084"/>
              <a:gd name="connsiteX26972" fmla="*/ 1136108 w 5158787"/>
              <a:gd name="connsiteY26972" fmla="*/ 1652084 h 4489084"/>
              <a:gd name="connsiteX26973" fmla="*/ 1147183 w 5158787"/>
              <a:gd name="connsiteY26973" fmla="*/ 1632954 h 4489084"/>
              <a:gd name="connsiteX26974" fmla="*/ 1148546 w 5158787"/>
              <a:gd name="connsiteY26974" fmla="*/ 1632184 h 4489084"/>
              <a:gd name="connsiteX26975" fmla="*/ 1283697 w 5158787"/>
              <a:gd name="connsiteY26975" fmla="*/ 1631829 h 4489084"/>
              <a:gd name="connsiteX26976" fmla="*/ 1306084 w 5158787"/>
              <a:gd name="connsiteY26976" fmla="*/ 1631829 h 4489084"/>
              <a:gd name="connsiteX26977" fmla="*/ 1307446 w 5158787"/>
              <a:gd name="connsiteY26977" fmla="*/ 1632599 h 4489084"/>
              <a:gd name="connsiteX26978" fmla="*/ 1318640 w 5158787"/>
              <a:gd name="connsiteY26978" fmla="*/ 1652025 h 4489084"/>
              <a:gd name="connsiteX26979" fmla="*/ 1318640 w 5158787"/>
              <a:gd name="connsiteY26979" fmla="*/ 1653624 h 4489084"/>
              <a:gd name="connsiteX26980" fmla="*/ 1307446 w 5158787"/>
              <a:gd name="connsiteY26980" fmla="*/ 1673049 h 4489084"/>
              <a:gd name="connsiteX26981" fmla="*/ 1306084 w 5158787"/>
              <a:gd name="connsiteY26981" fmla="*/ 1673819 h 4489084"/>
              <a:gd name="connsiteX26982" fmla="*/ 1283697 w 5158787"/>
              <a:gd name="connsiteY26982" fmla="*/ 1673819 h 4489084"/>
              <a:gd name="connsiteX26983" fmla="*/ 1282335 w 5158787"/>
              <a:gd name="connsiteY26983" fmla="*/ 1673049 h 4489084"/>
              <a:gd name="connsiteX26984" fmla="*/ 1271141 w 5158787"/>
              <a:gd name="connsiteY26984" fmla="*/ 1653624 h 4489084"/>
              <a:gd name="connsiteX26985" fmla="*/ 1271141 w 5158787"/>
              <a:gd name="connsiteY26985" fmla="*/ 1652025 h 4489084"/>
              <a:gd name="connsiteX26986" fmla="*/ 1282335 w 5158787"/>
              <a:gd name="connsiteY26986" fmla="*/ 1632599 h 4489084"/>
              <a:gd name="connsiteX26987" fmla="*/ 1283697 w 5158787"/>
              <a:gd name="connsiteY26987" fmla="*/ 1631829 h 4489084"/>
              <a:gd name="connsiteX26988" fmla="*/ 3583111 w 5158787"/>
              <a:gd name="connsiteY26988" fmla="*/ 1631769 h 4489084"/>
              <a:gd name="connsiteX26989" fmla="*/ 3605617 w 5158787"/>
              <a:gd name="connsiteY26989" fmla="*/ 1631769 h 4489084"/>
              <a:gd name="connsiteX26990" fmla="*/ 3606979 w 5158787"/>
              <a:gd name="connsiteY26990" fmla="*/ 1632539 h 4489084"/>
              <a:gd name="connsiteX26991" fmla="*/ 3618232 w 5158787"/>
              <a:gd name="connsiteY26991" fmla="*/ 1652024 h 4489084"/>
              <a:gd name="connsiteX26992" fmla="*/ 3618232 w 5158787"/>
              <a:gd name="connsiteY26992" fmla="*/ 1653623 h 4489084"/>
              <a:gd name="connsiteX26993" fmla="*/ 3606979 w 5158787"/>
              <a:gd name="connsiteY26993" fmla="*/ 1673108 h 4489084"/>
              <a:gd name="connsiteX26994" fmla="*/ 3605617 w 5158787"/>
              <a:gd name="connsiteY26994" fmla="*/ 1673878 h 4489084"/>
              <a:gd name="connsiteX26995" fmla="*/ 3583111 w 5158787"/>
              <a:gd name="connsiteY26995" fmla="*/ 1673878 h 4489084"/>
              <a:gd name="connsiteX26996" fmla="*/ 3581749 w 5158787"/>
              <a:gd name="connsiteY26996" fmla="*/ 1673108 h 4489084"/>
              <a:gd name="connsiteX26997" fmla="*/ 3570496 w 5158787"/>
              <a:gd name="connsiteY26997" fmla="*/ 1653623 h 4489084"/>
              <a:gd name="connsiteX26998" fmla="*/ 3570496 w 5158787"/>
              <a:gd name="connsiteY26998" fmla="*/ 1652024 h 4489084"/>
              <a:gd name="connsiteX26999" fmla="*/ 3581749 w 5158787"/>
              <a:gd name="connsiteY26999" fmla="*/ 1632539 h 4489084"/>
              <a:gd name="connsiteX27000" fmla="*/ 3583111 w 5158787"/>
              <a:gd name="connsiteY27000" fmla="*/ 1631769 h 4489084"/>
              <a:gd name="connsiteX27001" fmla="*/ 4732552 w 5158787"/>
              <a:gd name="connsiteY27001" fmla="*/ 1631355 h 4489084"/>
              <a:gd name="connsiteX27002" fmla="*/ 4755531 w 5158787"/>
              <a:gd name="connsiteY27002" fmla="*/ 1631355 h 4489084"/>
              <a:gd name="connsiteX27003" fmla="*/ 4756952 w 5158787"/>
              <a:gd name="connsiteY27003" fmla="*/ 1632184 h 4489084"/>
              <a:gd name="connsiteX27004" fmla="*/ 4768442 w 5158787"/>
              <a:gd name="connsiteY27004" fmla="*/ 1652084 h 4489084"/>
              <a:gd name="connsiteX27005" fmla="*/ 4768442 w 5158787"/>
              <a:gd name="connsiteY27005" fmla="*/ 1653683 h 4489084"/>
              <a:gd name="connsiteX27006" fmla="*/ 4756952 w 5158787"/>
              <a:gd name="connsiteY27006" fmla="*/ 1673583 h 4489084"/>
              <a:gd name="connsiteX27007" fmla="*/ 4755531 w 5158787"/>
              <a:gd name="connsiteY27007" fmla="*/ 1674412 h 4489084"/>
              <a:gd name="connsiteX27008" fmla="*/ 4732552 w 5158787"/>
              <a:gd name="connsiteY27008" fmla="*/ 1674412 h 4489084"/>
              <a:gd name="connsiteX27009" fmla="*/ 4731130 w 5158787"/>
              <a:gd name="connsiteY27009" fmla="*/ 1673583 h 4489084"/>
              <a:gd name="connsiteX27010" fmla="*/ 4719640 w 5158787"/>
              <a:gd name="connsiteY27010" fmla="*/ 1653683 h 4489084"/>
              <a:gd name="connsiteX27011" fmla="*/ 4719640 w 5158787"/>
              <a:gd name="connsiteY27011" fmla="*/ 1652084 h 4489084"/>
              <a:gd name="connsiteX27012" fmla="*/ 4731130 w 5158787"/>
              <a:gd name="connsiteY27012" fmla="*/ 1632184 h 4489084"/>
              <a:gd name="connsiteX27013" fmla="*/ 4732552 w 5158787"/>
              <a:gd name="connsiteY27013" fmla="*/ 1631355 h 4489084"/>
              <a:gd name="connsiteX27014" fmla="*/ 1553585 w 5158787"/>
              <a:gd name="connsiteY27014" fmla="*/ 1630703 h 4489084"/>
              <a:gd name="connsiteX27015" fmla="*/ 1577217 w 5158787"/>
              <a:gd name="connsiteY27015" fmla="*/ 1630703 h 4489084"/>
              <a:gd name="connsiteX27016" fmla="*/ 1578638 w 5158787"/>
              <a:gd name="connsiteY27016" fmla="*/ 1631532 h 4489084"/>
              <a:gd name="connsiteX27017" fmla="*/ 1590424 w 5158787"/>
              <a:gd name="connsiteY27017" fmla="*/ 1652024 h 4489084"/>
              <a:gd name="connsiteX27018" fmla="*/ 1590424 w 5158787"/>
              <a:gd name="connsiteY27018" fmla="*/ 1653682 h 4489084"/>
              <a:gd name="connsiteX27019" fmla="*/ 1578579 w 5158787"/>
              <a:gd name="connsiteY27019" fmla="*/ 1674174 h 4489084"/>
              <a:gd name="connsiteX27020" fmla="*/ 1577157 w 5158787"/>
              <a:gd name="connsiteY27020" fmla="*/ 1675003 h 4489084"/>
              <a:gd name="connsiteX27021" fmla="*/ 1553526 w 5158787"/>
              <a:gd name="connsiteY27021" fmla="*/ 1675003 h 4489084"/>
              <a:gd name="connsiteX27022" fmla="*/ 1552105 w 5158787"/>
              <a:gd name="connsiteY27022" fmla="*/ 1674174 h 4489084"/>
              <a:gd name="connsiteX27023" fmla="*/ 1540319 w 5158787"/>
              <a:gd name="connsiteY27023" fmla="*/ 1653682 h 4489084"/>
              <a:gd name="connsiteX27024" fmla="*/ 1540319 w 5158787"/>
              <a:gd name="connsiteY27024" fmla="*/ 1652024 h 4489084"/>
              <a:gd name="connsiteX27025" fmla="*/ 1552164 w 5158787"/>
              <a:gd name="connsiteY27025" fmla="*/ 1631532 h 4489084"/>
              <a:gd name="connsiteX27026" fmla="*/ 1553585 w 5158787"/>
              <a:gd name="connsiteY27026" fmla="*/ 1630703 h 4489084"/>
              <a:gd name="connsiteX27027" fmla="*/ 4799713 w 5158787"/>
              <a:gd name="connsiteY27027" fmla="*/ 1630525 h 4489084"/>
              <a:gd name="connsiteX27028" fmla="*/ 4823581 w 5158787"/>
              <a:gd name="connsiteY27028" fmla="*/ 1630525 h 4489084"/>
              <a:gd name="connsiteX27029" fmla="*/ 4825062 w 5158787"/>
              <a:gd name="connsiteY27029" fmla="*/ 1631354 h 4489084"/>
              <a:gd name="connsiteX27030" fmla="*/ 4836966 w 5158787"/>
              <a:gd name="connsiteY27030" fmla="*/ 1652024 h 4489084"/>
              <a:gd name="connsiteX27031" fmla="*/ 4836966 w 5158787"/>
              <a:gd name="connsiteY27031" fmla="*/ 1653682 h 4489084"/>
              <a:gd name="connsiteX27032" fmla="*/ 4825062 w 5158787"/>
              <a:gd name="connsiteY27032" fmla="*/ 1674352 h 4489084"/>
              <a:gd name="connsiteX27033" fmla="*/ 4823581 w 5158787"/>
              <a:gd name="connsiteY27033" fmla="*/ 1675181 h 4489084"/>
              <a:gd name="connsiteX27034" fmla="*/ 4799713 w 5158787"/>
              <a:gd name="connsiteY27034" fmla="*/ 1675181 h 4489084"/>
              <a:gd name="connsiteX27035" fmla="*/ 4798233 w 5158787"/>
              <a:gd name="connsiteY27035" fmla="*/ 1674352 h 4489084"/>
              <a:gd name="connsiteX27036" fmla="*/ 4786328 w 5158787"/>
              <a:gd name="connsiteY27036" fmla="*/ 1653682 h 4489084"/>
              <a:gd name="connsiteX27037" fmla="*/ 4786328 w 5158787"/>
              <a:gd name="connsiteY27037" fmla="*/ 1652024 h 4489084"/>
              <a:gd name="connsiteX27038" fmla="*/ 4798233 w 5158787"/>
              <a:gd name="connsiteY27038" fmla="*/ 1631354 h 4489084"/>
              <a:gd name="connsiteX27039" fmla="*/ 4799713 w 5158787"/>
              <a:gd name="connsiteY27039" fmla="*/ 1630525 h 4489084"/>
              <a:gd name="connsiteX27040" fmla="*/ 3650035 w 5158787"/>
              <a:gd name="connsiteY27040" fmla="*/ 1630525 h 4489084"/>
              <a:gd name="connsiteX27041" fmla="*/ 3673903 w 5158787"/>
              <a:gd name="connsiteY27041" fmla="*/ 1630525 h 4489084"/>
              <a:gd name="connsiteX27042" fmla="*/ 3675384 w 5158787"/>
              <a:gd name="connsiteY27042" fmla="*/ 1631354 h 4489084"/>
              <a:gd name="connsiteX27043" fmla="*/ 3687288 w 5158787"/>
              <a:gd name="connsiteY27043" fmla="*/ 1652024 h 4489084"/>
              <a:gd name="connsiteX27044" fmla="*/ 3687288 w 5158787"/>
              <a:gd name="connsiteY27044" fmla="*/ 1653682 h 4489084"/>
              <a:gd name="connsiteX27045" fmla="*/ 3675384 w 5158787"/>
              <a:gd name="connsiteY27045" fmla="*/ 1674352 h 4489084"/>
              <a:gd name="connsiteX27046" fmla="*/ 3673903 w 5158787"/>
              <a:gd name="connsiteY27046" fmla="*/ 1675181 h 4489084"/>
              <a:gd name="connsiteX27047" fmla="*/ 3650035 w 5158787"/>
              <a:gd name="connsiteY27047" fmla="*/ 1675181 h 4489084"/>
              <a:gd name="connsiteX27048" fmla="*/ 3648555 w 5158787"/>
              <a:gd name="connsiteY27048" fmla="*/ 1674352 h 4489084"/>
              <a:gd name="connsiteX27049" fmla="*/ 3636650 w 5158787"/>
              <a:gd name="connsiteY27049" fmla="*/ 1653682 h 4489084"/>
              <a:gd name="connsiteX27050" fmla="*/ 3636650 w 5158787"/>
              <a:gd name="connsiteY27050" fmla="*/ 1652024 h 4489084"/>
              <a:gd name="connsiteX27051" fmla="*/ 3648555 w 5158787"/>
              <a:gd name="connsiteY27051" fmla="*/ 1631354 h 4489084"/>
              <a:gd name="connsiteX27052" fmla="*/ 3650035 w 5158787"/>
              <a:gd name="connsiteY27052" fmla="*/ 1630525 h 4489084"/>
              <a:gd name="connsiteX27053" fmla="*/ 4867170 w 5158787"/>
              <a:gd name="connsiteY27053" fmla="*/ 1630111 h 4489084"/>
              <a:gd name="connsiteX27054" fmla="*/ 4891452 w 5158787"/>
              <a:gd name="connsiteY27054" fmla="*/ 1630111 h 4489084"/>
              <a:gd name="connsiteX27055" fmla="*/ 4892933 w 5158787"/>
              <a:gd name="connsiteY27055" fmla="*/ 1630940 h 4489084"/>
              <a:gd name="connsiteX27056" fmla="*/ 4905074 w 5158787"/>
              <a:gd name="connsiteY27056" fmla="*/ 1651965 h 4489084"/>
              <a:gd name="connsiteX27057" fmla="*/ 4905074 w 5158787"/>
              <a:gd name="connsiteY27057" fmla="*/ 1653683 h 4489084"/>
              <a:gd name="connsiteX27058" fmla="*/ 4892933 w 5158787"/>
              <a:gd name="connsiteY27058" fmla="*/ 1674708 h 4489084"/>
              <a:gd name="connsiteX27059" fmla="*/ 4891452 w 5158787"/>
              <a:gd name="connsiteY27059" fmla="*/ 1675537 h 4489084"/>
              <a:gd name="connsiteX27060" fmla="*/ 4867170 w 5158787"/>
              <a:gd name="connsiteY27060" fmla="*/ 1675537 h 4489084"/>
              <a:gd name="connsiteX27061" fmla="*/ 4865689 w 5158787"/>
              <a:gd name="connsiteY27061" fmla="*/ 1674708 h 4489084"/>
              <a:gd name="connsiteX27062" fmla="*/ 4853548 w 5158787"/>
              <a:gd name="connsiteY27062" fmla="*/ 1653683 h 4489084"/>
              <a:gd name="connsiteX27063" fmla="*/ 4853548 w 5158787"/>
              <a:gd name="connsiteY27063" fmla="*/ 1651965 h 4489084"/>
              <a:gd name="connsiteX27064" fmla="*/ 4865689 w 5158787"/>
              <a:gd name="connsiteY27064" fmla="*/ 1630940 h 4489084"/>
              <a:gd name="connsiteX27065" fmla="*/ 4867170 w 5158787"/>
              <a:gd name="connsiteY27065" fmla="*/ 1630111 h 4489084"/>
              <a:gd name="connsiteX27066" fmla="*/ 1349851 w 5158787"/>
              <a:gd name="connsiteY27066" fmla="*/ 1629163 h 4489084"/>
              <a:gd name="connsiteX27067" fmla="*/ 1375140 w 5158787"/>
              <a:gd name="connsiteY27067" fmla="*/ 1629163 h 4489084"/>
              <a:gd name="connsiteX27068" fmla="*/ 1376680 w 5158787"/>
              <a:gd name="connsiteY27068" fmla="*/ 1630052 h 4489084"/>
              <a:gd name="connsiteX27069" fmla="*/ 1389295 w 5158787"/>
              <a:gd name="connsiteY27069" fmla="*/ 1651965 h 4489084"/>
              <a:gd name="connsiteX27070" fmla="*/ 1389295 w 5158787"/>
              <a:gd name="connsiteY27070" fmla="*/ 1653742 h 4489084"/>
              <a:gd name="connsiteX27071" fmla="*/ 1376621 w 5158787"/>
              <a:gd name="connsiteY27071" fmla="*/ 1675655 h 4489084"/>
              <a:gd name="connsiteX27072" fmla="*/ 1375081 w 5158787"/>
              <a:gd name="connsiteY27072" fmla="*/ 1676543 h 4489084"/>
              <a:gd name="connsiteX27073" fmla="*/ 1349792 w 5158787"/>
              <a:gd name="connsiteY27073" fmla="*/ 1676543 h 4489084"/>
              <a:gd name="connsiteX27074" fmla="*/ 1348252 w 5158787"/>
              <a:gd name="connsiteY27074" fmla="*/ 1675655 h 4489084"/>
              <a:gd name="connsiteX27075" fmla="*/ 1335637 w 5158787"/>
              <a:gd name="connsiteY27075" fmla="*/ 1653742 h 4489084"/>
              <a:gd name="connsiteX27076" fmla="*/ 1335637 w 5158787"/>
              <a:gd name="connsiteY27076" fmla="*/ 1651965 h 4489084"/>
              <a:gd name="connsiteX27077" fmla="*/ 1348311 w 5158787"/>
              <a:gd name="connsiteY27077" fmla="*/ 1630052 h 4489084"/>
              <a:gd name="connsiteX27078" fmla="*/ 1349851 w 5158787"/>
              <a:gd name="connsiteY27078" fmla="*/ 1629163 h 4489084"/>
              <a:gd name="connsiteX27079" fmla="*/ 1485062 w 5158787"/>
              <a:gd name="connsiteY27079" fmla="*/ 1629045 h 4489084"/>
              <a:gd name="connsiteX27080" fmla="*/ 1510469 w 5158787"/>
              <a:gd name="connsiteY27080" fmla="*/ 1629045 h 4489084"/>
              <a:gd name="connsiteX27081" fmla="*/ 1512009 w 5158787"/>
              <a:gd name="connsiteY27081" fmla="*/ 1629934 h 4489084"/>
              <a:gd name="connsiteX27082" fmla="*/ 1524683 w 5158787"/>
              <a:gd name="connsiteY27082" fmla="*/ 1651906 h 4489084"/>
              <a:gd name="connsiteX27083" fmla="*/ 1524683 w 5158787"/>
              <a:gd name="connsiteY27083" fmla="*/ 1653683 h 4489084"/>
              <a:gd name="connsiteX27084" fmla="*/ 1511950 w 5158787"/>
              <a:gd name="connsiteY27084" fmla="*/ 1675655 h 4489084"/>
              <a:gd name="connsiteX27085" fmla="*/ 1510410 w 5158787"/>
              <a:gd name="connsiteY27085" fmla="*/ 1676544 h 4489084"/>
              <a:gd name="connsiteX27086" fmla="*/ 1485003 w 5158787"/>
              <a:gd name="connsiteY27086" fmla="*/ 1676544 h 4489084"/>
              <a:gd name="connsiteX27087" fmla="*/ 1483463 w 5158787"/>
              <a:gd name="connsiteY27087" fmla="*/ 1675655 h 4489084"/>
              <a:gd name="connsiteX27088" fmla="*/ 1470789 w 5158787"/>
              <a:gd name="connsiteY27088" fmla="*/ 1653683 h 4489084"/>
              <a:gd name="connsiteX27089" fmla="*/ 1470789 w 5158787"/>
              <a:gd name="connsiteY27089" fmla="*/ 1651906 h 4489084"/>
              <a:gd name="connsiteX27090" fmla="*/ 1483522 w 5158787"/>
              <a:gd name="connsiteY27090" fmla="*/ 1629934 h 4489084"/>
              <a:gd name="connsiteX27091" fmla="*/ 1485062 w 5158787"/>
              <a:gd name="connsiteY27091" fmla="*/ 1629045 h 4489084"/>
              <a:gd name="connsiteX27092" fmla="*/ 2296565 w 5158787"/>
              <a:gd name="connsiteY27092" fmla="*/ 1628927 h 4489084"/>
              <a:gd name="connsiteX27093" fmla="*/ 2322091 w 5158787"/>
              <a:gd name="connsiteY27093" fmla="*/ 1628927 h 4489084"/>
              <a:gd name="connsiteX27094" fmla="*/ 2323631 w 5158787"/>
              <a:gd name="connsiteY27094" fmla="*/ 1629815 h 4489084"/>
              <a:gd name="connsiteX27095" fmla="*/ 2336364 w 5158787"/>
              <a:gd name="connsiteY27095" fmla="*/ 1651906 h 4489084"/>
              <a:gd name="connsiteX27096" fmla="*/ 2336364 w 5158787"/>
              <a:gd name="connsiteY27096" fmla="*/ 1653683 h 4489084"/>
              <a:gd name="connsiteX27097" fmla="*/ 2323631 w 5158787"/>
              <a:gd name="connsiteY27097" fmla="*/ 1675774 h 4489084"/>
              <a:gd name="connsiteX27098" fmla="*/ 2322091 w 5158787"/>
              <a:gd name="connsiteY27098" fmla="*/ 1676662 h 4489084"/>
              <a:gd name="connsiteX27099" fmla="*/ 2296565 w 5158787"/>
              <a:gd name="connsiteY27099" fmla="*/ 1676662 h 4489084"/>
              <a:gd name="connsiteX27100" fmla="*/ 2295025 w 5158787"/>
              <a:gd name="connsiteY27100" fmla="*/ 1675774 h 4489084"/>
              <a:gd name="connsiteX27101" fmla="*/ 2282292 w 5158787"/>
              <a:gd name="connsiteY27101" fmla="*/ 1653683 h 4489084"/>
              <a:gd name="connsiteX27102" fmla="*/ 2282292 w 5158787"/>
              <a:gd name="connsiteY27102" fmla="*/ 1651906 h 4489084"/>
              <a:gd name="connsiteX27103" fmla="*/ 2295025 w 5158787"/>
              <a:gd name="connsiteY27103" fmla="*/ 1629815 h 4489084"/>
              <a:gd name="connsiteX27104" fmla="*/ 2296565 w 5158787"/>
              <a:gd name="connsiteY27104" fmla="*/ 1628927 h 4489084"/>
              <a:gd name="connsiteX27105" fmla="*/ 1417368 w 5158787"/>
              <a:gd name="connsiteY27105" fmla="*/ 1628867 h 4489084"/>
              <a:gd name="connsiteX27106" fmla="*/ 1442953 w 5158787"/>
              <a:gd name="connsiteY27106" fmla="*/ 1628867 h 4489084"/>
              <a:gd name="connsiteX27107" fmla="*/ 1444493 w 5158787"/>
              <a:gd name="connsiteY27107" fmla="*/ 1629755 h 4489084"/>
              <a:gd name="connsiteX27108" fmla="*/ 1457286 w 5158787"/>
              <a:gd name="connsiteY27108" fmla="*/ 1651965 h 4489084"/>
              <a:gd name="connsiteX27109" fmla="*/ 1457286 w 5158787"/>
              <a:gd name="connsiteY27109" fmla="*/ 1653801 h 4489084"/>
              <a:gd name="connsiteX27110" fmla="*/ 1444493 w 5158787"/>
              <a:gd name="connsiteY27110" fmla="*/ 1676010 h 4489084"/>
              <a:gd name="connsiteX27111" fmla="*/ 1442953 w 5158787"/>
              <a:gd name="connsiteY27111" fmla="*/ 1676898 h 4489084"/>
              <a:gd name="connsiteX27112" fmla="*/ 1417368 w 5158787"/>
              <a:gd name="connsiteY27112" fmla="*/ 1676898 h 4489084"/>
              <a:gd name="connsiteX27113" fmla="*/ 1415828 w 5158787"/>
              <a:gd name="connsiteY27113" fmla="*/ 1676010 h 4489084"/>
              <a:gd name="connsiteX27114" fmla="*/ 1403036 w 5158787"/>
              <a:gd name="connsiteY27114" fmla="*/ 1653801 h 4489084"/>
              <a:gd name="connsiteX27115" fmla="*/ 1403036 w 5158787"/>
              <a:gd name="connsiteY27115" fmla="*/ 1651965 h 4489084"/>
              <a:gd name="connsiteX27116" fmla="*/ 1415828 w 5158787"/>
              <a:gd name="connsiteY27116" fmla="*/ 1629755 h 4489084"/>
              <a:gd name="connsiteX27117" fmla="*/ 1417368 w 5158787"/>
              <a:gd name="connsiteY27117" fmla="*/ 1628867 h 4489084"/>
              <a:gd name="connsiteX27118" fmla="*/ 2160762 w 5158787"/>
              <a:gd name="connsiteY27118" fmla="*/ 1627801 h 4489084"/>
              <a:gd name="connsiteX27119" fmla="*/ 2187472 w 5158787"/>
              <a:gd name="connsiteY27119" fmla="*/ 1627801 h 4489084"/>
              <a:gd name="connsiteX27120" fmla="*/ 2189130 w 5158787"/>
              <a:gd name="connsiteY27120" fmla="*/ 1628748 h 4489084"/>
              <a:gd name="connsiteX27121" fmla="*/ 2202456 w 5158787"/>
              <a:gd name="connsiteY27121" fmla="*/ 1651905 h 4489084"/>
              <a:gd name="connsiteX27122" fmla="*/ 2202456 w 5158787"/>
              <a:gd name="connsiteY27122" fmla="*/ 1653801 h 4489084"/>
              <a:gd name="connsiteX27123" fmla="*/ 2189071 w 5158787"/>
              <a:gd name="connsiteY27123" fmla="*/ 1676958 h 4489084"/>
              <a:gd name="connsiteX27124" fmla="*/ 2187413 w 5158787"/>
              <a:gd name="connsiteY27124" fmla="*/ 1677905 h 4489084"/>
              <a:gd name="connsiteX27125" fmla="*/ 2160702 w 5158787"/>
              <a:gd name="connsiteY27125" fmla="*/ 1677905 h 4489084"/>
              <a:gd name="connsiteX27126" fmla="*/ 2159044 w 5158787"/>
              <a:gd name="connsiteY27126" fmla="*/ 1676958 h 4489084"/>
              <a:gd name="connsiteX27127" fmla="*/ 2145719 w 5158787"/>
              <a:gd name="connsiteY27127" fmla="*/ 1653801 h 4489084"/>
              <a:gd name="connsiteX27128" fmla="*/ 2145719 w 5158787"/>
              <a:gd name="connsiteY27128" fmla="*/ 1651905 h 4489084"/>
              <a:gd name="connsiteX27129" fmla="*/ 2159103 w 5158787"/>
              <a:gd name="connsiteY27129" fmla="*/ 1628748 h 4489084"/>
              <a:gd name="connsiteX27130" fmla="*/ 2160762 w 5158787"/>
              <a:gd name="connsiteY27130" fmla="*/ 1627801 h 4489084"/>
              <a:gd name="connsiteX27131" fmla="*/ 2228100 w 5158787"/>
              <a:gd name="connsiteY27131" fmla="*/ 1627387 h 4489084"/>
              <a:gd name="connsiteX27132" fmla="*/ 2255285 w 5158787"/>
              <a:gd name="connsiteY27132" fmla="*/ 1627387 h 4489084"/>
              <a:gd name="connsiteX27133" fmla="*/ 2256943 w 5158787"/>
              <a:gd name="connsiteY27133" fmla="*/ 1628334 h 4489084"/>
              <a:gd name="connsiteX27134" fmla="*/ 2270506 w 5158787"/>
              <a:gd name="connsiteY27134" fmla="*/ 1651847 h 4489084"/>
              <a:gd name="connsiteX27135" fmla="*/ 2270506 w 5158787"/>
              <a:gd name="connsiteY27135" fmla="*/ 1653742 h 4489084"/>
              <a:gd name="connsiteX27136" fmla="*/ 2256943 w 5158787"/>
              <a:gd name="connsiteY27136" fmla="*/ 1677254 h 4489084"/>
              <a:gd name="connsiteX27137" fmla="*/ 2255285 w 5158787"/>
              <a:gd name="connsiteY27137" fmla="*/ 1678202 h 4489084"/>
              <a:gd name="connsiteX27138" fmla="*/ 2228100 w 5158787"/>
              <a:gd name="connsiteY27138" fmla="*/ 1678202 h 4489084"/>
              <a:gd name="connsiteX27139" fmla="*/ 2226442 w 5158787"/>
              <a:gd name="connsiteY27139" fmla="*/ 1677254 h 4489084"/>
              <a:gd name="connsiteX27140" fmla="*/ 2212880 w 5158787"/>
              <a:gd name="connsiteY27140" fmla="*/ 1653742 h 4489084"/>
              <a:gd name="connsiteX27141" fmla="*/ 2212880 w 5158787"/>
              <a:gd name="connsiteY27141" fmla="*/ 1651847 h 4489084"/>
              <a:gd name="connsiteX27142" fmla="*/ 2226442 w 5158787"/>
              <a:gd name="connsiteY27142" fmla="*/ 1628334 h 4489084"/>
              <a:gd name="connsiteX27143" fmla="*/ 2228100 w 5158787"/>
              <a:gd name="connsiteY27143" fmla="*/ 1627387 h 4489084"/>
              <a:gd name="connsiteX27144" fmla="*/ 2104023 w 5158787"/>
              <a:gd name="connsiteY27144" fmla="*/ 1589660 h 4489084"/>
              <a:gd name="connsiteX27145" fmla="*/ 2108880 w 5158787"/>
              <a:gd name="connsiteY27145" fmla="*/ 1589660 h 4489084"/>
              <a:gd name="connsiteX27146" fmla="*/ 2109176 w 5158787"/>
              <a:gd name="connsiteY27146" fmla="*/ 1589837 h 4489084"/>
              <a:gd name="connsiteX27147" fmla="*/ 2111604 w 5158787"/>
              <a:gd name="connsiteY27147" fmla="*/ 1594043 h 4489084"/>
              <a:gd name="connsiteX27148" fmla="*/ 2111604 w 5158787"/>
              <a:gd name="connsiteY27148" fmla="*/ 1594398 h 4489084"/>
              <a:gd name="connsiteX27149" fmla="*/ 2109176 w 5158787"/>
              <a:gd name="connsiteY27149" fmla="*/ 1598603 h 4489084"/>
              <a:gd name="connsiteX27150" fmla="*/ 2108880 w 5158787"/>
              <a:gd name="connsiteY27150" fmla="*/ 1598781 h 4489084"/>
              <a:gd name="connsiteX27151" fmla="*/ 2104023 w 5158787"/>
              <a:gd name="connsiteY27151" fmla="*/ 1598781 h 4489084"/>
              <a:gd name="connsiteX27152" fmla="*/ 2103727 w 5158787"/>
              <a:gd name="connsiteY27152" fmla="*/ 1598603 h 4489084"/>
              <a:gd name="connsiteX27153" fmla="*/ 2101299 w 5158787"/>
              <a:gd name="connsiteY27153" fmla="*/ 1594398 h 4489084"/>
              <a:gd name="connsiteX27154" fmla="*/ 2101299 w 5158787"/>
              <a:gd name="connsiteY27154" fmla="*/ 1594043 h 4489084"/>
              <a:gd name="connsiteX27155" fmla="*/ 2103727 w 5158787"/>
              <a:gd name="connsiteY27155" fmla="*/ 1589837 h 4489084"/>
              <a:gd name="connsiteX27156" fmla="*/ 2104023 w 5158787"/>
              <a:gd name="connsiteY27156" fmla="*/ 1589660 h 4489084"/>
              <a:gd name="connsiteX27157" fmla="*/ 4129818 w 5158787"/>
              <a:gd name="connsiteY27157" fmla="*/ 1583797 h 4489084"/>
              <a:gd name="connsiteX27158" fmla="*/ 4140952 w 5158787"/>
              <a:gd name="connsiteY27158" fmla="*/ 1583797 h 4489084"/>
              <a:gd name="connsiteX27159" fmla="*/ 4141603 w 5158787"/>
              <a:gd name="connsiteY27159" fmla="*/ 1584212 h 4489084"/>
              <a:gd name="connsiteX27160" fmla="*/ 4147170 w 5158787"/>
              <a:gd name="connsiteY27160" fmla="*/ 1593865 h 4489084"/>
              <a:gd name="connsiteX27161" fmla="*/ 4147170 w 5158787"/>
              <a:gd name="connsiteY27161" fmla="*/ 1594635 h 4489084"/>
              <a:gd name="connsiteX27162" fmla="*/ 4141603 w 5158787"/>
              <a:gd name="connsiteY27162" fmla="*/ 1604289 h 4489084"/>
              <a:gd name="connsiteX27163" fmla="*/ 4140952 w 5158787"/>
              <a:gd name="connsiteY27163" fmla="*/ 1604703 h 4489084"/>
              <a:gd name="connsiteX27164" fmla="*/ 4129818 w 5158787"/>
              <a:gd name="connsiteY27164" fmla="*/ 1604703 h 4489084"/>
              <a:gd name="connsiteX27165" fmla="*/ 4129166 w 5158787"/>
              <a:gd name="connsiteY27165" fmla="*/ 1604289 h 4489084"/>
              <a:gd name="connsiteX27166" fmla="*/ 4123599 w 5158787"/>
              <a:gd name="connsiteY27166" fmla="*/ 1594635 h 4489084"/>
              <a:gd name="connsiteX27167" fmla="*/ 4123599 w 5158787"/>
              <a:gd name="connsiteY27167" fmla="*/ 1593865 h 4489084"/>
              <a:gd name="connsiteX27168" fmla="*/ 4129166 w 5158787"/>
              <a:gd name="connsiteY27168" fmla="*/ 1584212 h 4489084"/>
              <a:gd name="connsiteX27169" fmla="*/ 4129818 w 5158787"/>
              <a:gd name="connsiteY27169" fmla="*/ 1583797 h 4489084"/>
              <a:gd name="connsiteX27170" fmla="*/ 4196149 w 5158787"/>
              <a:gd name="connsiteY27170" fmla="*/ 1581428 h 4489084"/>
              <a:gd name="connsiteX27171" fmla="*/ 4209831 w 5158787"/>
              <a:gd name="connsiteY27171" fmla="*/ 1581428 h 4489084"/>
              <a:gd name="connsiteX27172" fmla="*/ 4210660 w 5158787"/>
              <a:gd name="connsiteY27172" fmla="*/ 1581902 h 4489084"/>
              <a:gd name="connsiteX27173" fmla="*/ 4217470 w 5158787"/>
              <a:gd name="connsiteY27173" fmla="*/ 1593747 h 4489084"/>
              <a:gd name="connsiteX27174" fmla="*/ 4217470 w 5158787"/>
              <a:gd name="connsiteY27174" fmla="*/ 1594694 h 4489084"/>
              <a:gd name="connsiteX27175" fmla="*/ 4210601 w 5158787"/>
              <a:gd name="connsiteY27175" fmla="*/ 1606539 h 4489084"/>
              <a:gd name="connsiteX27176" fmla="*/ 4209771 w 5158787"/>
              <a:gd name="connsiteY27176" fmla="*/ 1607013 h 4489084"/>
              <a:gd name="connsiteX27177" fmla="*/ 4196090 w 5158787"/>
              <a:gd name="connsiteY27177" fmla="*/ 1607013 h 4489084"/>
              <a:gd name="connsiteX27178" fmla="*/ 4195261 w 5158787"/>
              <a:gd name="connsiteY27178" fmla="*/ 1606539 h 4489084"/>
              <a:gd name="connsiteX27179" fmla="*/ 4188450 w 5158787"/>
              <a:gd name="connsiteY27179" fmla="*/ 1594694 h 4489084"/>
              <a:gd name="connsiteX27180" fmla="*/ 4188450 w 5158787"/>
              <a:gd name="connsiteY27180" fmla="*/ 1593747 h 4489084"/>
              <a:gd name="connsiteX27181" fmla="*/ 4195320 w 5158787"/>
              <a:gd name="connsiteY27181" fmla="*/ 1581902 h 4489084"/>
              <a:gd name="connsiteX27182" fmla="*/ 4196149 w 5158787"/>
              <a:gd name="connsiteY27182" fmla="*/ 1581428 h 4489084"/>
              <a:gd name="connsiteX27183" fmla="*/ 3384173 w 5158787"/>
              <a:gd name="connsiteY27183" fmla="*/ 1580599 h 4489084"/>
              <a:gd name="connsiteX27184" fmla="*/ 3398743 w 5158787"/>
              <a:gd name="connsiteY27184" fmla="*/ 1580599 h 4489084"/>
              <a:gd name="connsiteX27185" fmla="*/ 3399631 w 5158787"/>
              <a:gd name="connsiteY27185" fmla="*/ 1581132 h 4489084"/>
              <a:gd name="connsiteX27186" fmla="*/ 3406916 w 5158787"/>
              <a:gd name="connsiteY27186" fmla="*/ 1593747 h 4489084"/>
              <a:gd name="connsiteX27187" fmla="*/ 3406916 w 5158787"/>
              <a:gd name="connsiteY27187" fmla="*/ 1594754 h 4489084"/>
              <a:gd name="connsiteX27188" fmla="*/ 3399631 w 5158787"/>
              <a:gd name="connsiteY27188" fmla="*/ 1607369 h 4489084"/>
              <a:gd name="connsiteX27189" fmla="*/ 3398743 w 5158787"/>
              <a:gd name="connsiteY27189" fmla="*/ 1607902 h 4489084"/>
              <a:gd name="connsiteX27190" fmla="*/ 3384173 w 5158787"/>
              <a:gd name="connsiteY27190" fmla="*/ 1607902 h 4489084"/>
              <a:gd name="connsiteX27191" fmla="*/ 3383285 w 5158787"/>
              <a:gd name="connsiteY27191" fmla="*/ 1607369 h 4489084"/>
              <a:gd name="connsiteX27192" fmla="*/ 3376000 w 5158787"/>
              <a:gd name="connsiteY27192" fmla="*/ 1594754 h 4489084"/>
              <a:gd name="connsiteX27193" fmla="*/ 3376000 w 5158787"/>
              <a:gd name="connsiteY27193" fmla="*/ 1593747 h 4489084"/>
              <a:gd name="connsiteX27194" fmla="*/ 3383285 w 5158787"/>
              <a:gd name="connsiteY27194" fmla="*/ 1581132 h 4489084"/>
              <a:gd name="connsiteX27195" fmla="*/ 3384173 w 5158787"/>
              <a:gd name="connsiteY27195" fmla="*/ 1580599 h 4489084"/>
              <a:gd name="connsiteX27196" fmla="*/ 1760874 w 5158787"/>
              <a:gd name="connsiteY27196" fmla="*/ 1580362 h 4489084"/>
              <a:gd name="connsiteX27197" fmla="*/ 1775680 w 5158787"/>
              <a:gd name="connsiteY27197" fmla="*/ 1580362 h 4489084"/>
              <a:gd name="connsiteX27198" fmla="*/ 1776568 w 5158787"/>
              <a:gd name="connsiteY27198" fmla="*/ 1580895 h 4489084"/>
              <a:gd name="connsiteX27199" fmla="*/ 1783972 w 5158787"/>
              <a:gd name="connsiteY27199" fmla="*/ 1593688 h 4489084"/>
              <a:gd name="connsiteX27200" fmla="*/ 1783972 w 5158787"/>
              <a:gd name="connsiteY27200" fmla="*/ 1594754 h 4489084"/>
              <a:gd name="connsiteX27201" fmla="*/ 1776568 w 5158787"/>
              <a:gd name="connsiteY27201" fmla="*/ 1607546 h 4489084"/>
              <a:gd name="connsiteX27202" fmla="*/ 1775680 w 5158787"/>
              <a:gd name="connsiteY27202" fmla="*/ 1608079 h 4489084"/>
              <a:gd name="connsiteX27203" fmla="*/ 1760874 w 5158787"/>
              <a:gd name="connsiteY27203" fmla="*/ 1608079 h 4489084"/>
              <a:gd name="connsiteX27204" fmla="*/ 1759986 w 5158787"/>
              <a:gd name="connsiteY27204" fmla="*/ 1607546 h 4489084"/>
              <a:gd name="connsiteX27205" fmla="*/ 1752582 w 5158787"/>
              <a:gd name="connsiteY27205" fmla="*/ 1594754 h 4489084"/>
              <a:gd name="connsiteX27206" fmla="*/ 1752582 w 5158787"/>
              <a:gd name="connsiteY27206" fmla="*/ 1593688 h 4489084"/>
              <a:gd name="connsiteX27207" fmla="*/ 1759986 w 5158787"/>
              <a:gd name="connsiteY27207" fmla="*/ 1580895 h 4489084"/>
              <a:gd name="connsiteX27208" fmla="*/ 1760874 w 5158787"/>
              <a:gd name="connsiteY27208" fmla="*/ 1580362 h 4489084"/>
              <a:gd name="connsiteX27209" fmla="*/ 678475 w 5158787"/>
              <a:gd name="connsiteY27209" fmla="*/ 1579770 h 4489084"/>
              <a:gd name="connsiteX27210" fmla="*/ 693933 w 5158787"/>
              <a:gd name="connsiteY27210" fmla="*/ 1579770 h 4489084"/>
              <a:gd name="connsiteX27211" fmla="*/ 694880 w 5158787"/>
              <a:gd name="connsiteY27211" fmla="*/ 1580303 h 4489084"/>
              <a:gd name="connsiteX27212" fmla="*/ 702580 w 5158787"/>
              <a:gd name="connsiteY27212" fmla="*/ 1593688 h 4489084"/>
              <a:gd name="connsiteX27213" fmla="*/ 702580 w 5158787"/>
              <a:gd name="connsiteY27213" fmla="*/ 1594754 h 4489084"/>
              <a:gd name="connsiteX27214" fmla="*/ 694821 w 5158787"/>
              <a:gd name="connsiteY27214" fmla="*/ 1608139 h 4489084"/>
              <a:gd name="connsiteX27215" fmla="*/ 693874 w 5158787"/>
              <a:gd name="connsiteY27215" fmla="*/ 1608672 h 4489084"/>
              <a:gd name="connsiteX27216" fmla="*/ 678416 w 5158787"/>
              <a:gd name="connsiteY27216" fmla="*/ 1608672 h 4489084"/>
              <a:gd name="connsiteX27217" fmla="*/ 677468 w 5158787"/>
              <a:gd name="connsiteY27217" fmla="*/ 1608139 h 4489084"/>
              <a:gd name="connsiteX27218" fmla="*/ 669769 w 5158787"/>
              <a:gd name="connsiteY27218" fmla="*/ 1594754 h 4489084"/>
              <a:gd name="connsiteX27219" fmla="*/ 669769 w 5158787"/>
              <a:gd name="connsiteY27219" fmla="*/ 1593688 h 4489084"/>
              <a:gd name="connsiteX27220" fmla="*/ 677528 w 5158787"/>
              <a:gd name="connsiteY27220" fmla="*/ 1580303 h 4489084"/>
              <a:gd name="connsiteX27221" fmla="*/ 678475 w 5158787"/>
              <a:gd name="connsiteY27221" fmla="*/ 1579770 h 4489084"/>
              <a:gd name="connsiteX27222" fmla="*/ 3451276 w 5158787"/>
              <a:gd name="connsiteY27222" fmla="*/ 1579651 h 4489084"/>
              <a:gd name="connsiteX27223" fmla="*/ 3466852 w 5158787"/>
              <a:gd name="connsiteY27223" fmla="*/ 1579651 h 4489084"/>
              <a:gd name="connsiteX27224" fmla="*/ 3467800 w 5158787"/>
              <a:gd name="connsiteY27224" fmla="*/ 1580184 h 4489084"/>
              <a:gd name="connsiteX27225" fmla="*/ 3475558 w 5158787"/>
              <a:gd name="connsiteY27225" fmla="*/ 1593687 h 4489084"/>
              <a:gd name="connsiteX27226" fmla="*/ 3475558 w 5158787"/>
              <a:gd name="connsiteY27226" fmla="*/ 1594813 h 4489084"/>
              <a:gd name="connsiteX27227" fmla="*/ 3467740 w 5158787"/>
              <a:gd name="connsiteY27227" fmla="*/ 1608316 h 4489084"/>
              <a:gd name="connsiteX27228" fmla="*/ 3466793 w 5158787"/>
              <a:gd name="connsiteY27228" fmla="*/ 1608849 h 4489084"/>
              <a:gd name="connsiteX27229" fmla="*/ 3451216 w 5158787"/>
              <a:gd name="connsiteY27229" fmla="*/ 1608849 h 4489084"/>
              <a:gd name="connsiteX27230" fmla="*/ 3450269 w 5158787"/>
              <a:gd name="connsiteY27230" fmla="*/ 1608316 h 4489084"/>
              <a:gd name="connsiteX27231" fmla="*/ 3442510 w 5158787"/>
              <a:gd name="connsiteY27231" fmla="*/ 1594813 h 4489084"/>
              <a:gd name="connsiteX27232" fmla="*/ 3442510 w 5158787"/>
              <a:gd name="connsiteY27232" fmla="*/ 1593687 h 4489084"/>
              <a:gd name="connsiteX27233" fmla="*/ 3450329 w 5158787"/>
              <a:gd name="connsiteY27233" fmla="*/ 1580184 h 4489084"/>
              <a:gd name="connsiteX27234" fmla="*/ 3451276 w 5158787"/>
              <a:gd name="connsiteY27234" fmla="*/ 1579651 h 4489084"/>
              <a:gd name="connsiteX27235" fmla="*/ 745518 w 5158787"/>
              <a:gd name="connsiteY27235" fmla="*/ 1578703 h 4489084"/>
              <a:gd name="connsiteX27236" fmla="*/ 762101 w 5158787"/>
              <a:gd name="connsiteY27236" fmla="*/ 1578703 h 4489084"/>
              <a:gd name="connsiteX27237" fmla="*/ 763108 w 5158787"/>
              <a:gd name="connsiteY27237" fmla="*/ 1579295 h 4489084"/>
              <a:gd name="connsiteX27238" fmla="*/ 771399 w 5158787"/>
              <a:gd name="connsiteY27238" fmla="*/ 1593628 h 4489084"/>
              <a:gd name="connsiteX27239" fmla="*/ 771399 w 5158787"/>
              <a:gd name="connsiteY27239" fmla="*/ 1594812 h 4489084"/>
              <a:gd name="connsiteX27240" fmla="*/ 763108 w 5158787"/>
              <a:gd name="connsiteY27240" fmla="*/ 1609145 h 4489084"/>
              <a:gd name="connsiteX27241" fmla="*/ 762101 w 5158787"/>
              <a:gd name="connsiteY27241" fmla="*/ 1609737 h 4489084"/>
              <a:gd name="connsiteX27242" fmla="*/ 745518 w 5158787"/>
              <a:gd name="connsiteY27242" fmla="*/ 1609737 h 4489084"/>
              <a:gd name="connsiteX27243" fmla="*/ 744511 w 5158787"/>
              <a:gd name="connsiteY27243" fmla="*/ 1609145 h 4489084"/>
              <a:gd name="connsiteX27244" fmla="*/ 736220 w 5158787"/>
              <a:gd name="connsiteY27244" fmla="*/ 1594812 h 4489084"/>
              <a:gd name="connsiteX27245" fmla="*/ 736220 w 5158787"/>
              <a:gd name="connsiteY27245" fmla="*/ 1593628 h 4489084"/>
              <a:gd name="connsiteX27246" fmla="*/ 744511 w 5158787"/>
              <a:gd name="connsiteY27246" fmla="*/ 1579295 h 4489084"/>
              <a:gd name="connsiteX27247" fmla="*/ 745518 w 5158787"/>
              <a:gd name="connsiteY27247" fmla="*/ 1578703 h 4489084"/>
              <a:gd name="connsiteX27248" fmla="*/ 1692232 w 5158787"/>
              <a:gd name="connsiteY27248" fmla="*/ 1578407 h 4489084"/>
              <a:gd name="connsiteX27249" fmla="*/ 1709111 w 5158787"/>
              <a:gd name="connsiteY27249" fmla="*/ 1578407 h 4489084"/>
              <a:gd name="connsiteX27250" fmla="*/ 1710118 w 5158787"/>
              <a:gd name="connsiteY27250" fmla="*/ 1578999 h 4489084"/>
              <a:gd name="connsiteX27251" fmla="*/ 1718528 w 5158787"/>
              <a:gd name="connsiteY27251" fmla="*/ 1593628 h 4489084"/>
              <a:gd name="connsiteX27252" fmla="*/ 1718528 w 5158787"/>
              <a:gd name="connsiteY27252" fmla="*/ 1594812 h 4489084"/>
              <a:gd name="connsiteX27253" fmla="*/ 1710059 w 5158787"/>
              <a:gd name="connsiteY27253" fmla="*/ 1609441 h 4489084"/>
              <a:gd name="connsiteX27254" fmla="*/ 1709052 w 5158787"/>
              <a:gd name="connsiteY27254" fmla="*/ 1610033 h 4489084"/>
              <a:gd name="connsiteX27255" fmla="*/ 1692173 w 5158787"/>
              <a:gd name="connsiteY27255" fmla="*/ 1610033 h 4489084"/>
              <a:gd name="connsiteX27256" fmla="*/ 1691166 w 5158787"/>
              <a:gd name="connsiteY27256" fmla="*/ 1609441 h 4489084"/>
              <a:gd name="connsiteX27257" fmla="*/ 1682756 w 5158787"/>
              <a:gd name="connsiteY27257" fmla="*/ 1594812 h 4489084"/>
              <a:gd name="connsiteX27258" fmla="*/ 1682756 w 5158787"/>
              <a:gd name="connsiteY27258" fmla="*/ 1593628 h 4489084"/>
              <a:gd name="connsiteX27259" fmla="*/ 1691225 w 5158787"/>
              <a:gd name="connsiteY27259" fmla="*/ 1578999 h 4489084"/>
              <a:gd name="connsiteX27260" fmla="*/ 1692232 w 5158787"/>
              <a:gd name="connsiteY27260" fmla="*/ 1578407 h 4489084"/>
              <a:gd name="connsiteX27261" fmla="*/ 4532608 w 5158787"/>
              <a:gd name="connsiteY27261" fmla="*/ 1578170 h 4489084"/>
              <a:gd name="connsiteX27262" fmla="*/ 4549724 w 5158787"/>
              <a:gd name="connsiteY27262" fmla="*/ 1578170 h 4489084"/>
              <a:gd name="connsiteX27263" fmla="*/ 4550789 w 5158787"/>
              <a:gd name="connsiteY27263" fmla="*/ 1578762 h 4489084"/>
              <a:gd name="connsiteX27264" fmla="*/ 4559318 w 5158787"/>
              <a:gd name="connsiteY27264" fmla="*/ 1593569 h 4489084"/>
              <a:gd name="connsiteX27265" fmla="*/ 4559318 w 5158787"/>
              <a:gd name="connsiteY27265" fmla="*/ 1594753 h 4489084"/>
              <a:gd name="connsiteX27266" fmla="*/ 4550730 w 5158787"/>
              <a:gd name="connsiteY27266" fmla="*/ 1609559 h 4489084"/>
              <a:gd name="connsiteX27267" fmla="*/ 4549664 w 5158787"/>
              <a:gd name="connsiteY27267" fmla="*/ 1610152 h 4489084"/>
              <a:gd name="connsiteX27268" fmla="*/ 4532548 w 5158787"/>
              <a:gd name="connsiteY27268" fmla="*/ 1610152 h 4489084"/>
              <a:gd name="connsiteX27269" fmla="*/ 4531482 w 5158787"/>
              <a:gd name="connsiteY27269" fmla="*/ 1609559 h 4489084"/>
              <a:gd name="connsiteX27270" fmla="*/ 4522954 w 5158787"/>
              <a:gd name="connsiteY27270" fmla="*/ 1594753 h 4489084"/>
              <a:gd name="connsiteX27271" fmla="*/ 4522954 w 5158787"/>
              <a:gd name="connsiteY27271" fmla="*/ 1593569 h 4489084"/>
              <a:gd name="connsiteX27272" fmla="*/ 4531541 w 5158787"/>
              <a:gd name="connsiteY27272" fmla="*/ 1578762 h 4489084"/>
              <a:gd name="connsiteX27273" fmla="*/ 4532608 w 5158787"/>
              <a:gd name="connsiteY27273" fmla="*/ 1578170 h 4489084"/>
              <a:gd name="connsiteX27274" fmla="*/ 4262008 w 5158787"/>
              <a:gd name="connsiteY27274" fmla="*/ 1578111 h 4489084"/>
              <a:gd name="connsiteX27275" fmla="*/ 4279243 w 5158787"/>
              <a:gd name="connsiteY27275" fmla="*/ 1578111 h 4489084"/>
              <a:gd name="connsiteX27276" fmla="*/ 4280309 w 5158787"/>
              <a:gd name="connsiteY27276" fmla="*/ 1578703 h 4489084"/>
              <a:gd name="connsiteX27277" fmla="*/ 4288897 w 5158787"/>
              <a:gd name="connsiteY27277" fmla="*/ 1593628 h 4489084"/>
              <a:gd name="connsiteX27278" fmla="*/ 4288897 w 5158787"/>
              <a:gd name="connsiteY27278" fmla="*/ 1594872 h 4489084"/>
              <a:gd name="connsiteX27279" fmla="*/ 4280250 w 5158787"/>
              <a:gd name="connsiteY27279" fmla="*/ 1609796 h 4489084"/>
              <a:gd name="connsiteX27280" fmla="*/ 4279184 w 5158787"/>
              <a:gd name="connsiteY27280" fmla="*/ 1610389 h 4489084"/>
              <a:gd name="connsiteX27281" fmla="*/ 4261949 w 5158787"/>
              <a:gd name="connsiteY27281" fmla="*/ 1610389 h 4489084"/>
              <a:gd name="connsiteX27282" fmla="*/ 4260883 w 5158787"/>
              <a:gd name="connsiteY27282" fmla="*/ 1609796 h 4489084"/>
              <a:gd name="connsiteX27283" fmla="*/ 4252295 w 5158787"/>
              <a:gd name="connsiteY27283" fmla="*/ 1594872 h 4489084"/>
              <a:gd name="connsiteX27284" fmla="*/ 4252295 w 5158787"/>
              <a:gd name="connsiteY27284" fmla="*/ 1593628 h 4489084"/>
              <a:gd name="connsiteX27285" fmla="*/ 4260943 w 5158787"/>
              <a:gd name="connsiteY27285" fmla="*/ 1578703 h 4489084"/>
              <a:gd name="connsiteX27286" fmla="*/ 4262008 w 5158787"/>
              <a:gd name="connsiteY27286" fmla="*/ 1578111 h 4489084"/>
              <a:gd name="connsiteX27287" fmla="*/ 609953 w 5158787"/>
              <a:gd name="connsiteY27287" fmla="*/ 1578111 h 4489084"/>
              <a:gd name="connsiteX27288" fmla="*/ 627187 w 5158787"/>
              <a:gd name="connsiteY27288" fmla="*/ 1578111 h 4489084"/>
              <a:gd name="connsiteX27289" fmla="*/ 628253 w 5158787"/>
              <a:gd name="connsiteY27289" fmla="*/ 1578703 h 4489084"/>
              <a:gd name="connsiteX27290" fmla="*/ 636841 w 5158787"/>
              <a:gd name="connsiteY27290" fmla="*/ 1593628 h 4489084"/>
              <a:gd name="connsiteX27291" fmla="*/ 636841 w 5158787"/>
              <a:gd name="connsiteY27291" fmla="*/ 1594872 h 4489084"/>
              <a:gd name="connsiteX27292" fmla="*/ 628194 w 5158787"/>
              <a:gd name="connsiteY27292" fmla="*/ 1609796 h 4489084"/>
              <a:gd name="connsiteX27293" fmla="*/ 627128 w 5158787"/>
              <a:gd name="connsiteY27293" fmla="*/ 1610389 h 4489084"/>
              <a:gd name="connsiteX27294" fmla="*/ 609893 w 5158787"/>
              <a:gd name="connsiteY27294" fmla="*/ 1610389 h 4489084"/>
              <a:gd name="connsiteX27295" fmla="*/ 608827 w 5158787"/>
              <a:gd name="connsiteY27295" fmla="*/ 1609796 h 4489084"/>
              <a:gd name="connsiteX27296" fmla="*/ 600240 w 5158787"/>
              <a:gd name="connsiteY27296" fmla="*/ 1594872 h 4489084"/>
              <a:gd name="connsiteX27297" fmla="*/ 600240 w 5158787"/>
              <a:gd name="connsiteY27297" fmla="*/ 1593628 h 4489084"/>
              <a:gd name="connsiteX27298" fmla="*/ 608887 w 5158787"/>
              <a:gd name="connsiteY27298" fmla="*/ 1578703 h 4489084"/>
              <a:gd name="connsiteX27299" fmla="*/ 609953 w 5158787"/>
              <a:gd name="connsiteY27299" fmla="*/ 1578111 h 4489084"/>
              <a:gd name="connsiteX27300" fmla="*/ 880434 w 5158787"/>
              <a:gd name="connsiteY27300" fmla="*/ 1577993 h 4489084"/>
              <a:gd name="connsiteX27301" fmla="*/ 897786 w 5158787"/>
              <a:gd name="connsiteY27301" fmla="*/ 1577993 h 4489084"/>
              <a:gd name="connsiteX27302" fmla="*/ 898852 w 5158787"/>
              <a:gd name="connsiteY27302" fmla="*/ 1578585 h 4489084"/>
              <a:gd name="connsiteX27303" fmla="*/ 907499 w 5158787"/>
              <a:gd name="connsiteY27303" fmla="*/ 1593569 h 4489084"/>
              <a:gd name="connsiteX27304" fmla="*/ 907499 w 5158787"/>
              <a:gd name="connsiteY27304" fmla="*/ 1594813 h 4489084"/>
              <a:gd name="connsiteX27305" fmla="*/ 898852 w 5158787"/>
              <a:gd name="connsiteY27305" fmla="*/ 1609797 h 4489084"/>
              <a:gd name="connsiteX27306" fmla="*/ 897786 w 5158787"/>
              <a:gd name="connsiteY27306" fmla="*/ 1610389 h 4489084"/>
              <a:gd name="connsiteX27307" fmla="*/ 880434 w 5158787"/>
              <a:gd name="connsiteY27307" fmla="*/ 1610389 h 4489084"/>
              <a:gd name="connsiteX27308" fmla="*/ 879368 w 5158787"/>
              <a:gd name="connsiteY27308" fmla="*/ 1609797 h 4489084"/>
              <a:gd name="connsiteX27309" fmla="*/ 870721 w 5158787"/>
              <a:gd name="connsiteY27309" fmla="*/ 1594813 h 4489084"/>
              <a:gd name="connsiteX27310" fmla="*/ 870721 w 5158787"/>
              <a:gd name="connsiteY27310" fmla="*/ 1593569 h 4489084"/>
              <a:gd name="connsiteX27311" fmla="*/ 879368 w 5158787"/>
              <a:gd name="connsiteY27311" fmla="*/ 1578585 h 4489084"/>
              <a:gd name="connsiteX27312" fmla="*/ 880434 w 5158787"/>
              <a:gd name="connsiteY27312" fmla="*/ 1577993 h 4489084"/>
              <a:gd name="connsiteX27313" fmla="*/ 4464795 w 5158787"/>
              <a:gd name="connsiteY27313" fmla="*/ 1577756 h 4489084"/>
              <a:gd name="connsiteX27314" fmla="*/ 4482326 w 5158787"/>
              <a:gd name="connsiteY27314" fmla="*/ 1577756 h 4489084"/>
              <a:gd name="connsiteX27315" fmla="*/ 4483391 w 5158787"/>
              <a:gd name="connsiteY27315" fmla="*/ 1578348 h 4489084"/>
              <a:gd name="connsiteX27316" fmla="*/ 4492157 w 5158787"/>
              <a:gd name="connsiteY27316" fmla="*/ 1593569 h 4489084"/>
              <a:gd name="connsiteX27317" fmla="*/ 4492157 w 5158787"/>
              <a:gd name="connsiteY27317" fmla="*/ 1594813 h 4489084"/>
              <a:gd name="connsiteX27318" fmla="*/ 4483391 w 5158787"/>
              <a:gd name="connsiteY27318" fmla="*/ 1610034 h 4489084"/>
              <a:gd name="connsiteX27319" fmla="*/ 4482326 w 5158787"/>
              <a:gd name="connsiteY27319" fmla="*/ 1610626 h 4489084"/>
              <a:gd name="connsiteX27320" fmla="*/ 4464795 w 5158787"/>
              <a:gd name="connsiteY27320" fmla="*/ 1610626 h 4489084"/>
              <a:gd name="connsiteX27321" fmla="*/ 4463729 w 5158787"/>
              <a:gd name="connsiteY27321" fmla="*/ 1610034 h 4489084"/>
              <a:gd name="connsiteX27322" fmla="*/ 4454964 w 5158787"/>
              <a:gd name="connsiteY27322" fmla="*/ 1594813 h 4489084"/>
              <a:gd name="connsiteX27323" fmla="*/ 4454964 w 5158787"/>
              <a:gd name="connsiteY27323" fmla="*/ 1593569 h 4489084"/>
              <a:gd name="connsiteX27324" fmla="*/ 4463729 w 5158787"/>
              <a:gd name="connsiteY27324" fmla="*/ 1578348 h 4489084"/>
              <a:gd name="connsiteX27325" fmla="*/ 4464795 w 5158787"/>
              <a:gd name="connsiteY27325" fmla="*/ 1577756 h 4489084"/>
              <a:gd name="connsiteX27326" fmla="*/ 4329525 w 5158787"/>
              <a:gd name="connsiteY27326" fmla="*/ 1577756 h 4489084"/>
              <a:gd name="connsiteX27327" fmla="*/ 4347055 w 5158787"/>
              <a:gd name="connsiteY27327" fmla="*/ 1577756 h 4489084"/>
              <a:gd name="connsiteX27328" fmla="*/ 4348122 w 5158787"/>
              <a:gd name="connsiteY27328" fmla="*/ 1578348 h 4489084"/>
              <a:gd name="connsiteX27329" fmla="*/ 4356887 w 5158787"/>
              <a:gd name="connsiteY27329" fmla="*/ 1593569 h 4489084"/>
              <a:gd name="connsiteX27330" fmla="*/ 4356887 w 5158787"/>
              <a:gd name="connsiteY27330" fmla="*/ 1594813 h 4489084"/>
              <a:gd name="connsiteX27331" fmla="*/ 4348122 w 5158787"/>
              <a:gd name="connsiteY27331" fmla="*/ 1610034 h 4489084"/>
              <a:gd name="connsiteX27332" fmla="*/ 4347055 w 5158787"/>
              <a:gd name="connsiteY27332" fmla="*/ 1610626 h 4489084"/>
              <a:gd name="connsiteX27333" fmla="*/ 4329525 w 5158787"/>
              <a:gd name="connsiteY27333" fmla="*/ 1610626 h 4489084"/>
              <a:gd name="connsiteX27334" fmla="*/ 4328459 w 5158787"/>
              <a:gd name="connsiteY27334" fmla="*/ 1610034 h 4489084"/>
              <a:gd name="connsiteX27335" fmla="*/ 4319693 w 5158787"/>
              <a:gd name="connsiteY27335" fmla="*/ 1594813 h 4489084"/>
              <a:gd name="connsiteX27336" fmla="*/ 4319693 w 5158787"/>
              <a:gd name="connsiteY27336" fmla="*/ 1593569 h 4489084"/>
              <a:gd name="connsiteX27337" fmla="*/ 4328459 w 5158787"/>
              <a:gd name="connsiteY27337" fmla="*/ 1578348 h 4489084"/>
              <a:gd name="connsiteX27338" fmla="*/ 4329525 w 5158787"/>
              <a:gd name="connsiteY27338" fmla="*/ 1577756 h 4489084"/>
              <a:gd name="connsiteX27339" fmla="*/ 4396923 w 5158787"/>
              <a:gd name="connsiteY27339" fmla="*/ 1577460 h 4489084"/>
              <a:gd name="connsiteX27340" fmla="*/ 4414809 w 5158787"/>
              <a:gd name="connsiteY27340" fmla="*/ 1577460 h 4489084"/>
              <a:gd name="connsiteX27341" fmla="*/ 4415874 w 5158787"/>
              <a:gd name="connsiteY27341" fmla="*/ 1578112 h 4489084"/>
              <a:gd name="connsiteX27342" fmla="*/ 4424818 w 5158787"/>
              <a:gd name="connsiteY27342" fmla="*/ 1593629 h 4489084"/>
              <a:gd name="connsiteX27343" fmla="*/ 4424818 w 5158787"/>
              <a:gd name="connsiteY27343" fmla="*/ 1594872 h 4489084"/>
              <a:gd name="connsiteX27344" fmla="*/ 4415874 w 5158787"/>
              <a:gd name="connsiteY27344" fmla="*/ 1610389 h 4489084"/>
              <a:gd name="connsiteX27345" fmla="*/ 4414809 w 5158787"/>
              <a:gd name="connsiteY27345" fmla="*/ 1611041 h 4489084"/>
              <a:gd name="connsiteX27346" fmla="*/ 4396923 w 5158787"/>
              <a:gd name="connsiteY27346" fmla="*/ 1611041 h 4489084"/>
              <a:gd name="connsiteX27347" fmla="*/ 4395856 w 5158787"/>
              <a:gd name="connsiteY27347" fmla="*/ 1610389 h 4489084"/>
              <a:gd name="connsiteX27348" fmla="*/ 4386913 w 5158787"/>
              <a:gd name="connsiteY27348" fmla="*/ 1594872 h 4489084"/>
              <a:gd name="connsiteX27349" fmla="*/ 4386913 w 5158787"/>
              <a:gd name="connsiteY27349" fmla="*/ 1593629 h 4489084"/>
              <a:gd name="connsiteX27350" fmla="*/ 4395856 w 5158787"/>
              <a:gd name="connsiteY27350" fmla="*/ 1578112 h 4489084"/>
              <a:gd name="connsiteX27351" fmla="*/ 4396923 w 5158787"/>
              <a:gd name="connsiteY27351" fmla="*/ 1577460 h 4489084"/>
              <a:gd name="connsiteX27352" fmla="*/ 947713 w 5158787"/>
              <a:gd name="connsiteY27352" fmla="*/ 1577341 h 4489084"/>
              <a:gd name="connsiteX27353" fmla="*/ 965718 w 5158787"/>
              <a:gd name="connsiteY27353" fmla="*/ 1577341 h 4489084"/>
              <a:gd name="connsiteX27354" fmla="*/ 966843 w 5158787"/>
              <a:gd name="connsiteY27354" fmla="*/ 1577992 h 4489084"/>
              <a:gd name="connsiteX27355" fmla="*/ 975845 w 5158787"/>
              <a:gd name="connsiteY27355" fmla="*/ 1593569 h 4489084"/>
              <a:gd name="connsiteX27356" fmla="*/ 975845 w 5158787"/>
              <a:gd name="connsiteY27356" fmla="*/ 1594812 h 4489084"/>
              <a:gd name="connsiteX27357" fmla="*/ 966843 w 5158787"/>
              <a:gd name="connsiteY27357" fmla="*/ 1610389 h 4489084"/>
              <a:gd name="connsiteX27358" fmla="*/ 965718 w 5158787"/>
              <a:gd name="connsiteY27358" fmla="*/ 1611040 h 4489084"/>
              <a:gd name="connsiteX27359" fmla="*/ 947713 w 5158787"/>
              <a:gd name="connsiteY27359" fmla="*/ 1611040 h 4489084"/>
              <a:gd name="connsiteX27360" fmla="*/ 946588 w 5158787"/>
              <a:gd name="connsiteY27360" fmla="*/ 1610389 h 4489084"/>
              <a:gd name="connsiteX27361" fmla="*/ 937586 w 5158787"/>
              <a:gd name="connsiteY27361" fmla="*/ 1594812 h 4489084"/>
              <a:gd name="connsiteX27362" fmla="*/ 937586 w 5158787"/>
              <a:gd name="connsiteY27362" fmla="*/ 1593569 h 4489084"/>
              <a:gd name="connsiteX27363" fmla="*/ 946588 w 5158787"/>
              <a:gd name="connsiteY27363" fmla="*/ 1577992 h 4489084"/>
              <a:gd name="connsiteX27364" fmla="*/ 947713 w 5158787"/>
              <a:gd name="connsiteY27364" fmla="*/ 1577341 h 4489084"/>
              <a:gd name="connsiteX27365" fmla="*/ 1015170 w 5158787"/>
              <a:gd name="connsiteY27365" fmla="*/ 1576986 h 4489084"/>
              <a:gd name="connsiteX27366" fmla="*/ 1033589 w 5158787"/>
              <a:gd name="connsiteY27366" fmla="*/ 1576986 h 4489084"/>
              <a:gd name="connsiteX27367" fmla="*/ 1034714 w 5158787"/>
              <a:gd name="connsiteY27367" fmla="*/ 1577637 h 4489084"/>
              <a:gd name="connsiteX27368" fmla="*/ 1043953 w 5158787"/>
              <a:gd name="connsiteY27368" fmla="*/ 1593628 h 4489084"/>
              <a:gd name="connsiteX27369" fmla="*/ 1043953 w 5158787"/>
              <a:gd name="connsiteY27369" fmla="*/ 1594931 h 4489084"/>
              <a:gd name="connsiteX27370" fmla="*/ 1034714 w 5158787"/>
              <a:gd name="connsiteY27370" fmla="*/ 1610922 h 4489084"/>
              <a:gd name="connsiteX27371" fmla="*/ 1033589 w 5158787"/>
              <a:gd name="connsiteY27371" fmla="*/ 1611573 h 4489084"/>
              <a:gd name="connsiteX27372" fmla="*/ 1015170 w 5158787"/>
              <a:gd name="connsiteY27372" fmla="*/ 1611573 h 4489084"/>
              <a:gd name="connsiteX27373" fmla="*/ 1014045 w 5158787"/>
              <a:gd name="connsiteY27373" fmla="*/ 1610922 h 4489084"/>
              <a:gd name="connsiteX27374" fmla="*/ 1004806 w 5158787"/>
              <a:gd name="connsiteY27374" fmla="*/ 1594931 h 4489084"/>
              <a:gd name="connsiteX27375" fmla="*/ 1004806 w 5158787"/>
              <a:gd name="connsiteY27375" fmla="*/ 1593628 h 4489084"/>
              <a:gd name="connsiteX27376" fmla="*/ 1014045 w 5158787"/>
              <a:gd name="connsiteY27376" fmla="*/ 1577637 h 4489084"/>
              <a:gd name="connsiteX27377" fmla="*/ 1015170 w 5158787"/>
              <a:gd name="connsiteY27377" fmla="*/ 1576986 h 4489084"/>
              <a:gd name="connsiteX27378" fmla="*/ 812265 w 5158787"/>
              <a:gd name="connsiteY27378" fmla="*/ 1576986 h 4489084"/>
              <a:gd name="connsiteX27379" fmla="*/ 830684 w 5158787"/>
              <a:gd name="connsiteY27379" fmla="*/ 1576986 h 4489084"/>
              <a:gd name="connsiteX27380" fmla="*/ 831809 w 5158787"/>
              <a:gd name="connsiteY27380" fmla="*/ 1577637 h 4489084"/>
              <a:gd name="connsiteX27381" fmla="*/ 841048 w 5158787"/>
              <a:gd name="connsiteY27381" fmla="*/ 1593628 h 4489084"/>
              <a:gd name="connsiteX27382" fmla="*/ 841048 w 5158787"/>
              <a:gd name="connsiteY27382" fmla="*/ 1594931 h 4489084"/>
              <a:gd name="connsiteX27383" fmla="*/ 831809 w 5158787"/>
              <a:gd name="connsiteY27383" fmla="*/ 1610922 h 4489084"/>
              <a:gd name="connsiteX27384" fmla="*/ 830684 w 5158787"/>
              <a:gd name="connsiteY27384" fmla="*/ 1611573 h 4489084"/>
              <a:gd name="connsiteX27385" fmla="*/ 812265 w 5158787"/>
              <a:gd name="connsiteY27385" fmla="*/ 1611573 h 4489084"/>
              <a:gd name="connsiteX27386" fmla="*/ 811140 w 5158787"/>
              <a:gd name="connsiteY27386" fmla="*/ 1610922 h 4489084"/>
              <a:gd name="connsiteX27387" fmla="*/ 801901 w 5158787"/>
              <a:gd name="connsiteY27387" fmla="*/ 1594931 h 4489084"/>
              <a:gd name="connsiteX27388" fmla="*/ 801901 w 5158787"/>
              <a:gd name="connsiteY27388" fmla="*/ 1593628 h 4489084"/>
              <a:gd name="connsiteX27389" fmla="*/ 811140 w 5158787"/>
              <a:gd name="connsiteY27389" fmla="*/ 1577637 h 4489084"/>
              <a:gd name="connsiteX27390" fmla="*/ 812265 w 5158787"/>
              <a:gd name="connsiteY27390" fmla="*/ 1576986 h 4489084"/>
              <a:gd name="connsiteX27391" fmla="*/ 541606 w 5158787"/>
              <a:gd name="connsiteY27391" fmla="*/ 1576749 h 4489084"/>
              <a:gd name="connsiteX27392" fmla="*/ 560262 w 5158787"/>
              <a:gd name="connsiteY27392" fmla="*/ 1576749 h 4489084"/>
              <a:gd name="connsiteX27393" fmla="*/ 561388 w 5158787"/>
              <a:gd name="connsiteY27393" fmla="*/ 1577401 h 4489084"/>
              <a:gd name="connsiteX27394" fmla="*/ 570686 w 5158787"/>
              <a:gd name="connsiteY27394" fmla="*/ 1593569 h 4489084"/>
              <a:gd name="connsiteX27395" fmla="*/ 570686 w 5158787"/>
              <a:gd name="connsiteY27395" fmla="*/ 1594872 h 4489084"/>
              <a:gd name="connsiteX27396" fmla="*/ 561329 w 5158787"/>
              <a:gd name="connsiteY27396" fmla="*/ 1611040 h 4489084"/>
              <a:gd name="connsiteX27397" fmla="*/ 560203 w 5158787"/>
              <a:gd name="connsiteY27397" fmla="*/ 1611692 h 4489084"/>
              <a:gd name="connsiteX27398" fmla="*/ 541547 w 5158787"/>
              <a:gd name="connsiteY27398" fmla="*/ 1611692 h 4489084"/>
              <a:gd name="connsiteX27399" fmla="*/ 540422 w 5158787"/>
              <a:gd name="connsiteY27399" fmla="*/ 1611040 h 4489084"/>
              <a:gd name="connsiteX27400" fmla="*/ 531124 w 5158787"/>
              <a:gd name="connsiteY27400" fmla="*/ 1594872 h 4489084"/>
              <a:gd name="connsiteX27401" fmla="*/ 531124 w 5158787"/>
              <a:gd name="connsiteY27401" fmla="*/ 1593569 h 4489084"/>
              <a:gd name="connsiteX27402" fmla="*/ 540481 w 5158787"/>
              <a:gd name="connsiteY27402" fmla="*/ 1577401 h 4489084"/>
              <a:gd name="connsiteX27403" fmla="*/ 541606 w 5158787"/>
              <a:gd name="connsiteY27403" fmla="*/ 1576749 h 4489084"/>
              <a:gd name="connsiteX27404" fmla="*/ 3314407 w 5158787"/>
              <a:gd name="connsiteY27404" fmla="*/ 1576631 h 4489084"/>
              <a:gd name="connsiteX27405" fmla="*/ 3333181 w 5158787"/>
              <a:gd name="connsiteY27405" fmla="*/ 1576631 h 4489084"/>
              <a:gd name="connsiteX27406" fmla="*/ 3334306 w 5158787"/>
              <a:gd name="connsiteY27406" fmla="*/ 1577282 h 4489084"/>
              <a:gd name="connsiteX27407" fmla="*/ 3343664 w 5158787"/>
              <a:gd name="connsiteY27407" fmla="*/ 1593510 h 4489084"/>
              <a:gd name="connsiteX27408" fmla="*/ 3343664 w 5158787"/>
              <a:gd name="connsiteY27408" fmla="*/ 1594813 h 4489084"/>
              <a:gd name="connsiteX27409" fmla="*/ 3334247 w 5158787"/>
              <a:gd name="connsiteY27409" fmla="*/ 1611041 h 4489084"/>
              <a:gd name="connsiteX27410" fmla="*/ 3333122 w 5158787"/>
              <a:gd name="connsiteY27410" fmla="*/ 1611692 h 4489084"/>
              <a:gd name="connsiteX27411" fmla="*/ 3314347 w 5158787"/>
              <a:gd name="connsiteY27411" fmla="*/ 1611692 h 4489084"/>
              <a:gd name="connsiteX27412" fmla="*/ 3313222 w 5158787"/>
              <a:gd name="connsiteY27412" fmla="*/ 1611041 h 4489084"/>
              <a:gd name="connsiteX27413" fmla="*/ 3303864 w 5158787"/>
              <a:gd name="connsiteY27413" fmla="*/ 1594813 h 4489084"/>
              <a:gd name="connsiteX27414" fmla="*/ 3303864 w 5158787"/>
              <a:gd name="connsiteY27414" fmla="*/ 1593510 h 4489084"/>
              <a:gd name="connsiteX27415" fmla="*/ 3313282 w 5158787"/>
              <a:gd name="connsiteY27415" fmla="*/ 1577282 h 4489084"/>
              <a:gd name="connsiteX27416" fmla="*/ 3314407 w 5158787"/>
              <a:gd name="connsiteY27416" fmla="*/ 1576631 h 4489084"/>
              <a:gd name="connsiteX27417" fmla="*/ 4599354 w 5158787"/>
              <a:gd name="connsiteY27417" fmla="*/ 1576571 h 4489084"/>
              <a:gd name="connsiteX27418" fmla="*/ 4618247 w 5158787"/>
              <a:gd name="connsiteY27418" fmla="*/ 1576571 h 4489084"/>
              <a:gd name="connsiteX27419" fmla="*/ 4619371 w 5158787"/>
              <a:gd name="connsiteY27419" fmla="*/ 1577222 h 4489084"/>
              <a:gd name="connsiteX27420" fmla="*/ 4628789 w 5158787"/>
              <a:gd name="connsiteY27420" fmla="*/ 1593569 h 4489084"/>
              <a:gd name="connsiteX27421" fmla="*/ 4628789 w 5158787"/>
              <a:gd name="connsiteY27421" fmla="*/ 1594931 h 4489084"/>
              <a:gd name="connsiteX27422" fmla="*/ 4619371 w 5158787"/>
              <a:gd name="connsiteY27422" fmla="*/ 1611277 h 4489084"/>
              <a:gd name="connsiteX27423" fmla="*/ 4618247 w 5158787"/>
              <a:gd name="connsiteY27423" fmla="*/ 1611928 h 4489084"/>
              <a:gd name="connsiteX27424" fmla="*/ 4599354 w 5158787"/>
              <a:gd name="connsiteY27424" fmla="*/ 1611928 h 4489084"/>
              <a:gd name="connsiteX27425" fmla="*/ 4598228 w 5158787"/>
              <a:gd name="connsiteY27425" fmla="*/ 1611277 h 4489084"/>
              <a:gd name="connsiteX27426" fmla="*/ 4588812 w 5158787"/>
              <a:gd name="connsiteY27426" fmla="*/ 1594931 h 4489084"/>
              <a:gd name="connsiteX27427" fmla="*/ 4588812 w 5158787"/>
              <a:gd name="connsiteY27427" fmla="*/ 1593569 h 4489084"/>
              <a:gd name="connsiteX27428" fmla="*/ 4598228 w 5158787"/>
              <a:gd name="connsiteY27428" fmla="*/ 1577222 h 4489084"/>
              <a:gd name="connsiteX27429" fmla="*/ 4599354 w 5158787"/>
              <a:gd name="connsiteY27429" fmla="*/ 1576571 h 4489084"/>
              <a:gd name="connsiteX27430" fmla="*/ 1217780 w 5158787"/>
              <a:gd name="connsiteY27430" fmla="*/ 1576571 h 4489084"/>
              <a:gd name="connsiteX27431" fmla="*/ 1236673 w 5158787"/>
              <a:gd name="connsiteY27431" fmla="*/ 1576571 h 4489084"/>
              <a:gd name="connsiteX27432" fmla="*/ 1237798 w 5158787"/>
              <a:gd name="connsiteY27432" fmla="*/ 1577222 h 4489084"/>
              <a:gd name="connsiteX27433" fmla="*/ 1247215 w 5158787"/>
              <a:gd name="connsiteY27433" fmla="*/ 1593569 h 4489084"/>
              <a:gd name="connsiteX27434" fmla="*/ 1247215 w 5158787"/>
              <a:gd name="connsiteY27434" fmla="*/ 1594931 h 4489084"/>
              <a:gd name="connsiteX27435" fmla="*/ 1237798 w 5158787"/>
              <a:gd name="connsiteY27435" fmla="*/ 1611277 h 4489084"/>
              <a:gd name="connsiteX27436" fmla="*/ 1236673 w 5158787"/>
              <a:gd name="connsiteY27436" fmla="*/ 1611928 h 4489084"/>
              <a:gd name="connsiteX27437" fmla="*/ 1217780 w 5158787"/>
              <a:gd name="connsiteY27437" fmla="*/ 1611928 h 4489084"/>
              <a:gd name="connsiteX27438" fmla="*/ 1216655 w 5158787"/>
              <a:gd name="connsiteY27438" fmla="*/ 1611277 h 4489084"/>
              <a:gd name="connsiteX27439" fmla="*/ 1207238 w 5158787"/>
              <a:gd name="connsiteY27439" fmla="*/ 1594931 h 4489084"/>
              <a:gd name="connsiteX27440" fmla="*/ 1207238 w 5158787"/>
              <a:gd name="connsiteY27440" fmla="*/ 1593569 h 4489084"/>
              <a:gd name="connsiteX27441" fmla="*/ 1216655 w 5158787"/>
              <a:gd name="connsiteY27441" fmla="*/ 1577222 h 4489084"/>
              <a:gd name="connsiteX27442" fmla="*/ 1217780 w 5158787"/>
              <a:gd name="connsiteY27442" fmla="*/ 1576571 h 4489084"/>
              <a:gd name="connsiteX27443" fmla="*/ 3517193 w 5158787"/>
              <a:gd name="connsiteY27443" fmla="*/ 1576335 h 4489084"/>
              <a:gd name="connsiteX27444" fmla="*/ 3536264 w 5158787"/>
              <a:gd name="connsiteY27444" fmla="*/ 1576335 h 4489084"/>
              <a:gd name="connsiteX27445" fmla="*/ 3537448 w 5158787"/>
              <a:gd name="connsiteY27445" fmla="*/ 1576987 h 4489084"/>
              <a:gd name="connsiteX27446" fmla="*/ 3546984 w 5158787"/>
              <a:gd name="connsiteY27446" fmla="*/ 1593510 h 4489084"/>
              <a:gd name="connsiteX27447" fmla="*/ 3546984 w 5158787"/>
              <a:gd name="connsiteY27447" fmla="*/ 1594873 h 4489084"/>
              <a:gd name="connsiteX27448" fmla="*/ 3537448 w 5158787"/>
              <a:gd name="connsiteY27448" fmla="*/ 1611396 h 4489084"/>
              <a:gd name="connsiteX27449" fmla="*/ 3536264 w 5158787"/>
              <a:gd name="connsiteY27449" fmla="*/ 1612048 h 4489084"/>
              <a:gd name="connsiteX27450" fmla="*/ 3517193 w 5158787"/>
              <a:gd name="connsiteY27450" fmla="*/ 1612048 h 4489084"/>
              <a:gd name="connsiteX27451" fmla="*/ 3516009 w 5158787"/>
              <a:gd name="connsiteY27451" fmla="*/ 1611396 h 4489084"/>
              <a:gd name="connsiteX27452" fmla="*/ 3506474 w 5158787"/>
              <a:gd name="connsiteY27452" fmla="*/ 1594873 h 4489084"/>
              <a:gd name="connsiteX27453" fmla="*/ 3506474 w 5158787"/>
              <a:gd name="connsiteY27453" fmla="*/ 1593510 h 4489084"/>
              <a:gd name="connsiteX27454" fmla="*/ 3516009 w 5158787"/>
              <a:gd name="connsiteY27454" fmla="*/ 1576987 h 4489084"/>
              <a:gd name="connsiteX27455" fmla="*/ 3517193 w 5158787"/>
              <a:gd name="connsiteY27455" fmla="*/ 1576335 h 4489084"/>
              <a:gd name="connsiteX27456" fmla="*/ 1149670 w 5158787"/>
              <a:gd name="connsiteY27456" fmla="*/ 1575624 h 4489084"/>
              <a:gd name="connsiteX27457" fmla="*/ 1169570 w 5158787"/>
              <a:gd name="connsiteY27457" fmla="*/ 1575624 h 4489084"/>
              <a:gd name="connsiteX27458" fmla="*/ 1170754 w 5158787"/>
              <a:gd name="connsiteY27458" fmla="*/ 1576335 h 4489084"/>
              <a:gd name="connsiteX27459" fmla="*/ 1180704 w 5158787"/>
              <a:gd name="connsiteY27459" fmla="*/ 1593569 h 4489084"/>
              <a:gd name="connsiteX27460" fmla="*/ 1180704 w 5158787"/>
              <a:gd name="connsiteY27460" fmla="*/ 1594991 h 4489084"/>
              <a:gd name="connsiteX27461" fmla="*/ 1170754 w 5158787"/>
              <a:gd name="connsiteY27461" fmla="*/ 1612225 h 4489084"/>
              <a:gd name="connsiteX27462" fmla="*/ 1169570 w 5158787"/>
              <a:gd name="connsiteY27462" fmla="*/ 1612936 h 4489084"/>
              <a:gd name="connsiteX27463" fmla="*/ 1149670 w 5158787"/>
              <a:gd name="connsiteY27463" fmla="*/ 1612936 h 4489084"/>
              <a:gd name="connsiteX27464" fmla="*/ 1148486 w 5158787"/>
              <a:gd name="connsiteY27464" fmla="*/ 1612225 h 4489084"/>
              <a:gd name="connsiteX27465" fmla="*/ 1138536 w 5158787"/>
              <a:gd name="connsiteY27465" fmla="*/ 1594991 h 4489084"/>
              <a:gd name="connsiteX27466" fmla="*/ 1138536 w 5158787"/>
              <a:gd name="connsiteY27466" fmla="*/ 1593569 h 4489084"/>
              <a:gd name="connsiteX27467" fmla="*/ 1148486 w 5158787"/>
              <a:gd name="connsiteY27467" fmla="*/ 1576335 h 4489084"/>
              <a:gd name="connsiteX27468" fmla="*/ 1149670 w 5158787"/>
              <a:gd name="connsiteY27468" fmla="*/ 1575624 h 4489084"/>
              <a:gd name="connsiteX27469" fmla="*/ 1082035 w 5158787"/>
              <a:gd name="connsiteY27469" fmla="*/ 1575624 h 4489084"/>
              <a:gd name="connsiteX27470" fmla="*/ 1101935 w 5158787"/>
              <a:gd name="connsiteY27470" fmla="*/ 1575624 h 4489084"/>
              <a:gd name="connsiteX27471" fmla="*/ 1103119 w 5158787"/>
              <a:gd name="connsiteY27471" fmla="*/ 1576335 h 4489084"/>
              <a:gd name="connsiteX27472" fmla="*/ 1113069 w 5158787"/>
              <a:gd name="connsiteY27472" fmla="*/ 1593569 h 4489084"/>
              <a:gd name="connsiteX27473" fmla="*/ 1113069 w 5158787"/>
              <a:gd name="connsiteY27473" fmla="*/ 1594991 h 4489084"/>
              <a:gd name="connsiteX27474" fmla="*/ 1103119 w 5158787"/>
              <a:gd name="connsiteY27474" fmla="*/ 1612225 h 4489084"/>
              <a:gd name="connsiteX27475" fmla="*/ 1101935 w 5158787"/>
              <a:gd name="connsiteY27475" fmla="*/ 1612936 h 4489084"/>
              <a:gd name="connsiteX27476" fmla="*/ 1082035 w 5158787"/>
              <a:gd name="connsiteY27476" fmla="*/ 1612936 h 4489084"/>
              <a:gd name="connsiteX27477" fmla="*/ 1080850 w 5158787"/>
              <a:gd name="connsiteY27477" fmla="*/ 1612225 h 4489084"/>
              <a:gd name="connsiteX27478" fmla="*/ 1070901 w 5158787"/>
              <a:gd name="connsiteY27478" fmla="*/ 1594991 h 4489084"/>
              <a:gd name="connsiteX27479" fmla="*/ 1070901 w 5158787"/>
              <a:gd name="connsiteY27479" fmla="*/ 1593569 h 4489084"/>
              <a:gd name="connsiteX27480" fmla="*/ 1080850 w 5158787"/>
              <a:gd name="connsiteY27480" fmla="*/ 1576335 h 4489084"/>
              <a:gd name="connsiteX27481" fmla="*/ 1082035 w 5158787"/>
              <a:gd name="connsiteY27481" fmla="*/ 1575624 h 4489084"/>
              <a:gd name="connsiteX27482" fmla="*/ 2569710 w 5158787"/>
              <a:gd name="connsiteY27482" fmla="*/ 1575209 h 4489084"/>
              <a:gd name="connsiteX27483" fmla="*/ 2590024 w 5158787"/>
              <a:gd name="connsiteY27483" fmla="*/ 1575209 h 4489084"/>
              <a:gd name="connsiteX27484" fmla="*/ 2591268 w 5158787"/>
              <a:gd name="connsiteY27484" fmla="*/ 1575920 h 4489084"/>
              <a:gd name="connsiteX27485" fmla="*/ 2601396 w 5158787"/>
              <a:gd name="connsiteY27485" fmla="*/ 1593510 h 4489084"/>
              <a:gd name="connsiteX27486" fmla="*/ 2601396 w 5158787"/>
              <a:gd name="connsiteY27486" fmla="*/ 1594931 h 4489084"/>
              <a:gd name="connsiteX27487" fmla="*/ 2591209 w 5158787"/>
              <a:gd name="connsiteY27487" fmla="*/ 1612521 h 4489084"/>
              <a:gd name="connsiteX27488" fmla="*/ 2589965 w 5158787"/>
              <a:gd name="connsiteY27488" fmla="*/ 1613232 h 4489084"/>
              <a:gd name="connsiteX27489" fmla="*/ 2569651 w 5158787"/>
              <a:gd name="connsiteY27489" fmla="*/ 1613232 h 4489084"/>
              <a:gd name="connsiteX27490" fmla="*/ 2568407 w 5158787"/>
              <a:gd name="connsiteY27490" fmla="*/ 1612521 h 4489084"/>
              <a:gd name="connsiteX27491" fmla="*/ 2558280 w 5158787"/>
              <a:gd name="connsiteY27491" fmla="*/ 1594931 h 4489084"/>
              <a:gd name="connsiteX27492" fmla="*/ 2558280 w 5158787"/>
              <a:gd name="connsiteY27492" fmla="*/ 1593510 h 4489084"/>
              <a:gd name="connsiteX27493" fmla="*/ 2568466 w 5158787"/>
              <a:gd name="connsiteY27493" fmla="*/ 1575920 h 4489084"/>
              <a:gd name="connsiteX27494" fmla="*/ 2569710 w 5158787"/>
              <a:gd name="connsiteY27494" fmla="*/ 1575209 h 4489084"/>
              <a:gd name="connsiteX27495" fmla="*/ 2434440 w 5158787"/>
              <a:gd name="connsiteY27495" fmla="*/ 1575209 h 4489084"/>
              <a:gd name="connsiteX27496" fmla="*/ 2454754 w 5158787"/>
              <a:gd name="connsiteY27496" fmla="*/ 1575209 h 4489084"/>
              <a:gd name="connsiteX27497" fmla="*/ 2455998 w 5158787"/>
              <a:gd name="connsiteY27497" fmla="*/ 1575920 h 4489084"/>
              <a:gd name="connsiteX27498" fmla="*/ 2466126 w 5158787"/>
              <a:gd name="connsiteY27498" fmla="*/ 1593510 h 4489084"/>
              <a:gd name="connsiteX27499" fmla="*/ 2466126 w 5158787"/>
              <a:gd name="connsiteY27499" fmla="*/ 1594931 h 4489084"/>
              <a:gd name="connsiteX27500" fmla="*/ 2455939 w 5158787"/>
              <a:gd name="connsiteY27500" fmla="*/ 1612521 h 4489084"/>
              <a:gd name="connsiteX27501" fmla="*/ 2454695 w 5158787"/>
              <a:gd name="connsiteY27501" fmla="*/ 1613232 h 4489084"/>
              <a:gd name="connsiteX27502" fmla="*/ 2434381 w 5158787"/>
              <a:gd name="connsiteY27502" fmla="*/ 1613232 h 4489084"/>
              <a:gd name="connsiteX27503" fmla="*/ 2433137 w 5158787"/>
              <a:gd name="connsiteY27503" fmla="*/ 1612521 h 4489084"/>
              <a:gd name="connsiteX27504" fmla="*/ 2423010 w 5158787"/>
              <a:gd name="connsiteY27504" fmla="*/ 1594931 h 4489084"/>
              <a:gd name="connsiteX27505" fmla="*/ 2423010 w 5158787"/>
              <a:gd name="connsiteY27505" fmla="*/ 1593510 h 4489084"/>
              <a:gd name="connsiteX27506" fmla="*/ 2433196 w 5158787"/>
              <a:gd name="connsiteY27506" fmla="*/ 1575920 h 4489084"/>
              <a:gd name="connsiteX27507" fmla="*/ 2434440 w 5158787"/>
              <a:gd name="connsiteY27507" fmla="*/ 1575209 h 4489084"/>
              <a:gd name="connsiteX27508" fmla="*/ 2501957 w 5158787"/>
              <a:gd name="connsiteY27508" fmla="*/ 1574972 h 4489084"/>
              <a:gd name="connsiteX27509" fmla="*/ 2522509 w 5158787"/>
              <a:gd name="connsiteY27509" fmla="*/ 1574972 h 4489084"/>
              <a:gd name="connsiteX27510" fmla="*/ 2523752 w 5158787"/>
              <a:gd name="connsiteY27510" fmla="*/ 1575683 h 4489084"/>
              <a:gd name="connsiteX27511" fmla="*/ 2533998 w 5158787"/>
              <a:gd name="connsiteY27511" fmla="*/ 1593450 h 4489084"/>
              <a:gd name="connsiteX27512" fmla="*/ 2533998 w 5158787"/>
              <a:gd name="connsiteY27512" fmla="*/ 1594931 h 4489084"/>
              <a:gd name="connsiteX27513" fmla="*/ 2523752 w 5158787"/>
              <a:gd name="connsiteY27513" fmla="*/ 1612698 h 4489084"/>
              <a:gd name="connsiteX27514" fmla="*/ 2522509 w 5158787"/>
              <a:gd name="connsiteY27514" fmla="*/ 1613409 h 4489084"/>
              <a:gd name="connsiteX27515" fmla="*/ 2501957 w 5158787"/>
              <a:gd name="connsiteY27515" fmla="*/ 1613409 h 4489084"/>
              <a:gd name="connsiteX27516" fmla="*/ 2500714 w 5158787"/>
              <a:gd name="connsiteY27516" fmla="*/ 1612698 h 4489084"/>
              <a:gd name="connsiteX27517" fmla="*/ 2490468 w 5158787"/>
              <a:gd name="connsiteY27517" fmla="*/ 1594931 h 4489084"/>
              <a:gd name="connsiteX27518" fmla="*/ 2490468 w 5158787"/>
              <a:gd name="connsiteY27518" fmla="*/ 1593450 h 4489084"/>
              <a:gd name="connsiteX27519" fmla="*/ 2500714 w 5158787"/>
              <a:gd name="connsiteY27519" fmla="*/ 1575683 h 4489084"/>
              <a:gd name="connsiteX27520" fmla="*/ 2501957 w 5158787"/>
              <a:gd name="connsiteY27520" fmla="*/ 1574972 h 4489084"/>
              <a:gd name="connsiteX27521" fmla="*/ 1622760 w 5158787"/>
              <a:gd name="connsiteY27521" fmla="*/ 1574972 h 4489084"/>
              <a:gd name="connsiteX27522" fmla="*/ 1643311 w 5158787"/>
              <a:gd name="connsiteY27522" fmla="*/ 1574972 h 4489084"/>
              <a:gd name="connsiteX27523" fmla="*/ 1644555 w 5158787"/>
              <a:gd name="connsiteY27523" fmla="*/ 1575683 h 4489084"/>
              <a:gd name="connsiteX27524" fmla="*/ 1654801 w 5158787"/>
              <a:gd name="connsiteY27524" fmla="*/ 1593450 h 4489084"/>
              <a:gd name="connsiteX27525" fmla="*/ 1654801 w 5158787"/>
              <a:gd name="connsiteY27525" fmla="*/ 1594931 h 4489084"/>
              <a:gd name="connsiteX27526" fmla="*/ 1644555 w 5158787"/>
              <a:gd name="connsiteY27526" fmla="*/ 1612698 h 4489084"/>
              <a:gd name="connsiteX27527" fmla="*/ 1643311 w 5158787"/>
              <a:gd name="connsiteY27527" fmla="*/ 1613409 h 4489084"/>
              <a:gd name="connsiteX27528" fmla="*/ 1622760 w 5158787"/>
              <a:gd name="connsiteY27528" fmla="*/ 1613409 h 4489084"/>
              <a:gd name="connsiteX27529" fmla="*/ 1621517 w 5158787"/>
              <a:gd name="connsiteY27529" fmla="*/ 1612698 h 4489084"/>
              <a:gd name="connsiteX27530" fmla="*/ 1611271 w 5158787"/>
              <a:gd name="connsiteY27530" fmla="*/ 1594931 h 4489084"/>
              <a:gd name="connsiteX27531" fmla="*/ 1611271 w 5158787"/>
              <a:gd name="connsiteY27531" fmla="*/ 1593450 h 4489084"/>
              <a:gd name="connsiteX27532" fmla="*/ 1621517 w 5158787"/>
              <a:gd name="connsiteY27532" fmla="*/ 1575683 h 4489084"/>
              <a:gd name="connsiteX27533" fmla="*/ 1622760 w 5158787"/>
              <a:gd name="connsiteY27533" fmla="*/ 1574972 h 4489084"/>
              <a:gd name="connsiteX27534" fmla="*/ 4665864 w 5158787"/>
              <a:gd name="connsiteY27534" fmla="*/ 1574499 h 4489084"/>
              <a:gd name="connsiteX27535" fmla="*/ 4686948 w 5158787"/>
              <a:gd name="connsiteY27535" fmla="*/ 1574499 h 4489084"/>
              <a:gd name="connsiteX27536" fmla="*/ 4688251 w 5158787"/>
              <a:gd name="connsiteY27536" fmla="*/ 1575269 h 4489084"/>
              <a:gd name="connsiteX27537" fmla="*/ 4698793 w 5158787"/>
              <a:gd name="connsiteY27537" fmla="*/ 1593510 h 4489084"/>
              <a:gd name="connsiteX27538" fmla="*/ 4698793 w 5158787"/>
              <a:gd name="connsiteY27538" fmla="*/ 1594991 h 4489084"/>
              <a:gd name="connsiteX27539" fmla="*/ 4688251 w 5158787"/>
              <a:gd name="connsiteY27539" fmla="*/ 1613232 h 4489084"/>
              <a:gd name="connsiteX27540" fmla="*/ 4686948 w 5158787"/>
              <a:gd name="connsiteY27540" fmla="*/ 1614002 h 4489084"/>
              <a:gd name="connsiteX27541" fmla="*/ 4665864 w 5158787"/>
              <a:gd name="connsiteY27541" fmla="*/ 1614002 h 4489084"/>
              <a:gd name="connsiteX27542" fmla="*/ 4664561 w 5158787"/>
              <a:gd name="connsiteY27542" fmla="*/ 1613232 h 4489084"/>
              <a:gd name="connsiteX27543" fmla="*/ 4654019 w 5158787"/>
              <a:gd name="connsiteY27543" fmla="*/ 1594991 h 4489084"/>
              <a:gd name="connsiteX27544" fmla="*/ 4654019 w 5158787"/>
              <a:gd name="connsiteY27544" fmla="*/ 1593510 h 4489084"/>
              <a:gd name="connsiteX27545" fmla="*/ 4664561 w 5158787"/>
              <a:gd name="connsiteY27545" fmla="*/ 1575269 h 4489084"/>
              <a:gd name="connsiteX27546" fmla="*/ 4665864 w 5158787"/>
              <a:gd name="connsiteY27546" fmla="*/ 1574499 h 4489084"/>
              <a:gd name="connsiteX27547" fmla="*/ 2636931 w 5158787"/>
              <a:gd name="connsiteY27547" fmla="*/ 1574499 h 4489084"/>
              <a:gd name="connsiteX27548" fmla="*/ 2658015 w 5158787"/>
              <a:gd name="connsiteY27548" fmla="*/ 1574499 h 4489084"/>
              <a:gd name="connsiteX27549" fmla="*/ 2659318 w 5158787"/>
              <a:gd name="connsiteY27549" fmla="*/ 1575269 h 4489084"/>
              <a:gd name="connsiteX27550" fmla="*/ 2669860 w 5158787"/>
              <a:gd name="connsiteY27550" fmla="*/ 1593510 h 4489084"/>
              <a:gd name="connsiteX27551" fmla="*/ 2669860 w 5158787"/>
              <a:gd name="connsiteY27551" fmla="*/ 1594991 h 4489084"/>
              <a:gd name="connsiteX27552" fmla="*/ 2659318 w 5158787"/>
              <a:gd name="connsiteY27552" fmla="*/ 1613232 h 4489084"/>
              <a:gd name="connsiteX27553" fmla="*/ 2658015 w 5158787"/>
              <a:gd name="connsiteY27553" fmla="*/ 1614002 h 4489084"/>
              <a:gd name="connsiteX27554" fmla="*/ 2636931 w 5158787"/>
              <a:gd name="connsiteY27554" fmla="*/ 1614002 h 4489084"/>
              <a:gd name="connsiteX27555" fmla="*/ 2635628 w 5158787"/>
              <a:gd name="connsiteY27555" fmla="*/ 1613232 h 4489084"/>
              <a:gd name="connsiteX27556" fmla="*/ 2625086 w 5158787"/>
              <a:gd name="connsiteY27556" fmla="*/ 1594991 h 4489084"/>
              <a:gd name="connsiteX27557" fmla="*/ 2625086 w 5158787"/>
              <a:gd name="connsiteY27557" fmla="*/ 1593510 h 4489084"/>
              <a:gd name="connsiteX27558" fmla="*/ 2635628 w 5158787"/>
              <a:gd name="connsiteY27558" fmla="*/ 1575269 h 4489084"/>
              <a:gd name="connsiteX27559" fmla="*/ 2636931 w 5158787"/>
              <a:gd name="connsiteY27559" fmla="*/ 1574499 h 4489084"/>
              <a:gd name="connsiteX27560" fmla="*/ 1554889 w 5158787"/>
              <a:gd name="connsiteY27560" fmla="*/ 1574499 h 4489084"/>
              <a:gd name="connsiteX27561" fmla="*/ 1575973 w 5158787"/>
              <a:gd name="connsiteY27561" fmla="*/ 1574499 h 4489084"/>
              <a:gd name="connsiteX27562" fmla="*/ 1577276 w 5158787"/>
              <a:gd name="connsiteY27562" fmla="*/ 1575269 h 4489084"/>
              <a:gd name="connsiteX27563" fmla="*/ 1587818 w 5158787"/>
              <a:gd name="connsiteY27563" fmla="*/ 1593510 h 4489084"/>
              <a:gd name="connsiteX27564" fmla="*/ 1587818 w 5158787"/>
              <a:gd name="connsiteY27564" fmla="*/ 1594991 h 4489084"/>
              <a:gd name="connsiteX27565" fmla="*/ 1577276 w 5158787"/>
              <a:gd name="connsiteY27565" fmla="*/ 1613232 h 4489084"/>
              <a:gd name="connsiteX27566" fmla="*/ 1575973 w 5158787"/>
              <a:gd name="connsiteY27566" fmla="*/ 1614002 h 4489084"/>
              <a:gd name="connsiteX27567" fmla="*/ 1554889 w 5158787"/>
              <a:gd name="connsiteY27567" fmla="*/ 1614002 h 4489084"/>
              <a:gd name="connsiteX27568" fmla="*/ 1553586 w 5158787"/>
              <a:gd name="connsiteY27568" fmla="*/ 1613232 h 4489084"/>
              <a:gd name="connsiteX27569" fmla="*/ 1543044 w 5158787"/>
              <a:gd name="connsiteY27569" fmla="*/ 1594991 h 4489084"/>
              <a:gd name="connsiteX27570" fmla="*/ 1543044 w 5158787"/>
              <a:gd name="connsiteY27570" fmla="*/ 1593510 h 4489084"/>
              <a:gd name="connsiteX27571" fmla="*/ 1553586 w 5158787"/>
              <a:gd name="connsiteY27571" fmla="*/ 1575269 h 4489084"/>
              <a:gd name="connsiteX27572" fmla="*/ 1554889 w 5158787"/>
              <a:gd name="connsiteY27572" fmla="*/ 1574499 h 4489084"/>
              <a:gd name="connsiteX27573" fmla="*/ 2704448 w 5158787"/>
              <a:gd name="connsiteY27573" fmla="*/ 1574262 h 4489084"/>
              <a:gd name="connsiteX27574" fmla="*/ 2725769 w 5158787"/>
              <a:gd name="connsiteY27574" fmla="*/ 1574262 h 4489084"/>
              <a:gd name="connsiteX27575" fmla="*/ 2727072 w 5158787"/>
              <a:gd name="connsiteY27575" fmla="*/ 1575032 h 4489084"/>
              <a:gd name="connsiteX27576" fmla="*/ 2737732 w 5158787"/>
              <a:gd name="connsiteY27576" fmla="*/ 1593510 h 4489084"/>
              <a:gd name="connsiteX27577" fmla="*/ 2737732 w 5158787"/>
              <a:gd name="connsiteY27577" fmla="*/ 1594991 h 4489084"/>
              <a:gd name="connsiteX27578" fmla="*/ 2727072 w 5158787"/>
              <a:gd name="connsiteY27578" fmla="*/ 1613469 h 4489084"/>
              <a:gd name="connsiteX27579" fmla="*/ 2725769 w 5158787"/>
              <a:gd name="connsiteY27579" fmla="*/ 1614239 h 4489084"/>
              <a:gd name="connsiteX27580" fmla="*/ 2704448 w 5158787"/>
              <a:gd name="connsiteY27580" fmla="*/ 1614239 h 4489084"/>
              <a:gd name="connsiteX27581" fmla="*/ 2703145 w 5158787"/>
              <a:gd name="connsiteY27581" fmla="*/ 1613469 h 4489084"/>
              <a:gd name="connsiteX27582" fmla="*/ 2692484 w 5158787"/>
              <a:gd name="connsiteY27582" fmla="*/ 1594991 h 4489084"/>
              <a:gd name="connsiteX27583" fmla="*/ 2692484 w 5158787"/>
              <a:gd name="connsiteY27583" fmla="*/ 1593510 h 4489084"/>
              <a:gd name="connsiteX27584" fmla="*/ 2703145 w 5158787"/>
              <a:gd name="connsiteY27584" fmla="*/ 1575032 h 4489084"/>
              <a:gd name="connsiteX27585" fmla="*/ 2704448 w 5158787"/>
              <a:gd name="connsiteY27585" fmla="*/ 1574262 h 4489084"/>
              <a:gd name="connsiteX27586" fmla="*/ 3245469 w 5158787"/>
              <a:gd name="connsiteY27586" fmla="*/ 1574084 h 4489084"/>
              <a:gd name="connsiteX27587" fmla="*/ 3266967 w 5158787"/>
              <a:gd name="connsiteY27587" fmla="*/ 1574084 h 4489084"/>
              <a:gd name="connsiteX27588" fmla="*/ 3268271 w 5158787"/>
              <a:gd name="connsiteY27588" fmla="*/ 1574854 h 4489084"/>
              <a:gd name="connsiteX27589" fmla="*/ 3279050 w 5158787"/>
              <a:gd name="connsiteY27589" fmla="*/ 1593510 h 4489084"/>
              <a:gd name="connsiteX27590" fmla="*/ 3279050 w 5158787"/>
              <a:gd name="connsiteY27590" fmla="*/ 1595050 h 4489084"/>
              <a:gd name="connsiteX27591" fmla="*/ 3268271 w 5158787"/>
              <a:gd name="connsiteY27591" fmla="*/ 1613706 h 4489084"/>
              <a:gd name="connsiteX27592" fmla="*/ 3266967 w 5158787"/>
              <a:gd name="connsiteY27592" fmla="*/ 1614476 h 4489084"/>
              <a:gd name="connsiteX27593" fmla="*/ 3245469 w 5158787"/>
              <a:gd name="connsiteY27593" fmla="*/ 1614476 h 4489084"/>
              <a:gd name="connsiteX27594" fmla="*/ 3244166 w 5158787"/>
              <a:gd name="connsiteY27594" fmla="*/ 1613706 h 4489084"/>
              <a:gd name="connsiteX27595" fmla="*/ 3233387 w 5158787"/>
              <a:gd name="connsiteY27595" fmla="*/ 1595050 h 4489084"/>
              <a:gd name="connsiteX27596" fmla="*/ 3233387 w 5158787"/>
              <a:gd name="connsiteY27596" fmla="*/ 1593510 h 4489084"/>
              <a:gd name="connsiteX27597" fmla="*/ 3244166 w 5158787"/>
              <a:gd name="connsiteY27597" fmla="*/ 1574854 h 4489084"/>
              <a:gd name="connsiteX27598" fmla="*/ 3245469 w 5158787"/>
              <a:gd name="connsiteY27598" fmla="*/ 1574084 h 4489084"/>
              <a:gd name="connsiteX27599" fmla="*/ 2366154 w 5158787"/>
              <a:gd name="connsiteY27599" fmla="*/ 1573966 h 4489084"/>
              <a:gd name="connsiteX27600" fmla="*/ 2387771 w 5158787"/>
              <a:gd name="connsiteY27600" fmla="*/ 1573966 h 4489084"/>
              <a:gd name="connsiteX27601" fmla="*/ 2389074 w 5158787"/>
              <a:gd name="connsiteY27601" fmla="*/ 1574736 h 4489084"/>
              <a:gd name="connsiteX27602" fmla="*/ 2399912 w 5158787"/>
              <a:gd name="connsiteY27602" fmla="*/ 1593451 h 4489084"/>
              <a:gd name="connsiteX27603" fmla="*/ 2399912 w 5158787"/>
              <a:gd name="connsiteY27603" fmla="*/ 1594991 h 4489084"/>
              <a:gd name="connsiteX27604" fmla="*/ 2389074 w 5158787"/>
              <a:gd name="connsiteY27604" fmla="*/ 1613706 h 4489084"/>
              <a:gd name="connsiteX27605" fmla="*/ 2387771 w 5158787"/>
              <a:gd name="connsiteY27605" fmla="*/ 1614476 h 4489084"/>
              <a:gd name="connsiteX27606" fmla="*/ 2366154 w 5158787"/>
              <a:gd name="connsiteY27606" fmla="*/ 1614476 h 4489084"/>
              <a:gd name="connsiteX27607" fmla="*/ 2364851 w 5158787"/>
              <a:gd name="connsiteY27607" fmla="*/ 1613706 h 4489084"/>
              <a:gd name="connsiteX27608" fmla="*/ 2354013 w 5158787"/>
              <a:gd name="connsiteY27608" fmla="*/ 1594991 h 4489084"/>
              <a:gd name="connsiteX27609" fmla="*/ 2354013 w 5158787"/>
              <a:gd name="connsiteY27609" fmla="*/ 1593451 h 4489084"/>
              <a:gd name="connsiteX27610" fmla="*/ 2364851 w 5158787"/>
              <a:gd name="connsiteY27610" fmla="*/ 1574736 h 4489084"/>
              <a:gd name="connsiteX27611" fmla="*/ 2366154 w 5158787"/>
              <a:gd name="connsiteY27611" fmla="*/ 1573966 h 4489084"/>
              <a:gd name="connsiteX27612" fmla="*/ 4732848 w 5158787"/>
              <a:gd name="connsiteY27612" fmla="*/ 1573314 h 4489084"/>
              <a:gd name="connsiteX27613" fmla="*/ 4755176 w 5158787"/>
              <a:gd name="connsiteY27613" fmla="*/ 1573314 h 4489084"/>
              <a:gd name="connsiteX27614" fmla="*/ 4756538 w 5158787"/>
              <a:gd name="connsiteY27614" fmla="*/ 1574084 h 4489084"/>
              <a:gd name="connsiteX27615" fmla="*/ 4767672 w 5158787"/>
              <a:gd name="connsiteY27615" fmla="*/ 1593391 h 4489084"/>
              <a:gd name="connsiteX27616" fmla="*/ 4767672 w 5158787"/>
              <a:gd name="connsiteY27616" fmla="*/ 1594990 h 4489084"/>
              <a:gd name="connsiteX27617" fmla="*/ 4756538 w 5158787"/>
              <a:gd name="connsiteY27617" fmla="*/ 1614298 h 4489084"/>
              <a:gd name="connsiteX27618" fmla="*/ 4755176 w 5158787"/>
              <a:gd name="connsiteY27618" fmla="*/ 1615068 h 4489084"/>
              <a:gd name="connsiteX27619" fmla="*/ 4732848 w 5158787"/>
              <a:gd name="connsiteY27619" fmla="*/ 1615068 h 4489084"/>
              <a:gd name="connsiteX27620" fmla="*/ 4731486 w 5158787"/>
              <a:gd name="connsiteY27620" fmla="*/ 1614298 h 4489084"/>
              <a:gd name="connsiteX27621" fmla="*/ 4720351 w 5158787"/>
              <a:gd name="connsiteY27621" fmla="*/ 1594990 h 4489084"/>
              <a:gd name="connsiteX27622" fmla="*/ 4720351 w 5158787"/>
              <a:gd name="connsiteY27622" fmla="*/ 1593391 h 4489084"/>
              <a:gd name="connsiteX27623" fmla="*/ 4731486 w 5158787"/>
              <a:gd name="connsiteY27623" fmla="*/ 1574084 h 4489084"/>
              <a:gd name="connsiteX27624" fmla="*/ 4732848 w 5158787"/>
              <a:gd name="connsiteY27624" fmla="*/ 1573314 h 4489084"/>
              <a:gd name="connsiteX27625" fmla="*/ 1282986 w 5158787"/>
              <a:gd name="connsiteY27625" fmla="*/ 1572011 h 4489084"/>
              <a:gd name="connsiteX27626" fmla="*/ 1306735 w 5158787"/>
              <a:gd name="connsiteY27626" fmla="*/ 1572011 h 4489084"/>
              <a:gd name="connsiteX27627" fmla="*/ 1308156 w 5158787"/>
              <a:gd name="connsiteY27627" fmla="*/ 1572840 h 4489084"/>
              <a:gd name="connsiteX27628" fmla="*/ 1320001 w 5158787"/>
              <a:gd name="connsiteY27628" fmla="*/ 1593391 h 4489084"/>
              <a:gd name="connsiteX27629" fmla="*/ 1320001 w 5158787"/>
              <a:gd name="connsiteY27629" fmla="*/ 1595049 h 4489084"/>
              <a:gd name="connsiteX27630" fmla="*/ 1308097 w 5158787"/>
              <a:gd name="connsiteY27630" fmla="*/ 1615601 h 4489084"/>
              <a:gd name="connsiteX27631" fmla="*/ 1306676 w 5158787"/>
              <a:gd name="connsiteY27631" fmla="*/ 1616430 h 4489084"/>
              <a:gd name="connsiteX27632" fmla="*/ 1282927 w 5158787"/>
              <a:gd name="connsiteY27632" fmla="*/ 1616430 h 4489084"/>
              <a:gd name="connsiteX27633" fmla="*/ 1281505 w 5158787"/>
              <a:gd name="connsiteY27633" fmla="*/ 1615601 h 4489084"/>
              <a:gd name="connsiteX27634" fmla="*/ 1269660 w 5158787"/>
              <a:gd name="connsiteY27634" fmla="*/ 1595049 h 4489084"/>
              <a:gd name="connsiteX27635" fmla="*/ 1269660 w 5158787"/>
              <a:gd name="connsiteY27635" fmla="*/ 1593391 h 4489084"/>
              <a:gd name="connsiteX27636" fmla="*/ 1281564 w 5158787"/>
              <a:gd name="connsiteY27636" fmla="*/ 1572840 h 4489084"/>
              <a:gd name="connsiteX27637" fmla="*/ 1282986 w 5158787"/>
              <a:gd name="connsiteY27637" fmla="*/ 1572011 h 4489084"/>
              <a:gd name="connsiteX27638" fmla="*/ 4867348 w 5158787"/>
              <a:gd name="connsiteY27638" fmla="*/ 1571893 h 4489084"/>
              <a:gd name="connsiteX27639" fmla="*/ 4891215 w 5158787"/>
              <a:gd name="connsiteY27639" fmla="*/ 1571893 h 4489084"/>
              <a:gd name="connsiteX27640" fmla="*/ 4892696 w 5158787"/>
              <a:gd name="connsiteY27640" fmla="*/ 1572722 h 4489084"/>
              <a:gd name="connsiteX27641" fmla="*/ 4904600 w 5158787"/>
              <a:gd name="connsiteY27641" fmla="*/ 1593392 h 4489084"/>
              <a:gd name="connsiteX27642" fmla="*/ 4904600 w 5158787"/>
              <a:gd name="connsiteY27642" fmla="*/ 1595050 h 4489084"/>
              <a:gd name="connsiteX27643" fmla="*/ 4892696 w 5158787"/>
              <a:gd name="connsiteY27643" fmla="*/ 1615720 h 4489084"/>
              <a:gd name="connsiteX27644" fmla="*/ 4891215 w 5158787"/>
              <a:gd name="connsiteY27644" fmla="*/ 1616549 h 4489084"/>
              <a:gd name="connsiteX27645" fmla="*/ 4867348 w 5158787"/>
              <a:gd name="connsiteY27645" fmla="*/ 1616549 h 4489084"/>
              <a:gd name="connsiteX27646" fmla="*/ 4865868 w 5158787"/>
              <a:gd name="connsiteY27646" fmla="*/ 1615720 h 4489084"/>
              <a:gd name="connsiteX27647" fmla="*/ 4853963 w 5158787"/>
              <a:gd name="connsiteY27647" fmla="*/ 1595050 h 4489084"/>
              <a:gd name="connsiteX27648" fmla="*/ 4853963 w 5158787"/>
              <a:gd name="connsiteY27648" fmla="*/ 1593392 h 4489084"/>
              <a:gd name="connsiteX27649" fmla="*/ 4865868 w 5158787"/>
              <a:gd name="connsiteY27649" fmla="*/ 1572722 h 4489084"/>
              <a:gd name="connsiteX27650" fmla="*/ 4867348 w 5158787"/>
              <a:gd name="connsiteY27650" fmla="*/ 1571893 h 4489084"/>
              <a:gd name="connsiteX27651" fmla="*/ 3582341 w 5158787"/>
              <a:gd name="connsiteY27651" fmla="*/ 1571656 h 4489084"/>
              <a:gd name="connsiteX27652" fmla="*/ 3606387 w 5158787"/>
              <a:gd name="connsiteY27652" fmla="*/ 1571656 h 4489084"/>
              <a:gd name="connsiteX27653" fmla="*/ 3607867 w 5158787"/>
              <a:gd name="connsiteY27653" fmla="*/ 1572485 h 4489084"/>
              <a:gd name="connsiteX27654" fmla="*/ 3619890 w 5158787"/>
              <a:gd name="connsiteY27654" fmla="*/ 1593332 h 4489084"/>
              <a:gd name="connsiteX27655" fmla="*/ 3619890 w 5158787"/>
              <a:gd name="connsiteY27655" fmla="*/ 1595050 h 4489084"/>
              <a:gd name="connsiteX27656" fmla="*/ 3607867 w 5158787"/>
              <a:gd name="connsiteY27656" fmla="*/ 1615897 h 4489084"/>
              <a:gd name="connsiteX27657" fmla="*/ 3606387 w 5158787"/>
              <a:gd name="connsiteY27657" fmla="*/ 1616726 h 4489084"/>
              <a:gd name="connsiteX27658" fmla="*/ 3582341 w 5158787"/>
              <a:gd name="connsiteY27658" fmla="*/ 1616726 h 4489084"/>
              <a:gd name="connsiteX27659" fmla="*/ 3580860 w 5158787"/>
              <a:gd name="connsiteY27659" fmla="*/ 1615897 h 4489084"/>
              <a:gd name="connsiteX27660" fmla="*/ 3568838 w 5158787"/>
              <a:gd name="connsiteY27660" fmla="*/ 1595050 h 4489084"/>
              <a:gd name="connsiteX27661" fmla="*/ 3568838 w 5158787"/>
              <a:gd name="connsiteY27661" fmla="*/ 1593332 h 4489084"/>
              <a:gd name="connsiteX27662" fmla="*/ 3580860 w 5158787"/>
              <a:gd name="connsiteY27662" fmla="*/ 1572485 h 4489084"/>
              <a:gd name="connsiteX27663" fmla="*/ 3582341 w 5158787"/>
              <a:gd name="connsiteY27663" fmla="*/ 1571656 h 4489084"/>
              <a:gd name="connsiteX27664" fmla="*/ 1485773 w 5158787"/>
              <a:gd name="connsiteY27664" fmla="*/ 1571656 h 4489084"/>
              <a:gd name="connsiteX27665" fmla="*/ 1509818 w 5158787"/>
              <a:gd name="connsiteY27665" fmla="*/ 1571656 h 4489084"/>
              <a:gd name="connsiteX27666" fmla="*/ 1511299 w 5158787"/>
              <a:gd name="connsiteY27666" fmla="*/ 1572485 h 4489084"/>
              <a:gd name="connsiteX27667" fmla="*/ 1523321 w 5158787"/>
              <a:gd name="connsiteY27667" fmla="*/ 1593332 h 4489084"/>
              <a:gd name="connsiteX27668" fmla="*/ 1523321 w 5158787"/>
              <a:gd name="connsiteY27668" fmla="*/ 1595050 h 4489084"/>
              <a:gd name="connsiteX27669" fmla="*/ 1511299 w 5158787"/>
              <a:gd name="connsiteY27669" fmla="*/ 1615897 h 4489084"/>
              <a:gd name="connsiteX27670" fmla="*/ 1509818 w 5158787"/>
              <a:gd name="connsiteY27670" fmla="*/ 1616726 h 4489084"/>
              <a:gd name="connsiteX27671" fmla="*/ 1485773 w 5158787"/>
              <a:gd name="connsiteY27671" fmla="*/ 1616726 h 4489084"/>
              <a:gd name="connsiteX27672" fmla="*/ 1484292 w 5158787"/>
              <a:gd name="connsiteY27672" fmla="*/ 1615897 h 4489084"/>
              <a:gd name="connsiteX27673" fmla="*/ 1472269 w 5158787"/>
              <a:gd name="connsiteY27673" fmla="*/ 1595050 h 4489084"/>
              <a:gd name="connsiteX27674" fmla="*/ 1472269 w 5158787"/>
              <a:gd name="connsiteY27674" fmla="*/ 1593332 h 4489084"/>
              <a:gd name="connsiteX27675" fmla="*/ 1484292 w 5158787"/>
              <a:gd name="connsiteY27675" fmla="*/ 1572485 h 4489084"/>
              <a:gd name="connsiteX27676" fmla="*/ 1485773 w 5158787"/>
              <a:gd name="connsiteY27676" fmla="*/ 1571656 h 4489084"/>
              <a:gd name="connsiteX27677" fmla="*/ 4799535 w 5158787"/>
              <a:gd name="connsiteY27677" fmla="*/ 1571478 h 4489084"/>
              <a:gd name="connsiteX27678" fmla="*/ 4823817 w 5158787"/>
              <a:gd name="connsiteY27678" fmla="*/ 1571478 h 4489084"/>
              <a:gd name="connsiteX27679" fmla="*/ 4825297 w 5158787"/>
              <a:gd name="connsiteY27679" fmla="*/ 1572307 h 4489084"/>
              <a:gd name="connsiteX27680" fmla="*/ 4837439 w 5158787"/>
              <a:gd name="connsiteY27680" fmla="*/ 1593332 h 4489084"/>
              <a:gd name="connsiteX27681" fmla="*/ 4837439 w 5158787"/>
              <a:gd name="connsiteY27681" fmla="*/ 1595049 h 4489084"/>
              <a:gd name="connsiteX27682" fmla="*/ 4825297 w 5158787"/>
              <a:gd name="connsiteY27682" fmla="*/ 1616074 h 4489084"/>
              <a:gd name="connsiteX27683" fmla="*/ 4823817 w 5158787"/>
              <a:gd name="connsiteY27683" fmla="*/ 1616904 h 4489084"/>
              <a:gd name="connsiteX27684" fmla="*/ 4799535 w 5158787"/>
              <a:gd name="connsiteY27684" fmla="*/ 1616904 h 4489084"/>
              <a:gd name="connsiteX27685" fmla="*/ 4798054 w 5158787"/>
              <a:gd name="connsiteY27685" fmla="*/ 1616074 h 4489084"/>
              <a:gd name="connsiteX27686" fmla="*/ 4785913 w 5158787"/>
              <a:gd name="connsiteY27686" fmla="*/ 1595049 h 4489084"/>
              <a:gd name="connsiteX27687" fmla="*/ 4785913 w 5158787"/>
              <a:gd name="connsiteY27687" fmla="*/ 1593332 h 4489084"/>
              <a:gd name="connsiteX27688" fmla="*/ 4798054 w 5158787"/>
              <a:gd name="connsiteY27688" fmla="*/ 1572307 h 4489084"/>
              <a:gd name="connsiteX27689" fmla="*/ 4799535 w 5158787"/>
              <a:gd name="connsiteY27689" fmla="*/ 1571478 h 4489084"/>
              <a:gd name="connsiteX27690" fmla="*/ 3649739 w 5158787"/>
              <a:gd name="connsiteY27690" fmla="*/ 1571360 h 4489084"/>
              <a:gd name="connsiteX27691" fmla="*/ 3674140 w 5158787"/>
              <a:gd name="connsiteY27691" fmla="*/ 1571360 h 4489084"/>
              <a:gd name="connsiteX27692" fmla="*/ 3675620 w 5158787"/>
              <a:gd name="connsiteY27692" fmla="*/ 1572248 h 4489084"/>
              <a:gd name="connsiteX27693" fmla="*/ 3687821 w 5158787"/>
              <a:gd name="connsiteY27693" fmla="*/ 1593392 h 4489084"/>
              <a:gd name="connsiteX27694" fmla="*/ 3687821 w 5158787"/>
              <a:gd name="connsiteY27694" fmla="*/ 1595109 h 4489084"/>
              <a:gd name="connsiteX27695" fmla="*/ 3675620 w 5158787"/>
              <a:gd name="connsiteY27695" fmla="*/ 1616253 h 4489084"/>
              <a:gd name="connsiteX27696" fmla="*/ 3674140 w 5158787"/>
              <a:gd name="connsiteY27696" fmla="*/ 1617141 h 4489084"/>
              <a:gd name="connsiteX27697" fmla="*/ 3649739 w 5158787"/>
              <a:gd name="connsiteY27697" fmla="*/ 1617141 h 4489084"/>
              <a:gd name="connsiteX27698" fmla="*/ 3648258 w 5158787"/>
              <a:gd name="connsiteY27698" fmla="*/ 1616253 h 4489084"/>
              <a:gd name="connsiteX27699" fmla="*/ 3636058 w 5158787"/>
              <a:gd name="connsiteY27699" fmla="*/ 1595109 h 4489084"/>
              <a:gd name="connsiteX27700" fmla="*/ 3636058 w 5158787"/>
              <a:gd name="connsiteY27700" fmla="*/ 1593392 h 4489084"/>
              <a:gd name="connsiteX27701" fmla="*/ 3648258 w 5158787"/>
              <a:gd name="connsiteY27701" fmla="*/ 1572248 h 4489084"/>
              <a:gd name="connsiteX27702" fmla="*/ 3649739 w 5158787"/>
              <a:gd name="connsiteY27702" fmla="*/ 1571360 h 4489084"/>
              <a:gd name="connsiteX27703" fmla="*/ 3717077 w 5158787"/>
              <a:gd name="connsiteY27703" fmla="*/ 1570767 h 4489084"/>
              <a:gd name="connsiteX27704" fmla="*/ 3742129 w 5158787"/>
              <a:gd name="connsiteY27704" fmla="*/ 1570767 h 4489084"/>
              <a:gd name="connsiteX27705" fmla="*/ 3743669 w 5158787"/>
              <a:gd name="connsiteY27705" fmla="*/ 1571656 h 4489084"/>
              <a:gd name="connsiteX27706" fmla="*/ 3756166 w 5158787"/>
              <a:gd name="connsiteY27706" fmla="*/ 1593391 h 4489084"/>
              <a:gd name="connsiteX27707" fmla="*/ 3756166 w 5158787"/>
              <a:gd name="connsiteY27707" fmla="*/ 1595168 h 4489084"/>
              <a:gd name="connsiteX27708" fmla="*/ 3743610 w 5158787"/>
              <a:gd name="connsiteY27708" fmla="*/ 1616903 h 4489084"/>
              <a:gd name="connsiteX27709" fmla="*/ 3742071 w 5158787"/>
              <a:gd name="connsiteY27709" fmla="*/ 1617792 h 4489084"/>
              <a:gd name="connsiteX27710" fmla="*/ 3717018 w 5158787"/>
              <a:gd name="connsiteY27710" fmla="*/ 1617792 h 4489084"/>
              <a:gd name="connsiteX27711" fmla="*/ 3715478 w 5158787"/>
              <a:gd name="connsiteY27711" fmla="*/ 1616903 h 4489084"/>
              <a:gd name="connsiteX27712" fmla="*/ 3702982 w 5158787"/>
              <a:gd name="connsiteY27712" fmla="*/ 1595168 h 4489084"/>
              <a:gd name="connsiteX27713" fmla="*/ 3702982 w 5158787"/>
              <a:gd name="connsiteY27713" fmla="*/ 1593391 h 4489084"/>
              <a:gd name="connsiteX27714" fmla="*/ 3715537 w 5158787"/>
              <a:gd name="connsiteY27714" fmla="*/ 1571656 h 4489084"/>
              <a:gd name="connsiteX27715" fmla="*/ 3717077 w 5158787"/>
              <a:gd name="connsiteY27715" fmla="*/ 1570767 h 4489084"/>
              <a:gd name="connsiteX27716" fmla="*/ 2296742 w 5158787"/>
              <a:gd name="connsiteY27716" fmla="*/ 1570649 h 4489084"/>
              <a:gd name="connsiteX27717" fmla="*/ 2321913 w 5158787"/>
              <a:gd name="connsiteY27717" fmla="*/ 1570649 h 4489084"/>
              <a:gd name="connsiteX27718" fmla="*/ 2323452 w 5158787"/>
              <a:gd name="connsiteY27718" fmla="*/ 1571537 h 4489084"/>
              <a:gd name="connsiteX27719" fmla="*/ 2336008 w 5158787"/>
              <a:gd name="connsiteY27719" fmla="*/ 1593332 h 4489084"/>
              <a:gd name="connsiteX27720" fmla="*/ 2336008 w 5158787"/>
              <a:gd name="connsiteY27720" fmla="*/ 1595109 h 4489084"/>
              <a:gd name="connsiteX27721" fmla="*/ 2323393 w 5158787"/>
              <a:gd name="connsiteY27721" fmla="*/ 1616904 h 4489084"/>
              <a:gd name="connsiteX27722" fmla="*/ 2321853 w 5158787"/>
              <a:gd name="connsiteY27722" fmla="*/ 1617792 h 4489084"/>
              <a:gd name="connsiteX27723" fmla="*/ 2296683 w 5158787"/>
              <a:gd name="connsiteY27723" fmla="*/ 1617792 h 4489084"/>
              <a:gd name="connsiteX27724" fmla="*/ 2295143 w 5158787"/>
              <a:gd name="connsiteY27724" fmla="*/ 1616904 h 4489084"/>
              <a:gd name="connsiteX27725" fmla="*/ 2282587 w 5158787"/>
              <a:gd name="connsiteY27725" fmla="*/ 1595109 h 4489084"/>
              <a:gd name="connsiteX27726" fmla="*/ 2282587 w 5158787"/>
              <a:gd name="connsiteY27726" fmla="*/ 1593332 h 4489084"/>
              <a:gd name="connsiteX27727" fmla="*/ 2295202 w 5158787"/>
              <a:gd name="connsiteY27727" fmla="*/ 1571537 h 4489084"/>
              <a:gd name="connsiteX27728" fmla="*/ 2296742 w 5158787"/>
              <a:gd name="connsiteY27728" fmla="*/ 1570649 h 4489084"/>
              <a:gd name="connsiteX27729" fmla="*/ 1349851 w 5158787"/>
              <a:gd name="connsiteY27729" fmla="*/ 1570531 h 4489084"/>
              <a:gd name="connsiteX27730" fmla="*/ 1375140 w 5158787"/>
              <a:gd name="connsiteY27730" fmla="*/ 1570531 h 4489084"/>
              <a:gd name="connsiteX27731" fmla="*/ 1376680 w 5158787"/>
              <a:gd name="connsiteY27731" fmla="*/ 1571419 h 4489084"/>
              <a:gd name="connsiteX27732" fmla="*/ 1389295 w 5158787"/>
              <a:gd name="connsiteY27732" fmla="*/ 1593333 h 4489084"/>
              <a:gd name="connsiteX27733" fmla="*/ 1389295 w 5158787"/>
              <a:gd name="connsiteY27733" fmla="*/ 1595109 h 4489084"/>
              <a:gd name="connsiteX27734" fmla="*/ 1376621 w 5158787"/>
              <a:gd name="connsiteY27734" fmla="*/ 1617023 h 4489084"/>
              <a:gd name="connsiteX27735" fmla="*/ 1375081 w 5158787"/>
              <a:gd name="connsiteY27735" fmla="*/ 1617911 h 4489084"/>
              <a:gd name="connsiteX27736" fmla="*/ 1349792 w 5158787"/>
              <a:gd name="connsiteY27736" fmla="*/ 1617911 h 4489084"/>
              <a:gd name="connsiteX27737" fmla="*/ 1348252 w 5158787"/>
              <a:gd name="connsiteY27737" fmla="*/ 1617023 h 4489084"/>
              <a:gd name="connsiteX27738" fmla="*/ 1335637 w 5158787"/>
              <a:gd name="connsiteY27738" fmla="*/ 1595109 h 4489084"/>
              <a:gd name="connsiteX27739" fmla="*/ 1335637 w 5158787"/>
              <a:gd name="connsiteY27739" fmla="*/ 1593333 h 4489084"/>
              <a:gd name="connsiteX27740" fmla="*/ 1348311 w 5158787"/>
              <a:gd name="connsiteY27740" fmla="*/ 1571419 h 4489084"/>
              <a:gd name="connsiteX27741" fmla="*/ 1349851 w 5158787"/>
              <a:gd name="connsiteY27741" fmla="*/ 1570531 h 4489084"/>
              <a:gd name="connsiteX27742" fmla="*/ 1417368 w 5158787"/>
              <a:gd name="connsiteY27742" fmla="*/ 1570234 h 4489084"/>
              <a:gd name="connsiteX27743" fmla="*/ 1442953 w 5158787"/>
              <a:gd name="connsiteY27743" fmla="*/ 1570234 h 4489084"/>
              <a:gd name="connsiteX27744" fmla="*/ 1444493 w 5158787"/>
              <a:gd name="connsiteY27744" fmla="*/ 1571122 h 4489084"/>
              <a:gd name="connsiteX27745" fmla="*/ 1457286 w 5158787"/>
              <a:gd name="connsiteY27745" fmla="*/ 1593332 h 4489084"/>
              <a:gd name="connsiteX27746" fmla="*/ 1457286 w 5158787"/>
              <a:gd name="connsiteY27746" fmla="*/ 1595168 h 4489084"/>
              <a:gd name="connsiteX27747" fmla="*/ 1444493 w 5158787"/>
              <a:gd name="connsiteY27747" fmla="*/ 1617377 h 4489084"/>
              <a:gd name="connsiteX27748" fmla="*/ 1442953 w 5158787"/>
              <a:gd name="connsiteY27748" fmla="*/ 1618265 h 4489084"/>
              <a:gd name="connsiteX27749" fmla="*/ 1417368 w 5158787"/>
              <a:gd name="connsiteY27749" fmla="*/ 1618265 h 4489084"/>
              <a:gd name="connsiteX27750" fmla="*/ 1415828 w 5158787"/>
              <a:gd name="connsiteY27750" fmla="*/ 1617377 h 4489084"/>
              <a:gd name="connsiteX27751" fmla="*/ 1403036 w 5158787"/>
              <a:gd name="connsiteY27751" fmla="*/ 1595168 h 4489084"/>
              <a:gd name="connsiteX27752" fmla="*/ 1403036 w 5158787"/>
              <a:gd name="connsiteY27752" fmla="*/ 1593332 h 4489084"/>
              <a:gd name="connsiteX27753" fmla="*/ 1415828 w 5158787"/>
              <a:gd name="connsiteY27753" fmla="*/ 1571122 h 4489084"/>
              <a:gd name="connsiteX27754" fmla="*/ 1417368 w 5158787"/>
              <a:gd name="connsiteY27754" fmla="*/ 1570234 h 4489084"/>
              <a:gd name="connsiteX27755" fmla="*/ 2228278 w 5158787"/>
              <a:gd name="connsiteY27755" fmla="*/ 1569109 h 4489084"/>
              <a:gd name="connsiteX27756" fmla="*/ 2255107 w 5158787"/>
              <a:gd name="connsiteY27756" fmla="*/ 1569109 h 4489084"/>
              <a:gd name="connsiteX27757" fmla="*/ 2256765 w 5158787"/>
              <a:gd name="connsiteY27757" fmla="*/ 1570057 h 4489084"/>
              <a:gd name="connsiteX27758" fmla="*/ 2270150 w 5158787"/>
              <a:gd name="connsiteY27758" fmla="*/ 1593273 h 4489084"/>
              <a:gd name="connsiteX27759" fmla="*/ 2270150 w 5158787"/>
              <a:gd name="connsiteY27759" fmla="*/ 1595168 h 4489084"/>
              <a:gd name="connsiteX27760" fmla="*/ 2256706 w 5158787"/>
              <a:gd name="connsiteY27760" fmla="*/ 1618384 h 4489084"/>
              <a:gd name="connsiteX27761" fmla="*/ 2255048 w 5158787"/>
              <a:gd name="connsiteY27761" fmla="*/ 1619332 h 4489084"/>
              <a:gd name="connsiteX27762" fmla="*/ 2228219 w 5158787"/>
              <a:gd name="connsiteY27762" fmla="*/ 1619332 h 4489084"/>
              <a:gd name="connsiteX27763" fmla="*/ 2226560 w 5158787"/>
              <a:gd name="connsiteY27763" fmla="*/ 1618384 h 4489084"/>
              <a:gd name="connsiteX27764" fmla="*/ 2213176 w 5158787"/>
              <a:gd name="connsiteY27764" fmla="*/ 1595168 h 4489084"/>
              <a:gd name="connsiteX27765" fmla="*/ 2213176 w 5158787"/>
              <a:gd name="connsiteY27765" fmla="*/ 1593273 h 4489084"/>
              <a:gd name="connsiteX27766" fmla="*/ 2226620 w 5158787"/>
              <a:gd name="connsiteY27766" fmla="*/ 1570057 h 4489084"/>
              <a:gd name="connsiteX27767" fmla="*/ 2228278 w 5158787"/>
              <a:gd name="connsiteY27767" fmla="*/ 1569109 h 4489084"/>
              <a:gd name="connsiteX27768" fmla="*/ 2160583 w 5158787"/>
              <a:gd name="connsiteY27768" fmla="*/ 1568991 h 4489084"/>
              <a:gd name="connsiteX27769" fmla="*/ 2187531 w 5158787"/>
              <a:gd name="connsiteY27769" fmla="*/ 1568991 h 4489084"/>
              <a:gd name="connsiteX27770" fmla="*/ 2189189 w 5158787"/>
              <a:gd name="connsiteY27770" fmla="*/ 1569939 h 4489084"/>
              <a:gd name="connsiteX27771" fmla="*/ 2202633 w 5158787"/>
              <a:gd name="connsiteY27771" fmla="*/ 1593273 h 4489084"/>
              <a:gd name="connsiteX27772" fmla="*/ 2202633 w 5158787"/>
              <a:gd name="connsiteY27772" fmla="*/ 1595169 h 4489084"/>
              <a:gd name="connsiteX27773" fmla="*/ 2189130 w 5158787"/>
              <a:gd name="connsiteY27773" fmla="*/ 1618503 h 4489084"/>
              <a:gd name="connsiteX27774" fmla="*/ 2187472 w 5158787"/>
              <a:gd name="connsiteY27774" fmla="*/ 1619451 h 4489084"/>
              <a:gd name="connsiteX27775" fmla="*/ 2160524 w 5158787"/>
              <a:gd name="connsiteY27775" fmla="*/ 1619451 h 4489084"/>
              <a:gd name="connsiteX27776" fmla="*/ 2158866 w 5158787"/>
              <a:gd name="connsiteY27776" fmla="*/ 1618503 h 4489084"/>
              <a:gd name="connsiteX27777" fmla="*/ 2145422 w 5158787"/>
              <a:gd name="connsiteY27777" fmla="*/ 1595169 h 4489084"/>
              <a:gd name="connsiteX27778" fmla="*/ 2145422 w 5158787"/>
              <a:gd name="connsiteY27778" fmla="*/ 1593273 h 4489084"/>
              <a:gd name="connsiteX27779" fmla="*/ 2158925 w 5158787"/>
              <a:gd name="connsiteY27779" fmla="*/ 1569939 h 4489084"/>
              <a:gd name="connsiteX27780" fmla="*/ 2160583 w 5158787"/>
              <a:gd name="connsiteY27780" fmla="*/ 1568991 h 4489084"/>
              <a:gd name="connsiteX27781" fmla="*/ 3795196 w 5158787"/>
              <a:gd name="connsiteY27781" fmla="*/ 1531797 h 4489084"/>
              <a:gd name="connsiteX27782" fmla="*/ 3799282 w 5158787"/>
              <a:gd name="connsiteY27782" fmla="*/ 1531797 h 4489084"/>
              <a:gd name="connsiteX27783" fmla="*/ 3799519 w 5158787"/>
              <a:gd name="connsiteY27783" fmla="*/ 1531915 h 4489084"/>
              <a:gd name="connsiteX27784" fmla="*/ 3801533 w 5158787"/>
              <a:gd name="connsiteY27784" fmla="*/ 1535469 h 4489084"/>
              <a:gd name="connsiteX27785" fmla="*/ 3801533 w 5158787"/>
              <a:gd name="connsiteY27785" fmla="*/ 1535765 h 4489084"/>
              <a:gd name="connsiteX27786" fmla="*/ 3799460 w 5158787"/>
              <a:gd name="connsiteY27786" fmla="*/ 1539319 h 4489084"/>
              <a:gd name="connsiteX27787" fmla="*/ 3799223 w 5158787"/>
              <a:gd name="connsiteY27787" fmla="*/ 1539437 h 4489084"/>
              <a:gd name="connsiteX27788" fmla="*/ 3795137 w 5158787"/>
              <a:gd name="connsiteY27788" fmla="*/ 1539437 h 4489084"/>
              <a:gd name="connsiteX27789" fmla="*/ 3794899 w 5158787"/>
              <a:gd name="connsiteY27789" fmla="*/ 1539319 h 4489084"/>
              <a:gd name="connsiteX27790" fmla="*/ 3792886 w 5158787"/>
              <a:gd name="connsiteY27790" fmla="*/ 1535765 h 4489084"/>
              <a:gd name="connsiteX27791" fmla="*/ 3792886 w 5158787"/>
              <a:gd name="connsiteY27791" fmla="*/ 1535469 h 4489084"/>
              <a:gd name="connsiteX27792" fmla="*/ 3794959 w 5158787"/>
              <a:gd name="connsiteY27792" fmla="*/ 1531915 h 4489084"/>
              <a:gd name="connsiteX27793" fmla="*/ 3795196 w 5158787"/>
              <a:gd name="connsiteY27793" fmla="*/ 1531797 h 4489084"/>
              <a:gd name="connsiteX27794" fmla="*/ 4197039 w 5158787"/>
              <a:gd name="connsiteY27794" fmla="*/ 1524453 h 4489084"/>
              <a:gd name="connsiteX27795" fmla="*/ 4208943 w 5158787"/>
              <a:gd name="connsiteY27795" fmla="*/ 1524453 h 4489084"/>
              <a:gd name="connsiteX27796" fmla="*/ 4209653 w 5158787"/>
              <a:gd name="connsiteY27796" fmla="*/ 1524867 h 4489084"/>
              <a:gd name="connsiteX27797" fmla="*/ 4215635 w 5158787"/>
              <a:gd name="connsiteY27797" fmla="*/ 1535173 h 4489084"/>
              <a:gd name="connsiteX27798" fmla="*/ 4215635 w 5158787"/>
              <a:gd name="connsiteY27798" fmla="*/ 1536002 h 4489084"/>
              <a:gd name="connsiteX27799" fmla="*/ 4209653 w 5158787"/>
              <a:gd name="connsiteY27799" fmla="*/ 1546307 h 4489084"/>
              <a:gd name="connsiteX27800" fmla="*/ 4208943 w 5158787"/>
              <a:gd name="connsiteY27800" fmla="*/ 1546722 h 4489084"/>
              <a:gd name="connsiteX27801" fmla="*/ 4197039 w 5158787"/>
              <a:gd name="connsiteY27801" fmla="*/ 1546722 h 4489084"/>
              <a:gd name="connsiteX27802" fmla="*/ 4196328 w 5158787"/>
              <a:gd name="connsiteY27802" fmla="*/ 1546307 h 4489084"/>
              <a:gd name="connsiteX27803" fmla="*/ 4190346 w 5158787"/>
              <a:gd name="connsiteY27803" fmla="*/ 1536002 h 4489084"/>
              <a:gd name="connsiteX27804" fmla="*/ 4190346 w 5158787"/>
              <a:gd name="connsiteY27804" fmla="*/ 1535173 h 4489084"/>
              <a:gd name="connsiteX27805" fmla="*/ 4196328 w 5158787"/>
              <a:gd name="connsiteY27805" fmla="*/ 1524867 h 4489084"/>
              <a:gd name="connsiteX27806" fmla="*/ 4197039 w 5158787"/>
              <a:gd name="connsiteY27806" fmla="*/ 1524453 h 4489084"/>
              <a:gd name="connsiteX27807" fmla="*/ 612262 w 5158787"/>
              <a:gd name="connsiteY27807" fmla="*/ 1523743 h 4489084"/>
              <a:gd name="connsiteX27808" fmla="*/ 624936 w 5158787"/>
              <a:gd name="connsiteY27808" fmla="*/ 1523743 h 4489084"/>
              <a:gd name="connsiteX27809" fmla="*/ 625706 w 5158787"/>
              <a:gd name="connsiteY27809" fmla="*/ 1524217 h 4489084"/>
              <a:gd name="connsiteX27810" fmla="*/ 632043 w 5158787"/>
              <a:gd name="connsiteY27810" fmla="*/ 1535233 h 4489084"/>
              <a:gd name="connsiteX27811" fmla="*/ 632043 w 5158787"/>
              <a:gd name="connsiteY27811" fmla="*/ 1536121 h 4489084"/>
              <a:gd name="connsiteX27812" fmla="*/ 625706 w 5158787"/>
              <a:gd name="connsiteY27812" fmla="*/ 1547137 h 4489084"/>
              <a:gd name="connsiteX27813" fmla="*/ 624936 w 5158787"/>
              <a:gd name="connsiteY27813" fmla="*/ 1547611 h 4489084"/>
              <a:gd name="connsiteX27814" fmla="*/ 612262 w 5158787"/>
              <a:gd name="connsiteY27814" fmla="*/ 1547611 h 4489084"/>
              <a:gd name="connsiteX27815" fmla="*/ 611492 w 5158787"/>
              <a:gd name="connsiteY27815" fmla="*/ 1547137 h 4489084"/>
              <a:gd name="connsiteX27816" fmla="*/ 605155 w 5158787"/>
              <a:gd name="connsiteY27816" fmla="*/ 1536121 h 4489084"/>
              <a:gd name="connsiteX27817" fmla="*/ 605155 w 5158787"/>
              <a:gd name="connsiteY27817" fmla="*/ 1535233 h 4489084"/>
              <a:gd name="connsiteX27818" fmla="*/ 611492 w 5158787"/>
              <a:gd name="connsiteY27818" fmla="*/ 1524217 h 4489084"/>
              <a:gd name="connsiteX27819" fmla="*/ 612262 w 5158787"/>
              <a:gd name="connsiteY27819" fmla="*/ 1523743 h 4489084"/>
              <a:gd name="connsiteX27820" fmla="*/ 4128929 w 5158787"/>
              <a:gd name="connsiteY27820" fmla="*/ 1523506 h 4489084"/>
              <a:gd name="connsiteX27821" fmla="*/ 4141841 w 5158787"/>
              <a:gd name="connsiteY27821" fmla="*/ 1523506 h 4489084"/>
              <a:gd name="connsiteX27822" fmla="*/ 4142610 w 5158787"/>
              <a:gd name="connsiteY27822" fmla="*/ 1523980 h 4489084"/>
              <a:gd name="connsiteX27823" fmla="*/ 4149066 w 5158787"/>
              <a:gd name="connsiteY27823" fmla="*/ 1535173 h 4489084"/>
              <a:gd name="connsiteX27824" fmla="*/ 4149066 w 5158787"/>
              <a:gd name="connsiteY27824" fmla="*/ 1536062 h 4489084"/>
              <a:gd name="connsiteX27825" fmla="*/ 4142610 w 5158787"/>
              <a:gd name="connsiteY27825" fmla="*/ 1547255 h 4489084"/>
              <a:gd name="connsiteX27826" fmla="*/ 4141841 w 5158787"/>
              <a:gd name="connsiteY27826" fmla="*/ 1547729 h 4489084"/>
              <a:gd name="connsiteX27827" fmla="*/ 4128929 w 5158787"/>
              <a:gd name="connsiteY27827" fmla="*/ 1547729 h 4489084"/>
              <a:gd name="connsiteX27828" fmla="*/ 4128159 w 5158787"/>
              <a:gd name="connsiteY27828" fmla="*/ 1547255 h 4489084"/>
              <a:gd name="connsiteX27829" fmla="*/ 4121704 w 5158787"/>
              <a:gd name="connsiteY27829" fmla="*/ 1536062 h 4489084"/>
              <a:gd name="connsiteX27830" fmla="*/ 4121704 w 5158787"/>
              <a:gd name="connsiteY27830" fmla="*/ 1535173 h 4489084"/>
              <a:gd name="connsiteX27831" fmla="*/ 4128159 w 5158787"/>
              <a:gd name="connsiteY27831" fmla="*/ 1523980 h 4489084"/>
              <a:gd name="connsiteX27832" fmla="*/ 4128929 w 5158787"/>
              <a:gd name="connsiteY27832" fmla="*/ 1523506 h 4489084"/>
              <a:gd name="connsiteX27833" fmla="*/ 3384293 w 5158787"/>
              <a:gd name="connsiteY27833" fmla="*/ 1522144 h 4489084"/>
              <a:gd name="connsiteX27834" fmla="*/ 3398625 w 5158787"/>
              <a:gd name="connsiteY27834" fmla="*/ 1522144 h 4489084"/>
              <a:gd name="connsiteX27835" fmla="*/ 3399513 w 5158787"/>
              <a:gd name="connsiteY27835" fmla="*/ 1522677 h 4489084"/>
              <a:gd name="connsiteX27836" fmla="*/ 3406680 w 5158787"/>
              <a:gd name="connsiteY27836" fmla="*/ 1535114 h 4489084"/>
              <a:gd name="connsiteX27837" fmla="*/ 3406680 w 5158787"/>
              <a:gd name="connsiteY27837" fmla="*/ 1536121 h 4489084"/>
              <a:gd name="connsiteX27838" fmla="*/ 3399513 w 5158787"/>
              <a:gd name="connsiteY27838" fmla="*/ 1548558 h 4489084"/>
              <a:gd name="connsiteX27839" fmla="*/ 3398625 w 5158787"/>
              <a:gd name="connsiteY27839" fmla="*/ 1549091 h 4489084"/>
              <a:gd name="connsiteX27840" fmla="*/ 3384293 w 5158787"/>
              <a:gd name="connsiteY27840" fmla="*/ 1549091 h 4489084"/>
              <a:gd name="connsiteX27841" fmla="*/ 3383404 w 5158787"/>
              <a:gd name="connsiteY27841" fmla="*/ 1548558 h 4489084"/>
              <a:gd name="connsiteX27842" fmla="*/ 3376238 w 5158787"/>
              <a:gd name="connsiteY27842" fmla="*/ 1536121 h 4489084"/>
              <a:gd name="connsiteX27843" fmla="*/ 3376238 w 5158787"/>
              <a:gd name="connsiteY27843" fmla="*/ 1535114 h 4489084"/>
              <a:gd name="connsiteX27844" fmla="*/ 3383404 w 5158787"/>
              <a:gd name="connsiteY27844" fmla="*/ 1522677 h 4489084"/>
              <a:gd name="connsiteX27845" fmla="*/ 3384293 w 5158787"/>
              <a:gd name="connsiteY27845" fmla="*/ 1522144 h 4489084"/>
              <a:gd name="connsiteX27846" fmla="*/ 3519266 w 5158787"/>
              <a:gd name="connsiteY27846" fmla="*/ 1521729 h 4489084"/>
              <a:gd name="connsiteX27847" fmla="*/ 3534073 w 5158787"/>
              <a:gd name="connsiteY27847" fmla="*/ 1521729 h 4489084"/>
              <a:gd name="connsiteX27848" fmla="*/ 3534961 w 5158787"/>
              <a:gd name="connsiteY27848" fmla="*/ 1522262 h 4489084"/>
              <a:gd name="connsiteX27849" fmla="*/ 3542364 w 5158787"/>
              <a:gd name="connsiteY27849" fmla="*/ 1535055 h 4489084"/>
              <a:gd name="connsiteX27850" fmla="*/ 3542364 w 5158787"/>
              <a:gd name="connsiteY27850" fmla="*/ 1536121 h 4489084"/>
              <a:gd name="connsiteX27851" fmla="*/ 3534961 w 5158787"/>
              <a:gd name="connsiteY27851" fmla="*/ 1548913 h 4489084"/>
              <a:gd name="connsiteX27852" fmla="*/ 3534073 w 5158787"/>
              <a:gd name="connsiteY27852" fmla="*/ 1549446 h 4489084"/>
              <a:gd name="connsiteX27853" fmla="*/ 3519266 w 5158787"/>
              <a:gd name="connsiteY27853" fmla="*/ 1549446 h 4489084"/>
              <a:gd name="connsiteX27854" fmla="*/ 3518379 w 5158787"/>
              <a:gd name="connsiteY27854" fmla="*/ 1548913 h 4489084"/>
              <a:gd name="connsiteX27855" fmla="*/ 3510975 w 5158787"/>
              <a:gd name="connsiteY27855" fmla="*/ 1536121 h 4489084"/>
              <a:gd name="connsiteX27856" fmla="*/ 3510975 w 5158787"/>
              <a:gd name="connsiteY27856" fmla="*/ 1535055 h 4489084"/>
              <a:gd name="connsiteX27857" fmla="*/ 3518379 w 5158787"/>
              <a:gd name="connsiteY27857" fmla="*/ 1522262 h 4489084"/>
              <a:gd name="connsiteX27858" fmla="*/ 3519266 w 5158787"/>
              <a:gd name="connsiteY27858" fmla="*/ 1521729 h 4489084"/>
              <a:gd name="connsiteX27859" fmla="*/ 3451572 w 5158787"/>
              <a:gd name="connsiteY27859" fmla="*/ 1521551 h 4489084"/>
              <a:gd name="connsiteX27860" fmla="*/ 3466556 w 5158787"/>
              <a:gd name="connsiteY27860" fmla="*/ 1521551 h 4489084"/>
              <a:gd name="connsiteX27861" fmla="*/ 3467444 w 5158787"/>
              <a:gd name="connsiteY27861" fmla="*/ 1522084 h 4489084"/>
              <a:gd name="connsiteX27862" fmla="*/ 3474966 w 5158787"/>
              <a:gd name="connsiteY27862" fmla="*/ 1535114 h 4489084"/>
              <a:gd name="connsiteX27863" fmla="*/ 3474966 w 5158787"/>
              <a:gd name="connsiteY27863" fmla="*/ 1536180 h 4489084"/>
              <a:gd name="connsiteX27864" fmla="*/ 3467444 w 5158787"/>
              <a:gd name="connsiteY27864" fmla="*/ 1549209 h 4489084"/>
              <a:gd name="connsiteX27865" fmla="*/ 3466556 w 5158787"/>
              <a:gd name="connsiteY27865" fmla="*/ 1549742 h 4489084"/>
              <a:gd name="connsiteX27866" fmla="*/ 3451572 w 5158787"/>
              <a:gd name="connsiteY27866" fmla="*/ 1549742 h 4489084"/>
              <a:gd name="connsiteX27867" fmla="*/ 3450684 w 5158787"/>
              <a:gd name="connsiteY27867" fmla="*/ 1549209 h 4489084"/>
              <a:gd name="connsiteX27868" fmla="*/ 3443162 w 5158787"/>
              <a:gd name="connsiteY27868" fmla="*/ 1536180 h 4489084"/>
              <a:gd name="connsiteX27869" fmla="*/ 3443162 w 5158787"/>
              <a:gd name="connsiteY27869" fmla="*/ 1535114 h 4489084"/>
              <a:gd name="connsiteX27870" fmla="*/ 3450684 w 5158787"/>
              <a:gd name="connsiteY27870" fmla="*/ 1522084 h 4489084"/>
              <a:gd name="connsiteX27871" fmla="*/ 3451572 w 5158787"/>
              <a:gd name="connsiteY27871" fmla="*/ 1521551 h 4489084"/>
              <a:gd name="connsiteX27872" fmla="*/ 4262718 w 5158787"/>
              <a:gd name="connsiteY27872" fmla="*/ 1520722 h 4489084"/>
              <a:gd name="connsiteX27873" fmla="*/ 4278591 w 5158787"/>
              <a:gd name="connsiteY27873" fmla="*/ 1520722 h 4489084"/>
              <a:gd name="connsiteX27874" fmla="*/ 4279539 w 5158787"/>
              <a:gd name="connsiteY27874" fmla="*/ 1521255 h 4489084"/>
              <a:gd name="connsiteX27875" fmla="*/ 4287475 w 5158787"/>
              <a:gd name="connsiteY27875" fmla="*/ 1535054 h 4489084"/>
              <a:gd name="connsiteX27876" fmla="*/ 4287475 w 5158787"/>
              <a:gd name="connsiteY27876" fmla="*/ 1536180 h 4489084"/>
              <a:gd name="connsiteX27877" fmla="*/ 4279539 w 5158787"/>
              <a:gd name="connsiteY27877" fmla="*/ 1549979 h 4489084"/>
              <a:gd name="connsiteX27878" fmla="*/ 4278591 w 5158787"/>
              <a:gd name="connsiteY27878" fmla="*/ 1550512 h 4489084"/>
              <a:gd name="connsiteX27879" fmla="*/ 4262718 w 5158787"/>
              <a:gd name="connsiteY27879" fmla="*/ 1550512 h 4489084"/>
              <a:gd name="connsiteX27880" fmla="*/ 4261771 w 5158787"/>
              <a:gd name="connsiteY27880" fmla="*/ 1549979 h 4489084"/>
              <a:gd name="connsiteX27881" fmla="*/ 4253834 w 5158787"/>
              <a:gd name="connsiteY27881" fmla="*/ 1536180 h 4489084"/>
              <a:gd name="connsiteX27882" fmla="*/ 4253834 w 5158787"/>
              <a:gd name="connsiteY27882" fmla="*/ 1535054 h 4489084"/>
              <a:gd name="connsiteX27883" fmla="*/ 4261771 w 5158787"/>
              <a:gd name="connsiteY27883" fmla="*/ 1521255 h 4489084"/>
              <a:gd name="connsiteX27884" fmla="*/ 4262718 w 5158787"/>
              <a:gd name="connsiteY27884" fmla="*/ 1520722 h 4489084"/>
              <a:gd name="connsiteX27885" fmla="*/ 678120 w 5158787"/>
              <a:gd name="connsiteY27885" fmla="*/ 1520426 h 4489084"/>
              <a:gd name="connsiteX27886" fmla="*/ 694348 w 5158787"/>
              <a:gd name="connsiteY27886" fmla="*/ 1520426 h 4489084"/>
              <a:gd name="connsiteX27887" fmla="*/ 695355 w 5158787"/>
              <a:gd name="connsiteY27887" fmla="*/ 1521018 h 4489084"/>
              <a:gd name="connsiteX27888" fmla="*/ 703469 w 5158787"/>
              <a:gd name="connsiteY27888" fmla="*/ 1535055 h 4489084"/>
              <a:gd name="connsiteX27889" fmla="*/ 703469 w 5158787"/>
              <a:gd name="connsiteY27889" fmla="*/ 1536180 h 4489084"/>
              <a:gd name="connsiteX27890" fmla="*/ 695355 w 5158787"/>
              <a:gd name="connsiteY27890" fmla="*/ 1550216 h 4489084"/>
              <a:gd name="connsiteX27891" fmla="*/ 694348 w 5158787"/>
              <a:gd name="connsiteY27891" fmla="*/ 1550809 h 4489084"/>
              <a:gd name="connsiteX27892" fmla="*/ 678120 w 5158787"/>
              <a:gd name="connsiteY27892" fmla="*/ 1550809 h 4489084"/>
              <a:gd name="connsiteX27893" fmla="*/ 677113 w 5158787"/>
              <a:gd name="connsiteY27893" fmla="*/ 1550216 h 4489084"/>
              <a:gd name="connsiteX27894" fmla="*/ 669000 w 5158787"/>
              <a:gd name="connsiteY27894" fmla="*/ 1536180 h 4489084"/>
              <a:gd name="connsiteX27895" fmla="*/ 669000 w 5158787"/>
              <a:gd name="connsiteY27895" fmla="*/ 1535055 h 4489084"/>
              <a:gd name="connsiteX27896" fmla="*/ 677113 w 5158787"/>
              <a:gd name="connsiteY27896" fmla="*/ 1521018 h 4489084"/>
              <a:gd name="connsiteX27897" fmla="*/ 678120 w 5158787"/>
              <a:gd name="connsiteY27897" fmla="*/ 1520426 h 4489084"/>
              <a:gd name="connsiteX27898" fmla="*/ 1624715 w 5158787"/>
              <a:gd name="connsiteY27898" fmla="*/ 1520012 h 4489084"/>
              <a:gd name="connsiteX27899" fmla="*/ 1641357 w 5158787"/>
              <a:gd name="connsiteY27899" fmla="*/ 1520012 h 4489084"/>
              <a:gd name="connsiteX27900" fmla="*/ 1642365 w 5158787"/>
              <a:gd name="connsiteY27900" fmla="*/ 1520604 h 4489084"/>
              <a:gd name="connsiteX27901" fmla="*/ 1650715 w 5158787"/>
              <a:gd name="connsiteY27901" fmla="*/ 1535055 h 4489084"/>
              <a:gd name="connsiteX27902" fmla="*/ 1650715 w 5158787"/>
              <a:gd name="connsiteY27902" fmla="*/ 1536240 h 4489084"/>
              <a:gd name="connsiteX27903" fmla="*/ 1642365 w 5158787"/>
              <a:gd name="connsiteY27903" fmla="*/ 1550691 h 4489084"/>
              <a:gd name="connsiteX27904" fmla="*/ 1641357 w 5158787"/>
              <a:gd name="connsiteY27904" fmla="*/ 1551283 h 4489084"/>
              <a:gd name="connsiteX27905" fmla="*/ 1624715 w 5158787"/>
              <a:gd name="connsiteY27905" fmla="*/ 1551283 h 4489084"/>
              <a:gd name="connsiteX27906" fmla="*/ 1623709 w 5158787"/>
              <a:gd name="connsiteY27906" fmla="*/ 1550691 h 4489084"/>
              <a:gd name="connsiteX27907" fmla="*/ 1615358 w 5158787"/>
              <a:gd name="connsiteY27907" fmla="*/ 1536240 h 4489084"/>
              <a:gd name="connsiteX27908" fmla="*/ 1615358 w 5158787"/>
              <a:gd name="connsiteY27908" fmla="*/ 1535055 h 4489084"/>
              <a:gd name="connsiteX27909" fmla="*/ 1623709 w 5158787"/>
              <a:gd name="connsiteY27909" fmla="*/ 1520604 h 4489084"/>
              <a:gd name="connsiteX27910" fmla="*/ 1624715 w 5158787"/>
              <a:gd name="connsiteY27910" fmla="*/ 1520012 h 4489084"/>
              <a:gd name="connsiteX27911" fmla="*/ 813095 w 5158787"/>
              <a:gd name="connsiteY27911" fmla="*/ 1519893 h 4489084"/>
              <a:gd name="connsiteX27912" fmla="*/ 829855 w 5158787"/>
              <a:gd name="connsiteY27912" fmla="*/ 1519893 h 4489084"/>
              <a:gd name="connsiteX27913" fmla="*/ 830862 w 5158787"/>
              <a:gd name="connsiteY27913" fmla="*/ 1520485 h 4489084"/>
              <a:gd name="connsiteX27914" fmla="*/ 839272 w 5158787"/>
              <a:gd name="connsiteY27914" fmla="*/ 1534996 h 4489084"/>
              <a:gd name="connsiteX27915" fmla="*/ 839272 w 5158787"/>
              <a:gd name="connsiteY27915" fmla="*/ 1536180 h 4489084"/>
              <a:gd name="connsiteX27916" fmla="*/ 830862 w 5158787"/>
              <a:gd name="connsiteY27916" fmla="*/ 1550690 h 4489084"/>
              <a:gd name="connsiteX27917" fmla="*/ 829855 w 5158787"/>
              <a:gd name="connsiteY27917" fmla="*/ 1551282 h 4489084"/>
              <a:gd name="connsiteX27918" fmla="*/ 813095 w 5158787"/>
              <a:gd name="connsiteY27918" fmla="*/ 1551282 h 4489084"/>
              <a:gd name="connsiteX27919" fmla="*/ 812088 w 5158787"/>
              <a:gd name="connsiteY27919" fmla="*/ 1550690 h 4489084"/>
              <a:gd name="connsiteX27920" fmla="*/ 803678 w 5158787"/>
              <a:gd name="connsiteY27920" fmla="*/ 1536180 h 4489084"/>
              <a:gd name="connsiteX27921" fmla="*/ 803678 w 5158787"/>
              <a:gd name="connsiteY27921" fmla="*/ 1534996 h 4489084"/>
              <a:gd name="connsiteX27922" fmla="*/ 812088 w 5158787"/>
              <a:gd name="connsiteY27922" fmla="*/ 1520485 h 4489084"/>
              <a:gd name="connsiteX27923" fmla="*/ 813095 w 5158787"/>
              <a:gd name="connsiteY27923" fmla="*/ 1519893 h 4489084"/>
              <a:gd name="connsiteX27924" fmla="*/ 880493 w 5158787"/>
              <a:gd name="connsiteY27924" fmla="*/ 1519478 h 4489084"/>
              <a:gd name="connsiteX27925" fmla="*/ 897727 w 5158787"/>
              <a:gd name="connsiteY27925" fmla="*/ 1519478 h 4489084"/>
              <a:gd name="connsiteX27926" fmla="*/ 898793 w 5158787"/>
              <a:gd name="connsiteY27926" fmla="*/ 1520070 h 4489084"/>
              <a:gd name="connsiteX27927" fmla="*/ 907381 w 5158787"/>
              <a:gd name="connsiteY27927" fmla="*/ 1534995 h 4489084"/>
              <a:gd name="connsiteX27928" fmla="*/ 907381 w 5158787"/>
              <a:gd name="connsiteY27928" fmla="*/ 1536239 h 4489084"/>
              <a:gd name="connsiteX27929" fmla="*/ 898734 w 5158787"/>
              <a:gd name="connsiteY27929" fmla="*/ 1551163 h 4489084"/>
              <a:gd name="connsiteX27930" fmla="*/ 897668 w 5158787"/>
              <a:gd name="connsiteY27930" fmla="*/ 1551756 h 4489084"/>
              <a:gd name="connsiteX27931" fmla="*/ 880433 w 5158787"/>
              <a:gd name="connsiteY27931" fmla="*/ 1551756 h 4489084"/>
              <a:gd name="connsiteX27932" fmla="*/ 879367 w 5158787"/>
              <a:gd name="connsiteY27932" fmla="*/ 1551163 h 4489084"/>
              <a:gd name="connsiteX27933" fmla="*/ 870780 w 5158787"/>
              <a:gd name="connsiteY27933" fmla="*/ 1536239 h 4489084"/>
              <a:gd name="connsiteX27934" fmla="*/ 870780 w 5158787"/>
              <a:gd name="connsiteY27934" fmla="*/ 1534995 h 4489084"/>
              <a:gd name="connsiteX27935" fmla="*/ 879427 w 5158787"/>
              <a:gd name="connsiteY27935" fmla="*/ 1520070 h 4489084"/>
              <a:gd name="connsiteX27936" fmla="*/ 880493 w 5158787"/>
              <a:gd name="connsiteY27936" fmla="*/ 1519478 h 4489084"/>
              <a:gd name="connsiteX27937" fmla="*/ 4464795 w 5158787"/>
              <a:gd name="connsiteY27937" fmla="*/ 1519182 h 4489084"/>
              <a:gd name="connsiteX27938" fmla="*/ 4482326 w 5158787"/>
              <a:gd name="connsiteY27938" fmla="*/ 1519182 h 4489084"/>
              <a:gd name="connsiteX27939" fmla="*/ 4483391 w 5158787"/>
              <a:gd name="connsiteY27939" fmla="*/ 1519774 h 4489084"/>
              <a:gd name="connsiteX27940" fmla="*/ 4492157 w 5158787"/>
              <a:gd name="connsiteY27940" fmla="*/ 1534995 h 4489084"/>
              <a:gd name="connsiteX27941" fmla="*/ 4492157 w 5158787"/>
              <a:gd name="connsiteY27941" fmla="*/ 1536239 h 4489084"/>
              <a:gd name="connsiteX27942" fmla="*/ 4483391 w 5158787"/>
              <a:gd name="connsiteY27942" fmla="*/ 1551460 h 4489084"/>
              <a:gd name="connsiteX27943" fmla="*/ 4482326 w 5158787"/>
              <a:gd name="connsiteY27943" fmla="*/ 1552052 h 4489084"/>
              <a:gd name="connsiteX27944" fmla="*/ 4464795 w 5158787"/>
              <a:gd name="connsiteY27944" fmla="*/ 1552052 h 4489084"/>
              <a:gd name="connsiteX27945" fmla="*/ 4463729 w 5158787"/>
              <a:gd name="connsiteY27945" fmla="*/ 1551460 h 4489084"/>
              <a:gd name="connsiteX27946" fmla="*/ 4454964 w 5158787"/>
              <a:gd name="connsiteY27946" fmla="*/ 1536239 h 4489084"/>
              <a:gd name="connsiteX27947" fmla="*/ 4454964 w 5158787"/>
              <a:gd name="connsiteY27947" fmla="*/ 1534995 h 4489084"/>
              <a:gd name="connsiteX27948" fmla="*/ 4463729 w 5158787"/>
              <a:gd name="connsiteY27948" fmla="*/ 1519774 h 4489084"/>
              <a:gd name="connsiteX27949" fmla="*/ 4464795 w 5158787"/>
              <a:gd name="connsiteY27949" fmla="*/ 1519182 h 4489084"/>
              <a:gd name="connsiteX27950" fmla="*/ 474564 w 5158787"/>
              <a:gd name="connsiteY27950" fmla="*/ 1519182 h 4489084"/>
              <a:gd name="connsiteX27951" fmla="*/ 492095 w 5158787"/>
              <a:gd name="connsiteY27951" fmla="*/ 1519182 h 4489084"/>
              <a:gd name="connsiteX27952" fmla="*/ 493161 w 5158787"/>
              <a:gd name="connsiteY27952" fmla="*/ 1519774 h 4489084"/>
              <a:gd name="connsiteX27953" fmla="*/ 501926 w 5158787"/>
              <a:gd name="connsiteY27953" fmla="*/ 1534995 h 4489084"/>
              <a:gd name="connsiteX27954" fmla="*/ 501926 w 5158787"/>
              <a:gd name="connsiteY27954" fmla="*/ 1536239 h 4489084"/>
              <a:gd name="connsiteX27955" fmla="*/ 493161 w 5158787"/>
              <a:gd name="connsiteY27955" fmla="*/ 1551460 h 4489084"/>
              <a:gd name="connsiteX27956" fmla="*/ 492095 w 5158787"/>
              <a:gd name="connsiteY27956" fmla="*/ 1552052 h 4489084"/>
              <a:gd name="connsiteX27957" fmla="*/ 474564 w 5158787"/>
              <a:gd name="connsiteY27957" fmla="*/ 1552052 h 4489084"/>
              <a:gd name="connsiteX27958" fmla="*/ 473498 w 5158787"/>
              <a:gd name="connsiteY27958" fmla="*/ 1551460 h 4489084"/>
              <a:gd name="connsiteX27959" fmla="*/ 464733 w 5158787"/>
              <a:gd name="connsiteY27959" fmla="*/ 1536239 h 4489084"/>
              <a:gd name="connsiteX27960" fmla="*/ 464733 w 5158787"/>
              <a:gd name="connsiteY27960" fmla="*/ 1534995 h 4489084"/>
              <a:gd name="connsiteX27961" fmla="*/ 473498 w 5158787"/>
              <a:gd name="connsiteY27961" fmla="*/ 1519774 h 4489084"/>
              <a:gd name="connsiteX27962" fmla="*/ 474564 w 5158787"/>
              <a:gd name="connsiteY27962" fmla="*/ 1519182 h 4489084"/>
              <a:gd name="connsiteX27963" fmla="*/ 3585420 w 5158787"/>
              <a:gd name="connsiteY27963" fmla="*/ 1518945 h 4489084"/>
              <a:gd name="connsiteX27964" fmla="*/ 3603188 w 5158787"/>
              <a:gd name="connsiteY27964" fmla="*/ 1518945 h 4489084"/>
              <a:gd name="connsiteX27965" fmla="*/ 3604254 w 5158787"/>
              <a:gd name="connsiteY27965" fmla="*/ 1519597 h 4489084"/>
              <a:gd name="connsiteX27966" fmla="*/ 3613138 w 5158787"/>
              <a:gd name="connsiteY27966" fmla="*/ 1534995 h 4489084"/>
              <a:gd name="connsiteX27967" fmla="*/ 3613138 w 5158787"/>
              <a:gd name="connsiteY27967" fmla="*/ 1536239 h 4489084"/>
              <a:gd name="connsiteX27968" fmla="*/ 3604254 w 5158787"/>
              <a:gd name="connsiteY27968" fmla="*/ 1551637 h 4489084"/>
              <a:gd name="connsiteX27969" fmla="*/ 3603188 w 5158787"/>
              <a:gd name="connsiteY27969" fmla="*/ 1552289 h 4489084"/>
              <a:gd name="connsiteX27970" fmla="*/ 3585420 w 5158787"/>
              <a:gd name="connsiteY27970" fmla="*/ 1552289 h 4489084"/>
              <a:gd name="connsiteX27971" fmla="*/ 3584355 w 5158787"/>
              <a:gd name="connsiteY27971" fmla="*/ 1551637 h 4489084"/>
              <a:gd name="connsiteX27972" fmla="*/ 3575471 w 5158787"/>
              <a:gd name="connsiteY27972" fmla="*/ 1536239 h 4489084"/>
              <a:gd name="connsiteX27973" fmla="*/ 3575471 w 5158787"/>
              <a:gd name="connsiteY27973" fmla="*/ 1534995 h 4489084"/>
              <a:gd name="connsiteX27974" fmla="*/ 3584355 w 5158787"/>
              <a:gd name="connsiteY27974" fmla="*/ 1519597 h 4489084"/>
              <a:gd name="connsiteX27975" fmla="*/ 3585420 w 5158787"/>
              <a:gd name="connsiteY27975" fmla="*/ 1518945 h 4489084"/>
              <a:gd name="connsiteX27976" fmla="*/ 744867 w 5158787"/>
              <a:gd name="connsiteY27976" fmla="*/ 1518886 h 4489084"/>
              <a:gd name="connsiteX27977" fmla="*/ 762753 w 5158787"/>
              <a:gd name="connsiteY27977" fmla="*/ 1518886 h 4489084"/>
              <a:gd name="connsiteX27978" fmla="*/ 763819 w 5158787"/>
              <a:gd name="connsiteY27978" fmla="*/ 1519537 h 4489084"/>
              <a:gd name="connsiteX27979" fmla="*/ 772762 w 5158787"/>
              <a:gd name="connsiteY27979" fmla="*/ 1535054 h 4489084"/>
              <a:gd name="connsiteX27980" fmla="*/ 772762 w 5158787"/>
              <a:gd name="connsiteY27980" fmla="*/ 1536298 h 4489084"/>
              <a:gd name="connsiteX27981" fmla="*/ 763819 w 5158787"/>
              <a:gd name="connsiteY27981" fmla="*/ 1551815 h 4489084"/>
              <a:gd name="connsiteX27982" fmla="*/ 762753 w 5158787"/>
              <a:gd name="connsiteY27982" fmla="*/ 1552467 h 4489084"/>
              <a:gd name="connsiteX27983" fmla="*/ 744867 w 5158787"/>
              <a:gd name="connsiteY27983" fmla="*/ 1552467 h 4489084"/>
              <a:gd name="connsiteX27984" fmla="*/ 743801 w 5158787"/>
              <a:gd name="connsiteY27984" fmla="*/ 1551815 h 4489084"/>
              <a:gd name="connsiteX27985" fmla="*/ 734858 w 5158787"/>
              <a:gd name="connsiteY27985" fmla="*/ 1536298 h 4489084"/>
              <a:gd name="connsiteX27986" fmla="*/ 734858 w 5158787"/>
              <a:gd name="connsiteY27986" fmla="*/ 1535054 h 4489084"/>
              <a:gd name="connsiteX27987" fmla="*/ 743801 w 5158787"/>
              <a:gd name="connsiteY27987" fmla="*/ 1519537 h 4489084"/>
              <a:gd name="connsiteX27988" fmla="*/ 744867 w 5158787"/>
              <a:gd name="connsiteY27988" fmla="*/ 1518886 h 4489084"/>
              <a:gd name="connsiteX27989" fmla="*/ 4532133 w 5158787"/>
              <a:gd name="connsiteY27989" fmla="*/ 1518768 h 4489084"/>
              <a:gd name="connsiteX27990" fmla="*/ 4550138 w 5158787"/>
              <a:gd name="connsiteY27990" fmla="*/ 1518768 h 4489084"/>
              <a:gd name="connsiteX27991" fmla="*/ 4551263 w 5158787"/>
              <a:gd name="connsiteY27991" fmla="*/ 1519420 h 4489084"/>
              <a:gd name="connsiteX27992" fmla="*/ 4560265 w 5158787"/>
              <a:gd name="connsiteY27992" fmla="*/ 1534996 h 4489084"/>
              <a:gd name="connsiteX27993" fmla="*/ 4560265 w 5158787"/>
              <a:gd name="connsiteY27993" fmla="*/ 1536239 h 4489084"/>
              <a:gd name="connsiteX27994" fmla="*/ 4551263 w 5158787"/>
              <a:gd name="connsiteY27994" fmla="*/ 1551816 h 4489084"/>
              <a:gd name="connsiteX27995" fmla="*/ 4550138 w 5158787"/>
              <a:gd name="connsiteY27995" fmla="*/ 1552467 h 4489084"/>
              <a:gd name="connsiteX27996" fmla="*/ 4532133 w 5158787"/>
              <a:gd name="connsiteY27996" fmla="*/ 1552467 h 4489084"/>
              <a:gd name="connsiteX27997" fmla="*/ 4531008 w 5158787"/>
              <a:gd name="connsiteY27997" fmla="*/ 1551816 h 4489084"/>
              <a:gd name="connsiteX27998" fmla="*/ 4522006 w 5158787"/>
              <a:gd name="connsiteY27998" fmla="*/ 1536239 h 4489084"/>
              <a:gd name="connsiteX27999" fmla="*/ 4522006 w 5158787"/>
              <a:gd name="connsiteY27999" fmla="*/ 1534996 h 4489084"/>
              <a:gd name="connsiteX28000" fmla="*/ 4531008 w 5158787"/>
              <a:gd name="connsiteY28000" fmla="*/ 1519420 h 4489084"/>
              <a:gd name="connsiteX28001" fmla="*/ 4532133 w 5158787"/>
              <a:gd name="connsiteY28001" fmla="*/ 1518768 h 4489084"/>
              <a:gd name="connsiteX28002" fmla="*/ 4329169 w 5158787"/>
              <a:gd name="connsiteY28002" fmla="*/ 1518649 h 4489084"/>
              <a:gd name="connsiteX28003" fmla="*/ 4347292 w 5158787"/>
              <a:gd name="connsiteY28003" fmla="*/ 1518649 h 4489084"/>
              <a:gd name="connsiteX28004" fmla="*/ 4348417 w 5158787"/>
              <a:gd name="connsiteY28004" fmla="*/ 1519300 h 4489084"/>
              <a:gd name="connsiteX28005" fmla="*/ 4357479 w 5158787"/>
              <a:gd name="connsiteY28005" fmla="*/ 1534995 h 4489084"/>
              <a:gd name="connsiteX28006" fmla="*/ 4357479 w 5158787"/>
              <a:gd name="connsiteY28006" fmla="*/ 1536298 h 4489084"/>
              <a:gd name="connsiteX28007" fmla="*/ 4348417 w 5158787"/>
              <a:gd name="connsiteY28007" fmla="*/ 1551993 h 4489084"/>
              <a:gd name="connsiteX28008" fmla="*/ 4347292 w 5158787"/>
              <a:gd name="connsiteY28008" fmla="*/ 1552644 h 4489084"/>
              <a:gd name="connsiteX28009" fmla="*/ 4329169 w 5158787"/>
              <a:gd name="connsiteY28009" fmla="*/ 1552644 h 4489084"/>
              <a:gd name="connsiteX28010" fmla="*/ 4328044 w 5158787"/>
              <a:gd name="connsiteY28010" fmla="*/ 1551993 h 4489084"/>
              <a:gd name="connsiteX28011" fmla="*/ 4318982 w 5158787"/>
              <a:gd name="connsiteY28011" fmla="*/ 1536298 h 4489084"/>
              <a:gd name="connsiteX28012" fmla="*/ 4318982 w 5158787"/>
              <a:gd name="connsiteY28012" fmla="*/ 1534995 h 4489084"/>
              <a:gd name="connsiteX28013" fmla="*/ 4328044 w 5158787"/>
              <a:gd name="connsiteY28013" fmla="*/ 1519300 h 4489084"/>
              <a:gd name="connsiteX28014" fmla="*/ 4329169 w 5158787"/>
              <a:gd name="connsiteY28014" fmla="*/ 1518649 h 4489084"/>
              <a:gd name="connsiteX28015" fmla="*/ 1150500 w 5158787"/>
              <a:gd name="connsiteY28015" fmla="*/ 1518472 h 4489084"/>
              <a:gd name="connsiteX28016" fmla="*/ 1168800 w 5158787"/>
              <a:gd name="connsiteY28016" fmla="*/ 1518472 h 4489084"/>
              <a:gd name="connsiteX28017" fmla="*/ 1169926 w 5158787"/>
              <a:gd name="connsiteY28017" fmla="*/ 1519123 h 4489084"/>
              <a:gd name="connsiteX28018" fmla="*/ 1179106 w 5158787"/>
              <a:gd name="connsiteY28018" fmla="*/ 1534996 h 4489084"/>
              <a:gd name="connsiteX28019" fmla="*/ 1179106 w 5158787"/>
              <a:gd name="connsiteY28019" fmla="*/ 1536299 h 4489084"/>
              <a:gd name="connsiteX28020" fmla="*/ 1169926 w 5158787"/>
              <a:gd name="connsiteY28020" fmla="*/ 1552171 h 4489084"/>
              <a:gd name="connsiteX28021" fmla="*/ 1168800 w 5158787"/>
              <a:gd name="connsiteY28021" fmla="*/ 1552822 h 4489084"/>
              <a:gd name="connsiteX28022" fmla="*/ 1150500 w 5158787"/>
              <a:gd name="connsiteY28022" fmla="*/ 1552822 h 4489084"/>
              <a:gd name="connsiteX28023" fmla="*/ 1149374 w 5158787"/>
              <a:gd name="connsiteY28023" fmla="*/ 1552171 h 4489084"/>
              <a:gd name="connsiteX28024" fmla="*/ 1140195 w 5158787"/>
              <a:gd name="connsiteY28024" fmla="*/ 1536299 h 4489084"/>
              <a:gd name="connsiteX28025" fmla="*/ 1140195 w 5158787"/>
              <a:gd name="connsiteY28025" fmla="*/ 1534996 h 4489084"/>
              <a:gd name="connsiteX28026" fmla="*/ 1149374 w 5158787"/>
              <a:gd name="connsiteY28026" fmla="*/ 1519123 h 4489084"/>
              <a:gd name="connsiteX28027" fmla="*/ 1150500 w 5158787"/>
              <a:gd name="connsiteY28027" fmla="*/ 1518472 h 4489084"/>
              <a:gd name="connsiteX28028" fmla="*/ 4396686 w 5158787"/>
              <a:gd name="connsiteY28028" fmla="*/ 1518353 h 4489084"/>
              <a:gd name="connsiteX28029" fmla="*/ 4415105 w 5158787"/>
              <a:gd name="connsiteY28029" fmla="*/ 1518353 h 4489084"/>
              <a:gd name="connsiteX28030" fmla="*/ 4416230 w 5158787"/>
              <a:gd name="connsiteY28030" fmla="*/ 1519004 h 4489084"/>
              <a:gd name="connsiteX28031" fmla="*/ 4425469 w 5158787"/>
              <a:gd name="connsiteY28031" fmla="*/ 1534995 h 4489084"/>
              <a:gd name="connsiteX28032" fmla="*/ 4425469 w 5158787"/>
              <a:gd name="connsiteY28032" fmla="*/ 1536298 h 4489084"/>
              <a:gd name="connsiteX28033" fmla="*/ 4416230 w 5158787"/>
              <a:gd name="connsiteY28033" fmla="*/ 1552289 h 4489084"/>
              <a:gd name="connsiteX28034" fmla="*/ 4415105 w 5158787"/>
              <a:gd name="connsiteY28034" fmla="*/ 1552940 h 4489084"/>
              <a:gd name="connsiteX28035" fmla="*/ 4396686 w 5158787"/>
              <a:gd name="connsiteY28035" fmla="*/ 1552940 h 4489084"/>
              <a:gd name="connsiteX28036" fmla="*/ 4395561 w 5158787"/>
              <a:gd name="connsiteY28036" fmla="*/ 1552289 h 4489084"/>
              <a:gd name="connsiteX28037" fmla="*/ 4386321 w 5158787"/>
              <a:gd name="connsiteY28037" fmla="*/ 1536298 h 4489084"/>
              <a:gd name="connsiteX28038" fmla="*/ 4386321 w 5158787"/>
              <a:gd name="connsiteY28038" fmla="*/ 1534995 h 4489084"/>
              <a:gd name="connsiteX28039" fmla="*/ 4395561 w 5158787"/>
              <a:gd name="connsiteY28039" fmla="*/ 1519004 h 4489084"/>
              <a:gd name="connsiteX28040" fmla="*/ 4396686 w 5158787"/>
              <a:gd name="connsiteY28040" fmla="*/ 1518353 h 4489084"/>
              <a:gd name="connsiteX28041" fmla="*/ 947535 w 5158787"/>
              <a:gd name="connsiteY28041" fmla="*/ 1518353 h 4489084"/>
              <a:gd name="connsiteX28042" fmla="*/ 965954 w 5158787"/>
              <a:gd name="connsiteY28042" fmla="*/ 1518353 h 4489084"/>
              <a:gd name="connsiteX28043" fmla="*/ 967079 w 5158787"/>
              <a:gd name="connsiteY28043" fmla="*/ 1519004 h 4489084"/>
              <a:gd name="connsiteX28044" fmla="*/ 976319 w 5158787"/>
              <a:gd name="connsiteY28044" fmla="*/ 1534995 h 4489084"/>
              <a:gd name="connsiteX28045" fmla="*/ 976319 w 5158787"/>
              <a:gd name="connsiteY28045" fmla="*/ 1536298 h 4489084"/>
              <a:gd name="connsiteX28046" fmla="*/ 967079 w 5158787"/>
              <a:gd name="connsiteY28046" fmla="*/ 1552289 h 4489084"/>
              <a:gd name="connsiteX28047" fmla="*/ 965954 w 5158787"/>
              <a:gd name="connsiteY28047" fmla="*/ 1552940 h 4489084"/>
              <a:gd name="connsiteX28048" fmla="*/ 947535 w 5158787"/>
              <a:gd name="connsiteY28048" fmla="*/ 1552940 h 4489084"/>
              <a:gd name="connsiteX28049" fmla="*/ 946410 w 5158787"/>
              <a:gd name="connsiteY28049" fmla="*/ 1552289 h 4489084"/>
              <a:gd name="connsiteX28050" fmla="*/ 937171 w 5158787"/>
              <a:gd name="connsiteY28050" fmla="*/ 1536298 h 4489084"/>
              <a:gd name="connsiteX28051" fmla="*/ 937171 w 5158787"/>
              <a:gd name="connsiteY28051" fmla="*/ 1534995 h 4489084"/>
              <a:gd name="connsiteX28052" fmla="*/ 946410 w 5158787"/>
              <a:gd name="connsiteY28052" fmla="*/ 1519004 h 4489084"/>
              <a:gd name="connsiteX28053" fmla="*/ 947535 w 5158787"/>
              <a:gd name="connsiteY28053" fmla="*/ 1518353 h 4489084"/>
              <a:gd name="connsiteX28054" fmla="*/ 541429 w 5158787"/>
              <a:gd name="connsiteY28054" fmla="*/ 1517820 h 4489084"/>
              <a:gd name="connsiteX28055" fmla="*/ 560440 w 5158787"/>
              <a:gd name="connsiteY28055" fmla="*/ 1517820 h 4489084"/>
              <a:gd name="connsiteX28056" fmla="*/ 561625 w 5158787"/>
              <a:gd name="connsiteY28056" fmla="*/ 1518472 h 4489084"/>
              <a:gd name="connsiteX28057" fmla="*/ 571101 w 5158787"/>
              <a:gd name="connsiteY28057" fmla="*/ 1534936 h 4489084"/>
              <a:gd name="connsiteX28058" fmla="*/ 571101 w 5158787"/>
              <a:gd name="connsiteY28058" fmla="*/ 1536298 h 4489084"/>
              <a:gd name="connsiteX28059" fmla="*/ 561625 w 5158787"/>
              <a:gd name="connsiteY28059" fmla="*/ 1552763 h 4489084"/>
              <a:gd name="connsiteX28060" fmla="*/ 560440 w 5158787"/>
              <a:gd name="connsiteY28060" fmla="*/ 1553414 h 4489084"/>
              <a:gd name="connsiteX28061" fmla="*/ 541429 w 5158787"/>
              <a:gd name="connsiteY28061" fmla="*/ 1553414 h 4489084"/>
              <a:gd name="connsiteX28062" fmla="*/ 540245 w 5158787"/>
              <a:gd name="connsiteY28062" fmla="*/ 1552763 h 4489084"/>
              <a:gd name="connsiteX28063" fmla="*/ 530769 w 5158787"/>
              <a:gd name="connsiteY28063" fmla="*/ 1536298 h 4489084"/>
              <a:gd name="connsiteX28064" fmla="*/ 530769 w 5158787"/>
              <a:gd name="connsiteY28064" fmla="*/ 1534936 h 4489084"/>
              <a:gd name="connsiteX28065" fmla="*/ 540245 w 5158787"/>
              <a:gd name="connsiteY28065" fmla="*/ 1518472 h 4489084"/>
              <a:gd name="connsiteX28066" fmla="*/ 541429 w 5158787"/>
              <a:gd name="connsiteY28066" fmla="*/ 1517820 h 4489084"/>
              <a:gd name="connsiteX28067" fmla="*/ 4599295 w 5158787"/>
              <a:gd name="connsiteY28067" fmla="*/ 1517702 h 4489084"/>
              <a:gd name="connsiteX28068" fmla="*/ 4618365 w 5158787"/>
              <a:gd name="connsiteY28068" fmla="*/ 1517702 h 4489084"/>
              <a:gd name="connsiteX28069" fmla="*/ 4619549 w 5158787"/>
              <a:gd name="connsiteY28069" fmla="*/ 1518354 h 4489084"/>
              <a:gd name="connsiteX28070" fmla="*/ 4629085 w 5158787"/>
              <a:gd name="connsiteY28070" fmla="*/ 1534877 h 4489084"/>
              <a:gd name="connsiteX28071" fmla="*/ 4629085 w 5158787"/>
              <a:gd name="connsiteY28071" fmla="*/ 1536239 h 4489084"/>
              <a:gd name="connsiteX28072" fmla="*/ 4619549 w 5158787"/>
              <a:gd name="connsiteY28072" fmla="*/ 1552763 h 4489084"/>
              <a:gd name="connsiteX28073" fmla="*/ 4618365 w 5158787"/>
              <a:gd name="connsiteY28073" fmla="*/ 1553415 h 4489084"/>
              <a:gd name="connsiteX28074" fmla="*/ 4599295 w 5158787"/>
              <a:gd name="connsiteY28074" fmla="*/ 1553415 h 4489084"/>
              <a:gd name="connsiteX28075" fmla="*/ 4598110 w 5158787"/>
              <a:gd name="connsiteY28075" fmla="*/ 1552763 h 4489084"/>
              <a:gd name="connsiteX28076" fmla="*/ 4588575 w 5158787"/>
              <a:gd name="connsiteY28076" fmla="*/ 1536239 h 4489084"/>
              <a:gd name="connsiteX28077" fmla="*/ 4588575 w 5158787"/>
              <a:gd name="connsiteY28077" fmla="*/ 1534877 h 4489084"/>
              <a:gd name="connsiteX28078" fmla="*/ 4598110 w 5158787"/>
              <a:gd name="connsiteY28078" fmla="*/ 1518354 h 4489084"/>
              <a:gd name="connsiteX28079" fmla="*/ 4599295 w 5158787"/>
              <a:gd name="connsiteY28079" fmla="*/ 1517702 h 4489084"/>
              <a:gd name="connsiteX28080" fmla="*/ 2502668 w 5158787"/>
              <a:gd name="connsiteY28080" fmla="*/ 1517642 h 4489084"/>
              <a:gd name="connsiteX28081" fmla="*/ 2521857 w 5158787"/>
              <a:gd name="connsiteY28081" fmla="*/ 1517642 h 4489084"/>
              <a:gd name="connsiteX28082" fmla="*/ 2523041 w 5158787"/>
              <a:gd name="connsiteY28082" fmla="*/ 1518294 h 4489084"/>
              <a:gd name="connsiteX28083" fmla="*/ 2532635 w 5158787"/>
              <a:gd name="connsiteY28083" fmla="*/ 1534936 h 4489084"/>
              <a:gd name="connsiteX28084" fmla="*/ 2532635 w 5158787"/>
              <a:gd name="connsiteY28084" fmla="*/ 1536298 h 4489084"/>
              <a:gd name="connsiteX28085" fmla="*/ 2523041 w 5158787"/>
              <a:gd name="connsiteY28085" fmla="*/ 1552940 h 4489084"/>
              <a:gd name="connsiteX28086" fmla="*/ 2521857 w 5158787"/>
              <a:gd name="connsiteY28086" fmla="*/ 1553592 h 4489084"/>
              <a:gd name="connsiteX28087" fmla="*/ 2502668 w 5158787"/>
              <a:gd name="connsiteY28087" fmla="*/ 1553592 h 4489084"/>
              <a:gd name="connsiteX28088" fmla="*/ 2501483 w 5158787"/>
              <a:gd name="connsiteY28088" fmla="*/ 1552940 h 4489084"/>
              <a:gd name="connsiteX28089" fmla="*/ 2491889 w 5158787"/>
              <a:gd name="connsiteY28089" fmla="*/ 1536298 h 4489084"/>
              <a:gd name="connsiteX28090" fmla="*/ 2491889 w 5158787"/>
              <a:gd name="connsiteY28090" fmla="*/ 1534936 h 4489084"/>
              <a:gd name="connsiteX28091" fmla="*/ 2501483 w 5158787"/>
              <a:gd name="connsiteY28091" fmla="*/ 1518294 h 4489084"/>
              <a:gd name="connsiteX28092" fmla="*/ 2502668 w 5158787"/>
              <a:gd name="connsiteY28092" fmla="*/ 1517642 h 4489084"/>
              <a:gd name="connsiteX28093" fmla="*/ 2435033 w 5158787"/>
              <a:gd name="connsiteY28093" fmla="*/ 1517642 h 4489084"/>
              <a:gd name="connsiteX28094" fmla="*/ 2454221 w 5158787"/>
              <a:gd name="connsiteY28094" fmla="*/ 1517642 h 4489084"/>
              <a:gd name="connsiteX28095" fmla="*/ 2455406 w 5158787"/>
              <a:gd name="connsiteY28095" fmla="*/ 1518294 h 4489084"/>
              <a:gd name="connsiteX28096" fmla="*/ 2465000 w 5158787"/>
              <a:gd name="connsiteY28096" fmla="*/ 1534936 h 4489084"/>
              <a:gd name="connsiteX28097" fmla="*/ 2465000 w 5158787"/>
              <a:gd name="connsiteY28097" fmla="*/ 1536298 h 4489084"/>
              <a:gd name="connsiteX28098" fmla="*/ 2455406 w 5158787"/>
              <a:gd name="connsiteY28098" fmla="*/ 1552940 h 4489084"/>
              <a:gd name="connsiteX28099" fmla="*/ 2454221 w 5158787"/>
              <a:gd name="connsiteY28099" fmla="*/ 1553592 h 4489084"/>
              <a:gd name="connsiteX28100" fmla="*/ 2435033 w 5158787"/>
              <a:gd name="connsiteY28100" fmla="*/ 1553592 h 4489084"/>
              <a:gd name="connsiteX28101" fmla="*/ 2433848 w 5158787"/>
              <a:gd name="connsiteY28101" fmla="*/ 1552940 h 4489084"/>
              <a:gd name="connsiteX28102" fmla="*/ 2424254 w 5158787"/>
              <a:gd name="connsiteY28102" fmla="*/ 1536298 h 4489084"/>
              <a:gd name="connsiteX28103" fmla="*/ 2424254 w 5158787"/>
              <a:gd name="connsiteY28103" fmla="*/ 1534936 h 4489084"/>
              <a:gd name="connsiteX28104" fmla="*/ 2433848 w 5158787"/>
              <a:gd name="connsiteY28104" fmla="*/ 1518294 h 4489084"/>
              <a:gd name="connsiteX28105" fmla="*/ 2435033 w 5158787"/>
              <a:gd name="connsiteY28105" fmla="*/ 1517642 h 4489084"/>
              <a:gd name="connsiteX28106" fmla="*/ 2705335 w 5158787"/>
              <a:gd name="connsiteY28106" fmla="*/ 1517287 h 4489084"/>
              <a:gd name="connsiteX28107" fmla="*/ 2724880 w 5158787"/>
              <a:gd name="connsiteY28107" fmla="*/ 1517287 h 4489084"/>
              <a:gd name="connsiteX28108" fmla="*/ 2726064 w 5158787"/>
              <a:gd name="connsiteY28108" fmla="*/ 1517998 h 4489084"/>
              <a:gd name="connsiteX28109" fmla="*/ 2735836 w 5158787"/>
              <a:gd name="connsiteY28109" fmla="*/ 1534936 h 4489084"/>
              <a:gd name="connsiteX28110" fmla="*/ 2735836 w 5158787"/>
              <a:gd name="connsiteY28110" fmla="*/ 1536298 h 4489084"/>
              <a:gd name="connsiteX28111" fmla="*/ 2726064 w 5158787"/>
              <a:gd name="connsiteY28111" fmla="*/ 1553237 h 4489084"/>
              <a:gd name="connsiteX28112" fmla="*/ 2724880 w 5158787"/>
              <a:gd name="connsiteY28112" fmla="*/ 1553947 h 4489084"/>
              <a:gd name="connsiteX28113" fmla="*/ 2705335 w 5158787"/>
              <a:gd name="connsiteY28113" fmla="*/ 1553947 h 4489084"/>
              <a:gd name="connsiteX28114" fmla="*/ 2704151 w 5158787"/>
              <a:gd name="connsiteY28114" fmla="*/ 1553237 h 4489084"/>
              <a:gd name="connsiteX28115" fmla="*/ 2694379 w 5158787"/>
              <a:gd name="connsiteY28115" fmla="*/ 1536298 h 4489084"/>
              <a:gd name="connsiteX28116" fmla="*/ 2694379 w 5158787"/>
              <a:gd name="connsiteY28116" fmla="*/ 1534936 h 4489084"/>
              <a:gd name="connsiteX28117" fmla="*/ 2704151 w 5158787"/>
              <a:gd name="connsiteY28117" fmla="*/ 1517998 h 4489084"/>
              <a:gd name="connsiteX28118" fmla="*/ 2705335 w 5158787"/>
              <a:gd name="connsiteY28118" fmla="*/ 1517287 h 4489084"/>
              <a:gd name="connsiteX28119" fmla="*/ 1014519 w 5158787"/>
              <a:gd name="connsiteY28119" fmla="*/ 1517228 h 4489084"/>
              <a:gd name="connsiteX28120" fmla="*/ 1034181 w 5158787"/>
              <a:gd name="connsiteY28120" fmla="*/ 1517228 h 4489084"/>
              <a:gd name="connsiteX28121" fmla="*/ 1035366 w 5158787"/>
              <a:gd name="connsiteY28121" fmla="*/ 1517939 h 4489084"/>
              <a:gd name="connsiteX28122" fmla="*/ 1045197 w 5158787"/>
              <a:gd name="connsiteY28122" fmla="*/ 1534936 h 4489084"/>
              <a:gd name="connsiteX28123" fmla="*/ 1045197 w 5158787"/>
              <a:gd name="connsiteY28123" fmla="*/ 1536298 h 4489084"/>
              <a:gd name="connsiteX28124" fmla="*/ 1035366 w 5158787"/>
              <a:gd name="connsiteY28124" fmla="*/ 1553296 h 4489084"/>
              <a:gd name="connsiteX28125" fmla="*/ 1034181 w 5158787"/>
              <a:gd name="connsiteY28125" fmla="*/ 1554007 h 4489084"/>
              <a:gd name="connsiteX28126" fmla="*/ 1014519 w 5158787"/>
              <a:gd name="connsiteY28126" fmla="*/ 1554007 h 4489084"/>
              <a:gd name="connsiteX28127" fmla="*/ 1013334 w 5158787"/>
              <a:gd name="connsiteY28127" fmla="*/ 1553296 h 4489084"/>
              <a:gd name="connsiteX28128" fmla="*/ 1003503 w 5158787"/>
              <a:gd name="connsiteY28128" fmla="*/ 1536298 h 4489084"/>
              <a:gd name="connsiteX28129" fmla="*/ 1003503 w 5158787"/>
              <a:gd name="connsiteY28129" fmla="*/ 1534936 h 4489084"/>
              <a:gd name="connsiteX28130" fmla="*/ 1013334 w 5158787"/>
              <a:gd name="connsiteY28130" fmla="*/ 1517939 h 4489084"/>
              <a:gd name="connsiteX28131" fmla="*/ 1014519 w 5158787"/>
              <a:gd name="connsiteY28131" fmla="*/ 1517228 h 4489084"/>
              <a:gd name="connsiteX28132" fmla="*/ 1555363 w 5158787"/>
              <a:gd name="connsiteY28132" fmla="*/ 1516813 h 4489084"/>
              <a:gd name="connsiteX28133" fmla="*/ 1575440 w 5158787"/>
              <a:gd name="connsiteY28133" fmla="*/ 1516813 h 4489084"/>
              <a:gd name="connsiteX28134" fmla="*/ 1576684 w 5158787"/>
              <a:gd name="connsiteY28134" fmla="*/ 1517524 h 4489084"/>
              <a:gd name="connsiteX28135" fmla="*/ 1586693 w 5158787"/>
              <a:gd name="connsiteY28135" fmla="*/ 1534936 h 4489084"/>
              <a:gd name="connsiteX28136" fmla="*/ 1586693 w 5158787"/>
              <a:gd name="connsiteY28136" fmla="*/ 1536357 h 4489084"/>
              <a:gd name="connsiteX28137" fmla="*/ 1576624 w 5158787"/>
              <a:gd name="connsiteY28137" fmla="*/ 1553769 h 4489084"/>
              <a:gd name="connsiteX28138" fmla="*/ 1575381 w 5158787"/>
              <a:gd name="connsiteY28138" fmla="*/ 1554480 h 4489084"/>
              <a:gd name="connsiteX28139" fmla="*/ 1555303 w 5158787"/>
              <a:gd name="connsiteY28139" fmla="*/ 1554480 h 4489084"/>
              <a:gd name="connsiteX28140" fmla="*/ 1554060 w 5158787"/>
              <a:gd name="connsiteY28140" fmla="*/ 1553769 h 4489084"/>
              <a:gd name="connsiteX28141" fmla="*/ 1544051 w 5158787"/>
              <a:gd name="connsiteY28141" fmla="*/ 1536357 h 4489084"/>
              <a:gd name="connsiteX28142" fmla="*/ 1544051 w 5158787"/>
              <a:gd name="connsiteY28142" fmla="*/ 1534936 h 4489084"/>
              <a:gd name="connsiteX28143" fmla="*/ 1554119 w 5158787"/>
              <a:gd name="connsiteY28143" fmla="*/ 1517524 h 4489084"/>
              <a:gd name="connsiteX28144" fmla="*/ 1555363 w 5158787"/>
              <a:gd name="connsiteY28144" fmla="*/ 1516813 h 4489084"/>
              <a:gd name="connsiteX28145" fmla="*/ 1081917 w 5158787"/>
              <a:gd name="connsiteY28145" fmla="*/ 1516695 h 4489084"/>
              <a:gd name="connsiteX28146" fmla="*/ 1102113 w 5158787"/>
              <a:gd name="connsiteY28146" fmla="*/ 1516695 h 4489084"/>
              <a:gd name="connsiteX28147" fmla="*/ 1103357 w 5158787"/>
              <a:gd name="connsiteY28147" fmla="*/ 1517406 h 4489084"/>
              <a:gd name="connsiteX28148" fmla="*/ 1113424 w 5158787"/>
              <a:gd name="connsiteY28148" fmla="*/ 1534877 h 4489084"/>
              <a:gd name="connsiteX28149" fmla="*/ 1113424 w 5158787"/>
              <a:gd name="connsiteY28149" fmla="*/ 1536298 h 4489084"/>
              <a:gd name="connsiteX28150" fmla="*/ 1103297 w 5158787"/>
              <a:gd name="connsiteY28150" fmla="*/ 1553770 h 4489084"/>
              <a:gd name="connsiteX28151" fmla="*/ 1102053 w 5158787"/>
              <a:gd name="connsiteY28151" fmla="*/ 1554480 h 4489084"/>
              <a:gd name="connsiteX28152" fmla="*/ 1081858 w 5158787"/>
              <a:gd name="connsiteY28152" fmla="*/ 1554480 h 4489084"/>
              <a:gd name="connsiteX28153" fmla="*/ 1080614 w 5158787"/>
              <a:gd name="connsiteY28153" fmla="*/ 1553770 h 4489084"/>
              <a:gd name="connsiteX28154" fmla="*/ 1070546 w 5158787"/>
              <a:gd name="connsiteY28154" fmla="*/ 1536298 h 4489084"/>
              <a:gd name="connsiteX28155" fmla="*/ 1070546 w 5158787"/>
              <a:gd name="connsiteY28155" fmla="*/ 1534877 h 4489084"/>
              <a:gd name="connsiteX28156" fmla="*/ 1080673 w 5158787"/>
              <a:gd name="connsiteY28156" fmla="*/ 1517406 h 4489084"/>
              <a:gd name="connsiteX28157" fmla="*/ 1081917 w 5158787"/>
              <a:gd name="connsiteY28157" fmla="*/ 1516695 h 4489084"/>
              <a:gd name="connsiteX28158" fmla="*/ 2366628 w 5158787"/>
              <a:gd name="connsiteY28158" fmla="*/ 1516280 h 4489084"/>
              <a:gd name="connsiteX28159" fmla="*/ 2387297 w 5158787"/>
              <a:gd name="connsiteY28159" fmla="*/ 1516280 h 4489084"/>
              <a:gd name="connsiteX28160" fmla="*/ 2388541 w 5158787"/>
              <a:gd name="connsiteY28160" fmla="*/ 1516991 h 4489084"/>
              <a:gd name="connsiteX28161" fmla="*/ 2398846 w 5158787"/>
              <a:gd name="connsiteY28161" fmla="*/ 1534877 h 4489084"/>
              <a:gd name="connsiteX28162" fmla="*/ 2398846 w 5158787"/>
              <a:gd name="connsiteY28162" fmla="*/ 1536357 h 4489084"/>
              <a:gd name="connsiteX28163" fmla="*/ 2388541 w 5158787"/>
              <a:gd name="connsiteY28163" fmla="*/ 1554243 h 4489084"/>
              <a:gd name="connsiteX28164" fmla="*/ 2387297 w 5158787"/>
              <a:gd name="connsiteY28164" fmla="*/ 1554954 h 4489084"/>
              <a:gd name="connsiteX28165" fmla="*/ 2366628 w 5158787"/>
              <a:gd name="connsiteY28165" fmla="*/ 1554954 h 4489084"/>
              <a:gd name="connsiteX28166" fmla="*/ 2365384 w 5158787"/>
              <a:gd name="connsiteY28166" fmla="*/ 1554243 h 4489084"/>
              <a:gd name="connsiteX28167" fmla="*/ 2355079 w 5158787"/>
              <a:gd name="connsiteY28167" fmla="*/ 1536357 h 4489084"/>
              <a:gd name="connsiteX28168" fmla="*/ 2355079 w 5158787"/>
              <a:gd name="connsiteY28168" fmla="*/ 1534877 h 4489084"/>
              <a:gd name="connsiteX28169" fmla="*/ 2365384 w 5158787"/>
              <a:gd name="connsiteY28169" fmla="*/ 1516991 h 4489084"/>
              <a:gd name="connsiteX28170" fmla="*/ 2366628 w 5158787"/>
              <a:gd name="connsiteY28170" fmla="*/ 1516280 h 4489084"/>
              <a:gd name="connsiteX28171" fmla="*/ 1216831 w 5158787"/>
              <a:gd name="connsiteY28171" fmla="*/ 1516043 h 4489084"/>
              <a:gd name="connsiteX28172" fmla="*/ 1237679 w 5158787"/>
              <a:gd name="connsiteY28172" fmla="*/ 1516043 h 4489084"/>
              <a:gd name="connsiteX28173" fmla="*/ 1238982 w 5158787"/>
              <a:gd name="connsiteY28173" fmla="*/ 1516754 h 4489084"/>
              <a:gd name="connsiteX28174" fmla="*/ 1249405 w 5158787"/>
              <a:gd name="connsiteY28174" fmla="*/ 1534817 h 4489084"/>
              <a:gd name="connsiteX28175" fmla="*/ 1249405 w 5158787"/>
              <a:gd name="connsiteY28175" fmla="*/ 1536298 h 4489084"/>
              <a:gd name="connsiteX28176" fmla="*/ 1238982 w 5158787"/>
              <a:gd name="connsiteY28176" fmla="*/ 1554362 h 4489084"/>
              <a:gd name="connsiteX28177" fmla="*/ 1237679 w 5158787"/>
              <a:gd name="connsiteY28177" fmla="*/ 1555072 h 4489084"/>
              <a:gd name="connsiteX28178" fmla="*/ 1216831 w 5158787"/>
              <a:gd name="connsiteY28178" fmla="*/ 1555072 h 4489084"/>
              <a:gd name="connsiteX28179" fmla="*/ 1215529 w 5158787"/>
              <a:gd name="connsiteY28179" fmla="*/ 1554362 h 4489084"/>
              <a:gd name="connsiteX28180" fmla="*/ 1205105 w 5158787"/>
              <a:gd name="connsiteY28180" fmla="*/ 1536298 h 4489084"/>
              <a:gd name="connsiteX28181" fmla="*/ 1205105 w 5158787"/>
              <a:gd name="connsiteY28181" fmla="*/ 1534817 h 4489084"/>
              <a:gd name="connsiteX28182" fmla="*/ 1215529 w 5158787"/>
              <a:gd name="connsiteY28182" fmla="*/ 1516754 h 4489084"/>
              <a:gd name="connsiteX28183" fmla="*/ 1216831 w 5158787"/>
              <a:gd name="connsiteY28183" fmla="*/ 1516043 h 4489084"/>
              <a:gd name="connsiteX28184" fmla="*/ 3313281 w 5158787"/>
              <a:gd name="connsiteY28184" fmla="*/ 1515866 h 4489084"/>
              <a:gd name="connsiteX28185" fmla="*/ 3334365 w 5158787"/>
              <a:gd name="connsiteY28185" fmla="*/ 1515866 h 4489084"/>
              <a:gd name="connsiteX28186" fmla="*/ 3335668 w 5158787"/>
              <a:gd name="connsiteY28186" fmla="*/ 1516636 h 4489084"/>
              <a:gd name="connsiteX28187" fmla="*/ 3346210 w 5158787"/>
              <a:gd name="connsiteY28187" fmla="*/ 1534877 h 4489084"/>
              <a:gd name="connsiteX28188" fmla="*/ 3346210 w 5158787"/>
              <a:gd name="connsiteY28188" fmla="*/ 1536358 h 4489084"/>
              <a:gd name="connsiteX28189" fmla="*/ 3335668 w 5158787"/>
              <a:gd name="connsiteY28189" fmla="*/ 1554599 h 4489084"/>
              <a:gd name="connsiteX28190" fmla="*/ 3334365 w 5158787"/>
              <a:gd name="connsiteY28190" fmla="*/ 1555369 h 4489084"/>
              <a:gd name="connsiteX28191" fmla="*/ 3313281 w 5158787"/>
              <a:gd name="connsiteY28191" fmla="*/ 1555369 h 4489084"/>
              <a:gd name="connsiteX28192" fmla="*/ 3311978 w 5158787"/>
              <a:gd name="connsiteY28192" fmla="*/ 1554599 h 4489084"/>
              <a:gd name="connsiteX28193" fmla="*/ 3301436 w 5158787"/>
              <a:gd name="connsiteY28193" fmla="*/ 1536358 h 4489084"/>
              <a:gd name="connsiteX28194" fmla="*/ 3301436 w 5158787"/>
              <a:gd name="connsiteY28194" fmla="*/ 1534877 h 4489084"/>
              <a:gd name="connsiteX28195" fmla="*/ 3311978 w 5158787"/>
              <a:gd name="connsiteY28195" fmla="*/ 1516636 h 4489084"/>
              <a:gd name="connsiteX28196" fmla="*/ 3313281 w 5158787"/>
              <a:gd name="connsiteY28196" fmla="*/ 1515866 h 4489084"/>
              <a:gd name="connsiteX28197" fmla="*/ 2636931 w 5158787"/>
              <a:gd name="connsiteY28197" fmla="*/ 1515866 h 4489084"/>
              <a:gd name="connsiteX28198" fmla="*/ 2658015 w 5158787"/>
              <a:gd name="connsiteY28198" fmla="*/ 1515866 h 4489084"/>
              <a:gd name="connsiteX28199" fmla="*/ 2659318 w 5158787"/>
              <a:gd name="connsiteY28199" fmla="*/ 1516636 h 4489084"/>
              <a:gd name="connsiteX28200" fmla="*/ 2669860 w 5158787"/>
              <a:gd name="connsiteY28200" fmla="*/ 1534877 h 4489084"/>
              <a:gd name="connsiteX28201" fmla="*/ 2669860 w 5158787"/>
              <a:gd name="connsiteY28201" fmla="*/ 1536358 h 4489084"/>
              <a:gd name="connsiteX28202" fmla="*/ 2659318 w 5158787"/>
              <a:gd name="connsiteY28202" fmla="*/ 1554599 h 4489084"/>
              <a:gd name="connsiteX28203" fmla="*/ 2658015 w 5158787"/>
              <a:gd name="connsiteY28203" fmla="*/ 1555369 h 4489084"/>
              <a:gd name="connsiteX28204" fmla="*/ 2636931 w 5158787"/>
              <a:gd name="connsiteY28204" fmla="*/ 1555369 h 4489084"/>
              <a:gd name="connsiteX28205" fmla="*/ 2635628 w 5158787"/>
              <a:gd name="connsiteY28205" fmla="*/ 1554599 h 4489084"/>
              <a:gd name="connsiteX28206" fmla="*/ 2625086 w 5158787"/>
              <a:gd name="connsiteY28206" fmla="*/ 1536358 h 4489084"/>
              <a:gd name="connsiteX28207" fmla="*/ 2625086 w 5158787"/>
              <a:gd name="connsiteY28207" fmla="*/ 1534877 h 4489084"/>
              <a:gd name="connsiteX28208" fmla="*/ 2635628 w 5158787"/>
              <a:gd name="connsiteY28208" fmla="*/ 1516636 h 4489084"/>
              <a:gd name="connsiteX28209" fmla="*/ 2636931 w 5158787"/>
              <a:gd name="connsiteY28209" fmla="*/ 1515866 h 4489084"/>
              <a:gd name="connsiteX28210" fmla="*/ 2569237 w 5158787"/>
              <a:gd name="connsiteY28210" fmla="*/ 1515747 h 4489084"/>
              <a:gd name="connsiteX28211" fmla="*/ 2590439 w 5158787"/>
              <a:gd name="connsiteY28211" fmla="*/ 1515747 h 4489084"/>
              <a:gd name="connsiteX28212" fmla="*/ 2591742 w 5158787"/>
              <a:gd name="connsiteY28212" fmla="*/ 1516517 h 4489084"/>
              <a:gd name="connsiteX28213" fmla="*/ 2602343 w 5158787"/>
              <a:gd name="connsiteY28213" fmla="*/ 1534877 h 4489084"/>
              <a:gd name="connsiteX28214" fmla="*/ 2602343 w 5158787"/>
              <a:gd name="connsiteY28214" fmla="*/ 1536357 h 4489084"/>
              <a:gd name="connsiteX28215" fmla="*/ 2591742 w 5158787"/>
              <a:gd name="connsiteY28215" fmla="*/ 1554717 h 4489084"/>
              <a:gd name="connsiteX28216" fmla="*/ 2590439 w 5158787"/>
              <a:gd name="connsiteY28216" fmla="*/ 1555487 h 4489084"/>
              <a:gd name="connsiteX28217" fmla="*/ 2569237 w 5158787"/>
              <a:gd name="connsiteY28217" fmla="*/ 1555487 h 4489084"/>
              <a:gd name="connsiteX28218" fmla="*/ 2567933 w 5158787"/>
              <a:gd name="connsiteY28218" fmla="*/ 1554717 h 4489084"/>
              <a:gd name="connsiteX28219" fmla="*/ 2557332 w 5158787"/>
              <a:gd name="connsiteY28219" fmla="*/ 1536357 h 4489084"/>
              <a:gd name="connsiteX28220" fmla="*/ 2557332 w 5158787"/>
              <a:gd name="connsiteY28220" fmla="*/ 1534877 h 4489084"/>
              <a:gd name="connsiteX28221" fmla="*/ 2567933 w 5158787"/>
              <a:gd name="connsiteY28221" fmla="*/ 1516517 h 4489084"/>
              <a:gd name="connsiteX28222" fmla="*/ 2569237 w 5158787"/>
              <a:gd name="connsiteY28222" fmla="*/ 1515747 h 4489084"/>
              <a:gd name="connsiteX28223" fmla="*/ 4665567 w 5158787"/>
              <a:gd name="connsiteY28223" fmla="*/ 1515214 h 4489084"/>
              <a:gd name="connsiteX28224" fmla="*/ 4687303 w 5158787"/>
              <a:gd name="connsiteY28224" fmla="*/ 1515214 h 4489084"/>
              <a:gd name="connsiteX28225" fmla="*/ 4688606 w 5158787"/>
              <a:gd name="connsiteY28225" fmla="*/ 1515984 h 4489084"/>
              <a:gd name="connsiteX28226" fmla="*/ 4699444 w 5158787"/>
              <a:gd name="connsiteY28226" fmla="*/ 1534817 h 4489084"/>
              <a:gd name="connsiteX28227" fmla="*/ 4699444 w 5158787"/>
              <a:gd name="connsiteY28227" fmla="*/ 1536357 h 4489084"/>
              <a:gd name="connsiteX28228" fmla="*/ 4688547 w 5158787"/>
              <a:gd name="connsiteY28228" fmla="*/ 1555191 h 4489084"/>
              <a:gd name="connsiteX28229" fmla="*/ 4687244 w 5158787"/>
              <a:gd name="connsiteY28229" fmla="*/ 1555961 h 4489084"/>
              <a:gd name="connsiteX28230" fmla="*/ 4665508 w 5158787"/>
              <a:gd name="connsiteY28230" fmla="*/ 1555961 h 4489084"/>
              <a:gd name="connsiteX28231" fmla="*/ 4664205 w 5158787"/>
              <a:gd name="connsiteY28231" fmla="*/ 1555191 h 4489084"/>
              <a:gd name="connsiteX28232" fmla="*/ 4653367 w 5158787"/>
              <a:gd name="connsiteY28232" fmla="*/ 1536357 h 4489084"/>
              <a:gd name="connsiteX28233" fmla="*/ 4653367 w 5158787"/>
              <a:gd name="connsiteY28233" fmla="*/ 1534817 h 4489084"/>
              <a:gd name="connsiteX28234" fmla="*/ 4664265 w 5158787"/>
              <a:gd name="connsiteY28234" fmla="*/ 1515984 h 4489084"/>
              <a:gd name="connsiteX28235" fmla="*/ 4665567 w 5158787"/>
              <a:gd name="connsiteY28235" fmla="*/ 1515214 h 4489084"/>
              <a:gd name="connsiteX28236" fmla="*/ 3650864 w 5158787"/>
              <a:gd name="connsiteY28236" fmla="*/ 1514800 h 4489084"/>
              <a:gd name="connsiteX28237" fmla="*/ 3673074 w 5158787"/>
              <a:gd name="connsiteY28237" fmla="*/ 1514800 h 4489084"/>
              <a:gd name="connsiteX28238" fmla="*/ 3674436 w 5158787"/>
              <a:gd name="connsiteY28238" fmla="*/ 1515570 h 4489084"/>
              <a:gd name="connsiteX28239" fmla="*/ 3685511 w 5158787"/>
              <a:gd name="connsiteY28239" fmla="*/ 1534818 h 4489084"/>
              <a:gd name="connsiteX28240" fmla="*/ 3685511 w 5158787"/>
              <a:gd name="connsiteY28240" fmla="*/ 1536358 h 4489084"/>
              <a:gd name="connsiteX28241" fmla="*/ 3674436 w 5158787"/>
              <a:gd name="connsiteY28241" fmla="*/ 1555606 h 4489084"/>
              <a:gd name="connsiteX28242" fmla="*/ 3673074 w 5158787"/>
              <a:gd name="connsiteY28242" fmla="*/ 1556376 h 4489084"/>
              <a:gd name="connsiteX28243" fmla="*/ 3650864 w 5158787"/>
              <a:gd name="connsiteY28243" fmla="*/ 1556376 h 4489084"/>
              <a:gd name="connsiteX28244" fmla="*/ 3649502 w 5158787"/>
              <a:gd name="connsiteY28244" fmla="*/ 1555606 h 4489084"/>
              <a:gd name="connsiteX28245" fmla="*/ 3638427 w 5158787"/>
              <a:gd name="connsiteY28245" fmla="*/ 1536358 h 4489084"/>
              <a:gd name="connsiteX28246" fmla="*/ 3638427 w 5158787"/>
              <a:gd name="connsiteY28246" fmla="*/ 1534818 h 4489084"/>
              <a:gd name="connsiteX28247" fmla="*/ 3649502 w 5158787"/>
              <a:gd name="connsiteY28247" fmla="*/ 1515570 h 4489084"/>
              <a:gd name="connsiteX28248" fmla="*/ 3650864 w 5158787"/>
              <a:gd name="connsiteY28248" fmla="*/ 1514800 h 4489084"/>
              <a:gd name="connsiteX28249" fmla="*/ 1486128 w 5158787"/>
              <a:gd name="connsiteY28249" fmla="*/ 1513793 h 4489084"/>
              <a:gd name="connsiteX28250" fmla="*/ 1509403 w 5158787"/>
              <a:gd name="connsiteY28250" fmla="*/ 1513793 h 4489084"/>
              <a:gd name="connsiteX28251" fmla="*/ 1510825 w 5158787"/>
              <a:gd name="connsiteY28251" fmla="*/ 1514622 h 4489084"/>
              <a:gd name="connsiteX28252" fmla="*/ 1522433 w 5158787"/>
              <a:gd name="connsiteY28252" fmla="*/ 1534818 h 4489084"/>
              <a:gd name="connsiteX28253" fmla="*/ 1522433 w 5158787"/>
              <a:gd name="connsiteY28253" fmla="*/ 1536476 h 4489084"/>
              <a:gd name="connsiteX28254" fmla="*/ 1510765 w 5158787"/>
              <a:gd name="connsiteY28254" fmla="*/ 1556672 h 4489084"/>
              <a:gd name="connsiteX28255" fmla="*/ 1509344 w 5158787"/>
              <a:gd name="connsiteY28255" fmla="*/ 1557501 h 4489084"/>
              <a:gd name="connsiteX28256" fmla="*/ 1486069 w 5158787"/>
              <a:gd name="connsiteY28256" fmla="*/ 1557501 h 4489084"/>
              <a:gd name="connsiteX28257" fmla="*/ 1484647 w 5158787"/>
              <a:gd name="connsiteY28257" fmla="*/ 1556672 h 4489084"/>
              <a:gd name="connsiteX28258" fmla="*/ 1473039 w 5158787"/>
              <a:gd name="connsiteY28258" fmla="*/ 1536476 h 4489084"/>
              <a:gd name="connsiteX28259" fmla="*/ 1473039 w 5158787"/>
              <a:gd name="connsiteY28259" fmla="*/ 1534818 h 4489084"/>
              <a:gd name="connsiteX28260" fmla="*/ 1484706 w 5158787"/>
              <a:gd name="connsiteY28260" fmla="*/ 1514622 h 4489084"/>
              <a:gd name="connsiteX28261" fmla="*/ 1486128 w 5158787"/>
              <a:gd name="connsiteY28261" fmla="*/ 1513793 h 4489084"/>
              <a:gd name="connsiteX28262" fmla="*/ 4732196 w 5158787"/>
              <a:gd name="connsiteY28262" fmla="*/ 1513378 h 4489084"/>
              <a:gd name="connsiteX28263" fmla="*/ 4755945 w 5158787"/>
              <a:gd name="connsiteY28263" fmla="*/ 1513378 h 4489084"/>
              <a:gd name="connsiteX28264" fmla="*/ 4757367 w 5158787"/>
              <a:gd name="connsiteY28264" fmla="*/ 1514207 h 4489084"/>
              <a:gd name="connsiteX28265" fmla="*/ 4769212 w 5158787"/>
              <a:gd name="connsiteY28265" fmla="*/ 1534758 h 4489084"/>
              <a:gd name="connsiteX28266" fmla="*/ 4769212 w 5158787"/>
              <a:gd name="connsiteY28266" fmla="*/ 1536417 h 4489084"/>
              <a:gd name="connsiteX28267" fmla="*/ 4757307 w 5158787"/>
              <a:gd name="connsiteY28267" fmla="*/ 1556968 h 4489084"/>
              <a:gd name="connsiteX28268" fmla="*/ 4755886 w 5158787"/>
              <a:gd name="connsiteY28268" fmla="*/ 1557797 h 4489084"/>
              <a:gd name="connsiteX28269" fmla="*/ 4732137 w 5158787"/>
              <a:gd name="connsiteY28269" fmla="*/ 1557797 h 4489084"/>
              <a:gd name="connsiteX28270" fmla="*/ 4730715 w 5158787"/>
              <a:gd name="connsiteY28270" fmla="*/ 1556968 h 4489084"/>
              <a:gd name="connsiteX28271" fmla="*/ 4718870 w 5158787"/>
              <a:gd name="connsiteY28271" fmla="*/ 1536417 h 4489084"/>
              <a:gd name="connsiteX28272" fmla="*/ 4718870 w 5158787"/>
              <a:gd name="connsiteY28272" fmla="*/ 1534758 h 4489084"/>
              <a:gd name="connsiteX28273" fmla="*/ 4730775 w 5158787"/>
              <a:gd name="connsiteY28273" fmla="*/ 1514207 h 4489084"/>
              <a:gd name="connsiteX28274" fmla="*/ 4732196 w 5158787"/>
              <a:gd name="connsiteY28274" fmla="*/ 1513378 h 4489084"/>
              <a:gd name="connsiteX28275" fmla="*/ 4867111 w 5158787"/>
              <a:gd name="connsiteY28275" fmla="*/ 1512786 h 4489084"/>
              <a:gd name="connsiteX28276" fmla="*/ 4891512 w 5158787"/>
              <a:gd name="connsiteY28276" fmla="*/ 1512786 h 4489084"/>
              <a:gd name="connsiteX28277" fmla="*/ 4892992 w 5158787"/>
              <a:gd name="connsiteY28277" fmla="*/ 1513674 h 4489084"/>
              <a:gd name="connsiteX28278" fmla="*/ 4905192 w 5158787"/>
              <a:gd name="connsiteY28278" fmla="*/ 1534818 h 4489084"/>
              <a:gd name="connsiteX28279" fmla="*/ 4905192 w 5158787"/>
              <a:gd name="connsiteY28279" fmla="*/ 1536535 h 4489084"/>
              <a:gd name="connsiteX28280" fmla="*/ 4892992 w 5158787"/>
              <a:gd name="connsiteY28280" fmla="*/ 1557679 h 4489084"/>
              <a:gd name="connsiteX28281" fmla="*/ 4891512 w 5158787"/>
              <a:gd name="connsiteY28281" fmla="*/ 1558567 h 4489084"/>
              <a:gd name="connsiteX28282" fmla="*/ 4867111 w 5158787"/>
              <a:gd name="connsiteY28282" fmla="*/ 1558567 h 4489084"/>
              <a:gd name="connsiteX28283" fmla="*/ 4865630 w 5158787"/>
              <a:gd name="connsiteY28283" fmla="*/ 1557679 h 4489084"/>
              <a:gd name="connsiteX28284" fmla="*/ 4853430 w 5158787"/>
              <a:gd name="connsiteY28284" fmla="*/ 1536535 h 4489084"/>
              <a:gd name="connsiteX28285" fmla="*/ 4853430 w 5158787"/>
              <a:gd name="connsiteY28285" fmla="*/ 1534818 h 4489084"/>
              <a:gd name="connsiteX28286" fmla="*/ 4865630 w 5158787"/>
              <a:gd name="connsiteY28286" fmla="*/ 1513674 h 4489084"/>
              <a:gd name="connsiteX28287" fmla="*/ 4867111 w 5158787"/>
              <a:gd name="connsiteY28287" fmla="*/ 1512786 h 4489084"/>
              <a:gd name="connsiteX28288" fmla="*/ 2297039 w 5158787"/>
              <a:gd name="connsiteY28288" fmla="*/ 1512549 h 4489084"/>
              <a:gd name="connsiteX28289" fmla="*/ 2321676 w 5158787"/>
              <a:gd name="connsiteY28289" fmla="*/ 1512549 h 4489084"/>
              <a:gd name="connsiteX28290" fmla="*/ 2323157 w 5158787"/>
              <a:gd name="connsiteY28290" fmla="*/ 1513437 h 4489084"/>
              <a:gd name="connsiteX28291" fmla="*/ 2335476 w 5158787"/>
              <a:gd name="connsiteY28291" fmla="*/ 1534758 h 4489084"/>
              <a:gd name="connsiteX28292" fmla="*/ 2335476 w 5158787"/>
              <a:gd name="connsiteY28292" fmla="*/ 1536476 h 4489084"/>
              <a:gd name="connsiteX28293" fmla="*/ 2323157 w 5158787"/>
              <a:gd name="connsiteY28293" fmla="*/ 1557797 h 4489084"/>
              <a:gd name="connsiteX28294" fmla="*/ 2321676 w 5158787"/>
              <a:gd name="connsiteY28294" fmla="*/ 1558685 h 4489084"/>
              <a:gd name="connsiteX28295" fmla="*/ 2297039 w 5158787"/>
              <a:gd name="connsiteY28295" fmla="*/ 1558685 h 4489084"/>
              <a:gd name="connsiteX28296" fmla="*/ 2295558 w 5158787"/>
              <a:gd name="connsiteY28296" fmla="*/ 1557797 h 4489084"/>
              <a:gd name="connsiteX28297" fmla="*/ 2283239 w 5158787"/>
              <a:gd name="connsiteY28297" fmla="*/ 1536476 h 4489084"/>
              <a:gd name="connsiteX28298" fmla="*/ 2283239 w 5158787"/>
              <a:gd name="connsiteY28298" fmla="*/ 1534758 h 4489084"/>
              <a:gd name="connsiteX28299" fmla="*/ 2295558 w 5158787"/>
              <a:gd name="connsiteY28299" fmla="*/ 1513437 h 4489084"/>
              <a:gd name="connsiteX28300" fmla="*/ 2297039 w 5158787"/>
              <a:gd name="connsiteY28300" fmla="*/ 1512549 h 4489084"/>
              <a:gd name="connsiteX28301" fmla="*/ 3717197 w 5158787"/>
              <a:gd name="connsiteY28301" fmla="*/ 1512431 h 4489084"/>
              <a:gd name="connsiteX28302" fmla="*/ 3741953 w 5158787"/>
              <a:gd name="connsiteY28302" fmla="*/ 1512431 h 4489084"/>
              <a:gd name="connsiteX28303" fmla="*/ 3743434 w 5158787"/>
              <a:gd name="connsiteY28303" fmla="*/ 1513319 h 4489084"/>
              <a:gd name="connsiteX28304" fmla="*/ 3755812 w 5158787"/>
              <a:gd name="connsiteY28304" fmla="*/ 1534759 h 4489084"/>
              <a:gd name="connsiteX28305" fmla="*/ 3755812 w 5158787"/>
              <a:gd name="connsiteY28305" fmla="*/ 1536535 h 4489084"/>
              <a:gd name="connsiteX28306" fmla="*/ 3743434 w 5158787"/>
              <a:gd name="connsiteY28306" fmla="*/ 1557975 h 4489084"/>
              <a:gd name="connsiteX28307" fmla="*/ 3741953 w 5158787"/>
              <a:gd name="connsiteY28307" fmla="*/ 1558863 h 4489084"/>
              <a:gd name="connsiteX28308" fmla="*/ 3717197 w 5158787"/>
              <a:gd name="connsiteY28308" fmla="*/ 1558863 h 4489084"/>
              <a:gd name="connsiteX28309" fmla="*/ 3715716 w 5158787"/>
              <a:gd name="connsiteY28309" fmla="*/ 1557975 h 4489084"/>
              <a:gd name="connsiteX28310" fmla="*/ 3703338 w 5158787"/>
              <a:gd name="connsiteY28310" fmla="*/ 1536535 h 4489084"/>
              <a:gd name="connsiteX28311" fmla="*/ 3703338 w 5158787"/>
              <a:gd name="connsiteY28311" fmla="*/ 1534759 h 4489084"/>
              <a:gd name="connsiteX28312" fmla="*/ 3715716 w 5158787"/>
              <a:gd name="connsiteY28312" fmla="*/ 1513319 h 4489084"/>
              <a:gd name="connsiteX28313" fmla="*/ 3717197 w 5158787"/>
              <a:gd name="connsiteY28313" fmla="*/ 1512431 h 4489084"/>
              <a:gd name="connsiteX28314" fmla="*/ 4799180 w 5158787"/>
              <a:gd name="connsiteY28314" fmla="*/ 1512135 h 4489084"/>
              <a:gd name="connsiteX28315" fmla="*/ 4824232 w 5158787"/>
              <a:gd name="connsiteY28315" fmla="*/ 1512135 h 4489084"/>
              <a:gd name="connsiteX28316" fmla="*/ 4825772 w 5158787"/>
              <a:gd name="connsiteY28316" fmla="*/ 1513023 h 4489084"/>
              <a:gd name="connsiteX28317" fmla="*/ 4838268 w 5158787"/>
              <a:gd name="connsiteY28317" fmla="*/ 1534759 h 4489084"/>
              <a:gd name="connsiteX28318" fmla="*/ 4838268 w 5158787"/>
              <a:gd name="connsiteY28318" fmla="*/ 1536536 h 4489084"/>
              <a:gd name="connsiteX28319" fmla="*/ 4825713 w 5158787"/>
              <a:gd name="connsiteY28319" fmla="*/ 1558271 h 4489084"/>
              <a:gd name="connsiteX28320" fmla="*/ 4824173 w 5158787"/>
              <a:gd name="connsiteY28320" fmla="*/ 1559160 h 4489084"/>
              <a:gd name="connsiteX28321" fmla="*/ 4799121 w 5158787"/>
              <a:gd name="connsiteY28321" fmla="*/ 1559160 h 4489084"/>
              <a:gd name="connsiteX28322" fmla="*/ 4797581 w 5158787"/>
              <a:gd name="connsiteY28322" fmla="*/ 1558271 h 4489084"/>
              <a:gd name="connsiteX28323" fmla="*/ 4785084 w 5158787"/>
              <a:gd name="connsiteY28323" fmla="*/ 1536536 h 4489084"/>
              <a:gd name="connsiteX28324" fmla="*/ 4785084 w 5158787"/>
              <a:gd name="connsiteY28324" fmla="*/ 1534759 h 4489084"/>
              <a:gd name="connsiteX28325" fmla="*/ 4797640 w 5158787"/>
              <a:gd name="connsiteY28325" fmla="*/ 1513023 h 4489084"/>
              <a:gd name="connsiteX28326" fmla="*/ 4799180 w 5158787"/>
              <a:gd name="connsiteY28326" fmla="*/ 1512135 h 4489084"/>
              <a:gd name="connsiteX28327" fmla="*/ 1282157 w 5158787"/>
              <a:gd name="connsiteY28327" fmla="*/ 1511838 h 4489084"/>
              <a:gd name="connsiteX28328" fmla="*/ 1307564 w 5158787"/>
              <a:gd name="connsiteY28328" fmla="*/ 1511838 h 4489084"/>
              <a:gd name="connsiteX28329" fmla="*/ 1309104 w 5158787"/>
              <a:gd name="connsiteY28329" fmla="*/ 1512726 h 4489084"/>
              <a:gd name="connsiteX28330" fmla="*/ 1321779 w 5158787"/>
              <a:gd name="connsiteY28330" fmla="*/ 1534699 h 4489084"/>
              <a:gd name="connsiteX28331" fmla="*/ 1321779 w 5158787"/>
              <a:gd name="connsiteY28331" fmla="*/ 1536476 h 4489084"/>
              <a:gd name="connsiteX28332" fmla="*/ 1309045 w 5158787"/>
              <a:gd name="connsiteY28332" fmla="*/ 1558448 h 4489084"/>
              <a:gd name="connsiteX28333" fmla="*/ 1307505 w 5158787"/>
              <a:gd name="connsiteY28333" fmla="*/ 1559336 h 4489084"/>
              <a:gd name="connsiteX28334" fmla="*/ 1282098 w 5158787"/>
              <a:gd name="connsiteY28334" fmla="*/ 1559336 h 4489084"/>
              <a:gd name="connsiteX28335" fmla="*/ 1280558 w 5158787"/>
              <a:gd name="connsiteY28335" fmla="*/ 1558448 h 4489084"/>
              <a:gd name="connsiteX28336" fmla="*/ 1267884 w 5158787"/>
              <a:gd name="connsiteY28336" fmla="*/ 1536476 h 4489084"/>
              <a:gd name="connsiteX28337" fmla="*/ 1267884 w 5158787"/>
              <a:gd name="connsiteY28337" fmla="*/ 1534699 h 4489084"/>
              <a:gd name="connsiteX28338" fmla="*/ 1280617 w 5158787"/>
              <a:gd name="connsiteY28338" fmla="*/ 1512726 h 4489084"/>
              <a:gd name="connsiteX28339" fmla="*/ 1282157 w 5158787"/>
              <a:gd name="connsiteY28339" fmla="*/ 1511838 h 4489084"/>
              <a:gd name="connsiteX28340" fmla="*/ 1349673 w 5158787"/>
              <a:gd name="connsiteY28340" fmla="*/ 1511542 h 4489084"/>
              <a:gd name="connsiteX28341" fmla="*/ 1375377 w 5158787"/>
              <a:gd name="connsiteY28341" fmla="*/ 1511542 h 4489084"/>
              <a:gd name="connsiteX28342" fmla="*/ 1376976 w 5158787"/>
              <a:gd name="connsiteY28342" fmla="*/ 1512431 h 4489084"/>
              <a:gd name="connsiteX28343" fmla="*/ 1389828 w 5158787"/>
              <a:gd name="connsiteY28343" fmla="*/ 1534699 h 4489084"/>
              <a:gd name="connsiteX28344" fmla="*/ 1389828 w 5158787"/>
              <a:gd name="connsiteY28344" fmla="*/ 1536535 h 4489084"/>
              <a:gd name="connsiteX28345" fmla="*/ 1376976 w 5158787"/>
              <a:gd name="connsiteY28345" fmla="*/ 1558804 h 4489084"/>
              <a:gd name="connsiteX28346" fmla="*/ 1375377 w 5158787"/>
              <a:gd name="connsiteY28346" fmla="*/ 1559692 h 4489084"/>
              <a:gd name="connsiteX28347" fmla="*/ 1349673 w 5158787"/>
              <a:gd name="connsiteY28347" fmla="*/ 1559692 h 4489084"/>
              <a:gd name="connsiteX28348" fmla="*/ 1348075 w 5158787"/>
              <a:gd name="connsiteY28348" fmla="*/ 1558804 h 4489084"/>
              <a:gd name="connsiteX28349" fmla="*/ 1335223 w 5158787"/>
              <a:gd name="connsiteY28349" fmla="*/ 1536535 h 4489084"/>
              <a:gd name="connsiteX28350" fmla="*/ 1335223 w 5158787"/>
              <a:gd name="connsiteY28350" fmla="*/ 1534699 h 4489084"/>
              <a:gd name="connsiteX28351" fmla="*/ 1348075 w 5158787"/>
              <a:gd name="connsiteY28351" fmla="*/ 1512431 h 4489084"/>
              <a:gd name="connsiteX28352" fmla="*/ 1349673 w 5158787"/>
              <a:gd name="connsiteY28352" fmla="*/ 1511542 h 4489084"/>
              <a:gd name="connsiteX28353" fmla="*/ 2093363 w 5158787"/>
              <a:gd name="connsiteY28353" fmla="*/ 1511128 h 4489084"/>
              <a:gd name="connsiteX28354" fmla="*/ 2119541 w 5158787"/>
              <a:gd name="connsiteY28354" fmla="*/ 1511128 h 4489084"/>
              <a:gd name="connsiteX28355" fmla="*/ 2121140 w 5158787"/>
              <a:gd name="connsiteY28355" fmla="*/ 1512075 h 4489084"/>
              <a:gd name="connsiteX28356" fmla="*/ 2134229 w 5158787"/>
              <a:gd name="connsiteY28356" fmla="*/ 1534759 h 4489084"/>
              <a:gd name="connsiteX28357" fmla="*/ 2134229 w 5158787"/>
              <a:gd name="connsiteY28357" fmla="*/ 1536595 h 4489084"/>
              <a:gd name="connsiteX28358" fmla="*/ 2121140 w 5158787"/>
              <a:gd name="connsiteY28358" fmla="*/ 1559278 h 4489084"/>
              <a:gd name="connsiteX28359" fmla="*/ 2119541 w 5158787"/>
              <a:gd name="connsiteY28359" fmla="*/ 1560225 h 4489084"/>
              <a:gd name="connsiteX28360" fmla="*/ 2093363 w 5158787"/>
              <a:gd name="connsiteY28360" fmla="*/ 1560225 h 4489084"/>
              <a:gd name="connsiteX28361" fmla="*/ 2091764 w 5158787"/>
              <a:gd name="connsiteY28361" fmla="*/ 1559278 h 4489084"/>
              <a:gd name="connsiteX28362" fmla="*/ 2078676 w 5158787"/>
              <a:gd name="connsiteY28362" fmla="*/ 1536595 h 4489084"/>
              <a:gd name="connsiteX28363" fmla="*/ 2078676 w 5158787"/>
              <a:gd name="connsiteY28363" fmla="*/ 1534759 h 4489084"/>
              <a:gd name="connsiteX28364" fmla="*/ 2091764 w 5158787"/>
              <a:gd name="connsiteY28364" fmla="*/ 1512075 h 4489084"/>
              <a:gd name="connsiteX28365" fmla="*/ 2093363 w 5158787"/>
              <a:gd name="connsiteY28365" fmla="*/ 1511128 h 4489084"/>
              <a:gd name="connsiteX28366" fmla="*/ 2228515 w 5158787"/>
              <a:gd name="connsiteY28366" fmla="*/ 1510772 h 4489084"/>
              <a:gd name="connsiteX28367" fmla="*/ 2254989 w 5158787"/>
              <a:gd name="connsiteY28367" fmla="*/ 1510772 h 4489084"/>
              <a:gd name="connsiteX28368" fmla="*/ 2256588 w 5158787"/>
              <a:gd name="connsiteY28368" fmla="*/ 1511719 h 4489084"/>
              <a:gd name="connsiteX28369" fmla="*/ 2269795 w 5158787"/>
              <a:gd name="connsiteY28369" fmla="*/ 1534699 h 4489084"/>
              <a:gd name="connsiteX28370" fmla="*/ 2269795 w 5158787"/>
              <a:gd name="connsiteY28370" fmla="*/ 1536594 h 4489084"/>
              <a:gd name="connsiteX28371" fmla="*/ 2256528 w 5158787"/>
              <a:gd name="connsiteY28371" fmla="*/ 1559573 h 4489084"/>
              <a:gd name="connsiteX28372" fmla="*/ 2254930 w 5158787"/>
              <a:gd name="connsiteY28372" fmla="*/ 1560521 h 4489084"/>
              <a:gd name="connsiteX28373" fmla="*/ 2228456 w 5158787"/>
              <a:gd name="connsiteY28373" fmla="*/ 1560521 h 4489084"/>
              <a:gd name="connsiteX28374" fmla="*/ 2226857 w 5158787"/>
              <a:gd name="connsiteY28374" fmla="*/ 1559573 h 4489084"/>
              <a:gd name="connsiteX28375" fmla="*/ 2213650 w 5158787"/>
              <a:gd name="connsiteY28375" fmla="*/ 1536594 h 4489084"/>
              <a:gd name="connsiteX28376" fmla="*/ 2213650 w 5158787"/>
              <a:gd name="connsiteY28376" fmla="*/ 1534699 h 4489084"/>
              <a:gd name="connsiteX28377" fmla="*/ 2226916 w 5158787"/>
              <a:gd name="connsiteY28377" fmla="*/ 1511719 h 4489084"/>
              <a:gd name="connsiteX28378" fmla="*/ 2228515 w 5158787"/>
              <a:gd name="connsiteY28378" fmla="*/ 1510772 h 4489084"/>
              <a:gd name="connsiteX28379" fmla="*/ 1416657 w 5158787"/>
              <a:gd name="connsiteY28379" fmla="*/ 1510358 h 4489084"/>
              <a:gd name="connsiteX28380" fmla="*/ 1443604 w 5158787"/>
              <a:gd name="connsiteY28380" fmla="*/ 1510358 h 4489084"/>
              <a:gd name="connsiteX28381" fmla="*/ 1445263 w 5158787"/>
              <a:gd name="connsiteY28381" fmla="*/ 1511306 h 4489084"/>
              <a:gd name="connsiteX28382" fmla="*/ 1458707 w 5158787"/>
              <a:gd name="connsiteY28382" fmla="*/ 1534640 h 4489084"/>
              <a:gd name="connsiteX28383" fmla="*/ 1458707 w 5158787"/>
              <a:gd name="connsiteY28383" fmla="*/ 1536535 h 4489084"/>
              <a:gd name="connsiteX28384" fmla="*/ 1445204 w 5158787"/>
              <a:gd name="connsiteY28384" fmla="*/ 1559870 h 4489084"/>
              <a:gd name="connsiteX28385" fmla="*/ 1443546 w 5158787"/>
              <a:gd name="connsiteY28385" fmla="*/ 1560818 h 4489084"/>
              <a:gd name="connsiteX28386" fmla="*/ 1416598 w 5158787"/>
              <a:gd name="connsiteY28386" fmla="*/ 1560818 h 4489084"/>
              <a:gd name="connsiteX28387" fmla="*/ 1414940 w 5158787"/>
              <a:gd name="connsiteY28387" fmla="*/ 1559870 h 4489084"/>
              <a:gd name="connsiteX28388" fmla="*/ 1401496 w 5158787"/>
              <a:gd name="connsiteY28388" fmla="*/ 1536535 h 4489084"/>
              <a:gd name="connsiteX28389" fmla="*/ 1401496 w 5158787"/>
              <a:gd name="connsiteY28389" fmla="*/ 1534640 h 4489084"/>
              <a:gd name="connsiteX28390" fmla="*/ 1414999 w 5158787"/>
              <a:gd name="connsiteY28390" fmla="*/ 1511306 h 4489084"/>
              <a:gd name="connsiteX28391" fmla="*/ 1416657 w 5158787"/>
              <a:gd name="connsiteY28391" fmla="*/ 1510358 h 4489084"/>
              <a:gd name="connsiteX28392" fmla="*/ 2160465 w 5158787"/>
              <a:gd name="connsiteY28392" fmla="*/ 1510180 h 4489084"/>
              <a:gd name="connsiteX28393" fmla="*/ 2187650 w 5158787"/>
              <a:gd name="connsiteY28393" fmla="*/ 1510180 h 4489084"/>
              <a:gd name="connsiteX28394" fmla="*/ 2189308 w 5158787"/>
              <a:gd name="connsiteY28394" fmla="*/ 1511128 h 4489084"/>
              <a:gd name="connsiteX28395" fmla="*/ 2202870 w 5158787"/>
              <a:gd name="connsiteY28395" fmla="*/ 1534640 h 4489084"/>
              <a:gd name="connsiteX28396" fmla="*/ 2202870 w 5158787"/>
              <a:gd name="connsiteY28396" fmla="*/ 1536535 h 4489084"/>
              <a:gd name="connsiteX28397" fmla="*/ 2189308 w 5158787"/>
              <a:gd name="connsiteY28397" fmla="*/ 1560047 h 4489084"/>
              <a:gd name="connsiteX28398" fmla="*/ 2187650 w 5158787"/>
              <a:gd name="connsiteY28398" fmla="*/ 1560995 h 4489084"/>
              <a:gd name="connsiteX28399" fmla="*/ 2160465 w 5158787"/>
              <a:gd name="connsiteY28399" fmla="*/ 1560995 h 4489084"/>
              <a:gd name="connsiteX28400" fmla="*/ 2158807 w 5158787"/>
              <a:gd name="connsiteY28400" fmla="*/ 1560047 h 4489084"/>
              <a:gd name="connsiteX28401" fmla="*/ 2145245 w 5158787"/>
              <a:gd name="connsiteY28401" fmla="*/ 1536535 h 4489084"/>
              <a:gd name="connsiteX28402" fmla="*/ 2145245 w 5158787"/>
              <a:gd name="connsiteY28402" fmla="*/ 1534640 h 4489084"/>
              <a:gd name="connsiteX28403" fmla="*/ 2158807 w 5158787"/>
              <a:gd name="connsiteY28403" fmla="*/ 1511128 h 4489084"/>
              <a:gd name="connsiteX28404" fmla="*/ 2160465 w 5158787"/>
              <a:gd name="connsiteY28404" fmla="*/ 1510180 h 4489084"/>
              <a:gd name="connsiteX28405" fmla="*/ 4197216 w 5158787"/>
              <a:gd name="connsiteY28405" fmla="*/ 1466117 h 4489084"/>
              <a:gd name="connsiteX28406" fmla="*/ 4208824 w 5158787"/>
              <a:gd name="connsiteY28406" fmla="*/ 1466117 h 4489084"/>
              <a:gd name="connsiteX28407" fmla="*/ 4209534 w 5158787"/>
              <a:gd name="connsiteY28407" fmla="*/ 1466532 h 4489084"/>
              <a:gd name="connsiteX28408" fmla="*/ 4215338 w 5158787"/>
              <a:gd name="connsiteY28408" fmla="*/ 1476600 h 4489084"/>
              <a:gd name="connsiteX28409" fmla="*/ 4215338 w 5158787"/>
              <a:gd name="connsiteY28409" fmla="*/ 1477429 h 4489084"/>
              <a:gd name="connsiteX28410" fmla="*/ 4209534 w 5158787"/>
              <a:gd name="connsiteY28410" fmla="*/ 1487497 h 4489084"/>
              <a:gd name="connsiteX28411" fmla="*/ 4208824 w 5158787"/>
              <a:gd name="connsiteY28411" fmla="*/ 1487912 h 4489084"/>
              <a:gd name="connsiteX28412" fmla="*/ 4197216 w 5158787"/>
              <a:gd name="connsiteY28412" fmla="*/ 1487912 h 4489084"/>
              <a:gd name="connsiteX28413" fmla="*/ 4196505 w 5158787"/>
              <a:gd name="connsiteY28413" fmla="*/ 1487497 h 4489084"/>
              <a:gd name="connsiteX28414" fmla="*/ 4190701 w 5158787"/>
              <a:gd name="connsiteY28414" fmla="*/ 1477429 h 4489084"/>
              <a:gd name="connsiteX28415" fmla="*/ 4190701 w 5158787"/>
              <a:gd name="connsiteY28415" fmla="*/ 1476600 h 4489084"/>
              <a:gd name="connsiteX28416" fmla="*/ 4196505 w 5158787"/>
              <a:gd name="connsiteY28416" fmla="*/ 1466532 h 4489084"/>
              <a:gd name="connsiteX28417" fmla="*/ 4197216 w 5158787"/>
              <a:gd name="connsiteY28417" fmla="*/ 1466117 h 4489084"/>
              <a:gd name="connsiteX28418" fmla="*/ 3587671 w 5158787"/>
              <a:gd name="connsiteY28418" fmla="*/ 1464577 h 4489084"/>
              <a:gd name="connsiteX28419" fmla="*/ 3600938 w 5158787"/>
              <a:gd name="connsiteY28419" fmla="*/ 1464577 h 4489084"/>
              <a:gd name="connsiteX28420" fmla="*/ 3601767 w 5158787"/>
              <a:gd name="connsiteY28420" fmla="*/ 1465051 h 4489084"/>
              <a:gd name="connsiteX28421" fmla="*/ 3608400 w 5158787"/>
              <a:gd name="connsiteY28421" fmla="*/ 1476540 h 4489084"/>
              <a:gd name="connsiteX28422" fmla="*/ 3608400 w 5158787"/>
              <a:gd name="connsiteY28422" fmla="*/ 1477488 h 4489084"/>
              <a:gd name="connsiteX28423" fmla="*/ 3601767 w 5158787"/>
              <a:gd name="connsiteY28423" fmla="*/ 1488978 h 4489084"/>
              <a:gd name="connsiteX28424" fmla="*/ 3600938 w 5158787"/>
              <a:gd name="connsiteY28424" fmla="*/ 1489452 h 4489084"/>
              <a:gd name="connsiteX28425" fmla="*/ 3587671 w 5158787"/>
              <a:gd name="connsiteY28425" fmla="*/ 1489452 h 4489084"/>
              <a:gd name="connsiteX28426" fmla="*/ 3586842 w 5158787"/>
              <a:gd name="connsiteY28426" fmla="*/ 1488978 h 4489084"/>
              <a:gd name="connsiteX28427" fmla="*/ 3580209 w 5158787"/>
              <a:gd name="connsiteY28427" fmla="*/ 1477488 h 4489084"/>
              <a:gd name="connsiteX28428" fmla="*/ 3580209 w 5158787"/>
              <a:gd name="connsiteY28428" fmla="*/ 1476540 h 4489084"/>
              <a:gd name="connsiteX28429" fmla="*/ 3586842 w 5158787"/>
              <a:gd name="connsiteY28429" fmla="*/ 1465051 h 4489084"/>
              <a:gd name="connsiteX28430" fmla="*/ 3587671 w 5158787"/>
              <a:gd name="connsiteY28430" fmla="*/ 1464577 h 4489084"/>
              <a:gd name="connsiteX28431" fmla="*/ 3519859 w 5158787"/>
              <a:gd name="connsiteY28431" fmla="*/ 1464162 h 4489084"/>
              <a:gd name="connsiteX28432" fmla="*/ 3533540 w 5158787"/>
              <a:gd name="connsiteY28432" fmla="*/ 1464162 h 4489084"/>
              <a:gd name="connsiteX28433" fmla="*/ 3534369 w 5158787"/>
              <a:gd name="connsiteY28433" fmla="*/ 1464636 h 4489084"/>
              <a:gd name="connsiteX28434" fmla="*/ 3541180 w 5158787"/>
              <a:gd name="connsiteY28434" fmla="*/ 1476481 h 4489084"/>
              <a:gd name="connsiteX28435" fmla="*/ 3541180 w 5158787"/>
              <a:gd name="connsiteY28435" fmla="*/ 1477429 h 4489084"/>
              <a:gd name="connsiteX28436" fmla="*/ 3534310 w 5158787"/>
              <a:gd name="connsiteY28436" fmla="*/ 1489274 h 4489084"/>
              <a:gd name="connsiteX28437" fmla="*/ 3533480 w 5158787"/>
              <a:gd name="connsiteY28437" fmla="*/ 1489747 h 4489084"/>
              <a:gd name="connsiteX28438" fmla="*/ 3519800 w 5158787"/>
              <a:gd name="connsiteY28438" fmla="*/ 1489747 h 4489084"/>
              <a:gd name="connsiteX28439" fmla="*/ 3518970 w 5158787"/>
              <a:gd name="connsiteY28439" fmla="*/ 1489274 h 4489084"/>
              <a:gd name="connsiteX28440" fmla="*/ 3512159 w 5158787"/>
              <a:gd name="connsiteY28440" fmla="*/ 1477429 h 4489084"/>
              <a:gd name="connsiteX28441" fmla="*/ 3512159 w 5158787"/>
              <a:gd name="connsiteY28441" fmla="*/ 1476481 h 4489084"/>
              <a:gd name="connsiteX28442" fmla="*/ 3519030 w 5158787"/>
              <a:gd name="connsiteY28442" fmla="*/ 1464636 h 4489084"/>
              <a:gd name="connsiteX28443" fmla="*/ 3519859 w 5158787"/>
              <a:gd name="connsiteY28443" fmla="*/ 1464162 h 4489084"/>
              <a:gd name="connsiteX28444" fmla="*/ 4127982 w 5158787"/>
              <a:gd name="connsiteY28444" fmla="*/ 1463155 h 4489084"/>
              <a:gd name="connsiteX28445" fmla="*/ 4142788 w 5158787"/>
              <a:gd name="connsiteY28445" fmla="*/ 1463155 h 4489084"/>
              <a:gd name="connsiteX28446" fmla="*/ 4143676 w 5158787"/>
              <a:gd name="connsiteY28446" fmla="*/ 1463688 h 4489084"/>
              <a:gd name="connsiteX28447" fmla="*/ 4151079 w 5158787"/>
              <a:gd name="connsiteY28447" fmla="*/ 1476481 h 4489084"/>
              <a:gd name="connsiteX28448" fmla="*/ 4151079 w 5158787"/>
              <a:gd name="connsiteY28448" fmla="*/ 1477547 h 4489084"/>
              <a:gd name="connsiteX28449" fmla="*/ 4143676 w 5158787"/>
              <a:gd name="connsiteY28449" fmla="*/ 1490339 h 4489084"/>
              <a:gd name="connsiteX28450" fmla="*/ 4142788 w 5158787"/>
              <a:gd name="connsiteY28450" fmla="*/ 1490872 h 4489084"/>
              <a:gd name="connsiteX28451" fmla="*/ 4127982 w 5158787"/>
              <a:gd name="connsiteY28451" fmla="*/ 1490872 h 4489084"/>
              <a:gd name="connsiteX28452" fmla="*/ 4127093 w 5158787"/>
              <a:gd name="connsiteY28452" fmla="*/ 1490339 h 4489084"/>
              <a:gd name="connsiteX28453" fmla="*/ 4119690 w 5158787"/>
              <a:gd name="connsiteY28453" fmla="*/ 1477547 h 4489084"/>
              <a:gd name="connsiteX28454" fmla="*/ 4119690 w 5158787"/>
              <a:gd name="connsiteY28454" fmla="*/ 1476481 h 4489084"/>
              <a:gd name="connsiteX28455" fmla="*/ 4127093 w 5158787"/>
              <a:gd name="connsiteY28455" fmla="*/ 1463688 h 4489084"/>
              <a:gd name="connsiteX28456" fmla="*/ 4127982 w 5158787"/>
              <a:gd name="connsiteY28456" fmla="*/ 1463155 h 4489084"/>
              <a:gd name="connsiteX28457" fmla="*/ 678713 w 5158787"/>
              <a:gd name="connsiteY28457" fmla="*/ 1463037 h 4489084"/>
              <a:gd name="connsiteX28458" fmla="*/ 693638 w 5158787"/>
              <a:gd name="connsiteY28458" fmla="*/ 1463037 h 4489084"/>
              <a:gd name="connsiteX28459" fmla="*/ 694526 w 5158787"/>
              <a:gd name="connsiteY28459" fmla="*/ 1463570 h 4489084"/>
              <a:gd name="connsiteX28460" fmla="*/ 701988 w 5158787"/>
              <a:gd name="connsiteY28460" fmla="*/ 1476481 h 4489084"/>
              <a:gd name="connsiteX28461" fmla="*/ 701988 w 5158787"/>
              <a:gd name="connsiteY28461" fmla="*/ 1477547 h 4489084"/>
              <a:gd name="connsiteX28462" fmla="*/ 694526 w 5158787"/>
              <a:gd name="connsiteY28462" fmla="*/ 1490458 h 4489084"/>
              <a:gd name="connsiteX28463" fmla="*/ 693638 w 5158787"/>
              <a:gd name="connsiteY28463" fmla="*/ 1490991 h 4489084"/>
              <a:gd name="connsiteX28464" fmla="*/ 678713 w 5158787"/>
              <a:gd name="connsiteY28464" fmla="*/ 1490991 h 4489084"/>
              <a:gd name="connsiteX28465" fmla="*/ 677825 w 5158787"/>
              <a:gd name="connsiteY28465" fmla="*/ 1490458 h 4489084"/>
              <a:gd name="connsiteX28466" fmla="*/ 670362 w 5158787"/>
              <a:gd name="connsiteY28466" fmla="*/ 1477547 h 4489084"/>
              <a:gd name="connsiteX28467" fmla="*/ 670362 w 5158787"/>
              <a:gd name="connsiteY28467" fmla="*/ 1476481 h 4489084"/>
              <a:gd name="connsiteX28468" fmla="*/ 677825 w 5158787"/>
              <a:gd name="connsiteY28468" fmla="*/ 1463570 h 4489084"/>
              <a:gd name="connsiteX28469" fmla="*/ 678713 w 5158787"/>
              <a:gd name="connsiteY28469" fmla="*/ 1463037 h 4489084"/>
              <a:gd name="connsiteX28470" fmla="*/ 3451512 w 5158787"/>
              <a:gd name="connsiteY28470" fmla="*/ 1462859 h 4489084"/>
              <a:gd name="connsiteX28471" fmla="*/ 3466615 w 5158787"/>
              <a:gd name="connsiteY28471" fmla="*/ 1462859 h 4489084"/>
              <a:gd name="connsiteX28472" fmla="*/ 3467562 w 5158787"/>
              <a:gd name="connsiteY28472" fmla="*/ 1463392 h 4489084"/>
              <a:gd name="connsiteX28473" fmla="*/ 3475143 w 5158787"/>
              <a:gd name="connsiteY28473" fmla="*/ 1476481 h 4489084"/>
              <a:gd name="connsiteX28474" fmla="*/ 3475143 w 5158787"/>
              <a:gd name="connsiteY28474" fmla="*/ 1477547 h 4489084"/>
              <a:gd name="connsiteX28475" fmla="*/ 3467562 w 5158787"/>
              <a:gd name="connsiteY28475" fmla="*/ 1490636 h 4489084"/>
              <a:gd name="connsiteX28476" fmla="*/ 3466615 w 5158787"/>
              <a:gd name="connsiteY28476" fmla="*/ 1491169 h 4489084"/>
              <a:gd name="connsiteX28477" fmla="*/ 3451512 w 5158787"/>
              <a:gd name="connsiteY28477" fmla="*/ 1491169 h 4489084"/>
              <a:gd name="connsiteX28478" fmla="*/ 3450565 w 5158787"/>
              <a:gd name="connsiteY28478" fmla="*/ 1490636 h 4489084"/>
              <a:gd name="connsiteX28479" fmla="*/ 3442984 w 5158787"/>
              <a:gd name="connsiteY28479" fmla="*/ 1477547 h 4489084"/>
              <a:gd name="connsiteX28480" fmla="*/ 3442984 w 5158787"/>
              <a:gd name="connsiteY28480" fmla="*/ 1476481 h 4489084"/>
              <a:gd name="connsiteX28481" fmla="*/ 3450565 w 5158787"/>
              <a:gd name="connsiteY28481" fmla="*/ 1463392 h 4489084"/>
              <a:gd name="connsiteX28482" fmla="*/ 3451512 w 5158787"/>
              <a:gd name="connsiteY28482" fmla="*/ 1462859 h 4489084"/>
              <a:gd name="connsiteX28483" fmla="*/ 746170 w 5158787"/>
              <a:gd name="connsiteY28483" fmla="*/ 1462622 h 4489084"/>
              <a:gd name="connsiteX28484" fmla="*/ 761509 w 5158787"/>
              <a:gd name="connsiteY28484" fmla="*/ 1462622 h 4489084"/>
              <a:gd name="connsiteX28485" fmla="*/ 762457 w 5158787"/>
              <a:gd name="connsiteY28485" fmla="*/ 1463155 h 4489084"/>
              <a:gd name="connsiteX28486" fmla="*/ 770097 w 5158787"/>
              <a:gd name="connsiteY28486" fmla="*/ 1476421 h 4489084"/>
              <a:gd name="connsiteX28487" fmla="*/ 770097 w 5158787"/>
              <a:gd name="connsiteY28487" fmla="*/ 1477487 h 4489084"/>
              <a:gd name="connsiteX28488" fmla="*/ 762398 w 5158787"/>
              <a:gd name="connsiteY28488" fmla="*/ 1490754 h 4489084"/>
              <a:gd name="connsiteX28489" fmla="*/ 761450 w 5158787"/>
              <a:gd name="connsiteY28489" fmla="*/ 1491287 h 4489084"/>
              <a:gd name="connsiteX28490" fmla="*/ 746111 w 5158787"/>
              <a:gd name="connsiteY28490" fmla="*/ 1491287 h 4489084"/>
              <a:gd name="connsiteX28491" fmla="*/ 745163 w 5158787"/>
              <a:gd name="connsiteY28491" fmla="*/ 1490754 h 4489084"/>
              <a:gd name="connsiteX28492" fmla="*/ 737523 w 5158787"/>
              <a:gd name="connsiteY28492" fmla="*/ 1477487 h 4489084"/>
              <a:gd name="connsiteX28493" fmla="*/ 737523 w 5158787"/>
              <a:gd name="connsiteY28493" fmla="*/ 1476421 h 4489084"/>
              <a:gd name="connsiteX28494" fmla="*/ 745223 w 5158787"/>
              <a:gd name="connsiteY28494" fmla="*/ 1463155 h 4489084"/>
              <a:gd name="connsiteX28495" fmla="*/ 746170 w 5158787"/>
              <a:gd name="connsiteY28495" fmla="*/ 1462622 h 4489084"/>
              <a:gd name="connsiteX28496" fmla="*/ 4262778 w 5158787"/>
              <a:gd name="connsiteY28496" fmla="*/ 1462326 h 4489084"/>
              <a:gd name="connsiteX28497" fmla="*/ 4278472 w 5158787"/>
              <a:gd name="connsiteY28497" fmla="*/ 1462326 h 4489084"/>
              <a:gd name="connsiteX28498" fmla="*/ 4279420 w 5158787"/>
              <a:gd name="connsiteY28498" fmla="*/ 1462859 h 4489084"/>
              <a:gd name="connsiteX28499" fmla="*/ 4287238 w 5158787"/>
              <a:gd name="connsiteY28499" fmla="*/ 1476422 h 4489084"/>
              <a:gd name="connsiteX28500" fmla="*/ 4287238 w 5158787"/>
              <a:gd name="connsiteY28500" fmla="*/ 1477547 h 4489084"/>
              <a:gd name="connsiteX28501" fmla="*/ 4279420 w 5158787"/>
              <a:gd name="connsiteY28501" fmla="*/ 1491109 h 4489084"/>
              <a:gd name="connsiteX28502" fmla="*/ 4278472 w 5158787"/>
              <a:gd name="connsiteY28502" fmla="*/ 1491642 h 4489084"/>
              <a:gd name="connsiteX28503" fmla="*/ 4262778 w 5158787"/>
              <a:gd name="connsiteY28503" fmla="*/ 1491642 h 4489084"/>
              <a:gd name="connsiteX28504" fmla="*/ 4261830 w 5158787"/>
              <a:gd name="connsiteY28504" fmla="*/ 1491109 h 4489084"/>
              <a:gd name="connsiteX28505" fmla="*/ 4254012 w 5158787"/>
              <a:gd name="connsiteY28505" fmla="*/ 1477547 h 4489084"/>
              <a:gd name="connsiteX28506" fmla="*/ 4254012 w 5158787"/>
              <a:gd name="connsiteY28506" fmla="*/ 1476422 h 4489084"/>
              <a:gd name="connsiteX28507" fmla="*/ 4261830 w 5158787"/>
              <a:gd name="connsiteY28507" fmla="*/ 1462859 h 4489084"/>
              <a:gd name="connsiteX28508" fmla="*/ 4262778 w 5158787"/>
              <a:gd name="connsiteY28508" fmla="*/ 1462326 h 4489084"/>
              <a:gd name="connsiteX28509" fmla="*/ 813627 w 5158787"/>
              <a:gd name="connsiteY28509" fmla="*/ 1462326 h 4489084"/>
              <a:gd name="connsiteX28510" fmla="*/ 829322 w 5158787"/>
              <a:gd name="connsiteY28510" fmla="*/ 1462326 h 4489084"/>
              <a:gd name="connsiteX28511" fmla="*/ 830270 w 5158787"/>
              <a:gd name="connsiteY28511" fmla="*/ 1462859 h 4489084"/>
              <a:gd name="connsiteX28512" fmla="*/ 838087 w 5158787"/>
              <a:gd name="connsiteY28512" fmla="*/ 1476422 h 4489084"/>
              <a:gd name="connsiteX28513" fmla="*/ 838087 w 5158787"/>
              <a:gd name="connsiteY28513" fmla="*/ 1477547 h 4489084"/>
              <a:gd name="connsiteX28514" fmla="*/ 830270 w 5158787"/>
              <a:gd name="connsiteY28514" fmla="*/ 1491109 h 4489084"/>
              <a:gd name="connsiteX28515" fmla="*/ 829322 w 5158787"/>
              <a:gd name="connsiteY28515" fmla="*/ 1491642 h 4489084"/>
              <a:gd name="connsiteX28516" fmla="*/ 813627 w 5158787"/>
              <a:gd name="connsiteY28516" fmla="*/ 1491642 h 4489084"/>
              <a:gd name="connsiteX28517" fmla="*/ 812680 w 5158787"/>
              <a:gd name="connsiteY28517" fmla="*/ 1491109 h 4489084"/>
              <a:gd name="connsiteX28518" fmla="*/ 804862 w 5158787"/>
              <a:gd name="connsiteY28518" fmla="*/ 1477547 h 4489084"/>
              <a:gd name="connsiteX28519" fmla="*/ 804862 w 5158787"/>
              <a:gd name="connsiteY28519" fmla="*/ 1476422 h 4489084"/>
              <a:gd name="connsiteX28520" fmla="*/ 812680 w 5158787"/>
              <a:gd name="connsiteY28520" fmla="*/ 1462859 h 4489084"/>
              <a:gd name="connsiteX28521" fmla="*/ 813627 w 5158787"/>
              <a:gd name="connsiteY28521" fmla="*/ 1462326 h 4489084"/>
              <a:gd name="connsiteX28522" fmla="*/ 2436158 w 5158787"/>
              <a:gd name="connsiteY28522" fmla="*/ 1461201 h 4489084"/>
              <a:gd name="connsiteX28523" fmla="*/ 2453037 w 5158787"/>
              <a:gd name="connsiteY28523" fmla="*/ 1461201 h 4489084"/>
              <a:gd name="connsiteX28524" fmla="*/ 2454044 w 5158787"/>
              <a:gd name="connsiteY28524" fmla="*/ 1461793 h 4489084"/>
              <a:gd name="connsiteX28525" fmla="*/ 2462454 w 5158787"/>
              <a:gd name="connsiteY28525" fmla="*/ 1476422 h 4489084"/>
              <a:gd name="connsiteX28526" fmla="*/ 2462454 w 5158787"/>
              <a:gd name="connsiteY28526" fmla="*/ 1477606 h 4489084"/>
              <a:gd name="connsiteX28527" fmla="*/ 2453985 w 5158787"/>
              <a:gd name="connsiteY28527" fmla="*/ 1492235 h 4489084"/>
              <a:gd name="connsiteX28528" fmla="*/ 2452978 w 5158787"/>
              <a:gd name="connsiteY28528" fmla="*/ 1492827 h 4489084"/>
              <a:gd name="connsiteX28529" fmla="*/ 2436098 w 5158787"/>
              <a:gd name="connsiteY28529" fmla="*/ 1492827 h 4489084"/>
              <a:gd name="connsiteX28530" fmla="*/ 2435092 w 5158787"/>
              <a:gd name="connsiteY28530" fmla="*/ 1492235 h 4489084"/>
              <a:gd name="connsiteX28531" fmla="*/ 2426682 w 5158787"/>
              <a:gd name="connsiteY28531" fmla="*/ 1477606 h 4489084"/>
              <a:gd name="connsiteX28532" fmla="*/ 2426682 w 5158787"/>
              <a:gd name="connsiteY28532" fmla="*/ 1476422 h 4489084"/>
              <a:gd name="connsiteX28533" fmla="*/ 2435151 w 5158787"/>
              <a:gd name="connsiteY28533" fmla="*/ 1461793 h 4489084"/>
              <a:gd name="connsiteX28534" fmla="*/ 2436158 w 5158787"/>
              <a:gd name="connsiteY28534" fmla="*/ 1461201 h 4489084"/>
              <a:gd name="connsiteX28535" fmla="*/ 610071 w 5158787"/>
              <a:gd name="connsiteY28535" fmla="*/ 1461083 h 4489084"/>
              <a:gd name="connsiteX28536" fmla="*/ 627069 w 5158787"/>
              <a:gd name="connsiteY28536" fmla="*/ 1461083 h 4489084"/>
              <a:gd name="connsiteX28537" fmla="*/ 628135 w 5158787"/>
              <a:gd name="connsiteY28537" fmla="*/ 1461675 h 4489084"/>
              <a:gd name="connsiteX28538" fmla="*/ 636604 w 5158787"/>
              <a:gd name="connsiteY28538" fmla="*/ 1476422 h 4489084"/>
              <a:gd name="connsiteX28539" fmla="*/ 636604 w 5158787"/>
              <a:gd name="connsiteY28539" fmla="*/ 1477607 h 4489084"/>
              <a:gd name="connsiteX28540" fmla="*/ 628076 w 5158787"/>
              <a:gd name="connsiteY28540" fmla="*/ 1492354 h 4489084"/>
              <a:gd name="connsiteX28541" fmla="*/ 627010 w 5158787"/>
              <a:gd name="connsiteY28541" fmla="*/ 1492946 h 4489084"/>
              <a:gd name="connsiteX28542" fmla="*/ 610012 w 5158787"/>
              <a:gd name="connsiteY28542" fmla="*/ 1492946 h 4489084"/>
              <a:gd name="connsiteX28543" fmla="*/ 608946 w 5158787"/>
              <a:gd name="connsiteY28543" fmla="*/ 1492354 h 4489084"/>
              <a:gd name="connsiteX28544" fmla="*/ 600477 w 5158787"/>
              <a:gd name="connsiteY28544" fmla="*/ 1477607 h 4489084"/>
              <a:gd name="connsiteX28545" fmla="*/ 600477 w 5158787"/>
              <a:gd name="connsiteY28545" fmla="*/ 1476422 h 4489084"/>
              <a:gd name="connsiteX28546" fmla="*/ 609005 w 5158787"/>
              <a:gd name="connsiteY28546" fmla="*/ 1461675 h 4489084"/>
              <a:gd name="connsiteX28547" fmla="*/ 610071 w 5158787"/>
              <a:gd name="connsiteY28547" fmla="*/ 1461083 h 4489084"/>
              <a:gd name="connsiteX28548" fmla="*/ 4464854 w 5158787"/>
              <a:gd name="connsiteY28548" fmla="*/ 1460786 h 4489084"/>
              <a:gd name="connsiteX28549" fmla="*/ 4482208 w 5158787"/>
              <a:gd name="connsiteY28549" fmla="*/ 1460786 h 4489084"/>
              <a:gd name="connsiteX28550" fmla="*/ 4483273 w 5158787"/>
              <a:gd name="connsiteY28550" fmla="*/ 1461378 h 4489084"/>
              <a:gd name="connsiteX28551" fmla="*/ 4491921 w 5158787"/>
              <a:gd name="connsiteY28551" fmla="*/ 1476362 h 4489084"/>
              <a:gd name="connsiteX28552" fmla="*/ 4491921 w 5158787"/>
              <a:gd name="connsiteY28552" fmla="*/ 1477606 h 4489084"/>
              <a:gd name="connsiteX28553" fmla="*/ 4483273 w 5158787"/>
              <a:gd name="connsiteY28553" fmla="*/ 1492590 h 4489084"/>
              <a:gd name="connsiteX28554" fmla="*/ 4482208 w 5158787"/>
              <a:gd name="connsiteY28554" fmla="*/ 1493182 h 4489084"/>
              <a:gd name="connsiteX28555" fmla="*/ 4464854 w 5158787"/>
              <a:gd name="connsiteY28555" fmla="*/ 1493182 h 4489084"/>
              <a:gd name="connsiteX28556" fmla="*/ 4463789 w 5158787"/>
              <a:gd name="connsiteY28556" fmla="*/ 1492590 h 4489084"/>
              <a:gd name="connsiteX28557" fmla="*/ 4455141 w 5158787"/>
              <a:gd name="connsiteY28557" fmla="*/ 1477606 h 4489084"/>
              <a:gd name="connsiteX28558" fmla="*/ 4455141 w 5158787"/>
              <a:gd name="connsiteY28558" fmla="*/ 1476362 h 4489084"/>
              <a:gd name="connsiteX28559" fmla="*/ 4463789 w 5158787"/>
              <a:gd name="connsiteY28559" fmla="*/ 1461378 h 4489084"/>
              <a:gd name="connsiteX28560" fmla="*/ 4464854 w 5158787"/>
              <a:gd name="connsiteY28560" fmla="*/ 1460786 h 4489084"/>
              <a:gd name="connsiteX28561" fmla="*/ 4397160 w 5158787"/>
              <a:gd name="connsiteY28561" fmla="*/ 1460550 h 4489084"/>
              <a:gd name="connsiteX28562" fmla="*/ 4414691 w 5158787"/>
              <a:gd name="connsiteY28562" fmla="*/ 1460550 h 4489084"/>
              <a:gd name="connsiteX28563" fmla="*/ 4415757 w 5158787"/>
              <a:gd name="connsiteY28563" fmla="*/ 1461142 h 4489084"/>
              <a:gd name="connsiteX28564" fmla="*/ 4424522 w 5158787"/>
              <a:gd name="connsiteY28564" fmla="*/ 1476363 h 4489084"/>
              <a:gd name="connsiteX28565" fmla="*/ 4424522 w 5158787"/>
              <a:gd name="connsiteY28565" fmla="*/ 1477607 h 4489084"/>
              <a:gd name="connsiteX28566" fmla="*/ 4415757 w 5158787"/>
              <a:gd name="connsiteY28566" fmla="*/ 1492828 h 4489084"/>
              <a:gd name="connsiteX28567" fmla="*/ 4414691 w 5158787"/>
              <a:gd name="connsiteY28567" fmla="*/ 1493420 h 4489084"/>
              <a:gd name="connsiteX28568" fmla="*/ 4397160 w 5158787"/>
              <a:gd name="connsiteY28568" fmla="*/ 1493420 h 4489084"/>
              <a:gd name="connsiteX28569" fmla="*/ 4396094 w 5158787"/>
              <a:gd name="connsiteY28569" fmla="*/ 1492828 h 4489084"/>
              <a:gd name="connsiteX28570" fmla="*/ 4387329 w 5158787"/>
              <a:gd name="connsiteY28570" fmla="*/ 1477607 h 4489084"/>
              <a:gd name="connsiteX28571" fmla="*/ 4387329 w 5158787"/>
              <a:gd name="connsiteY28571" fmla="*/ 1476363 h 4489084"/>
              <a:gd name="connsiteX28572" fmla="*/ 4396094 w 5158787"/>
              <a:gd name="connsiteY28572" fmla="*/ 1461142 h 4489084"/>
              <a:gd name="connsiteX28573" fmla="*/ 4397160 w 5158787"/>
              <a:gd name="connsiteY28573" fmla="*/ 1460550 h 4489084"/>
              <a:gd name="connsiteX28574" fmla="*/ 3652997 w 5158787"/>
              <a:gd name="connsiteY28574" fmla="*/ 1460253 h 4489084"/>
              <a:gd name="connsiteX28575" fmla="*/ 3670883 w 5158787"/>
              <a:gd name="connsiteY28575" fmla="*/ 1460253 h 4489084"/>
              <a:gd name="connsiteX28576" fmla="*/ 3671948 w 5158787"/>
              <a:gd name="connsiteY28576" fmla="*/ 1460905 h 4489084"/>
              <a:gd name="connsiteX28577" fmla="*/ 3680892 w 5158787"/>
              <a:gd name="connsiteY28577" fmla="*/ 1476422 h 4489084"/>
              <a:gd name="connsiteX28578" fmla="*/ 3680892 w 5158787"/>
              <a:gd name="connsiteY28578" fmla="*/ 1477665 h 4489084"/>
              <a:gd name="connsiteX28579" fmla="*/ 3671948 w 5158787"/>
              <a:gd name="connsiteY28579" fmla="*/ 1493182 h 4489084"/>
              <a:gd name="connsiteX28580" fmla="*/ 3670883 w 5158787"/>
              <a:gd name="connsiteY28580" fmla="*/ 1493834 h 4489084"/>
              <a:gd name="connsiteX28581" fmla="*/ 3652997 w 5158787"/>
              <a:gd name="connsiteY28581" fmla="*/ 1493834 h 4489084"/>
              <a:gd name="connsiteX28582" fmla="*/ 3651930 w 5158787"/>
              <a:gd name="connsiteY28582" fmla="*/ 1493182 h 4489084"/>
              <a:gd name="connsiteX28583" fmla="*/ 3642987 w 5158787"/>
              <a:gd name="connsiteY28583" fmla="*/ 1477665 h 4489084"/>
              <a:gd name="connsiteX28584" fmla="*/ 3642987 w 5158787"/>
              <a:gd name="connsiteY28584" fmla="*/ 1476422 h 4489084"/>
              <a:gd name="connsiteX28585" fmla="*/ 3651930 w 5158787"/>
              <a:gd name="connsiteY28585" fmla="*/ 1460905 h 4489084"/>
              <a:gd name="connsiteX28586" fmla="*/ 3652997 w 5158787"/>
              <a:gd name="connsiteY28586" fmla="*/ 1460253 h 4489084"/>
              <a:gd name="connsiteX28587" fmla="*/ 880137 w 5158787"/>
              <a:gd name="connsiteY28587" fmla="*/ 1460253 h 4489084"/>
              <a:gd name="connsiteX28588" fmla="*/ 898023 w 5158787"/>
              <a:gd name="connsiteY28588" fmla="*/ 1460253 h 4489084"/>
              <a:gd name="connsiteX28589" fmla="*/ 899089 w 5158787"/>
              <a:gd name="connsiteY28589" fmla="*/ 1460905 h 4489084"/>
              <a:gd name="connsiteX28590" fmla="*/ 908032 w 5158787"/>
              <a:gd name="connsiteY28590" fmla="*/ 1476422 h 4489084"/>
              <a:gd name="connsiteX28591" fmla="*/ 908032 w 5158787"/>
              <a:gd name="connsiteY28591" fmla="*/ 1477665 h 4489084"/>
              <a:gd name="connsiteX28592" fmla="*/ 899089 w 5158787"/>
              <a:gd name="connsiteY28592" fmla="*/ 1493182 h 4489084"/>
              <a:gd name="connsiteX28593" fmla="*/ 898023 w 5158787"/>
              <a:gd name="connsiteY28593" fmla="*/ 1493834 h 4489084"/>
              <a:gd name="connsiteX28594" fmla="*/ 880137 w 5158787"/>
              <a:gd name="connsiteY28594" fmla="*/ 1493834 h 4489084"/>
              <a:gd name="connsiteX28595" fmla="*/ 879071 w 5158787"/>
              <a:gd name="connsiteY28595" fmla="*/ 1493182 h 4489084"/>
              <a:gd name="connsiteX28596" fmla="*/ 870128 w 5158787"/>
              <a:gd name="connsiteY28596" fmla="*/ 1477665 h 4489084"/>
              <a:gd name="connsiteX28597" fmla="*/ 870128 w 5158787"/>
              <a:gd name="connsiteY28597" fmla="*/ 1476422 h 4489084"/>
              <a:gd name="connsiteX28598" fmla="*/ 879071 w 5158787"/>
              <a:gd name="connsiteY28598" fmla="*/ 1460905 h 4489084"/>
              <a:gd name="connsiteX28599" fmla="*/ 880137 w 5158787"/>
              <a:gd name="connsiteY28599" fmla="*/ 1460253 h 4489084"/>
              <a:gd name="connsiteX28600" fmla="*/ 4532133 w 5158787"/>
              <a:gd name="connsiteY28600" fmla="*/ 1460135 h 4489084"/>
              <a:gd name="connsiteX28601" fmla="*/ 4550138 w 5158787"/>
              <a:gd name="connsiteY28601" fmla="*/ 1460135 h 4489084"/>
              <a:gd name="connsiteX28602" fmla="*/ 4551263 w 5158787"/>
              <a:gd name="connsiteY28602" fmla="*/ 1460787 h 4489084"/>
              <a:gd name="connsiteX28603" fmla="*/ 4560265 w 5158787"/>
              <a:gd name="connsiteY28603" fmla="*/ 1476363 h 4489084"/>
              <a:gd name="connsiteX28604" fmla="*/ 4560265 w 5158787"/>
              <a:gd name="connsiteY28604" fmla="*/ 1477606 h 4489084"/>
              <a:gd name="connsiteX28605" fmla="*/ 4551263 w 5158787"/>
              <a:gd name="connsiteY28605" fmla="*/ 1493183 h 4489084"/>
              <a:gd name="connsiteX28606" fmla="*/ 4550138 w 5158787"/>
              <a:gd name="connsiteY28606" fmla="*/ 1493834 h 4489084"/>
              <a:gd name="connsiteX28607" fmla="*/ 4532133 w 5158787"/>
              <a:gd name="connsiteY28607" fmla="*/ 1493834 h 4489084"/>
              <a:gd name="connsiteX28608" fmla="*/ 4531008 w 5158787"/>
              <a:gd name="connsiteY28608" fmla="*/ 1493183 h 4489084"/>
              <a:gd name="connsiteX28609" fmla="*/ 4522006 w 5158787"/>
              <a:gd name="connsiteY28609" fmla="*/ 1477606 h 4489084"/>
              <a:gd name="connsiteX28610" fmla="*/ 4522006 w 5158787"/>
              <a:gd name="connsiteY28610" fmla="*/ 1476363 h 4489084"/>
              <a:gd name="connsiteX28611" fmla="*/ 4531008 w 5158787"/>
              <a:gd name="connsiteY28611" fmla="*/ 1460787 h 4489084"/>
              <a:gd name="connsiteX28612" fmla="*/ 4532133 w 5158787"/>
              <a:gd name="connsiteY28612" fmla="*/ 1460135 h 4489084"/>
              <a:gd name="connsiteX28613" fmla="*/ 474149 w 5158787"/>
              <a:gd name="connsiteY28613" fmla="*/ 1459839 h 4489084"/>
              <a:gd name="connsiteX28614" fmla="*/ 492449 w 5158787"/>
              <a:gd name="connsiteY28614" fmla="*/ 1459839 h 4489084"/>
              <a:gd name="connsiteX28615" fmla="*/ 493575 w 5158787"/>
              <a:gd name="connsiteY28615" fmla="*/ 1460490 h 4489084"/>
              <a:gd name="connsiteX28616" fmla="*/ 502755 w 5158787"/>
              <a:gd name="connsiteY28616" fmla="*/ 1476363 h 4489084"/>
              <a:gd name="connsiteX28617" fmla="*/ 502755 w 5158787"/>
              <a:gd name="connsiteY28617" fmla="*/ 1477666 h 4489084"/>
              <a:gd name="connsiteX28618" fmla="*/ 493575 w 5158787"/>
              <a:gd name="connsiteY28618" fmla="*/ 1493538 h 4489084"/>
              <a:gd name="connsiteX28619" fmla="*/ 492449 w 5158787"/>
              <a:gd name="connsiteY28619" fmla="*/ 1494189 h 4489084"/>
              <a:gd name="connsiteX28620" fmla="*/ 474149 w 5158787"/>
              <a:gd name="connsiteY28620" fmla="*/ 1494189 h 4489084"/>
              <a:gd name="connsiteX28621" fmla="*/ 473024 w 5158787"/>
              <a:gd name="connsiteY28621" fmla="*/ 1493538 h 4489084"/>
              <a:gd name="connsiteX28622" fmla="*/ 463844 w 5158787"/>
              <a:gd name="connsiteY28622" fmla="*/ 1477666 h 4489084"/>
              <a:gd name="connsiteX28623" fmla="*/ 463844 w 5158787"/>
              <a:gd name="connsiteY28623" fmla="*/ 1476363 h 4489084"/>
              <a:gd name="connsiteX28624" fmla="*/ 473024 w 5158787"/>
              <a:gd name="connsiteY28624" fmla="*/ 1460490 h 4489084"/>
              <a:gd name="connsiteX28625" fmla="*/ 474149 w 5158787"/>
              <a:gd name="connsiteY28625" fmla="*/ 1459839 h 4489084"/>
              <a:gd name="connsiteX28626" fmla="*/ 2502964 w 5158787"/>
              <a:gd name="connsiteY28626" fmla="*/ 1459602 h 4489084"/>
              <a:gd name="connsiteX28627" fmla="*/ 2521501 w 5158787"/>
              <a:gd name="connsiteY28627" fmla="*/ 1459602 h 4489084"/>
              <a:gd name="connsiteX28628" fmla="*/ 2522626 w 5158787"/>
              <a:gd name="connsiteY28628" fmla="*/ 1460253 h 4489084"/>
              <a:gd name="connsiteX28629" fmla="*/ 2531865 w 5158787"/>
              <a:gd name="connsiteY28629" fmla="*/ 1476304 h 4489084"/>
              <a:gd name="connsiteX28630" fmla="*/ 2531865 w 5158787"/>
              <a:gd name="connsiteY28630" fmla="*/ 1477606 h 4489084"/>
              <a:gd name="connsiteX28631" fmla="*/ 2522567 w 5158787"/>
              <a:gd name="connsiteY28631" fmla="*/ 1493656 h 4489084"/>
              <a:gd name="connsiteX28632" fmla="*/ 2521442 w 5158787"/>
              <a:gd name="connsiteY28632" fmla="*/ 1494308 h 4489084"/>
              <a:gd name="connsiteX28633" fmla="*/ 2502904 w 5158787"/>
              <a:gd name="connsiteY28633" fmla="*/ 1494308 h 4489084"/>
              <a:gd name="connsiteX28634" fmla="*/ 2501779 w 5158787"/>
              <a:gd name="connsiteY28634" fmla="*/ 1493656 h 4489084"/>
              <a:gd name="connsiteX28635" fmla="*/ 2492540 w 5158787"/>
              <a:gd name="connsiteY28635" fmla="*/ 1477606 h 4489084"/>
              <a:gd name="connsiteX28636" fmla="*/ 2492540 w 5158787"/>
              <a:gd name="connsiteY28636" fmla="*/ 1476304 h 4489084"/>
              <a:gd name="connsiteX28637" fmla="*/ 2501838 w 5158787"/>
              <a:gd name="connsiteY28637" fmla="*/ 1460253 h 4489084"/>
              <a:gd name="connsiteX28638" fmla="*/ 2502964 w 5158787"/>
              <a:gd name="connsiteY28638" fmla="*/ 1459602 h 4489084"/>
              <a:gd name="connsiteX28639" fmla="*/ 1556014 w 5158787"/>
              <a:gd name="connsiteY28639" fmla="*/ 1459424 h 4489084"/>
              <a:gd name="connsiteX28640" fmla="*/ 1574788 w 5158787"/>
              <a:gd name="connsiteY28640" fmla="*/ 1459424 h 4489084"/>
              <a:gd name="connsiteX28641" fmla="*/ 1575913 w 5158787"/>
              <a:gd name="connsiteY28641" fmla="*/ 1460075 h 4489084"/>
              <a:gd name="connsiteX28642" fmla="*/ 1585271 w 5158787"/>
              <a:gd name="connsiteY28642" fmla="*/ 1476303 h 4489084"/>
              <a:gd name="connsiteX28643" fmla="*/ 1585271 w 5158787"/>
              <a:gd name="connsiteY28643" fmla="*/ 1477606 h 4489084"/>
              <a:gd name="connsiteX28644" fmla="*/ 1575854 w 5158787"/>
              <a:gd name="connsiteY28644" fmla="*/ 1493834 h 4489084"/>
              <a:gd name="connsiteX28645" fmla="*/ 1574729 w 5158787"/>
              <a:gd name="connsiteY28645" fmla="*/ 1494485 h 4489084"/>
              <a:gd name="connsiteX28646" fmla="*/ 1555955 w 5158787"/>
              <a:gd name="connsiteY28646" fmla="*/ 1494485 h 4489084"/>
              <a:gd name="connsiteX28647" fmla="*/ 1554829 w 5158787"/>
              <a:gd name="connsiteY28647" fmla="*/ 1493834 h 4489084"/>
              <a:gd name="connsiteX28648" fmla="*/ 1545472 w 5158787"/>
              <a:gd name="connsiteY28648" fmla="*/ 1477606 h 4489084"/>
              <a:gd name="connsiteX28649" fmla="*/ 1545472 w 5158787"/>
              <a:gd name="connsiteY28649" fmla="*/ 1476303 h 4489084"/>
              <a:gd name="connsiteX28650" fmla="*/ 1554889 w 5158787"/>
              <a:gd name="connsiteY28650" fmla="*/ 1460075 h 4489084"/>
              <a:gd name="connsiteX28651" fmla="*/ 1556014 w 5158787"/>
              <a:gd name="connsiteY28651" fmla="*/ 1459424 h 4489084"/>
              <a:gd name="connsiteX28652" fmla="*/ 1150204 w 5158787"/>
              <a:gd name="connsiteY28652" fmla="*/ 1459424 h 4489084"/>
              <a:gd name="connsiteX28653" fmla="*/ 1168978 w 5158787"/>
              <a:gd name="connsiteY28653" fmla="*/ 1459424 h 4489084"/>
              <a:gd name="connsiteX28654" fmla="*/ 1170103 w 5158787"/>
              <a:gd name="connsiteY28654" fmla="*/ 1460075 h 4489084"/>
              <a:gd name="connsiteX28655" fmla="*/ 1179461 w 5158787"/>
              <a:gd name="connsiteY28655" fmla="*/ 1476303 h 4489084"/>
              <a:gd name="connsiteX28656" fmla="*/ 1179461 w 5158787"/>
              <a:gd name="connsiteY28656" fmla="*/ 1477606 h 4489084"/>
              <a:gd name="connsiteX28657" fmla="*/ 1170044 w 5158787"/>
              <a:gd name="connsiteY28657" fmla="*/ 1493834 h 4489084"/>
              <a:gd name="connsiteX28658" fmla="*/ 1168919 w 5158787"/>
              <a:gd name="connsiteY28658" fmla="*/ 1494485 h 4489084"/>
              <a:gd name="connsiteX28659" fmla="*/ 1150144 w 5158787"/>
              <a:gd name="connsiteY28659" fmla="*/ 1494485 h 4489084"/>
              <a:gd name="connsiteX28660" fmla="*/ 1149019 w 5158787"/>
              <a:gd name="connsiteY28660" fmla="*/ 1493834 h 4489084"/>
              <a:gd name="connsiteX28661" fmla="*/ 1139662 w 5158787"/>
              <a:gd name="connsiteY28661" fmla="*/ 1477606 h 4489084"/>
              <a:gd name="connsiteX28662" fmla="*/ 1139662 w 5158787"/>
              <a:gd name="connsiteY28662" fmla="*/ 1476303 h 4489084"/>
              <a:gd name="connsiteX28663" fmla="*/ 1149078 w 5158787"/>
              <a:gd name="connsiteY28663" fmla="*/ 1460075 h 4489084"/>
              <a:gd name="connsiteX28664" fmla="*/ 1150204 w 5158787"/>
              <a:gd name="connsiteY28664" fmla="*/ 1459424 h 4489084"/>
              <a:gd name="connsiteX28665" fmla="*/ 1623590 w 5158787"/>
              <a:gd name="connsiteY28665" fmla="*/ 1459306 h 4489084"/>
              <a:gd name="connsiteX28666" fmla="*/ 1642483 w 5158787"/>
              <a:gd name="connsiteY28666" fmla="*/ 1459306 h 4489084"/>
              <a:gd name="connsiteX28667" fmla="*/ 1643608 w 5158787"/>
              <a:gd name="connsiteY28667" fmla="*/ 1459957 h 4489084"/>
              <a:gd name="connsiteX28668" fmla="*/ 1653025 w 5158787"/>
              <a:gd name="connsiteY28668" fmla="*/ 1476304 h 4489084"/>
              <a:gd name="connsiteX28669" fmla="*/ 1653025 w 5158787"/>
              <a:gd name="connsiteY28669" fmla="*/ 1477666 h 4489084"/>
              <a:gd name="connsiteX28670" fmla="*/ 1643608 w 5158787"/>
              <a:gd name="connsiteY28670" fmla="*/ 1494012 h 4489084"/>
              <a:gd name="connsiteX28671" fmla="*/ 1642483 w 5158787"/>
              <a:gd name="connsiteY28671" fmla="*/ 1494663 h 4489084"/>
              <a:gd name="connsiteX28672" fmla="*/ 1623590 w 5158787"/>
              <a:gd name="connsiteY28672" fmla="*/ 1494663 h 4489084"/>
              <a:gd name="connsiteX28673" fmla="*/ 1622464 w 5158787"/>
              <a:gd name="connsiteY28673" fmla="*/ 1494012 h 4489084"/>
              <a:gd name="connsiteX28674" fmla="*/ 1613048 w 5158787"/>
              <a:gd name="connsiteY28674" fmla="*/ 1477666 h 4489084"/>
              <a:gd name="connsiteX28675" fmla="*/ 1613048 w 5158787"/>
              <a:gd name="connsiteY28675" fmla="*/ 1476304 h 4489084"/>
              <a:gd name="connsiteX28676" fmla="*/ 1622464 w 5158787"/>
              <a:gd name="connsiteY28676" fmla="*/ 1459957 h 4489084"/>
              <a:gd name="connsiteX28677" fmla="*/ 1623590 w 5158787"/>
              <a:gd name="connsiteY28677" fmla="*/ 1459306 h 4489084"/>
              <a:gd name="connsiteX28678" fmla="*/ 4328755 w 5158787"/>
              <a:gd name="connsiteY28678" fmla="*/ 1459187 h 4489084"/>
              <a:gd name="connsiteX28679" fmla="*/ 4347766 w 5158787"/>
              <a:gd name="connsiteY28679" fmla="*/ 1459187 h 4489084"/>
              <a:gd name="connsiteX28680" fmla="*/ 4348951 w 5158787"/>
              <a:gd name="connsiteY28680" fmla="*/ 1459839 h 4489084"/>
              <a:gd name="connsiteX28681" fmla="*/ 4358427 w 5158787"/>
              <a:gd name="connsiteY28681" fmla="*/ 1476303 h 4489084"/>
              <a:gd name="connsiteX28682" fmla="*/ 4358427 w 5158787"/>
              <a:gd name="connsiteY28682" fmla="*/ 1477665 h 4489084"/>
              <a:gd name="connsiteX28683" fmla="*/ 4348951 w 5158787"/>
              <a:gd name="connsiteY28683" fmla="*/ 1494130 h 4489084"/>
              <a:gd name="connsiteX28684" fmla="*/ 4347766 w 5158787"/>
              <a:gd name="connsiteY28684" fmla="*/ 1494781 h 4489084"/>
              <a:gd name="connsiteX28685" fmla="*/ 4328755 w 5158787"/>
              <a:gd name="connsiteY28685" fmla="*/ 1494781 h 4489084"/>
              <a:gd name="connsiteX28686" fmla="*/ 4327571 w 5158787"/>
              <a:gd name="connsiteY28686" fmla="*/ 1494130 h 4489084"/>
              <a:gd name="connsiteX28687" fmla="*/ 4318094 w 5158787"/>
              <a:gd name="connsiteY28687" fmla="*/ 1477665 h 4489084"/>
              <a:gd name="connsiteX28688" fmla="*/ 4318094 w 5158787"/>
              <a:gd name="connsiteY28688" fmla="*/ 1476303 h 4489084"/>
              <a:gd name="connsiteX28689" fmla="*/ 4327571 w 5158787"/>
              <a:gd name="connsiteY28689" fmla="*/ 1459839 h 4489084"/>
              <a:gd name="connsiteX28690" fmla="*/ 4328755 w 5158787"/>
              <a:gd name="connsiteY28690" fmla="*/ 1459187 h 4489084"/>
              <a:gd name="connsiteX28691" fmla="*/ 541429 w 5158787"/>
              <a:gd name="connsiteY28691" fmla="*/ 1459187 h 4489084"/>
              <a:gd name="connsiteX28692" fmla="*/ 560440 w 5158787"/>
              <a:gd name="connsiteY28692" fmla="*/ 1459187 h 4489084"/>
              <a:gd name="connsiteX28693" fmla="*/ 561625 w 5158787"/>
              <a:gd name="connsiteY28693" fmla="*/ 1459839 h 4489084"/>
              <a:gd name="connsiteX28694" fmla="*/ 571101 w 5158787"/>
              <a:gd name="connsiteY28694" fmla="*/ 1476303 h 4489084"/>
              <a:gd name="connsiteX28695" fmla="*/ 571101 w 5158787"/>
              <a:gd name="connsiteY28695" fmla="*/ 1477665 h 4489084"/>
              <a:gd name="connsiteX28696" fmla="*/ 561625 w 5158787"/>
              <a:gd name="connsiteY28696" fmla="*/ 1494130 h 4489084"/>
              <a:gd name="connsiteX28697" fmla="*/ 560440 w 5158787"/>
              <a:gd name="connsiteY28697" fmla="*/ 1494781 h 4489084"/>
              <a:gd name="connsiteX28698" fmla="*/ 541429 w 5158787"/>
              <a:gd name="connsiteY28698" fmla="*/ 1494781 h 4489084"/>
              <a:gd name="connsiteX28699" fmla="*/ 540245 w 5158787"/>
              <a:gd name="connsiteY28699" fmla="*/ 1494130 h 4489084"/>
              <a:gd name="connsiteX28700" fmla="*/ 530769 w 5158787"/>
              <a:gd name="connsiteY28700" fmla="*/ 1477665 h 4489084"/>
              <a:gd name="connsiteX28701" fmla="*/ 530769 w 5158787"/>
              <a:gd name="connsiteY28701" fmla="*/ 1476303 h 4489084"/>
              <a:gd name="connsiteX28702" fmla="*/ 540245 w 5158787"/>
              <a:gd name="connsiteY28702" fmla="*/ 1459839 h 4489084"/>
              <a:gd name="connsiteX28703" fmla="*/ 541429 w 5158787"/>
              <a:gd name="connsiteY28703" fmla="*/ 1459187 h 4489084"/>
              <a:gd name="connsiteX28704" fmla="*/ 3381923 w 5158787"/>
              <a:gd name="connsiteY28704" fmla="*/ 1459128 h 4489084"/>
              <a:gd name="connsiteX28705" fmla="*/ 3400994 w 5158787"/>
              <a:gd name="connsiteY28705" fmla="*/ 1459128 h 4489084"/>
              <a:gd name="connsiteX28706" fmla="*/ 3402179 w 5158787"/>
              <a:gd name="connsiteY28706" fmla="*/ 1459779 h 4489084"/>
              <a:gd name="connsiteX28707" fmla="*/ 3411714 w 5158787"/>
              <a:gd name="connsiteY28707" fmla="*/ 1476303 h 4489084"/>
              <a:gd name="connsiteX28708" fmla="*/ 3411714 w 5158787"/>
              <a:gd name="connsiteY28708" fmla="*/ 1477665 h 4489084"/>
              <a:gd name="connsiteX28709" fmla="*/ 3402179 w 5158787"/>
              <a:gd name="connsiteY28709" fmla="*/ 1494189 h 4489084"/>
              <a:gd name="connsiteX28710" fmla="*/ 3400994 w 5158787"/>
              <a:gd name="connsiteY28710" fmla="*/ 1494841 h 4489084"/>
              <a:gd name="connsiteX28711" fmla="*/ 3381923 w 5158787"/>
              <a:gd name="connsiteY28711" fmla="*/ 1494841 h 4489084"/>
              <a:gd name="connsiteX28712" fmla="*/ 3380739 w 5158787"/>
              <a:gd name="connsiteY28712" fmla="*/ 1494189 h 4489084"/>
              <a:gd name="connsiteX28713" fmla="*/ 3371203 w 5158787"/>
              <a:gd name="connsiteY28713" fmla="*/ 1477665 h 4489084"/>
              <a:gd name="connsiteX28714" fmla="*/ 3371203 w 5158787"/>
              <a:gd name="connsiteY28714" fmla="*/ 1476303 h 4489084"/>
              <a:gd name="connsiteX28715" fmla="*/ 3380739 w 5158787"/>
              <a:gd name="connsiteY28715" fmla="*/ 1459779 h 4489084"/>
              <a:gd name="connsiteX28716" fmla="*/ 3381923 w 5158787"/>
              <a:gd name="connsiteY28716" fmla="*/ 1459128 h 4489084"/>
              <a:gd name="connsiteX28717" fmla="*/ 946765 w 5158787"/>
              <a:gd name="connsiteY28717" fmla="*/ 1458358 h 4489084"/>
              <a:gd name="connsiteX28718" fmla="*/ 966665 w 5158787"/>
              <a:gd name="connsiteY28718" fmla="*/ 1458358 h 4489084"/>
              <a:gd name="connsiteX28719" fmla="*/ 967849 w 5158787"/>
              <a:gd name="connsiteY28719" fmla="*/ 1459069 h 4489084"/>
              <a:gd name="connsiteX28720" fmla="*/ 977799 w 5158787"/>
              <a:gd name="connsiteY28720" fmla="*/ 1476303 h 4489084"/>
              <a:gd name="connsiteX28721" fmla="*/ 977799 w 5158787"/>
              <a:gd name="connsiteY28721" fmla="*/ 1477725 h 4489084"/>
              <a:gd name="connsiteX28722" fmla="*/ 967849 w 5158787"/>
              <a:gd name="connsiteY28722" fmla="*/ 1494959 h 4489084"/>
              <a:gd name="connsiteX28723" fmla="*/ 966665 w 5158787"/>
              <a:gd name="connsiteY28723" fmla="*/ 1495670 h 4489084"/>
              <a:gd name="connsiteX28724" fmla="*/ 946765 w 5158787"/>
              <a:gd name="connsiteY28724" fmla="*/ 1495670 h 4489084"/>
              <a:gd name="connsiteX28725" fmla="*/ 945581 w 5158787"/>
              <a:gd name="connsiteY28725" fmla="*/ 1494959 h 4489084"/>
              <a:gd name="connsiteX28726" fmla="*/ 935631 w 5158787"/>
              <a:gd name="connsiteY28726" fmla="*/ 1477725 h 4489084"/>
              <a:gd name="connsiteX28727" fmla="*/ 935631 w 5158787"/>
              <a:gd name="connsiteY28727" fmla="*/ 1476303 h 4489084"/>
              <a:gd name="connsiteX28728" fmla="*/ 945581 w 5158787"/>
              <a:gd name="connsiteY28728" fmla="*/ 1459069 h 4489084"/>
              <a:gd name="connsiteX28729" fmla="*/ 946765 w 5158787"/>
              <a:gd name="connsiteY28729" fmla="*/ 1458358 h 4489084"/>
              <a:gd name="connsiteX28730" fmla="*/ 1081917 w 5158787"/>
              <a:gd name="connsiteY28730" fmla="*/ 1458062 h 4489084"/>
              <a:gd name="connsiteX28731" fmla="*/ 1102113 w 5158787"/>
              <a:gd name="connsiteY28731" fmla="*/ 1458062 h 4489084"/>
              <a:gd name="connsiteX28732" fmla="*/ 1103357 w 5158787"/>
              <a:gd name="connsiteY28732" fmla="*/ 1458773 h 4489084"/>
              <a:gd name="connsiteX28733" fmla="*/ 1113424 w 5158787"/>
              <a:gd name="connsiteY28733" fmla="*/ 1476244 h 4489084"/>
              <a:gd name="connsiteX28734" fmla="*/ 1113424 w 5158787"/>
              <a:gd name="connsiteY28734" fmla="*/ 1477665 h 4489084"/>
              <a:gd name="connsiteX28735" fmla="*/ 1103297 w 5158787"/>
              <a:gd name="connsiteY28735" fmla="*/ 1495137 h 4489084"/>
              <a:gd name="connsiteX28736" fmla="*/ 1102053 w 5158787"/>
              <a:gd name="connsiteY28736" fmla="*/ 1495848 h 4489084"/>
              <a:gd name="connsiteX28737" fmla="*/ 1081858 w 5158787"/>
              <a:gd name="connsiteY28737" fmla="*/ 1495848 h 4489084"/>
              <a:gd name="connsiteX28738" fmla="*/ 1080614 w 5158787"/>
              <a:gd name="connsiteY28738" fmla="*/ 1495137 h 4489084"/>
              <a:gd name="connsiteX28739" fmla="*/ 1070546 w 5158787"/>
              <a:gd name="connsiteY28739" fmla="*/ 1477665 h 4489084"/>
              <a:gd name="connsiteX28740" fmla="*/ 1070546 w 5158787"/>
              <a:gd name="connsiteY28740" fmla="*/ 1476244 h 4489084"/>
              <a:gd name="connsiteX28741" fmla="*/ 1080673 w 5158787"/>
              <a:gd name="connsiteY28741" fmla="*/ 1458773 h 4489084"/>
              <a:gd name="connsiteX28742" fmla="*/ 1081917 w 5158787"/>
              <a:gd name="connsiteY28742" fmla="*/ 1458062 h 4489084"/>
              <a:gd name="connsiteX28743" fmla="*/ 2366805 w 5158787"/>
              <a:gd name="connsiteY28743" fmla="*/ 1457944 h 4489084"/>
              <a:gd name="connsiteX28744" fmla="*/ 2387120 w 5158787"/>
              <a:gd name="connsiteY28744" fmla="*/ 1457944 h 4489084"/>
              <a:gd name="connsiteX28745" fmla="*/ 2388363 w 5158787"/>
              <a:gd name="connsiteY28745" fmla="*/ 1458655 h 4489084"/>
              <a:gd name="connsiteX28746" fmla="*/ 2398491 w 5158787"/>
              <a:gd name="connsiteY28746" fmla="*/ 1476245 h 4489084"/>
              <a:gd name="connsiteX28747" fmla="*/ 2398491 w 5158787"/>
              <a:gd name="connsiteY28747" fmla="*/ 1477666 h 4489084"/>
              <a:gd name="connsiteX28748" fmla="*/ 2388304 w 5158787"/>
              <a:gd name="connsiteY28748" fmla="*/ 1495256 h 4489084"/>
              <a:gd name="connsiteX28749" fmla="*/ 2387060 w 5158787"/>
              <a:gd name="connsiteY28749" fmla="*/ 1495967 h 4489084"/>
              <a:gd name="connsiteX28750" fmla="*/ 2366746 w 5158787"/>
              <a:gd name="connsiteY28750" fmla="*/ 1495967 h 4489084"/>
              <a:gd name="connsiteX28751" fmla="*/ 2365502 w 5158787"/>
              <a:gd name="connsiteY28751" fmla="*/ 1495256 h 4489084"/>
              <a:gd name="connsiteX28752" fmla="*/ 2355375 w 5158787"/>
              <a:gd name="connsiteY28752" fmla="*/ 1477666 h 4489084"/>
              <a:gd name="connsiteX28753" fmla="*/ 2355375 w 5158787"/>
              <a:gd name="connsiteY28753" fmla="*/ 1476245 h 4489084"/>
              <a:gd name="connsiteX28754" fmla="*/ 2365561 w 5158787"/>
              <a:gd name="connsiteY28754" fmla="*/ 1458655 h 4489084"/>
              <a:gd name="connsiteX28755" fmla="*/ 2366805 w 5158787"/>
              <a:gd name="connsiteY28755" fmla="*/ 1457944 h 4489084"/>
              <a:gd name="connsiteX28756" fmla="*/ 1014164 w 5158787"/>
              <a:gd name="connsiteY28756" fmla="*/ 1457884 h 4489084"/>
              <a:gd name="connsiteX28757" fmla="*/ 1034596 w 5158787"/>
              <a:gd name="connsiteY28757" fmla="*/ 1457884 h 4489084"/>
              <a:gd name="connsiteX28758" fmla="*/ 1035840 w 5158787"/>
              <a:gd name="connsiteY28758" fmla="*/ 1458595 h 4489084"/>
              <a:gd name="connsiteX28759" fmla="*/ 1046027 w 5158787"/>
              <a:gd name="connsiteY28759" fmla="*/ 1476303 h 4489084"/>
              <a:gd name="connsiteX28760" fmla="*/ 1046027 w 5158787"/>
              <a:gd name="connsiteY28760" fmla="*/ 1477724 h 4489084"/>
              <a:gd name="connsiteX28761" fmla="*/ 1035780 w 5158787"/>
              <a:gd name="connsiteY28761" fmla="*/ 1495433 h 4489084"/>
              <a:gd name="connsiteX28762" fmla="*/ 1034537 w 5158787"/>
              <a:gd name="connsiteY28762" fmla="*/ 1496144 h 4489084"/>
              <a:gd name="connsiteX28763" fmla="*/ 1014104 w 5158787"/>
              <a:gd name="connsiteY28763" fmla="*/ 1496144 h 4489084"/>
              <a:gd name="connsiteX28764" fmla="*/ 1012860 w 5158787"/>
              <a:gd name="connsiteY28764" fmla="*/ 1495433 h 4489084"/>
              <a:gd name="connsiteX28765" fmla="*/ 1002674 w 5158787"/>
              <a:gd name="connsiteY28765" fmla="*/ 1477724 h 4489084"/>
              <a:gd name="connsiteX28766" fmla="*/ 1002674 w 5158787"/>
              <a:gd name="connsiteY28766" fmla="*/ 1476303 h 4489084"/>
              <a:gd name="connsiteX28767" fmla="*/ 1012920 w 5158787"/>
              <a:gd name="connsiteY28767" fmla="*/ 1458595 h 4489084"/>
              <a:gd name="connsiteX28768" fmla="*/ 1014164 w 5158787"/>
              <a:gd name="connsiteY28768" fmla="*/ 1457884 h 4489084"/>
              <a:gd name="connsiteX28769" fmla="*/ 4598229 w 5158787"/>
              <a:gd name="connsiteY28769" fmla="*/ 1457233 h 4489084"/>
              <a:gd name="connsiteX28770" fmla="*/ 4619314 w 5158787"/>
              <a:gd name="connsiteY28770" fmla="*/ 1457233 h 4489084"/>
              <a:gd name="connsiteX28771" fmla="*/ 4620617 w 5158787"/>
              <a:gd name="connsiteY28771" fmla="*/ 1458003 h 4489084"/>
              <a:gd name="connsiteX28772" fmla="*/ 4631159 w 5158787"/>
              <a:gd name="connsiteY28772" fmla="*/ 1476244 h 4489084"/>
              <a:gd name="connsiteX28773" fmla="*/ 4631159 w 5158787"/>
              <a:gd name="connsiteY28773" fmla="*/ 1477725 h 4489084"/>
              <a:gd name="connsiteX28774" fmla="*/ 4620617 w 5158787"/>
              <a:gd name="connsiteY28774" fmla="*/ 1495966 h 4489084"/>
              <a:gd name="connsiteX28775" fmla="*/ 4619314 w 5158787"/>
              <a:gd name="connsiteY28775" fmla="*/ 1496736 h 4489084"/>
              <a:gd name="connsiteX28776" fmla="*/ 4598229 w 5158787"/>
              <a:gd name="connsiteY28776" fmla="*/ 1496736 h 4489084"/>
              <a:gd name="connsiteX28777" fmla="*/ 4596927 w 5158787"/>
              <a:gd name="connsiteY28777" fmla="*/ 1495966 h 4489084"/>
              <a:gd name="connsiteX28778" fmla="*/ 4586384 w 5158787"/>
              <a:gd name="connsiteY28778" fmla="*/ 1477725 h 4489084"/>
              <a:gd name="connsiteX28779" fmla="*/ 4586384 w 5158787"/>
              <a:gd name="connsiteY28779" fmla="*/ 1476244 h 4489084"/>
              <a:gd name="connsiteX28780" fmla="*/ 4596927 w 5158787"/>
              <a:gd name="connsiteY28780" fmla="*/ 1458003 h 4489084"/>
              <a:gd name="connsiteX28781" fmla="*/ 4598229 w 5158787"/>
              <a:gd name="connsiteY28781" fmla="*/ 1457233 h 4489084"/>
              <a:gd name="connsiteX28782" fmla="*/ 2568823 w 5158787"/>
              <a:gd name="connsiteY28782" fmla="*/ 1456345 h 4489084"/>
              <a:gd name="connsiteX28783" fmla="*/ 2590913 w 5158787"/>
              <a:gd name="connsiteY28783" fmla="*/ 1456345 h 4489084"/>
              <a:gd name="connsiteX28784" fmla="*/ 2592275 w 5158787"/>
              <a:gd name="connsiteY28784" fmla="*/ 1457115 h 4489084"/>
              <a:gd name="connsiteX28785" fmla="*/ 2603292 w 5158787"/>
              <a:gd name="connsiteY28785" fmla="*/ 1476245 h 4489084"/>
              <a:gd name="connsiteX28786" fmla="*/ 2603292 w 5158787"/>
              <a:gd name="connsiteY28786" fmla="*/ 1477784 h 4489084"/>
              <a:gd name="connsiteX28787" fmla="*/ 2592216 w 5158787"/>
              <a:gd name="connsiteY28787" fmla="*/ 1496914 h 4489084"/>
              <a:gd name="connsiteX28788" fmla="*/ 2590854 w 5158787"/>
              <a:gd name="connsiteY28788" fmla="*/ 1497684 h 4489084"/>
              <a:gd name="connsiteX28789" fmla="*/ 2568763 w 5158787"/>
              <a:gd name="connsiteY28789" fmla="*/ 1497684 h 4489084"/>
              <a:gd name="connsiteX28790" fmla="*/ 2567401 w 5158787"/>
              <a:gd name="connsiteY28790" fmla="*/ 1496914 h 4489084"/>
              <a:gd name="connsiteX28791" fmla="*/ 2556385 w 5158787"/>
              <a:gd name="connsiteY28791" fmla="*/ 1477784 h 4489084"/>
              <a:gd name="connsiteX28792" fmla="*/ 2556385 w 5158787"/>
              <a:gd name="connsiteY28792" fmla="*/ 1476245 h 4489084"/>
              <a:gd name="connsiteX28793" fmla="*/ 2567460 w 5158787"/>
              <a:gd name="connsiteY28793" fmla="*/ 1457115 h 4489084"/>
              <a:gd name="connsiteX28794" fmla="*/ 2568823 w 5158787"/>
              <a:gd name="connsiteY28794" fmla="*/ 1456345 h 4489084"/>
              <a:gd name="connsiteX28795" fmla="*/ 4665213 w 5158787"/>
              <a:gd name="connsiteY28795" fmla="*/ 1455989 h 4489084"/>
              <a:gd name="connsiteX28796" fmla="*/ 4687600 w 5158787"/>
              <a:gd name="connsiteY28796" fmla="*/ 1455989 h 4489084"/>
              <a:gd name="connsiteX28797" fmla="*/ 4688962 w 5158787"/>
              <a:gd name="connsiteY28797" fmla="*/ 1456759 h 4489084"/>
              <a:gd name="connsiteX28798" fmla="*/ 4700155 w 5158787"/>
              <a:gd name="connsiteY28798" fmla="*/ 1476185 h 4489084"/>
              <a:gd name="connsiteX28799" fmla="*/ 4700155 w 5158787"/>
              <a:gd name="connsiteY28799" fmla="*/ 1477784 h 4489084"/>
              <a:gd name="connsiteX28800" fmla="*/ 4688962 w 5158787"/>
              <a:gd name="connsiteY28800" fmla="*/ 1497210 h 4489084"/>
              <a:gd name="connsiteX28801" fmla="*/ 4687600 w 5158787"/>
              <a:gd name="connsiteY28801" fmla="*/ 1497980 h 4489084"/>
              <a:gd name="connsiteX28802" fmla="*/ 4665213 w 5158787"/>
              <a:gd name="connsiteY28802" fmla="*/ 1497980 h 4489084"/>
              <a:gd name="connsiteX28803" fmla="*/ 4663850 w 5158787"/>
              <a:gd name="connsiteY28803" fmla="*/ 1497210 h 4489084"/>
              <a:gd name="connsiteX28804" fmla="*/ 4652657 w 5158787"/>
              <a:gd name="connsiteY28804" fmla="*/ 1477784 h 4489084"/>
              <a:gd name="connsiteX28805" fmla="*/ 4652657 w 5158787"/>
              <a:gd name="connsiteY28805" fmla="*/ 1476185 h 4489084"/>
              <a:gd name="connsiteX28806" fmla="*/ 4663850 w 5158787"/>
              <a:gd name="connsiteY28806" fmla="*/ 1456759 h 4489084"/>
              <a:gd name="connsiteX28807" fmla="*/ 4665213 w 5158787"/>
              <a:gd name="connsiteY28807" fmla="*/ 1455989 h 4489084"/>
              <a:gd name="connsiteX28808" fmla="*/ 3718381 w 5158787"/>
              <a:gd name="connsiteY28808" fmla="*/ 1455989 h 4489084"/>
              <a:gd name="connsiteX28809" fmla="*/ 3740768 w 5158787"/>
              <a:gd name="connsiteY28809" fmla="*/ 1455989 h 4489084"/>
              <a:gd name="connsiteX28810" fmla="*/ 3742130 w 5158787"/>
              <a:gd name="connsiteY28810" fmla="*/ 1456759 h 4489084"/>
              <a:gd name="connsiteX28811" fmla="*/ 3753323 w 5158787"/>
              <a:gd name="connsiteY28811" fmla="*/ 1476185 h 4489084"/>
              <a:gd name="connsiteX28812" fmla="*/ 3753323 w 5158787"/>
              <a:gd name="connsiteY28812" fmla="*/ 1477784 h 4489084"/>
              <a:gd name="connsiteX28813" fmla="*/ 3742130 w 5158787"/>
              <a:gd name="connsiteY28813" fmla="*/ 1497210 h 4489084"/>
              <a:gd name="connsiteX28814" fmla="*/ 3740768 w 5158787"/>
              <a:gd name="connsiteY28814" fmla="*/ 1497980 h 4489084"/>
              <a:gd name="connsiteX28815" fmla="*/ 3718381 w 5158787"/>
              <a:gd name="connsiteY28815" fmla="*/ 1497980 h 4489084"/>
              <a:gd name="connsiteX28816" fmla="*/ 3717018 w 5158787"/>
              <a:gd name="connsiteY28816" fmla="*/ 1497210 h 4489084"/>
              <a:gd name="connsiteX28817" fmla="*/ 3705825 w 5158787"/>
              <a:gd name="connsiteY28817" fmla="*/ 1477784 h 4489084"/>
              <a:gd name="connsiteX28818" fmla="*/ 3705825 w 5158787"/>
              <a:gd name="connsiteY28818" fmla="*/ 1476185 h 4489084"/>
              <a:gd name="connsiteX28819" fmla="*/ 3717018 w 5158787"/>
              <a:gd name="connsiteY28819" fmla="*/ 1456759 h 4489084"/>
              <a:gd name="connsiteX28820" fmla="*/ 3718381 w 5158787"/>
              <a:gd name="connsiteY28820" fmla="*/ 1455989 h 4489084"/>
              <a:gd name="connsiteX28821" fmla="*/ 1215943 w 5158787"/>
              <a:gd name="connsiteY28821" fmla="*/ 1455811 h 4489084"/>
              <a:gd name="connsiteX28822" fmla="*/ 1238567 w 5158787"/>
              <a:gd name="connsiteY28822" fmla="*/ 1455811 h 4489084"/>
              <a:gd name="connsiteX28823" fmla="*/ 1239929 w 5158787"/>
              <a:gd name="connsiteY28823" fmla="*/ 1456640 h 4489084"/>
              <a:gd name="connsiteX28824" fmla="*/ 1251241 w 5158787"/>
              <a:gd name="connsiteY28824" fmla="*/ 1476244 h 4489084"/>
              <a:gd name="connsiteX28825" fmla="*/ 1251241 w 5158787"/>
              <a:gd name="connsiteY28825" fmla="*/ 1477843 h 4489084"/>
              <a:gd name="connsiteX28826" fmla="*/ 1239929 w 5158787"/>
              <a:gd name="connsiteY28826" fmla="*/ 1497446 h 4489084"/>
              <a:gd name="connsiteX28827" fmla="*/ 1238567 w 5158787"/>
              <a:gd name="connsiteY28827" fmla="*/ 1498275 h 4489084"/>
              <a:gd name="connsiteX28828" fmla="*/ 1215943 w 5158787"/>
              <a:gd name="connsiteY28828" fmla="*/ 1498275 h 4489084"/>
              <a:gd name="connsiteX28829" fmla="*/ 1214581 w 5158787"/>
              <a:gd name="connsiteY28829" fmla="*/ 1497446 h 4489084"/>
              <a:gd name="connsiteX28830" fmla="*/ 1203269 w 5158787"/>
              <a:gd name="connsiteY28830" fmla="*/ 1477843 h 4489084"/>
              <a:gd name="connsiteX28831" fmla="*/ 1203269 w 5158787"/>
              <a:gd name="connsiteY28831" fmla="*/ 1476244 h 4489084"/>
              <a:gd name="connsiteX28832" fmla="*/ 1214581 w 5158787"/>
              <a:gd name="connsiteY28832" fmla="*/ 1456640 h 4489084"/>
              <a:gd name="connsiteX28833" fmla="*/ 1215943 w 5158787"/>
              <a:gd name="connsiteY28833" fmla="*/ 1455811 h 4489084"/>
              <a:gd name="connsiteX28834" fmla="*/ 4732374 w 5158787"/>
              <a:gd name="connsiteY28834" fmla="*/ 1455101 h 4489084"/>
              <a:gd name="connsiteX28835" fmla="*/ 4755768 w 5158787"/>
              <a:gd name="connsiteY28835" fmla="*/ 1455101 h 4489084"/>
              <a:gd name="connsiteX28836" fmla="*/ 4757189 w 5158787"/>
              <a:gd name="connsiteY28836" fmla="*/ 1455930 h 4489084"/>
              <a:gd name="connsiteX28837" fmla="*/ 4768857 w 5158787"/>
              <a:gd name="connsiteY28837" fmla="*/ 1476185 h 4489084"/>
              <a:gd name="connsiteX28838" fmla="*/ 4768857 w 5158787"/>
              <a:gd name="connsiteY28838" fmla="*/ 1477843 h 4489084"/>
              <a:gd name="connsiteX28839" fmla="*/ 4757130 w 5158787"/>
              <a:gd name="connsiteY28839" fmla="*/ 1498098 h 4489084"/>
              <a:gd name="connsiteX28840" fmla="*/ 4755708 w 5158787"/>
              <a:gd name="connsiteY28840" fmla="*/ 1498928 h 4489084"/>
              <a:gd name="connsiteX28841" fmla="*/ 4732315 w 5158787"/>
              <a:gd name="connsiteY28841" fmla="*/ 1498928 h 4489084"/>
              <a:gd name="connsiteX28842" fmla="*/ 4730893 w 5158787"/>
              <a:gd name="connsiteY28842" fmla="*/ 1498098 h 4489084"/>
              <a:gd name="connsiteX28843" fmla="*/ 4719226 w 5158787"/>
              <a:gd name="connsiteY28843" fmla="*/ 1477843 h 4489084"/>
              <a:gd name="connsiteX28844" fmla="*/ 4719226 w 5158787"/>
              <a:gd name="connsiteY28844" fmla="*/ 1476185 h 4489084"/>
              <a:gd name="connsiteX28845" fmla="*/ 4730953 w 5158787"/>
              <a:gd name="connsiteY28845" fmla="*/ 1455930 h 4489084"/>
              <a:gd name="connsiteX28846" fmla="*/ 4732374 w 5158787"/>
              <a:gd name="connsiteY28846" fmla="*/ 1455101 h 4489084"/>
              <a:gd name="connsiteX28847" fmla="*/ 3785483 w 5158787"/>
              <a:gd name="connsiteY28847" fmla="*/ 1454982 h 4489084"/>
              <a:gd name="connsiteX28848" fmla="*/ 3808996 w 5158787"/>
              <a:gd name="connsiteY28848" fmla="*/ 1454982 h 4489084"/>
              <a:gd name="connsiteX28849" fmla="*/ 3810417 w 5158787"/>
              <a:gd name="connsiteY28849" fmla="*/ 1455811 h 4489084"/>
              <a:gd name="connsiteX28850" fmla="*/ 3822143 w 5158787"/>
              <a:gd name="connsiteY28850" fmla="*/ 1476185 h 4489084"/>
              <a:gd name="connsiteX28851" fmla="*/ 3822143 w 5158787"/>
              <a:gd name="connsiteY28851" fmla="*/ 1477843 h 4489084"/>
              <a:gd name="connsiteX28852" fmla="*/ 3810358 w 5158787"/>
              <a:gd name="connsiteY28852" fmla="*/ 1498216 h 4489084"/>
              <a:gd name="connsiteX28853" fmla="*/ 3808936 w 5158787"/>
              <a:gd name="connsiteY28853" fmla="*/ 1499045 h 4489084"/>
              <a:gd name="connsiteX28854" fmla="*/ 3785424 w 5158787"/>
              <a:gd name="connsiteY28854" fmla="*/ 1499045 h 4489084"/>
              <a:gd name="connsiteX28855" fmla="*/ 3784003 w 5158787"/>
              <a:gd name="connsiteY28855" fmla="*/ 1498216 h 4489084"/>
              <a:gd name="connsiteX28856" fmla="*/ 3772276 w 5158787"/>
              <a:gd name="connsiteY28856" fmla="*/ 1477843 h 4489084"/>
              <a:gd name="connsiteX28857" fmla="*/ 3772276 w 5158787"/>
              <a:gd name="connsiteY28857" fmla="*/ 1476185 h 4489084"/>
              <a:gd name="connsiteX28858" fmla="*/ 3784062 w 5158787"/>
              <a:gd name="connsiteY28858" fmla="*/ 1455811 h 4489084"/>
              <a:gd name="connsiteX28859" fmla="*/ 3785483 w 5158787"/>
              <a:gd name="connsiteY28859" fmla="*/ 1454982 h 4489084"/>
              <a:gd name="connsiteX28860" fmla="*/ 2297512 w 5158787"/>
              <a:gd name="connsiteY28860" fmla="*/ 1454864 h 4489084"/>
              <a:gd name="connsiteX28861" fmla="*/ 2321143 w 5158787"/>
              <a:gd name="connsiteY28861" fmla="*/ 1454864 h 4489084"/>
              <a:gd name="connsiteX28862" fmla="*/ 2322564 w 5158787"/>
              <a:gd name="connsiteY28862" fmla="*/ 1455693 h 4489084"/>
              <a:gd name="connsiteX28863" fmla="*/ 2334350 w 5158787"/>
              <a:gd name="connsiteY28863" fmla="*/ 1476185 h 4489084"/>
              <a:gd name="connsiteX28864" fmla="*/ 2334350 w 5158787"/>
              <a:gd name="connsiteY28864" fmla="*/ 1477843 h 4489084"/>
              <a:gd name="connsiteX28865" fmla="*/ 2322505 w 5158787"/>
              <a:gd name="connsiteY28865" fmla="*/ 1498335 h 4489084"/>
              <a:gd name="connsiteX28866" fmla="*/ 2321083 w 5158787"/>
              <a:gd name="connsiteY28866" fmla="*/ 1499164 h 4489084"/>
              <a:gd name="connsiteX28867" fmla="*/ 2297452 w 5158787"/>
              <a:gd name="connsiteY28867" fmla="*/ 1499164 h 4489084"/>
              <a:gd name="connsiteX28868" fmla="*/ 2296031 w 5158787"/>
              <a:gd name="connsiteY28868" fmla="*/ 1498335 h 4489084"/>
              <a:gd name="connsiteX28869" fmla="*/ 2284245 w 5158787"/>
              <a:gd name="connsiteY28869" fmla="*/ 1477843 h 4489084"/>
              <a:gd name="connsiteX28870" fmla="*/ 2284245 w 5158787"/>
              <a:gd name="connsiteY28870" fmla="*/ 1476185 h 4489084"/>
              <a:gd name="connsiteX28871" fmla="*/ 2296090 w 5158787"/>
              <a:gd name="connsiteY28871" fmla="*/ 1455693 h 4489084"/>
              <a:gd name="connsiteX28872" fmla="*/ 2297512 w 5158787"/>
              <a:gd name="connsiteY28872" fmla="*/ 1454864 h 4489084"/>
              <a:gd name="connsiteX28873" fmla="*/ 3311860 w 5158787"/>
              <a:gd name="connsiteY28873" fmla="*/ 1454686 h 4489084"/>
              <a:gd name="connsiteX28874" fmla="*/ 3335727 w 5158787"/>
              <a:gd name="connsiteY28874" fmla="*/ 1454686 h 4489084"/>
              <a:gd name="connsiteX28875" fmla="*/ 3337208 w 5158787"/>
              <a:gd name="connsiteY28875" fmla="*/ 1455515 h 4489084"/>
              <a:gd name="connsiteX28876" fmla="*/ 3349112 w 5158787"/>
              <a:gd name="connsiteY28876" fmla="*/ 1476185 h 4489084"/>
              <a:gd name="connsiteX28877" fmla="*/ 3349112 w 5158787"/>
              <a:gd name="connsiteY28877" fmla="*/ 1477843 h 4489084"/>
              <a:gd name="connsiteX28878" fmla="*/ 3337208 w 5158787"/>
              <a:gd name="connsiteY28878" fmla="*/ 1498513 h 4489084"/>
              <a:gd name="connsiteX28879" fmla="*/ 3335727 w 5158787"/>
              <a:gd name="connsiteY28879" fmla="*/ 1499342 h 4489084"/>
              <a:gd name="connsiteX28880" fmla="*/ 3311860 w 5158787"/>
              <a:gd name="connsiteY28880" fmla="*/ 1499342 h 4489084"/>
              <a:gd name="connsiteX28881" fmla="*/ 3310380 w 5158787"/>
              <a:gd name="connsiteY28881" fmla="*/ 1498513 h 4489084"/>
              <a:gd name="connsiteX28882" fmla="*/ 3298475 w 5158787"/>
              <a:gd name="connsiteY28882" fmla="*/ 1477843 h 4489084"/>
              <a:gd name="connsiteX28883" fmla="*/ 3298475 w 5158787"/>
              <a:gd name="connsiteY28883" fmla="*/ 1476185 h 4489084"/>
              <a:gd name="connsiteX28884" fmla="*/ 3310380 w 5158787"/>
              <a:gd name="connsiteY28884" fmla="*/ 1455515 h 4489084"/>
              <a:gd name="connsiteX28885" fmla="*/ 3311860 w 5158787"/>
              <a:gd name="connsiteY28885" fmla="*/ 1454686 h 4489084"/>
              <a:gd name="connsiteX28886" fmla="*/ 2635568 w 5158787"/>
              <a:gd name="connsiteY28886" fmla="*/ 1454568 h 4489084"/>
              <a:gd name="connsiteX28887" fmla="*/ 2659495 w 5158787"/>
              <a:gd name="connsiteY28887" fmla="*/ 1454568 h 4489084"/>
              <a:gd name="connsiteX28888" fmla="*/ 2660976 w 5158787"/>
              <a:gd name="connsiteY28888" fmla="*/ 1455397 h 4489084"/>
              <a:gd name="connsiteX28889" fmla="*/ 2672939 w 5158787"/>
              <a:gd name="connsiteY28889" fmla="*/ 1476126 h 4489084"/>
              <a:gd name="connsiteX28890" fmla="*/ 2672939 w 5158787"/>
              <a:gd name="connsiteY28890" fmla="*/ 1477843 h 4489084"/>
              <a:gd name="connsiteX28891" fmla="*/ 2660976 w 5158787"/>
              <a:gd name="connsiteY28891" fmla="*/ 1498572 h 4489084"/>
              <a:gd name="connsiteX28892" fmla="*/ 2659495 w 5158787"/>
              <a:gd name="connsiteY28892" fmla="*/ 1499401 h 4489084"/>
              <a:gd name="connsiteX28893" fmla="*/ 2635568 w 5158787"/>
              <a:gd name="connsiteY28893" fmla="*/ 1499401 h 4489084"/>
              <a:gd name="connsiteX28894" fmla="*/ 2634088 w 5158787"/>
              <a:gd name="connsiteY28894" fmla="*/ 1498572 h 4489084"/>
              <a:gd name="connsiteX28895" fmla="*/ 2622124 w 5158787"/>
              <a:gd name="connsiteY28895" fmla="*/ 1477843 h 4489084"/>
              <a:gd name="connsiteX28896" fmla="*/ 2622124 w 5158787"/>
              <a:gd name="connsiteY28896" fmla="*/ 1476126 h 4489084"/>
              <a:gd name="connsiteX28897" fmla="*/ 2634088 w 5158787"/>
              <a:gd name="connsiteY28897" fmla="*/ 1455397 h 4489084"/>
              <a:gd name="connsiteX28898" fmla="*/ 2635568 w 5158787"/>
              <a:gd name="connsiteY28898" fmla="*/ 1454568 h 4489084"/>
              <a:gd name="connsiteX28899" fmla="*/ 4799476 w 5158787"/>
              <a:gd name="connsiteY28899" fmla="*/ 1454153 h 4489084"/>
              <a:gd name="connsiteX28900" fmla="*/ 4823877 w 5158787"/>
              <a:gd name="connsiteY28900" fmla="*/ 1454153 h 4489084"/>
              <a:gd name="connsiteX28901" fmla="*/ 4825357 w 5158787"/>
              <a:gd name="connsiteY28901" fmla="*/ 1455042 h 4489084"/>
              <a:gd name="connsiteX28902" fmla="*/ 4837558 w 5158787"/>
              <a:gd name="connsiteY28902" fmla="*/ 1476185 h 4489084"/>
              <a:gd name="connsiteX28903" fmla="*/ 4837558 w 5158787"/>
              <a:gd name="connsiteY28903" fmla="*/ 1477902 h 4489084"/>
              <a:gd name="connsiteX28904" fmla="*/ 4825357 w 5158787"/>
              <a:gd name="connsiteY28904" fmla="*/ 1499046 h 4489084"/>
              <a:gd name="connsiteX28905" fmla="*/ 4823877 w 5158787"/>
              <a:gd name="connsiteY28905" fmla="*/ 1499934 h 4489084"/>
              <a:gd name="connsiteX28906" fmla="*/ 4799476 w 5158787"/>
              <a:gd name="connsiteY28906" fmla="*/ 1499934 h 4489084"/>
              <a:gd name="connsiteX28907" fmla="*/ 4797995 w 5158787"/>
              <a:gd name="connsiteY28907" fmla="*/ 1499046 h 4489084"/>
              <a:gd name="connsiteX28908" fmla="*/ 4785795 w 5158787"/>
              <a:gd name="connsiteY28908" fmla="*/ 1477902 h 4489084"/>
              <a:gd name="connsiteX28909" fmla="*/ 4785795 w 5158787"/>
              <a:gd name="connsiteY28909" fmla="*/ 1476185 h 4489084"/>
              <a:gd name="connsiteX28910" fmla="*/ 4797995 w 5158787"/>
              <a:gd name="connsiteY28910" fmla="*/ 1455042 h 4489084"/>
              <a:gd name="connsiteX28911" fmla="*/ 4799476 w 5158787"/>
              <a:gd name="connsiteY28911" fmla="*/ 1454153 h 4489084"/>
              <a:gd name="connsiteX28912" fmla="*/ 1485595 w 5158787"/>
              <a:gd name="connsiteY28912" fmla="*/ 1454153 h 4489084"/>
              <a:gd name="connsiteX28913" fmla="*/ 1509996 w 5158787"/>
              <a:gd name="connsiteY28913" fmla="*/ 1454153 h 4489084"/>
              <a:gd name="connsiteX28914" fmla="*/ 1511476 w 5158787"/>
              <a:gd name="connsiteY28914" fmla="*/ 1455042 h 4489084"/>
              <a:gd name="connsiteX28915" fmla="*/ 1523677 w 5158787"/>
              <a:gd name="connsiteY28915" fmla="*/ 1476185 h 4489084"/>
              <a:gd name="connsiteX28916" fmla="*/ 1523677 w 5158787"/>
              <a:gd name="connsiteY28916" fmla="*/ 1477902 h 4489084"/>
              <a:gd name="connsiteX28917" fmla="*/ 1511476 w 5158787"/>
              <a:gd name="connsiteY28917" fmla="*/ 1499046 h 4489084"/>
              <a:gd name="connsiteX28918" fmla="*/ 1509996 w 5158787"/>
              <a:gd name="connsiteY28918" fmla="*/ 1499934 h 4489084"/>
              <a:gd name="connsiteX28919" fmla="*/ 1485595 w 5158787"/>
              <a:gd name="connsiteY28919" fmla="*/ 1499934 h 4489084"/>
              <a:gd name="connsiteX28920" fmla="*/ 1484114 w 5158787"/>
              <a:gd name="connsiteY28920" fmla="*/ 1499046 h 4489084"/>
              <a:gd name="connsiteX28921" fmla="*/ 1471914 w 5158787"/>
              <a:gd name="connsiteY28921" fmla="*/ 1477902 h 4489084"/>
              <a:gd name="connsiteX28922" fmla="*/ 1471914 w 5158787"/>
              <a:gd name="connsiteY28922" fmla="*/ 1476185 h 4489084"/>
              <a:gd name="connsiteX28923" fmla="*/ 1484114 w 5158787"/>
              <a:gd name="connsiteY28923" fmla="*/ 1455042 h 4489084"/>
              <a:gd name="connsiteX28924" fmla="*/ 1485595 w 5158787"/>
              <a:gd name="connsiteY28924" fmla="*/ 1454153 h 4489084"/>
              <a:gd name="connsiteX28925" fmla="*/ 1350028 w 5158787"/>
              <a:gd name="connsiteY28925" fmla="*/ 1453620 h 4489084"/>
              <a:gd name="connsiteX28926" fmla="*/ 1374962 w 5158787"/>
              <a:gd name="connsiteY28926" fmla="*/ 1453620 h 4489084"/>
              <a:gd name="connsiteX28927" fmla="*/ 1376502 w 5158787"/>
              <a:gd name="connsiteY28927" fmla="*/ 1454509 h 4489084"/>
              <a:gd name="connsiteX28928" fmla="*/ 1388939 w 5158787"/>
              <a:gd name="connsiteY28928" fmla="*/ 1476126 h 4489084"/>
              <a:gd name="connsiteX28929" fmla="*/ 1388939 w 5158787"/>
              <a:gd name="connsiteY28929" fmla="*/ 1477902 h 4489084"/>
              <a:gd name="connsiteX28930" fmla="*/ 1376443 w 5158787"/>
              <a:gd name="connsiteY28930" fmla="*/ 1499519 h 4489084"/>
              <a:gd name="connsiteX28931" fmla="*/ 1374903 w 5158787"/>
              <a:gd name="connsiteY28931" fmla="*/ 1500408 h 4489084"/>
              <a:gd name="connsiteX28932" fmla="*/ 1349969 w 5158787"/>
              <a:gd name="connsiteY28932" fmla="*/ 1500408 h 4489084"/>
              <a:gd name="connsiteX28933" fmla="*/ 1348430 w 5158787"/>
              <a:gd name="connsiteY28933" fmla="*/ 1499519 h 4489084"/>
              <a:gd name="connsiteX28934" fmla="*/ 1335992 w 5158787"/>
              <a:gd name="connsiteY28934" fmla="*/ 1477902 h 4489084"/>
              <a:gd name="connsiteX28935" fmla="*/ 1335992 w 5158787"/>
              <a:gd name="connsiteY28935" fmla="*/ 1476126 h 4489084"/>
              <a:gd name="connsiteX28936" fmla="*/ 1348488 w 5158787"/>
              <a:gd name="connsiteY28936" fmla="*/ 1454509 h 4489084"/>
              <a:gd name="connsiteX28937" fmla="*/ 1350028 w 5158787"/>
              <a:gd name="connsiteY28937" fmla="*/ 1453620 h 4489084"/>
              <a:gd name="connsiteX28938" fmla="*/ 4866814 w 5158787"/>
              <a:gd name="connsiteY28938" fmla="*/ 1453502 h 4489084"/>
              <a:gd name="connsiteX28939" fmla="*/ 4891866 w 5158787"/>
              <a:gd name="connsiteY28939" fmla="*/ 1453502 h 4489084"/>
              <a:gd name="connsiteX28940" fmla="*/ 4893406 w 5158787"/>
              <a:gd name="connsiteY28940" fmla="*/ 1454390 h 4489084"/>
              <a:gd name="connsiteX28941" fmla="*/ 4905903 w 5158787"/>
              <a:gd name="connsiteY28941" fmla="*/ 1476126 h 4489084"/>
              <a:gd name="connsiteX28942" fmla="*/ 4905903 w 5158787"/>
              <a:gd name="connsiteY28942" fmla="*/ 1477903 h 4489084"/>
              <a:gd name="connsiteX28943" fmla="*/ 4893347 w 5158787"/>
              <a:gd name="connsiteY28943" fmla="*/ 1499638 h 4489084"/>
              <a:gd name="connsiteX28944" fmla="*/ 4891807 w 5158787"/>
              <a:gd name="connsiteY28944" fmla="*/ 1500527 h 4489084"/>
              <a:gd name="connsiteX28945" fmla="*/ 4866755 w 5158787"/>
              <a:gd name="connsiteY28945" fmla="*/ 1500527 h 4489084"/>
              <a:gd name="connsiteX28946" fmla="*/ 4865215 w 5158787"/>
              <a:gd name="connsiteY28946" fmla="*/ 1499638 h 4489084"/>
              <a:gd name="connsiteX28947" fmla="*/ 4852719 w 5158787"/>
              <a:gd name="connsiteY28947" fmla="*/ 1477903 h 4489084"/>
              <a:gd name="connsiteX28948" fmla="*/ 4852719 w 5158787"/>
              <a:gd name="connsiteY28948" fmla="*/ 1476126 h 4489084"/>
              <a:gd name="connsiteX28949" fmla="*/ 4865274 w 5158787"/>
              <a:gd name="connsiteY28949" fmla="*/ 1454390 h 4489084"/>
              <a:gd name="connsiteX28950" fmla="*/ 4866814 w 5158787"/>
              <a:gd name="connsiteY28950" fmla="*/ 1453502 h 4489084"/>
              <a:gd name="connsiteX28951" fmla="*/ 1417368 w 5158787"/>
              <a:gd name="connsiteY28951" fmla="*/ 1453087 h 4489084"/>
              <a:gd name="connsiteX28952" fmla="*/ 1442894 w 5158787"/>
              <a:gd name="connsiteY28952" fmla="*/ 1453087 h 4489084"/>
              <a:gd name="connsiteX28953" fmla="*/ 1444434 w 5158787"/>
              <a:gd name="connsiteY28953" fmla="*/ 1453975 h 4489084"/>
              <a:gd name="connsiteX28954" fmla="*/ 1457167 w 5158787"/>
              <a:gd name="connsiteY28954" fmla="*/ 1476066 h 4489084"/>
              <a:gd name="connsiteX28955" fmla="*/ 1457167 w 5158787"/>
              <a:gd name="connsiteY28955" fmla="*/ 1477843 h 4489084"/>
              <a:gd name="connsiteX28956" fmla="*/ 1444434 w 5158787"/>
              <a:gd name="connsiteY28956" fmla="*/ 1499934 h 4489084"/>
              <a:gd name="connsiteX28957" fmla="*/ 1442894 w 5158787"/>
              <a:gd name="connsiteY28957" fmla="*/ 1500822 h 4489084"/>
              <a:gd name="connsiteX28958" fmla="*/ 1417368 w 5158787"/>
              <a:gd name="connsiteY28958" fmla="*/ 1500822 h 4489084"/>
              <a:gd name="connsiteX28959" fmla="*/ 1415828 w 5158787"/>
              <a:gd name="connsiteY28959" fmla="*/ 1499934 h 4489084"/>
              <a:gd name="connsiteX28960" fmla="*/ 1403095 w 5158787"/>
              <a:gd name="connsiteY28960" fmla="*/ 1477843 h 4489084"/>
              <a:gd name="connsiteX28961" fmla="*/ 1403095 w 5158787"/>
              <a:gd name="connsiteY28961" fmla="*/ 1476066 h 4489084"/>
              <a:gd name="connsiteX28962" fmla="*/ 1415828 w 5158787"/>
              <a:gd name="connsiteY28962" fmla="*/ 1453975 h 4489084"/>
              <a:gd name="connsiteX28963" fmla="*/ 1417368 w 5158787"/>
              <a:gd name="connsiteY28963" fmla="*/ 1453087 h 4489084"/>
              <a:gd name="connsiteX28964" fmla="*/ 2228752 w 5158787"/>
              <a:gd name="connsiteY28964" fmla="*/ 1452673 h 4489084"/>
              <a:gd name="connsiteX28965" fmla="*/ 2254692 w 5158787"/>
              <a:gd name="connsiteY28965" fmla="*/ 1452673 h 4489084"/>
              <a:gd name="connsiteX28966" fmla="*/ 2256291 w 5158787"/>
              <a:gd name="connsiteY28966" fmla="*/ 1453562 h 4489084"/>
              <a:gd name="connsiteX28967" fmla="*/ 2269262 w 5158787"/>
              <a:gd name="connsiteY28967" fmla="*/ 1476008 h 4489084"/>
              <a:gd name="connsiteX28968" fmla="*/ 2269262 w 5158787"/>
              <a:gd name="connsiteY28968" fmla="*/ 1477844 h 4489084"/>
              <a:gd name="connsiteX28969" fmla="*/ 2256291 w 5158787"/>
              <a:gd name="connsiteY28969" fmla="*/ 1500290 h 4489084"/>
              <a:gd name="connsiteX28970" fmla="*/ 2254692 w 5158787"/>
              <a:gd name="connsiteY28970" fmla="*/ 1501178 h 4489084"/>
              <a:gd name="connsiteX28971" fmla="*/ 2228752 w 5158787"/>
              <a:gd name="connsiteY28971" fmla="*/ 1501178 h 4489084"/>
              <a:gd name="connsiteX28972" fmla="*/ 2227153 w 5158787"/>
              <a:gd name="connsiteY28972" fmla="*/ 1500290 h 4489084"/>
              <a:gd name="connsiteX28973" fmla="*/ 2214183 w 5158787"/>
              <a:gd name="connsiteY28973" fmla="*/ 1477844 h 4489084"/>
              <a:gd name="connsiteX28974" fmla="*/ 2214183 w 5158787"/>
              <a:gd name="connsiteY28974" fmla="*/ 1476008 h 4489084"/>
              <a:gd name="connsiteX28975" fmla="*/ 2227153 w 5158787"/>
              <a:gd name="connsiteY28975" fmla="*/ 1453562 h 4489084"/>
              <a:gd name="connsiteX28976" fmla="*/ 2228752 w 5158787"/>
              <a:gd name="connsiteY28976" fmla="*/ 1452673 h 4489084"/>
              <a:gd name="connsiteX28977" fmla="*/ 2093303 w 5158787"/>
              <a:gd name="connsiteY28977" fmla="*/ 1452376 h 4489084"/>
              <a:gd name="connsiteX28978" fmla="*/ 2119599 w 5158787"/>
              <a:gd name="connsiteY28978" fmla="*/ 1452376 h 4489084"/>
              <a:gd name="connsiteX28979" fmla="*/ 2121199 w 5158787"/>
              <a:gd name="connsiteY28979" fmla="*/ 1453324 h 4489084"/>
              <a:gd name="connsiteX28980" fmla="*/ 2134346 w 5158787"/>
              <a:gd name="connsiteY28980" fmla="*/ 1476066 h 4489084"/>
              <a:gd name="connsiteX28981" fmla="*/ 2134346 w 5158787"/>
              <a:gd name="connsiteY28981" fmla="*/ 1477902 h 4489084"/>
              <a:gd name="connsiteX28982" fmla="*/ 2121199 w 5158787"/>
              <a:gd name="connsiteY28982" fmla="*/ 1500644 h 4489084"/>
              <a:gd name="connsiteX28983" fmla="*/ 2119599 w 5158787"/>
              <a:gd name="connsiteY28983" fmla="*/ 1501592 h 4489084"/>
              <a:gd name="connsiteX28984" fmla="*/ 2093303 w 5158787"/>
              <a:gd name="connsiteY28984" fmla="*/ 1501592 h 4489084"/>
              <a:gd name="connsiteX28985" fmla="*/ 2091705 w 5158787"/>
              <a:gd name="connsiteY28985" fmla="*/ 1500644 h 4489084"/>
              <a:gd name="connsiteX28986" fmla="*/ 2078557 w 5158787"/>
              <a:gd name="connsiteY28986" fmla="*/ 1477902 h 4489084"/>
              <a:gd name="connsiteX28987" fmla="*/ 2078557 w 5158787"/>
              <a:gd name="connsiteY28987" fmla="*/ 1476066 h 4489084"/>
              <a:gd name="connsiteX28988" fmla="*/ 2091705 w 5158787"/>
              <a:gd name="connsiteY28988" fmla="*/ 1453324 h 4489084"/>
              <a:gd name="connsiteX28989" fmla="*/ 2093303 w 5158787"/>
              <a:gd name="connsiteY28989" fmla="*/ 1452376 h 4489084"/>
              <a:gd name="connsiteX28990" fmla="*/ 1281742 w 5158787"/>
              <a:gd name="connsiteY28990" fmla="*/ 1452376 h 4489084"/>
              <a:gd name="connsiteX28991" fmla="*/ 1308038 w 5158787"/>
              <a:gd name="connsiteY28991" fmla="*/ 1452376 h 4489084"/>
              <a:gd name="connsiteX28992" fmla="*/ 1309637 w 5158787"/>
              <a:gd name="connsiteY28992" fmla="*/ 1453324 h 4489084"/>
              <a:gd name="connsiteX28993" fmla="*/ 1322785 w 5158787"/>
              <a:gd name="connsiteY28993" fmla="*/ 1476066 h 4489084"/>
              <a:gd name="connsiteX28994" fmla="*/ 1322785 w 5158787"/>
              <a:gd name="connsiteY28994" fmla="*/ 1477902 h 4489084"/>
              <a:gd name="connsiteX28995" fmla="*/ 1309637 w 5158787"/>
              <a:gd name="connsiteY28995" fmla="*/ 1500644 h 4489084"/>
              <a:gd name="connsiteX28996" fmla="*/ 1308038 w 5158787"/>
              <a:gd name="connsiteY28996" fmla="*/ 1501592 h 4489084"/>
              <a:gd name="connsiteX28997" fmla="*/ 1281742 w 5158787"/>
              <a:gd name="connsiteY28997" fmla="*/ 1501592 h 4489084"/>
              <a:gd name="connsiteX28998" fmla="*/ 1280143 w 5158787"/>
              <a:gd name="connsiteY28998" fmla="*/ 1500644 h 4489084"/>
              <a:gd name="connsiteX28999" fmla="*/ 1266996 w 5158787"/>
              <a:gd name="connsiteY28999" fmla="*/ 1477902 h 4489084"/>
              <a:gd name="connsiteX29000" fmla="*/ 1266996 w 5158787"/>
              <a:gd name="connsiteY29000" fmla="*/ 1476066 h 4489084"/>
              <a:gd name="connsiteX29001" fmla="*/ 1280143 w 5158787"/>
              <a:gd name="connsiteY29001" fmla="*/ 1453324 h 4489084"/>
              <a:gd name="connsiteX29002" fmla="*/ 1281742 w 5158787"/>
              <a:gd name="connsiteY29002" fmla="*/ 1452376 h 4489084"/>
              <a:gd name="connsiteX29003" fmla="*/ 2160524 w 5158787"/>
              <a:gd name="connsiteY29003" fmla="*/ 1451666 h 4489084"/>
              <a:gd name="connsiteX29004" fmla="*/ 2187590 w 5158787"/>
              <a:gd name="connsiteY29004" fmla="*/ 1451666 h 4489084"/>
              <a:gd name="connsiteX29005" fmla="*/ 2189248 w 5158787"/>
              <a:gd name="connsiteY29005" fmla="*/ 1452614 h 4489084"/>
              <a:gd name="connsiteX29006" fmla="*/ 2202752 w 5158787"/>
              <a:gd name="connsiteY29006" fmla="*/ 1476067 h 4489084"/>
              <a:gd name="connsiteX29007" fmla="*/ 2202752 w 5158787"/>
              <a:gd name="connsiteY29007" fmla="*/ 1477962 h 4489084"/>
              <a:gd name="connsiteX29008" fmla="*/ 2189189 w 5158787"/>
              <a:gd name="connsiteY29008" fmla="*/ 1501415 h 4489084"/>
              <a:gd name="connsiteX29009" fmla="*/ 2187531 w 5158787"/>
              <a:gd name="connsiteY29009" fmla="*/ 1502363 h 4489084"/>
              <a:gd name="connsiteX29010" fmla="*/ 2160465 w 5158787"/>
              <a:gd name="connsiteY29010" fmla="*/ 1502363 h 4489084"/>
              <a:gd name="connsiteX29011" fmla="*/ 2158807 w 5158787"/>
              <a:gd name="connsiteY29011" fmla="*/ 1501415 h 4489084"/>
              <a:gd name="connsiteX29012" fmla="*/ 2145304 w 5158787"/>
              <a:gd name="connsiteY29012" fmla="*/ 1477962 h 4489084"/>
              <a:gd name="connsiteX29013" fmla="*/ 2145304 w 5158787"/>
              <a:gd name="connsiteY29013" fmla="*/ 1476067 h 4489084"/>
              <a:gd name="connsiteX29014" fmla="*/ 2158866 w 5158787"/>
              <a:gd name="connsiteY29014" fmla="*/ 1452614 h 4489084"/>
              <a:gd name="connsiteX29015" fmla="*/ 2160524 w 5158787"/>
              <a:gd name="connsiteY29015" fmla="*/ 1451666 h 4489084"/>
              <a:gd name="connsiteX29016" fmla="*/ 412496 w 5158787"/>
              <a:gd name="connsiteY29016" fmla="*/ 1412400 h 4489084"/>
              <a:gd name="connsiteX29017" fmla="*/ 418892 w 5158787"/>
              <a:gd name="connsiteY29017" fmla="*/ 1412400 h 4489084"/>
              <a:gd name="connsiteX29018" fmla="*/ 419307 w 5158787"/>
              <a:gd name="connsiteY29018" fmla="*/ 1412637 h 4489084"/>
              <a:gd name="connsiteX29019" fmla="*/ 422505 w 5158787"/>
              <a:gd name="connsiteY29019" fmla="*/ 1418204 h 4489084"/>
              <a:gd name="connsiteX29020" fmla="*/ 422505 w 5158787"/>
              <a:gd name="connsiteY29020" fmla="*/ 1418678 h 4489084"/>
              <a:gd name="connsiteX29021" fmla="*/ 419307 w 5158787"/>
              <a:gd name="connsiteY29021" fmla="*/ 1424245 h 4489084"/>
              <a:gd name="connsiteX29022" fmla="*/ 418892 w 5158787"/>
              <a:gd name="connsiteY29022" fmla="*/ 1424482 h 4489084"/>
              <a:gd name="connsiteX29023" fmla="*/ 412496 w 5158787"/>
              <a:gd name="connsiteY29023" fmla="*/ 1424482 h 4489084"/>
              <a:gd name="connsiteX29024" fmla="*/ 412081 w 5158787"/>
              <a:gd name="connsiteY29024" fmla="*/ 1424245 h 4489084"/>
              <a:gd name="connsiteX29025" fmla="*/ 408883 w 5158787"/>
              <a:gd name="connsiteY29025" fmla="*/ 1418678 h 4489084"/>
              <a:gd name="connsiteX29026" fmla="*/ 408883 w 5158787"/>
              <a:gd name="connsiteY29026" fmla="*/ 1418204 h 4489084"/>
              <a:gd name="connsiteX29027" fmla="*/ 412081 w 5158787"/>
              <a:gd name="connsiteY29027" fmla="*/ 1412637 h 4489084"/>
              <a:gd name="connsiteX29028" fmla="*/ 412496 w 5158787"/>
              <a:gd name="connsiteY29028" fmla="*/ 1412400 h 4489084"/>
              <a:gd name="connsiteX29029" fmla="*/ 4197216 w 5158787"/>
              <a:gd name="connsiteY29029" fmla="*/ 1407543 h 4489084"/>
              <a:gd name="connsiteX29030" fmla="*/ 4208824 w 5158787"/>
              <a:gd name="connsiteY29030" fmla="*/ 1407543 h 4489084"/>
              <a:gd name="connsiteX29031" fmla="*/ 4209534 w 5158787"/>
              <a:gd name="connsiteY29031" fmla="*/ 1407958 h 4489084"/>
              <a:gd name="connsiteX29032" fmla="*/ 4215338 w 5158787"/>
              <a:gd name="connsiteY29032" fmla="*/ 1418026 h 4489084"/>
              <a:gd name="connsiteX29033" fmla="*/ 4215338 w 5158787"/>
              <a:gd name="connsiteY29033" fmla="*/ 1418855 h 4489084"/>
              <a:gd name="connsiteX29034" fmla="*/ 4209534 w 5158787"/>
              <a:gd name="connsiteY29034" fmla="*/ 1428923 h 4489084"/>
              <a:gd name="connsiteX29035" fmla="*/ 4208824 w 5158787"/>
              <a:gd name="connsiteY29035" fmla="*/ 1429338 h 4489084"/>
              <a:gd name="connsiteX29036" fmla="*/ 4197216 w 5158787"/>
              <a:gd name="connsiteY29036" fmla="*/ 1429338 h 4489084"/>
              <a:gd name="connsiteX29037" fmla="*/ 4196505 w 5158787"/>
              <a:gd name="connsiteY29037" fmla="*/ 1428923 h 4489084"/>
              <a:gd name="connsiteX29038" fmla="*/ 4190701 w 5158787"/>
              <a:gd name="connsiteY29038" fmla="*/ 1418855 h 4489084"/>
              <a:gd name="connsiteX29039" fmla="*/ 4190701 w 5158787"/>
              <a:gd name="connsiteY29039" fmla="*/ 1418026 h 4489084"/>
              <a:gd name="connsiteX29040" fmla="*/ 4196505 w 5158787"/>
              <a:gd name="connsiteY29040" fmla="*/ 1407958 h 4489084"/>
              <a:gd name="connsiteX29041" fmla="*/ 4197216 w 5158787"/>
              <a:gd name="connsiteY29041" fmla="*/ 1407543 h 4489084"/>
              <a:gd name="connsiteX29042" fmla="*/ 4264199 w 5158787"/>
              <a:gd name="connsiteY29042" fmla="*/ 1406299 h 4489084"/>
              <a:gd name="connsiteX29043" fmla="*/ 4277111 w 5158787"/>
              <a:gd name="connsiteY29043" fmla="*/ 1406299 h 4489084"/>
              <a:gd name="connsiteX29044" fmla="*/ 4277881 w 5158787"/>
              <a:gd name="connsiteY29044" fmla="*/ 1406773 h 4489084"/>
              <a:gd name="connsiteX29045" fmla="*/ 4284336 w 5158787"/>
              <a:gd name="connsiteY29045" fmla="*/ 1417966 h 4489084"/>
              <a:gd name="connsiteX29046" fmla="*/ 4284336 w 5158787"/>
              <a:gd name="connsiteY29046" fmla="*/ 1418855 h 4489084"/>
              <a:gd name="connsiteX29047" fmla="*/ 4277881 w 5158787"/>
              <a:gd name="connsiteY29047" fmla="*/ 1430048 h 4489084"/>
              <a:gd name="connsiteX29048" fmla="*/ 4277111 w 5158787"/>
              <a:gd name="connsiteY29048" fmla="*/ 1430522 h 4489084"/>
              <a:gd name="connsiteX29049" fmla="*/ 4264199 w 5158787"/>
              <a:gd name="connsiteY29049" fmla="*/ 1430522 h 4489084"/>
              <a:gd name="connsiteX29050" fmla="*/ 4263429 w 5158787"/>
              <a:gd name="connsiteY29050" fmla="*/ 1430048 h 4489084"/>
              <a:gd name="connsiteX29051" fmla="*/ 4256974 w 5158787"/>
              <a:gd name="connsiteY29051" fmla="*/ 1418855 h 4489084"/>
              <a:gd name="connsiteX29052" fmla="*/ 4256974 w 5158787"/>
              <a:gd name="connsiteY29052" fmla="*/ 1417966 h 4489084"/>
              <a:gd name="connsiteX29053" fmla="*/ 4263429 w 5158787"/>
              <a:gd name="connsiteY29053" fmla="*/ 1406773 h 4489084"/>
              <a:gd name="connsiteX29054" fmla="*/ 4264199 w 5158787"/>
              <a:gd name="connsiteY29054" fmla="*/ 1406299 h 4489084"/>
              <a:gd name="connsiteX29055" fmla="*/ 3587790 w 5158787"/>
              <a:gd name="connsiteY29055" fmla="*/ 1406181 h 4489084"/>
              <a:gd name="connsiteX29056" fmla="*/ 3600819 w 5158787"/>
              <a:gd name="connsiteY29056" fmla="*/ 1406181 h 4489084"/>
              <a:gd name="connsiteX29057" fmla="*/ 3601589 w 5158787"/>
              <a:gd name="connsiteY29057" fmla="*/ 1406655 h 4489084"/>
              <a:gd name="connsiteX29058" fmla="*/ 3608103 w 5158787"/>
              <a:gd name="connsiteY29058" fmla="*/ 1417967 h 4489084"/>
              <a:gd name="connsiteX29059" fmla="*/ 3608103 w 5158787"/>
              <a:gd name="connsiteY29059" fmla="*/ 1418914 h 4489084"/>
              <a:gd name="connsiteX29060" fmla="*/ 3601589 w 5158787"/>
              <a:gd name="connsiteY29060" fmla="*/ 1430226 h 4489084"/>
              <a:gd name="connsiteX29061" fmla="*/ 3600819 w 5158787"/>
              <a:gd name="connsiteY29061" fmla="*/ 1430700 h 4489084"/>
              <a:gd name="connsiteX29062" fmla="*/ 3587790 w 5158787"/>
              <a:gd name="connsiteY29062" fmla="*/ 1430700 h 4489084"/>
              <a:gd name="connsiteX29063" fmla="*/ 3587020 w 5158787"/>
              <a:gd name="connsiteY29063" fmla="*/ 1430226 h 4489084"/>
              <a:gd name="connsiteX29064" fmla="*/ 3580505 w 5158787"/>
              <a:gd name="connsiteY29064" fmla="*/ 1418914 h 4489084"/>
              <a:gd name="connsiteX29065" fmla="*/ 3580505 w 5158787"/>
              <a:gd name="connsiteY29065" fmla="*/ 1417967 h 4489084"/>
              <a:gd name="connsiteX29066" fmla="*/ 3587020 w 5158787"/>
              <a:gd name="connsiteY29066" fmla="*/ 1406655 h 4489084"/>
              <a:gd name="connsiteX29067" fmla="*/ 3587790 w 5158787"/>
              <a:gd name="connsiteY29067" fmla="*/ 1406181 h 4489084"/>
              <a:gd name="connsiteX29068" fmla="*/ 3519740 w 5158787"/>
              <a:gd name="connsiteY29068" fmla="*/ 1405352 h 4489084"/>
              <a:gd name="connsiteX29069" fmla="*/ 3533658 w 5158787"/>
              <a:gd name="connsiteY29069" fmla="*/ 1405352 h 4489084"/>
              <a:gd name="connsiteX29070" fmla="*/ 3534487 w 5158787"/>
              <a:gd name="connsiteY29070" fmla="*/ 1405826 h 4489084"/>
              <a:gd name="connsiteX29071" fmla="*/ 3541417 w 5158787"/>
              <a:gd name="connsiteY29071" fmla="*/ 1417849 h 4489084"/>
              <a:gd name="connsiteX29072" fmla="*/ 3541417 w 5158787"/>
              <a:gd name="connsiteY29072" fmla="*/ 1418855 h 4489084"/>
              <a:gd name="connsiteX29073" fmla="*/ 3534428 w 5158787"/>
              <a:gd name="connsiteY29073" fmla="*/ 1430878 h 4489084"/>
              <a:gd name="connsiteX29074" fmla="*/ 3533598 w 5158787"/>
              <a:gd name="connsiteY29074" fmla="*/ 1431352 h 4489084"/>
              <a:gd name="connsiteX29075" fmla="*/ 3519681 w 5158787"/>
              <a:gd name="connsiteY29075" fmla="*/ 1431352 h 4489084"/>
              <a:gd name="connsiteX29076" fmla="*/ 3518851 w 5158787"/>
              <a:gd name="connsiteY29076" fmla="*/ 1430878 h 4489084"/>
              <a:gd name="connsiteX29077" fmla="*/ 3511922 w 5158787"/>
              <a:gd name="connsiteY29077" fmla="*/ 1418855 h 4489084"/>
              <a:gd name="connsiteX29078" fmla="*/ 3511922 w 5158787"/>
              <a:gd name="connsiteY29078" fmla="*/ 1417849 h 4489084"/>
              <a:gd name="connsiteX29079" fmla="*/ 3518911 w 5158787"/>
              <a:gd name="connsiteY29079" fmla="*/ 1405826 h 4489084"/>
              <a:gd name="connsiteX29080" fmla="*/ 3519740 w 5158787"/>
              <a:gd name="connsiteY29080" fmla="*/ 1405352 h 4489084"/>
              <a:gd name="connsiteX29081" fmla="*/ 678949 w 5158787"/>
              <a:gd name="connsiteY29081" fmla="*/ 1404759 h 4489084"/>
              <a:gd name="connsiteX29082" fmla="*/ 693519 w 5158787"/>
              <a:gd name="connsiteY29082" fmla="*/ 1404759 h 4489084"/>
              <a:gd name="connsiteX29083" fmla="*/ 694407 w 5158787"/>
              <a:gd name="connsiteY29083" fmla="*/ 1405292 h 4489084"/>
              <a:gd name="connsiteX29084" fmla="*/ 701692 w 5158787"/>
              <a:gd name="connsiteY29084" fmla="*/ 1417907 h 4489084"/>
              <a:gd name="connsiteX29085" fmla="*/ 701692 w 5158787"/>
              <a:gd name="connsiteY29085" fmla="*/ 1418914 h 4489084"/>
              <a:gd name="connsiteX29086" fmla="*/ 694407 w 5158787"/>
              <a:gd name="connsiteY29086" fmla="*/ 1431529 h 4489084"/>
              <a:gd name="connsiteX29087" fmla="*/ 693519 w 5158787"/>
              <a:gd name="connsiteY29087" fmla="*/ 1432062 h 4489084"/>
              <a:gd name="connsiteX29088" fmla="*/ 678949 w 5158787"/>
              <a:gd name="connsiteY29088" fmla="*/ 1432062 h 4489084"/>
              <a:gd name="connsiteX29089" fmla="*/ 678061 w 5158787"/>
              <a:gd name="connsiteY29089" fmla="*/ 1431529 h 4489084"/>
              <a:gd name="connsiteX29090" fmla="*/ 670776 w 5158787"/>
              <a:gd name="connsiteY29090" fmla="*/ 1418914 h 4489084"/>
              <a:gd name="connsiteX29091" fmla="*/ 670776 w 5158787"/>
              <a:gd name="connsiteY29091" fmla="*/ 1417907 h 4489084"/>
              <a:gd name="connsiteX29092" fmla="*/ 678061 w 5158787"/>
              <a:gd name="connsiteY29092" fmla="*/ 1405292 h 4489084"/>
              <a:gd name="connsiteX29093" fmla="*/ 678949 w 5158787"/>
              <a:gd name="connsiteY29093" fmla="*/ 1404759 h 4489084"/>
              <a:gd name="connsiteX29094" fmla="*/ 3654418 w 5158787"/>
              <a:gd name="connsiteY29094" fmla="*/ 1404226 h 4489084"/>
              <a:gd name="connsiteX29095" fmla="*/ 3669520 w 5158787"/>
              <a:gd name="connsiteY29095" fmla="*/ 1404226 h 4489084"/>
              <a:gd name="connsiteX29096" fmla="*/ 3670467 w 5158787"/>
              <a:gd name="connsiteY29096" fmla="*/ 1404759 h 4489084"/>
              <a:gd name="connsiteX29097" fmla="*/ 3678048 w 5158787"/>
              <a:gd name="connsiteY29097" fmla="*/ 1417848 h 4489084"/>
              <a:gd name="connsiteX29098" fmla="*/ 3678048 w 5158787"/>
              <a:gd name="connsiteY29098" fmla="*/ 1418914 h 4489084"/>
              <a:gd name="connsiteX29099" fmla="*/ 3670467 w 5158787"/>
              <a:gd name="connsiteY29099" fmla="*/ 1432003 h 4489084"/>
              <a:gd name="connsiteX29100" fmla="*/ 3669520 w 5158787"/>
              <a:gd name="connsiteY29100" fmla="*/ 1432536 h 4489084"/>
              <a:gd name="connsiteX29101" fmla="*/ 3654418 w 5158787"/>
              <a:gd name="connsiteY29101" fmla="*/ 1432536 h 4489084"/>
              <a:gd name="connsiteX29102" fmla="*/ 3653470 w 5158787"/>
              <a:gd name="connsiteY29102" fmla="*/ 1432003 h 4489084"/>
              <a:gd name="connsiteX29103" fmla="*/ 3645889 w 5158787"/>
              <a:gd name="connsiteY29103" fmla="*/ 1418914 h 4489084"/>
              <a:gd name="connsiteX29104" fmla="*/ 3645889 w 5158787"/>
              <a:gd name="connsiteY29104" fmla="*/ 1417848 h 4489084"/>
              <a:gd name="connsiteX29105" fmla="*/ 3653470 w 5158787"/>
              <a:gd name="connsiteY29105" fmla="*/ 1404759 h 4489084"/>
              <a:gd name="connsiteX29106" fmla="*/ 3654418 w 5158787"/>
              <a:gd name="connsiteY29106" fmla="*/ 1404226 h 4489084"/>
              <a:gd name="connsiteX29107" fmla="*/ 4127686 w 5158787"/>
              <a:gd name="connsiteY29107" fmla="*/ 1403989 h 4489084"/>
              <a:gd name="connsiteX29108" fmla="*/ 4143025 w 5158787"/>
              <a:gd name="connsiteY29108" fmla="*/ 1403989 h 4489084"/>
              <a:gd name="connsiteX29109" fmla="*/ 4143973 w 5158787"/>
              <a:gd name="connsiteY29109" fmla="*/ 1404522 h 4489084"/>
              <a:gd name="connsiteX29110" fmla="*/ 4151613 w 5158787"/>
              <a:gd name="connsiteY29110" fmla="*/ 1417789 h 4489084"/>
              <a:gd name="connsiteX29111" fmla="*/ 4151613 w 5158787"/>
              <a:gd name="connsiteY29111" fmla="*/ 1418855 h 4489084"/>
              <a:gd name="connsiteX29112" fmla="*/ 4143914 w 5158787"/>
              <a:gd name="connsiteY29112" fmla="*/ 1432121 h 4489084"/>
              <a:gd name="connsiteX29113" fmla="*/ 4142966 w 5158787"/>
              <a:gd name="connsiteY29113" fmla="*/ 1432654 h 4489084"/>
              <a:gd name="connsiteX29114" fmla="*/ 4127627 w 5158787"/>
              <a:gd name="connsiteY29114" fmla="*/ 1432654 h 4489084"/>
              <a:gd name="connsiteX29115" fmla="*/ 4126679 w 5158787"/>
              <a:gd name="connsiteY29115" fmla="*/ 1432121 h 4489084"/>
              <a:gd name="connsiteX29116" fmla="*/ 4119039 w 5158787"/>
              <a:gd name="connsiteY29116" fmla="*/ 1418855 h 4489084"/>
              <a:gd name="connsiteX29117" fmla="*/ 4119039 w 5158787"/>
              <a:gd name="connsiteY29117" fmla="*/ 1417789 h 4489084"/>
              <a:gd name="connsiteX29118" fmla="*/ 4126738 w 5158787"/>
              <a:gd name="connsiteY29118" fmla="*/ 1404522 h 4489084"/>
              <a:gd name="connsiteX29119" fmla="*/ 4127686 w 5158787"/>
              <a:gd name="connsiteY29119" fmla="*/ 1403989 h 4489084"/>
              <a:gd name="connsiteX29120" fmla="*/ 746110 w 5158787"/>
              <a:gd name="connsiteY29120" fmla="*/ 1403930 h 4489084"/>
              <a:gd name="connsiteX29121" fmla="*/ 761568 w 5158787"/>
              <a:gd name="connsiteY29121" fmla="*/ 1403930 h 4489084"/>
              <a:gd name="connsiteX29122" fmla="*/ 762515 w 5158787"/>
              <a:gd name="connsiteY29122" fmla="*/ 1404463 h 4489084"/>
              <a:gd name="connsiteX29123" fmla="*/ 770215 w 5158787"/>
              <a:gd name="connsiteY29123" fmla="*/ 1417848 h 4489084"/>
              <a:gd name="connsiteX29124" fmla="*/ 770215 w 5158787"/>
              <a:gd name="connsiteY29124" fmla="*/ 1418914 h 4489084"/>
              <a:gd name="connsiteX29125" fmla="*/ 762457 w 5158787"/>
              <a:gd name="connsiteY29125" fmla="*/ 1432299 h 4489084"/>
              <a:gd name="connsiteX29126" fmla="*/ 761509 w 5158787"/>
              <a:gd name="connsiteY29126" fmla="*/ 1432832 h 4489084"/>
              <a:gd name="connsiteX29127" fmla="*/ 746051 w 5158787"/>
              <a:gd name="connsiteY29127" fmla="*/ 1432832 h 4489084"/>
              <a:gd name="connsiteX29128" fmla="*/ 745104 w 5158787"/>
              <a:gd name="connsiteY29128" fmla="*/ 1432299 h 4489084"/>
              <a:gd name="connsiteX29129" fmla="*/ 737404 w 5158787"/>
              <a:gd name="connsiteY29129" fmla="*/ 1418914 h 4489084"/>
              <a:gd name="connsiteX29130" fmla="*/ 737404 w 5158787"/>
              <a:gd name="connsiteY29130" fmla="*/ 1417848 h 4489084"/>
              <a:gd name="connsiteX29131" fmla="*/ 745163 w 5158787"/>
              <a:gd name="connsiteY29131" fmla="*/ 1404463 h 4489084"/>
              <a:gd name="connsiteX29132" fmla="*/ 746110 w 5158787"/>
              <a:gd name="connsiteY29132" fmla="*/ 1403930 h 4489084"/>
              <a:gd name="connsiteX29133" fmla="*/ 813153 w 5158787"/>
              <a:gd name="connsiteY29133" fmla="*/ 1402746 h 4489084"/>
              <a:gd name="connsiteX29134" fmla="*/ 829795 w 5158787"/>
              <a:gd name="connsiteY29134" fmla="*/ 1402746 h 4489084"/>
              <a:gd name="connsiteX29135" fmla="*/ 830802 w 5158787"/>
              <a:gd name="connsiteY29135" fmla="*/ 1403338 h 4489084"/>
              <a:gd name="connsiteX29136" fmla="*/ 839153 w 5158787"/>
              <a:gd name="connsiteY29136" fmla="*/ 1417789 h 4489084"/>
              <a:gd name="connsiteX29137" fmla="*/ 839153 w 5158787"/>
              <a:gd name="connsiteY29137" fmla="*/ 1418974 h 4489084"/>
              <a:gd name="connsiteX29138" fmla="*/ 830802 w 5158787"/>
              <a:gd name="connsiteY29138" fmla="*/ 1433425 h 4489084"/>
              <a:gd name="connsiteX29139" fmla="*/ 829795 w 5158787"/>
              <a:gd name="connsiteY29139" fmla="*/ 1434017 h 4489084"/>
              <a:gd name="connsiteX29140" fmla="*/ 813153 w 5158787"/>
              <a:gd name="connsiteY29140" fmla="*/ 1434017 h 4489084"/>
              <a:gd name="connsiteX29141" fmla="*/ 812146 w 5158787"/>
              <a:gd name="connsiteY29141" fmla="*/ 1433425 h 4489084"/>
              <a:gd name="connsiteX29142" fmla="*/ 803796 w 5158787"/>
              <a:gd name="connsiteY29142" fmla="*/ 1418974 h 4489084"/>
              <a:gd name="connsiteX29143" fmla="*/ 803796 w 5158787"/>
              <a:gd name="connsiteY29143" fmla="*/ 1417789 h 4489084"/>
              <a:gd name="connsiteX29144" fmla="*/ 812146 w 5158787"/>
              <a:gd name="connsiteY29144" fmla="*/ 1403338 h 4489084"/>
              <a:gd name="connsiteX29145" fmla="*/ 813153 w 5158787"/>
              <a:gd name="connsiteY29145" fmla="*/ 1402746 h 4489084"/>
              <a:gd name="connsiteX29146" fmla="*/ 4465091 w 5158787"/>
              <a:gd name="connsiteY29146" fmla="*/ 1402568 h 4489084"/>
              <a:gd name="connsiteX29147" fmla="*/ 4481970 w 5158787"/>
              <a:gd name="connsiteY29147" fmla="*/ 1402568 h 4489084"/>
              <a:gd name="connsiteX29148" fmla="*/ 4482977 w 5158787"/>
              <a:gd name="connsiteY29148" fmla="*/ 1403160 h 4489084"/>
              <a:gd name="connsiteX29149" fmla="*/ 4491386 w 5158787"/>
              <a:gd name="connsiteY29149" fmla="*/ 1417789 h 4489084"/>
              <a:gd name="connsiteX29150" fmla="*/ 4491386 w 5158787"/>
              <a:gd name="connsiteY29150" fmla="*/ 1418973 h 4489084"/>
              <a:gd name="connsiteX29151" fmla="*/ 4482918 w 5158787"/>
              <a:gd name="connsiteY29151" fmla="*/ 1433602 h 4489084"/>
              <a:gd name="connsiteX29152" fmla="*/ 4481910 w 5158787"/>
              <a:gd name="connsiteY29152" fmla="*/ 1434194 h 4489084"/>
              <a:gd name="connsiteX29153" fmla="*/ 4465031 w 5158787"/>
              <a:gd name="connsiteY29153" fmla="*/ 1434194 h 4489084"/>
              <a:gd name="connsiteX29154" fmla="*/ 4464024 w 5158787"/>
              <a:gd name="connsiteY29154" fmla="*/ 1433602 h 4489084"/>
              <a:gd name="connsiteX29155" fmla="*/ 4455615 w 5158787"/>
              <a:gd name="connsiteY29155" fmla="*/ 1418973 h 4489084"/>
              <a:gd name="connsiteX29156" fmla="*/ 4455615 w 5158787"/>
              <a:gd name="connsiteY29156" fmla="*/ 1417789 h 4489084"/>
              <a:gd name="connsiteX29157" fmla="*/ 4464084 w 5158787"/>
              <a:gd name="connsiteY29157" fmla="*/ 1403160 h 4489084"/>
              <a:gd name="connsiteX29158" fmla="*/ 4465091 w 5158787"/>
              <a:gd name="connsiteY29158" fmla="*/ 1402568 h 4489084"/>
              <a:gd name="connsiteX29159" fmla="*/ 4329821 w 5158787"/>
              <a:gd name="connsiteY29159" fmla="*/ 1402568 h 4489084"/>
              <a:gd name="connsiteX29160" fmla="*/ 4346700 w 5158787"/>
              <a:gd name="connsiteY29160" fmla="*/ 1402568 h 4489084"/>
              <a:gd name="connsiteX29161" fmla="*/ 4347706 w 5158787"/>
              <a:gd name="connsiteY29161" fmla="*/ 1403160 h 4489084"/>
              <a:gd name="connsiteX29162" fmla="*/ 4356116 w 5158787"/>
              <a:gd name="connsiteY29162" fmla="*/ 1417789 h 4489084"/>
              <a:gd name="connsiteX29163" fmla="*/ 4356116 w 5158787"/>
              <a:gd name="connsiteY29163" fmla="*/ 1418973 h 4489084"/>
              <a:gd name="connsiteX29164" fmla="*/ 4347648 w 5158787"/>
              <a:gd name="connsiteY29164" fmla="*/ 1433602 h 4489084"/>
              <a:gd name="connsiteX29165" fmla="*/ 4346641 w 5158787"/>
              <a:gd name="connsiteY29165" fmla="*/ 1434194 h 4489084"/>
              <a:gd name="connsiteX29166" fmla="*/ 4329762 w 5158787"/>
              <a:gd name="connsiteY29166" fmla="*/ 1434194 h 4489084"/>
              <a:gd name="connsiteX29167" fmla="*/ 4328755 w 5158787"/>
              <a:gd name="connsiteY29167" fmla="*/ 1433602 h 4489084"/>
              <a:gd name="connsiteX29168" fmla="*/ 4320344 w 5158787"/>
              <a:gd name="connsiteY29168" fmla="*/ 1418973 h 4489084"/>
              <a:gd name="connsiteX29169" fmla="*/ 4320344 w 5158787"/>
              <a:gd name="connsiteY29169" fmla="*/ 1417789 h 4489084"/>
              <a:gd name="connsiteX29170" fmla="*/ 4328814 w 5158787"/>
              <a:gd name="connsiteY29170" fmla="*/ 1403160 h 4489084"/>
              <a:gd name="connsiteX29171" fmla="*/ 4329821 w 5158787"/>
              <a:gd name="connsiteY29171" fmla="*/ 1402568 h 4489084"/>
              <a:gd name="connsiteX29172" fmla="*/ 3450388 w 5158787"/>
              <a:gd name="connsiteY29172" fmla="*/ 1402154 h 4489084"/>
              <a:gd name="connsiteX29173" fmla="*/ 3467740 w 5158787"/>
              <a:gd name="connsiteY29173" fmla="*/ 1402154 h 4489084"/>
              <a:gd name="connsiteX29174" fmla="*/ 3468807 w 5158787"/>
              <a:gd name="connsiteY29174" fmla="*/ 1402746 h 4489084"/>
              <a:gd name="connsiteX29175" fmla="*/ 3477453 w 5158787"/>
              <a:gd name="connsiteY29175" fmla="*/ 1417730 h 4489084"/>
              <a:gd name="connsiteX29176" fmla="*/ 3477453 w 5158787"/>
              <a:gd name="connsiteY29176" fmla="*/ 1418974 h 4489084"/>
              <a:gd name="connsiteX29177" fmla="*/ 3468807 w 5158787"/>
              <a:gd name="connsiteY29177" fmla="*/ 1433958 h 4489084"/>
              <a:gd name="connsiteX29178" fmla="*/ 3467740 w 5158787"/>
              <a:gd name="connsiteY29178" fmla="*/ 1434550 h 4489084"/>
              <a:gd name="connsiteX29179" fmla="*/ 3450388 w 5158787"/>
              <a:gd name="connsiteY29179" fmla="*/ 1434550 h 4489084"/>
              <a:gd name="connsiteX29180" fmla="*/ 3449321 w 5158787"/>
              <a:gd name="connsiteY29180" fmla="*/ 1433958 h 4489084"/>
              <a:gd name="connsiteX29181" fmla="*/ 3440675 w 5158787"/>
              <a:gd name="connsiteY29181" fmla="*/ 1418974 h 4489084"/>
              <a:gd name="connsiteX29182" fmla="*/ 3440675 w 5158787"/>
              <a:gd name="connsiteY29182" fmla="*/ 1417730 h 4489084"/>
              <a:gd name="connsiteX29183" fmla="*/ 3449321 w 5158787"/>
              <a:gd name="connsiteY29183" fmla="*/ 1402746 h 4489084"/>
              <a:gd name="connsiteX29184" fmla="*/ 3450388 w 5158787"/>
              <a:gd name="connsiteY29184" fmla="*/ 1402154 h 4489084"/>
              <a:gd name="connsiteX29185" fmla="*/ 4397160 w 5158787"/>
              <a:gd name="connsiteY29185" fmla="*/ 1402035 h 4489084"/>
              <a:gd name="connsiteX29186" fmla="*/ 4414631 w 5158787"/>
              <a:gd name="connsiteY29186" fmla="*/ 1402035 h 4489084"/>
              <a:gd name="connsiteX29187" fmla="*/ 4415698 w 5158787"/>
              <a:gd name="connsiteY29187" fmla="*/ 1402627 h 4489084"/>
              <a:gd name="connsiteX29188" fmla="*/ 4424404 w 5158787"/>
              <a:gd name="connsiteY29188" fmla="*/ 1417730 h 4489084"/>
              <a:gd name="connsiteX29189" fmla="*/ 4424404 w 5158787"/>
              <a:gd name="connsiteY29189" fmla="*/ 1418973 h 4489084"/>
              <a:gd name="connsiteX29190" fmla="*/ 4415698 w 5158787"/>
              <a:gd name="connsiteY29190" fmla="*/ 1434076 h 4489084"/>
              <a:gd name="connsiteX29191" fmla="*/ 4414631 w 5158787"/>
              <a:gd name="connsiteY29191" fmla="*/ 1434668 h 4489084"/>
              <a:gd name="connsiteX29192" fmla="*/ 4397160 w 5158787"/>
              <a:gd name="connsiteY29192" fmla="*/ 1434668 h 4489084"/>
              <a:gd name="connsiteX29193" fmla="*/ 4396094 w 5158787"/>
              <a:gd name="connsiteY29193" fmla="*/ 1434076 h 4489084"/>
              <a:gd name="connsiteX29194" fmla="*/ 4387388 w 5158787"/>
              <a:gd name="connsiteY29194" fmla="*/ 1418973 h 4489084"/>
              <a:gd name="connsiteX29195" fmla="*/ 4387388 w 5158787"/>
              <a:gd name="connsiteY29195" fmla="*/ 1417730 h 4489084"/>
              <a:gd name="connsiteX29196" fmla="*/ 4396094 w 5158787"/>
              <a:gd name="connsiteY29196" fmla="*/ 1402627 h 4489084"/>
              <a:gd name="connsiteX29197" fmla="*/ 4397160 w 5158787"/>
              <a:gd name="connsiteY29197" fmla="*/ 1402035 h 4489084"/>
              <a:gd name="connsiteX29198" fmla="*/ 609597 w 5158787"/>
              <a:gd name="connsiteY29198" fmla="*/ 1401502 h 4489084"/>
              <a:gd name="connsiteX29199" fmla="*/ 627601 w 5158787"/>
              <a:gd name="connsiteY29199" fmla="*/ 1401502 h 4489084"/>
              <a:gd name="connsiteX29200" fmla="*/ 628727 w 5158787"/>
              <a:gd name="connsiteY29200" fmla="*/ 1402153 h 4489084"/>
              <a:gd name="connsiteX29201" fmla="*/ 637729 w 5158787"/>
              <a:gd name="connsiteY29201" fmla="*/ 1417730 h 4489084"/>
              <a:gd name="connsiteX29202" fmla="*/ 637729 w 5158787"/>
              <a:gd name="connsiteY29202" fmla="*/ 1418973 h 4489084"/>
              <a:gd name="connsiteX29203" fmla="*/ 628727 w 5158787"/>
              <a:gd name="connsiteY29203" fmla="*/ 1434550 h 4489084"/>
              <a:gd name="connsiteX29204" fmla="*/ 627601 w 5158787"/>
              <a:gd name="connsiteY29204" fmla="*/ 1435201 h 4489084"/>
              <a:gd name="connsiteX29205" fmla="*/ 609597 w 5158787"/>
              <a:gd name="connsiteY29205" fmla="*/ 1435201 h 4489084"/>
              <a:gd name="connsiteX29206" fmla="*/ 608472 w 5158787"/>
              <a:gd name="connsiteY29206" fmla="*/ 1434550 h 4489084"/>
              <a:gd name="connsiteX29207" fmla="*/ 599470 w 5158787"/>
              <a:gd name="connsiteY29207" fmla="*/ 1418973 h 4489084"/>
              <a:gd name="connsiteX29208" fmla="*/ 599470 w 5158787"/>
              <a:gd name="connsiteY29208" fmla="*/ 1417730 h 4489084"/>
              <a:gd name="connsiteX29209" fmla="*/ 608472 w 5158787"/>
              <a:gd name="connsiteY29209" fmla="*/ 1402153 h 4489084"/>
              <a:gd name="connsiteX29210" fmla="*/ 609597 w 5158787"/>
              <a:gd name="connsiteY29210" fmla="*/ 1401502 h 4489084"/>
              <a:gd name="connsiteX29211" fmla="*/ 4532074 w 5158787"/>
              <a:gd name="connsiteY29211" fmla="*/ 1401443 h 4489084"/>
              <a:gd name="connsiteX29212" fmla="*/ 4550198 w 5158787"/>
              <a:gd name="connsiteY29212" fmla="*/ 1401443 h 4489084"/>
              <a:gd name="connsiteX29213" fmla="*/ 4551323 w 5158787"/>
              <a:gd name="connsiteY29213" fmla="*/ 1402095 h 4489084"/>
              <a:gd name="connsiteX29214" fmla="*/ 4560384 w 5158787"/>
              <a:gd name="connsiteY29214" fmla="*/ 1417789 h 4489084"/>
              <a:gd name="connsiteX29215" fmla="*/ 4560384 w 5158787"/>
              <a:gd name="connsiteY29215" fmla="*/ 1419092 h 4489084"/>
              <a:gd name="connsiteX29216" fmla="*/ 4551323 w 5158787"/>
              <a:gd name="connsiteY29216" fmla="*/ 1434787 h 4489084"/>
              <a:gd name="connsiteX29217" fmla="*/ 4550198 w 5158787"/>
              <a:gd name="connsiteY29217" fmla="*/ 1435438 h 4489084"/>
              <a:gd name="connsiteX29218" fmla="*/ 4532074 w 5158787"/>
              <a:gd name="connsiteY29218" fmla="*/ 1435438 h 4489084"/>
              <a:gd name="connsiteX29219" fmla="*/ 4530949 w 5158787"/>
              <a:gd name="connsiteY29219" fmla="*/ 1434787 h 4489084"/>
              <a:gd name="connsiteX29220" fmla="*/ 4521888 w 5158787"/>
              <a:gd name="connsiteY29220" fmla="*/ 1419092 h 4489084"/>
              <a:gd name="connsiteX29221" fmla="*/ 4521888 w 5158787"/>
              <a:gd name="connsiteY29221" fmla="*/ 1417789 h 4489084"/>
              <a:gd name="connsiteX29222" fmla="*/ 4530949 w 5158787"/>
              <a:gd name="connsiteY29222" fmla="*/ 1402095 h 4489084"/>
              <a:gd name="connsiteX29223" fmla="*/ 4532074 w 5158787"/>
              <a:gd name="connsiteY29223" fmla="*/ 1401443 h 4489084"/>
              <a:gd name="connsiteX29224" fmla="*/ 1082923 w 5158787"/>
              <a:gd name="connsiteY29224" fmla="*/ 1401443 h 4489084"/>
              <a:gd name="connsiteX29225" fmla="*/ 1101046 w 5158787"/>
              <a:gd name="connsiteY29225" fmla="*/ 1401443 h 4489084"/>
              <a:gd name="connsiteX29226" fmla="*/ 1102172 w 5158787"/>
              <a:gd name="connsiteY29226" fmla="*/ 1402095 h 4489084"/>
              <a:gd name="connsiteX29227" fmla="*/ 1111233 w 5158787"/>
              <a:gd name="connsiteY29227" fmla="*/ 1417789 h 4489084"/>
              <a:gd name="connsiteX29228" fmla="*/ 1111233 w 5158787"/>
              <a:gd name="connsiteY29228" fmla="*/ 1419092 h 4489084"/>
              <a:gd name="connsiteX29229" fmla="*/ 1102172 w 5158787"/>
              <a:gd name="connsiteY29229" fmla="*/ 1434787 h 4489084"/>
              <a:gd name="connsiteX29230" fmla="*/ 1101046 w 5158787"/>
              <a:gd name="connsiteY29230" fmla="*/ 1435438 h 4489084"/>
              <a:gd name="connsiteX29231" fmla="*/ 1082923 w 5158787"/>
              <a:gd name="connsiteY29231" fmla="*/ 1435438 h 4489084"/>
              <a:gd name="connsiteX29232" fmla="*/ 1081798 w 5158787"/>
              <a:gd name="connsiteY29232" fmla="*/ 1434787 h 4489084"/>
              <a:gd name="connsiteX29233" fmla="*/ 1072737 w 5158787"/>
              <a:gd name="connsiteY29233" fmla="*/ 1419092 h 4489084"/>
              <a:gd name="connsiteX29234" fmla="*/ 1072737 w 5158787"/>
              <a:gd name="connsiteY29234" fmla="*/ 1417789 h 4489084"/>
              <a:gd name="connsiteX29235" fmla="*/ 1081798 w 5158787"/>
              <a:gd name="connsiteY29235" fmla="*/ 1402095 h 4489084"/>
              <a:gd name="connsiteX29236" fmla="*/ 1082923 w 5158787"/>
              <a:gd name="connsiteY29236" fmla="*/ 1401443 h 4489084"/>
              <a:gd name="connsiteX29237" fmla="*/ 541902 w 5158787"/>
              <a:gd name="connsiteY29237" fmla="*/ 1401443 h 4489084"/>
              <a:gd name="connsiteX29238" fmla="*/ 560025 w 5158787"/>
              <a:gd name="connsiteY29238" fmla="*/ 1401443 h 4489084"/>
              <a:gd name="connsiteX29239" fmla="*/ 561150 w 5158787"/>
              <a:gd name="connsiteY29239" fmla="*/ 1402095 h 4489084"/>
              <a:gd name="connsiteX29240" fmla="*/ 570212 w 5158787"/>
              <a:gd name="connsiteY29240" fmla="*/ 1417789 h 4489084"/>
              <a:gd name="connsiteX29241" fmla="*/ 570212 w 5158787"/>
              <a:gd name="connsiteY29241" fmla="*/ 1419092 h 4489084"/>
              <a:gd name="connsiteX29242" fmla="*/ 561150 w 5158787"/>
              <a:gd name="connsiteY29242" fmla="*/ 1434787 h 4489084"/>
              <a:gd name="connsiteX29243" fmla="*/ 560025 w 5158787"/>
              <a:gd name="connsiteY29243" fmla="*/ 1435438 h 4489084"/>
              <a:gd name="connsiteX29244" fmla="*/ 541902 w 5158787"/>
              <a:gd name="connsiteY29244" fmla="*/ 1435438 h 4489084"/>
              <a:gd name="connsiteX29245" fmla="*/ 540777 w 5158787"/>
              <a:gd name="connsiteY29245" fmla="*/ 1434787 h 4489084"/>
              <a:gd name="connsiteX29246" fmla="*/ 531716 w 5158787"/>
              <a:gd name="connsiteY29246" fmla="*/ 1419092 h 4489084"/>
              <a:gd name="connsiteX29247" fmla="*/ 531716 w 5158787"/>
              <a:gd name="connsiteY29247" fmla="*/ 1417789 h 4489084"/>
              <a:gd name="connsiteX29248" fmla="*/ 540777 w 5158787"/>
              <a:gd name="connsiteY29248" fmla="*/ 1402095 h 4489084"/>
              <a:gd name="connsiteX29249" fmla="*/ 541902 w 5158787"/>
              <a:gd name="connsiteY29249" fmla="*/ 1401443 h 4489084"/>
              <a:gd name="connsiteX29250" fmla="*/ 879900 w 5158787"/>
              <a:gd name="connsiteY29250" fmla="*/ 1401147 h 4489084"/>
              <a:gd name="connsiteX29251" fmla="*/ 898319 w 5158787"/>
              <a:gd name="connsiteY29251" fmla="*/ 1401147 h 4489084"/>
              <a:gd name="connsiteX29252" fmla="*/ 899445 w 5158787"/>
              <a:gd name="connsiteY29252" fmla="*/ 1401798 h 4489084"/>
              <a:gd name="connsiteX29253" fmla="*/ 908684 w 5158787"/>
              <a:gd name="connsiteY29253" fmla="*/ 1417789 h 4489084"/>
              <a:gd name="connsiteX29254" fmla="*/ 908684 w 5158787"/>
              <a:gd name="connsiteY29254" fmla="*/ 1419092 h 4489084"/>
              <a:gd name="connsiteX29255" fmla="*/ 899445 w 5158787"/>
              <a:gd name="connsiteY29255" fmla="*/ 1435083 h 4489084"/>
              <a:gd name="connsiteX29256" fmla="*/ 898319 w 5158787"/>
              <a:gd name="connsiteY29256" fmla="*/ 1435734 h 4489084"/>
              <a:gd name="connsiteX29257" fmla="*/ 879900 w 5158787"/>
              <a:gd name="connsiteY29257" fmla="*/ 1435734 h 4489084"/>
              <a:gd name="connsiteX29258" fmla="*/ 878775 w 5158787"/>
              <a:gd name="connsiteY29258" fmla="*/ 1435083 h 4489084"/>
              <a:gd name="connsiteX29259" fmla="*/ 869536 w 5158787"/>
              <a:gd name="connsiteY29259" fmla="*/ 1419092 h 4489084"/>
              <a:gd name="connsiteX29260" fmla="*/ 869536 w 5158787"/>
              <a:gd name="connsiteY29260" fmla="*/ 1417789 h 4489084"/>
              <a:gd name="connsiteX29261" fmla="*/ 878775 w 5158787"/>
              <a:gd name="connsiteY29261" fmla="*/ 1401798 h 4489084"/>
              <a:gd name="connsiteX29262" fmla="*/ 879900 w 5158787"/>
              <a:gd name="connsiteY29262" fmla="*/ 1401147 h 4489084"/>
              <a:gd name="connsiteX29263" fmla="*/ 1150322 w 5158787"/>
              <a:gd name="connsiteY29263" fmla="*/ 1400910 h 4489084"/>
              <a:gd name="connsiteX29264" fmla="*/ 1168977 w 5158787"/>
              <a:gd name="connsiteY29264" fmla="*/ 1400910 h 4489084"/>
              <a:gd name="connsiteX29265" fmla="*/ 1170103 w 5158787"/>
              <a:gd name="connsiteY29265" fmla="*/ 1401562 h 4489084"/>
              <a:gd name="connsiteX29266" fmla="*/ 1179401 w 5158787"/>
              <a:gd name="connsiteY29266" fmla="*/ 1417730 h 4489084"/>
              <a:gd name="connsiteX29267" fmla="*/ 1179401 w 5158787"/>
              <a:gd name="connsiteY29267" fmla="*/ 1419033 h 4489084"/>
              <a:gd name="connsiteX29268" fmla="*/ 1170044 w 5158787"/>
              <a:gd name="connsiteY29268" fmla="*/ 1435201 h 4489084"/>
              <a:gd name="connsiteX29269" fmla="*/ 1168918 w 5158787"/>
              <a:gd name="connsiteY29269" fmla="*/ 1435853 h 4489084"/>
              <a:gd name="connsiteX29270" fmla="*/ 1150262 w 5158787"/>
              <a:gd name="connsiteY29270" fmla="*/ 1435853 h 4489084"/>
              <a:gd name="connsiteX29271" fmla="*/ 1149137 w 5158787"/>
              <a:gd name="connsiteY29271" fmla="*/ 1435201 h 4489084"/>
              <a:gd name="connsiteX29272" fmla="*/ 1139839 w 5158787"/>
              <a:gd name="connsiteY29272" fmla="*/ 1419033 h 4489084"/>
              <a:gd name="connsiteX29273" fmla="*/ 1139839 w 5158787"/>
              <a:gd name="connsiteY29273" fmla="*/ 1417730 h 4489084"/>
              <a:gd name="connsiteX29274" fmla="*/ 1149196 w 5158787"/>
              <a:gd name="connsiteY29274" fmla="*/ 1401562 h 4489084"/>
              <a:gd name="connsiteX29275" fmla="*/ 1150322 w 5158787"/>
              <a:gd name="connsiteY29275" fmla="*/ 1400910 h 4489084"/>
              <a:gd name="connsiteX29276" fmla="*/ 3720039 w 5158787"/>
              <a:gd name="connsiteY29276" fmla="*/ 1400495 h 4489084"/>
              <a:gd name="connsiteX29277" fmla="*/ 3739110 w 5158787"/>
              <a:gd name="connsiteY29277" fmla="*/ 1400495 h 4489084"/>
              <a:gd name="connsiteX29278" fmla="*/ 3740294 w 5158787"/>
              <a:gd name="connsiteY29278" fmla="*/ 1401147 h 4489084"/>
              <a:gd name="connsiteX29279" fmla="*/ 3749830 w 5158787"/>
              <a:gd name="connsiteY29279" fmla="*/ 1417670 h 4489084"/>
              <a:gd name="connsiteX29280" fmla="*/ 3749830 w 5158787"/>
              <a:gd name="connsiteY29280" fmla="*/ 1419032 h 4489084"/>
              <a:gd name="connsiteX29281" fmla="*/ 3740294 w 5158787"/>
              <a:gd name="connsiteY29281" fmla="*/ 1435556 h 4489084"/>
              <a:gd name="connsiteX29282" fmla="*/ 3739110 w 5158787"/>
              <a:gd name="connsiteY29282" fmla="*/ 1436208 h 4489084"/>
              <a:gd name="connsiteX29283" fmla="*/ 3720039 w 5158787"/>
              <a:gd name="connsiteY29283" fmla="*/ 1436208 h 4489084"/>
              <a:gd name="connsiteX29284" fmla="*/ 3718855 w 5158787"/>
              <a:gd name="connsiteY29284" fmla="*/ 1435556 h 4489084"/>
              <a:gd name="connsiteX29285" fmla="*/ 3709320 w 5158787"/>
              <a:gd name="connsiteY29285" fmla="*/ 1419032 h 4489084"/>
              <a:gd name="connsiteX29286" fmla="*/ 3709320 w 5158787"/>
              <a:gd name="connsiteY29286" fmla="*/ 1417670 h 4489084"/>
              <a:gd name="connsiteX29287" fmla="*/ 3718855 w 5158787"/>
              <a:gd name="connsiteY29287" fmla="*/ 1401147 h 4489084"/>
              <a:gd name="connsiteX29288" fmla="*/ 3720039 w 5158787"/>
              <a:gd name="connsiteY29288" fmla="*/ 1400495 h 4489084"/>
              <a:gd name="connsiteX29289" fmla="*/ 3381805 w 5158787"/>
              <a:gd name="connsiteY29289" fmla="*/ 1400318 h 4489084"/>
              <a:gd name="connsiteX29290" fmla="*/ 3401112 w 5158787"/>
              <a:gd name="connsiteY29290" fmla="*/ 1400318 h 4489084"/>
              <a:gd name="connsiteX29291" fmla="*/ 3402296 w 5158787"/>
              <a:gd name="connsiteY29291" fmla="*/ 1401029 h 4489084"/>
              <a:gd name="connsiteX29292" fmla="*/ 3411950 w 5158787"/>
              <a:gd name="connsiteY29292" fmla="*/ 1417789 h 4489084"/>
              <a:gd name="connsiteX29293" fmla="*/ 3411950 w 5158787"/>
              <a:gd name="connsiteY29293" fmla="*/ 1419152 h 4489084"/>
              <a:gd name="connsiteX29294" fmla="*/ 3402296 w 5158787"/>
              <a:gd name="connsiteY29294" fmla="*/ 1435912 h 4489084"/>
              <a:gd name="connsiteX29295" fmla="*/ 3401112 w 5158787"/>
              <a:gd name="connsiteY29295" fmla="*/ 1436623 h 4489084"/>
              <a:gd name="connsiteX29296" fmla="*/ 3381805 w 5158787"/>
              <a:gd name="connsiteY29296" fmla="*/ 1436623 h 4489084"/>
              <a:gd name="connsiteX29297" fmla="*/ 3380621 w 5158787"/>
              <a:gd name="connsiteY29297" fmla="*/ 1435912 h 4489084"/>
              <a:gd name="connsiteX29298" fmla="*/ 3370967 w 5158787"/>
              <a:gd name="connsiteY29298" fmla="*/ 1419152 h 4489084"/>
              <a:gd name="connsiteX29299" fmla="*/ 3370967 w 5158787"/>
              <a:gd name="connsiteY29299" fmla="*/ 1417789 h 4489084"/>
              <a:gd name="connsiteX29300" fmla="*/ 3380621 w 5158787"/>
              <a:gd name="connsiteY29300" fmla="*/ 1401029 h 4489084"/>
              <a:gd name="connsiteX29301" fmla="*/ 3381805 w 5158787"/>
              <a:gd name="connsiteY29301" fmla="*/ 1400318 h 4489084"/>
              <a:gd name="connsiteX29302" fmla="*/ 473676 w 5158787"/>
              <a:gd name="connsiteY29302" fmla="*/ 1400318 h 4489084"/>
              <a:gd name="connsiteX29303" fmla="*/ 492983 w 5158787"/>
              <a:gd name="connsiteY29303" fmla="*/ 1400318 h 4489084"/>
              <a:gd name="connsiteX29304" fmla="*/ 494168 w 5158787"/>
              <a:gd name="connsiteY29304" fmla="*/ 1401029 h 4489084"/>
              <a:gd name="connsiteX29305" fmla="*/ 503821 w 5158787"/>
              <a:gd name="connsiteY29305" fmla="*/ 1417789 h 4489084"/>
              <a:gd name="connsiteX29306" fmla="*/ 503821 w 5158787"/>
              <a:gd name="connsiteY29306" fmla="*/ 1419152 h 4489084"/>
              <a:gd name="connsiteX29307" fmla="*/ 494168 w 5158787"/>
              <a:gd name="connsiteY29307" fmla="*/ 1435912 h 4489084"/>
              <a:gd name="connsiteX29308" fmla="*/ 492983 w 5158787"/>
              <a:gd name="connsiteY29308" fmla="*/ 1436623 h 4489084"/>
              <a:gd name="connsiteX29309" fmla="*/ 473676 w 5158787"/>
              <a:gd name="connsiteY29309" fmla="*/ 1436623 h 4489084"/>
              <a:gd name="connsiteX29310" fmla="*/ 472491 w 5158787"/>
              <a:gd name="connsiteY29310" fmla="*/ 1435912 h 4489084"/>
              <a:gd name="connsiteX29311" fmla="*/ 462838 w 5158787"/>
              <a:gd name="connsiteY29311" fmla="*/ 1419152 h 4489084"/>
              <a:gd name="connsiteX29312" fmla="*/ 462838 w 5158787"/>
              <a:gd name="connsiteY29312" fmla="*/ 1417789 h 4489084"/>
              <a:gd name="connsiteX29313" fmla="*/ 472491 w 5158787"/>
              <a:gd name="connsiteY29313" fmla="*/ 1401029 h 4489084"/>
              <a:gd name="connsiteX29314" fmla="*/ 473676 w 5158787"/>
              <a:gd name="connsiteY29314" fmla="*/ 1400318 h 4489084"/>
              <a:gd name="connsiteX29315" fmla="*/ 946943 w 5158787"/>
              <a:gd name="connsiteY29315" fmla="*/ 1400081 h 4489084"/>
              <a:gd name="connsiteX29316" fmla="*/ 966488 w 5158787"/>
              <a:gd name="connsiteY29316" fmla="*/ 1400081 h 4489084"/>
              <a:gd name="connsiteX29317" fmla="*/ 967672 w 5158787"/>
              <a:gd name="connsiteY29317" fmla="*/ 1400792 h 4489084"/>
              <a:gd name="connsiteX29318" fmla="*/ 977444 w 5158787"/>
              <a:gd name="connsiteY29318" fmla="*/ 1417730 h 4489084"/>
              <a:gd name="connsiteX29319" fmla="*/ 977444 w 5158787"/>
              <a:gd name="connsiteY29319" fmla="*/ 1419092 h 4489084"/>
              <a:gd name="connsiteX29320" fmla="*/ 967672 w 5158787"/>
              <a:gd name="connsiteY29320" fmla="*/ 1436030 h 4489084"/>
              <a:gd name="connsiteX29321" fmla="*/ 966488 w 5158787"/>
              <a:gd name="connsiteY29321" fmla="*/ 1436741 h 4489084"/>
              <a:gd name="connsiteX29322" fmla="*/ 946943 w 5158787"/>
              <a:gd name="connsiteY29322" fmla="*/ 1436741 h 4489084"/>
              <a:gd name="connsiteX29323" fmla="*/ 945759 w 5158787"/>
              <a:gd name="connsiteY29323" fmla="*/ 1436030 h 4489084"/>
              <a:gd name="connsiteX29324" fmla="*/ 935987 w 5158787"/>
              <a:gd name="connsiteY29324" fmla="*/ 1419092 h 4489084"/>
              <a:gd name="connsiteX29325" fmla="*/ 935987 w 5158787"/>
              <a:gd name="connsiteY29325" fmla="*/ 1417730 h 4489084"/>
              <a:gd name="connsiteX29326" fmla="*/ 945759 w 5158787"/>
              <a:gd name="connsiteY29326" fmla="*/ 1400792 h 4489084"/>
              <a:gd name="connsiteX29327" fmla="*/ 946943 w 5158787"/>
              <a:gd name="connsiteY29327" fmla="*/ 1400081 h 4489084"/>
              <a:gd name="connsiteX29328" fmla="*/ 4598940 w 5158787"/>
              <a:gd name="connsiteY29328" fmla="*/ 1399962 h 4489084"/>
              <a:gd name="connsiteX29329" fmla="*/ 4618603 w 5158787"/>
              <a:gd name="connsiteY29329" fmla="*/ 1399962 h 4489084"/>
              <a:gd name="connsiteX29330" fmla="*/ 4619787 w 5158787"/>
              <a:gd name="connsiteY29330" fmla="*/ 1400673 h 4489084"/>
              <a:gd name="connsiteX29331" fmla="*/ 4629619 w 5158787"/>
              <a:gd name="connsiteY29331" fmla="*/ 1417670 h 4489084"/>
              <a:gd name="connsiteX29332" fmla="*/ 4629619 w 5158787"/>
              <a:gd name="connsiteY29332" fmla="*/ 1419032 h 4489084"/>
              <a:gd name="connsiteX29333" fmla="*/ 4619787 w 5158787"/>
              <a:gd name="connsiteY29333" fmla="*/ 1436030 h 4489084"/>
              <a:gd name="connsiteX29334" fmla="*/ 4618603 w 5158787"/>
              <a:gd name="connsiteY29334" fmla="*/ 1436741 h 4489084"/>
              <a:gd name="connsiteX29335" fmla="*/ 4598940 w 5158787"/>
              <a:gd name="connsiteY29335" fmla="*/ 1436741 h 4489084"/>
              <a:gd name="connsiteX29336" fmla="*/ 4597755 w 5158787"/>
              <a:gd name="connsiteY29336" fmla="*/ 1436030 h 4489084"/>
              <a:gd name="connsiteX29337" fmla="*/ 4587924 w 5158787"/>
              <a:gd name="connsiteY29337" fmla="*/ 1419032 h 4489084"/>
              <a:gd name="connsiteX29338" fmla="*/ 4587924 w 5158787"/>
              <a:gd name="connsiteY29338" fmla="*/ 1417670 h 4489084"/>
              <a:gd name="connsiteX29339" fmla="*/ 4597755 w 5158787"/>
              <a:gd name="connsiteY29339" fmla="*/ 1400673 h 4489084"/>
              <a:gd name="connsiteX29340" fmla="*/ 4598940 w 5158787"/>
              <a:gd name="connsiteY29340" fmla="*/ 1399962 h 4489084"/>
              <a:gd name="connsiteX29341" fmla="*/ 1014460 w 5158787"/>
              <a:gd name="connsiteY29341" fmla="*/ 1399903 h 4489084"/>
              <a:gd name="connsiteX29342" fmla="*/ 1034241 w 5158787"/>
              <a:gd name="connsiteY29342" fmla="*/ 1399903 h 4489084"/>
              <a:gd name="connsiteX29343" fmla="*/ 1035425 w 5158787"/>
              <a:gd name="connsiteY29343" fmla="*/ 1400614 h 4489084"/>
              <a:gd name="connsiteX29344" fmla="*/ 1045316 w 5158787"/>
              <a:gd name="connsiteY29344" fmla="*/ 1417730 h 4489084"/>
              <a:gd name="connsiteX29345" fmla="*/ 1045316 w 5158787"/>
              <a:gd name="connsiteY29345" fmla="*/ 1419151 h 4489084"/>
              <a:gd name="connsiteX29346" fmla="*/ 1035425 w 5158787"/>
              <a:gd name="connsiteY29346" fmla="*/ 1436267 h 4489084"/>
              <a:gd name="connsiteX29347" fmla="*/ 1034241 w 5158787"/>
              <a:gd name="connsiteY29347" fmla="*/ 1436978 h 4489084"/>
              <a:gd name="connsiteX29348" fmla="*/ 1014460 w 5158787"/>
              <a:gd name="connsiteY29348" fmla="*/ 1436978 h 4489084"/>
              <a:gd name="connsiteX29349" fmla="*/ 1013275 w 5158787"/>
              <a:gd name="connsiteY29349" fmla="*/ 1436267 h 4489084"/>
              <a:gd name="connsiteX29350" fmla="*/ 1003385 w 5158787"/>
              <a:gd name="connsiteY29350" fmla="*/ 1419151 h 4489084"/>
              <a:gd name="connsiteX29351" fmla="*/ 1003385 w 5158787"/>
              <a:gd name="connsiteY29351" fmla="*/ 1417730 h 4489084"/>
              <a:gd name="connsiteX29352" fmla="*/ 1013275 w 5158787"/>
              <a:gd name="connsiteY29352" fmla="*/ 1400614 h 4489084"/>
              <a:gd name="connsiteX29353" fmla="*/ 1014460 w 5158787"/>
              <a:gd name="connsiteY29353" fmla="*/ 1399903 h 4489084"/>
              <a:gd name="connsiteX29354" fmla="*/ 1554889 w 5158787"/>
              <a:gd name="connsiteY29354" fmla="*/ 1398659 h 4489084"/>
              <a:gd name="connsiteX29355" fmla="*/ 1575973 w 5158787"/>
              <a:gd name="connsiteY29355" fmla="*/ 1398659 h 4489084"/>
              <a:gd name="connsiteX29356" fmla="*/ 1577276 w 5158787"/>
              <a:gd name="connsiteY29356" fmla="*/ 1399429 h 4489084"/>
              <a:gd name="connsiteX29357" fmla="*/ 1587818 w 5158787"/>
              <a:gd name="connsiteY29357" fmla="*/ 1417670 h 4489084"/>
              <a:gd name="connsiteX29358" fmla="*/ 1587818 w 5158787"/>
              <a:gd name="connsiteY29358" fmla="*/ 1419151 h 4489084"/>
              <a:gd name="connsiteX29359" fmla="*/ 1577276 w 5158787"/>
              <a:gd name="connsiteY29359" fmla="*/ 1437392 h 4489084"/>
              <a:gd name="connsiteX29360" fmla="*/ 1575973 w 5158787"/>
              <a:gd name="connsiteY29360" fmla="*/ 1438162 h 4489084"/>
              <a:gd name="connsiteX29361" fmla="*/ 1554889 w 5158787"/>
              <a:gd name="connsiteY29361" fmla="*/ 1438162 h 4489084"/>
              <a:gd name="connsiteX29362" fmla="*/ 1553586 w 5158787"/>
              <a:gd name="connsiteY29362" fmla="*/ 1437392 h 4489084"/>
              <a:gd name="connsiteX29363" fmla="*/ 1543044 w 5158787"/>
              <a:gd name="connsiteY29363" fmla="*/ 1419151 h 4489084"/>
              <a:gd name="connsiteX29364" fmla="*/ 1543044 w 5158787"/>
              <a:gd name="connsiteY29364" fmla="*/ 1417670 h 4489084"/>
              <a:gd name="connsiteX29365" fmla="*/ 1553586 w 5158787"/>
              <a:gd name="connsiteY29365" fmla="*/ 1399429 h 4489084"/>
              <a:gd name="connsiteX29366" fmla="*/ 1554889 w 5158787"/>
              <a:gd name="connsiteY29366" fmla="*/ 1398659 h 4489084"/>
              <a:gd name="connsiteX29367" fmla="*/ 1216417 w 5158787"/>
              <a:gd name="connsiteY29367" fmla="*/ 1398008 h 4489084"/>
              <a:gd name="connsiteX29368" fmla="*/ 1238153 w 5158787"/>
              <a:gd name="connsiteY29368" fmla="*/ 1398008 h 4489084"/>
              <a:gd name="connsiteX29369" fmla="*/ 1239456 w 5158787"/>
              <a:gd name="connsiteY29369" fmla="*/ 1398778 h 4489084"/>
              <a:gd name="connsiteX29370" fmla="*/ 1250294 w 5158787"/>
              <a:gd name="connsiteY29370" fmla="*/ 1417611 h 4489084"/>
              <a:gd name="connsiteX29371" fmla="*/ 1250294 w 5158787"/>
              <a:gd name="connsiteY29371" fmla="*/ 1419151 h 4489084"/>
              <a:gd name="connsiteX29372" fmla="*/ 1239397 w 5158787"/>
              <a:gd name="connsiteY29372" fmla="*/ 1437985 h 4489084"/>
              <a:gd name="connsiteX29373" fmla="*/ 1238094 w 5158787"/>
              <a:gd name="connsiteY29373" fmla="*/ 1438755 h 4489084"/>
              <a:gd name="connsiteX29374" fmla="*/ 1216358 w 5158787"/>
              <a:gd name="connsiteY29374" fmla="*/ 1438755 h 4489084"/>
              <a:gd name="connsiteX29375" fmla="*/ 1215055 w 5158787"/>
              <a:gd name="connsiteY29375" fmla="*/ 1437985 h 4489084"/>
              <a:gd name="connsiteX29376" fmla="*/ 1204217 w 5158787"/>
              <a:gd name="connsiteY29376" fmla="*/ 1419151 h 4489084"/>
              <a:gd name="connsiteX29377" fmla="*/ 1204217 w 5158787"/>
              <a:gd name="connsiteY29377" fmla="*/ 1417611 h 4489084"/>
              <a:gd name="connsiteX29378" fmla="*/ 1215115 w 5158787"/>
              <a:gd name="connsiteY29378" fmla="*/ 1398778 h 4489084"/>
              <a:gd name="connsiteX29379" fmla="*/ 1216417 w 5158787"/>
              <a:gd name="connsiteY29379" fmla="*/ 1398008 h 4489084"/>
              <a:gd name="connsiteX29380" fmla="*/ 3786253 w 5158787"/>
              <a:gd name="connsiteY29380" fmla="*/ 1397830 h 4489084"/>
              <a:gd name="connsiteX29381" fmla="*/ 3808225 w 5158787"/>
              <a:gd name="connsiteY29381" fmla="*/ 1397830 h 4489084"/>
              <a:gd name="connsiteX29382" fmla="*/ 3809587 w 5158787"/>
              <a:gd name="connsiteY29382" fmla="*/ 1398600 h 4489084"/>
              <a:gd name="connsiteX29383" fmla="*/ 3820545 w 5158787"/>
              <a:gd name="connsiteY29383" fmla="*/ 1417611 h 4489084"/>
              <a:gd name="connsiteX29384" fmla="*/ 3820545 w 5158787"/>
              <a:gd name="connsiteY29384" fmla="*/ 1419151 h 4489084"/>
              <a:gd name="connsiteX29385" fmla="*/ 3809528 w 5158787"/>
              <a:gd name="connsiteY29385" fmla="*/ 1438162 h 4489084"/>
              <a:gd name="connsiteX29386" fmla="*/ 3808166 w 5158787"/>
              <a:gd name="connsiteY29386" fmla="*/ 1438932 h 4489084"/>
              <a:gd name="connsiteX29387" fmla="*/ 3786194 w 5158787"/>
              <a:gd name="connsiteY29387" fmla="*/ 1438932 h 4489084"/>
              <a:gd name="connsiteX29388" fmla="*/ 3784832 w 5158787"/>
              <a:gd name="connsiteY29388" fmla="*/ 1438162 h 4489084"/>
              <a:gd name="connsiteX29389" fmla="*/ 3773875 w 5158787"/>
              <a:gd name="connsiteY29389" fmla="*/ 1419151 h 4489084"/>
              <a:gd name="connsiteX29390" fmla="*/ 3773875 w 5158787"/>
              <a:gd name="connsiteY29390" fmla="*/ 1417611 h 4489084"/>
              <a:gd name="connsiteX29391" fmla="*/ 3784891 w 5158787"/>
              <a:gd name="connsiteY29391" fmla="*/ 1398600 h 4489084"/>
              <a:gd name="connsiteX29392" fmla="*/ 3786253 w 5158787"/>
              <a:gd name="connsiteY29392" fmla="*/ 1397830 h 4489084"/>
              <a:gd name="connsiteX29393" fmla="*/ 1419086 w 5158787"/>
              <a:gd name="connsiteY29393" fmla="*/ 1397712 h 4489084"/>
              <a:gd name="connsiteX29394" fmla="*/ 1441176 w 5158787"/>
              <a:gd name="connsiteY29394" fmla="*/ 1397712 h 4489084"/>
              <a:gd name="connsiteX29395" fmla="*/ 1442538 w 5158787"/>
              <a:gd name="connsiteY29395" fmla="*/ 1398482 h 4489084"/>
              <a:gd name="connsiteX29396" fmla="*/ 1453555 w 5158787"/>
              <a:gd name="connsiteY29396" fmla="*/ 1417612 h 4489084"/>
              <a:gd name="connsiteX29397" fmla="*/ 1453555 w 5158787"/>
              <a:gd name="connsiteY29397" fmla="*/ 1419152 h 4489084"/>
              <a:gd name="connsiteX29398" fmla="*/ 1442480 w 5158787"/>
              <a:gd name="connsiteY29398" fmla="*/ 1438281 h 4489084"/>
              <a:gd name="connsiteX29399" fmla="*/ 1441117 w 5158787"/>
              <a:gd name="connsiteY29399" fmla="*/ 1439051 h 4489084"/>
              <a:gd name="connsiteX29400" fmla="*/ 1419026 w 5158787"/>
              <a:gd name="connsiteY29400" fmla="*/ 1439051 h 4489084"/>
              <a:gd name="connsiteX29401" fmla="*/ 1417664 w 5158787"/>
              <a:gd name="connsiteY29401" fmla="*/ 1438281 h 4489084"/>
              <a:gd name="connsiteX29402" fmla="*/ 1406648 w 5158787"/>
              <a:gd name="connsiteY29402" fmla="*/ 1419152 h 4489084"/>
              <a:gd name="connsiteX29403" fmla="*/ 1406648 w 5158787"/>
              <a:gd name="connsiteY29403" fmla="*/ 1417612 h 4489084"/>
              <a:gd name="connsiteX29404" fmla="*/ 1417723 w 5158787"/>
              <a:gd name="connsiteY29404" fmla="*/ 1398482 h 4489084"/>
              <a:gd name="connsiteX29405" fmla="*/ 1419086 w 5158787"/>
              <a:gd name="connsiteY29405" fmla="*/ 1397712 h 4489084"/>
              <a:gd name="connsiteX29406" fmla="*/ 2433197 w 5158787"/>
              <a:gd name="connsiteY29406" fmla="*/ 1397001 h 4489084"/>
              <a:gd name="connsiteX29407" fmla="*/ 2456058 w 5158787"/>
              <a:gd name="connsiteY29407" fmla="*/ 1397001 h 4489084"/>
              <a:gd name="connsiteX29408" fmla="*/ 2457479 w 5158787"/>
              <a:gd name="connsiteY29408" fmla="*/ 1397830 h 4489084"/>
              <a:gd name="connsiteX29409" fmla="*/ 2468910 w 5158787"/>
              <a:gd name="connsiteY29409" fmla="*/ 1417611 h 4489084"/>
              <a:gd name="connsiteX29410" fmla="*/ 2468910 w 5158787"/>
              <a:gd name="connsiteY29410" fmla="*/ 1419210 h 4489084"/>
              <a:gd name="connsiteX29411" fmla="*/ 2457479 w 5158787"/>
              <a:gd name="connsiteY29411" fmla="*/ 1438992 h 4489084"/>
              <a:gd name="connsiteX29412" fmla="*/ 2456058 w 5158787"/>
              <a:gd name="connsiteY29412" fmla="*/ 1439821 h 4489084"/>
              <a:gd name="connsiteX29413" fmla="*/ 2433197 w 5158787"/>
              <a:gd name="connsiteY29413" fmla="*/ 1439821 h 4489084"/>
              <a:gd name="connsiteX29414" fmla="*/ 2431775 w 5158787"/>
              <a:gd name="connsiteY29414" fmla="*/ 1438992 h 4489084"/>
              <a:gd name="connsiteX29415" fmla="*/ 2420345 w 5158787"/>
              <a:gd name="connsiteY29415" fmla="*/ 1419210 h 4489084"/>
              <a:gd name="connsiteX29416" fmla="*/ 2420345 w 5158787"/>
              <a:gd name="connsiteY29416" fmla="*/ 1417611 h 4489084"/>
              <a:gd name="connsiteX29417" fmla="*/ 2431775 w 5158787"/>
              <a:gd name="connsiteY29417" fmla="*/ 1397830 h 4489084"/>
              <a:gd name="connsiteX29418" fmla="*/ 2433197 w 5158787"/>
              <a:gd name="connsiteY29418" fmla="*/ 1397001 h 4489084"/>
              <a:gd name="connsiteX29419" fmla="*/ 2365502 w 5158787"/>
              <a:gd name="connsiteY29419" fmla="*/ 1396883 h 4489084"/>
              <a:gd name="connsiteX29420" fmla="*/ 2388481 w 5158787"/>
              <a:gd name="connsiteY29420" fmla="*/ 1396883 h 4489084"/>
              <a:gd name="connsiteX29421" fmla="*/ 2389903 w 5158787"/>
              <a:gd name="connsiteY29421" fmla="*/ 1397712 h 4489084"/>
              <a:gd name="connsiteX29422" fmla="*/ 2401392 w 5158787"/>
              <a:gd name="connsiteY29422" fmla="*/ 1417612 h 4489084"/>
              <a:gd name="connsiteX29423" fmla="*/ 2401392 w 5158787"/>
              <a:gd name="connsiteY29423" fmla="*/ 1419211 h 4489084"/>
              <a:gd name="connsiteX29424" fmla="*/ 2389903 w 5158787"/>
              <a:gd name="connsiteY29424" fmla="*/ 1439111 h 4489084"/>
              <a:gd name="connsiteX29425" fmla="*/ 2388481 w 5158787"/>
              <a:gd name="connsiteY29425" fmla="*/ 1439940 h 4489084"/>
              <a:gd name="connsiteX29426" fmla="*/ 2365502 w 5158787"/>
              <a:gd name="connsiteY29426" fmla="*/ 1439940 h 4489084"/>
              <a:gd name="connsiteX29427" fmla="*/ 2364081 w 5158787"/>
              <a:gd name="connsiteY29427" fmla="*/ 1439111 h 4489084"/>
              <a:gd name="connsiteX29428" fmla="*/ 2352591 w 5158787"/>
              <a:gd name="connsiteY29428" fmla="*/ 1419211 h 4489084"/>
              <a:gd name="connsiteX29429" fmla="*/ 2352591 w 5158787"/>
              <a:gd name="connsiteY29429" fmla="*/ 1417612 h 4489084"/>
              <a:gd name="connsiteX29430" fmla="*/ 2364081 w 5158787"/>
              <a:gd name="connsiteY29430" fmla="*/ 1397712 h 4489084"/>
              <a:gd name="connsiteX29431" fmla="*/ 2365502 w 5158787"/>
              <a:gd name="connsiteY29431" fmla="*/ 1396883 h 4489084"/>
              <a:gd name="connsiteX29432" fmla="*/ 4664738 w 5158787"/>
              <a:gd name="connsiteY29432" fmla="*/ 1396468 h 4489084"/>
              <a:gd name="connsiteX29433" fmla="*/ 4688132 w 5158787"/>
              <a:gd name="connsiteY29433" fmla="*/ 1396468 h 4489084"/>
              <a:gd name="connsiteX29434" fmla="*/ 4689554 w 5158787"/>
              <a:gd name="connsiteY29434" fmla="*/ 1397297 h 4489084"/>
              <a:gd name="connsiteX29435" fmla="*/ 4701221 w 5158787"/>
              <a:gd name="connsiteY29435" fmla="*/ 1417552 h 4489084"/>
              <a:gd name="connsiteX29436" fmla="*/ 4701221 w 5158787"/>
              <a:gd name="connsiteY29436" fmla="*/ 1419210 h 4489084"/>
              <a:gd name="connsiteX29437" fmla="*/ 4689495 w 5158787"/>
              <a:gd name="connsiteY29437" fmla="*/ 1439465 h 4489084"/>
              <a:gd name="connsiteX29438" fmla="*/ 4688073 w 5158787"/>
              <a:gd name="connsiteY29438" fmla="*/ 1440295 h 4489084"/>
              <a:gd name="connsiteX29439" fmla="*/ 4664679 w 5158787"/>
              <a:gd name="connsiteY29439" fmla="*/ 1440295 h 4489084"/>
              <a:gd name="connsiteX29440" fmla="*/ 4663257 w 5158787"/>
              <a:gd name="connsiteY29440" fmla="*/ 1439465 h 4489084"/>
              <a:gd name="connsiteX29441" fmla="*/ 4651590 w 5158787"/>
              <a:gd name="connsiteY29441" fmla="*/ 1419210 h 4489084"/>
              <a:gd name="connsiteX29442" fmla="*/ 4651590 w 5158787"/>
              <a:gd name="connsiteY29442" fmla="*/ 1417552 h 4489084"/>
              <a:gd name="connsiteX29443" fmla="*/ 4663317 w 5158787"/>
              <a:gd name="connsiteY29443" fmla="*/ 1397297 h 4489084"/>
              <a:gd name="connsiteX29444" fmla="*/ 4664738 w 5158787"/>
              <a:gd name="connsiteY29444" fmla="*/ 1396468 h 4489084"/>
              <a:gd name="connsiteX29445" fmla="*/ 1485950 w 5158787"/>
              <a:gd name="connsiteY29445" fmla="*/ 1396231 h 4489084"/>
              <a:gd name="connsiteX29446" fmla="*/ 1509581 w 5158787"/>
              <a:gd name="connsiteY29446" fmla="*/ 1396231 h 4489084"/>
              <a:gd name="connsiteX29447" fmla="*/ 1511003 w 5158787"/>
              <a:gd name="connsiteY29447" fmla="*/ 1397060 h 4489084"/>
              <a:gd name="connsiteX29448" fmla="*/ 1522789 w 5158787"/>
              <a:gd name="connsiteY29448" fmla="*/ 1417552 h 4489084"/>
              <a:gd name="connsiteX29449" fmla="*/ 1522789 w 5158787"/>
              <a:gd name="connsiteY29449" fmla="*/ 1419210 h 4489084"/>
              <a:gd name="connsiteX29450" fmla="*/ 1510944 w 5158787"/>
              <a:gd name="connsiteY29450" fmla="*/ 1439702 h 4489084"/>
              <a:gd name="connsiteX29451" fmla="*/ 1509522 w 5158787"/>
              <a:gd name="connsiteY29451" fmla="*/ 1440531 h 4489084"/>
              <a:gd name="connsiteX29452" fmla="*/ 1485891 w 5158787"/>
              <a:gd name="connsiteY29452" fmla="*/ 1440531 h 4489084"/>
              <a:gd name="connsiteX29453" fmla="*/ 1484470 w 5158787"/>
              <a:gd name="connsiteY29453" fmla="*/ 1439702 h 4489084"/>
              <a:gd name="connsiteX29454" fmla="*/ 1472684 w 5158787"/>
              <a:gd name="connsiteY29454" fmla="*/ 1419210 h 4489084"/>
              <a:gd name="connsiteX29455" fmla="*/ 1472684 w 5158787"/>
              <a:gd name="connsiteY29455" fmla="*/ 1417552 h 4489084"/>
              <a:gd name="connsiteX29456" fmla="*/ 1484529 w 5158787"/>
              <a:gd name="connsiteY29456" fmla="*/ 1397060 h 4489084"/>
              <a:gd name="connsiteX29457" fmla="*/ 1485950 w 5158787"/>
              <a:gd name="connsiteY29457" fmla="*/ 1396231 h 4489084"/>
              <a:gd name="connsiteX29458" fmla="*/ 1350562 w 5158787"/>
              <a:gd name="connsiteY29458" fmla="*/ 1396053 h 4489084"/>
              <a:gd name="connsiteX29459" fmla="*/ 1374429 w 5158787"/>
              <a:gd name="connsiteY29459" fmla="*/ 1396053 h 4489084"/>
              <a:gd name="connsiteX29460" fmla="*/ 1375910 w 5158787"/>
              <a:gd name="connsiteY29460" fmla="*/ 1396882 h 4489084"/>
              <a:gd name="connsiteX29461" fmla="*/ 1387814 w 5158787"/>
              <a:gd name="connsiteY29461" fmla="*/ 1417552 h 4489084"/>
              <a:gd name="connsiteX29462" fmla="*/ 1387814 w 5158787"/>
              <a:gd name="connsiteY29462" fmla="*/ 1419210 h 4489084"/>
              <a:gd name="connsiteX29463" fmla="*/ 1375910 w 5158787"/>
              <a:gd name="connsiteY29463" fmla="*/ 1439880 h 4489084"/>
              <a:gd name="connsiteX29464" fmla="*/ 1374429 w 5158787"/>
              <a:gd name="connsiteY29464" fmla="*/ 1440709 h 4489084"/>
              <a:gd name="connsiteX29465" fmla="*/ 1350562 w 5158787"/>
              <a:gd name="connsiteY29465" fmla="*/ 1440709 h 4489084"/>
              <a:gd name="connsiteX29466" fmla="*/ 1349081 w 5158787"/>
              <a:gd name="connsiteY29466" fmla="*/ 1439880 h 4489084"/>
              <a:gd name="connsiteX29467" fmla="*/ 1337177 w 5158787"/>
              <a:gd name="connsiteY29467" fmla="*/ 1419210 h 4489084"/>
              <a:gd name="connsiteX29468" fmla="*/ 1337177 w 5158787"/>
              <a:gd name="connsiteY29468" fmla="*/ 1417552 h 4489084"/>
              <a:gd name="connsiteX29469" fmla="*/ 1349081 w 5158787"/>
              <a:gd name="connsiteY29469" fmla="*/ 1396882 h 4489084"/>
              <a:gd name="connsiteX29470" fmla="*/ 1350562 w 5158787"/>
              <a:gd name="connsiteY29470" fmla="*/ 1396053 h 4489084"/>
              <a:gd name="connsiteX29471" fmla="*/ 2297393 w 5158787"/>
              <a:gd name="connsiteY29471" fmla="*/ 1395935 h 4489084"/>
              <a:gd name="connsiteX29472" fmla="*/ 2321320 w 5158787"/>
              <a:gd name="connsiteY29472" fmla="*/ 1395935 h 4489084"/>
              <a:gd name="connsiteX29473" fmla="*/ 2322801 w 5158787"/>
              <a:gd name="connsiteY29473" fmla="*/ 1396764 h 4489084"/>
              <a:gd name="connsiteX29474" fmla="*/ 2334764 w 5158787"/>
              <a:gd name="connsiteY29474" fmla="*/ 1417493 h 4489084"/>
              <a:gd name="connsiteX29475" fmla="*/ 2334764 w 5158787"/>
              <a:gd name="connsiteY29475" fmla="*/ 1419210 h 4489084"/>
              <a:gd name="connsiteX29476" fmla="*/ 2322801 w 5158787"/>
              <a:gd name="connsiteY29476" fmla="*/ 1439939 h 4489084"/>
              <a:gd name="connsiteX29477" fmla="*/ 2321320 w 5158787"/>
              <a:gd name="connsiteY29477" fmla="*/ 1440768 h 4489084"/>
              <a:gd name="connsiteX29478" fmla="*/ 2297393 w 5158787"/>
              <a:gd name="connsiteY29478" fmla="*/ 1440768 h 4489084"/>
              <a:gd name="connsiteX29479" fmla="*/ 2295913 w 5158787"/>
              <a:gd name="connsiteY29479" fmla="*/ 1439939 h 4489084"/>
              <a:gd name="connsiteX29480" fmla="*/ 2283949 w 5158787"/>
              <a:gd name="connsiteY29480" fmla="*/ 1419210 h 4489084"/>
              <a:gd name="connsiteX29481" fmla="*/ 2283949 w 5158787"/>
              <a:gd name="connsiteY29481" fmla="*/ 1417493 h 4489084"/>
              <a:gd name="connsiteX29482" fmla="*/ 2295913 w 5158787"/>
              <a:gd name="connsiteY29482" fmla="*/ 1396764 h 4489084"/>
              <a:gd name="connsiteX29483" fmla="*/ 2297393 w 5158787"/>
              <a:gd name="connsiteY29483" fmla="*/ 1395935 h 4489084"/>
              <a:gd name="connsiteX29484" fmla="*/ 2094251 w 5158787"/>
              <a:gd name="connsiteY29484" fmla="*/ 1395520 h 4489084"/>
              <a:gd name="connsiteX29485" fmla="*/ 2118652 w 5158787"/>
              <a:gd name="connsiteY29485" fmla="*/ 1395520 h 4489084"/>
              <a:gd name="connsiteX29486" fmla="*/ 2120133 w 5158787"/>
              <a:gd name="connsiteY29486" fmla="*/ 1396408 h 4489084"/>
              <a:gd name="connsiteX29487" fmla="*/ 2132333 w 5158787"/>
              <a:gd name="connsiteY29487" fmla="*/ 1417552 h 4489084"/>
              <a:gd name="connsiteX29488" fmla="*/ 2132333 w 5158787"/>
              <a:gd name="connsiteY29488" fmla="*/ 1419269 h 4489084"/>
              <a:gd name="connsiteX29489" fmla="*/ 2120133 w 5158787"/>
              <a:gd name="connsiteY29489" fmla="*/ 1440413 h 4489084"/>
              <a:gd name="connsiteX29490" fmla="*/ 2118652 w 5158787"/>
              <a:gd name="connsiteY29490" fmla="*/ 1441301 h 4489084"/>
              <a:gd name="connsiteX29491" fmla="*/ 2094251 w 5158787"/>
              <a:gd name="connsiteY29491" fmla="*/ 1441301 h 4489084"/>
              <a:gd name="connsiteX29492" fmla="*/ 2092771 w 5158787"/>
              <a:gd name="connsiteY29492" fmla="*/ 1440413 h 4489084"/>
              <a:gd name="connsiteX29493" fmla="*/ 2080570 w 5158787"/>
              <a:gd name="connsiteY29493" fmla="*/ 1419269 h 4489084"/>
              <a:gd name="connsiteX29494" fmla="*/ 2080570 w 5158787"/>
              <a:gd name="connsiteY29494" fmla="*/ 1417552 h 4489084"/>
              <a:gd name="connsiteX29495" fmla="*/ 2092771 w 5158787"/>
              <a:gd name="connsiteY29495" fmla="*/ 1396408 h 4489084"/>
              <a:gd name="connsiteX29496" fmla="*/ 2094251 w 5158787"/>
              <a:gd name="connsiteY29496" fmla="*/ 1395520 h 4489084"/>
              <a:gd name="connsiteX29497" fmla="*/ 2635213 w 5158787"/>
              <a:gd name="connsiteY29497" fmla="*/ 1395402 h 4489084"/>
              <a:gd name="connsiteX29498" fmla="*/ 2659733 w 5158787"/>
              <a:gd name="connsiteY29498" fmla="*/ 1395402 h 4489084"/>
              <a:gd name="connsiteX29499" fmla="*/ 2661213 w 5158787"/>
              <a:gd name="connsiteY29499" fmla="*/ 1396290 h 4489084"/>
              <a:gd name="connsiteX29500" fmla="*/ 2673473 w 5158787"/>
              <a:gd name="connsiteY29500" fmla="*/ 1417493 h 4489084"/>
              <a:gd name="connsiteX29501" fmla="*/ 2673473 w 5158787"/>
              <a:gd name="connsiteY29501" fmla="*/ 1419210 h 4489084"/>
              <a:gd name="connsiteX29502" fmla="*/ 2661213 w 5158787"/>
              <a:gd name="connsiteY29502" fmla="*/ 1440413 h 4489084"/>
              <a:gd name="connsiteX29503" fmla="*/ 2659733 w 5158787"/>
              <a:gd name="connsiteY29503" fmla="*/ 1441301 h 4489084"/>
              <a:gd name="connsiteX29504" fmla="*/ 2635213 w 5158787"/>
              <a:gd name="connsiteY29504" fmla="*/ 1441301 h 4489084"/>
              <a:gd name="connsiteX29505" fmla="*/ 2633733 w 5158787"/>
              <a:gd name="connsiteY29505" fmla="*/ 1440413 h 4489084"/>
              <a:gd name="connsiteX29506" fmla="*/ 2621473 w 5158787"/>
              <a:gd name="connsiteY29506" fmla="*/ 1419210 h 4489084"/>
              <a:gd name="connsiteX29507" fmla="*/ 2621473 w 5158787"/>
              <a:gd name="connsiteY29507" fmla="*/ 1417493 h 4489084"/>
              <a:gd name="connsiteX29508" fmla="*/ 2633733 w 5158787"/>
              <a:gd name="connsiteY29508" fmla="*/ 1396290 h 4489084"/>
              <a:gd name="connsiteX29509" fmla="*/ 2635213 w 5158787"/>
              <a:gd name="connsiteY29509" fmla="*/ 1395402 h 4489084"/>
              <a:gd name="connsiteX29510" fmla="*/ 4866992 w 5158787"/>
              <a:gd name="connsiteY29510" fmla="*/ 1395343 h 4489084"/>
              <a:gd name="connsiteX29511" fmla="*/ 4891630 w 5158787"/>
              <a:gd name="connsiteY29511" fmla="*/ 1395343 h 4489084"/>
              <a:gd name="connsiteX29512" fmla="*/ 4893111 w 5158787"/>
              <a:gd name="connsiteY29512" fmla="*/ 1396231 h 4489084"/>
              <a:gd name="connsiteX29513" fmla="*/ 4905430 w 5158787"/>
              <a:gd name="connsiteY29513" fmla="*/ 1417552 h 4489084"/>
              <a:gd name="connsiteX29514" fmla="*/ 4905430 w 5158787"/>
              <a:gd name="connsiteY29514" fmla="*/ 1419270 h 4489084"/>
              <a:gd name="connsiteX29515" fmla="*/ 4893111 w 5158787"/>
              <a:gd name="connsiteY29515" fmla="*/ 1440591 h 4489084"/>
              <a:gd name="connsiteX29516" fmla="*/ 4891630 w 5158787"/>
              <a:gd name="connsiteY29516" fmla="*/ 1441479 h 4489084"/>
              <a:gd name="connsiteX29517" fmla="*/ 4866992 w 5158787"/>
              <a:gd name="connsiteY29517" fmla="*/ 1441479 h 4489084"/>
              <a:gd name="connsiteX29518" fmla="*/ 4865512 w 5158787"/>
              <a:gd name="connsiteY29518" fmla="*/ 1440591 h 4489084"/>
              <a:gd name="connsiteX29519" fmla="*/ 4853193 w 5158787"/>
              <a:gd name="connsiteY29519" fmla="*/ 1419270 h 4489084"/>
              <a:gd name="connsiteX29520" fmla="*/ 4853193 w 5158787"/>
              <a:gd name="connsiteY29520" fmla="*/ 1417552 h 4489084"/>
              <a:gd name="connsiteX29521" fmla="*/ 4865512 w 5158787"/>
              <a:gd name="connsiteY29521" fmla="*/ 1396231 h 4489084"/>
              <a:gd name="connsiteX29522" fmla="*/ 4866992 w 5158787"/>
              <a:gd name="connsiteY29522" fmla="*/ 1395343 h 4489084"/>
              <a:gd name="connsiteX29523" fmla="*/ 4731723 w 5158787"/>
              <a:gd name="connsiteY29523" fmla="*/ 1395343 h 4489084"/>
              <a:gd name="connsiteX29524" fmla="*/ 4756360 w 5158787"/>
              <a:gd name="connsiteY29524" fmla="*/ 1395343 h 4489084"/>
              <a:gd name="connsiteX29525" fmla="*/ 4757840 w 5158787"/>
              <a:gd name="connsiteY29525" fmla="*/ 1396231 h 4489084"/>
              <a:gd name="connsiteX29526" fmla="*/ 4770160 w 5158787"/>
              <a:gd name="connsiteY29526" fmla="*/ 1417552 h 4489084"/>
              <a:gd name="connsiteX29527" fmla="*/ 4770160 w 5158787"/>
              <a:gd name="connsiteY29527" fmla="*/ 1419270 h 4489084"/>
              <a:gd name="connsiteX29528" fmla="*/ 4757840 w 5158787"/>
              <a:gd name="connsiteY29528" fmla="*/ 1440591 h 4489084"/>
              <a:gd name="connsiteX29529" fmla="*/ 4756360 w 5158787"/>
              <a:gd name="connsiteY29529" fmla="*/ 1441479 h 4489084"/>
              <a:gd name="connsiteX29530" fmla="*/ 4731723 w 5158787"/>
              <a:gd name="connsiteY29530" fmla="*/ 1441479 h 4489084"/>
              <a:gd name="connsiteX29531" fmla="*/ 4730242 w 5158787"/>
              <a:gd name="connsiteY29531" fmla="*/ 1440591 h 4489084"/>
              <a:gd name="connsiteX29532" fmla="*/ 4717923 w 5158787"/>
              <a:gd name="connsiteY29532" fmla="*/ 1419270 h 4489084"/>
              <a:gd name="connsiteX29533" fmla="*/ 4717923 w 5158787"/>
              <a:gd name="connsiteY29533" fmla="*/ 1417552 h 4489084"/>
              <a:gd name="connsiteX29534" fmla="*/ 4730242 w 5158787"/>
              <a:gd name="connsiteY29534" fmla="*/ 1396231 h 4489084"/>
              <a:gd name="connsiteX29535" fmla="*/ 4731723 w 5158787"/>
              <a:gd name="connsiteY29535" fmla="*/ 1395343 h 4489084"/>
              <a:gd name="connsiteX29536" fmla="*/ 1282572 w 5158787"/>
              <a:gd name="connsiteY29536" fmla="*/ 1395343 h 4489084"/>
              <a:gd name="connsiteX29537" fmla="*/ 1307209 w 5158787"/>
              <a:gd name="connsiteY29537" fmla="*/ 1395343 h 4489084"/>
              <a:gd name="connsiteX29538" fmla="*/ 1308690 w 5158787"/>
              <a:gd name="connsiteY29538" fmla="*/ 1396231 h 4489084"/>
              <a:gd name="connsiteX29539" fmla="*/ 1321009 w 5158787"/>
              <a:gd name="connsiteY29539" fmla="*/ 1417552 h 4489084"/>
              <a:gd name="connsiteX29540" fmla="*/ 1321009 w 5158787"/>
              <a:gd name="connsiteY29540" fmla="*/ 1419270 h 4489084"/>
              <a:gd name="connsiteX29541" fmla="*/ 1308690 w 5158787"/>
              <a:gd name="connsiteY29541" fmla="*/ 1440591 h 4489084"/>
              <a:gd name="connsiteX29542" fmla="*/ 1307209 w 5158787"/>
              <a:gd name="connsiteY29542" fmla="*/ 1441479 h 4489084"/>
              <a:gd name="connsiteX29543" fmla="*/ 1282572 w 5158787"/>
              <a:gd name="connsiteY29543" fmla="*/ 1441479 h 4489084"/>
              <a:gd name="connsiteX29544" fmla="*/ 1281091 w 5158787"/>
              <a:gd name="connsiteY29544" fmla="*/ 1440591 h 4489084"/>
              <a:gd name="connsiteX29545" fmla="*/ 1268772 w 5158787"/>
              <a:gd name="connsiteY29545" fmla="*/ 1419270 h 4489084"/>
              <a:gd name="connsiteX29546" fmla="*/ 1268772 w 5158787"/>
              <a:gd name="connsiteY29546" fmla="*/ 1417552 h 4489084"/>
              <a:gd name="connsiteX29547" fmla="*/ 1281091 w 5158787"/>
              <a:gd name="connsiteY29547" fmla="*/ 1396231 h 4489084"/>
              <a:gd name="connsiteX29548" fmla="*/ 1282572 w 5158787"/>
              <a:gd name="connsiteY29548" fmla="*/ 1395343 h 4489084"/>
              <a:gd name="connsiteX29549" fmla="*/ 4799239 w 5158787"/>
              <a:gd name="connsiteY29549" fmla="*/ 1394987 h 4489084"/>
              <a:gd name="connsiteX29550" fmla="*/ 4824172 w 5158787"/>
              <a:gd name="connsiteY29550" fmla="*/ 1394987 h 4489084"/>
              <a:gd name="connsiteX29551" fmla="*/ 4825712 w 5158787"/>
              <a:gd name="connsiteY29551" fmla="*/ 1395875 h 4489084"/>
              <a:gd name="connsiteX29552" fmla="*/ 4838149 w 5158787"/>
              <a:gd name="connsiteY29552" fmla="*/ 1417493 h 4489084"/>
              <a:gd name="connsiteX29553" fmla="*/ 4838149 w 5158787"/>
              <a:gd name="connsiteY29553" fmla="*/ 1419269 h 4489084"/>
              <a:gd name="connsiteX29554" fmla="*/ 4825653 w 5158787"/>
              <a:gd name="connsiteY29554" fmla="*/ 1440886 h 4489084"/>
              <a:gd name="connsiteX29555" fmla="*/ 4824113 w 5158787"/>
              <a:gd name="connsiteY29555" fmla="*/ 1441775 h 4489084"/>
              <a:gd name="connsiteX29556" fmla="*/ 4799180 w 5158787"/>
              <a:gd name="connsiteY29556" fmla="*/ 1441775 h 4489084"/>
              <a:gd name="connsiteX29557" fmla="*/ 4797640 w 5158787"/>
              <a:gd name="connsiteY29557" fmla="*/ 1440886 h 4489084"/>
              <a:gd name="connsiteX29558" fmla="*/ 4785202 w 5158787"/>
              <a:gd name="connsiteY29558" fmla="*/ 1419269 h 4489084"/>
              <a:gd name="connsiteX29559" fmla="*/ 4785202 w 5158787"/>
              <a:gd name="connsiteY29559" fmla="*/ 1417493 h 4489084"/>
              <a:gd name="connsiteX29560" fmla="*/ 4797699 w 5158787"/>
              <a:gd name="connsiteY29560" fmla="*/ 1395875 h 4489084"/>
              <a:gd name="connsiteX29561" fmla="*/ 4799239 w 5158787"/>
              <a:gd name="connsiteY29561" fmla="*/ 1394987 h 4489084"/>
              <a:gd name="connsiteX29562" fmla="*/ 2567223 w 5158787"/>
              <a:gd name="connsiteY29562" fmla="*/ 1394691 h 4489084"/>
              <a:gd name="connsiteX29563" fmla="*/ 2592512 w 5158787"/>
              <a:gd name="connsiteY29563" fmla="*/ 1394691 h 4489084"/>
              <a:gd name="connsiteX29564" fmla="*/ 2594052 w 5158787"/>
              <a:gd name="connsiteY29564" fmla="*/ 1395579 h 4489084"/>
              <a:gd name="connsiteX29565" fmla="*/ 2606667 w 5158787"/>
              <a:gd name="connsiteY29565" fmla="*/ 1417493 h 4489084"/>
              <a:gd name="connsiteX29566" fmla="*/ 2606667 w 5158787"/>
              <a:gd name="connsiteY29566" fmla="*/ 1419269 h 4489084"/>
              <a:gd name="connsiteX29567" fmla="*/ 2593993 w 5158787"/>
              <a:gd name="connsiteY29567" fmla="*/ 1441183 h 4489084"/>
              <a:gd name="connsiteX29568" fmla="*/ 2592453 w 5158787"/>
              <a:gd name="connsiteY29568" fmla="*/ 1442071 h 4489084"/>
              <a:gd name="connsiteX29569" fmla="*/ 2567164 w 5158787"/>
              <a:gd name="connsiteY29569" fmla="*/ 1442071 h 4489084"/>
              <a:gd name="connsiteX29570" fmla="*/ 2565624 w 5158787"/>
              <a:gd name="connsiteY29570" fmla="*/ 1441183 h 4489084"/>
              <a:gd name="connsiteX29571" fmla="*/ 2553009 w 5158787"/>
              <a:gd name="connsiteY29571" fmla="*/ 1419269 h 4489084"/>
              <a:gd name="connsiteX29572" fmla="*/ 2553009 w 5158787"/>
              <a:gd name="connsiteY29572" fmla="*/ 1417493 h 4489084"/>
              <a:gd name="connsiteX29573" fmla="*/ 2565683 w 5158787"/>
              <a:gd name="connsiteY29573" fmla="*/ 1395579 h 4489084"/>
              <a:gd name="connsiteX29574" fmla="*/ 2567223 w 5158787"/>
              <a:gd name="connsiteY29574" fmla="*/ 1394691 h 4489084"/>
              <a:gd name="connsiteX29575" fmla="*/ 2229048 w 5158787"/>
              <a:gd name="connsiteY29575" fmla="*/ 1394691 h 4489084"/>
              <a:gd name="connsiteX29576" fmla="*/ 2254337 w 5158787"/>
              <a:gd name="connsiteY29576" fmla="*/ 1394691 h 4489084"/>
              <a:gd name="connsiteX29577" fmla="*/ 2255877 w 5158787"/>
              <a:gd name="connsiteY29577" fmla="*/ 1395579 h 4489084"/>
              <a:gd name="connsiteX29578" fmla="*/ 2268492 w 5158787"/>
              <a:gd name="connsiteY29578" fmla="*/ 1417493 h 4489084"/>
              <a:gd name="connsiteX29579" fmla="*/ 2268492 w 5158787"/>
              <a:gd name="connsiteY29579" fmla="*/ 1419269 h 4489084"/>
              <a:gd name="connsiteX29580" fmla="*/ 2255818 w 5158787"/>
              <a:gd name="connsiteY29580" fmla="*/ 1441183 h 4489084"/>
              <a:gd name="connsiteX29581" fmla="*/ 2254278 w 5158787"/>
              <a:gd name="connsiteY29581" fmla="*/ 1442071 h 4489084"/>
              <a:gd name="connsiteX29582" fmla="*/ 2228989 w 5158787"/>
              <a:gd name="connsiteY29582" fmla="*/ 1442071 h 4489084"/>
              <a:gd name="connsiteX29583" fmla="*/ 2227449 w 5158787"/>
              <a:gd name="connsiteY29583" fmla="*/ 1441183 h 4489084"/>
              <a:gd name="connsiteX29584" fmla="*/ 2214834 w 5158787"/>
              <a:gd name="connsiteY29584" fmla="*/ 1419269 h 4489084"/>
              <a:gd name="connsiteX29585" fmla="*/ 2214834 w 5158787"/>
              <a:gd name="connsiteY29585" fmla="*/ 1417493 h 4489084"/>
              <a:gd name="connsiteX29586" fmla="*/ 2227508 w 5158787"/>
              <a:gd name="connsiteY29586" fmla="*/ 1395579 h 4489084"/>
              <a:gd name="connsiteX29587" fmla="*/ 2229048 w 5158787"/>
              <a:gd name="connsiteY29587" fmla="*/ 1394691 h 4489084"/>
              <a:gd name="connsiteX29588" fmla="*/ 2161294 w 5158787"/>
              <a:gd name="connsiteY29588" fmla="*/ 1394514 h 4489084"/>
              <a:gd name="connsiteX29589" fmla="*/ 2186820 w 5158787"/>
              <a:gd name="connsiteY29589" fmla="*/ 1394514 h 4489084"/>
              <a:gd name="connsiteX29590" fmla="*/ 2188360 w 5158787"/>
              <a:gd name="connsiteY29590" fmla="*/ 1395402 h 4489084"/>
              <a:gd name="connsiteX29591" fmla="*/ 2201093 w 5158787"/>
              <a:gd name="connsiteY29591" fmla="*/ 1417493 h 4489084"/>
              <a:gd name="connsiteX29592" fmla="*/ 2201093 w 5158787"/>
              <a:gd name="connsiteY29592" fmla="*/ 1419270 h 4489084"/>
              <a:gd name="connsiteX29593" fmla="*/ 2188360 w 5158787"/>
              <a:gd name="connsiteY29593" fmla="*/ 1441361 h 4489084"/>
              <a:gd name="connsiteX29594" fmla="*/ 2186820 w 5158787"/>
              <a:gd name="connsiteY29594" fmla="*/ 1442249 h 4489084"/>
              <a:gd name="connsiteX29595" fmla="*/ 2161294 w 5158787"/>
              <a:gd name="connsiteY29595" fmla="*/ 1442249 h 4489084"/>
              <a:gd name="connsiteX29596" fmla="*/ 2159754 w 5158787"/>
              <a:gd name="connsiteY29596" fmla="*/ 1441361 h 4489084"/>
              <a:gd name="connsiteX29597" fmla="*/ 2147021 w 5158787"/>
              <a:gd name="connsiteY29597" fmla="*/ 1419270 h 4489084"/>
              <a:gd name="connsiteX29598" fmla="*/ 2147021 w 5158787"/>
              <a:gd name="connsiteY29598" fmla="*/ 1417493 h 4489084"/>
              <a:gd name="connsiteX29599" fmla="*/ 2159754 w 5158787"/>
              <a:gd name="connsiteY29599" fmla="*/ 1395402 h 4489084"/>
              <a:gd name="connsiteX29600" fmla="*/ 2161294 w 5158787"/>
              <a:gd name="connsiteY29600" fmla="*/ 1394514 h 4489084"/>
              <a:gd name="connsiteX29601" fmla="*/ 2498936 w 5158787"/>
              <a:gd name="connsiteY29601" fmla="*/ 1393447 h 4489084"/>
              <a:gd name="connsiteX29602" fmla="*/ 2525528 w 5158787"/>
              <a:gd name="connsiteY29602" fmla="*/ 1393447 h 4489084"/>
              <a:gd name="connsiteX29603" fmla="*/ 2527127 w 5158787"/>
              <a:gd name="connsiteY29603" fmla="*/ 1394395 h 4489084"/>
              <a:gd name="connsiteX29604" fmla="*/ 2540394 w 5158787"/>
              <a:gd name="connsiteY29604" fmla="*/ 1417433 h 4489084"/>
              <a:gd name="connsiteX29605" fmla="*/ 2540394 w 5158787"/>
              <a:gd name="connsiteY29605" fmla="*/ 1419329 h 4489084"/>
              <a:gd name="connsiteX29606" fmla="*/ 2527068 w 5158787"/>
              <a:gd name="connsiteY29606" fmla="*/ 1442367 h 4489084"/>
              <a:gd name="connsiteX29607" fmla="*/ 2525469 w 5158787"/>
              <a:gd name="connsiteY29607" fmla="*/ 1443315 h 4489084"/>
              <a:gd name="connsiteX29608" fmla="*/ 2498877 w 5158787"/>
              <a:gd name="connsiteY29608" fmla="*/ 1443315 h 4489084"/>
              <a:gd name="connsiteX29609" fmla="*/ 2497278 w 5158787"/>
              <a:gd name="connsiteY29609" fmla="*/ 1442367 h 4489084"/>
              <a:gd name="connsiteX29610" fmla="*/ 2484012 w 5158787"/>
              <a:gd name="connsiteY29610" fmla="*/ 1419329 h 4489084"/>
              <a:gd name="connsiteX29611" fmla="*/ 2484012 w 5158787"/>
              <a:gd name="connsiteY29611" fmla="*/ 1417433 h 4489084"/>
              <a:gd name="connsiteX29612" fmla="*/ 2497337 w 5158787"/>
              <a:gd name="connsiteY29612" fmla="*/ 1394395 h 4489084"/>
              <a:gd name="connsiteX29613" fmla="*/ 2498936 w 5158787"/>
              <a:gd name="connsiteY29613" fmla="*/ 1393447 h 4489084"/>
              <a:gd name="connsiteX29614" fmla="*/ 4197453 w 5158787"/>
              <a:gd name="connsiteY29614" fmla="*/ 1349325 h 4489084"/>
              <a:gd name="connsiteX29615" fmla="*/ 4208587 w 5158787"/>
              <a:gd name="connsiteY29615" fmla="*/ 1349325 h 4489084"/>
              <a:gd name="connsiteX29616" fmla="*/ 4209239 w 5158787"/>
              <a:gd name="connsiteY29616" fmla="*/ 1349740 h 4489084"/>
              <a:gd name="connsiteX29617" fmla="*/ 4214806 w 5158787"/>
              <a:gd name="connsiteY29617" fmla="*/ 1359393 h 4489084"/>
              <a:gd name="connsiteX29618" fmla="*/ 4214806 w 5158787"/>
              <a:gd name="connsiteY29618" fmla="*/ 1360163 h 4489084"/>
              <a:gd name="connsiteX29619" fmla="*/ 4209239 w 5158787"/>
              <a:gd name="connsiteY29619" fmla="*/ 1369817 h 4489084"/>
              <a:gd name="connsiteX29620" fmla="*/ 4208587 w 5158787"/>
              <a:gd name="connsiteY29620" fmla="*/ 1370231 h 4489084"/>
              <a:gd name="connsiteX29621" fmla="*/ 4197453 w 5158787"/>
              <a:gd name="connsiteY29621" fmla="*/ 1370231 h 4489084"/>
              <a:gd name="connsiteX29622" fmla="*/ 4196802 w 5158787"/>
              <a:gd name="connsiteY29622" fmla="*/ 1369817 h 4489084"/>
              <a:gd name="connsiteX29623" fmla="*/ 4191235 w 5158787"/>
              <a:gd name="connsiteY29623" fmla="*/ 1360163 h 4489084"/>
              <a:gd name="connsiteX29624" fmla="*/ 4191235 w 5158787"/>
              <a:gd name="connsiteY29624" fmla="*/ 1359393 h 4489084"/>
              <a:gd name="connsiteX29625" fmla="*/ 4196802 w 5158787"/>
              <a:gd name="connsiteY29625" fmla="*/ 1349740 h 4489084"/>
              <a:gd name="connsiteX29626" fmla="*/ 4197453 w 5158787"/>
              <a:gd name="connsiteY29626" fmla="*/ 1349325 h 4489084"/>
              <a:gd name="connsiteX29627" fmla="*/ 3587730 w 5158787"/>
              <a:gd name="connsiteY29627" fmla="*/ 1347489 h 4489084"/>
              <a:gd name="connsiteX29628" fmla="*/ 3600878 w 5158787"/>
              <a:gd name="connsiteY29628" fmla="*/ 1347489 h 4489084"/>
              <a:gd name="connsiteX29629" fmla="*/ 3601707 w 5158787"/>
              <a:gd name="connsiteY29629" fmla="*/ 1347963 h 4489084"/>
              <a:gd name="connsiteX29630" fmla="*/ 3608281 w 5158787"/>
              <a:gd name="connsiteY29630" fmla="*/ 1359334 h 4489084"/>
              <a:gd name="connsiteX29631" fmla="*/ 3608281 w 5158787"/>
              <a:gd name="connsiteY29631" fmla="*/ 1360282 h 4489084"/>
              <a:gd name="connsiteX29632" fmla="*/ 3601707 w 5158787"/>
              <a:gd name="connsiteY29632" fmla="*/ 1371653 h 4489084"/>
              <a:gd name="connsiteX29633" fmla="*/ 3600878 w 5158787"/>
              <a:gd name="connsiteY29633" fmla="*/ 1372127 h 4489084"/>
              <a:gd name="connsiteX29634" fmla="*/ 3587730 w 5158787"/>
              <a:gd name="connsiteY29634" fmla="*/ 1372127 h 4489084"/>
              <a:gd name="connsiteX29635" fmla="*/ 3586901 w 5158787"/>
              <a:gd name="connsiteY29635" fmla="*/ 1371653 h 4489084"/>
              <a:gd name="connsiteX29636" fmla="*/ 3580327 w 5158787"/>
              <a:gd name="connsiteY29636" fmla="*/ 1360282 h 4489084"/>
              <a:gd name="connsiteX29637" fmla="*/ 3580327 w 5158787"/>
              <a:gd name="connsiteY29637" fmla="*/ 1359334 h 4489084"/>
              <a:gd name="connsiteX29638" fmla="*/ 3586901 w 5158787"/>
              <a:gd name="connsiteY29638" fmla="*/ 1347963 h 4489084"/>
              <a:gd name="connsiteX29639" fmla="*/ 3587730 w 5158787"/>
              <a:gd name="connsiteY29639" fmla="*/ 1347489 h 4489084"/>
              <a:gd name="connsiteX29640" fmla="*/ 1558797 w 5158787"/>
              <a:gd name="connsiteY29640" fmla="*/ 1347489 h 4489084"/>
              <a:gd name="connsiteX29641" fmla="*/ 1571945 w 5158787"/>
              <a:gd name="connsiteY29641" fmla="*/ 1347489 h 4489084"/>
              <a:gd name="connsiteX29642" fmla="*/ 1572774 w 5158787"/>
              <a:gd name="connsiteY29642" fmla="*/ 1347963 h 4489084"/>
              <a:gd name="connsiteX29643" fmla="*/ 1579348 w 5158787"/>
              <a:gd name="connsiteY29643" fmla="*/ 1359334 h 4489084"/>
              <a:gd name="connsiteX29644" fmla="*/ 1579348 w 5158787"/>
              <a:gd name="connsiteY29644" fmla="*/ 1360282 h 4489084"/>
              <a:gd name="connsiteX29645" fmla="*/ 1572774 w 5158787"/>
              <a:gd name="connsiteY29645" fmla="*/ 1371653 h 4489084"/>
              <a:gd name="connsiteX29646" fmla="*/ 1571945 w 5158787"/>
              <a:gd name="connsiteY29646" fmla="*/ 1372127 h 4489084"/>
              <a:gd name="connsiteX29647" fmla="*/ 1558797 w 5158787"/>
              <a:gd name="connsiteY29647" fmla="*/ 1372127 h 4489084"/>
              <a:gd name="connsiteX29648" fmla="*/ 1557968 w 5158787"/>
              <a:gd name="connsiteY29648" fmla="*/ 1371653 h 4489084"/>
              <a:gd name="connsiteX29649" fmla="*/ 1551394 w 5158787"/>
              <a:gd name="connsiteY29649" fmla="*/ 1360282 h 4489084"/>
              <a:gd name="connsiteX29650" fmla="*/ 1551394 w 5158787"/>
              <a:gd name="connsiteY29650" fmla="*/ 1359334 h 4489084"/>
              <a:gd name="connsiteX29651" fmla="*/ 1557968 w 5158787"/>
              <a:gd name="connsiteY29651" fmla="*/ 1347963 h 4489084"/>
              <a:gd name="connsiteX29652" fmla="*/ 1558797 w 5158787"/>
              <a:gd name="connsiteY29652" fmla="*/ 1347489 h 4489084"/>
              <a:gd name="connsiteX29653" fmla="*/ 3519978 w 5158787"/>
              <a:gd name="connsiteY29653" fmla="*/ 1347252 h 4489084"/>
              <a:gd name="connsiteX29654" fmla="*/ 3533362 w 5158787"/>
              <a:gd name="connsiteY29654" fmla="*/ 1347252 h 4489084"/>
              <a:gd name="connsiteX29655" fmla="*/ 3534191 w 5158787"/>
              <a:gd name="connsiteY29655" fmla="*/ 1347726 h 4489084"/>
              <a:gd name="connsiteX29656" fmla="*/ 3540884 w 5158787"/>
              <a:gd name="connsiteY29656" fmla="*/ 1359275 h 4489084"/>
              <a:gd name="connsiteX29657" fmla="*/ 3540884 w 5158787"/>
              <a:gd name="connsiteY29657" fmla="*/ 1360222 h 4489084"/>
              <a:gd name="connsiteX29658" fmla="*/ 3534191 w 5158787"/>
              <a:gd name="connsiteY29658" fmla="*/ 1371771 h 4489084"/>
              <a:gd name="connsiteX29659" fmla="*/ 3533362 w 5158787"/>
              <a:gd name="connsiteY29659" fmla="*/ 1372245 h 4489084"/>
              <a:gd name="connsiteX29660" fmla="*/ 3519978 w 5158787"/>
              <a:gd name="connsiteY29660" fmla="*/ 1372245 h 4489084"/>
              <a:gd name="connsiteX29661" fmla="*/ 3519149 w 5158787"/>
              <a:gd name="connsiteY29661" fmla="*/ 1371771 h 4489084"/>
              <a:gd name="connsiteX29662" fmla="*/ 3512456 w 5158787"/>
              <a:gd name="connsiteY29662" fmla="*/ 1360222 h 4489084"/>
              <a:gd name="connsiteX29663" fmla="*/ 3512456 w 5158787"/>
              <a:gd name="connsiteY29663" fmla="*/ 1359275 h 4489084"/>
              <a:gd name="connsiteX29664" fmla="*/ 3519149 w 5158787"/>
              <a:gd name="connsiteY29664" fmla="*/ 1347726 h 4489084"/>
              <a:gd name="connsiteX29665" fmla="*/ 3519978 w 5158787"/>
              <a:gd name="connsiteY29665" fmla="*/ 1347252 h 4489084"/>
              <a:gd name="connsiteX29666" fmla="*/ 3384707 w 5158787"/>
              <a:gd name="connsiteY29666" fmla="*/ 1347134 h 4489084"/>
              <a:gd name="connsiteX29667" fmla="*/ 3398151 w 5158787"/>
              <a:gd name="connsiteY29667" fmla="*/ 1347134 h 4489084"/>
              <a:gd name="connsiteX29668" fmla="*/ 3398980 w 5158787"/>
              <a:gd name="connsiteY29668" fmla="*/ 1347608 h 4489084"/>
              <a:gd name="connsiteX29669" fmla="*/ 3405732 w 5158787"/>
              <a:gd name="connsiteY29669" fmla="*/ 1359275 h 4489084"/>
              <a:gd name="connsiteX29670" fmla="*/ 3405732 w 5158787"/>
              <a:gd name="connsiteY29670" fmla="*/ 1360223 h 4489084"/>
              <a:gd name="connsiteX29671" fmla="*/ 3398980 w 5158787"/>
              <a:gd name="connsiteY29671" fmla="*/ 1371890 h 4489084"/>
              <a:gd name="connsiteX29672" fmla="*/ 3398151 w 5158787"/>
              <a:gd name="connsiteY29672" fmla="*/ 1372364 h 4489084"/>
              <a:gd name="connsiteX29673" fmla="*/ 3384707 w 5158787"/>
              <a:gd name="connsiteY29673" fmla="*/ 1372364 h 4489084"/>
              <a:gd name="connsiteX29674" fmla="*/ 3383877 w 5158787"/>
              <a:gd name="connsiteY29674" fmla="*/ 1371890 h 4489084"/>
              <a:gd name="connsiteX29675" fmla="*/ 3377126 w 5158787"/>
              <a:gd name="connsiteY29675" fmla="*/ 1360223 h 4489084"/>
              <a:gd name="connsiteX29676" fmla="*/ 3377126 w 5158787"/>
              <a:gd name="connsiteY29676" fmla="*/ 1359275 h 4489084"/>
              <a:gd name="connsiteX29677" fmla="*/ 3383877 w 5158787"/>
              <a:gd name="connsiteY29677" fmla="*/ 1347608 h 4489084"/>
              <a:gd name="connsiteX29678" fmla="*/ 3384707 w 5158787"/>
              <a:gd name="connsiteY29678" fmla="*/ 1347134 h 4489084"/>
              <a:gd name="connsiteX29679" fmla="*/ 3654891 w 5158787"/>
              <a:gd name="connsiteY29679" fmla="*/ 1346541 h 4489084"/>
              <a:gd name="connsiteX29680" fmla="*/ 3669046 w 5158787"/>
              <a:gd name="connsiteY29680" fmla="*/ 1346541 h 4489084"/>
              <a:gd name="connsiteX29681" fmla="*/ 3669935 w 5158787"/>
              <a:gd name="connsiteY29681" fmla="*/ 1347015 h 4489084"/>
              <a:gd name="connsiteX29682" fmla="*/ 3676982 w 5158787"/>
              <a:gd name="connsiteY29682" fmla="*/ 1359274 h 4489084"/>
              <a:gd name="connsiteX29683" fmla="*/ 3676982 w 5158787"/>
              <a:gd name="connsiteY29683" fmla="*/ 1360281 h 4489084"/>
              <a:gd name="connsiteX29684" fmla="*/ 3669935 w 5158787"/>
              <a:gd name="connsiteY29684" fmla="*/ 1372541 h 4489084"/>
              <a:gd name="connsiteX29685" fmla="*/ 3669046 w 5158787"/>
              <a:gd name="connsiteY29685" fmla="*/ 1373015 h 4489084"/>
              <a:gd name="connsiteX29686" fmla="*/ 3654891 w 5158787"/>
              <a:gd name="connsiteY29686" fmla="*/ 1373015 h 4489084"/>
              <a:gd name="connsiteX29687" fmla="*/ 3654003 w 5158787"/>
              <a:gd name="connsiteY29687" fmla="*/ 1372541 h 4489084"/>
              <a:gd name="connsiteX29688" fmla="*/ 3646955 w 5158787"/>
              <a:gd name="connsiteY29688" fmla="*/ 1360281 h 4489084"/>
              <a:gd name="connsiteX29689" fmla="*/ 3646955 w 5158787"/>
              <a:gd name="connsiteY29689" fmla="*/ 1359274 h 4489084"/>
              <a:gd name="connsiteX29690" fmla="*/ 3654003 w 5158787"/>
              <a:gd name="connsiteY29690" fmla="*/ 1347015 h 4489084"/>
              <a:gd name="connsiteX29691" fmla="*/ 3654891 w 5158787"/>
              <a:gd name="connsiteY29691" fmla="*/ 1346541 h 4489084"/>
              <a:gd name="connsiteX29692" fmla="*/ 4127982 w 5158787"/>
              <a:gd name="connsiteY29692" fmla="*/ 1345890 h 4489084"/>
              <a:gd name="connsiteX29693" fmla="*/ 4142788 w 5158787"/>
              <a:gd name="connsiteY29693" fmla="*/ 1345890 h 4489084"/>
              <a:gd name="connsiteX29694" fmla="*/ 4143676 w 5158787"/>
              <a:gd name="connsiteY29694" fmla="*/ 1346423 h 4489084"/>
              <a:gd name="connsiteX29695" fmla="*/ 4151079 w 5158787"/>
              <a:gd name="connsiteY29695" fmla="*/ 1359216 h 4489084"/>
              <a:gd name="connsiteX29696" fmla="*/ 4151079 w 5158787"/>
              <a:gd name="connsiteY29696" fmla="*/ 1360282 h 4489084"/>
              <a:gd name="connsiteX29697" fmla="*/ 4143676 w 5158787"/>
              <a:gd name="connsiteY29697" fmla="*/ 1373074 h 4489084"/>
              <a:gd name="connsiteX29698" fmla="*/ 4142788 w 5158787"/>
              <a:gd name="connsiteY29698" fmla="*/ 1373607 h 4489084"/>
              <a:gd name="connsiteX29699" fmla="*/ 4127982 w 5158787"/>
              <a:gd name="connsiteY29699" fmla="*/ 1373607 h 4489084"/>
              <a:gd name="connsiteX29700" fmla="*/ 4127093 w 5158787"/>
              <a:gd name="connsiteY29700" fmla="*/ 1373074 h 4489084"/>
              <a:gd name="connsiteX29701" fmla="*/ 4119690 w 5158787"/>
              <a:gd name="connsiteY29701" fmla="*/ 1360282 h 4489084"/>
              <a:gd name="connsiteX29702" fmla="*/ 4119690 w 5158787"/>
              <a:gd name="connsiteY29702" fmla="*/ 1359216 h 4489084"/>
              <a:gd name="connsiteX29703" fmla="*/ 4127093 w 5158787"/>
              <a:gd name="connsiteY29703" fmla="*/ 1346423 h 4489084"/>
              <a:gd name="connsiteX29704" fmla="*/ 4127982 w 5158787"/>
              <a:gd name="connsiteY29704" fmla="*/ 1345890 h 4489084"/>
              <a:gd name="connsiteX29705" fmla="*/ 4263134 w 5158787"/>
              <a:gd name="connsiteY29705" fmla="*/ 1345712 h 4489084"/>
              <a:gd name="connsiteX29706" fmla="*/ 4278117 w 5158787"/>
              <a:gd name="connsiteY29706" fmla="*/ 1345712 h 4489084"/>
              <a:gd name="connsiteX29707" fmla="*/ 4279006 w 5158787"/>
              <a:gd name="connsiteY29707" fmla="*/ 1346245 h 4489084"/>
              <a:gd name="connsiteX29708" fmla="*/ 4286527 w 5158787"/>
              <a:gd name="connsiteY29708" fmla="*/ 1359275 h 4489084"/>
              <a:gd name="connsiteX29709" fmla="*/ 4286527 w 5158787"/>
              <a:gd name="connsiteY29709" fmla="*/ 1360341 h 4489084"/>
              <a:gd name="connsiteX29710" fmla="*/ 4279006 w 5158787"/>
              <a:gd name="connsiteY29710" fmla="*/ 1373370 h 4489084"/>
              <a:gd name="connsiteX29711" fmla="*/ 4278117 w 5158787"/>
              <a:gd name="connsiteY29711" fmla="*/ 1373903 h 4489084"/>
              <a:gd name="connsiteX29712" fmla="*/ 4263134 w 5158787"/>
              <a:gd name="connsiteY29712" fmla="*/ 1373903 h 4489084"/>
              <a:gd name="connsiteX29713" fmla="*/ 4262245 w 5158787"/>
              <a:gd name="connsiteY29713" fmla="*/ 1373370 h 4489084"/>
              <a:gd name="connsiteX29714" fmla="*/ 4254723 w 5158787"/>
              <a:gd name="connsiteY29714" fmla="*/ 1360341 h 4489084"/>
              <a:gd name="connsiteX29715" fmla="*/ 4254723 w 5158787"/>
              <a:gd name="connsiteY29715" fmla="*/ 1359275 h 4489084"/>
              <a:gd name="connsiteX29716" fmla="*/ 4262245 w 5158787"/>
              <a:gd name="connsiteY29716" fmla="*/ 1346245 h 4489084"/>
              <a:gd name="connsiteX29717" fmla="*/ 4263134 w 5158787"/>
              <a:gd name="connsiteY29717" fmla="*/ 1345712 h 4489084"/>
              <a:gd name="connsiteX29718" fmla="*/ 746229 w 5158787"/>
              <a:gd name="connsiteY29718" fmla="*/ 1345475 h 4489084"/>
              <a:gd name="connsiteX29719" fmla="*/ 761450 w 5158787"/>
              <a:gd name="connsiteY29719" fmla="*/ 1345475 h 4489084"/>
              <a:gd name="connsiteX29720" fmla="*/ 762397 w 5158787"/>
              <a:gd name="connsiteY29720" fmla="*/ 1346008 h 4489084"/>
              <a:gd name="connsiteX29721" fmla="*/ 770037 w 5158787"/>
              <a:gd name="connsiteY29721" fmla="*/ 1359215 h 4489084"/>
              <a:gd name="connsiteX29722" fmla="*/ 770037 w 5158787"/>
              <a:gd name="connsiteY29722" fmla="*/ 1360281 h 4489084"/>
              <a:gd name="connsiteX29723" fmla="*/ 762397 w 5158787"/>
              <a:gd name="connsiteY29723" fmla="*/ 1373488 h 4489084"/>
              <a:gd name="connsiteX29724" fmla="*/ 761450 w 5158787"/>
              <a:gd name="connsiteY29724" fmla="*/ 1374021 h 4489084"/>
              <a:gd name="connsiteX29725" fmla="*/ 746229 w 5158787"/>
              <a:gd name="connsiteY29725" fmla="*/ 1374021 h 4489084"/>
              <a:gd name="connsiteX29726" fmla="*/ 745281 w 5158787"/>
              <a:gd name="connsiteY29726" fmla="*/ 1373488 h 4489084"/>
              <a:gd name="connsiteX29727" fmla="*/ 737641 w 5158787"/>
              <a:gd name="connsiteY29727" fmla="*/ 1360281 h 4489084"/>
              <a:gd name="connsiteX29728" fmla="*/ 737641 w 5158787"/>
              <a:gd name="connsiteY29728" fmla="*/ 1359215 h 4489084"/>
              <a:gd name="connsiteX29729" fmla="*/ 745281 w 5158787"/>
              <a:gd name="connsiteY29729" fmla="*/ 1346008 h 4489084"/>
              <a:gd name="connsiteX29730" fmla="*/ 746229 w 5158787"/>
              <a:gd name="connsiteY29730" fmla="*/ 1345475 h 4489084"/>
              <a:gd name="connsiteX29731" fmla="*/ 678120 w 5158787"/>
              <a:gd name="connsiteY29731" fmla="*/ 1344587 h 4489084"/>
              <a:gd name="connsiteX29732" fmla="*/ 694348 w 5158787"/>
              <a:gd name="connsiteY29732" fmla="*/ 1344587 h 4489084"/>
              <a:gd name="connsiteX29733" fmla="*/ 695355 w 5158787"/>
              <a:gd name="connsiteY29733" fmla="*/ 1345179 h 4489084"/>
              <a:gd name="connsiteX29734" fmla="*/ 703469 w 5158787"/>
              <a:gd name="connsiteY29734" fmla="*/ 1359216 h 4489084"/>
              <a:gd name="connsiteX29735" fmla="*/ 703469 w 5158787"/>
              <a:gd name="connsiteY29735" fmla="*/ 1360341 h 4489084"/>
              <a:gd name="connsiteX29736" fmla="*/ 695355 w 5158787"/>
              <a:gd name="connsiteY29736" fmla="*/ 1374377 h 4489084"/>
              <a:gd name="connsiteX29737" fmla="*/ 694348 w 5158787"/>
              <a:gd name="connsiteY29737" fmla="*/ 1374970 h 4489084"/>
              <a:gd name="connsiteX29738" fmla="*/ 678120 w 5158787"/>
              <a:gd name="connsiteY29738" fmla="*/ 1374970 h 4489084"/>
              <a:gd name="connsiteX29739" fmla="*/ 677113 w 5158787"/>
              <a:gd name="connsiteY29739" fmla="*/ 1374377 h 4489084"/>
              <a:gd name="connsiteX29740" fmla="*/ 669000 w 5158787"/>
              <a:gd name="connsiteY29740" fmla="*/ 1360341 h 4489084"/>
              <a:gd name="connsiteX29741" fmla="*/ 669000 w 5158787"/>
              <a:gd name="connsiteY29741" fmla="*/ 1359216 h 4489084"/>
              <a:gd name="connsiteX29742" fmla="*/ 677113 w 5158787"/>
              <a:gd name="connsiteY29742" fmla="*/ 1345179 h 4489084"/>
              <a:gd name="connsiteX29743" fmla="*/ 678120 w 5158787"/>
              <a:gd name="connsiteY29743" fmla="*/ 1344587 h 4489084"/>
              <a:gd name="connsiteX29744" fmla="*/ 3721284 w 5158787"/>
              <a:gd name="connsiteY29744" fmla="*/ 1344291 h 4489084"/>
              <a:gd name="connsiteX29745" fmla="*/ 3737866 w 5158787"/>
              <a:gd name="connsiteY29745" fmla="*/ 1344291 h 4489084"/>
              <a:gd name="connsiteX29746" fmla="*/ 3738873 w 5158787"/>
              <a:gd name="connsiteY29746" fmla="*/ 1344883 h 4489084"/>
              <a:gd name="connsiteX29747" fmla="*/ 3747165 w 5158787"/>
              <a:gd name="connsiteY29747" fmla="*/ 1359216 h 4489084"/>
              <a:gd name="connsiteX29748" fmla="*/ 3747165 w 5158787"/>
              <a:gd name="connsiteY29748" fmla="*/ 1360400 h 4489084"/>
              <a:gd name="connsiteX29749" fmla="*/ 3738873 w 5158787"/>
              <a:gd name="connsiteY29749" fmla="*/ 1374733 h 4489084"/>
              <a:gd name="connsiteX29750" fmla="*/ 3737866 w 5158787"/>
              <a:gd name="connsiteY29750" fmla="*/ 1375325 h 4489084"/>
              <a:gd name="connsiteX29751" fmla="*/ 3721284 w 5158787"/>
              <a:gd name="connsiteY29751" fmla="*/ 1375325 h 4489084"/>
              <a:gd name="connsiteX29752" fmla="*/ 3720277 w 5158787"/>
              <a:gd name="connsiteY29752" fmla="*/ 1374733 h 4489084"/>
              <a:gd name="connsiteX29753" fmla="*/ 3711985 w 5158787"/>
              <a:gd name="connsiteY29753" fmla="*/ 1360400 h 4489084"/>
              <a:gd name="connsiteX29754" fmla="*/ 3711985 w 5158787"/>
              <a:gd name="connsiteY29754" fmla="*/ 1359216 h 4489084"/>
              <a:gd name="connsiteX29755" fmla="*/ 3720277 w 5158787"/>
              <a:gd name="connsiteY29755" fmla="*/ 1344883 h 4489084"/>
              <a:gd name="connsiteX29756" fmla="*/ 3721284 w 5158787"/>
              <a:gd name="connsiteY29756" fmla="*/ 1344291 h 4489084"/>
              <a:gd name="connsiteX29757" fmla="*/ 3450446 w 5158787"/>
              <a:gd name="connsiteY29757" fmla="*/ 1343639 h 4489084"/>
              <a:gd name="connsiteX29758" fmla="*/ 3467681 w 5158787"/>
              <a:gd name="connsiteY29758" fmla="*/ 1343639 h 4489084"/>
              <a:gd name="connsiteX29759" fmla="*/ 3468747 w 5158787"/>
              <a:gd name="connsiteY29759" fmla="*/ 1344231 h 4489084"/>
              <a:gd name="connsiteX29760" fmla="*/ 3477335 w 5158787"/>
              <a:gd name="connsiteY29760" fmla="*/ 1359156 h 4489084"/>
              <a:gd name="connsiteX29761" fmla="*/ 3477335 w 5158787"/>
              <a:gd name="connsiteY29761" fmla="*/ 1360400 h 4489084"/>
              <a:gd name="connsiteX29762" fmla="*/ 3468688 w 5158787"/>
              <a:gd name="connsiteY29762" fmla="*/ 1375324 h 4489084"/>
              <a:gd name="connsiteX29763" fmla="*/ 3467622 w 5158787"/>
              <a:gd name="connsiteY29763" fmla="*/ 1375917 h 4489084"/>
              <a:gd name="connsiteX29764" fmla="*/ 3450388 w 5158787"/>
              <a:gd name="connsiteY29764" fmla="*/ 1375917 h 4489084"/>
              <a:gd name="connsiteX29765" fmla="*/ 3449321 w 5158787"/>
              <a:gd name="connsiteY29765" fmla="*/ 1375324 h 4489084"/>
              <a:gd name="connsiteX29766" fmla="*/ 3440734 w 5158787"/>
              <a:gd name="connsiteY29766" fmla="*/ 1360400 h 4489084"/>
              <a:gd name="connsiteX29767" fmla="*/ 3440734 w 5158787"/>
              <a:gd name="connsiteY29767" fmla="*/ 1359156 h 4489084"/>
              <a:gd name="connsiteX29768" fmla="*/ 3449380 w 5158787"/>
              <a:gd name="connsiteY29768" fmla="*/ 1344231 h 4489084"/>
              <a:gd name="connsiteX29769" fmla="*/ 3450446 w 5158787"/>
              <a:gd name="connsiteY29769" fmla="*/ 1343639 h 4489084"/>
              <a:gd name="connsiteX29770" fmla="*/ 4329525 w 5158787"/>
              <a:gd name="connsiteY29770" fmla="*/ 1343462 h 4489084"/>
              <a:gd name="connsiteX29771" fmla="*/ 4346996 w 5158787"/>
              <a:gd name="connsiteY29771" fmla="*/ 1343462 h 4489084"/>
              <a:gd name="connsiteX29772" fmla="*/ 4348062 w 5158787"/>
              <a:gd name="connsiteY29772" fmla="*/ 1344054 h 4489084"/>
              <a:gd name="connsiteX29773" fmla="*/ 4356768 w 5158787"/>
              <a:gd name="connsiteY29773" fmla="*/ 1359157 h 4489084"/>
              <a:gd name="connsiteX29774" fmla="*/ 4356768 w 5158787"/>
              <a:gd name="connsiteY29774" fmla="*/ 1360400 h 4489084"/>
              <a:gd name="connsiteX29775" fmla="*/ 4348062 w 5158787"/>
              <a:gd name="connsiteY29775" fmla="*/ 1375503 h 4489084"/>
              <a:gd name="connsiteX29776" fmla="*/ 4346996 w 5158787"/>
              <a:gd name="connsiteY29776" fmla="*/ 1376095 h 4489084"/>
              <a:gd name="connsiteX29777" fmla="*/ 4329525 w 5158787"/>
              <a:gd name="connsiteY29777" fmla="*/ 1376095 h 4489084"/>
              <a:gd name="connsiteX29778" fmla="*/ 4328458 w 5158787"/>
              <a:gd name="connsiteY29778" fmla="*/ 1375503 h 4489084"/>
              <a:gd name="connsiteX29779" fmla="*/ 4319752 w 5158787"/>
              <a:gd name="connsiteY29779" fmla="*/ 1360400 h 4489084"/>
              <a:gd name="connsiteX29780" fmla="*/ 4319752 w 5158787"/>
              <a:gd name="connsiteY29780" fmla="*/ 1359157 h 4489084"/>
              <a:gd name="connsiteX29781" fmla="*/ 4328458 w 5158787"/>
              <a:gd name="connsiteY29781" fmla="*/ 1344054 h 4489084"/>
              <a:gd name="connsiteX29782" fmla="*/ 4329525 w 5158787"/>
              <a:gd name="connsiteY29782" fmla="*/ 1343462 h 4489084"/>
              <a:gd name="connsiteX29783" fmla="*/ 1083101 w 5158787"/>
              <a:gd name="connsiteY29783" fmla="*/ 1343106 h 4489084"/>
              <a:gd name="connsiteX29784" fmla="*/ 1100869 w 5158787"/>
              <a:gd name="connsiteY29784" fmla="*/ 1343106 h 4489084"/>
              <a:gd name="connsiteX29785" fmla="*/ 1101935 w 5158787"/>
              <a:gd name="connsiteY29785" fmla="*/ 1343758 h 4489084"/>
              <a:gd name="connsiteX29786" fmla="*/ 1110819 w 5158787"/>
              <a:gd name="connsiteY29786" fmla="*/ 1359156 h 4489084"/>
              <a:gd name="connsiteX29787" fmla="*/ 1110819 w 5158787"/>
              <a:gd name="connsiteY29787" fmla="*/ 1360400 h 4489084"/>
              <a:gd name="connsiteX29788" fmla="*/ 1101935 w 5158787"/>
              <a:gd name="connsiteY29788" fmla="*/ 1375798 h 4489084"/>
              <a:gd name="connsiteX29789" fmla="*/ 1100869 w 5158787"/>
              <a:gd name="connsiteY29789" fmla="*/ 1376450 h 4489084"/>
              <a:gd name="connsiteX29790" fmla="*/ 1083101 w 5158787"/>
              <a:gd name="connsiteY29790" fmla="*/ 1376450 h 4489084"/>
              <a:gd name="connsiteX29791" fmla="*/ 1082035 w 5158787"/>
              <a:gd name="connsiteY29791" fmla="*/ 1375798 h 4489084"/>
              <a:gd name="connsiteX29792" fmla="*/ 1073152 w 5158787"/>
              <a:gd name="connsiteY29792" fmla="*/ 1360400 h 4489084"/>
              <a:gd name="connsiteX29793" fmla="*/ 1073152 w 5158787"/>
              <a:gd name="connsiteY29793" fmla="*/ 1359156 h 4489084"/>
              <a:gd name="connsiteX29794" fmla="*/ 1082035 w 5158787"/>
              <a:gd name="connsiteY29794" fmla="*/ 1343758 h 4489084"/>
              <a:gd name="connsiteX29795" fmla="*/ 1083101 w 5158787"/>
              <a:gd name="connsiteY29795" fmla="*/ 1343106 h 4489084"/>
              <a:gd name="connsiteX29796" fmla="*/ 4396863 w 5158787"/>
              <a:gd name="connsiteY29796" fmla="*/ 1342928 h 4489084"/>
              <a:gd name="connsiteX29797" fmla="*/ 4414868 w 5158787"/>
              <a:gd name="connsiteY29797" fmla="*/ 1342928 h 4489084"/>
              <a:gd name="connsiteX29798" fmla="*/ 4415993 w 5158787"/>
              <a:gd name="connsiteY29798" fmla="*/ 1343580 h 4489084"/>
              <a:gd name="connsiteX29799" fmla="*/ 4424995 w 5158787"/>
              <a:gd name="connsiteY29799" fmla="*/ 1359156 h 4489084"/>
              <a:gd name="connsiteX29800" fmla="*/ 4424995 w 5158787"/>
              <a:gd name="connsiteY29800" fmla="*/ 1360399 h 4489084"/>
              <a:gd name="connsiteX29801" fmla="*/ 4415993 w 5158787"/>
              <a:gd name="connsiteY29801" fmla="*/ 1375976 h 4489084"/>
              <a:gd name="connsiteX29802" fmla="*/ 4414868 w 5158787"/>
              <a:gd name="connsiteY29802" fmla="*/ 1376627 h 4489084"/>
              <a:gd name="connsiteX29803" fmla="*/ 4396863 w 5158787"/>
              <a:gd name="connsiteY29803" fmla="*/ 1376627 h 4489084"/>
              <a:gd name="connsiteX29804" fmla="*/ 4395738 w 5158787"/>
              <a:gd name="connsiteY29804" fmla="*/ 1375976 h 4489084"/>
              <a:gd name="connsiteX29805" fmla="*/ 4386736 w 5158787"/>
              <a:gd name="connsiteY29805" fmla="*/ 1360399 h 4489084"/>
              <a:gd name="connsiteX29806" fmla="*/ 4386736 w 5158787"/>
              <a:gd name="connsiteY29806" fmla="*/ 1359156 h 4489084"/>
              <a:gd name="connsiteX29807" fmla="*/ 4395738 w 5158787"/>
              <a:gd name="connsiteY29807" fmla="*/ 1343580 h 4489084"/>
              <a:gd name="connsiteX29808" fmla="*/ 4396863 w 5158787"/>
              <a:gd name="connsiteY29808" fmla="*/ 1342928 h 4489084"/>
              <a:gd name="connsiteX29809" fmla="*/ 4464439 w 5158787"/>
              <a:gd name="connsiteY29809" fmla="*/ 1342810 h 4489084"/>
              <a:gd name="connsiteX29810" fmla="*/ 4482562 w 5158787"/>
              <a:gd name="connsiteY29810" fmla="*/ 1342810 h 4489084"/>
              <a:gd name="connsiteX29811" fmla="*/ 4483688 w 5158787"/>
              <a:gd name="connsiteY29811" fmla="*/ 1343462 h 4489084"/>
              <a:gd name="connsiteX29812" fmla="*/ 4492749 w 5158787"/>
              <a:gd name="connsiteY29812" fmla="*/ 1359156 h 4489084"/>
              <a:gd name="connsiteX29813" fmla="*/ 4492749 w 5158787"/>
              <a:gd name="connsiteY29813" fmla="*/ 1360459 h 4489084"/>
              <a:gd name="connsiteX29814" fmla="*/ 4483688 w 5158787"/>
              <a:gd name="connsiteY29814" fmla="*/ 1376154 h 4489084"/>
              <a:gd name="connsiteX29815" fmla="*/ 4482562 w 5158787"/>
              <a:gd name="connsiteY29815" fmla="*/ 1376805 h 4489084"/>
              <a:gd name="connsiteX29816" fmla="*/ 4464439 w 5158787"/>
              <a:gd name="connsiteY29816" fmla="*/ 1376805 h 4489084"/>
              <a:gd name="connsiteX29817" fmla="*/ 4463314 w 5158787"/>
              <a:gd name="connsiteY29817" fmla="*/ 1376154 h 4489084"/>
              <a:gd name="connsiteX29818" fmla="*/ 4454253 w 5158787"/>
              <a:gd name="connsiteY29818" fmla="*/ 1360459 h 4489084"/>
              <a:gd name="connsiteX29819" fmla="*/ 4454253 w 5158787"/>
              <a:gd name="connsiteY29819" fmla="*/ 1359156 h 4489084"/>
              <a:gd name="connsiteX29820" fmla="*/ 4463314 w 5158787"/>
              <a:gd name="connsiteY29820" fmla="*/ 1343462 h 4489084"/>
              <a:gd name="connsiteX29821" fmla="*/ 4464439 w 5158787"/>
              <a:gd name="connsiteY29821" fmla="*/ 1342810 h 4489084"/>
              <a:gd name="connsiteX29822" fmla="*/ 609478 w 5158787"/>
              <a:gd name="connsiteY29822" fmla="*/ 1342810 h 4489084"/>
              <a:gd name="connsiteX29823" fmla="*/ 627601 w 5158787"/>
              <a:gd name="connsiteY29823" fmla="*/ 1342810 h 4489084"/>
              <a:gd name="connsiteX29824" fmla="*/ 628727 w 5158787"/>
              <a:gd name="connsiteY29824" fmla="*/ 1343462 h 4489084"/>
              <a:gd name="connsiteX29825" fmla="*/ 637788 w 5158787"/>
              <a:gd name="connsiteY29825" fmla="*/ 1359156 h 4489084"/>
              <a:gd name="connsiteX29826" fmla="*/ 637788 w 5158787"/>
              <a:gd name="connsiteY29826" fmla="*/ 1360459 h 4489084"/>
              <a:gd name="connsiteX29827" fmla="*/ 628727 w 5158787"/>
              <a:gd name="connsiteY29827" fmla="*/ 1376154 h 4489084"/>
              <a:gd name="connsiteX29828" fmla="*/ 627601 w 5158787"/>
              <a:gd name="connsiteY29828" fmla="*/ 1376805 h 4489084"/>
              <a:gd name="connsiteX29829" fmla="*/ 609478 w 5158787"/>
              <a:gd name="connsiteY29829" fmla="*/ 1376805 h 4489084"/>
              <a:gd name="connsiteX29830" fmla="*/ 608353 w 5158787"/>
              <a:gd name="connsiteY29830" fmla="*/ 1376154 h 4489084"/>
              <a:gd name="connsiteX29831" fmla="*/ 599292 w 5158787"/>
              <a:gd name="connsiteY29831" fmla="*/ 1360459 h 4489084"/>
              <a:gd name="connsiteX29832" fmla="*/ 599292 w 5158787"/>
              <a:gd name="connsiteY29832" fmla="*/ 1359156 h 4489084"/>
              <a:gd name="connsiteX29833" fmla="*/ 608353 w 5158787"/>
              <a:gd name="connsiteY29833" fmla="*/ 1343462 h 4489084"/>
              <a:gd name="connsiteX29834" fmla="*/ 609478 w 5158787"/>
              <a:gd name="connsiteY29834" fmla="*/ 1342810 h 4489084"/>
              <a:gd name="connsiteX29835" fmla="*/ 812206 w 5158787"/>
              <a:gd name="connsiteY29835" fmla="*/ 1342395 h 4489084"/>
              <a:gd name="connsiteX29836" fmla="*/ 830744 w 5158787"/>
              <a:gd name="connsiteY29836" fmla="*/ 1342395 h 4489084"/>
              <a:gd name="connsiteX29837" fmla="*/ 831869 w 5158787"/>
              <a:gd name="connsiteY29837" fmla="*/ 1343047 h 4489084"/>
              <a:gd name="connsiteX29838" fmla="*/ 841108 w 5158787"/>
              <a:gd name="connsiteY29838" fmla="*/ 1359097 h 4489084"/>
              <a:gd name="connsiteX29839" fmla="*/ 841108 w 5158787"/>
              <a:gd name="connsiteY29839" fmla="*/ 1360399 h 4489084"/>
              <a:gd name="connsiteX29840" fmla="*/ 831810 w 5158787"/>
              <a:gd name="connsiteY29840" fmla="*/ 1376449 h 4489084"/>
              <a:gd name="connsiteX29841" fmla="*/ 830684 w 5158787"/>
              <a:gd name="connsiteY29841" fmla="*/ 1377101 h 4489084"/>
              <a:gd name="connsiteX29842" fmla="*/ 812147 w 5158787"/>
              <a:gd name="connsiteY29842" fmla="*/ 1377101 h 4489084"/>
              <a:gd name="connsiteX29843" fmla="*/ 811022 w 5158787"/>
              <a:gd name="connsiteY29843" fmla="*/ 1376449 h 4489084"/>
              <a:gd name="connsiteX29844" fmla="*/ 801783 w 5158787"/>
              <a:gd name="connsiteY29844" fmla="*/ 1360399 h 4489084"/>
              <a:gd name="connsiteX29845" fmla="*/ 801783 w 5158787"/>
              <a:gd name="connsiteY29845" fmla="*/ 1359097 h 4489084"/>
              <a:gd name="connsiteX29846" fmla="*/ 811081 w 5158787"/>
              <a:gd name="connsiteY29846" fmla="*/ 1343047 h 4489084"/>
              <a:gd name="connsiteX29847" fmla="*/ 812206 w 5158787"/>
              <a:gd name="connsiteY29847" fmla="*/ 1342395 h 4489084"/>
              <a:gd name="connsiteX29848" fmla="*/ 541547 w 5158787"/>
              <a:gd name="connsiteY29848" fmla="*/ 1342218 h 4489084"/>
              <a:gd name="connsiteX29849" fmla="*/ 560322 w 5158787"/>
              <a:gd name="connsiteY29849" fmla="*/ 1342218 h 4489084"/>
              <a:gd name="connsiteX29850" fmla="*/ 561447 w 5158787"/>
              <a:gd name="connsiteY29850" fmla="*/ 1342870 h 4489084"/>
              <a:gd name="connsiteX29851" fmla="*/ 570805 w 5158787"/>
              <a:gd name="connsiteY29851" fmla="*/ 1359097 h 4489084"/>
              <a:gd name="connsiteX29852" fmla="*/ 570805 w 5158787"/>
              <a:gd name="connsiteY29852" fmla="*/ 1360400 h 4489084"/>
              <a:gd name="connsiteX29853" fmla="*/ 561388 w 5158787"/>
              <a:gd name="connsiteY29853" fmla="*/ 1376628 h 4489084"/>
              <a:gd name="connsiteX29854" fmla="*/ 560263 w 5158787"/>
              <a:gd name="connsiteY29854" fmla="*/ 1377279 h 4489084"/>
              <a:gd name="connsiteX29855" fmla="*/ 541489 w 5158787"/>
              <a:gd name="connsiteY29855" fmla="*/ 1377279 h 4489084"/>
              <a:gd name="connsiteX29856" fmla="*/ 540363 w 5158787"/>
              <a:gd name="connsiteY29856" fmla="*/ 1376628 h 4489084"/>
              <a:gd name="connsiteX29857" fmla="*/ 531006 w 5158787"/>
              <a:gd name="connsiteY29857" fmla="*/ 1360400 h 4489084"/>
              <a:gd name="connsiteX29858" fmla="*/ 531006 w 5158787"/>
              <a:gd name="connsiteY29858" fmla="*/ 1359097 h 4489084"/>
              <a:gd name="connsiteX29859" fmla="*/ 540422 w 5158787"/>
              <a:gd name="connsiteY29859" fmla="*/ 1342870 h 4489084"/>
              <a:gd name="connsiteX29860" fmla="*/ 541547 w 5158787"/>
              <a:gd name="connsiteY29860" fmla="*/ 1342218 h 4489084"/>
              <a:gd name="connsiteX29861" fmla="*/ 1488320 w 5158787"/>
              <a:gd name="connsiteY29861" fmla="*/ 1342099 h 4489084"/>
              <a:gd name="connsiteX29862" fmla="*/ 1507213 w 5158787"/>
              <a:gd name="connsiteY29862" fmla="*/ 1342099 h 4489084"/>
              <a:gd name="connsiteX29863" fmla="*/ 1508338 w 5158787"/>
              <a:gd name="connsiteY29863" fmla="*/ 1342750 h 4489084"/>
              <a:gd name="connsiteX29864" fmla="*/ 1517755 w 5158787"/>
              <a:gd name="connsiteY29864" fmla="*/ 1359097 h 4489084"/>
              <a:gd name="connsiteX29865" fmla="*/ 1517755 w 5158787"/>
              <a:gd name="connsiteY29865" fmla="*/ 1360459 h 4489084"/>
              <a:gd name="connsiteX29866" fmla="*/ 1508338 w 5158787"/>
              <a:gd name="connsiteY29866" fmla="*/ 1376805 h 4489084"/>
              <a:gd name="connsiteX29867" fmla="*/ 1507213 w 5158787"/>
              <a:gd name="connsiteY29867" fmla="*/ 1377456 h 4489084"/>
              <a:gd name="connsiteX29868" fmla="*/ 1488320 w 5158787"/>
              <a:gd name="connsiteY29868" fmla="*/ 1377456 h 4489084"/>
              <a:gd name="connsiteX29869" fmla="*/ 1487195 w 5158787"/>
              <a:gd name="connsiteY29869" fmla="*/ 1376805 h 4489084"/>
              <a:gd name="connsiteX29870" fmla="*/ 1477778 w 5158787"/>
              <a:gd name="connsiteY29870" fmla="*/ 1360459 h 4489084"/>
              <a:gd name="connsiteX29871" fmla="*/ 1477778 w 5158787"/>
              <a:gd name="connsiteY29871" fmla="*/ 1359097 h 4489084"/>
              <a:gd name="connsiteX29872" fmla="*/ 1487195 w 5158787"/>
              <a:gd name="connsiteY29872" fmla="*/ 1342750 h 4489084"/>
              <a:gd name="connsiteX29873" fmla="*/ 1488320 w 5158787"/>
              <a:gd name="connsiteY29873" fmla="*/ 1342099 h 4489084"/>
              <a:gd name="connsiteX29874" fmla="*/ 879604 w 5158787"/>
              <a:gd name="connsiteY29874" fmla="*/ 1341981 h 4489084"/>
              <a:gd name="connsiteX29875" fmla="*/ 898615 w 5158787"/>
              <a:gd name="connsiteY29875" fmla="*/ 1341981 h 4489084"/>
              <a:gd name="connsiteX29876" fmla="*/ 899800 w 5158787"/>
              <a:gd name="connsiteY29876" fmla="*/ 1342632 h 4489084"/>
              <a:gd name="connsiteX29877" fmla="*/ 909276 w 5158787"/>
              <a:gd name="connsiteY29877" fmla="*/ 1359097 h 4489084"/>
              <a:gd name="connsiteX29878" fmla="*/ 909276 w 5158787"/>
              <a:gd name="connsiteY29878" fmla="*/ 1360459 h 4489084"/>
              <a:gd name="connsiteX29879" fmla="*/ 899800 w 5158787"/>
              <a:gd name="connsiteY29879" fmla="*/ 1376924 h 4489084"/>
              <a:gd name="connsiteX29880" fmla="*/ 898615 w 5158787"/>
              <a:gd name="connsiteY29880" fmla="*/ 1377575 h 4489084"/>
              <a:gd name="connsiteX29881" fmla="*/ 879604 w 5158787"/>
              <a:gd name="connsiteY29881" fmla="*/ 1377575 h 4489084"/>
              <a:gd name="connsiteX29882" fmla="*/ 878419 w 5158787"/>
              <a:gd name="connsiteY29882" fmla="*/ 1376924 h 4489084"/>
              <a:gd name="connsiteX29883" fmla="*/ 868944 w 5158787"/>
              <a:gd name="connsiteY29883" fmla="*/ 1360459 h 4489084"/>
              <a:gd name="connsiteX29884" fmla="*/ 868944 w 5158787"/>
              <a:gd name="connsiteY29884" fmla="*/ 1359097 h 4489084"/>
              <a:gd name="connsiteX29885" fmla="*/ 878419 w 5158787"/>
              <a:gd name="connsiteY29885" fmla="*/ 1342632 h 4489084"/>
              <a:gd name="connsiteX29886" fmla="*/ 879604 w 5158787"/>
              <a:gd name="connsiteY29886" fmla="*/ 1341981 h 4489084"/>
              <a:gd name="connsiteX29887" fmla="*/ 406100 w 5158787"/>
              <a:gd name="connsiteY29887" fmla="*/ 1341803 h 4489084"/>
              <a:gd name="connsiteX29888" fmla="*/ 425289 w 5158787"/>
              <a:gd name="connsiteY29888" fmla="*/ 1341803 h 4489084"/>
              <a:gd name="connsiteX29889" fmla="*/ 426473 w 5158787"/>
              <a:gd name="connsiteY29889" fmla="*/ 1342455 h 4489084"/>
              <a:gd name="connsiteX29890" fmla="*/ 436067 w 5158787"/>
              <a:gd name="connsiteY29890" fmla="*/ 1359097 h 4489084"/>
              <a:gd name="connsiteX29891" fmla="*/ 436067 w 5158787"/>
              <a:gd name="connsiteY29891" fmla="*/ 1360459 h 4489084"/>
              <a:gd name="connsiteX29892" fmla="*/ 426473 w 5158787"/>
              <a:gd name="connsiteY29892" fmla="*/ 1377101 h 4489084"/>
              <a:gd name="connsiteX29893" fmla="*/ 425289 w 5158787"/>
              <a:gd name="connsiteY29893" fmla="*/ 1377753 h 4489084"/>
              <a:gd name="connsiteX29894" fmla="*/ 406100 w 5158787"/>
              <a:gd name="connsiteY29894" fmla="*/ 1377753 h 4489084"/>
              <a:gd name="connsiteX29895" fmla="*/ 404915 w 5158787"/>
              <a:gd name="connsiteY29895" fmla="*/ 1377101 h 4489084"/>
              <a:gd name="connsiteX29896" fmla="*/ 395321 w 5158787"/>
              <a:gd name="connsiteY29896" fmla="*/ 1360459 h 4489084"/>
              <a:gd name="connsiteX29897" fmla="*/ 395321 w 5158787"/>
              <a:gd name="connsiteY29897" fmla="*/ 1359097 h 4489084"/>
              <a:gd name="connsiteX29898" fmla="*/ 404915 w 5158787"/>
              <a:gd name="connsiteY29898" fmla="*/ 1342455 h 4489084"/>
              <a:gd name="connsiteX29899" fmla="*/ 406100 w 5158787"/>
              <a:gd name="connsiteY29899" fmla="*/ 1341803 h 4489084"/>
              <a:gd name="connsiteX29900" fmla="*/ 1149788 w 5158787"/>
              <a:gd name="connsiteY29900" fmla="*/ 1341389 h 4489084"/>
              <a:gd name="connsiteX29901" fmla="*/ 1169451 w 5158787"/>
              <a:gd name="connsiteY29901" fmla="*/ 1341389 h 4489084"/>
              <a:gd name="connsiteX29902" fmla="*/ 1170636 w 5158787"/>
              <a:gd name="connsiteY29902" fmla="*/ 1342100 h 4489084"/>
              <a:gd name="connsiteX29903" fmla="*/ 1180467 w 5158787"/>
              <a:gd name="connsiteY29903" fmla="*/ 1359097 h 4489084"/>
              <a:gd name="connsiteX29904" fmla="*/ 1180467 w 5158787"/>
              <a:gd name="connsiteY29904" fmla="*/ 1360459 h 4489084"/>
              <a:gd name="connsiteX29905" fmla="*/ 1170636 w 5158787"/>
              <a:gd name="connsiteY29905" fmla="*/ 1377457 h 4489084"/>
              <a:gd name="connsiteX29906" fmla="*/ 1169451 w 5158787"/>
              <a:gd name="connsiteY29906" fmla="*/ 1378168 h 4489084"/>
              <a:gd name="connsiteX29907" fmla="*/ 1149788 w 5158787"/>
              <a:gd name="connsiteY29907" fmla="*/ 1378168 h 4489084"/>
              <a:gd name="connsiteX29908" fmla="*/ 1148604 w 5158787"/>
              <a:gd name="connsiteY29908" fmla="*/ 1377457 h 4489084"/>
              <a:gd name="connsiteX29909" fmla="*/ 1138773 w 5158787"/>
              <a:gd name="connsiteY29909" fmla="*/ 1360459 h 4489084"/>
              <a:gd name="connsiteX29910" fmla="*/ 1138773 w 5158787"/>
              <a:gd name="connsiteY29910" fmla="*/ 1359097 h 4489084"/>
              <a:gd name="connsiteX29911" fmla="*/ 1148604 w 5158787"/>
              <a:gd name="connsiteY29911" fmla="*/ 1342100 h 4489084"/>
              <a:gd name="connsiteX29912" fmla="*/ 1149788 w 5158787"/>
              <a:gd name="connsiteY29912" fmla="*/ 1341389 h 4489084"/>
              <a:gd name="connsiteX29913" fmla="*/ 946883 w 5158787"/>
              <a:gd name="connsiteY29913" fmla="*/ 1341389 h 4489084"/>
              <a:gd name="connsiteX29914" fmla="*/ 966546 w 5158787"/>
              <a:gd name="connsiteY29914" fmla="*/ 1341389 h 4489084"/>
              <a:gd name="connsiteX29915" fmla="*/ 967731 w 5158787"/>
              <a:gd name="connsiteY29915" fmla="*/ 1342100 h 4489084"/>
              <a:gd name="connsiteX29916" fmla="*/ 977562 w 5158787"/>
              <a:gd name="connsiteY29916" fmla="*/ 1359097 h 4489084"/>
              <a:gd name="connsiteX29917" fmla="*/ 977562 w 5158787"/>
              <a:gd name="connsiteY29917" fmla="*/ 1360459 h 4489084"/>
              <a:gd name="connsiteX29918" fmla="*/ 967731 w 5158787"/>
              <a:gd name="connsiteY29918" fmla="*/ 1377457 h 4489084"/>
              <a:gd name="connsiteX29919" fmla="*/ 966546 w 5158787"/>
              <a:gd name="connsiteY29919" fmla="*/ 1378168 h 4489084"/>
              <a:gd name="connsiteX29920" fmla="*/ 946883 w 5158787"/>
              <a:gd name="connsiteY29920" fmla="*/ 1378168 h 4489084"/>
              <a:gd name="connsiteX29921" fmla="*/ 945699 w 5158787"/>
              <a:gd name="connsiteY29921" fmla="*/ 1377457 h 4489084"/>
              <a:gd name="connsiteX29922" fmla="*/ 935868 w 5158787"/>
              <a:gd name="connsiteY29922" fmla="*/ 1360459 h 4489084"/>
              <a:gd name="connsiteX29923" fmla="*/ 935868 w 5158787"/>
              <a:gd name="connsiteY29923" fmla="*/ 1359097 h 4489084"/>
              <a:gd name="connsiteX29924" fmla="*/ 945699 w 5158787"/>
              <a:gd name="connsiteY29924" fmla="*/ 1342100 h 4489084"/>
              <a:gd name="connsiteX29925" fmla="*/ 946883 w 5158787"/>
              <a:gd name="connsiteY29925" fmla="*/ 1341389 h 4489084"/>
              <a:gd name="connsiteX29926" fmla="*/ 1014460 w 5158787"/>
              <a:gd name="connsiteY29926" fmla="*/ 1341270 h 4489084"/>
              <a:gd name="connsiteX29927" fmla="*/ 1034241 w 5158787"/>
              <a:gd name="connsiteY29927" fmla="*/ 1341270 h 4489084"/>
              <a:gd name="connsiteX29928" fmla="*/ 1035425 w 5158787"/>
              <a:gd name="connsiteY29928" fmla="*/ 1341981 h 4489084"/>
              <a:gd name="connsiteX29929" fmla="*/ 1045316 w 5158787"/>
              <a:gd name="connsiteY29929" fmla="*/ 1359097 h 4489084"/>
              <a:gd name="connsiteX29930" fmla="*/ 1045316 w 5158787"/>
              <a:gd name="connsiteY29930" fmla="*/ 1360518 h 4489084"/>
              <a:gd name="connsiteX29931" fmla="*/ 1035425 w 5158787"/>
              <a:gd name="connsiteY29931" fmla="*/ 1377634 h 4489084"/>
              <a:gd name="connsiteX29932" fmla="*/ 1034241 w 5158787"/>
              <a:gd name="connsiteY29932" fmla="*/ 1378345 h 4489084"/>
              <a:gd name="connsiteX29933" fmla="*/ 1014460 w 5158787"/>
              <a:gd name="connsiteY29933" fmla="*/ 1378345 h 4489084"/>
              <a:gd name="connsiteX29934" fmla="*/ 1013275 w 5158787"/>
              <a:gd name="connsiteY29934" fmla="*/ 1377634 h 4489084"/>
              <a:gd name="connsiteX29935" fmla="*/ 1003385 w 5158787"/>
              <a:gd name="connsiteY29935" fmla="*/ 1360518 h 4489084"/>
              <a:gd name="connsiteX29936" fmla="*/ 1003385 w 5158787"/>
              <a:gd name="connsiteY29936" fmla="*/ 1359097 h 4489084"/>
              <a:gd name="connsiteX29937" fmla="*/ 1013275 w 5158787"/>
              <a:gd name="connsiteY29937" fmla="*/ 1341981 h 4489084"/>
              <a:gd name="connsiteX29938" fmla="*/ 1014460 w 5158787"/>
              <a:gd name="connsiteY29938" fmla="*/ 1341270 h 4489084"/>
              <a:gd name="connsiteX29939" fmla="*/ 473439 w 5158787"/>
              <a:gd name="connsiteY29939" fmla="*/ 1341270 h 4489084"/>
              <a:gd name="connsiteX29940" fmla="*/ 493220 w 5158787"/>
              <a:gd name="connsiteY29940" fmla="*/ 1341270 h 4489084"/>
              <a:gd name="connsiteX29941" fmla="*/ 494405 w 5158787"/>
              <a:gd name="connsiteY29941" fmla="*/ 1341981 h 4489084"/>
              <a:gd name="connsiteX29942" fmla="*/ 504295 w 5158787"/>
              <a:gd name="connsiteY29942" fmla="*/ 1359097 h 4489084"/>
              <a:gd name="connsiteX29943" fmla="*/ 504295 w 5158787"/>
              <a:gd name="connsiteY29943" fmla="*/ 1360518 h 4489084"/>
              <a:gd name="connsiteX29944" fmla="*/ 494405 w 5158787"/>
              <a:gd name="connsiteY29944" fmla="*/ 1377634 h 4489084"/>
              <a:gd name="connsiteX29945" fmla="*/ 493220 w 5158787"/>
              <a:gd name="connsiteY29945" fmla="*/ 1378345 h 4489084"/>
              <a:gd name="connsiteX29946" fmla="*/ 473439 w 5158787"/>
              <a:gd name="connsiteY29946" fmla="*/ 1378345 h 4489084"/>
              <a:gd name="connsiteX29947" fmla="*/ 472254 w 5158787"/>
              <a:gd name="connsiteY29947" fmla="*/ 1377634 h 4489084"/>
              <a:gd name="connsiteX29948" fmla="*/ 462364 w 5158787"/>
              <a:gd name="connsiteY29948" fmla="*/ 1360518 h 4489084"/>
              <a:gd name="connsiteX29949" fmla="*/ 462364 w 5158787"/>
              <a:gd name="connsiteY29949" fmla="*/ 1359097 h 4489084"/>
              <a:gd name="connsiteX29950" fmla="*/ 472254 w 5158787"/>
              <a:gd name="connsiteY29950" fmla="*/ 1341981 h 4489084"/>
              <a:gd name="connsiteX29951" fmla="*/ 473439 w 5158787"/>
              <a:gd name="connsiteY29951" fmla="*/ 1341270 h 4489084"/>
              <a:gd name="connsiteX29952" fmla="*/ 2434558 w 5158787"/>
              <a:gd name="connsiteY29952" fmla="*/ 1340974 h 4489084"/>
              <a:gd name="connsiteX29953" fmla="*/ 2454636 w 5158787"/>
              <a:gd name="connsiteY29953" fmla="*/ 1340974 h 4489084"/>
              <a:gd name="connsiteX29954" fmla="*/ 2455880 w 5158787"/>
              <a:gd name="connsiteY29954" fmla="*/ 1341685 h 4489084"/>
              <a:gd name="connsiteX29955" fmla="*/ 2465889 w 5158787"/>
              <a:gd name="connsiteY29955" fmla="*/ 1359097 h 4489084"/>
              <a:gd name="connsiteX29956" fmla="*/ 2465889 w 5158787"/>
              <a:gd name="connsiteY29956" fmla="*/ 1360518 h 4489084"/>
              <a:gd name="connsiteX29957" fmla="*/ 2455820 w 5158787"/>
              <a:gd name="connsiteY29957" fmla="*/ 1377930 h 4489084"/>
              <a:gd name="connsiteX29958" fmla="*/ 2454577 w 5158787"/>
              <a:gd name="connsiteY29958" fmla="*/ 1378641 h 4489084"/>
              <a:gd name="connsiteX29959" fmla="*/ 2434499 w 5158787"/>
              <a:gd name="connsiteY29959" fmla="*/ 1378641 h 4489084"/>
              <a:gd name="connsiteX29960" fmla="*/ 2433256 w 5158787"/>
              <a:gd name="connsiteY29960" fmla="*/ 1377930 h 4489084"/>
              <a:gd name="connsiteX29961" fmla="*/ 2423247 w 5158787"/>
              <a:gd name="connsiteY29961" fmla="*/ 1360518 h 4489084"/>
              <a:gd name="connsiteX29962" fmla="*/ 2423247 w 5158787"/>
              <a:gd name="connsiteY29962" fmla="*/ 1359097 h 4489084"/>
              <a:gd name="connsiteX29963" fmla="*/ 2433315 w 5158787"/>
              <a:gd name="connsiteY29963" fmla="*/ 1341685 h 4489084"/>
              <a:gd name="connsiteX29964" fmla="*/ 2434558 w 5158787"/>
              <a:gd name="connsiteY29964" fmla="*/ 1340974 h 4489084"/>
              <a:gd name="connsiteX29965" fmla="*/ 4598703 w 5158787"/>
              <a:gd name="connsiteY29965" fmla="*/ 1340856 h 4489084"/>
              <a:gd name="connsiteX29966" fmla="*/ 4618899 w 5158787"/>
              <a:gd name="connsiteY29966" fmla="*/ 1340856 h 4489084"/>
              <a:gd name="connsiteX29967" fmla="*/ 4620142 w 5158787"/>
              <a:gd name="connsiteY29967" fmla="*/ 1341567 h 4489084"/>
              <a:gd name="connsiteX29968" fmla="*/ 4630211 w 5158787"/>
              <a:gd name="connsiteY29968" fmla="*/ 1359038 h 4489084"/>
              <a:gd name="connsiteX29969" fmla="*/ 4630211 w 5158787"/>
              <a:gd name="connsiteY29969" fmla="*/ 1360459 h 4489084"/>
              <a:gd name="connsiteX29970" fmla="*/ 4620083 w 5158787"/>
              <a:gd name="connsiteY29970" fmla="*/ 1377931 h 4489084"/>
              <a:gd name="connsiteX29971" fmla="*/ 4618839 w 5158787"/>
              <a:gd name="connsiteY29971" fmla="*/ 1378641 h 4489084"/>
              <a:gd name="connsiteX29972" fmla="*/ 4598643 w 5158787"/>
              <a:gd name="connsiteY29972" fmla="*/ 1378641 h 4489084"/>
              <a:gd name="connsiteX29973" fmla="*/ 4597400 w 5158787"/>
              <a:gd name="connsiteY29973" fmla="*/ 1377931 h 4489084"/>
              <a:gd name="connsiteX29974" fmla="*/ 4587332 w 5158787"/>
              <a:gd name="connsiteY29974" fmla="*/ 1360459 h 4489084"/>
              <a:gd name="connsiteX29975" fmla="*/ 4587332 w 5158787"/>
              <a:gd name="connsiteY29975" fmla="*/ 1359038 h 4489084"/>
              <a:gd name="connsiteX29976" fmla="*/ 4597459 w 5158787"/>
              <a:gd name="connsiteY29976" fmla="*/ 1341567 h 4489084"/>
              <a:gd name="connsiteX29977" fmla="*/ 4598703 w 5158787"/>
              <a:gd name="connsiteY29977" fmla="*/ 1340856 h 4489084"/>
              <a:gd name="connsiteX29978" fmla="*/ 2366865 w 5158787"/>
              <a:gd name="connsiteY29978" fmla="*/ 1340856 h 4489084"/>
              <a:gd name="connsiteX29979" fmla="*/ 2387061 w 5158787"/>
              <a:gd name="connsiteY29979" fmla="*/ 1340856 h 4489084"/>
              <a:gd name="connsiteX29980" fmla="*/ 2388304 w 5158787"/>
              <a:gd name="connsiteY29980" fmla="*/ 1341567 h 4489084"/>
              <a:gd name="connsiteX29981" fmla="*/ 2398372 w 5158787"/>
              <a:gd name="connsiteY29981" fmla="*/ 1359038 h 4489084"/>
              <a:gd name="connsiteX29982" fmla="*/ 2398372 w 5158787"/>
              <a:gd name="connsiteY29982" fmla="*/ 1360459 h 4489084"/>
              <a:gd name="connsiteX29983" fmla="*/ 2388245 w 5158787"/>
              <a:gd name="connsiteY29983" fmla="*/ 1377931 h 4489084"/>
              <a:gd name="connsiteX29984" fmla="*/ 2387001 w 5158787"/>
              <a:gd name="connsiteY29984" fmla="*/ 1378641 h 4489084"/>
              <a:gd name="connsiteX29985" fmla="*/ 2366805 w 5158787"/>
              <a:gd name="connsiteY29985" fmla="*/ 1378641 h 4489084"/>
              <a:gd name="connsiteX29986" fmla="*/ 2365562 w 5158787"/>
              <a:gd name="connsiteY29986" fmla="*/ 1377931 h 4489084"/>
              <a:gd name="connsiteX29987" fmla="*/ 2355494 w 5158787"/>
              <a:gd name="connsiteY29987" fmla="*/ 1360459 h 4489084"/>
              <a:gd name="connsiteX29988" fmla="*/ 2355494 w 5158787"/>
              <a:gd name="connsiteY29988" fmla="*/ 1359038 h 4489084"/>
              <a:gd name="connsiteX29989" fmla="*/ 2365621 w 5158787"/>
              <a:gd name="connsiteY29989" fmla="*/ 1341567 h 4489084"/>
              <a:gd name="connsiteX29990" fmla="*/ 2366865 w 5158787"/>
              <a:gd name="connsiteY29990" fmla="*/ 1340856 h 4489084"/>
              <a:gd name="connsiteX29991" fmla="*/ 4530949 w 5158787"/>
              <a:gd name="connsiteY29991" fmla="*/ 1340619 h 4489084"/>
              <a:gd name="connsiteX29992" fmla="*/ 4551382 w 5158787"/>
              <a:gd name="connsiteY29992" fmla="*/ 1340619 h 4489084"/>
              <a:gd name="connsiteX29993" fmla="*/ 4552626 w 5158787"/>
              <a:gd name="connsiteY29993" fmla="*/ 1341330 h 4489084"/>
              <a:gd name="connsiteX29994" fmla="*/ 4562812 w 5158787"/>
              <a:gd name="connsiteY29994" fmla="*/ 1359038 h 4489084"/>
              <a:gd name="connsiteX29995" fmla="*/ 4562812 w 5158787"/>
              <a:gd name="connsiteY29995" fmla="*/ 1360459 h 4489084"/>
              <a:gd name="connsiteX29996" fmla="*/ 4552567 w 5158787"/>
              <a:gd name="connsiteY29996" fmla="*/ 1378168 h 4489084"/>
              <a:gd name="connsiteX29997" fmla="*/ 4551322 w 5158787"/>
              <a:gd name="connsiteY29997" fmla="*/ 1378878 h 4489084"/>
              <a:gd name="connsiteX29998" fmla="*/ 4530890 w 5158787"/>
              <a:gd name="connsiteY29998" fmla="*/ 1378878 h 4489084"/>
              <a:gd name="connsiteX29999" fmla="*/ 4529647 w 5158787"/>
              <a:gd name="connsiteY29999" fmla="*/ 1378168 h 4489084"/>
              <a:gd name="connsiteX30000" fmla="*/ 4519459 w 5158787"/>
              <a:gd name="connsiteY30000" fmla="*/ 1360459 h 4489084"/>
              <a:gd name="connsiteX30001" fmla="*/ 4519459 w 5158787"/>
              <a:gd name="connsiteY30001" fmla="*/ 1359038 h 4489084"/>
              <a:gd name="connsiteX30002" fmla="*/ 4529706 w 5158787"/>
              <a:gd name="connsiteY30002" fmla="*/ 1341330 h 4489084"/>
              <a:gd name="connsiteX30003" fmla="*/ 4530949 w 5158787"/>
              <a:gd name="connsiteY30003" fmla="*/ 1340619 h 4489084"/>
              <a:gd name="connsiteX30004" fmla="*/ 3786490 w 5158787"/>
              <a:gd name="connsiteY30004" fmla="*/ 1339730 h 4489084"/>
              <a:gd name="connsiteX30005" fmla="*/ 3807930 w 5158787"/>
              <a:gd name="connsiteY30005" fmla="*/ 1339730 h 4489084"/>
              <a:gd name="connsiteX30006" fmla="*/ 3809232 w 5158787"/>
              <a:gd name="connsiteY30006" fmla="*/ 1340500 h 4489084"/>
              <a:gd name="connsiteX30007" fmla="*/ 3819952 w 5158787"/>
              <a:gd name="connsiteY30007" fmla="*/ 1359037 h 4489084"/>
              <a:gd name="connsiteX30008" fmla="*/ 3819952 w 5158787"/>
              <a:gd name="connsiteY30008" fmla="*/ 1360577 h 4489084"/>
              <a:gd name="connsiteX30009" fmla="*/ 3809232 w 5158787"/>
              <a:gd name="connsiteY30009" fmla="*/ 1379115 h 4489084"/>
              <a:gd name="connsiteX30010" fmla="*/ 3807930 w 5158787"/>
              <a:gd name="connsiteY30010" fmla="*/ 1379885 h 4489084"/>
              <a:gd name="connsiteX30011" fmla="*/ 3786490 w 5158787"/>
              <a:gd name="connsiteY30011" fmla="*/ 1379885 h 4489084"/>
              <a:gd name="connsiteX30012" fmla="*/ 3785187 w 5158787"/>
              <a:gd name="connsiteY30012" fmla="*/ 1379115 h 4489084"/>
              <a:gd name="connsiteX30013" fmla="*/ 3774467 w 5158787"/>
              <a:gd name="connsiteY30013" fmla="*/ 1360577 h 4489084"/>
              <a:gd name="connsiteX30014" fmla="*/ 3774467 w 5158787"/>
              <a:gd name="connsiteY30014" fmla="*/ 1359037 h 4489084"/>
              <a:gd name="connsiteX30015" fmla="*/ 3785187 w 5158787"/>
              <a:gd name="connsiteY30015" fmla="*/ 1340500 h 4489084"/>
              <a:gd name="connsiteX30016" fmla="*/ 3786490 w 5158787"/>
              <a:gd name="connsiteY30016" fmla="*/ 1339730 h 4489084"/>
              <a:gd name="connsiteX30017" fmla="*/ 1419441 w 5158787"/>
              <a:gd name="connsiteY30017" fmla="*/ 1339612 h 4489084"/>
              <a:gd name="connsiteX30018" fmla="*/ 1440940 w 5158787"/>
              <a:gd name="connsiteY30018" fmla="*/ 1339612 h 4489084"/>
              <a:gd name="connsiteX30019" fmla="*/ 1442243 w 5158787"/>
              <a:gd name="connsiteY30019" fmla="*/ 1340382 h 4489084"/>
              <a:gd name="connsiteX30020" fmla="*/ 1453022 w 5158787"/>
              <a:gd name="connsiteY30020" fmla="*/ 1359038 h 4489084"/>
              <a:gd name="connsiteX30021" fmla="*/ 1453022 w 5158787"/>
              <a:gd name="connsiteY30021" fmla="*/ 1360578 h 4489084"/>
              <a:gd name="connsiteX30022" fmla="*/ 1442243 w 5158787"/>
              <a:gd name="connsiteY30022" fmla="*/ 1379234 h 4489084"/>
              <a:gd name="connsiteX30023" fmla="*/ 1440940 w 5158787"/>
              <a:gd name="connsiteY30023" fmla="*/ 1380004 h 4489084"/>
              <a:gd name="connsiteX30024" fmla="*/ 1419441 w 5158787"/>
              <a:gd name="connsiteY30024" fmla="*/ 1380004 h 4489084"/>
              <a:gd name="connsiteX30025" fmla="*/ 1418138 w 5158787"/>
              <a:gd name="connsiteY30025" fmla="*/ 1379234 h 4489084"/>
              <a:gd name="connsiteX30026" fmla="*/ 1407359 w 5158787"/>
              <a:gd name="connsiteY30026" fmla="*/ 1360578 h 4489084"/>
              <a:gd name="connsiteX30027" fmla="*/ 1407359 w 5158787"/>
              <a:gd name="connsiteY30027" fmla="*/ 1359038 h 4489084"/>
              <a:gd name="connsiteX30028" fmla="*/ 1418138 w 5158787"/>
              <a:gd name="connsiteY30028" fmla="*/ 1340382 h 4489084"/>
              <a:gd name="connsiteX30029" fmla="*/ 1419441 w 5158787"/>
              <a:gd name="connsiteY30029" fmla="*/ 1339612 h 4489084"/>
              <a:gd name="connsiteX30030" fmla="*/ 1351510 w 5158787"/>
              <a:gd name="connsiteY30030" fmla="*/ 1339197 h 4489084"/>
              <a:gd name="connsiteX30031" fmla="*/ 1373483 w 5158787"/>
              <a:gd name="connsiteY30031" fmla="*/ 1339197 h 4489084"/>
              <a:gd name="connsiteX30032" fmla="*/ 1374845 w 5158787"/>
              <a:gd name="connsiteY30032" fmla="*/ 1339967 h 4489084"/>
              <a:gd name="connsiteX30033" fmla="*/ 1385801 w 5158787"/>
              <a:gd name="connsiteY30033" fmla="*/ 1358978 h 4489084"/>
              <a:gd name="connsiteX30034" fmla="*/ 1385801 w 5158787"/>
              <a:gd name="connsiteY30034" fmla="*/ 1360518 h 4489084"/>
              <a:gd name="connsiteX30035" fmla="*/ 1374785 w 5158787"/>
              <a:gd name="connsiteY30035" fmla="*/ 1379529 h 4489084"/>
              <a:gd name="connsiteX30036" fmla="*/ 1373423 w 5158787"/>
              <a:gd name="connsiteY30036" fmla="*/ 1380299 h 4489084"/>
              <a:gd name="connsiteX30037" fmla="*/ 1351451 w 5158787"/>
              <a:gd name="connsiteY30037" fmla="*/ 1380299 h 4489084"/>
              <a:gd name="connsiteX30038" fmla="*/ 1350089 w 5158787"/>
              <a:gd name="connsiteY30038" fmla="*/ 1379529 h 4489084"/>
              <a:gd name="connsiteX30039" fmla="*/ 1339132 w 5158787"/>
              <a:gd name="connsiteY30039" fmla="*/ 1360518 h 4489084"/>
              <a:gd name="connsiteX30040" fmla="*/ 1339132 w 5158787"/>
              <a:gd name="connsiteY30040" fmla="*/ 1358978 h 4489084"/>
              <a:gd name="connsiteX30041" fmla="*/ 1350148 w 5158787"/>
              <a:gd name="connsiteY30041" fmla="*/ 1339967 h 4489084"/>
              <a:gd name="connsiteX30042" fmla="*/ 1351510 w 5158787"/>
              <a:gd name="connsiteY30042" fmla="*/ 1339197 h 4489084"/>
              <a:gd name="connsiteX30043" fmla="*/ 4665153 w 5158787"/>
              <a:gd name="connsiteY30043" fmla="*/ 1338664 h 4489084"/>
              <a:gd name="connsiteX30044" fmla="*/ 4687658 w 5158787"/>
              <a:gd name="connsiteY30044" fmla="*/ 1338664 h 4489084"/>
              <a:gd name="connsiteX30045" fmla="*/ 4689020 w 5158787"/>
              <a:gd name="connsiteY30045" fmla="*/ 1339434 h 4489084"/>
              <a:gd name="connsiteX30046" fmla="*/ 4700273 w 5158787"/>
              <a:gd name="connsiteY30046" fmla="*/ 1358919 h 4489084"/>
              <a:gd name="connsiteX30047" fmla="*/ 4700273 w 5158787"/>
              <a:gd name="connsiteY30047" fmla="*/ 1360518 h 4489084"/>
              <a:gd name="connsiteX30048" fmla="*/ 4689020 w 5158787"/>
              <a:gd name="connsiteY30048" fmla="*/ 1380003 h 4489084"/>
              <a:gd name="connsiteX30049" fmla="*/ 4687658 w 5158787"/>
              <a:gd name="connsiteY30049" fmla="*/ 1380773 h 4489084"/>
              <a:gd name="connsiteX30050" fmla="*/ 4665153 w 5158787"/>
              <a:gd name="connsiteY30050" fmla="*/ 1380773 h 4489084"/>
              <a:gd name="connsiteX30051" fmla="*/ 4663790 w 5158787"/>
              <a:gd name="connsiteY30051" fmla="*/ 1380003 h 4489084"/>
              <a:gd name="connsiteX30052" fmla="*/ 4652538 w 5158787"/>
              <a:gd name="connsiteY30052" fmla="*/ 1360518 h 4489084"/>
              <a:gd name="connsiteX30053" fmla="*/ 4652538 w 5158787"/>
              <a:gd name="connsiteY30053" fmla="*/ 1358919 h 4489084"/>
              <a:gd name="connsiteX30054" fmla="*/ 4663790 w 5158787"/>
              <a:gd name="connsiteY30054" fmla="*/ 1339434 h 4489084"/>
              <a:gd name="connsiteX30055" fmla="*/ 4665153 w 5158787"/>
              <a:gd name="connsiteY30055" fmla="*/ 1338664 h 4489084"/>
              <a:gd name="connsiteX30056" fmla="*/ 1216002 w 5158787"/>
              <a:gd name="connsiteY30056" fmla="*/ 1338664 h 4489084"/>
              <a:gd name="connsiteX30057" fmla="*/ 1238508 w 5158787"/>
              <a:gd name="connsiteY30057" fmla="*/ 1338664 h 4489084"/>
              <a:gd name="connsiteX30058" fmla="*/ 1239870 w 5158787"/>
              <a:gd name="connsiteY30058" fmla="*/ 1339434 h 4489084"/>
              <a:gd name="connsiteX30059" fmla="*/ 1251122 w 5158787"/>
              <a:gd name="connsiteY30059" fmla="*/ 1358919 h 4489084"/>
              <a:gd name="connsiteX30060" fmla="*/ 1251122 w 5158787"/>
              <a:gd name="connsiteY30060" fmla="*/ 1360518 h 4489084"/>
              <a:gd name="connsiteX30061" fmla="*/ 1239870 w 5158787"/>
              <a:gd name="connsiteY30061" fmla="*/ 1380003 h 4489084"/>
              <a:gd name="connsiteX30062" fmla="*/ 1238508 w 5158787"/>
              <a:gd name="connsiteY30062" fmla="*/ 1380773 h 4489084"/>
              <a:gd name="connsiteX30063" fmla="*/ 1216002 w 5158787"/>
              <a:gd name="connsiteY30063" fmla="*/ 1380773 h 4489084"/>
              <a:gd name="connsiteX30064" fmla="*/ 1214640 w 5158787"/>
              <a:gd name="connsiteY30064" fmla="*/ 1380003 h 4489084"/>
              <a:gd name="connsiteX30065" fmla="*/ 1203387 w 5158787"/>
              <a:gd name="connsiteY30065" fmla="*/ 1360518 h 4489084"/>
              <a:gd name="connsiteX30066" fmla="*/ 1203387 w 5158787"/>
              <a:gd name="connsiteY30066" fmla="*/ 1358919 h 4489084"/>
              <a:gd name="connsiteX30067" fmla="*/ 1214640 w 5158787"/>
              <a:gd name="connsiteY30067" fmla="*/ 1339434 h 4489084"/>
              <a:gd name="connsiteX30068" fmla="*/ 1216002 w 5158787"/>
              <a:gd name="connsiteY30068" fmla="*/ 1338664 h 4489084"/>
              <a:gd name="connsiteX30069" fmla="*/ 2298045 w 5158787"/>
              <a:gd name="connsiteY30069" fmla="*/ 1338546 h 4489084"/>
              <a:gd name="connsiteX30070" fmla="*/ 2320669 w 5158787"/>
              <a:gd name="connsiteY30070" fmla="*/ 1338546 h 4489084"/>
              <a:gd name="connsiteX30071" fmla="*/ 2322031 w 5158787"/>
              <a:gd name="connsiteY30071" fmla="*/ 1339375 h 4489084"/>
              <a:gd name="connsiteX30072" fmla="*/ 2333344 w 5158787"/>
              <a:gd name="connsiteY30072" fmla="*/ 1358979 h 4489084"/>
              <a:gd name="connsiteX30073" fmla="*/ 2333344 w 5158787"/>
              <a:gd name="connsiteY30073" fmla="*/ 1360578 h 4489084"/>
              <a:gd name="connsiteX30074" fmla="*/ 2322031 w 5158787"/>
              <a:gd name="connsiteY30074" fmla="*/ 1380181 h 4489084"/>
              <a:gd name="connsiteX30075" fmla="*/ 2320669 w 5158787"/>
              <a:gd name="connsiteY30075" fmla="*/ 1381010 h 4489084"/>
              <a:gd name="connsiteX30076" fmla="*/ 2298045 w 5158787"/>
              <a:gd name="connsiteY30076" fmla="*/ 1381010 h 4489084"/>
              <a:gd name="connsiteX30077" fmla="*/ 2296683 w 5158787"/>
              <a:gd name="connsiteY30077" fmla="*/ 1380181 h 4489084"/>
              <a:gd name="connsiteX30078" fmla="*/ 2285371 w 5158787"/>
              <a:gd name="connsiteY30078" fmla="*/ 1360578 h 4489084"/>
              <a:gd name="connsiteX30079" fmla="*/ 2285371 w 5158787"/>
              <a:gd name="connsiteY30079" fmla="*/ 1358979 h 4489084"/>
              <a:gd name="connsiteX30080" fmla="*/ 2296683 w 5158787"/>
              <a:gd name="connsiteY30080" fmla="*/ 1339375 h 4489084"/>
              <a:gd name="connsiteX30081" fmla="*/ 2298045 w 5158787"/>
              <a:gd name="connsiteY30081" fmla="*/ 1338546 h 4489084"/>
              <a:gd name="connsiteX30082" fmla="*/ 3853296 w 5158787"/>
              <a:gd name="connsiteY30082" fmla="*/ 1338072 h 4489084"/>
              <a:gd name="connsiteX30083" fmla="*/ 3876453 w 5158787"/>
              <a:gd name="connsiteY30083" fmla="*/ 1338072 h 4489084"/>
              <a:gd name="connsiteX30084" fmla="*/ 3877874 w 5158787"/>
              <a:gd name="connsiteY30084" fmla="*/ 1338901 h 4489084"/>
              <a:gd name="connsiteX30085" fmla="*/ 3889482 w 5158787"/>
              <a:gd name="connsiteY30085" fmla="*/ 1358978 h 4489084"/>
              <a:gd name="connsiteX30086" fmla="*/ 3889482 w 5158787"/>
              <a:gd name="connsiteY30086" fmla="*/ 1360637 h 4489084"/>
              <a:gd name="connsiteX30087" fmla="*/ 3877874 w 5158787"/>
              <a:gd name="connsiteY30087" fmla="*/ 1380714 h 4489084"/>
              <a:gd name="connsiteX30088" fmla="*/ 3876453 w 5158787"/>
              <a:gd name="connsiteY30088" fmla="*/ 1381543 h 4489084"/>
              <a:gd name="connsiteX30089" fmla="*/ 3853296 w 5158787"/>
              <a:gd name="connsiteY30089" fmla="*/ 1381543 h 4489084"/>
              <a:gd name="connsiteX30090" fmla="*/ 3851874 w 5158787"/>
              <a:gd name="connsiteY30090" fmla="*/ 1380714 h 4489084"/>
              <a:gd name="connsiteX30091" fmla="*/ 3840266 w 5158787"/>
              <a:gd name="connsiteY30091" fmla="*/ 1360637 h 4489084"/>
              <a:gd name="connsiteX30092" fmla="*/ 3840266 w 5158787"/>
              <a:gd name="connsiteY30092" fmla="*/ 1358978 h 4489084"/>
              <a:gd name="connsiteX30093" fmla="*/ 3851874 w 5158787"/>
              <a:gd name="connsiteY30093" fmla="*/ 1338901 h 4489084"/>
              <a:gd name="connsiteX30094" fmla="*/ 3853296 w 5158787"/>
              <a:gd name="connsiteY30094" fmla="*/ 1338072 h 4489084"/>
              <a:gd name="connsiteX30095" fmla="*/ 1283104 w 5158787"/>
              <a:gd name="connsiteY30095" fmla="*/ 1337717 h 4489084"/>
              <a:gd name="connsiteX30096" fmla="*/ 1306617 w 5158787"/>
              <a:gd name="connsiteY30096" fmla="*/ 1337717 h 4489084"/>
              <a:gd name="connsiteX30097" fmla="*/ 1308038 w 5158787"/>
              <a:gd name="connsiteY30097" fmla="*/ 1338546 h 4489084"/>
              <a:gd name="connsiteX30098" fmla="*/ 1319764 w 5158787"/>
              <a:gd name="connsiteY30098" fmla="*/ 1358920 h 4489084"/>
              <a:gd name="connsiteX30099" fmla="*/ 1319764 w 5158787"/>
              <a:gd name="connsiteY30099" fmla="*/ 1360578 h 4489084"/>
              <a:gd name="connsiteX30100" fmla="*/ 1307979 w 5158787"/>
              <a:gd name="connsiteY30100" fmla="*/ 1380951 h 4489084"/>
              <a:gd name="connsiteX30101" fmla="*/ 1306557 w 5158787"/>
              <a:gd name="connsiteY30101" fmla="*/ 1381780 h 4489084"/>
              <a:gd name="connsiteX30102" fmla="*/ 1283045 w 5158787"/>
              <a:gd name="connsiteY30102" fmla="*/ 1381780 h 4489084"/>
              <a:gd name="connsiteX30103" fmla="*/ 1281623 w 5158787"/>
              <a:gd name="connsiteY30103" fmla="*/ 1380951 h 4489084"/>
              <a:gd name="connsiteX30104" fmla="*/ 1269897 w 5158787"/>
              <a:gd name="connsiteY30104" fmla="*/ 1360578 h 4489084"/>
              <a:gd name="connsiteX30105" fmla="*/ 1269897 w 5158787"/>
              <a:gd name="connsiteY30105" fmla="*/ 1358920 h 4489084"/>
              <a:gd name="connsiteX30106" fmla="*/ 1281683 w 5158787"/>
              <a:gd name="connsiteY30106" fmla="*/ 1338546 h 4489084"/>
              <a:gd name="connsiteX30107" fmla="*/ 1283104 w 5158787"/>
              <a:gd name="connsiteY30107" fmla="*/ 1337717 h 4489084"/>
              <a:gd name="connsiteX30108" fmla="*/ 4732078 w 5158787"/>
              <a:gd name="connsiteY30108" fmla="*/ 1337421 h 4489084"/>
              <a:gd name="connsiteX30109" fmla="*/ 4755946 w 5158787"/>
              <a:gd name="connsiteY30109" fmla="*/ 1337421 h 4489084"/>
              <a:gd name="connsiteX30110" fmla="*/ 4757426 w 5158787"/>
              <a:gd name="connsiteY30110" fmla="*/ 1338250 h 4489084"/>
              <a:gd name="connsiteX30111" fmla="*/ 4769331 w 5158787"/>
              <a:gd name="connsiteY30111" fmla="*/ 1358920 h 4489084"/>
              <a:gd name="connsiteX30112" fmla="*/ 4769331 w 5158787"/>
              <a:gd name="connsiteY30112" fmla="*/ 1360578 h 4489084"/>
              <a:gd name="connsiteX30113" fmla="*/ 4757426 w 5158787"/>
              <a:gd name="connsiteY30113" fmla="*/ 1381248 h 4489084"/>
              <a:gd name="connsiteX30114" fmla="*/ 4755946 w 5158787"/>
              <a:gd name="connsiteY30114" fmla="*/ 1382077 h 4489084"/>
              <a:gd name="connsiteX30115" fmla="*/ 4732078 w 5158787"/>
              <a:gd name="connsiteY30115" fmla="*/ 1382077 h 4489084"/>
              <a:gd name="connsiteX30116" fmla="*/ 4730597 w 5158787"/>
              <a:gd name="connsiteY30116" fmla="*/ 1381248 h 4489084"/>
              <a:gd name="connsiteX30117" fmla="*/ 4718693 w 5158787"/>
              <a:gd name="connsiteY30117" fmla="*/ 1360578 h 4489084"/>
              <a:gd name="connsiteX30118" fmla="*/ 4718693 w 5158787"/>
              <a:gd name="connsiteY30118" fmla="*/ 1358920 h 4489084"/>
              <a:gd name="connsiteX30119" fmla="*/ 4730597 w 5158787"/>
              <a:gd name="connsiteY30119" fmla="*/ 1338250 h 4489084"/>
              <a:gd name="connsiteX30120" fmla="*/ 4732078 w 5158787"/>
              <a:gd name="connsiteY30120" fmla="*/ 1337421 h 4489084"/>
              <a:gd name="connsiteX30121" fmla="*/ 2229759 w 5158787"/>
              <a:gd name="connsiteY30121" fmla="*/ 1337421 h 4489084"/>
              <a:gd name="connsiteX30122" fmla="*/ 2253626 w 5158787"/>
              <a:gd name="connsiteY30122" fmla="*/ 1337421 h 4489084"/>
              <a:gd name="connsiteX30123" fmla="*/ 2255107 w 5158787"/>
              <a:gd name="connsiteY30123" fmla="*/ 1338250 h 4489084"/>
              <a:gd name="connsiteX30124" fmla="*/ 2267011 w 5158787"/>
              <a:gd name="connsiteY30124" fmla="*/ 1358920 h 4489084"/>
              <a:gd name="connsiteX30125" fmla="*/ 2267011 w 5158787"/>
              <a:gd name="connsiteY30125" fmla="*/ 1360578 h 4489084"/>
              <a:gd name="connsiteX30126" fmla="*/ 2255107 w 5158787"/>
              <a:gd name="connsiteY30126" fmla="*/ 1381248 h 4489084"/>
              <a:gd name="connsiteX30127" fmla="*/ 2253626 w 5158787"/>
              <a:gd name="connsiteY30127" fmla="*/ 1382077 h 4489084"/>
              <a:gd name="connsiteX30128" fmla="*/ 2229759 w 5158787"/>
              <a:gd name="connsiteY30128" fmla="*/ 1382077 h 4489084"/>
              <a:gd name="connsiteX30129" fmla="*/ 2228278 w 5158787"/>
              <a:gd name="connsiteY30129" fmla="*/ 1381248 h 4489084"/>
              <a:gd name="connsiteX30130" fmla="*/ 2216374 w 5158787"/>
              <a:gd name="connsiteY30130" fmla="*/ 1360578 h 4489084"/>
              <a:gd name="connsiteX30131" fmla="*/ 2216374 w 5158787"/>
              <a:gd name="connsiteY30131" fmla="*/ 1358920 h 4489084"/>
              <a:gd name="connsiteX30132" fmla="*/ 2228278 w 5158787"/>
              <a:gd name="connsiteY30132" fmla="*/ 1338250 h 4489084"/>
              <a:gd name="connsiteX30133" fmla="*/ 2229759 w 5158787"/>
              <a:gd name="connsiteY30133" fmla="*/ 1337421 h 4489084"/>
              <a:gd name="connsiteX30134" fmla="*/ 4867349 w 5158787"/>
              <a:gd name="connsiteY30134" fmla="*/ 1337361 h 4489084"/>
              <a:gd name="connsiteX30135" fmla="*/ 4891275 w 5158787"/>
              <a:gd name="connsiteY30135" fmla="*/ 1337361 h 4489084"/>
              <a:gd name="connsiteX30136" fmla="*/ 4892756 w 5158787"/>
              <a:gd name="connsiteY30136" fmla="*/ 1338190 h 4489084"/>
              <a:gd name="connsiteX30137" fmla="*/ 4904719 w 5158787"/>
              <a:gd name="connsiteY30137" fmla="*/ 1358919 h 4489084"/>
              <a:gd name="connsiteX30138" fmla="*/ 4904719 w 5158787"/>
              <a:gd name="connsiteY30138" fmla="*/ 1360637 h 4489084"/>
              <a:gd name="connsiteX30139" fmla="*/ 4892756 w 5158787"/>
              <a:gd name="connsiteY30139" fmla="*/ 1381365 h 4489084"/>
              <a:gd name="connsiteX30140" fmla="*/ 4891275 w 5158787"/>
              <a:gd name="connsiteY30140" fmla="*/ 1382194 h 4489084"/>
              <a:gd name="connsiteX30141" fmla="*/ 4867349 w 5158787"/>
              <a:gd name="connsiteY30141" fmla="*/ 1382194 h 4489084"/>
              <a:gd name="connsiteX30142" fmla="*/ 4865868 w 5158787"/>
              <a:gd name="connsiteY30142" fmla="*/ 1381365 h 4489084"/>
              <a:gd name="connsiteX30143" fmla="*/ 4853904 w 5158787"/>
              <a:gd name="connsiteY30143" fmla="*/ 1360637 h 4489084"/>
              <a:gd name="connsiteX30144" fmla="*/ 4853904 w 5158787"/>
              <a:gd name="connsiteY30144" fmla="*/ 1358919 h 4489084"/>
              <a:gd name="connsiteX30145" fmla="*/ 4865868 w 5158787"/>
              <a:gd name="connsiteY30145" fmla="*/ 1338190 h 4489084"/>
              <a:gd name="connsiteX30146" fmla="*/ 4867349 w 5158787"/>
              <a:gd name="connsiteY30146" fmla="*/ 1337361 h 4489084"/>
              <a:gd name="connsiteX30147" fmla="*/ 2161946 w 5158787"/>
              <a:gd name="connsiteY30147" fmla="*/ 1337006 h 4489084"/>
              <a:gd name="connsiteX30148" fmla="*/ 2186228 w 5158787"/>
              <a:gd name="connsiteY30148" fmla="*/ 1337006 h 4489084"/>
              <a:gd name="connsiteX30149" fmla="*/ 2187709 w 5158787"/>
              <a:gd name="connsiteY30149" fmla="*/ 1337835 h 4489084"/>
              <a:gd name="connsiteX30150" fmla="*/ 2199850 w 5158787"/>
              <a:gd name="connsiteY30150" fmla="*/ 1358860 h 4489084"/>
              <a:gd name="connsiteX30151" fmla="*/ 2199850 w 5158787"/>
              <a:gd name="connsiteY30151" fmla="*/ 1360578 h 4489084"/>
              <a:gd name="connsiteX30152" fmla="*/ 2187709 w 5158787"/>
              <a:gd name="connsiteY30152" fmla="*/ 1381602 h 4489084"/>
              <a:gd name="connsiteX30153" fmla="*/ 2186228 w 5158787"/>
              <a:gd name="connsiteY30153" fmla="*/ 1382432 h 4489084"/>
              <a:gd name="connsiteX30154" fmla="*/ 2161946 w 5158787"/>
              <a:gd name="connsiteY30154" fmla="*/ 1382432 h 4489084"/>
              <a:gd name="connsiteX30155" fmla="*/ 2160465 w 5158787"/>
              <a:gd name="connsiteY30155" fmla="*/ 1381602 h 4489084"/>
              <a:gd name="connsiteX30156" fmla="*/ 2148324 w 5158787"/>
              <a:gd name="connsiteY30156" fmla="*/ 1360578 h 4489084"/>
              <a:gd name="connsiteX30157" fmla="*/ 2148324 w 5158787"/>
              <a:gd name="connsiteY30157" fmla="*/ 1358860 h 4489084"/>
              <a:gd name="connsiteX30158" fmla="*/ 2160465 w 5158787"/>
              <a:gd name="connsiteY30158" fmla="*/ 1337835 h 4489084"/>
              <a:gd name="connsiteX30159" fmla="*/ 2161946 w 5158787"/>
              <a:gd name="connsiteY30159" fmla="*/ 1337006 h 4489084"/>
              <a:gd name="connsiteX30160" fmla="*/ 2500062 w 5158787"/>
              <a:gd name="connsiteY30160" fmla="*/ 1336947 h 4489084"/>
              <a:gd name="connsiteX30161" fmla="*/ 2524463 w 5158787"/>
              <a:gd name="connsiteY30161" fmla="*/ 1336947 h 4489084"/>
              <a:gd name="connsiteX30162" fmla="*/ 2525943 w 5158787"/>
              <a:gd name="connsiteY30162" fmla="*/ 1337835 h 4489084"/>
              <a:gd name="connsiteX30163" fmla="*/ 2538144 w 5158787"/>
              <a:gd name="connsiteY30163" fmla="*/ 1358979 h 4489084"/>
              <a:gd name="connsiteX30164" fmla="*/ 2538144 w 5158787"/>
              <a:gd name="connsiteY30164" fmla="*/ 1360696 h 4489084"/>
              <a:gd name="connsiteX30165" fmla="*/ 2525943 w 5158787"/>
              <a:gd name="connsiteY30165" fmla="*/ 1381840 h 4489084"/>
              <a:gd name="connsiteX30166" fmla="*/ 2524463 w 5158787"/>
              <a:gd name="connsiteY30166" fmla="*/ 1382728 h 4489084"/>
              <a:gd name="connsiteX30167" fmla="*/ 2500062 w 5158787"/>
              <a:gd name="connsiteY30167" fmla="*/ 1382728 h 4489084"/>
              <a:gd name="connsiteX30168" fmla="*/ 2498581 w 5158787"/>
              <a:gd name="connsiteY30168" fmla="*/ 1381840 h 4489084"/>
              <a:gd name="connsiteX30169" fmla="*/ 2486381 w 5158787"/>
              <a:gd name="connsiteY30169" fmla="*/ 1360696 h 4489084"/>
              <a:gd name="connsiteX30170" fmla="*/ 2486381 w 5158787"/>
              <a:gd name="connsiteY30170" fmla="*/ 1358979 h 4489084"/>
              <a:gd name="connsiteX30171" fmla="*/ 2498581 w 5158787"/>
              <a:gd name="connsiteY30171" fmla="*/ 1337835 h 4489084"/>
              <a:gd name="connsiteX30172" fmla="*/ 2500062 w 5158787"/>
              <a:gd name="connsiteY30172" fmla="*/ 1336947 h 4489084"/>
              <a:gd name="connsiteX30173" fmla="*/ 2635036 w 5158787"/>
              <a:gd name="connsiteY30173" fmla="*/ 1336414 h 4489084"/>
              <a:gd name="connsiteX30174" fmla="*/ 2659969 w 5158787"/>
              <a:gd name="connsiteY30174" fmla="*/ 1336414 h 4489084"/>
              <a:gd name="connsiteX30175" fmla="*/ 2661509 w 5158787"/>
              <a:gd name="connsiteY30175" fmla="*/ 1337302 h 4489084"/>
              <a:gd name="connsiteX30176" fmla="*/ 2673947 w 5158787"/>
              <a:gd name="connsiteY30176" fmla="*/ 1358919 h 4489084"/>
              <a:gd name="connsiteX30177" fmla="*/ 2673947 w 5158787"/>
              <a:gd name="connsiteY30177" fmla="*/ 1360696 h 4489084"/>
              <a:gd name="connsiteX30178" fmla="*/ 2661450 w 5158787"/>
              <a:gd name="connsiteY30178" fmla="*/ 1382313 h 4489084"/>
              <a:gd name="connsiteX30179" fmla="*/ 2659910 w 5158787"/>
              <a:gd name="connsiteY30179" fmla="*/ 1383202 h 4489084"/>
              <a:gd name="connsiteX30180" fmla="*/ 2634976 w 5158787"/>
              <a:gd name="connsiteY30180" fmla="*/ 1383202 h 4489084"/>
              <a:gd name="connsiteX30181" fmla="*/ 2633436 w 5158787"/>
              <a:gd name="connsiteY30181" fmla="*/ 1382313 h 4489084"/>
              <a:gd name="connsiteX30182" fmla="*/ 2620999 w 5158787"/>
              <a:gd name="connsiteY30182" fmla="*/ 1360696 h 4489084"/>
              <a:gd name="connsiteX30183" fmla="*/ 2620999 w 5158787"/>
              <a:gd name="connsiteY30183" fmla="*/ 1358919 h 4489084"/>
              <a:gd name="connsiteX30184" fmla="*/ 2633496 w 5158787"/>
              <a:gd name="connsiteY30184" fmla="*/ 1337302 h 4489084"/>
              <a:gd name="connsiteX30185" fmla="*/ 2635036 w 5158787"/>
              <a:gd name="connsiteY30185" fmla="*/ 1336414 h 4489084"/>
              <a:gd name="connsiteX30186" fmla="*/ 4799180 w 5158787"/>
              <a:gd name="connsiteY30186" fmla="*/ 1336295 h 4489084"/>
              <a:gd name="connsiteX30187" fmla="*/ 4824232 w 5158787"/>
              <a:gd name="connsiteY30187" fmla="*/ 1336295 h 4489084"/>
              <a:gd name="connsiteX30188" fmla="*/ 4825772 w 5158787"/>
              <a:gd name="connsiteY30188" fmla="*/ 1337183 h 4489084"/>
              <a:gd name="connsiteX30189" fmla="*/ 4838268 w 5158787"/>
              <a:gd name="connsiteY30189" fmla="*/ 1358919 h 4489084"/>
              <a:gd name="connsiteX30190" fmla="*/ 4838268 w 5158787"/>
              <a:gd name="connsiteY30190" fmla="*/ 1360696 h 4489084"/>
              <a:gd name="connsiteX30191" fmla="*/ 4825713 w 5158787"/>
              <a:gd name="connsiteY30191" fmla="*/ 1382431 h 4489084"/>
              <a:gd name="connsiteX30192" fmla="*/ 4824173 w 5158787"/>
              <a:gd name="connsiteY30192" fmla="*/ 1383320 h 4489084"/>
              <a:gd name="connsiteX30193" fmla="*/ 4799121 w 5158787"/>
              <a:gd name="connsiteY30193" fmla="*/ 1383320 h 4489084"/>
              <a:gd name="connsiteX30194" fmla="*/ 4797581 w 5158787"/>
              <a:gd name="connsiteY30194" fmla="*/ 1382431 h 4489084"/>
              <a:gd name="connsiteX30195" fmla="*/ 4785084 w 5158787"/>
              <a:gd name="connsiteY30195" fmla="*/ 1360696 h 4489084"/>
              <a:gd name="connsiteX30196" fmla="*/ 4785084 w 5158787"/>
              <a:gd name="connsiteY30196" fmla="*/ 1358919 h 4489084"/>
              <a:gd name="connsiteX30197" fmla="*/ 4797640 w 5158787"/>
              <a:gd name="connsiteY30197" fmla="*/ 1337183 h 4489084"/>
              <a:gd name="connsiteX30198" fmla="*/ 4799180 w 5158787"/>
              <a:gd name="connsiteY30198" fmla="*/ 1336295 h 4489084"/>
              <a:gd name="connsiteX30199" fmla="*/ 2567164 w 5158787"/>
              <a:gd name="connsiteY30199" fmla="*/ 1335999 h 4489084"/>
              <a:gd name="connsiteX30200" fmla="*/ 2592571 w 5158787"/>
              <a:gd name="connsiteY30200" fmla="*/ 1335999 h 4489084"/>
              <a:gd name="connsiteX30201" fmla="*/ 2594111 w 5158787"/>
              <a:gd name="connsiteY30201" fmla="*/ 1336887 h 4489084"/>
              <a:gd name="connsiteX30202" fmla="*/ 2606785 w 5158787"/>
              <a:gd name="connsiteY30202" fmla="*/ 1358860 h 4489084"/>
              <a:gd name="connsiteX30203" fmla="*/ 2606785 w 5158787"/>
              <a:gd name="connsiteY30203" fmla="*/ 1360637 h 4489084"/>
              <a:gd name="connsiteX30204" fmla="*/ 2594052 w 5158787"/>
              <a:gd name="connsiteY30204" fmla="*/ 1382609 h 4489084"/>
              <a:gd name="connsiteX30205" fmla="*/ 2592512 w 5158787"/>
              <a:gd name="connsiteY30205" fmla="*/ 1383497 h 4489084"/>
              <a:gd name="connsiteX30206" fmla="*/ 2567104 w 5158787"/>
              <a:gd name="connsiteY30206" fmla="*/ 1383497 h 4489084"/>
              <a:gd name="connsiteX30207" fmla="*/ 2565564 w 5158787"/>
              <a:gd name="connsiteY30207" fmla="*/ 1382609 h 4489084"/>
              <a:gd name="connsiteX30208" fmla="*/ 2552891 w 5158787"/>
              <a:gd name="connsiteY30208" fmla="*/ 1360637 h 4489084"/>
              <a:gd name="connsiteX30209" fmla="*/ 2552891 w 5158787"/>
              <a:gd name="connsiteY30209" fmla="*/ 1358860 h 4489084"/>
              <a:gd name="connsiteX30210" fmla="*/ 2565624 w 5158787"/>
              <a:gd name="connsiteY30210" fmla="*/ 1336887 h 4489084"/>
              <a:gd name="connsiteX30211" fmla="*/ 2567164 w 5158787"/>
              <a:gd name="connsiteY30211" fmla="*/ 1335999 h 4489084"/>
              <a:gd name="connsiteX30212" fmla="*/ 3588855 w 5158787"/>
              <a:gd name="connsiteY30212" fmla="*/ 1290929 h 4489084"/>
              <a:gd name="connsiteX30213" fmla="*/ 3599813 w 5158787"/>
              <a:gd name="connsiteY30213" fmla="*/ 1290929 h 4489084"/>
              <a:gd name="connsiteX30214" fmla="*/ 3600464 w 5158787"/>
              <a:gd name="connsiteY30214" fmla="*/ 1291344 h 4489084"/>
              <a:gd name="connsiteX30215" fmla="*/ 3605912 w 5158787"/>
              <a:gd name="connsiteY30215" fmla="*/ 1300820 h 4489084"/>
              <a:gd name="connsiteX30216" fmla="*/ 3605912 w 5158787"/>
              <a:gd name="connsiteY30216" fmla="*/ 1301590 h 4489084"/>
              <a:gd name="connsiteX30217" fmla="*/ 3600464 w 5158787"/>
              <a:gd name="connsiteY30217" fmla="*/ 1311066 h 4489084"/>
              <a:gd name="connsiteX30218" fmla="*/ 3599813 w 5158787"/>
              <a:gd name="connsiteY30218" fmla="*/ 1311480 h 4489084"/>
              <a:gd name="connsiteX30219" fmla="*/ 3588855 w 5158787"/>
              <a:gd name="connsiteY30219" fmla="*/ 1311480 h 4489084"/>
              <a:gd name="connsiteX30220" fmla="*/ 3588204 w 5158787"/>
              <a:gd name="connsiteY30220" fmla="*/ 1311066 h 4489084"/>
              <a:gd name="connsiteX30221" fmla="*/ 3582756 w 5158787"/>
              <a:gd name="connsiteY30221" fmla="*/ 1301590 h 4489084"/>
              <a:gd name="connsiteX30222" fmla="*/ 3582756 w 5158787"/>
              <a:gd name="connsiteY30222" fmla="*/ 1300820 h 4489084"/>
              <a:gd name="connsiteX30223" fmla="*/ 3588204 w 5158787"/>
              <a:gd name="connsiteY30223" fmla="*/ 1291344 h 4489084"/>
              <a:gd name="connsiteX30224" fmla="*/ 3588855 w 5158787"/>
              <a:gd name="connsiteY30224" fmla="*/ 1290929 h 4489084"/>
              <a:gd name="connsiteX30225" fmla="*/ 4196979 w 5158787"/>
              <a:gd name="connsiteY30225" fmla="*/ 1289863 h 4489084"/>
              <a:gd name="connsiteX30226" fmla="*/ 4209002 w 5158787"/>
              <a:gd name="connsiteY30226" fmla="*/ 1289863 h 4489084"/>
              <a:gd name="connsiteX30227" fmla="*/ 4209712 w 5158787"/>
              <a:gd name="connsiteY30227" fmla="*/ 1290278 h 4489084"/>
              <a:gd name="connsiteX30228" fmla="*/ 4215694 w 5158787"/>
              <a:gd name="connsiteY30228" fmla="*/ 1300701 h 4489084"/>
              <a:gd name="connsiteX30229" fmla="*/ 4215694 w 5158787"/>
              <a:gd name="connsiteY30229" fmla="*/ 1301530 h 4489084"/>
              <a:gd name="connsiteX30230" fmla="*/ 4209653 w 5158787"/>
              <a:gd name="connsiteY30230" fmla="*/ 1311954 h 4489084"/>
              <a:gd name="connsiteX30231" fmla="*/ 4208942 w 5158787"/>
              <a:gd name="connsiteY30231" fmla="*/ 1312369 h 4489084"/>
              <a:gd name="connsiteX30232" fmla="*/ 4196920 w 5158787"/>
              <a:gd name="connsiteY30232" fmla="*/ 1312369 h 4489084"/>
              <a:gd name="connsiteX30233" fmla="*/ 4196209 w 5158787"/>
              <a:gd name="connsiteY30233" fmla="*/ 1311954 h 4489084"/>
              <a:gd name="connsiteX30234" fmla="*/ 4190227 w 5158787"/>
              <a:gd name="connsiteY30234" fmla="*/ 1301530 h 4489084"/>
              <a:gd name="connsiteX30235" fmla="*/ 4190227 w 5158787"/>
              <a:gd name="connsiteY30235" fmla="*/ 1300701 h 4489084"/>
              <a:gd name="connsiteX30236" fmla="*/ 4196268 w 5158787"/>
              <a:gd name="connsiteY30236" fmla="*/ 1290278 h 4489084"/>
              <a:gd name="connsiteX30237" fmla="*/ 4196979 w 5158787"/>
              <a:gd name="connsiteY30237" fmla="*/ 1289863 h 4489084"/>
              <a:gd name="connsiteX30238" fmla="*/ 4264555 w 5158787"/>
              <a:gd name="connsiteY30238" fmla="*/ 1289803 h 4489084"/>
              <a:gd name="connsiteX30239" fmla="*/ 4276696 w 5158787"/>
              <a:gd name="connsiteY30239" fmla="*/ 1289803 h 4489084"/>
              <a:gd name="connsiteX30240" fmla="*/ 4277466 w 5158787"/>
              <a:gd name="connsiteY30240" fmla="*/ 1290218 h 4489084"/>
              <a:gd name="connsiteX30241" fmla="*/ 4283507 w 5158787"/>
              <a:gd name="connsiteY30241" fmla="*/ 1300760 h 4489084"/>
              <a:gd name="connsiteX30242" fmla="*/ 4283507 w 5158787"/>
              <a:gd name="connsiteY30242" fmla="*/ 1301589 h 4489084"/>
              <a:gd name="connsiteX30243" fmla="*/ 4277407 w 5158787"/>
              <a:gd name="connsiteY30243" fmla="*/ 1312131 h 4489084"/>
              <a:gd name="connsiteX30244" fmla="*/ 4276637 w 5158787"/>
              <a:gd name="connsiteY30244" fmla="*/ 1312546 h 4489084"/>
              <a:gd name="connsiteX30245" fmla="*/ 4264496 w 5158787"/>
              <a:gd name="connsiteY30245" fmla="*/ 1312546 h 4489084"/>
              <a:gd name="connsiteX30246" fmla="*/ 4263726 w 5158787"/>
              <a:gd name="connsiteY30246" fmla="*/ 1312131 h 4489084"/>
              <a:gd name="connsiteX30247" fmla="*/ 4257685 w 5158787"/>
              <a:gd name="connsiteY30247" fmla="*/ 1301589 h 4489084"/>
              <a:gd name="connsiteX30248" fmla="*/ 4257685 w 5158787"/>
              <a:gd name="connsiteY30248" fmla="*/ 1300760 h 4489084"/>
              <a:gd name="connsiteX30249" fmla="*/ 4263785 w 5158787"/>
              <a:gd name="connsiteY30249" fmla="*/ 1290218 h 4489084"/>
              <a:gd name="connsiteX30250" fmla="*/ 4264555 w 5158787"/>
              <a:gd name="connsiteY30250" fmla="*/ 1289803 h 4489084"/>
              <a:gd name="connsiteX30251" fmla="*/ 3655188 w 5158787"/>
              <a:gd name="connsiteY30251" fmla="*/ 1288441 h 4489084"/>
              <a:gd name="connsiteX30252" fmla="*/ 3668751 w 5158787"/>
              <a:gd name="connsiteY30252" fmla="*/ 1288441 h 4489084"/>
              <a:gd name="connsiteX30253" fmla="*/ 3669580 w 5158787"/>
              <a:gd name="connsiteY30253" fmla="*/ 1288915 h 4489084"/>
              <a:gd name="connsiteX30254" fmla="*/ 3676391 w 5158787"/>
              <a:gd name="connsiteY30254" fmla="*/ 1300701 h 4489084"/>
              <a:gd name="connsiteX30255" fmla="*/ 3676391 w 5158787"/>
              <a:gd name="connsiteY30255" fmla="*/ 1301648 h 4489084"/>
              <a:gd name="connsiteX30256" fmla="*/ 3669580 w 5158787"/>
              <a:gd name="connsiteY30256" fmla="*/ 1313434 h 4489084"/>
              <a:gd name="connsiteX30257" fmla="*/ 3668751 w 5158787"/>
              <a:gd name="connsiteY30257" fmla="*/ 1313908 h 4489084"/>
              <a:gd name="connsiteX30258" fmla="*/ 3655188 w 5158787"/>
              <a:gd name="connsiteY30258" fmla="*/ 1313908 h 4489084"/>
              <a:gd name="connsiteX30259" fmla="*/ 3654359 w 5158787"/>
              <a:gd name="connsiteY30259" fmla="*/ 1313434 h 4489084"/>
              <a:gd name="connsiteX30260" fmla="*/ 3647548 w 5158787"/>
              <a:gd name="connsiteY30260" fmla="*/ 1301648 h 4489084"/>
              <a:gd name="connsiteX30261" fmla="*/ 3647548 w 5158787"/>
              <a:gd name="connsiteY30261" fmla="*/ 1300701 h 4489084"/>
              <a:gd name="connsiteX30262" fmla="*/ 3654359 w 5158787"/>
              <a:gd name="connsiteY30262" fmla="*/ 1288915 h 4489084"/>
              <a:gd name="connsiteX30263" fmla="*/ 3655188 w 5158787"/>
              <a:gd name="connsiteY30263" fmla="*/ 1288441 h 4489084"/>
              <a:gd name="connsiteX30264" fmla="*/ 4128041 w 5158787"/>
              <a:gd name="connsiteY30264" fmla="*/ 1287435 h 4489084"/>
              <a:gd name="connsiteX30265" fmla="*/ 4142729 w 5158787"/>
              <a:gd name="connsiteY30265" fmla="*/ 1287435 h 4489084"/>
              <a:gd name="connsiteX30266" fmla="*/ 4143617 w 5158787"/>
              <a:gd name="connsiteY30266" fmla="*/ 1287968 h 4489084"/>
              <a:gd name="connsiteX30267" fmla="*/ 4150961 w 5158787"/>
              <a:gd name="connsiteY30267" fmla="*/ 1300702 h 4489084"/>
              <a:gd name="connsiteX30268" fmla="*/ 4150961 w 5158787"/>
              <a:gd name="connsiteY30268" fmla="*/ 1301768 h 4489084"/>
              <a:gd name="connsiteX30269" fmla="*/ 4143617 w 5158787"/>
              <a:gd name="connsiteY30269" fmla="*/ 1314501 h 4489084"/>
              <a:gd name="connsiteX30270" fmla="*/ 4142729 w 5158787"/>
              <a:gd name="connsiteY30270" fmla="*/ 1315034 h 4489084"/>
              <a:gd name="connsiteX30271" fmla="*/ 4128041 w 5158787"/>
              <a:gd name="connsiteY30271" fmla="*/ 1315034 h 4489084"/>
              <a:gd name="connsiteX30272" fmla="*/ 4127153 w 5158787"/>
              <a:gd name="connsiteY30272" fmla="*/ 1314501 h 4489084"/>
              <a:gd name="connsiteX30273" fmla="*/ 4119809 w 5158787"/>
              <a:gd name="connsiteY30273" fmla="*/ 1301768 h 4489084"/>
              <a:gd name="connsiteX30274" fmla="*/ 4119809 w 5158787"/>
              <a:gd name="connsiteY30274" fmla="*/ 1300702 h 4489084"/>
              <a:gd name="connsiteX30275" fmla="*/ 4127153 w 5158787"/>
              <a:gd name="connsiteY30275" fmla="*/ 1287968 h 4489084"/>
              <a:gd name="connsiteX30276" fmla="*/ 4128041 w 5158787"/>
              <a:gd name="connsiteY30276" fmla="*/ 1287435 h 4489084"/>
              <a:gd name="connsiteX30277" fmla="*/ 3519029 w 5158787"/>
              <a:gd name="connsiteY30277" fmla="*/ 1286783 h 4489084"/>
              <a:gd name="connsiteX30278" fmla="*/ 3534368 w 5158787"/>
              <a:gd name="connsiteY30278" fmla="*/ 1286783 h 4489084"/>
              <a:gd name="connsiteX30279" fmla="*/ 3535316 w 5158787"/>
              <a:gd name="connsiteY30279" fmla="*/ 1287316 h 4489084"/>
              <a:gd name="connsiteX30280" fmla="*/ 3542956 w 5158787"/>
              <a:gd name="connsiteY30280" fmla="*/ 1300582 h 4489084"/>
              <a:gd name="connsiteX30281" fmla="*/ 3542956 w 5158787"/>
              <a:gd name="connsiteY30281" fmla="*/ 1301648 h 4489084"/>
              <a:gd name="connsiteX30282" fmla="*/ 3535257 w 5158787"/>
              <a:gd name="connsiteY30282" fmla="*/ 1314915 h 4489084"/>
              <a:gd name="connsiteX30283" fmla="*/ 3534309 w 5158787"/>
              <a:gd name="connsiteY30283" fmla="*/ 1315448 h 4489084"/>
              <a:gd name="connsiteX30284" fmla="*/ 3518970 w 5158787"/>
              <a:gd name="connsiteY30284" fmla="*/ 1315448 h 4489084"/>
              <a:gd name="connsiteX30285" fmla="*/ 3518022 w 5158787"/>
              <a:gd name="connsiteY30285" fmla="*/ 1314915 h 4489084"/>
              <a:gd name="connsiteX30286" fmla="*/ 3510382 w 5158787"/>
              <a:gd name="connsiteY30286" fmla="*/ 1301648 h 4489084"/>
              <a:gd name="connsiteX30287" fmla="*/ 3510382 w 5158787"/>
              <a:gd name="connsiteY30287" fmla="*/ 1300582 h 4489084"/>
              <a:gd name="connsiteX30288" fmla="*/ 3518081 w 5158787"/>
              <a:gd name="connsiteY30288" fmla="*/ 1287316 h 4489084"/>
              <a:gd name="connsiteX30289" fmla="*/ 3519029 w 5158787"/>
              <a:gd name="connsiteY30289" fmla="*/ 1286783 h 4489084"/>
              <a:gd name="connsiteX30290" fmla="*/ 3721817 w 5158787"/>
              <a:gd name="connsiteY30290" fmla="*/ 1286605 h 4489084"/>
              <a:gd name="connsiteX30291" fmla="*/ 3737393 w 5158787"/>
              <a:gd name="connsiteY30291" fmla="*/ 1286605 h 4489084"/>
              <a:gd name="connsiteX30292" fmla="*/ 3738341 w 5158787"/>
              <a:gd name="connsiteY30292" fmla="*/ 1287138 h 4489084"/>
              <a:gd name="connsiteX30293" fmla="*/ 3746099 w 5158787"/>
              <a:gd name="connsiteY30293" fmla="*/ 1300641 h 4489084"/>
              <a:gd name="connsiteX30294" fmla="*/ 3746099 w 5158787"/>
              <a:gd name="connsiteY30294" fmla="*/ 1301767 h 4489084"/>
              <a:gd name="connsiteX30295" fmla="*/ 3738281 w 5158787"/>
              <a:gd name="connsiteY30295" fmla="*/ 1315270 h 4489084"/>
              <a:gd name="connsiteX30296" fmla="*/ 3737334 w 5158787"/>
              <a:gd name="connsiteY30296" fmla="*/ 1315803 h 4489084"/>
              <a:gd name="connsiteX30297" fmla="*/ 3721757 w 5158787"/>
              <a:gd name="connsiteY30297" fmla="*/ 1315803 h 4489084"/>
              <a:gd name="connsiteX30298" fmla="*/ 3720809 w 5158787"/>
              <a:gd name="connsiteY30298" fmla="*/ 1315270 h 4489084"/>
              <a:gd name="connsiteX30299" fmla="*/ 3713051 w 5158787"/>
              <a:gd name="connsiteY30299" fmla="*/ 1301767 h 4489084"/>
              <a:gd name="connsiteX30300" fmla="*/ 3713051 w 5158787"/>
              <a:gd name="connsiteY30300" fmla="*/ 1300641 h 4489084"/>
              <a:gd name="connsiteX30301" fmla="*/ 3720869 w 5158787"/>
              <a:gd name="connsiteY30301" fmla="*/ 1287138 h 4489084"/>
              <a:gd name="connsiteX30302" fmla="*/ 3721817 w 5158787"/>
              <a:gd name="connsiteY30302" fmla="*/ 1286605 h 4489084"/>
              <a:gd name="connsiteX30303" fmla="*/ 4330354 w 5158787"/>
              <a:gd name="connsiteY30303" fmla="*/ 1286250 h 4489084"/>
              <a:gd name="connsiteX30304" fmla="*/ 4346226 w 5158787"/>
              <a:gd name="connsiteY30304" fmla="*/ 1286250 h 4489084"/>
              <a:gd name="connsiteX30305" fmla="*/ 4347174 w 5158787"/>
              <a:gd name="connsiteY30305" fmla="*/ 1286783 h 4489084"/>
              <a:gd name="connsiteX30306" fmla="*/ 4355110 w 5158787"/>
              <a:gd name="connsiteY30306" fmla="*/ 1300582 h 4489084"/>
              <a:gd name="connsiteX30307" fmla="*/ 4355110 w 5158787"/>
              <a:gd name="connsiteY30307" fmla="*/ 1301708 h 4489084"/>
              <a:gd name="connsiteX30308" fmla="*/ 4347174 w 5158787"/>
              <a:gd name="connsiteY30308" fmla="*/ 1315507 h 4489084"/>
              <a:gd name="connsiteX30309" fmla="*/ 4346226 w 5158787"/>
              <a:gd name="connsiteY30309" fmla="*/ 1316040 h 4489084"/>
              <a:gd name="connsiteX30310" fmla="*/ 4330354 w 5158787"/>
              <a:gd name="connsiteY30310" fmla="*/ 1316040 h 4489084"/>
              <a:gd name="connsiteX30311" fmla="*/ 4329406 w 5158787"/>
              <a:gd name="connsiteY30311" fmla="*/ 1315507 h 4489084"/>
              <a:gd name="connsiteX30312" fmla="*/ 4321470 w 5158787"/>
              <a:gd name="connsiteY30312" fmla="*/ 1301708 h 4489084"/>
              <a:gd name="connsiteX30313" fmla="*/ 4321470 w 5158787"/>
              <a:gd name="connsiteY30313" fmla="*/ 1300582 h 4489084"/>
              <a:gd name="connsiteX30314" fmla="*/ 4329406 w 5158787"/>
              <a:gd name="connsiteY30314" fmla="*/ 1286783 h 4489084"/>
              <a:gd name="connsiteX30315" fmla="*/ 4330354 w 5158787"/>
              <a:gd name="connsiteY30315" fmla="*/ 1286250 h 4489084"/>
              <a:gd name="connsiteX30316" fmla="*/ 745874 w 5158787"/>
              <a:gd name="connsiteY30316" fmla="*/ 1286191 h 4489084"/>
              <a:gd name="connsiteX30317" fmla="*/ 761865 w 5158787"/>
              <a:gd name="connsiteY30317" fmla="*/ 1286191 h 4489084"/>
              <a:gd name="connsiteX30318" fmla="*/ 762813 w 5158787"/>
              <a:gd name="connsiteY30318" fmla="*/ 1286783 h 4489084"/>
              <a:gd name="connsiteX30319" fmla="*/ 770808 w 5158787"/>
              <a:gd name="connsiteY30319" fmla="*/ 1300642 h 4489084"/>
              <a:gd name="connsiteX30320" fmla="*/ 770808 w 5158787"/>
              <a:gd name="connsiteY30320" fmla="*/ 1301767 h 4489084"/>
              <a:gd name="connsiteX30321" fmla="*/ 762813 w 5158787"/>
              <a:gd name="connsiteY30321" fmla="*/ 1315626 h 4489084"/>
              <a:gd name="connsiteX30322" fmla="*/ 761865 w 5158787"/>
              <a:gd name="connsiteY30322" fmla="*/ 1316218 h 4489084"/>
              <a:gd name="connsiteX30323" fmla="*/ 745874 w 5158787"/>
              <a:gd name="connsiteY30323" fmla="*/ 1316218 h 4489084"/>
              <a:gd name="connsiteX30324" fmla="*/ 744927 w 5158787"/>
              <a:gd name="connsiteY30324" fmla="*/ 1315626 h 4489084"/>
              <a:gd name="connsiteX30325" fmla="*/ 736931 w 5158787"/>
              <a:gd name="connsiteY30325" fmla="*/ 1301767 h 4489084"/>
              <a:gd name="connsiteX30326" fmla="*/ 736931 w 5158787"/>
              <a:gd name="connsiteY30326" fmla="*/ 1300642 h 4489084"/>
              <a:gd name="connsiteX30327" fmla="*/ 744927 w 5158787"/>
              <a:gd name="connsiteY30327" fmla="*/ 1286783 h 4489084"/>
              <a:gd name="connsiteX30328" fmla="*/ 745874 w 5158787"/>
              <a:gd name="connsiteY30328" fmla="*/ 1286191 h 4489084"/>
              <a:gd name="connsiteX30329" fmla="*/ 678002 w 5158787"/>
              <a:gd name="connsiteY30329" fmla="*/ 1285836 h 4489084"/>
              <a:gd name="connsiteX30330" fmla="*/ 694348 w 5158787"/>
              <a:gd name="connsiteY30330" fmla="*/ 1285836 h 4489084"/>
              <a:gd name="connsiteX30331" fmla="*/ 695355 w 5158787"/>
              <a:gd name="connsiteY30331" fmla="*/ 1286428 h 4489084"/>
              <a:gd name="connsiteX30332" fmla="*/ 703528 w 5158787"/>
              <a:gd name="connsiteY30332" fmla="*/ 1300583 h 4489084"/>
              <a:gd name="connsiteX30333" fmla="*/ 703528 w 5158787"/>
              <a:gd name="connsiteY30333" fmla="*/ 1301768 h 4489084"/>
              <a:gd name="connsiteX30334" fmla="*/ 695355 w 5158787"/>
              <a:gd name="connsiteY30334" fmla="*/ 1315922 h 4489084"/>
              <a:gd name="connsiteX30335" fmla="*/ 694348 w 5158787"/>
              <a:gd name="connsiteY30335" fmla="*/ 1316515 h 4489084"/>
              <a:gd name="connsiteX30336" fmla="*/ 678002 w 5158787"/>
              <a:gd name="connsiteY30336" fmla="*/ 1316515 h 4489084"/>
              <a:gd name="connsiteX30337" fmla="*/ 676995 w 5158787"/>
              <a:gd name="connsiteY30337" fmla="*/ 1315922 h 4489084"/>
              <a:gd name="connsiteX30338" fmla="*/ 668822 w 5158787"/>
              <a:gd name="connsiteY30338" fmla="*/ 1301768 h 4489084"/>
              <a:gd name="connsiteX30339" fmla="*/ 668822 w 5158787"/>
              <a:gd name="connsiteY30339" fmla="*/ 1300583 h 4489084"/>
              <a:gd name="connsiteX30340" fmla="*/ 676995 w 5158787"/>
              <a:gd name="connsiteY30340" fmla="*/ 1286428 h 4489084"/>
              <a:gd name="connsiteX30341" fmla="*/ 678002 w 5158787"/>
              <a:gd name="connsiteY30341" fmla="*/ 1285836 h 4489084"/>
              <a:gd name="connsiteX30342" fmla="*/ 3450743 w 5158787"/>
              <a:gd name="connsiteY30342" fmla="*/ 1285539 h 4489084"/>
              <a:gd name="connsiteX30343" fmla="*/ 3467386 w 5158787"/>
              <a:gd name="connsiteY30343" fmla="*/ 1285539 h 4489084"/>
              <a:gd name="connsiteX30344" fmla="*/ 3468392 w 5158787"/>
              <a:gd name="connsiteY30344" fmla="*/ 1286131 h 4489084"/>
              <a:gd name="connsiteX30345" fmla="*/ 3476743 w 5158787"/>
              <a:gd name="connsiteY30345" fmla="*/ 1300582 h 4489084"/>
              <a:gd name="connsiteX30346" fmla="*/ 3476743 w 5158787"/>
              <a:gd name="connsiteY30346" fmla="*/ 1301767 h 4489084"/>
              <a:gd name="connsiteX30347" fmla="*/ 3468392 w 5158787"/>
              <a:gd name="connsiteY30347" fmla="*/ 1316218 h 4489084"/>
              <a:gd name="connsiteX30348" fmla="*/ 3467386 w 5158787"/>
              <a:gd name="connsiteY30348" fmla="*/ 1316810 h 4489084"/>
              <a:gd name="connsiteX30349" fmla="*/ 3450743 w 5158787"/>
              <a:gd name="connsiteY30349" fmla="*/ 1316810 h 4489084"/>
              <a:gd name="connsiteX30350" fmla="*/ 3449736 w 5158787"/>
              <a:gd name="connsiteY30350" fmla="*/ 1316218 h 4489084"/>
              <a:gd name="connsiteX30351" fmla="*/ 3441386 w 5158787"/>
              <a:gd name="connsiteY30351" fmla="*/ 1301767 h 4489084"/>
              <a:gd name="connsiteX30352" fmla="*/ 3441386 w 5158787"/>
              <a:gd name="connsiteY30352" fmla="*/ 1300582 h 4489084"/>
              <a:gd name="connsiteX30353" fmla="*/ 3449736 w 5158787"/>
              <a:gd name="connsiteY30353" fmla="*/ 1286131 h 4489084"/>
              <a:gd name="connsiteX30354" fmla="*/ 3450743 w 5158787"/>
              <a:gd name="connsiteY30354" fmla="*/ 1285539 h 4489084"/>
              <a:gd name="connsiteX30355" fmla="*/ 2436158 w 5158787"/>
              <a:gd name="connsiteY30355" fmla="*/ 1285362 h 4489084"/>
              <a:gd name="connsiteX30356" fmla="*/ 2453037 w 5158787"/>
              <a:gd name="connsiteY30356" fmla="*/ 1285362 h 4489084"/>
              <a:gd name="connsiteX30357" fmla="*/ 2454044 w 5158787"/>
              <a:gd name="connsiteY30357" fmla="*/ 1285954 h 4489084"/>
              <a:gd name="connsiteX30358" fmla="*/ 2462454 w 5158787"/>
              <a:gd name="connsiteY30358" fmla="*/ 1300583 h 4489084"/>
              <a:gd name="connsiteX30359" fmla="*/ 2462454 w 5158787"/>
              <a:gd name="connsiteY30359" fmla="*/ 1301767 h 4489084"/>
              <a:gd name="connsiteX30360" fmla="*/ 2453985 w 5158787"/>
              <a:gd name="connsiteY30360" fmla="*/ 1316396 h 4489084"/>
              <a:gd name="connsiteX30361" fmla="*/ 2452978 w 5158787"/>
              <a:gd name="connsiteY30361" fmla="*/ 1316988 h 4489084"/>
              <a:gd name="connsiteX30362" fmla="*/ 2436098 w 5158787"/>
              <a:gd name="connsiteY30362" fmla="*/ 1316988 h 4489084"/>
              <a:gd name="connsiteX30363" fmla="*/ 2435092 w 5158787"/>
              <a:gd name="connsiteY30363" fmla="*/ 1316396 h 4489084"/>
              <a:gd name="connsiteX30364" fmla="*/ 2426682 w 5158787"/>
              <a:gd name="connsiteY30364" fmla="*/ 1301767 h 4489084"/>
              <a:gd name="connsiteX30365" fmla="*/ 2426682 w 5158787"/>
              <a:gd name="connsiteY30365" fmla="*/ 1300583 h 4489084"/>
              <a:gd name="connsiteX30366" fmla="*/ 2435151 w 5158787"/>
              <a:gd name="connsiteY30366" fmla="*/ 1285954 h 4489084"/>
              <a:gd name="connsiteX30367" fmla="*/ 2436158 w 5158787"/>
              <a:gd name="connsiteY30367" fmla="*/ 1285362 h 4489084"/>
              <a:gd name="connsiteX30368" fmla="*/ 610130 w 5158787"/>
              <a:gd name="connsiteY30368" fmla="*/ 1285362 h 4489084"/>
              <a:gd name="connsiteX30369" fmla="*/ 627009 w 5158787"/>
              <a:gd name="connsiteY30369" fmla="*/ 1285362 h 4489084"/>
              <a:gd name="connsiteX30370" fmla="*/ 628016 w 5158787"/>
              <a:gd name="connsiteY30370" fmla="*/ 1285954 h 4489084"/>
              <a:gd name="connsiteX30371" fmla="*/ 636426 w 5158787"/>
              <a:gd name="connsiteY30371" fmla="*/ 1300583 h 4489084"/>
              <a:gd name="connsiteX30372" fmla="*/ 636426 w 5158787"/>
              <a:gd name="connsiteY30372" fmla="*/ 1301767 h 4489084"/>
              <a:gd name="connsiteX30373" fmla="*/ 627957 w 5158787"/>
              <a:gd name="connsiteY30373" fmla="*/ 1316396 h 4489084"/>
              <a:gd name="connsiteX30374" fmla="*/ 626950 w 5158787"/>
              <a:gd name="connsiteY30374" fmla="*/ 1316988 h 4489084"/>
              <a:gd name="connsiteX30375" fmla="*/ 610070 w 5158787"/>
              <a:gd name="connsiteY30375" fmla="*/ 1316988 h 4489084"/>
              <a:gd name="connsiteX30376" fmla="*/ 609064 w 5158787"/>
              <a:gd name="connsiteY30376" fmla="*/ 1316396 h 4489084"/>
              <a:gd name="connsiteX30377" fmla="*/ 600654 w 5158787"/>
              <a:gd name="connsiteY30377" fmla="*/ 1301767 h 4489084"/>
              <a:gd name="connsiteX30378" fmla="*/ 600654 w 5158787"/>
              <a:gd name="connsiteY30378" fmla="*/ 1300583 h 4489084"/>
              <a:gd name="connsiteX30379" fmla="*/ 609123 w 5158787"/>
              <a:gd name="connsiteY30379" fmla="*/ 1285954 h 4489084"/>
              <a:gd name="connsiteX30380" fmla="*/ 610130 w 5158787"/>
              <a:gd name="connsiteY30380" fmla="*/ 1285362 h 4489084"/>
              <a:gd name="connsiteX30381" fmla="*/ 4397397 w 5158787"/>
              <a:gd name="connsiteY30381" fmla="*/ 1285243 h 4489084"/>
              <a:gd name="connsiteX30382" fmla="*/ 4414394 w 5158787"/>
              <a:gd name="connsiteY30382" fmla="*/ 1285243 h 4489084"/>
              <a:gd name="connsiteX30383" fmla="*/ 4415461 w 5158787"/>
              <a:gd name="connsiteY30383" fmla="*/ 1285835 h 4489084"/>
              <a:gd name="connsiteX30384" fmla="*/ 4423929 w 5158787"/>
              <a:gd name="connsiteY30384" fmla="*/ 1300582 h 4489084"/>
              <a:gd name="connsiteX30385" fmla="*/ 4423929 w 5158787"/>
              <a:gd name="connsiteY30385" fmla="*/ 1301767 h 4489084"/>
              <a:gd name="connsiteX30386" fmla="*/ 4415401 w 5158787"/>
              <a:gd name="connsiteY30386" fmla="*/ 1316514 h 4489084"/>
              <a:gd name="connsiteX30387" fmla="*/ 4414335 w 5158787"/>
              <a:gd name="connsiteY30387" fmla="*/ 1317106 h 4489084"/>
              <a:gd name="connsiteX30388" fmla="*/ 4397337 w 5158787"/>
              <a:gd name="connsiteY30388" fmla="*/ 1317106 h 4489084"/>
              <a:gd name="connsiteX30389" fmla="*/ 4396272 w 5158787"/>
              <a:gd name="connsiteY30389" fmla="*/ 1316514 h 4489084"/>
              <a:gd name="connsiteX30390" fmla="*/ 4387802 w 5158787"/>
              <a:gd name="connsiteY30390" fmla="*/ 1301767 h 4489084"/>
              <a:gd name="connsiteX30391" fmla="*/ 4387802 w 5158787"/>
              <a:gd name="connsiteY30391" fmla="*/ 1300582 h 4489084"/>
              <a:gd name="connsiteX30392" fmla="*/ 4396331 w 5158787"/>
              <a:gd name="connsiteY30392" fmla="*/ 1285835 h 4489084"/>
              <a:gd name="connsiteX30393" fmla="*/ 4397397 w 5158787"/>
              <a:gd name="connsiteY30393" fmla="*/ 1285243 h 4489084"/>
              <a:gd name="connsiteX30394" fmla="*/ 1015585 w 5158787"/>
              <a:gd name="connsiteY30394" fmla="*/ 1284829 h 4489084"/>
              <a:gd name="connsiteX30395" fmla="*/ 1033056 w 5158787"/>
              <a:gd name="connsiteY30395" fmla="*/ 1284829 h 4489084"/>
              <a:gd name="connsiteX30396" fmla="*/ 1034122 w 5158787"/>
              <a:gd name="connsiteY30396" fmla="*/ 1285421 h 4489084"/>
              <a:gd name="connsiteX30397" fmla="*/ 1042828 w 5158787"/>
              <a:gd name="connsiteY30397" fmla="*/ 1300524 h 4489084"/>
              <a:gd name="connsiteX30398" fmla="*/ 1042828 w 5158787"/>
              <a:gd name="connsiteY30398" fmla="*/ 1301767 h 4489084"/>
              <a:gd name="connsiteX30399" fmla="*/ 1034122 w 5158787"/>
              <a:gd name="connsiteY30399" fmla="*/ 1316870 h 4489084"/>
              <a:gd name="connsiteX30400" fmla="*/ 1033056 w 5158787"/>
              <a:gd name="connsiteY30400" fmla="*/ 1317462 h 4489084"/>
              <a:gd name="connsiteX30401" fmla="*/ 1015585 w 5158787"/>
              <a:gd name="connsiteY30401" fmla="*/ 1317462 h 4489084"/>
              <a:gd name="connsiteX30402" fmla="*/ 1014519 w 5158787"/>
              <a:gd name="connsiteY30402" fmla="*/ 1316870 h 4489084"/>
              <a:gd name="connsiteX30403" fmla="*/ 1005813 w 5158787"/>
              <a:gd name="connsiteY30403" fmla="*/ 1301767 h 4489084"/>
              <a:gd name="connsiteX30404" fmla="*/ 1005813 w 5158787"/>
              <a:gd name="connsiteY30404" fmla="*/ 1300524 h 4489084"/>
              <a:gd name="connsiteX30405" fmla="*/ 1014519 w 5158787"/>
              <a:gd name="connsiteY30405" fmla="*/ 1285421 h 4489084"/>
              <a:gd name="connsiteX30406" fmla="*/ 1015585 w 5158787"/>
              <a:gd name="connsiteY30406" fmla="*/ 1284829 h 4489084"/>
              <a:gd name="connsiteX30407" fmla="*/ 1082983 w 5158787"/>
              <a:gd name="connsiteY30407" fmla="*/ 1284296 h 4489084"/>
              <a:gd name="connsiteX30408" fmla="*/ 1100987 w 5158787"/>
              <a:gd name="connsiteY30408" fmla="*/ 1284296 h 4489084"/>
              <a:gd name="connsiteX30409" fmla="*/ 1102113 w 5158787"/>
              <a:gd name="connsiteY30409" fmla="*/ 1284948 h 4489084"/>
              <a:gd name="connsiteX30410" fmla="*/ 1111115 w 5158787"/>
              <a:gd name="connsiteY30410" fmla="*/ 1300524 h 4489084"/>
              <a:gd name="connsiteX30411" fmla="*/ 1111115 w 5158787"/>
              <a:gd name="connsiteY30411" fmla="*/ 1301767 h 4489084"/>
              <a:gd name="connsiteX30412" fmla="*/ 1102113 w 5158787"/>
              <a:gd name="connsiteY30412" fmla="*/ 1317344 h 4489084"/>
              <a:gd name="connsiteX30413" fmla="*/ 1100987 w 5158787"/>
              <a:gd name="connsiteY30413" fmla="*/ 1317995 h 4489084"/>
              <a:gd name="connsiteX30414" fmla="*/ 1082983 w 5158787"/>
              <a:gd name="connsiteY30414" fmla="*/ 1317995 h 4489084"/>
              <a:gd name="connsiteX30415" fmla="*/ 1081858 w 5158787"/>
              <a:gd name="connsiteY30415" fmla="*/ 1317344 h 4489084"/>
              <a:gd name="connsiteX30416" fmla="*/ 1072856 w 5158787"/>
              <a:gd name="connsiteY30416" fmla="*/ 1301767 h 4489084"/>
              <a:gd name="connsiteX30417" fmla="*/ 1072856 w 5158787"/>
              <a:gd name="connsiteY30417" fmla="*/ 1300524 h 4489084"/>
              <a:gd name="connsiteX30418" fmla="*/ 1081858 w 5158787"/>
              <a:gd name="connsiteY30418" fmla="*/ 1284948 h 4489084"/>
              <a:gd name="connsiteX30419" fmla="*/ 1082983 w 5158787"/>
              <a:gd name="connsiteY30419" fmla="*/ 1284296 h 4489084"/>
              <a:gd name="connsiteX30420" fmla="*/ 541962 w 5158787"/>
              <a:gd name="connsiteY30420" fmla="*/ 1284296 h 4489084"/>
              <a:gd name="connsiteX30421" fmla="*/ 559967 w 5158787"/>
              <a:gd name="connsiteY30421" fmla="*/ 1284296 h 4489084"/>
              <a:gd name="connsiteX30422" fmla="*/ 561092 w 5158787"/>
              <a:gd name="connsiteY30422" fmla="*/ 1284948 h 4489084"/>
              <a:gd name="connsiteX30423" fmla="*/ 570094 w 5158787"/>
              <a:gd name="connsiteY30423" fmla="*/ 1300524 h 4489084"/>
              <a:gd name="connsiteX30424" fmla="*/ 570094 w 5158787"/>
              <a:gd name="connsiteY30424" fmla="*/ 1301767 h 4489084"/>
              <a:gd name="connsiteX30425" fmla="*/ 561092 w 5158787"/>
              <a:gd name="connsiteY30425" fmla="*/ 1317344 h 4489084"/>
              <a:gd name="connsiteX30426" fmla="*/ 559967 w 5158787"/>
              <a:gd name="connsiteY30426" fmla="*/ 1317995 h 4489084"/>
              <a:gd name="connsiteX30427" fmla="*/ 541962 w 5158787"/>
              <a:gd name="connsiteY30427" fmla="*/ 1317995 h 4489084"/>
              <a:gd name="connsiteX30428" fmla="*/ 540837 w 5158787"/>
              <a:gd name="connsiteY30428" fmla="*/ 1317344 h 4489084"/>
              <a:gd name="connsiteX30429" fmla="*/ 531835 w 5158787"/>
              <a:gd name="connsiteY30429" fmla="*/ 1301767 h 4489084"/>
              <a:gd name="connsiteX30430" fmla="*/ 531835 w 5158787"/>
              <a:gd name="connsiteY30430" fmla="*/ 1300524 h 4489084"/>
              <a:gd name="connsiteX30431" fmla="*/ 540837 w 5158787"/>
              <a:gd name="connsiteY30431" fmla="*/ 1284948 h 4489084"/>
              <a:gd name="connsiteX30432" fmla="*/ 541962 w 5158787"/>
              <a:gd name="connsiteY30432" fmla="*/ 1284296 h 4489084"/>
              <a:gd name="connsiteX30433" fmla="*/ 811969 w 5158787"/>
              <a:gd name="connsiteY30433" fmla="*/ 1283289 h 4489084"/>
              <a:gd name="connsiteX30434" fmla="*/ 831039 w 5158787"/>
              <a:gd name="connsiteY30434" fmla="*/ 1283289 h 4489084"/>
              <a:gd name="connsiteX30435" fmla="*/ 832223 w 5158787"/>
              <a:gd name="connsiteY30435" fmla="*/ 1283940 h 4489084"/>
              <a:gd name="connsiteX30436" fmla="*/ 841759 w 5158787"/>
              <a:gd name="connsiteY30436" fmla="*/ 1300464 h 4489084"/>
              <a:gd name="connsiteX30437" fmla="*/ 841759 w 5158787"/>
              <a:gd name="connsiteY30437" fmla="*/ 1301826 h 4489084"/>
              <a:gd name="connsiteX30438" fmla="*/ 832223 w 5158787"/>
              <a:gd name="connsiteY30438" fmla="*/ 1318350 h 4489084"/>
              <a:gd name="connsiteX30439" fmla="*/ 831039 w 5158787"/>
              <a:gd name="connsiteY30439" fmla="*/ 1319002 h 4489084"/>
              <a:gd name="connsiteX30440" fmla="*/ 811969 w 5158787"/>
              <a:gd name="connsiteY30440" fmla="*/ 1319002 h 4489084"/>
              <a:gd name="connsiteX30441" fmla="*/ 810784 w 5158787"/>
              <a:gd name="connsiteY30441" fmla="*/ 1318350 h 4489084"/>
              <a:gd name="connsiteX30442" fmla="*/ 801249 w 5158787"/>
              <a:gd name="connsiteY30442" fmla="*/ 1301826 h 4489084"/>
              <a:gd name="connsiteX30443" fmla="*/ 801249 w 5158787"/>
              <a:gd name="connsiteY30443" fmla="*/ 1300464 h 4489084"/>
              <a:gd name="connsiteX30444" fmla="*/ 810784 w 5158787"/>
              <a:gd name="connsiteY30444" fmla="*/ 1283940 h 4489084"/>
              <a:gd name="connsiteX30445" fmla="*/ 811969 w 5158787"/>
              <a:gd name="connsiteY30445" fmla="*/ 1283289 h 4489084"/>
              <a:gd name="connsiteX30446" fmla="*/ 3787497 w 5158787"/>
              <a:gd name="connsiteY30446" fmla="*/ 1282934 h 4489084"/>
              <a:gd name="connsiteX30447" fmla="*/ 3806923 w 5158787"/>
              <a:gd name="connsiteY30447" fmla="*/ 1282934 h 4489084"/>
              <a:gd name="connsiteX30448" fmla="*/ 3808107 w 5158787"/>
              <a:gd name="connsiteY30448" fmla="*/ 1283645 h 4489084"/>
              <a:gd name="connsiteX30449" fmla="*/ 3817820 w 5158787"/>
              <a:gd name="connsiteY30449" fmla="*/ 1300465 h 4489084"/>
              <a:gd name="connsiteX30450" fmla="*/ 3817820 w 5158787"/>
              <a:gd name="connsiteY30450" fmla="*/ 1301827 h 4489084"/>
              <a:gd name="connsiteX30451" fmla="*/ 3808107 w 5158787"/>
              <a:gd name="connsiteY30451" fmla="*/ 1318647 h 4489084"/>
              <a:gd name="connsiteX30452" fmla="*/ 3806923 w 5158787"/>
              <a:gd name="connsiteY30452" fmla="*/ 1319357 h 4489084"/>
              <a:gd name="connsiteX30453" fmla="*/ 3787497 w 5158787"/>
              <a:gd name="connsiteY30453" fmla="*/ 1319357 h 4489084"/>
              <a:gd name="connsiteX30454" fmla="*/ 3786313 w 5158787"/>
              <a:gd name="connsiteY30454" fmla="*/ 1318647 h 4489084"/>
              <a:gd name="connsiteX30455" fmla="*/ 3776600 w 5158787"/>
              <a:gd name="connsiteY30455" fmla="*/ 1301827 h 4489084"/>
              <a:gd name="connsiteX30456" fmla="*/ 3776600 w 5158787"/>
              <a:gd name="connsiteY30456" fmla="*/ 1300465 h 4489084"/>
              <a:gd name="connsiteX30457" fmla="*/ 3786313 w 5158787"/>
              <a:gd name="connsiteY30457" fmla="*/ 1283645 h 4489084"/>
              <a:gd name="connsiteX30458" fmla="*/ 3787497 w 5158787"/>
              <a:gd name="connsiteY30458" fmla="*/ 1282934 h 4489084"/>
              <a:gd name="connsiteX30459" fmla="*/ 4463729 w 5158787"/>
              <a:gd name="connsiteY30459" fmla="*/ 1282874 h 4489084"/>
              <a:gd name="connsiteX30460" fmla="*/ 4483273 w 5158787"/>
              <a:gd name="connsiteY30460" fmla="*/ 1282874 h 4489084"/>
              <a:gd name="connsiteX30461" fmla="*/ 4484458 w 5158787"/>
              <a:gd name="connsiteY30461" fmla="*/ 1283585 h 4489084"/>
              <a:gd name="connsiteX30462" fmla="*/ 4494230 w 5158787"/>
              <a:gd name="connsiteY30462" fmla="*/ 1300523 h 4489084"/>
              <a:gd name="connsiteX30463" fmla="*/ 4494230 w 5158787"/>
              <a:gd name="connsiteY30463" fmla="*/ 1301885 h 4489084"/>
              <a:gd name="connsiteX30464" fmla="*/ 4484458 w 5158787"/>
              <a:gd name="connsiteY30464" fmla="*/ 1318824 h 4489084"/>
              <a:gd name="connsiteX30465" fmla="*/ 4483273 w 5158787"/>
              <a:gd name="connsiteY30465" fmla="*/ 1319534 h 4489084"/>
              <a:gd name="connsiteX30466" fmla="*/ 4463729 w 5158787"/>
              <a:gd name="connsiteY30466" fmla="*/ 1319534 h 4489084"/>
              <a:gd name="connsiteX30467" fmla="*/ 4462544 w 5158787"/>
              <a:gd name="connsiteY30467" fmla="*/ 1318824 h 4489084"/>
              <a:gd name="connsiteX30468" fmla="*/ 4452773 w 5158787"/>
              <a:gd name="connsiteY30468" fmla="*/ 1301885 h 4489084"/>
              <a:gd name="connsiteX30469" fmla="*/ 4452773 w 5158787"/>
              <a:gd name="connsiteY30469" fmla="*/ 1300523 h 4489084"/>
              <a:gd name="connsiteX30470" fmla="*/ 4462544 w 5158787"/>
              <a:gd name="connsiteY30470" fmla="*/ 1283585 h 4489084"/>
              <a:gd name="connsiteX30471" fmla="*/ 4463729 w 5158787"/>
              <a:gd name="connsiteY30471" fmla="*/ 1282874 h 4489084"/>
              <a:gd name="connsiteX30472" fmla="*/ 946943 w 5158787"/>
              <a:gd name="connsiteY30472" fmla="*/ 1282874 h 4489084"/>
              <a:gd name="connsiteX30473" fmla="*/ 966488 w 5158787"/>
              <a:gd name="connsiteY30473" fmla="*/ 1282874 h 4489084"/>
              <a:gd name="connsiteX30474" fmla="*/ 967672 w 5158787"/>
              <a:gd name="connsiteY30474" fmla="*/ 1283585 h 4489084"/>
              <a:gd name="connsiteX30475" fmla="*/ 977444 w 5158787"/>
              <a:gd name="connsiteY30475" fmla="*/ 1300523 h 4489084"/>
              <a:gd name="connsiteX30476" fmla="*/ 977444 w 5158787"/>
              <a:gd name="connsiteY30476" fmla="*/ 1301885 h 4489084"/>
              <a:gd name="connsiteX30477" fmla="*/ 967672 w 5158787"/>
              <a:gd name="connsiteY30477" fmla="*/ 1318824 h 4489084"/>
              <a:gd name="connsiteX30478" fmla="*/ 966488 w 5158787"/>
              <a:gd name="connsiteY30478" fmla="*/ 1319534 h 4489084"/>
              <a:gd name="connsiteX30479" fmla="*/ 946943 w 5158787"/>
              <a:gd name="connsiteY30479" fmla="*/ 1319534 h 4489084"/>
              <a:gd name="connsiteX30480" fmla="*/ 945759 w 5158787"/>
              <a:gd name="connsiteY30480" fmla="*/ 1318824 h 4489084"/>
              <a:gd name="connsiteX30481" fmla="*/ 935987 w 5158787"/>
              <a:gd name="connsiteY30481" fmla="*/ 1301885 h 4489084"/>
              <a:gd name="connsiteX30482" fmla="*/ 935987 w 5158787"/>
              <a:gd name="connsiteY30482" fmla="*/ 1300523 h 4489084"/>
              <a:gd name="connsiteX30483" fmla="*/ 945759 w 5158787"/>
              <a:gd name="connsiteY30483" fmla="*/ 1283585 h 4489084"/>
              <a:gd name="connsiteX30484" fmla="*/ 946943 w 5158787"/>
              <a:gd name="connsiteY30484" fmla="*/ 1282874 h 4489084"/>
              <a:gd name="connsiteX30485" fmla="*/ 473261 w 5158787"/>
              <a:gd name="connsiteY30485" fmla="*/ 1282341 h 4489084"/>
              <a:gd name="connsiteX30486" fmla="*/ 493338 w 5158787"/>
              <a:gd name="connsiteY30486" fmla="*/ 1282341 h 4489084"/>
              <a:gd name="connsiteX30487" fmla="*/ 494582 w 5158787"/>
              <a:gd name="connsiteY30487" fmla="*/ 1283052 h 4489084"/>
              <a:gd name="connsiteX30488" fmla="*/ 504591 w 5158787"/>
              <a:gd name="connsiteY30488" fmla="*/ 1300464 h 4489084"/>
              <a:gd name="connsiteX30489" fmla="*/ 504591 w 5158787"/>
              <a:gd name="connsiteY30489" fmla="*/ 1301885 h 4489084"/>
              <a:gd name="connsiteX30490" fmla="*/ 494522 w 5158787"/>
              <a:gd name="connsiteY30490" fmla="*/ 1319297 h 4489084"/>
              <a:gd name="connsiteX30491" fmla="*/ 493279 w 5158787"/>
              <a:gd name="connsiteY30491" fmla="*/ 1320008 h 4489084"/>
              <a:gd name="connsiteX30492" fmla="*/ 473201 w 5158787"/>
              <a:gd name="connsiteY30492" fmla="*/ 1320008 h 4489084"/>
              <a:gd name="connsiteX30493" fmla="*/ 471958 w 5158787"/>
              <a:gd name="connsiteY30493" fmla="*/ 1319297 h 4489084"/>
              <a:gd name="connsiteX30494" fmla="*/ 461949 w 5158787"/>
              <a:gd name="connsiteY30494" fmla="*/ 1301885 h 4489084"/>
              <a:gd name="connsiteX30495" fmla="*/ 461949 w 5158787"/>
              <a:gd name="connsiteY30495" fmla="*/ 1300464 h 4489084"/>
              <a:gd name="connsiteX30496" fmla="*/ 472017 w 5158787"/>
              <a:gd name="connsiteY30496" fmla="*/ 1283052 h 4489084"/>
              <a:gd name="connsiteX30497" fmla="*/ 473261 w 5158787"/>
              <a:gd name="connsiteY30497" fmla="*/ 1282341 h 4489084"/>
              <a:gd name="connsiteX30498" fmla="*/ 2366865 w 5158787"/>
              <a:gd name="connsiteY30498" fmla="*/ 1282223 h 4489084"/>
              <a:gd name="connsiteX30499" fmla="*/ 2387061 w 5158787"/>
              <a:gd name="connsiteY30499" fmla="*/ 1282223 h 4489084"/>
              <a:gd name="connsiteX30500" fmla="*/ 2388304 w 5158787"/>
              <a:gd name="connsiteY30500" fmla="*/ 1282934 h 4489084"/>
              <a:gd name="connsiteX30501" fmla="*/ 2398372 w 5158787"/>
              <a:gd name="connsiteY30501" fmla="*/ 1300405 h 4489084"/>
              <a:gd name="connsiteX30502" fmla="*/ 2398372 w 5158787"/>
              <a:gd name="connsiteY30502" fmla="*/ 1301826 h 4489084"/>
              <a:gd name="connsiteX30503" fmla="*/ 2388245 w 5158787"/>
              <a:gd name="connsiteY30503" fmla="*/ 1319298 h 4489084"/>
              <a:gd name="connsiteX30504" fmla="*/ 2387001 w 5158787"/>
              <a:gd name="connsiteY30504" fmla="*/ 1320009 h 4489084"/>
              <a:gd name="connsiteX30505" fmla="*/ 2366805 w 5158787"/>
              <a:gd name="connsiteY30505" fmla="*/ 1320009 h 4489084"/>
              <a:gd name="connsiteX30506" fmla="*/ 2365562 w 5158787"/>
              <a:gd name="connsiteY30506" fmla="*/ 1319298 h 4489084"/>
              <a:gd name="connsiteX30507" fmla="*/ 2355494 w 5158787"/>
              <a:gd name="connsiteY30507" fmla="*/ 1301826 h 4489084"/>
              <a:gd name="connsiteX30508" fmla="*/ 2355494 w 5158787"/>
              <a:gd name="connsiteY30508" fmla="*/ 1300405 h 4489084"/>
              <a:gd name="connsiteX30509" fmla="*/ 2365621 w 5158787"/>
              <a:gd name="connsiteY30509" fmla="*/ 1282934 h 4489084"/>
              <a:gd name="connsiteX30510" fmla="*/ 2366865 w 5158787"/>
              <a:gd name="connsiteY30510" fmla="*/ 1282223 h 4489084"/>
              <a:gd name="connsiteX30511" fmla="*/ 1487668 w 5158787"/>
              <a:gd name="connsiteY30511" fmla="*/ 1282223 h 4489084"/>
              <a:gd name="connsiteX30512" fmla="*/ 1507864 w 5158787"/>
              <a:gd name="connsiteY30512" fmla="*/ 1282223 h 4489084"/>
              <a:gd name="connsiteX30513" fmla="*/ 1509108 w 5158787"/>
              <a:gd name="connsiteY30513" fmla="*/ 1282934 h 4489084"/>
              <a:gd name="connsiteX30514" fmla="*/ 1519175 w 5158787"/>
              <a:gd name="connsiteY30514" fmla="*/ 1300405 h 4489084"/>
              <a:gd name="connsiteX30515" fmla="*/ 1519175 w 5158787"/>
              <a:gd name="connsiteY30515" fmla="*/ 1301826 h 4489084"/>
              <a:gd name="connsiteX30516" fmla="*/ 1509048 w 5158787"/>
              <a:gd name="connsiteY30516" fmla="*/ 1319298 h 4489084"/>
              <a:gd name="connsiteX30517" fmla="*/ 1507804 w 5158787"/>
              <a:gd name="connsiteY30517" fmla="*/ 1320009 h 4489084"/>
              <a:gd name="connsiteX30518" fmla="*/ 1487609 w 5158787"/>
              <a:gd name="connsiteY30518" fmla="*/ 1320009 h 4489084"/>
              <a:gd name="connsiteX30519" fmla="*/ 1486365 w 5158787"/>
              <a:gd name="connsiteY30519" fmla="*/ 1319298 h 4489084"/>
              <a:gd name="connsiteX30520" fmla="*/ 1476297 w 5158787"/>
              <a:gd name="connsiteY30520" fmla="*/ 1301826 h 4489084"/>
              <a:gd name="connsiteX30521" fmla="*/ 1476297 w 5158787"/>
              <a:gd name="connsiteY30521" fmla="*/ 1300405 h 4489084"/>
              <a:gd name="connsiteX30522" fmla="*/ 1486424 w 5158787"/>
              <a:gd name="connsiteY30522" fmla="*/ 1282934 h 4489084"/>
              <a:gd name="connsiteX30523" fmla="*/ 1487668 w 5158787"/>
              <a:gd name="connsiteY30523" fmla="*/ 1282223 h 4489084"/>
              <a:gd name="connsiteX30524" fmla="*/ 1420033 w 5158787"/>
              <a:gd name="connsiteY30524" fmla="*/ 1282223 h 4489084"/>
              <a:gd name="connsiteX30525" fmla="*/ 1440229 w 5158787"/>
              <a:gd name="connsiteY30525" fmla="*/ 1282223 h 4489084"/>
              <a:gd name="connsiteX30526" fmla="*/ 1441472 w 5158787"/>
              <a:gd name="connsiteY30526" fmla="*/ 1282934 h 4489084"/>
              <a:gd name="connsiteX30527" fmla="*/ 1451540 w 5158787"/>
              <a:gd name="connsiteY30527" fmla="*/ 1300405 h 4489084"/>
              <a:gd name="connsiteX30528" fmla="*/ 1451540 w 5158787"/>
              <a:gd name="connsiteY30528" fmla="*/ 1301826 h 4489084"/>
              <a:gd name="connsiteX30529" fmla="*/ 1441413 w 5158787"/>
              <a:gd name="connsiteY30529" fmla="*/ 1319298 h 4489084"/>
              <a:gd name="connsiteX30530" fmla="*/ 1440169 w 5158787"/>
              <a:gd name="connsiteY30530" fmla="*/ 1320009 h 4489084"/>
              <a:gd name="connsiteX30531" fmla="*/ 1419973 w 5158787"/>
              <a:gd name="connsiteY30531" fmla="*/ 1320009 h 4489084"/>
              <a:gd name="connsiteX30532" fmla="*/ 1418730 w 5158787"/>
              <a:gd name="connsiteY30532" fmla="*/ 1319298 h 4489084"/>
              <a:gd name="connsiteX30533" fmla="*/ 1408662 w 5158787"/>
              <a:gd name="connsiteY30533" fmla="*/ 1301826 h 4489084"/>
              <a:gd name="connsiteX30534" fmla="*/ 1408662 w 5158787"/>
              <a:gd name="connsiteY30534" fmla="*/ 1300405 h 4489084"/>
              <a:gd name="connsiteX30535" fmla="*/ 1418789 w 5158787"/>
              <a:gd name="connsiteY30535" fmla="*/ 1282934 h 4489084"/>
              <a:gd name="connsiteX30536" fmla="*/ 1420033 w 5158787"/>
              <a:gd name="connsiteY30536" fmla="*/ 1282223 h 4489084"/>
              <a:gd name="connsiteX30537" fmla="*/ 2502016 w 5158787"/>
              <a:gd name="connsiteY30537" fmla="*/ 1282045 h 4489084"/>
              <a:gd name="connsiteX30538" fmla="*/ 2522449 w 5158787"/>
              <a:gd name="connsiteY30538" fmla="*/ 1282045 h 4489084"/>
              <a:gd name="connsiteX30539" fmla="*/ 2523693 w 5158787"/>
              <a:gd name="connsiteY30539" fmla="*/ 1282756 h 4489084"/>
              <a:gd name="connsiteX30540" fmla="*/ 2533879 w 5158787"/>
              <a:gd name="connsiteY30540" fmla="*/ 1300464 h 4489084"/>
              <a:gd name="connsiteX30541" fmla="*/ 2533879 w 5158787"/>
              <a:gd name="connsiteY30541" fmla="*/ 1301885 h 4489084"/>
              <a:gd name="connsiteX30542" fmla="*/ 2523634 w 5158787"/>
              <a:gd name="connsiteY30542" fmla="*/ 1319594 h 4489084"/>
              <a:gd name="connsiteX30543" fmla="*/ 2522390 w 5158787"/>
              <a:gd name="connsiteY30543" fmla="*/ 1320305 h 4489084"/>
              <a:gd name="connsiteX30544" fmla="*/ 2501957 w 5158787"/>
              <a:gd name="connsiteY30544" fmla="*/ 1320305 h 4489084"/>
              <a:gd name="connsiteX30545" fmla="*/ 2500713 w 5158787"/>
              <a:gd name="connsiteY30545" fmla="*/ 1319594 h 4489084"/>
              <a:gd name="connsiteX30546" fmla="*/ 2490527 w 5158787"/>
              <a:gd name="connsiteY30546" fmla="*/ 1301885 h 4489084"/>
              <a:gd name="connsiteX30547" fmla="*/ 2490527 w 5158787"/>
              <a:gd name="connsiteY30547" fmla="*/ 1300464 h 4489084"/>
              <a:gd name="connsiteX30548" fmla="*/ 2500772 w 5158787"/>
              <a:gd name="connsiteY30548" fmla="*/ 1282756 h 4489084"/>
              <a:gd name="connsiteX30549" fmla="*/ 2502016 w 5158787"/>
              <a:gd name="connsiteY30549" fmla="*/ 1282045 h 4489084"/>
              <a:gd name="connsiteX30550" fmla="*/ 878893 w 5158787"/>
              <a:gd name="connsiteY30550" fmla="*/ 1282045 h 4489084"/>
              <a:gd name="connsiteX30551" fmla="*/ 899326 w 5158787"/>
              <a:gd name="connsiteY30551" fmla="*/ 1282045 h 4489084"/>
              <a:gd name="connsiteX30552" fmla="*/ 900570 w 5158787"/>
              <a:gd name="connsiteY30552" fmla="*/ 1282756 h 4489084"/>
              <a:gd name="connsiteX30553" fmla="*/ 910756 w 5158787"/>
              <a:gd name="connsiteY30553" fmla="*/ 1300464 h 4489084"/>
              <a:gd name="connsiteX30554" fmla="*/ 910756 w 5158787"/>
              <a:gd name="connsiteY30554" fmla="*/ 1301885 h 4489084"/>
              <a:gd name="connsiteX30555" fmla="*/ 900511 w 5158787"/>
              <a:gd name="connsiteY30555" fmla="*/ 1319594 h 4489084"/>
              <a:gd name="connsiteX30556" fmla="*/ 899267 w 5158787"/>
              <a:gd name="connsiteY30556" fmla="*/ 1320305 h 4489084"/>
              <a:gd name="connsiteX30557" fmla="*/ 878834 w 5158787"/>
              <a:gd name="connsiteY30557" fmla="*/ 1320305 h 4489084"/>
              <a:gd name="connsiteX30558" fmla="*/ 877590 w 5158787"/>
              <a:gd name="connsiteY30558" fmla="*/ 1319594 h 4489084"/>
              <a:gd name="connsiteX30559" fmla="*/ 867404 w 5158787"/>
              <a:gd name="connsiteY30559" fmla="*/ 1301885 h 4489084"/>
              <a:gd name="connsiteX30560" fmla="*/ 867404 w 5158787"/>
              <a:gd name="connsiteY30560" fmla="*/ 1300464 h 4489084"/>
              <a:gd name="connsiteX30561" fmla="*/ 877649 w 5158787"/>
              <a:gd name="connsiteY30561" fmla="*/ 1282756 h 4489084"/>
              <a:gd name="connsiteX30562" fmla="*/ 878893 w 5158787"/>
              <a:gd name="connsiteY30562" fmla="*/ 1282045 h 4489084"/>
              <a:gd name="connsiteX30563" fmla="*/ 4530890 w 5158787"/>
              <a:gd name="connsiteY30563" fmla="*/ 1281927 h 4489084"/>
              <a:gd name="connsiteX30564" fmla="*/ 4551441 w 5158787"/>
              <a:gd name="connsiteY30564" fmla="*/ 1281927 h 4489084"/>
              <a:gd name="connsiteX30565" fmla="*/ 4552685 w 5158787"/>
              <a:gd name="connsiteY30565" fmla="*/ 1282638 h 4489084"/>
              <a:gd name="connsiteX30566" fmla="*/ 4562931 w 5158787"/>
              <a:gd name="connsiteY30566" fmla="*/ 1300405 h 4489084"/>
              <a:gd name="connsiteX30567" fmla="*/ 4562931 w 5158787"/>
              <a:gd name="connsiteY30567" fmla="*/ 1301886 h 4489084"/>
              <a:gd name="connsiteX30568" fmla="*/ 4552685 w 5158787"/>
              <a:gd name="connsiteY30568" fmla="*/ 1319653 h 4489084"/>
              <a:gd name="connsiteX30569" fmla="*/ 4551441 w 5158787"/>
              <a:gd name="connsiteY30569" fmla="*/ 1320364 h 4489084"/>
              <a:gd name="connsiteX30570" fmla="*/ 4530890 w 5158787"/>
              <a:gd name="connsiteY30570" fmla="*/ 1320364 h 4489084"/>
              <a:gd name="connsiteX30571" fmla="*/ 4529647 w 5158787"/>
              <a:gd name="connsiteY30571" fmla="*/ 1319653 h 4489084"/>
              <a:gd name="connsiteX30572" fmla="*/ 4519401 w 5158787"/>
              <a:gd name="connsiteY30572" fmla="*/ 1301886 h 4489084"/>
              <a:gd name="connsiteX30573" fmla="*/ 4519401 w 5158787"/>
              <a:gd name="connsiteY30573" fmla="*/ 1300405 h 4489084"/>
              <a:gd name="connsiteX30574" fmla="*/ 4529647 w 5158787"/>
              <a:gd name="connsiteY30574" fmla="*/ 1282638 h 4489084"/>
              <a:gd name="connsiteX30575" fmla="*/ 4530890 w 5158787"/>
              <a:gd name="connsiteY30575" fmla="*/ 1281927 h 4489084"/>
              <a:gd name="connsiteX30576" fmla="*/ 2299051 w 5158787"/>
              <a:gd name="connsiteY30576" fmla="*/ 1281927 h 4489084"/>
              <a:gd name="connsiteX30577" fmla="*/ 2319603 w 5158787"/>
              <a:gd name="connsiteY30577" fmla="*/ 1281927 h 4489084"/>
              <a:gd name="connsiteX30578" fmla="*/ 2320846 w 5158787"/>
              <a:gd name="connsiteY30578" fmla="*/ 1282638 h 4489084"/>
              <a:gd name="connsiteX30579" fmla="*/ 2331092 w 5158787"/>
              <a:gd name="connsiteY30579" fmla="*/ 1300405 h 4489084"/>
              <a:gd name="connsiteX30580" fmla="*/ 2331092 w 5158787"/>
              <a:gd name="connsiteY30580" fmla="*/ 1301886 h 4489084"/>
              <a:gd name="connsiteX30581" fmla="*/ 2320846 w 5158787"/>
              <a:gd name="connsiteY30581" fmla="*/ 1319653 h 4489084"/>
              <a:gd name="connsiteX30582" fmla="*/ 2319603 w 5158787"/>
              <a:gd name="connsiteY30582" fmla="*/ 1320364 h 4489084"/>
              <a:gd name="connsiteX30583" fmla="*/ 2299051 w 5158787"/>
              <a:gd name="connsiteY30583" fmla="*/ 1320364 h 4489084"/>
              <a:gd name="connsiteX30584" fmla="*/ 2297808 w 5158787"/>
              <a:gd name="connsiteY30584" fmla="*/ 1319653 h 4489084"/>
              <a:gd name="connsiteX30585" fmla="*/ 2287562 w 5158787"/>
              <a:gd name="connsiteY30585" fmla="*/ 1301886 h 4489084"/>
              <a:gd name="connsiteX30586" fmla="*/ 2287562 w 5158787"/>
              <a:gd name="connsiteY30586" fmla="*/ 1300405 h 4489084"/>
              <a:gd name="connsiteX30587" fmla="*/ 2297808 w 5158787"/>
              <a:gd name="connsiteY30587" fmla="*/ 1282638 h 4489084"/>
              <a:gd name="connsiteX30588" fmla="*/ 2299051 w 5158787"/>
              <a:gd name="connsiteY30588" fmla="*/ 1281927 h 4489084"/>
              <a:gd name="connsiteX30589" fmla="*/ 337695 w 5158787"/>
              <a:gd name="connsiteY30589" fmla="*/ 1281808 h 4489084"/>
              <a:gd name="connsiteX30590" fmla="*/ 358364 w 5158787"/>
              <a:gd name="connsiteY30590" fmla="*/ 1281808 h 4489084"/>
              <a:gd name="connsiteX30591" fmla="*/ 359608 w 5158787"/>
              <a:gd name="connsiteY30591" fmla="*/ 1282519 h 4489084"/>
              <a:gd name="connsiteX30592" fmla="*/ 369913 w 5158787"/>
              <a:gd name="connsiteY30592" fmla="*/ 1300405 h 4489084"/>
              <a:gd name="connsiteX30593" fmla="*/ 369913 w 5158787"/>
              <a:gd name="connsiteY30593" fmla="*/ 1301885 h 4489084"/>
              <a:gd name="connsiteX30594" fmla="*/ 359608 w 5158787"/>
              <a:gd name="connsiteY30594" fmla="*/ 1319771 h 4489084"/>
              <a:gd name="connsiteX30595" fmla="*/ 358364 w 5158787"/>
              <a:gd name="connsiteY30595" fmla="*/ 1320482 h 4489084"/>
              <a:gd name="connsiteX30596" fmla="*/ 337695 w 5158787"/>
              <a:gd name="connsiteY30596" fmla="*/ 1320482 h 4489084"/>
              <a:gd name="connsiteX30597" fmla="*/ 336451 w 5158787"/>
              <a:gd name="connsiteY30597" fmla="*/ 1319771 h 4489084"/>
              <a:gd name="connsiteX30598" fmla="*/ 326146 w 5158787"/>
              <a:gd name="connsiteY30598" fmla="*/ 1301885 h 4489084"/>
              <a:gd name="connsiteX30599" fmla="*/ 326146 w 5158787"/>
              <a:gd name="connsiteY30599" fmla="*/ 1300405 h 4489084"/>
              <a:gd name="connsiteX30600" fmla="*/ 336451 w 5158787"/>
              <a:gd name="connsiteY30600" fmla="*/ 1282519 h 4489084"/>
              <a:gd name="connsiteX30601" fmla="*/ 337695 w 5158787"/>
              <a:gd name="connsiteY30601" fmla="*/ 1281808 h 4489084"/>
              <a:gd name="connsiteX30602" fmla="*/ 1352161 w 5158787"/>
              <a:gd name="connsiteY30602" fmla="*/ 1281690 h 4489084"/>
              <a:gd name="connsiteX30603" fmla="*/ 1372890 w 5158787"/>
              <a:gd name="connsiteY30603" fmla="*/ 1281690 h 4489084"/>
              <a:gd name="connsiteX30604" fmla="*/ 1374134 w 5158787"/>
              <a:gd name="connsiteY30604" fmla="*/ 1282401 h 4489084"/>
              <a:gd name="connsiteX30605" fmla="*/ 1384498 w 5158787"/>
              <a:gd name="connsiteY30605" fmla="*/ 1300405 h 4489084"/>
              <a:gd name="connsiteX30606" fmla="*/ 1384498 w 5158787"/>
              <a:gd name="connsiteY30606" fmla="*/ 1301886 h 4489084"/>
              <a:gd name="connsiteX30607" fmla="*/ 1374134 w 5158787"/>
              <a:gd name="connsiteY30607" fmla="*/ 1319890 h 4489084"/>
              <a:gd name="connsiteX30608" fmla="*/ 1372890 w 5158787"/>
              <a:gd name="connsiteY30608" fmla="*/ 1320601 h 4489084"/>
              <a:gd name="connsiteX30609" fmla="*/ 1352161 w 5158787"/>
              <a:gd name="connsiteY30609" fmla="*/ 1320601 h 4489084"/>
              <a:gd name="connsiteX30610" fmla="*/ 1350917 w 5158787"/>
              <a:gd name="connsiteY30610" fmla="*/ 1319890 h 4489084"/>
              <a:gd name="connsiteX30611" fmla="*/ 1340553 w 5158787"/>
              <a:gd name="connsiteY30611" fmla="*/ 1301886 h 4489084"/>
              <a:gd name="connsiteX30612" fmla="*/ 1340553 w 5158787"/>
              <a:gd name="connsiteY30612" fmla="*/ 1300405 h 4489084"/>
              <a:gd name="connsiteX30613" fmla="*/ 1350917 w 5158787"/>
              <a:gd name="connsiteY30613" fmla="*/ 1282401 h 4489084"/>
              <a:gd name="connsiteX30614" fmla="*/ 1352161 w 5158787"/>
              <a:gd name="connsiteY30614" fmla="*/ 1281690 h 4489084"/>
              <a:gd name="connsiteX30615" fmla="*/ 1149197 w 5158787"/>
              <a:gd name="connsiteY30615" fmla="*/ 1281631 h 4489084"/>
              <a:gd name="connsiteX30616" fmla="*/ 1170044 w 5158787"/>
              <a:gd name="connsiteY30616" fmla="*/ 1281631 h 4489084"/>
              <a:gd name="connsiteX30617" fmla="*/ 1171347 w 5158787"/>
              <a:gd name="connsiteY30617" fmla="*/ 1282342 h 4489084"/>
              <a:gd name="connsiteX30618" fmla="*/ 1181771 w 5158787"/>
              <a:gd name="connsiteY30618" fmla="*/ 1300405 h 4489084"/>
              <a:gd name="connsiteX30619" fmla="*/ 1181771 w 5158787"/>
              <a:gd name="connsiteY30619" fmla="*/ 1301886 h 4489084"/>
              <a:gd name="connsiteX30620" fmla="*/ 1171347 w 5158787"/>
              <a:gd name="connsiteY30620" fmla="*/ 1319950 h 4489084"/>
              <a:gd name="connsiteX30621" fmla="*/ 1170044 w 5158787"/>
              <a:gd name="connsiteY30621" fmla="*/ 1320660 h 4489084"/>
              <a:gd name="connsiteX30622" fmla="*/ 1149197 w 5158787"/>
              <a:gd name="connsiteY30622" fmla="*/ 1320660 h 4489084"/>
              <a:gd name="connsiteX30623" fmla="*/ 1147894 w 5158787"/>
              <a:gd name="connsiteY30623" fmla="*/ 1319950 h 4489084"/>
              <a:gd name="connsiteX30624" fmla="*/ 1137470 w 5158787"/>
              <a:gd name="connsiteY30624" fmla="*/ 1301886 h 4489084"/>
              <a:gd name="connsiteX30625" fmla="*/ 1137470 w 5158787"/>
              <a:gd name="connsiteY30625" fmla="*/ 1300405 h 4489084"/>
              <a:gd name="connsiteX30626" fmla="*/ 1147894 w 5158787"/>
              <a:gd name="connsiteY30626" fmla="*/ 1282342 h 4489084"/>
              <a:gd name="connsiteX30627" fmla="*/ 1149197 w 5158787"/>
              <a:gd name="connsiteY30627" fmla="*/ 1281631 h 4489084"/>
              <a:gd name="connsiteX30628" fmla="*/ 405271 w 5158787"/>
              <a:gd name="connsiteY30628" fmla="*/ 1281631 h 4489084"/>
              <a:gd name="connsiteX30629" fmla="*/ 426118 w 5158787"/>
              <a:gd name="connsiteY30629" fmla="*/ 1281631 h 4489084"/>
              <a:gd name="connsiteX30630" fmla="*/ 427421 w 5158787"/>
              <a:gd name="connsiteY30630" fmla="*/ 1282342 h 4489084"/>
              <a:gd name="connsiteX30631" fmla="*/ 437845 w 5158787"/>
              <a:gd name="connsiteY30631" fmla="*/ 1300405 h 4489084"/>
              <a:gd name="connsiteX30632" fmla="*/ 437845 w 5158787"/>
              <a:gd name="connsiteY30632" fmla="*/ 1301886 h 4489084"/>
              <a:gd name="connsiteX30633" fmla="*/ 427421 w 5158787"/>
              <a:gd name="connsiteY30633" fmla="*/ 1319950 h 4489084"/>
              <a:gd name="connsiteX30634" fmla="*/ 426118 w 5158787"/>
              <a:gd name="connsiteY30634" fmla="*/ 1320660 h 4489084"/>
              <a:gd name="connsiteX30635" fmla="*/ 405271 w 5158787"/>
              <a:gd name="connsiteY30635" fmla="*/ 1320660 h 4489084"/>
              <a:gd name="connsiteX30636" fmla="*/ 403968 w 5158787"/>
              <a:gd name="connsiteY30636" fmla="*/ 1319950 h 4489084"/>
              <a:gd name="connsiteX30637" fmla="*/ 393544 w 5158787"/>
              <a:gd name="connsiteY30637" fmla="*/ 1301886 h 4489084"/>
              <a:gd name="connsiteX30638" fmla="*/ 393544 w 5158787"/>
              <a:gd name="connsiteY30638" fmla="*/ 1300405 h 4489084"/>
              <a:gd name="connsiteX30639" fmla="*/ 403968 w 5158787"/>
              <a:gd name="connsiteY30639" fmla="*/ 1282342 h 4489084"/>
              <a:gd name="connsiteX30640" fmla="*/ 405271 w 5158787"/>
              <a:gd name="connsiteY30640" fmla="*/ 1281631 h 4489084"/>
              <a:gd name="connsiteX30641" fmla="*/ 3854006 w 5158787"/>
              <a:gd name="connsiteY30641" fmla="*/ 1280801 h 4489084"/>
              <a:gd name="connsiteX30642" fmla="*/ 3875742 w 5158787"/>
              <a:gd name="connsiteY30642" fmla="*/ 1280801 h 4489084"/>
              <a:gd name="connsiteX30643" fmla="*/ 3877045 w 5158787"/>
              <a:gd name="connsiteY30643" fmla="*/ 1281571 h 4489084"/>
              <a:gd name="connsiteX30644" fmla="*/ 3887884 w 5158787"/>
              <a:gd name="connsiteY30644" fmla="*/ 1300404 h 4489084"/>
              <a:gd name="connsiteX30645" fmla="*/ 3887884 w 5158787"/>
              <a:gd name="connsiteY30645" fmla="*/ 1301944 h 4489084"/>
              <a:gd name="connsiteX30646" fmla="*/ 3876986 w 5158787"/>
              <a:gd name="connsiteY30646" fmla="*/ 1320778 h 4489084"/>
              <a:gd name="connsiteX30647" fmla="*/ 3875683 w 5158787"/>
              <a:gd name="connsiteY30647" fmla="*/ 1321548 h 4489084"/>
              <a:gd name="connsiteX30648" fmla="*/ 3853947 w 5158787"/>
              <a:gd name="connsiteY30648" fmla="*/ 1321548 h 4489084"/>
              <a:gd name="connsiteX30649" fmla="*/ 3852644 w 5158787"/>
              <a:gd name="connsiteY30649" fmla="*/ 1320778 h 4489084"/>
              <a:gd name="connsiteX30650" fmla="*/ 3841806 w 5158787"/>
              <a:gd name="connsiteY30650" fmla="*/ 1301944 h 4489084"/>
              <a:gd name="connsiteX30651" fmla="*/ 3841806 w 5158787"/>
              <a:gd name="connsiteY30651" fmla="*/ 1300404 h 4489084"/>
              <a:gd name="connsiteX30652" fmla="*/ 3852704 w 5158787"/>
              <a:gd name="connsiteY30652" fmla="*/ 1281571 h 4489084"/>
              <a:gd name="connsiteX30653" fmla="*/ 3854006 w 5158787"/>
              <a:gd name="connsiteY30653" fmla="*/ 1280801 h 4489084"/>
              <a:gd name="connsiteX30654" fmla="*/ 1283874 w 5158787"/>
              <a:gd name="connsiteY30654" fmla="*/ 1280564 h 4489084"/>
              <a:gd name="connsiteX30655" fmla="*/ 1305847 w 5158787"/>
              <a:gd name="connsiteY30655" fmla="*/ 1280564 h 4489084"/>
              <a:gd name="connsiteX30656" fmla="*/ 1307209 w 5158787"/>
              <a:gd name="connsiteY30656" fmla="*/ 1281334 h 4489084"/>
              <a:gd name="connsiteX30657" fmla="*/ 1318165 w 5158787"/>
              <a:gd name="connsiteY30657" fmla="*/ 1300345 h 4489084"/>
              <a:gd name="connsiteX30658" fmla="*/ 1318165 w 5158787"/>
              <a:gd name="connsiteY30658" fmla="*/ 1301885 h 4489084"/>
              <a:gd name="connsiteX30659" fmla="*/ 1307150 w 5158787"/>
              <a:gd name="connsiteY30659" fmla="*/ 1320896 h 4489084"/>
              <a:gd name="connsiteX30660" fmla="*/ 1305788 w 5158787"/>
              <a:gd name="connsiteY30660" fmla="*/ 1321666 h 4489084"/>
              <a:gd name="connsiteX30661" fmla="*/ 1283815 w 5158787"/>
              <a:gd name="connsiteY30661" fmla="*/ 1321666 h 4489084"/>
              <a:gd name="connsiteX30662" fmla="*/ 1282453 w 5158787"/>
              <a:gd name="connsiteY30662" fmla="*/ 1320896 h 4489084"/>
              <a:gd name="connsiteX30663" fmla="*/ 1271496 w 5158787"/>
              <a:gd name="connsiteY30663" fmla="*/ 1301885 h 4489084"/>
              <a:gd name="connsiteX30664" fmla="*/ 1271496 w 5158787"/>
              <a:gd name="connsiteY30664" fmla="*/ 1300345 h 4489084"/>
              <a:gd name="connsiteX30665" fmla="*/ 1282512 w 5158787"/>
              <a:gd name="connsiteY30665" fmla="*/ 1281334 h 4489084"/>
              <a:gd name="connsiteX30666" fmla="*/ 1283874 w 5158787"/>
              <a:gd name="connsiteY30666" fmla="*/ 1280564 h 4489084"/>
              <a:gd name="connsiteX30667" fmla="*/ 2162952 w 5158787"/>
              <a:gd name="connsiteY30667" fmla="*/ 1280387 h 4489084"/>
              <a:gd name="connsiteX30668" fmla="*/ 2185162 w 5158787"/>
              <a:gd name="connsiteY30668" fmla="*/ 1280387 h 4489084"/>
              <a:gd name="connsiteX30669" fmla="*/ 2186524 w 5158787"/>
              <a:gd name="connsiteY30669" fmla="*/ 1281157 h 4489084"/>
              <a:gd name="connsiteX30670" fmla="*/ 2197599 w 5158787"/>
              <a:gd name="connsiteY30670" fmla="*/ 1300405 h 4489084"/>
              <a:gd name="connsiteX30671" fmla="*/ 2197599 w 5158787"/>
              <a:gd name="connsiteY30671" fmla="*/ 1301945 h 4489084"/>
              <a:gd name="connsiteX30672" fmla="*/ 2186524 w 5158787"/>
              <a:gd name="connsiteY30672" fmla="*/ 1321193 h 4489084"/>
              <a:gd name="connsiteX30673" fmla="*/ 2185162 w 5158787"/>
              <a:gd name="connsiteY30673" fmla="*/ 1321963 h 4489084"/>
              <a:gd name="connsiteX30674" fmla="*/ 2162952 w 5158787"/>
              <a:gd name="connsiteY30674" fmla="*/ 1321963 h 4489084"/>
              <a:gd name="connsiteX30675" fmla="*/ 2161590 w 5158787"/>
              <a:gd name="connsiteY30675" fmla="*/ 1321193 h 4489084"/>
              <a:gd name="connsiteX30676" fmla="*/ 2150515 w 5158787"/>
              <a:gd name="connsiteY30676" fmla="*/ 1301945 h 4489084"/>
              <a:gd name="connsiteX30677" fmla="*/ 2150515 w 5158787"/>
              <a:gd name="connsiteY30677" fmla="*/ 1300405 h 4489084"/>
              <a:gd name="connsiteX30678" fmla="*/ 2161590 w 5158787"/>
              <a:gd name="connsiteY30678" fmla="*/ 1281157 h 4489084"/>
              <a:gd name="connsiteX30679" fmla="*/ 2162952 w 5158787"/>
              <a:gd name="connsiteY30679" fmla="*/ 1280387 h 4489084"/>
              <a:gd name="connsiteX30680" fmla="*/ 2230469 w 5158787"/>
              <a:gd name="connsiteY30680" fmla="*/ 1280091 h 4489084"/>
              <a:gd name="connsiteX30681" fmla="*/ 2252974 w 5158787"/>
              <a:gd name="connsiteY30681" fmla="*/ 1280091 h 4489084"/>
              <a:gd name="connsiteX30682" fmla="*/ 2254337 w 5158787"/>
              <a:gd name="connsiteY30682" fmla="*/ 1280861 h 4489084"/>
              <a:gd name="connsiteX30683" fmla="*/ 2265589 w 5158787"/>
              <a:gd name="connsiteY30683" fmla="*/ 1300346 h 4489084"/>
              <a:gd name="connsiteX30684" fmla="*/ 2265589 w 5158787"/>
              <a:gd name="connsiteY30684" fmla="*/ 1301945 h 4489084"/>
              <a:gd name="connsiteX30685" fmla="*/ 2254337 w 5158787"/>
              <a:gd name="connsiteY30685" fmla="*/ 1321430 h 4489084"/>
              <a:gd name="connsiteX30686" fmla="*/ 2252974 w 5158787"/>
              <a:gd name="connsiteY30686" fmla="*/ 1322200 h 4489084"/>
              <a:gd name="connsiteX30687" fmla="*/ 2230469 w 5158787"/>
              <a:gd name="connsiteY30687" fmla="*/ 1322200 h 4489084"/>
              <a:gd name="connsiteX30688" fmla="*/ 2229107 w 5158787"/>
              <a:gd name="connsiteY30688" fmla="*/ 1321430 h 4489084"/>
              <a:gd name="connsiteX30689" fmla="*/ 2217854 w 5158787"/>
              <a:gd name="connsiteY30689" fmla="*/ 1301945 h 4489084"/>
              <a:gd name="connsiteX30690" fmla="*/ 2217854 w 5158787"/>
              <a:gd name="connsiteY30690" fmla="*/ 1300346 h 4489084"/>
              <a:gd name="connsiteX30691" fmla="*/ 2229107 w 5158787"/>
              <a:gd name="connsiteY30691" fmla="*/ 1280861 h 4489084"/>
              <a:gd name="connsiteX30692" fmla="*/ 2230469 w 5158787"/>
              <a:gd name="connsiteY30692" fmla="*/ 1280091 h 4489084"/>
              <a:gd name="connsiteX30693" fmla="*/ 1215885 w 5158787"/>
              <a:gd name="connsiteY30693" fmla="*/ 1279854 h 4489084"/>
              <a:gd name="connsiteX30694" fmla="*/ 1238627 w 5158787"/>
              <a:gd name="connsiteY30694" fmla="*/ 1279854 h 4489084"/>
              <a:gd name="connsiteX30695" fmla="*/ 1239989 w 5158787"/>
              <a:gd name="connsiteY30695" fmla="*/ 1280683 h 4489084"/>
              <a:gd name="connsiteX30696" fmla="*/ 1251360 w 5158787"/>
              <a:gd name="connsiteY30696" fmla="*/ 1300405 h 4489084"/>
              <a:gd name="connsiteX30697" fmla="*/ 1251360 w 5158787"/>
              <a:gd name="connsiteY30697" fmla="*/ 1302004 h 4489084"/>
              <a:gd name="connsiteX30698" fmla="*/ 1239989 w 5158787"/>
              <a:gd name="connsiteY30698" fmla="*/ 1321726 h 4489084"/>
              <a:gd name="connsiteX30699" fmla="*/ 1238627 w 5158787"/>
              <a:gd name="connsiteY30699" fmla="*/ 1322555 h 4489084"/>
              <a:gd name="connsiteX30700" fmla="*/ 1215885 w 5158787"/>
              <a:gd name="connsiteY30700" fmla="*/ 1322555 h 4489084"/>
              <a:gd name="connsiteX30701" fmla="*/ 1214522 w 5158787"/>
              <a:gd name="connsiteY30701" fmla="*/ 1321726 h 4489084"/>
              <a:gd name="connsiteX30702" fmla="*/ 1203151 w 5158787"/>
              <a:gd name="connsiteY30702" fmla="*/ 1302004 h 4489084"/>
              <a:gd name="connsiteX30703" fmla="*/ 1203151 w 5158787"/>
              <a:gd name="connsiteY30703" fmla="*/ 1300405 h 4489084"/>
              <a:gd name="connsiteX30704" fmla="*/ 1214522 w 5158787"/>
              <a:gd name="connsiteY30704" fmla="*/ 1280683 h 4489084"/>
              <a:gd name="connsiteX30705" fmla="*/ 1215885 w 5158787"/>
              <a:gd name="connsiteY30705" fmla="*/ 1279854 h 4489084"/>
              <a:gd name="connsiteX30706" fmla="*/ 4664028 w 5158787"/>
              <a:gd name="connsiteY30706" fmla="*/ 1277899 h 4489084"/>
              <a:gd name="connsiteX30707" fmla="*/ 4688844 w 5158787"/>
              <a:gd name="connsiteY30707" fmla="*/ 1277899 h 4489084"/>
              <a:gd name="connsiteX30708" fmla="*/ 4690384 w 5158787"/>
              <a:gd name="connsiteY30708" fmla="*/ 1278787 h 4489084"/>
              <a:gd name="connsiteX30709" fmla="*/ 4702821 w 5158787"/>
              <a:gd name="connsiteY30709" fmla="*/ 1300286 h 4489084"/>
              <a:gd name="connsiteX30710" fmla="*/ 4702821 w 5158787"/>
              <a:gd name="connsiteY30710" fmla="*/ 1302063 h 4489084"/>
              <a:gd name="connsiteX30711" fmla="*/ 4690384 w 5158787"/>
              <a:gd name="connsiteY30711" fmla="*/ 1323561 h 4489084"/>
              <a:gd name="connsiteX30712" fmla="*/ 4688844 w 5158787"/>
              <a:gd name="connsiteY30712" fmla="*/ 1324450 h 4489084"/>
              <a:gd name="connsiteX30713" fmla="*/ 4664028 w 5158787"/>
              <a:gd name="connsiteY30713" fmla="*/ 1324450 h 4489084"/>
              <a:gd name="connsiteX30714" fmla="*/ 4662488 w 5158787"/>
              <a:gd name="connsiteY30714" fmla="*/ 1323561 h 4489084"/>
              <a:gd name="connsiteX30715" fmla="*/ 4650051 w 5158787"/>
              <a:gd name="connsiteY30715" fmla="*/ 1302063 h 4489084"/>
              <a:gd name="connsiteX30716" fmla="*/ 4650051 w 5158787"/>
              <a:gd name="connsiteY30716" fmla="*/ 1300286 h 4489084"/>
              <a:gd name="connsiteX30717" fmla="*/ 4662488 w 5158787"/>
              <a:gd name="connsiteY30717" fmla="*/ 1278787 h 4489084"/>
              <a:gd name="connsiteX30718" fmla="*/ 4664028 w 5158787"/>
              <a:gd name="connsiteY30718" fmla="*/ 1277899 h 4489084"/>
              <a:gd name="connsiteX30719" fmla="*/ 4799180 w 5158787"/>
              <a:gd name="connsiteY30719" fmla="*/ 1277662 h 4489084"/>
              <a:gd name="connsiteX30720" fmla="*/ 4824232 w 5158787"/>
              <a:gd name="connsiteY30720" fmla="*/ 1277662 h 4489084"/>
              <a:gd name="connsiteX30721" fmla="*/ 4825772 w 5158787"/>
              <a:gd name="connsiteY30721" fmla="*/ 1278550 h 4489084"/>
              <a:gd name="connsiteX30722" fmla="*/ 4838268 w 5158787"/>
              <a:gd name="connsiteY30722" fmla="*/ 1300286 h 4489084"/>
              <a:gd name="connsiteX30723" fmla="*/ 4838268 w 5158787"/>
              <a:gd name="connsiteY30723" fmla="*/ 1302063 h 4489084"/>
              <a:gd name="connsiteX30724" fmla="*/ 4825713 w 5158787"/>
              <a:gd name="connsiteY30724" fmla="*/ 1323798 h 4489084"/>
              <a:gd name="connsiteX30725" fmla="*/ 4824173 w 5158787"/>
              <a:gd name="connsiteY30725" fmla="*/ 1324687 h 4489084"/>
              <a:gd name="connsiteX30726" fmla="*/ 4799121 w 5158787"/>
              <a:gd name="connsiteY30726" fmla="*/ 1324687 h 4489084"/>
              <a:gd name="connsiteX30727" fmla="*/ 4797581 w 5158787"/>
              <a:gd name="connsiteY30727" fmla="*/ 1323798 h 4489084"/>
              <a:gd name="connsiteX30728" fmla="*/ 4785084 w 5158787"/>
              <a:gd name="connsiteY30728" fmla="*/ 1302063 h 4489084"/>
              <a:gd name="connsiteX30729" fmla="*/ 4785084 w 5158787"/>
              <a:gd name="connsiteY30729" fmla="*/ 1300286 h 4489084"/>
              <a:gd name="connsiteX30730" fmla="*/ 4797640 w 5158787"/>
              <a:gd name="connsiteY30730" fmla="*/ 1278550 h 4489084"/>
              <a:gd name="connsiteX30731" fmla="*/ 4799180 w 5158787"/>
              <a:gd name="connsiteY30731" fmla="*/ 1277662 h 4489084"/>
              <a:gd name="connsiteX30732" fmla="*/ 2567342 w 5158787"/>
              <a:gd name="connsiteY30732" fmla="*/ 1277662 h 4489084"/>
              <a:gd name="connsiteX30733" fmla="*/ 2592394 w 5158787"/>
              <a:gd name="connsiteY30733" fmla="*/ 1277662 h 4489084"/>
              <a:gd name="connsiteX30734" fmla="*/ 2593934 w 5158787"/>
              <a:gd name="connsiteY30734" fmla="*/ 1278550 h 4489084"/>
              <a:gd name="connsiteX30735" fmla="*/ 2606430 w 5158787"/>
              <a:gd name="connsiteY30735" fmla="*/ 1300286 h 4489084"/>
              <a:gd name="connsiteX30736" fmla="*/ 2606430 w 5158787"/>
              <a:gd name="connsiteY30736" fmla="*/ 1302063 h 4489084"/>
              <a:gd name="connsiteX30737" fmla="*/ 2593874 w 5158787"/>
              <a:gd name="connsiteY30737" fmla="*/ 1323798 h 4489084"/>
              <a:gd name="connsiteX30738" fmla="*/ 2592334 w 5158787"/>
              <a:gd name="connsiteY30738" fmla="*/ 1324687 h 4489084"/>
              <a:gd name="connsiteX30739" fmla="*/ 2567282 w 5158787"/>
              <a:gd name="connsiteY30739" fmla="*/ 1324687 h 4489084"/>
              <a:gd name="connsiteX30740" fmla="*/ 2565742 w 5158787"/>
              <a:gd name="connsiteY30740" fmla="*/ 1323798 h 4489084"/>
              <a:gd name="connsiteX30741" fmla="*/ 2553246 w 5158787"/>
              <a:gd name="connsiteY30741" fmla="*/ 1302063 h 4489084"/>
              <a:gd name="connsiteX30742" fmla="*/ 2553246 w 5158787"/>
              <a:gd name="connsiteY30742" fmla="*/ 1300286 h 4489084"/>
              <a:gd name="connsiteX30743" fmla="*/ 2565802 w 5158787"/>
              <a:gd name="connsiteY30743" fmla="*/ 1278550 h 4489084"/>
              <a:gd name="connsiteX30744" fmla="*/ 2567342 w 5158787"/>
              <a:gd name="connsiteY30744" fmla="*/ 1277662 h 4489084"/>
              <a:gd name="connsiteX30745" fmla="*/ 4731486 w 5158787"/>
              <a:gd name="connsiteY30745" fmla="*/ 1277603 h 4489084"/>
              <a:gd name="connsiteX30746" fmla="*/ 4756656 w 5158787"/>
              <a:gd name="connsiteY30746" fmla="*/ 1277603 h 4489084"/>
              <a:gd name="connsiteX30747" fmla="*/ 4758196 w 5158787"/>
              <a:gd name="connsiteY30747" fmla="*/ 1278492 h 4489084"/>
              <a:gd name="connsiteX30748" fmla="*/ 4770752 w 5158787"/>
              <a:gd name="connsiteY30748" fmla="*/ 1300286 h 4489084"/>
              <a:gd name="connsiteX30749" fmla="*/ 4770752 w 5158787"/>
              <a:gd name="connsiteY30749" fmla="*/ 1302063 h 4489084"/>
              <a:gd name="connsiteX30750" fmla="*/ 4758137 w 5158787"/>
              <a:gd name="connsiteY30750" fmla="*/ 1323858 h 4489084"/>
              <a:gd name="connsiteX30751" fmla="*/ 4756597 w 5158787"/>
              <a:gd name="connsiteY30751" fmla="*/ 1324746 h 4489084"/>
              <a:gd name="connsiteX30752" fmla="*/ 4731426 w 5158787"/>
              <a:gd name="connsiteY30752" fmla="*/ 1324746 h 4489084"/>
              <a:gd name="connsiteX30753" fmla="*/ 4729886 w 5158787"/>
              <a:gd name="connsiteY30753" fmla="*/ 1323858 h 4489084"/>
              <a:gd name="connsiteX30754" fmla="*/ 4717331 w 5158787"/>
              <a:gd name="connsiteY30754" fmla="*/ 1302063 h 4489084"/>
              <a:gd name="connsiteX30755" fmla="*/ 4717331 w 5158787"/>
              <a:gd name="connsiteY30755" fmla="*/ 1300286 h 4489084"/>
              <a:gd name="connsiteX30756" fmla="*/ 4729946 w 5158787"/>
              <a:gd name="connsiteY30756" fmla="*/ 1278492 h 4489084"/>
              <a:gd name="connsiteX30757" fmla="*/ 4731486 w 5158787"/>
              <a:gd name="connsiteY30757" fmla="*/ 1277603 h 4489084"/>
              <a:gd name="connsiteX30758" fmla="*/ 4866519 w 5158787"/>
              <a:gd name="connsiteY30758" fmla="*/ 1277248 h 4489084"/>
              <a:gd name="connsiteX30759" fmla="*/ 4892045 w 5158787"/>
              <a:gd name="connsiteY30759" fmla="*/ 1277248 h 4489084"/>
              <a:gd name="connsiteX30760" fmla="*/ 4893585 w 5158787"/>
              <a:gd name="connsiteY30760" fmla="*/ 1278136 h 4489084"/>
              <a:gd name="connsiteX30761" fmla="*/ 4906318 w 5158787"/>
              <a:gd name="connsiteY30761" fmla="*/ 1300227 h 4489084"/>
              <a:gd name="connsiteX30762" fmla="*/ 4906318 w 5158787"/>
              <a:gd name="connsiteY30762" fmla="*/ 1302004 h 4489084"/>
              <a:gd name="connsiteX30763" fmla="*/ 4893585 w 5158787"/>
              <a:gd name="connsiteY30763" fmla="*/ 1324095 h 4489084"/>
              <a:gd name="connsiteX30764" fmla="*/ 4892045 w 5158787"/>
              <a:gd name="connsiteY30764" fmla="*/ 1324983 h 4489084"/>
              <a:gd name="connsiteX30765" fmla="*/ 4866519 w 5158787"/>
              <a:gd name="connsiteY30765" fmla="*/ 1324983 h 4489084"/>
              <a:gd name="connsiteX30766" fmla="*/ 4864979 w 5158787"/>
              <a:gd name="connsiteY30766" fmla="*/ 1324095 h 4489084"/>
              <a:gd name="connsiteX30767" fmla="*/ 4852246 w 5158787"/>
              <a:gd name="connsiteY30767" fmla="*/ 1302004 h 4489084"/>
              <a:gd name="connsiteX30768" fmla="*/ 4852246 w 5158787"/>
              <a:gd name="connsiteY30768" fmla="*/ 1300227 h 4489084"/>
              <a:gd name="connsiteX30769" fmla="*/ 4864979 w 5158787"/>
              <a:gd name="connsiteY30769" fmla="*/ 1278136 h 4489084"/>
              <a:gd name="connsiteX30770" fmla="*/ 4866519 w 5158787"/>
              <a:gd name="connsiteY30770" fmla="*/ 1277248 h 4489084"/>
              <a:gd name="connsiteX30771" fmla="*/ 4595564 w 5158787"/>
              <a:gd name="connsiteY30771" fmla="*/ 1276359 h 4489084"/>
              <a:gd name="connsiteX30772" fmla="*/ 4622038 w 5158787"/>
              <a:gd name="connsiteY30772" fmla="*/ 1276359 h 4489084"/>
              <a:gd name="connsiteX30773" fmla="*/ 4623637 w 5158787"/>
              <a:gd name="connsiteY30773" fmla="*/ 1277307 h 4489084"/>
              <a:gd name="connsiteX30774" fmla="*/ 4636844 w 5158787"/>
              <a:gd name="connsiteY30774" fmla="*/ 1300286 h 4489084"/>
              <a:gd name="connsiteX30775" fmla="*/ 4636844 w 5158787"/>
              <a:gd name="connsiteY30775" fmla="*/ 1302181 h 4489084"/>
              <a:gd name="connsiteX30776" fmla="*/ 4623578 w 5158787"/>
              <a:gd name="connsiteY30776" fmla="*/ 1325160 h 4489084"/>
              <a:gd name="connsiteX30777" fmla="*/ 4621978 w 5158787"/>
              <a:gd name="connsiteY30777" fmla="*/ 1326108 h 4489084"/>
              <a:gd name="connsiteX30778" fmla="*/ 4595505 w 5158787"/>
              <a:gd name="connsiteY30778" fmla="*/ 1326108 h 4489084"/>
              <a:gd name="connsiteX30779" fmla="*/ 4593906 w 5158787"/>
              <a:gd name="connsiteY30779" fmla="*/ 1325160 h 4489084"/>
              <a:gd name="connsiteX30780" fmla="*/ 4580699 w 5158787"/>
              <a:gd name="connsiteY30780" fmla="*/ 1302181 h 4489084"/>
              <a:gd name="connsiteX30781" fmla="*/ 4580699 w 5158787"/>
              <a:gd name="connsiteY30781" fmla="*/ 1300286 h 4489084"/>
              <a:gd name="connsiteX30782" fmla="*/ 4593965 w 5158787"/>
              <a:gd name="connsiteY30782" fmla="*/ 1277307 h 4489084"/>
              <a:gd name="connsiteX30783" fmla="*/ 4595564 w 5158787"/>
              <a:gd name="connsiteY30783" fmla="*/ 1276359 h 4489084"/>
              <a:gd name="connsiteX30784" fmla="*/ 2633496 w 5158787"/>
              <a:gd name="connsiteY30784" fmla="*/ 1274879 h 4489084"/>
              <a:gd name="connsiteX30785" fmla="*/ 2661509 w 5158787"/>
              <a:gd name="connsiteY30785" fmla="*/ 1274879 h 4489084"/>
              <a:gd name="connsiteX30786" fmla="*/ 2663227 w 5158787"/>
              <a:gd name="connsiteY30786" fmla="*/ 1275886 h 4489084"/>
              <a:gd name="connsiteX30787" fmla="*/ 2677263 w 5158787"/>
              <a:gd name="connsiteY30787" fmla="*/ 1300168 h 4489084"/>
              <a:gd name="connsiteX30788" fmla="*/ 2677263 w 5158787"/>
              <a:gd name="connsiteY30788" fmla="*/ 1302123 h 4489084"/>
              <a:gd name="connsiteX30789" fmla="*/ 2663227 w 5158787"/>
              <a:gd name="connsiteY30789" fmla="*/ 1326405 h 4489084"/>
              <a:gd name="connsiteX30790" fmla="*/ 2661509 w 5158787"/>
              <a:gd name="connsiteY30790" fmla="*/ 1327412 h 4489084"/>
              <a:gd name="connsiteX30791" fmla="*/ 2633496 w 5158787"/>
              <a:gd name="connsiteY30791" fmla="*/ 1327412 h 4489084"/>
              <a:gd name="connsiteX30792" fmla="*/ 2631778 w 5158787"/>
              <a:gd name="connsiteY30792" fmla="*/ 1326405 h 4489084"/>
              <a:gd name="connsiteX30793" fmla="*/ 2617742 w 5158787"/>
              <a:gd name="connsiteY30793" fmla="*/ 1302123 h 4489084"/>
              <a:gd name="connsiteX30794" fmla="*/ 2617742 w 5158787"/>
              <a:gd name="connsiteY30794" fmla="*/ 1300168 h 4489084"/>
              <a:gd name="connsiteX30795" fmla="*/ 2631778 w 5158787"/>
              <a:gd name="connsiteY30795" fmla="*/ 1275886 h 4489084"/>
              <a:gd name="connsiteX30796" fmla="*/ 2633496 w 5158787"/>
              <a:gd name="connsiteY30796" fmla="*/ 1274879 h 4489084"/>
              <a:gd name="connsiteX30797" fmla="*/ 4131062 w 5158787"/>
              <a:gd name="connsiteY30797" fmla="*/ 1234487 h 4489084"/>
              <a:gd name="connsiteX30798" fmla="*/ 4139649 w 5158787"/>
              <a:gd name="connsiteY30798" fmla="*/ 1234487 h 4489084"/>
              <a:gd name="connsiteX30799" fmla="*/ 4140183 w 5158787"/>
              <a:gd name="connsiteY30799" fmla="*/ 1234783 h 4489084"/>
              <a:gd name="connsiteX30800" fmla="*/ 4144506 w 5158787"/>
              <a:gd name="connsiteY30800" fmla="*/ 1242245 h 4489084"/>
              <a:gd name="connsiteX30801" fmla="*/ 4144506 w 5158787"/>
              <a:gd name="connsiteY30801" fmla="*/ 1242838 h 4489084"/>
              <a:gd name="connsiteX30802" fmla="*/ 4140183 w 5158787"/>
              <a:gd name="connsiteY30802" fmla="*/ 1250300 h 4489084"/>
              <a:gd name="connsiteX30803" fmla="*/ 4139649 w 5158787"/>
              <a:gd name="connsiteY30803" fmla="*/ 1250596 h 4489084"/>
              <a:gd name="connsiteX30804" fmla="*/ 4131062 w 5158787"/>
              <a:gd name="connsiteY30804" fmla="*/ 1250596 h 4489084"/>
              <a:gd name="connsiteX30805" fmla="*/ 4130529 w 5158787"/>
              <a:gd name="connsiteY30805" fmla="*/ 1250300 h 4489084"/>
              <a:gd name="connsiteX30806" fmla="*/ 4126206 w 5158787"/>
              <a:gd name="connsiteY30806" fmla="*/ 1242838 h 4489084"/>
              <a:gd name="connsiteX30807" fmla="*/ 4126206 w 5158787"/>
              <a:gd name="connsiteY30807" fmla="*/ 1242245 h 4489084"/>
              <a:gd name="connsiteX30808" fmla="*/ 4130529 w 5158787"/>
              <a:gd name="connsiteY30808" fmla="*/ 1234783 h 4489084"/>
              <a:gd name="connsiteX30809" fmla="*/ 4131062 w 5158787"/>
              <a:gd name="connsiteY30809" fmla="*/ 1234487 h 4489084"/>
              <a:gd name="connsiteX30810" fmla="*/ 4265087 w 5158787"/>
              <a:gd name="connsiteY30810" fmla="*/ 1232118 h 4489084"/>
              <a:gd name="connsiteX30811" fmla="*/ 4276222 w 5158787"/>
              <a:gd name="connsiteY30811" fmla="*/ 1232118 h 4489084"/>
              <a:gd name="connsiteX30812" fmla="*/ 4276873 w 5158787"/>
              <a:gd name="connsiteY30812" fmla="*/ 1232533 h 4489084"/>
              <a:gd name="connsiteX30813" fmla="*/ 4282441 w 5158787"/>
              <a:gd name="connsiteY30813" fmla="*/ 1242186 h 4489084"/>
              <a:gd name="connsiteX30814" fmla="*/ 4282441 w 5158787"/>
              <a:gd name="connsiteY30814" fmla="*/ 1242956 h 4489084"/>
              <a:gd name="connsiteX30815" fmla="*/ 4276873 w 5158787"/>
              <a:gd name="connsiteY30815" fmla="*/ 1252610 h 4489084"/>
              <a:gd name="connsiteX30816" fmla="*/ 4276222 w 5158787"/>
              <a:gd name="connsiteY30816" fmla="*/ 1253024 h 4489084"/>
              <a:gd name="connsiteX30817" fmla="*/ 4265087 w 5158787"/>
              <a:gd name="connsiteY30817" fmla="*/ 1253024 h 4489084"/>
              <a:gd name="connsiteX30818" fmla="*/ 4264436 w 5158787"/>
              <a:gd name="connsiteY30818" fmla="*/ 1252610 h 4489084"/>
              <a:gd name="connsiteX30819" fmla="*/ 4258868 w 5158787"/>
              <a:gd name="connsiteY30819" fmla="*/ 1242956 h 4489084"/>
              <a:gd name="connsiteX30820" fmla="*/ 4258868 w 5158787"/>
              <a:gd name="connsiteY30820" fmla="*/ 1242186 h 4489084"/>
              <a:gd name="connsiteX30821" fmla="*/ 4264436 w 5158787"/>
              <a:gd name="connsiteY30821" fmla="*/ 1232533 h 4489084"/>
              <a:gd name="connsiteX30822" fmla="*/ 4265087 w 5158787"/>
              <a:gd name="connsiteY30822" fmla="*/ 1232118 h 4489084"/>
              <a:gd name="connsiteX30823" fmla="*/ 4941083 w 5158787"/>
              <a:gd name="connsiteY30823" fmla="*/ 1231467 h 4489084"/>
              <a:gd name="connsiteX30824" fmla="*/ 4952869 w 5158787"/>
              <a:gd name="connsiteY30824" fmla="*/ 1231467 h 4489084"/>
              <a:gd name="connsiteX30825" fmla="*/ 4953580 w 5158787"/>
              <a:gd name="connsiteY30825" fmla="*/ 1231881 h 4489084"/>
              <a:gd name="connsiteX30826" fmla="*/ 4959502 w 5158787"/>
              <a:gd name="connsiteY30826" fmla="*/ 1242127 h 4489084"/>
              <a:gd name="connsiteX30827" fmla="*/ 4959502 w 5158787"/>
              <a:gd name="connsiteY30827" fmla="*/ 1242957 h 4489084"/>
              <a:gd name="connsiteX30828" fmla="*/ 4953580 w 5158787"/>
              <a:gd name="connsiteY30828" fmla="*/ 1253203 h 4489084"/>
              <a:gd name="connsiteX30829" fmla="*/ 4952869 w 5158787"/>
              <a:gd name="connsiteY30829" fmla="*/ 1253617 h 4489084"/>
              <a:gd name="connsiteX30830" fmla="*/ 4941083 w 5158787"/>
              <a:gd name="connsiteY30830" fmla="*/ 1253617 h 4489084"/>
              <a:gd name="connsiteX30831" fmla="*/ 4940373 w 5158787"/>
              <a:gd name="connsiteY30831" fmla="*/ 1253203 h 4489084"/>
              <a:gd name="connsiteX30832" fmla="*/ 4934450 w 5158787"/>
              <a:gd name="connsiteY30832" fmla="*/ 1242957 h 4489084"/>
              <a:gd name="connsiteX30833" fmla="*/ 4934450 w 5158787"/>
              <a:gd name="connsiteY30833" fmla="*/ 1242127 h 4489084"/>
              <a:gd name="connsiteX30834" fmla="*/ 4940373 w 5158787"/>
              <a:gd name="connsiteY30834" fmla="*/ 1231881 h 4489084"/>
              <a:gd name="connsiteX30835" fmla="*/ 4941083 w 5158787"/>
              <a:gd name="connsiteY30835" fmla="*/ 1231467 h 4489084"/>
              <a:gd name="connsiteX30836" fmla="*/ 4332190 w 5158787"/>
              <a:gd name="connsiteY30836" fmla="*/ 1231171 h 4489084"/>
              <a:gd name="connsiteX30837" fmla="*/ 4344331 w 5158787"/>
              <a:gd name="connsiteY30837" fmla="*/ 1231171 h 4489084"/>
              <a:gd name="connsiteX30838" fmla="*/ 4345101 w 5158787"/>
              <a:gd name="connsiteY30838" fmla="*/ 1231586 h 4489084"/>
              <a:gd name="connsiteX30839" fmla="*/ 4351142 w 5158787"/>
              <a:gd name="connsiteY30839" fmla="*/ 1242128 h 4489084"/>
              <a:gd name="connsiteX30840" fmla="*/ 4351142 w 5158787"/>
              <a:gd name="connsiteY30840" fmla="*/ 1242957 h 4489084"/>
              <a:gd name="connsiteX30841" fmla="*/ 4345042 w 5158787"/>
              <a:gd name="connsiteY30841" fmla="*/ 1253499 h 4489084"/>
              <a:gd name="connsiteX30842" fmla="*/ 4344272 w 5158787"/>
              <a:gd name="connsiteY30842" fmla="*/ 1253913 h 4489084"/>
              <a:gd name="connsiteX30843" fmla="*/ 4332130 w 5158787"/>
              <a:gd name="connsiteY30843" fmla="*/ 1253913 h 4489084"/>
              <a:gd name="connsiteX30844" fmla="*/ 4331361 w 5158787"/>
              <a:gd name="connsiteY30844" fmla="*/ 1253499 h 4489084"/>
              <a:gd name="connsiteX30845" fmla="*/ 4325320 w 5158787"/>
              <a:gd name="connsiteY30845" fmla="*/ 1242957 h 4489084"/>
              <a:gd name="connsiteX30846" fmla="*/ 4325320 w 5158787"/>
              <a:gd name="connsiteY30846" fmla="*/ 1242128 h 4489084"/>
              <a:gd name="connsiteX30847" fmla="*/ 4331420 w 5158787"/>
              <a:gd name="connsiteY30847" fmla="*/ 1231586 h 4489084"/>
              <a:gd name="connsiteX30848" fmla="*/ 4332190 w 5158787"/>
              <a:gd name="connsiteY30848" fmla="*/ 1231171 h 4489084"/>
              <a:gd name="connsiteX30849" fmla="*/ 3926262 w 5158787"/>
              <a:gd name="connsiteY30849" fmla="*/ 1230993 h 4489084"/>
              <a:gd name="connsiteX30850" fmla="*/ 3938639 w 5158787"/>
              <a:gd name="connsiteY30850" fmla="*/ 1230993 h 4489084"/>
              <a:gd name="connsiteX30851" fmla="*/ 3939409 w 5158787"/>
              <a:gd name="connsiteY30851" fmla="*/ 1231408 h 4489084"/>
              <a:gd name="connsiteX30852" fmla="*/ 3945569 w 5158787"/>
              <a:gd name="connsiteY30852" fmla="*/ 1242127 h 4489084"/>
              <a:gd name="connsiteX30853" fmla="*/ 3945569 w 5158787"/>
              <a:gd name="connsiteY30853" fmla="*/ 1243016 h 4489084"/>
              <a:gd name="connsiteX30854" fmla="*/ 3939409 w 5158787"/>
              <a:gd name="connsiteY30854" fmla="*/ 1253735 h 4489084"/>
              <a:gd name="connsiteX30855" fmla="*/ 3938639 w 5158787"/>
              <a:gd name="connsiteY30855" fmla="*/ 1254150 h 4489084"/>
              <a:gd name="connsiteX30856" fmla="*/ 3926262 w 5158787"/>
              <a:gd name="connsiteY30856" fmla="*/ 1254150 h 4489084"/>
              <a:gd name="connsiteX30857" fmla="*/ 3925492 w 5158787"/>
              <a:gd name="connsiteY30857" fmla="*/ 1253735 h 4489084"/>
              <a:gd name="connsiteX30858" fmla="*/ 3919332 w 5158787"/>
              <a:gd name="connsiteY30858" fmla="*/ 1243016 h 4489084"/>
              <a:gd name="connsiteX30859" fmla="*/ 3919332 w 5158787"/>
              <a:gd name="connsiteY30859" fmla="*/ 1242127 h 4489084"/>
              <a:gd name="connsiteX30860" fmla="*/ 3925492 w 5158787"/>
              <a:gd name="connsiteY30860" fmla="*/ 1231408 h 4489084"/>
              <a:gd name="connsiteX30861" fmla="*/ 3926262 w 5158787"/>
              <a:gd name="connsiteY30861" fmla="*/ 1230993 h 4489084"/>
              <a:gd name="connsiteX30862" fmla="*/ 4196565 w 5158787"/>
              <a:gd name="connsiteY30862" fmla="*/ 1230460 h 4489084"/>
              <a:gd name="connsiteX30863" fmla="*/ 4209475 w 5158787"/>
              <a:gd name="connsiteY30863" fmla="*/ 1230460 h 4489084"/>
              <a:gd name="connsiteX30864" fmla="*/ 4210245 w 5158787"/>
              <a:gd name="connsiteY30864" fmla="*/ 1230934 h 4489084"/>
              <a:gd name="connsiteX30865" fmla="*/ 4216701 w 5158787"/>
              <a:gd name="connsiteY30865" fmla="*/ 1242127 h 4489084"/>
              <a:gd name="connsiteX30866" fmla="*/ 4216701 w 5158787"/>
              <a:gd name="connsiteY30866" fmla="*/ 1243016 h 4489084"/>
              <a:gd name="connsiteX30867" fmla="*/ 4210245 w 5158787"/>
              <a:gd name="connsiteY30867" fmla="*/ 1254209 h 4489084"/>
              <a:gd name="connsiteX30868" fmla="*/ 4209475 w 5158787"/>
              <a:gd name="connsiteY30868" fmla="*/ 1254683 h 4489084"/>
              <a:gd name="connsiteX30869" fmla="*/ 4196565 w 5158787"/>
              <a:gd name="connsiteY30869" fmla="*/ 1254683 h 4489084"/>
              <a:gd name="connsiteX30870" fmla="*/ 4195795 w 5158787"/>
              <a:gd name="connsiteY30870" fmla="*/ 1254209 h 4489084"/>
              <a:gd name="connsiteX30871" fmla="*/ 4189339 w 5158787"/>
              <a:gd name="connsiteY30871" fmla="*/ 1243016 h 4489084"/>
              <a:gd name="connsiteX30872" fmla="*/ 4189339 w 5158787"/>
              <a:gd name="connsiteY30872" fmla="*/ 1242127 h 4489084"/>
              <a:gd name="connsiteX30873" fmla="*/ 4195795 w 5158787"/>
              <a:gd name="connsiteY30873" fmla="*/ 1230934 h 4489084"/>
              <a:gd name="connsiteX30874" fmla="*/ 4196565 w 5158787"/>
              <a:gd name="connsiteY30874" fmla="*/ 1230460 h 4489084"/>
              <a:gd name="connsiteX30875" fmla="*/ 3587790 w 5158787"/>
              <a:gd name="connsiteY30875" fmla="*/ 1230342 h 4489084"/>
              <a:gd name="connsiteX30876" fmla="*/ 3600819 w 5158787"/>
              <a:gd name="connsiteY30876" fmla="*/ 1230342 h 4489084"/>
              <a:gd name="connsiteX30877" fmla="*/ 3601589 w 5158787"/>
              <a:gd name="connsiteY30877" fmla="*/ 1230816 h 4489084"/>
              <a:gd name="connsiteX30878" fmla="*/ 3608103 w 5158787"/>
              <a:gd name="connsiteY30878" fmla="*/ 1242128 h 4489084"/>
              <a:gd name="connsiteX30879" fmla="*/ 3608103 w 5158787"/>
              <a:gd name="connsiteY30879" fmla="*/ 1243075 h 4489084"/>
              <a:gd name="connsiteX30880" fmla="*/ 3601589 w 5158787"/>
              <a:gd name="connsiteY30880" fmla="*/ 1254387 h 4489084"/>
              <a:gd name="connsiteX30881" fmla="*/ 3600819 w 5158787"/>
              <a:gd name="connsiteY30881" fmla="*/ 1254861 h 4489084"/>
              <a:gd name="connsiteX30882" fmla="*/ 3587790 w 5158787"/>
              <a:gd name="connsiteY30882" fmla="*/ 1254861 h 4489084"/>
              <a:gd name="connsiteX30883" fmla="*/ 3587020 w 5158787"/>
              <a:gd name="connsiteY30883" fmla="*/ 1254387 h 4489084"/>
              <a:gd name="connsiteX30884" fmla="*/ 3580505 w 5158787"/>
              <a:gd name="connsiteY30884" fmla="*/ 1243075 h 4489084"/>
              <a:gd name="connsiteX30885" fmla="*/ 3580505 w 5158787"/>
              <a:gd name="connsiteY30885" fmla="*/ 1242128 h 4489084"/>
              <a:gd name="connsiteX30886" fmla="*/ 3587020 w 5158787"/>
              <a:gd name="connsiteY30886" fmla="*/ 1230816 h 4489084"/>
              <a:gd name="connsiteX30887" fmla="*/ 3587790 w 5158787"/>
              <a:gd name="connsiteY30887" fmla="*/ 1230342 h 4489084"/>
              <a:gd name="connsiteX30888" fmla="*/ 3655247 w 5158787"/>
              <a:gd name="connsiteY30888" fmla="*/ 1230045 h 4489084"/>
              <a:gd name="connsiteX30889" fmla="*/ 3668632 w 5158787"/>
              <a:gd name="connsiteY30889" fmla="*/ 1230045 h 4489084"/>
              <a:gd name="connsiteX30890" fmla="*/ 3669461 w 5158787"/>
              <a:gd name="connsiteY30890" fmla="*/ 1230519 h 4489084"/>
              <a:gd name="connsiteX30891" fmla="*/ 3676153 w 5158787"/>
              <a:gd name="connsiteY30891" fmla="*/ 1242068 h 4489084"/>
              <a:gd name="connsiteX30892" fmla="*/ 3676153 w 5158787"/>
              <a:gd name="connsiteY30892" fmla="*/ 1243015 h 4489084"/>
              <a:gd name="connsiteX30893" fmla="*/ 3669461 w 5158787"/>
              <a:gd name="connsiteY30893" fmla="*/ 1254564 h 4489084"/>
              <a:gd name="connsiteX30894" fmla="*/ 3668632 w 5158787"/>
              <a:gd name="connsiteY30894" fmla="*/ 1255038 h 4489084"/>
              <a:gd name="connsiteX30895" fmla="*/ 3655247 w 5158787"/>
              <a:gd name="connsiteY30895" fmla="*/ 1255038 h 4489084"/>
              <a:gd name="connsiteX30896" fmla="*/ 3654418 w 5158787"/>
              <a:gd name="connsiteY30896" fmla="*/ 1254564 h 4489084"/>
              <a:gd name="connsiteX30897" fmla="*/ 3647725 w 5158787"/>
              <a:gd name="connsiteY30897" fmla="*/ 1243015 h 4489084"/>
              <a:gd name="connsiteX30898" fmla="*/ 3647725 w 5158787"/>
              <a:gd name="connsiteY30898" fmla="*/ 1242068 h 4489084"/>
              <a:gd name="connsiteX30899" fmla="*/ 3654418 w 5158787"/>
              <a:gd name="connsiteY30899" fmla="*/ 1230519 h 4489084"/>
              <a:gd name="connsiteX30900" fmla="*/ 3655247 w 5158787"/>
              <a:gd name="connsiteY30900" fmla="*/ 1230045 h 4489084"/>
              <a:gd name="connsiteX30901" fmla="*/ 3722764 w 5158787"/>
              <a:gd name="connsiteY30901" fmla="*/ 1229749 h 4489084"/>
              <a:gd name="connsiteX30902" fmla="*/ 3736445 w 5158787"/>
              <a:gd name="connsiteY30902" fmla="*/ 1229749 h 4489084"/>
              <a:gd name="connsiteX30903" fmla="*/ 3737274 w 5158787"/>
              <a:gd name="connsiteY30903" fmla="*/ 1230223 h 4489084"/>
              <a:gd name="connsiteX30904" fmla="*/ 3744085 w 5158787"/>
              <a:gd name="connsiteY30904" fmla="*/ 1242068 h 4489084"/>
              <a:gd name="connsiteX30905" fmla="*/ 3744085 w 5158787"/>
              <a:gd name="connsiteY30905" fmla="*/ 1243015 h 4489084"/>
              <a:gd name="connsiteX30906" fmla="*/ 3737215 w 5158787"/>
              <a:gd name="connsiteY30906" fmla="*/ 1254860 h 4489084"/>
              <a:gd name="connsiteX30907" fmla="*/ 3736385 w 5158787"/>
              <a:gd name="connsiteY30907" fmla="*/ 1255334 h 4489084"/>
              <a:gd name="connsiteX30908" fmla="*/ 3722705 w 5158787"/>
              <a:gd name="connsiteY30908" fmla="*/ 1255334 h 4489084"/>
              <a:gd name="connsiteX30909" fmla="*/ 3721875 w 5158787"/>
              <a:gd name="connsiteY30909" fmla="*/ 1254860 h 4489084"/>
              <a:gd name="connsiteX30910" fmla="*/ 3715064 w 5158787"/>
              <a:gd name="connsiteY30910" fmla="*/ 1243015 h 4489084"/>
              <a:gd name="connsiteX30911" fmla="*/ 3715064 w 5158787"/>
              <a:gd name="connsiteY30911" fmla="*/ 1242068 h 4489084"/>
              <a:gd name="connsiteX30912" fmla="*/ 3721935 w 5158787"/>
              <a:gd name="connsiteY30912" fmla="*/ 1230223 h 4489084"/>
              <a:gd name="connsiteX30913" fmla="*/ 3722764 w 5158787"/>
              <a:gd name="connsiteY30913" fmla="*/ 1229749 h 4489084"/>
              <a:gd name="connsiteX30914" fmla="*/ 3518911 w 5158787"/>
              <a:gd name="connsiteY30914" fmla="*/ 1227973 h 4489084"/>
              <a:gd name="connsiteX30915" fmla="*/ 3534487 w 5158787"/>
              <a:gd name="connsiteY30915" fmla="*/ 1227973 h 4489084"/>
              <a:gd name="connsiteX30916" fmla="*/ 3535435 w 5158787"/>
              <a:gd name="connsiteY30916" fmla="*/ 1228506 h 4489084"/>
              <a:gd name="connsiteX30917" fmla="*/ 3543193 w 5158787"/>
              <a:gd name="connsiteY30917" fmla="*/ 1242009 h 4489084"/>
              <a:gd name="connsiteX30918" fmla="*/ 3543193 w 5158787"/>
              <a:gd name="connsiteY30918" fmla="*/ 1243135 h 4489084"/>
              <a:gd name="connsiteX30919" fmla="*/ 3535375 w 5158787"/>
              <a:gd name="connsiteY30919" fmla="*/ 1256638 h 4489084"/>
              <a:gd name="connsiteX30920" fmla="*/ 3534428 w 5158787"/>
              <a:gd name="connsiteY30920" fmla="*/ 1257171 h 4489084"/>
              <a:gd name="connsiteX30921" fmla="*/ 3518851 w 5158787"/>
              <a:gd name="connsiteY30921" fmla="*/ 1257171 h 4489084"/>
              <a:gd name="connsiteX30922" fmla="*/ 3517903 w 5158787"/>
              <a:gd name="connsiteY30922" fmla="*/ 1256638 h 4489084"/>
              <a:gd name="connsiteX30923" fmla="*/ 3510145 w 5158787"/>
              <a:gd name="connsiteY30923" fmla="*/ 1243135 h 4489084"/>
              <a:gd name="connsiteX30924" fmla="*/ 3510145 w 5158787"/>
              <a:gd name="connsiteY30924" fmla="*/ 1242009 h 4489084"/>
              <a:gd name="connsiteX30925" fmla="*/ 3517963 w 5158787"/>
              <a:gd name="connsiteY30925" fmla="*/ 1228506 h 4489084"/>
              <a:gd name="connsiteX30926" fmla="*/ 3518911 w 5158787"/>
              <a:gd name="connsiteY30926" fmla="*/ 1227973 h 4489084"/>
              <a:gd name="connsiteX30927" fmla="*/ 610663 w 5158787"/>
              <a:gd name="connsiteY30927" fmla="*/ 1227676 h 4489084"/>
              <a:gd name="connsiteX30928" fmla="*/ 626535 w 5158787"/>
              <a:gd name="connsiteY30928" fmla="*/ 1227676 h 4489084"/>
              <a:gd name="connsiteX30929" fmla="*/ 627483 w 5158787"/>
              <a:gd name="connsiteY30929" fmla="*/ 1228209 h 4489084"/>
              <a:gd name="connsiteX30930" fmla="*/ 635419 w 5158787"/>
              <a:gd name="connsiteY30930" fmla="*/ 1242009 h 4489084"/>
              <a:gd name="connsiteX30931" fmla="*/ 635419 w 5158787"/>
              <a:gd name="connsiteY30931" fmla="*/ 1243134 h 4489084"/>
              <a:gd name="connsiteX30932" fmla="*/ 627483 w 5158787"/>
              <a:gd name="connsiteY30932" fmla="*/ 1256933 h 4489084"/>
              <a:gd name="connsiteX30933" fmla="*/ 626535 w 5158787"/>
              <a:gd name="connsiteY30933" fmla="*/ 1257466 h 4489084"/>
              <a:gd name="connsiteX30934" fmla="*/ 610663 w 5158787"/>
              <a:gd name="connsiteY30934" fmla="*/ 1257466 h 4489084"/>
              <a:gd name="connsiteX30935" fmla="*/ 609715 w 5158787"/>
              <a:gd name="connsiteY30935" fmla="*/ 1256933 h 4489084"/>
              <a:gd name="connsiteX30936" fmla="*/ 601779 w 5158787"/>
              <a:gd name="connsiteY30936" fmla="*/ 1243134 h 4489084"/>
              <a:gd name="connsiteX30937" fmla="*/ 601779 w 5158787"/>
              <a:gd name="connsiteY30937" fmla="*/ 1242009 h 4489084"/>
              <a:gd name="connsiteX30938" fmla="*/ 609715 w 5158787"/>
              <a:gd name="connsiteY30938" fmla="*/ 1228209 h 4489084"/>
              <a:gd name="connsiteX30939" fmla="*/ 610663 w 5158787"/>
              <a:gd name="connsiteY30939" fmla="*/ 1227676 h 4489084"/>
              <a:gd name="connsiteX30940" fmla="*/ 3789155 w 5158787"/>
              <a:gd name="connsiteY30940" fmla="*/ 1227439 h 4489084"/>
              <a:gd name="connsiteX30941" fmla="*/ 3805264 w 5158787"/>
              <a:gd name="connsiteY30941" fmla="*/ 1227439 h 4489084"/>
              <a:gd name="connsiteX30942" fmla="*/ 3806271 w 5158787"/>
              <a:gd name="connsiteY30942" fmla="*/ 1228031 h 4489084"/>
              <a:gd name="connsiteX30943" fmla="*/ 3814326 w 5158787"/>
              <a:gd name="connsiteY30943" fmla="*/ 1242009 h 4489084"/>
              <a:gd name="connsiteX30944" fmla="*/ 3814326 w 5158787"/>
              <a:gd name="connsiteY30944" fmla="*/ 1243134 h 4489084"/>
              <a:gd name="connsiteX30945" fmla="*/ 3806271 w 5158787"/>
              <a:gd name="connsiteY30945" fmla="*/ 1257111 h 4489084"/>
              <a:gd name="connsiteX30946" fmla="*/ 3805264 w 5158787"/>
              <a:gd name="connsiteY30946" fmla="*/ 1257703 h 4489084"/>
              <a:gd name="connsiteX30947" fmla="*/ 3789155 w 5158787"/>
              <a:gd name="connsiteY30947" fmla="*/ 1257703 h 4489084"/>
              <a:gd name="connsiteX30948" fmla="*/ 3788148 w 5158787"/>
              <a:gd name="connsiteY30948" fmla="*/ 1257111 h 4489084"/>
              <a:gd name="connsiteX30949" fmla="*/ 3780093 w 5158787"/>
              <a:gd name="connsiteY30949" fmla="*/ 1243134 h 4489084"/>
              <a:gd name="connsiteX30950" fmla="*/ 3780093 w 5158787"/>
              <a:gd name="connsiteY30950" fmla="*/ 1242009 h 4489084"/>
              <a:gd name="connsiteX30951" fmla="*/ 3788148 w 5158787"/>
              <a:gd name="connsiteY30951" fmla="*/ 1228031 h 4489084"/>
              <a:gd name="connsiteX30952" fmla="*/ 3789155 w 5158787"/>
              <a:gd name="connsiteY30952" fmla="*/ 1227439 h 4489084"/>
              <a:gd name="connsiteX30953" fmla="*/ 3451039 w 5158787"/>
              <a:gd name="connsiteY30953" fmla="*/ 1227439 h 4489084"/>
              <a:gd name="connsiteX30954" fmla="*/ 3467148 w 5158787"/>
              <a:gd name="connsiteY30954" fmla="*/ 1227439 h 4489084"/>
              <a:gd name="connsiteX30955" fmla="*/ 3468155 w 5158787"/>
              <a:gd name="connsiteY30955" fmla="*/ 1228031 h 4489084"/>
              <a:gd name="connsiteX30956" fmla="*/ 3476210 w 5158787"/>
              <a:gd name="connsiteY30956" fmla="*/ 1242009 h 4489084"/>
              <a:gd name="connsiteX30957" fmla="*/ 3476210 w 5158787"/>
              <a:gd name="connsiteY30957" fmla="*/ 1243134 h 4489084"/>
              <a:gd name="connsiteX30958" fmla="*/ 3468155 w 5158787"/>
              <a:gd name="connsiteY30958" fmla="*/ 1257111 h 4489084"/>
              <a:gd name="connsiteX30959" fmla="*/ 3467148 w 5158787"/>
              <a:gd name="connsiteY30959" fmla="*/ 1257703 h 4489084"/>
              <a:gd name="connsiteX30960" fmla="*/ 3451039 w 5158787"/>
              <a:gd name="connsiteY30960" fmla="*/ 1257703 h 4489084"/>
              <a:gd name="connsiteX30961" fmla="*/ 3450032 w 5158787"/>
              <a:gd name="connsiteY30961" fmla="*/ 1257111 h 4489084"/>
              <a:gd name="connsiteX30962" fmla="*/ 3441977 w 5158787"/>
              <a:gd name="connsiteY30962" fmla="*/ 1243134 h 4489084"/>
              <a:gd name="connsiteX30963" fmla="*/ 3441977 w 5158787"/>
              <a:gd name="connsiteY30963" fmla="*/ 1242009 h 4489084"/>
              <a:gd name="connsiteX30964" fmla="*/ 3450032 w 5158787"/>
              <a:gd name="connsiteY30964" fmla="*/ 1228031 h 4489084"/>
              <a:gd name="connsiteX30965" fmla="*/ 3451039 w 5158787"/>
              <a:gd name="connsiteY30965" fmla="*/ 1227439 h 4489084"/>
              <a:gd name="connsiteX30966" fmla="*/ 677883 w 5158787"/>
              <a:gd name="connsiteY30966" fmla="*/ 1227025 h 4489084"/>
              <a:gd name="connsiteX30967" fmla="*/ 694466 w 5158787"/>
              <a:gd name="connsiteY30967" fmla="*/ 1227025 h 4489084"/>
              <a:gd name="connsiteX30968" fmla="*/ 695473 w 5158787"/>
              <a:gd name="connsiteY30968" fmla="*/ 1227617 h 4489084"/>
              <a:gd name="connsiteX30969" fmla="*/ 703764 w 5158787"/>
              <a:gd name="connsiteY30969" fmla="*/ 1241950 h 4489084"/>
              <a:gd name="connsiteX30970" fmla="*/ 703764 w 5158787"/>
              <a:gd name="connsiteY30970" fmla="*/ 1243134 h 4489084"/>
              <a:gd name="connsiteX30971" fmla="*/ 695473 w 5158787"/>
              <a:gd name="connsiteY30971" fmla="*/ 1257467 h 4489084"/>
              <a:gd name="connsiteX30972" fmla="*/ 694466 w 5158787"/>
              <a:gd name="connsiteY30972" fmla="*/ 1258059 h 4489084"/>
              <a:gd name="connsiteX30973" fmla="*/ 677883 w 5158787"/>
              <a:gd name="connsiteY30973" fmla="*/ 1258059 h 4489084"/>
              <a:gd name="connsiteX30974" fmla="*/ 676876 w 5158787"/>
              <a:gd name="connsiteY30974" fmla="*/ 1257467 h 4489084"/>
              <a:gd name="connsiteX30975" fmla="*/ 668585 w 5158787"/>
              <a:gd name="connsiteY30975" fmla="*/ 1243134 h 4489084"/>
              <a:gd name="connsiteX30976" fmla="*/ 668585 w 5158787"/>
              <a:gd name="connsiteY30976" fmla="*/ 1241950 h 4489084"/>
              <a:gd name="connsiteX30977" fmla="*/ 676876 w 5158787"/>
              <a:gd name="connsiteY30977" fmla="*/ 1227617 h 4489084"/>
              <a:gd name="connsiteX30978" fmla="*/ 677883 w 5158787"/>
              <a:gd name="connsiteY30978" fmla="*/ 1227025 h 4489084"/>
              <a:gd name="connsiteX30979" fmla="*/ 745281 w 5158787"/>
              <a:gd name="connsiteY30979" fmla="*/ 1226492 h 4489084"/>
              <a:gd name="connsiteX30980" fmla="*/ 762397 w 5158787"/>
              <a:gd name="connsiteY30980" fmla="*/ 1226492 h 4489084"/>
              <a:gd name="connsiteX30981" fmla="*/ 763463 w 5158787"/>
              <a:gd name="connsiteY30981" fmla="*/ 1227084 h 4489084"/>
              <a:gd name="connsiteX30982" fmla="*/ 771992 w 5158787"/>
              <a:gd name="connsiteY30982" fmla="*/ 1241890 h 4489084"/>
              <a:gd name="connsiteX30983" fmla="*/ 771992 w 5158787"/>
              <a:gd name="connsiteY30983" fmla="*/ 1243075 h 4489084"/>
              <a:gd name="connsiteX30984" fmla="*/ 763404 w 5158787"/>
              <a:gd name="connsiteY30984" fmla="*/ 1257881 h 4489084"/>
              <a:gd name="connsiteX30985" fmla="*/ 762338 w 5158787"/>
              <a:gd name="connsiteY30985" fmla="*/ 1258474 h 4489084"/>
              <a:gd name="connsiteX30986" fmla="*/ 745222 w 5158787"/>
              <a:gd name="connsiteY30986" fmla="*/ 1258474 h 4489084"/>
              <a:gd name="connsiteX30987" fmla="*/ 744156 w 5158787"/>
              <a:gd name="connsiteY30987" fmla="*/ 1257881 h 4489084"/>
              <a:gd name="connsiteX30988" fmla="*/ 735628 w 5158787"/>
              <a:gd name="connsiteY30988" fmla="*/ 1243075 h 4489084"/>
              <a:gd name="connsiteX30989" fmla="*/ 735628 w 5158787"/>
              <a:gd name="connsiteY30989" fmla="*/ 1241890 h 4489084"/>
              <a:gd name="connsiteX30990" fmla="*/ 744215 w 5158787"/>
              <a:gd name="connsiteY30990" fmla="*/ 1227084 h 4489084"/>
              <a:gd name="connsiteX30991" fmla="*/ 745281 w 5158787"/>
              <a:gd name="connsiteY30991" fmla="*/ 1226492 h 4489084"/>
              <a:gd name="connsiteX30992" fmla="*/ 1015762 w 5158787"/>
              <a:gd name="connsiteY30992" fmla="*/ 1226433 h 4489084"/>
              <a:gd name="connsiteX30993" fmla="*/ 1032997 w 5158787"/>
              <a:gd name="connsiteY30993" fmla="*/ 1226433 h 4489084"/>
              <a:gd name="connsiteX30994" fmla="*/ 1034063 w 5158787"/>
              <a:gd name="connsiteY30994" fmla="*/ 1227025 h 4489084"/>
              <a:gd name="connsiteX30995" fmla="*/ 1042651 w 5158787"/>
              <a:gd name="connsiteY30995" fmla="*/ 1241950 h 4489084"/>
              <a:gd name="connsiteX30996" fmla="*/ 1042651 w 5158787"/>
              <a:gd name="connsiteY30996" fmla="*/ 1243194 h 4489084"/>
              <a:gd name="connsiteX30997" fmla="*/ 1034004 w 5158787"/>
              <a:gd name="connsiteY30997" fmla="*/ 1258118 h 4489084"/>
              <a:gd name="connsiteX30998" fmla="*/ 1032938 w 5158787"/>
              <a:gd name="connsiteY30998" fmla="*/ 1258711 h 4489084"/>
              <a:gd name="connsiteX30999" fmla="*/ 1015703 w 5158787"/>
              <a:gd name="connsiteY30999" fmla="*/ 1258711 h 4489084"/>
              <a:gd name="connsiteX31000" fmla="*/ 1014637 w 5158787"/>
              <a:gd name="connsiteY31000" fmla="*/ 1258118 h 4489084"/>
              <a:gd name="connsiteX31001" fmla="*/ 1006050 w 5158787"/>
              <a:gd name="connsiteY31001" fmla="*/ 1243194 h 4489084"/>
              <a:gd name="connsiteX31002" fmla="*/ 1006050 w 5158787"/>
              <a:gd name="connsiteY31002" fmla="*/ 1241950 h 4489084"/>
              <a:gd name="connsiteX31003" fmla="*/ 1014696 w 5158787"/>
              <a:gd name="connsiteY31003" fmla="*/ 1227025 h 4489084"/>
              <a:gd name="connsiteX31004" fmla="*/ 1015762 w 5158787"/>
              <a:gd name="connsiteY31004" fmla="*/ 1226433 h 4489084"/>
              <a:gd name="connsiteX31005" fmla="*/ 2435802 w 5158787"/>
              <a:gd name="connsiteY31005" fmla="*/ 1226018 h 4489084"/>
              <a:gd name="connsiteX31006" fmla="*/ 2453451 w 5158787"/>
              <a:gd name="connsiteY31006" fmla="*/ 1226018 h 4489084"/>
              <a:gd name="connsiteX31007" fmla="*/ 2454517 w 5158787"/>
              <a:gd name="connsiteY31007" fmla="*/ 1226670 h 4489084"/>
              <a:gd name="connsiteX31008" fmla="*/ 2463342 w 5158787"/>
              <a:gd name="connsiteY31008" fmla="*/ 1241950 h 4489084"/>
              <a:gd name="connsiteX31009" fmla="*/ 2463342 w 5158787"/>
              <a:gd name="connsiteY31009" fmla="*/ 1243193 h 4489084"/>
              <a:gd name="connsiteX31010" fmla="*/ 2454517 w 5158787"/>
              <a:gd name="connsiteY31010" fmla="*/ 1258473 h 4489084"/>
              <a:gd name="connsiteX31011" fmla="*/ 2453451 w 5158787"/>
              <a:gd name="connsiteY31011" fmla="*/ 1259125 h 4489084"/>
              <a:gd name="connsiteX31012" fmla="*/ 2435802 w 5158787"/>
              <a:gd name="connsiteY31012" fmla="*/ 1259125 h 4489084"/>
              <a:gd name="connsiteX31013" fmla="*/ 2434736 w 5158787"/>
              <a:gd name="connsiteY31013" fmla="*/ 1258473 h 4489084"/>
              <a:gd name="connsiteX31014" fmla="*/ 2425912 w 5158787"/>
              <a:gd name="connsiteY31014" fmla="*/ 1243193 h 4489084"/>
              <a:gd name="connsiteX31015" fmla="*/ 2425912 w 5158787"/>
              <a:gd name="connsiteY31015" fmla="*/ 1241950 h 4489084"/>
              <a:gd name="connsiteX31016" fmla="*/ 2434736 w 5158787"/>
              <a:gd name="connsiteY31016" fmla="*/ 1226670 h 4489084"/>
              <a:gd name="connsiteX31017" fmla="*/ 2435802 w 5158787"/>
              <a:gd name="connsiteY31017" fmla="*/ 1226018 h 4489084"/>
              <a:gd name="connsiteX31018" fmla="*/ 2502964 w 5158787"/>
              <a:gd name="connsiteY31018" fmla="*/ 1225189 h 4489084"/>
              <a:gd name="connsiteX31019" fmla="*/ 2521501 w 5158787"/>
              <a:gd name="connsiteY31019" fmla="*/ 1225189 h 4489084"/>
              <a:gd name="connsiteX31020" fmla="*/ 2522626 w 5158787"/>
              <a:gd name="connsiteY31020" fmla="*/ 1225840 h 4489084"/>
              <a:gd name="connsiteX31021" fmla="*/ 2531865 w 5158787"/>
              <a:gd name="connsiteY31021" fmla="*/ 1241890 h 4489084"/>
              <a:gd name="connsiteX31022" fmla="*/ 2531865 w 5158787"/>
              <a:gd name="connsiteY31022" fmla="*/ 1243193 h 4489084"/>
              <a:gd name="connsiteX31023" fmla="*/ 2522567 w 5158787"/>
              <a:gd name="connsiteY31023" fmla="*/ 1259243 h 4489084"/>
              <a:gd name="connsiteX31024" fmla="*/ 2521442 w 5158787"/>
              <a:gd name="connsiteY31024" fmla="*/ 1259895 h 4489084"/>
              <a:gd name="connsiteX31025" fmla="*/ 2502904 w 5158787"/>
              <a:gd name="connsiteY31025" fmla="*/ 1259895 h 4489084"/>
              <a:gd name="connsiteX31026" fmla="*/ 2501779 w 5158787"/>
              <a:gd name="connsiteY31026" fmla="*/ 1259243 h 4489084"/>
              <a:gd name="connsiteX31027" fmla="*/ 2492540 w 5158787"/>
              <a:gd name="connsiteY31027" fmla="*/ 1243193 h 4489084"/>
              <a:gd name="connsiteX31028" fmla="*/ 2492540 w 5158787"/>
              <a:gd name="connsiteY31028" fmla="*/ 1241890 h 4489084"/>
              <a:gd name="connsiteX31029" fmla="*/ 2501838 w 5158787"/>
              <a:gd name="connsiteY31029" fmla="*/ 1225840 h 4489084"/>
              <a:gd name="connsiteX31030" fmla="*/ 2502964 w 5158787"/>
              <a:gd name="connsiteY31030" fmla="*/ 1225189 h 4489084"/>
              <a:gd name="connsiteX31031" fmla="*/ 541606 w 5158787"/>
              <a:gd name="connsiteY31031" fmla="*/ 1225071 h 4489084"/>
              <a:gd name="connsiteX31032" fmla="*/ 560262 w 5158787"/>
              <a:gd name="connsiteY31032" fmla="*/ 1225071 h 4489084"/>
              <a:gd name="connsiteX31033" fmla="*/ 561388 w 5158787"/>
              <a:gd name="connsiteY31033" fmla="*/ 1225723 h 4489084"/>
              <a:gd name="connsiteX31034" fmla="*/ 570686 w 5158787"/>
              <a:gd name="connsiteY31034" fmla="*/ 1241891 h 4489084"/>
              <a:gd name="connsiteX31035" fmla="*/ 570686 w 5158787"/>
              <a:gd name="connsiteY31035" fmla="*/ 1243194 h 4489084"/>
              <a:gd name="connsiteX31036" fmla="*/ 561329 w 5158787"/>
              <a:gd name="connsiteY31036" fmla="*/ 1259362 h 4489084"/>
              <a:gd name="connsiteX31037" fmla="*/ 560203 w 5158787"/>
              <a:gd name="connsiteY31037" fmla="*/ 1260014 h 4489084"/>
              <a:gd name="connsiteX31038" fmla="*/ 541547 w 5158787"/>
              <a:gd name="connsiteY31038" fmla="*/ 1260014 h 4489084"/>
              <a:gd name="connsiteX31039" fmla="*/ 540422 w 5158787"/>
              <a:gd name="connsiteY31039" fmla="*/ 1259362 h 4489084"/>
              <a:gd name="connsiteX31040" fmla="*/ 531124 w 5158787"/>
              <a:gd name="connsiteY31040" fmla="*/ 1243194 h 4489084"/>
              <a:gd name="connsiteX31041" fmla="*/ 531124 w 5158787"/>
              <a:gd name="connsiteY31041" fmla="*/ 1241891 h 4489084"/>
              <a:gd name="connsiteX31042" fmla="*/ 540481 w 5158787"/>
              <a:gd name="connsiteY31042" fmla="*/ 1225723 h 4489084"/>
              <a:gd name="connsiteX31043" fmla="*/ 541606 w 5158787"/>
              <a:gd name="connsiteY31043" fmla="*/ 1225071 h 4489084"/>
              <a:gd name="connsiteX31044" fmla="*/ 1082628 w 5158787"/>
              <a:gd name="connsiteY31044" fmla="*/ 1224952 h 4489084"/>
              <a:gd name="connsiteX31045" fmla="*/ 1101402 w 5158787"/>
              <a:gd name="connsiteY31045" fmla="*/ 1224952 h 4489084"/>
              <a:gd name="connsiteX31046" fmla="*/ 1102527 w 5158787"/>
              <a:gd name="connsiteY31046" fmla="*/ 1225603 h 4489084"/>
              <a:gd name="connsiteX31047" fmla="*/ 1111885 w 5158787"/>
              <a:gd name="connsiteY31047" fmla="*/ 1241831 h 4489084"/>
              <a:gd name="connsiteX31048" fmla="*/ 1111885 w 5158787"/>
              <a:gd name="connsiteY31048" fmla="*/ 1243134 h 4489084"/>
              <a:gd name="connsiteX31049" fmla="*/ 1102468 w 5158787"/>
              <a:gd name="connsiteY31049" fmla="*/ 1259362 h 4489084"/>
              <a:gd name="connsiteX31050" fmla="*/ 1101343 w 5158787"/>
              <a:gd name="connsiteY31050" fmla="*/ 1260013 h 4489084"/>
              <a:gd name="connsiteX31051" fmla="*/ 1082569 w 5158787"/>
              <a:gd name="connsiteY31051" fmla="*/ 1260013 h 4489084"/>
              <a:gd name="connsiteX31052" fmla="*/ 1081443 w 5158787"/>
              <a:gd name="connsiteY31052" fmla="*/ 1259362 h 4489084"/>
              <a:gd name="connsiteX31053" fmla="*/ 1072086 w 5158787"/>
              <a:gd name="connsiteY31053" fmla="*/ 1243134 h 4489084"/>
              <a:gd name="connsiteX31054" fmla="*/ 1072086 w 5158787"/>
              <a:gd name="connsiteY31054" fmla="*/ 1241831 h 4489084"/>
              <a:gd name="connsiteX31055" fmla="*/ 1081503 w 5158787"/>
              <a:gd name="connsiteY31055" fmla="*/ 1225603 h 4489084"/>
              <a:gd name="connsiteX31056" fmla="*/ 1082628 w 5158787"/>
              <a:gd name="connsiteY31056" fmla="*/ 1224952 h 4489084"/>
              <a:gd name="connsiteX31057" fmla="*/ 1488261 w 5158787"/>
              <a:gd name="connsiteY31057" fmla="*/ 1224656 h 4489084"/>
              <a:gd name="connsiteX31058" fmla="*/ 1507331 w 5158787"/>
              <a:gd name="connsiteY31058" fmla="*/ 1224656 h 4489084"/>
              <a:gd name="connsiteX31059" fmla="*/ 1508515 w 5158787"/>
              <a:gd name="connsiteY31059" fmla="*/ 1225308 h 4489084"/>
              <a:gd name="connsiteX31060" fmla="*/ 1518051 w 5158787"/>
              <a:gd name="connsiteY31060" fmla="*/ 1241831 h 4489084"/>
              <a:gd name="connsiteX31061" fmla="*/ 1518051 w 5158787"/>
              <a:gd name="connsiteY31061" fmla="*/ 1243193 h 4489084"/>
              <a:gd name="connsiteX31062" fmla="*/ 1508515 w 5158787"/>
              <a:gd name="connsiteY31062" fmla="*/ 1259717 h 4489084"/>
              <a:gd name="connsiteX31063" fmla="*/ 1507331 w 5158787"/>
              <a:gd name="connsiteY31063" fmla="*/ 1260369 h 4489084"/>
              <a:gd name="connsiteX31064" fmla="*/ 1488261 w 5158787"/>
              <a:gd name="connsiteY31064" fmla="*/ 1260369 h 4489084"/>
              <a:gd name="connsiteX31065" fmla="*/ 1487076 w 5158787"/>
              <a:gd name="connsiteY31065" fmla="*/ 1259717 h 4489084"/>
              <a:gd name="connsiteX31066" fmla="*/ 1477541 w 5158787"/>
              <a:gd name="connsiteY31066" fmla="*/ 1243193 h 4489084"/>
              <a:gd name="connsiteX31067" fmla="*/ 1477541 w 5158787"/>
              <a:gd name="connsiteY31067" fmla="*/ 1241831 h 4489084"/>
              <a:gd name="connsiteX31068" fmla="*/ 1487076 w 5158787"/>
              <a:gd name="connsiteY31068" fmla="*/ 1225308 h 4489084"/>
              <a:gd name="connsiteX31069" fmla="*/ 1488261 w 5158787"/>
              <a:gd name="connsiteY31069" fmla="*/ 1224656 h 4489084"/>
              <a:gd name="connsiteX31070" fmla="*/ 947239 w 5158787"/>
              <a:gd name="connsiteY31070" fmla="*/ 1224656 h 4489084"/>
              <a:gd name="connsiteX31071" fmla="*/ 966310 w 5158787"/>
              <a:gd name="connsiteY31071" fmla="*/ 1224656 h 4489084"/>
              <a:gd name="connsiteX31072" fmla="*/ 967495 w 5158787"/>
              <a:gd name="connsiteY31072" fmla="*/ 1225308 h 4489084"/>
              <a:gd name="connsiteX31073" fmla="*/ 977030 w 5158787"/>
              <a:gd name="connsiteY31073" fmla="*/ 1241831 h 4489084"/>
              <a:gd name="connsiteX31074" fmla="*/ 977030 w 5158787"/>
              <a:gd name="connsiteY31074" fmla="*/ 1243193 h 4489084"/>
              <a:gd name="connsiteX31075" fmla="*/ 967495 w 5158787"/>
              <a:gd name="connsiteY31075" fmla="*/ 1259717 h 4489084"/>
              <a:gd name="connsiteX31076" fmla="*/ 966310 w 5158787"/>
              <a:gd name="connsiteY31076" fmla="*/ 1260369 h 4489084"/>
              <a:gd name="connsiteX31077" fmla="*/ 947239 w 5158787"/>
              <a:gd name="connsiteY31077" fmla="*/ 1260369 h 4489084"/>
              <a:gd name="connsiteX31078" fmla="*/ 946055 w 5158787"/>
              <a:gd name="connsiteY31078" fmla="*/ 1259717 h 4489084"/>
              <a:gd name="connsiteX31079" fmla="*/ 936520 w 5158787"/>
              <a:gd name="connsiteY31079" fmla="*/ 1243193 h 4489084"/>
              <a:gd name="connsiteX31080" fmla="*/ 936520 w 5158787"/>
              <a:gd name="connsiteY31080" fmla="*/ 1241831 h 4489084"/>
              <a:gd name="connsiteX31081" fmla="*/ 946055 w 5158787"/>
              <a:gd name="connsiteY31081" fmla="*/ 1225308 h 4489084"/>
              <a:gd name="connsiteX31082" fmla="*/ 947239 w 5158787"/>
              <a:gd name="connsiteY31082" fmla="*/ 1224656 h 4489084"/>
              <a:gd name="connsiteX31083" fmla="*/ 2367398 w 5158787"/>
              <a:gd name="connsiteY31083" fmla="*/ 1224538 h 4489084"/>
              <a:gd name="connsiteX31084" fmla="*/ 2386586 w 5158787"/>
              <a:gd name="connsiteY31084" fmla="*/ 1224538 h 4489084"/>
              <a:gd name="connsiteX31085" fmla="*/ 2387771 w 5158787"/>
              <a:gd name="connsiteY31085" fmla="*/ 1225190 h 4489084"/>
              <a:gd name="connsiteX31086" fmla="*/ 2397365 w 5158787"/>
              <a:gd name="connsiteY31086" fmla="*/ 1241832 h 4489084"/>
              <a:gd name="connsiteX31087" fmla="*/ 2397365 w 5158787"/>
              <a:gd name="connsiteY31087" fmla="*/ 1243194 h 4489084"/>
              <a:gd name="connsiteX31088" fmla="*/ 2387771 w 5158787"/>
              <a:gd name="connsiteY31088" fmla="*/ 1259836 h 4489084"/>
              <a:gd name="connsiteX31089" fmla="*/ 2386586 w 5158787"/>
              <a:gd name="connsiteY31089" fmla="*/ 1260488 h 4489084"/>
              <a:gd name="connsiteX31090" fmla="*/ 2367398 w 5158787"/>
              <a:gd name="connsiteY31090" fmla="*/ 1260488 h 4489084"/>
              <a:gd name="connsiteX31091" fmla="*/ 2366213 w 5158787"/>
              <a:gd name="connsiteY31091" fmla="*/ 1259836 h 4489084"/>
              <a:gd name="connsiteX31092" fmla="*/ 2356619 w 5158787"/>
              <a:gd name="connsiteY31092" fmla="*/ 1243194 h 4489084"/>
              <a:gd name="connsiteX31093" fmla="*/ 2356619 w 5158787"/>
              <a:gd name="connsiteY31093" fmla="*/ 1241832 h 4489084"/>
              <a:gd name="connsiteX31094" fmla="*/ 2366213 w 5158787"/>
              <a:gd name="connsiteY31094" fmla="*/ 1225190 h 4489084"/>
              <a:gd name="connsiteX31095" fmla="*/ 2367398 w 5158787"/>
              <a:gd name="connsiteY31095" fmla="*/ 1224538 h 4489084"/>
              <a:gd name="connsiteX31096" fmla="*/ 811732 w 5158787"/>
              <a:gd name="connsiteY31096" fmla="*/ 1224360 h 4489084"/>
              <a:gd name="connsiteX31097" fmla="*/ 831158 w 5158787"/>
              <a:gd name="connsiteY31097" fmla="*/ 1224360 h 4489084"/>
              <a:gd name="connsiteX31098" fmla="*/ 832342 w 5158787"/>
              <a:gd name="connsiteY31098" fmla="*/ 1225071 h 4489084"/>
              <a:gd name="connsiteX31099" fmla="*/ 842055 w 5158787"/>
              <a:gd name="connsiteY31099" fmla="*/ 1241891 h 4489084"/>
              <a:gd name="connsiteX31100" fmla="*/ 842055 w 5158787"/>
              <a:gd name="connsiteY31100" fmla="*/ 1243253 h 4489084"/>
              <a:gd name="connsiteX31101" fmla="*/ 832342 w 5158787"/>
              <a:gd name="connsiteY31101" fmla="*/ 1260073 h 4489084"/>
              <a:gd name="connsiteX31102" fmla="*/ 831158 w 5158787"/>
              <a:gd name="connsiteY31102" fmla="*/ 1260783 h 4489084"/>
              <a:gd name="connsiteX31103" fmla="*/ 811732 w 5158787"/>
              <a:gd name="connsiteY31103" fmla="*/ 1260783 h 4489084"/>
              <a:gd name="connsiteX31104" fmla="*/ 810548 w 5158787"/>
              <a:gd name="connsiteY31104" fmla="*/ 1260073 h 4489084"/>
              <a:gd name="connsiteX31105" fmla="*/ 800835 w 5158787"/>
              <a:gd name="connsiteY31105" fmla="*/ 1243253 h 4489084"/>
              <a:gd name="connsiteX31106" fmla="*/ 800835 w 5158787"/>
              <a:gd name="connsiteY31106" fmla="*/ 1241891 h 4489084"/>
              <a:gd name="connsiteX31107" fmla="*/ 810548 w 5158787"/>
              <a:gd name="connsiteY31107" fmla="*/ 1225071 h 4489084"/>
              <a:gd name="connsiteX31108" fmla="*/ 811732 w 5158787"/>
              <a:gd name="connsiteY31108" fmla="*/ 1224360 h 4489084"/>
              <a:gd name="connsiteX31109" fmla="*/ 4396093 w 5158787"/>
              <a:gd name="connsiteY31109" fmla="*/ 1224241 h 4489084"/>
              <a:gd name="connsiteX31110" fmla="*/ 4415638 w 5158787"/>
              <a:gd name="connsiteY31110" fmla="*/ 1224241 h 4489084"/>
              <a:gd name="connsiteX31111" fmla="*/ 4416822 w 5158787"/>
              <a:gd name="connsiteY31111" fmla="*/ 1224952 h 4489084"/>
              <a:gd name="connsiteX31112" fmla="*/ 4426594 w 5158787"/>
              <a:gd name="connsiteY31112" fmla="*/ 1241890 h 4489084"/>
              <a:gd name="connsiteX31113" fmla="*/ 4426594 w 5158787"/>
              <a:gd name="connsiteY31113" fmla="*/ 1243252 h 4489084"/>
              <a:gd name="connsiteX31114" fmla="*/ 4416822 w 5158787"/>
              <a:gd name="connsiteY31114" fmla="*/ 1260190 h 4489084"/>
              <a:gd name="connsiteX31115" fmla="*/ 4415638 w 5158787"/>
              <a:gd name="connsiteY31115" fmla="*/ 1260901 h 4489084"/>
              <a:gd name="connsiteX31116" fmla="*/ 4396093 w 5158787"/>
              <a:gd name="connsiteY31116" fmla="*/ 1260901 h 4489084"/>
              <a:gd name="connsiteX31117" fmla="*/ 4394909 w 5158787"/>
              <a:gd name="connsiteY31117" fmla="*/ 1260190 h 4489084"/>
              <a:gd name="connsiteX31118" fmla="*/ 4385137 w 5158787"/>
              <a:gd name="connsiteY31118" fmla="*/ 1243252 h 4489084"/>
              <a:gd name="connsiteX31119" fmla="*/ 4385137 w 5158787"/>
              <a:gd name="connsiteY31119" fmla="*/ 1241890 h 4489084"/>
              <a:gd name="connsiteX31120" fmla="*/ 4394909 w 5158787"/>
              <a:gd name="connsiteY31120" fmla="*/ 1224952 h 4489084"/>
              <a:gd name="connsiteX31121" fmla="*/ 4396093 w 5158787"/>
              <a:gd name="connsiteY31121" fmla="*/ 1224241 h 4489084"/>
              <a:gd name="connsiteX31122" fmla="*/ 879248 w 5158787"/>
              <a:gd name="connsiteY31122" fmla="*/ 1224123 h 4489084"/>
              <a:gd name="connsiteX31123" fmla="*/ 898911 w 5158787"/>
              <a:gd name="connsiteY31123" fmla="*/ 1224123 h 4489084"/>
              <a:gd name="connsiteX31124" fmla="*/ 900096 w 5158787"/>
              <a:gd name="connsiteY31124" fmla="*/ 1224834 h 4489084"/>
              <a:gd name="connsiteX31125" fmla="*/ 909927 w 5158787"/>
              <a:gd name="connsiteY31125" fmla="*/ 1241831 h 4489084"/>
              <a:gd name="connsiteX31126" fmla="*/ 909927 w 5158787"/>
              <a:gd name="connsiteY31126" fmla="*/ 1243193 h 4489084"/>
              <a:gd name="connsiteX31127" fmla="*/ 900096 w 5158787"/>
              <a:gd name="connsiteY31127" fmla="*/ 1260191 h 4489084"/>
              <a:gd name="connsiteX31128" fmla="*/ 898911 w 5158787"/>
              <a:gd name="connsiteY31128" fmla="*/ 1260902 h 4489084"/>
              <a:gd name="connsiteX31129" fmla="*/ 879248 w 5158787"/>
              <a:gd name="connsiteY31129" fmla="*/ 1260902 h 4489084"/>
              <a:gd name="connsiteX31130" fmla="*/ 878064 w 5158787"/>
              <a:gd name="connsiteY31130" fmla="*/ 1260191 h 4489084"/>
              <a:gd name="connsiteX31131" fmla="*/ 868233 w 5158787"/>
              <a:gd name="connsiteY31131" fmla="*/ 1243193 h 4489084"/>
              <a:gd name="connsiteX31132" fmla="*/ 868233 w 5158787"/>
              <a:gd name="connsiteY31132" fmla="*/ 1241831 h 4489084"/>
              <a:gd name="connsiteX31133" fmla="*/ 878064 w 5158787"/>
              <a:gd name="connsiteY31133" fmla="*/ 1224834 h 4489084"/>
              <a:gd name="connsiteX31134" fmla="*/ 879248 w 5158787"/>
              <a:gd name="connsiteY31134" fmla="*/ 1224123 h 4489084"/>
              <a:gd name="connsiteX31135" fmla="*/ 1420211 w 5158787"/>
              <a:gd name="connsiteY31135" fmla="*/ 1223945 h 4489084"/>
              <a:gd name="connsiteX31136" fmla="*/ 1440111 w 5158787"/>
              <a:gd name="connsiteY31136" fmla="*/ 1223945 h 4489084"/>
              <a:gd name="connsiteX31137" fmla="*/ 1441295 w 5158787"/>
              <a:gd name="connsiteY31137" fmla="*/ 1224656 h 4489084"/>
              <a:gd name="connsiteX31138" fmla="*/ 1451245 w 5158787"/>
              <a:gd name="connsiteY31138" fmla="*/ 1241890 h 4489084"/>
              <a:gd name="connsiteX31139" fmla="*/ 1451245 w 5158787"/>
              <a:gd name="connsiteY31139" fmla="*/ 1243312 h 4489084"/>
              <a:gd name="connsiteX31140" fmla="*/ 1441295 w 5158787"/>
              <a:gd name="connsiteY31140" fmla="*/ 1260546 h 4489084"/>
              <a:gd name="connsiteX31141" fmla="*/ 1440111 w 5158787"/>
              <a:gd name="connsiteY31141" fmla="*/ 1261257 h 4489084"/>
              <a:gd name="connsiteX31142" fmla="*/ 1420211 w 5158787"/>
              <a:gd name="connsiteY31142" fmla="*/ 1261257 h 4489084"/>
              <a:gd name="connsiteX31143" fmla="*/ 1419027 w 5158787"/>
              <a:gd name="connsiteY31143" fmla="*/ 1260546 h 4489084"/>
              <a:gd name="connsiteX31144" fmla="*/ 1409077 w 5158787"/>
              <a:gd name="connsiteY31144" fmla="*/ 1243312 h 4489084"/>
              <a:gd name="connsiteX31145" fmla="*/ 1409077 w 5158787"/>
              <a:gd name="connsiteY31145" fmla="*/ 1241890 h 4489084"/>
              <a:gd name="connsiteX31146" fmla="*/ 1419027 w 5158787"/>
              <a:gd name="connsiteY31146" fmla="*/ 1224656 h 4489084"/>
              <a:gd name="connsiteX31147" fmla="*/ 1420211 w 5158787"/>
              <a:gd name="connsiteY31147" fmla="*/ 1223945 h 4489084"/>
              <a:gd name="connsiteX31148" fmla="*/ 1149612 w 5158787"/>
              <a:gd name="connsiteY31148" fmla="*/ 1223708 h 4489084"/>
              <a:gd name="connsiteX31149" fmla="*/ 1169689 w 5158787"/>
              <a:gd name="connsiteY31149" fmla="*/ 1223708 h 4489084"/>
              <a:gd name="connsiteX31150" fmla="*/ 1170933 w 5158787"/>
              <a:gd name="connsiteY31150" fmla="*/ 1224419 h 4489084"/>
              <a:gd name="connsiteX31151" fmla="*/ 1180942 w 5158787"/>
              <a:gd name="connsiteY31151" fmla="*/ 1241831 h 4489084"/>
              <a:gd name="connsiteX31152" fmla="*/ 1180942 w 5158787"/>
              <a:gd name="connsiteY31152" fmla="*/ 1243252 h 4489084"/>
              <a:gd name="connsiteX31153" fmla="*/ 1170873 w 5158787"/>
              <a:gd name="connsiteY31153" fmla="*/ 1260664 h 4489084"/>
              <a:gd name="connsiteX31154" fmla="*/ 1169630 w 5158787"/>
              <a:gd name="connsiteY31154" fmla="*/ 1261375 h 4489084"/>
              <a:gd name="connsiteX31155" fmla="*/ 1149552 w 5158787"/>
              <a:gd name="connsiteY31155" fmla="*/ 1261375 h 4489084"/>
              <a:gd name="connsiteX31156" fmla="*/ 1148309 w 5158787"/>
              <a:gd name="connsiteY31156" fmla="*/ 1260664 h 4489084"/>
              <a:gd name="connsiteX31157" fmla="*/ 1138300 w 5158787"/>
              <a:gd name="connsiteY31157" fmla="*/ 1243252 h 4489084"/>
              <a:gd name="connsiteX31158" fmla="*/ 1138300 w 5158787"/>
              <a:gd name="connsiteY31158" fmla="*/ 1241831 h 4489084"/>
              <a:gd name="connsiteX31159" fmla="*/ 1148368 w 5158787"/>
              <a:gd name="connsiteY31159" fmla="*/ 1224419 h 4489084"/>
              <a:gd name="connsiteX31160" fmla="*/ 1149612 w 5158787"/>
              <a:gd name="connsiteY31160" fmla="*/ 1223708 h 4489084"/>
              <a:gd name="connsiteX31161" fmla="*/ 473261 w 5158787"/>
              <a:gd name="connsiteY31161" fmla="*/ 1223708 h 4489084"/>
              <a:gd name="connsiteX31162" fmla="*/ 493338 w 5158787"/>
              <a:gd name="connsiteY31162" fmla="*/ 1223708 h 4489084"/>
              <a:gd name="connsiteX31163" fmla="*/ 494582 w 5158787"/>
              <a:gd name="connsiteY31163" fmla="*/ 1224419 h 4489084"/>
              <a:gd name="connsiteX31164" fmla="*/ 504591 w 5158787"/>
              <a:gd name="connsiteY31164" fmla="*/ 1241831 h 4489084"/>
              <a:gd name="connsiteX31165" fmla="*/ 504591 w 5158787"/>
              <a:gd name="connsiteY31165" fmla="*/ 1243252 h 4489084"/>
              <a:gd name="connsiteX31166" fmla="*/ 494522 w 5158787"/>
              <a:gd name="connsiteY31166" fmla="*/ 1260664 h 4489084"/>
              <a:gd name="connsiteX31167" fmla="*/ 493279 w 5158787"/>
              <a:gd name="connsiteY31167" fmla="*/ 1261375 h 4489084"/>
              <a:gd name="connsiteX31168" fmla="*/ 473201 w 5158787"/>
              <a:gd name="connsiteY31168" fmla="*/ 1261375 h 4489084"/>
              <a:gd name="connsiteX31169" fmla="*/ 471958 w 5158787"/>
              <a:gd name="connsiteY31169" fmla="*/ 1260664 h 4489084"/>
              <a:gd name="connsiteX31170" fmla="*/ 461949 w 5158787"/>
              <a:gd name="connsiteY31170" fmla="*/ 1243252 h 4489084"/>
              <a:gd name="connsiteX31171" fmla="*/ 461949 w 5158787"/>
              <a:gd name="connsiteY31171" fmla="*/ 1241831 h 4489084"/>
              <a:gd name="connsiteX31172" fmla="*/ 472017 w 5158787"/>
              <a:gd name="connsiteY31172" fmla="*/ 1224419 h 4489084"/>
              <a:gd name="connsiteX31173" fmla="*/ 473261 w 5158787"/>
              <a:gd name="connsiteY31173" fmla="*/ 1223708 h 4489084"/>
              <a:gd name="connsiteX31174" fmla="*/ 2299111 w 5158787"/>
              <a:gd name="connsiteY31174" fmla="*/ 1223412 h 4489084"/>
              <a:gd name="connsiteX31175" fmla="*/ 2319544 w 5158787"/>
              <a:gd name="connsiteY31175" fmla="*/ 1223412 h 4489084"/>
              <a:gd name="connsiteX31176" fmla="*/ 2320788 w 5158787"/>
              <a:gd name="connsiteY31176" fmla="*/ 1224123 h 4489084"/>
              <a:gd name="connsiteX31177" fmla="*/ 2330974 w 5158787"/>
              <a:gd name="connsiteY31177" fmla="*/ 1241831 h 4489084"/>
              <a:gd name="connsiteX31178" fmla="*/ 2330974 w 5158787"/>
              <a:gd name="connsiteY31178" fmla="*/ 1243252 h 4489084"/>
              <a:gd name="connsiteX31179" fmla="*/ 2320729 w 5158787"/>
              <a:gd name="connsiteY31179" fmla="*/ 1260961 h 4489084"/>
              <a:gd name="connsiteX31180" fmla="*/ 2319485 w 5158787"/>
              <a:gd name="connsiteY31180" fmla="*/ 1261671 h 4489084"/>
              <a:gd name="connsiteX31181" fmla="*/ 2299052 w 5158787"/>
              <a:gd name="connsiteY31181" fmla="*/ 1261671 h 4489084"/>
              <a:gd name="connsiteX31182" fmla="*/ 2297808 w 5158787"/>
              <a:gd name="connsiteY31182" fmla="*/ 1260961 h 4489084"/>
              <a:gd name="connsiteX31183" fmla="*/ 2287622 w 5158787"/>
              <a:gd name="connsiteY31183" fmla="*/ 1243252 h 4489084"/>
              <a:gd name="connsiteX31184" fmla="*/ 2287622 w 5158787"/>
              <a:gd name="connsiteY31184" fmla="*/ 1241831 h 4489084"/>
              <a:gd name="connsiteX31185" fmla="*/ 2297868 w 5158787"/>
              <a:gd name="connsiteY31185" fmla="*/ 1224123 h 4489084"/>
              <a:gd name="connsiteX31186" fmla="*/ 2299111 w 5158787"/>
              <a:gd name="connsiteY31186" fmla="*/ 1223412 h 4489084"/>
              <a:gd name="connsiteX31187" fmla="*/ 337813 w 5158787"/>
              <a:gd name="connsiteY31187" fmla="*/ 1223412 h 4489084"/>
              <a:gd name="connsiteX31188" fmla="*/ 358246 w 5158787"/>
              <a:gd name="connsiteY31188" fmla="*/ 1223412 h 4489084"/>
              <a:gd name="connsiteX31189" fmla="*/ 359489 w 5158787"/>
              <a:gd name="connsiteY31189" fmla="*/ 1224123 h 4489084"/>
              <a:gd name="connsiteX31190" fmla="*/ 369676 w 5158787"/>
              <a:gd name="connsiteY31190" fmla="*/ 1241831 h 4489084"/>
              <a:gd name="connsiteX31191" fmla="*/ 369676 w 5158787"/>
              <a:gd name="connsiteY31191" fmla="*/ 1243252 h 4489084"/>
              <a:gd name="connsiteX31192" fmla="*/ 359430 w 5158787"/>
              <a:gd name="connsiteY31192" fmla="*/ 1260961 h 4489084"/>
              <a:gd name="connsiteX31193" fmla="*/ 358187 w 5158787"/>
              <a:gd name="connsiteY31193" fmla="*/ 1261671 h 4489084"/>
              <a:gd name="connsiteX31194" fmla="*/ 337754 w 5158787"/>
              <a:gd name="connsiteY31194" fmla="*/ 1261671 h 4489084"/>
              <a:gd name="connsiteX31195" fmla="*/ 336510 w 5158787"/>
              <a:gd name="connsiteY31195" fmla="*/ 1260961 h 4489084"/>
              <a:gd name="connsiteX31196" fmla="*/ 326324 w 5158787"/>
              <a:gd name="connsiteY31196" fmla="*/ 1243252 h 4489084"/>
              <a:gd name="connsiteX31197" fmla="*/ 326324 w 5158787"/>
              <a:gd name="connsiteY31197" fmla="*/ 1241831 h 4489084"/>
              <a:gd name="connsiteX31198" fmla="*/ 336569 w 5158787"/>
              <a:gd name="connsiteY31198" fmla="*/ 1224123 h 4489084"/>
              <a:gd name="connsiteX31199" fmla="*/ 337813 w 5158787"/>
              <a:gd name="connsiteY31199" fmla="*/ 1223412 h 4489084"/>
              <a:gd name="connsiteX31200" fmla="*/ 4463195 w 5158787"/>
              <a:gd name="connsiteY31200" fmla="*/ 1223235 h 4489084"/>
              <a:gd name="connsiteX31201" fmla="*/ 4483866 w 5158787"/>
              <a:gd name="connsiteY31201" fmla="*/ 1223235 h 4489084"/>
              <a:gd name="connsiteX31202" fmla="*/ 4485109 w 5158787"/>
              <a:gd name="connsiteY31202" fmla="*/ 1223946 h 4489084"/>
              <a:gd name="connsiteX31203" fmla="*/ 4495414 w 5158787"/>
              <a:gd name="connsiteY31203" fmla="*/ 1241832 h 4489084"/>
              <a:gd name="connsiteX31204" fmla="*/ 4495414 w 5158787"/>
              <a:gd name="connsiteY31204" fmla="*/ 1243312 h 4489084"/>
              <a:gd name="connsiteX31205" fmla="*/ 4485109 w 5158787"/>
              <a:gd name="connsiteY31205" fmla="*/ 1261198 h 4489084"/>
              <a:gd name="connsiteX31206" fmla="*/ 4483866 w 5158787"/>
              <a:gd name="connsiteY31206" fmla="*/ 1261909 h 4489084"/>
              <a:gd name="connsiteX31207" fmla="*/ 4463195 w 5158787"/>
              <a:gd name="connsiteY31207" fmla="*/ 1261909 h 4489084"/>
              <a:gd name="connsiteX31208" fmla="*/ 4461952 w 5158787"/>
              <a:gd name="connsiteY31208" fmla="*/ 1261198 h 4489084"/>
              <a:gd name="connsiteX31209" fmla="*/ 4451647 w 5158787"/>
              <a:gd name="connsiteY31209" fmla="*/ 1243312 h 4489084"/>
              <a:gd name="connsiteX31210" fmla="*/ 4451647 w 5158787"/>
              <a:gd name="connsiteY31210" fmla="*/ 1241832 h 4489084"/>
              <a:gd name="connsiteX31211" fmla="*/ 4461952 w 5158787"/>
              <a:gd name="connsiteY31211" fmla="*/ 1223946 h 4489084"/>
              <a:gd name="connsiteX31212" fmla="*/ 4463195 w 5158787"/>
              <a:gd name="connsiteY31212" fmla="*/ 1223235 h 4489084"/>
              <a:gd name="connsiteX31213" fmla="*/ 1352161 w 5158787"/>
              <a:gd name="connsiteY31213" fmla="*/ 1223235 h 4489084"/>
              <a:gd name="connsiteX31214" fmla="*/ 1372830 w 5158787"/>
              <a:gd name="connsiteY31214" fmla="*/ 1223235 h 4489084"/>
              <a:gd name="connsiteX31215" fmla="*/ 1374074 w 5158787"/>
              <a:gd name="connsiteY31215" fmla="*/ 1223946 h 4489084"/>
              <a:gd name="connsiteX31216" fmla="*/ 1384379 w 5158787"/>
              <a:gd name="connsiteY31216" fmla="*/ 1241832 h 4489084"/>
              <a:gd name="connsiteX31217" fmla="*/ 1384379 w 5158787"/>
              <a:gd name="connsiteY31217" fmla="*/ 1243312 h 4489084"/>
              <a:gd name="connsiteX31218" fmla="*/ 1374074 w 5158787"/>
              <a:gd name="connsiteY31218" fmla="*/ 1261198 h 4489084"/>
              <a:gd name="connsiteX31219" fmla="*/ 1372830 w 5158787"/>
              <a:gd name="connsiteY31219" fmla="*/ 1261909 h 4489084"/>
              <a:gd name="connsiteX31220" fmla="*/ 1352161 w 5158787"/>
              <a:gd name="connsiteY31220" fmla="*/ 1261909 h 4489084"/>
              <a:gd name="connsiteX31221" fmla="*/ 1350917 w 5158787"/>
              <a:gd name="connsiteY31221" fmla="*/ 1261198 h 4489084"/>
              <a:gd name="connsiteX31222" fmla="*/ 1340612 w 5158787"/>
              <a:gd name="connsiteY31222" fmla="*/ 1243312 h 4489084"/>
              <a:gd name="connsiteX31223" fmla="*/ 1340612 w 5158787"/>
              <a:gd name="connsiteY31223" fmla="*/ 1241832 h 4489084"/>
              <a:gd name="connsiteX31224" fmla="*/ 1350917 w 5158787"/>
              <a:gd name="connsiteY31224" fmla="*/ 1223946 h 4489084"/>
              <a:gd name="connsiteX31225" fmla="*/ 1352161 w 5158787"/>
              <a:gd name="connsiteY31225" fmla="*/ 1223235 h 4489084"/>
              <a:gd name="connsiteX31226" fmla="*/ 2704625 w 5158787"/>
              <a:gd name="connsiteY31226" fmla="*/ 1222879 h 4489084"/>
              <a:gd name="connsiteX31227" fmla="*/ 2725591 w 5158787"/>
              <a:gd name="connsiteY31227" fmla="*/ 1222879 h 4489084"/>
              <a:gd name="connsiteX31228" fmla="*/ 2726894 w 5158787"/>
              <a:gd name="connsiteY31228" fmla="*/ 1223649 h 4489084"/>
              <a:gd name="connsiteX31229" fmla="*/ 2737376 w 5158787"/>
              <a:gd name="connsiteY31229" fmla="*/ 1241831 h 4489084"/>
              <a:gd name="connsiteX31230" fmla="*/ 2737376 w 5158787"/>
              <a:gd name="connsiteY31230" fmla="*/ 1243312 h 4489084"/>
              <a:gd name="connsiteX31231" fmla="*/ 2726894 w 5158787"/>
              <a:gd name="connsiteY31231" fmla="*/ 1261494 h 4489084"/>
              <a:gd name="connsiteX31232" fmla="*/ 2725591 w 5158787"/>
              <a:gd name="connsiteY31232" fmla="*/ 1262264 h 4489084"/>
              <a:gd name="connsiteX31233" fmla="*/ 2704625 w 5158787"/>
              <a:gd name="connsiteY31233" fmla="*/ 1262264 h 4489084"/>
              <a:gd name="connsiteX31234" fmla="*/ 2703322 w 5158787"/>
              <a:gd name="connsiteY31234" fmla="*/ 1261494 h 4489084"/>
              <a:gd name="connsiteX31235" fmla="*/ 2692839 w 5158787"/>
              <a:gd name="connsiteY31235" fmla="*/ 1243312 h 4489084"/>
              <a:gd name="connsiteX31236" fmla="*/ 2692839 w 5158787"/>
              <a:gd name="connsiteY31236" fmla="*/ 1241831 h 4489084"/>
              <a:gd name="connsiteX31237" fmla="*/ 2703322 w 5158787"/>
              <a:gd name="connsiteY31237" fmla="*/ 1223649 h 4489084"/>
              <a:gd name="connsiteX31238" fmla="*/ 2704625 w 5158787"/>
              <a:gd name="connsiteY31238" fmla="*/ 1222879 h 4489084"/>
              <a:gd name="connsiteX31239" fmla="*/ 2569355 w 5158787"/>
              <a:gd name="connsiteY31239" fmla="*/ 1222820 h 4489084"/>
              <a:gd name="connsiteX31240" fmla="*/ 2590439 w 5158787"/>
              <a:gd name="connsiteY31240" fmla="*/ 1222820 h 4489084"/>
              <a:gd name="connsiteX31241" fmla="*/ 2591742 w 5158787"/>
              <a:gd name="connsiteY31241" fmla="*/ 1223590 h 4489084"/>
              <a:gd name="connsiteX31242" fmla="*/ 2602284 w 5158787"/>
              <a:gd name="connsiteY31242" fmla="*/ 1241831 h 4489084"/>
              <a:gd name="connsiteX31243" fmla="*/ 2602284 w 5158787"/>
              <a:gd name="connsiteY31243" fmla="*/ 1243312 h 4489084"/>
              <a:gd name="connsiteX31244" fmla="*/ 2591742 w 5158787"/>
              <a:gd name="connsiteY31244" fmla="*/ 1261553 h 4489084"/>
              <a:gd name="connsiteX31245" fmla="*/ 2590439 w 5158787"/>
              <a:gd name="connsiteY31245" fmla="*/ 1262323 h 4489084"/>
              <a:gd name="connsiteX31246" fmla="*/ 2569355 w 5158787"/>
              <a:gd name="connsiteY31246" fmla="*/ 1262323 h 4489084"/>
              <a:gd name="connsiteX31247" fmla="*/ 2568052 w 5158787"/>
              <a:gd name="connsiteY31247" fmla="*/ 1261553 h 4489084"/>
              <a:gd name="connsiteX31248" fmla="*/ 2557510 w 5158787"/>
              <a:gd name="connsiteY31248" fmla="*/ 1243312 h 4489084"/>
              <a:gd name="connsiteX31249" fmla="*/ 2557510 w 5158787"/>
              <a:gd name="connsiteY31249" fmla="*/ 1241831 h 4489084"/>
              <a:gd name="connsiteX31250" fmla="*/ 2568052 w 5158787"/>
              <a:gd name="connsiteY31250" fmla="*/ 1223590 h 4489084"/>
              <a:gd name="connsiteX31251" fmla="*/ 2569355 w 5158787"/>
              <a:gd name="connsiteY31251" fmla="*/ 1222820 h 4489084"/>
              <a:gd name="connsiteX31252" fmla="*/ 405092 w 5158787"/>
              <a:gd name="connsiteY31252" fmla="*/ 1222702 h 4489084"/>
              <a:gd name="connsiteX31253" fmla="*/ 426295 w 5158787"/>
              <a:gd name="connsiteY31253" fmla="*/ 1222702 h 4489084"/>
              <a:gd name="connsiteX31254" fmla="*/ 427598 w 5158787"/>
              <a:gd name="connsiteY31254" fmla="*/ 1223472 h 4489084"/>
              <a:gd name="connsiteX31255" fmla="*/ 438199 w 5158787"/>
              <a:gd name="connsiteY31255" fmla="*/ 1241832 h 4489084"/>
              <a:gd name="connsiteX31256" fmla="*/ 438199 w 5158787"/>
              <a:gd name="connsiteY31256" fmla="*/ 1243312 h 4489084"/>
              <a:gd name="connsiteX31257" fmla="*/ 427598 w 5158787"/>
              <a:gd name="connsiteY31257" fmla="*/ 1261672 h 4489084"/>
              <a:gd name="connsiteX31258" fmla="*/ 426295 w 5158787"/>
              <a:gd name="connsiteY31258" fmla="*/ 1262442 h 4489084"/>
              <a:gd name="connsiteX31259" fmla="*/ 405092 w 5158787"/>
              <a:gd name="connsiteY31259" fmla="*/ 1262442 h 4489084"/>
              <a:gd name="connsiteX31260" fmla="*/ 403790 w 5158787"/>
              <a:gd name="connsiteY31260" fmla="*/ 1261672 h 4489084"/>
              <a:gd name="connsiteX31261" fmla="*/ 393188 w 5158787"/>
              <a:gd name="connsiteY31261" fmla="*/ 1243312 h 4489084"/>
              <a:gd name="connsiteX31262" fmla="*/ 393188 w 5158787"/>
              <a:gd name="connsiteY31262" fmla="*/ 1241832 h 4489084"/>
              <a:gd name="connsiteX31263" fmla="*/ 403790 w 5158787"/>
              <a:gd name="connsiteY31263" fmla="*/ 1223472 h 4489084"/>
              <a:gd name="connsiteX31264" fmla="*/ 405092 w 5158787"/>
              <a:gd name="connsiteY31264" fmla="*/ 1222702 h 4489084"/>
              <a:gd name="connsiteX31265" fmla="*/ 3854184 w 5158787"/>
              <a:gd name="connsiteY31265" fmla="*/ 1222583 h 4489084"/>
              <a:gd name="connsiteX31266" fmla="*/ 3875505 w 5158787"/>
              <a:gd name="connsiteY31266" fmla="*/ 1222583 h 4489084"/>
              <a:gd name="connsiteX31267" fmla="*/ 3876809 w 5158787"/>
              <a:gd name="connsiteY31267" fmla="*/ 1223353 h 4489084"/>
              <a:gd name="connsiteX31268" fmla="*/ 3887469 w 5158787"/>
              <a:gd name="connsiteY31268" fmla="*/ 1241831 h 4489084"/>
              <a:gd name="connsiteX31269" fmla="*/ 3887469 w 5158787"/>
              <a:gd name="connsiteY31269" fmla="*/ 1243312 h 4489084"/>
              <a:gd name="connsiteX31270" fmla="*/ 3876809 w 5158787"/>
              <a:gd name="connsiteY31270" fmla="*/ 1261790 h 4489084"/>
              <a:gd name="connsiteX31271" fmla="*/ 3875505 w 5158787"/>
              <a:gd name="connsiteY31271" fmla="*/ 1262560 h 4489084"/>
              <a:gd name="connsiteX31272" fmla="*/ 3854184 w 5158787"/>
              <a:gd name="connsiteY31272" fmla="*/ 1262560 h 4489084"/>
              <a:gd name="connsiteX31273" fmla="*/ 3852882 w 5158787"/>
              <a:gd name="connsiteY31273" fmla="*/ 1261790 h 4489084"/>
              <a:gd name="connsiteX31274" fmla="*/ 3842221 w 5158787"/>
              <a:gd name="connsiteY31274" fmla="*/ 1243312 h 4489084"/>
              <a:gd name="connsiteX31275" fmla="*/ 3842221 w 5158787"/>
              <a:gd name="connsiteY31275" fmla="*/ 1241831 h 4489084"/>
              <a:gd name="connsiteX31276" fmla="*/ 3852882 w 5158787"/>
              <a:gd name="connsiteY31276" fmla="*/ 1223353 h 4489084"/>
              <a:gd name="connsiteX31277" fmla="*/ 3854184 w 5158787"/>
              <a:gd name="connsiteY31277" fmla="*/ 1222583 h 4489084"/>
              <a:gd name="connsiteX31278" fmla="*/ 1284171 w 5158787"/>
              <a:gd name="connsiteY31278" fmla="*/ 1222405 h 4489084"/>
              <a:gd name="connsiteX31279" fmla="*/ 1305670 w 5158787"/>
              <a:gd name="connsiteY31279" fmla="*/ 1222405 h 4489084"/>
              <a:gd name="connsiteX31280" fmla="*/ 1306973 w 5158787"/>
              <a:gd name="connsiteY31280" fmla="*/ 1223175 h 4489084"/>
              <a:gd name="connsiteX31281" fmla="*/ 1317751 w 5158787"/>
              <a:gd name="connsiteY31281" fmla="*/ 1241831 h 4489084"/>
              <a:gd name="connsiteX31282" fmla="*/ 1317751 w 5158787"/>
              <a:gd name="connsiteY31282" fmla="*/ 1243371 h 4489084"/>
              <a:gd name="connsiteX31283" fmla="*/ 1306973 w 5158787"/>
              <a:gd name="connsiteY31283" fmla="*/ 1262027 h 4489084"/>
              <a:gd name="connsiteX31284" fmla="*/ 1305670 w 5158787"/>
              <a:gd name="connsiteY31284" fmla="*/ 1262796 h 4489084"/>
              <a:gd name="connsiteX31285" fmla="*/ 1284171 w 5158787"/>
              <a:gd name="connsiteY31285" fmla="*/ 1262796 h 4489084"/>
              <a:gd name="connsiteX31286" fmla="*/ 1282868 w 5158787"/>
              <a:gd name="connsiteY31286" fmla="*/ 1262027 h 4489084"/>
              <a:gd name="connsiteX31287" fmla="*/ 1272089 w 5158787"/>
              <a:gd name="connsiteY31287" fmla="*/ 1243371 h 4489084"/>
              <a:gd name="connsiteX31288" fmla="*/ 1272089 w 5158787"/>
              <a:gd name="connsiteY31288" fmla="*/ 1241831 h 4489084"/>
              <a:gd name="connsiteX31289" fmla="*/ 1282868 w 5158787"/>
              <a:gd name="connsiteY31289" fmla="*/ 1223175 h 4489084"/>
              <a:gd name="connsiteX31290" fmla="*/ 1284171 w 5158787"/>
              <a:gd name="connsiteY31290" fmla="*/ 1222405 h 4489084"/>
              <a:gd name="connsiteX31291" fmla="*/ 1216536 w 5158787"/>
              <a:gd name="connsiteY31291" fmla="*/ 1222405 h 4489084"/>
              <a:gd name="connsiteX31292" fmla="*/ 1238035 w 5158787"/>
              <a:gd name="connsiteY31292" fmla="*/ 1222405 h 4489084"/>
              <a:gd name="connsiteX31293" fmla="*/ 1239338 w 5158787"/>
              <a:gd name="connsiteY31293" fmla="*/ 1223175 h 4489084"/>
              <a:gd name="connsiteX31294" fmla="*/ 1250117 w 5158787"/>
              <a:gd name="connsiteY31294" fmla="*/ 1241831 h 4489084"/>
              <a:gd name="connsiteX31295" fmla="*/ 1250117 w 5158787"/>
              <a:gd name="connsiteY31295" fmla="*/ 1243371 h 4489084"/>
              <a:gd name="connsiteX31296" fmla="*/ 1239338 w 5158787"/>
              <a:gd name="connsiteY31296" fmla="*/ 1262027 h 4489084"/>
              <a:gd name="connsiteX31297" fmla="*/ 1238035 w 5158787"/>
              <a:gd name="connsiteY31297" fmla="*/ 1262796 h 4489084"/>
              <a:gd name="connsiteX31298" fmla="*/ 1216536 w 5158787"/>
              <a:gd name="connsiteY31298" fmla="*/ 1262796 h 4489084"/>
              <a:gd name="connsiteX31299" fmla="*/ 1215233 w 5158787"/>
              <a:gd name="connsiteY31299" fmla="*/ 1262027 h 4489084"/>
              <a:gd name="connsiteX31300" fmla="*/ 1204454 w 5158787"/>
              <a:gd name="connsiteY31300" fmla="*/ 1243371 h 4489084"/>
              <a:gd name="connsiteX31301" fmla="*/ 1204454 w 5158787"/>
              <a:gd name="connsiteY31301" fmla="*/ 1241831 h 4489084"/>
              <a:gd name="connsiteX31302" fmla="*/ 1215233 w 5158787"/>
              <a:gd name="connsiteY31302" fmla="*/ 1223175 h 4489084"/>
              <a:gd name="connsiteX31303" fmla="*/ 1216536 w 5158787"/>
              <a:gd name="connsiteY31303" fmla="*/ 1222405 h 4489084"/>
              <a:gd name="connsiteX31304" fmla="*/ 4597578 w 5158787"/>
              <a:gd name="connsiteY31304" fmla="*/ 1221576 h 4489084"/>
              <a:gd name="connsiteX31305" fmla="*/ 4619965 w 5158787"/>
              <a:gd name="connsiteY31305" fmla="*/ 1221576 h 4489084"/>
              <a:gd name="connsiteX31306" fmla="*/ 4621327 w 5158787"/>
              <a:gd name="connsiteY31306" fmla="*/ 1222346 h 4489084"/>
              <a:gd name="connsiteX31307" fmla="*/ 4632521 w 5158787"/>
              <a:gd name="connsiteY31307" fmla="*/ 1241772 h 4489084"/>
              <a:gd name="connsiteX31308" fmla="*/ 4632521 w 5158787"/>
              <a:gd name="connsiteY31308" fmla="*/ 1243371 h 4489084"/>
              <a:gd name="connsiteX31309" fmla="*/ 4621327 w 5158787"/>
              <a:gd name="connsiteY31309" fmla="*/ 1262797 h 4489084"/>
              <a:gd name="connsiteX31310" fmla="*/ 4619965 w 5158787"/>
              <a:gd name="connsiteY31310" fmla="*/ 1263567 h 4489084"/>
              <a:gd name="connsiteX31311" fmla="*/ 4597578 w 5158787"/>
              <a:gd name="connsiteY31311" fmla="*/ 1263567 h 4489084"/>
              <a:gd name="connsiteX31312" fmla="*/ 4596216 w 5158787"/>
              <a:gd name="connsiteY31312" fmla="*/ 1262797 h 4489084"/>
              <a:gd name="connsiteX31313" fmla="*/ 4585022 w 5158787"/>
              <a:gd name="connsiteY31313" fmla="*/ 1243371 h 4489084"/>
              <a:gd name="connsiteX31314" fmla="*/ 4585022 w 5158787"/>
              <a:gd name="connsiteY31314" fmla="*/ 1241772 h 4489084"/>
              <a:gd name="connsiteX31315" fmla="*/ 4596216 w 5158787"/>
              <a:gd name="connsiteY31315" fmla="*/ 1222346 h 4489084"/>
              <a:gd name="connsiteX31316" fmla="*/ 4597578 w 5158787"/>
              <a:gd name="connsiteY31316" fmla="*/ 1221576 h 4489084"/>
              <a:gd name="connsiteX31317" fmla="*/ 2230232 w 5158787"/>
              <a:gd name="connsiteY31317" fmla="*/ 1221043 h 4489084"/>
              <a:gd name="connsiteX31318" fmla="*/ 2253211 w 5158787"/>
              <a:gd name="connsiteY31318" fmla="*/ 1221043 h 4489084"/>
              <a:gd name="connsiteX31319" fmla="*/ 2254633 w 5158787"/>
              <a:gd name="connsiteY31319" fmla="*/ 1221872 h 4489084"/>
              <a:gd name="connsiteX31320" fmla="*/ 2266122 w 5158787"/>
              <a:gd name="connsiteY31320" fmla="*/ 1241772 h 4489084"/>
              <a:gd name="connsiteX31321" fmla="*/ 2266122 w 5158787"/>
              <a:gd name="connsiteY31321" fmla="*/ 1243371 h 4489084"/>
              <a:gd name="connsiteX31322" fmla="*/ 2254633 w 5158787"/>
              <a:gd name="connsiteY31322" fmla="*/ 1263271 h 4489084"/>
              <a:gd name="connsiteX31323" fmla="*/ 2253211 w 5158787"/>
              <a:gd name="connsiteY31323" fmla="*/ 1264100 h 4489084"/>
              <a:gd name="connsiteX31324" fmla="*/ 2230232 w 5158787"/>
              <a:gd name="connsiteY31324" fmla="*/ 1264100 h 4489084"/>
              <a:gd name="connsiteX31325" fmla="*/ 2228811 w 5158787"/>
              <a:gd name="connsiteY31325" fmla="*/ 1263271 h 4489084"/>
              <a:gd name="connsiteX31326" fmla="*/ 2217321 w 5158787"/>
              <a:gd name="connsiteY31326" fmla="*/ 1243371 h 4489084"/>
              <a:gd name="connsiteX31327" fmla="*/ 2217321 w 5158787"/>
              <a:gd name="connsiteY31327" fmla="*/ 1241772 h 4489084"/>
              <a:gd name="connsiteX31328" fmla="*/ 2228811 w 5158787"/>
              <a:gd name="connsiteY31328" fmla="*/ 1221872 h 4489084"/>
              <a:gd name="connsiteX31329" fmla="*/ 2230232 w 5158787"/>
              <a:gd name="connsiteY31329" fmla="*/ 1221043 h 4489084"/>
              <a:gd name="connsiteX31330" fmla="*/ 4664502 w 5158787"/>
              <a:gd name="connsiteY31330" fmla="*/ 1220214 h 4489084"/>
              <a:gd name="connsiteX31331" fmla="*/ 4688369 w 5158787"/>
              <a:gd name="connsiteY31331" fmla="*/ 1220214 h 4489084"/>
              <a:gd name="connsiteX31332" fmla="*/ 4689850 w 5158787"/>
              <a:gd name="connsiteY31332" fmla="*/ 1221043 h 4489084"/>
              <a:gd name="connsiteX31333" fmla="*/ 4701754 w 5158787"/>
              <a:gd name="connsiteY31333" fmla="*/ 1241713 h 4489084"/>
              <a:gd name="connsiteX31334" fmla="*/ 4701754 w 5158787"/>
              <a:gd name="connsiteY31334" fmla="*/ 1243371 h 4489084"/>
              <a:gd name="connsiteX31335" fmla="*/ 4689850 w 5158787"/>
              <a:gd name="connsiteY31335" fmla="*/ 1264041 h 4489084"/>
              <a:gd name="connsiteX31336" fmla="*/ 4688369 w 5158787"/>
              <a:gd name="connsiteY31336" fmla="*/ 1264870 h 4489084"/>
              <a:gd name="connsiteX31337" fmla="*/ 4664502 w 5158787"/>
              <a:gd name="connsiteY31337" fmla="*/ 1264870 h 4489084"/>
              <a:gd name="connsiteX31338" fmla="*/ 4663022 w 5158787"/>
              <a:gd name="connsiteY31338" fmla="*/ 1264041 h 4489084"/>
              <a:gd name="connsiteX31339" fmla="*/ 4651117 w 5158787"/>
              <a:gd name="connsiteY31339" fmla="*/ 1243371 h 4489084"/>
              <a:gd name="connsiteX31340" fmla="*/ 4651117 w 5158787"/>
              <a:gd name="connsiteY31340" fmla="*/ 1241713 h 4489084"/>
              <a:gd name="connsiteX31341" fmla="*/ 4663022 w 5158787"/>
              <a:gd name="connsiteY31341" fmla="*/ 1221043 h 4489084"/>
              <a:gd name="connsiteX31342" fmla="*/ 4664502 w 5158787"/>
              <a:gd name="connsiteY31342" fmla="*/ 1220214 h 4489084"/>
              <a:gd name="connsiteX31343" fmla="*/ 4528758 w 5158787"/>
              <a:gd name="connsiteY31343" fmla="*/ 1219267 h 4489084"/>
              <a:gd name="connsiteX31344" fmla="*/ 4553573 w 5158787"/>
              <a:gd name="connsiteY31344" fmla="*/ 1219267 h 4489084"/>
              <a:gd name="connsiteX31345" fmla="*/ 4555113 w 5158787"/>
              <a:gd name="connsiteY31345" fmla="*/ 1220155 h 4489084"/>
              <a:gd name="connsiteX31346" fmla="*/ 4567550 w 5158787"/>
              <a:gd name="connsiteY31346" fmla="*/ 1241654 h 4489084"/>
              <a:gd name="connsiteX31347" fmla="*/ 4567550 w 5158787"/>
              <a:gd name="connsiteY31347" fmla="*/ 1243431 h 4489084"/>
              <a:gd name="connsiteX31348" fmla="*/ 4555113 w 5158787"/>
              <a:gd name="connsiteY31348" fmla="*/ 1264929 h 4489084"/>
              <a:gd name="connsiteX31349" fmla="*/ 4553573 w 5158787"/>
              <a:gd name="connsiteY31349" fmla="*/ 1265818 h 4489084"/>
              <a:gd name="connsiteX31350" fmla="*/ 4528758 w 5158787"/>
              <a:gd name="connsiteY31350" fmla="*/ 1265818 h 4489084"/>
              <a:gd name="connsiteX31351" fmla="*/ 4527218 w 5158787"/>
              <a:gd name="connsiteY31351" fmla="*/ 1264929 h 4489084"/>
              <a:gd name="connsiteX31352" fmla="*/ 4514781 w 5158787"/>
              <a:gd name="connsiteY31352" fmla="*/ 1243431 h 4489084"/>
              <a:gd name="connsiteX31353" fmla="*/ 4514781 w 5158787"/>
              <a:gd name="connsiteY31353" fmla="*/ 1241654 h 4489084"/>
              <a:gd name="connsiteX31354" fmla="*/ 4527218 w 5158787"/>
              <a:gd name="connsiteY31354" fmla="*/ 1220155 h 4489084"/>
              <a:gd name="connsiteX31355" fmla="*/ 4528758 w 5158787"/>
              <a:gd name="connsiteY31355" fmla="*/ 1219267 h 4489084"/>
              <a:gd name="connsiteX31356" fmla="*/ 4799180 w 5158787"/>
              <a:gd name="connsiteY31356" fmla="*/ 1219089 h 4489084"/>
              <a:gd name="connsiteX31357" fmla="*/ 4824232 w 5158787"/>
              <a:gd name="connsiteY31357" fmla="*/ 1219089 h 4489084"/>
              <a:gd name="connsiteX31358" fmla="*/ 4825772 w 5158787"/>
              <a:gd name="connsiteY31358" fmla="*/ 1219977 h 4489084"/>
              <a:gd name="connsiteX31359" fmla="*/ 4838268 w 5158787"/>
              <a:gd name="connsiteY31359" fmla="*/ 1241713 h 4489084"/>
              <a:gd name="connsiteX31360" fmla="*/ 4838268 w 5158787"/>
              <a:gd name="connsiteY31360" fmla="*/ 1243490 h 4489084"/>
              <a:gd name="connsiteX31361" fmla="*/ 4825713 w 5158787"/>
              <a:gd name="connsiteY31361" fmla="*/ 1265225 h 4489084"/>
              <a:gd name="connsiteX31362" fmla="*/ 4824173 w 5158787"/>
              <a:gd name="connsiteY31362" fmla="*/ 1266114 h 4489084"/>
              <a:gd name="connsiteX31363" fmla="*/ 4799121 w 5158787"/>
              <a:gd name="connsiteY31363" fmla="*/ 1266114 h 4489084"/>
              <a:gd name="connsiteX31364" fmla="*/ 4797581 w 5158787"/>
              <a:gd name="connsiteY31364" fmla="*/ 1265225 h 4489084"/>
              <a:gd name="connsiteX31365" fmla="*/ 4785084 w 5158787"/>
              <a:gd name="connsiteY31365" fmla="*/ 1243490 h 4489084"/>
              <a:gd name="connsiteX31366" fmla="*/ 4785084 w 5158787"/>
              <a:gd name="connsiteY31366" fmla="*/ 1241713 h 4489084"/>
              <a:gd name="connsiteX31367" fmla="*/ 4797640 w 5158787"/>
              <a:gd name="connsiteY31367" fmla="*/ 1219977 h 4489084"/>
              <a:gd name="connsiteX31368" fmla="*/ 4799180 w 5158787"/>
              <a:gd name="connsiteY31368" fmla="*/ 1219089 h 4489084"/>
              <a:gd name="connsiteX31369" fmla="*/ 4731248 w 5158787"/>
              <a:gd name="connsiteY31369" fmla="*/ 1218674 h 4489084"/>
              <a:gd name="connsiteX31370" fmla="*/ 4756775 w 5158787"/>
              <a:gd name="connsiteY31370" fmla="*/ 1218674 h 4489084"/>
              <a:gd name="connsiteX31371" fmla="*/ 4758315 w 5158787"/>
              <a:gd name="connsiteY31371" fmla="*/ 1219562 h 4489084"/>
              <a:gd name="connsiteX31372" fmla="*/ 4771048 w 5158787"/>
              <a:gd name="connsiteY31372" fmla="*/ 1241653 h 4489084"/>
              <a:gd name="connsiteX31373" fmla="*/ 4771048 w 5158787"/>
              <a:gd name="connsiteY31373" fmla="*/ 1243430 h 4489084"/>
              <a:gd name="connsiteX31374" fmla="*/ 4758315 w 5158787"/>
              <a:gd name="connsiteY31374" fmla="*/ 1265521 h 4489084"/>
              <a:gd name="connsiteX31375" fmla="*/ 4756775 w 5158787"/>
              <a:gd name="connsiteY31375" fmla="*/ 1266409 h 4489084"/>
              <a:gd name="connsiteX31376" fmla="*/ 4731248 w 5158787"/>
              <a:gd name="connsiteY31376" fmla="*/ 1266409 h 4489084"/>
              <a:gd name="connsiteX31377" fmla="*/ 4729709 w 5158787"/>
              <a:gd name="connsiteY31377" fmla="*/ 1265521 h 4489084"/>
              <a:gd name="connsiteX31378" fmla="*/ 4716976 w 5158787"/>
              <a:gd name="connsiteY31378" fmla="*/ 1243430 h 4489084"/>
              <a:gd name="connsiteX31379" fmla="*/ 4716976 w 5158787"/>
              <a:gd name="connsiteY31379" fmla="*/ 1241653 h 4489084"/>
              <a:gd name="connsiteX31380" fmla="*/ 4729709 w 5158787"/>
              <a:gd name="connsiteY31380" fmla="*/ 1219562 h 4489084"/>
              <a:gd name="connsiteX31381" fmla="*/ 4731248 w 5158787"/>
              <a:gd name="connsiteY31381" fmla="*/ 1218674 h 4489084"/>
              <a:gd name="connsiteX31382" fmla="*/ 2634443 w 5158787"/>
              <a:gd name="connsiteY31382" fmla="*/ 1218141 h 4489084"/>
              <a:gd name="connsiteX31383" fmla="*/ 2660502 w 5158787"/>
              <a:gd name="connsiteY31383" fmla="*/ 1218141 h 4489084"/>
              <a:gd name="connsiteX31384" fmla="*/ 2662101 w 5158787"/>
              <a:gd name="connsiteY31384" fmla="*/ 1219089 h 4489084"/>
              <a:gd name="connsiteX31385" fmla="*/ 2675131 w 5158787"/>
              <a:gd name="connsiteY31385" fmla="*/ 1241653 h 4489084"/>
              <a:gd name="connsiteX31386" fmla="*/ 2675131 w 5158787"/>
              <a:gd name="connsiteY31386" fmla="*/ 1243489 h 4489084"/>
              <a:gd name="connsiteX31387" fmla="*/ 2662101 w 5158787"/>
              <a:gd name="connsiteY31387" fmla="*/ 1266054 h 4489084"/>
              <a:gd name="connsiteX31388" fmla="*/ 2660502 w 5158787"/>
              <a:gd name="connsiteY31388" fmla="*/ 1267002 h 4489084"/>
              <a:gd name="connsiteX31389" fmla="*/ 2634443 w 5158787"/>
              <a:gd name="connsiteY31389" fmla="*/ 1267002 h 4489084"/>
              <a:gd name="connsiteX31390" fmla="*/ 2632844 w 5158787"/>
              <a:gd name="connsiteY31390" fmla="*/ 1266054 h 4489084"/>
              <a:gd name="connsiteX31391" fmla="*/ 2619815 w 5158787"/>
              <a:gd name="connsiteY31391" fmla="*/ 1243489 h 4489084"/>
              <a:gd name="connsiteX31392" fmla="*/ 2619815 w 5158787"/>
              <a:gd name="connsiteY31392" fmla="*/ 1241653 h 4489084"/>
              <a:gd name="connsiteX31393" fmla="*/ 2632844 w 5158787"/>
              <a:gd name="connsiteY31393" fmla="*/ 1219089 h 4489084"/>
              <a:gd name="connsiteX31394" fmla="*/ 2634443 w 5158787"/>
              <a:gd name="connsiteY31394" fmla="*/ 1218141 h 4489084"/>
              <a:gd name="connsiteX31395" fmla="*/ 4865690 w 5158787"/>
              <a:gd name="connsiteY31395" fmla="*/ 1217016 h 4489084"/>
              <a:gd name="connsiteX31396" fmla="*/ 4892933 w 5158787"/>
              <a:gd name="connsiteY31396" fmla="*/ 1217016 h 4489084"/>
              <a:gd name="connsiteX31397" fmla="*/ 4894592 w 5158787"/>
              <a:gd name="connsiteY31397" fmla="*/ 1217964 h 4489084"/>
              <a:gd name="connsiteX31398" fmla="*/ 4908213 w 5158787"/>
              <a:gd name="connsiteY31398" fmla="*/ 1241594 h 4489084"/>
              <a:gd name="connsiteX31399" fmla="*/ 4908213 w 5158787"/>
              <a:gd name="connsiteY31399" fmla="*/ 1243549 h 4489084"/>
              <a:gd name="connsiteX31400" fmla="*/ 4894592 w 5158787"/>
              <a:gd name="connsiteY31400" fmla="*/ 1267180 h 4489084"/>
              <a:gd name="connsiteX31401" fmla="*/ 4892933 w 5158787"/>
              <a:gd name="connsiteY31401" fmla="*/ 1268127 h 4489084"/>
              <a:gd name="connsiteX31402" fmla="*/ 4865690 w 5158787"/>
              <a:gd name="connsiteY31402" fmla="*/ 1268127 h 4489084"/>
              <a:gd name="connsiteX31403" fmla="*/ 4864031 w 5158787"/>
              <a:gd name="connsiteY31403" fmla="*/ 1267180 h 4489084"/>
              <a:gd name="connsiteX31404" fmla="*/ 4850409 w 5158787"/>
              <a:gd name="connsiteY31404" fmla="*/ 1243549 h 4489084"/>
              <a:gd name="connsiteX31405" fmla="*/ 4850409 w 5158787"/>
              <a:gd name="connsiteY31405" fmla="*/ 1241594 h 4489084"/>
              <a:gd name="connsiteX31406" fmla="*/ 4864031 w 5158787"/>
              <a:gd name="connsiteY31406" fmla="*/ 1217964 h 4489084"/>
              <a:gd name="connsiteX31407" fmla="*/ 4865690 w 5158787"/>
              <a:gd name="connsiteY31407" fmla="*/ 1217016 h 4489084"/>
              <a:gd name="connsiteX31408" fmla="*/ 1495130 w 5158787"/>
              <a:gd name="connsiteY31408" fmla="*/ 1179053 h 4489084"/>
              <a:gd name="connsiteX31409" fmla="*/ 1500342 w 5158787"/>
              <a:gd name="connsiteY31409" fmla="*/ 1179053 h 4489084"/>
              <a:gd name="connsiteX31410" fmla="*/ 1500638 w 5158787"/>
              <a:gd name="connsiteY31410" fmla="*/ 1179231 h 4489084"/>
              <a:gd name="connsiteX31411" fmla="*/ 1503244 w 5158787"/>
              <a:gd name="connsiteY31411" fmla="*/ 1183732 h 4489084"/>
              <a:gd name="connsiteX31412" fmla="*/ 1503244 w 5158787"/>
              <a:gd name="connsiteY31412" fmla="*/ 1184087 h 4489084"/>
              <a:gd name="connsiteX31413" fmla="*/ 1500638 w 5158787"/>
              <a:gd name="connsiteY31413" fmla="*/ 1188588 h 4489084"/>
              <a:gd name="connsiteX31414" fmla="*/ 1500342 w 5158787"/>
              <a:gd name="connsiteY31414" fmla="*/ 1188766 h 4489084"/>
              <a:gd name="connsiteX31415" fmla="*/ 1495130 w 5158787"/>
              <a:gd name="connsiteY31415" fmla="*/ 1188766 h 4489084"/>
              <a:gd name="connsiteX31416" fmla="*/ 1494834 w 5158787"/>
              <a:gd name="connsiteY31416" fmla="*/ 1188588 h 4489084"/>
              <a:gd name="connsiteX31417" fmla="*/ 1492228 w 5158787"/>
              <a:gd name="connsiteY31417" fmla="*/ 1184087 h 4489084"/>
              <a:gd name="connsiteX31418" fmla="*/ 1492228 w 5158787"/>
              <a:gd name="connsiteY31418" fmla="*/ 1183732 h 4489084"/>
              <a:gd name="connsiteX31419" fmla="*/ 1494834 w 5158787"/>
              <a:gd name="connsiteY31419" fmla="*/ 1179231 h 4489084"/>
              <a:gd name="connsiteX31420" fmla="*/ 1495130 w 5158787"/>
              <a:gd name="connsiteY31420" fmla="*/ 1179053 h 4489084"/>
              <a:gd name="connsiteX31421" fmla="*/ 4265502 w 5158787"/>
              <a:gd name="connsiteY31421" fmla="*/ 1174315 h 4489084"/>
              <a:gd name="connsiteX31422" fmla="*/ 4275748 w 5158787"/>
              <a:gd name="connsiteY31422" fmla="*/ 1174315 h 4489084"/>
              <a:gd name="connsiteX31423" fmla="*/ 4276400 w 5158787"/>
              <a:gd name="connsiteY31423" fmla="*/ 1174671 h 4489084"/>
              <a:gd name="connsiteX31424" fmla="*/ 4281552 w 5158787"/>
              <a:gd name="connsiteY31424" fmla="*/ 1183554 h 4489084"/>
              <a:gd name="connsiteX31425" fmla="*/ 4281552 w 5158787"/>
              <a:gd name="connsiteY31425" fmla="*/ 1184265 h 4489084"/>
              <a:gd name="connsiteX31426" fmla="*/ 4276400 w 5158787"/>
              <a:gd name="connsiteY31426" fmla="*/ 1193149 h 4489084"/>
              <a:gd name="connsiteX31427" fmla="*/ 4275748 w 5158787"/>
              <a:gd name="connsiteY31427" fmla="*/ 1193504 h 4489084"/>
              <a:gd name="connsiteX31428" fmla="*/ 4265502 w 5158787"/>
              <a:gd name="connsiteY31428" fmla="*/ 1193504 h 4489084"/>
              <a:gd name="connsiteX31429" fmla="*/ 4264850 w 5158787"/>
              <a:gd name="connsiteY31429" fmla="*/ 1193149 h 4489084"/>
              <a:gd name="connsiteX31430" fmla="*/ 4259698 w 5158787"/>
              <a:gd name="connsiteY31430" fmla="*/ 1184265 h 4489084"/>
              <a:gd name="connsiteX31431" fmla="*/ 4259698 w 5158787"/>
              <a:gd name="connsiteY31431" fmla="*/ 1183554 h 4489084"/>
              <a:gd name="connsiteX31432" fmla="*/ 4264850 w 5158787"/>
              <a:gd name="connsiteY31432" fmla="*/ 1174671 h 4489084"/>
              <a:gd name="connsiteX31433" fmla="*/ 4265502 w 5158787"/>
              <a:gd name="connsiteY31433" fmla="*/ 1174315 h 4489084"/>
              <a:gd name="connsiteX31434" fmla="*/ 3723652 w 5158787"/>
              <a:gd name="connsiteY31434" fmla="*/ 1172775 h 4489084"/>
              <a:gd name="connsiteX31435" fmla="*/ 3735556 w 5158787"/>
              <a:gd name="connsiteY31435" fmla="*/ 1172775 h 4489084"/>
              <a:gd name="connsiteX31436" fmla="*/ 3736267 w 5158787"/>
              <a:gd name="connsiteY31436" fmla="*/ 1173190 h 4489084"/>
              <a:gd name="connsiteX31437" fmla="*/ 3742249 w 5158787"/>
              <a:gd name="connsiteY31437" fmla="*/ 1183495 h 4489084"/>
              <a:gd name="connsiteX31438" fmla="*/ 3742249 w 5158787"/>
              <a:gd name="connsiteY31438" fmla="*/ 1184324 h 4489084"/>
              <a:gd name="connsiteX31439" fmla="*/ 3736267 w 5158787"/>
              <a:gd name="connsiteY31439" fmla="*/ 1194629 h 4489084"/>
              <a:gd name="connsiteX31440" fmla="*/ 3735556 w 5158787"/>
              <a:gd name="connsiteY31440" fmla="*/ 1195044 h 4489084"/>
              <a:gd name="connsiteX31441" fmla="*/ 3723652 w 5158787"/>
              <a:gd name="connsiteY31441" fmla="*/ 1195044 h 4489084"/>
              <a:gd name="connsiteX31442" fmla="*/ 3722942 w 5158787"/>
              <a:gd name="connsiteY31442" fmla="*/ 1194629 h 4489084"/>
              <a:gd name="connsiteX31443" fmla="*/ 3716960 w 5158787"/>
              <a:gd name="connsiteY31443" fmla="*/ 1184324 h 4489084"/>
              <a:gd name="connsiteX31444" fmla="*/ 3716960 w 5158787"/>
              <a:gd name="connsiteY31444" fmla="*/ 1183495 h 4489084"/>
              <a:gd name="connsiteX31445" fmla="*/ 3722942 w 5158787"/>
              <a:gd name="connsiteY31445" fmla="*/ 1173190 h 4489084"/>
              <a:gd name="connsiteX31446" fmla="*/ 3723652 w 5158787"/>
              <a:gd name="connsiteY31446" fmla="*/ 1172775 h 4489084"/>
              <a:gd name="connsiteX31447" fmla="*/ 4331893 w 5158787"/>
              <a:gd name="connsiteY31447" fmla="*/ 1171946 h 4489084"/>
              <a:gd name="connsiteX31448" fmla="*/ 4344686 w 5158787"/>
              <a:gd name="connsiteY31448" fmla="*/ 1171946 h 4489084"/>
              <a:gd name="connsiteX31449" fmla="*/ 4345456 w 5158787"/>
              <a:gd name="connsiteY31449" fmla="*/ 1172420 h 4489084"/>
              <a:gd name="connsiteX31450" fmla="*/ 4351852 w 5158787"/>
              <a:gd name="connsiteY31450" fmla="*/ 1183495 h 4489084"/>
              <a:gd name="connsiteX31451" fmla="*/ 4351852 w 5158787"/>
              <a:gd name="connsiteY31451" fmla="*/ 1184383 h 4489084"/>
              <a:gd name="connsiteX31452" fmla="*/ 4345456 w 5158787"/>
              <a:gd name="connsiteY31452" fmla="*/ 1195458 h 4489084"/>
              <a:gd name="connsiteX31453" fmla="*/ 4344686 w 5158787"/>
              <a:gd name="connsiteY31453" fmla="*/ 1195932 h 4489084"/>
              <a:gd name="connsiteX31454" fmla="*/ 4331893 w 5158787"/>
              <a:gd name="connsiteY31454" fmla="*/ 1195932 h 4489084"/>
              <a:gd name="connsiteX31455" fmla="*/ 4331123 w 5158787"/>
              <a:gd name="connsiteY31455" fmla="*/ 1195458 h 4489084"/>
              <a:gd name="connsiteX31456" fmla="*/ 4324727 w 5158787"/>
              <a:gd name="connsiteY31456" fmla="*/ 1184383 h 4489084"/>
              <a:gd name="connsiteX31457" fmla="*/ 4324727 w 5158787"/>
              <a:gd name="connsiteY31457" fmla="*/ 1183495 h 4489084"/>
              <a:gd name="connsiteX31458" fmla="*/ 4331123 w 5158787"/>
              <a:gd name="connsiteY31458" fmla="*/ 1172420 h 4489084"/>
              <a:gd name="connsiteX31459" fmla="*/ 4331893 w 5158787"/>
              <a:gd name="connsiteY31459" fmla="*/ 1171946 h 4489084"/>
              <a:gd name="connsiteX31460" fmla="*/ 4196446 w 5158787"/>
              <a:gd name="connsiteY31460" fmla="*/ 1171650 h 4489084"/>
              <a:gd name="connsiteX31461" fmla="*/ 4209594 w 5158787"/>
              <a:gd name="connsiteY31461" fmla="*/ 1171650 h 4489084"/>
              <a:gd name="connsiteX31462" fmla="*/ 4210423 w 5158787"/>
              <a:gd name="connsiteY31462" fmla="*/ 1172124 h 4489084"/>
              <a:gd name="connsiteX31463" fmla="*/ 4216997 w 5158787"/>
              <a:gd name="connsiteY31463" fmla="*/ 1183495 h 4489084"/>
              <a:gd name="connsiteX31464" fmla="*/ 4216997 w 5158787"/>
              <a:gd name="connsiteY31464" fmla="*/ 1184443 h 4489084"/>
              <a:gd name="connsiteX31465" fmla="*/ 4210423 w 5158787"/>
              <a:gd name="connsiteY31465" fmla="*/ 1195814 h 4489084"/>
              <a:gd name="connsiteX31466" fmla="*/ 4209594 w 5158787"/>
              <a:gd name="connsiteY31466" fmla="*/ 1196288 h 4489084"/>
              <a:gd name="connsiteX31467" fmla="*/ 4196446 w 5158787"/>
              <a:gd name="connsiteY31467" fmla="*/ 1196288 h 4489084"/>
              <a:gd name="connsiteX31468" fmla="*/ 4195617 w 5158787"/>
              <a:gd name="connsiteY31468" fmla="*/ 1195814 h 4489084"/>
              <a:gd name="connsiteX31469" fmla="*/ 4189043 w 5158787"/>
              <a:gd name="connsiteY31469" fmla="*/ 1184443 h 4489084"/>
              <a:gd name="connsiteX31470" fmla="*/ 4189043 w 5158787"/>
              <a:gd name="connsiteY31470" fmla="*/ 1183495 h 4489084"/>
              <a:gd name="connsiteX31471" fmla="*/ 4195617 w 5158787"/>
              <a:gd name="connsiteY31471" fmla="*/ 1172124 h 4489084"/>
              <a:gd name="connsiteX31472" fmla="*/ 4196446 w 5158787"/>
              <a:gd name="connsiteY31472" fmla="*/ 1171650 h 4489084"/>
              <a:gd name="connsiteX31473" fmla="*/ 3655128 w 5158787"/>
              <a:gd name="connsiteY31473" fmla="*/ 1171117 h 4489084"/>
              <a:gd name="connsiteX31474" fmla="*/ 3668809 w 5158787"/>
              <a:gd name="connsiteY31474" fmla="*/ 1171117 h 4489084"/>
              <a:gd name="connsiteX31475" fmla="*/ 3669638 w 5158787"/>
              <a:gd name="connsiteY31475" fmla="*/ 1171591 h 4489084"/>
              <a:gd name="connsiteX31476" fmla="*/ 3676449 w 5158787"/>
              <a:gd name="connsiteY31476" fmla="*/ 1183436 h 4489084"/>
              <a:gd name="connsiteX31477" fmla="*/ 3676449 w 5158787"/>
              <a:gd name="connsiteY31477" fmla="*/ 1184383 h 4489084"/>
              <a:gd name="connsiteX31478" fmla="*/ 3669579 w 5158787"/>
              <a:gd name="connsiteY31478" fmla="*/ 1196228 h 4489084"/>
              <a:gd name="connsiteX31479" fmla="*/ 3668750 w 5158787"/>
              <a:gd name="connsiteY31479" fmla="*/ 1196702 h 4489084"/>
              <a:gd name="connsiteX31480" fmla="*/ 3655069 w 5158787"/>
              <a:gd name="connsiteY31480" fmla="*/ 1196702 h 4489084"/>
              <a:gd name="connsiteX31481" fmla="*/ 3654240 w 5158787"/>
              <a:gd name="connsiteY31481" fmla="*/ 1196228 h 4489084"/>
              <a:gd name="connsiteX31482" fmla="*/ 3647429 w 5158787"/>
              <a:gd name="connsiteY31482" fmla="*/ 1184383 h 4489084"/>
              <a:gd name="connsiteX31483" fmla="*/ 3647429 w 5158787"/>
              <a:gd name="connsiteY31483" fmla="*/ 1183436 h 4489084"/>
              <a:gd name="connsiteX31484" fmla="*/ 3654299 w 5158787"/>
              <a:gd name="connsiteY31484" fmla="*/ 1171591 h 4489084"/>
              <a:gd name="connsiteX31485" fmla="*/ 3655128 w 5158787"/>
              <a:gd name="connsiteY31485" fmla="*/ 1171117 h 4489084"/>
              <a:gd name="connsiteX31486" fmla="*/ 3586842 w 5158787"/>
              <a:gd name="connsiteY31486" fmla="*/ 1169991 h 4489084"/>
              <a:gd name="connsiteX31487" fmla="*/ 3601767 w 5158787"/>
              <a:gd name="connsiteY31487" fmla="*/ 1169991 h 4489084"/>
              <a:gd name="connsiteX31488" fmla="*/ 3602655 w 5158787"/>
              <a:gd name="connsiteY31488" fmla="*/ 1170524 h 4489084"/>
              <a:gd name="connsiteX31489" fmla="*/ 3610118 w 5158787"/>
              <a:gd name="connsiteY31489" fmla="*/ 1183435 h 4489084"/>
              <a:gd name="connsiteX31490" fmla="*/ 3610118 w 5158787"/>
              <a:gd name="connsiteY31490" fmla="*/ 1184501 h 4489084"/>
              <a:gd name="connsiteX31491" fmla="*/ 3602655 w 5158787"/>
              <a:gd name="connsiteY31491" fmla="*/ 1197412 h 4489084"/>
              <a:gd name="connsiteX31492" fmla="*/ 3601767 w 5158787"/>
              <a:gd name="connsiteY31492" fmla="*/ 1197945 h 4489084"/>
              <a:gd name="connsiteX31493" fmla="*/ 3586842 w 5158787"/>
              <a:gd name="connsiteY31493" fmla="*/ 1197945 h 4489084"/>
              <a:gd name="connsiteX31494" fmla="*/ 3585953 w 5158787"/>
              <a:gd name="connsiteY31494" fmla="*/ 1197412 h 4489084"/>
              <a:gd name="connsiteX31495" fmla="*/ 3578491 w 5158787"/>
              <a:gd name="connsiteY31495" fmla="*/ 1184501 h 4489084"/>
              <a:gd name="connsiteX31496" fmla="*/ 3578491 w 5158787"/>
              <a:gd name="connsiteY31496" fmla="*/ 1183435 h 4489084"/>
              <a:gd name="connsiteX31497" fmla="*/ 3585953 w 5158787"/>
              <a:gd name="connsiteY31497" fmla="*/ 1170524 h 4489084"/>
              <a:gd name="connsiteX31498" fmla="*/ 3586842 w 5158787"/>
              <a:gd name="connsiteY31498" fmla="*/ 1169991 h 4489084"/>
              <a:gd name="connsiteX31499" fmla="*/ 3789510 w 5158787"/>
              <a:gd name="connsiteY31499" fmla="*/ 1169458 h 4489084"/>
              <a:gd name="connsiteX31500" fmla="*/ 3804969 w 5158787"/>
              <a:gd name="connsiteY31500" fmla="*/ 1169458 h 4489084"/>
              <a:gd name="connsiteX31501" fmla="*/ 3805916 w 5158787"/>
              <a:gd name="connsiteY31501" fmla="*/ 1169991 h 4489084"/>
              <a:gd name="connsiteX31502" fmla="*/ 3813615 w 5158787"/>
              <a:gd name="connsiteY31502" fmla="*/ 1183376 h 4489084"/>
              <a:gd name="connsiteX31503" fmla="*/ 3813615 w 5158787"/>
              <a:gd name="connsiteY31503" fmla="*/ 1184442 h 4489084"/>
              <a:gd name="connsiteX31504" fmla="*/ 3805856 w 5158787"/>
              <a:gd name="connsiteY31504" fmla="*/ 1197827 h 4489084"/>
              <a:gd name="connsiteX31505" fmla="*/ 3804909 w 5158787"/>
              <a:gd name="connsiteY31505" fmla="*/ 1198360 h 4489084"/>
              <a:gd name="connsiteX31506" fmla="*/ 3789452 w 5158787"/>
              <a:gd name="connsiteY31506" fmla="*/ 1198360 h 4489084"/>
              <a:gd name="connsiteX31507" fmla="*/ 3788504 w 5158787"/>
              <a:gd name="connsiteY31507" fmla="*/ 1197827 h 4489084"/>
              <a:gd name="connsiteX31508" fmla="*/ 3780804 w 5158787"/>
              <a:gd name="connsiteY31508" fmla="*/ 1184442 h 4489084"/>
              <a:gd name="connsiteX31509" fmla="*/ 3780804 w 5158787"/>
              <a:gd name="connsiteY31509" fmla="*/ 1183376 h 4489084"/>
              <a:gd name="connsiteX31510" fmla="*/ 3788563 w 5158787"/>
              <a:gd name="connsiteY31510" fmla="*/ 1169991 h 4489084"/>
              <a:gd name="connsiteX31511" fmla="*/ 3789510 w 5158787"/>
              <a:gd name="connsiteY31511" fmla="*/ 1169458 h 4489084"/>
              <a:gd name="connsiteX31512" fmla="*/ 610248 w 5158787"/>
              <a:gd name="connsiteY31512" fmla="*/ 1168451 h 4489084"/>
              <a:gd name="connsiteX31513" fmla="*/ 626831 w 5158787"/>
              <a:gd name="connsiteY31513" fmla="*/ 1168451 h 4489084"/>
              <a:gd name="connsiteX31514" fmla="*/ 627838 w 5158787"/>
              <a:gd name="connsiteY31514" fmla="*/ 1169043 h 4489084"/>
              <a:gd name="connsiteX31515" fmla="*/ 636129 w 5158787"/>
              <a:gd name="connsiteY31515" fmla="*/ 1183376 h 4489084"/>
              <a:gd name="connsiteX31516" fmla="*/ 636129 w 5158787"/>
              <a:gd name="connsiteY31516" fmla="*/ 1184560 h 4489084"/>
              <a:gd name="connsiteX31517" fmla="*/ 627838 w 5158787"/>
              <a:gd name="connsiteY31517" fmla="*/ 1198893 h 4489084"/>
              <a:gd name="connsiteX31518" fmla="*/ 626831 w 5158787"/>
              <a:gd name="connsiteY31518" fmla="*/ 1199485 h 4489084"/>
              <a:gd name="connsiteX31519" fmla="*/ 610248 w 5158787"/>
              <a:gd name="connsiteY31519" fmla="*/ 1199485 h 4489084"/>
              <a:gd name="connsiteX31520" fmla="*/ 609241 w 5158787"/>
              <a:gd name="connsiteY31520" fmla="*/ 1198893 h 4489084"/>
              <a:gd name="connsiteX31521" fmla="*/ 600950 w 5158787"/>
              <a:gd name="connsiteY31521" fmla="*/ 1184560 h 4489084"/>
              <a:gd name="connsiteX31522" fmla="*/ 600950 w 5158787"/>
              <a:gd name="connsiteY31522" fmla="*/ 1183376 h 4489084"/>
              <a:gd name="connsiteX31523" fmla="*/ 609241 w 5158787"/>
              <a:gd name="connsiteY31523" fmla="*/ 1169043 h 4489084"/>
              <a:gd name="connsiteX31524" fmla="*/ 610248 w 5158787"/>
              <a:gd name="connsiteY31524" fmla="*/ 1168451 h 4489084"/>
              <a:gd name="connsiteX31525" fmla="*/ 948186 w 5158787"/>
              <a:gd name="connsiteY31525" fmla="*/ 1167918 h 4489084"/>
              <a:gd name="connsiteX31526" fmla="*/ 965302 w 5158787"/>
              <a:gd name="connsiteY31526" fmla="*/ 1167918 h 4489084"/>
              <a:gd name="connsiteX31527" fmla="*/ 966368 w 5158787"/>
              <a:gd name="connsiteY31527" fmla="*/ 1168510 h 4489084"/>
              <a:gd name="connsiteX31528" fmla="*/ 974897 w 5158787"/>
              <a:gd name="connsiteY31528" fmla="*/ 1183317 h 4489084"/>
              <a:gd name="connsiteX31529" fmla="*/ 974897 w 5158787"/>
              <a:gd name="connsiteY31529" fmla="*/ 1184501 h 4489084"/>
              <a:gd name="connsiteX31530" fmla="*/ 966309 w 5158787"/>
              <a:gd name="connsiteY31530" fmla="*/ 1199307 h 4489084"/>
              <a:gd name="connsiteX31531" fmla="*/ 965243 w 5158787"/>
              <a:gd name="connsiteY31531" fmla="*/ 1199900 h 4489084"/>
              <a:gd name="connsiteX31532" fmla="*/ 948127 w 5158787"/>
              <a:gd name="connsiteY31532" fmla="*/ 1199900 h 4489084"/>
              <a:gd name="connsiteX31533" fmla="*/ 947061 w 5158787"/>
              <a:gd name="connsiteY31533" fmla="*/ 1199307 h 4489084"/>
              <a:gd name="connsiteX31534" fmla="*/ 938533 w 5158787"/>
              <a:gd name="connsiteY31534" fmla="*/ 1184501 h 4489084"/>
              <a:gd name="connsiteX31535" fmla="*/ 938533 w 5158787"/>
              <a:gd name="connsiteY31535" fmla="*/ 1183317 h 4489084"/>
              <a:gd name="connsiteX31536" fmla="*/ 947120 w 5158787"/>
              <a:gd name="connsiteY31536" fmla="*/ 1168510 h 4489084"/>
              <a:gd name="connsiteX31537" fmla="*/ 948186 w 5158787"/>
              <a:gd name="connsiteY31537" fmla="*/ 1167918 h 4489084"/>
              <a:gd name="connsiteX31538" fmla="*/ 4397160 w 5158787"/>
              <a:gd name="connsiteY31538" fmla="*/ 1167504 h 4489084"/>
              <a:gd name="connsiteX31539" fmla="*/ 4414691 w 5158787"/>
              <a:gd name="connsiteY31539" fmla="*/ 1167504 h 4489084"/>
              <a:gd name="connsiteX31540" fmla="*/ 4415757 w 5158787"/>
              <a:gd name="connsiteY31540" fmla="*/ 1168096 h 4489084"/>
              <a:gd name="connsiteX31541" fmla="*/ 4424522 w 5158787"/>
              <a:gd name="connsiteY31541" fmla="*/ 1183317 h 4489084"/>
              <a:gd name="connsiteX31542" fmla="*/ 4424522 w 5158787"/>
              <a:gd name="connsiteY31542" fmla="*/ 1184561 h 4489084"/>
              <a:gd name="connsiteX31543" fmla="*/ 4415757 w 5158787"/>
              <a:gd name="connsiteY31543" fmla="*/ 1199782 h 4489084"/>
              <a:gd name="connsiteX31544" fmla="*/ 4414691 w 5158787"/>
              <a:gd name="connsiteY31544" fmla="*/ 1200374 h 4489084"/>
              <a:gd name="connsiteX31545" fmla="*/ 4397160 w 5158787"/>
              <a:gd name="connsiteY31545" fmla="*/ 1200374 h 4489084"/>
              <a:gd name="connsiteX31546" fmla="*/ 4396094 w 5158787"/>
              <a:gd name="connsiteY31546" fmla="*/ 1199782 h 4489084"/>
              <a:gd name="connsiteX31547" fmla="*/ 4387329 w 5158787"/>
              <a:gd name="connsiteY31547" fmla="*/ 1184561 h 4489084"/>
              <a:gd name="connsiteX31548" fmla="*/ 4387329 w 5158787"/>
              <a:gd name="connsiteY31548" fmla="*/ 1183317 h 4489084"/>
              <a:gd name="connsiteX31549" fmla="*/ 4396094 w 5158787"/>
              <a:gd name="connsiteY31549" fmla="*/ 1168096 h 4489084"/>
              <a:gd name="connsiteX31550" fmla="*/ 4397160 w 5158787"/>
              <a:gd name="connsiteY31550" fmla="*/ 1167504 h 4489084"/>
              <a:gd name="connsiteX31551" fmla="*/ 1015525 w 5158787"/>
              <a:gd name="connsiteY31551" fmla="*/ 1167385 h 4489084"/>
              <a:gd name="connsiteX31552" fmla="*/ 1033174 w 5158787"/>
              <a:gd name="connsiteY31552" fmla="*/ 1167385 h 4489084"/>
              <a:gd name="connsiteX31553" fmla="*/ 1034240 w 5158787"/>
              <a:gd name="connsiteY31553" fmla="*/ 1168036 h 4489084"/>
              <a:gd name="connsiteX31554" fmla="*/ 1043065 w 5158787"/>
              <a:gd name="connsiteY31554" fmla="*/ 1183317 h 4489084"/>
              <a:gd name="connsiteX31555" fmla="*/ 1043065 w 5158787"/>
              <a:gd name="connsiteY31555" fmla="*/ 1184560 h 4489084"/>
              <a:gd name="connsiteX31556" fmla="*/ 1034240 w 5158787"/>
              <a:gd name="connsiteY31556" fmla="*/ 1199840 h 4489084"/>
              <a:gd name="connsiteX31557" fmla="*/ 1033174 w 5158787"/>
              <a:gd name="connsiteY31557" fmla="*/ 1200492 h 4489084"/>
              <a:gd name="connsiteX31558" fmla="*/ 1015525 w 5158787"/>
              <a:gd name="connsiteY31558" fmla="*/ 1200492 h 4489084"/>
              <a:gd name="connsiteX31559" fmla="*/ 1014459 w 5158787"/>
              <a:gd name="connsiteY31559" fmla="*/ 1199840 h 4489084"/>
              <a:gd name="connsiteX31560" fmla="*/ 1005635 w 5158787"/>
              <a:gd name="connsiteY31560" fmla="*/ 1184560 h 4489084"/>
              <a:gd name="connsiteX31561" fmla="*/ 1005635 w 5158787"/>
              <a:gd name="connsiteY31561" fmla="*/ 1183317 h 4489084"/>
              <a:gd name="connsiteX31562" fmla="*/ 1014459 w 5158787"/>
              <a:gd name="connsiteY31562" fmla="*/ 1168036 h 4489084"/>
              <a:gd name="connsiteX31563" fmla="*/ 1015525 w 5158787"/>
              <a:gd name="connsiteY31563" fmla="*/ 1167385 h 4489084"/>
              <a:gd name="connsiteX31564" fmla="*/ 677409 w 5158787"/>
              <a:gd name="connsiteY31564" fmla="*/ 1167385 h 4489084"/>
              <a:gd name="connsiteX31565" fmla="*/ 695058 w 5158787"/>
              <a:gd name="connsiteY31565" fmla="*/ 1167385 h 4489084"/>
              <a:gd name="connsiteX31566" fmla="*/ 696124 w 5158787"/>
              <a:gd name="connsiteY31566" fmla="*/ 1168036 h 4489084"/>
              <a:gd name="connsiteX31567" fmla="*/ 704949 w 5158787"/>
              <a:gd name="connsiteY31567" fmla="*/ 1183317 h 4489084"/>
              <a:gd name="connsiteX31568" fmla="*/ 704949 w 5158787"/>
              <a:gd name="connsiteY31568" fmla="*/ 1184560 h 4489084"/>
              <a:gd name="connsiteX31569" fmla="*/ 696124 w 5158787"/>
              <a:gd name="connsiteY31569" fmla="*/ 1199840 h 4489084"/>
              <a:gd name="connsiteX31570" fmla="*/ 695058 w 5158787"/>
              <a:gd name="connsiteY31570" fmla="*/ 1200492 h 4489084"/>
              <a:gd name="connsiteX31571" fmla="*/ 677409 w 5158787"/>
              <a:gd name="connsiteY31571" fmla="*/ 1200492 h 4489084"/>
              <a:gd name="connsiteX31572" fmla="*/ 676343 w 5158787"/>
              <a:gd name="connsiteY31572" fmla="*/ 1199840 h 4489084"/>
              <a:gd name="connsiteX31573" fmla="*/ 667519 w 5158787"/>
              <a:gd name="connsiteY31573" fmla="*/ 1184560 h 4489084"/>
              <a:gd name="connsiteX31574" fmla="*/ 667519 w 5158787"/>
              <a:gd name="connsiteY31574" fmla="*/ 1183317 h 4489084"/>
              <a:gd name="connsiteX31575" fmla="*/ 676343 w 5158787"/>
              <a:gd name="connsiteY31575" fmla="*/ 1168036 h 4489084"/>
              <a:gd name="connsiteX31576" fmla="*/ 677409 w 5158787"/>
              <a:gd name="connsiteY31576" fmla="*/ 1167385 h 4489084"/>
              <a:gd name="connsiteX31577" fmla="*/ 3517785 w 5158787"/>
              <a:gd name="connsiteY31577" fmla="*/ 1167267 h 4489084"/>
              <a:gd name="connsiteX31578" fmla="*/ 3535553 w 5158787"/>
              <a:gd name="connsiteY31578" fmla="*/ 1167267 h 4489084"/>
              <a:gd name="connsiteX31579" fmla="*/ 3536619 w 5158787"/>
              <a:gd name="connsiteY31579" fmla="*/ 1167918 h 4489084"/>
              <a:gd name="connsiteX31580" fmla="*/ 3545503 w 5158787"/>
              <a:gd name="connsiteY31580" fmla="*/ 1183317 h 4489084"/>
              <a:gd name="connsiteX31581" fmla="*/ 3545503 w 5158787"/>
              <a:gd name="connsiteY31581" fmla="*/ 1184561 h 4489084"/>
              <a:gd name="connsiteX31582" fmla="*/ 3536619 w 5158787"/>
              <a:gd name="connsiteY31582" fmla="*/ 1199959 h 4489084"/>
              <a:gd name="connsiteX31583" fmla="*/ 3535553 w 5158787"/>
              <a:gd name="connsiteY31583" fmla="*/ 1200611 h 4489084"/>
              <a:gd name="connsiteX31584" fmla="*/ 3517785 w 5158787"/>
              <a:gd name="connsiteY31584" fmla="*/ 1200611 h 4489084"/>
              <a:gd name="connsiteX31585" fmla="*/ 3516720 w 5158787"/>
              <a:gd name="connsiteY31585" fmla="*/ 1199959 h 4489084"/>
              <a:gd name="connsiteX31586" fmla="*/ 3507836 w 5158787"/>
              <a:gd name="connsiteY31586" fmla="*/ 1184561 h 4489084"/>
              <a:gd name="connsiteX31587" fmla="*/ 3507836 w 5158787"/>
              <a:gd name="connsiteY31587" fmla="*/ 1183317 h 4489084"/>
              <a:gd name="connsiteX31588" fmla="*/ 3516720 w 5158787"/>
              <a:gd name="connsiteY31588" fmla="*/ 1167918 h 4489084"/>
              <a:gd name="connsiteX31589" fmla="*/ 3517785 w 5158787"/>
              <a:gd name="connsiteY31589" fmla="*/ 1167267 h 4489084"/>
              <a:gd name="connsiteX31590" fmla="*/ 2503319 w 5158787"/>
              <a:gd name="connsiteY31590" fmla="*/ 1167208 h 4489084"/>
              <a:gd name="connsiteX31591" fmla="*/ 2521205 w 5158787"/>
              <a:gd name="connsiteY31591" fmla="*/ 1167208 h 4489084"/>
              <a:gd name="connsiteX31592" fmla="*/ 2522271 w 5158787"/>
              <a:gd name="connsiteY31592" fmla="*/ 1167859 h 4489084"/>
              <a:gd name="connsiteX31593" fmla="*/ 2531214 w 5158787"/>
              <a:gd name="connsiteY31593" fmla="*/ 1183376 h 4489084"/>
              <a:gd name="connsiteX31594" fmla="*/ 2531214 w 5158787"/>
              <a:gd name="connsiteY31594" fmla="*/ 1184620 h 4489084"/>
              <a:gd name="connsiteX31595" fmla="*/ 2522271 w 5158787"/>
              <a:gd name="connsiteY31595" fmla="*/ 1200137 h 4489084"/>
              <a:gd name="connsiteX31596" fmla="*/ 2521205 w 5158787"/>
              <a:gd name="connsiteY31596" fmla="*/ 1200789 h 4489084"/>
              <a:gd name="connsiteX31597" fmla="*/ 2503319 w 5158787"/>
              <a:gd name="connsiteY31597" fmla="*/ 1200789 h 4489084"/>
              <a:gd name="connsiteX31598" fmla="*/ 2502253 w 5158787"/>
              <a:gd name="connsiteY31598" fmla="*/ 1200137 h 4489084"/>
              <a:gd name="connsiteX31599" fmla="*/ 2493310 w 5158787"/>
              <a:gd name="connsiteY31599" fmla="*/ 1184620 h 4489084"/>
              <a:gd name="connsiteX31600" fmla="*/ 2493310 w 5158787"/>
              <a:gd name="connsiteY31600" fmla="*/ 1183376 h 4489084"/>
              <a:gd name="connsiteX31601" fmla="*/ 2502253 w 5158787"/>
              <a:gd name="connsiteY31601" fmla="*/ 1167859 h 4489084"/>
              <a:gd name="connsiteX31602" fmla="*/ 2503319 w 5158787"/>
              <a:gd name="connsiteY31602" fmla="*/ 1167208 h 4489084"/>
              <a:gd name="connsiteX31603" fmla="*/ 2435684 w 5158787"/>
              <a:gd name="connsiteY31603" fmla="*/ 1167208 h 4489084"/>
              <a:gd name="connsiteX31604" fmla="*/ 2453570 w 5158787"/>
              <a:gd name="connsiteY31604" fmla="*/ 1167208 h 4489084"/>
              <a:gd name="connsiteX31605" fmla="*/ 2454636 w 5158787"/>
              <a:gd name="connsiteY31605" fmla="*/ 1167859 h 4489084"/>
              <a:gd name="connsiteX31606" fmla="*/ 2463579 w 5158787"/>
              <a:gd name="connsiteY31606" fmla="*/ 1183376 h 4489084"/>
              <a:gd name="connsiteX31607" fmla="*/ 2463579 w 5158787"/>
              <a:gd name="connsiteY31607" fmla="*/ 1184620 h 4489084"/>
              <a:gd name="connsiteX31608" fmla="*/ 2454636 w 5158787"/>
              <a:gd name="connsiteY31608" fmla="*/ 1200137 h 4489084"/>
              <a:gd name="connsiteX31609" fmla="*/ 2453570 w 5158787"/>
              <a:gd name="connsiteY31609" fmla="*/ 1200789 h 4489084"/>
              <a:gd name="connsiteX31610" fmla="*/ 2435684 w 5158787"/>
              <a:gd name="connsiteY31610" fmla="*/ 1200789 h 4489084"/>
              <a:gd name="connsiteX31611" fmla="*/ 2434618 w 5158787"/>
              <a:gd name="connsiteY31611" fmla="*/ 1200137 h 4489084"/>
              <a:gd name="connsiteX31612" fmla="*/ 2425675 w 5158787"/>
              <a:gd name="connsiteY31612" fmla="*/ 1184620 h 4489084"/>
              <a:gd name="connsiteX31613" fmla="*/ 2425675 w 5158787"/>
              <a:gd name="connsiteY31613" fmla="*/ 1183376 h 4489084"/>
              <a:gd name="connsiteX31614" fmla="*/ 2434618 w 5158787"/>
              <a:gd name="connsiteY31614" fmla="*/ 1167859 h 4489084"/>
              <a:gd name="connsiteX31615" fmla="*/ 2435684 w 5158787"/>
              <a:gd name="connsiteY31615" fmla="*/ 1167208 h 4489084"/>
              <a:gd name="connsiteX31616" fmla="*/ 542021 w 5158787"/>
              <a:gd name="connsiteY31616" fmla="*/ 1167208 h 4489084"/>
              <a:gd name="connsiteX31617" fmla="*/ 559907 w 5158787"/>
              <a:gd name="connsiteY31617" fmla="*/ 1167208 h 4489084"/>
              <a:gd name="connsiteX31618" fmla="*/ 560973 w 5158787"/>
              <a:gd name="connsiteY31618" fmla="*/ 1167859 h 4489084"/>
              <a:gd name="connsiteX31619" fmla="*/ 569916 w 5158787"/>
              <a:gd name="connsiteY31619" fmla="*/ 1183376 h 4489084"/>
              <a:gd name="connsiteX31620" fmla="*/ 569916 w 5158787"/>
              <a:gd name="connsiteY31620" fmla="*/ 1184620 h 4489084"/>
              <a:gd name="connsiteX31621" fmla="*/ 560973 w 5158787"/>
              <a:gd name="connsiteY31621" fmla="*/ 1200137 h 4489084"/>
              <a:gd name="connsiteX31622" fmla="*/ 559907 w 5158787"/>
              <a:gd name="connsiteY31622" fmla="*/ 1200789 h 4489084"/>
              <a:gd name="connsiteX31623" fmla="*/ 542021 w 5158787"/>
              <a:gd name="connsiteY31623" fmla="*/ 1200789 h 4489084"/>
              <a:gd name="connsiteX31624" fmla="*/ 540955 w 5158787"/>
              <a:gd name="connsiteY31624" fmla="*/ 1200137 h 4489084"/>
              <a:gd name="connsiteX31625" fmla="*/ 532012 w 5158787"/>
              <a:gd name="connsiteY31625" fmla="*/ 1184620 h 4489084"/>
              <a:gd name="connsiteX31626" fmla="*/ 532012 w 5158787"/>
              <a:gd name="connsiteY31626" fmla="*/ 1183376 h 4489084"/>
              <a:gd name="connsiteX31627" fmla="*/ 540955 w 5158787"/>
              <a:gd name="connsiteY31627" fmla="*/ 1167859 h 4489084"/>
              <a:gd name="connsiteX31628" fmla="*/ 542021 w 5158787"/>
              <a:gd name="connsiteY31628" fmla="*/ 1167208 h 4489084"/>
              <a:gd name="connsiteX31629" fmla="*/ 744690 w 5158787"/>
              <a:gd name="connsiteY31629" fmla="*/ 1166852 h 4489084"/>
              <a:gd name="connsiteX31630" fmla="*/ 762931 w 5158787"/>
              <a:gd name="connsiteY31630" fmla="*/ 1166852 h 4489084"/>
              <a:gd name="connsiteX31631" fmla="*/ 764056 w 5158787"/>
              <a:gd name="connsiteY31631" fmla="*/ 1167503 h 4489084"/>
              <a:gd name="connsiteX31632" fmla="*/ 773177 w 5158787"/>
              <a:gd name="connsiteY31632" fmla="*/ 1183257 h 4489084"/>
              <a:gd name="connsiteX31633" fmla="*/ 773177 w 5158787"/>
              <a:gd name="connsiteY31633" fmla="*/ 1184560 h 4489084"/>
              <a:gd name="connsiteX31634" fmla="*/ 764056 w 5158787"/>
              <a:gd name="connsiteY31634" fmla="*/ 1200314 h 4489084"/>
              <a:gd name="connsiteX31635" fmla="*/ 762931 w 5158787"/>
              <a:gd name="connsiteY31635" fmla="*/ 1200966 h 4489084"/>
              <a:gd name="connsiteX31636" fmla="*/ 744690 w 5158787"/>
              <a:gd name="connsiteY31636" fmla="*/ 1200966 h 4489084"/>
              <a:gd name="connsiteX31637" fmla="*/ 743564 w 5158787"/>
              <a:gd name="connsiteY31637" fmla="*/ 1200314 h 4489084"/>
              <a:gd name="connsiteX31638" fmla="*/ 734444 w 5158787"/>
              <a:gd name="connsiteY31638" fmla="*/ 1184560 h 4489084"/>
              <a:gd name="connsiteX31639" fmla="*/ 734444 w 5158787"/>
              <a:gd name="connsiteY31639" fmla="*/ 1183257 h 4489084"/>
              <a:gd name="connsiteX31640" fmla="*/ 743564 w 5158787"/>
              <a:gd name="connsiteY31640" fmla="*/ 1167503 h 4489084"/>
              <a:gd name="connsiteX31641" fmla="*/ 744690 w 5158787"/>
              <a:gd name="connsiteY31641" fmla="*/ 1166852 h 4489084"/>
              <a:gd name="connsiteX31642" fmla="*/ 1082865 w 5158787"/>
              <a:gd name="connsiteY31642" fmla="*/ 1166793 h 4489084"/>
              <a:gd name="connsiteX31643" fmla="*/ 1101165 w 5158787"/>
              <a:gd name="connsiteY31643" fmla="*/ 1166793 h 4489084"/>
              <a:gd name="connsiteX31644" fmla="*/ 1102291 w 5158787"/>
              <a:gd name="connsiteY31644" fmla="*/ 1167445 h 4489084"/>
              <a:gd name="connsiteX31645" fmla="*/ 1111471 w 5158787"/>
              <a:gd name="connsiteY31645" fmla="*/ 1183317 h 4489084"/>
              <a:gd name="connsiteX31646" fmla="*/ 1111471 w 5158787"/>
              <a:gd name="connsiteY31646" fmla="*/ 1184620 h 4489084"/>
              <a:gd name="connsiteX31647" fmla="*/ 1102291 w 5158787"/>
              <a:gd name="connsiteY31647" fmla="*/ 1200492 h 4489084"/>
              <a:gd name="connsiteX31648" fmla="*/ 1101165 w 5158787"/>
              <a:gd name="connsiteY31648" fmla="*/ 1201143 h 4489084"/>
              <a:gd name="connsiteX31649" fmla="*/ 1082865 w 5158787"/>
              <a:gd name="connsiteY31649" fmla="*/ 1201143 h 4489084"/>
              <a:gd name="connsiteX31650" fmla="*/ 1081739 w 5158787"/>
              <a:gd name="connsiteY31650" fmla="*/ 1200492 h 4489084"/>
              <a:gd name="connsiteX31651" fmla="*/ 1072560 w 5158787"/>
              <a:gd name="connsiteY31651" fmla="*/ 1184620 h 4489084"/>
              <a:gd name="connsiteX31652" fmla="*/ 1072560 w 5158787"/>
              <a:gd name="connsiteY31652" fmla="*/ 1183317 h 4489084"/>
              <a:gd name="connsiteX31653" fmla="*/ 1081739 w 5158787"/>
              <a:gd name="connsiteY31653" fmla="*/ 1167445 h 4489084"/>
              <a:gd name="connsiteX31654" fmla="*/ 1082865 w 5158787"/>
              <a:gd name="connsiteY31654" fmla="*/ 1166793 h 4489084"/>
              <a:gd name="connsiteX31655" fmla="*/ 879960 w 5158787"/>
              <a:gd name="connsiteY31655" fmla="*/ 1166793 h 4489084"/>
              <a:gd name="connsiteX31656" fmla="*/ 898260 w 5158787"/>
              <a:gd name="connsiteY31656" fmla="*/ 1166793 h 4489084"/>
              <a:gd name="connsiteX31657" fmla="*/ 899386 w 5158787"/>
              <a:gd name="connsiteY31657" fmla="*/ 1167445 h 4489084"/>
              <a:gd name="connsiteX31658" fmla="*/ 908566 w 5158787"/>
              <a:gd name="connsiteY31658" fmla="*/ 1183317 h 4489084"/>
              <a:gd name="connsiteX31659" fmla="*/ 908566 w 5158787"/>
              <a:gd name="connsiteY31659" fmla="*/ 1184620 h 4489084"/>
              <a:gd name="connsiteX31660" fmla="*/ 899386 w 5158787"/>
              <a:gd name="connsiteY31660" fmla="*/ 1200492 h 4489084"/>
              <a:gd name="connsiteX31661" fmla="*/ 898260 w 5158787"/>
              <a:gd name="connsiteY31661" fmla="*/ 1201143 h 4489084"/>
              <a:gd name="connsiteX31662" fmla="*/ 879960 w 5158787"/>
              <a:gd name="connsiteY31662" fmla="*/ 1201143 h 4489084"/>
              <a:gd name="connsiteX31663" fmla="*/ 878834 w 5158787"/>
              <a:gd name="connsiteY31663" fmla="*/ 1200492 h 4489084"/>
              <a:gd name="connsiteX31664" fmla="*/ 869655 w 5158787"/>
              <a:gd name="connsiteY31664" fmla="*/ 1184620 h 4489084"/>
              <a:gd name="connsiteX31665" fmla="*/ 869655 w 5158787"/>
              <a:gd name="connsiteY31665" fmla="*/ 1183317 h 4489084"/>
              <a:gd name="connsiteX31666" fmla="*/ 878834 w 5158787"/>
              <a:gd name="connsiteY31666" fmla="*/ 1167445 h 4489084"/>
              <a:gd name="connsiteX31667" fmla="*/ 879960 w 5158787"/>
              <a:gd name="connsiteY31667" fmla="*/ 1166793 h 4489084"/>
              <a:gd name="connsiteX31668" fmla="*/ 271303 w 5158787"/>
              <a:gd name="connsiteY31668" fmla="*/ 1166793 h 4489084"/>
              <a:gd name="connsiteX31669" fmla="*/ 289603 w 5158787"/>
              <a:gd name="connsiteY31669" fmla="*/ 1166793 h 4489084"/>
              <a:gd name="connsiteX31670" fmla="*/ 290729 w 5158787"/>
              <a:gd name="connsiteY31670" fmla="*/ 1167445 h 4489084"/>
              <a:gd name="connsiteX31671" fmla="*/ 299909 w 5158787"/>
              <a:gd name="connsiteY31671" fmla="*/ 1183317 h 4489084"/>
              <a:gd name="connsiteX31672" fmla="*/ 299909 w 5158787"/>
              <a:gd name="connsiteY31672" fmla="*/ 1184620 h 4489084"/>
              <a:gd name="connsiteX31673" fmla="*/ 290729 w 5158787"/>
              <a:gd name="connsiteY31673" fmla="*/ 1200492 h 4489084"/>
              <a:gd name="connsiteX31674" fmla="*/ 289603 w 5158787"/>
              <a:gd name="connsiteY31674" fmla="*/ 1201143 h 4489084"/>
              <a:gd name="connsiteX31675" fmla="*/ 271303 w 5158787"/>
              <a:gd name="connsiteY31675" fmla="*/ 1201143 h 4489084"/>
              <a:gd name="connsiteX31676" fmla="*/ 270178 w 5158787"/>
              <a:gd name="connsiteY31676" fmla="*/ 1200492 h 4489084"/>
              <a:gd name="connsiteX31677" fmla="*/ 260998 w 5158787"/>
              <a:gd name="connsiteY31677" fmla="*/ 1184620 h 4489084"/>
              <a:gd name="connsiteX31678" fmla="*/ 260998 w 5158787"/>
              <a:gd name="connsiteY31678" fmla="*/ 1183317 h 4489084"/>
              <a:gd name="connsiteX31679" fmla="*/ 270178 w 5158787"/>
              <a:gd name="connsiteY31679" fmla="*/ 1167445 h 4489084"/>
              <a:gd name="connsiteX31680" fmla="*/ 271303 w 5158787"/>
              <a:gd name="connsiteY31680" fmla="*/ 1166793 h 4489084"/>
              <a:gd name="connsiteX31681" fmla="*/ 2367753 w 5158787"/>
              <a:gd name="connsiteY31681" fmla="*/ 1166675 h 4489084"/>
              <a:gd name="connsiteX31682" fmla="*/ 2386172 w 5158787"/>
              <a:gd name="connsiteY31682" fmla="*/ 1166675 h 4489084"/>
              <a:gd name="connsiteX31683" fmla="*/ 2387297 w 5158787"/>
              <a:gd name="connsiteY31683" fmla="*/ 1167326 h 4489084"/>
              <a:gd name="connsiteX31684" fmla="*/ 2396537 w 5158787"/>
              <a:gd name="connsiteY31684" fmla="*/ 1183317 h 4489084"/>
              <a:gd name="connsiteX31685" fmla="*/ 2396537 w 5158787"/>
              <a:gd name="connsiteY31685" fmla="*/ 1184620 h 4489084"/>
              <a:gd name="connsiteX31686" fmla="*/ 2387297 w 5158787"/>
              <a:gd name="connsiteY31686" fmla="*/ 1200611 h 4489084"/>
              <a:gd name="connsiteX31687" fmla="*/ 2386172 w 5158787"/>
              <a:gd name="connsiteY31687" fmla="*/ 1201262 h 4489084"/>
              <a:gd name="connsiteX31688" fmla="*/ 2367753 w 5158787"/>
              <a:gd name="connsiteY31688" fmla="*/ 1201262 h 4489084"/>
              <a:gd name="connsiteX31689" fmla="*/ 2366628 w 5158787"/>
              <a:gd name="connsiteY31689" fmla="*/ 1200611 h 4489084"/>
              <a:gd name="connsiteX31690" fmla="*/ 2357389 w 5158787"/>
              <a:gd name="connsiteY31690" fmla="*/ 1184620 h 4489084"/>
              <a:gd name="connsiteX31691" fmla="*/ 2357389 w 5158787"/>
              <a:gd name="connsiteY31691" fmla="*/ 1183317 h 4489084"/>
              <a:gd name="connsiteX31692" fmla="*/ 2366628 w 5158787"/>
              <a:gd name="connsiteY31692" fmla="*/ 1167326 h 4489084"/>
              <a:gd name="connsiteX31693" fmla="*/ 2367753 w 5158787"/>
              <a:gd name="connsiteY31693" fmla="*/ 1166675 h 4489084"/>
              <a:gd name="connsiteX31694" fmla="*/ 811910 w 5158787"/>
              <a:gd name="connsiteY31694" fmla="*/ 1165964 h 4489084"/>
              <a:gd name="connsiteX31695" fmla="*/ 831098 w 5158787"/>
              <a:gd name="connsiteY31695" fmla="*/ 1165964 h 4489084"/>
              <a:gd name="connsiteX31696" fmla="*/ 832283 w 5158787"/>
              <a:gd name="connsiteY31696" fmla="*/ 1166615 h 4489084"/>
              <a:gd name="connsiteX31697" fmla="*/ 841877 w 5158787"/>
              <a:gd name="connsiteY31697" fmla="*/ 1183258 h 4489084"/>
              <a:gd name="connsiteX31698" fmla="*/ 841877 w 5158787"/>
              <a:gd name="connsiteY31698" fmla="*/ 1184620 h 4489084"/>
              <a:gd name="connsiteX31699" fmla="*/ 832283 w 5158787"/>
              <a:gd name="connsiteY31699" fmla="*/ 1201262 h 4489084"/>
              <a:gd name="connsiteX31700" fmla="*/ 831098 w 5158787"/>
              <a:gd name="connsiteY31700" fmla="*/ 1201913 h 4489084"/>
              <a:gd name="connsiteX31701" fmla="*/ 811910 w 5158787"/>
              <a:gd name="connsiteY31701" fmla="*/ 1201913 h 4489084"/>
              <a:gd name="connsiteX31702" fmla="*/ 810725 w 5158787"/>
              <a:gd name="connsiteY31702" fmla="*/ 1201262 h 4489084"/>
              <a:gd name="connsiteX31703" fmla="*/ 801131 w 5158787"/>
              <a:gd name="connsiteY31703" fmla="*/ 1184620 h 4489084"/>
              <a:gd name="connsiteX31704" fmla="*/ 801131 w 5158787"/>
              <a:gd name="connsiteY31704" fmla="*/ 1183258 h 4489084"/>
              <a:gd name="connsiteX31705" fmla="*/ 810725 w 5158787"/>
              <a:gd name="connsiteY31705" fmla="*/ 1166615 h 4489084"/>
              <a:gd name="connsiteX31706" fmla="*/ 811910 w 5158787"/>
              <a:gd name="connsiteY31706" fmla="*/ 1165964 h 4489084"/>
              <a:gd name="connsiteX31707" fmla="*/ 2570244 w 5158787"/>
              <a:gd name="connsiteY31707" fmla="*/ 1165845 h 4489084"/>
              <a:gd name="connsiteX31708" fmla="*/ 2589551 w 5158787"/>
              <a:gd name="connsiteY31708" fmla="*/ 1165845 h 4489084"/>
              <a:gd name="connsiteX31709" fmla="*/ 2590736 w 5158787"/>
              <a:gd name="connsiteY31709" fmla="*/ 1166556 h 4489084"/>
              <a:gd name="connsiteX31710" fmla="*/ 2600389 w 5158787"/>
              <a:gd name="connsiteY31710" fmla="*/ 1183316 h 4489084"/>
              <a:gd name="connsiteX31711" fmla="*/ 2600389 w 5158787"/>
              <a:gd name="connsiteY31711" fmla="*/ 1184679 h 4489084"/>
              <a:gd name="connsiteX31712" fmla="*/ 2590736 w 5158787"/>
              <a:gd name="connsiteY31712" fmla="*/ 1201439 h 4489084"/>
              <a:gd name="connsiteX31713" fmla="*/ 2589551 w 5158787"/>
              <a:gd name="connsiteY31713" fmla="*/ 1202150 h 4489084"/>
              <a:gd name="connsiteX31714" fmla="*/ 2570244 w 5158787"/>
              <a:gd name="connsiteY31714" fmla="*/ 1202150 h 4489084"/>
              <a:gd name="connsiteX31715" fmla="*/ 2569059 w 5158787"/>
              <a:gd name="connsiteY31715" fmla="*/ 1201439 h 4489084"/>
              <a:gd name="connsiteX31716" fmla="*/ 2559406 w 5158787"/>
              <a:gd name="connsiteY31716" fmla="*/ 1184679 h 4489084"/>
              <a:gd name="connsiteX31717" fmla="*/ 2559406 w 5158787"/>
              <a:gd name="connsiteY31717" fmla="*/ 1183316 h 4489084"/>
              <a:gd name="connsiteX31718" fmla="*/ 2569059 w 5158787"/>
              <a:gd name="connsiteY31718" fmla="*/ 1166556 h 4489084"/>
              <a:gd name="connsiteX31719" fmla="*/ 2570244 w 5158787"/>
              <a:gd name="connsiteY31719" fmla="*/ 1165845 h 4489084"/>
              <a:gd name="connsiteX31720" fmla="*/ 1420447 w 5158787"/>
              <a:gd name="connsiteY31720" fmla="*/ 1165727 h 4489084"/>
              <a:gd name="connsiteX31721" fmla="*/ 1439873 w 5158787"/>
              <a:gd name="connsiteY31721" fmla="*/ 1165727 h 4489084"/>
              <a:gd name="connsiteX31722" fmla="*/ 1441057 w 5158787"/>
              <a:gd name="connsiteY31722" fmla="*/ 1166438 h 4489084"/>
              <a:gd name="connsiteX31723" fmla="*/ 1450770 w 5158787"/>
              <a:gd name="connsiteY31723" fmla="*/ 1183258 h 4489084"/>
              <a:gd name="connsiteX31724" fmla="*/ 1450770 w 5158787"/>
              <a:gd name="connsiteY31724" fmla="*/ 1184620 h 4489084"/>
              <a:gd name="connsiteX31725" fmla="*/ 1441057 w 5158787"/>
              <a:gd name="connsiteY31725" fmla="*/ 1201440 h 4489084"/>
              <a:gd name="connsiteX31726" fmla="*/ 1439873 w 5158787"/>
              <a:gd name="connsiteY31726" fmla="*/ 1202150 h 4489084"/>
              <a:gd name="connsiteX31727" fmla="*/ 1420447 w 5158787"/>
              <a:gd name="connsiteY31727" fmla="*/ 1202150 h 4489084"/>
              <a:gd name="connsiteX31728" fmla="*/ 1419263 w 5158787"/>
              <a:gd name="connsiteY31728" fmla="*/ 1201440 h 4489084"/>
              <a:gd name="connsiteX31729" fmla="*/ 1409550 w 5158787"/>
              <a:gd name="connsiteY31729" fmla="*/ 1184620 h 4489084"/>
              <a:gd name="connsiteX31730" fmla="*/ 1409550 w 5158787"/>
              <a:gd name="connsiteY31730" fmla="*/ 1183258 h 4489084"/>
              <a:gd name="connsiteX31731" fmla="*/ 1419263 w 5158787"/>
              <a:gd name="connsiteY31731" fmla="*/ 1166438 h 4489084"/>
              <a:gd name="connsiteX31732" fmla="*/ 1420447 w 5158787"/>
              <a:gd name="connsiteY31732" fmla="*/ 1165727 h 4489084"/>
              <a:gd name="connsiteX31733" fmla="*/ 1149907 w 5158787"/>
              <a:gd name="connsiteY31733" fmla="*/ 1165727 h 4489084"/>
              <a:gd name="connsiteX31734" fmla="*/ 1169333 w 5158787"/>
              <a:gd name="connsiteY31734" fmla="*/ 1165727 h 4489084"/>
              <a:gd name="connsiteX31735" fmla="*/ 1170517 w 5158787"/>
              <a:gd name="connsiteY31735" fmla="*/ 1166438 h 4489084"/>
              <a:gd name="connsiteX31736" fmla="*/ 1180230 w 5158787"/>
              <a:gd name="connsiteY31736" fmla="*/ 1183258 h 4489084"/>
              <a:gd name="connsiteX31737" fmla="*/ 1180230 w 5158787"/>
              <a:gd name="connsiteY31737" fmla="*/ 1184620 h 4489084"/>
              <a:gd name="connsiteX31738" fmla="*/ 1170517 w 5158787"/>
              <a:gd name="connsiteY31738" fmla="*/ 1201440 h 4489084"/>
              <a:gd name="connsiteX31739" fmla="*/ 1169333 w 5158787"/>
              <a:gd name="connsiteY31739" fmla="*/ 1202150 h 4489084"/>
              <a:gd name="connsiteX31740" fmla="*/ 1149907 w 5158787"/>
              <a:gd name="connsiteY31740" fmla="*/ 1202150 h 4489084"/>
              <a:gd name="connsiteX31741" fmla="*/ 1148723 w 5158787"/>
              <a:gd name="connsiteY31741" fmla="*/ 1201440 h 4489084"/>
              <a:gd name="connsiteX31742" fmla="*/ 1139010 w 5158787"/>
              <a:gd name="connsiteY31742" fmla="*/ 1184620 h 4489084"/>
              <a:gd name="connsiteX31743" fmla="*/ 1139010 w 5158787"/>
              <a:gd name="connsiteY31743" fmla="*/ 1183258 h 4489084"/>
              <a:gd name="connsiteX31744" fmla="*/ 1148723 w 5158787"/>
              <a:gd name="connsiteY31744" fmla="*/ 1166438 h 4489084"/>
              <a:gd name="connsiteX31745" fmla="*/ 1149907 w 5158787"/>
              <a:gd name="connsiteY31745" fmla="*/ 1165727 h 4489084"/>
              <a:gd name="connsiteX31746" fmla="*/ 473556 w 5158787"/>
              <a:gd name="connsiteY31746" fmla="*/ 1165608 h 4489084"/>
              <a:gd name="connsiteX31747" fmla="*/ 493101 w 5158787"/>
              <a:gd name="connsiteY31747" fmla="*/ 1165608 h 4489084"/>
              <a:gd name="connsiteX31748" fmla="*/ 494285 w 5158787"/>
              <a:gd name="connsiteY31748" fmla="*/ 1166319 h 4489084"/>
              <a:gd name="connsiteX31749" fmla="*/ 504057 w 5158787"/>
              <a:gd name="connsiteY31749" fmla="*/ 1183257 h 4489084"/>
              <a:gd name="connsiteX31750" fmla="*/ 504057 w 5158787"/>
              <a:gd name="connsiteY31750" fmla="*/ 1184619 h 4489084"/>
              <a:gd name="connsiteX31751" fmla="*/ 494285 w 5158787"/>
              <a:gd name="connsiteY31751" fmla="*/ 1201558 h 4489084"/>
              <a:gd name="connsiteX31752" fmla="*/ 493101 w 5158787"/>
              <a:gd name="connsiteY31752" fmla="*/ 1202268 h 4489084"/>
              <a:gd name="connsiteX31753" fmla="*/ 473556 w 5158787"/>
              <a:gd name="connsiteY31753" fmla="*/ 1202268 h 4489084"/>
              <a:gd name="connsiteX31754" fmla="*/ 472372 w 5158787"/>
              <a:gd name="connsiteY31754" fmla="*/ 1201558 h 4489084"/>
              <a:gd name="connsiteX31755" fmla="*/ 462600 w 5158787"/>
              <a:gd name="connsiteY31755" fmla="*/ 1184619 h 4489084"/>
              <a:gd name="connsiteX31756" fmla="*/ 462600 w 5158787"/>
              <a:gd name="connsiteY31756" fmla="*/ 1183257 h 4489084"/>
              <a:gd name="connsiteX31757" fmla="*/ 472372 w 5158787"/>
              <a:gd name="connsiteY31757" fmla="*/ 1166319 h 4489084"/>
              <a:gd name="connsiteX31758" fmla="*/ 473556 w 5158787"/>
              <a:gd name="connsiteY31758" fmla="*/ 1165608 h 4489084"/>
              <a:gd name="connsiteX31759" fmla="*/ 1352575 w 5158787"/>
              <a:gd name="connsiteY31759" fmla="*/ 1165194 h 4489084"/>
              <a:gd name="connsiteX31760" fmla="*/ 1372534 w 5158787"/>
              <a:gd name="connsiteY31760" fmla="*/ 1165194 h 4489084"/>
              <a:gd name="connsiteX31761" fmla="*/ 1373778 w 5158787"/>
              <a:gd name="connsiteY31761" fmla="*/ 1165905 h 4489084"/>
              <a:gd name="connsiteX31762" fmla="*/ 1383787 w 5158787"/>
              <a:gd name="connsiteY31762" fmla="*/ 1183198 h 4489084"/>
              <a:gd name="connsiteX31763" fmla="*/ 1383787 w 5158787"/>
              <a:gd name="connsiteY31763" fmla="*/ 1184620 h 4489084"/>
              <a:gd name="connsiteX31764" fmla="*/ 1373778 w 5158787"/>
              <a:gd name="connsiteY31764" fmla="*/ 1201913 h 4489084"/>
              <a:gd name="connsiteX31765" fmla="*/ 1372534 w 5158787"/>
              <a:gd name="connsiteY31765" fmla="*/ 1202624 h 4489084"/>
              <a:gd name="connsiteX31766" fmla="*/ 1352575 w 5158787"/>
              <a:gd name="connsiteY31766" fmla="*/ 1202624 h 4489084"/>
              <a:gd name="connsiteX31767" fmla="*/ 1351332 w 5158787"/>
              <a:gd name="connsiteY31767" fmla="*/ 1201913 h 4489084"/>
              <a:gd name="connsiteX31768" fmla="*/ 1341323 w 5158787"/>
              <a:gd name="connsiteY31768" fmla="*/ 1184620 h 4489084"/>
              <a:gd name="connsiteX31769" fmla="*/ 1341323 w 5158787"/>
              <a:gd name="connsiteY31769" fmla="*/ 1183198 h 4489084"/>
              <a:gd name="connsiteX31770" fmla="*/ 1351332 w 5158787"/>
              <a:gd name="connsiteY31770" fmla="*/ 1165905 h 4489084"/>
              <a:gd name="connsiteX31771" fmla="*/ 1352575 w 5158787"/>
              <a:gd name="connsiteY31771" fmla="*/ 1165194 h 4489084"/>
              <a:gd name="connsiteX31772" fmla="*/ 1217187 w 5158787"/>
              <a:gd name="connsiteY31772" fmla="*/ 1165016 h 4489084"/>
              <a:gd name="connsiteX31773" fmla="*/ 1237383 w 5158787"/>
              <a:gd name="connsiteY31773" fmla="*/ 1165016 h 4489084"/>
              <a:gd name="connsiteX31774" fmla="*/ 1238626 w 5158787"/>
              <a:gd name="connsiteY31774" fmla="*/ 1165727 h 4489084"/>
              <a:gd name="connsiteX31775" fmla="*/ 1248694 w 5158787"/>
              <a:gd name="connsiteY31775" fmla="*/ 1183198 h 4489084"/>
              <a:gd name="connsiteX31776" fmla="*/ 1248694 w 5158787"/>
              <a:gd name="connsiteY31776" fmla="*/ 1184619 h 4489084"/>
              <a:gd name="connsiteX31777" fmla="*/ 1238567 w 5158787"/>
              <a:gd name="connsiteY31777" fmla="*/ 1202091 h 4489084"/>
              <a:gd name="connsiteX31778" fmla="*/ 1237323 w 5158787"/>
              <a:gd name="connsiteY31778" fmla="*/ 1202802 h 4489084"/>
              <a:gd name="connsiteX31779" fmla="*/ 1217127 w 5158787"/>
              <a:gd name="connsiteY31779" fmla="*/ 1202802 h 4489084"/>
              <a:gd name="connsiteX31780" fmla="*/ 1215884 w 5158787"/>
              <a:gd name="connsiteY31780" fmla="*/ 1202091 h 4489084"/>
              <a:gd name="connsiteX31781" fmla="*/ 1205816 w 5158787"/>
              <a:gd name="connsiteY31781" fmla="*/ 1184619 h 4489084"/>
              <a:gd name="connsiteX31782" fmla="*/ 1205816 w 5158787"/>
              <a:gd name="connsiteY31782" fmla="*/ 1183198 h 4489084"/>
              <a:gd name="connsiteX31783" fmla="*/ 1215943 w 5158787"/>
              <a:gd name="connsiteY31783" fmla="*/ 1165727 h 4489084"/>
              <a:gd name="connsiteX31784" fmla="*/ 1217187 w 5158787"/>
              <a:gd name="connsiteY31784" fmla="*/ 1165016 h 4489084"/>
              <a:gd name="connsiteX31785" fmla="*/ 1284644 w 5158787"/>
              <a:gd name="connsiteY31785" fmla="*/ 1164779 h 4489084"/>
              <a:gd name="connsiteX31786" fmla="*/ 1305077 w 5158787"/>
              <a:gd name="connsiteY31786" fmla="*/ 1164779 h 4489084"/>
              <a:gd name="connsiteX31787" fmla="*/ 1306320 w 5158787"/>
              <a:gd name="connsiteY31787" fmla="*/ 1165490 h 4489084"/>
              <a:gd name="connsiteX31788" fmla="*/ 1316507 w 5158787"/>
              <a:gd name="connsiteY31788" fmla="*/ 1183198 h 4489084"/>
              <a:gd name="connsiteX31789" fmla="*/ 1316507 w 5158787"/>
              <a:gd name="connsiteY31789" fmla="*/ 1184619 h 4489084"/>
              <a:gd name="connsiteX31790" fmla="*/ 1306262 w 5158787"/>
              <a:gd name="connsiteY31790" fmla="*/ 1202328 h 4489084"/>
              <a:gd name="connsiteX31791" fmla="*/ 1305018 w 5158787"/>
              <a:gd name="connsiteY31791" fmla="*/ 1203038 h 4489084"/>
              <a:gd name="connsiteX31792" fmla="*/ 1284585 w 5158787"/>
              <a:gd name="connsiteY31792" fmla="*/ 1203038 h 4489084"/>
              <a:gd name="connsiteX31793" fmla="*/ 1283341 w 5158787"/>
              <a:gd name="connsiteY31793" fmla="*/ 1202328 h 4489084"/>
              <a:gd name="connsiteX31794" fmla="*/ 1273155 w 5158787"/>
              <a:gd name="connsiteY31794" fmla="*/ 1184619 h 4489084"/>
              <a:gd name="connsiteX31795" fmla="*/ 1273155 w 5158787"/>
              <a:gd name="connsiteY31795" fmla="*/ 1183198 h 4489084"/>
              <a:gd name="connsiteX31796" fmla="*/ 1283400 w 5158787"/>
              <a:gd name="connsiteY31796" fmla="*/ 1165490 h 4489084"/>
              <a:gd name="connsiteX31797" fmla="*/ 1284644 w 5158787"/>
              <a:gd name="connsiteY31797" fmla="*/ 1164779 h 4489084"/>
              <a:gd name="connsiteX31798" fmla="*/ 4530831 w 5158787"/>
              <a:gd name="connsiteY31798" fmla="*/ 1164483 h 4489084"/>
              <a:gd name="connsiteX31799" fmla="*/ 4551560 w 5158787"/>
              <a:gd name="connsiteY31799" fmla="*/ 1164483 h 4489084"/>
              <a:gd name="connsiteX31800" fmla="*/ 4552803 w 5158787"/>
              <a:gd name="connsiteY31800" fmla="*/ 1165194 h 4489084"/>
              <a:gd name="connsiteX31801" fmla="*/ 4563168 w 5158787"/>
              <a:gd name="connsiteY31801" fmla="*/ 1183198 h 4489084"/>
              <a:gd name="connsiteX31802" fmla="*/ 4563168 w 5158787"/>
              <a:gd name="connsiteY31802" fmla="*/ 1184679 h 4489084"/>
              <a:gd name="connsiteX31803" fmla="*/ 4552803 w 5158787"/>
              <a:gd name="connsiteY31803" fmla="*/ 1202683 h 4489084"/>
              <a:gd name="connsiteX31804" fmla="*/ 4551560 w 5158787"/>
              <a:gd name="connsiteY31804" fmla="*/ 1203394 h 4489084"/>
              <a:gd name="connsiteX31805" fmla="*/ 4530831 w 5158787"/>
              <a:gd name="connsiteY31805" fmla="*/ 1203394 h 4489084"/>
              <a:gd name="connsiteX31806" fmla="*/ 4529588 w 5158787"/>
              <a:gd name="connsiteY31806" fmla="*/ 1202683 h 4489084"/>
              <a:gd name="connsiteX31807" fmla="*/ 4519223 w 5158787"/>
              <a:gd name="connsiteY31807" fmla="*/ 1184679 h 4489084"/>
              <a:gd name="connsiteX31808" fmla="*/ 4519223 w 5158787"/>
              <a:gd name="connsiteY31808" fmla="*/ 1183198 h 4489084"/>
              <a:gd name="connsiteX31809" fmla="*/ 4529588 w 5158787"/>
              <a:gd name="connsiteY31809" fmla="*/ 1165194 h 4489084"/>
              <a:gd name="connsiteX31810" fmla="*/ 4530831 w 5158787"/>
              <a:gd name="connsiteY31810" fmla="*/ 1164483 h 4489084"/>
              <a:gd name="connsiteX31811" fmla="*/ 2298874 w 5158787"/>
              <a:gd name="connsiteY31811" fmla="*/ 1164306 h 4489084"/>
              <a:gd name="connsiteX31812" fmla="*/ 2319839 w 5158787"/>
              <a:gd name="connsiteY31812" fmla="*/ 1164306 h 4489084"/>
              <a:gd name="connsiteX31813" fmla="*/ 2321142 w 5158787"/>
              <a:gd name="connsiteY31813" fmla="*/ 1165076 h 4489084"/>
              <a:gd name="connsiteX31814" fmla="*/ 2331625 w 5158787"/>
              <a:gd name="connsiteY31814" fmla="*/ 1183258 h 4489084"/>
              <a:gd name="connsiteX31815" fmla="*/ 2331625 w 5158787"/>
              <a:gd name="connsiteY31815" fmla="*/ 1184739 h 4489084"/>
              <a:gd name="connsiteX31816" fmla="*/ 2321142 w 5158787"/>
              <a:gd name="connsiteY31816" fmla="*/ 1202921 h 4489084"/>
              <a:gd name="connsiteX31817" fmla="*/ 2319839 w 5158787"/>
              <a:gd name="connsiteY31817" fmla="*/ 1203691 h 4489084"/>
              <a:gd name="connsiteX31818" fmla="*/ 2298874 w 5158787"/>
              <a:gd name="connsiteY31818" fmla="*/ 1203691 h 4489084"/>
              <a:gd name="connsiteX31819" fmla="*/ 2297571 w 5158787"/>
              <a:gd name="connsiteY31819" fmla="*/ 1202921 h 4489084"/>
              <a:gd name="connsiteX31820" fmla="*/ 2287088 w 5158787"/>
              <a:gd name="connsiteY31820" fmla="*/ 1184739 h 4489084"/>
              <a:gd name="connsiteX31821" fmla="*/ 2287088 w 5158787"/>
              <a:gd name="connsiteY31821" fmla="*/ 1183258 h 4489084"/>
              <a:gd name="connsiteX31822" fmla="*/ 2297571 w 5158787"/>
              <a:gd name="connsiteY31822" fmla="*/ 1165076 h 4489084"/>
              <a:gd name="connsiteX31823" fmla="*/ 2298874 w 5158787"/>
              <a:gd name="connsiteY31823" fmla="*/ 1164306 h 4489084"/>
              <a:gd name="connsiteX31824" fmla="*/ 4936226 w 5158787"/>
              <a:gd name="connsiteY31824" fmla="*/ 1163891 h 4489084"/>
              <a:gd name="connsiteX31825" fmla="*/ 4957667 w 5158787"/>
              <a:gd name="connsiteY31825" fmla="*/ 1163891 h 4489084"/>
              <a:gd name="connsiteX31826" fmla="*/ 4958969 w 5158787"/>
              <a:gd name="connsiteY31826" fmla="*/ 1164661 h 4489084"/>
              <a:gd name="connsiteX31827" fmla="*/ 4969689 w 5158787"/>
              <a:gd name="connsiteY31827" fmla="*/ 1183198 h 4489084"/>
              <a:gd name="connsiteX31828" fmla="*/ 4969689 w 5158787"/>
              <a:gd name="connsiteY31828" fmla="*/ 1184738 h 4489084"/>
              <a:gd name="connsiteX31829" fmla="*/ 4958969 w 5158787"/>
              <a:gd name="connsiteY31829" fmla="*/ 1203276 h 4489084"/>
              <a:gd name="connsiteX31830" fmla="*/ 4957667 w 5158787"/>
              <a:gd name="connsiteY31830" fmla="*/ 1204046 h 4489084"/>
              <a:gd name="connsiteX31831" fmla="*/ 4936226 w 5158787"/>
              <a:gd name="connsiteY31831" fmla="*/ 1204046 h 4489084"/>
              <a:gd name="connsiteX31832" fmla="*/ 4934924 w 5158787"/>
              <a:gd name="connsiteY31832" fmla="*/ 1203276 h 4489084"/>
              <a:gd name="connsiteX31833" fmla="*/ 4924204 w 5158787"/>
              <a:gd name="connsiteY31833" fmla="*/ 1184738 h 4489084"/>
              <a:gd name="connsiteX31834" fmla="*/ 4924204 w 5158787"/>
              <a:gd name="connsiteY31834" fmla="*/ 1183198 h 4489084"/>
              <a:gd name="connsiteX31835" fmla="*/ 4934924 w 5158787"/>
              <a:gd name="connsiteY31835" fmla="*/ 1164661 h 4489084"/>
              <a:gd name="connsiteX31836" fmla="*/ 4936226 w 5158787"/>
              <a:gd name="connsiteY31836" fmla="*/ 1163891 h 4489084"/>
              <a:gd name="connsiteX31837" fmla="*/ 404796 w 5158787"/>
              <a:gd name="connsiteY31837" fmla="*/ 1163536 h 4489084"/>
              <a:gd name="connsiteX31838" fmla="*/ 426532 w 5158787"/>
              <a:gd name="connsiteY31838" fmla="*/ 1163536 h 4489084"/>
              <a:gd name="connsiteX31839" fmla="*/ 427835 w 5158787"/>
              <a:gd name="connsiteY31839" fmla="*/ 1164306 h 4489084"/>
              <a:gd name="connsiteX31840" fmla="*/ 438673 w 5158787"/>
              <a:gd name="connsiteY31840" fmla="*/ 1183139 h 4489084"/>
              <a:gd name="connsiteX31841" fmla="*/ 438673 w 5158787"/>
              <a:gd name="connsiteY31841" fmla="*/ 1184679 h 4489084"/>
              <a:gd name="connsiteX31842" fmla="*/ 427776 w 5158787"/>
              <a:gd name="connsiteY31842" fmla="*/ 1203513 h 4489084"/>
              <a:gd name="connsiteX31843" fmla="*/ 426473 w 5158787"/>
              <a:gd name="connsiteY31843" fmla="*/ 1204283 h 4489084"/>
              <a:gd name="connsiteX31844" fmla="*/ 404737 w 5158787"/>
              <a:gd name="connsiteY31844" fmla="*/ 1204283 h 4489084"/>
              <a:gd name="connsiteX31845" fmla="*/ 403434 w 5158787"/>
              <a:gd name="connsiteY31845" fmla="*/ 1203513 h 4489084"/>
              <a:gd name="connsiteX31846" fmla="*/ 392596 w 5158787"/>
              <a:gd name="connsiteY31846" fmla="*/ 1184679 h 4489084"/>
              <a:gd name="connsiteX31847" fmla="*/ 392596 w 5158787"/>
              <a:gd name="connsiteY31847" fmla="*/ 1183139 h 4489084"/>
              <a:gd name="connsiteX31848" fmla="*/ 403493 w 5158787"/>
              <a:gd name="connsiteY31848" fmla="*/ 1164306 h 4489084"/>
              <a:gd name="connsiteX31849" fmla="*/ 404796 w 5158787"/>
              <a:gd name="connsiteY31849" fmla="*/ 1163536 h 4489084"/>
              <a:gd name="connsiteX31850" fmla="*/ 337220 w 5158787"/>
              <a:gd name="connsiteY31850" fmla="*/ 1163536 h 4489084"/>
              <a:gd name="connsiteX31851" fmla="*/ 358956 w 5158787"/>
              <a:gd name="connsiteY31851" fmla="*/ 1163536 h 4489084"/>
              <a:gd name="connsiteX31852" fmla="*/ 360259 w 5158787"/>
              <a:gd name="connsiteY31852" fmla="*/ 1164306 h 4489084"/>
              <a:gd name="connsiteX31853" fmla="*/ 371097 w 5158787"/>
              <a:gd name="connsiteY31853" fmla="*/ 1183139 h 4489084"/>
              <a:gd name="connsiteX31854" fmla="*/ 371097 w 5158787"/>
              <a:gd name="connsiteY31854" fmla="*/ 1184679 h 4489084"/>
              <a:gd name="connsiteX31855" fmla="*/ 360200 w 5158787"/>
              <a:gd name="connsiteY31855" fmla="*/ 1203513 h 4489084"/>
              <a:gd name="connsiteX31856" fmla="*/ 358897 w 5158787"/>
              <a:gd name="connsiteY31856" fmla="*/ 1204283 h 4489084"/>
              <a:gd name="connsiteX31857" fmla="*/ 337161 w 5158787"/>
              <a:gd name="connsiteY31857" fmla="*/ 1204283 h 4489084"/>
              <a:gd name="connsiteX31858" fmla="*/ 335858 w 5158787"/>
              <a:gd name="connsiteY31858" fmla="*/ 1203513 h 4489084"/>
              <a:gd name="connsiteX31859" fmla="*/ 325020 w 5158787"/>
              <a:gd name="connsiteY31859" fmla="*/ 1184679 h 4489084"/>
              <a:gd name="connsiteX31860" fmla="*/ 325020 w 5158787"/>
              <a:gd name="connsiteY31860" fmla="*/ 1183139 h 4489084"/>
              <a:gd name="connsiteX31861" fmla="*/ 335918 w 5158787"/>
              <a:gd name="connsiteY31861" fmla="*/ 1164306 h 4489084"/>
              <a:gd name="connsiteX31862" fmla="*/ 337220 w 5158787"/>
              <a:gd name="connsiteY31862" fmla="*/ 1163536 h 4489084"/>
              <a:gd name="connsiteX31863" fmla="*/ 4462426 w 5158787"/>
              <a:gd name="connsiteY31863" fmla="*/ 1163121 h 4489084"/>
              <a:gd name="connsiteX31864" fmla="*/ 4484635 w 5158787"/>
              <a:gd name="connsiteY31864" fmla="*/ 1163121 h 4489084"/>
              <a:gd name="connsiteX31865" fmla="*/ 4485998 w 5158787"/>
              <a:gd name="connsiteY31865" fmla="*/ 1163891 h 4489084"/>
              <a:gd name="connsiteX31866" fmla="*/ 4497073 w 5158787"/>
              <a:gd name="connsiteY31866" fmla="*/ 1183139 h 4489084"/>
              <a:gd name="connsiteX31867" fmla="*/ 4497073 w 5158787"/>
              <a:gd name="connsiteY31867" fmla="*/ 1184679 h 4489084"/>
              <a:gd name="connsiteX31868" fmla="*/ 4485998 w 5158787"/>
              <a:gd name="connsiteY31868" fmla="*/ 1203927 h 4489084"/>
              <a:gd name="connsiteX31869" fmla="*/ 4484635 w 5158787"/>
              <a:gd name="connsiteY31869" fmla="*/ 1204697 h 4489084"/>
              <a:gd name="connsiteX31870" fmla="*/ 4462426 w 5158787"/>
              <a:gd name="connsiteY31870" fmla="*/ 1204697 h 4489084"/>
              <a:gd name="connsiteX31871" fmla="*/ 4461064 w 5158787"/>
              <a:gd name="connsiteY31871" fmla="*/ 1203927 h 4489084"/>
              <a:gd name="connsiteX31872" fmla="*/ 4449989 w 5158787"/>
              <a:gd name="connsiteY31872" fmla="*/ 1184679 h 4489084"/>
              <a:gd name="connsiteX31873" fmla="*/ 4449989 w 5158787"/>
              <a:gd name="connsiteY31873" fmla="*/ 1183139 h 4489084"/>
              <a:gd name="connsiteX31874" fmla="*/ 4461064 w 5158787"/>
              <a:gd name="connsiteY31874" fmla="*/ 1163891 h 4489084"/>
              <a:gd name="connsiteX31875" fmla="*/ 4462426 w 5158787"/>
              <a:gd name="connsiteY31875" fmla="*/ 1163121 h 4489084"/>
              <a:gd name="connsiteX31876" fmla="*/ 2230528 w 5158787"/>
              <a:gd name="connsiteY31876" fmla="*/ 1162943 h 4489084"/>
              <a:gd name="connsiteX31877" fmla="*/ 2252915 w 5158787"/>
              <a:gd name="connsiteY31877" fmla="*/ 1162943 h 4489084"/>
              <a:gd name="connsiteX31878" fmla="*/ 2254277 w 5158787"/>
              <a:gd name="connsiteY31878" fmla="*/ 1163713 h 4489084"/>
              <a:gd name="connsiteX31879" fmla="*/ 2265471 w 5158787"/>
              <a:gd name="connsiteY31879" fmla="*/ 1183139 h 4489084"/>
              <a:gd name="connsiteX31880" fmla="*/ 2265471 w 5158787"/>
              <a:gd name="connsiteY31880" fmla="*/ 1184738 h 4489084"/>
              <a:gd name="connsiteX31881" fmla="*/ 2254277 w 5158787"/>
              <a:gd name="connsiteY31881" fmla="*/ 1204164 h 4489084"/>
              <a:gd name="connsiteX31882" fmla="*/ 2252915 w 5158787"/>
              <a:gd name="connsiteY31882" fmla="*/ 1204934 h 4489084"/>
              <a:gd name="connsiteX31883" fmla="*/ 2230528 w 5158787"/>
              <a:gd name="connsiteY31883" fmla="*/ 1204934 h 4489084"/>
              <a:gd name="connsiteX31884" fmla="*/ 2229166 w 5158787"/>
              <a:gd name="connsiteY31884" fmla="*/ 1204164 h 4489084"/>
              <a:gd name="connsiteX31885" fmla="*/ 2217972 w 5158787"/>
              <a:gd name="connsiteY31885" fmla="*/ 1184738 h 4489084"/>
              <a:gd name="connsiteX31886" fmla="*/ 2217972 w 5158787"/>
              <a:gd name="connsiteY31886" fmla="*/ 1183139 h 4489084"/>
              <a:gd name="connsiteX31887" fmla="*/ 2229166 w 5158787"/>
              <a:gd name="connsiteY31887" fmla="*/ 1163713 h 4489084"/>
              <a:gd name="connsiteX31888" fmla="*/ 2230528 w 5158787"/>
              <a:gd name="connsiteY31888" fmla="*/ 1162943 h 4489084"/>
              <a:gd name="connsiteX31889" fmla="*/ 3853592 w 5158787"/>
              <a:gd name="connsiteY31889" fmla="*/ 1162825 h 4489084"/>
              <a:gd name="connsiteX31890" fmla="*/ 3876097 w 5158787"/>
              <a:gd name="connsiteY31890" fmla="*/ 1162825 h 4489084"/>
              <a:gd name="connsiteX31891" fmla="*/ 3877460 w 5158787"/>
              <a:gd name="connsiteY31891" fmla="*/ 1163595 h 4489084"/>
              <a:gd name="connsiteX31892" fmla="*/ 3888712 w 5158787"/>
              <a:gd name="connsiteY31892" fmla="*/ 1183080 h 4489084"/>
              <a:gd name="connsiteX31893" fmla="*/ 3888712 w 5158787"/>
              <a:gd name="connsiteY31893" fmla="*/ 1184679 h 4489084"/>
              <a:gd name="connsiteX31894" fmla="*/ 3877460 w 5158787"/>
              <a:gd name="connsiteY31894" fmla="*/ 1204164 h 4489084"/>
              <a:gd name="connsiteX31895" fmla="*/ 3876097 w 5158787"/>
              <a:gd name="connsiteY31895" fmla="*/ 1204934 h 4489084"/>
              <a:gd name="connsiteX31896" fmla="*/ 3853592 w 5158787"/>
              <a:gd name="connsiteY31896" fmla="*/ 1204934 h 4489084"/>
              <a:gd name="connsiteX31897" fmla="*/ 3852230 w 5158787"/>
              <a:gd name="connsiteY31897" fmla="*/ 1204164 h 4489084"/>
              <a:gd name="connsiteX31898" fmla="*/ 3840977 w 5158787"/>
              <a:gd name="connsiteY31898" fmla="*/ 1184679 h 4489084"/>
              <a:gd name="connsiteX31899" fmla="*/ 3840977 w 5158787"/>
              <a:gd name="connsiteY31899" fmla="*/ 1183080 h 4489084"/>
              <a:gd name="connsiteX31900" fmla="*/ 3852230 w 5158787"/>
              <a:gd name="connsiteY31900" fmla="*/ 1163595 h 4489084"/>
              <a:gd name="connsiteX31901" fmla="*/ 3853592 w 5158787"/>
              <a:gd name="connsiteY31901" fmla="*/ 1162825 h 4489084"/>
              <a:gd name="connsiteX31902" fmla="*/ 3920634 w 5158787"/>
              <a:gd name="connsiteY31902" fmla="*/ 1161818 h 4489084"/>
              <a:gd name="connsiteX31903" fmla="*/ 3944265 w 5158787"/>
              <a:gd name="connsiteY31903" fmla="*/ 1161818 h 4489084"/>
              <a:gd name="connsiteX31904" fmla="*/ 3945686 w 5158787"/>
              <a:gd name="connsiteY31904" fmla="*/ 1162647 h 4489084"/>
              <a:gd name="connsiteX31905" fmla="*/ 3957473 w 5158787"/>
              <a:gd name="connsiteY31905" fmla="*/ 1183139 h 4489084"/>
              <a:gd name="connsiteX31906" fmla="*/ 3957473 w 5158787"/>
              <a:gd name="connsiteY31906" fmla="*/ 1184797 h 4489084"/>
              <a:gd name="connsiteX31907" fmla="*/ 3945628 w 5158787"/>
              <a:gd name="connsiteY31907" fmla="*/ 1205289 h 4489084"/>
              <a:gd name="connsiteX31908" fmla="*/ 3944206 w 5158787"/>
              <a:gd name="connsiteY31908" fmla="*/ 1206118 h 4489084"/>
              <a:gd name="connsiteX31909" fmla="*/ 3920575 w 5158787"/>
              <a:gd name="connsiteY31909" fmla="*/ 1206118 h 4489084"/>
              <a:gd name="connsiteX31910" fmla="*/ 3919154 w 5158787"/>
              <a:gd name="connsiteY31910" fmla="*/ 1205289 h 4489084"/>
              <a:gd name="connsiteX31911" fmla="*/ 3907368 w 5158787"/>
              <a:gd name="connsiteY31911" fmla="*/ 1184797 h 4489084"/>
              <a:gd name="connsiteX31912" fmla="*/ 3907368 w 5158787"/>
              <a:gd name="connsiteY31912" fmla="*/ 1183139 h 4489084"/>
              <a:gd name="connsiteX31913" fmla="*/ 3919213 w 5158787"/>
              <a:gd name="connsiteY31913" fmla="*/ 1162647 h 4489084"/>
              <a:gd name="connsiteX31914" fmla="*/ 3920634 w 5158787"/>
              <a:gd name="connsiteY31914" fmla="*/ 1161818 h 4489084"/>
              <a:gd name="connsiteX31915" fmla="*/ 4596867 w 5158787"/>
              <a:gd name="connsiteY31915" fmla="*/ 1161581 h 4489084"/>
              <a:gd name="connsiteX31916" fmla="*/ 4620735 w 5158787"/>
              <a:gd name="connsiteY31916" fmla="*/ 1161581 h 4489084"/>
              <a:gd name="connsiteX31917" fmla="*/ 4622216 w 5158787"/>
              <a:gd name="connsiteY31917" fmla="*/ 1162410 h 4489084"/>
              <a:gd name="connsiteX31918" fmla="*/ 4634120 w 5158787"/>
              <a:gd name="connsiteY31918" fmla="*/ 1183080 h 4489084"/>
              <a:gd name="connsiteX31919" fmla="*/ 4634120 w 5158787"/>
              <a:gd name="connsiteY31919" fmla="*/ 1184738 h 4489084"/>
              <a:gd name="connsiteX31920" fmla="*/ 4622216 w 5158787"/>
              <a:gd name="connsiteY31920" fmla="*/ 1205408 h 4489084"/>
              <a:gd name="connsiteX31921" fmla="*/ 4620735 w 5158787"/>
              <a:gd name="connsiteY31921" fmla="*/ 1206237 h 4489084"/>
              <a:gd name="connsiteX31922" fmla="*/ 4596867 w 5158787"/>
              <a:gd name="connsiteY31922" fmla="*/ 1206237 h 4489084"/>
              <a:gd name="connsiteX31923" fmla="*/ 4595387 w 5158787"/>
              <a:gd name="connsiteY31923" fmla="*/ 1205408 h 4489084"/>
              <a:gd name="connsiteX31924" fmla="*/ 4583482 w 5158787"/>
              <a:gd name="connsiteY31924" fmla="*/ 1184738 h 4489084"/>
              <a:gd name="connsiteX31925" fmla="*/ 4583482 w 5158787"/>
              <a:gd name="connsiteY31925" fmla="*/ 1183080 h 4489084"/>
              <a:gd name="connsiteX31926" fmla="*/ 4595387 w 5158787"/>
              <a:gd name="connsiteY31926" fmla="*/ 1162410 h 4489084"/>
              <a:gd name="connsiteX31927" fmla="*/ 4596867 w 5158787"/>
              <a:gd name="connsiteY31927" fmla="*/ 1161581 h 4489084"/>
              <a:gd name="connsiteX31928" fmla="*/ 2702730 w 5158787"/>
              <a:gd name="connsiteY31928" fmla="*/ 1160693 h 4489084"/>
              <a:gd name="connsiteX31929" fmla="*/ 2727546 w 5158787"/>
              <a:gd name="connsiteY31929" fmla="*/ 1160693 h 4489084"/>
              <a:gd name="connsiteX31930" fmla="*/ 2729086 w 5158787"/>
              <a:gd name="connsiteY31930" fmla="*/ 1161581 h 4489084"/>
              <a:gd name="connsiteX31931" fmla="*/ 2741523 w 5158787"/>
              <a:gd name="connsiteY31931" fmla="*/ 1183080 h 4489084"/>
              <a:gd name="connsiteX31932" fmla="*/ 2741523 w 5158787"/>
              <a:gd name="connsiteY31932" fmla="*/ 1184857 h 4489084"/>
              <a:gd name="connsiteX31933" fmla="*/ 2729086 w 5158787"/>
              <a:gd name="connsiteY31933" fmla="*/ 1206355 h 4489084"/>
              <a:gd name="connsiteX31934" fmla="*/ 2727546 w 5158787"/>
              <a:gd name="connsiteY31934" fmla="*/ 1207244 h 4489084"/>
              <a:gd name="connsiteX31935" fmla="*/ 2702730 w 5158787"/>
              <a:gd name="connsiteY31935" fmla="*/ 1207244 h 4489084"/>
              <a:gd name="connsiteX31936" fmla="*/ 2701190 w 5158787"/>
              <a:gd name="connsiteY31936" fmla="*/ 1206355 h 4489084"/>
              <a:gd name="connsiteX31937" fmla="*/ 2688753 w 5158787"/>
              <a:gd name="connsiteY31937" fmla="*/ 1184857 h 4489084"/>
              <a:gd name="connsiteX31938" fmla="*/ 2688753 w 5158787"/>
              <a:gd name="connsiteY31938" fmla="*/ 1183080 h 4489084"/>
              <a:gd name="connsiteX31939" fmla="*/ 2701190 w 5158787"/>
              <a:gd name="connsiteY31939" fmla="*/ 1161581 h 4489084"/>
              <a:gd name="connsiteX31940" fmla="*/ 2702730 w 5158787"/>
              <a:gd name="connsiteY31940" fmla="*/ 1160693 h 4489084"/>
              <a:gd name="connsiteX31941" fmla="*/ 2634977 w 5158787"/>
              <a:gd name="connsiteY31941" fmla="*/ 1160456 h 4489084"/>
              <a:gd name="connsiteX31942" fmla="*/ 2660029 w 5158787"/>
              <a:gd name="connsiteY31942" fmla="*/ 1160456 h 4489084"/>
              <a:gd name="connsiteX31943" fmla="*/ 2661569 w 5158787"/>
              <a:gd name="connsiteY31943" fmla="*/ 1161345 h 4489084"/>
              <a:gd name="connsiteX31944" fmla="*/ 2674065 w 5158787"/>
              <a:gd name="connsiteY31944" fmla="*/ 1183080 h 4489084"/>
              <a:gd name="connsiteX31945" fmla="*/ 2674065 w 5158787"/>
              <a:gd name="connsiteY31945" fmla="*/ 1184857 h 4489084"/>
              <a:gd name="connsiteX31946" fmla="*/ 2661509 w 5158787"/>
              <a:gd name="connsiteY31946" fmla="*/ 1206592 h 4489084"/>
              <a:gd name="connsiteX31947" fmla="*/ 2659969 w 5158787"/>
              <a:gd name="connsiteY31947" fmla="*/ 1207481 h 4489084"/>
              <a:gd name="connsiteX31948" fmla="*/ 2634917 w 5158787"/>
              <a:gd name="connsiteY31948" fmla="*/ 1207481 h 4489084"/>
              <a:gd name="connsiteX31949" fmla="*/ 2633377 w 5158787"/>
              <a:gd name="connsiteY31949" fmla="*/ 1206592 h 4489084"/>
              <a:gd name="connsiteX31950" fmla="*/ 2620881 w 5158787"/>
              <a:gd name="connsiteY31950" fmla="*/ 1184857 h 4489084"/>
              <a:gd name="connsiteX31951" fmla="*/ 2620881 w 5158787"/>
              <a:gd name="connsiteY31951" fmla="*/ 1183080 h 4489084"/>
              <a:gd name="connsiteX31952" fmla="*/ 2633437 w 5158787"/>
              <a:gd name="connsiteY31952" fmla="*/ 1161345 h 4489084"/>
              <a:gd name="connsiteX31953" fmla="*/ 2634977 w 5158787"/>
              <a:gd name="connsiteY31953" fmla="*/ 1160456 h 4489084"/>
              <a:gd name="connsiteX31954" fmla="*/ 4663436 w 5158787"/>
              <a:gd name="connsiteY31954" fmla="*/ 1159627 h 4489084"/>
              <a:gd name="connsiteX31955" fmla="*/ 4689377 w 5158787"/>
              <a:gd name="connsiteY31955" fmla="*/ 1159627 h 4489084"/>
              <a:gd name="connsiteX31956" fmla="*/ 4690976 w 5158787"/>
              <a:gd name="connsiteY31956" fmla="*/ 1160515 h 4489084"/>
              <a:gd name="connsiteX31957" fmla="*/ 4703946 w 5158787"/>
              <a:gd name="connsiteY31957" fmla="*/ 1182962 h 4489084"/>
              <a:gd name="connsiteX31958" fmla="*/ 4703946 w 5158787"/>
              <a:gd name="connsiteY31958" fmla="*/ 1184798 h 4489084"/>
              <a:gd name="connsiteX31959" fmla="*/ 4690976 w 5158787"/>
              <a:gd name="connsiteY31959" fmla="*/ 1207244 h 4489084"/>
              <a:gd name="connsiteX31960" fmla="*/ 4689377 w 5158787"/>
              <a:gd name="connsiteY31960" fmla="*/ 1208132 h 4489084"/>
              <a:gd name="connsiteX31961" fmla="*/ 4663436 w 5158787"/>
              <a:gd name="connsiteY31961" fmla="*/ 1208132 h 4489084"/>
              <a:gd name="connsiteX31962" fmla="*/ 4661837 w 5158787"/>
              <a:gd name="connsiteY31962" fmla="*/ 1207244 h 4489084"/>
              <a:gd name="connsiteX31963" fmla="*/ 4648867 w 5158787"/>
              <a:gd name="connsiteY31963" fmla="*/ 1184798 h 4489084"/>
              <a:gd name="connsiteX31964" fmla="*/ 4648867 w 5158787"/>
              <a:gd name="connsiteY31964" fmla="*/ 1182962 h 4489084"/>
              <a:gd name="connsiteX31965" fmla="*/ 4661837 w 5158787"/>
              <a:gd name="connsiteY31965" fmla="*/ 1160515 h 4489084"/>
              <a:gd name="connsiteX31966" fmla="*/ 4663436 w 5158787"/>
              <a:gd name="connsiteY31966" fmla="*/ 1159627 h 4489084"/>
              <a:gd name="connsiteX31967" fmla="*/ 4798647 w 5158787"/>
              <a:gd name="connsiteY31967" fmla="*/ 1159508 h 4489084"/>
              <a:gd name="connsiteX31968" fmla="*/ 4824706 w 5158787"/>
              <a:gd name="connsiteY31968" fmla="*/ 1159508 h 4489084"/>
              <a:gd name="connsiteX31969" fmla="*/ 4826305 w 5158787"/>
              <a:gd name="connsiteY31969" fmla="*/ 1160456 h 4489084"/>
              <a:gd name="connsiteX31970" fmla="*/ 4839334 w 5158787"/>
              <a:gd name="connsiteY31970" fmla="*/ 1183020 h 4489084"/>
              <a:gd name="connsiteX31971" fmla="*/ 4839334 w 5158787"/>
              <a:gd name="connsiteY31971" fmla="*/ 1184856 h 4489084"/>
              <a:gd name="connsiteX31972" fmla="*/ 4826305 w 5158787"/>
              <a:gd name="connsiteY31972" fmla="*/ 1207421 h 4489084"/>
              <a:gd name="connsiteX31973" fmla="*/ 4824706 w 5158787"/>
              <a:gd name="connsiteY31973" fmla="*/ 1208369 h 4489084"/>
              <a:gd name="connsiteX31974" fmla="*/ 4798647 w 5158787"/>
              <a:gd name="connsiteY31974" fmla="*/ 1208369 h 4489084"/>
              <a:gd name="connsiteX31975" fmla="*/ 4797047 w 5158787"/>
              <a:gd name="connsiteY31975" fmla="*/ 1207421 h 4489084"/>
              <a:gd name="connsiteX31976" fmla="*/ 4784018 w 5158787"/>
              <a:gd name="connsiteY31976" fmla="*/ 1184856 h 4489084"/>
              <a:gd name="connsiteX31977" fmla="*/ 4784018 w 5158787"/>
              <a:gd name="connsiteY31977" fmla="*/ 1183020 h 4489084"/>
              <a:gd name="connsiteX31978" fmla="*/ 4797047 w 5158787"/>
              <a:gd name="connsiteY31978" fmla="*/ 1160456 h 4489084"/>
              <a:gd name="connsiteX31979" fmla="*/ 4798647 w 5158787"/>
              <a:gd name="connsiteY31979" fmla="*/ 1159508 h 4489084"/>
              <a:gd name="connsiteX31980" fmla="*/ 4866163 w 5158787"/>
              <a:gd name="connsiteY31980" fmla="*/ 1159331 h 4489084"/>
              <a:gd name="connsiteX31981" fmla="*/ 4892460 w 5158787"/>
              <a:gd name="connsiteY31981" fmla="*/ 1159331 h 4489084"/>
              <a:gd name="connsiteX31982" fmla="*/ 4894058 w 5158787"/>
              <a:gd name="connsiteY31982" fmla="*/ 1160279 h 4489084"/>
              <a:gd name="connsiteX31983" fmla="*/ 4907207 w 5158787"/>
              <a:gd name="connsiteY31983" fmla="*/ 1183021 h 4489084"/>
              <a:gd name="connsiteX31984" fmla="*/ 4907207 w 5158787"/>
              <a:gd name="connsiteY31984" fmla="*/ 1184857 h 4489084"/>
              <a:gd name="connsiteX31985" fmla="*/ 4894058 w 5158787"/>
              <a:gd name="connsiteY31985" fmla="*/ 1207600 h 4489084"/>
              <a:gd name="connsiteX31986" fmla="*/ 4892460 w 5158787"/>
              <a:gd name="connsiteY31986" fmla="*/ 1208547 h 4489084"/>
              <a:gd name="connsiteX31987" fmla="*/ 4866163 w 5158787"/>
              <a:gd name="connsiteY31987" fmla="*/ 1208547 h 4489084"/>
              <a:gd name="connsiteX31988" fmla="*/ 4864564 w 5158787"/>
              <a:gd name="connsiteY31988" fmla="*/ 1207600 h 4489084"/>
              <a:gd name="connsiteX31989" fmla="*/ 4851416 w 5158787"/>
              <a:gd name="connsiteY31989" fmla="*/ 1184857 h 4489084"/>
              <a:gd name="connsiteX31990" fmla="*/ 4851416 w 5158787"/>
              <a:gd name="connsiteY31990" fmla="*/ 1183021 h 4489084"/>
              <a:gd name="connsiteX31991" fmla="*/ 4864564 w 5158787"/>
              <a:gd name="connsiteY31991" fmla="*/ 1160279 h 4489084"/>
              <a:gd name="connsiteX31992" fmla="*/ 4866163 w 5158787"/>
              <a:gd name="connsiteY31992" fmla="*/ 1159331 h 4489084"/>
              <a:gd name="connsiteX31993" fmla="*/ 4730301 w 5158787"/>
              <a:gd name="connsiteY31993" fmla="*/ 1158205 h 4489084"/>
              <a:gd name="connsiteX31994" fmla="*/ 4757782 w 5158787"/>
              <a:gd name="connsiteY31994" fmla="*/ 1158205 h 4489084"/>
              <a:gd name="connsiteX31995" fmla="*/ 4759440 w 5158787"/>
              <a:gd name="connsiteY31995" fmla="*/ 1159153 h 4489084"/>
              <a:gd name="connsiteX31996" fmla="*/ 4773180 w 5158787"/>
              <a:gd name="connsiteY31996" fmla="*/ 1182961 h 4489084"/>
              <a:gd name="connsiteX31997" fmla="*/ 4773180 w 5158787"/>
              <a:gd name="connsiteY31997" fmla="*/ 1184916 h 4489084"/>
              <a:gd name="connsiteX31998" fmla="*/ 4759440 w 5158787"/>
              <a:gd name="connsiteY31998" fmla="*/ 1208724 h 4489084"/>
              <a:gd name="connsiteX31999" fmla="*/ 4757782 w 5158787"/>
              <a:gd name="connsiteY31999" fmla="*/ 1209672 h 4489084"/>
              <a:gd name="connsiteX32000" fmla="*/ 4730301 w 5158787"/>
              <a:gd name="connsiteY32000" fmla="*/ 1209672 h 4489084"/>
              <a:gd name="connsiteX32001" fmla="*/ 4728643 w 5158787"/>
              <a:gd name="connsiteY32001" fmla="*/ 1208724 h 4489084"/>
              <a:gd name="connsiteX32002" fmla="*/ 4714902 w 5158787"/>
              <a:gd name="connsiteY32002" fmla="*/ 1184916 h 4489084"/>
              <a:gd name="connsiteX32003" fmla="*/ 4714902 w 5158787"/>
              <a:gd name="connsiteY32003" fmla="*/ 1182961 h 4489084"/>
              <a:gd name="connsiteX32004" fmla="*/ 4728643 w 5158787"/>
              <a:gd name="connsiteY32004" fmla="*/ 1159153 h 4489084"/>
              <a:gd name="connsiteX32005" fmla="*/ 4730301 w 5158787"/>
              <a:gd name="connsiteY32005" fmla="*/ 1158205 h 4489084"/>
              <a:gd name="connsiteX32006" fmla="*/ 886296 w 5158787"/>
              <a:gd name="connsiteY32006" fmla="*/ 1120065 h 4489084"/>
              <a:gd name="connsiteX32007" fmla="*/ 891923 w 5158787"/>
              <a:gd name="connsiteY32007" fmla="*/ 1120065 h 4489084"/>
              <a:gd name="connsiteX32008" fmla="*/ 892278 w 5158787"/>
              <a:gd name="connsiteY32008" fmla="*/ 1120243 h 4489084"/>
              <a:gd name="connsiteX32009" fmla="*/ 895062 w 5158787"/>
              <a:gd name="connsiteY32009" fmla="*/ 1125099 h 4489084"/>
              <a:gd name="connsiteX32010" fmla="*/ 895062 w 5158787"/>
              <a:gd name="connsiteY32010" fmla="*/ 1125514 h 4489084"/>
              <a:gd name="connsiteX32011" fmla="*/ 892219 w 5158787"/>
              <a:gd name="connsiteY32011" fmla="*/ 1130370 h 4489084"/>
              <a:gd name="connsiteX32012" fmla="*/ 891864 w 5158787"/>
              <a:gd name="connsiteY32012" fmla="*/ 1130548 h 4489084"/>
              <a:gd name="connsiteX32013" fmla="*/ 886237 w 5158787"/>
              <a:gd name="connsiteY32013" fmla="*/ 1130548 h 4489084"/>
              <a:gd name="connsiteX32014" fmla="*/ 885882 w 5158787"/>
              <a:gd name="connsiteY32014" fmla="*/ 1130370 h 4489084"/>
              <a:gd name="connsiteX32015" fmla="*/ 883098 w 5158787"/>
              <a:gd name="connsiteY32015" fmla="*/ 1125514 h 4489084"/>
              <a:gd name="connsiteX32016" fmla="*/ 883098 w 5158787"/>
              <a:gd name="connsiteY32016" fmla="*/ 1125099 h 4489084"/>
              <a:gd name="connsiteX32017" fmla="*/ 885941 w 5158787"/>
              <a:gd name="connsiteY32017" fmla="*/ 1120243 h 4489084"/>
              <a:gd name="connsiteX32018" fmla="*/ 886296 w 5158787"/>
              <a:gd name="connsiteY32018" fmla="*/ 1120065 h 4489084"/>
              <a:gd name="connsiteX32019" fmla="*/ 3523234 w 5158787"/>
              <a:gd name="connsiteY32019" fmla="*/ 1118821 h 4489084"/>
              <a:gd name="connsiteX32020" fmla="*/ 3530164 w 5158787"/>
              <a:gd name="connsiteY32020" fmla="*/ 1118821 h 4489084"/>
              <a:gd name="connsiteX32021" fmla="*/ 3530578 w 5158787"/>
              <a:gd name="connsiteY32021" fmla="*/ 1119058 h 4489084"/>
              <a:gd name="connsiteX32022" fmla="*/ 3534072 w 5158787"/>
              <a:gd name="connsiteY32022" fmla="*/ 1125099 h 4489084"/>
              <a:gd name="connsiteX32023" fmla="*/ 3534072 w 5158787"/>
              <a:gd name="connsiteY32023" fmla="*/ 1125573 h 4489084"/>
              <a:gd name="connsiteX32024" fmla="*/ 3530578 w 5158787"/>
              <a:gd name="connsiteY32024" fmla="*/ 1131614 h 4489084"/>
              <a:gd name="connsiteX32025" fmla="*/ 3530164 w 5158787"/>
              <a:gd name="connsiteY32025" fmla="*/ 1131851 h 4489084"/>
              <a:gd name="connsiteX32026" fmla="*/ 3523234 w 5158787"/>
              <a:gd name="connsiteY32026" fmla="*/ 1131851 h 4489084"/>
              <a:gd name="connsiteX32027" fmla="*/ 3522820 w 5158787"/>
              <a:gd name="connsiteY32027" fmla="*/ 1131614 h 4489084"/>
              <a:gd name="connsiteX32028" fmla="*/ 3519325 w 5158787"/>
              <a:gd name="connsiteY32028" fmla="*/ 1125573 h 4489084"/>
              <a:gd name="connsiteX32029" fmla="*/ 3519325 w 5158787"/>
              <a:gd name="connsiteY32029" fmla="*/ 1125099 h 4489084"/>
              <a:gd name="connsiteX32030" fmla="*/ 3522820 w 5158787"/>
              <a:gd name="connsiteY32030" fmla="*/ 1119058 h 4489084"/>
              <a:gd name="connsiteX32031" fmla="*/ 3523234 w 5158787"/>
              <a:gd name="connsiteY32031" fmla="*/ 1118821 h 4489084"/>
              <a:gd name="connsiteX32032" fmla="*/ 2777235 w 5158787"/>
              <a:gd name="connsiteY32032" fmla="*/ 1114971 h 4489084"/>
              <a:gd name="connsiteX32033" fmla="*/ 2788251 w 5158787"/>
              <a:gd name="connsiteY32033" fmla="*/ 1114971 h 4489084"/>
              <a:gd name="connsiteX32034" fmla="*/ 2788902 w 5158787"/>
              <a:gd name="connsiteY32034" fmla="*/ 1115386 h 4489084"/>
              <a:gd name="connsiteX32035" fmla="*/ 2794410 w 5158787"/>
              <a:gd name="connsiteY32035" fmla="*/ 1124921 h 4489084"/>
              <a:gd name="connsiteX32036" fmla="*/ 2794410 w 5158787"/>
              <a:gd name="connsiteY32036" fmla="*/ 1125691 h 4489084"/>
              <a:gd name="connsiteX32037" fmla="*/ 2788902 w 5158787"/>
              <a:gd name="connsiteY32037" fmla="*/ 1135226 h 4489084"/>
              <a:gd name="connsiteX32038" fmla="*/ 2788251 w 5158787"/>
              <a:gd name="connsiteY32038" fmla="*/ 1135641 h 4489084"/>
              <a:gd name="connsiteX32039" fmla="*/ 2777235 w 5158787"/>
              <a:gd name="connsiteY32039" fmla="*/ 1135641 h 4489084"/>
              <a:gd name="connsiteX32040" fmla="*/ 2776583 w 5158787"/>
              <a:gd name="connsiteY32040" fmla="*/ 1135226 h 4489084"/>
              <a:gd name="connsiteX32041" fmla="*/ 2771076 w 5158787"/>
              <a:gd name="connsiteY32041" fmla="*/ 1125691 h 4489084"/>
              <a:gd name="connsiteX32042" fmla="*/ 2771076 w 5158787"/>
              <a:gd name="connsiteY32042" fmla="*/ 1124921 h 4489084"/>
              <a:gd name="connsiteX32043" fmla="*/ 2776583 w 5158787"/>
              <a:gd name="connsiteY32043" fmla="*/ 1115386 h 4489084"/>
              <a:gd name="connsiteX32044" fmla="*/ 2777235 w 5158787"/>
              <a:gd name="connsiteY32044" fmla="*/ 1114971 h 4489084"/>
              <a:gd name="connsiteX32045" fmla="*/ 4265028 w 5158787"/>
              <a:gd name="connsiteY32045" fmla="*/ 1114793 h 4489084"/>
              <a:gd name="connsiteX32046" fmla="*/ 4276281 w 5158787"/>
              <a:gd name="connsiteY32046" fmla="*/ 1114793 h 4489084"/>
              <a:gd name="connsiteX32047" fmla="*/ 4276992 w 5158787"/>
              <a:gd name="connsiteY32047" fmla="*/ 1115208 h 4489084"/>
              <a:gd name="connsiteX32048" fmla="*/ 4282618 w 5158787"/>
              <a:gd name="connsiteY32048" fmla="*/ 1124980 h 4489084"/>
              <a:gd name="connsiteX32049" fmla="*/ 4282618 w 5158787"/>
              <a:gd name="connsiteY32049" fmla="*/ 1125750 h 4489084"/>
              <a:gd name="connsiteX32050" fmla="*/ 4276992 w 5158787"/>
              <a:gd name="connsiteY32050" fmla="*/ 1135522 h 4489084"/>
              <a:gd name="connsiteX32051" fmla="*/ 4276281 w 5158787"/>
              <a:gd name="connsiteY32051" fmla="*/ 1135936 h 4489084"/>
              <a:gd name="connsiteX32052" fmla="*/ 4265028 w 5158787"/>
              <a:gd name="connsiteY32052" fmla="*/ 1135936 h 4489084"/>
              <a:gd name="connsiteX32053" fmla="*/ 4264318 w 5158787"/>
              <a:gd name="connsiteY32053" fmla="*/ 1135522 h 4489084"/>
              <a:gd name="connsiteX32054" fmla="*/ 4258692 w 5158787"/>
              <a:gd name="connsiteY32054" fmla="*/ 1125750 h 4489084"/>
              <a:gd name="connsiteX32055" fmla="*/ 4258692 w 5158787"/>
              <a:gd name="connsiteY32055" fmla="*/ 1124980 h 4489084"/>
              <a:gd name="connsiteX32056" fmla="*/ 4264318 w 5158787"/>
              <a:gd name="connsiteY32056" fmla="*/ 1115208 h 4489084"/>
              <a:gd name="connsiteX32057" fmla="*/ 4265028 w 5158787"/>
              <a:gd name="connsiteY32057" fmla="*/ 1114793 h 4489084"/>
              <a:gd name="connsiteX32058" fmla="*/ 4331834 w 5158787"/>
              <a:gd name="connsiteY32058" fmla="*/ 1113194 h 4489084"/>
              <a:gd name="connsiteX32059" fmla="*/ 4344745 w 5158787"/>
              <a:gd name="connsiteY32059" fmla="*/ 1113194 h 4489084"/>
              <a:gd name="connsiteX32060" fmla="*/ 4345515 w 5158787"/>
              <a:gd name="connsiteY32060" fmla="*/ 1113668 h 4489084"/>
              <a:gd name="connsiteX32061" fmla="*/ 4351971 w 5158787"/>
              <a:gd name="connsiteY32061" fmla="*/ 1124861 h 4489084"/>
              <a:gd name="connsiteX32062" fmla="*/ 4351971 w 5158787"/>
              <a:gd name="connsiteY32062" fmla="*/ 1125750 h 4489084"/>
              <a:gd name="connsiteX32063" fmla="*/ 4345515 w 5158787"/>
              <a:gd name="connsiteY32063" fmla="*/ 1136943 h 4489084"/>
              <a:gd name="connsiteX32064" fmla="*/ 4344745 w 5158787"/>
              <a:gd name="connsiteY32064" fmla="*/ 1137417 h 4489084"/>
              <a:gd name="connsiteX32065" fmla="*/ 4331834 w 5158787"/>
              <a:gd name="connsiteY32065" fmla="*/ 1137417 h 4489084"/>
              <a:gd name="connsiteX32066" fmla="*/ 4331064 w 5158787"/>
              <a:gd name="connsiteY32066" fmla="*/ 1136943 h 4489084"/>
              <a:gd name="connsiteX32067" fmla="*/ 4324609 w 5158787"/>
              <a:gd name="connsiteY32067" fmla="*/ 1125750 h 4489084"/>
              <a:gd name="connsiteX32068" fmla="*/ 4324609 w 5158787"/>
              <a:gd name="connsiteY32068" fmla="*/ 1124861 h 4489084"/>
              <a:gd name="connsiteX32069" fmla="*/ 4331064 w 5158787"/>
              <a:gd name="connsiteY32069" fmla="*/ 1113668 h 4489084"/>
              <a:gd name="connsiteX32070" fmla="*/ 4331834 w 5158787"/>
              <a:gd name="connsiteY32070" fmla="*/ 1113194 h 4489084"/>
              <a:gd name="connsiteX32071" fmla="*/ 3723119 w 5158787"/>
              <a:gd name="connsiteY32071" fmla="*/ 1113194 h 4489084"/>
              <a:gd name="connsiteX32072" fmla="*/ 3736031 w 5158787"/>
              <a:gd name="connsiteY32072" fmla="*/ 1113194 h 4489084"/>
              <a:gd name="connsiteX32073" fmla="*/ 3736801 w 5158787"/>
              <a:gd name="connsiteY32073" fmla="*/ 1113668 h 4489084"/>
              <a:gd name="connsiteX32074" fmla="*/ 3743256 w 5158787"/>
              <a:gd name="connsiteY32074" fmla="*/ 1124861 h 4489084"/>
              <a:gd name="connsiteX32075" fmla="*/ 3743256 w 5158787"/>
              <a:gd name="connsiteY32075" fmla="*/ 1125750 h 4489084"/>
              <a:gd name="connsiteX32076" fmla="*/ 3736801 w 5158787"/>
              <a:gd name="connsiteY32076" fmla="*/ 1136943 h 4489084"/>
              <a:gd name="connsiteX32077" fmla="*/ 3736031 w 5158787"/>
              <a:gd name="connsiteY32077" fmla="*/ 1137417 h 4489084"/>
              <a:gd name="connsiteX32078" fmla="*/ 3723119 w 5158787"/>
              <a:gd name="connsiteY32078" fmla="*/ 1137417 h 4489084"/>
              <a:gd name="connsiteX32079" fmla="*/ 3722349 w 5158787"/>
              <a:gd name="connsiteY32079" fmla="*/ 1136943 h 4489084"/>
              <a:gd name="connsiteX32080" fmla="*/ 3715894 w 5158787"/>
              <a:gd name="connsiteY32080" fmla="*/ 1125750 h 4489084"/>
              <a:gd name="connsiteX32081" fmla="*/ 3715894 w 5158787"/>
              <a:gd name="connsiteY32081" fmla="*/ 1124861 h 4489084"/>
              <a:gd name="connsiteX32082" fmla="*/ 3722349 w 5158787"/>
              <a:gd name="connsiteY32082" fmla="*/ 1113668 h 4489084"/>
              <a:gd name="connsiteX32083" fmla="*/ 3723119 w 5158787"/>
              <a:gd name="connsiteY32083" fmla="*/ 1113194 h 4489084"/>
              <a:gd name="connsiteX32084" fmla="*/ 4195795 w 5158787"/>
              <a:gd name="connsiteY32084" fmla="*/ 1111773 h 4489084"/>
              <a:gd name="connsiteX32085" fmla="*/ 4210246 w 5158787"/>
              <a:gd name="connsiteY32085" fmla="*/ 1111773 h 4489084"/>
              <a:gd name="connsiteX32086" fmla="*/ 4211134 w 5158787"/>
              <a:gd name="connsiteY32086" fmla="*/ 1112306 h 4489084"/>
              <a:gd name="connsiteX32087" fmla="*/ 4218360 w 5158787"/>
              <a:gd name="connsiteY32087" fmla="*/ 1124862 h 4489084"/>
              <a:gd name="connsiteX32088" fmla="*/ 4218360 w 5158787"/>
              <a:gd name="connsiteY32088" fmla="*/ 1125869 h 4489084"/>
              <a:gd name="connsiteX32089" fmla="*/ 4211134 w 5158787"/>
              <a:gd name="connsiteY32089" fmla="*/ 1138424 h 4489084"/>
              <a:gd name="connsiteX32090" fmla="*/ 4210246 w 5158787"/>
              <a:gd name="connsiteY32090" fmla="*/ 1138957 h 4489084"/>
              <a:gd name="connsiteX32091" fmla="*/ 4195795 w 5158787"/>
              <a:gd name="connsiteY32091" fmla="*/ 1138957 h 4489084"/>
              <a:gd name="connsiteX32092" fmla="*/ 4194907 w 5158787"/>
              <a:gd name="connsiteY32092" fmla="*/ 1138424 h 4489084"/>
              <a:gd name="connsiteX32093" fmla="*/ 4187681 w 5158787"/>
              <a:gd name="connsiteY32093" fmla="*/ 1125869 h 4489084"/>
              <a:gd name="connsiteX32094" fmla="*/ 4187681 w 5158787"/>
              <a:gd name="connsiteY32094" fmla="*/ 1124862 h 4489084"/>
              <a:gd name="connsiteX32095" fmla="*/ 4194907 w 5158787"/>
              <a:gd name="connsiteY32095" fmla="*/ 1112306 h 4489084"/>
              <a:gd name="connsiteX32096" fmla="*/ 4195795 w 5158787"/>
              <a:gd name="connsiteY32096" fmla="*/ 1111773 h 4489084"/>
              <a:gd name="connsiteX32097" fmla="*/ 3653885 w 5158787"/>
              <a:gd name="connsiteY32097" fmla="*/ 1110233 h 4489084"/>
              <a:gd name="connsiteX32098" fmla="*/ 3669994 w 5158787"/>
              <a:gd name="connsiteY32098" fmla="*/ 1110233 h 4489084"/>
              <a:gd name="connsiteX32099" fmla="*/ 3671001 w 5158787"/>
              <a:gd name="connsiteY32099" fmla="*/ 1110825 h 4489084"/>
              <a:gd name="connsiteX32100" fmla="*/ 3679056 w 5158787"/>
              <a:gd name="connsiteY32100" fmla="*/ 1124802 h 4489084"/>
              <a:gd name="connsiteX32101" fmla="*/ 3679056 w 5158787"/>
              <a:gd name="connsiteY32101" fmla="*/ 1125928 h 4489084"/>
              <a:gd name="connsiteX32102" fmla="*/ 3671001 w 5158787"/>
              <a:gd name="connsiteY32102" fmla="*/ 1139905 h 4489084"/>
              <a:gd name="connsiteX32103" fmla="*/ 3669994 w 5158787"/>
              <a:gd name="connsiteY32103" fmla="*/ 1140497 h 4489084"/>
              <a:gd name="connsiteX32104" fmla="*/ 3653885 w 5158787"/>
              <a:gd name="connsiteY32104" fmla="*/ 1140497 h 4489084"/>
              <a:gd name="connsiteX32105" fmla="*/ 3652878 w 5158787"/>
              <a:gd name="connsiteY32105" fmla="*/ 1139905 h 4489084"/>
              <a:gd name="connsiteX32106" fmla="*/ 3644823 w 5158787"/>
              <a:gd name="connsiteY32106" fmla="*/ 1125928 h 4489084"/>
              <a:gd name="connsiteX32107" fmla="*/ 3644823 w 5158787"/>
              <a:gd name="connsiteY32107" fmla="*/ 1124802 h 4489084"/>
              <a:gd name="connsiteX32108" fmla="*/ 3652878 w 5158787"/>
              <a:gd name="connsiteY32108" fmla="*/ 1110825 h 4489084"/>
              <a:gd name="connsiteX32109" fmla="*/ 3653885 w 5158787"/>
              <a:gd name="connsiteY32109" fmla="*/ 1110233 h 4489084"/>
              <a:gd name="connsiteX32110" fmla="*/ 2436276 w 5158787"/>
              <a:gd name="connsiteY32110" fmla="*/ 1109819 h 4489084"/>
              <a:gd name="connsiteX32111" fmla="*/ 2452859 w 5158787"/>
              <a:gd name="connsiteY32111" fmla="*/ 1109819 h 4489084"/>
              <a:gd name="connsiteX32112" fmla="*/ 2453866 w 5158787"/>
              <a:gd name="connsiteY32112" fmla="*/ 1110411 h 4489084"/>
              <a:gd name="connsiteX32113" fmla="*/ 2462158 w 5158787"/>
              <a:gd name="connsiteY32113" fmla="*/ 1124744 h 4489084"/>
              <a:gd name="connsiteX32114" fmla="*/ 2462158 w 5158787"/>
              <a:gd name="connsiteY32114" fmla="*/ 1125928 h 4489084"/>
              <a:gd name="connsiteX32115" fmla="*/ 2453866 w 5158787"/>
              <a:gd name="connsiteY32115" fmla="*/ 1140261 h 4489084"/>
              <a:gd name="connsiteX32116" fmla="*/ 2452859 w 5158787"/>
              <a:gd name="connsiteY32116" fmla="*/ 1140853 h 4489084"/>
              <a:gd name="connsiteX32117" fmla="*/ 2436276 w 5158787"/>
              <a:gd name="connsiteY32117" fmla="*/ 1140853 h 4489084"/>
              <a:gd name="connsiteX32118" fmla="*/ 2435269 w 5158787"/>
              <a:gd name="connsiteY32118" fmla="*/ 1140261 h 4489084"/>
              <a:gd name="connsiteX32119" fmla="*/ 2426978 w 5158787"/>
              <a:gd name="connsiteY32119" fmla="*/ 1125928 h 4489084"/>
              <a:gd name="connsiteX32120" fmla="*/ 2426978 w 5158787"/>
              <a:gd name="connsiteY32120" fmla="*/ 1124744 h 4489084"/>
              <a:gd name="connsiteX32121" fmla="*/ 2435269 w 5158787"/>
              <a:gd name="connsiteY32121" fmla="*/ 1110411 h 4489084"/>
              <a:gd name="connsiteX32122" fmla="*/ 2436276 w 5158787"/>
              <a:gd name="connsiteY32122" fmla="*/ 1109819 h 4489084"/>
              <a:gd name="connsiteX32123" fmla="*/ 948423 w 5158787"/>
              <a:gd name="connsiteY32123" fmla="*/ 1109700 h 4489084"/>
              <a:gd name="connsiteX32124" fmla="*/ 965065 w 5158787"/>
              <a:gd name="connsiteY32124" fmla="*/ 1109700 h 4489084"/>
              <a:gd name="connsiteX32125" fmla="*/ 966072 w 5158787"/>
              <a:gd name="connsiteY32125" fmla="*/ 1110292 h 4489084"/>
              <a:gd name="connsiteX32126" fmla="*/ 974423 w 5158787"/>
              <a:gd name="connsiteY32126" fmla="*/ 1124743 h 4489084"/>
              <a:gd name="connsiteX32127" fmla="*/ 974423 w 5158787"/>
              <a:gd name="connsiteY32127" fmla="*/ 1125928 h 4489084"/>
              <a:gd name="connsiteX32128" fmla="*/ 966072 w 5158787"/>
              <a:gd name="connsiteY32128" fmla="*/ 1140379 h 4489084"/>
              <a:gd name="connsiteX32129" fmla="*/ 965065 w 5158787"/>
              <a:gd name="connsiteY32129" fmla="*/ 1140971 h 4489084"/>
              <a:gd name="connsiteX32130" fmla="*/ 948423 w 5158787"/>
              <a:gd name="connsiteY32130" fmla="*/ 1140971 h 4489084"/>
              <a:gd name="connsiteX32131" fmla="*/ 947416 w 5158787"/>
              <a:gd name="connsiteY32131" fmla="*/ 1140379 h 4489084"/>
              <a:gd name="connsiteX32132" fmla="*/ 939066 w 5158787"/>
              <a:gd name="connsiteY32132" fmla="*/ 1125928 h 4489084"/>
              <a:gd name="connsiteX32133" fmla="*/ 939066 w 5158787"/>
              <a:gd name="connsiteY32133" fmla="*/ 1124743 h 4489084"/>
              <a:gd name="connsiteX32134" fmla="*/ 947416 w 5158787"/>
              <a:gd name="connsiteY32134" fmla="*/ 1110292 h 4489084"/>
              <a:gd name="connsiteX32135" fmla="*/ 948423 w 5158787"/>
              <a:gd name="connsiteY32135" fmla="*/ 1109700 h 4489084"/>
              <a:gd name="connsiteX32136" fmla="*/ 3585777 w 5158787"/>
              <a:gd name="connsiteY32136" fmla="*/ 1109286 h 4489084"/>
              <a:gd name="connsiteX32137" fmla="*/ 3602893 w 5158787"/>
              <a:gd name="connsiteY32137" fmla="*/ 1109286 h 4489084"/>
              <a:gd name="connsiteX32138" fmla="*/ 3603958 w 5158787"/>
              <a:gd name="connsiteY32138" fmla="*/ 1109878 h 4489084"/>
              <a:gd name="connsiteX32139" fmla="*/ 3612487 w 5158787"/>
              <a:gd name="connsiteY32139" fmla="*/ 1124685 h 4489084"/>
              <a:gd name="connsiteX32140" fmla="*/ 3612487 w 5158787"/>
              <a:gd name="connsiteY32140" fmla="*/ 1125869 h 4489084"/>
              <a:gd name="connsiteX32141" fmla="*/ 3603899 w 5158787"/>
              <a:gd name="connsiteY32141" fmla="*/ 1140675 h 4489084"/>
              <a:gd name="connsiteX32142" fmla="*/ 3602833 w 5158787"/>
              <a:gd name="connsiteY32142" fmla="*/ 1141268 h 4489084"/>
              <a:gd name="connsiteX32143" fmla="*/ 3585717 w 5158787"/>
              <a:gd name="connsiteY32143" fmla="*/ 1141268 h 4489084"/>
              <a:gd name="connsiteX32144" fmla="*/ 3584651 w 5158787"/>
              <a:gd name="connsiteY32144" fmla="*/ 1140675 h 4489084"/>
              <a:gd name="connsiteX32145" fmla="*/ 3576123 w 5158787"/>
              <a:gd name="connsiteY32145" fmla="*/ 1125869 h 4489084"/>
              <a:gd name="connsiteX32146" fmla="*/ 3576123 w 5158787"/>
              <a:gd name="connsiteY32146" fmla="*/ 1124685 h 4489084"/>
              <a:gd name="connsiteX32147" fmla="*/ 3584710 w 5158787"/>
              <a:gd name="connsiteY32147" fmla="*/ 1109878 h 4489084"/>
              <a:gd name="connsiteX32148" fmla="*/ 3585777 w 5158787"/>
              <a:gd name="connsiteY32148" fmla="*/ 1109286 h 4489084"/>
              <a:gd name="connsiteX32149" fmla="*/ 2503556 w 5158787"/>
              <a:gd name="connsiteY32149" fmla="*/ 1109108 h 4489084"/>
              <a:gd name="connsiteX32150" fmla="*/ 2520908 w 5158787"/>
              <a:gd name="connsiteY32150" fmla="*/ 1109108 h 4489084"/>
              <a:gd name="connsiteX32151" fmla="*/ 2521974 w 5158787"/>
              <a:gd name="connsiteY32151" fmla="*/ 1109700 h 4489084"/>
              <a:gd name="connsiteX32152" fmla="*/ 2530621 w 5158787"/>
              <a:gd name="connsiteY32152" fmla="*/ 1124684 h 4489084"/>
              <a:gd name="connsiteX32153" fmla="*/ 2530621 w 5158787"/>
              <a:gd name="connsiteY32153" fmla="*/ 1125928 h 4489084"/>
              <a:gd name="connsiteX32154" fmla="*/ 2521974 w 5158787"/>
              <a:gd name="connsiteY32154" fmla="*/ 1140912 h 4489084"/>
              <a:gd name="connsiteX32155" fmla="*/ 2520908 w 5158787"/>
              <a:gd name="connsiteY32155" fmla="*/ 1141504 h 4489084"/>
              <a:gd name="connsiteX32156" fmla="*/ 2503556 w 5158787"/>
              <a:gd name="connsiteY32156" fmla="*/ 1141504 h 4489084"/>
              <a:gd name="connsiteX32157" fmla="*/ 2502490 w 5158787"/>
              <a:gd name="connsiteY32157" fmla="*/ 1140912 h 4489084"/>
              <a:gd name="connsiteX32158" fmla="*/ 2493843 w 5158787"/>
              <a:gd name="connsiteY32158" fmla="*/ 1125928 h 4489084"/>
              <a:gd name="connsiteX32159" fmla="*/ 2493843 w 5158787"/>
              <a:gd name="connsiteY32159" fmla="*/ 1124684 h 4489084"/>
              <a:gd name="connsiteX32160" fmla="*/ 2502490 w 5158787"/>
              <a:gd name="connsiteY32160" fmla="*/ 1109700 h 4489084"/>
              <a:gd name="connsiteX32161" fmla="*/ 2503556 w 5158787"/>
              <a:gd name="connsiteY32161" fmla="*/ 1109108 h 4489084"/>
              <a:gd name="connsiteX32162" fmla="*/ 3788444 w 5158787"/>
              <a:gd name="connsiteY32162" fmla="*/ 1108989 h 4489084"/>
              <a:gd name="connsiteX32163" fmla="*/ 3805915 w 5158787"/>
              <a:gd name="connsiteY32163" fmla="*/ 1108989 h 4489084"/>
              <a:gd name="connsiteX32164" fmla="*/ 3806982 w 5158787"/>
              <a:gd name="connsiteY32164" fmla="*/ 1109581 h 4489084"/>
              <a:gd name="connsiteX32165" fmla="*/ 3815688 w 5158787"/>
              <a:gd name="connsiteY32165" fmla="*/ 1124684 h 4489084"/>
              <a:gd name="connsiteX32166" fmla="*/ 3815688 w 5158787"/>
              <a:gd name="connsiteY32166" fmla="*/ 1125927 h 4489084"/>
              <a:gd name="connsiteX32167" fmla="*/ 3806982 w 5158787"/>
              <a:gd name="connsiteY32167" fmla="*/ 1141030 h 4489084"/>
              <a:gd name="connsiteX32168" fmla="*/ 3805915 w 5158787"/>
              <a:gd name="connsiteY32168" fmla="*/ 1141622 h 4489084"/>
              <a:gd name="connsiteX32169" fmla="*/ 3788444 w 5158787"/>
              <a:gd name="connsiteY32169" fmla="*/ 1141622 h 4489084"/>
              <a:gd name="connsiteX32170" fmla="*/ 3787378 w 5158787"/>
              <a:gd name="connsiteY32170" fmla="*/ 1141030 h 4489084"/>
              <a:gd name="connsiteX32171" fmla="*/ 3778672 w 5158787"/>
              <a:gd name="connsiteY32171" fmla="*/ 1125927 h 4489084"/>
              <a:gd name="connsiteX32172" fmla="*/ 3778672 w 5158787"/>
              <a:gd name="connsiteY32172" fmla="*/ 1124684 h 4489084"/>
              <a:gd name="connsiteX32173" fmla="*/ 3787378 w 5158787"/>
              <a:gd name="connsiteY32173" fmla="*/ 1109581 h 4489084"/>
              <a:gd name="connsiteX32174" fmla="*/ 3788444 w 5158787"/>
              <a:gd name="connsiteY32174" fmla="*/ 1108989 h 4489084"/>
              <a:gd name="connsiteX32175" fmla="*/ 2367990 w 5158787"/>
              <a:gd name="connsiteY32175" fmla="*/ 1108456 h 4489084"/>
              <a:gd name="connsiteX32176" fmla="*/ 2385995 w 5158787"/>
              <a:gd name="connsiteY32176" fmla="*/ 1108456 h 4489084"/>
              <a:gd name="connsiteX32177" fmla="*/ 2387120 w 5158787"/>
              <a:gd name="connsiteY32177" fmla="*/ 1109108 h 4489084"/>
              <a:gd name="connsiteX32178" fmla="*/ 2396122 w 5158787"/>
              <a:gd name="connsiteY32178" fmla="*/ 1124684 h 4489084"/>
              <a:gd name="connsiteX32179" fmla="*/ 2396122 w 5158787"/>
              <a:gd name="connsiteY32179" fmla="*/ 1125927 h 4489084"/>
              <a:gd name="connsiteX32180" fmla="*/ 2387120 w 5158787"/>
              <a:gd name="connsiteY32180" fmla="*/ 1141504 h 4489084"/>
              <a:gd name="connsiteX32181" fmla="*/ 2385995 w 5158787"/>
              <a:gd name="connsiteY32181" fmla="*/ 1142155 h 4489084"/>
              <a:gd name="connsiteX32182" fmla="*/ 2367990 w 5158787"/>
              <a:gd name="connsiteY32182" fmla="*/ 1142155 h 4489084"/>
              <a:gd name="connsiteX32183" fmla="*/ 2366865 w 5158787"/>
              <a:gd name="connsiteY32183" fmla="*/ 1141504 h 4489084"/>
              <a:gd name="connsiteX32184" fmla="*/ 2357863 w 5158787"/>
              <a:gd name="connsiteY32184" fmla="*/ 1125927 h 4489084"/>
              <a:gd name="connsiteX32185" fmla="*/ 2357863 w 5158787"/>
              <a:gd name="connsiteY32185" fmla="*/ 1124684 h 4489084"/>
              <a:gd name="connsiteX32186" fmla="*/ 2366865 w 5158787"/>
              <a:gd name="connsiteY32186" fmla="*/ 1109108 h 4489084"/>
              <a:gd name="connsiteX32187" fmla="*/ 2367990 w 5158787"/>
              <a:gd name="connsiteY32187" fmla="*/ 1108456 h 4489084"/>
              <a:gd name="connsiteX32188" fmla="*/ 1015348 w 5158787"/>
              <a:gd name="connsiteY32188" fmla="*/ 1108456 h 4489084"/>
              <a:gd name="connsiteX32189" fmla="*/ 1033353 w 5158787"/>
              <a:gd name="connsiteY32189" fmla="*/ 1108456 h 4489084"/>
              <a:gd name="connsiteX32190" fmla="*/ 1034478 w 5158787"/>
              <a:gd name="connsiteY32190" fmla="*/ 1109108 h 4489084"/>
              <a:gd name="connsiteX32191" fmla="*/ 1043480 w 5158787"/>
              <a:gd name="connsiteY32191" fmla="*/ 1124684 h 4489084"/>
              <a:gd name="connsiteX32192" fmla="*/ 1043480 w 5158787"/>
              <a:gd name="connsiteY32192" fmla="*/ 1125927 h 4489084"/>
              <a:gd name="connsiteX32193" fmla="*/ 1034478 w 5158787"/>
              <a:gd name="connsiteY32193" fmla="*/ 1141504 h 4489084"/>
              <a:gd name="connsiteX32194" fmla="*/ 1033353 w 5158787"/>
              <a:gd name="connsiteY32194" fmla="*/ 1142155 h 4489084"/>
              <a:gd name="connsiteX32195" fmla="*/ 1015348 w 5158787"/>
              <a:gd name="connsiteY32195" fmla="*/ 1142155 h 4489084"/>
              <a:gd name="connsiteX32196" fmla="*/ 1014223 w 5158787"/>
              <a:gd name="connsiteY32196" fmla="*/ 1141504 h 4489084"/>
              <a:gd name="connsiteX32197" fmla="*/ 1005221 w 5158787"/>
              <a:gd name="connsiteY32197" fmla="*/ 1125927 h 4489084"/>
              <a:gd name="connsiteX32198" fmla="*/ 1005221 w 5158787"/>
              <a:gd name="connsiteY32198" fmla="*/ 1124684 h 4489084"/>
              <a:gd name="connsiteX32199" fmla="*/ 1014223 w 5158787"/>
              <a:gd name="connsiteY32199" fmla="*/ 1109108 h 4489084"/>
              <a:gd name="connsiteX32200" fmla="*/ 1015348 w 5158787"/>
              <a:gd name="connsiteY32200" fmla="*/ 1108456 h 4489084"/>
              <a:gd name="connsiteX32201" fmla="*/ 1150558 w 5158787"/>
              <a:gd name="connsiteY32201" fmla="*/ 1108338 h 4489084"/>
              <a:gd name="connsiteX32202" fmla="*/ 1168681 w 5158787"/>
              <a:gd name="connsiteY32202" fmla="*/ 1108338 h 4489084"/>
              <a:gd name="connsiteX32203" fmla="*/ 1169807 w 5158787"/>
              <a:gd name="connsiteY32203" fmla="*/ 1108989 h 4489084"/>
              <a:gd name="connsiteX32204" fmla="*/ 1178868 w 5158787"/>
              <a:gd name="connsiteY32204" fmla="*/ 1124684 h 4489084"/>
              <a:gd name="connsiteX32205" fmla="*/ 1178868 w 5158787"/>
              <a:gd name="connsiteY32205" fmla="*/ 1125987 h 4489084"/>
              <a:gd name="connsiteX32206" fmla="*/ 1169807 w 5158787"/>
              <a:gd name="connsiteY32206" fmla="*/ 1141682 h 4489084"/>
              <a:gd name="connsiteX32207" fmla="*/ 1168681 w 5158787"/>
              <a:gd name="connsiteY32207" fmla="*/ 1142333 h 4489084"/>
              <a:gd name="connsiteX32208" fmla="*/ 1150558 w 5158787"/>
              <a:gd name="connsiteY32208" fmla="*/ 1142333 h 4489084"/>
              <a:gd name="connsiteX32209" fmla="*/ 1149433 w 5158787"/>
              <a:gd name="connsiteY32209" fmla="*/ 1141682 h 4489084"/>
              <a:gd name="connsiteX32210" fmla="*/ 1140372 w 5158787"/>
              <a:gd name="connsiteY32210" fmla="*/ 1125987 h 4489084"/>
              <a:gd name="connsiteX32211" fmla="*/ 1140372 w 5158787"/>
              <a:gd name="connsiteY32211" fmla="*/ 1124684 h 4489084"/>
              <a:gd name="connsiteX32212" fmla="*/ 1149433 w 5158787"/>
              <a:gd name="connsiteY32212" fmla="*/ 1108989 h 4489084"/>
              <a:gd name="connsiteX32213" fmla="*/ 1150558 w 5158787"/>
              <a:gd name="connsiteY32213" fmla="*/ 1108338 h 4489084"/>
              <a:gd name="connsiteX32214" fmla="*/ 812383 w 5158787"/>
              <a:gd name="connsiteY32214" fmla="*/ 1108338 h 4489084"/>
              <a:gd name="connsiteX32215" fmla="*/ 830506 w 5158787"/>
              <a:gd name="connsiteY32215" fmla="*/ 1108338 h 4489084"/>
              <a:gd name="connsiteX32216" fmla="*/ 831632 w 5158787"/>
              <a:gd name="connsiteY32216" fmla="*/ 1108989 h 4489084"/>
              <a:gd name="connsiteX32217" fmla="*/ 840693 w 5158787"/>
              <a:gd name="connsiteY32217" fmla="*/ 1124684 h 4489084"/>
              <a:gd name="connsiteX32218" fmla="*/ 840693 w 5158787"/>
              <a:gd name="connsiteY32218" fmla="*/ 1125987 h 4489084"/>
              <a:gd name="connsiteX32219" fmla="*/ 831632 w 5158787"/>
              <a:gd name="connsiteY32219" fmla="*/ 1141682 h 4489084"/>
              <a:gd name="connsiteX32220" fmla="*/ 830506 w 5158787"/>
              <a:gd name="connsiteY32220" fmla="*/ 1142333 h 4489084"/>
              <a:gd name="connsiteX32221" fmla="*/ 812383 w 5158787"/>
              <a:gd name="connsiteY32221" fmla="*/ 1142333 h 4489084"/>
              <a:gd name="connsiteX32222" fmla="*/ 811258 w 5158787"/>
              <a:gd name="connsiteY32222" fmla="*/ 1141682 h 4489084"/>
              <a:gd name="connsiteX32223" fmla="*/ 802197 w 5158787"/>
              <a:gd name="connsiteY32223" fmla="*/ 1125987 h 4489084"/>
              <a:gd name="connsiteX32224" fmla="*/ 802197 w 5158787"/>
              <a:gd name="connsiteY32224" fmla="*/ 1124684 h 4489084"/>
              <a:gd name="connsiteX32225" fmla="*/ 811258 w 5158787"/>
              <a:gd name="connsiteY32225" fmla="*/ 1108989 h 4489084"/>
              <a:gd name="connsiteX32226" fmla="*/ 812383 w 5158787"/>
              <a:gd name="connsiteY32226" fmla="*/ 1108338 h 4489084"/>
              <a:gd name="connsiteX32227" fmla="*/ 677054 w 5158787"/>
              <a:gd name="connsiteY32227" fmla="*/ 1108279 h 4489084"/>
              <a:gd name="connsiteX32228" fmla="*/ 695296 w 5158787"/>
              <a:gd name="connsiteY32228" fmla="*/ 1108279 h 4489084"/>
              <a:gd name="connsiteX32229" fmla="*/ 696421 w 5158787"/>
              <a:gd name="connsiteY32229" fmla="*/ 1108931 h 4489084"/>
              <a:gd name="connsiteX32230" fmla="*/ 705542 w 5158787"/>
              <a:gd name="connsiteY32230" fmla="*/ 1124684 h 4489084"/>
              <a:gd name="connsiteX32231" fmla="*/ 705542 w 5158787"/>
              <a:gd name="connsiteY32231" fmla="*/ 1125987 h 4489084"/>
              <a:gd name="connsiteX32232" fmla="*/ 696421 w 5158787"/>
              <a:gd name="connsiteY32232" fmla="*/ 1141741 h 4489084"/>
              <a:gd name="connsiteX32233" fmla="*/ 695296 w 5158787"/>
              <a:gd name="connsiteY32233" fmla="*/ 1142393 h 4489084"/>
              <a:gd name="connsiteX32234" fmla="*/ 677054 w 5158787"/>
              <a:gd name="connsiteY32234" fmla="*/ 1142393 h 4489084"/>
              <a:gd name="connsiteX32235" fmla="*/ 675929 w 5158787"/>
              <a:gd name="connsiteY32235" fmla="*/ 1141741 h 4489084"/>
              <a:gd name="connsiteX32236" fmla="*/ 666809 w 5158787"/>
              <a:gd name="connsiteY32236" fmla="*/ 1125987 h 4489084"/>
              <a:gd name="connsiteX32237" fmla="*/ 666809 w 5158787"/>
              <a:gd name="connsiteY32237" fmla="*/ 1124684 h 4489084"/>
              <a:gd name="connsiteX32238" fmla="*/ 675929 w 5158787"/>
              <a:gd name="connsiteY32238" fmla="*/ 1108931 h 4489084"/>
              <a:gd name="connsiteX32239" fmla="*/ 677054 w 5158787"/>
              <a:gd name="connsiteY32239" fmla="*/ 1108279 h 4489084"/>
              <a:gd name="connsiteX32240" fmla="*/ 474090 w 5158787"/>
              <a:gd name="connsiteY32240" fmla="*/ 1108042 h 4489084"/>
              <a:gd name="connsiteX32241" fmla="*/ 492509 w 5158787"/>
              <a:gd name="connsiteY32241" fmla="*/ 1108042 h 4489084"/>
              <a:gd name="connsiteX32242" fmla="*/ 493634 w 5158787"/>
              <a:gd name="connsiteY32242" fmla="*/ 1108693 h 4489084"/>
              <a:gd name="connsiteX32243" fmla="*/ 502874 w 5158787"/>
              <a:gd name="connsiteY32243" fmla="*/ 1124684 h 4489084"/>
              <a:gd name="connsiteX32244" fmla="*/ 502874 w 5158787"/>
              <a:gd name="connsiteY32244" fmla="*/ 1125987 h 4489084"/>
              <a:gd name="connsiteX32245" fmla="*/ 493634 w 5158787"/>
              <a:gd name="connsiteY32245" fmla="*/ 1141978 h 4489084"/>
              <a:gd name="connsiteX32246" fmla="*/ 492509 w 5158787"/>
              <a:gd name="connsiteY32246" fmla="*/ 1142629 h 4489084"/>
              <a:gd name="connsiteX32247" fmla="*/ 474090 w 5158787"/>
              <a:gd name="connsiteY32247" fmla="*/ 1142629 h 4489084"/>
              <a:gd name="connsiteX32248" fmla="*/ 472965 w 5158787"/>
              <a:gd name="connsiteY32248" fmla="*/ 1141978 h 4489084"/>
              <a:gd name="connsiteX32249" fmla="*/ 463726 w 5158787"/>
              <a:gd name="connsiteY32249" fmla="*/ 1125987 h 4489084"/>
              <a:gd name="connsiteX32250" fmla="*/ 463726 w 5158787"/>
              <a:gd name="connsiteY32250" fmla="*/ 1124684 h 4489084"/>
              <a:gd name="connsiteX32251" fmla="*/ 472965 w 5158787"/>
              <a:gd name="connsiteY32251" fmla="*/ 1108693 h 4489084"/>
              <a:gd name="connsiteX32252" fmla="*/ 474090 w 5158787"/>
              <a:gd name="connsiteY32252" fmla="*/ 1108042 h 4489084"/>
              <a:gd name="connsiteX32253" fmla="*/ 1082746 w 5158787"/>
              <a:gd name="connsiteY32253" fmla="*/ 1107923 h 4489084"/>
              <a:gd name="connsiteX32254" fmla="*/ 1101284 w 5158787"/>
              <a:gd name="connsiteY32254" fmla="*/ 1107923 h 4489084"/>
              <a:gd name="connsiteX32255" fmla="*/ 1102409 w 5158787"/>
              <a:gd name="connsiteY32255" fmla="*/ 1108575 h 4489084"/>
              <a:gd name="connsiteX32256" fmla="*/ 1111648 w 5158787"/>
              <a:gd name="connsiteY32256" fmla="*/ 1124625 h 4489084"/>
              <a:gd name="connsiteX32257" fmla="*/ 1111648 w 5158787"/>
              <a:gd name="connsiteY32257" fmla="*/ 1125927 h 4489084"/>
              <a:gd name="connsiteX32258" fmla="*/ 1102350 w 5158787"/>
              <a:gd name="connsiteY32258" fmla="*/ 1141977 h 4489084"/>
              <a:gd name="connsiteX32259" fmla="*/ 1101224 w 5158787"/>
              <a:gd name="connsiteY32259" fmla="*/ 1142629 h 4489084"/>
              <a:gd name="connsiteX32260" fmla="*/ 1082687 w 5158787"/>
              <a:gd name="connsiteY32260" fmla="*/ 1142629 h 4489084"/>
              <a:gd name="connsiteX32261" fmla="*/ 1081562 w 5158787"/>
              <a:gd name="connsiteY32261" fmla="*/ 1141977 h 4489084"/>
              <a:gd name="connsiteX32262" fmla="*/ 1072323 w 5158787"/>
              <a:gd name="connsiteY32262" fmla="*/ 1125927 h 4489084"/>
              <a:gd name="connsiteX32263" fmla="*/ 1072323 w 5158787"/>
              <a:gd name="connsiteY32263" fmla="*/ 1124625 h 4489084"/>
              <a:gd name="connsiteX32264" fmla="*/ 1081621 w 5158787"/>
              <a:gd name="connsiteY32264" fmla="*/ 1108575 h 4489084"/>
              <a:gd name="connsiteX32265" fmla="*/ 1082746 w 5158787"/>
              <a:gd name="connsiteY32265" fmla="*/ 1107923 h 4489084"/>
              <a:gd name="connsiteX32266" fmla="*/ 4396567 w 5158787"/>
              <a:gd name="connsiteY32266" fmla="*/ 1107864 h 4489084"/>
              <a:gd name="connsiteX32267" fmla="*/ 4415223 w 5158787"/>
              <a:gd name="connsiteY32267" fmla="*/ 1107864 h 4489084"/>
              <a:gd name="connsiteX32268" fmla="*/ 4416349 w 5158787"/>
              <a:gd name="connsiteY32268" fmla="*/ 1108516 h 4489084"/>
              <a:gd name="connsiteX32269" fmla="*/ 4425647 w 5158787"/>
              <a:gd name="connsiteY32269" fmla="*/ 1124684 h 4489084"/>
              <a:gd name="connsiteX32270" fmla="*/ 4425647 w 5158787"/>
              <a:gd name="connsiteY32270" fmla="*/ 1125987 h 4489084"/>
              <a:gd name="connsiteX32271" fmla="*/ 4416290 w 5158787"/>
              <a:gd name="connsiteY32271" fmla="*/ 1142155 h 4489084"/>
              <a:gd name="connsiteX32272" fmla="*/ 4415164 w 5158787"/>
              <a:gd name="connsiteY32272" fmla="*/ 1142807 h 4489084"/>
              <a:gd name="connsiteX32273" fmla="*/ 4396509 w 5158787"/>
              <a:gd name="connsiteY32273" fmla="*/ 1142807 h 4489084"/>
              <a:gd name="connsiteX32274" fmla="*/ 4395383 w 5158787"/>
              <a:gd name="connsiteY32274" fmla="*/ 1142155 h 4489084"/>
              <a:gd name="connsiteX32275" fmla="*/ 4386085 w 5158787"/>
              <a:gd name="connsiteY32275" fmla="*/ 1125987 h 4489084"/>
              <a:gd name="connsiteX32276" fmla="*/ 4386085 w 5158787"/>
              <a:gd name="connsiteY32276" fmla="*/ 1124684 h 4489084"/>
              <a:gd name="connsiteX32277" fmla="*/ 4395442 w 5158787"/>
              <a:gd name="connsiteY32277" fmla="*/ 1108516 h 4489084"/>
              <a:gd name="connsiteX32278" fmla="*/ 4396567 w 5158787"/>
              <a:gd name="connsiteY32278" fmla="*/ 1107864 h 4489084"/>
              <a:gd name="connsiteX32279" fmla="*/ 2570540 w 5158787"/>
              <a:gd name="connsiteY32279" fmla="*/ 1107864 h 4489084"/>
              <a:gd name="connsiteX32280" fmla="*/ 2589196 w 5158787"/>
              <a:gd name="connsiteY32280" fmla="*/ 1107864 h 4489084"/>
              <a:gd name="connsiteX32281" fmla="*/ 2590321 w 5158787"/>
              <a:gd name="connsiteY32281" fmla="*/ 1108516 h 4489084"/>
              <a:gd name="connsiteX32282" fmla="*/ 2599619 w 5158787"/>
              <a:gd name="connsiteY32282" fmla="*/ 1124684 h 4489084"/>
              <a:gd name="connsiteX32283" fmla="*/ 2599619 w 5158787"/>
              <a:gd name="connsiteY32283" fmla="*/ 1125987 h 4489084"/>
              <a:gd name="connsiteX32284" fmla="*/ 2590262 w 5158787"/>
              <a:gd name="connsiteY32284" fmla="*/ 1142155 h 4489084"/>
              <a:gd name="connsiteX32285" fmla="*/ 2589136 w 5158787"/>
              <a:gd name="connsiteY32285" fmla="*/ 1142807 h 4489084"/>
              <a:gd name="connsiteX32286" fmla="*/ 2570480 w 5158787"/>
              <a:gd name="connsiteY32286" fmla="*/ 1142807 h 4489084"/>
              <a:gd name="connsiteX32287" fmla="*/ 2569355 w 5158787"/>
              <a:gd name="connsiteY32287" fmla="*/ 1142155 h 4489084"/>
              <a:gd name="connsiteX32288" fmla="*/ 2560057 w 5158787"/>
              <a:gd name="connsiteY32288" fmla="*/ 1125987 h 4489084"/>
              <a:gd name="connsiteX32289" fmla="*/ 2560057 w 5158787"/>
              <a:gd name="connsiteY32289" fmla="*/ 1124684 h 4489084"/>
              <a:gd name="connsiteX32290" fmla="*/ 2569414 w 5158787"/>
              <a:gd name="connsiteY32290" fmla="*/ 1108516 h 4489084"/>
              <a:gd name="connsiteX32291" fmla="*/ 2570540 w 5158787"/>
              <a:gd name="connsiteY32291" fmla="*/ 1107864 h 4489084"/>
              <a:gd name="connsiteX32292" fmla="*/ 744275 w 5158787"/>
              <a:gd name="connsiteY32292" fmla="*/ 1107331 h 4489084"/>
              <a:gd name="connsiteX32293" fmla="*/ 763463 w 5158787"/>
              <a:gd name="connsiteY32293" fmla="*/ 1107331 h 4489084"/>
              <a:gd name="connsiteX32294" fmla="*/ 764648 w 5158787"/>
              <a:gd name="connsiteY32294" fmla="*/ 1107983 h 4489084"/>
              <a:gd name="connsiteX32295" fmla="*/ 774242 w 5158787"/>
              <a:gd name="connsiteY32295" fmla="*/ 1124625 h 4489084"/>
              <a:gd name="connsiteX32296" fmla="*/ 774242 w 5158787"/>
              <a:gd name="connsiteY32296" fmla="*/ 1125987 h 4489084"/>
              <a:gd name="connsiteX32297" fmla="*/ 764648 w 5158787"/>
              <a:gd name="connsiteY32297" fmla="*/ 1142629 h 4489084"/>
              <a:gd name="connsiteX32298" fmla="*/ 763463 w 5158787"/>
              <a:gd name="connsiteY32298" fmla="*/ 1143281 h 4489084"/>
              <a:gd name="connsiteX32299" fmla="*/ 744275 w 5158787"/>
              <a:gd name="connsiteY32299" fmla="*/ 1143281 h 4489084"/>
              <a:gd name="connsiteX32300" fmla="*/ 743090 w 5158787"/>
              <a:gd name="connsiteY32300" fmla="*/ 1142629 h 4489084"/>
              <a:gd name="connsiteX32301" fmla="*/ 733496 w 5158787"/>
              <a:gd name="connsiteY32301" fmla="*/ 1125987 h 4489084"/>
              <a:gd name="connsiteX32302" fmla="*/ 733496 w 5158787"/>
              <a:gd name="connsiteY32302" fmla="*/ 1124625 h 4489084"/>
              <a:gd name="connsiteX32303" fmla="*/ 743090 w 5158787"/>
              <a:gd name="connsiteY32303" fmla="*/ 1107983 h 4489084"/>
              <a:gd name="connsiteX32304" fmla="*/ 744275 w 5158787"/>
              <a:gd name="connsiteY32304" fmla="*/ 1107331 h 4489084"/>
              <a:gd name="connsiteX32305" fmla="*/ 270770 w 5158787"/>
              <a:gd name="connsiteY32305" fmla="*/ 1107213 h 4489084"/>
              <a:gd name="connsiteX32306" fmla="*/ 290077 w 5158787"/>
              <a:gd name="connsiteY32306" fmla="*/ 1107213 h 4489084"/>
              <a:gd name="connsiteX32307" fmla="*/ 291262 w 5158787"/>
              <a:gd name="connsiteY32307" fmla="*/ 1107924 h 4489084"/>
              <a:gd name="connsiteX32308" fmla="*/ 300916 w 5158787"/>
              <a:gd name="connsiteY32308" fmla="*/ 1124684 h 4489084"/>
              <a:gd name="connsiteX32309" fmla="*/ 300916 w 5158787"/>
              <a:gd name="connsiteY32309" fmla="*/ 1126047 h 4489084"/>
              <a:gd name="connsiteX32310" fmla="*/ 291262 w 5158787"/>
              <a:gd name="connsiteY32310" fmla="*/ 1142807 h 4489084"/>
              <a:gd name="connsiteX32311" fmla="*/ 290077 w 5158787"/>
              <a:gd name="connsiteY32311" fmla="*/ 1143518 h 4489084"/>
              <a:gd name="connsiteX32312" fmla="*/ 270770 w 5158787"/>
              <a:gd name="connsiteY32312" fmla="*/ 1143518 h 4489084"/>
              <a:gd name="connsiteX32313" fmla="*/ 269585 w 5158787"/>
              <a:gd name="connsiteY32313" fmla="*/ 1142807 h 4489084"/>
              <a:gd name="connsiteX32314" fmla="*/ 259932 w 5158787"/>
              <a:gd name="connsiteY32314" fmla="*/ 1126047 h 4489084"/>
              <a:gd name="connsiteX32315" fmla="*/ 259932 w 5158787"/>
              <a:gd name="connsiteY32315" fmla="*/ 1124684 h 4489084"/>
              <a:gd name="connsiteX32316" fmla="*/ 269585 w 5158787"/>
              <a:gd name="connsiteY32316" fmla="*/ 1107924 h 4489084"/>
              <a:gd name="connsiteX32317" fmla="*/ 270770 w 5158787"/>
              <a:gd name="connsiteY32317" fmla="*/ 1107213 h 4489084"/>
              <a:gd name="connsiteX32318" fmla="*/ 4531423 w 5158787"/>
              <a:gd name="connsiteY32318" fmla="*/ 1107094 h 4489084"/>
              <a:gd name="connsiteX32319" fmla="*/ 4550849 w 5158787"/>
              <a:gd name="connsiteY32319" fmla="*/ 1107094 h 4489084"/>
              <a:gd name="connsiteX32320" fmla="*/ 4552033 w 5158787"/>
              <a:gd name="connsiteY32320" fmla="*/ 1107805 h 4489084"/>
              <a:gd name="connsiteX32321" fmla="*/ 4561746 w 5158787"/>
              <a:gd name="connsiteY32321" fmla="*/ 1124625 h 4489084"/>
              <a:gd name="connsiteX32322" fmla="*/ 4561746 w 5158787"/>
              <a:gd name="connsiteY32322" fmla="*/ 1125987 h 4489084"/>
              <a:gd name="connsiteX32323" fmla="*/ 4552033 w 5158787"/>
              <a:gd name="connsiteY32323" fmla="*/ 1142807 h 4489084"/>
              <a:gd name="connsiteX32324" fmla="*/ 4550849 w 5158787"/>
              <a:gd name="connsiteY32324" fmla="*/ 1143517 h 4489084"/>
              <a:gd name="connsiteX32325" fmla="*/ 4531423 w 5158787"/>
              <a:gd name="connsiteY32325" fmla="*/ 1143517 h 4489084"/>
              <a:gd name="connsiteX32326" fmla="*/ 4530239 w 5158787"/>
              <a:gd name="connsiteY32326" fmla="*/ 1142807 h 4489084"/>
              <a:gd name="connsiteX32327" fmla="*/ 4520526 w 5158787"/>
              <a:gd name="connsiteY32327" fmla="*/ 1125987 h 4489084"/>
              <a:gd name="connsiteX32328" fmla="*/ 4520526 w 5158787"/>
              <a:gd name="connsiteY32328" fmla="*/ 1124625 h 4489084"/>
              <a:gd name="connsiteX32329" fmla="*/ 4530239 w 5158787"/>
              <a:gd name="connsiteY32329" fmla="*/ 1107805 h 4489084"/>
              <a:gd name="connsiteX32330" fmla="*/ 4531423 w 5158787"/>
              <a:gd name="connsiteY32330" fmla="*/ 1107094 h 4489084"/>
              <a:gd name="connsiteX32331" fmla="*/ 1420388 w 5158787"/>
              <a:gd name="connsiteY32331" fmla="*/ 1107035 h 4489084"/>
              <a:gd name="connsiteX32332" fmla="*/ 1439933 w 5158787"/>
              <a:gd name="connsiteY32332" fmla="*/ 1107035 h 4489084"/>
              <a:gd name="connsiteX32333" fmla="*/ 1441117 w 5158787"/>
              <a:gd name="connsiteY32333" fmla="*/ 1107746 h 4489084"/>
              <a:gd name="connsiteX32334" fmla="*/ 1450889 w 5158787"/>
              <a:gd name="connsiteY32334" fmla="*/ 1124684 h 4489084"/>
              <a:gd name="connsiteX32335" fmla="*/ 1450889 w 5158787"/>
              <a:gd name="connsiteY32335" fmla="*/ 1126046 h 4489084"/>
              <a:gd name="connsiteX32336" fmla="*/ 1441117 w 5158787"/>
              <a:gd name="connsiteY32336" fmla="*/ 1142985 h 4489084"/>
              <a:gd name="connsiteX32337" fmla="*/ 1439933 w 5158787"/>
              <a:gd name="connsiteY32337" fmla="*/ 1143695 h 4489084"/>
              <a:gd name="connsiteX32338" fmla="*/ 1420388 w 5158787"/>
              <a:gd name="connsiteY32338" fmla="*/ 1143695 h 4489084"/>
              <a:gd name="connsiteX32339" fmla="*/ 1419204 w 5158787"/>
              <a:gd name="connsiteY32339" fmla="*/ 1142985 h 4489084"/>
              <a:gd name="connsiteX32340" fmla="*/ 1409432 w 5158787"/>
              <a:gd name="connsiteY32340" fmla="*/ 1126046 h 4489084"/>
              <a:gd name="connsiteX32341" fmla="*/ 1409432 w 5158787"/>
              <a:gd name="connsiteY32341" fmla="*/ 1124684 h 4489084"/>
              <a:gd name="connsiteX32342" fmla="*/ 1419204 w 5158787"/>
              <a:gd name="connsiteY32342" fmla="*/ 1107746 h 4489084"/>
              <a:gd name="connsiteX32343" fmla="*/ 1420388 w 5158787"/>
              <a:gd name="connsiteY32343" fmla="*/ 1107035 h 4489084"/>
              <a:gd name="connsiteX32344" fmla="*/ 1217483 w 5158787"/>
              <a:gd name="connsiteY32344" fmla="*/ 1107035 h 4489084"/>
              <a:gd name="connsiteX32345" fmla="*/ 1237028 w 5158787"/>
              <a:gd name="connsiteY32345" fmla="*/ 1107035 h 4489084"/>
              <a:gd name="connsiteX32346" fmla="*/ 1238212 w 5158787"/>
              <a:gd name="connsiteY32346" fmla="*/ 1107746 h 4489084"/>
              <a:gd name="connsiteX32347" fmla="*/ 1247984 w 5158787"/>
              <a:gd name="connsiteY32347" fmla="*/ 1124684 h 4489084"/>
              <a:gd name="connsiteX32348" fmla="*/ 1247984 w 5158787"/>
              <a:gd name="connsiteY32348" fmla="*/ 1126046 h 4489084"/>
              <a:gd name="connsiteX32349" fmla="*/ 1238212 w 5158787"/>
              <a:gd name="connsiteY32349" fmla="*/ 1142985 h 4489084"/>
              <a:gd name="connsiteX32350" fmla="*/ 1237028 w 5158787"/>
              <a:gd name="connsiteY32350" fmla="*/ 1143695 h 4489084"/>
              <a:gd name="connsiteX32351" fmla="*/ 1217483 w 5158787"/>
              <a:gd name="connsiteY32351" fmla="*/ 1143695 h 4489084"/>
              <a:gd name="connsiteX32352" fmla="*/ 1216299 w 5158787"/>
              <a:gd name="connsiteY32352" fmla="*/ 1142985 h 4489084"/>
              <a:gd name="connsiteX32353" fmla="*/ 1206527 w 5158787"/>
              <a:gd name="connsiteY32353" fmla="*/ 1126046 h 4489084"/>
              <a:gd name="connsiteX32354" fmla="*/ 1206527 w 5158787"/>
              <a:gd name="connsiteY32354" fmla="*/ 1124684 h 4489084"/>
              <a:gd name="connsiteX32355" fmla="*/ 1216299 w 5158787"/>
              <a:gd name="connsiteY32355" fmla="*/ 1107746 h 4489084"/>
              <a:gd name="connsiteX32356" fmla="*/ 1217483 w 5158787"/>
              <a:gd name="connsiteY32356" fmla="*/ 1107035 h 4489084"/>
              <a:gd name="connsiteX32357" fmla="*/ 1352694 w 5158787"/>
              <a:gd name="connsiteY32357" fmla="*/ 1106917 h 4489084"/>
              <a:gd name="connsiteX32358" fmla="*/ 1372356 w 5158787"/>
              <a:gd name="connsiteY32358" fmla="*/ 1106917 h 4489084"/>
              <a:gd name="connsiteX32359" fmla="*/ 1373541 w 5158787"/>
              <a:gd name="connsiteY32359" fmla="*/ 1107628 h 4489084"/>
              <a:gd name="connsiteX32360" fmla="*/ 1383372 w 5158787"/>
              <a:gd name="connsiteY32360" fmla="*/ 1124625 h 4489084"/>
              <a:gd name="connsiteX32361" fmla="*/ 1383372 w 5158787"/>
              <a:gd name="connsiteY32361" fmla="*/ 1125987 h 4489084"/>
              <a:gd name="connsiteX32362" fmla="*/ 1373541 w 5158787"/>
              <a:gd name="connsiteY32362" fmla="*/ 1142985 h 4489084"/>
              <a:gd name="connsiteX32363" fmla="*/ 1372356 w 5158787"/>
              <a:gd name="connsiteY32363" fmla="*/ 1143696 h 4489084"/>
              <a:gd name="connsiteX32364" fmla="*/ 1352694 w 5158787"/>
              <a:gd name="connsiteY32364" fmla="*/ 1143696 h 4489084"/>
              <a:gd name="connsiteX32365" fmla="*/ 1351509 w 5158787"/>
              <a:gd name="connsiteY32365" fmla="*/ 1142985 h 4489084"/>
              <a:gd name="connsiteX32366" fmla="*/ 1341678 w 5158787"/>
              <a:gd name="connsiteY32366" fmla="*/ 1125987 h 4489084"/>
              <a:gd name="connsiteX32367" fmla="*/ 1341678 w 5158787"/>
              <a:gd name="connsiteY32367" fmla="*/ 1124625 h 4489084"/>
              <a:gd name="connsiteX32368" fmla="*/ 1351509 w 5158787"/>
              <a:gd name="connsiteY32368" fmla="*/ 1107628 h 4489084"/>
              <a:gd name="connsiteX32369" fmla="*/ 1352694 w 5158787"/>
              <a:gd name="connsiteY32369" fmla="*/ 1106917 h 4489084"/>
              <a:gd name="connsiteX32370" fmla="*/ 541133 w 5158787"/>
              <a:gd name="connsiteY32370" fmla="*/ 1106917 h 4489084"/>
              <a:gd name="connsiteX32371" fmla="*/ 560795 w 5158787"/>
              <a:gd name="connsiteY32371" fmla="*/ 1106917 h 4489084"/>
              <a:gd name="connsiteX32372" fmla="*/ 561980 w 5158787"/>
              <a:gd name="connsiteY32372" fmla="*/ 1107628 h 4489084"/>
              <a:gd name="connsiteX32373" fmla="*/ 571811 w 5158787"/>
              <a:gd name="connsiteY32373" fmla="*/ 1124625 h 4489084"/>
              <a:gd name="connsiteX32374" fmla="*/ 571811 w 5158787"/>
              <a:gd name="connsiteY32374" fmla="*/ 1125987 h 4489084"/>
              <a:gd name="connsiteX32375" fmla="*/ 561980 w 5158787"/>
              <a:gd name="connsiteY32375" fmla="*/ 1142985 h 4489084"/>
              <a:gd name="connsiteX32376" fmla="*/ 560795 w 5158787"/>
              <a:gd name="connsiteY32376" fmla="*/ 1143696 h 4489084"/>
              <a:gd name="connsiteX32377" fmla="*/ 541133 w 5158787"/>
              <a:gd name="connsiteY32377" fmla="*/ 1143696 h 4489084"/>
              <a:gd name="connsiteX32378" fmla="*/ 539948 w 5158787"/>
              <a:gd name="connsiteY32378" fmla="*/ 1142985 h 4489084"/>
              <a:gd name="connsiteX32379" fmla="*/ 530117 w 5158787"/>
              <a:gd name="connsiteY32379" fmla="*/ 1125987 h 4489084"/>
              <a:gd name="connsiteX32380" fmla="*/ 530117 w 5158787"/>
              <a:gd name="connsiteY32380" fmla="*/ 1124625 h 4489084"/>
              <a:gd name="connsiteX32381" fmla="*/ 539948 w 5158787"/>
              <a:gd name="connsiteY32381" fmla="*/ 1107628 h 4489084"/>
              <a:gd name="connsiteX32382" fmla="*/ 541133 w 5158787"/>
              <a:gd name="connsiteY32382" fmla="*/ 1106917 h 4489084"/>
              <a:gd name="connsiteX32383" fmla="*/ 608590 w 5158787"/>
              <a:gd name="connsiteY32383" fmla="*/ 1106680 h 4489084"/>
              <a:gd name="connsiteX32384" fmla="*/ 628490 w 5158787"/>
              <a:gd name="connsiteY32384" fmla="*/ 1106680 h 4489084"/>
              <a:gd name="connsiteX32385" fmla="*/ 629674 w 5158787"/>
              <a:gd name="connsiteY32385" fmla="*/ 1107391 h 4489084"/>
              <a:gd name="connsiteX32386" fmla="*/ 639624 w 5158787"/>
              <a:gd name="connsiteY32386" fmla="*/ 1124625 h 4489084"/>
              <a:gd name="connsiteX32387" fmla="*/ 639624 w 5158787"/>
              <a:gd name="connsiteY32387" fmla="*/ 1126047 h 4489084"/>
              <a:gd name="connsiteX32388" fmla="*/ 629674 w 5158787"/>
              <a:gd name="connsiteY32388" fmla="*/ 1143281 h 4489084"/>
              <a:gd name="connsiteX32389" fmla="*/ 628490 w 5158787"/>
              <a:gd name="connsiteY32389" fmla="*/ 1143992 h 4489084"/>
              <a:gd name="connsiteX32390" fmla="*/ 608590 w 5158787"/>
              <a:gd name="connsiteY32390" fmla="*/ 1143992 h 4489084"/>
              <a:gd name="connsiteX32391" fmla="*/ 607406 w 5158787"/>
              <a:gd name="connsiteY32391" fmla="*/ 1143281 h 4489084"/>
              <a:gd name="connsiteX32392" fmla="*/ 597456 w 5158787"/>
              <a:gd name="connsiteY32392" fmla="*/ 1126047 h 4489084"/>
              <a:gd name="connsiteX32393" fmla="*/ 597456 w 5158787"/>
              <a:gd name="connsiteY32393" fmla="*/ 1124625 h 4489084"/>
              <a:gd name="connsiteX32394" fmla="*/ 607406 w 5158787"/>
              <a:gd name="connsiteY32394" fmla="*/ 1107391 h 4489084"/>
              <a:gd name="connsiteX32395" fmla="*/ 608590 w 5158787"/>
              <a:gd name="connsiteY32395" fmla="*/ 1106680 h 4489084"/>
              <a:gd name="connsiteX32396" fmla="*/ 405507 w 5158787"/>
              <a:gd name="connsiteY32396" fmla="*/ 1106265 h 4489084"/>
              <a:gd name="connsiteX32397" fmla="*/ 425821 w 5158787"/>
              <a:gd name="connsiteY32397" fmla="*/ 1106265 h 4489084"/>
              <a:gd name="connsiteX32398" fmla="*/ 427065 w 5158787"/>
              <a:gd name="connsiteY32398" fmla="*/ 1106976 h 4489084"/>
              <a:gd name="connsiteX32399" fmla="*/ 437193 w 5158787"/>
              <a:gd name="connsiteY32399" fmla="*/ 1124566 h 4489084"/>
              <a:gd name="connsiteX32400" fmla="*/ 437193 w 5158787"/>
              <a:gd name="connsiteY32400" fmla="*/ 1125987 h 4489084"/>
              <a:gd name="connsiteX32401" fmla="*/ 427006 w 5158787"/>
              <a:gd name="connsiteY32401" fmla="*/ 1143577 h 4489084"/>
              <a:gd name="connsiteX32402" fmla="*/ 425762 w 5158787"/>
              <a:gd name="connsiteY32402" fmla="*/ 1144288 h 4489084"/>
              <a:gd name="connsiteX32403" fmla="*/ 405448 w 5158787"/>
              <a:gd name="connsiteY32403" fmla="*/ 1144288 h 4489084"/>
              <a:gd name="connsiteX32404" fmla="*/ 404204 w 5158787"/>
              <a:gd name="connsiteY32404" fmla="*/ 1143577 h 4489084"/>
              <a:gd name="connsiteX32405" fmla="*/ 394077 w 5158787"/>
              <a:gd name="connsiteY32405" fmla="*/ 1125987 h 4489084"/>
              <a:gd name="connsiteX32406" fmla="*/ 394077 w 5158787"/>
              <a:gd name="connsiteY32406" fmla="*/ 1124566 h 4489084"/>
              <a:gd name="connsiteX32407" fmla="*/ 404263 w 5158787"/>
              <a:gd name="connsiteY32407" fmla="*/ 1106976 h 4489084"/>
              <a:gd name="connsiteX32408" fmla="*/ 405507 w 5158787"/>
              <a:gd name="connsiteY32408" fmla="*/ 1106265 h 4489084"/>
              <a:gd name="connsiteX32409" fmla="*/ 337872 w 5158787"/>
              <a:gd name="connsiteY32409" fmla="*/ 1106265 h 4489084"/>
              <a:gd name="connsiteX32410" fmla="*/ 358186 w 5158787"/>
              <a:gd name="connsiteY32410" fmla="*/ 1106265 h 4489084"/>
              <a:gd name="connsiteX32411" fmla="*/ 359430 w 5158787"/>
              <a:gd name="connsiteY32411" fmla="*/ 1106976 h 4489084"/>
              <a:gd name="connsiteX32412" fmla="*/ 369558 w 5158787"/>
              <a:gd name="connsiteY32412" fmla="*/ 1124566 h 4489084"/>
              <a:gd name="connsiteX32413" fmla="*/ 369558 w 5158787"/>
              <a:gd name="connsiteY32413" fmla="*/ 1125987 h 4489084"/>
              <a:gd name="connsiteX32414" fmla="*/ 359371 w 5158787"/>
              <a:gd name="connsiteY32414" fmla="*/ 1143577 h 4489084"/>
              <a:gd name="connsiteX32415" fmla="*/ 358127 w 5158787"/>
              <a:gd name="connsiteY32415" fmla="*/ 1144288 h 4489084"/>
              <a:gd name="connsiteX32416" fmla="*/ 337813 w 5158787"/>
              <a:gd name="connsiteY32416" fmla="*/ 1144288 h 4489084"/>
              <a:gd name="connsiteX32417" fmla="*/ 336569 w 5158787"/>
              <a:gd name="connsiteY32417" fmla="*/ 1143577 h 4489084"/>
              <a:gd name="connsiteX32418" fmla="*/ 326442 w 5158787"/>
              <a:gd name="connsiteY32418" fmla="*/ 1125987 h 4489084"/>
              <a:gd name="connsiteX32419" fmla="*/ 326442 w 5158787"/>
              <a:gd name="connsiteY32419" fmla="*/ 1124566 h 4489084"/>
              <a:gd name="connsiteX32420" fmla="*/ 336628 w 5158787"/>
              <a:gd name="connsiteY32420" fmla="*/ 1106976 h 4489084"/>
              <a:gd name="connsiteX32421" fmla="*/ 337872 w 5158787"/>
              <a:gd name="connsiteY32421" fmla="*/ 1106265 h 4489084"/>
              <a:gd name="connsiteX32422" fmla="*/ 4463314 w 5158787"/>
              <a:gd name="connsiteY32422" fmla="*/ 1106206 h 4489084"/>
              <a:gd name="connsiteX32423" fmla="*/ 4483747 w 5158787"/>
              <a:gd name="connsiteY32423" fmla="*/ 1106206 h 4489084"/>
              <a:gd name="connsiteX32424" fmla="*/ 4484991 w 5158787"/>
              <a:gd name="connsiteY32424" fmla="*/ 1106917 h 4489084"/>
              <a:gd name="connsiteX32425" fmla="*/ 4495177 w 5158787"/>
              <a:gd name="connsiteY32425" fmla="*/ 1124625 h 4489084"/>
              <a:gd name="connsiteX32426" fmla="*/ 4495177 w 5158787"/>
              <a:gd name="connsiteY32426" fmla="*/ 1126046 h 4489084"/>
              <a:gd name="connsiteX32427" fmla="*/ 4484931 w 5158787"/>
              <a:gd name="connsiteY32427" fmla="*/ 1143755 h 4489084"/>
              <a:gd name="connsiteX32428" fmla="*/ 4483688 w 5158787"/>
              <a:gd name="connsiteY32428" fmla="*/ 1144466 h 4489084"/>
              <a:gd name="connsiteX32429" fmla="*/ 4463255 w 5158787"/>
              <a:gd name="connsiteY32429" fmla="*/ 1144466 h 4489084"/>
              <a:gd name="connsiteX32430" fmla="*/ 4462011 w 5158787"/>
              <a:gd name="connsiteY32430" fmla="*/ 1143755 h 4489084"/>
              <a:gd name="connsiteX32431" fmla="*/ 4451825 w 5158787"/>
              <a:gd name="connsiteY32431" fmla="*/ 1126046 h 4489084"/>
              <a:gd name="connsiteX32432" fmla="*/ 4451825 w 5158787"/>
              <a:gd name="connsiteY32432" fmla="*/ 1124625 h 4489084"/>
              <a:gd name="connsiteX32433" fmla="*/ 4462071 w 5158787"/>
              <a:gd name="connsiteY32433" fmla="*/ 1106917 h 4489084"/>
              <a:gd name="connsiteX32434" fmla="*/ 4463314 w 5158787"/>
              <a:gd name="connsiteY32434" fmla="*/ 1106206 h 4489084"/>
              <a:gd name="connsiteX32435" fmla="*/ 2299051 w 5158787"/>
              <a:gd name="connsiteY32435" fmla="*/ 1106087 h 4489084"/>
              <a:gd name="connsiteX32436" fmla="*/ 2319603 w 5158787"/>
              <a:gd name="connsiteY32436" fmla="*/ 1106087 h 4489084"/>
              <a:gd name="connsiteX32437" fmla="*/ 2320846 w 5158787"/>
              <a:gd name="connsiteY32437" fmla="*/ 1106798 h 4489084"/>
              <a:gd name="connsiteX32438" fmla="*/ 2331092 w 5158787"/>
              <a:gd name="connsiteY32438" fmla="*/ 1124565 h 4489084"/>
              <a:gd name="connsiteX32439" fmla="*/ 2331092 w 5158787"/>
              <a:gd name="connsiteY32439" fmla="*/ 1126046 h 4489084"/>
              <a:gd name="connsiteX32440" fmla="*/ 2320846 w 5158787"/>
              <a:gd name="connsiteY32440" fmla="*/ 1143813 h 4489084"/>
              <a:gd name="connsiteX32441" fmla="*/ 2319603 w 5158787"/>
              <a:gd name="connsiteY32441" fmla="*/ 1144524 h 4489084"/>
              <a:gd name="connsiteX32442" fmla="*/ 2299051 w 5158787"/>
              <a:gd name="connsiteY32442" fmla="*/ 1144524 h 4489084"/>
              <a:gd name="connsiteX32443" fmla="*/ 2297808 w 5158787"/>
              <a:gd name="connsiteY32443" fmla="*/ 1143813 h 4489084"/>
              <a:gd name="connsiteX32444" fmla="*/ 2287562 w 5158787"/>
              <a:gd name="connsiteY32444" fmla="*/ 1126046 h 4489084"/>
              <a:gd name="connsiteX32445" fmla="*/ 2287562 w 5158787"/>
              <a:gd name="connsiteY32445" fmla="*/ 1124565 h 4489084"/>
              <a:gd name="connsiteX32446" fmla="*/ 2297808 w 5158787"/>
              <a:gd name="connsiteY32446" fmla="*/ 1106798 h 4489084"/>
              <a:gd name="connsiteX32447" fmla="*/ 2299051 w 5158787"/>
              <a:gd name="connsiteY32447" fmla="*/ 1106087 h 4489084"/>
              <a:gd name="connsiteX32448" fmla="*/ 1284585 w 5158787"/>
              <a:gd name="connsiteY32448" fmla="*/ 1106087 h 4489084"/>
              <a:gd name="connsiteX32449" fmla="*/ 1305137 w 5158787"/>
              <a:gd name="connsiteY32449" fmla="*/ 1106087 h 4489084"/>
              <a:gd name="connsiteX32450" fmla="*/ 1306380 w 5158787"/>
              <a:gd name="connsiteY32450" fmla="*/ 1106798 h 4489084"/>
              <a:gd name="connsiteX32451" fmla="*/ 1316626 w 5158787"/>
              <a:gd name="connsiteY32451" fmla="*/ 1124565 h 4489084"/>
              <a:gd name="connsiteX32452" fmla="*/ 1316626 w 5158787"/>
              <a:gd name="connsiteY32452" fmla="*/ 1126046 h 4489084"/>
              <a:gd name="connsiteX32453" fmla="*/ 1306380 w 5158787"/>
              <a:gd name="connsiteY32453" fmla="*/ 1143813 h 4489084"/>
              <a:gd name="connsiteX32454" fmla="*/ 1305137 w 5158787"/>
              <a:gd name="connsiteY32454" fmla="*/ 1144524 h 4489084"/>
              <a:gd name="connsiteX32455" fmla="*/ 1284585 w 5158787"/>
              <a:gd name="connsiteY32455" fmla="*/ 1144524 h 4489084"/>
              <a:gd name="connsiteX32456" fmla="*/ 1283341 w 5158787"/>
              <a:gd name="connsiteY32456" fmla="*/ 1143813 h 4489084"/>
              <a:gd name="connsiteX32457" fmla="*/ 1273096 w 5158787"/>
              <a:gd name="connsiteY32457" fmla="*/ 1126046 h 4489084"/>
              <a:gd name="connsiteX32458" fmla="*/ 1273096 w 5158787"/>
              <a:gd name="connsiteY32458" fmla="*/ 1124565 h 4489084"/>
              <a:gd name="connsiteX32459" fmla="*/ 1283341 w 5158787"/>
              <a:gd name="connsiteY32459" fmla="*/ 1106798 h 4489084"/>
              <a:gd name="connsiteX32460" fmla="*/ 1284585 w 5158787"/>
              <a:gd name="connsiteY32460" fmla="*/ 1106087 h 4489084"/>
              <a:gd name="connsiteX32461" fmla="*/ 2231239 w 5158787"/>
              <a:gd name="connsiteY32461" fmla="*/ 1105673 h 4489084"/>
              <a:gd name="connsiteX32462" fmla="*/ 2252205 w 5158787"/>
              <a:gd name="connsiteY32462" fmla="*/ 1105673 h 4489084"/>
              <a:gd name="connsiteX32463" fmla="*/ 2253507 w 5158787"/>
              <a:gd name="connsiteY32463" fmla="*/ 1106443 h 4489084"/>
              <a:gd name="connsiteX32464" fmla="*/ 2263990 w 5158787"/>
              <a:gd name="connsiteY32464" fmla="*/ 1124625 h 4489084"/>
              <a:gd name="connsiteX32465" fmla="*/ 2263990 w 5158787"/>
              <a:gd name="connsiteY32465" fmla="*/ 1126106 h 4489084"/>
              <a:gd name="connsiteX32466" fmla="*/ 2253507 w 5158787"/>
              <a:gd name="connsiteY32466" fmla="*/ 1144288 h 4489084"/>
              <a:gd name="connsiteX32467" fmla="*/ 2252205 w 5158787"/>
              <a:gd name="connsiteY32467" fmla="*/ 1145058 h 4489084"/>
              <a:gd name="connsiteX32468" fmla="*/ 2231239 w 5158787"/>
              <a:gd name="connsiteY32468" fmla="*/ 1145058 h 4489084"/>
              <a:gd name="connsiteX32469" fmla="*/ 2229936 w 5158787"/>
              <a:gd name="connsiteY32469" fmla="*/ 1144288 h 4489084"/>
              <a:gd name="connsiteX32470" fmla="*/ 2219453 w 5158787"/>
              <a:gd name="connsiteY32470" fmla="*/ 1126106 h 4489084"/>
              <a:gd name="connsiteX32471" fmla="*/ 2219453 w 5158787"/>
              <a:gd name="connsiteY32471" fmla="*/ 1124625 h 4489084"/>
              <a:gd name="connsiteX32472" fmla="*/ 2229936 w 5158787"/>
              <a:gd name="connsiteY32472" fmla="*/ 1106443 h 4489084"/>
              <a:gd name="connsiteX32473" fmla="*/ 2231239 w 5158787"/>
              <a:gd name="connsiteY32473" fmla="*/ 1105673 h 4489084"/>
              <a:gd name="connsiteX32474" fmla="*/ 2636871 w 5158787"/>
              <a:gd name="connsiteY32474" fmla="*/ 1105436 h 4489084"/>
              <a:gd name="connsiteX32475" fmla="*/ 2658074 w 5158787"/>
              <a:gd name="connsiteY32475" fmla="*/ 1105436 h 4489084"/>
              <a:gd name="connsiteX32476" fmla="*/ 2659377 w 5158787"/>
              <a:gd name="connsiteY32476" fmla="*/ 1106206 h 4489084"/>
              <a:gd name="connsiteX32477" fmla="*/ 2669978 w 5158787"/>
              <a:gd name="connsiteY32477" fmla="*/ 1124566 h 4489084"/>
              <a:gd name="connsiteX32478" fmla="*/ 2669978 w 5158787"/>
              <a:gd name="connsiteY32478" fmla="*/ 1126046 h 4489084"/>
              <a:gd name="connsiteX32479" fmla="*/ 2659377 w 5158787"/>
              <a:gd name="connsiteY32479" fmla="*/ 1144406 h 4489084"/>
              <a:gd name="connsiteX32480" fmla="*/ 2658074 w 5158787"/>
              <a:gd name="connsiteY32480" fmla="*/ 1145176 h 4489084"/>
              <a:gd name="connsiteX32481" fmla="*/ 2636871 w 5158787"/>
              <a:gd name="connsiteY32481" fmla="*/ 1145176 h 4489084"/>
              <a:gd name="connsiteX32482" fmla="*/ 2635568 w 5158787"/>
              <a:gd name="connsiteY32482" fmla="*/ 1144406 h 4489084"/>
              <a:gd name="connsiteX32483" fmla="*/ 2624967 w 5158787"/>
              <a:gd name="connsiteY32483" fmla="*/ 1126046 h 4489084"/>
              <a:gd name="connsiteX32484" fmla="*/ 2624967 w 5158787"/>
              <a:gd name="connsiteY32484" fmla="*/ 1124566 h 4489084"/>
              <a:gd name="connsiteX32485" fmla="*/ 2635568 w 5158787"/>
              <a:gd name="connsiteY32485" fmla="*/ 1106206 h 4489084"/>
              <a:gd name="connsiteX32486" fmla="*/ 2636871 w 5158787"/>
              <a:gd name="connsiteY32486" fmla="*/ 1105436 h 4489084"/>
              <a:gd name="connsiteX32487" fmla="*/ 4597045 w 5158787"/>
              <a:gd name="connsiteY32487" fmla="*/ 1103304 h 4489084"/>
              <a:gd name="connsiteX32488" fmla="*/ 4620557 w 5158787"/>
              <a:gd name="connsiteY32488" fmla="*/ 1103304 h 4489084"/>
              <a:gd name="connsiteX32489" fmla="*/ 4621978 w 5158787"/>
              <a:gd name="connsiteY32489" fmla="*/ 1104133 h 4489084"/>
              <a:gd name="connsiteX32490" fmla="*/ 4633705 w 5158787"/>
              <a:gd name="connsiteY32490" fmla="*/ 1124507 h 4489084"/>
              <a:gd name="connsiteX32491" fmla="*/ 4633705 w 5158787"/>
              <a:gd name="connsiteY32491" fmla="*/ 1126165 h 4489084"/>
              <a:gd name="connsiteX32492" fmla="*/ 4621919 w 5158787"/>
              <a:gd name="connsiteY32492" fmla="*/ 1146538 h 4489084"/>
              <a:gd name="connsiteX32493" fmla="*/ 4620497 w 5158787"/>
              <a:gd name="connsiteY32493" fmla="*/ 1147367 h 4489084"/>
              <a:gd name="connsiteX32494" fmla="*/ 4596985 w 5158787"/>
              <a:gd name="connsiteY32494" fmla="*/ 1147367 h 4489084"/>
              <a:gd name="connsiteX32495" fmla="*/ 4595564 w 5158787"/>
              <a:gd name="connsiteY32495" fmla="*/ 1146538 h 4489084"/>
              <a:gd name="connsiteX32496" fmla="*/ 4583837 w 5158787"/>
              <a:gd name="connsiteY32496" fmla="*/ 1126165 h 4489084"/>
              <a:gd name="connsiteX32497" fmla="*/ 4583837 w 5158787"/>
              <a:gd name="connsiteY32497" fmla="*/ 1124507 h 4489084"/>
              <a:gd name="connsiteX32498" fmla="*/ 4595623 w 5158787"/>
              <a:gd name="connsiteY32498" fmla="*/ 1104133 h 4489084"/>
              <a:gd name="connsiteX32499" fmla="*/ 4597045 w 5158787"/>
              <a:gd name="connsiteY32499" fmla="*/ 1103304 h 4489084"/>
              <a:gd name="connsiteX32500" fmla="*/ 3920339 w 5158787"/>
              <a:gd name="connsiteY32500" fmla="*/ 1102593 h 4489084"/>
              <a:gd name="connsiteX32501" fmla="*/ 3944621 w 5158787"/>
              <a:gd name="connsiteY32501" fmla="*/ 1102593 h 4489084"/>
              <a:gd name="connsiteX32502" fmla="*/ 3946102 w 5158787"/>
              <a:gd name="connsiteY32502" fmla="*/ 1103422 h 4489084"/>
              <a:gd name="connsiteX32503" fmla="*/ 3958243 w 5158787"/>
              <a:gd name="connsiteY32503" fmla="*/ 1124447 h 4489084"/>
              <a:gd name="connsiteX32504" fmla="*/ 3958243 w 5158787"/>
              <a:gd name="connsiteY32504" fmla="*/ 1126165 h 4489084"/>
              <a:gd name="connsiteX32505" fmla="*/ 3946102 w 5158787"/>
              <a:gd name="connsiteY32505" fmla="*/ 1147189 h 4489084"/>
              <a:gd name="connsiteX32506" fmla="*/ 3944621 w 5158787"/>
              <a:gd name="connsiteY32506" fmla="*/ 1148019 h 4489084"/>
              <a:gd name="connsiteX32507" fmla="*/ 3920339 w 5158787"/>
              <a:gd name="connsiteY32507" fmla="*/ 1148019 h 4489084"/>
              <a:gd name="connsiteX32508" fmla="*/ 3918858 w 5158787"/>
              <a:gd name="connsiteY32508" fmla="*/ 1147189 h 4489084"/>
              <a:gd name="connsiteX32509" fmla="*/ 3906717 w 5158787"/>
              <a:gd name="connsiteY32509" fmla="*/ 1126165 h 4489084"/>
              <a:gd name="connsiteX32510" fmla="*/ 3906717 w 5158787"/>
              <a:gd name="connsiteY32510" fmla="*/ 1124447 h 4489084"/>
              <a:gd name="connsiteX32511" fmla="*/ 3918858 w 5158787"/>
              <a:gd name="connsiteY32511" fmla="*/ 1103422 h 4489084"/>
              <a:gd name="connsiteX32512" fmla="*/ 3920339 w 5158787"/>
              <a:gd name="connsiteY32512" fmla="*/ 1102593 h 4489084"/>
              <a:gd name="connsiteX32513" fmla="*/ 4664206 w 5158787"/>
              <a:gd name="connsiteY32513" fmla="*/ 1102475 h 4489084"/>
              <a:gd name="connsiteX32514" fmla="*/ 4688607 w 5158787"/>
              <a:gd name="connsiteY32514" fmla="*/ 1102475 h 4489084"/>
              <a:gd name="connsiteX32515" fmla="*/ 4690087 w 5158787"/>
              <a:gd name="connsiteY32515" fmla="*/ 1103363 h 4489084"/>
              <a:gd name="connsiteX32516" fmla="*/ 4702287 w 5158787"/>
              <a:gd name="connsiteY32516" fmla="*/ 1124507 h 4489084"/>
              <a:gd name="connsiteX32517" fmla="*/ 4702287 w 5158787"/>
              <a:gd name="connsiteY32517" fmla="*/ 1126224 h 4489084"/>
              <a:gd name="connsiteX32518" fmla="*/ 4690087 w 5158787"/>
              <a:gd name="connsiteY32518" fmla="*/ 1147368 h 4489084"/>
              <a:gd name="connsiteX32519" fmla="*/ 4688607 w 5158787"/>
              <a:gd name="connsiteY32519" fmla="*/ 1148256 h 4489084"/>
              <a:gd name="connsiteX32520" fmla="*/ 4664206 w 5158787"/>
              <a:gd name="connsiteY32520" fmla="*/ 1148256 h 4489084"/>
              <a:gd name="connsiteX32521" fmla="*/ 4662725 w 5158787"/>
              <a:gd name="connsiteY32521" fmla="*/ 1147368 h 4489084"/>
              <a:gd name="connsiteX32522" fmla="*/ 4650525 w 5158787"/>
              <a:gd name="connsiteY32522" fmla="*/ 1126224 h 4489084"/>
              <a:gd name="connsiteX32523" fmla="*/ 4650525 w 5158787"/>
              <a:gd name="connsiteY32523" fmla="*/ 1124507 h 4489084"/>
              <a:gd name="connsiteX32524" fmla="*/ 4662725 w 5158787"/>
              <a:gd name="connsiteY32524" fmla="*/ 1103363 h 4489084"/>
              <a:gd name="connsiteX32525" fmla="*/ 4664206 w 5158787"/>
              <a:gd name="connsiteY32525" fmla="*/ 1102475 h 4489084"/>
              <a:gd name="connsiteX32526" fmla="*/ 2702849 w 5158787"/>
              <a:gd name="connsiteY32526" fmla="*/ 1102356 h 4489084"/>
              <a:gd name="connsiteX32527" fmla="*/ 2727367 w 5158787"/>
              <a:gd name="connsiteY32527" fmla="*/ 1102356 h 4489084"/>
              <a:gd name="connsiteX32528" fmla="*/ 2728848 w 5158787"/>
              <a:gd name="connsiteY32528" fmla="*/ 1103244 h 4489084"/>
              <a:gd name="connsiteX32529" fmla="*/ 2741108 w 5158787"/>
              <a:gd name="connsiteY32529" fmla="*/ 1124447 h 4489084"/>
              <a:gd name="connsiteX32530" fmla="*/ 2741108 w 5158787"/>
              <a:gd name="connsiteY32530" fmla="*/ 1126165 h 4489084"/>
              <a:gd name="connsiteX32531" fmla="*/ 2728848 w 5158787"/>
              <a:gd name="connsiteY32531" fmla="*/ 1147367 h 4489084"/>
              <a:gd name="connsiteX32532" fmla="*/ 2727367 w 5158787"/>
              <a:gd name="connsiteY32532" fmla="*/ 1148255 h 4489084"/>
              <a:gd name="connsiteX32533" fmla="*/ 2702849 w 5158787"/>
              <a:gd name="connsiteY32533" fmla="*/ 1148255 h 4489084"/>
              <a:gd name="connsiteX32534" fmla="*/ 2701368 w 5158787"/>
              <a:gd name="connsiteY32534" fmla="*/ 1147367 h 4489084"/>
              <a:gd name="connsiteX32535" fmla="*/ 2689108 w 5158787"/>
              <a:gd name="connsiteY32535" fmla="*/ 1126165 h 4489084"/>
              <a:gd name="connsiteX32536" fmla="*/ 2689108 w 5158787"/>
              <a:gd name="connsiteY32536" fmla="*/ 1124447 h 4489084"/>
              <a:gd name="connsiteX32537" fmla="*/ 2701368 w 5158787"/>
              <a:gd name="connsiteY32537" fmla="*/ 1103244 h 4489084"/>
              <a:gd name="connsiteX32538" fmla="*/ 2702849 w 5158787"/>
              <a:gd name="connsiteY32538" fmla="*/ 1102356 h 4489084"/>
              <a:gd name="connsiteX32539" fmla="*/ 4934628 w 5158787"/>
              <a:gd name="connsiteY32539" fmla="*/ 1102238 h 4489084"/>
              <a:gd name="connsiteX32540" fmla="*/ 4959265 w 5158787"/>
              <a:gd name="connsiteY32540" fmla="*/ 1102238 h 4489084"/>
              <a:gd name="connsiteX32541" fmla="*/ 4960745 w 5158787"/>
              <a:gd name="connsiteY32541" fmla="*/ 1103126 h 4489084"/>
              <a:gd name="connsiteX32542" fmla="*/ 4973065 w 5158787"/>
              <a:gd name="connsiteY32542" fmla="*/ 1124447 h 4489084"/>
              <a:gd name="connsiteX32543" fmla="*/ 4973065 w 5158787"/>
              <a:gd name="connsiteY32543" fmla="*/ 1126165 h 4489084"/>
              <a:gd name="connsiteX32544" fmla="*/ 4960745 w 5158787"/>
              <a:gd name="connsiteY32544" fmla="*/ 1147486 h 4489084"/>
              <a:gd name="connsiteX32545" fmla="*/ 4959265 w 5158787"/>
              <a:gd name="connsiteY32545" fmla="*/ 1148374 h 4489084"/>
              <a:gd name="connsiteX32546" fmla="*/ 4934628 w 5158787"/>
              <a:gd name="connsiteY32546" fmla="*/ 1148374 h 4489084"/>
              <a:gd name="connsiteX32547" fmla="*/ 4933147 w 5158787"/>
              <a:gd name="connsiteY32547" fmla="*/ 1147486 h 4489084"/>
              <a:gd name="connsiteX32548" fmla="*/ 4920828 w 5158787"/>
              <a:gd name="connsiteY32548" fmla="*/ 1126165 h 4489084"/>
              <a:gd name="connsiteX32549" fmla="*/ 4920828 w 5158787"/>
              <a:gd name="connsiteY32549" fmla="*/ 1124447 h 4489084"/>
              <a:gd name="connsiteX32550" fmla="*/ 4933147 w 5158787"/>
              <a:gd name="connsiteY32550" fmla="*/ 1103126 h 4489084"/>
              <a:gd name="connsiteX32551" fmla="*/ 4934628 w 5158787"/>
              <a:gd name="connsiteY32551" fmla="*/ 1102238 h 4489084"/>
              <a:gd name="connsiteX32552" fmla="*/ 3852466 w 5158787"/>
              <a:gd name="connsiteY32552" fmla="*/ 1102178 h 4489084"/>
              <a:gd name="connsiteX32553" fmla="*/ 3877223 w 5158787"/>
              <a:gd name="connsiteY32553" fmla="*/ 1102178 h 4489084"/>
              <a:gd name="connsiteX32554" fmla="*/ 3878703 w 5158787"/>
              <a:gd name="connsiteY32554" fmla="*/ 1103066 h 4489084"/>
              <a:gd name="connsiteX32555" fmla="*/ 3891081 w 5158787"/>
              <a:gd name="connsiteY32555" fmla="*/ 1124506 h 4489084"/>
              <a:gd name="connsiteX32556" fmla="*/ 3891081 w 5158787"/>
              <a:gd name="connsiteY32556" fmla="*/ 1126283 h 4489084"/>
              <a:gd name="connsiteX32557" fmla="*/ 3878703 w 5158787"/>
              <a:gd name="connsiteY32557" fmla="*/ 1147722 h 4489084"/>
              <a:gd name="connsiteX32558" fmla="*/ 3877223 w 5158787"/>
              <a:gd name="connsiteY32558" fmla="*/ 1148610 h 4489084"/>
              <a:gd name="connsiteX32559" fmla="*/ 3852466 w 5158787"/>
              <a:gd name="connsiteY32559" fmla="*/ 1148610 h 4489084"/>
              <a:gd name="connsiteX32560" fmla="*/ 3850986 w 5158787"/>
              <a:gd name="connsiteY32560" fmla="*/ 1147722 h 4489084"/>
              <a:gd name="connsiteX32561" fmla="*/ 3838608 w 5158787"/>
              <a:gd name="connsiteY32561" fmla="*/ 1126283 h 4489084"/>
              <a:gd name="connsiteX32562" fmla="*/ 3838608 w 5158787"/>
              <a:gd name="connsiteY32562" fmla="*/ 1124506 h 4489084"/>
              <a:gd name="connsiteX32563" fmla="*/ 3850986 w 5158787"/>
              <a:gd name="connsiteY32563" fmla="*/ 1103066 h 4489084"/>
              <a:gd name="connsiteX32564" fmla="*/ 3852466 w 5158787"/>
              <a:gd name="connsiteY32564" fmla="*/ 1102178 h 4489084"/>
              <a:gd name="connsiteX32565" fmla="*/ 4866756 w 5158787"/>
              <a:gd name="connsiteY32565" fmla="*/ 1101764 h 4489084"/>
              <a:gd name="connsiteX32566" fmla="*/ 4891926 w 5158787"/>
              <a:gd name="connsiteY32566" fmla="*/ 1101764 h 4489084"/>
              <a:gd name="connsiteX32567" fmla="*/ 4893466 w 5158787"/>
              <a:gd name="connsiteY32567" fmla="*/ 1102653 h 4489084"/>
              <a:gd name="connsiteX32568" fmla="*/ 4906022 w 5158787"/>
              <a:gd name="connsiteY32568" fmla="*/ 1124447 h 4489084"/>
              <a:gd name="connsiteX32569" fmla="*/ 4906022 w 5158787"/>
              <a:gd name="connsiteY32569" fmla="*/ 1126224 h 4489084"/>
              <a:gd name="connsiteX32570" fmla="*/ 4893407 w 5158787"/>
              <a:gd name="connsiteY32570" fmla="*/ 1148019 h 4489084"/>
              <a:gd name="connsiteX32571" fmla="*/ 4891867 w 5158787"/>
              <a:gd name="connsiteY32571" fmla="*/ 1148907 h 4489084"/>
              <a:gd name="connsiteX32572" fmla="*/ 4866696 w 5158787"/>
              <a:gd name="connsiteY32572" fmla="*/ 1148907 h 4489084"/>
              <a:gd name="connsiteX32573" fmla="*/ 4865156 w 5158787"/>
              <a:gd name="connsiteY32573" fmla="*/ 1148019 h 4489084"/>
              <a:gd name="connsiteX32574" fmla="*/ 4852601 w 5158787"/>
              <a:gd name="connsiteY32574" fmla="*/ 1126224 h 4489084"/>
              <a:gd name="connsiteX32575" fmla="*/ 4852601 w 5158787"/>
              <a:gd name="connsiteY32575" fmla="*/ 1124447 h 4489084"/>
              <a:gd name="connsiteX32576" fmla="*/ 4865216 w 5158787"/>
              <a:gd name="connsiteY32576" fmla="*/ 1102653 h 4489084"/>
              <a:gd name="connsiteX32577" fmla="*/ 4866756 w 5158787"/>
              <a:gd name="connsiteY32577" fmla="*/ 1101764 h 4489084"/>
              <a:gd name="connsiteX32578" fmla="*/ 4731248 w 5158787"/>
              <a:gd name="connsiteY32578" fmla="*/ 1101408 h 4489084"/>
              <a:gd name="connsiteX32579" fmla="*/ 4756775 w 5158787"/>
              <a:gd name="connsiteY32579" fmla="*/ 1101408 h 4489084"/>
              <a:gd name="connsiteX32580" fmla="*/ 4758315 w 5158787"/>
              <a:gd name="connsiteY32580" fmla="*/ 1102297 h 4489084"/>
              <a:gd name="connsiteX32581" fmla="*/ 4771048 w 5158787"/>
              <a:gd name="connsiteY32581" fmla="*/ 1124387 h 4489084"/>
              <a:gd name="connsiteX32582" fmla="*/ 4771048 w 5158787"/>
              <a:gd name="connsiteY32582" fmla="*/ 1126164 h 4489084"/>
              <a:gd name="connsiteX32583" fmla="*/ 4758315 w 5158787"/>
              <a:gd name="connsiteY32583" fmla="*/ 1148255 h 4489084"/>
              <a:gd name="connsiteX32584" fmla="*/ 4756775 w 5158787"/>
              <a:gd name="connsiteY32584" fmla="*/ 1149143 h 4489084"/>
              <a:gd name="connsiteX32585" fmla="*/ 4731248 w 5158787"/>
              <a:gd name="connsiteY32585" fmla="*/ 1149143 h 4489084"/>
              <a:gd name="connsiteX32586" fmla="*/ 4729709 w 5158787"/>
              <a:gd name="connsiteY32586" fmla="*/ 1148255 h 4489084"/>
              <a:gd name="connsiteX32587" fmla="*/ 4716976 w 5158787"/>
              <a:gd name="connsiteY32587" fmla="*/ 1126164 h 4489084"/>
              <a:gd name="connsiteX32588" fmla="*/ 4716976 w 5158787"/>
              <a:gd name="connsiteY32588" fmla="*/ 1124387 h 4489084"/>
              <a:gd name="connsiteX32589" fmla="*/ 4729709 w 5158787"/>
              <a:gd name="connsiteY32589" fmla="*/ 1102297 h 4489084"/>
              <a:gd name="connsiteX32590" fmla="*/ 4731248 w 5158787"/>
              <a:gd name="connsiteY32590" fmla="*/ 1101408 h 4489084"/>
              <a:gd name="connsiteX32591" fmla="*/ 4798765 w 5158787"/>
              <a:gd name="connsiteY32591" fmla="*/ 1101112 h 4489084"/>
              <a:gd name="connsiteX32592" fmla="*/ 4824587 w 5158787"/>
              <a:gd name="connsiteY32592" fmla="*/ 1101112 h 4489084"/>
              <a:gd name="connsiteX32593" fmla="*/ 4826186 w 5158787"/>
              <a:gd name="connsiteY32593" fmla="*/ 1102000 h 4489084"/>
              <a:gd name="connsiteX32594" fmla="*/ 4839097 w 5158787"/>
              <a:gd name="connsiteY32594" fmla="*/ 1124387 h 4489084"/>
              <a:gd name="connsiteX32595" fmla="*/ 4839097 w 5158787"/>
              <a:gd name="connsiteY32595" fmla="*/ 1126223 h 4489084"/>
              <a:gd name="connsiteX32596" fmla="*/ 4826186 w 5158787"/>
              <a:gd name="connsiteY32596" fmla="*/ 1148610 h 4489084"/>
              <a:gd name="connsiteX32597" fmla="*/ 4824587 w 5158787"/>
              <a:gd name="connsiteY32597" fmla="*/ 1149499 h 4489084"/>
              <a:gd name="connsiteX32598" fmla="*/ 4798765 w 5158787"/>
              <a:gd name="connsiteY32598" fmla="*/ 1149499 h 4489084"/>
              <a:gd name="connsiteX32599" fmla="*/ 4797165 w 5158787"/>
              <a:gd name="connsiteY32599" fmla="*/ 1148610 h 4489084"/>
              <a:gd name="connsiteX32600" fmla="*/ 4784255 w 5158787"/>
              <a:gd name="connsiteY32600" fmla="*/ 1126223 h 4489084"/>
              <a:gd name="connsiteX32601" fmla="*/ 4784255 w 5158787"/>
              <a:gd name="connsiteY32601" fmla="*/ 1124387 h 4489084"/>
              <a:gd name="connsiteX32602" fmla="*/ 4797165 w 5158787"/>
              <a:gd name="connsiteY32602" fmla="*/ 1102000 h 4489084"/>
              <a:gd name="connsiteX32603" fmla="*/ 4798765 w 5158787"/>
              <a:gd name="connsiteY32603" fmla="*/ 1101112 h 4489084"/>
              <a:gd name="connsiteX32604" fmla="*/ 209413 w 5158787"/>
              <a:gd name="connsiteY32604" fmla="*/ 1060425 h 4489084"/>
              <a:gd name="connsiteX32605" fmla="*/ 216164 w 5158787"/>
              <a:gd name="connsiteY32605" fmla="*/ 1060425 h 4489084"/>
              <a:gd name="connsiteX32606" fmla="*/ 216579 w 5158787"/>
              <a:gd name="connsiteY32606" fmla="*/ 1060662 h 4489084"/>
              <a:gd name="connsiteX32607" fmla="*/ 219955 w 5158787"/>
              <a:gd name="connsiteY32607" fmla="*/ 1066466 h 4489084"/>
              <a:gd name="connsiteX32608" fmla="*/ 219955 w 5158787"/>
              <a:gd name="connsiteY32608" fmla="*/ 1066940 h 4489084"/>
              <a:gd name="connsiteX32609" fmla="*/ 216579 w 5158787"/>
              <a:gd name="connsiteY32609" fmla="*/ 1072744 h 4489084"/>
              <a:gd name="connsiteX32610" fmla="*/ 216164 w 5158787"/>
              <a:gd name="connsiteY32610" fmla="*/ 1072981 h 4489084"/>
              <a:gd name="connsiteX32611" fmla="*/ 209413 w 5158787"/>
              <a:gd name="connsiteY32611" fmla="*/ 1072981 h 4489084"/>
              <a:gd name="connsiteX32612" fmla="*/ 208998 w 5158787"/>
              <a:gd name="connsiteY32612" fmla="*/ 1072744 h 4489084"/>
              <a:gd name="connsiteX32613" fmla="*/ 205622 w 5158787"/>
              <a:gd name="connsiteY32613" fmla="*/ 1066940 h 4489084"/>
              <a:gd name="connsiteX32614" fmla="*/ 205622 w 5158787"/>
              <a:gd name="connsiteY32614" fmla="*/ 1066466 h 4489084"/>
              <a:gd name="connsiteX32615" fmla="*/ 208998 w 5158787"/>
              <a:gd name="connsiteY32615" fmla="*/ 1060662 h 4489084"/>
              <a:gd name="connsiteX32616" fmla="*/ 209413 w 5158787"/>
              <a:gd name="connsiteY32616" fmla="*/ 1060425 h 4489084"/>
              <a:gd name="connsiteX32617" fmla="*/ 815048 w 5158787"/>
              <a:gd name="connsiteY32617" fmla="*/ 1054739 h 4489084"/>
              <a:gd name="connsiteX32618" fmla="*/ 827841 w 5158787"/>
              <a:gd name="connsiteY32618" fmla="*/ 1054739 h 4489084"/>
              <a:gd name="connsiteX32619" fmla="*/ 828611 w 5158787"/>
              <a:gd name="connsiteY32619" fmla="*/ 1055213 h 4489084"/>
              <a:gd name="connsiteX32620" fmla="*/ 835007 w 5158787"/>
              <a:gd name="connsiteY32620" fmla="*/ 1066288 h 4489084"/>
              <a:gd name="connsiteX32621" fmla="*/ 835007 w 5158787"/>
              <a:gd name="connsiteY32621" fmla="*/ 1067176 h 4489084"/>
              <a:gd name="connsiteX32622" fmla="*/ 828611 w 5158787"/>
              <a:gd name="connsiteY32622" fmla="*/ 1078251 h 4489084"/>
              <a:gd name="connsiteX32623" fmla="*/ 827841 w 5158787"/>
              <a:gd name="connsiteY32623" fmla="*/ 1078725 h 4489084"/>
              <a:gd name="connsiteX32624" fmla="*/ 815048 w 5158787"/>
              <a:gd name="connsiteY32624" fmla="*/ 1078725 h 4489084"/>
              <a:gd name="connsiteX32625" fmla="*/ 814278 w 5158787"/>
              <a:gd name="connsiteY32625" fmla="*/ 1078251 h 4489084"/>
              <a:gd name="connsiteX32626" fmla="*/ 807882 w 5158787"/>
              <a:gd name="connsiteY32626" fmla="*/ 1067176 h 4489084"/>
              <a:gd name="connsiteX32627" fmla="*/ 807882 w 5158787"/>
              <a:gd name="connsiteY32627" fmla="*/ 1066288 h 4489084"/>
              <a:gd name="connsiteX32628" fmla="*/ 814278 w 5158787"/>
              <a:gd name="connsiteY32628" fmla="*/ 1055213 h 4489084"/>
              <a:gd name="connsiteX32629" fmla="*/ 815048 w 5158787"/>
              <a:gd name="connsiteY32629" fmla="*/ 1054739 h 4489084"/>
              <a:gd name="connsiteX32630" fmla="*/ 4263962 w 5158787"/>
              <a:gd name="connsiteY32630" fmla="*/ 1054325 h 4489084"/>
              <a:gd name="connsiteX32631" fmla="*/ 4277229 w 5158787"/>
              <a:gd name="connsiteY32631" fmla="*/ 1054325 h 4489084"/>
              <a:gd name="connsiteX32632" fmla="*/ 4278058 w 5158787"/>
              <a:gd name="connsiteY32632" fmla="*/ 1054799 h 4489084"/>
              <a:gd name="connsiteX32633" fmla="*/ 4284691 w 5158787"/>
              <a:gd name="connsiteY32633" fmla="*/ 1066288 h 4489084"/>
              <a:gd name="connsiteX32634" fmla="*/ 4284691 w 5158787"/>
              <a:gd name="connsiteY32634" fmla="*/ 1067236 h 4489084"/>
              <a:gd name="connsiteX32635" fmla="*/ 4278058 w 5158787"/>
              <a:gd name="connsiteY32635" fmla="*/ 1078726 h 4489084"/>
              <a:gd name="connsiteX32636" fmla="*/ 4277229 w 5158787"/>
              <a:gd name="connsiteY32636" fmla="*/ 1079199 h 4489084"/>
              <a:gd name="connsiteX32637" fmla="*/ 4263962 w 5158787"/>
              <a:gd name="connsiteY32637" fmla="*/ 1079199 h 4489084"/>
              <a:gd name="connsiteX32638" fmla="*/ 4263133 w 5158787"/>
              <a:gd name="connsiteY32638" fmla="*/ 1078726 h 4489084"/>
              <a:gd name="connsiteX32639" fmla="*/ 4256500 w 5158787"/>
              <a:gd name="connsiteY32639" fmla="*/ 1067236 h 4489084"/>
              <a:gd name="connsiteX32640" fmla="*/ 4256500 w 5158787"/>
              <a:gd name="connsiteY32640" fmla="*/ 1066288 h 4489084"/>
              <a:gd name="connsiteX32641" fmla="*/ 4263133 w 5158787"/>
              <a:gd name="connsiteY32641" fmla="*/ 1054799 h 4489084"/>
              <a:gd name="connsiteX32642" fmla="*/ 4263962 w 5158787"/>
              <a:gd name="connsiteY32642" fmla="*/ 1054325 h 4489084"/>
              <a:gd name="connsiteX32643" fmla="*/ 4331419 w 5158787"/>
              <a:gd name="connsiteY32643" fmla="*/ 1053910 h 4489084"/>
              <a:gd name="connsiteX32644" fmla="*/ 4345101 w 5158787"/>
              <a:gd name="connsiteY32644" fmla="*/ 1053910 h 4489084"/>
              <a:gd name="connsiteX32645" fmla="*/ 4345930 w 5158787"/>
              <a:gd name="connsiteY32645" fmla="*/ 1054384 h 4489084"/>
              <a:gd name="connsiteX32646" fmla="*/ 4352741 w 5158787"/>
              <a:gd name="connsiteY32646" fmla="*/ 1066229 h 4489084"/>
              <a:gd name="connsiteX32647" fmla="*/ 4352741 w 5158787"/>
              <a:gd name="connsiteY32647" fmla="*/ 1067176 h 4489084"/>
              <a:gd name="connsiteX32648" fmla="*/ 4345871 w 5158787"/>
              <a:gd name="connsiteY32648" fmla="*/ 1079021 h 4489084"/>
              <a:gd name="connsiteX32649" fmla="*/ 4345041 w 5158787"/>
              <a:gd name="connsiteY32649" fmla="*/ 1079495 h 4489084"/>
              <a:gd name="connsiteX32650" fmla="*/ 4331361 w 5158787"/>
              <a:gd name="connsiteY32650" fmla="*/ 1079495 h 4489084"/>
              <a:gd name="connsiteX32651" fmla="*/ 4330531 w 5158787"/>
              <a:gd name="connsiteY32651" fmla="*/ 1079021 h 4489084"/>
              <a:gd name="connsiteX32652" fmla="*/ 4323720 w 5158787"/>
              <a:gd name="connsiteY32652" fmla="*/ 1067176 h 4489084"/>
              <a:gd name="connsiteX32653" fmla="*/ 4323720 w 5158787"/>
              <a:gd name="connsiteY32653" fmla="*/ 1066229 h 4489084"/>
              <a:gd name="connsiteX32654" fmla="*/ 4330591 w 5158787"/>
              <a:gd name="connsiteY32654" fmla="*/ 1054384 h 4489084"/>
              <a:gd name="connsiteX32655" fmla="*/ 4331419 w 5158787"/>
              <a:gd name="connsiteY32655" fmla="*/ 1053910 h 4489084"/>
              <a:gd name="connsiteX32656" fmla="*/ 3790103 w 5158787"/>
              <a:gd name="connsiteY32656" fmla="*/ 1053495 h 4489084"/>
              <a:gd name="connsiteX32657" fmla="*/ 3804257 w 5158787"/>
              <a:gd name="connsiteY32657" fmla="*/ 1053495 h 4489084"/>
              <a:gd name="connsiteX32658" fmla="*/ 3805145 w 5158787"/>
              <a:gd name="connsiteY32658" fmla="*/ 1053969 h 4489084"/>
              <a:gd name="connsiteX32659" fmla="*/ 3812193 w 5158787"/>
              <a:gd name="connsiteY32659" fmla="*/ 1066228 h 4489084"/>
              <a:gd name="connsiteX32660" fmla="*/ 3812193 w 5158787"/>
              <a:gd name="connsiteY32660" fmla="*/ 1067235 h 4489084"/>
              <a:gd name="connsiteX32661" fmla="*/ 3805145 w 5158787"/>
              <a:gd name="connsiteY32661" fmla="*/ 1079495 h 4489084"/>
              <a:gd name="connsiteX32662" fmla="*/ 3804257 w 5158787"/>
              <a:gd name="connsiteY32662" fmla="*/ 1079969 h 4489084"/>
              <a:gd name="connsiteX32663" fmla="*/ 3790103 w 5158787"/>
              <a:gd name="connsiteY32663" fmla="*/ 1079969 h 4489084"/>
              <a:gd name="connsiteX32664" fmla="*/ 3789214 w 5158787"/>
              <a:gd name="connsiteY32664" fmla="*/ 1079495 h 4489084"/>
              <a:gd name="connsiteX32665" fmla="*/ 3782166 w 5158787"/>
              <a:gd name="connsiteY32665" fmla="*/ 1067235 h 4489084"/>
              <a:gd name="connsiteX32666" fmla="*/ 3782166 w 5158787"/>
              <a:gd name="connsiteY32666" fmla="*/ 1066228 h 4489084"/>
              <a:gd name="connsiteX32667" fmla="*/ 3789214 w 5158787"/>
              <a:gd name="connsiteY32667" fmla="*/ 1053969 h 4489084"/>
              <a:gd name="connsiteX32668" fmla="*/ 3790103 w 5158787"/>
              <a:gd name="connsiteY32668" fmla="*/ 1053495 h 4489084"/>
              <a:gd name="connsiteX32669" fmla="*/ 3722112 w 5158787"/>
              <a:gd name="connsiteY32669" fmla="*/ 1052725 h 4489084"/>
              <a:gd name="connsiteX32670" fmla="*/ 3737036 w 5158787"/>
              <a:gd name="connsiteY32670" fmla="*/ 1052725 h 4489084"/>
              <a:gd name="connsiteX32671" fmla="*/ 3737925 w 5158787"/>
              <a:gd name="connsiteY32671" fmla="*/ 1053258 h 4489084"/>
              <a:gd name="connsiteX32672" fmla="*/ 3745387 w 5158787"/>
              <a:gd name="connsiteY32672" fmla="*/ 1066169 h 4489084"/>
              <a:gd name="connsiteX32673" fmla="*/ 3745387 w 5158787"/>
              <a:gd name="connsiteY32673" fmla="*/ 1067235 h 4489084"/>
              <a:gd name="connsiteX32674" fmla="*/ 3737925 w 5158787"/>
              <a:gd name="connsiteY32674" fmla="*/ 1080146 h 4489084"/>
              <a:gd name="connsiteX32675" fmla="*/ 3737036 w 5158787"/>
              <a:gd name="connsiteY32675" fmla="*/ 1080679 h 4489084"/>
              <a:gd name="connsiteX32676" fmla="*/ 3722112 w 5158787"/>
              <a:gd name="connsiteY32676" fmla="*/ 1080679 h 4489084"/>
              <a:gd name="connsiteX32677" fmla="*/ 3721224 w 5158787"/>
              <a:gd name="connsiteY32677" fmla="*/ 1080146 h 4489084"/>
              <a:gd name="connsiteX32678" fmla="*/ 3713761 w 5158787"/>
              <a:gd name="connsiteY32678" fmla="*/ 1067235 h 4489084"/>
              <a:gd name="connsiteX32679" fmla="*/ 3713761 w 5158787"/>
              <a:gd name="connsiteY32679" fmla="*/ 1066169 h 4489084"/>
              <a:gd name="connsiteX32680" fmla="*/ 3721224 w 5158787"/>
              <a:gd name="connsiteY32680" fmla="*/ 1053258 h 4489084"/>
              <a:gd name="connsiteX32681" fmla="*/ 3722112 w 5158787"/>
              <a:gd name="connsiteY32681" fmla="*/ 1052725 h 4489084"/>
              <a:gd name="connsiteX32682" fmla="*/ 2504622 w 5158787"/>
              <a:gd name="connsiteY32682" fmla="*/ 1052429 h 4489084"/>
              <a:gd name="connsiteX32683" fmla="*/ 2519843 w 5158787"/>
              <a:gd name="connsiteY32683" fmla="*/ 1052429 h 4489084"/>
              <a:gd name="connsiteX32684" fmla="*/ 2520790 w 5158787"/>
              <a:gd name="connsiteY32684" fmla="*/ 1052962 h 4489084"/>
              <a:gd name="connsiteX32685" fmla="*/ 2528430 w 5158787"/>
              <a:gd name="connsiteY32685" fmla="*/ 1066169 h 4489084"/>
              <a:gd name="connsiteX32686" fmla="*/ 2528430 w 5158787"/>
              <a:gd name="connsiteY32686" fmla="*/ 1067235 h 4489084"/>
              <a:gd name="connsiteX32687" fmla="*/ 2520790 w 5158787"/>
              <a:gd name="connsiteY32687" fmla="*/ 1080443 h 4489084"/>
              <a:gd name="connsiteX32688" fmla="*/ 2519843 w 5158787"/>
              <a:gd name="connsiteY32688" fmla="*/ 1080976 h 4489084"/>
              <a:gd name="connsiteX32689" fmla="*/ 2504622 w 5158787"/>
              <a:gd name="connsiteY32689" fmla="*/ 1080976 h 4489084"/>
              <a:gd name="connsiteX32690" fmla="*/ 2503674 w 5158787"/>
              <a:gd name="connsiteY32690" fmla="*/ 1080443 h 4489084"/>
              <a:gd name="connsiteX32691" fmla="*/ 2496034 w 5158787"/>
              <a:gd name="connsiteY32691" fmla="*/ 1067235 h 4489084"/>
              <a:gd name="connsiteX32692" fmla="*/ 2496034 w 5158787"/>
              <a:gd name="connsiteY32692" fmla="*/ 1066169 h 4489084"/>
              <a:gd name="connsiteX32693" fmla="*/ 2503674 w 5158787"/>
              <a:gd name="connsiteY32693" fmla="*/ 1052962 h 4489084"/>
              <a:gd name="connsiteX32694" fmla="*/ 2504622 w 5158787"/>
              <a:gd name="connsiteY32694" fmla="*/ 1052429 h 4489084"/>
              <a:gd name="connsiteX32695" fmla="*/ 4195144 w 5158787"/>
              <a:gd name="connsiteY32695" fmla="*/ 1052015 h 4489084"/>
              <a:gd name="connsiteX32696" fmla="*/ 4210838 w 5158787"/>
              <a:gd name="connsiteY32696" fmla="*/ 1052015 h 4489084"/>
              <a:gd name="connsiteX32697" fmla="*/ 4211786 w 5158787"/>
              <a:gd name="connsiteY32697" fmla="*/ 1052548 h 4489084"/>
              <a:gd name="connsiteX32698" fmla="*/ 4219603 w 5158787"/>
              <a:gd name="connsiteY32698" fmla="*/ 1066111 h 4489084"/>
              <a:gd name="connsiteX32699" fmla="*/ 4219603 w 5158787"/>
              <a:gd name="connsiteY32699" fmla="*/ 1067236 h 4489084"/>
              <a:gd name="connsiteX32700" fmla="*/ 4211786 w 5158787"/>
              <a:gd name="connsiteY32700" fmla="*/ 1080798 h 4489084"/>
              <a:gd name="connsiteX32701" fmla="*/ 4210838 w 5158787"/>
              <a:gd name="connsiteY32701" fmla="*/ 1081331 h 4489084"/>
              <a:gd name="connsiteX32702" fmla="*/ 4195144 w 5158787"/>
              <a:gd name="connsiteY32702" fmla="*/ 1081331 h 4489084"/>
              <a:gd name="connsiteX32703" fmla="*/ 4194196 w 5158787"/>
              <a:gd name="connsiteY32703" fmla="*/ 1080798 h 4489084"/>
              <a:gd name="connsiteX32704" fmla="*/ 4186378 w 5158787"/>
              <a:gd name="connsiteY32704" fmla="*/ 1067236 h 4489084"/>
              <a:gd name="connsiteX32705" fmla="*/ 4186378 w 5158787"/>
              <a:gd name="connsiteY32705" fmla="*/ 1066111 h 4489084"/>
              <a:gd name="connsiteX32706" fmla="*/ 4194196 w 5158787"/>
              <a:gd name="connsiteY32706" fmla="*/ 1052548 h 4489084"/>
              <a:gd name="connsiteX32707" fmla="*/ 4195144 w 5158787"/>
              <a:gd name="connsiteY32707" fmla="*/ 1052015 h 4489084"/>
              <a:gd name="connsiteX32708" fmla="*/ 2436691 w 5158787"/>
              <a:gd name="connsiteY32708" fmla="*/ 1051896 h 4489084"/>
              <a:gd name="connsiteX32709" fmla="*/ 2452504 w 5158787"/>
              <a:gd name="connsiteY32709" fmla="*/ 1051896 h 4489084"/>
              <a:gd name="connsiteX32710" fmla="*/ 2453451 w 5158787"/>
              <a:gd name="connsiteY32710" fmla="*/ 1052429 h 4489084"/>
              <a:gd name="connsiteX32711" fmla="*/ 2461328 w 5158787"/>
              <a:gd name="connsiteY32711" fmla="*/ 1066110 h 4489084"/>
              <a:gd name="connsiteX32712" fmla="*/ 2461328 w 5158787"/>
              <a:gd name="connsiteY32712" fmla="*/ 1067235 h 4489084"/>
              <a:gd name="connsiteX32713" fmla="*/ 2453451 w 5158787"/>
              <a:gd name="connsiteY32713" fmla="*/ 1080916 h 4489084"/>
              <a:gd name="connsiteX32714" fmla="*/ 2452504 w 5158787"/>
              <a:gd name="connsiteY32714" fmla="*/ 1081449 h 4489084"/>
              <a:gd name="connsiteX32715" fmla="*/ 2436691 w 5158787"/>
              <a:gd name="connsiteY32715" fmla="*/ 1081449 h 4489084"/>
              <a:gd name="connsiteX32716" fmla="*/ 2435743 w 5158787"/>
              <a:gd name="connsiteY32716" fmla="*/ 1080916 h 4489084"/>
              <a:gd name="connsiteX32717" fmla="*/ 2427866 w 5158787"/>
              <a:gd name="connsiteY32717" fmla="*/ 1067235 h 4489084"/>
              <a:gd name="connsiteX32718" fmla="*/ 2427866 w 5158787"/>
              <a:gd name="connsiteY32718" fmla="*/ 1066110 h 4489084"/>
              <a:gd name="connsiteX32719" fmla="*/ 2435743 w 5158787"/>
              <a:gd name="connsiteY32719" fmla="*/ 1052429 h 4489084"/>
              <a:gd name="connsiteX32720" fmla="*/ 2436691 w 5158787"/>
              <a:gd name="connsiteY32720" fmla="*/ 1051896 h 4489084"/>
              <a:gd name="connsiteX32721" fmla="*/ 1422165 w 5158787"/>
              <a:gd name="connsiteY32721" fmla="*/ 1051719 h 4489084"/>
              <a:gd name="connsiteX32722" fmla="*/ 1438156 w 5158787"/>
              <a:gd name="connsiteY32722" fmla="*/ 1051719 h 4489084"/>
              <a:gd name="connsiteX32723" fmla="*/ 1439104 w 5158787"/>
              <a:gd name="connsiteY32723" fmla="*/ 1052311 h 4489084"/>
              <a:gd name="connsiteX32724" fmla="*/ 1447099 w 5158787"/>
              <a:gd name="connsiteY32724" fmla="*/ 1066170 h 4489084"/>
              <a:gd name="connsiteX32725" fmla="*/ 1447099 w 5158787"/>
              <a:gd name="connsiteY32725" fmla="*/ 1067295 h 4489084"/>
              <a:gd name="connsiteX32726" fmla="*/ 1439104 w 5158787"/>
              <a:gd name="connsiteY32726" fmla="*/ 1081154 h 4489084"/>
              <a:gd name="connsiteX32727" fmla="*/ 1438156 w 5158787"/>
              <a:gd name="connsiteY32727" fmla="*/ 1081746 h 4489084"/>
              <a:gd name="connsiteX32728" fmla="*/ 1422165 w 5158787"/>
              <a:gd name="connsiteY32728" fmla="*/ 1081746 h 4489084"/>
              <a:gd name="connsiteX32729" fmla="*/ 1421218 w 5158787"/>
              <a:gd name="connsiteY32729" fmla="*/ 1081154 h 4489084"/>
              <a:gd name="connsiteX32730" fmla="*/ 1413222 w 5158787"/>
              <a:gd name="connsiteY32730" fmla="*/ 1067295 h 4489084"/>
              <a:gd name="connsiteX32731" fmla="*/ 1413222 w 5158787"/>
              <a:gd name="connsiteY32731" fmla="*/ 1066170 h 4489084"/>
              <a:gd name="connsiteX32732" fmla="*/ 1421218 w 5158787"/>
              <a:gd name="connsiteY32732" fmla="*/ 1052311 h 4489084"/>
              <a:gd name="connsiteX32733" fmla="*/ 1422165 w 5158787"/>
              <a:gd name="connsiteY32733" fmla="*/ 1051719 h 4489084"/>
              <a:gd name="connsiteX32734" fmla="*/ 3991763 w 5158787"/>
              <a:gd name="connsiteY32734" fmla="*/ 1051008 h 4489084"/>
              <a:gd name="connsiteX32735" fmla="*/ 4008525 w 5158787"/>
              <a:gd name="connsiteY32735" fmla="*/ 1051008 h 4489084"/>
              <a:gd name="connsiteX32736" fmla="*/ 4009531 w 5158787"/>
              <a:gd name="connsiteY32736" fmla="*/ 1051600 h 4489084"/>
              <a:gd name="connsiteX32737" fmla="*/ 4017941 w 5158787"/>
              <a:gd name="connsiteY32737" fmla="*/ 1066110 h 4489084"/>
              <a:gd name="connsiteX32738" fmla="*/ 4017941 w 5158787"/>
              <a:gd name="connsiteY32738" fmla="*/ 1067295 h 4489084"/>
              <a:gd name="connsiteX32739" fmla="*/ 4009531 w 5158787"/>
              <a:gd name="connsiteY32739" fmla="*/ 1081805 h 4489084"/>
              <a:gd name="connsiteX32740" fmla="*/ 4008525 w 5158787"/>
              <a:gd name="connsiteY32740" fmla="*/ 1082397 h 4489084"/>
              <a:gd name="connsiteX32741" fmla="*/ 3991763 w 5158787"/>
              <a:gd name="connsiteY32741" fmla="*/ 1082397 h 4489084"/>
              <a:gd name="connsiteX32742" fmla="*/ 3990757 w 5158787"/>
              <a:gd name="connsiteY32742" fmla="*/ 1081805 h 4489084"/>
              <a:gd name="connsiteX32743" fmla="*/ 3982347 w 5158787"/>
              <a:gd name="connsiteY32743" fmla="*/ 1067295 h 4489084"/>
              <a:gd name="connsiteX32744" fmla="*/ 3982347 w 5158787"/>
              <a:gd name="connsiteY32744" fmla="*/ 1066110 h 4489084"/>
              <a:gd name="connsiteX32745" fmla="*/ 3990757 w 5158787"/>
              <a:gd name="connsiteY32745" fmla="*/ 1051600 h 4489084"/>
              <a:gd name="connsiteX32746" fmla="*/ 3991763 w 5158787"/>
              <a:gd name="connsiteY32746" fmla="*/ 1051008 h 4489084"/>
              <a:gd name="connsiteX32747" fmla="*/ 272073 w 5158787"/>
              <a:gd name="connsiteY32747" fmla="*/ 1051008 h 4489084"/>
              <a:gd name="connsiteX32748" fmla="*/ 288834 w 5158787"/>
              <a:gd name="connsiteY32748" fmla="*/ 1051008 h 4489084"/>
              <a:gd name="connsiteX32749" fmla="*/ 289841 w 5158787"/>
              <a:gd name="connsiteY32749" fmla="*/ 1051600 h 4489084"/>
              <a:gd name="connsiteX32750" fmla="*/ 298251 w 5158787"/>
              <a:gd name="connsiteY32750" fmla="*/ 1066110 h 4489084"/>
              <a:gd name="connsiteX32751" fmla="*/ 298251 w 5158787"/>
              <a:gd name="connsiteY32751" fmla="*/ 1067295 h 4489084"/>
              <a:gd name="connsiteX32752" fmla="*/ 289841 w 5158787"/>
              <a:gd name="connsiteY32752" fmla="*/ 1081805 h 4489084"/>
              <a:gd name="connsiteX32753" fmla="*/ 288834 w 5158787"/>
              <a:gd name="connsiteY32753" fmla="*/ 1082397 h 4489084"/>
              <a:gd name="connsiteX32754" fmla="*/ 272073 w 5158787"/>
              <a:gd name="connsiteY32754" fmla="*/ 1082397 h 4489084"/>
              <a:gd name="connsiteX32755" fmla="*/ 271066 w 5158787"/>
              <a:gd name="connsiteY32755" fmla="*/ 1081805 h 4489084"/>
              <a:gd name="connsiteX32756" fmla="*/ 262657 w 5158787"/>
              <a:gd name="connsiteY32756" fmla="*/ 1067295 h 4489084"/>
              <a:gd name="connsiteX32757" fmla="*/ 262657 w 5158787"/>
              <a:gd name="connsiteY32757" fmla="*/ 1066110 h 4489084"/>
              <a:gd name="connsiteX32758" fmla="*/ 271066 w 5158787"/>
              <a:gd name="connsiteY32758" fmla="*/ 1051600 h 4489084"/>
              <a:gd name="connsiteX32759" fmla="*/ 272073 w 5158787"/>
              <a:gd name="connsiteY32759" fmla="*/ 1051008 h 4489084"/>
              <a:gd name="connsiteX32760" fmla="*/ 4397456 w 5158787"/>
              <a:gd name="connsiteY32760" fmla="*/ 1050889 h 4489084"/>
              <a:gd name="connsiteX32761" fmla="*/ 4414335 w 5158787"/>
              <a:gd name="connsiteY32761" fmla="*/ 1050889 h 4489084"/>
              <a:gd name="connsiteX32762" fmla="*/ 4415342 w 5158787"/>
              <a:gd name="connsiteY32762" fmla="*/ 1051481 h 4489084"/>
              <a:gd name="connsiteX32763" fmla="*/ 4423752 w 5158787"/>
              <a:gd name="connsiteY32763" fmla="*/ 1066110 h 4489084"/>
              <a:gd name="connsiteX32764" fmla="*/ 4423752 w 5158787"/>
              <a:gd name="connsiteY32764" fmla="*/ 1067294 h 4489084"/>
              <a:gd name="connsiteX32765" fmla="*/ 4415283 w 5158787"/>
              <a:gd name="connsiteY32765" fmla="*/ 1081923 h 4489084"/>
              <a:gd name="connsiteX32766" fmla="*/ 4414276 w 5158787"/>
              <a:gd name="connsiteY32766" fmla="*/ 1082515 h 4489084"/>
              <a:gd name="connsiteX32767" fmla="*/ 4397396 w 5158787"/>
              <a:gd name="connsiteY32767" fmla="*/ 1082515 h 4489084"/>
              <a:gd name="connsiteX32768" fmla="*/ 4396390 w 5158787"/>
              <a:gd name="connsiteY32768" fmla="*/ 1081923 h 4489084"/>
              <a:gd name="connsiteX32769" fmla="*/ 4387980 w 5158787"/>
              <a:gd name="connsiteY32769" fmla="*/ 1067294 h 4489084"/>
              <a:gd name="connsiteX32770" fmla="*/ 4387980 w 5158787"/>
              <a:gd name="connsiteY32770" fmla="*/ 1066110 h 4489084"/>
              <a:gd name="connsiteX32771" fmla="*/ 4396449 w 5158787"/>
              <a:gd name="connsiteY32771" fmla="*/ 1051481 h 4489084"/>
              <a:gd name="connsiteX32772" fmla="*/ 4397456 w 5158787"/>
              <a:gd name="connsiteY32772" fmla="*/ 1050889 h 4489084"/>
              <a:gd name="connsiteX32773" fmla="*/ 2571428 w 5158787"/>
              <a:gd name="connsiteY32773" fmla="*/ 1050889 h 4489084"/>
              <a:gd name="connsiteX32774" fmla="*/ 2588307 w 5158787"/>
              <a:gd name="connsiteY32774" fmla="*/ 1050889 h 4489084"/>
              <a:gd name="connsiteX32775" fmla="*/ 2589314 w 5158787"/>
              <a:gd name="connsiteY32775" fmla="*/ 1051481 h 4489084"/>
              <a:gd name="connsiteX32776" fmla="*/ 2597724 w 5158787"/>
              <a:gd name="connsiteY32776" fmla="*/ 1066110 h 4489084"/>
              <a:gd name="connsiteX32777" fmla="*/ 2597724 w 5158787"/>
              <a:gd name="connsiteY32777" fmla="*/ 1067294 h 4489084"/>
              <a:gd name="connsiteX32778" fmla="*/ 2589254 w 5158787"/>
              <a:gd name="connsiteY32778" fmla="*/ 1081923 h 4489084"/>
              <a:gd name="connsiteX32779" fmla="*/ 2588248 w 5158787"/>
              <a:gd name="connsiteY32779" fmla="*/ 1082515 h 4489084"/>
              <a:gd name="connsiteX32780" fmla="*/ 2571369 w 5158787"/>
              <a:gd name="connsiteY32780" fmla="*/ 1082515 h 4489084"/>
              <a:gd name="connsiteX32781" fmla="*/ 2570361 w 5158787"/>
              <a:gd name="connsiteY32781" fmla="*/ 1081923 h 4489084"/>
              <a:gd name="connsiteX32782" fmla="*/ 2561952 w 5158787"/>
              <a:gd name="connsiteY32782" fmla="*/ 1067294 h 4489084"/>
              <a:gd name="connsiteX32783" fmla="*/ 2561952 w 5158787"/>
              <a:gd name="connsiteY32783" fmla="*/ 1066110 h 4489084"/>
              <a:gd name="connsiteX32784" fmla="*/ 2570421 w 5158787"/>
              <a:gd name="connsiteY32784" fmla="*/ 1051481 h 4489084"/>
              <a:gd name="connsiteX32785" fmla="*/ 2571428 w 5158787"/>
              <a:gd name="connsiteY32785" fmla="*/ 1050889 h 4489084"/>
              <a:gd name="connsiteX32786" fmla="*/ 880611 w 5158787"/>
              <a:gd name="connsiteY32786" fmla="*/ 1050771 h 4489084"/>
              <a:gd name="connsiteX32787" fmla="*/ 897609 w 5158787"/>
              <a:gd name="connsiteY32787" fmla="*/ 1050771 h 4489084"/>
              <a:gd name="connsiteX32788" fmla="*/ 898675 w 5158787"/>
              <a:gd name="connsiteY32788" fmla="*/ 1051363 h 4489084"/>
              <a:gd name="connsiteX32789" fmla="*/ 907144 w 5158787"/>
              <a:gd name="connsiteY32789" fmla="*/ 1066110 h 4489084"/>
              <a:gd name="connsiteX32790" fmla="*/ 907144 w 5158787"/>
              <a:gd name="connsiteY32790" fmla="*/ 1067295 h 4489084"/>
              <a:gd name="connsiteX32791" fmla="*/ 898616 w 5158787"/>
              <a:gd name="connsiteY32791" fmla="*/ 1082042 h 4489084"/>
              <a:gd name="connsiteX32792" fmla="*/ 897550 w 5158787"/>
              <a:gd name="connsiteY32792" fmla="*/ 1082634 h 4489084"/>
              <a:gd name="connsiteX32793" fmla="*/ 880552 w 5158787"/>
              <a:gd name="connsiteY32793" fmla="*/ 1082634 h 4489084"/>
              <a:gd name="connsiteX32794" fmla="*/ 879486 w 5158787"/>
              <a:gd name="connsiteY32794" fmla="*/ 1082042 h 4489084"/>
              <a:gd name="connsiteX32795" fmla="*/ 871017 w 5158787"/>
              <a:gd name="connsiteY32795" fmla="*/ 1067295 h 4489084"/>
              <a:gd name="connsiteX32796" fmla="*/ 871017 w 5158787"/>
              <a:gd name="connsiteY32796" fmla="*/ 1066110 h 4489084"/>
              <a:gd name="connsiteX32797" fmla="*/ 879545 w 5158787"/>
              <a:gd name="connsiteY32797" fmla="*/ 1051363 h 4489084"/>
              <a:gd name="connsiteX32798" fmla="*/ 880611 w 5158787"/>
              <a:gd name="connsiteY32798" fmla="*/ 1050771 h 4489084"/>
              <a:gd name="connsiteX32799" fmla="*/ 3653411 w 5158787"/>
              <a:gd name="connsiteY32799" fmla="*/ 1050653 h 4489084"/>
              <a:gd name="connsiteX32800" fmla="*/ 3670527 w 5158787"/>
              <a:gd name="connsiteY32800" fmla="*/ 1050653 h 4489084"/>
              <a:gd name="connsiteX32801" fmla="*/ 3671594 w 5158787"/>
              <a:gd name="connsiteY32801" fmla="*/ 1051245 h 4489084"/>
              <a:gd name="connsiteX32802" fmla="*/ 3680122 w 5158787"/>
              <a:gd name="connsiteY32802" fmla="*/ 1066051 h 4489084"/>
              <a:gd name="connsiteX32803" fmla="*/ 3680122 w 5158787"/>
              <a:gd name="connsiteY32803" fmla="*/ 1067236 h 4489084"/>
              <a:gd name="connsiteX32804" fmla="*/ 3671534 w 5158787"/>
              <a:gd name="connsiteY32804" fmla="*/ 1082042 h 4489084"/>
              <a:gd name="connsiteX32805" fmla="*/ 3670468 w 5158787"/>
              <a:gd name="connsiteY32805" fmla="*/ 1082635 h 4489084"/>
              <a:gd name="connsiteX32806" fmla="*/ 3653352 w 5158787"/>
              <a:gd name="connsiteY32806" fmla="*/ 1082635 h 4489084"/>
              <a:gd name="connsiteX32807" fmla="*/ 3652286 w 5158787"/>
              <a:gd name="connsiteY32807" fmla="*/ 1082042 h 4489084"/>
              <a:gd name="connsiteX32808" fmla="*/ 3643757 w 5158787"/>
              <a:gd name="connsiteY32808" fmla="*/ 1067236 h 4489084"/>
              <a:gd name="connsiteX32809" fmla="*/ 3643757 w 5158787"/>
              <a:gd name="connsiteY32809" fmla="*/ 1066051 h 4489084"/>
              <a:gd name="connsiteX32810" fmla="*/ 3652345 w 5158787"/>
              <a:gd name="connsiteY32810" fmla="*/ 1051245 h 4489084"/>
              <a:gd name="connsiteX32811" fmla="*/ 3653411 w 5158787"/>
              <a:gd name="connsiteY32811" fmla="*/ 1050653 h 4489084"/>
              <a:gd name="connsiteX32812" fmla="*/ 474623 w 5158787"/>
              <a:gd name="connsiteY32812" fmla="*/ 1050475 h 4489084"/>
              <a:gd name="connsiteX32813" fmla="*/ 491975 w 5158787"/>
              <a:gd name="connsiteY32813" fmla="*/ 1050475 h 4489084"/>
              <a:gd name="connsiteX32814" fmla="*/ 493041 w 5158787"/>
              <a:gd name="connsiteY32814" fmla="*/ 1051067 h 4489084"/>
              <a:gd name="connsiteX32815" fmla="*/ 501688 w 5158787"/>
              <a:gd name="connsiteY32815" fmla="*/ 1066051 h 4489084"/>
              <a:gd name="connsiteX32816" fmla="*/ 501688 w 5158787"/>
              <a:gd name="connsiteY32816" fmla="*/ 1067295 h 4489084"/>
              <a:gd name="connsiteX32817" fmla="*/ 493041 w 5158787"/>
              <a:gd name="connsiteY32817" fmla="*/ 1082279 h 4489084"/>
              <a:gd name="connsiteX32818" fmla="*/ 491975 w 5158787"/>
              <a:gd name="connsiteY32818" fmla="*/ 1082871 h 4489084"/>
              <a:gd name="connsiteX32819" fmla="*/ 474623 w 5158787"/>
              <a:gd name="connsiteY32819" fmla="*/ 1082871 h 4489084"/>
              <a:gd name="connsiteX32820" fmla="*/ 473557 w 5158787"/>
              <a:gd name="connsiteY32820" fmla="*/ 1082279 h 4489084"/>
              <a:gd name="connsiteX32821" fmla="*/ 464910 w 5158787"/>
              <a:gd name="connsiteY32821" fmla="*/ 1067295 h 4489084"/>
              <a:gd name="connsiteX32822" fmla="*/ 464910 w 5158787"/>
              <a:gd name="connsiteY32822" fmla="*/ 1066051 h 4489084"/>
              <a:gd name="connsiteX32823" fmla="*/ 473557 w 5158787"/>
              <a:gd name="connsiteY32823" fmla="*/ 1051067 h 4489084"/>
              <a:gd name="connsiteX32824" fmla="*/ 474623 w 5158787"/>
              <a:gd name="connsiteY32824" fmla="*/ 1050475 h 4489084"/>
              <a:gd name="connsiteX32825" fmla="*/ 1015585 w 5158787"/>
              <a:gd name="connsiteY32825" fmla="*/ 1050356 h 4489084"/>
              <a:gd name="connsiteX32826" fmla="*/ 1033056 w 5158787"/>
              <a:gd name="connsiteY32826" fmla="*/ 1050356 h 4489084"/>
              <a:gd name="connsiteX32827" fmla="*/ 1034122 w 5158787"/>
              <a:gd name="connsiteY32827" fmla="*/ 1050948 h 4489084"/>
              <a:gd name="connsiteX32828" fmla="*/ 1042828 w 5158787"/>
              <a:gd name="connsiteY32828" fmla="*/ 1066051 h 4489084"/>
              <a:gd name="connsiteX32829" fmla="*/ 1042828 w 5158787"/>
              <a:gd name="connsiteY32829" fmla="*/ 1067294 h 4489084"/>
              <a:gd name="connsiteX32830" fmla="*/ 1034122 w 5158787"/>
              <a:gd name="connsiteY32830" fmla="*/ 1082397 h 4489084"/>
              <a:gd name="connsiteX32831" fmla="*/ 1033056 w 5158787"/>
              <a:gd name="connsiteY32831" fmla="*/ 1082989 h 4489084"/>
              <a:gd name="connsiteX32832" fmla="*/ 1015585 w 5158787"/>
              <a:gd name="connsiteY32832" fmla="*/ 1082989 h 4489084"/>
              <a:gd name="connsiteX32833" fmla="*/ 1014519 w 5158787"/>
              <a:gd name="connsiteY32833" fmla="*/ 1082397 h 4489084"/>
              <a:gd name="connsiteX32834" fmla="*/ 1005813 w 5158787"/>
              <a:gd name="connsiteY32834" fmla="*/ 1067294 h 4489084"/>
              <a:gd name="connsiteX32835" fmla="*/ 1005813 w 5158787"/>
              <a:gd name="connsiteY32835" fmla="*/ 1066051 h 4489084"/>
              <a:gd name="connsiteX32836" fmla="*/ 1014519 w 5158787"/>
              <a:gd name="connsiteY32836" fmla="*/ 1050948 h 4489084"/>
              <a:gd name="connsiteX32837" fmla="*/ 1015585 w 5158787"/>
              <a:gd name="connsiteY32837" fmla="*/ 1050356 h 4489084"/>
              <a:gd name="connsiteX32838" fmla="*/ 1083220 w 5158787"/>
              <a:gd name="connsiteY32838" fmla="*/ 1050238 h 4489084"/>
              <a:gd name="connsiteX32839" fmla="*/ 1100751 w 5158787"/>
              <a:gd name="connsiteY32839" fmla="*/ 1050238 h 4489084"/>
              <a:gd name="connsiteX32840" fmla="*/ 1101817 w 5158787"/>
              <a:gd name="connsiteY32840" fmla="*/ 1050830 h 4489084"/>
              <a:gd name="connsiteX32841" fmla="*/ 1110582 w 5158787"/>
              <a:gd name="connsiteY32841" fmla="*/ 1066051 h 4489084"/>
              <a:gd name="connsiteX32842" fmla="*/ 1110582 w 5158787"/>
              <a:gd name="connsiteY32842" fmla="*/ 1067295 h 4489084"/>
              <a:gd name="connsiteX32843" fmla="*/ 1101817 w 5158787"/>
              <a:gd name="connsiteY32843" fmla="*/ 1082516 h 4489084"/>
              <a:gd name="connsiteX32844" fmla="*/ 1100751 w 5158787"/>
              <a:gd name="connsiteY32844" fmla="*/ 1083108 h 4489084"/>
              <a:gd name="connsiteX32845" fmla="*/ 1083220 w 5158787"/>
              <a:gd name="connsiteY32845" fmla="*/ 1083108 h 4489084"/>
              <a:gd name="connsiteX32846" fmla="*/ 1082154 w 5158787"/>
              <a:gd name="connsiteY32846" fmla="*/ 1082516 h 4489084"/>
              <a:gd name="connsiteX32847" fmla="*/ 1073389 w 5158787"/>
              <a:gd name="connsiteY32847" fmla="*/ 1067295 h 4489084"/>
              <a:gd name="connsiteX32848" fmla="*/ 1073389 w 5158787"/>
              <a:gd name="connsiteY32848" fmla="*/ 1066051 h 4489084"/>
              <a:gd name="connsiteX32849" fmla="*/ 1082154 w 5158787"/>
              <a:gd name="connsiteY32849" fmla="*/ 1050830 h 4489084"/>
              <a:gd name="connsiteX32850" fmla="*/ 1083220 w 5158787"/>
              <a:gd name="connsiteY32850" fmla="*/ 1050238 h 4489084"/>
              <a:gd name="connsiteX32851" fmla="*/ 947773 w 5158787"/>
              <a:gd name="connsiteY32851" fmla="*/ 1049942 h 4489084"/>
              <a:gd name="connsiteX32852" fmla="*/ 965659 w 5158787"/>
              <a:gd name="connsiteY32852" fmla="*/ 1049942 h 4489084"/>
              <a:gd name="connsiteX32853" fmla="*/ 966725 w 5158787"/>
              <a:gd name="connsiteY32853" fmla="*/ 1050594 h 4489084"/>
              <a:gd name="connsiteX32854" fmla="*/ 975668 w 5158787"/>
              <a:gd name="connsiteY32854" fmla="*/ 1066111 h 4489084"/>
              <a:gd name="connsiteX32855" fmla="*/ 975668 w 5158787"/>
              <a:gd name="connsiteY32855" fmla="*/ 1067354 h 4489084"/>
              <a:gd name="connsiteX32856" fmla="*/ 966725 w 5158787"/>
              <a:gd name="connsiteY32856" fmla="*/ 1082871 h 4489084"/>
              <a:gd name="connsiteX32857" fmla="*/ 965659 w 5158787"/>
              <a:gd name="connsiteY32857" fmla="*/ 1083523 h 4489084"/>
              <a:gd name="connsiteX32858" fmla="*/ 947773 w 5158787"/>
              <a:gd name="connsiteY32858" fmla="*/ 1083523 h 4489084"/>
              <a:gd name="connsiteX32859" fmla="*/ 946707 w 5158787"/>
              <a:gd name="connsiteY32859" fmla="*/ 1082871 h 4489084"/>
              <a:gd name="connsiteX32860" fmla="*/ 937764 w 5158787"/>
              <a:gd name="connsiteY32860" fmla="*/ 1067354 h 4489084"/>
              <a:gd name="connsiteX32861" fmla="*/ 937764 w 5158787"/>
              <a:gd name="connsiteY32861" fmla="*/ 1066111 h 4489084"/>
              <a:gd name="connsiteX32862" fmla="*/ 946707 w 5158787"/>
              <a:gd name="connsiteY32862" fmla="*/ 1050594 h 4489084"/>
              <a:gd name="connsiteX32863" fmla="*/ 947773 w 5158787"/>
              <a:gd name="connsiteY32863" fmla="*/ 1049942 h 4489084"/>
              <a:gd name="connsiteX32864" fmla="*/ 406692 w 5158787"/>
              <a:gd name="connsiteY32864" fmla="*/ 1049823 h 4489084"/>
              <a:gd name="connsiteX32865" fmla="*/ 424696 w 5158787"/>
              <a:gd name="connsiteY32865" fmla="*/ 1049823 h 4489084"/>
              <a:gd name="connsiteX32866" fmla="*/ 425822 w 5158787"/>
              <a:gd name="connsiteY32866" fmla="*/ 1050475 h 4489084"/>
              <a:gd name="connsiteX32867" fmla="*/ 434824 w 5158787"/>
              <a:gd name="connsiteY32867" fmla="*/ 1066051 h 4489084"/>
              <a:gd name="connsiteX32868" fmla="*/ 434824 w 5158787"/>
              <a:gd name="connsiteY32868" fmla="*/ 1067294 h 4489084"/>
              <a:gd name="connsiteX32869" fmla="*/ 425822 w 5158787"/>
              <a:gd name="connsiteY32869" fmla="*/ 1082871 h 4489084"/>
              <a:gd name="connsiteX32870" fmla="*/ 424696 w 5158787"/>
              <a:gd name="connsiteY32870" fmla="*/ 1083522 h 4489084"/>
              <a:gd name="connsiteX32871" fmla="*/ 406692 w 5158787"/>
              <a:gd name="connsiteY32871" fmla="*/ 1083522 h 4489084"/>
              <a:gd name="connsiteX32872" fmla="*/ 405567 w 5158787"/>
              <a:gd name="connsiteY32872" fmla="*/ 1082871 h 4489084"/>
              <a:gd name="connsiteX32873" fmla="*/ 396565 w 5158787"/>
              <a:gd name="connsiteY32873" fmla="*/ 1067294 h 4489084"/>
              <a:gd name="connsiteX32874" fmla="*/ 396565 w 5158787"/>
              <a:gd name="connsiteY32874" fmla="*/ 1066051 h 4489084"/>
              <a:gd name="connsiteX32875" fmla="*/ 405567 w 5158787"/>
              <a:gd name="connsiteY32875" fmla="*/ 1050475 h 4489084"/>
              <a:gd name="connsiteX32876" fmla="*/ 406692 w 5158787"/>
              <a:gd name="connsiteY32876" fmla="*/ 1049823 h 4489084"/>
              <a:gd name="connsiteX32877" fmla="*/ 2367575 w 5158787"/>
              <a:gd name="connsiteY32877" fmla="*/ 1049113 h 4489084"/>
              <a:gd name="connsiteX32878" fmla="*/ 2386349 w 5158787"/>
              <a:gd name="connsiteY32878" fmla="*/ 1049113 h 4489084"/>
              <a:gd name="connsiteX32879" fmla="*/ 2387475 w 5158787"/>
              <a:gd name="connsiteY32879" fmla="*/ 1049764 h 4489084"/>
              <a:gd name="connsiteX32880" fmla="*/ 2396832 w 5158787"/>
              <a:gd name="connsiteY32880" fmla="*/ 1065992 h 4489084"/>
              <a:gd name="connsiteX32881" fmla="*/ 2396832 w 5158787"/>
              <a:gd name="connsiteY32881" fmla="*/ 1067295 h 4489084"/>
              <a:gd name="connsiteX32882" fmla="*/ 2387415 w 5158787"/>
              <a:gd name="connsiteY32882" fmla="*/ 1083523 h 4489084"/>
              <a:gd name="connsiteX32883" fmla="*/ 2386290 w 5158787"/>
              <a:gd name="connsiteY32883" fmla="*/ 1084174 h 4489084"/>
              <a:gd name="connsiteX32884" fmla="*/ 2367515 w 5158787"/>
              <a:gd name="connsiteY32884" fmla="*/ 1084174 h 4489084"/>
              <a:gd name="connsiteX32885" fmla="*/ 2366391 w 5158787"/>
              <a:gd name="connsiteY32885" fmla="*/ 1083523 h 4489084"/>
              <a:gd name="connsiteX32886" fmla="*/ 2357033 w 5158787"/>
              <a:gd name="connsiteY32886" fmla="*/ 1067295 h 4489084"/>
              <a:gd name="connsiteX32887" fmla="*/ 2357033 w 5158787"/>
              <a:gd name="connsiteY32887" fmla="*/ 1065992 h 4489084"/>
              <a:gd name="connsiteX32888" fmla="*/ 2366449 w 5158787"/>
              <a:gd name="connsiteY32888" fmla="*/ 1049764 h 4489084"/>
              <a:gd name="connsiteX32889" fmla="*/ 2367575 w 5158787"/>
              <a:gd name="connsiteY32889" fmla="*/ 1049113 h 4489084"/>
              <a:gd name="connsiteX32890" fmla="*/ 338642 w 5158787"/>
              <a:gd name="connsiteY32890" fmla="*/ 1049113 h 4489084"/>
              <a:gd name="connsiteX32891" fmla="*/ 357416 w 5158787"/>
              <a:gd name="connsiteY32891" fmla="*/ 1049113 h 4489084"/>
              <a:gd name="connsiteX32892" fmla="*/ 358541 w 5158787"/>
              <a:gd name="connsiteY32892" fmla="*/ 1049764 h 4489084"/>
              <a:gd name="connsiteX32893" fmla="*/ 367899 w 5158787"/>
              <a:gd name="connsiteY32893" fmla="*/ 1065992 h 4489084"/>
              <a:gd name="connsiteX32894" fmla="*/ 367899 w 5158787"/>
              <a:gd name="connsiteY32894" fmla="*/ 1067295 h 4489084"/>
              <a:gd name="connsiteX32895" fmla="*/ 358482 w 5158787"/>
              <a:gd name="connsiteY32895" fmla="*/ 1083523 h 4489084"/>
              <a:gd name="connsiteX32896" fmla="*/ 357357 w 5158787"/>
              <a:gd name="connsiteY32896" fmla="*/ 1084174 h 4489084"/>
              <a:gd name="connsiteX32897" fmla="*/ 338583 w 5158787"/>
              <a:gd name="connsiteY32897" fmla="*/ 1084174 h 4489084"/>
              <a:gd name="connsiteX32898" fmla="*/ 337457 w 5158787"/>
              <a:gd name="connsiteY32898" fmla="*/ 1083523 h 4489084"/>
              <a:gd name="connsiteX32899" fmla="*/ 328100 w 5158787"/>
              <a:gd name="connsiteY32899" fmla="*/ 1067295 h 4489084"/>
              <a:gd name="connsiteX32900" fmla="*/ 328100 w 5158787"/>
              <a:gd name="connsiteY32900" fmla="*/ 1065992 h 4489084"/>
              <a:gd name="connsiteX32901" fmla="*/ 337517 w 5158787"/>
              <a:gd name="connsiteY32901" fmla="*/ 1049764 h 4489084"/>
              <a:gd name="connsiteX32902" fmla="*/ 338642 w 5158787"/>
              <a:gd name="connsiteY32902" fmla="*/ 1049113 h 4489084"/>
              <a:gd name="connsiteX32903" fmla="*/ 541429 w 5158787"/>
              <a:gd name="connsiteY32903" fmla="*/ 1048817 h 4489084"/>
              <a:gd name="connsiteX32904" fmla="*/ 560499 w 5158787"/>
              <a:gd name="connsiteY32904" fmla="*/ 1048817 h 4489084"/>
              <a:gd name="connsiteX32905" fmla="*/ 561683 w 5158787"/>
              <a:gd name="connsiteY32905" fmla="*/ 1049468 h 4489084"/>
              <a:gd name="connsiteX32906" fmla="*/ 571219 w 5158787"/>
              <a:gd name="connsiteY32906" fmla="*/ 1065992 h 4489084"/>
              <a:gd name="connsiteX32907" fmla="*/ 571219 w 5158787"/>
              <a:gd name="connsiteY32907" fmla="*/ 1067354 h 4489084"/>
              <a:gd name="connsiteX32908" fmla="*/ 561683 w 5158787"/>
              <a:gd name="connsiteY32908" fmla="*/ 1083878 h 4489084"/>
              <a:gd name="connsiteX32909" fmla="*/ 560499 w 5158787"/>
              <a:gd name="connsiteY32909" fmla="*/ 1084530 h 4489084"/>
              <a:gd name="connsiteX32910" fmla="*/ 541429 w 5158787"/>
              <a:gd name="connsiteY32910" fmla="*/ 1084530 h 4489084"/>
              <a:gd name="connsiteX32911" fmla="*/ 540244 w 5158787"/>
              <a:gd name="connsiteY32911" fmla="*/ 1083878 h 4489084"/>
              <a:gd name="connsiteX32912" fmla="*/ 530709 w 5158787"/>
              <a:gd name="connsiteY32912" fmla="*/ 1067354 h 4489084"/>
              <a:gd name="connsiteX32913" fmla="*/ 530709 w 5158787"/>
              <a:gd name="connsiteY32913" fmla="*/ 1065992 h 4489084"/>
              <a:gd name="connsiteX32914" fmla="*/ 540244 w 5158787"/>
              <a:gd name="connsiteY32914" fmla="*/ 1049468 h 4489084"/>
              <a:gd name="connsiteX32915" fmla="*/ 541429 w 5158787"/>
              <a:gd name="connsiteY32915" fmla="*/ 1048817 h 4489084"/>
              <a:gd name="connsiteX32916" fmla="*/ 1217602 w 5158787"/>
              <a:gd name="connsiteY32916" fmla="*/ 1048639 h 4489084"/>
              <a:gd name="connsiteX32917" fmla="*/ 1236909 w 5158787"/>
              <a:gd name="connsiteY32917" fmla="*/ 1048639 h 4489084"/>
              <a:gd name="connsiteX32918" fmla="*/ 1238094 w 5158787"/>
              <a:gd name="connsiteY32918" fmla="*/ 1049350 h 4489084"/>
              <a:gd name="connsiteX32919" fmla="*/ 1247748 w 5158787"/>
              <a:gd name="connsiteY32919" fmla="*/ 1066110 h 4489084"/>
              <a:gd name="connsiteX32920" fmla="*/ 1247748 w 5158787"/>
              <a:gd name="connsiteY32920" fmla="*/ 1067473 h 4489084"/>
              <a:gd name="connsiteX32921" fmla="*/ 1238094 w 5158787"/>
              <a:gd name="connsiteY32921" fmla="*/ 1084233 h 4489084"/>
              <a:gd name="connsiteX32922" fmla="*/ 1236909 w 5158787"/>
              <a:gd name="connsiteY32922" fmla="*/ 1084944 h 4489084"/>
              <a:gd name="connsiteX32923" fmla="*/ 1217602 w 5158787"/>
              <a:gd name="connsiteY32923" fmla="*/ 1084944 h 4489084"/>
              <a:gd name="connsiteX32924" fmla="*/ 1216417 w 5158787"/>
              <a:gd name="connsiteY32924" fmla="*/ 1084233 h 4489084"/>
              <a:gd name="connsiteX32925" fmla="*/ 1206764 w 5158787"/>
              <a:gd name="connsiteY32925" fmla="*/ 1067473 h 4489084"/>
              <a:gd name="connsiteX32926" fmla="*/ 1206764 w 5158787"/>
              <a:gd name="connsiteY32926" fmla="*/ 1066110 h 4489084"/>
              <a:gd name="connsiteX32927" fmla="*/ 1216417 w 5158787"/>
              <a:gd name="connsiteY32927" fmla="*/ 1049350 h 4489084"/>
              <a:gd name="connsiteX32928" fmla="*/ 1217602 w 5158787"/>
              <a:gd name="connsiteY32928" fmla="*/ 1048639 h 4489084"/>
              <a:gd name="connsiteX32929" fmla="*/ 4531423 w 5158787"/>
              <a:gd name="connsiteY32929" fmla="*/ 1048521 h 4489084"/>
              <a:gd name="connsiteX32930" fmla="*/ 4550849 w 5158787"/>
              <a:gd name="connsiteY32930" fmla="*/ 1048521 h 4489084"/>
              <a:gd name="connsiteX32931" fmla="*/ 4552033 w 5158787"/>
              <a:gd name="connsiteY32931" fmla="*/ 1049232 h 4489084"/>
              <a:gd name="connsiteX32932" fmla="*/ 4561746 w 5158787"/>
              <a:gd name="connsiteY32932" fmla="*/ 1066052 h 4489084"/>
              <a:gd name="connsiteX32933" fmla="*/ 4561746 w 5158787"/>
              <a:gd name="connsiteY32933" fmla="*/ 1067414 h 4489084"/>
              <a:gd name="connsiteX32934" fmla="*/ 4552033 w 5158787"/>
              <a:gd name="connsiteY32934" fmla="*/ 1084234 h 4489084"/>
              <a:gd name="connsiteX32935" fmla="*/ 4550849 w 5158787"/>
              <a:gd name="connsiteY32935" fmla="*/ 1084944 h 4489084"/>
              <a:gd name="connsiteX32936" fmla="*/ 4531423 w 5158787"/>
              <a:gd name="connsiteY32936" fmla="*/ 1084944 h 4489084"/>
              <a:gd name="connsiteX32937" fmla="*/ 4530239 w 5158787"/>
              <a:gd name="connsiteY32937" fmla="*/ 1084234 h 4489084"/>
              <a:gd name="connsiteX32938" fmla="*/ 4520526 w 5158787"/>
              <a:gd name="connsiteY32938" fmla="*/ 1067414 h 4489084"/>
              <a:gd name="connsiteX32939" fmla="*/ 4520526 w 5158787"/>
              <a:gd name="connsiteY32939" fmla="*/ 1066052 h 4489084"/>
              <a:gd name="connsiteX32940" fmla="*/ 4530239 w 5158787"/>
              <a:gd name="connsiteY32940" fmla="*/ 1049232 h 4489084"/>
              <a:gd name="connsiteX32941" fmla="*/ 4531423 w 5158787"/>
              <a:gd name="connsiteY32941" fmla="*/ 1048521 h 4489084"/>
              <a:gd name="connsiteX32942" fmla="*/ 4463788 w 5158787"/>
              <a:gd name="connsiteY32942" fmla="*/ 1048521 h 4489084"/>
              <a:gd name="connsiteX32943" fmla="*/ 4483214 w 5158787"/>
              <a:gd name="connsiteY32943" fmla="*/ 1048521 h 4489084"/>
              <a:gd name="connsiteX32944" fmla="*/ 4484398 w 5158787"/>
              <a:gd name="connsiteY32944" fmla="*/ 1049232 h 4489084"/>
              <a:gd name="connsiteX32945" fmla="*/ 4494111 w 5158787"/>
              <a:gd name="connsiteY32945" fmla="*/ 1066052 h 4489084"/>
              <a:gd name="connsiteX32946" fmla="*/ 4494111 w 5158787"/>
              <a:gd name="connsiteY32946" fmla="*/ 1067414 h 4489084"/>
              <a:gd name="connsiteX32947" fmla="*/ 4484398 w 5158787"/>
              <a:gd name="connsiteY32947" fmla="*/ 1084234 h 4489084"/>
              <a:gd name="connsiteX32948" fmla="*/ 4483214 w 5158787"/>
              <a:gd name="connsiteY32948" fmla="*/ 1084944 h 4489084"/>
              <a:gd name="connsiteX32949" fmla="*/ 4463788 w 5158787"/>
              <a:gd name="connsiteY32949" fmla="*/ 1084944 h 4489084"/>
              <a:gd name="connsiteX32950" fmla="*/ 4462603 w 5158787"/>
              <a:gd name="connsiteY32950" fmla="*/ 1084234 h 4489084"/>
              <a:gd name="connsiteX32951" fmla="*/ 4452890 w 5158787"/>
              <a:gd name="connsiteY32951" fmla="*/ 1067414 h 4489084"/>
              <a:gd name="connsiteX32952" fmla="*/ 4452890 w 5158787"/>
              <a:gd name="connsiteY32952" fmla="*/ 1066052 h 4489084"/>
              <a:gd name="connsiteX32953" fmla="*/ 4462603 w 5158787"/>
              <a:gd name="connsiteY32953" fmla="*/ 1049232 h 4489084"/>
              <a:gd name="connsiteX32954" fmla="*/ 4463788 w 5158787"/>
              <a:gd name="connsiteY32954" fmla="*/ 1048521 h 4489084"/>
              <a:gd name="connsiteX32955" fmla="*/ 1149907 w 5158787"/>
              <a:gd name="connsiteY32955" fmla="*/ 1048521 h 4489084"/>
              <a:gd name="connsiteX32956" fmla="*/ 1169333 w 5158787"/>
              <a:gd name="connsiteY32956" fmla="*/ 1048521 h 4489084"/>
              <a:gd name="connsiteX32957" fmla="*/ 1170517 w 5158787"/>
              <a:gd name="connsiteY32957" fmla="*/ 1049232 h 4489084"/>
              <a:gd name="connsiteX32958" fmla="*/ 1180230 w 5158787"/>
              <a:gd name="connsiteY32958" fmla="*/ 1066052 h 4489084"/>
              <a:gd name="connsiteX32959" fmla="*/ 1180230 w 5158787"/>
              <a:gd name="connsiteY32959" fmla="*/ 1067414 h 4489084"/>
              <a:gd name="connsiteX32960" fmla="*/ 1170517 w 5158787"/>
              <a:gd name="connsiteY32960" fmla="*/ 1084234 h 4489084"/>
              <a:gd name="connsiteX32961" fmla="*/ 1169333 w 5158787"/>
              <a:gd name="connsiteY32961" fmla="*/ 1084944 h 4489084"/>
              <a:gd name="connsiteX32962" fmla="*/ 1149907 w 5158787"/>
              <a:gd name="connsiteY32962" fmla="*/ 1084944 h 4489084"/>
              <a:gd name="connsiteX32963" fmla="*/ 1148723 w 5158787"/>
              <a:gd name="connsiteY32963" fmla="*/ 1084234 h 4489084"/>
              <a:gd name="connsiteX32964" fmla="*/ 1139010 w 5158787"/>
              <a:gd name="connsiteY32964" fmla="*/ 1067414 h 4489084"/>
              <a:gd name="connsiteX32965" fmla="*/ 1139010 w 5158787"/>
              <a:gd name="connsiteY32965" fmla="*/ 1066052 h 4489084"/>
              <a:gd name="connsiteX32966" fmla="*/ 1148723 w 5158787"/>
              <a:gd name="connsiteY32966" fmla="*/ 1049232 h 4489084"/>
              <a:gd name="connsiteX32967" fmla="*/ 1149907 w 5158787"/>
              <a:gd name="connsiteY32967" fmla="*/ 1048521 h 4489084"/>
              <a:gd name="connsiteX32968" fmla="*/ 3584355 w 5158787"/>
              <a:gd name="connsiteY32968" fmla="*/ 1047988 h 4489084"/>
              <a:gd name="connsiteX32969" fmla="*/ 3604314 w 5158787"/>
              <a:gd name="connsiteY32969" fmla="*/ 1047988 h 4489084"/>
              <a:gd name="connsiteX32970" fmla="*/ 3605557 w 5158787"/>
              <a:gd name="connsiteY32970" fmla="*/ 1048699 h 4489084"/>
              <a:gd name="connsiteX32971" fmla="*/ 3615566 w 5158787"/>
              <a:gd name="connsiteY32971" fmla="*/ 1065992 h 4489084"/>
              <a:gd name="connsiteX32972" fmla="*/ 3615566 w 5158787"/>
              <a:gd name="connsiteY32972" fmla="*/ 1067414 h 4489084"/>
              <a:gd name="connsiteX32973" fmla="*/ 3605557 w 5158787"/>
              <a:gd name="connsiteY32973" fmla="*/ 1084708 h 4489084"/>
              <a:gd name="connsiteX32974" fmla="*/ 3604314 w 5158787"/>
              <a:gd name="connsiteY32974" fmla="*/ 1085418 h 4489084"/>
              <a:gd name="connsiteX32975" fmla="*/ 3584355 w 5158787"/>
              <a:gd name="connsiteY32975" fmla="*/ 1085418 h 4489084"/>
              <a:gd name="connsiteX32976" fmla="*/ 3583111 w 5158787"/>
              <a:gd name="connsiteY32976" fmla="*/ 1084708 h 4489084"/>
              <a:gd name="connsiteX32977" fmla="*/ 3573102 w 5158787"/>
              <a:gd name="connsiteY32977" fmla="*/ 1067414 h 4489084"/>
              <a:gd name="connsiteX32978" fmla="*/ 3573102 w 5158787"/>
              <a:gd name="connsiteY32978" fmla="*/ 1065992 h 4489084"/>
              <a:gd name="connsiteX32979" fmla="*/ 3583111 w 5158787"/>
              <a:gd name="connsiteY32979" fmla="*/ 1048699 h 4489084"/>
              <a:gd name="connsiteX32980" fmla="*/ 3584355 w 5158787"/>
              <a:gd name="connsiteY32980" fmla="*/ 1047988 h 4489084"/>
              <a:gd name="connsiteX32981" fmla="*/ 3854836 w 5158787"/>
              <a:gd name="connsiteY32981" fmla="*/ 1047869 h 4489084"/>
              <a:gd name="connsiteX32982" fmla="*/ 3874913 w 5158787"/>
              <a:gd name="connsiteY32982" fmla="*/ 1047869 h 4489084"/>
              <a:gd name="connsiteX32983" fmla="*/ 3876156 w 5158787"/>
              <a:gd name="connsiteY32983" fmla="*/ 1048580 h 4489084"/>
              <a:gd name="connsiteX32984" fmla="*/ 3886166 w 5158787"/>
              <a:gd name="connsiteY32984" fmla="*/ 1065992 h 4489084"/>
              <a:gd name="connsiteX32985" fmla="*/ 3886166 w 5158787"/>
              <a:gd name="connsiteY32985" fmla="*/ 1067413 h 4489084"/>
              <a:gd name="connsiteX32986" fmla="*/ 3876097 w 5158787"/>
              <a:gd name="connsiteY32986" fmla="*/ 1084825 h 4489084"/>
              <a:gd name="connsiteX32987" fmla="*/ 3874854 w 5158787"/>
              <a:gd name="connsiteY32987" fmla="*/ 1085536 h 4489084"/>
              <a:gd name="connsiteX32988" fmla="*/ 3854776 w 5158787"/>
              <a:gd name="connsiteY32988" fmla="*/ 1085536 h 4489084"/>
              <a:gd name="connsiteX32989" fmla="*/ 3853533 w 5158787"/>
              <a:gd name="connsiteY32989" fmla="*/ 1084825 h 4489084"/>
              <a:gd name="connsiteX32990" fmla="*/ 3843523 w 5158787"/>
              <a:gd name="connsiteY32990" fmla="*/ 1067413 h 4489084"/>
              <a:gd name="connsiteX32991" fmla="*/ 3843523 w 5158787"/>
              <a:gd name="connsiteY32991" fmla="*/ 1065992 h 4489084"/>
              <a:gd name="connsiteX32992" fmla="*/ 3853592 w 5158787"/>
              <a:gd name="connsiteY32992" fmla="*/ 1048580 h 4489084"/>
              <a:gd name="connsiteX32993" fmla="*/ 3854836 w 5158787"/>
              <a:gd name="connsiteY32993" fmla="*/ 1047869 h 4489084"/>
              <a:gd name="connsiteX32994" fmla="*/ 1352457 w 5158787"/>
              <a:gd name="connsiteY32994" fmla="*/ 1047869 h 4489084"/>
              <a:gd name="connsiteX32995" fmla="*/ 1372534 w 5158787"/>
              <a:gd name="connsiteY32995" fmla="*/ 1047869 h 4489084"/>
              <a:gd name="connsiteX32996" fmla="*/ 1373778 w 5158787"/>
              <a:gd name="connsiteY32996" fmla="*/ 1048580 h 4489084"/>
              <a:gd name="connsiteX32997" fmla="*/ 1383787 w 5158787"/>
              <a:gd name="connsiteY32997" fmla="*/ 1065992 h 4489084"/>
              <a:gd name="connsiteX32998" fmla="*/ 1383787 w 5158787"/>
              <a:gd name="connsiteY32998" fmla="*/ 1067413 h 4489084"/>
              <a:gd name="connsiteX32999" fmla="*/ 1373718 w 5158787"/>
              <a:gd name="connsiteY32999" fmla="*/ 1084825 h 4489084"/>
              <a:gd name="connsiteX33000" fmla="*/ 1372475 w 5158787"/>
              <a:gd name="connsiteY33000" fmla="*/ 1085536 h 4489084"/>
              <a:gd name="connsiteX33001" fmla="*/ 1352397 w 5158787"/>
              <a:gd name="connsiteY33001" fmla="*/ 1085536 h 4489084"/>
              <a:gd name="connsiteX33002" fmla="*/ 1351154 w 5158787"/>
              <a:gd name="connsiteY33002" fmla="*/ 1084825 h 4489084"/>
              <a:gd name="connsiteX33003" fmla="*/ 1341145 w 5158787"/>
              <a:gd name="connsiteY33003" fmla="*/ 1067413 h 4489084"/>
              <a:gd name="connsiteX33004" fmla="*/ 1341145 w 5158787"/>
              <a:gd name="connsiteY33004" fmla="*/ 1065992 h 4489084"/>
              <a:gd name="connsiteX33005" fmla="*/ 1351213 w 5158787"/>
              <a:gd name="connsiteY33005" fmla="*/ 1048580 h 4489084"/>
              <a:gd name="connsiteX33006" fmla="*/ 1352457 w 5158787"/>
              <a:gd name="connsiteY33006" fmla="*/ 1047869 h 4489084"/>
              <a:gd name="connsiteX33007" fmla="*/ 2637405 w 5158787"/>
              <a:gd name="connsiteY33007" fmla="*/ 1047810 h 4489084"/>
              <a:gd name="connsiteX33008" fmla="*/ 2657601 w 5158787"/>
              <a:gd name="connsiteY33008" fmla="*/ 1047810 h 4489084"/>
              <a:gd name="connsiteX33009" fmla="*/ 2658844 w 5158787"/>
              <a:gd name="connsiteY33009" fmla="*/ 1048521 h 4489084"/>
              <a:gd name="connsiteX33010" fmla="*/ 2668912 w 5158787"/>
              <a:gd name="connsiteY33010" fmla="*/ 1065992 h 4489084"/>
              <a:gd name="connsiteX33011" fmla="*/ 2668912 w 5158787"/>
              <a:gd name="connsiteY33011" fmla="*/ 1067413 h 4489084"/>
              <a:gd name="connsiteX33012" fmla="*/ 2658785 w 5158787"/>
              <a:gd name="connsiteY33012" fmla="*/ 1084885 h 4489084"/>
              <a:gd name="connsiteX33013" fmla="*/ 2657541 w 5158787"/>
              <a:gd name="connsiteY33013" fmla="*/ 1085596 h 4489084"/>
              <a:gd name="connsiteX33014" fmla="*/ 2637346 w 5158787"/>
              <a:gd name="connsiteY33014" fmla="*/ 1085596 h 4489084"/>
              <a:gd name="connsiteX33015" fmla="*/ 2636102 w 5158787"/>
              <a:gd name="connsiteY33015" fmla="*/ 1084885 h 4489084"/>
              <a:gd name="connsiteX33016" fmla="*/ 2626034 w 5158787"/>
              <a:gd name="connsiteY33016" fmla="*/ 1067413 h 4489084"/>
              <a:gd name="connsiteX33017" fmla="*/ 2626034 w 5158787"/>
              <a:gd name="connsiteY33017" fmla="*/ 1065992 h 4489084"/>
              <a:gd name="connsiteX33018" fmla="*/ 2636161 w 5158787"/>
              <a:gd name="connsiteY33018" fmla="*/ 1048521 h 4489084"/>
              <a:gd name="connsiteX33019" fmla="*/ 2637405 w 5158787"/>
              <a:gd name="connsiteY33019" fmla="*/ 1047810 h 4489084"/>
              <a:gd name="connsiteX33020" fmla="*/ 2299111 w 5158787"/>
              <a:gd name="connsiteY33020" fmla="*/ 1047573 h 4489084"/>
              <a:gd name="connsiteX33021" fmla="*/ 2319544 w 5158787"/>
              <a:gd name="connsiteY33021" fmla="*/ 1047573 h 4489084"/>
              <a:gd name="connsiteX33022" fmla="*/ 2320788 w 5158787"/>
              <a:gd name="connsiteY33022" fmla="*/ 1048284 h 4489084"/>
              <a:gd name="connsiteX33023" fmla="*/ 2330974 w 5158787"/>
              <a:gd name="connsiteY33023" fmla="*/ 1065992 h 4489084"/>
              <a:gd name="connsiteX33024" fmla="*/ 2330974 w 5158787"/>
              <a:gd name="connsiteY33024" fmla="*/ 1067413 h 4489084"/>
              <a:gd name="connsiteX33025" fmla="*/ 2320729 w 5158787"/>
              <a:gd name="connsiteY33025" fmla="*/ 1085122 h 4489084"/>
              <a:gd name="connsiteX33026" fmla="*/ 2319485 w 5158787"/>
              <a:gd name="connsiteY33026" fmla="*/ 1085833 h 4489084"/>
              <a:gd name="connsiteX33027" fmla="*/ 2299052 w 5158787"/>
              <a:gd name="connsiteY33027" fmla="*/ 1085833 h 4489084"/>
              <a:gd name="connsiteX33028" fmla="*/ 2297808 w 5158787"/>
              <a:gd name="connsiteY33028" fmla="*/ 1085122 h 4489084"/>
              <a:gd name="connsiteX33029" fmla="*/ 2287622 w 5158787"/>
              <a:gd name="connsiteY33029" fmla="*/ 1067413 h 4489084"/>
              <a:gd name="connsiteX33030" fmla="*/ 2287622 w 5158787"/>
              <a:gd name="connsiteY33030" fmla="*/ 1065992 h 4489084"/>
              <a:gd name="connsiteX33031" fmla="*/ 2297868 w 5158787"/>
              <a:gd name="connsiteY33031" fmla="*/ 1048284 h 4489084"/>
              <a:gd name="connsiteX33032" fmla="*/ 2299111 w 5158787"/>
              <a:gd name="connsiteY33032" fmla="*/ 1047573 h 4489084"/>
              <a:gd name="connsiteX33033" fmla="*/ 608353 w 5158787"/>
              <a:gd name="connsiteY33033" fmla="*/ 1047573 h 4489084"/>
              <a:gd name="connsiteX33034" fmla="*/ 628786 w 5158787"/>
              <a:gd name="connsiteY33034" fmla="*/ 1047573 h 4489084"/>
              <a:gd name="connsiteX33035" fmla="*/ 630029 w 5158787"/>
              <a:gd name="connsiteY33035" fmla="*/ 1048284 h 4489084"/>
              <a:gd name="connsiteX33036" fmla="*/ 640216 w 5158787"/>
              <a:gd name="connsiteY33036" fmla="*/ 1065992 h 4489084"/>
              <a:gd name="connsiteX33037" fmla="*/ 640216 w 5158787"/>
              <a:gd name="connsiteY33037" fmla="*/ 1067413 h 4489084"/>
              <a:gd name="connsiteX33038" fmla="*/ 629971 w 5158787"/>
              <a:gd name="connsiteY33038" fmla="*/ 1085122 h 4489084"/>
              <a:gd name="connsiteX33039" fmla="*/ 628727 w 5158787"/>
              <a:gd name="connsiteY33039" fmla="*/ 1085833 h 4489084"/>
              <a:gd name="connsiteX33040" fmla="*/ 608294 w 5158787"/>
              <a:gd name="connsiteY33040" fmla="*/ 1085833 h 4489084"/>
              <a:gd name="connsiteX33041" fmla="*/ 607050 w 5158787"/>
              <a:gd name="connsiteY33041" fmla="*/ 1085122 h 4489084"/>
              <a:gd name="connsiteX33042" fmla="*/ 596864 w 5158787"/>
              <a:gd name="connsiteY33042" fmla="*/ 1067413 h 4489084"/>
              <a:gd name="connsiteX33043" fmla="*/ 596864 w 5158787"/>
              <a:gd name="connsiteY33043" fmla="*/ 1065992 h 4489084"/>
              <a:gd name="connsiteX33044" fmla="*/ 607109 w 5158787"/>
              <a:gd name="connsiteY33044" fmla="*/ 1048284 h 4489084"/>
              <a:gd name="connsiteX33045" fmla="*/ 608353 w 5158787"/>
              <a:gd name="connsiteY33045" fmla="*/ 1047573 h 4489084"/>
              <a:gd name="connsiteX33046" fmla="*/ 1284585 w 5158787"/>
              <a:gd name="connsiteY33046" fmla="*/ 1047455 h 4489084"/>
              <a:gd name="connsiteX33047" fmla="*/ 1305137 w 5158787"/>
              <a:gd name="connsiteY33047" fmla="*/ 1047455 h 4489084"/>
              <a:gd name="connsiteX33048" fmla="*/ 1306380 w 5158787"/>
              <a:gd name="connsiteY33048" fmla="*/ 1048166 h 4489084"/>
              <a:gd name="connsiteX33049" fmla="*/ 1316626 w 5158787"/>
              <a:gd name="connsiteY33049" fmla="*/ 1065933 h 4489084"/>
              <a:gd name="connsiteX33050" fmla="*/ 1316626 w 5158787"/>
              <a:gd name="connsiteY33050" fmla="*/ 1067414 h 4489084"/>
              <a:gd name="connsiteX33051" fmla="*/ 1306380 w 5158787"/>
              <a:gd name="connsiteY33051" fmla="*/ 1085181 h 4489084"/>
              <a:gd name="connsiteX33052" fmla="*/ 1305137 w 5158787"/>
              <a:gd name="connsiteY33052" fmla="*/ 1085892 h 4489084"/>
              <a:gd name="connsiteX33053" fmla="*/ 1284585 w 5158787"/>
              <a:gd name="connsiteY33053" fmla="*/ 1085892 h 4489084"/>
              <a:gd name="connsiteX33054" fmla="*/ 1283341 w 5158787"/>
              <a:gd name="connsiteY33054" fmla="*/ 1085181 h 4489084"/>
              <a:gd name="connsiteX33055" fmla="*/ 1273096 w 5158787"/>
              <a:gd name="connsiteY33055" fmla="*/ 1067414 h 4489084"/>
              <a:gd name="connsiteX33056" fmla="*/ 1273096 w 5158787"/>
              <a:gd name="connsiteY33056" fmla="*/ 1065933 h 4489084"/>
              <a:gd name="connsiteX33057" fmla="*/ 1283341 w 5158787"/>
              <a:gd name="connsiteY33057" fmla="*/ 1048166 h 4489084"/>
              <a:gd name="connsiteX33058" fmla="*/ 1284585 w 5158787"/>
              <a:gd name="connsiteY33058" fmla="*/ 1047455 h 4489084"/>
              <a:gd name="connsiteX33059" fmla="*/ 743505 w 5158787"/>
              <a:gd name="connsiteY33059" fmla="*/ 1047395 h 4489084"/>
              <a:gd name="connsiteX33060" fmla="*/ 764174 w 5158787"/>
              <a:gd name="connsiteY33060" fmla="*/ 1047395 h 4489084"/>
              <a:gd name="connsiteX33061" fmla="*/ 765418 w 5158787"/>
              <a:gd name="connsiteY33061" fmla="*/ 1048106 h 4489084"/>
              <a:gd name="connsiteX33062" fmla="*/ 775723 w 5158787"/>
              <a:gd name="connsiteY33062" fmla="*/ 1065992 h 4489084"/>
              <a:gd name="connsiteX33063" fmla="*/ 775723 w 5158787"/>
              <a:gd name="connsiteY33063" fmla="*/ 1067472 h 4489084"/>
              <a:gd name="connsiteX33064" fmla="*/ 765418 w 5158787"/>
              <a:gd name="connsiteY33064" fmla="*/ 1085358 h 4489084"/>
              <a:gd name="connsiteX33065" fmla="*/ 764174 w 5158787"/>
              <a:gd name="connsiteY33065" fmla="*/ 1086069 h 4489084"/>
              <a:gd name="connsiteX33066" fmla="*/ 743505 w 5158787"/>
              <a:gd name="connsiteY33066" fmla="*/ 1086069 h 4489084"/>
              <a:gd name="connsiteX33067" fmla="*/ 742261 w 5158787"/>
              <a:gd name="connsiteY33067" fmla="*/ 1085358 h 4489084"/>
              <a:gd name="connsiteX33068" fmla="*/ 731956 w 5158787"/>
              <a:gd name="connsiteY33068" fmla="*/ 1067472 h 4489084"/>
              <a:gd name="connsiteX33069" fmla="*/ 731956 w 5158787"/>
              <a:gd name="connsiteY33069" fmla="*/ 1065992 h 4489084"/>
              <a:gd name="connsiteX33070" fmla="*/ 742261 w 5158787"/>
              <a:gd name="connsiteY33070" fmla="*/ 1048106 h 4489084"/>
              <a:gd name="connsiteX33071" fmla="*/ 743505 w 5158787"/>
              <a:gd name="connsiteY33071" fmla="*/ 1047395 h 4489084"/>
              <a:gd name="connsiteX33072" fmla="*/ 675100 w 5158787"/>
              <a:gd name="connsiteY33072" fmla="*/ 1045915 h 4489084"/>
              <a:gd name="connsiteX33073" fmla="*/ 697309 w 5158787"/>
              <a:gd name="connsiteY33073" fmla="*/ 1045915 h 4489084"/>
              <a:gd name="connsiteX33074" fmla="*/ 698671 w 5158787"/>
              <a:gd name="connsiteY33074" fmla="*/ 1046685 h 4489084"/>
              <a:gd name="connsiteX33075" fmla="*/ 709746 w 5158787"/>
              <a:gd name="connsiteY33075" fmla="*/ 1065933 h 4489084"/>
              <a:gd name="connsiteX33076" fmla="*/ 709746 w 5158787"/>
              <a:gd name="connsiteY33076" fmla="*/ 1067473 h 4489084"/>
              <a:gd name="connsiteX33077" fmla="*/ 698671 w 5158787"/>
              <a:gd name="connsiteY33077" fmla="*/ 1086721 h 4489084"/>
              <a:gd name="connsiteX33078" fmla="*/ 697309 w 5158787"/>
              <a:gd name="connsiteY33078" fmla="*/ 1087491 h 4489084"/>
              <a:gd name="connsiteX33079" fmla="*/ 675100 w 5158787"/>
              <a:gd name="connsiteY33079" fmla="*/ 1087491 h 4489084"/>
              <a:gd name="connsiteX33080" fmla="*/ 673737 w 5158787"/>
              <a:gd name="connsiteY33080" fmla="*/ 1086721 h 4489084"/>
              <a:gd name="connsiteX33081" fmla="*/ 662662 w 5158787"/>
              <a:gd name="connsiteY33081" fmla="*/ 1067473 h 4489084"/>
              <a:gd name="connsiteX33082" fmla="*/ 662662 w 5158787"/>
              <a:gd name="connsiteY33082" fmla="*/ 1065933 h 4489084"/>
              <a:gd name="connsiteX33083" fmla="*/ 673737 w 5158787"/>
              <a:gd name="connsiteY33083" fmla="*/ 1046685 h 4489084"/>
              <a:gd name="connsiteX33084" fmla="*/ 675100 w 5158787"/>
              <a:gd name="connsiteY33084" fmla="*/ 1045915 h 4489084"/>
              <a:gd name="connsiteX33085" fmla="*/ 3921286 w 5158787"/>
              <a:gd name="connsiteY33085" fmla="*/ 1045796 h 4489084"/>
              <a:gd name="connsiteX33086" fmla="*/ 3943614 w 5158787"/>
              <a:gd name="connsiteY33086" fmla="*/ 1045796 h 4489084"/>
              <a:gd name="connsiteX33087" fmla="*/ 3944976 w 5158787"/>
              <a:gd name="connsiteY33087" fmla="*/ 1046566 h 4489084"/>
              <a:gd name="connsiteX33088" fmla="*/ 3956111 w 5158787"/>
              <a:gd name="connsiteY33088" fmla="*/ 1065873 h 4489084"/>
              <a:gd name="connsiteX33089" fmla="*/ 3956111 w 5158787"/>
              <a:gd name="connsiteY33089" fmla="*/ 1067472 h 4489084"/>
              <a:gd name="connsiteX33090" fmla="*/ 3944976 w 5158787"/>
              <a:gd name="connsiteY33090" fmla="*/ 1086780 h 4489084"/>
              <a:gd name="connsiteX33091" fmla="*/ 3943614 w 5158787"/>
              <a:gd name="connsiteY33091" fmla="*/ 1087550 h 4489084"/>
              <a:gd name="connsiteX33092" fmla="*/ 3921286 w 5158787"/>
              <a:gd name="connsiteY33092" fmla="*/ 1087550 h 4489084"/>
              <a:gd name="connsiteX33093" fmla="*/ 3919924 w 5158787"/>
              <a:gd name="connsiteY33093" fmla="*/ 1086780 h 4489084"/>
              <a:gd name="connsiteX33094" fmla="*/ 3908790 w 5158787"/>
              <a:gd name="connsiteY33094" fmla="*/ 1067472 h 4489084"/>
              <a:gd name="connsiteX33095" fmla="*/ 3908790 w 5158787"/>
              <a:gd name="connsiteY33095" fmla="*/ 1065873 h 4489084"/>
              <a:gd name="connsiteX33096" fmla="*/ 3919924 w 5158787"/>
              <a:gd name="connsiteY33096" fmla="*/ 1046566 h 4489084"/>
              <a:gd name="connsiteX33097" fmla="*/ 3921286 w 5158787"/>
              <a:gd name="connsiteY33097" fmla="*/ 1045796 h 4489084"/>
              <a:gd name="connsiteX33098" fmla="*/ 4597281 w 5158787"/>
              <a:gd name="connsiteY33098" fmla="*/ 1045204 h 4489084"/>
              <a:gd name="connsiteX33099" fmla="*/ 4620260 w 5158787"/>
              <a:gd name="connsiteY33099" fmla="*/ 1045204 h 4489084"/>
              <a:gd name="connsiteX33100" fmla="*/ 4621682 w 5158787"/>
              <a:gd name="connsiteY33100" fmla="*/ 1046033 h 4489084"/>
              <a:gd name="connsiteX33101" fmla="*/ 4633172 w 5158787"/>
              <a:gd name="connsiteY33101" fmla="*/ 1065933 h 4489084"/>
              <a:gd name="connsiteX33102" fmla="*/ 4633172 w 5158787"/>
              <a:gd name="connsiteY33102" fmla="*/ 1067532 h 4489084"/>
              <a:gd name="connsiteX33103" fmla="*/ 4621682 w 5158787"/>
              <a:gd name="connsiteY33103" fmla="*/ 1087432 h 4489084"/>
              <a:gd name="connsiteX33104" fmla="*/ 4620260 w 5158787"/>
              <a:gd name="connsiteY33104" fmla="*/ 1088261 h 4489084"/>
              <a:gd name="connsiteX33105" fmla="*/ 4597281 w 5158787"/>
              <a:gd name="connsiteY33105" fmla="*/ 1088261 h 4489084"/>
              <a:gd name="connsiteX33106" fmla="*/ 4595860 w 5158787"/>
              <a:gd name="connsiteY33106" fmla="*/ 1087432 h 4489084"/>
              <a:gd name="connsiteX33107" fmla="*/ 4584370 w 5158787"/>
              <a:gd name="connsiteY33107" fmla="*/ 1067532 h 4489084"/>
              <a:gd name="connsiteX33108" fmla="*/ 4584370 w 5158787"/>
              <a:gd name="connsiteY33108" fmla="*/ 1065933 h 4489084"/>
              <a:gd name="connsiteX33109" fmla="*/ 4595860 w 5158787"/>
              <a:gd name="connsiteY33109" fmla="*/ 1046033 h 4489084"/>
              <a:gd name="connsiteX33110" fmla="*/ 4597281 w 5158787"/>
              <a:gd name="connsiteY33110" fmla="*/ 1045204 h 4489084"/>
              <a:gd name="connsiteX33111" fmla="*/ 4935279 w 5158787"/>
              <a:gd name="connsiteY33111" fmla="*/ 1044789 h 4489084"/>
              <a:gd name="connsiteX33112" fmla="*/ 4958673 w 5158787"/>
              <a:gd name="connsiteY33112" fmla="*/ 1044789 h 4489084"/>
              <a:gd name="connsiteX33113" fmla="*/ 4960094 w 5158787"/>
              <a:gd name="connsiteY33113" fmla="*/ 1045618 h 4489084"/>
              <a:gd name="connsiteX33114" fmla="*/ 4971761 w 5158787"/>
              <a:gd name="connsiteY33114" fmla="*/ 1065873 h 4489084"/>
              <a:gd name="connsiteX33115" fmla="*/ 4971761 w 5158787"/>
              <a:gd name="connsiteY33115" fmla="*/ 1067531 h 4489084"/>
              <a:gd name="connsiteX33116" fmla="*/ 4960035 w 5158787"/>
              <a:gd name="connsiteY33116" fmla="*/ 1087786 h 4489084"/>
              <a:gd name="connsiteX33117" fmla="*/ 4958613 w 5158787"/>
              <a:gd name="connsiteY33117" fmla="*/ 1088616 h 4489084"/>
              <a:gd name="connsiteX33118" fmla="*/ 4935220 w 5158787"/>
              <a:gd name="connsiteY33118" fmla="*/ 1088616 h 4489084"/>
              <a:gd name="connsiteX33119" fmla="*/ 4933798 w 5158787"/>
              <a:gd name="connsiteY33119" fmla="*/ 1087786 h 4489084"/>
              <a:gd name="connsiteX33120" fmla="*/ 4922131 w 5158787"/>
              <a:gd name="connsiteY33120" fmla="*/ 1067531 h 4489084"/>
              <a:gd name="connsiteX33121" fmla="*/ 4922131 w 5158787"/>
              <a:gd name="connsiteY33121" fmla="*/ 1065873 h 4489084"/>
              <a:gd name="connsiteX33122" fmla="*/ 4933858 w 5158787"/>
              <a:gd name="connsiteY33122" fmla="*/ 1045618 h 4489084"/>
              <a:gd name="connsiteX33123" fmla="*/ 4935279 w 5158787"/>
              <a:gd name="connsiteY33123" fmla="*/ 1044789 h 4489084"/>
              <a:gd name="connsiteX33124" fmla="*/ 2771016 w 5158787"/>
              <a:gd name="connsiteY33124" fmla="*/ 1044671 h 4489084"/>
              <a:gd name="connsiteX33125" fmla="*/ 2794529 w 5158787"/>
              <a:gd name="connsiteY33125" fmla="*/ 1044671 h 4489084"/>
              <a:gd name="connsiteX33126" fmla="*/ 2795950 w 5158787"/>
              <a:gd name="connsiteY33126" fmla="*/ 1045500 h 4489084"/>
              <a:gd name="connsiteX33127" fmla="*/ 2807676 w 5158787"/>
              <a:gd name="connsiteY33127" fmla="*/ 1065874 h 4489084"/>
              <a:gd name="connsiteX33128" fmla="*/ 2807676 w 5158787"/>
              <a:gd name="connsiteY33128" fmla="*/ 1067532 h 4489084"/>
              <a:gd name="connsiteX33129" fmla="*/ 2795891 w 5158787"/>
              <a:gd name="connsiteY33129" fmla="*/ 1087905 h 4489084"/>
              <a:gd name="connsiteX33130" fmla="*/ 2794469 w 5158787"/>
              <a:gd name="connsiteY33130" fmla="*/ 1088734 h 4489084"/>
              <a:gd name="connsiteX33131" fmla="*/ 2770957 w 5158787"/>
              <a:gd name="connsiteY33131" fmla="*/ 1088734 h 4489084"/>
              <a:gd name="connsiteX33132" fmla="*/ 2769535 w 5158787"/>
              <a:gd name="connsiteY33132" fmla="*/ 1087905 h 4489084"/>
              <a:gd name="connsiteX33133" fmla="*/ 2757809 w 5158787"/>
              <a:gd name="connsiteY33133" fmla="*/ 1067532 h 4489084"/>
              <a:gd name="connsiteX33134" fmla="*/ 2757809 w 5158787"/>
              <a:gd name="connsiteY33134" fmla="*/ 1065874 h 4489084"/>
              <a:gd name="connsiteX33135" fmla="*/ 2769595 w 5158787"/>
              <a:gd name="connsiteY33135" fmla="*/ 1045500 h 4489084"/>
              <a:gd name="connsiteX33136" fmla="*/ 2771016 w 5158787"/>
              <a:gd name="connsiteY33136" fmla="*/ 1044671 h 4489084"/>
              <a:gd name="connsiteX33137" fmla="*/ 2703204 w 5158787"/>
              <a:gd name="connsiteY33137" fmla="*/ 1044256 h 4489084"/>
              <a:gd name="connsiteX33138" fmla="*/ 2727131 w 5158787"/>
              <a:gd name="connsiteY33138" fmla="*/ 1044256 h 4489084"/>
              <a:gd name="connsiteX33139" fmla="*/ 2728612 w 5158787"/>
              <a:gd name="connsiteY33139" fmla="*/ 1045085 h 4489084"/>
              <a:gd name="connsiteX33140" fmla="*/ 2740575 w 5158787"/>
              <a:gd name="connsiteY33140" fmla="*/ 1065814 h 4489084"/>
              <a:gd name="connsiteX33141" fmla="*/ 2740575 w 5158787"/>
              <a:gd name="connsiteY33141" fmla="*/ 1067531 h 4489084"/>
              <a:gd name="connsiteX33142" fmla="*/ 2728612 w 5158787"/>
              <a:gd name="connsiteY33142" fmla="*/ 1088260 h 4489084"/>
              <a:gd name="connsiteX33143" fmla="*/ 2727131 w 5158787"/>
              <a:gd name="connsiteY33143" fmla="*/ 1089089 h 4489084"/>
              <a:gd name="connsiteX33144" fmla="*/ 2703204 w 5158787"/>
              <a:gd name="connsiteY33144" fmla="*/ 1089089 h 4489084"/>
              <a:gd name="connsiteX33145" fmla="*/ 2701724 w 5158787"/>
              <a:gd name="connsiteY33145" fmla="*/ 1088260 h 4489084"/>
              <a:gd name="connsiteX33146" fmla="*/ 2689760 w 5158787"/>
              <a:gd name="connsiteY33146" fmla="*/ 1067531 h 4489084"/>
              <a:gd name="connsiteX33147" fmla="*/ 2689760 w 5158787"/>
              <a:gd name="connsiteY33147" fmla="*/ 1065814 h 4489084"/>
              <a:gd name="connsiteX33148" fmla="*/ 2701724 w 5158787"/>
              <a:gd name="connsiteY33148" fmla="*/ 1045085 h 4489084"/>
              <a:gd name="connsiteX33149" fmla="*/ 2703204 w 5158787"/>
              <a:gd name="connsiteY33149" fmla="*/ 1044256 h 4489084"/>
              <a:gd name="connsiteX33150" fmla="*/ 4866104 w 5158787"/>
              <a:gd name="connsiteY33150" fmla="*/ 1041887 h 4489084"/>
              <a:gd name="connsiteX33151" fmla="*/ 4892577 w 5158787"/>
              <a:gd name="connsiteY33151" fmla="*/ 1041887 h 4489084"/>
              <a:gd name="connsiteX33152" fmla="*/ 4894176 w 5158787"/>
              <a:gd name="connsiteY33152" fmla="*/ 1042835 h 4489084"/>
              <a:gd name="connsiteX33153" fmla="*/ 4907384 w 5158787"/>
              <a:gd name="connsiteY33153" fmla="*/ 1065814 h 4489084"/>
              <a:gd name="connsiteX33154" fmla="*/ 4907384 w 5158787"/>
              <a:gd name="connsiteY33154" fmla="*/ 1067709 h 4489084"/>
              <a:gd name="connsiteX33155" fmla="*/ 4894117 w 5158787"/>
              <a:gd name="connsiteY33155" fmla="*/ 1090688 h 4489084"/>
              <a:gd name="connsiteX33156" fmla="*/ 4892519 w 5158787"/>
              <a:gd name="connsiteY33156" fmla="*/ 1091636 h 4489084"/>
              <a:gd name="connsiteX33157" fmla="*/ 4866045 w 5158787"/>
              <a:gd name="connsiteY33157" fmla="*/ 1091636 h 4489084"/>
              <a:gd name="connsiteX33158" fmla="*/ 4864445 w 5158787"/>
              <a:gd name="connsiteY33158" fmla="*/ 1090688 h 4489084"/>
              <a:gd name="connsiteX33159" fmla="*/ 4851238 w 5158787"/>
              <a:gd name="connsiteY33159" fmla="*/ 1067709 h 4489084"/>
              <a:gd name="connsiteX33160" fmla="*/ 4851238 w 5158787"/>
              <a:gd name="connsiteY33160" fmla="*/ 1065814 h 4489084"/>
              <a:gd name="connsiteX33161" fmla="*/ 4864505 w 5158787"/>
              <a:gd name="connsiteY33161" fmla="*/ 1042835 h 4489084"/>
              <a:gd name="connsiteX33162" fmla="*/ 4866104 w 5158787"/>
              <a:gd name="connsiteY33162" fmla="*/ 1041887 h 4489084"/>
              <a:gd name="connsiteX33163" fmla="*/ 4798291 w 5158787"/>
              <a:gd name="connsiteY33163" fmla="*/ 1041591 h 4489084"/>
              <a:gd name="connsiteX33164" fmla="*/ 4825120 w 5158787"/>
              <a:gd name="connsiteY33164" fmla="*/ 1041591 h 4489084"/>
              <a:gd name="connsiteX33165" fmla="*/ 4826778 w 5158787"/>
              <a:gd name="connsiteY33165" fmla="*/ 1042538 h 4489084"/>
              <a:gd name="connsiteX33166" fmla="*/ 4840163 w 5158787"/>
              <a:gd name="connsiteY33166" fmla="*/ 1065755 h 4489084"/>
              <a:gd name="connsiteX33167" fmla="*/ 4840163 w 5158787"/>
              <a:gd name="connsiteY33167" fmla="*/ 1067650 h 4489084"/>
              <a:gd name="connsiteX33168" fmla="*/ 4826719 w 5158787"/>
              <a:gd name="connsiteY33168" fmla="*/ 1090866 h 4489084"/>
              <a:gd name="connsiteX33169" fmla="*/ 4825061 w 5158787"/>
              <a:gd name="connsiteY33169" fmla="*/ 1091814 h 4489084"/>
              <a:gd name="connsiteX33170" fmla="*/ 4798232 w 5158787"/>
              <a:gd name="connsiteY33170" fmla="*/ 1091814 h 4489084"/>
              <a:gd name="connsiteX33171" fmla="*/ 4796573 w 5158787"/>
              <a:gd name="connsiteY33171" fmla="*/ 1090866 h 4489084"/>
              <a:gd name="connsiteX33172" fmla="*/ 4783188 w 5158787"/>
              <a:gd name="connsiteY33172" fmla="*/ 1067650 h 4489084"/>
              <a:gd name="connsiteX33173" fmla="*/ 4783188 w 5158787"/>
              <a:gd name="connsiteY33173" fmla="*/ 1065755 h 4489084"/>
              <a:gd name="connsiteX33174" fmla="*/ 4796632 w 5158787"/>
              <a:gd name="connsiteY33174" fmla="*/ 1042538 h 4489084"/>
              <a:gd name="connsiteX33175" fmla="*/ 4798291 w 5158787"/>
              <a:gd name="connsiteY33175" fmla="*/ 1041591 h 4489084"/>
              <a:gd name="connsiteX33176" fmla="*/ 4662666 w 5158787"/>
              <a:gd name="connsiteY33176" fmla="*/ 1040940 h 4489084"/>
              <a:gd name="connsiteX33177" fmla="*/ 4690147 w 5158787"/>
              <a:gd name="connsiteY33177" fmla="*/ 1040940 h 4489084"/>
              <a:gd name="connsiteX33178" fmla="*/ 4691805 w 5158787"/>
              <a:gd name="connsiteY33178" fmla="*/ 1041888 h 4489084"/>
              <a:gd name="connsiteX33179" fmla="*/ 4705545 w 5158787"/>
              <a:gd name="connsiteY33179" fmla="*/ 1065696 h 4489084"/>
              <a:gd name="connsiteX33180" fmla="*/ 4705545 w 5158787"/>
              <a:gd name="connsiteY33180" fmla="*/ 1067651 h 4489084"/>
              <a:gd name="connsiteX33181" fmla="*/ 4691805 w 5158787"/>
              <a:gd name="connsiteY33181" fmla="*/ 1091459 h 4489084"/>
              <a:gd name="connsiteX33182" fmla="*/ 4690147 w 5158787"/>
              <a:gd name="connsiteY33182" fmla="*/ 1092407 h 4489084"/>
              <a:gd name="connsiteX33183" fmla="*/ 4662666 w 5158787"/>
              <a:gd name="connsiteY33183" fmla="*/ 1092407 h 4489084"/>
              <a:gd name="connsiteX33184" fmla="*/ 4661008 w 5158787"/>
              <a:gd name="connsiteY33184" fmla="*/ 1091459 h 4489084"/>
              <a:gd name="connsiteX33185" fmla="*/ 4647268 w 5158787"/>
              <a:gd name="connsiteY33185" fmla="*/ 1067651 h 4489084"/>
              <a:gd name="connsiteX33186" fmla="*/ 4647268 w 5158787"/>
              <a:gd name="connsiteY33186" fmla="*/ 1065696 h 4489084"/>
              <a:gd name="connsiteX33187" fmla="*/ 4661008 w 5158787"/>
              <a:gd name="connsiteY33187" fmla="*/ 1041888 h 4489084"/>
              <a:gd name="connsiteX33188" fmla="*/ 4662666 w 5158787"/>
              <a:gd name="connsiteY33188" fmla="*/ 1040940 h 4489084"/>
              <a:gd name="connsiteX33189" fmla="*/ 4730064 w 5158787"/>
              <a:gd name="connsiteY33189" fmla="*/ 1040466 h 4489084"/>
              <a:gd name="connsiteX33190" fmla="*/ 4758078 w 5158787"/>
              <a:gd name="connsiteY33190" fmla="*/ 1040466 h 4489084"/>
              <a:gd name="connsiteX33191" fmla="*/ 4759795 w 5158787"/>
              <a:gd name="connsiteY33191" fmla="*/ 1041473 h 4489084"/>
              <a:gd name="connsiteX33192" fmla="*/ 4773832 w 5158787"/>
              <a:gd name="connsiteY33192" fmla="*/ 1065755 h 4489084"/>
              <a:gd name="connsiteX33193" fmla="*/ 4773832 w 5158787"/>
              <a:gd name="connsiteY33193" fmla="*/ 1067709 h 4489084"/>
              <a:gd name="connsiteX33194" fmla="*/ 4759795 w 5158787"/>
              <a:gd name="connsiteY33194" fmla="*/ 1091992 h 4489084"/>
              <a:gd name="connsiteX33195" fmla="*/ 4758078 w 5158787"/>
              <a:gd name="connsiteY33195" fmla="*/ 1092999 h 4489084"/>
              <a:gd name="connsiteX33196" fmla="*/ 4730064 w 5158787"/>
              <a:gd name="connsiteY33196" fmla="*/ 1092999 h 4489084"/>
              <a:gd name="connsiteX33197" fmla="*/ 4728347 w 5158787"/>
              <a:gd name="connsiteY33197" fmla="*/ 1091992 h 4489084"/>
              <a:gd name="connsiteX33198" fmla="*/ 4714310 w 5158787"/>
              <a:gd name="connsiteY33198" fmla="*/ 1067709 h 4489084"/>
              <a:gd name="connsiteX33199" fmla="*/ 4714310 w 5158787"/>
              <a:gd name="connsiteY33199" fmla="*/ 1065755 h 4489084"/>
              <a:gd name="connsiteX33200" fmla="*/ 4728347 w 5158787"/>
              <a:gd name="connsiteY33200" fmla="*/ 1041473 h 4489084"/>
              <a:gd name="connsiteX33201" fmla="*/ 4730064 w 5158787"/>
              <a:gd name="connsiteY33201" fmla="*/ 1040466 h 4489084"/>
              <a:gd name="connsiteX33202" fmla="*/ 4332664 w 5158787"/>
              <a:gd name="connsiteY33202" fmla="*/ 997528 h 4489084"/>
              <a:gd name="connsiteX33203" fmla="*/ 4343917 w 5158787"/>
              <a:gd name="connsiteY33203" fmla="*/ 997528 h 4489084"/>
              <a:gd name="connsiteX33204" fmla="*/ 4344628 w 5158787"/>
              <a:gd name="connsiteY33204" fmla="*/ 997942 h 4489084"/>
              <a:gd name="connsiteX33205" fmla="*/ 4350254 w 5158787"/>
              <a:gd name="connsiteY33205" fmla="*/ 1007715 h 4489084"/>
              <a:gd name="connsiteX33206" fmla="*/ 4350254 w 5158787"/>
              <a:gd name="connsiteY33206" fmla="*/ 1008484 h 4489084"/>
              <a:gd name="connsiteX33207" fmla="*/ 4344628 w 5158787"/>
              <a:gd name="connsiteY33207" fmla="*/ 1018257 h 4489084"/>
              <a:gd name="connsiteX33208" fmla="*/ 4343917 w 5158787"/>
              <a:gd name="connsiteY33208" fmla="*/ 1018671 h 4489084"/>
              <a:gd name="connsiteX33209" fmla="*/ 4332664 w 5158787"/>
              <a:gd name="connsiteY33209" fmla="*/ 1018671 h 4489084"/>
              <a:gd name="connsiteX33210" fmla="*/ 4331954 w 5158787"/>
              <a:gd name="connsiteY33210" fmla="*/ 1018257 h 4489084"/>
              <a:gd name="connsiteX33211" fmla="*/ 4326327 w 5158787"/>
              <a:gd name="connsiteY33211" fmla="*/ 1008484 h 4489084"/>
              <a:gd name="connsiteX33212" fmla="*/ 4326327 w 5158787"/>
              <a:gd name="connsiteY33212" fmla="*/ 1007715 h 4489084"/>
              <a:gd name="connsiteX33213" fmla="*/ 4331954 w 5158787"/>
              <a:gd name="connsiteY33213" fmla="*/ 997942 h 4489084"/>
              <a:gd name="connsiteX33214" fmla="*/ 4332664 w 5158787"/>
              <a:gd name="connsiteY33214" fmla="*/ 997528 h 4489084"/>
              <a:gd name="connsiteX33215" fmla="*/ 2505451 w 5158787"/>
              <a:gd name="connsiteY33215" fmla="*/ 995396 h 4489084"/>
              <a:gd name="connsiteX33216" fmla="*/ 2519014 w 5158787"/>
              <a:gd name="connsiteY33216" fmla="*/ 995396 h 4489084"/>
              <a:gd name="connsiteX33217" fmla="*/ 2519843 w 5158787"/>
              <a:gd name="connsiteY33217" fmla="*/ 995870 h 4489084"/>
              <a:gd name="connsiteX33218" fmla="*/ 2526654 w 5158787"/>
              <a:gd name="connsiteY33218" fmla="*/ 1007656 h 4489084"/>
              <a:gd name="connsiteX33219" fmla="*/ 2526654 w 5158787"/>
              <a:gd name="connsiteY33219" fmla="*/ 1008603 h 4489084"/>
              <a:gd name="connsiteX33220" fmla="*/ 2519843 w 5158787"/>
              <a:gd name="connsiteY33220" fmla="*/ 1020389 h 4489084"/>
              <a:gd name="connsiteX33221" fmla="*/ 2519014 w 5158787"/>
              <a:gd name="connsiteY33221" fmla="*/ 1020863 h 4489084"/>
              <a:gd name="connsiteX33222" fmla="*/ 2505451 w 5158787"/>
              <a:gd name="connsiteY33222" fmla="*/ 1020863 h 4489084"/>
              <a:gd name="connsiteX33223" fmla="*/ 2504622 w 5158787"/>
              <a:gd name="connsiteY33223" fmla="*/ 1020389 h 4489084"/>
              <a:gd name="connsiteX33224" fmla="*/ 2497811 w 5158787"/>
              <a:gd name="connsiteY33224" fmla="*/ 1008603 h 4489084"/>
              <a:gd name="connsiteX33225" fmla="*/ 2497811 w 5158787"/>
              <a:gd name="connsiteY33225" fmla="*/ 1007656 h 4489084"/>
              <a:gd name="connsiteX33226" fmla="*/ 2504622 w 5158787"/>
              <a:gd name="connsiteY33226" fmla="*/ 995870 h 4489084"/>
              <a:gd name="connsiteX33227" fmla="*/ 2505451 w 5158787"/>
              <a:gd name="connsiteY33227" fmla="*/ 995396 h 4489084"/>
              <a:gd name="connsiteX33228" fmla="*/ 4196149 w 5158787"/>
              <a:gd name="connsiteY33228" fmla="*/ 995277 h 4489084"/>
              <a:gd name="connsiteX33229" fmla="*/ 4209831 w 5158787"/>
              <a:gd name="connsiteY33229" fmla="*/ 995277 h 4489084"/>
              <a:gd name="connsiteX33230" fmla="*/ 4210660 w 5158787"/>
              <a:gd name="connsiteY33230" fmla="*/ 995751 h 4489084"/>
              <a:gd name="connsiteX33231" fmla="*/ 4217470 w 5158787"/>
              <a:gd name="connsiteY33231" fmla="*/ 1007596 h 4489084"/>
              <a:gd name="connsiteX33232" fmla="*/ 4217470 w 5158787"/>
              <a:gd name="connsiteY33232" fmla="*/ 1008543 h 4489084"/>
              <a:gd name="connsiteX33233" fmla="*/ 4210601 w 5158787"/>
              <a:gd name="connsiteY33233" fmla="*/ 1020388 h 4489084"/>
              <a:gd name="connsiteX33234" fmla="*/ 4209771 w 5158787"/>
              <a:gd name="connsiteY33234" fmla="*/ 1020862 h 4489084"/>
              <a:gd name="connsiteX33235" fmla="*/ 4196090 w 5158787"/>
              <a:gd name="connsiteY33235" fmla="*/ 1020862 h 4489084"/>
              <a:gd name="connsiteX33236" fmla="*/ 4195261 w 5158787"/>
              <a:gd name="connsiteY33236" fmla="*/ 1020388 h 4489084"/>
              <a:gd name="connsiteX33237" fmla="*/ 4188450 w 5158787"/>
              <a:gd name="connsiteY33237" fmla="*/ 1008543 h 4489084"/>
              <a:gd name="connsiteX33238" fmla="*/ 4188450 w 5158787"/>
              <a:gd name="connsiteY33238" fmla="*/ 1007596 h 4489084"/>
              <a:gd name="connsiteX33239" fmla="*/ 4195320 w 5158787"/>
              <a:gd name="connsiteY33239" fmla="*/ 995751 h 4489084"/>
              <a:gd name="connsiteX33240" fmla="*/ 4196149 w 5158787"/>
              <a:gd name="connsiteY33240" fmla="*/ 995277 h 4489084"/>
              <a:gd name="connsiteX33241" fmla="*/ 4263726 w 5158787"/>
              <a:gd name="connsiteY33241" fmla="*/ 995159 h 4489084"/>
              <a:gd name="connsiteX33242" fmla="*/ 4277525 w 5158787"/>
              <a:gd name="connsiteY33242" fmla="*/ 995159 h 4489084"/>
              <a:gd name="connsiteX33243" fmla="*/ 4278354 w 5158787"/>
              <a:gd name="connsiteY33243" fmla="*/ 995633 h 4489084"/>
              <a:gd name="connsiteX33244" fmla="*/ 4285224 w 5158787"/>
              <a:gd name="connsiteY33244" fmla="*/ 1007596 h 4489084"/>
              <a:gd name="connsiteX33245" fmla="*/ 4285224 w 5158787"/>
              <a:gd name="connsiteY33245" fmla="*/ 1008544 h 4489084"/>
              <a:gd name="connsiteX33246" fmla="*/ 4278295 w 5158787"/>
              <a:gd name="connsiteY33246" fmla="*/ 1020507 h 4489084"/>
              <a:gd name="connsiteX33247" fmla="*/ 4277466 w 5158787"/>
              <a:gd name="connsiteY33247" fmla="*/ 1020981 h 4489084"/>
              <a:gd name="connsiteX33248" fmla="*/ 4263666 w 5158787"/>
              <a:gd name="connsiteY33248" fmla="*/ 1020981 h 4489084"/>
              <a:gd name="connsiteX33249" fmla="*/ 4262837 w 5158787"/>
              <a:gd name="connsiteY33249" fmla="*/ 1020507 h 4489084"/>
              <a:gd name="connsiteX33250" fmla="*/ 4255967 w 5158787"/>
              <a:gd name="connsiteY33250" fmla="*/ 1008544 h 4489084"/>
              <a:gd name="connsiteX33251" fmla="*/ 4255967 w 5158787"/>
              <a:gd name="connsiteY33251" fmla="*/ 1007596 h 4489084"/>
              <a:gd name="connsiteX33252" fmla="*/ 4262896 w 5158787"/>
              <a:gd name="connsiteY33252" fmla="*/ 995633 h 4489084"/>
              <a:gd name="connsiteX33253" fmla="*/ 4263726 w 5158787"/>
              <a:gd name="connsiteY33253" fmla="*/ 995159 h 4489084"/>
              <a:gd name="connsiteX33254" fmla="*/ 3790280 w 5158787"/>
              <a:gd name="connsiteY33254" fmla="*/ 995040 h 4489084"/>
              <a:gd name="connsiteX33255" fmla="*/ 3804198 w 5158787"/>
              <a:gd name="connsiteY33255" fmla="*/ 995040 h 4489084"/>
              <a:gd name="connsiteX33256" fmla="*/ 3805027 w 5158787"/>
              <a:gd name="connsiteY33256" fmla="*/ 995514 h 4489084"/>
              <a:gd name="connsiteX33257" fmla="*/ 3811956 w 5158787"/>
              <a:gd name="connsiteY33257" fmla="*/ 1007537 h 4489084"/>
              <a:gd name="connsiteX33258" fmla="*/ 3811956 w 5158787"/>
              <a:gd name="connsiteY33258" fmla="*/ 1008543 h 4489084"/>
              <a:gd name="connsiteX33259" fmla="*/ 3804968 w 5158787"/>
              <a:gd name="connsiteY33259" fmla="*/ 1020566 h 4489084"/>
              <a:gd name="connsiteX33260" fmla="*/ 3804139 w 5158787"/>
              <a:gd name="connsiteY33260" fmla="*/ 1021040 h 4489084"/>
              <a:gd name="connsiteX33261" fmla="*/ 3790220 w 5158787"/>
              <a:gd name="connsiteY33261" fmla="*/ 1021040 h 4489084"/>
              <a:gd name="connsiteX33262" fmla="*/ 3789392 w 5158787"/>
              <a:gd name="connsiteY33262" fmla="*/ 1020566 h 4489084"/>
              <a:gd name="connsiteX33263" fmla="*/ 3782462 w 5158787"/>
              <a:gd name="connsiteY33263" fmla="*/ 1008543 h 4489084"/>
              <a:gd name="connsiteX33264" fmla="*/ 3782462 w 5158787"/>
              <a:gd name="connsiteY33264" fmla="*/ 1007537 h 4489084"/>
              <a:gd name="connsiteX33265" fmla="*/ 3789451 w 5158787"/>
              <a:gd name="connsiteY33265" fmla="*/ 995514 h 4489084"/>
              <a:gd name="connsiteX33266" fmla="*/ 3790280 w 5158787"/>
              <a:gd name="connsiteY33266" fmla="*/ 995040 h 4489084"/>
              <a:gd name="connsiteX33267" fmla="*/ 2572317 w 5158787"/>
              <a:gd name="connsiteY33267" fmla="*/ 993915 h 4489084"/>
              <a:gd name="connsiteX33268" fmla="*/ 2587419 w 5158787"/>
              <a:gd name="connsiteY33268" fmla="*/ 993915 h 4489084"/>
              <a:gd name="connsiteX33269" fmla="*/ 2588367 w 5158787"/>
              <a:gd name="connsiteY33269" fmla="*/ 994448 h 4489084"/>
              <a:gd name="connsiteX33270" fmla="*/ 2595947 w 5158787"/>
              <a:gd name="connsiteY33270" fmla="*/ 1007537 h 4489084"/>
              <a:gd name="connsiteX33271" fmla="*/ 2595947 w 5158787"/>
              <a:gd name="connsiteY33271" fmla="*/ 1008603 h 4489084"/>
              <a:gd name="connsiteX33272" fmla="*/ 2588367 w 5158787"/>
              <a:gd name="connsiteY33272" fmla="*/ 1021692 h 4489084"/>
              <a:gd name="connsiteX33273" fmla="*/ 2587419 w 5158787"/>
              <a:gd name="connsiteY33273" fmla="*/ 1022225 h 4489084"/>
              <a:gd name="connsiteX33274" fmla="*/ 2572317 w 5158787"/>
              <a:gd name="connsiteY33274" fmla="*/ 1022225 h 4489084"/>
              <a:gd name="connsiteX33275" fmla="*/ 2571369 w 5158787"/>
              <a:gd name="connsiteY33275" fmla="*/ 1021692 h 4489084"/>
              <a:gd name="connsiteX33276" fmla="*/ 2563788 w 5158787"/>
              <a:gd name="connsiteY33276" fmla="*/ 1008603 h 4489084"/>
              <a:gd name="connsiteX33277" fmla="*/ 2563788 w 5158787"/>
              <a:gd name="connsiteY33277" fmla="*/ 1007537 h 4489084"/>
              <a:gd name="connsiteX33278" fmla="*/ 2571369 w 5158787"/>
              <a:gd name="connsiteY33278" fmla="*/ 994448 h 4489084"/>
              <a:gd name="connsiteX33279" fmla="*/ 2572317 w 5158787"/>
              <a:gd name="connsiteY33279" fmla="*/ 993915 h 4489084"/>
              <a:gd name="connsiteX33280" fmla="*/ 272428 w 5158787"/>
              <a:gd name="connsiteY33280" fmla="*/ 993086 h 4489084"/>
              <a:gd name="connsiteX33281" fmla="*/ 288419 w 5158787"/>
              <a:gd name="connsiteY33281" fmla="*/ 993086 h 4489084"/>
              <a:gd name="connsiteX33282" fmla="*/ 289367 w 5158787"/>
              <a:gd name="connsiteY33282" fmla="*/ 993678 h 4489084"/>
              <a:gd name="connsiteX33283" fmla="*/ 297362 w 5158787"/>
              <a:gd name="connsiteY33283" fmla="*/ 1007537 h 4489084"/>
              <a:gd name="connsiteX33284" fmla="*/ 297362 w 5158787"/>
              <a:gd name="connsiteY33284" fmla="*/ 1008662 h 4489084"/>
              <a:gd name="connsiteX33285" fmla="*/ 289367 w 5158787"/>
              <a:gd name="connsiteY33285" fmla="*/ 1022521 h 4489084"/>
              <a:gd name="connsiteX33286" fmla="*/ 288419 w 5158787"/>
              <a:gd name="connsiteY33286" fmla="*/ 1023113 h 4489084"/>
              <a:gd name="connsiteX33287" fmla="*/ 272428 w 5158787"/>
              <a:gd name="connsiteY33287" fmla="*/ 1023113 h 4489084"/>
              <a:gd name="connsiteX33288" fmla="*/ 271481 w 5158787"/>
              <a:gd name="connsiteY33288" fmla="*/ 1022521 h 4489084"/>
              <a:gd name="connsiteX33289" fmla="*/ 263485 w 5158787"/>
              <a:gd name="connsiteY33289" fmla="*/ 1008662 h 4489084"/>
              <a:gd name="connsiteX33290" fmla="*/ 263485 w 5158787"/>
              <a:gd name="connsiteY33290" fmla="*/ 1007537 h 4489084"/>
              <a:gd name="connsiteX33291" fmla="*/ 271481 w 5158787"/>
              <a:gd name="connsiteY33291" fmla="*/ 993678 h 4489084"/>
              <a:gd name="connsiteX33292" fmla="*/ 272428 w 5158787"/>
              <a:gd name="connsiteY33292" fmla="*/ 993086 h 4489084"/>
              <a:gd name="connsiteX33293" fmla="*/ 4397574 w 5158787"/>
              <a:gd name="connsiteY33293" fmla="*/ 992612 h 4489084"/>
              <a:gd name="connsiteX33294" fmla="*/ 4414157 w 5158787"/>
              <a:gd name="connsiteY33294" fmla="*/ 992612 h 4489084"/>
              <a:gd name="connsiteX33295" fmla="*/ 4415164 w 5158787"/>
              <a:gd name="connsiteY33295" fmla="*/ 993204 h 4489084"/>
              <a:gd name="connsiteX33296" fmla="*/ 4423455 w 5158787"/>
              <a:gd name="connsiteY33296" fmla="*/ 1007537 h 4489084"/>
              <a:gd name="connsiteX33297" fmla="*/ 4423455 w 5158787"/>
              <a:gd name="connsiteY33297" fmla="*/ 1008721 h 4489084"/>
              <a:gd name="connsiteX33298" fmla="*/ 4415164 w 5158787"/>
              <a:gd name="connsiteY33298" fmla="*/ 1023054 h 4489084"/>
              <a:gd name="connsiteX33299" fmla="*/ 4414157 w 5158787"/>
              <a:gd name="connsiteY33299" fmla="*/ 1023646 h 4489084"/>
              <a:gd name="connsiteX33300" fmla="*/ 4397574 w 5158787"/>
              <a:gd name="connsiteY33300" fmla="*/ 1023646 h 4489084"/>
              <a:gd name="connsiteX33301" fmla="*/ 4396567 w 5158787"/>
              <a:gd name="connsiteY33301" fmla="*/ 1023054 h 4489084"/>
              <a:gd name="connsiteX33302" fmla="*/ 4388276 w 5158787"/>
              <a:gd name="connsiteY33302" fmla="*/ 1008721 h 4489084"/>
              <a:gd name="connsiteX33303" fmla="*/ 4388276 w 5158787"/>
              <a:gd name="connsiteY33303" fmla="*/ 1007537 h 4489084"/>
              <a:gd name="connsiteX33304" fmla="*/ 4396567 w 5158787"/>
              <a:gd name="connsiteY33304" fmla="*/ 993204 h 4489084"/>
              <a:gd name="connsiteX33305" fmla="*/ 4397574 w 5158787"/>
              <a:gd name="connsiteY33305" fmla="*/ 992612 h 4489084"/>
              <a:gd name="connsiteX33306" fmla="*/ 3856316 w 5158787"/>
              <a:gd name="connsiteY33306" fmla="*/ 992079 h 4489084"/>
              <a:gd name="connsiteX33307" fmla="*/ 3873432 w 5158787"/>
              <a:gd name="connsiteY33307" fmla="*/ 992079 h 4489084"/>
              <a:gd name="connsiteX33308" fmla="*/ 3874499 w 5158787"/>
              <a:gd name="connsiteY33308" fmla="*/ 992671 h 4489084"/>
              <a:gd name="connsiteX33309" fmla="*/ 3883027 w 5158787"/>
              <a:gd name="connsiteY33309" fmla="*/ 1007478 h 4489084"/>
              <a:gd name="connsiteX33310" fmla="*/ 3883027 w 5158787"/>
              <a:gd name="connsiteY33310" fmla="*/ 1008662 h 4489084"/>
              <a:gd name="connsiteX33311" fmla="*/ 3874439 w 5158787"/>
              <a:gd name="connsiteY33311" fmla="*/ 1023468 h 4489084"/>
              <a:gd name="connsiteX33312" fmla="*/ 3873373 w 5158787"/>
              <a:gd name="connsiteY33312" fmla="*/ 1024061 h 4489084"/>
              <a:gd name="connsiteX33313" fmla="*/ 3856257 w 5158787"/>
              <a:gd name="connsiteY33313" fmla="*/ 1024061 h 4489084"/>
              <a:gd name="connsiteX33314" fmla="*/ 3855191 w 5158787"/>
              <a:gd name="connsiteY33314" fmla="*/ 1023468 h 4489084"/>
              <a:gd name="connsiteX33315" fmla="*/ 3846662 w 5158787"/>
              <a:gd name="connsiteY33315" fmla="*/ 1008662 h 4489084"/>
              <a:gd name="connsiteX33316" fmla="*/ 3846662 w 5158787"/>
              <a:gd name="connsiteY33316" fmla="*/ 1007478 h 4489084"/>
              <a:gd name="connsiteX33317" fmla="*/ 3855250 w 5158787"/>
              <a:gd name="connsiteY33317" fmla="*/ 992671 h 4489084"/>
              <a:gd name="connsiteX33318" fmla="*/ 3856316 w 5158787"/>
              <a:gd name="connsiteY33318" fmla="*/ 992079 h 4489084"/>
              <a:gd name="connsiteX33319" fmla="*/ 1083398 w 5158787"/>
              <a:gd name="connsiteY33319" fmla="*/ 991961 h 4489084"/>
              <a:gd name="connsiteX33320" fmla="*/ 1100632 w 5158787"/>
              <a:gd name="connsiteY33320" fmla="*/ 991961 h 4489084"/>
              <a:gd name="connsiteX33321" fmla="*/ 1101698 w 5158787"/>
              <a:gd name="connsiteY33321" fmla="*/ 992553 h 4489084"/>
              <a:gd name="connsiteX33322" fmla="*/ 1110286 w 5158787"/>
              <a:gd name="connsiteY33322" fmla="*/ 1007478 h 4489084"/>
              <a:gd name="connsiteX33323" fmla="*/ 1110286 w 5158787"/>
              <a:gd name="connsiteY33323" fmla="*/ 1008722 h 4489084"/>
              <a:gd name="connsiteX33324" fmla="*/ 1101639 w 5158787"/>
              <a:gd name="connsiteY33324" fmla="*/ 1023646 h 4489084"/>
              <a:gd name="connsiteX33325" fmla="*/ 1100573 w 5158787"/>
              <a:gd name="connsiteY33325" fmla="*/ 1024239 h 4489084"/>
              <a:gd name="connsiteX33326" fmla="*/ 1083339 w 5158787"/>
              <a:gd name="connsiteY33326" fmla="*/ 1024239 h 4489084"/>
              <a:gd name="connsiteX33327" fmla="*/ 1082273 w 5158787"/>
              <a:gd name="connsiteY33327" fmla="*/ 1023646 h 4489084"/>
              <a:gd name="connsiteX33328" fmla="*/ 1073685 w 5158787"/>
              <a:gd name="connsiteY33328" fmla="*/ 1008722 h 4489084"/>
              <a:gd name="connsiteX33329" fmla="*/ 1073685 w 5158787"/>
              <a:gd name="connsiteY33329" fmla="*/ 1007478 h 4489084"/>
              <a:gd name="connsiteX33330" fmla="*/ 1082331 w 5158787"/>
              <a:gd name="connsiteY33330" fmla="*/ 992553 h 4489084"/>
              <a:gd name="connsiteX33331" fmla="*/ 1083398 w 5158787"/>
              <a:gd name="connsiteY33331" fmla="*/ 991961 h 4489084"/>
              <a:gd name="connsiteX33332" fmla="*/ 204083 w 5158787"/>
              <a:gd name="connsiteY33332" fmla="*/ 991842 h 4489084"/>
              <a:gd name="connsiteX33333" fmla="*/ 221435 w 5158787"/>
              <a:gd name="connsiteY33333" fmla="*/ 991842 h 4489084"/>
              <a:gd name="connsiteX33334" fmla="*/ 222501 w 5158787"/>
              <a:gd name="connsiteY33334" fmla="*/ 992434 h 4489084"/>
              <a:gd name="connsiteX33335" fmla="*/ 231148 w 5158787"/>
              <a:gd name="connsiteY33335" fmla="*/ 1007418 h 4489084"/>
              <a:gd name="connsiteX33336" fmla="*/ 231148 w 5158787"/>
              <a:gd name="connsiteY33336" fmla="*/ 1008662 h 4489084"/>
              <a:gd name="connsiteX33337" fmla="*/ 222501 w 5158787"/>
              <a:gd name="connsiteY33337" fmla="*/ 1023646 h 4489084"/>
              <a:gd name="connsiteX33338" fmla="*/ 221435 w 5158787"/>
              <a:gd name="connsiteY33338" fmla="*/ 1024238 h 4489084"/>
              <a:gd name="connsiteX33339" fmla="*/ 204083 w 5158787"/>
              <a:gd name="connsiteY33339" fmla="*/ 1024238 h 4489084"/>
              <a:gd name="connsiteX33340" fmla="*/ 203017 w 5158787"/>
              <a:gd name="connsiteY33340" fmla="*/ 1023646 h 4489084"/>
              <a:gd name="connsiteX33341" fmla="*/ 194370 w 5158787"/>
              <a:gd name="connsiteY33341" fmla="*/ 1008662 h 4489084"/>
              <a:gd name="connsiteX33342" fmla="*/ 194370 w 5158787"/>
              <a:gd name="connsiteY33342" fmla="*/ 1007418 h 4489084"/>
              <a:gd name="connsiteX33343" fmla="*/ 203017 w 5158787"/>
              <a:gd name="connsiteY33343" fmla="*/ 992434 h 4489084"/>
              <a:gd name="connsiteX33344" fmla="*/ 204083 w 5158787"/>
              <a:gd name="connsiteY33344" fmla="*/ 991842 h 4489084"/>
              <a:gd name="connsiteX33345" fmla="*/ 474564 w 5158787"/>
              <a:gd name="connsiteY33345" fmla="*/ 991783 h 4489084"/>
              <a:gd name="connsiteX33346" fmla="*/ 492035 w 5158787"/>
              <a:gd name="connsiteY33346" fmla="*/ 991783 h 4489084"/>
              <a:gd name="connsiteX33347" fmla="*/ 493101 w 5158787"/>
              <a:gd name="connsiteY33347" fmla="*/ 992375 h 4489084"/>
              <a:gd name="connsiteX33348" fmla="*/ 501808 w 5158787"/>
              <a:gd name="connsiteY33348" fmla="*/ 1007478 h 4489084"/>
              <a:gd name="connsiteX33349" fmla="*/ 501808 w 5158787"/>
              <a:gd name="connsiteY33349" fmla="*/ 1008721 h 4489084"/>
              <a:gd name="connsiteX33350" fmla="*/ 493101 w 5158787"/>
              <a:gd name="connsiteY33350" fmla="*/ 1023824 h 4489084"/>
              <a:gd name="connsiteX33351" fmla="*/ 492035 w 5158787"/>
              <a:gd name="connsiteY33351" fmla="*/ 1024416 h 4489084"/>
              <a:gd name="connsiteX33352" fmla="*/ 474564 w 5158787"/>
              <a:gd name="connsiteY33352" fmla="*/ 1024416 h 4489084"/>
              <a:gd name="connsiteX33353" fmla="*/ 473498 w 5158787"/>
              <a:gd name="connsiteY33353" fmla="*/ 1023824 h 4489084"/>
              <a:gd name="connsiteX33354" fmla="*/ 464792 w 5158787"/>
              <a:gd name="connsiteY33354" fmla="*/ 1008721 h 4489084"/>
              <a:gd name="connsiteX33355" fmla="*/ 464792 w 5158787"/>
              <a:gd name="connsiteY33355" fmla="*/ 1007478 h 4489084"/>
              <a:gd name="connsiteX33356" fmla="*/ 473498 w 5158787"/>
              <a:gd name="connsiteY33356" fmla="*/ 992375 h 4489084"/>
              <a:gd name="connsiteX33357" fmla="*/ 474564 w 5158787"/>
              <a:gd name="connsiteY33357" fmla="*/ 991783 h 4489084"/>
              <a:gd name="connsiteX33358" fmla="*/ 2638589 w 5158787"/>
              <a:gd name="connsiteY33358" fmla="*/ 991428 h 4489084"/>
              <a:gd name="connsiteX33359" fmla="*/ 2656357 w 5158787"/>
              <a:gd name="connsiteY33359" fmla="*/ 991428 h 4489084"/>
              <a:gd name="connsiteX33360" fmla="*/ 2657423 w 5158787"/>
              <a:gd name="connsiteY33360" fmla="*/ 992079 h 4489084"/>
              <a:gd name="connsiteX33361" fmla="*/ 2666307 w 5158787"/>
              <a:gd name="connsiteY33361" fmla="*/ 1007478 h 4489084"/>
              <a:gd name="connsiteX33362" fmla="*/ 2666307 w 5158787"/>
              <a:gd name="connsiteY33362" fmla="*/ 1008722 h 4489084"/>
              <a:gd name="connsiteX33363" fmla="*/ 2657423 w 5158787"/>
              <a:gd name="connsiteY33363" fmla="*/ 1024120 h 4489084"/>
              <a:gd name="connsiteX33364" fmla="*/ 2656357 w 5158787"/>
              <a:gd name="connsiteY33364" fmla="*/ 1024772 h 4489084"/>
              <a:gd name="connsiteX33365" fmla="*/ 2638589 w 5158787"/>
              <a:gd name="connsiteY33365" fmla="*/ 1024772 h 4489084"/>
              <a:gd name="connsiteX33366" fmla="*/ 2637523 w 5158787"/>
              <a:gd name="connsiteY33366" fmla="*/ 1024120 h 4489084"/>
              <a:gd name="connsiteX33367" fmla="*/ 2628640 w 5158787"/>
              <a:gd name="connsiteY33367" fmla="*/ 1008722 h 4489084"/>
              <a:gd name="connsiteX33368" fmla="*/ 2628640 w 5158787"/>
              <a:gd name="connsiteY33368" fmla="*/ 1007478 h 4489084"/>
              <a:gd name="connsiteX33369" fmla="*/ 2637523 w 5158787"/>
              <a:gd name="connsiteY33369" fmla="*/ 992079 h 4489084"/>
              <a:gd name="connsiteX33370" fmla="*/ 2638589 w 5158787"/>
              <a:gd name="connsiteY33370" fmla="*/ 991428 h 4489084"/>
              <a:gd name="connsiteX33371" fmla="*/ 2435625 w 5158787"/>
              <a:gd name="connsiteY33371" fmla="*/ 991250 h 4489084"/>
              <a:gd name="connsiteX33372" fmla="*/ 2453630 w 5158787"/>
              <a:gd name="connsiteY33372" fmla="*/ 991250 h 4489084"/>
              <a:gd name="connsiteX33373" fmla="*/ 2454755 w 5158787"/>
              <a:gd name="connsiteY33373" fmla="*/ 991901 h 4489084"/>
              <a:gd name="connsiteX33374" fmla="*/ 2463757 w 5158787"/>
              <a:gd name="connsiteY33374" fmla="*/ 1007478 h 4489084"/>
              <a:gd name="connsiteX33375" fmla="*/ 2463757 w 5158787"/>
              <a:gd name="connsiteY33375" fmla="*/ 1008721 h 4489084"/>
              <a:gd name="connsiteX33376" fmla="*/ 2454755 w 5158787"/>
              <a:gd name="connsiteY33376" fmla="*/ 1024298 h 4489084"/>
              <a:gd name="connsiteX33377" fmla="*/ 2453630 w 5158787"/>
              <a:gd name="connsiteY33377" fmla="*/ 1024949 h 4489084"/>
              <a:gd name="connsiteX33378" fmla="*/ 2435625 w 5158787"/>
              <a:gd name="connsiteY33378" fmla="*/ 1024949 h 4489084"/>
              <a:gd name="connsiteX33379" fmla="*/ 2434500 w 5158787"/>
              <a:gd name="connsiteY33379" fmla="*/ 1024298 h 4489084"/>
              <a:gd name="connsiteX33380" fmla="*/ 2425498 w 5158787"/>
              <a:gd name="connsiteY33380" fmla="*/ 1008721 h 4489084"/>
              <a:gd name="connsiteX33381" fmla="*/ 2425498 w 5158787"/>
              <a:gd name="connsiteY33381" fmla="*/ 1007478 h 4489084"/>
              <a:gd name="connsiteX33382" fmla="*/ 2434500 w 5158787"/>
              <a:gd name="connsiteY33382" fmla="*/ 991901 h 4489084"/>
              <a:gd name="connsiteX33383" fmla="*/ 2435625 w 5158787"/>
              <a:gd name="connsiteY33383" fmla="*/ 991250 h 4489084"/>
              <a:gd name="connsiteX33384" fmla="*/ 2367990 w 5158787"/>
              <a:gd name="connsiteY33384" fmla="*/ 991250 h 4489084"/>
              <a:gd name="connsiteX33385" fmla="*/ 2385995 w 5158787"/>
              <a:gd name="connsiteY33385" fmla="*/ 991250 h 4489084"/>
              <a:gd name="connsiteX33386" fmla="*/ 2387120 w 5158787"/>
              <a:gd name="connsiteY33386" fmla="*/ 991901 h 4489084"/>
              <a:gd name="connsiteX33387" fmla="*/ 2396122 w 5158787"/>
              <a:gd name="connsiteY33387" fmla="*/ 1007478 h 4489084"/>
              <a:gd name="connsiteX33388" fmla="*/ 2396122 w 5158787"/>
              <a:gd name="connsiteY33388" fmla="*/ 1008721 h 4489084"/>
              <a:gd name="connsiteX33389" fmla="*/ 2387120 w 5158787"/>
              <a:gd name="connsiteY33389" fmla="*/ 1024298 h 4489084"/>
              <a:gd name="connsiteX33390" fmla="*/ 2385995 w 5158787"/>
              <a:gd name="connsiteY33390" fmla="*/ 1024949 h 4489084"/>
              <a:gd name="connsiteX33391" fmla="*/ 2367990 w 5158787"/>
              <a:gd name="connsiteY33391" fmla="*/ 1024949 h 4489084"/>
              <a:gd name="connsiteX33392" fmla="*/ 2366865 w 5158787"/>
              <a:gd name="connsiteY33392" fmla="*/ 1024298 h 4489084"/>
              <a:gd name="connsiteX33393" fmla="*/ 2357863 w 5158787"/>
              <a:gd name="connsiteY33393" fmla="*/ 1008721 h 4489084"/>
              <a:gd name="connsiteX33394" fmla="*/ 2357863 w 5158787"/>
              <a:gd name="connsiteY33394" fmla="*/ 1007478 h 4489084"/>
              <a:gd name="connsiteX33395" fmla="*/ 2366865 w 5158787"/>
              <a:gd name="connsiteY33395" fmla="*/ 991901 h 4489084"/>
              <a:gd name="connsiteX33396" fmla="*/ 2367990 w 5158787"/>
              <a:gd name="connsiteY33396" fmla="*/ 991250 h 4489084"/>
              <a:gd name="connsiteX33397" fmla="*/ 1015348 w 5158787"/>
              <a:gd name="connsiteY33397" fmla="*/ 991250 h 4489084"/>
              <a:gd name="connsiteX33398" fmla="*/ 1033353 w 5158787"/>
              <a:gd name="connsiteY33398" fmla="*/ 991250 h 4489084"/>
              <a:gd name="connsiteX33399" fmla="*/ 1034478 w 5158787"/>
              <a:gd name="connsiteY33399" fmla="*/ 991901 h 4489084"/>
              <a:gd name="connsiteX33400" fmla="*/ 1043480 w 5158787"/>
              <a:gd name="connsiteY33400" fmla="*/ 1007478 h 4489084"/>
              <a:gd name="connsiteX33401" fmla="*/ 1043480 w 5158787"/>
              <a:gd name="connsiteY33401" fmla="*/ 1008721 h 4489084"/>
              <a:gd name="connsiteX33402" fmla="*/ 1034478 w 5158787"/>
              <a:gd name="connsiteY33402" fmla="*/ 1024298 h 4489084"/>
              <a:gd name="connsiteX33403" fmla="*/ 1033353 w 5158787"/>
              <a:gd name="connsiteY33403" fmla="*/ 1024949 h 4489084"/>
              <a:gd name="connsiteX33404" fmla="*/ 1015348 w 5158787"/>
              <a:gd name="connsiteY33404" fmla="*/ 1024949 h 4489084"/>
              <a:gd name="connsiteX33405" fmla="*/ 1014223 w 5158787"/>
              <a:gd name="connsiteY33405" fmla="*/ 1024298 h 4489084"/>
              <a:gd name="connsiteX33406" fmla="*/ 1005221 w 5158787"/>
              <a:gd name="connsiteY33406" fmla="*/ 1008721 h 4489084"/>
              <a:gd name="connsiteX33407" fmla="*/ 1005221 w 5158787"/>
              <a:gd name="connsiteY33407" fmla="*/ 1007478 h 4489084"/>
              <a:gd name="connsiteX33408" fmla="*/ 1014223 w 5158787"/>
              <a:gd name="connsiteY33408" fmla="*/ 991901 h 4489084"/>
              <a:gd name="connsiteX33409" fmla="*/ 1015348 w 5158787"/>
              <a:gd name="connsiteY33409" fmla="*/ 991250 h 4489084"/>
              <a:gd name="connsiteX33410" fmla="*/ 3720454 w 5158787"/>
              <a:gd name="connsiteY33410" fmla="*/ 991013 h 4489084"/>
              <a:gd name="connsiteX33411" fmla="*/ 3738695 w 5158787"/>
              <a:gd name="connsiteY33411" fmla="*/ 991013 h 4489084"/>
              <a:gd name="connsiteX33412" fmla="*/ 3739820 w 5158787"/>
              <a:gd name="connsiteY33412" fmla="*/ 991664 h 4489084"/>
              <a:gd name="connsiteX33413" fmla="*/ 3748941 w 5158787"/>
              <a:gd name="connsiteY33413" fmla="*/ 1007418 h 4489084"/>
              <a:gd name="connsiteX33414" fmla="*/ 3748941 w 5158787"/>
              <a:gd name="connsiteY33414" fmla="*/ 1008721 h 4489084"/>
              <a:gd name="connsiteX33415" fmla="*/ 3739820 w 5158787"/>
              <a:gd name="connsiteY33415" fmla="*/ 1024475 h 4489084"/>
              <a:gd name="connsiteX33416" fmla="*/ 3738695 w 5158787"/>
              <a:gd name="connsiteY33416" fmla="*/ 1025127 h 4489084"/>
              <a:gd name="connsiteX33417" fmla="*/ 3720454 w 5158787"/>
              <a:gd name="connsiteY33417" fmla="*/ 1025127 h 4489084"/>
              <a:gd name="connsiteX33418" fmla="*/ 3719328 w 5158787"/>
              <a:gd name="connsiteY33418" fmla="*/ 1024475 h 4489084"/>
              <a:gd name="connsiteX33419" fmla="*/ 3710208 w 5158787"/>
              <a:gd name="connsiteY33419" fmla="*/ 1008721 h 4489084"/>
              <a:gd name="connsiteX33420" fmla="*/ 3710208 w 5158787"/>
              <a:gd name="connsiteY33420" fmla="*/ 1007418 h 4489084"/>
              <a:gd name="connsiteX33421" fmla="*/ 3719328 w 5158787"/>
              <a:gd name="connsiteY33421" fmla="*/ 991664 h 4489084"/>
              <a:gd name="connsiteX33422" fmla="*/ 3720454 w 5158787"/>
              <a:gd name="connsiteY33422" fmla="*/ 991013 h 4489084"/>
              <a:gd name="connsiteX33423" fmla="*/ 338939 w 5158787"/>
              <a:gd name="connsiteY33423" fmla="*/ 991013 h 4489084"/>
              <a:gd name="connsiteX33424" fmla="*/ 357180 w 5158787"/>
              <a:gd name="connsiteY33424" fmla="*/ 991013 h 4489084"/>
              <a:gd name="connsiteX33425" fmla="*/ 358305 w 5158787"/>
              <a:gd name="connsiteY33425" fmla="*/ 991664 h 4489084"/>
              <a:gd name="connsiteX33426" fmla="*/ 367426 w 5158787"/>
              <a:gd name="connsiteY33426" fmla="*/ 1007418 h 4489084"/>
              <a:gd name="connsiteX33427" fmla="*/ 367426 w 5158787"/>
              <a:gd name="connsiteY33427" fmla="*/ 1008721 h 4489084"/>
              <a:gd name="connsiteX33428" fmla="*/ 358305 w 5158787"/>
              <a:gd name="connsiteY33428" fmla="*/ 1024475 h 4489084"/>
              <a:gd name="connsiteX33429" fmla="*/ 357180 w 5158787"/>
              <a:gd name="connsiteY33429" fmla="*/ 1025127 h 4489084"/>
              <a:gd name="connsiteX33430" fmla="*/ 338939 w 5158787"/>
              <a:gd name="connsiteY33430" fmla="*/ 1025127 h 4489084"/>
              <a:gd name="connsiteX33431" fmla="*/ 337813 w 5158787"/>
              <a:gd name="connsiteY33431" fmla="*/ 1024475 h 4489084"/>
              <a:gd name="connsiteX33432" fmla="*/ 328693 w 5158787"/>
              <a:gd name="connsiteY33432" fmla="*/ 1008721 h 4489084"/>
              <a:gd name="connsiteX33433" fmla="*/ 328693 w 5158787"/>
              <a:gd name="connsiteY33433" fmla="*/ 1007418 h 4489084"/>
              <a:gd name="connsiteX33434" fmla="*/ 337813 w 5158787"/>
              <a:gd name="connsiteY33434" fmla="*/ 991664 h 4489084"/>
              <a:gd name="connsiteX33435" fmla="*/ 338939 w 5158787"/>
              <a:gd name="connsiteY33435" fmla="*/ 991013 h 4489084"/>
              <a:gd name="connsiteX33436" fmla="*/ 541784 w 5158787"/>
              <a:gd name="connsiteY33436" fmla="*/ 990954 h 4489084"/>
              <a:gd name="connsiteX33437" fmla="*/ 560084 w 5158787"/>
              <a:gd name="connsiteY33437" fmla="*/ 990954 h 4489084"/>
              <a:gd name="connsiteX33438" fmla="*/ 561210 w 5158787"/>
              <a:gd name="connsiteY33438" fmla="*/ 991606 h 4489084"/>
              <a:gd name="connsiteX33439" fmla="*/ 570390 w 5158787"/>
              <a:gd name="connsiteY33439" fmla="*/ 1007478 h 4489084"/>
              <a:gd name="connsiteX33440" fmla="*/ 570390 w 5158787"/>
              <a:gd name="connsiteY33440" fmla="*/ 1008781 h 4489084"/>
              <a:gd name="connsiteX33441" fmla="*/ 561210 w 5158787"/>
              <a:gd name="connsiteY33441" fmla="*/ 1024653 h 4489084"/>
              <a:gd name="connsiteX33442" fmla="*/ 560084 w 5158787"/>
              <a:gd name="connsiteY33442" fmla="*/ 1025305 h 4489084"/>
              <a:gd name="connsiteX33443" fmla="*/ 541784 w 5158787"/>
              <a:gd name="connsiteY33443" fmla="*/ 1025305 h 4489084"/>
              <a:gd name="connsiteX33444" fmla="*/ 540659 w 5158787"/>
              <a:gd name="connsiteY33444" fmla="*/ 1024653 h 4489084"/>
              <a:gd name="connsiteX33445" fmla="*/ 531479 w 5158787"/>
              <a:gd name="connsiteY33445" fmla="*/ 1008781 h 4489084"/>
              <a:gd name="connsiteX33446" fmla="*/ 531479 w 5158787"/>
              <a:gd name="connsiteY33446" fmla="*/ 1007478 h 4489084"/>
              <a:gd name="connsiteX33447" fmla="*/ 540659 w 5158787"/>
              <a:gd name="connsiteY33447" fmla="*/ 991606 h 4489084"/>
              <a:gd name="connsiteX33448" fmla="*/ 541784 w 5158787"/>
              <a:gd name="connsiteY33448" fmla="*/ 990954 h 4489084"/>
              <a:gd name="connsiteX33449" fmla="*/ 1150382 w 5158787"/>
              <a:gd name="connsiteY33449" fmla="*/ 990717 h 4489084"/>
              <a:gd name="connsiteX33450" fmla="*/ 1168919 w 5158787"/>
              <a:gd name="connsiteY33450" fmla="*/ 990717 h 4489084"/>
              <a:gd name="connsiteX33451" fmla="*/ 1170044 w 5158787"/>
              <a:gd name="connsiteY33451" fmla="*/ 991369 h 4489084"/>
              <a:gd name="connsiteX33452" fmla="*/ 1179283 w 5158787"/>
              <a:gd name="connsiteY33452" fmla="*/ 1007419 h 4489084"/>
              <a:gd name="connsiteX33453" fmla="*/ 1179283 w 5158787"/>
              <a:gd name="connsiteY33453" fmla="*/ 1008721 h 4489084"/>
              <a:gd name="connsiteX33454" fmla="*/ 1169985 w 5158787"/>
              <a:gd name="connsiteY33454" fmla="*/ 1024771 h 4489084"/>
              <a:gd name="connsiteX33455" fmla="*/ 1168860 w 5158787"/>
              <a:gd name="connsiteY33455" fmla="*/ 1025423 h 4489084"/>
              <a:gd name="connsiteX33456" fmla="*/ 1150322 w 5158787"/>
              <a:gd name="connsiteY33456" fmla="*/ 1025423 h 4489084"/>
              <a:gd name="connsiteX33457" fmla="*/ 1149197 w 5158787"/>
              <a:gd name="connsiteY33457" fmla="*/ 1024771 h 4489084"/>
              <a:gd name="connsiteX33458" fmla="*/ 1139958 w 5158787"/>
              <a:gd name="connsiteY33458" fmla="*/ 1008721 h 4489084"/>
              <a:gd name="connsiteX33459" fmla="*/ 1139958 w 5158787"/>
              <a:gd name="connsiteY33459" fmla="*/ 1007419 h 4489084"/>
              <a:gd name="connsiteX33460" fmla="*/ 1149256 w 5158787"/>
              <a:gd name="connsiteY33460" fmla="*/ 991369 h 4489084"/>
              <a:gd name="connsiteX33461" fmla="*/ 1150382 w 5158787"/>
              <a:gd name="connsiteY33461" fmla="*/ 990717 h 4489084"/>
              <a:gd name="connsiteX33462" fmla="*/ 406396 w 5158787"/>
              <a:gd name="connsiteY33462" fmla="*/ 990717 h 4489084"/>
              <a:gd name="connsiteX33463" fmla="*/ 424933 w 5158787"/>
              <a:gd name="connsiteY33463" fmla="*/ 990717 h 4489084"/>
              <a:gd name="connsiteX33464" fmla="*/ 426058 w 5158787"/>
              <a:gd name="connsiteY33464" fmla="*/ 991369 h 4489084"/>
              <a:gd name="connsiteX33465" fmla="*/ 435297 w 5158787"/>
              <a:gd name="connsiteY33465" fmla="*/ 1007419 h 4489084"/>
              <a:gd name="connsiteX33466" fmla="*/ 435297 w 5158787"/>
              <a:gd name="connsiteY33466" fmla="*/ 1008721 h 4489084"/>
              <a:gd name="connsiteX33467" fmla="*/ 425999 w 5158787"/>
              <a:gd name="connsiteY33467" fmla="*/ 1024771 h 4489084"/>
              <a:gd name="connsiteX33468" fmla="*/ 424874 w 5158787"/>
              <a:gd name="connsiteY33468" fmla="*/ 1025423 h 4489084"/>
              <a:gd name="connsiteX33469" fmla="*/ 406336 w 5158787"/>
              <a:gd name="connsiteY33469" fmla="*/ 1025423 h 4489084"/>
              <a:gd name="connsiteX33470" fmla="*/ 405211 w 5158787"/>
              <a:gd name="connsiteY33470" fmla="*/ 1024771 h 4489084"/>
              <a:gd name="connsiteX33471" fmla="*/ 395972 w 5158787"/>
              <a:gd name="connsiteY33471" fmla="*/ 1008721 h 4489084"/>
              <a:gd name="connsiteX33472" fmla="*/ 395972 w 5158787"/>
              <a:gd name="connsiteY33472" fmla="*/ 1007419 h 4489084"/>
              <a:gd name="connsiteX33473" fmla="*/ 405270 w 5158787"/>
              <a:gd name="connsiteY33473" fmla="*/ 991369 h 4489084"/>
              <a:gd name="connsiteX33474" fmla="*/ 406396 w 5158787"/>
              <a:gd name="connsiteY33474" fmla="*/ 990717 h 4489084"/>
              <a:gd name="connsiteX33475" fmla="*/ 879723 w 5158787"/>
              <a:gd name="connsiteY33475" fmla="*/ 990539 h 4489084"/>
              <a:gd name="connsiteX33476" fmla="*/ 898497 w 5158787"/>
              <a:gd name="connsiteY33476" fmla="*/ 990539 h 4489084"/>
              <a:gd name="connsiteX33477" fmla="*/ 899622 w 5158787"/>
              <a:gd name="connsiteY33477" fmla="*/ 991191 h 4489084"/>
              <a:gd name="connsiteX33478" fmla="*/ 908980 w 5158787"/>
              <a:gd name="connsiteY33478" fmla="*/ 1007418 h 4489084"/>
              <a:gd name="connsiteX33479" fmla="*/ 908980 w 5158787"/>
              <a:gd name="connsiteY33479" fmla="*/ 1008721 h 4489084"/>
              <a:gd name="connsiteX33480" fmla="*/ 899563 w 5158787"/>
              <a:gd name="connsiteY33480" fmla="*/ 1024949 h 4489084"/>
              <a:gd name="connsiteX33481" fmla="*/ 898438 w 5158787"/>
              <a:gd name="connsiteY33481" fmla="*/ 1025600 h 4489084"/>
              <a:gd name="connsiteX33482" fmla="*/ 879664 w 5158787"/>
              <a:gd name="connsiteY33482" fmla="*/ 1025600 h 4489084"/>
              <a:gd name="connsiteX33483" fmla="*/ 878538 w 5158787"/>
              <a:gd name="connsiteY33483" fmla="*/ 1024949 h 4489084"/>
              <a:gd name="connsiteX33484" fmla="*/ 869181 w 5158787"/>
              <a:gd name="connsiteY33484" fmla="*/ 1008721 h 4489084"/>
              <a:gd name="connsiteX33485" fmla="*/ 869181 w 5158787"/>
              <a:gd name="connsiteY33485" fmla="*/ 1007418 h 4489084"/>
              <a:gd name="connsiteX33486" fmla="*/ 878598 w 5158787"/>
              <a:gd name="connsiteY33486" fmla="*/ 991191 h 4489084"/>
              <a:gd name="connsiteX33487" fmla="*/ 879723 w 5158787"/>
              <a:gd name="connsiteY33487" fmla="*/ 990539 h 4489084"/>
              <a:gd name="connsiteX33488" fmla="*/ 947121 w 5158787"/>
              <a:gd name="connsiteY33488" fmla="*/ 990125 h 4489084"/>
              <a:gd name="connsiteX33489" fmla="*/ 966309 w 5158787"/>
              <a:gd name="connsiteY33489" fmla="*/ 990125 h 4489084"/>
              <a:gd name="connsiteX33490" fmla="*/ 967494 w 5158787"/>
              <a:gd name="connsiteY33490" fmla="*/ 990776 h 4489084"/>
              <a:gd name="connsiteX33491" fmla="*/ 977088 w 5158787"/>
              <a:gd name="connsiteY33491" fmla="*/ 1007419 h 4489084"/>
              <a:gd name="connsiteX33492" fmla="*/ 977088 w 5158787"/>
              <a:gd name="connsiteY33492" fmla="*/ 1008781 h 4489084"/>
              <a:gd name="connsiteX33493" fmla="*/ 967494 w 5158787"/>
              <a:gd name="connsiteY33493" fmla="*/ 1025423 h 4489084"/>
              <a:gd name="connsiteX33494" fmla="*/ 966309 w 5158787"/>
              <a:gd name="connsiteY33494" fmla="*/ 1026074 h 4489084"/>
              <a:gd name="connsiteX33495" fmla="*/ 947121 w 5158787"/>
              <a:gd name="connsiteY33495" fmla="*/ 1026074 h 4489084"/>
              <a:gd name="connsiteX33496" fmla="*/ 945936 w 5158787"/>
              <a:gd name="connsiteY33496" fmla="*/ 1025423 h 4489084"/>
              <a:gd name="connsiteX33497" fmla="*/ 936342 w 5158787"/>
              <a:gd name="connsiteY33497" fmla="*/ 1008781 h 4489084"/>
              <a:gd name="connsiteX33498" fmla="*/ 936342 w 5158787"/>
              <a:gd name="connsiteY33498" fmla="*/ 1007419 h 4489084"/>
              <a:gd name="connsiteX33499" fmla="*/ 945936 w 5158787"/>
              <a:gd name="connsiteY33499" fmla="*/ 990776 h 4489084"/>
              <a:gd name="connsiteX33500" fmla="*/ 947121 w 5158787"/>
              <a:gd name="connsiteY33500" fmla="*/ 990125 h 4489084"/>
              <a:gd name="connsiteX33501" fmla="*/ 4463906 w 5158787"/>
              <a:gd name="connsiteY33501" fmla="*/ 990006 h 4489084"/>
              <a:gd name="connsiteX33502" fmla="*/ 4483213 w 5158787"/>
              <a:gd name="connsiteY33502" fmla="*/ 990006 h 4489084"/>
              <a:gd name="connsiteX33503" fmla="*/ 4484398 w 5158787"/>
              <a:gd name="connsiteY33503" fmla="*/ 990717 h 4489084"/>
              <a:gd name="connsiteX33504" fmla="*/ 4494052 w 5158787"/>
              <a:gd name="connsiteY33504" fmla="*/ 1007477 h 4489084"/>
              <a:gd name="connsiteX33505" fmla="*/ 4494052 w 5158787"/>
              <a:gd name="connsiteY33505" fmla="*/ 1008840 h 4489084"/>
              <a:gd name="connsiteX33506" fmla="*/ 4484398 w 5158787"/>
              <a:gd name="connsiteY33506" fmla="*/ 1025600 h 4489084"/>
              <a:gd name="connsiteX33507" fmla="*/ 4483213 w 5158787"/>
              <a:gd name="connsiteY33507" fmla="*/ 1026311 h 4489084"/>
              <a:gd name="connsiteX33508" fmla="*/ 4463906 w 5158787"/>
              <a:gd name="connsiteY33508" fmla="*/ 1026311 h 4489084"/>
              <a:gd name="connsiteX33509" fmla="*/ 4462722 w 5158787"/>
              <a:gd name="connsiteY33509" fmla="*/ 1025600 h 4489084"/>
              <a:gd name="connsiteX33510" fmla="*/ 4453068 w 5158787"/>
              <a:gd name="connsiteY33510" fmla="*/ 1008840 h 4489084"/>
              <a:gd name="connsiteX33511" fmla="*/ 4453068 w 5158787"/>
              <a:gd name="connsiteY33511" fmla="*/ 1007477 h 4489084"/>
              <a:gd name="connsiteX33512" fmla="*/ 4462722 w 5158787"/>
              <a:gd name="connsiteY33512" fmla="*/ 990717 h 4489084"/>
              <a:gd name="connsiteX33513" fmla="*/ 4463906 w 5158787"/>
              <a:gd name="connsiteY33513" fmla="*/ 990006 h 4489084"/>
              <a:gd name="connsiteX33514" fmla="*/ 1285237 w 5158787"/>
              <a:gd name="connsiteY33514" fmla="*/ 990006 h 4489084"/>
              <a:gd name="connsiteX33515" fmla="*/ 1304544 w 5158787"/>
              <a:gd name="connsiteY33515" fmla="*/ 990006 h 4489084"/>
              <a:gd name="connsiteX33516" fmla="*/ 1305729 w 5158787"/>
              <a:gd name="connsiteY33516" fmla="*/ 990717 h 4489084"/>
              <a:gd name="connsiteX33517" fmla="*/ 1315383 w 5158787"/>
              <a:gd name="connsiteY33517" fmla="*/ 1007477 h 4489084"/>
              <a:gd name="connsiteX33518" fmla="*/ 1315383 w 5158787"/>
              <a:gd name="connsiteY33518" fmla="*/ 1008840 h 4489084"/>
              <a:gd name="connsiteX33519" fmla="*/ 1305729 w 5158787"/>
              <a:gd name="connsiteY33519" fmla="*/ 1025600 h 4489084"/>
              <a:gd name="connsiteX33520" fmla="*/ 1304544 w 5158787"/>
              <a:gd name="connsiteY33520" fmla="*/ 1026311 h 4489084"/>
              <a:gd name="connsiteX33521" fmla="*/ 1285237 w 5158787"/>
              <a:gd name="connsiteY33521" fmla="*/ 1026311 h 4489084"/>
              <a:gd name="connsiteX33522" fmla="*/ 1284053 w 5158787"/>
              <a:gd name="connsiteY33522" fmla="*/ 1025600 h 4489084"/>
              <a:gd name="connsiteX33523" fmla="*/ 1274399 w 5158787"/>
              <a:gd name="connsiteY33523" fmla="*/ 1008840 h 4489084"/>
              <a:gd name="connsiteX33524" fmla="*/ 1274399 w 5158787"/>
              <a:gd name="connsiteY33524" fmla="*/ 1007477 h 4489084"/>
              <a:gd name="connsiteX33525" fmla="*/ 1284053 w 5158787"/>
              <a:gd name="connsiteY33525" fmla="*/ 990717 h 4489084"/>
              <a:gd name="connsiteX33526" fmla="*/ 1285237 w 5158787"/>
              <a:gd name="connsiteY33526" fmla="*/ 990006 h 4489084"/>
              <a:gd name="connsiteX33527" fmla="*/ 3652227 w 5158787"/>
              <a:gd name="connsiteY33527" fmla="*/ 989888 h 4489084"/>
              <a:gd name="connsiteX33528" fmla="*/ 3671653 w 5158787"/>
              <a:gd name="connsiteY33528" fmla="*/ 989888 h 4489084"/>
              <a:gd name="connsiteX33529" fmla="*/ 3672837 w 5158787"/>
              <a:gd name="connsiteY33529" fmla="*/ 990599 h 4489084"/>
              <a:gd name="connsiteX33530" fmla="*/ 3682550 w 5158787"/>
              <a:gd name="connsiteY33530" fmla="*/ 1007419 h 4489084"/>
              <a:gd name="connsiteX33531" fmla="*/ 3682550 w 5158787"/>
              <a:gd name="connsiteY33531" fmla="*/ 1008781 h 4489084"/>
              <a:gd name="connsiteX33532" fmla="*/ 3672837 w 5158787"/>
              <a:gd name="connsiteY33532" fmla="*/ 1025601 h 4489084"/>
              <a:gd name="connsiteX33533" fmla="*/ 3671653 w 5158787"/>
              <a:gd name="connsiteY33533" fmla="*/ 1026311 h 4489084"/>
              <a:gd name="connsiteX33534" fmla="*/ 3652227 w 5158787"/>
              <a:gd name="connsiteY33534" fmla="*/ 1026311 h 4489084"/>
              <a:gd name="connsiteX33535" fmla="*/ 3651042 w 5158787"/>
              <a:gd name="connsiteY33535" fmla="*/ 1025601 h 4489084"/>
              <a:gd name="connsiteX33536" fmla="*/ 3641330 w 5158787"/>
              <a:gd name="connsiteY33536" fmla="*/ 1008781 h 4489084"/>
              <a:gd name="connsiteX33537" fmla="*/ 3641330 w 5158787"/>
              <a:gd name="connsiteY33537" fmla="*/ 1007419 h 4489084"/>
              <a:gd name="connsiteX33538" fmla="*/ 3651042 w 5158787"/>
              <a:gd name="connsiteY33538" fmla="*/ 990599 h 4489084"/>
              <a:gd name="connsiteX33539" fmla="*/ 3652227 w 5158787"/>
              <a:gd name="connsiteY33539" fmla="*/ 989888 h 4489084"/>
              <a:gd name="connsiteX33540" fmla="*/ 1217542 w 5158787"/>
              <a:gd name="connsiteY33540" fmla="*/ 989888 h 4489084"/>
              <a:gd name="connsiteX33541" fmla="*/ 1236968 w 5158787"/>
              <a:gd name="connsiteY33541" fmla="*/ 989888 h 4489084"/>
              <a:gd name="connsiteX33542" fmla="*/ 1238153 w 5158787"/>
              <a:gd name="connsiteY33542" fmla="*/ 990599 h 4489084"/>
              <a:gd name="connsiteX33543" fmla="*/ 1247865 w 5158787"/>
              <a:gd name="connsiteY33543" fmla="*/ 1007419 h 4489084"/>
              <a:gd name="connsiteX33544" fmla="*/ 1247865 w 5158787"/>
              <a:gd name="connsiteY33544" fmla="*/ 1008781 h 4489084"/>
              <a:gd name="connsiteX33545" fmla="*/ 1238153 w 5158787"/>
              <a:gd name="connsiteY33545" fmla="*/ 1025601 h 4489084"/>
              <a:gd name="connsiteX33546" fmla="*/ 1236968 w 5158787"/>
              <a:gd name="connsiteY33546" fmla="*/ 1026311 h 4489084"/>
              <a:gd name="connsiteX33547" fmla="*/ 1217542 w 5158787"/>
              <a:gd name="connsiteY33547" fmla="*/ 1026311 h 4489084"/>
              <a:gd name="connsiteX33548" fmla="*/ 1216357 w 5158787"/>
              <a:gd name="connsiteY33548" fmla="*/ 1025601 h 4489084"/>
              <a:gd name="connsiteX33549" fmla="*/ 1206645 w 5158787"/>
              <a:gd name="connsiteY33549" fmla="*/ 1008781 h 4489084"/>
              <a:gd name="connsiteX33550" fmla="*/ 1206645 w 5158787"/>
              <a:gd name="connsiteY33550" fmla="*/ 1007419 h 4489084"/>
              <a:gd name="connsiteX33551" fmla="*/ 1216357 w 5158787"/>
              <a:gd name="connsiteY33551" fmla="*/ 990599 h 4489084"/>
              <a:gd name="connsiteX33552" fmla="*/ 1217542 w 5158787"/>
              <a:gd name="connsiteY33552" fmla="*/ 989888 h 4489084"/>
              <a:gd name="connsiteX33553" fmla="*/ 1352753 w 5158787"/>
              <a:gd name="connsiteY33553" fmla="*/ 989769 h 4489084"/>
              <a:gd name="connsiteX33554" fmla="*/ 1372298 w 5158787"/>
              <a:gd name="connsiteY33554" fmla="*/ 989769 h 4489084"/>
              <a:gd name="connsiteX33555" fmla="*/ 1373482 w 5158787"/>
              <a:gd name="connsiteY33555" fmla="*/ 990480 h 4489084"/>
              <a:gd name="connsiteX33556" fmla="*/ 1383254 w 5158787"/>
              <a:gd name="connsiteY33556" fmla="*/ 1007418 h 4489084"/>
              <a:gd name="connsiteX33557" fmla="*/ 1383254 w 5158787"/>
              <a:gd name="connsiteY33557" fmla="*/ 1008780 h 4489084"/>
              <a:gd name="connsiteX33558" fmla="*/ 1373482 w 5158787"/>
              <a:gd name="connsiteY33558" fmla="*/ 1025718 h 4489084"/>
              <a:gd name="connsiteX33559" fmla="*/ 1372298 w 5158787"/>
              <a:gd name="connsiteY33559" fmla="*/ 1026429 h 4489084"/>
              <a:gd name="connsiteX33560" fmla="*/ 1352753 w 5158787"/>
              <a:gd name="connsiteY33560" fmla="*/ 1026429 h 4489084"/>
              <a:gd name="connsiteX33561" fmla="*/ 1351569 w 5158787"/>
              <a:gd name="connsiteY33561" fmla="*/ 1025718 h 4489084"/>
              <a:gd name="connsiteX33562" fmla="*/ 1341797 w 5158787"/>
              <a:gd name="connsiteY33562" fmla="*/ 1008780 h 4489084"/>
              <a:gd name="connsiteX33563" fmla="*/ 1341797 w 5158787"/>
              <a:gd name="connsiteY33563" fmla="*/ 1007418 h 4489084"/>
              <a:gd name="connsiteX33564" fmla="*/ 1351569 w 5158787"/>
              <a:gd name="connsiteY33564" fmla="*/ 990480 h 4489084"/>
              <a:gd name="connsiteX33565" fmla="*/ 1352753 w 5158787"/>
              <a:gd name="connsiteY33565" fmla="*/ 989769 h 4489084"/>
              <a:gd name="connsiteX33566" fmla="*/ 743920 w 5158787"/>
              <a:gd name="connsiteY33566" fmla="*/ 989592 h 4489084"/>
              <a:gd name="connsiteX33567" fmla="*/ 763701 w 5158787"/>
              <a:gd name="connsiteY33567" fmla="*/ 989592 h 4489084"/>
              <a:gd name="connsiteX33568" fmla="*/ 764885 w 5158787"/>
              <a:gd name="connsiteY33568" fmla="*/ 990303 h 4489084"/>
              <a:gd name="connsiteX33569" fmla="*/ 774776 w 5158787"/>
              <a:gd name="connsiteY33569" fmla="*/ 1007419 h 4489084"/>
              <a:gd name="connsiteX33570" fmla="*/ 774776 w 5158787"/>
              <a:gd name="connsiteY33570" fmla="*/ 1008840 h 4489084"/>
              <a:gd name="connsiteX33571" fmla="*/ 764885 w 5158787"/>
              <a:gd name="connsiteY33571" fmla="*/ 1025956 h 4489084"/>
              <a:gd name="connsiteX33572" fmla="*/ 763701 w 5158787"/>
              <a:gd name="connsiteY33572" fmla="*/ 1026667 h 4489084"/>
              <a:gd name="connsiteX33573" fmla="*/ 743920 w 5158787"/>
              <a:gd name="connsiteY33573" fmla="*/ 1026667 h 4489084"/>
              <a:gd name="connsiteX33574" fmla="*/ 742735 w 5158787"/>
              <a:gd name="connsiteY33574" fmla="*/ 1025956 h 4489084"/>
              <a:gd name="connsiteX33575" fmla="*/ 732845 w 5158787"/>
              <a:gd name="connsiteY33575" fmla="*/ 1008840 h 4489084"/>
              <a:gd name="connsiteX33576" fmla="*/ 732845 w 5158787"/>
              <a:gd name="connsiteY33576" fmla="*/ 1007419 h 4489084"/>
              <a:gd name="connsiteX33577" fmla="*/ 742735 w 5158787"/>
              <a:gd name="connsiteY33577" fmla="*/ 990303 h 4489084"/>
              <a:gd name="connsiteX33578" fmla="*/ 743920 w 5158787"/>
              <a:gd name="connsiteY33578" fmla="*/ 989592 h 4489084"/>
              <a:gd name="connsiteX33579" fmla="*/ 2299348 w 5158787"/>
              <a:gd name="connsiteY33579" fmla="*/ 989355 h 4489084"/>
              <a:gd name="connsiteX33580" fmla="*/ 2319307 w 5158787"/>
              <a:gd name="connsiteY33580" fmla="*/ 989355 h 4489084"/>
              <a:gd name="connsiteX33581" fmla="*/ 2320551 w 5158787"/>
              <a:gd name="connsiteY33581" fmla="*/ 990066 h 4489084"/>
              <a:gd name="connsiteX33582" fmla="*/ 2330560 w 5158787"/>
              <a:gd name="connsiteY33582" fmla="*/ 1007359 h 4489084"/>
              <a:gd name="connsiteX33583" fmla="*/ 2330560 w 5158787"/>
              <a:gd name="connsiteY33583" fmla="*/ 1008781 h 4489084"/>
              <a:gd name="connsiteX33584" fmla="*/ 2320551 w 5158787"/>
              <a:gd name="connsiteY33584" fmla="*/ 1026074 h 4489084"/>
              <a:gd name="connsiteX33585" fmla="*/ 2319307 w 5158787"/>
              <a:gd name="connsiteY33585" fmla="*/ 1026785 h 4489084"/>
              <a:gd name="connsiteX33586" fmla="*/ 2299348 w 5158787"/>
              <a:gd name="connsiteY33586" fmla="*/ 1026785 h 4489084"/>
              <a:gd name="connsiteX33587" fmla="*/ 2298105 w 5158787"/>
              <a:gd name="connsiteY33587" fmla="*/ 1026074 h 4489084"/>
              <a:gd name="connsiteX33588" fmla="*/ 2288096 w 5158787"/>
              <a:gd name="connsiteY33588" fmla="*/ 1008781 h 4489084"/>
              <a:gd name="connsiteX33589" fmla="*/ 2288096 w 5158787"/>
              <a:gd name="connsiteY33589" fmla="*/ 1007359 h 4489084"/>
              <a:gd name="connsiteX33590" fmla="*/ 2298105 w 5158787"/>
              <a:gd name="connsiteY33590" fmla="*/ 990066 h 4489084"/>
              <a:gd name="connsiteX33591" fmla="*/ 2299348 w 5158787"/>
              <a:gd name="connsiteY33591" fmla="*/ 989355 h 4489084"/>
              <a:gd name="connsiteX33592" fmla="*/ 3922233 w 5158787"/>
              <a:gd name="connsiteY33592" fmla="*/ 988940 h 4489084"/>
              <a:gd name="connsiteX33593" fmla="*/ 3942666 w 5158787"/>
              <a:gd name="connsiteY33593" fmla="*/ 988940 h 4489084"/>
              <a:gd name="connsiteX33594" fmla="*/ 3943910 w 5158787"/>
              <a:gd name="connsiteY33594" fmla="*/ 989651 h 4489084"/>
              <a:gd name="connsiteX33595" fmla="*/ 3954096 w 5158787"/>
              <a:gd name="connsiteY33595" fmla="*/ 1007359 h 4489084"/>
              <a:gd name="connsiteX33596" fmla="*/ 3954096 w 5158787"/>
              <a:gd name="connsiteY33596" fmla="*/ 1008780 h 4489084"/>
              <a:gd name="connsiteX33597" fmla="*/ 3943850 w 5158787"/>
              <a:gd name="connsiteY33597" fmla="*/ 1026489 h 4489084"/>
              <a:gd name="connsiteX33598" fmla="*/ 3942607 w 5158787"/>
              <a:gd name="connsiteY33598" fmla="*/ 1027199 h 4489084"/>
              <a:gd name="connsiteX33599" fmla="*/ 3922174 w 5158787"/>
              <a:gd name="connsiteY33599" fmla="*/ 1027199 h 4489084"/>
              <a:gd name="connsiteX33600" fmla="*/ 3920930 w 5158787"/>
              <a:gd name="connsiteY33600" fmla="*/ 1026489 h 4489084"/>
              <a:gd name="connsiteX33601" fmla="*/ 3910744 w 5158787"/>
              <a:gd name="connsiteY33601" fmla="*/ 1008780 h 4489084"/>
              <a:gd name="connsiteX33602" fmla="*/ 3910744 w 5158787"/>
              <a:gd name="connsiteY33602" fmla="*/ 1007359 h 4489084"/>
              <a:gd name="connsiteX33603" fmla="*/ 3920990 w 5158787"/>
              <a:gd name="connsiteY33603" fmla="*/ 989651 h 4489084"/>
              <a:gd name="connsiteX33604" fmla="*/ 3922233 w 5158787"/>
              <a:gd name="connsiteY33604" fmla="*/ 988940 h 4489084"/>
              <a:gd name="connsiteX33605" fmla="*/ 3989750 w 5158787"/>
              <a:gd name="connsiteY33605" fmla="*/ 988762 h 4489084"/>
              <a:gd name="connsiteX33606" fmla="*/ 4010420 w 5158787"/>
              <a:gd name="connsiteY33606" fmla="*/ 988762 h 4489084"/>
              <a:gd name="connsiteX33607" fmla="*/ 4011663 w 5158787"/>
              <a:gd name="connsiteY33607" fmla="*/ 989473 h 4489084"/>
              <a:gd name="connsiteX33608" fmla="*/ 4021969 w 5158787"/>
              <a:gd name="connsiteY33608" fmla="*/ 1007359 h 4489084"/>
              <a:gd name="connsiteX33609" fmla="*/ 4021969 w 5158787"/>
              <a:gd name="connsiteY33609" fmla="*/ 1008839 h 4489084"/>
              <a:gd name="connsiteX33610" fmla="*/ 4011663 w 5158787"/>
              <a:gd name="connsiteY33610" fmla="*/ 1026725 h 4489084"/>
              <a:gd name="connsiteX33611" fmla="*/ 4010420 w 5158787"/>
              <a:gd name="connsiteY33611" fmla="*/ 1027436 h 4489084"/>
              <a:gd name="connsiteX33612" fmla="*/ 3989750 w 5158787"/>
              <a:gd name="connsiteY33612" fmla="*/ 1027436 h 4489084"/>
              <a:gd name="connsiteX33613" fmla="*/ 3988507 w 5158787"/>
              <a:gd name="connsiteY33613" fmla="*/ 1026725 h 4489084"/>
              <a:gd name="connsiteX33614" fmla="*/ 3978202 w 5158787"/>
              <a:gd name="connsiteY33614" fmla="*/ 1008839 h 4489084"/>
              <a:gd name="connsiteX33615" fmla="*/ 3978202 w 5158787"/>
              <a:gd name="connsiteY33615" fmla="*/ 1007359 h 4489084"/>
              <a:gd name="connsiteX33616" fmla="*/ 3988507 w 5158787"/>
              <a:gd name="connsiteY33616" fmla="*/ 989473 h 4489084"/>
              <a:gd name="connsiteX33617" fmla="*/ 3989750 w 5158787"/>
              <a:gd name="connsiteY33617" fmla="*/ 988762 h 4489084"/>
              <a:gd name="connsiteX33618" fmla="*/ 608235 w 5158787"/>
              <a:gd name="connsiteY33618" fmla="*/ 988762 h 4489084"/>
              <a:gd name="connsiteX33619" fmla="*/ 628904 w 5158787"/>
              <a:gd name="connsiteY33619" fmla="*/ 988762 h 4489084"/>
              <a:gd name="connsiteX33620" fmla="*/ 630148 w 5158787"/>
              <a:gd name="connsiteY33620" fmla="*/ 989473 h 4489084"/>
              <a:gd name="connsiteX33621" fmla="*/ 640453 w 5158787"/>
              <a:gd name="connsiteY33621" fmla="*/ 1007359 h 4489084"/>
              <a:gd name="connsiteX33622" fmla="*/ 640453 w 5158787"/>
              <a:gd name="connsiteY33622" fmla="*/ 1008839 h 4489084"/>
              <a:gd name="connsiteX33623" fmla="*/ 630148 w 5158787"/>
              <a:gd name="connsiteY33623" fmla="*/ 1026725 h 4489084"/>
              <a:gd name="connsiteX33624" fmla="*/ 628904 w 5158787"/>
              <a:gd name="connsiteY33624" fmla="*/ 1027436 h 4489084"/>
              <a:gd name="connsiteX33625" fmla="*/ 608235 w 5158787"/>
              <a:gd name="connsiteY33625" fmla="*/ 1027436 h 4489084"/>
              <a:gd name="connsiteX33626" fmla="*/ 606991 w 5158787"/>
              <a:gd name="connsiteY33626" fmla="*/ 1026725 h 4489084"/>
              <a:gd name="connsiteX33627" fmla="*/ 596686 w 5158787"/>
              <a:gd name="connsiteY33627" fmla="*/ 1008839 h 4489084"/>
              <a:gd name="connsiteX33628" fmla="*/ 596686 w 5158787"/>
              <a:gd name="connsiteY33628" fmla="*/ 1007359 h 4489084"/>
              <a:gd name="connsiteX33629" fmla="*/ 606991 w 5158787"/>
              <a:gd name="connsiteY33629" fmla="*/ 989473 h 4489084"/>
              <a:gd name="connsiteX33630" fmla="*/ 608235 w 5158787"/>
              <a:gd name="connsiteY33630" fmla="*/ 988762 h 4489084"/>
              <a:gd name="connsiteX33631" fmla="*/ 675811 w 5158787"/>
              <a:gd name="connsiteY33631" fmla="*/ 988525 h 4489084"/>
              <a:gd name="connsiteX33632" fmla="*/ 696658 w 5158787"/>
              <a:gd name="connsiteY33632" fmla="*/ 988525 h 4489084"/>
              <a:gd name="connsiteX33633" fmla="*/ 697961 w 5158787"/>
              <a:gd name="connsiteY33633" fmla="*/ 989236 h 4489084"/>
              <a:gd name="connsiteX33634" fmla="*/ 708385 w 5158787"/>
              <a:gd name="connsiteY33634" fmla="*/ 1007299 h 4489084"/>
              <a:gd name="connsiteX33635" fmla="*/ 708385 w 5158787"/>
              <a:gd name="connsiteY33635" fmla="*/ 1008780 h 4489084"/>
              <a:gd name="connsiteX33636" fmla="*/ 697961 w 5158787"/>
              <a:gd name="connsiteY33636" fmla="*/ 1026844 h 4489084"/>
              <a:gd name="connsiteX33637" fmla="*/ 696658 w 5158787"/>
              <a:gd name="connsiteY33637" fmla="*/ 1027554 h 4489084"/>
              <a:gd name="connsiteX33638" fmla="*/ 675811 w 5158787"/>
              <a:gd name="connsiteY33638" fmla="*/ 1027554 h 4489084"/>
              <a:gd name="connsiteX33639" fmla="*/ 674508 w 5158787"/>
              <a:gd name="connsiteY33639" fmla="*/ 1026844 h 4489084"/>
              <a:gd name="connsiteX33640" fmla="*/ 664084 w 5158787"/>
              <a:gd name="connsiteY33640" fmla="*/ 1008780 h 4489084"/>
              <a:gd name="connsiteX33641" fmla="*/ 664084 w 5158787"/>
              <a:gd name="connsiteY33641" fmla="*/ 1007299 h 4489084"/>
              <a:gd name="connsiteX33642" fmla="*/ 674508 w 5158787"/>
              <a:gd name="connsiteY33642" fmla="*/ 989236 h 4489084"/>
              <a:gd name="connsiteX33643" fmla="*/ 675811 w 5158787"/>
              <a:gd name="connsiteY33643" fmla="*/ 988525 h 4489084"/>
              <a:gd name="connsiteX33644" fmla="*/ 4598229 w 5158787"/>
              <a:gd name="connsiteY33644" fmla="*/ 988348 h 4489084"/>
              <a:gd name="connsiteX33645" fmla="*/ 4619314 w 5158787"/>
              <a:gd name="connsiteY33645" fmla="*/ 988348 h 4489084"/>
              <a:gd name="connsiteX33646" fmla="*/ 4620617 w 5158787"/>
              <a:gd name="connsiteY33646" fmla="*/ 989118 h 4489084"/>
              <a:gd name="connsiteX33647" fmla="*/ 4631159 w 5158787"/>
              <a:gd name="connsiteY33647" fmla="*/ 1007359 h 4489084"/>
              <a:gd name="connsiteX33648" fmla="*/ 4631159 w 5158787"/>
              <a:gd name="connsiteY33648" fmla="*/ 1008840 h 4489084"/>
              <a:gd name="connsiteX33649" fmla="*/ 4620617 w 5158787"/>
              <a:gd name="connsiteY33649" fmla="*/ 1027081 h 4489084"/>
              <a:gd name="connsiteX33650" fmla="*/ 4619314 w 5158787"/>
              <a:gd name="connsiteY33650" fmla="*/ 1027851 h 4489084"/>
              <a:gd name="connsiteX33651" fmla="*/ 4598229 w 5158787"/>
              <a:gd name="connsiteY33651" fmla="*/ 1027851 h 4489084"/>
              <a:gd name="connsiteX33652" fmla="*/ 4596927 w 5158787"/>
              <a:gd name="connsiteY33652" fmla="*/ 1027081 h 4489084"/>
              <a:gd name="connsiteX33653" fmla="*/ 4586384 w 5158787"/>
              <a:gd name="connsiteY33653" fmla="*/ 1008840 h 4489084"/>
              <a:gd name="connsiteX33654" fmla="*/ 4586384 w 5158787"/>
              <a:gd name="connsiteY33654" fmla="*/ 1007359 h 4489084"/>
              <a:gd name="connsiteX33655" fmla="*/ 4596927 w 5158787"/>
              <a:gd name="connsiteY33655" fmla="*/ 989118 h 4489084"/>
              <a:gd name="connsiteX33656" fmla="*/ 4598229 w 5158787"/>
              <a:gd name="connsiteY33656" fmla="*/ 988348 h 4489084"/>
              <a:gd name="connsiteX33657" fmla="*/ 4529824 w 5158787"/>
              <a:gd name="connsiteY33657" fmla="*/ 986867 h 4489084"/>
              <a:gd name="connsiteX33658" fmla="*/ 4552448 w 5158787"/>
              <a:gd name="connsiteY33658" fmla="*/ 986867 h 4489084"/>
              <a:gd name="connsiteX33659" fmla="*/ 4553810 w 5158787"/>
              <a:gd name="connsiteY33659" fmla="*/ 987696 h 4489084"/>
              <a:gd name="connsiteX33660" fmla="*/ 4565122 w 5158787"/>
              <a:gd name="connsiteY33660" fmla="*/ 1007300 h 4489084"/>
              <a:gd name="connsiteX33661" fmla="*/ 4565122 w 5158787"/>
              <a:gd name="connsiteY33661" fmla="*/ 1008899 h 4489084"/>
              <a:gd name="connsiteX33662" fmla="*/ 4553810 w 5158787"/>
              <a:gd name="connsiteY33662" fmla="*/ 1028502 h 4489084"/>
              <a:gd name="connsiteX33663" fmla="*/ 4552448 w 5158787"/>
              <a:gd name="connsiteY33663" fmla="*/ 1029331 h 4489084"/>
              <a:gd name="connsiteX33664" fmla="*/ 4529824 w 5158787"/>
              <a:gd name="connsiteY33664" fmla="*/ 1029331 h 4489084"/>
              <a:gd name="connsiteX33665" fmla="*/ 4528462 w 5158787"/>
              <a:gd name="connsiteY33665" fmla="*/ 1028502 h 4489084"/>
              <a:gd name="connsiteX33666" fmla="*/ 4517150 w 5158787"/>
              <a:gd name="connsiteY33666" fmla="*/ 1008899 h 4489084"/>
              <a:gd name="connsiteX33667" fmla="*/ 4517150 w 5158787"/>
              <a:gd name="connsiteY33667" fmla="*/ 1007300 h 4489084"/>
              <a:gd name="connsiteX33668" fmla="*/ 4528462 w 5158787"/>
              <a:gd name="connsiteY33668" fmla="*/ 987696 h 4489084"/>
              <a:gd name="connsiteX33669" fmla="*/ 4529824 w 5158787"/>
              <a:gd name="connsiteY33669" fmla="*/ 986867 h 4489084"/>
              <a:gd name="connsiteX33670" fmla="*/ 2703678 w 5158787"/>
              <a:gd name="connsiteY33670" fmla="*/ 986690 h 4489084"/>
              <a:gd name="connsiteX33671" fmla="*/ 2726539 w 5158787"/>
              <a:gd name="connsiteY33671" fmla="*/ 986690 h 4489084"/>
              <a:gd name="connsiteX33672" fmla="*/ 2727960 w 5158787"/>
              <a:gd name="connsiteY33672" fmla="*/ 987519 h 4489084"/>
              <a:gd name="connsiteX33673" fmla="*/ 2739391 w 5158787"/>
              <a:gd name="connsiteY33673" fmla="*/ 1007300 h 4489084"/>
              <a:gd name="connsiteX33674" fmla="*/ 2739391 w 5158787"/>
              <a:gd name="connsiteY33674" fmla="*/ 1008899 h 4489084"/>
              <a:gd name="connsiteX33675" fmla="*/ 2727960 w 5158787"/>
              <a:gd name="connsiteY33675" fmla="*/ 1028681 h 4489084"/>
              <a:gd name="connsiteX33676" fmla="*/ 2726539 w 5158787"/>
              <a:gd name="connsiteY33676" fmla="*/ 1029510 h 4489084"/>
              <a:gd name="connsiteX33677" fmla="*/ 2703678 w 5158787"/>
              <a:gd name="connsiteY33677" fmla="*/ 1029510 h 4489084"/>
              <a:gd name="connsiteX33678" fmla="*/ 2702256 w 5158787"/>
              <a:gd name="connsiteY33678" fmla="*/ 1028681 h 4489084"/>
              <a:gd name="connsiteX33679" fmla="*/ 2690826 w 5158787"/>
              <a:gd name="connsiteY33679" fmla="*/ 1008899 h 4489084"/>
              <a:gd name="connsiteX33680" fmla="*/ 2690826 w 5158787"/>
              <a:gd name="connsiteY33680" fmla="*/ 1007300 h 4489084"/>
              <a:gd name="connsiteX33681" fmla="*/ 2702256 w 5158787"/>
              <a:gd name="connsiteY33681" fmla="*/ 987519 h 4489084"/>
              <a:gd name="connsiteX33682" fmla="*/ 2703678 w 5158787"/>
              <a:gd name="connsiteY33682" fmla="*/ 986690 h 4489084"/>
              <a:gd name="connsiteX33683" fmla="*/ 4935102 w 5158787"/>
              <a:gd name="connsiteY33683" fmla="*/ 985979 h 4489084"/>
              <a:gd name="connsiteX33684" fmla="*/ 4958732 w 5158787"/>
              <a:gd name="connsiteY33684" fmla="*/ 985979 h 4489084"/>
              <a:gd name="connsiteX33685" fmla="*/ 4960154 w 5158787"/>
              <a:gd name="connsiteY33685" fmla="*/ 986808 h 4489084"/>
              <a:gd name="connsiteX33686" fmla="*/ 4971940 w 5158787"/>
              <a:gd name="connsiteY33686" fmla="*/ 1007300 h 4489084"/>
              <a:gd name="connsiteX33687" fmla="*/ 4971940 w 5158787"/>
              <a:gd name="connsiteY33687" fmla="*/ 1008958 h 4489084"/>
              <a:gd name="connsiteX33688" fmla="*/ 4960094 w 5158787"/>
              <a:gd name="connsiteY33688" fmla="*/ 1029450 h 4489084"/>
              <a:gd name="connsiteX33689" fmla="*/ 4958673 w 5158787"/>
              <a:gd name="connsiteY33689" fmla="*/ 1030279 h 4489084"/>
              <a:gd name="connsiteX33690" fmla="*/ 4935042 w 5158787"/>
              <a:gd name="connsiteY33690" fmla="*/ 1030279 h 4489084"/>
              <a:gd name="connsiteX33691" fmla="*/ 4933621 w 5158787"/>
              <a:gd name="connsiteY33691" fmla="*/ 1029450 h 4489084"/>
              <a:gd name="connsiteX33692" fmla="*/ 4921835 w 5158787"/>
              <a:gd name="connsiteY33692" fmla="*/ 1008958 h 4489084"/>
              <a:gd name="connsiteX33693" fmla="*/ 4921835 w 5158787"/>
              <a:gd name="connsiteY33693" fmla="*/ 1007300 h 4489084"/>
              <a:gd name="connsiteX33694" fmla="*/ 4933680 w 5158787"/>
              <a:gd name="connsiteY33694" fmla="*/ 986808 h 4489084"/>
              <a:gd name="connsiteX33695" fmla="*/ 4935102 w 5158787"/>
              <a:gd name="connsiteY33695" fmla="*/ 985979 h 4489084"/>
              <a:gd name="connsiteX33696" fmla="*/ 4664560 w 5158787"/>
              <a:gd name="connsiteY33696" fmla="*/ 985860 h 4489084"/>
              <a:gd name="connsiteX33697" fmla="*/ 4688310 w 5158787"/>
              <a:gd name="connsiteY33697" fmla="*/ 985860 h 4489084"/>
              <a:gd name="connsiteX33698" fmla="*/ 4689731 w 5158787"/>
              <a:gd name="connsiteY33698" fmla="*/ 986689 h 4489084"/>
              <a:gd name="connsiteX33699" fmla="*/ 4701576 w 5158787"/>
              <a:gd name="connsiteY33699" fmla="*/ 1007240 h 4489084"/>
              <a:gd name="connsiteX33700" fmla="*/ 4701576 w 5158787"/>
              <a:gd name="connsiteY33700" fmla="*/ 1008898 h 4489084"/>
              <a:gd name="connsiteX33701" fmla="*/ 4689673 w 5158787"/>
              <a:gd name="connsiteY33701" fmla="*/ 1029450 h 4489084"/>
              <a:gd name="connsiteX33702" fmla="*/ 4688250 w 5158787"/>
              <a:gd name="connsiteY33702" fmla="*/ 1030279 h 4489084"/>
              <a:gd name="connsiteX33703" fmla="*/ 4664502 w 5158787"/>
              <a:gd name="connsiteY33703" fmla="*/ 1030279 h 4489084"/>
              <a:gd name="connsiteX33704" fmla="*/ 4663080 w 5158787"/>
              <a:gd name="connsiteY33704" fmla="*/ 1029450 h 4489084"/>
              <a:gd name="connsiteX33705" fmla="*/ 4651235 w 5158787"/>
              <a:gd name="connsiteY33705" fmla="*/ 1008898 h 4489084"/>
              <a:gd name="connsiteX33706" fmla="*/ 4651235 w 5158787"/>
              <a:gd name="connsiteY33706" fmla="*/ 1007240 h 4489084"/>
              <a:gd name="connsiteX33707" fmla="*/ 4663139 w 5158787"/>
              <a:gd name="connsiteY33707" fmla="*/ 986689 h 4489084"/>
              <a:gd name="connsiteX33708" fmla="*/ 4664560 w 5158787"/>
              <a:gd name="connsiteY33708" fmla="*/ 985860 h 4489084"/>
              <a:gd name="connsiteX33709" fmla="*/ 4732077 w 5158787"/>
              <a:gd name="connsiteY33709" fmla="*/ 985624 h 4489084"/>
              <a:gd name="connsiteX33710" fmla="*/ 4756004 w 5158787"/>
              <a:gd name="connsiteY33710" fmla="*/ 985624 h 4489084"/>
              <a:gd name="connsiteX33711" fmla="*/ 4757485 w 5158787"/>
              <a:gd name="connsiteY33711" fmla="*/ 986453 h 4489084"/>
              <a:gd name="connsiteX33712" fmla="*/ 4769448 w 5158787"/>
              <a:gd name="connsiteY33712" fmla="*/ 1007182 h 4489084"/>
              <a:gd name="connsiteX33713" fmla="*/ 4769448 w 5158787"/>
              <a:gd name="connsiteY33713" fmla="*/ 1008899 h 4489084"/>
              <a:gd name="connsiteX33714" fmla="*/ 4757485 w 5158787"/>
              <a:gd name="connsiteY33714" fmla="*/ 1029628 h 4489084"/>
              <a:gd name="connsiteX33715" fmla="*/ 4756004 w 5158787"/>
              <a:gd name="connsiteY33715" fmla="*/ 1030457 h 4489084"/>
              <a:gd name="connsiteX33716" fmla="*/ 4732077 w 5158787"/>
              <a:gd name="connsiteY33716" fmla="*/ 1030457 h 4489084"/>
              <a:gd name="connsiteX33717" fmla="*/ 4730596 w 5158787"/>
              <a:gd name="connsiteY33717" fmla="*/ 1029628 h 4489084"/>
              <a:gd name="connsiteX33718" fmla="*/ 4718633 w 5158787"/>
              <a:gd name="connsiteY33718" fmla="*/ 1008899 h 4489084"/>
              <a:gd name="connsiteX33719" fmla="*/ 4718633 w 5158787"/>
              <a:gd name="connsiteY33719" fmla="*/ 1007182 h 4489084"/>
              <a:gd name="connsiteX33720" fmla="*/ 4730596 w 5158787"/>
              <a:gd name="connsiteY33720" fmla="*/ 986453 h 4489084"/>
              <a:gd name="connsiteX33721" fmla="*/ 4732077 w 5158787"/>
              <a:gd name="connsiteY33721" fmla="*/ 985624 h 4489084"/>
              <a:gd name="connsiteX33722" fmla="*/ 2770602 w 5158787"/>
              <a:gd name="connsiteY33722" fmla="*/ 985327 h 4489084"/>
              <a:gd name="connsiteX33723" fmla="*/ 2794884 w 5158787"/>
              <a:gd name="connsiteY33723" fmla="*/ 985327 h 4489084"/>
              <a:gd name="connsiteX33724" fmla="*/ 2796365 w 5158787"/>
              <a:gd name="connsiteY33724" fmla="*/ 986156 h 4489084"/>
              <a:gd name="connsiteX33725" fmla="*/ 2808506 w 5158787"/>
              <a:gd name="connsiteY33725" fmla="*/ 1007181 h 4489084"/>
              <a:gd name="connsiteX33726" fmla="*/ 2808506 w 5158787"/>
              <a:gd name="connsiteY33726" fmla="*/ 1008898 h 4489084"/>
              <a:gd name="connsiteX33727" fmla="*/ 2796365 w 5158787"/>
              <a:gd name="connsiteY33727" fmla="*/ 1029923 h 4489084"/>
              <a:gd name="connsiteX33728" fmla="*/ 2794884 w 5158787"/>
              <a:gd name="connsiteY33728" fmla="*/ 1030753 h 4489084"/>
              <a:gd name="connsiteX33729" fmla="*/ 2770602 w 5158787"/>
              <a:gd name="connsiteY33729" fmla="*/ 1030753 h 4489084"/>
              <a:gd name="connsiteX33730" fmla="*/ 2769121 w 5158787"/>
              <a:gd name="connsiteY33730" fmla="*/ 1029923 h 4489084"/>
              <a:gd name="connsiteX33731" fmla="*/ 2756980 w 5158787"/>
              <a:gd name="connsiteY33731" fmla="*/ 1008898 h 4489084"/>
              <a:gd name="connsiteX33732" fmla="*/ 2756980 w 5158787"/>
              <a:gd name="connsiteY33732" fmla="*/ 1007181 h 4489084"/>
              <a:gd name="connsiteX33733" fmla="*/ 2769121 w 5158787"/>
              <a:gd name="connsiteY33733" fmla="*/ 986156 h 4489084"/>
              <a:gd name="connsiteX33734" fmla="*/ 2770602 w 5158787"/>
              <a:gd name="connsiteY33734" fmla="*/ 985327 h 4489084"/>
              <a:gd name="connsiteX33735" fmla="*/ 4866756 w 5158787"/>
              <a:gd name="connsiteY33735" fmla="*/ 984498 h 4489084"/>
              <a:gd name="connsiteX33736" fmla="*/ 4891926 w 5158787"/>
              <a:gd name="connsiteY33736" fmla="*/ 984498 h 4489084"/>
              <a:gd name="connsiteX33737" fmla="*/ 4893466 w 5158787"/>
              <a:gd name="connsiteY33737" fmla="*/ 985386 h 4489084"/>
              <a:gd name="connsiteX33738" fmla="*/ 4906022 w 5158787"/>
              <a:gd name="connsiteY33738" fmla="*/ 1007181 h 4489084"/>
              <a:gd name="connsiteX33739" fmla="*/ 4906022 w 5158787"/>
              <a:gd name="connsiteY33739" fmla="*/ 1008958 h 4489084"/>
              <a:gd name="connsiteX33740" fmla="*/ 4893407 w 5158787"/>
              <a:gd name="connsiteY33740" fmla="*/ 1030753 h 4489084"/>
              <a:gd name="connsiteX33741" fmla="*/ 4891867 w 5158787"/>
              <a:gd name="connsiteY33741" fmla="*/ 1031641 h 4489084"/>
              <a:gd name="connsiteX33742" fmla="*/ 4866696 w 5158787"/>
              <a:gd name="connsiteY33742" fmla="*/ 1031641 h 4489084"/>
              <a:gd name="connsiteX33743" fmla="*/ 4865156 w 5158787"/>
              <a:gd name="connsiteY33743" fmla="*/ 1030753 h 4489084"/>
              <a:gd name="connsiteX33744" fmla="*/ 4852601 w 5158787"/>
              <a:gd name="connsiteY33744" fmla="*/ 1008958 h 4489084"/>
              <a:gd name="connsiteX33745" fmla="*/ 4852601 w 5158787"/>
              <a:gd name="connsiteY33745" fmla="*/ 1007181 h 4489084"/>
              <a:gd name="connsiteX33746" fmla="*/ 4865216 w 5158787"/>
              <a:gd name="connsiteY33746" fmla="*/ 985386 h 4489084"/>
              <a:gd name="connsiteX33747" fmla="*/ 4866756 w 5158787"/>
              <a:gd name="connsiteY33747" fmla="*/ 984498 h 4489084"/>
              <a:gd name="connsiteX33748" fmla="*/ 4798943 w 5158787"/>
              <a:gd name="connsiteY33748" fmla="*/ 984321 h 4489084"/>
              <a:gd name="connsiteX33749" fmla="*/ 4824350 w 5158787"/>
              <a:gd name="connsiteY33749" fmla="*/ 984321 h 4489084"/>
              <a:gd name="connsiteX33750" fmla="*/ 4825890 w 5158787"/>
              <a:gd name="connsiteY33750" fmla="*/ 985209 h 4489084"/>
              <a:gd name="connsiteX33751" fmla="*/ 4838564 w 5158787"/>
              <a:gd name="connsiteY33751" fmla="*/ 1007182 h 4489084"/>
              <a:gd name="connsiteX33752" fmla="*/ 4838564 w 5158787"/>
              <a:gd name="connsiteY33752" fmla="*/ 1008959 h 4489084"/>
              <a:gd name="connsiteX33753" fmla="*/ 4825831 w 5158787"/>
              <a:gd name="connsiteY33753" fmla="*/ 1030931 h 4489084"/>
              <a:gd name="connsiteX33754" fmla="*/ 4824291 w 5158787"/>
              <a:gd name="connsiteY33754" fmla="*/ 1031819 h 4489084"/>
              <a:gd name="connsiteX33755" fmla="*/ 4798883 w 5158787"/>
              <a:gd name="connsiteY33755" fmla="*/ 1031819 h 4489084"/>
              <a:gd name="connsiteX33756" fmla="*/ 4797343 w 5158787"/>
              <a:gd name="connsiteY33756" fmla="*/ 1030931 h 4489084"/>
              <a:gd name="connsiteX33757" fmla="*/ 4784669 w 5158787"/>
              <a:gd name="connsiteY33757" fmla="*/ 1008959 h 4489084"/>
              <a:gd name="connsiteX33758" fmla="*/ 4784669 w 5158787"/>
              <a:gd name="connsiteY33758" fmla="*/ 1007182 h 4489084"/>
              <a:gd name="connsiteX33759" fmla="*/ 4797403 w 5158787"/>
              <a:gd name="connsiteY33759" fmla="*/ 985209 h 4489084"/>
              <a:gd name="connsiteX33760" fmla="*/ 4798943 w 5158787"/>
              <a:gd name="connsiteY33760" fmla="*/ 984321 h 4489084"/>
              <a:gd name="connsiteX33761" fmla="*/ 817359 w 5158787"/>
              <a:gd name="connsiteY33761" fmla="*/ 941856 h 4489084"/>
              <a:gd name="connsiteX33762" fmla="*/ 825532 w 5158787"/>
              <a:gd name="connsiteY33762" fmla="*/ 941856 h 4489084"/>
              <a:gd name="connsiteX33763" fmla="*/ 826006 w 5158787"/>
              <a:gd name="connsiteY33763" fmla="*/ 942152 h 4489084"/>
              <a:gd name="connsiteX33764" fmla="*/ 830092 w 5158787"/>
              <a:gd name="connsiteY33764" fmla="*/ 949200 h 4489084"/>
              <a:gd name="connsiteX33765" fmla="*/ 830092 w 5158787"/>
              <a:gd name="connsiteY33765" fmla="*/ 949792 h 4489084"/>
              <a:gd name="connsiteX33766" fmla="*/ 826006 w 5158787"/>
              <a:gd name="connsiteY33766" fmla="*/ 956840 h 4489084"/>
              <a:gd name="connsiteX33767" fmla="*/ 825532 w 5158787"/>
              <a:gd name="connsiteY33767" fmla="*/ 957136 h 4489084"/>
              <a:gd name="connsiteX33768" fmla="*/ 817359 w 5158787"/>
              <a:gd name="connsiteY33768" fmla="*/ 957136 h 4489084"/>
              <a:gd name="connsiteX33769" fmla="*/ 816885 w 5158787"/>
              <a:gd name="connsiteY33769" fmla="*/ 956840 h 4489084"/>
              <a:gd name="connsiteX33770" fmla="*/ 812799 w 5158787"/>
              <a:gd name="connsiteY33770" fmla="*/ 949792 h 4489084"/>
              <a:gd name="connsiteX33771" fmla="*/ 812799 w 5158787"/>
              <a:gd name="connsiteY33771" fmla="*/ 949200 h 4489084"/>
              <a:gd name="connsiteX33772" fmla="*/ 816885 w 5158787"/>
              <a:gd name="connsiteY33772" fmla="*/ 942152 h 4489084"/>
              <a:gd name="connsiteX33773" fmla="*/ 817359 w 5158787"/>
              <a:gd name="connsiteY33773" fmla="*/ 941856 h 4489084"/>
              <a:gd name="connsiteX33774" fmla="*/ 2305152 w 5158787"/>
              <a:gd name="connsiteY33774" fmla="*/ 941619 h 4489084"/>
              <a:gd name="connsiteX33775" fmla="*/ 2313561 w 5158787"/>
              <a:gd name="connsiteY33775" fmla="*/ 941619 h 4489084"/>
              <a:gd name="connsiteX33776" fmla="*/ 2314095 w 5158787"/>
              <a:gd name="connsiteY33776" fmla="*/ 941915 h 4489084"/>
              <a:gd name="connsiteX33777" fmla="*/ 2318299 w 5158787"/>
              <a:gd name="connsiteY33777" fmla="*/ 949200 h 4489084"/>
              <a:gd name="connsiteX33778" fmla="*/ 2318299 w 5158787"/>
              <a:gd name="connsiteY33778" fmla="*/ 949792 h 4489084"/>
              <a:gd name="connsiteX33779" fmla="*/ 2314095 w 5158787"/>
              <a:gd name="connsiteY33779" fmla="*/ 957077 h 4489084"/>
              <a:gd name="connsiteX33780" fmla="*/ 2313561 w 5158787"/>
              <a:gd name="connsiteY33780" fmla="*/ 957373 h 4489084"/>
              <a:gd name="connsiteX33781" fmla="*/ 2305152 w 5158787"/>
              <a:gd name="connsiteY33781" fmla="*/ 957373 h 4489084"/>
              <a:gd name="connsiteX33782" fmla="*/ 2304618 w 5158787"/>
              <a:gd name="connsiteY33782" fmla="*/ 957077 h 4489084"/>
              <a:gd name="connsiteX33783" fmla="*/ 2300414 w 5158787"/>
              <a:gd name="connsiteY33783" fmla="*/ 949792 h 4489084"/>
              <a:gd name="connsiteX33784" fmla="*/ 2300414 w 5158787"/>
              <a:gd name="connsiteY33784" fmla="*/ 949200 h 4489084"/>
              <a:gd name="connsiteX33785" fmla="*/ 2304618 w 5158787"/>
              <a:gd name="connsiteY33785" fmla="*/ 941915 h 4489084"/>
              <a:gd name="connsiteX33786" fmla="*/ 2305152 w 5158787"/>
              <a:gd name="connsiteY33786" fmla="*/ 941619 h 4489084"/>
              <a:gd name="connsiteX33787" fmla="*/ 4332427 w 5158787"/>
              <a:gd name="connsiteY33787" fmla="*/ 938599 h 4489084"/>
              <a:gd name="connsiteX33788" fmla="*/ 4344035 w 5158787"/>
              <a:gd name="connsiteY33788" fmla="*/ 938599 h 4489084"/>
              <a:gd name="connsiteX33789" fmla="*/ 4344745 w 5158787"/>
              <a:gd name="connsiteY33789" fmla="*/ 939014 h 4489084"/>
              <a:gd name="connsiteX33790" fmla="*/ 4350550 w 5158787"/>
              <a:gd name="connsiteY33790" fmla="*/ 949082 h 4489084"/>
              <a:gd name="connsiteX33791" fmla="*/ 4350550 w 5158787"/>
              <a:gd name="connsiteY33791" fmla="*/ 949911 h 4489084"/>
              <a:gd name="connsiteX33792" fmla="*/ 4344745 w 5158787"/>
              <a:gd name="connsiteY33792" fmla="*/ 959979 h 4489084"/>
              <a:gd name="connsiteX33793" fmla="*/ 4344035 w 5158787"/>
              <a:gd name="connsiteY33793" fmla="*/ 960394 h 4489084"/>
              <a:gd name="connsiteX33794" fmla="*/ 4332427 w 5158787"/>
              <a:gd name="connsiteY33794" fmla="*/ 960394 h 4489084"/>
              <a:gd name="connsiteX33795" fmla="*/ 4331716 w 5158787"/>
              <a:gd name="connsiteY33795" fmla="*/ 959979 h 4489084"/>
              <a:gd name="connsiteX33796" fmla="*/ 4325912 w 5158787"/>
              <a:gd name="connsiteY33796" fmla="*/ 949911 h 4489084"/>
              <a:gd name="connsiteX33797" fmla="*/ 4325912 w 5158787"/>
              <a:gd name="connsiteY33797" fmla="*/ 949082 h 4489084"/>
              <a:gd name="connsiteX33798" fmla="*/ 4331716 w 5158787"/>
              <a:gd name="connsiteY33798" fmla="*/ 939014 h 4489084"/>
              <a:gd name="connsiteX33799" fmla="*/ 4332427 w 5158787"/>
              <a:gd name="connsiteY33799" fmla="*/ 938599 h 4489084"/>
              <a:gd name="connsiteX33800" fmla="*/ 4264318 w 5158787"/>
              <a:gd name="connsiteY33800" fmla="*/ 937592 h 4489084"/>
              <a:gd name="connsiteX33801" fmla="*/ 4276992 w 5158787"/>
              <a:gd name="connsiteY33801" fmla="*/ 937592 h 4489084"/>
              <a:gd name="connsiteX33802" fmla="*/ 4277762 w 5158787"/>
              <a:gd name="connsiteY33802" fmla="*/ 938066 h 4489084"/>
              <a:gd name="connsiteX33803" fmla="*/ 4284099 w 5158787"/>
              <a:gd name="connsiteY33803" fmla="*/ 949082 h 4489084"/>
              <a:gd name="connsiteX33804" fmla="*/ 4284099 w 5158787"/>
              <a:gd name="connsiteY33804" fmla="*/ 949970 h 4489084"/>
              <a:gd name="connsiteX33805" fmla="*/ 4277762 w 5158787"/>
              <a:gd name="connsiteY33805" fmla="*/ 960986 h 4489084"/>
              <a:gd name="connsiteX33806" fmla="*/ 4276992 w 5158787"/>
              <a:gd name="connsiteY33806" fmla="*/ 961460 h 4489084"/>
              <a:gd name="connsiteX33807" fmla="*/ 4264318 w 5158787"/>
              <a:gd name="connsiteY33807" fmla="*/ 961460 h 4489084"/>
              <a:gd name="connsiteX33808" fmla="*/ 4263548 w 5158787"/>
              <a:gd name="connsiteY33808" fmla="*/ 960986 h 4489084"/>
              <a:gd name="connsiteX33809" fmla="*/ 4257211 w 5158787"/>
              <a:gd name="connsiteY33809" fmla="*/ 949970 h 4489084"/>
              <a:gd name="connsiteX33810" fmla="*/ 4257211 w 5158787"/>
              <a:gd name="connsiteY33810" fmla="*/ 949082 h 4489084"/>
              <a:gd name="connsiteX33811" fmla="*/ 4263548 w 5158787"/>
              <a:gd name="connsiteY33811" fmla="*/ 938066 h 4489084"/>
              <a:gd name="connsiteX33812" fmla="*/ 4264318 w 5158787"/>
              <a:gd name="connsiteY33812" fmla="*/ 937592 h 4489084"/>
              <a:gd name="connsiteX33813" fmla="*/ 2573264 w 5158787"/>
              <a:gd name="connsiteY33813" fmla="*/ 937177 h 4489084"/>
              <a:gd name="connsiteX33814" fmla="*/ 2586412 w 5158787"/>
              <a:gd name="connsiteY33814" fmla="*/ 937177 h 4489084"/>
              <a:gd name="connsiteX33815" fmla="*/ 2587241 w 5158787"/>
              <a:gd name="connsiteY33815" fmla="*/ 937651 h 4489084"/>
              <a:gd name="connsiteX33816" fmla="*/ 2593815 w 5158787"/>
              <a:gd name="connsiteY33816" fmla="*/ 949022 h 4489084"/>
              <a:gd name="connsiteX33817" fmla="*/ 2593815 w 5158787"/>
              <a:gd name="connsiteY33817" fmla="*/ 949970 h 4489084"/>
              <a:gd name="connsiteX33818" fmla="*/ 2587241 w 5158787"/>
              <a:gd name="connsiteY33818" fmla="*/ 961341 h 4489084"/>
              <a:gd name="connsiteX33819" fmla="*/ 2586412 w 5158787"/>
              <a:gd name="connsiteY33819" fmla="*/ 961815 h 4489084"/>
              <a:gd name="connsiteX33820" fmla="*/ 2573264 w 5158787"/>
              <a:gd name="connsiteY33820" fmla="*/ 961815 h 4489084"/>
              <a:gd name="connsiteX33821" fmla="*/ 2572435 w 5158787"/>
              <a:gd name="connsiteY33821" fmla="*/ 961341 h 4489084"/>
              <a:gd name="connsiteX33822" fmla="*/ 2565861 w 5158787"/>
              <a:gd name="connsiteY33822" fmla="*/ 949970 h 4489084"/>
              <a:gd name="connsiteX33823" fmla="*/ 2565861 w 5158787"/>
              <a:gd name="connsiteY33823" fmla="*/ 949022 h 4489084"/>
              <a:gd name="connsiteX33824" fmla="*/ 2572435 w 5158787"/>
              <a:gd name="connsiteY33824" fmla="*/ 937651 h 4489084"/>
              <a:gd name="connsiteX33825" fmla="*/ 2573264 w 5158787"/>
              <a:gd name="connsiteY33825" fmla="*/ 937177 h 4489084"/>
              <a:gd name="connsiteX33826" fmla="*/ 3790163 w 5158787"/>
              <a:gd name="connsiteY33826" fmla="*/ 936348 h 4489084"/>
              <a:gd name="connsiteX33827" fmla="*/ 3804199 w 5158787"/>
              <a:gd name="connsiteY33827" fmla="*/ 936348 h 4489084"/>
              <a:gd name="connsiteX33828" fmla="*/ 3805027 w 5158787"/>
              <a:gd name="connsiteY33828" fmla="*/ 936822 h 4489084"/>
              <a:gd name="connsiteX33829" fmla="*/ 3812016 w 5158787"/>
              <a:gd name="connsiteY33829" fmla="*/ 948963 h 4489084"/>
              <a:gd name="connsiteX33830" fmla="*/ 3812016 w 5158787"/>
              <a:gd name="connsiteY33830" fmla="*/ 949970 h 4489084"/>
              <a:gd name="connsiteX33831" fmla="*/ 3805027 w 5158787"/>
              <a:gd name="connsiteY33831" fmla="*/ 962111 h 4489084"/>
              <a:gd name="connsiteX33832" fmla="*/ 3804199 w 5158787"/>
              <a:gd name="connsiteY33832" fmla="*/ 962585 h 4489084"/>
              <a:gd name="connsiteX33833" fmla="*/ 3790163 w 5158787"/>
              <a:gd name="connsiteY33833" fmla="*/ 962585 h 4489084"/>
              <a:gd name="connsiteX33834" fmla="*/ 3789333 w 5158787"/>
              <a:gd name="connsiteY33834" fmla="*/ 962111 h 4489084"/>
              <a:gd name="connsiteX33835" fmla="*/ 3782344 w 5158787"/>
              <a:gd name="connsiteY33835" fmla="*/ 949970 h 4489084"/>
              <a:gd name="connsiteX33836" fmla="*/ 3782344 w 5158787"/>
              <a:gd name="connsiteY33836" fmla="*/ 948963 h 4489084"/>
              <a:gd name="connsiteX33837" fmla="*/ 3789333 w 5158787"/>
              <a:gd name="connsiteY33837" fmla="*/ 936822 h 4489084"/>
              <a:gd name="connsiteX33838" fmla="*/ 3790163 w 5158787"/>
              <a:gd name="connsiteY33838" fmla="*/ 936348 h 4489084"/>
              <a:gd name="connsiteX33839" fmla="*/ 2505036 w 5158787"/>
              <a:gd name="connsiteY33839" fmla="*/ 935934 h 4489084"/>
              <a:gd name="connsiteX33840" fmla="*/ 2519487 w 5158787"/>
              <a:gd name="connsiteY33840" fmla="*/ 935934 h 4489084"/>
              <a:gd name="connsiteX33841" fmla="*/ 2520376 w 5158787"/>
              <a:gd name="connsiteY33841" fmla="*/ 936467 h 4489084"/>
              <a:gd name="connsiteX33842" fmla="*/ 2527601 w 5158787"/>
              <a:gd name="connsiteY33842" fmla="*/ 949023 h 4489084"/>
              <a:gd name="connsiteX33843" fmla="*/ 2527601 w 5158787"/>
              <a:gd name="connsiteY33843" fmla="*/ 950030 h 4489084"/>
              <a:gd name="connsiteX33844" fmla="*/ 2520376 w 5158787"/>
              <a:gd name="connsiteY33844" fmla="*/ 962585 h 4489084"/>
              <a:gd name="connsiteX33845" fmla="*/ 2519487 w 5158787"/>
              <a:gd name="connsiteY33845" fmla="*/ 963118 h 4489084"/>
              <a:gd name="connsiteX33846" fmla="*/ 2505036 w 5158787"/>
              <a:gd name="connsiteY33846" fmla="*/ 963118 h 4489084"/>
              <a:gd name="connsiteX33847" fmla="*/ 2504148 w 5158787"/>
              <a:gd name="connsiteY33847" fmla="*/ 962585 h 4489084"/>
              <a:gd name="connsiteX33848" fmla="*/ 2496922 w 5158787"/>
              <a:gd name="connsiteY33848" fmla="*/ 950030 h 4489084"/>
              <a:gd name="connsiteX33849" fmla="*/ 2496922 w 5158787"/>
              <a:gd name="connsiteY33849" fmla="*/ 949023 h 4489084"/>
              <a:gd name="connsiteX33850" fmla="*/ 2504148 w 5158787"/>
              <a:gd name="connsiteY33850" fmla="*/ 936467 h 4489084"/>
              <a:gd name="connsiteX33851" fmla="*/ 2505036 w 5158787"/>
              <a:gd name="connsiteY33851" fmla="*/ 935934 h 4489084"/>
              <a:gd name="connsiteX33852" fmla="*/ 4195498 w 5158787"/>
              <a:gd name="connsiteY33852" fmla="*/ 935401 h 4489084"/>
              <a:gd name="connsiteX33853" fmla="*/ 4210482 w 5158787"/>
              <a:gd name="connsiteY33853" fmla="*/ 935401 h 4489084"/>
              <a:gd name="connsiteX33854" fmla="*/ 4211371 w 5158787"/>
              <a:gd name="connsiteY33854" fmla="*/ 935934 h 4489084"/>
              <a:gd name="connsiteX33855" fmla="*/ 4218892 w 5158787"/>
              <a:gd name="connsiteY33855" fmla="*/ 948964 h 4489084"/>
              <a:gd name="connsiteX33856" fmla="*/ 4218892 w 5158787"/>
              <a:gd name="connsiteY33856" fmla="*/ 950030 h 4489084"/>
              <a:gd name="connsiteX33857" fmla="*/ 4211371 w 5158787"/>
              <a:gd name="connsiteY33857" fmla="*/ 963059 h 4489084"/>
              <a:gd name="connsiteX33858" fmla="*/ 4210482 w 5158787"/>
              <a:gd name="connsiteY33858" fmla="*/ 963592 h 4489084"/>
              <a:gd name="connsiteX33859" fmla="*/ 4195498 w 5158787"/>
              <a:gd name="connsiteY33859" fmla="*/ 963592 h 4489084"/>
              <a:gd name="connsiteX33860" fmla="*/ 4194610 w 5158787"/>
              <a:gd name="connsiteY33860" fmla="*/ 963059 h 4489084"/>
              <a:gd name="connsiteX33861" fmla="*/ 4187088 w 5158787"/>
              <a:gd name="connsiteY33861" fmla="*/ 950030 h 4489084"/>
              <a:gd name="connsiteX33862" fmla="*/ 4187088 w 5158787"/>
              <a:gd name="connsiteY33862" fmla="*/ 948964 h 4489084"/>
              <a:gd name="connsiteX33863" fmla="*/ 4194610 w 5158787"/>
              <a:gd name="connsiteY33863" fmla="*/ 935934 h 4489084"/>
              <a:gd name="connsiteX33864" fmla="*/ 4195498 w 5158787"/>
              <a:gd name="connsiteY33864" fmla="*/ 935401 h 4489084"/>
              <a:gd name="connsiteX33865" fmla="*/ 272607 w 5158787"/>
              <a:gd name="connsiteY33865" fmla="*/ 934927 h 4489084"/>
              <a:gd name="connsiteX33866" fmla="*/ 288183 w 5158787"/>
              <a:gd name="connsiteY33866" fmla="*/ 934927 h 4489084"/>
              <a:gd name="connsiteX33867" fmla="*/ 289130 w 5158787"/>
              <a:gd name="connsiteY33867" fmla="*/ 935460 h 4489084"/>
              <a:gd name="connsiteX33868" fmla="*/ 296889 w 5158787"/>
              <a:gd name="connsiteY33868" fmla="*/ 948963 h 4489084"/>
              <a:gd name="connsiteX33869" fmla="*/ 296889 w 5158787"/>
              <a:gd name="connsiteY33869" fmla="*/ 950089 h 4489084"/>
              <a:gd name="connsiteX33870" fmla="*/ 289071 w 5158787"/>
              <a:gd name="connsiteY33870" fmla="*/ 963592 h 4489084"/>
              <a:gd name="connsiteX33871" fmla="*/ 288124 w 5158787"/>
              <a:gd name="connsiteY33871" fmla="*/ 964125 h 4489084"/>
              <a:gd name="connsiteX33872" fmla="*/ 272547 w 5158787"/>
              <a:gd name="connsiteY33872" fmla="*/ 964125 h 4489084"/>
              <a:gd name="connsiteX33873" fmla="*/ 271600 w 5158787"/>
              <a:gd name="connsiteY33873" fmla="*/ 963592 h 4489084"/>
              <a:gd name="connsiteX33874" fmla="*/ 263841 w 5158787"/>
              <a:gd name="connsiteY33874" fmla="*/ 950089 h 4489084"/>
              <a:gd name="connsiteX33875" fmla="*/ 263841 w 5158787"/>
              <a:gd name="connsiteY33875" fmla="*/ 948963 h 4489084"/>
              <a:gd name="connsiteX33876" fmla="*/ 271659 w 5158787"/>
              <a:gd name="connsiteY33876" fmla="*/ 935460 h 4489084"/>
              <a:gd name="connsiteX33877" fmla="*/ 272607 w 5158787"/>
              <a:gd name="connsiteY33877" fmla="*/ 934927 h 4489084"/>
              <a:gd name="connsiteX33878" fmla="*/ 204912 w 5158787"/>
              <a:gd name="connsiteY33878" fmla="*/ 934808 h 4489084"/>
              <a:gd name="connsiteX33879" fmla="*/ 220606 w 5158787"/>
              <a:gd name="connsiteY33879" fmla="*/ 934808 h 4489084"/>
              <a:gd name="connsiteX33880" fmla="*/ 221554 w 5158787"/>
              <a:gd name="connsiteY33880" fmla="*/ 935341 h 4489084"/>
              <a:gd name="connsiteX33881" fmla="*/ 229372 w 5158787"/>
              <a:gd name="connsiteY33881" fmla="*/ 948903 h 4489084"/>
              <a:gd name="connsiteX33882" fmla="*/ 229372 w 5158787"/>
              <a:gd name="connsiteY33882" fmla="*/ 950029 h 4489084"/>
              <a:gd name="connsiteX33883" fmla="*/ 221554 w 5158787"/>
              <a:gd name="connsiteY33883" fmla="*/ 963591 h 4489084"/>
              <a:gd name="connsiteX33884" fmla="*/ 220606 w 5158787"/>
              <a:gd name="connsiteY33884" fmla="*/ 964124 h 4489084"/>
              <a:gd name="connsiteX33885" fmla="*/ 204912 w 5158787"/>
              <a:gd name="connsiteY33885" fmla="*/ 964124 h 4489084"/>
              <a:gd name="connsiteX33886" fmla="*/ 203964 w 5158787"/>
              <a:gd name="connsiteY33886" fmla="*/ 963591 h 4489084"/>
              <a:gd name="connsiteX33887" fmla="*/ 196146 w 5158787"/>
              <a:gd name="connsiteY33887" fmla="*/ 950029 h 4489084"/>
              <a:gd name="connsiteX33888" fmla="*/ 196146 w 5158787"/>
              <a:gd name="connsiteY33888" fmla="*/ 948903 h 4489084"/>
              <a:gd name="connsiteX33889" fmla="*/ 203964 w 5158787"/>
              <a:gd name="connsiteY33889" fmla="*/ 935341 h 4489084"/>
              <a:gd name="connsiteX33890" fmla="*/ 204912 w 5158787"/>
              <a:gd name="connsiteY33890" fmla="*/ 934808 h 4489084"/>
              <a:gd name="connsiteX33891" fmla="*/ 3856790 w 5158787"/>
              <a:gd name="connsiteY33891" fmla="*/ 934394 h 4489084"/>
              <a:gd name="connsiteX33892" fmla="*/ 3872899 w 5158787"/>
              <a:gd name="connsiteY33892" fmla="*/ 934394 h 4489084"/>
              <a:gd name="connsiteX33893" fmla="*/ 3873905 w 5158787"/>
              <a:gd name="connsiteY33893" fmla="*/ 934986 h 4489084"/>
              <a:gd name="connsiteX33894" fmla="*/ 3881961 w 5158787"/>
              <a:gd name="connsiteY33894" fmla="*/ 948963 h 4489084"/>
              <a:gd name="connsiteX33895" fmla="*/ 3881961 w 5158787"/>
              <a:gd name="connsiteY33895" fmla="*/ 950089 h 4489084"/>
              <a:gd name="connsiteX33896" fmla="*/ 3873905 w 5158787"/>
              <a:gd name="connsiteY33896" fmla="*/ 964066 h 4489084"/>
              <a:gd name="connsiteX33897" fmla="*/ 3872899 w 5158787"/>
              <a:gd name="connsiteY33897" fmla="*/ 964658 h 4489084"/>
              <a:gd name="connsiteX33898" fmla="*/ 3856790 w 5158787"/>
              <a:gd name="connsiteY33898" fmla="*/ 964658 h 4489084"/>
              <a:gd name="connsiteX33899" fmla="*/ 3855783 w 5158787"/>
              <a:gd name="connsiteY33899" fmla="*/ 964066 h 4489084"/>
              <a:gd name="connsiteX33900" fmla="*/ 3847728 w 5158787"/>
              <a:gd name="connsiteY33900" fmla="*/ 950089 h 4489084"/>
              <a:gd name="connsiteX33901" fmla="*/ 3847728 w 5158787"/>
              <a:gd name="connsiteY33901" fmla="*/ 948963 h 4489084"/>
              <a:gd name="connsiteX33902" fmla="*/ 3855783 w 5158787"/>
              <a:gd name="connsiteY33902" fmla="*/ 934986 h 4489084"/>
              <a:gd name="connsiteX33903" fmla="*/ 3856790 w 5158787"/>
              <a:gd name="connsiteY33903" fmla="*/ 934394 h 4489084"/>
              <a:gd name="connsiteX33904" fmla="*/ 2436573 w 5158787"/>
              <a:gd name="connsiteY33904" fmla="*/ 934394 h 4489084"/>
              <a:gd name="connsiteX33905" fmla="*/ 2452682 w 5158787"/>
              <a:gd name="connsiteY33905" fmla="*/ 934394 h 4489084"/>
              <a:gd name="connsiteX33906" fmla="*/ 2453689 w 5158787"/>
              <a:gd name="connsiteY33906" fmla="*/ 934986 h 4489084"/>
              <a:gd name="connsiteX33907" fmla="*/ 2461743 w 5158787"/>
              <a:gd name="connsiteY33907" fmla="*/ 948963 h 4489084"/>
              <a:gd name="connsiteX33908" fmla="*/ 2461743 w 5158787"/>
              <a:gd name="connsiteY33908" fmla="*/ 950089 h 4489084"/>
              <a:gd name="connsiteX33909" fmla="*/ 2453689 w 5158787"/>
              <a:gd name="connsiteY33909" fmla="*/ 964066 h 4489084"/>
              <a:gd name="connsiteX33910" fmla="*/ 2452682 w 5158787"/>
              <a:gd name="connsiteY33910" fmla="*/ 964658 h 4489084"/>
              <a:gd name="connsiteX33911" fmla="*/ 2436573 w 5158787"/>
              <a:gd name="connsiteY33911" fmla="*/ 964658 h 4489084"/>
              <a:gd name="connsiteX33912" fmla="*/ 2435566 w 5158787"/>
              <a:gd name="connsiteY33912" fmla="*/ 964066 h 4489084"/>
              <a:gd name="connsiteX33913" fmla="*/ 2427511 w 5158787"/>
              <a:gd name="connsiteY33913" fmla="*/ 950089 h 4489084"/>
              <a:gd name="connsiteX33914" fmla="*/ 2427511 w 5158787"/>
              <a:gd name="connsiteY33914" fmla="*/ 948963 h 4489084"/>
              <a:gd name="connsiteX33915" fmla="*/ 2435566 w 5158787"/>
              <a:gd name="connsiteY33915" fmla="*/ 934986 h 4489084"/>
              <a:gd name="connsiteX33916" fmla="*/ 2436573 w 5158787"/>
              <a:gd name="connsiteY33916" fmla="*/ 934394 h 4489084"/>
              <a:gd name="connsiteX33917" fmla="*/ 340005 w 5158787"/>
              <a:gd name="connsiteY33917" fmla="*/ 934394 h 4489084"/>
              <a:gd name="connsiteX33918" fmla="*/ 356114 w 5158787"/>
              <a:gd name="connsiteY33918" fmla="*/ 934394 h 4489084"/>
              <a:gd name="connsiteX33919" fmla="*/ 357121 w 5158787"/>
              <a:gd name="connsiteY33919" fmla="*/ 934986 h 4489084"/>
              <a:gd name="connsiteX33920" fmla="*/ 365175 w 5158787"/>
              <a:gd name="connsiteY33920" fmla="*/ 948963 h 4489084"/>
              <a:gd name="connsiteX33921" fmla="*/ 365175 w 5158787"/>
              <a:gd name="connsiteY33921" fmla="*/ 950089 h 4489084"/>
              <a:gd name="connsiteX33922" fmla="*/ 357121 w 5158787"/>
              <a:gd name="connsiteY33922" fmla="*/ 964066 h 4489084"/>
              <a:gd name="connsiteX33923" fmla="*/ 356114 w 5158787"/>
              <a:gd name="connsiteY33923" fmla="*/ 964658 h 4489084"/>
              <a:gd name="connsiteX33924" fmla="*/ 340005 w 5158787"/>
              <a:gd name="connsiteY33924" fmla="*/ 964658 h 4489084"/>
              <a:gd name="connsiteX33925" fmla="*/ 338998 w 5158787"/>
              <a:gd name="connsiteY33925" fmla="*/ 964066 h 4489084"/>
              <a:gd name="connsiteX33926" fmla="*/ 330943 w 5158787"/>
              <a:gd name="connsiteY33926" fmla="*/ 950089 h 4489084"/>
              <a:gd name="connsiteX33927" fmla="*/ 330943 w 5158787"/>
              <a:gd name="connsiteY33927" fmla="*/ 948963 h 4489084"/>
              <a:gd name="connsiteX33928" fmla="*/ 338998 w 5158787"/>
              <a:gd name="connsiteY33928" fmla="*/ 934986 h 4489084"/>
              <a:gd name="connsiteX33929" fmla="*/ 340005 w 5158787"/>
              <a:gd name="connsiteY33929" fmla="*/ 934394 h 4489084"/>
              <a:gd name="connsiteX33930" fmla="*/ 1354293 w 5158787"/>
              <a:gd name="connsiteY33930" fmla="*/ 934098 h 4489084"/>
              <a:gd name="connsiteX33931" fmla="*/ 1370757 w 5158787"/>
              <a:gd name="connsiteY33931" fmla="*/ 934098 h 4489084"/>
              <a:gd name="connsiteX33932" fmla="*/ 1371764 w 5158787"/>
              <a:gd name="connsiteY33932" fmla="*/ 934690 h 4489084"/>
              <a:gd name="connsiteX33933" fmla="*/ 1379996 w 5158787"/>
              <a:gd name="connsiteY33933" fmla="*/ 948964 h 4489084"/>
              <a:gd name="connsiteX33934" fmla="*/ 1379996 w 5158787"/>
              <a:gd name="connsiteY33934" fmla="*/ 950148 h 4489084"/>
              <a:gd name="connsiteX33935" fmla="*/ 1371764 w 5158787"/>
              <a:gd name="connsiteY33935" fmla="*/ 964421 h 4489084"/>
              <a:gd name="connsiteX33936" fmla="*/ 1370757 w 5158787"/>
              <a:gd name="connsiteY33936" fmla="*/ 965014 h 4489084"/>
              <a:gd name="connsiteX33937" fmla="*/ 1354293 w 5158787"/>
              <a:gd name="connsiteY33937" fmla="*/ 965014 h 4489084"/>
              <a:gd name="connsiteX33938" fmla="*/ 1353286 w 5158787"/>
              <a:gd name="connsiteY33938" fmla="*/ 964421 h 4489084"/>
              <a:gd name="connsiteX33939" fmla="*/ 1345054 w 5158787"/>
              <a:gd name="connsiteY33939" fmla="*/ 950148 h 4489084"/>
              <a:gd name="connsiteX33940" fmla="*/ 1345054 w 5158787"/>
              <a:gd name="connsiteY33940" fmla="*/ 948964 h 4489084"/>
              <a:gd name="connsiteX33941" fmla="*/ 1353286 w 5158787"/>
              <a:gd name="connsiteY33941" fmla="*/ 934690 h 4489084"/>
              <a:gd name="connsiteX33942" fmla="*/ 1354293 w 5158787"/>
              <a:gd name="connsiteY33942" fmla="*/ 934098 h 4489084"/>
              <a:gd name="connsiteX33943" fmla="*/ 2639181 w 5158787"/>
              <a:gd name="connsiteY33943" fmla="*/ 933979 h 4489084"/>
              <a:gd name="connsiteX33944" fmla="*/ 2655764 w 5158787"/>
              <a:gd name="connsiteY33944" fmla="*/ 933979 h 4489084"/>
              <a:gd name="connsiteX33945" fmla="*/ 2656771 w 5158787"/>
              <a:gd name="connsiteY33945" fmla="*/ 934571 h 4489084"/>
              <a:gd name="connsiteX33946" fmla="*/ 2665063 w 5158787"/>
              <a:gd name="connsiteY33946" fmla="*/ 948904 h 4489084"/>
              <a:gd name="connsiteX33947" fmla="*/ 2665063 w 5158787"/>
              <a:gd name="connsiteY33947" fmla="*/ 950088 h 4489084"/>
              <a:gd name="connsiteX33948" fmla="*/ 2656771 w 5158787"/>
              <a:gd name="connsiteY33948" fmla="*/ 964421 h 4489084"/>
              <a:gd name="connsiteX33949" fmla="*/ 2655764 w 5158787"/>
              <a:gd name="connsiteY33949" fmla="*/ 965013 h 4489084"/>
              <a:gd name="connsiteX33950" fmla="*/ 2639181 w 5158787"/>
              <a:gd name="connsiteY33950" fmla="*/ 965013 h 4489084"/>
              <a:gd name="connsiteX33951" fmla="*/ 2638174 w 5158787"/>
              <a:gd name="connsiteY33951" fmla="*/ 964421 h 4489084"/>
              <a:gd name="connsiteX33952" fmla="*/ 2629883 w 5158787"/>
              <a:gd name="connsiteY33952" fmla="*/ 950088 h 4489084"/>
              <a:gd name="connsiteX33953" fmla="*/ 2629883 w 5158787"/>
              <a:gd name="connsiteY33953" fmla="*/ 948904 h 4489084"/>
              <a:gd name="connsiteX33954" fmla="*/ 2638174 w 5158787"/>
              <a:gd name="connsiteY33954" fmla="*/ 934571 h 4489084"/>
              <a:gd name="connsiteX33955" fmla="*/ 2639181 w 5158787"/>
              <a:gd name="connsiteY33955" fmla="*/ 933979 h 4489084"/>
              <a:gd name="connsiteX33956" fmla="*/ 1083694 w 5158787"/>
              <a:gd name="connsiteY33956" fmla="*/ 933861 h 4489084"/>
              <a:gd name="connsiteX33957" fmla="*/ 1100336 w 5158787"/>
              <a:gd name="connsiteY33957" fmla="*/ 933861 h 4489084"/>
              <a:gd name="connsiteX33958" fmla="*/ 1101343 w 5158787"/>
              <a:gd name="connsiteY33958" fmla="*/ 934453 h 4489084"/>
              <a:gd name="connsiteX33959" fmla="*/ 1109694 w 5158787"/>
              <a:gd name="connsiteY33959" fmla="*/ 948904 h 4489084"/>
              <a:gd name="connsiteX33960" fmla="*/ 1109694 w 5158787"/>
              <a:gd name="connsiteY33960" fmla="*/ 950089 h 4489084"/>
              <a:gd name="connsiteX33961" fmla="*/ 1101343 w 5158787"/>
              <a:gd name="connsiteY33961" fmla="*/ 964540 h 4489084"/>
              <a:gd name="connsiteX33962" fmla="*/ 1100336 w 5158787"/>
              <a:gd name="connsiteY33962" fmla="*/ 965132 h 4489084"/>
              <a:gd name="connsiteX33963" fmla="*/ 1083694 w 5158787"/>
              <a:gd name="connsiteY33963" fmla="*/ 965132 h 4489084"/>
              <a:gd name="connsiteX33964" fmla="*/ 1082688 w 5158787"/>
              <a:gd name="connsiteY33964" fmla="*/ 964540 h 4489084"/>
              <a:gd name="connsiteX33965" fmla="*/ 1074337 w 5158787"/>
              <a:gd name="connsiteY33965" fmla="*/ 950089 h 4489084"/>
              <a:gd name="connsiteX33966" fmla="*/ 1074337 w 5158787"/>
              <a:gd name="connsiteY33966" fmla="*/ 948904 h 4489084"/>
              <a:gd name="connsiteX33967" fmla="*/ 1082688 w 5158787"/>
              <a:gd name="connsiteY33967" fmla="*/ 934453 h 4489084"/>
              <a:gd name="connsiteX33968" fmla="*/ 1083694 w 5158787"/>
              <a:gd name="connsiteY33968" fmla="*/ 933861 h 4489084"/>
              <a:gd name="connsiteX33969" fmla="*/ 407165 w 5158787"/>
              <a:gd name="connsiteY33969" fmla="*/ 933565 h 4489084"/>
              <a:gd name="connsiteX33970" fmla="*/ 424163 w 5158787"/>
              <a:gd name="connsiteY33970" fmla="*/ 933565 h 4489084"/>
              <a:gd name="connsiteX33971" fmla="*/ 425229 w 5158787"/>
              <a:gd name="connsiteY33971" fmla="*/ 934157 h 4489084"/>
              <a:gd name="connsiteX33972" fmla="*/ 433698 w 5158787"/>
              <a:gd name="connsiteY33972" fmla="*/ 948904 h 4489084"/>
              <a:gd name="connsiteX33973" fmla="*/ 433698 w 5158787"/>
              <a:gd name="connsiteY33973" fmla="*/ 950089 h 4489084"/>
              <a:gd name="connsiteX33974" fmla="*/ 425170 w 5158787"/>
              <a:gd name="connsiteY33974" fmla="*/ 964836 h 4489084"/>
              <a:gd name="connsiteX33975" fmla="*/ 424104 w 5158787"/>
              <a:gd name="connsiteY33975" fmla="*/ 965428 h 4489084"/>
              <a:gd name="connsiteX33976" fmla="*/ 407106 w 5158787"/>
              <a:gd name="connsiteY33976" fmla="*/ 965428 h 4489084"/>
              <a:gd name="connsiteX33977" fmla="*/ 406040 w 5158787"/>
              <a:gd name="connsiteY33977" fmla="*/ 964836 h 4489084"/>
              <a:gd name="connsiteX33978" fmla="*/ 397571 w 5158787"/>
              <a:gd name="connsiteY33978" fmla="*/ 950089 h 4489084"/>
              <a:gd name="connsiteX33979" fmla="*/ 397571 w 5158787"/>
              <a:gd name="connsiteY33979" fmla="*/ 948904 h 4489084"/>
              <a:gd name="connsiteX33980" fmla="*/ 406099 w 5158787"/>
              <a:gd name="connsiteY33980" fmla="*/ 934157 h 4489084"/>
              <a:gd name="connsiteX33981" fmla="*/ 407165 w 5158787"/>
              <a:gd name="connsiteY33981" fmla="*/ 933565 h 4489084"/>
              <a:gd name="connsiteX33982" fmla="*/ 1015762 w 5158787"/>
              <a:gd name="connsiteY33982" fmla="*/ 933328 h 4489084"/>
              <a:gd name="connsiteX33983" fmla="*/ 1032997 w 5158787"/>
              <a:gd name="connsiteY33983" fmla="*/ 933328 h 4489084"/>
              <a:gd name="connsiteX33984" fmla="*/ 1034063 w 5158787"/>
              <a:gd name="connsiteY33984" fmla="*/ 933920 h 4489084"/>
              <a:gd name="connsiteX33985" fmla="*/ 1042651 w 5158787"/>
              <a:gd name="connsiteY33985" fmla="*/ 948845 h 4489084"/>
              <a:gd name="connsiteX33986" fmla="*/ 1042651 w 5158787"/>
              <a:gd name="connsiteY33986" fmla="*/ 950089 h 4489084"/>
              <a:gd name="connsiteX33987" fmla="*/ 1034004 w 5158787"/>
              <a:gd name="connsiteY33987" fmla="*/ 965013 h 4489084"/>
              <a:gd name="connsiteX33988" fmla="*/ 1032938 w 5158787"/>
              <a:gd name="connsiteY33988" fmla="*/ 965606 h 4489084"/>
              <a:gd name="connsiteX33989" fmla="*/ 1015703 w 5158787"/>
              <a:gd name="connsiteY33989" fmla="*/ 965606 h 4489084"/>
              <a:gd name="connsiteX33990" fmla="*/ 1014637 w 5158787"/>
              <a:gd name="connsiteY33990" fmla="*/ 965013 h 4489084"/>
              <a:gd name="connsiteX33991" fmla="*/ 1006050 w 5158787"/>
              <a:gd name="connsiteY33991" fmla="*/ 950089 h 4489084"/>
              <a:gd name="connsiteX33992" fmla="*/ 1006050 w 5158787"/>
              <a:gd name="connsiteY33992" fmla="*/ 948845 h 4489084"/>
              <a:gd name="connsiteX33993" fmla="*/ 1014696 w 5158787"/>
              <a:gd name="connsiteY33993" fmla="*/ 933920 h 4489084"/>
              <a:gd name="connsiteX33994" fmla="*/ 1015762 w 5158787"/>
              <a:gd name="connsiteY33994" fmla="*/ 933328 h 4489084"/>
              <a:gd name="connsiteX33995" fmla="*/ 2367930 w 5158787"/>
              <a:gd name="connsiteY33995" fmla="*/ 932499 h 4489084"/>
              <a:gd name="connsiteX33996" fmla="*/ 2386053 w 5158787"/>
              <a:gd name="connsiteY33996" fmla="*/ 932499 h 4489084"/>
              <a:gd name="connsiteX33997" fmla="*/ 2387178 w 5158787"/>
              <a:gd name="connsiteY33997" fmla="*/ 933150 h 4489084"/>
              <a:gd name="connsiteX33998" fmla="*/ 2396240 w 5158787"/>
              <a:gd name="connsiteY33998" fmla="*/ 948845 h 4489084"/>
              <a:gd name="connsiteX33999" fmla="*/ 2396240 w 5158787"/>
              <a:gd name="connsiteY33999" fmla="*/ 950148 h 4489084"/>
              <a:gd name="connsiteX34000" fmla="*/ 2387178 w 5158787"/>
              <a:gd name="connsiteY34000" fmla="*/ 965843 h 4489084"/>
              <a:gd name="connsiteX34001" fmla="*/ 2386053 w 5158787"/>
              <a:gd name="connsiteY34001" fmla="*/ 966494 h 4489084"/>
              <a:gd name="connsiteX34002" fmla="*/ 2367930 w 5158787"/>
              <a:gd name="connsiteY34002" fmla="*/ 966494 h 4489084"/>
              <a:gd name="connsiteX34003" fmla="*/ 2366805 w 5158787"/>
              <a:gd name="connsiteY34003" fmla="*/ 965843 h 4489084"/>
              <a:gd name="connsiteX34004" fmla="*/ 2357744 w 5158787"/>
              <a:gd name="connsiteY34004" fmla="*/ 950148 h 4489084"/>
              <a:gd name="connsiteX34005" fmla="*/ 2357744 w 5158787"/>
              <a:gd name="connsiteY34005" fmla="*/ 948845 h 4489084"/>
              <a:gd name="connsiteX34006" fmla="*/ 2366805 w 5158787"/>
              <a:gd name="connsiteY34006" fmla="*/ 933150 h 4489084"/>
              <a:gd name="connsiteX34007" fmla="*/ 2367930 w 5158787"/>
              <a:gd name="connsiteY34007" fmla="*/ 932499 h 4489084"/>
              <a:gd name="connsiteX34008" fmla="*/ 474149 w 5158787"/>
              <a:gd name="connsiteY34008" fmla="*/ 932321 h 4489084"/>
              <a:gd name="connsiteX34009" fmla="*/ 492449 w 5158787"/>
              <a:gd name="connsiteY34009" fmla="*/ 932321 h 4489084"/>
              <a:gd name="connsiteX34010" fmla="*/ 493575 w 5158787"/>
              <a:gd name="connsiteY34010" fmla="*/ 932972 h 4489084"/>
              <a:gd name="connsiteX34011" fmla="*/ 502755 w 5158787"/>
              <a:gd name="connsiteY34011" fmla="*/ 948845 h 4489084"/>
              <a:gd name="connsiteX34012" fmla="*/ 502755 w 5158787"/>
              <a:gd name="connsiteY34012" fmla="*/ 950148 h 4489084"/>
              <a:gd name="connsiteX34013" fmla="*/ 493575 w 5158787"/>
              <a:gd name="connsiteY34013" fmla="*/ 966020 h 4489084"/>
              <a:gd name="connsiteX34014" fmla="*/ 492449 w 5158787"/>
              <a:gd name="connsiteY34014" fmla="*/ 966671 h 4489084"/>
              <a:gd name="connsiteX34015" fmla="*/ 474149 w 5158787"/>
              <a:gd name="connsiteY34015" fmla="*/ 966671 h 4489084"/>
              <a:gd name="connsiteX34016" fmla="*/ 473024 w 5158787"/>
              <a:gd name="connsiteY34016" fmla="*/ 966020 h 4489084"/>
              <a:gd name="connsiteX34017" fmla="*/ 463844 w 5158787"/>
              <a:gd name="connsiteY34017" fmla="*/ 950148 h 4489084"/>
              <a:gd name="connsiteX34018" fmla="*/ 463844 w 5158787"/>
              <a:gd name="connsiteY34018" fmla="*/ 948845 h 4489084"/>
              <a:gd name="connsiteX34019" fmla="*/ 473024 w 5158787"/>
              <a:gd name="connsiteY34019" fmla="*/ 932972 h 4489084"/>
              <a:gd name="connsiteX34020" fmla="*/ 474149 w 5158787"/>
              <a:gd name="connsiteY34020" fmla="*/ 932321 h 4489084"/>
              <a:gd name="connsiteX34021" fmla="*/ 3720395 w 5158787"/>
              <a:gd name="connsiteY34021" fmla="*/ 932203 h 4489084"/>
              <a:gd name="connsiteX34022" fmla="*/ 3738814 w 5158787"/>
              <a:gd name="connsiteY34022" fmla="*/ 932203 h 4489084"/>
              <a:gd name="connsiteX34023" fmla="*/ 3739939 w 5158787"/>
              <a:gd name="connsiteY34023" fmla="*/ 932854 h 4489084"/>
              <a:gd name="connsiteX34024" fmla="*/ 3749179 w 5158787"/>
              <a:gd name="connsiteY34024" fmla="*/ 948845 h 4489084"/>
              <a:gd name="connsiteX34025" fmla="*/ 3749179 w 5158787"/>
              <a:gd name="connsiteY34025" fmla="*/ 950148 h 4489084"/>
              <a:gd name="connsiteX34026" fmla="*/ 3739939 w 5158787"/>
              <a:gd name="connsiteY34026" fmla="*/ 966139 h 4489084"/>
              <a:gd name="connsiteX34027" fmla="*/ 3738814 w 5158787"/>
              <a:gd name="connsiteY34027" fmla="*/ 966790 h 4489084"/>
              <a:gd name="connsiteX34028" fmla="*/ 3720395 w 5158787"/>
              <a:gd name="connsiteY34028" fmla="*/ 966790 h 4489084"/>
              <a:gd name="connsiteX34029" fmla="*/ 3719270 w 5158787"/>
              <a:gd name="connsiteY34029" fmla="*/ 966139 h 4489084"/>
              <a:gd name="connsiteX34030" fmla="*/ 3710031 w 5158787"/>
              <a:gd name="connsiteY34030" fmla="*/ 950148 h 4489084"/>
              <a:gd name="connsiteX34031" fmla="*/ 3710031 w 5158787"/>
              <a:gd name="connsiteY34031" fmla="*/ 948845 h 4489084"/>
              <a:gd name="connsiteX34032" fmla="*/ 3719270 w 5158787"/>
              <a:gd name="connsiteY34032" fmla="*/ 932854 h 4489084"/>
              <a:gd name="connsiteX34033" fmla="*/ 3720395 w 5158787"/>
              <a:gd name="connsiteY34033" fmla="*/ 932203 h 4489084"/>
              <a:gd name="connsiteX34034" fmla="*/ 1218075 w 5158787"/>
              <a:gd name="connsiteY34034" fmla="*/ 932203 h 4489084"/>
              <a:gd name="connsiteX34035" fmla="*/ 1236494 w 5158787"/>
              <a:gd name="connsiteY34035" fmla="*/ 932203 h 4489084"/>
              <a:gd name="connsiteX34036" fmla="*/ 1237619 w 5158787"/>
              <a:gd name="connsiteY34036" fmla="*/ 932854 h 4489084"/>
              <a:gd name="connsiteX34037" fmla="*/ 1246859 w 5158787"/>
              <a:gd name="connsiteY34037" fmla="*/ 948845 h 4489084"/>
              <a:gd name="connsiteX34038" fmla="*/ 1246859 w 5158787"/>
              <a:gd name="connsiteY34038" fmla="*/ 950148 h 4489084"/>
              <a:gd name="connsiteX34039" fmla="*/ 1237619 w 5158787"/>
              <a:gd name="connsiteY34039" fmla="*/ 966139 h 4489084"/>
              <a:gd name="connsiteX34040" fmla="*/ 1236494 w 5158787"/>
              <a:gd name="connsiteY34040" fmla="*/ 966790 h 4489084"/>
              <a:gd name="connsiteX34041" fmla="*/ 1218075 w 5158787"/>
              <a:gd name="connsiteY34041" fmla="*/ 966790 h 4489084"/>
              <a:gd name="connsiteX34042" fmla="*/ 1216950 w 5158787"/>
              <a:gd name="connsiteY34042" fmla="*/ 966139 h 4489084"/>
              <a:gd name="connsiteX34043" fmla="*/ 1207711 w 5158787"/>
              <a:gd name="connsiteY34043" fmla="*/ 950148 h 4489084"/>
              <a:gd name="connsiteX34044" fmla="*/ 1207711 w 5158787"/>
              <a:gd name="connsiteY34044" fmla="*/ 948845 h 4489084"/>
              <a:gd name="connsiteX34045" fmla="*/ 1216950 w 5158787"/>
              <a:gd name="connsiteY34045" fmla="*/ 932854 h 4489084"/>
              <a:gd name="connsiteX34046" fmla="*/ 1218075 w 5158787"/>
              <a:gd name="connsiteY34046" fmla="*/ 932203 h 4489084"/>
              <a:gd name="connsiteX34047" fmla="*/ 1285474 w 5158787"/>
              <a:gd name="connsiteY34047" fmla="*/ 931906 h 4489084"/>
              <a:gd name="connsiteX34048" fmla="*/ 1304248 w 5158787"/>
              <a:gd name="connsiteY34048" fmla="*/ 931906 h 4489084"/>
              <a:gd name="connsiteX34049" fmla="*/ 1305373 w 5158787"/>
              <a:gd name="connsiteY34049" fmla="*/ 932558 h 4489084"/>
              <a:gd name="connsiteX34050" fmla="*/ 1314731 w 5158787"/>
              <a:gd name="connsiteY34050" fmla="*/ 948785 h 4489084"/>
              <a:gd name="connsiteX34051" fmla="*/ 1314731 w 5158787"/>
              <a:gd name="connsiteY34051" fmla="*/ 950088 h 4489084"/>
              <a:gd name="connsiteX34052" fmla="*/ 1305314 w 5158787"/>
              <a:gd name="connsiteY34052" fmla="*/ 966316 h 4489084"/>
              <a:gd name="connsiteX34053" fmla="*/ 1304189 w 5158787"/>
              <a:gd name="connsiteY34053" fmla="*/ 966967 h 4489084"/>
              <a:gd name="connsiteX34054" fmla="*/ 1285415 w 5158787"/>
              <a:gd name="connsiteY34054" fmla="*/ 966967 h 4489084"/>
              <a:gd name="connsiteX34055" fmla="*/ 1284289 w 5158787"/>
              <a:gd name="connsiteY34055" fmla="*/ 966316 h 4489084"/>
              <a:gd name="connsiteX34056" fmla="*/ 1274932 w 5158787"/>
              <a:gd name="connsiteY34056" fmla="*/ 950088 h 4489084"/>
              <a:gd name="connsiteX34057" fmla="*/ 1274932 w 5158787"/>
              <a:gd name="connsiteY34057" fmla="*/ 948785 h 4489084"/>
              <a:gd name="connsiteX34058" fmla="*/ 1284349 w 5158787"/>
              <a:gd name="connsiteY34058" fmla="*/ 932558 h 4489084"/>
              <a:gd name="connsiteX34059" fmla="*/ 1285474 w 5158787"/>
              <a:gd name="connsiteY34059" fmla="*/ 931906 h 4489084"/>
              <a:gd name="connsiteX34060" fmla="*/ 676818 w 5158787"/>
              <a:gd name="connsiteY34060" fmla="*/ 931906 h 4489084"/>
              <a:gd name="connsiteX34061" fmla="*/ 695592 w 5158787"/>
              <a:gd name="connsiteY34061" fmla="*/ 931906 h 4489084"/>
              <a:gd name="connsiteX34062" fmla="*/ 696717 w 5158787"/>
              <a:gd name="connsiteY34062" fmla="*/ 932558 h 4489084"/>
              <a:gd name="connsiteX34063" fmla="*/ 706075 w 5158787"/>
              <a:gd name="connsiteY34063" fmla="*/ 948785 h 4489084"/>
              <a:gd name="connsiteX34064" fmla="*/ 706075 w 5158787"/>
              <a:gd name="connsiteY34064" fmla="*/ 950088 h 4489084"/>
              <a:gd name="connsiteX34065" fmla="*/ 696658 w 5158787"/>
              <a:gd name="connsiteY34065" fmla="*/ 966316 h 4489084"/>
              <a:gd name="connsiteX34066" fmla="*/ 695533 w 5158787"/>
              <a:gd name="connsiteY34066" fmla="*/ 966967 h 4489084"/>
              <a:gd name="connsiteX34067" fmla="*/ 676759 w 5158787"/>
              <a:gd name="connsiteY34067" fmla="*/ 966967 h 4489084"/>
              <a:gd name="connsiteX34068" fmla="*/ 675633 w 5158787"/>
              <a:gd name="connsiteY34068" fmla="*/ 966316 h 4489084"/>
              <a:gd name="connsiteX34069" fmla="*/ 666276 w 5158787"/>
              <a:gd name="connsiteY34069" fmla="*/ 950088 h 4489084"/>
              <a:gd name="connsiteX34070" fmla="*/ 666276 w 5158787"/>
              <a:gd name="connsiteY34070" fmla="*/ 948785 h 4489084"/>
              <a:gd name="connsiteX34071" fmla="*/ 675693 w 5158787"/>
              <a:gd name="connsiteY34071" fmla="*/ 932558 h 4489084"/>
              <a:gd name="connsiteX34072" fmla="*/ 676818 w 5158787"/>
              <a:gd name="connsiteY34072" fmla="*/ 931906 h 4489084"/>
              <a:gd name="connsiteX34073" fmla="*/ 3923004 w 5158787"/>
              <a:gd name="connsiteY34073" fmla="*/ 931788 h 4489084"/>
              <a:gd name="connsiteX34074" fmla="*/ 3941897 w 5158787"/>
              <a:gd name="connsiteY34074" fmla="*/ 931788 h 4489084"/>
              <a:gd name="connsiteX34075" fmla="*/ 3943022 w 5158787"/>
              <a:gd name="connsiteY34075" fmla="*/ 932439 h 4489084"/>
              <a:gd name="connsiteX34076" fmla="*/ 3952438 w 5158787"/>
              <a:gd name="connsiteY34076" fmla="*/ 948786 h 4489084"/>
              <a:gd name="connsiteX34077" fmla="*/ 3952438 w 5158787"/>
              <a:gd name="connsiteY34077" fmla="*/ 950148 h 4489084"/>
              <a:gd name="connsiteX34078" fmla="*/ 3943022 w 5158787"/>
              <a:gd name="connsiteY34078" fmla="*/ 966494 h 4489084"/>
              <a:gd name="connsiteX34079" fmla="*/ 3941897 w 5158787"/>
              <a:gd name="connsiteY34079" fmla="*/ 967145 h 4489084"/>
              <a:gd name="connsiteX34080" fmla="*/ 3923004 w 5158787"/>
              <a:gd name="connsiteY34080" fmla="*/ 967145 h 4489084"/>
              <a:gd name="connsiteX34081" fmla="*/ 3921879 w 5158787"/>
              <a:gd name="connsiteY34081" fmla="*/ 966494 h 4489084"/>
              <a:gd name="connsiteX34082" fmla="*/ 3912461 w 5158787"/>
              <a:gd name="connsiteY34082" fmla="*/ 950148 h 4489084"/>
              <a:gd name="connsiteX34083" fmla="*/ 3912461 w 5158787"/>
              <a:gd name="connsiteY34083" fmla="*/ 948786 h 4489084"/>
              <a:gd name="connsiteX34084" fmla="*/ 3921879 w 5158787"/>
              <a:gd name="connsiteY34084" fmla="*/ 932439 h 4489084"/>
              <a:gd name="connsiteX34085" fmla="*/ 3923004 w 5158787"/>
              <a:gd name="connsiteY34085" fmla="*/ 931788 h 4489084"/>
              <a:gd name="connsiteX34086" fmla="*/ 541429 w 5158787"/>
              <a:gd name="connsiteY34086" fmla="*/ 931610 h 4489084"/>
              <a:gd name="connsiteX34087" fmla="*/ 560499 w 5158787"/>
              <a:gd name="connsiteY34087" fmla="*/ 931610 h 4489084"/>
              <a:gd name="connsiteX34088" fmla="*/ 561683 w 5158787"/>
              <a:gd name="connsiteY34088" fmla="*/ 932261 h 4489084"/>
              <a:gd name="connsiteX34089" fmla="*/ 571219 w 5158787"/>
              <a:gd name="connsiteY34089" fmla="*/ 948785 h 4489084"/>
              <a:gd name="connsiteX34090" fmla="*/ 571219 w 5158787"/>
              <a:gd name="connsiteY34090" fmla="*/ 950147 h 4489084"/>
              <a:gd name="connsiteX34091" fmla="*/ 561683 w 5158787"/>
              <a:gd name="connsiteY34091" fmla="*/ 966671 h 4489084"/>
              <a:gd name="connsiteX34092" fmla="*/ 560499 w 5158787"/>
              <a:gd name="connsiteY34092" fmla="*/ 967323 h 4489084"/>
              <a:gd name="connsiteX34093" fmla="*/ 541429 w 5158787"/>
              <a:gd name="connsiteY34093" fmla="*/ 967323 h 4489084"/>
              <a:gd name="connsiteX34094" fmla="*/ 540244 w 5158787"/>
              <a:gd name="connsiteY34094" fmla="*/ 966671 h 4489084"/>
              <a:gd name="connsiteX34095" fmla="*/ 530709 w 5158787"/>
              <a:gd name="connsiteY34095" fmla="*/ 950147 h 4489084"/>
              <a:gd name="connsiteX34096" fmla="*/ 530709 w 5158787"/>
              <a:gd name="connsiteY34096" fmla="*/ 948785 h 4489084"/>
              <a:gd name="connsiteX34097" fmla="*/ 540244 w 5158787"/>
              <a:gd name="connsiteY34097" fmla="*/ 932261 h 4489084"/>
              <a:gd name="connsiteX34098" fmla="*/ 541429 w 5158787"/>
              <a:gd name="connsiteY34098" fmla="*/ 931610 h 4489084"/>
              <a:gd name="connsiteX34099" fmla="*/ 879545 w 5158787"/>
              <a:gd name="connsiteY34099" fmla="*/ 931492 h 4489084"/>
              <a:gd name="connsiteX34100" fmla="*/ 898733 w 5158787"/>
              <a:gd name="connsiteY34100" fmla="*/ 931492 h 4489084"/>
              <a:gd name="connsiteX34101" fmla="*/ 899918 w 5158787"/>
              <a:gd name="connsiteY34101" fmla="*/ 932144 h 4489084"/>
              <a:gd name="connsiteX34102" fmla="*/ 909512 w 5158787"/>
              <a:gd name="connsiteY34102" fmla="*/ 948786 h 4489084"/>
              <a:gd name="connsiteX34103" fmla="*/ 909512 w 5158787"/>
              <a:gd name="connsiteY34103" fmla="*/ 950148 h 4489084"/>
              <a:gd name="connsiteX34104" fmla="*/ 899918 w 5158787"/>
              <a:gd name="connsiteY34104" fmla="*/ 966790 h 4489084"/>
              <a:gd name="connsiteX34105" fmla="*/ 898733 w 5158787"/>
              <a:gd name="connsiteY34105" fmla="*/ 967442 h 4489084"/>
              <a:gd name="connsiteX34106" fmla="*/ 879545 w 5158787"/>
              <a:gd name="connsiteY34106" fmla="*/ 967442 h 4489084"/>
              <a:gd name="connsiteX34107" fmla="*/ 878360 w 5158787"/>
              <a:gd name="connsiteY34107" fmla="*/ 966790 h 4489084"/>
              <a:gd name="connsiteX34108" fmla="*/ 868766 w 5158787"/>
              <a:gd name="connsiteY34108" fmla="*/ 950148 h 4489084"/>
              <a:gd name="connsiteX34109" fmla="*/ 868766 w 5158787"/>
              <a:gd name="connsiteY34109" fmla="*/ 948786 h 4489084"/>
              <a:gd name="connsiteX34110" fmla="*/ 878360 w 5158787"/>
              <a:gd name="connsiteY34110" fmla="*/ 932144 h 4489084"/>
              <a:gd name="connsiteX34111" fmla="*/ 879545 w 5158787"/>
              <a:gd name="connsiteY34111" fmla="*/ 931492 h 4489084"/>
              <a:gd name="connsiteX34112" fmla="*/ 4396272 w 5158787"/>
              <a:gd name="connsiteY34112" fmla="*/ 931373 h 4489084"/>
              <a:gd name="connsiteX34113" fmla="*/ 4415579 w 5158787"/>
              <a:gd name="connsiteY34113" fmla="*/ 931373 h 4489084"/>
              <a:gd name="connsiteX34114" fmla="*/ 4416764 w 5158787"/>
              <a:gd name="connsiteY34114" fmla="*/ 932084 h 4489084"/>
              <a:gd name="connsiteX34115" fmla="*/ 4426417 w 5158787"/>
              <a:gd name="connsiteY34115" fmla="*/ 948844 h 4489084"/>
              <a:gd name="connsiteX34116" fmla="*/ 4426417 w 5158787"/>
              <a:gd name="connsiteY34116" fmla="*/ 950207 h 4489084"/>
              <a:gd name="connsiteX34117" fmla="*/ 4416764 w 5158787"/>
              <a:gd name="connsiteY34117" fmla="*/ 966967 h 4489084"/>
              <a:gd name="connsiteX34118" fmla="*/ 4415579 w 5158787"/>
              <a:gd name="connsiteY34118" fmla="*/ 967678 h 4489084"/>
              <a:gd name="connsiteX34119" fmla="*/ 4396272 w 5158787"/>
              <a:gd name="connsiteY34119" fmla="*/ 967678 h 4489084"/>
              <a:gd name="connsiteX34120" fmla="*/ 4395087 w 5158787"/>
              <a:gd name="connsiteY34120" fmla="*/ 966967 h 4489084"/>
              <a:gd name="connsiteX34121" fmla="*/ 4385433 w 5158787"/>
              <a:gd name="connsiteY34121" fmla="*/ 950207 h 4489084"/>
              <a:gd name="connsiteX34122" fmla="*/ 4385433 w 5158787"/>
              <a:gd name="connsiteY34122" fmla="*/ 948844 h 4489084"/>
              <a:gd name="connsiteX34123" fmla="*/ 4395087 w 5158787"/>
              <a:gd name="connsiteY34123" fmla="*/ 932084 h 4489084"/>
              <a:gd name="connsiteX34124" fmla="*/ 4396272 w 5158787"/>
              <a:gd name="connsiteY34124" fmla="*/ 931373 h 4489084"/>
              <a:gd name="connsiteX34125" fmla="*/ 4463729 w 5158787"/>
              <a:gd name="connsiteY34125" fmla="*/ 931196 h 4489084"/>
              <a:gd name="connsiteX34126" fmla="*/ 4483273 w 5158787"/>
              <a:gd name="connsiteY34126" fmla="*/ 931196 h 4489084"/>
              <a:gd name="connsiteX34127" fmla="*/ 4484458 w 5158787"/>
              <a:gd name="connsiteY34127" fmla="*/ 931907 h 4489084"/>
              <a:gd name="connsiteX34128" fmla="*/ 4494230 w 5158787"/>
              <a:gd name="connsiteY34128" fmla="*/ 948845 h 4489084"/>
              <a:gd name="connsiteX34129" fmla="*/ 4494230 w 5158787"/>
              <a:gd name="connsiteY34129" fmla="*/ 950207 h 4489084"/>
              <a:gd name="connsiteX34130" fmla="*/ 4484458 w 5158787"/>
              <a:gd name="connsiteY34130" fmla="*/ 967146 h 4489084"/>
              <a:gd name="connsiteX34131" fmla="*/ 4483273 w 5158787"/>
              <a:gd name="connsiteY34131" fmla="*/ 967856 h 4489084"/>
              <a:gd name="connsiteX34132" fmla="*/ 4463729 w 5158787"/>
              <a:gd name="connsiteY34132" fmla="*/ 967856 h 4489084"/>
              <a:gd name="connsiteX34133" fmla="*/ 4462544 w 5158787"/>
              <a:gd name="connsiteY34133" fmla="*/ 967146 h 4489084"/>
              <a:gd name="connsiteX34134" fmla="*/ 4452773 w 5158787"/>
              <a:gd name="connsiteY34134" fmla="*/ 950207 h 4489084"/>
              <a:gd name="connsiteX34135" fmla="*/ 4452773 w 5158787"/>
              <a:gd name="connsiteY34135" fmla="*/ 948845 h 4489084"/>
              <a:gd name="connsiteX34136" fmla="*/ 4462544 w 5158787"/>
              <a:gd name="connsiteY34136" fmla="*/ 931907 h 4489084"/>
              <a:gd name="connsiteX34137" fmla="*/ 4463729 w 5158787"/>
              <a:gd name="connsiteY34137" fmla="*/ 931196 h 4489084"/>
              <a:gd name="connsiteX34138" fmla="*/ 1149730 w 5158787"/>
              <a:gd name="connsiteY34138" fmla="*/ 930959 h 4489084"/>
              <a:gd name="connsiteX34139" fmla="*/ 1169511 w 5158787"/>
              <a:gd name="connsiteY34139" fmla="*/ 930959 h 4489084"/>
              <a:gd name="connsiteX34140" fmla="*/ 1170696 w 5158787"/>
              <a:gd name="connsiteY34140" fmla="*/ 931670 h 4489084"/>
              <a:gd name="connsiteX34141" fmla="*/ 1180586 w 5158787"/>
              <a:gd name="connsiteY34141" fmla="*/ 948786 h 4489084"/>
              <a:gd name="connsiteX34142" fmla="*/ 1180586 w 5158787"/>
              <a:gd name="connsiteY34142" fmla="*/ 950207 h 4489084"/>
              <a:gd name="connsiteX34143" fmla="*/ 1170696 w 5158787"/>
              <a:gd name="connsiteY34143" fmla="*/ 967323 h 4489084"/>
              <a:gd name="connsiteX34144" fmla="*/ 1169511 w 5158787"/>
              <a:gd name="connsiteY34144" fmla="*/ 968034 h 4489084"/>
              <a:gd name="connsiteX34145" fmla="*/ 1149730 w 5158787"/>
              <a:gd name="connsiteY34145" fmla="*/ 968034 h 4489084"/>
              <a:gd name="connsiteX34146" fmla="*/ 1148545 w 5158787"/>
              <a:gd name="connsiteY34146" fmla="*/ 967323 h 4489084"/>
              <a:gd name="connsiteX34147" fmla="*/ 1138655 w 5158787"/>
              <a:gd name="connsiteY34147" fmla="*/ 950207 h 4489084"/>
              <a:gd name="connsiteX34148" fmla="*/ 1138655 w 5158787"/>
              <a:gd name="connsiteY34148" fmla="*/ 948786 h 4489084"/>
              <a:gd name="connsiteX34149" fmla="*/ 1148545 w 5158787"/>
              <a:gd name="connsiteY34149" fmla="*/ 931670 h 4489084"/>
              <a:gd name="connsiteX34150" fmla="*/ 1149730 w 5158787"/>
              <a:gd name="connsiteY34150" fmla="*/ 930959 h 4489084"/>
              <a:gd name="connsiteX34151" fmla="*/ 3651990 w 5158787"/>
              <a:gd name="connsiteY34151" fmla="*/ 930840 h 4489084"/>
              <a:gd name="connsiteX34152" fmla="*/ 3671889 w 5158787"/>
              <a:gd name="connsiteY34152" fmla="*/ 930840 h 4489084"/>
              <a:gd name="connsiteX34153" fmla="*/ 3673074 w 5158787"/>
              <a:gd name="connsiteY34153" fmla="*/ 931551 h 4489084"/>
              <a:gd name="connsiteX34154" fmla="*/ 3683024 w 5158787"/>
              <a:gd name="connsiteY34154" fmla="*/ 948785 h 4489084"/>
              <a:gd name="connsiteX34155" fmla="*/ 3683024 w 5158787"/>
              <a:gd name="connsiteY34155" fmla="*/ 950207 h 4489084"/>
              <a:gd name="connsiteX34156" fmla="*/ 3673074 w 5158787"/>
              <a:gd name="connsiteY34156" fmla="*/ 967441 h 4489084"/>
              <a:gd name="connsiteX34157" fmla="*/ 3671889 w 5158787"/>
              <a:gd name="connsiteY34157" fmla="*/ 968152 h 4489084"/>
              <a:gd name="connsiteX34158" fmla="*/ 3651990 w 5158787"/>
              <a:gd name="connsiteY34158" fmla="*/ 968152 h 4489084"/>
              <a:gd name="connsiteX34159" fmla="*/ 3650805 w 5158787"/>
              <a:gd name="connsiteY34159" fmla="*/ 967441 h 4489084"/>
              <a:gd name="connsiteX34160" fmla="*/ 3640855 w 5158787"/>
              <a:gd name="connsiteY34160" fmla="*/ 950207 h 4489084"/>
              <a:gd name="connsiteX34161" fmla="*/ 3640855 w 5158787"/>
              <a:gd name="connsiteY34161" fmla="*/ 948785 h 4489084"/>
              <a:gd name="connsiteX34162" fmla="*/ 3650805 w 5158787"/>
              <a:gd name="connsiteY34162" fmla="*/ 931551 h 4489084"/>
              <a:gd name="connsiteX34163" fmla="*/ 3651990 w 5158787"/>
              <a:gd name="connsiteY34163" fmla="*/ 930840 h 4489084"/>
              <a:gd name="connsiteX34164" fmla="*/ 946765 w 5158787"/>
              <a:gd name="connsiteY34164" fmla="*/ 930781 h 4489084"/>
              <a:gd name="connsiteX34165" fmla="*/ 966724 w 5158787"/>
              <a:gd name="connsiteY34165" fmla="*/ 930781 h 4489084"/>
              <a:gd name="connsiteX34166" fmla="*/ 967968 w 5158787"/>
              <a:gd name="connsiteY34166" fmla="*/ 931492 h 4489084"/>
              <a:gd name="connsiteX34167" fmla="*/ 977977 w 5158787"/>
              <a:gd name="connsiteY34167" fmla="*/ 948785 h 4489084"/>
              <a:gd name="connsiteX34168" fmla="*/ 977977 w 5158787"/>
              <a:gd name="connsiteY34168" fmla="*/ 950207 h 4489084"/>
              <a:gd name="connsiteX34169" fmla="*/ 967968 w 5158787"/>
              <a:gd name="connsiteY34169" fmla="*/ 967501 h 4489084"/>
              <a:gd name="connsiteX34170" fmla="*/ 966724 w 5158787"/>
              <a:gd name="connsiteY34170" fmla="*/ 968211 h 4489084"/>
              <a:gd name="connsiteX34171" fmla="*/ 946765 w 5158787"/>
              <a:gd name="connsiteY34171" fmla="*/ 968211 h 4489084"/>
              <a:gd name="connsiteX34172" fmla="*/ 945522 w 5158787"/>
              <a:gd name="connsiteY34172" fmla="*/ 967501 h 4489084"/>
              <a:gd name="connsiteX34173" fmla="*/ 935513 w 5158787"/>
              <a:gd name="connsiteY34173" fmla="*/ 950207 h 4489084"/>
              <a:gd name="connsiteX34174" fmla="*/ 935513 w 5158787"/>
              <a:gd name="connsiteY34174" fmla="*/ 948785 h 4489084"/>
              <a:gd name="connsiteX34175" fmla="*/ 945522 w 5158787"/>
              <a:gd name="connsiteY34175" fmla="*/ 931492 h 4489084"/>
              <a:gd name="connsiteX34176" fmla="*/ 946765 w 5158787"/>
              <a:gd name="connsiteY34176" fmla="*/ 930781 h 4489084"/>
              <a:gd name="connsiteX34177" fmla="*/ 608590 w 5158787"/>
              <a:gd name="connsiteY34177" fmla="*/ 930781 h 4489084"/>
              <a:gd name="connsiteX34178" fmla="*/ 628549 w 5158787"/>
              <a:gd name="connsiteY34178" fmla="*/ 930781 h 4489084"/>
              <a:gd name="connsiteX34179" fmla="*/ 629793 w 5158787"/>
              <a:gd name="connsiteY34179" fmla="*/ 931492 h 4489084"/>
              <a:gd name="connsiteX34180" fmla="*/ 639802 w 5158787"/>
              <a:gd name="connsiteY34180" fmla="*/ 948785 h 4489084"/>
              <a:gd name="connsiteX34181" fmla="*/ 639802 w 5158787"/>
              <a:gd name="connsiteY34181" fmla="*/ 950207 h 4489084"/>
              <a:gd name="connsiteX34182" fmla="*/ 629793 w 5158787"/>
              <a:gd name="connsiteY34182" fmla="*/ 967501 h 4489084"/>
              <a:gd name="connsiteX34183" fmla="*/ 628549 w 5158787"/>
              <a:gd name="connsiteY34183" fmla="*/ 968211 h 4489084"/>
              <a:gd name="connsiteX34184" fmla="*/ 608590 w 5158787"/>
              <a:gd name="connsiteY34184" fmla="*/ 968211 h 4489084"/>
              <a:gd name="connsiteX34185" fmla="*/ 607347 w 5158787"/>
              <a:gd name="connsiteY34185" fmla="*/ 967501 h 4489084"/>
              <a:gd name="connsiteX34186" fmla="*/ 597338 w 5158787"/>
              <a:gd name="connsiteY34186" fmla="*/ 950207 h 4489084"/>
              <a:gd name="connsiteX34187" fmla="*/ 597338 w 5158787"/>
              <a:gd name="connsiteY34187" fmla="*/ 948785 h 4489084"/>
              <a:gd name="connsiteX34188" fmla="*/ 607347 w 5158787"/>
              <a:gd name="connsiteY34188" fmla="*/ 931492 h 4489084"/>
              <a:gd name="connsiteX34189" fmla="*/ 608590 w 5158787"/>
              <a:gd name="connsiteY34189" fmla="*/ 930781 h 4489084"/>
              <a:gd name="connsiteX34190" fmla="*/ 2704803 w 5158787"/>
              <a:gd name="connsiteY34190" fmla="*/ 930130 h 4489084"/>
              <a:gd name="connsiteX34191" fmla="*/ 2725472 w 5158787"/>
              <a:gd name="connsiteY34191" fmla="*/ 930130 h 4489084"/>
              <a:gd name="connsiteX34192" fmla="*/ 2726716 w 5158787"/>
              <a:gd name="connsiteY34192" fmla="*/ 930841 h 4489084"/>
              <a:gd name="connsiteX34193" fmla="*/ 2737021 w 5158787"/>
              <a:gd name="connsiteY34193" fmla="*/ 948727 h 4489084"/>
              <a:gd name="connsiteX34194" fmla="*/ 2737021 w 5158787"/>
              <a:gd name="connsiteY34194" fmla="*/ 950207 h 4489084"/>
              <a:gd name="connsiteX34195" fmla="*/ 2726716 w 5158787"/>
              <a:gd name="connsiteY34195" fmla="*/ 968093 h 4489084"/>
              <a:gd name="connsiteX34196" fmla="*/ 2725472 w 5158787"/>
              <a:gd name="connsiteY34196" fmla="*/ 968804 h 4489084"/>
              <a:gd name="connsiteX34197" fmla="*/ 2704803 w 5158787"/>
              <a:gd name="connsiteY34197" fmla="*/ 968804 h 4489084"/>
              <a:gd name="connsiteX34198" fmla="*/ 2703559 w 5158787"/>
              <a:gd name="connsiteY34198" fmla="*/ 968093 h 4489084"/>
              <a:gd name="connsiteX34199" fmla="*/ 2693254 w 5158787"/>
              <a:gd name="connsiteY34199" fmla="*/ 950207 h 4489084"/>
              <a:gd name="connsiteX34200" fmla="*/ 2693254 w 5158787"/>
              <a:gd name="connsiteY34200" fmla="*/ 948727 h 4489084"/>
              <a:gd name="connsiteX34201" fmla="*/ 2703559 w 5158787"/>
              <a:gd name="connsiteY34201" fmla="*/ 930841 h 4489084"/>
              <a:gd name="connsiteX34202" fmla="*/ 2704803 w 5158787"/>
              <a:gd name="connsiteY34202" fmla="*/ 930130 h 4489084"/>
              <a:gd name="connsiteX34203" fmla="*/ 3989454 w 5158787"/>
              <a:gd name="connsiteY34203" fmla="*/ 929537 h 4489084"/>
              <a:gd name="connsiteX34204" fmla="*/ 4010776 w 5158787"/>
              <a:gd name="connsiteY34204" fmla="*/ 929537 h 4489084"/>
              <a:gd name="connsiteX34205" fmla="*/ 4012079 w 5158787"/>
              <a:gd name="connsiteY34205" fmla="*/ 930307 h 4489084"/>
              <a:gd name="connsiteX34206" fmla="*/ 4022739 w 5158787"/>
              <a:gd name="connsiteY34206" fmla="*/ 948785 h 4489084"/>
              <a:gd name="connsiteX34207" fmla="*/ 4022739 w 5158787"/>
              <a:gd name="connsiteY34207" fmla="*/ 950266 h 4489084"/>
              <a:gd name="connsiteX34208" fmla="*/ 4012079 w 5158787"/>
              <a:gd name="connsiteY34208" fmla="*/ 968744 h 4489084"/>
              <a:gd name="connsiteX34209" fmla="*/ 4010776 w 5158787"/>
              <a:gd name="connsiteY34209" fmla="*/ 969514 h 4489084"/>
              <a:gd name="connsiteX34210" fmla="*/ 3989454 w 5158787"/>
              <a:gd name="connsiteY34210" fmla="*/ 969514 h 4489084"/>
              <a:gd name="connsiteX34211" fmla="*/ 3988151 w 5158787"/>
              <a:gd name="connsiteY34211" fmla="*/ 968744 h 4489084"/>
              <a:gd name="connsiteX34212" fmla="*/ 3977491 w 5158787"/>
              <a:gd name="connsiteY34212" fmla="*/ 950266 h 4489084"/>
              <a:gd name="connsiteX34213" fmla="*/ 3977491 w 5158787"/>
              <a:gd name="connsiteY34213" fmla="*/ 948785 h 4489084"/>
              <a:gd name="connsiteX34214" fmla="*/ 3988151 w 5158787"/>
              <a:gd name="connsiteY34214" fmla="*/ 930307 h 4489084"/>
              <a:gd name="connsiteX34215" fmla="*/ 3989454 w 5158787"/>
              <a:gd name="connsiteY34215" fmla="*/ 929537 h 4489084"/>
              <a:gd name="connsiteX34216" fmla="*/ 2839658 w 5158787"/>
              <a:gd name="connsiteY34216" fmla="*/ 929300 h 4489084"/>
              <a:gd name="connsiteX34217" fmla="*/ 2861157 w 5158787"/>
              <a:gd name="connsiteY34217" fmla="*/ 929300 h 4489084"/>
              <a:gd name="connsiteX34218" fmla="*/ 2862460 w 5158787"/>
              <a:gd name="connsiteY34218" fmla="*/ 930070 h 4489084"/>
              <a:gd name="connsiteX34219" fmla="*/ 2873239 w 5158787"/>
              <a:gd name="connsiteY34219" fmla="*/ 948726 h 4489084"/>
              <a:gd name="connsiteX34220" fmla="*/ 2873239 w 5158787"/>
              <a:gd name="connsiteY34220" fmla="*/ 950266 h 4489084"/>
              <a:gd name="connsiteX34221" fmla="*/ 2862460 w 5158787"/>
              <a:gd name="connsiteY34221" fmla="*/ 968922 h 4489084"/>
              <a:gd name="connsiteX34222" fmla="*/ 2861157 w 5158787"/>
              <a:gd name="connsiteY34222" fmla="*/ 969692 h 4489084"/>
              <a:gd name="connsiteX34223" fmla="*/ 2839658 w 5158787"/>
              <a:gd name="connsiteY34223" fmla="*/ 969692 h 4489084"/>
              <a:gd name="connsiteX34224" fmla="*/ 2838355 w 5158787"/>
              <a:gd name="connsiteY34224" fmla="*/ 968922 h 4489084"/>
              <a:gd name="connsiteX34225" fmla="*/ 2827576 w 5158787"/>
              <a:gd name="connsiteY34225" fmla="*/ 950266 h 4489084"/>
              <a:gd name="connsiteX34226" fmla="*/ 2827576 w 5158787"/>
              <a:gd name="connsiteY34226" fmla="*/ 948726 h 4489084"/>
              <a:gd name="connsiteX34227" fmla="*/ 2838355 w 5158787"/>
              <a:gd name="connsiteY34227" fmla="*/ 930070 h 4489084"/>
              <a:gd name="connsiteX34228" fmla="*/ 2839658 w 5158787"/>
              <a:gd name="connsiteY34228" fmla="*/ 929300 h 4489084"/>
              <a:gd name="connsiteX34229" fmla="*/ 4597814 w 5158787"/>
              <a:gd name="connsiteY34229" fmla="*/ 928886 h 4489084"/>
              <a:gd name="connsiteX34230" fmla="*/ 4619787 w 5158787"/>
              <a:gd name="connsiteY34230" fmla="*/ 928886 h 4489084"/>
              <a:gd name="connsiteX34231" fmla="*/ 4621149 w 5158787"/>
              <a:gd name="connsiteY34231" fmla="*/ 929656 h 4489084"/>
              <a:gd name="connsiteX34232" fmla="*/ 4632105 w 5158787"/>
              <a:gd name="connsiteY34232" fmla="*/ 948667 h 4489084"/>
              <a:gd name="connsiteX34233" fmla="*/ 4632105 w 5158787"/>
              <a:gd name="connsiteY34233" fmla="*/ 950207 h 4489084"/>
              <a:gd name="connsiteX34234" fmla="*/ 4621089 w 5158787"/>
              <a:gd name="connsiteY34234" fmla="*/ 969218 h 4489084"/>
              <a:gd name="connsiteX34235" fmla="*/ 4619727 w 5158787"/>
              <a:gd name="connsiteY34235" fmla="*/ 969988 h 4489084"/>
              <a:gd name="connsiteX34236" fmla="*/ 4597755 w 5158787"/>
              <a:gd name="connsiteY34236" fmla="*/ 969988 h 4489084"/>
              <a:gd name="connsiteX34237" fmla="*/ 4596393 w 5158787"/>
              <a:gd name="connsiteY34237" fmla="*/ 969218 h 4489084"/>
              <a:gd name="connsiteX34238" fmla="*/ 4585436 w 5158787"/>
              <a:gd name="connsiteY34238" fmla="*/ 950207 h 4489084"/>
              <a:gd name="connsiteX34239" fmla="*/ 4585436 w 5158787"/>
              <a:gd name="connsiteY34239" fmla="*/ 948667 h 4489084"/>
              <a:gd name="connsiteX34240" fmla="*/ 4596452 w 5158787"/>
              <a:gd name="connsiteY34240" fmla="*/ 929656 h 4489084"/>
              <a:gd name="connsiteX34241" fmla="*/ 4597814 w 5158787"/>
              <a:gd name="connsiteY34241" fmla="*/ 928886 h 4489084"/>
              <a:gd name="connsiteX34242" fmla="*/ 4530179 w 5158787"/>
              <a:gd name="connsiteY34242" fmla="*/ 928886 h 4489084"/>
              <a:gd name="connsiteX34243" fmla="*/ 4552151 w 5158787"/>
              <a:gd name="connsiteY34243" fmla="*/ 928886 h 4489084"/>
              <a:gd name="connsiteX34244" fmla="*/ 4553513 w 5158787"/>
              <a:gd name="connsiteY34244" fmla="*/ 929656 h 4489084"/>
              <a:gd name="connsiteX34245" fmla="*/ 4564471 w 5158787"/>
              <a:gd name="connsiteY34245" fmla="*/ 948667 h 4489084"/>
              <a:gd name="connsiteX34246" fmla="*/ 4564471 w 5158787"/>
              <a:gd name="connsiteY34246" fmla="*/ 950207 h 4489084"/>
              <a:gd name="connsiteX34247" fmla="*/ 4553455 w 5158787"/>
              <a:gd name="connsiteY34247" fmla="*/ 969218 h 4489084"/>
              <a:gd name="connsiteX34248" fmla="*/ 4552092 w 5158787"/>
              <a:gd name="connsiteY34248" fmla="*/ 969988 h 4489084"/>
              <a:gd name="connsiteX34249" fmla="*/ 4530120 w 5158787"/>
              <a:gd name="connsiteY34249" fmla="*/ 969988 h 4489084"/>
              <a:gd name="connsiteX34250" fmla="*/ 4528758 w 5158787"/>
              <a:gd name="connsiteY34250" fmla="*/ 969218 h 4489084"/>
              <a:gd name="connsiteX34251" fmla="*/ 4517801 w 5158787"/>
              <a:gd name="connsiteY34251" fmla="*/ 950207 h 4489084"/>
              <a:gd name="connsiteX34252" fmla="*/ 4517801 w 5158787"/>
              <a:gd name="connsiteY34252" fmla="*/ 948667 h 4489084"/>
              <a:gd name="connsiteX34253" fmla="*/ 4528817 w 5158787"/>
              <a:gd name="connsiteY34253" fmla="*/ 929656 h 4489084"/>
              <a:gd name="connsiteX34254" fmla="*/ 4530179 w 5158787"/>
              <a:gd name="connsiteY34254" fmla="*/ 928886 h 4489084"/>
              <a:gd name="connsiteX34255" fmla="*/ 4664857 w 5158787"/>
              <a:gd name="connsiteY34255" fmla="*/ 927879 h 4489084"/>
              <a:gd name="connsiteX34256" fmla="*/ 4687955 w 5158787"/>
              <a:gd name="connsiteY34256" fmla="*/ 927879 h 4489084"/>
              <a:gd name="connsiteX34257" fmla="*/ 4689377 w 5158787"/>
              <a:gd name="connsiteY34257" fmla="*/ 928708 h 4489084"/>
              <a:gd name="connsiteX34258" fmla="*/ 4700925 w 5158787"/>
              <a:gd name="connsiteY34258" fmla="*/ 948667 h 4489084"/>
              <a:gd name="connsiteX34259" fmla="*/ 4700925 w 5158787"/>
              <a:gd name="connsiteY34259" fmla="*/ 950325 h 4489084"/>
              <a:gd name="connsiteX34260" fmla="*/ 4689377 w 5158787"/>
              <a:gd name="connsiteY34260" fmla="*/ 970284 h 4489084"/>
              <a:gd name="connsiteX34261" fmla="*/ 4687955 w 5158787"/>
              <a:gd name="connsiteY34261" fmla="*/ 971113 h 4489084"/>
              <a:gd name="connsiteX34262" fmla="*/ 4664857 w 5158787"/>
              <a:gd name="connsiteY34262" fmla="*/ 971113 h 4489084"/>
              <a:gd name="connsiteX34263" fmla="*/ 4663436 w 5158787"/>
              <a:gd name="connsiteY34263" fmla="*/ 970284 h 4489084"/>
              <a:gd name="connsiteX34264" fmla="*/ 4651887 w 5158787"/>
              <a:gd name="connsiteY34264" fmla="*/ 950325 h 4489084"/>
              <a:gd name="connsiteX34265" fmla="*/ 4651887 w 5158787"/>
              <a:gd name="connsiteY34265" fmla="*/ 948667 h 4489084"/>
              <a:gd name="connsiteX34266" fmla="*/ 4663436 w 5158787"/>
              <a:gd name="connsiteY34266" fmla="*/ 928708 h 4489084"/>
              <a:gd name="connsiteX34267" fmla="*/ 4664857 w 5158787"/>
              <a:gd name="connsiteY34267" fmla="*/ 927879 h 4489084"/>
              <a:gd name="connsiteX34268" fmla="*/ 4732374 w 5158787"/>
              <a:gd name="connsiteY34268" fmla="*/ 927583 h 4489084"/>
              <a:gd name="connsiteX34269" fmla="*/ 4755768 w 5158787"/>
              <a:gd name="connsiteY34269" fmla="*/ 927583 h 4489084"/>
              <a:gd name="connsiteX34270" fmla="*/ 4757189 w 5158787"/>
              <a:gd name="connsiteY34270" fmla="*/ 928412 h 4489084"/>
              <a:gd name="connsiteX34271" fmla="*/ 4768857 w 5158787"/>
              <a:gd name="connsiteY34271" fmla="*/ 948667 h 4489084"/>
              <a:gd name="connsiteX34272" fmla="*/ 4768857 w 5158787"/>
              <a:gd name="connsiteY34272" fmla="*/ 950325 h 4489084"/>
              <a:gd name="connsiteX34273" fmla="*/ 4757130 w 5158787"/>
              <a:gd name="connsiteY34273" fmla="*/ 970580 h 4489084"/>
              <a:gd name="connsiteX34274" fmla="*/ 4755708 w 5158787"/>
              <a:gd name="connsiteY34274" fmla="*/ 971410 h 4489084"/>
              <a:gd name="connsiteX34275" fmla="*/ 4732315 w 5158787"/>
              <a:gd name="connsiteY34275" fmla="*/ 971410 h 4489084"/>
              <a:gd name="connsiteX34276" fmla="*/ 4730893 w 5158787"/>
              <a:gd name="connsiteY34276" fmla="*/ 970580 h 4489084"/>
              <a:gd name="connsiteX34277" fmla="*/ 4719226 w 5158787"/>
              <a:gd name="connsiteY34277" fmla="*/ 950325 h 4489084"/>
              <a:gd name="connsiteX34278" fmla="*/ 4719226 w 5158787"/>
              <a:gd name="connsiteY34278" fmla="*/ 948667 h 4489084"/>
              <a:gd name="connsiteX34279" fmla="*/ 4730953 w 5158787"/>
              <a:gd name="connsiteY34279" fmla="*/ 928412 h 4489084"/>
              <a:gd name="connsiteX34280" fmla="*/ 4732374 w 5158787"/>
              <a:gd name="connsiteY34280" fmla="*/ 927583 h 4489084"/>
              <a:gd name="connsiteX34281" fmla="*/ 2770839 w 5158787"/>
              <a:gd name="connsiteY34281" fmla="*/ 927050 h 4489084"/>
              <a:gd name="connsiteX34282" fmla="*/ 2794766 w 5158787"/>
              <a:gd name="connsiteY34282" fmla="*/ 927050 h 4489084"/>
              <a:gd name="connsiteX34283" fmla="*/ 2796247 w 5158787"/>
              <a:gd name="connsiteY34283" fmla="*/ 927879 h 4489084"/>
              <a:gd name="connsiteX34284" fmla="*/ 2808210 w 5158787"/>
              <a:gd name="connsiteY34284" fmla="*/ 948608 h 4489084"/>
              <a:gd name="connsiteX34285" fmla="*/ 2808210 w 5158787"/>
              <a:gd name="connsiteY34285" fmla="*/ 950326 h 4489084"/>
              <a:gd name="connsiteX34286" fmla="*/ 2796247 w 5158787"/>
              <a:gd name="connsiteY34286" fmla="*/ 971054 h 4489084"/>
              <a:gd name="connsiteX34287" fmla="*/ 2794766 w 5158787"/>
              <a:gd name="connsiteY34287" fmla="*/ 971883 h 4489084"/>
              <a:gd name="connsiteX34288" fmla="*/ 2770839 w 5158787"/>
              <a:gd name="connsiteY34288" fmla="*/ 971883 h 4489084"/>
              <a:gd name="connsiteX34289" fmla="*/ 2769359 w 5158787"/>
              <a:gd name="connsiteY34289" fmla="*/ 971054 h 4489084"/>
              <a:gd name="connsiteX34290" fmla="*/ 2757395 w 5158787"/>
              <a:gd name="connsiteY34290" fmla="*/ 950326 h 4489084"/>
              <a:gd name="connsiteX34291" fmla="*/ 2757395 w 5158787"/>
              <a:gd name="connsiteY34291" fmla="*/ 948608 h 4489084"/>
              <a:gd name="connsiteX34292" fmla="*/ 2769359 w 5158787"/>
              <a:gd name="connsiteY34292" fmla="*/ 927879 h 4489084"/>
              <a:gd name="connsiteX34293" fmla="*/ 2770839 w 5158787"/>
              <a:gd name="connsiteY34293" fmla="*/ 927050 h 4489084"/>
              <a:gd name="connsiteX34294" fmla="*/ 4934923 w 5158787"/>
              <a:gd name="connsiteY34294" fmla="*/ 926931 h 4489084"/>
              <a:gd name="connsiteX34295" fmla="*/ 4958969 w 5158787"/>
              <a:gd name="connsiteY34295" fmla="*/ 926931 h 4489084"/>
              <a:gd name="connsiteX34296" fmla="*/ 4960450 w 5158787"/>
              <a:gd name="connsiteY34296" fmla="*/ 927760 h 4489084"/>
              <a:gd name="connsiteX34297" fmla="*/ 4972472 w 5158787"/>
              <a:gd name="connsiteY34297" fmla="*/ 948607 h 4489084"/>
              <a:gd name="connsiteX34298" fmla="*/ 4972472 w 5158787"/>
              <a:gd name="connsiteY34298" fmla="*/ 950325 h 4489084"/>
              <a:gd name="connsiteX34299" fmla="*/ 4960450 w 5158787"/>
              <a:gd name="connsiteY34299" fmla="*/ 971172 h 4489084"/>
              <a:gd name="connsiteX34300" fmla="*/ 4958969 w 5158787"/>
              <a:gd name="connsiteY34300" fmla="*/ 972001 h 4489084"/>
              <a:gd name="connsiteX34301" fmla="*/ 4934923 w 5158787"/>
              <a:gd name="connsiteY34301" fmla="*/ 972001 h 4489084"/>
              <a:gd name="connsiteX34302" fmla="*/ 4933443 w 5158787"/>
              <a:gd name="connsiteY34302" fmla="*/ 971172 h 4489084"/>
              <a:gd name="connsiteX34303" fmla="*/ 4921420 w 5158787"/>
              <a:gd name="connsiteY34303" fmla="*/ 950325 h 4489084"/>
              <a:gd name="connsiteX34304" fmla="*/ 4921420 w 5158787"/>
              <a:gd name="connsiteY34304" fmla="*/ 948607 h 4489084"/>
              <a:gd name="connsiteX34305" fmla="*/ 4933443 w 5158787"/>
              <a:gd name="connsiteY34305" fmla="*/ 927760 h 4489084"/>
              <a:gd name="connsiteX34306" fmla="*/ 4934923 w 5158787"/>
              <a:gd name="connsiteY34306" fmla="*/ 926931 h 4489084"/>
              <a:gd name="connsiteX34307" fmla="*/ 4866756 w 5158787"/>
              <a:gd name="connsiteY34307" fmla="*/ 925925 h 4489084"/>
              <a:gd name="connsiteX34308" fmla="*/ 4891926 w 5158787"/>
              <a:gd name="connsiteY34308" fmla="*/ 925925 h 4489084"/>
              <a:gd name="connsiteX34309" fmla="*/ 4893466 w 5158787"/>
              <a:gd name="connsiteY34309" fmla="*/ 926813 h 4489084"/>
              <a:gd name="connsiteX34310" fmla="*/ 4906022 w 5158787"/>
              <a:gd name="connsiteY34310" fmla="*/ 948608 h 4489084"/>
              <a:gd name="connsiteX34311" fmla="*/ 4906022 w 5158787"/>
              <a:gd name="connsiteY34311" fmla="*/ 950385 h 4489084"/>
              <a:gd name="connsiteX34312" fmla="*/ 4893407 w 5158787"/>
              <a:gd name="connsiteY34312" fmla="*/ 972180 h 4489084"/>
              <a:gd name="connsiteX34313" fmla="*/ 4891867 w 5158787"/>
              <a:gd name="connsiteY34313" fmla="*/ 973068 h 4489084"/>
              <a:gd name="connsiteX34314" fmla="*/ 4866696 w 5158787"/>
              <a:gd name="connsiteY34314" fmla="*/ 973068 h 4489084"/>
              <a:gd name="connsiteX34315" fmla="*/ 4865156 w 5158787"/>
              <a:gd name="connsiteY34315" fmla="*/ 972180 h 4489084"/>
              <a:gd name="connsiteX34316" fmla="*/ 4852601 w 5158787"/>
              <a:gd name="connsiteY34316" fmla="*/ 950385 h 4489084"/>
              <a:gd name="connsiteX34317" fmla="*/ 4852601 w 5158787"/>
              <a:gd name="connsiteY34317" fmla="*/ 948608 h 4489084"/>
              <a:gd name="connsiteX34318" fmla="*/ 4865216 w 5158787"/>
              <a:gd name="connsiteY34318" fmla="*/ 926813 h 4489084"/>
              <a:gd name="connsiteX34319" fmla="*/ 4866756 w 5158787"/>
              <a:gd name="connsiteY34319" fmla="*/ 925925 h 4489084"/>
              <a:gd name="connsiteX34320" fmla="*/ 4799120 w 5158787"/>
              <a:gd name="connsiteY34320" fmla="*/ 925925 h 4489084"/>
              <a:gd name="connsiteX34321" fmla="*/ 4824291 w 5158787"/>
              <a:gd name="connsiteY34321" fmla="*/ 925925 h 4489084"/>
              <a:gd name="connsiteX34322" fmla="*/ 4825831 w 5158787"/>
              <a:gd name="connsiteY34322" fmla="*/ 926813 h 4489084"/>
              <a:gd name="connsiteX34323" fmla="*/ 4838386 w 5158787"/>
              <a:gd name="connsiteY34323" fmla="*/ 948608 h 4489084"/>
              <a:gd name="connsiteX34324" fmla="*/ 4838386 w 5158787"/>
              <a:gd name="connsiteY34324" fmla="*/ 950385 h 4489084"/>
              <a:gd name="connsiteX34325" fmla="*/ 4825771 w 5158787"/>
              <a:gd name="connsiteY34325" fmla="*/ 972180 h 4489084"/>
              <a:gd name="connsiteX34326" fmla="*/ 4824232 w 5158787"/>
              <a:gd name="connsiteY34326" fmla="*/ 973068 h 4489084"/>
              <a:gd name="connsiteX34327" fmla="*/ 4799061 w 5158787"/>
              <a:gd name="connsiteY34327" fmla="*/ 973068 h 4489084"/>
              <a:gd name="connsiteX34328" fmla="*/ 4797521 w 5158787"/>
              <a:gd name="connsiteY34328" fmla="*/ 972180 h 4489084"/>
              <a:gd name="connsiteX34329" fmla="*/ 4784965 w 5158787"/>
              <a:gd name="connsiteY34329" fmla="*/ 950385 h 4489084"/>
              <a:gd name="connsiteX34330" fmla="*/ 4784965 w 5158787"/>
              <a:gd name="connsiteY34330" fmla="*/ 948608 h 4489084"/>
              <a:gd name="connsiteX34331" fmla="*/ 4797580 w 5158787"/>
              <a:gd name="connsiteY34331" fmla="*/ 926813 h 4489084"/>
              <a:gd name="connsiteX34332" fmla="*/ 4799120 w 5158787"/>
              <a:gd name="connsiteY34332" fmla="*/ 925925 h 4489084"/>
              <a:gd name="connsiteX34333" fmla="*/ 4332130 w 5158787"/>
              <a:gd name="connsiteY34333" fmla="*/ 879374 h 4489084"/>
              <a:gd name="connsiteX34334" fmla="*/ 4344390 w 5158787"/>
              <a:gd name="connsiteY34334" fmla="*/ 879374 h 4489084"/>
              <a:gd name="connsiteX34335" fmla="*/ 4345160 w 5158787"/>
              <a:gd name="connsiteY34335" fmla="*/ 879789 h 4489084"/>
              <a:gd name="connsiteX34336" fmla="*/ 4351260 w 5158787"/>
              <a:gd name="connsiteY34336" fmla="*/ 890390 h 4489084"/>
              <a:gd name="connsiteX34337" fmla="*/ 4351260 w 5158787"/>
              <a:gd name="connsiteY34337" fmla="*/ 891278 h 4489084"/>
              <a:gd name="connsiteX34338" fmla="*/ 4345101 w 5158787"/>
              <a:gd name="connsiteY34338" fmla="*/ 901879 h 4489084"/>
              <a:gd name="connsiteX34339" fmla="*/ 4344331 w 5158787"/>
              <a:gd name="connsiteY34339" fmla="*/ 902294 h 4489084"/>
              <a:gd name="connsiteX34340" fmla="*/ 4332071 w 5158787"/>
              <a:gd name="connsiteY34340" fmla="*/ 902294 h 4489084"/>
              <a:gd name="connsiteX34341" fmla="*/ 4331301 w 5158787"/>
              <a:gd name="connsiteY34341" fmla="*/ 901879 h 4489084"/>
              <a:gd name="connsiteX34342" fmla="*/ 4325201 w 5158787"/>
              <a:gd name="connsiteY34342" fmla="*/ 891278 h 4489084"/>
              <a:gd name="connsiteX34343" fmla="*/ 4325201 w 5158787"/>
              <a:gd name="connsiteY34343" fmla="*/ 890390 h 4489084"/>
              <a:gd name="connsiteX34344" fmla="*/ 4331361 w 5158787"/>
              <a:gd name="connsiteY34344" fmla="*/ 879789 h 4489084"/>
              <a:gd name="connsiteX34345" fmla="*/ 4332130 w 5158787"/>
              <a:gd name="connsiteY34345" fmla="*/ 879374 h 4489084"/>
              <a:gd name="connsiteX34346" fmla="*/ 3655721 w 5158787"/>
              <a:gd name="connsiteY34346" fmla="*/ 879196 h 4489084"/>
              <a:gd name="connsiteX34347" fmla="*/ 3668218 w 5158787"/>
              <a:gd name="connsiteY34347" fmla="*/ 879196 h 4489084"/>
              <a:gd name="connsiteX34348" fmla="*/ 3668988 w 5158787"/>
              <a:gd name="connsiteY34348" fmla="*/ 879611 h 4489084"/>
              <a:gd name="connsiteX34349" fmla="*/ 3675206 w 5158787"/>
              <a:gd name="connsiteY34349" fmla="*/ 890390 h 4489084"/>
              <a:gd name="connsiteX34350" fmla="*/ 3675206 w 5158787"/>
              <a:gd name="connsiteY34350" fmla="*/ 891278 h 4489084"/>
              <a:gd name="connsiteX34351" fmla="*/ 3668988 w 5158787"/>
              <a:gd name="connsiteY34351" fmla="*/ 902057 h 4489084"/>
              <a:gd name="connsiteX34352" fmla="*/ 3668218 w 5158787"/>
              <a:gd name="connsiteY34352" fmla="*/ 902471 h 4489084"/>
              <a:gd name="connsiteX34353" fmla="*/ 3655721 w 5158787"/>
              <a:gd name="connsiteY34353" fmla="*/ 902471 h 4489084"/>
              <a:gd name="connsiteX34354" fmla="*/ 3654951 w 5158787"/>
              <a:gd name="connsiteY34354" fmla="*/ 902057 h 4489084"/>
              <a:gd name="connsiteX34355" fmla="*/ 3648733 w 5158787"/>
              <a:gd name="connsiteY34355" fmla="*/ 891278 h 4489084"/>
              <a:gd name="connsiteX34356" fmla="*/ 3648733 w 5158787"/>
              <a:gd name="connsiteY34356" fmla="*/ 890390 h 4489084"/>
              <a:gd name="connsiteX34357" fmla="*/ 3654951 w 5158787"/>
              <a:gd name="connsiteY34357" fmla="*/ 879611 h 4489084"/>
              <a:gd name="connsiteX34358" fmla="*/ 3655721 w 5158787"/>
              <a:gd name="connsiteY34358" fmla="*/ 879196 h 4489084"/>
              <a:gd name="connsiteX34359" fmla="*/ 4264258 w 5158787"/>
              <a:gd name="connsiteY34359" fmla="*/ 878900 h 4489084"/>
              <a:gd name="connsiteX34360" fmla="*/ 4277051 w 5158787"/>
              <a:gd name="connsiteY34360" fmla="*/ 878900 h 4489084"/>
              <a:gd name="connsiteX34361" fmla="*/ 4277821 w 5158787"/>
              <a:gd name="connsiteY34361" fmla="*/ 879374 h 4489084"/>
              <a:gd name="connsiteX34362" fmla="*/ 4284217 w 5158787"/>
              <a:gd name="connsiteY34362" fmla="*/ 890449 h 4489084"/>
              <a:gd name="connsiteX34363" fmla="*/ 4284217 w 5158787"/>
              <a:gd name="connsiteY34363" fmla="*/ 891337 h 4489084"/>
              <a:gd name="connsiteX34364" fmla="*/ 4277821 w 5158787"/>
              <a:gd name="connsiteY34364" fmla="*/ 902412 h 4489084"/>
              <a:gd name="connsiteX34365" fmla="*/ 4277051 w 5158787"/>
              <a:gd name="connsiteY34365" fmla="*/ 902886 h 4489084"/>
              <a:gd name="connsiteX34366" fmla="*/ 4264258 w 5158787"/>
              <a:gd name="connsiteY34366" fmla="*/ 902886 h 4489084"/>
              <a:gd name="connsiteX34367" fmla="*/ 4263488 w 5158787"/>
              <a:gd name="connsiteY34367" fmla="*/ 902412 h 4489084"/>
              <a:gd name="connsiteX34368" fmla="*/ 4257092 w 5158787"/>
              <a:gd name="connsiteY34368" fmla="*/ 891337 h 4489084"/>
              <a:gd name="connsiteX34369" fmla="*/ 4257092 w 5158787"/>
              <a:gd name="connsiteY34369" fmla="*/ 890449 h 4489084"/>
              <a:gd name="connsiteX34370" fmla="*/ 4263488 w 5158787"/>
              <a:gd name="connsiteY34370" fmla="*/ 879374 h 4489084"/>
              <a:gd name="connsiteX34371" fmla="*/ 4264258 w 5158787"/>
              <a:gd name="connsiteY34371" fmla="*/ 878900 h 4489084"/>
              <a:gd name="connsiteX34372" fmla="*/ 2573264 w 5158787"/>
              <a:gd name="connsiteY34372" fmla="*/ 878545 h 4489084"/>
              <a:gd name="connsiteX34373" fmla="*/ 2586412 w 5158787"/>
              <a:gd name="connsiteY34373" fmla="*/ 878545 h 4489084"/>
              <a:gd name="connsiteX34374" fmla="*/ 2587241 w 5158787"/>
              <a:gd name="connsiteY34374" fmla="*/ 879019 h 4489084"/>
              <a:gd name="connsiteX34375" fmla="*/ 2593815 w 5158787"/>
              <a:gd name="connsiteY34375" fmla="*/ 890390 h 4489084"/>
              <a:gd name="connsiteX34376" fmla="*/ 2593815 w 5158787"/>
              <a:gd name="connsiteY34376" fmla="*/ 891337 h 4489084"/>
              <a:gd name="connsiteX34377" fmla="*/ 2587241 w 5158787"/>
              <a:gd name="connsiteY34377" fmla="*/ 902709 h 4489084"/>
              <a:gd name="connsiteX34378" fmla="*/ 2586412 w 5158787"/>
              <a:gd name="connsiteY34378" fmla="*/ 903182 h 4489084"/>
              <a:gd name="connsiteX34379" fmla="*/ 2573264 w 5158787"/>
              <a:gd name="connsiteY34379" fmla="*/ 903182 h 4489084"/>
              <a:gd name="connsiteX34380" fmla="*/ 2572435 w 5158787"/>
              <a:gd name="connsiteY34380" fmla="*/ 902709 h 4489084"/>
              <a:gd name="connsiteX34381" fmla="*/ 2565861 w 5158787"/>
              <a:gd name="connsiteY34381" fmla="*/ 891337 h 4489084"/>
              <a:gd name="connsiteX34382" fmla="*/ 2565861 w 5158787"/>
              <a:gd name="connsiteY34382" fmla="*/ 890390 h 4489084"/>
              <a:gd name="connsiteX34383" fmla="*/ 2572435 w 5158787"/>
              <a:gd name="connsiteY34383" fmla="*/ 879019 h 4489084"/>
              <a:gd name="connsiteX34384" fmla="*/ 2573264 w 5158787"/>
              <a:gd name="connsiteY34384" fmla="*/ 878545 h 4489084"/>
              <a:gd name="connsiteX34385" fmla="*/ 4195912 w 5158787"/>
              <a:gd name="connsiteY34385" fmla="*/ 877656 h 4489084"/>
              <a:gd name="connsiteX34386" fmla="*/ 4210067 w 5158787"/>
              <a:gd name="connsiteY34386" fmla="*/ 877656 h 4489084"/>
              <a:gd name="connsiteX34387" fmla="*/ 4210956 w 5158787"/>
              <a:gd name="connsiteY34387" fmla="*/ 878130 h 4489084"/>
              <a:gd name="connsiteX34388" fmla="*/ 4218004 w 5158787"/>
              <a:gd name="connsiteY34388" fmla="*/ 890390 h 4489084"/>
              <a:gd name="connsiteX34389" fmla="*/ 4218004 w 5158787"/>
              <a:gd name="connsiteY34389" fmla="*/ 891396 h 4489084"/>
              <a:gd name="connsiteX34390" fmla="*/ 4210956 w 5158787"/>
              <a:gd name="connsiteY34390" fmla="*/ 903656 h 4489084"/>
              <a:gd name="connsiteX34391" fmla="*/ 4210067 w 5158787"/>
              <a:gd name="connsiteY34391" fmla="*/ 904130 h 4489084"/>
              <a:gd name="connsiteX34392" fmla="*/ 4195912 w 5158787"/>
              <a:gd name="connsiteY34392" fmla="*/ 904130 h 4489084"/>
              <a:gd name="connsiteX34393" fmla="*/ 4195025 w 5158787"/>
              <a:gd name="connsiteY34393" fmla="*/ 903656 h 4489084"/>
              <a:gd name="connsiteX34394" fmla="*/ 4187976 w 5158787"/>
              <a:gd name="connsiteY34394" fmla="*/ 891396 h 4489084"/>
              <a:gd name="connsiteX34395" fmla="*/ 4187976 w 5158787"/>
              <a:gd name="connsiteY34395" fmla="*/ 890390 h 4489084"/>
              <a:gd name="connsiteX34396" fmla="*/ 4195025 w 5158787"/>
              <a:gd name="connsiteY34396" fmla="*/ 878130 h 4489084"/>
              <a:gd name="connsiteX34397" fmla="*/ 4195912 w 5158787"/>
              <a:gd name="connsiteY34397" fmla="*/ 877656 h 4489084"/>
              <a:gd name="connsiteX34398" fmla="*/ 205326 w 5158787"/>
              <a:gd name="connsiteY34398" fmla="*/ 876886 h 4489084"/>
              <a:gd name="connsiteX34399" fmla="*/ 220251 w 5158787"/>
              <a:gd name="connsiteY34399" fmla="*/ 876886 h 4489084"/>
              <a:gd name="connsiteX34400" fmla="*/ 221139 w 5158787"/>
              <a:gd name="connsiteY34400" fmla="*/ 877419 h 4489084"/>
              <a:gd name="connsiteX34401" fmla="*/ 228601 w 5158787"/>
              <a:gd name="connsiteY34401" fmla="*/ 890330 h 4489084"/>
              <a:gd name="connsiteX34402" fmla="*/ 228601 w 5158787"/>
              <a:gd name="connsiteY34402" fmla="*/ 891396 h 4489084"/>
              <a:gd name="connsiteX34403" fmla="*/ 221139 w 5158787"/>
              <a:gd name="connsiteY34403" fmla="*/ 904307 h 4489084"/>
              <a:gd name="connsiteX34404" fmla="*/ 220251 w 5158787"/>
              <a:gd name="connsiteY34404" fmla="*/ 904840 h 4489084"/>
              <a:gd name="connsiteX34405" fmla="*/ 205326 w 5158787"/>
              <a:gd name="connsiteY34405" fmla="*/ 904840 h 4489084"/>
              <a:gd name="connsiteX34406" fmla="*/ 204438 w 5158787"/>
              <a:gd name="connsiteY34406" fmla="*/ 904307 h 4489084"/>
              <a:gd name="connsiteX34407" fmla="*/ 196975 w 5158787"/>
              <a:gd name="connsiteY34407" fmla="*/ 891396 h 4489084"/>
              <a:gd name="connsiteX34408" fmla="*/ 196975 w 5158787"/>
              <a:gd name="connsiteY34408" fmla="*/ 890330 h 4489084"/>
              <a:gd name="connsiteX34409" fmla="*/ 204438 w 5158787"/>
              <a:gd name="connsiteY34409" fmla="*/ 877419 h 4489084"/>
              <a:gd name="connsiteX34410" fmla="*/ 205326 w 5158787"/>
              <a:gd name="connsiteY34410" fmla="*/ 876886 h 4489084"/>
              <a:gd name="connsiteX34411" fmla="*/ 2640010 w 5158787"/>
              <a:gd name="connsiteY34411" fmla="*/ 876827 h 4489084"/>
              <a:gd name="connsiteX34412" fmla="*/ 2654994 w 5158787"/>
              <a:gd name="connsiteY34412" fmla="*/ 876827 h 4489084"/>
              <a:gd name="connsiteX34413" fmla="*/ 2655882 w 5158787"/>
              <a:gd name="connsiteY34413" fmla="*/ 877360 h 4489084"/>
              <a:gd name="connsiteX34414" fmla="*/ 2663404 w 5158787"/>
              <a:gd name="connsiteY34414" fmla="*/ 890390 h 4489084"/>
              <a:gd name="connsiteX34415" fmla="*/ 2663404 w 5158787"/>
              <a:gd name="connsiteY34415" fmla="*/ 891456 h 4489084"/>
              <a:gd name="connsiteX34416" fmla="*/ 2655882 w 5158787"/>
              <a:gd name="connsiteY34416" fmla="*/ 904485 h 4489084"/>
              <a:gd name="connsiteX34417" fmla="*/ 2654994 w 5158787"/>
              <a:gd name="connsiteY34417" fmla="*/ 905018 h 4489084"/>
              <a:gd name="connsiteX34418" fmla="*/ 2640010 w 5158787"/>
              <a:gd name="connsiteY34418" fmla="*/ 905018 h 4489084"/>
              <a:gd name="connsiteX34419" fmla="*/ 2639122 w 5158787"/>
              <a:gd name="connsiteY34419" fmla="*/ 904485 h 4489084"/>
              <a:gd name="connsiteX34420" fmla="*/ 2631600 w 5158787"/>
              <a:gd name="connsiteY34420" fmla="*/ 891456 h 4489084"/>
              <a:gd name="connsiteX34421" fmla="*/ 2631600 w 5158787"/>
              <a:gd name="connsiteY34421" fmla="*/ 890390 h 4489084"/>
              <a:gd name="connsiteX34422" fmla="*/ 2639122 w 5158787"/>
              <a:gd name="connsiteY34422" fmla="*/ 877360 h 4489084"/>
              <a:gd name="connsiteX34423" fmla="*/ 2640010 w 5158787"/>
              <a:gd name="connsiteY34423" fmla="*/ 876827 h 4489084"/>
              <a:gd name="connsiteX34424" fmla="*/ 4398226 w 5158787"/>
              <a:gd name="connsiteY34424" fmla="*/ 876472 h 4489084"/>
              <a:gd name="connsiteX34425" fmla="*/ 4413565 w 5158787"/>
              <a:gd name="connsiteY34425" fmla="*/ 876472 h 4489084"/>
              <a:gd name="connsiteX34426" fmla="*/ 4414513 w 5158787"/>
              <a:gd name="connsiteY34426" fmla="*/ 877005 h 4489084"/>
              <a:gd name="connsiteX34427" fmla="*/ 4422153 w 5158787"/>
              <a:gd name="connsiteY34427" fmla="*/ 890271 h 4489084"/>
              <a:gd name="connsiteX34428" fmla="*/ 4422153 w 5158787"/>
              <a:gd name="connsiteY34428" fmla="*/ 891337 h 4489084"/>
              <a:gd name="connsiteX34429" fmla="*/ 4414454 w 5158787"/>
              <a:gd name="connsiteY34429" fmla="*/ 904604 h 4489084"/>
              <a:gd name="connsiteX34430" fmla="*/ 4413507 w 5158787"/>
              <a:gd name="connsiteY34430" fmla="*/ 905137 h 4489084"/>
              <a:gd name="connsiteX34431" fmla="*/ 4398167 w 5158787"/>
              <a:gd name="connsiteY34431" fmla="*/ 905137 h 4489084"/>
              <a:gd name="connsiteX34432" fmla="*/ 4397220 w 5158787"/>
              <a:gd name="connsiteY34432" fmla="*/ 904604 h 4489084"/>
              <a:gd name="connsiteX34433" fmla="*/ 4389579 w 5158787"/>
              <a:gd name="connsiteY34433" fmla="*/ 891337 h 4489084"/>
              <a:gd name="connsiteX34434" fmla="*/ 4389579 w 5158787"/>
              <a:gd name="connsiteY34434" fmla="*/ 890271 h 4489084"/>
              <a:gd name="connsiteX34435" fmla="*/ 4397278 w 5158787"/>
              <a:gd name="connsiteY34435" fmla="*/ 877005 h 4489084"/>
              <a:gd name="connsiteX34436" fmla="*/ 4398226 w 5158787"/>
              <a:gd name="connsiteY34436" fmla="*/ 876472 h 4489084"/>
              <a:gd name="connsiteX34437" fmla="*/ 3857205 w 5158787"/>
              <a:gd name="connsiteY34437" fmla="*/ 876472 h 4489084"/>
              <a:gd name="connsiteX34438" fmla="*/ 3872544 w 5158787"/>
              <a:gd name="connsiteY34438" fmla="*/ 876472 h 4489084"/>
              <a:gd name="connsiteX34439" fmla="*/ 3873492 w 5158787"/>
              <a:gd name="connsiteY34439" fmla="*/ 877005 h 4489084"/>
              <a:gd name="connsiteX34440" fmla="*/ 3881132 w 5158787"/>
              <a:gd name="connsiteY34440" fmla="*/ 890271 h 4489084"/>
              <a:gd name="connsiteX34441" fmla="*/ 3881132 w 5158787"/>
              <a:gd name="connsiteY34441" fmla="*/ 891337 h 4489084"/>
              <a:gd name="connsiteX34442" fmla="*/ 3873433 w 5158787"/>
              <a:gd name="connsiteY34442" fmla="*/ 904604 h 4489084"/>
              <a:gd name="connsiteX34443" fmla="*/ 3872485 w 5158787"/>
              <a:gd name="connsiteY34443" fmla="*/ 905137 h 4489084"/>
              <a:gd name="connsiteX34444" fmla="*/ 3857146 w 5158787"/>
              <a:gd name="connsiteY34444" fmla="*/ 905137 h 4489084"/>
              <a:gd name="connsiteX34445" fmla="*/ 3856198 w 5158787"/>
              <a:gd name="connsiteY34445" fmla="*/ 904604 h 4489084"/>
              <a:gd name="connsiteX34446" fmla="*/ 3848558 w 5158787"/>
              <a:gd name="connsiteY34446" fmla="*/ 891337 h 4489084"/>
              <a:gd name="connsiteX34447" fmla="*/ 3848558 w 5158787"/>
              <a:gd name="connsiteY34447" fmla="*/ 890271 h 4489084"/>
              <a:gd name="connsiteX34448" fmla="*/ 3856257 w 5158787"/>
              <a:gd name="connsiteY34448" fmla="*/ 877005 h 4489084"/>
              <a:gd name="connsiteX34449" fmla="*/ 3857205 w 5158787"/>
              <a:gd name="connsiteY34449" fmla="*/ 876472 h 4489084"/>
              <a:gd name="connsiteX34450" fmla="*/ 3789510 w 5158787"/>
              <a:gd name="connsiteY34450" fmla="*/ 876412 h 4489084"/>
              <a:gd name="connsiteX34451" fmla="*/ 3804969 w 5158787"/>
              <a:gd name="connsiteY34451" fmla="*/ 876412 h 4489084"/>
              <a:gd name="connsiteX34452" fmla="*/ 3805916 w 5158787"/>
              <a:gd name="connsiteY34452" fmla="*/ 876945 h 4489084"/>
              <a:gd name="connsiteX34453" fmla="*/ 3813615 w 5158787"/>
              <a:gd name="connsiteY34453" fmla="*/ 890330 h 4489084"/>
              <a:gd name="connsiteX34454" fmla="*/ 3813615 w 5158787"/>
              <a:gd name="connsiteY34454" fmla="*/ 891396 h 4489084"/>
              <a:gd name="connsiteX34455" fmla="*/ 3805856 w 5158787"/>
              <a:gd name="connsiteY34455" fmla="*/ 904781 h 4489084"/>
              <a:gd name="connsiteX34456" fmla="*/ 3804909 w 5158787"/>
              <a:gd name="connsiteY34456" fmla="*/ 905314 h 4489084"/>
              <a:gd name="connsiteX34457" fmla="*/ 3789452 w 5158787"/>
              <a:gd name="connsiteY34457" fmla="*/ 905314 h 4489084"/>
              <a:gd name="connsiteX34458" fmla="*/ 3788504 w 5158787"/>
              <a:gd name="connsiteY34458" fmla="*/ 904781 h 4489084"/>
              <a:gd name="connsiteX34459" fmla="*/ 3780804 w 5158787"/>
              <a:gd name="connsiteY34459" fmla="*/ 891396 h 4489084"/>
              <a:gd name="connsiteX34460" fmla="*/ 3780804 w 5158787"/>
              <a:gd name="connsiteY34460" fmla="*/ 890330 h 4489084"/>
              <a:gd name="connsiteX34461" fmla="*/ 3788563 w 5158787"/>
              <a:gd name="connsiteY34461" fmla="*/ 876945 h 4489084"/>
              <a:gd name="connsiteX34462" fmla="*/ 3789510 w 5158787"/>
              <a:gd name="connsiteY34462" fmla="*/ 876412 h 4489084"/>
              <a:gd name="connsiteX34463" fmla="*/ 2436810 w 5158787"/>
              <a:gd name="connsiteY34463" fmla="*/ 876294 h 4489084"/>
              <a:gd name="connsiteX34464" fmla="*/ 2452386 w 5158787"/>
              <a:gd name="connsiteY34464" fmla="*/ 876294 h 4489084"/>
              <a:gd name="connsiteX34465" fmla="*/ 2453334 w 5158787"/>
              <a:gd name="connsiteY34465" fmla="*/ 876827 h 4489084"/>
              <a:gd name="connsiteX34466" fmla="*/ 2461092 w 5158787"/>
              <a:gd name="connsiteY34466" fmla="*/ 890330 h 4489084"/>
              <a:gd name="connsiteX34467" fmla="*/ 2461092 w 5158787"/>
              <a:gd name="connsiteY34467" fmla="*/ 891456 h 4489084"/>
              <a:gd name="connsiteX34468" fmla="*/ 2453274 w 5158787"/>
              <a:gd name="connsiteY34468" fmla="*/ 904959 h 4489084"/>
              <a:gd name="connsiteX34469" fmla="*/ 2452327 w 5158787"/>
              <a:gd name="connsiteY34469" fmla="*/ 905492 h 4489084"/>
              <a:gd name="connsiteX34470" fmla="*/ 2436750 w 5158787"/>
              <a:gd name="connsiteY34470" fmla="*/ 905492 h 4489084"/>
              <a:gd name="connsiteX34471" fmla="*/ 2435803 w 5158787"/>
              <a:gd name="connsiteY34471" fmla="*/ 904959 h 4489084"/>
              <a:gd name="connsiteX34472" fmla="*/ 2428044 w 5158787"/>
              <a:gd name="connsiteY34472" fmla="*/ 891456 h 4489084"/>
              <a:gd name="connsiteX34473" fmla="*/ 2428044 w 5158787"/>
              <a:gd name="connsiteY34473" fmla="*/ 890330 h 4489084"/>
              <a:gd name="connsiteX34474" fmla="*/ 2435862 w 5158787"/>
              <a:gd name="connsiteY34474" fmla="*/ 876827 h 4489084"/>
              <a:gd name="connsiteX34475" fmla="*/ 2436810 w 5158787"/>
              <a:gd name="connsiteY34475" fmla="*/ 876294 h 4489084"/>
              <a:gd name="connsiteX34476" fmla="*/ 2504386 w 5158787"/>
              <a:gd name="connsiteY34476" fmla="*/ 876175 h 4489084"/>
              <a:gd name="connsiteX34477" fmla="*/ 2520080 w 5158787"/>
              <a:gd name="connsiteY34477" fmla="*/ 876175 h 4489084"/>
              <a:gd name="connsiteX34478" fmla="*/ 2521028 w 5158787"/>
              <a:gd name="connsiteY34478" fmla="*/ 876708 h 4489084"/>
              <a:gd name="connsiteX34479" fmla="*/ 2528846 w 5158787"/>
              <a:gd name="connsiteY34479" fmla="*/ 890271 h 4489084"/>
              <a:gd name="connsiteX34480" fmla="*/ 2528846 w 5158787"/>
              <a:gd name="connsiteY34480" fmla="*/ 891396 h 4489084"/>
              <a:gd name="connsiteX34481" fmla="*/ 2521028 w 5158787"/>
              <a:gd name="connsiteY34481" fmla="*/ 904958 h 4489084"/>
              <a:gd name="connsiteX34482" fmla="*/ 2520080 w 5158787"/>
              <a:gd name="connsiteY34482" fmla="*/ 905491 h 4489084"/>
              <a:gd name="connsiteX34483" fmla="*/ 2504386 w 5158787"/>
              <a:gd name="connsiteY34483" fmla="*/ 905491 h 4489084"/>
              <a:gd name="connsiteX34484" fmla="*/ 2503438 w 5158787"/>
              <a:gd name="connsiteY34484" fmla="*/ 904958 h 4489084"/>
              <a:gd name="connsiteX34485" fmla="*/ 2495620 w 5158787"/>
              <a:gd name="connsiteY34485" fmla="*/ 891396 h 4489084"/>
              <a:gd name="connsiteX34486" fmla="*/ 2495620 w 5158787"/>
              <a:gd name="connsiteY34486" fmla="*/ 890271 h 4489084"/>
              <a:gd name="connsiteX34487" fmla="*/ 2503438 w 5158787"/>
              <a:gd name="connsiteY34487" fmla="*/ 876708 h 4489084"/>
              <a:gd name="connsiteX34488" fmla="*/ 2504386 w 5158787"/>
              <a:gd name="connsiteY34488" fmla="*/ 876175 h 4489084"/>
              <a:gd name="connsiteX34489" fmla="*/ 272488 w 5158787"/>
              <a:gd name="connsiteY34489" fmla="*/ 875998 h 4489084"/>
              <a:gd name="connsiteX34490" fmla="*/ 288360 w 5158787"/>
              <a:gd name="connsiteY34490" fmla="*/ 875998 h 4489084"/>
              <a:gd name="connsiteX34491" fmla="*/ 289308 w 5158787"/>
              <a:gd name="connsiteY34491" fmla="*/ 876531 h 4489084"/>
              <a:gd name="connsiteX34492" fmla="*/ 297244 w 5158787"/>
              <a:gd name="connsiteY34492" fmla="*/ 890331 h 4489084"/>
              <a:gd name="connsiteX34493" fmla="*/ 297244 w 5158787"/>
              <a:gd name="connsiteY34493" fmla="*/ 891456 h 4489084"/>
              <a:gd name="connsiteX34494" fmla="*/ 289308 w 5158787"/>
              <a:gd name="connsiteY34494" fmla="*/ 905255 h 4489084"/>
              <a:gd name="connsiteX34495" fmla="*/ 288360 w 5158787"/>
              <a:gd name="connsiteY34495" fmla="*/ 905788 h 4489084"/>
              <a:gd name="connsiteX34496" fmla="*/ 272488 w 5158787"/>
              <a:gd name="connsiteY34496" fmla="*/ 905788 h 4489084"/>
              <a:gd name="connsiteX34497" fmla="*/ 271540 w 5158787"/>
              <a:gd name="connsiteY34497" fmla="*/ 905255 h 4489084"/>
              <a:gd name="connsiteX34498" fmla="*/ 263604 w 5158787"/>
              <a:gd name="connsiteY34498" fmla="*/ 891456 h 4489084"/>
              <a:gd name="connsiteX34499" fmla="*/ 263604 w 5158787"/>
              <a:gd name="connsiteY34499" fmla="*/ 890331 h 4489084"/>
              <a:gd name="connsiteX34500" fmla="*/ 271540 w 5158787"/>
              <a:gd name="connsiteY34500" fmla="*/ 876531 h 4489084"/>
              <a:gd name="connsiteX34501" fmla="*/ 272488 w 5158787"/>
              <a:gd name="connsiteY34501" fmla="*/ 875998 h 4489084"/>
              <a:gd name="connsiteX34502" fmla="*/ 1016236 w 5158787"/>
              <a:gd name="connsiteY34502" fmla="*/ 875642 h 4489084"/>
              <a:gd name="connsiteX34503" fmla="*/ 1032464 w 5158787"/>
              <a:gd name="connsiteY34503" fmla="*/ 875642 h 4489084"/>
              <a:gd name="connsiteX34504" fmla="*/ 1033471 w 5158787"/>
              <a:gd name="connsiteY34504" fmla="*/ 876234 h 4489084"/>
              <a:gd name="connsiteX34505" fmla="*/ 1041585 w 5158787"/>
              <a:gd name="connsiteY34505" fmla="*/ 890271 h 4489084"/>
              <a:gd name="connsiteX34506" fmla="*/ 1041585 w 5158787"/>
              <a:gd name="connsiteY34506" fmla="*/ 891396 h 4489084"/>
              <a:gd name="connsiteX34507" fmla="*/ 1033471 w 5158787"/>
              <a:gd name="connsiteY34507" fmla="*/ 905432 h 4489084"/>
              <a:gd name="connsiteX34508" fmla="*/ 1032464 w 5158787"/>
              <a:gd name="connsiteY34508" fmla="*/ 906025 h 4489084"/>
              <a:gd name="connsiteX34509" fmla="*/ 1016236 w 5158787"/>
              <a:gd name="connsiteY34509" fmla="*/ 906025 h 4489084"/>
              <a:gd name="connsiteX34510" fmla="*/ 1015230 w 5158787"/>
              <a:gd name="connsiteY34510" fmla="*/ 905432 h 4489084"/>
              <a:gd name="connsiteX34511" fmla="*/ 1007116 w 5158787"/>
              <a:gd name="connsiteY34511" fmla="*/ 891396 h 4489084"/>
              <a:gd name="connsiteX34512" fmla="*/ 1007116 w 5158787"/>
              <a:gd name="connsiteY34512" fmla="*/ 890271 h 4489084"/>
              <a:gd name="connsiteX34513" fmla="*/ 1015230 w 5158787"/>
              <a:gd name="connsiteY34513" fmla="*/ 876234 h 4489084"/>
              <a:gd name="connsiteX34514" fmla="*/ 1016236 w 5158787"/>
              <a:gd name="connsiteY34514" fmla="*/ 875642 h 4489084"/>
              <a:gd name="connsiteX34515" fmla="*/ 1286658 w 5158787"/>
              <a:gd name="connsiteY34515" fmla="*/ 875465 h 4489084"/>
              <a:gd name="connsiteX34516" fmla="*/ 1303122 w 5158787"/>
              <a:gd name="connsiteY34516" fmla="*/ 875465 h 4489084"/>
              <a:gd name="connsiteX34517" fmla="*/ 1304129 w 5158787"/>
              <a:gd name="connsiteY34517" fmla="*/ 876057 h 4489084"/>
              <a:gd name="connsiteX34518" fmla="*/ 1312362 w 5158787"/>
              <a:gd name="connsiteY34518" fmla="*/ 890331 h 4489084"/>
              <a:gd name="connsiteX34519" fmla="*/ 1312362 w 5158787"/>
              <a:gd name="connsiteY34519" fmla="*/ 891515 h 4489084"/>
              <a:gd name="connsiteX34520" fmla="*/ 1304129 w 5158787"/>
              <a:gd name="connsiteY34520" fmla="*/ 905788 h 4489084"/>
              <a:gd name="connsiteX34521" fmla="*/ 1303122 w 5158787"/>
              <a:gd name="connsiteY34521" fmla="*/ 906381 h 4489084"/>
              <a:gd name="connsiteX34522" fmla="*/ 1286658 w 5158787"/>
              <a:gd name="connsiteY34522" fmla="*/ 906381 h 4489084"/>
              <a:gd name="connsiteX34523" fmla="*/ 1285651 w 5158787"/>
              <a:gd name="connsiteY34523" fmla="*/ 905788 h 4489084"/>
              <a:gd name="connsiteX34524" fmla="*/ 1277419 w 5158787"/>
              <a:gd name="connsiteY34524" fmla="*/ 891515 h 4489084"/>
              <a:gd name="connsiteX34525" fmla="*/ 1277419 w 5158787"/>
              <a:gd name="connsiteY34525" fmla="*/ 890331 h 4489084"/>
              <a:gd name="connsiteX34526" fmla="*/ 1285651 w 5158787"/>
              <a:gd name="connsiteY34526" fmla="*/ 876057 h 4489084"/>
              <a:gd name="connsiteX34527" fmla="*/ 1286658 w 5158787"/>
              <a:gd name="connsiteY34527" fmla="*/ 875465 h 4489084"/>
              <a:gd name="connsiteX34528" fmla="*/ 339530 w 5158787"/>
              <a:gd name="connsiteY34528" fmla="*/ 874932 h 4489084"/>
              <a:gd name="connsiteX34529" fmla="*/ 356528 w 5158787"/>
              <a:gd name="connsiteY34529" fmla="*/ 874932 h 4489084"/>
              <a:gd name="connsiteX34530" fmla="*/ 357594 w 5158787"/>
              <a:gd name="connsiteY34530" fmla="*/ 875524 h 4489084"/>
              <a:gd name="connsiteX34531" fmla="*/ 366063 w 5158787"/>
              <a:gd name="connsiteY34531" fmla="*/ 890271 h 4489084"/>
              <a:gd name="connsiteX34532" fmla="*/ 366063 w 5158787"/>
              <a:gd name="connsiteY34532" fmla="*/ 891456 h 4489084"/>
              <a:gd name="connsiteX34533" fmla="*/ 357535 w 5158787"/>
              <a:gd name="connsiteY34533" fmla="*/ 906203 h 4489084"/>
              <a:gd name="connsiteX34534" fmla="*/ 356468 w 5158787"/>
              <a:gd name="connsiteY34534" fmla="*/ 906795 h 4489084"/>
              <a:gd name="connsiteX34535" fmla="*/ 339471 w 5158787"/>
              <a:gd name="connsiteY34535" fmla="*/ 906795 h 4489084"/>
              <a:gd name="connsiteX34536" fmla="*/ 338405 w 5158787"/>
              <a:gd name="connsiteY34536" fmla="*/ 906203 h 4489084"/>
              <a:gd name="connsiteX34537" fmla="*/ 329936 w 5158787"/>
              <a:gd name="connsiteY34537" fmla="*/ 891456 h 4489084"/>
              <a:gd name="connsiteX34538" fmla="*/ 329936 w 5158787"/>
              <a:gd name="connsiteY34538" fmla="*/ 890271 h 4489084"/>
              <a:gd name="connsiteX34539" fmla="*/ 338464 w 5158787"/>
              <a:gd name="connsiteY34539" fmla="*/ 875524 h 4489084"/>
              <a:gd name="connsiteX34540" fmla="*/ 339530 w 5158787"/>
              <a:gd name="connsiteY34540" fmla="*/ 874932 h 4489084"/>
              <a:gd name="connsiteX34541" fmla="*/ 1083398 w 5158787"/>
              <a:gd name="connsiteY34541" fmla="*/ 874754 h 4489084"/>
              <a:gd name="connsiteX34542" fmla="*/ 1100632 w 5158787"/>
              <a:gd name="connsiteY34542" fmla="*/ 874754 h 4489084"/>
              <a:gd name="connsiteX34543" fmla="*/ 1101698 w 5158787"/>
              <a:gd name="connsiteY34543" fmla="*/ 875346 h 4489084"/>
              <a:gd name="connsiteX34544" fmla="*/ 1110286 w 5158787"/>
              <a:gd name="connsiteY34544" fmla="*/ 890271 h 4489084"/>
              <a:gd name="connsiteX34545" fmla="*/ 1110286 w 5158787"/>
              <a:gd name="connsiteY34545" fmla="*/ 891515 h 4489084"/>
              <a:gd name="connsiteX34546" fmla="*/ 1101639 w 5158787"/>
              <a:gd name="connsiteY34546" fmla="*/ 906439 h 4489084"/>
              <a:gd name="connsiteX34547" fmla="*/ 1100573 w 5158787"/>
              <a:gd name="connsiteY34547" fmla="*/ 907032 h 4489084"/>
              <a:gd name="connsiteX34548" fmla="*/ 1083339 w 5158787"/>
              <a:gd name="connsiteY34548" fmla="*/ 907032 h 4489084"/>
              <a:gd name="connsiteX34549" fmla="*/ 1082273 w 5158787"/>
              <a:gd name="connsiteY34549" fmla="*/ 906439 h 4489084"/>
              <a:gd name="connsiteX34550" fmla="*/ 1073685 w 5158787"/>
              <a:gd name="connsiteY34550" fmla="*/ 891515 h 4489084"/>
              <a:gd name="connsiteX34551" fmla="*/ 1073685 w 5158787"/>
              <a:gd name="connsiteY34551" fmla="*/ 890271 h 4489084"/>
              <a:gd name="connsiteX34552" fmla="*/ 1082331 w 5158787"/>
              <a:gd name="connsiteY34552" fmla="*/ 875346 h 4489084"/>
              <a:gd name="connsiteX34553" fmla="*/ 1083398 w 5158787"/>
              <a:gd name="connsiteY34553" fmla="*/ 874754 h 4489084"/>
              <a:gd name="connsiteX34554" fmla="*/ 2368285 w 5158787"/>
              <a:gd name="connsiteY34554" fmla="*/ 874636 h 4489084"/>
              <a:gd name="connsiteX34555" fmla="*/ 2385639 w 5158787"/>
              <a:gd name="connsiteY34555" fmla="*/ 874636 h 4489084"/>
              <a:gd name="connsiteX34556" fmla="*/ 2386705 w 5158787"/>
              <a:gd name="connsiteY34556" fmla="*/ 875228 h 4489084"/>
              <a:gd name="connsiteX34557" fmla="*/ 2395351 w 5158787"/>
              <a:gd name="connsiteY34557" fmla="*/ 890212 h 4489084"/>
              <a:gd name="connsiteX34558" fmla="*/ 2395351 w 5158787"/>
              <a:gd name="connsiteY34558" fmla="*/ 891456 h 4489084"/>
              <a:gd name="connsiteX34559" fmla="*/ 2386705 w 5158787"/>
              <a:gd name="connsiteY34559" fmla="*/ 906440 h 4489084"/>
              <a:gd name="connsiteX34560" fmla="*/ 2385639 w 5158787"/>
              <a:gd name="connsiteY34560" fmla="*/ 907032 h 4489084"/>
              <a:gd name="connsiteX34561" fmla="*/ 2368285 w 5158787"/>
              <a:gd name="connsiteY34561" fmla="*/ 907032 h 4489084"/>
              <a:gd name="connsiteX34562" fmla="*/ 2367219 w 5158787"/>
              <a:gd name="connsiteY34562" fmla="*/ 906440 h 4489084"/>
              <a:gd name="connsiteX34563" fmla="*/ 2358573 w 5158787"/>
              <a:gd name="connsiteY34563" fmla="*/ 891456 h 4489084"/>
              <a:gd name="connsiteX34564" fmla="*/ 2358573 w 5158787"/>
              <a:gd name="connsiteY34564" fmla="*/ 890212 h 4489084"/>
              <a:gd name="connsiteX34565" fmla="*/ 2367219 w 5158787"/>
              <a:gd name="connsiteY34565" fmla="*/ 875228 h 4489084"/>
              <a:gd name="connsiteX34566" fmla="*/ 2368285 w 5158787"/>
              <a:gd name="connsiteY34566" fmla="*/ 874636 h 4489084"/>
              <a:gd name="connsiteX34567" fmla="*/ 1218490 w 5158787"/>
              <a:gd name="connsiteY34567" fmla="*/ 874399 h 4489084"/>
              <a:gd name="connsiteX34568" fmla="*/ 1236021 w 5158787"/>
              <a:gd name="connsiteY34568" fmla="*/ 874399 h 4489084"/>
              <a:gd name="connsiteX34569" fmla="*/ 1237087 w 5158787"/>
              <a:gd name="connsiteY34569" fmla="*/ 874991 h 4489084"/>
              <a:gd name="connsiteX34570" fmla="*/ 1245852 w 5158787"/>
              <a:gd name="connsiteY34570" fmla="*/ 890212 h 4489084"/>
              <a:gd name="connsiteX34571" fmla="*/ 1245852 w 5158787"/>
              <a:gd name="connsiteY34571" fmla="*/ 891456 h 4489084"/>
              <a:gd name="connsiteX34572" fmla="*/ 1237087 w 5158787"/>
              <a:gd name="connsiteY34572" fmla="*/ 906677 h 4489084"/>
              <a:gd name="connsiteX34573" fmla="*/ 1236021 w 5158787"/>
              <a:gd name="connsiteY34573" fmla="*/ 907269 h 4489084"/>
              <a:gd name="connsiteX34574" fmla="*/ 1218490 w 5158787"/>
              <a:gd name="connsiteY34574" fmla="*/ 907269 h 4489084"/>
              <a:gd name="connsiteX34575" fmla="*/ 1217424 w 5158787"/>
              <a:gd name="connsiteY34575" fmla="*/ 906677 h 4489084"/>
              <a:gd name="connsiteX34576" fmla="*/ 1208659 w 5158787"/>
              <a:gd name="connsiteY34576" fmla="*/ 891456 h 4489084"/>
              <a:gd name="connsiteX34577" fmla="*/ 1208659 w 5158787"/>
              <a:gd name="connsiteY34577" fmla="*/ 890212 h 4489084"/>
              <a:gd name="connsiteX34578" fmla="*/ 1217424 w 5158787"/>
              <a:gd name="connsiteY34578" fmla="*/ 874991 h 4489084"/>
              <a:gd name="connsiteX34579" fmla="*/ 1218490 w 5158787"/>
              <a:gd name="connsiteY34579" fmla="*/ 874399 h 4489084"/>
              <a:gd name="connsiteX34580" fmla="*/ 406632 w 5158787"/>
              <a:gd name="connsiteY34580" fmla="*/ 873925 h 4489084"/>
              <a:gd name="connsiteX34581" fmla="*/ 424755 w 5158787"/>
              <a:gd name="connsiteY34581" fmla="*/ 873925 h 4489084"/>
              <a:gd name="connsiteX34582" fmla="*/ 425881 w 5158787"/>
              <a:gd name="connsiteY34582" fmla="*/ 874577 h 4489084"/>
              <a:gd name="connsiteX34583" fmla="*/ 434942 w 5158787"/>
              <a:gd name="connsiteY34583" fmla="*/ 890271 h 4489084"/>
              <a:gd name="connsiteX34584" fmla="*/ 434942 w 5158787"/>
              <a:gd name="connsiteY34584" fmla="*/ 891574 h 4489084"/>
              <a:gd name="connsiteX34585" fmla="*/ 425881 w 5158787"/>
              <a:gd name="connsiteY34585" fmla="*/ 907269 h 4489084"/>
              <a:gd name="connsiteX34586" fmla="*/ 424755 w 5158787"/>
              <a:gd name="connsiteY34586" fmla="*/ 907920 h 4489084"/>
              <a:gd name="connsiteX34587" fmla="*/ 406632 w 5158787"/>
              <a:gd name="connsiteY34587" fmla="*/ 907920 h 4489084"/>
              <a:gd name="connsiteX34588" fmla="*/ 405507 w 5158787"/>
              <a:gd name="connsiteY34588" fmla="*/ 907269 h 4489084"/>
              <a:gd name="connsiteX34589" fmla="*/ 396446 w 5158787"/>
              <a:gd name="connsiteY34589" fmla="*/ 891574 h 4489084"/>
              <a:gd name="connsiteX34590" fmla="*/ 396446 w 5158787"/>
              <a:gd name="connsiteY34590" fmla="*/ 890271 h 4489084"/>
              <a:gd name="connsiteX34591" fmla="*/ 405507 w 5158787"/>
              <a:gd name="connsiteY34591" fmla="*/ 874577 h 4489084"/>
              <a:gd name="connsiteX34592" fmla="*/ 406632 w 5158787"/>
              <a:gd name="connsiteY34592" fmla="*/ 873925 h 4489084"/>
              <a:gd name="connsiteX34593" fmla="*/ 677054 w 5158787"/>
              <a:gd name="connsiteY34593" fmla="*/ 873807 h 4489084"/>
              <a:gd name="connsiteX34594" fmla="*/ 695296 w 5158787"/>
              <a:gd name="connsiteY34594" fmla="*/ 873807 h 4489084"/>
              <a:gd name="connsiteX34595" fmla="*/ 696421 w 5158787"/>
              <a:gd name="connsiteY34595" fmla="*/ 874459 h 4489084"/>
              <a:gd name="connsiteX34596" fmla="*/ 705542 w 5158787"/>
              <a:gd name="connsiteY34596" fmla="*/ 890212 h 4489084"/>
              <a:gd name="connsiteX34597" fmla="*/ 705542 w 5158787"/>
              <a:gd name="connsiteY34597" fmla="*/ 891515 h 4489084"/>
              <a:gd name="connsiteX34598" fmla="*/ 696421 w 5158787"/>
              <a:gd name="connsiteY34598" fmla="*/ 907269 h 4489084"/>
              <a:gd name="connsiteX34599" fmla="*/ 695296 w 5158787"/>
              <a:gd name="connsiteY34599" fmla="*/ 907921 h 4489084"/>
              <a:gd name="connsiteX34600" fmla="*/ 677054 w 5158787"/>
              <a:gd name="connsiteY34600" fmla="*/ 907921 h 4489084"/>
              <a:gd name="connsiteX34601" fmla="*/ 675929 w 5158787"/>
              <a:gd name="connsiteY34601" fmla="*/ 907269 h 4489084"/>
              <a:gd name="connsiteX34602" fmla="*/ 666809 w 5158787"/>
              <a:gd name="connsiteY34602" fmla="*/ 891515 h 4489084"/>
              <a:gd name="connsiteX34603" fmla="*/ 666809 w 5158787"/>
              <a:gd name="connsiteY34603" fmla="*/ 890212 h 4489084"/>
              <a:gd name="connsiteX34604" fmla="*/ 675929 w 5158787"/>
              <a:gd name="connsiteY34604" fmla="*/ 874459 h 4489084"/>
              <a:gd name="connsiteX34605" fmla="*/ 677054 w 5158787"/>
              <a:gd name="connsiteY34605" fmla="*/ 873807 h 4489084"/>
              <a:gd name="connsiteX34606" fmla="*/ 541725 w 5158787"/>
              <a:gd name="connsiteY34606" fmla="*/ 873570 h 4489084"/>
              <a:gd name="connsiteX34607" fmla="*/ 560144 w 5158787"/>
              <a:gd name="connsiteY34607" fmla="*/ 873570 h 4489084"/>
              <a:gd name="connsiteX34608" fmla="*/ 561269 w 5158787"/>
              <a:gd name="connsiteY34608" fmla="*/ 874222 h 4489084"/>
              <a:gd name="connsiteX34609" fmla="*/ 570508 w 5158787"/>
              <a:gd name="connsiteY34609" fmla="*/ 890212 h 4489084"/>
              <a:gd name="connsiteX34610" fmla="*/ 570508 w 5158787"/>
              <a:gd name="connsiteY34610" fmla="*/ 891515 h 4489084"/>
              <a:gd name="connsiteX34611" fmla="*/ 561269 w 5158787"/>
              <a:gd name="connsiteY34611" fmla="*/ 907506 h 4489084"/>
              <a:gd name="connsiteX34612" fmla="*/ 560144 w 5158787"/>
              <a:gd name="connsiteY34612" fmla="*/ 908158 h 4489084"/>
              <a:gd name="connsiteX34613" fmla="*/ 541725 w 5158787"/>
              <a:gd name="connsiteY34613" fmla="*/ 908158 h 4489084"/>
              <a:gd name="connsiteX34614" fmla="*/ 540600 w 5158787"/>
              <a:gd name="connsiteY34614" fmla="*/ 907506 h 4489084"/>
              <a:gd name="connsiteX34615" fmla="*/ 531361 w 5158787"/>
              <a:gd name="connsiteY34615" fmla="*/ 891515 h 4489084"/>
              <a:gd name="connsiteX34616" fmla="*/ 531361 w 5158787"/>
              <a:gd name="connsiteY34616" fmla="*/ 890212 h 4489084"/>
              <a:gd name="connsiteX34617" fmla="*/ 540600 w 5158787"/>
              <a:gd name="connsiteY34617" fmla="*/ 874222 h 4489084"/>
              <a:gd name="connsiteX34618" fmla="*/ 541725 w 5158787"/>
              <a:gd name="connsiteY34618" fmla="*/ 873570 h 4489084"/>
              <a:gd name="connsiteX34619" fmla="*/ 3923241 w 5158787"/>
              <a:gd name="connsiteY34619" fmla="*/ 873510 h 4489084"/>
              <a:gd name="connsiteX34620" fmla="*/ 3941778 w 5158787"/>
              <a:gd name="connsiteY34620" fmla="*/ 873510 h 4489084"/>
              <a:gd name="connsiteX34621" fmla="*/ 3942903 w 5158787"/>
              <a:gd name="connsiteY34621" fmla="*/ 874161 h 4489084"/>
              <a:gd name="connsiteX34622" fmla="*/ 3952142 w 5158787"/>
              <a:gd name="connsiteY34622" fmla="*/ 890211 h 4489084"/>
              <a:gd name="connsiteX34623" fmla="*/ 3952142 w 5158787"/>
              <a:gd name="connsiteY34623" fmla="*/ 891514 h 4489084"/>
              <a:gd name="connsiteX34624" fmla="*/ 3942844 w 5158787"/>
              <a:gd name="connsiteY34624" fmla="*/ 907564 h 4489084"/>
              <a:gd name="connsiteX34625" fmla="*/ 3941719 w 5158787"/>
              <a:gd name="connsiteY34625" fmla="*/ 908216 h 4489084"/>
              <a:gd name="connsiteX34626" fmla="*/ 3923181 w 5158787"/>
              <a:gd name="connsiteY34626" fmla="*/ 908216 h 4489084"/>
              <a:gd name="connsiteX34627" fmla="*/ 3922056 w 5158787"/>
              <a:gd name="connsiteY34627" fmla="*/ 907564 h 4489084"/>
              <a:gd name="connsiteX34628" fmla="*/ 3912817 w 5158787"/>
              <a:gd name="connsiteY34628" fmla="*/ 891514 h 4489084"/>
              <a:gd name="connsiteX34629" fmla="*/ 3912817 w 5158787"/>
              <a:gd name="connsiteY34629" fmla="*/ 890211 h 4489084"/>
              <a:gd name="connsiteX34630" fmla="*/ 3922115 w 5158787"/>
              <a:gd name="connsiteY34630" fmla="*/ 874161 h 4489084"/>
              <a:gd name="connsiteX34631" fmla="*/ 3923241 w 5158787"/>
              <a:gd name="connsiteY34631" fmla="*/ 873510 h 4489084"/>
              <a:gd name="connsiteX34632" fmla="*/ 473972 w 5158787"/>
              <a:gd name="connsiteY34632" fmla="*/ 873392 h 4489084"/>
              <a:gd name="connsiteX34633" fmla="*/ 492628 w 5158787"/>
              <a:gd name="connsiteY34633" fmla="*/ 873392 h 4489084"/>
              <a:gd name="connsiteX34634" fmla="*/ 493753 w 5158787"/>
              <a:gd name="connsiteY34634" fmla="*/ 874044 h 4489084"/>
              <a:gd name="connsiteX34635" fmla="*/ 503051 w 5158787"/>
              <a:gd name="connsiteY34635" fmla="*/ 890212 h 4489084"/>
              <a:gd name="connsiteX34636" fmla="*/ 503051 w 5158787"/>
              <a:gd name="connsiteY34636" fmla="*/ 891515 h 4489084"/>
              <a:gd name="connsiteX34637" fmla="*/ 493694 w 5158787"/>
              <a:gd name="connsiteY34637" fmla="*/ 907683 h 4489084"/>
              <a:gd name="connsiteX34638" fmla="*/ 492568 w 5158787"/>
              <a:gd name="connsiteY34638" fmla="*/ 908335 h 4489084"/>
              <a:gd name="connsiteX34639" fmla="*/ 473912 w 5158787"/>
              <a:gd name="connsiteY34639" fmla="*/ 908335 h 4489084"/>
              <a:gd name="connsiteX34640" fmla="*/ 472787 w 5158787"/>
              <a:gd name="connsiteY34640" fmla="*/ 907683 h 4489084"/>
              <a:gd name="connsiteX34641" fmla="*/ 463489 w 5158787"/>
              <a:gd name="connsiteY34641" fmla="*/ 891515 h 4489084"/>
              <a:gd name="connsiteX34642" fmla="*/ 463489 w 5158787"/>
              <a:gd name="connsiteY34642" fmla="*/ 890212 h 4489084"/>
              <a:gd name="connsiteX34643" fmla="*/ 472846 w 5158787"/>
              <a:gd name="connsiteY34643" fmla="*/ 874044 h 4489084"/>
              <a:gd name="connsiteX34644" fmla="*/ 473972 w 5158787"/>
              <a:gd name="connsiteY34644" fmla="*/ 873392 h 4489084"/>
              <a:gd name="connsiteX34645" fmla="*/ 3720217 w 5158787"/>
              <a:gd name="connsiteY34645" fmla="*/ 873274 h 4489084"/>
              <a:gd name="connsiteX34646" fmla="*/ 3738991 w 5158787"/>
              <a:gd name="connsiteY34646" fmla="*/ 873274 h 4489084"/>
              <a:gd name="connsiteX34647" fmla="*/ 3740116 w 5158787"/>
              <a:gd name="connsiteY34647" fmla="*/ 873925 h 4489084"/>
              <a:gd name="connsiteX34648" fmla="*/ 3749474 w 5158787"/>
              <a:gd name="connsiteY34648" fmla="*/ 890153 h 4489084"/>
              <a:gd name="connsiteX34649" fmla="*/ 3749474 w 5158787"/>
              <a:gd name="connsiteY34649" fmla="*/ 891456 h 4489084"/>
              <a:gd name="connsiteX34650" fmla="*/ 3740057 w 5158787"/>
              <a:gd name="connsiteY34650" fmla="*/ 907684 h 4489084"/>
              <a:gd name="connsiteX34651" fmla="*/ 3738932 w 5158787"/>
              <a:gd name="connsiteY34651" fmla="*/ 908335 h 4489084"/>
              <a:gd name="connsiteX34652" fmla="*/ 3720157 w 5158787"/>
              <a:gd name="connsiteY34652" fmla="*/ 908335 h 4489084"/>
              <a:gd name="connsiteX34653" fmla="*/ 3719032 w 5158787"/>
              <a:gd name="connsiteY34653" fmla="*/ 907684 h 4489084"/>
              <a:gd name="connsiteX34654" fmla="*/ 3709674 w 5158787"/>
              <a:gd name="connsiteY34654" fmla="*/ 891456 h 4489084"/>
              <a:gd name="connsiteX34655" fmla="*/ 3709674 w 5158787"/>
              <a:gd name="connsiteY34655" fmla="*/ 890153 h 4489084"/>
              <a:gd name="connsiteX34656" fmla="*/ 3719092 w 5158787"/>
              <a:gd name="connsiteY34656" fmla="*/ 873925 h 4489084"/>
              <a:gd name="connsiteX34657" fmla="*/ 3720217 w 5158787"/>
              <a:gd name="connsiteY34657" fmla="*/ 873274 h 4489084"/>
              <a:gd name="connsiteX34658" fmla="*/ 609123 w 5158787"/>
              <a:gd name="connsiteY34658" fmla="*/ 873155 h 4489084"/>
              <a:gd name="connsiteX34659" fmla="*/ 628016 w 5158787"/>
              <a:gd name="connsiteY34659" fmla="*/ 873155 h 4489084"/>
              <a:gd name="connsiteX34660" fmla="*/ 629141 w 5158787"/>
              <a:gd name="connsiteY34660" fmla="*/ 873806 h 4489084"/>
              <a:gd name="connsiteX34661" fmla="*/ 638558 w 5158787"/>
              <a:gd name="connsiteY34661" fmla="*/ 890153 h 4489084"/>
              <a:gd name="connsiteX34662" fmla="*/ 638558 w 5158787"/>
              <a:gd name="connsiteY34662" fmla="*/ 891515 h 4489084"/>
              <a:gd name="connsiteX34663" fmla="*/ 629141 w 5158787"/>
              <a:gd name="connsiteY34663" fmla="*/ 907861 h 4489084"/>
              <a:gd name="connsiteX34664" fmla="*/ 628016 w 5158787"/>
              <a:gd name="connsiteY34664" fmla="*/ 908512 h 4489084"/>
              <a:gd name="connsiteX34665" fmla="*/ 609123 w 5158787"/>
              <a:gd name="connsiteY34665" fmla="*/ 908512 h 4489084"/>
              <a:gd name="connsiteX34666" fmla="*/ 607998 w 5158787"/>
              <a:gd name="connsiteY34666" fmla="*/ 907861 h 4489084"/>
              <a:gd name="connsiteX34667" fmla="*/ 598581 w 5158787"/>
              <a:gd name="connsiteY34667" fmla="*/ 891515 h 4489084"/>
              <a:gd name="connsiteX34668" fmla="*/ 598581 w 5158787"/>
              <a:gd name="connsiteY34668" fmla="*/ 890153 h 4489084"/>
              <a:gd name="connsiteX34669" fmla="*/ 607998 w 5158787"/>
              <a:gd name="connsiteY34669" fmla="*/ 873806 h 4489084"/>
              <a:gd name="connsiteX34670" fmla="*/ 609123 w 5158787"/>
              <a:gd name="connsiteY34670" fmla="*/ 873155 h 4489084"/>
              <a:gd name="connsiteX34671" fmla="*/ 947239 w 5158787"/>
              <a:gd name="connsiteY34671" fmla="*/ 873096 h 4489084"/>
              <a:gd name="connsiteX34672" fmla="*/ 966250 w 5158787"/>
              <a:gd name="connsiteY34672" fmla="*/ 873096 h 4489084"/>
              <a:gd name="connsiteX34673" fmla="*/ 967435 w 5158787"/>
              <a:gd name="connsiteY34673" fmla="*/ 873747 h 4489084"/>
              <a:gd name="connsiteX34674" fmla="*/ 976911 w 5158787"/>
              <a:gd name="connsiteY34674" fmla="*/ 890212 h 4489084"/>
              <a:gd name="connsiteX34675" fmla="*/ 976911 w 5158787"/>
              <a:gd name="connsiteY34675" fmla="*/ 891574 h 4489084"/>
              <a:gd name="connsiteX34676" fmla="*/ 967435 w 5158787"/>
              <a:gd name="connsiteY34676" fmla="*/ 908039 h 4489084"/>
              <a:gd name="connsiteX34677" fmla="*/ 966250 w 5158787"/>
              <a:gd name="connsiteY34677" fmla="*/ 908690 h 4489084"/>
              <a:gd name="connsiteX34678" fmla="*/ 947239 w 5158787"/>
              <a:gd name="connsiteY34678" fmla="*/ 908690 h 4489084"/>
              <a:gd name="connsiteX34679" fmla="*/ 946055 w 5158787"/>
              <a:gd name="connsiteY34679" fmla="*/ 908039 h 4489084"/>
              <a:gd name="connsiteX34680" fmla="*/ 936579 w 5158787"/>
              <a:gd name="connsiteY34680" fmla="*/ 891574 h 4489084"/>
              <a:gd name="connsiteX34681" fmla="*/ 936579 w 5158787"/>
              <a:gd name="connsiteY34681" fmla="*/ 890212 h 4489084"/>
              <a:gd name="connsiteX34682" fmla="*/ 946055 w 5158787"/>
              <a:gd name="connsiteY34682" fmla="*/ 873747 h 4489084"/>
              <a:gd name="connsiteX34683" fmla="*/ 947239 w 5158787"/>
              <a:gd name="connsiteY34683" fmla="*/ 873096 h 4489084"/>
              <a:gd name="connsiteX34684" fmla="*/ 1150085 w 5158787"/>
              <a:gd name="connsiteY34684" fmla="*/ 872977 h 4489084"/>
              <a:gd name="connsiteX34685" fmla="*/ 1169156 w 5158787"/>
              <a:gd name="connsiteY34685" fmla="*/ 872977 h 4489084"/>
              <a:gd name="connsiteX34686" fmla="*/ 1170341 w 5158787"/>
              <a:gd name="connsiteY34686" fmla="*/ 873628 h 4489084"/>
              <a:gd name="connsiteX34687" fmla="*/ 1179876 w 5158787"/>
              <a:gd name="connsiteY34687" fmla="*/ 890152 h 4489084"/>
              <a:gd name="connsiteX34688" fmla="*/ 1179876 w 5158787"/>
              <a:gd name="connsiteY34688" fmla="*/ 891514 h 4489084"/>
              <a:gd name="connsiteX34689" fmla="*/ 1170341 w 5158787"/>
              <a:gd name="connsiteY34689" fmla="*/ 908038 h 4489084"/>
              <a:gd name="connsiteX34690" fmla="*/ 1169156 w 5158787"/>
              <a:gd name="connsiteY34690" fmla="*/ 908690 h 4489084"/>
              <a:gd name="connsiteX34691" fmla="*/ 1150085 w 5158787"/>
              <a:gd name="connsiteY34691" fmla="*/ 908690 h 4489084"/>
              <a:gd name="connsiteX34692" fmla="*/ 1148901 w 5158787"/>
              <a:gd name="connsiteY34692" fmla="*/ 908038 h 4489084"/>
              <a:gd name="connsiteX34693" fmla="*/ 1139366 w 5158787"/>
              <a:gd name="connsiteY34693" fmla="*/ 891514 h 4489084"/>
              <a:gd name="connsiteX34694" fmla="*/ 1139366 w 5158787"/>
              <a:gd name="connsiteY34694" fmla="*/ 890152 h 4489084"/>
              <a:gd name="connsiteX34695" fmla="*/ 1148901 w 5158787"/>
              <a:gd name="connsiteY34695" fmla="*/ 873628 h 4489084"/>
              <a:gd name="connsiteX34696" fmla="*/ 1150085 w 5158787"/>
              <a:gd name="connsiteY34696" fmla="*/ 872977 h 4489084"/>
              <a:gd name="connsiteX34697" fmla="*/ 2705573 w 5158787"/>
              <a:gd name="connsiteY34697" fmla="*/ 872859 h 4489084"/>
              <a:gd name="connsiteX34698" fmla="*/ 2724761 w 5158787"/>
              <a:gd name="connsiteY34698" fmla="*/ 872859 h 4489084"/>
              <a:gd name="connsiteX34699" fmla="*/ 2725946 w 5158787"/>
              <a:gd name="connsiteY34699" fmla="*/ 873511 h 4489084"/>
              <a:gd name="connsiteX34700" fmla="*/ 2735540 w 5158787"/>
              <a:gd name="connsiteY34700" fmla="*/ 890153 h 4489084"/>
              <a:gd name="connsiteX34701" fmla="*/ 2735540 w 5158787"/>
              <a:gd name="connsiteY34701" fmla="*/ 891515 h 4489084"/>
              <a:gd name="connsiteX34702" fmla="*/ 2725946 w 5158787"/>
              <a:gd name="connsiteY34702" fmla="*/ 908157 h 4489084"/>
              <a:gd name="connsiteX34703" fmla="*/ 2724761 w 5158787"/>
              <a:gd name="connsiteY34703" fmla="*/ 908809 h 4489084"/>
              <a:gd name="connsiteX34704" fmla="*/ 2705573 w 5158787"/>
              <a:gd name="connsiteY34704" fmla="*/ 908809 h 4489084"/>
              <a:gd name="connsiteX34705" fmla="*/ 2704388 w 5158787"/>
              <a:gd name="connsiteY34705" fmla="*/ 908157 h 4489084"/>
              <a:gd name="connsiteX34706" fmla="*/ 2694794 w 5158787"/>
              <a:gd name="connsiteY34706" fmla="*/ 891515 h 4489084"/>
              <a:gd name="connsiteX34707" fmla="*/ 2694794 w 5158787"/>
              <a:gd name="connsiteY34707" fmla="*/ 890153 h 4489084"/>
              <a:gd name="connsiteX34708" fmla="*/ 2704388 w 5158787"/>
              <a:gd name="connsiteY34708" fmla="*/ 873511 h 4489084"/>
              <a:gd name="connsiteX34709" fmla="*/ 2705573 w 5158787"/>
              <a:gd name="connsiteY34709" fmla="*/ 872859 h 4489084"/>
              <a:gd name="connsiteX34710" fmla="*/ 4058037 w 5158787"/>
              <a:gd name="connsiteY34710" fmla="*/ 872681 h 4489084"/>
              <a:gd name="connsiteX34711" fmla="*/ 4077463 w 5158787"/>
              <a:gd name="connsiteY34711" fmla="*/ 872681 h 4489084"/>
              <a:gd name="connsiteX34712" fmla="*/ 4078647 w 5158787"/>
              <a:gd name="connsiteY34712" fmla="*/ 873392 h 4489084"/>
              <a:gd name="connsiteX34713" fmla="*/ 4088360 w 5158787"/>
              <a:gd name="connsiteY34713" fmla="*/ 890212 h 4489084"/>
              <a:gd name="connsiteX34714" fmla="*/ 4088360 w 5158787"/>
              <a:gd name="connsiteY34714" fmla="*/ 891574 h 4489084"/>
              <a:gd name="connsiteX34715" fmla="*/ 4078647 w 5158787"/>
              <a:gd name="connsiteY34715" fmla="*/ 908394 h 4489084"/>
              <a:gd name="connsiteX34716" fmla="*/ 4077463 w 5158787"/>
              <a:gd name="connsiteY34716" fmla="*/ 909104 h 4489084"/>
              <a:gd name="connsiteX34717" fmla="*/ 4058037 w 5158787"/>
              <a:gd name="connsiteY34717" fmla="*/ 909104 h 4489084"/>
              <a:gd name="connsiteX34718" fmla="*/ 4056852 w 5158787"/>
              <a:gd name="connsiteY34718" fmla="*/ 908394 h 4489084"/>
              <a:gd name="connsiteX34719" fmla="*/ 4047139 w 5158787"/>
              <a:gd name="connsiteY34719" fmla="*/ 891574 h 4489084"/>
              <a:gd name="connsiteX34720" fmla="*/ 4047139 w 5158787"/>
              <a:gd name="connsiteY34720" fmla="*/ 890212 h 4489084"/>
              <a:gd name="connsiteX34721" fmla="*/ 4056852 w 5158787"/>
              <a:gd name="connsiteY34721" fmla="*/ 873392 h 4489084"/>
              <a:gd name="connsiteX34722" fmla="*/ 4058037 w 5158787"/>
              <a:gd name="connsiteY34722" fmla="*/ 872681 h 4489084"/>
              <a:gd name="connsiteX34723" fmla="*/ 4463670 w 5158787"/>
              <a:gd name="connsiteY34723" fmla="*/ 872444 h 4489084"/>
              <a:gd name="connsiteX34724" fmla="*/ 4483332 w 5158787"/>
              <a:gd name="connsiteY34724" fmla="*/ 872444 h 4489084"/>
              <a:gd name="connsiteX34725" fmla="*/ 4484517 w 5158787"/>
              <a:gd name="connsiteY34725" fmla="*/ 873155 h 4489084"/>
              <a:gd name="connsiteX34726" fmla="*/ 4494348 w 5158787"/>
              <a:gd name="connsiteY34726" fmla="*/ 890152 h 4489084"/>
              <a:gd name="connsiteX34727" fmla="*/ 4494348 w 5158787"/>
              <a:gd name="connsiteY34727" fmla="*/ 891514 h 4489084"/>
              <a:gd name="connsiteX34728" fmla="*/ 4484517 w 5158787"/>
              <a:gd name="connsiteY34728" fmla="*/ 908512 h 4489084"/>
              <a:gd name="connsiteX34729" fmla="*/ 4483332 w 5158787"/>
              <a:gd name="connsiteY34729" fmla="*/ 909223 h 4489084"/>
              <a:gd name="connsiteX34730" fmla="*/ 4463670 w 5158787"/>
              <a:gd name="connsiteY34730" fmla="*/ 909223 h 4489084"/>
              <a:gd name="connsiteX34731" fmla="*/ 4462485 w 5158787"/>
              <a:gd name="connsiteY34731" fmla="*/ 908512 h 4489084"/>
              <a:gd name="connsiteX34732" fmla="*/ 4452654 w 5158787"/>
              <a:gd name="connsiteY34732" fmla="*/ 891514 h 4489084"/>
              <a:gd name="connsiteX34733" fmla="*/ 4452654 w 5158787"/>
              <a:gd name="connsiteY34733" fmla="*/ 890152 h 4489084"/>
              <a:gd name="connsiteX34734" fmla="*/ 4462485 w 5158787"/>
              <a:gd name="connsiteY34734" fmla="*/ 873155 h 4489084"/>
              <a:gd name="connsiteX34735" fmla="*/ 4463670 w 5158787"/>
              <a:gd name="connsiteY34735" fmla="*/ 872444 h 4489084"/>
              <a:gd name="connsiteX34736" fmla="*/ 879248 w 5158787"/>
              <a:gd name="connsiteY34736" fmla="*/ 872444 h 4489084"/>
              <a:gd name="connsiteX34737" fmla="*/ 898911 w 5158787"/>
              <a:gd name="connsiteY34737" fmla="*/ 872444 h 4489084"/>
              <a:gd name="connsiteX34738" fmla="*/ 900096 w 5158787"/>
              <a:gd name="connsiteY34738" fmla="*/ 873155 h 4489084"/>
              <a:gd name="connsiteX34739" fmla="*/ 909927 w 5158787"/>
              <a:gd name="connsiteY34739" fmla="*/ 890152 h 4489084"/>
              <a:gd name="connsiteX34740" fmla="*/ 909927 w 5158787"/>
              <a:gd name="connsiteY34740" fmla="*/ 891514 h 4489084"/>
              <a:gd name="connsiteX34741" fmla="*/ 900096 w 5158787"/>
              <a:gd name="connsiteY34741" fmla="*/ 908512 h 4489084"/>
              <a:gd name="connsiteX34742" fmla="*/ 898911 w 5158787"/>
              <a:gd name="connsiteY34742" fmla="*/ 909223 h 4489084"/>
              <a:gd name="connsiteX34743" fmla="*/ 879248 w 5158787"/>
              <a:gd name="connsiteY34743" fmla="*/ 909223 h 4489084"/>
              <a:gd name="connsiteX34744" fmla="*/ 878064 w 5158787"/>
              <a:gd name="connsiteY34744" fmla="*/ 908512 h 4489084"/>
              <a:gd name="connsiteX34745" fmla="*/ 868233 w 5158787"/>
              <a:gd name="connsiteY34745" fmla="*/ 891514 h 4489084"/>
              <a:gd name="connsiteX34746" fmla="*/ 868233 w 5158787"/>
              <a:gd name="connsiteY34746" fmla="*/ 890152 h 4489084"/>
              <a:gd name="connsiteX34747" fmla="*/ 878064 w 5158787"/>
              <a:gd name="connsiteY34747" fmla="*/ 873155 h 4489084"/>
              <a:gd name="connsiteX34748" fmla="*/ 879248 w 5158787"/>
              <a:gd name="connsiteY34748" fmla="*/ 872444 h 4489084"/>
              <a:gd name="connsiteX34749" fmla="*/ 4530949 w 5158787"/>
              <a:gd name="connsiteY34749" fmla="*/ 871734 h 4489084"/>
              <a:gd name="connsiteX34750" fmla="*/ 4551382 w 5158787"/>
              <a:gd name="connsiteY34750" fmla="*/ 871734 h 4489084"/>
              <a:gd name="connsiteX34751" fmla="*/ 4552626 w 5158787"/>
              <a:gd name="connsiteY34751" fmla="*/ 872445 h 4489084"/>
              <a:gd name="connsiteX34752" fmla="*/ 4562812 w 5158787"/>
              <a:gd name="connsiteY34752" fmla="*/ 890153 h 4489084"/>
              <a:gd name="connsiteX34753" fmla="*/ 4562812 w 5158787"/>
              <a:gd name="connsiteY34753" fmla="*/ 891574 h 4489084"/>
              <a:gd name="connsiteX34754" fmla="*/ 4552567 w 5158787"/>
              <a:gd name="connsiteY34754" fmla="*/ 909283 h 4489084"/>
              <a:gd name="connsiteX34755" fmla="*/ 4551322 w 5158787"/>
              <a:gd name="connsiteY34755" fmla="*/ 909994 h 4489084"/>
              <a:gd name="connsiteX34756" fmla="*/ 4530890 w 5158787"/>
              <a:gd name="connsiteY34756" fmla="*/ 909994 h 4489084"/>
              <a:gd name="connsiteX34757" fmla="*/ 4529647 w 5158787"/>
              <a:gd name="connsiteY34757" fmla="*/ 909283 h 4489084"/>
              <a:gd name="connsiteX34758" fmla="*/ 4519459 w 5158787"/>
              <a:gd name="connsiteY34758" fmla="*/ 891574 h 4489084"/>
              <a:gd name="connsiteX34759" fmla="*/ 4519459 w 5158787"/>
              <a:gd name="connsiteY34759" fmla="*/ 890153 h 4489084"/>
              <a:gd name="connsiteX34760" fmla="*/ 4529706 w 5158787"/>
              <a:gd name="connsiteY34760" fmla="*/ 872445 h 4489084"/>
              <a:gd name="connsiteX34761" fmla="*/ 4530949 w 5158787"/>
              <a:gd name="connsiteY34761" fmla="*/ 871734 h 4489084"/>
              <a:gd name="connsiteX34762" fmla="*/ 4598110 w 5158787"/>
              <a:gd name="connsiteY34762" fmla="*/ 870905 h 4489084"/>
              <a:gd name="connsiteX34763" fmla="*/ 4619431 w 5158787"/>
              <a:gd name="connsiteY34763" fmla="*/ 870905 h 4489084"/>
              <a:gd name="connsiteX34764" fmla="*/ 4620735 w 5158787"/>
              <a:gd name="connsiteY34764" fmla="*/ 871675 h 4489084"/>
              <a:gd name="connsiteX34765" fmla="*/ 4631395 w 5158787"/>
              <a:gd name="connsiteY34765" fmla="*/ 890153 h 4489084"/>
              <a:gd name="connsiteX34766" fmla="*/ 4631395 w 5158787"/>
              <a:gd name="connsiteY34766" fmla="*/ 891634 h 4489084"/>
              <a:gd name="connsiteX34767" fmla="*/ 4620735 w 5158787"/>
              <a:gd name="connsiteY34767" fmla="*/ 910112 h 4489084"/>
              <a:gd name="connsiteX34768" fmla="*/ 4619431 w 5158787"/>
              <a:gd name="connsiteY34768" fmla="*/ 910882 h 4489084"/>
              <a:gd name="connsiteX34769" fmla="*/ 4598110 w 5158787"/>
              <a:gd name="connsiteY34769" fmla="*/ 910882 h 4489084"/>
              <a:gd name="connsiteX34770" fmla="*/ 4596808 w 5158787"/>
              <a:gd name="connsiteY34770" fmla="*/ 910112 h 4489084"/>
              <a:gd name="connsiteX34771" fmla="*/ 4586147 w 5158787"/>
              <a:gd name="connsiteY34771" fmla="*/ 891634 h 4489084"/>
              <a:gd name="connsiteX34772" fmla="*/ 4586147 w 5158787"/>
              <a:gd name="connsiteY34772" fmla="*/ 890153 h 4489084"/>
              <a:gd name="connsiteX34773" fmla="*/ 4596808 w 5158787"/>
              <a:gd name="connsiteY34773" fmla="*/ 871675 h 4489084"/>
              <a:gd name="connsiteX34774" fmla="*/ 4598110 w 5158787"/>
              <a:gd name="connsiteY34774" fmla="*/ 870905 h 4489084"/>
              <a:gd name="connsiteX34775" fmla="*/ 3989394 w 5158787"/>
              <a:gd name="connsiteY34775" fmla="*/ 870786 h 4489084"/>
              <a:gd name="connsiteX34776" fmla="*/ 4010834 w 5158787"/>
              <a:gd name="connsiteY34776" fmla="*/ 870786 h 4489084"/>
              <a:gd name="connsiteX34777" fmla="*/ 4012137 w 5158787"/>
              <a:gd name="connsiteY34777" fmla="*/ 871556 h 4489084"/>
              <a:gd name="connsiteX34778" fmla="*/ 4022857 w 5158787"/>
              <a:gd name="connsiteY34778" fmla="*/ 890093 h 4489084"/>
              <a:gd name="connsiteX34779" fmla="*/ 4022857 w 5158787"/>
              <a:gd name="connsiteY34779" fmla="*/ 891633 h 4489084"/>
              <a:gd name="connsiteX34780" fmla="*/ 4012137 w 5158787"/>
              <a:gd name="connsiteY34780" fmla="*/ 910171 h 4489084"/>
              <a:gd name="connsiteX34781" fmla="*/ 4010834 w 5158787"/>
              <a:gd name="connsiteY34781" fmla="*/ 910941 h 4489084"/>
              <a:gd name="connsiteX34782" fmla="*/ 3989394 w 5158787"/>
              <a:gd name="connsiteY34782" fmla="*/ 910941 h 4489084"/>
              <a:gd name="connsiteX34783" fmla="*/ 3988092 w 5158787"/>
              <a:gd name="connsiteY34783" fmla="*/ 910171 h 4489084"/>
              <a:gd name="connsiteX34784" fmla="*/ 3977372 w 5158787"/>
              <a:gd name="connsiteY34784" fmla="*/ 891633 h 4489084"/>
              <a:gd name="connsiteX34785" fmla="*/ 3977372 w 5158787"/>
              <a:gd name="connsiteY34785" fmla="*/ 890093 h 4489084"/>
              <a:gd name="connsiteX34786" fmla="*/ 3988092 w 5158787"/>
              <a:gd name="connsiteY34786" fmla="*/ 871556 h 4489084"/>
              <a:gd name="connsiteX34787" fmla="*/ 3989394 w 5158787"/>
              <a:gd name="connsiteY34787" fmla="*/ 870786 h 4489084"/>
              <a:gd name="connsiteX34788" fmla="*/ 810666 w 5158787"/>
              <a:gd name="connsiteY34788" fmla="*/ 870608 h 4489084"/>
              <a:gd name="connsiteX34789" fmla="*/ 832283 w 5158787"/>
              <a:gd name="connsiteY34789" fmla="*/ 870608 h 4489084"/>
              <a:gd name="connsiteX34790" fmla="*/ 833586 w 5158787"/>
              <a:gd name="connsiteY34790" fmla="*/ 871378 h 4489084"/>
              <a:gd name="connsiteX34791" fmla="*/ 844424 w 5158787"/>
              <a:gd name="connsiteY34791" fmla="*/ 890093 h 4489084"/>
              <a:gd name="connsiteX34792" fmla="*/ 844424 w 5158787"/>
              <a:gd name="connsiteY34792" fmla="*/ 891633 h 4489084"/>
              <a:gd name="connsiteX34793" fmla="*/ 833586 w 5158787"/>
              <a:gd name="connsiteY34793" fmla="*/ 910348 h 4489084"/>
              <a:gd name="connsiteX34794" fmla="*/ 832283 w 5158787"/>
              <a:gd name="connsiteY34794" fmla="*/ 911118 h 4489084"/>
              <a:gd name="connsiteX34795" fmla="*/ 810666 w 5158787"/>
              <a:gd name="connsiteY34795" fmla="*/ 911118 h 4489084"/>
              <a:gd name="connsiteX34796" fmla="*/ 809363 w 5158787"/>
              <a:gd name="connsiteY34796" fmla="*/ 910348 h 4489084"/>
              <a:gd name="connsiteX34797" fmla="*/ 798525 w 5158787"/>
              <a:gd name="connsiteY34797" fmla="*/ 891633 h 4489084"/>
              <a:gd name="connsiteX34798" fmla="*/ 798525 w 5158787"/>
              <a:gd name="connsiteY34798" fmla="*/ 890093 h 4489084"/>
              <a:gd name="connsiteX34799" fmla="*/ 809363 w 5158787"/>
              <a:gd name="connsiteY34799" fmla="*/ 871378 h 4489084"/>
              <a:gd name="connsiteX34800" fmla="*/ 810666 w 5158787"/>
              <a:gd name="connsiteY34800" fmla="*/ 870608 h 4489084"/>
              <a:gd name="connsiteX34801" fmla="*/ 4665390 w 5158787"/>
              <a:gd name="connsiteY34801" fmla="*/ 870194 h 4489084"/>
              <a:gd name="connsiteX34802" fmla="*/ 4687481 w 5158787"/>
              <a:gd name="connsiteY34802" fmla="*/ 870194 h 4489084"/>
              <a:gd name="connsiteX34803" fmla="*/ 4688844 w 5158787"/>
              <a:gd name="connsiteY34803" fmla="*/ 870964 h 4489084"/>
              <a:gd name="connsiteX34804" fmla="*/ 4699859 w 5158787"/>
              <a:gd name="connsiteY34804" fmla="*/ 890094 h 4489084"/>
              <a:gd name="connsiteX34805" fmla="*/ 4699859 w 5158787"/>
              <a:gd name="connsiteY34805" fmla="*/ 891633 h 4489084"/>
              <a:gd name="connsiteX34806" fmla="*/ 4688784 w 5158787"/>
              <a:gd name="connsiteY34806" fmla="*/ 910763 h 4489084"/>
              <a:gd name="connsiteX34807" fmla="*/ 4687422 w 5158787"/>
              <a:gd name="connsiteY34807" fmla="*/ 911533 h 4489084"/>
              <a:gd name="connsiteX34808" fmla="*/ 4665331 w 5158787"/>
              <a:gd name="connsiteY34808" fmla="*/ 911533 h 4489084"/>
              <a:gd name="connsiteX34809" fmla="*/ 4663969 w 5158787"/>
              <a:gd name="connsiteY34809" fmla="*/ 910763 h 4489084"/>
              <a:gd name="connsiteX34810" fmla="*/ 4652953 w 5158787"/>
              <a:gd name="connsiteY34810" fmla="*/ 891633 h 4489084"/>
              <a:gd name="connsiteX34811" fmla="*/ 4652953 w 5158787"/>
              <a:gd name="connsiteY34811" fmla="*/ 890094 h 4489084"/>
              <a:gd name="connsiteX34812" fmla="*/ 4664028 w 5158787"/>
              <a:gd name="connsiteY34812" fmla="*/ 870964 h 4489084"/>
              <a:gd name="connsiteX34813" fmla="*/ 4665390 w 5158787"/>
              <a:gd name="connsiteY34813" fmla="*/ 870194 h 4489084"/>
              <a:gd name="connsiteX34814" fmla="*/ 2771431 w 5158787"/>
              <a:gd name="connsiteY34814" fmla="*/ 869661 h 4489084"/>
              <a:gd name="connsiteX34815" fmla="*/ 2794055 w 5158787"/>
              <a:gd name="connsiteY34815" fmla="*/ 869661 h 4489084"/>
              <a:gd name="connsiteX34816" fmla="*/ 2795417 w 5158787"/>
              <a:gd name="connsiteY34816" fmla="*/ 870490 h 4489084"/>
              <a:gd name="connsiteX34817" fmla="*/ 2806729 w 5158787"/>
              <a:gd name="connsiteY34817" fmla="*/ 890094 h 4489084"/>
              <a:gd name="connsiteX34818" fmla="*/ 2806729 w 5158787"/>
              <a:gd name="connsiteY34818" fmla="*/ 891693 h 4489084"/>
              <a:gd name="connsiteX34819" fmla="*/ 2795417 w 5158787"/>
              <a:gd name="connsiteY34819" fmla="*/ 911296 h 4489084"/>
              <a:gd name="connsiteX34820" fmla="*/ 2794055 w 5158787"/>
              <a:gd name="connsiteY34820" fmla="*/ 912125 h 4489084"/>
              <a:gd name="connsiteX34821" fmla="*/ 2771431 w 5158787"/>
              <a:gd name="connsiteY34821" fmla="*/ 912125 h 4489084"/>
              <a:gd name="connsiteX34822" fmla="*/ 2770069 w 5158787"/>
              <a:gd name="connsiteY34822" fmla="*/ 911296 h 4489084"/>
              <a:gd name="connsiteX34823" fmla="*/ 2758757 w 5158787"/>
              <a:gd name="connsiteY34823" fmla="*/ 891693 h 4489084"/>
              <a:gd name="connsiteX34824" fmla="*/ 2758757 w 5158787"/>
              <a:gd name="connsiteY34824" fmla="*/ 890094 h 4489084"/>
              <a:gd name="connsiteX34825" fmla="*/ 2770069 w 5158787"/>
              <a:gd name="connsiteY34825" fmla="*/ 870490 h 4489084"/>
              <a:gd name="connsiteX34826" fmla="*/ 2771431 w 5158787"/>
              <a:gd name="connsiteY34826" fmla="*/ 869661 h 4489084"/>
              <a:gd name="connsiteX34827" fmla="*/ 2839007 w 5158787"/>
              <a:gd name="connsiteY34827" fmla="*/ 869542 h 4489084"/>
              <a:gd name="connsiteX34828" fmla="*/ 2861749 w 5158787"/>
              <a:gd name="connsiteY34828" fmla="*/ 869542 h 4489084"/>
              <a:gd name="connsiteX34829" fmla="*/ 2863111 w 5158787"/>
              <a:gd name="connsiteY34829" fmla="*/ 870371 h 4489084"/>
              <a:gd name="connsiteX34830" fmla="*/ 2874482 w 5158787"/>
              <a:gd name="connsiteY34830" fmla="*/ 890093 h 4489084"/>
              <a:gd name="connsiteX34831" fmla="*/ 2874482 w 5158787"/>
              <a:gd name="connsiteY34831" fmla="*/ 891692 h 4489084"/>
              <a:gd name="connsiteX34832" fmla="*/ 2863111 w 5158787"/>
              <a:gd name="connsiteY34832" fmla="*/ 911414 h 4489084"/>
              <a:gd name="connsiteX34833" fmla="*/ 2861749 w 5158787"/>
              <a:gd name="connsiteY34833" fmla="*/ 912243 h 4489084"/>
              <a:gd name="connsiteX34834" fmla="*/ 2839007 w 5158787"/>
              <a:gd name="connsiteY34834" fmla="*/ 912243 h 4489084"/>
              <a:gd name="connsiteX34835" fmla="*/ 2837644 w 5158787"/>
              <a:gd name="connsiteY34835" fmla="*/ 911414 h 4489084"/>
              <a:gd name="connsiteX34836" fmla="*/ 2826273 w 5158787"/>
              <a:gd name="connsiteY34836" fmla="*/ 891692 h 4489084"/>
              <a:gd name="connsiteX34837" fmla="*/ 2826273 w 5158787"/>
              <a:gd name="connsiteY34837" fmla="*/ 890093 h 4489084"/>
              <a:gd name="connsiteX34838" fmla="*/ 2837644 w 5158787"/>
              <a:gd name="connsiteY34838" fmla="*/ 870371 h 4489084"/>
              <a:gd name="connsiteX34839" fmla="*/ 2839007 w 5158787"/>
              <a:gd name="connsiteY34839" fmla="*/ 869542 h 4489084"/>
              <a:gd name="connsiteX34840" fmla="*/ 4935457 w 5158787"/>
              <a:gd name="connsiteY34840" fmla="*/ 869365 h 4489084"/>
              <a:gd name="connsiteX34841" fmla="*/ 4958435 w 5158787"/>
              <a:gd name="connsiteY34841" fmla="*/ 869365 h 4489084"/>
              <a:gd name="connsiteX34842" fmla="*/ 4959857 w 5158787"/>
              <a:gd name="connsiteY34842" fmla="*/ 870194 h 4489084"/>
              <a:gd name="connsiteX34843" fmla="*/ 4971347 w 5158787"/>
              <a:gd name="connsiteY34843" fmla="*/ 890094 h 4489084"/>
              <a:gd name="connsiteX34844" fmla="*/ 4971347 w 5158787"/>
              <a:gd name="connsiteY34844" fmla="*/ 891693 h 4489084"/>
              <a:gd name="connsiteX34845" fmla="*/ 4959857 w 5158787"/>
              <a:gd name="connsiteY34845" fmla="*/ 911593 h 4489084"/>
              <a:gd name="connsiteX34846" fmla="*/ 4958435 w 5158787"/>
              <a:gd name="connsiteY34846" fmla="*/ 912422 h 4489084"/>
              <a:gd name="connsiteX34847" fmla="*/ 4935457 w 5158787"/>
              <a:gd name="connsiteY34847" fmla="*/ 912422 h 4489084"/>
              <a:gd name="connsiteX34848" fmla="*/ 4934035 w 5158787"/>
              <a:gd name="connsiteY34848" fmla="*/ 911593 h 4489084"/>
              <a:gd name="connsiteX34849" fmla="*/ 4922545 w 5158787"/>
              <a:gd name="connsiteY34849" fmla="*/ 891693 h 4489084"/>
              <a:gd name="connsiteX34850" fmla="*/ 4922545 w 5158787"/>
              <a:gd name="connsiteY34850" fmla="*/ 890094 h 4489084"/>
              <a:gd name="connsiteX34851" fmla="*/ 4934035 w 5158787"/>
              <a:gd name="connsiteY34851" fmla="*/ 870194 h 4489084"/>
              <a:gd name="connsiteX34852" fmla="*/ 4935457 w 5158787"/>
              <a:gd name="connsiteY34852" fmla="*/ 869365 h 4489084"/>
              <a:gd name="connsiteX34853" fmla="*/ 4732256 w 5158787"/>
              <a:gd name="connsiteY34853" fmla="*/ 868713 h 4489084"/>
              <a:gd name="connsiteX34854" fmla="*/ 4755886 w 5158787"/>
              <a:gd name="connsiteY34854" fmla="*/ 868713 h 4489084"/>
              <a:gd name="connsiteX34855" fmla="*/ 4757308 w 5158787"/>
              <a:gd name="connsiteY34855" fmla="*/ 869542 h 4489084"/>
              <a:gd name="connsiteX34856" fmla="*/ 4769094 w 5158787"/>
              <a:gd name="connsiteY34856" fmla="*/ 890034 h 4489084"/>
              <a:gd name="connsiteX34857" fmla="*/ 4769094 w 5158787"/>
              <a:gd name="connsiteY34857" fmla="*/ 891692 h 4489084"/>
              <a:gd name="connsiteX34858" fmla="*/ 4757248 w 5158787"/>
              <a:gd name="connsiteY34858" fmla="*/ 912184 h 4489084"/>
              <a:gd name="connsiteX34859" fmla="*/ 4755827 w 5158787"/>
              <a:gd name="connsiteY34859" fmla="*/ 913013 h 4489084"/>
              <a:gd name="connsiteX34860" fmla="*/ 4732196 w 5158787"/>
              <a:gd name="connsiteY34860" fmla="*/ 913013 h 4489084"/>
              <a:gd name="connsiteX34861" fmla="*/ 4730775 w 5158787"/>
              <a:gd name="connsiteY34861" fmla="*/ 912184 h 4489084"/>
              <a:gd name="connsiteX34862" fmla="*/ 4718989 w 5158787"/>
              <a:gd name="connsiteY34862" fmla="*/ 891692 h 4489084"/>
              <a:gd name="connsiteX34863" fmla="*/ 4718989 w 5158787"/>
              <a:gd name="connsiteY34863" fmla="*/ 890034 h 4489084"/>
              <a:gd name="connsiteX34864" fmla="*/ 4730834 w 5158787"/>
              <a:gd name="connsiteY34864" fmla="*/ 869542 h 4489084"/>
              <a:gd name="connsiteX34865" fmla="*/ 4732256 w 5158787"/>
              <a:gd name="connsiteY34865" fmla="*/ 868713 h 4489084"/>
              <a:gd name="connsiteX34866" fmla="*/ 4867289 w 5158787"/>
              <a:gd name="connsiteY34866" fmla="*/ 868299 h 4489084"/>
              <a:gd name="connsiteX34867" fmla="*/ 4891334 w 5158787"/>
              <a:gd name="connsiteY34867" fmla="*/ 868299 h 4489084"/>
              <a:gd name="connsiteX34868" fmla="*/ 4892814 w 5158787"/>
              <a:gd name="connsiteY34868" fmla="*/ 869128 h 4489084"/>
              <a:gd name="connsiteX34869" fmla="*/ 4904837 w 5158787"/>
              <a:gd name="connsiteY34869" fmla="*/ 889975 h 4489084"/>
              <a:gd name="connsiteX34870" fmla="*/ 4904837 w 5158787"/>
              <a:gd name="connsiteY34870" fmla="*/ 891693 h 4489084"/>
              <a:gd name="connsiteX34871" fmla="*/ 4892814 w 5158787"/>
              <a:gd name="connsiteY34871" fmla="*/ 912540 h 4489084"/>
              <a:gd name="connsiteX34872" fmla="*/ 4891334 w 5158787"/>
              <a:gd name="connsiteY34872" fmla="*/ 913369 h 4489084"/>
              <a:gd name="connsiteX34873" fmla="*/ 4867289 w 5158787"/>
              <a:gd name="connsiteY34873" fmla="*/ 913369 h 4489084"/>
              <a:gd name="connsiteX34874" fmla="*/ 4865808 w 5158787"/>
              <a:gd name="connsiteY34874" fmla="*/ 912540 h 4489084"/>
              <a:gd name="connsiteX34875" fmla="*/ 4853785 w 5158787"/>
              <a:gd name="connsiteY34875" fmla="*/ 891693 h 4489084"/>
              <a:gd name="connsiteX34876" fmla="*/ 4853785 w 5158787"/>
              <a:gd name="connsiteY34876" fmla="*/ 889975 h 4489084"/>
              <a:gd name="connsiteX34877" fmla="*/ 4865808 w 5158787"/>
              <a:gd name="connsiteY34877" fmla="*/ 869128 h 4489084"/>
              <a:gd name="connsiteX34878" fmla="*/ 4867289 w 5158787"/>
              <a:gd name="connsiteY34878" fmla="*/ 868299 h 4489084"/>
              <a:gd name="connsiteX34879" fmla="*/ 4799595 w 5158787"/>
              <a:gd name="connsiteY34879" fmla="*/ 868239 h 4489084"/>
              <a:gd name="connsiteX34880" fmla="*/ 4823758 w 5158787"/>
              <a:gd name="connsiteY34880" fmla="*/ 868239 h 4489084"/>
              <a:gd name="connsiteX34881" fmla="*/ 4825239 w 5158787"/>
              <a:gd name="connsiteY34881" fmla="*/ 869068 h 4489084"/>
              <a:gd name="connsiteX34882" fmla="*/ 4837321 w 5158787"/>
              <a:gd name="connsiteY34882" fmla="*/ 890034 h 4489084"/>
              <a:gd name="connsiteX34883" fmla="*/ 4837321 w 5158787"/>
              <a:gd name="connsiteY34883" fmla="*/ 891751 h 4489084"/>
              <a:gd name="connsiteX34884" fmla="*/ 4825239 w 5158787"/>
              <a:gd name="connsiteY34884" fmla="*/ 912717 h 4489084"/>
              <a:gd name="connsiteX34885" fmla="*/ 4823758 w 5158787"/>
              <a:gd name="connsiteY34885" fmla="*/ 913546 h 4489084"/>
              <a:gd name="connsiteX34886" fmla="*/ 4799595 w 5158787"/>
              <a:gd name="connsiteY34886" fmla="*/ 913546 h 4489084"/>
              <a:gd name="connsiteX34887" fmla="*/ 4798114 w 5158787"/>
              <a:gd name="connsiteY34887" fmla="*/ 912717 h 4489084"/>
              <a:gd name="connsiteX34888" fmla="*/ 4786032 w 5158787"/>
              <a:gd name="connsiteY34888" fmla="*/ 891751 h 4489084"/>
              <a:gd name="connsiteX34889" fmla="*/ 4786032 w 5158787"/>
              <a:gd name="connsiteY34889" fmla="*/ 890034 h 4489084"/>
              <a:gd name="connsiteX34890" fmla="*/ 4798114 w 5158787"/>
              <a:gd name="connsiteY34890" fmla="*/ 869068 h 4489084"/>
              <a:gd name="connsiteX34891" fmla="*/ 4799595 w 5158787"/>
              <a:gd name="connsiteY34891" fmla="*/ 868239 h 4489084"/>
              <a:gd name="connsiteX34892" fmla="*/ 1292877 w 5158787"/>
              <a:gd name="connsiteY34892" fmla="*/ 828559 h 4489084"/>
              <a:gd name="connsiteX34893" fmla="*/ 1296845 w 5158787"/>
              <a:gd name="connsiteY34893" fmla="*/ 828559 h 4489084"/>
              <a:gd name="connsiteX34894" fmla="*/ 1297081 w 5158787"/>
              <a:gd name="connsiteY34894" fmla="*/ 828677 h 4489084"/>
              <a:gd name="connsiteX34895" fmla="*/ 1299095 w 5158787"/>
              <a:gd name="connsiteY34895" fmla="*/ 832112 h 4489084"/>
              <a:gd name="connsiteX34896" fmla="*/ 1299095 w 5158787"/>
              <a:gd name="connsiteY34896" fmla="*/ 832409 h 4489084"/>
              <a:gd name="connsiteX34897" fmla="*/ 1297081 w 5158787"/>
              <a:gd name="connsiteY34897" fmla="*/ 835844 h 4489084"/>
              <a:gd name="connsiteX34898" fmla="*/ 1296845 w 5158787"/>
              <a:gd name="connsiteY34898" fmla="*/ 835962 h 4489084"/>
              <a:gd name="connsiteX34899" fmla="*/ 1292877 w 5158787"/>
              <a:gd name="connsiteY34899" fmla="*/ 835962 h 4489084"/>
              <a:gd name="connsiteX34900" fmla="*/ 1292639 w 5158787"/>
              <a:gd name="connsiteY34900" fmla="*/ 835844 h 4489084"/>
              <a:gd name="connsiteX34901" fmla="*/ 1290626 w 5158787"/>
              <a:gd name="connsiteY34901" fmla="*/ 832409 h 4489084"/>
              <a:gd name="connsiteX34902" fmla="*/ 1290626 w 5158787"/>
              <a:gd name="connsiteY34902" fmla="*/ 832112 h 4489084"/>
              <a:gd name="connsiteX34903" fmla="*/ 1292639 w 5158787"/>
              <a:gd name="connsiteY34903" fmla="*/ 828677 h 4489084"/>
              <a:gd name="connsiteX34904" fmla="*/ 1292877 w 5158787"/>
              <a:gd name="connsiteY34904" fmla="*/ 828559 h 4489084"/>
              <a:gd name="connsiteX34905" fmla="*/ 4400417 w 5158787"/>
              <a:gd name="connsiteY34905" fmla="*/ 821925 h 4489084"/>
              <a:gd name="connsiteX34906" fmla="*/ 4411432 w 5158787"/>
              <a:gd name="connsiteY34906" fmla="*/ 821925 h 4489084"/>
              <a:gd name="connsiteX34907" fmla="*/ 4412084 w 5158787"/>
              <a:gd name="connsiteY34907" fmla="*/ 822340 h 4489084"/>
              <a:gd name="connsiteX34908" fmla="*/ 4417592 w 5158787"/>
              <a:gd name="connsiteY34908" fmla="*/ 831875 h 4489084"/>
              <a:gd name="connsiteX34909" fmla="*/ 4417592 w 5158787"/>
              <a:gd name="connsiteY34909" fmla="*/ 832645 h 4489084"/>
              <a:gd name="connsiteX34910" fmla="*/ 4412084 w 5158787"/>
              <a:gd name="connsiteY34910" fmla="*/ 842180 h 4489084"/>
              <a:gd name="connsiteX34911" fmla="*/ 4411432 w 5158787"/>
              <a:gd name="connsiteY34911" fmla="*/ 842595 h 4489084"/>
              <a:gd name="connsiteX34912" fmla="*/ 4400417 w 5158787"/>
              <a:gd name="connsiteY34912" fmla="*/ 842595 h 4489084"/>
              <a:gd name="connsiteX34913" fmla="*/ 4399765 w 5158787"/>
              <a:gd name="connsiteY34913" fmla="*/ 842180 h 4489084"/>
              <a:gd name="connsiteX34914" fmla="*/ 4394258 w 5158787"/>
              <a:gd name="connsiteY34914" fmla="*/ 832645 h 4489084"/>
              <a:gd name="connsiteX34915" fmla="*/ 4394258 w 5158787"/>
              <a:gd name="connsiteY34915" fmla="*/ 831875 h 4489084"/>
              <a:gd name="connsiteX34916" fmla="*/ 4399765 w 5158787"/>
              <a:gd name="connsiteY34916" fmla="*/ 822340 h 4489084"/>
              <a:gd name="connsiteX34917" fmla="*/ 4400417 w 5158787"/>
              <a:gd name="connsiteY34917" fmla="*/ 821925 h 4489084"/>
              <a:gd name="connsiteX34918" fmla="*/ 4332723 w 5158787"/>
              <a:gd name="connsiteY34918" fmla="*/ 821807 h 4489084"/>
              <a:gd name="connsiteX34919" fmla="*/ 4343857 w 5158787"/>
              <a:gd name="connsiteY34919" fmla="*/ 821807 h 4489084"/>
              <a:gd name="connsiteX34920" fmla="*/ 4344508 w 5158787"/>
              <a:gd name="connsiteY34920" fmla="*/ 822222 h 4489084"/>
              <a:gd name="connsiteX34921" fmla="*/ 4350075 w 5158787"/>
              <a:gd name="connsiteY34921" fmla="*/ 831875 h 4489084"/>
              <a:gd name="connsiteX34922" fmla="*/ 4350075 w 5158787"/>
              <a:gd name="connsiteY34922" fmla="*/ 832645 h 4489084"/>
              <a:gd name="connsiteX34923" fmla="*/ 4344508 w 5158787"/>
              <a:gd name="connsiteY34923" fmla="*/ 842299 h 4489084"/>
              <a:gd name="connsiteX34924" fmla="*/ 4343857 w 5158787"/>
              <a:gd name="connsiteY34924" fmla="*/ 842713 h 4489084"/>
              <a:gd name="connsiteX34925" fmla="*/ 4332723 w 5158787"/>
              <a:gd name="connsiteY34925" fmla="*/ 842713 h 4489084"/>
              <a:gd name="connsiteX34926" fmla="*/ 4332071 w 5158787"/>
              <a:gd name="connsiteY34926" fmla="*/ 842299 h 4489084"/>
              <a:gd name="connsiteX34927" fmla="*/ 4326504 w 5158787"/>
              <a:gd name="connsiteY34927" fmla="*/ 832645 h 4489084"/>
              <a:gd name="connsiteX34928" fmla="*/ 4326504 w 5158787"/>
              <a:gd name="connsiteY34928" fmla="*/ 831875 h 4489084"/>
              <a:gd name="connsiteX34929" fmla="*/ 4332071 w 5158787"/>
              <a:gd name="connsiteY34929" fmla="*/ 822222 h 4489084"/>
              <a:gd name="connsiteX34930" fmla="*/ 4332723 w 5158787"/>
              <a:gd name="connsiteY34930" fmla="*/ 821807 h 4489084"/>
              <a:gd name="connsiteX34931" fmla="*/ 4264436 w 5158787"/>
              <a:gd name="connsiteY34931" fmla="*/ 820682 h 4489084"/>
              <a:gd name="connsiteX34932" fmla="*/ 4276814 w 5158787"/>
              <a:gd name="connsiteY34932" fmla="*/ 820682 h 4489084"/>
              <a:gd name="connsiteX34933" fmla="*/ 4277584 w 5158787"/>
              <a:gd name="connsiteY34933" fmla="*/ 821097 h 4489084"/>
              <a:gd name="connsiteX34934" fmla="*/ 4283744 w 5158787"/>
              <a:gd name="connsiteY34934" fmla="*/ 831816 h 4489084"/>
              <a:gd name="connsiteX34935" fmla="*/ 4283744 w 5158787"/>
              <a:gd name="connsiteY34935" fmla="*/ 832705 h 4489084"/>
              <a:gd name="connsiteX34936" fmla="*/ 4277584 w 5158787"/>
              <a:gd name="connsiteY34936" fmla="*/ 843424 h 4489084"/>
              <a:gd name="connsiteX34937" fmla="*/ 4276814 w 5158787"/>
              <a:gd name="connsiteY34937" fmla="*/ 843839 h 4489084"/>
              <a:gd name="connsiteX34938" fmla="*/ 4264436 w 5158787"/>
              <a:gd name="connsiteY34938" fmla="*/ 843839 h 4489084"/>
              <a:gd name="connsiteX34939" fmla="*/ 4263666 w 5158787"/>
              <a:gd name="connsiteY34939" fmla="*/ 843424 h 4489084"/>
              <a:gd name="connsiteX34940" fmla="*/ 4257507 w 5158787"/>
              <a:gd name="connsiteY34940" fmla="*/ 832705 h 4489084"/>
              <a:gd name="connsiteX34941" fmla="*/ 4257507 w 5158787"/>
              <a:gd name="connsiteY34941" fmla="*/ 831816 h 4489084"/>
              <a:gd name="connsiteX34942" fmla="*/ 4263666 w 5158787"/>
              <a:gd name="connsiteY34942" fmla="*/ 821097 h 4489084"/>
              <a:gd name="connsiteX34943" fmla="*/ 4264436 w 5158787"/>
              <a:gd name="connsiteY34943" fmla="*/ 820682 h 4489084"/>
              <a:gd name="connsiteX34944" fmla="*/ 205800 w 5158787"/>
              <a:gd name="connsiteY34944" fmla="*/ 819201 h 4489084"/>
              <a:gd name="connsiteX34945" fmla="*/ 219718 w 5158787"/>
              <a:gd name="connsiteY34945" fmla="*/ 819201 h 4489084"/>
              <a:gd name="connsiteX34946" fmla="*/ 220547 w 5158787"/>
              <a:gd name="connsiteY34946" fmla="*/ 819675 h 4489084"/>
              <a:gd name="connsiteX34947" fmla="*/ 227476 w 5158787"/>
              <a:gd name="connsiteY34947" fmla="*/ 831698 h 4489084"/>
              <a:gd name="connsiteX34948" fmla="*/ 227476 w 5158787"/>
              <a:gd name="connsiteY34948" fmla="*/ 832704 h 4489084"/>
              <a:gd name="connsiteX34949" fmla="*/ 220488 w 5158787"/>
              <a:gd name="connsiteY34949" fmla="*/ 844727 h 4489084"/>
              <a:gd name="connsiteX34950" fmla="*/ 219659 w 5158787"/>
              <a:gd name="connsiteY34950" fmla="*/ 845201 h 4489084"/>
              <a:gd name="connsiteX34951" fmla="*/ 205741 w 5158787"/>
              <a:gd name="connsiteY34951" fmla="*/ 845201 h 4489084"/>
              <a:gd name="connsiteX34952" fmla="*/ 204912 w 5158787"/>
              <a:gd name="connsiteY34952" fmla="*/ 844727 h 4489084"/>
              <a:gd name="connsiteX34953" fmla="*/ 197982 w 5158787"/>
              <a:gd name="connsiteY34953" fmla="*/ 832704 h 4489084"/>
              <a:gd name="connsiteX34954" fmla="*/ 197982 w 5158787"/>
              <a:gd name="connsiteY34954" fmla="*/ 831698 h 4489084"/>
              <a:gd name="connsiteX34955" fmla="*/ 204971 w 5158787"/>
              <a:gd name="connsiteY34955" fmla="*/ 819675 h 4489084"/>
              <a:gd name="connsiteX34956" fmla="*/ 205800 w 5158787"/>
              <a:gd name="connsiteY34956" fmla="*/ 819201 h 4489084"/>
              <a:gd name="connsiteX34957" fmla="*/ 138106 w 5158787"/>
              <a:gd name="connsiteY34957" fmla="*/ 819142 h 4489084"/>
              <a:gd name="connsiteX34958" fmla="*/ 152142 w 5158787"/>
              <a:gd name="connsiteY34958" fmla="*/ 819142 h 4489084"/>
              <a:gd name="connsiteX34959" fmla="*/ 152971 w 5158787"/>
              <a:gd name="connsiteY34959" fmla="*/ 819616 h 4489084"/>
              <a:gd name="connsiteX34960" fmla="*/ 159960 w 5158787"/>
              <a:gd name="connsiteY34960" fmla="*/ 831757 h 4489084"/>
              <a:gd name="connsiteX34961" fmla="*/ 159960 w 5158787"/>
              <a:gd name="connsiteY34961" fmla="*/ 832764 h 4489084"/>
              <a:gd name="connsiteX34962" fmla="*/ 152971 w 5158787"/>
              <a:gd name="connsiteY34962" fmla="*/ 844905 h 4489084"/>
              <a:gd name="connsiteX34963" fmla="*/ 152142 w 5158787"/>
              <a:gd name="connsiteY34963" fmla="*/ 845379 h 4489084"/>
              <a:gd name="connsiteX34964" fmla="*/ 138106 w 5158787"/>
              <a:gd name="connsiteY34964" fmla="*/ 845379 h 4489084"/>
              <a:gd name="connsiteX34965" fmla="*/ 137277 w 5158787"/>
              <a:gd name="connsiteY34965" fmla="*/ 844905 h 4489084"/>
              <a:gd name="connsiteX34966" fmla="*/ 130288 w 5158787"/>
              <a:gd name="connsiteY34966" fmla="*/ 832764 h 4489084"/>
              <a:gd name="connsiteX34967" fmla="*/ 130288 w 5158787"/>
              <a:gd name="connsiteY34967" fmla="*/ 831757 h 4489084"/>
              <a:gd name="connsiteX34968" fmla="*/ 137277 w 5158787"/>
              <a:gd name="connsiteY34968" fmla="*/ 819616 h 4489084"/>
              <a:gd name="connsiteX34969" fmla="*/ 138106 w 5158787"/>
              <a:gd name="connsiteY34969" fmla="*/ 819142 h 4489084"/>
              <a:gd name="connsiteX34970" fmla="*/ 2640247 w 5158787"/>
              <a:gd name="connsiteY34970" fmla="*/ 818727 h 4489084"/>
              <a:gd name="connsiteX34971" fmla="*/ 2654698 w 5158787"/>
              <a:gd name="connsiteY34971" fmla="*/ 818727 h 4489084"/>
              <a:gd name="connsiteX34972" fmla="*/ 2655586 w 5158787"/>
              <a:gd name="connsiteY34972" fmla="*/ 819260 h 4489084"/>
              <a:gd name="connsiteX34973" fmla="*/ 2662812 w 5158787"/>
              <a:gd name="connsiteY34973" fmla="*/ 831816 h 4489084"/>
              <a:gd name="connsiteX34974" fmla="*/ 2662812 w 5158787"/>
              <a:gd name="connsiteY34974" fmla="*/ 832823 h 4489084"/>
              <a:gd name="connsiteX34975" fmla="*/ 2655586 w 5158787"/>
              <a:gd name="connsiteY34975" fmla="*/ 845378 h 4489084"/>
              <a:gd name="connsiteX34976" fmla="*/ 2654698 w 5158787"/>
              <a:gd name="connsiteY34976" fmla="*/ 845911 h 4489084"/>
              <a:gd name="connsiteX34977" fmla="*/ 2640247 w 5158787"/>
              <a:gd name="connsiteY34977" fmla="*/ 845911 h 4489084"/>
              <a:gd name="connsiteX34978" fmla="*/ 2639359 w 5158787"/>
              <a:gd name="connsiteY34978" fmla="*/ 845378 h 4489084"/>
              <a:gd name="connsiteX34979" fmla="*/ 2632133 w 5158787"/>
              <a:gd name="connsiteY34979" fmla="*/ 832823 h 4489084"/>
              <a:gd name="connsiteX34980" fmla="*/ 2632133 w 5158787"/>
              <a:gd name="connsiteY34980" fmla="*/ 831816 h 4489084"/>
              <a:gd name="connsiteX34981" fmla="*/ 2639359 w 5158787"/>
              <a:gd name="connsiteY34981" fmla="*/ 819260 h 4489084"/>
              <a:gd name="connsiteX34982" fmla="*/ 2640247 w 5158787"/>
              <a:gd name="connsiteY34982" fmla="*/ 818727 h 4489084"/>
              <a:gd name="connsiteX34983" fmla="*/ 2572376 w 5158787"/>
              <a:gd name="connsiteY34983" fmla="*/ 818313 h 4489084"/>
              <a:gd name="connsiteX34984" fmla="*/ 2587301 w 5158787"/>
              <a:gd name="connsiteY34984" fmla="*/ 818313 h 4489084"/>
              <a:gd name="connsiteX34985" fmla="*/ 2588189 w 5158787"/>
              <a:gd name="connsiteY34985" fmla="*/ 818846 h 4489084"/>
              <a:gd name="connsiteX34986" fmla="*/ 2595651 w 5158787"/>
              <a:gd name="connsiteY34986" fmla="*/ 831757 h 4489084"/>
              <a:gd name="connsiteX34987" fmla="*/ 2595651 w 5158787"/>
              <a:gd name="connsiteY34987" fmla="*/ 832823 h 4489084"/>
              <a:gd name="connsiteX34988" fmla="*/ 2588189 w 5158787"/>
              <a:gd name="connsiteY34988" fmla="*/ 845734 h 4489084"/>
              <a:gd name="connsiteX34989" fmla="*/ 2587301 w 5158787"/>
              <a:gd name="connsiteY34989" fmla="*/ 846267 h 4489084"/>
              <a:gd name="connsiteX34990" fmla="*/ 2572376 w 5158787"/>
              <a:gd name="connsiteY34990" fmla="*/ 846267 h 4489084"/>
              <a:gd name="connsiteX34991" fmla="*/ 2571487 w 5158787"/>
              <a:gd name="connsiteY34991" fmla="*/ 845734 h 4489084"/>
              <a:gd name="connsiteX34992" fmla="*/ 2564025 w 5158787"/>
              <a:gd name="connsiteY34992" fmla="*/ 832823 h 4489084"/>
              <a:gd name="connsiteX34993" fmla="*/ 2564025 w 5158787"/>
              <a:gd name="connsiteY34993" fmla="*/ 831757 h 4489084"/>
              <a:gd name="connsiteX34994" fmla="*/ 2571487 w 5158787"/>
              <a:gd name="connsiteY34994" fmla="*/ 818846 h 4489084"/>
              <a:gd name="connsiteX34995" fmla="*/ 2572376 w 5158787"/>
              <a:gd name="connsiteY34995" fmla="*/ 818313 h 4489084"/>
              <a:gd name="connsiteX34996" fmla="*/ 3857383 w 5158787"/>
              <a:gd name="connsiteY34996" fmla="*/ 818194 h 4489084"/>
              <a:gd name="connsiteX34997" fmla="*/ 3872367 w 5158787"/>
              <a:gd name="connsiteY34997" fmla="*/ 818194 h 4489084"/>
              <a:gd name="connsiteX34998" fmla="*/ 3873255 w 5158787"/>
              <a:gd name="connsiteY34998" fmla="*/ 818727 h 4489084"/>
              <a:gd name="connsiteX34999" fmla="*/ 3880776 w 5158787"/>
              <a:gd name="connsiteY34999" fmla="*/ 831756 h 4489084"/>
              <a:gd name="connsiteX35000" fmla="*/ 3880776 w 5158787"/>
              <a:gd name="connsiteY35000" fmla="*/ 832823 h 4489084"/>
              <a:gd name="connsiteX35001" fmla="*/ 3873255 w 5158787"/>
              <a:gd name="connsiteY35001" fmla="*/ 845852 h 4489084"/>
              <a:gd name="connsiteX35002" fmla="*/ 3872367 w 5158787"/>
              <a:gd name="connsiteY35002" fmla="*/ 846385 h 4489084"/>
              <a:gd name="connsiteX35003" fmla="*/ 3857383 w 5158787"/>
              <a:gd name="connsiteY35003" fmla="*/ 846385 h 4489084"/>
              <a:gd name="connsiteX35004" fmla="*/ 3856494 w 5158787"/>
              <a:gd name="connsiteY35004" fmla="*/ 845852 h 4489084"/>
              <a:gd name="connsiteX35005" fmla="*/ 3848972 w 5158787"/>
              <a:gd name="connsiteY35005" fmla="*/ 832823 h 4489084"/>
              <a:gd name="connsiteX35006" fmla="*/ 3848972 w 5158787"/>
              <a:gd name="connsiteY35006" fmla="*/ 831756 h 4489084"/>
              <a:gd name="connsiteX35007" fmla="*/ 3856494 w 5158787"/>
              <a:gd name="connsiteY35007" fmla="*/ 818727 h 4489084"/>
              <a:gd name="connsiteX35008" fmla="*/ 3857383 w 5158787"/>
              <a:gd name="connsiteY35008" fmla="*/ 818194 h 4489084"/>
              <a:gd name="connsiteX35009" fmla="*/ 2706994 w 5158787"/>
              <a:gd name="connsiteY35009" fmla="*/ 817069 h 4489084"/>
              <a:gd name="connsiteX35010" fmla="*/ 2723222 w 5158787"/>
              <a:gd name="connsiteY35010" fmla="*/ 817069 h 4489084"/>
              <a:gd name="connsiteX35011" fmla="*/ 2724229 w 5158787"/>
              <a:gd name="connsiteY35011" fmla="*/ 817661 h 4489084"/>
              <a:gd name="connsiteX35012" fmla="*/ 2732343 w 5158787"/>
              <a:gd name="connsiteY35012" fmla="*/ 831698 h 4489084"/>
              <a:gd name="connsiteX35013" fmla="*/ 2732343 w 5158787"/>
              <a:gd name="connsiteY35013" fmla="*/ 832823 h 4489084"/>
              <a:gd name="connsiteX35014" fmla="*/ 2724229 w 5158787"/>
              <a:gd name="connsiteY35014" fmla="*/ 846859 h 4489084"/>
              <a:gd name="connsiteX35015" fmla="*/ 2723222 w 5158787"/>
              <a:gd name="connsiteY35015" fmla="*/ 847452 h 4489084"/>
              <a:gd name="connsiteX35016" fmla="*/ 2706994 w 5158787"/>
              <a:gd name="connsiteY35016" fmla="*/ 847452 h 4489084"/>
              <a:gd name="connsiteX35017" fmla="*/ 2705987 w 5158787"/>
              <a:gd name="connsiteY35017" fmla="*/ 846859 h 4489084"/>
              <a:gd name="connsiteX35018" fmla="*/ 2697874 w 5158787"/>
              <a:gd name="connsiteY35018" fmla="*/ 832823 h 4489084"/>
              <a:gd name="connsiteX35019" fmla="*/ 2697874 w 5158787"/>
              <a:gd name="connsiteY35019" fmla="*/ 831698 h 4489084"/>
              <a:gd name="connsiteX35020" fmla="*/ 2705987 w 5158787"/>
              <a:gd name="connsiteY35020" fmla="*/ 817661 h 4489084"/>
              <a:gd name="connsiteX35021" fmla="*/ 2706994 w 5158787"/>
              <a:gd name="connsiteY35021" fmla="*/ 817069 h 4489084"/>
              <a:gd name="connsiteX35022" fmla="*/ 1219083 w 5158787"/>
              <a:gd name="connsiteY35022" fmla="*/ 816950 h 4489084"/>
              <a:gd name="connsiteX35023" fmla="*/ 1235429 w 5158787"/>
              <a:gd name="connsiteY35023" fmla="*/ 816950 h 4489084"/>
              <a:gd name="connsiteX35024" fmla="*/ 1236436 w 5158787"/>
              <a:gd name="connsiteY35024" fmla="*/ 817542 h 4489084"/>
              <a:gd name="connsiteX35025" fmla="*/ 1244609 w 5158787"/>
              <a:gd name="connsiteY35025" fmla="*/ 831697 h 4489084"/>
              <a:gd name="connsiteX35026" fmla="*/ 1244609 w 5158787"/>
              <a:gd name="connsiteY35026" fmla="*/ 832882 h 4489084"/>
              <a:gd name="connsiteX35027" fmla="*/ 1236436 w 5158787"/>
              <a:gd name="connsiteY35027" fmla="*/ 847036 h 4489084"/>
              <a:gd name="connsiteX35028" fmla="*/ 1235429 w 5158787"/>
              <a:gd name="connsiteY35028" fmla="*/ 847629 h 4489084"/>
              <a:gd name="connsiteX35029" fmla="*/ 1219083 w 5158787"/>
              <a:gd name="connsiteY35029" fmla="*/ 847629 h 4489084"/>
              <a:gd name="connsiteX35030" fmla="*/ 1218076 w 5158787"/>
              <a:gd name="connsiteY35030" fmla="*/ 847036 h 4489084"/>
              <a:gd name="connsiteX35031" fmla="*/ 1209903 w 5158787"/>
              <a:gd name="connsiteY35031" fmla="*/ 832882 h 4489084"/>
              <a:gd name="connsiteX35032" fmla="*/ 1209903 w 5158787"/>
              <a:gd name="connsiteY35032" fmla="*/ 831697 h 4489084"/>
              <a:gd name="connsiteX35033" fmla="*/ 1218076 w 5158787"/>
              <a:gd name="connsiteY35033" fmla="*/ 817542 h 4489084"/>
              <a:gd name="connsiteX35034" fmla="*/ 1219083 w 5158787"/>
              <a:gd name="connsiteY35034" fmla="*/ 816950 h 4489084"/>
              <a:gd name="connsiteX35035" fmla="*/ 2503971 w 5158787"/>
              <a:gd name="connsiteY35035" fmla="*/ 816832 h 4489084"/>
              <a:gd name="connsiteX35036" fmla="*/ 2520435 w 5158787"/>
              <a:gd name="connsiteY35036" fmla="*/ 816832 h 4489084"/>
              <a:gd name="connsiteX35037" fmla="*/ 2521442 w 5158787"/>
              <a:gd name="connsiteY35037" fmla="*/ 817424 h 4489084"/>
              <a:gd name="connsiteX35038" fmla="*/ 2529674 w 5158787"/>
              <a:gd name="connsiteY35038" fmla="*/ 831698 h 4489084"/>
              <a:gd name="connsiteX35039" fmla="*/ 2529674 w 5158787"/>
              <a:gd name="connsiteY35039" fmla="*/ 832882 h 4489084"/>
              <a:gd name="connsiteX35040" fmla="*/ 2521442 w 5158787"/>
              <a:gd name="connsiteY35040" fmla="*/ 847155 h 4489084"/>
              <a:gd name="connsiteX35041" fmla="*/ 2520435 w 5158787"/>
              <a:gd name="connsiteY35041" fmla="*/ 847748 h 4489084"/>
              <a:gd name="connsiteX35042" fmla="*/ 2503971 w 5158787"/>
              <a:gd name="connsiteY35042" fmla="*/ 847748 h 4489084"/>
              <a:gd name="connsiteX35043" fmla="*/ 2502964 w 5158787"/>
              <a:gd name="connsiteY35043" fmla="*/ 847155 h 4489084"/>
              <a:gd name="connsiteX35044" fmla="*/ 2494732 w 5158787"/>
              <a:gd name="connsiteY35044" fmla="*/ 832882 h 4489084"/>
              <a:gd name="connsiteX35045" fmla="*/ 2494732 w 5158787"/>
              <a:gd name="connsiteY35045" fmla="*/ 831698 h 4489084"/>
              <a:gd name="connsiteX35046" fmla="*/ 2502964 w 5158787"/>
              <a:gd name="connsiteY35046" fmla="*/ 817424 h 4489084"/>
              <a:gd name="connsiteX35047" fmla="*/ 2503971 w 5158787"/>
              <a:gd name="connsiteY35047" fmla="*/ 816832 h 4489084"/>
              <a:gd name="connsiteX35048" fmla="*/ 2436218 w 5158787"/>
              <a:gd name="connsiteY35048" fmla="*/ 816536 h 4489084"/>
              <a:gd name="connsiteX35049" fmla="*/ 2452978 w 5158787"/>
              <a:gd name="connsiteY35049" fmla="*/ 816536 h 4489084"/>
              <a:gd name="connsiteX35050" fmla="*/ 2453985 w 5158787"/>
              <a:gd name="connsiteY35050" fmla="*/ 817128 h 4489084"/>
              <a:gd name="connsiteX35051" fmla="*/ 2462395 w 5158787"/>
              <a:gd name="connsiteY35051" fmla="*/ 831638 h 4489084"/>
              <a:gd name="connsiteX35052" fmla="*/ 2462395 w 5158787"/>
              <a:gd name="connsiteY35052" fmla="*/ 832823 h 4489084"/>
              <a:gd name="connsiteX35053" fmla="*/ 2453985 w 5158787"/>
              <a:gd name="connsiteY35053" fmla="*/ 847333 h 4489084"/>
              <a:gd name="connsiteX35054" fmla="*/ 2452978 w 5158787"/>
              <a:gd name="connsiteY35054" fmla="*/ 847925 h 4489084"/>
              <a:gd name="connsiteX35055" fmla="*/ 2436218 w 5158787"/>
              <a:gd name="connsiteY35055" fmla="*/ 847925 h 4489084"/>
              <a:gd name="connsiteX35056" fmla="*/ 2435211 w 5158787"/>
              <a:gd name="connsiteY35056" fmla="*/ 847333 h 4489084"/>
              <a:gd name="connsiteX35057" fmla="*/ 2426801 w 5158787"/>
              <a:gd name="connsiteY35057" fmla="*/ 832823 h 4489084"/>
              <a:gd name="connsiteX35058" fmla="*/ 2426801 w 5158787"/>
              <a:gd name="connsiteY35058" fmla="*/ 831638 h 4489084"/>
              <a:gd name="connsiteX35059" fmla="*/ 2435211 w 5158787"/>
              <a:gd name="connsiteY35059" fmla="*/ 817128 h 4489084"/>
              <a:gd name="connsiteX35060" fmla="*/ 2436218 w 5158787"/>
              <a:gd name="connsiteY35060" fmla="*/ 816536 h 4489084"/>
              <a:gd name="connsiteX35061" fmla="*/ 271777 w 5158787"/>
              <a:gd name="connsiteY35061" fmla="*/ 816121 h 4489084"/>
              <a:gd name="connsiteX35062" fmla="*/ 289011 w 5158787"/>
              <a:gd name="connsiteY35062" fmla="*/ 816121 h 4489084"/>
              <a:gd name="connsiteX35063" fmla="*/ 290077 w 5158787"/>
              <a:gd name="connsiteY35063" fmla="*/ 816713 h 4489084"/>
              <a:gd name="connsiteX35064" fmla="*/ 298665 w 5158787"/>
              <a:gd name="connsiteY35064" fmla="*/ 831638 h 4489084"/>
              <a:gd name="connsiteX35065" fmla="*/ 298665 w 5158787"/>
              <a:gd name="connsiteY35065" fmla="*/ 832882 h 4489084"/>
              <a:gd name="connsiteX35066" fmla="*/ 290018 w 5158787"/>
              <a:gd name="connsiteY35066" fmla="*/ 847806 h 4489084"/>
              <a:gd name="connsiteX35067" fmla="*/ 288952 w 5158787"/>
              <a:gd name="connsiteY35067" fmla="*/ 848399 h 4489084"/>
              <a:gd name="connsiteX35068" fmla="*/ 271717 w 5158787"/>
              <a:gd name="connsiteY35068" fmla="*/ 848399 h 4489084"/>
              <a:gd name="connsiteX35069" fmla="*/ 270651 w 5158787"/>
              <a:gd name="connsiteY35069" fmla="*/ 847806 h 4489084"/>
              <a:gd name="connsiteX35070" fmla="*/ 262064 w 5158787"/>
              <a:gd name="connsiteY35070" fmla="*/ 832882 h 4489084"/>
              <a:gd name="connsiteX35071" fmla="*/ 262064 w 5158787"/>
              <a:gd name="connsiteY35071" fmla="*/ 831638 h 4489084"/>
              <a:gd name="connsiteX35072" fmla="*/ 270711 w 5158787"/>
              <a:gd name="connsiteY35072" fmla="*/ 816713 h 4489084"/>
              <a:gd name="connsiteX35073" fmla="*/ 271777 w 5158787"/>
              <a:gd name="connsiteY35073" fmla="*/ 816121 h 4489084"/>
              <a:gd name="connsiteX35074" fmla="*/ 609834 w 5158787"/>
              <a:gd name="connsiteY35074" fmla="*/ 815944 h 4489084"/>
              <a:gd name="connsiteX35075" fmla="*/ 627305 w 5158787"/>
              <a:gd name="connsiteY35075" fmla="*/ 815944 h 4489084"/>
              <a:gd name="connsiteX35076" fmla="*/ 628371 w 5158787"/>
              <a:gd name="connsiteY35076" fmla="*/ 816536 h 4489084"/>
              <a:gd name="connsiteX35077" fmla="*/ 637077 w 5158787"/>
              <a:gd name="connsiteY35077" fmla="*/ 831639 h 4489084"/>
              <a:gd name="connsiteX35078" fmla="*/ 637077 w 5158787"/>
              <a:gd name="connsiteY35078" fmla="*/ 832882 h 4489084"/>
              <a:gd name="connsiteX35079" fmla="*/ 628371 w 5158787"/>
              <a:gd name="connsiteY35079" fmla="*/ 847985 h 4489084"/>
              <a:gd name="connsiteX35080" fmla="*/ 627305 w 5158787"/>
              <a:gd name="connsiteY35080" fmla="*/ 848577 h 4489084"/>
              <a:gd name="connsiteX35081" fmla="*/ 609834 w 5158787"/>
              <a:gd name="connsiteY35081" fmla="*/ 848577 h 4489084"/>
              <a:gd name="connsiteX35082" fmla="*/ 608768 w 5158787"/>
              <a:gd name="connsiteY35082" fmla="*/ 847985 h 4489084"/>
              <a:gd name="connsiteX35083" fmla="*/ 600062 w 5158787"/>
              <a:gd name="connsiteY35083" fmla="*/ 832882 h 4489084"/>
              <a:gd name="connsiteX35084" fmla="*/ 600062 w 5158787"/>
              <a:gd name="connsiteY35084" fmla="*/ 831639 h 4489084"/>
              <a:gd name="connsiteX35085" fmla="*/ 608768 w 5158787"/>
              <a:gd name="connsiteY35085" fmla="*/ 816536 h 4489084"/>
              <a:gd name="connsiteX35086" fmla="*/ 609834 w 5158787"/>
              <a:gd name="connsiteY35086" fmla="*/ 815944 h 4489084"/>
              <a:gd name="connsiteX35087" fmla="*/ 3788385 w 5158787"/>
              <a:gd name="connsiteY35087" fmla="*/ 815707 h 4489084"/>
              <a:gd name="connsiteX35088" fmla="*/ 3806034 w 5158787"/>
              <a:gd name="connsiteY35088" fmla="*/ 815707 h 4489084"/>
              <a:gd name="connsiteX35089" fmla="*/ 3807100 w 5158787"/>
              <a:gd name="connsiteY35089" fmla="*/ 816359 h 4489084"/>
              <a:gd name="connsiteX35090" fmla="*/ 3815925 w 5158787"/>
              <a:gd name="connsiteY35090" fmla="*/ 831639 h 4489084"/>
              <a:gd name="connsiteX35091" fmla="*/ 3815925 w 5158787"/>
              <a:gd name="connsiteY35091" fmla="*/ 832882 h 4489084"/>
              <a:gd name="connsiteX35092" fmla="*/ 3807100 w 5158787"/>
              <a:gd name="connsiteY35092" fmla="*/ 848162 h 4489084"/>
              <a:gd name="connsiteX35093" fmla="*/ 3806034 w 5158787"/>
              <a:gd name="connsiteY35093" fmla="*/ 848814 h 4489084"/>
              <a:gd name="connsiteX35094" fmla="*/ 3788385 w 5158787"/>
              <a:gd name="connsiteY35094" fmla="*/ 848814 h 4489084"/>
              <a:gd name="connsiteX35095" fmla="*/ 3787319 w 5158787"/>
              <a:gd name="connsiteY35095" fmla="*/ 848162 h 4489084"/>
              <a:gd name="connsiteX35096" fmla="*/ 3778494 w 5158787"/>
              <a:gd name="connsiteY35096" fmla="*/ 832882 h 4489084"/>
              <a:gd name="connsiteX35097" fmla="*/ 3778494 w 5158787"/>
              <a:gd name="connsiteY35097" fmla="*/ 831639 h 4489084"/>
              <a:gd name="connsiteX35098" fmla="*/ 3787319 w 5158787"/>
              <a:gd name="connsiteY35098" fmla="*/ 816359 h 4489084"/>
              <a:gd name="connsiteX35099" fmla="*/ 3788385 w 5158787"/>
              <a:gd name="connsiteY35099" fmla="*/ 815707 h 4489084"/>
              <a:gd name="connsiteX35100" fmla="*/ 2368167 w 5158787"/>
              <a:gd name="connsiteY35100" fmla="*/ 815707 h 4489084"/>
              <a:gd name="connsiteX35101" fmla="*/ 2385816 w 5158787"/>
              <a:gd name="connsiteY35101" fmla="*/ 815707 h 4489084"/>
              <a:gd name="connsiteX35102" fmla="*/ 2386882 w 5158787"/>
              <a:gd name="connsiteY35102" fmla="*/ 816359 h 4489084"/>
              <a:gd name="connsiteX35103" fmla="*/ 2395707 w 5158787"/>
              <a:gd name="connsiteY35103" fmla="*/ 831639 h 4489084"/>
              <a:gd name="connsiteX35104" fmla="*/ 2395707 w 5158787"/>
              <a:gd name="connsiteY35104" fmla="*/ 832882 h 4489084"/>
              <a:gd name="connsiteX35105" fmla="*/ 2386882 w 5158787"/>
              <a:gd name="connsiteY35105" fmla="*/ 848162 h 4489084"/>
              <a:gd name="connsiteX35106" fmla="*/ 2385816 w 5158787"/>
              <a:gd name="connsiteY35106" fmla="*/ 848814 h 4489084"/>
              <a:gd name="connsiteX35107" fmla="*/ 2368167 w 5158787"/>
              <a:gd name="connsiteY35107" fmla="*/ 848814 h 4489084"/>
              <a:gd name="connsiteX35108" fmla="*/ 2367101 w 5158787"/>
              <a:gd name="connsiteY35108" fmla="*/ 848162 h 4489084"/>
              <a:gd name="connsiteX35109" fmla="*/ 2358277 w 5158787"/>
              <a:gd name="connsiteY35109" fmla="*/ 832882 h 4489084"/>
              <a:gd name="connsiteX35110" fmla="*/ 2358277 w 5158787"/>
              <a:gd name="connsiteY35110" fmla="*/ 831639 h 4489084"/>
              <a:gd name="connsiteX35111" fmla="*/ 2367101 w 5158787"/>
              <a:gd name="connsiteY35111" fmla="*/ 816359 h 4489084"/>
              <a:gd name="connsiteX35112" fmla="*/ 2368167 w 5158787"/>
              <a:gd name="connsiteY35112" fmla="*/ 815707 h 4489084"/>
              <a:gd name="connsiteX35113" fmla="*/ 339116 w 5158787"/>
              <a:gd name="connsiteY35113" fmla="*/ 815529 h 4489084"/>
              <a:gd name="connsiteX35114" fmla="*/ 357002 w 5158787"/>
              <a:gd name="connsiteY35114" fmla="*/ 815529 h 4489084"/>
              <a:gd name="connsiteX35115" fmla="*/ 358068 w 5158787"/>
              <a:gd name="connsiteY35115" fmla="*/ 816180 h 4489084"/>
              <a:gd name="connsiteX35116" fmla="*/ 367011 w 5158787"/>
              <a:gd name="connsiteY35116" fmla="*/ 831698 h 4489084"/>
              <a:gd name="connsiteX35117" fmla="*/ 367011 w 5158787"/>
              <a:gd name="connsiteY35117" fmla="*/ 832941 h 4489084"/>
              <a:gd name="connsiteX35118" fmla="*/ 358068 w 5158787"/>
              <a:gd name="connsiteY35118" fmla="*/ 848458 h 4489084"/>
              <a:gd name="connsiteX35119" fmla="*/ 357002 w 5158787"/>
              <a:gd name="connsiteY35119" fmla="*/ 849110 h 4489084"/>
              <a:gd name="connsiteX35120" fmla="*/ 339116 w 5158787"/>
              <a:gd name="connsiteY35120" fmla="*/ 849110 h 4489084"/>
              <a:gd name="connsiteX35121" fmla="*/ 338050 w 5158787"/>
              <a:gd name="connsiteY35121" fmla="*/ 848458 h 4489084"/>
              <a:gd name="connsiteX35122" fmla="*/ 329107 w 5158787"/>
              <a:gd name="connsiteY35122" fmla="*/ 832941 h 4489084"/>
              <a:gd name="connsiteX35123" fmla="*/ 329107 w 5158787"/>
              <a:gd name="connsiteY35123" fmla="*/ 831698 h 4489084"/>
              <a:gd name="connsiteX35124" fmla="*/ 338050 w 5158787"/>
              <a:gd name="connsiteY35124" fmla="*/ 816180 h 4489084"/>
              <a:gd name="connsiteX35125" fmla="*/ 339116 w 5158787"/>
              <a:gd name="connsiteY35125" fmla="*/ 815529 h 4489084"/>
              <a:gd name="connsiteX35126" fmla="*/ 1082923 w 5158787"/>
              <a:gd name="connsiteY35126" fmla="*/ 815292 h 4489084"/>
              <a:gd name="connsiteX35127" fmla="*/ 1101046 w 5158787"/>
              <a:gd name="connsiteY35127" fmla="*/ 815292 h 4489084"/>
              <a:gd name="connsiteX35128" fmla="*/ 1102172 w 5158787"/>
              <a:gd name="connsiteY35128" fmla="*/ 815944 h 4489084"/>
              <a:gd name="connsiteX35129" fmla="*/ 1111233 w 5158787"/>
              <a:gd name="connsiteY35129" fmla="*/ 831638 h 4489084"/>
              <a:gd name="connsiteX35130" fmla="*/ 1111233 w 5158787"/>
              <a:gd name="connsiteY35130" fmla="*/ 832941 h 4489084"/>
              <a:gd name="connsiteX35131" fmla="*/ 1102172 w 5158787"/>
              <a:gd name="connsiteY35131" fmla="*/ 848636 h 4489084"/>
              <a:gd name="connsiteX35132" fmla="*/ 1101046 w 5158787"/>
              <a:gd name="connsiteY35132" fmla="*/ 849287 h 4489084"/>
              <a:gd name="connsiteX35133" fmla="*/ 1082923 w 5158787"/>
              <a:gd name="connsiteY35133" fmla="*/ 849287 h 4489084"/>
              <a:gd name="connsiteX35134" fmla="*/ 1081798 w 5158787"/>
              <a:gd name="connsiteY35134" fmla="*/ 848636 h 4489084"/>
              <a:gd name="connsiteX35135" fmla="*/ 1072737 w 5158787"/>
              <a:gd name="connsiteY35135" fmla="*/ 832941 h 4489084"/>
              <a:gd name="connsiteX35136" fmla="*/ 1072737 w 5158787"/>
              <a:gd name="connsiteY35136" fmla="*/ 831638 h 4489084"/>
              <a:gd name="connsiteX35137" fmla="*/ 1081798 w 5158787"/>
              <a:gd name="connsiteY35137" fmla="*/ 815944 h 4489084"/>
              <a:gd name="connsiteX35138" fmla="*/ 1082923 w 5158787"/>
              <a:gd name="connsiteY35138" fmla="*/ 815292 h 4489084"/>
              <a:gd name="connsiteX35139" fmla="*/ 1015288 w 5158787"/>
              <a:gd name="connsiteY35139" fmla="*/ 815292 h 4489084"/>
              <a:gd name="connsiteX35140" fmla="*/ 1033411 w 5158787"/>
              <a:gd name="connsiteY35140" fmla="*/ 815292 h 4489084"/>
              <a:gd name="connsiteX35141" fmla="*/ 1034537 w 5158787"/>
              <a:gd name="connsiteY35141" fmla="*/ 815944 h 4489084"/>
              <a:gd name="connsiteX35142" fmla="*/ 1043598 w 5158787"/>
              <a:gd name="connsiteY35142" fmla="*/ 831638 h 4489084"/>
              <a:gd name="connsiteX35143" fmla="*/ 1043598 w 5158787"/>
              <a:gd name="connsiteY35143" fmla="*/ 832941 h 4489084"/>
              <a:gd name="connsiteX35144" fmla="*/ 1034537 w 5158787"/>
              <a:gd name="connsiteY35144" fmla="*/ 848636 h 4489084"/>
              <a:gd name="connsiteX35145" fmla="*/ 1033411 w 5158787"/>
              <a:gd name="connsiteY35145" fmla="*/ 849287 h 4489084"/>
              <a:gd name="connsiteX35146" fmla="*/ 1015288 w 5158787"/>
              <a:gd name="connsiteY35146" fmla="*/ 849287 h 4489084"/>
              <a:gd name="connsiteX35147" fmla="*/ 1014163 w 5158787"/>
              <a:gd name="connsiteY35147" fmla="*/ 848636 h 4489084"/>
              <a:gd name="connsiteX35148" fmla="*/ 1005102 w 5158787"/>
              <a:gd name="connsiteY35148" fmla="*/ 832941 h 4489084"/>
              <a:gd name="connsiteX35149" fmla="*/ 1005102 w 5158787"/>
              <a:gd name="connsiteY35149" fmla="*/ 831638 h 4489084"/>
              <a:gd name="connsiteX35150" fmla="*/ 1014163 w 5158787"/>
              <a:gd name="connsiteY35150" fmla="*/ 815944 h 4489084"/>
              <a:gd name="connsiteX35151" fmla="*/ 1015288 w 5158787"/>
              <a:gd name="connsiteY35151" fmla="*/ 815292 h 4489084"/>
              <a:gd name="connsiteX35152" fmla="*/ 474149 w 5158787"/>
              <a:gd name="connsiteY35152" fmla="*/ 815114 h 4489084"/>
              <a:gd name="connsiteX35153" fmla="*/ 492449 w 5158787"/>
              <a:gd name="connsiteY35153" fmla="*/ 815114 h 4489084"/>
              <a:gd name="connsiteX35154" fmla="*/ 493575 w 5158787"/>
              <a:gd name="connsiteY35154" fmla="*/ 815766 h 4489084"/>
              <a:gd name="connsiteX35155" fmla="*/ 502755 w 5158787"/>
              <a:gd name="connsiteY35155" fmla="*/ 831638 h 4489084"/>
              <a:gd name="connsiteX35156" fmla="*/ 502755 w 5158787"/>
              <a:gd name="connsiteY35156" fmla="*/ 832941 h 4489084"/>
              <a:gd name="connsiteX35157" fmla="*/ 493575 w 5158787"/>
              <a:gd name="connsiteY35157" fmla="*/ 848813 h 4489084"/>
              <a:gd name="connsiteX35158" fmla="*/ 492449 w 5158787"/>
              <a:gd name="connsiteY35158" fmla="*/ 849465 h 4489084"/>
              <a:gd name="connsiteX35159" fmla="*/ 474149 w 5158787"/>
              <a:gd name="connsiteY35159" fmla="*/ 849465 h 4489084"/>
              <a:gd name="connsiteX35160" fmla="*/ 473024 w 5158787"/>
              <a:gd name="connsiteY35160" fmla="*/ 848813 h 4489084"/>
              <a:gd name="connsiteX35161" fmla="*/ 463844 w 5158787"/>
              <a:gd name="connsiteY35161" fmla="*/ 832941 h 4489084"/>
              <a:gd name="connsiteX35162" fmla="*/ 463844 w 5158787"/>
              <a:gd name="connsiteY35162" fmla="*/ 831638 h 4489084"/>
              <a:gd name="connsiteX35163" fmla="*/ 473024 w 5158787"/>
              <a:gd name="connsiteY35163" fmla="*/ 815766 h 4489084"/>
              <a:gd name="connsiteX35164" fmla="*/ 474149 w 5158787"/>
              <a:gd name="connsiteY35164" fmla="*/ 815114 h 4489084"/>
              <a:gd name="connsiteX35165" fmla="*/ 1150382 w 5158787"/>
              <a:gd name="connsiteY35165" fmla="*/ 814878 h 4489084"/>
              <a:gd name="connsiteX35166" fmla="*/ 1168919 w 5158787"/>
              <a:gd name="connsiteY35166" fmla="*/ 814878 h 4489084"/>
              <a:gd name="connsiteX35167" fmla="*/ 1170044 w 5158787"/>
              <a:gd name="connsiteY35167" fmla="*/ 815529 h 4489084"/>
              <a:gd name="connsiteX35168" fmla="*/ 1179283 w 5158787"/>
              <a:gd name="connsiteY35168" fmla="*/ 831579 h 4489084"/>
              <a:gd name="connsiteX35169" fmla="*/ 1179283 w 5158787"/>
              <a:gd name="connsiteY35169" fmla="*/ 832882 h 4489084"/>
              <a:gd name="connsiteX35170" fmla="*/ 1169985 w 5158787"/>
              <a:gd name="connsiteY35170" fmla="*/ 848932 h 4489084"/>
              <a:gd name="connsiteX35171" fmla="*/ 1168860 w 5158787"/>
              <a:gd name="connsiteY35171" fmla="*/ 849584 h 4489084"/>
              <a:gd name="connsiteX35172" fmla="*/ 1150322 w 5158787"/>
              <a:gd name="connsiteY35172" fmla="*/ 849584 h 4489084"/>
              <a:gd name="connsiteX35173" fmla="*/ 1149197 w 5158787"/>
              <a:gd name="connsiteY35173" fmla="*/ 848932 h 4489084"/>
              <a:gd name="connsiteX35174" fmla="*/ 1139958 w 5158787"/>
              <a:gd name="connsiteY35174" fmla="*/ 832882 h 4489084"/>
              <a:gd name="connsiteX35175" fmla="*/ 1139958 w 5158787"/>
              <a:gd name="connsiteY35175" fmla="*/ 831579 h 4489084"/>
              <a:gd name="connsiteX35176" fmla="*/ 1149256 w 5158787"/>
              <a:gd name="connsiteY35176" fmla="*/ 815529 h 4489084"/>
              <a:gd name="connsiteX35177" fmla="*/ 1150382 w 5158787"/>
              <a:gd name="connsiteY35177" fmla="*/ 814878 h 4489084"/>
              <a:gd name="connsiteX35178" fmla="*/ 406396 w 5158787"/>
              <a:gd name="connsiteY35178" fmla="*/ 814878 h 4489084"/>
              <a:gd name="connsiteX35179" fmla="*/ 424933 w 5158787"/>
              <a:gd name="connsiteY35179" fmla="*/ 814878 h 4489084"/>
              <a:gd name="connsiteX35180" fmla="*/ 426058 w 5158787"/>
              <a:gd name="connsiteY35180" fmla="*/ 815529 h 4489084"/>
              <a:gd name="connsiteX35181" fmla="*/ 435297 w 5158787"/>
              <a:gd name="connsiteY35181" fmla="*/ 831579 h 4489084"/>
              <a:gd name="connsiteX35182" fmla="*/ 435297 w 5158787"/>
              <a:gd name="connsiteY35182" fmla="*/ 832882 h 4489084"/>
              <a:gd name="connsiteX35183" fmla="*/ 425999 w 5158787"/>
              <a:gd name="connsiteY35183" fmla="*/ 848932 h 4489084"/>
              <a:gd name="connsiteX35184" fmla="*/ 424874 w 5158787"/>
              <a:gd name="connsiteY35184" fmla="*/ 849584 h 4489084"/>
              <a:gd name="connsiteX35185" fmla="*/ 406336 w 5158787"/>
              <a:gd name="connsiteY35185" fmla="*/ 849584 h 4489084"/>
              <a:gd name="connsiteX35186" fmla="*/ 405211 w 5158787"/>
              <a:gd name="connsiteY35186" fmla="*/ 848932 h 4489084"/>
              <a:gd name="connsiteX35187" fmla="*/ 395972 w 5158787"/>
              <a:gd name="connsiteY35187" fmla="*/ 832882 h 4489084"/>
              <a:gd name="connsiteX35188" fmla="*/ 395972 w 5158787"/>
              <a:gd name="connsiteY35188" fmla="*/ 831579 h 4489084"/>
              <a:gd name="connsiteX35189" fmla="*/ 405270 w 5158787"/>
              <a:gd name="connsiteY35189" fmla="*/ 815529 h 4489084"/>
              <a:gd name="connsiteX35190" fmla="*/ 406396 w 5158787"/>
              <a:gd name="connsiteY35190" fmla="*/ 814878 h 4489084"/>
              <a:gd name="connsiteX35191" fmla="*/ 3720276 w 5158787"/>
              <a:gd name="connsiteY35191" fmla="*/ 814759 h 4489084"/>
              <a:gd name="connsiteX35192" fmla="*/ 3738932 w 5158787"/>
              <a:gd name="connsiteY35192" fmla="*/ 814759 h 4489084"/>
              <a:gd name="connsiteX35193" fmla="*/ 3740057 w 5158787"/>
              <a:gd name="connsiteY35193" fmla="*/ 815411 h 4489084"/>
              <a:gd name="connsiteX35194" fmla="*/ 3749356 w 5158787"/>
              <a:gd name="connsiteY35194" fmla="*/ 831579 h 4489084"/>
              <a:gd name="connsiteX35195" fmla="*/ 3749356 w 5158787"/>
              <a:gd name="connsiteY35195" fmla="*/ 832882 h 4489084"/>
              <a:gd name="connsiteX35196" fmla="*/ 3739998 w 5158787"/>
              <a:gd name="connsiteY35196" fmla="*/ 849050 h 4489084"/>
              <a:gd name="connsiteX35197" fmla="*/ 3738873 w 5158787"/>
              <a:gd name="connsiteY35197" fmla="*/ 849702 h 4489084"/>
              <a:gd name="connsiteX35198" fmla="*/ 3720217 w 5158787"/>
              <a:gd name="connsiteY35198" fmla="*/ 849702 h 4489084"/>
              <a:gd name="connsiteX35199" fmla="*/ 3719092 w 5158787"/>
              <a:gd name="connsiteY35199" fmla="*/ 849050 h 4489084"/>
              <a:gd name="connsiteX35200" fmla="*/ 3709793 w 5158787"/>
              <a:gd name="connsiteY35200" fmla="*/ 832882 h 4489084"/>
              <a:gd name="connsiteX35201" fmla="*/ 3709793 w 5158787"/>
              <a:gd name="connsiteY35201" fmla="*/ 831579 h 4489084"/>
              <a:gd name="connsiteX35202" fmla="*/ 3719150 w 5158787"/>
              <a:gd name="connsiteY35202" fmla="*/ 815411 h 4489084"/>
              <a:gd name="connsiteX35203" fmla="*/ 3720276 w 5158787"/>
              <a:gd name="connsiteY35203" fmla="*/ 814759 h 4489084"/>
              <a:gd name="connsiteX35204" fmla="*/ 541488 w 5158787"/>
              <a:gd name="connsiteY35204" fmla="*/ 814581 h 4489084"/>
              <a:gd name="connsiteX35205" fmla="*/ 560381 w 5158787"/>
              <a:gd name="connsiteY35205" fmla="*/ 814581 h 4489084"/>
              <a:gd name="connsiteX35206" fmla="*/ 561506 w 5158787"/>
              <a:gd name="connsiteY35206" fmla="*/ 815233 h 4489084"/>
              <a:gd name="connsiteX35207" fmla="*/ 570923 w 5158787"/>
              <a:gd name="connsiteY35207" fmla="*/ 831579 h 4489084"/>
              <a:gd name="connsiteX35208" fmla="*/ 570923 w 5158787"/>
              <a:gd name="connsiteY35208" fmla="*/ 832941 h 4489084"/>
              <a:gd name="connsiteX35209" fmla="*/ 561506 w 5158787"/>
              <a:gd name="connsiteY35209" fmla="*/ 849287 h 4489084"/>
              <a:gd name="connsiteX35210" fmla="*/ 560381 w 5158787"/>
              <a:gd name="connsiteY35210" fmla="*/ 849938 h 4489084"/>
              <a:gd name="connsiteX35211" fmla="*/ 541488 w 5158787"/>
              <a:gd name="connsiteY35211" fmla="*/ 849938 h 4489084"/>
              <a:gd name="connsiteX35212" fmla="*/ 540363 w 5158787"/>
              <a:gd name="connsiteY35212" fmla="*/ 849287 h 4489084"/>
              <a:gd name="connsiteX35213" fmla="*/ 530946 w 5158787"/>
              <a:gd name="connsiteY35213" fmla="*/ 832941 h 4489084"/>
              <a:gd name="connsiteX35214" fmla="*/ 530946 w 5158787"/>
              <a:gd name="connsiteY35214" fmla="*/ 831579 h 4489084"/>
              <a:gd name="connsiteX35215" fmla="*/ 540363 w 5158787"/>
              <a:gd name="connsiteY35215" fmla="*/ 815233 h 4489084"/>
              <a:gd name="connsiteX35216" fmla="*/ 541488 w 5158787"/>
              <a:gd name="connsiteY35216" fmla="*/ 814581 h 4489084"/>
              <a:gd name="connsiteX35217" fmla="*/ 3922944 w 5158787"/>
              <a:gd name="connsiteY35217" fmla="*/ 814463 h 4489084"/>
              <a:gd name="connsiteX35218" fmla="*/ 3941956 w 5158787"/>
              <a:gd name="connsiteY35218" fmla="*/ 814463 h 4489084"/>
              <a:gd name="connsiteX35219" fmla="*/ 3943140 w 5158787"/>
              <a:gd name="connsiteY35219" fmla="*/ 815114 h 4489084"/>
              <a:gd name="connsiteX35220" fmla="*/ 3952616 w 5158787"/>
              <a:gd name="connsiteY35220" fmla="*/ 831579 h 4489084"/>
              <a:gd name="connsiteX35221" fmla="*/ 3952616 w 5158787"/>
              <a:gd name="connsiteY35221" fmla="*/ 832941 h 4489084"/>
              <a:gd name="connsiteX35222" fmla="*/ 3943140 w 5158787"/>
              <a:gd name="connsiteY35222" fmla="*/ 849406 h 4489084"/>
              <a:gd name="connsiteX35223" fmla="*/ 3941956 w 5158787"/>
              <a:gd name="connsiteY35223" fmla="*/ 850057 h 4489084"/>
              <a:gd name="connsiteX35224" fmla="*/ 3922944 w 5158787"/>
              <a:gd name="connsiteY35224" fmla="*/ 850057 h 4489084"/>
              <a:gd name="connsiteX35225" fmla="*/ 3921760 w 5158787"/>
              <a:gd name="connsiteY35225" fmla="*/ 849406 h 4489084"/>
              <a:gd name="connsiteX35226" fmla="*/ 3912284 w 5158787"/>
              <a:gd name="connsiteY35226" fmla="*/ 832941 h 4489084"/>
              <a:gd name="connsiteX35227" fmla="*/ 3912284 w 5158787"/>
              <a:gd name="connsiteY35227" fmla="*/ 831579 h 4489084"/>
              <a:gd name="connsiteX35228" fmla="*/ 3921760 w 5158787"/>
              <a:gd name="connsiteY35228" fmla="*/ 815114 h 4489084"/>
              <a:gd name="connsiteX35229" fmla="*/ 3922944 w 5158787"/>
              <a:gd name="connsiteY35229" fmla="*/ 814463 h 4489084"/>
              <a:gd name="connsiteX35230" fmla="*/ 947239 w 5158787"/>
              <a:gd name="connsiteY35230" fmla="*/ 814344 h 4489084"/>
              <a:gd name="connsiteX35231" fmla="*/ 966310 w 5158787"/>
              <a:gd name="connsiteY35231" fmla="*/ 814344 h 4489084"/>
              <a:gd name="connsiteX35232" fmla="*/ 967495 w 5158787"/>
              <a:gd name="connsiteY35232" fmla="*/ 814996 h 4489084"/>
              <a:gd name="connsiteX35233" fmla="*/ 977030 w 5158787"/>
              <a:gd name="connsiteY35233" fmla="*/ 831519 h 4489084"/>
              <a:gd name="connsiteX35234" fmla="*/ 977030 w 5158787"/>
              <a:gd name="connsiteY35234" fmla="*/ 832881 h 4489084"/>
              <a:gd name="connsiteX35235" fmla="*/ 967495 w 5158787"/>
              <a:gd name="connsiteY35235" fmla="*/ 849405 h 4489084"/>
              <a:gd name="connsiteX35236" fmla="*/ 966310 w 5158787"/>
              <a:gd name="connsiteY35236" fmla="*/ 850057 h 4489084"/>
              <a:gd name="connsiteX35237" fmla="*/ 947239 w 5158787"/>
              <a:gd name="connsiteY35237" fmla="*/ 850057 h 4489084"/>
              <a:gd name="connsiteX35238" fmla="*/ 946055 w 5158787"/>
              <a:gd name="connsiteY35238" fmla="*/ 849405 h 4489084"/>
              <a:gd name="connsiteX35239" fmla="*/ 936520 w 5158787"/>
              <a:gd name="connsiteY35239" fmla="*/ 832881 h 4489084"/>
              <a:gd name="connsiteX35240" fmla="*/ 936520 w 5158787"/>
              <a:gd name="connsiteY35240" fmla="*/ 831519 h 4489084"/>
              <a:gd name="connsiteX35241" fmla="*/ 946055 w 5158787"/>
              <a:gd name="connsiteY35241" fmla="*/ 814996 h 4489084"/>
              <a:gd name="connsiteX35242" fmla="*/ 947239 w 5158787"/>
              <a:gd name="connsiteY35242" fmla="*/ 814344 h 4489084"/>
              <a:gd name="connsiteX35243" fmla="*/ 4463965 w 5158787"/>
              <a:gd name="connsiteY35243" fmla="*/ 814285 h 4489084"/>
              <a:gd name="connsiteX35244" fmla="*/ 4483154 w 5158787"/>
              <a:gd name="connsiteY35244" fmla="*/ 814285 h 4489084"/>
              <a:gd name="connsiteX35245" fmla="*/ 4484339 w 5158787"/>
              <a:gd name="connsiteY35245" fmla="*/ 814936 h 4489084"/>
              <a:gd name="connsiteX35246" fmla="*/ 4493934 w 5158787"/>
              <a:gd name="connsiteY35246" fmla="*/ 831579 h 4489084"/>
              <a:gd name="connsiteX35247" fmla="*/ 4493934 w 5158787"/>
              <a:gd name="connsiteY35247" fmla="*/ 832941 h 4489084"/>
              <a:gd name="connsiteX35248" fmla="*/ 4484339 w 5158787"/>
              <a:gd name="connsiteY35248" fmla="*/ 849583 h 4489084"/>
              <a:gd name="connsiteX35249" fmla="*/ 4483154 w 5158787"/>
              <a:gd name="connsiteY35249" fmla="*/ 850234 h 4489084"/>
              <a:gd name="connsiteX35250" fmla="*/ 4463965 w 5158787"/>
              <a:gd name="connsiteY35250" fmla="*/ 850234 h 4489084"/>
              <a:gd name="connsiteX35251" fmla="*/ 4462781 w 5158787"/>
              <a:gd name="connsiteY35251" fmla="*/ 849583 h 4489084"/>
              <a:gd name="connsiteX35252" fmla="*/ 4453187 w 5158787"/>
              <a:gd name="connsiteY35252" fmla="*/ 832941 h 4489084"/>
              <a:gd name="connsiteX35253" fmla="*/ 4453187 w 5158787"/>
              <a:gd name="connsiteY35253" fmla="*/ 831579 h 4489084"/>
              <a:gd name="connsiteX35254" fmla="*/ 4462781 w 5158787"/>
              <a:gd name="connsiteY35254" fmla="*/ 814936 h 4489084"/>
              <a:gd name="connsiteX35255" fmla="*/ 4463965 w 5158787"/>
              <a:gd name="connsiteY35255" fmla="*/ 814285 h 4489084"/>
              <a:gd name="connsiteX35256" fmla="*/ 879545 w 5158787"/>
              <a:gd name="connsiteY35256" fmla="*/ 814285 h 4489084"/>
              <a:gd name="connsiteX35257" fmla="*/ 898733 w 5158787"/>
              <a:gd name="connsiteY35257" fmla="*/ 814285 h 4489084"/>
              <a:gd name="connsiteX35258" fmla="*/ 899918 w 5158787"/>
              <a:gd name="connsiteY35258" fmla="*/ 814936 h 4489084"/>
              <a:gd name="connsiteX35259" fmla="*/ 909512 w 5158787"/>
              <a:gd name="connsiteY35259" fmla="*/ 831579 h 4489084"/>
              <a:gd name="connsiteX35260" fmla="*/ 909512 w 5158787"/>
              <a:gd name="connsiteY35260" fmla="*/ 832941 h 4489084"/>
              <a:gd name="connsiteX35261" fmla="*/ 899918 w 5158787"/>
              <a:gd name="connsiteY35261" fmla="*/ 849583 h 4489084"/>
              <a:gd name="connsiteX35262" fmla="*/ 898733 w 5158787"/>
              <a:gd name="connsiteY35262" fmla="*/ 850234 h 4489084"/>
              <a:gd name="connsiteX35263" fmla="*/ 879545 w 5158787"/>
              <a:gd name="connsiteY35263" fmla="*/ 850234 h 4489084"/>
              <a:gd name="connsiteX35264" fmla="*/ 878360 w 5158787"/>
              <a:gd name="connsiteY35264" fmla="*/ 849583 h 4489084"/>
              <a:gd name="connsiteX35265" fmla="*/ 868766 w 5158787"/>
              <a:gd name="connsiteY35265" fmla="*/ 832941 h 4489084"/>
              <a:gd name="connsiteX35266" fmla="*/ 868766 w 5158787"/>
              <a:gd name="connsiteY35266" fmla="*/ 831579 h 4489084"/>
              <a:gd name="connsiteX35267" fmla="*/ 878360 w 5158787"/>
              <a:gd name="connsiteY35267" fmla="*/ 814936 h 4489084"/>
              <a:gd name="connsiteX35268" fmla="*/ 879545 w 5158787"/>
              <a:gd name="connsiteY35268" fmla="*/ 814285 h 4489084"/>
              <a:gd name="connsiteX35269" fmla="*/ 811435 w 5158787"/>
              <a:gd name="connsiteY35269" fmla="*/ 813456 h 4489084"/>
              <a:gd name="connsiteX35270" fmla="*/ 831513 w 5158787"/>
              <a:gd name="connsiteY35270" fmla="*/ 813456 h 4489084"/>
              <a:gd name="connsiteX35271" fmla="*/ 832757 w 5158787"/>
              <a:gd name="connsiteY35271" fmla="*/ 814167 h 4489084"/>
              <a:gd name="connsiteX35272" fmla="*/ 842766 w 5158787"/>
              <a:gd name="connsiteY35272" fmla="*/ 831579 h 4489084"/>
              <a:gd name="connsiteX35273" fmla="*/ 842766 w 5158787"/>
              <a:gd name="connsiteY35273" fmla="*/ 833000 h 4489084"/>
              <a:gd name="connsiteX35274" fmla="*/ 832697 w 5158787"/>
              <a:gd name="connsiteY35274" fmla="*/ 850413 h 4489084"/>
              <a:gd name="connsiteX35275" fmla="*/ 831454 w 5158787"/>
              <a:gd name="connsiteY35275" fmla="*/ 851123 h 4489084"/>
              <a:gd name="connsiteX35276" fmla="*/ 811376 w 5158787"/>
              <a:gd name="connsiteY35276" fmla="*/ 851123 h 4489084"/>
              <a:gd name="connsiteX35277" fmla="*/ 810133 w 5158787"/>
              <a:gd name="connsiteY35277" fmla="*/ 850413 h 4489084"/>
              <a:gd name="connsiteX35278" fmla="*/ 800124 w 5158787"/>
              <a:gd name="connsiteY35278" fmla="*/ 833000 h 4489084"/>
              <a:gd name="connsiteX35279" fmla="*/ 800124 w 5158787"/>
              <a:gd name="connsiteY35279" fmla="*/ 831579 h 4489084"/>
              <a:gd name="connsiteX35280" fmla="*/ 810192 w 5158787"/>
              <a:gd name="connsiteY35280" fmla="*/ 814167 h 4489084"/>
              <a:gd name="connsiteX35281" fmla="*/ 811435 w 5158787"/>
              <a:gd name="connsiteY35281" fmla="*/ 813456 h 4489084"/>
              <a:gd name="connsiteX35282" fmla="*/ 4531068 w 5158787"/>
              <a:gd name="connsiteY35282" fmla="*/ 813338 h 4489084"/>
              <a:gd name="connsiteX35283" fmla="*/ 4551264 w 5158787"/>
              <a:gd name="connsiteY35283" fmla="*/ 813338 h 4489084"/>
              <a:gd name="connsiteX35284" fmla="*/ 4552508 w 5158787"/>
              <a:gd name="connsiteY35284" fmla="*/ 814049 h 4489084"/>
              <a:gd name="connsiteX35285" fmla="*/ 4562576 w 5158787"/>
              <a:gd name="connsiteY35285" fmla="*/ 831520 h 4489084"/>
              <a:gd name="connsiteX35286" fmla="*/ 4562576 w 5158787"/>
              <a:gd name="connsiteY35286" fmla="*/ 832941 h 4489084"/>
              <a:gd name="connsiteX35287" fmla="*/ 4552448 w 5158787"/>
              <a:gd name="connsiteY35287" fmla="*/ 850413 h 4489084"/>
              <a:gd name="connsiteX35288" fmla="*/ 4551205 w 5158787"/>
              <a:gd name="connsiteY35288" fmla="*/ 851124 h 4489084"/>
              <a:gd name="connsiteX35289" fmla="*/ 4531009 w 5158787"/>
              <a:gd name="connsiteY35289" fmla="*/ 851124 h 4489084"/>
              <a:gd name="connsiteX35290" fmla="*/ 4529766 w 5158787"/>
              <a:gd name="connsiteY35290" fmla="*/ 850413 h 4489084"/>
              <a:gd name="connsiteX35291" fmla="*/ 4519697 w 5158787"/>
              <a:gd name="connsiteY35291" fmla="*/ 832941 h 4489084"/>
              <a:gd name="connsiteX35292" fmla="*/ 4519697 w 5158787"/>
              <a:gd name="connsiteY35292" fmla="*/ 831520 h 4489084"/>
              <a:gd name="connsiteX35293" fmla="*/ 4529824 w 5158787"/>
              <a:gd name="connsiteY35293" fmla="*/ 814049 h 4489084"/>
              <a:gd name="connsiteX35294" fmla="*/ 4531068 w 5158787"/>
              <a:gd name="connsiteY35294" fmla="*/ 813338 h 4489084"/>
              <a:gd name="connsiteX35295" fmla="*/ 3989987 w 5158787"/>
              <a:gd name="connsiteY35295" fmla="*/ 813338 h 4489084"/>
              <a:gd name="connsiteX35296" fmla="*/ 4010183 w 5158787"/>
              <a:gd name="connsiteY35296" fmla="*/ 813338 h 4489084"/>
              <a:gd name="connsiteX35297" fmla="*/ 4011427 w 5158787"/>
              <a:gd name="connsiteY35297" fmla="*/ 814049 h 4489084"/>
              <a:gd name="connsiteX35298" fmla="*/ 4021495 w 5158787"/>
              <a:gd name="connsiteY35298" fmla="*/ 831520 h 4489084"/>
              <a:gd name="connsiteX35299" fmla="*/ 4021495 w 5158787"/>
              <a:gd name="connsiteY35299" fmla="*/ 832941 h 4489084"/>
              <a:gd name="connsiteX35300" fmla="*/ 4011367 w 5158787"/>
              <a:gd name="connsiteY35300" fmla="*/ 850413 h 4489084"/>
              <a:gd name="connsiteX35301" fmla="*/ 4010123 w 5158787"/>
              <a:gd name="connsiteY35301" fmla="*/ 851124 h 4489084"/>
              <a:gd name="connsiteX35302" fmla="*/ 3989928 w 5158787"/>
              <a:gd name="connsiteY35302" fmla="*/ 851124 h 4489084"/>
              <a:gd name="connsiteX35303" fmla="*/ 3988684 w 5158787"/>
              <a:gd name="connsiteY35303" fmla="*/ 850413 h 4489084"/>
              <a:gd name="connsiteX35304" fmla="*/ 3978616 w 5158787"/>
              <a:gd name="connsiteY35304" fmla="*/ 832941 h 4489084"/>
              <a:gd name="connsiteX35305" fmla="*/ 3978616 w 5158787"/>
              <a:gd name="connsiteY35305" fmla="*/ 831520 h 4489084"/>
              <a:gd name="connsiteX35306" fmla="*/ 3988743 w 5158787"/>
              <a:gd name="connsiteY35306" fmla="*/ 814049 h 4489084"/>
              <a:gd name="connsiteX35307" fmla="*/ 3989987 w 5158787"/>
              <a:gd name="connsiteY35307" fmla="*/ 813338 h 4489084"/>
              <a:gd name="connsiteX35308" fmla="*/ 2772497 w 5158787"/>
              <a:gd name="connsiteY35308" fmla="*/ 813042 h 4489084"/>
              <a:gd name="connsiteX35309" fmla="*/ 2793049 w 5158787"/>
              <a:gd name="connsiteY35309" fmla="*/ 813042 h 4489084"/>
              <a:gd name="connsiteX35310" fmla="*/ 2794292 w 5158787"/>
              <a:gd name="connsiteY35310" fmla="*/ 813753 h 4489084"/>
              <a:gd name="connsiteX35311" fmla="*/ 2804538 w 5158787"/>
              <a:gd name="connsiteY35311" fmla="*/ 831520 h 4489084"/>
              <a:gd name="connsiteX35312" fmla="*/ 2804538 w 5158787"/>
              <a:gd name="connsiteY35312" fmla="*/ 833001 h 4489084"/>
              <a:gd name="connsiteX35313" fmla="*/ 2794292 w 5158787"/>
              <a:gd name="connsiteY35313" fmla="*/ 850769 h 4489084"/>
              <a:gd name="connsiteX35314" fmla="*/ 2793049 w 5158787"/>
              <a:gd name="connsiteY35314" fmla="*/ 851479 h 4489084"/>
              <a:gd name="connsiteX35315" fmla="*/ 2772497 w 5158787"/>
              <a:gd name="connsiteY35315" fmla="*/ 851479 h 4489084"/>
              <a:gd name="connsiteX35316" fmla="*/ 2771254 w 5158787"/>
              <a:gd name="connsiteY35316" fmla="*/ 850769 h 4489084"/>
              <a:gd name="connsiteX35317" fmla="*/ 2761008 w 5158787"/>
              <a:gd name="connsiteY35317" fmla="*/ 833001 h 4489084"/>
              <a:gd name="connsiteX35318" fmla="*/ 2761008 w 5158787"/>
              <a:gd name="connsiteY35318" fmla="*/ 831520 h 4489084"/>
              <a:gd name="connsiteX35319" fmla="*/ 2771254 w 5158787"/>
              <a:gd name="connsiteY35319" fmla="*/ 813753 h 4489084"/>
              <a:gd name="connsiteX35320" fmla="*/ 2772497 w 5158787"/>
              <a:gd name="connsiteY35320" fmla="*/ 813042 h 4489084"/>
              <a:gd name="connsiteX35321" fmla="*/ 4598406 w 5158787"/>
              <a:gd name="connsiteY35321" fmla="*/ 812805 h 4489084"/>
              <a:gd name="connsiteX35322" fmla="*/ 4619135 w 5158787"/>
              <a:gd name="connsiteY35322" fmla="*/ 812805 h 4489084"/>
              <a:gd name="connsiteX35323" fmla="*/ 4620379 w 5158787"/>
              <a:gd name="connsiteY35323" fmla="*/ 813516 h 4489084"/>
              <a:gd name="connsiteX35324" fmla="*/ 4630743 w 5158787"/>
              <a:gd name="connsiteY35324" fmla="*/ 831520 h 4489084"/>
              <a:gd name="connsiteX35325" fmla="*/ 4630743 w 5158787"/>
              <a:gd name="connsiteY35325" fmla="*/ 833001 h 4489084"/>
              <a:gd name="connsiteX35326" fmla="*/ 4620379 w 5158787"/>
              <a:gd name="connsiteY35326" fmla="*/ 851005 h 4489084"/>
              <a:gd name="connsiteX35327" fmla="*/ 4619135 w 5158787"/>
              <a:gd name="connsiteY35327" fmla="*/ 851716 h 4489084"/>
              <a:gd name="connsiteX35328" fmla="*/ 4598406 w 5158787"/>
              <a:gd name="connsiteY35328" fmla="*/ 851716 h 4489084"/>
              <a:gd name="connsiteX35329" fmla="*/ 4597162 w 5158787"/>
              <a:gd name="connsiteY35329" fmla="*/ 851005 h 4489084"/>
              <a:gd name="connsiteX35330" fmla="*/ 4586798 w 5158787"/>
              <a:gd name="connsiteY35330" fmla="*/ 833001 h 4489084"/>
              <a:gd name="connsiteX35331" fmla="*/ 4586798 w 5158787"/>
              <a:gd name="connsiteY35331" fmla="*/ 831520 h 4489084"/>
              <a:gd name="connsiteX35332" fmla="*/ 4597162 w 5158787"/>
              <a:gd name="connsiteY35332" fmla="*/ 813516 h 4489084"/>
              <a:gd name="connsiteX35333" fmla="*/ 4598406 w 5158787"/>
              <a:gd name="connsiteY35333" fmla="*/ 812805 h 4489084"/>
              <a:gd name="connsiteX35334" fmla="*/ 4057030 w 5158787"/>
              <a:gd name="connsiteY35334" fmla="*/ 812094 h 4489084"/>
              <a:gd name="connsiteX35335" fmla="*/ 4078529 w 5158787"/>
              <a:gd name="connsiteY35335" fmla="*/ 812094 h 4489084"/>
              <a:gd name="connsiteX35336" fmla="*/ 4079831 w 5158787"/>
              <a:gd name="connsiteY35336" fmla="*/ 812864 h 4489084"/>
              <a:gd name="connsiteX35337" fmla="*/ 4090611 w 5158787"/>
              <a:gd name="connsiteY35337" fmla="*/ 831520 h 4489084"/>
              <a:gd name="connsiteX35338" fmla="*/ 4090611 w 5158787"/>
              <a:gd name="connsiteY35338" fmla="*/ 833060 h 4489084"/>
              <a:gd name="connsiteX35339" fmla="*/ 4079831 w 5158787"/>
              <a:gd name="connsiteY35339" fmla="*/ 851715 h 4489084"/>
              <a:gd name="connsiteX35340" fmla="*/ 4078529 w 5158787"/>
              <a:gd name="connsiteY35340" fmla="*/ 852485 h 4489084"/>
              <a:gd name="connsiteX35341" fmla="*/ 4057030 w 5158787"/>
              <a:gd name="connsiteY35341" fmla="*/ 852485 h 4489084"/>
              <a:gd name="connsiteX35342" fmla="*/ 4055727 w 5158787"/>
              <a:gd name="connsiteY35342" fmla="*/ 851715 h 4489084"/>
              <a:gd name="connsiteX35343" fmla="*/ 4044948 w 5158787"/>
              <a:gd name="connsiteY35343" fmla="*/ 833060 h 4489084"/>
              <a:gd name="connsiteX35344" fmla="*/ 4044948 w 5158787"/>
              <a:gd name="connsiteY35344" fmla="*/ 831520 h 4489084"/>
              <a:gd name="connsiteX35345" fmla="*/ 4055727 w 5158787"/>
              <a:gd name="connsiteY35345" fmla="*/ 812864 h 4489084"/>
              <a:gd name="connsiteX35346" fmla="*/ 4057030 w 5158787"/>
              <a:gd name="connsiteY35346" fmla="*/ 812094 h 4489084"/>
              <a:gd name="connsiteX35347" fmla="*/ 4665153 w 5158787"/>
              <a:gd name="connsiteY35347" fmla="*/ 811146 h 4489084"/>
              <a:gd name="connsiteX35348" fmla="*/ 4687658 w 5158787"/>
              <a:gd name="connsiteY35348" fmla="*/ 811146 h 4489084"/>
              <a:gd name="connsiteX35349" fmla="*/ 4689020 w 5158787"/>
              <a:gd name="connsiteY35349" fmla="*/ 811916 h 4489084"/>
              <a:gd name="connsiteX35350" fmla="*/ 4700273 w 5158787"/>
              <a:gd name="connsiteY35350" fmla="*/ 831401 h 4489084"/>
              <a:gd name="connsiteX35351" fmla="*/ 4700273 w 5158787"/>
              <a:gd name="connsiteY35351" fmla="*/ 833000 h 4489084"/>
              <a:gd name="connsiteX35352" fmla="*/ 4689020 w 5158787"/>
              <a:gd name="connsiteY35352" fmla="*/ 852485 h 4489084"/>
              <a:gd name="connsiteX35353" fmla="*/ 4687658 w 5158787"/>
              <a:gd name="connsiteY35353" fmla="*/ 853255 h 4489084"/>
              <a:gd name="connsiteX35354" fmla="*/ 4665153 w 5158787"/>
              <a:gd name="connsiteY35354" fmla="*/ 853255 h 4489084"/>
              <a:gd name="connsiteX35355" fmla="*/ 4663790 w 5158787"/>
              <a:gd name="connsiteY35355" fmla="*/ 852485 h 4489084"/>
              <a:gd name="connsiteX35356" fmla="*/ 4652538 w 5158787"/>
              <a:gd name="connsiteY35356" fmla="*/ 833000 h 4489084"/>
              <a:gd name="connsiteX35357" fmla="*/ 4652538 w 5158787"/>
              <a:gd name="connsiteY35357" fmla="*/ 831401 h 4489084"/>
              <a:gd name="connsiteX35358" fmla="*/ 4663790 w 5158787"/>
              <a:gd name="connsiteY35358" fmla="*/ 811916 h 4489084"/>
              <a:gd name="connsiteX35359" fmla="*/ 4665153 w 5158787"/>
              <a:gd name="connsiteY35359" fmla="*/ 811146 h 4489084"/>
              <a:gd name="connsiteX35360" fmla="*/ 2838830 w 5158787"/>
              <a:gd name="connsiteY35360" fmla="*/ 810554 h 4489084"/>
              <a:gd name="connsiteX35361" fmla="*/ 2861987 w 5158787"/>
              <a:gd name="connsiteY35361" fmla="*/ 810554 h 4489084"/>
              <a:gd name="connsiteX35362" fmla="*/ 2863408 w 5158787"/>
              <a:gd name="connsiteY35362" fmla="*/ 811383 h 4489084"/>
              <a:gd name="connsiteX35363" fmla="*/ 2875016 w 5158787"/>
              <a:gd name="connsiteY35363" fmla="*/ 831460 h 4489084"/>
              <a:gd name="connsiteX35364" fmla="*/ 2875016 w 5158787"/>
              <a:gd name="connsiteY35364" fmla="*/ 833119 h 4489084"/>
              <a:gd name="connsiteX35365" fmla="*/ 2863408 w 5158787"/>
              <a:gd name="connsiteY35365" fmla="*/ 853196 h 4489084"/>
              <a:gd name="connsiteX35366" fmla="*/ 2861987 w 5158787"/>
              <a:gd name="connsiteY35366" fmla="*/ 854025 h 4489084"/>
              <a:gd name="connsiteX35367" fmla="*/ 2838830 w 5158787"/>
              <a:gd name="connsiteY35367" fmla="*/ 854025 h 4489084"/>
              <a:gd name="connsiteX35368" fmla="*/ 2837408 w 5158787"/>
              <a:gd name="connsiteY35368" fmla="*/ 853196 h 4489084"/>
              <a:gd name="connsiteX35369" fmla="*/ 2825800 w 5158787"/>
              <a:gd name="connsiteY35369" fmla="*/ 833119 h 4489084"/>
              <a:gd name="connsiteX35370" fmla="*/ 2825800 w 5158787"/>
              <a:gd name="connsiteY35370" fmla="*/ 831460 h 4489084"/>
              <a:gd name="connsiteX35371" fmla="*/ 2837408 w 5158787"/>
              <a:gd name="connsiteY35371" fmla="*/ 811383 h 4489084"/>
              <a:gd name="connsiteX35372" fmla="*/ 2838830 w 5158787"/>
              <a:gd name="connsiteY35372" fmla="*/ 810554 h 4489084"/>
              <a:gd name="connsiteX35373" fmla="*/ 4934983 w 5158787"/>
              <a:gd name="connsiteY35373" fmla="*/ 809903 h 4489084"/>
              <a:gd name="connsiteX35374" fmla="*/ 4958851 w 5158787"/>
              <a:gd name="connsiteY35374" fmla="*/ 809903 h 4489084"/>
              <a:gd name="connsiteX35375" fmla="*/ 4960331 w 5158787"/>
              <a:gd name="connsiteY35375" fmla="*/ 810732 h 4489084"/>
              <a:gd name="connsiteX35376" fmla="*/ 4972236 w 5158787"/>
              <a:gd name="connsiteY35376" fmla="*/ 831402 h 4489084"/>
              <a:gd name="connsiteX35377" fmla="*/ 4972236 w 5158787"/>
              <a:gd name="connsiteY35377" fmla="*/ 833060 h 4489084"/>
              <a:gd name="connsiteX35378" fmla="*/ 4960331 w 5158787"/>
              <a:gd name="connsiteY35378" fmla="*/ 853730 h 4489084"/>
              <a:gd name="connsiteX35379" fmla="*/ 4958851 w 5158787"/>
              <a:gd name="connsiteY35379" fmla="*/ 854559 h 4489084"/>
              <a:gd name="connsiteX35380" fmla="*/ 4934983 w 5158787"/>
              <a:gd name="connsiteY35380" fmla="*/ 854559 h 4489084"/>
              <a:gd name="connsiteX35381" fmla="*/ 4933502 w 5158787"/>
              <a:gd name="connsiteY35381" fmla="*/ 853730 h 4489084"/>
              <a:gd name="connsiteX35382" fmla="*/ 4921598 w 5158787"/>
              <a:gd name="connsiteY35382" fmla="*/ 833060 h 4489084"/>
              <a:gd name="connsiteX35383" fmla="*/ 4921598 w 5158787"/>
              <a:gd name="connsiteY35383" fmla="*/ 831402 h 4489084"/>
              <a:gd name="connsiteX35384" fmla="*/ 4933502 w 5158787"/>
              <a:gd name="connsiteY35384" fmla="*/ 810732 h 4489084"/>
              <a:gd name="connsiteX35385" fmla="*/ 4934983 w 5158787"/>
              <a:gd name="connsiteY35385" fmla="*/ 809903 h 4489084"/>
              <a:gd name="connsiteX35386" fmla="*/ 4867348 w 5158787"/>
              <a:gd name="connsiteY35386" fmla="*/ 809903 h 4489084"/>
              <a:gd name="connsiteX35387" fmla="*/ 4891215 w 5158787"/>
              <a:gd name="connsiteY35387" fmla="*/ 809903 h 4489084"/>
              <a:gd name="connsiteX35388" fmla="*/ 4892696 w 5158787"/>
              <a:gd name="connsiteY35388" fmla="*/ 810732 h 4489084"/>
              <a:gd name="connsiteX35389" fmla="*/ 4904600 w 5158787"/>
              <a:gd name="connsiteY35389" fmla="*/ 831402 h 4489084"/>
              <a:gd name="connsiteX35390" fmla="*/ 4904600 w 5158787"/>
              <a:gd name="connsiteY35390" fmla="*/ 833060 h 4489084"/>
              <a:gd name="connsiteX35391" fmla="*/ 4892696 w 5158787"/>
              <a:gd name="connsiteY35391" fmla="*/ 853730 h 4489084"/>
              <a:gd name="connsiteX35392" fmla="*/ 4891215 w 5158787"/>
              <a:gd name="connsiteY35392" fmla="*/ 854559 h 4489084"/>
              <a:gd name="connsiteX35393" fmla="*/ 4867348 w 5158787"/>
              <a:gd name="connsiteY35393" fmla="*/ 854559 h 4489084"/>
              <a:gd name="connsiteX35394" fmla="*/ 4865868 w 5158787"/>
              <a:gd name="connsiteY35394" fmla="*/ 853730 h 4489084"/>
              <a:gd name="connsiteX35395" fmla="*/ 4853963 w 5158787"/>
              <a:gd name="connsiteY35395" fmla="*/ 833060 h 4489084"/>
              <a:gd name="connsiteX35396" fmla="*/ 4853963 w 5158787"/>
              <a:gd name="connsiteY35396" fmla="*/ 831402 h 4489084"/>
              <a:gd name="connsiteX35397" fmla="*/ 4865868 w 5158787"/>
              <a:gd name="connsiteY35397" fmla="*/ 810732 h 4489084"/>
              <a:gd name="connsiteX35398" fmla="*/ 4867348 w 5158787"/>
              <a:gd name="connsiteY35398" fmla="*/ 809903 h 4489084"/>
              <a:gd name="connsiteX35399" fmla="*/ 4799595 w 5158787"/>
              <a:gd name="connsiteY35399" fmla="*/ 809607 h 4489084"/>
              <a:gd name="connsiteX35400" fmla="*/ 4823758 w 5158787"/>
              <a:gd name="connsiteY35400" fmla="*/ 809607 h 4489084"/>
              <a:gd name="connsiteX35401" fmla="*/ 4825239 w 5158787"/>
              <a:gd name="connsiteY35401" fmla="*/ 810436 h 4489084"/>
              <a:gd name="connsiteX35402" fmla="*/ 4837321 w 5158787"/>
              <a:gd name="connsiteY35402" fmla="*/ 831402 h 4489084"/>
              <a:gd name="connsiteX35403" fmla="*/ 4837321 w 5158787"/>
              <a:gd name="connsiteY35403" fmla="*/ 833119 h 4489084"/>
              <a:gd name="connsiteX35404" fmla="*/ 4825239 w 5158787"/>
              <a:gd name="connsiteY35404" fmla="*/ 854085 h 4489084"/>
              <a:gd name="connsiteX35405" fmla="*/ 4823758 w 5158787"/>
              <a:gd name="connsiteY35405" fmla="*/ 854914 h 4489084"/>
              <a:gd name="connsiteX35406" fmla="*/ 4799595 w 5158787"/>
              <a:gd name="connsiteY35406" fmla="*/ 854914 h 4489084"/>
              <a:gd name="connsiteX35407" fmla="*/ 4798114 w 5158787"/>
              <a:gd name="connsiteY35407" fmla="*/ 854085 h 4489084"/>
              <a:gd name="connsiteX35408" fmla="*/ 4786032 w 5158787"/>
              <a:gd name="connsiteY35408" fmla="*/ 833119 h 4489084"/>
              <a:gd name="connsiteX35409" fmla="*/ 4786032 w 5158787"/>
              <a:gd name="connsiteY35409" fmla="*/ 831402 h 4489084"/>
              <a:gd name="connsiteX35410" fmla="*/ 4798114 w 5158787"/>
              <a:gd name="connsiteY35410" fmla="*/ 810436 h 4489084"/>
              <a:gd name="connsiteX35411" fmla="*/ 4799595 w 5158787"/>
              <a:gd name="connsiteY35411" fmla="*/ 809607 h 4489084"/>
              <a:gd name="connsiteX35412" fmla="*/ 4731781 w 5158787"/>
              <a:gd name="connsiteY35412" fmla="*/ 809310 h 4489084"/>
              <a:gd name="connsiteX35413" fmla="*/ 4756301 w 5158787"/>
              <a:gd name="connsiteY35413" fmla="*/ 809310 h 4489084"/>
              <a:gd name="connsiteX35414" fmla="*/ 4757781 w 5158787"/>
              <a:gd name="connsiteY35414" fmla="*/ 810198 h 4489084"/>
              <a:gd name="connsiteX35415" fmla="*/ 4770041 w 5158787"/>
              <a:gd name="connsiteY35415" fmla="*/ 831401 h 4489084"/>
              <a:gd name="connsiteX35416" fmla="*/ 4770041 w 5158787"/>
              <a:gd name="connsiteY35416" fmla="*/ 833118 h 4489084"/>
              <a:gd name="connsiteX35417" fmla="*/ 4757781 w 5158787"/>
              <a:gd name="connsiteY35417" fmla="*/ 854321 h 4489084"/>
              <a:gd name="connsiteX35418" fmla="*/ 4756301 w 5158787"/>
              <a:gd name="connsiteY35418" fmla="*/ 855209 h 4489084"/>
              <a:gd name="connsiteX35419" fmla="*/ 4731781 w 5158787"/>
              <a:gd name="connsiteY35419" fmla="*/ 855209 h 4489084"/>
              <a:gd name="connsiteX35420" fmla="*/ 4730301 w 5158787"/>
              <a:gd name="connsiteY35420" fmla="*/ 854321 h 4489084"/>
              <a:gd name="connsiteX35421" fmla="*/ 4718041 w 5158787"/>
              <a:gd name="connsiteY35421" fmla="*/ 833118 h 4489084"/>
              <a:gd name="connsiteX35422" fmla="*/ 4718041 w 5158787"/>
              <a:gd name="connsiteY35422" fmla="*/ 831401 h 4489084"/>
              <a:gd name="connsiteX35423" fmla="*/ 4730301 w 5158787"/>
              <a:gd name="connsiteY35423" fmla="*/ 810198 h 4489084"/>
              <a:gd name="connsiteX35424" fmla="*/ 4731781 w 5158787"/>
              <a:gd name="connsiteY35424" fmla="*/ 809310 h 4489084"/>
              <a:gd name="connsiteX35425" fmla="*/ 4400121 w 5158787"/>
              <a:gd name="connsiteY35425" fmla="*/ 762878 h 4489084"/>
              <a:gd name="connsiteX35426" fmla="*/ 4411611 w 5158787"/>
              <a:gd name="connsiteY35426" fmla="*/ 762878 h 4489084"/>
              <a:gd name="connsiteX35427" fmla="*/ 4412321 w 5158787"/>
              <a:gd name="connsiteY35427" fmla="*/ 763293 h 4489084"/>
              <a:gd name="connsiteX35428" fmla="*/ 4418066 w 5158787"/>
              <a:gd name="connsiteY35428" fmla="*/ 773242 h 4489084"/>
              <a:gd name="connsiteX35429" fmla="*/ 4418066 w 5158787"/>
              <a:gd name="connsiteY35429" fmla="*/ 774072 h 4489084"/>
              <a:gd name="connsiteX35430" fmla="*/ 4412321 w 5158787"/>
              <a:gd name="connsiteY35430" fmla="*/ 784021 h 4489084"/>
              <a:gd name="connsiteX35431" fmla="*/ 4411611 w 5158787"/>
              <a:gd name="connsiteY35431" fmla="*/ 784436 h 4489084"/>
              <a:gd name="connsiteX35432" fmla="*/ 4400121 w 5158787"/>
              <a:gd name="connsiteY35432" fmla="*/ 784436 h 4489084"/>
              <a:gd name="connsiteX35433" fmla="*/ 4399411 w 5158787"/>
              <a:gd name="connsiteY35433" fmla="*/ 784021 h 4489084"/>
              <a:gd name="connsiteX35434" fmla="*/ 4393665 w 5158787"/>
              <a:gd name="connsiteY35434" fmla="*/ 774072 h 4489084"/>
              <a:gd name="connsiteX35435" fmla="*/ 4393665 w 5158787"/>
              <a:gd name="connsiteY35435" fmla="*/ 773242 h 4489084"/>
              <a:gd name="connsiteX35436" fmla="*/ 4399411 w 5158787"/>
              <a:gd name="connsiteY35436" fmla="*/ 763293 h 4489084"/>
              <a:gd name="connsiteX35437" fmla="*/ 4400121 w 5158787"/>
              <a:gd name="connsiteY35437" fmla="*/ 762878 h 4489084"/>
              <a:gd name="connsiteX35438" fmla="*/ 4332367 w 5158787"/>
              <a:gd name="connsiteY35438" fmla="*/ 762582 h 4489084"/>
              <a:gd name="connsiteX35439" fmla="*/ 4344153 w 5158787"/>
              <a:gd name="connsiteY35439" fmla="*/ 762582 h 4489084"/>
              <a:gd name="connsiteX35440" fmla="*/ 4344864 w 5158787"/>
              <a:gd name="connsiteY35440" fmla="*/ 762997 h 4489084"/>
              <a:gd name="connsiteX35441" fmla="*/ 4350786 w 5158787"/>
              <a:gd name="connsiteY35441" fmla="*/ 773242 h 4489084"/>
              <a:gd name="connsiteX35442" fmla="*/ 4350786 w 5158787"/>
              <a:gd name="connsiteY35442" fmla="*/ 774072 h 4489084"/>
              <a:gd name="connsiteX35443" fmla="*/ 4344864 w 5158787"/>
              <a:gd name="connsiteY35443" fmla="*/ 784318 h 4489084"/>
              <a:gd name="connsiteX35444" fmla="*/ 4344153 w 5158787"/>
              <a:gd name="connsiteY35444" fmla="*/ 784732 h 4489084"/>
              <a:gd name="connsiteX35445" fmla="*/ 4332367 w 5158787"/>
              <a:gd name="connsiteY35445" fmla="*/ 784732 h 4489084"/>
              <a:gd name="connsiteX35446" fmla="*/ 4331657 w 5158787"/>
              <a:gd name="connsiteY35446" fmla="*/ 784318 h 4489084"/>
              <a:gd name="connsiteX35447" fmla="*/ 4325734 w 5158787"/>
              <a:gd name="connsiteY35447" fmla="*/ 774072 h 4489084"/>
              <a:gd name="connsiteX35448" fmla="*/ 4325734 w 5158787"/>
              <a:gd name="connsiteY35448" fmla="*/ 773242 h 4489084"/>
              <a:gd name="connsiteX35449" fmla="*/ 4331657 w 5158787"/>
              <a:gd name="connsiteY35449" fmla="*/ 762997 h 4489084"/>
              <a:gd name="connsiteX35450" fmla="*/ 4332367 w 5158787"/>
              <a:gd name="connsiteY35450" fmla="*/ 762582 h 4489084"/>
              <a:gd name="connsiteX35451" fmla="*/ 4264555 w 5158787"/>
              <a:gd name="connsiteY35451" fmla="*/ 762286 h 4489084"/>
              <a:gd name="connsiteX35452" fmla="*/ 4276696 w 5158787"/>
              <a:gd name="connsiteY35452" fmla="*/ 762286 h 4489084"/>
              <a:gd name="connsiteX35453" fmla="*/ 4277466 w 5158787"/>
              <a:gd name="connsiteY35453" fmla="*/ 762700 h 4489084"/>
              <a:gd name="connsiteX35454" fmla="*/ 4283507 w 5158787"/>
              <a:gd name="connsiteY35454" fmla="*/ 773242 h 4489084"/>
              <a:gd name="connsiteX35455" fmla="*/ 4283507 w 5158787"/>
              <a:gd name="connsiteY35455" fmla="*/ 774072 h 4489084"/>
              <a:gd name="connsiteX35456" fmla="*/ 4277407 w 5158787"/>
              <a:gd name="connsiteY35456" fmla="*/ 784614 h 4489084"/>
              <a:gd name="connsiteX35457" fmla="*/ 4276637 w 5158787"/>
              <a:gd name="connsiteY35457" fmla="*/ 785028 h 4489084"/>
              <a:gd name="connsiteX35458" fmla="*/ 4264496 w 5158787"/>
              <a:gd name="connsiteY35458" fmla="*/ 785028 h 4489084"/>
              <a:gd name="connsiteX35459" fmla="*/ 4263726 w 5158787"/>
              <a:gd name="connsiteY35459" fmla="*/ 784614 h 4489084"/>
              <a:gd name="connsiteX35460" fmla="*/ 4257685 w 5158787"/>
              <a:gd name="connsiteY35460" fmla="*/ 774072 h 4489084"/>
              <a:gd name="connsiteX35461" fmla="*/ 4257685 w 5158787"/>
              <a:gd name="connsiteY35461" fmla="*/ 773242 h 4489084"/>
              <a:gd name="connsiteX35462" fmla="*/ 4263785 w 5158787"/>
              <a:gd name="connsiteY35462" fmla="*/ 762700 h 4489084"/>
              <a:gd name="connsiteX35463" fmla="*/ 4264555 w 5158787"/>
              <a:gd name="connsiteY35463" fmla="*/ 762286 h 4489084"/>
              <a:gd name="connsiteX35464" fmla="*/ 138580 w 5158787"/>
              <a:gd name="connsiteY35464" fmla="*/ 761338 h 4489084"/>
              <a:gd name="connsiteX35465" fmla="*/ 151728 w 5158787"/>
              <a:gd name="connsiteY35465" fmla="*/ 761338 h 4489084"/>
              <a:gd name="connsiteX35466" fmla="*/ 152557 w 5158787"/>
              <a:gd name="connsiteY35466" fmla="*/ 761812 h 4489084"/>
              <a:gd name="connsiteX35467" fmla="*/ 159131 w 5158787"/>
              <a:gd name="connsiteY35467" fmla="*/ 773183 h 4489084"/>
              <a:gd name="connsiteX35468" fmla="*/ 159131 w 5158787"/>
              <a:gd name="connsiteY35468" fmla="*/ 774131 h 4489084"/>
              <a:gd name="connsiteX35469" fmla="*/ 152557 w 5158787"/>
              <a:gd name="connsiteY35469" fmla="*/ 785502 h 4489084"/>
              <a:gd name="connsiteX35470" fmla="*/ 151728 w 5158787"/>
              <a:gd name="connsiteY35470" fmla="*/ 785976 h 4489084"/>
              <a:gd name="connsiteX35471" fmla="*/ 138580 w 5158787"/>
              <a:gd name="connsiteY35471" fmla="*/ 785976 h 4489084"/>
              <a:gd name="connsiteX35472" fmla="*/ 137751 w 5158787"/>
              <a:gd name="connsiteY35472" fmla="*/ 785502 h 4489084"/>
              <a:gd name="connsiteX35473" fmla="*/ 131177 w 5158787"/>
              <a:gd name="connsiteY35473" fmla="*/ 774131 h 4489084"/>
              <a:gd name="connsiteX35474" fmla="*/ 131177 w 5158787"/>
              <a:gd name="connsiteY35474" fmla="*/ 773183 h 4489084"/>
              <a:gd name="connsiteX35475" fmla="*/ 137751 w 5158787"/>
              <a:gd name="connsiteY35475" fmla="*/ 761812 h 4489084"/>
              <a:gd name="connsiteX35476" fmla="*/ 138580 w 5158787"/>
              <a:gd name="connsiteY35476" fmla="*/ 761338 h 4489084"/>
              <a:gd name="connsiteX35477" fmla="*/ 205444 w 5158787"/>
              <a:gd name="connsiteY35477" fmla="*/ 759917 h 4489084"/>
              <a:gd name="connsiteX35478" fmla="*/ 220132 w 5158787"/>
              <a:gd name="connsiteY35478" fmla="*/ 759917 h 4489084"/>
              <a:gd name="connsiteX35479" fmla="*/ 221021 w 5158787"/>
              <a:gd name="connsiteY35479" fmla="*/ 760450 h 4489084"/>
              <a:gd name="connsiteX35480" fmla="*/ 228365 w 5158787"/>
              <a:gd name="connsiteY35480" fmla="*/ 773184 h 4489084"/>
              <a:gd name="connsiteX35481" fmla="*/ 228365 w 5158787"/>
              <a:gd name="connsiteY35481" fmla="*/ 774250 h 4489084"/>
              <a:gd name="connsiteX35482" fmla="*/ 221021 w 5158787"/>
              <a:gd name="connsiteY35482" fmla="*/ 786983 h 4489084"/>
              <a:gd name="connsiteX35483" fmla="*/ 220132 w 5158787"/>
              <a:gd name="connsiteY35483" fmla="*/ 787516 h 4489084"/>
              <a:gd name="connsiteX35484" fmla="*/ 205444 w 5158787"/>
              <a:gd name="connsiteY35484" fmla="*/ 787516 h 4489084"/>
              <a:gd name="connsiteX35485" fmla="*/ 204556 w 5158787"/>
              <a:gd name="connsiteY35485" fmla="*/ 786983 h 4489084"/>
              <a:gd name="connsiteX35486" fmla="*/ 197212 w 5158787"/>
              <a:gd name="connsiteY35486" fmla="*/ 774250 h 4489084"/>
              <a:gd name="connsiteX35487" fmla="*/ 197212 w 5158787"/>
              <a:gd name="connsiteY35487" fmla="*/ 773184 h 4489084"/>
              <a:gd name="connsiteX35488" fmla="*/ 204556 w 5158787"/>
              <a:gd name="connsiteY35488" fmla="*/ 760450 h 4489084"/>
              <a:gd name="connsiteX35489" fmla="*/ 205444 w 5158787"/>
              <a:gd name="connsiteY35489" fmla="*/ 759917 h 4489084"/>
              <a:gd name="connsiteX35490" fmla="*/ 2707646 w 5158787"/>
              <a:gd name="connsiteY35490" fmla="*/ 759680 h 4489084"/>
              <a:gd name="connsiteX35491" fmla="*/ 2722571 w 5158787"/>
              <a:gd name="connsiteY35491" fmla="*/ 759680 h 4489084"/>
              <a:gd name="connsiteX35492" fmla="*/ 2723459 w 5158787"/>
              <a:gd name="connsiteY35492" fmla="*/ 760213 h 4489084"/>
              <a:gd name="connsiteX35493" fmla="*/ 2730921 w 5158787"/>
              <a:gd name="connsiteY35493" fmla="*/ 773124 h 4489084"/>
              <a:gd name="connsiteX35494" fmla="*/ 2730921 w 5158787"/>
              <a:gd name="connsiteY35494" fmla="*/ 774190 h 4489084"/>
              <a:gd name="connsiteX35495" fmla="*/ 2723459 w 5158787"/>
              <a:gd name="connsiteY35495" fmla="*/ 787101 h 4489084"/>
              <a:gd name="connsiteX35496" fmla="*/ 2722571 w 5158787"/>
              <a:gd name="connsiteY35496" fmla="*/ 787634 h 4489084"/>
              <a:gd name="connsiteX35497" fmla="*/ 2707646 w 5158787"/>
              <a:gd name="connsiteY35497" fmla="*/ 787634 h 4489084"/>
              <a:gd name="connsiteX35498" fmla="*/ 2706758 w 5158787"/>
              <a:gd name="connsiteY35498" fmla="*/ 787101 h 4489084"/>
              <a:gd name="connsiteX35499" fmla="*/ 2699295 w 5158787"/>
              <a:gd name="connsiteY35499" fmla="*/ 774190 h 4489084"/>
              <a:gd name="connsiteX35500" fmla="*/ 2699295 w 5158787"/>
              <a:gd name="connsiteY35500" fmla="*/ 773124 h 4489084"/>
              <a:gd name="connsiteX35501" fmla="*/ 2706758 w 5158787"/>
              <a:gd name="connsiteY35501" fmla="*/ 760213 h 4489084"/>
              <a:gd name="connsiteX35502" fmla="*/ 2707646 w 5158787"/>
              <a:gd name="connsiteY35502" fmla="*/ 759680 h 4489084"/>
              <a:gd name="connsiteX35503" fmla="*/ 3856908 w 5158787"/>
              <a:gd name="connsiteY35503" fmla="*/ 758851 h 4489084"/>
              <a:gd name="connsiteX35504" fmla="*/ 3872722 w 5158787"/>
              <a:gd name="connsiteY35504" fmla="*/ 758851 h 4489084"/>
              <a:gd name="connsiteX35505" fmla="*/ 3873669 w 5158787"/>
              <a:gd name="connsiteY35505" fmla="*/ 759384 h 4489084"/>
              <a:gd name="connsiteX35506" fmla="*/ 3881546 w 5158787"/>
              <a:gd name="connsiteY35506" fmla="*/ 773065 h 4489084"/>
              <a:gd name="connsiteX35507" fmla="*/ 3881546 w 5158787"/>
              <a:gd name="connsiteY35507" fmla="*/ 774190 h 4489084"/>
              <a:gd name="connsiteX35508" fmla="*/ 3873669 w 5158787"/>
              <a:gd name="connsiteY35508" fmla="*/ 787871 h 4489084"/>
              <a:gd name="connsiteX35509" fmla="*/ 3872722 w 5158787"/>
              <a:gd name="connsiteY35509" fmla="*/ 788404 h 4489084"/>
              <a:gd name="connsiteX35510" fmla="*/ 3856908 w 5158787"/>
              <a:gd name="connsiteY35510" fmla="*/ 788404 h 4489084"/>
              <a:gd name="connsiteX35511" fmla="*/ 3855961 w 5158787"/>
              <a:gd name="connsiteY35511" fmla="*/ 787871 h 4489084"/>
              <a:gd name="connsiteX35512" fmla="*/ 3848084 w 5158787"/>
              <a:gd name="connsiteY35512" fmla="*/ 774190 h 4489084"/>
              <a:gd name="connsiteX35513" fmla="*/ 3848084 w 5158787"/>
              <a:gd name="connsiteY35513" fmla="*/ 773065 h 4489084"/>
              <a:gd name="connsiteX35514" fmla="*/ 3855961 w 5158787"/>
              <a:gd name="connsiteY35514" fmla="*/ 759384 h 4489084"/>
              <a:gd name="connsiteX35515" fmla="*/ 3856908 w 5158787"/>
              <a:gd name="connsiteY35515" fmla="*/ 758851 h 4489084"/>
              <a:gd name="connsiteX35516" fmla="*/ 2639596 w 5158787"/>
              <a:gd name="connsiteY35516" fmla="*/ 758851 h 4489084"/>
              <a:gd name="connsiteX35517" fmla="*/ 2655409 w 5158787"/>
              <a:gd name="connsiteY35517" fmla="*/ 758851 h 4489084"/>
              <a:gd name="connsiteX35518" fmla="*/ 2656356 w 5158787"/>
              <a:gd name="connsiteY35518" fmla="*/ 759384 h 4489084"/>
              <a:gd name="connsiteX35519" fmla="*/ 2664233 w 5158787"/>
              <a:gd name="connsiteY35519" fmla="*/ 773065 h 4489084"/>
              <a:gd name="connsiteX35520" fmla="*/ 2664233 w 5158787"/>
              <a:gd name="connsiteY35520" fmla="*/ 774190 h 4489084"/>
              <a:gd name="connsiteX35521" fmla="*/ 2656356 w 5158787"/>
              <a:gd name="connsiteY35521" fmla="*/ 787871 h 4489084"/>
              <a:gd name="connsiteX35522" fmla="*/ 2655409 w 5158787"/>
              <a:gd name="connsiteY35522" fmla="*/ 788404 h 4489084"/>
              <a:gd name="connsiteX35523" fmla="*/ 2639596 w 5158787"/>
              <a:gd name="connsiteY35523" fmla="*/ 788404 h 4489084"/>
              <a:gd name="connsiteX35524" fmla="*/ 2638648 w 5158787"/>
              <a:gd name="connsiteY35524" fmla="*/ 787871 h 4489084"/>
              <a:gd name="connsiteX35525" fmla="*/ 2630771 w 5158787"/>
              <a:gd name="connsiteY35525" fmla="*/ 774190 h 4489084"/>
              <a:gd name="connsiteX35526" fmla="*/ 2630771 w 5158787"/>
              <a:gd name="connsiteY35526" fmla="*/ 773065 h 4489084"/>
              <a:gd name="connsiteX35527" fmla="*/ 2638648 w 5158787"/>
              <a:gd name="connsiteY35527" fmla="*/ 759384 h 4489084"/>
              <a:gd name="connsiteX35528" fmla="*/ 2639596 w 5158787"/>
              <a:gd name="connsiteY35528" fmla="*/ 758851 h 4489084"/>
              <a:gd name="connsiteX35529" fmla="*/ 2571546 w 5158787"/>
              <a:gd name="connsiteY35529" fmla="*/ 758022 h 4489084"/>
              <a:gd name="connsiteX35530" fmla="*/ 2588188 w 5158787"/>
              <a:gd name="connsiteY35530" fmla="*/ 758022 h 4489084"/>
              <a:gd name="connsiteX35531" fmla="*/ 2589195 w 5158787"/>
              <a:gd name="connsiteY35531" fmla="*/ 758614 h 4489084"/>
              <a:gd name="connsiteX35532" fmla="*/ 2597546 w 5158787"/>
              <a:gd name="connsiteY35532" fmla="*/ 773065 h 4489084"/>
              <a:gd name="connsiteX35533" fmla="*/ 2597546 w 5158787"/>
              <a:gd name="connsiteY35533" fmla="*/ 774250 h 4489084"/>
              <a:gd name="connsiteX35534" fmla="*/ 2589195 w 5158787"/>
              <a:gd name="connsiteY35534" fmla="*/ 788701 h 4489084"/>
              <a:gd name="connsiteX35535" fmla="*/ 2588188 w 5158787"/>
              <a:gd name="connsiteY35535" fmla="*/ 789293 h 4489084"/>
              <a:gd name="connsiteX35536" fmla="*/ 2571546 w 5158787"/>
              <a:gd name="connsiteY35536" fmla="*/ 789293 h 4489084"/>
              <a:gd name="connsiteX35537" fmla="*/ 2570539 w 5158787"/>
              <a:gd name="connsiteY35537" fmla="*/ 788701 h 4489084"/>
              <a:gd name="connsiteX35538" fmla="*/ 2562189 w 5158787"/>
              <a:gd name="connsiteY35538" fmla="*/ 774250 h 4489084"/>
              <a:gd name="connsiteX35539" fmla="*/ 2562189 w 5158787"/>
              <a:gd name="connsiteY35539" fmla="*/ 773065 h 4489084"/>
              <a:gd name="connsiteX35540" fmla="*/ 2570539 w 5158787"/>
              <a:gd name="connsiteY35540" fmla="*/ 758614 h 4489084"/>
              <a:gd name="connsiteX35541" fmla="*/ 2571546 w 5158787"/>
              <a:gd name="connsiteY35541" fmla="*/ 758022 h 4489084"/>
              <a:gd name="connsiteX35542" fmla="*/ 2503911 w 5158787"/>
              <a:gd name="connsiteY35542" fmla="*/ 758022 h 4489084"/>
              <a:gd name="connsiteX35543" fmla="*/ 2520553 w 5158787"/>
              <a:gd name="connsiteY35543" fmla="*/ 758022 h 4489084"/>
              <a:gd name="connsiteX35544" fmla="*/ 2521560 w 5158787"/>
              <a:gd name="connsiteY35544" fmla="*/ 758614 h 4489084"/>
              <a:gd name="connsiteX35545" fmla="*/ 2529911 w 5158787"/>
              <a:gd name="connsiteY35545" fmla="*/ 773065 h 4489084"/>
              <a:gd name="connsiteX35546" fmla="*/ 2529911 w 5158787"/>
              <a:gd name="connsiteY35546" fmla="*/ 774250 h 4489084"/>
              <a:gd name="connsiteX35547" fmla="*/ 2521560 w 5158787"/>
              <a:gd name="connsiteY35547" fmla="*/ 788701 h 4489084"/>
              <a:gd name="connsiteX35548" fmla="*/ 2520553 w 5158787"/>
              <a:gd name="connsiteY35548" fmla="*/ 789293 h 4489084"/>
              <a:gd name="connsiteX35549" fmla="*/ 2503911 w 5158787"/>
              <a:gd name="connsiteY35549" fmla="*/ 789293 h 4489084"/>
              <a:gd name="connsiteX35550" fmla="*/ 2502905 w 5158787"/>
              <a:gd name="connsiteY35550" fmla="*/ 788701 h 4489084"/>
              <a:gd name="connsiteX35551" fmla="*/ 2494554 w 5158787"/>
              <a:gd name="connsiteY35551" fmla="*/ 774250 h 4489084"/>
              <a:gd name="connsiteX35552" fmla="*/ 2494554 w 5158787"/>
              <a:gd name="connsiteY35552" fmla="*/ 773065 h 4489084"/>
              <a:gd name="connsiteX35553" fmla="*/ 2502905 w 5158787"/>
              <a:gd name="connsiteY35553" fmla="*/ 758614 h 4489084"/>
              <a:gd name="connsiteX35554" fmla="*/ 2503911 w 5158787"/>
              <a:gd name="connsiteY35554" fmla="*/ 758022 h 4489084"/>
              <a:gd name="connsiteX35555" fmla="*/ 2436099 w 5158787"/>
              <a:gd name="connsiteY35555" fmla="*/ 757725 h 4489084"/>
              <a:gd name="connsiteX35556" fmla="*/ 2453097 w 5158787"/>
              <a:gd name="connsiteY35556" fmla="*/ 757725 h 4489084"/>
              <a:gd name="connsiteX35557" fmla="*/ 2454163 w 5158787"/>
              <a:gd name="connsiteY35557" fmla="*/ 758317 h 4489084"/>
              <a:gd name="connsiteX35558" fmla="*/ 2462632 w 5158787"/>
              <a:gd name="connsiteY35558" fmla="*/ 773064 h 4489084"/>
              <a:gd name="connsiteX35559" fmla="*/ 2462632 w 5158787"/>
              <a:gd name="connsiteY35559" fmla="*/ 774249 h 4489084"/>
              <a:gd name="connsiteX35560" fmla="*/ 2454104 w 5158787"/>
              <a:gd name="connsiteY35560" fmla="*/ 788996 h 4489084"/>
              <a:gd name="connsiteX35561" fmla="*/ 2453037 w 5158787"/>
              <a:gd name="connsiteY35561" fmla="*/ 789588 h 4489084"/>
              <a:gd name="connsiteX35562" fmla="*/ 2436040 w 5158787"/>
              <a:gd name="connsiteY35562" fmla="*/ 789588 h 4489084"/>
              <a:gd name="connsiteX35563" fmla="*/ 2434974 w 5158787"/>
              <a:gd name="connsiteY35563" fmla="*/ 788996 h 4489084"/>
              <a:gd name="connsiteX35564" fmla="*/ 2426505 w 5158787"/>
              <a:gd name="connsiteY35564" fmla="*/ 774249 h 4489084"/>
              <a:gd name="connsiteX35565" fmla="*/ 2426505 w 5158787"/>
              <a:gd name="connsiteY35565" fmla="*/ 773064 h 4489084"/>
              <a:gd name="connsiteX35566" fmla="*/ 2435033 w 5158787"/>
              <a:gd name="connsiteY35566" fmla="*/ 758317 h 4489084"/>
              <a:gd name="connsiteX35567" fmla="*/ 2436099 w 5158787"/>
              <a:gd name="connsiteY35567" fmla="*/ 757725 h 4489084"/>
              <a:gd name="connsiteX35568" fmla="*/ 4464913 w 5158787"/>
              <a:gd name="connsiteY35568" fmla="*/ 757489 h 4489084"/>
              <a:gd name="connsiteX35569" fmla="*/ 4482148 w 5158787"/>
              <a:gd name="connsiteY35569" fmla="*/ 757489 h 4489084"/>
              <a:gd name="connsiteX35570" fmla="*/ 4483214 w 5158787"/>
              <a:gd name="connsiteY35570" fmla="*/ 758081 h 4489084"/>
              <a:gd name="connsiteX35571" fmla="*/ 4491802 w 5158787"/>
              <a:gd name="connsiteY35571" fmla="*/ 773006 h 4489084"/>
              <a:gd name="connsiteX35572" fmla="*/ 4491802 w 5158787"/>
              <a:gd name="connsiteY35572" fmla="*/ 774250 h 4489084"/>
              <a:gd name="connsiteX35573" fmla="*/ 4483154 w 5158787"/>
              <a:gd name="connsiteY35573" fmla="*/ 789174 h 4489084"/>
              <a:gd name="connsiteX35574" fmla="*/ 4482089 w 5158787"/>
              <a:gd name="connsiteY35574" fmla="*/ 789767 h 4489084"/>
              <a:gd name="connsiteX35575" fmla="*/ 4464854 w 5158787"/>
              <a:gd name="connsiteY35575" fmla="*/ 789767 h 4489084"/>
              <a:gd name="connsiteX35576" fmla="*/ 4463788 w 5158787"/>
              <a:gd name="connsiteY35576" fmla="*/ 789174 h 4489084"/>
              <a:gd name="connsiteX35577" fmla="*/ 4455200 w 5158787"/>
              <a:gd name="connsiteY35577" fmla="*/ 774250 h 4489084"/>
              <a:gd name="connsiteX35578" fmla="*/ 4455200 w 5158787"/>
              <a:gd name="connsiteY35578" fmla="*/ 773006 h 4489084"/>
              <a:gd name="connsiteX35579" fmla="*/ 4463848 w 5158787"/>
              <a:gd name="connsiteY35579" fmla="*/ 758081 h 4489084"/>
              <a:gd name="connsiteX35580" fmla="*/ 4464913 w 5158787"/>
              <a:gd name="connsiteY35580" fmla="*/ 757489 h 4489084"/>
              <a:gd name="connsiteX35581" fmla="*/ 745223 w 5158787"/>
              <a:gd name="connsiteY35581" fmla="*/ 757489 h 4489084"/>
              <a:gd name="connsiteX35582" fmla="*/ 762457 w 5158787"/>
              <a:gd name="connsiteY35582" fmla="*/ 757489 h 4489084"/>
              <a:gd name="connsiteX35583" fmla="*/ 763523 w 5158787"/>
              <a:gd name="connsiteY35583" fmla="*/ 758081 h 4489084"/>
              <a:gd name="connsiteX35584" fmla="*/ 772111 w 5158787"/>
              <a:gd name="connsiteY35584" fmla="*/ 773006 h 4489084"/>
              <a:gd name="connsiteX35585" fmla="*/ 772111 w 5158787"/>
              <a:gd name="connsiteY35585" fmla="*/ 774250 h 4489084"/>
              <a:gd name="connsiteX35586" fmla="*/ 763464 w 5158787"/>
              <a:gd name="connsiteY35586" fmla="*/ 789174 h 4489084"/>
              <a:gd name="connsiteX35587" fmla="*/ 762398 w 5158787"/>
              <a:gd name="connsiteY35587" fmla="*/ 789767 h 4489084"/>
              <a:gd name="connsiteX35588" fmla="*/ 745163 w 5158787"/>
              <a:gd name="connsiteY35588" fmla="*/ 789767 h 4489084"/>
              <a:gd name="connsiteX35589" fmla="*/ 744097 w 5158787"/>
              <a:gd name="connsiteY35589" fmla="*/ 789174 h 4489084"/>
              <a:gd name="connsiteX35590" fmla="*/ 735510 w 5158787"/>
              <a:gd name="connsiteY35590" fmla="*/ 774250 h 4489084"/>
              <a:gd name="connsiteX35591" fmla="*/ 735510 w 5158787"/>
              <a:gd name="connsiteY35591" fmla="*/ 773006 h 4489084"/>
              <a:gd name="connsiteX35592" fmla="*/ 744157 w 5158787"/>
              <a:gd name="connsiteY35592" fmla="*/ 758081 h 4489084"/>
              <a:gd name="connsiteX35593" fmla="*/ 745223 w 5158787"/>
              <a:gd name="connsiteY35593" fmla="*/ 757489 h 4489084"/>
              <a:gd name="connsiteX35594" fmla="*/ 947832 w 5158787"/>
              <a:gd name="connsiteY35594" fmla="*/ 757015 h 4489084"/>
              <a:gd name="connsiteX35595" fmla="*/ 965599 w 5158787"/>
              <a:gd name="connsiteY35595" fmla="*/ 757015 h 4489084"/>
              <a:gd name="connsiteX35596" fmla="*/ 966665 w 5158787"/>
              <a:gd name="connsiteY35596" fmla="*/ 757667 h 4489084"/>
              <a:gd name="connsiteX35597" fmla="*/ 975549 w 5158787"/>
              <a:gd name="connsiteY35597" fmla="*/ 773065 h 4489084"/>
              <a:gd name="connsiteX35598" fmla="*/ 975549 w 5158787"/>
              <a:gd name="connsiteY35598" fmla="*/ 774309 h 4489084"/>
              <a:gd name="connsiteX35599" fmla="*/ 966665 w 5158787"/>
              <a:gd name="connsiteY35599" fmla="*/ 789707 h 4489084"/>
              <a:gd name="connsiteX35600" fmla="*/ 965599 w 5158787"/>
              <a:gd name="connsiteY35600" fmla="*/ 790359 h 4489084"/>
              <a:gd name="connsiteX35601" fmla="*/ 947832 w 5158787"/>
              <a:gd name="connsiteY35601" fmla="*/ 790359 h 4489084"/>
              <a:gd name="connsiteX35602" fmla="*/ 946766 w 5158787"/>
              <a:gd name="connsiteY35602" fmla="*/ 789707 h 4489084"/>
              <a:gd name="connsiteX35603" fmla="*/ 937882 w 5158787"/>
              <a:gd name="connsiteY35603" fmla="*/ 774309 h 4489084"/>
              <a:gd name="connsiteX35604" fmla="*/ 937882 w 5158787"/>
              <a:gd name="connsiteY35604" fmla="*/ 773065 h 4489084"/>
              <a:gd name="connsiteX35605" fmla="*/ 946766 w 5158787"/>
              <a:gd name="connsiteY35605" fmla="*/ 757667 h 4489084"/>
              <a:gd name="connsiteX35606" fmla="*/ 947832 w 5158787"/>
              <a:gd name="connsiteY35606" fmla="*/ 757015 h 4489084"/>
              <a:gd name="connsiteX35607" fmla="*/ 474386 w 5158787"/>
              <a:gd name="connsiteY35607" fmla="*/ 756896 h 4489084"/>
              <a:gd name="connsiteX35608" fmla="*/ 492272 w 5158787"/>
              <a:gd name="connsiteY35608" fmla="*/ 756896 h 4489084"/>
              <a:gd name="connsiteX35609" fmla="*/ 493338 w 5158787"/>
              <a:gd name="connsiteY35609" fmla="*/ 757547 h 4489084"/>
              <a:gd name="connsiteX35610" fmla="*/ 502281 w 5158787"/>
              <a:gd name="connsiteY35610" fmla="*/ 773064 h 4489084"/>
              <a:gd name="connsiteX35611" fmla="*/ 502281 w 5158787"/>
              <a:gd name="connsiteY35611" fmla="*/ 774308 h 4489084"/>
              <a:gd name="connsiteX35612" fmla="*/ 493338 w 5158787"/>
              <a:gd name="connsiteY35612" fmla="*/ 789825 h 4489084"/>
              <a:gd name="connsiteX35613" fmla="*/ 492272 w 5158787"/>
              <a:gd name="connsiteY35613" fmla="*/ 790477 h 4489084"/>
              <a:gd name="connsiteX35614" fmla="*/ 474386 w 5158787"/>
              <a:gd name="connsiteY35614" fmla="*/ 790477 h 4489084"/>
              <a:gd name="connsiteX35615" fmla="*/ 473320 w 5158787"/>
              <a:gd name="connsiteY35615" fmla="*/ 789825 h 4489084"/>
              <a:gd name="connsiteX35616" fmla="*/ 464377 w 5158787"/>
              <a:gd name="connsiteY35616" fmla="*/ 774308 h 4489084"/>
              <a:gd name="connsiteX35617" fmla="*/ 464377 w 5158787"/>
              <a:gd name="connsiteY35617" fmla="*/ 773064 h 4489084"/>
              <a:gd name="connsiteX35618" fmla="*/ 473320 w 5158787"/>
              <a:gd name="connsiteY35618" fmla="*/ 757547 h 4489084"/>
              <a:gd name="connsiteX35619" fmla="*/ 474386 w 5158787"/>
              <a:gd name="connsiteY35619" fmla="*/ 756896 h 4489084"/>
              <a:gd name="connsiteX35620" fmla="*/ 406692 w 5158787"/>
              <a:gd name="connsiteY35620" fmla="*/ 756778 h 4489084"/>
              <a:gd name="connsiteX35621" fmla="*/ 424696 w 5158787"/>
              <a:gd name="connsiteY35621" fmla="*/ 756778 h 4489084"/>
              <a:gd name="connsiteX35622" fmla="*/ 425822 w 5158787"/>
              <a:gd name="connsiteY35622" fmla="*/ 757430 h 4489084"/>
              <a:gd name="connsiteX35623" fmla="*/ 434824 w 5158787"/>
              <a:gd name="connsiteY35623" fmla="*/ 773006 h 4489084"/>
              <a:gd name="connsiteX35624" fmla="*/ 434824 w 5158787"/>
              <a:gd name="connsiteY35624" fmla="*/ 774249 h 4489084"/>
              <a:gd name="connsiteX35625" fmla="*/ 425822 w 5158787"/>
              <a:gd name="connsiteY35625" fmla="*/ 789826 h 4489084"/>
              <a:gd name="connsiteX35626" fmla="*/ 424696 w 5158787"/>
              <a:gd name="connsiteY35626" fmla="*/ 790477 h 4489084"/>
              <a:gd name="connsiteX35627" fmla="*/ 406692 w 5158787"/>
              <a:gd name="connsiteY35627" fmla="*/ 790477 h 4489084"/>
              <a:gd name="connsiteX35628" fmla="*/ 405567 w 5158787"/>
              <a:gd name="connsiteY35628" fmla="*/ 789826 h 4489084"/>
              <a:gd name="connsiteX35629" fmla="*/ 396565 w 5158787"/>
              <a:gd name="connsiteY35629" fmla="*/ 774249 h 4489084"/>
              <a:gd name="connsiteX35630" fmla="*/ 396565 w 5158787"/>
              <a:gd name="connsiteY35630" fmla="*/ 773006 h 4489084"/>
              <a:gd name="connsiteX35631" fmla="*/ 405567 w 5158787"/>
              <a:gd name="connsiteY35631" fmla="*/ 757430 h 4489084"/>
              <a:gd name="connsiteX35632" fmla="*/ 406692 w 5158787"/>
              <a:gd name="connsiteY35632" fmla="*/ 756778 h 4489084"/>
              <a:gd name="connsiteX35633" fmla="*/ 1218016 w 5158787"/>
              <a:gd name="connsiteY35633" fmla="*/ 756245 h 4489084"/>
              <a:gd name="connsiteX35634" fmla="*/ 1236554 w 5158787"/>
              <a:gd name="connsiteY35634" fmla="*/ 756245 h 4489084"/>
              <a:gd name="connsiteX35635" fmla="*/ 1237679 w 5158787"/>
              <a:gd name="connsiteY35635" fmla="*/ 756897 h 4489084"/>
              <a:gd name="connsiteX35636" fmla="*/ 1246918 w 5158787"/>
              <a:gd name="connsiteY35636" fmla="*/ 772947 h 4489084"/>
              <a:gd name="connsiteX35637" fmla="*/ 1246918 w 5158787"/>
              <a:gd name="connsiteY35637" fmla="*/ 774249 h 4489084"/>
              <a:gd name="connsiteX35638" fmla="*/ 1237620 w 5158787"/>
              <a:gd name="connsiteY35638" fmla="*/ 790299 h 4489084"/>
              <a:gd name="connsiteX35639" fmla="*/ 1236494 w 5158787"/>
              <a:gd name="connsiteY35639" fmla="*/ 790951 h 4489084"/>
              <a:gd name="connsiteX35640" fmla="*/ 1217957 w 5158787"/>
              <a:gd name="connsiteY35640" fmla="*/ 790951 h 4489084"/>
              <a:gd name="connsiteX35641" fmla="*/ 1216832 w 5158787"/>
              <a:gd name="connsiteY35641" fmla="*/ 790299 h 4489084"/>
              <a:gd name="connsiteX35642" fmla="*/ 1207593 w 5158787"/>
              <a:gd name="connsiteY35642" fmla="*/ 774249 h 4489084"/>
              <a:gd name="connsiteX35643" fmla="*/ 1207593 w 5158787"/>
              <a:gd name="connsiteY35643" fmla="*/ 772947 h 4489084"/>
              <a:gd name="connsiteX35644" fmla="*/ 1216891 w 5158787"/>
              <a:gd name="connsiteY35644" fmla="*/ 756897 h 4489084"/>
              <a:gd name="connsiteX35645" fmla="*/ 1218016 w 5158787"/>
              <a:gd name="connsiteY35645" fmla="*/ 756245 h 4489084"/>
              <a:gd name="connsiteX35646" fmla="*/ 271185 w 5158787"/>
              <a:gd name="connsiteY35646" fmla="*/ 756245 h 4489084"/>
              <a:gd name="connsiteX35647" fmla="*/ 289723 w 5158787"/>
              <a:gd name="connsiteY35647" fmla="*/ 756245 h 4489084"/>
              <a:gd name="connsiteX35648" fmla="*/ 290848 w 5158787"/>
              <a:gd name="connsiteY35648" fmla="*/ 756897 h 4489084"/>
              <a:gd name="connsiteX35649" fmla="*/ 300087 w 5158787"/>
              <a:gd name="connsiteY35649" fmla="*/ 772947 h 4489084"/>
              <a:gd name="connsiteX35650" fmla="*/ 300087 w 5158787"/>
              <a:gd name="connsiteY35650" fmla="*/ 774249 h 4489084"/>
              <a:gd name="connsiteX35651" fmla="*/ 290789 w 5158787"/>
              <a:gd name="connsiteY35651" fmla="*/ 790299 h 4489084"/>
              <a:gd name="connsiteX35652" fmla="*/ 289663 w 5158787"/>
              <a:gd name="connsiteY35652" fmla="*/ 790951 h 4489084"/>
              <a:gd name="connsiteX35653" fmla="*/ 271126 w 5158787"/>
              <a:gd name="connsiteY35653" fmla="*/ 790951 h 4489084"/>
              <a:gd name="connsiteX35654" fmla="*/ 270001 w 5158787"/>
              <a:gd name="connsiteY35654" fmla="*/ 790299 h 4489084"/>
              <a:gd name="connsiteX35655" fmla="*/ 260762 w 5158787"/>
              <a:gd name="connsiteY35655" fmla="*/ 774249 h 4489084"/>
              <a:gd name="connsiteX35656" fmla="*/ 260762 w 5158787"/>
              <a:gd name="connsiteY35656" fmla="*/ 772947 h 4489084"/>
              <a:gd name="connsiteX35657" fmla="*/ 270060 w 5158787"/>
              <a:gd name="connsiteY35657" fmla="*/ 756897 h 4489084"/>
              <a:gd name="connsiteX35658" fmla="*/ 271185 w 5158787"/>
              <a:gd name="connsiteY35658" fmla="*/ 756245 h 4489084"/>
              <a:gd name="connsiteX35659" fmla="*/ 541488 w 5158787"/>
              <a:gd name="connsiteY35659" fmla="*/ 755949 h 4489084"/>
              <a:gd name="connsiteX35660" fmla="*/ 560381 w 5158787"/>
              <a:gd name="connsiteY35660" fmla="*/ 755949 h 4489084"/>
              <a:gd name="connsiteX35661" fmla="*/ 561506 w 5158787"/>
              <a:gd name="connsiteY35661" fmla="*/ 756600 h 4489084"/>
              <a:gd name="connsiteX35662" fmla="*/ 570923 w 5158787"/>
              <a:gd name="connsiteY35662" fmla="*/ 772947 h 4489084"/>
              <a:gd name="connsiteX35663" fmla="*/ 570923 w 5158787"/>
              <a:gd name="connsiteY35663" fmla="*/ 774309 h 4489084"/>
              <a:gd name="connsiteX35664" fmla="*/ 561506 w 5158787"/>
              <a:gd name="connsiteY35664" fmla="*/ 790655 h 4489084"/>
              <a:gd name="connsiteX35665" fmla="*/ 560381 w 5158787"/>
              <a:gd name="connsiteY35665" fmla="*/ 791306 h 4489084"/>
              <a:gd name="connsiteX35666" fmla="*/ 541488 w 5158787"/>
              <a:gd name="connsiteY35666" fmla="*/ 791306 h 4489084"/>
              <a:gd name="connsiteX35667" fmla="*/ 540363 w 5158787"/>
              <a:gd name="connsiteY35667" fmla="*/ 790655 h 4489084"/>
              <a:gd name="connsiteX35668" fmla="*/ 530946 w 5158787"/>
              <a:gd name="connsiteY35668" fmla="*/ 774309 h 4489084"/>
              <a:gd name="connsiteX35669" fmla="*/ 530946 w 5158787"/>
              <a:gd name="connsiteY35669" fmla="*/ 772947 h 4489084"/>
              <a:gd name="connsiteX35670" fmla="*/ 540363 w 5158787"/>
              <a:gd name="connsiteY35670" fmla="*/ 756600 h 4489084"/>
              <a:gd name="connsiteX35671" fmla="*/ 541488 w 5158787"/>
              <a:gd name="connsiteY35671" fmla="*/ 755949 h 4489084"/>
              <a:gd name="connsiteX35672" fmla="*/ 3787674 w 5158787"/>
              <a:gd name="connsiteY35672" fmla="*/ 755830 h 4489084"/>
              <a:gd name="connsiteX35673" fmla="*/ 3806685 w 5158787"/>
              <a:gd name="connsiteY35673" fmla="*/ 755830 h 4489084"/>
              <a:gd name="connsiteX35674" fmla="*/ 3807870 w 5158787"/>
              <a:gd name="connsiteY35674" fmla="*/ 756481 h 4489084"/>
              <a:gd name="connsiteX35675" fmla="*/ 3817346 w 5158787"/>
              <a:gd name="connsiteY35675" fmla="*/ 772946 h 4489084"/>
              <a:gd name="connsiteX35676" fmla="*/ 3817346 w 5158787"/>
              <a:gd name="connsiteY35676" fmla="*/ 774308 h 4489084"/>
              <a:gd name="connsiteX35677" fmla="*/ 3807870 w 5158787"/>
              <a:gd name="connsiteY35677" fmla="*/ 790773 h 4489084"/>
              <a:gd name="connsiteX35678" fmla="*/ 3806685 w 5158787"/>
              <a:gd name="connsiteY35678" fmla="*/ 791424 h 4489084"/>
              <a:gd name="connsiteX35679" fmla="*/ 3787674 w 5158787"/>
              <a:gd name="connsiteY35679" fmla="*/ 791424 h 4489084"/>
              <a:gd name="connsiteX35680" fmla="*/ 3786490 w 5158787"/>
              <a:gd name="connsiteY35680" fmla="*/ 790773 h 4489084"/>
              <a:gd name="connsiteX35681" fmla="*/ 3777013 w 5158787"/>
              <a:gd name="connsiteY35681" fmla="*/ 774308 h 4489084"/>
              <a:gd name="connsiteX35682" fmla="*/ 3777013 w 5158787"/>
              <a:gd name="connsiteY35682" fmla="*/ 772946 h 4489084"/>
              <a:gd name="connsiteX35683" fmla="*/ 3786490 w 5158787"/>
              <a:gd name="connsiteY35683" fmla="*/ 756481 h 4489084"/>
              <a:gd name="connsiteX35684" fmla="*/ 3787674 w 5158787"/>
              <a:gd name="connsiteY35684" fmla="*/ 755830 h 4489084"/>
              <a:gd name="connsiteX35685" fmla="*/ 3990579 w 5158787"/>
              <a:gd name="connsiteY35685" fmla="*/ 755771 h 4489084"/>
              <a:gd name="connsiteX35686" fmla="*/ 4009650 w 5158787"/>
              <a:gd name="connsiteY35686" fmla="*/ 755771 h 4489084"/>
              <a:gd name="connsiteX35687" fmla="*/ 4010834 w 5158787"/>
              <a:gd name="connsiteY35687" fmla="*/ 756422 h 4489084"/>
              <a:gd name="connsiteX35688" fmla="*/ 4020370 w 5158787"/>
              <a:gd name="connsiteY35688" fmla="*/ 772946 h 4489084"/>
              <a:gd name="connsiteX35689" fmla="*/ 4020370 w 5158787"/>
              <a:gd name="connsiteY35689" fmla="*/ 774308 h 4489084"/>
              <a:gd name="connsiteX35690" fmla="*/ 4010834 w 5158787"/>
              <a:gd name="connsiteY35690" fmla="*/ 790832 h 4489084"/>
              <a:gd name="connsiteX35691" fmla="*/ 4009650 w 5158787"/>
              <a:gd name="connsiteY35691" fmla="*/ 791484 h 4489084"/>
              <a:gd name="connsiteX35692" fmla="*/ 3990579 w 5158787"/>
              <a:gd name="connsiteY35692" fmla="*/ 791484 h 4489084"/>
              <a:gd name="connsiteX35693" fmla="*/ 3989394 w 5158787"/>
              <a:gd name="connsiteY35693" fmla="*/ 790832 h 4489084"/>
              <a:gd name="connsiteX35694" fmla="*/ 3979859 w 5158787"/>
              <a:gd name="connsiteY35694" fmla="*/ 774308 h 4489084"/>
              <a:gd name="connsiteX35695" fmla="*/ 3979859 w 5158787"/>
              <a:gd name="connsiteY35695" fmla="*/ 772946 h 4489084"/>
              <a:gd name="connsiteX35696" fmla="*/ 3989394 w 5158787"/>
              <a:gd name="connsiteY35696" fmla="*/ 756422 h 4489084"/>
              <a:gd name="connsiteX35697" fmla="*/ 3990579 w 5158787"/>
              <a:gd name="connsiteY35697" fmla="*/ 755771 h 4489084"/>
              <a:gd name="connsiteX35698" fmla="*/ 338523 w 5158787"/>
              <a:gd name="connsiteY35698" fmla="*/ 755771 h 4489084"/>
              <a:gd name="connsiteX35699" fmla="*/ 357594 w 5158787"/>
              <a:gd name="connsiteY35699" fmla="*/ 755771 h 4489084"/>
              <a:gd name="connsiteX35700" fmla="*/ 358778 w 5158787"/>
              <a:gd name="connsiteY35700" fmla="*/ 756422 h 4489084"/>
              <a:gd name="connsiteX35701" fmla="*/ 368313 w 5158787"/>
              <a:gd name="connsiteY35701" fmla="*/ 772946 h 4489084"/>
              <a:gd name="connsiteX35702" fmla="*/ 368313 w 5158787"/>
              <a:gd name="connsiteY35702" fmla="*/ 774308 h 4489084"/>
              <a:gd name="connsiteX35703" fmla="*/ 358778 w 5158787"/>
              <a:gd name="connsiteY35703" fmla="*/ 790832 h 4489084"/>
              <a:gd name="connsiteX35704" fmla="*/ 357594 w 5158787"/>
              <a:gd name="connsiteY35704" fmla="*/ 791484 h 4489084"/>
              <a:gd name="connsiteX35705" fmla="*/ 338523 w 5158787"/>
              <a:gd name="connsiteY35705" fmla="*/ 791484 h 4489084"/>
              <a:gd name="connsiteX35706" fmla="*/ 337339 w 5158787"/>
              <a:gd name="connsiteY35706" fmla="*/ 790832 h 4489084"/>
              <a:gd name="connsiteX35707" fmla="*/ 327804 w 5158787"/>
              <a:gd name="connsiteY35707" fmla="*/ 774308 h 4489084"/>
              <a:gd name="connsiteX35708" fmla="*/ 327804 w 5158787"/>
              <a:gd name="connsiteY35708" fmla="*/ 772946 h 4489084"/>
              <a:gd name="connsiteX35709" fmla="*/ 337339 w 5158787"/>
              <a:gd name="connsiteY35709" fmla="*/ 756422 h 4489084"/>
              <a:gd name="connsiteX35710" fmla="*/ 338523 w 5158787"/>
              <a:gd name="connsiteY35710" fmla="*/ 755771 h 4489084"/>
              <a:gd name="connsiteX35711" fmla="*/ 811732 w 5158787"/>
              <a:gd name="connsiteY35711" fmla="*/ 755416 h 4489084"/>
              <a:gd name="connsiteX35712" fmla="*/ 831158 w 5158787"/>
              <a:gd name="connsiteY35712" fmla="*/ 755416 h 4489084"/>
              <a:gd name="connsiteX35713" fmla="*/ 832342 w 5158787"/>
              <a:gd name="connsiteY35713" fmla="*/ 756127 h 4489084"/>
              <a:gd name="connsiteX35714" fmla="*/ 842055 w 5158787"/>
              <a:gd name="connsiteY35714" fmla="*/ 772947 h 4489084"/>
              <a:gd name="connsiteX35715" fmla="*/ 842055 w 5158787"/>
              <a:gd name="connsiteY35715" fmla="*/ 774309 h 4489084"/>
              <a:gd name="connsiteX35716" fmla="*/ 832342 w 5158787"/>
              <a:gd name="connsiteY35716" fmla="*/ 791129 h 4489084"/>
              <a:gd name="connsiteX35717" fmla="*/ 831158 w 5158787"/>
              <a:gd name="connsiteY35717" fmla="*/ 791839 h 4489084"/>
              <a:gd name="connsiteX35718" fmla="*/ 811732 w 5158787"/>
              <a:gd name="connsiteY35718" fmla="*/ 791839 h 4489084"/>
              <a:gd name="connsiteX35719" fmla="*/ 810548 w 5158787"/>
              <a:gd name="connsiteY35719" fmla="*/ 791129 h 4489084"/>
              <a:gd name="connsiteX35720" fmla="*/ 800835 w 5158787"/>
              <a:gd name="connsiteY35720" fmla="*/ 774309 h 4489084"/>
              <a:gd name="connsiteX35721" fmla="*/ 800835 w 5158787"/>
              <a:gd name="connsiteY35721" fmla="*/ 772947 h 4489084"/>
              <a:gd name="connsiteX35722" fmla="*/ 810548 w 5158787"/>
              <a:gd name="connsiteY35722" fmla="*/ 756127 h 4489084"/>
              <a:gd name="connsiteX35723" fmla="*/ 811732 w 5158787"/>
              <a:gd name="connsiteY35723" fmla="*/ 755416 h 4489084"/>
              <a:gd name="connsiteX35724" fmla="*/ 3922708 w 5158787"/>
              <a:gd name="connsiteY35724" fmla="*/ 755356 h 4489084"/>
              <a:gd name="connsiteX35725" fmla="*/ 3942251 w 5158787"/>
              <a:gd name="connsiteY35725" fmla="*/ 755356 h 4489084"/>
              <a:gd name="connsiteX35726" fmla="*/ 3943436 w 5158787"/>
              <a:gd name="connsiteY35726" fmla="*/ 756067 h 4489084"/>
              <a:gd name="connsiteX35727" fmla="*/ 3953208 w 5158787"/>
              <a:gd name="connsiteY35727" fmla="*/ 773005 h 4489084"/>
              <a:gd name="connsiteX35728" fmla="*/ 3953208 w 5158787"/>
              <a:gd name="connsiteY35728" fmla="*/ 774367 h 4489084"/>
              <a:gd name="connsiteX35729" fmla="*/ 3943436 w 5158787"/>
              <a:gd name="connsiteY35729" fmla="*/ 791306 h 4489084"/>
              <a:gd name="connsiteX35730" fmla="*/ 3942251 w 5158787"/>
              <a:gd name="connsiteY35730" fmla="*/ 792016 h 4489084"/>
              <a:gd name="connsiteX35731" fmla="*/ 3922708 w 5158787"/>
              <a:gd name="connsiteY35731" fmla="*/ 792016 h 4489084"/>
              <a:gd name="connsiteX35732" fmla="*/ 3921523 w 5158787"/>
              <a:gd name="connsiteY35732" fmla="*/ 791306 h 4489084"/>
              <a:gd name="connsiteX35733" fmla="*/ 3911750 w 5158787"/>
              <a:gd name="connsiteY35733" fmla="*/ 774367 h 4489084"/>
              <a:gd name="connsiteX35734" fmla="*/ 3911750 w 5158787"/>
              <a:gd name="connsiteY35734" fmla="*/ 773005 h 4489084"/>
              <a:gd name="connsiteX35735" fmla="*/ 3921523 w 5158787"/>
              <a:gd name="connsiteY35735" fmla="*/ 756067 h 4489084"/>
              <a:gd name="connsiteX35736" fmla="*/ 3922708 w 5158787"/>
              <a:gd name="connsiteY35736" fmla="*/ 755356 h 4489084"/>
              <a:gd name="connsiteX35737" fmla="*/ 4598821 w 5158787"/>
              <a:gd name="connsiteY35737" fmla="*/ 755001 h 4489084"/>
              <a:gd name="connsiteX35738" fmla="*/ 4618720 w 5158787"/>
              <a:gd name="connsiteY35738" fmla="*/ 755001 h 4489084"/>
              <a:gd name="connsiteX35739" fmla="*/ 4619905 w 5158787"/>
              <a:gd name="connsiteY35739" fmla="*/ 755712 h 4489084"/>
              <a:gd name="connsiteX35740" fmla="*/ 4629855 w 5158787"/>
              <a:gd name="connsiteY35740" fmla="*/ 772946 h 4489084"/>
              <a:gd name="connsiteX35741" fmla="*/ 4629855 w 5158787"/>
              <a:gd name="connsiteY35741" fmla="*/ 774368 h 4489084"/>
              <a:gd name="connsiteX35742" fmla="*/ 4619905 w 5158787"/>
              <a:gd name="connsiteY35742" fmla="*/ 791602 h 4489084"/>
              <a:gd name="connsiteX35743" fmla="*/ 4618720 w 5158787"/>
              <a:gd name="connsiteY35743" fmla="*/ 792313 h 4489084"/>
              <a:gd name="connsiteX35744" fmla="*/ 4598821 w 5158787"/>
              <a:gd name="connsiteY35744" fmla="*/ 792313 h 4489084"/>
              <a:gd name="connsiteX35745" fmla="*/ 4597636 w 5158787"/>
              <a:gd name="connsiteY35745" fmla="*/ 791602 h 4489084"/>
              <a:gd name="connsiteX35746" fmla="*/ 4587686 w 5158787"/>
              <a:gd name="connsiteY35746" fmla="*/ 774368 h 4489084"/>
              <a:gd name="connsiteX35747" fmla="*/ 4587686 w 5158787"/>
              <a:gd name="connsiteY35747" fmla="*/ 772946 h 4489084"/>
              <a:gd name="connsiteX35748" fmla="*/ 4597636 w 5158787"/>
              <a:gd name="connsiteY35748" fmla="*/ 755712 h 4489084"/>
              <a:gd name="connsiteX35749" fmla="*/ 4598821 w 5158787"/>
              <a:gd name="connsiteY35749" fmla="*/ 755001 h 4489084"/>
              <a:gd name="connsiteX35750" fmla="*/ 1014400 w 5158787"/>
              <a:gd name="connsiteY35750" fmla="*/ 754942 h 4489084"/>
              <a:gd name="connsiteX35751" fmla="*/ 1034359 w 5158787"/>
              <a:gd name="connsiteY35751" fmla="*/ 754942 h 4489084"/>
              <a:gd name="connsiteX35752" fmla="*/ 1035603 w 5158787"/>
              <a:gd name="connsiteY35752" fmla="*/ 755653 h 4489084"/>
              <a:gd name="connsiteX35753" fmla="*/ 1045612 w 5158787"/>
              <a:gd name="connsiteY35753" fmla="*/ 772946 h 4489084"/>
              <a:gd name="connsiteX35754" fmla="*/ 1045612 w 5158787"/>
              <a:gd name="connsiteY35754" fmla="*/ 774368 h 4489084"/>
              <a:gd name="connsiteX35755" fmla="*/ 1035603 w 5158787"/>
              <a:gd name="connsiteY35755" fmla="*/ 791662 h 4489084"/>
              <a:gd name="connsiteX35756" fmla="*/ 1034359 w 5158787"/>
              <a:gd name="connsiteY35756" fmla="*/ 792372 h 4489084"/>
              <a:gd name="connsiteX35757" fmla="*/ 1014400 w 5158787"/>
              <a:gd name="connsiteY35757" fmla="*/ 792372 h 4489084"/>
              <a:gd name="connsiteX35758" fmla="*/ 1013157 w 5158787"/>
              <a:gd name="connsiteY35758" fmla="*/ 791662 h 4489084"/>
              <a:gd name="connsiteX35759" fmla="*/ 1003148 w 5158787"/>
              <a:gd name="connsiteY35759" fmla="*/ 774368 h 4489084"/>
              <a:gd name="connsiteX35760" fmla="*/ 1003148 w 5158787"/>
              <a:gd name="connsiteY35760" fmla="*/ 772946 h 4489084"/>
              <a:gd name="connsiteX35761" fmla="*/ 1013157 w 5158787"/>
              <a:gd name="connsiteY35761" fmla="*/ 755653 h 4489084"/>
              <a:gd name="connsiteX35762" fmla="*/ 1014400 w 5158787"/>
              <a:gd name="connsiteY35762" fmla="*/ 754942 h 4489084"/>
              <a:gd name="connsiteX35763" fmla="*/ 879071 w 5158787"/>
              <a:gd name="connsiteY35763" fmla="*/ 754823 h 4489084"/>
              <a:gd name="connsiteX35764" fmla="*/ 899148 w 5158787"/>
              <a:gd name="connsiteY35764" fmla="*/ 754823 h 4489084"/>
              <a:gd name="connsiteX35765" fmla="*/ 900392 w 5158787"/>
              <a:gd name="connsiteY35765" fmla="*/ 755534 h 4489084"/>
              <a:gd name="connsiteX35766" fmla="*/ 910401 w 5158787"/>
              <a:gd name="connsiteY35766" fmla="*/ 772946 h 4489084"/>
              <a:gd name="connsiteX35767" fmla="*/ 910401 w 5158787"/>
              <a:gd name="connsiteY35767" fmla="*/ 774367 h 4489084"/>
              <a:gd name="connsiteX35768" fmla="*/ 900332 w 5158787"/>
              <a:gd name="connsiteY35768" fmla="*/ 791779 h 4489084"/>
              <a:gd name="connsiteX35769" fmla="*/ 899089 w 5158787"/>
              <a:gd name="connsiteY35769" fmla="*/ 792490 h 4489084"/>
              <a:gd name="connsiteX35770" fmla="*/ 879011 w 5158787"/>
              <a:gd name="connsiteY35770" fmla="*/ 792490 h 4489084"/>
              <a:gd name="connsiteX35771" fmla="*/ 877768 w 5158787"/>
              <a:gd name="connsiteY35771" fmla="*/ 791779 h 4489084"/>
              <a:gd name="connsiteX35772" fmla="*/ 867759 w 5158787"/>
              <a:gd name="connsiteY35772" fmla="*/ 774367 h 4489084"/>
              <a:gd name="connsiteX35773" fmla="*/ 867759 w 5158787"/>
              <a:gd name="connsiteY35773" fmla="*/ 772946 h 4489084"/>
              <a:gd name="connsiteX35774" fmla="*/ 877827 w 5158787"/>
              <a:gd name="connsiteY35774" fmla="*/ 755534 h 4489084"/>
              <a:gd name="connsiteX35775" fmla="*/ 879071 w 5158787"/>
              <a:gd name="connsiteY35775" fmla="*/ 754823 h 4489084"/>
              <a:gd name="connsiteX35776" fmla="*/ 4531068 w 5158787"/>
              <a:gd name="connsiteY35776" fmla="*/ 754705 h 4489084"/>
              <a:gd name="connsiteX35777" fmla="*/ 4551264 w 5158787"/>
              <a:gd name="connsiteY35777" fmla="*/ 754705 h 4489084"/>
              <a:gd name="connsiteX35778" fmla="*/ 4552508 w 5158787"/>
              <a:gd name="connsiteY35778" fmla="*/ 755416 h 4489084"/>
              <a:gd name="connsiteX35779" fmla="*/ 4562576 w 5158787"/>
              <a:gd name="connsiteY35779" fmla="*/ 772887 h 4489084"/>
              <a:gd name="connsiteX35780" fmla="*/ 4562576 w 5158787"/>
              <a:gd name="connsiteY35780" fmla="*/ 774308 h 4489084"/>
              <a:gd name="connsiteX35781" fmla="*/ 4552448 w 5158787"/>
              <a:gd name="connsiteY35781" fmla="*/ 791780 h 4489084"/>
              <a:gd name="connsiteX35782" fmla="*/ 4551205 w 5158787"/>
              <a:gd name="connsiteY35782" fmla="*/ 792490 h 4489084"/>
              <a:gd name="connsiteX35783" fmla="*/ 4531009 w 5158787"/>
              <a:gd name="connsiteY35783" fmla="*/ 792490 h 4489084"/>
              <a:gd name="connsiteX35784" fmla="*/ 4529766 w 5158787"/>
              <a:gd name="connsiteY35784" fmla="*/ 791780 h 4489084"/>
              <a:gd name="connsiteX35785" fmla="*/ 4519697 w 5158787"/>
              <a:gd name="connsiteY35785" fmla="*/ 774308 h 4489084"/>
              <a:gd name="connsiteX35786" fmla="*/ 4519697 w 5158787"/>
              <a:gd name="connsiteY35786" fmla="*/ 772887 h 4489084"/>
              <a:gd name="connsiteX35787" fmla="*/ 4529824 w 5158787"/>
              <a:gd name="connsiteY35787" fmla="*/ 755416 h 4489084"/>
              <a:gd name="connsiteX35788" fmla="*/ 4531068 w 5158787"/>
              <a:gd name="connsiteY35788" fmla="*/ 754705 h 4489084"/>
              <a:gd name="connsiteX35789" fmla="*/ 4057503 w 5158787"/>
              <a:gd name="connsiteY35789" fmla="*/ 754527 h 4489084"/>
              <a:gd name="connsiteX35790" fmla="*/ 4077936 w 5158787"/>
              <a:gd name="connsiteY35790" fmla="*/ 754527 h 4489084"/>
              <a:gd name="connsiteX35791" fmla="*/ 4079180 w 5158787"/>
              <a:gd name="connsiteY35791" fmla="*/ 755238 h 4489084"/>
              <a:gd name="connsiteX35792" fmla="*/ 4089366 w 5158787"/>
              <a:gd name="connsiteY35792" fmla="*/ 772946 h 4489084"/>
              <a:gd name="connsiteX35793" fmla="*/ 4089366 w 5158787"/>
              <a:gd name="connsiteY35793" fmla="*/ 774367 h 4489084"/>
              <a:gd name="connsiteX35794" fmla="*/ 4079120 w 5158787"/>
              <a:gd name="connsiteY35794" fmla="*/ 792076 h 4489084"/>
              <a:gd name="connsiteX35795" fmla="*/ 4077877 w 5158787"/>
              <a:gd name="connsiteY35795" fmla="*/ 792786 h 4489084"/>
              <a:gd name="connsiteX35796" fmla="*/ 4057445 w 5158787"/>
              <a:gd name="connsiteY35796" fmla="*/ 792786 h 4489084"/>
              <a:gd name="connsiteX35797" fmla="*/ 4056200 w 5158787"/>
              <a:gd name="connsiteY35797" fmla="*/ 792076 h 4489084"/>
              <a:gd name="connsiteX35798" fmla="*/ 4046014 w 5158787"/>
              <a:gd name="connsiteY35798" fmla="*/ 774367 h 4489084"/>
              <a:gd name="connsiteX35799" fmla="*/ 4046014 w 5158787"/>
              <a:gd name="connsiteY35799" fmla="*/ 772946 h 4489084"/>
              <a:gd name="connsiteX35800" fmla="*/ 4056260 w 5158787"/>
              <a:gd name="connsiteY35800" fmla="*/ 755238 h 4489084"/>
              <a:gd name="connsiteX35801" fmla="*/ 4057503 w 5158787"/>
              <a:gd name="connsiteY35801" fmla="*/ 754527 h 4489084"/>
              <a:gd name="connsiteX35802" fmla="*/ 1149138 w 5158787"/>
              <a:gd name="connsiteY35802" fmla="*/ 753994 h 4489084"/>
              <a:gd name="connsiteX35803" fmla="*/ 1170103 w 5158787"/>
              <a:gd name="connsiteY35803" fmla="*/ 753994 h 4489084"/>
              <a:gd name="connsiteX35804" fmla="*/ 1171406 w 5158787"/>
              <a:gd name="connsiteY35804" fmla="*/ 754764 h 4489084"/>
              <a:gd name="connsiteX35805" fmla="*/ 1181889 w 5158787"/>
              <a:gd name="connsiteY35805" fmla="*/ 772946 h 4489084"/>
              <a:gd name="connsiteX35806" fmla="*/ 1181889 w 5158787"/>
              <a:gd name="connsiteY35806" fmla="*/ 774427 h 4489084"/>
              <a:gd name="connsiteX35807" fmla="*/ 1171406 w 5158787"/>
              <a:gd name="connsiteY35807" fmla="*/ 792609 h 4489084"/>
              <a:gd name="connsiteX35808" fmla="*/ 1170103 w 5158787"/>
              <a:gd name="connsiteY35808" fmla="*/ 793379 h 4489084"/>
              <a:gd name="connsiteX35809" fmla="*/ 1149138 w 5158787"/>
              <a:gd name="connsiteY35809" fmla="*/ 793379 h 4489084"/>
              <a:gd name="connsiteX35810" fmla="*/ 1147835 w 5158787"/>
              <a:gd name="connsiteY35810" fmla="*/ 792609 h 4489084"/>
              <a:gd name="connsiteX35811" fmla="*/ 1137352 w 5158787"/>
              <a:gd name="connsiteY35811" fmla="*/ 774427 h 4489084"/>
              <a:gd name="connsiteX35812" fmla="*/ 1137352 w 5158787"/>
              <a:gd name="connsiteY35812" fmla="*/ 772946 h 4489084"/>
              <a:gd name="connsiteX35813" fmla="*/ 1147835 w 5158787"/>
              <a:gd name="connsiteY35813" fmla="*/ 754764 h 4489084"/>
              <a:gd name="connsiteX35814" fmla="*/ 1149138 w 5158787"/>
              <a:gd name="connsiteY35814" fmla="*/ 753994 h 4489084"/>
              <a:gd name="connsiteX35815" fmla="*/ 2772023 w 5158787"/>
              <a:gd name="connsiteY35815" fmla="*/ 753461 h 4489084"/>
              <a:gd name="connsiteX35816" fmla="*/ 2793522 w 5158787"/>
              <a:gd name="connsiteY35816" fmla="*/ 753461 h 4489084"/>
              <a:gd name="connsiteX35817" fmla="*/ 2794825 w 5158787"/>
              <a:gd name="connsiteY35817" fmla="*/ 754231 h 4489084"/>
              <a:gd name="connsiteX35818" fmla="*/ 2805604 w 5158787"/>
              <a:gd name="connsiteY35818" fmla="*/ 772887 h 4489084"/>
              <a:gd name="connsiteX35819" fmla="*/ 2805604 w 5158787"/>
              <a:gd name="connsiteY35819" fmla="*/ 774427 h 4489084"/>
              <a:gd name="connsiteX35820" fmla="*/ 2794825 w 5158787"/>
              <a:gd name="connsiteY35820" fmla="*/ 793083 h 4489084"/>
              <a:gd name="connsiteX35821" fmla="*/ 2793522 w 5158787"/>
              <a:gd name="connsiteY35821" fmla="*/ 793853 h 4489084"/>
              <a:gd name="connsiteX35822" fmla="*/ 2772023 w 5158787"/>
              <a:gd name="connsiteY35822" fmla="*/ 793853 h 4489084"/>
              <a:gd name="connsiteX35823" fmla="*/ 2770720 w 5158787"/>
              <a:gd name="connsiteY35823" fmla="*/ 793083 h 4489084"/>
              <a:gd name="connsiteX35824" fmla="*/ 2759941 w 5158787"/>
              <a:gd name="connsiteY35824" fmla="*/ 774427 h 4489084"/>
              <a:gd name="connsiteX35825" fmla="*/ 2759941 w 5158787"/>
              <a:gd name="connsiteY35825" fmla="*/ 772887 h 4489084"/>
              <a:gd name="connsiteX35826" fmla="*/ 2770720 w 5158787"/>
              <a:gd name="connsiteY35826" fmla="*/ 754231 h 4489084"/>
              <a:gd name="connsiteX35827" fmla="*/ 2772023 w 5158787"/>
              <a:gd name="connsiteY35827" fmla="*/ 753461 h 4489084"/>
              <a:gd name="connsiteX35828" fmla="*/ 4665627 w 5158787"/>
              <a:gd name="connsiteY35828" fmla="*/ 753343 h 4489084"/>
              <a:gd name="connsiteX35829" fmla="*/ 4687245 w 5158787"/>
              <a:gd name="connsiteY35829" fmla="*/ 753343 h 4489084"/>
              <a:gd name="connsiteX35830" fmla="*/ 4688547 w 5158787"/>
              <a:gd name="connsiteY35830" fmla="*/ 754113 h 4489084"/>
              <a:gd name="connsiteX35831" fmla="*/ 4699385 w 5158787"/>
              <a:gd name="connsiteY35831" fmla="*/ 772828 h 4489084"/>
              <a:gd name="connsiteX35832" fmla="*/ 4699385 w 5158787"/>
              <a:gd name="connsiteY35832" fmla="*/ 774368 h 4489084"/>
              <a:gd name="connsiteX35833" fmla="*/ 4688547 w 5158787"/>
              <a:gd name="connsiteY35833" fmla="*/ 793083 h 4489084"/>
              <a:gd name="connsiteX35834" fmla="*/ 4687245 w 5158787"/>
              <a:gd name="connsiteY35834" fmla="*/ 793853 h 4489084"/>
              <a:gd name="connsiteX35835" fmla="*/ 4665627 w 5158787"/>
              <a:gd name="connsiteY35835" fmla="*/ 793853 h 4489084"/>
              <a:gd name="connsiteX35836" fmla="*/ 4664324 w 5158787"/>
              <a:gd name="connsiteY35836" fmla="*/ 793083 h 4489084"/>
              <a:gd name="connsiteX35837" fmla="*/ 4653486 w 5158787"/>
              <a:gd name="connsiteY35837" fmla="*/ 774368 h 4489084"/>
              <a:gd name="connsiteX35838" fmla="*/ 4653486 w 5158787"/>
              <a:gd name="connsiteY35838" fmla="*/ 772828 h 4489084"/>
              <a:gd name="connsiteX35839" fmla="*/ 4664324 w 5158787"/>
              <a:gd name="connsiteY35839" fmla="*/ 754113 h 4489084"/>
              <a:gd name="connsiteX35840" fmla="*/ 4665627 w 5158787"/>
              <a:gd name="connsiteY35840" fmla="*/ 753343 h 4489084"/>
              <a:gd name="connsiteX35841" fmla="*/ 1080613 w 5158787"/>
              <a:gd name="connsiteY35841" fmla="*/ 752336 h 4489084"/>
              <a:gd name="connsiteX35842" fmla="*/ 1103356 w 5158787"/>
              <a:gd name="connsiteY35842" fmla="*/ 752336 h 4489084"/>
              <a:gd name="connsiteX35843" fmla="*/ 1104718 w 5158787"/>
              <a:gd name="connsiteY35843" fmla="*/ 753165 h 4489084"/>
              <a:gd name="connsiteX35844" fmla="*/ 1116089 w 5158787"/>
              <a:gd name="connsiteY35844" fmla="*/ 772887 h 4489084"/>
              <a:gd name="connsiteX35845" fmla="*/ 1116089 w 5158787"/>
              <a:gd name="connsiteY35845" fmla="*/ 774486 h 4489084"/>
              <a:gd name="connsiteX35846" fmla="*/ 1104718 w 5158787"/>
              <a:gd name="connsiteY35846" fmla="*/ 794208 h 4489084"/>
              <a:gd name="connsiteX35847" fmla="*/ 1103356 w 5158787"/>
              <a:gd name="connsiteY35847" fmla="*/ 795037 h 4489084"/>
              <a:gd name="connsiteX35848" fmla="*/ 1080613 w 5158787"/>
              <a:gd name="connsiteY35848" fmla="*/ 795037 h 4489084"/>
              <a:gd name="connsiteX35849" fmla="*/ 1079251 w 5158787"/>
              <a:gd name="connsiteY35849" fmla="*/ 794208 h 4489084"/>
              <a:gd name="connsiteX35850" fmla="*/ 1067880 w 5158787"/>
              <a:gd name="connsiteY35850" fmla="*/ 774486 h 4489084"/>
              <a:gd name="connsiteX35851" fmla="*/ 1067880 w 5158787"/>
              <a:gd name="connsiteY35851" fmla="*/ 772887 h 4489084"/>
              <a:gd name="connsiteX35852" fmla="*/ 1079251 w 5158787"/>
              <a:gd name="connsiteY35852" fmla="*/ 753165 h 4489084"/>
              <a:gd name="connsiteX35853" fmla="*/ 1080613 w 5158787"/>
              <a:gd name="connsiteY35853" fmla="*/ 752336 h 4489084"/>
              <a:gd name="connsiteX35854" fmla="*/ 4732196 w 5158787"/>
              <a:gd name="connsiteY35854" fmla="*/ 751388 h 4489084"/>
              <a:gd name="connsiteX35855" fmla="*/ 4755945 w 5158787"/>
              <a:gd name="connsiteY35855" fmla="*/ 751388 h 4489084"/>
              <a:gd name="connsiteX35856" fmla="*/ 4757367 w 5158787"/>
              <a:gd name="connsiteY35856" fmla="*/ 752217 h 4489084"/>
              <a:gd name="connsiteX35857" fmla="*/ 4769212 w 5158787"/>
              <a:gd name="connsiteY35857" fmla="*/ 772768 h 4489084"/>
              <a:gd name="connsiteX35858" fmla="*/ 4769212 w 5158787"/>
              <a:gd name="connsiteY35858" fmla="*/ 774426 h 4489084"/>
              <a:gd name="connsiteX35859" fmla="*/ 4757307 w 5158787"/>
              <a:gd name="connsiteY35859" fmla="*/ 794978 h 4489084"/>
              <a:gd name="connsiteX35860" fmla="*/ 4755886 w 5158787"/>
              <a:gd name="connsiteY35860" fmla="*/ 795807 h 4489084"/>
              <a:gd name="connsiteX35861" fmla="*/ 4732137 w 5158787"/>
              <a:gd name="connsiteY35861" fmla="*/ 795807 h 4489084"/>
              <a:gd name="connsiteX35862" fmla="*/ 4730715 w 5158787"/>
              <a:gd name="connsiteY35862" fmla="*/ 794978 h 4489084"/>
              <a:gd name="connsiteX35863" fmla="*/ 4718870 w 5158787"/>
              <a:gd name="connsiteY35863" fmla="*/ 774426 h 4489084"/>
              <a:gd name="connsiteX35864" fmla="*/ 4718870 w 5158787"/>
              <a:gd name="connsiteY35864" fmla="*/ 772768 h 4489084"/>
              <a:gd name="connsiteX35865" fmla="*/ 4730775 w 5158787"/>
              <a:gd name="connsiteY35865" fmla="*/ 752217 h 4489084"/>
              <a:gd name="connsiteX35866" fmla="*/ 4732196 w 5158787"/>
              <a:gd name="connsiteY35866" fmla="*/ 751388 h 4489084"/>
              <a:gd name="connsiteX35867" fmla="*/ 4934983 w 5158787"/>
              <a:gd name="connsiteY35867" fmla="*/ 751329 h 4489084"/>
              <a:gd name="connsiteX35868" fmla="*/ 4958851 w 5158787"/>
              <a:gd name="connsiteY35868" fmla="*/ 751329 h 4489084"/>
              <a:gd name="connsiteX35869" fmla="*/ 4960331 w 5158787"/>
              <a:gd name="connsiteY35869" fmla="*/ 752158 h 4489084"/>
              <a:gd name="connsiteX35870" fmla="*/ 4972236 w 5158787"/>
              <a:gd name="connsiteY35870" fmla="*/ 772828 h 4489084"/>
              <a:gd name="connsiteX35871" fmla="*/ 4972236 w 5158787"/>
              <a:gd name="connsiteY35871" fmla="*/ 774486 h 4489084"/>
              <a:gd name="connsiteX35872" fmla="*/ 4960331 w 5158787"/>
              <a:gd name="connsiteY35872" fmla="*/ 795156 h 4489084"/>
              <a:gd name="connsiteX35873" fmla="*/ 4958851 w 5158787"/>
              <a:gd name="connsiteY35873" fmla="*/ 795985 h 4489084"/>
              <a:gd name="connsiteX35874" fmla="*/ 4934983 w 5158787"/>
              <a:gd name="connsiteY35874" fmla="*/ 795985 h 4489084"/>
              <a:gd name="connsiteX35875" fmla="*/ 4933502 w 5158787"/>
              <a:gd name="connsiteY35875" fmla="*/ 795156 h 4489084"/>
              <a:gd name="connsiteX35876" fmla="*/ 4921598 w 5158787"/>
              <a:gd name="connsiteY35876" fmla="*/ 774486 h 4489084"/>
              <a:gd name="connsiteX35877" fmla="*/ 4921598 w 5158787"/>
              <a:gd name="connsiteY35877" fmla="*/ 772828 h 4489084"/>
              <a:gd name="connsiteX35878" fmla="*/ 4933502 w 5158787"/>
              <a:gd name="connsiteY35878" fmla="*/ 752158 h 4489084"/>
              <a:gd name="connsiteX35879" fmla="*/ 4934983 w 5158787"/>
              <a:gd name="connsiteY35879" fmla="*/ 751329 h 4489084"/>
              <a:gd name="connsiteX35880" fmla="*/ 4799239 w 5158787"/>
              <a:gd name="connsiteY35880" fmla="*/ 750263 h 4489084"/>
              <a:gd name="connsiteX35881" fmla="*/ 4824172 w 5158787"/>
              <a:gd name="connsiteY35881" fmla="*/ 750263 h 4489084"/>
              <a:gd name="connsiteX35882" fmla="*/ 4825712 w 5158787"/>
              <a:gd name="connsiteY35882" fmla="*/ 751151 h 4489084"/>
              <a:gd name="connsiteX35883" fmla="*/ 4838149 w 5158787"/>
              <a:gd name="connsiteY35883" fmla="*/ 772768 h 4489084"/>
              <a:gd name="connsiteX35884" fmla="*/ 4838149 w 5158787"/>
              <a:gd name="connsiteY35884" fmla="*/ 774545 h 4489084"/>
              <a:gd name="connsiteX35885" fmla="*/ 4825653 w 5158787"/>
              <a:gd name="connsiteY35885" fmla="*/ 796162 h 4489084"/>
              <a:gd name="connsiteX35886" fmla="*/ 4824113 w 5158787"/>
              <a:gd name="connsiteY35886" fmla="*/ 797051 h 4489084"/>
              <a:gd name="connsiteX35887" fmla="*/ 4799180 w 5158787"/>
              <a:gd name="connsiteY35887" fmla="*/ 797051 h 4489084"/>
              <a:gd name="connsiteX35888" fmla="*/ 4797640 w 5158787"/>
              <a:gd name="connsiteY35888" fmla="*/ 796162 h 4489084"/>
              <a:gd name="connsiteX35889" fmla="*/ 4785202 w 5158787"/>
              <a:gd name="connsiteY35889" fmla="*/ 774545 h 4489084"/>
              <a:gd name="connsiteX35890" fmla="*/ 4785202 w 5158787"/>
              <a:gd name="connsiteY35890" fmla="*/ 772768 h 4489084"/>
              <a:gd name="connsiteX35891" fmla="*/ 4797699 w 5158787"/>
              <a:gd name="connsiteY35891" fmla="*/ 751151 h 4489084"/>
              <a:gd name="connsiteX35892" fmla="*/ 4799239 w 5158787"/>
              <a:gd name="connsiteY35892" fmla="*/ 750263 h 4489084"/>
              <a:gd name="connsiteX35893" fmla="*/ 2837882 w 5158787"/>
              <a:gd name="connsiteY35893" fmla="*/ 750144 h 4489084"/>
              <a:gd name="connsiteX35894" fmla="*/ 2862934 w 5158787"/>
              <a:gd name="connsiteY35894" fmla="*/ 750144 h 4489084"/>
              <a:gd name="connsiteX35895" fmla="*/ 2864474 w 5158787"/>
              <a:gd name="connsiteY35895" fmla="*/ 751032 h 4489084"/>
              <a:gd name="connsiteX35896" fmla="*/ 2876970 w 5158787"/>
              <a:gd name="connsiteY35896" fmla="*/ 772768 h 4489084"/>
              <a:gd name="connsiteX35897" fmla="*/ 2876970 w 5158787"/>
              <a:gd name="connsiteY35897" fmla="*/ 774545 h 4489084"/>
              <a:gd name="connsiteX35898" fmla="*/ 2864414 w 5158787"/>
              <a:gd name="connsiteY35898" fmla="*/ 796280 h 4489084"/>
              <a:gd name="connsiteX35899" fmla="*/ 2862874 w 5158787"/>
              <a:gd name="connsiteY35899" fmla="*/ 797169 h 4489084"/>
              <a:gd name="connsiteX35900" fmla="*/ 2837822 w 5158787"/>
              <a:gd name="connsiteY35900" fmla="*/ 797169 h 4489084"/>
              <a:gd name="connsiteX35901" fmla="*/ 2836282 w 5158787"/>
              <a:gd name="connsiteY35901" fmla="*/ 796280 h 4489084"/>
              <a:gd name="connsiteX35902" fmla="*/ 2823786 w 5158787"/>
              <a:gd name="connsiteY35902" fmla="*/ 774545 h 4489084"/>
              <a:gd name="connsiteX35903" fmla="*/ 2823786 w 5158787"/>
              <a:gd name="connsiteY35903" fmla="*/ 772768 h 4489084"/>
              <a:gd name="connsiteX35904" fmla="*/ 2836342 w 5158787"/>
              <a:gd name="connsiteY35904" fmla="*/ 751032 h 4489084"/>
              <a:gd name="connsiteX35905" fmla="*/ 2837882 w 5158787"/>
              <a:gd name="connsiteY35905" fmla="*/ 750144 h 4489084"/>
              <a:gd name="connsiteX35906" fmla="*/ 4866756 w 5158787"/>
              <a:gd name="connsiteY35906" fmla="*/ 750085 h 4489084"/>
              <a:gd name="connsiteX35907" fmla="*/ 4891926 w 5158787"/>
              <a:gd name="connsiteY35907" fmla="*/ 750085 h 4489084"/>
              <a:gd name="connsiteX35908" fmla="*/ 4893466 w 5158787"/>
              <a:gd name="connsiteY35908" fmla="*/ 750973 h 4489084"/>
              <a:gd name="connsiteX35909" fmla="*/ 4906022 w 5158787"/>
              <a:gd name="connsiteY35909" fmla="*/ 772768 h 4489084"/>
              <a:gd name="connsiteX35910" fmla="*/ 4906022 w 5158787"/>
              <a:gd name="connsiteY35910" fmla="*/ 774545 h 4489084"/>
              <a:gd name="connsiteX35911" fmla="*/ 4893407 w 5158787"/>
              <a:gd name="connsiteY35911" fmla="*/ 796340 h 4489084"/>
              <a:gd name="connsiteX35912" fmla="*/ 4891867 w 5158787"/>
              <a:gd name="connsiteY35912" fmla="*/ 797228 h 4489084"/>
              <a:gd name="connsiteX35913" fmla="*/ 4866696 w 5158787"/>
              <a:gd name="connsiteY35913" fmla="*/ 797228 h 4489084"/>
              <a:gd name="connsiteX35914" fmla="*/ 4865156 w 5158787"/>
              <a:gd name="connsiteY35914" fmla="*/ 796340 h 4489084"/>
              <a:gd name="connsiteX35915" fmla="*/ 4852601 w 5158787"/>
              <a:gd name="connsiteY35915" fmla="*/ 774545 h 4489084"/>
              <a:gd name="connsiteX35916" fmla="*/ 4852601 w 5158787"/>
              <a:gd name="connsiteY35916" fmla="*/ 772768 h 4489084"/>
              <a:gd name="connsiteX35917" fmla="*/ 4865216 w 5158787"/>
              <a:gd name="connsiteY35917" fmla="*/ 750973 h 4489084"/>
              <a:gd name="connsiteX35918" fmla="*/ 4866756 w 5158787"/>
              <a:gd name="connsiteY35918" fmla="*/ 750085 h 4489084"/>
              <a:gd name="connsiteX35919" fmla="*/ 4131417 w 5158787"/>
              <a:gd name="connsiteY35919" fmla="*/ 707562 h 4489084"/>
              <a:gd name="connsiteX35920" fmla="*/ 4139353 w 5158787"/>
              <a:gd name="connsiteY35920" fmla="*/ 707562 h 4489084"/>
              <a:gd name="connsiteX35921" fmla="*/ 4139826 w 5158787"/>
              <a:gd name="connsiteY35921" fmla="*/ 707858 h 4489084"/>
              <a:gd name="connsiteX35922" fmla="*/ 4143794 w 5158787"/>
              <a:gd name="connsiteY35922" fmla="*/ 714728 h 4489084"/>
              <a:gd name="connsiteX35923" fmla="*/ 4143794 w 5158787"/>
              <a:gd name="connsiteY35923" fmla="*/ 715261 h 4489084"/>
              <a:gd name="connsiteX35924" fmla="*/ 4139826 w 5158787"/>
              <a:gd name="connsiteY35924" fmla="*/ 722132 h 4489084"/>
              <a:gd name="connsiteX35925" fmla="*/ 4139353 w 5158787"/>
              <a:gd name="connsiteY35925" fmla="*/ 722428 h 4489084"/>
              <a:gd name="connsiteX35926" fmla="*/ 4131417 w 5158787"/>
              <a:gd name="connsiteY35926" fmla="*/ 722428 h 4489084"/>
              <a:gd name="connsiteX35927" fmla="*/ 4130942 w 5158787"/>
              <a:gd name="connsiteY35927" fmla="*/ 722132 h 4489084"/>
              <a:gd name="connsiteX35928" fmla="*/ 4126975 w 5158787"/>
              <a:gd name="connsiteY35928" fmla="*/ 715261 h 4489084"/>
              <a:gd name="connsiteX35929" fmla="*/ 4126975 w 5158787"/>
              <a:gd name="connsiteY35929" fmla="*/ 714728 h 4489084"/>
              <a:gd name="connsiteX35930" fmla="*/ 4130942 w 5158787"/>
              <a:gd name="connsiteY35930" fmla="*/ 707858 h 4489084"/>
              <a:gd name="connsiteX35931" fmla="*/ 4131417 w 5158787"/>
              <a:gd name="connsiteY35931" fmla="*/ 707562 h 4489084"/>
              <a:gd name="connsiteX35932" fmla="*/ 72366 w 5158787"/>
              <a:gd name="connsiteY35932" fmla="*/ 705311 h 4489084"/>
              <a:gd name="connsiteX35933" fmla="*/ 82730 w 5158787"/>
              <a:gd name="connsiteY35933" fmla="*/ 705311 h 4489084"/>
              <a:gd name="connsiteX35934" fmla="*/ 83382 w 5158787"/>
              <a:gd name="connsiteY35934" fmla="*/ 705666 h 4489084"/>
              <a:gd name="connsiteX35935" fmla="*/ 88594 w 5158787"/>
              <a:gd name="connsiteY35935" fmla="*/ 714668 h 4489084"/>
              <a:gd name="connsiteX35936" fmla="*/ 88594 w 5158787"/>
              <a:gd name="connsiteY35936" fmla="*/ 715379 h 4489084"/>
              <a:gd name="connsiteX35937" fmla="*/ 83382 w 5158787"/>
              <a:gd name="connsiteY35937" fmla="*/ 724381 h 4489084"/>
              <a:gd name="connsiteX35938" fmla="*/ 82730 w 5158787"/>
              <a:gd name="connsiteY35938" fmla="*/ 724737 h 4489084"/>
              <a:gd name="connsiteX35939" fmla="*/ 72366 w 5158787"/>
              <a:gd name="connsiteY35939" fmla="*/ 724737 h 4489084"/>
              <a:gd name="connsiteX35940" fmla="*/ 71714 w 5158787"/>
              <a:gd name="connsiteY35940" fmla="*/ 724381 h 4489084"/>
              <a:gd name="connsiteX35941" fmla="*/ 66503 w 5158787"/>
              <a:gd name="connsiteY35941" fmla="*/ 715379 h 4489084"/>
              <a:gd name="connsiteX35942" fmla="*/ 66503 w 5158787"/>
              <a:gd name="connsiteY35942" fmla="*/ 714668 h 4489084"/>
              <a:gd name="connsiteX35943" fmla="*/ 71714 w 5158787"/>
              <a:gd name="connsiteY35943" fmla="*/ 705666 h 4489084"/>
              <a:gd name="connsiteX35944" fmla="*/ 72366 w 5158787"/>
              <a:gd name="connsiteY35944" fmla="*/ 705311 h 4489084"/>
              <a:gd name="connsiteX35945" fmla="*/ 1221807 w 5158787"/>
              <a:gd name="connsiteY35945" fmla="*/ 704897 h 4489084"/>
              <a:gd name="connsiteX35946" fmla="*/ 1232645 w 5158787"/>
              <a:gd name="connsiteY35946" fmla="*/ 704897 h 4489084"/>
              <a:gd name="connsiteX35947" fmla="*/ 1233296 w 5158787"/>
              <a:gd name="connsiteY35947" fmla="*/ 705252 h 4489084"/>
              <a:gd name="connsiteX35948" fmla="*/ 1238686 w 5158787"/>
              <a:gd name="connsiteY35948" fmla="*/ 714610 h 4489084"/>
              <a:gd name="connsiteX35949" fmla="*/ 1238686 w 5158787"/>
              <a:gd name="connsiteY35949" fmla="*/ 715380 h 4489084"/>
              <a:gd name="connsiteX35950" fmla="*/ 1233296 w 5158787"/>
              <a:gd name="connsiteY35950" fmla="*/ 724737 h 4489084"/>
              <a:gd name="connsiteX35951" fmla="*/ 1232645 w 5158787"/>
              <a:gd name="connsiteY35951" fmla="*/ 725093 h 4489084"/>
              <a:gd name="connsiteX35952" fmla="*/ 1221807 w 5158787"/>
              <a:gd name="connsiteY35952" fmla="*/ 725093 h 4489084"/>
              <a:gd name="connsiteX35953" fmla="*/ 1221155 w 5158787"/>
              <a:gd name="connsiteY35953" fmla="*/ 724737 h 4489084"/>
              <a:gd name="connsiteX35954" fmla="*/ 1215766 w 5158787"/>
              <a:gd name="connsiteY35954" fmla="*/ 715380 h 4489084"/>
              <a:gd name="connsiteX35955" fmla="*/ 1215766 w 5158787"/>
              <a:gd name="connsiteY35955" fmla="*/ 714610 h 4489084"/>
              <a:gd name="connsiteX35956" fmla="*/ 1221155 w 5158787"/>
              <a:gd name="connsiteY35956" fmla="*/ 705252 h 4489084"/>
              <a:gd name="connsiteX35957" fmla="*/ 1221807 w 5158787"/>
              <a:gd name="connsiteY35957" fmla="*/ 704897 h 4489084"/>
              <a:gd name="connsiteX35958" fmla="*/ 4332427 w 5158787"/>
              <a:gd name="connsiteY35958" fmla="*/ 704186 h 4489084"/>
              <a:gd name="connsiteX35959" fmla="*/ 4344035 w 5158787"/>
              <a:gd name="connsiteY35959" fmla="*/ 704186 h 4489084"/>
              <a:gd name="connsiteX35960" fmla="*/ 4344745 w 5158787"/>
              <a:gd name="connsiteY35960" fmla="*/ 704600 h 4489084"/>
              <a:gd name="connsiteX35961" fmla="*/ 4350550 w 5158787"/>
              <a:gd name="connsiteY35961" fmla="*/ 714669 h 4489084"/>
              <a:gd name="connsiteX35962" fmla="*/ 4350550 w 5158787"/>
              <a:gd name="connsiteY35962" fmla="*/ 715498 h 4489084"/>
              <a:gd name="connsiteX35963" fmla="*/ 4344745 w 5158787"/>
              <a:gd name="connsiteY35963" fmla="*/ 725566 h 4489084"/>
              <a:gd name="connsiteX35964" fmla="*/ 4344035 w 5158787"/>
              <a:gd name="connsiteY35964" fmla="*/ 725981 h 4489084"/>
              <a:gd name="connsiteX35965" fmla="*/ 4332427 w 5158787"/>
              <a:gd name="connsiteY35965" fmla="*/ 725981 h 4489084"/>
              <a:gd name="connsiteX35966" fmla="*/ 4331716 w 5158787"/>
              <a:gd name="connsiteY35966" fmla="*/ 725566 h 4489084"/>
              <a:gd name="connsiteX35967" fmla="*/ 4325912 w 5158787"/>
              <a:gd name="connsiteY35967" fmla="*/ 715498 h 4489084"/>
              <a:gd name="connsiteX35968" fmla="*/ 4325912 w 5158787"/>
              <a:gd name="connsiteY35968" fmla="*/ 714669 h 4489084"/>
              <a:gd name="connsiteX35969" fmla="*/ 4331716 w 5158787"/>
              <a:gd name="connsiteY35969" fmla="*/ 704600 h 4489084"/>
              <a:gd name="connsiteX35970" fmla="*/ 4332427 w 5158787"/>
              <a:gd name="connsiteY35970" fmla="*/ 704186 h 4489084"/>
              <a:gd name="connsiteX35971" fmla="*/ 4399352 w 5158787"/>
              <a:gd name="connsiteY35971" fmla="*/ 702824 h 4489084"/>
              <a:gd name="connsiteX35972" fmla="*/ 4412381 w 5158787"/>
              <a:gd name="connsiteY35972" fmla="*/ 702824 h 4489084"/>
              <a:gd name="connsiteX35973" fmla="*/ 4413151 w 5158787"/>
              <a:gd name="connsiteY35973" fmla="*/ 703298 h 4489084"/>
              <a:gd name="connsiteX35974" fmla="*/ 4419665 w 5158787"/>
              <a:gd name="connsiteY35974" fmla="*/ 714610 h 4489084"/>
              <a:gd name="connsiteX35975" fmla="*/ 4419665 w 5158787"/>
              <a:gd name="connsiteY35975" fmla="*/ 715557 h 4489084"/>
              <a:gd name="connsiteX35976" fmla="*/ 4413151 w 5158787"/>
              <a:gd name="connsiteY35976" fmla="*/ 726869 h 4489084"/>
              <a:gd name="connsiteX35977" fmla="*/ 4412381 w 5158787"/>
              <a:gd name="connsiteY35977" fmla="*/ 727343 h 4489084"/>
              <a:gd name="connsiteX35978" fmla="*/ 4399352 w 5158787"/>
              <a:gd name="connsiteY35978" fmla="*/ 727343 h 4489084"/>
              <a:gd name="connsiteX35979" fmla="*/ 4398582 w 5158787"/>
              <a:gd name="connsiteY35979" fmla="*/ 726869 h 4489084"/>
              <a:gd name="connsiteX35980" fmla="*/ 4392067 w 5158787"/>
              <a:gd name="connsiteY35980" fmla="*/ 715557 h 4489084"/>
              <a:gd name="connsiteX35981" fmla="*/ 4392067 w 5158787"/>
              <a:gd name="connsiteY35981" fmla="*/ 714610 h 4489084"/>
              <a:gd name="connsiteX35982" fmla="*/ 4398582 w 5158787"/>
              <a:gd name="connsiteY35982" fmla="*/ 703298 h 4489084"/>
              <a:gd name="connsiteX35983" fmla="*/ 4399352 w 5158787"/>
              <a:gd name="connsiteY35983" fmla="*/ 702824 h 4489084"/>
              <a:gd name="connsiteX35984" fmla="*/ 138639 w 5158787"/>
              <a:gd name="connsiteY35984" fmla="*/ 702824 h 4489084"/>
              <a:gd name="connsiteX35985" fmla="*/ 151668 w 5158787"/>
              <a:gd name="connsiteY35985" fmla="*/ 702824 h 4489084"/>
              <a:gd name="connsiteX35986" fmla="*/ 152438 w 5158787"/>
              <a:gd name="connsiteY35986" fmla="*/ 703298 h 4489084"/>
              <a:gd name="connsiteX35987" fmla="*/ 158953 w 5158787"/>
              <a:gd name="connsiteY35987" fmla="*/ 714610 h 4489084"/>
              <a:gd name="connsiteX35988" fmla="*/ 158953 w 5158787"/>
              <a:gd name="connsiteY35988" fmla="*/ 715557 h 4489084"/>
              <a:gd name="connsiteX35989" fmla="*/ 152438 w 5158787"/>
              <a:gd name="connsiteY35989" fmla="*/ 726869 h 4489084"/>
              <a:gd name="connsiteX35990" fmla="*/ 151668 w 5158787"/>
              <a:gd name="connsiteY35990" fmla="*/ 727343 h 4489084"/>
              <a:gd name="connsiteX35991" fmla="*/ 138639 w 5158787"/>
              <a:gd name="connsiteY35991" fmla="*/ 727343 h 4489084"/>
              <a:gd name="connsiteX35992" fmla="*/ 137869 w 5158787"/>
              <a:gd name="connsiteY35992" fmla="*/ 726869 h 4489084"/>
              <a:gd name="connsiteX35993" fmla="*/ 131354 w 5158787"/>
              <a:gd name="connsiteY35993" fmla="*/ 715557 h 4489084"/>
              <a:gd name="connsiteX35994" fmla="*/ 131354 w 5158787"/>
              <a:gd name="connsiteY35994" fmla="*/ 714610 h 4489084"/>
              <a:gd name="connsiteX35995" fmla="*/ 137869 w 5158787"/>
              <a:gd name="connsiteY35995" fmla="*/ 703298 h 4489084"/>
              <a:gd name="connsiteX35996" fmla="*/ 138639 w 5158787"/>
              <a:gd name="connsiteY35996" fmla="*/ 702824 h 4489084"/>
              <a:gd name="connsiteX35997" fmla="*/ 4263667 w 5158787"/>
              <a:gd name="connsiteY35997" fmla="*/ 701994 h 4489084"/>
              <a:gd name="connsiteX35998" fmla="*/ 4277585 w 5158787"/>
              <a:gd name="connsiteY35998" fmla="*/ 701994 h 4489084"/>
              <a:gd name="connsiteX35999" fmla="*/ 4278414 w 5158787"/>
              <a:gd name="connsiteY35999" fmla="*/ 702468 h 4489084"/>
              <a:gd name="connsiteX36000" fmla="*/ 4285343 w 5158787"/>
              <a:gd name="connsiteY36000" fmla="*/ 714491 h 4489084"/>
              <a:gd name="connsiteX36001" fmla="*/ 4285343 w 5158787"/>
              <a:gd name="connsiteY36001" fmla="*/ 715497 h 4489084"/>
              <a:gd name="connsiteX36002" fmla="*/ 4278354 w 5158787"/>
              <a:gd name="connsiteY36002" fmla="*/ 727520 h 4489084"/>
              <a:gd name="connsiteX36003" fmla="*/ 4277525 w 5158787"/>
              <a:gd name="connsiteY36003" fmla="*/ 727994 h 4489084"/>
              <a:gd name="connsiteX36004" fmla="*/ 4263607 w 5158787"/>
              <a:gd name="connsiteY36004" fmla="*/ 727994 h 4489084"/>
              <a:gd name="connsiteX36005" fmla="*/ 4262778 w 5158787"/>
              <a:gd name="connsiteY36005" fmla="*/ 727520 h 4489084"/>
              <a:gd name="connsiteX36006" fmla="*/ 4255849 w 5158787"/>
              <a:gd name="connsiteY36006" fmla="*/ 715497 h 4489084"/>
              <a:gd name="connsiteX36007" fmla="*/ 4255849 w 5158787"/>
              <a:gd name="connsiteY36007" fmla="*/ 714491 h 4489084"/>
              <a:gd name="connsiteX36008" fmla="*/ 4262838 w 5158787"/>
              <a:gd name="connsiteY36008" fmla="*/ 702468 h 4489084"/>
              <a:gd name="connsiteX36009" fmla="*/ 4263667 w 5158787"/>
              <a:gd name="connsiteY36009" fmla="*/ 701994 h 4489084"/>
              <a:gd name="connsiteX36010" fmla="*/ 4465920 w 5158787"/>
              <a:gd name="connsiteY36010" fmla="*/ 700751 h 4489084"/>
              <a:gd name="connsiteX36011" fmla="*/ 4481140 w 5158787"/>
              <a:gd name="connsiteY36011" fmla="*/ 700751 h 4489084"/>
              <a:gd name="connsiteX36012" fmla="*/ 4482088 w 5158787"/>
              <a:gd name="connsiteY36012" fmla="*/ 701284 h 4489084"/>
              <a:gd name="connsiteX36013" fmla="*/ 4489729 w 5158787"/>
              <a:gd name="connsiteY36013" fmla="*/ 714491 h 4489084"/>
              <a:gd name="connsiteX36014" fmla="*/ 4489729 w 5158787"/>
              <a:gd name="connsiteY36014" fmla="*/ 715557 h 4489084"/>
              <a:gd name="connsiteX36015" fmla="*/ 4482088 w 5158787"/>
              <a:gd name="connsiteY36015" fmla="*/ 728765 h 4489084"/>
              <a:gd name="connsiteX36016" fmla="*/ 4481140 w 5158787"/>
              <a:gd name="connsiteY36016" fmla="*/ 729298 h 4489084"/>
              <a:gd name="connsiteX36017" fmla="*/ 4465920 w 5158787"/>
              <a:gd name="connsiteY36017" fmla="*/ 729298 h 4489084"/>
              <a:gd name="connsiteX36018" fmla="*/ 4464972 w 5158787"/>
              <a:gd name="connsiteY36018" fmla="*/ 728765 h 4489084"/>
              <a:gd name="connsiteX36019" fmla="*/ 4457332 w 5158787"/>
              <a:gd name="connsiteY36019" fmla="*/ 715557 h 4489084"/>
              <a:gd name="connsiteX36020" fmla="*/ 4457332 w 5158787"/>
              <a:gd name="connsiteY36020" fmla="*/ 714491 h 4489084"/>
              <a:gd name="connsiteX36021" fmla="*/ 4464972 w 5158787"/>
              <a:gd name="connsiteY36021" fmla="*/ 701284 h 4489084"/>
              <a:gd name="connsiteX36022" fmla="*/ 4465920 w 5158787"/>
              <a:gd name="connsiteY36022" fmla="*/ 700751 h 4489084"/>
              <a:gd name="connsiteX36023" fmla="*/ 2436928 w 5158787"/>
              <a:gd name="connsiteY36023" fmla="*/ 700632 h 4489084"/>
              <a:gd name="connsiteX36024" fmla="*/ 2452268 w 5158787"/>
              <a:gd name="connsiteY36024" fmla="*/ 700632 h 4489084"/>
              <a:gd name="connsiteX36025" fmla="*/ 2453215 w 5158787"/>
              <a:gd name="connsiteY36025" fmla="*/ 701165 h 4489084"/>
              <a:gd name="connsiteX36026" fmla="*/ 2460855 w 5158787"/>
              <a:gd name="connsiteY36026" fmla="*/ 714431 h 4489084"/>
              <a:gd name="connsiteX36027" fmla="*/ 2460855 w 5158787"/>
              <a:gd name="connsiteY36027" fmla="*/ 715497 h 4489084"/>
              <a:gd name="connsiteX36028" fmla="*/ 2453156 w 5158787"/>
              <a:gd name="connsiteY36028" fmla="*/ 728764 h 4489084"/>
              <a:gd name="connsiteX36029" fmla="*/ 2452208 w 5158787"/>
              <a:gd name="connsiteY36029" fmla="*/ 729297 h 4489084"/>
              <a:gd name="connsiteX36030" fmla="*/ 2436869 w 5158787"/>
              <a:gd name="connsiteY36030" fmla="*/ 729297 h 4489084"/>
              <a:gd name="connsiteX36031" fmla="*/ 2435921 w 5158787"/>
              <a:gd name="connsiteY36031" fmla="*/ 728764 h 4489084"/>
              <a:gd name="connsiteX36032" fmla="*/ 2428281 w 5158787"/>
              <a:gd name="connsiteY36032" fmla="*/ 715497 h 4489084"/>
              <a:gd name="connsiteX36033" fmla="*/ 2428281 w 5158787"/>
              <a:gd name="connsiteY36033" fmla="*/ 714431 h 4489084"/>
              <a:gd name="connsiteX36034" fmla="*/ 2435981 w 5158787"/>
              <a:gd name="connsiteY36034" fmla="*/ 701165 h 4489084"/>
              <a:gd name="connsiteX36035" fmla="*/ 2436928 w 5158787"/>
              <a:gd name="connsiteY36035" fmla="*/ 700632 h 4489084"/>
              <a:gd name="connsiteX36036" fmla="*/ 3789452 w 5158787"/>
              <a:gd name="connsiteY36036" fmla="*/ 700455 h 4489084"/>
              <a:gd name="connsiteX36037" fmla="*/ 3805027 w 5158787"/>
              <a:gd name="connsiteY36037" fmla="*/ 700455 h 4489084"/>
              <a:gd name="connsiteX36038" fmla="*/ 3805975 w 5158787"/>
              <a:gd name="connsiteY36038" fmla="*/ 700988 h 4489084"/>
              <a:gd name="connsiteX36039" fmla="*/ 3813734 w 5158787"/>
              <a:gd name="connsiteY36039" fmla="*/ 714491 h 4489084"/>
              <a:gd name="connsiteX36040" fmla="*/ 3813734 w 5158787"/>
              <a:gd name="connsiteY36040" fmla="*/ 715617 h 4489084"/>
              <a:gd name="connsiteX36041" fmla="*/ 3805916 w 5158787"/>
              <a:gd name="connsiteY36041" fmla="*/ 729120 h 4489084"/>
              <a:gd name="connsiteX36042" fmla="*/ 3804969 w 5158787"/>
              <a:gd name="connsiteY36042" fmla="*/ 729653 h 4489084"/>
              <a:gd name="connsiteX36043" fmla="*/ 3789392 w 5158787"/>
              <a:gd name="connsiteY36043" fmla="*/ 729653 h 4489084"/>
              <a:gd name="connsiteX36044" fmla="*/ 3788445 w 5158787"/>
              <a:gd name="connsiteY36044" fmla="*/ 729120 h 4489084"/>
              <a:gd name="connsiteX36045" fmla="*/ 3780686 w 5158787"/>
              <a:gd name="connsiteY36045" fmla="*/ 715617 h 4489084"/>
              <a:gd name="connsiteX36046" fmla="*/ 3780686 w 5158787"/>
              <a:gd name="connsiteY36046" fmla="*/ 714491 h 4489084"/>
              <a:gd name="connsiteX36047" fmla="*/ 3788504 w 5158787"/>
              <a:gd name="connsiteY36047" fmla="*/ 700988 h 4489084"/>
              <a:gd name="connsiteX36048" fmla="*/ 3789452 w 5158787"/>
              <a:gd name="connsiteY36048" fmla="*/ 700455 h 4489084"/>
              <a:gd name="connsiteX36049" fmla="*/ 3856849 w 5158787"/>
              <a:gd name="connsiteY36049" fmla="*/ 700040 h 4489084"/>
              <a:gd name="connsiteX36050" fmla="*/ 3872840 w 5158787"/>
              <a:gd name="connsiteY36050" fmla="*/ 700040 h 4489084"/>
              <a:gd name="connsiteX36051" fmla="*/ 3873847 w 5158787"/>
              <a:gd name="connsiteY36051" fmla="*/ 700632 h 4489084"/>
              <a:gd name="connsiteX36052" fmla="*/ 3881842 w 5158787"/>
              <a:gd name="connsiteY36052" fmla="*/ 714491 h 4489084"/>
              <a:gd name="connsiteX36053" fmla="*/ 3881842 w 5158787"/>
              <a:gd name="connsiteY36053" fmla="*/ 715616 h 4489084"/>
              <a:gd name="connsiteX36054" fmla="*/ 3873847 w 5158787"/>
              <a:gd name="connsiteY36054" fmla="*/ 729475 h 4489084"/>
              <a:gd name="connsiteX36055" fmla="*/ 3872899 w 5158787"/>
              <a:gd name="connsiteY36055" fmla="*/ 730067 h 4489084"/>
              <a:gd name="connsiteX36056" fmla="*/ 3856908 w 5158787"/>
              <a:gd name="connsiteY36056" fmla="*/ 730067 h 4489084"/>
              <a:gd name="connsiteX36057" fmla="*/ 3855902 w 5158787"/>
              <a:gd name="connsiteY36057" fmla="*/ 729475 h 4489084"/>
              <a:gd name="connsiteX36058" fmla="*/ 3847906 w 5158787"/>
              <a:gd name="connsiteY36058" fmla="*/ 715616 h 4489084"/>
              <a:gd name="connsiteX36059" fmla="*/ 3847906 w 5158787"/>
              <a:gd name="connsiteY36059" fmla="*/ 714491 h 4489084"/>
              <a:gd name="connsiteX36060" fmla="*/ 3855902 w 5158787"/>
              <a:gd name="connsiteY36060" fmla="*/ 700632 h 4489084"/>
              <a:gd name="connsiteX36061" fmla="*/ 3856849 w 5158787"/>
              <a:gd name="connsiteY36061" fmla="*/ 700040 h 4489084"/>
              <a:gd name="connsiteX36062" fmla="*/ 2639359 w 5158787"/>
              <a:gd name="connsiteY36062" fmla="*/ 699803 h 4489084"/>
              <a:gd name="connsiteX36063" fmla="*/ 2655587 w 5158787"/>
              <a:gd name="connsiteY36063" fmla="*/ 699803 h 4489084"/>
              <a:gd name="connsiteX36064" fmla="*/ 2656594 w 5158787"/>
              <a:gd name="connsiteY36064" fmla="*/ 700395 h 4489084"/>
              <a:gd name="connsiteX36065" fmla="*/ 2664708 w 5158787"/>
              <a:gd name="connsiteY36065" fmla="*/ 714432 h 4489084"/>
              <a:gd name="connsiteX36066" fmla="*/ 2664708 w 5158787"/>
              <a:gd name="connsiteY36066" fmla="*/ 715557 h 4489084"/>
              <a:gd name="connsiteX36067" fmla="*/ 2656594 w 5158787"/>
              <a:gd name="connsiteY36067" fmla="*/ 729593 h 4489084"/>
              <a:gd name="connsiteX36068" fmla="*/ 2655587 w 5158787"/>
              <a:gd name="connsiteY36068" fmla="*/ 730186 h 4489084"/>
              <a:gd name="connsiteX36069" fmla="*/ 2639359 w 5158787"/>
              <a:gd name="connsiteY36069" fmla="*/ 730186 h 4489084"/>
              <a:gd name="connsiteX36070" fmla="*/ 2638353 w 5158787"/>
              <a:gd name="connsiteY36070" fmla="*/ 729593 h 4489084"/>
              <a:gd name="connsiteX36071" fmla="*/ 2630239 w 5158787"/>
              <a:gd name="connsiteY36071" fmla="*/ 715557 h 4489084"/>
              <a:gd name="connsiteX36072" fmla="*/ 2630239 w 5158787"/>
              <a:gd name="connsiteY36072" fmla="*/ 714432 h 4489084"/>
              <a:gd name="connsiteX36073" fmla="*/ 2638353 w 5158787"/>
              <a:gd name="connsiteY36073" fmla="*/ 700395 h 4489084"/>
              <a:gd name="connsiteX36074" fmla="*/ 2639359 w 5158787"/>
              <a:gd name="connsiteY36074" fmla="*/ 699803 h 4489084"/>
              <a:gd name="connsiteX36075" fmla="*/ 2706935 w 5158787"/>
              <a:gd name="connsiteY36075" fmla="*/ 699744 h 4489084"/>
              <a:gd name="connsiteX36076" fmla="*/ 2723281 w 5158787"/>
              <a:gd name="connsiteY36076" fmla="*/ 699744 h 4489084"/>
              <a:gd name="connsiteX36077" fmla="*/ 2724288 w 5158787"/>
              <a:gd name="connsiteY36077" fmla="*/ 700336 h 4489084"/>
              <a:gd name="connsiteX36078" fmla="*/ 2732461 w 5158787"/>
              <a:gd name="connsiteY36078" fmla="*/ 714491 h 4489084"/>
              <a:gd name="connsiteX36079" fmla="*/ 2732461 w 5158787"/>
              <a:gd name="connsiteY36079" fmla="*/ 715676 h 4489084"/>
              <a:gd name="connsiteX36080" fmla="*/ 2724288 w 5158787"/>
              <a:gd name="connsiteY36080" fmla="*/ 729830 h 4489084"/>
              <a:gd name="connsiteX36081" fmla="*/ 2723281 w 5158787"/>
              <a:gd name="connsiteY36081" fmla="*/ 730423 h 4489084"/>
              <a:gd name="connsiteX36082" fmla="*/ 2706935 w 5158787"/>
              <a:gd name="connsiteY36082" fmla="*/ 730423 h 4489084"/>
              <a:gd name="connsiteX36083" fmla="*/ 2705928 w 5158787"/>
              <a:gd name="connsiteY36083" fmla="*/ 729830 h 4489084"/>
              <a:gd name="connsiteX36084" fmla="*/ 2697755 w 5158787"/>
              <a:gd name="connsiteY36084" fmla="*/ 715676 h 4489084"/>
              <a:gd name="connsiteX36085" fmla="*/ 2697755 w 5158787"/>
              <a:gd name="connsiteY36085" fmla="*/ 714491 h 4489084"/>
              <a:gd name="connsiteX36086" fmla="*/ 2705928 w 5158787"/>
              <a:gd name="connsiteY36086" fmla="*/ 700336 h 4489084"/>
              <a:gd name="connsiteX36087" fmla="*/ 2706935 w 5158787"/>
              <a:gd name="connsiteY36087" fmla="*/ 699744 h 4489084"/>
              <a:gd name="connsiteX36088" fmla="*/ 204616 w 5158787"/>
              <a:gd name="connsiteY36088" fmla="*/ 699744 h 4489084"/>
              <a:gd name="connsiteX36089" fmla="*/ 220962 w 5158787"/>
              <a:gd name="connsiteY36089" fmla="*/ 699744 h 4489084"/>
              <a:gd name="connsiteX36090" fmla="*/ 221969 w 5158787"/>
              <a:gd name="connsiteY36090" fmla="*/ 700336 h 4489084"/>
              <a:gd name="connsiteX36091" fmla="*/ 230142 w 5158787"/>
              <a:gd name="connsiteY36091" fmla="*/ 714491 h 4489084"/>
              <a:gd name="connsiteX36092" fmla="*/ 230142 w 5158787"/>
              <a:gd name="connsiteY36092" fmla="*/ 715676 h 4489084"/>
              <a:gd name="connsiteX36093" fmla="*/ 221969 w 5158787"/>
              <a:gd name="connsiteY36093" fmla="*/ 729830 h 4489084"/>
              <a:gd name="connsiteX36094" fmla="*/ 220962 w 5158787"/>
              <a:gd name="connsiteY36094" fmla="*/ 730423 h 4489084"/>
              <a:gd name="connsiteX36095" fmla="*/ 204616 w 5158787"/>
              <a:gd name="connsiteY36095" fmla="*/ 730423 h 4489084"/>
              <a:gd name="connsiteX36096" fmla="*/ 203609 w 5158787"/>
              <a:gd name="connsiteY36096" fmla="*/ 729830 h 4489084"/>
              <a:gd name="connsiteX36097" fmla="*/ 195436 w 5158787"/>
              <a:gd name="connsiteY36097" fmla="*/ 715676 h 4489084"/>
              <a:gd name="connsiteX36098" fmla="*/ 195436 w 5158787"/>
              <a:gd name="connsiteY36098" fmla="*/ 714491 h 4489084"/>
              <a:gd name="connsiteX36099" fmla="*/ 203609 w 5158787"/>
              <a:gd name="connsiteY36099" fmla="*/ 700336 h 4489084"/>
              <a:gd name="connsiteX36100" fmla="*/ 204616 w 5158787"/>
              <a:gd name="connsiteY36100" fmla="*/ 699744 h 4489084"/>
              <a:gd name="connsiteX36101" fmla="*/ 948483 w 5158787"/>
              <a:gd name="connsiteY36101" fmla="*/ 699625 h 4489084"/>
              <a:gd name="connsiteX36102" fmla="*/ 964947 w 5158787"/>
              <a:gd name="connsiteY36102" fmla="*/ 699625 h 4489084"/>
              <a:gd name="connsiteX36103" fmla="*/ 965954 w 5158787"/>
              <a:gd name="connsiteY36103" fmla="*/ 700217 h 4489084"/>
              <a:gd name="connsiteX36104" fmla="*/ 974187 w 5158787"/>
              <a:gd name="connsiteY36104" fmla="*/ 714491 h 4489084"/>
              <a:gd name="connsiteX36105" fmla="*/ 974187 w 5158787"/>
              <a:gd name="connsiteY36105" fmla="*/ 715675 h 4489084"/>
              <a:gd name="connsiteX36106" fmla="*/ 965954 w 5158787"/>
              <a:gd name="connsiteY36106" fmla="*/ 729948 h 4489084"/>
              <a:gd name="connsiteX36107" fmla="*/ 964947 w 5158787"/>
              <a:gd name="connsiteY36107" fmla="*/ 730541 h 4489084"/>
              <a:gd name="connsiteX36108" fmla="*/ 948483 w 5158787"/>
              <a:gd name="connsiteY36108" fmla="*/ 730541 h 4489084"/>
              <a:gd name="connsiteX36109" fmla="*/ 947476 w 5158787"/>
              <a:gd name="connsiteY36109" fmla="*/ 729948 h 4489084"/>
              <a:gd name="connsiteX36110" fmla="*/ 939244 w 5158787"/>
              <a:gd name="connsiteY36110" fmla="*/ 715675 h 4489084"/>
              <a:gd name="connsiteX36111" fmla="*/ 939244 w 5158787"/>
              <a:gd name="connsiteY36111" fmla="*/ 714491 h 4489084"/>
              <a:gd name="connsiteX36112" fmla="*/ 947476 w 5158787"/>
              <a:gd name="connsiteY36112" fmla="*/ 700217 h 4489084"/>
              <a:gd name="connsiteX36113" fmla="*/ 948483 w 5158787"/>
              <a:gd name="connsiteY36113" fmla="*/ 699625 h 4489084"/>
              <a:gd name="connsiteX36114" fmla="*/ 542555 w 5158787"/>
              <a:gd name="connsiteY36114" fmla="*/ 699329 h 4489084"/>
              <a:gd name="connsiteX36115" fmla="*/ 559315 w 5158787"/>
              <a:gd name="connsiteY36115" fmla="*/ 699329 h 4489084"/>
              <a:gd name="connsiteX36116" fmla="*/ 560322 w 5158787"/>
              <a:gd name="connsiteY36116" fmla="*/ 699921 h 4489084"/>
              <a:gd name="connsiteX36117" fmla="*/ 568732 w 5158787"/>
              <a:gd name="connsiteY36117" fmla="*/ 714431 h 4489084"/>
              <a:gd name="connsiteX36118" fmla="*/ 568732 w 5158787"/>
              <a:gd name="connsiteY36118" fmla="*/ 715616 h 4489084"/>
              <a:gd name="connsiteX36119" fmla="*/ 560322 w 5158787"/>
              <a:gd name="connsiteY36119" fmla="*/ 730126 h 4489084"/>
              <a:gd name="connsiteX36120" fmla="*/ 559315 w 5158787"/>
              <a:gd name="connsiteY36120" fmla="*/ 730718 h 4489084"/>
              <a:gd name="connsiteX36121" fmla="*/ 542555 w 5158787"/>
              <a:gd name="connsiteY36121" fmla="*/ 730718 h 4489084"/>
              <a:gd name="connsiteX36122" fmla="*/ 541547 w 5158787"/>
              <a:gd name="connsiteY36122" fmla="*/ 730126 h 4489084"/>
              <a:gd name="connsiteX36123" fmla="*/ 533138 w 5158787"/>
              <a:gd name="connsiteY36123" fmla="*/ 715616 h 4489084"/>
              <a:gd name="connsiteX36124" fmla="*/ 533138 w 5158787"/>
              <a:gd name="connsiteY36124" fmla="*/ 714431 h 4489084"/>
              <a:gd name="connsiteX36125" fmla="*/ 541547 w 5158787"/>
              <a:gd name="connsiteY36125" fmla="*/ 699921 h 4489084"/>
              <a:gd name="connsiteX36126" fmla="*/ 542555 w 5158787"/>
              <a:gd name="connsiteY36126" fmla="*/ 699329 h 4489084"/>
              <a:gd name="connsiteX36127" fmla="*/ 812916 w 5158787"/>
              <a:gd name="connsiteY36127" fmla="*/ 698974 h 4489084"/>
              <a:gd name="connsiteX36128" fmla="*/ 830032 w 5158787"/>
              <a:gd name="connsiteY36128" fmla="*/ 698974 h 4489084"/>
              <a:gd name="connsiteX36129" fmla="*/ 831098 w 5158787"/>
              <a:gd name="connsiteY36129" fmla="*/ 699566 h 4489084"/>
              <a:gd name="connsiteX36130" fmla="*/ 839627 w 5158787"/>
              <a:gd name="connsiteY36130" fmla="*/ 714373 h 4489084"/>
              <a:gd name="connsiteX36131" fmla="*/ 839627 w 5158787"/>
              <a:gd name="connsiteY36131" fmla="*/ 715557 h 4489084"/>
              <a:gd name="connsiteX36132" fmla="*/ 831039 w 5158787"/>
              <a:gd name="connsiteY36132" fmla="*/ 730363 h 4489084"/>
              <a:gd name="connsiteX36133" fmla="*/ 829973 w 5158787"/>
              <a:gd name="connsiteY36133" fmla="*/ 730956 h 4489084"/>
              <a:gd name="connsiteX36134" fmla="*/ 812857 w 5158787"/>
              <a:gd name="connsiteY36134" fmla="*/ 730956 h 4489084"/>
              <a:gd name="connsiteX36135" fmla="*/ 811791 w 5158787"/>
              <a:gd name="connsiteY36135" fmla="*/ 730363 h 4489084"/>
              <a:gd name="connsiteX36136" fmla="*/ 803263 w 5158787"/>
              <a:gd name="connsiteY36136" fmla="*/ 715557 h 4489084"/>
              <a:gd name="connsiteX36137" fmla="*/ 803263 w 5158787"/>
              <a:gd name="connsiteY36137" fmla="*/ 714373 h 4489084"/>
              <a:gd name="connsiteX36138" fmla="*/ 811850 w 5158787"/>
              <a:gd name="connsiteY36138" fmla="*/ 699566 h 4489084"/>
              <a:gd name="connsiteX36139" fmla="*/ 812916 w 5158787"/>
              <a:gd name="connsiteY36139" fmla="*/ 698974 h 4489084"/>
              <a:gd name="connsiteX36140" fmla="*/ 745281 w 5158787"/>
              <a:gd name="connsiteY36140" fmla="*/ 698974 h 4489084"/>
              <a:gd name="connsiteX36141" fmla="*/ 762397 w 5158787"/>
              <a:gd name="connsiteY36141" fmla="*/ 698974 h 4489084"/>
              <a:gd name="connsiteX36142" fmla="*/ 763463 w 5158787"/>
              <a:gd name="connsiteY36142" fmla="*/ 699566 h 4489084"/>
              <a:gd name="connsiteX36143" fmla="*/ 771992 w 5158787"/>
              <a:gd name="connsiteY36143" fmla="*/ 714373 h 4489084"/>
              <a:gd name="connsiteX36144" fmla="*/ 771992 w 5158787"/>
              <a:gd name="connsiteY36144" fmla="*/ 715557 h 4489084"/>
              <a:gd name="connsiteX36145" fmla="*/ 763404 w 5158787"/>
              <a:gd name="connsiteY36145" fmla="*/ 730363 h 4489084"/>
              <a:gd name="connsiteX36146" fmla="*/ 762338 w 5158787"/>
              <a:gd name="connsiteY36146" fmla="*/ 730956 h 4489084"/>
              <a:gd name="connsiteX36147" fmla="*/ 745222 w 5158787"/>
              <a:gd name="connsiteY36147" fmla="*/ 730956 h 4489084"/>
              <a:gd name="connsiteX36148" fmla="*/ 744156 w 5158787"/>
              <a:gd name="connsiteY36148" fmla="*/ 730363 h 4489084"/>
              <a:gd name="connsiteX36149" fmla="*/ 735628 w 5158787"/>
              <a:gd name="connsiteY36149" fmla="*/ 715557 h 4489084"/>
              <a:gd name="connsiteX36150" fmla="*/ 735628 w 5158787"/>
              <a:gd name="connsiteY36150" fmla="*/ 714373 h 4489084"/>
              <a:gd name="connsiteX36151" fmla="*/ 744215 w 5158787"/>
              <a:gd name="connsiteY36151" fmla="*/ 699566 h 4489084"/>
              <a:gd name="connsiteX36152" fmla="*/ 745281 w 5158787"/>
              <a:gd name="connsiteY36152" fmla="*/ 698974 h 4489084"/>
              <a:gd name="connsiteX36153" fmla="*/ 2571132 w 5158787"/>
              <a:gd name="connsiteY36153" fmla="*/ 698678 h 4489084"/>
              <a:gd name="connsiteX36154" fmla="*/ 2588603 w 5158787"/>
              <a:gd name="connsiteY36154" fmla="*/ 698678 h 4489084"/>
              <a:gd name="connsiteX36155" fmla="*/ 2589669 w 5158787"/>
              <a:gd name="connsiteY36155" fmla="*/ 699270 h 4489084"/>
              <a:gd name="connsiteX36156" fmla="*/ 2598376 w 5158787"/>
              <a:gd name="connsiteY36156" fmla="*/ 714373 h 4489084"/>
              <a:gd name="connsiteX36157" fmla="*/ 2598376 w 5158787"/>
              <a:gd name="connsiteY36157" fmla="*/ 715616 h 4489084"/>
              <a:gd name="connsiteX36158" fmla="*/ 2589669 w 5158787"/>
              <a:gd name="connsiteY36158" fmla="*/ 730719 h 4489084"/>
              <a:gd name="connsiteX36159" fmla="*/ 2588603 w 5158787"/>
              <a:gd name="connsiteY36159" fmla="*/ 731311 h 4489084"/>
              <a:gd name="connsiteX36160" fmla="*/ 2571132 w 5158787"/>
              <a:gd name="connsiteY36160" fmla="*/ 731311 h 4489084"/>
              <a:gd name="connsiteX36161" fmla="*/ 2570066 w 5158787"/>
              <a:gd name="connsiteY36161" fmla="*/ 730719 h 4489084"/>
              <a:gd name="connsiteX36162" fmla="*/ 2561360 w 5158787"/>
              <a:gd name="connsiteY36162" fmla="*/ 715616 h 4489084"/>
              <a:gd name="connsiteX36163" fmla="*/ 2561360 w 5158787"/>
              <a:gd name="connsiteY36163" fmla="*/ 714373 h 4489084"/>
              <a:gd name="connsiteX36164" fmla="*/ 2570066 w 5158787"/>
              <a:gd name="connsiteY36164" fmla="*/ 699270 h 4489084"/>
              <a:gd name="connsiteX36165" fmla="*/ 2571132 w 5158787"/>
              <a:gd name="connsiteY36165" fmla="*/ 698678 h 4489084"/>
              <a:gd name="connsiteX36166" fmla="*/ 2503497 w 5158787"/>
              <a:gd name="connsiteY36166" fmla="*/ 698559 h 4489084"/>
              <a:gd name="connsiteX36167" fmla="*/ 2521028 w 5158787"/>
              <a:gd name="connsiteY36167" fmla="*/ 698559 h 4489084"/>
              <a:gd name="connsiteX36168" fmla="*/ 2522094 w 5158787"/>
              <a:gd name="connsiteY36168" fmla="*/ 699151 h 4489084"/>
              <a:gd name="connsiteX36169" fmla="*/ 2530859 w 5158787"/>
              <a:gd name="connsiteY36169" fmla="*/ 714372 h 4489084"/>
              <a:gd name="connsiteX36170" fmla="*/ 2530859 w 5158787"/>
              <a:gd name="connsiteY36170" fmla="*/ 715616 h 4489084"/>
              <a:gd name="connsiteX36171" fmla="*/ 2522094 w 5158787"/>
              <a:gd name="connsiteY36171" fmla="*/ 730837 h 4489084"/>
              <a:gd name="connsiteX36172" fmla="*/ 2521028 w 5158787"/>
              <a:gd name="connsiteY36172" fmla="*/ 731429 h 4489084"/>
              <a:gd name="connsiteX36173" fmla="*/ 2503497 w 5158787"/>
              <a:gd name="connsiteY36173" fmla="*/ 731429 h 4489084"/>
              <a:gd name="connsiteX36174" fmla="*/ 2502431 w 5158787"/>
              <a:gd name="connsiteY36174" fmla="*/ 730837 h 4489084"/>
              <a:gd name="connsiteX36175" fmla="*/ 2493666 w 5158787"/>
              <a:gd name="connsiteY36175" fmla="*/ 715616 h 4489084"/>
              <a:gd name="connsiteX36176" fmla="*/ 2493666 w 5158787"/>
              <a:gd name="connsiteY36176" fmla="*/ 714372 h 4489084"/>
              <a:gd name="connsiteX36177" fmla="*/ 2502431 w 5158787"/>
              <a:gd name="connsiteY36177" fmla="*/ 699151 h 4489084"/>
              <a:gd name="connsiteX36178" fmla="*/ 2503497 w 5158787"/>
              <a:gd name="connsiteY36178" fmla="*/ 698559 h 4489084"/>
              <a:gd name="connsiteX36179" fmla="*/ 406692 w 5158787"/>
              <a:gd name="connsiteY36179" fmla="*/ 698145 h 4489084"/>
              <a:gd name="connsiteX36180" fmla="*/ 424696 w 5158787"/>
              <a:gd name="connsiteY36180" fmla="*/ 698145 h 4489084"/>
              <a:gd name="connsiteX36181" fmla="*/ 425822 w 5158787"/>
              <a:gd name="connsiteY36181" fmla="*/ 698797 h 4489084"/>
              <a:gd name="connsiteX36182" fmla="*/ 434824 w 5158787"/>
              <a:gd name="connsiteY36182" fmla="*/ 714373 h 4489084"/>
              <a:gd name="connsiteX36183" fmla="*/ 434824 w 5158787"/>
              <a:gd name="connsiteY36183" fmla="*/ 715616 h 4489084"/>
              <a:gd name="connsiteX36184" fmla="*/ 425822 w 5158787"/>
              <a:gd name="connsiteY36184" fmla="*/ 731193 h 4489084"/>
              <a:gd name="connsiteX36185" fmla="*/ 424696 w 5158787"/>
              <a:gd name="connsiteY36185" fmla="*/ 731844 h 4489084"/>
              <a:gd name="connsiteX36186" fmla="*/ 406692 w 5158787"/>
              <a:gd name="connsiteY36186" fmla="*/ 731844 h 4489084"/>
              <a:gd name="connsiteX36187" fmla="*/ 405567 w 5158787"/>
              <a:gd name="connsiteY36187" fmla="*/ 731193 h 4489084"/>
              <a:gd name="connsiteX36188" fmla="*/ 396565 w 5158787"/>
              <a:gd name="connsiteY36188" fmla="*/ 715616 h 4489084"/>
              <a:gd name="connsiteX36189" fmla="*/ 396565 w 5158787"/>
              <a:gd name="connsiteY36189" fmla="*/ 714373 h 4489084"/>
              <a:gd name="connsiteX36190" fmla="*/ 405567 w 5158787"/>
              <a:gd name="connsiteY36190" fmla="*/ 698797 h 4489084"/>
              <a:gd name="connsiteX36191" fmla="*/ 406692 w 5158787"/>
              <a:gd name="connsiteY36191" fmla="*/ 698145 h 4489084"/>
              <a:gd name="connsiteX36192" fmla="*/ 3923419 w 5158787"/>
              <a:gd name="connsiteY36192" fmla="*/ 698086 h 4489084"/>
              <a:gd name="connsiteX36193" fmla="*/ 3941541 w 5158787"/>
              <a:gd name="connsiteY36193" fmla="*/ 698086 h 4489084"/>
              <a:gd name="connsiteX36194" fmla="*/ 3942667 w 5158787"/>
              <a:gd name="connsiteY36194" fmla="*/ 698737 h 4489084"/>
              <a:gd name="connsiteX36195" fmla="*/ 3951728 w 5158787"/>
              <a:gd name="connsiteY36195" fmla="*/ 714432 h 4489084"/>
              <a:gd name="connsiteX36196" fmla="*/ 3951728 w 5158787"/>
              <a:gd name="connsiteY36196" fmla="*/ 715735 h 4489084"/>
              <a:gd name="connsiteX36197" fmla="*/ 3942667 w 5158787"/>
              <a:gd name="connsiteY36197" fmla="*/ 731430 h 4489084"/>
              <a:gd name="connsiteX36198" fmla="*/ 3941541 w 5158787"/>
              <a:gd name="connsiteY36198" fmla="*/ 732081 h 4489084"/>
              <a:gd name="connsiteX36199" fmla="*/ 3923419 w 5158787"/>
              <a:gd name="connsiteY36199" fmla="*/ 732081 h 4489084"/>
              <a:gd name="connsiteX36200" fmla="*/ 3922293 w 5158787"/>
              <a:gd name="connsiteY36200" fmla="*/ 731430 h 4489084"/>
              <a:gd name="connsiteX36201" fmla="*/ 3913231 w 5158787"/>
              <a:gd name="connsiteY36201" fmla="*/ 715735 h 4489084"/>
              <a:gd name="connsiteX36202" fmla="*/ 3913231 w 5158787"/>
              <a:gd name="connsiteY36202" fmla="*/ 714432 h 4489084"/>
              <a:gd name="connsiteX36203" fmla="*/ 3922293 w 5158787"/>
              <a:gd name="connsiteY36203" fmla="*/ 698737 h 4489084"/>
              <a:gd name="connsiteX36204" fmla="*/ 3923419 w 5158787"/>
              <a:gd name="connsiteY36204" fmla="*/ 698086 h 4489084"/>
              <a:gd name="connsiteX36205" fmla="*/ 1150500 w 5158787"/>
              <a:gd name="connsiteY36205" fmla="*/ 697849 h 4489084"/>
              <a:gd name="connsiteX36206" fmla="*/ 1168800 w 5158787"/>
              <a:gd name="connsiteY36206" fmla="*/ 697849 h 4489084"/>
              <a:gd name="connsiteX36207" fmla="*/ 1169926 w 5158787"/>
              <a:gd name="connsiteY36207" fmla="*/ 698500 h 4489084"/>
              <a:gd name="connsiteX36208" fmla="*/ 1179106 w 5158787"/>
              <a:gd name="connsiteY36208" fmla="*/ 714373 h 4489084"/>
              <a:gd name="connsiteX36209" fmla="*/ 1179106 w 5158787"/>
              <a:gd name="connsiteY36209" fmla="*/ 715676 h 4489084"/>
              <a:gd name="connsiteX36210" fmla="*/ 1169926 w 5158787"/>
              <a:gd name="connsiteY36210" fmla="*/ 731548 h 4489084"/>
              <a:gd name="connsiteX36211" fmla="*/ 1168800 w 5158787"/>
              <a:gd name="connsiteY36211" fmla="*/ 732199 h 4489084"/>
              <a:gd name="connsiteX36212" fmla="*/ 1150500 w 5158787"/>
              <a:gd name="connsiteY36212" fmla="*/ 732199 h 4489084"/>
              <a:gd name="connsiteX36213" fmla="*/ 1149374 w 5158787"/>
              <a:gd name="connsiteY36213" fmla="*/ 731548 h 4489084"/>
              <a:gd name="connsiteX36214" fmla="*/ 1140195 w 5158787"/>
              <a:gd name="connsiteY36214" fmla="*/ 715676 h 4489084"/>
              <a:gd name="connsiteX36215" fmla="*/ 1140195 w 5158787"/>
              <a:gd name="connsiteY36215" fmla="*/ 714373 h 4489084"/>
              <a:gd name="connsiteX36216" fmla="*/ 1149374 w 5158787"/>
              <a:gd name="connsiteY36216" fmla="*/ 698500 h 4489084"/>
              <a:gd name="connsiteX36217" fmla="*/ 1150500 w 5158787"/>
              <a:gd name="connsiteY36217" fmla="*/ 697849 h 4489084"/>
              <a:gd name="connsiteX36218" fmla="*/ 1015111 w 5158787"/>
              <a:gd name="connsiteY36218" fmla="*/ 697671 h 4489084"/>
              <a:gd name="connsiteX36219" fmla="*/ 1033649 w 5158787"/>
              <a:gd name="connsiteY36219" fmla="*/ 697671 h 4489084"/>
              <a:gd name="connsiteX36220" fmla="*/ 1034774 w 5158787"/>
              <a:gd name="connsiteY36220" fmla="*/ 698322 h 4489084"/>
              <a:gd name="connsiteX36221" fmla="*/ 1044013 w 5158787"/>
              <a:gd name="connsiteY36221" fmla="*/ 714373 h 4489084"/>
              <a:gd name="connsiteX36222" fmla="*/ 1044013 w 5158787"/>
              <a:gd name="connsiteY36222" fmla="*/ 715675 h 4489084"/>
              <a:gd name="connsiteX36223" fmla="*/ 1034715 w 5158787"/>
              <a:gd name="connsiteY36223" fmla="*/ 731725 h 4489084"/>
              <a:gd name="connsiteX36224" fmla="*/ 1033589 w 5158787"/>
              <a:gd name="connsiteY36224" fmla="*/ 732377 h 4489084"/>
              <a:gd name="connsiteX36225" fmla="*/ 1015052 w 5158787"/>
              <a:gd name="connsiteY36225" fmla="*/ 732377 h 4489084"/>
              <a:gd name="connsiteX36226" fmla="*/ 1013927 w 5158787"/>
              <a:gd name="connsiteY36226" fmla="*/ 731725 h 4489084"/>
              <a:gd name="connsiteX36227" fmla="*/ 1004688 w 5158787"/>
              <a:gd name="connsiteY36227" fmla="*/ 715675 h 4489084"/>
              <a:gd name="connsiteX36228" fmla="*/ 1004688 w 5158787"/>
              <a:gd name="connsiteY36228" fmla="*/ 714373 h 4489084"/>
              <a:gd name="connsiteX36229" fmla="*/ 1013986 w 5158787"/>
              <a:gd name="connsiteY36229" fmla="*/ 698322 h 4489084"/>
              <a:gd name="connsiteX36230" fmla="*/ 1015111 w 5158787"/>
              <a:gd name="connsiteY36230" fmla="*/ 697671 h 4489084"/>
              <a:gd name="connsiteX36231" fmla="*/ 879842 w 5158787"/>
              <a:gd name="connsiteY36231" fmla="*/ 697671 h 4489084"/>
              <a:gd name="connsiteX36232" fmla="*/ 898379 w 5158787"/>
              <a:gd name="connsiteY36232" fmla="*/ 697671 h 4489084"/>
              <a:gd name="connsiteX36233" fmla="*/ 899504 w 5158787"/>
              <a:gd name="connsiteY36233" fmla="*/ 698322 h 4489084"/>
              <a:gd name="connsiteX36234" fmla="*/ 908743 w 5158787"/>
              <a:gd name="connsiteY36234" fmla="*/ 714373 h 4489084"/>
              <a:gd name="connsiteX36235" fmla="*/ 908743 w 5158787"/>
              <a:gd name="connsiteY36235" fmla="*/ 715675 h 4489084"/>
              <a:gd name="connsiteX36236" fmla="*/ 899445 w 5158787"/>
              <a:gd name="connsiteY36236" fmla="*/ 731725 h 4489084"/>
              <a:gd name="connsiteX36237" fmla="*/ 898320 w 5158787"/>
              <a:gd name="connsiteY36237" fmla="*/ 732377 h 4489084"/>
              <a:gd name="connsiteX36238" fmla="*/ 879782 w 5158787"/>
              <a:gd name="connsiteY36238" fmla="*/ 732377 h 4489084"/>
              <a:gd name="connsiteX36239" fmla="*/ 878657 w 5158787"/>
              <a:gd name="connsiteY36239" fmla="*/ 731725 h 4489084"/>
              <a:gd name="connsiteX36240" fmla="*/ 869418 w 5158787"/>
              <a:gd name="connsiteY36240" fmla="*/ 715675 h 4489084"/>
              <a:gd name="connsiteX36241" fmla="*/ 869418 w 5158787"/>
              <a:gd name="connsiteY36241" fmla="*/ 714373 h 4489084"/>
              <a:gd name="connsiteX36242" fmla="*/ 878716 w 5158787"/>
              <a:gd name="connsiteY36242" fmla="*/ 698322 h 4489084"/>
              <a:gd name="connsiteX36243" fmla="*/ 879842 w 5158787"/>
              <a:gd name="connsiteY36243" fmla="*/ 697671 h 4489084"/>
              <a:gd name="connsiteX36244" fmla="*/ 3990758 w 5158787"/>
              <a:gd name="connsiteY36244" fmla="*/ 697553 h 4489084"/>
              <a:gd name="connsiteX36245" fmla="*/ 4009413 w 5158787"/>
              <a:gd name="connsiteY36245" fmla="*/ 697553 h 4489084"/>
              <a:gd name="connsiteX36246" fmla="*/ 4010539 w 5158787"/>
              <a:gd name="connsiteY36246" fmla="*/ 698205 h 4489084"/>
              <a:gd name="connsiteX36247" fmla="*/ 4019837 w 5158787"/>
              <a:gd name="connsiteY36247" fmla="*/ 714373 h 4489084"/>
              <a:gd name="connsiteX36248" fmla="*/ 4019837 w 5158787"/>
              <a:gd name="connsiteY36248" fmla="*/ 715676 h 4489084"/>
              <a:gd name="connsiteX36249" fmla="*/ 4010480 w 5158787"/>
              <a:gd name="connsiteY36249" fmla="*/ 731844 h 4489084"/>
              <a:gd name="connsiteX36250" fmla="*/ 4009354 w 5158787"/>
              <a:gd name="connsiteY36250" fmla="*/ 732496 h 4489084"/>
              <a:gd name="connsiteX36251" fmla="*/ 3990699 w 5158787"/>
              <a:gd name="connsiteY36251" fmla="*/ 732496 h 4489084"/>
              <a:gd name="connsiteX36252" fmla="*/ 3989573 w 5158787"/>
              <a:gd name="connsiteY36252" fmla="*/ 731844 h 4489084"/>
              <a:gd name="connsiteX36253" fmla="*/ 3980275 w 5158787"/>
              <a:gd name="connsiteY36253" fmla="*/ 715676 h 4489084"/>
              <a:gd name="connsiteX36254" fmla="*/ 3980275 w 5158787"/>
              <a:gd name="connsiteY36254" fmla="*/ 714373 h 4489084"/>
              <a:gd name="connsiteX36255" fmla="*/ 3989632 w 5158787"/>
              <a:gd name="connsiteY36255" fmla="*/ 698205 h 4489084"/>
              <a:gd name="connsiteX36256" fmla="*/ 3990758 w 5158787"/>
              <a:gd name="connsiteY36256" fmla="*/ 697553 h 4489084"/>
              <a:gd name="connsiteX36257" fmla="*/ 271126 w 5158787"/>
              <a:gd name="connsiteY36257" fmla="*/ 697553 h 4489084"/>
              <a:gd name="connsiteX36258" fmla="*/ 289782 w 5158787"/>
              <a:gd name="connsiteY36258" fmla="*/ 697553 h 4489084"/>
              <a:gd name="connsiteX36259" fmla="*/ 290907 w 5158787"/>
              <a:gd name="connsiteY36259" fmla="*/ 698205 h 4489084"/>
              <a:gd name="connsiteX36260" fmla="*/ 300205 w 5158787"/>
              <a:gd name="connsiteY36260" fmla="*/ 714373 h 4489084"/>
              <a:gd name="connsiteX36261" fmla="*/ 300205 w 5158787"/>
              <a:gd name="connsiteY36261" fmla="*/ 715676 h 4489084"/>
              <a:gd name="connsiteX36262" fmla="*/ 290848 w 5158787"/>
              <a:gd name="connsiteY36262" fmla="*/ 731844 h 4489084"/>
              <a:gd name="connsiteX36263" fmla="*/ 289722 w 5158787"/>
              <a:gd name="connsiteY36263" fmla="*/ 732496 h 4489084"/>
              <a:gd name="connsiteX36264" fmla="*/ 271066 w 5158787"/>
              <a:gd name="connsiteY36264" fmla="*/ 732496 h 4489084"/>
              <a:gd name="connsiteX36265" fmla="*/ 269941 w 5158787"/>
              <a:gd name="connsiteY36265" fmla="*/ 731844 h 4489084"/>
              <a:gd name="connsiteX36266" fmla="*/ 260643 w 5158787"/>
              <a:gd name="connsiteY36266" fmla="*/ 715676 h 4489084"/>
              <a:gd name="connsiteX36267" fmla="*/ 260643 w 5158787"/>
              <a:gd name="connsiteY36267" fmla="*/ 714373 h 4489084"/>
              <a:gd name="connsiteX36268" fmla="*/ 270000 w 5158787"/>
              <a:gd name="connsiteY36268" fmla="*/ 698205 h 4489084"/>
              <a:gd name="connsiteX36269" fmla="*/ 271126 w 5158787"/>
              <a:gd name="connsiteY36269" fmla="*/ 697553 h 4489084"/>
              <a:gd name="connsiteX36270" fmla="*/ 4599354 w 5158787"/>
              <a:gd name="connsiteY36270" fmla="*/ 697316 h 4489084"/>
              <a:gd name="connsiteX36271" fmla="*/ 4618247 w 5158787"/>
              <a:gd name="connsiteY36271" fmla="*/ 697316 h 4489084"/>
              <a:gd name="connsiteX36272" fmla="*/ 4619371 w 5158787"/>
              <a:gd name="connsiteY36272" fmla="*/ 697967 h 4489084"/>
              <a:gd name="connsiteX36273" fmla="*/ 4628789 w 5158787"/>
              <a:gd name="connsiteY36273" fmla="*/ 714314 h 4489084"/>
              <a:gd name="connsiteX36274" fmla="*/ 4628789 w 5158787"/>
              <a:gd name="connsiteY36274" fmla="*/ 715676 h 4489084"/>
              <a:gd name="connsiteX36275" fmla="*/ 4619371 w 5158787"/>
              <a:gd name="connsiteY36275" fmla="*/ 732022 h 4489084"/>
              <a:gd name="connsiteX36276" fmla="*/ 4618247 w 5158787"/>
              <a:gd name="connsiteY36276" fmla="*/ 732673 h 4489084"/>
              <a:gd name="connsiteX36277" fmla="*/ 4599354 w 5158787"/>
              <a:gd name="connsiteY36277" fmla="*/ 732673 h 4489084"/>
              <a:gd name="connsiteX36278" fmla="*/ 4598228 w 5158787"/>
              <a:gd name="connsiteY36278" fmla="*/ 732022 h 4489084"/>
              <a:gd name="connsiteX36279" fmla="*/ 4588812 w 5158787"/>
              <a:gd name="connsiteY36279" fmla="*/ 715676 h 4489084"/>
              <a:gd name="connsiteX36280" fmla="*/ 4588812 w 5158787"/>
              <a:gd name="connsiteY36280" fmla="*/ 714314 h 4489084"/>
              <a:gd name="connsiteX36281" fmla="*/ 4598228 w 5158787"/>
              <a:gd name="connsiteY36281" fmla="*/ 697967 h 4489084"/>
              <a:gd name="connsiteX36282" fmla="*/ 4599354 w 5158787"/>
              <a:gd name="connsiteY36282" fmla="*/ 697316 h 4489084"/>
              <a:gd name="connsiteX36283" fmla="*/ 4058214 w 5158787"/>
              <a:gd name="connsiteY36283" fmla="*/ 697257 h 4489084"/>
              <a:gd name="connsiteX36284" fmla="*/ 4077226 w 5158787"/>
              <a:gd name="connsiteY36284" fmla="*/ 697257 h 4489084"/>
              <a:gd name="connsiteX36285" fmla="*/ 4078410 w 5158787"/>
              <a:gd name="connsiteY36285" fmla="*/ 697909 h 4489084"/>
              <a:gd name="connsiteX36286" fmla="*/ 4087886 w 5158787"/>
              <a:gd name="connsiteY36286" fmla="*/ 714373 h 4489084"/>
              <a:gd name="connsiteX36287" fmla="*/ 4087886 w 5158787"/>
              <a:gd name="connsiteY36287" fmla="*/ 715735 h 4489084"/>
              <a:gd name="connsiteX36288" fmla="*/ 4078410 w 5158787"/>
              <a:gd name="connsiteY36288" fmla="*/ 732200 h 4489084"/>
              <a:gd name="connsiteX36289" fmla="*/ 4077226 w 5158787"/>
              <a:gd name="connsiteY36289" fmla="*/ 732851 h 4489084"/>
              <a:gd name="connsiteX36290" fmla="*/ 4058214 w 5158787"/>
              <a:gd name="connsiteY36290" fmla="*/ 732851 h 4489084"/>
              <a:gd name="connsiteX36291" fmla="*/ 4057030 w 5158787"/>
              <a:gd name="connsiteY36291" fmla="*/ 732200 h 4489084"/>
              <a:gd name="connsiteX36292" fmla="*/ 4047554 w 5158787"/>
              <a:gd name="connsiteY36292" fmla="*/ 715735 h 4489084"/>
              <a:gd name="connsiteX36293" fmla="*/ 4047554 w 5158787"/>
              <a:gd name="connsiteY36293" fmla="*/ 714373 h 4489084"/>
              <a:gd name="connsiteX36294" fmla="*/ 4057030 w 5158787"/>
              <a:gd name="connsiteY36294" fmla="*/ 697909 h 4489084"/>
              <a:gd name="connsiteX36295" fmla="*/ 4058214 w 5158787"/>
              <a:gd name="connsiteY36295" fmla="*/ 697257 h 4489084"/>
              <a:gd name="connsiteX36296" fmla="*/ 473616 w 5158787"/>
              <a:gd name="connsiteY36296" fmla="*/ 696842 h 4489084"/>
              <a:gd name="connsiteX36297" fmla="*/ 493042 w 5158787"/>
              <a:gd name="connsiteY36297" fmla="*/ 696842 h 4489084"/>
              <a:gd name="connsiteX36298" fmla="*/ 494226 w 5158787"/>
              <a:gd name="connsiteY36298" fmla="*/ 697553 h 4489084"/>
              <a:gd name="connsiteX36299" fmla="*/ 503939 w 5158787"/>
              <a:gd name="connsiteY36299" fmla="*/ 714373 h 4489084"/>
              <a:gd name="connsiteX36300" fmla="*/ 503939 w 5158787"/>
              <a:gd name="connsiteY36300" fmla="*/ 715735 h 4489084"/>
              <a:gd name="connsiteX36301" fmla="*/ 494226 w 5158787"/>
              <a:gd name="connsiteY36301" fmla="*/ 732555 h 4489084"/>
              <a:gd name="connsiteX36302" fmla="*/ 493042 w 5158787"/>
              <a:gd name="connsiteY36302" fmla="*/ 733265 h 4489084"/>
              <a:gd name="connsiteX36303" fmla="*/ 473616 w 5158787"/>
              <a:gd name="connsiteY36303" fmla="*/ 733265 h 4489084"/>
              <a:gd name="connsiteX36304" fmla="*/ 472432 w 5158787"/>
              <a:gd name="connsiteY36304" fmla="*/ 732555 h 4489084"/>
              <a:gd name="connsiteX36305" fmla="*/ 462719 w 5158787"/>
              <a:gd name="connsiteY36305" fmla="*/ 715735 h 4489084"/>
              <a:gd name="connsiteX36306" fmla="*/ 462719 w 5158787"/>
              <a:gd name="connsiteY36306" fmla="*/ 714373 h 4489084"/>
              <a:gd name="connsiteX36307" fmla="*/ 472432 w 5158787"/>
              <a:gd name="connsiteY36307" fmla="*/ 697553 h 4489084"/>
              <a:gd name="connsiteX36308" fmla="*/ 473616 w 5158787"/>
              <a:gd name="connsiteY36308" fmla="*/ 696842 h 4489084"/>
              <a:gd name="connsiteX36309" fmla="*/ 1082213 w 5158787"/>
              <a:gd name="connsiteY36309" fmla="*/ 696724 h 4489084"/>
              <a:gd name="connsiteX36310" fmla="*/ 1101758 w 5158787"/>
              <a:gd name="connsiteY36310" fmla="*/ 696724 h 4489084"/>
              <a:gd name="connsiteX36311" fmla="*/ 1102942 w 5158787"/>
              <a:gd name="connsiteY36311" fmla="*/ 697435 h 4489084"/>
              <a:gd name="connsiteX36312" fmla="*/ 1112714 w 5158787"/>
              <a:gd name="connsiteY36312" fmla="*/ 714373 h 4489084"/>
              <a:gd name="connsiteX36313" fmla="*/ 1112714 w 5158787"/>
              <a:gd name="connsiteY36313" fmla="*/ 715735 h 4489084"/>
              <a:gd name="connsiteX36314" fmla="*/ 1102942 w 5158787"/>
              <a:gd name="connsiteY36314" fmla="*/ 732674 h 4489084"/>
              <a:gd name="connsiteX36315" fmla="*/ 1101758 w 5158787"/>
              <a:gd name="connsiteY36315" fmla="*/ 733384 h 4489084"/>
              <a:gd name="connsiteX36316" fmla="*/ 1082213 w 5158787"/>
              <a:gd name="connsiteY36316" fmla="*/ 733384 h 4489084"/>
              <a:gd name="connsiteX36317" fmla="*/ 1081029 w 5158787"/>
              <a:gd name="connsiteY36317" fmla="*/ 732674 h 4489084"/>
              <a:gd name="connsiteX36318" fmla="*/ 1071257 w 5158787"/>
              <a:gd name="connsiteY36318" fmla="*/ 715735 h 4489084"/>
              <a:gd name="connsiteX36319" fmla="*/ 1071257 w 5158787"/>
              <a:gd name="connsiteY36319" fmla="*/ 714373 h 4489084"/>
              <a:gd name="connsiteX36320" fmla="*/ 1081029 w 5158787"/>
              <a:gd name="connsiteY36320" fmla="*/ 697435 h 4489084"/>
              <a:gd name="connsiteX36321" fmla="*/ 1082213 w 5158787"/>
              <a:gd name="connsiteY36321" fmla="*/ 696724 h 4489084"/>
              <a:gd name="connsiteX36322" fmla="*/ 4531187 w 5158787"/>
              <a:gd name="connsiteY36322" fmla="*/ 696309 h 4489084"/>
              <a:gd name="connsiteX36323" fmla="*/ 4551146 w 5158787"/>
              <a:gd name="connsiteY36323" fmla="*/ 696309 h 4489084"/>
              <a:gd name="connsiteX36324" fmla="*/ 4552389 w 5158787"/>
              <a:gd name="connsiteY36324" fmla="*/ 697020 h 4489084"/>
              <a:gd name="connsiteX36325" fmla="*/ 4562398 w 5158787"/>
              <a:gd name="connsiteY36325" fmla="*/ 714313 h 4489084"/>
              <a:gd name="connsiteX36326" fmla="*/ 4562398 w 5158787"/>
              <a:gd name="connsiteY36326" fmla="*/ 715735 h 4489084"/>
              <a:gd name="connsiteX36327" fmla="*/ 4552389 w 5158787"/>
              <a:gd name="connsiteY36327" fmla="*/ 733029 h 4489084"/>
              <a:gd name="connsiteX36328" fmla="*/ 4551146 w 5158787"/>
              <a:gd name="connsiteY36328" fmla="*/ 733739 h 4489084"/>
              <a:gd name="connsiteX36329" fmla="*/ 4531187 w 5158787"/>
              <a:gd name="connsiteY36329" fmla="*/ 733739 h 4489084"/>
              <a:gd name="connsiteX36330" fmla="*/ 4529943 w 5158787"/>
              <a:gd name="connsiteY36330" fmla="*/ 733029 h 4489084"/>
              <a:gd name="connsiteX36331" fmla="*/ 4519934 w 5158787"/>
              <a:gd name="connsiteY36331" fmla="*/ 715735 h 4489084"/>
              <a:gd name="connsiteX36332" fmla="*/ 4519934 w 5158787"/>
              <a:gd name="connsiteY36332" fmla="*/ 714313 h 4489084"/>
              <a:gd name="connsiteX36333" fmla="*/ 4529943 w 5158787"/>
              <a:gd name="connsiteY36333" fmla="*/ 697020 h 4489084"/>
              <a:gd name="connsiteX36334" fmla="*/ 4531187 w 5158787"/>
              <a:gd name="connsiteY36334" fmla="*/ 696309 h 4489084"/>
              <a:gd name="connsiteX36335" fmla="*/ 337813 w 5158787"/>
              <a:gd name="connsiteY36335" fmla="*/ 695894 h 4489084"/>
              <a:gd name="connsiteX36336" fmla="*/ 358246 w 5158787"/>
              <a:gd name="connsiteY36336" fmla="*/ 695894 h 4489084"/>
              <a:gd name="connsiteX36337" fmla="*/ 359489 w 5158787"/>
              <a:gd name="connsiteY36337" fmla="*/ 696605 h 4489084"/>
              <a:gd name="connsiteX36338" fmla="*/ 369676 w 5158787"/>
              <a:gd name="connsiteY36338" fmla="*/ 714313 h 4489084"/>
              <a:gd name="connsiteX36339" fmla="*/ 369676 w 5158787"/>
              <a:gd name="connsiteY36339" fmla="*/ 715734 h 4489084"/>
              <a:gd name="connsiteX36340" fmla="*/ 359430 w 5158787"/>
              <a:gd name="connsiteY36340" fmla="*/ 733443 h 4489084"/>
              <a:gd name="connsiteX36341" fmla="*/ 358187 w 5158787"/>
              <a:gd name="connsiteY36341" fmla="*/ 734154 h 4489084"/>
              <a:gd name="connsiteX36342" fmla="*/ 337754 w 5158787"/>
              <a:gd name="connsiteY36342" fmla="*/ 734154 h 4489084"/>
              <a:gd name="connsiteX36343" fmla="*/ 336510 w 5158787"/>
              <a:gd name="connsiteY36343" fmla="*/ 733443 h 4489084"/>
              <a:gd name="connsiteX36344" fmla="*/ 326324 w 5158787"/>
              <a:gd name="connsiteY36344" fmla="*/ 715734 h 4489084"/>
              <a:gd name="connsiteX36345" fmla="*/ 326324 w 5158787"/>
              <a:gd name="connsiteY36345" fmla="*/ 714313 h 4489084"/>
              <a:gd name="connsiteX36346" fmla="*/ 336569 w 5158787"/>
              <a:gd name="connsiteY36346" fmla="*/ 696605 h 4489084"/>
              <a:gd name="connsiteX36347" fmla="*/ 337813 w 5158787"/>
              <a:gd name="connsiteY36347" fmla="*/ 695894 h 4489084"/>
              <a:gd name="connsiteX36348" fmla="*/ 4665509 w 5158787"/>
              <a:gd name="connsiteY36348" fmla="*/ 694532 h 4489084"/>
              <a:gd name="connsiteX36349" fmla="*/ 4687363 w 5158787"/>
              <a:gd name="connsiteY36349" fmla="*/ 694532 h 4489084"/>
              <a:gd name="connsiteX36350" fmla="*/ 4688725 w 5158787"/>
              <a:gd name="connsiteY36350" fmla="*/ 695302 h 4489084"/>
              <a:gd name="connsiteX36351" fmla="*/ 4699623 w 5158787"/>
              <a:gd name="connsiteY36351" fmla="*/ 714254 h 4489084"/>
              <a:gd name="connsiteX36352" fmla="*/ 4699623 w 5158787"/>
              <a:gd name="connsiteY36352" fmla="*/ 715794 h 4489084"/>
              <a:gd name="connsiteX36353" fmla="*/ 4688666 w 5158787"/>
              <a:gd name="connsiteY36353" fmla="*/ 734746 h 4489084"/>
              <a:gd name="connsiteX36354" fmla="*/ 4687304 w 5158787"/>
              <a:gd name="connsiteY36354" fmla="*/ 735516 h 4489084"/>
              <a:gd name="connsiteX36355" fmla="*/ 4665450 w 5158787"/>
              <a:gd name="connsiteY36355" fmla="*/ 735516 h 4489084"/>
              <a:gd name="connsiteX36356" fmla="*/ 4664088 w 5158787"/>
              <a:gd name="connsiteY36356" fmla="*/ 734746 h 4489084"/>
              <a:gd name="connsiteX36357" fmla="*/ 4653190 w 5158787"/>
              <a:gd name="connsiteY36357" fmla="*/ 715794 h 4489084"/>
              <a:gd name="connsiteX36358" fmla="*/ 4653190 w 5158787"/>
              <a:gd name="connsiteY36358" fmla="*/ 714254 h 4489084"/>
              <a:gd name="connsiteX36359" fmla="*/ 4664147 w 5158787"/>
              <a:gd name="connsiteY36359" fmla="*/ 695302 h 4489084"/>
              <a:gd name="connsiteX36360" fmla="*/ 4665509 w 5158787"/>
              <a:gd name="connsiteY36360" fmla="*/ 694532 h 4489084"/>
              <a:gd name="connsiteX36361" fmla="*/ 4732078 w 5158787"/>
              <a:gd name="connsiteY36361" fmla="*/ 692696 h 4489084"/>
              <a:gd name="connsiteX36362" fmla="*/ 4755946 w 5158787"/>
              <a:gd name="connsiteY36362" fmla="*/ 692696 h 4489084"/>
              <a:gd name="connsiteX36363" fmla="*/ 4757426 w 5158787"/>
              <a:gd name="connsiteY36363" fmla="*/ 693525 h 4489084"/>
              <a:gd name="connsiteX36364" fmla="*/ 4769331 w 5158787"/>
              <a:gd name="connsiteY36364" fmla="*/ 714195 h 4489084"/>
              <a:gd name="connsiteX36365" fmla="*/ 4769331 w 5158787"/>
              <a:gd name="connsiteY36365" fmla="*/ 715853 h 4489084"/>
              <a:gd name="connsiteX36366" fmla="*/ 4757426 w 5158787"/>
              <a:gd name="connsiteY36366" fmla="*/ 736523 h 4489084"/>
              <a:gd name="connsiteX36367" fmla="*/ 4755946 w 5158787"/>
              <a:gd name="connsiteY36367" fmla="*/ 737352 h 4489084"/>
              <a:gd name="connsiteX36368" fmla="*/ 4732078 w 5158787"/>
              <a:gd name="connsiteY36368" fmla="*/ 737352 h 4489084"/>
              <a:gd name="connsiteX36369" fmla="*/ 4730597 w 5158787"/>
              <a:gd name="connsiteY36369" fmla="*/ 736523 h 4489084"/>
              <a:gd name="connsiteX36370" fmla="*/ 4718693 w 5158787"/>
              <a:gd name="connsiteY36370" fmla="*/ 715853 h 4489084"/>
              <a:gd name="connsiteX36371" fmla="*/ 4718693 w 5158787"/>
              <a:gd name="connsiteY36371" fmla="*/ 714195 h 4489084"/>
              <a:gd name="connsiteX36372" fmla="*/ 4730597 w 5158787"/>
              <a:gd name="connsiteY36372" fmla="*/ 693525 h 4489084"/>
              <a:gd name="connsiteX36373" fmla="*/ 4732078 w 5158787"/>
              <a:gd name="connsiteY36373" fmla="*/ 692696 h 4489084"/>
              <a:gd name="connsiteX36374" fmla="*/ 2906050 w 5158787"/>
              <a:gd name="connsiteY36374" fmla="*/ 692696 h 4489084"/>
              <a:gd name="connsiteX36375" fmla="*/ 2929917 w 5158787"/>
              <a:gd name="connsiteY36375" fmla="*/ 692696 h 4489084"/>
              <a:gd name="connsiteX36376" fmla="*/ 2931398 w 5158787"/>
              <a:gd name="connsiteY36376" fmla="*/ 693525 h 4489084"/>
              <a:gd name="connsiteX36377" fmla="*/ 2943302 w 5158787"/>
              <a:gd name="connsiteY36377" fmla="*/ 714195 h 4489084"/>
              <a:gd name="connsiteX36378" fmla="*/ 2943302 w 5158787"/>
              <a:gd name="connsiteY36378" fmla="*/ 715853 h 4489084"/>
              <a:gd name="connsiteX36379" fmla="*/ 2931398 w 5158787"/>
              <a:gd name="connsiteY36379" fmla="*/ 736523 h 4489084"/>
              <a:gd name="connsiteX36380" fmla="*/ 2929917 w 5158787"/>
              <a:gd name="connsiteY36380" fmla="*/ 737352 h 4489084"/>
              <a:gd name="connsiteX36381" fmla="*/ 2906050 w 5158787"/>
              <a:gd name="connsiteY36381" fmla="*/ 737352 h 4489084"/>
              <a:gd name="connsiteX36382" fmla="*/ 2904569 w 5158787"/>
              <a:gd name="connsiteY36382" fmla="*/ 736523 h 4489084"/>
              <a:gd name="connsiteX36383" fmla="*/ 2892665 w 5158787"/>
              <a:gd name="connsiteY36383" fmla="*/ 715853 h 4489084"/>
              <a:gd name="connsiteX36384" fmla="*/ 2892665 w 5158787"/>
              <a:gd name="connsiteY36384" fmla="*/ 714195 h 4489084"/>
              <a:gd name="connsiteX36385" fmla="*/ 2904569 w 5158787"/>
              <a:gd name="connsiteY36385" fmla="*/ 693525 h 4489084"/>
              <a:gd name="connsiteX36386" fmla="*/ 2906050 w 5158787"/>
              <a:gd name="connsiteY36386" fmla="*/ 692696 h 4489084"/>
              <a:gd name="connsiteX36387" fmla="*/ 4934509 w 5158787"/>
              <a:gd name="connsiteY36387" fmla="*/ 691630 h 4489084"/>
              <a:gd name="connsiteX36388" fmla="*/ 4959442 w 5158787"/>
              <a:gd name="connsiteY36388" fmla="*/ 691630 h 4489084"/>
              <a:gd name="connsiteX36389" fmla="*/ 4960982 w 5158787"/>
              <a:gd name="connsiteY36389" fmla="*/ 692519 h 4489084"/>
              <a:gd name="connsiteX36390" fmla="*/ 4973419 w 5158787"/>
              <a:gd name="connsiteY36390" fmla="*/ 714136 h 4489084"/>
              <a:gd name="connsiteX36391" fmla="*/ 4973419 w 5158787"/>
              <a:gd name="connsiteY36391" fmla="*/ 715912 h 4489084"/>
              <a:gd name="connsiteX36392" fmla="*/ 4960923 w 5158787"/>
              <a:gd name="connsiteY36392" fmla="*/ 737529 h 4489084"/>
              <a:gd name="connsiteX36393" fmla="*/ 4959383 w 5158787"/>
              <a:gd name="connsiteY36393" fmla="*/ 738418 h 4489084"/>
              <a:gd name="connsiteX36394" fmla="*/ 4934449 w 5158787"/>
              <a:gd name="connsiteY36394" fmla="*/ 738418 h 4489084"/>
              <a:gd name="connsiteX36395" fmla="*/ 4932909 w 5158787"/>
              <a:gd name="connsiteY36395" fmla="*/ 737529 h 4489084"/>
              <a:gd name="connsiteX36396" fmla="*/ 4920472 w 5158787"/>
              <a:gd name="connsiteY36396" fmla="*/ 715912 h 4489084"/>
              <a:gd name="connsiteX36397" fmla="*/ 4920472 w 5158787"/>
              <a:gd name="connsiteY36397" fmla="*/ 714136 h 4489084"/>
              <a:gd name="connsiteX36398" fmla="*/ 4932969 w 5158787"/>
              <a:gd name="connsiteY36398" fmla="*/ 692519 h 4489084"/>
              <a:gd name="connsiteX36399" fmla="*/ 4934509 w 5158787"/>
              <a:gd name="connsiteY36399" fmla="*/ 691630 h 4489084"/>
              <a:gd name="connsiteX36400" fmla="*/ 4799180 w 5158787"/>
              <a:gd name="connsiteY36400" fmla="*/ 691571 h 4489084"/>
              <a:gd name="connsiteX36401" fmla="*/ 4824232 w 5158787"/>
              <a:gd name="connsiteY36401" fmla="*/ 691571 h 4489084"/>
              <a:gd name="connsiteX36402" fmla="*/ 4825772 w 5158787"/>
              <a:gd name="connsiteY36402" fmla="*/ 692459 h 4489084"/>
              <a:gd name="connsiteX36403" fmla="*/ 4838268 w 5158787"/>
              <a:gd name="connsiteY36403" fmla="*/ 714195 h 4489084"/>
              <a:gd name="connsiteX36404" fmla="*/ 4838268 w 5158787"/>
              <a:gd name="connsiteY36404" fmla="*/ 715972 h 4489084"/>
              <a:gd name="connsiteX36405" fmla="*/ 4825713 w 5158787"/>
              <a:gd name="connsiteY36405" fmla="*/ 737707 h 4489084"/>
              <a:gd name="connsiteX36406" fmla="*/ 4824173 w 5158787"/>
              <a:gd name="connsiteY36406" fmla="*/ 738596 h 4489084"/>
              <a:gd name="connsiteX36407" fmla="*/ 4799121 w 5158787"/>
              <a:gd name="connsiteY36407" fmla="*/ 738596 h 4489084"/>
              <a:gd name="connsiteX36408" fmla="*/ 4797581 w 5158787"/>
              <a:gd name="connsiteY36408" fmla="*/ 737707 h 4489084"/>
              <a:gd name="connsiteX36409" fmla="*/ 4785084 w 5158787"/>
              <a:gd name="connsiteY36409" fmla="*/ 715972 h 4489084"/>
              <a:gd name="connsiteX36410" fmla="*/ 4785084 w 5158787"/>
              <a:gd name="connsiteY36410" fmla="*/ 714195 h 4489084"/>
              <a:gd name="connsiteX36411" fmla="*/ 4797640 w 5158787"/>
              <a:gd name="connsiteY36411" fmla="*/ 692459 h 4489084"/>
              <a:gd name="connsiteX36412" fmla="*/ 4799180 w 5158787"/>
              <a:gd name="connsiteY36412" fmla="*/ 691571 h 4489084"/>
              <a:gd name="connsiteX36413" fmla="*/ 2837526 w 5158787"/>
              <a:gd name="connsiteY36413" fmla="*/ 690919 h 4489084"/>
              <a:gd name="connsiteX36414" fmla="*/ 2863230 w 5158787"/>
              <a:gd name="connsiteY36414" fmla="*/ 690919 h 4489084"/>
              <a:gd name="connsiteX36415" fmla="*/ 2864829 w 5158787"/>
              <a:gd name="connsiteY36415" fmla="*/ 691807 h 4489084"/>
              <a:gd name="connsiteX36416" fmla="*/ 2877681 w 5158787"/>
              <a:gd name="connsiteY36416" fmla="*/ 714076 h 4489084"/>
              <a:gd name="connsiteX36417" fmla="*/ 2877681 w 5158787"/>
              <a:gd name="connsiteY36417" fmla="*/ 715912 h 4489084"/>
              <a:gd name="connsiteX36418" fmla="*/ 2864829 w 5158787"/>
              <a:gd name="connsiteY36418" fmla="*/ 738181 h 4489084"/>
              <a:gd name="connsiteX36419" fmla="*/ 2863230 w 5158787"/>
              <a:gd name="connsiteY36419" fmla="*/ 739069 h 4489084"/>
              <a:gd name="connsiteX36420" fmla="*/ 2837526 w 5158787"/>
              <a:gd name="connsiteY36420" fmla="*/ 739069 h 4489084"/>
              <a:gd name="connsiteX36421" fmla="*/ 2835927 w 5158787"/>
              <a:gd name="connsiteY36421" fmla="*/ 738181 h 4489084"/>
              <a:gd name="connsiteX36422" fmla="*/ 2823076 w 5158787"/>
              <a:gd name="connsiteY36422" fmla="*/ 715912 h 4489084"/>
              <a:gd name="connsiteX36423" fmla="*/ 2823076 w 5158787"/>
              <a:gd name="connsiteY36423" fmla="*/ 714076 h 4489084"/>
              <a:gd name="connsiteX36424" fmla="*/ 2835927 w 5158787"/>
              <a:gd name="connsiteY36424" fmla="*/ 691807 h 4489084"/>
              <a:gd name="connsiteX36425" fmla="*/ 2837526 w 5158787"/>
              <a:gd name="connsiteY36425" fmla="*/ 690919 h 4489084"/>
              <a:gd name="connsiteX36426" fmla="*/ 4866282 w 5158787"/>
              <a:gd name="connsiteY36426" fmla="*/ 690623 h 4489084"/>
              <a:gd name="connsiteX36427" fmla="*/ 4892341 w 5158787"/>
              <a:gd name="connsiteY36427" fmla="*/ 690623 h 4489084"/>
              <a:gd name="connsiteX36428" fmla="*/ 4893941 w 5158787"/>
              <a:gd name="connsiteY36428" fmla="*/ 691571 h 4489084"/>
              <a:gd name="connsiteX36429" fmla="*/ 4906970 w 5158787"/>
              <a:gd name="connsiteY36429" fmla="*/ 714135 h 4489084"/>
              <a:gd name="connsiteX36430" fmla="*/ 4906970 w 5158787"/>
              <a:gd name="connsiteY36430" fmla="*/ 715971 h 4489084"/>
              <a:gd name="connsiteX36431" fmla="*/ 4893941 w 5158787"/>
              <a:gd name="connsiteY36431" fmla="*/ 738536 h 4489084"/>
              <a:gd name="connsiteX36432" fmla="*/ 4892341 w 5158787"/>
              <a:gd name="connsiteY36432" fmla="*/ 739484 h 4489084"/>
              <a:gd name="connsiteX36433" fmla="*/ 4866282 w 5158787"/>
              <a:gd name="connsiteY36433" fmla="*/ 739484 h 4489084"/>
              <a:gd name="connsiteX36434" fmla="*/ 4864683 w 5158787"/>
              <a:gd name="connsiteY36434" fmla="*/ 738536 h 4489084"/>
              <a:gd name="connsiteX36435" fmla="*/ 4851654 w 5158787"/>
              <a:gd name="connsiteY36435" fmla="*/ 715971 h 4489084"/>
              <a:gd name="connsiteX36436" fmla="*/ 4851654 w 5158787"/>
              <a:gd name="connsiteY36436" fmla="*/ 714135 h 4489084"/>
              <a:gd name="connsiteX36437" fmla="*/ 4864683 w 5158787"/>
              <a:gd name="connsiteY36437" fmla="*/ 691571 h 4489084"/>
              <a:gd name="connsiteX36438" fmla="*/ 4866282 w 5158787"/>
              <a:gd name="connsiteY36438" fmla="*/ 690623 h 4489084"/>
              <a:gd name="connsiteX36439" fmla="*/ 2769654 w 5158787"/>
              <a:gd name="connsiteY36439" fmla="*/ 690505 h 4489084"/>
              <a:gd name="connsiteX36440" fmla="*/ 2795832 w 5158787"/>
              <a:gd name="connsiteY36440" fmla="*/ 690505 h 4489084"/>
              <a:gd name="connsiteX36441" fmla="*/ 2797431 w 5158787"/>
              <a:gd name="connsiteY36441" fmla="*/ 691452 h 4489084"/>
              <a:gd name="connsiteX36442" fmla="*/ 2810520 w 5158787"/>
              <a:gd name="connsiteY36442" fmla="*/ 714136 h 4489084"/>
              <a:gd name="connsiteX36443" fmla="*/ 2810520 w 5158787"/>
              <a:gd name="connsiteY36443" fmla="*/ 715972 h 4489084"/>
              <a:gd name="connsiteX36444" fmla="*/ 2797431 w 5158787"/>
              <a:gd name="connsiteY36444" fmla="*/ 738655 h 4489084"/>
              <a:gd name="connsiteX36445" fmla="*/ 2795832 w 5158787"/>
              <a:gd name="connsiteY36445" fmla="*/ 739602 h 4489084"/>
              <a:gd name="connsiteX36446" fmla="*/ 2769654 w 5158787"/>
              <a:gd name="connsiteY36446" fmla="*/ 739602 h 4489084"/>
              <a:gd name="connsiteX36447" fmla="*/ 2768055 w 5158787"/>
              <a:gd name="connsiteY36447" fmla="*/ 738655 h 4489084"/>
              <a:gd name="connsiteX36448" fmla="*/ 2754967 w 5158787"/>
              <a:gd name="connsiteY36448" fmla="*/ 715972 h 4489084"/>
              <a:gd name="connsiteX36449" fmla="*/ 2754967 w 5158787"/>
              <a:gd name="connsiteY36449" fmla="*/ 714136 h 4489084"/>
              <a:gd name="connsiteX36450" fmla="*/ 2768055 w 5158787"/>
              <a:gd name="connsiteY36450" fmla="*/ 691452 h 4489084"/>
              <a:gd name="connsiteX36451" fmla="*/ 2769654 w 5158787"/>
              <a:gd name="connsiteY36451" fmla="*/ 690505 h 4489084"/>
              <a:gd name="connsiteX36452" fmla="*/ 4332072 w 5158787"/>
              <a:gd name="connsiteY36452" fmla="*/ 644842 h 4489084"/>
              <a:gd name="connsiteX36453" fmla="*/ 4344449 w 5158787"/>
              <a:gd name="connsiteY36453" fmla="*/ 644842 h 4489084"/>
              <a:gd name="connsiteX36454" fmla="*/ 4345219 w 5158787"/>
              <a:gd name="connsiteY36454" fmla="*/ 645257 h 4489084"/>
              <a:gd name="connsiteX36455" fmla="*/ 4351378 w 5158787"/>
              <a:gd name="connsiteY36455" fmla="*/ 655976 h 4489084"/>
              <a:gd name="connsiteX36456" fmla="*/ 4351378 w 5158787"/>
              <a:gd name="connsiteY36456" fmla="*/ 656865 h 4489084"/>
              <a:gd name="connsiteX36457" fmla="*/ 4345219 w 5158787"/>
              <a:gd name="connsiteY36457" fmla="*/ 667584 h 4489084"/>
              <a:gd name="connsiteX36458" fmla="*/ 4344449 w 5158787"/>
              <a:gd name="connsiteY36458" fmla="*/ 667999 h 4489084"/>
              <a:gd name="connsiteX36459" fmla="*/ 4332072 w 5158787"/>
              <a:gd name="connsiteY36459" fmla="*/ 667999 h 4489084"/>
              <a:gd name="connsiteX36460" fmla="*/ 4331302 w 5158787"/>
              <a:gd name="connsiteY36460" fmla="*/ 667584 h 4489084"/>
              <a:gd name="connsiteX36461" fmla="*/ 4325142 w 5158787"/>
              <a:gd name="connsiteY36461" fmla="*/ 656865 h 4489084"/>
              <a:gd name="connsiteX36462" fmla="*/ 4325142 w 5158787"/>
              <a:gd name="connsiteY36462" fmla="*/ 655976 h 4489084"/>
              <a:gd name="connsiteX36463" fmla="*/ 4331302 w 5158787"/>
              <a:gd name="connsiteY36463" fmla="*/ 645257 h 4489084"/>
              <a:gd name="connsiteX36464" fmla="*/ 4332072 w 5158787"/>
              <a:gd name="connsiteY36464" fmla="*/ 644842 h 4489084"/>
              <a:gd name="connsiteX36465" fmla="*/ 71122 w 5158787"/>
              <a:gd name="connsiteY36465" fmla="*/ 644428 h 4489084"/>
              <a:gd name="connsiteX36466" fmla="*/ 83915 w 5158787"/>
              <a:gd name="connsiteY36466" fmla="*/ 644428 h 4489084"/>
              <a:gd name="connsiteX36467" fmla="*/ 84685 w 5158787"/>
              <a:gd name="connsiteY36467" fmla="*/ 644902 h 4489084"/>
              <a:gd name="connsiteX36468" fmla="*/ 91081 w 5158787"/>
              <a:gd name="connsiteY36468" fmla="*/ 655977 h 4489084"/>
              <a:gd name="connsiteX36469" fmla="*/ 91081 w 5158787"/>
              <a:gd name="connsiteY36469" fmla="*/ 656865 h 4489084"/>
              <a:gd name="connsiteX36470" fmla="*/ 84685 w 5158787"/>
              <a:gd name="connsiteY36470" fmla="*/ 667940 h 4489084"/>
              <a:gd name="connsiteX36471" fmla="*/ 83915 w 5158787"/>
              <a:gd name="connsiteY36471" fmla="*/ 668414 h 4489084"/>
              <a:gd name="connsiteX36472" fmla="*/ 71122 w 5158787"/>
              <a:gd name="connsiteY36472" fmla="*/ 668414 h 4489084"/>
              <a:gd name="connsiteX36473" fmla="*/ 70352 w 5158787"/>
              <a:gd name="connsiteY36473" fmla="*/ 667940 h 4489084"/>
              <a:gd name="connsiteX36474" fmla="*/ 63956 w 5158787"/>
              <a:gd name="connsiteY36474" fmla="*/ 656865 h 4489084"/>
              <a:gd name="connsiteX36475" fmla="*/ 63956 w 5158787"/>
              <a:gd name="connsiteY36475" fmla="*/ 655977 h 4489084"/>
              <a:gd name="connsiteX36476" fmla="*/ 70352 w 5158787"/>
              <a:gd name="connsiteY36476" fmla="*/ 644902 h 4489084"/>
              <a:gd name="connsiteX36477" fmla="*/ 71122 w 5158787"/>
              <a:gd name="connsiteY36477" fmla="*/ 644428 h 4489084"/>
              <a:gd name="connsiteX36478" fmla="*/ 4399352 w 5158787"/>
              <a:gd name="connsiteY36478" fmla="*/ 644191 h 4489084"/>
              <a:gd name="connsiteX36479" fmla="*/ 4412381 w 5158787"/>
              <a:gd name="connsiteY36479" fmla="*/ 644191 h 4489084"/>
              <a:gd name="connsiteX36480" fmla="*/ 4413151 w 5158787"/>
              <a:gd name="connsiteY36480" fmla="*/ 644665 h 4489084"/>
              <a:gd name="connsiteX36481" fmla="*/ 4419665 w 5158787"/>
              <a:gd name="connsiteY36481" fmla="*/ 655977 h 4489084"/>
              <a:gd name="connsiteX36482" fmla="*/ 4419665 w 5158787"/>
              <a:gd name="connsiteY36482" fmla="*/ 656924 h 4489084"/>
              <a:gd name="connsiteX36483" fmla="*/ 4413151 w 5158787"/>
              <a:gd name="connsiteY36483" fmla="*/ 668236 h 4489084"/>
              <a:gd name="connsiteX36484" fmla="*/ 4412381 w 5158787"/>
              <a:gd name="connsiteY36484" fmla="*/ 668710 h 4489084"/>
              <a:gd name="connsiteX36485" fmla="*/ 4399352 w 5158787"/>
              <a:gd name="connsiteY36485" fmla="*/ 668710 h 4489084"/>
              <a:gd name="connsiteX36486" fmla="*/ 4398582 w 5158787"/>
              <a:gd name="connsiteY36486" fmla="*/ 668236 h 4489084"/>
              <a:gd name="connsiteX36487" fmla="*/ 4392067 w 5158787"/>
              <a:gd name="connsiteY36487" fmla="*/ 656924 h 4489084"/>
              <a:gd name="connsiteX36488" fmla="*/ 4392067 w 5158787"/>
              <a:gd name="connsiteY36488" fmla="*/ 655977 h 4489084"/>
              <a:gd name="connsiteX36489" fmla="*/ 4398582 w 5158787"/>
              <a:gd name="connsiteY36489" fmla="*/ 644665 h 4489084"/>
              <a:gd name="connsiteX36490" fmla="*/ 4399352 w 5158787"/>
              <a:gd name="connsiteY36490" fmla="*/ 644191 h 4489084"/>
              <a:gd name="connsiteX36491" fmla="*/ 4466572 w 5158787"/>
              <a:gd name="connsiteY36491" fmla="*/ 643362 h 4489084"/>
              <a:gd name="connsiteX36492" fmla="*/ 4480490 w 5158787"/>
              <a:gd name="connsiteY36492" fmla="*/ 643362 h 4489084"/>
              <a:gd name="connsiteX36493" fmla="*/ 4481319 w 5158787"/>
              <a:gd name="connsiteY36493" fmla="*/ 643836 h 4489084"/>
              <a:gd name="connsiteX36494" fmla="*/ 4488249 w 5158787"/>
              <a:gd name="connsiteY36494" fmla="*/ 655859 h 4489084"/>
              <a:gd name="connsiteX36495" fmla="*/ 4488249 w 5158787"/>
              <a:gd name="connsiteY36495" fmla="*/ 656865 h 4489084"/>
              <a:gd name="connsiteX36496" fmla="*/ 4481260 w 5158787"/>
              <a:gd name="connsiteY36496" fmla="*/ 668888 h 4489084"/>
              <a:gd name="connsiteX36497" fmla="*/ 4480430 w 5158787"/>
              <a:gd name="connsiteY36497" fmla="*/ 669362 h 4489084"/>
              <a:gd name="connsiteX36498" fmla="*/ 4466513 w 5158787"/>
              <a:gd name="connsiteY36498" fmla="*/ 669362 h 4489084"/>
              <a:gd name="connsiteX36499" fmla="*/ 4465683 w 5158787"/>
              <a:gd name="connsiteY36499" fmla="*/ 668888 h 4489084"/>
              <a:gd name="connsiteX36500" fmla="*/ 4458754 w 5158787"/>
              <a:gd name="connsiteY36500" fmla="*/ 656865 h 4489084"/>
              <a:gd name="connsiteX36501" fmla="*/ 4458754 w 5158787"/>
              <a:gd name="connsiteY36501" fmla="*/ 655859 h 4489084"/>
              <a:gd name="connsiteX36502" fmla="*/ 4465743 w 5158787"/>
              <a:gd name="connsiteY36502" fmla="*/ 643836 h 4489084"/>
              <a:gd name="connsiteX36503" fmla="*/ 4466572 w 5158787"/>
              <a:gd name="connsiteY36503" fmla="*/ 643362 h 4489084"/>
              <a:gd name="connsiteX36504" fmla="*/ 4263607 w 5158787"/>
              <a:gd name="connsiteY36504" fmla="*/ 643303 h 4489084"/>
              <a:gd name="connsiteX36505" fmla="*/ 4277643 w 5158787"/>
              <a:gd name="connsiteY36505" fmla="*/ 643303 h 4489084"/>
              <a:gd name="connsiteX36506" fmla="*/ 4278472 w 5158787"/>
              <a:gd name="connsiteY36506" fmla="*/ 643777 h 4489084"/>
              <a:gd name="connsiteX36507" fmla="*/ 4285461 w 5158787"/>
              <a:gd name="connsiteY36507" fmla="*/ 655918 h 4489084"/>
              <a:gd name="connsiteX36508" fmla="*/ 4285461 w 5158787"/>
              <a:gd name="connsiteY36508" fmla="*/ 656925 h 4489084"/>
              <a:gd name="connsiteX36509" fmla="*/ 4278472 w 5158787"/>
              <a:gd name="connsiteY36509" fmla="*/ 669066 h 4489084"/>
              <a:gd name="connsiteX36510" fmla="*/ 4277643 w 5158787"/>
              <a:gd name="connsiteY36510" fmla="*/ 669540 h 4489084"/>
              <a:gd name="connsiteX36511" fmla="*/ 4263607 w 5158787"/>
              <a:gd name="connsiteY36511" fmla="*/ 669540 h 4489084"/>
              <a:gd name="connsiteX36512" fmla="*/ 4262778 w 5158787"/>
              <a:gd name="connsiteY36512" fmla="*/ 669066 h 4489084"/>
              <a:gd name="connsiteX36513" fmla="*/ 4255789 w 5158787"/>
              <a:gd name="connsiteY36513" fmla="*/ 656925 h 4489084"/>
              <a:gd name="connsiteX36514" fmla="*/ 4255789 w 5158787"/>
              <a:gd name="connsiteY36514" fmla="*/ 655918 h 4489084"/>
              <a:gd name="connsiteX36515" fmla="*/ 4262778 w 5158787"/>
              <a:gd name="connsiteY36515" fmla="*/ 643777 h 4489084"/>
              <a:gd name="connsiteX36516" fmla="*/ 4263607 w 5158787"/>
              <a:gd name="connsiteY36516" fmla="*/ 643303 h 4489084"/>
              <a:gd name="connsiteX36517" fmla="*/ 138106 w 5158787"/>
              <a:gd name="connsiteY36517" fmla="*/ 643303 h 4489084"/>
              <a:gd name="connsiteX36518" fmla="*/ 152142 w 5158787"/>
              <a:gd name="connsiteY36518" fmla="*/ 643303 h 4489084"/>
              <a:gd name="connsiteX36519" fmla="*/ 152971 w 5158787"/>
              <a:gd name="connsiteY36519" fmla="*/ 643777 h 4489084"/>
              <a:gd name="connsiteX36520" fmla="*/ 159960 w 5158787"/>
              <a:gd name="connsiteY36520" fmla="*/ 655918 h 4489084"/>
              <a:gd name="connsiteX36521" fmla="*/ 159960 w 5158787"/>
              <a:gd name="connsiteY36521" fmla="*/ 656925 h 4489084"/>
              <a:gd name="connsiteX36522" fmla="*/ 152971 w 5158787"/>
              <a:gd name="connsiteY36522" fmla="*/ 669066 h 4489084"/>
              <a:gd name="connsiteX36523" fmla="*/ 152142 w 5158787"/>
              <a:gd name="connsiteY36523" fmla="*/ 669540 h 4489084"/>
              <a:gd name="connsiteX36524" fmla="*/ 138106 w 5158787"/>
              <a:gd name="connsiteY36524" fmla="*/ 669540 h 4489084"/>
              <a:gd name="connsiteX36525" fmla="*/ 137277 w 5158787"/>
              <a:gd name="connsiteY36525" fmla="*/ 669066 h 4489084"/>
              <a:gd name="connsiteX36526" fmla="*/ 130288 w 5158787"/>
              <a:gd name="connsiteY36526" fmla="*/ 656925 h 4489084"/>
              <a:gd name="connsiteX36527" fmla="*/ 130288 w 5158787"/>
              <a:gd name="connsiteY36527" fmla="*/ 655918 h 4489084"/>
              <a:gd name="connsiteX36528" fmla="*/ 137277 w 5158787"/>
              <a:gd name="connsiteY36528" fmla="*/ 643777 h 4489084"/>
              <a:gd name="connsiteX36529" fmla="*/ 138106 w 5158787"/>
              <a:gd name="connsiteY36529" fmla="*/ 643303 h 4489084"/>
              <a:gd name="connsiteX36530" fmla="*/ 2639182 w 5158787"/>
              <a:gd name="connsiteY36530" fmla="*/ 640815 h 4489084"/>
              <a:gd name="connsiteX36531" fmla="*/ 2655824 w 5158787"/>
              <a:gd name="connsiteY36531" fmla="*/ 640815 h 4489084"/>
              <a:gd name="connsiteX36532" fmla="*/ 2656830 w 5158787"/>
              <a:gd name="connsiteY36532" fmla="*/ 641407 h 4489084"/>
              <a:gd name="connsiteX36533" fmla="*/ 2665181 w 5158787"/>
              <a:gd name="connsiteY36533" fmla="*/ 655858 h 4489084"/>
              <a:gd name="connsiteX36534" fmla="*/ 2665181 w 5158787"/>
              <a:gd name="connsiteY36534" fmla="*/ 657043 h 4489084"/>
              <a:gd name="connsiteX36535" fmla="*/ 2656830 w 5158787"/>
              <a:gd name="connsiteY36535" fmla="*/ 671494 h 4489084"/>
              <a:gd name="connsiteX36536" fmla="*/ 2655824 w 5158787"/>
              <a:gd name="connsiteY36536" fmla="*/ 672086 h 4489084"/>
              <a:gd name="connsiteX36537" fmla="*/ 2639182 w 5158787"/>
              <a:gd name="connsiteY36537" fmla="*/ 672086 h 4489084"/>
              <a:gd name="connsiteX36538" fmla="*/ 2638174 w 5158787"/>
              <a:gd name="connsiteY36538" fmla="*/ 671494 h 4489084"/>
              <a:gd name="connsiteX36539" fmla="*/ 2629824 w 5158787"/>
              <a:gd name="connsiteY36539" fmla="*/ 657043 h 4489084"/>
              <a:gd name="connsiteX36540" fmla="*/ 2629824 w 5158787"/>
              <a:gd name="connsiteY36540" fmla="*/ 655858 h 4489084"/>
              <a:gd name="connsiteX36541" fmla="*/ 2638174 w 5158787"/>
              <a:gd name="connsiteY36541" fmla="*/ 641407 h 4489084"/>
              <a:gd name="connsiteX36542" fmla="*/ 2639182 w 5158787"/>
              <a:gd name="connsiteY36542" fmla="*/ 640815 h 4489084"/>
              <a:gd name="connsiteX36543" fmla="*/ 3924130 w 5158787"/>
              <a:gd name="connsiteY36543" fmla="*/ 640697 h 4489084"/>
              <a:gd name="connsiteX36544" fmla="*/ 3940890 w 5158787"/>
              <a:gd name="connsiteY36544" fmla="*/ 640697 h 4489084"/>
              <a:gd name="connsiteX36545" fmla="*/ 3941897 w 5158787"/>
              <a:gd name="connsiteY36545" fmla="*/ 641289 h 4489084"/>
              <a:gd name="connsiteX36546" fmla="*/ 3950307 w 5158787"/>
              <a:gd name="connsiteY36546" fmla="*/ 655799 h 4489084"/>
              <a:gd name="connsiteX36547" fmla="*/ 3950307 w 5158787"/>
              <a:gd name="connsiteY36547" fmla="*/ 656984 h 4489084"/>
              <a:gd name="connsiteX36548" fmla="*/ 3941897 w 5158787"/>
              <a:gd name="connsiteY36548" fmla="*/ 671494 h 4489084"/>
              <a:gd name="connsiteX36549" fmla="*/ 3940890 w 5158787"/>
              <a:gd name="connsiteY36549" fmla="*/ 672086 h 4489084"/>
              <a:gd name="connsiteX36550" fmla="*/ 3924130 w 5158787"/>
              <a:gd name="connsiteY36550" fmla="*/ 672086 h 4489084"/>
              <a:gd name="connsiteX36551" fmla="*/ 3923123 w 5158787"/>
              <a:gd name="connsiteY36551" fmla="*/ 671494 h 4489084"/>
              <a:gd name="connsiteX36552" fmla="*/ 3914712 w 5158787"/>
              <a:gd name="connsiteY36552" fmla="*/ 656984 h 4489084"/>
              <a:gd name="connsiteX36553" fmla="*/ 3914712 w 5158787"/>
              <a:gd name="connsiteY36553" fmla="*/ 655799 h 4489084"/>
              <a:gd name="connsiteX36554" fmla="*/ 3923123 w 5158787"/>
              <a:gd name="connsiteY36554" fmla="*/ 641289 h 4489084"/>
              <a:gd name="connsiteX36555" fmla="*/ 3924130 w 5158787"/>
              <a:gd name="connsiteY36555" fmla="*/ 640697 h 4489084"/>
              <a:gd name="connsiteX36556" fmla="*/ 3856494 w 5158787"/>
              <a:gd name="connsiteY36556" fmla="*/ 640697 h 4489084"/>
              <a:gd name="connsiteX36557" fmla="*/ 3873255 w 5158787"/>
              <a:gd name="connsiteY36557" fmla="*/ 640697 h 4489084"/>
              <a:gd name="connsiteX36558" fmla="*/ 3874262 w 5158787"/>
              <a:gd name="connsiteY36558" fmla="*/ 641289 h 4489084"/>
              <a:gd name="connsiteX36559" fmla="*/ 3882672 w 5158787"/>
              <a:gd name="connsiteY36559" fmla="*/ 655799 h 4489084"/>
              <a:gd name="connsiteX36560" fmla="*/ 3882672 w 5158787"/>
              <a:gd name="connsiteY36560" fmla="*/ 656984 h 4489084"/>
              <a:gd name="connsiteX36561" fmla="*/ 3874262 w 5158787"/>
              <a:gd name="connsiteY36561" fmla="*/ 671494 h 4489084"/>
              <a:gd name="connsiteX36562" fmla="*/ 3873255 w 5158787"/>
              <a:gd name="connsiteY36562" fmla="*/ 672086 h 4489084"/>
              <a:gd name="connsiteX36563" fmla="*/ 3856494 w 5158787"/>
              <a:gd name="connsiteY36563" fmla="*/ 672086 h 4489084"/>
              <a:gd name="connsiteX36564" fmla="*/ 3855487 w 5158787"/>
              <a:gd name="connsiteY36564" fmla="*/ 671494 h 4489084"/>
              <a:gd name="connsiteX36565" fmla="*/ 3847078 w 5158787"/>
              <a:gd name="connsiteY36565" fmla="*/ 656984 h 4489084"/>
              <a:gd name="connsiteX36566" fmla="*/ 3847078 w 5158787"/>
              <a:gd name="connsiteY36566" fmla="*/ 655799 h 4489084"/>
              <a:gd name="connsiteX36567" fmla="*/ 3855487 w 5158787"/>
              <a:gd name="connsiteY36567" fmla="*/ 641289 h 4489084"/>
              <a:gd name="connsiteX36568" fmla="*/ 3856494 w 5158787"/>
              <a:gd name="connsiteY36568" fmla="*/ 640697 h 4489084"/>
              <a:gd name="connsiteX36569" fmla="*/ 2706758 w 5158787"/>
              <a:gd name="connsiteY36569" fmla="*/ 640697 h 4489084"/>
              <a:gd name="connsiteX36570" fmla="*/ 2723518 w 5158787"/>
              <a:gd name="connsiteY36570" fmla="*/ 640697 h 4489084"/>
              <a:gd name="connsiteX36571" fmla="*/ 2724525 w 5158787"/>
              <a:gd name="connsiteY36571" fmla="*/ 641289 h 4489084"/>
              <a:gd name="connsiteX36572" fmla="*/ 2732935 w 5158787"/>
              <a:gd name="connsiteY36572" fmla="*/ 655799 h 4489084"/>
              <a:gd name="connsiteX36573" fmla="*/ 2732935 w 5158787"/>
              <a:gd name="connsiteY36573" fmla="*/ 656984 h 4489084"/>
              <a:gd name="connsiteX36574" fmla="*/ 2724525 w 5158787"/>
              <a:gd name="connsiteY36574" fmla="*/ 671494 h 4489084"/>
              <a:gd name="connsiteX36575" fmla="*/ 2723518 w 5158787"/>
              <a:gd name="connsiteY36575" fmla="*/ 672086 h 4489084"/>
              <a:gd name="connsiteX36576" fmla="*/ 2706758 w 5158787"/>
              <a:gd name="connsiteY36576" fmla="*/ 672086 h 4489084"/>
              <a:gd name="connsiteX36577" fmla="*/ 2705751 w 5158787"/>
              <a:gd name="connsiteY36577" fmla="*/ 671494 h 4489084"/>
              <a:gd name="connsiteX36578" fmla="*/ 2697341 w 5158787"/>
              <a:gd name="connsiteY36578" fmla="*/ 656984 h 4489084"/>
              <a:gd name="connsiteX36579" fmla="*/ 2697341 w 5158787"/>
              <a:gd name="connsiteY36579" fmla="*/ 655799 h 4489084"/>
              <a:gd name="connsiteX36580" fmla="*/ 2705751 w 5158787"/>
              <a:gd name="connsiteY36580" fmla="*/ 641289 h 4489084"/>
              <a:gd name="connsiteX36581" fmla="*/ 2706758 w 5158787"/>
              <a:gd name="connsiteY36581" fmla="*/ 640697 h 4489084"/>
              <a:gd name="connsiteX36582" fmla="*/ 4126738 w 5158787"/>
              <a:gd name="connsiteY36582" fmla="*/ 640282 h 4489084"/>
              <a:gd name="connsiteX36583" fmla="*/ 4143973 w 5158787"/>
              <a:gd name="connsiteY36583" fmla="*/ 640282 h 4489084"/>
              <a:gd name="connsiteX36584" fmla="*/ 4145038 w 5158787"/>
              <a:gd name="connsiteY36584" fmla="*/ 640874 h 4489084"/>
              <a:gd name="connsiteX36585" fmla="*/ 4153626 w 5158787"/>
              <a:gd name="connsiteY36585" fmla="*/ 655799 h 4489084"/>
              <a:gd name="connsiteX36586" fmla="*/ 4153626 w 5158787"/>
              <a:gd name="connsiteY36586" fmla="*/ 657043 h 4489084"/>
              <a:gd name="connsiteX36587" fmla="*/ 4144979 w 5158787"/>
              <a:gd name="connsiteY36587" fmla="*/ 671967 h 4489084"/>
              <a:gd name="connsiteX36588" fmla="*/ 4143913 w 5158787"/>
              <a:gd name="connsiteY36588" fmla="*/ 672560 h 4489084"/>
              <a:gd name="connsiteX36589" fmla="*/ 4126679 w 5158787"/>
              <a:gd name="connsiteY36589" fmla="*/ 672560 h 4489084"/>
              <a:gd name="connsiteX36590" fmla="*/ 4125612 w 5158787"/>
              <a:gd name="connsiteY36590" fmla="*/ 671967 h 4489084"/>
              <a:gd name="connsiteX36591" fmla="*/ 4117025 w 5158787"/>
              <a:gd name="connsiteY36591" fmla="*/ 657043 h 4489084"/>
              <a:gd name="connsiteX36592" fmla="*/ 4117025 w 5158787"/>
              <a:gd name="connsiteY36592" fmla="*/ 655799 h 4489084"/>
              <a:gd name="connsiteX36593" fmla="*/ 4125671 w 5158787"/>
              <a:gd name="connsiteY36593" fmla="*/ 640874 h 4489084"/>
              <a:gd name="connsiteX36594" fmla="*/ 4126738 w 5158787"/>
              <a:gd name="connsiteY36594" fmla="*/ 640282 h 4489084"/>
              <a:gd name="connsiteX36595" fmla="*/ 812857 w 5158787"/>
              <a:gd name="connsiteY36595" fmla="*/ 640282 h 4489084"/>
              <a:gd name="connsiteX36596" fmla="*/ 830092 w 5158787"/>
              <a:gd name="connsiteY36596" fmla="*/ 640282 h 4489084"/>
              <a:gd name="connsiteX36597" fmla="*/ 831158 w 5158787"/>
              <a:gd name="connsiteY36597" fmla="*/ 640874 h 4489084"/>
              <a:gd name="connsiteX36598" fmla="*/ 839746 w 5158787"/>
              <a:gd name="connsiteY36598" fmla="*/ 655799 h 4489084"/>
              <a:gd name="connsiteX36599" fmla="*/ 839746 w 5158787"/>
              <a:gd name="connsiteY36599" fmla="*/ 657043 h 4489084"/>
              <a:gd name="connsiteX36600" fmla="*/ 831099 w 5158787"/>
              <a:gd name="connsiteY36600" fmla="*/ 671967 h 4489084"/>
              <a:gd name="connsiteX36601" fmla="*/ 830033 w 5158787"/>
              <a:gd name="connsiteY36601" fmla="*/ 672560 h 4489084"/>
              <a:gd name="connsiteX36602" fmla="*/ 812799 w 5158787"/>
              <a:gd name="connsiteY36602" fmla="*/ 672560 h 4489084"/>
              <a:gd name="connsiteX36603" fmla="*/ 811733 w 5158787"/>
              <a:gd name="connsiteY36603" fmla="*/ 671967 h 4489084"/>
              <a:gd name="connsiteX36604" fmla="*/ 803145 w 5158787"/>
              <a:gd name="connsiteY36604" fmla="*/ 657043 h 4489084"/>
              <a:gd name="connsiteX36605" fmla="*/ 803145 w 5158787"/>
              <a:gd name="connsiteY36605" fmla="*/ 655799 h 4489084"/>
              <a:gd name="connsiteX36606" fmla="*/ 811791 w 5158787"/>
              <a:gd name="connsiteY36606" fmla="*/ 640874 h 4489084"/>
              <a:gd name="connsiteX36607" fmla="*/ 812857 w 5158787"/>
              <a:gd name="connsiteY36607" fmla="*/ 640282 h 4489084"/>
              <a:gd name="connsiteX36608" fmla="*/ 745223 w 5158787"/>
              <a:gd name="connsiteY36608" fmla="*/ 640282 h 4489084"/>
              <a:gd name="connsiteX36609" fmla="*/ 762457 w 5158787"/>
              <a:gd name="connsiteY36609" fmla="*/ 640282 h 4489084"/>
              <a:gd name="connsiteX36610" fmla="*/ 763523 w 5158787"/>
              <a:gd name="connsiteY36610" fmla="*/ 640874 h 4489084"/>
              <a:gd name="connsiteX36611" fmla="*/ 772111 w 5158787"/>
              <a:gd name="connsiteY36611" fmla="*/ 655799 h 4489084"/>
              <a:gd name="connsiteX36612" fmla="*/ 772111 w 5158787"/>
              <a:gd name="connsiteY36612" fmla="*/ 657043 h 4489084"/>
              <a:gd name="connsiteX36613" fmla="*/ 763464 w 5158787"/>
              <a:gd name="connsiteY36613" fmla="*/ 671967 h 4489084"/>
              <a:gd name="connsiteX36614" fmla="*/ 762398 w 5158787"/>
              <a:gd name="connsiteY36614" fmla="*/ 672560 h 4489084"/>
              <a:gd name="connsiteX36615" fmla="*/ 745163 w 5158787"/>
              <a:gd name="connsiteY36615" fmla="*/ 672560 h 4489084"/>
              <a:gd name="connsiteX36616" fmla="*/ 744097 w 5158787"/>
              <a:gd name="connsiteY36616" fmla="*/ 671967 h 4489084"/>
              <a:gd name="connsiteX36617" fmla="*/ 735510 w 5158787"/>
              <a:gd name="connsiteY36617" fmla="*/ 657043 h 4489084"/>
              <a:gd name="connsiteX36618" fmla="*/ 735510 w 5158787"/>
              <a:gd name="connsiteY36618" fmla="*/ 655799 h 4489084"/>
              <a:gd name="connsiteX36619" fmla="*/ 744157 w 5158787"/>
              <a:gd name="connsiteY36619" fmla="*/ 640874 h 4489084"/>
              <a:gd name="connsiteX36620" fmla="*/ 745223 w 5158787"/>
              <a:gd name="connsiteY36620" fmla="*/ 640282 h 4489084"/>
              <a:gd name="connsiteX36621" fmla="*/ 880374 w 5158787"/>
              <a:gd name="connsiteY36621" fmla="*/ 640104 h 4489084"/>
              <a:gd name="connsiteX36622" fmla="*/ 897845 w 5158787"/>
              <a:gd name="connsiteY36622" fmla="*/ 640104 h 4489084"/>
              <a:gd name="connsiteX36623" fmla="*/ 898911 w 5158787"/>
              <a:gd name="connsiteY36623" fmla="*/ 640696 h 4489084"/>
              <a:gd name="connsiteX36624" fmla="*/ 907617 w 5158787"/>
              <a:gd name="connsiteY36624" fmla="*/ 655799 h 4489084"/>
              <a:gd name="connsiteX36625" fmla="*/ 907617 w 5158787"/>
              <a:gd name="connsiteY36625" fmla="*/ 657042 h 4489084"/>
              <a:gd name="connsiteX36626" fmla="*/ 898911 w 5158787"/>
              <a:gd name="connsiteY36626" fmla="*/ 672145 h 4489084"/>
              <a:gd name="connsiteX36627" fmla="*/ 897845 w 5158787"/>
              <a:gd name="connsiteY36627" fmla="*/ 672737 h 4489084"/>
              <a:gd name="connsiteX36628" fmla="*/ 880374 w 5158787"/>
              <a:gd name="connsiteY36628" fmla="*/ 672737 h 4489084"/>
              <a:gd name="connsiteX36629" fmla="*/ 879308 w 5158787"/>
              <a:gd name="connsiteY36629" fmla="*/ 672145 h 4489084"/>
              <a:gd name="connsiteX36630" fmla="*/ 870602 w 5158787"/>
              <a:gd name="connsiteY36630" fmla="*/ 657042 h 4489084"/>
              <a:gd name="connsiteX36631" fmla="*/ 870602 w 5158787"/>
              <a:gd name="connsiteY36631" fmla="*/ 655799 h 4489084"/>
              <a:gd name="connsiteX36632" fmla="*/ 879308 w 5158787"/>
              <a:gd name="connsiteY36632" fmla="*/ 640696 h 4489084"/>
              <a:gd name="connsiteX36633" fmla="*/ 880374 w 5158787"/>
              <a:gd name="connsiteY36633" fmla="*/ 640104 h 4489084"/>
              <a:gd name="connsiteX36634" fmla="*/ 4058984 w 5158787"/>
              <a:gd name="connsiteY36634" fmla="*/ 639986 h 4489084"/>
              <a:gd name="connsiteX36635" fmla="*/ 4076515 w 5158787"/>
              <a:gd name="connsiteY36635" fmla="*/ 639986 h 4489084"/>
              <a:gd name="connsiteX36636" fmla="*/ 4077580 w 5158787"/>
              <a:gd name="connsiteY36636" fmla="*/ 640578 h 4489084"/>
              <a:gd name="connsiteX36637" fmla="*/ 4086346 w 5158787"/>
              <a:gd name="connsiteY36637" fmla="*/ 655799 h 4489084"/>
              <a:gd name="connsiteX36638" fmla="*/ 4086346 w 5158787"/>
              <a:gd name="connsiteY36638" fmla="*/ 657043 h 4489084"/>
              <a:gd name="connsiteX36639" fmla="*/ 4077580 w 5158787"/>
              <a:gd name="connsiteY36639" fmla="*/ 672264 h 4489084"/>
              <a:gd name="connsiteX36640" fmla="*/ 4076515 w 5158787"/>
              <a:gd name="connsiteY36640" fmla="*/ 672856 h 4489084"/>
              <a:gd name="connsiteX36641" fmla="*/ 4058984 w 5158787"/>
              <a:gd name="connsiteY36641" fmla="*/ 672856 h 4489084"/>
              <a:gd name="connsiteX36642" fmla="*/ 4057918 w 5158787"/>
              <a:gd name="connsiteY36642" fmla="*/ 672264 h 4489084"/>
              <a:gd name="connsiteX36643" fmla="*/ 4049153 w 5158787"/>
              <a:gd name="connsiteY36643" fmla="*/ 657043 h 4489084"/>
              <a:gd name="connsiteX36644" fmla="*/ 4049153 w 5158787"/>
              <a:gd name="connsiteY36644" fmla="*/ 655799 h 4489084"/>
              <a:gd name="connsiteX36645" fmla="*/ 4057918 w 5158787"/>
              <a:gd name="connsiteY36645" fmla="*/ 640578 h 4489084"/>
              <a:gd name="connsiteX36646" fmla="*/ 4058984 w 5158787"/>
              <a:gd name="connsiteY36646" fmla="*/ 639986 h 4489084"/>
              <a:gd name="connsiteX36647" fmla="*/ 1083220 w 5158787"/>
              <a:gd name="connsiteY36647" fmla="*/ 639986 h 4489084"/>
              <a:gd name="connsiteX36648" fmla="*/ 1100751 w 5158787"/>
              <a:gd name="connsiteY36648" fmla="*/ 639986 h 4489084"/>
              <a:gd name="connsiteX36649" fmla="*/ 1101817 w 5158787"/>
              <a:gd name="connsiteY36649" fmla="*/ 640578 h 4489084"/>
              <a:gd name="connsiteX36650" fmla="*/ 1110582 w 5158787"/>
              <a:gd name="connsiteY36650" fmla="*/ 655799 h 4489084"/>
              <a:gd name="connsiteX36651" fmla="*/ 1110582 w 5158787"/>
              <a:gd name="connsiteY36651" fmla="*/ 657043 h 4489084"/>
              <a:gd name="connsiteX36652" fmla="*/ 1101817 w 5158787"/>
              <a:gd name="connsiteY36652" fmla="*/ 672264 h 4489084"/>
              <a:gd name="connsiteX36653" fmla="*/ 1100751 w 5158787"/>
              <a:gd name="connsiteY36653" fmla="*/ 672856 h 4489084"/>
              <a:gd name="connsiteX36654" fmla="*/ 1083220 w 5158787"/>
              <a:gd name="connsiteY36654" fmla="*/ 672856 h 4489084"/>
              <a:gd name="connsiteX36655" fmla="*/ 1082154 w 5158787"/>
              <a:gd name="connsiteY36655" fmla="*/ 672264 h 4489084"/>
              <a:gd name="connsiteX36656" fmla="*/ 1073389 w 5158787"/>
              <a:gd name="connsiteY36656" fmla="*/ 657043 h 4489084"/>
              <a:gd name="connsiteX36657" fmla="*/ 1073389 w 5158787"/>
              <a:gd name="connsiteY36657" fmla="*/ 655799 h 4489084"/>
              <a:gd name="connsiteX36658" fmla="*/ 1082154 w 5158787"/>
              <a:gd name="connsiteY36658" fmla="*/ 640578 h 4489084"/>
              <a:gd name="connsiteX36659" fmla="*/ 1083220 w 5158787"/>
              <a:gd name="connsiteY36659" fmla="*/ 639986 h 4489084"/>
              <a:gd name="connsiteX36660" fmla="*/ 1150618 w 5158787"/>
              <a:gd name="connsiteY36660" fmla="*/ 639571 h 4489084"/>
              <a:gd name="connsiteX36661" fmla="*/ 1168622 w 5158787"/>
              <a:gd name="connsiteY36661" fmla="*/ 639571 h 4489084"/>
              <a:gd name="connsiteX36662" fmla="*/ 1169748 w 5158787"/>
              <a:gd name="connsiteY36662" fmla="*/ 640222 h 4489084"/>
              <a:gd name="connsiteX36663" fmla="*/ 1178750 w 5158787"/>
              <a:gd name="connsiteY36663" fmla="*/ 655799 h 4489084"/>
              <a:gd name="connsiteX36664" fmla="*/ 1178750 w 5158787"/>
              <a:gd name="connsiteY36664" fmla="*/ 657042 h 4489084"/>
              <a:gd name="connsiteX36665" fmla="*/ 1169748 w 5158787"/>
              <a:gd name="connsiteY36665" fmla="*/ 672619 h 4489084"/>
              <a:gd name="connsiteX36666" fmla="*/ 1168622 w 5158787"/>
              <a:gd name="connsiteY36666" fmla="*/ 673270 h 4489084"/>
              <a:gd name="connsiteX36667" fmla="*/ 1150618 w 5158787"/>
              <a:gd name="connsiteY36667" fmla="*/ 673270 h 4489084"/>
              <a:gd name="connsiteX36668" fmla="*/ 1149493 w 5158787"/>
              <a:gd name="connsiteY36668" fmla="*/ 672619 h 4489084"/>
              <a:gd name="connsiteX36669" fmla="*/ 1140491 w 5158787"/>
              <a:gd name="connsiteY36669" fmla="*/ 657042 h 4489084"/>
              <a:gd name="connsiteX36670" fmla="*/ 1140491 w 5158787"/>
              <a:gd name="connsiteY36670" fmla="*/ 655799 h 4489084"/>
              <a:gd name="connsiteX36671" fmla="*/ 1149493 w 5158787"/>
              <a:gd name="connsiteY36671" fmla="*/ 640222 h 4489084"/>
              <a:gd name="connsiteX36672" fmla="*/ 1150618 w 5158787"/>
              <a:gd name="connsiteY36672" fmla="*/ 639571 h 4489084"/>
              <a:gd name="connsiteX36673" fmla="*/ 474327 w 5158787"/>
              <a:gd name="connsiteY36673" fmla="*/ 639571 h 4489084"/>
              <a:gd name="connsiteX36674" fmla="*/ 492331 w 5158787"/>
              <a:gd name="connsiteY36674" fmla="*/ 639571 h 4489084"/>
              <a:gd name="connsiteX36675" fmla="*/ 493457 w 5158787"/>
              <a:gd name="connsiteY36675" fmla="*/ 640222 h 4489084"/>
              <a:gd name="connsiteX36676" fmla="*/ 502459 w 5158787"/>
              <a:gd name="connsiteY36676" fmla="*/ 655799 h 4489084"/>
              <a:gd name="connsiteX36677" fmla="*/ 502459 w 5158787"/>
              <a:gd name="connsiteY36677" fmla="*/ 657042 h 4489084"/>
              <a:gd name="connsiteX36678" fmla="*/ 493457 w 5158787"/>
              <a:gd name="connsiteY36678" fmla="*/ 672619 h 4489084"/>
              <a:gd name="connsiteX36679" fmla="*/ 492331 w 5158787"/>
              <a:gd name="connsiteY36679" fmla="*/ 673270 h 4489084"/>
              <a:gd name="connsiteX36680" fmla="*/ 474327 w 5158787"/>
              <a:gd name="connsiteY36680" fmla="*/ 673270 h 4489084"/>
              <a:gd name="connsiteX36681" fmla="*/ 473202 w 5158787"/>
              <a:gd name="connsiteY36681" fmla="*/ 672619 h 4489084"/>
              <a:gd name="connsiteX36682" fmla="*/ 464200 w 5158787"/>
              <a:gd name="connsiteY36682" fmla="*/ 657042 h 4489084"/>
              <a:gd name="connsiteX36683" fmla="*/ 464200 w 5158787"/>
              <a:gd name="connsiteY36683" fmla="*/ 655799 h 4489084"/>
              <a:gd name="connsiteX36684" fmla="*/ 473202 w 5158787"/>
              <a:gd name="connsiteY36684" fmla="*/ 640222 h 4489084"/>
              <a:gd name="connsiteX36685" fmla="*/ 474327 w 5158787"/>
              <a:gd name="connsiteY36685" fmla="*/ 639571 h 4489084"/>
              <a:gd name="connsiteX36686" fmla="*/ 2503082 w 5158787"/>
              <a:gd name="connsiteY36686" fmla="*/ 639334 h 4489084"/>
              <a:gd name="connsiteX36687" fmla="*/ 2521324 w 5158787"/>
              <a:gd name="connsiteY36687" fmla="*/ 639334 h 4489084"/>
              <a:gd name="connsiteX36688" fmla="*/ 2522449 w 5158787"/>
              <a:gd name="connsiteY36688" fmla="*/ 639985 h 4489084"/>
              <a:gd name="connsiteX36689" fmla="*/ 2531570 w 5158787"/>
              <a:gd name="connsiteY36689" fmla="*/ 655739 h 4489084"/>
              <a:gd name="connsiteX36690" fmla="*/ 2531570 w 5158787"/>
              <a:gd name="connsiteY36690" fmla="*/ 657042 h 4489084"/>
              <a:gd name="connsiteX36691" fmla="*/ 2522449 w 5158787"/>
              <a:gd name="connsiteY36691" fmla="*/ 672796 h 4489084"/>
              <a:gd name="connsiteX36692" fmla="*/ 2521324 w 5158787"/>
              <a:gd name="connsiteY36692" fmla="*/ 673448 h 4489084"/>
              <a:gd name="connsiteX36693" fmla="*/ 2503082 w 5158787"/>
              <a:gd name="connsiteY36693" fmla="*/ 673448 h 4489084"/>
              <a:gd name="connsiteX36694" fmla="*/ 2501957 w 5158787"/>
              <a:gd name="connsiteY36694" fmla="*/ 672796 h 4489084"/>
              <a:gd name="connsiteX36695" fmla="*/ 2492837 w 5158787"/>
              <a:gd name="connsiteY36695" fmla="*/ 657042 h 4489084"/>
              <a:gd name="connsiteX36696" fmla="*/ 2492837 w 5158787"/>
              <a:gd name="connsiteY36696" fmla="*/ 655739 h 4489084"/>
              <a:gd name="connsiteX36697" fmla="*/ 2501957 w 5158787"/>
              <a:gd name="connsiteY36697" fmla="*/ 639985 h 4489084"/>
              <a:gd name="connsiteX36698" fmla="*/ 2503082 w 5158787"/>
              <a:gd name="connsiteY36698" fmla="*/ 639334 h 4489084"/>
              <a:gd name="connsiteX36699" fmla="*/ 947594 w 5158787"/>
              <a:gd name="connsiteY36699" fmla="*/ 639334 h 4489084"/>
              <a:gd name="connsiteX36700" fmla="*/ 965836 w 5158787"/>
              <a:gd name="connsiteY36700" fmla="*/ 639334 h 4489084"/>
              <a:gd name="connsiteX36701" fmla="*/ 966961 w 5158787"/>
              <a:gd name="connsiteY36701" fmla="*/ 639985 h 4489084"/>
              <a:gd name="connsiteX36702" fmla="*/ 976082 w 5158787"/>
              <a:gd name="connsiteY36702" fmla="*/ 655739 h 4489084"/>
              <a:gd name="connsiteX36703" fmla="*/ 976082 w 5158787"/>
              <a:gd name="connsiteY36703" fmla="*/ 657042 h 4489084"/>
              <a:gd name="connsiteX36704" fmla="*/ 966961 w 5158787"/>
              <a:gd name="connsiteY36704" fmla="*/ 672796 h 4489084"/>
              <a:gd name="connsiteX36705" fmla="*/ 965836 w 5158787"/>
              <a:gd name="connsiteY36705" fmla="*/ 673448 h 4489084"/>
              <a:gd name="connsiteX36706" fmla="*/ 947594 w 5158787"/>
              <a:gd name="connsiteY36706" fmla="*/ 673448 h 4489084"/>
              <a:gd name="connsiteX36707" fmla="*/ 946469 w 5158787"/>
              <a:gd name="connsiteY36707" fmla="*/ 672796 h 4489084"/>
              <a:gd name="connsiteX36708" fmla="*/ 937349 w 5158787"/>
              <a:gd name="connsiteY36708" fmla="*/ 657042 h 4489084"/>
              <a:gd name="connsiteX36709" fmla="*/ 937349 w 5158787"/>
              <a:gd name="connsiteY36709" fmla="*/ 655739 h 4489084"/>
              <a:gd name="connsiteX36710" fmla="*/ 946469 w 5158787"/>
              <a:gd name="connsiteY36710" fmla="*/ 639985 h 4489084"/>
              <a:gd name="connsiteX36711" fmla="*/ 947594 w 5158787"/>
              <a:gd name="connsiteY36711" fmla="*/ 639334 h 4489084"/>
              <a:gd name="connsiteX36712" fmla="*/ 4531778 w 5158787"/>
              <a:gd name="connsiteY36712" fmla="*/ 638861 h 4489084"/>
              <a:gd name="connsiteX36713" fmla="*/ 4550552 w 5158787"/>
              <a:gd name="connsiteY36713" fmla="*/ 638861 h 4489084"/>
              <a:gd name="connsiteX36714" fmla="*/ 4551678 w 5158787"/>
              <a:gd name="connsiteY36714" fmla="*/ 639512 h 4489084"/>
              <a:gd name="connsiteX36715" fmla="*/ 4561035 w 5158787"/>
              <a:gd name="connsiteY36715" fmla="*/ 655740 h 4489084"/>
              <a:gd name="connsiteX36716" fmla="*/ 4561035 w 5158787"/>
              <a:gd name="connsiteY36716" fmla="*/ 657043 h 4489084"/>
              <a:gd name="connsiteX36717" fmla="*/ 4551618 w 5158787"/>
              <a:gd name="connsiteY36717" fmla="*/ 673271 h 4489084"/>
              <a:gd name="connsiteX36718" fmla="*/ 4550493 w 5158787"/>
              <a:gd name="connsiteY36718" fmla="*/ 673922 h 4489084"/>
              <a:gd name="connsiteX36719" fmla="*/ 4531719 w 5158787"/>
              <a:gd name="connsiteY36719" fmla="*/ 673922 h 4489084"/>
              <a:gd name="connsiteX36720" fmla="*/ 4530593 w 5158787"/>
              <a:gd name="connsiteY36720" fmla="*/ 673271 h 4489084"/>
              <a:gd name="connsiteX36721" fmla="*/ 4521236 w 5158787"/>
              <a:gd name="connsiteY36721" fmla="*/ 657043 h 4489084"/>
              <a:gd name="connsiteX36722" fmla="*/ 4521236 w 5158787"/>
              <a:gd name="connsiteY36722" fmla="*/ 655740 h 4489084"/>
              <a:gd name="connsiteX36723" fmla="*/ 4530652 w 5158787"/>
              <a:gd name="connsiteY36723" fmla="*/ 639512 h 4489084"/>
              <a:gd name="connsiteX36724" fmla="*/ 4531778 w 5158787"/>
              <a:gd name="connsiteY36724" fmla="*/ 638861 h 4489084"/>
              <a:gd name="connsiteX36725" fmla="*/ 1014992 w 5158787"/>
              <a:gd name="connsiteY36725" fmla="*/ 638861 h 4489084"/>
              <a:gd name="connsiteX36726" fmla="*/ 1033767 w 5158787"/>
              <a:gd name="connsiteY36726" fmla="*/ 638861 h 4489084"/>
              <a:gd name="connsiteX36727" fmla="*/ 1034892 w 5158787"/>
              <a:gd name="connsiteY36727" fmla="*/ 639512 h 4489084"/>
              <a:gd name="connsiteX36728" fmla="*/ 1044250 w 5158787"/>
              <a:gd name="connsiteY36728" fmla="*/ 655740 h 4489084"/>
              <a:gd name="connsiteX36729" fmla="*/ 1044250 w 5158787"/>
              <a:gd name="connsiteY36729" fmla="*/ 657043 h 4489084"/>
              <a:gd name="connsiteX36730" fmla="*/ 1034833 w 5158787"/>
              <a:gd name="connsiteY36730" fmla="*/ 673271 h 4489084"/>
              <a:gd name="connsiteX36731" fmla="*/ 1033708 w 5158787"/>
              <a:gd name="connsiteY36731" fmla="*/ 673922 h 4489084"/>
              <a:gd name="connsiteX36732" fmla="*/ 1014934 w 5158787"/>
              <a:gd name="connsiteY36732" fmla="*/ 673922 h 4489084"/>
              <a:gd name="connsiteX36733" fmla="*/ 1013808 w 5158787"/>
              <a:gd name="connsiteY36733" fmla="*/ 673271 h 4489084"/>
              <a:gd name="connsiteX36734" fmla="*/ 1004451 w 5158787"/>
              <a:gd name="connsiteY36734" fmla="*/ 657043 h 4489084"/>
              <a:gd name="connsiteX36735" fmla="*/ 1004451 w 5158787"/>
              <a:gd name="connsiteY36735" fmla="*/ 655740 h 4489084"/>
              <a:gd name="connsiteX36736" fmla="*/ 1013867 w 5158787"/>
              <a:gd name="connsiteY36736" fmla="*/ 639512 h 4489084"/>
              <a:gd name="connsiteX36737" fmla="*/ 1014992 w 5158787"/>
              <a:gd name="connsiteY36737" fmla="*/ 638861 h 4489084"/>
              <a:gd name="connsiteX36738" fmla="*/ 406277 w 5158787"/>
              <a:gd name="connsiteY36738" fmla="*/ 638861 h 4489084"/>
              <a:gd name="connsiteX36739" fmla="*/ 425051 w 5158787"/>
              <a:gd name="connsiteY36739" fmla="*/ 638861 h 4489084"/>
              <a:gd name="connsiteX36740" fmla="*/ 426176 w 5158787"/>
              <a:gd name="connsiteY36740" fmla="*/ 639512 h 4489084"/>
              <a:gd name="connsiteX36741" fmla="*/ 435534 w 5158787"/>
              <a:gd name="connsiteY36741" fmla="*/ 655740 h 4489084"/>
              <a:gd name="connsiteX36742" fmla="*/ 435534 w 5158787"/>
              <a:gd name="connsiteY36742" fmla="*/ 657043 h 4489084"/>
              <a:gd name="connsiteX36743" fmla="*/ 426117 w 5158787"/>
              <a:gd name="connsiteY36743" fmla="*/ 673271 h 4489084"/>
              <a:gd name="connsiteX36744" fmla="*/ 424992 w 5158787"/>
              <a:gd name="connsiteY36744" fmla="*/ 673922 h 4489084"/>
              <a:gd name="connsiteX36745" fmla="*/ 406218 w 5158787"/>
              <a:gd name="connsiteY36745" fmla="*/ 673922 h 4489084"/>
              <a:gd name="connsiteX36746" fmla="*/ 405092 w 5158787"/>
              <a:gd name="connsiteY36746" fmla="*/ 673271 h 4489084"/>
              <a:gd name="connsiteX36747" fmla="*/ 395735 w 5158787"/>
              <a:gd name="connsiteY36747" fmla="*/ 657043 h 4489084"/>
              <a:gd name="connsiteX36748" fmla="*/ 395735 w 5158787"/>
              <a:gd name="connsiteY36748" fmla="*/ 655740 h 4489084"/>
              <a:gd name="connsiteX36749" fmla="*/ 405152 w 5158787"/>
              <a:gd name="connsiteY36749" fmla="*/ 639512 h 4489084"/>
              <a:gd name="connsiteX36750" fmla="*/ 406277 w 5158787"/>
              <a:gd name="connsiteY36750" fmla="*/ 638861 h 4489084"/>
              <a:gd name="connsiteX36751" fmla="*/ 4599295 w 5158787"/>
              <a:gd name="connsiteY36751" fmla="*/ 638505 h 4489084"/>
              <a:gd name="connsiteX36752" fmla="*/ 4618365 w 5158787"/>
              <a:gd name="connsiteY36752" fmla="*/ 638505 h 4489084"/>
              <a:gd name="connsiteX36753" fmla="*/ 4619549 w 5158787"/>
              <a:gd name="connsiteY36753" fmla="*/ 639157 h 4489084"/>
              <a:gd name="connsiteX36754" fmla="*/ 4629085 w 5158787"/>
              <a:gd name="connsiteY36754" fmla="*/ 655680 h 4489084"/>
              <a:gd name="connsiteX36755" fmla="*/ 4629085 w 5158787"/>
              <a:gd name="connsiteY36755" fmla="*/ 657042 h 4489084"/>
              <a:gd name="connsiteX36756" fmla="*/ 4619549 w 5158787"/>
              <a:gd name="connsiteY36756" fmla="*/ 673566 h 4489084"/>
              <a:gd name="connsiteX36757" fmla="*/ 4618365 w 5158787"/>
              <a:gd name="connsiteY36757" fmla="*/ 674218 h 4489084"/>
              <a:gd name="connsiteX36758" fmla="*/ 4599295 w 5158787"/>
              <a:gd name="connsiteY36758" fmla="*/ 674218 h 4489084"/>
              <a:gd name="connsiteX36759" fmla="*/ 4598110 w 5158787"/>
              <a:gd name="connsiteY36759" fmla="*/ 673566 h 4489084"/>
              <a:gd name="connsiteX36760" fmla="*/ 4588575 w 5158787"/>
              <a:gd name="connsiteY36760" fmla="*/ 657042 h 4489084"/>
              <a:gd name="connsiteX36761" fmla="*/ 4588575 w 5158787"/>
              <a:gd name="connsiteY36761" fmla="*/ 655680 h 4489084"/>
              <a:gd name="connsiteX36762" fmla="*/ 4598110 w 5158787"/>
              <a:gd name="connsiteY36762" fmla="*/ 639157 h 4489084"/>
              <a:gd name="connsiteX36763" fmla="*/ 4599295 w 5158787"/>
              <a:gd name="connsiteY36763" fmla="*/ 638505 h 4489084"/>
              <a:gd name="connsiteX36764" fmla="*/ 2570361 w 5158787"/>
              <a:gd name="connsiteY36764" fmla="*/ 638505 h 4489084"/>
              <a:gd name="connsiteX36765" fmla="*/ 2589432 w 5158787"/>
              <a:gd name="connsiteY36765" fmla="*/ 638505 h 4489084"/>
              <a:gd name="connsiteX36766" fmla="*/ 2590617 w 5158787"/>
              <a:gd name="connsiteY36766" fmla="*/ 639157 h 4489084"/>
              <a:gd name="connsiteX36767" fmla="*/ 2600152 w 5158787"/>
              <a:gd name="connsiteY36767" fmla="*/ 655680 h 4489084"/>
              <a:gd name="connsiteX36768" fmla="*/ 2600152 w 5158787"/>
              <a:gd name="connsiteY36768" fmla="*/ 657042 h 4489084"/>
              <a:gd name="connsiteX36769" fmla="*/ 2590617 w 5158787"/>
              <a:gd name="connsiteY36769" fmla="*/ 673566 h 4489084"/>
              <a:gd name="connsiteX36770" fmla="*/ 2589432 w 5158787"/>
              <a:gd name="connsiteY36770" fmla="*/ 674218 h 4489084"/>
              <a:gd name="connsiteX36771" fmla="*/ 2570361 w 5158787"/>
              <a:gd name="connsiteY36771" fmla="*/ 674218 h 4489084"/>
              <a:gd name="connsiteX36772" fmla="*/ 2569177 w 5158787"/>
              <a:gd name="connsiteY36772" fmla="*/ 673566 h 4489084"/>
              <a:gd name="connsiteX36773" fmla="*/ 2559642 w 5158787"/>
              <a:gd name="connsiteY36773" fmla="*/ 657042 h 4489084"/>
              <a:gd name="connsiteX36774" fmla="*/ 2559642 w 5158787"/>
              <a:gd name="connsiteY36774" fmla="*/ 655680 h 4489084"/>
              <a:gd name="connsiteX36775" fmla="*/ 2569177 w 5158787"/>
              <a:gd name="connsiteY36775" fmla="*/ 639157 h 4489084"/>
              <a:gd name="connsiteX36776" fmla="*/ 2570361 w 5158787"/>
              <a:gd name="connsiteY36776" fmla="*/ 638505 h 4489084"/>
              <a:gd name="connsiteX36777" fmla="*/ 270652 w 5158787"/>
              <a:gd name="connsiteY36777" fmla="*/ 638091 h 4489084"/>
              <a:gd name="connsiteX36778" fmla="*/ 290196 w 5158787"/>
              <a:gd name="connsiteY36778" fmla="*/ 638091 h 4489084"/>
              <a:gd name="connsiteX36779" fmla="*/ 291381 w 5158787"/>
              <a:gd name="connsiteY36779" fmla="*/ 638802 h 4489084"/>
              <a:gd name="connsiteX36780" fmla="*/ 301153 w 5158787"/>
              <a:gd name="connsiteY36780" fmla="*/ 655740 h 4489084"/>
              <a:gd name="connsiteX36781" fmla="*/ 301153 w 5158787"/>
              <a:gd name="connsiteY36781" fmla="*/ 657102 h 4489084"/>
              <a:gd name="connsiteX36782" fmla="*/ 291381 w 5158787"/>
              <a:gd name="connsiteY36782" fmla="*/ 674040 h 4489084"/>
              <a:gd name="connsiteX36783" fmla="*/ 290196 w 5158787"/>
              <a:gd name="connsiteY36783" fmla="*/ 674751 h 4489084"/>
              <a:gd name="connsiteX36784" fmla="*/ 270652 w 5158787"/>
              <a:gd name="connsiteY36784" fmla="*/ 674751 h 4489084"/>
              <a:gd name="connsiteX36785" fmla="*/ 269468 w 5158787"/>
              <a:gd name="connsiteY36785" fmla="*/ 674040 h 4489084"/>
              <a:gd name="connsiteX36786" fmla="*/ 259696 w 5158787"/>
              <a:gd name="connsiteY36786" fmla="*/ 657102 h 4489084"/>
              <a:gd name="connsiteX36787" fmla="*/ 259696 w 5158787"/>
              <a:gd name="connsiteY36787" fmla="*/ 655740 h 4489084"/>
              <a:gd name="connsiteX36788" fmla="*/ 269468 w 5158787"/>
              <a:gd name="connsiteY36788" fmla="*/ 638802 h 4489084"/>
              <a:gd name="connsiteX36789" fmla="*/ 270652 w 5158787"/>
              <a:gd name="connsiteY36789" fmla="*/ 638091 h 4489084"/>
              <a:gd name="connsiteX36790" fmla="*/ 338168 w 5158787"/>
              <a:gd name="connsiteY36790" fmla="*/ 637913 h 4489084"/>
              <a:gd name="connsiteX36791" fmla="*/ 357949 w 5158787"/>
              <a:gd name="connsiteY36791" fmla="*/ 637913 h 4489084"/>
              <a:gd name="connsiteX36792" fmla="*/ 359133 w 5158787"/>
              <a:gd name="connsiteY36792" fmla="*/ 638624 h 4489084"/>
              <a:gd name="connsiteX36793" fmla="*/ 369024 w 5158787"/>
              <a:gd name="connsiteY36793" fmla="*/ 655740 h 4489084"/>
              <a:gd name="connsiteX36794" fmla="*/ 369024 w 5158787"/>
              <a:gd name="connsiteY36794" fmla="*/ 657161 h 4489084"/>
              <a:gd name="connsiteX36795" fmla="*/ 359133 w 5158787"/>
              <a:gd name="connsiteY36795" fmla="*/ 674277 h 4489084"/>
              <a:gd name="connsiteX36796" fmla="*/ 357949 w 5158787"/>
              <a:gd name="connsiteY36796" fmla="*/ 674988 h 4489084"/>
              <a:gd name="connsiteX36797" fmla="*/ 338168 w 5158787"/>
              <a:gd name="connsiteY36797" fmla="*/ 674988 h 4489084"/>
              <a:gd name="connsiteX36798" fmla="*/ 336983 w 5158787"/>
              <a:gd name="connsiteY36798" fmla="*/ 674277 h 4489084"/>
              <a:gd name="connsiteX36799" fmla="*/ 327093 w 5158787"/>
              <a:gd name="connsiteY36799" fmla="*/ 657161 h 4489084"/>
              <a:gd name="connsiteX36800" fmla="*/ 327093 w 5158787"/>
              <a:gd name="connsiteY36800" fmla="*/ 655740 h 4489084"/>
              <a:gd name="connsiteX36801" fmla="*/ 336983 w 5158787"/>
              <a:gd name="connsiteY36801" fmla="*/ 638624 h 4489084"/>
              <a:gd name="connsiteX36802" fmla="*/ 338168 w 5158787"/>
              <a:gd name="connsiteY36802" fmla="*/ 637913 h 4489084"/>
              <a:gd name="connsiteX36803" fmla="*/ 3990165 w 5158787"/>
              <a:gd name="connsiteY36803" fmla="*/ 637794 h 4489084"/>
              <a:gd name="connsiteX36804" fmla="*/ 4010065 w 5158787"/>
              <a:gd name="connsiteY36804" fmla="*/ 637794 h 4489084"/>
              <a:gd name="connsiteX36805" fmla="*/ 4011249 w 5158787"/>
              <a:gd name="connsiteY36805" fmla="*/ 638505 h 4489084"/>
              <a:gd name="connsiteX36806" fmla="*/ 4021199 w 5158787"/>
              <a:gd name="connsiteY36806" fmla="*/ 655739 h 4489084"/>
              <a:gd name="connsiteX36807" fmla="*/ 4021199 w 5158787"/>
              <a:gd name="connsiteY36807" fmla="*/ 657161 h 4489084"/>
              <a:gd name="connsiteX36808" fmla="*/ 4011249 w 5158787"/>
              <a:gd name="connsiteY36808" fmla="*/ 674395 h 4489084"/>
              <a:gd name="connsiteX36809" fmla="*/ 4010065 w 5158787"/>
              <a:gd name="connsiteY36809" fmla="*/ 675106 h 4489084"/>
              <a:gd name="connsiteX36810" fmla="*/ 3990165 w 5158787"/>
              <a:gd name="connsiteY36810" fmla="*/ 675106 h 4489084"/>
              <a:gd name="connsiteX36811" fmla="*/ 3988980 w 5158787"/>
              <a:gd name="connsiteY36811" fmla="*/ 674395 h 4489084"/>
              <a:gd name="connsiteX36812" fmla="*/ 3979030 w 5158787"/>
              <a:gd name="connsiteY36812" fmla="*/ 657161 h 4489084"/>
              <a:gd name="connsiteX36813" fmla="*/ 3979030 w 5158787"/>
              <a:gd name="connsiteY36813" fmla="*/ 655739 h 4489084"/>
              <a:gd name="connsiteX36814" fmla="*/ 3988980 w 5158787"/>
              <a:gd name="connsiteY36814" fmla="*/ 638505 h 4489084"/>
              <a:gd name="connsiteX36815" fmla="*/ 3990165 w 5158787"/>
              <a:gd name="connsiteY36815" fmla="*/ 637794 h 4489084"/>
              <a:gd name="connsiteX36816" fmla="*/ 202721 w 5158787"/>
              <a:gd name="connsiteY36816" fmla="*/ 637498 h 4489084"/>
              <a:gd name="connsiteX36817" fmla="*/ 222917 w 5158787"/>
              <a:gd name="connsiteY36817" fmla="*/ 637498 h 4489084"/>
              <a:gd name="connsiteX36818" fmla="*/ 224160 w 5158787"/>
              <a:gd name="connsiteY36818" fmla="*/ 638209 h 4489084"/>
              <a:gd name="connsiteX36819" fmla="*/ 234229 w 5158787"/>
              <a:gd name="connsiteY36819" fmla="*/ 655680 h 4489084"/>
              <a:gd name="connsiteX36820" fmla="*/ 234229 w 5158787"/>
              <a:gd name="connsiteY36820" fmla="*/ 657101 h 4489084"/>
              <a:gd name="connsiteX36821" fmla="*/ 224101 w 5158787"/>
              <a:gd name="connsiteY36821" fmla="*/ 674573 h 4489084"/>
              <a:gd name="connsiteX36822" fmla="*/ 222857 w 5158787"/>
              <a:gd name="connsiteY36822" fmla="*/ 675284 h 4489084"/>
              <a:gd name="connsiteX36823" fmla="*/ 202662 w 5158787"/>
              <a:gd name="connsiteY36823" fmla="*/ 675284 h 4489084"/>
              <a:gd name="connsiteX36824" fmla="*/ 201418 w 5158787"/>
              <a:gd name="connsiteY36824" fmla="*/ 674573 h 4489084"/>
              <a:gd name="connsiteX36825" fmla="*/ 191350 w 5158787"/>
              <a:gd name="connsiteY36825" fmla="*/ 657101 h 4489084"/>
              <a:gd name="connsiteX36826" fmla="*/ 191350 w 5158787"/>
              <a:gd name="connsiteY36826" fmla="*/ 655680 h 4489084"/>
              <a:gd name="connsiteX36827" fmla="*/ 201477 w 5158787"/>
              <a:gd name="connsiteY36827" fmla="*/ 638209 h 4489084"/>
              <a:gd name="connsiteX36828" fmla="*/ 202721 w 5158787"/>
              <a:gd name="connsiteY36828" fmla="*/ 637498 h 4489084"/>
              <a:gd name="connsiteX36829" fmla="*/ 4665864 w 5158787"/>
              <a:gd name="connsiteY36829" fmla="*/ 636669 h 4489084"/>
              <a:gd name="connsiteX36830" fmla="*/ 4686948 w 5158787"/>
              <a:gd name="connsiteY36830" fmla="*/ 636669 h 4489084"/>
              <a:gd name="connsiteX36831" fmla="*/ 4688251 w 5158787"/>
              <a:gd name="connsiteY36831" fmla="*/ 637439 h 4489084"/>
              <a:gd name="connsiteX36832" fmla="*/ 4698793 w 5158787"/>
              <a:gd name="connsiteY36832" fmla="*/ 655680 h 4489084"/>
              <a:gd name="connsiteX36833" fmla="*/ 4698793 w 5158787"/>
              <a:gd name="connsiteY36833" fmla="*/ 657161 h 4489084"/>
              <a:gd name="connsiteX36834" fmla="*/ 4688251 w 5158787"/>
              <a:gd name="connsiteY36834" fmla="*/ 675402 h 4489084"/>
              <a:gd name="connsiteX36835" fmla="*/ 4686948 w 5158787"/>
              <a:gd name="connsiteY36835" fmla="*/ 676172 h 4489084"/>
              <a:gd name="connsiteX36836" fmla="*/ 4665864 w 5158787"/>
              <a:gd name="connsiteY36836" fmla="*/ 676172 h 4489084"/>
              <a:gd name="connsiteX36837" fmla="*/ 4664561 w 5158787"/>
              <a:gd name="connsiteY36837" fmla="*/ 675402 h 4489084"/>
              <a:gd name="connsiteX36838" fmla="*/ 4654019 w 5158787"/>
              <a:gd name="connsiteY36838" fmla="*/ 657161 h 4489084"/>
              <a:gd name="connsiteX36839" fmla="*/ 4654019 w 5158787"/>
              <a:gd name="connsiteY36839" fmla="*/ 655680 h 4489084"/>
              <a:gd name="connsiteX36840" fmla="*/ 4664561 w 5158787"/>
              <a:gd name="connsiteY36840" fmla="*/ 637439 h 4489084"/>
              <a:gd name="connsiteX36841" fmla="*/ 4665864 w 5158787"/>
              <a:gd name="connsiteY36841" fmla="*/ 636669 h 4489084"/>
              <a:gd name="connsiteX36842" fmla="*/ 2771490 w 5158787"/>
              <a:gd name="connsiteY36842" fmla="*/ 635307 h 4489084"/>
              <a:gd name="connsiteX36843" fmla="*/ 2793995 w 5158787"/>
              <a:gd name="connsiteY36843" fmla="*/ 635307 h 4489084"/>
              <a:gd name="connsiteX36844" fmla="*/ 2795358 w 5158787"/>
              <a:gd name="connsiteY36844" fmla="*/ 636077 h 4489084"/>
              <a:gd name="connsiteX36845" fmla="*/ 2806610 w 5158787"/>
              <a:gd name="connsiteY36845" fmla="*/ 655562 h 4489084"/>
              <a:gd name="connsiteX36846" fmla="*/ 2806610 w 5158787"/>
              <a:gd name="connsiteY36846" fmla="*/ 657161 h 4489084"/>
              <a:gd name="connsiteX36847" fmla="*/ 2795358 w 5158787"/>
              <a:gd name="connsiteY36847" fmla="*/ 676646 h 4489084"/>
              <a:gd name="connsiteX36848" fmla="*/ 2793995 w 5158787"/>
              <a:gd name="connsiteY36848" fmla="*/ 677416 h 4489084"/>
              <a:gd name="connsiteX36849" fmla="*/ 2771490 w 5158787"/>
              <a:gd name="connsiteY36849" fmla="*/ 677416 h 4489084"/>
              <a:gd name="connsiteX36850" fmla="*/ 2770128 w 5158787"/>
              <a:gd name="connsiteY36850" fmla="*/ 676646 h 4489084"/>
              <a:gd name="connsiteX36851" fmla="*/ 2758875 w 5158787"/>
              <a:gd name="connsiteY36851" fmla="*/ 657161 h 4489084"/>
              <a:gd name="connsiteX36852" fmla="*/ 2758875 w 5158787"/>
              <a:gd name="connsiteY36852" fmla="*/ 655562 h 4489084"/>
              <a:gd name="connsiteX36853" fmla="*/ 2770128 w 5158787"/>
              <a:gd name="connsiteY36853" fmla="*/ 636077 h 4489084"/>
              <a:gd name="connsiteX36854" fmla="*/ 2771490 w 5158787"/>
              <a:gd name="connsiteY36854" fmla="*/ 635307 h 4489084"/>
              <a:gd name="connsiteX36855" fmla="*/ 2838830 w 5158787"/>
              <a:gd name="connsiteY36855" fmla="*/ 634715 h 4489084"/>
              <a:gd name="connsiteX36856" fmla="*/ 2861987 w 5158787"/>
              <a:gd name="connsiteY36856" fmla="*/ 634715 h 4489084"/>
              <a:gd name="connsiteX36857" fmla="*/ 2863408 w 5158787"/>
              <a:gd name="connsiteY36857" fmla="*/ 635544 h 4489084"/>
              <a:gd name="connsiteX36858" fmla="*/ 2875016 w 5158787"/>
              <a:gd name="connsiteY36858" fmla="*/ 655621 h 4489084"/>
              <a:gd name="connsiteX36859" fmla="*/ 2875016 w 5158787"/>
              <a:gd name="connsiteY36859" fmla="*/ 657280 h 4489084"/>
              <a:gd name="connsiteX36860" fmla="*/ 2863408 w 5158787"/>
              <a:gd name="connsiteY36860" fmla="*/ 677357 h 4489084"/>
              <a:gd name="connsiteX36861" fmla="*/ 2861987 w 5158787"/>
              <a:gd name="connsiteY36861" fmla="*/ 678186 h 4489084"/>
              <a:gd name="connsiteX36862" fmla="*/ 2838830 w 5158787"/>
              <a:gd name="connsiteY36862" fmla="*/ 678186 h 4489084"/>
              <a:gd name="connsiteX36863" fmla="*/ 2837408 w 5158787"/>
              <a:gd name="connsiteY36863" fmla="*/ 677357 h 4489084"/>
              <a:gd name="connsiteX36864" fmla="*/ 2825800 w 5158787"/>
              <a:gd name="connsiteY36864" fmla="*/ 657280 h 4489084"/>
              <a:gd name="connsiteX36865" fmla="*/ 2825800 w 5158787"/>
              <a:gd name="connsiteY36865" fmla="*/ 655621 h 4489084"/>
              <a:gd name="connsiteX36866" fmla="*/ 2837408 w 5158787"/>
              <a:gd name="connsiteY36866" fmla="*/ 635544 h 4489084"/>
              <a:gd name="connsiteX36867" fmla="*/ 2838830 w 5158787"/>
              <a:gd name="connsiteY36867" fmla="*/ 634715 h 4489084"/>
              <a:gd name="connsiteX36868" fmla="*/ 2906346 w 5158787"/>
              <a:gd name="connsiteY36868" fmla="*/ 634478 h 4489084"/>
              <a:gd name="connsiteX36869" fmla="*/ 2929740 w 5158787"/>
              <a:gd name="connsiteY36869" fmla="*/ 634478 h 4489084"/>
              <a:gd name="connsiteX36870" fmla="*/ 2931162 w 5158787"/>
              <a:gd name="connsiteY36870" fmla="*/ 635307 h 4489084"/>
              <a:gd name="connsiteX36871" fmla="*/ 2942829 w 5158787"/>
              <a:gd name="connsiteY36871" fmla="*/ 655562 h 4489084"/>
              <a:gd name="connsiteX36872" fmla="*/ 2942829 w 5158787"/>
              <a:gd name="connsiteY36872" fmla="*/ 657220 h 4489084"/>
              <a:gd name="connsiteX36873" fmla="*/ 2931102 w 5158787"/>
              <a:gd name="connsiteY36873" fmla="*/ 677475 h 4489084"/>
              <a:gd name="connsiteX36874" fmla="*/ 2929681 w 5158787"/>
              <a:gd name="connsiteY36874" fmla="*/ 678305 h 4489084"/>
              <a:gd name="connsiteX36875" fmla="*/ 2906287 w 5158787"/>
              <a:gd name="connsiteY36875" fmla="*/ 678305 h 4489084"/>
              <a:gd name="connsiteX36876" fmla="*/ 2904866 w 5158787"/>
              <a:gd name="connsiteY36876" fmla="*/ 677475 h 4489084"/>
              <a:gd name="connsiteX36877" fmla="*/ 2893198 w 5158787"/>
              <a:gd name="connsiteY36877" fmla="*/ 657220 h 4489084"/>
              <a:gd name="connsiteX36878" fmla="*/ 2893198 w 5158787"/>
              <a:gd name="connsiteY36878" fmla="*/ 655562 h 4489084"/>
              <a:gd name="connsiteX36879" fmla="*/ 2904925 w 5158787"/>
              <a:gd name="connsiteY36879" fmla="*/ 635307 h 4489084"/>
              <a:gd name="connsiteX36880" fmla="*/ 2906346 w 5158787"/>
              <a:gd name="connsiteY36880" fmla="*/ 634478 h 4489084"/>
              <a:gd name="connsiteX36881" fmla="*/ 4934628 w 5158787"/>
              <a:gd name="connsiteY36881" fmla="*/ 633353 h 4489084"/>
              <a:gd name="connsiteX36882" fmla="*/ 4959265 w 5158787"/>
              <a:gd name="connsiteY36882" fmla="*/ 633353 h 4489084"/>
              <a:gd name="connsiteX36883" fmla="*/ 4960745 w 5158787"/>
              <a:gd name="connsiteY36883" fmla="*/ 634242 h 4489084"/>
              <a:gd name="connsiteX36884" fmla="*/ 4973065 w 5158787"/>
              <a:gd name="connsiteY36884" fmla="*/ 655562 h 4489084"/>
              <a:gd name="connsiteX36885" fmla="*/ 4973065 w 5158787"/>
              <a:gd name="connsiteY36885" fmla="*/ 657280 h 4489084"/>
              <a:gd name="connsiteX36886" fmla="*/ 4960745 w 5158787"/>
              <a:gd name="connsiteY36886" fmla="*/ 678601 h 4489084"/>
              <a:gd name="connsiteX36887" fmla="*/ 4959265 w 5158787"/>
              <a:gd name="connsiteY36887" fmla="*/ 679489 h 4489084"/>
              <a:gd name="connsiteX36888" fmla="*/ 4934628 w 5158787"/>
              <a:gd name="connsiteY36888" fmla="*/ 679489 h 4489084"/>
              <a:gd name="connsiteX36889" fmla="*/ 4933147 w 5158787"/>
              <a:gd name="connsiteY36889" fmla="*/ 678601 h 4489084"/>
              <a:gd name="connsiteX36890" fmla="*/ 4920828 w 5158787"/>
              <a:gd name="connsiteY36890" fmla="*/ 657280 h 4489084"/>
              <a:gd name="connsiteX36891" fmla="*/ 4920828 w 5158787"/>
              <a:gd name="connsiteY36891" fmla="*/ 655562 h 4489084"/>
              <a:gd name="connsiteX36892" fmla="*/ 4933147 w 5158787"/>
              <a:gd name="connsiteY36892" fmla="*/ 634242 h 4489084"/>
              <a:gd name="connsiteX36893" fmla="*/ 4934628 w 5158787"/>
              <a:gd name="connsiteY36893" fmla="*/ 633353 h 4489084"/>
              <a:gd name="connsiteX36894" fmla="*/ 4731604 w 5158787"/>
              <a:gd name="connsiteY36894" fmla="*/ 633057 h 4489084"/>
              <a:gd name="connsiteX36895" fmla="*/ 4756537 w 5158787"/>
              <a:gd name="connsiteY36895" fmla="*/ 633057 h 4489084"/>
              <a:gd name="connsiteX36896" fmla="*/ 4758077 w 5158787"/>
              <a:gd name="connsiteY36896" fmla="*/ 633945 h 4489084"/>
              <a:gd name="connsiteX36897" fmla="*/ 4770514 w 5158787"/>
              <a:gd name="connsiteY36897" fmla="*/ 655562 h 4489084"/>
              <a:gd name="connsiteX36898" fmla="*/ 4770514 w 5158787"/>
              <a:gd name="connsiteY36898" fmla="*/ 657339 h 4489084"/>
              <a:gd name="connsiteX36899" fmla="*/ 4758018 w 5158787"/>
              <a:gd name="connsiteY36899" fmla="*/ 678956 h 4489084"/>
              <a:gd name="connsiteX36900" fmla="*/ 4756478 w 5158787"/>
              <a:gd name="connsiteY36900" fmla="*/ 679845 h 4489084"/>
              <a:gd name="connsiteX36901" fmla="*/ 4731544 w 5158787"/>
              <a:gd name="connsiteY36901" fmla="*/ 679845 h 4489084"/>
              <a:gd name="connsiteX36902" fmla="*/ 4730004 w 5158787"/>
              <a:gd name="connsiteY36902" fmla="*/ 678956 h 4489084"/>
              <a:gd name="connsiteX36903" fmla="*/ 4717567 w 5158787"/>
              <a:gd name="connsiteY36903" fmla="*/ 657339 h 4489084"/>
              <a:gd name="connsiteX36904" fmla="*/ 4717567 w 5158787"/>
              <a:gd name="connsiteY36904" fmla="*/ 655562 h 4489084"/>
              <a:gd name="connsiteX36905" fmla="*/ 4730064 w 5158787"/>
              <a:gd name="connsiteY36905" fmla="*/ 633945 h 4489084"/>
              <a:gd name="connsiteX36906" fmla="*/ 4731604 w 5158787"/>
              <a:gd name="connsiteY36906" fmla="*/ 633057 h 4489084"/>
              <a:gd name="connsiteX36907" fmla="*/ 4798943 w 5158787"/>
              <a:gd name="connsiteY36907" fmla="*/ 632642 h 4489084"/>
              <a:gd name="connsiteX36908" fmla="*/ 4824350 w 5158787"/>
              <a:gd name="connsiteY36908" fmla="*/ 632642 h 4489084"/>
              <a:gd name="connsiteX36909" fmla="*/ 4825890 w 5158787"/>
              <a:gd name="connsiteY36909" fmla="*/ 633530 h 4489084"/>
              <a:gd name="connsiteX36910" fmla="*/ 4838564 w 5158787"/>
              <a:gd name="connsiteY36910" fmla="*/ 655503 h 4489084"/>
              <a:gd name="connsiteX36911" fmla="*/ 4838564 w 5158787"/>
              <a:gd name="connsiteY36911" fmla="*/ 657280 h 4489084"/>
              <a:gd name="connsiteX36912" fmla="*/ 4825831 w 5158787"/>
              <a:gd name="connsiteY36912" fmla="*/ 679252 h 4489084"/>
              <a:gd name="connsiteX36913" fmla="*/ 4824291 w 5158787"/>
              <a:gd name="connsiteY36913" fmla="*/ 680141 h 4489084"/>
              <a:gd name="connsiteX36914" fmla="*/ 4798883 w 5158787"/>
              <a:gd name="connsiteY36914" fmla="*/ 680141 h 4489084"/>
              <a:gd name="connsiteX36915" fmla="*/ 4797343 w 5158787"/>
              <a:gd name="connsiteY36915" fmla="*/ 679252 h 4489084"/>
              <a:gd name="connsiteX36916" fmla="*/ 4784669 w 5158787"/>
              <a:gd name="connsiteY36916" fmla="*/ 657280 h 4489084"/>
              <a:gd name="connsiteX36917" fmla="*/ 4784669 w 5158787"/>
              <a:gd name="connsiteY36917" fmla="*/ 655503 h 4489084"/>
              <a:gd name="connsiteX36918" fmla="*/ 4797403 w 5158787"/>
              <a:gd name="connsiteY36918" fmla="*/ 633530 h 4489084"/>
              <a:gd name="connsiteX36919" fmla="*/ 4798943 w 5158787"/>
              <a:gd name="connsiteY36919" fmla="*/ 632642 h 4489084"/>
              <a:gd name="connsiteX36920" fmla="*/ 4866282 w 5158787"/>
              <a:gd name="connsiteY36920" fmla="*/ 631991 h 4489084"/>
              <a:gd name="connsiteX36921" fmla="*/ 4892341 w 5158787"/>
              <a:gd name="connsiteY36921" fmla="*/ 631991 h 4489084"/>
              <a:gd name="connsiteX36922" fmla="*/ 4893941 w 5158787"/>
              <a:gd name="connsiteY36922" fmla="*/ 632939 h 4489084"/>
              <a:gd name="connsiteX36923" fmla="*/ 4906970 w 5158787"/>
              <a:gd name="connsiteY36923" fmla="*/ 655503 h 4489084"/>
              <a:gd name="connsiteX36924" fmla="*/ 4906970 w 5158787"/>
              <a:gd name="connsiteY36924" fmla="*/ 657339 h 4489084"/>
              <a:gd name="connsiteX36925" fmla="*/ 4893941 w 5158787"/>
              <a:gd name="connsiteY36925" fmla="*/ 679904 h 4489084"/>
              <a:gd name="connsiteX36926" fmla="*/ 4892341 w 5158787"/>
              <a:gd name="connsiteY36926" fmla="*/ 680852 h 4489084"/>
              <a:gd name="connsiteX36927" fmla="*/ 4866282 w 5158787"/>
              <a:gd name="connsiteY36927" fmla="*/ 680852 h 4489084"/>
              <a:gd name="connsiteX36928" fmla="*/ 4864683 w 5158787"/>
              <a:gd name="connsiteY36928" fmla="*/ 679904 h 4489084"/>
              <a:gd name="connsiteX36929" fmla="*/ 4851654 w 5158787"/>
              <a:gd name="connsiteY36929" fmla="*/ 657339 h 4489084"/>
              <a:gd name="connsiteX36930" fmla="*/ 4851654 w 5158787"/>
              <a:gd name="connsiteY36930" fmla="*/ 655503 h 4489084"/>
              <a:gd name="connsiteX36931" fmla="*/ 4864683 w 5158787"/>
              <a:gd name="connsiteY36931" fmla="*/ 632939 h 4489084"/>
              <a:gd name="connsiteX36932" fmla="*/ 4866282 w 5158787"/>
              <a:gd name="connsiteY36932" fmla="*/ 631991 h 4489084"/>
              <a:gd name="connsiteX36933" fmla="*/ 5442 w 5158787"/>
              <a:gd name="connsiteY36933" fmla="*/ 589408 h 4489084"/>
              <a:gd name="connsiteX36934" fmla="*/ 14385 w 5158787"/>
              <a:gd name="connsiteY36934" fmla="*/ 589408 h 4489084"/>
              <a:gd name="connsiteX36935" fmla="*/ 14918 w 5158787"/>
              <a:gd name="connsiteY36935" fmla="*/ 589704 h 4489084"/>
              <a:gd name="connsiteX36936" fmla="*/ 19360 w 5158787"/>
              <a:gd name="connsiteY36936" fmla="*/ 597463 h 4489084"/>
              <a:gd name="connsiteX36937" fmla="*/ 19360 w 5158787"/>
              <a:gd name="connsiteY36937" fmla="*/ 598114 h 4489084"/>
              <a:gd name="connsiteX36938" fmla="*/ 14859 w 5158787"/>
              <a:gd name="connsiteY36938" fmla="*/ 605873 h 4489084"/>
              <a:gd name="connsiteX36939" fmla="*/ 14326 w 5158787"/>
              <a:gd name="connsiteY36939" fmla="*/ 606169 h 4489084"/>
              <a:gd name="connsiteX36940" fmla="*/ 5383 w 5158787"/>
              <a:gd name="connsiteY36940" fmla="*/ 606169 h 4489084"/>
              <a:gd name="connsiteX36941" fmla="*/ 4850 w 5158787"/>
              <a:gd name="connsiteY36941" fmla="*/ 605873 h 4489084"/>
              <a:gd name="connsiteX36942" fmla="*/ 408 w 5158787"/>
              <a:gd name="connsiteY36942" fmla="*/ 598114 h 4489084"/>
              <a:gd name="connsiteX36943" fmla="*/ 408 w 5158787"/>
              <a:gd name="connsiteY36943" fmla="*/ 597463 h 4489084"/>
              <a:gd name="connsiteX36944" fmla="*/ 4909 w 5158787"/>
              <a:gd name="connsiteY36944" fmla="*/ 589704 h 4489084"/>
              <a:gd name="connsiteX36945" fmla="*/ 5442 w 5158787"/>
              <a:gd name="connsiteY36945" fmla="*/ 589408 h 4489084"/>
              <a:gd name="connsiteX36946" fmla="*/ 4467223 w 5158787"/>
              <a:gd name="connsiteY36946" fmla="*/ 585913 h 4489084"/>
              <a:gd name="connsiteX36947" fmla="*/ 4479897 w 5158787"/>
              <a:gd name="connsiteY36947" fmla="*/ 585913 h 4489084"/>
              <a:gd name="connsiteX36948" fmla="*/ 4480667 w 5158787"/>
              <a:gd name="connsiteY36948" fmla="*/ 586387 h 4489084"/>
              <a:gd name="connsiteX36949" fmla="*/ 4487004 w 5158787"/>
              <a:gd name="connsiteY36949" fmla="*/ 597403 h 4489084"/>
              <a:gd name="connsiteX36950" fmla="*/ 4487004 w 5158787"/>
              <a:gd name="connsiteY36950" fmla="*/ 598291 h 4489084"/>
              <a:gd name="connsiteX36951" fmla="*/ 4480667 w 5158787"/>
              <a:gd name="connsiteY36951" fmla="*/ 609307 h 4489084"/>
              <a:gd name="connsiteX36952" fmla="*/ 4479897 w 5158787"/>
              <a:gd name="connsiteY36952" fmla="*/ 609781 h 4489084"/>
              <a:gd name="connsiteX36953" fmla="*/ 4467223 w 5158787"/>
              <a:gd name="connsiteY36953" fmla="*/ 609781 h 4489084"/>
              <a:gd name="connsiteX36954" fmla="*/ 4466453 w 5158787"/>
              <a:gd name="connsiteY36954" fmla="*/ 609307 h 4489084"/>
              <a:gd name="connsiteX36955" fmla="*/ 4460116 w 5158787"/>
              <a:gd name="connsiteY36955" fmla="*/ 598291 h 4489084"/>
              <a:gd name="connsiteX36956" fmla="*/ 4460116 w 5158787"/>
              <a:gd name="connsiteY36956" fmla="*/ 597403 h 4489084"/>
              <a:gd name="connsiteX36957" fmla="*/ 4466453 w 5158787"/>
              <a:gd name="connsiteY36957" fmla="*/ 586387 h 4489084"/>
              <a:gd name="connsiteX36958" fmla="*/ 4467223 w 5158787"/>
              <a:gd name="connsiteY36958" fmla="*/ 585913 h 4489084"/>
              <a:gd name="connsiteX36959" fmla="*/ 4399232 w 5158787"/>
              <a:gd name="connsiteY36959" fmla="*/ 585380 h 4489084"/>
              <a:gd name="connsiteX36960" fmla="*/ 4412499 w 5158787"/>
              <a:gd name="connsiteY36960" fmla="*/ 585380 h 4489084"/>
              <a:gd name="connsiteX36961" fmla="*/ 4413328 w 5158787"/>
              <a:gd name="connsiteY36961" fmla="*/ 585854 h 4489084"/>
              <a:gd name="connsiteX36962" fmla="*/ 4419961 w 5158787"/>
              <a:gd name="connsiteY36962" fmla="*/ 597343 h 4489084"/>
              <a:gd name="connsiteX36963" fmla="*/ 4419961 w 5158787"/>
              <a:gd name="connsiteY36963" fmla="*/ 598291 h 4489084"/>
              <a:gd name="connsiteX36964" fmla="*/ 4413328 w 5158787"/>
              <a:gd name="connsiteY36964" fmla="*/ 609781 h 4489084"/>
              <a:gd name="connsiteX36965" fmla="*/ 4412499 w 5158787"/>
              <a:gd name="connsiteY36965" fmla="*/ 610254 h 4489084"/>
              <a:gd name="connsiteX36966" fmla="*/ 4399232 w 5158787"/>
              <a:gd name="connsiteY36966" fmla="*/ 610254 h 4489084"/>
              <a:gd name="connsiteX36967" fmla="*/ 4398403 w 5158787"/>
              <a:gd name="connsiteY36967" fmla="*/ 609781 h 4489084"/>
              <a:gd name="connsiteX36968" fmla="*/ 4391770 w 5158787"/>
              <a:gd name="connsiteY36968" fmla="*/ 598291 h 4489084"/>
              <a:gd name="connsiteX36969" fmla="*/ 4391770 w 5158787"/>
              <a:gd name="connsiteY36969" fmla="*/ 597343 h 4489084"/>
              <a:gd name="connsiteX36970" fmla="*/ 4398403 w 5158787"/>
              <a:gd name="connsiteY36970" fmla="*/ 585854 h 4489084"/>
              <a:gd name="connsiteX36971" fmla="*/ 4399232 w 5158787"/>
              <a:gd name="connsiteY36971" fmla="*/ 585380 h 4489084"/>
              <a:gd name="connsiteX36972" fmla="*/ 4331361 w 5158787"/>
              <a:gd name="connsiteY36972" fmla="*/ 584847 h 4489084"/>
              <a:gd name="connsiteX36973" fmla="*/ 4345160 w 5158787"/>
              <a:gd name="connsiteY36973" fmla="*/ 584847 h 4489084"/>
              <a:gd name="connsiteX36974" fmla="*/ 4345990 w 5158787"/>
              <a:gd name="connsiteY36974" fmla="*/ 585321 h 4489084"/>
              <a:gd name="connsiteX36975" fmla="*/ 4352859 w 5158787"/>
              <a:gd name="connsiteY36975" fmla="*/ 597284 h 4489084"/>
              <a:gd name="connsiteX36976" fmla="*/ 4352859 w 5158787"/>
              <a:gd name="connsiteY36976" fmla="*/ 598232 h 4489084"/>
              <a:gd name="connsiteX36977" fmla="*/ 4345930 w 5158787"/>
              <a:gd name="connsiteY36977" fmla="*/ 610195 h 4489084"/>
              <a:gd name="connsiteX36978" fmla="*/ 4345101 w 5158787"/>
              <a:gd name="connsiteY36978" fmla="*/ 610669 h 4489084"/>
              <a:gd name="connsiteX36979" fmla="*/ 4331302 w 5158787"/>
              <a:gd name="connsiteY36979" fmla="*/ 610669 h 4489084"/>
              <a:gd name="connsiteX36980" fmla="*/ 4330473 w 5158787"/>
              <a:gd name="connsiteY36980" fmla="*/ 610195 h 4489084"/>
              <a:gd name="connsiteX36981" fmla="*/ 4323602 w 5158787"/>
              <a:gd name="connsiteY36981" fmla="*/ 598232 h 4489084"/>
              <a:gd name="connsiteX36982" fmla="*/ 4323602 w 5158787"/>
              <a:gd name="connsiteY36982" fmla="*/ 597284 h 4489084"/>
              <a:gd name="connsiteX36983" fmla="*/ 4330532 w 5158787"/>
              <a:gd name="connsiteY36983" fmla="*/ 585321 h 4489084"/>
              <a:gd name="connsiteX36984" fmla="*/ 4331361 w 5158787"/>
              <a:gd name="connsiteY36984" fmla="*/ 584847 h 4489084"/>
              <a:gd name="connsiteX36985" fmla="*/ 70530 w 5158787"/>
              <a:gd name="connsiteY36985" fmla="*/ 584670 h 4489084"/>
              <a:gd name="connsiteX36986" fmla="*/ 84566 w 5158787"/>
              <a:gd name="connsiteY36986" fmla="*/ 584670 h 4489084"/>
              <a:gd name="connsiteX36987" fmla="*/ 85396 w 5158787"/>
              <a:gd name="connsiteY36987" fmla="*/ 585144 h 4489084"/>
              <a:gd name="connsiteX36988" fmla="*/ 92384 w 5158787"/>
              <a:gd name="connsiteY36988" fmla="*/ 597285 h 4489084"/>
              <a:gd name="connsiteX36989" fmla="*/ 92384 w 5158787"/>
              <a:gd name="connsiteY36989" fmla="*/ 598292 h 4489084"/>
              <a:gd name="connsiteX36990" fmla="*/ 85396 w 5158787"/>
              <a:gd name="connsiteY36990" fmla="*/ 610433 h 4489084"/>
              <a:gd name="connsiteX36991" fmla="*/ 84566 w 5158787"/>
              <a:gd name="connsiteY36991" fmla="*/ 610907 h 4489084"/>
              <a:gd name="connsiteX36992" fmla="*/ 70530 w 5158787"/>
              <a:gd name="connsiteY36992" fmla="*/ 610907 h 4489084"/>
              <a:gd name="connsiteX36993" fmla="*/ 69701 w 5158787"/>
              <a:gd name="connsiteY36993" fmla="*/ 610433 h 4489084"/>
              <a:gd name="connsiteX36994" fmla="*/ 62712 w 5158787"/>
              <a:gd name="connsiteY36994" fmla="*/ 598292 h 4489084"/>
              <a:gd name="connsiteX36995" fmla="*/ 62712 w 5158787"/>
              <a:gd name="connsiteY36995" fmla="*/ 597285 h 4489084"/>
              <a:gd name="connsiteX36996" fmla="*/ 69701 w 5158787"/>
              <a:gd name="connsiteY36996" fmla="*/ 585144 h 4489084"/>
              <a:gd name="connsiteX36997" fmla="*/ 70530 w 5158787"/>
              <a:gd name="connsiteY36997" fmla="*/ 584670 h 4489084"/>
              <a:gd name="connsiteX36998" fmla="*/ 137218 w 5158787"/>
              <a:gd name="connsiteY36998" fmla="*/ 582893 h 4489084"/>
              <a:gd name="connsiteX36999" fmla="*/ 153090 w 5158787"/>
              <a:gd name="connsiteY36999" fmla="*/ 582893 h 4489084"/>
              <a:gd name="connsiteX37000" fmla="*/ 154038 w 5158787"/>
              <a:gd name="connsiteY37000" fmla="*/ 583426 h 4489084"/>
              <a:gd name="connsiteX37001" fmla="*/ 161974 w 5158787"/>
              <a:gd name="connsiteY37001" fmla="*/ 597226 h 4489084"/>
              <a:gd name="connsiteX37002" fmla="*/ 161974 w 5158787"/>
              <a:gd name="connsiteY37002" fmla="*/ 598351 h 4489084"/>
              <a:gd name="connsiteX37003" fmla="*/ 154038 w 5158787"/>
              <a:gd name="connsiteY37003" fmla="*/ 612150 h 4489084"/>
              <a:gd name="connsiteX37004" fmla="*/ 153090 w 5158787"/>
              <a:gd name="connsiteY37004" fmla="*/ 612683 h 4489084"/>
              <a:gd name="connsiteX37005" fmla="*/ 137218 w 5158787"/>
              <a:gd name="connsiteY37005" fmla="*/ 612683 h 4489084"/>
              <a:gd name="connsiteX37006" fmla="*/ 136270 w 5158787"/>
              <a:gd name="connsiteY37006" fmla="*/ 612150 h 4489084"/>
              <a:gd name="connsiteX37007" fmla="*/ 128334 w 5158787"/>
              <a:gd name="connsiteY37007" fmla="*/ 598351 h 4489084"/>
              <a:gd name="connsiteX37008" fmla="*/ 128334 w 5158787"/>
              <a:gd name="connsiteY37008" fmla="*/ 597226 h 4489084"/>
              <a:gd name="connsiteX37009" fmla="*/ 136270 w 5158787"/>
              <a:gd name="connsiteY37009" fmla="*/ 583426 h 4489084"/>
              <a:gd name="connsiteX37010" fmla="*/ 137218 w 5158787"/>
              <a:gd name="connsiteY37010" fmla="*/ 582893 h 4489084"/>
              <a:gd name="connsiteX37011" fmla="*/ 4127389 w 5158787"/>
              <a:gd name="connsiteY37011" fmla="*/ 582834 h 4489084"/>
              <a:gd name="connsiteX37012" fmla="*/ 4143380 w 5158787"/>
              <a:gd name="connsiteY37012" fmla="*/ 582834 h 4489084"/>
              <a:gd name="connsiteX37013" fmla="*/ 4144387 w 5158787"/>
              <a:gd name="connsiteY37013" fmla="*/ 583426 h 4489084"/>
              <a:gd name="connsiteX37014" fmla="*/ 4152382 w 5158787"/>
              <a:gd name="connsiteY37014" fmla="*/ 597285 h 4489084"/>
              <a:gd name="connsiteX37015" fmla="*/ 4152382 w 5158787"/>
              <a:gd name="connsiteY37015" fmla="*/ 598410 h 4489084"/>
              <a:gd name="connsiteX37016" fmla="*/ 4144387 w 5158787"/>
              <a:gd name="connsiteY37016" fmla="*/ 612269 h 4489084"/>
              <a:gd name="connsiteX37017" fmla="*/ 4143439 w 5158787"/>
              <a:gd name="connsiteY37017" fmla="*/ 612861 h 4489084"/>
              <a:gd name="connsiteX37018" fmla="*/ 4127449 w 5158787"/>
              <a:gd name="connsiteY37018" fmla="*/ 612861 h 4489084"/>
              <a:gd name="connsiteX37019" fmla="*/ 4126442 w 5158787"/>
              <a:gd name="connsiteY37019" fmla="*/ 612269 h 4489084"/>
              <a:gd name="connsiteX37020" fmla="*/ 4118446 w 5158787"/>
              <a:gd name="connsiteY37020" fmla="*/ 598410 h 4489084"/>
              <a:gd name="connsiteX37021" fmla="*/ 4118446 w 5158787"/>
              <a:gd name="connsiteY37021" fmla="*/ 597285 h 4489084"/>
              <a:gd name="connsiteX37022" fmla="*/ 4126442 w 5158787"/>
              <a:gd name="connsiteY37022" fmla="*/ 583426 h 4489084"/>
              <a:gd name="connsiteX37023" fmla="*/ 4127389 w 5158787"/>
              <a:gd name="connsiteY37023" fmla="*/ 582834 h 4489084"/>
              <a:gd name="connsiteX37024" fmla="*/ 1083990 w 5158787"/>
              <a:gd name="connsiteY37024" fmla="*/ 582834 h 4489084"/>
              <a:gd name="connsiteX37025" fmla="*/ 1099981 w 5158787"/>
              <a:gd name="connsiteY37025" fmla="*/ 582834 h 4489084"/>
              <a:gd name="connsiteX37026" fmla="*/ 1100928 w 5158787"/>
              <a:gd name="connsiteY37026" fmla="*/ 583426 h 4489084"/>
              <a:gd name="connsiteX37027" fmla="*/ 1108924 w 5158787"/>
              <a:gd name="connsiteY37027" fmla="*/ 597285 h 4489084"/>
              <a:gd name="connsiteX37028" fmla="*/ 1108924 w 5158787"/>
              <a:gd name="connsiteY37028" fmla="*/ 598410 h 4489084"/>
              <a:gd name="connsiteX37029" fmla="*/ 1100928 w 5158787"/>
              <a:gd name="connsiteY37029" fmla="*/ 612269 h 4489084"/>
              <a:gd name="connsiteX37030" fmla="*/ 1099981 w 5158787"/>
              <a:gd name="connsiteY37030" fmla="*/ 612861 h 4489084"/>
              <a:gd name="connsiteX37031" fmla="*/ 1083990 w 5158787"/>
              <a:gd name="connsiteY37031" fmla="*/ 612861 h 4489084"/>
              <a:gd name="connsiteX37032" fmla="*/ 1083043 w 5158787"/>
              <a:gd name="connsiteY37032" fmla="*/ 612269 h 4489084"/>
              <a:gd name="connsiteX37033" fmla="*/ 1075047 w 5158787"/>
              <a:gd name="connsiteY37033" fmla="*/ 598410 h 4489084"/>
              <a:gd name="connsiteX37034" fmla="*/ 1075047 w 5158787"/>
              <a:gd name="connsiteY37034" fmla="*/ 597285 h 4489084"/>
              <a:gd name="connsiteX37035" fmla="*/ 1083043 w 5158787"/>
              <a:gd name="connsiteY37035" fmla="*/ 583426 h 4489084"/>
              <a:gd name="connsiteX37036" fmla="*/ 1083990 w 5158787"/>
              <a:gd name="connsiteY37036" fmla="*/ 582834 h 4489084"/>
              <a:gd name="connsiteX37037" fmla="*/ 2639419 w 5158787"/>
              <a:gd name="connsiteY37037" fmla="*/ 582715 h 4489084"/>
              <a:gd name="connsiteX37038" fmla="*/ 2655528 w 5158787"/>
              <a:gd name="connsiteY37038" fmla="*/ 582715 h 4489084"/>
              <a:gd name="connsiteX37039" fmla="*/ 2656535 w 5158787"/>
              <a:gd name="connsiteY37039" fmla="*/ 583307 h 4489084"/>
              <a:gd name="connsiteX37040" fmla="*/ 2664589 w 5158787"/>
              <a:gd name="connsiteY37040" fmla="*/ 597284 h 4489084"/>
              <a:gd name="connsiteX37041" fmla="*/ 2664589 w 5158787"/>
              <a:gd name="connsiteY37041" fmla="*/ 598410 h 4489084"/>
              <a:gd name="connsiteX37042" fmla="*/ 2656535 w 5158787"/>
              <a:gd name="connsiteY37042" fmla="*/ 612387 h 4489084"/>
              <a:gd name="connsiteX37043" fmla="*/ 2655528 w 5158787"/>
              <a:gd name="connsiteY37043" fmla="*/ 612979 h 4489084"/>
              <a:gd name="connsiteX37044" fmla="*/ 2639419 w 5158787"/>
              <a:gd name="connsiteY37044" fmla="*/ 612979 h 4489084"/>
              <a:gd name="connsiteX37045" fmla="*/ 2638412 w 5158787"/>
              <a:gd name="connsiteY37045" fmla="*/ 612387 h 4489084"/>
              <a:gd name="connsiteX37046" fmla="*/ 2630357 w 5158787"/>
              <a:gd name="connsiteY37046" fmla="*/ 598410 h 4489084"/>
              <a:gd name="connsiteX37047" fmla="*/ 2630357 w 5158787"/>
              <a:gd name="connsiteY37047" fmla="*/ 597284 h 4489084"/>
              <a:gd name="connsiteX37048" fmla="*/ 2638412 w 5158787"/>
              <a:gd name="connsiteY37048" fmla="*/ 583307 h 4489084"/>
              <a:gd name="connsiteX37049" fmla="*/ 2639419 w 5158787"/>
              <a:gd name="connsiteY37049" fmla="*/ 582715 h 4489084"/>
              <a:gd name="connsiteX37050" fmla="*/ 2706758 w 5158787"/>
              <a:gd name="connsiteY37050" fmla="*/ 582064 h 4489084"/>
              <a:gd name="connsiteX37051" fmla="*/ 2723518 w 5158787"/>
              <a:gd name="connsiteY37051" fmla="*/ 582064 h 4489084"/>
              <a:gd name="connsiteX37052" fmla="*/ 2724525 w 5158787"/>
              <a:gd name="connsiteY37052" fmla="*/ 582656 h 4489084"/>
              <a:gd name="connsiteX37053" fmla="*/ 2732935 w 5158787"/>
              <a:gd name="connsiteY37053" fmla="*/ 597167 h 4489084"/>
              <a:gd name="connsiteX37054" fmla="*/ 2732935 w 5158787"/>
              <a:gd name="connsiteY37054" fmla="*/ 598351 h 4489084"/>
              <a:gd name="connsiteX37055" fmla="*/ 2724525 w 5158787"/>
              <a:gd name="connsiteY37055" fmla="*/ 612861 h 4489084"/>
              <a:gd name="connsiteX37056" fmla="*/ 2723518 w 5158787"/>
              <a:gd name="connsiteY37056" fmla="*/ 613453 h 4489084"/>
              <a:gd name="connsiteX37057" fmla="*/ 2706758 w 5158787"/>
              <a:gd name="connsiteY37057" fmla="*/ 613453 h 4489084"/>
              <a:gd name="connsiteX37058" fmla="*/ 2705751 w 5158787"/>
              <a:gd name="connsiteY37058" fmla="*/ 612861 h 4489084"/>
              <a:gd name="connsiteX37059" fmla="*/ 2697341 w 5158787"/>
              <a:gd name="connsiteY37059" fmla="*/ 598351 h 4489084"/>
              <a:gd name="connsiteX37060" fmla="*/ 2697341 w 5158787"/>
              <a:gd name="connsiteY37060" fmla="*/ 597167 h 4489084"/>
              <a:gd name="connsiteX37061" fmla="*/ 2705751 w 5158787"/>
              <a:gd name="connsiteY37061" fmla="*/ 582656 h 4489084"/>
              <a:gd name="connsiteX37062" fmla="*/ 2706758 w 5158787"/>
              <a:gd name="connsiteY37062" fmla="*/ 582064 h 4489084"/>
              <a:gd name="connsiteX37063" fmla="*/ 745460 w 5158787"/>
              <a:gd name="connsiteY37063" fmla="*/ 582064 h 4489084"/>
              <a:gd name="connsiteX37064" fmla="*/ 762220 w 5158787"/>
              <a:gd name="connsiteY37064" fmla="*/ 582064 h 4489084"/>
              <a:gd name="connsiteX37065" fmla="*/ 763227 w 5158787"/>
              <a:gd name="connsiteY37065" fmla="*/ 582656 h 4489084"/>
              <a:gd name="connsiteX37066" fmla="*/ 771637 w 5158787"/>
              <a:gd name="connsiteY37066" fmla="*/ 597167 h 4489084"/>
              <a:gd name="connsiteX37067" fmla="*/ 771637 w 5158787"/>
              <a:gd name="connsiteY37067" fmla="*/ 598351 h 4489084"/>
              <a:gd name="connsiteX37068" fmla="*/ 763227 w 5158787"/>
              <a:gd name="connsiteY37068" fmla="*/ 612861 h 4489084"/>
              <a:gd name="connsiteX37069" fmla="*/ 762220 w 5158787"/>
              <a:gd name="connsiteY37069" fmla="*/ 613453 h 4489084"/>
              <a:gd name="connsiteX37070" fmla="*/ 745460 w 5158787"/>
              <a:gd name="connsiteY37070" fmla="*/ 613453 h 4489084"/>
              <a:gd name="connsiteX37071" fmla="*/ 744452 w 5158787"/>
              <a:gd name="connsiteY37071" fmla="*/ 612861 h 4489084"/>
              <a:gd name="connsiteX37072" fmla="*/ 736043 w 5158787"/>
              <a:gd name="connsiteY37072" fmla="*/ 598351 h 4489084"/>
              <a:gd name="connsiteX37073" fmla="*/ 736043 w 5158787"/>
              <a:gd name="connsiteY37073" fmla="*/ 597167 h 4489084"/>
              <a:gd name="connsiteX37074" fmla="*/ 744452 w 5158787"/>
              <a:gd name="connsiteY37074" fmla="*/ 582656 h 4489084"/>
              <a:gd name="connsiteX37075" fmla="*/ 745460 w 5158787"/>
              <a:gd name="connsiteY37075" fmla="*/ 582064 h 4489084"/>
              <a:gd name="connsiteX37076" fmla="*/ 3923893 w 5158787"/>
              <a:gd name="connsiteY37076" fmla="*/ 581768 h 4489084"/>
              <a:gd name="connsiteX37077" fmla="*/ 3941009 w 5158787"/>
              <a:gd name="connsiteY37077" fmla="*/ 581768 h 4489084"/>
              <a:gd name="connsiteX37078" fmla="*/ 3942074 w 5158787"/>
              <a:gd name="connsiteY37078" fmla="*/ 582360 h 4489084"/>
              <a:gd name="connsiteX37079" fmla="*/ 3950603 w 5158787"/>
              <a:gd name="connsiteY37079" fmla="*/ 597167 h 4489084"/>
              <a:gd name="connsiteX37080" fmla="*/ 3950603 w 5158787"/>
              <a:gd name="connsiteY37080" fmla="*/ 598351 h 4489084"/>
              <a:gd name="connsiteX37081" fmla="*/ 3942015 w 5158787"/>
              <a:gd name="connsiteY37081" fmla="*/ 613157 h 4489084"/>
              <a:gd name="connsiteX37082" fmla="*/ 3940949 w 5158787"/>
              <a:gd name="connsiteY37082" fmla="*/ 613750 h 4489084"/>
              <a:gd name="connsiteX37083" fmla="*/ 3923833 w 5158787"/>
              <a:gd name="connsiteY37083" fmla="*/ 613750 h 4489084"/>
              <a:gd name="connsiteX37084" fmla="*/ 3922767 w 5158787"/>
              <a:gd name="connsiteY37084" fmla="*/ 613157 h 4489084"/>
              <a:gd name="connsiteX37085" fmla="*/ 3914239 w 5158787"/>
              <a:gd name="connsiteY37085" fmla="*/ 598351 h 4489084"/>
              <a:gd name="connsiteX37086" fmla="*/ 3914239 w 5158787"/>
              <a:gd name="connsiteY37086" fmla="*/ 597167 h 4489084"/>
              <a:gd name="connsiteX37087" fmla="*/ 3922826 w 5158787"/>
              <a:gd name="connsiteY37087" fmla="*/ 582360 h 4489084"/>
              <a:gd name="connsiteX37088" fmla="*/ 3923893 w 5158787"/>
              <a:gd name="connsiteY37088" fmla="*/ 581768 h 4489084"/>
              <a:gd name="connsiteX37089" fmla="*/ 948128 w 5158787"/>
              <a:gd name="connsiteY37089" fmla="*/ 581649 h 4489084"/>
              <a:gd name="connsiteX37090" fmla="*/ 965362 w 5158787"/>
              <a:gd name="connsiteY37090" fmla="*/ 581649 h 4489084"/>
              <a:gd name="connsiteX37091" fmla="*/ 966428 w 5158787"/>
              <a:gd name="connsiteY37091" fmla="*/ 582241 h 4489084"/>
              <a:gd name="connsiteX37092" fmla="*/ 975016 w 5158787"/>
              <a:gd name="connsiteY37092" fmla="*/ 597166 h 4489084"/>
              <a:gd name="connsiteX37093" fmla="*/ 975016 w 5158787"/>
              <a:gd name="connsiteY37093" fmla="*/ 598410 h 4489084"/>
              <a:gd name="connsiteX37094" fmla="*/ 966369 w 5158787"/>
              <a:gd name="connsiteY37094" fmla="*/ 613334 h 4489084"/>
              <a:gd name="connsiteX37095" fmla="*/ 965303 w 5158787"/>
              <a:gd name="connsiteY37095" fmla="*/ 613927 h 4489084"/>
              <a:gd name="connsiteX37096" fmla="*/ 948068 w 5158787"/>
              <a:gd name="connsiteY37096" fmla="*/ 613927 h 4489084"/>
              <a:gd name="connsiteX37097" fmla="*/ 947002 w 5158787"/>
              <a:gd name="connsiteY37097" fmla="*/ 613334 h 4489084"/>
              <a:gd name="connsiteX37098" fmla="*/ 938415 w 5158787"/>
              <a:gd name="connsiteY37098" fmla="*/ 598410 h 4489084"/>
              <a:gd name="connsiteX37099" fmla="*/ 938415 w 5158787"/>
              <a:gd name="connsiteY37099" fmla="*/ 597166 h 4489084"/>
              <a:gd name="connsiteX37100" fmla="*/ 947062 w 5158787"/>
              <a:gd name="connsiteY37100" fmla="*/ 582241 h 4489084"/>
              <a:gd name="connsiteX37101" fmla="*/ 948128 w 5158787"/>
              <a:gd name="connsiteY37101" fmla="*/ 581649 h 4489084"/>
              <a:gd name="connsiteX37102" fmla="*/ 4532489 w 5158787"/>
              <a:gd name="connsiteY37102" fmla="*/ 581590 h 4489084"/>
              <a:gd name="connsiteX37103" fmla="*/ 4549841 w 5158787"/>
              <a:gd name="connsiteY37103" fmla="*/ 581590 h 4489084"/>
              <a:gd name="connsiteX37104" fmla="*/ 4550908 w 5158787"/>
              <a:gd name="connsiteY37104" fmla="*/ 582182 h 4489084"/>
              <a:gd name="connsiteX37105" fmla="*/ 4559554 w 5158787"/>
              <a:gd name="connsiteY37105" fmla="*/ 597166 h 4489084"/>
              <a:gd name="connsiteX37106" fmla="*/ 4559554 w 5158787"/>
              <a:gd name="connsiteY37106" fmla="*/ 598410 h 4489084"/>
              <a:gd name="connsiteX37107" fmla="*/ 4550908 w 5158787"/>
              <a:gd name="connsiteY37107" fmla="*/ 613394 h 4489084"/>
              <a:gd name="connsiteX37108" fmla="*/ 4549841 w 5158787"/>
              <a:gd name="connsiteY37108" fmla="*/ 613986 h 4489084"/>
              <a:gd name="connsiteX37109" fmla="*/ 4532489 w 5158787"/>
              <a:gd name="connsiteY37109" fmla="*/ 613986 h 4489084"/>
              <a:gd name="connsiteX37110" fmla="*/ 4531422 w 5158787"/>
              <a:gd name="connsiteY37110" fmla="*/ 613394 h 4489084"/>
              <a:gd name="connsiteX37111" fmla="*/ 4522776 w 5158787"/>
              <a:gd name="connsiteY37111" fmla="*/ 598410 h 4489084"/>
              <a:gd name="connsiteX37112" fmla="*/ 4522776 w 5158787"/>
              <a:gd name="connsiteY37112" fmla="*/ 597166 h 4489084"/>
              <a:gd name="connsiteX37113" fmla="*/ 4531422 w 5158787"/>
              <a:gd name="connsiteY37113" fmla="*/ 582182 h 4489084"/>
              <a:gd name="connsiteX37114" fmla="*/ 4532489 w 5158787"/>
              <a:gd name="connsiteY37114" fmla="*/ 581590 h 4489084"/>
              <a:gd name="connsiteX37115" fmla="*/ 4058984 w 5158787"/>
              <a:gd name="connsiteY37115" fmla="*/ 581472 h 4489084"/>
              <a:gd name="connsiteX37116" fmla="*/ 4076456 w 5158787"/>
              <a:gd name="connsiteY37116" fmla="*/ 581472 h 4489084"/>
              <a:gd name="connsiteX37117" fmla="*/ 4077522 w 5158787"/>
              <a:gd name="connsiteY37117" fmla="*/ 582064 h 4489084"/>
              <a:gd name="connsiteX37118" fmla="*/ 4086229 w 5158787"/>
              <a:gd name="connsiteY37118" fmla="*/ 597167 h 4489084"/>
              <a:gd name="connsiteX37119" fmla="*/ 4086229 w 5158787"/>
              <a:gd name="connsiteY37119" fmla="*/ 598410 h 4489084"/>
              <a:gd name="connsiteX37120" fmla="*/ 4077522 w 5158787"/>
              <a:gd name="connsiteY37120" fmla="*/ 613513 h 4489084"/>
              <a:gd name="connsiteX37121" fmla="*/ 4076456 w 5158787"/>
              <a:gd name="connsiteY37121" fmla="*/ 614105 h 4489084"/>
              <a:gd name="connsiteX37122" fmla="*/ 4058984 w 5158787"/>
              <a:gd name="connsiteY37122" fmla="*/ 614105 h 4489084"/>
              <a:gd name="connsiteX37123" fmla="*/ 4057919 w 5158787"/>
              <a:gd name="connsiteY37123" fmla="*/ 613513 h 4489084"/>
              <a:gd name="connsiteX37124" fmla="*/ 4049213 w 5158787"/>
              <a:gd name="connsiteY37124" fmla="*/ 598410 h 4489084"/>
              <a:gd name="connsiteX37125" fmla="*/ 4049213 w 5158787"/>
              <a:gd name="connsiteY37125" fmla="*/ 597167 h 4489084"/>
              <a:gd name="connsiteX37126" fmla="*/ 4057919 w 5158787"/>
              <a:gd name="connsiteY37126" fmla="*/ 582064 h 4489084"/>
              <a:gd name="connsiteX37127" fmla="*/ 4058984 w 5158787"/>
              <a:gd name="connsiteY37127" fmla="*/ 581472 h 4489084"/>
              <a:gd name="connsiteX37128" fmla="*/ 880374 w 5158787"/>
              <a:gd name="connsiteY37128" fmla="*/ 581472 h 4489084"/>
              <a:gd name="connsiteX37129" fmla="*/ 897845 w 5158787"/>
              <a:gd name="connsiteY37129" fmla="*/ 581472 h 4489084"/>
              <a:gd name="connsiteX37130" fmla="*/ 898911 w 5158787"/>
              <a:gd name="connsiteY37130" fmla="*/ 582064 h 4489084"/>
              <a:gd name="connsiteX37131" fmla="*/ 907617 w 5158787"/>
              <a:gd name="connsiteY37131" fmla="*/ 597167 h 4489084"/>
              <a:gd name="connsiteX37132" fmla="*/ 907617 w 5158787"/>
              <a:gd name="connsiteY37132" fmla="*/ 598410 h 4489084"/>
              <a:gd name="connsiteX37133" fmla="*/ 898911 w 5158787"/>
              <a:gd name="connsiteY37133" fmla="*/ 613513 h 4489084"/>
              <a:gd name="connsiteX37134" fmla="*/ 897845 w 5158787"/>
              <a:gd name="connsiteY37134" fmla="*/ 614105 h 4489084"/>
              <a:gd name="connsiteX37135" fmla="*/ 880374 w 5158787"/>
              <a:gd name="connsiteY37135" fmla="*/ 614105 h 4489084"/>
              <a:gd name="connsiteX37136" fmla="*/ 879308 w 5158787"/>
              <a:gd name="connsiteY37136" fmla="*/ 613513 h 4489084"/>
              <a:gd name="connsiteX37137" fmla="*/ 870602 w 5158787"/>
              <a:gd name="connsiteY37137" fmla="*/ 598410 h 4489084"/>
              <a:gd name="connsiteX37138" fmla="*/ 870602 w 5158787"/>
              <a:gd name="connsiteY37138" fmla="*/ 597167 h 4489084"/>
              <a:gd name="connsiteX37139" fmla="*/ 879308 w 5158787"/>
              <a:gd name="connsiteY37139" fmla="*/ 582064 h 4489084"/>
              <a:gd name="connsiteX37140" fmla="*/ 880374 w 5158787"/>
              <a:gd name="connsiteY37140" fmla="*/ 581472 h 4489084"/>
              <a:gd name="connsiteX37141" fmla="*/ 4599947 w 5158787"/>
              <a:gd name="connsiteY37141" fmla="*/ 581235 h 4489084"/>
              <a:gd name="connsiteX37142" fmla="*/ 4617596 w 5158787"/>
              <a:gd name="connsiteY37142" fmla="*/ 581235 h 4489084"/>
              <a:gd name="connsiteX37143" fmla="*/ 4618661 w 5158787"/>
              <a:gd name="connsiteY37143" fmla="*/ 581886 h 4489084"/>
              <a:gd name="connsiteX37144" fmla="*/ 4627487 w 5158787"/>
              <a:gd name="connsiteY37144" fmla="*/ 597167 h 4489084"/>
              <a:gd name="connsiteX37145" fmla="*/ 4627487 w 5158787"/>
              <a:gd name="connsiteY37145" fmla="*/ 598410 h 4489084"/>
              <a:gd name="connsiteX37146" fmla="*/ 4618661 w 5158787"/>
              <a:gd name="connsiteY37146" fmla="*/ 613690 h 4489084"/>
              <a:gd name="connsiteX37147" fmla="*/ 4617596 w 5158787"/>
              <a:gd name="connsiteY37147" fmla="*/ 614342 h 4489084"/>
              <a:gd name="connsiteX37148" fmla="*/ 4599947 w 5158787"/>
              <a:gd name="connsiteY37148" fmla="*/ 614342 h 4489084"/>
              <a:gd name="connsiteX37149" fmla="*/ 4598880 w 5158787"/>
              <a:gd name="connsiteY37149" fmla="*/ 613690 h 4489084"/>
              <a:gd name="connsiteX37150" fmla="*/ 4590056 w 5158787"/>
              <a:gd name="connsiteY37150" fmla="*/ 598410 h 4489084"/>
              <a:gd name="connsiteX37151" fmla="*/ 4590056 w 5158787"/>
              <a:gd name="connsiteY37151" fmla="*/ 597167 h 4489084"/>
              <a:gd name="connsiteX37152" fmla="*/ 4598880 w 5158787"/>
              <a:gd name="connsiteY37152" fmla="*/ 581886 h 4489084"/>
              <a:gd name="connsiteX37153" fmla="*/ 4599947 w 5158787"/>
              <a:gd name="connsiteY37153" fmla="*/ 581235 h 4489084"/>
              <a:gd name="connsiteX37154" fmla="*/ 3856021 w 5158787"/>
              <a:gd name="connsiteY37154" fmla="*/ 581235 h 4489084"/>
              <a:gd name="connsiteX37155" fmla="*/ 3873670 w 5158787"/>
              <a:gd name="connsiteY37155" fmla="*/ 581235 h 4489084"/>
              <a:gd name="connsiteX37156" fmla="*/ 3874735 w 5158787"/>
              <a:gd name="connsiteY37156" fmla="*/ 581886 h 4489084"/>
              <a:gd name="connsiteX37157" fmla="*/ 3883560 w 5158787"/>
              <a:gd name="connsiteY37157" fmla="*/ 597167 h 4489084"/>
              <a:gd name="connsiteX37158" fmla="*/ 3883560 w 5158787"/>
              <a:gd name="connsiteY37158" fmla="*/ 598410 h 4489084"/>
              <a:gd name="connsiteX37159" fmla="*/ 3874735 w 5158787"/>
              <a:gd name="connsiteY37159" fmla="*/ 613690 h 4489084"/>
              <a:gd name="connsiteX37160" fmla="*/ 3873670 w 5158787"/>
              <a:gd name="connsiteY37160" fmla="*/ 614342 h 4489084"/>
              <a:gd name="connsiteX37161" fmla="*/ 3856021 w 5158787"/>
              <a:gd name="connsiteY37161" fmla="*/ 614342 h 4489084"/>
              <a:gd name="connsiteX37162" fmla="*/ 3854954 w 5158787"/>
              <a:gd name="connsiteY37162" fmla="*/ 613690 h 4489084"/>
              <a:gd name="connsiteX37163" fmla="*/ 3846130 w 5158787"/>
              <a:gd name="connsiteY37163" fmla="*/ 598410 h 4489084"/>
              <a:gd name="connsiteX37164" fmla="*/ 3846130 w 5158787"/>
              <a:gd name="connsiteY37164" fmla="*/ 597167 h 4489084"/>
              <a:gd name="connsiteX37165" fmla="*/ 3854954 w 5158787"/>
              <a:gd name="connsiteY37165" fmla="*/ 581886 h 4489084"/>
              <a:gd name="connsiteX37166" fmla="*/ 3856021 w 5158787"/>
              <a:gd name="connsiteY37166" fmla="*/ 581235 h 4489084"/>
              <a:gd name="connsiteX37167" fmla="*/ 812679 w 5158787"/>
              <a:gd name="connsiteY37167" fmla="*/ 581235 h 4489084"/>
              <a:gd name="connsiteX37168" fmla="*/ 830328 w 5158787"/>
              <a:gd name="connsiteY37168" fmla="*/ 581235 h 4489084"/>
              <a:gd name="connsiteX37169" fmla="*/ 831394 w 5158787"/>
              <a:gd name="connsiteY37169" fmla="*/ 581886 h 4489084"/>
              <a:gd name="connsiteX37170" fmla="*/ 840219 w 5158787"/>
              <a:gd name="connsiteY37170" fmla="*/ 597167 h 4489084"/>
              <a:gd name="connsiteX37171" fmla="*/ 840219 w 5158787"/>
              <a:gd name="connsiteY37171" fmla="*/ 598410 h 4489084"/>
              <a:gd name="connsiteX37172" fmla="*/ 831394 w 5158787"/>
              <a:gd name="connsiteY37172" fmla="*/ 613690 h 4489084"/>
              <a:gd name="connsiteX37173" fmla="*/ 830328 w 5158787"/>
              <a:gd name="connsiteY37173" fmla="*/ 614342 h 4489084"/>
              <a:gd name="connsiteX37174" fmla="*/ 812679 w 5158787"/>
              <a:gd name="connsiteY37174" fmla="*/ 614342 h 4489084"/>
              <a:gd name="connsiteX37175" fmla="*/ 811613 w 5158787"/>
              <a:gd name="connsiteY37175" fmla="*/ 613690 h 4489084"/>
              <a:gd name="connsiteX37176" fmla="*/ 802789 w 5158787"/>
              <a:gd name="connsiteY37176" fmla="*/ 598410 h 4489084"/>
              <a:gd name="connsiteX37177" fmla="*/ 802789 w 5158787"/>
              <a:gd name="connsiteY37177" fmla="*/ 597167 h 4489084"/>
              <a:gd name="connsiteX37178" fmla="*/ 811613 w 5158787"/>
              <a:gd name="connsiteY37178" fmla="*/ 581886 h 4489084"/>
              <a:gd name="connsiteX37179" fmla="*/ 812679 w 5158787"/>
              <a:gd name="connsiteY37179" fmla="*/ 581235 h 4489084"/>
              <a:gd name="connsiteX37180" fmla="*/ 1015466 w 5158787"/>
              <a:gd name="connsiteY37180" fmla="*/ 581175 h 4489084"/>
              <a:gd name="connsiteX37181" fmla="*/ 1033234 w 5158787"/>
              <a:gd name="connsiteY37181" fmla="*/ 581175 h 4489084"/>
              <a:gd name="connsiteX37182" fmla="*/ 1034300 w 5158787"/>
              <a:gd name="connsiteY37182" fmla="*/ 581827 h 4489084"/>
              <a:gd name="connsiteX37183" fmla="*/ 1043184 w 5158787"/>
              <a:gd name="connsiteY37183" fmla="*/ 597225 h 4489084"/>
              <a:gd name="connsiteX37184" fmla="*/ 1043184 w 5158787"/>
              <a:gd name="connsiteY37184" fmla="*/ 598469 h 4489084"/>
              <a:gd name="connsiteX37185" fmla="*/ 1034300 w 5158787"/>
              <a:gd name="connsiteY37185" fmla="*/ 613867 h 4489084"/>
              <a:gd name="connsiteX37186" fmla="*/ 1033234 w 5158787"/>
              <a:gd name="connsiteY37186" fmla="*/ 614519 h 4489084"/>
              <a:gd name="connsiteX37187" fmla="*/ 1015466 w 5158787"/>
              <a:gd name="connsiteY37187" fmla="*/ 614519 h 4489084"/>
              <a:gd name="connsiteX37188" fmla="*/ 1014400 w 5158787"/>
              <a:gd name="connsiteY37188" fmla="*/ 613867 h 4489084"/>
              <a:gd name="connsiteX37189" fmla="*/ 1005517 w 5158787"/>
              <a:gd name="connsiteY37189" fmla="*/ 598469 h 4489084"/>
              <a:gd name="connsiteX37190" fmla="*/ 1005517 w 5158787"/>
              <a:gd name="connsiteY37190" fmla="*/ 597225 h 4489084"/>
              <a:gd name="connsiteX37191" fmla="*/ 1014400 w 5158787"/>
              <a:gd name="connsiteY37191" fmla="*/ 581827 h 4489084"/>
              <a:gd name="connsiteX37192" fmla="*/ 1015466 w 5158787"/>
              <a:gd name="connsiteY37192" fmla="*/ 581175 h 4489084"/>
              <a:gd name="connsiteX37193" fmla="*/ 2773563 w 5158787"/>
              <a:gd name="connsiteY37193" fmla="*/ 580524 h 4489084"/>
              <a:gd name="connsiteX37194" fmla="*/ 2791982 w 5158787"/>
              <a:gd name="connsiteY37194" fmla="*/ 580524 h 4489084"/>
              <a:gd name="connsiteX37195" fmla="*/ 2793107 w 5158787"/>
              <a:gd name="connsiteY37195" fmla="*/ 581175 h 4489084"/>
              <a:gd name="connsiteX37196" fmla="*/ 2802347 w 5158787"/>
              <a:gd name="connsiteY37196" fmla="*/ 597166 h 4489084"/>
              <a:gd name="connsiteX37197" fmla="*/ 2802347 w 5158787"/>
              <a:gd name="connsiteY37197" fmla="*/ 598469 h 4489084"/>
              <a:gd name="connsiteX37198" fmla="*/ 2793107 w 5158787"/>
              <a:gd name="connsiteY37198" fmla="*/ 614460 h 4489084"/>
              <a:gd name="connsiteX37199" fmla="*/ 2791982 w 5158787"/>
              <a:gd name="connsiteY37199" fmla="*/ 615111 h 4489084"/>
              <a:gd name="connsiteX37200" fmla="*/ 2773563 w 5158787"/>
              <a:gd name="connsiteY37200" fmla="*/ 615111 h 4489084"/>
              <a:gd name="connsiteX37201" fmla="*/ 2772438 w 5158787"/>
              <a:gd name="connsiteY37201" fmla="*/ 614460 h 4489084"/>
              <a:gd name="connsiteX37202" fmla="*/ 2763199 w 5158787"/>
              <a:gd name="connsiteY37202" fmla="*/ 598469 h 4489084"/>
              <a:gd name="connsiteX37203" fmla="*/ 2763199 w 5158787"/>
              <a:gd name="connsiteY37203" fmla="*/ 597166 h 4489084"/>
              <a:gd name="connsiteX37204" fmla="*/ 2772438 w 5158787"/>
              <a:gd name="connsiteY37204" fmla="*/ 581175 h 4489084"/>
              <a:gd name="connsiteX37205" fmla="*/ 2773563 w 5158787"/>
              <a:gd name="connsiteY37205" fmla="*/ 580524 h 4489084"/>
              <a:gd name="connsiteX37206" fmla="*/ 4667049 w 5158787"/>
              <a:gd name="connsiteY37206" fmla="*/ 580228 h 4489084"/>
              <a:gd name="connsiteX37207" fmla="*/ 4685823 w 5158787"/>
              <a:gd name="connsiteY37207" fmla="*/ 580228 h 4489084"/>
              <a:gd name="connsiteX37208" fmla="*/ 4686948 w 5158787"/>
              <a:gd name="connsiteY37208" fmla="*/ 580880 h 4489084"/>
              <a:gd name="connsiteX37209" fmla="*/ 4696306 w 5158787"/>
              <a:gd name="connsiteY37209" fmla="*/ 597107 h 4489084"/>
              <a:gd name="connsiteX37210" fmla="*/ 4696306 w 5158787"/>
              <a:gd name="connsiteY37210" fmla="*/ 598410 h 4489084"/>
              <a:gd name="connsiteX37211" fmla="*/ 4686889 w 5158787"/>
              <a:gd name="connsiteY37211" fmla="*/ 614638 h 4489084"/>
              <a:gd name="connsiteX37212" fmla="*/ 4685764 w 5158787"/>
              <a:gd name="connsiteY37212" fmla="*/ 615289 h 4489084"/>
              <a:gd name="connsiteX37213" fmla="*/ 4666989 w 5158787"/>
              <a:gd name="connsiteY37213" fmla="*/ 615289 h 4489084"/>
              <a:gd name="connsiteX37214" fmla="*/ 4665864 w 5158787"/>
              <a:gd name="connsiteY37214" fmla="*/ 614638 h 4489084"/>
              <a:gd name="connsiteX37215" fmla="*/ 4656506 w 5158787"/>
              <a:gd name="connsiteY37215" fmla="*/ 598410 h 4489084"/>
              <a:gd name="connsiteX37216" fmla="*/ 4656506 w 5158787"/>
              <a:gd name="connsiteY37216" fmla="*/ 597107 h 4489084"/>
              <a:gd name="connsiteX37217" fmla="*/ 4665924 w 5158787"/>
              <a:gd name="connsiteY37217" fmla="*/ 580880 h 4489084"/>
              <a:gd name="connsiteX37218" fmla="*/ 4667049 w 5158787"/>
              <a:gd name="connsiteY37218" fmla="*/ 580228 h 4489084"/>
              <a:gd name="connsiteX37219" fmla="*/ 406218 w 5158787"/>
              <a:gd name="connsiteY37219" fmla="*/ 580109 h 4489084"/>
              <a:gd name="connsiteX37220" fmla="*/ 425111 w 5158787"/>
              <a:gd name="connsiteY37220" fmla="*/ 580109 h 4489084"/>
              <a:gd name="connsiteX37221" fmla="*/ 426236 w 5158787"/>
              <a:gd name="connsiteY37221" fmla="*/ 580760 h 4489084"/>
              <a:gd name="connsiteX37222" fmla="*/ 435653 w 5158787"/>
              <a:gd name="connsiteY37222" fmla="*/ 597107 h 4489084"/>
              <a:gd name="connsiteX37223" fmla="*/ 435653 w 5158787"/>
              <a:gd name="connsiteY37223" fmla="*/ 598469 h 4489084"/>
              <a:gd name="connsiteX37224" fmla="*/ 426236 w 5158787"/>
              <a:gd name="connsiteY37224" fmla="*/ 614815 h 4489084"/>
              <a:gd name="connsiteX37225" fmla="*/ 425111 w 5158787"/>
              <a:gd name="connsiteY37225" fmla="*/ 615466 h 4489084"/>
              <a:gd name="connsiteX37226" fmla="*/ 406218 w 5158787"/>
              <a:gd name="connsiteY37226" fmla="*/ 615466 h 4489084"/>
              <a:gd name="connsiteX37227" fmla="*/ 405092 w 5158787"/>
              <a:gd name="connsiteY37227" fmla="*/ 614815 h 4489084"/>
              <a:gd name="connsiteX37228" fmla="*/ 395676 w 5158787"/>
              <a:gd name="connsiteY37228" fmla="*/ 598469 h 4489084"/>
              <a:gd name="connsiteX37229" fmla="*/ 395676 w 5158787"/>
              <a:gd name="connsiteY37229" fmla="*/ 597107 h 4489084"/>
              <a:gd name="connsiteX37230" fmla="*/ 405092 w 5158787"/>
              <a:gd name="connsiteY37230" fmla="*/ 580760 h 4489084"/>
              <a:gd name="connsiteX37231" fmla="*/ 406218 w 5158787"/>
              <a:gd name="connsiteY37231" fmla="*/ 580109 h 4489084"/>
              <a:gd name="connsiteX37232" fmla="*/ 2502727 w 5158787"/>
              <a:gd name="connsiteY37232" fmla="*/ 579991 h 4489084"/>
              <a:gd name="connsiteX37233" fmla="*/ 2521738 w 5158787"/>
              <a:gd name="connsiteY37233" fmla="*/ 579991 h 4489084"/>
              <a:gd name="connsiteX37234" fmla="*/ 2522923 w 5158787"/>
              <a:gd name="connsiteY37234" fmla="*/ 580642 h 4489084"/>
              <a:gd name="connsiteX37235" fmla="*/ 2532399 w 5158787"/>
              <a:gd name="connsiteY37235" fmla="*/ 597107 h 4489084"/>
              <a:gd name="connsiteX37236" fmla="*/ 2532399 w 5158787"/>
              <a:gd name="connsiteY37236" fmla="*/ 598469 h 4489084"/>
              <a:gd name="connsiteX37237" fmla="*/ 2522923 w 5158787"/>
              <a:gd name="connsiteY37237" fmla="*/ 614934 h 4489084"/>
              <a:gd name="connsiteX37238" fmla="*/ 2521738 w 5158787"/>
              <a:gd name="connsiteY37238" fmla="*/ 615585 h 4489084"/>
              <a:gd name="connsiteX37239" fmla="*/ 2502727 w 5158787"/>
              <a:gd name="connsiteY37239" fmla="*/ 615585 h 4489084"/>
              <a:gd name="connsiteX37240" fmla="*/ 2501542 w 5158787"/>
              <a:gd name="connsiteY37240" fmla="*/ 614934 h 4489084"/>
              <a:gd name="connsiteX37241" fmla="*/ 2492067 w 5158787"/>
              <a:gd name="connsiteY37241" fmla="*/ 598469 h 4489084"/>
              <a:gd name="connsiteX37242" fmla="*/ 2492067 w 5158787"/>
              <a:gd name="connsiteY37242" fmla="*/ 597107 h 4489084"/>
              <a:gd name="connsiteX37243" fmla="*/ 2501542 w 5158787"/>
              <a:gd name="connsiteY37243" fmla="*/ 580642 h 4489084"/>
              <a:gd name="connsiteX37244" fmla="*/ 2502727 w 5158787"/>
              <a:gd name="connsiteY37244" fmla="*/ 579991 h 4489084"/>
              <a:gd name="connsiteX37245" fmla="*/ 338465 w 5158787"/>
              <a:gd name="connsiteY37245" fmla="*/ 579813 h 4489084"/>
              <a:gd name="connsiteX37246" fmla="*/ 357653 w 5158787"/>
              <a:gd name="connsiteY37246" fmla="*/ 579813 h 4489084"/>
              <a:gd name="connsiteX37247" fmla="*/ 358838 w 5158787"/>
              <a:gd name="connsiteY37247" fmla="*/ 580464 h 4489084"/>
              <a:gd name="connsiteX37248" fmla="*/ 368432 w 5158787"/>
              <a:gd name="connsiteY37248" fmla="*/ 597107 h 4489084"/>
              <a:gd name="connsiteX37249" fmla="*/ 368432 w 5158787"/>
              <a:gd name="connsiteY37249" fmla="*/ 598469 h 4489084"/>
              <a:gd name="connsiteX37250" fmla="*/ 358838 w 5158787"/>
              <a:gd name="connsiteY37250" fmla="*/ 615111 h 4489084"/>
              <a:gd name="connsiteX37251" fmla="*/ 357653 w 5158787"/>
              <a:gd name="connsiteY37251" fmla="*/ 615762 h 4489084"/>
              <a:gd name="connsiteX37252" fmla="*/ 338465 w 5158787"/>
              <a:gd name="connsiteY37252" fmla="*/ 615762 h 4489084"/>
              <a:gd name="connsiteX37253" fmla="*/ 337280 w 5158787"/>
              <a:gd name="connsiteY37253" fmla="*/ 615111 h 4489084"/>
              <a:gd name="connsiteX37254" fmla="*/ 327686 w 5158787"/>
              <a:gd name="connsiteY37254" fmla="*/ 598469 h 4489084"/>
              <a:gd name="connsiteX37255" fmla="*/ 327686 w 5158787"/>
              <a:gd name="connsiteY37255" fmla="*/ 597107 h 4489084"/>
              <a:gd name="connsiteX37256" fmla="*/ 337280 w 5158787"/>
              <a:gd name="connsiteY37256" fmla="*/ 580464 h 4489084"/>
              <a:gd name="connsiteX37257" fmla="*/ 338465 w 5158787"/>
              <a:gd name="connsiteY37257" fmla="*/ 579813 h 4489084"/>
              <a:gd name="connsiteX37258" fmla="*/ 2570244 w 5158787"/>
              <a:gd name="connsiteY37258" fmla="*/ 579695 h 4489084"/>
              <a:gd name="connsiteX37259" fmla="*/ 2589551 w 5158787"/>
              <a:gd name="connsiteY37259" fmla="*/ 579695 h 4489084"/>
              <a:gd name="connsiteX37260" fmla="*/ 2590736 w 5158787"/>
              <a:gd name="connsiteY37260" fmla="*/ 580406 h 4489084"/>
              <a:gd name="connsiteX37261" fmla="*/ 2600389 w 5158787"/>
              <a:gd name="connsiteY37261" fmla="*/ 597166 h 4489084"/>
              <a:gd name="connsiteX37262" fmla="*/ 2600389 w 5158787"/>
              <a:gd name="connsiteY37262" fmla="*/ 598529 h 4489084"/>
              <a:gd name="connsiteX37263" fmla="*/ 2590736 w 5158787"/>
              <a:gd name="connsiteY37263" fmla="*/ 615289 h 4489084"/>
              <a:gd name="connsiteX37264" fmla="*/ 2589551 w 5158787"/>
              <a:gd name="connsiteY37264" fmla="*/ 616000 h 4489084"/>
              <a:gd name="connsiteX37265" fmla="*/ 2570244 w 5158787"/>
              <a:gd name="connsiteY37265" fmla="*/ 616000 h 4489084"/>
              <a:gd name="connsiteX37266" fmla="*/ 2569059 w 5158787"/>
              <a:gd name="connsiteY37266" fmla="*/ 615289 h 4489084"/>
              <a:gd name="connsiteX37267" fmla="*/ 2559406 w 5158787"/>
              <a:gd name="connsiteY37267" fmla="*/ 598529 h 4489084"/>
              <a:gd name="connsiteX37268" fmla="*/ 2559406 w 5158787"/>
              <a:gd name="connsiteY37268" fmla="*/ 597166 h 4489084"/>
              <a:gd name="connsiteX37269" fmla="*/ 2569059 w 5158787"/>
              <a:gd name="connsiteY37269" fmla="*/ 580406 h 4489084"/>
              <a:gd name="connsiteX37270" fmla="*/ 2570244 w 5158787"/>
              <a:gd name="connsiteY37270" fmla="*/ 579695 h 4489084"/>
              <a:gd name="connsiteX37271" fmla="*/ 203076 w 5158787"/>
              <a:gd name="connsiteY37271" fmla="*/ 579576 h 4489084"/>
              <a:gd name="connsiteX37272" fmla="*/ 222502 w 5158787"/>
              <a:gd name="connsiteY37272" fmla="*/ 579576 h 4489084"/>
              <a:gd name="connsiteX37273" fmla="*/ 223686 w 5158787"/>
              <a:gd name="connsiteY37273" fmla="*/ 580287 h 4489084"/>
              <a:gd name="connsiteX37274" fmla="*/ 233399 w 5158787"/>
              <a:gd name="connsiteY37274" fmla="*/ 597107 h 4489084"/>
              <a:gd name="connsiteX37275" fmla="*/ 233399 w 5158787"/>
              <a:gd name="connsiteY37275" fmla="*/ 598469 h 4489084"/>
              <a:gd name="connsiteX37276" fmla="*/ 223686 w 5158787"/>
              <a:gd name="connsiteY37276" fmla="*/ 615289 h 4489084"/>
              <a:gd name="connsiteX37277" fmla="*/ 222502 w 5158787"/>
              <a:gd name="connsiteY37277" fmla="*/ 615999 h 4489084"/>
              <a:gd name="connsiteX37278" fmla="*/ 203076 w 5158787"/>
              <a:gd name="connsiteY37278" fmla="*/ 615999 h 4489084"/>
              <a:gd name="connsiteX37279" fmla="*/ 201892 w 5158787"/>
              <a:gd name="connsiteY37279" fmla="*/ 615289 h 4489084"/>
              <a:gd name="connsiteX37280" fmla="*/ 192179 w 5158787"/>
              <a:gd name="connsiteY37280" fmla="*/ 598469 h 4489084"/>
              <a:gd name="connsiteX37281" fmla="*/ 192179 w 5158787"/>
              <a:gd name="connsiteY37281" fmla="*/ 597107 h 4489084"/>
              <a:gd name="connsiteX37282" fmla="*/ 201892 w 5158787"/>
              <a:gd name="connsiteY37282" fmla="*/ 580287 h 4489084"/>
              <a:gd name="connsiteX37283" fmla="*/ 203076 w 5158787"/>
              <a:gd name="connsiteY37283" fmla="*/ 579576 h 4489084"/>
              <a:gd name="connsiteX37284" fmla="*/ 270474 w 5158787"/>
              <a:gd name="connsiteY37284" fmla="*/ 579102 h 4489084"/>
              <a:gd name="connsiteX37285" fmla="*/ 290433 w 5158787"/>
              <a:gd name="connsiteY37285" fmla="*/ 579102 h 4489084"/>
              <a:gd name="connsiteX37286" fmla="*/ 291677 w 5158787"/>
              <a:gd name="connsiteY37286" fmla="*/ 579813 h 4489084"/>
              <a:gd name="connsiteX37287" fmla="*/ 301686 w 5158787"/>
              <a:gd name="connsiteY37287" fmla="*/ 597106 h 4489084"/>
              <a:gd name="connsiteX37288" fmla="*/ 301686 w 5158787"/>
              <a:gd name="connsiteY37288" fmla="*/ 598528 h 4489084"/>
              <a:gd name="connsiteX37289" fmla="*/ 291677 w 5158787"/>
              <a:gd name="connsiteY37289" fmla="*/ 615822 h 4489084"/>
              <a:gd name="connsiteX37290" fmla="*/ 290433 w 5158787"/>
              <a:gd name="connsiteY37290" fmla="*/ 616532 h 4489084"/>
              <a:gd name="connsiteX37291" fmla="*/ 270474 w 5158787"/>
              <a:gd name="connsiteY37291" fmla="*/ 616532 h 4489084"/>
              <a:gd name="connsiteX37292" fmla="*/ 269231 w 5158787"/>
              <a:gd name="connsiteY37292" fmla="*/ 615822 h 4489084"/>
              <a:gd name="connsiteX37293" fmla="*/ 259222 w 5158787"/>
              <a:gd name="connsiteY37293" fmla="*/ 598528 h 4489084"/>
              <a:gd name="connsiteX37294" fmla="*/ 259222 w 5158787"/>
              <a:gd name="connsiteY37294" fmla="*/ 597106 h 4489084"/>
              <a:gd name="connsiteX37295" fmla="*/ 269231 w 5158787"/>
              <a:gd name="connsiteY37295" fmla="*/ 579813 h 4489084"/>
              <a:gd name="connsiteX37296" fmla="*/ 270474 w 5158787"/>
              <a:gd name="connsiteY37296" fmla="*/ 579102 h 4489084"/>
              <a:gd name="connsiteX37297" fmla="*/ 3990105 w 5158787"/>
              <a:gd name="connsiteY37297" fmla="*/ 578984 h 4489084"/>
              <a:gd name="connsiteX37298" fmla="*/ 4010183 w 5158787"/>
              <a:gd name="connsiteY37298" fmla="*/ 578984 h 4489084"/>
              <a:gd name="connsiteX37299" fmla="*/ 4011427 w 5158787"/>
              <a:gd name="connsiteY37299" fmla="*/ 579695 h 4489084"/>
              <a:gd name="connsiteX37300" fmla="*/ 4021436 w 5158787"/>
              <a:gd name="connsiteY37300" fmla="*/ 597107 h 4489084"/>
              <a:gd name="connsiteX37301" fmla="*/ 4021436 w 5158787"/>
              <a:gd name="connsiteY37301" fmla="*/ 598528 h 4489084"/>
              <a:gd name="connsiteX37302" fmla="*/ 4011368 w 5158787"/>
              <a:gd name="connsiteY37302" fmla="*/ 615940 h 4489084"/>
              <a:gd name="connsiteX37303" fmla="*/ 4010123 w 5158787"/>
              <a:gd name="connsiteY37303" fmla="*/ 616651 h 4489084"/>
              <a:gd name="connsiteX37304" fmla="*/ 3990047 w 5158787"/>
              <a:gd name="connsiteY37304" fmla="*/ 616651 h 4489084"/>
              <a:gd name="connsiteX37305" fmla="*/ 3988803 w 5158787"/>
              <a:gd name="connsiteY37305" fmla="*/ 615940 h 4489084"/>
              <a:gd name="connsiteX37306" fmla="*/ 3978794 w 5158787"/>
              <a:gd name="connsiteY37306" fmla="*/ 598528 h 4489084"/>
              <a:gd name="connsiteX37307" fmla="*/ 3978794 w 5158787"/>
              <a:gd name="connsiteY37307" fmla="*/ 597107 h 4489084"/>
              <a:gd name="connsiteX37308" fmla="*/ 3988862 w 5158787"/>
              <a:gd name="connsiteY37308" fmla="*/ 579695 h 4489084"/>
              <a:gd name="connsiteX37309" fmla="*/ 3990105 w 5158787"/>
              <a:gd name="connsiteY37309" fmla="*/ 578984 h 4489084"/>
              <a:gd name="connsiteX37310" fmla="*/ 2839481 w 5158787"/>
              <a:gd name="connsiteY37310" fmla="*/ 577326 h 4489084"/>
              <a:gd name="connsiteX37311" fmla="*/ 2861335 w 5158787"/>
              <a:gd name="connsiteY37311" fmla="*/ 577326 h 4489084"/>
              <a:gd name="connsiteX37312" fmla="*/ 2862697 w 5158787"/>
              <a:gd name="connsiteY37312" fmla="*/ 578096 h 4489084"/>
              <a:gd name="connsiteX37313" fmla="*/ 2873594 w 5158787"/>
              <a:gd name="connsiteY37313" fmla="*/ 597048 h 4489084"/>
              <a:gd name="connsiteX37314" fmla="*/ 2873594 w 5158787"/>
              <a:gd name="connsiteY37314" fmla="*/ 598588 h 4489084"/>
              <a:gd name="connsiteX37315" fmla="*/ 2862638 w 5158787"/>
              <a:gd name="connsiteY37315" fmla="*/ 617540 h 4489084"/>
              <a:gd name="connsiteX37316" fmla="*/ 2861276 w 5158787"/>
              <a:gd name="connsiteY37316" fmla="*/ 618310 h 4489084"/>
              <a:gd name="connsiteX37317" fmla="*/ 2839422 w 5158787"/>
              <a:gd name="connsiteY37317" fmla="*/ 618310 h 4489084"/>
              <a:gd name="connsiteX37318" fmla="*/ 2838059 w 5158787"/>
              <a:gd name="connsiteY37318" fmla="*/ 617540 h 4489084"/>
              <a:gd name="connsiteX37319" fmla="*/ 2827162 w 5158787"/>
              <a:gd name="connsiteY37319" fmla="*/ 598588 h 4489084"/>
              <a:gd name="connsiteX37320" fmla="*/ 2827162 w 5158787"/>
              <a:gd name="connsiteY37320" fmla="*/ 597048 h 4489084"/>
              <a:gd name="connsiteX37321" fmla="*/ 2838119 w 5158787"/>
              <a:gd name="connsiteY37321" fmla="*/ 578096 h 4489084"/>
              <a:gd name="connsiteX37322" fmla="*/ 2839481 w 5158787"/>
              <a:gd name="connsiteY37322" fmla="*/ 577326 h 4489084"/>
              <a:gd name="connsiteX37323" fmla="*/ 4935871 w 5158787"/>
              <a:gd name="connsiteY37323" fmla="*/ 577148 h 4489084"/>
              <a:gd name="connsiteX37324" fmla="*/ 4957962 w 5158787"/>
              <a:gd name="connsiteY37324" fmla="*/ 577148 h 4489084"/>
              <a:gd name="connsiteX37325" fmla="*/ 4959324 w 5158787"/>
              <a:gd name="connsiteY37325" fmla="*/ 577918 h 4489084"/>
              <a:gd name="connsiteX37326" fmla="*/ 4970340 w 5158787"/>
              <a:gd name="connsiteY37326" fmla="*/ 597048 h 4489084"/>
              <a:gd name="connsiteX37327" fmla="*/ 4970340 w 5158787"/>
              <a:gd name="connsiteY37327" fmla="*/ 598587 h 4489084"/>
              <a:gd name="connsiteX37328" fmla="*/ 4959265 w 5158787"/>
              <a:gd name="connsiteY37328" fmla="*/ 617717 h 4489084"/>
              <a:gd name="connsiteX37329" fmla="*/ 4957903 w 5158787"/>
              <a:gd name="connsiteY37329" fmla="*/ 618487 h 4489084"/>
              <a:gd name="connsiteX37330" fmla="*/ 4935812 w 5158787"/>
              <a:gd name="connsiteY37330" fmla="*/ 618487 h 4489084"/>
              <a:gd name="connsiteX37331" fmla="*/ 4934450 w 5158787"/>
              <a:gd name="connsiteY37331" fmla="*/ 617717 h 4489084"/>
              <a:gd name="connsiteX37332" fmla="*/ 4923434 w 5158787"/>
              <a:gd name="connsiteY37332" fmla="*/ 598587 h 4489084"/>
              <a:gd name="connsiteX37333" fmla="*/ 4923434 w 5158787"/>
              <a:gd name="connsiteY37333" fmla="*/ 597048 h 4489084"/>
              <a:gd name="connsiteX37334" fmla="*/ 4934509 w 5158787"/>
              <a:gd name="connsiteY37334" fmla="*/ 577918 h 4489084"/>
              <a:gd name="connsiteX37335" fmla="*/ 4935871 w 5158787"/>
              <a:gd name="connsiteY37335" fmla="*/ 577148 h 4489084"/>
              <a:gd name="connsiteX37336" fmla="*/ 2974455 w 5158787"/>
              <a:gd name="connsiteY37336" fmla="*/ 576911 h 4489084"/>
              <a:gd name="connsiteX37337" fmla="*/ 2996782 w 5158787"/>
              <a:gd name="connsiteY37337" fmla="*/ 576911 h 4489084"/>
              <a:gd name="connsiteX37338" fmla="*/ 2998145 w 5158787"/>
              <a:gd name="connsiteY37338" fmla="*/ 577681 h 4489084"/>
              <a:gd name="connsiteX37339" fmla="*/ 3009279 w 5158787"/>
              <a:gd name="connsiteY37339" fmla="*/ 596988 h 4489084"/>
              <a:gd name="connsiteX37340" fmla="*/ 3009279 w 5158787"/>
              <a:gd name="connsiteY37340" fmla="*/ 598587 h 4489084"/>
              <a:gd name="connsiteX37341" fmla="*/ 2998145 w 5158787"/>
              <a:gd name="connsiteY37341" fmla="*/ 617895 h 4489084"/>
              <a:gd name="connsiteX37342" fmla="*/ 2996782 w 5158787"/>
              <a:gd name="connsiteY37342" fmla="*/ 618665 h 4489084"/>
              <a:gd name="connsiteX37343" fmla="*/ 2974455 w 5158787"/>
              <a:gd name="connsiteY37343" fmla="*/ 618665 h 4489084"/>
              <a:gd name="connsiteX37344" fmla="*/ 2973092 w 5158787"/>
              <a:gd name="connsiteY37344" fmla="*/ 617895 h 4489084"/>
              <a:gd name="connsiteX37345" fmla="*/ 2961958 w 5158787"/>
              <a:gd name="connsiteY37345" fmla="*/ 598587 h 4489084"/>
              <a:gd name="connsiteX37346" fmla="*/ 2961958 w 5158787"/>
              <a:gd name="connsiteY37346" fmla="*/ 596988 h 4489084"/>
              <a:gd name="connsiteX37347" fmla="*/ 2973092 w 5158787"/>
              <a:gd name="connsiteY37347" fmla="*/ 577681 h 4489084"/>
              <a:gd name="connsiteX37348" fmla="*/ 2974455 w 5158787"/>
              <a:gd name="connsiteY37348" fmla="*/ 576911 h 4489084"/>
              <a:gd name="connsiteX37349" fmla="*/ 2906050 w 5158787"/>
              <a:gd name="connsiteY37349" fmla="*/ 575490 h 4489084"/>
              <a:gd name="connsiteX37350" fmla="*/ 2929917 w 5158787"/>
              <a:gd name="connsiteY37350" fmla="*/ 575490 h 4489084"/>
              <a:gd name="connsiteX37351" fmla="*/ 2931398 w 5158787"/>
              <a:gd name="connsiteY37351" fmla="*/ 576319 h 4489084"/>
              <a:gd name="connsiteX37352" fmla="*/ 2943302 w 5158787"/>
              <a:gd name="connsiteY37352" fmla="*/ 596989 h 4489084"/>
              <a:gd name="connsiteX37353" fmla="*/ 2943302 w 5158787"/>
              <a:gd name="connsiteY37353" fmla="*/ 598647 h 4489084"/>
              <a:gd name="connsiteX37354" fmla="*/ 2931398 w 5158787"/>
              <a:gd name="connsiteY37354" fmla="*/ 619317 h 4489084"/>
              <a:gd name="connsiteX37355" fmla="*/ 2929917 w 5158787"/>
              <a:gd name="connsiteY37355" fmla="*/ 620146 h 4489084"/>
              <a:gd name="connsiteX37356" fmla="*/ 2906050 w 5158787"/>
              <a:gd name="connsiteY37356" fmla="*/ 620146 h 4489084"/>
              <a:gd name="connsiteX37357" fmla="*/ 2904569 w 5158787"/>
              <a:gd name="connsiteY37357" fmla="*/ 619317 h 4489084"/>
              <a:gd name="connsiteX37358" fmla="*/ 2892665 w 5158787"/>
              <a:gd name="connsiteY37358" fmla="*/ 598647 h 4489084"/>
              <a:gd name="connsiteX37359" fmla="*/ 2892665 w 5158787"/>
              <a:gd name="connsiteY37359" fmla="*/ 596989 h 4489084"/>
              <a:gd name="connsiteX37360" fmla="*/ 2904569 w 5158787"/>
              <a:gd name="connsiteY37360" fmla="*/ 576319 h 4489084"/>
              <a:gd name="connsiteX37361" fmla="*/ 2906050 w 5158787"/>
              <a:gd name="connsiteY37361" fmla="*/ 575490 h 4489084"/>
              <a:gd name="connsiteX37362" fmla="*/ 4867289 w 5158787"/>
              <a:gd name="connsiteY37362" fmla="*/ 575253 h 4489084"/>
              <a:gd name="connsiteX37363" fmla="*/ 4891334 w 5158787"/>
              <a:gd name="connsiteY37363" fmla="*/ 575253 h 4489084"/>
              <a:gd name="connsiteX37364" fmla="*/ 4892814 w 5158787"/>
              <a:gd name="connsiteY37364" fmla="*/ 576082 h 4489084"/>
              <a:gd name="connsiteX37365" fmla="*/ 4904837 w 5158787"/>
              <a:gd name="connsiteY37365" fmla="*/ 596929 h 4489084"/>
              <a:gd name="connsiteX37366" fmla="*/ 4904837 w 5158787"/>
              <a:gd name="connsiteY37366" fmla="*/ 598647 h 4489084"/>
              <a:gd name="connsiteX37367" fmla="*/ 4892814 w 5158787"/>
              <a:gd name="connsiteY37367" fmla="*/ 619494 h 4489084"/>
              <a:gd name="connsiteX37368" fmla="*/ 4891334 w 5158787"/>
              <a:gd name="connsiteY37368" fmla="*/ 620323 h 4489084"/>
              <a:gd name="connsiteX37369" fmla="*/ 4867289 w 5158787"/>
              <a:gd name="connsiteY37369" fmla="*/ 620323 h 4489084"/>
              <a:gd name="connsiteX37370" fmla="*/ 4865808 w 5158787"/>
              <a:gd name="connsiteY37370" fmla="*/ 619494 h 4489084"/>
              <a:gd name="connsiteX37371" fmla="*/ 4853785 w 5158787"/>
              <a:gd name="connsiteY37371" fmla="*/ 598647 h 4489084"/>
              <a:gd name="connsiteX37372" fmla="*/ 4853785 w 5158787"/>
              <a:gd name="connsiteY37372" fmla="*/ 596929 h 4489084"/>
              <a:gd name="connsiteX37373" fmla="*/ 4865808 w 5158787"/>
              <a:gd name="connsiteY37373" fmla="*/ 576082 h 4489084"/>
              <a:gd name="connsiteX37374" fmla="*/ 4867289 w 5158787"/>
              <a:gd name="connsiteY37374" fmla="*/ 575253 h 4489084"/>
              <a:gd name="connsiteX37375" fmla="*/ 4799357 w 5158787"/>
              <a:gd name="connsiteY37375" fmla="*/ 574720 h 4489084"/>
              <a:gd name="connsiteX37376" fmla="*/ 4823995 w 5158787"/>
              <a:gd name="connsiteY37376" fmla="*/ 574720 h 4489084"/>
              <a:gd name="connsiteX37377" fmla="*/ 4825476 w 5158787"/>
              <a:gd name="connsiteY37377" fmla="*/ 575608 h 4489084"/>
              <a:gd name="connsiteX37378" fmla="*/ 4837795 w 5158787"/>
              <a:gd name="connsiteY37378" fmla="*/ 596929 h 4489084"/>
              <a:gd name="connsiteX37379" fmla="*/ 4837795 w 5158787"/>
              <a:gd name="connsiteY37379" fmla="*/ 598647 h 4489084"/>
              <a:gd name="connsiteX37380" fmla="*/ 4825476 w 5158787"/>
              <a:gd name="connsiteY37380" fmla="*/ 619968 h 4489084"/>
              <a:gd name="connsiteX37381" fmla="*/ 4823995 w 5158787"/>
              <a:gd name="connsiteY37381" fmla="*/ 620856 h 4489084"/>
              <a:gd name="connsiteX37382" fmla="*/ 4799357 w 5158787"/>
              <a:gd name="connsiteY37382" fmla="*/ 620856 h 4489084"/>
              <a:gd name="connsiteX37383" fmla="*/ 4797877 w 5158787"/>
              <a:gd name="connsiteY37383" fmla="*/ 619968 h 4489084"/>
              <a:gd name="connsiteX37384" fmla="*/ 4785558 w 5158787"/>
              <a:gd name="connsiteY37384" fmla="*/ 598647 h 4489084"/>
              <a:gd name="connsiteX37385" fmla="*/ 4785558 w 5158787"/>
              <a:gd name="connsiteY37385" fmla="*/ 596929 h 4489084"/>
              <a:gd name="connsiteX37386" fmla="*/ 4797877 w 5158787"/>
              <a:gd name="connsiteY37386" fmla="*/ 575608 h 4489084"/>
              <a:gd name="connsiteX37387" fmla="*/ 4799357 w 5158787"/>
              <a:gd name="connsiteY37387" fmla="*/ 574720 h 4489084"/>
              <a:gd name="connsiteX37388" fmla="*/ 4731663 w 5158787"/>
              <a:gd name="connsiteY37388" fmla="*/ 574542 h 4489084"/>
              <a:gd name="connsiteX37389" fmla="*/ 4756478 w 5158787"/>
              <a:gd name="connsiteY37389" fmla="*/ 574542 h 4489084"/>
              <a:gd name="connsiteX37390" fmla="*/ 4758018 w 5158787"/>
              <a:gd name="connsiteY37390" fmla="*/ 575430 h 4489084"/>
              <a:gd name="connsiteX37391" fmla="*/ 4770455 w 5158787"/>
              <a:gd name="connsiteY37391" fmla="*/ 596929 h 4489084"/>
              <a:gd name="connsiteX37392" fmla="*/ 4770455 w 5158787"/>
              <a:gd name="connsiteY37392" fmla="*/ 598706 h 4489084"/>
              <a:gd name="connsiteX37393" fmla="*/ 4758018 w 5158787"/>
              <a:gd name="connsiteY37393" fmla="*/ 620204 h 4489084"/>
              <a:gd name="connsiteX37394" fmla="*/ 4756478 w 5158787"/>
              <a:gd name="connsiteY37394" fmla="*/ 621093 h 4489084"/>
              <a:gd name="connsiteX37395" fmla="*/ 4731663 w 5158787"/>
              <a:gd name="connsiteY37395" fmla="*/ 621093 h 4489084"/>
              <a:gd name="connsiteX37396" fmla="*/ 4730123 w 5158787"/>
              <a:gd name="connsiteY37396" fmla="*/ 620204 h 4489084"/>
              <a:gd name="connsiteX37397" fmla="*/ 4717686 w 5158787"/>
              <a:gd name="connsiteY37397" fmla="*/ 598706 h 4489084"/>
              <a:gd name="connsiteX37398" fmla="*/ 4717686 w 5158787"/>
              <a:gd name="connsiteY37398" fmla="*/ 596929 h 4489084"/>
              <a:gd name="connsiteX37399" fmla="*/ 4730123 w 5158787"/>
              <a:gd name="connsiteY37399" fmla="*/ 575430 h 4489084"/>
              <a:gd name="connsiteX37400" fmla="*/ 4731663 w 5158787"/>
              <a:gd name="connsiteY37400" fmla="*/ 574542 h 4489084"/>
              <a:gd name="connsiteX37401" fmla="*/ 5012331 w 5158787"/>
              <a:gd name="connsiteY37401" fmla="*/ 535039 h 4489084"/>
              <a:gd name="connsiteX37402" fmla="*/ 5016773 w 5158787"/>
              <a:gd name="connsiteY37402" fmla="*/ 535039 h 4489084"/>
              <a:gd name="connsiteX37403" fmla="*/ 5017068 w 5158787"/>
              <a:gd name="connsiteY37403" fmla="*/ 535217 h 4489084"/>
              <a:gd name="connsiteX37404" fmla="*/ 5019260 w 5158787"/>
              <a:gd name="connsiteY37404" fmla="*/ 539066 h 4489084"/>
              <a:gd name="connsiteX37405" fmla="*/ 5019260 w 5158787"/>
              <a:gd name="connsiteY37405" fmla="*/ 539362 h 4489084"/>
              <a:gd name="connsiteX37406" fmla="*/ 5017068 w 5158787"/>
              <a:gd name="connsiteY37406" fmla="*/ 543212 h 4489084"/>
              <a:gd name="connsiteX37407" fmla="*/ 5016773 w 5158787"/>
              <a:gd name="connsiteY37407" fmla="*/ 543390 h 4489084"/>
              <a:gd name="connsiteX37408" fmla="*/ 5012331 w 5158787"/>
              <a:gd name="connsiteY37408" fmla="*/ 543390 h 4489084"/>
              <a:gd name="connsiteX37409" fmla="*/ 5012034 w 5158787"/>
              <a:gd name="connsiteY37409" fmla="*/ 543212 h 4489084"/>
              <a:gd name="connsiteX37410" fmla="*/ 5009843 w 5158787"/>
              <a:gd name="connsiteY37410" fmla="*/ 539362 h 4489084"/>
              <a:gd name="connsiteX37411" fmla="*/ 5009843 w 5158787"/>
              <a:gd name="connsiteY37411" fmla="*/ 539066 h 4489084"/>
              <a:gd name="connsiteX37412" fmla="*/ 5012034 w 5158787"/>
              <a:gd name="connsiteY37412" fmla="*/ 535217 h 4489084"/>
              <a:gd name="connsiteX37413" fmla="*/ 5012331 w 5158787"/>
              <a:gd name="connsiteY37413" fmla="*/ 535039 h 4489084"/>
              <a:gd name="connsiteX37414" fmla="*/ 682739 w 5158787"/>
              <a:gd name="connsiteY37414" fmla="*/ 532670 h 4489084"/>
              <a:gd name="connsiteX37415" fmla="*/ 689669 w 5158787"/>
              <a:gd name="connsiteY37415" fmla="*/ 532670 h 4489084"/>
              <a:gd name="connsiteX37416" fmla="*/ 690083 w 5158787"/>
              <a:gd name="connsiteY37416" fmla="*/ 532907 h 4489084"/>
              <a:gd name="connsiteX37417" fmla="*/ 693578 w 5158787"/>
              <a:gd name="connsiteY37417" fmla="*/ 538948 h 4489084"/>
              <a:gd name="connsiteX37418" fmla="*/ 693578 w 5158787"/>
              <a:gd name="connsiteY37418" fmla="*/ 539422 h 4489084"/>
              <a:gd name="connsiteX37419" fmla="*/ 690083 w 5158787"/>
              <a:gd name="connsiteY37419" fmla="*/ 545463 h 4489084"/>
              <a:gd name="connsiteX37420" fmla="*/ 689669 w 5158787"/>
              <a:gd name="connsiteY37420" fmla="*/ 545700 h 4489084"/>
              <a:gd name="connsiteX37421" fmla="*/ 682739 w 5158787"/>
              <a:gd name="connsiteY37421" fmla="*/ 545700 h 4489084"/>
              <a:gd name="connsiteX37422" fmla="*/ 682325 w 5158787"/>
              <a:gd name="connsiteY37422" fmla="*/ 545463 h 4489084"/>
              <a:gd name="connsiteX37423" fmla="*/ 678831 w 5158787"/>
              <a:gd name="connsiteY37423" fmla="*/ 539422 h 4489084"/>
              <a:gd name="connsiteX37424" fmla="*/ 678831 w 5158787"/>
              <a:gd name="connsiteY37424" fmla="*/ 538948 h 4489084"/>
              <a:gd name="connsiteX37425" fmla="*/ 682325 w 5158787"/>
              <a:gd name="connsiteY37425" fmla="*/ 532907 h 4489084"/>
              <a:gd name="connsiteX37426" fmla="*/ 682739 w 5158787"/>
              <a:gd name="connsiteY37426" fmla="*/ 532670 h 4489084"/>
              <a:gd name="connsiteX37427" fmla="*/ 411904 w 5158787"/>
              <a:gd name="connsiteY37427" fmla="*/ 532137 h 4489084"/>
              <a:gd name="connsiteX37428" fmla="*/ 419425 w 5158787"/>
              <a:gd name="connsiteY37428" fmla="*/ 532137 h 4489084"/>
              <a:gd name="connsiteX37429" fmla="*/ 419899 w 5158787"/>
              <a:gd name="connsiteY37429" fmla="*/ 532374 h 4489084"/>
              <a:gd name="connsiteX37430" fmla="*/ 423630 w 5158787"/>
              <a:gd name="connsiteY37430" fmla="*/ 538889 h 4489084"/>
              <a:gd name="connsiteX37431" fmla="*/ 423630 w 5158787"/>
              <a:gd name="connsiteY37431" fmla="*/ 539422 h 4489084"/>
              <a:gd name="connsiteX37432" fmla="*/ 419899 w 5158787"/>
              <a:gd name="connsiteY37432" fmla="*/ 545937 h 4489084"/>
              <a:gd name="connsiteX37433" fmla="*/ 419425 w 5158787"/>
              <a:gd name="connsiteY37433" fmla="*/ 546173 h 4489084"/>
              <a:gd name="connsiteX37434" fmla="*/ 411904 w 5158787"/>
              <a:gd name="connsiteY37434" fmla="*/ 546173 h 4489084"/>
              <a:gd name="connsiteX37435" fmla="*/ 411430 w 5158787"/>
              <a:gd name="connsiteY37435" fmla="*/ 545937 h 4489084"/>
              <a:gd name="connsiteX37436" fmla="*/ 407699 w 5158787"/>
              <a:gd name="connsiteY37436" fmla="*/ 539422 h 4489084"/>
              <a:gd name="connsiteX37437" fmla="*/ 407699 w 5158787"/>
              <a:gd name="connsiteY37437" fmla="*/ 538889 h 4489084"/>
              <a:gd name="connsiteX37438" fmla="*/ 411430 w 5158787"/>
              <a:gd name="connsiteY37438" fmla="*/ 532374 h 4489084"/>
              <a:gd name="connsiteX37439" fmla="*/ 411904 w 5158787"/>
              <a:gd name="connsiteY37439" fmla="*/ 532137 h 4489084"/>
              <a:gd name="connsiteX37440" fmla="*/ 4131535 w 5158787"/>
              <a:gd name="connsiteY37440" fmla="*/ 531959 h 4489084"/>
              <a:gd name="connsiteX37441" fmla="*/ 4139235 w 5158787"/>
              <a:gd name="connsiteY37441" fmla="*/ 531959 h 4489084"/>
              <a:gd name="connsiteX37442" fmla="*/ 4139708 w 5158787"/>
              <a:gd name="connsiteY37442" fmla="*/ 532255 h 4489084"/>
              <a:gd name="connsiteX37443" fmla="*/ 4143558 w 5158787"/>
              <a:gd name="connsiteY37443" fmla="*/ 538948 h 4489084"/>
              <a:gd name="connsiteX37444" fmla="*/ 4143558 w 5158787"/>
              <a:gd name="connsiteY37444" fmla="*/ 539481 h 4489084"/>
              <a:gd name="connsiteX37445" fmla="*/ 4139708 w 5158787"/>
              <a:gd name="connsiteY37445" fmla="*/ 546173 h 4489084"/>
              <a:gd name="connsiteX37446" fmla="*/ 4139235 w 5158787"/>
              <a:gd name="connsiteY37446" fmla="*/ 546469 h 4489084"/>
              <a:gd name="connsiteX37447" fmla="*/ 4131535 w 5158787"/>
              <a:gd name="connsiteY37447" fmla="*/ 546469 h 4489084"/>
              <a:gd name="connsiteX37448" fmla="*/ 4131061 w 5158787"/>
              <a:gd name="connsiteY37448" fmla="*/ 546173 h 4489084"/>
              <a:gd name="connsiteX37449" fmla="*/ 4127212 w 5158787"/>
              <a:gd name="connsiteY37449" fmla="*/ 539481 h 4489084"/>
              <a:gd name="connsiteX37450" fmla="*/ 4127212 w 5158787"/>
              <a:gd name="connsiteY37450" fmla="*/ 538948 h 4489084"/>
              <a:gd name="connsiteX37451" fmla="*/ 4131061 w 5158787"/>
              <a:gd name="connsiteY37451" fmla="*/ 532255 h 4489084"/>
              <a:gd name="connsiteX37452" fmla="*/ 4131535 w 5158787"/>
              <a:gd name="connsiteY37452" fmla="*/ 531959 h 4489084"/>
              <a:gd name="connsiteX37453" fmla="*/ 5264 w 5158787"/>
              <a:gd name="connsiteY37453" fmla="*/ 530479 h 4489084"/>
              <a:gd name="connsiteX37454" fmla="*/ 14563 w 5158787"/>
              <a:gd name="connsiteY37454" fmla="*/ 530479 h 4489084"/>
              <a:gd name="connsiteX37455" fmla="*/ 15155 w 5158787"/>
              <a:gd name="connsiteY37455" fmla="*/ 530834 h 4489084"/>
              <a:gd name="connsiteX37456" fmla="*/ 19775 w 5158787"/>
              <a:gd name="connsiteY37456" fmla="*/ 538889 h 4489084"/>
              <a:gd name="connsiteX37457" fmla="*/ 19775 w 5158787"/>
              <a:gd name="connsiteY37457" fmla="*/ 539540 h 4489084"/>
              <a:gd name="connsiteX37458" fmla="*/ 15155 w 5158787"/>
              <a:gd name="connsiteY37458" fmla="*/ 547595 h 4489084"/>
              <a:gd name="connsiteX37459" fmla="*/ 14563 w 5158787"/>
              <a:gd name="connsiteY37459" fmla="*/ 547950 h 4489084"/>
              <a:gd name="connsiteX37460" fmla="*/ 5264 w 5158787"/>
              <a:gd name="connsiteY37460" fmla="*/ 547950 h 4489084"/>
              <a:gd name="connsiteX37461" fmla="*/ 4672 w 5158787"/>
              <a:gd name="connsiteY37461" fmla="*/ 547595 h 4489084"/>
              <a:gd name="connsiteX37462" fmla="*/ 53 w 5158787"/>
              <a:gd name="connsiteY37462" fmla="*/ 539540 h 4489084"/>
              <a:gd name="connsiteX37463" fmla="*/ 53 w 5158787"/>
              <a:gd name="connsiteY37463" fmla="*/ 538889 h 4489084"/>
              <a:gd name="connsiteX37464" fmla="*/ 4672 w 5158787"/>
              <a:gd name="connsiteY37464" fmla="*/ 530834 h 4489084"/>
              <a:gd name="connsiteX37465" fmla="*/ 5264 w 5158787"/>
              <a:gd name="connsiteY37465" fmla="*/ 530479 h 4489084"/>
              <a:gd name="connsiteX37466" fmla="*/ 4467520 w 5158787"/>
              <a:gd name="connsiteY37466" fmla="*/ 527932 h 4489084"/>
              <a:gd name="connsiteX37467" fmla="*/ 4479542 w 5158787"/>
              <a:gd name="connsiteY37467" fmla="*/ 527932 h 4489084"/>
              <a:gd name="connsiteX37468" fmla="*/ 4480253 w 5158787"/>
              <a:gd name="connsiteY37468" fmla="*/ 528347 h 4489084"/>
              <a:gd name="connsiteX37469" fmla="*/ 4486234 w 5158787"/>
              <a:gd name="connsiteY37469" fmla="*/ 538770 h 4489084"/>
              <a:gd name="connsiteX37470" fmla="*/ 4486234 w 5158787"/>
              <a:gd name="connsiteY37470" fmla="*/ 539599 h 4489084"/>
              <a:gd name="connsiteX37471" fmla="*/ 4480193 w 5158787"/>
              <a:gd name="connsiteY37471" fmla="*/ 550023 h 4489084"/>
              <a:gd name="connsiteX37472" fmla="*/ 4479483 w 5158787"/>
              <a:gd name="connsiteY37472" fmla="*/ 550437 h 4489084"/>
              <a:gd name="connsiteX37473" fmla="*/ 4467461 w 5158787"/>
              <a:gd name="connsiteY37473" fmla="*/ 550437 h 4489084"/>
              <a:gd name="connsiteX37474" fmla="*/ 4466750 w 5158787"/>
              <a:gd name="connsiteY37474" fmla="*/ 550023 h 4489084"/>
              <a:gd name="connsiteX37475" fmla="*/ 4460768 w 5158787"/>
              <a:gd name="connsiteY37475" fmla="*/ 539599 h 4489084"/>
              <a:gd name="connsiteX37476" fmla="*/ 4460768 w 5158787"/>
              <a:gd name="connsiteY37476" fmla="*/ 538770 h 4489084"/>
              <a:gd name="connsiteX37477" fmla="*/ 4466809 w 5158787"/>
              <a:gd name="connsiteY37477" fmla="*/ 528347 h 4489084"/>
              <a:gd name="connsiteX37478" fmla="*/ 4467520 w 5158787"/>
              <a:gd name="connsiteY37478" fmla="*/ 527932 h 4489084"/>
              <a:gd name="connsiteX37479" fmla="*/ 3858566 w 5158787"/>
              <a:gd name="connsiteY37479" fmla="*/ 527399 h 4489084"/>
              <a:gd name="connsiteX37480" fmla="*/ 3871122 w 5158787"/>
              <a:gd name="connsiteY37480" fmla="*/ 527399 h 4489084"/>
              <a:gd name="connsiteX37481" fmla="*/ 3871892 w 5158787"/>
              <a:gd name="connsiteY37481" fmla="*/ 527873 h 4489084"/>
              <a:gd name="connsiteX37482" fmla="*/ 3878170 w 5158787"/>
              <a:gd name="connsiteY37482" fmla="*/ 538770 h 4489084"/>
              <a:gd name="connsiteX37483" fmla="*/ 3878170 w 5158787"/>
              <a:gd name="connsiteY37483" fmla="*/ 539659 h 4489084"/>
              <a:gd name="connsiteX37484" fmla="*/ 3871892 w 5158787"/>
              <a:gd name="connsiteY37484" fmla="*/ 550556 h 4489084"/>
              <a:gd name="connsiteX37485" fmla="*/ 3871122 w 5158787"/>
              <a:gd name="connsiteY37485" fmla="*/ 551030 h 4489084"/>
              <a:gd name="connsiteX37486" fmla="*/ 3858566 w 5158787"/>
              <a:gd name="connsiteY37486" fmla="*/ 551030 h 4489084"/>
              <a:gd name="connsiteX37487" fmla="*/ 3857797 w 5158787"/>
              <a:gd name="connsiteY37487" fmla="*/ 550556 h 4489084"/>
              <a:gd name="connsiteX37488" fmla="*/ 3851519 w 5158787"/>
              <a:gd name="connsiteY37488" fmla="*/ 539659 h 4489084"/>
              <a:gd name="connsiteX37489" fmla="*/ 3851519 w 5158787"/>
              <a:gd name="connsiteY37489" fmla="*/ 538770 h 4489084"/>
              <a:gd name="connsiteX37490" fmla="*/ 3857797 w 5158787"/>
              <a:gd name="connsiteY37490" fmla="*/ 527873 h 4489084"/>
              <a:gd name="connsiteX37491" fmla="*/ 3858566 w 5158787"/>
              <a:gd name="connsiteY37491" fmla="*/ 527399 h 4489084"/>
              <a:gd name="connsiteX37492" fmla="*/ 4399054 w 5158787"/>
              <a:gd name="connsiteY37492" fmla="*/ 526392 h 4489084"/>
              <a:gd name="connsiteX37493" fmla="*/ 4412736 w 5158787"/>
              <a:gd name="connsiteY37493" fmla="*/ 526392 h 4489084"/>
              <a:gd name="connsiteX37494" fmla="*/ 4413564 w 5158787"/>
              <a:gd name="connsiteY37494" fmla="*/ 526866 h 4489084"/>
              <a:gd name="connsiteX37495" fmla="*/ 4420375 w 5158787"/>
              <a:gd name="connsiteY37495" fmla="*/ 538711 h 4489084"/>
              <a:gd name="connsiteX37496" fmla="*/ 4420375 w 5158787"/>
              <a:gd name="connsiteY37496" fmla="*/ 539659 h 4489084"/>
              <a:gd name="connsiteX37497" fmla="*/ 4413506 w 5158787"/>
              <a:gd name="connsiteY37497" fmla="*/ 551504 h 4489084"/>
              <a:gd name="connsiteX37498" fmla="*/ 4412676 w 5158787"/>
              <a:gd name="connsiteY37498" fmla="*/ 551977 h 4489084"/>
              <a:gd name="connsiteX37499" fmla="*/ 4398995 w 5158787"/>
              <a:gd name="connsiteY37499" fmla="*/ 551977 h 4489084"/>
              <a:gd name="connsiteX37500" fmla="*/ 4398166 w 5158787"/>
              <a:gd name="connsiteY37500" fmla="*/ 551504 h 4489084"/>
              <a:gd name="connsiteX37501" fmla="*/ 4391355 w 5158787"/>
              <a:gd name="connsiteY37501" fmla="*/ 539659 h 4489084"/>
              <a:gd name="connsiteX37502" fmla="*/ 4391355 w 5158787"/>
              <a:gd name="connsiteY37502" fmla="*/ 538711 h 4489084"/>
              <a:gd name="connsiteX37503" fmla="*/ 4398225 w 5158787"/>
              <a:gd name="connsiteY37503" fmla="*/ 526866 h 4489084"/>
              <a:gd name="connsiteX37504" fmla="*/ 4399054 w 5158787"/>
              <a:gd name="connsiteY37504" fmla="*/ 526392 h 4489084"/>
              <a:gd name="connsiteX37505" fmla="*/ 70411 w 5158787"/>
              <a:gd name="connsiteY37505" fmla="*/ 525859 h 4489084"/>
              <a:gd name="connsiteX37506" fmla="*/ 84626 w 5158787"/>
              <a:gd name="connsiteY37506" fmla="*/ 525859 h 4489084"/>
              <a:gd name="connsiteX37507" fmla="*/ 85514 w 5158787"/>
              <a:gd name="connsiteY37507" fmla="*/ 526392 h 4489084"/>
              <a:gd name="connsiteX37508" fmla="*/ 92621 w 5158787"/>
              <a:gd name="connsiteY37508" fmla="*/ 538711 h 4489084"/>
              <a:gd name="connsiteX37509" fmla="*/ 92621 w 5158787"/>
              <a:gd name="connsiteY37509" fmla="*/ 539718 h 4489084"/>
              <a:gd name="connsiteX37510" fmla="*/ 85514 w 5158787"/>
              <a:gd name="connsiteY37510" fmla="*/ 552037 h 4489084"/>
              <a:gd name="connsiteX37511" fmla="*/ 84626 w 5158787"/>
              <a:gd name="connsiteY37511" fmla="*/ 552570 h 4489084"/>
              <a:gd name="connsiteX37512" fmla="*/ 70411 w 5158787"/>
              <a:gd name="connsiteY37512" fmla="*/ 552570 h 4489084"/>
              <a:gd name="connsiteX37513" fmla="*/ 69523 w 5158787"/>
              <a:gd name="connsiteY37513" fmla="*/ 552037 h 4489084"/>
              <a:gd name="connsiteX37514" fmla="*/ 62416 w 5158787"/>
              <a:gd name="connsiteY37514" fmla="*/ 539718 h 4489084"/>
              <a:gd name="connsiteX37515" fmla="*/ 62416 w 5158787"/>
              <a:gd name="connsiteY37515" fmla="*/ 538711 h 4489084"/>
              <a:gd name="connsiteX37516" fmla="*/ 69523 w 5158787"/>
              <a:gd name="connsiteY37516" fmla="*/ 526392 h 4489084"/>
              <a:gd name="connsiteX37517" fmla="*/ 70411 w 5158787"/>
              <a:gd name="connsiteY37517" fmla="*/ 525859 h 4489084"/>
              <a:gd name="connsiteX37518" fmla="*/ 4533910 w 5158787"/>
              <a:gd name="connsiteY37518" fmla="*/ 525622 h 4489084"/>
              <a:gd name="connsiteX37519" fmla="*/ 4548361 w 5158787"/>
              <a:gd name="connsiteY37519" fmla="*/ 525622 h 4489084"/>
              <a:gd name="connsiteX37520" fmla="*/ 4549249 w 5158787"/>
              <a:gd name="connsiteY37520" fmla="*/ 526155 h 4489084"/>
              <a:gd name="connsiteX37521" fmla="*/ 4556475 w 5158787"/>
              <a:gd name="connsiteY37521" fmla="*/ 538711 h 4489084"/>
              <a:gd name="connsiteX37522" fmla="*/ 4556475 w 5158787"/>
              <a:gd name="connsiteY37522" fmla="*/ 539718 h 4489084"/>
              <a:gd name="connsiteX37523" fmla="*/ 4549249 w 5158787"/>
              <a:gd name="connsiteY37523" fmla="*/ 552273 h 4489084"/>
              <a:gd name="connsiteX37524" fmla="*/ 4548361 w 5158787"/>
              <a:gd name="connsiteY37524" fmla="*/ 552806 h 4489084"/>
              <a:gd name="connsiteX37525" fmla="*/ 4533910 w 5158787"/>
              <a:gd name="connsiteY37525" fmla="*/ 552806 h 4489084"/>
              <a:gd name="connsiteX37526" fmla="*/ 4533022 w 5158787"/>
              <a:gd name="connsiteY37526" fmla="*/ 552273 h 4489084"/>
              <a:gd name="connsiteX37527" fmla="*/ 4525796 w 5158787"/>
              <a:gd name="connsiteY37527" fmla="*/ 539718 h 4489084"/>
              <a:gd name="connsiteX37528" fmla="*/ 4525796 w 5158787"/>
              <a:gd name="connsiteY37528" fmla="*/ 538711 h 4489084"/>
              <a:gd name="connsiteX37529" fmla="*/ 4533022 w 5158787"/>
              <a:gd name="connsiteY37529" fmla="*/ 526155 h 4489084"/>
              <a:gd name="connsiteX37530" fmla="*/ 4533910 w 5158787"/>
              <a:gd name="connsiteY37530" fmla="*/ 525622 h 4489084"/>
              <a:gd name="connsiteX37531" fmla="*/ 2707705 w 5158787"/>
              <a:gd name="connsiteY37531" fmla="*/ 525326 h 4489084"/>
              <a:gd name="connsiteX37532" fmla="*/ 2722511 w 5158787"/>
              <a:gd name="connsiteY37532" fmla="*/ 525326 h 4489084"/>
              <a:gd name="connsiteX37533" fmla="*/ 2723399 w 5158787"/>
              <a:gd name="connsiteY37533" fmla="*/ 525859 h 4489084"/>
              <a:gd name="connsiteX37534" fmla="*/ 2730803 w 5158787"/>
              <a:gd name="connsiteY37534" fmla="*/ 538652 h 4489084"/>
              <a:gd name="connsiteX37535" fmla="*/ 2730803 w 5158787"/>
              <a:gd name="connsiteY37535" fmla="*/ 539718 h 4489084"/>
              <a:gd name="connsiteX37536" fmla="*/ 2723399 w 5158787"/>
              <a:gd name="connsiteY37536" fmla="*/ 552510 h 4489084"/>
              <a:gd name="connsiteX37537" fmla="*/ 2722511 w 5158787"/>
              <a:gd name="connsiteY37537" fmla="*/ 553043 h 4489084"/>
              <a:gd name="connsiteX37538" fmla="*/ 2707705 w 5158787"/>
              <a:gd name="connsiteY37538" fmla="*/ 553043 h 4489084"/>
              <a:gd name="connsiteX37539" fmla="*/ 2706817 w 5158787"/>
              <a:gd name="connsiteY37539" fmla="*/ 552510 h 4489084"/>
              <a:gd name="connsiteX37540" fmla="*/ 2699413 w 5158787"/>
              <a:gd name="connsiteY37540" fmla="*/ 539718 h 4489084"/>
              <a:gd name="connsiteX37541" fmla="*/ 2699413 w 5158787"/>
              <a:gd name="connsiteY37541" fmla="*/ 538652 h 4489084"/>
              <a:gd name="connsiteX37542" fmla="*/ 2706817 w 5158787"/>
              <a:gd name="connsiteY37542" fmla="*/ 525859 h 4489084"/>
              <a:gd name="connsiteX37543" fmla="*/ 2707705 w 5158787"/>
              <a:gd name="connsiteY37543" fmla="*/ 525326 h 4489084"/>
              <a:gd name="connsiteX37544" fmla="*/ 4330708 w 5158787"/>
              <a:gd name="connsiteY37544" fmla="*/ 525030 h 4489084"/>
              <a:gd name="connsiteX37545" fmla="*/ 4345811 w 5158787"/>
              <a:gd name="connsiteY37545" fmla="*/ 525030 h 4489084"/>
              <a:gd name="connsiteX37546" fmla="*/ 4346759 w 5158787"/>
              <a:gd name="connsiteY37546" fmla="*/ 525563 h 4489084"/>
              <a:gd name="connsiteX37547" fmla="*/ 4354339 w 5158787"/>
              <a:gd name="connsiteY37547" fmla="*/ 538652 h 4489084"/>
              <a:gd name="connsiteX37548" fmla="*/ 4354339 w 5158787"/>
              <a:gd name="connsiteY37548" fmla="*/ 539718 h 4489084"/>
              <a:gd name="connsiteX37549" fmla="*/ 4346759 w 5158787"/>
              <a:gd name="connsiteY37549" fmla="*/ 552807 h 4489084"/>
              <a:gd name="connsiteX37550" fmla="*/ 4345811 w 5158787"/>
              <a:gd name="connsiteY37550" fmla="*/ 553340 h 4489084"/>
              <a:gd name="connsiteX37551" fmla="*/ 4330708 w 5158787"/>
              <a:gd name="connsiteY37551" fmla="*/ 553340 h 4489084"/>
              <a:gd name="connsiteX37552" fmla="*/ 4329761 w 5158787"/>
              <a:gd name="connsiteY37552" fmla="*/ 552807 h 4489084"/>
              <a:gd name="connsiteX37553" fmla="*/ 4322180 w 5158787"/>
              <a:gd name="connsiteY37553" fmla="*/ 539718 h 4489084"/>
              <a:gd name="connsiteX37554" fmla="*/ 4322180 w 5158787"/>
              <a:gd name="connsiteY37554" fmla="*/ 538652 h 4489084"/>
              <a:gd name="connsiteX37555" fmla="*/ 4329761 w 5158787"/>
              <a:gd name="connsiteY37555" fmla="*/ 525563 h 4489084"/>
              <a:gd name="connsiteX37556" fmla="*/ 4330708 w 5158787"/>
              <a:gd name="connsiteY37556" fmla="*/ 525030 h 4489084"/>
              <a:gd name="connsiteX37557" fmla="*/ 1084109 w 5158787"/>
              <a:gd name="connsiteY37557" fmla="*/ 524497 h 4489084"/>
              <a:gd name="connsiteX37558" fmla="*/ 1099803 w 5158787"/>
              <a:gd name="connsiteY37558" fmla="*/ 524497 h 4489084"/>
              <a:gd name="connsiteX37559" fmla="*/ 1100751 w 5158787"/>
              <a:gd name="connsiteY37559" fmla="*/ 525030 h 4489084"/>
              <a:gd name="connsiteX37560" fmla="*/ 1108569 w 5158787"/>
              <a:gd name="connsiteY37560" fmla="*/ 538593 h 4489084"/>
              <a:gd name="connsiteX37561" fmla="*/ 1108569 w 5158787"/>
              <a:gd name="connsiteY37561" fmla="*/ 539718 h 4489084"/>
              <a:gd name="connsiteX37562" fmla="*/ 1100751 w 5158787"/>
              <a:gd name="connsiteY37562" fmla="*/ 553280 h 4489084"/>
              <a:gd name="connsiteX37563" fmla="*/ 1099803 w 5158787"/>
              <a:gd name="connsiteY37563" fmla="*/ 553813 h 4489084"/>
              <a:gd name="connsiteX37564" fmla="*/ 1084109 w 5158787"/>
              <a:gd name="connsiteY37564" fmla="*/ 553813 h 4489084"/>
              <a:gd name="connsiteX37565" fmla="*/ 1083161 w 5158787"/>
              <a:gd name="connsiteY37565" fmla="*/ 553280 h 4489084"/>
              <a:gd name="connsiteX37566" fmla="*/ 1075343 w 5158787"/>
              <a:gd name="connsiteY37566" fmla="*/ 539718 h 4489084"/>
              <a:gd name="connsiteX37567" fmla="*/ 1075343 w 5158787"/>
              <a:gd name="connsiteY37567" fmla="*/ 538593 h 4489084"/>
              <a:gd name="connsiteX37568" fmla="*/ 1083161 w 5158787"/>
              <a:gd name="connsiteY37568" fmla="*/ 525030 h 4489084"/>
              <a:gd name="connsiteX37569" fmla="*/ 1084109 w 5158787"/>
              <a:gd name="connsiteY37569" fmla="*/ 524497 h 4489084"/>
              <a:gd name="connsiteX37570" fmla="*/ 4803563 w 5158787"/>
              <a:gd name="connsiteY37570" fmla="*/ 523964 h 4489084"/>
              <a:gd name="connsiteX37571" fmla="*/ 4819790 w 5158787"/>
              <a:gd name="connsiteY37571" fmla="*/ 523964 h 4489084"/>
              <a:gd name="connsiteX37572" fmla="*/ 4820797 w 5158787"/>
              <a:gd name="connsiteY37572" fmla="*/ 524556 h 4489084"/>
              <a:gd name="connsiteX37573" fmla="*/ 4828911 w 5158787"/>
              <a:gd name="connsiteY37573" fmla="*/ 538593 h 4489084"/>
              <a:gd name="connsiteX37574" fmla="*/ 4828911 w 5158787"/>
              <a:gd name="connsiteY37574" fmla="*/ 539718 h 4489084"/>
              <a:gd name="connsiteX37575" fmla="*/ 4820797 w 5158787"/>
              <a:gd name="connsiteY37575" fmla="*/ 553754 h 4489084"/>
              <a:gd name="connsiteX37576" fmla="*/ 4819790 w 5158787"/>
              <a:gd name="connsiteY37576" fmla="*/ 554347 h 4489084"/>
              <a:gd name="connsiteX37577" fmla="*/ 4803563 w 5158787"/>
              <a:gd name="connsiteY37577" fmla="*/ 554347 h 4489084"/>
              <a:gd name="connsiteX37578" fmla="*/ 4802556 w 5158787"/>
              <a:gd name="connsiteY37578" fmla="*/ 553754 h 4489084"/>
              <a:gd name="connsiteX37579" fmla="*/ 4794442 w 5158787"/>
              <a:gd name="connsiteY37579" fmla="*/ 539718 h 4489084"/>
              <a:gd name="connsiteX37580" fmla="*/ 4794442 w 5158787"/>
              <a:gd name="connsiteY37580" fmla="*/ 538593 h 4489084"/>
              <a:gd name="connsiteX37581" fmla="*/ 4802556 w 5158787"/>
              <a:gd name="connsiteY37581" fmla="*/ 524556 h 4489084"/>
              <a:gd name="connsiteX37582" fmla="*/ 4803563 w 5158787"/>
              <a:gd name="connsiteY37582" fmla="*/ 523964 h 4489084"/>
              <a:gd name="connsiteX37583" fmla="*/ 2774629 w 5158787"/>
              <a:gd name="connsiteY37583" fmla="*/ 523964 h 4489084"/>
              <a:gd name="connsiteX37584" fmla="*/ 2790857 w 5158787"/>
              <a:gd name="connsiteY37584" fmla="*/ 523964 h 4489084"/>
              <a:gd name="connsiteX37585" fmla="*/ 2791864 w 5158787"/>
              <a:gd name="connsiteY37585" fmla="*/ 524556 h 4489084"/>
              <a:gd name="connsiteX37586" fmla="*/ 2799978 w 5158787"/>
              <a:gd name="connsiteY37586" fmla="*/ 538593 h 4489084"/>
              <a:gd name="connsiteX37587" fmla="*/ 2799978 w 5158787"/>
              <a:gd name="connsiteY37587" fmla="*/ 539718 h 4489084"/>
              <a:gd name="connsiteX37588" fmla="*/ 2791864 w 5158787"/>
              <a:gd name="connsiteY37588" fmla="*/ 553754 h 4489084"/>
              <a:gd name="connsiteX37589" fmla="*/ 2790857 w 5158787"/>
              <a:gd name="connsiteY37589" fmla="*/ 554347 h 4489084"/>
              <a:gd name="connsiteX37590" fmla="*/ 2774629 w 5158787"/>
              <a:gd name="connsiteY37590" fmla="*/ 554347 h 4489084"/>
              <a:gd name="connsiteX37591" fmla="*/ 2773622 w 5158787"/>
              <a:gd name="connsiteY37591" fmla="*/ 553754 h 4489084"/>
              <a:gd name="connsiteX37592" fmla="*/ 2765509 w 5158787"/>
              <a:gd name="connsiteY37592" fmla="*/ 539718 h 4489084"/>
              <a:gd name="connsiteX37593" fmla="*/ 2765509 w 5158787"/>
              <a:gd name="connsiteY37593" fmla="*/ 538593 h 4489084"/>
              <a:gd name="connsiteX37594" fmla="*/ 2773622 w 5158787"/>
              <a:gd name="connsiteY37594" fmla="*/ 524556 h 4489084"/>
              <a:gd name="connsiteX37595" fmla="*/ 2774629 w 5158787"/>
              <a:gd name="connsiteY37595" fmla="*/ 523964 h 4489084"/>
              <a:gd name="connsiteX37596" fmla="*/ 136922 w 5158787"/>
              <a:gd name="connsiteY37596" fmla="*/ 523786 h 4489084"/>
              <a:gd name="connsiteX37597" fmla="*/ 153386 w 5158787"/>
              <a:gd name="connsiteY37597" fmla="*/ 523786 h 4489084"/>
              <a:gd name="connsiteX37598" fmla="*/ 154393 w 5158787"/>
              <a:gd name="connsiteY37598" fmla="*/ 524378 h 4489084"/>
              <a:gd name="connsiteX37599" fmla="*/ 162625 w 5158787"/>
              <a:gd name="connsiteY37599" fmla="*/ 538652 h 4489084"/>
              <a:gd name="connsiteX37600" fmla="*/ 162625 w 5158787"/>
              <a:gd name="connsiteY37600" fmla="*/ 539836 h 4489084"/>
              <a:gd name="connsiteX37601" fmla="*/ 154393 w 5158787"/>
              <a:gd name="connsiteY37601" fmla="*/ 554109 h 4489084"/>
              <a:gd name="connsiteX37602" fmla="*/ 153386 w 5158787"/>
              <a:gd name="connsiteY37602" fmla="*/ 554702 h 4489084"/>
              <a:gd name="connsiteX37603" fmla="*/ 136922 w 5158787"/>
              <a:gd name="connsiteY37603" fmla="*/ 554702 h 4489084"/>
              <a:gd name="connsiteX37604" fmla="*/ 135915 w 5158787"/>
              <a:gd name="connsiteY37604" fmla="*/ 554109 h 4489084"/>
              <a:gd name="connsiteX37605" fmla="*/ 127683 w 5158787"/>
              <a:gd name="connsiteY37605" fmla="*/ 539836 h 4489084"/>
              <a:gd name="connsiteX37606" fmla="*/ 127683 w 5158787"/>
              <a:gd name="connsiteY37606" fmla="*/ 538652 h 4489084"/>
              <a:gd name="connsiteX37607" fmla="*/ 135915 w 5158787"/>
              <a:gd name="connsiteY37607" fmla="*/ 524378 h 4489084"/>
              <a:gd name="connsiteX37608" fmla="*/ 136922 w 5158787"/>
              <a:gd name="connsiteY37608" fmla="*/ 523786 h 4489084"/>
              <a:gd name="connsiteX37609" fmla="*/ 3924189 w 5158787"/>
              <a:gd name="connsiteY37609" fmla="*/ 523668 h 4489084"/>
              <a:gd name="connsiteX37610" fmla="*/ 3940771 w 5158787"/>
              <a:gd name="connsiteY37610" fmla="*/ 523668 h 4489084"/>
              <a:gd name="connsiteX37611" fmla="*/ 3941778 w 5158787"/>
              <a:gd name="connsiteY37611" fmla="*/ 524260 h 4489084"/>
              <a:gd name="connsiteX37612" fmla="*/ 3950070 w 5158787"/>
              <a:gd name="connsiteY37612" fmla="*/ 538593 h 4489084"/>
              <a:gd name="connsiteX37613" fmla="*/ 3950070 w 5158787"/>
              <a:gd name="connsiteY37613" fmla="*/ 539777 h 4489084"/>
              <a:gd name="connsiteX37614" fmla="*/ 3941778 w 5158787"/>
              <a:gd name="connsiteY37614" fmla="*/ 554110 h 4489084"/>
              <a:gd name="connsiteX37615" fmla="*/ 3940771 w 5158787"/>
              <a:gd name="connsiteY37615" fmla="*/ 554702 h 4489084"/>
              <a:gd name="connsiteX37616" fmla="*/ 3924189 w 5158787"/>
              <a:gd name="connsiteY37616" fmla="*/ 554702 h 4489084"/>
              <a:gd name="connsiteX37617" fmla="*/ 3923182 w 5158787"/>
              <a:gd name="connsiteY37617" fmla="*/ 554110 h 4489084"/>
              <a:gd name="connsiteX37618" fmla="*/ 3914890 w 5158787"/>
              <a:gd name="connsiteY37618" fmla="*/ 539777 h 4489084"/>
              <a:gd name="connsiteX37619" fmla="*/ 3914890 w 5158787"/>
              <a:gd name="connsiteY37619" fmla="*/ 538593 h 4489084"/>
              <a:gd name="connsiteX37620" fmla="*/ 3923182 w 5158787"/>
              <a:gd name="connsiteY37620" fmla="*/ 524260 h 4489084"/>
              <a:gd name="connsiteX37621" fmla="*/ 3924189 w 5158787"/>
              <a:gd name="connsiteY37621" fmla="*/ 523668 h 4489084"/>
              <a:gd name="connsiteX37622" fmla="*/ 4870605 w 5158787"/>
              <a:gd name="connsiteY37622" fmla="*/ 522957 h 4489084"/>
              <a:gd name="connsiteX37623" fmla="*/ 4887959 w 5158787"/>
              <a:gd name="connsiteY37623" fmla="*/ 522957 h 4489084"/>
              <a:gd name="connsiteX37624" fmla="*/ 4889024 w 5158787"/>
              <a:gd name="connsiteY37624" fmla="*/ 523549 h 4489084"/>
              <a:gd name="connsiteX37625" fmla="*/ 4897672 w 5158787"/>
              <a:gd name="connsiteY37625" fmla="*/ 538533 h 4489084"/>
              <a:gd name="connsiteX37626" fmla="*/ 4897672 w 5158787"/>
              <a:gd name="connsiteY37626" fmla="*/ 539777 h 4489084"/>
              <a:gd name="connsiteX37627" fmla="*/ 4889024 w 5158787"/>
              <a:gd name="connsiteY37627" fmla="*/ 554761 h 4489084"/>
              <a:gd name="connsiteX37628" fmla="*/ 4887959 w 5158787"/>
              <a:gd name="connsiteY37628" fmla="*/ 555353 h 4489084"/>
              <a:gd name="connsiteX37629" fmla="*/ 4870605 w 5158787"/>
              <a:gd name="connsiteY37629" fmla="*/ 555353 h 4489084"/>
              <a:gd name="connsiteX37630" fmla="*/ 4869540 w 5158787"/>
              <a:gd name="connsiteY37630" fmla="*/ 554761 h 4489084"/>
              <a:gd name="connsiteX37631" fmla="*/ 4860892 w 5158787"/>
              <a:gd name="connsiteY37631" fmla="*/ 539777 h 4489084"/>
              <a:gd name="connsiteX37632" fmla="*/ 4860892 w 5158787"/>
              <a:gd name="connsiteY37632" fmla="*/ 538533 h 4489084"/>
              <a:gd name="connsiteX37633" fmla="*/ 4869540 w 5158787"/>
              <a:gd name="connsiteY37633" fmla="*/ 523549 h 4489084"/>
              <a:gd name="connsiteX37634" fmla="*/ 4870605 w 5158787"/>
              <a:gd name="connsiteY37634" fmla="*/ 522957 h 4489084"/>
              <a:gd name="connsiteX37635" fmla="*/ 4059043 w 5158787"/>
              <a:gd name="connsiteY37635" fmla="*/ 522957 h 4489084"/>
              <a:gd name="connsiteX37636" fmla="*/ 4076397 w 5158787"/>
              <a:gd name="connsiteY37636" fmla="*/ 522957 h 4489084"/>
              <a:gd name="connsiteX37637" fmla="*/ 4077462 w 5158787"/>
              <a:gd name="connsiteY37637" fmla="*/ 523549 h 4489084"/>
              <a:gd name="connsiteX37638" fmla="*/ 4086110 w 5158787"/>
              <a:gd name="connsiteY37638" fmla="*/ 538533 h 4489084"/>
              <a:gd name="connsiteX37639" fmla="*/ 4086110 w 5158787"/>
              <a:gd name="connsiteY37639" fmla="*/ 539777 h 4489084"/>
              <a:gd name="connsiteX37640" fmla="*/ 4077462 w 5158787"/>
              <a:gd name="connsiteY37640" fmla="*/ 554761 h 4489084"/>
              <a:gd name="connsiteX37641" fmla="*/ 4076397 w 5158787"/>
              <a:gd name="connsiteY37641" fmla="*/ 555353 h 4489084"/>
              <a:gd name="connsiteX37642" fmla="*/ 4059043 w 5158787"/>
              <a:gd name="connsiteY37642" fmla="*/ 555353 h 4489084"/>
              <a:gd name="connsiteX37643" fmla="*/ 4057978 w 5158787"/>
              <a:gd name="connsiteY37643" fmla="*/ 554761 h 4489084"/>
              <a:gd name="connsiteX37644" fmla="*/ 4049330 w 5158787"/>
              <a:gd name="connsiteY37644" fmla="*/ 539777 h 4489084"/>
              <a:gd name="connsiteX37645" fmla="*/ 4049330 w 5158787"/>
              <a:gd name="connsiteY37645" fmla="*/ 538533 h 4489084"/>
              <a:gd name="connsiteX37646" fmla="*/ 4057978 w 5158787"/>
              <a:gd name="connsiteY37646" fmla="*/ 523549 h 4489084"/>
              <a:gd name="connsiteX37647" fmla="*/ 4059043 w 5158787"/>
              <a:gd name="connsiteY37647" fmla="*/ 522957 h 4489084"/>
              <a:gd name="connsiteX37648" fmla="*/ 880434 w 5158787"/>
              <a:gd name="connsiteY37648" fmla="*/ 522957 h 4489084"/>
              <a:gd name="connsiteX37649" fmla="*/ 897786 w 5158787"/>
              <a:gd name="connsiteY37649" fmla="*/ 522957 h 4489084"/>
              <a:gd name="connsiteX37650" fmla="*/ 898852 w 5158787"/>
              <a:gd name="connsiteY37650" fmla="*/ 523549 h 4489084"/>
              <a:gd name="connsiteX37651" fmla="*/ 907499 w 5158787"/>
              <a:gd name="connsiteY37651" fmla="*/ 538533 h 4489084"/>
              <a:gd name="connsiteX37652" fmla="*/ 907499 w 5158787"/>
              <a:gd name="connsiteY37652" fmla="*/ 539777 h 4489084"/>
              <a:gd name="connsiteX37653" fmla="*/ 898852 w 5158787"/>
              <a:gd name="connsiteY37653" fmla="*/ 554761 h 4489084"/>
              <a:gd name="connsiteX37654" fmla="*/ 897786 w 5158787"/>
              <a:gd name="connsiteY37654" fmla="*/ 555353 h 4489084"/>
              <a:gd name="connsiteX37655" fmla="*/ 880434 w 5158787"/>
              <a:gd name="connsiteY37655" fmla="*/ 555353 h 4489084"/>
              <a:gd name="connsiteX37656" fmla="*/ 879368 w 5158787"/>
              <a:gd name="connsiteY37656" fmla="*/ 554761 h 4489084"/>
              <a:gd name="connsiteX37657" fmla="*/ 870721 w 5158787"/>
              <a:gd name="connsiteY37657" fmla="*/ 539777 h 4489084"/>
              <a:gd name="connsiteX37658" fmla="*/ 870721 w 5158787"/>
              <a:gd name="connsiteY37658" fmla="*/ 538533 h 4489084"/>
              <a:gd name="connsiteX37659" fmla="*/ 879368 w 5158787"/>
              <a:gd name="connsiteY37659" fmla="*/ 523549 h 4489084"/>
              <a:gd name="connsiteX37660" fmla="*/ 880434 w 5158787"/>
              <a:gd name="connsiteY37660" fmla="*/ 522957 h 4489084"/>
              <a:gd name="connsiteX37661" fmla="*/ 204083 w 5158787"/>
              <a:gd name="connsiteY37661" fmla="*/ 522957 h 4489084"/>
              <a:gd name="connsiteX37662" fmla="*/ 221435 w 5158787"/>
              <a:gd name="connsiteY37662" fmla="*/ 522957 h 4489084"/>
              <a:gd name="connsiteX37663" fmla="*/ 222501 w 5158787"/>
              <a:gd name="connsiteY37663" fmla="*/ 523549 h 4489084"/>
              <a:gd name="connsiteX37664" fmla="*/ 231148 w 5158787"/>
              <a:gd name="connsiteY37664" fmla="*/ 538533 h 4489084"/>
              <a:gd name="connsiteX37665" fmla="*/ 231148 w 5158787"/>
              <a:gd name="connsiteY37665" fmla="*/ 539777 h 4489084"/>
              <a:gd name="connsiteX37666" fmla="*/ 222501 w 5158787"/>
              <a:gd name="connsiteY37666" fmla="*/ 554761 h 4489084"/>
              <a:gd name="connsiteX37667" fmla="*/ 221435 w 5158787"/>
              <a:gd name="connsiteY37667" fmla="*/ 555353 h 4489084"/>
              <a:gd name="connsiteX37668" fmla="*/ 204083 w 5158787"/>
              <a:gd name="connsiteY37668" fmla="*/ 555353 h 4489084"/>
              <a:gd name="connsiteX37669" fmla="*/ 203017 w 5158787"/>
              <a:gd name="connsiteY37669" fmla="*/ 554761 h 4489084"/>
              <a:gd name="connsiteX37670" fmla="*/ 194370 w 5158787"/>
              <a:gd name="connsiteY37670" fmla="*/ 539777 h 4489084"/>
              <a:gd name="connsiteX37671" fmla="*/ 194370 w 5158787"/>
              <a:gd name="connsiteY37671" fmla="*/ 538533 h 4489084"/>
              <a:gd name="connsiteX37672" fmla="*/ 203017 w 5158787"/>
              <a:gd name="connsiteY37672" fmla="*/ 523549 h 4489084"/>
              <a:gd name="connsiteX37673" fmla="*/ 204083 w 5158787"/>
              <a:gd name="connsiteY37673" fmla="*/ 522957 h 4489084"/>
              <a:gd name="connsiteX37674" fmla="*/ 4600065 w 5158787"/>
              <a:gd name="connsiteY37674" fmla="*/ 522839 h 4489084"/>
              <a:gd name="connsiteX37675" fmla="*/ 4617536 w 5158787"/>
              <a:gd name="connsiteY37675" fmla="*/ 522839 h 4489084"/>
              <a:gd name="connsiteX37676" fmla="*/ 4618603 w 5158787"/>
              <a:gd name="connsiteY37676" fmla="*/ 523431 h 4489084"/>
              <a:gd name="connsiteX37677" fmla="*/ 4627309 w 5158787"/>
              <a:gd name="connsiteY37677" fmla="*/ 538534 h 4489084"/>
              <a:gd name="connsiteX37678" fmla="*/ 4627309 w 5158787"/>
              <a:gd name="connsiteY37678" fmla="*/ 539777 h 4489084"/>
              <a:gd name="connsiteX37679" fmla="*/ 4618603 w 5158787"/>
              <a:gd name="connsiteY37679" fmla="*/ 554880 h 4489084"/>
              <a:gd name="connsiteX37680" fmla="*/ 4617536 w 5158787"/>
              <a:gd name="connsiteY37680" fmla="*/ 555472 h 4489084"/>
              <a:gd name="connsiteX37681" fmla="*/ 4600065 w 5158787"/>
              <a:gd name="connsiteY37681" fmla="*/ 555472 h 4489084"/>
              <a:gd name="connsiteX37682" fmla="*/ 4598999 w 5158787"/>
              <a:gd name="connsiteY37682" fmla="*/ 554880 h 4489084"/>
              <a:gd name="connsiteX37683" fmla="*/ 4590293 w 5158787"/>
              <a:gd name="connsiteY37683" fmla="*/ 539777 h 4489084"/>
              <a:gd name="connsiteX37684" fmla="*/ 4590293 w 5158787"/>
              <a:gd name="connsiteY37684" fmla="*/ 538534 h 4489084"/>
              <a:gd name="connsiteX37685" fmla="*/ 4598999 w 5158787"/>
              <a:gd name="connsiteY37685" fmla="*/ 523431 h 4489084"/>
              <a:gd name="connsiteX37686" fmla="*/ 4600065 w 5158787"/>
              <a:gd name="connsiteY37686" fmla="*/ 522839 h 4489084"/>
              <a:gd name="connsiteX37687" fmla="*/ 2638767 w 5158787"/>
              <a:gd name="connsiteY37687" fmla="*/ 522720 h 4489084"/>
              <a:gd name="connsiteX37688" fmla="*/ 2656298 w 5158787"/>
              <a:gd name="connsiteY37688" fmla="*/ 522720 h 4489084"/>
              <a:gd name="connsiteX37689" fmla="*/ 2657364 w 5158787"/>
              <a:gd name="connsiteY37689" fmla="*/ 523312 h 4489084"/>
              <a:gd name="connsiteX37690" fmla="*/ 2666129 w 5158787"/>
              <a:gd name="connsiteY37690" fmla="*/ 538533 h 4489084"/>
              <a:gd name="connsiteX37691" fmla="*/ 2666129 w 5158787"/>
              <a:gd name="connsiteY37691" fmla="*/ 539777 h 4489084"/>
              <a:gd name="connsiteX37692" fmla="*/ 2657364 w 5158787"/>
              <a:gd name="connsiteY37692" fmla="*/ 554998 h 4489084"/>
              <a:gd name="connsiteX37693" fmla="*/ 2656298 w 5158787"/>
              <a:gd name="connsiteY37693" fmla="*/ 555590 h 4489084"/>
              <a:gd name="connsiteX37694" fmla="*/ 2638767 w 5158787"/>
              <a:gd name="connsiteY37694" fmla="*/ 555590 h 4489084"/>
              <a:gd name="connsiteX37695" fmla="*/ 2637701 w 5158787"/>
              <a:gd name="connsiteY37695" fmla="*/ 554998 h 4489084"/>
              <a:gd name="connsiteX37696" fmla="*/ 2628936 w 5158787"/>
              <a:gd name="connsiteY37696" fmla="*/ 539777 h 4489084"/>
              <a:gd name="connsiteX37697" fmla="*/ 2628936 w 5158787"/>
              <a:gd name="connsiteY37697" fmla="*/ 538533 h 4489084"/>
              <a:gd name="connsiteX37698" fmla="*/ 2637701 w 5158787"/>
              <a:gd name="connsiteY37698" fmla="*/ 523312 h 4489084"/>
              <a:gd name="connsiteX37699" fmla="*/ 2638767 w 5158787"/>
              <a:gd name="connsiteY37699" fmla="*/ 522720 h 4489084"/>
              <a:gd name="connsiteX37700" fmla="*/ 1015525 w 5158787"/>
              <a:gd name="connsiteY37700" fmla="*/ 522661 h 4489084"/>
              <a:gd name="connsiteX37701" fmla="*/ 1033174 w 5158787"/>
              <a:gd name="connsiteY37701" fmla="*/ 522661 h 4489084"/>
              <a:gd name="connsiteX37702" fmla="*/ 1034240 w 5158787"/>
              <a:gd name="connsiteY37702" fmla="*/ 523313 h 4489084"/>
              <a:gd name="connsiteX37703" fmla="*/ 1043065 w 5158787"/>
              <a:gd name="connsiteY37703" fmla="*/ 538593 h 4489084"/>
              <a:gd name="connsiteX37704" fmla="*/ 1043065 w 5158787"/>
              <a:gd name="connsiteY37704" fmla="*/ 539836 h 4489084"/>
              <a:gd name="connsiteX37705" fmla="*/ 1034240 w 5158787"/>
              <a:gd name="connsiteY37705" fmla="*/ 555116 h 4489084"/>
              <a:gd name="connsiteX37706" fmla="*/ 1033174 w 5158787"/>
              <a:gd name="connsiteY37706" fmla="*/ 555768 h 4489084"/>
              <a:gd name="connsiteX37707" fmla="*/ 1015525 w 5158787"/>
              <a:gd name="connsiteY37707" fmla="*/ 555768 h 4489084"/>
              <a:gd name="connsiteX37708" fmla="*/ 1014459 w 5158787"/>
              <a:gd name="connsiteY37708" fmla="*/ 555116 h 4489084"/>
              <a:gd name="connsiteX37709" fmla="*/ 1005635 w 5158787"/>
              <a:gd name="connsiteY37709" fmla="*/ 539836 h 4489084"/>
              <a:gd name="connsiteX37710" fmla="*/ 1005635 w 5158787"/>
              <a:gd name="connsiteY37710" fmla="*/ 538593 h 4489084"/>
              <a:gd name="connsiteX37711" fmla="*/ 1014459 w 5158787"/>
              <a:gd name="connsiteY37711" fmla="*/ 523313 h 4489084"/>
              <a:gd name="connsiteX37712" fmla="*/ 1015525 w 5158787"/>
              <a:gd name="connsiteY37712" fmla="*/ 522661 h 4489084"/>
              <a:gd name="connsiteX37713" fmla="*/ 3991172 w 5158787"/>
              <a:gd name="connsiteY37713" fmla="*/ 522424 h 4489084"/>
              <a:gd name="connsiteX37714" fmla="*/ 4009058 w 5158787"/>
              <a:gd name="connsiteY37714" fmla="*/ 522424 h 4489084"/>
              <a:gd name="connsiteX37715" fmla="*/ 4010123 w 5158787"/>
              <a:gd name="connsiteY37715" fmla="*/ 523075 h 4489084"/>
              <a:gd name="connsiteX37716" fmla="*/ 4019066 w 5158787"/>
              <a:gd name="connsiteY37716" fmla="*/ 538592 h 4489084"/>
              <a:gd name="connsiteX37717" fmla="*/ 4019066 w 5158787"/>
              <a:gd name="connsiteY37717" fmla="*/ 539836 h 4489084"/>
              <a:gd name="connsiteX37718" fmla="*/ 4010123 w 5158787"/>
              <a:gd name="connsiteY37718" fmla="*/ 555353 h 4489084"/>
              <a:gd name="connsiteX37719" fmla="*/ 4009058 w 5158787"/>
              <a:gd name="connsiteY37719" fmla="*/ 556005 h 4489084"/>
              <a:gd name="connsiteX37720" fmla="*/ 3991172 w 5158787"/>
              <a:gd name="connsiteY37720" fmla="*/ 556005 h 4489084"/>
              <a:gd name="connsiteX37721" fmla="*/ 3990105 w 5158787"/>
              <a:gd name="connsiteY37721" fmla="*/ 555353 h 4489084"/>
              <a:gd name="connsiteX37722" fmla="*/ 3981163 w 5158787"/>
              <a:gd name="connsiteY37722" fmla="*/ 539836 h 4489084"/>
              <a:gd name="connsiteX37723" fmla="*/ 3981163 w 5158787"/>
              <a:gd name="connsiteY37723" fmla="*/ 538592 h 4489084"/>
              <a:gd name="connsiteX37724" fmla="*/ 3990105 w 5158787"/>
              <a:gd name="connsiteY37724" fmla="*/ 523075 h 4489084"/>
              <a:gd name="connsiteX37725" fmla="*/ 3991172 w 5158787"/>
              <a:gd name="connsiteY37725" fmla="*/ 522424 h 4489084"/>
              <a:gd name="connsiteX37726" fmla="*/ 744808 w 5158787"/>
              <a:gd name="connsiteY37726" fmla="*/ 522306 h 4489084"/>
              <a:gd name="connsiteX37727" fmla="*/ 762813 w 5158787"/>
              <a:gd name="connsiteY37727" fmla="*/ 522306 h 4489084"/>
              <a:gd name="connsiteX37728" fmla="*/ 763938 w 5158787"/>
              <a:gd name="connsiteY37728" fmla="*/ 522958 h 4489084"/>
              <a:gd name="connsiteX37729" fmla="*/ 772940 w 5158787"/>
              <a:gd name="connsiteY37729" fmla="*/ 538534 h 4489084"/>
              <a:gd name="connsiteX37730" fmla="*/ 772940 w 5158787"/>
              <a:gd name="connsiteY37730" fmla="*/ 539777 h 4489084"/>
              <a:gd name="connsiteX37731" fmla="*/ 763938 w 5158787"/>
              <a:gd name="connsiteY37731" fmla="*/ 555354 h 4489084"/>
              <a:gd name="connsiteX37732" fmla="*/ 762813 w 5158787"/>
              <a:gd name="connsiteY37732" fmla="*/ 556005 h 4489084"/>
              <a:gd name="connsiteX37733" fmla="*/ 744808 w 5158787"/>
              <a:gd name="connsiteY37733" fmla="*/ 556005 h 4489084"/>
              <a:gd name="connsiteX37734" fmla="*/ 743683 w 5158787"/>
              <a:gd name="connsiteY37734" fmla="*/ 555354 h 4489084"/>
              <a:gd name="connsiteX37735" fmla="*/ 734681 w 5158787"/>
              <a:gd name="connsiteY37735" fmla="*/ 539777 h 4489084"/>
              <a:gd name="connsiteX37736" fmla="*/ 734681 w 5158787"/>
              <a:gd name="connsiteY37736" fmla="*/ 538534 h 4489084"/>
              <a:gd name="connsiteX37737" fmla="*/ 743683 w 5158787"/>
              <a:gd name="connsiteY37737" fmla="*/ 522958 h 4489084"/>
              <a:gd name="connsiteX37738" fmla="*/ 744808 w 5158787"/>
              <a:gd name="connsiteY37738" fmla="*/ 522306 h 4489084"/>
              <a:gd name="connsiteX37739" fmla="*/ 338819 w 5158787"/>
              <a:gd name="connsiteY37739" fmla="*/ 521832 h 4489084"/>
              <a:gd name="connsiteX37740" fmla="*/ 357357 w 5158787"/>
              <a:gd name="connsiteY37740" fmla="*/ 521832 h 4489084"/>
              <a:gd name="connsiteX37741" fmla="*/ 358482 w 5158787"/>
              <a:gd name="connsiteY37741" fmla="*/ 522483 h 4489084"/>
              <a:gd name="connsiteX37742" fmla="*/ 367721 w 5158787"/>
              <a:gd name="connsiteY37742" fmla="*/ 538534 h 4489084"/>
              <a:gd name="connsiteX37743" fmla="*/ 367721 w 5158787"/>
              <a:gd name="connsiteY37743" fmla="*/ 539836 h 4489084"/>
              <a:gd name="connsiteX37744" fmla="*/ 358423 w 5158787"/>
              <a:gd name="connsiteY37744" fmla="*/ 555886 h 4489084"/>
              <a:gd name="connsiteX37745" fmla="*/ 357297 w 5158787"/>
              <a:gd name="connsiteY37745" fmla="*/ 556538 h 4489084"/>
              <a:gd name="connsiteX37746" fmla="*/ 338760 w 5158787"/>
              <a:gd name="connsiteY37746" fmla="*/ 556538 h 4489084"/>
              <a:gd name="connsiteX37747" fmla="*/ 337635 w 5158787"/>
              <a:gd name="connsiteY37747" fmla="*/ 555886 h 4489084"/>
              <a:gd name="connsiteX37748" fmla="*/ 328396 w 5158787"/>
              <a:gd name="connsiteY37748" fmla="*/ 539836 h 4489084"/>
              <a:gd name="connsiteX37749" fmla="*/ 328396 w 5158787"/>
              <a:gd name="connsiteY37749" fmla="*/ 538534 h 4489084"/>
              <a:gd name="connsiteX37750" fmla="*/ 337694 w 5158787"/>
              <a:gd name="connsiteY37750" fmla="*/ 522483 h 4489084"/>
              <a:gd name="connsiteX37751" fmla="*/ 338819 w 5158787"/>
              <a:gd name="connsiteY37751" fmla="*/ 521832 h 4489084"/>
              <a:gd name="connsiteX37752" fmla="*/ 2570481 w 5158787"/>
              <a:gd name="connsiteY37752" fmla="*/ 521595 h 4489084"/>
              <a:gd name="connsiteX37753" fmla="*/ 2589255 w 5158787"/>
              <a:gd name="connsiteY37753" fmla="*/ 521595 h 4489084"/>
              <a:gd name="connsiteX37754" fmla="*/ 2590380 w 5158787"/>
              <a:gd name="connsiteY37754" fmla="*/ 522247 h 4489084"/>
              <a:gd name="connsiteX37755" fmla="*/ 2599738 w 5158787"/>
              <a:gd name="connsiteY37755" fmla="*/ 538474 h 4489084"/>
              <a:gd name="connsiteX37756" fmla="*/ 2599738 w 5158787"/>
              <a:gd name="connsiteY37756" fmla="*/ 539777 h 4489084"/>
              <a:gd name="connsiteX37757" fmla="*/ 2590321 w 5158787"/>
              <a:gd name="connsiteY37757" fmla="*/ 556005 h 4489084"/>
              <a:gd name="connsiteX37758" fmla="*/ 2589196 w 5158787"/>
              <a:gd name="connsiteY37758" fmla="*/ 556656 h 4489084"/>
              <a:gd name="connsiteX37759" fmla="*/ 2570421 w 5158787"/>
              <a:gd name="connsiteY37759" fmla="*/ 556656 h 4489084"/>
              <a:gd name="connsiteX37760" fmla="*/ 2569296 w 5158787"/>
              <a:gd name="connsiteY37760" fmla="*/ 556005 h 4489084"/>
              <a:gd name="connsiteX37761" fmla="*/ 2559939 w 5158787"/>
              <a:gd name="connsiteY37761" fmla="*/ 539777 h 4489084"/>
              <a:gd name="connsiteX37762" fmla="*/ 2559939 w 5158787"/>
              <a:gd name="connsiteY37762" fmla="*/ 538474 h 4489084"/>
              <a:gd name="connsiteX37763" fmla="*/ 2569355 w 5158787"/>
              <a:gd name="connsiteY37763" fmla="*/ 522247 h 4489084"/>
              <a:gd name="connsiteX37764" fmla="*/ 2570481 w 5158787"/>
              <a:gd name="connsiteY37764" fmla="*/ 521595 h 4489084"/>
              <a:gd name="connsiteX37765" fmla="*/ 947358 w 5158787"/>
              <a:gd name="connsiteY37765" fmla="*/ 521595 h 4489084"/>
              <a:gd name="connsiteX37766" fmla="*/ 966132 w 5158787"/>
              <a:gd name="connsiteY37766" fmla="*/ 521595 h 4489084"/>
              <a:gd name="connsiteX37767" fmla="*/ 967257 w 5158787"/>
              <a:gd name="connsiteY37767" fmla="*/ 522247 h 4489084"/>
              <a:gd name="connsiteX37768" fmla="*/ 976615 w 5158787"/>
              <a:gd name="connsiteY37768" fmla="*/ 538474 h 4489084"/>
              <a:gd name="connsiteX37769" fmla="*/ 976615 w 5158787"/>
              <a:gd name="connsiteY37769" fmla="*/ 539777 h 4489084"/>
              <a:gd name="connsiteX37770" fmla="*/ 967198 w 5158787"/>
              <a:gd name="connsiteY37770" fmla="*/ 556005 h 4489084"/>
              <a:gd name="connsiteX37771" fmla="*/ 966073 w 5158787"/>
              <a:gd name="connsiteY37771" fmla="*/ 556656 h 4489084"/>
              <a:gd name="connsiteX37772" fmla="*/ 947298 w 5158787"/>
              <a:gd name="connsiteY37772" fmla="*/ 556656 h 4489084"/>
              <a:gd name="connsiteX37773" fmla="*/ 946173 w 5158787"/>
              <a:gd name="connsiteY37773" fmla="*/ 556005 h 4489084"/>
              <a:gd name="connsiteX37774" fmla="*/ 936816 w 5158787"/>
              <a:gd name="connsiteY37774" fmla="*/ 539777 h 4489084"/>
              <a:gd name="connsiteX37775" fmla="*/ 936816 w 5158787"/>
              <a:gd name="connsiteY37775" fmla="*/ 538474 h 4489084"/>
              <a:gd name="connsiteX37776" fmla="*/ 946232 w 5158787"/>
              <a:gd name="connsiteY37776" fmla="*/ 522247 h 4489084"/>
              <a:gd name="connsiteX37777" fmla="*/ 947358 w 5158787"/>
              <a:gd name="connsiteY37777" fmla="*/ 521595 h 4489084"/>
              <a:gd name="connsiteX37778" fmla="*/ 270947 w 5158787"/>
              <a:gd name="connsiteY37778" fmla="*/ 521476 h 4489084"/>
              <a:gd name="connsiteX37779" fmla="*/ 289840 w 5158787"/>
              <a:gd name="connsiteY37779" fmla="*/ 521476 h 4489084"/>
              <a:gd name="connsiteX37780" fmla="*/ 290966 w 5158787"/>
              <a:gd name="connsiteY37780" fmla="*/ 522127 h 4489084"/>
              <a:gd name="connsiteX37781" fmla="*/ 300383 w 5158787"/>
              <a:gd name="connsiteY37781" fmla="*/ 538474 h 4489084"/>
              <a:gd name="connsiteX37782" fmla="*/ 300383 w 5158787"/>
              <a:gd name="connsiteY37782" fmla="*/ 539836 h 4489084"/>
              <a:gd name="connsiteX37783" fmla="*/ 290966 w 5158787"/>
              <a:gd name="connsiteY37783" fmla="*/ 556182 h 4489084"/>
              <a:gd name="connsiteX37784" fmla="*/ 289840 w 5158787"/>
              <a:gd name="connsiteY37784" fmla="*/ 556833 h 4489084"/>
              <a:gd name="connsiteX37785" fmla="*/ 270947 w 5158787"/>
              <a:gd name="connsiteY37785" fmla="*/ 556833 h 4489084"/>
              <a:gd name="connsiteX37786" fmla="*/ 269823 w 5158787"/>
              <a:gd name="connsiteY37786" fmla="*/ 556182 h 4489084"/>
              <a:gd name="connsiteX37787" fmla="*/ 260406 w 5158787"/>
              <a:gd name="connsiteY37787" fmla="*/ 539836 h 4489084"/>
              <a:gd name="connsiteX37788" fmla="*/ 260406 w 5158787"/>
              <a:gd name="connsiteY37788" fmla="*/ 538474 h 4489084"/>
              <a:gd name="connsiteX37789" fmla="*/ 269823 w 5158787"/>
              <a:gd name="connsiteY37789" fmla="*/ 522127 h 4489084"/>
              <a:gd name="connsiteX37790" fmla="*/ 270947 w 5158787"/>
              <a:gd name="connsiteY37790" fmla="*/ 521476 h 4489084"/>
              <a:gd name="connsiteX37791" fmla="*/ 811969 w 5158787"/>
              <a:gd name="connsiteY37791" fmla="*/ 521417 h 4489084"/>
              <a:gd name="connsiteX37792" fmla="*/ 830981 w 5158787"/>
              <a:gd name="connsiteY37792" fmla="*/ 521417 h 4489084"/>
              <a:gd name="connsiteX37793" fmla="*/ 832165 w 5158787"/>
              <a:gd name="connsiteY37793" fmla="*/ 522069 h 4489084"/>
              <a:gd name="connsiteX37794" fmla="*/ 841641 w 5158787"/>
              <a:gd name="connsiteY37794" fmla="*/ 538533 h 4489084"/>
              <a:gd name="connsiteX37795" fmla="*/ 841641 w 5158787"/>
              <a:gd name="connsiteY37795" fmla="*/ 539895 h 4489084"/>
              <a:gd name="connsiteX37796" fmla="*/ 832165 w 5158787"/>
              <a:gd name="connsiteY37796" fmla="*/ 556360 h 4489084"/>
              <a:gd name="connsiteX37797" fmla="*/ 830981 w 5158787"/>
              <a:gd name="connsiteY37797" fmla="*/ 557011 h 4489084"/>
              <a:gd name="connsiteX37798" fmla="*/ 811969 w 5158787"/>
              <a:gd name="connsiteY37798" fmla="*/ 557011 h 4489084"/>
              <a:gd name="connsiteX37799" fmla="*/ 810785 w 5158787"/>
              <a:gd name="connsiteY37799" fmla="*/ 556360 h 4489084"/>
              <a:gd name="connsiteX37800" fmla="*/ 801309 w 5158787"/>
              <a:gd name="connsiteY37800" fmla="*/ 539895 h 4489084"/>
              <a:gd name="connsiteX37801" fmla="*/ 801309 w 5158787"/>
              <a:gd name="connsiteY37801" fmla="*/ 538533 h 4489084"/>
              <a:gd name="connsiteX37802" fmla="*/ 810785 w 5158787"/>
              <a:gd name="connsiteY37802" fmla="*/ 522069 h 4489084"/>
              <a:gd name="connsiteX37803" fmla="*/ 811969 w 5158787"/>
              <a:gd name="connsiteY37803" fmla="*/ 521417 h 4489084"/>
              <a:gd name="connsiteX37804" fmla="*/ 4937055 w 5158787"/>
              <a:gd name="connsiteY37804" fmla="*/ 520707 h 4489084"/>
              <a:gd name="connsiteX37805" fmla="*/ 4956837 w 5158787"/>
              <a:gd name="connsiteY37805" fmla="*/ 520707 h 4489084"/>
              <a:gd name="connsiteX37806" fmla="*/ 4958021 w 5158787"/>
              <a:gd name="connsiteY37806" fmla="*/ 521418 h 4489084"/>
              <a:gd name="connsiteX37807" fmla="*/ 4967912 w 5158787"/>
              <a:gd name="connsiteY37807" fmla="*/ 538534 h 4489084"/>
              <a:gd name="connsiteX37808" fmla="*/ 4967912 w 5158787"/>
              <a:gd name="connsiteY37808" fmla="*/ 539955 h 4489084"/>
              <a:gd name="connsiteX37809" fmla="*/ 4958021 w 5158787"/>
              <a:gd name="connsiteY37809" fmla="*/ 557071 h 4489084"/>
              <a:gd name="connsiteX37810" fmla="*/ 4956837 w 5158787"/>
              <a:gd name="connsiteY37810" fmla="*/ 557782 h 4489084"/>
              <a:gd name="connsiteX37811" fmla="*/ 4937055 w 5158787"/>
              <a:gd name="connsiteY37811" fmla="*/ 557782 h 4489084"/>
              <a:gd name="connsiteX37812" fmla="*/ 4935871 w 5158787"/>
              <a:gd name="connsiteY37812" fmla="*/ 557071 h 4489084"/>
              <a:gd name="connsiteX37813" fmla="*/ 4925980 w 5158787"/>
              <a:gd name="connsiteY37813" fmla="*/ 539955 h 4489084"/>
              <a:gd name="connsiteX37814" fmla="*/ 4925980 w 5158787"/>
              <a:gd name="connsiteY37814" fmla="*/ 538534 h 4489084"/>
              <a:gd name="connsiteX37815" fmla="*/ 4935871 w 5158787"/>
              <a:gd name="connsiteY37815" fmla="*/ 521418 h 4489084"/>
              <a:gd name="connsiteX37816" fmla="*/ 4937055 w 5158787"/>
              <a:gd name="connsiteY37816" fmla="*/ 520707 h 4489084"/>
              <a:gd name="connsiteX37817" fmla="*/ 4666456 w 5158787"/>
              <a:gd name="connsiteY37817" fmla="*/ 520588 h 4489084"/>
              <a:gd name="connsiteX37818" fmla="*/ 4686356 w 5158787"/>
              <a:gd name="connsiteY37818" fmla="*/ 520588 h 4489084"/>
              <a:gd name="connsiteX37819" fmla="*/ 4687540 w 5158787"/>
              <a:gd name="connsiteY37819" fmla="*/ 521299 h 4489084"/>
              <a:gd name="connsiteX37820" fmla="*/ 4697490 w 5158787"/>
              <a:gd name="connsiteY37820" fmla="*/ 538533 h 4489084"/>
              <a:gd name="connsiteX37821" fmla="*/ 4697490 w 5158787"/>
              <a:gd name="connsiteY37821" fmla="*/ 539955 h 4489084"/>
              <a:gd name="connsiteX37822" fmla="*/ 4687540 w 5158787"/>
              <a:gd name="connsiteY37822" fmla="*/ 557189 h 4489084"/>
              <a:gd name="connsiteX37823" fmla="*/ 4686356 w 5158787"/>
              <a:gd name="connsiteY37823" fmla="*/ 557900 h 4489084"/>
              <a:gd name="connsiteX37824" fmla="*/ 4666456 w 5158787"/>
              <a:gd name="connsiteY37824" fmla="*/ 557900 h 4489084"/>
              <a:gd name="connsiteX37825" fmla="*/ 4665271 w 5158787"/>
              <a:gd name="connsiteY37825" fmla="*/ 557189 h 4489084"/>
              <a:gd name="connsiteX37826" fmla="*/ 4655322 w 5158787"/>
              <a:gd name="connsiteY37826" fmla="*/ 539955 h 4489084"/>
              <a:gd name="connsiteX37827" fmla="*/ 4655322 w 5158787"/>
              <a:gd name="connsiteY37827" fmla="*/ 538533 h 4489084"/>
              <a:gd name="connsiteX37828" fmla="*/ 4665271 w 5158787"/>
              <a:gd name="connsiteY37828" fmla="*/ 521299 h 4489084"/>
              <a:gd name="connsiteX37829" fmla="*/ 4666456 w 5158787"/>
              <a:gd name="connsiteY37829" fmla="*/ 520588 h 4489084"/>
              <a:gd name="connsiteX37830" fmla="*/ 4734032 w 5158787"/>
              <a:gd name="connsiteY37830" fmla="*/ 520351 h 4489084"/>
              <a:gd name="connsiteX37831" fmla="*/ 4754109 w 5158787"/>
              <a:gd name="connsiteY37831" fmla="*/ 520351 h 4489084"/>
              <a:gd name="connsiteX37832" fmla="*/ 4755353 w 5158787"/>
              <a:gd name="connsiteY37832" fmla="*/ 521062 h 4489084"/>
              <a:gd name="connsiteX37833" fmla="*/ 4765362 w 5158787"/>
              <a:gd name="connsiteY37833" fmla="*/ 538474 h 4489084"/>
              <a:gd name="connsiteX37834" fmla="*/ 4765362 w 5158787"/>
              <a:gd name="connsiteY37834" fmla="*/ 539895 h 4489084"/>
              <a:gd name="connsiteX37835" fmla="*/ 4755294 w 5158787"/>
              <a:gd name="connsiteY37835" fmla="*/ 557307 h 4489084"/>
              <a:gd name="connsiteX37836" fmla="*/ 4754050 w 5158787"/>
              <a:gd name="connsiteY37836" fmla="*/ 558018 h 4489084"/>
              <a:gd name="connsiteX37837" fmla="*/ 4733973 w 5158787"/>
              <a:gd name="connsiteY37837" fmla="*/ 558018 h 4489084"/>
              <a:gd name="connsiteX37838" fmla="*/ 4732729 w 5158787"/>
              <a:gd name="connsiteY37838" fmla="*/ 557307 h 4489084"/>
              <a:gd name="connsiteX37839" fmla="*/ 4722720 w 5158787"/>
              <a:gd name="connsiteY37839" fmla="*/ 539895 h 4489084"/>
              <a:gd name="connsiteX37840" fmla="*/ 4722720 w 5158787"/>
              <a:gd name="connsiteY37840" fmla="*/ 538474 h 4489084"/>
              <a:gd name="connsiteX37841" fmla="*/ 4732788 w 5158787"/>
              <a:gd name="connsiteY37841" fmla="*/ 521062 h 4489084"/>
              <a:gd name="connsiteX37842" fmla="*/ 4734032 w 5158787"/>
              <a:gd name="connsiteY37842" fmla="*/ 520351 h 4489084"/>
              <a:gd name="connsiteX37843" fmla="*/ 2840133 w 5158787"/>
              <a:gd name="connsiteY37843" fmla="*/ 519937 h 4489084"/>
              <a:gd name="connsiteX37844" fmla="*/ 2860683 w 5158787"/>
              <a:gd name="connsiteY37844" fmla="*/ 519937 h 4489084"/>
              <a:gd name="connsiteX37845" fmla="*/ 2861927 w 5158787"/>
              <a:gd name="connsiteY37845" fmla="*/ 520648 h 4489084"/>
              <a:gd name="connsiteX37846" fmla="*/ 2872173 w 5158787"/>
              <a:gd name="connsiteY37846" fmla="*/ 538415 h 4489084"/>
              <a:gd name="connsiteX37847" fmla="*/ 2872173 w 5158787"/>
              <a:gd name="connsiteY37847" fmla="*/ 539896 h 4489084"/>
              <a:gd name="connsiteX37848" fmla="*/ 2861927 w 5158787"/>
              <a:gd name="connsiteY37848" fmla="*/ 557663 h 4489084"/>
              <a:gd name="connsiteX37849" fmla="*/ 2860683 w 5158787"/>
              <a:gd name="connsiteY37849" fmla="*/ 558374 h 4489084"/>
              <a:gd name="connsiteX37850" fmla="*/ 2840133 w 5158787"/>
              <a:gd name="connsiteY37850" fmla="*/ 558374 h 4489084"/>
              <a:gd name="connsiteX37851" fmla="*/ 2838889 w 5158787"/>
              <a:gd name="connsiteY37851" fmla="*/ 557663 h 4489084"/>
              <a:gd name="connsiteX37852" fmla="*/ 2828643 w 5158787"/>
              <a:gd name="connsiteY37852" fmla="*/ 539896 h 4489084"/>
              <a:gd name="connsiteX37853" fmla="*/ 2828643 w 5158787"/>
              <a:gd name="connsiteY37853" fmla="*/ 538415 h 4489084"/>
              <a:gd name="connsiteX37854" fmla="*/ 2838889 w 5158787"/>
              <a:gd name="connsiteY37854" fmla="*/ 520648 h 4489084"/>
              <a:gd name="connsiteX37855" fmla="*/ 2840133 w 5158787"/>
              <a:gd name="connsiteY37855" fmla="*/ 519937 h 4489084"/>
              <a:gd name="connsiteX37856" fmla="*/ 2906405 w 5158787"/>
              <a:gd name="connsiteY37856" fmla="*/ 517390 h 4489084"/>
              <a:gd name="connsiteX37857" fmla="*/ 2929680 w 5158787"/>
              <a:gd name="connsiteY37857" fmla="*/ 517390 h 4489084"/>
              <a:gd name="connsiteX37858" fmla="*/ 2931102 w 5158787"/>
              <a:gd name="connsiteY37858" fmla="*/ 518219 h 4489084"/>
              <a:gd name="connsiteX37859" fmla="*/ 2942710 w 5158787"/>
              <a:gd name="connsiteY37859" fmla="*/ 538415 h 4489084"/>
              <a:gd name="connsiteX37860" fmla="*/ 2942710 w 5158787"/>
              <a:gd name="connsiteY37860" fmla="*/ 540073 h 4489084"/>
              <a:gd name="connsiteX37861" fmla="*/ 2931042 w 5158787"/>
              <a:gd name="connsiteY37861" fmla="*/ 560269 h 4489084"/>
              <a:gd name="connsiteX37862" fmla="*/ 2929621 w 5158787"/>
              <a:gd name="connsiteY37862" fmla="*/ 561098 h 4489084"/>
              <a:gd name="connsiteX37863" fmla="*/ 2906346 w 5158787"/>
              <a:gd name="connsiteY37863" fmla="*/ 561098 h 4489084"/>
              <a:gd name="connsiteX37864" fmla="*/ 2904924 w 5158787"/>
              <a:gd name="connsiteY37864" fmla="*/ 560269 h 4489084"/>
              <a:gd name="connsiteX37865" fmla="*/ 2893316 w 5158787"/>
              <a:gd name="connsiteY37865" fmla="*/ 540073 h 4489084"/>
              <a:gd name="connsiteX37866" fmla="*/ 2893316 w 5158787"/>
              <a:gd name="connsiteY37866" fmla="*/ 538415 h 4489084"/>
              <a:gd name="connsiteX37867" fmla="*/ 2904983 w 5158787"/>
              <a:gd name="connsiteY37867" fmla="*/ 518219 h 4489084"/>
              <a:gd name="connsiteX37868" fmla="*/ 2906405 w 5158787"/>
              <a:gd name="connsiteY37868" fmla="*/ 517390 h 4489084"/>
              <a:gd name="connsiteX37869" fmla="*/ 2973862 w 5158787"/>
              <a:gd name="connsiteY37869" fmla="*/ 517035 h 4489084"/>
              <a:gd name="connsiteX37870" fmla="*/ 2997494 w 5158787"/>
              <a:gd name="connsiteY37870" fmla="*/ 517035 h 4489084"/>
              <a:gd name="connsiteX37871" fmla="*/ 2998915 w 5158787"/>
              <a:gd name="connsiteY37871" fmla="*/ 517864 h 4489084"/>
              <a:gd name="connsiteX37872" fmla="*/ 3010701 w 5158787"/>
              <a:gd name="connsiteY37872" fmla="*/ 538356 h 4489084"/>
              <a:gd name="connsiteX37873" fmla="*/ 3010701 w 5158787"/>
              <a:gd name="connsiteY37873" fmla="*/ 540014 h 4489084"/>
              <a:gd name="connsiteX37874" fmla="*/ 2998856 w 5158787"/>
              <a:gd name="connsiteY37874" fmla="*/ 560506 h 4489084"/>
              <a:gd name="connsiteX37875" fmla="*/ 2997434 w 5158787"/>
              <a:gd name="connsiteY37875" fmla="*/ 561335 h 4489084"/>
              <a:gd name="connsiteX37876" fmla="*/ 2973803 w 5158787"/>
              <a:gd name="connsiteY37876" fmla="*/ 561335 h 4489084"/>
              <a:gd name="connsiteX37877" fmla="*/ 2972382 w 5158787"/>
              <a:gd name="connsiteY37877" fmla="*/ 560506 h 4489084"/>
              <a:gd name="connsiteX37878" fmla="*/ 2960596 w 5158787"/>
              <a:gd name="connsiteY37878" fmla="*/ 540014 h 4489084"/>
              <a:gd name="connsiteX37879" fmla="*/ 2960596 w 5158787"/>
              <a:gd name="connsiteY37879" fmla="*/ 538356 h 4489084"/>
              <a:gd name="connsiteX37880" fmla="*/ 2972441 w 5158787"/>
              <a:gd name="connsiteY37880" fmla="*/ 517864 h 4489084"/>
              <a:gd name="connsiteX37881" fmla="*/ 2973862 w 5158787"/>
              <a:gd name="connsiteY37881" fmla="*/ 517035 h 4489084"/>
              <a:gd name="connsiteX37882" fmla="*/ 4333848 w 5158787"/>
              <a:gd name="connsiteY37882" fmla="*/ 472320 h 4489084"/>
              <a:gd name="connsiteX37883" fmla="*/ 4342673 w 5158787"/>
              <a:gd name="connsiteY37883" fmla="*/ 472320 h 4489084"/>
              <a:gd name="connsiteX37884" fmla="*/ 4343206 w 5158787"/>
              <a:gd name="connsiteY37884" fmla="*/ 472616 h 4489084"/>
              <a:gd name="connsiteX37885" fmla="*/ 4347648 w 5158787"/>
              <a:gd name="connsiteY37885" fmla="*/ 480256 h 4489084"/>
              <a:gd name="connsiteX37886" fmla="*/ 4347648 w 5158787"/>
              <a:gd name="connsiteY37886" fmla="*/ 480908 h 4489084"/>
              <a:gd name="connsiteX37887" fmla="*/ 4343206 w 5158787"/>
              <a:gd name="connsiteY37887" fmla="*/ 488548 h 4489084"/>
              <a:gd name="connsiteX37888" fmla="*/ 4342673 w 5158787"/>
              <a:gd name="connsiteY37888" fmla="*/ 488844 h 4489084"/>
              <a:gd name="connsiteX37889" fmla="*/ 4333848 w 5158787"/>
              <a:gd name="connsiteY37889" fmla="*/ 488844 h 4489084"/>
              <a:gd name="connsiteX37890" fmla="*/ 4333316 w 5158787"/>
              <a:gd name="connsiteY37890" fmla="*/ 488548 h 4489084"/>
              <a:gd name="connsiteX37891" fmla="*/ 4328874 w 5158787"/>
              <a:gd name="connsiteY37891" fmla="*/ 480908 h 4489084"/>
              <a:gd name="connsiteX37892" fmla="*/ 4328874 w 5158787"/>
              <a:gd name="connsiteY37892" fmla="*/ 480256 h 4489084"/>
              <a:gd name="connsiteX37893" fmla="*/ 4333316 w 5158787"/>
              <a:gd name="connsiteY37893" fmla="*/ 472616 h 4489084"/>
              <a:gd name="connsiteX37894" fmla="*/ 4333848 w 5158787"/>
              <a:gd name="connsiteY37894" fmla="*/ 472320 h 4489084"/>
              <a:gd name="connsiteX37895" fmla="*/ 4671194 w 5158787"/>
              <a:gd name="connsiteY37895" fmla="*/ 470780 h 4489084"/>
              <a:gd name="connsiteX37896" fmla="*/ 4681677 w 5158787"/>
              <a:gd name="connsiteY37896" fmla="*/ 470780 h 4489084"/>
              <a:gd name="connsiteX37897" fmla="*/ 4682328 w 5158787"/>
              <a:gd name="connsiteY37897" fmla="*/ 471135 h 4489084"/>
              <a:gd name="connsiteX37898" fmla="*/ 4687540 w 5158787"/>
              <a:gd name="connsiteY37898" fmla="*/ 480197 h 4489084"/>
              <a:gd name="connsiteX37899" fmla="*/ 4687540 w 5158787"/>
              <a:gd name="connsiteY37899" fmla="*/ 480967 h 4489084"/>
              <a:gd name="connsiteX37900" fmla="*/ 4682270 w 5158787"/>
              <a:gd name="connsiteY37900" fmla="*/ 490028 h 4489084"/>
              <a:gd name="connsiteX37901" fmla="*/ 4681618 w 5158787"/>
              <a:gd name="connsiteY37901" fmla="*/ 490383 h 4489084"/>
              <a:gd name="connsiteX37902" fmla="*/ 4671135 w 5158787"/>
              <a:gd name="connsiteY37902" fmla="*/ 490383 h 4489084"/>
              <a:gd name="connsiteX37903" fmla="*/ 4670483 w 5158787"/>
              <a:gd name="connsiteY37903" fmla="*/ 490028 h 4489084"/>
              <a:gd name="connsiteX37904" fmla="*/ 4665271 w 5158787"/>
              <a:gd name="connsiteY37904" fmla="*/ 480967 h 4489084"/>
              <a:gd name="connsiteX37905" fmla="*/ 4665271 w 5158787"/>
              <a:gd name="connsiteY37905" fmla="*/ 480197 h 4489084"/>
              <a:gd name="connsiteX37906" fmla="*/ 4670542 w 5158787"/>
              <a:gd name="connsiteY37906" fmla="*/ 471135 h 4489084"/>
              <a:gd name="connsiteX37907" fmla="*/ 4671194 w 5158787"/>
              <a:gd name="connsiteY37907" fmla="*/ 470780 h 4489084"/>
              <a:gd name="connsiteX37908" fmla="*/ 71478 w 5158787"/>
              <a:gd name="connsiteY37908" fmla="*/ 469181 h 4489084"/>
              <a:gd name="connsiteX37909" fmla="*/ 83619 w 5158787"/>
              <a:gd name="connsiteY37909" fmla="*/ 469181 h 4489084"/>
              <a:gd name="connsiteX37910" fmla="*/ 84389 w 5158787"/>
              <a:gd name="connsiteY37910" fmla="*/ 469596 h 4489084"/>
              <a:gd name="connsiteX37911" fmla="*/ 90430 w 5158787"/>
              <a:gd name="connsiteY37911" fmla="*/ 480138 h 4489084"/>
              <a:gd name="connsiteX37912" fmla="*/ 90430 w 5158787"/>
              <a:gd name="connsiteY37912" fmla="*/ 480967 h 4489084"/>
              <a:gd name="connsiteX37913" fmla="*/ 84330 w 5158787"/>
              <a:gd name="connsiteY37913" fmla="*/ 491509 h 4489084"/>
              <a:gd name="connsiteX37914" fmla="*/ 83560 w 5158787"/>
              <a:gd name="connsiteY37914" fmla="*/ 491923 h 4489084"/>
              <a:gd name="connsiteX37915" fmla="*/ 71419 w 5158787"/>
              <a:gd name="connsiteY37915" fmla="*/ 491923 h 4489084"/>
              <a:gd name="connsiteX37916" fmla="*/ 70649 w 5158787"/>
              <a:gd name="connsiteY37916" fmla="*/ 491509 h 4489084"/>
              <a:gd name="connsiteX37917" fmla="*/ 64608 w 5158787"/>
              <a:gd name="connsiteY37917" fmla="*/ 480967 h 4489084"/>
              <a:gd name="connsiteX37918" fmla="*/ 64608 w 5158787"/>
              <a:gd name="connsiteY37918" fmla="*/ 480138 h 4489084"/>
              <a:gd name="connsiteX37919" fmla="*/ 70708 w 5158787"/>
              <a:gd name="connsiteY37919" fmla="*/ 469596 h 4489084"/>
              <a:gd name="connsiteX37920" fmla="*/ 71478 w 5158787"/>
              <a:gd name="connsiteY37920" fmla="*/ 469181 h 4489084"/>
              <a:gd name="connsiteX37921" fmla="*/ 4467104 w 5158787"/>
              <a:gd name="connsiteY37921" fmla="*/ 468589 h 4489084"/>
              <a:gd name="connsiteX37922" fmla="*/ 4479897 w 5158787"/>
              <a:gd name="connsiteY37922" fmla="*/ 468589 h 4489084"/>
              <a:gd name="connsiteX37923" fmla="*/ 4480667 w 5158787"/>
              <a:gd name="connsiteY37923" fmla="*/ 469063 h 4489084"/>
              <a:gd name="connsiteX37924" fmla="*/ 4487063 w 5158787"/>
              <a:gd name="connsiteY37924" fmla="*/ 480138 h 4489084"/>
              <a:gd name="connsiteX37925" fmla="*/ 4487063 w 5158787"/>
              <a:gd name="connsiteY37925" fmla="*/ 481026 h 4489084"/>
              <a:gd name="connsiteX37926" fmla="*/ 4480667 w 5158787"/>
              <a:gd name="connsiteY37926" fmla="*/ 492101 h 4489084"/>
              <a:gd name="connsiteX37927" fmla="*/ 4479897 w 5158787"/>
              <a:gd name="connsiteY37927" fmla="*/ 492575 h 4489084"/>
              <a:gd name="connsiteX37928" fmla="*/ 4467104 w 5158787"/>
              <a:gd name="connsiteY37928" fmla="*/ 492575 h 4489084"/>
              <a:gd name="connsiteX37929" fmla="*/ 4466334 w 5158787"/>
              <a:gd name="connsiteY37929" fmla="*/ 492101 h 4489084"/>
              <a:gd name="connsiteX37930" fmla="*/ 4459938 w 5158787"/>
              <a:gd name="connsiteY37930" fmla="*/ 481026 h 4489084"/>
              <a:gd name="connsiteX37931" fmla="*/ 4459938 w 5158787"/>
              <a:gd name="connsiteY37931" fmla="*/ 480138 h 4489084"/>
              <a:gd name="connsiteX37932" fmla="*/ 4466334 w 5158787"/>
              <a:gd name="connsiteY37932" fmla="*/ 469063 h 4489084"/>
              <a:gd name="connsiteX37933" fmla="*/ 4467104 w 5158787"/>
              <a:gd name="connsiteY37933" fmla="*/ 468589 h 4489084"/>
              <a:gd name="connsiteX37934" fmla="*/ 4737349 w 5158787"/>
              <a:gd name="connsiteY37934" fmla="*/ 467937 h 4489084"/>
              <a:gd name="connsiteX37935" fmla="*/ 4750793 w 5158787"/>
              <a:gd name="connsiteY37935" fmla="*/ 467937 h 4489084"/>
              <a:gd name="connsiteX37936" fmla="*/ 4751622 w 5158787"/>
              <a:gd name="connsiteY37936" fmla="*/ 468411 h 4489084"/>
              <a:gd name="connsiteX37937" fmla="*/ 4758374 w 5158787"/>
              <a:gd name="connsiteY37937" fmla="*/ 480078 h 4489084"/>
              <a:gd name="connsiteX37938" fmla="*/ 4758374 w 5158787"/>
              <a:gd name="connsiteY37938" fmla="*/ 481026 h 4489084"/>
              <a:gd name="connsiteX37939" fmla="*/ 4751622 w 5158787"/>
              <a:gd name="connsiteY37939" fmla="*/ 492693 h 4489084"/>
              <a:gd name="connsiteX37940" fmla="*/ 4750793 w 5158787"/>
              <a:gd name="connsiteY37940" fmla="*/ 493167 h 4489084"/>
              <a:gd name="connsiteX37941" fmla="*/ 4737349 w 5158787"/>
              <a:gd name="connsiteY37941" fmla="*/ 493167 h 4489084"/>
              <a:gd name="connsiteX37942" fmla="*/ 4736519 w 5158787"/>
              <a:gd name="connsiteY37942" fmla="*/ 492693 h 4489084"/>
              <a:gd name="connsiteX37943" fmla="*/ 4729768 w 5158787"/>
              <a:gd name="connsiteY37943" fmla="*/ 481026 h 4489084"/>
              <a:gd name="connsiteX37944" fmla="*/ 4729768 w 5158787"/>
              <a:gd name="connsiteY37944" fmla="*/ 480078 h 4489084"/>
              <a:gd name="connsiteX37945" fmla="*/ 4736519 w 5158787"/>
              <a:gd name="connsiteY37945" fmla="*/ 468411 h 4489084"/>
              <a:gd name="connsiteX37946" fmla="*/ 4737349 w 5158787"/>
              <a:gd name="connsiteY37946" fmla="*/ 467937 h 4489084"/>
              <a:gd name="connsiteX37947" fmla="*/ 4533910 w 5158787"/>
              <a:gd name="connsiteY37947" fmla="*/ 467049 h 4489084"/>
              <a:gd name="connsiteX37948" fmla="*/ 4548361 w 5158787"/>
              <a:gd name="connsiteY37948" fmla="*/ 467049 h 4489084"/>
              <a:gd name="connsiteX37949" fmla="*/ 4549249 w 5158787"/>
              <a:gd name="connsiteY37949" fmla="*/ 467582 h 4489084"/>
              <a:gd name="connsiteX37950" fmla="*/ 4556475 w 5158787"/>
              <a:gd name="connsiteY37950" fmla="*/ 480138 h 4489084"/>
              <a:gd name="connsiteX37951" fmla="*/ 4556475 w 5158787"/>
              <a:gd name="connsiteY37951" fmla="*/ 481145 h 4489084"/>
              <a:gd name="connsiteX37952" fmla="*/ 4549249 w 5158787"/>
              <a:gd name="connsiteY37952" fmla="*/ 493700 h 4489084"/>
              <a:gd name="connsiteX37953" fmla="*/ 4548361 w 5158787"/>
              <a:gd name="connsiteY37953" fmla="*/ 494233 h 4489084"/>
              <a:gd name="connsiteX37954" fmla="*/ 4533910 w 5158787"/>
              <a:gd name="connsiteY37954" fmla="*/ 494233 h 4489084"/>
              <a:gd name="connsiteX37955" fmla="*/ 4533022 w 5158787"/>
              <a:gd name="connsiteY37955" fmla="*/ 493700 h 4489084"/>
              <a:gd name="connsiteX37956" fmla="*/ 4525796 w 5158787"/>
              <a:gd name="connsiteY37956" fmla="*/ 481145 h 4489084"/>
              <a:gd name="connsiteX37957" fmla="*/ 4525796 w 5158787"/>
              <a:gd name="connsiteY37957" fmla="*/ 480138 h 4489084"/>
              <a:gd name="connsiteX37958" fmla="*/ 4533022 w 5158787"/>
              <a:gd name="connsiteY37958" fmla="*/ 467582 h 4489084"/>
              <a:gd name="connsiteX37959" fmla="*/ 4533910 w 5158787"/>
              <a:gd name="connsiteY37959" fmla="*/ 467049 h 4489084"/>
              <a:gd name="connsiteX37960" fmla="*/ 2775458 w 5158787"/>
              <a:gd name="connsiteY37960" fmla="*/ 466930 h 4489084"/>
              <a:gd name="connsiteX37961" fmla="*/ 2790028 w 5158787"/>
              <a:gd name="connsiteY37961" fmla="*/ 466930 h 4489084"/>
              <a:gd name="connsiteX37962" fmla="*/ 2790916 w 5158787"/>
              <a:gd name="connsiteY37962" fmla="*/ 467463 h 4489084"/>
              <a:gd name="connsiteX37963" fmla="*/ 2798201 w 5158787"/>
              <a:gd name="connsiteY37963" fmla="*/ 480078 h 4489084"/>
              <a:gd name="connsiteX37964" fmla="*/ 2798201 w 5158787"/>
              <a:gd name="connsiteY37964" fmla="*/ 481085 h 4489084"/>
              <a:gd name="connsiteX37965" fmla="*/ 2790916 w 5158787"/>
              <a:gd name="connsiteY37965" fmla="*/ 493700 h 4489084"/>
              <a:gd name="connsiteX37966" fmla="*/ 2790028 w 5158787"/>
              <a:gd name="connsiteY37966" fmla="*/ 494233 h 4489084"/>
              <a:gd name="connsiteX37967" fmla="*/ 2775458 w 5158787"/>
              <a:gd name="connsiteY37967" fmla="*/ 494233 h 4489084"/>
              <a:gd name="connsiteX37968" fmla="*/ 2774570 w 5158787"/>
              <a:gd name="connsiteY37968" fmla="*/ 493700 h 4489084"/>
              <a:gd name="connsiteX37969" fmla="*/ 2767285 w 5158787"/>
              <a:gd name="connsiteY37969" fmla="*/ 481085 h 4489084"/>
              <a:gd name="connsiteX37970" fmla="*/ 2767285 w 5158787"/>
              <a:gd name="connsiteY37970" fmla="*/ 480078 h 4489084"/>
              <a:gd name="connsiteX37971" fmla="*/ 2774570 w 5158787"/>
              <a:gd name="connsiteY37971" fmla="*/ 467463 h 4489084"/>
              <a:gd name="connsiteX37972" fmla="*/ 2775458 w 5158787"/>
              <a:gd name="connsiteY37972" fmla="*/ 466930 h 4489084"/>
              <a:gd name="connsiteX37973" fmla="*/ 4398463 w 5158787"/>
              <a:gd name="connsiteY37973" fmla="*/ 466693 h 4489084"/>
              <a:gd name="connsiteX37974" fmla="*/ 4413269 w 5158787"/>
              <a:gd name="connsiteY37974" fmla="*/ 466693 h 4489084"/>
              <a:gd name="connsiteX37975" fmla="*/ 4414158 w 5158787"/>
              <a:gd name="connsiteY37975" fmla="*/ 467226 h 4489084"/>
              <a:gd name="connsiteX37976" fmla="*/ 4421561 w 5158787"/>
              <a:gd name="connsiteY37976" fmla="*/ 480019 h 4489084"/>
              <a:gd name="connsiteX37977" fmla="*/ 4421561 w 5158787"/>
              <a:gd name="connsiteY37977" fmla="*/ 481085 h 4489084"/>
              <a:gd name="connsiteX37978" fmla="*/ 4414158 w 5158787"/>
              <a:gd name="connsiteY37978" fmla="*/ 493877 h 4489084"/>
              <a:gd name="connsiteX37979" fmla="*/ 4413269 w 5158787"/>
              <a:gd name="connsiteY37979" fmla="*/ 494410 h 4489084"/>
              <a:gd name="connsiteX37980" fmla="*/ 4398463 w 5158787"/>
              <a:gd name="connsiteY37980" fmla="*/ 494410 h 4489084"/>
              <a:gd name="connsiteX37981" fmla="*/ 4397575 w 5158787"/>
              <a:gd name="connsiteY37981" fmla="*/ 493877 h 4489084"/>
              <a:gd name="connsiteX37982" fmla="*/ 4390171 w 5158787"/>
              <a:gd name="connsiteY37982" fmla="*/ 481085 h 4489084"/>
              <a:gd name="connsiteX37983" fmla="*/ 4390171 w 5158787"/>
              <a:gd name="connsiteY37983" fmla="*/ 480019 h 4489084"/>
              <a:gd name="connsiteX37984" fmla="*/ 4397575 w 5158787"/>
              <a:gd name="connsiteY37984" fmla="*/ 467226 h 4489084"/>
              <a:gd name="connsiteX37985" fmla="*/ 4398463 w 5158787"/>
              <a:gd name="connsiteY37985" fmla="*/ 466693 h 4489084"/>
              <a:gd name="connsiteX37986" fmla="*/ 3925076 w 5158787"/>
              <a:gd name="connsiteY37986" fmla="*/ 466693 h 4489084"/>
              <a:gd name="connsiteX37987" fmla="*/ 3939883 w 5158787"/>
              <a:gd name="connsiteY37987" fmla="*/ 466693 h 4489084"/>
              <a:gd name="connsiteX37988" fmla="*/ 3940771 w 5158787"/>
              <a:gd name="connsiteY37988" fmla="*/ 467226 h 4489084"/>
              <a:gd name="connsiteX37989" fmla="*/ 3948174 w 5158787"/>
              <a:gd name="connsiteY37989" fmla="*/ 480019 h 4489084"/>
              <a:gd name="connsiteX37990" fmla="*/ 3948174 w 5158787"/>
              <a:gd name="connsiteY37990" fmla="*/ 481085 h 4489084"/>
              <a:gd name="connsiteX37991" fmla="*/ 3940771 w 5158787"/>
              <a:gd name="connsiteY37991" fmla="*/ 493877 h 4489084"/>
              <a:gd name="connsiteX37992" fmla="*/ 3939883 w 5158787"/>
              <a:gd name="connsiteY37992" fmla="*/ 494410 h 4489084"/>
              <a:gd name="connsiteX37993" fmla="*/ 3925076 w 5158787"/>
              <a:gd name="connsiteY37993" fmla="*/ 494410 h 4489084"/>
              <a:gd name="connsiteX37994" fmla="*/ 3924189 w 5158787"/>
              <a:gd name="connsiteY37994" fmla="*/ 493877 h 4489084"/>
              <a:gd name="connsiteX37995" fmla="*/ 3916785 w 5158787"/>
              <a:gd name="connsiteY37995" fmla="*/ 481085 h 4489084"/>
              <a:gd name="connsiteX37996" fmla="*/ 3916785 w 5158787"/>
              <a:gd name="connsiteY37996" fmla="*/ 480019 h 4489084"/>
              <a:gd name="connsiteX37997" fmla="*/ 3924189 w 5158787"/>
              <a:gd name="connsiteY37997" fmla="*/ 467226 h 4489084"/>
              <a:gd name="connsiteX37998" fmla="*/ 3925076 w 5158787"/>
              <a:gd name="connsiteY37998" fmla="*/ 466693 h 4489084"/>
              <a:gd name="connsiteX37999" fmla="*/ 137691 w 5158787"/>
              <a:gd name="connsiteY37999" fmla="*/ 466516 h 4489084"/>
              <a:gd name="connsiteX38000" fmla="*/ 152675 w 5158787"/>
              <a:gd name="connsiteY38000" fmla="*/ 466516 h 4489084"/>
              <a:gd name="connsiteX38001" fmla="*/ 153564 w 5158787"/>
              <a:gd name="connsiteY38001" fmla="*/ 467049 h 4489084"/>
              <a:gd name="connsiteX38002" fmla="*/ 161085 w 5158787"/>
              <a:gd name="connsiteY38002" fmla="*/ 480078 h 4489084"/>
              <a:gd name="connsiteX38003" fmla="*/ 161085 w 5158787"/>
              <a:gd name="connsiteY38003" fmla="*/ 481145 h 4489084"/>
              <a:gd name="connsiteX38004" fmla="*/ 153564 w 5158787"/>
              <a:gd name="connsiteY38004" fmla="*/ 494174 h 4489084"/>
              <a:gd name="connsiteX38005" fmla="*/ 152675 w 5158787"/>
              <a:gd name="connsiteY38005" fmla="*/ 494707 h 4489084"/>
              <a:gd name="connsiteX38006" fmla="*/ 137691 w 5158787"/>
              <a:gd name="connsiteY38006" fmla="*/ 494707 h 4489084"/>
              <a:gd name="connsiteX38007" fmla="*/ 136803 w 5158787"/>
              <a:gd name="connsiteY38007" fmla="*/ 494174 h 4489084"/>
              <a:gd name="connsiteX38008" fmla="*/ 129281 w 5158787"/>
              <a:gd name="connsiteY38008" fmla="*/ 481145 h 4489084"/>
              <a:gd name="connsiteX38009" fmla="*/ 129281 w 5158787"/>
              <a:gd name="connsiteY38009" fmla="*/ 480078 h 4489084"/>
              <a:gd name="connsiteX38010" fmla="*/ 136803 w 5158787"/>
              <a:gd name="connsiteY38010" fmla="*/ 467049 h 4489084"/>
              <a:gd name="connsiteX38011" fmla="*/ 137691 w 5158787"/>
              <a:gd name="connsiteY38011" fmla="*/ 466516 h 4489084"/>
              <a:gd name="connsiteX38012" fmla="*/ 2707349 w 5158787"/>
              <a:gd name="connsiteY38012" fmla="*/ 465983 h 4489084"/>
              <a:gd name="connsiteX38013" fmla="*/ 2722926 w 5158787"/>
              <a:gd name="connsiteY38013" fmla="*/ 465983 h 4489084"/>
              <a:gd name="connsiteX38014" fmla="*/ 2723873 w 5158787"/>
              <a:gd name="connsiteY38014" fmla="*/ 466516 h 4489084"/>
              <a:gd name="connsiteX38015" fmla="*/ 2731632 w 5158787"/>
              <a:gd name="connsiteY38015" fmla="*/ 480019 h 4489084"/>
              <a:gd name="connsiteX38016" fmla="*/ 2731632 w 5158787"/>
              <a:gd name="connsiteY38016" fmla="*/ 481145 h 4489084"/>
              <a:gd name="connsiteX38017" fmla="*/ 2723814 w 5158787"/>
              <a:gd name="connsiteY38017" fmla="*/ 494648 h 4489084"/>
              <a:gd name="connsiteX38018" fmla="*/ 2722866 w 5158787"/>
              <a:gd name="connsiteY38018" fmla="*/ 495181 h 4489084"/>
              <a:gd name="connsiteX38019" fmla="*/ 2707290 w 5158787"/>
              <a:gd name="connsiteY38019" fmla="*/ 495181 h 4489084"/>
              <a:gd name="connsiteX38020" fmla="*/ 2706343 w 5158787"/>
              <a:gd name="connsiteY38020" fmla="*/ 494648 h 4489084"/>
              <a:gd name="connsiteX38021" fmla="*/ 2698584 w 5158787"/>
              <a:gd name="connsiteY38021" fmla="*/ 481145 h 4489084"/>
              <a:gd name="connsiteX38022" fmla="*/ 2698584 w 5158787"/>
              <a:gd name="connsiteY38022" fmla="*/ 480019 h 4489084"/>
              <a:gd name="connsiteX38023" fmla="*/ 2706402 w 5158787"/>
              <a:gd name="connsiteY38023" fmla="*/ 466516 h 4489084"/>
              <a:gd name="connsiteX38024" fmla="*/ 2707349 w 5158787"/>
              <a:gd name="connsiteY38024" fmla="*/ 465983 h 4489084"/>
              <a:gd name="connsiteX38025" fmla="*/ 3992238 w 5158787"/>
              <a:gd name="connsiteY38025" fmla="*/ 465864 h 4489084"/>
              <a:gd name="connsiteX38026" fmla="*/ 4007932 w 5158787"/>
              <a:gd name="connsiteY38026" fmla="*/ 465864 h 4489084"/>
              <a:gd name="connsiteX38027" fmla="*/ 4008880 w 5158787"/>
              <a:gd name="connsiteY38027" fmla="*/ 466397 h 4489084"/>
              <a:gd name="connsiteX38028" fmla="*/ 4016698 w 5158787"/>
              <a:gd name="connsiteY38028" fmla="*/ 479960 h 4489084"/>
              <a:gd name="connsiteX38029" fmla="*/ 4016698 w 5158787"/>
              <a:gd name="connsiteY38029" fmla="*/ 481085 h 4489084"/>
              <a:gd name="connsiteX38030" fmla="*/ 4008880 w 5158787"/>
              <a:gd name="connsiteY38030" fmla="*/ 494647 h 4489084"/>
              <a:gd name="connsiteX38031" fmla="*/ 4007932 w 5158787"/>
              <a:gd name="connsiteY38031" fmla="*/ 495180 h 4489084"/>
              <a:gd name="connsiteX38032" fmla="*/ 3992238 w 5158787"/>
              <a:gd name="connsiteY38032" fmla="*/ 495180 h 4489084"/>
              <a:gd name="connsiteX38033" fmla="*/ 3991290 w 5158787"/>
              <a:gd name="connsiteY38033" fmla="*/ 494647 h 4489084"/>
              <a:gd name="connsiteX38034" fmla="*/ 3983472 w 5158787"/>
              <a:gd name="connsiteY38034" fmla="*/ 481085 h 4489084"/>
              <a:gd name="connsiteX38035" fmla="*/ 3983472 w 5158787"/>
              <a:gd name="connsiteY38035" fmla="*/ 479960 h 4489084"/>
              <a:gd name="connsiteX38036" fmla="*/ 3991290 w 5158787"/>
              <a:gd name="connsiteY38036" fmla="*/ 466397 h 4489084"/>
              <a:gd name="connsiteX38037" fmla="*/ 3992238 w 5158787"/>
              <a:gd name="connsiteY38037" fmla="*/ 465864 h 4489084"/>
              <a:gd name="connsiteX38038" fmla="*/ 678298 w 5158787"/>
              <a:gd name="connsiteY38038" fmla="*/ 465805 h 4489084"/>
              <a:gd name="connsiteX38039" fmla="*/ 694111 w 5158787"/>
              <a:gd name="connsiteY38039" fmla="*/ 465805 h 4489084"/>
              <a:gd name="connsiteX38040" fmla="*/ 695059 w 5158787"/>
              <a:gd name="connsiteY38040" fmla="*/ 466338 h 4489084"/>
              <a:gd name="connsiteX38041" fmla="*/ 702935 w 5158787"/>
              <a:gd name="connsiteY38041" fmla="*/ 480019 h 4489084"/>
              <a:gd name="connsiteX38042" fmla="*/ 702935 w 5158787"/>
              <a:gd name="connsiteY38042" fmla="*/ 481144 h 4489084"/>
              <a:gd name="connsiteX38043" fmla="*/ 695059 w 5158787"/>
              <a:gd name="connsiteY38043" fmla="*/ 494825 h 4489084"/>
              <a:gd name="connsiteX38044" fmla="*/ 694111 w 5158787"/>
              <a:gd name="connsiteY38044" fmla="*/ 495358 h 4489084"/>
              <a:gd name="connsiteX38045" fmla="*/ 678298 w 5158787"/>
              <a:gd name="connsiteY38045" fmla="*/ 495358 h 4489084"/>
              <a:gd name="connsiteX38046" fmla="*/ 677350 w 5158787"/>
              <a:gd name="connsiteY38046" fmla="*/ 494825 h 4489084"/>
              <a:gd name="connsiteX38047" fmla="*/ 669473 w 5158787"/>
              <a:gd name="connsiteY38047" fmla="*/ 481144 h 4489084"/>
              <a:gd name="connsiteX38048" fmla="*/ 669473 w 5158787"/>
              <a:gd name="connsiteY38048" fmla="*/ 480019 h 4489084"/>
              <a:gd name="connsiteX38049" fmla="*/ 677350 w 5158787"/>
              <a:gd name="connsiteY38049" fmla="*/ 466338 h 4489084"/>
              <a:gd name="connsiteX38050" fmla="*/ 678298 w 5158787"/>
              <a:gd name="connsiteY38050" fmla="*/ 465805 h 4489084"/>
              <a:gd name="connsiteX38051" fmla="*/ 4059637 w 5158787"/>
              <a:gd name="connsiteY38051" fmla="*/ 465390 h 4489084"/>
              <a:gd name="connsiteX38052" fmla="*/ 4075864 w 5158787"/>
              <a:gd name="connsiteY38052" fmla="*/ 465390 h 4489084"/>
              <a:gd name="connsiteX38053" fmla="*/ 4076871 w 5158787"/>
              <a:gd name="connsiteY38053" fmla="*/ 465982 h 4489084"/>
              <a:gd name="connsiteX38054" fmla="*/ 4084985 w 5158787"/>
              <a:gd name="connsiteY38054" fmla="*/ 480019 h 4489084"/>
              <a:gd name="connsiteX38055" fmla="*/ 4084985 w 5158787"/>
              <a:gd name="connsiteY38055" fmla="*/ 481144 h 4489084"/>
              <a:gd name="connsiteX38056" fmla="*/ 4076871 w 5158787"/>
              <a:gd name="connsiteY38056" fmla="*/ 495180 h 4489084"/>
              <a:gd name="connsiteX38057" fmla="*/ 4075864 w 5158787"/>
              <a:gd name="connsiteY38057" fmla="*/ 495773 h 4489084"/>
              <a:gd name="connsiteX38058" fmla="*/ 4059637 w 5158787"/>
              <a:gd name="connsiteY38058" fmla="*/ 495773 h 4489084"/>
              <a:gd name="connsiteX38059" fmla="*/ 4058630 w 5158787"/>
              <a:gd name="connsiteY38059" fmla="*/ 495180 h 4489084"/>
              <a:gd name="connsiteX38060" fmla="*/ 4050516 w 5158787"/>
              <a:gd name="connsiteY38060" fmla="*/ 481144 h 4489084"/>
              <a:gd name="connsiteX38061" fmla="*/ 4050516 w 5158787"/>
              <a:gd name="connsiteY38061" fmla="*/ 480019 h 4489084"/>
              <a:gd name="connsiteX38062" fmla="*/ 4058630 w 5158787"/>
              <a:gd name="connsiteY38062" fmla="*/ 465982 h 4489084"/>
              <a:gd name="connsiteX38063" fmla="*/ 4059637 w 5158787"/>
              <a:gd name="connsiteY38063" fmla="*/ 465390 h 4489084"/>
              <a:gd name="connsiteX38064" fmla="*/ 1016059 w 5158787"/>
              <a:gd name="connsiteY38064" fmla="*/ 465035 h 4489084"/>
              <a:gd name="connsiteX38065" fmla="*/ 1032642 w 5158787"/>
              <a:gd name="connsiteY38065" fmla="*/ 465035 h 4489084"/>
              <a:gd name="connsiteX38066" fmla="*/ 1033649 w 5158787"/>
              <a:gd name="connsiteY38066" fmla="*/ 465627 h 4489084"/>
              <a:gd name="connsiteX38067" fmla="*/ 1041941 w 5158787"/>
              <a:gd name="connsiteY38067" fmla="*/ 479960 h 4489084"/>
              <a:gd name="connsiteX38068" fmla="*/ 1041941 w 5158787"/>
              <a:gd name="connsiteY38068" fmla="*/ 481144 h 4489084"/>
              <a:gd name="connsiteX38069" fmla="*/ 1033649 w 5158787"/>
              <a:gd name="connsiteY38069" fmla="*/ 495477 h 4489084"/>
              <a:gd name="connsiteX38070" fmla="*/ 1032642 w 5158787"/>
              <a:gd name="connsiteY38070" fmla="*/ 496069 h 4489084"/>
              <a:gd name="connsiteX38071" fmla="*/ 1016059 w 5158787"/>
              <a:gd name="connsiteY38071" fmla="*/ 496069 h 4489084"/>
              <a:gd name="connsiteX38072" fmla="*/ 1015052 w 5158787"/>
              <a:gd name="connsiteY38072" fmla="*/ 495477 h 4489084"/>
              <a:gd name="connsiteX38073" fmla="*/ 1006761 w 5158787"/>
              <a:gd name="connsiteY38073" fmla="*/ 481144 h 4489084"/>
              <a:gd name="connsiteX38074" fmla="*/ 1006761 w 5158787"/>
              <a:gd name="connsiteY38074" fmla="*/ 479960 h 4489084"/>
              <a:gd name="connsiteX38075" fmla="*/ 1015052 w 5158787"/>
              <a:gd name="connsiteY38075" fmla="*/ 465627 h 4489084"/>
              <a:gd name="connsiteX38076" fmla="*/ 1016059 w 5158787"/>
              <a:gd name="connsiteY38076" fmla="*/ 465035 h 4489084"/>
              <a:gd name="connsiteX38077" fmla="*/ 4803385 w 5158787"/>
              <a:gd name="connsiteY38077" fmla="*/ 464976 h 4489084"/>
              <a:gd name="connsiteX38078" fmla="*/ 4820027 w 5158787"/>
              <a:gd name="connsiteY38078" fmla="*/ 464976 h 4489084"/>
              <a:gd name="connsiteX38079" fmla="*/ 4821034 w 5158787"/>
              <a:gd name="connsiteY38079" fmla="*/ 465568 h 4489084"/>
              <a:gd name="connsiteX38080" fmla="*/ 4829385 w 5158787"/>
              <a:gd name="connsiteY38080" fmla="*/ 480019 h 4489084"/>
              <a:gd name="connsiteX38081" fmla="*/ 4829385 w 5158787"/>
              <a:gd name="connsiteY38081" fmla="*/ 481204 h 4489084"/>
              <a:gd name="connsiteX38082" fmla="*/ 4821034 w 5158787"/>
              <a:gd name="connsiteY38082" fmla="*/ 495655 h 4489084"/>
              <a:gd name="connsiteX38083" fmla="*/ 4820027 w 5158787"/>
              <a:gd name="connsiteY38083" fmla="*/ 496247 h 4489084"/>
              <a:gd name="connsiteX38084" fmla="*/ 4803385 w 5158787"/>
              <a:gd name="connsiteY38084" fmla="*/ 496247 h 4489084"/>
              <a:gd name="connsiteX38085" fmla="*/ 4802378 w 5158787"/>
              <a:gd name="connsiteY38085" fmla="*/ 495655 h 4489084"/>
              <a:gd name="connsiteX38086" fmla="*/ 4794028 w 5158787"/>
              <a:gd name="connsiteY38086" fmla="*/ 481204 h 4489084"/>
              <a:gd name="connsiteX38087" fmla="*/ 4794028 w 5158787"/>
              <a:gd name="connsiteY38087" fmla="*/ 480019 h 4489084"/>
              <a:gd name="connsiteX38088" fmla="*/ 4802378 w 5158787"/>
              <a:gd name="connsiteY38088" fmla="*/ 465568 h 4489084"/>
              <a:gd name="connsiteX38089" fmla="*/ 4803385 w 5158787"/>
              <a:gd name="connsiteY38089" fmla="*/ 464976 h 4489084"/>
              <a:gd name="connsiteX38090" fmla="*/ 203905 w 5158787"/>
              <a:gd name="connsiteY38090" fmla="*/ 463910 h 4489084"/>
              <a:gd name="connsiteX38091" fmla="*/ 221672 w 5158787"/>
              <a:gd name="connsiteY38091" fmla="*/ 463910 h 4489084"/>
              <a:gd name="connsiteX38092" fmla="*/ 222738 w 5158787"/>
              <a:gd name="connsiteY38092" fmla="*/ 464561 h 4489084"/>
              <a:gd name="connsiteX38093" fmla="*/ 231622 w 5158787"/>
              <a:gd name="connsiteY38093" fmla="*/ 479960 h 4489084"/>
              <a:gd name="connsiteX38094" fmla="*/ 231622 w 5158787"/>
              <a:gd name="connsiteY38094" fmla="*/ 481204 h 4489084"/>
              <a:gd name="connsiteX38095" fmla="*/ 222738 w 5158787"/>
              <a:gd name="connsiteY38095" fmla="*/ 496602 h 4489084"/>
              <a:gd name="connsiteX38096" fmla="*/ 221672 w 5158787"/>
              <a:gd name="connsiteY38096" fmla="*/ 497254 h 4489084"/>
              <a:gd name="connsiteX38097" fmla="*/ 203905 w 5158787"/>
              <a:gd name="connsiteY38097" fmla="*/ 497254 h 4489084"/>
              <a:gd name="connsiteX38098" fmla="*/ 202838 w 5158787"/>
              <a:gd name="connsiteY38098" fmla="*/ 496602 h 4489084"/>
              <a:gd name="connsiteX38099" fmla="*/ 193955 w 5158787"/>
              <a:gd name="connsiteY38099" fmla="*/ 481204 h 4489084"/>
              <a:gd name="connsiteX38100" fmla="*/ 193955 w 5158787"/>
              <a:gd name="connsiteY38100" fmla="*/ 479960 h 4489084"/>
              <a:gd name="connsiteX38101" fmla="*/ 202838 w 5158787"/>
              <a:gd name="connsiteY38101" fmla="*/ 464561 h 4489084"/>
              <a:gd name="connsiteX38102" fmla="*/ 203905 w 5158787"/>
              <a:gd name="connsiteY38102" fmla="*/ 463910 h 4489084"/>
              <a:gd name="connsiteX38103" fmla="*/ 4599769 w 5158787"/>
              <a:gd name="connsiteY38103" fmla="*/ 463732 h 4489084"/>
              <a:gd name="connsiteX38104" fmla="*/ 4617774 w 5158787"/>
              <a:gd name="connsiteY38104" fmla="*/ 463732 h 4489084"/>
              <a:gd name="connsiteX38105" fmla="*/ 4618899 w 5158787"/>
              <a:gd name="connsiteY38105" fmla="*/ 464383 h 4489084"/>
              <a:gd name="connsiteX38106" fmla="*/ 4627901 w 5158787"/>
              <a:gd name="connsiteY38106" fmla="*/ 479960 h 4489084"/>
              <a:gd name="connsiteX38107" fmla="*/ 4627901 w 5158787"/>
              <a:gd name="connsiteY38107" fmla="*/ 481203 h 4489084"/>
              <a:gd name="connsiteX38108" fmla="*/ 4618899 w 5158787"/>
              <a:gd name="connsiteY38108" fmla="*/ 496780 h 4489084"/>
              <a:gd name="connsiteX38109" fmla="*/ 4617774 w 5158787"/>
              <a:gd name="connsiteY38109" fmla="*/ 497431 h 4489084"/>
              <a:gd name="connsiteX38110" fmla="*/ 4599769 w 5158787"/>
              <a:gd name="connsiteY38110" fmla="*/ 497431 h 4489084"/>
              <a:gd name="connsiteX38111" fmla="*/ 4598643 w 5158787"/>
              <a:gd name="connsiteY38111" fmla="*/ 496780 h 4489084"/>
              <a:gd name="connsiteX38112" fmla="*/ 4589642 w 5158787"/>
              <a:gd name="connsiteY38112" fmla="*/ 481203 h 4489084"/>
              <a:gd name="connsiteX38113" fmla="*/ 4589642 w 5158787"/>
              <a:gd name="connsiteY38113" fmla="*/ 479960 h 4489084"/>
              <a:gd name="connsiteX38114" fmla="*/ 4598643 w 5158787"/>
              <a:gd name="connsiteY38114" fmla="*/ 464383 h 4489084"/>
              <a:gd name="connsiteX38115" fmla="*/ 4599769 w 5158787"/>
              <a:gd name="connsiteY38115" fmla="*/ 463732 h 4489084"/>
              <a:gd name="connsiteX38116" fmla="*/ 2638411 w 5158787"/>
              <a:gd name="connsiteY38116" fmla="*/ 463613 h 4489084"/>
              <a:gd name="connsiteX38117" fmla="*/ 2656534 w 5158787"/>
              <a:gd name="connsiteY38117" fmla="*/ 463613 h 4489084"/>
              <a:gd name="connsiteX38118" fmla="*/ 2657660 w 5158787"/>
              <a:gd name="connsiteY38118" fmla="*/ 464265 h 4489084"/>
              <a:gd name="connsiteX38119" fmla="*/ 2666721 w 5158787"/>
              <a:gd name="connsiteY38119" fmla="*/ 479959 h 4489084"/>
              <a:gd name="connsiteX38120" fmla="*/ 2666721 w 5158787"/>
              <a:gd name="connsiteY38120" fmla="*/ 481262 h 4489084"/>
              <a:gd name="connsiteX38121" fmla="*/ 2657660 w 5158787"/>
              <a:gd name="connsiteY38121" fmla="*/ 496957 h 4489084"/>
              <a:gd name="connsiteX38122" fmla="*/ 2656534 w 5158787"/>
              <a:gd name="connsiteY38122" fmla="*/ 497608 h 4489084"/>
              <a:gd name="connsiteX38123" fmla="*/ 2638411 w 5158787"/>
              <a:gd name="connsiteY38123" fmla="*/ 497608 h 4489084"/>
              <a:gd name="connsiteX38124" fmla="*/ 2637286 w 5158787"/>
              <a:gd name="connsiteY38124" fmla="*/ 496957 h 4489084"/>
              <a:gd name="connsiteX38125" fmla="*/ 2628225 w 5158787"/>
              <a:gd name="connsiteY38125" fmla="*/ 481262 h 4489084"/>
              <a:gd name="connsiteX38126" fmla="*/ 2628225 w 5158787"/>
              <a:gd name="connsiteY38126" fmla="*/ 479959 h 4489084"/>
              <a:gd name="connsiteX38127" fmla="*/ 2637286 w 5158787"/>
              <a:gd name="connsiteY38127" fmla="*/ 464265 h 4489084"/>
              <a:gd name="connsiteX38128" fmla="*/ 2638411 w 5158787"/>
              <a:gd name="connsiteY38128" fmla="*/ 463613 h 4489084"/>
              <a:gd name="connsiteX38129" fmla="*/ 271304 w 5158787"/>
              <a:gd name="connsiteY38129" fmla="*/ 463495 h 4489084"/>
              <a:gd name="connsiteX38130" fmla="*/ 289545 w 5158787"/>
              <a:gd name="connsiteY38130" fmla="*/ 463495 h 4489084"/>
              <a:gd name="connsiteX38131" fmla="*/ 290670 w 5158787"/>
              <a:gd name="connsiteY38131" fmla="*/ 464147 h 4489084"/>
              <a:gd name="connsiteX38132" fmla="*/ 299791 w 5158787"/>
              <a:gd name="connsiteY38132" fmla="*/ 479900 h 4489084"/>
              <a:gd name="connsiteX38133" fmla="*/ 299791 w 5158787"/>
              <a:gd name="connsiteY38133" fmla="*/ 481203 h 4489084"/>
              <a:gd name="connsiteX38134" fmla="*/ 290670 w 5158787"/>
              <a:gd name="connsiteY38134" fmla="*/ 496957 h 4489084"/>
              <a:gd name="connsiteX38135" fmla="*/ 289545 w 5158787"/>
              <a:gd name="connsiteY38135" fmla="*/ 497609 h 4489084"/>
              <a:gd name="connsiteX38136" fmla="*/ 271304 w 5158787"/>
              <a:gd name="connsiteY38136" fmla="*/ 497609 h 4489084"/>
              <a:gd name="connsiteX38137" fmla="*/ 270178 w 5158787"/>
              <a:gd name="connsiteY38137" fmla="*/ 496957 h 4489084"/>
              <a:gd name="connsiteX38138" fmla="*/ 261058 w 5158787"/>
              <a:gd name="connsiteY38138" fmla="*/ 481203 h 4489084"/>
              <a:gd name="connsiteX38139" fmla="*/ 261058 w 5158787"/>
              <a:gd name="connsiteY38139" fmla="*/ 479900 h 4489084"/>
              <a:gd name="connsiteX38140" fmla="*/ 270178 w 5158787"/>
              <a:gd name="connsiteY38140" fmla="*/ 464147 h 4489084"/>
              <a:gd name="connsiteX38141" fmla="*/ 271304 w 5158787"/>
              <a:gd name="connsiteY38141" fmla="*/ 463495 h 4489084"/>
              <a:gd name="connsiteX38142" fmla="*/ 4870191 w 5158787"/>
              <a:gd name="connsiteY38142" fmla="*/ 463436 h 4489084"/>
              <a:gd name="connsiteX38143" fmla="*/ 4888491 w 5158787"/>
              <a:gd name="connsiteY38143" fmla="*/ 463436 h 4489084"/>
              <a:gd name="connsiteX38144" fmla="*/ 4889616 w 5158787"/>
              <a:gd name="connsiteY38144" fmla="*/ 464088 h 4489084"/>
              <a:gd name="connsiteX38145" fmla="*/ 4898796 w 5158787"/>
              <a:gd name="connsiteY38145" fmla="*/ 479960 h 4489084"/>
              <a:gd name="connsiteX38146" fmla="*/ 4898796 w 5158787"/>
              <a:gd name="connsiteY38146" fmla="*/ 481263 h 4489084"/>
              <a:gd name="connsiteX38147" fmla="*/ 4889616 w 5158787"/>
              <a:gd name="connsiteY38147" fmla="*/ 497135 h 4489084"/>
              <a:gd name="connsiteX38148" fmla="*/ 4888491 w 5158787"/>
              <a:gd name="connsiteY38148" fmla="*/ 497787 h 4489084"/>
              <a:gd name="connsiteX38149" fmla="*/ 4870191 w 5158787"/>
              <a:gd name="connsiteY38149" fmla="*/ 497787 h 4489084"/>
              <a:gd name="connsiteX38150" fmla="*/ 4869065 w 5158787"/>
              <a:gd name="connsiteY38150" fmla="*/ 497135 h 4489084"/>
              <a:gd name="connsiteX38151" fmla="*/ 4859886 w 5158787"/>
              <a:gd name="connsiteY38151" fmla="*/ 481263 h 4489084"/>
              <a:gd name="connsiteX38152" fmla="*/ 4859886 w 5158787"/>
              <a:gd name="connsiteY38152" fmla="*/ 479960 h 4489084"/>
              <a:gd name="connsiteX38153" fmla="*/ 4869065 w 5158787"/>
              <a:gd name="connsiteY38153" fmla="*/ 464088 h 4489084"/>
              <a:gd name="connsiteX38154" fmla="*/ 4870191 w 5158787"/>
              <a:gd name="connsiteY38154" fmla="*/ 463436 h 4489084"/>
              <a:gd name="connsiteX38155" fmla="*/ 947239 w 5158787"/>
              <a:gd name="connsiteY38155" fmla="*/ 462666 h 4489084"/>
              <a:gd name="connsiteX38156" fmla="*/ 966310 w 5158787"/>
              <a:gd name="connsiteY38156" fmla="*/ 462666 h 4489084"/>
              <a:gd name="connsiteX38157" fmla="*/ 967495 w 5158787"/>
              <a:gd name="connsiteY38157" fmla="*/ 463317 h 4489084"/>
              <a:gd name="connsiteX38158" fmla="*/ 977030 w 5158787"/>
              <a:gd name="connsiteY38158" fmla="*/ 479841 h 4489084"/>
              <a:gd name="connsiteX38159" fmla="*/ 977030 w 5158787"/>
              <a:gd name="connsiteY38159" fmla="*/ 481203 h 4489084"/>
              <a:gd name="connsiteX38160" fmla="*/ 967495 w 5158787"/>
              <a:gd name="connsiteY38160" fmla="*/ 497727 h 4489084"/>
              <a:gd name="connsiteX38161" fmla="*/ 966310 w 5158787"/>
              <a:gd name="connsiteY38161" fmla="*/ 498379 h 4489084"/>
              <a:gd name="connsiteX38162" fmla="*/ 947239 w 5158787"/>
              <a:gd name="connsiteY38162" fmla="*/ 498379 h 4489084"/>
              <a:gd name="connsiteX38163" fmla="*/ 946055 w 5158787"/>
              <a:gd name="connsiteY38163" fmla="*/ 497727 h 4489084"/>
              <a:gd name="connsiteX38164" fmla="*/ 936520 w 5158787"/>
              <a:gd name="connsiteY38164" fmla="*/ 481203 h 4489084"/>
              <a:gd name="connsiteX38165" fmla="*/ 936520 w 5158787"/>
              <a:gd name="connsiteY38165" fmla="*/ 479841 h 4489084"/>
              <a:gd name="connsiteX38166" fmla="*/ 946055 w 5158787"/>
              <a:gd name="connsiteY38166" fmla="*/ 463317 h 4489084"/>
              <a:gd name="connsiteX38167" fmla="*/ 947239 w 5158787"/>
              <a:gd name="connsiteY38167" fmla="*/ 462666 h 4489084"/>
              <a:gd name="connsiteX38168" fmla="*/ 879604 w 5158787"/>
              <a:gd name="connsiteY38168" fmla="*/ 462666 h 4489084"/>
              <a:gd name="connsiteX38169" fmla="*/ 898675 w 5158787"/>
              <a:gd name="connsiteY38169" fmla="*/ 462666 h 4489084"/>
              <a:gd name="connsiteX38170" fmla="*/ 899859 w 5158787"/>
              <a:gd name="connsiteY38170" fmla="*/ 463317 h 4489084"/>
              <a:gd name="connsiteX38171" fmla="*/ 909395 w 5158787"/>
              <a:gd name="connsiteY38171" fmla="*/ 479841 h 4489084"/>
              <a:gd name="connsiteX38172" fmla="*/ 909395 w 5158787"/>
              <a:gd name="connsiteY38172" fmla="*/ 481203 h 4489084"/>
              <a:gd name="connsiteX38173" fmla="*/ 899859 w 5158787"/>
              <a:gd name="connsiteY38173" fmla="*/ 497727 h 4489084"/>
              <a:gd name="connsiteX38174" fmla="*/ 898675 w 5158787"/>
              <a:gd name="connsiteY38174" fmla="*/ 498379 h 4489084"/>
              <a:gd name="connsiteX38175" fmla="*/ 879604 w 5158787"/>
              <a:gd name="connsiteY38175" fmla="*/ 498379 h 4489084"/>
              <a:gd name="connsiteX38176" fmla="*/ 878420 w 5158787"/>
              <a:gd name="connsiteY38176" fmla="*/ 497727 h 4489084"/>
              <a:gd name="connsiteX38177" fmla="*/ 868885 w 5158787"/>
              <a:gd name="connsiteY38177" fmla="*/ 481203 h 4489084"/>
              <a:gd name="connsiteX38178" fmla="*/ 868885 w 5158787"/>
              <a:gd name="connsiteY38178" fmla="*/ 479841 h 4489084"/>
              <a:gd name="connsiteX38179" fmla="*/ 878420 w 5158787"/>
              <a:gd name="connsiteY38179" fmla="*/ 463317 h 4489084"/>
              <a:gd name="connsiteX38180" fmla="*/ 879604 w 5158787"/>
              <a:gd name="connsiteY38180" fmla="*/ 462666 h 4489084"/>
              <a:gd name="connsiteX38181" fmla="*/ 5004987 w 5158787"/>
              <a:gd name="connsiteY38181" fmla="*/ 462607 h 4489084"/>
              <a:gd name="connsiteX38182" fmla="*/ 5024176 w 5158787"/>
              <a:gd name="connsiteY38182" fmla="*/ 462607 h 4489084"/>
              <a:gd name="connsiteX38183" fmla="*/ 5025360 w 5158787"/>
              <a:gd name="connsiteY38183" fmla="*/ 463258 h 4489084"/>
              <a:gd name="connsiteX38184" fmla="*/ 5034955 w 5158787"/>
              <a:gd name="connsiteY38184" fmla="*/ 479901 h 4489084"/>
              <a:gd name="connsiteX38185" fmla="*/ 5034955 w 5158787"/>
              <a:gd name="connsiteY38185" fmla="*/ 481263 h 4489084"/>
              <a:gd name="connsiteX38186" fmla="*/ 5025360 w 5158787"/>
              <a:gd name="connsiteY38186" fmla="*/ 497905 h 4489084"/>
              <a:gd name="connsiteX38187" fmla="*/ 5024176 w 5158787"/>
              <a:gd name="connsiteY38187" fmla="*/ 498557 h 4489084"/>
              <a:gd name="connsiteX38188" fmla="*/ 5004987 w 5158787"/>
              <a:gd name="connsiteY38188" fmla="*/ 498557 h 4489084"/>
              <a:gd name="connsiteX38189" fmla="*/ 5003802 w 5158787"/>
              <a:gd name="connsiteY38189" fmla="*/ 497905 h 4489084"/>
              <a:gd name="connsiteX38190" fmla="*/ 4994208 w 5158787"/>
              <a:gd name="connsiteY38190" fmla="*/ 481263 h 4489084"/>
              <a:gd name="connsiteX38191" fmla="*/ 4994208 w 5158787"/>
              <a:gd name="connsiteY38191" fmla="*/ 479901 h 4489084"/>
              <a:gd name="connsiteX38192" fmla="*/ 5003802 w 5158787"/>
              <a:gd name="connsiteY38192" fmla="*/ 463258 h 4489084"/>
              <a:gd name="connsiteX38193" fmla="*/ 5004987 w 5158787"/>
              <a:gd name="connsiteY38193" fmla="*/ 462607 h 4489084"/>
              <a:gd name="connsiteX38194" fmla="*/ 2840725 w 5158787"/>
              <a:gd name="connsiteY38194" fmla="*/ 462488 h 4489084"/>
              <a:gd name="connsiteX38195" fmla="*/ 2860032 w 5158787"/>
              <a:gd name="connsiteY38195" fmla="*/ 462488 h 4489084"/>
              <a:gd name="connsiteX38196" fmla="*/ 2861217 w 5158787"/>
              <a:gd name="connsiteY38196" fmla="*/ 463199 h 4489084"/>
              <a:gd name="connsiteX38197" fmla="*/ 2870871 w 5158787"/>
              <a:gd name="connsiteY38197" fmla="*/ 479959 h 4489084"/>
              <a:gd name="connsiteX38198" fmla="*/ 2870871 w 5158787"/>
              <a:gd name="connsiteY38198" fmla="*/ 481322 h 4489084"/>
              <a:gd name="connsiteX38199" fmla="*/ 2861217 w 5158787"/>
              <a:gd name="connsiteY38199" fmla="*/ 498082 h 4489084"/>
              <a:gd name="connsiteX38200" fmla="*/ 2860032 w 5158787"/>
              <a:gd name="connsiteY38200" fmla="*/ 498793 h 4489084"/>
              <a:gd name="connsiteX38201" fmla="*/ 2840725 w 5158787"/>
              <a:gd name="connsiteY38201" fmla="*/ 498793 h 4489084"/>
              <a:gd name="connsiteX38202" fmla="*/ 2839540 w 5158787"/>
              <a:gd name="connsiteY38202" fmla="*/ 498082 h 4489084"/>
              <a:gd name="connsiteX38203" fmla="*/ 2829887 w 5158787"/>
              <a:gd name="connsiteY38203" fmla="*/ 481322 h 4489084"/>
              <a:gd name="connsiteX38204" fmla="*/ 2829887 w 5158787"/>
              <a:gd name="connsiteY38204" fmla="*/ 479959 h 4489084"/>
              <a:gd name="connsiteX38205" fmla="*/ 2839540 w 5158787"/>
              <a:gd name="connsiteY38205" fmla="*/ 463199 h 4489084"/>
              <a:gd name="connsiteX38206" fmla="*/ 2840725 w 5158787"/>
              <a:gd name="connsiteY38206" fmla="*/ 462488 h 4489084"/>
              <a:gd name="connsiteX38207" fmla="*/ 743920 w 5158787"/>
              <a:gd name="connsiteY38207" fmla="*/ 462074 h 4489084"/>
              <a:gd name="connsiteX38208" fmla="*/ 763701 w 5158787"/>
              <a:gd name="connsiteY38208" fmla="*/ 462074 h 4489084"/>
              <a:gd name="connsiteX38209" fmla="*/ 764885 w 5158787"/>
              <a:gd name="connsiteY38209" fmla="*/ 462785 h 4489084"/>
              <a:gd name="connsiteX38210" fmla="*/ 774776 w 5158787"/>
              <a:gd name="connsiteY38210" fmla="*/ 479901 h 4489084"/>
              <a:gd name="connsiteX38211" fmla="*/ 774776 w 5158787"/>
              <a:gd name="connsiteY38211" fmla="*/ 481322 h 4489084"/>
              <a:gd name="connsiteX38212" fmla="*/ 764885 w 5158787"/>
              <a:gd name="connsiteY38212" fmla="*/ 498438 h 4489084"/>
              <a:gd name="connsiteX38213" fmla="*/ 763701 w 5158787"/>
              <a:gd name="connsiteY38213" fmla="*/ 499149 h 4489084"/>
              <a:gd name="connsiteX38214" fmla="*/ 743920 w 5158787"/>
              <a:gd name="connsiteY38214" fmla="*/ 499149 h 4489084"/>
              <a:gd name="connsiteX38215" fmla="*/ 742735 w 5158787"/>
              <a:gd name="connsiteY38215" fmla="*/ 498438 h 4489084"/>
              <a:gd name="connsiteX38216" fmla="*/ 732845 w 5158787"/>
              <a:gd name="connsiteY38216" fmla="*/ 481322 h 4489084"/>
              <a:gd name="connsiteX38217" fmla="*/ 732845 w 5158787"/>
              <a:gd name="connsiteY38217" fmla="*/ 479901 h 4489084"/>
              <a:gd name="connsiteX38218" fmla="*/ 742735 w 5158787"/>
              <a:gd name="connsiteY38218" fmla="*/ 462785 h 4489084"/>
              <a:gd name="connsiteX38219" fmla="*/ 743920 w 5158787"/>
              <a:gd name="connsiteY38219" fmla="*/ 462074 h 4489084"/>
              <a:gd name="connsiteX38220" fmla="*/ 811495 w 5158787"/>
              <a:gd name="connsiteY38220" fmla="*/ 461837 h 4489084"/>
              <a:gd name="connsiteX38221" fmla="*/ 831454 w 5158787"/>
              <a:gd name="connsiteY38221" fmla="*/ 461837 h 4489084"/>
              <a:gd name="connsiteX38222" fmla="*/ 832698 w 5158787"/>
              <a:gd name="connsiteY38222" fmla="*/ 462548 h 4489084"/>
              <a:gd name="connsiteX38223" fmla="*/ 842707 w 5158787"/>
              <a:gd name="connsiteY38223" fmla="*/ 479841 h 4489084"/>
              <a:gd name="connsiteX38224" fmla="*/ 842707 w 5158787"/>
              <a:gd name="connsiteY38224" fmla="*/ 481263 h 4489084"/>
              <a:gd name="connsiteX38225" fmla="*/ 832698 w 5158787"/>
              <a:gd name="connsiteY38225" fmla="*/ 498557 h 4489084"/>
              <a:gd name="connsiteX38226" fmla="*/ 831454 w 5158787"/>
              <a:gd name="connsiteY38226" fmla="*/ 499267 h 4489084"/>
              <a:gd name="connsiteX38227" fmla="*/ 811495 w 5158787"/>
              <a:gd name="connsiteY38227" fmla="*/ 499267 h 4489084"/>
              <a:gd name="connsiteX38228" fmla="*/ 810252 w 5158787"/>
              <a:gd name="connsiteY38228" fmla="*/ 498557 h 4489084"/>
              <a:gd name="connsiteX38229" fmla="*/ 800243 w 5158787"/>
              <a:gd name="connsiteY38229" fmla="*/ 481263 h 4489084"/>
              <a:gd name="connsiteX38230" fmla="*/ 800243 w 5158787"/>
              <a:gd name="connsiteY38230" fmla="*/ 479841 h 4489084"/>
              <a:gd name="connsiteX38231" fmla="*/ 810252 w 5158787"/>
              <a:gd name="connsiteY38231" fmla="*/ 462548 h 4489084"/>
              <a:gd name="connsiteX38232" fmla="*/ 811495 w 5158787"/>
              <a:gd name="connsiteY38232" fmla="*/ 461837 h 4489084"/>
              <a:gd name="connsiteX38233" fmla="*/ 4936226 w 5158787"/>
              <a:gd name="connsiteY38233" fmla="*/ 460534 h 4489084"/>
              <a:gd name="connsiteX38234" fmla="*/ 4957667 w 5158787"/>
              <a:gd name="connsiteY38234" fmla="*/ 460534 h 4489084"/>
              <a:gd name="connsiteX38235" fmla="*/ 4958969 w 5158787"/>
              <a:gd name="connsiteY38235" fmla="*/ 461304 h 4489084"/>
              <a:gd name="connsiteX38236" fmla="*/ 4969689 w 5158787"/>
              <a:gd name="connsiteY38236" fmla="*/ 479841 h 4489084"/>
              <a:gd name="connsiteX38237" fmla="*/ 4969689 w 5158787"/>
              <a:gd name="connsiteY38237" fmla="*/ 481381 h 4489084"/>
              <a:gd name="connsiteX38238" fmla="*/ 4958969 w 5158787"/>
              <a:gd name="connsiteY38238" fmla="*/ 499919 h 4489084"/>
              <a:gd name="connsiteX38239" fmla="*/ 4957667 w 5158787"/>
              <a:gd name="connsiteY38239" fmla="*/ 500689 h 4489084"/>
              <a:gd name="connsiteX38240" fmla="*/ 4936226 w 5158787"/>
              <a:gd name="connsiteY38240" fmla="*/ 500689 h 4489084"/>
              <a:gd name="connsiteX38241" fmla="*/ 4934924 w 5158787"/>
              <a:gd name="connsiteY38241" fmla="*/ 499919 h 4489084"/>
              <a:gd name="connsiteX38242" fmla="*/ 4924204 w 5158787"/>
              <a:gd name="connsiteY38242" fmla="*/ 481381 h 4489084"/>
              <a:gd name="connsiteX38243" fmla="*/ 4924204 w 5158787"/>
              <a:gd name="connsiteY38243" fmla="*/ 479841 h 4489084"/>
              <a:gd name="connsiteX38244" fmla="*/ 4934924 w 5158787"/>
              <a:gd name="connsiteY38244" fmla="*/ 461304 h 4489084"/>
              <a:gd name="connsiteX38245" fmla="*/ 4936226 w 5158787"/>
              <a:gd name="connsiteY38245" fmla="*/ 460534 h 4489084"/>
              <a:gd name="connsiteX38246" fmla="*/ 2906760 w 5158787"/>
              <a:gd name="connsiteY38246" fmla="*/ 459468 h 4489084"/>
              <a:gd name="connsiteX38247" fmla="*/ 2929265 w 5158787"/>
              <a:gd name="connsiteY38247" fmla="*/ 459468 h 4489084"/>
              <a:gd name="connsiteX38248" fmla="*/ 2930628 w 5158787"/>
              <a:gd name="connsiteY38248" fmla="*/ 460238 h 4489084"/>
              <a:gd name="connsiteX38249" fmla="*/ 2941880 w 5158787"/>
              <a:gd name="connsiteY38249" fmla="*/ 479723 h 4489084"/>
              <a:gd name="connsiteX38250" fmla="*/ 2941880 w 5158787"/>
              <a:gd name="connsiteY38250" fmla="*/ 481322 h 4489084"/>
              <a:gd name="connsiteX38251" fmla="*/ 2930628 w 5158787"/>
              <a:gd name="connsiteY38251" fmla="*/ 500807 h 4489084"/>
              <a:gd name="connsiteX38252" fmla="*/ 2929265 w 5158787"/>
              <a:gd name="connsiteY38252" fmla="*/ 501577 h 4489084"/>
              <a:gd name="connsiteX38253" fmla="*/ 2906760 w 5158787"/>
              <a:gd name="connsiteY38253" fmla="*/ 501577 h 4489084"/>
              <a:gd name="connsiteX38254" fmla="*/ 2905398 w 5158787"/>
              <a:gd name="connsiteY38254" fmla="*/ 500807 h 4489084"/>
              <a:gd name="connsiteX38255" fmla="*/ 2894145 w 5158787"/>
              <a:gd name="connsiteY38255" fmla="*/ 481322 h 4489084"/>
              <a:gd name="connsiteX38256" fmla="*/ 2894145 w 5158787"/>
              <a:gd name="connsiteY38256" fmla="*/ 479723 h 4489084"/>
              <a:gd name="connsiteX38257" fmla="*/ 2905398 w 5158787"/>
              <a:gd name="connsiteY38257" fmla="*/ 460238 h 4489084"/>
              <a:gd name="connsiteX38258" fmla="*/ 2906760 w 5158787"/>
              <a:gd name="connsiteY38258" fmla="*/ 459468 h 4489084"/>
              <a:gd name="connsiteX38259" fmla="*/ 2974100 w 5158787"/>
              <a:gd name="connsiteY38259" fmla="*/ 458876 h 4489084"/>
              <a:gd name="connsiteX38260" fmla="*/ 2997256 w 5158787"/>
              <a:gd name="connsiteY38260" fmla="*/ 458876 h 4489084"/>
              <a:gd name="connsiteX38261" fmla="*/ 2998678 w 5158787"/>
              <a:gd name="connsiteY38261" fmla="*/ 459705 h 4489084"/>
              <a:gd name="connsiteX38262" fmla="*/ 3010286 w 5158787"/>
              <a:gd name="connsiteY38262" fmla="*/ 479782 h 4489084"/>
              <a:gd name="connsiteX38263" fmla="*/ 3010286 w 5158787"/>
              <a:gd name="connsiteY38263" fmla="*/ 481441 h 4489084"/>
              <a:gd name="connsiteX38264" fmla="*/ 2998678 w 5158787"/>
              <a:gd name="connsiteY38264" fmla="*/ 501518 h 4489084"/>
              <a:gd name="connsiteX38265" fmla="*/ 2997256 w 5158787"/>
              <a:gd name="connsiteY38265" fmla="*/ 502347 h 4489084"/>
              <a:gd name="connsiteX38266" fmla="*/ 2974100 w 5158787"/>
              <a:gd name="connsiteY38266" fmla="*/ 502347 h 4489084"/>
              <a:gd name="connsiteX38267" fmla="*/ 2972678 w 5158787"/>
              <a:gd name="connsiteY38267" fmla="*/ 501518 h 4489084"/>
              <a:gd name="connsiteX38268" fmla="*/ 2961070 w 5158787"/>
              <a:gd name="connsiteY38268" fmla="*/ 481441 h 4489084"/>
              <a:gd name="connsiteX38269" fmla="*/ 2961070 w 5158787"/>
              <a:gd name="connsiteY38269" fmla="*/ 479782 h 4489084"/>
              <a:gd name="connsiteX38270" fmla="*/ 2972678 w 5158787"/>
              <a:gd name="connsiteY38270" fmla="*/ 459705 h 4489084"/>
              <a:gd name="connsiteX38271" fmla="*/ 2974100 w 5158787"/>
              <a:gd name="connsiteY38271" fmla="*/ 458876 h 4489084"/>
              <a:gd name="connsiteX38272" fmla="*/ 3041616 w 5158787"/>
              <a:gd name="connsiteY38272" fmla="*/ 458639 h 4489084"/>
              <a:gd name="connsiteX38273" fmla="*/ 3065010 w 5158787"/>
              <a:gd name="connsiteY38273" fmla="*/ 458639 h 4489084"/>
              <a:gd name="connsiteX38274" fmla="*/ 3066431 w 5158787"/>
              <a:gd name="connsiteY38274" fmla="*/ 459468 h 4489084"/>
              <a:gd name="connsiteX38275" fmla="*/ 3078099 w 5158787"/>
              <a:gd name="connsiteY38275" fmla="*/ 479723 h 4489084"/>
              <a:gd name="connsiteX38276" fmla="*/ 3078099 w 5158787"/>
              <a:gd name="connsiteY38276" fmla="*/ 481381 h 4489084"/>
              <a:gd name="connsiteX38277" fmla="*/ 3066372 w 5158787"/>
              <a:gd name="connsiteY38277" fmla="*/ 501636 h 4489084"/>
              <a:gd name="connsiteX38278" fmla="*/ 3064951 w 5158787"/>
              <a:gd name="connsiteY38278" fmla="*/ 502466 h 4489084"/>
              <a:gd name="connsiteX38279" fmla="*/ 3041557 w 5158787"/>
              <a:gd name="connsiteY38279" fmla="*/ 502466 h 4489084"/>
              <a:gd name="connsiteX38280" fmla="*/ 3040135 w 5158787"/>
              <a:gd name="connsiteY38280" fmla="*/ 501636 h 4489084"/>
              <a:gd name="connsiteX38281" fmla="*/ 3028468 w 5158787"/>
              <a:gd name="connsiteY38281" fmla="*/ 481381 h 4489084"/>
              <a:gd name="connsiteX38282" fmla="*/ 3028468 w 5158787"/>
              <a:gd name="connsiteY38282" fmla="*/ 479723 h 4489084"/>
              <a:gd name="connsiteX38283" fmla="*/ 3040194 w 5158787"/>
              <a:gd name="connsiteY38283" fmla="*/ 459468 h 4489084"/>
              <a:gd name="connsiteX38284" fmla="*/ 3041616 w 5158787"/>
              <a:gd name="connsiteY38284" fmla="*/ 458639 h 4489084"/>
              <a:gd name="connsiteX38285" fmla="*/ 4671728 w 5158787"/>
              <a:gd name="connsiteY38285" fmla="*/ 413154 h 4489084"/>
              <a:gd name="connsiteX38286" fmla="*/ 4681085 w 5158787"/>
              <a:gd name="connsiteY38286" fmla="*/ 413154 h 4489084"/>
              <a:gd name="connsiteX38287" fmla="*/ 4681677 w 5158787"/>
              <a:gd name="connsiteY38287" fmla="*/ 413509 h 4489084"/>
              <a:gd name="connsiteX38288" fmla="*/ 4686356 w 5158787"/>
              <a:gd name="connsiteY38288" fmla="*/ 421623 h 4489084"/>
              <a:gd name="connsiteX38289" fmla="*/ 4686356 w 5158787"/>
              <a:gd name="connsiteY38289" fmla="*/ 422275 h 4489084"/>
              <a:gd name="connsiteX38290" fmla="*/ 4681677 w 5158787"/>
              <a:gd name="connsiteY38290" fmla="*/ 430389 h 4489084"/>
              <a:gd name="connsiteX38291" fmla="*/ 4681085 w 5158787"/>
              <a:gd name="connsiteY38291" fmla="*/ 430744 h 4489084"/>
              <a:gd name="connsiteX38292" fmla="*/ 4671728 w 5158787"/>
              <a:gd name="connsiteY38292" fmla="*/ 430744 h 4489084"/>
              <a:gd name="connsiteX38293" fmla="*/ 4671136 w 5158787"/>
              <a:gd name="connsiteY38293" fmla="*/ 430389 h 4489084"/>
              <a:gd name="connsiteX38294" fmla="*/ 4666457 w 5158787"/>
              <a:gd name="connsiteY38294" fmla="*/ 422275 h 4489084"/>
              <a:gd name="connsiteX38295" fmla="*/ 4666457 w 5158787"/>
              <a:gd name="connsiteY38295" fmla="*/ 421623 h 4489084"/>
              <a:gd name="connsiteX38296" fmla="*/ 4671136 w 5158787"/>
              <a:gd name="connsiteY38296" fmla="*/ 413509 h 4489084"/>
              <a:gd name="connsiteX38297" fmla="*/ 4671728 w 5158787"/>
              <a:gd name="connsiteY38297" fmla="*/ 413154 h 4489084"/>
              <a:gd name="connsiteX38298" fmla="*/ 4738769 w 5158787"/>
              <a:gd name="connsiteY38298" fmla="*/ 412028 h 4489084"/>
              <a:gd name="connsiteX38299" fmla="*/ 4749371 w 5158787"/>
              <a:gd name="connsiteY38299" fmla="*/ 412028 h 4489084"/>
              <a:gd name="connsiteX38300" fmla="*/ 4750022 w 5158787"/>
              <a:gd name="connsiteY38300" fmla="*/ 412383 h 4489084"/>
              <a:gd name="connsiteX38301" fmla="*/ 4755294 w 5158787"/>
              <a:gd name="connsiteY38301" fmla="*/ 421563 h 4489084"/>
              <a:gd name="connsiteX38302" fmla="*/ 4755294 w 5158787"/>
              <a:gd name="connsiteY38302" fmla="*/ 422333 h 4489084"/>
              <a:gd name="connsiteX38303" fmla="*/ 4749963 w 5158787"/>
              <a:gd name="connsiteY38303" fmla="*/ 431513 h 4489084"/>
              <a:gd name="connsiteX38304" fmla="*/ 4749312 w 5158787"/>
              <a:gd name="connsiteY38304" fmla="*/ 431868 h 4489084"/>
              <a:gd name="connsiteX38305" fmla="*/ 4738710 w 5158787"/>
              <a:gd name="connsiteY38305" fmla="*/ 431868 h 4489084"/>
              <a:gd name="connsiteX38306" fmla="*/ 4738059 w 5158787"/>
              <a:gd name="connsiteY38306" fmla="*/ 431513 h 4489084"/>
              <a:gd name="connsiteX38307" fmla="*/ 4732788 w 5158787"/>
              <a:gd name="connsiteY38307" fmla="*/ 422333 h 4489084"/>
              <a:gd name="connsiteX38308" fmla="*/ 4732788 w 5158787"/>
              <a:gd name="connsiteY38308" fmla="*/ 421563 h 4489084"/>
              <a:gd name="connsiteX38309" fmla="*/ 4738118 w 5158787"/>
              <a:gd name="connsiteY38309" fmla="*/ 412383 h 4489084"/>
              <a:gd name="connsiteX38310" fmla="*/ 4738769 w 5158787"/>
              <a:gd name="connsiteY38310" fmla="*/ 412028 h 4489084"/>
              <a:gd name="connsiteX38311" fmla="*/ 4534739 w 5158787"/>
              <a:gd name="connsiteY38311" fmla="*/ 409956 h 4489084"/>
              <a:gd name="connsiteX38312" fmla="*/ 4547532 w 5158787"/>
              <a:gd name="connsiteY38312" fmla="*/ 409956 h 4489084"/>
              <a:gd name="connsiteX38313" fmla="*/ 4548302 w 5158787"/>
              <a:gd name="connsiteY38313" fmla="*/ 410430 h 4489084"/>
              <a:gd name="connsiteX38314" fmla="*/ 4554698 w 5158787"/>
              <a:gd name="connsiteY38314" fmla="*/ 421505 h 4489084"/>
              <a:gd name="connsiteX38315" fmla="*/ 4554698 w 5158787"/>
              <a:gd name="connsiteY38315" fmla="*/ 422393 h 4489084"/>
              <a:gd name="connsiteX38316" fmla="*/ 4548302 w 5158787"/>
              <a:gd name="connsiteY38316" fmla="*/ 433468 h 4489084"/>
              <a:gd name="connsiteX38317" fmla="*/ 4547532 w 5158787"/>
              <a:gd name="connsiteY38317" fmla="*/ 433942 h 4489084"/>
              <a:gd name="connsiteX38318" fmla="*/ 4534739 w 5158787"/>
              <a:gd name="connsiteY38318" fmla="*/ 433942 h 4489084"/>
              <a:gd name="connsiteX38319" fmla="*/ 4533969 w 5158787"/>
              <a:gd name="connsiteY38319" fmla="*/ 433468 h 4489084"/>
              <a:gd name="connsiteX38320" fmla="*/ 4527573 w 5158787"/>
              <a:gd name="connsiteY38320" fmla="*/ 422393 h 4489084"/>
              <a:gd name="connsiteX38321" fmla="*/ 4527573 w 5158787"/>
              <a:gd name="connsiteY38321" fmla="*/ 421505 h 4489084"/>
              <a:gd name="connsiteX38322" fmla="*/ 4533969 w 5158787"/>
              <a:gd name="connsiteY38322" fmla="*/ 410430 h 4489084"/>
              <a:gd name="connsiteX38323" fmla="*/ 4534739 w 5158787"/>
              <a:gd name="connsiteY38323" fmla="*/ 409956 h 4489084"/>
              <a:gd name="connsiteX38324" fmla="*/ 4398877 w 5158787"/>
              <a:gd name="connsiteY38324" fmla="*/ 408830 h 4489084"/>
              <a:gd name="connsiteX38325" fmla="*/ 4412913 w 5158787"/>
              <a:gd name="connsiteY38325" fmla="*/ 408830 h 4489084"/>
              <a:gd name="connsiteX38326" fmla="*/ 4413742 w 5158787"/>
              <a:gd name="connsiteY38326" fmla="*/ 409304 h 4489084"/>
              <a:gd name="connsiteX38327" fmla="*/ 4420731 w 5158787"/>
              <a:gd name="connsiteY38327" fmla="*/ 421445 h 4489084"/>
              <a:gd name="connsiteX38328" fmla="*/ 4420731 w 5158787"/>
              <a:gd name="connsiteY38328" fmla="*/ 422452 h 4489084"/>
              <a:gd name="connsiteX38329" fmla="*/ 4413742 w 5158787"/>
              <a:gd name="connsiteY38329" fmla="*/ 434593 h 4489084"/>
              <a:gd name="connsiteX38330" fmla="*/ 4412913 w 5158787"/>
              <a:gd name="connsiteY38330" fmla="*/ 435067 h 4489084"/>
              <a:gd name="connsiteX38331" fmla="*/ 4398877 w 5158787"/>
              <a:gd name="connsiteY38331" fmla="*/ 435067 h 4489084"/>
              <a:gd name="connsiteX38332" fmla="*/ 4398048 w 5158787"/>
              <a:gd name="connsiteY38332" fmla="*/ 434593 h 4489084"/>
              <a:gd name="connsiteX38333" fmla="*/ 4391059 w 5158787"/>
              <a:gd name="connsiteY38333" fmla="*/ 422452 h 4489084"/>
              <a:gd name="connsiteX38334" fmla="*/ 4391059 w 5158787"/>
              <a:gd name="connsiteY38334" fmla="*/ 421445 h 4489084"/>
              <a:gd name="connsiteX38335" fmla="*/ 4398048 w 5158787"/>
              <a:gd name="connsiteY38335" fmla="*/ 409304 h 4489084"/>
              <a:gd name="connsiteX38336" fmla="*/ 4398877 w 5158787"/>
              <a:gd name="connsiteY38336" fmla="*/ 408830 h 4489084"/>
              <a:gd name="connsiteX38337" fmla="*/ 2775695 w 5158787"/>
              <a:gd name="connsiteY38337" fmla="*/ 408712 h 4489084"/>
              <a:gd name="connsiteX38338" fmla="*/ 2789850 w 5158787"/>
              <a:gd name="connsiteY38338" fmla="*/ 408712 h 4489084"/>
              <a:gd name="connsiteX38339" fmla="*/ 2790738 w 5158787"/>
              <a:gd name="connsiteY38339" fmla="*/ 409186 h 4489084"/>
              <a:gd name="connsiteX38340" fmla="*/ 2797786 w 5158787"/>
              <a:gd name="connsiteY38340" fmla="*/ 421445 h 4489084"/>
              <a:gd name="connsiteX38341" fmla="*/ 2797786 w 5158787"/>
              <a:gd name="connsiteY38341" fmla="*/ 422452 h 4489084"/>
              <a:gd name="connsiteX38342" fmla="*/ 2790738 w 5158787"/>
              <a:gd name="connsiteY38342" fmla="*/ 434712 h 4489084"/>
              <a:gd name="connsiteX38343" fmla="*/ 2789850 w 5158787"/>
              <a:gd name="connsiteY38343" fmla="*/ 435186 h 4489084"/>
              <a:gd name="connsiteX38344" fmla="*/ 2775695 w 5158787"/>
              <a:gd name="connsiteY38344" fmla="*/ 435186 h 4489084"/>
              <a:gd name="connsiteX38345" fmla="*/ 2774807 w 5158787"/>
              <a:gd name="connsiteY38345" fmla="*/ 434712 h 4489084"/>
              <a:gd name="connsiteX38346" fmla="*/ 2767759 w 5158787"/>
              <a:gd name="connsiteY38346" fmla="*/ 422452 h 4489084"/>
              <a:gd name="connsiteX38347" fmla="*/ 2767759 w 5158787"/>
              <a:gd name="connsiteY38347" fmla="*/ 421445 h 4489084"/>
              <a:gd name="connsiteX38348" fmla="*/ 2774807 w 5158787"/>
              <a:gd name="connsiteY38348" fmla="*/ 409186 h 4489084"/>
              <a:gd name="connsiteX38349" fmla="*/ 2775695 w 5158787"/>
              <a:gd name="connsiteY38349" fmla="*/ 408712 h 4489084"/>
              <a:gd name="connsiteX38350" fmla="*/ 4466216 w 5158787"/>
              <a:gd name="connsiteY38350" fmla="*/ 408297 h 4489084"/>
              <a:gd name="connsiteX38351" fmla="*/ 4480786 w 5158787"/>
              <a:gd name="connsiteY38351" fmla="*/ 408297 h 4489084"/>
              <a:gd name="connsiteX38352" fmla="*/ 4481674 w 5158787"/>
              <a:gd name="connsiteY38352" fmla="*/ 408830 h 4489084"/>
              <a:gd name="connsiteX38353" fmla="*/ 4488959 w 5158787"/>
              <a:gd name="connsiteY38353" fmla="*/ 421445 h 4489084"/>
              <a:gd name="connsiteX38354" fmla="*/ 4488959 w 5158787"/>
              <a:gd name="connsiteY38354" fmla="*/ 422452 h 4489084"/>
              <a:gd name="connsiteX38355" fmla="*/ 4481674 w 5158787"/>
              <a:gd name="connsiteY38355" fmla="*/ 435067 h 4489084"/>
              <a:gd name="connsiteX38356" fmla="*/ 4480786 w 5158787"/>
              <a:gd name="connsiteY38356" fmla="*/ 435600 h 4489084"/>
              <a:gd name="connsiteX38357" fmla="*/ 4466216 w 5158787"/>
              <a:gd name="connsiteY38357" fmla="*/ 435600 h 4489084"/>
              <a:gd name="connsiteX38358" fmla="*/ 4465328 w 5158787"/>
              <a:gd name="connsiteY38358" fmla="*/ 435067 h 4489084"/>
              <a:gd name="connsiteX38359" fmla="*/ 4458043 w 5158787"/>
              <a:gd name="connsiteY38359" fmla="*/ 422452 h 4489084"/>
              <a:gd name="connsiteX38360" fmla="*/ 4458043 w 5158787"/>
              <a:gd name="connsiteY38360" fmla="*/ 421445 h 4489084"/>
              <a:gd name="connsiteX38361" fmla="*/ 4465328 w 5158787"/>
              <a:gd name="connsiteY38361" fmla="*/ 408830 h 4489084"/>
              <a:gd name="connsiteX38362" fmla="*/ 4466216 w 5158787"/>
              <a:gd name="connsiteY38362" fmla="*/ 408297 h 4489084"/>
              <a:gd name="connsiteX38363" fmla="*/ 1016829 w 5158787"/>
              <a:gd name="connsiteY38363" fmla="*/ 407824 h 4489084"/>
              <a:gd name="connsiteX38364" fmla="*/ 1031931 w 5158787"/>
              <a:gd name="connsiteY38364" fmla="*/ 407824 h 4489084"/>
              <a:gd name="connsiteX38365" fmla="*/ 1032879 w 5158787"/>
              <a:gd name="connsiteY38365" fmla="*/ 408357 h 4489084"/>
              <a:gd name="connsiteX38366" fmla="*/ 1040460 w 5158787"/>
              <a:gd name="connsiteY38366" fmla="*/ 421446 h 4489084"/>
              <a:gd name="connsiteX38367" fmla="*/ 1040460 w 5158787"/>
              <a:gd name="connsiteY38367" fmla="*/ 422512 h 4489084"/>
              <a:gd name="connsiteX38368" fmla="*/ 1032879 w 5158787"/>
              <a:gd name="connsiteY38368" fmla="*/ 435601 h 4489084"/>
              <a:gd name="connsiteX38369" fmla="*/ 1031931 w 5158787"/>
              <a:gd name="connsiteY38369" fmla="*/ 436134 h 4489084"/>
              <a:gd name="connsiteX38370" fmla="*/ 1016829 w 5158787"/>
              <a:gd name="connsiteY38370" fmla="*/ 436134 h 4489084"/>
              <a:gd name="connsiteX38371" fmla="*/ 1015881 w 5158787"/>
              <a:gd name="connsiteY38371" fmla="*/ 435601 h 4489084"/>
              <a:gd name="connsiteX38372" fmla="*/ 1008300 w 5158787"/>
              <a:gd name="connsiteY38372" fmla="*/ 422512 h 4489084"/>
              <a:gd name="connsiteX38373" fmla="*/ 1008300 w 5158787"/>
              <a:gd name="connsiteY38373" fmla="*/ 421446 h 4489084"/>
              <a:gd name="connsiteX38374" fmla="*/ 1015881 w 5158787"/>
              <a:gd name="connsiteY38374" fmla="*/ 408357 h 4489084"/>
              <a:gd name="connsiteX38375" fmla="*/ 1016829 w 5158787"/>
              <a:gd name="connsiteY38375" fmla="*/ 407824 h 4489084"/>
              <a:gd name="connsiteX38376" fmla="*/ 4803859 w 5158787"/>
              <a:gd name="connsiteY38376" fmla="*/ 407409 h 4489084"/>
              <a:gd name="connsiteX38377" fmla="*/ 4819435 w 5158787"/>
              <a:gd name="connsiteY38377" fmla="*/ 407409 h 4489084"/>
              <a:gd name="connsiteX38378" fmla="*/ 4820383 w 5158787"/>
              <a:gd name="connsiteY38378" fmla="*/ 407942 h 4489084"/>
              <a:gd name="connsiteX38379" fmla="*/ 4828141 w 5158787"/>
              <a:gd name="connsiteY38379" fmla="*/ 421445 h 4489084"/>
              <a:gd name="connsiteX38380" fmla="*/ 4828141 w 5158787"/>
              <a:gd name="connsiteY38380" fmla="*/ 422571 h 4489084"/>
              <a:gd name="connsiteX38381" fmla="*/ 4820323 w 5158787"/>
              <a:gd name="connsiteY38381" fmla="*/ 436074 h 4489084"/>
              <a:gd name="connsiteX38382" fmla="*/ 4819376 w 5158787"/>
              <a:gd name="connsiteY38382" fmla="*/ 436607 h 4489084"/>
              <a:gd name="connsiteX38383" fmla="*/ 4803799 w 5158787"/>
              <a:gd name="connsiteY38383" fmla="*/ 436607 h 4489084"/>
              <a:gd name="connsiteX38384" fmla="*/ 4802852 w 5158787"/>
              <a:gd name="connsiteY38384" fmla="*/ 436074 h 4489084"/>
              <a:gd name="connsiteX38385" fmla="*/ 4795093 w 5158787"/>
              <a:gd name="connsiteY38385" fmla="*/ 422571 h 4489084"/>
              <a:gd name="connsiteX38386" fmla="*/ 4795093 w 5158787"/>
              <a:gd name="connsiteY38386" fmla="*/ 421445 h 4489084"/>
              <a:gd name="connsiteX38387" fmla="*/ 4802912 w 5158787"/>
              <a:gd name="connsiteY38387" fmla="*/ 407942 h 4489084"/>
              <a:gd name="connsiteX38388" fmla="*/ 4803859 w 5158787"/>
              <a:gd name="connsiteY38388" fmla="*/ 407409 h 4489084"/>
              <a:gd name="connsiteX38389" fmla="*/ 4600658 w 5158787"/>
              <a:gd name="connsiteY38389" fmla="*/ 406758 h 4489084"/>
              <a:gd name="connsiteX38390" fmla="*/ 4616885 w 5158787"/>
              <a:gd name="connsiteY38390" fmla="*/ 406758 h 4489084"/>
              <a:gd name="connsiteX38391" fmla="*/ 4617892 w 5158787"/>
              <a:gd name="connsiteY38391" fmla="*/ 407350 h 4489084"/>
              <a:gd name="connsiteX38392" fmla="*/ 4626006 w 5158787"/>
              <a:gd name="connsiteY38392" fmla="*/ 421387 h 4489084"/>
              <a:gd name="connsiteX38393" fmla="*/ 4626006 w 5158787"/>
              <a:gd name="connsiteY38393" fmla="*/ 422512 h 4489084"/>
              <a:gd name="connsiteX38394" fmla="*/ 4617892 w 5158787"/>
              <a:gd name="connsiteY38394" fmla="*/ 436548 h 4489084"/>
              <a:gd name="connsiteX38395" fmla="*/ 4616885 w 5158787"/>
              <a:gd name="connsiteY38395" fmla="*/ 437140 h 4489084"/>
              <a:gd name="connsiteX38396" fmla="*/ 4600658 w 5158787"/>
              <a:gd name="connsiteY38396" fmla="*/ 437140 h 4489084"/>
              <a:gd name="connsiteX38397" fmla="*/ 4599651 w 5158787"/>
              <a:gd name="connsiteY38397" fmla="*/ 436548 h 4489084"/>
              <a:gd name="connsiteX38398" fmla="*/ 4591537 w 5158787"/>
              <a:gd name="connsiteY38398" fmla="*/ 422512 h 4489084"/>
              <a:gd name="connsiteX38399" fmla="*/ 4591537 w 5158787"/>
              <a:gd name="connsiteY38399" fmla="*/ 421387 h 4489084"/>
              <a:gd name="connsiteX38400" fmla="*/ 4599651 w 5158787"/>
              <a:gd name="connsiteY38400" fmla="*/ 407350 h 4489084"/>
              <a:gd name="connsiteX38401" fmla="*/ 4600658 w 5158787"/>
              <a:gd name="connsiteY38401" fmla="*/ 406758 h 4489084"/>
              <a:gd name="connsiteX38402" fmla="*/ 2842205 w 5158787"/>
              <a:gd name="connsiteY38402" fmla="*/ 406639 h 4489084"/>
              <a:gd name="connsiteX38403" fmla="*/ 2858552 w 5158787"/>
              <a:gd name="connsiteY38403" fmla="*/ 406639 h 4489084"/>
              <a:gd name="connsiteX38404" fmla="*/ 2859558 w 5158787"/>
              <a:gd name="connsiteY38404" fmla="*/ 407231 h 4489084"/>
              <a:gd name="connsiteX38405" fmla="*/ 2867731 w 5158787"/>
              <a:gd name="connsiteY38405" fmla="*/ 421386 h 4489084"/>
              <a:gd name="connsiteX38406" fmla="*/ 2867731 w 5158787"/>
              <a:gd name="connsiteY38406" fmla="*/ 422571 h 4489084"/>
              <a:gd name="connsiteX38407" fmla="*/ 2859558 w 5158787"/>
              <a:gd name="connsiteY38407" fmla="*/ 436725 h 4489084"/>
              <a:gd name="connsiteX38408" fmla="*/ 2858552 w 5158787"/>
              <a:gd name="connsiteY38408" fmla="*/ 437318 h 4489084"/>
              <a:gd name="connsiteX38409" fmla="*/ 2842205 w 5158787"/>
              <a:gd name="connsiteY38409" fmla="*/ 437318 h 4489084"/>
              <a:gd name="connsiteX38410" fmla="*/ 2841199 w 5158787"/>
              <a:gd name="connsiteY38410" fmla="*/ 436725 h 4489084"/>
              <a:gd name="connsiteX38411" fmla="*/ 2833026 w 5158787"/>
              <a:gd name="connsiteY38411" fmla="*/ 422571 h 4489084"/>
              <a:gd name="connsiteX38412" fmla="*/ 2833026 w 5158787"/>
              <a:gd name="connsiteY38412" fmla="*/ 421386 h 4489084"/>
              <a:gd name="connsiteX38413" fmla="*/ 2841199 w 5158787"/>
              <a:gd name="connsiteY38413" fmla="*/ 407231 h 4489084"/>
              <a:gd name="connsiteX38414" fmla="*/ 2842205 w 5158787"/>
              <a:gd name="connsiteY38414" fmla="*/ 406639 h 4489084"/>
              <a:gd name="connsiteX38415" fmla="*/ 2639004 w 5158787"/>
              <a:gd name="connsiteY38415" fmla="*/ 406047 h 4489084"/>
              <a:gd name="connsiteX38416" fmla="*/ 2656002 w 5158787"/>
              <a:gd name="connsiteY38416" fmla="*/ 406047 h 4489084"/>
              <a:gd name="connsiteX38417" fmla="*/ 2657068 w 5158787"/>
              <a:gd name="connsiteY38417" fmla="*/ 406639 h 4489084"/>
              <a:gd name="connsiteX38418" fmla="*/ 2665537 w 5158787"/>
              <a:gd name="connsiteY38418" fmla="*/ 421386 h 4489084"/>
              <a:gd name="connsiteX38419" fmla="*/ 2665537 w 5158787"/>
              <a:gd name="connsiteY38419" fmla="*/ 422571 h 4489084"/>
              <a:gd name="connsiteX38420" fmla="*/ 2657008 w 5158787"/>
              <a:gd name="connsiteY38420" fmla="*/ 437318 h 4489084"/>
              <a:gd name="connsiteX38421" fmla="*/ 2655942 w 5158787"/>
              <a:gd name="connsiteY38421" fmla="*/ 437910 h 4489084"/>
              <a:gd name="connsiteX38422" fmla="*/ 2638945 w 5158787"/>
              <a:gd name="connsiteY38422" fmla="*/ 437910 h 4489084"/>
              <a:gd name="connsiteX38423" fmla="*/ 2637879 w 5158787"/>
              <a:gd name="connsiteY38423" fmla="*/ 437318 h 4489084"/>
              <a:gd name="connsiteX38424" fmla="*/ 2629410 w 5158787"/>
              <a:gd name="connsiteY38424" fmla="*/ 422571 h 4489084"/>
              <a:gd name="connsiteX38425" fmla="*/ 2629410 w 5158787"/>
              <a:gd name="connsiteY38425" fmla="*/ 421386 h 4489084"/>
              <a:gd name="connsiteX38426" fmla="*/ 2637938 w 5158787"/>
              <a:gd name="connsiteY38426" fmla="*/ 406639 h 4489084"/>
              <a:gd name="connsiteX38427" fmla="*/ 2639004 w 5158787"/>
              <a:gd name="connsiteY38427" fmla="*/ 406047 h 4489084"/>
              <a:gd name="connsiteX38428" fmla="*/ 677113 w 5158787"/>
              <a:gd name="connsiteY38428" fmla="*/ 404981 h 4489084"/>
              <a:gd name="connsiteX38429" fmla="*/ 695236 w 5158787"/>
              <a:gd name="connsiteY38429" fmla="*/ 404981 h 4489084"/>
              <a:gd name="connsiteX38430" fmla="*/ 696362 w 5158787"/>
              <a:gd name="connsiteY38430" fmla="*/ 405633 h 4489084"/>
              <a:gd name="connsiteX38431" fmla="*/ 705423 w 5158787"/>
              <a:gd name="connsiteY38431" fmla="*/ 421327 h 4489084"/>
              <a:gd name="connsiteX38432" fmla="*/ 705423 w 5158787"/>
              <a:gd name="connsiteY38432" fmla="*/ 422630 h 4489084"/>
              <a:gd name="connsiteX38433" fmla="*/ 696362 w 5158787"/>
              <a:gd name="connsiteY38433" fmla="*/ 438325 h 4489084"/>
              <a:gd name="connsiteX38434" fmla="*/ 695236 w 5158787"/>
              <a:gd name="connsiteY38434" fmla="*/ 438976 h 4489084"/>
              <a:gd name="connsiteX38435" fmla="*/ 677113 w 5158787"/>
              <a:gd name="connsiteY38435" fmla="*/ 438976 h 4489084"/>
              <a:gd name="connsiteX38436" fmla="*/ 675988 w 5158787"/>
              <a:gd name="connsiteY38436" fmla="*/ 438325 h 4489084"/>
              <a:gd name="connsiteX38437" fmla="*/ 666927 w 5158787"/>
              <a:gd name="connsiteY38437" fmla="*/ 422630 h 4489084"/>
              <a:gd name="connsiteX38438" fmla="*/ 666927 w 5158787"/>
              <a:gd name="connsiteY38438" fmla="*/ 421327 h 4489084"/>
              <a:gd name="connsiteX38439" fmla="*/ 675988 w 5158787"/>
              <a:gd name="connsiteY38439" fmla="*/ 405633 h 4489084"/>
              <a:gd name="connsiteX38440" fmla="*/ 677113 w 5158787"/>
              <a:gd name="connsiteY38440" fmla="*/ 404981 h 4489084"/>
              <a:gd name="connsiteX38441" fmla="*/ 4870191 w 5158787"/>
              <a:gd name="connsiteY38441" fmla="*/ 404922 h 4489084"/>
              <a:gd name="connsiteX38442" fmla="*/ 4888432 w 5158787"/>
              <a:gd name="connsiteY38442" fmla="*/ 404922 h 4489084"/>
              <a:gd name="connsiteX38443" fmla="*/ 4889557 w 5158787"/>
              <a:gd name="connsiteY38443" fmla="*/ 405573 h 4489084"/>
              <a:gd name="connsiteX38444" fmla="*/ 4898678 w 5158787"/>
              <a:gd name="connsiteY38444" fmla="*/ 421327 h 4489084"/>
              <a:gd name="connsiteX38445" fmla="*/ 4898678 w 5158787"/>
              <a:gd name="connsiteY38445" fmla="*/ 422630 h 4489084"/>
              <a:gd name="connsiteX38446" fmla="*/ 4889557 w 5158787"/>
              <a:gd name="connsiteY38446" fmla="*/ 438384 h 4489084"/>
              <a:gd name="connsiteX38447" fmla="*/ 4888432 w 5158787"/>
              <a:gd name="connsiteY38447" fmla="*/ 439036 h 4489084"/>
              <a:gd name="connsiteX38448" fmla="*/ 4870191 w 5158787"/>
              <a:gd name="connsiteY38448" fmla="*/ 439036 h 4489084"/>
              <a:gd name="connsiteX38449" fmla="*/ 4869065 w 5158787"/>
              <a:gd name="connsiteY38449" fmla="*/ 438384 h 4489084"/>
              <a:gd name="connsiteX38450" fmla="*/ 4859945 w 5158787"/>
              <a:gd name="connsiteY38450" fmla="*/ 422630 h 4489084"/>
              <a:gd name="connsiteX38451" fmla="*/ 4859945 w 5158787"/>
              <a:gd name="connsiteY38451" fmla="*/ 421327 h 4489084"/>
              <a:gd name="connsiteX38452" fmla="*/ 4869065 w 5158787"/>
              <a:gd name="connsiteY38452" fmla="*/ 405573 h 4489084"/>
              <a:gd name="connsiteX38453" fmla="*/ 4870191 w 5158787"/>
              <a:gd name="connsiteY38453" fmla="*/ 404922 h 4489084"/>
              <a:gd name="connsiteX38454" fmla="*/ 3111798 w 5158787"/>
              <a:gd name="connsiteY38454" fmla="*/ 404922 h 4489084"/>
              <a:gd name="connsiteX38455" fmla="*/ 3130039 w 5158787"/>
              <a:gd name="connsiteY38455" fmla="*/ 404922 h 4489084"/>
              <a:gd name="connsiteX38456" fmla="*/ 3131164 w 5158787"/>
              <a:gd name="connsiteY38456" fmla="*/ 405573 h 4489084"/>
              <a:gd name="connsiteX38457" fmla="*/ 3140285 w 5158787"/>
              <a:gd name="connsiteY38457" fmla="*/ 421327 h 4489084"/>
              <a:gd name="connsiteX38458" fmla="*/ 3140285 w 5158787"/>
              <a:gd name="connsiteY38458" fmla="*/ 422630 h 4489084"/>
              <a:gd name="connsiteX38459" fmla="*/ 3131164 w 5158787"/>
              <a:gd name="connsiteY38459" fmla="*/ 438384 h 4489084"/>
              <a:gd name="connsiteX38460" fmla="*/ 3130039 w 5158787"/>
              <a:gd name="connsiteY38460" fmla="*/ 439036 h 4489084"/>
              <a:gd name="connsiteX38461" fmla="*/ 3111798 w 5158787"/>
              <a:gd name="connsiteY38461" fmla="*/ 439036 h 4489084"/>
              <a:gd name="connsiteX38462" fmla="*/ 3110672 w 5158787"/>
              <a:gd name="connsiteY38462" fmla="*/ 438384 h 4489084"/>
              <a:gd name="connsiteX38463" fmla="*/ 3101552 w 5158787"/>
              <a:gd name="connsiteY38463" fmla="*/ 422630 h 4489084"/>
              <a:gd name="connsiteX38464" fmla="*/ 3101552 w 5158787"/>
              <a:gd name="connsiteY38464" fmla="*/ 421327 h 4489084"/>
              <a:gd name="connsiteX38465" fmla="*/ 3110672 w 5158787"/>
              <a:gd name="connsiteY38465" fmla="*/ 405573 h 4489084"/>
              <a:gd name="connsiteX38466" fmla="*/ 3111798 w 5158787"/>
              <a:gd name="connsiteY38466" fmla="*/ 404922 h 4489084"/>
              <a:gd name="connsiteX38467" fmla="*/ 2705988 w 5158787"/>
              <a:gd name="connsiteY38467" fmla="*/ 404922 h 4489084"/>
              <a:gd name="connsiteX38468" fmla="*/ 2724229 w 5158787"/>
              <a:gd name="connsiteY38468" fmla="*/ 404922 h 4489084"/>
              <a:gd name="connsiteX38469" fmla="*/ 2725354 w 5158787"/>
              <a:gd name="connsiteY38469" fmla="*/ 405573 h 4489084"/>
              <a:gd name="connsiteX38470" fmla="*/ 2734475 w 5158787"/>
              <a:gd name="connsiteY38470" fmla="*/ 421327 h 4489084"/>
              <a:gd name="connsiteX38471" fmla="*/ 2734475 w 5158787"/>
              <a:gd name="connsiteY38471" fmla="*/ 422630 h 4489084"/>
              <a:gd name="connsiteX38472" fmla="*/ 2725354 w 5158787"/>
              <a:gd name="connsiteY38472" fmla="*/ 438384 h 4489084"/>
              <a:gd name="connsiteX38473" fmla="*/ 2724229 w 5158787"/>
              <a:gd name="connsiteY38473" fmla="*/ 439036 h 4489084"/>
              <a:gd name="connsiteX38474" fmla="*/ 2705988 w 5158787"/>
              <a:gd name="connsiteY38474" fmla="*/ 439036 h 4489084"/>
              <a:gd name="connsiteX38475" fmla="*/ 2704862 w 5158787"/>
              <a:gd name="connsiteY38475" fmla="*/ 438384 h 4489084"/>
              <a:gd name="connsiteX38476" fmla="*/ 2695742 w 5158787"/>
              <a:gd name="connsiteY38476" fmla="*/ 422630 h 4489084"/>
              <a:gd name="connsiteX38477" fmla="*/ 2695742 w 5158787"/>
              <a:gd name="connsiteY38477" fmla="*/ 421327 h 4489084"/>
              <a:gd name="connsiteX38478" fmla="*/ 2704862 w 5158787"/>
              <a:gd name="connsiteY38478" fmla="*/ 405573 h 4489084"/>
              <a:gd name="connsiteX38479" fmla="*/ 2705988 w 5158787"/>
              <a:gd name="connsiteY38479" fmla="*/ 404922 h 4489084"/>
              <a:gd name="connsiteX38480" fmla="*/ 947417 w 5158787"/>
              <a:gd name="connsiteY38480" fmla="*/ 404507 h 4489084"/>
              <a:gd name="connsiteX38481" fmla="*/ 966073 w 5158787"/>
              <a:gd name="connsiteY38481" fmla="*/ 404507 h 4489084"/>
              <a:gd name="connsiteX38482" fmla="*/ 967198 w 5158787"/>
              <a:gd name="connsiteY38482" fmla="*/ 405158 h 4489084"/>
              <a:gd name="connsiteX38483" fmla="*/ 976496 w 5158787"/>
              <a:gd name="connsiteY38483" fmla="*/ 421327 h 4489084"/>
              <a:gd name="connsiteX38484" fmla="*/ 976496 w 5158787"/>
              <a:gd name="connsiteY38484" fmla="*/ 422630 h 4489084"/>
              <a:gd name="connsiteX38485" fmla="*/ 967139 w 5158787"/>
              <a:gd name="connsiteY38485" fmla="*/ 438798 h 4489084"/>
              <a:gd name="connsiteX38486" fmla="*/ 966013 w 5158787"/>
              <a:gd name="connsiteY38486" fmla="*/ 439450 h 4489084"/>
              <a:gd name="connsiteX38487" fmla="*/ 947357 w 5158787"/>
              <a:gd name="connsiteY38487" fmla="*/ 439450 h 4489084"/>
              <a:gd name="connsiteX38488" fmla="*/ 946232 w 5158787"/>
              <a:gd name="connsiteY38488" fmla="*/ 438798 h 4489084"/>
              <a:gd name="connsiteX38489" fmla="*/ 936934 w 5158787"/>
              <a:gd name="connsiteY38489" fmla="*/ 422630 h 4489084"/>
              <a:gd name="connsiteX38490" fmla="*/ 936934 w 5158787"/>
              <a:gd name="connsiteY38490" fmla="*/ 421327 h 4489084"/>
              <a:gd name="connsiteX38491" fmla="*/ 946291 w 5158787"/>
              <a:gd name="connsiteY38491" fmla="*/ 405158 h 4489084"/>
              <a:gd name="connsiteX38492" fmla="*/ 947417 w 5158787"/>
              <a:gd name="connsiteY38492" fmla="*/ 404507 h 4489084"/>
              <a:gd name="connsiteX38493" fmla="*/ 879248 w 5158787"/>
              <a:gd name="connsiteY38493" fmla="*/ 403559 h 4489084"/>
              <a:gd name="connsiteX38494" fmla="*/ 898911 w 5158787"/>
              <a:gd name="connsiteY38494" fmla="*/ 403559 h 4489084"/>
              <a:gd name="connsiteX38495" fmla="*/ 900096 w 5158787"/>
              <a:gd name="connsiteY38495" fmla="*/ 404270 h 4489084"/>
              <a:gd name="connsiteX38496" fmla="*/ 909927 w 5158787"/>
              <a:gd name="connsiteY38496" fmla="*/ 421267 h 4489084"/>
              <a:gd name="connsiteX38497" fmla="*/ 909927 w 5158787"/>
              <a:gd name="connsiteY38497" fmla="*/ 422629 h 4489084"/>
              <a:gd name="connsiteX38498" fmla="*/ 900096 w 5158787"/>
              <a:gd name="connsiteY38498" fmla="*/ 439627 h 4489084"/>
              <a:gd name="connsiteX38499" fmla="*/ 898911 w 5158787"/>
              <a:gd name="connsiteY38499" fmla="*/ 440338 h 4489084"/>
              <a:gd name="connsiteX38500" fmla="*/ 879248 w 5158787"/>
              <a:gd name="connsiteY38500" fmla="*/ 440338 h 4489084"/>
              <a:gd name="connsiteX38501" fmla="*/ 878064 w 5158787"/>
              <a:gd name="connsiteY38501" fmla="*/ 439627 h 4489084"/>
              <a:gd name="connsiteX38502" fmla="*/ 868233 w 5158787"/>
              <a:gd name="connsiteY38502" fmla="*/ 422629 h 4489084"/>
              <a:gd name="connsiteX38503" fmla="*/ 868233 w 5158787"/>
              <a:gd name="connsiteY38503" fmla="*/ 421267 h 4489084"/>
              <a:gd name="connsiteX38504" fmla="*/ 878064 w 5158787"/>
              <a:gd name="connsiteY38504" fmla="*/ 404270 h 4489084"/>
              <a:gd name="connsiteX38505" fmla="*/ 879248 w 5158787"/>
              <a:gd name="connsiteY38505" fmla="*/ 403559 h 4489084"/>
              <a:gd name="connsiteX38506" fmla="*/ 5004513 w 5158787"/>
              <a:gd name="connsiteY38506" fmla="*/ 403145 h 4489084"/>
              <a:gd name="connsiteX38507" fmla="*/ 5024591 w 5158787"/>
              <a:gd name="connsiteY38507" fmla="*/ 403145 h 4489084"/>
              <a:gd name="connsiteX38508" fmla="*/ 5025834 w 5158787"/>
              <a:gd name="connsiteY38508" fmla="*/ 403856 h 4489084"/>
              <a:gd name="connsiteX38509" fmla="*/ 5035844 w 5158787"/>
              <a:gd name="connsiteY38509" fmla="*/ 421268 h 4489084"/>
              <a:gd name="connsiteX38510" fmla="*/ 5035844 w 5158787"/>
              <a:gd name="connsiteY38510" fmla="*/ 422689 h 4489084"/>
              <a:gd name="connsiteX38511" fmla="*/ 5025776 w 5158787"/>
              <a:gd name="connsiteY38511" fmla="*/ 440101 h 4489084"/>
              <a:gd name="connsiteX38512" fmla="*/ 5024531 w 5158787"/>
              <a:gd name="connsiteY38512" fmla="*/ 440812 h 4489084"/>
              <a:gd name="connsiteX38513" fmla="*/ 5004454 w 5158787"/>
              <a:gd name="connsiteY38513" fmla="*/ 440812 h 4489084"/>
              <a:gd name="connsiteX38514" fmla="*/ 5003211 w 5158787"/>
              <a:gd name="connsiteY38514" fmla="*/ 440101 h 4489084"/>
              <a:gd name="connsiteX38515" fmla="*/ 4993202 w 5158787"/>
              <a:gd name="connsiteY38515" fmla="*/ 422689 h 4489084"/>
              <a:gd name="connsiteX38516" fmla="*/ 4993202 w 5158787"/>
              <a:gd name="connsiteY38516" fmla="*/ 421268 h 4489084"/>
              <a:gd name="connsiteX38517" fmla="*/ 5003270 w 5158787"/>
              <a:gd name="connsiteY38517" fmla="*/ 403856 h 4489084"/>
              <a:gd name="connsiteX38518" fmla="*/ 5004513 w 5158787"/>
              <a:gd name="connsiteY38518" fmla="*/ 403145 h 4489084"/>
              <a:gd name="connsiteX38519" fmla="*/ 4936523 w 5158787"/>
              <a:gd name="connsiteY38519" fmla="*/ 402434 h 4489084"/>
              <a:gd name="connsiteX38520" fmla="*/ 4957370 w 5158787"/>
              <a:gd name="connsiteY38520" fmla="*/ 402434 h 4489084"/>
              <a:gd name="connsiteX38521" fmla="*/ 4958673 w 5158787"/>
              <a:gd name="connsiteY38521" fmla="*/ 403145 h 4489084"/>
              <a:gd name="connsiteX38522" fmla="*/ 4969097 w 5158787"/>
              <a:gd name="connsiteY38522" fmla="*/ 421208 h 4489084"/>
              <a:gd name="connsiteX38523" fmla="*/ 4969097 w 5158787"/>
              <a:gd name="connsiteY38523" fmla="*/ 422689 h 4489084"/>
              <a:gd name="connsiteX38524" fmla="*/ 4958673 w 5158787"/>
              <a:gd name="connsiteY38524" fmla="*/ 440753 h 4489084"/>
              <a:gd name="connsiteX38525" fmla="*/ 4957370 w 5158787"/>
              <a:gd name="connsiteY38525" fmla="*/ 441463 h 4489084"/>
              <a:gd name="connsiteX38526" fmla="*/ 4936523 w 5158787"/>
              <a:gd name="connsiteY38526" fmla="*/ 441463 h 4489084"/>
              <a:gd name="connsiteX38527" fmla="*/ 4935220 w 5158787"/>
              <a:gd name="connsiteY38527" fmla="*/ 440753 h 4489084"/>
              <a:gd name="connsiteX38528" fmla="*/ 4924796 w 5158787"/>
              <a:gd name="connsiteY38528" fmla="*/ 422689 h 4489084"/>
              <a:gd name="connsiteX38529" fmla="*/ 4924796 w 5158787"/>
              <a:gd name="connsiteY38529" fmla="*/ 421208 h 4489084"/>
              <a:gd name="connsiteX38530" fmla="*/ 4935220 w 5158787"/>
              <a:gd name="connsiteY38530" fmla="*/ 403145 h 4489084"/>
              <a:gd name="connsiteX38531" fmla="*/ 4936523 w 5158787"/>
              <a:gd name="connsiteY38531" fmla="*/ 402434 h 4489084"/>
              <a:gd name="connsiteX38532" fmla="*/ 811080 w 5158787"/>
              <a:gd name="connsiteY38532" fmla="*/ 402434 h 4489084"/>
              <a:gd name="connsiteX38533" fmla="*/ 831928 w 5158787"/>
              <a:gd name="connsiteY38533" fmla="*/ 402434 h 4489084"/>
              <a:gd name="connsiteX38534" fmla="*/ 833231 w 5158787"/>
              <a:gd name="connsiteY38534" fmla="*/ 403145 h 4489084"/>
              <a:gd name="connsiteX38535" fmla="*/ 843654 w 5158787"/>
              <a:gd name="connsiteY38535" fmla="*/ 421208 h 4489084"/>
              <a:gd name="connsiteX38536" fmla="*/ 843654 w 5158787"/>
              <a:gd name="connsiteY38536" fmla="*/ 422689 h 4489084"/>
              <a:gd name="connsiteX38537" fmla="*/ 833231 w 5158787"/>
              <a:gd name="connsiteY38537" fmla="*/ 440753 h 4489084"/>
              <a:gd name="connsiteX38538" fmla="*/ 831928 w 5158787"/>
              <a:gd name="connsiteY38538" fmla="*/ 441463 h 4489084"/>
              <a:gd name="connsiteX38539" fmla="*/ 811080 w 5158787"/>
              <a:gd name="connsiteY38539" fmla="*/ 441463 h 4489084"/>
              <a:gd name="connsiteX38540" fmla="*/ 809778 w 5158787"/>
              <a:gd name="connsiteY38540" fmla="*/ 440753 h 4489084"/>
              <a:gd name="connsiteX38541" fmla="*/ 799354 w 5158787"/>
              <a:gd name="connsiteY38541" fmla="*/ 422689 h 4489084"/>
              <a:gd name="connsiteX38542" fmla="*/ 799354 w 5158787"/>
              <a:gd name="connsiteY38542" fmla="*/ 421208 h 4489084"/>
              <a:gd name="connsiteX38543" fmla="*/ 809778 w 5158787"/>
              <a:gd name="connsiteY38543" fmla="*/ 403145 h 4489084"/>
              <a:gd name="connsiteX38544" fmla="*/ 811080 w 5158787"/>
              <a:gd name="connsiteY38544" fmla="*/ 402434 h 4489084"/>
              <a:gd name="connsiteX38545" fmla="*/ 2907471 w 5158787"/>
              <a:gd name="connsiteY38545" fmla="*/ 402197 h 4489084"/>
              <a:gd name="connsiteX38546" fmla="*/ 2928555 w 5158787"/>
              <a:gd name="connsiteY38546" fmla="*/ 402197 h 4489084"/>
              <a:gd name="connsiteX38547" fmla="*/ 2929858 w 5158787"/>
              <a:gd name="connsiteY38547" fmla="*/ 402967 h 4489084"/>
              <a:gd name="connsiteX38548" fmla="*/ 2940400 w 5158787"/>
              <a:gd name="connsiteY38548" fmla="*/ 421208 h 4489084"/>
              <a:gd name="connsiteX38549" fmla="*/ 2940400 w 5158787"/>
              <a:gd name="connsiteY38549" fmla="*/ 422689 h 4489084"/>
              <a:gd name="connsiteX38550" fmla="*/ 2929858 w 5158787"/>
              <a:gd name="connsiteY38550" fmla="*/ 440930 h 4489084"/>
              <a:gd name="connsiteX38551" fmla="*/ 2928555 w 5158787"/>
              <a:gd name="connsiteY38551" fmla="*/ 441700 h 4489084"/>
              <a:gd name="connsiteX38552" fmla="*/ 2907471 w 5158787"/>
              <a:gd name="connsiteY38552" fmla="*/ 441700 h 4489084"/>
              <a:gd name="connsiteX38553" fmla="*/ 2906168 w 5158787"/>
              <a:gd name="connsiteY38553" fmla="*/ 440930 h 4489084"/>
              <a:gd name="connsiteX38554" fmla="*/ 2895626 w 5158787"/>
              <a:gd name="connsiteY38554" fmla="*/ 422689 h 4489084"/>
              <a:gd name="connsiteX38555" fmla="*/ 2895626 w 5158787"/>
              <a:gd name="connsiteY38555" fmla="*/ 421208 h 4489084"/>
              <a:gd name="connsiteX38556" fmla="*/ 2906168 w 5158787"/>
              <a:gd name="connsiteY38556" fmla="*/ 402967 h 4489084"/>
              <a:gd name="connsiteX38557" fmla="*/ 2907471 w 5158787"/>
              <a:gd name="connsiteY38557" fmla="*/ 402197 h 4489084"/>
              <a:gd name="connsiteX38558" fmla="*/ 743208 w 5158787"/>
              <a:gd name="connsiteY38558" fmla="*/ 402079 h 4489084"/>
              <a:gd name="connsiteX38559" fmla="*/ 764411 w 5158787"/>
              <a:gd name="connsiteY38559" fmla="*/ 402079 h 4489084"/>
              <a:gd name="connsiteX38560" fmla="*/ 765714 w 5158787"/>
              <a:gd name="connsiteY38560" fmla="*/ 402849 h 4489084"/>
              <a:gd name="connsiteX38561" fmla="*/ 776315 w 5158787"/>
              <a:gd name="connsiteY38561" fmla="*/ 421209 h 4489084"/>
              <a:gd name="connsiteX38562" fmla="*/ 776315 w 5158787"/>
              <a:gd name="connsiteY38562" fmla="*/ 422689 h 4489084"/>
              <a:gd name="connsiteX38563" fmla="*/ 765714 w 5158787"/>
              <a:gd name="connsiteY38563" fmla="*/ 441049 h 4489084"/>
              <a:gd name="connsiteX38564" fmla="*/ 764411 w 5158787"/>
              <a:gd name="connsiteY38564" fmla="*/ 441819 h 4489084"/>
              <a:gd name="connsiteX38565" fmla="*/ 743208 w 5158787"/>
              <a:gd name="connsiteY38565" fmla="*/ 441819 h 4489084"/>
              <a:gd name="connsiteX38566" fmla="*/ 741905 w 5158787"/>
              <a:gd name="connsiteY38566" fmla="*/ 441049 h 4489084"/>
              <a:gd name="connsiteX38567" fmla="*/ 731304 w 5158787"/>
              <a:gd name="connsiteY38567" fmla="*/ 422689 h 4489084"/>
              <a:gd name="connsiteX38568" fmla="*/ 731304 w 5158787"/>
              <a:gd name="connsiteY38568" fmla="*/ 421209 h 4489084"/>
              <a:gd name="connsiteX38569" fmla="*/ 741905 w 5158787"/>
              <a:gd name="connsiteY38569" fmla="*/ 402849 h 4489084"/>
              <a:gd name="connsiteX38570" fmla="*/ 743208 w 5158787"/>
              <a:gd name="connsiteY38570" fmla="*/ 402079 h 4489084"/>
              <a:gd name="connsiteX38571" fmla="*/ 2974573 w 5158787"/>
              <a:gd name="connsiteY38571" fmla="*/ 401249 h 4489084"/>
              <a:gd name="connsiteX38572" fmla="*/ 2996664 w 5158787"/>
              <a:gd name="connsiteY38572" fmla="*/ 401249 h 4489084"/>
              <a:gd name="connsiteX38573" fmla="*/ 2998026 w 5158787"/>
              <a:gd name="connsiteY38573" fmla="*/ 402019 h 4489084"/>
              <a:gd name="connsiteX38574" fmla="*/ 3009042 w 5158787"/>
              <a:gd name="connsiteY38574" fmla="*/ 421149 h 4489084"/>
              <a:gd name="connsiteX38575" fmla="*/ 3009042 w 5158787"/>
              <a:gd name="connsiteY38575" fmla="*/ 422689 h 4489084"/>
              <a:gd name="connsiteX38576" fmla="*/ 2997967 w 5158787"/>
              <a:gd name="connsiteY38576" fmla="*/ 441818 h 4489084"/>
              <a:gd name="connsiteX38577" fmla="*/ 2996605 w 5158787"/>
              <a:gd name="connsiteY38577" fmla="*/ 442588 h 4489084"/>
              <a:gd name="connsiteX38578" fmla="*/ 2974514 w 5158787"/>
              <a:gd name="connsiteY38578" fmla="*/ 442588 h 4489084"/>
              <a:gd name="connsiteX38579" fmla="*/ 2973152 w 5158787"/>
              <a:gd name="connsiteY38579" fmla="*/ 441818 h 4489084"/>
              <a:gd name="connsiteX38580" fmla="*/ 2962136 w 5158787"/>
              <a:gd name="connsiteY38580" fmla="*/ 422689 h 4489084"/>
              <a:gd name="connsiteX38581" fmla="*/ 2962136 w 5158787"/>
              <a:gd name="connsiteY38581" fmla="*/ 421149 h 4489084"/>
              <a:gd name="connsiteX38582" fmla="*/ 2973211 w 5158787"/>
              <a:gd name="connsiteY38582" fmla="*/ 402019 h 4489084"/>
              <a:gd name="connsiteX38583" fmla="*/ 2974573 w 5158787"/>
              <a:gd name="connsiteY38583" fmla="*/ 401249 h 4489084"/>
              <a:gd name="connsiteX38584" fmla="*/ 3041439 w 5158787"/>
              <a:gd name="connsiteY38584" fmla="*/ 399828 h 4489084"/>
              <a:gd name="connsiteX38585" fmla="*/ 3065069 w 5158787"/>
              <a:gd name="connsiteY38585" fmla="*/ 399828 h 4489084"/>
              <a:gd name="connsiteX38586" fmla="*/ 3066491 w 5158787"/>
              <a:gd name="connsiteY38586" fmla="*/ 400657 h 4489084"/>
              <a:gd name="connsiteX38587" fmla="*/ 3078277 w 5158787"/>
              <a:gd name="connsiteY38587" fmla="*/ 421149 h 4489084"/>
              <a:gd name="connsiteX38588" fmla="*/ 3078277 w 5158787"/>
              <a:gd name="connsiteY38588" fmla="*/ 422807 h 4489084"/>
              <a:gd name="connsiteX38589" fmla="*/ 3066431 w 5158787"/>
              <a:gd name="connsiteY38589" fmla="*/ 443299 h 4489084"/>
              <a:gd name="connsiteX38590" fmla="*/ 3065010 w 5158787"/>
              <a:gd name="connsiteY38590" fmla="*/ 444128 h 4489084"/>
              <a:gd name="connsiteX38591" fmla="*/ 3041379 w 5158787"/>
              <a:gd name="connsiteY38591" fmla="*/ 444128 h 4489084"/>
              <a:gd name="connsiteX38592" fmla="*/ 3039958 w 5158787"/>
              <a:gd name="connsiteY38592" fmla="*/ 443299 h 4489084"/>
              <a:gd name="connsiteX38593" fmla="*/ 3028172 w 5158787"/>
              <a:gd name="connsiteY38593" fmla="*/ 422807 h 4489084"/>
              <a:gd name="connsiteX38594" fmla="*/ 3028172 w 5158787"/>
              <a:gd name="connsiteY38594" fmla="*/ 421149 h 4489084"/>
              <a:gd name="connsiteX38595" fmla="*/ 3040017 w 5158787"/>
              <a:gd name="connsiteY38595" fmla="*/ 400657 h 4489084"/>
              <a:gd name="connsiteX38596" fmla="*/ 3041439 w 5158787"/>
              <a:gd name="connsiteY38596" fmla="*/ 399828 h 4489084"/>
              <a:gd name="connsiteX38597" fmla="*/ 5080203 w 5158787"/>
              <a:gd name="connsiteY38597" fmla="*/ 359614 h 4489084"/>
              <a:gd name="connsiteX38598" fmla="*/ 5084171 w 5158787"/>
              <a:gd name="connsiteY38598" fmla="*/ 359614 h 4489084"/>
              <a:gd name="connsiteX38599" fmla="*/ 5084407 w 5158787"/>
              <a:gd name="connsiteY38599" fmla="*/ 359733 h 4489084"/>
              <a:gd name="connsiteX38600" fmla="*/ 5086422 w 5158787"/>
              <a:gd name="connsiteY38600" fmla="*/ 363168 h 4489084"/>
              <a:gd name="connsiteX38601" fmla="*/ 5086422 w 5158787"/>
              <a:gd name="connsiteY38601" fmla="*/ 363464 h 4489084"/>
              <a:gd name="connsiteX38602" fmla="*/ 5084407 w 5158787"/>
              <a:gd name="connsiteY38602" fmla="*/ 366899 h 4489084"/>
              <a:gd name="connsiteX38603" fmla="*/ 5084171 w 5158787"/>
              <a:gd name="connsiteY38603" fmla="*/ 367017 h 4489084"/>
              <a:gd name="connsiteX38604" fmla="*/ 5080203 w 5158787"/>
              <a:gd name="connsiteY38604" fmla="*/ 367017 h 4489084"/>
              <a:gd name="connsiteX38605" fmla="*/ 5079965 w 5158787"/>
              <a:gd name="connsiteY38605" fmla="*/ 366899 h 4489084"/>
              <a:gd name="connsiteX38606" fmla="*/ 5077952 w 5158787"/>
              <a:gd name="connsiteY38606" fmla="*/ 363464 h 4489084"/>
              <a:gd name="connsiteX38607" fmla="*/ 5077952 w 5158787"/>
              <a:gd name="connsiteY38607" fmla="*/ 363168 h 4489084"/>
              <a:gd name="connsiteX38608" fmla="*/ 5079965 w 5158787"/>
              <a:gd name="connsiteY38608" fmla="*/ 359733 h 4489084"/>
              <a:gd name="connsiteX38609" fmla="*/ 5080203 w 5158787"/>
              <a:gd name="connsiteY38609" fmla="*/ 359614 h 4489084"/>
              <a:gd name="connsiteX38610" fmla="*/ 4740428 w 5158787"/>
              <a:gd name="connsiteY38610" fmla="*/ 356535 h 4489084"/>
              <a:gd name="connsiteX38611" fmla="*/ 4747713 w 5158787"/>
              <a:gd name="connsiteY38611" fmla="*/ 356535 h 4489084"/>
              <a:gd name="connsiteX38612" fmla="*/ 4748186 w 5158787"/>
              <a:gd name="connsiteY38612" fmla="*/ 356772 h 4489084"/>
              <a:gd name="connsiteX38613" fmla="*/ 4751800 w 5158787"/>
              <a:gd name="connsiteY38613" fmla="*/ 363109 h 4489084"/>
              <a:gd name="connsiteX38614" fmla="*/ 4751800 w 5158787"/>
              <a:gd name="connsiteY38614" fmla="*/ 363642 h 4489084"/>
              <a:gd name="connsiteX38615" fmla="*/ 4748128 w 5158787"/>
              <a:gd name="connsiteY38615" fmla="*/ 369979 h 4489084"/>
              <a:gd name="connsiteX38616" fmla="*/ 4747653 w 5158787"/>
              <a:gd name="connsiteY38616" fmla="*/ 370216 h 4489084"/>
              <a:gd name="connsiteX38617" fmla="*/ 4740369 w 5158787"/>
              <a:gd name="connsiteY38617" fmla="*/ 370216 h 4489084"/>
              <a:gd name="connsiteX38618" fmla="*/ 4739895 w 5158787"/>
              <a:gd name="connsiteY38618" fmla="*/ 369979 h 4489084"/>
              <a:gd name="connsiteX38619" fmla="*/ 4736283 w 5158787"/>
              <a:gd name="connsiteY38619" fmla="*/ 363642 h 4489084"/>
              <a:gd name="connsiteX38620" fmla="*/ 4736283 w 5158787"/>
              <a:gd name="connsiteY38620" fmla="*/ 363109 h 4489084"/>
              <a:gd name="connsiteX38621" fmla="*/ 4739955 w 5158787"/>
              <a:gd name="connsiteY38621" fmla="*/ 356772 h 4489084"/>
              <a:gd name="connsiteX38622" fmla="*/ 4740428 w 5158787"/>
              <a:gd name="connsiteY38622" fmla="*/ 356535 h 4489084"/>
              <a:gd name="connsiteX38623" fmla="*/ 2711199 w 5158787"/>
              <a:gd name="connsiteY38623" fmla="*/ 356002 h 4489084"/>
              <a:gd name="connsiteX38624" fmla="*/ 2719017 w 5158787"/>
              <a:gd name="connsiteY38624" fmla="*/ 356002 h 4489084"/>
              <a:gd name="connsiteX38625" fmla="*/ 2719491 w 5158787"/>
              <a:gd name="connsiteY38625" fmla="*/ 356298 h 4489084"/>
              <a:gd name="connsiteX38626" fmla="*/ 2723400 w 5158787"/>
              <a:gd name="connsiteY38626" fmla="*/ 363109 h 4489084"/>
              <a:gd name="connsiteX38627" fmla="*/ 2723400 w 5158787"/>
              <a:gd name="connsiteY38627" fmla="*/ 363642 h 4489084"/>
              <a:gd name="connsiteX38628" fmla="*/ 2719491 w 5158787"/>
              <a:gd name="connsiteY38628" fmla="*/ 370453 h 4489084"/>
              <a:gd name="connsiteX38629" fmla="*/ 2719017 w 5158787"/>
              <a:gd name="connsiteY38629" fmla="*/ 370749 h 4489084"/>
              <a:gd name="connsiteX38630" fmla="*/ 2711199 w 5158787"/>
              <a:gd name="connsiteY38630" fmla="*/ 370749 h 4489084"/>
              <a:gd name="connsiteX38631" fmla="*/ 2710725 w 5158787"/>
              <a:gd name="connsiteY38631" fmla="*/ 370453 h 4489084"/>
              <a:gd name="connsiteX38632" fmla="*/ 2706817 w 5158787"/>
              <a:gd name="connsiteY38632" fmla="*/ 363642 h 4489084"/>
              <a:gd name="connsiteX38633" fmla="*/ 2706817 w 5158787"/>
              <a:gd name="connsiteY38633" fmla="*/ 363109 h 4489084"/>
              <a:gd name="connsiteX38634" fmla="*/ 2710725 w 5158787"/>
              <a:gd name="connsiteY38634" fmla="*/ 356298 h 4489084"/>
              <a:gd name="connsiteX38635" fmla="*/ 2711199 w 5158787"/>
              <a:gd name="connsiteY38635" fmla="*/ 356002 h 4489084"/>
              <a:gd name="connsiteX38636" fmla="*/ 614631 w 5158787"/>
              <a:gd name="connsiteY38636" fmla="*/ 355883 h 4489084"/>
              <a:gd name="connsiteX38637" fmla="*/ 622567 w 5158787"/>
              <a:gd name="connsiteY38637" fmla="*/ 355883 h 4489084"/>
              <a:gd name="connsiteX38638" fmla="*/ 623040 w 5158787"/>
              <a:gd name="connsiteY38638" fmla="*/ 356179 h 4489084"/>
              <a:gd name="connsiteX38639" fmla="*/ 627009 w 5158787"/>
              <a:gd name="connsiteY38639" fmla="*/ 363049 h 4489084"/>
              <a:gd name="connsiteX38640" fmla="*/ 627009 w 5158787"/>
              <a:gd name="connsiteY38640" fmla="*/ 363582 h 4489084"/>
              <a:gd name="connsiteX38641" fmla="*/ 623040 w 5158787"/>
              <a:gd name="connsiteY38641" fmla="*/ 370452 h 4489084"/>
              <a:gd name="connsiteX38642" fmla="*/ 622567 w 5158787"/>
              <a:gd name="connsiteY38642" fmla="*/ 370748 h 4489084"/>
              <a:gd name="connsiteX38643" fmla="*/ 614631 w 5158787"/>
              <a:gd name="connsiteY38643" fmla="*/ 370748 h 4489084"/>
              <a:gd name="connsiteX38644" fmla="*/ 614157 w 5158787"/>
              <a:gd name="connsiteY38644" fmla="*/ 370452 h 4489084"/>
              <a:gd name="connsiteX38645" fmla="*/ 610189 w 5158787"/>
              <a:gd name="connsiteY38645" fmla="*/ 363582 h 4489084"/>
              <a:gd name="connsiteX38646" fmla="*/ 610189 w 5158787"/>
              <a:gd name="connsiteY38646" fmla="*/ 363049 h 4489084"/>
              <a:gd name="connsiteX38647" fmla="*/ 614157 w 5158787"/>
              <a:gd name="connsiteY38647" fmla="*/ 356179 h 4489084"/>
              <a:gd name="connsiteX38648" fmla="*/ 614631 w 5158787"/>
              <a:gd name="connsiteY38648" fmla="*/ 355883 h 4489084"/>
              <a:gd name="connsiteX38649" fmla="*/ 4805162 w 5158787"/>
              <a:gd name="connsiteY38649" fmla="*/ 351145 h 4489084"/>
              <a:gd name="connsiteX38650" fmla="*/ 4818191 w 5158787"/>
              <a:gd name="connsiteY38650" fmla="*/ 351145 h 4489084"/>
              <a:gd name="connsiteX38651" fmla="*/ 4818961 w 5158787"/>
              <a:gd name="connsiteY38651" fmla="*/ 351619 h 4489084"/>
              <a:gd name="connsiteX38652" fmla="*/ 4825476 w 5158787"/>
              <a:gd name="connsiteY38652" fmla="*/ 362931 h 4489084"/>
              <a:gd name="connsiteX38653" fmla="*/ 4825476 w 5158787"/>
              <a:gd name="connsiteY38653" fmla="*/ 363878 h 4489084"/>
              <a:gd name="connsiteX38654" fmla="*/ 4818961 w 5158787"/>
              <a:gd name="connsiteY38654" fmla="*/ 375190 h 4489084"/>
              <a:gd name="connsiteX38655" fmla="*/ 4818191 w 5158787"/>
              <a:gd name="connsiteY38655" fmla="*/ 375664 h 4489084"/>
              <a:gd name="connsiteX38656" fmla="*/ 4805162 w 5158787"/>
              <a:gd name="connsiteY38656" fmla="*/ 375664 h 4489084"/>
              <a:gd name="connsiteX38657" fmla="*/ 4804392 w 5158787"/>
              <a:gd name="connsiteY38657" fmla="*/ 375190 h 4489084"/>
              <a:gd name="connsiteX38658" fmla="*/ 4797877 w 5158787"/>
              <a:gd name="connsiteY38658" fmla="*/ 363878 h 4489084"/>
              <a:gd name="connsiteX38659" fmla="*/ 4797877 w 5158787"/>
              <a:gd name="connsiteY38659" fmla="*/ 362931 h 4489084"/>
              <a:gd name="connsiteX38660" fmla="*/ 4804392 w 5158787"/>
              <a:gd name="connsiteY38660" fmla="*/ 351619 h 4489084"/>
              <a:gd name="connsiteX38661" fmla="*/ 4805162 w 5158787"/>
              <a:gd name="connsiteY38661" fmla="*/ 351145 h 4489084"/>
              <a:gd name="connsiteX38662" fmla="*/ 4534207 w 5158787"/>
              <a:gd name="connsiteY38662" fmla="*/ 350316 h 4489084"/>
              <a:gd name="connsiteX38663" fmla="*/ 4548124 w 5158787"/>
              <a:gd name="connsiteY38663" fmla="*/ 350316 h 4489084"/>
              <a:gd name="connsiteX38664" fmla="*/ 4548953 w 5158787"/>
              <a:gd name="connsiteY38664" fmla="*/ 350790 h 4489084"/>
              <a:gd name="connsiteX38665" fmla="*/ 4555882 w 5158787"/>
              <a:gd name="connsiteY38665" fmla="*/ 362812 h 4489084"/>
              <a:gd name="connsiteX38666" fmla="*/ 4555882 w 5158787"/>
              <a:gd name="connsiteY38666" fmla="*/ 363819 h 4489084"/>
              <a:gd name="connsiteX38667" fmla="*/ 4548894 w 5158787"/>
              <a:gd name="connsiteY38667" fmla="*/ 375842 h 4489084"/>
              <a:gd name="connsiteX38668" fmla="*/ 4548065 w 5158787"/>
              <a:gd name="connsiteY38668" fmla="*/ 376316 h 4489084"/>
              <a:gd name="connsiteX38669" fmla="*/ 4534147 w 5158787"/>
              <a:gd name="connsiteY38669" fmla="*/ 376316 h 4489084"/>
              <a:gd name="connsiteX38670" fmla="*/ 4533318 w 5158787"/>
              <a:gd name="connsiteY38670" fmla="*/ 375842 h 4489084"/>
              <a:gd name="connsiteX38671" fmla="*/ 4526388 w 5158787"/>
              <a:gd name="connsiteY38671" fmla="*/ 363819 h 4489084"/>
              <a:gd name="connsiteX38672" fmla="*/ 4526388 w 5158787"/>
              <a:gd name="connsiteY38672" fmla="*/ 362812 h 4489084"/>
              <a:gd name="connsiteX38673" fmla="*/ 4533377 w 5158787"/>
              <a:gd name="connsiteY38673" fmla="*/ 350790 h 4489084"/>
              <a:gd name="connsiteX38674" fmla="*/ 4534207 w 5158787"/>
              <a:gd name="connsiteY38674" fmla="*/ 350316 h 4489084"/>
              <a:gd name="connsiteX38675" fmla="*/ 2843153 w 5158787"/>
              <a:gd name="connsiteY38675" fmla="*/ 349783 h 4489084"/>
              <a:gd name="connsiteX38676" fmla="*/ 2857604 w 5158787"/>
              <a:gd name="connsiteY38676" fmla="*/ 349783 h 4489084"/>
              <a:gd name="connsiteX38677" fmla="*/ 2858492 w 5158787"/>
              <a:gd name="connsiteY38677" fmla="*/ 350316 h 4489084"/>
              <a:gd name="connsiteX38678" fmla="*/ 2865718 w 5158787"/>
              <a:gd name="connsiteY38678" fmla="*/ 362872 h 4489084"/>
              <a:gd name="connsiteX38679" fmla="*/ 2865718 w 5158787"/>
              <a:gd name="connsiteY38679" fmla="*/ 363879 h 4489084"/>
              <a:gd name="connsiteX38680" fmla="*/ 2858492 w 5158787"/>
              <a:gd name="connsiteY38680" fmla="*/ 376434 h 4489084"/>
              <a:gd name="connsiteX38681" fmla="*/ 2857604 w 5158787"/>
              <a:gd name="connsiteY38681" fmla="*/ 376967 h 4489084"/>
              <a:gd name="connsiteX38682" fmla="*/ 2843153 w 5158787"/>
              <a:gd name="connsiteY38682" fmla="*/ 376967 h 4489084"/>
              <a:gd name="connsiteX38683" fmla="*/ 2842265 w 5158787"/>
              <a:gd name="connsiteY38683" fmla="*/ 376434 h 4489084"/>
              <a:gd name="connsiteX38684" fmla="*/ 2835039 w 5158787"/>
              <a:gd name="connsiteY38684" fmla="*/ 363879 h 4489084"/>
              <a:gd name="connsiteX38685" fmla="*/ 2835039 w 5158787"/>
              <a:gd name="connsiteY38685" fmla="*/ 362872 h 4489084"/>
              <a:gd name="connsiteX38686" fmla="*/ 2842265 w 5158787"/>
              <a:gd name="connsiteY38686" fmla="*/ 350316 h 4489084"/>
              <a:gd name="connsiteX38687" fmla="*/ 2843153 w 5158787"/>
              <a:gd name="connsiteY38687" fmla="*/ 349783 h 4489084"/>
              <a:gd name="connsiteX38688" fmla="*/ 4398522 w 5158787"/>
              <a:gd name="connsiteY38688" fmla="*/ 349605 h 4489084"/>
              <a:gd name="connsiteX38689" fmla="*/ 4413209 w 5158787"/>
              <a:gd name="connsiteY38689" fmla="*/ 349605 h 4489084"/>
              <a:gd name="connsiteX38690" fmla="*/ 4414098 w 5158787"/>
              <a:gd name="connsiteY38690" fmla="*/ 350138 h 4489084"/>
              <a:gd name="connsiteX38691" fmla="*/ 4421442 w 5158787"/>
              <a:gd name="connsiteY38691" fmla="*/ 362872 h 4489084"/>
              <a:gd name="connsiteX38692" fmla="*/ 4421442 w 5158787"/>
              <a:gd name="connsiteY38692" fmla="*/ 363938 h 4489084"/>
              <a:gd name="connsiteX38693" fmla="*/ 4414098 w 5158787"/>
              <a:gd name="connsiteY38693" fmla="*/ 376671 h 4489084"/>
              <a:gd name="connsiteX38694" fmla="*/ 4413209 w 5158787"/>
              <a:gd name="connsiteY38694" fmla="*/ 377204 h 4489084"/>
              <a:gd name="connsiteX38695" fmla="*/ 4398522 w 5158787"/>
              <a:gd name="connsiteY38695" fmla="*/ 377204 h 4489084"/>
              <a:gd name="connsiteX38696" fmla="*/ 4397633 w 5158787"/>
              <a:gd name="connsiteY38696" fmla="*/ 376671 h 4489084"/>
              <a:gd name="connsiteX38697" fmla="*/ 4390289 w 5158787"/>
              <a:gd name="connsiteY38697" fmla="*/ 363938 h 4489084"/>
              <a:gd name="connsiteX38698" fmla="*/ 4390289 w 5158787"/>
              <a:gd name="connsiteY38698" fmla="*/ 362872 h 4489084"/>
              <a:gd name="connsiteX38699" fmla="*/ 4397633 w 5158787"/>
              <a:gd name="connsiteY38699" fmla="*/ 350138 h 4489084"/>
              <a:gd name="connsiteX38700" fmla="*/ 4398522 w 5158787"/>
              <a:gd name="connsiteY38700" fmla="*/ 349605 h 4489084"/>
              <a:gd name="connsiteX38701" fmla="*/ 4465684 w 5158787"/>
              <a:gd name="connsiteY38701" fmla="*/ 348658 h 4489084"/>
              <a:gd name="connsiteX38702" fmla="*/ 4481378 w 5158787"/>
              <a:gd name="connsiteY38702" fmla="*/ 348658 h 4489084"/>
              <a:gd name="connsiteX38703" fmla="*/ 4482326 w 5158787"/>
              <a:gd name="connsiteY38703" fmla="*/ 349191 h 4489084"/>
              <a:gd name="connsiteX38704" fmla="*/ 4490144 w 5158787"/>
              <a:gd name="connsiteY38704" fmla="*/ 362753 h 4489084"/>
              <a:gd name="connsiteX38705" fmla="*/ 4490144 w 5158787"/>
              <a:gd name="connsiteY38705" fmla="*/ 363879 h 4489084"/>
              <a:gd name="connsiteX38706" fmla="*/ 4482326 w 5158787"/>
              <a:gd name="connsiteY38706" fmla="*/ 377441 h 4489084"/>
              <a:gd name="connsiteX38707" fmla="*/ 4481378 w 5158787"/>
              <a:gd name="connsiteY38707" fmla="*/ 377974 h 4489084"/>
              <a:gd name="connsiteX38708" fmla="*/ 4465684 w 5158787"/>
              <a:gd name="connsiteY38708" fmla="*/ 377974 h 4489084"/>
              <a:gd name="connsiteX38709" fmla="*/ 4464736 w 5158787"/>
              <a:gd name="connsiteY38709" fmla="*/ 377441 h 4489084"/>
              <a:gd name="connsiteX38710" fmla="*/ 4456918 w 5158787"/>
              <a:gd name="connsiteY38710" fmla="*/ 363879 h 4489084"/>
              <a:gd name="connsiteX38711" fmla="*/ 4456918 w 5158787"/>
              <a:gd name="connsiteY38711" fmla="*/ 362753 h 4489084"/>
              <a:gd name="connsiteX38712" fmla="*/ 4464736 w 5158787"/>
              <a:gd name="connsiteY38712" fmla="*/ 349191 h 4489084"/>
              <a:gd name="connsiteX38713" fmla="*/ 4465684 w 5158787"/>
              <a:gd name="connsiteY38713" fmla="*/ 348658 h 4489084"/>
              <a:gd name="connsiteX38714" fmla="*/ 2774747 w 5158787"/>
              <a:gd name="connsiteY38714" fmla="*/ 348361 h 4489084"/>
              <a:gd name="connsiteX38715" fmla="*/ 2790738 w 5158787"/>
              <a:gd name="connsiteY38715" fmla="*/ 348361 h 4489084"/>
              <a:gd name="connsiteX38716" fmla="*/ 2791686 w 5158787"/>
              <a:gd name="connsiteY38716" fmla="*/ 348953 h 4489084"/>
              <a:gd name="connsiteX38717" fmla="*/ 2799681 w 5158787"/>
              <a:gd name="connsiteY38717" fmla="*/ 362812 h 4489084"/>
              <a:gd name="connsiteX38718" fmla="*/ 2799681 w 5158787"/>
              <a:gd name="connsiteY38718" fmla="*/ 363937 h 4489084"/>
              <a:gd name="connsiteX38719" fmla="*/ 2791686 w 5158787"/>
              <a:gd name="connsiteY38719" fmla="*/ 377796 h 4489084"/>
              <a:gd name="connsiteX38720" fmla="*/ 2790738 w 5158787"/>
              <a:gd name="connsiteY38720" fmla="*/ 378388 h 4489084"/>
              <a:gd name="connsiteX38721" fmla="*/ 2774747 w 5158787"/>
              <a:gd name="connsiteY38721" fmla="*/ 378388 h 4489084"/>
              <a:gd name="connsiteX38722" fmla="*/ 2773800 w 5158787"/>
              <a:gd name="connsiteY38722" fmla="*/ 377796 h 4489084"/>
              <a:gd name="connsiteX38723" fmla="*/ 2765804 w 5158787"/>
              <a:gd name="connsiteY38723" fmla="*/ 363937 h 4489084"/>
              <a:gd name="connsiteX38724" fmla="*/ 2765804 w 5158787"/>
              <a:gd name="connsiteY38724" fmla="*/ 362812 h 4489084"/>
              <a:gd name="connsiteX38725" fmla="*/ 2773800 w 5158787"/>
              <a:gd name="connsiteY38725" fmla="*/ 348953 h 4489084"/>
              <a:gd name="connsiteX38726" fmla="*/ 2774747 w 5158787"/>
              <a:gd name="connsiteY38726" fmla="*/ 348361 h 4489084"/>
              <a:gd name="connsiteX38727" fmla="*/ 4871256 w 5158787"/>
              <a:gd name="connsiteY38727" fmla="*/ 348243 h 4489084"/>
              <a:gd name="connsiteX38728" fmla="*/ 4887366 w 5158787"/>
              <a:gd name="connsiteY38728" fmla="*/ 348243 h 4489084"/>
              <a:gd name="connsiteX38729" fmla="*/ 4888373 w 5158787"/>
              <a:gd name="connsiteY38729" fmla="*/ 348835 h 4489084"/>
              <a:gd name="connsiteX38730" fmla="*/ 4896427 w 5158787"/>
              <a:gd name="connsiteY38730" fmla="*/ 362812 h 4489084"/>
              <a:gd name="connsiteX38731" fmla="*/ 4896427 w 5158787"/>
              <a:gd name="connsiteY38731" fmla="*/ 363938 h 4489084"/>
              <a:gd name="connsiteX38732" fmla="*/ 4888373 w 5158787"/>
              <a:gd name="connsiteY38732" fmla="*/ 377915 h 4489084"/>
              <a:gd name="connsiteX38733" fmla="*/ 4887366 w 5158787"/>
              <a:gd name="connsiteY38733" fmla="*/ 378507 h 4489084"/>
              <a:gd name="connsiteX38734" fmla="*/ 4871256 w 5158787"/>
              <a:gd name="connsiteY38734" fmla="*/ 378507 h 4489084"/>
              <a:gd name="connsiteX38735" fmla="*/ 4870250 w 5158787"/>
              <a:gd name="connsiteY38735" fmla="*/ 377915 h 4489084"/>
              <a:gd name="connsiteX38736" fmla="*/ 4862195 w 5158787"/>
              <a:gd name="connsiteY38736" fmla="*/ 363938 h 4489084"/>
              <a:gd name="connsiteX38737" fmla="*/ 4862195 w 5158787"/>
              <a:gd name="connsiteY38737" fmla="*/ 362812 h 4489084"/>
              <a:gd name="connsiteX38738" fmla="*/ 4870250 w 5158787"/>
              <a:gd name="connsiteY38738" fmla="*/ 348835 h 4489084"/>
              <a:gd name="connsiteX38739" fmla="*/ 4871256 w 5158787"/>
              <a:gd name="connsiteY38739" fmla="*/ 348243 h 4489084"/>
              <a:gd name="connsiteX38740" fmla="*/ 4600539 w 5158787"/>
              <a:gd name="connsiteY38740" fmla="*/ 347947 h 4489084"/>
              <a:gd name="connsiteX38741" fmla="*/ 4617004 w 5158787"/>
              <a:gd name="connsiteY38741" fmla="*/ 347947 h 4489084"/>
              <a:gd name="connsiteX38742" fmla="*/ 4618010 w 5158787"/>
              <a:gd name="connsiteY38742" fmla="*/ 348539 h 4489084"/>
              <a:gd name="connsiteX38743" fmla="*/ 4626242 w 5158787"/>
              <a:gd name="connsiteY38743" fmla="*/ 362813 h 4489084"/>
              <a:gd name="connsiteX38744" fmla="*/ 4626242 w 5158787"/>
              <a:gd name="connsiteY38744" fmla="*/ 363997 h 4489084"/>
              <a:gd name="connsiteX38745" fmla="*/ 4618010 w 5158787"/>
              <a:gd name="connsiteY38745" fmla="*/ 378270 h 4489084"/>
              <a:gd name="connsiteX38746" fmla="*/ 4617004 w 5158787"/>
              <a:gd name="connsiteY38746" fmla="*/ 378863 h 4489084"/>
              <a:gd name="connsiteX38747" fmla="*/ 4600539 w 5158787"/>
              <a:gd name="connsiteY38747" fmla="*/ 378863 h 4489084"/>
              <a:gd name="connsiteX38748" fmla="*/ 4599532 w 5158787"/>
              <a:gd name="connsiteY38748" fmla="*/ 378270 h 4489084"/>
              <a:gd name="connsiteX38749" fmla="*/ 4591299 w 5158787"/>
              <a:gd name="connsiteY38749" fmla="*/ 363997 h 4489084"/>
              <a:gd name="connsiteX38750" fmla="*/ 4591299 w 5158787"/>
              <a:gd name="connsiteY38750" fmla="*/ 362813 h 4489084"/>
              <a:gd name="connsiteX38751" fmla="*/ 4599532 w 5158787"/>
              <a:gd name="connsiteY38751" fmla="*/ 348539 h 4489084"/>
              <a:gd name="connsiteX38752" fmla="*/ 4600539 w 5158787"/>
              <a:gd name="connsiteY38752" fmla="*/ 347947 h 4489084"/>
              <a:gd name="connsiteX38753" fmla="*/ 4667463 w 5158787"/>
              <a:gd name="connsiteY38753" fmla="*/ 346585 h 4489084"/>
              <a:gd name="connsiteX38754" fmla="*/ 4685349 w 5158787"/>
              <a:gd name="connsiteY38754" fmla="*/ 346585 h 4489084"/>
              <a:gd name="connsiteX38755" fmla="*/ 4686415 w 5158787"/>
              <a:gd name="connsiteY38755" fmla="*/ 347236 h 4489084"/>
              <a:gd name="connsiteX38756" fmla="*/ 4695358 w 5158787"/>
              <a:gd name="connsiteY38756" fmla="*/ 362753 h 4489084"/>
              <a:gd name="connsiteX38757" fmla="*/ 4695358 w 5158787"/>
              <a:gd name="connsiteY38757" fmla="*/ 363997 h 4489084"/>
              <a:gd name="connsiteX38758" fmla="*/ 4686415 w 5158787"/>
              <a:gd name="connsiteY38758" fmla="*/ 379514 h 4489084"/>
              <a:gd name="connsiteX38759" fmla="*/ 4685349 w 5158787"/>
              <a:gd name="connsiteY38759" fmla="*/ 380166 h 4489084"/>
              <a:gd name="connsiteX38760" fmla="*/ 4667463 w 5158787"/>
              <a:gd name="connsiteY38760" fmla="*/ 380166 h 4489084"/>
              <a:gd name="connsiteX38761" fmla="*/ 4666397 w 5158787"/>
              <a:gd name="connsiteY38761" fmla="*/ 379514 h 4489084"/>
              <a:gd name="connsiteX38762" fmla="*/ 4657454 w 5158787"/>
              <a:gd name="connsiteY38762" fmla="*/ 363997 h 4489084"/>
              <a:gd name="connsiteX38763" fmla="*/ 4657454 w 5158787"/>
              <a:gd name="connsiteY38763" fmla="*/ 362753 h 4489084"/>
              <a:gd name="connsiteX38764" fmla="*/ 4666397 w 5158787"/>
              <a:gd name="connsiteY38764" fmla="*/ 347236 h 4489084"/>
              <a:gd name="connsiteX38765" fmla="*/ 4667463 w 5158787"/>
              <a:gd name="connsiteY38765" fmla="*/ 346585 h 4489084"/>
              <a:gd name="connsiteX38766" fmla="*/ 947713 w 5158787"/>
              <a:gd name="connsiteY38766" fmla="*/ 346466 h 4489084"/>
              <a:gd name="connsiteX38767" fmla="*/ 965718 w 5158787"/>
              <a:gd name="connsiteY38767" fmla="*/ 346466 h 4489084"/>
              <a:gd name="connsiteX38768" fmla="*/ 966843 w 5158787"/>
              <a:gd name="connsiteY38768" fmla="*/ 347118 h 4489084"/>
              <a:gd name="connsiteX38769" fmla="*/ 975845 w 5158787"/>
              <a:gd name="connsiteY38769" fmla="*/ 362694 h 4489084"/>
              <a:gd name="connsiteX38770" fmla="*/ 975845 w 5158787"/>
              <a:gd name="connsiteY38770" fmla="*/ 363937 h 4489084"/>
              <a:gd name="connsiteX38771" fmla="*/ 966843 w 5158787"/>
              <a:gd name="connsiteY38771" fmla="*/ 379514 h 4489084"/>
              <a:gd name="connsiteX38772" fmla="*/ 965718 w 5158787"/>
              <a:gd name="connsiteY38772" fmla="*/ 380165 h 4489084"/>
              <a:gd name="connsiteX38773" fmla="*/ 947713 w 5158787"/>
              <a:gd name="connsiteY38773" fmla="*/ 380165 h 4489084"/>
              <a:gd name="connsiteX38774" fmla="*/ 946588 w 5158787"/>
              <a:gd name="connsiteY38774" fmla="*/ 379514 h 4489084"/>
              <a:gd name="connsiteX38775" fmla="*/ 937586 w 5158787"/>
              <a:gd name="connsiteY38775" fmla="*/ 363937 h 4489084"/>
              <a:gd name="connsiteX38776" fmla="*/ 937586 w 5158787"/>
              <a:gd name="connsiteY38776" fmla="*/ 362694 h 4489084"/>
              <a:gd name="connsiteX38777" fmla="*/ 946588 w 5158787"/>
              <a:gd name="connsiteY38777" fmla="*/ 347118 h 4489084"/>
              <a:gd name="connsiteX38778" fmla="*/ 947713 w 5158787"/>
              <a:gd name="connsiteY38778" fmla="*/ 346466 h 4489084"/>
              <a:gd name="connsiteX38779" fmla="*/ 4937884 w 5158787"/>
              <a:gd name="connsiteY38779" fmla="*/ 346407 h 4489084"/>
              <a:gd name="connsiteX38780" fmla="*/ 4956008 w 5158787"/>
              <a:gd name="connsiteY38780" fmla="*/ 346407 h 4489084"/>
              <a:gd name="connsiteX38781" fmla="*/ 4957133 w 5158787"/>
              <a:gd name="connsiteY38781" fmla="*/ 347058 h 4489084"/>
              <a:gd name="connsiteX38782" fmla="*/ 4966194 w 5158787"/>
              <a:gd name="connsiteY38782" fmla="*/ 362753 h 4489084"/>
              <a:gd name="connsiteX38783" fmla="*/ 4966194 w 5158787"/>
              <a:gd name="connsiteY38783" fmla="*/ 364056 h 4489084"/>
              <a:gd name="connsiteX38784" fmla="*/ 4957133 w 5158787"/>
              <a:gd name="connsiteY38784" fmla="*/ 379751 h 4489084"/>
              <a:gd name="connsiteX38785" fmla="*/ 4956008 w 5158787"/>
              <a:gd name="connsiteY38785" fmla="*/ 380402 h 4489084"/>
              <a:gd name="connsiteX38786" fmla="*/ 4937884 w 5158787"/>
              <a:gd name="connsiteY38786" fmla="*/ 380402 h 4489084"/>
              <a:gd name="connsiteX38787" fmla="*/ 4936759 w 5158787"/>
              <a:gd name="connsiteY38787" fmla="*/ 379751 h 4489084"/>
              <a:gd name="connsiteX38788" fmla="*/ 4927698 w 5158787"/>
              <a:gd name="connsiteY38788" fmla="*/ 364056 h 4489084"/>
              <a:gd name="connsiteX38789" fmla="*/ 4927698 w 5158787"/>
              <a:gd name="connsiteY38789" fmla="*/ 362753 h 4489084"/>
              <a:gd name="connsiteX38790" fmla="*/ 4936759 w 5158787"/>
              <a:gd name="connsiteY38790" fmla="*/ 347058 h 4489084"/>
              <a:gd name="connsiteX38791" fmla="*/ 4937884 w 5158787"/>
              <a:gd name="connsiteY38791" fmla="*/ 346407 h 4489084"/>
              <a:gd name="connsiteX38792" fmla="*/ 879723 w 5158787"/>
              <a:gd name="connsiteY38792" fmla="*/ 345756 h 4489084"/>
              <a:gd name="connsiteX38793" fmla="*/ 898497 w 5158787"/>
              <a:gd name="connsiteY38793" fmla="*/ 345756 h 4489084"/>
              <a:gd name="connsiteX38794" fmla="*/ 899622 w 5158787"/>
              <a:gd name="connsiteY38794" fmla="*/ 346408 h 4489084"/>
              <a:gd name="connsiteX38795" fmla="*/ 908980 w 5158787"/>
              <a:gd name="connsiteY38795" fmla="*/ 362635 h 4489084"/>
              <a:gd name="connsiteX38796" fmla="*/ 908980 w 5158787"/>
              <a:gd name="connsiteY38796" fmla="*/ 363938 h 4489084"/>
              <a:gd name="connsiteX38797" fmla="*/ 899563 w 5158787"/>
              <a:gd name="connsiteY38797" fmla="*/ 380166 h 4489084"/>
              <a:gd name="connsiteX38798" fmla="*/ 898438 w 5158787"/>
              <a:gd name="connsiteY38798" fmla="*/ 380817 h 4489084"/>
              <a:gd name="connsiteX38799" fmla="*/ 879664 w 5158787"/>
              <a:gd name="connsiteY38799" fmla="*/ 380817 h 4489084"/>
              <a:gd name="connsiteX38800" fmla="*/ 878538 w 5158787"/>
              <a:gd name="connsiteY38800" fmla="*/ 380166 h 4489084"/>
              <a:gd name="connsiteX38801" fmla="*/ 869181 w 5158787"/>
              <a:gd name="connsiteY38801" fmla="*/ 363938 h 4489084"/>
              <a:gd name="connsiteX38802" fmla="*/ 869181 w 5158787"/>
              <a:gd name="connsiteY38802" fmla="*/ 362635 h 4489084"/>
              <a:gd name="connsiteX38803" fmla="*/ 878598 w 5158787"/>
              <a:gd name="connsiteY38803" fmla="*/ 346408 h 4489084"/>
              <a:gd name="connsiteX38804" fmla="*/ 879723 w 5158787"/>
              <a:gd name="connsiteY38804" fmla="*/ 345756 h 4489084"/>
              <a:gd name="connsiteX38805" fmla="*/ 5005105 w 5158787"/>
              <a:gd name="connsiteY38805" fmla="*/ 345637 h 4489084"/>
              <a:gd name="connsiteX38806" fmla="*/ 5023999 w 5158787"/>
              <a:gd name="connsiteY38806" fmla="*/ 345637 h 4489084"/>
              <a:gd name="connsiteX38807" fmla="*/ 5025123 w 5158787"/>
              <a:gd name="connsiteY38807" fmla="*/ 346288 h 4489084"/>
              <a:gd name="connsiteX38808" fmla="*/ 5034541 w 5158787"/>
              <a:gd name="connsiteY38808" fmla="*/ 362635 h 4489084"/>
              <a:gd name="connsiteX38809" fmla="*/ 5034541 w 5158787"/>
              <a:gd name="connsiteY38809" fmla="*/ 363997 h 4489084"/>
              <a:gd name="connsiteX38810" fmla="*/ 5025123 w 5158787"/>
              <a:gd name="connsiteY38810" fmla="*/ 380343 h 4489084"/>
              <a:gd name="connsiteX38811" fmla="*/ 5023999 w 5158787"/>
              <a:gd name="connsiteY38811" fmla="*/ 380994 h 4489084"/>
              <a:gd name="connsiteX38812" fmla="*/ 5005105 w 5158787"/>
              <a:gd name="connsiteY38812" fmla="*/ 380994 h 4489084"/>
              <a:gd name="connsiteX38813" fmla="*/ 5003980 w 5158787"/>
              <a:gd name="connsiteY38813" fmla="*/ 380343 h 4489084"/>
              <a:gd name="connsiteX38814" fmla="*/ 4994564 w 5158787"/>
              <a:gd name="connsiteY38814" fmla="*/ 363997 h 4489084"/>
              <a:gd name="connsiteX38815" fmla="*/ 4994564 w 5158787"/>
              <a:gd name="connsiteY38815" fmla="*/ 362635 h 4489084"/>
              <a:gd name="connsiteX38816" fmla="*/ 5003980 w 5158787"/>
              <a:gd name="connsiteY38816" fmla="*/ 346288 h 4489084"/>
              <a:gd name="connsiteX38817" fmla="*/ 5005105 w 5158787"/>
              <a:gd name="connsiteY38817" fmla="*/ 345637 h 4489084"/>
              <a:gd name="connsiteX38818" fmla="*/ 2908419 w 5158787"/>
              <a:gd name="connsiteY38818" fmla="*/ 345341 h 4489084"/>
              <a:gd name="connsiteX38819" fmla="*/ 2927607 w 5158787"/>
              <a:gd name="connsiteY38819" fmla="*/ 345341 h 4489084"/>
              <a:gd name="connsiteX38820" fmla="*/ 2928792 w 5158787"/>
              <a:gd name="connsiteY38820" fmla="*/ 345993 h 4489084"/>
              <a:gd name="connsiteX38821" fmla="*/ 2938386 w 5158787"/>
              <a:gd name="connsiteY38821" fmla="*/ 362635 h 4489084"/>
              <a:gd name="connsiteX38822" fmla="*/ 2938386 w 5158787"/>
              <a:gd name="connsiteY38822" fmla="*/ 363997 h 4489084"/>
              <a:gd name="connsiteX38823" fmla="*/ 2928792 w 5158787"/>
              <a:gd name="connsiteY38823" fmla="*/ 380639 h 4489084"/>
              <a:gd name="connsiteX38824" fmla="*/ 2927607 w 5158787"/>
              <a:gd name="connsiteY38824" fmla="*/ 381291 h 4489084"/>
              <a:gd name="connsiteX38825" fmla="*/ 2908419 w 5158787"/>
              <a:gd name="connsiteY38825" fmla="*/ 381291 h 4489084"/>
              <a:gd name="connsiteX38826" fmla="*/ 2907234 w 5158787"/>
              <a:gd name="connsiteY38826" fmla="*/ 380639 h 4489084"/>
              <a:gd name="connsiteX38827" fmla="*/ 2897640 w 5158787"/>
              <a:gd name="connsiteY38827" fmla="*/ 363997 h 4489084"/>
              <a:gd name="connsiteX38828" fmla="*/ 2897640 w 5158787"/>
              <a:gd name="connsiteY38828" fmla="*/ 362635 h 4489084"/>
              <a:gd name="connsiteX38829" fmla="*/ 2907234 w 5158787"/>
              <a:gd name="connsiteY38829" fmla="*/ 345993 h 4489084"/>
              <a:gd name="connsiteX38830" fmla="*/ 2908419 w 5158787"/>
              <a:gd name="connsiteY38830" fmla="*/ 345341 h 4489084"/>
              <a:gd name="connsiteX38831" fmla="*/ 676343 w 5158787"/>
              <a:gd name="connsiteY38831" fmla="*/ 344927 h 4489084"/>
              <a:gd name="connsiteX38832" fmla="*/ 696006 w 5158787"/>
              <a:gd name="connsiteY38832" fmla="*/ 344927 h 4489084"/>
              <a:gd name="connsiteX38833" fmla="*/ 697191 w 5158787"/>
              <a:gd name="connsiteY38833" fmla="*/ 345638 h 4489084"/>
              <a:gd name="connsiteX38834" fmla="*/ 707022 w 5158787"/>
              <a:gd name="connsiteY38834" fmla="*/ 362635 h 4489084"/>
              <a:gd name="connsiteX38835" fmla="*/ 707022 w 5158787"/>
              <a:gd name="connsiteY38835" fmla="*/ 363997 h 4489084"/>
              <a:gd name="connsiteX38836" fmla="*/ 697191 w 5158787"/>
              <a:gd name="connsiteY38836" fmla="*/ 380995 h 4489084"/>
              <a:gd name="connsiteX38837" fmla="*/ 696006 w 5158787"/>
              <a:gd name="connsiteY38837" fmla="*/ 381706 h 4489084"/>
              <a:gd name="connsiteX38838" fmla="*/ 676343 w 5158787"/>
              <a:gd name="connsiteY38838" fmla="*/ 381706 h 4489084"/>
              <a:gd name="connsiteX38839" fmla="*/ 675159 w 5158787"/>
              <a:gd name="connsiteY38839" fmla="*/ 380995 h 4489084"/>
              <a:gd name="connsiteX38840" fmla="*/ 665328 w 5158787"/>
              <a:gd name="connsiteY38840" fmla="*/ 363997 h 4489084"/>
              <a:gd name="connsiteX38841" fmla="*/ 665328 w 5158787"/>
              <a:gd name="connsiteY38841" fmla="*/ 362635 h 4489084"/>
              <a:gd name="connsiteX38842" fmla="*/ 675159 w 5158787"/>
              <a:gd name="connsiteY38842" fmla="*/ 345638 h 4489084"/>
              <a:gd name="connsiteX38843" fmla="*/ 676343 w 5158787"/>
              <a:gd name="connsiteY38843" fmla="*/ 344927 h 4489084"/>
              <a:gd name="connsiteX38844" fmla="*/ 2975284 w 5158787"/>
              <a:gd name="connsiteY38844" fmla="*/ 343920 h 4489084"/>
              <a:gd name="connsiteX38845" fmla="*/ 2996013 w 5158787"/>
              <a:gd name="connsiteY38845" fmla="*/ 343920 h 4489084"/>
              <a:gd name="connsiteX38846" fmla="*/ 2997257 w 5158787"/>
              <a:gd name="connsiteY38846" fmla="*/ 344631 h 4489084"/>
              <a:gd name="connsiteX38847" fmla="*/ 3007621 w 5158787"/>
              <a:gd name="connsiteY38847" fmla="*/ 362635 h 4489084"/>
              <a:gd name="connsiteX38848" fmla="*/ 3007621 w 5158787"/>
              <a:gd name="connsiteY38848" fmla="*/ 364116 h 4489084"/>
              <a:gd name="connsiteX38849" fmla="*/ 2997257 w 5158787"/>
              <a:gd name="connsiteY38849" fmla="*/ 382120 h 4489084"/>
              <a:gd name="connsiteX38850" fmla="*/ 2996013 w 5158787"/>
              <a:gd name="connsiteY38850" fmla="*/ 382831 h 4489084"/>
              <a:gd name="connsiteX38851" fmla="*/ 2975284 w 5158787"/>
              <a:gd name="connsiteY38851" fmla="*/ 382831 h 4489084"/>
              <a:gd name="connsiteX38852" fmla="*/ 2974040 w 5158787"/>
              <a:gd name="connsiteY38852" fmla="*/ 382120 h 4489084"/>
              <a:gd name="connsiteX38853" fmla="*/ 2963676 w 5158787"/>
              <a:gd name="connsiteY38853" fmla="*/ 364116 h 4489084"/>
              <a:gd name="connsiteX38854" fmla="*/ 2963676 w 5158787"/>
              <a:gd name="connsiteY38854" fmla="*/ 362635 h 4489084"/>
              <a:gd name="connsiteX38855" fmla="*/ 2974040 w 5158787"/>
              <a:gd name="connsiteY38855" fmla="*/ 344631 h 4489084"/>
              <a:gd name="connsiteX38856" fmla="*/ 2975284 w 5158787"/>
              <a:gd name="connsiteY38856" fmla="*/ 343920 h 4489084"/>
              <a:gd name="connsiteX38857" fmla="*/ 743505 w 5158787"/>
              <a:gd name="connsiteY38857" fmla="*/ 343920 h 4489084"/>
              <a:gd name="connsiteX38858" fmla="*/ 764234 w 5158787"/>
              <a:gd name="connsiteY38858" fmla="*/ 343920 h 4489084"/>
              <a:gd name="connsiteX38859" fmla="*/ 765478 w 5158787"/>
              <a:gd name="connsiteY38859" fmla="*/ 344631 h 4489084"/>
              <a:gd name="connsiteX38860" fmla="*/ 775842 w 5158787"/>
              <a:gd name="connsiteY38860" fmla="*/ 362635 h 4489084"/>
              <a:gd name="connsiteX38861" fmla="*/ 775842 w 5158787"/>
              <a:gd name="connsiteY38861" fmla="*/ 364116 h 4489084"/>
              <a:gd name="connsiteX38862" fmla="*/ 765478 w 5158787"/>
              <a:gd name="connsiteY38862" fmla="*/ 382120 h 4489084"/>
              <a:gd name="connsiteX38863" fmla="*/ 764234 w 5158787"/>
              <a:gd name="connsiteY38863" fmla="*/ 382831 h 4489084"/>
              <a:gd name="connsiteX38864" fmla="*/ 743505 w 5158787"/>
              <a:gd name="connsiteY38864" fmla="*/ 382831 h 4489084"/>
              <a:gd name="connsiteX38865" fmla="*/ 742261 w 5158787"/>
              <a:gd name="connsiteY38865" fmla="*/ 382120 h 4489084"/>
              <a:gd name="connsiteX38866" fmla="*/ 731897 w 5158787"/>
              <a:gd name="connsiteY38866" fmla="*/ 364116 h 4489084"/>
              <a:gd name="connsiteX38867" fmla="*/ 731897 w 5158787"/>
              <a:gd name="connsiteY38867" fmla="*/ 362635 h 4489084"/>
              <a:gd name="connsiteX38868" fmla="*/ 742261 w 5158787"/>
              <a:gd name="connsiteY38868" fmla="*/ 344631 h 4489084"/>
              <a:gd name="connsiteX38869" fmla="*/ 743505 w 5158787"/>
              <a:gd name="connsiteY38869" fmla="*/ 343920 h 4489084"/>
              <a:gd name="connsiteX38870" fmla="*/ 811080 w 5158787"/>
              <a:gd name="connsiteY38870" fmla="*/ 343801 h 4489084"/>
              <a:gd name="connsiteX38871" fmla="*/ 831928 w 5158787"/>
              <a:gd name="connsiteY38871" fmla="*/ 343801 h 4489084"/>
              <a:gd name="connsiteX38872" fmla="*/ 833231 w 5158787"/>
              <a:gd name="connsiteY38872" fmla="*/ 344512 h 4489084"/>
              <a:gd name="connsiteX38873" fmla="*/ 843654 w 5158787"/>
              <a:gd name="connsiteY38873" fmla="*/ 362575 h 4489084"/>
              <a:gd name="connsiteX38874" fmla="*/ 843654 w 5158787"/>
              <a:gd name="connsiteY38874" fmla="*/ 364056 h 4489084"/>
              <a:gd name="connsiteX38875" fmla="*/ 833231 w 5158787"/>
              <a:gd name="connsiteY38875" fmla="*/ 382120 h 4489084"/>
              <a:gd name="connsiteX38876" fmla="*/ 831928 w 5158787"/>
              <a:gd name="connsiteY38876" fmla="*/ 382830 h 4489084"/>
              <a:gd name="connsiteX38877" fmla="*/ 811080 w 5158787"/>
              <a:gd name="connsiteY38877" fmla="*/ 382830 h 4489084"/>
              <a:gd name="connsiteX38878" fmla="*/ 809778 w 5158787"/>
              <a:gd name="connsiteY38878" fmla="*/ 382120 h 4489084"/>
              <a:gd name="connsiteX38879" fmla="*/ 799354 w 5158787"/>
              <a:gd name="connsiteY38879" fmla="*/ 364056 h 4489084"/>
              <a:gd name="connsiteX38880" fmla="*/ 799354 w 5158787"/>
              <a:gd name="connsiteY38880" fmla="*/ 362575 h 4489084"/>
              <a:gd name="connsiteX38881" fmla="*/ 809778 w 5158787"/>
              <a:gd name="connsiteY38881" fmla="*/ 344512 h 4489084"/>
              <a:gd name="connsiteX38882" fmla="*/ 811080 w 5158787"/>
              <a:gd name="connsiteY38882" fmla="*/ 343801 h 4489084"/>
              <a:gd name="connsiteX38883" fmla="*/ 3042149 w 5158787"/>
              <a:gd name="connsiteY38883" fmla="*/ 342558 h 4489084"/>
              <a:gd name="connsiteX38884" fmla="*/ 3064359 w 5158787"/>
              <a:gd name="connsiteY38884" fmla="*/ 342558 h 4489084"/>
              <a:gd name="connsiteX38885" fmla="*/ 3065721 w 5158787"/>
              <a:gd name="connsiteY38885" fmla="*/ 343328 h 4489084"/>
              <a:gd name="connsiteX38886" fmla="*/ 3076796 w 5158787"/>
              <a:gd name="connsiteY38886" fmla="*/ 362576 h 4489084"/>
              <a:gd name="connsiteX38887" fmla="*/ 3076796 w 5158787"/>
              <a:gd name="connsiteY38887" fmla="*/ 364116 h 4489084"/>
              <a:gd name="connsiteX38888" fmla="*/ 3065721 w 5158787"/>
              <a:gd name="connsiteY38888" fmla="*/ 383364 h 4489084"/>
              <a:gd name="connsiteX38889" fmla="*/ 3064359 w 5158787"/>
              <a:gd name="connsiteY38889" fmla="*/ 384134 h 4489084"/>
              <a:gd name="connsiteX38890" fmla="*/ 3042149 w 5158787"/>
              <a:gd name="connsiteY38890" fmla="*/ 384134 h 4489084"/>
              <a:gd name="connsiteX38891" fmla="*/ 3040787 w 5158787"/>
              <a:gd name="connsiteY38891" fmla="*/ 383364 h 4489084"/>
              <a:gd name="connsiteX38892" fmla="*/ 3029712 w 5158787"/>
              <a:gd name="connsiteY38892" fmla="*/ 364116 h 4489084"/>
              <a:gd name="connsiteX38893" fmla="*/ 3029712 w 5158787"/>
              <a:gd name="connsiteY38893" fmla="*/ 362576 h 4489084"/>
              <a:gd name="connsiteX38894" fmla="*/ 3040787 w 5158787"/>
              <a:gd name="connsiteY38894" fmla="*/ 343328 h 4489084"/>
              <a:gd name="connsiteX38895" fmla="*/ 3042149 w 5158787"/>
              <a:gd name="connsiteY38895" fmla="*/ 342558 h 4489084"/>
              <a:gd name="connsiteX38896" fmla="*/ 3109665 w 5158787"/>
              <a:gd name="connsiteY38896" fmla="*/ 342261 h 4489084"/>
              <a:gd name="connsiteX38897" fmla="*/ 3132171 w 5158787"/>
              <a:gd name="connsiteY38897" fmla="*/ 342261 h 4489084"/>
              <a:gd name="connsiteX38898" fmla="*/ 3133533 w 5158787"/>
              <a:gd name="connsiteY38898" fmla="*/ 343031 h 4489084"/>
              <a:gd name="connsiteX38899" fmla="*/ 3144786 w 5158787"/>
              <a:gd name="connsiteY38899" fmla="*/ 362516 h 4489084"/>
              <a:gd name="connsiteX38900" fmla="*/ 3144786 w 5158787"/>
              <a:gd name="connsiteY38900" fmla="*/ 364115 h 4489084"/>
              <a:gd name="connsiteX38901" fmla="*/ 3133533 w 5158787"/>
              <a:gd name="connsiteY38901" fmla="*/ 383600 h 4489084"/>
              <a:gd name="connsiteX38902" fmla="*/ 3132171 w 5158787"/>
              <a:gd name="connsiteY38902" fmla="*/ 384370 h 4489084"/>
              <a:gd name="connsiteX38903" fmla="*/ 3109665 w 5158787"/>
              <a:gd name="connsiteY38903" fmla="*/ 384370 h 4489084"/>
              <a:gd name="connsiteX38904" fmla="*/ 3108303 w 5158787"/>
              <a:gd name="connsiteY38904" fmla="*/ 383600 h 4489084"/>
              <a:gd name="connsiteX38905" fmla="*/ 3097050 w 5158787"/>
              <a:gd name="connsiteY38905" fmla="*/ 364115 h 4489084"/>
              <a:gd name="connsiteX38906" fmla="*/ 3097050 w 5158787"/>
              <a:gd name="connsiteY38906" fmla="*/ 362516 h 4489084"/>
              <a:gd name="connsiteX38907" fmla="*/ 3108303 w 5158787"/>
              <a:gd name="connsiteY38907" fmla="*/ 343031 h 4489084"/>
              <a:gd name="connsiteX38908" fmla="*/ 3109665 w 5158787"/>
              <a:gd name="connsiteY38908" fmla="*/ 342261 h 4489084"/>
              <a:gd name="connsiteX38909" fmla="*/ 4740428 w 5158787"/>
              <a:gd name="connsiteY38909" fmla="*/ 297902 h 4489084"/>
              <a:gd name="connsiteX38910" fmla="*/ 4747713 w 5158787"/>
              <a:gd name="connsiteY38910" fmla="*/ 297902 h 4489084"/>
              <a:gd name="connsiteX38911" fmla="*/ 4748186 w 5158787"/>
              <a:gd name="connsiteY38911" fmla="*/ 298139 h 4489084"/>
              <a:gd name="connsiteX38912" fmla="*/ 4751800 w 5158787"/>
              <a:gd name="connsiteY38912" fmla="*/ 304476 h 4489084"/>
              <a:gd name="connsiteX38913" fmla="*/ 4751800 w 5158787"/>
              <a:gd name="connsiteY38913" fmla="*/ 305009 h 4489084"/>
              <a:gd name="connsiteX38914" fmla="*/ 4748128 w 5158787"/>
              <a:gd name="connsiteY38914" fmla="*/ 311346 h 4489084"/>
              <a:gd name="connsiteX38915" fmla="*/ 4747653 w 5158787"/>
              <a:gd name="connsiteY38915" fmla="*/ 311583 h 4489084"/>
              <a:gd name="connsiteX38916" fmla="*/ 4740369 w 5158787"/>
              <a:gd name="connsiteY38916" fmla="*/ 311583 h 4489084"/>
              <a:gd name="connsiteX38917" fmla="*/ 4739895 w 5158787"/>
              <a:gd name="connsiteY38917" fmla="*/ 311346 h 4489084"/>
              <a:gd name="connsiteX38918" fmla="*/ 4736283 w 5158787"/>
              <a:gd name="connsiteY38918" fmla="*/ 305009 h 4489084"/>
              <a:gd name="connsiteX38919" fmla="*/ 4736283 w 5158787"/>
              <a:gd name="connsiteY38919" fmla="*/ 304476 h 4489084"/>
              <a:gd name="connsiteX38920" fmla="*/ 4739955 w 5158787"/>
              <a:gd name="connsiteY38920" fmla="*/ 298139 h 4489084"/>
              <a:gd name="connsiteX38921" fmla="*/ 4740428 w 5158787"/>
              <a:gd name="connsiteY38921" fmla="*/ 297902 h 4489084"/>
              <a:gd name="connsiteX38922" fmla="*/ 951918 w 5158787"/>
              <a:gd name="connsiteY38922" fmla="*/ 295770 h 4489084"/>
              <a:gd name="connsiteX38923" fmla="*/ 961513 w 5158787"/>
              <a:gd name="connsiteY38923" fmla="*/ 295770 h 4489084"/>
              <a:gd name="connsiteX38924" fmla="*/ 962105 w 5158787"/>
              <a:gd name="connsiteY38924" fmla="*/ 296125 h 4489084"/>
              <a:gd name="connsiteX38925" fmla="*/ 966902 w 5158787"/>
              <a:gd name="connsiteY38925" fmla="*/ 304417 h 4489084"/>
              <a:gd name="connsiteX38926" fmla="*/ 966902 w 5158787"/>
              <a:gd name="connsiteY38926" fmla="*/ 305068 h 4489084"/>
              <a:gd name="connsiteX38927" fmla="*/ 962105 w 5158787"/>
              <a:gd name="connsiteY38927" fmla="*/ 313360 h 4489084"/>
              <a:gd name="connsiteX38928" fmla="*/ 961513 w 5158787"/>
              <a:gd name="connsiteY38928" fmla="*/ 313715 h 4489084"/>
              <a:gd name="connsiteX38929" fmla="*/ 951918 w 5158787"/>
              <a:gd name="connsiteY38929" fmla="*/ 313715 h 4489084"/>
              <a:gd name="connsiteX38930" fmla="*/ 951326 w 5158787"/>
              <a:gd name="connsiteY38930" fmla="*/ 313360 h 4489084"/>
              <a:gd name="connsiteX38931" fmla="*/ 946529 w 5158787"/>
              <a:gd name="connsiteY38931" fmla="*/ 305068 h 4489084"/>
              <a:gd name="connsiteX38932" fmla="*/ 946529 w 5158787"/>
              <a:gd name="connsiteY38932" fmla="*/ 304417 h 4489084"/>
              <a:gd name="connsiteX38933" fmla="*/ 951326 w 5158787"/>
              <a:gd name="connsiteY38933" fmla="*/ 296125 h 4489084"/>
              <a:gd name="connsiteX38934" fmla="*/ 951918 w 5158787"/>
              <a:gd name="connsiteY38934" fmla="*/ 295770 h 4489084"/>
              <a:gd name="connsiteX38935" fmla="*/ 4806168 w 5158787"/>
              <a:gd name="connsiteY38935" fmla="*/ 294408 h 4489084"/>
              <a:gd name="connsiteX38936" fmla="*/ 4817184 w 5158787"/>
              <a:gd name="connsiteY38936" fmla="*/ 294408 h 4489084"/>
              <a:gd name="connsiteX38937" fmla="*/ 4817835 w 5158787"/>
              <a:gd name="connsiteY38937" fmla="*/ 294822 h 4489084"/>
              <a:gd name="connsiteX38938" fmla="*/ 4823343 w 5158787"/>
              <a:gd name="connsiteY38938" fmla="*/ 304358 h 4489084"/>
              <a:gd name="connsiteX38939" fmla="*/ 4823343 w 5158787"/>
              <a:gd name="connsiteY38939" fmla="*/ 305128 h 4489084"/>
              <a:gd name="connsiteX38940" fmla="*/ 4817835 w 5158787"/>
              <a:gd name="connsiteY38940" fmla="*/ 314663 h 4489084"/>
              <a:gd name="connsiteX38941" fmla="*/ 4817184 w 5158787"/>
              <a:gd name="connsiteY38941" fmla="*/ 315078 h 4489084"/>
              <a:gd name="connsiteX38942" fmla="*/ 4806168 w 5158787"/>
              <a:gd name="connsiteY38942" fmla="*/ 315078 h 4489084"/>
              <a:gd name="connsiteX38943" fmla="*/ 4805517 w 5158787"/>
              <a:gd name="connsiteY38943" fmla="*/ 314663 h 4489084"/>
              <a:gd name="connsiteX38944" fmla="*/ 4800008 w 5158787"/>
              <a:gd name="connsiteY38944" fmla="*/ 305128 h 4489084"/>
              <a:gd name="connsiteX38945" fmla="*/ 4800008 w 5158787"/>
              <a:gd name="connsiteY38945" fmla="*/ 304358 h 4489084"/>
              <a:gd name="connsiteX38946" fmla="*/ 4805517 w 5158787"/>
              <a:gd name="connsiteY38946" fmla="*/ 294822 h 4489084"/>
              <a:gd name="connsiteX38947" fmla="*/ 4806168 w 5158787"/>
              <a:gd name="connsiteY38947" fmla="*/ 294408 h 4489084"/>
              <a:gd name="connsiteX38948" fmla="*/ 2776287 w 5158787"/>
              <a:gd name="connsiteY38948" fmla="*/ 292631 h 4489084"/>
              <a:gd name="connsiteX38949" fmla="*/ 2789198 w 5158787"/>
              <a:gd name="connsiteY38949" fmla="*/ 292631 h 4489084"/>
              <a:gd name="connsiteX38950" fmla="*/ 2789968 w 5158787"/>
              <a:gd name="connsiteY38950" fmla="*/ 293105 h 4489084"/>
              <a:gd name="connsiteX38951" fmla="*/ 2796424 w 5158787"/>
              <a:gd name="connsiteY38951" fmla="*/ 304298 h 4489084"/>
              <a:gd name="connsiteX38952" fmla="*/ 2796424 w 5158787"/>
              <a:gd name="connsiteY38952" fmla="*/ 305187 h 4489084"/>
              <a:gd name="connsiteX38953" fmla="*/ 2789968 w 5158787"/>
              <a:gd name="connsiteY38953" fmla="*/ 316380 h 4489084"/>
              <a:gd name="connsiteX38954" fmla="*/ 2789198 w 5158787"/>
              <a:gd name="connsiteY38954" fmla="*/ 316854 h 4489084"/>
              <a:gd name="connsiteX38955" fmla="*/ 2776287 w 5158787"/>
              <a:gd name="connsiteY38955" fmla="*/ 316854 h 4489084"/>
              <a:gd name="connsiteX38956" fmla="*/ 2775517 w 5158787"/>
              <a:gd name="connsiteY38956" fmla="*/ 316380 h 4489084"/>
              <a:gd name="connsiteX38957" fmla="*/ 2769062 w 5158787"/>
              <a:gd name="connsiteY38957" fmla="*/ 305187 h 4489084"/>
              <a:gd name="connsiteX38958" fmla="*/ 2769062 w 5158787"/>
              <a:gd name="connsiteY38958" fmla="*/ 304298 h 4489084"/>
              <a:gd name="connsiteX38959" fmla="*/ 2775517 w 5158787"/>
              <a:gd name="connsiteY38959" fmla="*/ 293105 h 4489084"/>
              <a:gd name="connsiteX38960" fmla="*/ 2776287 w 5158787"/>
              <a:gd name="connsiteY38960" fmla="*/ 292631 h 4489084"/>
              <a:gd name="connsiteX38961" fmla="*/ 4602256 w 5158787"/>
              <a:gd name="connsiteY38961" fmla="*/ 292512 h 4489084"/>
              <a:gd name="connsiteX38962" fmla="*/ 4615285 w 5158787"/>
              <a:gd name="connsiteY38962" fmla="*/ 292512 h 4489084"/>
              <a:gd name="connsiteX38963" fmla="*/ 4616055 w 5158787"/>
              <a:gd name="connsiteY38963" fmla="*/ 292986 h 4489084"/>
              <a:gd name="connsiteX38964" fmla="*/ 4622570 w 5158787"/>
              <a:gd name="connsiteY38964" fmla="*/ 304298 h 4489084"/>
              <a:gd name="connsiteX38965" fmla="*/ 4622570 w 5158787"/>
              <a:gd name="connsiteY38965" fmla="*/ 305245 h 4489084"/>
              <a:gd name="connsiteX38966" fmla="*/ 4616055 w 5158787"/>
              <a:gd name="connsiteY38966" fmla="*/ 316557 h 4489084"/>
              <a:gd name="connsiteX38967" fmla="*/ 4615285 w 5158787"/>
              <a:gd name="connsiteY38967" fmla="*/ 317031 h 4489084"/>
              <a:gd name="connsiteX38968" fmla="*/ 4602256 w 5158787"/>
              <a:gd name="connsiteY38968" fmla="*/ 317031 h 4489084"/>
              <a:gd name="connsiteX38969" fmla="*/ 4601486 w 5158787"/>
              <a:gd name="connsiteY38969" fmla="*/ 316557 h 4489084"/>
              <a:gd name="connsiteX38970" fmla="*/ 4594971 w 5158787"/>
              <a:gd name="connsiteY38970" fmla="*/ 305245 h 4489084"/>
              <a:gd name="connsiteX38971" fmla="*/ 4594971 w 5158787"/>
              <a:gd name="connsiteY38971" fmla="*/ 304298 h 4489084"/>
              <a:gd name="connsiteX38972" fmla="*/ 4601486 w 5158787"/>
              <a:gd name="connsiteY38972" fmla="*/ 292986 h 4489084"/>
              <a:gd name="connsiteX38973" fmla="*/ 4602256 w 5158787"/>
              <a:gd name="connsiteY38973" fmla="*/ 292512 h 4489084"/>
              <a:gd name="connsiteX38974" fmla="*/ 4466453 w 5158787"/>
              <a:gd name="connsiteY38974" fmla="*/ 291505 h 4489084"/>
              <a:gd name="connsiteX38975" fmla="*/ 4480608 w 5158787"/>
              <a:gd name="connsiteY38975" fmla="*/ 291505 h 4489084"/>
              <a:gd name="connsiteX38976" fmla="*/ 4481497 w 5158787"/>
              <a:gd name="connsiteY38976" fmla="*/ 291979 h 4489084"/>
              <a:gd name="connsiteX38977" fmla="*/ 4488544 w 5158787"/>
              <a:gd name="connsiteY38977" fmla="*/ 304239 h 4489084"/>
              <a:gd name="connsiteX38978" fmla="*/ 4488544 w 5158787"/>
              <a:gd name="connsiteY38978" fmla="*/ 305245 h 4489084"/>
              <a:gd name="connsiteX38979" fmla="*/ 4481497 w 5158787"/>
              <a:gd name="connsiteY38979" fmla="*/ 317505 h 4489084"/>
              <a:gd name="connsiteX38980" fmla="*/ 4480608 w 5158787"/>
              <a:gd name="connsiteY38980" fmla="*/ 317979 h 4489084"/>
              <a:gd name="connsiteX38981" fmla="*/ 4466453 w 5158787"/>
              <a:gd name="connsiteY38981" fmla="*/ 317979 h 4489084"/>
              <a:gd name="connsiteX38982" fmla="*/ 4465565 w 5158787"/>
              <a:gd name="connsiteY38982" fmla="*/ 317505 h 4489084"/>
              <a:gd name="connsiteX38983" fmla="*/ 4458517 w 5158787"/>
              <a:gd name="connsiteY38983" fmla="*/ 305245 h 4489084"/>
              <a:gd name="connsiteX38984" fmla="*/ 4458517 w 5158787"/>
              <a:gd name="connsiteY38984" fmla="*/ 304239 h 4489084"/>
              <a:gd name="connsiteX38985" fmla="*/ 4465565 w 5158787"/>
              <a:gd name="connsiteY38985" fmla="*/ 291979 h 4489084"/>
              <a:gd name="connsiteX38986" fmla="*/ 4466453 w 5158787"/>
              <a:gd name="connsiteY38986" fmla="*/ 291505 h 4489084"/>
              <a:gd name="connsiteX38987" fmla="*/ 4533674 w 5158787"/>
              <a:gd name="connsiteY38987" fmla="*/ 290795 h 4489084"/>
              <a:gd name="connsiteX38988" fmla="*/ 4548598 w 5158787"/>
              <a:gd name="connsiteY38988" fmla="*/ 290795 h 4489084"/>
              <a:gd name="connsiteX38989" fmla="*/ 4549487 w 5158787"/>
              <a:gd name="connsiteY38989" fmla="*/ 291328 h 4489084"/>
              <a:gd name="connsiteX38990" fmla="*/ 4556949 w 5158787"/>
              <a:gd name="connsiteY38990" fmla="*/ 304239 h 4489084"/>
              <a:gd name="connsiteX38991" fmla="*/ 4556949 w 5158787"/>
              <a:gd name="connsiteY38991" fmla="*/ 305305 h 4489084"/>
              <a:gd name="connsiteX38992" fmla="*/ 4549487 w 5158787"/>
              <a:gd name="connsiteY38992" fmla="*/ 318216 h 4489084"/>
              <a:gd name="connsiteX38993" fmla="*/ 4548598 w 5158787"/>
              <a:gd name="connsiteY38993" fmla="*/ 318749 h 4489084"/>
              <a:gd name="connsiteX38994" fmla="*/ 4533674 w 5158787"/>
              <a:gd name="connsiteY38994" fmla="*/ 318749 h 4489084"/>
              <a:gd name="connsiteX38995" fmla="*/ 4532785 w 5158787"/>
              <a:gd name="connsiteY38995" fmla="*/ 318216 h 4489084"/>
              <a:gd name="connsiteX38996" fmla="*/ 4525323 w 5158787"/>
              <a:gd name="connsiteY38996" fmla="*/ 305305 h 4489084"/>
              <a:gd name="connsiteX38997" fmla="*/ 4525323 w 5158787"/>
              <a:gd name="connsiteY38997" fmla="*/ 304239 h 4489084"/>
              <a:gd name="connsiteX38998" fmla="*/ 4532785 w 5158787"/>
              <a:gd name="connsiteY38998" fmla="*/ 291328 h 4489084"/>
              <a:gd name="connsiteX38999" fmla="*/ 4533674 w 5158787"/>
              <a:gd name="connsiteY38999" fmla="*/ 290795 h 4489084"/>
              <a:gd name="connsiteX39000" fmla="*/ 4871730 w 5158787"/>
              <a:gd name="connsiteY39000" fmla="*/ 290439 h 4489084"/>
              <a:gd name="connsiteX39001" fmla="*/ 4886951 w 5158787"/>
              <a:gd name="connsiteY39001" fmla="*/ 290439 h 4489084"/>
              <a:gd name="connsiteX39002" fmla="*/ 4887899 w 5158787"/>
              <a:gd name="connsiteY39002" fmla="*/ 290972 h 4489084"/>
              <a:gd name="connsiteX39003" fmla="*/ 4895538 w 5158787"/>
              <a:gd name="connsiteY39003" fmla="*/ 304179 h 4489084"/>
              <a:gd name="connsiteX39004" fmla="*/ 4895538 w 5158787"/>
              <a:gd name="connsiteY39004" fmla="*/ 305245 h 4489084"/>
              <a:gd name="connsiteX39005" fmla="*/ 4887899 w 5158787"/>
              <a:gd name="connsiteY39005" fmla="*/ 318453 h 4489084"/>
              <a:gd name="connsiteX39006" fmla="*/ 4886951 w 5158787"/>
              <a:gd name="connsiteY39006" fmla="*/ 318986 h 4489084"/>
              <a:gd name="connsiteX39007" fmla="*/ 4871730 w 5158787"/>
              <a:gd name="connsiteY39007" fmla="*/ 318986 h 4489084"/>
              <a:gd name="connsiteX39008" fmla="*/ 4870783 w 5158787"/>
              <a:gd name="connsiteY39008" fmla="*/ 318453 h 4489084"/>
              <a:gd name="connsiteX39009" fmla="*/ 4863142 w 5158787"/>
              <a:gd name="connsiteY39009" fmla="*/ 305245 h 4489084"/>
              <a:gd name="connsiteX39010" fmla="*/ 4863142 w 5158787"/>
              <a:gd name="connsiteY39010" fmla="*/ 304179 h 4489084"/>
              <a:gd name="connsiteX39011" fmla="*/ 4870783 w 5158787"/>
              <a:gd name="connsiteY39011" fmla="*/ 290972 h 4489084"/>
              <a:gd name="connsiteX39012" fmla="*/ 4871730 w 5158787"/>
              <a:gd name="connsiteY39012" fmla="*/ 290439 h 4489084"/>
              <a:gd name="connsiteX39013" fmla="*/ 2842442 w 5158787"/>
              <a:gd name="connsiteY39013" fmla="*/ 289847 h 4489084"/>
              <a:gd name="connsiteX39014" fmla="*/ 2858315 w 5158787"/>
              <a:gd name="connsiteY39014" fmla="*/ 289847 h 4489084"/>
              <a:gd name="connsiteX39015" fmla="*/ 2859262 w 5158787"/>
              <a:gd name="connsiteY39015" fmla="*/ 290380 h 4489084"/>
              <a:gd name="connsiteX39016" fmla="*/ 2867198 w 5158787"/>
              <a:gd name="connsiteY39016" fmla="*/ 304180 h 4489084"/>
              <a:gd name="connsiteX39017" fmla="*/ 2867198 w 5158787"/>
              <a:gd name="connsiteY39017" fmla="*/ 305305 h 4489084"/>
              <a:gd name="connsiteX39018" fmla="*/ 2859262 w 5158787"/>
              <a:gd name="connsiteY39018" fmla="*/ 319104 h 4489084"/>
              <a:gd name="connsiteX39019" fmla="*/ 2858315 w 5158787"/>
              <a:gd name="connsiteY39019" fmla="*/ 319637 h 4489084"/>
              <a:gd name="connsiteX39020" fmla="*/ 2842442 w 5158787"/>
              <a:gd name="connsiteY39020" fmla="*/ 319637 h 4489084"/>
              <a:gd name="connsiteX39021" fmla="*/ 2841494 w 5158787"/>
              <a:gd name="connsiteY39021" fmla="*/ 319104 h 4489084"/>
              <a:gd name="connsiteX39022" fmla="*/ 2833558 w 5158787"/>
              <a:gd name="connsiteY39022" fmla="*/ 305305 h 4489084"/>
              <a:gd name="connsiteX39023" fmla="*/ 2833558 w 5158787"/>
              <a:gd name="connsiteY39023" fmla="*/ 304180 h 4489084"/>
              <a:gd name="connsiteX39024" fmla="*/ 2841494 w 5158787"/>
              <a:gd name="connsiteY39024" fmla="*/ 290380 h 4489084"/>
              <a:gd name="connsiteX39025" fmla="*/ 2842442 w 5158787"/>
              <a:gd name="connsiteY39025" fmla="*/ 289847 h 4489084"/>
              <a:gd name="connsiteX39026" fmla="*/ 4938714 w 5158787"/>
              <a:gd name="connsiteY39026" fmla="*/ 289314 h 4489084"/>
              <a:gd name="connsiteX39027" fmla="*/ 4955178 w 5158787"/>
              <a:gd name="connsiteY39027" fmla="*/ 289314 h 4489084"/>
              <a:gd name="connsiteX39028" fmla="*/ 4956185 w 5158787"/>
              <a:gd name="connsiteY39028" fmla="*/ 289906 h 4489084"/>
              <a:gd name="connsiteX39029" fmla="*/ 4964417 w 5158787"/>
              <a:gd name="connsiteY39029" fmla="*/ 304180 h 4489084"/>
              <a:gd name="connsiteX39030" fmla="*/ 4964417 w 5158787"/>
              <a:gd name="connsiteY39030" fmla="*/ 305364 h 4489084"/>
              <a:gd name="connsiteX39031" fmla="*/ 4956185 w 5158787"/>
              <a:gd name="connsiteY39031" fmla="*/ 319637 h 4489084"/>
              <a:gd name="connsiteX39032" fmla="*/ 4955178 w 5158787"/>
              <a:gd name="connsiteY39032" fmla="*/ 320230 h 4489084"/>
              <a:gd name="connsiteX39033" fmla="*/ 4938714 w 5158787"/>
              <a:gd name="connsiteY39033" fmla="*/ 320230 h 4489084"/>
              <a:gd name="connsiteX39034" fmla="*/ 4937707 w 5158787"/>
              <a:gd name="connsiteY39034" fmla="*/ 319637 h 4489084"/>
              <a:gd name="connsiteX39035" fmla="*/ 4929475 w 5158787"/>
              <a:gd name="connsiteY39035" fmla="*/ 305364 h 4489084"/>
              <a:gd name="connsiteX39036" fmla="*/ 4929475 w 5158787"/>
              <a:gd name="connsiteY39036" fmla="*/ 304180 h 4489084"/>
              <a:gd name="connsiteX39037" fmla="*/ 4937707 w 5158787"/>
              <a:gd name="connsiteY39037" fmla="*/ 289906 h 4489084"/>
              <a:gd name="connsiteX39038" fmla="*/ 4938714 w 5158787"/>
              <a:gd name="connsiteY39038" fmla="*/ 289314 h 4489084"/>
              <a:gd name="connsiteX39039" fmla="*/ 5073925 w 5158787"/>
              <a:gd name="connsiteY39039" fmla="*/ 289196 h 4489084"/>
              <a:gd name="connsiteX39040" fmla="*/ 5090508 w 5158787"/>
              <a:gd name="connsiteY39040" fmla="*/ 289196 h 4489084"/>
              <a:gd name="connsiteX39041" fmla="*/ 5091515 w 5158787"/>
              <a:gd name="connsiteY39041" fmla="*/ 289788 h 4489084"/>
              <a:gd name="connsiteX39042" fmla="*/ 5099807 w 5158787"/>
              <a:gd name="connsiteY39042" fmla="*/ 304121 h 4489084"/>
              <a:gd name="connsiteX39043" fmla="*/ 5099807 w 5158787"/>
              <a:gd name="connsiteY39043" fmla="*/ 305305 h 4489084"/>
              <a:gd name="connsiteX39044" fmla="*/ 5091515 w 5158787"/>
              <a:gd name="connsiteY39044" fmla="*/ 319638 h 4489084"/>
              <a:gd name="connsiteX39045" fmla="*/ 5090508 w 5158787"/>
              <a:gd name="connsiteY39045" fmla="*/ 320230 h 4489084"/>
              <a:gd name="connsiteX39046" fmla="*/ 5073925 w 5158787"/>
              <a:gd name="connsiteY39046" fmla="*/ 320230 h 4489084"/>
              <a:gd name="connsiteX39047" fmla="*/ 5072919 w 5158787"/>
              <a:gd name="connsiteY39047" fmla="*/ 319638 h 4489084"/>
              <a:gd name="connsiteX39048" fmla="*/ 5064627 w 5158787"/>
              <a:gd name="connsiteY39048" fmla="*/ 305305 h 4489084"/>
              <a:gd name="connsiteX39049" fmla="*/ 5064627 w 5158787"/>
              <a:gd name="connsiteY39049" fmla="*/ 304121 h 4489084"/>
              <a:gd name="connsiteX39050" fmla="*/ 5072919 w 5158787"/>
              <a:gd name="connsiteY39050" fmla="*/ 289788 h 4489084"/>
              <a:gd name="connsiteX39051" fmla="*/ 5073925 w 5158787"/>
              <a:gd name="connsiteY39051" fmla="*/ 289196 h 4489084"/>
              <a:gd name="connsiteX39052" fmla="*/ 677647 w 5158787"/>
              <a:gd name="connsiteY39052" fmla="*/ 288722 h 4489084"/>
              <a:gd name="connsiteX39053" fmla="*/ 694763 w 5158787"/>
              <a:gd name="connsiteY39053" fmla="*/ 288722 h 4489084"/>
              <a:gd name="connsiteX39054" fmla="*/ 695829 w 5158787"/>
              <a:gd name="connsiteY39054" fmla="*/ 289314 h 4489084"/>
              <a:gd name="connsiteX39055" fmla="*/ 704357 w 5158787"/>
              <a:gd name="connsiteY39055" fmla="*/ 304121 h 4489084"/>
              <a:gd name="connsiteX39056" fmla="*/ 704357 w 5158787"/>
              <a:gd name="connsiteY39056" fmla="*/ 305305 h 4489084"/>
              <a:gd name="connsiteX39057" fmla="*/ 695769 w 5158787"/>
              <a:gd name="connsiteY39057" fmla="*/ 320111 h 4489084"/>
              <a:gd name="connsiteX39058" fmla="*/ 694703 w 5158787"/>
              <a:gd name="connsiteY39058" fmla="*/ 320704 h 4489084"/>
              <a:gd name="connsiteX39059" fmla="*/ 677587 w 5158787"/>
              <a:gd name="connsiteY39059" fmla="*/ 320704 h 4489084"/>
              <a:gd name="connsiteX39060" fmla="*/ 676521 w 5158787"/>
              <a:gd name="connsiteY39060" fmla="*/ 320111 h 4489084"/>
              <a:gd name="connsiteX39061" fmla="*/ 667993 w 5158787"/>
              <a:gd name="connsiteY39061" fmla="*/ 305305 h 4489084"/>
              <a:gd name="connsiteX39062" fmla="*/ 667993 w 5158787"/>
              <a:gd name="connsiteY39062" fmla="*/ 304121 h 4489084"/>
              <a:gd name="connsiteX39063" fmla="*/ 676581 w 5158787"/>
              <a:gd name="connsiteY39063" fmla="*/ 289314 h 4489084"/>
              <a:gd name="connsiteX39064" fmla="*/ 677647 w 5158787"/>
              <a:gd name="connsiteY39064" fmla="*/ 288722 h 4489084"/>
              <a:gd name="connsiteX39065" fmla="*/ 880374 w 5158787"/>
              <a:gd name="connsiteY39065" fmla="*/ 288307 h 4489084"/>
              <a:gd name="connsiteX39066" fmla="*/ 897905 w 5158787"/>
              <a:gd name="connsiteY39066" fmla="*/ 288307 h 4489084"/>
              <a:gd name="connsiteX39067" fmla="*/ 898971 w 5158787"/>
              <a:gd name="connsiteY39067" fmla="*/ 288899 h 4489084"/>
              <a:gd name="connsiteX39068" fmla="*/ 907736 w 5158787"/>
              <a:gd name="connsiteY39068" fmla="*/ 304120 h 4489084"/>
              <a:gd name="connsiteX39069" fmla="*/ 907736 w 5158787"/>
              <a:gd name="connsiteY39069" fmla="*/ 305364 h 4489084"/>
              <a:gd name="connsiteX39070" fmla="*/ 898971 w 5158787"/>
              <a:gd name="connsiteY39070" fmla="*/ 320585 h 4489084"/>
              <a:gd name="connsiteX39071" fmla="*/ 897905 w 5158787"/>
              <a:gd name="connsiteY39071" fmla="*/ 321177 h 4489084"/>
              <a:gd name="connsiteX39072" fmla="*/ 880374 w 5158787"/>
              <a:gd name="connsiteY39072" fmla="*/ 321177 h 4489084"/>
              <a:gd name="connsiteX39073" fmla="*/ 879308 w 5158787"/>
              <a:gd name="connsiteY39073" fmla="*/ 320585 h 4489084"/>
              <a:gd name="connsiteX39074" fmla="*/ 870543 w 5158787"/>
              <a:gd name="connsiteY39074" fmla="*/ 305364 h 4489084"/>
              <a:gd name="connsiteX39075" fmla="*/ 870543 w 5158787"/>
              <a:gd name="connsiteY39075" fmla="*/ 304120 h 4489084"/>
              <a:gd name="connsiteX39076" fmla="*/ 879308 w 5158787"/>
              <a:gd name="connsiteY39076" fmla="*/ 288899 h 4489084"/>
              <a:gd name="connsiteX39077" fmla="*/ 880374 w 5158787"/>
              <a:gd name="connsiteY39077" fmla="*/ 288307 h 4489084"/>
              <a:gd name="connsiteX39078" fmla="*/ 5005698 w 5158787"/>
              <a:gd name="connsiteY39078" fmla="*/ 288070 h 4489084"/>
              <a:gd name="connsiteX39079" fmla="*/ 5023466 w 5158787"/>
              <a:gd name="connsiteY39079" fmla="*/ 288070 h 4489084"/>
              <a:gd name="connsiteX39080" fmla="*/ 5024531 w 5158787"/>
              <a:gd name="connsiteY39080" fmla="*/ 288721 h 4489084"/>
              <a:gd name="connsiteX39081" fmla="*/ 5033415 w 5158787"/>
              <a:gd name="connsiteY39081" fmla="*/ 304120 h 4489084"/>
              <a:gd name="connsiteX39082" fmla="*/ 5033415 w 5158787"/>
              <a:gd name="connsiteY39082" fmla="*/ 305364 h 4489084"/>
              <a:gd name="connsiteX39083" fmla="*/ 5024531 w 5158787"/>
              <a:gd name="connsiteY39083" fmla="*/ 320762 h 4489084"/>
              <a:gd name="connsiteX39084" fmla="*/ 5023466 w 5158787"/>
              <a:gd name="connsiteY39084" fmla="*/ 321414 h 4489084"/>
              <a:gd name="connsiteX39085" fmla="*/ 5005698 w 5158787"/>
              <a:gd name="connsiteY39085" fmla="*/ 321414 h 4489084"/>
              <a:gd name="connsiteX39086" fmla="*/ 5004632 w 5158787"/>
              <a:gd name="connsiteY39086" fmla="*/ 320762 h 4489084"/>
              <a:gd name="connsiteX39087" fmla="*/ 4995748 w 5158787"/>
              <a:gd name="connsiteY39087" fmla="*/ 305364 h 4489084"/>
              <a:gd name="connsiteX39088" fmla="*/ 4995748 w 5158787"/>
              <a:gd name="connsiteY39088" fmla="*/ 304120 h 4489084"/>
              <a:gd name="connsiteX39089" fmla="*/ 5004632 w 5158787"/>
              <a:gd name="connsiteY39089" fmla="*/ 288721 h 4489084"/>
              <a:gd name="connsiteX39090" fmla="*/ 5005698 w 5158787"/>
              <a:gd name="connsiteY39090" fmla="*/ 288070 h 4489084"/>
              <a:gd name="connsiteX39091" fmla="*/ 2908951 w 5158787"/>
              <a:gd name="connsiteY39091" fmla="*/ 287774 h 4489084"/>
              <a:gd name="connsiteX39092" fmla="*/ 2927074 w 5158787"/>
              <a:gd name="connsiteY39092" fmla="*/ 287774 h 4489084"/>
              <a:gd name="connsiteX39093" fmla="*/ 2928200 w 5158787"/>
              <a:gd name="connsiteY39093" fmla="*/ 288425 h 4489084"/>
              <a:gd name="connsiteX39094" fmla="*/ 2937261 w 5158787"/>
              <a:gd name="connsiteY39094" fmla="*/ 304120 h 4489084"/>
              <a:gd name="connsiteX39095" fmla="*/ 2937261 w 5158787"/>
              <a:gd name="connsiteY39095" fmla="*/ 305423 h 4489084"/>
              <a:gd name="connsiteX39096" fmla="*/ 2928200 w 5158787"/>
              <a:gd name="connsiteY39096" fmla="*/ 321118 h 4489084"/>
              <a:gd name="connsiteX39097" fmla="*/ 2927074 w 5158787"/>
              <a:gd name="connsiteY39097" fmla="*/ 321769 h 4489084"/>
              <a:gd name="connsiteX39098" fmla="*/ 2908951 w 5158787"/>
              <a:gd name="connsiteY39098" fmla="*/ 321769 h 4489084"/>
              <a:gd name="connsiteX39099" fmla="*/ 2907826 w 5158787"/>
              <a:gd name="connsiteY39099" fmla="*/ 321118 h 4489084"/>
              <a:gd name="connsiteX39100" fmla="*/ 2898765 w 5158787"/>
              <a:gd name="connsiteY39100" fmla="*/ 305423 h 4489084"/>
              <a:gd name="connsiteX39101" fmla="*/ 2898765 w 5158787"/>
              <a:gd name="connsiteY39101" fmla="*/ 304120 h 4489084"/>
              <a:gd name="connsiteX39102" fmla="*/ 2907826 w 5158787"/>
              <a:gd name="connsiteY39102" fmla="*/ 288425 h 4489084"/>
              <a:gd name="connsiteX39103" fmla="*/ 2908951 w 5158787"/>
              <a:gd name="connsiteY39103" fmla="*/ 287774 h 4489084"/>
              <a:gd name="connsiteX39104" fmla="*/ 744512 w 5158787"/>
              <a:gd name="connsiteY39104" fmla="*/ 287241 h 4489084"/>
              <a:gd name="connsiteX39105" fmla="*/ 763168 w 5158787"/>
              <a:gd name="connsiteY39105" fmla="*/ 287241 h 4489084"/>
              <a:gd name="connsiteX39106" fmla="*/ 764293 w 5158787"/>
              <a:gd name="connsiteY39106" fmla="*/ 287893 h 4489084"/>
              <a:gd name="connsiteX39107" fmla="*/ 773591 w 5158787"/>
              <a:gd name="connsiteY39107" fmla="*/ 304061 h 4489084"/>
              <a:gd name="connsiteX39108" fmla="*/ 773591 w 5158787"/>
              <a:gd name="connsiteY39108" fmla="*/ 305364 h 4489084"/>
              <a:gd name="connsiteX39109" fmla="*/ 764234 w 5158787"/>
              <a:gd name="connsiteY39109" fmla="*/ 321532 h 4489084"/>
              <a:gd name="connsiteX39110" fmla="*/ 763108 w 5158787"/>
              <a:gd name="connsiteY39110" fmla="*/ 322184 h 4489084"/>
              <a:gd name="connsiteX39111" fmla="*/ 744452 w 5158787"/>
              <a:gd name="connsiteY39111" fmla="*/ 322184 h 4489084"/>
              <a:gd name="connsiteX39112" fmla="*/ 743327 w 5158787"/>
              <a:gd name="connsiteY39112" fmla="*/ 321532 h 4489084"/>
              <a:gd name="connsiteX39113" fmla="*/ 734029 w 5158787"/>
              <a:gd name="connsiteY39113" fmla="*/ 305364 h 4489084"/>
              <a:gd name="connsiteX39114" fmla="*/ 734029 w 5158787"/>
              <a:gd name="connsiteY39114" fmla="*/ 304061 h 4489084"/>
              <a:gd name="connsiteX39115" fmla="*/ 743386 w 5158787"/>
              <a:gd name="connsiteY39115" fmla="*/ 287893 h 4489084"/>
              <a:gd name="connsiteX39116" fmla="*/ 744512 w 5158787"/>
              <a:gd name="connsiteY39116" fmla="*/ 287241 h 4489084"/>
              <a:gd name="connsiteX39117" fmla="*/ 811435 w 5158787"/>
              <a:gd name="connsiteY39117" fmla="*/ 285938 h 4489084"/>
              <a:gd name="connsiteX39118" fmla="*/ 831513 w 5158787"/>
              <a:gd name="connsiteY39118" fmla="*/ 285938 h 4489084"/>
              <a:gd name="connsiteX39119" fmla="*/ 832757 w 5158787"/>
              <a:gd name="connsiteY39119" fmla="*/ 286649 h 4489084"/>
              <a:gd name="connsiteX39120" fmla="*/ 842766 w 5158787"/>
              <a:gd name="connsiteY39120" fmla="*/ 304061 h 4489084"/>
              <a:gd name="connsiteX39121" fmla="*/ 842766 w 5158787"/>
              <a:gd name="connsiteY39121" fmla="*/ 305482 h 4489084"/>
              <a:gd name="connsiteX39122" fmla="*/ 832697 w 5158787"/>
              <a:gd name="connsiteY39122" fmla="*/ 322895 h 4489084"/>
              <a:gd name="connsiteX39123" fmla="*/ 831454 w 5158787"/>
              <a:gd name="connsiteY39123" fmla="*/ 323605 h 4489084"/>
              <a:gd name="connsiteX39124" fmla="*/ 811376 w 5158787"/>
              <a:gd name="connsiteY39124" fmla="*/ 323605 h 4489084"/>
              <a:gd name="connsiteX39125" fmla="*/ 810133 w 5158787"/>
              <a:gd name="connsiteY39125" fmla="*/ 322895 h 4489084"/>
              <a:gd name="connsiteX39126" fmla="*/ 800124 w 5158787"/>
              <a:gd name="connsiteY39126" fmla="*/ 305482 h 4489084"/>
              <a:gd name="connsiteX39127" fmla="*/ 800124 w 5158787"/>
              <a:gd name="connsiteY39127" fmla="*/ 304061 h 4489084"/>
              <a:gd name="connsiteX39128" fmla="*/ 810192 w 5158787"/>
              <a:gd name="connsiteY39128" fmla="*/ 286649 h 4489084"/>
              <a:gd name="connsiteX39129" fmla="*/ 811435 w 5158787"/>
              <a:gd name="connsiteY39129" fmla="*/ 285938 h 4489084"/>
              <a:gd name="connsiteX39130" fmla="*/ 2975106 w 5158787"/>
              <a:gd name="connsiteY39130" fmla="*/ 284991 h 4489084"/>
              <a:gd name="connsiteX39131" fmla="*/ 2996190 w 5158787"/>
              <a:gd name="connsiteY39131" fmla="*/ 284991 h 4489084"/>
              <a:gd name="connsiteX39132" fmla="*/ 2997493 w 5158787"/>
              <a:gd name="connsiteY39132" fmla="*/ 285761 h 4489084"/>
              <a:gd name="connsiteX39133" fmla="*/ 3008035 w 5158787"/>
              <a:gd name="connsiteY39133" fmla="*/ 304002 h 4489084"/>
              <a:gd name="connsiteX39134" fmla="*/ 3008035 w 5158787"/>
              <a:gd name="connsiteY39134" fmla="*/ 305483 h 4489084"/>
              <a:gd name="connsiteX39135" fmla="*/ 2997493 w 5158787"/>
              <a:gd name="connsiteY39135" fmla="*/ 323724 h 4489084"/>
              <a:gd name="connsiteX39136" fmla="*/ 2996190 w 5158787"/>
              <a:gd name="connsiteY39136" fmla="*/ 324494 h 4489084"/>
              <a:gd name="connsiteX39137" fmla="*/ 2975106 w 5158787"/>
              <a:gd name="connsiteY39137" fmla="*/ 324494 h 4489084"/>
              <a:gd name="connsiteX39138" fmla="*/ 2973803 w 5158787"/>
              <a:gd name="connsiteY39138" fmla="*/ 323724 h 4489084"/>
              <a:gd name="connsiteX39139" fmla="*/ 2963261 w 5158787"/>
              <a:gd name="connsiteY39139" fmla="*/ 305483 h 4489084"/>
              <a:gd name="connsiteX39140" fmla="*/ 2963261 w 5158787"/>
              <a:gd name="connsiteY39140" fmla="*/ 304002 h 4489084"/>
              <a:gd name="connsiteX39141" fmla="*/ 2973803 w 5158787"/>
              <a:gd name="connsiteY39141" fmla="*/ 285761 h 4489084"/>
              <a:gd name="connsiteX39142" fmla="*/ 2975106 w 5158787"/>
              <a:gd name="connsiteY39142" fmla="*/ 284991 h 4489084"/>
              <a:gd name="connsiteX39143" fmla="*/ 4665746 w 5158787"/>
              <a:gd name="connsiteY39143" fmla="*/ 284754 h 4489084"/>
              <a:gd name="connsiteX39144" fmla="*/ 4687067 w 5158787"/>
              <a:gd name="connsiteY39144" fmla="*/ 284754 h 4489084"/>
              <a:gd name="connsiteX39145" fmla="*/ 4688370 w 5158787"/>
              <a:gd name="connsiteY39145" fmla="*/ 285524 h 4489084"/>
              <a:gd name="connsiteX39146" fmla="*/ 4699030 w 5158787"/>
              <a:gd name="connsiteY39146" fmla="*/ 304002 h 4489084"/>
              <a:gd name="connsiteX39147" fmla="*/ 4699030 w 5158787"/>
              <a:gd name="connsiteY39147" fmla="*/ 305483 h 4489084"/>
              <a:gd name="connsiteX39148" fmla="*/ 4688370 w 5158787"/>
              <a:gd name="connsiteY39148" fmla="*/ 323961 h 4489084"/>
              <a:gd name="connsiteX39149" fmla="*/ 4687067 w 5158787"/>
              <a:gd name="connsiteY39149" fmla="*/ 324731 h 4489084"/>
              <a:gd name="connsiteX39150" fmla="*/ 4665746 w 5158787"/>
              <a:gd name="connsiteY39150" fmla="*/ 324731 h 4489084"/>
              <a:gd name="connsiteX39151" fmla="*/ 4664443 w 5158787"/>
              <a:gd name="connsiteY39151" fmla="*/ 323961 h 4489084"/>
              <a:gd name="connsiteX39152" fmla="*/ 4653782 w 5158787"/>
              <a:gd name="connsiteY39152" fmla="*/ 305483 h 4489084"/>
              <a:gd name="connsiteX39153" fmla="*/ 4653782 w 5158787"/>
              <a:gd name="connsiteY39153" fmla="*/ 304002 h 4489084"/>
              <a:gd name="connsiteX39154" fmla="*/ 4664443 w 5158787"/>
              <a:gd name="connsiteY39154" fmla="*/ 285524 h 4489084"/>
              <a:gd name="connsiteX39155" fmla="*/ 4665746 w 5158787"/>
              <a:gd name="connsiteY39155" fmla="*/ 284754 h 4489084"/>
              <a:gd name="connsiteX39156" fmla="*/ 3042030 w 5158787"/>
              <a:gd name="connsiteY39156" fmla="*/ 283628 h 4489084"/>
              <a:gd name="connsiteX39157" fmla="*/ 3064535 w 5158787"/>
              <a:gd name="connsiteY39157" fmla="*/ 283628 h 4489084"/>
              <a:gd name="connsiteX39158" fmla="*/ 3065898 w 5158787"/>
              <a:gd name="connsiteY39158" fmla="*/ 284398 h 4489084"/>
              <a:gd name="connsiteX39159" fmla="*/ 3077150 w 5158787"/>
              <a:gd name="connsiteY39159" fmla="*/ 303883 h 4489084"/>
              <a:gd name="connsiteX39160" fmla="*/ 3077150 w 5158787"/>
              <a:gd name="connsiteY39160" fmla="*/ 305482 h 4489084"/>
              <a:gd name="connsiteX39161" fmla="*/ 3065898 w 5158787"/>
              <a:gd name="connsiteY39161" fmla="*/ 324967 h 4489084"/>
              <a:gd name="connsiteX39162" fmla="*/ 3064535 w 5158787"/>
              <a:gd name="connsiteY39162" fmla="*/ 325737 h 4489084"/>
              <a:gd name="connsiteX39163" fmla="*/ 3042030 w 5158787"/>
              <a:gd name="connsiteY39163" fmla="*/ 325737 h 4489084"/>
              <a:gd name="connsiteX39164" fmla="*/ 3040668 w 5158787"/>
              <a:gd name="connsiteY39164" fmla="*/ 324967 h 4489084"/>
              <a:gd name="connsiteX39165" fmla="*/ 3029415 w 5158787"/>
              <a:gd name="connsiteY39165" fmla="*/ 305482 h 4489084"/>
              <a:gd name="connsiteX39166" fmla="*/ 3029415 w 5158787"/>
              <a:gd name="connsiteY39166" fmla="*/ 303883 h 4489084"/>
              <a:gd name="connsiteX39167" fmla="*/ 3040668 w 5158787"/>
              <a:gd name="connsiteY39167" fmla="*/ 284398 h 4489084"/>
              <a:gd name="connsiteX39168" fmla="*/ 3042030 w 5158787"/>
              <a:gd name="connsiteY39168" fmla="*/ 283628 h 4489084"/>
              <a:gd name="connsiteX39169" fmla="*/ 3109606 w 5158787"/>
              <a:gd name="connsiteY39169" fmla="*/ 283510 h 4489084"/>
              <a:gd name="connsiteX39170" fmla="*/ 3132230 w 5158787"/>
              <a:gd name="connsiteY39170" fmla="*/ 283510 h 4489084"/>
              <a:gd name="connsiteX39171" fmla="*/ 3133592 w 5158787"/>
              <a:gd name="connsiteY39171" fmla="*/ 284339 h 4489084"/>
              <a:gd name="connsiteX39172" fmla="*/ 3144904 w 5158787"/>
              <a:gd name="connsiteY39172" fmla="*/ 303943 h 4489084"/>
              <a:gd name="connsiteX39173" fmla="*/ 3144904 w 5158787"/>
              <a:gd name="connsiteY39173" fmla="*/ 305542 h 4489084"/>
              <a:gd name="connsiteX39174" fmla="*/ 3133592 w 5158787"/>
              <a:gd name="connsiteY39174" fmla="*/ 325145 h 4489084"/>
              <a:gd name="connsiteX39175" fmla="*/ 3132230 w 5158787"/>
              <a:gd name="connsiteY39175" fmla="*/ 325974 h 4489084"/>
              <a:gd name="connsiteX39176" fmla="*/ 3109606 w 5158787"/>
              <a:gd name="connsiteY39176" fmla="*/ 325974 h 4489084"/>
              <a:gd name="connsiteX39177" fmla="*/ 3108244 w 5158787"/>
              <a:gd name="connsiteY39177" fmla="*/ 325145 h 4489084"/>
              <a:gd name="connsiteX39178" fmla="*/ 3096932 w 5158787"/>
              <a:gd name="connsiteY39178" fmla="*/ 305542 h 4489084"/>
              <a:gd name="connsiteX39179" fmla="*/ 3096932 w 5158787"/>
              <a:gd name="connsiteY39179" fmla="*/ 303943 h 4489084"/>
              <a:gd name="connsiteX39180" fmla="*/ 3108244 w 5158787"/>
              <a:gd name="connsiteY39180" fmla="*/ 284339 h 4489084"/>
              <a:gd name="connsiteX39181" fmla="*/ 3109606 w 5158787"/>
              <a:gd name="connsiteY39181" fmla="*/ 283510 h 4489084"/>
              <a:gd name="connsiteX39182" fmla="*/ 818543 w 5158787"/>
              <a:gd name="connsiteY39182" fmla="*/ 240631 h 4489084"/>
              <a:gd name="connsiteX39183" fmla="*/ 824406 w 5158787"/>
              <a:gd name="connsiteY39183" fmla="*/ 240631 h 4489084"/>
              <a:gd name="connsiteX39184" fmla="*/ 824761 w 5158787"/>
              <a:gd name="connsiteY39184" fmla="*/ 240809 h 4489084"/>
              <a:gd name="connsiteX39185" fmla="*/ 827663 w 5158787"/>
              <a:gd name="connsiteY39185" fmla="*/ 245902 h 4489084"/>
              <a:gd name="connsiteX39186" fmla="*/ 827663 w 5158787"/>
              <a:gd name="connsiteY39186" fmla="*/ 246317 h 4489084"/>
              <a:gd name="connsiteX39187" fmla="*/ 824761 w 5158787"/>
              <a:gd name="connsiteY39187" fmla="*/ 251410 h 4489084"/>
              <a:gd name="connsiteX39188" fmla="*/ 824406 w 5158787"/>
              <a:gd name="connsiteY39188" fmla="*/ 251588 h 4489084"/>
              <a:gd name="connsiteX39189" fmla="*/ 818543 w 5158787"/>
              <a:gd name="connsiteY39189" fmla="*/ 251588 h 4489084"/>
              <a:gd name="connsiteX39190" fmla="*/ 818187 w 5158787"/>
              <a:gd name="connsiteY39190" fmla="*/ 251410 h 4489084"/>
              <a:gd name="connsiteX39191" fmla="*/ 815285 w 5158787"/>
              <a:gd name="connsiteY39191" fmla="*/ 246317 h 4489084"/>
              <a:gd name="connsiteX39192" fmla="*/ 815285 w 5158787"/>
              <a:gd name="connsiteY39192" fmla="*/ 245902 h 4489084"/>
              <a:gd name="connsiteX39193" fmla="*/ 818187 w 5158787"/>
              <a:gd name="connsiteY39193" fmla="*/ 240809 h 4489084"/>
              <a:gd name="connsiteX39194" fmla="*/ 818543 w 5158787"/>
              <a:gd name="connsiteY39194" fmla="*/ 240631 h 4489084"/>
              <a:gd name="connsiteX39195" fmla="*/ 750789 w 5158787"/>
              <a:gd name="connsiteY39195" fmla="*/ 240453 h 4489084"/>
              <a:gd name="connsiteX39196" fmla="*/ 756890 w 5158787"/>
              <a:gd name="connsiteY39196" fmla="*/ 240453 h 4489084"/>
              <a:gd name="connsiteX39197" fmla="*/ 757245 w 5158787"/>
              <a:gd name="connsiteY39197" fmla="*/ 240690 h 4489084"/>
              <a:gd name="connsiteX39198" fmla="*/ 760265 w 5158787"/>
              <a:gd name="connsiteY39198" fmla="*/ 245961 h 4489084"/>
              <a:gd name="connsiteX39199" fmla="*/ 760265 w 5158787"/>
              <a:gd name="connsiteY39199" fmla="*/ 246376 h 4489084"/>
              <a:gd name="connsiteX39200" fmla="*/ 757245 w 5158787"/>
              <a:gd name="connsiteY39200" fmla="*/ 251647 h 4489084"/>
              <a:gd name="connsiteX39201" fmla="*/ 756890 w 5158787"/>
              <a:gd name="connsiteY39201" fmla="*/ 251883 h 4489084"/>
              <a:gd name="connsiteX39202" fmla="*/ 750789 w 5158787"/>
              <a:gd name="connsiteY39202" fmla="*/ 251883 h 4489084"/>
              <a:gd name="connsiteX39203" fmla="*/ 750434 w 5158787"/>
              <a:gd name="connsiteY39203" fmla="*/ 251647 h 4489084"/>
              <a:gd name="connsiteX39204" fmla="*/ 747413 w 5158787"/>
              <a:gd name="connsiteY39204" fmla="*/ 246376 h 4489084"/>
              <a:gd name="connsiteX39205" fmla="*/ 747413 w 5158787"/>
              <a:gd name="connsiteY39205" fmla="*/ 245961 h 4489084"/>
              <a:gd name="connsiteX39206" fmla="*/ 750434 w 5158787"/>
              <a:gd name="connsiteY39206" fmla="*/ 240690 h 4489084"/>
              <a:gd name="connsiteX39207" fmla="*/ 750789 w 5158787"/>
              <a:gd name="connsiteY39207" fmla="*/ 240453 h 4489084"/>
              <a:gd name="connsiteX39208" fmla="*/ 3184467 w 5158787"/>
              <a:gd name="connsiteY39208" fmla="*/ 238499 h 4489084"/>
              <a:gd name="connsiteX39209" fmla="*/ 3192640 w 5158787"/>
              <a:gd name="connsiteY39209" fmla="*/ 238499 h 4489084"/>
              <a:gd name="connsiteX39210" fmla="*/ 3193114 w 5158787"/>
              <a:gd name="connsiteY39210" fmla="*/ 238795 h 4489084"/>
              <a:gd name="connsiteX39211" fmla="*/ 3197201 w 5158787"/>
              <a:gd name="connsiteY39211" fmla="*/ 245843 h 4489084"/>
              <a:gd name="connsiteX39212" fmla="*/ 3197201 w 5158787"/>
              <a:gd name="connsiteY39212" fmla="*/ 246435 h 4489084"/>
              <a:gd name="connsiteX39213" fmla="*/ 3193114 w 5158787"/>
              <a:gd name="connsiteY39213" fmla="*/ 253483 h 4489084"/>
              <a:gd name="connsiteX39214" fmla="*/ 3192640 w 5158787"/>
              <a:gd name="connsiteY39214" fmla="*/ 253779 h 4489084"/>
              <a:gd name="connsiteX39215" fmla="*/ 3184467 w 5158787"/>
              <a:gd name="connsiteY39215" fmla="*/ 253779 h 4489084"/>
              <a:gd name="connsiteX39216" fmla="*/ 3183993 w 5158787"/>
              <a:gd name="connsiteY39216" fmla="*/ 253483 h 4489084"/>
              <a:gd name="connsiteX39217" fmla="*/ 3179907 w 5158787"/>
              <a:gd name="connsiteY39217" fmla="*/ 246435 h 4489084"/>
              <a:gd name="connsiteX39218" fmla="*/ 3179907 w 5158787"/>
              <a:gd name="connsiteY39218" fmla="*/ 245843 h 4489084"/>
              <a:gd name="connsiteX39219" fmla="*/ 3183993 w 5158787"/>
              <a:gd name="connsiteY39219" fmla="*/ 238795 h 4489084"/>
              <a:gd name="connsiteX39220" fmla="*/ 3184467 w 5158787"/>
              <a:gd name="connsiteY39220" fmla="*/ 238499 h 4489084"/>
              <a:gd name="connsiteX39221" fmla="*/ 4739481 w 5158787"/>
              <a:gd name="connsiteY39221" fmla="*/ 237670 h 4489084"/>
              <a:gd name="connsiteX39222" fmla="*/ 4748542 w 5158787"/>
              <a:gd name="connsiteY39222" fmla="*/ 237670 h 4489084"/>
              <a:gd name="connsiteX39223" fmla="*/ 4749075 w 5158787"/>
              <a:gd name="connsiteY39223" fmla="*/ 237966 h 4489084"/>
              <a:gd name="connsiteX39224" fmla="*/ 4753576 w 5158787"/>
              <a:gd name="connsiteY39224" fmla="*/ 245784 h 4489084"/>
              <a:gd name="connsiteX39225" fmla="*/ 4753576 w 5158787"/>
              <a:gd name="connsiteY39225" fmla="*/ 246435 h 4489084"/>
              <a:gd name="connsiteX39226" fmla="*/ 4749075 w 5158787"/>
              <a:gd name="connsiteY39226" fmla="*/ 254253 h 4489084"/>
              <a:gd name="connsiteX39227" fmla="*/ 4748542 w 5158787"/>
              <a:gd name="connsiteY39227" fmla="*/ 254549 h 4489084"/>
              <a:gd name="connsiteX39228" fmla="*/ 4739481 w 5158787"/>
              <a:gd name="connsiteY39228" fmla="*/ 254549 h 4489084"/>
              <a:gd name="connsiteX39229" fmla="*/ 4738948 w 5158787"/>
              <a:gd name="connsiteY39229" fmla="*/ 254253 h 4489084"/>
              <a:gd name="connsiteX39230" fmla="*/ 4734447 w 5158787"/>
              <a:gd name="connsiteY39230" fmla="*/ 246435 h 4489084"/>
              <a:gd name="connsiteX39231" fmla="*/ 4734447 w 5158787"/>
              <a:gd name="connsiteY39231" fmla="*/ 245784 h 4489084"/>
              <a:gd name="connsiteX39232" fmla="*/ 4738948 w 5158787"/>
              <a:gd name="connsiteY39232" fmla="*/ 237966 h 4489084"/>
              <a:gd name="connsiteX39233" fmla="*/ 4739481 w 5158787"/>
              <a:gd name="connsiteY39233" fmla="*/ 237670 h 4489084"/>
              <a:gd name="connsiteX39234" fmla="*/ 4806168 w 5158787"/>
              <a:gd name="connsiteY39234" fmla="*/ 235775 h 4489084"/>
              <a:gd name="connsiteX39235" fmla="*/ 4817184 w 5158787"/>
              <a:gd name="connsiteY39235" fmla="*/ 235775 h 4489084"/>
              <a:gd name="connsiteX39236" fmla="*/ 4817835 w 5158787"/>
              <a:gd name="connsiteY39236" fmla="*/ 236190 h 4489084"/>
              <a:gd name="connsiteX39237" fmla="*/ 4823343 w 5158787"/>
              <a:gd name="connsiteY39237" fmla="*/ 245725 h 4489084"/>
              <a:gd name="connsiteX39238" fmla="*/ 4823343 w 5158787"/>
              <a:gd name="connsiteY39238" fmla="*/ 246495 h 4489084"/>
              <a:gd name="connsiteX39239" fmla="*/ 4817835 w 5158787"/>
              <a:gd name="connsiteY39239" fmla="*/ 256030 h 4489084"/>
              <a:gd name="connsiteX39240" fmla="*/ 4817184 w 5158787"/>
              <a:gd name="connsiteY39240" fmla="*/ 256445 h 4489084"/>
              <a:gd name="connsiteX39241" fmla="*/ 4806168 w 5158787"/>
              <a:gd name="connsiteY39241" fmla="*/ 256445 h 4489084"/>
              <a:gd name="connsiteX39242" fmla="*/ 4805517 w 5158787"/>
              <a:gd name="connsiteY39242" fmla="*/ 256030 h 4489084"/>
              <a:gd name="connsiteX39243" fmla="*/ 4800008 w 5158787"/>
              <a:gd name="connsiteY39243" fmla="*/ 246495 h 4489084"/>
              <a:gd name="connsiteX39244" fmla="*/ 4800008 w 5158787"/>
              <a:gd name="connsiteY39244" fmla="*/ 245725 h 4489084"/>
              <a:gd name="connsiteX39245" fmla="*/ 4805517 w 5158787"/>
              <a:gd name="connsiteY39245" fmla="*/ 236190 h 4489084"/>
              <a:gd name="connsiteX39246" fmla="*/ 4806168 w 5158787"/>
              <a:gd name="connsiteY39246" fmla="*/ 235775 h 4489084"/>
              <a:gd name="connsiteX39247" fmla="*/ 4602552 w 5158787"/>
              <a:gd name="connsiteY39247" fmla="*/ 234412 h 4489084"/>
              <a:gd name="connsiteX39248" fmla="*/ 4615049 w 5158787"/>
              <a:gd name="connsiteY39248" fmla="*/ 234412 h 4489084"/>
              <a:gd name="connsiteX39249" fmla="*/ 4615819 w 5158787"/>
              <a:gd name="connsiteY39249" fmla="*/ 234827 h 4489084"/>
              <a:gd name="connsiteX39250" fmla="*/ 4622037 w 5158787"/>
              <a:gd name="connsiteY39250" fmla="*/ 245605 h 4489084"/>
              <a:gd name="connsiteX39251" fmla="*/ 4622037 w 5158787"/>
              <a:gd name="connsiteY39251" fmla="*/ 246494 h 4489084"/>
              <a:gd name="connsiteX39252" fmla="*/ 4615819 w 5158787"/>
              <a:gd name="connsiteY39252" fmla="*/ 257273 h 4489084"/>
              <a:gd name="connsiteX39253" fmla="*/ 4615049 w 5158787"/>
              <a:gd name="connsiteY39253" fmla="*/ 257687 h 4489084"/>
              <a:gd name="connsiteX39254" fmla="*/ 4602552 w 5158787"/>
              <a:gd name="connsiteY39254" fmla="*/ 257687 h 4489084"/>
              <a:gd name="connsiteX39255" fmla="*/ 4601782 w 5158787"/>
              <a:gd name="connsiteY39255" fmla="*/ 257273 h 4489084"/>
              <a:gd name="connsiteX39256" fmla="*/ 4595564 w 5158787"/>
              <a:gd name="connsiteY39256" fmla="*/ 246494 h 4489084"/>
              <a:gd name="connsiteX39257" fmla="*/ 4595564 w 5158787"/>
              <a:gd name="connsiteY39257" fmla="*/ 245605 h 4489084"/>
              <a:gd name="connsiteX39258" fmla="*/ 4601782 w 5158787"/>
              <a:gd name="connsiteY39258" fmla="*/ 234827 h 4489084"/>
              <a:gd name="connsiteX39259" fmla="*/ 4602552 w 5158787"/>
              <a:gd name="connsiteY39259" fmla="*/ 234412 h 4489084"/>
              <a:gd name="connsiteX39260" fmla="*/ 2911736 w 5158787"/>
              <a:gd name="connsiteY39260" fmla="*/ 234353 h 4489084"/>
              <a:gd name="connsiteX39261" fmla="*/ 2924291 w 5158787"/>
              <a:gd name="connsiteY39261" fmla="*/ 234353 h 4489084"/>
              <a:gd name="connsiteX39262" fmla="*/ 2925061 w 5158787"/>
              <a:gd name="connsiteY39262" fmla="*/ 234827 h 4489084"/>
              <a:gd name="connsiteX39263" fmla="*/ 2931339 w 5158787"/>
              <a:gd name="connsiteY39263" fmla="*/ 245724 h 4489084"/>
              <a:gd name="connsiteX39264" fmla="*/ 2931339 w 5158787"/>
              <a:gd name="connsiteY39264" fmla="*/ 246613 h 4489084"/>
              <a:gd name="connsiteX39265" fmla="*/ 2925061 w 5158787"/>
              <a:gd name="connsiteY39265" fmla="*/ 257510 h 4489084"/>
              <a:gd name="connsiteX39266" fmla="*/ 2924291 w 5158787"/>
              <a:gd name="connsiteY39266" fmla="*/ 257984 h 4489084"/>
              <a:gd name="connsiteX39267" fmla="*/ 2911736 w 5158787"/>
              <a:gd name="connsiteY39267" fmla="*/ 257984 h 4489084"/>
              <a:gd name="connsiteX39268" fmla="*/ 2910966 w 5158787"/>
              <a:gd name="connsiteY39268" fmla="*/ 257510 h 4489084"/>
              <a:gd name="connsiteX39269" fmla="*/ 2904688 w 5158787"/>
              <a:gd name="connsiteY39269" fmla="*/ 246613 h 4489084"/>
              <a:gd name="connsiteX39270" fmla="*/ 2904688 w 5158787"/>
              <a:gd name="connsiteY39270" fmla="*/ 245724 h 4489084"/>
              <a:gd name="connsiteX39271" fmla="*/ 2910966 w 5158787"/>
              <a:gd name="connsiteY39271" fmla="*/ 234827 h 4489084"/>
              <a:gd name="connsiteX39272" fmla="*/ 2911736 w 5158787"/>
              <a:gd name="connsiteY39272" fmla="*/ 234353 h 4489084"/>
              <a:gd name="connsiteX39273" fmla="*/ 2843922 w 5158787"/>
              <a:gd name="connsiteY39273" fmla="*/ 233998 h 4489084"/>
              <a:gd name="connsiteX39274" fmla="*/ 2856834 w 5158787"/>
              <a:gd name="connsiteY39274" fmla="*/ 233998 h 4489084"/>
              <a:gd name="connsiteX39275" fmla="*/ 2857603 w 5158787"/>
              <a:gd name="connsiteY39275" fmla="*/ 234472 h 4489084"/>
              <a:gd name="connsiteX39276" fmla="*/ 2864059 w 5158787"/>
              <a:gd name="connsiteY39276" fmla="*/ 245665 h 4489084"/>
              <a:gd name="connsiteX39277" fmla="*/ 2864059 w 5158787"/>
              <a:gd name="connsiteY39277" fmla="*/ 246554 h 4489084"/>
              <a:gd name="connsiteX39278" fmla="*/ 2857603 w 5158787"/>
              <a:gd name="connsiteY39278" fmla="*/ 257747 h 4489084"/>
              <a:gd name="connsiteX39279" fmla="*/ 2856834 w 5158787"/>
              <a:gd name="connsiteY39279" fmla="*/ 258221 h 4489084"/>
              <a:gd name="connsiteX39280" fmla="*/ 2843922 w 5158787"/>
              <a:gd name="connsiteY39280" fmla="*/ 258221 h 4489084"/>
              <a:gd name="connsiteX39281" fmla="*/ 2843153 w 5158787"/>
              <a:gd name="connsiteY39281" fmla="*/ 257747 h 4489084"/>
              <a:gd name="connsiteX39282" fmla="*/ 2836697 w 5158787"/>
              <a:gd name="connsiteY39282" fmla="*/ 246554 h 4489084"/>
              <a:gd name="connsiteX39283" fmla="*/ 2836697 w 5158787"/>
              <a:gd name="connsiteY39283" fmla="*/ 245665 h 4489084"/>
              <a:gd name="connsiteX39284" fmla="*/ 2843153 w 5158787"/>
              <a:gd name="connsiteY39284" fmla="*/ 234472 h 4489084"/>
              <a:gd name="connsiteX39285" fmla="*/ 2843922 w 5158787"/>
              <a:gd name="connsiteY39285" fmla="*/ 233998 h 4489084"/>
              <a:gd name="connsiteX39286" fmla="*/ 4872797 w 5158787"/>
              <a:gd name="connsiteY39286" fmla="*/ 233939 h 4489084"/>
              <a:gd name="connsiteX39287" fmla="*/ 4885827 w 5158787"/>
              <a:gd name="connsiteY39287" fmla="*/ 233939 h 4489084"/>
              <a:gd name="connsiteX39288" fmla="*/ 4886597 w 5158787"/>
              <a:gd name="connsiteY39288" fmla="*/ 234413 h 4489084"/>
              <a:gd name="connsiteX39289" fmla="*/ 4893111 w 5158787"/>
              <a:gd name="connsiteY39289" fmla="*/ 245725 h 4489084"/>
              <a:gd name="connsiteX39290" fmla="*/ 4893111 w 5158787"/>
              <a:gd name="connsiteY39290" fmla="*/ 246673 h 4489084"/>
              <a:gd name="connsiteX39291" fmla="*/ 4886597 w 5158787"/>
              <a:gd name="connsiteY39291" fmla="*/ 257984 h 4489084"/>
              <a:gd name="connsiteX39292" fmla="*/ 4885827 w 5158787"/>
              <a:gd name="connsiteY39292" fmla="*/ 258458 h 4489084"/>
              <a:gd name="connsiteX39293" fmla="*/ 4872797 w 5158787"/>
              <a:gd name="connsiteY39293" fmla="*/ 258458 h 4489084"/>
              <a:gd name="connsiteX39294" fmla="*/ 4872027 w 5158787"/>
              <a:gd name="connsiteY39294" fmla="*/ 257984 h 4489084"/>
              <a:gd name="connsiteX39295" fmla="*/ 4865512 w 5158787"/>
              <a:gd name="connsiteY39295" fmla="*/ 246673 h 4489084"/>
              <a:gd name="connsiteX39296" fmla="*/ 4865512 w 5158787"/>
              <a:gd name="connsiteY39296" fmla="*/ 245725 h 4489084"/>
              <a:gd name="connsiteX39297" fmla="*/ 4872027 w 5158787"/>
              <a:gd name="connsiteY39297" fmla="*/ 234413 h 4489084"/>
              <a:gd name="connsiteX39298" fmla="*/ 4872797 w 5158787"/>
              <a:gd name="connsiteY39298" fmla="*/ 233939 h 4489084"/>
              <a:gd name="connsiteX39299" fmla="*/ 4939958 w 5158787"/>
              <a:gd name="connsiteY39299" fmla="*/ 233109 h 4489084"/>
              <a:gd name="connsiteX39300" fmla="*/ 4953876 w 5158787"/>
              <a:gd name="connsiteY39300" fmla="*/ 233109 h 4489084"/>
              <a:gd name="connsiteX39301" fmla="*/ 4954705 w 5158787"/>
              <a:gd name="connsiteY39301" fmla="*/ 233583 h 4489084"/>
              <a:gd name="connsiteX39302" fmla="*/ 4961634 w 5158787"/>
              <a:gd name="connsiteY39302" fmla="*/ 245605 h 4489084"/>
              <a:gd name="connsiteX39303" fmla="*/ 4961634 w 5158787"/>
              <a:gd name="connsiteY39303" fmla="*/ 246612 h 4489084"/>
              <a:gd name="connsiteX39304" fmla="*/ 4954646 w 5158787"/>
              <a:gd name="connsiteY39304" fmla="*/ 258635 h 4489084"/>
              <a:gd name="connsiteX39305" fmla="*/ 4953817 w 5158787"/>
              <a:gd name="connsiteY39305" fmla="*/ 259109 h 4489084"/>
              <a:gd name="connsiteX39306" fmla="*/ 4939899 w 5158787"/>
              <a:gd name="connsiteY39306" fmla="*/ 259109 h 4489084"/>
              <a:gd name="connsiteX39307" fmla="*/ 4939070 w 5158787"/>
              <a:gd name="connsiteY39307" fmla="*/ 258635 h 4489084"/>
              <a:gd name="connsiteX39308" fmla="*/ 4932140 w 5158787"/>
              <a:gd name="connsiteY39308" fmla="*/ 246612 h 4489084"/>
              <a:gd name="connsiteX39309" fmla="*/ 4932140 w 5158787"/>
              <a:gd name="connsiteY39309" fmla="*/ 245605 h 4489084"/>
              <a:gd name="connsiteX39310" fmla="*/ 4939129 w 5158787"/>
              <a:gd name="connsiteY39310" fmla="*/ 233583 h 4489084"/>
              <a:gd name="connsiteX39311" fmla="*/ 4939958 w 5158787"/>
              <a:gd name="connsiteY39311" fmla="*/ 233109 h 4489084"/>
              <a:gd name="connsiteX39312" fmla="*/ 4533614 w 5158787"/>
              <a:gd name="connsiteY39312" fmla="*/ 231984 h 4489084"/>
              <a:gd name="connsiteX39313" fmla="*/ 4548717 w 5158787"/>
              <a:gd name="connsiteY39313" fmla="*/ 231984 h 4489084"/>
              <a:gd name="connsiteX39314" fmla="*/ 4549665 w 5158787"/>
              <a:gd name="connsiteY39314" fmla="*/ 232517 h 4489084"/>
              <a:gd name="connsiteX39315" fmla="*/ 4557245 w 5158787"/>
              <a:gd name="connsiteY39315" fmla="*/ 245606 h 4489084"/>
              <a:gd name="connsiteX39316" fmla="*/ 4557245 w 5158787"/>
              <a:gd name="connsiteY39316" fmla="*/ 246672 h 4489084"/>
              <a:gd name="connsiteX39317" fmla="*/ 4549665 w 5158787"/>
              <a:gd name="connsiteY39317" fmla="*/ 259761 h 4489084"/>
              <a:gd name="connsiteX39318" fmla="*/ 4548717 w 5158787"/>
              <a:gd name="connsiteY39318" fmla="*/ 260294 h 4489084"/>
              <a:gd name="connsiteX39319" fmla="*/ 4533614 w 5158787"/>
              <a:gd name="connsiteY39319" fmla="*/ 260294 h 4489084"/>
              <a:gd name="connsiteX39320" fmla="*/ 4532667 w 5158787"/>
              <a:gd name="connsiteY39320" fmla="*/ 259761 h 4489084"/>
              <a:gd name="connsiteX39321" fmla="*/ 4525086 w 5158787"/>
              <a:gd name="connsiteY39321" fmla="*/ 246672 h 4489084"/>
              <a:gd name="connsiteX39322" fmla="*/ 4525086 w 5158787"/>
              <a:gd name="connsiteY39322" fmla="*/ 245606 h 4489084"/>
              <a:gd name="connsiteX39323" fmla="*/ 4532667 w 5158787"/>
              <a:gd name="connsiteY39323" fmla="*/ 232517 h 4489084"/>
              <a:gd name="connsiteX39324" fmla="*/ 4533614 w 5158787"/>
              <a:gd name="connsiteY39324" fmla="*/ 231984 h 4489084"/>
              <a:gd name="connsiteX39325" fmla="*/ 5006645 w 5158787"/>
              <a:gd name="connsiteY39325" fmla="*/ 231214 h 4489084"/>
              <a:gd name="connsiteX39326" fmla="*/ 5022517 w 5158787"/>
              <a:gd name="connsiteY39326" fmla="*/ 231214 h 4489084"/>
              <a:gd name="connsiteX39327" fmla="*/ 5023465 w 5158787"/>
              <a:gd name="connsiteY39327" fmla="*/ 231747 h 4489084"/>
              <a:gd name="connsiteX39328" fmla="*/ 5031401 w 5158787"/>
              <a:gd name="connsiteY39328" fmla="*/ 245547 h 4489084"/>
              <a:gd name="connsiteX39329" fmla="*/ 5031401 w 5158787"/>
              <a:gd name="connsiteY39329" fmla="*/ 246672 h 4489084"/>
              <a:gd name="connsiteX39330" fmla="*/ 5023465 w 5158787"/>
              <a:gd name="connsiteY39330" fmla="*/ 260471 h 4489084"/>
              <a:gd name="connsiteX39331" fmla="*/ 5022517 w 5158787"/>
              <a:gd name="connsiteY39331" fmla="*/ 261004 h 4489084"/>
              <a:gd name="connsiteX39332" fmla="*/ 5006645 w 5158787"/>
              <a:gd name="connsiteY39332" fmla="*/ 261004 h 4489084"/>
              <a:gd name="connsiteX39333" fmla="*/ 5005698 w 5158787"/>
              <a:gd name="connsiteY39333" fmla="*/ 260471 h 4489084"/>
              <a:gd name="connsiteX39334" fmla="*/ 4997761 w 5158787"/>
              <a:gd name="connsiteY39334" fmla="*/ 246672 h 4489084"/>
              <a:gd name="connsiteX39335" fmla="*/ 4997761 w 5158787"/>
              <a:gd name="connsiteY39335" fmla="*/ 245547 h 4489084"/>
              <a:gd name="connsiteX39336" fmla="*/ 5005698 w 5158787"/>
              <a:gd name="connsiteY39336" fmla="*/ 231747 h 4489084"/>
              <a:gd name="connsiteX39337" fmla="*/ 5006645 w 5158787"/>
              <a:gd name="connsiteY39337" fmla="*/ 231214 h 4489084"/>
              <a:gd name="connsiteX39338" fmla="*/ 4668174 w 5158787"/>
              <a:gd name="connsiteY39338" fmla="*/ 230741 h 4489084"/>
              <a:gd name="connsiteX39339" fmla="*/ 4684638 w 5158787"/>
              <a:gd name="connsiteY39339" fmla="*/ 230741 h 4489084"/>
              <a:gd name="connsiteX39340" fmla="*/ 4685645 w 5158787"/>
              <a:gd name="connsiteY39340" fmla="*/ 231333 h 4489084"/>
              <a:gd name="connsiteX39341" fmla="*/ 4693878 w 5158787"/>
              <a:gd name="connsiteY39341" fmla="*/ 245606 h 4489084"/>
              <a:gd name="connsiteX39342" fmla="*/ 4693878 w 5158787"/>
              <a:gd name="connsiteY39342" fmla="*/ 246791 h 4489084"/>
              <a:gd name="connsiteX39343" fmla="*/ 4685645 w 5158787"/>
              <a:gd name="connsiteY39343" fmla="*/ 261064 h 4489084"/>
              <a:gd name="connsiteX39344" fmla="*/ 4684638 w 5158787"/>
              <a:gd name="connsiteY39344" fmla="*/ 261657 h 4489084"/>
              <a:gd name="connsiteX39345" fmla="*/ 4668174 w 5158787"/>
              <a:gd name="connsiteY39345" fmla="*/ 261657 h 4489084"/>
              <a:gd name="connsiteX39346" fmla="*/ 4667167 w 5158787"/>
              <a:gd name="connsiteY39346" fmla="*/ 261064 h 4489084"/>
              <a:gd name="connsiteX39347" fmla="*/ 4658935 w 5158787"/>
              <a:gd name="connsiteY39347" fmla="*/ 246791 h 4489084"/>
              <a:gd name="connsiteX39348" fmla="*/ 4658935 w 5158787"/>
              <a:gd name="connsiteY39348" fmla="*/ 245606 h 4489084"/>
              <a:gd name="connsiteX39349" fmla="*/ 4667167 w 5158787"/>
              <a:gd name="connsiteY39349" fmla="*/ 231333 h 4489084"/>
              <a:gd name="connsiteX39350" fmla="*/ 4668174 w 5158787"/>
              <a:gd name="connsiteY39350" fmla="*/ 230741 h 4489084"/>
              <a:gd name="connsiteX39351" fmla="*/ 5073451 w 5158787"/>
              <a:gd name="connsiteY39351" fmla="*/ 229793 h 4489084"/>
              <a:gd name="connsiteX39352" fmla="*/ 5090922 w 5158787"/>
              <a:gd name="connsiteY39352" fmla="*/ 229793 h 4489084"/>
              <a:gd name="connsiteX39353" fmla="*/ 5091988 w 5158787"/>
              <a:gd name="connsiteY39353" fmla="*/ 230385 h 4489084"/>
              <a:gd name="connsiteX39354" fmla="*/ 5100694 w 5158787"/>
              <a:gd name="connsiteY39354" fmla="*/ 245488 h 4489084"/>
              <a:gd name="connsiteX39355" fmla="*/ 5100694 w 5158787"/>
              <a:gd name="connsiteY39355" fmla="*/ 246731 h 4489084"/>
              <a:gd name="connsiteX39356" fmla="*/ 5091988 w 5158787"/>
              <a:gd name="connsiteY39356" fmla="*/ 261834 h 4489084"/>
              <a:gd name="connsiteX39357" fmla="*/ 5090922 w 5158787"/>
              <a:gd name="connsiteY39357" fmla="*/ 262426 h 4489084"/>
              <a:gd name="connsiteX39358" fmla="*/ 5073451 w 5158787"/>
              <a:gd name="connsiteY39358" fmla="*/ 262426 h 4489084"/>
              <a:gd name="connsiteX39359" fmla="*/ 5072385 w 5158787"/>
              <a:gd name="connsiteY39359" fmla="*/ 261834 h 4489084"/>
              <a:gd name="connsiteX39360" fmla="*/ 5063678 w 5158787"/>
              <a:gd name="connsiteY39360" fmla="*/ 246731 h 4489084"/>
              <a:gd name="connsiteX39361" fmla="*/ 5063678 w 5158787"/>
              <a:gd name="connsiteY39361" fmla="*/ 245488 h 4489084"/>
              <a:gd name="connsiteX39362" fmla="*/ 5072385 w 5158787"/>
              <a:gd name="connsiteY39362" fmla="*/ 230385 h 4489084"/>
              <a:gd name="connsiteX39363" fmla="*/ 5073451 w 5158787"/>
              <a:gd name="connsiteY39363" fmla="*/ 229793 h 4489084"/>
              <a:gd name="connsiteX39364" fmla="*/ 2975876 w 5158787"/>
              <a:gd name="connsiteY39364" fmla="*/ 227838 h 4489084"/>
              <a:gd name="connsiteX39365" fmla="*/ 2995421 w 5158787"/>
              <a:gd name="connsiteY39365" fmla="*/ 227838 h 4489084"/>
              <a:gd name="connsiteX39366" fmla="*/ 2996605 w 5158787"/>
              <a:gd name="connsiteY39366" fmla="*/ 228549 h 4489084"/>
              <a:gd name="connsiteX39367" fmla="*/ 3006377 w 5158787"/>
              <a:gd name="connsiteY39367" fmla="*/ 245487 h 4489084"/>
              <a:gd name="connsiteX39368" fmla="*/ 3006377 w 5158787"/>
              <a:gd name="connsiteY39368" fmla="*/ 246849 h 4489084"/>
              <a:gd name="connsiteX39369" fmla="*/ 2996605 w 5158787"/>
              <a:gd name="connsiteY39369" fmla="*/ 263788 h 4489084"/>
              <a:gd name="connsiteX39370" fmla="*/ 2995421 w 5158787"/>
              <a:gd name="connsiteY39370" fmla="*/ 264498 h 4489084"/>
              <a:gd name="connsiteX39371" fmla="*/ 2975876 w 5158787"/>
              <a:gd name="connsiteY39371" fmla="*/ 264498 h 4489084"/>
              <a:gd name="connsiteX39372" fmla="*/ 2974692 w 5158787"/>
              <a:gd name="connsiteY39372" fmla="*/ 263788 h 4489084"/>
              <a:gd name="connsiteX39373" fmla="*/ 2964920 w 5158787"/>
              <a:gd name="connsiteY39373" fmla="*/ 246849 h 4489084"/>
              <a:gd name="connsiteX39374" fmla="*/ 2964920 w 5158787"/>
              <a:gd name="connsiteY39374" fmla="*/ 245487 h 4489084"/>
              <a:gd name="connsiteX39375" fmla="*/ 2974692 w 5158787"/>
              <a:gd name="connsiteY39375" fmla="*/ 228549 h 4489084"/>
              <a:gd name="connsiteX39376" fmla="*/ 2975876 w 5158787"/>
              <a:gd name="connsiteY39376" fmla="*/ 227838 h 4489084"/>
              <a:gd name="connsiteX39377" fmla="*/ 3109902 w 5158787"/>
              <a:gd name="connsiteY39377" fmla="*/ 225529 h 4489084"/>
              <a:gd name="connsiteX39378" fmla="*/ 3131875 w 5158787"/>
              <a:gd name="connsiteY39378" fmla="*/ 225529 h 4489084"/>
              <a:gd name="connsiteX39379" fmla="*/ 3133237 w 5158787"/>
              <a:gd name="connsiteY39379" fmla="*/ 226299 h 4489084"/>
              <a:gd name="connsiteX39380" fmla="*/ 3144193 w 5158787"/>
              <a:gd name="connsiteY39380" fmla="*/ 245310 h 4489084"/>
              <a:gd name="connsiteX39381" fmla="*/ 3144193 w 5158787"/>
              <a:gd name="connsiteY39381" fmla="*/ 246850 h 4489084"/>
              <a:gd name="connsiteX39382" fmla="*/ 3133178 w 5158787"/>
              <a:gd name="connsiteY39382" fmla="*/ 265861 h 4489084"/>
              <a:gd name="connsiteX39383" fmla="*/ 3131816 w 5158787"/>
              <a:gd name="connsiteY39383" fmla="*/ 266631 h 4489084"/>
              <a:gd name="connsiteX39384" fmla="*/ 3109843 w 5158787"/>
              <a:gd name="connsiteY39384" fmla="*/ 266631 h 4489084"/>
              <a:gd name="connsiteX39385" fmla="*/ 3108481 w 5158787"/>
              <a:gd name="connsiteY39385" fmla="*/ 265861 h 4489084"/>
              <a:gd name="connsiteX39386" fmla="*/ 3097524 w 5158787"/>
              <a:gd name="connsiteY39386" fmla="*/ 246850 h 4489084"/>
              <a:gd name="connsiteX39387" fmla="*/ 3097524 w 5158787"/>
              <a:gd name="connsiteY39387" fmla="*/ 245310 h 4489084"/>
              <a:gd name="connsiteX39388" fmla="*/ 3108540 w 5158787"/>
              <a:gd name="connsiteY39388" fmla="*/ 226299 h 4489084"/>
              <a:gd name="connsiteX39389" fmla="*/ 3109902 w 5158787"/>
              <a:gd name="connsiteY39389" fmla="*/ 225529 h 4489084"/>
              <a:gd name="connsiteX39390" fmla="*/ 3042209 w 5158787"/>
              <a:gd name="connsiteY39390" fmla="*/ 225410 h 4489084"/>
              <a:gd name="connsiteX39391" fmla="*/ 3064299 w 5158787"/>
              <a:gd name="connsiteY39391" fmla="*/ 225410 h 4489084"/>
              <a:gd name="connsiteX39392" fmla="*/ 3065661 w 5158787"/>
              <a:gd name="connsiteY39392" fmla="*/ 226180 h 4489084"/>
              <a:gd name="connsiteX39393" fmla="*/ 3076678 w 5158787"/>
              <a:gd name="connsiteY39393" fmla="*/ 245310 h 4489084"/>
              <a:gd name="connsiteX39394" fmla="*/ 3076678 w 5158787"/>
              <a:gd name="connsiteY39394" fmla="*/ 246850 h 4489084"/>
              <a:gd name="connsiteX39395" fmla="*/ 3065603 w 5158787"/>
              <a:gd name="connsiteY39395" fmla="*/ 265979 h 4489084"/>
              <a:gd name="connsiteX39396" fmla="*/ 3064240 w 5158787"/>
              <a:gd name="connsiteY39396" fmla="*/ 266749 h 4489084"/>
              <a:gd name="connsiteX39397" fmla="*/ 3042149 w 5158787"/>
              <a:gd name="connsiteY39397" fmla="*/ 266749 h 4489084"/>
              <a:gd name="connsiteX39398" fmla="*/ 3040787 w 5158787"/>
              <a:gd name="connsiteY39398" fmla="*/ 265979 h 4489084"/>
              <a:gd name="connsiteX39399" fmla="*/ 3029771 w 5158787"/>
              <a:gd name="connsiteY39399" fmla="*/ 246850 h 4489084"/>
              <a:gd name="connsiteX39400" fmla="*/ 3029771 w 5158787"/>
              <a:gd name="connsiteY39400" fmla="*/ 245310 h 4489084"/>
              <a:gd name="connsiteX39401" fmla="*/ 3040846 w 5158787"/>
              <a:gd name="connsiteY39401" fmla="*/ 226180 h 4489084"/>
              <a:gd name="connsiteX39402" fmla="*/ 3042209 w 5158787"/>
              <a:gd name="connsiteY39402" fmla="*/ 225410 h 4489084"/>
              <a:gd name="connsiteX39403" fmla="*/ 3186124 w 5158787"/>
              <a:gd name="connsiteY39403" fmla="*/ 182946 h 4489084"/>
              <a:gd name="connsiteX39404" fmla="*/ 3190981 w 5158787"/>
              <a:gd name="connsiteY39404" fmla="*/ 182946 h 4489084"/>
              <a:gd name="connsiteX39405" fmla="*/ 3191278 w 5158787"/>
              <a:gd name="connsiteY39405" fmla="*/ 183124 h 4489084"/>
              <a:gd name="connsiteX39406" fmla="*/ 3193705 w 5158787"/>
              <a:gd name="connsiteY39406" fmla="*/ 187329 h 4489084"/>
              <a:gd name="connsiteX39407" fmla="*/ 3193705 w 5158787"/>
              <a:gd name="connsiteY39407" fmla="*/ 187684 h 4489084"/>
              <a:gd name="connsiteX39408" fmla="*/ 3191278 w 5158787"/>
              <a:gd name="connsiteY39408" fmla="*/ 191889 h 4489084"/>
              <a:gd name="connsiteX39409" fmla="*/ 3190981 w 5158787"/>
              <a:gd name="connsiteY39409" fmla="*/ 192067 h 4489084"/>
              <a:gd name="connsiteX39410" fmla="*/ 3186124 w 5158787"/>
              <a:gd name="connsiteY39410" fmla="*/ 192067 h 4489084"/>
              <a:gd name="connsiteX39411" fmla="*/ 3185829 w 5158787"/>
              <a:gd name="connsiteY39411" fmla="*/ 191889 h 4489084"/>
              <a:gd name="connsiteX39412" fmla="*/ 3183400 w 5158787"/>
              <a:gd name="connsiteY39412" fmla="*/ 187684 h 4489084"/>
              <a:gd name="connsiteX39413" fmla="*/ 3183400 w 5158787"/>
              <a:gd name="connsiteY39413" fmla="*/ 187329 h 4489084"/>
              <a:gd name="connsiteX39414" fmla="*/ 3185829 w 5158787"/>
              <a:gd name="connsiteY39414" fmla="*/ 183124 h 4489084"/>
              <a:gd name="connsiteX39415" fmla="*/ 3186124 w 5158787"/>
              <a:gd name="connsiteY39415" fmla="*/ 182946 h 4489084"/>
              <a:gd name="connsiteX39416" fmla="*/ 4806701 w 5158787"/>
              <a:gd name="connsiteY39416" fmla="*/ 178208 h 4489084"/>
              <a:gd name="connsiteX39417" fmla="*/ 4816651 w 5158787"/>
              <a:gd name="connsiteY39417" fmla="*/ 178208 h 4489084"/>
              <a:gd name="connsiteX39418" fmla="*/ 4817243 w 5158787"/>
              <a:gd name="connsiteY39418" fmla="*/ 178563 h 4489084"/>
              <a:gd name="connsiteX39419" fmla="*/ 4822217 w 5158787"/>
              <a:gd name="connsiteY39419" fmla="*/ 187151 h 4489084"/>
              <a:gd name="connsiteX39420" fmla="*/ 4822217 w 5158787"/>
              <a:gd name="connsiteY39420" fmla="*/ 187862 h 4489084"/>
              <a:gd name="connsiteX39421" fmla="*/ 4817243 w 5158787"/>
              <a:gd name="connsiteY39421" fmla="*/ 196449 h 4489084"/>
              <a:gd name="connsiteX39422" fmla="*/ 4816651 w 5158787"/>
              <a:gd name="connsiteY39422" fmla="*/ 196805 h 4489084"/>
              <a:gd name="connsiteX39423" fmla="*/ 4806701 w 5158787"/>
              <a:gd name="connsiteY39423" fmla="*/ 196805 h 4489084"/>
              <a:gd name="connsiteX39424" fmla="*/ 4806108 w 5158787"/>
              <a:gd name="connsiteY39424" fmla="*/ 196449 h 4489084"/>
              <a:gd name="connsiteX39425" fmla="*/ 4801134 w 5158787"/>
              <a:gd name="connsiteY39425" fmla="*/ 187862 h 4489084"/>
              <a:gd name="connsiteX39426" fmla="*/ 4801134 w 5158787"/>
              <a:gd name="connsiteY39426" fmla="*/ 187151 h 4489084"/>
              <a:gd name="connsiteX39427" fmla="*/ 4806108 w 5158787"/>
              <a:gd name="connsiteY39427" fmla="*/ 178563 h 4489084"/>
              <a:gd name="connsiteX39428" fmla="*/ 4806701 w 5158787"/>
              <a:gd name="connsiteY39428" fmla="*/ 178208 h 4489084"/>
              <a:gd name="connsiteX39429" fmla="*/ 2845048 w 5158787"/>
              <a:gd name="connsiteY39429" fmla="*/ 177497 h 4489084"/>
              <a:gd name="connsiteX39430" fmla="*/ 2855768 w 5158787"/>
              <a:gd name="connsiteY39430" fmla="*/ 177497 h 4489084"/>
              <a:gd name="connsiteX39431" fmla="*/ 2856420 w 5158787"/>
              <a:gd name="connsiteY39431" fmla="*/ 177852 h 4489084"/>
              <a:gd name="connsiteX39432" fmla="*/ 2861750 w 5158787"/>
              <a:gd name="connsiteY39432" fmla="*/ 187151 h 4489084"/>
              <a:gd name="connsiteX39433" fmla="*/ 2861750 w 5158787"/>
              <a:gd name="connsiteY39433" fmla="*/ 187921 h 4489084"/>
              <a:gd name="connsiteX39434" fmla="*/ 2856420 w 5158787"/>
              <a:gd name="connsiteY39434" fmla="*/ 197219 h 4489084"/>
              <a:gd name="connsiteX39435" fmla="*/ 2855768 w 5158787"/>
              <a:gd name="connsiteY39435" fmla="*/ 197574 h 4489084"/>
              <a:gd name="connsiteX39436" fmla="*/ 2845048 w 5158787"/>
              <a:gd name="connsiteY39436" fmla="*/ 197574 h 4489084"/>
              <a:gd name="connsiteX39437" fmla="*/ 2844397 w 5158787"/>
              <a:gd name="connsiteY39437" fmla="*/ 197219 h 4489084"/>
              <a:gd name="connsiteX39438" fmla="*/ 2839067 w 5158787"/>
              <a:gd name="connsiteY39438" fmla="*/ 187921 h 4489084"/>
              <a:gd name="connsiteX39439" fmla="*/ 2839067 w 5158787"/>
              <a:gd name="connsiteY39439" fmla="*/ 187151 h 4489084"/>
              <a:gd name="connsiteX39440" fmla="*/ 2844397 w 5158787"/>
              <a:gd name="connsiteY39440" fmla="*/ 177852 h 4489084"/>
              <a:gd name="connsiteX39441" fmla="*/ 2845048 w 5158787"/>
              <a:gd name="connsiteY39441" fmla="*/ 177497 h 4489084"/>
              <a:gd name="connsiteX39442" fmla="*/ 4873211 w 5158787"/>
              <a:gd name="connsiteY39442" fmla="*/ 176135 h 4489084"/>
              <a:gd name="connsiteX39443" fmla="*/ 4885352 w 5158787"/>
              <a:gd name="connsiteY39443" fmla="*/ 176135 h 4489084"/>
              <a:gd name="connsiteX39444" fmla="*/ 4886122 w 5158787"/>
              <a:gd name="connsiteY39444" fmla="*/ 176549 h 4489084"/>
              <a:gd name="connsiteX39445" fmla="*/ 4892163 w 5158787"/>
              <a:gd name="connsiteY39445" fmla="*/ 187092 h 4489084"/>
              <a:gd name="connsiteX39446" fmla="*/ 4892163 w 5158787"/>
              <a:gd name="connsiteY39446" fmla="*/ 187921 h 4489084"/>
              <a:gd name="connsiteX39447" fmla="*/ 4886063 w 5158787"/>
              <a:gd name="connsiteY39447" fmla="*/ 198463 h 4489084"/>
              <a:gd name="connsiteX39448" fmla="*/ 4885293 w 5158787"/>
              <a:gd name="connsiteY39448" fmla="*/ 198877 h 4489084"/>
              <a:gd name="connsiteX39449" fmla="*/ 4873152 w 5158787"/>
              <a:gd name="connsiteY39449" fmla="*/ 198877 h 4489084"/>
              <a:gd name="connsiteX39450" fmla="*/ 4872382 w 5158787"/>
              <a:gd name="connsiteY39450" fmla="*/ 198463 h 4489084"/>
              <a:gd name="connsiteX39451" fmla="*/ 4866341 w 5158787"/>
              <a:gd name="connsiteY39451" fmla="*/ 187921 h 4489084"/>
              <a:gd name="connsiteX39452" fmla="*/ 4866341 w 5158787"/>
              <a:gd name="connsiteY39452" fmla="*/ 187092 h 4489084"/>
              <a:gd name="connsiteX39453" fmla="*/ 4872441 w 5158787"/>
              <a:gd name="connsiteY39453" fmla="*/ 176549 h 4489084"/>
              <a:gd name="connsiteX39454" fmla="*/ 4873211 w 5158787"/>
              <a:gd name="connsiteY39454" fmla="*/ 176135 h 4489084"/>
              <a:gd name="connsiteX39455" fmla="*/ 4670128 w 5158787"/>
              <a:gd name="connsiteY39455" fmla="*/ 175720 h 4489084"/>
              <a:gd name="connsiteX39456" fmla="*/ 4682684 w 5158787"/>
              <a:gd name="connsiteY39456" fmla="*/ 175720 h 4489084"/>
              <a:gd name="connsiteX39457" fmla="*/ 4683454 w 5158787"/>
              <a:gd name="connsiteY39457" fmla="*/ 176194 h 4489084"/>
              <a:gd name="connsiteX39458" fmla="*/ 4689731 w 5158787"/>
              <a:gd name="connsiteY39458" fmla="*/ 187091 h 4489084"/>
              <a:gd name="connsiteX39459" fmla="*/ 4689731 w 5158787"/>
              <a:gd name="connsiteY39459" fmla="*/ 187980 h 4489084"/>
              <a:gd name="connsiteX39460" fmla="*/ 4683454 w 5158787"/>
              <a:gd name="connsiteY39460" fmla="*/ 198877 h 4489084"/>
              <a:gd name="connsiteX39461" fmla="*/ 4682684 w 5158787"/>
              <a:gd name="connsiteY39461" fmla="*/ 199351 h 4489084"/>
              <a:gd name="connsiteX39462" fmla="*/ 4670128 w 5158787"/>
              <a:gd name="connsiteY39462" fmla="*/ 199351 h 4489084"/>
              <a:gd name="connsiteX39463" fmla="*/ 4669358 w 5158787"/>
              <a:gd name="connsiteY39463" fmla="*/ 198877 h 4489084"/>
              <a:gd name="connsiteX39464" fmla="*/ 4663080 w 5158787"/>
              <a:gd name="connsiteY39464" fmla="*/ 187980 h 4489084"/>
              <a:gd name="connsiteX39465" fmla="*/ 4663080 w 5158787"/>
              <a:gd name="connsiteY39465" fmla="*/ 187091 h 4489084"/>
              <a:gd name="connsiteX39466" fmla="*/ 4669358 w 5158787"/>
              <a:gd name="connsiteY39466" fmla="*/ 176194 h 4489084"/>
              <a:gd name="connsiteX39467" fmla="*/ 4670128 w 5158787"/>
              <a:gd name="connsiteY39467" fmla="*/ 175720 h 4489084"/>
              <a:gd name="connsiteX39468" fmla="*/ 4940136 w 5158787"/>
              <a:gd name="connsiteY39468" fmla="*/ 174773 h 4489084"/>
              <a:gd name="connsiteX39469" fmla="*/ 4953698 w 5158787"/>
              <a:gd name="connsiteY39469" fmla="*/ 174773 h 4489084"/>
              <a:gd name="connsiteX39470" fmla="*/ 4954528 w 5158787"/>
              <a:gd name="connsiteY39470" fmla="*/ 175247 h 4489084"/>
              <a:gd name="connsiteX39471" fmla="*/ 4961339 w 5158787"/>
              <a:gd name="connsiteY39471" fmla="*/ 187033 h 4489084"/>
              <a:gd name="connsiteX39472" fmla="*/ 4961339 w 5158787"/>
              <a:gd name="connsiteY39472" fmla="*/ 187980 h 4489084"/>
              <a:gd name="connsiteX39473" fmla="*/ 4954528 w 5158787"/>
              <a:gd name="connsiteY39473" fmla="*/ 199766 h 4489084"/>
              <a:gd name="connsiteX39474" fmla="*/ 4953698 w 5158787"/>
              <a:gd name="connsiteY39474" fmla="*/ 200240 h 4489084"/>
              <a:gd name="connsiteX39475" fmla="*/ 4940136 w 5158787"/>
              <a:gd name="connsiteY39475" fmla="*/ 200240 h 4489084"/>
              <a:gd name="connsiteX39476" fmla="*/ 4939306 w 5158787"/>
              <a:gd name="connsiteY39476" fmla="*/ 199766 h 4489084"/>
              <a:gd name="connsiteX39477" fmla="*/ 4932496 w 5158787"/>
              <a:gd name="connsiteY39477" fmla="*/ 187980 h 4489084"/>
              <a:gd name="connsiteX39478" fmla="*/ 4932496 w 5158787"/>
              <a:gd name="connsiteY39478" fmla="*/ 187033 h 4489084"/>
              <a:gd name="connsiteX39479" fmla="*/ 4939306 w 5158787"/>
              <a:gd name="connsiteY39479" fmla="*/ 175247 h 4489084"/>
              <a:gd name="connsiteX39480" fmla="*/ 4940136 w 5158787"/>
              <a:gd name="connsiteY39480" fmla="*/ 174773 h 4489084"/>
              <a:gd name="connsiteX39481" fmla="*/ 4601960 w 5158787"/>
              <a:gd name="connsiteY39481" fmla="*/ 174713 h 4489084"/>
              <a:gd name="connsiteX39482" fmla="*/ 4615642 w 5158787"/>
              <a:gd name="connsiteY39482" fmla="*/ 174713 h 4489084"/>
              <a:gd name="connsiteX39483" fmla="*/ 4616470 w 5158787"/>
              <a:gd name="connsiteY39483" fmla="*/ 175187 h 4489084"/>
              <a:gd name="connsiteX39484" fmla="*/ 4623281 w 5158787"/>
              <a:gd name="connsiteY39484" fmla="*/ 187032 h 4489084"/>
              <a:gd name="connsiteX39485" fmla="*/ 4623281 w 5158787"/>
              <a:gd name="connsiteY39485" fmla="*/ 187980 h 4489084"/>
              <a:gd name="connsiteX39486" fmla="*/ 4616411 w 5158787"/>
              <a:gd name="connsiteY39486" fmla="*/ 199825 h 4489084"/>
              <a:gd name="connsiteX39487" fmla="*/ 4615582 w 5158787"/>
              <a:gd name="connsiteY39487" fmla="*/ 200298 h 4489084"/>
              <a:gd name="connsiteX39488" fmla="*/ 4601901 w 5158787"/>
              <a:gd name="connsiteY39488" fmla="*/ 200298 h 4489084"/>
              <a:gd name="connsiteX39489" fmla="*/ 4601072 w 5158787"/>
              <a:gd name="connsiteY39489" fmla="*/ 199825 h 4489084"/>
              <a:gd name="connsiteX39490" fmla="*/ 4594261 w 5158787"/>
              <a:gd name="connsiteY39490" fmla="*/ 187980 h 4489084"/>
              <a:gd name="connsiteX39491" fmla="*/ 4594261 w 5158787"/>
              <a:gd name="connsiteY39491" fmla="*/ 187032 h 4489084"/>
              <a:gd name="connsiteX39492" fmla="*/ 4601131 w 5158787"/>
              <a:gd name="connsiteY39492" fmla="*/ 175187 h 4489084"/>
              <a:gd name="connsiteX39493" fmla="*/ 4601960 w 5158787"/>
              <a:gd name="connsiteY39493" fmla="*/ 174713 h 4489084"/>
              <a:gd name="connsiteX39494" fmla="*/ 2911203 w 5158787"/>
              <a:gd name="connsiteY39494" fmla="*/ 174713 h 4489084"/>
              <a:gd name="connsiteX39495" fmla="*/ 2924884 w 5158787"/>
              <a:gd name="connsiteY39495" fmla="*/ 174713 h 4489084"/>
              <a:gd name="connsiteX39496" fmla="*/ 2925713 w 5158787"/>
              <a:gd name="connsiteY39496" fmla="*/ 175187 h 4489084"/>
              <a:gd name="connsiteX39497" fmla="*/ 2932524 w 5158787"/>
              <a:gd name="connsiteY39497" fmla="*/ 187032 h 4489084"/>
              <a:gd name="connsiteX39498" fmla="*/ 2932524 w 5158787"/>
              <a:gd name="connsiteY39498" fmla="*/ 187980 h 4489084"/>
              <a:gd name="connsiteX39499" fmla="*/ 2925654 w 5158787"/>
              <a:gd name="connsiteY39499" fmla="*/ 199825 h 4489084"/>
              <a:gd name="connsiteX39500" fmla="*/ 2924824 w 5158787"/>
              <a:gd name="connsiteY39500" fmla="*/ 200298 h 4489084"/>
              <a:gd name="connsiteX39501" fmla="*/ 2911143 w 5158787"/>
              <a:gd name="connsiteY39501" fmla="*/ 200298 h 4489084"/>
              <a:gd name="connsiteX39502" fmla="*/ 2910314 w 5158787"/>
              <a:gd name="connsiteY39502" fmla="*/ 199825 h 4489084"/>
              <a:gd name="connsiteX39503" fmla="*/ 2903503 w 5158787"/>
              <a:gd name="connsiteY39503" fmla="*/ 187980 h 4489084"/>
              <a:gd name="connsiteX39504" fmla="*/ 2903503 w 5158787"/>
              <a:gd name="connsiteY39504" fmla="*/ 187032 h 4489084"/>
              <a:gd name="connsiteX39505" fmla="*/ 2910373 w 5158787"/>
              <a:gd name="connsiteY39505" fmla="*/ 175187 h 4489084"/>
              <a:gd name="connsiteX39506" fmla="*/ 2911203 w 5158787"/>
              <a:gd name="connsiteY39506" fmla="*/ 174713 h 4489084"/>
              <a:gd name="connsiteX39507" fmla="*/ 4533496 w 5158787"/>
              <a:gd name="connsiteY39507" fmla="*/ 173114 h 4489084"/>
              <a:gd name="connsiteX39508" fmla="*/ 4548836 w 5158787"/>
              <a:gd name="connsiteY39508" fmla="*/ 173114 h 4489084"/>
              <a:gd name="connsiteX39509" fmla="*/ 4549783 w 5158787"/>
              <a:gd name="connsiteY39509" fmla="*/ 173647 h 4489084"/>
              <a:gd name="connsiteX39510" fmla="*/ 4557423 w 5158787"/>
              <a:gd name="connsiteY39510" fmla="*/ 186913 h 4489084"/>
              <a:gd name="connsiteX39511" fmla="*/ 4557423 w 5158787"/>
              <a:gd name="connsiteY39511" fmla="*/ 187980 h 4489084"/>
              <a:gd name="connsiteX39512" fmla="*/ 4549724 w 5158787"/>
              <a:gd name="connsiteY39512" fmla="*/ 201246 h 4489084"/>
              <a:gd name="connsiteX39513" fmla="*/ 4548777 w 5158787"/>
              <a:gd name="connsiteY39513" fmla="*/ 201779 h 4489084"/>
              <a:gd name="connsiteX39514" fmla="*/ 4533437 w 5158787"/>
              <a:gd name="connsiteY39514" fmla="*/ 201779 h 4489084"/>
              <a:gd name="connsiteX39515" fmla="*/ 4532490 w 5158787"/>
              <a:gd name="connsiteY39515" fmla="*/ 201246 h 4489084"/>
              <a:gd name="connsiteX39516" fmla="*/ 4524849 w 5158787"/>
              <a:gd name="connsiteY39516" fmla="*/ 187980 h 4489084"/>
              <a:gd name="connsiteX39517" fmla="*/ 4524849 w 5158787"/>
              <a:gd name="connsiteY39517" fmla="*/ 186913 h 4489084"/>
              <a:gd name="connsiteX39518" fmla="*/ 4532549 w 5158787"/>
              <a:gd name="connsiteY39518" fmla="*/ 173647 h 4489084"/>
              <a:gd name="connsiteX39519" fmla="*/ 4533496 w 5158787"/>
              <a:gd name="connsiteY39519" fmla="*/ 173114 h 4489084"/>
              <a:gd name="connsiteX39520" fmla="*/ 4736341 w 5158787"/>
              <a:gd name="connsiteY39520" fmla="*/ 173055 h 4489084"/>
              <a:gd name="connsiteX39521" fmla="*/ 4751800 w 5158787"/>
              <a:gd name="connsiteY39521" fmla="*/ 173055 h 4489084"/>
              <a:gd name="connsiteX39522" fmla="*/ 4752747 w 5158787"/>
              <a:gd name="connsiteY39522" fmla="*/ 173588 h 4489084"/>
              <a:gd name="connsiteX39523" fmla="*/ 4760446 w 5158787"/>
              <a:gd name="connsiteY39523" fmla="*/ 186973 h 4489084"/>
              <a:gd name="connsiteX39524" fmla="*/ 4760446 w 5158787"/>
              <a:gd name="connsiteY39524" fmla="*/ 188039 h 4489084"/>
              <a:gd name="connsiteX39525" fmla="*/ 4752687 w 5158787"/>
              <a:gd name="connsiteY39525" fmla="*/ 201424 h 4489084"/>
              <a:gd name="connsiteX39526" fmla="*/ 4751740 w 5158787"/>
              <a:gd name="connsiteY39526" fmla="*/ 201957 h 4489084"/>
              <a:gd name="connsiteX39527" fmla="*/ 4736283 w 5158787"/>
              <a:gd name="connsiteY39527" fmla="*/ 201957 h 4489084"/>
              <a:gd name="connsiteX39528" fmla="*/ 4735335 w 5158787"/>
              <a:gd name="connsiteY39528" fmla="*/ 201424 h 4489084"/>
              <a:gd name="connsiteX39529" fmla="*/ 4727635 w 5158787"/>
              <a:gd name="connsiteY39529" fmla="*/ 188039 h 4489084"/>
              <a:gd name="connsiteX39530" fmla="*/ 4727635 w 5158787"/>
              <a:gd name="connsiteY39530" fmla="*/ 186973 h 4489084"/>
              <a:gd name="connsiteX39531" fmla="*/ 4735394 w 5158787"/>
              <a:gd name="connsiteY39531" fmla="*/ 173588 h 4489084"/>
              <a:gd name="connsiteX39532" fmla="*/ 4736341 w 5158787"/>
              <a:gd name="connsiteY39532" fmla="*/ 173055 h 4489084"/>
              <a:gd name="connsiteX39533" fmla="*/ 5006705 w 5158787"/>
              <a:gd name="connsiteY39533" fmla="*/ 172818 h 4489084"/>
              <a:gd name="connsiteX39534" fmla="*/ 5022399 w 5158787"/>
              <a:gd name="connsiteY39534" fmla="*/ 172818 h 4489084"/>
              <a:gd name="connsiteX39535" fmla="*/ 5023347 w 5158787"/>
              <a:gd name="connsiteY39535" fmla="*/ 173351 h 4489084"/>
              <a:gd name="connsiteX39536" fmla="*/ 5031165 w 5158787"/>
              <a:gd name="connsiteY39536" fmla="*/ 186913 h 4489084"/>
              <a:gd name="connsiteX39537" fmla="*/ 5031165 w 5158787"/>
              <a:gd name="connsiteY39537" fmla="*/ 188039 h 4489084"/>
              <a:gd name="connsiteX39538" fmla="*/ 5023347 w 5158787"/>
              <a:gd name="connsiteY39538" fmla="*/ 201601 h 4489084"/>
              <a:gd name="connsiteX39539" fmla="*/ 5022399 w 5158787"/>
              <a:gd name="connsiteY39539" fmla="*/ 202134 h 4489084"/>
              <a:gd name="connsiteX39540" fmla="*/ 5006705 w 5158787"/>
              <a:gd name="connsiteY39540" fmla="*/ 202134 h 4489084"/>
              <a:gd name="connsiteX39541" fmla="*/ 5005758 w 5158787"/>
              <a:gd name="connsiteY39541" fmla="*/ 201601 h 4489084"/>
              <a:gd name="connsiteX39542" fmla="*/ 4997939 w 5158787"/>
              <a:gd name="connsiteY39542" fmla="*/ 188039 h 4489084"/>
              <a:gd name="connsiteX39543" fmla="*/ 4997939 w 5158787"/>
              <a:gd name="connsiteY39543" fmla="*/ 186913 h 4489084"/>
              <a:gd name="connsiteX39544" fmla="*/ 5005758 w 5158787"/>
              <a:gd name="connsiteY39544" fmla="*/ 173351 h 4489084"/>
              <a:gd name="connsiteX39545" fmla="*/ 5006705 w 5158787"/>
              <a:gd name="connsiteY39545" fmla="*/ 172818 h 4489084"/>
              <a:gd name="connsiteX39546" fmla="*/ 5073451 w 5158787"/>
              <a:gd name="connsiteY39546" fmla="*/ 171160 h 4489084"/>
              <a:gd name="connsiteX39547" fmla="*/ 5090922 w 5158787"/>
              <a:gd name="connsiteY39547" fmla="*/ 171160 h 4489084"/>
              <a:gd name="connsiteX39548" fmla="*/ 5091988 w 5158787"/>
              <a:gd name="connsiteY39548" fmla="*/ 171752 h 4489084"/>
              <a:gd name="connsiteX39549" fmla="*/ 5100694 w 5158787"/>
              <a:gd name="connsiteY39549" fmla="*/ 186855 h 4489084"/>
              <a:gd name="connsiteX39550" fmla="*/ 5100694 w 5158787"/>
              <a:gd name="connsiteY39550" fmla="*/ 188098 h 4489084"/>
              <a:gd name="connsiteX39551" fmla="*/ 5091988 w 5158787"/>
              <a:gd name="connsiteY39551" fmla="*/ 203201 h 4489084"/>
              <a:gd name="connsiteX39552" fmla="*/ 5090922 w 5158787"/>
              <a:gd name="connsiteY39552" fmla="*/ 203793 h 4489084"/>
              <a:gd name="connsiteX39553" fmla="*/ 5073451 w 5158787"/>
              <a:gd name="connsiteY39553" fmla="*/ 203793 h 4489084"/>
              <a:gd name="connsiteX39554" fmla="*/ 5072385 w 5158787"/>
              <a:gd name="connsiteY39554" fmla="*/ 203201 h 4489084"/>
              <a:gd name="connsiteX39555" fmla="*/ 5063678 w 5158787"/>
              <a:gd name="connsiteY39555" fmla="*/ 188098 h 4489084"/>
              <a:gd name="connsiteX39556" fmla="*/ 5063678 w 5158787"/>
              <a:gd name="connsiteY39556" fmla="*/ 186855 h 4489084"/>
              <a:gd name="connsiteX39557" fmla="*/ 5072385 w 5158787"/>
              <a:gd name="connsiteY39557" fmla="*/ 171752 h 4489084"/>
              <a:gd name="connsiteX39558" fmla="*/ 5073451 w 5158787"/>
              <a:gd name="connsiteY39558" fmla="*/ 171160 h 4489084"/>
              <a:gd name="connsiteX39559" fmla="*/ 2976823 w 5158787"/>
              <a:gd name="connsiteY39559" fmla="*/ 170982 h 4489084"/>
              <a:gd name="connsiteX39560" fmla="*/ 2994472 w 5158787"/>
              <a:gd name="connsiteY39560" fmla="*/ 170982 h 4489084"/>
              <a:gd name="connsiteX39561" fmla="*/ 2995538 w 5158787"/>
              <a:gd name="connsiteY39561" fmla="*/ 171633 h 4489084"/>
              <a:gd name="connsiteX39562" fmla="*/ 3004363 w 5158787"/>
              <a:gd name="connsiteY39562" fmla="*/ 186913 h 4489084"/>
              <a:gd name="connsiteX39563" fmla="*/ 3004363 w 5158787"/>
              <a:gd name="connsiteY39563" fmla="*/ 188157 h 4489084"/>
              <a:gd name="connsiteX39564" fmla="*/ 2995538 w 5158787"/>
              <a:gd name="connsiteY39564" fmla="*/ 203437 h 4489084"/>
              <a:gd name="connsiteX39565" fmla="*/ 2994472 w 5158787"/>
              <a:gd name="connsiteY39565" fmla="*/ 204089 h 4489084"/>
              <a:gd name="connsiteX39566" fmla="*/ 2976823 w 5158787"/>
              <a:gd name="connsiteY39566" fmla="*/ 204089 h 4489084"/>
              <a:gd name="connsiteX39567" fmla="*/ 2975757 w 5158787"/>
              <a:gd name="connsiteY39567" fmla="*/ 203437 h 4489084"/>
              <a:gd name="connsiteX39568" fmla="*/ 2966933 w 5158787"/>
              <a:gd name="connsiteY39568" fmla="*/ 188157 h 4489084"/>
              <a:gd name="connsiteX39569" fmla="*/ 2966933 w 5158787"/>
              <a:gd name="connsiteY39569" fmla="*/ 186913 h 4489084"/>
              <a:gd name="connsiteX39570" fmla="*/ 2975757 w 5158787"/>
              <a:gd name="connsiteY39570" fmla="*/ 171633 h 4489084"/>
              <a:gd name="connsiteX39571" fmla="*/ 2976823 w 5158787"/>
              <a:gd name="connsiteY39571" fmla="*/ 170982 h 4489084"/>
              <a:gd name="connsiteX39572" fmla="*/ 3043393 w 5158787"/>
              <a:gd name="connsiteY39572" fmla="*/ 168969 h 4489084"/>
              <a:gd name="connsiteX39573" fmla="*/ 3063174 w 5158787"/>
              <a:gd name="connsiteY39573" fmla="*/ 168969 h 4489084"/>
              <a:gd name="connsiteX39574" fmla="*/ 3064359 w 5158787"/>
              <a:gd name="connsiteY39574" fmla="*/ 169680 h 4489084"/>
              <a:gd name="connsiteX39575" fmla="*/ 3074249 w 5158787"/>
              <a:gd name="connsiteY39575" fmla="*/ 186796 h 4489084"/>
              <a:gd name="connsiteX39576" fmla="*/ 3074249 w 5158787"/>
              <a:gd name="connsiteY39576" fmla="*/ 188217 h 4489084"/>
              <a:gd name="connsiteX39577" fmla="*/ 3064359 w 5158787"/>
              <a:gd name="connsiteY39577" fmla="*/ 205333 h 4489084"/>
              <a:gd name="connsiteX39578" fmla="*/ 3063174 w 5158787"/>
              <a:gd name="connsiteY39578" fmla="*/ 206044 h 4489084"/>
              <a:gd name="connsiteX39579" fmla="*/ 3043393 w 5158787"/>
              <a:gd name="connsiteY39579" fmla="*/ 206044 h 4489084"/>
              <a:gd name="connsiteX39580" fmla="*/ 3042208 w 5158787"/>
              <a:gd name="connsiteY39580" fmla="*/ 205333 h 4489084"/>
              <a:gd name="connsiteX39581" fmla="*/ 3032318 w 5158787"/>
              <a:gd name="connsiteY39581" fmla="*/ 188217 h 4489084"/>
              <a:gd name="connsiteX39582" fmla="*/ 3032318 w 5158787"/>
              <a:gd name="connsiteY39582" fmla="*/ 186796 h 4489084"/>
              <a:gd name="connsiteX39583" fmla="*/ 3042208 w 5158787"/>
              <a:gd name="connsiteY39583" fmla="*/ 169680 h 4489084"/>
              <a:gd name="connsiteX39584" fmla="*/ 3043393 w 5158787"/>
              <a:gd name="connsiteY39584" fmla="*/ 168969 h 4489084"/>
              <a:gd name="connsiteX39585" fmla="*/ 3110258 w 5158787"/>
              <a:gd name="connsiteY39585" fmla="*/ 167547 h 4489084"/>
              <a:gd name="connsiteX39586" fmla="*/ 3131579 w 5158787"/>
              <a:gd name="connsiteY39586" fmla="*/ 167547 h 4489084"/>
              <a:gd name="connsiteX39587" fmla="*/ 3132882 w 5158787"/>
              <a:gd name="connsiteY39587" fmla="*/ 168317 h 4489084"/>
              <a:gd name="connsiteX39588" fmla="*/ 3143542 w 5158787"/>
              <a:gd name="connsiteY39588" fmla="*/ 186795 h 4489084"/>
              <a:gd name="connsiteX39589" fmla="*/ 3143542 w 5158787"/>
              <a:gd name="connsiteY39589" fmla="*/ 188276 h 4489084"/>
              <a:gd name="connsiteX39590" fmla="*/ 3132882 w 5158787"/>
              <a:gd name="connsiteY39590" fmla="*/ 206754 h 4489084"/>
              <a:gd name="connsiteX39591" fmla="*/ 3131579 w 5158787"/>
              <a:gd name="connsiteY39591" fmla="*/ 207524 h 4489084"/>
              <a:gd name="connsiteX39592" fmla="*/ 3110258 w 5158787"/>
              <a:gd name="connsiteY39592" fmla="*/ 207524 h 4489084"/>
              <a:gd name="connsiteX39593" fmla="*/ 3108954 w 5158787"/>
              <a:gd name="connsiteY39593" fmla="*/ 206754 h 4489084"/>
              <a:gd name="connsiteX39594" fmla="*/ 3098294 w 5158787"/>
              <a:gd name="connsiteY39594" fmla="*/ 188276 h 4489084"/>
              <a:gd name="connsiteX39595" fmla="*/ 3098294 w 5158787"/>
              <a:gd name="connsiteY39595" fmla="*/ 186795 h 4489084"/>
              <a:gd name="connsiteX39596" fmla="*/ 3108954 w 5158787"/>
              <a:gd name="connsiteY39596" fmla="*/ 168317 h 4489084"/>
              <a:gd name="connsiteX39597" fmla="*/ 3110258 w 5158787"/>
              <a:gd name="connsiteY39597" fmla="*/ 167547 h 4489084"/>
              <a:gd name="connsiteX39598" fmla="*/ 5145587 w 5158787"/>
              <a:gd name="connsiteY39598" fmla="*/ 121056 h 4489084"/>
              <a:gd name="connsiteX39599" fmla="*/ 5153996 w 5158787"/>
              <a:gd name="connsiteY39599" fmla="*/ 121056 h 4489084"/>
              <a:gd name="connsiteX39600" fmla="*/ 5154530 w 5158787"/>
              <a:gd name="connsiteY39600" fmla="*/ 121352 h 4489084"/>
              <a:gd name="connsiteX39601" fmla="*/ 5158735 w 5158787"/>
              <a:gd name="connsiteY39601" fmla="*/ 128637 h 4489084"/>
              <a:gd name="connsiteX39602" fmla="*/ 5158735 w 5158787"/>
              <a:gd name="connsiteY39602" fmla="*/ 129229 h 4489084"/>
              <a:gd name="connsiteX39603" fmla="*/ 5154530 w 5158787"/>
              <a:gd name="connsiteY39603" fmla="*/ 136514 h 4489084"/>
              <a:gd name="connsiteX39604" fmla="*/ 5153996 w 5158787"/>
              <a:gd name="connsiteY39604" fmla="*/ 136810 h 4489084"/>
              <a:gd name="connsiteX39605" fmla="*/ 5145587 w 5158787"/>
              <a:gd name="connsiteY39605" fmla="*/ 136810 h 4489084"/>
              <a:gd name="connsiteX39606" fmla="*/ 5145053 w 5158787"/>
              <a:gd name="connsiteY39606" fmla="*/ 136514 h 4489084"/>
              <a:gd name="connsiteX39607" fmla="*/ 5140849 w 5158787"/>
              <a:gd name="connsiteY39607" fmla="*/ 129229 h 4489084"/>
              <a:gd name="connsiteX39608" fmla="*/ 5140849 w 5158787"/>
              <a:gd name="connsiteY39608" fmla="*/ 128637 h 4489084"/>
              <a:gd name="connsiteX39609" fmla="*/ 5145053 w 5158787"/>
              <a:gd name="connsiteY39609" fmla="*/ 121352 h 4489084"/>
              <a:gd name="connsiteX39610" fmla="*/ 5145587 w 5158787"/>
              <a:gd name="connsiteY39610" fmla="*/ 121056 h 4489084"/>
              <a:gd name="connsiteX39611" fmla="*/ 4806643 w 5158787"/>
              <a:gd name="connsiteY39611" fmla="*/ 119397 h 4489084"/>
              <a:gd name="connsiteX39612" fmla="*/ 4816770 w 5158787"/>
              <a:gd name="connsiteY39612" fmla="*/ 119397 h 4489084"/>
              <a:gd name="connsiteX39613" fmla="*/ 4817362 w 5158787"/>
              <a:gd name="connsiteY39613" fmla="*/ 119752 h 4489084"/>
              <a:gd name="connsiteX39614" fmla="*/ 4822455 w 5158787"/>
              <a:gd name="connsiteY39614" fmla="*/ 128577 h 4489084"/>
              <a:gd name="connsiteX39615" fmla="*/ 4822455 w 5158787"/>
              <a:gd name="connsiteY39615" fmla="*/ 129288 h 4489084"/>
              <a:gd name="connsiteX39616" fmla="*/ 4817362 w 5158787"/>
              <a:gd name="connsiteY39616" fmla="*/ 138112 h 4489084"/>
              <a:gd name="connsiteX39617" fmla="*/ 4816770 w 5158787"/>
              <a:gd name="connsiteY39617" fmla="*/ 138467 h 4489084"/>
              <a:gd name="connsiteX39618" fmla="*/ 4806643 w 5158787"/>
              <a:gd name="connsiteY39618" fmla="*/ 138467 h 4489084"/>
              <a:gd name="connsiteX39619" fmla="*/ 4806050 w 5158787"/>
              <a:gd name="connsiteY39619" fmla="*/ 138112 h 4489084"/>
              <a:gd name="connsiteX39620" fmla="*/ 4800957 w 5158787"/>
              <a:gd name="connsiteY39620" fmla="*/ 129288 h 4489084"/>
              <a:gd name="connsiteX39621" fmla="*/ 4800957 w 5158787"/>
              <a:gd name="connsiteY39621" fmla="*/ 128577 h 4489084"/>
              <a:gd name="connsiteX39622" fmla="*/ 4806050 w 5158787"/>
              <a:gd name="connsiteY39622" fmla="*/ 119752 h 4489084"/>
              <a:gd name="connsiteX39623" fmla="*/ 4806643 w 5158787"/>
              <a:gd name="connsiteY39623" fmla="*/ 119397 h 4489084"/>
              <a:gd name="connsiteX39624" fmla="*/ 4873211 w 5158787"/>
              <a:gd name="connsiteY39624" fmla="*/ 117502 h 4489084"/>
              <a:gd name="connsiteX39625" fmla="*/ 4885352 w 5158787"/>
              <a:gd name="connsiteY39625" fmla="*/ 117502 h 4489084"/>
              <a:gd name="connsiteX39626" fmla="*/ 4886122 w 5158787"/>
              <a:gd name="connsiteY39626" fmla="*/ 117916 h 4489084"/>
              <a:gd name="connsiteX39627" fmla="*/ 4892163 w 5158787"/>
              <a:gd name="connsiteY39627" fmla="*/ 128458 h 4489084"/>
              <a:gd name="connsiteX39628" fmla="*/ 4892163 w 5158787"/>
              <a:gd name="connsiteY39628" fmla="*/ 129288 h 4489084"/>
              <a:gd name="connsiteX39629" fmla="*/ 4886063 w 5158787"/>
              <a:gd name="connsiteY39629" fmla="*/ 139830 h 4489084"/>
              <a:gd name="connsiteX39630" fmla="*/ 4885293 w 5158787"/>
              <a:gd name="connsiteY39630" fmla="*/ 140244 h 4489084"/>
              <a:gd name="connsiteX39631" fmla="*/ 4873152 w 5158787"/>
              <a:gd name="connsiteY39631" fmla="*/ 140244 h 4489084"/>
              <a:gd name="connsiteX39632" fmla="*/ 4872382 w 5158787"/>
              <a:gd name="connsiteY39632" fmla="*/ 139830 h 4489084"/>
              <a:gd name="connsiteX39633" fmla="*/ 4866341 w 5158787"/>
              <a:gd name="connsiteY39633" fmla="*/ 129288 h 4489084"/>
              <a:gd name="connsiteX39634" fmla="*/ 4866341 w 5158787"/>
              <a:gd name="connsiteY39634" fmla="*/ 128458 h 4489084"/>
              <a:gd name="connsiteX39635" fmla="*/ 4872441 w 5158787"/>
              <a:gd name="connsiteY39635" fmla="*/ 117916 h 4489084"/>
              <a:gd name="connsiteX39636" fmla="*/ 4873211 w 5158787"/>
              <a:gd name="connsiteY39636" fmla="*/ 117502 h 4489084"/>
              <a:gd name="connsiteX39637" fmla="*/ 2979015 w 5158787"/>
              <a:gd name="connsiteY39637" fmla="*/ 116495 h 4489084"/>
              <a:gd name="connsiteX39638" fmla="*/ 2992282 w 5158787"/>
              <a:gd name="connsiteY39638" fmla="*/ 116495 h 4489084"/>
              <a:gd name="connsiteX39639" fmla="*/ 2993111 w 5158787"/>
              <a:gd name="connsiteY39639" fmla="*/ 116969 h 4489084"/>
              <a:gd name="connsiteX39640" fmla="*/ 2999744 w 5158787"/>
              <a:gd name="connsiteY39640" fmla="*/ 128458 h 4489084"/>
              <a:gd name="connsiteX39641" fmla="*/ 2999744 w 5158787"/>
              <a:gd name="connsiteY39641" fmla="*/ 129406 h 4489084"/>
              <a:gd name="connsiteX39642" fmla="*/ 2993111 w 5158787"/>
              <a:gd name="connsiteY39642" fmla="*/ 140896 h 4489084"/>
              <a:gd name="connsiteX39643" fmla="*/ 2992282 w 5158787"/>
              <a:gd name="connsiteY39643" fmla="*/ 141370 h 4489084"/>
              <a:gd name="connsiteX39644" fmla="*/ 2979015 w 5158787"/>
              <a:gd name="connsiteY39644" fmla="*/ 141370 h 4489084"/>
              <a:gd name="connsiteX39645" fmla="*/ 2978186 w 5158787"/>
              <a:gd name="connsiteY39645" fmla="*/ 140896 h 4489084"/>
              <a:gd name="connsiteX39646" fmla="*/ 2971553 w 5158787"/>
              <a:gd name="connsiteY39646" fmla="*/ 129406 h 4489084"/>
              <a:gd name="connsiteX39647" fmla="*/ 2971553 w 5158787"/>
              <a:gd name="connsiteY39647" fmla="*/ 128458 h 4489084"/>
              <a:gd name="connsiteX39648" fmla="*/ 2978186 w 5158787"/>
              <a:gd name="connsiteY39648" fmla="*/ 116969 h 4489084"/>
              <a:gd name="connsiteX39649" fmla="*/ 2979015 w 5158787"/>
              <a:gd name="connsiteY39649" fmla="*/ 116495 h 4489084"/>
              <a:gd name="connsiteX39650" fmla="*/ 4669595 w 5158787"/>
              <a:gd name="connsiteY39650" fmla="*/ 116081 h 4489084"/>
              <a:gd name="connsiteX39651" fmla="*/ 4683276 w 5158787"/>
              <a:gd name="connsiteY39651" fmla="*/ 116081 h 4489084"/>
              <a:gd name="connsiteX39652" fmla="*/ 4684105 w 5158787"/>
              <a:gd name="connsiteY39652" fmla="*/ 116555 h 4489084"/>
              <a:gd name="connsiteX39653" fmla="*/ 4690916 w 5158787"/>
              <a:gd name="connsiteY39653" fmla="*/ 128400 h 4489084"/>
              <a:gd name="connsiteX39654" fmla="*/ 4690916 w 5158787"/>
              <a:gd name="connsiteY39654" fmla="*/ 129348 h 4489084"/>
              <a:gd name="connsiteX39655" fmla="*/ 4684046 w 5158787"/>
              <a:gd name="connsiteY39655" fmla="*/ 141193 h 4489084"/>
              <a:gd name="connsiteX39656" fmla="*/ 4683216 w 5158787"/>
              <a:gd name="connsiteY39656" fmla="*/ 141666 h 4489084"/>
              <a:gd name="connsiteX39657" fmla="*/ 4669536 w 5158787"/>
              <a:gd name="connsiteY39657" fmla="*/ 141666 h 4489084"/>
              <a:gd name="connsiteX39658" fmla="*/ 4668706 w 5158787"/>
              <a:gd name="connsiteY39658" fmla="*/ 141193 h 4489084"/>
              <a:gd name="connsiteX39659" fmla="*/ 4661895 w 5158787"/>
              <a:gd name="connsiteY39659" fmla="*/ 129348 h 4489084"/>
              <a:gd name="connsiteX39660" fmla="*/ 4661895 w 5158787"/>
              <a:gd name="connsiteY39660" fmla="*/ 128400 h 4489084"/>
              <a:gd name="connsiteX39661" fmla="*/ 4668766 w 5158787"/>
              <a:gd name="connsiteY39661" fmla="*/ 116555 h 4489084"/>
              <a:gd name="connsiteX39662" fmla="*/ 4669595 w 5158787"/>
              <a:gd name="connsiteY39662" fmla="*/ 116081 h 4489084"/>
              <a:gd name="connsiteX39663" fmla="*/ 4601428 w 5158787"/>
              <a:gd name="connsiteY39663" fmla="*/ 115133 h 4489084"/>
              <a:gd name="connsiteX39664" fmla="*/ 4616115 w 5158787"/>
              <a:gd name="connsiteY39664" fmla="*/ 115133 h 4489084"/>
              <a:gd name="connsiteX39665" fmla="*/ 4617004 w 5158787"/>
              <a:gd name="connsiteY39665" fmla="*/ 115666 h 4489084"/>
              <a:gd name="connsiteX39666" fmla="*/ 4624348 w 5158787"/>
              <a:gd name="connsiteY39666" fmla="*/ 128400 h 4489084"/>
              <a:gd name="connsiteX39667" fmla="*/ 4624348 w 5158787"/>
              <a:gd name="connsiteY39667" fmla="*/ 129466 h 4489084"/>
              <a:gd name="connsiteX39668" fmla="*/ 4617004 w 5158787"/>
              <a:gd name="connsiteY39668" fmla="*/ 142199 h 4489084"/>
              <a:gd name="connsiteX39669" fmla="*/ 4616115 w 5158787"/>
              <a:gd name="connsiteY39669" fmla="*/ 142732 h 4489084"/>
              <a:gd name="connsiteX39670" fmla="*/ 4601428 w 5158787"/>
              <a:gd name="connsiteY39670" fmla="*/ 142732 h 4489084"/>
              <a:gd name="connsiteX39671" fmla="*/ 4600539 w 5158787"/>
              <a:gd name="connsiteY39671" fmla="*/ 142199 h 4489084"/>
              <a:gd name="connsiteX39672" fmla="*/ 4593195 w 5158787"/>
              <a:gd name="connsiteY39672" fmla="*/ 129466 h 4489084"/>
              <a:gd name="connsiteX39673" fmla="*/ 4593195 w 5158787"/>
              <a:gd name="connsiteY39673" fmla="*/ 128400 h 4489084"/>
              <a:gd name="connsiteX39674" fmla="*/ 4600539 w 5158787"/>
              <a:gd name="connsiteY39674" fmla="*/ 115666 h 4489084"/>
              <a:gd name="connsiteX39675" fmla="*/ 4601428 w 5158787"/>
              <a:gd name="connsiteY39675" fmla="*/ 115133 h 4489084"/>
              <a:gd name="connsiteX39676" fmla="*/ 4939543 w 5158787"/>
              <a:gd name="connsiteY39676" fmla="*/ 115015 h 4489084"/>
              <a:gd name="connsiteX39677" fmla="*/ 4954349 w 5158787"/>
              <a:gd name="connsiteY39677" fmla="*/ 115015 h 4489084"/>
              <a:gd name="connsiteX39678" fmla="*/ 4955238 w 5158787"/>
              <a:gd name="connsiteY39678" fmla="*/ 115548 h 4489084"/>
              <a:gd name="connsiteX39679" fmla="*/ 4962641 w 5158787"/>
              <a:gd name="connsiteY39679" fmla="*/ 128341 h 4489084"/>
              <a:gd name="connsiteX39680" fmla="*/ 4962641 w 5158787"/>
              <a:gd name="connsiteY39680" fmla="*/ 129407 h 4489084"/>
              <a:gd name="connsiteX39681" fmla="*/ 4955238 w 5158787"/>
              <a:gd name="connsiteY39681" fmla="*/ 142199 h 4489084"/>
              <a:gd name="connsiteX39682" fmla="*/ 4954349 w 5158787"/>
              <a:gd name="connsiteY39682" fmla="*/ 142732 h 4489084"/>
              <a:gd name="connsiteX39683" fmla="*/ 4939543 w 5158787"/>
              <a:gd name="connsiteY39683" fmla="*/ 142732 h 4489084"/>
              <a:gd name="connsiteX39684" fmla="*/ 4938655 w 5158787"/>
              <a:gd name="connsiteY39684" fmla="*/ 142199 h 4489084"/>
              <a:gd name="connsiteX39685" fmla="*/ 4931251 w 5158787"/>
              <a:gd name="connsiteY39685" fmla="*/ 129407 h 4489084"/>
              <a:gd name="connsiteX39686" fmla="*/ 4931251 w 5158787"/>
              <a:gd name="connsiteY39686" fmla="*/ 128341 h 4489084"/>
              <a:gd name="connsiteX39687" fmla="*/ 4938655 w 5158787"/>
              <a:gd name="connsiteY39687" fmla="*/ 115548 h 4489084"/>
              <a:gd name="connsiteX39688" fmla="*/ 4939543 w 5158787"/>
              <a:gd name="connsiteY39688" fmla="*/ 115015 h 4489084"/>
              <a:gd name="connsiteX39689" fmla="*/ 2910551 w 5158787"/>
              <a:gd name="connsiteY39689" fmla="*/ 114837 h 4489084"/>
              <a:gd name="connsiteX39690" fmla="*/ 2925535 w 5158787"/>
              <a:gd name="connsiteY39690" fmla="*/ 114837 h 4489084"/>
              <a:gd name="connsiteX39691" fmla="*/ 2926424 w 5158787"/>
              <a:gd name="connsiteY39691" fmla="*/ 115370 h 4489084"/>
              <a:gd name="connsiteX39692" fmla="*/ 2933945 w 5158787"/>
              <a:gd name="connsiteY39692" fmla="*/ 128400 h 4489084"/>
              <a:gd name="connsiteX39693" fmla="*/ 2933945 w 5158787"/>
              <a:gd name="connsiteY39693" fmla="*/ 129466 h 4489084"/>
              <a:gd name="connsiteX39694" fmla="*/ 2926424 w 5158787"/>
              <a:gd name="connsiteY39694" fmla="*/ 142495 h 4489084"/>
              <a:gd name="connsiteX39695" fmla="*/ 2925535 w 5158787"/>
              <a:gd name="connsiteY39695" fmla="*/ 143028 h 4489084"/>
              <a:gd name="connsiteX39696" fmla="*/ 2910551 w 5158787"/>
              <a:gd name="connsiteY39696" fmla="*/ 143028 h 4489084"/>
              <a:gd name="connsiteX39697" fmla="*/ 2909663 w 5158787"/>
              <a:gd name="connsiteY39697" fmla="*/ 142495 h 4489084"/>
              <a:gd name="connsiteX39698" fmla="*/ 2902141 w 5158787"/>
              <a:gd name="connsiteY39698" fmla="*/ 129466 h 4489084"/>
              <a:gd name="connsiteX39699" fmla="*/ 2902141 w 5158787"/>
              <a:gd name="connsiteY39699" fmla="*/ 128400 h 4489084"/>
              <a:gd name="connsiteX39700" fmla="*/ 2909663 w 5158787"/>
              <a:gd name="connsiteY39700" fmla="*/ 115370 h 4489084"/>
              <a:gd name="connsiteX39701" fmla="*/ 2910551 w 5158787"/>
              <a:gd name="connsiteY39701" fmla="*/ 114837 h 4489084"/>
              <a:gd name="connsiteX39702" fmla="*/ 4736401 w 5158787"/>
              <a:gd name="connsiteY39702" fmla="*/ 114541 h 4489084"/>
              <a:gd name="connsiteX39703" fmla="*/ 4751741 w 5158787"/>
              <a:gd name="connsiteY39703" fmla="*/ 114541 h 4489084"/>
              <a:gd name="connsiteX39704" fmla="*/ 4752688 w 5158787"/>
              <a:gd name="connsiteY39704" fmla="*/ 115074 h 4489084"/>
              <a:gd name="connsiteX39705" fmla="*/ 4760328 w 5158787"/>
              <a:gd name="connsiteY39705" fmla="*/ 128340 h 4489084"/>
              <a:gd name="connsiteX39706" fmla="*/ 4760328 w 5158787"/>
              <a:gd name="connsiteY39706" fmla="*/ 129406 h 4489084"/>
              <a:gd name="connsiteX39707" fmla="*/ 4752629 w 5158787"/>
              <a:gd name="connsiteY39707" fmla="*/ 142673 h 4489084"/>
              <a:gd name="connsiteX39708" fmla="*/ 4751682 w 5158787"/>
              <a:gd name="connsiteY39708" fmla="*/ 143206 h 4489084"/>
              <a:gd name="connsiteX39709" fmla="*/ 4736342 w 5158787"/>
              <a:gd name="connsiteY39709" fmla="*/ 143206 h 4489084"/>
              <a:gd name="connsiteX39710" fmla="*/ 4735395 w 5158787"/>
              <a:gd name="connsiteY39710" fmla="*/ 142673 h 4489084"/>
              <a:gd name="connsiteX39711" fmla="*/ 4727754 w 5158787"/>
              <a:gd name="connsiteY39711" fmla="*/ 129406 h 4489084"/>
              <a:gd name="connsiteX39712" fmla="*/ 4727754 w 5158787"/>
              <a:gd name="connsiteY39712" fmla="*/ 128340 h 4489084"/>
              <a:gd name="connsiteX39713" fmla="*/ 4735454 w 5158787"/>
              <a:gd name="connsiteY39713" fmla="*/ 115074 h 4489084"/>
              <a:gd name="connsiteX39714" fmla="*/ 4736401 w 5158787"/>
              <a:gd name="connsiteY39714" fmla="*/ 114541 h 4489084"/>
              <a:gd name="connsiteX39715" fmla="*/ 5006645 w 5158787"/>
              <a:gd name="connsiteY39715" fmla="*/ 114126 h 4489084"/>
              <a:gd name="connsiteX39716" fmla="*/ 5022459 w 5158787"/>
              <a:gd name="connsiteY39716" fmla="*/ 114126 h 4489084"/>
              <a:gd name="connsiteX39717" fmla="*/ 5023406 w 5158787"/>
              <a:gd name="connsiteY39717" fmla="*/ 114659 h 4489084"/>
              <a:gd name="connsiteX39718" fmla="*/ 5031283 w 5158787"/>
              <a:gd name="connsiteY39718" fmla="*/ 128340 h 4489084"/>
              <a:gd name="connsiteX39719" fmla="*/ 5031283 w 5158787"/>
              <a:gd name="connsiteY39719" fmla="*/ 129465 h 4489084"/>
              <a:gd name="connsiteX39720" fmla="*/ 5023406 w 5158787"/>
              <a:gd name="connsiteY39720" fmla="*/ 143146 h 4489084"/>
              <a:gd name="connsiteX39721" fmla="*/ 5022459 w 5158787"/>
              <a:gd name="connsiteY39721" fmla="*/ 143679 h 4489084"/>
              <a:gd name="connsiteX39722" fmla="*/ 5006645 w 5158787"/>
              <a:gd name="connsiteY39722" fmla="*/ 143679 h 4489084"/>
              <a:gd name="connsiteX39723" fmla="*/ 5005698 w 5158787"/>
              <a:gd name="connsiteY39723" fmla="*/ 143146 h 4489084"/>
              <a:gd name="connsiteX39724" fmla="*/ 4997821 w 5158787"/>
              <a:gd name="connsiteY39724" fmla="*/ 129465 h 4489084"/>
              <a:gd name="connsiteX39725" fmla="*/ 4997821 w 5158787"/>
              <a:gd name="connsiteY39725" fmla="*/ 128340 h 4489084"/>
              <a:gd name="connsiteX39726" fmla="*/ 5005698 w 5158787"/>
              <a:gd name="connsiteY39726" fmla="*/ 114659 h 4489084"/>
              <a:gd name="connsiteX39727" fmla="*/ 5006645 w 5158787"/>
              <a:gd name="connsiteY39727" fmla="*/ 114126 h 4489084"/>
              <a:gd name="connsiteX39728" fmla="*/ 5073748 w 5158787"/>
              <a:gd name="connsiteY39728" fmla="*/ 113060 h 4489084"/>
              <a:gd name="connsiteX39729" fmla="*/ 5090627 w 5158787"/>
              <a:gd name="connsiteY39729" fmla="*/ 113060 h 4489084"/>
              <a:gd name="connsiteX39730" fmla="*/ 5091634 w 5158787"/>
              <a:gd name="connsiteY39730" fmla="*/ 113652 h 4489084"/>
              <a:gd name="connsiteX39731" fmla="*/ 5100043 w 5158787"/>
              <a:gd name="connsiteY39731" fmla="*/ 128281 h 4489084"/>
              <a:gd name="connsiteX39732" fmla="*/ 5100043 w 5158787"/>
              <a:gd name="connsiteY39732" fmla="*/ 129465 h 4489084"/>
              <a:gd name="connsiteX39733" fmla="*/ 5091575 w 5158787"/>
              <a:gd name="connsiteY39733" fmla="*/ 144094 h 4489084"/>
              <a:gd name="connsiteX39734" fmla="*/ 5090567 w 5158787"/>
              <a:gd name="connsiteY39734" fmla="*/ 144686 h 4489084"/>
              <a:gd name="connsiteX39735" fmla="*/ 5073688 w 5158787"/>
              <a:gd name="connsiteY39735" fmla="*/ 144686 h 4489084"/>
              <a:gd name="connsiteX39736" fmla="*/ 5072681 w 5158787"/>
              <a:gd name="connsiteY39736" fmla="*/ 144094 h 4489084"/>
              <a:gd name="connsiteX39737" fmla="*/ 5064272 w 5158787"/>
              <a:gd name="connsiteY39737" fmla="*/ 129465 h 4489084"/>
              <a:gd name="connsiteX39738" fmla="*/ 5064272 w 5158787"/>
              <a:gd name="connsiteY39738" fmla="*/ 128281 h 4489084"/>
              <a:gd name="connsiteX39739" fmla="*/ 5072741 w 5158787"/>
              <a:gd name="connsiteY39739" fmla="*/ 113652 h 4489084"/>
              <a:gd name="connsiteX39740" fmla="*/ 5073748 w 5158787"/>
              <a:gd name="connsiteY39740" fmla="*/ 113060 h 4489084"/>
              <a:gd name="connsiteX39741" fmla="*/ 3044577 w 5158787"/>
              <a:gd name="connsiteY39741" fmla="*/ 112646 h 4489084"/>
              <a:gd name="connsiteX39742" fmla="*/ 3061930 w 5158787"/>
              <a:gd name="connsiteY39742" fmla="*/ 112646 h 4489084"/>
              <a:gd name="connsiteX39743" fmla="*/ 3062997 w 5158787"/>
              <a:gd name="connsiteY39743" fmla="*/ 113238 h 4489084"/>
              <a:gd name="connsiteX39744" fmla="*/ 3071643 w 5158787"/>
              <a:gd name="connsiteY39744" fmla="*/ 128222 h 4489084"/>
              <a:gd name="connsiteX39745" fmla="*/ 3071643 w 5158787"/>
              <a:gd name="connsiteY39745" fmla="*/ 129466 h 4489084"/>
              <a:gd name="connsiteX39746" fmla="*/ 3062997 w 5158787"/>
              <a:gd name="connsiteY39746" fmla="*/ 144450 h 4489084"/>
              <a:gd name="connsiteX39747" fmla="*/ 3061930 w 5158787"/>
              <a:gd name="connsiteY39747" fmla="*/ 145042 h 4489084"/>
              <a:gd name="connsiteX39748" fmla="*/ 3044577 w 5158787"/>
              <a:gd name="connsiteY39748" fmla="*/ 145042 h 4489084"/>
              <a:gd name="connsiteX39749" fmla="*/ 3043511 w 5158787"/>
              <a:gd name="connsiteY39749" fmla="*/ 144450 h 4489084"/>
              <a:gd name="connsiteX39750" fmla="*/ 3034865 w 5158787"/>
              <a:gd name="connsiteY39750" fmla="*/ 129466 h 4489084"/>
              <a:gd name="connsiteX39751" fmla="*/ 3034865 w 5158787"/>
              <a:gd name="connsiteY39751" fmla="*/ 128222 h 4489084"/>
              <a:gd name="connsiteX39752" fmla="*/ 3043511 w 5158787"/>
              <a:gd name="connsiteY39752" fmla="*/ 113238 h 4489084"/>
              <a:gd name="connsiteX39753" fmla="*/ 3044577 w 5158787"/>
              <a:gd name="connsiteY39753" fmla="*/ 112646 h 4489084"/>
              <a:gd name="connsiteX39754" fmla="*/ 3111798 w 5158787"/>
              <a:gd name="connsiteY39754" fmla="*/ 111757 h 4489084"/>
              <a:gd name="connsiteX39755" fmla="*/ 3130098 w 5158787"/>
              <a:gd name="connsiteY39755" fmla="*/ 111757 h 4489084"/>
              <a:gd name="connsiteX39756" fmla="*/ 3131224 w 5158787"/>
              <a:gd name="connsiteY39756" fmla="*/ 112408 h 4489084"/>
              <a:gd name="connsiteX39757" fmla="*/ 3140403 w 5158787"/>
              <a:gd name="connsiteY39757" fmla="*/ 128281 h 4489084"/>
              <a:gd name="connsiteX39758" fmla="*/ 3140403 w 5158787"/>
              <a:gd name="connsiteY39758" fmla="*/ 129584 h 4489084"/>
              <a:gd name="connsiteX39759" fmla="*/ 3131224 w 5158787"/>
              <a:gd name="connsiteY39759" fmla="*/ 145456 h 4489084"/>
              <a:gd name="connsiteX39760" fmla="*/ 3130098 w 5158787"/>
              <a:gd name="connsiteY39760" fmla="*/ 146107 h 4489084"/>
              <a:gd name="connsiteX39761" fmla="*/ 3111798 w 5158787"/>
              <a:gd name="connsiteY39761" fmla="*/ 146107 h 4489084"/>
              <a:gd name="connsiteX39762" fmla="*/ 3110673 w 5158787"/>
              <a:gd name="connsiteY39762" fmla="*/ 145456 h 4489084"/>
              <a:gd name="connsiteX39763" fmla="*/ 3101493 w 5158787"/>
              <a:gd name="connsiteY39763" fmla="*/ 129584 h 4489084"/>
              <a:gd name="connsiteX39764" fmla="*/ 3101493 w 5158787"/>
              <a:gd name="connsiteY39764" fmla="*/ 128281 h 4489084"/>
              <a:gd name="connsiteX39765" fmla="*/ 3110673 w 5158787"/>
              <a:gd name="connsiteY39765" fmla="*/ 112408 h 4489084"/>
              <a:gd name="connsiteX39766" fmla="*/ 3111798 w 5158787"/>
              <a:gd name="connsiteY39766" fmla="*/ 111757 h 4489084"/>
              <a:gd name="connsiteX39767" fmla="*/ 4807471 w 5158787"/>
              <a:gd name="connsiteY39767" fmla="*/ 62423 h 4489084"/>
              <a:gd name="connsiteX39768" fmla="*/ 4815881 w 5158787"/>
              <a:gd name="connsiteY39768" fmla="*/ 62423 h 4489084"/>
              <a:gd name="connsiteX39769" fmla="*/ 4816414 w 5158787"/>
              <a:gd name="connsiteY39769" fmla="*/ 62719 h 4489084"/>
              <a:gd name="connsiteX39770" fmla="*/ 4820620 w 5158787"/>
              <a:gd name="connsiteY39770" fmla="*/ 70004 h 4489084"/>
              <a:gd name="connsiteX39771" fmla="*/ 4820620 w 5158787"/>
              <a:gd name="connsiteY39771" fmla="*/ 70596 h 4489084"/>
              <a:gd name="connsiteX39772" fmla="*/ 4816414 w 5158787"/>
              <a:gd name="connsiteY39772" fmla="*/ 77881 h 4489084"/>
              <a:gd name="connsiteX39773" fmla="*/ 4815881 w 5158787"/>
              <a:gd name="connsiteY39773" fmla="*/ 78177 h 4489084"/>
              <a:gd name="connsiteX39774" fmla="*/ 4807471 w 5158787"/>
              <a:gd name="connsiteY39774" fmla="*/ 78177 h 4489084"/>
              <a:gd name="connsiteX39775" fmla="*/ 4806938 w 5158787"/>
              <a:gd name="connsiteY39775" fmla="*/ 77881 h 4489084"/>
              <a:gd name="connsiteX39776" fmla="*/ 4802734 w 5158787"/>
              <a:gd name="connsiteY39776" fmla="*/ 70596 h 4489084"/>
              <a:gd name="connsiteX39777" fmla="*/ 4802734 w 5158787"/>
              <a:gd name="connsiteY39777" fmla="*/ 70004 h 4489084"/>
              <a:gd name="connsiteX39778" fmla="*/ 4806938 w 5158787"/>
              <a:gd name="connsiteY39778" fmla="*/ 62719 h 4489084"/>
              <a:gd name="connsiteX39779" fmla="*/ 4807471 w 5158787"/>
              <a:gd name="connsiteY39779" fmla="*/ 62423 h 4489084"/>
              <a:gd name="connsiteX39780" fmla="*/ 4873211 w 5158787"/>
              <a:gd name="connsiteY39780" fmla="*/ 58928 h 4489084"/>
              <a:gd name="connsiteX39781" fmla="*/ 4885352 w 5158787"/>
              <a:gd name="connsiteY39781" fmla="*/ 58928 h 4489084"/>
              <a:gd name="connsiteX39782" fmla="*/ 4886122 w 5158787"/>
              <a:gd name="connsiteY39782" fmla="*/ 59343 h 4489084"/>
              <a:gd name="connsiteX39783" fmla="*/ 4892163 w 5158787"/>
              <a:gd name="connsiteY39783" fmla="*/ 69885 h 4489084"/>
              <a:gd name="connsiteX39784" fmla="*/ 4892163 w 5158787"/>
              <a:gd name="connsiteY39784" fmla="*/ 70714 h 4489084"/>
              <a:gd name="connsiteX39785" fmla="*/ 4886063 w 5158787"/>
              <a:gd name="connsiteY39785" fmla="*/ 81256 h 4489084"/>
              <a:gd name="connsiteX39786" fmla="*/ 4885293 w 5158787"/>
              <a:gd name="connsiteY39786" fmla="*/ 81670 h 4489084"/>
              <a:gd name="connsiteX39787" fmla="*/ 4873152 w 5158787"/>
              <a:gd name="connsiteY39787" fmla="*/ 81670 h 4489084"/>
              <a:gd name="connsiteX39788" fmla="*/ 4872382 w 5158787"/>
              <a:gd name="connsiteY39788" fmla="*/ 81256 h 4489084"/>
              <a:gd name="connsiteX39789" fmla="*/ 4866341 w 5158787"/>
              <a:gd name="connsiteY39789" fmla="*/ 70714 h 4489084"/>
              <a:gd name="connsiteX39790" fmla="*/ 4866341 w 5158787"/>
              <a:gd name="connsiteY39790" fmla="*/ 69885 h 4489084"/>
              <a:gd name="connsiteX39791" fmla="*/ 4872441 w 5158787"/>
              <a:gd name="connsiteY39791" fmla="*/ 59343 h 4489084"/>
              <a:gd name="connsiteX39792" fmla="*/ 4873211 w 5158787"/>
              <a:gd name="connsiteY39792" fmla="*/ 58928 h 4489084"/>
              <a:gd name="connsiteX39793" fmla="*/ 4737822 w 5158787"/>
              <a:gd name="connsiteY39793" fmla="*/ 58693 h 4489084"/>
              <a:gd name="connsiteX39794" fmla="*/ 4750200 w 5158787"/>
              <a:gd name="connsiteY39794" fmla="*/ 58693 h 4489084"/>
              <a:gd name="connsiteX39795" fmla="*/ 4750970 w 5158787"/>
              <a:gd name="connsiteY39795" fmla="*/ 59108 h 4489084"/>
              <a:gd name="connsiteX39796" fmla="*/ 4757129 w 5158787"/>
              <a:gd name="connsiteY39796" fmla="*/ 69826 h 4489084"/>
              <a:gd name="connsiteX39797" fmla="*/ 4757129 w 5158787"/>
              <a:gd name="connsiteY39797" fmla="*/ 70716 h 4489084"/>
              <a:gd name="connsiteX39798" fmla="*/ 4750970 w 5158787"/>
              <a:gd name="connsiteY39798" fmla="*/ 81434 h 4489084"/>
              <a:gd name="connsiteX39799" fmla="*/ 4750200 w 5158787"/>
              <a:gd name="connsiteY39799" fmla="*/ 81850 h 4489084"/>
              <a:gd name="connsiteX39800" fmla="*/ 4737822 w 5158787"/>
              <a:gd name="connsiteY39800" fmla="*/ 81850 h 4489084"/>
              <a:gd name="connsiteX39801" fmla="*/ 4737053 w 5158787"/>
              <a:gd name="connsiteY39801" fmla="*/ 81434 h 4489084"/>
              <a:gd name="connsiteX39802" fmla="*/ 4730893 w 5158787"/>
              <a:gd name="connsiteY39802" fmla="*/ 70716 h 4489084"/>
              <a:gd name="connsiteX39803" fmla="*/ 4730893 w 5158787"/>
              <a:gd name="connsiteY39803" fmla="*/ 69826 h 4489084"/>
              <a:gd name="connsiteX39804" fmla="*/ 4737053 w 5158787"/>
              <a:gd name="connsiteY39804" fmla="*/ 59108 h 4489084"/>
              <a:gd name="connsiteX39805" fmla="*/ 4737822 w 5158787"/>
              <a:gd name="connsiteY39805" fmla="*/ 58693 h 4489084"/>
              <a:gd name="connsiteX39806" fmla="*/ 3114225 w 5158787"/>
              <a:gd name="connsiteY39806" fmla="*/ 57746 h 4489084"/>
              <a:gd name="connsiteX39807" fmla="*/ 3127610 w 5158787"/>
              <a:gd name="connsiteY39807" fmla="*/ 57746 h 4489084"/>
              <a:gd name="connsiteX39808" fmla="*/ 3128440 w 5158787"/>
              <a:gd name="connsiteY39808" fmla="*/ 58226 h 4489084"/>
              <a:gd name="connsiteX39809" fmla="*/ 3135132 w 5158787"/>
              <a:gd name="connsiteY39809" fmla="*/ 69769 h 4489084"/>
              <a:gd name="connsiteX39810" fmla="*/ 3135132 w 5158787"/>
              <a:gd name="connsiteY39810" fmla="*/ 70719 h 4489084"/>
              <a:gd name="connsiteX39811" fmla="*/ 3128440 w 5158787"/>
              <a:gd name="connsiteY39811" fmla="*/ 82272 h 4489084"/>
              <a:gd name="connsiteX39812" fmla="*/ 3127610 w 5158787"/>
              <a:gd name="connsiteY39812" fmla="*/ 82740 h 4489084"/>
              <a:gd name="connsiteX39813" fmla="*/ 3114225 w 5158787"/>
              <a:gd name="connsiteY39813" fmla="*/ 82740 h 4489084"/>
              <a:gd name="connsiteX39814" fmla="*/ 3113396 w 5158787"/>
              <a:gd name="connsiteY39814" fmla="*/ 82272 h 4489084"/>
              <a:gd name="connsiteX39815" fmla="*/ 3106704 w 5158787"/>
              <a:gd name="connsiteY39815" fmla="*/ 70719 h 4489084"/>
              <a:gd name="connsiteX39816" fmla="*/ 3106704 w 5158787"/>
              <a:gd name="connsiteY39816" fmla="*/ 69769 h 4489084"/>
              <a:gd name="connsiteX39817" fmla="*/ 3113396 w 5158787"/>
              <a:gd name="connsiteY39817" fmla="*/ 58226 h 4489084"/>
              <a:gd name="connsiteX39818" fmla="*/ 3114225 w 5158787"/>
              <a:gd name="connsiteY39818" fmla="*/ 57746 h 4489084"/>
              <a:gd name="connsiteX39819" fmla="*/ 2978660 w 5158787"/>
              <a:gd name="connsiteY39819" fmla="*/ 57273 h 4489084"/>
              <a:gd name="connsiteX39820" fmla="*/ 2992578 w 5158787"/>
              <a:gd name="connsiteY39820" fmla="*/ 57273 h 4489084"/>
              <a:gd name="connsiteX39821" fmla="*/ 2993407 w 5158787"/>
              <a:gd name="connsiteY39821" fmla="*/ 57747 h 4489084"/>
              <a:gd name="connsiteX39822" fmla="*/ 3000336 w 5158787"/>
              <a:gd name="connsiteY39822" fmla="*/ 69769 h 4489084"/>
              <a:gd name="connsiteX39823" fmla="*/ 3000336 w 5158787"/>
              <a:gd name="connsiteY39823" fmla="*/ 70778 h 4489084"/>
              <a:gd name="connsiteX39824" fmla="*/ 2993348 w 5158787"/>
              <a:gd name="connsiteY39824" fmla="*/ 82799 h 4489084"/>
              <a:gd name="connsiteX39825" fmla="*/ 2992519 w 5158787"/>
              <a:gd name="connsiteY39825" fmla="*/ 83272 h 4489084"/>
              <a:gd name="connsiteX39826" fmla="*/ 2978601 w 5158787"/>
              <a:gd name="connsiteY39826" fmla="*/ 83272 h 4489084"/>
              <a:gd name="connsiteX39827" fmla="*/ 2977772 w 5158787"/>
              <a:gd name="connsiteY39827" fmla="*/ 82799 h 4489084"/>
              <a:gd name="connsiteX39828" fmla="*/ 2970842 w 5158787"/>
              <a:gd name="connsiteY39828" fmla="*/ 70778 h 4489084"/>
              <a:gd name="connsiteX39829" fmla="*/ 2970842 w 5158787"/>
              <a:gd name="connsiteY39829" fmla="*/ 69769 h 4489084"/>
              <a:gd name="connsiteX39830" fmla="*/ 2977831 w 5158787"/>
              <a:gd name="connsiteY39830" fmla="*/ 57747 h 4489084"/>
              <a:gd name="connsiteX39831" fmla="*/ 2978660 w 5158787"/>
              <a:gd name="connsiteY39831" fmla="*/ 57273 h 4489084"/>
              <a:gd name="connsiteX39832" fmla="*/ 5007534 w 5158787"/>
              <a:gd name="connsiteY39832" fmla="*/ 57152 h 4489084"/>
              <a:gd name="connsiteX39833" fmla="*/ 5021570 w 5158787"/>
              <a:gd name="connsiteY39833" fmla="*/ 57152 h 4489084"/>
              <a:gd name="connsiteX39834" fmla="*/ 5022399 w 5158787"/>
              <a:gd name="connsiteY39834" fmla="*/ 57626 h 4489084"/>
              <a:gd name="connsiteX39835" fmla="*/ 5029388 w 5158787"/>
              <a:gd name="connsiteY39835" fmla="*/ 69767 h 4489084"/>
              <a:gd name="connsiteX39836" fmla="*/ 5029388 w 5158787"/>
              <a:gd name="connsiteY39836" fmla="*/ 70774 h 4489084"/>
              <a:gd name="connsiteX39837" fmla="*/ 5022399 w 5158787"/>
              <a:gd name="connsiteY39837" fmla="*/ 82915 h 4489084"/>
              <a:gd name="connsiteX39838" fmla="*/ 5021570 w 5158787"/>
              <a:gd name="connsiteY39838" fmla="*/ 83389 h 4489084"/>
              <a:gd name="connsiteX39839" fmla="*/ 5007534 w 5158787"/>
              <a:gd name="connsiteY39839" fmla="*/ 83389 h 4489084"/>
              <a:gd name="connsiteX39840" fmla="*/ 5006705 w 5158787"/>
              <a:gd name="connsiteY39840" fmla="*/ 82915 h 4489084"/>
              <a:gd name="connsiteX39841" fmla="*/ 4999716 w 5158787"/>
              <a:gd name="connsiteY39841" fmla="*/ 70774 h 4489084"/>
              <a:gd name="connsiteX39842" fmla="*/ 4999716 w 5158787"/>
              <a:gd name="connsiteY39842" fmla="*/ 69767 h 4489084"/>
              <a:gd name="connsiteX39843" fmla="*/ 5006705 w 5158787"/>
              <a:gd name="connsiteY39843" fmla="*/ 57626 h 4489084"/>
              <a:gd name="connsiteX39844" fmla="*/ 5007534 w 5158787"/>
              <a:gd name="connsiteY39844" fmla="*/ 57152 h 4489084"/>
              <a:gd name="connsiteX39845" fmla="*/ 4669418 w 5158787"/>
              <a:gd name="connsiteY39845" fmla="*/ 57152 h 4489084"/>
              <a:gd name="connsiteX39846" fmla="*/ 4683454 w 5158787"/>
              <a:gd name="connsiteY39846" fmla="*/ 57152 h 4489084"/>
              <a:gd name="connsiteX39847" fmla="*/ 4684284 w 5158787"/>
              <a:gd name="connsiteY39847" fmla="*/ 57627 h 4489084"/>
              <a:gd name="connsiteX39848" fmla="*/ 4691272 w 5158787"/>
              <a:gd name="connsiteY39848" fmla="*/ 69767 h 4489084"/>
              <a:gd name="connsiteX39849" fmla="*/ 4691272 w 5158787"/>
              <a:gd name="connsiteY39849" fmla="*/ 70775 h 4489084"/>
              <a:gd name="connsiteX39850" fmla="*/ 4684284 w 5158787"/>
              <a:gd name="connsiteY39850" fmla="*/ 82915 h 4489084"/>
              <a:gd name="connsiteX39851" fmla="*/ 4683454 w 5158787"/>
              <a:gd name="connsiteY39851" fmla="*/ 83390 h 4489084"/>
              <a:gd name="connsiteX39852" fmla="*/ 4669418 w 5158787"/>
              <a:gd name="connsiteY39852" fmla="*/ 83390 h 4489084"/>
              <a:gd name="connsiteX39853" fmla="*/ 4668589 w 5158787"/>
              <a:gd name="connsiteY39853" fmla="*/ 82915 h 4489084"/>
              <a:gd name="connsiteX39854" fmla="*/ 4661600 w 5158787"/>
              <a:gd name="connsiteY39854" fmla="*/ 70775 h 4489084"/>
              <a:gd name="connsiteX39855" fmla="*/ 4661600 w 5158787"/>
              <a:gd name="connsiteY39855" fmla="*/ 69767 h 4489084"/>
              <a:gd name="connsiteX39856" fmla="*/ 4668589 w 5158787"/>
              <a:gd name="connsiteY39856" fmla="*/ 57627 h 4489084"/>
              <a:gd name="connsiteX39857" fmla="*/ 4669418 w 5158787"/>
              <a:gd name="connsiteY39857" fmla="*/ 57152 h 4489084"/>
              <a:gd name="connsiteX39858" fmla="*/ 4939721 w 5158787"/>
              <a:gd name="connsiteY39858" fmla="*/ 56737 h 4489084"/>
              <a:gd name="connsiteX39859" fmla="*/ 4954172 w 5158787"/>
              <a:gd name="connsiteY39859" fmla="*/ 56737 h 4489084"/>
              <a:gd name="connsiteX39860" fmla="*/ 4955060 w 5158787"/>
              <a:gd name="connsiteY39860" fmla="*/ 57270 h 4489084"/>
              <a:gd name="connsiteX39861" fmla="*/ 4962286 w 5158787"/>
              <a:gd name="connsiteY39861" fmla="*/ 69826 h 4489084"/>
              <a:gd name="connsiteX39862" fmla="*/ 4962286 w 5158787"/>
              <a:gd name="connsiteY39862" fmla="*/ 70833 h 4489084"/>
              <a:gd name="connsiteX39863" fmla="*/ 4955060 w 5158787"/>
              <a:gd name="connsiteY39863" fmla="*/ 83388 h 4489084"/>
              <a:gd name="connsiteX39864" fmla="*/ 4954172 w 5158787"/>
              <a:gd name="connsiteY39864" fmla="*/ 83921 h 4489084"/>
              <a:gd name="connsiteX39865" fmla="*/ 4939721 w 5158787"/>
              <a:gd name="connsiteY39865" fmla="*/ 83921 h 4489084"/>
              <a:gd name="connsiteX39866" fmla="*/ 4938833 w 5158787"/>
              <a:gd name="connsiteY39866" fmla="*/ 83388 h 4489084"/>
              <a:gd name="connsiteX39867" fmla="*/ 4931607 w 5158787"/>
              <a:gd name="connsiteY39867" fmla="*/ 70833 h 4489084"/>
              <a:gd name="connsiteX39868" fmla="*/ 4931607 w 5158787"/>
              <a:gd name="connsiteY39868" fmla="*/ 69826 h 4489084"/>
              <a:gd name="connsiteX39869" fmla="*/ 4938833 w 5158787"/>
              <a:gd name="connsiteY39869" fmla="*/ 57270 h 4489084"/>
              <a:gd name="connsiteX39870" fmla="*/ 4939721 w 5158787"/>
              <a:gd name="connsiteY39870" fmla="*/ 56737 h 4489084"/>
              <a:gd name="connsiteX39871" fmla="*/ 5074754 w 5158787"/>
              <a:gd name="connsiteY39871" fmla="*/ 56323 h 4489084"/>
              <a:gd name="connsiteX39872" fmla="*/ 5089678 w 5158787"/>
              <a:gd name="connsiteY39872" fmla="*/ 56323 h 4489084"/>
              <a:gd name="connsiteX39873" fmla="*/ 5090567 w 5158787"/>
              <a:gd name="connsiteY39873" fmla="*/ 56856 h 4489084"/>
              <a:gd name="connsiteX39874" fmla="*/ 5098029 w 5158787"/>
              <a:gd name="connsiteY39874" fmla="*/ 69767 h 4489084"/>
              <a:gd name="connsiteX39875" fmla="*/ 5098029 w 5158787"/>
              <a:gd name="connsiteY39875" fmla="*/ 70833 h 4489084"/>
              <a:gd name="connsiteX39876" fmla="*/ 5090567 w 5158787"/>
              <a:gd name="connsiteY39876" fmla="*/ 83744 h 4489084"/>
              <a:gd name="connsiteX39877" fmla="*/ 5089678 w 5158787"/>
              <a:gd name="connsiteY39877" fmla="*/ 84277 h 4489084"/>
              <a:gd name="connsiteX39878" fmla="*/ 5074754 w 5158787"/>
              <a:gd name="connsiteY39878" fmla="*/ 84277 h 4489084"/>
              <a:gd name="connsiteX39879" fmla="*/ 5073866 w 5158787"/>
              <a:gd name="connsiteY39879" fmla="*/ 83744 h 4489084"/>
              <a:gd name="connsiteX39880" fmla="*/ 5066403 w 5158787"/>
              <a:gd name="connsiteY39880" fmla="*/ 70833 h 4489084"/>
              <a:gd name="connsiteX39881" fmla="*/ 5066403 w 5158787"/>
              <a:gd name="connsiteY39881" fmla="*/ 69767 h 4489084"/>
              <a:gd name="connsiteX39882" fmla="*/ 5073866 w 5158787"/>
              <a:gd name="connsiteY39882" fmla="*/ 56856 h 4489084"/>
              <a:gd name="connsiteX39883" fmla="*/ 5074754 w 5158787"/>
              <a:gd name="connsiteY39883" fmla="*/ 56323 h 4489084"/>
              <a:gd name="connsiteX39884" fmla="*/ 3045288 w 5158787"/>
              <a:gd name="connsiteY39884" fmla="*/ 55318 h 4489084"/>
              <a:gd name="connsiteX39885" fmla="*/ 3061279 w 5158787"/>
              <a:gd name="connsiteY39885" fmla="*/ 55318 h 4489084"/>
              <a:gd name="connsiteX39886" fmla="*/ 3062227 w 5158787"/>
              <a:gd name="connsiteY39886" fmla="*/ 55911 h 4489084"/>
              <a:gd name="connsiteX39887" fmla="*/ 3070222 w 5158787"/>
              <a:gd name="connsiteY39887" fmla="*/ 69769 h 4489084"/>
              <a:gd name="connsiteX39888" fmla="*/ 3070222 w 5158787"/>
              <a:gd name="connsiteY39888" fmla="*/ 70896 h 4489084"/>
              <a:gd name="connsiteX39889" fmla="*/ 3062227 w 5158787"/>
              <a:gd name="connsiteY39889" fmla="*/ 84753 h 4489084"/>
              <a:gd name="connsiteX39890" fmla="*/ 3061279 w 5158787"/>
              <a:gd name="connsiteY39890" fmla="*/ 85345 h 4489084"/>
              <a:gd name="connsiteX39891" fmla="*/ 3045288 w 5158787"/>
              <a:gd name="connsiteY39891" fmla="*/ 85345 h 4489084"/>
              <a:gd name="connsiteX39892" fmla="*/ 3044341 w 5158787"/>
              <a:gd name="connsiteY39892" fmla="*/ 84753 h 4489084"/>
              <a:gd name="connsiteX39893" fmla="*/ 3036345 w 5158787"/>
              <a:gd name="connsiteY39893" fmla="*/ 70896 h 4489084"/>
              <a:gd name="connsiteX39894" fmla="*/ 3036345 w 5158787"/>
              <a:gd name="connsiteY39894" fmla="*/ 69769 h 4489084"/>
              <a:gd name="connsiteX39895" fmla="*/ 3044341 w 5158787"/>
              <a:gd name="connsiteY39895" fmla="*/ 55911 h 4489084"/>
              <a:gd name="connsiteX39896" fmla="*/ 3045288 w 5158787"/>
              <a:gd name="connsiteY39896" fmla="*/ 55318 h 4489084"/>
              <a:gd name="connsiteX39897" fmla="*/ 5077656 w 5158787"/>
              <a:gd name="connsiteY39897" fmla="*/ 3198 h 4489084"/>
              <a:gd name="connsiteX39898" fmla="*/ 5086717 w 5158787"/>
              <a:gd name="connsiteY39898" fmla="*/ 3198 h 4489084"/>
              <a:gd name="connsiteX39899" fmla="*/ 5087250 w 5158787"/>
              <a:gd name="connsiteY39899" fmla="*/ 3494 h 4489084"/>
              <a:gd name="connsiteX39900" fmla="*/ 5091751 w 5158787"/>
              <a:gd name="connsiteY39900" fmla="*/ 11312 h 4489084"/>
              <a:gd name="connsiteX39901" fmla="*/ 5091751 w 5158787"/>
              <a:gd name="connsiteY39901" fmla="*/ 11963 h 4489084"/>
              <a:gd name="connsiteX39902" fmla="*/ 5087250 w 5158787"/>
              <a:gd name="connsiteY39902" fmla="*/ 19781 h 4489084"/>
              <a:gd name="connsiteX39903" fmla="*/ 5086717 w 5158787"/>
              <a:gd name="connsiteY39903" fmla="*/ 20077 h 4489084"/>
              <a:gd name="connsiteX39904" fmla="*/ 5077656 w 5158787"/>
              <a:gd name="connsiteY39904" fmla="*/ 20077 h 4489084"/>
              <a:gd name="connsiteX39905" fmla="*/ 5077123 w 5158787"/>
              <a:gd name="connsiteY39905" fmla="*/ 19781 h 4489084"/>
              <a:gd name="connsiteX39906" fmla="*/ 5072622 w 5158787"/>
              <a:gd name="connsiteY39906" fmla="*/ 11963 h 4489084"/>
              <a:gd name="connsiteX39907" fmla="*/ 5072622 w 5158787"/>
              <a:gd name="connsiteY39907" fmla="*/ 11312 h 4489084"/>
              <a:gd name="connsiteX39908" fmla="*/ 5077123 w 5158787"/>
              <a:gd name="connsiteY39908" fmla="*/ 3494 h 4489084"/>
              <a:gd name="connsiteX39909" fmla="*/ 5077656 w 5158787"/>
              <a:gd name="connsiteY39909" fmla="*/ 3198 h 4489084"/>
              <a:gd name="connsiteX39910" fmla="*/ 5009607 w 5158787"/>
              <a:gd name="connsiteY39910" fmla="*/ 2368 h 4489084"/>
              <a:gd name="connsiteX39911" fmla="*/ 5019557 w 5158787"/>
              <a:gd name="connsiteY39911" fmla="*/ 2368 h 4489084"/>
              <a:gd name="connsiteX39912" fmla="*/ 5020149 w 5158787"/>
              <a:gd name="connsiteY39912" fmla="*/ 2723 h 4489084"/>
              <a:gd name="connsiteX39913" fmla="*/ 5025123 w 5158787"/>
              <a:gd name="connsiteY39913" fmla="*/ 11311 h 4489084"/>
              <a:gd name="connsiteX39914" fmla="*/ 5025123 w 5158787"/>
              <a:gd name="connsiteY39914" fmla="*/ 12022 h 4489084"/>
              <a:gd name="connsiteX39915" fmla="*/ 5020149 w 5158787"/>
              <a:gd name="connsiteY39915" fmla="*/ 20609 h 4489084"/>
              <a:gd name="connsiteX39916" fmla="*/ 5019557 w 5158787"/>
              <a:gd name="connsiteY39916" fmla="*/ 20965 h 4489084"/>
              <a:gd name="connsiteX39917" fmla="*/ 5009607 w 5158787"/>
              <a:gd name="connsiteY39917" fmla="*/ 20965 h 4489084"/>
              <a:gd name="connsiteX39918" fmla="*/ 5009014 w 5158787"/>
              <a:gd name="connsiteY39918" fmla="*/ 20609 h 4489084"/>
              <a:gd name="connsiteX39919" fmla="*/ 5004040 w 5158787"/>
              <a:gd name="connsiteY39919" fmla="*/ 12022 h 4489084"/>
              <a:gd name="connsiteX39920" fmla="*/ 5004040 w 5158787"/>
              <a:gd name="connsiteY39920" fmla="*/ 11311 h 4489084"/>
              <a:gd name="connsiteX39921" fmla="*/ 5009014 w 5158787"/>
              <a:gd name="connsiteY39921" fmla="*/ 2723 h 4489084"/>
              <a:gd name="connsiteX39922" fmla="*/ 5009607 w 5158787"/>
              <a:gd name="connsiteY39922" fmla="*/ 2368 h 4489084"/>
              <a:gd name="connsiteX39923" fmla="*/ 4873626 w 5158787"/>
              <a:gd name="connsiteY39923" fmla="*/ 1006 h 4489084"/>
              <a:gd name="connsiteX39924" fmla="*/ 4884997 w 5158787"/>
              <a:gd name="connsiteY39924" fmla="*/ 1006 h 4489084"/>
              <a:gd name="connsiteX39925" fmla="*/ 4885708 w 5158787"/>
              <a:gd name="connsiteY39925" fmla="*/ 1421 h 4489084"/>
              <a:gd name="connsiteX39926" fmla="*/ 4891393 w 5158787"/>
              <a:gd name="connsiteY39926" fmla="*/ 11252 h 4489084"/>
              <a:gd name="connsiteX39927" fmla="*/ 4891393 w 5158787"/>
              <a:gd name="connsiteY39927" fmla="*/ 12081 h 4489084"/>
              <a:gd name="connsiteX39928" fmla="*/ 4885708 w 5158787"/>
              <a:gd name="connsiteY39928" fmla="*/ 21912 h 4489084"/>
              <a:gd name="connsiteX39929" fmla="*/ 4884997 w 5158787"/>
              <a:gd name="connsiteY39929" fmla="*/ 22327 h 4489084"/>
              <a:gd name="connsiteX39930" fmla="*/ 4873626 w 5158787"/>
              <a:gd name="connsiteY39930" fmla="*/ 22327 h 4489084"/>
              <a:gd name="connsiteX39931" fmla="*/ 4872915 w 5158787"/>
              <a:gd name="connsiteY39931" fmla="*/ 21912 h 4489084"/>
              <a:gd name="connsiteX39932" fmla="*/ 4867230 w 5158787"/>
              <a:gd name="connsiteY39932" fmla="*/ 12081 h 4489084"/>
              <a:gd name="connsiteX39933" fmla="*/ 4867230 w 5158787"/>
              <a:gd name="connsiteY39933" fmla="*/ 11252 h 4489084"/>
              <a:gd name="connsiteX39934" fmla="*/ 4872915 w 5158787"/>
              <a:gd name="connsiteY39934" fmla="*/ 1421 h 4489084"/>
              <a:gd name="connsiteX39935" fmla="*/ 4873626 w 5158787"/>
              <a:gd name="connsiteY39935" fmla="*/ 1006 h 4489084"/>
              <a:gd name="connsiteX39936" fmla="*/ 4940846 w 5158787"/>
              <a:gd name="connsiteY39936" fmla="*/ 296 h 4489084"/>
              <a:gd name="connsiteX39937" fmla="*/ 4952987 w 5158787"/>
              <a:gd name="connsiteY39937" fmla="*/ 296 h 4489084"/>
              <a:gd name="connsiteX39938" fmla="*/ 4953757 w 5158787"/>
              <a:gd name="connsiteY39938" fmla="*/ 711 h 4489084"/>
              <a:gd name="connsiteX39939" fmla="*/ 4959798 w 5158787"/>
              <a:gd name="connsiteY39939" fmla="*/ 11253 h 4489084"/>
              <a:gd name="connsiteX39940" fmla="*/ 4959798 w 5158787"/>
              <a:gd name="connsiteY39940" fmla="*/ 12082 h 4489084"/>
              <a:gd name="connsiteX39941" fmla="*/ 4953698 w 5158787"/>
              <a:gd name="connsiteY39941" fmla="*/ 22624 h 4489084"/>
              <a:gd name="connsiteX39942" fmla="*/ 4952928 w 5158787"/>
              <a:gd name="connsiteY39942" fmla="*/ 23038 h 4489084"/>
              <a:gd name="connsiteX39943" fmla="*/ 4940786 w 5158787"/>
              <a:gd name="connsiteY39943" fmla="*/ 23038 h 4489084"/>
              <a:gd name="connsiteX39944" fmla="*/ 4940016 w 5158787"/>
              <a:gd name="connsiteY39944" fmla="*/ 22624 h 4489084"/>
              <a:gd name="connsiteX39945" fmla="*/ 4933976 w 5158787"/>
              <a:gd name="connsiteY39945" fmla="*/ 12082 h 4489084"/>
              <a:gd name="connsiteX39946" fmla="*/ 4933976 w 5158787"/>
              <a:gd name="connsiteY39946" fmla="*/ 11253 h 4489084"/>
              <a:gd name="connsiteX39947" fmla="*/ 4940076 w 5158787"/>
              <a:gd name="connsiteY39947" fmla="*/ 711 h 4489084"/>
              <a:gd name="connsiteX39948" fmla="*/ 4940846 w 5158787"/>
              <a:gd name="connsiteY39948" fmla="*/ 296 h 4489084"/>
              <a:gd name="connsiteX39949" fmla="*/ 4805398 w 5158787"/>
              <a:gd name="connsiteY39949" fmla="*/ 0 h 4489084"/>
              <a:gd name="connsiteX39950" fmla="*/ 4817895 w 5158787"/>
              <a:gd name="connsiteY39950" fmla="*/ 0 h 4489084"/>
              <a:gd name="connsiteX39951" fmla="*/ 4818665 w 5158787"/>
              <a:gd name="connsiteY39951" fmla="*/ 415 h 4489084"/>
              <a:gd name="connsiteX39952" fmla="*/ 4824883 w 5158787"/>
              <a:gd name="connsiteY39952" fmla="*/ 11194 h 4489084"/>
              <a:gd name="connsiteX39953" fmla="*/ 4824883 w 5158787"/>
              <a:gd name="connsiteY39953" fmla="*/ 12082 h 4489084"/>
              <a:gd name="connsiteX39954" fmla="*/ 4818665 w 5158787"/>
              <a:gd name="connsiteY39954" fmla="*/ 22861 h 4489084"/>
              <a:gd name="connsiteX39955" fmla="*/ 4817895 w 5158787"/>
              <a:gd name="connsiteY39955" fmla="*/ 23275 h 4489084"/>
              <a:gd name="connsiteX39956" fmla="*/ 4805398 w 5158787"/>
              <a:gd name="connsiteY39956" fmla="*/ 23275 h 4489084"/>
              <a:gd name="connsiteX39957" fmla="*/ 4804628 w 5158787"/>
              <a:gd name="connsiteY39957" fmla="*/ 22861 h 4489084"/>
              <a:gd name="connsiteX39958" fmla="*/ 4798410 w 5158787"/>
              <a:gd name="connsiteY39958" fmla="*/ 12082 h 4489084"/>
              <a:gd name="connsiteX39959" fmla="*/ 4798410 w 5158787"/>
              <a:gd name="connsiteY39959" fmla="*/ 11194 h 4489084"/>
              <a:gd name="connsiteX39960" fmla="*/ 4804628 w 5158787"/>
              <a:gd name="connsiteY39960" fmla="*/ 415 h 4489084"/>
              <a:gd name="connsiteX39961" fmla="*/ 4805398 w 5158787"/>
              <a:gd name="connsiteY39961" fmla="*/ 0 h 4489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</a:cxnLst>
            <a:rect l="l" t="t" r="r" b="b"/>
            <a:pathLst>
              <a:path w="5158787" h="4489084">
                <a:moveTo>
                  <a:pt x="3387905" y="4459649"/>
                </a:moveTo>
                <a:lnTo>
                  <a:pt x="3394952" y="4459649"/>
                </a:lnTo>
                <a:cubicBezTo>
                  <a:pt x="3395130" y="4459649"/>
                  <a:pt x="3395367" y="4459886"/>
                  <a:pt x="3395367" y="4459886"/>
                </a:cubicBezTo>
                <a:lnTo>
                  <a:pt x="3398921" y="4465986"/>
                </a:lnTo>
                <a:cubicBezTo>
                  <a:pt x="3399039" y="4466105"/>
                  <a:pt x="3398921" y="4466460"/>
                  <a:pt x="3398921" y="4466460"/>
                </a:cubicBezTo>
                <a:lnTo>
                  <a:pt x="3395367" y="4472560"/>
                </a:lnTo>
                <a:cubicBezTo>
                  <a:pt x="3395308" y="4472679"/>
                  <a:pt x="3394952" y="4472797"/>
                  <a:pt x="3394952" y="4472797"/>
                </a:cubicBezTo>
                <a:lnTo>
                  <a:pt x="3387905" y="4472797"/>
                </a:lnTo>
                <a:cubicBezTo>
                  <a:pt x="3387727" y="4472797"/>
                  <a:pt x="3387490" y="4472560"/>
                  <a:pt x="3387490" y="4472560"/>
                </a:cubicBezTo>
                <a:lnTo>
                  <a:pt x="3383937" y="4466460"/>
                </a:lnTo>
                <a:cubicBezTo>
                  <a:pt x="3383818" y="4466341"/>
                  <a:pt x="3383937" y="4465986"/>
                  <a:pt x="3383937" y="4465986"/>
                </a:cubicBezTo>
                <a:lnTo>
                  <a:pt x="3387490" y="4459886"/>
                </a:lnTo>
                <a:cubicBezTo>
                  <a:pt x="3387549" y="4459768"/>
                  <a:pt x="3387905" y="4459649"/>
                  <a:pt x="3387905" y="4459649"/>
                </a:cubicBezTo>
                <a:close/>
                <a:moveTo>
                  <a:pt x="5004218" y="4446916"/>
                </a:moveTo>
                <a:lnTo>
                  <a:pt x="5024887" y="4446916"/>
                </a:lnTo>
                <a:cubicBezTo>
                  <a:pt x="5025361" y="4446916"/>
                  <a:pt x="5025893" y="4447153"/>
                  <a:pt x="5026131" y="4447627"/>
                </a:cubicBezTo>
                <a:lnTo>
                  <a:pt x="5036436" y="4465512"/>
                </a:lnTo>
                <a:cubicBezTo>
                  <a:pt x="5036673" y="4465986"/>
                  <a:pt x="5036673" y="4466519"/>
                  <a:pt x="5036436" y="4466993"/>
                </a:cubicBezTo>
                <a:lnTo>
                  <a:pt x="5026131" y="4484879"/>
                </a:lnTo>
                <a:cubicBezTo>
                  <a:pt x="5025893" y="4485294"/>
                  <a:pt x="5025420" y="4485590"/>
                  <a:pt x="5024887" y="4485590"/>
                </a:cubicBezTo>
                <a:lnTo>
                  <a:pt x="5004218" y="4485590"/>
                </a:lnTo>
                <a:cubicBezTo>
                  <a:pt x="5003743" y="4485590"/>
                  <a:pt x="5003211" y="4485353"/>
                  <a:pt x="5002973" y="4484879"/>
                </a:cubicBezTo>
                <a:lnTo>
                  <a:pt x="4992668" y="4466993"/>
                </a:lnTo>
                <a:cubicBezTo>
                  <a:pt x="4992432" y="4466519"/>
                  <a:pt x="4992432" y="4465986"/>
                  <a:pt x="4992668" y="4465512"/>
                </a:cubicBezTo>
                <a:lnTo>
                  <a:pt x="5002973" y="4447627"/>
                </a:lnTo>
                <a:cubicBezTo>
                  <a:pt x="5003211" y="4447212"/>
                  <a:pt x="5003684" y="4446916"/>
                  <a:pt x="5004218" y="4446916"/>
                </a:cubicBezTo>
                <a:close/>
                <a:moveTo>
                  <a:pt x="4800897" y="4446027"/>
                </a:moveTo>
                <a:lnTo>
                  <a:pt x="4822514" y="4446027"/>
                </a:lnTo>
                <a:cubicBezTo>
                  <a:pt x="4823047" y="4446027"/>
                  <a:pt x="4823521" y="4446323"/>
                  <a:pt x="4823817" y="4446797"/>
                </a:cubicBezTo>
                <a:lnTo>
                  <a:pt x="4834656" y="4465512"/>
                </a:lnTo>
                <a:cubicBezTo>
                  <a:pt x="4834951" y="4465986"/>
                  <a:pt x="4834951" y="4466578"/>
                  <a:pt x="4834656" y="4467052"/>
                </a:cubicBezTo>
                <a:lnTo>
                  <a:pt x="4823817" y="4485767"/>
                </a:lnTo>
                <a:cubicBezTo>
                  <a:pt x="4823581" y="4486241"/>
                  <a:pt x="4823047" y="4486537"/>
                  <a:pt x="4822514" y="4486537"/>
                </a:cubicBezTo>
                <a:lnTo>
                  <a:pt x="4800897" y="4486537"/>
                </a:lnTo>
                <a:cubicBezTo>
                  <a:pt x="4800364" y="4486537"/>
                  <a:pt x="4799891" y="4486241"/>
                  <a:pt x="4799594" y="4485767"/>
                </a:cubicBezTo>
                <a:lnTo>
                  <a:pt x="4788756" y="4467052"/>
                </a:lnTo>
                <a:cubicBezTo>
                  <a:pt x="4788460" y="4466578"/>
                  <a:pt x="4788460" y="4465986"/>
                  <a:pt x="4788756" y="4465512"/>
                </a:cubicBezTo>
                <a:lnTo>
                  <a:pt x="4799594" y="4446797"/>
                </a:lnTo>
                <a:cubicBezTo>
                  <a:pt x="4799831" y="4446323"/>
                  <a:pt x="4800364" y="4446027"/>
                  <a:pt x="4800897" y="4446027"/>
                </a:cubicBezTo>
                <a:close/>
                <a:moveTo>
                  <a:pt x="4124487" y="4445909"/>
                </a:moveTo>
                <a:lnTo>
                  <a:pt x="4146223" y="4445909"/>
                </a:lnTo>
                <a:cubicBezTo>
                  <a:pt x="4146756" y="4445909"/>
                  <a:pt x="4147230" y="4446205"/>
                  <a:pt x="4147526" y="4446679"/>
                </a:cubicBezTo>
                <a:lnTo>
                  <a:pt x="4158364" y="4465512"/>
                </a:lnTo>
                <a:cubicBezTo>
                  <a:pt x="4158660" y="4465986"/>
                  <a:pt x="4158660" y="4466579"/>
                  <a:pt x="4158364" y="4467052"/>
                </a:cubicBezTo>
                <a:lnTo>
                  <a:pt x="4147467" y="4485886"/>
                </a:lnTo>
                <a:cubicBezTo>
                  <a:pt x="4147230" y="4486360"/>
                  <a:pt x="4146697" y="4486656"/>
                  <a:pt x="4146164" y="4486656"/>
                </a:cubicBezTo>
                <a:lnTo>
                  <a:pt x="4124428" y="4486656"/>
                </a:lnTo>
                <a:cubicBezTo>
                  <a:pt x="4123895" y="4486656"/>
                  <a:pt x="4123421" y="4486360"/>
                  <a:pt x="4123125" y="4485886"/>
                </a:cubicBezTo>
                <a:lnTo>
                  <a:pt x="4112287" y="4467052"/>
                </a:lnTo>
                <a:cubicBezTo>
                  <a:pt x="4111991" y="4466579"/>
                  <a:pt x="4111991" y="4465986"/>
                  <a:pt x="4112287" y="4465512"/>
                </a:cubicBezTo>
                <a:lnTo>
                  <a:pt x="4123185" y="4446679"/>
                </a:lnTo>
                <a:cubicBezTo>
                  <a:pt x="4123421" y="4446205"/>
                  <a:pt x="4123955" y="4445909"/>
                  <a:pt x="4124487" y="4445909"/>
                </a:cubicBezTo>
                <a:close/>
                <a:moveTo>
                  <a:pt x="4868295" y="4445672"/>
                </a:moveTo>
                <a:lnTo>
                  <a:pt x="4890268" y="4445672"/>
                </a:lnTo>
                <a:cubicBezTo>
                  <a:pt x="4890860" y="4445672"/>
                  <a:pt x="4891334" y="4445968"/>
                  <a:pt x="4891630" y="4446442"/>
                </a:cubicBezTo>
                <a:lnTo>
                  <a:pt x="4902587" y="4465453"/>
                </a:lnTo>
                <a:cubicBezTo>
                  <a:pt x="4902883" y="4465927"/>
                  <a:pt x="4902883" y="4466519"/>
                  <a:pt x="4902587" y="4466993"/>
                </a:cubicBezTo>
                <a:lnTo>
                  <a:pt x="4891571" y="4486004"/>
                </a:lnTo>
                <a:cubicBezTo>
                  <a:pt x="4891275" y="4486478"/>
                  <a:pt x="4890742" y="4486774"/>
                  <a:pt x="4890209" y="4486774"/>
                </a:cubicBezTo>
                <a:lnTo>
                  <a:pt x="4868236" y="4486774"/>
                </a:lnTo>
                <a:cubicBezTo>
                  <a:pt x="4867644" y="4486774"/>
                  <a:pt x="4867170" y="4486478"/>
                  <a:pt x="4866874" y="4486004"/>
                </a:cubicBezTo>
                <a:lnTo>
                  <a:pt x="4855917" y="4466993"/>
                </a:lnTo>
                <a:cubicBezTo>
                  <a:pt x="4855621" y="4466519"/>
                  <a:pt x="4855621" y="4465927"/>
                  <a:pt x="4855917" y="4465453"/>
                </a:cubicBezTo>
                <a:lnTo>
                  <a:pt x="4866933" y="4446442"/>
                </a:lnTo>
                <a:cubicBezTo>
                  <a:pt x="4867230" y="4445968"/>
                  <a:pt x="4867762" y="4445672"/>
                  <a:pt x="4868295" y="4445672"/>
                </a:cubicBezTo>
                <a:close/>
                <a:moveTo>
                  <a:pt x="4732906" y="4445494"/>
                </a:moveTo>
                <a:lnTo>
                  <a:pt x="4755116" y="4445494"/>
                </a:lnTo>
                <a:cubicBezTo>
                  <a:pt x="4755649" y="4445494"/>
                  <a:pt x="4756182" y="4445790"/>
                  <a:pt x="4756478" y="4446264"/>
                </a:cubicBezTo>
                <a:lnTo>
                  <a:pt x="4767553" y="4465512"/>
                </a:lnTo>
                <a:cubicBezTo>
                  <a:pt x="4767849" y="4465986"/>
                  <a:pt x="4767849" y="4466578"/>
                  <a:pt x="4767553" y="4467052"/>
                </a:cubicBezTo>
                <a:lnTo>
                  <a:pt x="4756478" y="4486300"/>
                </a:lnTo>
                <a:cubicBezTo>
                  <a:pt x="4756182" y="4486774"/>
                  <a:pt x="4755649" y="4487070"/>
                  <a:pt x="4755116" y="4487070"/>
                </a:cubicBezTo>
                <a:lnTo>
                  <a:pt x="4732906" y="4487070"/>
                </a:lnTo>
                <a:cubicBezTo>
                  <a:pt x="4732374" y="4487070"/>
                  <a:pt x="4731841" y="4486774"/>
                  <a:pt x="4731544" y="4486300"/>
                </a:cubicBezTo>
                <a:lnTo>
                  <a:pt x="4720469" y="4467052"/>
                </a:lnTo>
                <a:cubicBezTo>
                  <a:pt x="4720173" y="4466578"/>
                  <a:pt x="4720173" y="4465986"/>
                  <a:pt x="4720469" y="4465512"/>
                </a:cubicBezTo>
                <a:lnTo>
                  <a:pt x="4731544" y="4446264"/>
                </a:lnTo>
                <a:cubicBezTo>
                  <a:pt x="4731841" y="4445790"/>
                  <a:pt x="4732374" y="4445494"/>
                  <a:pt x="4732906" y="4445494"/>
                </a:cubicBezTo>
                <a:close/>
                <a:moveTo>
                  <a:pt x="4665331" y="4445494"/>
                </a:moveTo>
                <a:lnTo>
                  <a:pt x="4687540" y="4445494"/>
                </a:lnTo>
                <a:cubicBezTo>
                  <a:pt x="4688074" y="4445494"/>
                  <a:pt x="4688607" y="4445790"/>
                  <a:pt x="4688903" y="4446264"/>
                </a:cubicBezTo>
                <a:lnTo>
                  <a:pt x="4699978" y="4465512"/>
                </a:lnTo>
                <a:cubicBezTo>
                  <a:pt x="4700274" y="4465986"/>
                  <a:pt x="4700274" y="4466578"/>
                  <a:pt x="4699978" y="4467052"/>
                </a:cubicBezTo>
                <a:lnTo>
                  <a:pt x="4688903" y="4486300"/>
                </a:lnTo>
                <a:cubicBezTo>
                  <a:pt x="4688607" y="4486774"/>
                  <a:pt x="4688074" y="4487070"/>
                  <a:pt x="4687540" y="4487070"/>
                </a:cubicBezTo>
                <a:lnTo>
                  <a:pt x="4665331" y="4487070"/>
                </a:lnTo>
                <a:cubicBezTo>
                  <a:pt x="4664798" y="4487070"/>
                  <a:pt x="4664265" y="4486774"/>
                  <a:pt x="4663969" y="4486300"/>
                </a:cubicBezTo>
                <a:lnTo>
                  <a:pt x="4652894" y="4467052"/>
                </a:lnTo>
                <a:cubicBezTo>
                  <a:pt x="4652598" y="4466578"/>
                  <a:pt x="4652598" y="4465986"/>
                  <a:pt x="4652894" y="4465512"/>
                </a:cubicBezTo>
                <a:lnTo>
                  <a:pt x="4663969" y="4446264"/>
                </a:lnTo>
                <a:cubicBezTo>
                  <a:pt x="4664265" y="4445790"/>
                  <a:pt x="4664798" y="4445494"/>
                  <a:pt x="4665331" y="4445494"/>
                </a:cubicBezTo>
                <a:close/>
                <a:moveTo>
                  <a:pt x="4935753" y="4445376"/>
                </a:moveTo>
                <a:lnTo>
                  <a:pt x="4958081" y="4445376"/>
                </a:lnTo>
                <a:cubicBezTo>
                  <a:pt x="4958614" y="4445376"/>
                  <a:pt x="4959147" y="4445672"/>
                  <a:pt x="4959443" y="4446146"/>
                </a:cubicBezTo>
                <a:lnTo>
                  <a:pt x="4970577" y="4465453"/>
                </a:lnTo>
                <a:cubicBezTo>
                  <a:pt x="4970874" y="4465986"/>
                  <a:pt x="4970874" y="4466578"/>
                  <a:pt x="4970577" y="4467052"/>
                </a:cubicBezTo>
                <a:lnTo>
                  <a:pt x="4959443" y="4486360"/>
                </a:lnTo>
                <a:cubicBezTo>
                  <a:pt x="4959147" y="4486834"/>
                  <a:pt x="4958614" y="4487130"/>
                  <a:pt x="4958081" y="4487130"/>
                </a:cubicBezTo>
                <a:lnTo>
                  <a:pt x="4935753" y="4487130"/>
                </a:lnTo>
                <a:cubicBezTo>
                  <a:pt x="4935220" y="4487130"/>
                  <a:pt x="4934687" y="4486834"/>
                  <a:pt x="4934391" y="4486360"/>
                </a:cubicBezTo>
                <a:lnTo>
                  <a:pt x="4923256" y="4467052"/>
                </a:lnTo>
                <a:cubicBezTo>
                  <a:pt x="4922960" y="4466519"/>
                  <a:pt x="4922960" y="4465927"/>
                  <a:pt x="4923256" y="4465453"/>
                </a:cubicBezTo>
                <a:lnTo>
                  <a:pt x="4934391" y="4446146"/>
                </a:lnTo>
                <a:cubicBezTo>
                  <a:pt x="4934687" y="4445672"/>
                  <a:pt x="4935220" y="4445376"/>
                  <a:pt x="4935753" y="4445376"/>
                </a:cubicBezTo>
                <a:close/>
                <a:moveTo>
                  <a:pt x="3988921" y="4445376"/>
                </a:moveTo>
                <a:lnTo>
                  <a:pt x="4011249" y="4445376"/>
                </a:lnTo>
                <a:cubicBezTo>
                  <a:pt x="4011782" y="4445376"/>
                  <a:pt x="4012314" y="4445672"/>
                  <a:pt x="4012611" y="4446146"/>
                </a:cubicBezTo>
                <a:lnTo>
                  <a:pt x="4023745" y="4465453"/>
                </a:lnTo>
                <a:cubicBezTo>
                  <a:pt x="4024042" y="4465986"/>
                  <a:pt x="4024042" y="4466578"/>
                  <a:pt x="4023745" y="4467052"/>
                </a:cubicBezTo>
                <a:lnTo>
                  <a:pt x="4012611" y="4486360"/>
                </a:lnTo>
                <a:cubicBezTo>
                  <a:pt x="4012314" y="4486834"/>
                  <a:pt x="4011782" y="4487130"/>
                  <a:pt x="4011249" y="4487130"/>
                </a:cubicBezTo>
                <a:lnTo>
                  <a:pt x="3988921" y="4487130"/>
                </a:lnTo>
                <a:cubicBezTo>
                  <a:pt x="3988388" y="4487130"/>
                  <a:pt x="3987855" y="4486834"/>
                  <a:pt x="3987559" y="4486360"/>
                </a:cubicBezTo>
                <a:lnTo>
                  <a:pt x="3976424" y="4467052"/>
                </a:lnTo>
                <a:cubicBezTo>
                  <a:pt x="3976128" y="4466519"/>
                  <a:pt x="3976128" y="4465927"/>
                  <a:pt x="3976424" y="4465453"/>
                </a:cubicBezTo>
                <a:lnTo>
                  <a:pt x="3987559" y="4446146"/>
                </a:lnTo>
                <a:cubicBezTo>
                  <a:pt x="3987855" y="4445672"/>
                  <a:pt x="3988388" y="4445376"/>
                  <a:pt x="3988921" y="4445376"/>
                </a:cubicBezTo>
                <a:close/>
                <a:moveTo>
                  <a:pt x="4259462" y="4445257"/>
                </a:moveTo>
                <a:lnTo>
                  <a:pt x="4281849" y="4445257"/>
                </a:lnTo>
                <a:cubicBezTo>
                  <a:pt x="4282382" y="4445257"/>
                  <a:pt x="4282915" y="4445553"/>
                  <a:pt x="4283211" y="4446027"/>
                </a:cubicBezTo>
                <a:lnTo>
                  <a:pt x="4294404" y="4465453"/>
                </a:lnTo>
                <a:cubicBezTo>
                  <a:pt x="4294701" y="4465927"/>
                  <a:pt x="4294701" y="4466578"/>
                  <a:pt x="4294404" y="4467052"/>
                </a:cubicBezTo>
                <a:lnTo>
                  <a:pt x="4283211" y="4486478"/>
                </a:lnTo>
                <a:cubicBezTo>
                  <a:pt x="4282915" y="4486951"/>
                  <a:pt x="4282382" y="4487248"/>
                  <a:pt x="4281849" y="4487248"/>
                </a:cubicBezTo>
                <a:lnTo>
                  <a:pt x="4259462" y="4487248"/>
                </a:lnTo>
                <a:cubicBezTo>
                  <a:pt x="4258928" y="4487248"/>
                  <a:pt x="4258396" y="4486951"/>
                  <a:pt x="4258099" y="4486478"/>
                </a:cubicBezTo>
                <a:lnTo>
                  <a:pt x="4246906" y="4467052"/>
                </a:lnTo>
                <a:cubicBezTo>
                  <a:pt x="4246610" y="4466578"/>
                  <a:pt x="4246610" y="4465927"/>
                  <a:pt x="4246906" y="4465453"/>
                </a:cubicBezTo>
                <a:lnTo>
                  <a:pt x="4258099" y="4446027"/>
                </a:lnTo>
                <a:cubicBezTo>
                  <a:pt x="4258396" y="4445553"/>
                  <a:pt x="4258928" y="4445257"/>
                  <a:pt x="4259462" y="4445257"/>
                </a:cubicBezTo>
                <a:close/>
                <a:moveTo>
                  <a:pt x="4056556" y="4445257"/>
                </a:moveTo>
                <a:lnTo>
                  <a:pt x="4078943" y="4445257"/>
                </a:lnTo>
                <a:cubicBezTo>
                  <a:pt x="4079476" y="4445257"/>
                  <a:pt x="4080009" y="4445553"/>
                  <a:pt x="4080305" y="4446027"/>
                </a:cubicBezTo>
                <a:lnTo>
                  <a:pt x="4091499" y="4465453"/>
                </a:lnTo>
                <a:cubicBezTo>
                  <a:pt x="4091795" y="4465927"/>
                  <a:pt x="4091795" y="4466578"/>
                  <a:pt x="4091499" y="4467052"/>
                </a:cubicBezTo>
                <a:lnTo>
                  <a:pt x="4080305" y="4486478"/>
                </a:lnTo>
                <a:cubicBezTo>
                  <a:pt x="4080009" y="4486951"/>
                  <a:pt x="4079476" y="4487248"/>
                  <a:pt x="4078943" y="4487248"/>
                </a:cubicBezTo>
                <a:lnTo>
                  <a:pt x="4056556" y="4487248"/>
                </a:lnTo>
                <a:cubicBezTo>
                  <a:pt x="4056022" y="4487248"/>
                  <a:pt x="4055490" y="4486951"/>
                  <a:pt x="4055194" y="4486478"/>
                </a:cubicBezTo>
                <a:lnTo>
                  <a:pt x="4044000" y="4467052"/>
                </a:lnTo>
                <a:cubicBezTo>
                  <a:pt x="4043704" y="4466578"/>
                  <a:pt x="4043704" y="4465927"/>
                  <a:pt x="4044000" y="4465453"/>
                </a:cubicBezTo>
                <a:lnTo>
                  <a:pt x="4055194" y="4446027"/>
                </a:lnTo>
                <a:cubicBezTo>
                  <a:pt x="4055490" y="4445553"/>
                  <a:pt x="4056022" y="4445257"/>
                  <a:pt x="4056556" y="4445257"/>
                </a:cubicBezTo>
                <a:close/>
                <a:moveTo>
                  <a:pt x="3853651" y="4445257"/>
                </a:moveTo>
                <a:lnTo>
                  <a:pt x="3876038" y="4445257"/>
                </a:lnTo>
                <a:cubicBezTo>
                  <a:pt x="3876571" y="4445257"/>
                  <a:pt x="3877104" y="4445553"/>
                  <a:pt x="3877400" y="4446027"/>
                </a:cubicBezTo>
                <a:lnTo>
                  <a:pt x="3888594" y="4465453"/>
                </a:lnTo>
                <a:cubicBezTo>
                  <a:pt x="3888890" y="4465927"/>
                  <a:pt x="3888890" y="4466578"/>
                  <a:pt x="3888594" y="4467052"/>
                </a:cubicBezTo>
                <a:lnTo>
                  <a:pt x="3877400" y="4486478"/>
                </a:lnTo>
                <a:cubicBezTo>
                  <a:pt x="3877104" y="4486951"/>
                  <a:pt x="3876571" y="4487248"/>
                  <a:pt x="3876038" y="4487248"/>
                </a:cubicBezTo>
                <a:lnTo>
                  <a:pt x="3853651" y="4487248"/>
                </a:lnTo>
                <a:cubicBezTo>
                  <a:pt x="3853118" y="4487248"/>
                  <a:pt x="3852585" y="4486951"/>
                  <a:pt x="3852289" y="4486478"/>
                </a:cubicBezTo>
                <a:lnTo>
                  <a:pt x="3841095" y="4467052"/>
                </a:lnTo>
                <a:cubicBezTo>
                  <a:pt x="3840799" y="4466578"/>
                  <a:pt x="3840799" y="4465927"/>
                  <a:pt x="3841095" y="4465453"/>
                </a:cubicBezTo>
                <a:lnTo>
                  <a:pt x="3852289" y="4446027"/>
                </a:lnTo>
                <a:cubicBezTo>
                  <a:pt x="3852585" y="4445553"/>
                  <a:pt x="3853118" y="4445257"/>
                  <a:pt x="3853651" y="4445257"/>
                </a:cubicBezTo>
                <a:close/>
                <a:moveTo>
                  <a:pt x="3447900" y="4445257"/>
                </a:moveTo>
                <a:lnTo>
                  <a:pt x="3470287" y="4445257"/>
                </a:lnTo>
                <a:cubicBezTo>
                  <a:pt x="3470820" y="4445257"/>
                  <a:pt x="3471353" y="4445553"/>
                  <a:pt x="3471649" y="4446027"/>
                </a:cubicBezTo>
                <a:lnTo>
                  <a:pt x="3482843" y="4465453"/>
                </a:lnTo>
                <a:cubicBezTo>
                  <a:pt x="3483139" y="4465927"/>
                  <a:pt x="3483139" y="4466578"/>
                  <a:pt x="3482843" y="4467052"/>
                </a:cubicBezTo>
                <a:lnTo>
                  <a:pt x="3471649" y="4486478"/>
                </a:lnTo>
                <a:cubicBezTo>
                  <a:pt x="3471353" y="4486951"/>
                  <a:pt x="3470820" y="4487248"/>
                  <a:pt x="3470287" y="4487248"/>
                </a:cubicBezTo>
                <a:lnTo>
                  <a:pt x="3447900" y="4487248"/>
                </a:lnTo>
                <a:cubicBezTo>
                  <a:pt x="3447367" y="4487248"/>
                  <a:pt x="3446834" y="4486951"/>
                  <a:pt x="3446538" y="4486478"/>
                </a:cubicBezTo>
                <a:lnTo>
                  <a:pt x="3435344" y="4467052"/>
                </a:lnTo>
                <a:cubicBezTo>
                  <a:pt x="3435048" y="4466578"/>
                  <a:pt x="3435048" y="4465927"/>
                  <a:pt x="3435344" y="4465453"/>
                </a:cubicBezTo>
                <a:lnTo>
                  <a:pt x="3446538" y="4446027"/>
                </a:lnTo>
                <a:cubicBezTo>
                  <a:pt x="3446834" y="4445553"/>
                  <a:pt x="3447367" y="4445257"/>
                  <a:pt x="3447900" y="4445257"/>
                </a:cubicBezTo>
                <a:close/>
                <a:moveTo>
                  <a:pt x="4462130" y="4444961"/>
                </a:moveTo>
                <a:lnTo>
                  <a:pt x="4484872" y="4444961"/>
                </a:lnTo>
                <a:cubicBezTo>
                  <a:pt x="4485405" y="4444961"/>
                  <a:pt x="4485938" y="4445316"/>
                  <a:pt x="4486234" y="4445790"/>
                </a:cubicBezTo>
                <a:lnTo>
                  <a:pt x="4497606" y="4465512"/>
                </a:lnTo>
                <a:cubicBezTo>
                  <a:pt x="4497902" y="4465986"/>
                  <a:pt x="4497902" y="4466637"/>
                  <a:pt x="4497606" y="4467111"/>
                </a:cubicBezTo>
                <a:lnTo>
                  <a:pt x="4486234" y="4486833"/>
                </a:lnTo>
                <a:cubicBezTo>
                  <a:pt x="4485998" y="4487366"/>
                  <a:pt x="4485464" y="4487662"/>
                  <a:pt x="4484872" y="4487662"/>
                </a:cubicBezTo>
                <a:lnTo>
                  <a:pt x="4462130" y="4487662"/>
                </a:lnTo>
                <a:cubicBezTo>
                  <a:pt x="4461597" y="4487662"/>
                  <a:pt x="4461063" y="4487307"/>
                  <a:pt x="4460768" y="4486833"/>
                </a:cubicBezTo>
                <a:lnTo>
                  <a:pt x="4449396" y="4467111"/>
                </a:lnTo>
                <a:cubicBezTo>
                  <a:pt x="4449100" y="4466637"/>
                  <a:pt x="4449100" y="4465986"/>
                  <a:pt x="4449396" y="4465512"/>
                </a:cubicBezTo>
                <a:lnTo>
                  <a:pt x="4460768" y="4445790"/>
                </a:lnTo>
                <a:cubicBezTo>
                  <a:pt x="4461004" y="4445257"/>
                  <a:pt x="4461538" y="4444961"/>
                  <a:pt x="4462130" y="4444961"/>
                </a:cubicBezTo>
                <a:close/>
                <a:moveTo>
                  <a:pt x="4529705" y="4444843"/>
                </a:moveTo>
                <a:lnTo>
                  <a:pt x="4552566" y="4444843"/>
                </a:lnTo>
                <a:cubicBezTo>
                  <a:pt x="4553158" y="4444843"/>
                  <a:pt x="4553691" y="4445198"/>
                  <a:pt x="4553988" y="4445672"/>
                </a:cubicBezTo>
                <a:lnTo>
                  <a:pt x="4565418" y="4465454"/>
                </a:lnTo>
                <a:cubicBezTo>
                  <a:pt x="4565714" y="4465927"/>
                  <a:pt x="4565714" y="4466579"/>
                  <a:pt x="4565418" y="4467052"/>
                </a:cubicBezTo>
                <a:lnTo>
                  <a:pt x="4553988" y="4486834"/>
                </a:lnTo>
                <a:cubicBezTo>
                  <a:pt x="4553691" y="4487367"/>
                  <a:pt x="4553158" y="4487663"/>
                  <a:pt x="4552566" y="4487663"/>
                </a:cubicBezTo>
                <a:lnTo>
                  <a:pt x="4529705" y="4487663"/>
                </a:lnTo>
                <a:cubicBezTo>
                  <a:pt x="4529113" y="4487663"/>
                  <a:pt x="4528580" y="4487307"/>
                  <a:pt x="4528284" y="4486834"/>
                </a:cubicBezTo>
                <a:lnTo>
                  <a:pt x="4516853" y="4467052"/>
                </a:lnTo>
                <a:cubicBezTo>
                  <a:pt x="4516557" y="4466579"/>
                  <a:pt x="4516557" y="4465927"/>
                  <a:pt x="4516853" y="4465454"/>
                </a:cubicBezTo>
                <a:lnTo>
                  <a:pt x="4528284" y="4445672"/>
                </a:lnTo>
                <a:cubicBezTo>
                  <a:pt x="4528580" y="4445139"/>
                  <a:pt x="4529113" y="4444843"/>
                  <a:pt x="4529705" y="4444843"/>
                </a:cubicBezTo>
                <a:close/>
                <a:moveTo>
                  <a:pt x="4326859" y="4444843"/>
                </a:moveTo>
                <a:lnTo>
                  <a:pt x="4349720" y="4444843"/>
                </a:lnTo>
                <a:cubicBezTo>
                  <a:pt x="4350312" y="4444843"/>
                  <a:pt x="4350845" y="4445198"/>
                  <a:pt x="4351142" y="4445672"/>
                </a:cubicBezTo>
                <a:lnTo>
                  <a:pt x="4362572" y="4465454"/>
                </a:lnTo>
                <a:cubicBezTo>
                  <a:pt x="4362868" y="4465927"/>
                  <a:pt x="4362868" y="4466579"/>
                  <a:pt x="4362572" y="4467052"/>
                </a:cubicBezTo>
                <a:lnTo>
                  <a:pt x="4351142" y="4486834"/>
                </a:lnTo>
                <a:cubicBezTo>
                  <a:pt x="4350845" y="4487367"/>
                  <a:pt x="4350312" y="4487663"/>
                  <a:pt x="4349720" y="4487663"/>
                </a:cubicBezTo>
                <a:lnTo>
                  <a:pt x="4326859" y="4487663"/>
                </a:lnTo>
                <a:cubicBezTo>
                  <a:pt x="4326267" y="4487663"/>
                  <a:pt x="4325734" y="4487307"/>
                  <a:pt x="4325438" y="4486834"/>
                </a:cubicBezTo>
                <a:lnTo>
                  <a:pt x="4314007" y="4467052"/>
                </a:lnTo>
                <a:cubicBezTo>
                  <a:pt x="4313711" y="4466579"/>
                  <a:pt x="4313711" y="4465927"/>
                  <a:pt x="4314007" y="4465454"/>
                </a:cubicBezTo>
                <a:lnTo>
                  <a:pt x="4325438" y="4445672"/>
                </a:lnTo>
                <a:cubicBezTo>
                  <a:pt x="4325734" y="4445139"/>
                  <a:pt x="4326267" y="4444843"/>
                  <a:pt x="4326859" y="4444843"/>
                </a:cubicBezTo>
                <a:close/>
                <a:moveTo>
                  <a:pt x="3921050" y="4444843"/>
                </a:moveTo>
                <a:lnTo>
                  <a:pt x="3943911" y="4444843"/>
                </a:lnTo>
                <a:cubicBezTo>
                  <a:pt x="3944503" y="4444843"/>
                  <a:pt x="3945036" y="4445198"/>
                  <a:pt x="3945332" y="4445672"/>
                </a:cubicBezTo>
                <a:lnTo>
                  <a:pt x="3956763" y="4465454"/>
                </a:lnTo>
                <a:cubicBezTo>
                  <a:pt x="3957058" y="4465927"/>
                  <a:pt x="3957058" y="4466579"/>
                  <a:pt x="3956763" y="4467052"/>
                </a:cubicBezTo>
                <a:lnTo>
                  <a:pt x="3945332" y="4486834"/>
                </a:lnTo>
                <a:cubicBezTo>
                  <a:pt x="3945036" y="4487367"/>
                  <a:pt x="3944503" y="4487663"/>
                  <a:pt x="3943911" y="4487663"/>
                </a:cubicBezTo>
                <a:lnTo>
                  <a:pt x="3921050" y="4487663"/>
                </a:lnTo>
                <a:cubicBezTo>
                  <a:pt x="3920458" y="4487663"/>
                  <a:pt x="3919924" y="4487307"/>
                  <a:pt x="3919629" y="4486834"/>
                </a:cubicBezTo>
                <a:lnTo>
                  <a:pt x="3908198" y="4467052"/>
                </a:lnTo>
                <a:cubicBezTo>
                  <a:pt x="3907902" y="4466579"/>
                  <a:pt x="3907902" y="4465927"/>
                  <a:pt x="3908198" y="4465454"/>
                </a:cubicBezTo>
                <a:lnTo>
                  <a:pt x="3919629" y="4445672"/>
                </a:lnTo>
                <a:cubicBezTo>
                  <a:pt x="3919924" y="4445139"/>
                  <a:pt x="3920458" y="4444843"/>
                  <a:pt x="3921050" y="4444843"/>
                </a:cubicBezTo>
                <a:close/>
                <a:moveTo>
                  <a:pt x="3718144" y="4444843"/>
                </a:moveTo>
                <a:lnTo>
                  <a:pt x="3741005" y="4444843"/>
                </a:lnTo>
                <a:cubicBezTo>
                  <a:pt x="3741597" y="4444843"/>
                  <a:pt x="3742130" y="4445198"/>
                  <a:pt x="3742426" y="4445672"/>
                </a:cubicBezTo>
                <a:lnTo>
                  <a:pt x="3753857" y="4465454"/>
                </a:lnTo>
                <a:cubicBezTo>
                  <a:pt x="3754152" y="4465927"/>
                  <a:pt x="3754152" y="4466579"/>
                  <a:pt x="3753857" y="4467052"/>
                </a:cubicBezTo>
                <a:lnTo>
                  <a:pt x="3742426" y="4486834"/>
                </a:lnTo>
                <a:cubicBezTo>
                  <a:pt x="3742130" y="4487367"/>
                  <a:pt x="3741597" y="4487663"/>
                  <a:pt x="3741005" y="4487663"/>
                </a:cubicBezTo>
                <a:lnTo>
                  <a:pt x="3718144" y="4487663"/>
                </a:lnTo>
                <a:cubicBezTo>
                  <a:pt x="3717552" y="4487663"/>
                  <a:pt x="3717018" y="4487307"/>
                  <a:pt x="3716723" y="4486834"/>
                </a:cubicBezTo>
                <a:lnTo>
                  <a:pt x="3705292" y="4467052"/>
                </a:lnTo>
                <a:cubicBezTo>
                  <a:pt x="3704996" y="4466579"/>
                  <a:pt x="3704996" y="4465927"/>
                  <a:pt x="3705292" y="4465454"/>
                </a:cubicBezTo>
                <a:lnTo>
                  <a:pt x="3716723" y="4445672"/>
                </a:lnTo>
                <a:cubicBezTo>
                  <a:pt x="3717018" y="4445139"/>
                  <a:pt x="3717552" y="4444843"/>
                  <a:pt x="3718144" y="4444843"/>
                </a:cubicBezTo>
                <a:close/>
                <a:moveTo>
                  <a:pt x="4597281" y="4444783"/>
                </a:moveTo>
                <a:lnTo>
                  <a:pt x="4620260" y="4444783"/>
                </a:lnTo>
                <a:cubicBezTo>
                  <a:pt x="4620852" y="4444783"/>
                  <a:pt x="4621386" y="4445138"/>
                  <a:pt x="4621682" y="4445612"/>
                </a:cubicBezTo>
                <a:lnTo>
                  <a:pt x="4633172" y="4465512"/>
                </a:lnTo>
                <a:cubicBezTo>
                  <a:pt x="4633467" y="4465986"/>
                  <a:pt x="4633467" y="4466637"/>
                  <a:pt x="4633172" y="4467111"/>
                </a:cubicBezTo>
                <a:lnTo>
                  <a:pt x="4621682" y="4487011"/>
                </a:lnTo>
                <a:cubicBezTo>
                  <a:pt x="4621386" y="4487544"/>
                  <a:pt x="4620852" y="4487840"/>
                  <a:pt x="4620260" y="4487840"/>
                </a:cubicBezTo>
                <a:lnTo>
                  <a:pt x="4597281" y="4487840"/>
                </a:lnTo>
                <a:cubicBezTo>
                  <a:pt x="4596689" y="4487840"/>
                  <a:pt x="4596156" y="4487484"/>
                  <a:pt x="4595860" y="4487011"/>
                </a:cubicBezTo>
                <a:lnTo>
                  <a:pt x="4584370" y="4467111"/>
                </a:lnTo>
                <a:cubicBezTo>
                  <a:pt x="4584074" y="4466637"/>
                  <a:pt x="4584074" y="4465986"/>
                  <a:pt x="4584370" y="4465512"/>
                </a:cubicBezTo>
                <a:lnTo>
                  <a:pt x="4595860" y="4445612"/>
                </a:lnTo>
                <a:cubicBezTo>
                  <a:pt x="4596156" y="4445079"/>
                  <a:pt x="4596689" y="4444783"/>
                  <a:pt x="4597281" y="4444783"/>
                </a:cubicBezTo>
                <a:close/>
                <a:moveTo>
                  <a:pt x="3650450" y="4444783"/>
                </a:moveTo>
                <a:lnTo>
                  <a:pt x="3673429" y="4444783"/>
                </a:lnTo>
                <a:cubicBezTo>
                  <a:pt x="3674021" y="4444783"/>
                  <a:pt x="3674555" y="4445138"/>
                  <a:pt x="3674851" y="4445612"/>
                </a:cubicBezTo>
                <a:lnTo>
                  <a:pt x="3686341" y="4465512"/>
                </a:lnTo>
                <a:cubicBezTo>
                  <a:pt x="3686636" y="4465986"/>
                  <a:pt x="3686636" y="4466637"/>
                  <a:pt x="3686341" y="4467111"/>
                </a:cubicBezTo>
                <a:lnTo>
                  <a:pt x="3674851" y="4487011"/>
                </a:lnTo>
                <a:cubicBezTo>
                  <a:pt x="3674555" y="4487544"/>
                  <a:pt x="3674021" y="4487840"/>
                  <a:pt x="3673429" y="4487840"/>
                </a:cubicBezTo>
                <a:lnTo>
                  <a:pt x="3650450" y="4487840"/>
                </a:lnTo>
                <a:cubicBezTo>
                  <a:pt x="3649858" y="4487840"/>
                  <a:pt x="3649325" y="4487484"/>
                  <a:pt x="3649029" y="4487011"/>
                </a:cubicBezTo>
                <a:lnTo>
                  <a:pt x="3637539" y="4467111"/>
                </a:lnTo>
                <a:cubicBezTo>
                  <a:pt x="3637243" y="4466637"/>
                  <a:pt x="3637243" y="4465986"/>
                  <a:pt x="3637539" y="4465512"/>
                </a:cubicBezTo>
                <a:lnTo>
                  <a:pt x="3649029" y="4445612"/>
                </a:lnTo>
                <a:cubicBezTo>
                  <a:pt x="3649325" y="4445079"/>
                  <a:pt x="3649858" y="4444783"/>
                  <a:pt x="3650450" y="4444783"/>
                </a:cubicBezTo>
                <a:close/>
                <a:moveTo>
                  <a:pt x="3515180" y="4444783"/>
                </a:moveTo>
                <a:lnTo>
                  <a:pt x="3538160" y="4444783"/>
                </a:lnTo>
                <a:cubicBezTo>
                  <a:pt x="3538752" y="4444783"/>
                  <a:pt x="3539284" y="4445138"/>
                  <a:pt x="3539581" y="4445612"/>
                </a:cubicBezTo>
                <a:lnTo>
                  <a:pt x="3551071" y="4465512"/>
                </a:lnTo>
                <a:cubicBezTo>
                  <a:pt x="3551367" y="4465986"/>
                  <a:pt x="3551367" y="4466637"/>
                  <a:pt x="3551071" y="4467111"/>
                </a:cubicBezTo>
                <a:lnTo>
                  <a:pt x="3539581" y="4487011"/>
                </a:lnTo>
                <a:cubicBezTo>
                  <a:pt x="3539284" y="4487544"/>
                  <a:pt x="3538752" y="4487840"/>
                  <a:pt x="3538160" y="4487840"/>
                </a:cubicBezTo>
                <a:lnTo>
                  <a:pt x="3515180" y="4487840"/>
                </a:lnTo>
                <a:cubicBezTo>
                  <a:pt x="3514588" y="4487840"/>
                  <a:pt x="3514055" y="4487484"/>
                  <a:pt x="3513759" y="4487011"/>
                </a:cubicBezTo>
                <a:lnTo>
                  <a:pt x="3502269" y="4467111"/>
                </a:lnTo>
                <a:cubicBezTo>
                  <a:pt x="3501973" y="4466637"/>
                  <a:pt x="3501973" y="4465986"/>
                  <a:pt x="3502269" y="4465512"/>
                </a:cubicBezTo>
                <a:lnTo>
                  <a:pt x="3513759" y="4445612"/>
                </a:lnTo>
                <a:cubicBezTo>
                  <a:pt x="3514055" y="4445079"/>
                  <a:pt x="3514588" y="4444783"/>
                  <a:pt x="3515180" y="4444783"/>
                </a:cubicBezTo>
                <a:close/>
                <a:moveTo>
                  <a:pt x="4191470" y="4444665"/>
                </a:moveTo>
                <a:lnTo>
                  <a:pt x="4214568" y="4444665"/>
                </a:lnTo>
                <a:cubicBezTo>
                  <a:pt x="4215160" y="4444665"/>
                  <a:pt x="4215694" y="4445020"/>
                  <a:pt x="4215990" y="4445494"/>
                </a:cubicBezTo>
                <a:lnTo>
                  <a:pt x="4227539" y="4465453"/>
                </a:lnTo>
                <a:cubicBezTo>
                  <a:pt x="4227835" y="4465986"/>
                  <a:pt x="4227835" y="4466637"/>
                  <a:pt x="4227539" y="4467111"/>
                </a:cubicBezTo>
                <a:lnTo>
                  <a:pt x="4215990" y="4487070"/>
                </a:lnTo>
                <a:cubicBezTo>
                  <a:pt x="4215694" y="4487603"/>
                  <a:pt x="4215160" y="4487899"/>
                  <a:pt x="4214568" y="4487899"/>
                </a:cubicBezTo>
                <a:lnTo>
                  <a:pt x="4191470" y="4487899"/>
                </a:lnTo>
                <a:cubicBezTo>
                  <a:pt x="4190878" y="4487899"/>
                  <a:pt x="4190345" y="4487544"/>
                  <a:pt x="4190049" y="4487070"/>
                </a:cubicBezTo>
                <a:lnTo>
                  <a:pt x="4178500" y="4467111"/>
                </a:lnTo>
                <a:cubicBezTo>
                  <a:pt x="4178204" y="4466578"/>
                  <a:pt x="4178204" y="4465927"/>
                  <a:pt x="4178500" y="4465453"/>
                </a:cubicBezTo>
                <a:lnTo>
                  <a:pt x="4190049" y="4445494"/>
                </a:lnTo>
                <a:cubicBezTo>
                  <a:pt x="4190345" y="4444961"/>
                  <a:pt x="4190878" y="4444665"/>
                  <a:pt x="4191470" y="4444665"/>
                </a:cubicBezTo>
                <a:close/>
                <a:moveTo>
                  <a:pt x="4394258" y="4444428"/>
                </a:moveTo>
                <a:lnTo>
                  <a:pt x="4417533" y="4444428"/>
                </a:lnTo>
                <a:cubicBezTo>
                  <a:pt x="4418125" y="4444428"/>
                  <a:pt x="4418659" y="4444724"/>
                  <a:pt x="4418954" y="4445257"/>
                </a:cubicBezTo>
                <a:lnTo>
                  <a:pt x="4430563" y="4465453"/>
                </a:lnTo>
                <a:cubicBezTo>
                  <a:pt x="4430859" y="4465986"/>
                  <a:pt x="4430859" y="4466578"/>
                  <a:pt x="4430563" y="4467111"/>
                </a:cubicBezTo>
                <a:lnTo>
                  <a:pt x="4418895" y="4487307"/>
                </a:lnTo>
                <a:cubicBezTo>
                  <a:pt x="4418599" y="4487840"/>
                  <a:pt x="4418066" y="4488136"/>
                  <a:pt x="4417474" y="4488136"/>
                </a:cubicBezTo>
                <a:lnTo>
                  <a:pt x="4394199" y="4488136"/>
                </a:lnTo>
                <a:cubicBezTo>
                  <a:pt x="4393606" y="4488136"/>
                  <a:pt x="4393073" y="4487840"/>
                  <a:pt x="4392777" y="4487307"/>
                </a:cubicBezTo>
                <a:lnTo>
                  <a:pt x="4381169" y="4467111"/>
                </a:lnTo>
                <a:cubicBezTo>
                  <a:pt x="4380873" y="4466578"/>
                  <a:pt x="4380873" y="4465986"/>
                  <a:pt x="4381169" y="4465453"/>
                </a:cubicBezTo>
                <a:lnTo>
                  <a:pt x="4392836" y="4445257"/>
                </a:lnTo>
                <a:cubicBezTo>
                  <a:pt x="4393132" y="4444724"/>
                  <a:pt x="4393665" y="4444428"/>
                  <a:pt x="4394258" y="4444428"/>
                </a:cubicBezTo>
                <a:close/>
                <a:moveTo>
                  <a:pt x="3785602" y="4444428"/>
                </a:moveTo>
                <a:lnTo>
                  <a:pt x="3808877" y="4444428"/>
                </a:lnTo>
                <a:cubicBezTo>
                  <a:pt x="3809469" y="4444428"/>
                  <a:pt x="3810003" y="4444724"/>
                  <a:pt x="3810298" y="4445257"/>
                </a:cubicBezTo>
                <a:lnTo>
                  <a:pt x="3821907" y="4465453"/>
                </a:lnTo>
                <a:cubicBezTo>
                  <a:pt x="3822203" y="4465986"/>
                  <a:pt x="3822203" y="4466578"/>
                  <a:pt x="3821907" y="4467111"/>
                </a:cubicBezTo>
                <a:lnTo>
                  <a:pt x="3810239" y="4487307"/>
                </a:lnTo>
                <a:cubicBezTo>
                  <a:pt x="3809943" y="4487840"/>
                  <a:pt x="3809411" y="4488136"/>
                  <a:pt x="3808818" y="4488136"/>
                </a:cubicBezTo>
                <a:lnTo>
                  <a:pt x="3785543" y="4488136"/>
                </a:lnTo>
                <a:cubicBezTo>
                  <a:pt x="3784951" y="4488136"/>
                  <a:pt x="3784417" y="4487840"/>
                  <a:pt x="3784121" y="4487307"/>
                </a:cubicBezTo>
                <a:lnTo>
                  <a:pt x="3772513" y="4467111"/>
                </a:lnTo>
                <a:cubicBezTo>
                  <a:pt x="3772217" y="4466578"/>
                  <a:pt x="3772217" y="4465986"/>
                  <a:pt x="3772513" y="4465453"/>
                </a:cubicBezTo>
                <a:lnTo>
                  <a:pt x="3784181" y="4445257"/>
                </a:lnTo>
                <a:cubicBezTo>
                  <a:pt x="3784476" y="4444724"/>
                  <a:pt x="3785010" y="4444428"/>
                  <a:pt x="3785602" y="4444428"/>
                </a:cubicBezTo>
                <a:close/>
                <a:moveTo>
                  <a:pt x="3582163" y="4443540"/>
                </a:moveTo>
                <a:lnTo>
                  <a:pt x="3606446" y="4443540"/>
                </a:lnTo>
                <a:cubicBezTo>
                  <a:pt x="3607038" y="4443540"/>
                  <a:pt x="3607630" y="4443895"/>
                  <a:pt x="3607926" y="4444428"/>
                </a:cubicBezTo>
                <a:lnTo>
                  <a:pt x="3620067" y="4465453"/>
                </a:lnTo>
                <a:cubicBezTo>
                  <a:pt x="3620363" y="4465986"/>
                  <a:pt x="3620363" y="4466638"/>
                  <a:pt x="3620067" y="4467171"/>
                </a:cubicBezTo>
                <a:lnTo>
                  <a:pt x="3607926" y="4488196"/>
                </a:lnTo>
                <a:cubicBezTo>
                  <a:pt x="3607630" y="4488729"/>
                  <a:pt x="3607038" y="4489084"/>
                  <a:pt x="3606446" y="4489084"/>
                </a:cubicBezTo>
                <a:lnTo>
                  <a:pt x="3582163" y="4489084"/>
                </a:lnTo>
                <a:cubicBezTo>
                  <a:pt x="3581571" y="4489084"/>
                  <a:pt x="3580978" y="4488729"/>
                  <a:pt x="3580683" y="4488196"/>
                </a:cubicBezTo>
                <a:lnTo>
                  <a:pt x="3568541" y="4467171"/>
                </a:lnTo>
                <a:cubicBezTo>
                  <a:pt x="3568245" y="4466638"/>
                  <a:pt x="3568245" y="4465986"/>
                  <a:pt x="3568541" y="4465453"/>
                </a:cubicBezTo>
                <a:lnTo>
                  <a:pt x="3580683" y="4444428"/>
                </a:lnTo>
                <a:cubicBezTo>
                  <a:pt x="3580978" y="4443895"/>
                  <a:pt x="3581571" y="4443540"/>
                  <a:pt x="3582163" y="4443540"/>
                </a:cubicBezTo>
                <a:close/>
                <a:moveTo>
                  <a:pt x="3389030" y="4403089"/>
                </a:moveTo>
                <a:lnTo>
                  <a:pt x="3393887" y="4403089"/>
                </a:lnTo>
                <a:cubicBezTo>
                  <a:pt x="3394006" y="4403089"/>
                  <a:pt x="3394183" y="4403267"/>
                  <a:pt x="3394183" y="4403267"/>
                </a:cubicBezTo>
                <a:lnTo>
                  <a:pt x="3396611" y="4407472"/>
                </a:lnTo>
                <a:cubicBezTo>
                  <a:pt x="3396671" y="4407590"/>
                  <a:pt x="3396611" y="4407827"/>
                  <a:pt x="3396611" y="4407827"/>
                </a:cubicBezTo>
                <a:lnTo>
                  <a:pt x="3394183" y="4412032"/>
                </a:lnTo>
                <a:cubicBezTo>
                  <a:pt x="3394124" y="4412151"/>
                  <a:pt x="3393887" y="4412210"/>
                  <a:pt x="3393887" y="4412210"/>
                </a:cubicBezTo>
                <a:lnTo>
                  <a:pt x="3389030" y="4412210"/>
                </a:lnTo>
                <a:cubicBezTo>
                  <a:pt x="3388913" y="4412210"/>
                  <a:pt x="3388735" y="4412032"/>
                  <a:pt x="3388735" y="4412032"/>
                </a:cubicBezTo>
                <a:lnTo>
                  <a:pt x="3386306" y="4407827"/>
                </a:lnTo>
                <a:cubicBezTo>
                  <a:pt x="3386247" y="4407709"/>
                  <a:pt x="3386306" y="4407472"/>
                  <a:pt x="3386306" y="4407472"/>
                </a:cubicBezTo>
                <a:lnTo>
                  <a:pt x="3388735" y="4403267"/>
                </a:lnTo>
                <a:cubicBezTo>
                  <a:pt x="3388794" y="4403148"/>
                  <a:pt x="3389030" y="4403089"/>
                  <a:pt x="3389030" y="4403089"/>
                </a:cubicBezTo>
                <a:close/>
                <a:moveTo>
                  <a:pt x="3320685" y="4401786"/>
                </a:moveTo>
                <a:lnTo>
                  <a:pt x="3326962" y="4401786"/>
                </a:lnTo>
                <a:cubicBezTo>
                  <a:pt x="3327081" y="4401786"/>
                  <a:pt x="3327318" y="4402023"/>
                  <a:pt x="3327318" y="4402023"/>
                </a:cubicBezTo>
                <a:lnTo>
                  <a:pt x="3330457" y="4407471"/>
                </a:lnTo>
                <a:cubicBezTo>
                  <a:pt x="3330516" y="4407649"/>
                  <a:pt x="3330457" y="4407945"/>
                  <a:pt x="3330457" y="4407945"/>
                </a:cubicBezTo>
                <a:lnTo>
                  <a:pt x="3327318" y="4413394"/>
                </a:lnTo>
                <a:cubicBezTo>
                  <a:pt x="3327259" y="4413572"/>
                  <a:pt x="3326962" y="4413631"/>
                  <a:pt x="3326962" y="4413631"/>
                </a:cubicBezTo>
                <a:lnTo>
                  <a:pt x="3320685" y="4413631"/>
                </a:lnTo>
                <a:cubicBezTo>
                  <a:pt x="3320566" y="4413631"/>
                  <a:pt x="3320329" y="4413394"/>
                  <a:pt x="3320329" y="4413394"/>
                </a:cubicBezTo>
                <a:lnTo>
                  <a:pt x="3317190" y="4407945"/>
                </a:lnTo>
                <a:cubicBezTo>
                  <a:pt x="3317131" y="4407767"/>
                  <a:pt x="3317190" y="4407471"/>
                  <a:pt x="3317190" y="4407471"/>
                </a:cubicBezTo>
                <a:lnTo>
                  <a:pt x="3320329" y="4402023"/>
                </a:lnTo>
                <a:cubicBezTo>
                  <a:pt x="3320388" y="4401845"/>
                  <a:pt x="3320685" y="4401786"/>
                  <a:pt x="3320685" y="4401786"/>
                </a:cubicBezTo>
                <a:close/>
                <a:moveTo>
                  <a:pt x="3989632" y="4387987"/>
                </a:moveTo>
                <a:lnTo>
                  <a:pt x="4010598" y="4387987"/>
                </a:lnTo>
                <a:cubicBezTo>
                  <a:pt x="4011131" y="4387987"/>
                  <a:pt x="4011604" y="4388283"/>
                  <a:pt x="4011901" y="4388757"/>
                </a:cubicBezTo>
                <a:lnTo>
                  <a:pt x="4022384" y="4406939"/>
                </a:lnTo>
                <a:cubicBezTo>
                  <a:pt x="4022679" y="4407413"/>
                  <a:pt x="4022679" y="4407946"/>
                  <a:pt x="4022384" y="4408420"/>
                </a:cubicBezTo>
                <a:lnTo>
                  <a:pt x="4011901" y="4426602"/>
                </a:lnTo>
                <a:cubicBezTo>
                  <a:pt x="4011604" y="4427075"/>
                  <a:pt x="4011131" y="4427371"/>
                  <a:pt x="4010598" y="4427371"/>
                </a:cubicBezTo>
                <a:lnTo>
                  <a:pt x="3989632" y="4427371"/>
                </a:lnTo>
                <a:cubicBezTo>
                  <a:pt x="3989099" y="4427371"/>
                  <a:pt x="3988625" y="4427075"/>
                  <a:pt x="3988329" y="4426602"/>
                </a:cubicBezTo>
                <a:lnTo>
                  <a:pt x="3977846" y="4408420"/>
                </a:lnTo>
                <a:cubicBezTo>
                  <a:pt x="3977550" y="4407946"/>
                  <a:pt x="3977550" y="4407413"/>
                  <a:pt x="3977846" y="4406939"/>
                </a:cubicBezTo>
                <a:lnTo>
                  <a:pt x="3988329" y="4388757"/>
                </a:lnTo>
                <a:cubicBezTo>
                  <a:pt x="3988625" y="4388283"/>
                  <a:pt x="3989099" y="4387987"/>
                  <a:pt x="3989632" y="4387987"/>
                </a:cubicBezTo>
                <a:close/>
                <a:moveTo>
                  <a:pt x="4192478" y="4387927"/>
                </a:moveTo>
                <a:lnTo>
                  <a:pt x="4213562" y="4387927"/>
                </a:lnTo>
                <a:cubicBezTo>
                  <a:pt x="4214095" y="4387927"/>
                  <a:pt x="4214569" y="4388223"/>
                  <a:pt x="4214865" y="4388697"/>
                </a:cubicBezTo>
                <a:lnTo>
                  <a:pt x="4225407" y="4406938"/>
                </a:lnTo>
                <a:cubicBezTo>
                  <a:pt x="4225703" y="4407412"/>
                  <a:pt x="4225703" y="4407945"/>
                  <a:pt x="4225407" y="4408419"/>
                </a:cubicBezTo>
                <a:lnTo>
                  <a:pt x="4214865" y="4426660"/>
                </a:lnTo>
                <a:cubicBezTo>
                  <a:pt x="4214569" y="4427134"/>
                  <a:pt x="4214095" y="4427430"/>
                  <a:pt x="4213562" y="4427430"/>
                </a:cubicBezTo>
                <a:lnTo>
                  <a:pt x="4192478" y="4427430"/>
                </a:lnTo>
                <a:cubicBezTo>
                  <a:pt x="4191945" y="4427430"/>
                  <a:pt x="4191471" y="4427134"/>
                  <a:pt x="4191175" y="4426660"/>
                </a:cubicBezTo>
                <a:lnTo>
                  <a:pt x="4180633" y="4408419"/>
                </a:lnTo>
                <a:cubicBezTo>
                  <a:pt x="4180337" y="4407945"/>
                  <a:pt x="4180337" y="4407412"/>
                  <a:pt x="4180633" y="4406938"/>
                </a:cubicBezTo>
                <a:lnTo>
                  <a:pt x="4191175" y="4388697"/>
                </a:lnTo>
                <a:cubicBezTo>
                  <a:pt x="4191471" y="4388223"/>
                  <a:pt x="4191945" y="4387927"/>
                  <a:pt x="4192478" y="4387927"/>
                </a:cubicBezTo>
                <a:close/>
                <a:moveTo>
                  <a:pt x="5003980" y="4387809"/>
                </a:moveTo>
                <a:lnTo>
                  <a:pt x="5025182" y="4387809"/>
                </a:lnTo>
                <a:cubicBezTo>
                  <a:pt x="5025715" y="4387809"/>
                  <a:pt x="5026189" y="4388105"/>
                  <a:pt x="5026485" y="4388579"/>
                </a:cubicBezTo>
                <a:lnTo>
                  <a:pt x="5037086" y="4406939"/>
                </a:lnTo>
                <a:cubicBezTo>
                  <a:pt x="5037383" y="4407353"/>
                  <a:pt x="5037383" y="4407946"/>
                  <a:pt x="5037086" y="4408420"/>
                </a:cubicBezTo>
                <a:lnTo>
                  <a:pt x="5026485" y="4426779"/>
                </a:lnTo>
                <a:cubicBezTo>
                  <a:pt x="5026189" y="4427253"/>
                  <a:pt x="5025715" y="4427549"/>
                  <a:pt x="5025182" y="4427549"/>
                </a:cubicBezTo>
                <a:lnTo>
                  <a:pt x="5003980" y="4427549"/>
                </a:lnTo>
                <a:cubicBezTo>
                  <a:pt x="5003447" y="4427549"/>
                  <a:pt x="5002973" y="4427253"/>
                  <a:pt x="5002677" y="4426779"/>
                </a:cubicBezTo>
                <a:lnTo>
                  <a:pt x="4992075" y="4408420"/>
                </a:lnTo>
                <a:cubicBezTo>
                  <a:pt x="4991779" y="4408005"/>
                  <a:pt x="4991779" y="4407412"/>
                  <a:pt x="4992075" y="4406939"/>
                </a:cubicBezTo>
                <a:lnTo>
                  <a:pt x="5002677" y="4388579"/>
                </a:lnTo>
                <a:cubicBezTo>
                  <a:pt x="5002973" y="4388105"/>
                  <a:pt x="5003447" y="4387809"/>
                  <a:pt x="5003980" y="4387809"/>
                </a:cubicBezTo>
                <a:close/>
                <a:moveTo>
                  <a:pt x="4124725" y="4387691"/>
                </a:moveTo>
                <a:lnTo>
                  <a:pt x="4146046" y="4387691"/>
                </a:lnTo>
                <a:cubicBezTo>
                  <a:pt x="4146579" y="4387691"/>
                  <a:pt x="4147052" y="4387987"/>
                  <a:pt x="4147349" y="4388461"/>
                </a:cubicBezTo>
                <a:lnTo>
                  <a:pt x="4158009" y="4406939"/>
                </a:lnTo>
                <a:cubicBezTo>
                  <a:pt x="4158305" y="4407353"/>
                  <a:pt x="4158305" y="4407946"/>
                  <a:pt x="4158009" y="4408420"/>
                </a:cubicBezTo>
                <a:lnTo>
                  <a:pt x="4147349" y="4426898"/>
                </a:lnTo>
                <a:cubicBezTo>
                  <a:pt x="4147052" y="4427372"/>
                  <a:pt x="4146579" y="4427668"/>
                  <a:pt x="4146046" y="4427668"/>
                </a:cubicBezTo>
                <a:lnTo>
                  <a:pt x="4124725" y="4427668"/>
                </a:lnTo>
                <a:cubicBezTo>
                  <a:pt x="4124191" y="4427668"/>
                  <a:pt x="4123718" y="4427372"/>
                  <a:pt x="4123421" y="4426898"/>
                </a:cubicBezTo>
                <a:lnTo>
                  <a:pt x="4112761" y="4408420"/>
                </a:lnTo>
                <a:cubicBezTo>
                  <a:pt x="4112465" y="4408005"/>
                  <a:pt x="4112465" y="4407413"/>
                  <a:pt x="4112761" y="4406939"/>
                </a:cubicBezTo>
                <a:lnTo>
                  <a:pt x="4123421" y="4388461"/>
                </a:lnTo>
                <a:cubicBezTo>
                  <a:pt x="4123718" y="4387987"/>
                  <a:pt x="4124191" y="4387691"/>
                  <a:pt x="4124725" y="4387691"/>
                </a:cubicBezTo>
                <a:close/>
                <a:moveTo>
                  <a:pt x="3921819" y="4387691"/>
                </a:moveTo>
                <a:lnTo>
                  <a:pt x="3943140" y="4387691"/>
                </a:lnTo>
                <a:cubicBezTo>
                  <a:pt x="3943673" y="4387691"/>
                  <a:pt x="3944147" y="4387987"/>
                  <a:pt x="3944443" y="4388461"/>
                </a:cubicBezTo>
                <a:lnTo>
                  <a:pt x="3955103" y="4406939"/>
                </a:lnTo>
                <a:cubicBezTo>
                  <a:pt x="3955399" y="4407353"/>
                  <a:pt x="3955399" y="4407946"/>
                  <a:pt x="3955103" y="4408420"/>
                </a:cubicBezTo>
                <a:lnTo>
                  <a:pt x="3944443" y="4426898"/>
                </a:lnTo>
                <a:cubicBezTo>
                  <a:pt x="3944147" y="4427372"/>
                  <a:pt x="3943673" y="4427668"/>
                  <a:pt x="3943140" y="4427668"/>
                </a:cubicBezTo>
                <a:lnTo>
                  <a:pt x="3921819" y="4427668"/>
                </a:lnTo>
                <a:cubicBezTo>
                  <a:pt x="3921285" y="4427668"/>
                  <a:pt x="3920812" y="4427372"/>
                  <a:pt x="3920515" y="4426898"/>
                </a:cubicBezTo>
                <a:lnTo>
                  <a:pt x="3909855" y="4408420"/>
                </a:lnTo>
                <a:cubicBezTo>
                  <a:pt x="3909559" y="4408005"/>
                  <a:pt x="3909559" y="4407413"/>
                  <a:pt x="3909855" y="4406939"/>
                </a:cubicBezTo>
                <a:lnTo>
                  <a:pt x="3920515" y="4388461"/>
                </a:lnTo>
                <a:cubicBezTo>
                  <a:pt x="3920812" y="4387987"/>
                  <a:pt x="3921285" y="4387691"/>
                  <a:pt x="3921819" y="4387691"/>
                </a:cubicBezTo>
                <a:close/>
                <a:moveTo>
                  <a:pt x="4057030" y="4387513"/>
                </a:moveTo>
                <a:lnTo>
                  <a:pt x="4078529" y="4387513"/>
                </a:lnTo>
                <a:cubicBezTo>
                  <a:pt x="4079061" y="4387513"/>
                  <a:pt x="4079536" y="4387809"/>
                  <a:pt x="4079831" y="4388283"/>
                </a:cubicBezTo>
                <a:lnTo>
                  <a:pt x="4090611" y="4406939"/>
                </a:lnTo>
                <a:cubicBezTo>
                  <a:pt x="4090906" y="4407413"/>
                  <a:pt x="4090906" y="4408005"/>
                  <a:pt x="4090611" y="4408479"/>
                </a:cubicBezTo>
                <a:lnTo>
                  <a:pt x="4079831" y="4427135"/>
                </a:lnTo>
                <a:cubicBezTo>
                  <a:pt x="4079595" y="4427609"/>
                  <a:pt x="4079061" y="4427905"/>
                  <a:pt x="4078529" y="4427905"/>
                </a:cubicBezTo>
                <a:lnTo>
                  <a:pt x="4057030" y="4427905"/>
                </a:lnTo>
                <a:cubicBezTo>
                  <a:pt x="4056497" y="4427905"/>
                  <a:pt x="4056023" y="4427609"/>
                  <a:pt x="4055727" y="4427135"/>
                </a:cubicBezTo>
                <a:lnTo>
                  <a:pt x="4044948" y="4408479"/>
                </a:lnTo>
                <a:cubicBezTo>
                  <a:pt x="4044652" y="4408005"/>
                  <a:pt x="4044652" y="4407413"/>
                  <a:pt x="4044948" y="4406939"/>
                </a:cubicBezTo>
                <a:lnTo>
                  <a:pt x="4055727" y="4388283"/>
                </a:lnTo>
                <a:cubicBezTo>
                  <a:pt x="4055964" y="4387809"/>
                  <a:pt x="4056497" y="4387513"/>
                  <a:pt x="4057030" y="4387513"/>
                </a:cubicBezTo>
                <a:close/>
                <a:moveTo>
                  <a:pt x="3854006" y="4387276"/>
                </a:moveTo>
                <a:lnTo>
                  <a:pt x="3875742" y="4387276"/>
                </a:lnTo>
                <a:cubicBezTo>
                  <a:pt x="3876275" y="4387276"/>
                  <a:pt x="3876749" y="4387572"/>
                  <a:pt x="3877045" y="4388046"/>
                </a:cubicBezTo>
                <a:lnTo>
                  <a:pt x="3887884" y="4406879"/>
                </a:lnTo>
                <a:cubicBezTo>
                  <a:pt x="3888179" y="4407353"/>
                  <a:pt x="3888179" y="4407946"/>
                  <a:pt x="3887884" y="4408419"/>
                </a:cubicBezTo>
                <a:lnTo>
                  <a:pt x="3876986" y="4427253"/>
                </a:lnTo>
                <a:cubicBezTo>
                  <a:pt x="3876749" y="4427726"/>
                  <a:pt x="3876216" y="4428023"/>
                  <a:pt x="3875683" y="4428023"/>
                </a:cubicBezTo>
                <a:lnTo>
                  <a:pt x="3853947" y="4428023"/>
                </a:lnTo>
                <a:cubicBezTo>
                  <a:pt x="3853414" y="4428023"/>
                  <a:pt x="3852941" y="4427726"/>
                  <a:pt x="3852644" y="4427253"/>
                </a:cubicBezTo>
                <a:lnTo>
                  <a:pt x="3841806" y="4408419"/>
                </a:lnTo>
                <a:cubicBezTo>
                  <a:pt x="3841510" y="4407946"/>
                  <a:pt x="3841510" y="4407353"/>
                  <a:pt x="3841806" y="4406879"/>
                </a:cubicBezTo>
                <a:lnTo>
                  <a:pt x="3852704" y="4388046"/>
                </a:lnTo>
                <a:cubicBezTo>
                  <a:pt x="3852941" y="4387572"/>
                  <a:pt x="3853473" y="4387276"/>
                  <a:pt x="3854006" y="4387276"/>
                </a:cubicBezTo>
                <a:close/>
                <a:moveTo>
                  <a:pt x="4935871" y="4386980"/>
                </a:moveTo>
                <a:lnTo>
                  <a:pt x="4957962" y="4386980"/>
                </a:lnTo>
                <a:cubicBezTo>
                  <a:pt x="4958554" y="4386980"/>
                  <a:pt x="4959029" y="4387276"/>
                  <a:pt x="4959324" y="4387750"/>
                </a:cubicBezTo>
                <a:lnTo>
                  <a:pt x="4970340" y="4406880"/>
                </a:lnTo>
                <a:cubicBezTo>
                  <a:pt x="4970637" y="4407353"/>
                  <a:pt x="4970637" y="4407946"/>
                  <a:pt x="4970340" y="4408419"/>
                </a:cubicBezTo>
                <a:lnTo>
                  <a:pt x="4959265" y="4427549"/>
                </a:lnTo>
                <a:cubicBezTo>
                  <a:pt x="4958969" y="4428023"/>
                  <a:pt x="4958436" y="4428319"/>
                  <a:pt x="4957903" y="4428319"/>
                </a:cubicBezTo>
                <a:lnTo>
                  <a:pt x="4935812" y="4428319"/>
                </a:lnTo>
                <a:cubicBezTo>
                  <a:pt x="4935220" y="4428319"/>
                  <a:pt x="4934746" y="4428023"/>
                  <a:pt x="4934450" y="4427549"/>
                </a:cubicBezTo>
                <a:lnTo>
                  <a:pt x="4923434" y="4408419"/>
                </a:lnTo>
                <a:cubicBezTo>
                  <a:pt x="4923138" y="4407946"/>
                  <a:pt x="4923138" y="4407353"/>
                  <a:pt x="4923434" y="4406880"/>
                </a:cubicBezTo>
                <a:lnTo>
                  <a:pt x="4934509" y="4387750"/>
                </a:lnTo>
                <a:cubicBezTo>
                  <a:pt x="4934805" y="4387276"/>
                  <a:pt x="4935339" y="4386980"/>
                  <a:pt x="4935871" y="4386980"/>
                </a:cubicBezTo>
                <a:close/>
                <a:moveTo>
                  <a:pt x="4462485" y="4386980"/>
                </a:moveTo>
                <a:lnTo>
                  <a:pt x="4484576" y="4386980"/>
                </a:lnTo>
                <a:cubicBezTo>
                  <a:pt x="4485169" y="4386980"/>
                  <a:pt x="4485642" y="4387276"/>
                  <a:pt x="4485939" y="4387750"/>
                </a:cubicBezTo>
                <a:lnTo>
                  <a:pt x="4496954" y="4406880"/>
                </a:lnTo>
                <a:cubicBezTo>
                  <a:pt x="4497250" y="4407353"/>
                  <a:pt x="4497250" y="4407946"/>
                  <a:pt x="4496954" y="4408419"/>
                </a:cubicBezTo>
                <a:lnTo>
                  <a:pt x="4485879" y="4427549"/>
                </a:lnTo>
                <a:cubicBezTo>
                  <a:pt x="4485583" y="4428023"/>
                  <a:pt x="4485050" y="4428319"/>
                  <a:pt x="4484517" y="4428319"/>
                </a:cubicBezTo>
                <a:lnTo>
                  <a:pt x="4462426" y="4428319"/>
                </a:lnTo>
                <a:cubicBezTo>
                  <a:pt x="4461834" y="4428319"/>
                  <a:pt x="4461360" y="4428023"/>
                  <a:pt x="4461064" y="4427549"/>
                </a:cubicBezTo>
                <a:lnTo>
                  <a:pt x="4450048" y="4408419"/>
                </a:lnTo>
                <a:cubicBezTo>
                  <a:pt x="4449752" y="4407946"/>
                  <a:pt x="4449752" y="4407353"/>
                  <a:pt x="4450048" y="4406880"/>
                </a:cubicBezTo>
                <a:lnTo>
                  <a:pt x="4461123" y="4387750"/>
                </a:lnTo>
                <a:cubicBezTo>
                  <a:pt x="4461419" y="4387276"/>
                  <a:pt x="4461952" y="4386980"/>
                  <a:pt x="4462485" y="4386980"/>
                </a:cubicBezTo>
                <a:close/>
                <a:moveTo>
                  <a:pt x="4868177" y="4386861"/>
                </a:moveTo>
                <a:lnTo>
                  <a:pt x="4890386" y="4386861"/>
                </a:lnTo>
                <a:cubicBezTo>
                  <a:pt x="4890920" y="4386861"/>
                  <a:pt x="4891453" y="4387157"/>
                  <a:pt x="4891749" y="4387631"/>
                </a:cubicBezTo>
                <a:lnTo>
                  <a:pt x="4902824" y="4406879"/>
                </a:lnTo>
                <a:cubicBezTo>
                  <a:pt x="4903120" y="4407353"/>
                  <a:pt x="4903120" y="4407945"/>
                  <a:pt x="4902824" y="4408419"/>
                </a:cubicBezTo>
                <a:lnTo>
                  <a:pt x="4891749" y="4427667"/>
                </a:lnTo>
                <a:cubicBezTo>
                  <a:pt x="4891453" y="4428141"/>
                  <a:pt x="4890920" y="4428437"/>
                  <a:pt x="4890386" y="4428437"/>
                </a:cubicBezTo>
                <a:lnTo>
                  <a:pt x="4868177" y="4428437"/>
                </a:lnTo>
                <a:cubicBezTo>
                  <a:pt x="4867644" y="4428437"/>
                  <a:pt x="4867111" y="4428141"/>
                  <a:pt x="4866815" y="4427667"/>
                </a:cubicBezTo>
                <a:lnTo>
                  <a:pt x="4855740" y="4408419"/>
                </a:lnTo>
                <a:cubicBezTo>
                  <a:pt x="4855444" y="4407945"/>
                  <a:pt x="4855444" y="4407353"/>
                  <a:pt x="4855740" y="4406879"/>
                </a:cubicBezTo>
                <a:lnTo>
                  <a:pt x="4866815" y="4387631"/>
                </a:lnTo>
                <a:cubicBezTo>
                  <a:pt x="4867111" y="4387157"/>
                  <a:pt x="4867644" y="4386861"/>
                  <a:pt x="4868177" y="4386861"/>
                </a:cubicBezTo>
                <a:close/>
                <a:moveTo>
                  <a:pt x="4327096" y="4386743"/>
                </a:moveTo>
                <a:lnTo>
                  <a:pt x="4349424" y="4386743"/>
                </a:lnTo>
                <a:cubicBezTo>
                  <a:pt x="4349957" y="4386743"/>
                  <a:pt x="4350491" y="4387039"/>
                  <a:pt x="4350786" y="4387513"/>
                </a:cubicBezTo>
                <a:lnTo>
                  <a:pt x="4361921" y="4406820"/>
                </a:lnTo>
                <a:cubicBezTo>
                  <a:pt x="4362217" y="4407353"/>
                  <a:pt x="4362217" y="4407946"/>
                  <a:pt x="4361921" y="4408420"/>
                </a:cubicBezTo>
                <a:lnTo>
                  <a:pt x="4350786" y="4427727"/>
                </a:lnTo>
                <a:cubicBezTo>
                  <a:pt x="4350491" y="4428201"/>
                  <a:pt x="4349957" y="4428497"/>
                  <a:pt x="4349424" y="4428497"/>
                </a:cubicBezTo>
                <a:lnTo>
                  <a:pt x="4327096" y="4428497"/>
                </a:lnTo>
                <a:cubicBezTo>
                  <a:pt x="4326563" y="4428497"/>
                  <a:pt x="4326031" y="4428201"/>
                  <a:pt x="4325734" y="4427727"/>
                </a:cubicBezTo>
                <a:lnTo>
                  <a:pt x="4314600" y="4408420"/>
                </a:lnTo>
                <a:cubicBezTo>
                  <a:pt x="4314304" y="4407886"/>
                  <a:pt x="4314304" y="4407294"/>
                  <a:pt x="4314600" y="4406820"/>
                </a:cubicBezTo>
                <a:lnTo>
                  <a:pt x="4325734" y="4387513"/>
                </a:lnTo>
                <a:cubicBezTo>
                  <a:pt x="4326031" y="4387039"/>
                  <a:pt x="4326563" y="4386743"/>
                  <a:pt x="4327096" y="4386743"/>
                </a:cubicBezTo>
                <a:close/>
                <a:moveTo>
                  <a:pt x="4394732" y="4386684"/>
                </a:moveTo>
                <a:lnTo>
                  <a:pt x="4417119" y="4386684"/>
                </a:lnTo>
                <a:cubicBezTo>
                  <a:pt x="4417652" y="4386684"/>
                  <a:pt x="4418185" y="4386980"/>
                  <a:pt x="4418481" y="4387454"/>
                </a:cubicBezTo>
                <a:lnTo>
                  <a:pt x="4429675" y="4406880"/>
                </a:lnTo>
                <a:cubicBezTo>
                  <a:pt x="4429971" y="4407354"/>
                  <a:pt x="4429971" y="4408005"/>
                  <a:pt x="4429675" y="4408479"/>
                </a:cubicBezTo>
                <a:lnTo>
                  <a:pt x="4418481" y="4427905"/>
                </a:lnTo>
                <a:cubicBezTo>
                  <a:pt x="4418185" y="4428379"/>
                  <a:pt x="4417652" y="4428675"/>
                  <a:pt x="4417119" y="4428675"/>
                </a:cubicBezTo>
                <a:lnTo>
                  <a:pt x="4394732" y="4428675"/>
                </a:lnTo>
                <a:cubicBezTo>
                  <a:pt x="4394199" y="4428675"/>
                  <a:pt x="4393666" y="4428379"/>
                  <a:pt x="4393370" y="4427905"/>
                </a:cubicBezTo>
                <a:lnTo>
                  <a:pt x="4382176" y="4408479"/>
                </a:lnTo>
                <a:cubicBezTo>
                  <a:pt x="4381880" y="4408005"/>
                  <a:pt x="4381880" y="4407354"/>
                  <a:pt x="4382176" y="4406880"/>
                </a:cubicBezTo>
                <a:lnTo>
                  <a:pt x="4393370" y="4387454"/>
                </a:lnTo>
                <a:cubicBezTo>
                  <a:pt x="4393666" y="4386980"/>
                  <a:pt x="4394199" y="4386684"/>
                  <a:pt x="4394732" y="4386684"/>
                </a:cubicBezTo>
                <a:close/>
                <a:moveTo>
                  <a:pt x="4597459" y="4386447"/>
                </a:moveTo>
                <a:lnTo>
                  <a:pt x="4620083" y="4386447"/>
                </a:lnTo>
                <a:cubicBezTo>
                  <a:pt x="4620616" y="4386447"/>
                  <a:pt x="4621149" y="4386802"/>
                  <a:pt x="4621445" y="4387276"/>
                </a:cubicBezTo>
                <a:lnTo>
                  <a:pt x="4632757" y="4406880"/>
                </a:lnTo>
                <a:cubicBezTo>
                  <a:pt x="4633053" y="4407353"/>
                  <a:pt x="4633053" y="4408005"/>
                  <a:pt x="4632757" y="4408479"/>
                </a:cubicBezTo>
                <a:lnTo>
                  <a:pt x="4621445" y="4428082"/>
                </a:lnTo>
                <a:cubicBezTo>
                  <a:pt x="4621149" y="4428615"/>
                  <a:pt x="4620676" y="4428911"/>
                  <a:pt x="4620083" y="4428911"/>
                </a:cubicBezTo>
                <a:lnTo>
                  <a:pt x="4597459" y="4428911"/>
                </a:lnTo>
                <a:cubicBezTo>
                  <a:pt x="4596926" y="4428911"/>
                  <a:pt x="4596393" y="4428556"/>
                  <a:pt x="4596097" y="4428082"/>
                </a:cubicBezTo>
                <a:lnTo>
                  <a:pt x="4584785" y="4408479"/>
                </a:lnTo>
                <a:cubicBezTo>
                  <a:pt x="4584489" y="4408005"/>
                  <a:pt x="4584489" y="4407353"/>
                  <a:pt x="4584785" y="4406880"/>
                </a:cubicBezTo>
                <a:lnTo>
                  <a:pt x="4596097" y="4387276"/>
                </a:lnTo>
                <a:cubicBezTo>
                  <a:pt x="4596393" y="4386743"/>
                  <a:pt x="4596867" y="4386447"/>
                  <a:pt x="4597459" y="4386447"/>
                </a:cubicBezTo>
                <a:close/>
                <a:moveTo>
                  <a:pt x="4732669" y="4386388"/>
                </a:moveTo>
                <a:lnTo>
                  <a:pt x="4755412" y="4386388"/>
                </a:lnTo>
                <a:cubicBezTo>
                  <a:pt x="4755945" y="4386388"/>
                  <a:pt x="4756478" y="4386743"/>
                  <a:pt x="4756774" y="4387217"/>
                </a:cubicBezTo>
                <a:lnTo>
                  <a:pt x="4768146" y="4406939"/>
                </a:lnTo>
                <a:cubicBezTo>
                  <a:pt x="4768441" y="4407413"/>
                  <a:pt x="4768441" y="4408065"/>
                  <a:pt x="4768146" y="4408538"/>
                </a:cubicBezTo>
                <a:lnTo>
                  <a:pt x="4756774" y="4428260"/>
                </a:lnTo>
                <a:cubicBezTo>
                  <a:pt x="4756537" y="4428793"/>
                  <a:pt x="4756004" y="4429089"/>
                  <a:pt x="4755412" y="4429089"/>
                </a:cubicBezTo>
                <a:lnTo>
                  <a:pt x="4732669" y="4429089"/>
                </a:lnTo>
                <a:cubicBezTo>
                  <a:pt x="4732136" y="4429089"/>
                  <a:pt x="4731603" y="4428734"/>
                  <a:pt x="4731307" y="4428260"/>
                </a:cubicBezTo>
                <a:lnTo>
                  <a:pt x="4719936" y="4408538"/>
                </a:lnTo>
                <a:cubicBezTo>
                  <a:pt x="4719640" y="4408065"/>
                  <a:pt x="4719640" y="4407413"/>
                  <a:pt x="4719936" y="4406939"/>
                </a:cubicBezTo>
                <a:lnTo>
                  <a:pt x="4731307" y="4387217"/>
                </a:lnTo>
                <a:cubicBezTo>
                  <a:pt x="4731544" y="4386684"/>
                  <a:pt x="4732077" y="4386388"/>
                  <a:pt x="4732669" y="4386388"/>
                </a:cubicBezTo>
                <a:close/>
                <a:moveTo>
                  <a:pt x="3785838" y="4386388"/>
                </a:moveTo>
                <a:lnTo>
                  <a:pt x="3808581" y="4386388"/>
                </a:lnTo>
                <a:cubicBezTo>
                  <a:pt x="3809114" y="4386388"/>
                  <a:pt x="3809647" y="4386743"/>
                  <a:pt x="3809943" y="4387217"/>
                </a:cubicBezTo>
                <a:lnTo>
                  <a:pt x="3821314" y="4406939"/>
                </a:lnTo>
                <a:cubicBezTo>
                  <a:pt x="3821610" y="4407413"/>
                  <a:pt x="3821610" y="4408065"/>
                  <a:pt x="3821314" y="4408538"/>
                </a:cubicBezTo>
                <a:lnTo>
                  <a:pt x="3809943" y="4428260"/>
                </a:lnTo>
                <a:cubicBezTo>
                  <a:pt x="3809706" y="4428793"/>
                  <a:pt x="3809173" y="4429089"/>
                  <a:pt x="3808581" y="4429089"/>
                </a:cubicBezTo>
                <a:lnTo>
                  <a:pt x="3785838" y="4429089"/>
                </a:lnTo>
                <a:cubicBezTo>
                  <a:pt x="3785305" y="4429089"/>
                  <a:pt x="3784772" y="4428734"/>
                  <a:pt x="3784476" y="4428260"/>
                </a:cubicBezTo>
                <a:lnTo>
                  <a:pt x="3773105" y="4408538"/>
                </a:lnTo>
                <a:cubicBezTo>
                  <a:pt x="3772809" y="4408065"/>
                  <a:pt x="3772809" y="4407413"/>
                  <a:pt x="3773105" y="4406939"/>
                </a:cubicBezTo>
                <a:lnTo>
                  <a:pt x="3784476" y="4387217"/>
                </a:lnTo>
                <a:cubicBezTo>
                  <a:pt x="3784713" y="4386684"/>
                  <a:pt x="3785246" y="4386388"/>
                  <a:pt x="3785838" y="4386388"/>
                </a:cubicBezTo>
                <a:close/>
                <a:moveTo>
                  <a:pt x="4800246" y="4386269"/>
                </a:moveTo>
                <a:lnTo>
                  <a:pt x="4823106" y="4386269"/>
                </a:lnTo>
                <a:cubicBezTo>
                  <a:pt x="4823699" y="4386269"/>
                  <a:pt x="4824232" y="4386624"/>
                  <a:pt x="4824528" y="4387098"/>
                </a:cubicBezTo>
                <a:lnTo>
                  <a:pt x="4835959" y="4406880"/>
                </a:lnTo>
                <a:cubicBezTo>
                  <a:pt x="4836255" y="4407353"/>
                  <a:pt x="4836255" y="4408005"/>
                  <a:pt x="4835959" y="4408478"/>
                </a:cubicBezTo>
                <a:lnTo>
                  <a:pt x="4824528" y="4428260"/>
                </a:lnTo>
                <a:cubicBezTo>
                  <a:pt x="4824232" y="4428793"/>
                  <a:pt x="4823699" y="4429089"/>
                  <a:pt x="4823106" y="4429089"/>
                </a:cubicBezTo>
                <a:lnTo>
                  <a:pt x="4800246" y="4429089"/>
                </a:lnTo>
                <a:cubicBezTo>
                  <a:pt x="4799654" y="4429089"/>
                  <a:pt x="4799121" y="4428734"/>
                  <a:pt x="4798824" y="4428260"/>
                </a:cubicBezTo>
                <a:lnTo>
                  <a:pt x="4787394" y="4408478"/>
                </a:lnTo>
                <a:cubicBezTo>
                  <a:pt x="4787098" y="4408005"/>
                  <a:pt x="4787098" y="4407353"/>
                  <a:pt x="4787394" y="4406880"/>
                </a:cubicBezTo>
                <a:lnTo>
                  <a:pt x="4798824" y="4387098"/>
                </a:lnTo>
                <a:cubicBezTo>
                  <a:pt x="4799121" y="4386565"/>
                  <a:pt x="4799654" y="4386269"/>
                  <a:pt x="4800246" y="4386269"/>
                </a:cubicBezTo>
                <a:close/>
                <a:moveTo>
                  <a:pt x="4529705" y="4386269"/>
                </a:moveTo>
                <a:lnTo>
                  <a:pt x="4552566" y="4386269"/>
                </a:lnTo>
                <a:cubicBezTo>
                  <a:pt x="4553158" y="4386269"/>
                  <a:pt x="4553691" y="4386624"/>
                  <a:pt x="4553988" y="4387098"/>
                </a:cubicBezTo>
                <a:lnTo>
                  <a:pt x="4565418" y="4406880"/>
                </a:lnTo>
                <a:cubicBezTo>
                  <a:pt x="4565714" y="4407353"/>
                  <a:pt x="4565714" y="4408005"/>
                  <a:pt x="4565418" y="4408478"/>
                </a:cubicBezTo>
                <a:lnTo>
                  <a:pt x="4553988" y="4428260"/>
                </a:lnTo>
                <a:cubicBezTo>
                  <a:pt x="4553691" y="4428793"/>
                  <a:pt x="4553158" y="4429089"/>
                  <a:pt x="4552566" y="4429089"/>
                </a:cubicBezTo>
                <a:lnTo>
                  <a:pt x="4529705" y="4429089"/>
                </a:lnTo>
                <a:cubicBezTo>
                  <a:pt x="4529113" y="4429089"/>
                  <a:pt x="4528580" y="4428734"/>
                  <a:pt x="4528284" y="4428260"/>
                </a:cubicBezTo>
                <a:lnTo>
                  <a:pt x="4516853" y="4408478"/>
                </a:lnTo>
                <a:cubicBezTo>
                  <a:pt x="4516557" y="4408005"/>
                  <a:pt x="4516557" y="4407353"/>
                  <a:pt x="4516853" y="4406880"/>
                </a:cubicBezTo>
                <a:lnTo>
                  <a:pt x="4528284" y="4387098"/>
                </a:lnTo>
                <a:cubicBezTo>
                  <a:pt x="4528580" y="4386565"/>
                  <a:pt x="4529113" y="4386269"/>
                  <a:pt x="4529705" y="4386269"/>
                </a:cubicBezTo>
                <a:close/>
                <a:moveTo>
                  <a:pt x="3650450" y="4386151"/>
                </a:moveTo>
                <a:lnTo>
                  <a:pt x="3673429" y="4386151"/>
                </a:lnTo>
                <a:cubicBezTo>
                  <a:pt x="3674021" y="4386151"/>
                  <a:pt x="3674555" y="4386506"/>
                  <a:pt x="3674851" y="4386980"/>
                </a:cubicBezTo>
                <a:lnTo>
                  <a:pt x="3686341" y="4406880"/>
                </a:lnTo>
                <a:cubicBezTo>
                  <a:pt x="3686636" y="4407353"/>
                  <a:pt x="3686636" y="4408005"/>
                  <a:pt x="3686341" y="4408479"/>
                </a:cubicBezTo>
                <a:lnTo>
                  <a:pt x="3674851" y="4428379"/>
                </a:lnTo>
                <a:cubicBezTo>
                  <a:pt x="3674555" y="4428911"/>
                  <a:pt x="3674021" y="4429207"/>
                  <a:pt x="3673429" y="4429207"/>
                </a:cubicBezTo>
                <a:lnTo>
                  <a:pt x="3650450" y="4429207"/>
                </a:lnTo>
                <a:cubicBezTo>
                  <a:pt x="3649858" y="4429207"/>
                  <a:pt x="3649325" y="4428852"/>
                  <a:pt x="3649029" y="4428379"/>
                </a:cubicBezTo>
                <a:lnTo>
                  <a:pt x="3637539" y="4408479"/>
                </a:lnTo>
                <a:cubicBezTo>
                  <a:pt x="3637243" y="4408005"/>
                  <a:pt x="3637243" y="4407353"/>
                  <a:pt x="3637539" y="4406880"/>
                </a:cubicBezTo>
                <a:lnTo>
                  <a:pt x="3649029" y="4386980"/>
                </a:lnTo>
                <a:cubicBezTo>
                  <a:pt x="3649325" y="4386447"/>
                  <a:pt x="3649858" y="4386151"/>
                  <a:pt x="3650450" y="4386151"/>
                </a:cubicBezTo>
                <a:close/>
                <a:moveTo>
                  <a:pt x="3447486" y="4385973"/>
                </a:moveTo>
                <a:lnTo>
                  <a:pt x="3470643" y="4385973"/>
                </a:lnTo>
                <a:cubicBezTo>
                  <a:pt x="3471235" y="4385973"/>
                  <a:pt x="3471768" y="4386328"/>
                  <a:pt x="3472064" y="4386802"/>
                </a:cubicBezTo>
                <a:lnTo>
                  <a:pt x="3483673" y="4406880"/>
                </a:lnTo>
                <a:cubicBezTo>
                  <a:pt x="3483968" y="4407412"/>
                  <a:pt x="3483968" y="4408064"/>
                  <a:pt x="3483673" y="4408538"/>
                </a:cubicBezTo>
                <a:lnTo>
                  <a:pt x="3472064" y="4428615"/>
                </a:lnTo>
                <a:cubicBezTo>
                  <a:pt x="3471768" y="4429148"/>
                  <a:pt x="3471235" y="4429444"/>
                  <a:pt x="3470643" y="4429444"/>
                </a:cubicBezTo>
                <a:lnTo>
                  <a:pt x="3447486" y="4429444"/>
                </a:lnTo>
                <a:cubicBezTo>
                  <a:pt x="3446893" y="4429444"/>
                  <a:pt x="3446361" y="4429089"/>
                  <a:pt x="3446064" y="4428615"/>
                </a:cubicBezTo>
                <a:lnTo>
                  <a:pt x="3434456" y="4408538"/>
                </a:lnTo>
                <a:cubicBezTo>
                  <a:pt x="3434160" y="4408005"/>
                  <a:pt x="3434160" y="4407353"/>
                  <a:pt x="3434456" y="4406880"/>
                </a:cubicBezTo>
                <a:lnTo>
                  <a:pt x="3446064" y="4386802"/>
                </a:lnTo>
                <a:cubicBezTo>
                  <a:pt x="3446361" y="4386269"/>
                  <a:pt x="3446893" y="4385973"/>
                  <a:pt x="3447486" y="4385973"/>
                </a:cubicBezTo>
                <a:close/>
                <a:moveTo>
                  <a:pt x="3582637" y="4385736"/>
                </a:moveTo>
                <a:lnTo>
                  <a:pt x="3606031" y="4385736"/>
                </a:lnTo>
                <a:cubicBezTo>
                  <a:pt x="3606623" y="4385736"/>
                  <a:pt x="3607156" y="4386032"/>
                  <a:pt x="3607452" y="4386565"/>
                </a:cubicBezTo>
                <a:lnTo>
                  <a:pt x="3619120" y="4406820"/>
                </a:lnTo>
                <a:cubicBezTo>
                  <a:pt x="3619416" y="4407353"/>
                  <a:pt x="3619416" y="4407945"/>
                  <a:pt x="3619120" y="4408478"/>
                </a:cubicBezTo>
                <a:lnTo>
                  <a:pt x="3607393" y="4428733"/>
                </a:lnTo>
                <a:cubicBezTo>
                  <a:pt x="3607097" y="4429266"/>
                  <a:pt x="3606564" y="4429562"/>
                  <a:pt x="3605971" y="4429562"/>
                </a:cubicBezTo>
                <a:lnTo>
                  <a:pt x="3582578" y="4429562"/>
                </a:lnTo>
                <a:cubicBezTo>
                  <a:pt x="3581986" y="4429562"/>
                  <a:pt x="3581452" y="4429266"/>
                  <a:pt x="3581156" y="4428733"/>
                </a:cubicBezTo>
                <a:lnTo>
                  <a:pt x="3569489" y="4408478"/>
                </a:lnTo>
                <a:cubicBezTo>
                  <a:pt x="3569193" y="4407945"/>
                  <a:pt x="3569193" y="4407353"/>
                  <a:pt x="3569489" y="4406820"/>
                </a:cubicBezTo>
                <a:lnTo>
                  <a:pt x="3581216" y="4386565"/>
                </a:lnTo>
                <a:cubicBezTo>
                  <a:pt x="3581511" y="4386032"/>
                  <a:pt x="3582045" y="4385736"/>
                  <a:pt x="3582637" y="4385736"/>
                </a:cubicBezTo>
                <a:close/>
                <a:moveTo>
                  <a:pt x="4258869" y="4385618"/>
                </a:moveTo>
                <a:lnTo>
                  <a:pt x="4282382" y="4385618"/>
                </a:lnTo>
                <a:cubicBezTo>
                  <a:pt x="4282974" y="4385618"/>
                  <a:pt x="4283507" y="4385914"/>
                  <a:pt x="4283803" y="4386447"/>
                </a:cubicBezTo>
                <a:lnTo>
                  <a:pt x="4295530" y="4406821"/>
                </a:lnTo>
                <a:cubicBezTo>
                  <a:pt x="4295826" y="4407354"/>
                  <a:pt x="4295826" y="4407946"/>
                  <a:pt x="4295530" y="4408479"/>
                </a:cubicBezTo>
                <a:lnTo>
                  <a:pt x="4283744" y="4428852"/>
                </a:lnTo>
                <a:cubicBezTo>
                  <a:pt x="4283447" y="4429385"/>
                  <a:pt x="4282915" y="4429681"/>
                  <a:pt x="4282322" y="4429681"/>
                </a:cubicBezTo>
                <a:lnTo>
                  <a:pt x="4258810" y="4429681"/>
                </a:lnTo>
                <a:cubicBezTo>
                  <a:pt x="4258217" y="4429681"/>
                  <a:pt x="4257685" y="4429385"/>
                  <a:pt x="4257388" y="4428852"/>
                </a:cubicBezTo>
                <a:lnTo>
                  <a:pt x="4245662" y="4408479"/>
                </a:lnTo>
                <a:cubicBezTo>
                  <a:pt x="4245366" y="4407946"/>
                  <a:pt x="4245366" y="4407354"/>
                  <a:pt x="4245662" y="4406821"/>
                </a:cubicBezTo>
                <a:lnTo>
                  <a:pt x="4257448" y="4386447"/>
                </a:lnTo>
                <a:cubicBezTo>
                  <a:pt x="4257744" y="4385914"/>
                  <a:pt x="4258277" y="4385618"/>
                  <a:pt x="4258869" y="4385618"/>
                </a:cubicBezTo>
                <a:close/>
                <a:moveTo>
                  <a:pt x="3717847" y="4385618"/>
                </a:moveTo>
                <a:lnTo>
                  <a:pt x="3741360" y="4385618"/>
                </a:lnTo>
                <a:cubicBezTo>
                  <a:pt x="3741952" y="4385618"/>
                  <a:pt x="3742485" y="4385914"/>
                  <a:pt x="3742782" y="4386447"/>
                </a:cubicBezTo>
                <a:lnTo>
                  <a:pt x="3754508" y="4406821"/>
                </a:lnTo>
                <a:cubicBezTo>
                  <a:pt x="3754804" y="4407354"/>
                  <a:pt x="3754804" y="4407946"/>
                  <a:pt x="3754508" y="4408479"/>
                </a:cubicBezTo>
                <a:lnTo>
                  <a:pt x="3742722" y="4428852"/>
                </a:lnTo>
                <a:cubicBezTo>
                  <a:pt x="3742426" y="4429385"/>
                  <a:pt x="3741893" y="4429681"/>
                  <a:pt x="3741301" y="4429681"/>
                </a:cubicBezTo>
                <a:lnTo>
                  <a:pt x="3717788" y="4429681"/>
                </a:lnTo>
                <a:cubicBezTo>
                  <a:pt x="3717196" y="4429681"/>
                  <a:pt x="3716663" y="4429385"/>
                  <a:pt x="3716367" y="4428852"/>
                </a:cubicBezTo>
                <a:lnTo>
                  <a:pt x="3704640" y="4408479"/>
                </a:lnTo>
                <a:cubicBezTo>
                  <a:pt x="3704344" y="4407946"/>
                  <a:pt x="3704344" y="4407354"/>
                  <a:pt x="3704640" y="4406821"/>
                </a:cubicBezTo>
                <a:lnTo>
                  <a:pt x="3716426" y="4386447"/>
                </a:lnTo>
                <a:cubicBezTo>
                  <a:pt x="3716722" y="4385914"/>
                  <a:pt x="3717255" y="4385618"/>
                  <a:pt x="3717847" y="4385618"/>
                </a:cubicBezTo>
                <a:close/>
                <a:moveTo>
                  <a:pt x="4664502" y="4385321"/>
                </a:moveTo>
                <a:lnTo>
                  <a:pt x="4688369" y="4385321"/>
                </a:lnTo>
                <a:cubicBezTo>
                  <a:pt x="4688962" y="4385321"/>
                  <a:pt x="4689554" y="4385617"/>
                  <a:pt x="4689850" y="4386150"/>
                </a:cubicBezTo>
                <a:lnTo>
                  <a:pt x="4701754" y="4406820"/>
                </a:lnTo>
                <a:cubicBezTo>
                  <a:pt x="4702051" y="4407294"/>
                  <a:pt x="4702051" y="4407945"/>
                  <a:pt x="4701754" y="4408478"/>
                </a:cubicBezTo>
                <a:lnTo>
                  <a:pt x="4689850" y="4429148"/>
                </a:lnTo>
                <a:cubicBezTo>
                  <a:pt x="4689495" y="4429621"/>
                  <a:pt x="4688962" y="4429977"/>
                  <a:pt x="4688369" y="4429977"/>
                </a:cubicBezTo>
                <a:lnTo>
                  <a:pt x="4664502" y="4429977"/>
                </a:lnTo>
                <a:cubicBezTo>
                  <a:pt x="4663909" y="4429977"/>
                  <a:pt x="4663317" y="4429681"/>
                  <a:pt x="4663022" y="4429148"/>
                </a:cubicBezTo>
                <a:lnTo>
                  <a:pt x="4651117" y="4408478"/>
                </a:lnTo>
                <a:cubicBezTo>
                  <a:pt x="4650821" y="4408004"/>
                  <a:pt x="4650821" y="4407353"/>
                  <a:pt x="4651117" y="4406820"/>
                </a:cubicBezTo>
                <a:lnTo>
                  <a:pt x="4663022" y="4386150"/>
                </a:lnTo>
                <a:cubicBezTo>
                  <a:pt x="4663377" y="4385676"/>
                  <a:pt x="4663909" y="4385321"/>
                  <a:pt x="4664502" y="4385321"/>
                </a:cubicBezTo>
                <a:close/>
                <a:moveTo>
                  <a:pt x="3514765" y="4385321"/>
                </a:moveTo>
                <a:lnTo>
                  <a:pt x="3538632" y="4385321"/>
                </a:lnTo>
                <a:cubicBezTo>
                  <a:pt x="3539225" y="4385321"/>
                  <a:pt x="3539817" y="4385617"/>
                  <a:pt x="3540113" y="4386150"/>
                </a:cubicBezTo>
                <a:lnTo>
                  <a:pt x="3552017" y="4406820"/>
                </a:lnTo>
                <a:cubicBezTo>
                  <a:pt x="3552314" y="4407294"/>
                  <a:pt x="3552314" y="4407945"/>
                  <a:pt x="3552017" y="4408478"/>
                </a:cubicBezTo>
                <a:lnTo>
                  <a:pt x="3540113" y="4429148"/>
                </a:lnTo>
                <a:cubicBezTo>
                  <a:pt x="3539758" y="4429621"/>
                  <a:pt x="3539225" y="4429977"/>
                  <a:pt x="3538632" y="4429977"/>
                </a:cubicBezTo>
                <a:lnTo>
                  <a:pt x="3514765" y="4429977"/>
                </a:lnTo>
                <a:cubicBezTo>
                  <a:pt x="3514172" y="4429977"/>
                  <a:pt x="3513580" y="4429681"/>
                  <a:pt x="3513285" y="4429148"/>
                </a:cubicBezTo>
                <a:lnTo>
                  <a:pt x="3501380" y="4408478"/>
                </a:lnTo>
                <a:cubicBezTo>
                  <a:pt x="3501084" y="4408004"/>
                  <a:pt x="3501084" y="4407353"/>
                  <a:pt x="3501380" y="4406820"/>
                </a:cubicBezTo>
                <a:lnTo>
                  <a:pt x="3513285" y="4386150"/>
                </a:lnTo>
                <a:cubicBezTo>
                  <a:pt x="3513640" y="4385676"/>
                  <a:pt x="3514172" y="4385321"/>
                  <a:pt x="3514765" y="4385321"/>
                </a:cubicBezTo>
                <a:close/>
                <a:moveTo>
                  <a:pt x="3384648" y="4336342"/>
                </a:moveTo>
                <a:lnTo>
                  <a:pt x="3398210" y="4336342"/>
                </a:lnTo>
                <a:cubicBezTo>
                  <a:pt x="3398566" y="4336342"/>
                  <a:pt x="3399040" y="4336816"/>
                  <a:pt x="3399040" y="4336816"/>
                </a:cubicBezTo>
                <a:lnTo>
                  <a:pt x="3405851" y="4348602"/>
                </a:lnTo>
                <a:cubicBezTo>
                  <a:pt x="3406028" y="4348898"/>
                  <a:pt x="3405851" y="4349549"/>
                  <a:pt x="3405851" y="4349549"/>
                </a:cubicBezTo>
                <a:lnTo>
                  <a:pt x="3399040" y="4361335"/>
                </a:lnTo>
                <a:cubicBezTo>
                  <a:pt x="3398862" y="4361631"/>
                  <a:pt x="3398566" y="4361809"/>
                  <a:pt x="3398210" y="4361809"/>
                </a:cubicBezTo>
                <a:lnTo>
                  <a:pt x="3384648" y="4361809"/>
                </a:lnTo>
                <a:cubicBezTo>
                  <a:pt x="3384293" y="4361809"/>
                  <a:pt x="3383818" y="4361335"/>
                  <a:pt x="3383818" y="4361335"/>
                </a:cubicBezTo>
                <a:lnTo>
                  <a:pt x="3377008" y="4349549"/>
                </a:lnTo>
                <a:cubicBezTo>
                  <a:pt x="3376830" y="4349253"/>
                  <a:pt x="3377008" y="4348602"/>
                  <a:pt x="3377008" y="4348602"/>
                </a:cubicBezTo>
                <a:lnTo>
                  <a:pt x="3383818" y="4336816"/>
                </a:lnTo>
                <a:cubicBezTo>
                  <a:pt x="3383996" y="4336520"/>
                  <a:pt x="3384293" y="4336342"/>
                  <a:pt x="3384648" y="4336342"/>
                </a:cubicBezTo>
                <a:close/>
                <a:moveTo>
                  <a:pt x="5004218" y="4329709"/>
                </a:moveTo>
                <a:lnTo>
                  <a:pt x="5024887" y="4329709"/>
                </a:lnTo>
                <a:cubicBezTo>
                  <a:pt x="5025361" y="4329709"/>
                  <a:pt x="5025893" y="4329946"/>
                  <a:pt x="5026131" y="4330420"/>
                </a:cubicBezTo>
                <a:lnTo>
                  <a:pt x="5036436" y="4348306"/>
                </a:lnTo>
                <a:cubicBezTo>
                  <a:pt x="5036673" y="4348780"/>
                  <a:pt x="5036673" y="4349312"/>
                  <a:pt x="5036436" y="4349786"/>
                </a:cubicBezTo>
                <a:lnTo>
                  <a:pt x="5026131" y="4367672"/>
                </a:lnTo>
                <a:cubicBezTo>
                  <a:pt x="5025893" y="4368087"/>
                  <a:pt x="5025420" y="4368383"/>
                  <a:pt x="5024887" y="4368383"/>
                </a:cubicBezTo>
                <a:lnTo>
                  <a:pt x="5004218" y="4368383"/>
                </a:lnTo>
                <a:cubicBezTo>
                  <a:pt x="5003743" y="4368383"/>
                  <a:pt x="5003211" y="4368146"/>
                  <a:pt x="5002973" y="4367672"/>
                </a:cubicBezTo>
                <a:lnTo>
                  <a:pt x="4992668" y="4349786"/>
                </a:lnTo>
                <a:cubicBezTo>
                  <a:pt x="4992432" y="4349312"/>
                  <a:pt x="4992432" y="4348780"/>
                  <a:pt x="4992668" y="4348306"/>
                </a:cubicBezTo>
                <a:lnTo>
                  <a:pt x="5002973" y="4330420"/>
                </a:lnTo>
                <a:cubicBezTo>
                  <a:pt x="5003211" y="4330005"/>
                  <a:pt x="5003684" y="4329709"/>
                  <a:pt x="5004218" y="4329709"/>
                </a:cubicBezTo>
                <a:close/>
                <a:moveTo>
                  <a:pt x="4125020" y="4329591"/>
                </a:moveTo>
                <a:lnTo>
                  <a:pt x="4145749" y="4329591"/>
                </a:lnTo>
                <a:cubicBezTo>
                  <a:pt x="4146223" y="4329591"/>
                  <a:pt x="4146697" y="4329828"/>
                  <a:pt x="4146993" y="4330302"/>
                </a:cubicBezTo>
                <a:lnTo>
                  <a:pt x="4157358" y="4348306"/>
                </a:lnTo>
                <a:cubicBezTo>
                  <a:pt x="4157653" y="4348780"/>
                  <a:pt x="4157653" y="4349313"/>
                  <a:pt x="4157358" y="4349787"/>
                </a:cubicBezTo>
                <a:lnTo>
                  <a:pt x="4146993" y="4367791"/>
                </a:lnTo>
                <a:cubicBezTo>
                  <a:pt x="4146756" y="4368206"/>
                  <a:pt x="4146283" y="4368502"/>
                  <a:pt x="4145749" y="4368502"/>
                </a:cubicBezTo>
                <a:lnTo>
                  <a:pt x="4125020" y="4368502"/>
                </a:lnTo>
                <a:cubicBezTo>
                  <a:pt x="4124547" y="4368502"/>
                  <a:pt x="4124014" y="4368265"/>
                  <a:pt x="4123777" y="4367791"/>
                </a:cubicBezTo>
                <a:lnTo>
                  <a:pt x="4113412" y="4349787"/>
                </a:lnTo>
                <a:cubicBezTo>
                  <a:pt x="4113116" y="4349313"/>
                  <a:pt x="4113116" y="4348780"/>
                  <a:pt x="4113412" y="4348306"/>
                </a:cubicBezTo>
                <a:lnTo>
                  <a:pt x="4123777" y="4330302"/>
                </a:lnTo>
                <a:cubicBezTo>
                  <a:pt x="4124014" y="4329887"/>
                  <a:pt x="4124487" y="4329591"/>
                  <a:pt x="4125020" y="4329591"/>
                </a:cubicBezTo>
                <a:close/>
                <a:moveTo>
                  <a:pt x="4192537" y="4329413"/>
                </a:moveTo>
                <a:lnTo>
                  <a:pt x="4213503" y="4329413"/>
                </a:lnTo>
                <a:cubicBezTo>
                  <a:pt x="4214036" y="4329413"/>
                  <a:pt x="4214509" y="4329709"/>
                  <a:pt x="4214806" y="4330183"/>
                </a:cubicBezTo>
                <a:lnTo>
                  <a:pt x="4225289" y="4348365"/>
                </a:lnTo>
                <a:cubicBezTo>
                  <a:pt x="4225584" y="4348839"/>
                  <a:pt x="4225584" y="4349372"/>
                  <a:pt x="4225289" y="4349846"/>
                </a:cubicBezTo>
                <a:lnTo>
                  <a:pt x="4214806" y="4368028"/>
                </a:lnTo>
                <a:cubicBezTo>
                  <a:pt x="4214509" y="4368501"/>
                  <a:pt x="4214036" y="4368798"/>
                  <a:pt x="4213503" y="4368798"/>
                </a:cubicBezTo>
                <a:lnTo>
                  <a:pt x="4192537" y="4368798"/>
                </a:lnTo>
                <a:cubicBezTo>
                  <a:pt x="4192004" y="4368798"/>
                  <a:pt x="4191530" y="4368501"/>
                  <a:pt x="4191234" y="4368028"/>
                </a:cubicBezTo>
                <a:lnTo>
                  <a:pt x="4180751" y="4349846"/>
                </a:lnTo>
                <a:cubicBezTo>
                  <a:pt x="4180455" y="4349372"/>
                  <a:pt x="4180455" y="4348839"/>
                  <a:pt x="4180751" y="4348365"/>
                </a:cubicBezTo>
                <a:lnTo>
                  <a:pt x="4191234" y="4330183"/>
                </a:lnTo>
                <a:cubicBezTo>
                  <a:pt x="4191530" y="4329709"/>
                  <a:pt x="4192004" y="4329413"/>
                  <a:pt x="4192537" y="4329413"/>
                </a:cubicBezTo>
                <a:close/>
                <a:moveTo>
                  <a:pt x="3854244" y="4329176"/>
                </a:moveTo>
                <a:lnTo>
                  <a:pt x="3875446" y="4329176"/>
                </a:lnTo>
                <a:cubicBezTo>
                  <a:pt x="3875979" y="4329176"/>
                  <a:pt x="3876453" y="4329472"/>
                  <a:pt x="3876749" y="4329946"/>
                </a:cubicBezTo>
                <a:lnTo>
                  <a:pt x="3887350" y="4348306"/>
                </a:lnTo>
                <a:cubicBezTo>
                  <a:pt x="3887647" y="4348720"/>
                  <a:pt x="3887647" y="4349312"/>
                  <a:pt x="3887350" y="4349786"/>
                </a:cubicBezTo>
                <a:lnTo>
                  <a:pt x="3876749" y="4368146"/>
                </a:lnTo>
                <a:cubicBezTo>
                  <a:pt x="3876453" y="4368620"/>
                  <a:pt x="3875979" y="4368916"/>
                  <a:pt x="3875446" y="4368916"/>
                </a:cubicBezTo>
                <a:lnTo>
                  <a:pt x="3854244" y="4368916"/>
                </a:lnTo>
                <a:cubicBezTo>
                  <a:pt x="3853711" y="4368916"/>
                  <a:pt x="3853237" y="4368620"/>
                  <a:pt x="3852941" y="4368146"/>
                </a:cubicBezTo>
                <a:lnTo>
                  <a:pt x="3842339" y="4349786"/>
                </a:lnTo>
                <a:cubicBezTo>
                  <a:pt x="3842043" y="4349372"/>
                  <a:pt x="3842043" y="4348779"/>
                  <a:pt x="3842339" y="4348306"/>
                </a:cubicBezTo>
                <a:lnTo>
                  <a:pt x="3852941" y="4329946"/>
                </a:lnTo>
                <a:cubicBezTo>
                  <a:pt x="3853237" y="4329472"/>
                  <a:pt x="3853711" y="4329176"/>
                  <a:pt x="3854244" y="4329176"/>
                </a:cubicBezTo>
                <a:close/>
                <a:moveTo>
                  <a:pt x="3921760" y="4328998"/>
                </a:moveTo>
                <a:lnTo>
                  <a:pt x="3943200" y="4328998"/>
                </a:lnTo>
                <a:cubicBezTo>
                  <a:pt x="3943732" y="4328998"/>
                  <a:pt x="3944206" y="4329294"/>
                  <a:pt x="3944502" y="4329768"/>
                </a:cubicBezTo>
                <a:lnTo>
                  <a:pt x="3955222" y="4348305"/>
                </a:lnTo>
                <a:cubicBezTo>
                  <a:pt x="3955518" y="4348779"/>
                  <a:pt x="3955518" y="4349371"/>
                  <a:pt x="3955222" y="4349845"/>
                </a:cubicBezTo>
                <a:lnTo>
                  <a:pt x="3944502" y="4368383"/>
                </a:lnTo>
                <a:cubicBezTo>
                  <a:pt x="3944206" y="4368856"/>
                  <a:pt x="3943732" y="4369153"/>
                  <a:pt x="3943200" y="4369153"/>
                </a:cubicBezTo>
                <a:lnTo>
                  <a:pt x="3921760" y="4369153"/>
                </a:lnTo>
                <a:cubicBezTo>
                  <a:pt x="3921227" y="4369153"/>
                  <a:pt x="3920753" y="4368856"/>
                  <a:pt x="3920457" y="4368383"/>
                </a:cubicBezTo>
                <a:lnTo>
                  <a:pt x="3909737" y="4349845"/>
                </a:lnTo>
                <a:cubicBezTo>
                  <a:pt x="3909441" y="4349371"/>
                  <a:pt x="3909441" y="4348779"/>
                  <a:pt x="3909737" y="4348305"/>
                </a:cubicBezTo>
                <a:lnTo>
                  <a:pt x="3920457" y="4329768"/>
                </a:lnTo>
                <a:cubicBezTo>
                  <a:pt x="3920753" y="4329294"/>
                  <a:pt x="3921227" y="4328998"/>
                  <a:pt x="3921760" y="4328998"/>
                </a:cubicBezTo>
                <a:close/>
                <a:moveTo>
                  <a:pt x="4530297" y="4328702"/>
                </a:moveTo>
                <a:lnTo>
                  <a:pt x="4552033" y="4328702"/>
                </a:lnTo>
                <a:cubicBezTo>
                  <a:pt x="4552566" y="4328702"/>
                  <a:pt x="4553040" y="4328998"/>
                  <a:pt x="4553336" y="4329472"/>
                </a:cubicBezTo>
                <a:lnTo>
                  <a:pt x="4564174" y="4348305"/>
                </a:lnTo>
                <a:cubicBezTo>
                  <a:pt x="4564470" y="4348779"/>
                  <a:pt x="4564470" y="4349372"/>
                  <a:pt x="4564174" y="4349845"/>
                </a:cubicBezTo>
                <a:lnTo>
                  <a:pt x="4553277" y="4368679"/>
                </a:lnTo>
                <a:cubicBezTo>
                  <a:pt x="4553040" y="4369153"/>
                  <a:pt x="4552507" y="4369449"/>
                  <a:pt x="4551974" y="4369449"/>
                </a:cubicBezTo>
                <a:lnTo>
                  <a:pt x="4530238" y="4369449"/>
                </a:lnTo>
                <a:cubicBezTo>
                  <a:pt x="4529705" y="4369449"/>
                  <a:pt x="4529231" y="4369153"/>
                  <a:pt x="4528935" y="4368679"/>
                </a:cubicBezTo>
                <a:lnTo>
                  <a:pt x="4518097" y="4349845"/>
                </a:lnTo>
                <a:cubicBezTo>
                  <a:pt x="4517801" y="4349372"/>
                  <a:pt x="4517801" y="4348779"/>
                  <a:pt x="4518097" y="4348305"/>
                </a:cubicBezTo>
                <a:lnTo>
                  <a:pt x="4528995" y="4329472"/>
                </a:lnTo>
                <a:cubicBezTo>
                  <a:pt x="4529231" y="4328998"/>
                  <a:pt x="4529765" y="4328702"/>
                  <a:pt x="4530297" y="4328702"/>
                </a:cubicBezTo>
                <a:close/>
                <a:moveTo>
                  <a:pt x="4327392" y="4328702"/>
                </a:moveTo>
                <a:lnTo>
                  <a:pt x="4349128" y="4328702"/>
                </a:lnTo>
                <a:cubicBezTo>
                  <a:pt x="4349661" y="4328702"/>
                  <a:pt x="4350135" y="4328998"/>
                  <a:pt x="4350431" y="4329472"/>
                </a:cubicBezTo>
                <a:lnTo>
                  <a:pt x="4361269" y="4348305"/>
                </a:lnTo>
                <a:cubicBezTo>
                  <a:pt x="4361565" y="4348779"/>
                  <a:pt x="4361565" y="4349372"/>
                  <a:pt x="4361269" y="4349845"/>
                </a:cubicBezTo>
                <a:lnTo>
                  <a:pt x="4350372" y="4368679"/>
                </a:lnTo>
                <a:cubicBezTo>
                  <a:pt x="4350135" y="4369153"/>
                  <a:pt x="4349602" y="4369449"/>
                  <a:pt x="4349069" y="4369449"/>
                </a:cubicBezTo>
                <a:lnTo>
                  <a:pt x="4327333" y="4369449"/>
                </a:lnTo>
                <a:cubicBezTo>
                  <a:pt x="4326800" y="4369449"/>
                  <a:pt x="4326326" y="4369153"/>
                  <a:pt x="4326030" y="4368679"/>
                </a:cubicBezTo>
                <a:lnTo>
                  <a:pt x="4315192" y="4349845"/>
                </a:lnTo>
                <a:cubicBezTo>
                  <a:pt x="4314896" y="4349372"/>
                  <a:pt x="4314896" y="4348779"/>
                  <a:pt x="4315192" y="4348305"/>
                </a:cubicBezTo>
                <a:lnTo>
                  <a:pt x="4326090" y="4329472"/>
                </a:lnTo>
                <a:cubicBezTo>
                  <a:pt x="4326326" y="4328998"/>
                  <a:pt x="4326860" y="4328702"/>
                  <a:pt x="4327392" y="4328702"/>
                </a:cubicBezTo>
                <a:close/>
                <a:moveTo>
                  <a:pt x="4259757" y="4328702"/>
                </a:moveTo>
                <a:lnTo>
                  <a:pt x="4281493" y="4328702"/>
                </a:lnTo>
                <a:cubicBezTo>
                  <a:pt x="4282026" y="4328702"/>
                  <a:pt x="4282500" y="4328998"/>
                  <a:pt x="4282796" y="4329472"/>
                </a:cubicBezTo>
                <a:lnTo>
                  <a:pt x="4293634" y="4348305"/>
                </a:lnTo>
                <a:cubicBezTo>
                  <a:pt x="4293930" y="4348779"/>
                  <a:pt x="4293930" y="4349372"/>
                  <a:pt x="4293634" y="4349845"/>
                </a:cubicBezTo>
                <a:lnTo>
                  <a:pt x="4282737" y="4368679"/>
                </a:lnTo>
                <a:cubicBezTo>
                  <a:pt x="4282500" y="4369153"/>
                  <a:pt x="4281967" y="4369449"/>
                  <a:pt x="4281434" y="4369449"/>
                </a:cubicBezTo>
                <a:lnTo>
                  <a:pt x="4259698" y="4369449"/>
                </a:lnTo>
                <a:cubicBezTo>
                  <a:pt x="4259165" y="4369449"/>
                  <a:pt x="4258692" y="4369153"/>
                  <a:pt x="4258395" y="4368679"/>
                </a:cubicBezTo>
                <a:lnTo>
                  <a:pt x="4247557" y="4349845"/>
                </a:lnTo>
                <a:cubicBezTo>
                  <a:pt x="4247261" y="4349372"/>
                  <a:pt x="4247261" y="4348779"/>
                  <a:pt x="4247557" y="4348305"/>
                </a:cubicBezTo>
                <a:lnTo>
                  <a:pt x="4258455" y="4329472"/>
                </a:lnTo>
                <a:cubicBezTo>
                  <a:pt x="4258692" y="4328998"/>
                  <a:pt x="4259224" y="4328702"/>
                  <a:pt x="4259757" y="4328702"/>
                </a:cubicBezTo>
                <a:close/>
                <a:moveTo>
                  <a:pt x="4868177" y="4328288"/>
                </a:moveTo>
                <a:lnTo>
                  <a:pt x="4890386" y="4328288"/>
                </a:lnTo>
                <a:cubicBezTo>
                  <a:pt x="4890920" y="4328288"/>
                  <a:pt x="4891453" y="4328584"/>
                  <a:pt x="4891749" y="4329058"/>
                </a:cubicBezTo>
                <a:lnTo>
                  <a:pt x="4902824" y="4348306"/>
                </a:lnTo>
                <a:cubicBezTo>
                  <a:pt x="4903120" y="4348780"/>
                  <a:pt x="4903120" y="4349372"/>
                  <a:pt x="4902824" y="4349846"/>
                </a:cubicBezTo>
                <a:lnTo>
                  <a:pt x="4891749" y="4369094"/>
                </a:lnTo>
                <a:cubicBezTo>
                  <a:pt x="4891453" y="4369568"/>
                  <a:pt x="4890920" y="4369864"/>
                  <a:pt x="4890386" y="4369864"/>
                </a:cubicBezTo>
                <a:lnTo>
                  <a:pt x="4868177" y="4369864"/>
                </a:lnTo>
                <a:cubicBezTo>
                  <a:pt x="4867644" y="4369864"/>
                  <a:pt x="4867111" y="4369568"/>
                  <a:pt x="4866815" y="4369094"/>
                </a:cubicBezTo>
                <a:lnTo>
                  <a:pt x="4855740" y="4349846"/>
                </a:lnTo>
                <a:cubicBezTo>
                  <a:pt x="4855444" y="4349372"/>
                  <a:pt x="4855444" y="4348780"/>
                  <a:pt x="4855740" y="4348306"/>
                </a:cubicBezTo>
                <a:lnTo>
                  <a:pt x="4866815" y="4329058"/>
                </a:lnTo>
                <a:cubicBezTo>
                  <a:pt x="4867111" y="4328584"/>
                  <a:pt x="4867644" y="4328288"/>
                  <a:pt x="4868177" y="4328288"/>
                </a:cubicBezTo>
                <a:close/>
                <a:moveTo>
                  <a:pt x="4394790" y="4328288"/>
                </a:moveTo>
                <a:lnTo>
                  <a:pt x="4417000" y="4328288"/>
                </a:lnTo>
                <a:cubicBezTo>
                  <a:pt x="4417533" y="4328288"/>
                  <a:pt x="4418065" y="4328584"/>
                  <a:pt x="4418362" y="4329058"/>
                </a:cubicBezTo>
                <a:lnTo>
                  <a:pt x="4429437" y="4348306"/>
                </a:lnTo>
                <a:cubicBezTo>
                  <a:pt x="4429733" y="4348780"/>
                  <a:pt x="4429733" y="4349372"/>
                  <a:pt x="4429437" y="4349846"/>
                </a:cubicBezTo>
                <a:lnTo>
                  <a:pt x="4418362" y="4369094"/>
                </a:lnTo>
                <a:cubicBezTo>
                  <a:pt x="4418065" y="4369568"/>
                  <a:pt x="4417533" y="4369864"/>
                  <a:pt x="4417000" y="4369864"/>
                </a:cubicBezTo>
                <a:lnTo>
                  <a:pt x="4394790" y="4369864"/>
                </a:lnTo>
                <a:cubicBezTo>
                  <a:pt x="4394258" y="4369864"/>
                  <a:pt x="4393724" y="4369568"/>
                  <a:pt x="4393428" y="4369094"/>
                </a:cubicBezTo>
                <a:lnTo>
                  <a:pt x="4382353" y="4349846"/>
                </a:lnTo>
                <a:cubicBezTo>
                  <a:pt x="4382057" y="4349372"/>
                  <a:pt x="4382057" y="4348780"/>
                  <a:pt x="4382353" y="4348306"/>
                </a:cubicBezTo>
                <a:lnTo>
                  <a:pt x="4393428" y="4329058"/>
                </a:lnTo>
                <a:cubicBezTo>
                  <a:pt x="4393724" y="4328584"/>
                  <a:pt x="4394258" y="4328288"/>
                  <a:pt x="4394790" y="4328288"/>
                </a:cubicBezTo>
                <a:close/>
                <a:moveTo>
                  <a:pt x="4056616" y="4328288"/>
                </a:moveTo>
                <a:lnTo>
                  <a:pt x="4078825" y="4328288"/>
                </a:lnTo>
                <a:cubicBezTo>
                  <a:pt x="4079358" y="4328288"/>
                  <a:pt x="4079891" y="4328584"/>
                  <a:pt x="4080187" y="4329058"/>
                </a:cubicBezTo>
                <a:lnTo>
                  <a:pt x="4091262" y="4348306"/>
                </a:lnTo>
                <a:cubicBezTo>
                  <a:pt x="4091558" y="4348780"/>
                  <a:pt x="4091558" y="4349372"/>
                  <a:pt x="4091262" y="4349846"/>
                </a:cubicBezTo>
                <a:lnTo>
                  <a:pt x="4080187" y="4369094"/>
                </a:lnTo>
                <a:cubicBezTo>
                  <a:pt x="4079891" y="4369568"/>
                  <a:pt x="4079358" y="4369864"/>
                  <a:pt x="4078825" y="4369864"/>
                </a:cubicBezTo>
                <a:lnTo>
                  <a:pt x="4056616" y="4369864"/>
                </a:lnTo>
                <a:cubicBezTo>
                  <a:pt x="4056082" y="4369864"/>
                  <a:pt x="4055549" y="4369568"/>
                  <a:pt x="4055253" y="4369094"/>
                </a:cubicBezTo>
                <a:lnTo>
                  <a:pt x="4044178" y="4349846"/>
                </a:lnTo>
                <a:cubicBezTo>
                  <a:pt x="4043882" y="4349372"/>
                  <a:pt x="4043882" y="4348780"/>
                  <a:pt x="4044178" y="4348306"/>
                </a:cubicBezTo>
                <a:lnTo>
                  <a:pt x="4055253" y="4329058"/>
                </a:lnTo>
                <a:cubicBezTo>
                  <a:pt x="4055549" y="4328584"/>
                  <a:pt x="4056082" y="4328288"/>
                  <a:pt x="4056616" y="4328288"/>
                </a:cubicBezTo>
                <a:close/>
                <a:moveTo>
                  <a:pt x="4597578" y="4328051"/>
                </a:moveTo>
                <a:lnTo>
                  <a:pt x="4619965" y="4328051"/>
                </a:lnTo>
                <a:cubicBezTo>
                  <a:pt x="4620498" y="4328051"/>
                  <a:pt x="4621031" y="4328347"/>
                  <a:pt x="4621327" y="4328821"/>
                </a:cubicBezTo>
                <a:lnTo>
                  <a:pt x="4632521" y="4348247"/>
                </a:lnTo>
                <a:cubicBezTo>
                  <a:pt x="4632817" y="4348721"/>
                  <a:pt x="4632817" y="4349372"/>
                  <a:pt x="4632521" y="4349846"/>
                </a:cubicBezTo>
                <a:lnTo>
                  <a:pt x="4621327" y="4369271"/>
                </a:lnTo>
                <a:cubicBezTo>
                  <a:pt x="4621031" y="4369745"/>
                  <a:pt x="4620498" y="4370041"/>
                  <a:pt x="4619965" y="4370041"/>
                </a:cubicBezTo>
                <a:lnTo>
                  <a:pt x="4597578" y="4370041"/>
                </a:lnTo>
                <a:cubicBezTo>
                  <a:pt x="4597045" y="4370041"/>
                  <a:pt x="4596512" y="4369745"/>
                  <a:pt x="4596216" y="4369271"/>
                </a:cubicBezTo>
                <a:lnTo>
                  <a:pt x="4585022" y="4349846"/>
                </a:lnTo>
                <a:cubicBezTo>
                  <a:pt x="4584726" y="4349372"/>
                  <a:pt x="4584726" y="4348721"/>
                  <a:pt x="4585022" y="4348247"/>
                </a:cubicBezTo>
                <a:lnTo>
                  <a:pt x="4596216" y="4328821"/>
                </a:lnTo>
                <a:cubicBezTo>
                  <a:pt x="4596512" y="4328347"/>
                  <a:pt x="4597045" y="4328051"/>
                  <a:pt x="4597578" y="4328051"/>
                </a:cubicBezTo>
                <a:close/>
                <a:moveTo>
                  <a:pt x="4462367" y="4328051"/>
                </a:moveTo>
                <a:lnTo>
                  <a:pt x="4484754" y="4328051"/>
                </a:lnTo>
                <a:cubicBezTo>
                  <a:pt x="4485287" y="4328051"/>
                  <a:pt x="4485820" y="4328347"/>
                  <a:pt x="4486116" y="4328821"/>
                </a:cubicBezTo>
                <a:lnTo>
                  <a:pt x="4497309" y="4348247"/>
                </a:lnTo>
                <a:cubicBezTo>
                  <a:pt x="4497606" y="4348721"/>
                  <a:pt x="4497606" y="4349372"/>
                  <a:pt x="4497309" y="4349846"/>
                </a:cubicBezTo>
                <a:lnTo>
                  <a:pt x="4486116" y="4369271"/>
                </a:lnTo>
                <a:cubicBezTo>
                  <a:pt x="4485820" y="4369745"/>
                  <a:pt x="4485287" y="4370041"/>
                  <a:pt x="4484754" y="4370041"/>
                </a:cubicBezTo>
                <a:lnTo>
                  <a:pt x="4462367" y="4370041"/>
                </a:lnTo>
                <a:cubicBezTo>
                  <a:pt x="4461833" y="4370041"/>
                  <a:pt x="4461301" y="4369745"/>
                  <a:pt x="4461004" y="4369271"/>
                </a:cubicBezTo>
                <a:lnTo>
                  <a:pt x="4449811" y="4349846"/>
                </a:lnTo>
                <a:cubicBezTo>
                  <a:pt x="4449515" y="4349372"/>
                  <a:pt x="4449515" y="4348721"/>
                  <a:pt x="4449811" y="4348247"/>
                </a:cubicBezTo>
                <a:lnTo>
                  <a:pt x="4461004" y="4328821"/>
                </a:lnTo>
                <a:cubicBezTo>
                  <a:pt x="4461301" y="4328347"/>
                  <a:pt x="4461833" y="4328051"/>
                  <a:pt x="4462367" y="4328051"/>
                </a:cubicBezTo>
                <a:close/>
                <a:moveTo>
                  <a:pt x="4935694" y="4327932"/>
                </a:moveTo>
                <a:lnTo>
                  <a:pt x="4958200" y="4327932"/>
                </a:lnTo>
                <a:cubicBezTo>
                  <a:pt x="4958732" y="4327932"/>
                  <a:pt x="4959265" y="4328228"/>
                  <a:pt x="4959562" y="4328702"/>
                </a:cubicBezTo>
                <a:lnTo>
                  <a:pt x="4970815" y="4348187"/>
                </a:lnTo>
                <a:cubicBezTo>
                  <a:pt x="4971110" y="4348661"/>
                  <a:pt x="4971110" y="4349312"/>
                  <a:pt x="4970815" y="4349786"/>
                </a:cubicBezTo>
                <a:lnTo>
                  <a:pt x="4959562" y="4369271"/>
                </a:lnTo>
                <a:cubicBezTo>
                  <a:pt x="4959265" y="4369745"/>
                  <a:pt x="4958732" y="4370041"/>
                  <a:pt x="4958200" y="4370041"/>
                </a:cubicBezTo>
                <a:lnTo>
                  <a:pt x="4935694" y="4370041"/>
                </a:lnTo>
                <a:cubicBezTo>
                  <a:pt x="4935161" y="4370041"/>
                  <a:pt x="4934628" y="4369745"/>
                  <a:pt x="4934332" y="4369271"/>
                </a:cubicBezTo>
                <a:lnTo>
                  <a:pt x="4923079" y="4349786"/>
                </a:lnTo>
                <a:cubicBezTo>
                  <a:pt x="4922783" y="4349312"/>
                  <a:pt x="4922783" y="4348661"/>
                  <a:pt x="4923079" y="4348187"/>
                </a:cubicBezTo>
                <a:lnTo>
                  <a:pt x="4934332" y="4328702"/>
                </a:lnTo>
                <a:cubicBezTo>
                  <a:pt x="4934628" y="4328228"/>
                  <a:pt x="4935161" y="4327932"/>
                  <a:pt x="4935694" y="4327932"/>
                </a:cubicBezTo>
                <a:close/>
                <a:moveTo>
                  <a:pt x="3988743" y="4327755"/>
                </a:moveTo>
                <a:lnTo>
                  <a:pt x="4011486" y="4327755"/>
                </a:lnTo>
                <a:cubicBezTo>
                  <a:pt x="4012019" y="4327755"/>
                  <a:pt x="4012552" y="4328110"/>
                  <a:pt x="4012848" y="4328584"/>
                </a:cubicBezTo>
                <a:lnTo>
                  <a:pt x="4024219" y="4348306"/>
                </a:lnTo>
                <a:cubicBezTo>
                  <a:pt x="4024515" y="4348780"/>
                  <a:pt x="4024515" y="4349431"/>
                  <a:pt x="4024219" y="4349905"/>
                </a:cubicBezTo>
                <a:lnTo>
                  <a:pt x="4012848" y="4369627"/>
                </a:lnTo>
                <a:cubicBezTo>
                  <a:pt x="4012611" y="4370160"/>
                  <a:pt x="4012078" y="4370456"/>
                  <a:pt x="4011486" y="4370456"/>
                </a:cubicBezTo>
                <a:lnTo>
                  <a:pt x="3988743" y="4370456"/>
                </a:lnTo>
                <a:cubicBezTo>
                  <a:pt x="3988210" y="4370456"/>
                  <a:pt x="3987677" y="4370101"/>
                  <a:pt x="3987381" y="4369627"/>
                </a:cubicBezTo>
                <a:lnTo>
                  <a:pt x="3976010" y="4349905"/>
                </a:lnTo>
                <a:cubicBezTo>
                  <a:pt x="3975714" y="4349431"/>
                  <a:pt x="3975714" y="4348780"/>
                  <a:pt x="3976010" y="4348306"/>
                </a:cubicBezTo>
                <a:lnTo>
                  <a:pt x="3987381" y="4328584"/>
                </a:lnTo>
                <a:cubicBezTo>
                  <a:pt x="3987618" y="4328051"/>
                  <a:pt x="3988151" y="4327755"/>
                  <a:pt x="3988743" y="4327755"/>
                </a:cubicBezTo>
                <a:close/>
                <a:moveTo>
                  <a:pt x="4732611" y="4327636"/>
                </a:moveTo>
                <a:lnTo>
                  <a:pt x="4755472" y="4327636"/>
                </a:lnTo>
                <a:cubicBezTo>
                  <a:pt x="4756064" y="4327636"/>
                  <a:pt x="4756597" y="4327991"/>
                  <a:pt x="4756894" y="4328465"/>
                </a:cubicBezTo>
                <a:lnTo>
                  <a:pt x="4768324" y="4348246"/>
                </a:lnTo>
                <a:cubicBezTo>
                  <a:pt x="4768620" y="4348720"/>
                  <a:pt x="4768620" y="4349372"/>
                  <a:pt x="4768324" y="4349845"/>
                </a:cubicBezTo>
                <a:lnTo>
                  <a:pt x="4756894" y="4369626"/>
                </a:lnTo>
                <a:cubicBezTo>
                  <a:pt x="4756597" y="4370160"/>
                  <a:pt x="4756064" y="4370456"/>
                  <a:pt x="4755472" y="4370456"/>
                </a:cubicBezTo>
                <a:lnTo>
                  <a:pt x="4732611" y="4370456"/>
                </a:lnTo>
                <a:cubicBezTo>
                  <a:pt x="4732019" y="4370456"/>
                  <a:pt x="4731486" y="4370100"/>
                  <a:pt x="4731189" y="4369626"/>
                </a:cubicBezTo>
                <a:lnTo>
                  <a:pt x="4719759" y="4349845"/>
                </a:lnTo>
                <a:cubicBezTo>
                  <a:pt x="4719463" y="4349372"/>
                  <a:pt x="4719463" y="4348720"/>
                  <a:pt x="4719759" y="4348246"/>
                </a:cubicBezTo>
                <a:lnTo>
                  <a:pt x="4731189" y="4328465"/>
                </a:lnTo>
                <a:cubicBezTo>
                  <a:pt x="4731486" y="4327932"/>
                  <a:pt x="4732019" y="4327636"/>
                  <a:pt x="4732611" y="4327636"/>
                </a:cubicBezTo>
                <a:close/>
                <a:moveTo>
                  <a:pt x="3785721" y="4327518"/>
                </a:moveTo>
                <a:lnTo>
                  <a:pt x="3808700" y="4327518"/>
                </a:lnTo>
                <a:cubicBezTo>
                  <a:pt x="3809292" y="4327518"/>
                  <a:pt x="3809825" y="4327873"/>
                  <a:pt x="3810121" y="4328347"/>
                </a:cubicBezTo>
                <a:lnTo>
                  <a:pt x="3821611" y="4348247"/>
                </a:lnTo>
                <a:cubicBezTo>
                  <a:pt x="3821907" y="4348721"/>
                  <a:pt x="3821907" y="4349372"/>
                  <a:pt x="3821611" y="4349846"/>
                </a:cubicBezTo>
                <a:lnTo>
                  <a:pt x="3810121" y="4369746"/>
                </a:lnTo>
                <a:cubicBezTo>
                  <a:pt x="3809825" y="4370279"/>
                  <a:pt x="3809292" y="4370575"/>
                  <a:pt x="3808700" y="4370575"/>
                </a:cubicBezTo>
                <a:lnTo>
                  <a:pt x="3785721" y="4370575"/>
                </a:lnTo>
                <a:cubicBezTo>
                  <a:pt x="3785128" y="4370575"/>
                  <a:pt x="3784595" y="4370219"/>
                  <a:pt x="3784299" y="4369746"/>
                </a:cubicBezTo>
                <a:lnTo>
                  <a:pt x="3772809" y="4349846"/>
                </a:lnTo>
                <a:cubicBezTo>
                  <a:pt x="3772513" y="4349372"/>
                  <a:pt x="3772513" y="4348721"/>
                  <a:pt x="3772809" y="4348247"/>
                </a:cubicBezTo>
                <a:lnTo>
                  <a:pt x="3784299" y="4328347"/>
                </a:lnTo>
                <a:cubicBezTo>
                  <a:pt x="3784595" y="4327814"/>
                  <a:pt x="3785128" y="4327518"/>
                  <a:pt x="3785721" y="4327518"/>
                </a:cubicBezTo>
                <a:close/>
                <a:moveTo>
                  <a:pt x="4664857" y="4327458"/>
                </a:moveTo>
                <a:lnTo>
                  <a:pt x="4687955" y="4327458"/>
                </a:lnTo>
                <a:cubicBezTo>
                  <a:pt x="4688547" y="4327458"/>
                  <a:pt x="4689080" y="4327813"/>
                  <a:pt x="4689377" y="4328287"/>
                </a:cubicBezTo>
                <a:lnTo>
                  <a:pt x="4700925" y="4348246"/>
                </a:lnTo>
                <a:cubicBezTo>
                  <a:pt x="4701222" y="4348779"/>
                  <a:pt x="4701222" y="4349431"/>
                  <a:pt x="4700925" y="4349905"/>
                </a:cubicBezTo>
                <a:lnTo>
                  <a:pt x="4689377" y="4369863"/>
                </a:lnTo>
                <a:cubicBezTo>
                  <a:pt x="4689080" y="4370396"/>
                  <a:pt x="4688547" y="4370693"/>
                  <a:pt x="4687955" y="4370693"/>
                </a:cubicBezTo>
                <a:lnTo>
                  <a:pt x="4664857" y="4370693"/>
                </a:lnTo>
                <a:cubicBezTo>
                  <a:pt x="4664265" y="4370693"/>
                  <a:pt x="4663732" y="4370337"/>
                  <a:pt x="4663436" y="4369863"/>
                </a:cubicBezTo>
                <a:lnTo>
                  <a:pt x="4651887" y="4349905"/>
                </a:lnTo>
                <a:cubicBezTo>
                  <a:pt x="4651591" y="4349371"/>
                  <a:pt x="4651591" y="4348720"/>
                  <a:pt x="4651887" y="4348246"/>
                </a:cubicBezTo>
                <a:lnTo>
                  <a:pt x="4663436" y="4328287"/>
                </a:lnTo>
                <a:cubicBezTo>
                  <a:pt x="4663732" y="4327754"/>
                  <a:pt x="4664265" y="4327458"/>
                  <a:pt x="4664857" y="4327458"/>
                </a:cubicBezTo>
                <a:close/>
                <a:moveTo>
                  <a:pt x="4800009" y="4327103"/>
                </a:moveTo>
                <a:lnTo>
                  <a:pt x="4823403" y="4327103"/>
                </a:lnTo>
                <a:cubicBezTo>
                  <a:pt x="4823995" y="4327103"/>
                  <a:pt x="4824528" y="4327399"/>
                  <a:pt x="4824824" y="4327932"/>
                </a:cubicBezTo>
                <a:lnTo>
                  <a:pt x="4836491" y="4348187"/>
                </a:lnTo>
                <a:cubicBezTo>
                  <a:pt x="4836788" y="4348720"/>
                  <a:pt x="4836788" y="4349312"/>
                  <a:pt x="4836491" y="4349846"/>
                </a:cubicBezTo>
                <a:lnTo>
                  <a:pt x="4824765" y="4370100"/>
                </a:lnTo>
                <a:cubicBezTo>
                  <a:pt x="4824469" y="4370634"/>
                  <a:pt x="4823936" y="4370930"/>
                  <a:pt x="4823344" y="4370930"/>
                </a:cubicBezTo>
                <a:lnTo>
                  <a:pt x="4799950" y="4370930"/>
                </a:lnTo>
                <a:cubicBezTo>
                  <a:pt x="4799357" y="4370930"/>
                  <a:pt x="4798824" y="4370634"/>
                  <a:pt x="4798528" y="4370100"/>
                </a:cubicBezTo>
                <a:lnTo>
                  <a:pt x="4786861" y="4349846"/>
                </a:lnTo>
                <a:cubicBezTo>
                  <a:pt x="4786565" y="4349312"/>
                  <a:pt x="4786565" y="4348720"/>
                  <a:pt x="4786861" y="4348187"/>
                </a:cubicBezTo>
                <a:lnTo>
                  <a:pt x="4798587" y="4327932"/>
                </a:lnTo>
                <a:cubicBezTo>
                  <a:pt x="4798884" y="4327399"/>
                  <a:pt x="4799416" y="4327103"/>
                  <a:pt x="4800009" y="4327103"/>
                </a:cubicBezTo>
                <a:close/>
                <a:moveTo>
                  <a:pt x="3582637" y="4327103"/>
                </a:moveTo>
                <a:lnTo>
                  <a:pt x="3606031" y="4327103"/>
                </a:lnTo>
                <a:cubicBezTo>
                  <a:pt x="3606623" y="4327103"/>
                  <a:pt x="3607156" y="4327399"/>
                  <a:pt x="3607452" y="4327932"/>
                </a:cubicBezTo>
                <a:lnTo>
                  <a:pt x="3619120" y="4348187"/>
                </a:lnTo>
                <a:cubicBezTo>
                  <a:pt x="3619416" y="4348720"/>
                  <a:pt x="3619416" y="4349312"/>
                  <a:pt x="3619120" y="4349846"/>
                </a:cubicBezTo>
                <a:lnTo>
                  <a:pt x="3607393" y="4370100"/>
                </a:lnTo>
                <a:cubicBezTo>
                  <a:pt x="3607097" y="4370634"/>
                  <a:pt x="3606564" y="4370930"/>
                  <a:pt x="3605971" y="4370930"/>
                </a:cubicBezTo>
                <a:lnTo>
                  <a:pt x="3582578" y="4370930"/>
                </a:lnTo>
                <a:cubicBezTo>
                  <a:pt x="3581986" y="4370930"/>
                  <a:pt x="3581452" y="4370634"/>
                  <a:pt x="3581156" y="4370100"/>
                </a:cubicBezTo>
                <a:lnTo>
                  <a:pt x="3569489" y="4349846"/>
                </a:lnTo>
                <a:cubicBezTo>
                  <a:pt x="3569193" y="4349312"/>
                  <a:pt x="3569193" y="4348720"/>
                  <a:pt x="3569489" y="4348187"/>
                </a:cubicBezTo>
                <a:lnTo>
                  <a:pt x="3581216" y="4327932"/>
                </a:lnTo>
                <a:cubicBezTo>
                  <a:pt x="3581511" y="4327399"/>
                  <a:pt x="3582045" y="4327103"/>
                  <a:pt x="3582637" y="4327103"/>
                </a:cubicBezTo>
                <a:close/>
                <a:moveTo>
                  <a:pt x="3514943" y="4327044"/>
                </a:moveTo>
                <a:lnTo>
                  <a:pt x="3538456" y="4327044"/>
                </a:lnTo>
                <a:cubicBezTo>
                  <a:pt x="3539048" y="4327044"/>
                  <a:pt x="3539581" y="4327340"/>
                  <a:pt x="3539877" y="4327873"/>
                </a:cubicBezTo>
                <a:lnTo>
                  <a:pt x="3551604" y="4348247"/>
                </a:lnTo>
                <a:cubicBezTo>
                  <a:pt x="3551899" y="4348780"/>
                  <a:pt x="3551899" y="4349372"/>
                  <a:pt x="3551604" y="4349905"/>
                </a:cubicBezTo>
                <a:lnTo>
                  <a:pt x="3539818" y="4370279"/>
                </a:lnTo>
                <a:cubicBezTo>
                  <a:pt x="3539521" y="4370811"/>
                  <a:pt x="3538989" y="4371107"/>
                  <a:pt x="3538396" y="4371107"/>
                </a:cubicBezTo>
                <a:lnTo>
                  <a:pt x="3514884" y="4371107"/>
                </a:lnTo>
                <a:cubicBezTo>
                  <a:pt x="3514291" y="4371107"/>
                  <a:pt x="3513759" y="4370811"/>
                  <a:pt x="3513462" y="4370279"/>
                </a:cubicBezTo>
                <a:lnTo>
                  <a:pt x="3501736" y="4349905"/>
                </a:lnTo>
                <a:cubicBezTo>
                  <a:pt x="3501440" y="4349372"/>
                  <a:pt x="3501440" y="4348780"/>
                  <a:pt x="3501736" y="4348247"/>
                </a:cubicBezTo>
                <a:lnTo>
                  <a:pt x="3513522" y="4327873"/>
                </a:lnTo>
                <a:cubicBezTo>
                  <a:pt x="3513818" y="4327340"/>
                  <a:pt x="3514351" y="4327044"/>
                  <a:pt x="3514943" y="4327044"/>
                </a:cubicBezTo>
                <a:close/>
                <a:moveTo>
                  <a:pt x="3447012" y="4326392"/>
                </a:moveTo>
                <a:lnTo>
                  <a:pt x="3471175" y="4326392"/>
                </a:lnTo>
                <a:cubicBezTo>
                  <a:pt x="3471768" y="4326392"/>
                  <a:pt x="3472360" y="4326688"/>
                  <a:pt x="3472656" y="4327221"/>
                </a:cubicBezTo>
                <a:lnTo>
                  <a:pt x="3484738" y="4348187"/>
                </a:lnTo>
                <a:cubicBezTo>
                  <a:pt x="3485034" y="4348720"/>
                  <a:pt x="3485034" y="4349371"/>
                  <a:pt x="3484738" y="4349905"/>
                </a:cubicBezTo>
                <a:lnTo>
                  <a:pt x="3472656" y="4370870"/>
                </a:lnTo>
                <a:cubicBezTo>
                  <a:pt x="3472360" y="4371344"/>
                  <a:pt x="3471768" y="4371699"/>
                  <a:pt x="3471175" y="4371699"/>
                </a:cubicBezTo>
                <a:lnTo>
                  <a:pt x="3447012" y="4371699"/>
                </a:lnTo>
                <a:cubicBezTo>
                  <a:pt x="3446419" y="4371699"/>
                  <a:pt x="3445827" y="4371403"/>
                  <a:pt x="3445531" y="4370870"/>
                </a:cubicBezTo>
                <a:lnTo>
                  <a:pt x="3433449" y="4349905"/>
                </a:lnTo>
                <a:cubicBezTo>
                  <a:pt x="3433153" y="4349371"/>
                  <a:pt x="3433153" y="4348720"/>
                  <a:pt x="3433449" y="4348187"/>
                </a:cubicBezTo>
                <a:lnTo>
                  <a:pt x="3445531" y="4327221"/>
                </a:lnTo>
                <a:cubicBezTo>
                  <a:pt x="3445827" y="4326747"/>
                  <a:pt x="3446419" y="4326392"/>
                  <a:pt x="3447012" y="4326392"/>
                </a:cubicBezTo>
                <a:close/>
                <a:moveTo>
                  <a:pt x="3717434" y="4326274"/>
                </a:moveTo>
                <a:lnTo>
                  <a:pt x="3741716" y="4326274"/>
                </a:lnTo>
                <a:cubicBezTo>
                  <a:pt x="3742308" y="4326274"/>
                  <a:pt x="3742900" y="4326629"/>
                  <a:pt x="3743197" y="4327162"/>
                </a:cubicBezTo>
                <a:lnTo>
                  <a:pt x="3755338" y="4348187"/>
                </a:lnTo>
                <a:cubicBezTo>
                  <a:pt x="3755634" y="4348720"/>
                  <a:pt x="3755634" y="4349372"/>
                  <a:pt x="3755338" y="4349905"/>
                </a:cubicBezTo>
                <a:lnTo>
                  <a:pt x="3743197" y="4370930"/>
                </a:lnTo>
                <a:cubicBezTo>
                  <a:pt x="3742900" y="4371462"/>
                  <a:pt x="3742308" y="4371818"/>
                  <a:pt x="3741716" y="4371818"/>
                </a:cubicBezTo>
                <a:lnTo>
                  <a:pt x="3717434" y="4371818"/>
                </a:lnTo>
                <a:cubicBezTo>
                  <a:pt x="3716842" y="4371818"/>
                  <a:pt x="3716249" y="4371462"/>
                  <a:pt x="3715953" y="4370930"/>
                </a:cubicBezTo>
                <a:lnTo>
                  <a:pt x="3703812" y="4349905"/>
                </a:lnTo>
                <a:cubicBezTo>
                  <a:pt x="3703516" y="4349372"/>
                  <a:pt x="3703516" y="4348720"/>
                  <a:pt x="3703812" y="4348187"/>
                </a:cubicBezTo>
                <a:lnTo>
                  <a:pt x="3715953" y="4327162"/>
                </a:lnTo>
                <a:cubicBezTo>
                  <a:pt x="3716249" y="4326629"/>
                  <a:pt x="3716842" y="4326274"/>
                  <a:pt x="3717434" y="4326274"/>
                </a:cubicBezTo>
                <a:close/>
                <a:moveTo>
                  <a:pt x="3649799" y="4326274"/>
                </a:moveTo>
                <a:lnTo>
                  <a:pt x="3674081" y="4326274"/>
                </a:lnTo>
                <a:cubicBezTo>
                  <a:pt x="3674674" y="4326274"/>
                  <a:pt x="3675266" y="4326629"/>
                  <a:pt x="3675561" y="4327162"/>
                </a:cubicBezTo>
                <a:lnTo>
                  <a:pt x="3687703" y="4348187"/>
                </a:lnTo>
                <a:cubicBezTo>
                  <a:pt x="3687999" y="4348720"/>
                  <a:pt x="3687999" y="4349372"/>
                  <a:pt x="3687703" y="4349905"/>
                </a:cubicBezTo>
                <a:lnTo>
                  <a:pt x="3675561" y="4370930"/>
                </a:lnTo>
                <a:cubicBezTo>
                  <a:pt x="3675266" y="4371462"/>
                  <a:pt x="3674674" y="4371818"/>
                  <a:pt x="3674081" y="4371818"/>
                </a:cubicBezTo>
                <a:lnTo>
                  <a:pt x="3649799" y="4371818"/>
                </a:lnTo>
                <a:cubicBezTo>
                  <a:pt x="3649207" y="4371818"/>
                  <a:pt x="3648614" y="4371462"/>
                  <a:pt x="3648318" y="4370930"/>
                </a:cubicBezTo>
                <a:lnTo>
                  <a:pt x="3636177" y="4349905"/>
                </a:lnTo>
                <a:cubicBezTo>
                  <a:pt x="3635881" y="4349372"/>
                  <a:pt x="3635881" y="4348720"/>
                  <a:pt x="3636177" y="4348187"/>
                </a:cubicBezTo>
                <a:lnTo>
                  <a:pt x="3648318" y="4327162"/>
                </a:lnTo>
                <a:cubicBezTo>
                  <a:pt x="3648614" y="4326629"/>
                  <a:pt x="3649207" y="4326274"/>
                  <a:pt x="3649799" y="4326274"/>
                </a:cubicBezTo>
                <a:close/>
                <a:moveTo>
                  <a:pt x="3319737" y="4282803"/>
                </a:moveTo>
                <a:lnTo>
                  <a:pt x="3327910" y="4282803"/>
                </a:lnTo>
                <a:cubicBezTo>
                  <a:pt x="3328088" y="4282803"/>
                  <a:pt x="3328384" y="4283099"/>
                  <a:pt x="3328384" y="4283099"/>
                </a:cubicBezTo>
                <a:lnTo>
                  <a:pt x="3332471" y="4290147"/>
                </a:lnTo>
                <a:cubicBezTo>
                  <a:pt x="3332589" y="4290325"/>
                  <a:pt x="3332471" y="4290739"/>
                  <a:pt x="3332471" y="4290739"/>
                </a:cubicBezTo>
                <a:lnTo>
                  <a:pt x="3328384" y="4297787"/>
                </a:lnTo>
                <a:cubicBezTo>
                  <a:pt x="3328324" y="4297965"/>
                  <a:pt x="3327910" y="4298083"/>
                  <a:pt x="3327910" y="4298083"/>
                </a:cubicBezTo>
                <a:lnTo>
                  <a:pt x="3319737" y="4298083"/>
                </a:lnTo>
                <a:cubicBezTo>
                  <a:pt x="3319559" y="4298083"/>
                  <a:pt x="3319264" y="4297787"/>
                  <a:pt x="3319264" y="4297787"/>
                </a:cubicBezTo>
                <a:lnTo>
                  <a:pt x="3315177" y="4290739"/>
                </a:lnTo>
                <a:cubicBezTo>
                  <a:pt x="3315058" y="4290561"/>
                  <a:pt x="3315177" y="4290147"/>
                  <a:pt x="3315177" y="4290147"/>
                </a:cubicBezTo>
                <a:lnTo>
                  <a:pt x="3319264" y="4283099"/>
                </a:lnTo>
                <a:cubicBezTo>
                  <a:pt x="3319323" y="4282922"/>
                  <a:pt x="3319737" y="4282803"/>
                  <a:pt x="3319737" y="4282803"/>
                </a:cubicBezTo>
                <a:close/>
                <a:moveTo>
                  <a:pt x="4193129" y="4271905"/>
                </a:moveTo>
                <a:lnTo>
                  <a:pt x="4212911" y="4271905"/>
                </a:lnTo>
                <a:cubicBezTo>
                  <a:pt x="4213385" y="4271905"/>
                  <a:pt x="4213858" y="4272201"/>
                  <a:pt x="4214095" y="4272616"/>
                </a:cubicBezTo>
                <a:lnTo>
                  <a:pt x="4223986" y="4289732"/>
                </a:lnTo>
                <a:cubicBezTo>
                  <a:pt x="4224223" y="4290206"/>
                  <a:pt x="4224223" y="4290739"/>
                  <a:pt x="4223986" y="4291153"/>
                </a:cubicBezTo>
                <a:lnTo>
                  <a:pt x="4214095" y="4308269"/>
                </a:lnTo>
                <a:cubicBezTo>
                  <a:pt x="4213858" y="4308684"/>
                  <a:pt x="4213385" y="4308980"/>
                  <a:pt x="4212911" y="4308980"/>
                </a:cubicBezTo>
                <a:lnTo>
                  <a:pt x="4193129" y="4308980"/>
                </a:lnTo>
                <a:cubicBezTo>
                  <a:pt x="4192656" y="4308980"/>
                  <a:pt x="4192182" y="4308684"/>
                  <a:pt x="4191945" y="4308269"/>
                </a:cubicBezTo>
                <a:lnTo>
                  <a:pt x="4182054" y="4291153"/>
                </a:lnTo>
                <a:cubicBezTo>
                  <a:pt x="4181818" y="4290680"/>
                  <a:pt x="4181818" y="4290146"/>
                  <a:pt x="4182054" y="4289732"/>
                </a:cubicBezTo>
                <a:lnTo>
                  <a:pt x="4191945" y="4272616"/>
                </a:lnTo>
                <a:cubicBezTo>
                  <a:pt x="4192182" y="4272201"/>
                  <a:pt x="4192656" y="4271905"/>
                  <a:pt x="4193129" y="4271905"/>
                </a:cubicBezTo>
                <a:close/>
                <a:moveTo>
                  <a:pt x="5004217" y="4271017"/>
                </a:moveTo>
                <a:lnTo>
                  <a:pt x="5024946" y="4271017"/>
                </a:lnTo>
                <a:cubicBezTo>
                  <a:pt x="5025420" y="4271017"/>
                  <a:pt x="5025893" y="4271254"/>
                  <a:pt x="5026190" y="4271728"/>
                </a:cubicBezTo>
                <a:lnTo>
                  <a:pt x="5036554" y="4289732"/>
                </a:lnTo>
                <a:cubicBezTo>
                  <a:pt x="5036850" y="4290206"/>
                  <a:pt x="5036850" y="4290739"/>
                  <a:pt x="5036554" y="4291213"/>
                </a:cubicBezTo>
                <a:lnTo>
                  <a:pt x="5026190" y="4309217"/>
                </a:lnTo>
                <a:cubicBezTo>
                  <a:pt x="5025953" y="4309632"/>
                  <a:pt x="5025479" y="4309928"/>
                  <a:pt x="5024946" y="4309928"/>
                </a:cubicBezTo>
                <a:lnTo>
                  <a:pt x="5004217" y="4309928"/>
                </a:lnTo>
                <a:cubicBezTo>
                  <a:pt x="5003743" y="4309928"/>
                  <a:pt x="5003210" y="4309691"/>
                  <a:pt x="5002973" y="4309217"/>
                </a:cubicBezTo>
                <a:lnTo>
                  <a:pt x="4992609" y="4291213"/>
                </a:lnTo>
                <a:cubicBezTo>
                  <a:pt x="4992313" y="4290739"/>
                  <a:pt x="4992313" y="4290206"/>
                  <a:pt x="4992609" y="4289732"/>
                </a:cubicBezTo>
                <a:lnTo>
                  <a:pt x="5002973" y="4271728"/>
                </a:lnTo>
                <a:cubicBezTo>
                  <a:pt x="5003210" y="4271313"/>
                  <a:pt x="5003684" y="4271017"/>
                  <a:pt x="5004217" y="4271017"/>
                </a:cubicBezTo>
                <a:close/>
                <a:moveTo>
                  <a:pt x="3922056" y="4270899"/>
                </a:moveTo>
                <a:lnTo>
                  <a:pt x="3942904" y="4270899"/>
                </a:lnTo>
                <a:cubicBezTo>
                  <a:pt x="3943437" y="4270899"/>
                  <a:pt x="3943911" y="4271136"/>
                  <a:pt x="3944206" y="4271610"/>
                </a:cubicBezTo>
                <a:lnTo>
                  <a:pt x="3954630" y="4289673"/>
                </a:lnTo>
                <a:cubicBezTo>
                  <a:pt x="3954926" y="4290147"/>
                  <a:pt x="3954926" y="4290680"/>
                  <a:pt x="3954630" y="4291154"/>
                </a:cubicBezTo>
                <a:lnTo>
                  <a:pt x="3944206" y="4309218"/>
                </a:lnTo>
                <a:cubicBezTo>
                  <a:pt x="3943911" y="4309632"/>
                  <a:pt x="3943437" y="4309928"/>
                  <a:pt x="3942904" y="4309928"/>
                </a:cubicBezTo>
                <a:lnTo>
                  <a:pt x="3922056" y="4309928"/>
                </a:lnTo>
                <a:cubicBezTo>
                  <a:pt x="3921523" y="4309928"/>
                  <a:pt x="3921050" y="4309691"/>
                  <a:pt x="3920753" y="4309218"/>
                </a:cubicBezTo>
                <a:lnTo>
                  <a:pt x="3910330" y="4291154"/>
                </a:lnTo>
                <a:cubicBezTo>
                  <a:pt x="3910034" y="4290680"/>
                  <a:pt x="3910034" y="4290147"/>
                  <a:pt x="3910330" y="4289673"/>
                </a:cubicBezTo>
                <a:lnTo>
                  <a:pt x="3920753" y="4271610"/>
                </a:lnTo>
                <a:cubicBezTo>
                  <a:pt x="3921050" y="4271195"/>
                  <a:pt x="3921523" y="4270899"/>
                  <a:pt x="3922056" y="4270899"/>
                </a:cubicBezTo>
                <a:close/>
                <a:moveTo>
                  <a:pt x="4057267" y="4270780"/>
                </a:moveTo>
                <a:lnTo>
                  <a:pt x="4078232" y="4270780"/>
                </a:lnTo>
                <a:cubicBezTo>
                  <a:pt x="4078766" y="4270780"/>
                  <a:pt x="4079239" y="4271076"/>
                  <a:pt x="4079536" y="4271550"/>
                </a:cubicBezTo>
                <a:lnTo>
                  <a:pt x="4090019" y="4289732"/>
                </a:lnTo>
                <a:cubicBezTo>
                  <a:pt x="4090314" y="4290206"/>
                  <a:pt x="4090314" y="4290739"/>
                  <a:pt x="4090019" y="4291213"/>
                </a:cubicBezTo>
                <a:lnTo>
                  <a:pt x="4079536" y="4309395"/>
                </a:lnTo>
                <a:cubicBezTo>
                  <a:pt x="4079239" y="4309869"/>
                  <a:pt x="4078766" y="4310165"/>
                  <a:pt x="4078232" y="4310165"/>
                </a:cubicBezTo>
                <a:lnTo>
                  <a:pt x="4057267" y="4310165"/>
                </a:lnTo>
                <a:cubicBezTo>
                  <a:pt x="4056733" y="4310165"/>
                  <a:pt x="4056260" y="4309869"/>
                  <a:pt x="4055964" y="4309395"/>
                </a:cubicBezTo>
                <a:lnTo>
                  <a:pt x="4045481" y="4291213"/>
                </a:lnTo>
                <a:cubicBezTo>
                  <a:pt x="4045185" y="4290739"/>
                  <a:pt x="4045185" y="4290206"/>
                  <a:pt x="4045481" y="4289732"/>
                </a:cubicBezTo>
                <a:lnTo>
                  <a:pt x="4055964" y="4271550"/>
                </a:lnTo>
                <a:cubicBezTo>
                  <a:pt x="4056260" y="4271076"/>
                  <a:pt x="4056733" y="4270780"/>
                  <a:pt x="4057267" y="4270780"/>
                </a:cubicBezTo>
                <a:close/>
                <a:moveTo>
                  <a:pt x="4462959" y="4270662"/>
                </a:moveTo>
                <a:lnTo>
                  <a:pt x="4484043" y="4270662"/>
                </a:lnTo>
                <a:cubicBezTo>
                  <a:pt x="4484577" y="4270662"/>
                  <a:pt x="4485050" y="4270958"/>
                  <a:pt x="4485347" y="4271432"/>
                </a:cubicBezTo>
                <a:lnTo>
                  <a:pt x="4495888" y="4289673"/>
                </a:lnTo>
                <a:cubicBezTo>
                  <a:pt x="4496185" y="4290147"/>
                  <a:pt x="4496185" y="4290680"/>
                  <a:pt x="4495888" y="4291154"/>
                </a:cubicBezTo>
                <a:lnTo>
                  <a:pt x="4485347" y="4309395"/>
                </a:lnTo>
                <a:cubicBezTo>
                  <a:pt x="4485050" y="4309869"/>
                  <a:pt x="4484577" y="4310165"/>
                  <a:pt x="4484043" y="4310165"/>
                </a:cubicBezTo>
                <a:lnTo>
                  <a:pt x="4462959" y="4310165"/>
                </a:lnTo>
                <a:cubicBezTo>
                  <a:pt x="4462426" y="4310165"/>
                  <a:pt x="4461952" y="4309869"/>
                  <a:pt x="4461657" y="4309395"/>
                </a:cubicBezTo>
                <a:lnTo>
                  <a:pt x="4451114" y="4291154"/>
                </a:lnTo>
                <a:cubicBezTo>
                  <a:pt x="4450818" y="4290680"/>
                  <a:pt x="4450818" y="4290147"/>
                  <a:pt x="4451114" y="4289673"/>
                </a:cubicBezTo>
                <a:lnTo>
                  <a:pt x="4461657" y="4271432"/>
                </a:lnTo>
                <a:cubicBezTo>
                  <a:pt x="4461952" y="4270958"/>
                  <a:pt x="4462426" y="4270662"/>
                  <a:pt x="4462959" y="4270662"/>
                </a:cubicBezTo>
                <a:close/>
                <a:moveTo>
                  <a:pt x="4259995" y="4270484"/>
                </a:moveTo>
                <a:lnTo>
                  <a:pt x="4281316" y="4270484"/>
                </a:lnTo>
                <a:cubicBezTo>
                  <a:pt x="4281849" y="4270484"/>
                  <a:pt x="4282323" y="4270780"/>
                  <a:pt x="4282619" y="4271254"/>
                </a:cubicBezTo>
                <a:lnTo>
                  <a:pt x="4293279" y="4289732"/>
                </a:lnTo>
                <a:cubicBezTo>
                  <a:pt x="4293576" y="4290147"/>
                  <a:pt x="4293576" y="4290739"/>
                  <a:pt x="4293279" y="4291213"/>
                </a:cubicBezTo>
                <a:lnTo>
                  <a:pt x="4282619" y="4309691"/>
                </a:lnTo>
                <a:cubicBezTo>
                  <a:pt x="4282323" y="4310165"/>
                  <a:pt x="4281849" y="4310461"/>
                  <a:pt x="4281316" y="4310461"/>
                </a:cubicBezTo>
                <a:lnTo>
                  <a:pt x="4259995" y="4310461"/>
                </a:lnTo>
                <a:cubicBezTo>
                  <a:pt x="4259462" y="4310461"/>
                  <a:pt x="4258988" y="4310165"/>
                  <a:pt x="4258692" y="4309691"/>
                </a:cubicBezTo>
                <a:lnTo>
                  <a:pt x="4248031" y="4291213"/>
                </a:lnTo>
                <a:cubicBezTo>
                  <a:pt x="4247735" y="4290798"/>
                  <a:pt x="4247735" y="4290206"/>
                  <a:pt x="4248031" y="4289732"/>
                </a:cubicBezTo>
                <a:lnTo>
                  <a:pt x="4258692" y="4271254"/>
                </a:lnTo>
                <a:cubicBezTo>
                  <a:pt x="4258988" y="4270780"/>
                  <a:pt x="4259462" y="4270484"/>
                  <a:pt x="4259995" y="4270484"/>
                </a:cubicBezTo>
                <a:close/>
                <a:moveTo>
                  <a:pt x="4124725" y="4270484"/>
                </a:moveTo>
                <a:lnTo>
                  <a:pt x="4146046" y="4270484"/>
                </a:lnTo>
                <a:cubicBezTo>
                  <a:pt x="4146579" y="4270484"/>
                  <a:pt x="4147052" y="4270780"/>
                  <a:pt x="4147349" y="4271254"/>
                </a:cubicBezTo>
                <a:lnTo>
                  <a:pt x="4158009" y="4289732"/>
                </a:lnTo>
                <a:cubicBezTo>
                  <a:pt x="4158305" y="4290147"/>
                  <a:pt x="4158305" y="4290739"/>
                  <a:pt x="4158009" y="4291213"/>
                </a:cubicBezTo>
                <a:lnTo>
                  <a:pt x="4147349" y="4309691"/>
                </a:lnTo>
                <a:cubicBezTo>
                  <a:pt x="4147052" y="4310165"/>
                  <a:pt x="4146579" y="4310461"/>
                  <a:pt x="4146046" y="4310461"/>
                </a:cubicBezTo>
                <a:lnTo>
                  <a:pt x="4124725" y="4310461"/>
                </a:lnTo>
                <a:cubicBezTo>
                  <a:pt x="4124191" y="4310461"/>
                  <a:pt x="4123718" y="4310165"/>
                  <a:pt x="4123421" y="4309691"/>
                </a:cubicBezTo>
                <a:lnTo>
                  <a:pt x="4112761" y="4291213"/>
                </a:lnTo>
                <a:cubicBezTo>
                  <a:pt x="4112465" y="4290798"/>
                  <a:pt x="4112465" y="4290206"/>
                  <a:pt x="4112761" y="4289732"/>
                </a:cubicBezTo>
                <a:lnTo>
                  <a:pt x="4123421" y="4271254"/>
                </a:lnTo>
                <a:cubicBezTo>
                  <a:pt x="4123718" y="4270780"/>
                  <a:pt x="4124191" y="4270484"/>
                  <a:pt x="4124725" y="4270484"/>
                </a:cubicBezTo>
                <a:close/>
                <a:moveTo>
                  <a:pt x="3989454" y="4270484"/>
                </a:moveTo>
                <a:lnTo>
                  <a:pt x="4010776" y="4270484"/>
                </a:lnTo>
                <a:cubicBezTo>
                  <a:pt x="4011309" y="4270484"/>
                  <a:pt x="4011782" y="4270780"/>
                  <a:pt x="4012079" y="4271254"/>
                </a:cubicBezTo>
                <a:lnTo>
                  <a:pt x="4022739" y="4289732"/>
                </a:lnTo>
                <a:cubicBezTo>
                  <a:pt x="4023035" y="4290147"/>
                  <a:pt x="4023035" y="4290739"/>
                  <a:pt x="4022739" y="4291213"/>
                </a:cubicBezTo>
                <a:lnTo>
                  <a:pt x="4012079" y="4309691"/>
                </a:lnTo>
                <a:cubicBezTo>
                  <a:pt x="4011782" y="4310165"/>
                  <a:pt x="4011309" y="4310461"/>
                  <a:pt x="4010776" y="4310461"/>
                </a:cubicBezTo>
                <a:lnTo>
                  <a:pt x="3989454" y="4310461"/>
                </a:lnTo>
                <a:cubicBezTo>
                  <a:pt x="3988921" y="4310461"/>
                  <a:pt x="3988448" y="4310165"/>
                  <a:pt x="3988151" y="4309691"/>
                </a:cubicBezTo>
                <a:lnTo>
                  <a:pt x="3977491" y="4291213"/>
                </a:lnTo>
                <a:cubicBezTo>
                  <a:pt x="3977195" y="4290798"/>
                  <a:pt x="3977195" y="4290206"/>
                  <a:pt x="3977491" y="4289732"/>
                </a:cubicBezTo>
                <a:lnTo>
                  <a:pt x="3988151" y="4271254"/>
                </a:lnTo>
                <a:cubicBezTo>
                  <a:pt x="3988448" y="4270780"/>
                  <a:pt x="3988921" y="4270484"/>
                  <a:pt x="3989454" y="4270484"/>
                </a:cubicBezTo>
                <a:close/>
                <a:moveTo>
                  <a:pt x="4530416" y="4270247"/>
                </a:moveTo>
                <a:lnTo>
                  <a:pt x="4551915" y="4270247"/>
                </a:lnTo>
                <a:cubicBezTo>
                  <a:pt x="4552448" y="4270247"/>
                  <a:pt x="4552922" y="4270543"/>
                  <a:pt x="4553218" y="4271017"/>
                </a:cubicBezTo>
                <a:lnTo>
                  <a:pt x="4563997" y="4289673"/>
                </a:lnTo>
                <a:cubicBezTo>
                  <a:pt x="4564293" y="4290147"/>
                  <a:pt x="4564293" y="4290739"/>
                  <a:pt x="4563997" y="4291213"/>
                </a:cubicBezTo>
                <a:lnTo>
                  <a:pt x="4553218" y="4309869"/>
                </a:lnTo>
                <a:cubicBezTo>
                  <a:pt x="4552981" y="4310343"/>
                  <a:pt x="4552448" y="4310639"/>
                  <a:pt x="4551915" y="4310639"/>
                </a:cubicBezTo>
                <a:lnTo>
                  <a:pt x="4530416" y="4310639"/>
                </a:lnTo>
                <a:cubicBezTo>
                  <a:pt x="4529883" y="4310639"/>
                  <a:pt x="4529409" y="4310343"/>
                  <a:pt x="4529113" y="4309869"/>
                </a:cubicBezTo>
                <a:lnTo>
                  <a:pt x="4518334" y="4291213"/>
                </a:lnTo>
                <a:cubicBezTo>
                  <a:pt x="4518038" y="4290739"/>
                  <a:pt x="4518038" y="4290147"/>
                  <a:pt x="4518334" y="4289673"/>
                </a:cubicBezTo>
                <a:lnTo>
                  <a:pt x="4529113" y="4271017"/>
                </a:lnTo>
                <a:cubicBezTo>
                  <a:pt x="4529350" y="4270543"/>
                  <a:pt x="4529883" y="4270247"/>
                  <a:pt x="4530416" y="4270247"/>
                </a:cubicBezTo>
                <a:close/>
                <a:moveTo>
                  <a:pt x="4327511" y="4270247"/>
                </a:moveTo>
                <a:lnTo>
                  <a:pt x="4349010" y="4270247"/>
                </a:lnTo>
                <a:cubicBezTo>
                  <a:pt x="4349543" y="4270247"/>
                  <a:pt x="4350017" y="4270543"/>
                  <a:pt x="4350313" y="4271017"/>
                </a:cubicBezTo>
                <a:lnTo>
                  <a:pt x="4361092" y="4289673"/>
                </a:lnTo>
                <a:cubicBezTo>
                  <a:pt x="4361388" y="4290147"/>
                  <a:pt x="4361388" y="4290739"/>
                  <a:pt x="4361092" y="4291213"/>
                </a:cubicBezTo>
                <a:lnTo>
                  <a:pt x="4350313" y="4309869"/>
                </a:lnTo>
                <a:cubicBezTo>
                  <a:pt x="4350076" y="4310343"/>
                  <a:pt x="4349543" y="4310639"/>
                  <a:pt x="4349010" y="4310639"/>
                </a:cubicBezTo>
                <a:lnTo>
                  <a:pt x="4327511" y="4310639"/>
                </a:lnTo>
                <a:cubicBezTo>
                  <a:pt x="4326978" y="4310639"/>
                  <a:pt x="4326504" y="4310343"/>
                  <a:pt x="4326208" y="4309869"/>
                </a:cubicBezTo>
                <a:lnTo>
                  <a:pt x="4315429" y="4291213"/>
                </a:lnTo>
                <a:cubicBezTo>
                  <a:pt x="4315133" y="4290739"/>
                  <a:pt x="4315133" y="4290147"/>
                  <a:pt x="4315429" y="4289673"/>
                </a:cubicBezTo>
                <a:lnTo>
                  <a:pt x="4326208" y="4271017"/>
                </a:lnTo>
                <a:cubicBezTo>
                  <a:pt x="4326445" y="4270543"/>
                  <a:pt x="4326978" y="4270247"/>
                  <a:pt x="4327511" y="4270247"/>
                </a:cubicBezTo>
                <a:close/>
                <a:moveTo>
                  <a:pt x="4665567" y="4270069"/>
                </a:moveTo>
                <a:lnTo>
                  <a:pt x="4687303" y="4270069"/>
                </a:lnTo>
                <a:cubicBezTo>
                  <a:pt x="4687836" y="4270069"/>
                  <a:pt x="4688310" y="4270365"/>
                  <a:pt x="4688606" y="4270839"/>
                </a:cubicBezTo>
                <a:lnTo>
                  <a:pt x="4699444" y="4289672"/>
                </a:lnTo>
                <a:cubicBezTo>
                  <a:pt x="4699740" y="4290146"/>
                  <a:pt x="4699740" y="4290739"/>
                  <a:pt x="4699444" y="4291212"/>
                </a:cubicBezTo>
                <a:lnTo>
                  <a:pt x="4688547" y="4310046"/>
                </a:lnTo>
                <a:cubicBezTo>
                  <a:pt x="4688310" y="4310520"/>
                  <a:pt x="4687777" y="4310816"/>
                  <a:pt x="4687244" y="4310816"/>
                </a:cubicBezTo>
                <a:lnTo>
                  <a:pt x="4665508" y="4310816"/>
                </a:lnTo>
                <a:cubicBezTo>
                  <a:pt x="4664975" y="4310816"/>
                  <a:pt x="4664502" y="4310520"/>
                  <a:pt x="4664205" y="4310046"/>
                </a:cubicBezTo>
                <a:lnTo>
                  <a:pt x="4653367" y="4291212"/>
                </a:lnTo>
                <a:cubicBezTo>
                  <a:pt x="4653071" y="4290739"/>
                  <a:pt x="4653071" y="4290146"/>
                  <a:pt x="4653367" y="4289672"/>
                </a:cubicBezTo>
                <a:lnTo>
                  <a:pt x="4664265" y="4270839"/>
                </a:lnTo>
                <a:cubicBezTo>
                  <a:pt x="4664502" y="4270365"/>
                  <a:pt x="4665034" y="4270069"/>
                  <a:pt x="4665567" y="4270069"/>
                </a:cubicBezTo>
                <a:close/>
                <a:moveTo>
                  <a:pt x="3380561" y="4270069"/>
                </a:moveTo>
                <a:lnTo>
                  <a:pt x="3402297" y="4270069"/>
                </a:lnTo>
                <a:cubicBezTo>
                  <a:pt x="3402830" y="4270069"/>
                  <a:pt x="3403304" y="4270365"/>
                  <a:pt x="3403600" y="4270839"/>
                </a:cubicBezTo>
                <a:lnTo>
                  <a:pt x="3414438" y="4289672"/>
                </a:lnTo>
                <a:cubicBezTo>
                  <a:pt x="3414734" y="4290146"/>
                  <a:pt x="3414734" y="4290739"/>
                  <a:pt x="3414438" y="4291212"/>
                </a:cubicBezTo>
                <a:lnTo>
                  <a:pt x="3403541" y="4310046"/>
                </a:lnTo>
                <a:cubicBezTo>
                  <a:pt x="3403304" y="4310520"/>
                  <a:pt x="3402771" y="4310816"/>
                  <a:pt x="3402238" y="4310816"/>
                </a:cubicBezTo>
                <a:lnTo>
                  <a:pt x="3380502" y="4310816"/>
                </a:lnTo>
                <a:cubicBezTo>
                  <a:pt x="3379969" y="4310816"/>
                  <a:pt x="3379495" y="4310520"/>
                  <a:pt x="3379199" y="4310046"/>
                </a:cubicBezTo>
                <a:lnTo>
                  <a:pt x="3368361" y="4291212"/>
                </a:lnTo>
                <a:cubicBezTo>
                  <a:pt x="3368065" y="4290739"/>
                  <a:pt x="3368065" y="4290146"/>
                  <a:pt x="3368361" y="4289672"/>
                </a:cubicBezTo>
                <a:lnTo>
                  <a:pt x="3379259" y="4270839"/>
                </a:lnTo>
                <a:cubicBezTo>
                  <a:pt x="3379495" y="4270365"/>
                  <a:pt x="3380029" y="4270069"/>
                  <a:pt x="3380561" y="4270069"/>
                </a:cubicBezTo>
                <a:close/>
                <a:moveTo>
                  <a:pt x="4935990" y="4269951"/>
                </a:moveTo>
                <a:lnTo>
                  <a:pt x="4957844" y="4269951"/>
                </a:lnTo>
                <a:cubicBezTo>
                  <a:pt x="4958436" y="4269951"/>
                  <a:pt x="4958910" y="4270247"/>
                  <a:pt x="4959206" y="4270721"/>
                </a:cubicBezTo>
                <a:lnTo>
                  <a:pt x="4970104" y="4289673"/>
                </a:lnTo>
                <a:cubicBezTo>
                  <a:pt x="4970399" y="4290147"/>
                  <a:pt x="4970399" y="4290739"/>
                  <a:pt x="4970104" y="4291213"/>
                </a:cubicBezTo>
                <a:lnTo>
                  <a:pt x="4959147" y="4310165"/>
                </a:lnTo>
                <a:cubicBezTo>
                  <a:pt x="4958851" y="4310639"/>
                  <a:pt x="4958318" y="4310935"/>
                  <a:pt x="4957784" y="4310935"/>
                </a:cubicBezTo>
                <a:lnTo>
                  <a:pt x="4935931" y="4310935"/>
                </a:lnTo>
                <a:cubicBezTo>
                  <a:pt x="4935339" y="4310935"/>
                  <a:pt x="4934864" y="4310639"/>
                  <a:pt x="4934569" y="4310165"/>
                </a:cubicBezTo>
                <a:lnTo>
                  <a:pt x="4923671" y="4291213"/>
                </a:lnTo>
                <a:cubicBezTo>
                  <a:pt x="4923375" y="4290739"/>
                  <a:pt x="4923375" y="4290147"/>
                  <a:pt x="4923671" y="4289673"/>
                </a:cubicBezTo>
                <a:lnTo>
                  <a:pt x="4934628" y="4270721"/>
                </a:lnTo>
                <a:cubicBezTo>
                  <a:pt x="4934924" y="4270247"/>
                  <a:pt x="4935457" y="4269951"/>
                  <a:pt x="4935990" y="4269951"/>
                </a:cubicBezTo>
                <a:close/>
                <a:moveTo>
                  <a:pt x="3786312" y="4269951"/>
                </a:moveTo>
                <a:lnTo>
                  <a:pt x="3808166" y="4269951"/>
                </a:lnTo>
                <a:cubicBezTo>
                  <a:pt x="3808758" y="4269951"/>
                  <a:pt x="3809232" y="4270247"/>
                  <a:pt x="3809528" y="4270721"/>
                </a:cubicBezTo>
                <a:lnTo>
                  <a:pt x="3820426" y="4289673"/>
                </a:lnTo>
                <a:cubicBezTo>
                  <a:pt x="3820721" y="4290147"/>
                  <a:pt x="3820721" y="4290739"/>
                  <a:pt x="3820426" y="4291213"/>
                </a:cubicBezTo>
                <a:lnTo>
                  <a:pt x="3809469" y="4310165"/>
                </a:lnTo>
                <a:cubicBezTo>
                  <a:pt x="3809173" y="4310639"/>
                  <a:pt x="3808640" y="4310935"/>
                  <a:pt x="3808106" y="4310935"/>
                </a:cubicBezTo>
                <a:lnTo>
                  <a:pt x="3786253" y="4310935"/>
                </a:lnTo>
                <a:cubicBezTo>
                  <a:pt x="3785661" y="4310935"/>
                  <a:pt x="3785186" y="4310639"/>
                  <a:pt x="3784891" y="4310165"/>
                </a:cubicBezTo>
                <a:lnTo>
                  <a:pt x="3773993" y="4291213"/>
                </a:lnTo>
                <a:cubicBezTo>
                  <a:pt x="3773697" y="4290739"/>
                  <a:pt x="3773697" y="4290147"/>
                  <a:pt x="3773993" y="4289673"/>
                </a:cubicBezTo>
                <a:lnTo>
                  <a:pt x="3784950" y="4270721"/>
                </a:lnTo>
                <a:cubicBezTo>
                  <a:pt x="3785246" y="4270247"/>
                  <a:pt x="3785779" y="4269951"/>
                  <a:pt x="3786312" y="4269951"/>
                </a:cubicBezTo>
                <a:close/>
                <a:moveTo>
                  <a:pt x="4597814" y="4269833"/>
                </a:moveTo>
                <a:lnTo>
                  <a:pt x="4619787" y="4269833"/>
                </a:lnTo>
                <a:cubicBezTo>
                  <a:pt x="4620379" y="4269833"/>
                  <a:pt x="4620852" y="4270129"/>
                  <a:pt x="4621149" y="4270603"/>
                </a:cubicBezTo>
                <a:lnTo>
                  <a:pt x="4632105" y="4289614"/>
                </a:lnTo>
                <a:cubicBezTo>
                  <a:pt x="4632402" y="4290088"/>
                  <a:pt x="4632402" y="4290680"/>
                  <a:pt x="4632105" y="4291154"/>
                </a:cubicBezTo>
                <a:lnTo>
                  <a:pt x="4621089" y="4310165"/>
                </a:lnTo>
                <a:cubicBezTo>
                  <a:pt x="4620794" y="4310639"/>
                  <a:pt x="4620260" y="4310935"/>
                  <a:pt x="4619727" y="4310935"/>
                </a:cubicBezTo>
                <a:lnTo>
                  <a:pt x="4597755" y="4310935"/>
                </a:lnTo>
                <a:cubicBezTo>
                  <a:pt x="4597162" y="4310935"/>
                  <a:pt x="4596689" y="4310639"/>
                  <a:pt x="4596393" y="4310165"/>
                </a:cubicBezTo>
                <a:lnTo>
                  <a:pt x="4585436" y="4291154"/>
                </a:lnTo>
                <a:cubicBezTo>
                  <a:pt x="4585140" y="4290680"/>
                  <a:pt x="4585140" y="4290088"/>
                  <a:pt x="4585436" y="4289614"/>
                </a:cubicBezTo>
                <a:lnTo>
                  <a:pt x="4596452" y="4270603"/>
                </a:lnTo>
                <a:cubicBezTo>
                  <a:pt x="4596748" y="4270129"/>
                  <a:pt x="4597281" y="4269833"/>
                  <a:pt x="4597814" y="4269833"/>
                </a:cubicBezTo>
                <a:close/>
                <a:moveTo>
                  <a:pt x="3853829" y="4269773"/>
                </a:moveTo>
                <a:lnTo>
                  <a:pt x="3875919" y="4269773"/>
                </a:lnTo>
                <a:cubicBezTo>
                  <a:pt x="3876512" y="4269773"/>
                  <a:pt x="3876985" y="4270069"/>
                  <a:pt x="3877282" y="4270543"/>
                </a:cubicBezTo>
                <a:lnTo>
                  <a:pt x="3888297" y="4289673"/>
                </a:lnTo>
                <a:cubicBezTo>
                  <a:pt x="3888594" y="4290146"/>
                  <a:pt x="3888594" y="4290739"/>
                  <a:pt x="3888297" y="4291212"/>
                </a:cubicBezTo>
                <a:lnTo>
                  <a:pt x="3877222" y="4310342"/>
                </a:lnTo>
                <a:cubicBezTo>
                  <a:pt x="3876926" y="4310816"/>
                  <a:pt x="3876393" y="4311112"/>
                  <a:pt x="3875860" y="4311112"/>
                </a:cubicBezTo>
                <a:lnTo>
                  <a:pt x="3853769" y="4311112"/>
                </a:lnTo>
                <a:cubicBezTo>
                  <a:pt x="3853177" y="4311112"/>
                  <a:pt x="3852703" y="4310816"/>
                  <a:pt x="3852407" y="4310342"/>
                </a:cubicBezTo>
                <a:lnTo>
                  <a:pt x="3841391" y="4291212"/>
                </a:lnTo>
                <a:cubicBezTo>
                  <a:pt x="3841095" y="4290739"/>
                  <a:pt x="3841095" y="4290146"/>
                  <a:pt x="3841391" y="4289673"/>
                </a:cubicBezTo>
                <a:lnTo>
                  <a:pt x="3852466" y="4270543"/>
                </a:lnTo>
                <a:cubicBezTo>
                  <a:pt x="3852762" y="4270069"/>
                  <a:pt x="3853295" y="4269773"/>
                  <a:pt x="3853829" y="4269773"/>
                </a:cubicBezTo>
                <a:close/>
                <a:moveTo>
                  <a:pt x="4394790" y="4269655"/>
                </a:moveTo>
                <a:lnTo>
                  <a:pt x="4417000" y="4269655"/>
                </a:lnTo>
                <a:cubicBezTo>
                  <a:pt x="4417533" y="4269655"/>
                  <a:pt x="4418065" y="4269951"/>
                  <a:pt x="4418362" y="4270425"/>
                </a:cubicBezTo>
                <a:lnTo>
                  <a:pt x="4429437" y="4289673"/>
                </a:lnTo>
                <a:cubicBezTo>
                  <a:pt x="4429733" y="4290147"/>
                  <a:pt x="4429733" y="4290739"/>
                  <a:pt x="4429437" y="4291213"/>
                </a:cubicBezTo>
                <a:lnTo>
                  <a:pt x="4418362" y="4310461"/>
                </a:lnTo>
                <a:cubicBezTo>
                  <a:pt x="4418065" y="4310935"/>
                  <a:pt x="4417533" y="4311231"/>
                  <a:pt x="4417000" y="4311231"/>
                </a:cubicBezTo>
                <a:lnTo>
                  <a:pt x="4394790" y="4311231"/>
                </a:lnTo>
                <a:cubicBezTo>
                  <a:pt x="4394258" y="4311231"/>
                  <a:pt x="4393724" y="4310935"/>
                  <a:pt x="4393428" y="4310461"/>
                </a:cubicBezTo>
                <a:lnTo>
                  <a:pt x="4382353" y="4291213"/>
                </a:lnTo>
                <a:cubicBezTo>
                  <a:pt x="4382057" y="4290739"/>
                  <a:pt x="4382057" y="4290147"/>
                  <a:pt x="4382353" y="4289673"/>
                </a:cubicBezTo>
                <a:lnTo>
                  <a:pt x="4393428" y="4270425"/>
                </a:lnTo>
                <a:cubicBezTo>
                  <a:pt x="4393724" y="4269951"/>
                  <a:pt x="4394258" y="4269655"/>
                  <a:pt x="4394790" y="4269655"/>
                </a:cubicBezTo>
                <a:close/>
                <a:moveTo>
                  <a:pt x="3650568" y="4269122"/>
                </a:moveTo>
                <a:lnTo>
                  <a:pt x="3673311" y="4269122"/>
                </a:lnTo>
                <a:cubicBezTo>
                  <a:pt x="3673844" y="4269122"/>
                  <a:pt x="3674377" y="4269477"/>
                  <a:pt x="3674673" y="4269951"/>
                </a:cubicBezTo>
                <a:lnTo>
                  <a:pt x="3686044" y="4289673"/>
                </a:lnTo>
                <a:cubicBezTo>
                  <a:pt x="3686340" y="4290147"/>
                  <a:pt x="3686340" y="4290798"/>
                  <a:pt x="3686044" y="4291272"/>
                </a:cubicBezTo>
                <a:lnTo>
                  <a:pt x="3674673" y="4310994"/>
                </a:lnTo>
                <a:cubicBezTo>
                  <a:pt x="3674436" y="4311527"/>
                  <a:pt x="3673903" y="4311823"/>
                  <a:pt x="3673311" y="4311823"/>
                </a:cubicBezTo>
                <a:lnTo>
                  <a:pt x="3650568" y="4311823"/>
                </a:lnTo>
                <a:cubicBezTo>
                  <a:pt x="3650035" y="4311823"/>
                  <a:pt x="3649503" y="4311468"/>
                  <a:pt x="3649206" y="4310994"/>
                </a:cubicBezTo>
                <a:lnTo>
                  <a:pt x="3637835" y="4291272"/>
                </a:lnTo>
                <a:cubicBezTo>
                  <a:pt x="3637539" y="4290798"/>
                  <a:pt x="3637539" y="4290147"/>
                  <a:pt x="3637835" y="4289673"/>
                </a:cubicBezTo>
                <a:lnTo>
                  <a:pt x="3649206" y="4269951"/>
                </a:lnTo>
                <a:cubicBezTo>
                  <a:pt x="3649443" y="4269418"/>
                  <a:pt x="3649976" y="4269122"/>
                  <a:pt x="3650568" y="4269122"/>
                </a:cubicBezTo>
                <a:close/>
                <a:moveTo>
                  <a:pt x="3582874" y="4269003"/>
                </a:moveTo>
                <a:lnTo>
                  <a:pt x="3605735" y="4269003"/>
                </a:lnTo>
                <a:cubicBezTo>
                  <a:pt x="3606327" y="4269003"/>
                  <a:pt x="3606860" y="4269358"/>
                  <a:pt x="3607157" y="4269832"/>
                </a:cubicBezTo>
                <a:lnTo>
                  <a:pt x="3618587" y="4289614"/>
                </a:lnTo>
                <a:cubicBezTo>
                  <a:pt x="3618883" y="4290087"/>
                  <a:pt x="3618883" y="4290739"/>
                  <a:pt x="3618587" y="4291212"/>
                </a:cubicBezTo>
                <a:lnTo>
                  <a:pt x="3607157" y="4310994"/>
                </a:lnTo>
                <a:cubicBezTo>
                  <a:pt x="3606860" y="4311527"/>
                  <a:pt x="3606327" y="4311823"/>
                  <a:pt x="3605735" y="4311823"/>
                </a:cubicBezTo>
                <a:lnTo>
                  <a:pt x="3582874" y="4311823"/>
                </a:lnTo>
                <a:cubicBezTo>
                  <a:pt x="3582282" y="4311823"/>
                  <a:pt x="3581749" y="4311468"/>
                  <a:pt x="3581452" y="4310994"/>
                </a:cubicBezTo>
                <a:lnTo>
                  <a:pt x="3570022" y="4291212"/>
                </a:lnTo>
                <a:cubicBezTo>
                  <a:pt x="3569726" y="4290739"/>
                  <a:pt x="3569726" y="4290087"/>
                  <a:pt x="3570022" y="4289614"/>
                </a:cubicBezTo>
                <a:lnTo>
                  <a:pt x="3581452" y="4269832"/>
                </a:lnTo>
                <a:cubicBezTo>
                  <a:pt x="3581749" y="4269299"/>
                  <a:pt x="3582282" y="4269003"/>
                  <a:pt x="3582874" y="4269003"/>
                </a:cubicBezTo>
                <a:close/>
                <a:moveTo>
                  <a:pt x="4867821" y="4268944"/>
                </a:moveTo>
                <a:lnTo>
                  <a:pt x="4890801" y="4268944"/>
                </a:lnTo>
                <a:cubicBezTo>
                  <a:pt x="4891393" y="4268944"/>
                  <a:pt x="4891925" y="4269299"/>
                  <a:pt x="4892222" y="4269773"/>
                </a:cubicBezTo>
                <a:lnTo>
                  <a:pt x="4903711" y="4289673"/>
                </a:lnTo>
                <a:cubicBezTo>
                  <a:pt x="4904008" y="4290147"/>
                  <a:pt x="4904008" y="4290798"/>
                  <a:pt x="4903711" y="4291272"/>
                </a:cubicBezTo>
                <a:lnTo>
                  <a:pt x="4892222" y="4311172"/>
                </a:lnTo>
                <a:cubicBezTo>
                  <a:pt x="4891925" y="4311705"/>
                  <a:pt x="4891393" y="4312001"/>
                  <a:pt x="4890801" y="4312001"/>
                </a:cubicBezTo>
                <a:lnTo>
                  <a:pt x="4867821" y="4312001"/>
                </a:lnTo>
                <a:cubicBezTo>
                  <a:pt x="4867229" y="4312001"/>
                  <a:pt x="4866696" y="4311645"/>
                  <a:pt x="4866400" y="4311172"/>
                </a:cubicBezTo>
                <a:lnTo>
                  <a:pt x="4854910" y="4291272"/>
                </a:lnTo>
                <a:cubicBezTo>
                  <a:pt x="4854614" y="4290798"/>
                  <a:pt x="4854614" y="4290147"/>
                  <a:pt x="4854910" y="4289673"/>
                </a:cubicBezTo>
                <a:lnTo>
                  <a:pt x="4866400" y="4269773"/>
                </a:lnTo>
                <a:cubicBezTo>
                  <a:pt x="4866696" y="4269240"/>
                  <a:pt x="4867229" y="4268944"/>
                  <a:pt x="4867821" y="4268944"/>
                </a:cubicBezTo>
                <a:close/>
                <a:moveTo>
                  <a:pt x="4800068" y="4268589"/>
                </a:moveTo>
                <a:lnTo>
                  <a:pt x="4823344" y="4268589"/>
                </a:lnTo>
                <a:cubicBezTo>
                  <a:pt x="4823936" y="4268589"/>
                  <a:pt x="4824469" y="4268885"/>
                  <a:pt x="4824765" y="4269418"/>
                </a:cubicBezTo>
                <a:lnTo>
                  <a:pt x="4836373" y="4289614"/>
                </a:lnTo>
                <a:cubicBezTo>
                  <a:pt x="4836669" y="4290147"/>
                  <a:pt x="4836669" y="4290739"/>
                  <a:pt x="4836373" y="4291272"/>
                </a:cubicBezTo>
                <a:lnTo>
                  <a:pt x="4824706" y="4311468"/>
                </a:lnTo>
                <a:cubicBezTo>
                  <a:pt x="4824410" y="4312001"/>
                  <a:pt x="4823876" y="4312297"/>
                  <a:pt x="4823284" y="4312297"/>
                </a:cubicBezTo>
                <a:lnTo>
                  <a:pt x="4800009" y="4312297"/>
                </a:lnTo>
                <a:cubicBezTo>
                  <a:pt x="4799416" y="4312297"/>
                  <a:pt x="4798884" y="4312001"/>
                  <a:pt x="4798587" y="4311468"/>
                </a:cubicBezTo>
                <a:lnTo>
                  <a:pt x="4786979" y="4291272"/>
                </a:lnTo>
                <a:cubicBezTo>
                  <a:pt x="4786683" y="4290739"/>
                  <a:pt x="4786683" y="4290147"/>
                  <a:pt x="4786979" y="4289614"/>
                </a:cubicBezTo>
                <a:lnTo>
                  <a:pt x="4798646" y="4269418"/>
                </a:lnTo>
                <a:cubicBezTo>
                  <a:pt x="4798943" y="4268885"/>
                  <a:pt x="4799476" y="4268589"/>
                  <a:pt x="4800068" y="4268589"/>
                </a:cubicBezTo>
                <a:close/>
                <a:moveTo>
                  <a:pt x="3717788" y="4268293"/>
                </a:moveTo>
                <a:lnTo>
                  <a:pt x="3741419" y="4268293"/>
                </a:lnTo>
                <a:cubicBezTo>
                  <a:pt x="3742012" y="4268293"/>
                  <a:pt x="3742545" y="4268589"/>
                  <a:pt x="3742840" y="4269122"/>
                </a:cubicBezTo>
                <a:lnTo>
                  <a:pt x="3754627" y="4289614"/>
                </a:lnTo>
                <a:cubicBezTo>
                  <a:pt x="3754922" y="4290088"/>
                  <a:pt x="3754922" y="4290740"/>
                  <a:pt x="3754627" y="4291272"/>
                </a:cubicBezTo>
                <a:lnTo>
                  <a:pt x="3742782" y="4311764"/>
                </a:lnTo>
                <a:cubicBezTo>
                  <a:pt x="3742485" y="4312297"/>
                  <a:pt x="3741952" y="4312593"/>
                  <a:pt x="3741360" y="4312593"/>
                </a:cubicBezTo>
                <a:lnTo>
                  <a:pt x="3717729" y="4312593"/>
                </a:lnTo>
                <a:cubicBezTo>
                  <a:pt x="3717137" y="4312593"/>
                  <a:pt x="3716604" y="4312297"/>
                  <a:pt x="3716308" y="4311764"/>
                </a:cubicBezTo>
                <a:lnTo>
                  <a:pt x="3704522" y="4291272"/>
                </a:lnTo>
                <a:cubicBezTo>
                  <a:pt x="3704226" y="4290798"/>
                  <a:pt x="3704226" y="4290147"/>
                  <a:pt x="3704522" y="4289614"/>
                </a:cubicBezTo>
                <a:lnTo>
                  <a:pt x="3716367" y="4269122"/>
                </a:lnTo>
                <a:cubicBezTo>
                  <a:pt x="3716663" y="4268589"/>
                  <a:pt x="3717196" y="4268293"/>
                  <a:pt x="3717788" y="4268293"/>
                </a:cubicBezTo>
                <a:close/>
                <a:moveTo>
                  <a:pt x="4732078" y="4268115"/>
                </a:moveTo>
                <a:lnTo>
                  <a:pt x="4755946" y="4268115"/>
                </a:lnTo>
                <a:cubicBezTo>
                  <a:pt x="4756538" y="4268115"/>
                  <a:pt x="4757130" y="4268411"/>
                  <a:pt x="4757426" y="4268944"/>
                </a:cubicBezTo>
                <a:lnTo>
                  <a:pt x="4769331" y="4289614"/>
                </a:lnTo>
                <a:cubicBezTo>
                  <a:pt x="4769627" y="4290087"/>
                  <a:pt x="4769627" y="4290739"/>
                  <a:pt x="4769331" y="4291272"/>
                </a:cubicBezTo>
                <a:lnTo>
                  <a:pt x="4757426" y="4311941"/>
                </a:lnTo>
                <a:cubicBezTo>
                  <a:pt x="4757071" y="4312415"/>
                  <a:pt x="4756538" y="4312771"/>
                  <a:pt x="4755946" y="4312771"/>
                </a:cubicBezTo>
                <a:lnTo>
                  <a:pt x="4732078" y="4312771"/>
                </a:lnTo>
                <a:cubicBezTo>
                  <a:pt x="4731486" y="4312771"/>
                  <a:pt x="4730893" y="4312475"/>
                  <a:pt x="4730597" y="4311941"/>
                </a:cubicBezTo>
                <a:lnTo>
                  <a:pt x="4718693" y="4291272"/>
                </a:lnTo>
                <a:cubicBezTo>
                  <a:pt x="4718397" y="4290798"/>
                  <a:pt x="4718397" y="4290147"/>
                  <a:pt x="4718693" y="4289614"/>
                </a:cubicBezTo>
                <a:lnTo>
                  <a:pt x="4730597" y="4268944"/>
                </a:lnTo>
                <a:cubicBezTo>
                  <a:pt x="4730953" y="4268470"/>
                  <a:pt x="4731486" y="4268115"/>
                  <a:pt x="4732078" y="4268115"/>
                </a:cubicBezTo>
                <a:close/>
                <a:moveTo>
                  <a:pt x="3447130" y="4268115"/>
                </a:moveTo>
                <a:lnTo>
                  <a:pt x="3470998" y="4268115"/>
                </a:lnTo>
                <a:cubicBezTo>
                  <a:pt x="3471590" y="4268115"/>
                  <a:pt x="3472182" y="4268411"/>
                  <a:pt x="3472479" y="4268944"/>
                </a:cubicBezTo>
                <a:lnTo>
                  <a:pt x="3484383" y="4289614"/>
                </a:lnTo>
                <a:cubicBezTo>
                  <a:pt x="3484679" y="4290087"/>
                  <a:pt x="3484679" y="4290739"/>
                  <a:pt x="3484383" y="4291272"/>
                </a:cubicBezTo>
                <a:lnTo>
                  <a:pt x="3472479" y="4311941"/>
                </a:lnTo>
                <a:cubicBezTo>
                  <a:pt x="3472123" y="4312415"/>
                  <a:pt x="3471590" y="4312771"/>
                  <a:pt x="3470998" y="4312771"/>
                </a:cubicBezTo>
                <a:lnTo>
                  <a:pt x="3447130" y="4312771"/>
                </a:lnTo>
                <a:cubicBezTo>
                  <a:pt x="3446538" y="4312771"/>
                  <a:pt x="3445946" y="4312475"/>
                  <a:pt x="3445650" y="4311941"/>
                </a:cubicBezTo>
                <a:lnTo>
                  <a:pt x="3433745" y="4291272"/>
                </a:lnTo>
                <a:cubicBezTo>
                  <a:pt x="3433449" y="4290798"/>
                  <a:pt x="3433449" y="4290147"/>
                  <a:pt x="3433745" y="4289614"/>
                </a:cubicBezTo>
                <a:lnTo>
                  <a:pt x="3445650" y="4268944"/>
                </a:lnTo>
                <a:cubicBezTo>
                  <a:pt x="3446005" y="4268470"/>
                  <a:pt x="3446538" y="4268115"/>
                  <a:pt x="3447130" y="4268115"/>
                </a:cubicBezTo>
                <a:close/>
                <a:moveTo>
                  <a:pt x="3514647" y="4267760"/>
                </a:moveTo>
                <a:lnTo>
                  <a:pt x="3538811" y="4267760"/>
                </a:lnTo>
                <a:cubicBezTo>
                  <a:pt x="3539403" y="4267760"/>
                  <a:pt x="3539995" y="4268056"/>
                  <a:pt x="3540291" y="4268589"/>
                </a:cubicBezTo>
                <a:lnTo>
                  <a:pt x="3552373" y="4289555"/>
                </a:lnTo>
                <a:cubicBezTo>
                  <a:pt x="3552669" y="4290088"/>
                  <a:pt x="3552669" y="4290739"/>
                  <a:pt x="3552373" y="4291272"/>
                </a:cubicBezTo>
                <a:lnTo>
                  <a:pt x="3540291" y="4312238"/>
                </a:lnTo>
                <a:cubicBezTo>
                  <a:pt x="3539995" y="4312712"/>
                  <a:pt x="3539403" y="4313067"/>
                  <a:pt x="3538811" y="4313067"/>
                </a:cubicBezTo>
                <a:lnTo>
                  <a:pt x="3514647" y="4313067"/>
                </a:lnTo>
                <a:cubicBezTo>
                  <a:pt x="3514055" y="4313067"/>
                  <a:pt x="3513462" y="4312771"/>
                  <a:pt x="3513166" y="4312238"/>
                </a:cubicBezTo>
                <a:lnTo>
                  <a:pt x="3501084" y="4291272"/>
                </a:lnTo>
                <a:cubicBezTo>
                  <a:pt x="3500788" y="4290739"/>
                  <a:pt x="3500788" y="4290088"/>
                  <a:pt x="3501084" y="4289555"/>
                </a:cubicBezTo>
                <a:lnTo>
                  <a:pt x="3513166" y="4268589"/>
                </a:lnTo>
                <a:cubicBezTo>
                  <a:pt x="3513462" y="4268115"/>
                  <a:pt x="3514055" y="4267760"/>
                  <a:pt x="3514647" y="4267760"/>
                </a:cubicBezTo>
                <a:close/>
                <a:moveTo>
                  <a:pt x="3253878" y="4227486"/>
                </a:moveTo>
                <a:lnTo>
                  <a:pt x="3258498" y="4227486"/>
                </a:lnTo>
                <a:cubicBezTo>
                  <a:pt x="3258617" y="4227486"/>
                  <a:pt x="3258794" y="4227664"/>
                  <a:pt x="3258794" y="4227664"/>
                </a:cubicBezTo>
                <a:lnTo>
                  <a:pt x="3261104" y="4231691"/>
                </a:lnTo>
                <a:cubicBezTo>
                  <a:pt x="3261163" y="4231810"/>
                  <a:pt x="3261104" y="4232046"/>
                  <a:pt x="3261104" y="4232046"/>
                </a:cubicBezTo>
                <a:lnTo>
                  <a:pt x="3258794" y="4236074"/>
                </a:lnTo>
                <a:cubicBezTo>
                  <a:pt x="3258734" y="4236192"/>
                  <a:pt x="3258498" y="4236252"/>
                  <a:pt x="3258498" y="4236252"/>
                </a:cubicBezTo>
                <a:lnTo>
                  <a:pt x="3253878" y="4236252"/>
                </a:lnTo>
                <a:cubicBezTo>
                  <a:pt x="3253760" y="4236252"/>
                  <a:pt x="3253582" y="4236074"/>
                  <a:pt x="3253582" y="4236074"/>
                </a:cubicBezTo>
                <a:lnTo>
                  <a:pt x="3251272" y="4232046"/>
                </a:lnTo>
                <a:cubicBezTo>
                  <a:pt x="3251213" y="4231928"/>
                  <a:pt x="3251272" y="4231691"/>
                  <a:pt x="3251272" y="4231691"/>
                </a:cubicBezTo>
                <a:lnTo>
                  <a:pt x="3253582" y="4227664"/>
                </a:lnTo>
                <a:cubicBezTo>
                  <a:pt x="3253641" y="4227545"/>
                  <a:pt x="3253878" y="4227486"/>
                  <a:pt x="3253878" y="4227486"/>
                </a:cubicBezTo>
                <a:close/>
                <a:moveTo>
                  <a:pt x="3318138" y="4221150"/>
                </a:moveTo>
                <a:lnTo>
                  <a:pt x="3329509" y="4221150"/>
                </a:lnTo>
                <a:cubicBezTo>
                  <a:pt x="3329805" y="4221150"/>
                  <a:pt x="3330220" y="4221564"/>
                  <a:pt x="3330220" y="4221564"/>
                </a:cubicBezTo>
                <a:lnTo>
                  <a:pt x="3335905" y="4231396"/>
                </a:lnTo>
                <a:cubicBezTo>
                  <a:pt x="3336024" y="4231692"/>
                  <a:pt x="3335905" y="4232225"/>
                  <a:pt x="3335905" y="4232225"/>
                </a:cubicBezTo>
                <a:lnTo>
                  <a:pt x="3330220" y="4242056"/>
                </a:lnTo>
                <a:cubicBezTo>
                  <a:pt x="3330042" y="4242293"/>
                  <a:pt x="3329509" y="4242471"/>
                  <a:pt x="3329509" y="4242471"/>
                </a:cubicBezTo>
                <a:lnTo>
                  <a:pt x="3318138" y="4242471"/>
                </a:lnTo>
                <a:cubicBezTo>
                  <a:pt x="3317842" y="4242471"/>
                  <a:pt x="3317427" y="4242056"/>
                  <a:pt x="3317427" y="4242056"/>
                </a:cubicBezTo>
                <a:lnTo>
                  <a:pt x="3311742" y="4232225"/>
                </a:lnTo>
                <a:cubicBezTo>
                  <a:pt x="3311623" y="4231929"/>
                  <a:pt x="3311742" y="4231396"/>
                  <a:pt x="3311742" y="4231396"/>
                </a:cubicBezTo>
                <a:lnTo>
                  <a:pt x="3317427" y="4221564"/>
                </a:lnTo>
                <a:cubicBezTo>
                  <a:pt x="3317605" y="4221327"/>
                  <a:pt x="3318138" y="4221150"/>
                  <a:pt x="3318138" y="4221150"/>
                </a:cubicBezTo>
                <a:close/>
                <a:moveTo>
                  <a:pt x="4125139" y="4212680"/>
                </a:moveTo>
                <a:lnTo>
                  <a:pt x="4145572" y="4212680"/>
                </a:lnTo>
                <a:cubicBezTo>
                  <a:pt x="4146105" y="4212680"/>
                  <a:pt x="4146579" y="4212976"/>
                  <a:pt x="4146816" y="4213391"/>
                </a:cubicBezTo>
                <a:lnTo>
                  <a:pt x="4157002" y="4231099"/>
                </a:lnTo>
                <a:cubicBezTo>
                  <a:pt x="4157239" y="4231514"/>
                  <a:pt x="4157239" y="4232106"/>
                  <a:pt x="4157002" y="4232521"/>
                </a:cubicBezTo>
                <a:lnTo>
                  <a:pt x="4146756" y="4250229"/>
                </a:lnTo>
                <a:cubicBezTo>
                  <a:pt x="4146519" y="4250643"/>
                  <a:pt x="4146046" y="4250940"/>
                  <a:pt x="4145513" y="4250940"/>
                </a:cubicBezTo>
                <a:lnTo>
                  <a:pt x="4125080" y="4250940"/>
                </a:lnTo>
                <a:cubicBezTo>
                  <a:pt x="4124547" y="4250940"/>
                  <a:pt x="4124074" y="4250643"/>
                  <a:pt x="4123836" y="4250229"/>
                </a:cubicBezTo>
                <a:lnTo>
                  <a:pt x="4113650" y="4232521"/>
                </a:lnTo>
                <a:cubicBezTo>
                  <a:pt x="4113413" y="4232106"/>
                  <a:pt x="4113413" y="4231514"/>
                  <a:pt x="4113650" y="4231099"/>
                </a:cubicBezTo>
                <a:lnTo>
                  <a:pt x="4123896" y="4213391"/>
                </a:lnTo>
                <a:cubicBezTo>
                  <a:pt x="4124132" y="4212976"/>
                  <a:pt x="4124606" y="4212680"/>
                  <a:pt x="4125139" y="4212680"/>
                </a:cubicBezTo>
                <a:close/>
                <a:moveTo>
                  <a:pt x="5004277" y="4212562"/>
                </a:moveTo>
                <a:lnTo>
                  <a:pt x="5024828" y="4212562"/>
                </a:lnTo>
                <a:cubicBezTo>
                  <a:pt x="5025301" y="4212562"/>
                  <a:pt x="5025834" y="4212799"/>
                  <a:pt x="5026071" y="4213273"/>
                </a:cubicBezTo>
                <a:lnTo>
                  <a:pt x="5036317" y="4231040"/>
                </a:lnTo>
                <a:cubicBezTo>
                  <a:pt x="5036554" y="4231514"/>
                  <a:pt x="5036554" y="4232047"/>
                  <a:pt x="5036317" y="4232521"/>
                </a:cubicBezTo>
                <a:lnTo>
                  <a:pt x="5026071" y="4250288"/>
                </a:lnTo>
                <a:cubicBezTo>
                  <a:pt x="5025834" y="4250703"/>
                  <a:pt x="5025361" y="4250999"/>
                  <a:pt x="5024828" y="4250999"/>
                </a:cubicBezTo>
                <a:lnTo>
                  <a:pt x="5004277" y="4250999"/>
                </a:lnTo>
                <a:cubicBezTo>
                  <a:pt x="5003803" y="4250999"/>
                  <a:pt x="5003270" y="4250762"/>
                  <a:pt x="5003033" y="4250288"/>
                </a:cubicBezTo>
                <a:lnTo>
                  <a:pt x="4992787" y="4232521"/>
                </a:lnTo>
                <a:cubicBezTo>
                  <a:pt x="4992550" y="4232047"/>
                  <a:pt x="4992550" y="4231514"/>
                  <a:pt x="4992787" y="4231040"/>
                </a:cubicBezTo>
                <a:lnTo>
                  <a:pt x="5003033" y="4213273"/>
                </a:lnTo>
                <a:cubicBezTo>
                  <a:pt x="5003270" y="4212858"/>
                  <a:pt x="5003743" y="4212562"/>
                  <a:pt x="5004277" y="4212562"/>
                </a:cubicBezTo>
                <a:close/>
                <a:moveTo>
                  <a:pt x="3922115" y="4212503"/>
                </a:moveTo>
                <a:lnTo>
                  <a:pt x="3942785" y="4212503"/>
                </a:lnTo>
                <a:cubicBezTo>
                  <a:pt x="3943259" y="4212503"/>
                  <a:pt x="3943792" y="4212740"/>
                  <a:pt x="3944029" y="4213214"/>
                </a:cubicBezTo>
                <a:lnTo>
                  <a:pt x="3954334" y="4231100"/>
                </a:lnTo>
                <a:cubicBezTo>
                  <a:pt x="3954571" y="4231573"/>
                  <a:pt x="3954571" y="4232106"/>
                  <a:pt x="3954334" y="4232580"/>
                </a:cubicBezTo>
                <a:lnTo>
                  <a:pt x="3944029" y="4250466"/>
                </a:lnTo>
                <a:cubicBezTo>
                  <a:pt x="3943792" y="4250881"/>
                  <a:pt x="3943318" y="4251177"/>
                  <a:pt x="3942785" y="4251177"/>
                </a:cubicBezTo>
                <a:lnTo>
                  <a:pt x="3922115" y="4251177"/>
                </a:lnTo>
                <a:cubicBezTo>
                  <a:pt x="3921642" y="4251177"/>
                  <a:pt x="3921109" y="4250940"/>
                  <a:pt x="3920872" y="4250466"/>
                </a:cubicBezTo>
                <a:lnTo>
                  <a:pt x="3910567" y="4232580"/>
                </a:lnTo>
                <a:cubicBezTo>
                  <a:pt x="3910330" y="4232106"/>
                  <a:pt x="3910330" y="4231573"/>
                  <a:pt x="3910567" y="4231100"/>
                </a:cubicBezTo>
                <a:lnTo>
                  <a:pt x="3920872" y="4213214"/>
                </a:lnTo>
                <a:cubicBezTo>
                  <a:pt x="3921109" y="4212799"/>
                  <a:pt x="3921583" y="4212503"/>
                  <a:pt x="3922115" y="4212503"/>
                </a:cubicBezTo>
                <a:close/>
                <a:moveTo>
                  <a:pt x="4260232" y="4212266"/>
                </a:moveTo>
                <a:lnTo>
                  <a:pt x="4281079" y="4212266"/>
                </a:lnTo>
                <a:cubicBezTo>
                  <a:pt x="4281612" y="4212266"/>
                  <a:pt x="4282086" y="4212503"/>
                  <a:pt x="4282382" y="4212977"/>
                </a:cubicBezTo>
                <a:lnTo>
                  <a:pt x="4292806" y="4231040"/>
                </a:lnTo>
                <a:cubicBezTo>
                  <a:pt x="4293101" y="4231514"/>
                  <a:pt x="4293101" y="4232047"/>
                  <a:pt x="4292806" y="4232521"/>
                </a:cubicBezTo>
                <a:lnTo>
                  <a:pt x="4282382" y="4250584"/>
                </a:lnTo>
                <a:cubicBezTo>
                  <a:pt x="4282086" y="4250999"/>
                  <a:pt x="4281612" y="4251295"/>
                  <a:pt x="4281079" y="4251295"/>
                </a:cubicBezTo>
                <a:lnTo>
                  <a:pt x="4260232" y="4251295"/>
                </a:lnTo>
                <a:cubicBezTo>
                  <a:pt x="4259698" y="4251295"/>
                  <a:pt x="4259225" y="4251058"/>
                  <a:pt x="4258928" y="4250584"/>
                </a:cubicBezTo>
                <a:lnTo>
                  <a:pt x="4248505" y="4232521"/>
                </a:lnTo>
                <a:cubicBezTo>
                  <a:pt x="4248209" y="4232047"/>
                  <a:pt x="4248209" y="4231514"/>
                  <a:pt x="4248505" y="4231040"/>
                </a:cubicBezTo>
                <a:lnTo>
                  <a:pt x="4258928" y="4212977"/>
                </a:lnTo>
                <a:cubicBezTo>
                  <a:pt x="4259225" y="4212562"/>
                  <a:pt x="4259698" y="4212266"/>
                  <a:pt x="4260232" y="4212266"/>
                </a:cubicBezTo>
                <a:close/>
                <a:moveTo>
                  <a:pt x="4192597" y="4212266"/>
                </a:moveTo>
                <a:lnTo>
                  <a:pt x="4213444" y="4212266"/>
                </a:lnTo>
                <a:cubicBezTo>
                  <a:pt x="4213977" y="4212266"/>
                  <a:pt x="4214450" y="4212503"/>
                  <a:pt x="4214747" y="4212977"/>
                </a:cubicBezTo>
                <a:lnTo>
                  <a:pt x="4225171" y="4231040"/>
                </a:lnTo>
                <a:cubicBezTo>
                  <a:pt x="4225467" y="4231514"/>
                  <a:pt x="4225467" y="4232047"/>
                  <a:pt x="4225171" y="4232521"/>
                </a:cubicBezTo>
                <a:lnTo>
                  <a:pt x="4214747" y="4250584"/>
                </a:lnTo>
                <a:cubicBezTo>
                  <a:pt x="4214450" y="4250999"/>
                  <a:pt x="4213977" y="4251295"/>
                  <a:pt x="4213444" y="4251295"/>
                </a:cubicBezTo>
                <a:lnTo>
                  <a:pt x="4192597" y="4251295"/>
                </a:lnTo>
                <a:cubicBezTo>
                  <a:pt x="4192064" y="4251295"/>
                  <a:pt x="4191590" y="4251058"/>
                  <a:pt x="4191294" y="4250584"/>
                </a:cubicBezTo>
                <a:lnTo>
                  <a:pt x="4180870" y="4232521"/>
                </a:lnTo>
                <a:cubicBezTo>
                  <a:pt x="4180574" y="4232047"/>
                  <a:pt x="4180574" y="4231514"/>
                  <a:pt x="4180870" y="4231040"/>
                </a:cubicBezTo>
                <a:lnTo>
                  <a:pt x="4191294" y="4212977"/>
                </a:lnTo>
                <a:cubicBezTo>
                  <a:pt x="4191590" y="4212562"/>
                  <a:pt x="4192064" y="4212266"/>
                  <a:pt x="4192597" y="4212266"/>
                </a:cubicBezTo>
                <a:close/>
                <a:moveTo>
                  <a:pt x="3854421" y="4212266"/>
                </a:moveTo>
                <a:lnTo>
                  <a:pt x="3875268" y="4212266"/>
                </a:lnTo>
                <a:cubicBezTo>
                  <a:pt x="3875801" y="4212266"/>
                  <a:pt x="3876274" y="4212503"/>
                  <a:pt x="3876571" y="4212977"/>
                </a:cubicBezTo>
                <a:lnTo>
                  <a:pt x="3886995" y="4231040"/>
                </a:lnTo>
                <a:cubicBezTo>
                  <a:pt x="3887290" y="4231514"/>
                  <a:pt x="3887290" y="4232047"/>
                  <a:pt x="3886995" y="4232521"/>
                </a:cubicBezTo>
                <a:lnTo>
                  <a:pt x="3876571" y="4250584"/>
                </a:lnTo>
                <a:cubicBezTo>
                  <a:pt x="3876274" y="4250999"/>
                  <a:pt x="3875801" y="4251295"/>
                  <a:pt x="3875268" y="4251295"/>
                </a:cubicBezTo>
                <a:lnTo>
                  <a:pt x="3854421" y="4251295"/>
                </a:lnTo>
                <a:cubicBezTo>
                  <a:pt x="3853887" y="4251295"/>
                  <a:pt x="3853414" y="4251058"/>
                  <a:pt x="3853118" y="4250584"/>
                </a:cubicBezTo>
                <a:lnTo>
                  <a:pt x="3842694" y="4232521"/>
                </a:lnTo>
                <a:cubicBezTo>
                  <a:pt x="3842398" y="4232047"/>
                  <a:pt x="3842398" y="4231514"/>
                  <a:pt x="3842694" y="4231040"/>
                </a:cubicBezTo>
                <a:lnTo>
                  <a:pt x="3853118" y="4212977"/>
                </a:lnTo>
                <a:cubicBezTo>
                  <a:pt x="3853414" y="4212562"/>
                  <a:pt x="3853887" y="4212266"/>
                  <a:pt x="3854421" y="4212266"/>
                </a:cubicBezTo>
                <a:close/>
                <a:moveTo>
                  <a:pt x="3989632" y="4212147"/>
                </a:moveTo>
                <a:lnTo>
                  <a:pt x="4010598" y="4212147"/>
                </a:lnTo>
                <a:cubicBezTo>
                  <a:pt x="4011131" y="4212147"/>
                  <a:pt x="4011604" y="4212443"/>
                  <a:pt x="4011901" y="4212917"/>
                </a:cubicBezTo>
                <a:lnTo>
                  <a:pt x="4022384" y="4231099"/>
                </a:lnTo>
                <a:cubicBezTo>
                  <a:pt x="4022679" y="4231573"/>
                  <a:pt x="4022679" y="4232106"/>
                  <a:pt x="4022384" y="4232580"/>
                </a:cubicBezTo>
                <a:lnTo>
                  <a:pt x="4011901" y="4250762"/>
                </a:lnTo>
                <a:cubicBezTo>
                  <a:pt x="4011604" y="4251235"/>
                  <a:pt x="4011131" y="4251531"/>
                  <a:pt x="4010598" y="4251531"/>
                </a:cubicBezTo>
                <a:lnTo>
                  <a:pt x="3989632" y="4251531"/>
                </a:lnTo>
                <a:cubicBezTo>
                  <a:pt x="3989099" y="4251531"/>
                  <a:pt x="3988625" y="4251235"/>
                  <a:pt x="3988329" y="4250762"/>
                </a:cubicBezTo>
                <a:lnTo>
                  <a:pt x="3977846" y="4232580"/>
                </a:lnTo>
                <a:cubicBezTo>
                  <a:pt x="3977550" y="4232106"/>
                  <a:pt x="3977550" y="4231573"/>
                  <a:pt x="3977846" y="4231099"/>
                </a:cubicBezTo>
                <a:lnTo>
                  <a:pt x="3988329" y="4212917"/>
                </a:lnTo>
                <a:cubicBezTo>
                  <a:pt x="3988625" y="4212443"/>
                  <a:pt x="3989099" y="4212147"/>
                  <a:pt x="3989632" y="4212147"/>
                </a:cubicBezTo>
                <a:close/>
                <a:moveTo>
                  <a:pt x="4057208" y="4212088"/>
                </a:moveTo>
                <a:lnTo>
                  <a:pt x="4078292" y="4212088"/>
                </a:lnTo>
                <a:cubicBezTo>
                  <a:pt x="4078826" y="4212088"/>
                  <a:pt x="4079299" y="4212384"/>
                  <a:pt x="4079596" y="4212858"/>
                </a:cubicBezTo>
                <a:lnTo>
                  <a:pt x="4090137" y="4231099"/>
                </a:lnTo>
                <a:cubicBezTo>
                  <a:pt x="4090434" y="4231573"/>
                  <a:pt x="4090434" y="4232106"/>
                  <a:pt x="4090137" y="4232580"/>
                </a:cubicBezTo>
                <a:lnTo>
                  <a:pt x="4079596" y="4250821"/>
                </a:lnTo>
                <a:cubicBezTo>
                  <a:pt x="4079299" y="4251295"/>
                  <a:pt x="4078826" y="4251591"/>
                  <a:pt x="4078292" y="4251591"/>
                </a:cubicBezTo>
                <a:lnTo>
                  <a:pt x="4057208" y="4251591"/>
                </a:lnTo>
                <a:cubicBezTo>
                  <a:pt x="4056676" y="4251591"/>
                  <a:pt x="4056201" y="4251295"/>
                  <a:pt x="4055906" y="4250821"/>
                </a:cubicBezTo>
                <a:lnTo>
                  <a:pt x="4045363" y="4232580"/>
                </a:lnTo>
                <a:cubicBezTo>
                  <a:pt x="4045067" y="4232106"/>
                  <a:pt x="4045067" y="4231573"/>
                  <a:pt x="4045363" y="4231099"/>
                </a:cubicBezTo>
                <a:lnTo>
                  <a:pt x="4055906" y="4212858"/>
                </a:lnTo>
                <a:cubicBezTo>
                  <a:pt x="4056201" y="4212384"/>
                  <a:pt x="4056676" y="4212088"/>
                  <a:pt x="4057208" y="4212088"/>
                </a:cubicBezTo>
                <a:close/>
                <a:moveTo>
                  <a:pt x="4327688" y="4211970"/>
                </a:moveTo>
                <a:lnTo>
                  <a:pt x="4348891" y="4211970"/>
                </a:lnTo>
                <a:cubicBezTo>
                  <a:pt x="4349424" y="4211970"/>
                  <a:pt x="4349897" y="4212266"/>
                  <a:pt x="4350194" y="4212740"/>
                </a:cubicBezTo>
                <a:lnTo>
                  <a:pt x="4360795" y="4231100"/>
                </a:lnTo>
                <a:cubicBezTo>
                  <a:pt x="4361091" y="4231515"/>
                  <a:pt x="4361091" y="4232107"/>
                  <a:pt x="4360795" y="4232581"/>
                </a:cubicBezTo>
                <a:lnTo>
                  <a:pt x="4350194" y="4250940"/>
                </a:lnTo>
                <a:cubicBezTo>
                  <a:pt x="4349897" y="4251414"/>
                  <a:pt x="4349424" y="4251710"/>
                  <a:pt x="4348891" y="4251710"/>
                </a:cubicBezTo>
                <a:lnTo>
                  <a:pt x="4327688" y="4251710"/>
                </a:lnTo>
                <a:cubicBezTo>
                  <a:pt x="4327155" y="4251710"/>
                  <a:pt x="4326682" y="4251414"/>
                  <a:pt x="4326385" y="4250940"/>
                </a:cubicBezTo>
                <a:lnTo>
                  <a:pt x="4315784" y="4232581"/>
                </a:lnTo>
                <a:cubicBezTo>
                  <a:pt x="4315488" y="4232166"/>
                  <a:pt x="4315488" y="4231573"/>
                  <a:pt x="4315784" y="4231100"/>
                </a:cubicBezTo>
                <a:lnTo>
                  <a:pt x="4326385" y="4212740"/>
                </a:lnTo>
                <a:cubicBezTo>
                  <a:pt x="4326682" y="4212266"/>
                  <a:pt x="4327155" y="4211970"/>
                  <a:pt x="4327688" y="4211970"/>
                </a:cubicBezTo>
                <a:close/>
                <a:moveTo>
                  <a:pt x="4530476" y="4211851"/>
                </a:moveTo>
                <a:lnTo>
                  <a:pt x="4551797" y="4211851"/>
                </a:lnTo>
                <a:cubicBezTo>
                  <a:pt x="4552330" y="4211851"/>
                  <a:pt x="4552803" y="4212147"/>
                  <a:pt x="4553100" y="4212621"/>
                </a:cubicBezTo>
                <a:lnTo>
                  <a:pt x="4563760" y="4231099"/>
                </a:lnTo>
                <a:cubicBezTo>
                  <a:pt x="4564056" y="4231514"/>
                  <a:pt x="4564056" y="4232106"/>
                  <a:pt x="4563760" y="4232580"/>
                </a:cubicBezTo>
                <a:lnTo>
                  <a:pt x="4553100" y="4251058"/>
                </a:lnTo>
                <a:cubicBezTo>
                  <a:pt x="4552803" y="4251532"/>
                  <a:pt x="4552330" y="4251828"/>
                  <a:pt x="4551797" y="4251828"/>
                </a:cubicBezTo>
                <a:lnTo>
                  <a:pt x="4530476" y="4251828"/>
                </a:lnTo>
                <a:cubicBezTo>
                  <a:pt x="4529942" y="4251828"/>
                  <a:pt x="4529469" y="4251532"/>
                  <a:pt x="4529172" y="4251058"/>
                </a:cubicBezTo>
                <a:lnTo>
                  <a:pt x="4518512" y="4232580"/>
                </a:lnTo>
                <a:cubicBezTo>
                  <a:pt x="4518216" y="4232165"/>
                  <a:pt x="4518216" y="4231573"/>
                  <a:pt x="4518512" y="4231099"/>
                </a:cubicBezTo>
                <a:lnTo>
                  <a:pt x="4529172" y="4212621"/>
                </a:lnTo>
                <a:cubicBezTo>
                  <a:pt x="4529469" y="4212147"/>
                  <a:pt x="4529942" y="4211851"/>
                  <a:pt x="4530476" y="4211851"/>
                </a:cubicBezTo>
                <a:close/>
                <a:moveTo>
                  <a:pt x="4395146" y="4211673"/>
                </a:moveTo>
                <a:lnTo>
                  <a:pt x="4416644" y="4211673"/>
                </a:lnTo>
                <a:cubicBezTo>
                  <a:pt x="4417178" y="4211673"/>
                  <a:pt x="4417652" y="4211969"/>
                  <a:pt x="4417948" y="4212443"/>
                </a:cubicBezTo>
                <a:lnTo>
                  <a:pt x="4428727" y="4231099"/>
                </a:lnTo>
                <a:cubicBezTo>
                  <a:pt x="4429023" y="4231573"/>
                  <a:pt x="4429023" y="4232165"/>
                  <a:pt x="4428727" y="4232639"/>
                </a:cubicBezTo>
                <a:lnTo>
                  <a:pt x="4417948" y="4251295"/>
                </a:lnTo>
                <a:cubicBezTo>
                  <a:pt x="4417711" y="4251769"/>
                  <a:pt x="4417178" y="4252065"/>
                  <a:pt x="4416644" y="4252065"/>
                </a:cubicBezTo>
                <a:lnTo>
                  <a:pt x="4395146" y="4252065"/>
                </a:lnTo>
                <a:cubicBezTo>
                  <a:pt x="4394613" y="4252065"/>
                  <a:pt x="4394139" y="4251769"/>
                  <a:pt x="4393843" y="4251295"/>
                </a:cubicBezTo>
                <a:lnTo>
                  <a:pt x="4383064" y="4232639"/>
                </a:lnTo>
                <a:cubicBezTo>
                  <a:pt x="4382768" y="4232165"/>
                  <a:pt x="4382768" y="4231573"/>
                  <a:pt x="4383064" y="4231099"/>
                </a:cubicBezTo>
                <a:lnTo>
                  <a:pt x="4393843" y="4212443"/>
                </a:lnTo>
                <a:cubicBezTo>
                  <a:pt x="4394080" y="4211969"/>
                  <a:pt x="4394613" y="4211673"/>
                  <a:pt x="4395146" y="4211673"/>
                </a:cubicBezTo>
                <a:close/>
                <a:moveTo>
                  <a:pt x="4597992" y="4211555"/>
                </a:moveTo>
                <a:lnTo>
                  <a:pt x="4619609" y="4211555"/>
                </a:lnTo>
                <a:cubicBezTo>
                  <a:pt x="4620142" y="4211555"/>
                  <a:pt x="4620616" y="4211851"/>
                  <a:pt x="4620912" y="4212325"/>
                </a:cubicBezTo>
                <a:lnTo>
                  <a:pt x="4631751" y="4231040"/>
                </a:lnTo>
                <a:cubicBezTo>
                  <a:pt x="4632046" y="4231514"/>
                  <a:pt x="4632046" y="4232106"/>
                  <a:pt x="4631751" y="4232580"/>
                </a:cubicBezTo>
                <a:lnTo>
                  <a:pt x="4620912" y="4251295"/>
                </a:lnTo>
                <a:cubicBezTo>
                  <a:pt x="4620676" y="4251769"/>
                  <a:pt x="4620142" y="4252065"/>
                  <a:pt x="4619609" y="4252065"/>
                </a:cubicBezTo>
                <a:lnTo>
                  <a:pt x="4597992" y="4252065"/>
                </a:lnTo>
                <a:cubicBezTo>
                  <a:pt x="4597459" y="4252065"/>
                  <a:pt x="4596986" y="4251769"/>
                  <a:pt x="4596689" y="4251295"/>
                </a:cubicBezTo>
                <a:lnTo>
                  <a:pt x="4585851" y="4232580"/>
                </a:lnTo>
                <a:cubicBezTo>
                  <a:pt x="4585555" y="4232106"/>
                  <a:pt x="4585555" y="4231514"/>
                  <a:pt x="4585851" y="4231040"/>
                </a:cubicBezTo>
                <a:lnTo>
                  <a:pt x="4596689" y="4212325"/>
                </a:lnTo>
                <a:cubicBezTo>
                  <a:pt x="4596926" y="4211851"/>
                  <a:pt x="4597459" y="4211555"/>
                  <a:pt x="4597992" y="4211555"/>
                </a:cubicBezTo>
                <a:close/>
                <a:moveTo>
                  <a:pt x="4462722" y="4211555"/>
                </a:moveTo>
                <a:lnTo>
                  <a:pt x="4484340" y="4211555"/>
                </a:lnTo>
                <a:cubicBezTo>
                  <a:pt x="4484872" y="4211555"/>
                  <a:pt x="4485347" y="4211851"/>
                  <a:pt x="4485642" y="4212325"/>
                </a:cubicBezTo>
                <a:lnTo>
                  <a:pt x="4496480" y="4231040"/>
                </a:lnTo>
                <a:cubicBezTo>
                  <a:pt x="4496777" y="4231514"/>
                  <a:pt x="4496777" y="4232106"/>
                  <a:pt x="4496480" y="4232580"/>
                </a:cubicBezTo>
                <a:lnTo>
                  <a:pt x="4485642" y="4251295"/>
                </a:lnTo>
                <a:cubicBezTo>
                  <a:pt x="4485405" y="4251769"/>
                  <a:pt x="4484872" y="4252065"/>
                  <a:pt x="4484340" y="4252065"/>
                </a:cubicBezTo>
                <a:lnTo>
                  <a:pt x="4462722" y="4252065"/>
                </a:lnTo>
                <a:cubicBezTo>
                  <a:pt x="4462189" y="4252065"/>
                  <a:pt x="4461715" y="4251769"/>
                  <a:pt x="4461419" y="4251295"/>
                </a:cubicBezTo>
                <a:lnTo>
                  <a:pt x="4450581" y="4232580"/>
                </a:lnTo>
                <a:cubicBezTo>
                  <a:pt x="4450285" y="4232106"/>
                  <a:pt x="4450285" y="4231514"/>
                  <a:pt x="4450581" y="4231040"/>
                </a:cubicBezTo>
                <a:lnTo>
                  <a:pt x="4461419" y="4212325"/>
                </a:lnTo>
                <a:cubicBezTo>
                  <a:pt x="4461657" y="4211851"/>
                  <a:pt x="4462189" y="4211555"/>
                  <a:pt x="4462722" y="4211555"/>
                </a:cubicBezTo>
                <a:close/>
                <a:moveTo>
                  <a:pt x="4935811" y="4211022"/>
                </a:moveTo>
                <a:lnTo>
                  <a:pt x="4958021" y="4211022"/>
                </a:lnTo>
                <a:cubicBezTo>
                  <a:pt x="4958554" y="4211022"/>
                  <a:pt x="4959087" y="4211318"/>
                  <a:pt x="4959383" y="4211792"/>
                </a:cubicBezTo>
                <a:lnTo>
                  <a:pt x="4970458" y="4231040"/>
                </a:lnTo>
                <a:cubicBezTo>
                  <a:pt x="4970754" y="4231514"/>
                  <a:pt x="4970754" y="4232106"/>
                  <a:pt x="4970458" y="4232580"/>
                </a:cubicBezTo>
                <a:lnTo>
                  <a:pt x="4959383" y="4251828"/>
                </a:lnTo>
                <a:cubicBezTo>
                  <a:pt x="4959087" y="4252302"/>
                  <a:pt x="4958554" y="4252598"/>
                  <a:pt x="4958021" y="4252598"/>
                </a:cubicBezTo>
                <a:lnTo>
                  <a:pt x="4935811" y="4252598"/>
                </a:lnTo>
                <a:cubicBezTo>
                  <a:pt x="4935279" y="4252598"/>
                  <a:pt x="4934745" y="4252302"/>
                  <a:pt x="4934449" y="4251828"/>
                </a:cubicBezTo>
                <a:lnTo>
                  <a:pt x="4923374" y="4232580"/>
                </a:lnTo>
                <a:cubicBezTo>
                  <a:pt x="4923078" y="4232106"/>
                  <a:pt x="4923078" y="4231514"/>
                  <a:pt x="4923374" y="4231040"/>
                </a:cubicBezTo>
                <a:lnTo>
                  <a:pt x="4934449" y="4211792"/>
                </a:lnTo>
                <a:cubicBezTo>
                  <a:pt x="4934745" y="4211318"/>
                  <a:pt x="4935279" y="4211022"/>
                  <a:pt x="4935811" y="4211022"/>
                </a:cubicBezTo>
                <a:close/>
                <a:moveTo>
                  <a:pt x="4732906" y="4211022"/>
                </a:moveTo>
                <a:lnTo>
                  <a:pt x="4755116" y="4211022"/>
                </a:lnTo>
                <a:cubicBezTo>
                  <a:pt x="4755649" y="4211022"/>
                  <a:pt x="4756182" y="4211318"/>
                  <a:pt x="4756478" y="4211792"/>
                </a:cubicBezTo>
                <a:lnTo>
                  <a:pt x="4767553" y="4231040"/>
                </a:lnTo>
                <a:cubicBezTo>
                  <a:pt x="4767849" y="4231514"/>
                  <a:pt x="4767849" y="4232106"/>
                  <a:pt x="4767553" y="4232580"/>
                </a:cubicBezTo>
                <a:lnTo>
                  <a:pt x="4756478" y="4251828"/>
                </a:lnTo>
                <a:cubicBezTo>
                  <a:pt x="4756182" y="4252302"/>
                  <a:pt x="4755649" y="4252598"/>
                  <a:pt x="4755116" y="4252598"/>
                </a:cubicBezTo>
                <a:lnTo>
                  <a:pt x="4732906" y="4252598"/>
                </a:lnTo>
                <a:cubicBezTo>
                  <a:pt x="4732374" y="4252598"/>
                  <a:pt x="4731841" y="4252302"/>
                  <a:pt x="4731544" y="4251828"/>
                </a:cubicBezTo>
                <a:lnTo>
                  <a:pt x="4720469" y="4232580"/>
                </a:lnTo>
                <a:cubicBezTo>
                  <a:pt x="4720173" y="4232106"/>
                  <a:pt x="4720173" y="4231514"/>
                  <a:pt x="4720469" y="4231040"/>
                </a:cubicBezTo>
                <a:lnTo>
                  <a:pt x="4731544" y="4211792"/>
                </a:lnTo>
                <a:cubicBezTo>
                  <a:pt x="4731841" y="4211318"/>
                  <a:pt x="4732374" y="4211022"/>
                  <a:pt x="4732906" y="4211022"/>
                </a:cubicBezTo>
                <a:close/>
                <a:moveTo>
                  <a:pt x="3380028" y="4210430"/>
                </a:moveTo>
                <a:lnTo>
                  <a:pt x="3402889" y="4210430"/>
                </a:lnTo>
                <a:cubicBezTo>
                  <a:pt x="3403481" y="4210430"/>
                  <a:pt x="3404014" y="4210786"/>
                  <a:pt x="3404311" y="4211259"/>
                </a:cubicBezTo>
                <a:lnTo>
                  <a:pt x="3415741" y="4231041"/>
                </a:lnTo>
                <a:cubicBezTo>
                  <a:pt x="3416037" y="4231514"/>
                  <a:pt x="3416037" y="4232166"/>
                  <a:pt x="3415741" y="4232639"/>
                </a:cubicBezTo>
                <a:lnTo>
                  <a:pt x="3404311" y="4252421"/>
                </a:lnTo>
                <a:cubicBezTo>
                  <a:pt x="3404014" y="4252954"/>
                  <a:pt x="3403481" y="4253250"/>
                  <a:pt x="3402889" y="4253250"/>
                </a:cubicBezTo>
                <a:lnTo>
                  <a:pt x="3380028" y="4253250"/>
                </a:lnTo>
                <a:cubicBezTo>
                  <a:pt x="3379436" y="4253250"/>
                  <a:pt x="3378903" y="4252895"/>
                  <a:pt x="3378606" y="4252421"/>
                </a:cubicBezTo>
                <a:lnTo>
                  <a:pt x="3367176" y="4232639"/>
                </a:lnTo>
                <a:cubicBezTo>
                  <a:pt x="3366880" y="4232166"/>
                  <a:pt x="3366880" y="4231514"/>
                  <a:pt x="3367176" y="4231041"/>
                </a:cubicBezTo>
                <a:lnTo>
                  <a:pt x="3378606" y="4211259"/>
                </a:lnTo>
                <a:cubicBezTo>
                  <a:pt x="3378903" y="4210726"/>
                  <a:pt x="3379436" y="4210430"/>
                  <a:pt x="3380028" y="4210430"/>
                </a:cubicBezTo>
                <a:close/>
                <a:moveTo>
                  <a:pt x="4800186" y="4210311"/>
                </a:moveTo>
                <a:lnTo>
                  <a:pt x="4823165" y="4210311"/>
                </a:lnTo>
                <a:cubicBezTo>
                  <a:pt x="4823757" y="4210311"/>
                  <a:pt x="4824291" y="4210666"/>
                  <a:pt x="4824587" y="4211140"/>
                </a:cubicBezTo>
                <a:lnTo>
                  <a:pt x="4836077" y="4231040"/>
                </a:lnTo>
                <a:cubicBezTo>
                  <a:pt x="4836372" y="4231514"/>
                  <a:pt x="4836372" y="4232165"/>
                  <a:pt x="4836077" y="4232639"/>
                </a:cubicBezTo>
                <a:lnTo>
                  <a:pt x="4824587" y="4252539"/>
                </a:lnTo>
                <a:cubicBezTo>
                  <a:pt x="4824291" y="4253071"/>
                  <a:pt x="4823757" y="4253367"/>
                  <a:pt x="4823165" y="4253367"/>
                </a:cubicBezTo>
                <a:lnTo>
                  <a:pt x="4800186" y="4253367"/>
                </a:lnTo>
                <a:cubicBezTo>
                  <a:pt x="4799594" y="4253367"/>
                  <a:pt x="4799061" y="4253012"/>
                  <a:pt x="4798765" y="4252539"/>
                </a:cubicBezTo>
                <a:lnTo>
                  <a:pt x="4787275" y="4232639"/>
                </a:lnTo>
                <a:cubicBezTo>
                  <a:pt x="4786979" y="4232165"/>
                  <a:pt x="4786979" y="4231514"/>
                  <a:pt x="4787275" y="4231040"/>
                </a:cubicBezTo>
                <a:lnTo>
                  <a:pt x="4798765" y="4211140"/>
                </a:lnTo>
                <a:cubicBezTo>
                  <a:pt x="4799061" y="4210607"/>
                  <a:pt x="4799594" y="4210311"/>
                  <a:pt x="4800186" y="4210311"/>
                </a:cubicBezTo>
                <a:close/>
                <a:moveTo>
                  <a:pt x="4867762" y="4210193"/>
                </a:moveTo>
                <a:lnTo>
                  <a:pt x="4890860" y="4210193"/>
                </a:lnTo>
                <a:cubicBezTo>
                  <a:pt x="4891452" y="4210193"/>
                  <a:pt x="4891985" y="4210548"/>
                  <a:pt x="4892282" y="4211022"/>
                </a:cubicBezTo>
                <a:lnTo>
                  <a:pt x="4903830" y="4230981"/>
                </a:lnTo>
                <a:cubicBezTo>
                  <a:pt x="4904127" y="4231514"/>
                  <a:pt x="4904127" y="4232166"/>
                  <a:pt x="4903830" y="4232639"/>
                </a:cubicBezTo>
                <a:lnTo>
                  <a:pt x="4892282" y="4252598"/>
                </a:lnTo>
                <a:cubicBezTo>
                  <a:pt x="4891985" y="4253131"/>
                  <a:pt x="4891452" y="4253427"/>
                  <a:pt x="4890860" y="4253427"/>
                </a:cubicBezTo>
                <a:lnTo>
                  <a:pt x="4867762" y="4253427"/>
                </a:lnTo>
                <a:cubicBezTo>
                  <a:pt x="4867170" y="4253427"/>
                  <a:pt x="4866637" y="4253072"/>
                  <a:pt x="4866341" y="4252598"/>
                </a:cubicBezTo>
                <a:lnTo>
                  <a:pt x="4854792" y="4232639"/>
                </a:lnTo>
                <a:cubicBezTo>
                  <a:pt x="4854496" y="4232106"/>
                  <a:pt x="4854496" y="4231455"/>
                  <a:pt x="4854792" y="4230981"/>
                </a:cubicBezTo>
                <a:lnTo>
                  <a:pt x="4866341" y="4211022"/>
                </a:lnTo>
                <a:cubicBezTo>
                  <a:pt x="4866637" y="4210489"/>
                  <a:pt x="4867170" y="4210193"/>
                  <a:pt x="4867762" y="4210193"/>
                </a:cubicBezTo>
                <a:close/>
                <a:moveTo>
                  <a:pt x="4664857" y="4210193"/>
                </a:moveTo>
                <a:lnTo>
                  <a:pt x="4687955" y="4210193"/>
                </a:lnTo>
                <a:cubicBezTo>
                  <a:pt x="4688547" y="4210193"/>
                  <a:pt x="4689080" y="4210548"/>
                  <a:pt x="4689377" y="4211022"/>
                </a:cubicBezTo>
                <a:lnTo>
                  <a:pt x="4700925" y="4230981"/>
                </a:lnTo>
                <a:cubicBezTo>
                  <a:pt x="4701222" y="4231514"/>
                  <a:pt x="4701222" y="4232166"/>
                  <a:pt x="4700925" y="4232639"/>
                </a:cubicBezTo>
                <a:lnTo>
                  <a:pt x="4689377" y="4252598"/>
                </a:lnTo>
                <a:cubicBezTo>
                  <a:pt x="4689080" y="4253131"/>
                  <a:pt x="4688547" y="4253427"/>
                  <a:pt x="4687955" y="4253427"/>
                </a:cubicBezTo>
                <a:lnTo>
                  <a:pt x="4664857" y="4253427"/>
                </a:lnTo>
                <a:cubicBezTo>
                  <a:pt x="4664265" y="4253427"/>
                  <a:pt x="4663732" y="4253072"/>
                  <a:pt x="4663436" y="4252598"/>
                </a:cubicBezTo>
                <a:lnTo>
                  <a:pt x="4651887" y="4232639"/>
                </a:lnTo>
                <a:cubicBezTo>
                  <a:pt x="4651591" y="4232106"/>
                  <a:pt x="4651591" y="4231455"/>
                  <a:pt x="4651887" y="4230981"/>
                </a:cubicBezTo>
                <a:lnTo>
                  <a:pt x="4663436" y="4211022"/>
                </a:lnTo>
                <a:cubicBezTo>
                  <a:pt x="4663732" y="4210489"/>
                  <a:pt x="4664265" y="4210193"/>
                  <a:pt x="4664857" y="4210193"/>
                </a:cubicBezTo>
                <a:close/>
                <a:moveTo>
                  <a:pt x="3785602" y="4210015"/>
                </a:moveTo>
                <a:lnTo>
                  <a:pt x="3808877" y="4210015"/>
                </a:lnTo>
                <a:cubicBezTo>
                  <a:pt x="3809469" y="4210015"/>
                  <a:pt x="3810003" y="4210311"/>
                  <a:pt x="3810298" y="4210844"/>
                </a:cubicBezTo>
                <a:lnTo>
                  <a:pt x="3821907" y="4231040"/>
                </a:lnTo>
                <a:cubicBezTo>
                  <a:pt x="3822203" y="4231573"/>
                  <a:pt x="3822203" y="4232165"/>
                  <a:pt x="3821907" y="4232698"/>
                </a:cubicBezTo>
                <a:lnTo>
                  <a:pt x="3810239" y="4252894"/>
                </a:lnTo>
                <a:cubicBezTo>
                  <a:pt x="3809943" y="4253427"/>
                  <a:pt x="3809411" y="4253723"/>
                  <a:pt x="3808818" y="4253723"/>
                </a:cubicBezTo>
                <a:lnTo>
                  <a:pt x="3785543" y="4253723"/>
                </a:lnTo>
                <a:cubicBezTo>
                  <a:pt x="3784951" y="4253723"/>
                  <a:pt x="3784417" y="4253427"/>
                  <a:pt x="3784121" y="4252894"/>
                </a:cubicBezTo>
                <a:lnTo>
                  <a:pt x="3772513" y="4232698"/>
                </a:lnTo>
                <a:cubicBezTo>
                  <a:pt x="3772217" y="4232165"/>
                  <a:pt x="3772217" y="4231573"/>
                  <a:pt x="3772513" y="4231040"/>
                </a:cubicBezTo>
                <a:lnTo>
                  <a:pt x="3784181" y="4210844"/>
                </a:lnTo>
                <a:cubicBezTo>
                  <a:pt x="3784476" y="4210311"/>
                  <a:pt x="3785010" y="4210015"/>
                  <a:pt x="3785602" y="4210015"/>
                </a:cubicBezTo>
                <a:close/>
                <a:moveTo>
                  <a:pt x="3717967" y="4210015"/>
                </a:moveTo>
                <a:lnTo>
                  <a:pt x="3741243" y="4210015"/>
                </a:lnTo>
                <a:cubicBezTo>
                  <a:pt x="3741835" y="4210015"/>
                  <a:pt x="3742368" y="4210311"/>
                  <a:pt x="3742664" y="4210844"/>
                </a:cubicBezTo>
                <a:lnTo>
                  <a:pt x="3754272" y="4231040"/>
                </a:lnTo>
                <a:cubicBezTo>
                  <a:pt x="3754568" y="4231573"/>
                  <a:pt x="3754568" y="4232165"/>
                  <a:pt x="3754272" y="4232698"/>
                </a:cubicBezTo>
                <a:lnTo>
                  <a:pt x="3742605" y="4252894"/>
                </a:lnTo>
                <a:cubicBezTo>
                  <a:pt x="3742308" y="4253427"/>
                  <a:pt x="3741775" y="4253723"/>
                  <a:pt x="3741183" y="4253723"/>
                </a:cubicBezTo>
                <a:lnTo>
                  <a:pt x="3717908" y="4253723"/>
                </a:lnTo>
                <a:cubicBezTo>
                  <a:pt x="3717315" y="4253723"/>
                  <a:pt x="3716783" y="4253427"/>
                  <a:pt x="3716486" y="4252894"/>
                </a:cubicBezTo>
                <a:lnTo>
                  <a:pt x="3704878" y="4232698"/>
                </a:lnTo>
                <a:cubicBezTo>
                  <a:pt x="3704582" y="4232165"/>
                  <a:pt x="3704582" y="4231573"/>
                  <a:pt x="3704878" y="4231040"/>
                </a:cubicBezTo>
                <a:lnTo>
                  <a:pt x="3716545" y="4210844"/>
                </a:lnTo>
                <a:cubicBezTo>
                  <a:pt x="3716842" y="4210311"/>
                  <a:pt x="3717375" y="4210015"/>
                  <a:pt x="3717967" y="4210015"/>
                </a:cubicBezTo>
                <a:close/>
                <a:moveTo>
                  <a:pt x="3649976" y="4209305"/>
                </a:moveTo>
                <a:lnTo>
                  <a:pt x="3674021" y="4209305"/>
                </a:lnTo>
                <a:cubicBezTo>
                  <a:pt x="3674614" y="4209305"/>
                  <a:pt x="3675206" y="4209601"/>
                  <a:pt x="3675502" y="4210134"/>
                </a:cubicBezTo>
                <a:lnTo>
                  <a:pt x="3687525" y="4230981"/>
                </a:lnTo>
                <a:cubicBezTo>
                  <a:pt x="3687821" y="4231514"/>
                  <a:pt x="3687821" y="4232166"/>
                  <a:pt x="3687525" y="4232699"/>
                </a:cubicBezTo>
                <a:lnTo>
                  <a:pt x="3675502" y="4253546"/>
                </a:lnTo>
                <a:cubicBezTo>
                  <a:pt x="3675206" y="4254020"/>
                  <a:pt x="3674614" y="4254375"/>
                  <a:pt x="3674021" y="4254375"/>
                </a:cubicBezTo>
                <a:lnTo>
                  <a:pt x="3649976" y="4254375"/>
                </a:lnTo>
                <a:cubicBezTo>
                  <a:pt x="3649384" y="4254375"/>
                  <a:pt x="3648792" y="4254079"/>
                  <a:pt x="3648496" y="4253546"/>
                </a:cubicBezTo>
                <a:lnTo>
                  <a:pt x="3636473" y="4232699"/>
                </a:lnTo>
                <a:cubicBezTo>
                  <a:pt x="3636177" y="4232166"/>
                  <a:pt x="3636177" y="4231514"/>
                  <a:pt x="3636473" y="4230981"/>
                </a:cubicBezTo>
                <a:lnTo>
                  <a:pt x="3648496" y="4210134"/>
                </a:lnTo>
                <a:cubicBezTo>
                  <a:pt x="3648792" y="4209660"/>
                  <a:pt x="3649384" y="4209305"/>
                  <a:pt x="3649976" y="4209305"/>
                </a:cubicBezTo>
                <a:close/>
                <a:moveTo>
                  <a:pt x="3514410" y="4208890"/>
                </a:moveTo>
                <a:lnTo>
                  <a:pt x="3538929" y="4208890"/>
                </a:lnTo>
                <a:cubicBezTo>
                  <a:pt x="3539522" y="4208890"/>
                  <a:pt x="3540114" y="4209245"/>
                  <a:pt x="3540410" y="4209778"/>
                </a:cubicBezTo>
                <a:lnTo>
                  <a:pt x="3552669" y="4230981"/>
                </a:lnTo>
                <a:cubicBezTo>
                  <a:pt x="3552966" y="4231514"/>
                  <a:pt x="3552966" y="4232165"/>
                  <a:pt x="3552669" y="4232698"/>
                </a:cubicBezTo>
                <a:lnTo>
                  <a:pt x="3540410" y="4253901"/>
                </a:lnTo>
                <a:cubicBezTo>
                  <a:pt x="3540114" y="4254434"/>
                  <a:pt x="3539522" y="4254789"/>
                  <a:pt x="3538929" y="4254789"/>
                </a:cubicBezTo>
                <a:lnTo>
                  <a:pt x="3514410" y="4254789"/>
                </a:lnTo>
                <a:cubicBezTo>
                  <a:pt x="3513818" y="4254789"/>
                  <a:pt x="3513226" y="4254434"/>
                  <a:pt x="3512930" y="4253901"/>
                </a:cubicBezTo>
                <a:lnTo>
                  <a:pt x="3500670" y="4232698"/>
                </a:lnTo>
                <a:cubicBezTo>
                  <a:pt x="3500374" y="4232165"/>
                  <a:pt x="3500374" y="4231514"/>
                  <a:pt x="3500670" y="4230981"/>
                </a:cubicBezTo>
                <a:lnTo>
                  <a:pt x="3512930" y="4209778"/>
                </a:lnTo>
                <a:cubicBezTo>
                  <a:pt x="3513226" y="4209245"/>
                  <a:pt x="3513818" y="4208890"/>
                  <a:pt x="3514410" y="4208890"/>
                </a:cubicBezTo>
                <a:close/>
                <a:moveTo>
                  <a:pt x="3446598" y="4208475"/>
                </a:moveTo>
                <a:lnTo>
                  <a:pt x="3471531" y="4208475"/>
                </a:lnTo>
                <a:cubicBezTo>
                  <a:pt x="3472183" y="4208475"/>
                  <a:pt x="3472775" y="4208830"/>
                  <a:pt x="3473071" y="4209363"/>
                </a:cubicBezTo>
                <a:lnTo>
                  <a:pt x="3485508" y="4230980"/>
                </a:lnTo>
                <a:cubicBezTo>
                  <a:pt x="3485805" y="4231514"/>
                  <a:pt x="3485805" y="4232224"/>
                  <a:pt x="3485508" y="4232757"/>
                </a:cubicBezTo>
                <a:lnTo>
                  <a:pt x="3473012" y="4254374"/>
                </a:lnTo>
                <a:cubicBezTo>
                  <a:pt x="3472656" y="4254907"/>
                  <a:pt x="3472064" y="4255263"/>
                  <a:pt x="3471472" y="4255263"/>
                </a:cubicBezTo>
                <a:lnTo>
                  <a:pt x="3446538" y="4255263"/>
                </a:lnTo>
                <a:cubicBezTo>
                  <a:pt x="3445887" y="4255263"/>
                  <a:pt x="3445294" y="4254907"/>
                  <a:pt x="3444998" y="4254374"/>
                </a:cubicBezTo>
                <a:lnTo>
                  <a:pt x="3432561" y="4232757"/>
                </a:lnTo>
                <a:cubicBezTo>
                  <a:pt x="3432265" y="4232224"/>
                  <a:pt x="3432265" y="4231514"/>
                  <a:pt x="3432561" y="4230980"/>
                </a:cubicBezTo>
                <a:lnTo>
                  <a:pt x="3445058" y="4209363"/>
                </a:lnTo>
                <a:cubicBezTo>
                  <a:pt x="3445413" y="4208830"/>
                  <a:pt x="3446005" y="4208475"/>
                  <a:pt x="3446598" y="4208475"/>
                </a:cubicBezTo>
                <a:close/>
                <a:moveTo>
                  <a:pt x="3581808" y="4208357"/>
                </a:moveTo>
                <a:lnTo>
                  <a:pt x="3606860" y="4208357"/>
                </a:lnTo>
                <a:cubicBezTo>
                  <a:pt x="3607511" y="4208357"/>
                  <a:pt x="3608104" y="4208712"/>
                  <a:pt x="3608400" y="4209246"/>
                </a:cubicBezTo>
                <a:lnTo>
                  <a:pt x="3620896" y="4230981"/>
                </a:lnTo>
                <a:cubicBezTo>
                  <a:pt x="3621193" y="4231514"/>
                  <a:pt x="3621193" y="4232225"/>
                  <a:pt x="3620896" y="4232758"/>
                </a:cubicBezTo>
                <a:lnTo>
                  <a:pt x="3608341" y="4254493"/>
                </a:lnTo>
                <a:cubicBezTo>
                  <a:pt x="3607986" y="4255026"/>
                  <a:pt x="3607452" y="4255382"/>
                  <a:pt x="3606801" y="4255382"/>
                </a:cubicBezTo>
                <a:lnTo>
                  <a:pt x="3581749" y="4255382"/>
                </a:lnTo>
                <a:cubicBezTo>
                  <a:pt x="3581097" y="4255382"/>
                  <a:pt x="3580505" y="4255026"/>
                  <a:pt x="3580209" y="4254493"/>
                </a:cubicBezTo>
                <a:lnTo>
                  <a:pt x="3567712" y="4232758"/>
                </a:lnTo>
                <a:cubicBezTo>
                  <a:pt x="3567416" y="4232225"/>
                  <a:pt x="3567416" y="4231514"/>
                  <a:pt x="3567712" y="4230981"/>
                </a:cubicBezTo>
                <a:lnTo>
                  <a:pt x="3580268" y="4209246"/>
                </a:lnTo>
                <a:cubicBezTo>
                  <a:pt x="3580624" y="4208712"/>
                  <a:pt x="3581157" y="4208357"/>
                  <a:pt x="3581808" y="4208357"/>
                </a:cubicBezTo>
                <a:close/>
                <a:moveTo>
                  <a:pt x="3254057" y="4169268"/>
                </a:moveTo>
                <a:lnTo>
                  <a:pt x="3258262" y="4169268"/>
                </a:lnTo>
                <a:cubicBezTo>
                  <a:pt x="3258321" y="4169268"/>
                  <a:pt x="3258499" y="4169386"/>
                  <a:pt x="3258499" y="4169386"/>
                </a:cubicBezTo>
                <a:lnTo>
                  <a:pt x="3260571" y="4172999"/>
                </a:lnTo>
                <a:cubicBezTo>
                  <a:pt x="3260571" y="4173117"/>
                  <a:pt x="3260571" y="4173295"/>
                  <a:pt x="3260571" y="4173295"/>
                </a:cubicBezTo>
                <a:lnTo>
                  <a:pt x="3258499" y="4176908"/>
                </a:lnTo>
                <a:cubicBezTo>
                  <a:pt x="3258439" y="4177026"/>
                  <a:pt x="3258262" y="4177026"/>
                  <a:pt x="3258262" y="4177026"/>
                </a:cubicBezTo>
                <a:lnTo>
                  <a:pt x="3254057" y="4177026"/>
                </a:lnTo>
                <a:cubicBezTo>
                  <a:pt x="3253998" y="4177026"/>
                  <a:pt x="3253820" y="4176908"/>
                  <a:pt x="3253820" y="4176908"/>
                </a:cubicBezTo>
                <a:lnTo>
                  <a:pt x="3251747" y="4173295"/>
                </a:lnTo>
                <a:cubicBezTo>
                  <a:pt x="3251747" y="4173177"/>
                  <a:pt x="3251747" y="4172999"/>
                  <a:pt x="3251747" y="4172999"/>
                </a:cubicBezTo>
                <a:lnTo>
                  <a:pt x="3253820" y="4169386"/>
                </a:lnTo>
                <a:cubicBezTo>
                  <a:pt x="3253879" y="4169268"/>
                  <a:pt x="3254057" y="4169268"/>
                  <a:pt x="3254057" y="4169268"/>
                </a:cubicBezTo>
                <a:close/>
                <a:moveTo>
                  <a:pt x="4125613" y="4154877"/>
                </a:moveTo>
                <a:lnTo>
                  <a:pt x="4145157" y="4154877"/>
                </a:lnTo>
                <a:cubicBezTo>
                  <a:pt x="4145631" y="4154877"/>
                  <a:pt x="4146105" y="4155173"/>
                  <a:pt x="4146342" y="4155588"/>
                </a:cubicBezTo>
                <a:lnTo>
                  <a:pt x="4156114" y="4172526"/>
                </a:lnTo>
                <a:cubicBezTo>
                  <a:pt x="4156351" y="4172941"/>
                  <a:pt x="4156351" y="4173473"/>
                  <a:pt x="4156114" y="4173888"/>
                </a:cubicBezTo>
                <a:lnTo>
                  <a:pt x="4146342" y="4190826"/>
                </a:lnTo>
                <a:cubicBezTo>
                  <a:pt x="4146105" y="4191241"/>
                  <a:pt x="4145631" y="4191537"/>
                  <a:pt x="4145157" y="4191537"/>
                </a:cubicBezTo>
                <a:lnTo>
                  <a:pt x="4125613" y="4191537"/>
                </a:lnTo>
                <a:cubicBezTo>
                  <a:pt x="4125139" y="4191537"/>
                  <a:pt x="4124666" y="4191241"/>
                  <a:pt x="4124429" y="4190826"/>
                </a:cubicBezTo>
                <a:lnTo>
                  <a:pt x="4114656" y="4173888"/>
                </a:lnTo>
                <a:cubicBezTo>
                  <a:pt x="4114420" y="4173473"/>
                  <a:pt x="4114420" y="4172941"/>
                  <a:pt x="4114656" y="4172526"/>
                </a:cubicBezTo>
                <a:lnTo>
                  <a:pt x="4124429" y="4155588"/>
                </a:lnTo>
                <a:cubicBezTo>
                  <a:pt x="4124666" y="4155173"/>
                  <a:pt x="4125139" y="4154877"/>
                  <a:pt x="4125613" y="4154877"/>
                </a:cubicBezTo>
                <a:close/>
                <a:moveTo>
                  <a:pt x="4193189" y="4154818"/>
                </a:moveTo>
                <a:lnTo>
                  <a:pt x="4212852" y="4154818"/>
                </a:lnTo>
                <a:cubicBezTo>
                  <a:pt x="4213325" y="4154818"/>
                  <a:pt x="4213799" y="4155114"/>
                  <a:pt x="4214036" y="4155529"/>
                </a:cubicBezTo>
                <a:lnTo>
                  <a:pt x="4223868" y="4172526"/>
                </a:lnTo>
                <a:cubicBezTo>
                  <a:pt x="4224104" y="4172941"/>
                  <a:pt x="4224104" y="4173474"/>
                  <a:pt x="4223868" y="4173888"/>
                </a:cubicBezTo>
                <a:lnTo>
                  <a:pt x="4214036" y="4190886"/>
                </a:lnTo>
                <a:cubicBezTo>
                  <a:pt x="4213799" y="4191300"/>
                  <a:pt x="4213325" y="4191597"/>
                  <a:pt x="4212852" y="4191597"/>
                </a:cubicBezTo>
                <a:lnTo>
                  <a:pt x="4193189" y="4191597"/>
                </a:lnTo>
                <a:cubicBezTo>
                  <a:pt x="4192715" y="4191597"/>
                  <a:pt x="4192241" y="4191300"/>
                  <a:pt x="4192004" y="4190886"/>
                </a:cubicBezTo>
                <a:lnTo>
                  <a:pt x="4182173" y="4173888"/>
                </a:lnTo>
                <a:cubicBezTo>
                  <a:pt x="4181936" y="4173474"/>
                  <a:pt x="4181936" y="4172941"/>
                  <a:pt x="4182173" y="4172526"/>
                </a:cubicBezTo>
                <a:lnTo>
                  <a:pt x="4192004" y="4155529"/>
                </a:lnTo>
                <a:cubicBezTo>
                  <a:pt x="4192241" y="4155114"/>
                  <a:pt x="4192715" y="4154818"/>
                  <a:pt x="4193189" y="4154818"/>
                </a:cubicBezTo>
                <a:close/>
                <a:moveTo>
                  <a:pt x="4260528" y="4154284"/>
                </a:moveTo>
                <a:lnTo>
                  <a:pt x="4280724" y="4154284"/>
                </a:lnTo>
                <a:cubicBezTo>
                  <a:pt x="4281256" y="4154284"/>
                  <a:pt x="4281731" y="4154580"/>
                  <a:pt x="4281967" y="4154995"/>
                </a:cubicBezTo>
                <a:lnTo>
                  <a:pt x="4292036" y="4172466"/>
                </a:lnTo>
                <a:cubicBezTo>
                  <a:pt x="4292272" y="4172881"/>
                  <a:pt x="4292272" y="4173473"/>
                  <a:pt x="4292036" y="4173887"/>
                </a:cubicBezTo>
                <a:lnTo>
                  <a:pt x="4281908" y="4191359"/>
                </a:lnTo>
                <a:cubicBezTo>
                  <a:pt x="4281612" y="4191774"/>
                  <a:pt x="4281138" y="4192070"/>
                  <a:pt x="4280664" y="4192070"/>
                </a:cubicBezTo>
                <a:lnTo>
                  <a:pt x="4260468" y="4192070"/>
                </a:lnTo>
                <a:cubicBezTo>
                  <a:pt x="4259935" y="4192070"/>
                  <a:pt x="4259462" y="4191774"/>
                  <a:pt x="4259225" y="4191359"/>
                </a:cubicBezTo>
                <a:lnTo>
                  <a:pt x="4249157" y="4173887"/>
                </a:lnTo>
                <a:cubicBezTo>
                  <a:pt x="4248920" y="4173473"/>
                  <a:pt x="4248920" y="4172881"/>
                  <a:pt x="4249157" y="4172466"/>
                </a:cubicBezTo>
                <a:lnTo>
                  <a:pt x="4259284" y="4154995"/>
                </a:lnTo>
                <a:cubicBezTo>
                  <a:pt x="4259580" y="4154580"/>
                  <a:pt x="4260054" y="4154284"/>
                  <a:pt x="4260528" y="4154284"/>
                </a:cubicBezTo>
                <a:close/>
                <a:moveTo>
                  <a:pt x="4057623" y="4154284"/>
                </a:moveTo>
                <a:lnTo>
                  <a:pt x="4077819" y="4154284"/>
                </a:lnTo>
                <a:cubicBezTo>
                  <a:pt x="4078351" y="4154284"/>
                  <a:pt x="4078826" y="4154580"/>
                  <a:pt x="4079062" y="4154995"/>
                </a:cubicBezTo>
                <a:lnTo>
                  <a:pt x="4089131" y="4172466"/>
                </a:lnTo>
                <a:cubicBezTo>
                  <a:pt x="4089367" y="4172881"/>
                  <a:pt x="4089367" y="4173473"/>
                  <a:pt x="4089131" y="4173887"/>
                </a:cubicBezTo>
                <a:lnTo>
                  <a:pt x="4079003" y="4191359"/>
                </a:lnTo>
                <a:cubicBezTo>
                  <a:pt x="4078707" y="4191774"/>
                  <a:pt x="4078233" y="4192070"/>
                  <a:pt x="4077759" y="4192070"/>
                </a:cubicBezTo>
                <a:lnTo>
                  <a:pt x="4057563" y="4192070"/>
                </a:lnTo>
                <a:cubicBezTo>
                  <a:pt x="4057030" y="4192070"/>
                  <a:pt x="4056557" y="4191774"/>
                  <a:pt x="4056320" y="4191359"/>
                </a:cubicBezTo>
                <a:lnTo>
                  <a:pt x="4046252" y="4173887"/>
                </a:lnTo>
                <a:cubicBezTo>
                  <a:pt x="4046015" y="4173473"/>
                  <a:pt x="4046015" y="4172881"/>
                  <a:pt x="4046252" y="4172466"/>
                </a:cubicBezTo>
                <a:lnTo>
                  <a:pt x="4056379" y="4154995"/>
                </a:lnTo>
                <a:cubicBezTo>
                  <a:pt x="4056676" y="4154580"/>
                  <a:pt x="4057149" y="4154284"/>
                  <a:pt x="4057623" y="4154284"/>
                </a:cubicBezTo>
                <a:close/>
                <a:moveTo>
                  <a:pt x="5004335" y="4154107"/>
                </a:moveTo>
                <a:lnTo>
                  <a:pt x="5024768" y="4154107"/>
                </a:lnTo>
                <a:cubicBezTo>
                  <a:pt x="5025301" y="4154107"/>
                  <a:pt x="5025775" y="4154403"/>
                  <a:pt x="5026012" y="4154818"/>
                </a:cubicBezTo>
                <a:lnTo>
                  <a:pt x="5036198" y="4172526"/>
                </a:lnTo>
                <a:cubicBezTo>
                  <a:pt x="5036435" y="4172941"/>
                  <a:pt x="5036435" y="4173533"/>
                  <a:pt x="5036198" y="4173947"/>
                </a:cubicBezTo>
                <a:lnTo>
                  <a:pt x="5025952" y="4191656"/>
                </a:lnTo>
                <a:cubicBezTo>
                  <a:pt x="5025716" y="4192070"/>
                  <a:pt x="5025242" y="4192366"/>
                  <a:pt x="5024709" y="4192366"/>
                </a:cubicBezTo>
                <a:lnTo>
                  <a:pt x="5004277" y="4192366"/>
                </a:lnTo>
                <a:cubicBezTo>
                  <a:pt x="5003743" y="4192366"/>
                  <a:pt x="5003270" y="4192070"/>
                  <a:pt x="5003032" y="4191656"/>
                </a:cubicBezTo>
                <a:lnTo>
                  <a:pt x="4992846" y="4173947"/>
                </a:lnTo>
                <a:cubicBezTo>
                  <a:pt x="4992609" y="4173533"/>
                  <a:pt x="4992609" y="4172941"/>
                  <a:pt x="4992846" y="4172526"/>
                </a:cubicBezTo>
                <a:lnTo>
                  <a:pt x="5003092" y="4154818"/>
                </a:lnTo>
                <a:cubicBezTo>
                  <a:pt x="5003329" y="4154403"/>
                  <a:pt x="5003802" y="4154107"/>
                  <a:pt x="5004335" y="4154107"/>
                </a:cubicBezTo>
                <a:close/>
                <a:moveTo>
                  <a:pt x="4530594" y="4153455"/>
                </a:moveTo>
                <a:lnTo>
                  <a:pt x="4551678" y="4153455"/>
                </a:lnTo>
                <a:cubicBezTo>
                  <a:pt x="4552211" y="4153455"/>
                  <a:pt x="4552685" y="4153751"/>
                  <a:pt x="4552981" y="4154225"/>
                </a:cubicBezTo>
                <a:lnTo>
                  <a:pt x="4563523" y="4172466"/>
                </a:lnTo>
                <a:cubicBezTo>
                  <a:pt x="4563820" y="4172940"/>
                  <a:pt x="4563820" y="4173473"/>
                  <a:pt x="4563523" y="4173947"/>
                </a:cubicBezTo>
                <a:lnTo>
                  <a:pt x="4552981" y="4192188"/>
                </a:lnTo>
                <a:cubicBezTo>
                  <a:pt x="4552685" y="4192662"/>
                  <a:pt x="4552211" y="4192958"/>
                  <a:pt x="4551678" y="4192958"/>
                </a:cubicBezTo>
                <a:lnTo>
                  <a:pt x="4530594" y="4192958"/>
                </a:lnTo>
                <a:cubicBezTo>
                  <a:pt x="4530061" y="4192958"/>
                  <a:pt x="4529587" y="4192662"/>
                  <a:pt x="4529291" y="4192188"/>
                </a:cubicBezTo>
                <a:lnTo>
                  <a:pt x="4518749" y="4173947"/>
                </a:lnTo>
                <a:cubicBezTo>
                  <a:pt x="4518453" y="4173473"/>
                  <a:pt x="4518453" y="4172940"/>
                  <a:pt x="4518749" y="4172466"/>
                </a:cubicBezTo>
                <a:lnTo>
                  <a:pt x="4529291" y="4154225"/>
                </a:lnTo>
                <a:cubicBezTo>
                  <a:pt x="4529587" y="4153751"/>
                  <a:pt x="4530061" y="4153455"/>
                  <a:pt x="4530594" y="4153455"/>
                </a:cubicBezTo>
                <a:close/>
                <a:moveTo>
                  <a:pt x="4395264" y="4153337"/>
                </a:moveTo>
                <a:lnTo>
                  <a:pt x="4416467" y="4153337"/>
                </a:lnTo>
                <a:cubicBezTo>
                  <a:pt x="4417000" y="4153337"/>
                  <a:pt x="4417473" y="4153633"/>
                  <a:pt x="4417770" y="4154107"/>
                </a:cubicBezTo>
                <a:lnTo>
                  <a:pt x="4428371" y="4172467"/>
                </a:lnTo>
                <a:cubicBezTo>
                  <a:pt x="4428667" y="4172881"/>
                  <a:pt x="4428667" y="4173473"/>
                  <a:pt x="4428371" y="4173947"/>
                </a:cubicBezTo>
                <a:lnTo>
                  <a:pt x="4417770" y="4192307"/>
                </a:lnTo>
                <a:cubicBezTo>
                  <a:pt x="4417473" y="4192781"/>
                  <a:pt x="4417000" y="4193077"/>
                  <a:pt x="4416467" y="4193077"/>
                </a:cubicBezTo>
                <a:lnTo>
                  <a:pt x="4395264" y="4193077"/>
                </a:lnTo>
                <a:cubicBezTo>
                  <a:pt x="4394731" y="4193077"/>
                  <a:pt x="4394258" y="4192781"/>
                  <a:pt x="4393961" y="4192307"/>
                </a:cubicBezTo>
                <a:lnTo>
                  <a:pt x="4383360" y="4173947"/>
                </a:lnTo>
                <a:cubicBezTo>
                  <a:pt x="4383064" y="4173533"/>
                  <a:pt x="4383064" y="4172940"/>
                  <a:pt x="4383360" y="4172467"/>
                </a:cubicBezTo>
                <a:lnTo>
                  <a:pt x="4393961" y="4154107"/>
                </a:lnTo>
                <a:cubicBezTo>
                  <a:pt x="4394258" y="4153633"/>
                  <a:pt x="4394731" y="4153337"/>
                  <a:pt x="4395264" y="4153337"/>
                </a:cubicBezTo>
                <a:close/>
                <a:moveTo>
                  <a:pt x="4327688" y="4153337"/>
                </a:moveTo>
                <a:lnTo>
                  <a:pt x="4348891" y="4153337"/>
                </a:lnTo>
                <a:cubicBezTo>
                  <a:pt x="4349424" y="4153337"/>
                  <a:pt x="4349897" y="4153633"/>
                  <a:pt x="4350194" y="4154107"/>
                </a:cubicBezTo>
                <a:lnTo>
                  <a:pt x="4360795" y="4172467"/>
                </a:lnTo>
                <a:cubicBezTo>
                  <a:pt x="4361091" y="4172881"/>
                  <a:pt x="4361091" y="4173473"/>
                  <a:pt x="4360795" y="4173947"/>
                </a:cubicBezTo>
                <a:lnTo>
                  <a:pt x="4350194" y="4192307"/>
                </a:lnTo>
                <a:cubicBezTo>
                  <a:pt x="4349897" y="4192781"/>
                  <a:pt x="4349424" y="4193077"/>
                  <a:pt x="4348891" y="4193077"/>
                </a:cubicBezTo>
                <a:lnTo>
                  <a:pt x="4327688" y="4193077"/>
                </a:lnTo>
                <a:cubicBezTo>
                  <a:pt x="4327155" y="4193077"/>
                  <a:pt x="4326682" y="4192781"/>
                  <a:pt x="4326385" y="4192307"/>
                </a:cubicBezTo>
                <a:lnTo>
                  <a:pt x="4315784" y="4173947"/>
                </a:lnTo>
                <a:cubicBezTo>
                  <a:pt x="4315488" y="4173533"/>
                  <a:pt x="4315488" y="4172940"/>
                  <a:pt x="4315784" y="4172467"/>
                </a:cubicBezTo>
                <a:lnTo>
                  <a:pt x="4326385" y="4154107"/>
                </a:lnTo>
                <a:cubicBezTo>
                  <a:pt x="4326682" y="4153633"/>
                  <a:pt x="4327155" y="4153337"/>
                  <a:pt x="4327688" y="4153337"/>
                </a:cubicBezTo>
                <a:close/>
                <a:moveTo>
                  <a:pt x="3921819" y="4153278"/>
                </a:moveTo>
                <a:lnTo>
                  <a:pt x="3943140" y="4153278"/>
                </a:lnTo>
                <a:cubicBezTo>
                  <a:pt x="3943673" y="4153278"/>
                  <a:pt x="3944147" y="4153574"/>
                  <a:pt x="3944443" y="4154048"/>
                </a:cubicBezTo>
                <a:lnTo>
                  <a:pt x="3955103" y="4172526"/>
                </a:lnTo>
                <a:cubicBezTo>
                  <a:pt x="3955399" y="4172941"/>
                  <a:pt x="3955399" y="4173533"/>
                  <a:pt x="3955103" y="4174007"/>
                </a:cubicBezTo>
                <a:lnTo>
                  <a:pt x="3944443" y="4192485"/>
                </a:lnTo>
                <a:cubicBezTo>
                  <a:pt x="3944147" y="4192959"/>
                  <a:pt x="3943673" y="4193255"/>
                  <a:pt x="3943140" y="4193255"/>
                </a:cubicBezTo>
                <a:lnTo>
                  <a:pt x="3921819" y="4193255"/>
                </a:lnTo>
                <a:cubicBezTo>
                  <a:pt x="3921285" y="4193255"/>
                  <a:pt x="3920812" y="4192959"/>
                  <a:pt x="3920515" y="4192485"/>
                </a:cubicBezTo>
                <a:lnTo>
                  <a:pt x="3909855" y="4174007"/>
                </a:lnTo>
                <a:cubicBezTo>
                  <a:pt x="3909559" y="4173592"/>
                  <a:pt x="3909559" y="4173000"/>
                  <a:pt x="3909855" y="4172526"/>
                </a:cubicBezTo>
                <a:lnTo>
                  <a:pt x="3920515" y="4154048"/>
                </a:lnTo>
                <a:cubicBezTo>
                  <a:pt x="3920812" y="4153574"/>
                  <a:pt x="3921285" y="4153278"/>
                  <a:pt x="3921819" y="4153278"/>
                </a:cubicBezTo>
                <a:close/>
                <a:moveTo>
                  <a:pt x="4598051" y="4153159"/>
                </a:moveTo>
                <a:lnTo>
                  <a:pt x="4619491" y="4153159"/>
                </a:lnTo>
                <a:cubicBezTo>
                  <a:pt x="4620024" y="4153159"/>
                  <a:pt x="4620498" y="4153455"/>
                  <a:pt x="4620794" y="4153929"/>
                </a:cubicBezTo>
                <a:lnTo>
                  <a:pt x="4631514" y="4172466"/>
                </a:lnTo>
                <a:cubicBezTo>
                  <a:pt x="4631810" y="4172940"/>
                  <a:pt x="4631810" y="4173532"/>
                  <a:pt x="4631514" y="4174006"/>
                </a:cubicBezTo>
                <a:lnTo>
                  <a:pt x="4620794" y="4192544"/>
                </a:lnTo>
                <a:cubicBezTo>
                  <a:pt x="4620498" y="4193018"/>
                  <a:pt x="4620024" y="4193314"/>
                  <a:pt x="4619491" y="4193314"/>
                </a:cubicBezTo>
                <a:lnTo>
                  <a:pt x="4598051" y="4193314"/>
                </a:lnTo>
                <a:cubicBezTo>
                  <a:pt x="4597519" y="4193314"/>
                  <a:pt x="4597045" y="4193018"/>
                  <a:pt x="4596749" y="4192544"/>
                </a:cubicBezTo>
                <a:lnTo>
                  <a:pt x="4586029" y="4174006"/>
                </a:lnTo>
                <a:cubicBezTo>
                  <a:pt x="4585733" y="4173532"/>
                  <a:pt x="4585733" y="4172940"/>
                  <a:pt x="4586029" y="4172466"/>
                </a:cubicBezTo>
                <a:lnTo>
                  <a:pt x="4596749" y="4153929"/>
                </a:lnTo>
                <a:cubicBezTo>
                  <a:pt x="4597045" y="4153455"/>
                  <a:pt x="4597519" y="4153159"/>
                  <a:pt x="4598051" y="4153159"/>
                </a:cubicBezTo>
                <a:close/>
                <a:moveTo>
                  <a:pt x="3989395" y="4153041"/>
                </a:moveTo>
                <a:lnTo>
                  <a:pt x="4010893" y="4153041"/>
                </a:lnTo>
                <a:cubicBezTo>
                  <a:pt x="4011427" y="4153041"/>
                  <a:pt x="4011901" y="4153337"/>
                  <a:pt x="4012197" y="4153811"/>
                </a:cubicBezTo>
                <a:lnTo>
                  <a:pt x="4022976" y="4172467"/>
                </a:lnTo>
                <a:cubicBezTo>
                  <a:pt x="4023272" y="4172941"/>
                  <a:pt x="4023272" y="4173533"/>
                  <a:pt x="4022976" y="4174007"/>
                </a:cubicBezTo>
                <a:lnTo>
                  <a:pt x="4012197" y="4192662"/>
                </a:lnTo>
                <a:cubicBezTo>
                  <a:pt x="4011960" y="4193136"/>
                  <a:pt x="4011427" y="4193432"/>
                  <a:pt x="4010893" y="4193432"/>
                </a:cubicBezTo>
                <a:lnTo>
                  <a:pt x="3989395" y="4193432"/>
                </a:lnTo>
                <a:cubicBezTo>
                  <a:pt x="3988862" y="4193432"/>
                  <a:pt x="3988388" y="4193136"/>
                  <a:pt x="3988092" y="4192662"/>
                </a:cubicBezTo>
                <a:lnTo>
                  <a:pt x="3977313" y="4174007"/>
                </a:lnTo>
                <a:cubicBezTo>
                  <a:pt x="3977017" y="4173533"/>
                  <a:pt x="3977017" y="4172941"/>
                  <a:pt x="3977313" y="4172467"/>
                </a:cubicBezTo>
                <a:lnTo>
                  <a:pt x="3988092" y="4153811"/>
                </a:lnTo>
                <a:cubicBezTo>
                  <a:pt x="3988329" y="4153337"/>
                  <a:pt x="3988862" y="4153041"/>
                  <a:pt x="3989395" y="4153041"/>
                </a:cubicBezTo>
                <a:close/>
                <a:moveTo>
                  <a:pt x="3313045" y="4153041"/>
                </a:moveTo>
                <a:lnTo>
                  <a:pt x="3334544" y="4153041"/>
                </a:lnTo>
                <a:cubicBezTo>
                  <a:pt x="3335076" y="4153041"/>
                  <a:pt x="3335551" y="4153337"/>
                  <a:pt x="3335846" y="4153811"/>
                </a:cubicBezTo>
                <a:lnTo>
                  <a:pt x="3346626" y="4172467"/>
                </a:lnTo>
                <a:cubicBezTo>
                  <a:pt x="3346921" y="4172941"/>
                  <a:pt x="3346921" y="4173533"/>
                  <a:pt x="3346626" y="4174007"/>
                </a:cubicBezTo>
                <a:lnTo>
                  <a:pt x="3335846" y="4192662"/>
                </a:lnTo>
                <a:cubicBezTo>
                  <a:pt x="3335610" y="4193136"/>
                  <a:pt x="3335076" y="4193432"/>
                  <a:pt x="3334544" y="4193432"/>
                </a:cubicBezTo>
                <a:lnTo>
                  <a:pt x="3313045" y="4193432"/>
                </a:lnTo>
                <a:cubicBezTo>
                  <a:pt x="3312512" y="4193432"/>
                  <a:pt x="3312038" y="4193136"/>
                  <a:pt x="3311742" y="4192662"/>
                </a:cubicBezTo>
                <a:lnTo>
                  <a:pt x="3300963" y="4174007"/>
                </a:lnTo>
                <a:cubicBezTo>
                  <a:pt x="3300667" y="4173533"/>
                  <a:pt x="3300667" y="4172941"/>
                  <a:pt x="3300963" y="4172467"/>
                </a:cubicBezTo>
                <a:lnTo>
                  <a:pt x="3311742" y="4153811"/>
                </a:lnTo>
                <a:cubicBezTo>
                  <a:pt x="3311979" y="4153337"/>
                  <a:pt x="3312512" y="4153041"/>
                  <a:pt x="3313045" y="4153041"/>
                </a:cubicBezTo>
                <a:close/>
                <a:moveTo>
                  <a:pt x="3786431" y="4152922"/>
                </a:moveTo>
                <a:lnTo>
                  <a:pt x="3808047" y="4152922"/>
                </a:lnTo>
                <a:cubicBezTo>
                  <a:pt x="3808581" y="4152922"/>
                  <a:pt x="3809054" y="4153218"/>
                  <a:pt x="3809351" y="4153692"/>
                </a:cubicBezTo>
                <a:lnTo>
                  <a:pt x="3820189" y="4172407"/>
                </a:lnTo>
                <a:cubicBezTo>
                  <a:pt x="3820485" y="4172881"/>
                  <a:pt x="3820485" y="4173473"/>
                  <a:pt x="3820189" y="4173947"/>
                </a:cubicBezTo>
                <a:lnTo>
                  <a:pt x="3809351" y="4192662"/>
                </a:lnTo>
                <a:cubicBezTo>
                  <a:pt x="3809114" y="4193136"/>
                  <a:pt x="3808581" y="4193432"/>
                  <a:pt x="3808047" y="4193432"/>
                </a:cubicBezTo>
                <a:lnTo>
                  <a:pt x="3786431" y="4193432"/>
                </a:lnTo>
                <a:cubicBezTo>
                  <a:pt x="3785897" y="4193432"/>
                  <a:pt x="3785424" y="4193136"/>
                  <a:pt x="3785127" y="4192662"/>
                </a:cubicBezTo>
                <a:lnTo>
                  <a:pt x="3774289" y="4173947"/>
                </a:lnTo>
                <a:cubicBezTo>
                  <a:pt x="3773993" y="4173473"/>
                  <a:pt x="3773993" y="4172881"/>
                  <a:pt x="3774289" y="4172407"/>
                </a:cubicBezTo>
                <a:lnTo>
                  <a:pt x="3785127" y="4153692"/>
                </a:lnTo>
                <a:cubicBezTo>
                  <a:pt x="3785364" y="4153218"/>
                  <a:pt x="3785897" y="4152922"/>
                  <a:pt x="3786431" y="4152922"/>
                </a:cubicBezTo>
                <a:close/>
                <a:moveTo>
                  <a:pt x="3718795" y="4152922"/>
                </a:moveTo>
                <a:lnTo>
                  <a:pt x="3740413" y="4152922"/>
                </a:lnTo>
                <a:cubicBezTo>
                  <a:pt x="3740945" y="4152922"/>
                  <a:pt x="3741419" y="4153218"/>
                  <a:pt x="3741715" y="4153692"/>
                </a:cubicBezTo>
                <a:lnTo>
                  <a:pt x="3752553" y="4172407"/>
                </a:lnTo>
                <a:cubicBezTo>
                  <a:pt x="3752850" y="4172881"/>
                  <a:pt x="3752850" y="4173473"/>
                  <a:pt x="3752553" y="4173947"/>
                </a:cubicBezTo>
                <a:lnTo>
                  <a:pt x="3741715" y="4192662"/>
                </a:lnTo>
                <a:cubicBezTo>
                  <a:pt x="3741478" y="4193136"/>
                  <a:pt x="3740945" y="4193432"/>
                  <a:pt x="3740413" y="4193432"/>
                </a:cubicBezTo>
                <a:lnTo>
                  <a:pt x="3718795" y="4193432"/>
                </a:lnTo>
                <a:cubicBezTo>
                  <a:pt x="3718262" y="4193432"/>
                  <a:pt x="3717788" y="4193136"/>
                  <a:pt x="3717492" y="4192662"/>
                </a:cubicBezTo>
                <a:lnTo>
                  <a:pt x="3706654" y="4173947"/>
                </a:lnTo>
                <a:cubicBezTo>
                  <a:pt x="3706358" y="4173473"/>
                  <a:pt x="3706358" y="4172881"/>
                  <a:pt x="3706654" y="4172407"/>
                </a:cubicBezTo>
                <a:lnTo>
                  <a:pt x="3717492" y="4153692"/>
                </a:lnTo>
                <a:cubicBezTo>
                  <a:pt x="3717729" y="4153218"/>
                  <a:pt x="3718262" y="4152922"/>
                  <a:pt x="3718795" y="4152922"/>
                </a:cubicBezTo>
                <a:close/>
                <a:moveTo>
                  <a:pt x="4462662" y="4152863"/>
                </a:moveTo>
                <a:lnTo>
                  <a:pt x="4484398" y="4152863"/>
                </a:lnTo>
                <a:cubicBezTo>
                  <a:pt x="4484931" y="4152863"/>
                  <a:pt x="4485405" y="4153159"/>
                  <a:pt x="4485701" y="4153633"/>
                </a:cubicBezTo>
                <a:lnTo>
                  <a:pt x="4496539" y="4172466"/>
                </a:lnTo>
                <a:cubicBezTo>
                  <a:pt x="4496835" y="4172940"/>
                  <a:pt x="4496835" y="4173533"/>
                  <a:pt x="4496539" y="4174006"/>
                </a:cubicBezTo>
                <a:lnTo>
                  <a:pt x="4485642" y="4192840"/>
                </a:lnTo>
                <a:cubicBezTo>
                  <a:pt x="4485405" y="4193314"/>
                  <a:pt x="4484872" y="4193610"/>
                  <a:pt x="4484339" y="4193610"/>
                </a:cubicBezTo>
                <a:lnTo>
                  <a:pt x="4462603" y="4193610"/>
                </a:lnTo>
                <a:cubicBezTo>
                  <a:pt x="4462070" y="4193610"/>
                  <a:pt x="4461597" y="4193314"/>
                  <a:pt x="4461300" y="4192840"/>
                </a:cubicBezTo>
                <a:lnTo>
                  <a:pt x="4450462" y="4174006"/>
                </a:lnTo>
                <a:cubicBezTo>
                  <a:pt x="4450166" y="4173533"/>
                  <a:pt x="4450166" y="4172940"/>
                  <a:pt x="4450462" y="4172466"/>
                </a:cubicBezTo>
                <a:lnTo>
                  <a:pt x="4461360" y="4153633"/>
                </a:lnTo>
                <a:cubicBezTo>
                  <a:pt x="4461597" y="4153159"/>
                  <a:pt x="4462129" y="4152863"/>
                  <a:pt x="4462662" y="4152863"/>
                </a:cubicBezTo>
                <a:close/>
                <a:moveTo>
                  <a:pt x="4665509" y="4152744"/>
                </a:moveTo>
                <a:lnTo>
                  <a:pt x="4687363" y="4152744"/>
                </a:lnTo>
                <a:cubicBezTo>
                  <a:pt x="4687955" y="4152744"/>
                  <a:pt x="4688429" y="4153040"/>
                  <a:pt x="4688725" y="4153514"/>
                </a:cubicBezTo>
                <a:lnTo>
                  <a:pt x="4699623" y="4172466"/>
                </a:lnTo>
                <a:cubicBezTo>
                  <a:pt x="4699919" y="4172940"/>
                  <a:pt x="4699919" y="4173532"/>
                  <a:pt x="4699623" y="4174006"/>
                </a:cubicBezTo>
                <a:lnTo>
                  <a:pt x="4688666" y="4192958"/>
                </a:lnTo>
                <a:cubicBezTo>
                  <a:pt x="4688370" y="4193432"/>
                  <a:pt x="4687837" y="4193728"/>
                  <a:pt x="4687304" y="4193728"/>
                </a:cubicBezTo>
                <a:lnTo>
                  <a:pt x="4665450" y="4193728"/>
                </a:lnTo>
                <a:cubicBezTo>
                  <a:pt x="4664857" y="4193728"/>
                  <a:pt x="4664384" y="4193432"/>
                  <a:pt x="4664088" y="4192958"/>
                </a:cubicBezTo>
                <a:lnTo>
                  <a:pt x="4653190" y="4174006"/>
                </a:lnTo>
                <a:cubicBezTo>
                  <a:pt x="4652894" y="4173532"/>
                  <a:pt x="4652894" y="4172940"/>
                  <a:pt x="4653190" y="4172466"/>
                </a:cubicBezTo>
                <a:lnTo>
                  <a:pt x="4664147" y="4153514"/>
                </a:lnTo>
                <a:cubicBezTo>
                  <a:pt x="4664443" y="4153040"/>
                  <a:pt x="4664976" y="4152744"/>
                  <a:pt x="4665509" y="4152744"/>
                </a:cubicBezTo>
                <a:close/>
                <a:moveTo>
                  <a:pt x="3853829" y="4152508"/>
                </a:moveTo>
                <a:lnTo>
                  <a:pt x="3875919" y="4152508"/>
                </a:lnTo>
                <a:cubicBezTo>
                  <a:pt x="3876512" y="4152508"/>
                  <a:pt x="3876985" y="4152804"/>
                  <a:pt x="3877282" y="4153278"/>
                </a:cubicBezTo>
                <a:lnTo>
                  <a:pt x="3888297" y="4172408"/>
                </a:lnTo>
                <a:cubicBezTo>
                  <a:pt x="3888594" y="4172881"/>
                  <a:pt x="3888594" y="4173474"/>
                  <a:pt x="3888297" y="4173947"/>
                </a:cubicBezTo>
                <a:lnTo>
                  <a:pt x="3877222" y="4193077"/>
                </a:lnTo>
                <a:cubicBezTo>
                  <a:pt x="3876926" y="4193551"/>
                  <a:pt x="3876393" y="4193847"/>
                  <a:pt x="3875860" y="4193847"/>
                </a:cubicBezTo>
                <a:lnTo>
                  <a:pt x="3853769" y="4193847"/>
                </a:lnTo>
                <a:cubicBezTo>
                  <a:pt x="3853177" y="4193847"/>
                  <a:pt x="3852703" y="4193551"/>
                  <a:pt x="3852407" y="4193077"/>
                </a:cubicBezTo>
                <a:lnTo>
                  <a:pt x="3841391" y="4173947"/>
                </a:lnTo>
                <a:cubicBezTo>
                  <a:pt x="3841095" y="4173474"/>
                  <a:pt x="3841095" y="4172881"/>
                  <a:pt x="3841391" y="4172408"/>
                </a:cubicBezTo>
                <a:lnTo>
                  <a:pt x="3852466" y="4153278"/>
                </a:lnTo>
                <a:cubicBezTo>
                  <a:pt x="3852762" y="4152804"/>
                  <a:pt x="3853295" y="4152508"/>
                  <a:pt x="3853829" y="4152508"/>
                </a:cubicBezTo>
                <a:close/>
                <a:moveTo>
                  <a:pt x="4935753" y="4152330"/>
                </a:moveTo>
                <a:lnTo>
                  <a:pt x="4958081" y="4152330"/>
                </a:lnTo>
                <a:cubicBezTo>
                  <a:pt x="4958614" y="4152330"/>
                  <a:pt x="4959147" y="4152626"/>
                  <a:pt x="4959443" y="4153100"/>
                </a:cubicBezTo>
                <a:lnTo>
                  <a:pt x="4970577" y="4172407"/>
                </a:lnTo>
                <a:cubicBezTo>
                  <a:pt x="4970874" y="4172941"/>
                  <a:pt x="4970874" y="4173533"/>
                  <a:pt x="4970577" y="4174007"/>
                </a:cubicBezTo>
                <a:lnTo>
                  <a:pt x="4959443" y="4193314"/>
                </a:lnTo>
                <a:cubicBezTo>
                  <a:pt x="4959147" y="4193788"/>
                  <a:pt x="4958614" y="4194084"/>
                  <a:pt x="4958081" y="4194084"/>
                </a:cubicBezTo>
                <a:lnTo>
                  <a:pt x="4935753" y="4194084"/>
                </a:lnTo>
                <a:cubicBezTo>
                  <a:pt x="4935220" y="4194084"/>
                  <a:pt x="4934687" y="4193788"/>
                  <a:pt x="4934391" y="4193314"/>
                </a:cubicBezTo>
                <a:lnTo>
                  <a:pt x="4923256" y="4174007"/>
                </a:lnTo>
                <a:cubicBezTo>
                  <a:pt x="4922960" y="4173473"/>
                  <a:pt x="4922960" y="4172881"/>
                  <a:pt x="4923256" y="4172407"/>
                </a:cubicBezTo>
                <a:lnTo>
                  <a:pt x="4934391" y="4153100"/>
                </a:lnTo>
                <a:cubicBezTo>
                  <a:pt x="4934687" y="4152626"/>
                  <a:pt x="4935220" y="4152330"/>
                  <a:pt x="4935753" y="4152330"/>
                </a:cubicBezTo>
                <a:close/>
                <a:moveTo>
                  <a:pt x="4800246" y="4151797"/>
                </a:moveTo>
                <a:lnTo>
                  <a:pt x="4823106" y="4151797"/>
                </a:lnTo>
                <a:cubicBezTo>
                  <a:pt x="4823699" y="4151797"/>
                  <a:pt x="4824232" y="4152152"/>
                  <a:pt x="4824528" y="4152626"/>
                </a:cubicBezTo>
                <a:lnTo>
                  <a:pt x="4835959" y="4172407"/>
                </a:lnTo>
                <a:cubicBezTo>
                  <a:pt x="4836255" y="4172881"/>
                  <a:pt x="4836255" y="4173533"/>
                  <a:pt x="4835959" y="4174006"/>
                </a:cubicBezTo>
                <a:lnTo>
                  <a:pt x="4824528" y="4193787"/>
                </a:lnTo>
                <a:cubicBezTo>
                  <a:pt x="4824232" y="4194321"/>
                  <a:pt x="4823699" y="4194617"/>
                  <a:pt x="4823106" y="4194617"/>
                </a:cubicBezTo>
                <a:lnTo>
                  <a:pt x="4800246" y="4194617"/>
                </a:lnTo>
                <a:cubicBezTo>
                  <a:pt x="4799654" y="4194617"/>
                  <a:pt x="4799121" y="4194261"/>
                  <a:pt x="4798824" y="4193787"/>
                </a:cubicBezTo>
                <a:lnTo>
                  <a:pt x="4787394" y="4174006"/>
                </a:lnTo>
                <a:cubicBezTo>
                  <a:pt x="4787098" y="4173533"/>
                  <a:pt x="4787098" y="4172881"/>
                  <a:pt x="4787394" y="4172407"/>
                </a:cubicBezTo>
                <a:lnTo>
                  <a:pt x="4798824" y="4152626"/>
                </a:lnTo>
                <a:cubicBezTo>
                  <a:pt x="4799121" y="4152093"/>
                  <a:pt x="4799654" y="4151797"/>
                  <a:pt x="4800246" y="4151797"/>
                </a:cubicBezTo>
                <a:close/>
                <a:moveTo>
                  <a:pt x="4867762" y="4151619"/>
                </a:moveTo>
                <a:lnTo>
                  <a:pt x="4890860" y="4151619"/>
                </a:lnTo>
                <a:cubicBezTo>
                  <a:pt x="4891452" y="4151619"/>
                  <a:pt x="4891985" y="4151974"/>
                  <a:pt x="4892282" y="4152448"/>
                </a:cubicBezTo>
                <a:lnTo>
                  <a:pt x="4903830" y="4172407"/>
                </a:lnTo>
                <a:cubicBezTo>
                  <a:pt x="4904127" y="4172940"/>
                  <a:pt x="4904127" y="4173592"/>
                  <a:pt x="4903830" y="4174066"/>
                </a:cubicBezTo>
                <a:lnTo>
                  <a:pt x="4892282" y="4194024"/>
                </a:lnTo>
                <a:cubicBezTo>
                  <a:pt x="4891985" y="4194557"/>
                  <a:pt x="4891452" y="4194854"/>
                  <a:pt x="4890860" y="4194854"/>
                </a:cubicBezTo>
                <a:lnTo>
                  <a:pt x="4867762" y="4194854"/>
                </a:lnTo>
                <a:cubicBezTo>
                  <a:pt x="4867170" y="4194854"/>
                  <a:pt x="4866637" y="4194498"/>
                  <a:pt x="4866341" y="4194024"/>
                </a:cubicBezTo>
                <a:lnTo>
                  <a:pt x="4854792" y="4174066"/>
                </a:lnTo>
                <a:cubicBezTo>
                  <a:pt x="4854496" y="4173532"/>
                  <a:pt x="4854496" y="4172881"/>
                  <a:pt x="4854792" y="4172407"/>
                </a:cubicBezTo>
                <a:lnTo>
                  <a:pt x="4866341" y="4152448"/>
                </a:lnTo>
                <a:cubicBezTo>
                  <a:pt x="4866637" y="4151915"/>
                  <a:pt x="4867170" y="4151619"/>
                  <a:pt x="4867762" y="4151619"/>
                </a:cubicBezTo>
                <a:close/>
                <a:moveTo>
                  <a:pt x="4732374" y="4151264"/>
                </a:moveTo>
                <a:lnTo>
                  <a:pt x="4755768" y="4151264"/>
                </a:lnTo>
                <a:cubicBezTo>
                  <a:pt x="4756360" y="4151264"/>
                  <a:pt x="4756893" y="4151560"/>
                  <a:pt x="4757189" y="4152093"/>
                </a:cubicBezTo>
                <a:lnTo>
                  <a:pt x="4768857" y="4172348"/>
                </a:lnTo>
                <a:cubicBezTo>
                  <a:pt x="4769153" y="4172881"/>
                  <a:pt x="4769153" y="4173473"/>
                  <a:pt x="4768857" y="4174007"/>
                </a:cubicBezTo>
                <a:lnTo>
                  <a:pt x="4757130" y="4194261"/>
                </a:lnTo>
                <a:cubicBezTo>
                  <a:pt x="4756834" y="4194795"/>
                  <a:pt x="4756301" y="4195091"/>
                  <a:pt x="4755708" y="4195091"/>
                </a:cubicBezTo>
                <a:lnTo>
                  <a:pt x="4732315" y="4195091"/>
                </a:lnTo>
                <a:cubicBezTo>
                  <a:pt x="4731723" y="4195091"/>
                  <a:pt x="4731189" y="4194795"/>
                  <a:pt x="4730893" y="4194261"/>
                </a:cubicBezTo>
                <a:lnTo>
                  <a:pt x="4719226" y="4174007"/>
                </a:lnTo>
                <a:cubicBezTo>
                  <a:pt x="4718930" y="4173473"/>
                  <a:pt x="4718930" y="4172881"/>
                  <a:pt x="4719226" y="4172348"/>
                </a:cubicBezTo>
                <a:lnTo>
                  <a:pt x="4730953" y="4152093"/>
                </a:lnTo>
                <a:cubicBezTo>
                  <a:pt x="4731248" y="4151560"/>
                  <a:pt x="4731782" y="4151264"/>
                  <a:pt x="4732374" y="4151264"/>
                </a:cubicBezTo>
                <a:close/>
                <a:moveTo>
                  <a:pt x="3379672" y="4151205"/>
                </a:moveTo>
                <a:lnTo>
                  <a:pt x="3403185" y="4151205"/>
                </a:lnTo>
                <a:cubicBezTo>
                  <a:pt x="3403777" y="4151205"/>
                  <a:pt x="3404310" y="4151501"/>
                  <a:pt x="3404606" y="4152034"/>
                </a:cubicBezTo>
                <a:lnTo>
                  <a:pt x="3416333" y="4172408"/>
                </a:lnTo>
                <a:cubicBezTo>
                  <a:pt x="3416629" y="4172941"/>
                  <a:pt x="3416629" y="4173533"/>
                  <a:pt x="3416333" y="4174066"/>
                </a:cubicBezTo>
                <a:lnTo>
                  <a:pt x="3404547" y="4194440"/>
                </a:lnTo>
                <a:cubicBezTo>
                  <a:pt x="3404251" y="4194972"/>
                  <a:pt x="3403718" y="4195268"/>
                  <a:pt x="3403125" y="4195268"/>
                </a:cubicBezTo>
                <a:lnTo>
                  <a:pt x="3379613" y="4195268"/>
                </a:lnTo>
                <a:cubicBezTo>
                  <a:pt x="3379021" y="4195268"/>
                  <a:pt x="3378488" y="4194972"/>
                  <a:pt x="3378192" y="4194440"/>
                </a:cubicBezTo>
                <a:lnTo>
                  <a:pt x="3366465" y="4174066"/>
                </a:lnTo>
                <a:cubicBezTo>
                  <a:pt x="3366169" y="4173533"/>
                  <a:pt x="3366169" y="4172941"/>
                  <a:pt x="3366465" y="4172408"/>
                </a:cubicBezTo>
                <a:lnTo>
                  <a:pt x="3378251" y="4152034"/>
                </a:lnTo>
                <a:cubicBezTo>
                  <a:pt x="3378547" y="4151501"/>
                  <a:pt x="3379080" y="4151205"/>
                  <a:pt x="3379672" y="4151205"/>
                </a:cubicBezTo>
                <a:close/>
                <a:moveTo>
                  <a:pt x="3650035" y="4150849"/>
                </a:moveTo>
                <a:lnTo>
                  <a:pt x="3673903" y="4150849"/>
                </a:lnTo>
                <a:cubicBezTo>
                  <a:pt x="3674495" y="4150849"/>
                  <a:pt x="3675087" y="4151145"/>
                  <a:pt x="3675384" y="4151678"/>
                </a:cubicBezTo>
                <a:lnTo>
                  <a:pt x="3687288" y="4172348"/>
                </a:lnTo>
                <a:cubicBezTo>
                  <a:pt x="3687584" y="4172822"/>
                  <a:pt x="3687584" y="4173473"/>
                  <a:pt x="3687288" y="4174006"/>
                </a:cubicBezTo>
                <a:lnTo>
                  <a:pt x="3675384" y="4194676"/>
                </a:lnTo>
                <a:cubicBezTo>
                  <a:pt x="3675028" y="4195150"/>
                  <a:pt x="3674495" y="4195505"/>
                  <a:pt x="3673903" y="4195505"/>
                </a:cubicBezTo>
                <a:lnTo>
                  <a:pt x="3650035" y="4195505"/>
                </a:lnTo>
                <a:cubicBezTo>
                  <a:pt x="3649443" y="4195505"/>
                  <a:pt x="3648850" y="4195209"/>
                  <a:pt x="3648555" y="4194676"/>
                </a:cubicBezTo>
                <a:lnTo>
                  <a:pt x="3636650" y="4174006"/>
                </a:lnTo>
                <a:cubicBezTo>
                  <a:pt x="3636354" y="4173532"/>
                  <a:pt x="3636354" y="4172881"/>
                  <a:pt x="3636650" y="4172348"/>
                </a:cubicBezTo>
                <a:lnTo>
                  <a:pt x="3648555" y="4151678"/>
                </a:lnTo>
                <a:cubicBezTo>
                  <a:pt x="3648910" y="4151204"/>
                  <a:pt x="3649443" y="4150849"/>
                  <a:pt x="3650035" y="4150849"/>
                </a:cubicBezTo>
                <a:close/>
                <a:moveTo>
                  <a:pt x="3447012" y="4150553"/>
                </a:moveTo>
                <a:lnTo>
                  <a:pt x="3471175" y="4150553"/>
                </a:lnTo>
                <a:cubicBezTo>
                  <a:pt x="3471768" y="4150553"/>
                  <a:pt x="3472360" y="4150849"/>
                  <a:pt x="3472656" y="4151382"/>
                </a:cubicBezTo>
                <a:lnTo>
                  <a:pt x="3484738" y="4172348"/>
                </a:lnTo>
                <a:cubicBezTo>
                  <a:pt x="3485034" y="4172881"/>
                  <a:pt x="3485034" y="4173532"/>
                  <a:pt x="3484738" y="4174066"/>
                </a:cubicBezTo>
                <a:lnTo>
                  <a:pt x="3472656" y="4195031"/>
                </a:lnTo>
                <a:cubicBezTo>
                  <a:pt x="3472360" y="4195505"/>
                  <a:pt x="3471768" y="4195860"/>
                  <a:pt x="3471175" y="4195860"/>
                </a:cubicBezTo>
                <a:lnTo>
                  <a:pt x="3447012" y="4195860"/>
                </a:lnTo>
                <a:cubicBezTo>
                  <a:pt x="3446419" y="4195860"/>
                  <a:pt x="3445827" y="4195564"/>
                  <a:pt x="3445531" y="4195031"/>
                </a:cubicBezTo>
                <a:lnTo>
                  <a:pt x="3433449" y="4174066"/>
                </a:lnTo>
                <a:cubicBezTo>
                  <a:pt x="3433153" y="4173532"/>
                  <a:pt x="3433153" y="4172881"/>
                  <a:pt x="3433449" y="4172348"/>
                </a:cubicBezTo>
                <a:lnTo>
                  <a:pt x="3445531" y="4151382"/>
                </a:lnTo>
                <a:cubicBezTo>
                  <a:pt x="3445827" y="4150908"/>
                  <a:pt x="3446419" y="4150553"/>
                  <a:pt x="3447012" y="4150553"/>
                </a:cubicBezTo>
                <a:close/>
                <a:moveTo>
                  <a:pt x="3514410" y="4150257"/>
                </a:moveTo>
                <a:lnTo>
                  <a:pt x="3538929" y="4150257"/>
                </a:lnTo>
                <a:cubicBezTo>
                  <a:pt x="3539522" y="4150257"/>
                  <a:pt x="3540114" y="4150612"/>
                  <a:pt x="3540410" y="4151146"/>
                </a:cubicBezTo>
                <a:lnTo>
                  <a:pt x="3552669" y="4172348"/>
                </a:lnTo>
                <a:cubicBezTo>
                  <a:pt x="3552966" y="4172881"/>
                  <a:pt x="3552966" y="4173532"/>
                  <a:pt x="3552669" y="4174066"/>
                </a:cubicBezTo>
                <a:lnTo>
                  <a:pt x="3540410" y="4195268"/>
                </a:lnTo>
                <a:cubicBezTo>
                  <a:pt x="3540114" y="4195801"/>
                  <a:pt x="3539522" y="4196156"/>
                  <a:pt x="3538929" y="4196156"/>
                </a:cubicBezTo>
                <a:lnTo>
                  <a:pt x="3514410" y="4196156"/>
                </a:lnTo>
                <a:cubicBezTo>
                  <a:pt x="3513818" y="4196156"/>
                  <a:pt x="3513226" y="4195801"/>
                  <a:pt x="3512930" y="4195268"/>
                </a:cubicBezTo>
                <a:lnTo>
                  <a:pt x="3500670" y="4174066"/>
                </a:lnTo>
                <a:cubicBezTo>
                  <a:pt x="3500374" y="4173532"/>
                  <a:pt x="3500374" y="4172881"/>
                  <a:pt x="3500670" y="4172348"/>
                </a:cubicBezTo>
                <a:lnTo>
                  <a:pt x="3512930" y="4151146"/>
                </a:lnTo>
                <a:cubicBezTo>
                  <a:pt x="3513226" y="4150612"/>
                  <a:pt x="3513818" y="4150257"/>
                  <a:pt x="3514410" y="4150257"/>
                </a:cubicBezTo>
                <a:close/>
                <a:moveTo>
                  <a:pt x="3581927" y="4150020"/>
                </a:moveTo>
                <a:lnTo>
                  <a:pt x="3606682" y="4150020"/>
                </a:lnTo>
                <a:cubicBezTo>
                  <a:pt x="3607275" y="4150020"/>
                  <a:pt x="3607867" y="4150375"/>
                  <a:pt x="3608163" y="4150908"/>
                </a:cubicBezTo>
                <a:lnTo>
                  <a:pt x="3620542" y="4172348"/>
                </a:lnTo>
                <a:cubicBezTo>
                  <a:pt x="3620837" y="4172940"/>
                  <a:pt x="3620837" y="4173591"/>
                  <a:pt x="3620542" y="4174125"/>
                </a:cubicBezTo>
                <a:lnTo>
                  <a:pt x="3608163" y="4195564"/>
                </a:lnTo>
                <a:cubicBezTo>
                  <a:pt x="3607867" y="4196097"/>
                  <a:pt x="3607275" y="4196452"/>
                  <a:pt x="3606682" y="4196452"/>
                </a:cubicBezTo>
                <a:lnTo>
                  <a:pt x="3581927" y="4196452"/>
                </a:lnTo>
                <a:cubicBezTo>
                  <a:pt x="3581335" y="4196452"/>
                  <a:pt x="3580742" y="4196097"/>
                  <a:pt x="3580446" y="4195564"/>
                </a:cubicBezTo>
                <a:lnTo>
                  <a:pt x="3568068" y="4174125"/>
                </a:lnTo>
                <a:cubicBezTo>
                  <a:pt x="3567772" y="4173532"/>
                  <a:pt x="3567772" y="4172881"/>
                  <a:pt x="3568068" y="4172348"/>
                </a:cubicBezTo>
                <a:lnTo>
                  <a:pt x="3580446" y="4150908"/>
                </a:lnTo>
                <a:cubicBezTo>
                  <a:pt x="3580742" y="4150375"/>
                  <a:pt x="3581335" y="4150020"/>
                  <a:pt x="3581927" y="4150020"/>
                </a:cubicBezTo>
                <a:close/>
                <a:moveTo>
                  <a:pt x="3247008" y="4097428"/>
                </a:moveTo>
                <a:lnTo>
                  <a:pt x="3265309" y="4097428"/>
                </a:lnTo>
                <a:cubicBezTo>
                  <a:pt x="3265783" y="4097428"/>
                  <a:pt x="3266197" y="4097665"/>
                  <a:pt x="3266434" y="4098079"/>
                </a:cubicBezTo>
                <a:lnTo>
                  <a:pt x="3275614" y="4113952"/>
                </a:lnTo>
                <a:cubicBezTo>
                  <a:pt x="3275851" y="4114366"/>
                  <a:pt x="3275851" y="4114840"/>
                  <a:pt x="3275614" y="4115255"/>
                </a:cubicBezTo>
                <a:lnTo>
                  <a:pt x="3266434" y="4131127"/>
                </a:lnTo>
                <a:cubicBezTo>
                  <a:pt x="3266197" y="4131542"/>
                  <a:pt x="3265783" y="4131778"/>
                  <a:pt x="3265309" y="4131778"/>
                </a:cubicBezTo>
                <a:lnTo>
                  <a:pt x="3247008" y="4131778"/>
                </a:lnTo>
                <a:cubicBezTo>
                  <a:pt x="3246534" y="4131778"/>
                  <a:pt x="3246119" y="4131542"/>
                  <a:pt x="3245883" y="4131127"/>
                </a:cubicBezTo>
                <a:lnTo>
                  <a:pt x="3236703" y="4115255"/>
                </a:lnTo>
                <a:cubicBezTo>
                  <a:pt x="3236466" y="4114840"/>
                  <a:pt x="3236466" y="4114366"/>
                  <a:pt x="3236703" y="4113952"/>
                </a:cubicBezTo>
                <a:lnTo>
                  <a:pt x="3245883" y="4098079"/>
                </a:lnTo>
                <a:cubicBezTo>
                  <a:pt x="3246119" y="4097665"/>
                  <a:pt x="3246534" y="4097428"/>
                  <a:pt x="3247008" y="4097428"/>
                </a:cubicBezTo>
                <a:close/>
                <a:moveTo>
                  <a:pt x="5004750" y="4096185"/>
                </a:moveTo>
                <a:lnTo>
                  <a:pt x="5024412" y="4096185"/>
                </a:lnTo>
                <a:cubicBezTo>
                  <a:pt x="5024886" y="4096185"/>
                  <a:pt x="5025360" y="4096481"/>
                  <a:pt x="5025597" y="4096896"/>
                </a:cubicBezTo>
                <a:lnTo>
                  <a:pt x="5035428" y="4113893"/>
                </a:lnTo>
                <a:cubicBezTo>
                  <a:pt x="5035665" y="4114308"/>
                  <a:pt x="5035665" y="4114841"/>
                  <a:pt x="5035428" y="4115256"/>
                </a:cubicBezTo>
                <a:lnTo>
                  <a:pt x="5025597" y="4132253"/>
                </a:lnTo>
                <a:cubicBezTo>
                  <a:pt x="5025360" y="4132668"/>
                  <a:pt x="5024886" y="4132964"/>
                  <a:pt x="5024412" y="4132964"/>
                </a:cubicBezTo>
                <a:lnTo>
                  <a:pt x="5004750" y="4132964"/>
                </a:lnTo>
                <a:cubicBezTo>
                  <a:pt x="5004276" y="4132964"/>
                  <a:pt x="5003802" y="4132668"/>
                  <a:pt x="5003565" y="4132253"/>
                </a:cubicBezTo>
                <a:lnTo>
                  <a:pt x="4993734" y="4115256"/>
                </a:lnTo>
                <a:cubicBezTo>
                  <a:pt x="4993497" y="4114841"/>
                  <a:pt x="4993497" y="4114308"/>
                  <a:pt x="4993734" y="4113893"/>
                </a:cubicBezTo>
                <a:lnTo>
                  <a:pt x="5003565" y="4096896"/>
                </a:lnTo>
                <a:cubicBezTo>
                  <a:pt x="5003802" y="4096481"/>
                  <a:pt x="5004276" y="4096185"/>
                  <a:pt x="5004750" y="4096185"/>
                </a:cubicBezTo>
                <a:close/>
                <a:moveTo>
                  <a:pt x="4125435" y="4096007"/>
                </a:moveTo>
                <a:lnTo>
                  <a:pt x="4145335" y="4096007"/>
                </a:lnTo>
                <a:cubicBezTo>
                  <a:pt x="4145808" y="4096007"/>
                  <a:pt x="4146283" y="4096303"/>
                  <a:pt x="4146519" y="4096718"/>
                </a:cubicBezTo>
                <a:lnTo>
                  <a:pt x="4156469" y="4113952"/>
                </a:lnTo>
                <a:cubicBezTo>
                  <a:pt x="4156705" y="4114426"/>
                  <a:pt x="4156705" y="4114959"/>
                  <a:pt x="4156469" y="4115373"/>
                </a:cubicBezTo>
                <a:lnTo>
                  <a:pt x="4146519" y="4132608"/>
                </a:lnTo>
                <a:cubicBezTo>
                  <a:pt x="4146283" y="4133023"/>
                  <a:pt x="4145808" y="4133319"/>
                  <a:pt x="4145335" y="4133319"/>
                </a:cubicBezTo>
                <a:lnTo>
                  <a:pt x="4125435" y="4133319"/>
                </a:lnTo>
                <a:cubicBezTo>
                  <a:pt x="4124961" y="4133319"/>
                  <a:pt x="4124487" y="4133023"/>
                  <a:pt x="4124250" y="4132608"/>
                </a:cubicBezTo>
                <a:lnTo>
                  <a:pt x="4114301" y="4115373"/>
                </a:lnTo>
                <a:cubicBezTo>
                  <a:pt x="4114064" y="4114900"/>
                  <a:pt x="4114064" y="4114367"/>
                  <a:pt x="4114301" y="4113952"/>
                </a:cubicBezTo>
                <a:lnTo>
                  <a:pt x="4124250" y="4096718"/>
                </a:lnTo>
                <a:cubicBezTo>
                  <a:pt x="4124487" y="4096303"/>
                  <a:pt x="4124961" y="4096007"/>
                  <a:pt x="4125435" y="4096007"/>
                </a:cubicBezTo>
                <a:close/>
                <a:moveTo>
                  <a:pt x="4057563" y="4095592"/>
                </a:moveTo>
                <a:lnTo>
                  <a:pt x="4077877" y="4095592"/>
                </a:lnTo>
                <a:cubicBezTo>
                  <a:pt x="4078410" y="4095592"/>
                  <a:pt x="4078884" y="4095888"/>
                  <a:pt x="4079121" y="4096303"/>
                </a:cubicBezTo>
                <a:lnTo>
                  <a:pt x="4089249" y="4113892"/>
                </a:lnTo>
                <a:cubicBezTo>
                  <a:pt x="4089485" y="4114307"/>
                  <a:pt x="4089485" y="4114899"/>
                  <a:pt x="4089249" y="4115314"/>
                </a:cubicBezTo>
                <a:lnTo>
                  <a:pt x="4079062" y="4132904"/>
                </a:lnTo>
                <a:cubicBezTo>
                  <a:pt x="4078825" y="4133318"/>
                  <a:pt x="4078351" y="4133614"/>
                  <a:pt x="4077818" y="4133614"/>
                </a:cubicBezTo>
                <a:lnTo>
                  <a:pt x="4057504" y="4133614"/>
                </a:lnTo>
                <a:cubicBezTo>
                  <a:pt x="4056971" y="4133614"/>
                  <a:pt x="4056497" y="4133318"/>
                  <a:pt x="4056260" y="4132904"/>
                </a:cubicBezTo>
                <a:lnTo>
                  <a:pt x="4046133" y="4115314"/>
                </a:lnTo>
                <a:cubicBezTo>
                  <a:pt x="4045896" y="4114899"/>
                  <a:pt x="4045896" y="4114307"/>
                  <a:pt x="4046133" y="4113892"/>
                </a:cubicBezTo>
                <a:lnTo>
                  <a:pt x="4056319" y="4096303"/>
                </a:lnTo>
                <a:cubicBezTo>
                  <a:pt x="4056557" y="4095888"/>
                  <a:pt x="4057030" y="4095592"/>
                  <a:pt x="4057563" y="4095592"/>
                </a:cubicBezTo>
                <a:close/>
                <a:moveTo>
                  <a:pt x="4260409" y="4095474"/>
                </a:moveTo>
                <a:lnTo>
                  <a:pt x="4280842" y="4095474"/>
                </a:lnTo>
                <a:cubicBezTo>
                  <a:pt x="4281375" y="4095474"/>
                  <a:pt x="4281849" y="4095770"/>
                  <a:pt x="4282086" y="4096185"/>
                </a:cubicBezTo>
                <a:lnTo>
                  <a:pt x="4292272" y="4113893"/>
                </a:lnTo>
                <a:cubicBezTo>
                  <a:pt x="4292509" y="4114308"/>
                  <a:pt x="4292509" y="4114900"/>
                  <a:pt x="4292272" y="4115314"/>
                </a:cubicBezTo>
                <a:lnTo>
                  <a:pt x="4282026" y="4133023"/>
                </a:lnTo>
                <a:cubicBezTo>
                  <a:pt x="4281789" y="4133437"/>
                  <a:pt x="4281316" y="4133734"/>
                  <a:pt x="4280783" y="4133734"/>
                </a:cubicBezTo>
                <a:lnTo>
                  <a:pt x="4260350" y="4133734"/>
                </a:lnTo>
                <a:cubicBezTo>
                  <a:pt x="4259817" y="4133734"/>
                  <a:pt x="4259344" y="4133437"/>
                  <a:pt x="4259106" y="4133023"/>
                </a:cubicBezTo>
                <a:lnTo>
                  <a:pt x="4248920" y="4115314"/>
                </a:lnTo>
                <a:cubicBezTo>
                  <a:pt x="4248683" y="4114900"/>
                  <a:pt x="4248683" y="4114308"/>
                  <a:pt x="4248920" y="4113893"/>
                </a:cubicBezTo>
                <a:lnTo>
                  <a:pt x="4259166" y="4096185"/>
                </a:lnTo>
                <a:cubicBezTo>
                  <a:pt x="4259403" y="4095770"/>
                  <a:pt x="4259876" y="4095474"/>
                  <a:pt x="4260409" y="4095474"/>
                </a:cubicBezTo>
                <a:close/>
                <a:moveTo>
                  <a:pt x="4463255" y="4095355"/>
                </a:moveTo>
                <a:lnTo>
                  <a:pt x="4483807" y="4095355"/>
                </a:lnTo>
                <a:cubicBezTo>
                  <a:pt x="4484280" y="4095355"/>
                  <a:pt x="4484813" y="4095592"/>
                  <a:pt x="4485050" y="4096066"/>
                </a:cubicBezTo>
                <a:lnTo>
                  <a:pt x="4495296" y="4113833"/>
                </a:lnTo>
                <a:cubicBezTo>
                  <a:pt x="4495533" y="4114307"/>
                  <a:pt x="4495533" y="4114840"/>
                  <a:pt x="4495296" y="4115314"/>
                </a:cubicBezTo>
                <a:lnTo>
                  <a:pt x="4485050" y="4133081"/>
                </a:lnTo>
                <a:cubicBezTo>
                  <a:pt x="4484813" y="4133496"/>
                  <a:pt x="4484340" y="4133792"/>
                  <a:pt x="4483807" y="4133792"/>
                </a:cubicBezTo>
                <a:lnTo>
                  <a:pt x="4463255" y="4133792"/>
                </a:lnTo>
                <a:cubicBezTo>
                  <a:pt x="4462782" y="4133792"/>
                  <a:pt x="4462249" y="4133555"/>
                  <a:pt x="4462012" y="4133081"/>
                </a:cubicBezTo>
                <a:lnTo>
                  <a:pt x="4451766" y="4115314"/>
                </a:lnTo>
                <a:cubicBezTo>
                  <a:pt x="4451529" y="4114840"/>
                  <a:pt x="4451529" y="4114307"/>
                  <a:pt x="4451766" y="4113833"/>
                </a:cubicBezTo>
                <a:lnTo>
                  <a:pt x="4462012" y="4096066"/>
                </a:lnTo>
                <a:cubicBezTo>
                  <a:pt x="4462249" y="4095651"/>
                  <a:pt x="4462722" y="4095355"/>
                  <a:pt x="4463255" y="4095355"/>
                </a:cubicBezTo>
                <a:close/>
                <a:moveTo>
                  <a:pt x="4192656" y="4095237"/>
                </a:moveTo>
                <a:lnTo>
                  <a:pt x="4213325" y="4095237"/>
                </a:lnTo>
                <a:cubicBezTo>
                  <a:pt x="4213799" y="4095237"/>
                  <a:pt x="4214332" y="4095474"/>
                  <a:pt x="4214569" y="4095948"/>
                </a:cubicBezTo>
                <a:lnTo>
                  <a:pt x="4224874" y="4113833"/>
                </a:lnTo>
                <a:cubicBezTo>
                  <a:pt x="4225111" y="4114307"/>
                  <a:pt x="4225111" y="4114840"/>
                  <a:pt x="4224874" y="4115314"/>
                </a:cubicBezTo>
                <a:lnTo>
                  <a:pt x="4214569" y="4133200"/>
                </a:lnTo>
                <a:cubicBezTo>
                  <a:pt x="4214332" y="4133615"/>
                  <a:pt x="4213858" y="4133911"/>
                  <a:pt x="4213325" y="4133911"/>
                </a:cubicBezTo>
                <a:lnTo>
                  <a:pt x="4192656" y="4133911"/>
                </a:lnTo>
                <a:cubicBezTo>
                  <a:pt x="4192182" y="4133911"/>
                  <a:pt x="4191649" y="4133674"/>
                  <a:pt x="4191412" y="4133200"/>
                </a:cubicBezTo>
                <a:lnTo>
                  <a:pt x="4181106" y="4115314"/>
                </a:lnTo>
                <a:cubicBezTo>
                  <a:pt x="4180870" y="4114840"/>
                  <a:pt x="4180870" y="4114307"/>
                  <a:pt x="4181106" y="4113833"/>
                </a:cubicBezTo>
                <a:lnTo>
                  <a:pt x="4191412" y="4095948"/>
                </a:lnTo>
                <a:cubicBezTo>
                  <a:pt x="4191649" y="4095533"/>
                  <a:pt x="4192123" y="4095237"/>
                  <a:pt x="4192656" y="4095237"/>
                </a:cubicBezTo>
                <a:close/>
                <a:moveTo>
                  <a:pt x="4598348" y="4095059"/>
                </a:moveTo>
                <a:lnTo>
                  <a:pt x="4619195" y="4095059"/>
                </a:lnTo>
                <a:cubicBezTo>
                  <a:pt x="4619728" y="4095059"/>
                  <a:pt x="4620201" y="4095296"/>
                  <a:pt x="4620498" y="4095770"/>
                </a:cubicBezTo>
                <a:lnTo>
                  <a:pt x="4630922" y="4113833"/>
                </a:lnTo>
                <a:cubicBezTo>
                  <a:pt x="4631217" y="4114307"/>
                  <a:pt x="4631217" y="4114840"/>
                  <a:pt x="4630922" y="4115314"/>
                </a:cubicBezTo>
                <a:lnTo>
                  <a:pt x="4620498" y="4133378"/>
                </a:lnTo>
                <a:cubicBezTo>
                  <a:pt x="4620201" y="4133792"/>
                  <a:pt x="4619728" y="4134088"/>
                  <a:pt x="4619195" y="4134088"/>
                </a:cubicBezTo>
                <a:lnTo>
                  <a:pt x="4598348" y="4134088"/>
                </a:lnTo>
                <a:cubicBezTo>
                  <a:pt x="4597815" y="4134088"/>
                  <a:pt x="4597341" y="4133851"/>
                  <a:pt x="4597045" y="4133378"/>
                </a:cubicBezTo>
                <a:lnTo>
                  <a:pt x="4586621" y="4115314"/>
                </a:lnTo>
                <a:cubicBezTo>
                  <a:pt x="4586325" y="4114840"/>
                  <a:pt x="4586325" y="4114307"/>
                  <a:pt x="4586621" y="4113833"/>
                </a:cubicBezTo>
                <a:lnTo>
                  <a:pt x="4597045" y="4095770"/>
                </a:lnTo>
                <a:cubicBezTo>
                  <a:pt x="4597341" y="4095355"/>
                  <a:pt x="4597815" y="4095059"/>
                  <a:pt x="4598348" y="4095059"/>
                </a:cubicBezTo>
                <a:close/>
                <a:moveTo>
                  <a:pt x="3922056" y="4095059"/>
                </a:moveTo>
                <a:lnTo>
                  <a:pt x="3942904" y="4095059"/>
                </a:lnTo>
                <a:cubicBezTo>
                  <a:pt x="3943437" y="4095059"/>
                  <a:pt x="3943911" y="4095296"/>
                  <a:pt x="3944206" y="4095770"/>
                </a:cubicBezTo>
                <a:lnTo>
                  <a:pt x="3954630" y="4113833"/>
                </a:lnTo>
                <a:cubicBezTo>
                  <a:pt x="3954926" y="4114307"/>
                  <a:pt x="3954926" y="4114840"/>
                  <a:pt x="3954630" y="4115314"/>
                </a:cubicBezTo>
                <a:lnTo>
                  <a:pt x="3944206" y="4133378"/>
                </a:lnTo>
                <a:cubicBezTo>
                  <a:pt x="3943911" y="4133792"/>
                  <a:pt x="3943437" y="4134088"/>
                  <a:pt x="3942904" y="4134088"/>
                </a:cubicBezTo>
                <a:lnTo>
                  <a:pt x="3922056" y="4134088"/>
                </a:lnTo>
                <a:cubicBezTo>
                  <a:pt x="3921523" y="4134088"/>
                  <a:pt x="3921050" y="4133851"/>
                  <a:pt x="3920753" y="4133378"/>
                </a:cubicBezTo>
                <a:lnTo>
                  <a:pt x="3910330" y="4115314"/>
                </a:lnTo>
                <a:cubicBezTo>
                  <a:pt x="3910034" y="4114840"/>
                  <a:pt x="3910034" y="4114307"/>
                  <a:pt x="3910330" y="4113833"/>
                </a:cubicBezTo>
                <a:lnTo>
                  <a:pt x="3920753" y="4095770"/>
                </a:lnTo>
                <a:cubicBezTo>
                  <a:pt x="3921050" y="4095355"/>
                  <a:pt x="3921523" y="4095059"/>
                  <a:pt x="3922056" y="4095059"/>
                </a:cubicBezTo>
                <a:close/>
                <a:moveTo>
                  <a:pt x="4327807" y="4094941"/>
                </a:moveTo>
                <a:lnTo>
                  <a:pt x="4348772" y="4094941"/>
                </a:lnTo>
                <a:cubicBezTo>
                  <a:pt x="4349305" y="4094941"/>
                  <a:pt x="4349780" y="4095237"/>
                  <a:pt x="4350075" y="4095711"/>
                </a:cubicBezTo>
                <a:lnTo>
                  <a:pt x="4360558" y="4113893"/>
                </a:lnTo>
                <a:cubicBezTo>
                  <a:pt x="4360855" y="4114367"/>
                  <a:pt x="4360855" y="4114900"/>
                  <a:pt x="4360558" y="4115374"/>
                </a:cubicBezTo>
                <a:lnTo>
                  <a:pt x="4350075" y="4133556"/>
                </a:lnTo>
                <a:cubicBezTo>
                  <a:pt x="4349780" y="4134030"/>
                  <a:pt x="4349305" y="4134326"/>
                  <a:pt x="4348772" y="4134326"/>
                </a:cubicBezTo>
                <a:lnTo>
                  <a:pt x="4327807" y="4134326"/>
                </a:lnTo>
                <a:cubicBezTo>
                  <a:pt x="4327274" y="4134326"/>
                  <a:pt x="4326800" y="4134030"/>
                  <a:pt x="4326504" y="4133556"/>
                </a:cubicBezTo>
                <a:lnTo>
                  <a:pt x="4316021" y="4115374"/>
                </a:lnTo>
                <a:cubicBezTo>
                  <a:pt x="4315725" y="4114900"/>
                  <a:pt x="4315725" y="4114367"/>
                  <a:pt x="4316021" y="4113893"/>
                </a:cubicBezTo>
                <a:lnTo>
                  <a:pt x="4326504" y="4095711"/>
                </a:lnTo>
                <a:cubicBezTo>
                  <a:pt x="4326800" y="4095237"/>
                  <a:pt x="4327274" y="4094941"/>
                  <a:pt x="4327807" y="4094941"/>
                </a:cubicBezTo>
                <a:close/>
                <a:moveTo>
                  <a:pt x="3651397" y="4094822"/>
                </a:moveTo>
                <a:lnTo>
                  <a:pt x="3672482" y="4094822"/>
                </a:lnTo>
                <a:cubicBezTo>
                  <a:pt x="3673015" y="4094822"/>
                  <a:pt x="3673488" y="4095118"/>
                  <a:pt x="3673785" y="4095592"/>
                </a:cubicBezTo>
                <a:lnTo>
                  <a:pt x="3684327" y="4113833"/>
                </a:lnTo>
                <a:cubicBezTo>
                  <a:pt x="3684623" y="4114307"/>
                  <a:pt x="3684623" y="4114840"/>
                  <a:pt x="3684327" y="4115314"/>
                </a:cubicBezTo>
                <a:lnTo>
                  <a:pt x="3673785" y="4133555"/>
                </a:lnTo>
                <a:cubicBezTo>
                  <a:pt x="3673488" y="4134029"/>
                  <a:pt x="3673015" y="4134325"/>
                  <a:pt x="3672482" y="4134325"/>
                </a:cubicBezTo>
                <a:lnTo>
                  <a:pt x="3651397" y="4134325"/>
                </a:lnTo>
                <a:cubicBezTo>
                  <a:pt x="3650865" y="4134325"/>
                  <a:pt x="3650390" y="4134029"/>
                  <a:pt x="3650095" y="4133555"/>
                </a:cubicBezTo>
                <a:lnTo>
                  <a:pt x="3639552" y="4115314"/>
                </a:lnTo>
                <a:cubicBezTo>
                  <a:pt x="3639256" y="4114840"/>
                  <a:pt x="3639256" y="4114307"/>
                  <a:pt x="3639552" y="4113833"/>
                </a:cubicBezTo>
                <a:lnTo>
                  <a:pt x="3650095" y="4095592"/>
                </a:lnTo>
                <a:cubicBezTo>
                  <a:pt x="3650390" y="4095118"/>
                  <a:pt x="3650865" y="4094822"/>
                  <a:pt x="3651397" y="4094822"/>
                </a:cubicBezTo>
                <a:close/>
                <a:moveTo>
                  <a:pt x="4395205" y="4094645"/>
                </a:moveTo>
                <a:lnTo>
                  <a:pt x="4416526" y="4094645"/>
                </a:lnTo>
                <a:cubicBezTo>
                  <a:pt x="4417060" y="4094645"/>
                  <a:pt x="4417533" y="4094941"/>
                  <a:pt x="4417830" y="4095415"/>
                </a:cubicBezTo>
                <a:lnTo>
                  <a:pt x="4428490" y="4113893"/>
                </a:lnTo>
                <a:cubicBezTo>
                  <a:pt x="4428786" y="4114308"/>
                  <a:pt x="4428786" y="4114900"/>
                  <a:pt x="4428490" y="4115374"/>
                </a:cubicBezTo>
                <a:lnTo>
                  <a:pt x="4417830" y="4133852"/>
                </a:lnTo>
                <a:cubicBezTo>
                  <a:pt x="4417533" y="4134326"/>
                  <a:pt x="4417060" y="4134622"/>
                  <a:pt x="4416526" y="4134622"/>
                </a:cubicBezTo>
                <a:lnTo>
                  <a:pt x="4395205" y="4134622"/>
                </a:lnTo>
                <a:cubicBezTo>
                  <a:pt x="4394673" y="4134622"/>
                  <a:pt x="4394199" y="4134326"/>
                  <a:pt x="4393903" y="4133852"/>
                </a:cubicBezTo>
                <a:lnTo>
                  <a:pt x="4383242" y="4115374"/>
                </a:lnTo>
                <a:cubicBezTo>
                  <a:pt x="4382946" y="4114959"/>
                  <a:pt x="4382946" y="4114367"/>
                  <a:pt x="4383242" y="4113893"/>
                </a:cubicBezTo>
                <a:lnTo>
                  <a:pt x="4393903" y="4095415"/>
                </a:lnTo>
                <a:cubicBezTo>
                  <a:pt x="4394199" y="4094941"/>
                  <a:pt x="4394673" y="4094645"/>
                  <a:pt x="4395205" y="4094645"/>
                </a:cubicBezTo>
                <a:close/>
                <a:moveTo>
                  <a:pt x="3854184" y="4094645"/>
                </a:moveTo>
                <a:lnTo>
                  <a:pt x="3875505" y="4094645"/>
                </a:lnTo>
                <a:cubicBezTo>
                  <a:pt x="3876039" y="4094645"/>
                  <a:pt x="3876512" y="4094941"/>
                  <a:pt x="3876809" y="4095415"/>
                </a:cubicBezTo>
                <a:lnTo>
                  <a:pt x="3887469" y="4113893"/>
                </a:lnTo>
                <a:cubicBezTo>
                  <a:pt x="3887765" y="4114308"/>
                  <a:pt x="3887765" y="4114900"/>
                  <a:pt x="3887469" y="4115374"/>
                </a:cubicBezTo>
                <a:lnTo>
                  <a:pt x="3876809" y="4133852"/>
                </a:lnTo>
                <a:cubicBezTo>
                  <a:pt x="3876512" y="4134326"/>
                  <a:pt x="3876039" y="4134622"/>
                  <a:pt x="3875505" y="4134622"/>
                </a:cubicBezTo>
                <a:lnTo>
                  <a:pt x="3854184" y="4134622"/>
                </a:lnTo>
                <a:cubicBezTo>
                  <a:pt x="3853652" y="4134622"/>
                  <a:pt x="3853177" y="4134326"/>
                  <a:pt x="3852882" y="4133852"/>
                </a:cubicBezTo>
                <a:lnTo>
                  <a:pt x="3842221" y="4115374"/>
                </a:lnTo>
                <a:cubicBezTo>
                  <a:pt x="3841925" y="4114959"/>
                  <a:pt x="3841925" y="4114367"/>
                  <a:pt x="3842221" y="4113893"/>
                </a:cubicBezTo>
                <a:lnTo>
                  <a:pt x="3852882" y="4095415"/>
                </a:lnTo>
                <a:cubicBezTo>
                  <a:pt x="3853177" y="4094941"/>
                  <a:pt x="3853652" y="4094645"/>
                  <a:pt x="3854184" y="4094645"/>
                </a:cubicBezTo>
                <a:close/>
                <a:moveTo>
                  <a:pt x="4530416" y="4094526"/>
                </a:moveTo>
                <a:lnTo>
                  <a:pt x="4551856" y="4094526"/>
                </a:lnTo>
                <a:cubicBezTo>
                  <a:pt x="4552388" y="4094526"/>
                  <a:pt x="4552862" y="4094822"/>
                  <a:pt x="4553158" y="4095296"/>
                </a:cubicBezTo>
                <a:lnTo>
                  <a:pt x="4563878" y="4113833"/>
                </a:lnTo>
                <a:cubicBezTo>
                  <a:pt x="4564174" y="4114307"/>
                  <a:pt x="4564174" y="4114899"/>
                  <a:pt x="4563878" y="4115373"/>
                </a:cubicBezTo>
                <a:lnTo>
                  <a:pt x="4553158" y="4133910"/>
                </a:lnTo>
                <a:cubicBezTo>
                  <a:pt x="4552862" y="4134384"/>
                  <a:pt x="4552388" y="4134680"/>
                  <a:pt x="4551856" y="4134680"/>
                </a:cubicBezTo>
                <a:lnTo>
                  <a:pt x="4530416" y="4134680"/>
                </a:lnTo>
                <a:cubicBezTo>
                  <a:pt x="4529883" y="4134680"/>
                  <a:pt x="4529409" y="4134384"/>
                  <a:pt x="4529113" y="4133910"/>
                </a:cubicBezTo>
                <a:lnTo>
                  <a:pt x="4518393" y="4115373"/>
                </a:lnTo>
                <a:cubicBezTo>
                  <a:pt x="4518097" y="4114899"/>
                  <a:pt x="4518097" y="4114307"/>
                  <a:pt x="4518393" y="4113833"/>
                </a:cubicBezTo>
                <a:lnTo>
                  <a:pt x="4529113" y="4095296"/>
                </a:lnTo>
                <a:cubicBezTo>
                  <a:pt x="4529409" y="4094822"/>
                  <a:pt x="4529883" y="4094526"/>
                  <a:pt x="4530416" y="4094526"/>
                </a:cubicBezTo>
                <a:close/>
                <a:moveTo>
                  <a:pt x="3989394" y="4094526"/>
                </a:moveTo>
                <a:lnTo>
                  <a:pt x="4010834" y="4094526"/>
                </a:lnTo>
                <a:cubicBezTo>
                  <a:pt x="4011367" y="4094526"/>
                  <a:pt x="4011841" y="4094822"/>
                  <a:pt x="4012137" y="4095296"/>
                </a:cubicBezTo>
                <a:lnTo>
                  <a:pt x="4022857" y="4113833"/>
                </a:lnTo>
                <a:cubicBezTo>
                  <a:pt x="4023153" y="4114307"/>
                  <a:pt x="4023153" y="4114899"/>
                  <a:pt x="4022857" y="4115373"/>
                </a:cubicBezTo>
                <a:lnTo>
                  <a:pt x="4012137" y="4133910"/>
                </a:lnTo>
                <a:cubicBezTo>
                  <a:pt x="4011841" y="4134384"/>
                  <a:pt x="4011367" y="4134680"/>
                  <a:pt x="4010834" y="4134680"/>
                </a:cubicBezTo>
                <a:lnTo>
                  <a:pt x="3989394" y="4134680"/>
                </a:lnTo>
                <a:cubicBezTo>
                  <a:pt x="3988862" y="4134680"/>
                  <a:pt x="3988388" y="4134384"/>
                  <a:pt x="3988092" y="4133910"/>
                </a:cubicBezTo>
                <a:lnTo>
                  <a:pt x="3977372" y="4115373"/>
                </a:lnTo>
                <a:cubicBezTo>
                  <a:pt x="3977076" y="4114899"/>
                  <a:pt x="3977076" y="4114307"/>
                  <a:pt x="3977372" y="4113833"/>
                </a:cubicBezTo>
                <a:lnTo>
                  <a:pt x="3988092" y="4095296"/>
                </a:lnTo>
                <a:cubicBezTo>
                  <a:pt x="3988388" y="4094822"/>
                  <a:pt x="3988862" y="4094526"/>
                  <a:pt x="3989394" y="4094526"/>
                </a:cubicBezTo>
                <a:close/>
                <a:moveTo>
                  <a:pt x="3786431" y="4094349"/>
                </a:moveTo>
                <a:lnTo>
                  <a:pt x="3808047" y="4094349"/>
                </a:lnTo>
                <a:cubicBezTo>
                  <a:pt x="3808581" y="4094349"/>
                  <a:pt x="3809054" y="4094645"/>
                  <a:pt x="3809351" y="4095119"/>
                </a:cubicBezTo>
                <a:lnTo>
                  <a:pt x="3820189" y="4113834"/>
                </a:lnTo>
                <a:cubicBezTo>
                  <a:pt x="3820485" y="4114308"/>
                  <a:pt x="3820485" y="4114900"/>
                  <a:pt x="3820189" y="4115374"/>
                </a:cubicBezTo>
                <a:lnTo>
                  <a:pt x="3809351" y="4134089"/>
                </a:lnTo>
                <a:cubicBezTo>
                  <a:pt x="3809114" y="4134563"/>
                  <a:pt x="3808581" y="4134859"/>
                  <a:pt x="3808047" y="4134859"/>
                </a:cubicBezTo>
                <a:lnTo>
                  <a:pt x="3786431" y="4134859"/>
                </a:lnTo>
                <a:cubicBezTo>
                  <a:pt x="3785897" y="4134859"/>
                  <a:pt x="3785424" y="4134563"/>
                  <a:pt x="3785127" y="4134089"/>
                </a:cubicBezTo>
                <a:lnTo>
                  <a:pt x="3774289" y="4115374"/>
                </a:lnTo>
                <a:cubicBezTo>
                  <a:pt x="3773993" y="4114900"/>
                  <a:pt x="3773993" y="4114308"/>
                  <a:pt x="3774289" y="4113834"/>
                </a:cubicBezTo>
                <a:lnTo>
                  <a:pt x="3785127" y="4095119"/>
                </a:lnTo>
                <a:cubicBezTo>
                  <a:pt x="3785364" y="4094645"/>
                  <a:pt x="3785897" y="4094349"/>
                  <a:pt x="3786431" y="4094349"/>
                </a:cubicBezTo>
                <a:close/>
                <a:moveTo>
                  <a:pt x="4868117" y="4093579"/>
                </a:moveTo>
                <a:lnTo>
                  <a:pt x="4890505" y="4093579"/>
                </a:lnTo>
                <a:cubicBezTo>
                  <a:pt x="4891038" y="4093579"/>
                  <a:pt x="4891571" y="4093875"/>
                  <a:pt x="4891867" y="4094349"/>
                </a:cubicBezTo>
                <a:lnTo>
                  <a:pt x="4903060" y="4113775"/>
                </a:lnTo>
                <a:cubicBezTo>
                  <a:pt x="4903357" y="4114249"/>
                  <a:pt x="4903357" y="4114900"/>
                  <a:pt x="4903060" y="4115374"/>
                </a:cubicBezTo>
                <a:lnTo>
                  <a:pt x="4891867" y="4134800"/>
                </a:lnTo>
                <a:cubicBezTo>
                  <a:pt x="4891571" y="4135274"/>
                  <a:pt x="4891038" y="4135570"/>
                  <a:pt x="4890505" y="4135570"/>
                </a:cubicBezTo>
                <a:lnTo>
                  <a:pt x="4868117" y="4135570"/>
                </a:lnTo>
                <a:cubicBezTo>
                  <a:pt x="4867585" y="4135570"/>
                  <a:pt x="4867052" y="4135274"/>
                  <a:pt x="4866755" y="4134800"/>
                </a:cubicBezTo>
                <a:lnTo>
                  <a:pt x="4855562" y="4115374"/>
                </a:lnTo>
                <a:cubicBezTo>
                  <a:pt x="4855266" y="4114900"/>
                  <a:pt x="4855266" y="4114249"/>
                  <a:pt x="4855562" y="4113775"/>
                </a:cubicBezTo>
                <a:lnTo>
                  <a:pt x="4866755" y="4094349"/>
                </a:lnTo>
                <a:cubicBezTo>
                  <a:pt x="4867052" y="4093875"/>
                  <a:pt x="4867585" y="4093579"/>
                  <a:pt x="4868117" y="4093579"/>
                </a:cubicBezTo>
                <a:close/>
                <a:moveTo>
                  <a:pt x="4935694" y="4093519"/>
                </a:moveTo>
                <a:lnTo>
                  <a:pt x="4958200" y="4093519"/>
                </a:lnTo>
                <a:cubicBezTo>
                  <a:pt x="4958732" y="4093519"/>
                  <a:pt x="4959265" y="4093815"/>
                  <a:pt x="4959562" y="4094289"/>
                </a:cubicBezTo>
                <a:lnTo>
                  <a:pt x="4970815" y="4113774"/>
                </a:lnTo>
                <a:cubicBezTo>
                  <a:pt x="4971110" y="4114248"/>
                  <a:pt x="4971110" y="4114900"/>
                  <a:pt x="4970815" y="4115373"/>
                </a:cubicBezTo>
                <a:lnTo>
                  <a:pt x="4959562" y="4134858"/>
                </a:lnTo>
                <a:cubicBezTo>
                  <a:pt x="4959265" y="4135332"/>
                  <a:pt x="4958732" y="4135628"/>
                  <a:pt x="4958200" y="4135628"/>
                </a:cubicBezTo>
                <a:lnTo>
                  <a:pt x="4935694" y="4135628"/>
                </a:lnTo>
                <a:cubicBezTo>
                  <a:pt x="4935161" y="4135628"/>
                  <a:pt x="4934628" y="4135332"/>
                  <a:pt x="4934332" y="4134858"/>
                </a:cubicBezTo>
                <a:lnTo>
                  <a:pt x="4923079" y="4115373"/>
                </a:lnTo>
                <a:cubicBezTo>
                  <a:pt x="4922783" y="4114900"/>
                  <a:pt x="4922783" y="4114248"/>
                  <a:pt x="4923079" y="4113774"/>
                </a:cubicBezTo>
                <a:lnTo>
                  <a:pt x="4934332" y="4094289"/>
                </a:lnTo>
                <a:cubicBezTo>
                  <a:pt x="4934628" y="4093815"/>
                  <a:pt x="4935161" y="4093519"/>
                  <a:pt x="4935694" y="4093519"/>
                </a:cubicBezTo>
                <a:close/>
                <a:moveTo>
                  <a:pt x="3718322" y="4093519"/>
                </a:moveTo>
                <a:lnTo>
                  <a:pt x="3740827" y="4093519"/>
                </a:lnTo>
                <a:cubicBezTo>
                  <a:pt x="3741360" y="4093519"/>
                  <a:pt x="3741894" y="4093815"/>
                  <a:pt x="3742189" y="4094289"/>
                </a:cubicBezTo>
                <a:lnTo>
                  <a:pt x="3753442" y="4113774"/>
                </a:lnTo>
                <a:cubicBezTo>
                  <a:pt x="3753739" y="4114248"/>
                  <a:pt x="3753739" y="4114900"/>
                  <a:pt x="3753442" y="4115373"/>
                </a:cubicBezTo>
                <a:lnTo>
                  <a:pt x="3742189" y="4134858"/>
                </a:lnTo>
                <a:cubicBezTo>
                  <a:pt x="3741894" y="4135332"/>
                  <a:pt x="3741360" y="4135628"/>
                  <a:pt x="3740827" y="4135628"/>
                </a:cubicBezTo>
                <a:lnTo>
                  <a:pt x="3718322" y="4135628"/>
                </a:lnTo>
                <a:cubicBezTo>
                  <a:pt x="3717789" y="4135628"/>
                  <a:pt x="3717256" y="4135332"/>
                  <a:pt x="3716959" y="4134858"/>
                </a:cubicBezTo>
                <a:lnTo>
                  <a:pt x="3705707" y="4115373"/>
                </a:lnTo>
                <a:cubicBezTo>
                  <a:pt x="3705411" y="4114900"/>
                  <a:pt x="3705411" y="4114248"/>
                  <a:pt x="3705707" y="4113774"/>
                </a:cubicBezTo>
                <a:lnTo>
                  <a:pt x="3716959" y="4094289"/>
                </a:lnTo>
                <a:cubicBezTo>
                  <a:pt x="3717256" y="4093815"/>
                  <a:pt x="3717789" y="4093519"/>
                  <a:pt x="3718322" y="4093519"/>
                </a:cubicBezTo>
                <a:close/>
                <a:moveTo>
                  <a:pt x="4800364" y="4093401"/>
                </a:moveTo>
                <a:lnTo>
                  <a:pt x="4822988" y="4093401"/>
                </a:lnTo>
                <a:cubicBezTo>
                  <a:pt x="4823521" y="4093401"/>
                  <a:pt x="4824054" y="4093756"/>
                  <a:pt x="4824350" y="4094230"/>
                </a:cubicBezTo>
                <a:lnTo>
                  <a:pt x="4835662" y="4113833"/>
                </a:lnTo>
                <a:cubicBezTo>
                  <a:pt x="4835958" y="4114307"/>
                  <a:pt x="4835958" y="4114959"/>
                  <a:pt x="4835662" y="4115433"/>
                </a:cubicBezTo>
                <a:lnTo>
                  <a:pt x="4824350" y="4135036"/>
                </a:lnTo>
                <a:cubicBezTo>
                  <a:pt x="4824054" y="4135569"/>
                  <a:pt x="4823581" y="4135865"/>
                  <a:pt x="4822988" y="4135865"/>
                </a:cubicBezTo>
                <a:lnTo>
                  <a:pt x="4800364" y="4135865"/>
                </a:lnTo>
                <a:cubicBezTo>
                  <a:pt x="4799831" y="4135865"/>
                  <a:pt x="4799298" y="4135510"/>
                  <a:pt x="4799002" y="4135036"/>
                </a:cubicBezTo>
                <a:lnTo>
                  <a:pt x="4787690" y="4115433"/>
                </a:lnTo>
                <a:cubicBezTo>
                  <a:pt x="4787394" y="4114959"/>
                  <a:pt x="4787394" y="4114307"/>
                  <a:pt x="4787690" y="4113833"/>
                </a:cubicBezTo>
                <a:lnTo>
                  <a:pt x="4799002" y="4094230"/>
                </a:lnTo>
                <a:cubicBezTo>
                  <a:pt x="4799298" y="4093697"/>
                  <a:pt x="4799772" y="4093401"/>
                  <a:pt x="4800364" y="4093401"/>
                </a:cubicBezTo>
                <a:close/>
                <a:moveTo>
                  <a:pt x="4665095" y="4093401"/>
                </a:moveTo>
                <a:lnTo>
                  <a:pt x="4687718" y="4093401"/>
                </a:lnTo>
                <a:cubicBezTo>
                  <a:pt x="4688251" y="4093401"/>
                  <a:pt x="4688785" y="4093756"/>
                  <a:pt x="4689080" y="4094230"/>
                </a:cubicBezTo>
                <a:lnTo>
                  <a:pt x="4700392" y="4113833"/>
                </a:lnTo>
                <a:cubicBezTo>
                  <a:pt x="4700689" y="4114307"/>
                  <a:pt x="4700689" y="4114959"/>
                  <a:pt x="4700392" y="4115433"/>
                </a:cubicBezTo>
                <a:lnTo>
                  <a:pt x="4689080" y="4135036"/>
                </a:lnTo>
                <a:cubicBezTo>
                  <a:pt x="4688785" y="4135569"/>
                  <a:pt x="4688310" y="4135865"/>
                  <a:pt x="4687718" y="4135865"/>
                </a:cubicBezTo>
                <a:lnTo>
                  <a:pt x="4665095" y="4135865"/>
                </a:lnTo>
                <a:cubicBezTo>
                  <a:pt x="4664561" y="4135865"/>
                  <a:pt x="4664028" y="4135510"/>
                  <a:pt x="4663733" y="4135036"/>
                </a:cubicBezTo>
                <a:lnTo>
                  <a:pt x="4652420" y="4115433"/>
                </a:lnTo>
                <a:cubicBezTo>
                  <a:pt x="4652124" y="4114959"/>
                  <a:pt x="4652124" y="4114307"/>
                  <a:pt x="4652420" y="4113833"/>
                </a:cubicBezTo>
                <a:lnTo>
                  <a:pt x="4663733" y="4094230"/>
                </a:lnTo>
                <a:cubicBezTo>
                  <a:pt x="4664028" y="4093697"/>
                  <a:pt x="4664502" y="4093401"/>
                  <a:pt x="4665095" y="4093401"/>
                </a:cubicBezTo>
                <a:close/>
                <a:moveTo>
                  <a:pt x="3312453" y="4093283"/>
                </a:moveTo>
                <a:lnTo>
                  <a:pt x="3335195" y="4093283"/>
                </a:lnTo>
                <a:cubicBezTo>
                  <a:pt x="3335728" y="4093283"/>
                  <a:pt x="3336261" y="4093638"/>
                  <a:pt x="3336557" y="4094112"/>
                </a:cubicBezTo>
                <a:lnTo>
                  <a:pt x="3347929" y="4113834"/>
                </a:lnTo>
                <a:cubicBezTo>
                  <a:pt x="3348225" y="4114308"/>
                  <a:pt x="3348225" y="4114959"/>
                  <a:pt x="3347929" y="4115433"/>
                </a:cubicBezTo>
                <a:lnTo>
                  <a:pt x="3336557" y="4135155"/>
                </a:lnTo>
                <a:cubicBezTo>
                  <a:pt x="3336321" y="4135688"/>
                  <a:pt x="3335787" y="4135984"/>
                  <a:pt x="3335195" y="4135984"/>
                </a:cubicBezTo>
                <a:lnTo>
                  <a:pt x="3312453" y="4135984"/>
                </a:lnTo>
                <a:cubicBezTo>
                  <a:pt x="3311920" y="4135984"/>
                  <a:pt x="3311386" y="4135629"/>
                  <a:pt x="3311091" y="4135155"/>
                </a:cubicBezTo>
                <a:lnTo>
                  <a:pt x="3299719" y="4115433"/>
                </a:lnTo>
                <a:cubicBezTo>
                  <a:pt x="3299423" y="4114959"/>
                  <a:pt x="3299423" y="4114308"/>
                  <a:pt x="3299719" y="4113834"/>
                </a:cubicBezTo>
                <a:lnTo>
                  <a:pt x="3311091" y="4094112"/>
                </a:lnTo>
                <a:cubicBezTo>
                  <a:pt x="3311327" y="4093579"/>
                  <a:pt x="3311861" y="4093283"/>
                  <a:pt x="3312453" y="4093283"/>
                </a:cubicBezTo>
                <a:close/>
                <a:moveTo>
                  <a:pt x="4732611" y="4093164"/>
                </a:moveTo>
                <a:lnTo>
                  <a:pt x="4755472" y="4093164"/>
                </a:lnTo>
                <a:cubicBezTo>
                  <a:pt x="4756064" y="4093164"/>
                  <a:pt x="4756597" y="4093519"/>
                  <a:pt x="4756894" y="4093993"/>
                </a:cubicBezTo>
                <a:lnTo>
                  <a:pt x="4768324" y="4113775"/>
                </a:lnTo>
                <a:cubicBezTo>
                  <a:pt x="4768620" y="4114248"/>
                  <a:pt x="4768620" y="4114900"/>
                  <a:pt x="4768324" y="4115373"/>
                </a:cubicBezTo>
                <a:lnTo>
                  <a:pt x="4756894" y="4135155"/>
                </a:lnTo>
                <a:cubicBezTo>
                  <a:pt x="4756597" y="4135688"/>
                  <a:pt x="4756064" y="4135984"/>
                  <a:pt x="4755472" y="4135984"/>
                </a:cubicBezTo>
                <a:lnTo>
                  <a:pt x="4732611" y="4135984"/>
                </a:lnTo>
                <a:cubicBezTo>
                  <a:pt x="4732019" y="4135984"/>
                  <a:pt x="4731486" y="4135629"/>
                  <a:pt x="4731189" y="4135155"/>
                </a:cubicBezTo>
                <a:lnTo>
                  <a:pt x="4719759" y="4115373"/>
                </a:lnTo>
                <a:cubicBezTo>
                  <a:pt x="4719463" y="4114900"/>
                  <a:pt x="4719463" y="4114248"/>
                  <a:pt x="4719759" y="4113775"/>
                </a:cubicBezTo>
                <a:lnTo>
                  <a:pt x="4731189" y="4093993"/>
                </a:lnTo>
                <a:cubicBezTo>
                  <a:pt x="4731486" y="4093460"/>
                  <a:pt x="4732019" y="4093164"/>
                  <a:pt x="4732611" y="4093164"/>
                </a:cubicBezTo>
                <a:close/>
                <a:moveTo>
                  <a:pt x="3379850" y="4092987"/>
                </a:moveTo>
                <a:lnTo>
                  <a:pt x="3402948" y="4092987"/>
                </a:lnTo>
                <a:cubicBezTo>
                  <a:pt x="3403540" y="4092987"/>
                  <a:pt x="3404073" y="4093342"/>
                  <a:pt x="3404370" y="4093816"/>
                </a:cubicBezTo>
                <a:lnTo>
                  <a:pt x="3415918" y="4113775"/>
                </a:lnTo>
                <a:cubicBezTo>
                  <a:pt x="3416215" y="4114308"/>
                  <a:pt x="3416215" y="4114959"/>
                  <a:pt x="3415918" y="4115433"/>
                </a:cubicBezTo>
                <a:lnTo>
                  <a:pt x="3404370" y="4135392"/>
                </a:lnTo>
                <a:cubicBezTo>
                  <a:pt x="3404073" y="4135925"/>
                  <a:pt x="3403540" y="4136221"/>
                  <a:pt x="3402948" y="4136221"/>
                </a:cubicBezTo>
                <a:lnTo>
                  <a:pt x="3379850" y="4136221"/>
                </a:lnTo>
                <a:cubicBezTo>
                  <a:pt x="3379258" y="4136221"/>
                  <a:pt x="3378725" y="4135866"/>
                  <a:pt x="3378429" y="4135392"/>
                </a:cubicBezTo>
                <a:lnTo>
                  <a:pt x="3366880" y="4115433"/>
                </a:lnTo>
                <a:cubicBezTo>
                  <a:pt x="3366584" y="4114900"/>
                  <a:pt x="3366584" y="4114249"/>
                  <a:pt x="3366880" y="4113775"/>
                </a:cubicBezTo>
                <a:lnTo>
                  <a:pt x="3378429" y="4093816"/>
                </a:lnTo>
                <a:cubicBezTo>
                  <a:pt x="3378725" y="4093283"/>
                  <a:pt x="3379258" y="4092987"/>
                  <a:pt x="3379850" y="4092987"/>
                </a:cubicBezTo>
                <a:close/>
                <a:moveTo>
                  <a:pt x="3582459" y="4092335"/>
                </a:moveTo>
                <a:lnTo>
                  <a:pt x="3606209" y="4092335"/>
                </a:lnTo>
                <a:cubicBezTo>
                  <a:pt x="3606801" y="4092335"/>
                  <a:pt x="3607334" y="4092631"/>
                  <a:pt x="3607630" y="4093164"/>
                </a:cubicBezTo>
                <a:lnTo>
                  <a:pt x="3619475" y="4113715"/>
                </a:lnTo>
                <a:cubicBezTo>
                  <a:pt x="3619772" y="4114189"/>
                  <a:pt x="3619772" y="4114840"/>
                  <a:pt x="3619475" y="4115373"/>
                </a:cubicBezTo>
                <a:lnTo>
                  <a:pt x="3607571" y="4135925"/>
                </a:lnTo>
                <a:cubicBezTo>
                  <a:pt x="3607275" y="4136457"/>
                  <a:pt x="3606742" y="4136754"/>
                  <a:pt x="3606149" y="4136754"/>
                </a:cubicBezTo>
                <a:lnTo>
                  <a:pt x="3582400" y="4136754"/>
                </a:lnTo>
                <a:cubicBezTo>
                  <a:pt x="3581808" y="4136754"/>
                  <a:pt x="3581275" y="4136457"/>
                  <a:pt x="3580979" y="4135925"/>
                </a:cubicBezTo>
                <a:lnTo>
                  <a:pt x="3569134" y="4115373"/>
                </a:lnTo>
                <a:cubicBezTo>
                  <a:pt x="3568838" y="4114900"/>
                  <a:pt x="3568838" y="4114248"/>
                  <a:pt x="3569134" y="4113715"/>
                </a:cubicBezTo>
                <a:lnTo>
                  <a:pt x="3581038" y="4093164"/>
                </a:lnTo>
                <a:cubicBezTo>
                  <a:pt x="3581334" y="4092631"/>
                  <a:pt x="3581867" y="4092335"/>
                  <a:pt x="3582459" y="4092335"/>
                </a:cubicBezTo>
                <a:close/>
                <a:moveTo>
                  <a:pt x="3447131" y="4092157"/>
                </a:moveTo>
                <a:lnTo>
                  <a:pt x="3471058" y="4092157"/>
                </a:lnTo>
                <a:cubicBezTo>
                  <a:pt x="3471650" y="4092157"/>
                  <a:pt x="3472242" y="4092453"/>
                  <a:pt x="3472538" y="4092986"/>
                </a:cubicBezTo>
                <a:lnTo>
                  <a:pt x="3484501" y="4113715"/>
                </a:lnTo>
                <a:cubicBezTo>
                  <a:pt x="3484798" y="4114248"/>
                  <a:pt x="3484798" y="4114900"/>
                  <a:pt x="3484501" y="4115432"/>
                </a:cubicBezTo>
                <a:lnTo>
                  <a:pt x="3472538" y="4136161"/>
                </a:lnTo>
                <a:cubicBezTo>
                  <a:pt x="3472183" y="4136635"/>
                  <a:pt x="3471650" y="4136990"/>
                  <a:pt x="3471058" y="4136990"/>
                </a:cubicBezTo>
                <a:lnTo>
                  <a:pt x="3447131" y="4136990"/>
                </a:lnTo>
                <a:cubicBezTo>
                  <a:pt x="3446538" y="4136990"/>
                  <a:pt x="3445946" y="4136694"/>
                  <a:pt x="3445650" y="4136161"/>
                </a:cubicBezTo>
                <a:lnTo>
                  <a:pt x="3433686" y="4115432"/>
                </a:lnTo>
                <a:cubicBezTo>
                  <a:pt x="3433390" y="4114900"/>
                  <a:pt x="3433390" y="4114248"/>
                  <a:pt x="3433686" y="4113715"/>
                </a:cubicBezTo>
                <a:lnTo>
                  <a:pt x="3445650" y="4092986"/>
                </a:lnTo>
                <a:cubicBezTo>
                  <a:pt x="3446005" y="4092512"/>
                  <a:pt x="3446538" y="4092157"/>
                  <a:pt x="3447131" y="4092157"/>
                </a:cubicBezTo>
                <a:close/>
                <a:moveTo>
                  <a:pt x="3514647" y="4091921"/>
                </a:moveTo>
                <a:lnTo>
                  <a:pt x="3538811" y="4091921"/>
                </a:lnTo>
                <a:cubicBezTo>
                  <a:pt x="3539403" y="4091921"/>
                  <a:pt x="3539995" y="4092217"/>
                  <a:pt x="3540291" y="4092750"/>
                </a:cubicBezTo>
                <a:lnTo>
                  <a:pt x="3552373" y="4113716"/>
                </a:lnTo>
                <a:cubicBezTo>
                  <a:pt x="3552669" y="4114249"/>
                  <a:pt x="3552669" y="4114900"/>
                  <a:pt x="3552373" y="4115433"/>
                </a:cubicBezTo>
                <a:lnTo>
                  <a:pt x="3540291" y="4136399"/>
                </a:lnTo>
                <a:cubicBezTo>
                  <a:pt x="3539995" y="4136873"/>
                  <a:pt x="3539403" y="4137228"/>
                  <a:pt x="3538811" y="4137228"/>
                </a:cubicBezTo>
                <a:lnTo>
                  <a:pt x="3514647" y="4137228"/>
                </a:lnTo>
                <a:cubicBezTo>
                  <a:pt x="3514055" y="4137228"/>
                  <a:pt x="3513462" y="4136932"/>
                  <a:pt x="3513166" y="4136399"/>
                </a:cubicBezTo>
                <a:lnTo>
                  <a:pt x="3501084" y="4115433"/>
                </a:lnTo>
                <a:cubicBezTo>
                  <a:pt x="3500788" y="4114900"/>
                  <a:pt x="3500788" y="4114249"/>
                  <a:pt x="3501084" y="4113716"/>
                </a:cubicBezTo>
                <a:lnTo>
                  <a:pt x="3513166" y="4092750"/>
                </a:lnTo>
                <a:cubicBezTo>
                  <a:pt x="3513462" y="4092276"/>
                  <a:pt x="3514055" y="4091921"/>
                  <a:pt x="3514647" y="4091921"/>
                </a:cubicBezTo>
                <a:close/>
                <a:moveTo>
                  <a:pt x="3186421" y="4052062"/>
                </a:moveTo>
                <a:lnTo>
                  <a:pt x="3190626" y="4052062"/>
                </a:lnTo>
                <a:cubicBezTo>
                  <a:pt x="3190685" y="4052062"/>
                  <a:pt x="3190863" y="4052181"/>
                  <a:pt x="3190863" y="4052181"/>
                </a:cubicBezTo>
                <a:lnTo>
                  <a:pt x="3192935" y="4055793"/>
                </a:lnTo>
                <a:cubicBezTo>
                  <a:pt x="3192935" y="4055912"/>
                  <a:pt x="3192935" y="4056089"/>
                  <a:pt x="3192935" y="4056089"/>
                </a:cubicBezTo>
                <a:lnTo>
                  <a:pt x="3190863" y="4059702"/>
                </a:lnTo>
                <a:cubicBezTo>
                  <a:pt x="3190803" y="4059820"/>
                  <a:pt x="3190626" y="4059820"/>
                  <a:pt x="3190626" y="4059820"/>
                </a:cubicBezTo>
                <a:lnTo>
                  <a:pt x="3186421" y="4059820"/>
                </a:lnTo>
                <a:cubicBezTo>
                  <a:pt x="3186362" y="4059820"/>
                  <a:pt x="3186184" y="4059702"/>
                  <a:pt x="3186184" y="4059702"/>
                </a:cubicBezTo>
                <a:lnTo>
                  <a:pt x="3184111" y="4056089"/>
                </a:lnTo>
                <a:cubicBezTo>
                  <a:pt x="3184111" y="4055971"/>
                  <a:pt x="3184111" y="4055793"/>
                  <a:pt x="3184111" y="4055793"/>
                </a:cubicBezTo>
                <a:lnTo>
                  <a:pt x="3186184" y="4052181"/>
                </a:lnTo>
                <a:cubicBezTo>
                  <a:pt x="3186243" y="4052062"/>
                  <a:pt x="3186421" y="4052062"/>
                  <a:pt x="3186421" y="4052062"/>
                </a:cubicBezTo>
                <a:close/>
                <a:moveTo>
                  <a:pt x="5004928" y="4037907"/>
                </a:moveTo>
                <a:lnTo>
                  <a:pt x="5024235" y="4037907"/>
                </a:lnTo>
                <a:cubicBezTo>
                  <a:pt x="5024709" y="4037907"/>
                  <a:pt x="5025182" y="4038203"/>
                  <a:pt x="5025420" y="4038618"/>
                </a:cubicBezTo>
                <a:lnTo>
                  <a:pt x="5035073" y="4055378"/>
                </a:lnTo>
                <a:cubicBezTo>
                  <a:pt x="5035310" y="4055793"/>
                  <a:pt x="5035310" y="4056326"/>
                  <a:pt x="5035073" y="4056741"/>
                </a:cubicBezTo>
                <a:lnTo>
                  <a:pt x="5025420" y="4073501"/>
                </a:lnTo>
                <a:cubicBezTo>
                  <a:pt x="5025182" y="4073975"/>
                  <a:pt x="5024709" y="4074212"/>
                  <a:pt x="5024235" y="4074212"/>
                </a:cubicBezTo>
                <a:lnTo>
                  <a:pt x="5004928" y="4074212"/>
                </a:lnTo>
                <a:cubicBezTo>
                  <a:pt x="5004454" y="4074212"/>
                  <a:pt x="5003980" y="4073916"/>
                  <a:pt x="5003743" y="4073501"/>
                </a:cubicBezTo>
                <a:lnTo>
                  <a:pt x="4994089" y="4056741"/>
                </a:lnTo>
                <a:cubicBezTo>
                  <a:pt x="4993853" y="4056326"/>
                  <a:pt x="4993853" y="4055793"/>
                  <a:pt x="4994089" y="4055378"/>
                </a:cubicBezTo>
                <a:lnTo>
                  <a:pt x="5003743" y="4038618"/>
                </a:lnTo>
                <a:cubicBezTo>
                  <a:pt x="5003980" y="4038144"/>
                  <a:pt x="5004454" y="4037907"/>
                  <a:pt x="5004928" y="4037907"/>
                </a:cubicBezTo>
                <a:close/>
                <a:moveTo>
                  <a:pt x="4057977" y="4037670"/>
                </a:moveTo>
                <a:lnTo>
                  <a:pt x="4077521" y="4037670"/>
                </a:lnTo>
                <a:cubicBezTo>
                  <a:pt x="4077995" y="4037670"/>
                  <a:pt x="4078469" y="4037966"/>
                  <a:pt x="4078706" y="4038381"/>
                </a:cubicBezTo>
                <a:lnTo>
                  <a:pt x="4088478" y="4055319"/>
                </a:lnTo>
                <a:cubicBezTo>
                  <a:pt x="4088715" y="4055734"/>
                  <a:pt x="4088715" y="4056267"/>
                  <a:pt x="4088478" y="4056681"/>
                </a:cubicBezTo>
                <a:lnTo>
                  <a:pt x="4078706" y="4073620"/>
                </a:lnTo>
                <a:cubicBezTo>
                  <a:pt x="4078469" y="4074034"/>
                  <a:pt x="4077995" y="4074330"/>
                  <a:pt x="4077521" y="4074330"/>
                </a:cubicBezTo>
                <a:lnTo>
                  <a:pt x="4057977" y="4074330"/>
                </a:lnTo>
                <a:cubicBezTo>
                  <a:pt x="4057503" y="4074330"/>
                  <a:pt x="4057030" y="4074034"/>
                  <a:pt x="4056792" y="4073620"/>
                </a:cubicBezTo>
                <a:lnTo>
                  <a:pt x="4047021" y="4056681"/>
                </a:lnTo>
                <a:cubicBezTo>
                  <a:pt x="4046784" y="4056267"/>
                  <a:pt x="4046784" y="4055734"/>
                  <a:pt x="4047021" y="4055319"/>
                </a:cubicBezTo>
                <a:lnTo>
                  <a:pt x="4056792" y="4038381"/>
                </a:lnTo>
                <a:cubicBezTo>
                  <a:pt x="4057030" y="4037966"/>
                  <a:pt x="4057503" y="4037670"/>
                  <a:pt x="4057977" y="4037670"/>
                </a:cubicBezTo>
                <a:close/>
                <a:moveTo>
                  <a:pt x="3990165" y="4037374"/>
                </a:moveTo>
                <a:lnTo>
                  <a:pt x="4010065" y="4037374"/>
                </a:lnTo>
                <a:cubicBezTo>
                  <a:pt x="4010538" y="4037374"/>
                  <a:pt x="4011012" y="4037670"/>
                  <a:pt x="4011249" y="4038085"/>
                </a:cubicBezTo>
                <a:lnTo>
                  <a:pt x="4021199" y="4055319"/>
                </a:lnTo>
                <a:cubicBezTo>
                  <a:pt x="4021436" y="4055793"/>
                  <a:pt x="4021436" y="4056326"/>
                  <a:pt x="4021199" y="4056741"/>
                </a:cubicBezTo>
                <a:lnTo>
                  <a:pt x="4011249" y="4073975"/>
                </a:lnTo>
                <a:cubicBezTo>
                  <a:pt x="4011012" y="4074390"/>
                  <a:pt x="4010538" y="4074686"/>
                  <a:pt x="4010065" y="4074686"/>
                </a:cubicBezTo>
                <a:lnTo>
                  <a:pt x="3990165" y="4074686"/>
                </a:lnTo>
                <a:cubicBezTo>
                  <a:pt x="3989691" y="4074686"/>
                  <a:pt x="3989218" y="4074390"/>
                  <a:pt x="3988980" y="4073975"/>
                </a:cubicBezTo>
                <a:lnTo>
                  <a:pt x="3979030" y="4056741"/>
                </a:lnTo>
                <a:cubicBezTo>
                  <a:pt x="3978794" y="4056267"/>
                  <a:pt x="3978794" y="4055734"/>
                  <a:pt x="3979030" y="4055319"/>
                </a:cubicBezTo>
                <a:lnTo>
                  <a:pt x="3988980" y="4038085"/>
                </a:lnTo>
                <a:cubicBezTo>
                  <a:pt x="3989218" y="4037670"/>
                  <a:pt x="3989691" y="4037374"/>
                  <a:pt x="3990165" y="4037374"/>
                </a:cubicBezTo>
                <a:close/>
                <a:moveTo>
                  <a:pt x="4328163" y="4037078"/>
                </a:moveTo>
                <a:lnTo>
                  <a:pt x="4348359" y="4037078"/>
                </a:lnTo>
                <a:cubicBezTo>
                  <a:pt x="4348892" y="4037078"/>
                  <a:pt x="4349365" y="4037374"/>
                  <a:pt x="4349602" y="4037789"/>
                </a:cubicBezTo>
                <a:lnTo>
                  <a:pt x="4359670" y="4055260"/>
                </a:lnTo>
                <a:cubicBezTo>
                  <a:pt x="4359907" y="4055675"/>
                  <a:pt x="4359907" y="4056267"/>
                  <a:pt x="4359670" y="4056681"/>
                </a:cubicBezTo>
                <a:lnTo>
                  <a:pt x="4349543" y="4074153"/>
                </a:lnTo>
                <a:cubicBezTo>
                  <a:pt x="4349247" y="4074568"/>
                  <a:pt x="4348773" y="4074864"/>
                  <a:pt x="4348299" y="4074864"/>
                </a:cubicBezTo>
                <a:lnTo>
                  <a:pt x="4328104" y="4074864"/>
                </a:lnTo>
                <a:cubicBezTo>
                  <a:pt x="4327571" y="4074864"/>
                  <a:pt x="4327096" y="4074568"/>
                  <a:pt x="4326860" y="4074153"/>
                </a:cubicBezTo>
                <a:lnTo>
                  <a:pt x="4316791" y="4056681"/>
                </a:lnTo>
                <a:cubicBezTo>
                  <a:pt x="4316555" y="4056267"/>
                  <a:pt x="4316555" y="4055675"/>
                  <a:pt x="4316791" y="4055260"/>
                </a:cubicBezTo>
                <a:lnTo>
                  <a:pt x="4326919" y="4037789"/>
                </a:lnTo>
                <a:cubicBezTo>
                  <a:pt x="4327215" y="4037374"/>
                  <a:pt x="4327689" y="4037078"/>
                  <a:pt x="4328163" y="4037078"/>
                </a:cubicBezTo>
                <a:close/>
                <a:moveTo>
                  <a:pt x="4125258" y="4037078"/>
                </a:moveTo>
                <a:lnTo>
                  <a:pt x="4145454" y="4037078"/>
                </a:lnTo>
                <a:cubicBezTo>
                  <a:pt x="4145987" y="4037078"/>
                  <a:pt x="4146460" y="4037374"/>
                  <a:pt x="4146697" y="4037789"/>
                </a:cubicBezTo>
                <a:lnTo>
                  <a:pt x="4156765" y="4055260"/>
                </a:lnTo>
                <a:cubicBezTo>
                  <a:pt x="4157002" y="4055675"/>
                  <a:pt x="4157002" y="4056267"/>
                  <a:pt x="4156765" y="4056681"/>
                </a:cubicBezTo>
                <a:lnTo>
                  <a:pt x="4146638" y="4074153"/>
                </a:lnTo>
                <a:cubicBezTo>
                  <a:pt x="4146342" y="4074568"/>
                  <a:pt x="4145868" y="4074864"/>
                  <a:pt x="4145394" y="4074864"/>
                </a:cubicBezTo>
                <a:lnTo>
                  <a:pt x="4125199" y="4074864"/>
                </a:lnTo>
                <a:cubicBezTo>
                  <a:pt x="4124666" y="4074864"/>
                  <a:pt x="4124191" y="4074568"/>
                  <a:pt x="4123955" y="4074153"/>
                </a:cubicBezTo>
                <a:lnTo>
                  <a:pt x="4113886" y="4056681"/>
                </a:lnTo>
                <a:cubicBezTo>
                  <a:pt x="4113650" y="4056267"/>
                  <a:pt x="4113650" y="4055675"/>
                  <a:pt x="4113886" y="4055260"/>
                </a:cubicBezTo>
                <a:lnTo>
                  <a:pt x="4124014" y="4037789"/>
                </a:lnTo>
                <a:cubicBezTo>
                  <a:pt x="4124310" y="4037374"/>
                  <a:pt x="4124784" y="4037078"/>
                  <a:pt x="4125258" y="4037078"/>
                </a:cubicBezTo>
                <a:close/>
                <a:moveTo>
                  <a:pt x="4192834" y="4036959"/>
                </a:moveTo>
                <a:lnTo>
                  <a:pt x="4213147" y="4036959"/>
                </a:lnTo>
                <a:cubicBezTo>
                  <a:pt x="4213680" y="4036959"/>
                  <a:pt x="4214154" y="4037255"/>
                  <a:pt x="4214392" y="4037670"/>
                </a:cubicBezTo>
                <a:lnTo>
                  <a:pt x="4224519" y="4055260"/>
                </a:lnTo>
                <a:cubicBezTo>
                  <a:pt x="4224756" y="4055674"/>
                  <a:pt x="4224756" y="4056266"/>
                  <a:pt x="4224519" y="4056681"/>
                </a:cubicBezTo>
                <a:lnTo>
                  <a:pt x="4214332" y="4074271"/>
                </a:lnTo>
                <a:cubicBezTo>
                  <a:pt x="4214095" y="4074685"/>
                  <a:pt x="4213622" y="4074981"/>
                  <a:pt x="4213088" y="4074981"/>
                </a:cubicBezTo>
                <a:lnTo>
                  <a:pt x="4192774" y="4074981"/>
                </a:lnTo>
                <a:cubicBezTo>
                  <a:pt x="4192241" y="4074981"/>
                  <a:pt x="4191767" y="4074685"/>
                  <a:pt x="4191530" y="4074271"/>
                </a:cubicBezTo>
                <a:lnTo>
                  <a:pt x="4181403" y="4056681"/>
                </a:lnTo>
                <a:cubicBezTo>
                  <a:pt x="4181166" y="4056266"/>
                  <a:pt x="4181166" y="4055674"/>
                  <a:pt x="4181403" y="4055260"/>
                </a:cubicBezTo>
                <a:lnTo>
                  <a:pt x="4191589" y="4037670"/>
                </a:lnTo>
                <a:cubicBezTo>
                  <a:pt x="4191827" y="4037255"/>
                  <a:pt x="4192300" y="4036959"/>
                  <a:pt x="4192834" y="4036959"/>
                </a:cubicBezTo>
                <a:close/>
                <a:moveTo>
                  <a:pt x="4260291" y="4036663"/>
                </a:moveTo>
                <a:lnTo>
                  <a:pt x="4280961" y="4036663"/>
                </a:lnTo>
                <a:cubicBezTo>
                  <a:pt x="4281434" y="4036663"/>
                  <a:pt x="4281967" y="4036900"/>
                  <a:pt x="4282204" y="4037374"/>
                </a:cubicBezTo>
                <a:lnTo>
                  <a:pt x="4292509" y="4055260"/>
                </a:lnTo>
                <a:cubicBezTo>
                  <a:pt x="4292746" y="4055733"/>
                  <a:pt x="4292746" y="4056266"/>
                  <a:pt x="4292509" y="4056740"/>
                </a:cubicBezTo>
                <a:lnTo>
                  <a:pt x="4282204" y="4074626"/>
                </a:lnTo>
                <a:cubicBezTo>
                  <a:pt x="4281967" y="4075041"/>
                  <a:pt x="4281493" y="4075337"/>
                  <a:pt x="4280961" y="4075337"/>
                </a:cubicBezTo>
                <a:lnTo>
                  <a:pt x="4260291" y="4075337"/>
                </a:lnTo>
                <a:cubicBezTo>
                  <a:pt x="4259817" y="4075337"/>
                  <a:pt x="4259284" y="4075100"/>
                  <a:pt x="4259047" y="4074626"/>
                </a:cubicBezTo>
                <a:lnTo>
                  <a:pt x="4248742" y="4056740"/>
                </a:lnTo>
                <a:cubicBezTo>
                  <a:pt x="4248505" y="4056266"/>
                  <a:pt x="4248505" y="4055733"/>
                  <a:pt x="4248742" y="4055260"/>
                </a:cubicBezTo>
                <a:lnTo>
                  <a:pt x="4259047" y="4037374"/>
                </a:lnTo>
                <a:cubicBezTo>
                  <a:pt x="4259284" y="4036959"/>
                  <a:pt x="4259758" y="4036663"/>
                  <a:pt x="4260291" y="4036663"/>
                </a:cubicBezTo>
                <a:close/>
                <a:moveTo>
                  <a:pt x="4463137" y="4036427"/>
                </a:moveTo>
                <a:lnTo>
                  <a:pt x="4483984" y="4036427"/>
                </a:lnTo>
                <a:cubicBezTo>
                  <a:pt x="4484517" y="4036427"/>
                  <a:pt x="4484991" y="4036664"/>
                  <a:pt x="4485287" y="4037138"/>
                </a:cubicBezTo>
                <a:lnTo>
                  <a:pt x="4495711" y="4055201"/>
                </a:lnTo>
                <a:cubicBezTo>
                  <a:pt x="4496006" y="4055675"/>
                  <a:pt x="4496006" y="4056208"/>
                  <a:pt x="4495711" y="4056682"/>
                </a:cubicBezTo>
                <a:lnTo>
                  <a:pt x="4485287" y="4074745"/>
                </a:lnTo>
                <a:cubicBezTo>
                  <a:pt x="4484991" y="4075160"/>
                  <a:pt x="4484517" y="4075456"/>
                  <a:pt x="4483984" y="4075456"/>
                </a:cubicBezTo>
                <a:lnTo>
                  <a:pt x="4463137" y="4075456"/>
                </a:lnTo>
                <a:cubicBezTo>
                  <a:pt x="4462603" y="4075456"/>
                  <a:pt x="4462130" y="4075219"/>
                  <a:pt x="4461833" y="4074745"/>
                </a:cubicBezTo>
                <a:lnTo>
                  <a:pt x="4451410" y="4056682"/>
                </a:lnTo>
                <a:cubicBezTo>
                  <a:pt x="4451114" y="4056208"/>
                  <a:pt x="4451114" y="4055675"/>
                  <a:pt x="4451410" y="4055201"/>
                </a:cubicBezTo>
                <a:lnTo>
                  <a:pt x="4461833" y="4037138"/>
                </a:lnTo>
                <a:cubicBezTo>
                  <a:pt x="4462130" y="4036723"/>
                  <a:pt x="4462603" y="4036427"/>
                  <a:pt x="4463137" y="4036427"/>
                </a:cubicBezTo>
                <a:close/>
                <a:moveTo>
                  <a:pt x="3786786" y="4036427"/>
                </a:moveTo>
                <a:lnTo>
                  <a:pt x="3807633" y="4036427"/>
                </a:lnTo>
                <a:cubicBezTo>
                  <a:pt x="3808166" y="4036427"/>
                  <a:pt x="3808640" y="4036664"/>
                  <a:pt x="3808936" y="4037138"/>
                </a:cubicBezTo>
                <a:lnTo>
                  <a:pt x="3819360" y="4055201"/>
                </a:lnTo>
                <a:cubicBezTo>
                  <a:pt x="3819656" y="4055675"/>
                  <a:pt x="3819656" y="4056208"/>
                  <a:pt x="3819360" y="4056682"/>
                </a:cubicBezTo>
                <a:lnTo>
                  <a:pt x="3808936" y="4074745"/>
                </a:lnTo>
                <a:cubicBezTo>
                  <a:pt x="3808640" y="4075160"/>
                  <a:pt x="3808166" y="4075456"/>
                  <a:pt x="3807633" y="4075456"/>
                </a:cubicBezTo>
                <a:lnTo>
                  <a:pt x="3786786" y="4075456"/>
                </a:lnTo>
                <a:cubicBezTo>
                  <a:pt x="3786253" y="4075456"/>
                  <a:pt x="3785779" y="4075219"/>
                  <a:pt x="3785483" y="4074745"/>
                </a:cubicBezTo>
                <a:lnTo>
                  <a:pt x="3775059" y="4056682"/>
                </a:lnTo>
                <a:cubicBezTo>
                  <a:pt x="3774763" y="4056208"/>
                  <a:pt x="3774763" y="4055675"/>
                  <a:pt x="3775059" y="4055201"/>
                </a:cubicBezTo>
                <a:lnTo>
                  <a:pt x="3785483" y="4037138"/>
                </a:lnTo>
                <a:cubicBezTo>
                  <a:pt x="3785779" y="4036723"/>
                  <a:pt x="3786253" y="4036427"/>
                  <a:pt x="3786786" y="4036427"/>
                </a:cubicBezTo>
                <a:close/>
                <a:moveTo>
                  <a:pt x="4395383" y="4036249"/>
                </a:moveTo>
                <a:lnTo>
                  <a:pt x="4416468" y="4036249"/>
                </a:lnTo>
                <a:cubicBezTo>
                  <a:pt x="4417001" y="4036249"/>
                  <a:pt x="4417474" y="4036545"/>
                  <a:pt x="4417771" y="4037019"/>
                </a:cubicBezTo>
                <a:lnTo>
                  <a:pt x="4428313" y="4055260"/>
                </a:lnTo>
                <a:cubicBezTo>
                  <a:pt x="4428609" y="4055734"/>
                  <a:pt x="4428609" y="4056267"/>
                  <a:pt x="4428313" y="4056741"/>
                </a:cubicBezTo>
                <a:lnTo>
                  <a:pt x="4417771" y="4074982"/>
                </a:lnTo>
                <a:cubicBezTo>
                  <a:pt x="4417474" y="4075456"/>
                  <a:pt x="4417001" y="4075752"/>
                  <a:pt x="4416468" y="4075752"/>
                </a:cubicBezTo>
                <a:lnTo>
                  <a:pt x="4395383" y="4075752"/>
                </a:lnTo>
                <a:cubicBezTo>
                  <a:pt x="4394851" y="4075752"/>
                  <a:pt x="4394376" y="4075456"/>
                  <a:pt x="4394081" y="4074982"/>
                </a:cubicBezTo>
                <a:lnTo>
                  <a:pt x="4383538" y="4056741"/>
                </a:lnTo>
                <a:cubicBezTo>
                  <a:pt x="4383242" y="4056267"/>
                  <a:pt x="4383242" y="4055734"/>
                  <a:pt x="4383538" y="4055260"/>
                </a:cubicBezTo>
                <a:lnTo>
                  <a:pt x="4394081" y="4037019"/>
                </a:lnTo>
                <a:cubicBezTo>
                  <a:pt x="4394376" y="4036545"/>
                  <a:pt x="4394851" y="4036249"/>
                  <a:pt x="4395383" y="4036249"/>
                </a:cubicBezTo>
                <a:close/>
                <a:moveTo>
                  <a:pt x="4530534" y="4036130"/>
                </a:moveTo>
                <a:lnTo>
                  <a:pt x="4551737" y="4036130"/>
                </a:lnTo>
                <a:cubicBezTo>
                  <a:pt x="4552270" y="4036130"/>
                  <a:pt x="4552743" y="4036426"/>
                  <a:pt x="4553040" y="4036900"/>
                </a:cubicBezTo>
                <a:lnTo>
                  <a:pt x="4563641" y="4055260"/>
                </a:lnTo>
                <a:cubicBezTo>
                  <a:pt x="4563937" y="4055675"/>
                  <a:pt x="4563937" y="4056267"/>
                  <a:pt x="4563641" y="4056741"/>
                </a:cubicBezTo>
                <a:lnTo>
                  <a:pt x="4553040" y="4075100"/>
                </a:lnTo>
                <a:cubicBezTo>
                  <a:pt x="4552743" y="4075574"/>
                  <a:pt x="4552270" y="4075870"/>
                  <a:pt x="4551737" y="4075870"/>
                </a:cubicBezTo>
                <a:lnTo>
                  <a:pt x="4530534" y="4075870"/>
                </a:lnTo>
                <a:cubicBezTo>
                  <a:pt x="4530001" y="4075870"/>
                  <a:pt x="4529528" y="4075574"/>
                  <a:pt x="4529231" y="4075100"/>
                </a:cubicBezTo>
                <a:lnTo>
                  <a:pt x="4518630" y="4056741"/>
                </a:lnTo>
                <a:cubicBezTo>
                  <a:pt x="4518334" y="4056326"/>
                  <a:pt x="4518334" y="4055733"/>
                  <a:pt x="4518630" y="4055260"/>
                </a:cubicBezTo>
                <a:lnTo>
                  <a:pt x="4529231" y="4036900"/>
                </a:lnTo>
                <a:cubicBezTo>
                  <a:pt x="4529528" y="4036426"/>
                  <a:pt x="4530001" y="4036130"/>
                  <a:pt x="4530534" y="4036130"/>
                </a:cubicBezTo>
                <a:close/>
                <a:moveTo>
                  <a:pt x="3245527" y="4036012"/>
                </a:moveTo>
                <a:lnTo>
                  <a:pt x="3266848" y="4036012"/>
                </a:lnTo>
                <a:cubicBezTo>
                  <a:pt x="3267382" y="4036012"/>
                  <a:pt x="3267855" y="4036308"/>
                  <a:pt x="3268152" y="4036782"/>
                </a:cubicBezTo>
                <a:lnTo>
                  <a:pt x="3278812" y="4055260"/>
                </a:lnTo>
                <a:cubicBezTo>
                  <a:pt x="3279108" y="4055675"/>
                  <a:pt x="3279108" y="4056267"/>
                  <a:pt x="3278812" y="4056741"/>
                </a:cubicBezTo>
                <a:lnTo>
                  <a:pt x="3268152" y="4075219"/>
                </a:lnTo>
                <a:cubicBezTo>
                  <a:pt x="3267855" y="4075693"/>
                  <a:pt x="3267382" y="4075989"/>
                  <a:pt x="3266848" y="4075989"/>
                </a:cubicBezTo>
                <a:lnTo>
                  <a:pt x="3245527" y="4075989"/>
                </a:lnTo>
                <a:cubicBezTo>
                  <a:pt x="3244995" y="4075989"/>
                  <a:pt x="3244521" y="4075693"/>
                  <a:pt x="3244225" y="4075219"/>
                </a:cubicBezTo>
                <a:lnTo>
                  <a:pt x="3233564" y="4056741"/>
                </a:lnTo>
                <a:cubicBezTo>
                  <a:pt x="3233268" y="4056326"/>
                  <a:pt x="3233268" y="4055734"/>
                  <a:pt x="3233564" y="4055260"/>
                </a:cubicBezTo>
                <a:lnTo>
                  <a:pt x="3244225" y="4036782"/>
                </a:lnTo>
                <a:cubicBezTo>
                  <a:pt x="3244521" y="4036308"/>
                  <a:pt x="3244995" y="4036012"/>
                  <a:pt x="3245527" y="4036012"/>
                </a:cubicBezTo>
                <a:close/>
                <a:moveTo>
                  <a:pt x="3718736" y="4035597"/>
                </a:moveTo>
                <a:lnTo>
                  <a:pt x="3740472" y="4035597"/>
                </a:lnTo>
                <a:cubicBezTo>
                  <a:pt x="3741005" y="4035597"/>
                  <a:pt x="3741479" y="4035893"/>
                  <a:pt x="3741775" y="4036367"/>
                </a:cubicBezTo>
                <a:lnTo>
                  <a:pt x="3752613" y="4055200"/>
                </a:lnTo>
                <a:cubicBezTo>
                  <a:pt x="3752909" y="4055674"/>
                  <a:pt x="3752909" y="4056267"/>
                  <a:pt x="3752613" y="4056740"/>
                </a:cubicBezTo>
                <a:lnTo>
                  <a:pt x="3741716" y="4075574"/>
                </a:lnTo>
                <a:cubicBezTo>
                  <a:pt x="3741479" y="4076048"/>
                  <a:pt x="3740946" y="4076344"/>
                  <a:pt x="3740413" y="4076344"/>
                </a:cubicBezTo>
                <a:lnTo>
                  <a:pt x="3718677" y="4076344"/>
                </a:lnTo>
                <a:cubicBezTo>
                  <a:pt x="3718144" y="4076344"/>
                  <a:pt x="3717670" y="4076048"/>
                  <a:pt x="3717374" y="4075574"/>
                </a:cubicBezTo>
                <a:lnTo>
                  <a:pt x="3706536" y="4056740"/>
                </a:lnTo>
                <a:cubicBezTo>
                  <a:pt x="3706240" y="4056267"/>
                  <a:pt x="3706240" y="4055674"/>
                  <a:pt x="3706536" y="4055200"/>
                </a:cubicBezTo>
                <a:lnTo>
                  <a:pt x="3717434" y="4036367"/>
                </a:lnTo>
                <a:cubicBezTo>
                  <a:pt x="3717670" y="4035893"/>
                  <a:pt x="3718203" y="4035597"/>
                  <a:pt x="3718736" y="4035597"/>
                </a:cubicBezTo>
                <a:close/>
                <a:moveTo>
                  <a:pt x="4597874" y="4035479"/>
                </a:moveTo>
                <a:lnTo>
                  <a:pt x="4619728" y="4035479"/>
                </a:lnTo>
                <a:cubicBezTo>
                  <a:pt x="4620320" y="4035479"/>
                  <a:pt x="4620794" y="4035775"/>
                  <a:pt x="4621090" y="4036249"/>
                </a:cubicBezTo>
                <a:lnTo>
                  <a:pt x="4631987" y="4055201"/>
                </a:lnTo>
                <a:cubicBezTo>
                  <a:pt x="4632283" y="4055675"/>
                  <a:pt x="4632283" y="4056267"/>
                  <a:pt x="4631987" y="4056741"/>
                </a:cubicBezTo>
                <a:lnTo>
                  <a:pt x="4621031" y="4075693"/>
                </a:lnTo>
                <a:cubicBezTo>
                  <a:pt x="4620735" y="4076167"/>
                  <a:pt x="4620201" y="4076463"/>
                  <a:pt x="4619668" y="4076463"/>
                </a:cubicBezTo>
                <a:lnTo>
                  <a:pt x="4597815" y="4076463"/>
                </a:lnTo>
                <a:cubicBezTo>
                  <a:pt x="4597222" y="4076463"/>
                  <a:pt x="4596748" y="4076167"/>
                  <a:pt x="4596452" y="4075693"/>
                </a:cubicBezTo>
                <a:lnTo>
                  <a:pt x="4585555" y="4056741"/>
                </a:lnTo>
                <a:cubicBezTo>
                  <a:pt x="4585259" y="4056267"/>
                  <a:pt x="4585259" y="4055675"/>
                  <a:pt x="4585555" y="4055201"/>
                </a:cubicBezTo>
                <a:lnTo>
                  <a:pt x="4596511" y="4036249"/>
                </a:lnTo>
                <a:cubicBezTo>
                  <a:pt x="4596808" y="4035775"/>
                  <a:pt x="4597341" y="4035479"/>
                  <a:pt x="4597874" y="4035479"/>
                </a:cubicBezTo>
                <a:close/>
                <a:moveTo>
                  <a:pt x="3853947" y="4035479"/>
                </a:moveTo>
                <a:lnTo>
                  <a:pt x="3875801" y="4035479"/>
                </a:lnTo>
                <a:cubicBezTo>
                  <a:pt x="3876393" y="4035479"/>
                  <a:pt x="3876867" y="4035775"/>
                  <a:pt x="3877163" y="4036249"/>
                </a:cubicBezTo>
                <a:lnTo>
                  <a:pt x="3888061" y="4055201"/>
                </a:lnTo>
                <a:cubicBezTo>
                  <a:pt x="3888357" y="4055675"/>
                  <a:pt x="3888357" y="4056267"/>
                  <a:pt x="3888061" y="4056741"/>
                </a:cubicBezTo>
                <a:lnTo>
                  <a:pt x="3877104" y="4075693"/>
                </a:lnTo>
                <a:cubicBezTo>
                  <a:pt x="3876808" y="4076167"/>
                  <a:pt x="3876275" y="4076463"/>
                  <a:pt x="3875742" y="4076463"/>
                </a:cubicBezTo>
                <a:lnTo>
                  <a:pt x="3853888" y="4076463"/>
                </a:lnTo>
                <a:cubicBezTo>
                  <a:pt x="3853295" y="4076463"/>
                  <a:pt x="3852822" y="4076167"/>
                  <a:pt x="3852526" y="4075693"/>
                </a:cubicBezTo>
                <a:lnTo>
                  <a:pt x="3841628" y="4056741"/>
                </a:lnTo>
                <a:cubicBezTo>
                  <a:pt x="3841332" y="4056267"/>
                  <a:pt x="3841332" y="4055675"/>
                  <a:pt x="3841628" y="4055201"/>
                </a:cubicBezTo>
                <a:lnTo>
                  <a:pt x="3852585" y="4036249"/>
                </a:lnTo>
                <a:cubicBezTo>
                  <a:pt x="3852881" y="4035775"/>
                  <a:pt x="3853414" y="4035479"/>
                  <a:pt x="3853947" y="4035479"/>
                </a:cubicBezTo>
                <a:close/>
                <a:moveTo>
                  <a:pt x="3921464" y="4035420"/>
                </a:moveTo>
                <a:lnTo>
                  <a:pt x="3943437" y="4035420"/>
                </a:lnTo>
                <a:cubicBezTo>
                  <a:pt x="3944029" y="4035420"/>
                  <a:pt x="3944503" y="4035716"/>
                  <a:pt x="3944799" y="4036190"/>
                </a:cubicBezTo>
                <a:lnTo>
                  <a:pt x="3955756" y="4055201"/>
                </a:lnTo>
                <a:cubicBezTo>
                  <a:pt x="3956051" y="4055675"/>
                  <a:pt x="3956051" y="4056267"/>
                  <a:pt x="3955756" y="4056741"/>
                </a:cubicBezTo>
                <a:lnTo>
                  <a:pt x="3944740" y="4075752"/>
                </a:lnTo>
                <a:cubicBezTo>
                  <a:pt x="3944444" y="4076226"/>
                  <a:pt x="3943911" y="4076522"/>
                  <a:pt x="3943378" y="4076522"/>
                </a:cubicBezTo>
                <a:lnTo>
                  <a:pt x="3921405" y="4076522"/>
                </a:lnTo>
                <a:cubicBezTo>
                  <a:pt x="3920813" y="4076522"/>
                  <a:pt x="3920339" y="4076226"/>
                  <a:pt x="3920043" y="4075752"/>
                </a:cubicBezTo>
                <a:lnTo>
                  <a:pt x="3909086" y="4056741"/>
                </a:lnTo>
                <a:cubicBezTo>
                  <a:pt x="3908790" y="4056267"/>
                  <a:pt x="3908790" y="4055675"/>
                  <a:pt x="3909086" y="4055201"/>
                </a:cubicBezTo>
                <a:lnTo>
                  <a:pt x="3920102" y="4036190"/>
                </a:lnTo>
                <a:cubicBezTo>
                  <a:pt x="3920399" y="4035716"/>
                  <a:pt x="3920931" y="4035420"/>
                  <a:pt x="3921464" y="4035420"/>
                </a:cubicBezTo>
                <a:close/>
                <a:moveTo>
                  <a:pt x="4935871" y="4035301"/>
                </a:moveTo>
                <a:lnTo>
                  <a:pt x="4957962" y="4035301"/>
                </a:lnTo>
                <a:cubicBezTo>
                  <a:pt x="4958554" y="4035301"/>
                  <a:pt x="4959029" y="4035597"/>
                  <a:pt x="4959324" y="4036071"/>
                </a:cubicBezTo>
                <a:lnTo>
                  <a:pt x="4970340" y="4055201"/>
                </a:lnTo>
                <a:cubicBezTo>
                  <a:pt x="4970637" y="4055674"/>
                  <a:pt x="4970637" y="4056267"/>
                  <a:pt x="4970340" y="4056740"/>
                </a:cubicBezTo>
                <a:lnTo>
                  <a:pt x="4959265" y="4075870"/>
                </a:lnTo>
                <a:cubicBezTo>
                  <a:pt x="4958969" y="4076344"/>
                  <a:pt x="4958436" y="4076640"/>
                  <a:pt x="4957903" y="4076640"/>
                </a:cubicBezTo>
                <a:lnTo>
                  <a:pt x="4935812" y="4076640"/>
                </a:lnTo>
                <a:cubicBezTo>
                  <a:pt x="4935220" y="4076640"/>
                  <a:pt x="4934746" y="4076344"/>
                  <a:pt x="4934450" y="4075870"/>
                </a:cubicBezTo>
                <a:lnTo>
                  <a:pt x="4923434" y="4056740"/>
                </a:lnTo>
                <a:cubicBezTo>
                  <a:pt x="4923138" y="4056267"/>
                  <a:pt x="4923138" y="4055674"/>
                  <a:pt x="4923434" y="4055201"/>
                </a:cubicBezTo>
                <a:lnTo>
                  <a:pt x="4934509" y="4036071"/>
                </a:lnTo>
                <a:cubicBezTo>
                  <a:pt x="4934805" y="4035597"/>
                  <a:pt x="4935339" y="4035301"/>
                  <a:pt x="4935871" y="4035301"/>
                </a:cubicBezTo>
                <a:close/>
                <a:moveTo>
                  <a:pt x="4800542" y="4035183"/>
                </a:moveTo>
                <a:lnTo>
                  <a:pt x="4822752" y="4035183"/>
                </a:lnTo>
                <a:cubicBezTo>
                  <a:pt x="4823285" y="4035183"/>
                  <a:pt x="4823817" y="4035479"/>
                  <a:pt x="4824114" y="4035953"/>
                </a:cubicBezTo>
                <a:lnTo>
                  <a:pt x="4835189" y="4055201"/>
                </a:lnTo>
                <a:cubicBezTo>
                  <a:pt x="4835485" y="4055675"/>
                  <a:pt x="4835485" y="4056267"/>
                  <a:pt x="4835189" y="4056741"/>
                </a:cubicBezTo>
                <a:lnTo>
                  <a:pt x="4824114" y="4075989"/>
                </a:lnTo>
                <a:cubicBezTo>
                  <a:pt x="4823817" y="4076463"/>
                  <a:pt x="4823285" y="4076759"/>
                  <a:pt x="4822752" y="4076759"/>
                </a:cubicBezTo>
                <a:lnTo>
                  <a:pt x="4800542" y="4076759"/>
                </a:lnTo>
                <a:cubicBezTo>
                  <a:pt x="4800009" y="4076759"/>
                  <a:pt x="4799476" y="4076463"/>
                  <a:pt x="4799180" y="4075989"/>
                </a:cubicBezTo>
                <a:lnTo>
                  <a:pt x="4788105" y="4056741"/>
                </a:lnTo>
                <a:cubicBezTo>
                  <a:pt x="4787809" y="4056267"/>
                  <a:pt x="4787809" y="4055675"/>
                  <a:pt x="4788105" y="4055201"/>
                </a:cubicBezTo>
                <a:lnTo>
                  <a:pt x="4799180" y="4035953"/>
                </a:lnTo>
                <a:cubicBezTo>
                  <a:pt x="4799476" y="4035479"/>
                  <a:pt x="4800009" y="4035183"/>
                  <a:pt x="4800542" y="4035183"/>
                </a:cubicBezTo>
                <a:close/>
                <a:moveTo>
                  <a:pt x="4665331" y="4035183"/>
                </a:moveTo>
                <a:lnTo>
                  <a:pt x="4687540" y="4035183"/>
                </a:lnTo>
                <a:cubicBezTo>
                  <a:pt x="4688074" y="4035183"/>
                  <a:pt x="4688607" y="4035479"/>
                  <a:pt x="4688903" y="4035953"/>
                </a:cubicBezTo>
                <a:lnTo>
                  <a:pt x="4699978" y="4055201"/>
                </a:lnTo>
                <a:cubicBezTo>
                  <a:pt x="4700274" y="4055675"/>
                  <a:pt x="4700274" y="4056267"/>
                  <a:pt x="4699978" y="4056741"/>
                </a:cubicBezTo>
                <a:lnTo>
                  <a:pt x="4688903" y="4075989"/>
                </a:lnTo>
                <a:cubicBezTo>
                  <a:pt x="4688607" y="4076463"/>
                  <a:pt x="4688074" y="4076759"/>
                  <a:pt x="4687540" y="4076759"/>
                </a:cubicBezTo>
                <a:lnTo>
                  <a:pt x="4665331" y="4076759"/>
                </a:lnTo>
                <a:cubicBezTo>
                  <a:pt x="4664798" y="4076759"/>
                  <a:pt x="4664265" y="4076463"/>
                  <a:pt x="4663969" y="4075989"/>
                </a:cubicBezTo>
                <a:lnTo>
                  <a:pt x="4652894" y="4056741"/>
                </a:lnTo>
                <a:cubicBezTo>
                  <a:pt x="4652598" y="4056267"/>
                  <a:pt x="4652598" y="4055675"/>
                  <a:pt x="4652894" y="4055201"/>
                </a:cubicBezTo>
                <a:lnTo>
                  <a:pt x="4663969" y="4035953"/>
                </a:lnTo>
                <a:cubicBezTo>
                  <a:pt x="4664265" y="4035479"/>
                  <a:pt x="4664798" y="4035183"/>
                  <a:pt x="4665331" y="4035183"/>
                </a:cubicBezTo>
                <a:close/>
                <a:moveTo>
                  <a:pt x="4732788" y="4034887"/>
                </a:moveTo>
                <a:lnTo>
                  <a:pt x="4755294" y="4034887"/>
                </a:lnTo>
                <a:cubicBezTo>
                  <a:pt x="4755826" y="4034887"/>
                  <a:pt x="4756359" y="4035183"/>
                  <a:pt x="4756656" y="4035657"/>
                </a:cubicBezTo>
                <a:lnTo>
                  <a:pt x="4767909" y="4055142"/>
                </a:lnTo>
                <a:cubicBezTo>
                  <a:pt x="4768204" y="4055616"/>
                  <a:pt x="4768204" y="4056267"/>
                  <a:pt x="4767909" y="4056741"/>
                </a:cubicBezTo>
                <a:lnTo>
                  <a:pt x="4756656" y="4076226"/>
                </a:lnTo>
                <a:cubicBezTo>
                  <a:pt x="4756359" y="4076700"/>
                  <a:pt x="4755826" y="4076996"/>
                  <a:pt x="4755294" y="4076996"/>
                </a:cubicBezTo>
                <a:lnTo>
                  <a:pt x="4732788" y="4076996"/>
                </a:lnTo>
                <a:cubicBezTo>
                  <a:pt x="4732255" y="4076996"/>
                  <a:pt x="4731722" y="4076700"/>
                  <a:pt x="4731426" y="4076226"/>
                </a:cubicBezTo>
                <a:lnTo>
                  <a:pt x="4720173" y="4056741"/>
                </a:lnTo>
                <a:cubicBezTo>
                  <a:pt x="4719877" y="4056267"/>
                  <a:pt x="4719877" y="4055616"/>
                  <a:pt x="4720173" y="4055142"/>
                </a:cubicBezTo>
                <a:lnTo>
                  <a:pt x="4731426" y="4035657"/>
                </a:lnTo>
                <a:cubicBezTo>
                  <a:pt x="4731722" y="4035183"/>
                  <a:pt x="4732255" y="4034887"/>
                  <a:pt x="4732788" y="4034887"/>
                </a:cubicBezTo>
                <a:close/>
                <a:moveTo>
                  <a:pt x="4867940" y="4034650"/>
                </a:moveTo>
                <a:lnTo>
                  <a:pt x="4890682" y="4034650"/>
                </a:lnTo>
                <a:cubicBezTo>
                  <a:pt x="4891215" y="4034650"/>
                  <a:pt x="4891748" y="4035005"/>
                  <a:pt x="4892044" y="4035479"/>
                </a:cubicBezTo>
                <a:lnTo>
                  <a:pt x="4903416" y="4055201"/>
                </a:lnTo>
                <a:cubicBezTo>
                  <a:pt x="4903711" y="4055675"/>
                  <a:pt x="4903711" y="4056327"/>
                  <a:pt x="4903416" y="4056800"/>
                </a:cubicBezTo>
                <a:lnTo>
                  <a:pt x="4892044" y="4076522"/>
                </a:lnTo>
                <a:cubicBezTo>
                  <a:pt x="4891807" y="4077055"/>
                  <a:pt x="4891274" y="4077351"/>
                  <a:pt x="4890682" y="4077351"/>
                </a:cubicBezTo>
                <a:lnTo>
                  <a:pt x="4867940" y="4077351"/>
                </a:lnTo>
                <a:cubicBezTo>
                  <a:pt x="4867406" y="4077351"/>
                  <a:pt x="4866873" y="4076996"/>
                  <a:pt x="4866578" y="4076522"/>
                </a:cubicBezTo>
                <a:lnTo>
                  <a:pt x="4855206" y="4056800"/>
                </a:lnTo>
                <a:cubicBezTo>
                  <a:pt x="4854910" y="4056327"/>
                  <a:pt x="4854910" y="4055675"/>
                  <a:pt x="4855206" y="4055201"/>
                </a:cubicBezTo>
                <a:lnTo>
                  <a:pt x="4866578" y="4035479"/>
                </a:lnTo>
                <a:cubicBezTo>
                  <a:pt x="4866814" y="4034946"/>
                  <a:pt x="4867348" y="4034650"/>
                  <a:pt x="4867940" y="4034650"/>
                </a:cubicBezTo>
                <a:close/>
                <a:moveTo>
                  <a:pt x="3650568" y="4034650"/>
                </a:moveTo>
                <a:lnTo>
                  <a:pt x="3673311" y="4034650"/>
                </a:lnTo>
                <a:cubicBezTo>
                  <a:pt x="3673844" y="4034650"/>
                  <a:pt x="3674377" y="4035005"/>
                  <a:pt x="3674673" y="4035479"/>
                </a:cubicBezTo>
                <a:lnTo>
                  <a:pt x="3686044" y="4055201"/>
                </a:lnTo>
                <a:cubicBezTo>
                  <a:pt x="3686340" y="4055675"/>
                  <a:pt x="3686340" y="4056327"/>
                  <a:pt x="3686044" y="4056800"/>
                </a:cubicBezTo>
                <a:lnTo>
                  <a:pt x="3674673" y="4076522"/>
                </a:lnTo>
                <a:cubicBezTo>
                  <a:pt x="3674436" y="4077055"/>
                  <a:pt x="3673903" y="4077351"/>
                  <a:pt x="3673311" y="4077351"/>
                </a:cubicBezTo>
                <a:lnTo>
                  <a:pt x="3650568" y="4077351"/>
                </a:lnTo>
                <a:cubicBezTo>
                  <a:pt x="3650035" y="4077351"/>
                  <a:pt x="3649503" y="4076996"/>
                  <a:pt x="3649206" y="4076522"/>
                </a:cubicBezTo>
                <a:lnTo>
                  <a:pt x="3637835" y="4056800"/>
                </a:lnTo>
                <a:cubicBezTo>
                  <a:pt x="3637539" y="4056327"/>
                  <a:pt x="3637539" y="4055675"/>
                  <a:pt x="3637835" y="4055201"/>
                </a:cubicBezTo>
                <a:lnTo>
                  <a:pt x="3649206" y="4035479"/>
                </a:lnTo>
                <a:cubicBezTo>
                  <a:pt x="3649443" y="4034946"/>
                  <a:pt x="3649976" y="4034650"/>
                  <a:pt x="3650568" y="4034650"/>
                </a:cubicBezTo>
                <a:close/>
                <a:moveTo>
                  <a:pt x="3582756" y="4034294"/>
                </a:moveTo>
                <a:lnTo>
                  <a:pt x="3605912" y="4034294"/>
                </a:lnTo>
                <a:cubicBezTo>
                  <a:pt x="3606505" y="4034294"/>
                  <a:pt x="3607038" y="4034649"/>
                  <a:pt x="3607334" y="4035123"/>
                </a:cubicBezTo>
                <a:lnTo>
                  <a:pt x="3618942" y="4055201"/>
                </a:lnTo>
                <a:cubicBezTo>
                  <a:pt x="3619238" y="4055733"/>
                  <a:pt x="3619238" y="4056385"/>
                  <a:pt x="3618942" y="4056859"/>
                </a:cubicBezTo>
                <a:lnTo>
                  <a:pt x="3607334" y="4076936"/>
                </a:lnTo>
                <a:cubicBezTo>
                  <a:pt x="3607038" y="4077469"/>
                  <a:pt x="3606505" y="4077765"/>
                  <a:pt x="3605912" y="4077765"/>
                </a:cubicBezTo>
                <a:lnTo>
                  <a:pt x="3582756" y="4077765"/>
                </a:lnTo>
                <a:cubicBezTo>
                  <a:pt x="3582164" y="4077765"/>
                  <a:pt x="3581630" y="4077410"/>
                  <a:pt x="3581334" y="4076936"/>
                </a:cubicBezTo>
                <a:lnTo>
                  <a:pt x="3569726" y="4056859"/>
                </a:lnTo>
                <a:cubicBezTo>
                  <a:pt x="3569430" y="4056326"/>
                  <a:pt x="3569430" y="4055675"/>
                  <a:pt x="3569726" y="4055201"/>
                </a:cubicBezTo>
                <a:lnTo>
                  <a:pt x="3581334" y="4035123"/>
                </a:lnTo>
                <a:cubicBezTo>
                  <a:pt x="3581630" y="4034590"/>
                  <a:pt x="3582164" y="4034294"/>
                  <a:pt x="3582756" y="4034294"/>
                </a:cubicBezTo>
                <a:close/>
                <a:moveTo>
                  <a:pt x="3312156" y="4034176"/>
                </a:moveTo>
                <a:lnTo>
                  <a:pt x="3335432" y="4034176"/>
                </a:lnTo>
                <a:cubicBezTo>
                  <a:pt x="3336024" y="4034176"/>
                  <a:pt x="3336557" y="4034472"/>
                  <a:pt x="3336853" y="4035005"/>
                </a:cubicBezTo>
                <a:lnTo>
                  <a:pt x="3348461" y="4055201"/>
                </a:lnTo>
                <a:cubicBezTo>
                  <a:pt x="3348757" y="4055734"/>
                  <a:pt x="3348757" y="4056326"/>
                  <a:pt x="3348461" y="4056859"/>
                </a:cubicBezTo>
                <a:lnTo>
                  <a:pt x="3336794" y="4077055"/>
                </a:lnTo>
                <a:cubicBezTo>
                  <a:pt x="3336497" y="4077588"/>
                  <a:pt x="3335964" y="4077884"/>
                  <a:pt x="3335372" y="4077884"/>
                </a:cubicBezTo>
                <a:lnTo>
                  <a:pt x="3312097" y="4077884"/>
                </a:lnTo>
                <a:cubicBezTo>
                  <a:pt x="3311504" y="4077884"/>
                  <a:pt x="3310972" y="4077588"/>
                  <a:pt x="3310675" y="4077055"/>
                </a:cubicBezTo>
                <a:lnTo>
                  <a:pt x="3299067" y="4056859"/>
                </a:lnTo>
                <a:cubicBezTo>
                  <a:pt x="3298771" y="4056326"/>
                  <a:pt x="3298771" y="4055734"/>
                  <a:pt x="3299067" y="4055201"/>
                </a:cubicBezTo>
                <a:lnTo>
                  <a:pt x="3310734" y="4035005"/>
                </a:lnTo>
                <a:cubicBezTo>
                  <a:pt x="3311031" y="4034472"/>
                  <a:pt x="3311564" y="4034176"/>
                  <a:pt x="3312156" y="4034176"/>
                </a:cubicBezTo>
                <a:close/>
                <a:moveTo>
                  <a:pt x="3514766" y="4033524"/>
                </a:moveTo>
                <a:lnTo>
                  <a:pt x="3538692" y="4033524"/>
                </a:lnTo>
                <a:cubicBezTo>
                  <a:pt x="3539284" y="4033524"/>
                  <a:pt x="3539877" y="4033820"/>
                  <a:pt x="3540173" y="4034353"/>
                </a:cubicBezTo>
                <a:lnTo>
                  <a:pt x="3552136" y="4055082"/>
                </a:lnTo>
                <a:cubicBezTo>
                  <a:pt x="3552433" y="4055615"/>
                  <a:pt x="3552433" y="4056267"/>
                  <a:pt x="3552136" y="4056800"/>
                </a:cubicBezTo>
                <a:lnTo>
                  <a:pt x="3540173" y="4077529"/>
                </a:lnTo>
                <a:cubicBezTo>
                  <a:pt x="3539818" y="4078002"/>
                  <a:pt x="3539284" y="4078357"/>
                  <a:pt x="3538692" y="4078357"/>
                </a:cubicBezTo>
                <a:lnTo>
                  <a:pt x="3514766" y="4078357"/>
                </a:lnTo>
                <a:cubicBezTo>
                  <a:pt x="3514173" y="4078357"/>
                  <a:pt x="3513581" y="4078061"/>
                  <a:pt x="3513285" y="4077529"/>
                </a:cubicBezTo>
                <a:lnTo>
                  <a:pt x="3501321" y="4056800"/>
                </a:lnTo>
                <a:cubicBezTo>
                  <a:pt x="3501025" y="4056267"/>
                  <a:pt x="3501025" y="4055615"/>
                  <a:pt x="3501321" y="4055082"/>
                </a:cubicBezTo>
                <a:lnTo>
                  <a:pt x="3513285" y="4034353"/>
                </a:lnTo>
                <a:cubicBezTo>
                  <a:pt x="3513640" y="4033879"/>
                  <a:pt x="3514173" y="4033524"/>
                  <a:pt x="3514766" y="4033524"/>
                </a:cubicBezTo>
                <a:close/>
                <a:moveTo>
                  <a:pt x="3379435" y="4033465"/>
                </a:moveTo>
                <a:lnTo>
                  <a:pt x="3403481" y="4033465"/>
                </a:lnTo>
                <a:cubicBezTo>
                  <a:pt x="3404073" y="4033465"/>
                  <a:pt x="3404665" y="4033761"/>
                  <a:pt x="3404961" y="4034294"/>
                </a:cubicBezTo>
                <a:lnTo>
                  <a:pt x="3416984" y="4055141"/>
                </a:lnTo>
                <a:cubicBezTo>
                  <a:pt x="3417280" y="4055674"/>
                  <a:pt x="3417280" y="4056326"/>
                  <a:pt x="3416984" y="4056859"/>
                </a:cubicBezTo>
                <a:lnTo>
                  <a:pt x="3404961" y="4077706"/>
                </a:lnTo>
                <a:cubicBezTo>
                  <a:pt x="3404665" y="4078180"/>
                  <a:pt x="3404073" y="4078535"/>
                  <a:pt x="3403481" y="4078535"/>
                </a:cubicBezTo>
                <a:lnTo>
                  <a:pt x="3379435" y="4078535"/>
                </a:lnTo>
                <a:cubicBezTo>
                  <a:pt x="3378843" y="4078535"/>
                  <a:pt x="3378251" y="4078239"/>
                  <a:pt x="3377954" y="4077706"/>
                </a:cubicBezTo>
                <a:lnTo>
                  <a:pt x="3365932" y="4056859"/>
                </a:lnTo>
                <a:cubicBezTo>
                  <a:pt x="3365636" y="4056326"/>
                  <a:pt x="3365636" y="4055674"/>
                  <a:pt x="3365932" y="4055141"/>
                </a:cubicBezTo>
                <a:lnTo>
                  <a:pt x="3377954" y="4034294"/>
                </a:lnTo>
                <a:cubicBezTo>
                  <a:pt x="3378251" y="4033820"/>
                  <a:pt x="3378843" y="4033465"/>
                  <a:pt x="3379435" y="4033465"/>
                </a:cubicBezTo>
                <a:close/>
                <a:moveTo>
                  <a:pt x="3446893" y="4033110"/>
                </a:moveTo>
                <a:lnTo>
                  <a:pt x="3471294" y="4033110"/>
                </a:lnTo>
                <a:cubicBezTo>
                  <a:pt x="3471886" y="4033110"/>
                  <a:pt x="3472479" y="4033465"/>
                  <a:pt x="3472774" y="4033998"/>
                </a:cubicBezTo>
                <a:lnTo>
                  <a:pt x="3484975" y="4055142"/>
                </a:lnTo>
                <a:cubicBezTo>
                  <a:pt x="3485271" y="4055675"/>
                  <a:pt x="3485271" y="4056326"/>
                  <a:pt x="3484975" y="4056859"/>
                </a:cubicBezTo>
                <a:lnTo>
                  <a:pt x="3472774" y="4078002"/>
                </a:lnTo>
                <a:cubicBezTo>
                  <a:pt x="3472479" y="4078536"/>
                  <a:pt x="3471886" y="4078891"/>
                  <a:pt x="3471294" y="4078891"/>
                </a:cubicBezTo>
                <a:lnTo>
                  <a:pt x="3446893" y="4078891"/>
                </a:lnTo>
                <a:cubicBezTo>
                  <a:pt x="3446301" y="4078891"/>
                  <a:pt x="3445709" y="4078536"/>
                  <a:pt x="3445412" y="4078002"/>
                </a:cubicBezTo>
                <a:lnTo>
                  <a:pt x="3433212" y="4056859"/>
                </a:lnTo>
                <a:cubicBezTo>
                  <a:pt x="3432916" y="4056326"/>
                  <a:pt x="3432916" y="4055675"/>
                  <a:pt x="3433212" y="4055142"/>
                </a:cubicBezTo>
                <a:lnTo>
                  <a:pt x="3445412" y="4033998"/>
                </a:lnTo>
                <a:cubicBezTo>
                  <a:pt x="3445709" y="4033465"/>
                  <a:pt x="3446301" y="4033110"/>
                  <a:pt x="3446893" y="4033110"/>
                </a:cubicBezTo>
                <a:close/>
                <a:moveTo>
                  <a:pt x="5005047" y="3979570"/>
                </a:moveTo>
                <a:lnTo>
                  <a:pt x="5024058" y="3979570"/>
                </a:lnTo>
                <a:cubicBezTo>
                  <a:pt x="5024531" y="3979570"/>
                  <a:pt x="5025005" y="3979807"/>
                  <a:pt x="5025242" y="3980221"/>
                </a:cubicBezTo>
                <a:lnTo>
                  <a:pt x="5034718" y="3996686"/>
                </a:lnTo>
                <a:cubicBezTo>
                  <a:pt x="5034955" y="3997101"/>
                  <a:pt x="5034955" y="3997634"/>
                  <a:pt x="5034718" y="3998048"/>
                </a:cubicBezTo>
                <a:lnTo>
                  <a:pt x="5025242" y="4014513"/>
                </a:lnTo>
                <a:cubicBezTo>
                  <a:pt x="5024946" y="4014928"/>
                  <a:pt x="5024531" y="4015164"/>
                  <a:pt x="5024058" y="4015164"/>
                </a:cubicBezTo>
                <a:lnTo>
                  <a:pt x="5005047" y="4015164"/>
                </a:lnTo>
                <a:cubicBezTo>
                  <a:pt x="5004572" y="4015164"/>
                  <a:pt x="5004099" y="4014928"/>
                  <a:pt x="5003862" y="4014513"/>
                </a:cubicBezTo>
                <a:lnTo>
                  <a:pt x="4994386" y="3998048"/>
                </a:lnTo>
                <a:cubicBezTo>
                  <a:pt x="4994149" y="3997634"/>
                  <a:pt x="4994149" y="3997101"/>
                  <a:pt x="4994386" y="3996686"/>
                </a:cubicBezTo>
                <a:lnTo>
                  <a:pt x="5003862" y="3980221"/>
                </a:lnTo>
                <a:cubicBezTo>
                  <a:pt x="5004158" y="3979807"/>
                  <a:pt x="5004572" y="3979570"/>
                  <a:pt x="5005047" y="3979570"/>
                </a:cubicBezTo>
                <a:close/>
                <a:moveTo>
                  <a:pt x="4125731" y="3979274"/>
                </a:moveTo>
                <a:lnTo>
                  <a:pt x="4145038" y="3979274"/>
                </a:lnTo>
                <a:cubicBezTo>
                  <a:pt x="4145512" y="3979274"/>
                  <a:pt x="4145986" y="3979570"/>
                  <a:pt x="4146223" y="3979985"/>
                </a:cubicBezTo>
                <a:lnTo>
                  <a:pt x="4155877" y="3996745"/>
                </a:lnTo>
                <a:cubicBezTo>
                  <a:pt x="4156113" y="3997160"/>
                  <a:pt x="4156113" y="3997693"/>
                  <a:pt x="4155877" y="3998108"/>
                </a:cubicBezTo>
                <a:lnTo>
                  <a:pt x="4146223" y="4014868"/>
                </a:lnTo>
                <a:cubicBezTo>
                  <a:pt x="4145986" y="4015342"/>
                  <a:pt x="4145512" y="4015579"/>
                  <a:pt x="4145038" y="4015579"/>
                </a:cubicBezTo>
                <a:lnTo>
                  <a:pt x="4125731" y="4015579"/>
                </a:lnTo>
                <a:cubicBezTo>
                  <a:pt x="4125257" y="4015579"/>
                  <a:pt x="4124784" y="4015283"/>
                  <a:pt x="4124547" y="4014868"/>
                </a:cubicBezTo>
                <a:lnTo>
                  <a:pt x="4114893" y="3998108"/>
                </a:lnTo>
                <a:cubicBezTo>
                  <a:pt x="4114656" y="3997693"/>
                  <a:pt x="4114656" y="3997160"/>
                  <a:pt x="4114893" y="3996745"/>
                </a:cubicBezTo>
                <a:lnTo>
                  <a:pt x="4124547" y="3979985"/>
                </a:lnTo>
                <a:cubicBezTo>
                  <a:pt x="4124784" y="3979511"/>
                  <a:pt x="4125257" y="3979274"/>
                  <a:pt x="4125731" y="3979274"/>
                </a:cubicBezTo>
                <a:close/>
                <a:moveTo>
                  <a:pt x="4396093" y="3979038"/>
                </a:moveTo>
                <a:lnTo>
                  <a:pt x="4415638" y="3979038"/>
                </a:lnTo>
                <a:cubicBezTo>
                  <a:pt x="4416111" y="3979038"/>
                  <a:pt x="4416585" y="3979334"/>
                  <a:pt x="4416822" y="3979749"/>
                </a:cubicBezTo>
                <a:lnTo>
                  <a:pt x="4426594" y="3996687"/>
                </a:lnTo>
                <a:cubicBezTo>
                  <a:pt x="4426832" y="3997102"/>
                  <a:pt x="4426832" y="3997634"/>
                  <a:pt x="4426594" y="3998049"/>
                </a:cubicBezTo>
                <a:lnTo>
                  <a:pt x="4416822" y="4014987"/>
                </a:lnTo>
                <a:cubicBezTo>
                  <a:pt x="4416585" y="4015402"/>
                  <a:pt x="4416111" y="4015698"/>
                  <a:pt x="4415638" y="4015698"/>
                </a:cubicBezTo>
                <a:lnTo>
                  <a:pt x="4396093" y="4015698"/>
                </a:lnTo>
                <a:cubicBezTo>
                  <a:pt x="4395620" y="4015698"/>
                  <a:pt x="4395146" y="4015402"/>
                  <a:pt x="4394909" y="4014987"/>
                </a:cubicBezTo>
                <a:lnTo>
                  <a:pt x="4385137" y="3998049"/>
                </a:lnTo>
                <a:cubicBezTo>
                  <a:pt x="4384900" y="3997634"/>
                  <a:pt x="4384900" y="3997102"/>
                  <a:pt x="4385137" y="3996687"/>
                </a:cubicBezTo>
                <a:lnTo>
                  <a:pt x="4394909" y="3979749"/>
                </a:lnTo>
                <a:cubicBezTo>
                  <a:pt x="4395146" y="3979334"/>
                  <a:pt x="4395620" y="3979038"/>
                  <a:pt x="4396093" y="3979038"/>
                </a:cubicBezTo>
                <a:close/>
                <a:moveTo>
                  <a:pt x="4463670" y="3978978"/>
                </a:moveTo>
                <a:lnTo>
                  <a:pt x="4483332" y="3978978"/>
                </a:lnTo>
                <a:cubicBezTo>
                  <a:pt x="4483806" y="3978978"/>
                  <a:pt x="4484280" y="3979274"/>
                  <a:pt x="4484517" y="3979689"/>
                </a:cubicBezTo>
                <a:lnTo>
                  <a:pt x="4494348" y="3996686"/>
                </a:lnTo>
                <a:cubicBezTo>
                  <a:pt x="4494585" y="3997101"/>
                  <a:pt x="4494585" y="3997634"/>
                  <a:pt x="4494348" y="3998048"/>
                </a:cubicBezTo>
                <a:lnTo>
                  <a:pt x="4484517" y="4015046"/>
                </a:lnTo>
                <a:cubicBezTo>
                  <a:pt x="4484280" y="4015460"/>
                  <a:pt x="4483806" y="4015757"/>
                  <a:pt x="4483332" y="4015757"/>
                </a:cubicBezTo>
                <a:lnTo>
                  <a:pt x="4463670" y="4015757"/>
                </a:lnTo>
                <a:cubicBezTo>
                  <a:pt x="4463195" y="4015757"/>
                  <a:pt x="4462722" y="4015460"/>
                  <a:pt x="4462485" y="4015046"/>
                </a:cubicBezTo>
                <a:lnTo>
                  <a:pt x="4452654" y="3998048"/>
                </a:lnTo>
                <a:cubicBezTo>
                  <a:pt x="4452417" y="3997634"/>
                  <a:pt x="4452417" y="3997101"/>
                  <a:pt x="4452654" y="3996686"/>
                </a:cubicBezTo>
                <a:lnTo>
                  <a:pt x="4462485" y="3979689"/>
                </a:lnTo>
                <a:cubicBezTo>
                  <a:pt x="4462722" y="3979274"/>
                  <a:pt x="4463195" y="3978978"/>
                  <a:pt x="4463670" y="3978978"/>
                </a:cubicBezTo>
                <a:close/>
                <a:moveTo>
                  <a:pt x="4057859" y="3978860"/>
                </a:moveTo>
                <a:lnTo>
                  <a:pt x="4077640" y="3978860"/>
                </a:lnTo>
                <a:cubicBezTo>
                  <a:pt x="4078114" y="3978860"/>
                  <a:pt x="4078588" y="3979156"/>
                  <a:pt x="4078825" y="3979571"/>
                </a:cubicBezTo>
                <a:lnTo>
                  <a:pt x="4088715" y="3996687"/>
                </a:lnTo>
                <a:cubicBezTo>
                  <a:pt x="4088952" y="3997161"/>
                  <a:pt x="4088952" y="3997694"/>
                  <a:pt x="4088715" y="3998108"/>
                </a:cubicBezTo>
                <a:lnTo>
                  <a:pt x="4078825" y="4015224"/>
                </a:lnTo>
                <a:cubicBezTo>
                  <a:pt x="4078588" y="4015639"/>
                  <a:pt x="4078114" y="4015935"/>
                  <a:pt x="4077640" y="4015935"/>
                </a:cubicBezTo>
                <a:lnTo>
                  <a:pt x="4057859" y="4015935"/>
                </a:lnTo>
                <a:cubicBezTo>
                  <a:pt x="4057385" y="4015935"/>
                  <a:pt x="4056911" y="4015639"/>
                  <a:pt x="4056675" y="4015224"/>
                </a:cubicBezTo>
                <a:lnTo>
                  <a:pt x="4046784" y="3998108"/>
                </a:lnTo>
                <a:cubicBezTo>
                  <a:pt x="4046547" y="3997634"/>
                  <a:pt x="4046547" y="3997101"/>
                  <a:pt x="4046784" y="3996687"/>
                </a:cubicBezTo>
                <a:lnTo>
                  <a:pt x="4056675" y="3979571"/>
                </a:lnTo>
                <a:cubicBezTo>
                  <a:pt x="4056911" y="3979156"/>
                  <a:pt x="4057385" y="3978860"/>
                  <a:pt x="4057859" y="3978860"/>
                </a:cubicBezTo>
                <a:close/>
                <a:moveTo>
                  <a:pt x="3990165" y="3978623"/>
                </a:moveTo>
                <a:lnTo>
                  <a:pt x="4010124" y="3978623"/>
                </a:lnTo>
                <a:cubicBezTo>
                  <a:pt x="4010657" y="3978623"/>
                  <a:pt x="4011131" y="3978919"/>
                  <a:pt x="4011368" y="3979334"/>
                </a:cubicBezTo>
                <a:lnTo>
                  <a:pt x="4021377" y="3996627"/>
                </a:lnTo>
                <a:cubicBezTo>
                  <a:pt x="4021614" y="3997042"/>
                  <a:pt x="4021614" y="3997634"/>
                  <a:pt x="4021377" y="3998049"/>
                </a:cubicBezTo>
                <a:lnTo>
                  <a:pt x="4011368" y="4015343"/>
                </a:lnTo>
                <a:cubicBezTo>
                  <a:pt x="4011072" y="4015757"/>
                  <a:pt x="4010598" y="4016053"/>
                  <a:pt x="4010124" y="4016053"/>
                </a:cubicBezTo>
                <a:lnTo>
                  <a:pt x="3990165" y="4016053"/>
                </a:lnTo>
                <a:cubicBezTo>
                  <a:pt x="3989632" y="4016053"/>
                  <a:pt x="3989159" y="4015757"/>
                  <a:pt x="3988922" y="4015343"/>
                </a:cubicBezTo>
                <a:lnTo>
                  <a:pt x="3978913" y="3998049"/>
                </a:lnTo>
                <a:cubicBezTo>
                  <a:pt x="3978676" y="3997634"/>
                  <a:pt x="3978676" y="3997042"/>
                  <a:pt x="3978913" y="3996627"/>
                </a:cubicBezTo>
                <a:lnTo>
                  <a:pt x="3988922" y="3979334"/>
                </a:lnTo>
                <a:cubicBezTo>
                  <a:pt x="3989218" y="3978919"/>
                  <a:pt x="3989691" y="3978623"/>
                  <a:pt x="3990165" y="3978623"/>
                </a:cubicBezTo>
                <a:close/>
                <a:moveTo>
                  <a:pt x="3922412" y="3978445"/>
                </a:moveTo>
                <a:lnTo>
                  <a:pt x="3942608" y="3978445"/>
                </a:lnTo>
                <a:cubicBezTo>
                  <a:pt x="3943141" y="3978445"/>
                  <a:pt x="3943614" y="3978741"/>
                  <a:pt x="3943851" y="3979156"/>
                </a:cubicBezTo>
                <a:lnTo>
                  <a:pt x="3953919" y="3996627"/>
                </a:lnTo>
                <a:cubicBezTo>
                  <a:pt x="3954156" y="3997042"/>
                  <a:pt x="3954156" y="3997634"/>
                  <a:pt x="3953919" y="3998048"/>
                </a:cubicBezTo>
                <a:lnTo>
                  <a:pt x="3943792" y="4015520"/>
                </a:lnTo>
                <a:cubicBezTo>
                  <a:pt x="3943496" y="4015935"/>
                  <a:pt x="3943022" y="4016231"/>
                  <a:pt x="3942548" y="4016231"/>
                </a:cubicBezTo>
                <a:lnTo>
                  <a:pt x="3922353" y="4016231"/>
                </a:lnTo>
                <a:cubicBezTo>
                  <a:pt x="3921820" y="4016231"/>
                  <a:pt x="3921345" y="4015935"/>
                  <a:pt x="3921109" y="4015520"/>
                </a:cubicBezTo>
                <a:lnTo>
                  <a:pt x="3911040" y="3998048"/>
                </a:lnTo>
                <a:cubicBezTo>
                  <a:pt x="3910804" y="3997634"/>
                  <a:pt x="3910804" y="3997042"/>
                  <a:pt x="3911040" y="3996627"/>
                </a:cubicBezTo>
                <a:lnTo>
                  <a:pt x="3921168" y="3979156"/>
                </a:lnTo>
                <a:cubicBezTo>
                  <a:pt x="3921464" y="3978741"/>
                  <a:pt x="3921938" y="3978445"/>
                  <a:pt x="3922412" y="3978445"/>
                </a:cubicBezTo>
                <a:close/>
                <a:moveTo>
                  <a:pt x="4260468" y="3978327"/>
                </a:moveTo>
                <a:lnTo>
                  <a:pt x="4280782" y="3978327"/>
                </a:lnTo>
                <a:cubicBezTo>
                  <a:pt x="4281315" y="3978327"/>
                  <a:pt x="4281789" y="3978623"/>
                  <a:pt x="4282026" y="3979038"/>
                </a:cubicBezTo>
                <a:lnTo>
                  <a:pt x="4292153" y="3996627"/>
                </a:lnTo>
                <a:cubicBezTo>
                  <a:pt x="4292390" y="3997042"/>
                  <a:pt x="4292390" y="3997634"/>
                  <a:pt x="4292153" y="3998049"/>
                </a:cubicBezTo>
                <a:lnTo>
                  <a:pt x="4281967" y="4015639"/>
                </a:lnTo>
                <a:cubicBezTo>
                  <a:pt x="4281730" y="4016053"/>
                  <a:pt x="4281256" y="4016349"/>
                  <a:pt x="4280723" y="4016349"/>
                </a:cubicBezTo>
                <a:lnTo>
                  <a:pt x="4260409" y="4016349"/>
                </a:lnTo>
                <a:cubicBezTo>
                  <a:pt x="4259876" y="4016349"/>
                  <a:pt x="4259402" y="4016053"/>
                  <a:pt x="4259165" y="4015639"/>
                </a:cubicBezTo>
                <a:lnTo>
                  <a:pt x="4249038" y="3998049"/>
                </a:lnTo>
                <a:cubicBezTo>
                  <a:pt x="4248801" y="3997634"/>
                  <a:pt x="4248801" y="3997042"/>
                  <a:pt x="4249038" y="3996627"/>
                </a:cubicBezTo>
                <a:lnTo>
                  <a:pt x="4259224" y="3979038"/>
                </a:lnTo>
                <a:cubicBezTo>
                  <a:pt x="4259462" y="3978623"/>
                  <a:pt x="4259935" y="3978327"/>
                  <a:pt x="4260468" y="3978327"/>
                </a:cubicBezTo>
                <a:close/>
                <a:moveTo>
                  <a:pt x="3178367" y="3978327"/>
                </a:moveTo>
                <a:lnTo>
                  <a:pt x="3198682" y="3978327"/>
                </a:lnTo>
                <a:cubicBezTo>
                  <a:pt x="3199214" y="3978327"/>
                  <a:pt x="3199688" y="3978623"/>
                  <a:pt x="3199925" y="3979038"/>
                </a:cubicBezTo>
                <a:lnTo>
                  <a:pt x="3210052" y="3996627"/>
                </a:lnTo>
                <a:cubicBezTo>
                  <a:pt x="3210289" y="3997042"/>
                  <a:pt x="3210289" y="3997634"/>
                  <a:pt x="3210052" y="3998049"/>
                </a:cubicBezTo>
                <a:lnTo>
                  <a:pt x="3199866" y="4015639"/>
                </a:lnTo>
                <a:cubicBezTo>
                  <a:pt x="3199629" y="4016053"/>
                  <a:pt x="3199155" y="4016349"/>
                  <a:pt x="3198622" y="4016349"/>
                </a:cubicBezTo>
                <a:lnTo>
                  <a:pt x="3178308" y="4016349"/>
                </a:lnTo>
                <a:cubicBezTo>
                  <a:pt x="3177775" y="4016349"/>
                  <a:pt x="3177301" y="4016053"/>
                  <a:pt x="3177064" y="4015639"/>
                </a:cubicBezTo>
                <a:lnTo>
                  <a:pt x="3166936" y="3998049"/>
                </a:lnTo>
                <a:cubicBezTo>
                  <a:pt x="3166700" y="3997634"/>
                  <a:pt x="3166700" y="3997042"/>
                  <a:pt x="3166936" y="3996627"/>
                </a:cubicBezTo>
                <a:lnTo>
                  <a:pt x="3177124" y="3979038"/>
                </a:lnTo>
                <a:cubicBezTo>
                  <a:pt x="3177360" y="3978623"/>
                  <a:pt x="3177834" y="3978327"/>
                  <a:pt x="3178367" y="3978327"/>
                </a:cubicBezTo>
                <a:close/>
                <a:moveTo>
                  <a:pt x="4530949" y="3978208"/>
                </a:moveTo>
                <a:lnTo>
                  <a:pt x="4551382" y="3978208"/>
                </a:lnTo>
                <a:cubicBezTo>
                  <a:pt x="4551915" y="3978208"/>
                  <a:pt x="4552389" y="3978504"/>
                  <a:pt x="4552626" y="3978919"/>
                </a:cubicBezTo>
                <a:lnTo>
                  <a:pt x="4562812" y="3996627"/>
                </a:lnTo>
                <a:cubicBezTo>
                  <a:pt x="4563050" y="3997042"/>
                  <a:pt x="4563050" y="3997634"/>
                  <a:pt x="4562812" y="3998048"/>
                </a:cubicBezTo>
                <a:lnTo>
                  <a:pt x="4552567" y="4015757"/>
                </a:lnTo>
                <a:cubicBezTo>
                  <a:pt x="4552330" y="4016171"/>
                  <a:pt x="4551856" y="4016467"/>
                  <a:pt x="4551322" y="4016467"/>
                </a:cubicBezTo>
                <a:lnTo>
                  <a:pt x="4530890" y="4016467"/>
                </a:lnTo>
                <a:cubicBezTo>
                  <a:pt x="4530357" y="4016467"/>
                  <a:pt x="4529883" y="4016171"/>
                  <a:pt x="4529647" y="4015757"/>
                </a:cubicBezTo>
                <a:lnTo>
                  <a:pt x="4519459" y="3998048"/>
                </a:lnTo>
                <a:cubicBezTo>
                  <a:pt x="4519223" y="3997634"/>
                  <a:pt x="4519223" y="3997042"/>
                  <a:pt x="4519459" y="3996627"/>
                </a:cubicBezTo>
                <a:lnTo>
                  <a:pt x="4529706" y="3978919"/>
                </a:lnTo>
                <a:cubicBezTo>
                  <a:pt x="4529942" y="3978504"/>
                  <a:pt x="4530417" y="3978208"/>
                  <a:pt x="4530949" y="3978208"/>
                </a:cubicBezTo>
                <a:close/>
                <a:moveTo>
                  <a:pt x="4327866" y="3977853"/>
                </a:moveTo>
                <a:lnTo>
                  <a:pt x="4348713" y="3977853"/>
                </a:lnTo>
                <a:cubicBezTo>
                  <a:pt x="4349246" y="3977853"/>
                  <a:pt x="4349720" y="3978090"/>
                  <a:pt x="4350016" y="3978564"/>
                </a:cubicBezTo>
                <a:lnTo>
                  <a:pt x="4360440" y="3996627"/>
                </a:lnTo>
                <a:cubicBezTo>
                  <a:pt x="4360736" y="3997101"/>
                  <a:pt x="4360736" y="3997634"/>
                  <a:pt x="4360440" y="3998108"/>
                </a:cubicBezTo>
                <a:lnTo>
                  <a:pt x="4350016" y="4016171"/>
                </a:lnTo>
                <a:cubicBezTo>
                  <a:pt x="4349720" y="4016586"/>
                  <a:pt x="4349246" y="4016882"/>
                  <a:pt x="4348713" y="4016882"/>
                </a:cubicBezTo>
                <a:lnTo>
                  <a:pt x="4327866" y="4016882"/>
                </a:lnTo>
                <a:cubicBezTo>
                  <a:pt x="4327333" y="4016882"/>
                  <a:pt x="4326859" y="4016645"/>
                  <a:pt x="4326563" y="4016171"/>
                </a:cubicBezTo>
                <a:lnTo>
                  <a:pt x="4316139" y="3998108"/>
                </a:lnTo>
                <a:cubicBezTo>
                  <a:pt x="4315843" y="3997634"/>
                  <a:pt x="4315843" y="3997101"/>
                  <a:pt x="4316139" y="3996627"/>
                </a:cubicBezTo>
                <a:lnTo>
                  <a:pt x="4326563" y="3978564"/>
                </a:lnTo>
                <a:cubicBezTo>
                  <a:pt x="4326859" y="3978149"/>
                  <a:pt x="4327333" y="3977853"/>
                  <a:pt x="4327866" y="3977853"/>
                </a:cubicBezTo>
                <a:close/>
                <a:moveTo>
                  <a:pt x="4192299" y="3977320"/>
                </a:moveTo>
                <a:lnTo>
                  <a:pt x="4213739" y="3977320"/>
                </a:lnTo>
                <a:cubicBezTo>
                  <a:pt x="4214272" y="3977320"/>
                  <a:pt x="4214746" y="3977616"/>
                  <a:pt x="4215042" y="3978090"/>
                </a:cubicBezTo>
                <a:lnTo>
                  <a:pt x="4225762" y="3996627"/>
                </a:lnTo>
                <a:cubicBezTo>
                  <a:pt x="4226058" y="3997101"/>
                  <a:pt x="4226058" y="3997693"/>
                  <a:pt x="4225762" y="3998167"/>
                </a:cubicBezTo>
                <a:lnTo>
                  <a:pt x="4215042" y="4016705"/>
                </a:lnTo>
                <a:cubicBezTo>
                  <a:pt x="4214746" y="4017179"/>
                  <a:pt x="4214272" y="4017475"/>
                  <a:pt x="4213739" y="4017475"/>
                </a:cubicBezTo>
                <a:lnTo>
                  <a:pt x="4192299" y="4017475"/>
                </a:lnTo>
                <a:cubicBezTo>
                  <a:pt x="4191767" y="4017475"/>
                  <a:pt x="4191293" y="4017179"/>
                  <a:pt x="4190997" y="4016705"/>
                </a:cubicBezTo>
                <a:lnTo>
                  <a:pt x="4180277" y="3998167"/>
                </a:lnTo>
                <a:cubicBezTo>
                  <a:pt x="4179981" y="3997693"/>
                  <a:pt x="4179981" y="3997101"/>
                  <a:pt x="4180277" y="3996627"/>
                </a:cubicBezTo>
                <a:lnTo>
                  <a:pt x="4190997" y="3978090"/>
                </a:lnTo>
                <a:cubicBezTo>
                  <a:pt x="4191293" y="3977616"/>
                  <a:pt x="4191767" y="3977320"/>
                  <a:pt x="4192299" y="3977320"/>
                </a:cubicBezTo>
                <a:close/>
                <a:moveTo>
                  <a:pt x="3786490" y="3977202"/>
                </a:moveTo>
                <a:lnTo>
                  <a:pt x="3807988" y="3977202"/>
                </a:lnTo>
                <a:cubicBezTo>
                  <a:pt x="3808522" y="3977202"/>
                  <a:pt x="3808996" y="3977498"/>
                  <a:pt x="3809292" y="3977972"/>
                </a:cubicBezTo>
                <a:lnTo>
                  <a:pt x="3820071" y="3996628"/>
                </a:lnTo>
                <a:cubicBezTo>
                  <a:pt x="3820367" y="3997102"/>
                  <a:pt x="3820367" y="3997694"/>
                  <a:pt x="3820071" y="3998168"/>
                </a:cubicBezTo>
                <a:lnTo>
                  <a:pt x="3809292" y="4016824"/>
                </a:lnTo>
                <a:cubicBezTo>
                  <a:pt x="3809055" y="4017297"/>
                  <a:pt x="3808522" y="4017593"/>
                  <a:pt x="3807988" y="4017593"/>
                </a:cubicBezTo>
                <a:lnTo>
                  <a:pt x="3786490" y="4017593"/>
                </a:lnTo>
                <a:cubicBezTo>
                  <a:pt x="3785957" y="4017593"/>
                  <a:pt x="3785483" y="4017297"/>
                  <a:pt x="3785187" y="4016824"/>
                </a:cubicBezTo>
                <a:lnTo>
                  <a:pt x="3774408" y="3998168"/>
                </a:lnTo>
                <a:cubicBezTo>
                  <a:pt x="3774112" y="3997694"/>
                  <a:pt x="3774112" y="3997102"/>
                  <a:pt x="3774408" y="3996628"/>
                </a:cubicBezTo>
                <a:lnTo>
                  <a:pt x="3785187" y="3977972"/>
                </a:lnTo>
                <a:cubicBezTo>
                  <a:pt x="3785424" y="3977498"/>
                  <a:pt x="3785957" y="3977202"/>
                  <a:pt x="3786490" y="3977202"/>
                </a:cubicBezTo>
                <a:close/>
                <a:moveTo>
                  <a:pt x="4597932" y="3977024"/>
                </a:moveTo>
                <a:lnTo>
                  <a:pt x="4619668" y="3977024"/>
                </a:lnTo>
                <a:cubicBezTo>
                  <a:pt x="4620201" y="3977024"/>
                  <a:pt x="4620675" y="3977320"/>
                  <a:pt x="4620971" y="3977794"/>
                </a:cubicBezTo>
                <a:lnTo>
                  <a:pt x="4631810" y="3996627"/>
                </a:lnTo>
                <a:cubicBezTo>
                  <a:pt x="4632105" y="3997101"/>
                  <a:pt x="4632105" y="3997694"/>
                  <a:pt x="4631810" y="3998167"/>
                </a:cubicBezTo>
                <a:lnTo>
                  <a:pt x="4620912" y="4017001"/>
                </a:lnTo>
                <a:cubicBezTo>
                  <a:pt x="4620675" y="4017475"/>
                  <a:pt x="4620142" y="4017771"/>
                  <a:pt x="4619609" y="4017771"/>
                </a:cubicBezTo>
                <a:lnTo>
                  <a:pt x="4597874" y="4017771"/>
                </a:lnTo>
                <a:cubicBezTo>
                  <a:pt x="4597340" y="4017771"/>
                  <a:pt x="4596867" y="4017475"/>
                  <a:pt x="4596570" y="4017001"/>
                </a:cubicBezTo>
                <a:lnTo>
                  <a:pt x="4585732" y="3998167"/>
                </a:lnTo>
                <a:cubicBezTo>
                  <a:pt x="4585436" y="3997694"/>
                  <a:pt x="4585436" y="3997101"/>
                  <a:pt x="4585732" y="3996627"/>
                </a:cubicBezTo>
                <a:lnTo>
                  <a:pt x="4596630" y="3977794"/>
                </a:lnTo>
                <a:cubicBezTo>
                  <a:pt x="4596867" y="3977320"/>
                  <a:pt x="4597399" y="3977024"/>
                  <a:pt x="4597932" y="3977024"/>
                </a:cubicBezTo>
                <a:close/>
                <a:moveTo>
                  <a:pt x="3854006" y="3977024"/>
                </a:moveTo>
                <a:lnTo>
                  <a:pt x="3875742" y="3977024"/>
                </a:lnTo>
                <a:cubicBezTo>
                  <a:pt x="3876275" y="3977024"/>
                  <a:pt x="3876749" y="3977320"/>
                  <a:pt x="3877045" y="3977794"/>
                </a:cubicBezTo>
                <a:lnTo>
                  <a:pt x="3887884" y="3996627"/>
                </a:lnTo>
                <a:cubicBezTo>
                  <a:pt x="3888179" y="3997101"/>
                  <a:pt x="3888179" y="3997694"/>
                  <a:pt x="3887884" y="3998167"/>
                </a:cubicBezTo>
                <a:lnTo>
                  <a:pt x="3876986" y="4017001"/>
                </a:lnTo>
                <a:cubicBezTo>
                  <a:pt x="3876749" y="4017475"/>
                  <a:pt x="3876216" y="4017771"/>
                  <a:pt x="3875683" y="4017771"/>
                </a:cubicBezTo>
                <a:lnTo>
                  <a:pt x="3853947" y="4017771"/>
                </a:lnTo>
                <a:cubicBezTo>
                  <a:pt x="3853414" y="4017771"/>
                  <a:pt x="3852941" y="4017475"/>
                  <a:pt x="3852644" y="4017001"/>
                </a:cubicBezTo>
                <a:lnTo>
                  <a:pt x="3841806" y="3998167"/>
                </a:lnTo>
                <a:cubicBezTo>
                  <a:pt x="3841510" y="3997694"/>
                  <a:pt x="3841510" y="3997101"/>
                  <a:pt x="3841806" y="3996627"/>
                </a:cubicBezTo>
                <a:lnTo>
                  <a:pt x="3852704" y="3977794"/>
                </a:lnTo>
                <a:cubicBezTo>
                  <a:pt x="3852941" y="3977320"/>
                  <a:pt x="3853473" y="3977024"/>
                  <a:pt x="3854006" y="3977024"/>
                </a:cubicBezTo>
                <a:close/>
                <a:moveTo>
                  <a:pt x="4665449" y="3976787"/>
                </a:moveTo>
                <a:lnTo>
                  <a:pt x="4687422" y="3976787"/>
                </a:lnTo>
                <a:cubicBezTo>
                  <a:pt x="4688014" y="3976787"/>
                  <a:pt x="4688488" y="3977083"/>
                  <a:pt x="4688784" y="3977557"/>
                </a:cubicBezTo>
                <a:lnTo>
                  <a:pt x="4699741" y="3996568"/>
                </a:lnTo>
                <a:cubicBezTo>
                  <a:pt x="4700037" y="3997042"/>
                  <a:pt x="4700037" y="3997634"/>
                  <a:pt x="4699741" y="3998108"/>
                </a:cubicBezTo>
                <a:lnTo>
                  <a:pt x="4688725" y="4017119"/>
                </a:lnTo>
                <a:cubicBezTo>
                  <a:pt x="4688429" y="4017593"/>
                  <a:pt x="4687896" y="4017889"/>
                  <a:pt x="4687363" y="4017889"/>
                </a:cubicBezTo>
                <a:lnTo>
                  <a:pt x="4665390" y="4017889"/>
                </a:lnTo>
                <a:cubicBezTo>
                  <a:pt x="4664798" y="4017889"/>
                  <a:pt x="4664324" y="4017593"/>
                  <a:pt x="4664028" y="4017119"/>
                </a:cubicBezTo>
                <a:lnTo>
                  <a:pt x="4653071" y="3998108"/>
                </a:lnTo>
                <a:cubicBezTo>
                  <a:pt x="4652775" y="3997634"/>
                  <a:pt x="4652775" y="3997042"/>
                  <a:pt x="4653071" y="3996568"/>
                </a:cubicBezTo>
                <a:lnTo>
                  <a:pt x="4664087" y="3977557"/>
                </a:lnTo>
                <a:cubicBezTo>
                  <a:pt x="4664384" y="3977083"/>
                  <a:pt x="4664916" y="3976787"/>
                  <a:pt x="4665449" y="3976787"/>
                </a:cubicBezTo>
                <a:close/>
                <a:moveTo>
                  <a:pt x="3245113" y="3976668"/>
                </a:moveTo>
                <a:lnTo>
                  <a:pt x="3267204" y="3976668"/>
                </a:lnTo>
                <a:cubicBezTo>
                  <a:pt x="3267796" y="3976668"/>
                  <a:pt x="3268271" y="3976964"/>
                  <a:pt x="3268566" y="3977438"/>
                </a:cubicBezTo>
                <a:lnTo>
                  <a:pt x="3279582" y="3996568"/>
                </a:lnTo>
                <a:cubicBezTo>
                  <a:pt x="3279879" y="3997041"/>
                  <a:pt x="3279879" y="3997634"/>
                  <a:pt x="3279582" y="3998107"/>
                </a:cubicBezTo>
                <a:lnTo>
                  <a:pt x="3268507" y="4017237"/>
                </a:lnTo>
                <a:cubicBezTo>
                  <a:pt x="3268211" y="4017711"/>
                  <a:pt x="3267678" y="4018007"/>
                  <a:pt x="3267145" y="4018007"/>
                </a:cubicBezTo>
                <a:lnTo>
                  <a:pt x="3245054" y="4018007"/>
                </a:lnTo>
                <a:cubicBezTo>
                  <a:pt x="3244462" y="4018007"/>
                  <a:pt x="3243988" y="4017711"/>
                  <a:pt x="3243692" y="4017237"/>
                </a:cubicBezTo>
                <a:lnTo>
                  <a:pt x="3232676" y="3998107"/>
                </a:lnTo>
                <a:cubicBezTo>
                  <a:pt x="3232380" y="3997634"/>
                  <a:pt x="3232380" y="3997041"/>
                  <a:pt x="3232676" y="3996568"/>
                </a:cubicBezTo>
                <a:lnTo>
                  <a:pt x="3243751" y="3977438"/>
                </a:lnTo>
                <a:cubicBezTo>
                  <a:pt x="3244047" y="3976964"/>
                  <a:pt x="3244581" y="3976668"/>
                  <a:pt x="3245113" y="3976668"/>
                </a:cubicBezTo>
                <a:close/>
                <a:moveTo>
                  <a:pt x="4935811" y="3976609"/>
                </a:moveTo>
                <a:lnTo>
                  <a:pt x="4958021" y="3976609"/>
                </a:lnTo>
                <a:cubicBezTo>
                  <a:pt x="4958554" y="3976609"/>
                  <a:pt x="4959087" y="3976905"/>
                  <a:pt x="4959383" y="3977379"/>
                </a:cubicBezTo>
                <a:lnTo>
                  <a:pt x="4970458" y="3996627"/>
                </a:lnTo>
                <a:cubicBezTo>
                  <a:pt x="4970754" y="3997101"/>
                  <a:pt x="4970754" y="3997693"/>
                  <a:pt x="4970458" y="3998167"/>
                </a:cubicBezTo>
                <a:lnTo>
                  <a:pt x="4959383" y="4017415"/>
                </a:lnTo>
                <a:cubicBezTo>
                  <a:pt x="4959087" y="4017889"/>
                  <a:pt x="4958554" y="4018185"/>
                  <a:pt x="4958021" y="4018185"/>
                </a:cubicBezTo>
                <a:lnTo>
                  <a:pt x="4935811" y="4018185"/>
                </a:lnTo>
                <a:cubicBezTo>
                  <a:pt x="4935279" y="4018185"/>
                  <a:pt x="4934745" y="4017889"/>
                  <a:pt x="4934449" y="4017415"/>
                </a:cubicBezTo>
                <a:lnTo>
                  <a:pt x="4923374" y="3998167"/>
                </a:lnTo>
                <a:cubicBezTo>
                  <a:pt x="4923078" y="3997693"/>
                  <a:pt x="4923078" y="3997101"/>
                  <a:pt x="4923374" y="3996627"/>
                </a:cubicBezTo>
                <a:lnTo>
                  <a:pt x="4934449" y="3977379"/>
                </a:lnTo>
                <a:cubicBezTo>
                  <a:pt x="4934745" y="3976905"/>
                  <a:pt x="4935279" y="3976609"/>
                  <a:pt x="4935811" y="3976609"/>
                </a:cubicBezTo>
                <a:close/>
                <a:moveTo>
                  <a:pt x="4732906" y="3976609"/>
                </a:moveTo>
                <a:lnTo>
                  <a:pt x="4755116" y="3976609"/>
                </a:lnTo>
                <a:cubicBezTo>
                  <a:pt x="4755649" y="3976609"/>
                  <a:pt x="4756182" y="3976905"/>
                  <a:pt x="4756478" y="3977379"/>
                </a:cubicBezTo>
                <a:lnTo>
                  <a:pt x="4767553" y="3996627"/>
                </a:lnTo>
                <a:cubicBezTo>
                  <a:pt x="4767849" y="3997101"/>
                  <a:pt x="4767849" y="3997693"/>
                  <a:pt x="4767553" y="3998167"/>
                </a:cubicBezTo>
                <a:lnTo>
                  <a:pt x="4756478" y="4017415"/>
                </a:lnTo>
                <a:cubicBezTo>
                  <a:pt x="4756182" y="4017889"/>
                  <a:pt x="4755649" y="4018185"/>
                  <a:pt x="4755116" y="4018185"/>
                </a:cubicBezTo>
                <a:lnTo>
                  <a:pt x="4732906" y="4018185"/>
                </a:lnTo>
                <a:cubicBezTo>
                  <a:pt x="4732374" y="4018185"/>
                  <a:pt x="4731841" y="4017889"/>
                  <a:pt x="4731544" y="4017415"/>
                </a:cubicBezTo>
                <a:lnTo>
                  <a:pt x="4720469" y="3998167"/>
                </a:lnTo>
                <a:cubicBezTo>
                  <a:pt x="4720173" y="3997693"/>
                  <a:pt x="4720173" y="3997101"/>
                  <a:pt x="4720469" y="3996627"/>
                </a:cubicBezTo>
                <a:lnTo>
                  <a:pt x="4731544" y="3977379"/>
                </a:lnTo>
                <a:cubicBezTo>
                  <a:pt x="4731841" y="3976905"/>
                  <a:pt x="4732374" y="3976609"/>
                  <a:pt x="4732906" y="3976609"/>
                </a:cubicBezTo>
                <a:close/>
                <a:moveTo>
                  <a:pt x="3650864" y="3976609"/>
                </a:moveTo>
                <a:lnTo>
                  <a:pt x="3673074" y="3976609"/>
                </a:lnTo>
                <a:cubicBezTo>
                  <a:pt x="3673607" y="3976609"/>
                  <a:pt x="3674139" y="3976905"/>
                  <a:pt x="3674436" y="3977379"/>
                </a:cubicBezTo>
                <a:lnTo>
                  <a:pt x="3685511" y="3996627"/>
                </a:lnTo>
                <a:cubicBezTo>
                  <a:pt x="3685807" y="3997101"/>
                  <a:pt x="3685807" y="3997693"/>
                  <a:pt x="3685511" y="3998167"/>
                </a:cubicBezTo>
                <a:lnTo>
                  <a:pt x="3674436" y="4017415"/>
                </a:lnTo>
                <a:cubicBezTo>
                  <a:pt x="3674139" y="4017889"/>
                  <a:pt x="3673607" y="4018185"/>
                  <a:pt x="3673074" y="4018185"/>
                </a:cubicBezTo>
                <a:lnTo>
                  <a:pt x="3650864" y="4018185"/>
                </a:lnTo>
                <a:cubicBezTo>
                  <a:pt x="3650331" y="4018185"/>
                  <a:pt x="3649798" y="4017889"/>
                  <a:pt x="3649502" y="4017415"/>
                </a:cubicBezTo>
                <a:lnTo>
                  <a:pt x="3638427" y="3998167"/>
                </a:lnTo>
                <a:cubicBezTo>
                  <a:pt x="3638131" y="3997693"/>
                  <a:pt x="3638131" y="3997101"/>
                  <a:pt x="3638427" y="3996627"/>
                </a:cubicBezTo>
                <a:lnTo>
                  <a:pt x="3649502" y="3977379"/>
                </a:lnTo>
                <a:cubicBezTo>
                  <a:pt x="3649798" y="3976905"/>
                  <a:pt x="3650331" y="3976609"/>
                  <a:pt x="3650864" y="3976609"/>
                </a:cubicBezTo>
                <a:close/>
                <a:moveTo>
                  <a:pt x="4800423" y="3976254"/>
                </a:moveTo>
                <a:lnTo>
                  <a:pt x="4822929" y="3976254"/>
                </a:lnTo>
                <a:cubicBezTo>
                  <a:pt x="4823462" y="3976254"/>
                  <a:pt x="4823995" y="3976550"/>
                  <a:pt x="4824291" y="3977024"/>
                </a:cubicBezTo>
                <a:lnTo>
                  <a:pt x="4835543" y="3996509"/>
                </a:lnTo>
                <a:cubicBezTo>
                  <a:pt x="4835840" y="3996983"/>
                  <a:pt x="4835840" y="3997634"/>
                  <a:pt x="4835543" y="3998108"/>
                </a:cubicBezTo>
                <a:lnTo>
                  <a:pt x="4824291" y="4017593"/>
                </a:lnTo>
                <a:cubicBezTo>
                  <a:pt x="4823995" y="4018067"/>
                  <a:pt x="4823462" y="4018363"/>
                  <a:pt x="4822929" y="4018363"/>
                </a:cubicBezTo>
                <a:lnTo>
                  <a:pt x="4800423" y="4018363"/>
                </a:lnTo>
                <a:cubicBezTo>
                  <a:pt x="4799890" y="4018363"/>
                  <a:pt x="4799357" y="4018067"/>
                  <a:pt x="4799061" y="4017593"/>
                </a:cubicBezTo>
                <a:lnTo>
                  <a:pt x="4787808" y="3998108"/>
                </a:lnTo>
                <a:cubicBezTo>
                  <a:pt x="4787512" y="3997634"/>
                  <a:pt x="4787512" y="3996983"/>
                  <a:pt x="4787808" y="3996509"/>
                </a:cubicBezTo>
                <a:lnTo>
                  <a:pt x="4799061" y="3977024"/>
                </a:lnTo>
                <a:cubicBezTo>
                  <a:pt x="4799357" y="3976550"/>
                  <a:pt x="4799890" y="3976254"/>
                  <a:pt x="4800423" y="3976254"/>
                </a:cubicBezTo>
                <a:close/>
                <a:moveTo>
                  <a:pt x="3515417" y="3976194"/>
                </a:moveTo>
                <a:lnTo>
                  <a:pt x="3538040" y="3976194"/>
                </a:lnTo>
                <a:cubicBezTo>
                  <a:pt x="3538573" y="3976194"/>
                  <a:pt x="3539107" y="3976549"/>
                  <a:pt x="3539402" y="3977023"/>
                </a:cubicBezTo>
                <a:lnTo>
                  <a:pt x="3550714" y="3996627"/>
                </a:lnTo>
                <a:cubicBezTo>
                  <a:pt x="3551011" y="3997101"/>
                  <a:pt x="3551011" y="3997752"/>
                  <a:pt x="3550714" y="3998226"/>
                </a:cubicBezTo>
                <a:lnTo>
                  <a:pt x="3539402" y="4017829"/>
                </a:lnTo>
                <a:cubicBezTo>
                  <a:pt x="3539107" y="4018362"/>
                  <a:pt x="3538632" y="4018659"/>
                  <a:pt x="3538040" y="4018659"/>
                </a:cubicBezTo>
                <a:lnTo>
                  <a:pt x="3515417" y="4018659"/>
                </a:lnTo>
                <a:cubicBezTo>
                  <a:pt x="3514883" y="4018659"/>
                  <a:pt x="3514350" y="4018303"/>
                  <a:pt x="3514055" y="4017829"/>
                </a:cubicBezTo>
                <a:lnTo>
                  <a:pt x="3502742" y="3998226"/>
                </a:lnTo>
                <a:cubicBezTo>
                  <a:pt x="3502446" y="3997752"/>
                  <a:pt x="3502446" y="3997101"/>
                  <a:pt x="3502742" y="3996627"/>
                </a:cubicBezTo>
                <a:lnTo>
                  <a:pt x="3514055" y="3977023"/>
                </a:lnTo>
                <a:cubicBezTo>
                  <a:pt x="3514350" y="3976490"/>
                  <a:pt x="3514824" y="3976194"/>
                  <a:pt x="3515417" y="3976194"/>
                </a:cubicBezTo>
                <a:close/>
                <a:moveTo>
                  <a:pt x="3718204" y="3976076"/>
                </a:moveTo>
                <a:lnTo>
                  <a:pt x="3740946" y="3976076"/>
                </a:lnTo>
                <a:cubicBezTo>
                  <a:pt x="3741479" y="3976076"/>
                  <a:pt x="3742012" y="3976431"/>
                  <a:pt x="3742308" y="3976905"/>
                </a:cubicBezTo>
                <a:lnTo>
                  <a:pt x="3753680" y="3996627"/>
                </a:lnTo>
                <a:cubicBezTo>
                  <a:pt x="3753975" y="3997101"/>
                  <a:pt x="3753975" y="3997752"/>
                  <a:pt x="3753680" y="3998226"/>
                </a:cubicBezTo>
                <a:lnTo>
                  <a:pt x="3742308" y="4017948"/>
                </a:lnTo>
                <a:cubicBezTo>
                  <a:pt x="3742072" y="4018481"/>
                  <a:pt x="3741538" y="4018777"/>
                  <a:pt x="3740946" y="4018777"/>
                </a:cubicBezTo>
                <a:lnTo>
                  <a:pt x="3718204" y="4018777"/>
                </a:lnTo>
                <a:cubicBezTo>
                  <a:pt x="3717670" y="4018777"/>
                  <a:pt x="3717137" y="4018422"/>
                  <a:pt x="3716842" y="4017948"/>
                </a:cubicBezTo>
                <a:lnTo>
                  <a:pt x="3705470" y="3998226"/>
                </a:lnTo>
                <a:cubicBezTo>
                  <a:pt x="3705174" y="3997752"/>
                  <a:pt x="3705174" y="3997101"/>
                  <a:pt x="3705470" y="3996627"/>
                </a:cubicBezTo>
                <a:lnTo>
                  <a:pt x="3716842" y="3976905"/>
                </a:lnTo>
                <a:cubicBezTo>
                  <a:pt x="3717078" y="3976372"/>
                  <a:pt x="3717612" y="3976076"/>
                  <a:pt x="3718204" y="3976076"/>
                </a:cubicBezTo>
                <a:close/>
                <a:moveTo>
                  <a:pt x="3380028" y="3975958"/>
                </a:moveTo>
                <a:lnTo>
                  <a:pt x="3402889" y="3975958"/>
                </a:lnTo>
                <a:cubicBezTo>
                  <a:pt x="3403481" y="3975958"/>
                  <a:pt x="3404014" y="3976313"/>
                  <a:pt x="3404311" y="3976787"/>
                </a:cubicBezTo>
                <a:lnTo>
                  <a:pt x="3415741" y="3996568"/>
                </a:lnTo>
                <a:cubicBezTo>
                  <a:pt x="3416037" y="3997042"/>
                  <a:pt x="3416037" y="3997694"/>
                  <a:pt x="3415741" y="3998167"/>
                </a:cubicBezTo>
                <a:lnTo>
                  <a:pt x="3404311" y="4017948"/>
                </a:lnTo>
                <a:cubicBezTo>
                  <a:pt x="3404014" y="4018482"/>
                  <a:pt x="3403481" y="4018778"/>
                  <a:pt x="3402889" y="4018778"/>
                </a:cubicBezTo>
                <a:lnTo>
                  <a:pt x="3380028" y="4018778"/>
                </a:lnTo>
                <a:cubicBezTo>
                  <a:pt x="3379436" y="4018778"/>
                  <a:pt x="3378903" y="4018422"/>
                  <a:pt x="3378606" y="4017948"/>
                </a:cubicBezTo>
                <a:lnTo>
                  <a:pt x="3367176" y="3998167"/>
                </a:lnTo>
                <a:cubicBezTo>
                  <a:pt x="3366880" y="3997694"/>
                  <a:pt x="3366880" y="3997042"/>
                  <a:pt x="3367176" y="3996568"/>
                </a:cubicBezTo>
                <a:lnTo>
                  <a:pt x="3378606" y="3976787"/>
                </a:lnTo>
                <a:cubicBezTo>
                  <a:pt x="3378903" y="3976254"/>
                  <a:pt x="3379436" y="3975958"/>
                  <a:pt x="3380028" y="3975958"/>
                </a:cubicBezTo>
                <a:close/>
                <a:moveTo>
                  <a:pt x="4867762" y="3975780"/>
                </a:moveTo>
                <a:lnTo>
                  <a:pt x="4890860" y="3975780"/>
                </a:lnTo>
                <a:cubicBezTo>
                  <a:pt x="4891452" y="3975780"/>
                  <a:pt x="4891985" y="3976135"/>
                  <a:pt x="4892282" y="3976609"/>
                </a:cubicBezTo>
                <a:lnTo>
                  <a:pt x="4903830" y="3996568"/>
                </a:lnTo>
                <a:cubicBezTo>
                  <a:pt x="4904127" y="3997101"/>
                  <a:pt x="4904127" y="3997753"/>
                  <a:pt x="4903830" y="3998227"/>
                </a:cubicBezTo>
                <a:lnTo>
                  <a:pt x="4892282" y="4018185"/>
                </a:lnTo>
                <a:cubicBezTo>
                  <a:pt x="4891985" y="4018718"/>
                  <a:pt x="4891452" y="4019015"/>
                  <a:pt x="4890860" y="4019015"/>
                </a:cubicBezTo>
                <a:lnTo>
                  <a:pt x="4867762" y="4019015"/>
                </a:lnTo>
                <a:cubicBezTo>
                  <a:pt x="4867170" y="4019015"/>
                  <a:pt x="4866637" y="4018659"/>
                  <a:pt x="4866341" y="4018185"/>
                </a:cubicBezTo>
                <a:lnTo>
                  <a:pt x="4854792" y="3998227"/>
                </a:lnTo>
                <a:cubicBezTo>
                  <a:pt x="4854496" y="3997693"/>
                  <a:pt x="4854496" y="3997042"/>
                  <a:pt x="4854792" y="3996568"/>
                </a:cubicBezTo>
                <a:lnTo>
                  <a:pt x="4866341" y="3976609"/>
                </a:lnTo>
                <a:cubicBezTo>
                  <a:pt x="4866637" y="3976076"/>
                  <a:pt x="4867170" y="3975780"/>
                  <a:pt x="4867762" y="3975780"/>
                </a:cubicBezTo>
                <a:close/>
                <a:moveTo>
                  <a:pt x="3582755" y="3975780"/>
                </a:moveTo>
                <a:lnTo>
                  <a:pt x="3605853" y="3975780"/>
                </a:lnTo>
                <a:cubicBezTo>
                  <a:pt x="3606445" y="3975780"/>
                  <a:pt x="3606978" y="3976135"/>
                  <a:pt x="3607275" y="3976609"/>
                </a:cubicBezTo>
                <a:lnTo>
                  <a:pt x="3618823" y="3996568"/>
                </a:lnTo>
                <a:cubicBezTo>
                  <a:pt x="3619120" y="3997101"/>
                  <a:pt x="3619120" y="3997753"/>
                  <a:pt x="3618823" y="3998227"/>
                </a:cubicBezTo>
                <a:lnTo>
                  <a:pt x="3607275" y="4018185"/>
                </a:lnTo>
                <a:cubicBezTo>
                  <a:pt x="3606978" y="4018718"/>
                  <a:pt x="3606445" y="4019015"/>
                  <a:pt x="3605853" y="4019015"/>
                </a:cubicBezTo>
                <a:lnTo>
                  <a:pt x="3582755" y="4019015"/>
                </a:lnTo>
                <a:cubicBezTo>
                  <a:pt x="3582163" y="4019015"/>
                  <a:pt x="3581630" y="4018659"/>
                  <a:pt x="3581334" y="4018185"/>
                </a:cubicBezTo>
                <a:lnTo>
                  <a:pt x="3569785" y="3998227"/>
                </a:lnTo>
                <a:cubicBezTo>
                  <a:pt x="3569489" y="3997693"/>
                  <a:pt x="3569489" y="3997042"/>
                  <a:pt x="3569785" y="3996568"/>
                </a:cubicBezTo>
                <a:lnTo>
                  <a:pt x="3581334" y="3976609"/>
                </a:lnTo>
                <a:cubicBezTo>
                  <a:pt x="3581630" y="3976076"/>
                  <a:pt x="3582163" y="3975780"/>
                  <a:pt x="3582755" y="3975780"/>
                </a:cubicBezTo>
                <a:close/>
                <a:moveTo>
                  <a:pt x="3447486" y="3975662"/>
                </a:moveTo>
                <a:lnTo>
                  <a:pt x="3470643" y="3975662"/>
                </a:lnTo>
                <a:cubicBezTo>
                  <a:pt x="3471235" y="3975662"/>
                  <a:pt x="3471768" y="3976017"/>
                  <a:pt x="3472064" y="3976491"/>
                </a:cubicBezTo>
                <a:lnTo>
                  <a:pt x="3483673" y="3996568"/>
                </a:lnTo>
                <a:cubicBezTo>
                  <a:pt x="3483968" y="3997101"/>
                  <a:pt x="3483968" y="3997753"/>
                  <a:pt x="3483673" y="3998227"/>
                </a:cubicBezTo>
                <a:lnTo>
                  <a:pt x="3472064" y="4018304"/>
                </a:lnTo>
                <a:cubicBezTo>
                  <a:pt x="3471768" y="4018837"/>
                  <a:pt x="3471235" y="4019133"/>
                  <a:pt x="3470643" y="4019133"/>
                </a:cubicBezTo>
                <a:lnTo>
                  <a:pt x="3447486" y="4019133"/>
                </a:lnTo>
                <a:cubicBezTo>
                  <a:pt x="3446893" y="4019133"/>
                  <a:pt x="3446361" y="4018778"/>
                  <a:pt x="3446064" y="4018304"/>
                </a:cubicBezTo>
                <a:lnTo>
                  <a:pt x="3434456" y="3998227"/>
                </a:lnTo>
                <a:cubicBezTo>
                  <a:pt x="3434160" y="3997694"/>
                  <a:pt x="3434160" y="3997042"/>
                  <a:pt x="3434456" y="3996568"/>
                </a:cubicBezTo>
                <a:lnTo>
                  <a:pt x="3446064" y="3976491"/>
                </a:lnTo>
                <a:cubicBezTo>
                  <a:pt x="3446361" y="3975958"/>
                  <a:pt x="3446893" y="3975662"/>
                  <a:pt x="3447486" y="3975662"/>
                </a:cubicBezTo>
                <a:close/>
                <a:moveTo>
                  <a:pt x="3312156" y="3975543"/>
                </a:moveTo>
                <a:lnTo>
                  <a:pt x="3335432" y="3975543"/>
                </a:lnTo>
                <a:cubicBezTo>
                  <a:pt x="3336024" y="3975543"/>
                  <a:pt x="3336557" y="3975839"/>
                  <a:pt x="3336853" y="3976372"/>
                </a:cubicBezTo>
                <a:lnTo>
                  <a:pt x="3348461" y="3996568"/>
                </a:lnTo>
                <a:cubicBezTo>
                  <a:pt x="3348757" y="3997101"/>
                  <a:pt x="3348757" y="3997693"/>
                  <a:pt x="3348461" y="3998226"/>
                </a:cubicBezTo>
                <a:lnTo>
                  <a:pt x="3336794" y="4018422"/>
                </a:lnTo>
                <a:cubicBezTo>
                  <a:pt x="3336497" y="4018955"/>
                  <a:pt x="3335964" y="4019251"/>
                  <a:pt x="3335372" y="4019251"/>
                </a:cubicBezTo>
                <a:lnTo>
                  <a:pt x="3312097" y="4019251"/>
                </a:lnTo>
                <a:cubicBezTo>
                  <a:pt x="3311504" y="4019251"/>
                  <a:pt x="3310972" y="4018955"/>
                  <a:pt x="3310675" y="4018422"/>
                </a:cubicBezTo>
                <a:lnTo>
                  <a:pt x="3299067" y="3998226"/>
                </a:lnTo>
                <a:cubicBezTo>
                  <a:pt x="3298771" y="3997693"/>
                  <a:pt x="3298771" y="3997101"/>
                  <a:pt x="3299067" y="3996568"/>
                </a:cubicBezTo>
                <a:lnTo>
                  <a:pt x="3310734" y="3976372"/>
                </a:lnTo>
                <a:cubicBezTo>
                  <a:pt x="3311031" y="3975839"/>
                  <a:pt x="3311564" y="3975543"/>
                  <a:pt x="3312156" y="3975543"/>
                </a:cubicBezTo>
                <a:close/>
                <a:moveTo>
                  <a:pt x="5006527" y="3923662"/>
                </a:moveTo>
                <a:lnTo>
                  <a:pt x="5022636" y="3923662"/>
                </a:lnTo>
                <a:cubicBezTo>
                  <a:pt x="5023050" y="3923662"/>
                  <a:pt x="5023465" y="3923899"/>
                  <a:pt x="5023642" y="3924254"/>
                </a:cubicBezTo>
                <a:lnTo>
                  <a:pt x="5031698" y="3938232"/>
                </a:lnTo>
                <a:cubicBezTo>
                  <a:pt x="5031875" y="3938587"/>
                  <a:pt x="5031875" y="3939001"/>
                  <a:pt x="5031698" y="3939357"/>
                </a:cubicBezTo>
                <a:lnTo>
                  <a:pt x="5023642" y="3953334"/>
                </a:lnTo>
                <a:cubicBezTo>
                  <a:pt x="5023406" y="3953689"/>
                  <a:pt x="5023050" y="3953926"/>
                  <a:pt x="5022636" y="3953926"/>
                </a:cubicBezTo>
                <a:lnTo>
                  <a:pt x="5006527" y="3953926"/>
                </a:lnTo>
                <a:cubicBezTo>
                  <a:pt x="5006112" y="3953926"/>
                  <a:pt x="5005698" y="3953689"/>
                  <a:pt x="5005520" y="3953334"/>
                </a:cubicBezTo>
                <a:lnTo>
                  <a:pt x="4997465" y="3939357"/>
                </a:lnTo>
                <a:cubicBezTo>
                  <a:pt x="4997288" y="3939001"/>
                  <a:pt x="4997288" y="3938587"/>
                  <a:pt x="4997465" y="3938232"/>
                </a:cubicBezTo>
                <a:lnTo>
                  <a:pt x="5005520" y="3924254"/>
                </a:lnTo>
                <a:cubicBezTo>
                  <a:pt x="5005757" y="3923899"/>
                  <a:pt x="5006112" y="3923662"/>
                  <a:pt x="5006527" y="3923662"/>
                </a:cubicBezTo>
                <a:close/>
                <a:moveTo>
                  <a:pt x="3111265" y="3920641"/>
                </a:moveTo>
                <a:lnTo>
                  <a:pt x="3130572" y="3920641"/>
                </a:lnTo>
                <a:cubicBezTo>
                  <a:pt x="3131046" y="3920641"/>
                  <a:pt x="3131520" y="3920937"/>
                  <a:pt x="3131757" y="3921352"/>
                </a:cubicBezTo>
                <a:lnTo>
                  <a:pt x="3141411" y="3938112"/>
                </a:lnTo>
                <a:cubicBezTo>
                  <a:pt x="3141647" y="3938527"/>
                  <a:pt x="3141647" y="3939060"/>
                  <a:pt x="3141411" y="3939475"/>
                </a:cubicBezTo>
                <a:lnTo>
                  <a:pt x="3131757" y="3956235"/>
                </a:lnTo>
                <a:cubicBezTo>
                  <a:pt x="3131520" y="3956709"/>
                  <a:pt x="3131046" y="3956946"/>
                  <a:pt x="3130572" y="3956946"/>
                </a:cubicBezTo>
                <a:lnTo>
                  <a:pt x="3111265" y="3956946"/>
                </a:lnTo>
                <a:cubicBezTo>
                  <a:pt x="3110791" y="3956946"/>
                  <a:pt x="3110317" y="3956650"/>
                  <a:pt x="3110080" y="3956235"/>
                </a:cubicBezTo>
                <a:lnTo>
                  <a:pt x="3100427" y="3939475"/>
                </a:lnTo>
                <a:cubicBezTo>
                  <a:pt x="3100190" y="3939060"/>
                  <a:pt x="3100190" y="3938527"/>
                  <a:pt x="3100427" y="3938112"/>
                </a:cubicBezTo>
                <a:lnTo>
                  <a:pt x="3110080" y="3921352"/>
                </a:lnTo>
                <a:cubicBezTo>
                  <a:pt x="3110317" y="3920878"/>
                  <a:pt x="3110791" y="3920641"/>
                  <a:pt x="3111265" y="3920641"/>
                </a:cubicBezTo>
                <a:close/>
                <a:moveTo>
                  <a:pt x="4260883" y="3920464"/>
                </a:moveTo>
                <a:lnTo>
                  <a:pt x="4280427" y="3920464"/>
                </a:lnTo>
                <a:cubicBezTo>
                  <a:pt x="4280901" y="3920464"/>
                  <a:pt x="4281375" y="3920760"/>
                  <a:pt x="4281612" y="3921175"/>
                </a:cubicBezTo>
                <a:lnTo>
                  <a:pt x="4291384" y="3938113"/>
                </a:lnTo>
                <a:cubicBezTo>
                  <a:pt x="4291621" y="3938528"/>
                  <a:pt x="4291621" y="3939061"/>
                  <a:pt x="4291384" y="3939475"/>
                </a:cubicBezTo>
                <a:lnTo>
                  <a:pt x="4281612" y="3956414"/>
                </a:lnTo>
                <a:cubicBezTo>
                  <a:pt x="4281375" y="3956828"/>
                  <a:pt x="4280901" y="3957124"/>
                  <a:pt x="4280427" y="3957124"/>
                </a:cubicBezTo>
                <a:lnTo>
                  <a:pt x="4260883" y="3957124"/>
                </a:lnTo>
                <a:cubicBezTo>
                  <a:pt x="4260409" y="3957124"/>
                  <a:pt x="4259936" y="3956828"/>
                  <a:pt x="4259698" y="3956414"/>
                </a:cubicBezTo>
                <a:lnTo>
                  <a:pt x="4249927" y="3939475"/>
                </a:lnTo>
                <a:cubicBezTo>
                  <a:pt x="4249690" y="3939061"/>
                  <a:pt x="4249690" y="3938528"/>
                  <a:pt x="4249927" y="3938113"/>
                </a:cubicBezTo>
                <a:lnTo>
                  <a:pt x="4259698" y="3921175"/>
                </a:lnTo>
                <a:cubicBezTo>
                  <a:pt x="4259936" y="3920760"/>
                  <a:pt x="4260409" y="3920464"/>
                  <a:pt x="4260883" y="3920464"/>
                </a:cubicBezTo>
                <a:close/>
                <a:moveTo>
                  <a:pt x="4395975" y="3920227"/>
                </a:moveTo>
                <a:lnTo>
                  <a:pt x="4415757" y="3920227"/>
                </a:lnTo>
                <a:cubicBezTo>
                  <a:pt x="4416231" y="3920227"/>
                  <a:pt x="4416704" y="3920523"/>
                  <a:pt x="4416941" y="3920938"/>
                </a:cubicBezTo>
                <a:lnTo>
                  <a:pt x="4426832" y="3938054"/>
                </a:lnTo>
                <a:cubicBezTo>
                  <a:pt x="4427069" y="3938528"/>
                  <a:pt x="4427069" y="3939061"/>
                  <a:pt x="4426832" y="3939475"/>
                </a:cubicBezTo>
                <a:lnTo>
                  <a:pt x="4416941" y="3956591"/>
                </a:lnTo>
                <a:cubicBezTo>
                  <a:pt x="4416704" y="3957006"/>
                  <a:pt x="4416231" y="3957302"/>
                  <a:pt x="4415757" y="3957302"/>
                </a:cubicBezTo>
                <a:lnTo>
                  <a:pt x="4395975" y="3957302"/>
                </a:lnTo>
                <a:cubicBezTo>
                  <a:pt x="4395502" y="3957302"/>
                  <a:pt x="4395028" y="3957006"/>
                  <a:pt x="4394791" y="3956591"/>
                </a:cubicBezTo>
                <a:lnTo>
                  <a:pt x="4384900" y="3939475"/>
                </a:lnTo>
                <a:cubicBezTo>
                  <a:pt x="4384664" y="3939002"/>
                  <a:pt x="4384664" y="3938468"/>
                  <a:pt x="4384900" y="3938054"/>
                </a:cubicBezTo>
                <a:lnTo>
                  <a:pt x="4394791" y="3920938"/>
                </a:lnTo>
                <a:cubicBezTo>
                  <a:pt x="4395028" y="3920523"/>
                  <a:pt x="4395502" y="3920227"/>
                  <a:pt x="4395975" y="3920227"/>
                </a:cubicBezTo>
                <a:close/>
                <a:moveTo>
                  <a:pt x="4328281" y="3920168"/>
                </a:moveTo>
                <a:lnTo>
                  <a:pt x="4348181" y="3920168"/>
                </a:lnTo>
                <a:cubicBezTo>
                  <a:pt x="4348654" y="3920168"/>
                  <a:pt x="4349129" y="3920464"/>
                  <a:pt x="4349365" y="3920879"/>
                </a:cubicBezTo>
                <a:lnTo>
                  <a:pt x="4359315" y="3938113"/>
                </a:lnTo>
                <a:cubicBezTo>
                  <a:pt x="4359551" y="3938587"/>
                  <a:pt x="4359551" y="3939120"/>
                  <a:pt x="4359315" y="3939534"/>
                </a:cubicBezTo>
                <a:lnTo>
                  <a:pt x="4349365" y="3956769"/>
                </a:lnTo>
                <a:cubicBezTo>
                  <a:pt x="4349129" y="3957184"/>
                  <a:pt x="4348654" y="3957480"/>
                  <a:pt x="4348181" y="3957480"/>
                </a:cubicBezTo>
                <a:lnTo>
                  <a:pt x="4328281" y="3957480"/>
                </a:lnTo>
                <a:cubicBezTo>
                  <a:pt x="4327807" y="3957480"/>
                  <a:pt x="4327333" y="3957184"/>
                  <a:pt x="4327096" y="3956769"/>
                </a:cubicBezTo>
                <a:lnTo>
                  <a:pt x="4317147" y="3939534"/>
                </a:lnTo>
                <a:cubicBezTo>
                  <a:pt x="4316910" y="3939061"/>
                  <a:pt x="4316910" y="3938528"/>
                  <a:pt x="4317147" y="3938113"/>
                </a:cubicBezTo>
                <a:lnTo>
                  <a:pt x="4327096" y="3920879"/>
                </a:lnTo>
                <a:cubicBezTo>
                  <a:pt x="4327333" y="3920464"/>
                  <a:pt x="4327807" y="3920168"/>
                  <a:pt x="4328281" y="3920168"/>
                </a:cubicBezTo>
                <a:close/>
                <a:moveTo>
                  <a:pt x="4463373" y="3919753"/>
                </a:moveTo>
                <a:lnTo>
                  <a:pt x="4483687" y="3919753"/>
                </a:lnTo>
                <a:cubicBezTo>
                  <a:pt x="4484220" y="3919753"/>
                  <a:pt x="4484694" y="3920049"/>
                  <a:pt x="4484931" y="3920464"/>
                </a:cubicBezTo>
                <a:lnTo>
                  <a:pt x="4495058" y="3938053"/>
                </a:lnTo>
                <a:cubicBezTo>
                  <a:pt x="4495295" y="3938468"/>
                  <a:pt x="4495295" y="3939060"/>
                  <a:pt x="4495058" y="3939475"/>
                </a:cubicBezTo>
                <a:lnTo>
                  <a:pt x="4484872" y="3957065"/>
                </a:lnTo>
                <a:cubicBezTo>
                  <a:pt x="4484634" y="3957479"/>
                  <a:pt x="4484161" y="3957775"/>
                  <a:pt x="4483628" y="3957775"/>
                </a:cubicBezTo>
                <a:lnTo>
                  <a:pt x="4463314" y="3957775"/>
                </a:lnTo>
                <a:cubicBezTo>
                  <a:pt x="4462781" y="3957775"/>
                  <a:pt x="4462307" y="3957479"/>
                  <a:pt x="4462070" y="3957065"/>
                </a:cubicBezTo>
                <a:lnTo>
                  <a:pt x="4451943" y="3939475"/>
                </a:lnTo>
                <a:cubicBezTo>
                  <a:pt x="4451706" y="3939060"/>
                  <a:pt x="4451706" y="3938468"/>
                  <a:pt x="4451943" y="3938053"/>
                </a:cubicBezTo>
                <a:lnTo>
                  <a:pt x="4462129" y="3920464"/>
                </a:lnTo>
                <a:cubicBezTo>
                  <a:pt x="4462367" y="3920049"/>
                  <a:pt x="4462840" y="3919753"/>
                  <a:pt x="4463373" y="3919753"/>
                </a:cubicBezTo>
                <a:close/>
                <a:moveTo>
                  <a:pt x="4125198" y="3919753"/>
                </a:moveTo>
                <a:lnTo>
                  <a:pt x="4145513" y="3919753"/>
                </a:lnTo>
                <a:cubicBezTo>
                  <a:pt x="4146045" y="3919753"/>
                  <a:pt x="4146519" y="3920049"/>
                  <a:pt x="4146756" y="3920464"/>
                </a:cubicBezTo>
                <a:lnTo>
                  <a:pt x="4156883" y="3938053"/>
                </a:lnTo>
                <a:cubicBezTo>
                  <a:pt x="4157120" y="3938468"/>
                  <a:pt x="4157120" y="3939060"/>
                  <a:pt x="4156883" y="3939475"/>
                </a:cubicBezTo>
                <a:lnTo>
                  <a:pt x="4146697" y="3957065"/>
                </a:lnTo>
                <a:cubicBezTo>
                  <a:pt x="4146460" y="3957479"/>
                  <a:pt x="4145986" y="3957775"/>
                  <a:pt x="4145453" y="3957775"/>
                </a:cubicBezTo>
                <a:lnTo>
                  <a:pt x="4125139" y="3957775"/>
                </a:lnTo>
                <a:cubicBezTo>
                  <a:pt x="4124606" y="3957775"/>
                  <a:pt x="4124132" y="3957479"/>
                  <a:pt x="4123895" y="3957065"/>
                </a:cubicBezTo>
                <a:lnTo>
                  <a:pt x="4113767" y="3939475"/>
                </a:lnTo>
                <a:cubicBezTo>
                  <a:pt x="4113531" y="3939060"/>
                  <a:pt x="4113531" y="3938468"/>
                  <a:pt x="4113767" y="3938053"/>
                </a:cubicBezTo>
                <a:lnTo>
                  <a:pt x="4123955" y="3920464"/>
                </a:lnTo>
                <a:cubicBezTo>
                  <a:pt x="4124191" y="3920049"/>
                  <a:pt x="4124665" y="3919753"/>
                  <a:pt x="4125198" y="3919753"/>
                </a:cubicBezTo>
                <a:close/>
                <a:moveTo>
                  <a:pt x="4057563" y="3919753"/>
                </a:moveTo>
                <a:lnTo>
                  <a:pt x="4077877" y="3919753"/>
                </a:lnTo>
                <a:cubicBezTo>
                  <a:pt x="4078410" y="3919753"/>
                  <a:pt x="4078884" y="3920049"/>
                  <a:pt x="4079121" y="3920464"/>
                </a:cubicBezTo>
                <a:lnTo>
                  <a:pt x="4089249" y="3938053"/>
                </a:lnTo>
                <a:cubicBezTo>
                  <a:pt x="4089485" y="3938468"/>
                  <a:pt x="4089485" y="3939060"/>
                  <a:pt x="4089249" y="3939475"/>
                </a:cubicBezTo>
                <a:lnTo>
                  <a:pt x="4079062" y="3957065"/>
                </a:lnTo>
                <a:cubicBezTo>
                  <a:pt x="4078825" y="3957479"/>
                  <a:pt x="4078351" y="3957775"/>
                  <a:pt x="4077818" y="3957775"/>
                </a:cubicBezTo>
                <a:lnTo>
                  <a:pt x="4057504" y="3957775"/>
                </a:lnTo>
                <a:cubicBezTo>
                  <a:pt x="4056971" y="3957775"/>
                  <a:pt x="4056497" y="3957479"/>
                  <a:pt x="4056260" y="3957065"/>
                </a:cubicBezTo>
                <a:lnTo>
                  <a:pt x="4046133" y="3939475"/>
                </a:lnTo>
                <a:cubicBezTo>
                  <a:pt x="4045896" y="3939060"/>
                  <a:pt x="4045896" y="3938468"/>
                  <a:pt x="4046133" y="3938053"/>
                </a:cubicBezTo>
                <a:lnTo>
                  <a:pt x="4056319" y="3920464"/>
                </a:lnTo>
                <a:cubicBezTo>
                  <a:pt x="4056557" y="3920049"/>
                  <a:pt x="4057030" y="3919753"/>
                  <a:pt x="4057563" y="3919753"/>
                </a:cubicBezTo>
                <a:close/>
                <a:moveTo>
                  <a:pt x="4598525" y="3919516"/>
                </a:moveTo>
                <a:lnTo>
                  <a:pt x="4619076" y="3919516"/>
                </a:lnTo>
                <a:cubicBezTo>
                  <a:pt x="4619549" y="3919516"/>
                  <a:pt x="4620083" y="3919753"/>
                  <a:pt x="4620319" y="3920227"/>
                </a:cubicBezTo>
                <a:lnTo>
                  <a:pt x="4630565" y="3937994"/>
                </a:lnTo>
                <a:cubicBezTo>
                  <a:pt x="4630802" y="3938468"/>
                  <a:pt x="4630802" y="3939001"/>
                  <a:pt x="4630565" y="3939475"/>
                </a:cubicBezTo>
                <a:lnTo>
                  <a:pt x="4620319" y="3957242"/>
                </a:lnTo>
                <a:cubicBezTo>
                  <a:pt x="4620083" y="3957657"/>
                  <a:pt x="4619609" y="3957953"/>
                  <a:pt x="4619076" y="3957953"/>
                </a:cubicBezTo>
                <a:lnTo>
                  <a:pt x="4598525" y="3957953"/>
                </a:lnTo>
                <a:cubicBezTo>
                  <a:pt x="4598051" y="3957953"/>
                  <a:pt x="4597518" y="3957716"/>
                  <a:pt x="4597281" y="3957242"/>
                </a:cubicBezTo>
                <a:lnTo>
                  <a:pt x="4587035" y="3939475"/>
                </a:lnTo>
                <a:cubicBezTo>
                  <a:pt x="4586798" y="3939001"/>
                  <a:pt x="4586798" y="3938468"/>
                  <a:pt x="4587035" y="3937994"/>
                </a:cubicBezTo>
                <a:lnTo>
                  <a:pt x="4597281" y="3920227"/>
                </a:lnTo>
                <a:cubicBezTo>
                  <a:pt x="4597518" y="3919812"/>
                  <a:pt x="4597991" y="3919516"/>
                  <a:pt x="4598525" y="3919516"/>
                </a:cubicBezTo>
                <a:close/>
                <a:moveTo>
                  <a:pt x="3989750" y="3919398"/>
                </a:moveTo>
                <a:lnTo>
                  <a:pt x="4010420" y="3919398"/>
                </a:lnTo>
                <a:cubicBezTo>
                  <a:pt x="4010893" y="3919398"/>
                  <a:pt x="4011427" y="3919635"/>
                  <a:pt x="4011663" y="3920109"/>
                </a:cubicBezTo>
                <a:lnTo>
                  <a:pt x="4021969" y="3937994"/>
                </a:lnTo>
                <a:cubicBezTo>
                  <a:pt x="4022206" y="3938468"/>
                  <a:pt x="4022206" y="3939001"/>
                  <a:pt x="4021969" y="3939475"/>
                </a:cubicBezTo>
                <a:lnTo>
                  <a:pt x="4011663" y="3957361"/>
                </a:lnTo>
                <a:cubicBezTo>
                  <a:pt x="4011427" y="3957776"/>
                  <a:pt x="4010953" y="3958072"/>
                  <a:pt x="4010420" y="3958072"/>
                </a:cubicBezTo>
                <a:lnTo>
                  <a:pt x="3989750" y="3958072"/>
                </a:lnTo>
                <a:cubicBezTo>
                  <a:pt x="3989277" y="3958072"/>
                  <a:pt x="3988743" y="3957835"/>
                  <a:pt x="3988507" y="3957361"/>
                </a:cubicBezTo>
                <a:lnTo>
                  <a:pt x="3978202" y="3939475"/>
                </a:lnTo>
                <a:cubicBezTo>
                  <a:pt x="3977965" y="3939001"/>
                  <a:pt x="3977965" y="3938468"/>
                  <a:pt x="3978202" y="3937994"/>
                </a:cubicBezTo>
                <a:lnTo>
                  <a:pt x="3988507" y="3920109"/>
                </a:lnTo>
                <a:cubicBezTo>
                  <a:pt x="3988743" y="3919694"/>
                  <a:pt x="3989218" y="3919398"/>
                  <a:pt x="3989750" y="3919398"/>
                </a:cubicBezTo>
                <a:close/>
                <a:moveTo>
                  <a:pt x="4192597" y="3919220"/>
                </a:moveTo>
                <a:lnTo>
                  <a:pt x="4213444" y="3919220"/>
                </a:lnTo>
                <a:cubicBezTo>
                  <a:pt x="4213977" y="3919220"/>
                  <a:pt x="4214450" y="3919457"/>
                  <a:pt x="4214747" y="3919931"/>
                </a:cubicBezTo>
                <a:lnTo>
                  <a:pt x="4225171" y="3937994"/>
                </a:lnTo>
                <a:cubicBezTo>
                  <a:pt x="4225467" y="3938468"/>
                  <a:pt x="4225467" y="3939001"/>
                  <a:pt x="4225171" y="3939475"/>
                </a:cubicBezTo>
                <a:lnTo>
                  <a:pt x="4214747" y="3957539"/>
                </a:lnTo>
                <a:cubicBezTo>
                  <a:pt x="4214450" y="3957953"/>
                  <a:pt x="4213977" y="3958249"/>
                  <a:pt x="4213444" y="3958249"/>
                </a:cubicBezTo>
                <a:lnTo>
                  <a:pt x="4192597" y="3958249"/>
                </a:lnTo>
                <a:cubicBezTo>
                  <a:pt x="4192064" y="3958249"/>
                  <a:pt x="4191590" y="3958012"/>
                  <a:pt x="4191294" y="3957539"/>
                </a:cubicBezTo>
                <a:lnTo>
                  <a:pt x="4180870" y="3939475"/>
                </a:lnTo>
                <a:cubicBezTo>
                  <a:pt x="4180574" y="3939001"/>
                  <a:pt x="4180574" y="3938468"/>
                  <a:pt x="4180870" y="3937994"/>
                </a:cubicBezTo>
                <a:lnTo>
                  <a:pt x="4191294" y="3919931"/>
                </a:lnTo>
                <a:cubicBezTo>
                  <a:pt x="4191590" y="3919516"/>
                  <a:pt x="4192064" y="3919220"/>
                  <a:pt x="4192597" y="3919220"/>
                </a:cubicBezTo>
                <a:close/>
                <a:moveTo>
                  <a:pt x="3922056" y="3919220"/>
                </a:moveTo>
                <a:lnTo>
                  <a:pt x="3942904" y="3919220"/>
                </a:lnTo>
                <a:cubicBezTo>
                  <a:pt x="3943437" y="3919220"/>
                  <a:pt x="3943911" y="3919457"/>
                  <a:pt x="3944206" y="3919931"/>
                </a:cubicBezTo>
                <a:lnTo>
                  <a:pt x="3954630" y="3937994"/>
                </a:lnTo>
                <a:cubicBezTo>
                  <a:pt x="3954926" y="3938468"/>
                  <a:pt x="3954926" y="3939001"/>
                  <a:pt x="3954630" y="3939475"/>
                </a:cubicBezTo>
                <a:lnTo>
                  <a:pt x="3944206" y="3957539"/>
                </a:lnTo>
                <a:cubicBezTo>
                  <a:pt x="3943911" y="3957953"/>
                  <a:pt x="3943437" y="3958249"/>
                  <a:pt x="3942904" y="3958249"/>
                </a:cubicBezTo>
                <a:lnTo>
                  <a:pt x="3922056" y="3958249"/>
                </a:lnTo>
                <a:cubicBezTo>
                  <a:pt x="3921523" y="3958249"/>
                  <a:pt x="3921050" y="3958012"/>
                  <a:pt x="3920753" y="3957539"/>
                </a:cubicBezTo>
                <a:lnTo>
                  <a:pt x="3910330" y="3939475"/>
                </a:lnTo>
                <a:cubicBezTo>
                  <a:pt x="3910034" y="3939001"/>
                  <a:pt x="3910034" y="3938468"/>
                  <a:pt x="3910330" y="3937994"/>
                </a:cubicBezTo>
                <a:lnTo>
                  <a:pt x="3920753" y="3919931"/>
                </a:lnTo>
                <a:cubicBezTo>
                  <a:pt x="3921050" y="3919516"/>
                  <a:pt x="3921523" y="3919220"/>
                  <a:pt x="3922056" y="3919220"/>
                </a:cubicBezTo>
                <a:close/>
                <a:moveTo>
                  <a:pt x="3854362" y="3919102"/>
                </a:moveTo>
                <a:lnTo>
                  <a:pt x="3875328" y="3919102"/>
                </a:lnTo>
                <a:cubicBezTo>
                  <a:pt x="3875861" y="3919102"/>
                  <a:pt x="3876334" y="3919398"/>
                  <a:pt x="3876631" y="3919872"/>
                </a:cubicBezTo>
                <a:lnTo>
                  <a:pt x="3887114" y="3938054"/>
                </a:lnTo>
                <a:cubicBezTo>
                  <a:pt x="3887409" y="3938528"/>
                  <a:pt x="3887409" y="3939061"/>
                  <a:pt x="3887114" y="3939534"/>
                </a:cubicBezTo>
                <a:lnTo>
                  <a:pt x="3876631" y="3957717"/>
                </a:lnTo>
                <a:cubicBezTo>
                  <a:pt x="3876334" y="3958190"/>
                  <a:pt x="3875861" y="3958486"/>
                  <a:pt x="3875328" y="3958486"/>
                </a:cubicBezTo>
                <a:lnTo>
                  <a:pt x="3854362" y="3958486"/>
                </a:lnTo>
                <a:cubicBezTo>
                  <a:pt x="3853829" y="3958486"/>
                  <a:pt x="3853355" y="3958190"/>
                  <a:pt x="3853059" y="3957717"/>
                </a:cubicBezTo>
                <a:lnTo>
                  <a:pt x="3842576" y="3939534"/>
                </a:lnTo>
                <a:cubicBezTo>
                  <a:pt x="3842280" y="3939061"/>
                  <a:pt x="3842280" y="3938528"/>
                  <a:pt x="3842576" y="3938054"/>
                </a:cubicBezTo>
                <a:lnTo>
                  <a:pt x="3853059" y="3919872"/>
                </a:lnTo>
                <a:cubicBezTo>
                  <a:pt x="3853355" y="3919398"/>
                  <a:pt x="3853829" y="3919102"/>
                  <a:pt x="3854362" y="3919102"/>
                </a:cubicBezTo>
                <a:close/>
                <a:moveTo>
                  <a:pt x="4530534" y="3918924"/>
                </a:moveTo>
                <a:lnTo>
                  <a:pt x="4551737" y="3918924"/>
                </a:lnTo>
                <a:cubicBezTo>
                  <a:pt x="4552270" y="3918924"/>
                  <a:pt x="4552743" y="3919220"/>
                  <a:pt x="4553040" y="3919694"/>
                </a:cubicBezTo>
                <a:lnTo>
                  <a:pt x="4563641" y="3938054"/>
                </a:lnTo>
                <a:cubicBezTo>
                  <a:pt x="4563937" y="3938468"/>
                  <a:pt x="4563937" y="3939061"/>
                  <a:pt x="4563641" y="3939534"/>
                </a:cubicBezTo>
                <a:lnTo>
                  <a:pt x="4553040" y="3957894"/>
                </a:lnTo>
                <a:cubicBezTo>
                  <a:pt x="4552743" y="3958368"/>
                  <a:pt x="4552270" y="3958664"/>
                  <a:pt x="4551737" y="3958664"/>
                </a:cubicBezTo>
                <a:lnTo>
                  <a:pt x="4530534" y="3958664"/>
                </a:lnTo>
                <a:cubicBezTo>
                  <a:pt x="4530001" y="3958664"/>
                  <a:pt x="4529528" y="3958368"/>
                  <a:pt x="4529231" y="3957894"/>
                </a:cubicBezTo>
                <a:lnTo>
                  <a:pt x="4518630" y="3939534"/>
                </a:lnTo>
                <a:cubicBezTo>
                  <a:pt x="4518334" y="3939120"/>
                  <a:pt x="4518334" y="3938527"/>
                  <a:pt x="4518630" y="3938054"/>
                </a:cubicBezTo>
                <a:lnTo>
                  <a:pt x="4529231" y="3919694"/>
                </a:lnTo>
                <a:cubicBezTo>
                  <a:pt x="4529528" y="3919220"/>
                  <a:pt x="4530001" y="3918924"/>
                  <a:pt x="4530534" y="3918924"/>
                </a:cubicBezTo>
                <a:close/>
                <a:moveTo>
                  <a:pt x="4665686" y="3918569"/>
                </a:moveTo>
                <a:lnTo>
                  <a:pt x="4687185" y="3918569"/>
                </a:lnTo>
                <a:cubicBezTo>
                  <a:pt x="4687717" y="3918569"/>
                  <a:pt x="4688192" y="3918865"/>
                  <a:pt x="4688487" y="3919339"/>
                </a:cubicBezTo>
                <a:lnTo>
                  <a:pt x="4699267" y="3937995"/>
                </a:lnTo>
                <a:cubicBezTo>
                  <a:pt x="4699562" y="3938469"/>
                  <a:pt x="4699562" y="3939061"/>
                  <a:pt x="4699267" y="3939535"/>
                </a:cubicBezTo>
                <a:lnTo>
                  <a:pt x="4688487" y="3958191"/>
                </a:lnTo>
                <a:cubicBezTo>
                  <a:pt x="4688250" y="3958665"/>
                  <a:pt x="4687717" y="3958961"/>
                  <a:pt x="4687185" y="3958961"/>
                </a:cubicBezTo>
                <a:lnTo>
                  <a:pt x="4665686" y="3958961"/>
                </a:lnTo>
                <a:cubicBezTo>
                  <a:pt x="4665153" y="3958961"/>
                  <a:pt x="4664679" y="3958665"/>
                  <a:pt x="4664383" y="3958191"/>
                </a:cubicBezTo>
                <a:lnTo>
                  <a:pt x="4653604" y="3939535"/>
                </a:lnTo>
                <a:cubicBezTo>
                  <a:pt x="4653308" y="3939061"/>
                  <a:pt x="4653308" y="3938469"/>
                  <a:pt x="4653604" y="3937995"/>
                </a:cubicBezTo>
                <a:lnTo>
                  <a:pt x="4664383" y="3919339"/>
                </a:lnTo>
                <a:cubicBezTo>
                  <a:pt x="4664620" y="3918865"/>
                  <a:pt x="4665153" y="3918569"/>
                  <a:pt x="4665686" y="3918569"/>
                </a:cubicBezTo>
                <a:close/>
                <a:moveTo>
                  <a:pt x="4733263" y="3918509"/>
                </a:moveTo>
                <a:lnTo>
                  <a:pt x="4754879" y="3918509"/>
                </a:lnTo>
                <a:cubicBezTo>
                  <a:pt x="4755413" y="3918509"/>
                  <a:pt x="4755886" y="3918805"/>
                  <a:pt x="4756183" y="3919279"/>
                </a:cubicBezTo>
                <a:lnTo>
                  <a:pt x="4767021" y="3937994"/>
                </a:lnTo>
                <a:cubicBezTo>
                  <a:pt x="4767317" y="3938468"/>
                  <a:pt x="4767317" y="3939060"/>
                  <a:pt x="4767021" y="3939534"/>
                </a:cubicBezTo>
                <a:lnTo>
                  <a:pt x="4756183" y="3958249"/>
                </a:lnTo>
                <a:cubicBezTo>
                  <a:pt x="4755946" y="3958723"/>
                  <a:pt x="4755413" y="3959019"/>
                  <a:pt x="4754879" y="3959019"/>
                </a:cubicBezTo>
                <a:lnTo>
                  <a:pt x="4733263" y="3959019"/>
                </a:lnTo>
                <a:cubicBezTo>
                  <a:pt x="4732729" y="3959019"/>
                  <a:pt x="4732256" y="3958723"/>
                  <a:pt x="4731959" y="3958249"/>
                </a:cubicBezTo>
                <a:lnTo>
                  <a:pt x="4721121" y="3939534"/>
                </a:lnTo>
                <a:cubicBezTo>
                  <a:pt x="4720825" y="3939060"/>
                  <a:pt x="4720825" y="3938468"/>
                  <a:pt x="4721121" y="3937994"/>
                </a:cubicBezTo>
                <a:lnTo>
                  <a:pt x="4731959" y="3919279"/>
                </a:lnTo>
                <a:cubicBezTo>
                  <a:pt x="4732196" y="3918805"/>
                  <a:pt x="4732729" y="3918509"/>
                  <a:pt x="4733263" y="3918509"/>
                </a:cubicBezTo>
                <a:close/>
                <a:moveTo>
                  <a:pt x="3786312" y="3918272"/>
                </a:moveTo>
                <a:lnTo>
                  <a:pt x="3808166" y="3918272"/>
                </a:lnTo>
                <a:cubicBezTo>
                  <a:pt x="3808758" y="3918272"/>
                  <a:pt x="3809232" y="3918568"/>
                  <a:pt x="3809528" y="3919042"/>
                </a:cubicBezTo>
                <a:lnTo>
                  <a:pt x="3820426" y="3937994"/>
                </a:lnTo>
                <a:cubicBezTo>
                  <a:pt x="3820721" y="3938468"/>
                  <a:pt x="3820721" y="3939060"/>
                  <a:pt x="3820426" y="3939534"/>
                </a:cubicBezTo>
                <a:lnTo>
                  <a:pt x="3809469" y="3958486"/>
                </a:lnTo>
                <a:cubicBezTo>
                  <a:pt x="3809173" y="3958960"/>
                  <a:pt x="3808640" y="3959256"/>
                  <a:pt x="3808106" y="3959256"/>
                </a:cubicBezTo>
                <a:lnTo>
                  <a:pt x="3786253" y="3959256"/>
                </a:lnTo>
                <a:cubicBezTo>
                  <a:pt x="3785661" y="3959256"/>
                  <a:pt x="3785186" y="3958960"/>
                  <a:pt x="3784891" y="3958486"/>
                </a:cubicBezTo>
                <a:lnTo>
                  <a:pt x="3773993" y="3939534"/>
                </a:lnTo>
                <a:cubicBezTo>
                  <a:pt x="3773697" y="3939060"/>
                  <a:pt x="3773697" y="3938468"/>
                  <a:pt x="3773993" y="3937994"/>
                </a:cubicBezTo>
                <a:lnTo>
                  <a:pt x="3784950" y="3919042"/>
                </a:lnTo>
                <a:cubicBezTo>
                  <a:pt x="3785246" y="3918568"/>
                  <a:pt x="3785779" y="3918272"/>
                  <a:pt x="3786312" y="3918272"/>
                </a:cubicBezTo>
                <a:close/>
                <a:moveTo>
                  <a:pt x="3718618" y="3918154"/>
                </a:moveTo>
                <a:lnTo>
                  <a:pt x="3740591" y="3918154"/>
                </a:lnTo>
                <a:cubicBezTo>
                  <a:pt x="3741183" y="3918154"/>
                  <a:pt x="3741657" y="3918450"/>
                  <a:pt x="3741953" y="3918924"/>
                </a:cubicBezTo>
                <a:lnTo>
                  <a:pt x="3752910" y="3937935"/>
                </a:lnTo>
                <a:cubicBezTo>
                  <a:pt x="3753205" y="3938409"/>
                  <a:pt x="3753205" y="3939001"/>
                  <a:pt x="3752910" y="3939475"/>
                </a:cubicBezTo>
                <a:lnTo>
                  <a:pt x="3741894" y="3958486"/>
                </a:lnTo>
                <a:cubicBezTo>
                  <a:pt x="3741598" y="3958960"/>
                  <a:pt x="3741065" y="3959256"/>
                  <a:pt x="3740532" y="3959256"/>
                </a:cubicBezTo>
                <a:lnTo>
                  <a:pt x="3718559" y="3959256"/>
                </a:lnTo>
                <a:cubicBezTo>
                  <a:pt x="3717967" y="3959256"/>
                  <a:pt x="3717493" y="3958960"/>
                  <a:pt x="3717197" y="3958486"/>
                </a:cubicBezTo>
                <a:lnTo>
                  <a:pt x="3706240" y="3939475"/>
                </a:lnTo>
                <a:cubicBezTo>
                  <a:pt x="3705944" y="3939001"/>
                  <a:pt x="3705944" y="3938409"/>
                  <a:pt x="3706240" y="3937935"/>
                </a:cubicBezTo>
                <a:lnTo>
                  <a:pt x="3717256" y="3918924"/>
                </a:lnTo>
                <a:cubicBezTo>
                  <a:pt x="3717553" y="3918450"/>
                  <a:pt x="3718085" y="3918154"/>
                  <a:pt x="3718618" y="3918154"/>
                </a:cubicBezTo>
                <a:close/>
                <a:moveTo>
                  <a:pt x="3583348" y="3918154"/>
                </a:moveTo>
                <a:lnTo>
                  <a:pt x="3605320" y="3918154"/>
                </a:lnTo>
                <a:cubicBezTo>
                  <a:pt x="3605913" y="3918154"/>
                  <a:pt x="3606387" y="3918450"/>
                  <a:pt x="3606682" y="3918924"/>
                </a:cubicBezTo>
                <a:lnTo>
                  <a:pt x="3617640" y="3937935"/>
                </a:lnTo>
                <a:cubicBezTo>
                  <a:pt x="3617935" y="3938409"/>
                  <a:pt x="3617935" y="3939001"/>
                  <a:pt x="3617640" y="3939475"/>
                </a:cubicBezTo>
                <a:lnTo>
                  <a:pt x="3606623" y="3958486"/>
                </a:lnTo>
                <a:cubicBezTo>
                  <a:pt x="3606328" y="3958960"/>
                  <a:pt x="3605795" y="3959256"/>
                  <a:pt x="3605261" y="3959256"/>
                </a:cubicBezTo>
                <a:lnTo>
                  <a:pt x="3583289" y="3959256"/>
                </a:lnTo>
                <a:cubicBezTo>
                  <a:pt x="3582697" y="3959256"/>
                  <a:pt x="3582222" y="3958960"/>
                  <a:pt x="3581927" y="3958486"/>
                </a:cubicBezTo>
                <a:lnTo>
                  <a:pt x="3570970" y="3939475"/>
                </a:lnTo>
                <a:cubicBezTo>
                  <a:pt x="3570674" y="3939001"/>
                  <a:pt x="3570674" y="3938409"/>
                  <a:pt x="3570970" y="3937935"/>
                </a:cubicBezTo>
                <a:lnTo>
                  <a:pt x="3581986" y="3918924"/>
                </a:lnTo>
                <a:cubicBezTo>
                  <a:pt x="3582282" y="3918450"/>
                  <a:pt x="3582815" y="3918154"/>
                  <a:pt x="3583348" y="3918154"/>
                </a:cubicBezTo>
                <a:close/>
                <a:moveTo>
                  <a:pt x="3312807" y="3918154"/>
                </a:moveTo>
                <a:lnTo>
                  <a:pt x="3334780" y="3918154"/>
                </a:lnTo>
                <a:cubicBezTo>
                  <a:pt x="3335372" y="3918154"/>
                  <a:pt x="3335846" y="3918450"/>
                  <a:pt x="3336142" y="3918924"/>
                </a:cubicBezTo>
                <a:lnTo>
                  <a:pt x="3347099" y="3937935"/>
                </a:lnTo>
                <a:cubicBezTo>
                  <a:pt x="3347395" y="3938409"/>
                  <a:pt x="3347395" y="3939001"/>
                  <a:pt x="3347099" y="3939475"/>
                </a:cubicBezTo>
                <a:lnTo>
                  <a:pt x="3336083" y="3958486"/>
                </a:lnTo>
                <a:cubicBezTo>
                  <a:pt x="3335787" y="3958960"/>
                  <a:pt x="3335254" y="3959256"/>
                  <a:pt x="3334721" y="3959256"/>
                </a:cubicBezTo>
                <a:lnTo>
                  <a:pt x="3312748" y="3959256"/>
                </a:lnTo>
                <a:cubicBezTo>
                  <a:pt x="3312156" y="3959256"/>
                  <a:pt x="3311682" y="3958960"/>
                  <a:pt x="3311386" y="3958486"/>
                </a:cubicBezTo>
                <a:lnTo>
                  <a:pt x="3300429" y="3939475"/>
                </a:lnTo>
                <a:cubicBezTo>
                  <a:pt x="3300133" y="3939001"/>
                  <a:pt x="3300133" y="3938409"/>
                  <a:pt x="3300429" y="3937935"/>
                </a:cubicBezTo>
                <a:lnTo>
                  <a:pt x="3311445" y="3918924"/>
                </a:lnTo>
                <a:cubicBezTo>
                  <a:pt x="3311742" y="3918450"/>
                  <a:pt x="3312274" y="3918154"/>
                  <a:pt x="3312807" y="3918154"/>
                </a:cubicBezTo>
                <a:close/>
                <a:moveTo>
                  <a:pt x="3650864" y="3917976"/>
                </a:moveTo>
                <a:lnTo>
                  <a:pt x="3673074" y="3917976"/>
                </a:lnTo>
                <a:cubicBezTo>
                  <a:pt x="3673607" y="3917976"/>
                  <a:pt x="3674139" y="3918272"/>
                  <a:pt x="3674436" y="3918746"/>
                </a:cubicBezTo>
                <a:lnTo>
                  <a:pt x="3685511" y="3937994"/>
                </a:lnTo>
                <a:cubicBezTo>
                  <a:pt x="3685807" y="3938468"/>
                  <a:pt x="3685807" y="3939060"/>
                  <a:pt x="3685511" y="3939534"/>
                </a:cubicBezTo>
                <a:lnTo>
                  <a:pt x="3674436" y="3958782"/>
                </a:lnTo>
                <a:cubicBezTo>
                  <a:pt x="3674139" y="3959256"/>
                  <a:pt x="3673607" y="3959552"/>
                  <a:pt x="3673074" y="3959552"/>
                </a:cubicBezTo>
                <a:lnTo>
                  <a:pt x="3650864" y="3959552"/>
                </a:lnTo>
                <a:cubicBezTo>
                  <a:pt x="3650331" y="3959552"/>
                  <a:pt x="3649798" y="3959256"/>
                  <a:pt x="3649502" y="3958782"/>
                </a:cubicBezTo>
                <a:lnTo>
                  <a:pt x="3638427" y="3939534"/>
                </a:lnTo>
                <a:cubicBezTo>
                  <a:pt x="3638131" y="3939060"/>
                  <a:pt x="3638131" y="3938468"/>
                  <a:pt x="3638427" y="3937994"/>
                </a:cubicBezTo>
                <a:lnTo>
                  <a:pt x="3649502" y="3918746"/>
                </a:lnTo>
                <a:cubicBezTo>
                  <a:pt x="3649798" y="3918272"/>
                  <a:pt x="3650331" y="3917976"/>
                  <a:pt x="3650864" y="3917976"/>
                </a:cubicBezTo>
                <a:close/>
                <a:moveTo>
                  <a:pt x="3177359" y="3917739"/>
                </a:moveTo>
                <a:lnTo>
                  <a:pt x="3199747" y="3917739"/>
                </a:lnTo>
                <a:cubicBezTo>
                  <a:pt x="3200280" y="3917739"/>
                  <a:pt x="3200813" y="3918035"/>
                  <a:pt x="3201109" y="3918509"/>
                </a:cubicBezTo>
                <a:lnTo>
                  <a:pt x="3212302" y="3937935"/>
                </a:lnTo>
                <a:cubicBezTo>
                  <a:pt x="3212599" y="3938409"/>
                  <a:pt x="3212599" y="3939060"/>
                  <a:pt x="3212302" y="3939534"/>
                </a:cubicBezTo>
                <a:lnTo>
                  <a:pt x="3201109" y="3958960"/>
                </a:lnTo>
                <a:cubicBezTo>
                  <a:pt x="3200813" y="3959434"/>
                  <a:pt x="3200280" y="3959730"/>
                  <a:pt x="3199747" y="3959730"/>
                </a:cubicBezTo>
                <a:lnTo>
                  <a:pt x="3177359" y="3959730"/>
                </a:lnTo>
                <a:cubicBezTo>
                  <a:pt x="3176827" y="3959730"/>
                  <a:pt x="3176294" y="3959434"/>
                  <a:pt x="3175997" y="3958960"/>
                </a:cubicBezTo>
                <a:lnTo>
                  <a:pt x="3164804" y="3939534"/>
                </a:lnTo>
                <a:cubicBezTo>
                  <a:pt x="3164508" y="3939060"/>
                  <a:pt x="3164508" y="3938409"/>
                  <a:pt x="3164804" y="3937935"/>
                </a:cubicBezTo>
                <a:lnTo>
                  <a:pt x="3175997" y="3918509"/>
                </a:lnTo>
                <a:cubicBezTo>
                  <a:pt x="3176294" y="3918035"/>
                  <a:pt x="3176827" y="3917739"/>
                  <a:pt x="3177359" y="3917739"/>
                </a:cubicBezTo>
                <a:close/>
                <a:moveTo>
                  <a:pt x="4800364" y="3917562"/>
                </a:moveTo>
                <a:lnTo>
                  <a:pt x="4822988" y="3917562"/>
                </a:lnTo>
                <a:cubicBezTo>
                  <a:pt x="4823521" y="3917562"/>
                  <a:pt x="4824054" y="3917917"/>
                  <a:pt x="4824350" y="3918391"/>
                </a:cubicBezTo>
                <a:lnTo>
                  <a:pt x="4835662" y="3937994"/>
                </a:lnTo>
                <a:cubicBezTo>
                  <a:pt x="4835958" y="3938468"/>
                  <a:pt x="4835958" y="3939120"/>
                  <a:pt x="4835662" y="3939594"/>
                </a:cubicBezTo>
                <a:lnTo>
                  <a:pt x="4824350" y="3959197"/>
                </a:lnTo>
                <a:cubicBezTo>
                  <a:pt x="4824054" y="3959730"/>
                  <a:pt x="4823581" y="3960026"/>
                  <a:pt x="4822988" y="3960026"/>
                </a:cubicBezTo>
                <a:lnTo>
                  <a:pt x="4800364" y="3960026"/>
                </a:lnTo>
                <a:cubicBezTo>
                  <a:pt x="4799831" y="3960026"/>
                  <a:pt x="4799298" y="3959671"/>
                  <a:pt x="4799002" y="3959197"/>
                </a:cubicBezTo>
                <a:lnTo>
                  <a:pt x="4787690" y="3939594"/>
                </a:lnTo>
                <a:cubicBezTo>
                  <a:pt x="4787394" y="3939120"/>
                  <a:pt x="4787394" y="3938468"/>
                  <a:pt x="4787690" y="3937994"/>
                </a:cubicBezTo>
                <a:lnTo>
                  <a:pt x="4799002" y="3918391"/>
                </a:lnTo>
                <a:cubicBezTo>
                  <a:pt x="4799298" y="3917858"/>
                  <a:pt x="4799772" y="3917562"/>
                  <a:pt x="4800364" y="3917562"/>
                </a:cubicBezTo>
                <a:close/>
                <a:moveTo>
                  <a:pt x="4935575" y="3917443"/>
                </a:moveTo>
                <a:lnTo>
                  <a:pt x="4958318" y="3917443"/>
                </a:lnTo>
                <a:cubicBezTo>
                  <a:pt x="4958851" y="3917443"/>
                  <a:pt x="4959384" y="3917798"/>
                  <a:pt x="4959680" y="3918272"/>
                </a:cubicBezTo>
                <a:lnTo>
                  <a:pt x="4971051" y="3937994"/>
                </a:lnTo>
                <a:cubicBezTo>
                  <a:pt x="4971347" y="3938468"/>
                  <a:pt x="4971347" y="3939119"/>
                  <a:pt x="4971051" y="3939593"/>
                </a:cubicBezTo>
                <a:lnTo>
                  <a:pt x="4959680" y="3959315"/>
                </a:lnTo>
                <a:cubicBezTo>
                  <a:pt x="4959443" y="3959848"/>
                  <a:pt x="4958910" y="3960144"/>
                  <a:pt x="4958318" y="3960144"/>
                </a:cubicBezTo>
                <a:lnTo>
                  <a:pt x="4935575" y="3960144"/>
                </a:lnTo>
                <a:cubicBezTo>
                  <a:pt x="4935042" y="3960144"/>
                  <a:pt x="4934509" y="3959789"/>
                  <a:pt x="4934213" y="3959315"/>
                </a:cubicBezTo>
                <a:lnTo>
                  <a:pt x="4922842" y="3939593"/>
                </a:lnTo>
                <a:cubicBezTo>
                  <a:pt x="4922546" y="3939119"/>
                  <a:pt x="4922546" y="3938468"/>
                  <a:pt x="4922842" y="3937994"/>
                </a:cubicBezTo>
                <a:lnTo>
                  <a:pt x="4934213" y="3918272"/>
                </a:lnTo>
                <a:cubicBezTo>
                  <a:pt x="4934450" y="3917739"/>
                  <a:pt x="4934983" y="3917443"/>
                  <a:pt x="4935575" y="3917443"/>
                </a:cubicBezTo>
                <a:close/>
                <a:moveTo>
                  <a:pt x="4867940" y="3917443"/>
                </a:moveTo>
                <a:lnTo>
                  <a:pt x="4890682" y="3917443"/>
                </a:lnTo>
                <a:cubicBezTo>
                  <a:pt x="4891215" y="3917443"/>
                  <a:pt x="4891748" y="3917798"/>
                  <a:pt x="4892044" y="3918272"/>
                </a:cubicBezTo>
                <a:lnTo>
                  <a:pt x="4903416" y="3937994"/>
                </a:lnTo>
                <a:cubicBezTo>
                  <a:pt x="4903711" y="3938468"/>
                  <a:pt x="4903711" y="3939119"/>
                  <a:pt x="4903416" y="3939593"/>
                </a:cubicBezTo>
                <a:lnTo>
                  <a:pt x="4892044" y="3959315"/>
                </a:lnTo>
                <a:cubicBezTo>
                  <a:pt x="4891807" y="3959848"/>
                  <a:pt x="4891274" y="3960144"/>
                  <a:pt x="4890682" y="3960144"/>
                </a:cubicBezTo>
                <a:lnTo>
                  <a:pt x="4867940" y="3960144"/>
                </a:lnTo>
                <a:cubicBezTo>
                  <a:pt x="4867406" y="3960144"/>
                  <a:pt x="4866873" y="3959789"/>
                  <a:pt x="4866578" y="3959315"/>
                </a:cubicBezTo>
                <a:lnTo>
                  <a:pt x="4855206" y="3939593"/>
                </a:lnTo>
                <a:cubicBezTo>
                  <a:pt x="4854910" y="3939119"/>
                  <a:pt x="4854910" y="3938468"/>
                  <a:pt x="4855206" y="3937994"/>
                </a:cubicBezTo>
                <a:lnTo>
                  <a:pt x="4866578" y="3918272"/>
                </a:lnTo>
                <a:cubicBezTo>
                  <a:pt x="4866814" y="3917739"/>
                  <a:pt x="4867348" y="3917443"/>
                  <a:pt x="4867940" y="3917443"/>
                </a:cubicBezTo>
                <a:close/>
                <a:moveTo>
                  <a:pt x="3515298" y="3917443"/>
                </a:moveTo>
                <a:lnTo>
                  <a:pt x="3538040" y="3917443"/>
                </a:lnTo>
                <a:cubicBezTo>
                  <a:pt x="3538573" y="3917443"/>
                  <a:pt x="3539106" y="3917798"/>
                  <a:pt x="3539402" y="3918272"/>
                </a:cubicBezTo>
                <a:lnTo>
                  <a:pt x="3550774" y="3937994"/>
                </a:lnTo>
                <a:cubicBezTo>
                  <a:pt x="3551070" y="3938468"/>
                  <a:pt x="3551070" y="3939119"/>
                  <a:pt x="3550774" y="3939593"/>
                </a:cubicBezTo>
                <a:lnTo>
                  <a:pt x="3539402" y="3959315"/>
                </a:lnTo>
                <a:cubicBezTo>
                  <a:pt x="3539166" y="3959848"/>
                  <a:pt x="3538632" y="3960144"/>
                  <a:pt x="3538040" y="3960144"/>
                </a:cubicBezTo>
                <a:lnTo>
                  <a:pt x="3515298" y="3960144"/>
                </a:lnTo>
                <a:cubicBezTo>
                  <a:pt x="3514765" y="3960144"/>
                  <a:pt x="3514231" y="3959789"/>
                  <a:pt x="3513936" y="3959315"/>
                </a:cubicBezTo>
                <a:lnTo>
                  <a:pt x="3502564" y="3939593"/>
                </a:lnTo>
                <a:cubicBezTo>
                  <a:pt x="3502268" y="3939119"/>
                  <a:pt x="3502268" y="3938468"/>
                  <a:pt x="3502564" y="3937994"/>
                </a:cubicBezTo>
                <a:lnTo>
                  <a:pt x="3513936" y="3918272"/>
                </a:lnTo>
                <a:cubicBezTo>
                  <a:pt x="3514172" y="3917739"/>
                  <a:pt x="3514706" y="3917443"/>
                  <a:pt x="3515298" y="3917443"/>
                </a:cubicBezTo>
                <a:close/>
                <a:moveTo>
                  <a:pt x="3244699" y="3917265"/>
                </a:moveTo>
                <a:lnTo>
                  <a:pt x="3267678" y="3917265"/>
                </a:lnTo>
                <a:cubicBezTo>
                  <a:pt x="3268271" y="3917265"/>
                  <a:pt x="3268804" y="3917621"/>
                  <a:pt x="3269100" y="3918094"/>
                </a:cubicBezTo>
                <a:lnTo>
                  <a:pt x="3280590" y="3937994"/>
                </a:lnTo>
                <a:cubicBezTo>
                  <a:pt x="3280885" y="3938468"/>
                  <a:pt x="3280885" y="3939119"/>
                  <a:pt x="3280590" y="3939593"/>
                </a:cubicBezTo>
                <a:lnTo>
                  <a:pt x="3269100" y="3959493"/>
                </a:lnTo>
                <a:cubicBezTo>
                  <a:pt x="3268804" y="3960026"/>
                  <a:pt x="3268271" y="3960322"/>
                  <a:pt x="3267678" y="3960322"/>
                </a:cubicBezTo>
                <a:lnTo>
                  <a:pt x="3244699" y="3960322"/>
                </a:lnTo>
                <a:cubicBezTo>
                  <a:pt x="3244107" y="3960322"/>
                  <a:pt x="3243574" y="3959966"/>
                  <a:pt x="3243278" y="3959493"/>
                </a:cubicBezTo>
                <a:lnTo>
                  <a:pt x="3231788" y="3939593"/>
                </a:lnTo>
                <a:cubicBezTo>
                  <a:pt x="3231492" y="3939119"/>
                  <a:pt x="3231492" y="3938468"/>
                  <a:pt x="3231788" y="3937994"/>
                </a:cubicBezTo>
                <a:lnTo>
                  <a:pt x="3243278" y="3918094"/>
                </a:lnTo>
                <a:cubicBezTo>
                  <a:pt x="3243574" y="3917561"/>
                  <a:pt x="3244107" y="3917265"/>
                  <a:pt x="3244699" y="3917265"/>
                </a:cubicBezTo>
                <a:close/>
                <a:moveTo>
                  <a:pt x="3447485" y="3917147"/>
                </a:moveTo>
                <a:lnTo>
                  <a:pt x="3470583" y="3917147"/>
                </a:lnTo>
                <a:cubicBezTo>
                  <a:pt x="3471175" y="3917147"/>
                  <a:pt x="3471709" y="3917502"/>
                  <a:pt x="3472005" y="3917976"/>
                </a:cubicBezTo>
                <a:lnTo>
                  <a:pt x="3483554" y="3937935"/>
                </a:lnTo>
                <a:cubicBezTo>
                  <a:pt x="3483850" y="3938468"/>
                  <a:pt x="3483850" y="3939119"/>
                  <a:pt x="3483554" y="3939593"/>
                </a:cubicBezTo>
                <a:lnTo>
                  <a:pt x="3472005" y="3959552"/>
                </a:lnTo>
                <a:cubicBezTo>
                  <a:pt x="3471709" y="3960085"/>
                  <a:pt x="3471175" y="3960381"/>
                  <a:pt x="3470583" y="3960381"/>
                </a:cubicBezTo>
                <a:lnTo>
                  <a:pt x="3447485" y="3960381"/>
                </a:lnTo>
                <a:cubicBezTo>
                  <a:pt x="3446893" y="3960381"/>
                  <a:pt x="3446360" y="3960026"/>
                  <a:pt x="3446064" y="3959552"/>
                </a:cubicBezTo>
                <a:lnTo>
                  <a:pt x="3434515" y="3939593"/>
                </a:lnTo>
                <a:cubicBezTo>
                  <a:pt x="3434219" y="3939060"/>
                  <a:pt x="3434219" y="3938409"/>
                  <a:pt x="3434515" y="3937935"/>
                </a:cubicBezTo>
                <a:lnTo>
                  <a:pt x="3446064" y="3917976"/>
                </a:lnTo>
                <a:cubicBezTo>
                  <a:pt x="3446360" y="3917443"/>
                  <a:pt x="3446893" y="3917147"/>
                  <a:pt x="3447485" y="3917147"/>
                </a:cubicBezTo>
                <a:close/>
                <a:moveTo>
                  <a:pt x="3379791" y="3916910"/>
                </a:moveTo>
                <a:lnTo>
                  <a:pt x="3403066" y="3916910"/>
                </a:lnTo>
                <a:cubicBezTo>
                  <a:pt x="3403659" y="3916910"/>
                  <a:pt x="3404192" y="3917206"/>
                  <a:pt x="3404488" y="3917739"/>
                </a:cubicBezTo>
                <a:lnTo>
                  <a:pt x="3416096" y="3937935"/>
                </a:lnTo>
                <a:cubicBezTo>
                  <a:pt x="3416392" y="3938468"/>
                  <a:pt x="3416392" y="3939060"/>
                  <a:pt x="3416096" y="3939593"/>
                </a:cubicBezTo>
                <a:lnTo>
                  <a:pt x="3404429" y="3959789"/>
                </a:lnTo>
                <a:cubicBezTo>
                  <a:pt x="3404132" y="3960322"/>
                  <a:pt x="3403599" y="3960618"/>
                  <a:pt x="3403007" y="3960618"/>
                </a:cubicBezTo>
                <a:lnTo>
                  <a:pt x="3379732" y="3960618"/>
                </a:lnTo>
                <a:cubicBezTo>
                  <a:pt x="3379139" y="3960618"/>
                  <a:pt x="3378606" y="3960322"/>
                  <a:pt x="3378310" y="3959789"/>
                </a:cubicBezTo>
                <a:lnTo>
                  <a:pt x="3366702" y="3939593"/>
                </a:lnTo>
                <a:cubicBezTo>
                  <a:pt x="3366406" y="3939060"/>
                  <a:pt x="3366406" y="3938468"/>
                  <a:pt x="3366702" y="3937935"/>
                </a:cubicBezTo>
                <a:lnTo>
                  <a:pt x="3378369" y="3917739"/>
                </a:lnTo>
                <a:cubicBezTo>
                  <a:pt x="3378665" y="3917206"/>
                  <a:pt x="3379199" y="3916910"/>
                  <a:pt x="3379791" y="3916910"/>
                </a:cubicBezTo>
                <a:close/>
                <a:moveTo>
                  <a:pt x="4328755" y="3862364"/>
                </a:moveTo>
                <a:lnTo>
                  <a:pt x="4347766" y="3862364"/>
                </a:lnTo>
                <a:cubicBezTo>
                  <a:pt x="4348240" y="3862364"/>
                  <a:pt x="4348714" y="3862601"/>
                  <a:pt x="4348951" y="3863015"/>
                </a:cubicBezTo>
                <a:lnTo>
                  <a:pt x="4358427" y="3879480"/>
                </a:lnTo>
                <a:cubicBezTo>
                  <a:pt x="4358664" y="3879894"/>
                  <a:pt x="4358664" y="3880428"/>
                  <a:pt x="4358427" y="3880842"/>
                </a:cubicBezTo>
                <a:lnTo>
                  <a:pt x="4348951" y="3897307"/>
                </a:lnTo>
                <a:cubicBezTo>
                  <a:pt x="4348655" y="3897721"/>
                  <a:pt x="4348240" y="3897958"/>
                  <a:pt x="4347766" y="3897958"/>
                </a:cubicBezTo>
                <a:lnTo>
                  <a:pt x="4328755" y="3897958"/>
                </a:lnTo>
                <a:cubicBezTo>
                  <a:pt x="4328282" y="3897958"/>
                  <a:pt x="4327807" y="3897721"/>
                  <a:pt x="4327571" y="3897307"/>
                </a:cubicBezTo>
                <a:lnTo>
                  <a:pt x="4318094" y="3880842"/>
                </a:lnTo>
                <a:cubicBezTo>
                  <a:pt x="4317858" y="3880428"/>
                  <a:pt x="4317858" y="3879894"/>
                  <a:pt x="4318094" y="3879480"/>
                </a:cubicBezTo>
                <a:lnTo>
                  <a:pt x="4327571" y="3863015"/>
                </a:lnTo>
                <a:cubicBezTo>
                  <a:pt x="4327867" y="3862601"/>
                  <a:pt x="4328282" y="3862364"/>
                  <a:pt x="4328755" y="3862364"/>
                </a:cubicBezTo>
                <a:close/>
                <a:moveTo>
                  <a:pt x="4396390" y="3862245"/>
                </a:moveTo>
                <a:lnTo>
                  <a:pt x="4415460" y="3862245"/>
                </a:lnTo>
                <a:cubicBezTo>
                  <a:pt x="4415934" y="3862245"/>
                  <a:pt x="4416408" y="3862482"/>
                  <a:pt x="4416644" y="3862896"/>
                </a:cubicBezTo>
                <a:lnTo>
                  <a:pt x="4426180" y="3879420"/>
                </a:lnTo>
                <a:cubicBezTo>
                  <a:pt x="4426417" y="3879835"/>
                  <a:pt x="4426417" y="3880368"/>
                  <a:pt x="4426180" y="3880782"/>
                </a:cubicBezTo>
                <a:lnTo>
                  <a:pt x="4416644" y="3897306"/>
                </a:lnTo>
                <a:cubicBezTo>
                  <a:pt x="4416408" y="3897721"/>
                  <a:pt x="4415934" y="3897958"/>
                  <a:pt x="4415460" y="3897958"/>
                </a:cubicBezTo>
                <a:lnTo>
                  <a:pt x="4396390" y="3897958"/>
                </a:lnTo>
                <a:cubicBezTo>
                  <a:pt x="4395916" y="3897958"/>
                  <a:pt x="4395442" y="3897721"/>
                  <a:pt x="4395205" y="3897306"/>
                </a:cubicBezTo>
                <a:lnTo>
                  <a:pt x="4385670" y="3880782"/>
                </a:lnTo>
                <a:cubicBezTo>
                  <a:pt x="4385433" y="3880368"/>
                  <a:pt x="4385433" y="3879835"/>
                  <a:pt x="4385670" y="3879420"/>
                </a:cubicBezTo>
                <a:lnTo>
                  <a:pt x="4395205" y="3862896"/>
                </a:lnTo>
                <a:cubicBezTo>
                  <a:pt x="4395442" y="3862482"/>
                  <a:pt x="4395916" y="3862245"/>
                  <a:pt x="4396390" y="3862245"/>
                </a:cubicBezTo>
                <a:close/>
                <a:moveTo>
                  <a:pt x="4193484" y="3862245"/>
                </a:moveTo>
                <a:lnTo>
                  <a:pt x="4212555" y="3862245"/>
                </a:lnTo>
                <a:cubicBezTo>
                  <a:pt x="4213028" y="3862245"/>
                  <a:pt x="4213503" y="3862482"/>
                  <a:pt x="4213739" y="3862896"/>
                </a:cubicBezTo>
                <a:lnTo>
                  <a:pt x="4223275" y="3879420"/>
                </a:lnTo>
                <a:cubicBezTo>
                  <a:pt x="4223511" y="3879835"/>
                  <a:pt x="4223511" y="3880368"/>
                  <a:pt x="4223275" y="3880782"/>
                </a:cubicBezTo>
                <a:lnTo>
                  <a:pt x="4213739" y="3897306"/>
                </a:lnTo>
                <a:cubicBezTo>
                  <a:pt x="4213503" y="3897721"/>
                  <a:pt x="4213028" y="3897958"/>
                  <a:pt x="4212555" y="3897958"/>
                </a:cubicBezTo>
                <a:lnTo>
                  <a:pt x="4193484" y="3897958"/>
                </a:lnTo>
                <a:cubicBezTo>
                  <a:pt x="4193010" y="3897958"/>
                  <a:pt x="4192537" y="3897721"/>
                  <a:pt x="4192299" y="3897306"/>
                </a:cubicBezTo>
                <a:lnTo>
                  <a:pt x="4182764" y="3880782"/>
                </a:lnTo>
                <a:cubicBezTo>
                  <a:pt x="4182528" y="3880368"/>
                  <a:pt x="4182528" y="3879835"/>
                  <a:pt x="4182764" y="3879420"/>
                </a:cubicBezTo>
                <a:lnTo>
                  <a:pt x="4192299" y="3862896"/>
                </a:lnTo>
                <a:cubicBezTo>
                  <a:pt x="4192537" y="3862482"/>
                  <a:pt x="4193010" y="3862245"/>
                  <a:pt x="4193484" y="3862245"/>
                </a:cubicBezTo>
                <a:close/>
                <a:moveTo>
                  <a:pt x="4058155" y="3862127"/>
                </a:moveTo>
                <a:lnTo>
                  <a:pt x="4077344" y="3862127"/>
                </a:lnTo>
                <a:cubicBezTo>
                  <a:pt x="4077818" y="3862127"/>
                  <a:pt x="4078291" y="3862364"/>
                  <a:pt x="4078528" y="3862779"/>
                </a:cubicBezTo>
                <a:lnTo>
                  <a:pt x="4088123" y="3879421"/>
                </a:lnTo>
                <a:cubicBezTo>
                  <a:pt x="4088360" y="3879836"/>
                  <a:pt x="4088360" y="3880368"/>
                  <a:pt x="4088123" y="3880783"/>
                </a:cubicBezTo>
                <a:lnTo>
                  <a:pt x="4078528" y="3897425"/>
                </a:lnTo>
                <a:cubicBezTo>
                  <a:pt x="4078291" y="3897840"/>
                  <a:pt x="4077818" y="3898077"/>
                  <a:pt x="4077344" y="3898077"/>
                </a:cubicBezTo>
                <a:lnTo>
                  <a:pt x="4058155" y="3898077"/>
                </a:lnTo>
                <a:cubicBezTo>
                  <a:pt x="4057681" y="3898077"/>
                  <a:pt x="4057207" y="3897840"/>
                  <a:pt x="4056970" y="3897425"/>
                </a:cubicBezTo>
                <a:lnTo>
                  <a:pt x="4047376" y="3880783"/>
                </a:lnTo>
                <a:cubicBezTo>
                  <a:pt x="4047139" y="3880368"/>
                  <a:pt x="4047139" y="3879836"/>
                  <a:pt x="4047376" y="3879421"/>
                </a:cubicBezTo>
                <a:lnTo>
                  <a:pt x="4056970" y="3862779"/>
                </a:lnTo>
                <a:cubicBezTo>
                  <a:pt x="4057207" y="3862364"/>
                  <a:pt x="4057681" y="3862127"/>
                  <a:pt x="4058155" y="3862127"/>
                </a:cubicBezTo>
                <a:close/>
                <a:moveTo>
                  <a:pt x="4125435" y="3861535"/>
                </a:moveTo>
                <a:lnTo>
                  <a:pt x="4145335" y="3861535"/>
                </a:lnTo>
                <a:cubicBezTo>
                  <a:pt x="4145808" y="3861535"/>
                  <a:pt x="4146283" y="3861831"/>
                  <a:pt x="4146519" y="3862246"/>
                </a:cubicBezTo>
                <a:lnTo>
                  <a:pt x="4156469" y="3879480"/>
                </a:lnTo>
                <a:cubicBezTo>
                  <a:pt x="4156705" y="3879954"/>
                  <a:pt x="4156705" y="3880487"/>
                  <a:pt x="4156469" y="3880902"/>
                </a:cubicBezTo>
                <a:lnTo>
                  <a:pt x="4146519" y="3898136"/>
                </a:lnTo>
                <a:cubicBezTo>
                  <a:pt x="4146283" y="3898551"/>
                  <a:pt x="4145808" y="3898847"/>
                  <a:pt x="4145335" y="3898847"/>
                </a:cubicBezTo>
                <a:lnTo>
                  <a:pt x="4125435" y="3898847"/>
                </a:lnTo>
                <a:cubicBezTo>
                  <a:pt x="4124961" y="3898847"/>
                  <a:pt x="4124487" y="3898551"/>
                  <a:pt x="4124250" y="3898136"/>
                </a:cubicBezTo>
                <a:lnTo>
                  <a:pt x="4114301" y="3880902"/>
                </a:lnTo>
                <a:cubicBezTo>
                  <a:pt x="4114064" y="3880428"/>
                  <a:pt x="4114064" y="3879895"/>
                  <a:pt x="4114301" y="3879480"/>
                </a:cubicBezTo>
                <a:lnTo>
                  <a:pt x="4124250" y="3862246"/>
                </a:lnTo>
                <a:cubicBezTo>
                  <a:pt x="4124487" y="3861831"/>
                  <a:pt x="4124961" y="3861535"/>
                  <a:pt x="4125435" y="3861535"/>
                </a:cubicBezTo>
                <a:close/>
                <a:moveTo>
                  <a:pt x="3990165" y="3861535"/>
                </a:moveTo>
                <a:lnTo>
                  <a:pt x="4010065" y="3861535"/>
                </a:lnTo>
                <a:cubicBezTo>
                  <a:pt x="4010538" y="3861535"/>
                  <a:pt x="4011012" y="3861831"/>
                  <a:pt x="4011249" y="3862246"/>
                </a:cubicBezTo>
                <a:lnTo>
                  <a:pt x="4021199" y="3879480"/>
                </a:lnTo>
                <a:cubicBezTo>
                  <a:pt x="4021436" y="3879954"/>
                  <a:pt x="4021436" y="3880487"/>
                  <a:pt x="4021199" y="3880902"/>
                </a:cubicBezTo>
                <a:lnTo>
                  <a:pt x="4011249" y="3898136"/>
                </a:lnTo>
                <a:cubicBezTo>
                  <a:pt x="4011012" y="3898551"/>
                  <a:pt x="4010538" y="3898847"/>
                  <a:pt x="4010065" y="3898847"/>
                </a:cubicBezTo>
                <a:lnTo>
                  <a:pt x="3990165" y="3898847"/>
                </a:lnTo>
                <a:cubicBezTo>
                  <a:pt x="3989691" y="3898847"/>
                  <a:pt x="3989218" y="3898551"/>
                  <a:pt x="3988980" y="3898136"/>
                </a:cubicBezTo>
                <a:lnTo>
                  <a:pt x="3979030" y="3880902"/>
                </a:lnTo>
                <a:cubicBezTo>
                  <a:pt x="3978794" y="3880428"/>
                  <a:pt x="3978794" y="3879895"/>
                  <a:pt x="3979030" y="3879480"/>
                </a:cubicBezTo>
                <a:lnTo>
                  <a:pt x="3988980" y="3862246"/>
                </a:lnTo>
                <a:cubicBezTo>
                  <a:pt x="3989218" y="3861831"/>
                  <a:pt x="3989691" y="3861535"/>
                  <a:pt x="3990165" y="3861535"/>
                </a:cubicBezTo>
                <a:close/>
                <a:moveTo>
                  <a:pt x="4260587" y="3861298"/>
                </a:moveTo>
                <a:lnTo>
                  <a:pt x="4280664" y="3861298"/>
                </a:lnTo>
                <a:cubicBezTo>
                  <a:pt x="4281197" y="3861298"/>
                  <a:pt x="4281671" y="3861594"/>
                  <a:pt x="4281907" y="3862009"/>
                </a:cubicBezTo>
                <a:lnTo>
                  <a:pt x="4291917" y="3879421"/>
                </a:lnTo>
                <a:cubicBezTo>
                  <a:pt x="4292153" y="3879835"/>
                  <a:pt x="4292153" y="3880428"/>
                  <a:pt x="4291917" y="3880842"/>
                </a:cubicBezTo>
                <a:lnTo>
                  <a:pt x="4281848" y="3898254"/>
                </a:lnTo>
                <a:cubicBezTo>
                  <a:pt x="4281552" y="3898669"/>
                  <a:pt x="4281078" y="3898965"/>
                  <a:pt x="4280605" y="3898965"/>
                </a:cubicBezTo>
                <a:lnTo>
                  <a:pt x="4260527" y="3898965"/>
                </a:lnTo>
                <a:cubicBezTo>
                  <a:pt x="4259994" y="3898965"/>
                  <a:pt x="4259521" y="3898669"/>
                  <a:pt x="4259284" y="3898254"/>
                </a:cubicBezTo>
                <a:lnTo>
                  <a:pt x="4249274" y="3880842"/>
                </a:lnTo>
                <a:cubicBezTo>
                  <a:pt x="4249038" y="3880428"/>
                  <a:pt x="4249038" y="3879835"/>
                  <a:pt x="4249274" y="3879421"/>
                </a:cubicBezTo>
                <a:lnTo>
                  <a:pt x="4259343" y="3862009"/>
                </a:lnTo>
                <a:cubicBezTo>
                  <a:pt x="4259639" y="3861594"/>
                  <a:pt x="4260113" y="3861298"/>
                  <a:pt x="4260587" y="3861298"/>
                </a:cubicBezTo>
                <a:close/>
                <a:moveTo>
                  <a:pt x="4598703" y="3861239"/>
                </a:moveTo>
                <a:lnTo>
                  <a:pt x="4618899" y="3861239"/>
                </a:lnTo>
                <a:cubicBezTo>
                  <a:pt x="4619431" y="3861239"/>
                  <a:pt x="4619906" y="3861535"/>
                  <a:pt x="4620142" y="3861950"/>
                </a:cubicBezTo>
                <a:lnTo>
                  <a:pt x="4630211" y="3879421"/>
                </a:lnTo>
                <a:cubicBezTo>
                  <a:pt x="4630448" y="3879836"/>
                  <a:pt x="4630448" y="3880428"/>
                  <a:pt x="4630211" y="3880842"/>
                </a:cubicBezTo>
                <a:lnTo>
                  <a:pt x="4620083" y="3898314"/>
                </a:lnTo>
                <a:cubicBezTo>
                  <a:pt x="4619787" y="3898729"/>
                  <a:pt x="4619314" y="3899025"/>
                  <a:pt x="4618839" y="3899025"/>
                </a:cubicBezTo>
                <a:lnTo>
                  <a:pt x="4598643" y="3899025"/>
                </a:lnTo>
                <a:cubicBezTo>
                  <a:pt x="4598110" y="3899025"/>
                  <a:pt x="4597637" y="3898729"/>
                  <a:pt x="4597400" y="3898314"/>
                </a:cubicBezTo>
                <a:lnTo>
                  <a:pt x="4587332" y="3880842"/>
                </a:lnTo>
                <a:cubicBezTo>
                  <a:pt x="4587095" y="3880428"/>
                  <a:pt x="4587095" y="3879836"/>
                  <a:pt x="4587332" y="3879421"/>
                </a:cubicBezTo>
                <a:lnTo>
                  <a:pt x="4597459" y="3861950"/>
                </a:lnTo>
                <a:cubicBezTo>
                  <a:pt x="4597756" y="3861535"/>
                  <a:pt x="4598229" y="3861239"/>
                  <a:pt x="4598703" y="3861239"/>
                </a:cubicBezTo>
                <a:close/>
                <a:moveTo>
                  <a:pt x="3043215" y="3861239"/>
                </a:moveTo>
                <a:lnTo>
                  <a:pt x="3063411" y="3861239"/>
                </a:lnTo>
                <a:cubicBezTo>
                  <a:pt x="3063944" y="3861239"/>
                  <a:pt x="3064418" y="3861535"/>
                  <a:pt x="3064654" y="3861950"/>
                </a:cubicBezTo>
                <a:lnTo>
                  <a:pt x="3074723" y="3879421"/>
                </a:lnTo>
                <a:cubicBezTo>
                  <a:pt x="3074960" y="3879836"/>
                  <a:pt x="3074960" y="3880428"/>
                  <a:pt x="3074723" y="3880842"/>
                </a:cubicBezTo>
                <a:lnTo>
                  <a:pt x="3064595" y="3898314"/>
                </a:lnTo>
                <a:cubicBezTo>
                  <a:pt x="3064299" y="3898729"/>
                  <a:pt x="3063825" y="3899025"/>
                  <a:pt x="3063352" y="3899025"/>
                </a:cubicBezTo>
                <a:lnTo>
                  <a:pt x="3043156" y="3899025"/>
                </a:lnTo>
                <a:cubicBezTo>
                  <a:pt x="3042623" y="3899025"/>
                  <a:pt x="3042149" y="3898729"/>
                  <a:pt x="3041912" y="3898314"/>
                </a:cubicBezTo>
                <a:lnTo>
                  <a:pt x="3031844" y="3880842"/>
                </a:lnTo>
                <a:cubicBezTo>
                  <a:pt x="3031607" y="3880428"/>
                  <a:pt x="3031607" y="3879836"/>
                  <a:pt x="3031844" y="3879421"/>
                </a:cubicBezTo>
                <a:lnTo>
                  <a:pt x="3041971" y="3861950"/>
                </a:lnTo>
                <a:cubicBezTo>
                  <a:pt x="3042268" y="3861535"/>
                  <a:pt x="3042741" y="3861239"/>
                  <a:pt x="3043215" y="3861239"/>
                </a:cubicBezTo>
                <a:close/>
                <a:moveTo>
                  <a:pt x="4531008" y="3861120"/>
                </a:moveTo>
                <a:lnTo>
                  <a:pt x="4551322" y="3861120"/>
                </a:lnTo>
                <a:cubicBezTo>
                  <a:pt x="4551855" y="3861120"/>
                  <a:pt x="4552329" y="3861416"/>
                  <a:pt x="4552566" y="3861831"/>
                </a:cubicBezTo>
                <a:lnTo>
                  <a:pt x="4562693" y="3879421"/>
                </a:lnTo>
                <a:cubicBezTo>
                  <a:pt x="4562930" y="3879835"/>
                  <a:pt x="4562930" y="3880427"/>
                  <a:pt x="4562693" y="3880842"/>
                </a:cubicBezTo>
                <a:lnTo>
                  <a:pt x="4552507" y="3898432"/>
                </a:lnTo>
                <a:cubicBezTo>
                  <a:pt x="4552270" y="3898846"/>
                  <a:pt x="4551796" y="3899142"/>
                  <a:pt x="4551263" y="3899142"/>
                </a:cubicBezTo>
                <a:lnTo>
                  <a:pt x="4530949" y="3899142"/>
                </a:lnTo>
                <a:cubicBezTo>
                  <a:pt x="4530416" y="3899142"/>
                  <a:pt x="4529942" y="3898846"/>
                  <a:pt x="4529705" y="3898432"/>
                </a:cubicBezTo>
                <a:lnTo>
                  <a:pt x="4519577" y="3880842"/>
                </a:lnTo>
                <a:cubicBezTo>
                  <a:pt x="4519341" y="3880427"/>
                  <a:pt x="4519341" y="3879835"/>
                  <a:pt x="4519577" y="3879421"/>
                </a:cubicBezTo>
                <a:lnTo>
                  <a:pt x="4529765" y="3861831"/>
                </a:lnTo>
                <a:cubicBezTo>
                  <a:pt x="4530001" y="3861416"/>
                  <a:pt x="4530475" y="3861120"/>
                  <a:pt x="4531008" y="3861120"/>
                </a:cubicBezTo>
                <a:close/>
                <a:moveTo>
                  <a:pt x="5004277" y="3860883"/>
                </a:moveTo>
                <a:lnTo>
                  <a:pt x="5024828" y="3860883"/>
                </a:lnTo>
                <a:cubicBezTo>
                  <a:pt x="5025301" y="3860883"/>
                  <a:pt x="5025834" y="3861120"/>
                  <a:pt x="5026071" y="3861594"/>
                </a:cubicBezTo>
                <a:lnTo>
                  <a:pt x="5036317" y="3879361"/>
                </a:lnTo>
                <a:cubicBezTo>
                  <a:pt x="5036554" y="3879835"/>
                  <a:pt x="5036554" y="3880368"/>
                  <a:pt x="5036317" y="3880842"/>
                </a:cubicBezTo>
                <a:lnTo>
                  <a:pt x="5026071" y="3898609"/>
                </a:lnTo>
                <a:cubicBezTo>
                  <a:pt x="5025834" y="3899024"/>
                  <a:pt x="5025361" y="3899320"/>
                  <a:pt x="5024828" y="3899320"/>
                </a:cubicBezTo>
                <a:lnTo>
                  <a:pt x="5004277" y="3899320"/>
                </a:lnTo>
                <a:cubicBezTo>
                  <a:pt x="5003803" y="3899320"/>
                  <a:pt x="5003270" y="3899083"/>
                  <a:pt x="5003033" y="3898609"/>
                </a:cubicBezTo>
                <a:lnTo>
                  <a:pt x="4992787" y="3880842"/>
                </a:lnTo>
                <a:cubicBezTo>
                  <a:pt x="4992550" y="3880368"/>
                  <a:pt x="4992550" y="3879835"/>
                  <a:pt x="4992787" y="3879361"/>
                </a:cubicBezTo>
                <a:lnTo>
                  <a:pt x="5003033" y="3861594"/>
                </a:lnTo>
                <a:cubicBezTo>
                  <a:pt x="5003270" y="3861179"/>
                  <a:pt x="5003743" y="3860883"/>
                  <a:pt x="5004277" y="3860883"/>
                </a:cubicBezTo>
                <a:close/>
                <a:moveTo>
                  <a:pt x="4463196" y="3860706"/>
                </a:moveTo>
                <a:lnTo>
                  <a:pt x="4483924" y="3860706"/>
                </a:lnTo>
                <a:cubicBezTo>
                  <a:pt x="4484399" y="3860706"/>
                  <a:pt x="4484872" y="3860943"/>
                  <a:pt x="4485169" y="3861417"/>
                </a:cubicBezTo>
                <a:lnTo>
                  <a:pt x="4495533" y="3879421"/>
                </a:lnTo>
                <a:cubicBezTo>
                  <a:pt x="4495829" y="3879895"/>
                  <a:pt x="4495829" y="3880428"/>
                  <a:pt x="4495533" y="3880902"/>
                </a:cubicBezTo>
                <a:lnTo>
                  <a:pt x="4485169" y="3898906"/>
                </a:lnTo>
                <a:cubicBezTo>
                  <a:pt x="4484932" y="3899321"/>
                  <a:pt x="4484458" y="3899617"/>
                  <a:pt x="4483924" y="3899617"/>
                </a:cubicBezTo>
                <a:lnTo>
                  <a:pt x="4463196" y="3899617"/>
                </a:lnTo>
                <a:cubicBezTo>
                  <a:pt x="4462722" y="3899617"/>
                  <a:pt x="4462189" y="3899380"/>
                  <a:pt x="4461952" y="3898906"/>
                </a:cubicBezTo>
                <a:lnTo>
                  <a:pt x="4451588" y="3880902"/>
                </a:lnTo>
                <a:cubicBezTo>
                  <a:pt x="4451292" y="3880428"/>
                  <a:pt x="4451292" y="3879895"/>
                  <a:pt x="4451588" y="3879421"/>
                </a:cubicBezTo>
                <a:lnTo>
                  <a:pt x="4461952" y="3861417"/>
                </a:lnTo>
                <a:cubicBezTo>
                  <a:pt x="4462189" y="3861002"/>
                  <a:pt x="4462663" y="3860706"/>
                  <a:pt x="4463196" y="3860706"/>
                </a:cubicBezTo>
                <a:close/>
                <a:moveTo>
                  <a:pt x="3854480" y="3860706"/>
                </a:moveTo>
                <a:lnTo>
                  <a:pt x="3875209" y="3860706"/>
                </a:lnTo>
                <a:cubicBezTo>
                  <a:pt x="3875683" y="3860706"/>
                  <a:pt x="3876156" y="3860943"/>
                  <a:pt x="3876453" y="3861417"/>
                </a:cubicBezTo>
                <a:lnTo>
                  <a:pt x="3886817" y="3879421"/>
                </a:lnTo>
                <a:cubicBezTo>
                  <a:pt x="3887113" y="3879895"/>
                  <a:pt x="3887113" y="3880428"/>
                  <a:pt x="3886817" y="3880902"/>
                </a:cubicBezTo>
                <a:lnTo>
                  <a:pt x="3876453" y="3898906"/>
                </a:lnTo>
                <a:cubicBezTo>
                  <a:pt x="3876216" y="3899321"/>
                  <a:pt x="3875742" y="3899617"/>
                  <a:pt x="3875209" y="3899617"/>
                </a:cubicBezTo>
                <a:lnTo>
                  <a:pt x="3854480" y="3899617"/>
                </a:lnTo>
                <a:cubicBezTo>
                  <a:pt x="3854006" y="3899617"/>
                  <a:pt x="3853473" y="3899380"/>
                  <a:pt x="3853236" y="3898906"/>
                </a:cubicBezTo>
                <a:lnTo>
                  <a:pt x="3842872" y="3880902"/>
                </a:lnTo>
                <a:cubicBezTo>
                  <a:pt x="3842576" y="3880428"/>
                  <a:pt x="3842576" y="3879895"/>
                  <a:pt x="3842872" y="3879421"/>
                </a:cubicBezTo>
                <a:lnTo>
                  <a:pt x="3853236" y="3861417"/>
                </a:lnTo>
                <a:cubicBezTo>
                  <a:pt x="3853473" y="3861002"/>
                  <a:pt x="3853947" y="3860706"/>
                  <a:pt x="3854480" y="3860706"/>
                </a:cubicBezTo>
                <a:close/>
                <a:moveTo>
                  <a:pt x="4665983" y="3860587"/>
                </a:moveTo>
                <a:lnTo>
                  <a:pt x="4686830" y="3860587"/>
                </a:lnTo>
                <a:cubicBezTo>
                  <a:pt x="4687363" y="3860587"/>
                  <a:pt x="4687837" y="3860824"/>
                  <a:pt x="4688133" y="3861298"/>
                </a:cubicBezTo>
                <a:lnTo>
                  <a:pt x="4698557" y="3879361"/>
                </a:lnTo>
                <a:cubicBezTo>
                  <a:pt x="4698852" y="3879835"/>
                  <a:pt x="4698852" y="3880368"/>
                  <a:pt x="4698557" y="3880842"/>
                </a:cubicBezTo>
                <a:lnTo>
                  <a:pt x="4688133" y="3898905"/>
                </a:lnTo>
                <a:cubicBezTo>
                  <a:pt x="4687837" y="3899320"/>
                  <a:pt x="4687363" y="3899616"/>
                  <a:pt x="4686830" y="3899616"/>
                </a:cubicBezTo>
                <a:lnTo>
                  <a:pt x="4665983" y="3899616"/>
                </a:lnTo>
                <a:cubicBezTo>
                  <a:pt x="4665449" y="3899616"/>
                  <a:pt x="4664976" y="3899379"/>
                  <a:pt x="4664679" y="3898905"/>
                </a:cubicBezTo>
                <a:lnTo>
                  <a:pt x="4654256" y="3880842"/>
                </a:lnTo>
                <a:cubicBezTo>
                  <a:pt x="4653960" y="3880368"/>
                  <a:pt x="4653960" y="3879835"/>
                  <a:pt x="4654256" y="3879361"/>
                </a:cubicBezTo>
                <a:lnTo>
                  <a:pt x="4664679" y="3861298"/>
                </a:lnTo>
                <a:cubicBezTo>
                  <a:pt x="4664976" y="3860883"/>
                  <a:pt x="4665449" y="3860587"/>
                  <a:pt x="4665983" y="3860587"/>
                </a:cubicBezTo>
                <a:close/>
                <a:moveTo>
                  <a:pt x="3922056" y="3860587"/>
                </a:moveTo>
                <a:lnTo>
                  <a:pt x="3942904" y="3860587"/>
                </a:lnTo>
                <a:cubicBezTo>
                  <a:pt x="3943437" y="3860587"/>
                  <a:pt x="3943911" y="3860824"/>
                  <a:pt x="3944206" y="3861298"/>
                </a:cubicBezTo>
                <a:lnTo>
                  <a:pt x="3954630" y="3879361"/>
                </a:lnTo>
                <a:cubicBezTo>
                  <a:pt x="3954926" y="3879835"/>
                  <a:pt x="3954926" y="3880368"/>
                  <a:pt x="3954630" y="3880842"/>
                </a:cubicBezTo>
                <a:lnTo>
                  <a:pt x="3944206" y="3898905"/>
                </a:lnTo>
                <a:cubicBezTo>
                  <a:pt x="3943911" y="3899320"/>
                  <a:pt x="3943437" y="3899616"/>
                  <a:pt x="3942904" y="3899616"/>
                </a:cubicBezTo>
                <a:lnTo>
                  <a:pt x="3922056" y="3899616"/>
                </a:lnTo>
                <a:cubicBezTo>
                  <a:pt x="3921523" y="3899616"/>
                  <a:pt x="3921050" y="3899379"/>
                  <a:pt x="3920753" y="3898905"/>
                </a:cubicBezTo>
                <a:lnTo>
                  <a:pt x="3910330" y="3880842"/>
                </a:lnTo>
                <a:cubicBezTo>
                  <a:pt x="3910034" y="3880368"/>
                  <a:pt x="3910034" y="3879835"/>
                  <a:pt x="3910330" y="3879361"/>
                </a:cubicBezTo>
                <a:lnTo>
                  <a:pt x="3920753" y="3861298"/>
                </a:lnTo>
                <a:cubicBezTo>
                  <a:pt x="3921050" y="3860883"/>
                  <a:pt x="3921523" y="3860587"/>
                  <a:pt x="3922056" y="3860587"/>
                </a:cubicBezTo>
                <a:close/>
                <a:moveTo>
                  <a:pt x="3583703" y="3860291"/>
                </a:moveTo>
                <a:lnTo>
                  <a:pt x="3604906" y="3860291"/>
                </a:lnTo>
                <a:cubicBezTo>
                  <a:pt x="3605439" y="3860291"/>
                  <a:pt x="3605912" y="3860587"/>
                  <a:pt x="3606209" y="3861061"/>
                </a:cubicBezTo>
                <a:lnTo>
                  <a:pt x="3616810" y="3879421"/>
                </a:lnTo>
                <a:cubicBezTo>
                  <a:pt x="3617106" y="3879836"/>
                  <a:pt x="3617106" y="3880428"/>
                  <a:pt x="3616810" y="3880902"/>
                </a:cubicBezTo>
                <a:lnTo>
                  <a:pt x="3606209" y="3899261"/>
                </a:lnTo>
                <a:cubicBezTo>
                  <a:pt x="3605912" y="3899735"/>
                  <a:pt x="3605439" y="3900031"/>
                  <a:pt x="3604906" y="3900031"/>
                </a:cubicBezTo>
                <a:lnTo>
                  <a:pt x="3583703" y="3900031"/>
                </a:lnTo>
                <a:cubicBezTo>
                  <a:pt x="3583170" y="3900031"/>
                  <a:pt x="3582697" y="3899735"/>
                  <a:pt x="3582400" y="3899261"/>
                </a:cubicBezTo>
                <a:lnTo>
                  <a:pt x="3571799" y="3880902"/>
                </a:lnTo>
                <a:cubicBezTo>
                  <a:pt x="3571503" y="3880487"/>
                  <a:pt x="3571503" y="3879894"/>
                  <a:pt x="3571799" y="3879421"/>
                </a:cubicBezTo>
                <a:lnTo>
                  <a:pt x="3582400" y="3861061"/>
                </a:lnTo>
                <a:cubicBezTo>
                  <a:pt x="3582697" y="3860587"/>
                  <a:pt x="3583170" y="3860291"/>
                  <a:pt x="3583703" y="3860291"/>
                </a:cubicBezTo>
                <a:close/>
                <a:moveTo>
                  <a:pt x="3718855" y="3860054"/>
                </a:moveTo>
                <a:lnTo>
                  <a:pt x="3740294" y="3860054"/>
                </a:lnTo>
                <a:cubicBezTo>
                  <a:pt x="3740827" y="3860054"/>
                  <a:pt x="3741301" y="3860350"/>
                  <a:pt x="3741597" y="3860824"/>
                </a:cubicBezTo>
                <a:lnTo>
                  <a:pt x="3752317" y="3879361"/>
                </a:lnTo>
                <a:cubicBezTo>
                  <a:pt x="3752613" y="3879835"/>
                  <a:pt x="3752613" y="3880427"/>
                  <a:pt x="3752317" y="3880901"/>
                </a:cubicBezTo>
                <a:lnTo>
                  <a:pt x="3741597" y="3899439"/>
                </a:lnTo>
                <a:cubicBezTo>
                  <a:pt x="3741301" y="3899912"/>
                  <a:pt x="3740827" y="3900209"/>
                  <a:pt x="3740294" y="3900209"/>
                </a:cubicBezTo>
                <a:lnTo>
                  <a:pt x="3718855" y="3900209"/>
                </a:lnTo>
                <a:cubicBezTo>
                  <a:pt x="3718322" y="3900209"/>
                  <a:pt x="3717848" y="3899912"/>
                  <a:pt x="3717552" y="3899439"/>
                </a:cubicBezTo>
                <a:lnTo>
                  <a:pt x="3706832" y="3880901"/>
                </a:lnTo>
                <a:cubicBezTo>
                  <a:pt x="3706536" y="3880427"/>
                  <a:pt x="3706536" y="3879835"/>
                  <a:pt x="3706832" y="3879361"/>
                </a:cubicBezTo>
                <a:lnTo>
                  <a:pt x="3717552" y="3860824"/>
                </a:lnTo>
                <a:cubicBezTo>
                  <a:pt x="3717848" y="3860350"/>
                  <a:pt x="3718322" y="3860054"/>
                  <a:pt x="3718855" y="3860054"/>
                </a:cubicBezTo>
                <a:close/>
                <a:moveTo>
                  <a:pt x="3651220" y="3860054"/>
                </a:moveTo>
                <a:lnTo>
                  <a:pt x="3672659" y="3860054"/>
                </a:lnTo>
                <a:cubicBezTo>
                  <a:pt x="3673193" y="3860054"/>
                  <a:pt x="3673666" y="3860350"/>
                  <a:pt x="3673963" y="3860824"/>
                </a:cubicBezTo>
                <a:lnTo>
                  <a:pt x="3684682" y="3879361"/>
                </a:lnTo>
                <a:cubicBezTo>
                  <a:pt x="3684978" y="3879835"/>
                  <a:pt x="3684978" y="3880427"/>
                  <a:pt x="3684682" y="3880901"/>
                </a:cubicBezTo>
                <a:lnTo>
                  <a:pt x="3673963" y="3899439"/>
                </a:lnTo>
                <a:cubicBezTo>
                  <a:pt x="3673666" y="3899912"/>
                  <a:pt x="3673193" y="3900209"/>
                  <a:pt x="3672659" y="3900209"/>
                </a:cubicBezTo>
                <a:lnTo>
                  <a:pt x="3651220" y="3900209"/>
                </a:lnTo>
                <a:cubicBezTo>
                  <a:pt x="3650687" y="3900209"/>
                  <a:pt x="3650213" y="3899912"/>
                  <a:pt x="3649917" y="3899439"/>
                </a:cubicBezTo>
                <a:lnTo>
                  <a:pt x="3639197" y="3880901"/>
                </a:lnTo>
                <a:cubicBezTo>
                  <a:pt x="3638901" y="3880427"/>
                  <a:pt x="3638901" y="3879835"/>
                  <a:pt x="3639197" y="3879361"/>
                </a:cubicBezTo>
                <a:lnTo>
                  <a:pt x="3649917" y="3860824"/>
                </a:lnTo>
                <a:cubicBezTo>
                  <a:pt x="3650213" y="3860350"/>
                  <a:pt x="3650687" y="3860054"/>
                  <a:pt x="3651220" y="3860054"/>
                </a:cubicBezTo>
                <a:close/>
                <a:moveTo>
                  <a:pt x="4733203" y="3859758"/>
                </a:moveTo>
                <a:lnTo>
                  <a:pt x="4754939" y="3859758"/>
                </a:lnTo>
                <a:cubicBezTo>
                  <a:pt x="4755472" y="3859758"/>
                  <a:pt x="4755946" y="3860054"/>
                  <a:pt x="4756242" y="3860528"/>
                </a:cubicBezTo>
                <a:lnTo>
                  <a:pt x="4767080" y="3879361"/>
                </a:lnTo>
                <a:cubicBezTo>
                  <a:pt x="4767376" y="3879835"/>
                  <a:pt x="4767376" y="3880428"/>
                  <a:pt x="4767080" y="3880901"/>
                </a:cubicBezTo>
                <a:lnTo>
                  <a:pt x="4756183" y="3899735"/>
                </a:lnTo>
                <a:cubicBezTo>
                  <a:pt x="4755946" y="3900209"/>
                  <a:pt x="4755413" y="3900505"/>
                  <a:pt x="4754879" y="3900505"/>
                </a:cubicBezTo>
                <a:lnTo>
                  <a:pt x="4733144" y="3900505"/>
                </a:lnTo>
                <a:cubicBezTo>
                  <a:pt x="4732611" y="3900505"/>
                  <a:pt x="4732137" y="3900209"/>
                  <a:pt x="4731841" y="3899735"/>
                </a:cubicBezTo>
                <a:lnTo>
                  <a:pt x="4721003" y="3880901"/>
                </a:lnTo>
                <a:cubicBezTo>
                  <a:pt x="4720707" y="3880428"/>
                  <a:pt x="4720707" y="3879835"/>
                  <a:pt x="4721003" y="3879361"/>
                </a:cubicBezTo>
                <a:lnTo>
                  <a:pt x="4731900" y="3860528"/>
                </a:lnTo>
                <a:cubicBezTo>
                  <a:pt x="4732137" y="3860054"/>
                  <a:pt x="4732670" y="3859758"/>
                  <a:pt x="4733203" y="3859758"/>
                </a:cubicBezTo>
                <a:close/>
                <a:moveTo>
                  <a:pt x="3110080" y="3859758"/>
                </a:moveTo>
                <a:lnTo>
                  <a:pt x="3131816" y="3859758"/>
                </a:lnTo>
                <a:cubicBezTo>
                  <a:pt x="3132349" y="3859758"/>
                  <a:pt x="3132823" y="3860054"/>
                  <a:pt x="3133119" y="3860528"/>
                </a:cubicBezTo>
                <a:lnTo>
                  <a:pt x="3143957" y="3879361"/>
                </a:lnTo>
                <a:cubicBezTo>
                  <a:pt x="3144253" y="3879835"/>
                  <a:pt x="3144253" y="3880428"/>
                  <a:pt x="3143957" y="3880901"/>
                </a:cubicBezTo>
                <a:lnTo>
                  <a:pt x="3133060" y="3899735"/>
                </a:lnTo>
                <a:cubicBezTo>
                  <a:pt x="3132823" y="3900209"/>
                  <a:pt x="3132290" y="3900505"/>
                  <a:pt x="3131757" y="3900505"/>
                </a:cubicBezTo>
                <a:lnTo>
                  <a:pt x="3110021" y="3900505"/>
                </a:lnTo>
                <a:cubicBezTo>
                  <a:pt x="3109488" y="3900505"/>
                  <a:pt x="3109014" y="3900209"/>
                  <a:pt x="3108718" y="3899735"/>
                </a:cubicBezTo>
                <a:lnTo>
                  <a:pt x="3097880" y="3880901"/>
                </a:lnTo>
                <a:cubicBezTo>
                  <a:pt x="3097584" y="3880428"/>
                  <a:pt x="3097584" y="3879835"/>
                  <a:pt x="3097880" y="3879361"/>
                </a:cubicBezTo>
                <a:lnTo>
                  <a:pt x="3108778" y="3860528"/>
                </a:lnTo>
                <a:cubicBezTo>
                  <a:pt x="3109014" y="3860054"/>
                  <a:pt x="3109548" y="3859758"/>
                  <a:pt x="3110080" y="3859758"/>
                </a:cubicBezTo>
                <a:close/>
                <a:moveTo>
                  <a:pt x="3786193" y="3859462"/>
                </a:moveTo>
                <a:lnTo>
                  <a:pt x="3808284" y="3859462"/>
                </a:lnTo>
                <a:cubicBezTo>
                  <a:pt x="3808876" y="3859462"/>
                  <a:pt x="3809351" y="3859758"/>
                  <a:pt x="3809646" y="3860232"/>
                </a:cubicBezTo>
                <a:lnTo>
                  <a:pt x="3820662" y="3879362"/>
                </a:lnTo>
                <a:cubicBezTo>
                  <a:pt x="3820959" y="3879835"/>
                  <a:pt x="3820959" y="3880428"/>
                  <a:pt x="3820662" y="3880901"/>
                </a:cubicBezTo>
                <a:lnTo>
                  <a:pt x="3809587" y="3900031"/>
                </a:lnTo>
                <a:cubicBezTo>
                  <a:pt x="3809291" y="3900505"/>
                  <a:pt x="3808758" y="3900801"/>
                  <a:pt x="3808225" y="3900801"/>
                </a:cubicBezTo>
                <a:lnTo>
                  <a:pt x="3786134" y="3900801"/>
                </a:lnTo>
                <a:cubicBezTo>
                  <a:pt x="3785542" y="3900801"/>
                  <a:pt x="3785068" y="3900505"/>
                  <a:pt x="3784772" y="3900031"/>
                </a:cubicBezTo>
                <a:lnTo>
                  <a:pt x="3773756" y="3880901"/>
                </a:lnTo>
                <a:cubicBezTo>
                  <a:pt x="3773460" y="3880428"/>
                  <a:pt x="3773460" y="3879835"/>
                  <a:pt x="3773756" y="3879362"/>
                </a:cubicBezTo>
                <a:lnTo>
                  <a:pt x="3784831" y="3860232"/>
                </a:lnTo>
                <a:cubicBezTo>
                  <a:pt x="3785127" y="3859758"/>
                  <a:pt x="3785661" y="3859462"/>
                  <a:pt x="3786193" y="3859462"/>
                </a:cubicBezTo>
                <a:close/>
                <a:moveTo>
                  <a:pt x="4935811" y="3859343"/>
                </a:moveTo>
                <a:lnTo>
                  <a:pt x="4958021" y="3859343"/>
                </a:lnTo>
                <a:cubicBezTo>
                  <a:pt x="4958554" y="3859343"/>
                  <a:pt x="4959087" y="3859639"/>
                  <a:pt x="4959383" y="3860113"/>
                </a:cubicBezTo>
                <a:lnTo>
                  <a:pt x="4970458" y="3879361"/>
                </a:lnTo>
                <a:cubicBezTo>
                  <a:pt x="4970754" y="3879835"/>
                  <a:pt x="4970754" y="3880427"/>
                  <a:pt x="4970458" y="3880901"/>
                </a:cubicBezTo>
                <a:lnTo>
                  <a:pt x="4959383" y="3900149"/>
                </a:lnTo>
                <a:cubicBezTo>
                  <a:pt x="4959087" y="3900623"/>
                  <a:pt x="4958554" y="3900919"/>
                  <a:pt x="4958021" y="3900919"/>
                </a:cubicBezTo>
                <a:lnTo>
                  <a:pt x="4935811" y="3900919"/>
                </a:lnTo>
                <a:cubicBezTo>
                  <a:pt x="4935279" y="3900919"/>
                  <a:pt x="4934745" y="3900623"/>
                  <a:pt x="4934449" y="3900149"/>
                </a:cubicBezTo>
                <a:lnTo>
                  <a:pt x="4923374" y="3880901"/>
                </a:lnTo>
                <a:cubicBezTo>
                  <a:pt x="4923078" y="3880427"/>
                  <a:pt x="4923078" y="3879835"/>
                  <a:pt x="4923374" y="3879361"/>
                </a:cubicBezTo>
                <a:lnTo>
                  <a:pt x="4934449" y="3860113"/>
                </a:lnTo>
                <a:cubicBezTo>
                  <a:pt x="4934745" y="3859639"/>
                  <a:pt x="4935279" y="3859343"/>
                  <a:pt x="4935811" y="3859343"/>
                </a:cubicBezTo>
                <a:close/>
                <a:moveTo>
                  <a:pt x="4800542" y="3859343"/>
                </a:moveTo>
                <a:lnTo>
                  <a:pt x="4822752" y="3859343"/>
                </a:lnTo>
                <a:cubicBezTo>
                  <a:pt x="4823285" y="3859343"/>
                  <a:pt x="4823817" y="3859639"/>
                  <a:pt x="4824114" y="3860113"/>
                </a:cubicBezTo>
                <a:lnTo>
                  <a:pt x="4835189" y="3879361"/>
                </a:lnTo>
                <a:cubicBezTo>
                  <a:pt x="4835485" y="3879835"/>
                  <a:pt x="4835485" y="3880427"/>
                  <a:pt x="4835189" y="3880901"/>
                </a:cubicBezTo>
                <a:lnTo>
                  <a:pt x="4824114" y="3900149"/>
                </a:lnTo>
                <a:cubicBezTo>
                  <a:pt x="4823817" y="3900623"/>
                  <a:pt x="4823285" y="3900919"/>
                  <a:pt x="4822752" y="3900919"/>
                </a:cubicBezTo>
                <a:lnTo>
                  <a:pt x="4800542" y="3900919"/>
                </a:lnTo>
                <a:cubicBezTo>
                  <a:pt x="4800009" y="3900919"/>
                  <a:pt x="4799476" y="3900623"/>
                  <a:pt x="4799180" y="3900149"/>
                </a:cubicBezTo>
                <a:lnTo>
                  <a:pt x="4788105" y="3880901"/>
                </a:lnTo>
                <a:cubicBezTo>
                  <a:pt x="4787809" y="3880427"/>
                  <a:pt x="4787809" y="3879835"/>
                  <a:pt x="4788105" y="3879361"/>
                </a:cubicBezTo>
                <a:lnTo>
                  <a:pt x="4799180" y="3860113"/>
                </a:lnTo>
                <a:cubicBezTo>
                  <a:pt x="4799476" y="3859639"/>
                  <a:pt x="4800009" y="3859343"/>
                  <a:pt x="4800542" y="3859343"/>
                </a:cubicBezTo>
                <a:close/>
                <a:moveTo>
                  <a:pt x="3515536" y="3859225"/>
                </a:moveTo>
                <a:lnTo>
                  <a:pt x="3537863" y="3859225"/>
                </a:lnTo>
                <a:cubicBezTo>
                  <a:pt x="3538397" y="3859225"/>
                  <a:pt x="3538930" y="3859521"/>
                  <a:pt x="3539226" y="3859995"/>
                </a:cubicBezTo>
                <a:lnTo>
                  <a:pt x="3550360" y="3879302"/>
                </a:lnTo>
                <a:cubicBezTo>
                  <a:pt x="3550656" y="3879836"/>
                  <a:pt x="3550656" y="3880428"/>
                  <a:pt x="3550360" y="3880902"/>
                </a:cubicBezTo>
                <a:lnTo>
                  <a:pt x="3539226" y="3900209"/>
                </a:lnTo>
                <a:cubicBezTo>
                  <a:pt x="3538930" y="3900683"/>
                  <a:pt x="3538397" y="3900979"/>
                  <a:pt x="3537863" y="3900979"/>
                </a:cubicBezTo>
                <a:lnTo>
                  <a:pt x="3515536" y="3900979"/>
                </a:lnTo>
                <a:cubicBezTo>
                  <a:pt x="3515002" y="3900979"/>
                  <a:pt x="3514470" y="3900683"/>
                  <a:pt x="3514173" y="3900209"/>
                </a:cubicBezTo>
                <a:lnTo>
                  <a:pt x="3503039" y="3880902"/>
                </a:lnTo>
                <a:cubicBezTo>
                  <a:pt x="3502743" y="3880368"/>
                  <a:pt x="3502743" y="3879776"/>
                  <a:pt x="3503039" y="3879302"/>
                </a:cubicBezTo>
                <a:lnTo>
                  <a:pt x="3514173" y="3859995"/>
                </a:lnTo>
                <a:cubicBezTo>
                  <a:pt x="3514470" y="3859521"/>
                  <a:pt x="3515002" y="3859225"/>
                  <a:pt x="3515536" y="3859225"/>
                </a:cubicBezTo>
                <a:close/>
                <a:moveTo>
                  <a:pt x="3447900" y="3859225"/>
                </a:moveTo>
                <a:lnTo>
                  <a:pt x="3470228" y="3859225"/>
                </a:lnTo>
                <a:cubicBezTo>
                  <a:pt x="3470761" y="3859225"/>
                  <a:pt x="3471293" y="3859521"/>
                  <a:pt x="3471590" y="3859995"/>
                </a:cubicBezTo>
                <a:lnTo>
                  <a:pt x="3482724" y="3879302"/>
                </a:lnTo>
                <a:cubicBezTo>
                  <a:pt x="3483020" y="3879836"/>
                  <a:pt x="3483020" y="3880428"/>
                  <a:pt x="3482724" y="3880902"/>
                </a:cubicBezTo>
                <a:lnTo>
                  <a:pt x="3471590" y="3900209"/>
                </a:lnTo>
                <a:cubicBezTo>
                  <a:pt x="3471293" y="3900683"/>
                  <a:pt x="3470761" y="3900979"/>
                  <a:pt x="3470228" y="3900979"/>
                </a:cubicBezTo>
                <a:lnTo>
                  <a:pt x="3447900" y="3900979"/>
                </a:lnTo>
                <a:cubicBezTo>
                  <a:pt x="3447367" y="3900979"/>
                  <a:pt x="3446833" y="3900683"/>
                  <a:pt x="3446538" y="3900209"/>
                </a:cubicBezTo>
                <a:lnTo>
                  <a:pt x="3435403" y="3880902"/>
                </a:lnTo>
                <a:cubicBezTo>
                  <a:pt x="3435107" y="3880368"/>
                  <a:pt x="3435107" y="3879776"/>
                  <a:pt x="3435403" y="3879302"/>
                </a:cubicBezTo>
                <a:lnTo>
                  <a:pt x="3446538" y="3859995"/>
                </a:lnTo>
                <a:cubicBezTo>
                  <a:pt x="3446833" y="3859521"/>
                  <a:pt x="3447367" y="3859225"/>
                  <a:pt x="3447900" y="3859225"/>
                </a:cubicBezTo>
                <a:close/>
                <a:moveTo>
                  <a:pt x="3177301" y="3859047"/>
                </a:moveTo>
                <a:lnTo>
                  <a:pt x="3199807" y="3859047"/>
                </a:lnTo>
                <a:cubicBezTo>
                  <a:pt x="3200339" y="3859047"/>
                  <a:pt x="3200873" y="3859343"/>
                  <a:pt x="3201169" y="3859817"/>
                </a:cubicBezTo>
                <a:lnTo>
                  <a:pt x="3212422" y="3879302"/>
                </a:lnTo>
                <a:cubicBezTo>
                  <a:pt x="3212718" y="3879776"/>
                  <a:pt x="3212718" y="3880427"/>
                  <a:pt x="3212422" y="3880901"/>
                </a:cubicBezTo>
                <a:lnTo>
                  <a:pt x="3201169" y="3900386"/>
                </a:lnTo>
                <a:cubicBezTo>
                  <a:pt x="3200873" y="3900860"/>
                  <a:pt x="3200339" y="3901156"/>
                  <a:pt x="3199807" y="3901156"/>
                </a:cubicBezTo>
                <a:lnTo>
                  <a:pt x="3177301" y="3901156"/>
                </a:lnTo>
                <a:cubicBezTo>
                  <a:pt x="3176768" y="3901156"/>
                  <a:pt x="3176235" y="3900860"/>
                  <a:pt x="3175939" y="3900386"/>
                </a:cubicBezTo>
                <a:lnTo>
                  <a:pt x="3164686" y="3880901"/>
                </a:lnTo>
                <a:cubicBezTo>
                  <a:pt x="3164390" y="3880427"/>
                  <a:pt x="3164390" y="3879776"/>
                  <a:pt x="3164686" y="3879302"/>
                </a:cubicBezTo>
                <a:lnTo>
                  <a:pt x="3175939" y="3859817"/>
                </a:lnTo>
                <a:cubicBezTo>
                  <a:pt x="3176235" y="3859343"/>
                  <a:pt x="3176768" y="3859047"/>
                  <a:pt x="3177301" y="3859047"/>
                </a:cubicBezTo>
                <a:close/>
                <a:moveTo>
                  <a:pt x="3380028" y="3858751"/>
                </a:moveTo>
                <a:lnTo>
                  <a:pt x="3402889" y="3858751"/>
                </a:lnTo>
                <a:cubicBezTo>
                  <a:pt x="3403481" y="3858751"/>
                  <a:pt x="3404014" y="3859106"/>
                  <a:pt x="3404311" y="3859580"/>
                </a:cubicBezTo>
                <a:lnTo>
                  <a:pt x="3415741" y="3879361"/>
                </a:lnTo>
                <a:cubicBezTo>
                  <a:pt x="3416037" y="3879835"/>
                  <a:pt x="3416037" y="3880487"/>
                  <a:pt x="3415741" y="3880960"/>
                </a:cubicBezTo>
                <a:lnTo>
                  <a:pt x="3404311" y="3900741"/>
                </a:lnTo>
                <a:cubicBezTo>
                  <a:pt x="3404014" y="3901275"/>
                  <a:pt x="3403481" y="3901571"/>
                  <a:pt x="3402889" y="3901571"/>
                </a:cubicBezTo>
                <a:lnTo>
                  <a:pt x="3380028" y="3901571"/>
                </a:lnTo>
                <a:cubicBezTo>
                  <a:pt x="3379436" y="3901571"/>
                  <a:pt x="3378903" y="3901215"/>
                  <a:pt x="3378606" y="3900741"/>
                </a:cubicBezTo>
                <a:lnTo>
                  <a:pt x="3367176" y="3880960"/>
                </a:lnTo>
                <a:cubicBezTo>
                  <a:pt x="3366880" y="3880487"/>
                  <a:pt x="3366880" y="3879835"/>
                  <a:pt x="3367176" y="3879361"/>
                </a:cubicBezTo>
                <a:lnTo>
                  <a:pt x="3378606" y="3859580"/>
                </a:lnTo>
                <a:cubicBezTo>
                  <a:pt x="3378903" y="3859047"/>
                  <a:pt x="3379436" y="3858751"/>
                  <a:pt x="3380028" y="3858751"/>
                </a:cubicBezTo>
                <a:close/>
                <a:moveTo>
                  <a:pt x="4867763" y="3858455"/>
                </a:moveTo>
                <a:lnTo>
                  <a:pt x="4890920" y="3858455"/>
                </a:lnTo>
                <a:cubicBezTo>
                  <a:pt x="4891512" y="3858455"/>
                  <a:pt x="4892045" y="3858810"/>
                  <a:pt x="4892341" y="3859284"/>
                </a:cubicBezTo>
                <a:lnTo>
                  <a:pt x="4903949" y="3879362"/>
                </a:lnTo>
                <a:cubicBezTo>
                  <a:pt x="4904245" y="3879894"/>
                  <a:pt x="4904245" y="3880546"/>
                  <a:pt x="4903949" y="3881020"/>
                </a:cubicBezTo>
                <a:lnTo>
                  <a:pt x="4892341" y="3901097"/>
                </a:lnTo>
                <a:cubicBezTo>
                  <a:pt x="4892045" y="3901630"/>
                  <a:pt x="4891512" y="3901926"/>
                  <a:pt x="4890920" y="3901926"/>
                </a:cubicBezTo>
                <a:lnTo>
                  <a:pt x="4867763" y="3901926"/>
                </a:lnTo>
                <a:cubicBezTo>
                  <a:pt x="4867170" y="3901926"/>
                  <a:pt x="4866637" y="3901571"/>
                  <a:pt x="4866341" y="3901097"/>
                </a:cubicBezTo>
                <a:lnTo>
                  <a:pt x="4854733" y="3881020"/>
                </a:lnTo>
                <a:cubicBezTo>
                  <a:pt x="4854437" y="3880487"/>
                  <a:pt x="4854437" y="3879836"/>
                  <a:pt x="4854733" y="3879362"/>
                </a:cubicBezTo>
                <a:lnTo>
                  <a:pt x="4866341" y="3859284"/>
                </a:lnTo>
                <a:cubicBezTo>
                  <a:pt x="4866637" y="3858751"/>
                  <a:pt x="4867170" y="3858455"/>
                  <a:pt x="4867763" y="3858455"/>
                </a:cubicBezTo>
                <a:close/>
                <a:moveTo>
                  <a:pt x="3312156" y="3858337"/>
                </a:moveTo>
                <a:lnTo>
                  <a:pt x="3335432" y="3858337"/>
                </a:lnTo>
                <a:cubicBezTo>
                  <a:pt x="3336024" y="3858337"/>
                  <a:pt x="3336557" y="3858633"/>
                  <a:pt x="3336853" y="3859166"/>
                </a:cubicBezTo>
                <a:lnTo>
                  <a:pt x="3348461" y="3879362"/>
                </a:lnTo>
                <a:cubicBezTo>
                  <a:pt x="3348757" y="3879895"/>
                  <a:pt x="3348757" y="3880487"/>
                  <a:pt x="3348461" y="3881020"/>
                </a:cubicBezTo>
                <a:lnTo>
                  <a:pt x="3336794" y="3901216"/>
                </a:lnTo>
                <a:cubicBezTo>
                  <a:pt x="3336497" y="3901749"/>
                  <a:pt x="3335964" y="3902045"/>
                  <a:pt x="3335372" y="3902045"/>
                </a:cubicBezTo>
                <a:lnTo>
                  <a:pt x="3312097" y="3902045"/>
                </a:lnTo>
                <a:cubicBezTo>
                  <a:pt x="3311504" y="3902045"/>
                  <a:pt x="3310972" y="3901749"/>
                  <a:pt x="3310675" y="3901216"/>
                </a:cubicBezTo>
                <a:lnTo>
                  <a:pt x="3299067" y="3881020"/>
                </a:lnTo>
                <a:cubicBezTo>
                  <a:pt x="3298771" y="3880487"/>
                  <a:pt x="3298771" y="3879895"/>
                  <a:pt x="3299067" y="3879362"/>
                </a:cubicBezTo>
                <a:lnTo>
                  <a:pt x="3310734" y="3859166"/>
                </a:lnTo>
                <a:cubicBezTo>
                  <a:pt x="3311031" y="3858633"/>
                  <a:pt x="3311564" y="3858337"/>
                  <a:pt x="3312156" y="3858337"/>
                </a:cubicBezTo>
                <a:close/>
                <a:moveTo>
                  <a:pt x="3244225" y="3857804"/>
                </a:moveTo>
                <a:lnTo>
                  <a:pt x="3268093" y="3857804"/>
                </a:lnTo>
                <a:cubicBezTo>
                  <a:pt x="3268685" y="3857804"/>
                  <a:pt x="3269277" y="3858100"/>
                  <a:pt x="3269574" y="3858633"/>
                </a:cubicBezTo>
                <a:lnTo>
                  <a:pt x="3281478" y="3879303"/>
                </a:lnTo>
                <a:cubicBezTo>
                  <a:pt x="3281774" y="3879777"/>
                  <a:pt x="3281774" y="3880428"/>
                  <a:pt x="3281478" y="3880961"/>
                </a:cubicBezTo>
                <a:lnTo>
                  <a:pt x="3269574" y="3901631"/>
                </a:lnTo>
                <a:cubicBezTo>
                  <a:pt x="3269218" y="3902104"/>
                  <a:pt x="3268685" y="3902460"/>
                  <a:pt x="3268093" y="3902460"/>
                </a:cubicBezTo>
                <a:lnTo>
                  <a:pt x="3244225" y="3902460"/>
                </a:lnTo>
                <a:cubicBezTo>
                  <a:pt x="3243633" y="3902460"/>
                  <a:pt x="3243041" y="3902164"/>
                  <a:pt x="3242745" y="3901631"/>
                </a:cubicBezTo>
                <a:lnTo>
                  <a:pt x="3230840" y="3880961"/>
                </a:lnTo>
                <a:cubicBezTo>
                  <a:pt x="3230544" y="3880487"/>
                  <a:pt x="3230544" y="3879836"/>
                  <a:pt x="3230840" y="3879303"/>
                </a:cubicBezTo>
                <a:lnTo>
                  <a:pt x="3242745" y="3858633"/>
                </a:lnTo>
                <a:cubicBezTo>
                  <a:pt x="3243100" y="3858159"/>
                  <a:pt x="3243633" y="3857804"/>
                  <a:pt x="3244225" y="3857804"/>
                </a:cubicBezTo>
                <a:close/>
                <a:moveTo>
                  <a:pt x="4058688" y="3804560"/>
                </a:moveTo>
                <a:lnTo>
                  <a:pt x="4076811" y="3804560"/>
                </a:lnTo>
                <a:cubicBezTo>
                  <a:pt x="4077285" y="3804560"/>
                  <a:pt x="4077699" y="3804797"/>
                  <a:pt x="4077937" y="3805211"/>
                </a:cubicBezTo>
                <a:lnTo>
                  <a:pt x="4086998" y="3820906"/>
                </a:lnTo>
                <a:cubicBezTo>
                  <a:pt x="4087235" y="3821321"/>
                  <a:pt x="4087235" y="3821794"/>
                  <a:pt x="4086998" y="3822209"/>
                </a:cubicBezTo>
                <a:lnTo>
                  <a:pt x="4077937" y="3837904"/>
                </a:lnTo>
                <a:cubicBezTo>
                  <a:pt x="4077699" y="3838318"/>
                  <a:pt x="4077285" y="3838555"/>
                  <a:pt x="4076811" y="3838555"/>
                </a:cubicBezTo>
                <a:lnTo>
                  <a:pt x="4058688" y="3838555"/>
                </a:lnTo>
                <a:cubicBezTo>
                  <a:pt x="4058214" y="3838555"/>
                  <a:pt x="4057800" y="3838318"/>
                  <a:pt x="4057563" y="3837904"/>
                </a:cubicBezTo>
                <a:lnTo>
                  <a:pt x="4048502" y="3822209"/>
                </a:lnTo>
                <a:cubicBezTo>
                  <a:pt x="4048265" y="3821794"/>
                  <a:pt x="4048265" y="3821321"/>
                  <a:pt x="4048502" y="3820906"/>
                </a:cubicBezTo>
                <a:lnTo>
                  <a:pt x="4057563" y="3805211"/>
                </a:lnTo>
                <a:cubicBezTo>
                  <a:pt x="4057800" y="3804797"/>
                  <a:pt x="4058214" y="3804560"/>
                  <a:pt x="4058688" y="3804560"/>
                </a:cubicBezTo>
                <a:close/>
                <a:moveTo>
                  <a:pt x="4261475" y="3804442"/>
                </a:moveTo>
                <a:lnTo>
                  <a:pt x="4279716" y="3804442"/>
                </a:lnTo>
                <a:cubicBezTo>
                  <a:pt x="4280190" y="3804442"/>
                  <a:pt x="4280604" y="3804679"/>
                  <a:pt x="4280841" y="3805094"/>
                </a:cubicBezTo>
                <a:lnTo>
                  <a:pt x="4289962" y="3820847"/>
                </a:lnTo>
                <a:cubicBezTo>
                  <a:pt x="4290199" y="3821262"/>
                  <a:pt x="4290199" y="3821736"/>
                  <a:pt x="4289962" y="3822150"/>
                </a:cubicBezTo>
                <a:lnTo>
                  <a:pt x="4280841" y="3837904"/>
                </a:lnTo>
                <a:cubicBezTo>
                  <a:pt x="4280604" y="3838319"/>
                  <a:pt x="4280190" y="3838556"/>
                  <a:pt x="4279716" y="3838556"/>
                </a:cubicBezTo>
                <a:lnTo>
                  <a:pt x="4261475" y="3838556"/>
                </a:lnTo>
                <a:cubicBezTo>
                  <a:pt x="4261001" y="3838556"/>
                  <a:pt x="4260586" y="3838319"/>
                  <a:pt x="4260349" y="3837904"/>
                </a:cubicBezTo>
                <a:lnTo>
                  <a:pt x="4251229" y="3822150"/>
                </a:lnTo>
                <a:cubicBezTo>
                  <a:pt x="4250992" y="3821736"/>
                  <a:pt x="4250992" y="3821262"/>
                  <a:pt x="4251229" y="3820847"/>
                </a:cubicBezTo>
                <a:lnTo>
                  <a:pt x="4260349" y="3805094"/>
                </a:lnTo>
                <a:cubicBezTo>
                  <a:pt x="4260586" y="3804679"/>
                  <a:pt x="4261001" y="3804442"/>
                  <a:pt x="4261475" y="3804442"/>
                </a:cubicBezTo>
                <a:close/>
                <a:moveTo>
                  <a:pt x="2976527" y="3804442"/>
                </a:moveTo>
                <a:lnTo>
                  <a:pt x="2994769" y="3804442"/>
                </a:lnTo>
                <a:cubicBezTo>
                  <a:pt x="2995243" y="3804442"/>
                  <a:pt x="2995657" y="3804679"/>
                  <a:pt x="2995894" y="3805094"/>
                </a:cubicBezTo>
                <a:lnTo>
                  <a:pt x="3005015" y="3820847"/>
                </a:lnTo>
                <a:cubicBezTo>
                  <a:pt x="3005252" y="3821262"/>
                  <a:pt x="3005252" y="3821736"/>
                  <a:pt x="3005015" y="3822150"/>
                </a:cubicBezTo>
                <a:lnTo>
                  <a:pt x="2995894" y="3837904"/>
                </a:lnTo>
                <a:cubicBezTo>
                  <a:pt x="2995657" y="3838319"/>
                  <a:pt x="2995243" y="3838556"/>
                  <a:pt x="2994769" y="3838556"/>
                </a:cubicBezTo>
                <a:lnTo>
                  <a:pt x="2976527" y="3838556"/>
                </a:lnTo>
                <a:cubicBezTo>
                  <a:pt x="2976054" y="3838556"/>
                  <a:pt x="2975639" y="3838319"/>
                  <a:pt x="2975402" y="3837904"/>
                </a:cubicBezTo>
                <a:lnTo>
                  <a:pt x="2966282" y="3822150"/>
                </a:lnTo>
                <a:cubicBezTo>
                  <a:pt x="2966045" y="3821736"/>
                  <a:pt x="2966045" y="3821262"/>
                  <a:pt x="2966282" y="3820847"/>
                </a:cubicBezTo>
                <a:lnTo>
                  <a:pt x="2975402" y="3805094"/>
                </a:lnTo>
                <a:cubicBezTo>
                  <a:pt x="2975639" y="3804679"/>
                  <a:pt x="2976054" y="3804442"/>
                  <a:pt x="2976527" y="3804442"/>
                </a:cubicBezTo>
                <a:close/>
                <a:moveTo>
                  <a:pt x="3990579" y="3803613"/>
                </a:moveTo>
                <a:lnTo>
                  <a:pt x="4009650" y="3803613"/>
                </a:lnTo>
                <a:cubicBezTo>
                  <a:pt x="4010123" y="3803613"/>
                  <a:pt x="4010598" y="3803850"/>
                  <a:pt x="4010834" y="3804264"/>
                </a:cubicBezTo>
                <a:lnTo>
                  <a:pt x="4020370" y="3820788"/>
                </a:lnTo>
                <a:cubicBezTo>
                  <a:pt x="4020606" y="3821203"/>
                  <a:pt x="4020606" y="3821736"/>
                  <a:pt x="4020370" y="3822150"/>
                </a:cubicBezTo>
                <a:lnTo>
                  <a:pt x="4010834" y="3838674"/>
                </a:lnTo>
                <a:cubicBezTo>
                  <a:pt x="4010598" y="3839089"/>
                  <a:pt x="4010123" y="3839326"/>
                  <a:pt x="4009650" y="3839326"/>
                </a:cubicBezTo>
                <a:lnTo>
                  <a:pt x="3990579" y="3839326"/>
                </a:lnTo>
                <a:cubicBezTo>
                  <a:pt x="3990105" y="3839326"/>
                  <a:pt x="3989632" y="3839089"/>
                  <a:pt x="3989394" y="3838674"/>
                </a:cubicBezTo>
                <a:lnTo>
                  <a:pt x="3979859" y="3822150"/>
                </a:lnTo>
                <a:cubicBezTo>
                  <a:pt x="3979623" y="3821736"/>
                  <a:pt x="3979623" y="3821203"/>
                  <a:pt x="3979859" y="3820788"/>
                </a:cubicBezTo>
                <a:lnTo>
                  <a:pt x="3989394" y="3804264"/>
                </a:lnTo>
                <a:cubicBezTo>
                  <a:pt x="3989632" y="3803850"/>
                  <a:pt x="3990105" y="3803613"/>
                  <a:pt x="3990579" y="3803613"/>
                </a:cubicBezTo>
                <a:close/>
                <a:moveTo>
                  <a:pt x="4328695" y="3803554"/>
                </a:moveTo>
                <a:lnTo>
                  <a:pt x="4347884" y="3803554"/>
                </a:lnTo>
                <a:cubicBezTo>
                  <a:pt x="4348359" y="3803554"/>
                  <a:pt x="4348832" y="3803791"/>
                  <a:pt x="4349069" y="3804205"/>
                </a:cubicBezTo>
                <a:lnTo>
                  <a:pt x="4358664" y="3820848"/>
                </a:lnTo>
                <a:cubicBezTo>
                  <a:pt x="4358900" y="3821262"/>
                  <a:pt x="4358900" y="3821795"/>
                  <a:pt x="4358664" y="3822210"/>
                </a:cubicBezTo>
                <a:lnTo>
                  <a:pt x="4349069" y="3838852"/>
                </a:lnTo>
                <a:cubicBezTo>
                  <a:pt x="4348832" y="3839267"/>
                  <a:pt x="4348359" y="3839504"/>
                  <a:pt x="4347884" y="3839504"/>
                </a:cubicBezTo>
                <a:lnTo>
                  <a:pt x="4328695" y="3839504"/>
                </a:lnTo>
                <a:cubicBezTo>
                  <a:pt x="4328222" y="3839504"/>
                  <a:pt x="4327748" y="3839267"/>
                  <a:pt x="4327511" y="3838852"/>
                </a:cubicBezTo>
                <a:lnTo>
                  <a:pt x="4317917" y="3822210"/>
                </a:lnTo>
                <a:cubicBezTo>
                  <a:pt x="4317680" y="3821795"/>
                  <a:pt x="4317680" y="3821262"/>
                  <a:pt x="4317917" y="3820848"/>
                </a:cubicBezTo>
                <a:lnTo>
                  <a:pt x="4327511" y="3804205"/>
                </a:lnTo>
                <a:cubicBezTo>
                  <a:pt x="4327748" y="3803791"/>
                  <a:pt x="4328222" y="3803554"/>
                  <a:pt x="4328695" y="3803554"/>
                </a:cubicBezTo>
                <a:close/>
                <a:moveTo>
                  <a:pt x="3922589" y="3803020"/>
                </a:moveTo>
                <a:lnTo>
                  <a:pt x="3942370" y="3803020"/>
                </a:lnTo>
                <a:cubicBezTo>
                  <a:pt x="3942843" y="3803020"/>
                  <a:pt x="3943318" y="3803316"/>
                  <a:pt x="3943554" y="3803731"/>
                </a:cubicBezTo>
                <a:lnTo>
                  <a:pt x="3953445" y="3820847"/>
                </a:lnTo>
                <a:cubicBezTo>
                  <a:pt x="3953682" y="3821321"/>
                  <a:pt x="3953682" y="3821854"/>
                  <a:pt x="3953445" y="3822268"/>
                </a:cubicBezTo>
                <a:lnTo>
                  <a:pt x="3943554" y="3839384"/>
                </a:lnTo>
                <a:cubicBezTo>
                  <a:pt x="3943318" y="3839799"/>
                  <a:pt x="3942843" y="3840095"/>
                  <a:pt x="3942370" y="3840095"/>
                </a:cubicBezTo>
                <a:lnTo>
                  <a:pt x="3922589" y="3840095"/>
                </a:lnTo>
                <a:cubicBezTo>
                  <a:pt x="3922115" y="3840095"/>
                  <a:pt x="3921641" y="3839799"/>
                  <a:pt x="3921404" y="3839384"/>
                </a:cubicBezTo>
                <a:lnTo>
                  <a:pt x="3911514" y="3822268"/>
                </a:lnTo>
                <a:cubicBezTo>
                  <a:pt x="3911277" y="3821794"/>
                  <a:pt x="3911277" y="3821261"/>
                  <a:pt x="3911514" y="3820847"/>
                </a:cubicBezTo>
                <a:lnTo>
                  <a:pt x="3921404" y="3803731"/>
                </a:lnTo>
                <a:cubicBezTo>
                  <a:pt x="3921641" y="3803316"/>
                  <a:pt x="3922115" y="3803020"/>
                  <a:pt x="3922589" y="3803020"/>
                </a:cubicBezTo>
                <a:close/>
                <a:moveTo>
                  <a:pt x="4395916" y="3802784"/>
                </a:moveTo>
                <a:lnTo>
                  <a:pt x="4415875" y="3802784"/>
                </a:lnTo>
                <a:cubicBezTo>
                  <a:pt x="4416408" y="3802784"/>
                  <a:pt x="4416882" y="3803080"/>
                  <a:pt x="4417119" y="3803495"/>
                </a:cubicBezTo>
                <a:lnTo>
                  <a:pt x="4427128" y="3820788"/>
                </a:lnTo>
                <a:cubicBezTo>
                  <a:pt x="4427365" y="3821203"/>
                  <a:pt x="4427365" y="3821795"/>
                  <a:pt x="4427128" y="3822210"/>
                </a:cubicBezTo>
                <a:lnTo>
                  <a:pt x="4417119" y="3839504"/>
                </a:lnTo>
                <a:cubicBezTo>
                  <a:pt x="4416823" y="3839918"/>
                  <a:pt x="4416349" y="3840214"/>
                  <a:pt x="4415875" y="3840214"/>
                </a:cubicBezTo>
                <a:lnTo>
                  <a:pt x="4395916" y="3840214"/>
                </a:lnTo>
                <a:cubicBezTo>
                  <a:pt x="4395383" y="3840214"/>
                  <a:pt x="4394910" y="3839918"/>
                  <a:pt x="4394673" y="3839504"/>
                </a:cubicBezTo>
                <a:lnTo>
                  <a:pt x="4384664" y="3822210"/>
                </a:lnTo>
                <a:cubicBezTo>
                  <a:pt x="4384427" y="3821795"/>
                  <a:pt x="4384427" y="3821203"/>
                  <a:pt x="4384664" y="3820788"/>
                </a:cubicBezTo>
                <a:lnTo>
                  <a:pt x="4394673" y="3803495"/>
                </a:lnTo>
                <a:cubicBezTo>
                  <a:pt x="4394969" y="3803080"/>
                  <a:pt x="4395442" y="3802784"/>
                  <a:pt x="4395916" y="3802784"/>
                </a:cubicBezTo>
                <a:close/>
                <a:moveTo>
                  <a:pt x="4125317" y="3802724"/>
                </a:moveTo>
                <a:lnTo>
                  <a:pt x="4145394" y="3802724"/>
                </a:lnTo>
                <a:cubicBezTo>
                  <a:pt x="4145927" y="3802724"/>
                  <a:pt x="4146401" y="3803020"/>
                  <a:pt x="4146638" y="3803435"/>
                </a:cubicBezTo>
                <a:lnTo>
                  <a:pt x="4156647" y="3820847"/>
                </a:lnTo>
                <a:cubicBezTo>
                  <a:pt x="4156884" y="3821261"/>
                  <a:pt x="4156884" y="3821854"/>
                  <a:pt x="4156647" y="3822268"/>
                </a:cubicBezTo>
                <a:lnTo>
                  <a:pt x="4146579" y="3839680"/>
                </a:lnTo>
                <a:cubicBezTo>
                  <a:pt x="4146283" y="3840095"/>
                  <a:pt x="4145809" y="3840391"/>
                  <a:pt x="4145335" y="3840391"/>
                </a:cubicBezTo>
                <a:lnTo>
                  <a:pt x="4125258" y="3840391"/>
                </a:lnTo>
                <a:cubicBezTo>
                  <a:pt x="4124725" y="3840391"/>
                  <a:pt x="4124251" y="3840095"/>
                  <a:pt x="4124014" y="3839680"/>
                </a:cubicBezTo>
                <a:lnTo>
                  <a:pt x="4114005" y="3822268"/>
                </a:lnTo>
                <a:cubicBezTo>
                  <a:pt x="4113768" y="3821854"/>
                  <a:pt x="4113768" y="3821261"/>
                  <a:pt x="4114005" y="3820847"/>
                </a:cubicBezTo>
                <a:lnTo>
                  <a:pt x="4124074" y="3803435"/>
                </a:lnTo>
                <a:cubicBezTo>
                  <a:pt x="4124369" y="3803020"/>
                  <a:pt x="4124843" y="3802724"/>
                  <a:pt x="4125317" y="3802724"/>
                </a:cubicBezTo>
                <a:close/>
                <a:moveTo>
                  <a:pt x="4192715" y="3802310"/>
                </a:moveTo>
                <a:lnTo>
                  <a:pt x="4213266" y="3802310"/>
                </a:lnTo>
                <a:cubicBezTo>
                  <a:pt x="4213740" y="3802310"/>
                  <a:pt x="4214273" y="3802547"/>
                  <a:pt x="4214510" y="3803021"/>
                </a:cubicBezTo>
                <a:lnTo>
                  <a:pt x="4224756" y="3820788"/>
                </a:lnTo>
                <a:cubicBezTo>
                  <a:pt x="4224993" y="3821262"/>
                  <a:pt x="4224993" y="3821795"/>
                  <a:pt x="4224756" y="3822269"/>
                </a:cubicBezTo>
                <a:lnTo>
                  <a:pt x="4214510" y="3840036"/>
                </a:lnTo>
                <a:cubicBezTo>
                  <a:pt x="4214273" y="3840451"/>
                  <a:pt x="4213799" y="3840747"/>
                  <a:pt x="4213266" y="3840747"/>
                </a:cubicBezTo>
                <a:lnTo>
                  <a:pt x="4192715" y="3840747"/>
                </a:lnTo>
                <a:cubicBezTo>
                  <a:pt x="4192241" y="3840747"/>
                  <a:pt x="4191708" y="3840510"/>
                  <a:pt x="4191471" y="3840036"/>
                </a:cubicBezTo>
                <a:lnTo>
                  <a:pt x="4181225" y="3822269"/>
                </a:lnTo>
                <a:cubicBezTo>
                  <a:pt x="4180989" y="3821795"/>
                  <a:pt x="4180989" y="3821262"/>
                  <a:pt x="4181225" y="3820788"/>
                </a:cubicBezTo>
                <a:lnTo>
                  <a:pt x="4191471" y="3803021"/>
                </a:lnTo>
                <a:cubicBezTo>
                  <a:pt x="4191708" y="3802606"/>
                  <a:pt x="4192183" y="3802310"/>
                  <a:pt x="4192715" y="3802310"/>
                </a:cubicBezTo>
                <a:close/>
                <a:moveTo>
                  <a:pt x="4598406" y="3802073"/>
                </a:moveTo>
                <a:lnTo>
                  <a:pt x="4619135" y="3802073"/>
                </a:lnTo>
                <a:cubicBezTo>
                  <a:pt x="4619609" y="3802073"/>
                  <a:pt x="4620083" y="3802310"/>
                  <a:pt x="4620379" y="3802784"/>
                </a:cubicBezTo>
                <a:lnTo>
                  <a:pt x="4630743" y="3820788"/>
                </a:lnTo>
                <a:cubicBezTo>
                  <a:pt x="4631039" y="3821262"/>
                  <a:pt x="4631039" y="3821795"/>
                  <a:pt x="4630743" y="3822269"/>
                </a:cubicBezTo>
                <a:lnTo>
                  <a:pt x="4620379" y="3840273"/>
                </a:lnTo>
                <a:cubicBezTo>
                  <a:pt x="4620142" y="3840688"/>
                  <a:pt x="4619668" y="3840984"/>
                  <a:pt x="4619135" y="3840984"/>
                </a:cubicBezTo>
                <a:lnTo>
                  <a:pt x="4598406" y="3840984"/>
                </a:lnTo>
                <a:cubicBezTo>
                  <a:pt x="4597932" y="3840984"/>
                  <a:pt x="4597399" y="3840747"/>
                  <a:pt x="4597162" y="3840273"/>
                </a:cubicBezTo>
                <a:lnTo>
                  <a:pt x="4586798" y="3822269"/>
                </a:lnTo>
                <a:cubicBezTo>
                  <a:pt x="4586502" y="3821795"/>
                  <a:pt x="4586502" y="3821262"/>
                  <a:pt x="4586798" y="3820788"/>
                </a:cubicBezTo>
                <a:lnTo>
                  <a:pt x="4597162" y="3802784"/>
                </a:lnTo>
                <a:cubicBezTo>
                  <a:pt x="4597399" y="3802369"/>
                  <a:pt x="4597874" y="3802073"/>
                  <a:pt x="4598406" y="3802073"/>
                </a:cubicBezTo>
                <a:close/>
                <a:moveTo>
                  <a:pt x="4463137" y="3802014"/>
                </a:moveTo>
                <a:lnTo>
                  <a:pt x="4483984" y="3802014"/>
                </a:lnTo>
                <a:cubicBezTo>
                  <a:pt x="4484517" y="3802014"/>
                  <a:pt x="4484991" y="3802251"/>
                  <a:pt x="4485287" y="3802725"/>
                </a:cubicBezTo>
                <a:lnTo>
                  <a:pt x="4495711" y="3820788"/>
                </a:lnTo>
                <a:cubicBezTo>
                  <a:pt x="4496006" y="3821262"/>
                  <a:pt x="4496006" y="3821795"/>
                  <a:pt x="4495711" y="3822269"/>
                </a:cubicBezTo>
                <a:lnTo>
                  <a:pt x="4485287" y="3840332"/>
                </a:lnTo>
                <a:cubicBezTo>
                  <a:pt x="4484991" y="3840747"/>
                  <a:pt x="4484517" y="3841043"/>
                  <a:pt x="4483984" y="3841043"/>
                </a:cubicBezTo>
                <a:lnTo>
                  <a:pt x="4463137" y="3841043"/>
                </a:lnTo>
                <a:cubicBezTo>
                  <a:pt x="4462603" y="3841043"/>
                  <a:pt x="4462130" y="3840806"/>
                  <a:pt x="4461833" y="3840332"/>
                </a:cubicBezTo>
                <a:lnTo>
                  <a:pt x="4451410" y="3822269"/>
                </a:lnTo>
                <a:cubicBezTo>
                  <a:pt x="4451114" y="3821795"/>
                  <a:pt x="4451114" y="3821262"/>
                  <a:pt x="4451410" y="3820788"/>
                </a:cubicBezTo>
                <a:lnTo>
                  <a:pt x="4461833" y="3802725"/>
                </a:lnTo>
                <a:cubicBezTo>
                  <a:pt x="4462130" y="3802310"/>
                  <a:pt x="4462603" y="3802014"/>
                  <a:pt x="4463137" y="3802014"/>
                </a:cubicBezTo>
                <a:close/>
                <a:moveTo>
                  <a:pt x="5004099" y="3801895"/>
                </a:moveTo>
                <a:lnTo>
                  <a:pt x="5025064" y="3801895"/>
                </a:lnTo>
                <a:cubicBezTo>
                  <a:pt x="5025598" y="3801895"/>
                  <a:pt x="5026071" y="3802191"/>
                  <a:pt x="5026368" y="3802665"/>
                </a:cubicBezTo>
                <a:lnTo>
                  <a:pt x="5036851" y="3820847"/>
                </a:lnTo>
                <a:cubicBezTo>
                  <a:pt x="5037146" y="3821321"/>
                  <a:pt x="5037146" y="3821854"/>
                  <a:pt x="5036851" y="3822328"/>
                </a:cubicBezTo>
                <a:lnTo>
                  <a:pt x="5026368" y="3840510"/>
                </a:lnTo>
                <a:cubicBezTo>
                  <a:pt x="5026071" y="3840984"/>
                  <a:pt x="5025598" y="3841280"/>
                  <a:pt x="5025064" y="3841280"/>
                </a:cubicBezTo>
                <a:lnTo>
                  <a:pt x="5004099" y="3841280"/>
                </a:lnTo>
                <a:cubicBezTo>
                  <a:pt x="5003566" y="3841280"/>
                  <a:pt x="5003092" y="3840984"/>
                  <a:pt x="5002796" y="3840510"/>
                </a:cubicBezTo>
                <a:lnTo>
                  <a:pt x="4992313" y="3822328"/>
                </a:lnTo>
                <a:cubicBezTo>
                  <a:pt x="4992017" y="3821854"/>
                  <a:pt x="4992017" y="3821321"/>
                  <a:pt x="4992313" y="3820847"/>
                </a:cubicBezTo>
                <a:lnTo>
                  <a:pt x="5002796" y="3802665"/>
                </a:lnTo>
                <a:cubicBezTo>
                  <a:pt x="5003092" y="3802191"/>
                  <a:pt x="5003566" y="3801895"/>
                  <a:pt x="5004099" y="3801895"/>
                </a:cubicBezTo>
                <a:close/>
                <a:moveTo>
                  <a:pt x="4530653" y="3801895"/>
                </a:moveTo>
                <a:lnTo>
                  <a:pt x="4551618" y="3801895"/>
                </a:lnTo>
                <a:cubicBezTo>
                  <a:pt x="4552151" y="3801895"/>
                  <a:pt x="4552626" y="3802191"/>
                  <a:pt x="4552921" y="3802665"/>
                </a:cubicBezTo>
                <a:lnTo>
                  <a:pt x="4563404" y="3820847"/>
                </a:lnTo>
                <a:cubicBezTo>
                  <a:pt x="4563701" y="3821321"/>
                  <a:pt x="4563701" y="3821854"/>
                  <a:pt x="4563404" y="3822328"/>
                </a:cubicBezTo>
                <a:lnTo>
                  <a:pt x="4552921" y="3840510"/>
                </a:lnTo>
                <a:cubicBezTo>
                  <a:pt x="4552626" y="3840984"/>
                  <a:pt x="4552151" y="3841280"/>
                  <a:pt x="4551618" y="3841280"/>
                </a:cubicBezTo>
                <a:lnTo>
                  <a:pt x="4530653" y="3841280"/>
                </a:lnTo>
                <a:cubicBezTo>
                  <a:pt x="4530120" y="3841280"/>
                  <a:pt x="4529646" y="3840984"/>
                  <a:pt x="4529350" y="3840510"/>
                </a:cubicBezTo>
                <a:lnTo>
                  <a:pt x="4518867" y="3822328"/>
                </a:lnTo>
                <a:cubicBezTo>
                  <a:pt x="4518571" y="3821854"/>
                  <a:pt x="4518571" y="3821321"/>
                  <a:pt x="4518867" y="3820847"/>
                </a:cubicBezTo>
                <a:lnTo>
                  <a:pt x="4529350" y="3802665"/>
                </a:lnTo>
                <a:cubicBezTo>
                  <a:pt x="4529646" y="3802191"/>
                  <a:pt x="4530120" y="3801895"/>
                  <a:pt x="4530653" y="3801895"/>
                </a:cubicBezTo>
                <a:close/>
                <a:moveTo>
                  <a:pt x="4665805" y="3801658"/>
                </a:moveTo>
                <a:lnTo>
                  <a:pt x="4687007" y="3801658"/>
                </a:lnTo>
                <a:cubicBezTo>
                  <a:pt x="4687540" y="3801658"/>
                  <a:pt x="4688014" y="3801954"/>
                  <a:pt x="4688310" y="3802428"/>
                </a:cubicBezTo>
                <a:lnTo>
                  <a:pt x="4698911" y="3820788"/>
                </a:lnTo>
                <a:cubicBezTo>
                  <a:pt x="4699208" y="3821202"/>
                  <a:pt x="4699208" y="3821794"/>
                  <a:pt x="4698911" y="3822268"/>
                </a:cubicBezTo>
                <a:lnTo>
                  <a:pt x="4688310" y="3840628"/>
                </a:lnTo>
                <a:cubicBezTo>
                  <a:pt x="4688014" y="3841102"/>
                  <a:pt x="4687540" y="3841398"/>
                  <a:pt x="4687007" y="3841398"/>
                </a:cubicBezTo>
                <a:lnTo>
                  <a:pt x="4665805" y="3841398"/>
                </a:lnTo>
                <a:cubicBezTo>
                  <a:pt x="4665271" y="3841398"/>
                  <a:pt x="4664798" y="3841102"/>
                  <a:pt x="4664502" y="3840628"/>
                </a:cubicBezTo>
                <a:lnTo>
                  <a:pt x="4653900" y="3822268"/>
                </a:lnTo>
                <a:cubicBezTo>
                  <a:pt x="4653604" y="3821854"/>
                  <a:pt x="4653604" y="3821261"/>
                  <a:pt x="4653900" y="3820788"/>
                </a:cubicBezTo>
                <a:lnTo>
                  <a:pt x="4664502" y="3802428"/>
                </a:lnTo>
                <a:cubicBezTo>
                  <a:pt x="4664798" y="3801954"/>
                  <a:pt x="4665271" y="3801658"/>
                  <a:pt x="4665805" y="3801658"/>
                </a:cubicBezTo>
                <a:close/>
                <a:moveTo>
                  <a:pt x="3651338" y="3801658"/>
                </a:moveTo>
                <a:lnTo>
                  <a:pt x="3672540" y="3801658"/>
                </a:lnTo>
                <a:cubicBezTo>
                  <a:pt x="3673074" y="3801658"/>
                  <a:pt x="3673547" y="3801954"/>
                  <a:pt x="3673844" y="3802428"/>
                </a:cubicBezTo>
                <a:lnTo>
                  <a:pt x="3684445" y="3820788"/>
                </a:lnTo>
                <a:cubicBezTo>
                  <a:pt x="3684741" y="3821202"/>
                  <a:pt x="3684741" y="3821794"/>
                  <a:pt x="3684445" y="3822268"/>
                </a:cubicBezTo>
                <a:lnTo>
                  <a:pt x="3673844" y="3840628"/>
                </a:lnTo>
                <a:cubicBezTo>
                  <a:pt x="3673547" y="3841102"/>
                  <a:pt x="3673074" y="3841398"/>
                  <a:pt x="3672540" y="3841398"/>
                </a:cubicBezTo>
                <a:lnTo>
                  <a:pt x="3651338" y="3841398"/>
                </a:lnTo>
                <a:cubicBezTo>
                  <a:pt x="3650805" y="3841398"/>
                  <a:pt x="3650331" y="3841102"/>
                  <a:pt x="3650035" y="3840628"/>
                </a:cubicBezTo>
                <a:lnTo>
                  <a:pt x="3639434" y="3822268"/>
                </a:lnTo>
                <a:cubicBezTo>
                  <a:pt x="3639138" y="3821854"/>
                  <a:pt x="3639138" y="3821261"/>
                  <a:pt x="3639434" y="3820788"/>
                </a:cubicBezTo>
                <a:lnTo>
                  <a:pt x="3650035" y="3802428"/>
                </a:lnTo>
                <a:cubicBezTo>
                  <a:pt x="3650331" y="3801954"/>
                  <a:pt x="3650805" y="3801658"/>
                  <a:pt x="3651338" y="3801658"/>
                </a:cubicBezTo>
                <a:close/>
                <a:moveTo>
                  <a:pt x="3854184" y="3801599"/>
                </a:moveTo>
                <a:lnTo>
                  <a:pt x="3875505" y="3801599"/>
                </a:lnTo>
                <a:cubicBezTo>
                  <a:pt x="3876039" y="3801599"/>
                  <a:pt x="3876512" y="3801895"/>
                  <a:pt x="3876809" y="3802369"/>
                </a:cubicBezTo>
                <a:lnTo>
                  <a:pt x="3887469" y="3820847"/>
                </a:lnTo>
                <a:cubicBezTo>
                  <a:pt x="3887765" y="3821262"/>
                  <a:pt x="3887765" y="3821854"/>
                  <a:pt x="3887469" y="3822328"/>
                </a:cubicBezTo>
                <a:lnTo>
                  <a:pt x="3876809" y="3840806"/>
                </a:lnTo>
                <a:cubicBezTo>
                  <a:pt x="3876512" y="3841280"/>
                  <a:pt x="3876039" y="3841576"/>
                  <a:pt x="3875505" y="3841576"/>
                </a:cubicBezTo>
                <a:lnTo>
                  <a:pt x="3854184" y="3841576"/>
                </a:lnTo>
                <a:cubicBezTo>
                  <a:pt x="3853652" y="3841576"/>
                  <a:pt x="3853177" y="3841280"/>
                  <a:pt x="3852882" y="3840806"/>
                </a:cubicBezTo>
                <a:lnTo>
                  <a:pt x="3842221" y="3822328"/>
                </a:lnTo>
                <a:cubicBezTo>
                  <a:pt x="3841925" y="3821913"/>
                  <a:pt x="3841925" y="3821321"/>
                  <a:pt x="3842221" y="3820847"/>
                </a:cubicBezTo>
                <a:lnTo>
                  <a:pt x="3852882" y="3802369"/>
                </a:lnTo>
                <a:cubicBezTo>
                  <a:pt x="3853177" y="3801895"/>
                  <a:pt x="3853652" y="3801599"/>
                  <a:pt x="3854184" y="3801599"/>
                </a:cubicBezTo>
                <a:close/>
                <a:moveTo>
                  <a:pt x="3042563" y="3801362"/>
                </a:moveTo>
                <a:lnTo>
                  <a:pt x="3064062" y="3801362"/>
                </a:lnTo>
                <a:cubicBezTo>
                  <a:pt x="3064595" y="3801362"/>
                  <a:pt x="3065069" y="3801658"/>
                  <a:pt x="3065365" y="3802132"/>
                </a:cubicBezTo>
                <a:lnTo>
                  <a:pt x="3076144" y="3820788"/>
                </a:lnTo>
                <a:cubicBezTo>
                  <a:pt x="3076440" y="3821262"/>
                  <a:pt x="3076440" y="3821854"/>
                  <a:pt x="3076144" y="3822328"/>
                </a:cubicBezTo>
                <a:lnTo>
                  <a:pt x="3065365" y="3840984"/>
                </a:lnTo>
                <a:cubicBezTo>
                  <a:pt x="3065128" y="3841457"/>
                  <a:pt x="3064595" y="3841753"/>
                  <a:pt x="3064062" y="3841753"/>
                </a:cubicBezTo>
                <a:lnTo>
                  <a:pt x="3042563" y="3841753"/>
                </a:lnTo>
                <a:cubicBezTo>
                  <a:pt x="3042030" y="3841753"/>
                  <a:pt x="3041556" y="3841457"/>
                  <a:pt x="3041260" y="3840984"/>
                </a:cubicBezTo>
                <a:lnTo>
                  <a:pt x="3030481" y="3822328"/>
                </a:lnTo>
                <a:cubicBezTo>
                  <a:pt x="3030185" y="3821854"/>
                  <a:pt x="3030185" y="3821262"/>
                  <a:pt x="3030481" y="3820788"/>
                </a:cubicBezTo>
                <a:lnTo>
                  <a:pt x="3041260" y="3802132"/>
                </a:lnTo>
                <a:cubicBezTo>
                  <a:pt x="3041497" y="3801658"/>
                  <a:pt x="3042030" y="3801362"/>
                  <a:pt x="3042563" y="3801362"/>
                </a:cubicBezTo>
                <a:close/>
                <a:moveTo>
                  <a:pt x="3786371" y="3801184"/>
                </a:moveTo>
                <a:lnTo>
                  <a:pt x="3808107" y="3801184"/>
                </a:lnTo>
                <a:cubicBezTo>
                  <a:pt x="3808640" y="3801184"/>
                  <a:pt x="3809114" y="3801480"/>
                  <a:pt x="3809410" y="3801954"/>
                </a:cubicBezTo>
                <a:lnTo>
                  <a:pt x="3820248" y="3820787"/>
                </a:lnTo>
                <a:cubicBezTo>
                  <a:pt x="3820544" y="3821261"/>
                  <a:pt x="3820544" y="3821854"/>
                  <a:pt x="3820248" y="3822327"/>
                </a:cubicBezTo>
                <a:lnTo>
                  <a:pt x="3809351" y="3841161"/>
                </a:lnTo>
                <a:cubicBezTo>
                  <a:pt x="3809114" y="3841635"/>
                  <a:pt x="3808581" y="3841931"/>
                  <a:pt x="3808047" y="3841931"/>
                </a:cubicBezTo>
                <a:lnTo>
                  <a:pt x="3786312" y="3841931"/>
                </a:lnTo>
                <a:cubicBezTo>
                  <a:pt x="3785779" y="3841931"/>
                  <a:pt x="3785305" y="3841635"/>
                  <a:pt x="3785009" y="3841161"/>
                </a:cubicBezTo>
                <a:lnTo>
                  <a:pt x="3774171" y="3822327"/>
                </a:lnTo>
                <a:cubicBezTo>
                  <a:pt x="3773875" y="3821854"/>
                  <a:pt x="3773875" y="3821261"/>
                  <a:pt x="3774171" y="3820787"/>
                </a:cubicBezTo>
                <a:lnTo>
                  <a:pt x="3785068" y="3801954"/>
                </a:lnTo>
                <a:cubicBezTo>
                  <a:pt x="3785305" y="3801480"/>
                  <a:pt x="3785838" y="3801184"/>
                  <a:pt x="3786371" y="3801184"/>
                </a:cubicBezTo>
                <a:close/>
                <a:moveTo>
                  <a:pt x="3448078" y="3800948"/>
                </a:moveTo>
                <a:lnTo>
                  <a:pt x="3470051" y="3800948"/>
                </a:lnTo>
                <a:cubicBezTo>
                  <a:pt x="3470643" y="3800948"/>
                  <a:pt x="3471117" y="3801244"/>
                  <a:pt x="3471413" y="3801718"/>
                </a:cubicBezTo>
                <a:lnTo>
                  <a:pt x="3482369" y="3820729"/>
                </a:lnTo>
                <a:cubicBezTo>
                  <a:pt x="3482666" y="3821203"/>
                  <a:pt x="3482666" y="3821795"/>
                  <a:pt x="3482369" y="3822269"/>
                </a:cubicBezTo>
                <a:lnTo>
                  <a:pt x="3471353" y="3841280"/>
                </a:lnTo>
                <a:cubicBezTo>
                  <a:pt x="3471058" y="3841754"/>
                  <a:pt x="3470524" y="3842050"/>
                  <a:pt x="3469991" y="3842050"/>
                </a:cubicBezTo>
                <a:lnTo>
                  <a:pt x="3448019" y="3842050"/>
                </a:lnTo>
                <a:cubicBezTo>
                  <a:pt x="3447427" y="3842050"/>
                  <a:pt x="3446953" y="3841754"/>
                  <a:pt x="3446657" y="3841280"/>
                </a:cubicBezTo>
                <a:lnTo>
                  <a:pt x="3435700" y="3822269"/>
                </a:lnTo>
                <a:cubicBezTo>
                  <a:pt x="3435404" y="3821795"/>
                  <a:pt x="3435404" y="3821203"/>
                  <a:pt x="3435700" y="3820729"/>
                </a:cubicBezTo>
                <a:lnTo>
                  <a:pt x="3446716" y="3801718"/>
                </a:lnTo>
                <a:cubicBezTo>
                  <a:pt x="3447012" y="3801244"/>
                  <a:pt x="3447545" y="3800948"/>
                  <a:pt x="3448078" y="3800948"/>
                </a:cubicBezTo>
                <a:close/>
                <a:moveTo>
                  <a:pt x="4732906" y="3800770"/>
                </a:moveTo>
                <a:lnTo>
                  <a:pt x="4755116" y="3800770"/>
                </a:lnTo>
                <a:cubicBezTo>
                  <a:pt x="4755649" y="3800770"/>
                  <a:pt x="4756182" y="3801066"/>
                  <a:pt x="4756478" y="3801540"/>
                </a:cubicBezTo>
                <a:lnTo>
                  <a:pt x="4767553" y="3820788"/>
                </a:lnTo>
                <a:cubicBezTo>
                  <a:pt x="4767849" y="3821262"/>
                  <a:pt x="4767849" y="3821854"/>
                  <a:pt x="4767553" y="3822328"/>
                </a:cubicBezTo>
                <a:lnTo>
                  <a:pt x="4756478" y="3841576"/>
                </a:lnTo>
                <a:cubicBezTo>
                  <a:pt x="4756182" y="3842050"/>
                  <a:pt x="4755649" y="3842346"/>
                  <a:pt x="4755116" y="3842346"/>
                </a:cubicBezTo>
                <a:lnTo>
                  <a:pt x="4732906" y="3842346"/>
                </a:lnTo>
                <a:cubicBezTo>
                  <a:pt x="4732374" y="3842346"/>
                  <a:pt x="4731841" y="3842050"/>
                  <a:pt x="4731544" y="3841576"/>
                </a:cubicBezTo>
                <a:lnTo>
                  <a:pt x="4720469" y="3822328"/>
                </a:lnTo>
                <a:cubicBezTo>
                  <a:pt x="4720173" y="3821854"/>
                  <a:pt x="4720173" y="3821262"/>
                  <a:pt x="4720469" y="3820788"/>
                </a:cubicBezTo>
                <a:lnTo>
                  <a:pt x="4731544" y="3801540"/>
                </a:lnTo>
                <a:cubicBezTo>
                  <a:pt x="4731841" y="3801066"/>
                  <a:pt x="4732374" y="3800770"/>
                  <a:pt x="4732906" y="3800770"/>
                </a:cubicBezTo>
                <a:close/>
                <a:moveTo>
                  <a:pt x="3515594" y="3800770"/>
                </a:moveTo>
                <a:lnTo>
                  <a:pt x="3537803" y="3800770"/>
                </a:lnTo>
                <a:cubicBezTo>
                  <a:pt x="3538337" y="3800770"/>
                  <a:pt x="3538870" y="3801066"/>
                  <a:pt x="3539166" y="3801540"/>
                </a:cubicBezTo>
                <a:lnTo>
                  <a:pt x="3550241" y="3820788"/>
                </a:lnTo>
                <a:cubicBezTo>
                  <a:pt x="3550537" y="3821262"/>
                  <a:pt x="3550537" y="3821854"/>
                  <a:pt x="3550241" y="3822328"/>
                </a:cubicBezTo>
                <a:lnTo>
                  <a:pt x="3539166" y="3841576"/>
                </a:lnTo>
                <a:cubicBezTo>
                  <a:pt x="3538870" y="3842050"/>
                  <a:pt x="3538337" y="3842346"/>
                  <a:pt x="3537803" y="3842346"/>
                </a:cubicBezTo>
                <a:lnTo>
                  <a:pt x="3515594" y="3842346"/>
                </a:lnTo>
                <a:cubicBezTo>
                  <a:pt x="3515061" y="3842346"/>
                  <a:pt x="3514528" y="3842050"/>
                  <a:pt x="3514232" y="3841576"/>
                </a:cubicBezTo>
                <a:lnTo>
                  <a:pt x="3503157" y="3822328"/>
                </a:lnTo>
                <a:cubicBezTo>
                  <a:pt x="3502861" y="3821854"/>
                  <a:pt x="3502861" y="3821262"/>
                  <a:pt x="3503157" y="3820788"/>
                </a:cubicBezTo>
                <a:lnTo>
                  <a:pt x="3514232" y="3801540"/>
                </a:lnTo>
                <a:cubicBezTo>
                  <a:pt x="3514528" y="3801066"/>
                  <a:pt x="3515061" y="3800770"/>
                  <a:pt x="3515594" y="3800770"/>
                </a:cubicBezTo>
                <a:close/>
                <a:moveTo>
                  <a:pt x="3583170" y="3800652"/>
                </a:moveTo>
                <a:lnTo>
                  <a:pt x="3605498" y="3800652"/>
                </a:lnTo>
                <a:cubicBezTo>
                  <a:pt x="3606031" y="3800652"/>
                  <a:pt x="3606564" y="3800948"/>
                  <a:pt x="3606860" y="3801422"/>
                </a:cubicBezTo>
                <a:lnTo>
                  <a:pt x="3617994" y="3820729"/>
                </a:lnTo>
                <a:cubicBezTo>
                  <a:pt x="3618291" y="3821262"/>
                  <a:pt x="3618291" y="3821854"/>
                  <a:pt x="3617994" y="3822328"/>
                </a:cubicBezTo>
                <a:lnTo>
                  <a:pt x="3606860" y="3841636"/>
                </a:lnTo>
                <a:cubicBezTo>
                  <a:pt x="3606564" y="3842110"/>
                  <a:pt x="3606031" y="3842406"/>
                  <a:pt x="3605498" y="3842406"/>
                </a:cubicBezTo>
                <a:lnTo>
                  <a:pt x="3583170" y="3842406"/>
                </a:lnTo>
                <a:cubicBezTo>
                  <a:pt x="3582637" y="3842406"/>
                  <a:pt x="3582104" y="3842110"/>
                  <a:pt x="3581808" y="3841636"/>
                </a:cubicBezTo>
                <a:lnTo>
                  <a:pt x="3570673" y="3822328"/>
                </a:lnTo>
                <a:cubicBezTo>
                  <a:pt x="3570377" y="3821795"/>
                  <a:pt x="3570377" y="3821203"/>
                  <a:pt x="3570673" y="3820729"/>
                </a:cubicBezTo>
                <a:lnTo>
                  <a:pt x="3581808" y="3801422"/>
                </a:lnTo>
                <a:cubicBezTo>
                  <a:pt x="3582104" y="3800948"/>
                  <a:pt x="3582637" y="3800652"/>
                  <a:pt x="3583170" y="3800652"/>
                </a:cubicBezTo>
                <a:close/>
                <a:moveTo>
                  <a:pt x="3109724" y="3800652"/>
                </a:moveTo>
                <a:lnTo>
                  <a:pt x="3132052" y="3800652"/>
                </a:lnTo>
                <a:cubicBezTo>
                  <a:pt x="3132586" y="3800652"/>
                  <a:pt x="3133118" y="3800948"/>
                  <a:pt x="3133414" y="3801422"/>
                </a:cubicBezTo>
                <a:lnTo>
                  <a:pt x="3144549" y="3820729"/>
                </a:lnTo>
                <a:cubicBezTo>
                  <a:pt x="3144845" y="3821262"/>
                  <a:pt x="3144845" y="3821854"/>
                  <a:pt x="3144549" y="3822328"/>
                </a:cubicBezTo>
                <a:lnTo>
                  <a:pt x="3133414" y="3841636"/>
                </a:lnTo>
                <a:cubicBezTo>
                  <a:pt x="3133118" y="3842110"/>
                  <a:pt x="3132586" y="3842406"/>
                  <a:pt x="3132052" y="3842406"/>
                </a:cubicBezTo>
                <a:lnTo>
                  <a:pt x="3109724" y="3842406"/>
                </a:lnTo>
                <a:cubicBezTo>
                  <a:pt x="3109192" y="3842406"/>
                  <a:pt x="3108658" y="3842110"/>
                  <a:pt x="3108362" y="3841636"/>
                </a:cubicBezTo>
                <a:lnTo>
                  <a:pt x="3097228" y="3822328"/>
                </a:lnTo>
                <a:cubicBezTo>
                  <a:pt x="3096932" y="3821795"/>
                  <a:pt x="3096932" y="3821203"/>
                  <a:pt x="3097228" y="3820729"/>
                </a:cubicBezTo>
                <a:lnTo>
                  <a:pt x="3108362" y="3801422"/>
                </a:lnTo>
                <a:cubicBezTo>
                  <a:pt x="3108658" y="3800948"/>
                  <a:pt x="3109192" y="3800652"/>
                  <a:pt x="3109724" y="3800652"/>
                </a:cubicBezTo>
                <a:close/>
                <a:moveTo>
                  <a:pt x="4935694" y="3800414"/>
                </a:moveTo>
                <a:lnTo>
                  <a:pt x="4958200" y="3800414"/>
                </a:lnTo>
                <a:cubicBezTo>
                  <a:pt x="4958732" y="3800414"/>
                  <a:pt x="4959265" y="3800710"/>
                  <a:pt x="4959562" y="3801184"/>
                </a:cubicBezTo>
                <a:lnTo>
                  <a:pt x="4970815" y="3820669"/>
                </a:lnTo>
                <a:cubicBezTo>
                  <a:pt x="4971110" y="3821143"/>
                  <a:pt x="4971110" y="3821794"/>
                  <a:pt x="4970815" y="3822268"/>
                </a:cubicBezTo>
                <a:lnTo>
                  <a:pt x="4959562" y="3841753"/>
                </a:lnTo>
                <a:cubicBezTo>
                  <a:pt x="4959265" y="3842227"/>
                  <a:pt x="4958732" y="3842523"/>
                  <a:pt x="4958200" y="3842523"/>
                </a:cubicBezTo>
                <a:lnTo>
                  <a:pt x="4935694" y="3842523"/>
                </a:lnTo>
                <a:cubicBezTo>
                  <a:pt x="4935161" y="3842523"/>
                  <a:pt x="4934628" y="3842227"/>
                  <a:pt x="4934332" y="3841753"/>
                </a:cubicBezTo>
                <a:lnTo>
                  <a:pt x="4923079" y="3822268"/>
                </a:lnTo>
                <a:cubicBezTo>
                  <a:pt x="4922783" y="3821794"/>
                  <a:pt x="4922783" y="3821143"/>
                  <a:pt x="4923079" y="3820669"/>
                </a:cubicBezTo>
                <a:lnTo>
                  <a:pt x="4934332" y="3801184"/>
                </a:lnTo>
                <a:cubicBezTo>
                  <a:pt x="4934628" y="3800710"/>
                  <a:pt x="4935161" y="3800414"/>
                  <a:pt x="4935694" y="3800414"/>
                </a:cubicBezTo>
                <a:close/>
                <a:moveTo>
                  <a:pt x="3718322" y="3800414"/>
                </a:moveTo>
                <a:lnTo>
                  <a:pt x="3740827" y="3800414"/>
                </a:lnTo>
                <a:cubicBezTo>
                  <a:pt x="3741360" y="3800414"/>
                  <a:pt x="3741894" y="3800710"/>
                  <a:pt x="3742189" y="3801184"/>
                </a:cubicBezTo>
                <a:lnTo>
                  <a:pt x="3753442" y="3820669"/>
                </a:lnTo>
                <a:cubicBezTo>
                  <a:pt x="3753739" y="3821143"/>
                  <a:pt x="3753739" y="3821794"/>
                  <a:pt x="3753442" y="3822268"/>
                </a:cubicBezTo>
                <a:lnTo>
                  <a:pt x="3742189" y="3841753"/>
                </a:lnTo>
                <a:cubicBezTo>
                  <a:pt x="3741894" y="3842227"/>
                  <a:pt x="3741360" y="3842523"/>
                  <a:pt x="3740827" y="3842523"/>
                </a:cubicBezTo>
                <a:lnTo>
                  <a:pt x="3718322" y="3842523"/>
                </a:lnTo>
                <a:cubicBezTo>
                  <a:pt x="3717789" y="3842523"/>
                  <a:pt x="3717256" y="3842227"/>
                  <a:pt x="3716959" y="3841753"/>
                </a:cubicBezTo>
                <a:lnTo>
                  <a:pt x="3705707" y="3822268"/>
                </a:lnTo>
                <a:cubicBezTo>
                  <a:pt x="3705411" y="3821794"/>
                  <a:pt x="3705411" y="3821143"/>
                  <a:pt x="3705707" y="3820669"/>
                </a:cubicBezTo>
                <a:lnTo>
                  <a:pt x="3716959" y="3801184"/>
                </a:lnTo>
                <a:cubicBezTo>
                  <a:pt x="3717256" y="3800710"/>
                  <a:pt x="3717789" y="3800414"/>
                  <a:pt x="3718322" y="3800414"/>
                </a:cubicBezTo>
                <a:close/>
                <a:moveTo>
                  <a:pt x="4800364" y="3800355"/>
                </a:moveTo>
                <a:lnTo>
                  <a:pt x="4822988" y="3800355"/>
                </a:lnTo>
                <a:cubicBezTo>
                  <a:pt x="4823521" y="3800355"/>
                  <a:pt x="4824054" y="3800710"/>
                  <a:pt x="4824350" y="3801184"/>
                </a:cubicBezTo>
                <a:lnTo>
                  <a:pt x="4835662" y="3820788"/>
                </a:lnTo>
                <a:cubicBezTo>
                  <a:pt x="4835958" y="3821262"/>
                  <a:pt x="4835958" y="3821913"/>
                  <a:pt x="4835662" y="3822387"/>
                </a:cubicBezTo>
                <a:lnTo>
                  <a:pt x="4824350" y="3841990"/>
                </a:lnTo>
                <a:cubicBezTo>
                  <a:pt x="4824054" y="3842523"/>
                  <a:pt x="4823581" y="3842820"/>
                  <a:pt x="4822988" y="3842820"/>
                </a:cubicBezTo>
                <a:lnTo>
                  <a:pt x="4800364" y="3842820"/>
                </a:lnTo>
                <a:cubicBezTo>
                  <a:pt x="4799831" y="3842820"/>
                  <a:pt x="4799298" y="3842464"/>
                  <a:pt x="4799002" y="3841990"/>
                </a:cubicBezTo>
                <a:lnTo>
                  <a:pt x="4787690" y="3822387"/>
                </a:lnTo>
                <a:cubicBezTo>
                  <a:pt x="4787394" y="3821913"/>
                  <a:pt x="4787394" y="3821262"/>
                  <a:pt x="4787690" y="3820788"/>
                </a:cubicBezTo>
                <a:lnTo>
                  <a:pt x="4799002" y="3801184"/>
                </a:lnTo>
                <a:cubicBezTo>
                  <a:pt x="4799298" y="3800651"/>
                  <a:pt x="4799772" y="3800355"/>
                  <a:pt x="4800364" y="3800355"/>
                </a:cubicBezTo>
                <a:close/>
                <a:moveTo>
                  <a:pt x="3380028" y="3800118"/>
                </a:moveTo>
                <a:lnTo>
                  <a:pt x="3402889" y="3800118"/>
                </a:lnTo>
                <a:cubicBezTo>
                  <a:pt x="3403481" y="3800118"/>
                  <a:pt x="3404014" y="3800473"/>
                  <a:pt x="3404311" y="3800947"/>
                </a:cubicBezTo>
                <a:lnTo>
                  <a:pt x="3415741" y="3820728"/>
                </a:lnTo>
                <a:cubicBezTo>
                  <a:pt x="3416037" y="3821202"/>
                  <a:pt x="3416037" y="3821854"/>
                  <a:pt x="3415741" y="3822327"/>
                </a:cubicBezTo>
                <a:lnTo>
                  <a:pt x="3404311" y="3842109"/>
                </a:lnTo>
                <a:cubicBezTo>
                  <a:pt x="3404014" y="3842642"/>
                  <a:pt x="3403481" y="3842938"/>
                  <a:pt x="3402889" y="3842938"/>
                </a:cubicBezTo>
                <a:lnTo>
                  <a:pt x="3380028" y="3842938"/>
                </a:lnTo>
                <a:cubicBezTo>
                  <a:pt x="3379436" y="3842938"/>
                  <a:pt x="3378903" y="3842582"/>
                  <a:pt x="3378606" y="3842109"/>
                </a:cubicBezTo>
                <a:lnTo>
                  <a:pt x="3367176" y="3822327"/>
                </a:lnTo>
                <a:cubicBezTo>
                  <a:pt x="3366880" y="3821854"/>
                  <a:pt x="3366880" y="3821202"/>
                  <a:pt x="3367176" y="3820728"/>
                </a:cubicBezTo>
                <a:lnTo>
                  <a:pt x="3378606" y="3800947"/>
                </a:lnTo>
                <a:cubicBezTo>
                  <a:pt x="3378903" y="3800414"/>
                  <a:pt x="3379436" y="3800118"/>
                  <a:pt x="3380028" y="3800118"/>
                </a:cubicBezTo>
                <a:close/>
                <a:moveTo>
                  <a:pt x="3244758" y="3800118"/>
                </a:moveTo>
                <a:lnTo>
                  <a:pt x="3267618" y="3800118"/>
                </a:lnTo>
                <a:cubicBezTo>
                  <a:pt x="3268211" y="3800118"/>
                  <a:pt x="3268744" y="3800473"/>
                  <a:pt x="3269040" y="3800947"/>
                </a:cubicBezTo>
                <a:lnTo>
                  <a:pt x="3280471" y="3820728"/>
                </a:lnTo>
                <a:cubicBezTo>
                  <a:pt x="3280767" y="3821202"/>
                  <a:pt x="3280767" y="3821854"/>
                  <a:pt x="3280471" y="3822327"/>
                </a:cubicBezTo>
                <a:lnTo>
                  <a:pt x="3269040" y="3842109"/>
                </a:lnTo>
                <a:cubicBezTo>
                  <a:pt x="3268744" y="3842642"/>
                  <a:pt x="3268211" y="3842938"/>
                  <a:pt x="3267618" y="3842938"/>
                </a:cubicBezTo>
                <a:lnTo>
                  <a:pt x="3244758" y="3842938"/>
                </a:lnTo>
                <a:cubicBezTo>
                  <a:pt x="3244166" y="3842938"/>
                  <a:pt x="3243633" y="3842582"/>
                  <a:pt x="3243336" y="3842109"/>
                </a:cubicBezTo>
                <a:lnTo>
                  <a:pt x="3231906" y="3822327"/>
                </a:lnTo>
                <a:cubicBezTo>
                  <a:pt x="3231610" y="3821854"/>
                  <a:pt x="3231610" y="3821202"/>
                  <a:pt x="3231906" y="3820728"/>
                </a:cubicBezTo>
                <a:lnTo>
                  <a:pt x="3243336" y="3800947"/>
                </a:lnTo>
                <a:cubicBezTo>
                  <a:pt x="3243633" y="3800414"/>
                  <a:pt x="3244166" y="3800118"/>
                  <a:pt x="3244758" y="3800118"/>
                </a:cubicBezTo>
                <a:close/>
                <a:moveTo>
                  <a:pt x="4867821" y="3800000"/>
                </a:moveTo>
                <a:lnTo>
                  <a:pt x="4890801" y="3800000"/>
                </a:lnTo>
                <a:cubicBezTo>
                  <a:pt x="4891393" y="3800000"/>
                  <a:pt x="4891925" y="3800355"/>
                  <a:pt x="4892222" y="3800829"/>
                </a:cubicBezTo>
                <a:lnTo>
                  <a:pt x="4903711" y="3820729"/>
                </a:lnTo>
                <a:cubicBezTo>
                  <a:pt x="4904008" y="3821203"/>
                  <a:pt x="4904008" y="3821854"/>
                  <a:pt x="4903711" y="3822328"/>
                </a:cubicBezTo>
                <a:lnTo>
                  <a:pt x="4892222" y="3842228"/>
                </a:lnTo>
                <a:cubicBezTo>
                  <a:pt x="4891925" y="3842761"/>
                  <a:pt x="4891393" y="3843057"/>
                  <a:pt x="4890801" y="3843057"/>
                </a:cubicBezTo>
                <a:lnTo>
                  <a:pt x="4867821" y="3843057"/>
                </a:lnTo>
                <a:cubicBezTo>
                  <a:pt x="4867229" y="3843057"/>
                  <a:pt x="4866696" y="3842701"/>
                  <a:pt x="4866400" y="3842228"/>
                </a:cubicBezTo>
                <a:lnTo>
                  <a:pt x="4854910" y="3822328"/>
                </a:lnTo>
                <a:cubicBezTo>
                  <a:pt x="4854614" y="3821854"/>
                  <a:pt x="4854614" y="3821203"/>
                  <a:pt x="4854910" y="3820729"/>
                </a:cubicBezTo>
                <a:lnTo>
                  <a:pt x="4866400" y="3800829"/>
                </a:lnTo>
                <a:cubicBezTo>
                  <a:pt x="4866696" y="3800296"/>
                  <a:pt x="4867229" y="3800000"/>
                  <a:pt x="4867821" y="3800000"/>
                </a:cubicBezTo>
                <a:close/>
                <a:moveTo>
                  <a:pt x="3177005" y="3799822"/>
                </a:moveTo>
                <a:lnTo>
                  <a:pt x="3200162" y="3799822"/>
                </a:lnTo>
                <a:cubicBezTo>
                  <a:pt x="3200754" y="3799822"/>
                  <a:pt x="3201287" y="3800177"/>
                  <a:pt x="3201583" y="3800651"/>
                </a:cubicBezTo>
                <a:lnTo>
                  <a:pt x="3213191" y="3820728"/>
                </a:lnTo>
                <a:cubicBezTo>
                  <a:pt x="3213488" y="3821261"/>
                  <a:pt x="3213488" y="3821913"/>
                  <a:pt x="3213191" y="3822387"/>
                </a:cubicBezTo>
                <a:lnTo>
                  <a:pt x="3201583" y="3842464"/>
                </a:lnTo>
                <a:cubicBezTo>
                  <a:pt x="3201287" y="3842997"/>
                  <a:pt x="3200754" y="3843293"/>
                  <a:pt x="3200162" y="3843293"/>
                </a:cubicBezTo>
                <a:lnTo>
                  <a:pt x="3177005" y="3843293"/>
                </a:lnTo>
                <a:cubicBezTo>
                  <a:pt x="3176413" y="3843293"/>
                  <a:pt x="3175879" y="3842938"/>
                  <a:pt x="3175583" y="3842464"/>
                </a:cubicBezTo>
                <a:lnTo>
                  <a:pt x="3163975" y="3822387"/>
                </a:lnTo>
                <a:cubicBezTo>
                  <a:pt x="3163679" y="3821854"/>
                  <a:pt x="3163679" y="3821202"/>
                  <a:pt x="3163975" y="3820728"/>
                </a:cubicBezTo>
                <a:lnTo>
                  <a:pt x="3175583" y="3800651"/>
                </a:lnTo>
                <a:cubicBezTo>
                  <a:pt x="3175879" y="3800118"/>
                  <a:pt x="3176413" y="3799822"/>
                  <a:pt x="3177005" y="3799822"/>
                </a:cubicBezTo>
                <a:close/>
                <a:moveTo>
                  <a:pt x="3312156" y="3799704"/>
                </a:moveTo>
                <a:lnTo>
                  <a:pt x="3335432" y="3799704"/>
                </a:lnTo>
                <a:cubicBezTo>
                  <a:pt x="3336024" y="3799704"/>
                  <a:pt x="3336557" y="3800000"/>
                  <a:pt x="3336853" y="3800533"/>
                </a:cubicBezTo>
                <a:lnTo>
                  <a:pt x="3348461" y="3820729"/>
                </a:lnTo>
                <a:cubicBezTo>
                  <a:pt x="3348757" y="3821262"/>
                  <a:pt x="3348757" y="3821854"/>
                  <a:pt x="3348461" y="3822387"/>
                </a:cubicBezTo>
                <a:lnTo>
                  <a:pt x="3336794" y="3842583"/>
                </a:lnTo>
                <a:cubicBezTo>
                  <a:pt x="3336497" y="3843116"/>
                  <a:pt x="3335964" y="3843412"/>
                  <a:pt x="3335372" y="3843412"/>
                </a:cubicBezTo>
                <a:lnTo>
                  <a:pt x="3312097" y="3843412"/>
                </a:lnTo>
                <a:cubicBezTo>
                  <a:pt x="3311504" y="3843412"/>
                  <a:pt x="3310972" y="3843116"/>
                  <a:pt x="3310675" y="3842583"/>
                </a:cubicBezTo>
                <a:lnTo>
                  <a:pt x="3299067" y="3822387"/>
                </a:lnTo>
                <a:cubicBezTo>
                  <a:pt x="3298771" y="3821854"/>
                  <a:pt x="3298771" y="3821262"/>
                  <a:pt x="3299067" y="3820729"/>
                </a:cubicBezTo>
                <a:lnTo>
                  <a:pt x="3310734" y="3800533"/>
                </a:lnTo>
                <a:cubicBezTo>
                  <a:pt x="3311031" y="3800000"/>
                  <a:pt x="3311564" y="3799704"/>
                  <a:pt x="3312156" y="3799704"/>
                </a:cubicBezTo>
                <a:close/>
                <a:moveTo>
                  <a:pt x="2908893" y="3745868"/>
                </a:moveTo>
                <a:lnTo>
                  <a:pt x="2927134" y="3745868"/>
                </a:lnTo>
                <a:cubicBezTo>
                  <a:pt x="2927608" y="3745868"/>
                  <a:pt x="2928022" y="3746105"/>
                  <a:pt x="2928259" y="3746519"/>
                </a:cubicBezTo>
                <a:lnTo>
                  <a:pt x="2937380" y="3762273"/>
                </a:lnTo>
                <a:cubicBezTo>
                  <a:pt x="2937617" y="3762688"/>
                  <a:pt x="2937617" y="3763162"/>
                  <a:pt x="2937380" y="3763576"/>
                </a:cubicBezTo>
                <a:lnTo>
                  <a:pt x="2928259" y="3779330"/>
                </a:lnTo>
                <a:cubicBezTo>
                  <a:pt x="2928022" y="3779745"/>
                  <a:pt x="2927608" y="3779981"/>
                  <a:pt x="2927134" y="3779981"/>
                </a:cubicBezTo>
                <a:lnTo>
                  <a:pt x="2908893" y="3779981"/>
                </a:lnTo>
                <a:cubicBezTo>
                  <a:pt x="2908419" y="3779981"/>
                  <a:pt x="2908004" y="3779745"/>
                  <a:pt x="2907767" y="3779330"/>
                </a:cubicBezTo>
                <a:lnTo>
                  <a:pt x="2898647" y="3763576"/>
                </a:lnTo>
                <a:cubicBezTo>
                  <a:pt x="2898410" y="3763162"/>
                  <a:pt x="2898410" y="3762688"/>
                  <a:pt x="2898647" y="3762273"/>
                </a:cubicBezTo>
                <a:lnTo>
                  <a:pt x="2907767" y="3746519"/>
                </a:lnTo>
                <a:cubicBezTo>
                  <a:pt x="2908004" y="3746105"/>
                  <a:pt x="2908419" y="3745868"/>
                  <a:pt x="2908893" y="3745868"/>
                </a:cubicBezTo>
                <a:close/>
                <a:moveTo>
                  <a:pt x="4058451" y="3745572"/>
                </a:moveTo>
                <a:lnTo>
                  <a:pt x="4076988" y="3745572"/>
                </a:lnTo>
                <a:cubicBezTo>
                  <a:pt x="4077462" y="3745572"/>
                  <a:pt x="4077877" y="3745809"/>
                  <a:pt x="4078114" y="3746224"/>
                </a:cubicBezTo>
                <a:lnTo>
                  <a:pt x="4087353" y="3762274"/>
                </a:lnTo>
                <a:cubicBezTo>
                  <a:pt x="4087590" y="3762688"/>
                  <a:pt x="4087590" y="3763162"/>
                  <a:pt x="4087353" y="3763577"/>
                </a:cubicBezTo>
                <a:lnTo>
                  <a:pt x="4078055" y="3779626"/>
                </a:lnTo>
                <a:cubicBezTo>
                  <a:pt x="4077818" y="3780041"/>
                  <a:pt x="4077403" y="3780278"/>
                  <a:pt x="4076929" y="3780278"/>
                </a:cubicBezTo>
                <a:lnTo>
                  <a:pt x="4058392" y="3780278"/>
                </a:lnTo>
                <a:cubicBezTo>
                  <a:pt x="4057918" y="3780278"/>
                  <a:pt x="4057503" y="3780041"/>
                  <a:pt x="4057267" y="3779626"/>
                </a:cubicBezTo>
                <a:lnTo>
                  <a:pt x="4048027" y="3763577"/>
                </a:lnTo>
                <a:cubicBezTo>
                  <a:pt x="4047791" y="3763162"/>
                  <a:pt x="4047791" y="3762688"/>
                  <a:pt x="4048027" y="3762274"/>
                </a:cubicBezTo>
                <a:lnTo>
                  <a:pt x="4057326" y="3746224"/>
                </a:lnTo>
                <a:cubicBezTo>
                  <a:pt x="4057562" y="3745809"/>
                  <a:pt x="4057977" y="3745572"/>
                  <a:pt x="4058451" y="3745572"/>
                </a:cubicBezTo>
                <a:close/>
                <a:moveTo>
                  <a:pt x="4261238" y="3745335"/>
                </a:moveTo>
                <a:lnTo>
                  <a:pt x="4280012" y="3745335"/>
                </a:lnTo>
                <a:cubicBezTo>
                  <a:pt x="4280486" y="3745335"/>
                  <a:pt x="4280901" y="3745572"/>
                  <a:pt x="4281137" y="3745986"/>
                </a:cubicBezTo>
                <a:lnTo>
                  <a:pt x="4290495" y="3762214"/>
                </a:lnTo>
                <a:cubicBezTo>
                  <a:pt x="4290732" y="3762569"/>
                  <a:pt x="4290732" y="3763103"/>
                  <a:pt x="4290495" y="3763517"/>
                </a:cubicBezTo>
                <a:lnTo>
                  <a:pt x="4281078" y="3779745"/>
                </a:lnTo>
                <a:cubicBezTo>
                  <a:pt x="4280841" y="3780159"/>
                  <a:pt x="4280426" y="3780396"/>
                  <a:pt x="4279953" y="3780396"/>
                </a:cubicBezTo>
                <a:lnTo>
                  <a:pt x="4261178" y="3780396"/>
                </a:lnTo>
                <a:cubicBezTo>
                  <a:pt x="4260705" y="3780396"/>
                  <a:pt x="4260290" y="3780159"/>
                  <a:pt x="4260053" y="3779745"/>
                </a:cubicBezTo>
                <a:lnTo>
                  <a:pt x="4250695" y="3763517"/>
                </a:lnTo>
                <a:cubicBezTo>
                  <a:pt x="4250459" y="3763162"/>
                  <a:pt x="4250459" y="3762629"/>
                  <a:pt x="4250695" y="3762214"/>
                </a:cubicBezTo>
                <a:lnTo>
                  <a:pt x="4260113" y="3745986"/>
                </a:lnTo>
                <a:cubicBezTo>
                  <a:pt x="4260349" y="3745572"/>
                  <a:pt x="4260764" y="3745335"/>
                  <a:pt x="4261238" y="3745335"/>
                </a:cubicBezTo>
                <a:close/>
                <a:moveTo>
                  <a:pt x="4125849" y="3745039"/>
                </a:moveTo>
                <a:lnTo>
                  <a:pt x="4144920" y="3745039"/>
                </a:lnTo>
                <a:cubicBezTo>
                  <a:pt x="4145394" y="3745039"/>
                  <a:pt x="4145867" y="3745276"/>
                  <a:pt x="4146104" y="3745690"/>
                </a:cubicBezTo>
                <a:lnTo>
                  <a:pt x="4155640" y="3762214"/>
                </a:lnTo>
                <a:cubicBezTo>
                  <a:pt x="4155877" y="3762629"/>
                  <a:pt x="4155877" y="3763162"/>
                  <a:pt x="4155640" y="3763576"/>
                </a:cubicBezTo>
                <a:lnTo>
                  <a:pt x="4146104" y="3780100"/>
                </a:lnTo>
                <a:cubicBezTo>
                  <a:pt x="4145867" y="3780515"/>
                  <a:pt x="4145394" y="3780752"/>
                  <a:pt x="4144920" y="3780752"/>
                </a:cubicBezTo>
                <a:lnTo>
                  <a:pt x="4125849" y="3780752"/>
                </a:lnTo>
                <a:cubicBezTo>
                  <a:pt x="4125376" y="3780752"/>
                  <a:pt x="4124901" y="3780515"/>
                  <a:pt x="4124665" y="3780100"/>
                </a:cubicBezTo>
                <a:lnTo>
                  <a:pt x="4115130" y="3763576"/>
                </a:lnTo>
                <a:cubicBezTo>
                  <a:pt x="4114893" y="3763162"/>
                  <a:pt x="4114893" y="3762629"/>
                  <a:pt x="4115130" y="3762214"/>
                </a:cubicBezTo>
                <a:lnTo>
                  <a:pt x="4124665" y="3745690"/>
                </a:lnTo>
                <a:cubicBezTo>
                  <a:pt x="4124901" y="3745276"/>
                  <a:pt x="4125376" y="3745039"/>
                  <a:pt x="4125849" y="3745039"/>
                </a:cubicBezTo>
                <a:close/>
                <a:moveTo>
                  <a:pt x="3990521" y="3744921"/>
                </a:moveTo>
                <a:lnTo>
                  <a:pt x="4009710" y="3744921"/>
                </a:lnTo>
                <a:cubicBezTo>
                  <a:pt x="4010183" y="3744921"/>
                  <a:pt x="4010657" y="3745158"/>
                  <a:pt x="4010894" y="3745572"/>
                </a:cubicBezTo>
                <a:lnTo>
                  <a:pt x="4020488" y="3762215"/>
                </a:lnTo>
                <a:cubicBezTo>
                  <a:pt x="4020725" y="3762629"/>
                  <a:pt x="4020725" y="3763162"/>
                  <a:pt x="4020488" y="3763577"/>
                </a:cubicBezTo>
                <a:lnTo>
                  <a:pt x="4010894" y="3780219"/>
                </a:lnTo>
                <a:cubicBezTo>
                  <a:pt x="4010657" y="3780634"/>
                  <a:pt x="4010183" y="3780871"/>
                  <a:pt x="4009710" y="3780871"/>
                </a:cubicBezTo>
                <a:lnTo>
                  <a:pt x="3990521" y="3780871"/>
                </a:lnTo>
                <a:cubicBezTo>
                  <a:pt x="3990047" y="3780871"/>
                  <a:pt x="3989573" y="3780634"/>
                  <a:pt x="3989336" y="3780219"/>
                </a:cubicBezTo>
                <a:lnTo>
                  <a:pt x="3979741" y="3763577"/>
                </a:lnTo>
                <a:cubicBezTo>
                  <a:pt x="3979505" y="3763162"/>
                  <a:pt x="3979505" y="3762629"/>
                  <a:pt x="3979741" y="3762215"/>
                </a:cubicBezTo>
                <a:lnTo>
                  <a:pt x="3989336" y="3745572"/>
                </a:lnTo>
                <a:cubicBezTo>
                  <a:pt x="3989573" y="3745158"/>
                  <a:pt x="3990047" y="3744921"/>
                  <a:pt x="3990521" y="3744921"/>
                </a:cubicBezTo>
                <a:close/>
                <a:moveTo>
                  <a:pt x="4193247" y="3744624"/>
                </a:moveTo>
                <a:lnTo>
                  <a:pt x="4212792" y="3744624"/>
                </a:lnTo>
                <a:cubicBezTo>
                  <a:pt x="4213265" y="3744624"/>
                  <a:pt x="4213739" y="3744920"/>
                  <a:pt x="4213976" y="3745335"/>
                </a:cubicBezTo>
                <a:lnTo>
                  <a:pt x="4223748" y="3762273"/>
                </a:lnTo>
                <a:cubicBezTo>
                  <a:pt x="4223986" y="3762688"/>
                  <a:pt x="4223986" y="3763221"/>
                  <a:pt x="4223748" y="3763635"/>
                </a:cubicBezTo>
                <a:lnTo>
                  <a:pt x="4213976" y="3780574"/>
                </a:lnTo>
                <a:cubicBezTo>
                  <a:pt x="4213739" y="3780988"/>
                  <a:pt x="4213265" y="3781284"/>
                  <a:pt x="4212792" y="3781284"/>
                </a:cubicBezTo>
                <a:lnTo>
                  <a:pt x="4193247" y="3781284"/>
                </a:lnTo>
                <a:cubicBezTo>
                  <a:pt x="4192774" y="3781284"/>
                  <a:pt x="4192300" y="3780988"/>
                  <a:pt x="4192063" y="3780574"/>
                </a:cubicBezTo>
                <a:lnTo>
                  <a:pt x="4182291" y="3763635"/>
                </a:lnTo>
                <a:cubicBezTo>
                  <a:pt x="4182054" y="3763221"/>
                  <a:pt x="4182054" y="3762688"/>
                  <a:pt x="4182291" y="3762273"/>
                </a:cubicBezTo>
                <a:lnTo>
                  <a:pt x="4192063" y="3745335"/>
                </a:lnTo>
                <a:cubicBezTo>
                  <a:pt x="4192300" y="3744920"/>
                  <a:pt x="4192774" y="3744624"/>
                  <a:pt x="4193247" y="3744624"/>
                </a:cubicBezTo>
                <a:close/>
                <a:moveTo>
                  <a:pt x="3922589" y="3744388"/>
                </a:moveTo>
                <a:lnTo>
                  <a:pt x="3942370" y="3744388"/>
                </a:lnTo>
                <a:cubicBezTo>
                  <a:pt x="3942843" y="3744388"/>
                  <a:pt x="3943318" y="3744684"/>
                  <a:pt x="3943554" y="3745099"/>
                </a:cubicBezTo>
                <a:lnTo>
                  <a:pt x="3953445" y="3762214"/>
                </a:lnTo>
                <a:cubicBezTo>
                  <a:pt x="3953682" y="3762688"/>
                  <a:pt x="3953682" y="3763222"/>
                  <a:pt x="3953445" y="3763636"/>
                </a:cubicBezTo>
                <a:lnTo>
                  <a:pt x="3943554" y="3780752"/>
                </a:lnTo>
                <a:cubicBezTo>
                  <a:pt x="3943318" y="3781167"/>
                  <a:pt x="3942843" y="3781463"/>
                  <a:pt x="3942370" y="3781463"/>
                </a:cubicBezTo>
                <a:lnTo>
                  <a:pt x="3922589" y="3781463"/>
                </a:lnTo>
                <a:cubicBezTo>
                  <a:pt x="3922115" y="3781463"/>
                  <a:pt x="3921641" y="3781167"/>
                  <a:pt x="3921404" y="3780752"/>
                </a:cubicBezTo>
                <a:lnTo>
                  <a:pt x="3911514" y="3763636"/>
                </a:lnTo>
                <a:cubicBezTo>
                  <a:pt x="3911277" y="3763162"/>
                  <a:pt x="3911277" y="3762629"/>
                  <a:pt x="3911514" y="3762214"/>
                </a:cubicBezTo>
                <a:lnTo>
                  <a:pt x="3921404" y="3745099"/>
                </a:lnTo>
                <a:cubicBezTo>
                  <a:pt x="3921641" y="3744684"/>
                  <a:pt x="3922115" y="3744388"/>
                  <a:pt x="3922589" y="3744388"/>
                </a:cubicBezTo>
                <a:close/>
                <a:moveTo>
                  <a:pt x="3787141" y="3743973"/>
                </a:moveTo>
                <a:lnTo>
                  <a:pt x="3807337" y="3743973"/>
                </a:lnTo>
                <a:cubicBezTo>
                  <a:pt x="3807870" y="3743973"/>
                  <a:pt x="3808344" y="3744269"/>
                  <a:pt x="3808581" y="3744684"/>
                </a:cubicBezTo>
                <a:lnTo>
                  <a:pt x="3818649" y="3762155"/>
                </a:lnTo>
                <a:cubicBezTo>
                  <a:pt x="3818886" y="3762569"/>
                  <a:pt x="3818886" y="3763162"/>
                  <a:pt x="3818649" y="3763576"/>
                </a:cubicBezTo>
                <a:lnTo>
                  <a:pt x="3808521" y="3781048"/>
                </a:lnTo>
                <a:cubicBezTo>
                  <a:pt x="3808225" y="3781462"/>
                  <a:pt x="3807752" y="3781759"/>
                  <a:pt x="3807277" y="3781759"/>
                </a:cubicBezTo>
                <a:lnTo>
                  <a:pt x="3787082" y="3781759"/>
                </a:lnTo>
                <a:cubicBezTo>
                  <a:pt x="3786548" y="3781759"/>
                  <a:pt x="3786075" y="3781462"/>
                  <a:pt x="3785838" y="3781048"/>
                </a:cubicBezTo>
                <a:lnTo>
                  <a:pt x="3775770" y="3763576"/>
                </a:lnTo>
                <a:cubicBezTo>
                  <a:pt x="3775533" y="3763162"/>
                  <a:pt x="3775533" y="3762569"/>
                  <a:pt x="3775770" y="3762155"/>
                </a:cubicBezTo>
                <a:lnTo>
                  <a:pt x="3785897" y="3744684"/>
                </a:lnTo>
                <a:cubicBezTo>
                  <a:pt x="3786194" y="3744269"/>
                  <a:pt x="3786667" y="3743973"/>
                  <a:pt x="3787141" y="3743973"/>
                </a:cubicBezTo>
                <a:close/>
                <a:moveTo>
                  <a:pt x="4328103" y="3743914"/>
                </a:moveTo>
                <a:lnTo>
                  <a:pt x="4348417" y="3743914"/>
                </a:lnTo>
                <a:cubicBezTo>
                  <a:pt x="4348950" y="3743914"/>
                  <a:pt x="4349424" y="3744210"/>
                  <a:pt x="4349661" y="3744625"/>
                </a:cubicBezTo>
                <a:lnTo>
                  <a:pt x="4359788" y="3762214"/>
                </a:lnTo>
                <a:cubicBezTo>
                  <a:pt x="4360025" y="3762629"/>
                  <a:pt x="4360025" y="3763221"/>
                  <a:pt x="4359788" y="3763636"/>
                </a:cubicBezTo>
                <a:lnTo>
                  <a:pt x="4349602" y="3781226"/>
                </a:lnTo>
                <a:cubicBezTo>
                  <a:pt x="4349365" y="3781640"/>
                  <a:pt x="4348891" y="3781936"/>
                  <a:pt x="4348358" y="3781936"/>
                </a:cubicBezTo>
                <a:lnTo>
                  <a:pt x="4328044" y="3781936"/>
                </a:lnTo>
                <a:cubicBezTo>
                  <a:pt x="4327511" y="3781936"/>
                  <a:pt x="4327037" y="3781640"/>
                  <a:pt x="4326800" y="3781226"/>
                </a:cubicBezTo>
                <a:lnTo>
                  <a:pt x="4316672" y="3763636"/>
                </a:lnTo>
                <a:cubicBezTo>
                  <a:pt x="4316436" y="3763221"/>
                  <a:pt x="4316436" y="3762629"/>
                  <a:pt x="4316672" y="3762214"/>
                </a:cubicBezTo>
                <a:lnTo>
                  <a:pt x="4326860" y="3744625"/>
                </a:lnTo>
                <a:cubicBezTo>
                  <a:pt x="4327096" y="3744210"/>
                  <a:pt x="4327570" y="3743914"/>
                  <a:pt x="4328103" y="3743914"/>
                </a:cubicBezTo>
                <a:close/>
                <a:moveTo>
                  <a:pt x="4530830" y="3743558"/>
                </a:moveTo>
                <a:lnTo>
                  <a:pt x="4551500" y="3743558"/>
                </a:lnTo>
                <a:cubicBezTo>
                  <a:pt x="4551974" y="3743558"/>
                  <a:pt x="4552507" y="3743795"/>
                  <a:pt x="4552743" y="3744269"/>
                </a:cubicBezTo>
                <a:lnTo>
                  <a:pt x="4563049" y="3762155"/>
                </a:lnTo>
                <a:cubicBezTo>
                  <a:pt x="4563286" y="3762628"/>
                  <a:pt x="4563286" y="3763161"/>
                  <a:pt x="4563049" y="3763635"/>
                </a:cubicBezTo>
                <a:lnTo>
                  <a:pt x="4552743" y="3781521"/>
                </a:lnTo>
                <a:cubicBezTo>
                  <a:pt x="4552507" y="3781936"/>
                  <a:pt x="4552033" y="3782232"/>
                  <a:pt x="4551500" y="3782232"/>
                </a:cubicBezTo>
                <a:lnTo>
                  <a:pt x="4530830" y="3782232"/>
                </a:lnTo>
                <a:cubicBezTo>
                  <a:pt x="4530357" y="3782232"/>
                  <a:pt x="4529823" y="3781995"/>
                  <a:pt x="4529587" y="3781521"/>
                </a:cubicBezTo>
                <a:lnTo>
                  <a:pt x="4519282" y="3763635"/>
                </a:lnTo>
                <a:cubicBezTo>
                  <a:pt x="4519045" y="3763161"/>
                  <a:pt x="4519045" y="3762628"/>
                  <a:pt x="4519282" y="3762155"/>
                </a:cubicBezTo>
                <a:lnTo>
                  <a:pt x="4529587" y="3744269"/>
                </a:lnTo>
                <a:cubicBezTo>
                  <a:pt x="4529823" y="3743854"/>
                  <a:pt x="4530298" y="3743558"/>
                  <a:pt x="4530830" y="3743558"/>
                </a:cubicBezTo>
                <a:close/>
                <a:moveTo>
                  <a:pt x="2975284" y="3743558"/>
                </a:moveTo>
                <a:lnTo>
                  <a:pt x="2995953" y="3743558"/>
                </a:lnTo>
                <a:cubicBezTo>
                  <a:pt x="2996427" y="3743558"/>
                  <a:pt x="2996960" y="3743795"/>
                  <a:pt x="2997197" y="3744269"/>
                </a:cubicBezTo>
                <a:lnTo>
                  <a:pt x="3007502" y="3762155"/>
                </a:lnTo>
                <a:cubicBezTo>
                  <a:pt x="3007739" y="3762628"/>
                  <a:pt x="3007739" y="3763161"/>
                  <a:pt x="3007502" y="3763635"/>
                </a:cubicBezTo>
                <a:lnTo>
                  <a:pt x="2997197" y="3781521"/>
                </a:lnTo>
                <a:cubicBezTo>
                  <a:pt x="2996960" y="3781936"/>
                  <a:pt x="2996486" y="3782232"/>
                  <a:pt x="2995953" y="3782232"/>
                </a:cubicBezTo>
                <a:lnTo>
                  <a:pt x="2975284" y="3782232"/>
                </a:lnTo>
                <a:cubicBezTo>
                  <a:pt x="2974810" y="3782232"/>
                  <a:pt x="2974277" y="3781995"/>
                  <a:pt x="2974040" y="3781521"/>
                </a:cubicBezTo>
                <a:lnTo>
                  <a:pt x="2963735" y="3763635"/>
                </a:lnTo>
                <a:cubicBezTo>
                  <a:pt x="2963498" y="3763161"/>
                  <a:pt x="2963498" y="3762628"/>
                  <a:pt x="2963735" y="3762155"/>
                </a:cubicBezTo>
                <a:lnTo>
                  <a:pt x="2974040" y="3744269"/>
                </a:lnTo>
                <a:cubicBezTo>
                  <a:pt x="2974277" y="3743854"/>
                  <a:pt x="2974751" y="3743558"/>
                  <a:pt x="2975284" y="3743558"/>
                </a:cubicBezTo>
                <a:close/>
                <a:moveTo>
                  <a:pt x="3854480" y="3743499"/>
                </a:moveTo>
                <a:lnTo>
                  <a:pt x="3875209" y="3743499"/>
                </a:lnTo>
                <a:cubicBezTo>
                  <a:pt x="3875683" y="3743499"/>
                  <a:pt x="3876156" y="3743736"/>
                  <a:pt x="3876453" y="3744210"/>
                </a:cubicBezTo>
                <a:lnTo>
                  <a:pt x="3886817" y="3762214"/>
                </a:lnTo>
                <a:cubicBezTo>
                  <a:pt x="3887113" y="3762688"/>
                  <a:pt x="3887113" y="3763221"/>
                  <a:pt x="3886817" y="3763695"/>
                </a:cubicBezTo>
                <a:lnTo>
                  <a:pt x="3876453" y="3781699"/>
                </a:lnTo>
                <a:cubicBezTo>
                  <a:pt x="3876216" y="3782114"/>
                  <a:pt x="3875742" y="3782410"/>
                  <a:pt x="3875209" y="3782410"/>
                </a:cubicBezTo>
                <a:lnTo>
                  <a:pt x="3854480" y="3782410"/>
                </a:lnTo>
                <a:cubicBezTo>
                  <a:pt x="3854006" y="3782410"/>
                  <a:pt x="3853473" y="3782173"/>
                  <a:pt x="3853236" y="3781699"/>
                </a:cubicBezTo>
                <a:lnTo>
                  <a:pt x="3842872" y="3763695"/>
                </a:lnTo>
                <a:cubicBezTo>
                  <a:pt x="3842576" y="3763221"/>
                  <a:pt x="3842576" y="3762688"/>
                  <a:pt x="3842872" y="3762214"/>
                </a:cubicBezTo>
                <a:lnTo>
                  <a:pt x="3853236" y="3744210"/>
                </a:lnTo>
                <a:cubicBezTo>
                  <a:pt x="3853473" y="3743795"/>
                  <a:pt x="3853947" y="3743499"/>
                  <a:pt x="3854480" y="3743499"/>
                </a:cubicBezTo>
                <a:close/>
                <a:moveTo>
                  <a:pt x="4598229" y="3743144"/>
                </a:moveTo>
                <a:lnTo>
                  <a:pt x="4619314" y="3743144"/>
                </a:lnTo>
                <a:cubicBezTo>
                  <a:pt x="4619847" y="3743144"/>
                  <a:pt x="4620320" y="3743440"/>
                  <a:pt x="4620617" y="3743914"/>
                </a:cubicBezTo>
                <a:lnTo>
                  <a:pt x="4631159" y="3762155"/>
                </a:lnTo>
                <a:cubicBezTo>
                  <a:pt x="4631455" y="3762629"/>
                  <a:pt x="4631455" y="3763162"/>
                  <a:pt x="4631159" y="3763636"/>
                </a:cubicBezTo>
                <a:lnTo>
                  <a:pt x="4620617" y="3781877"/>
                </a:lnTo>
                <a:cubicBezTo>
                  <a:pt x="4620320" y="3782351"/>
                  <a:pt x="4619847" y="3782647"/>
                  <a:pt x="4619314" y="3782647"/>
                </a:cubicBezTo>
                <a:lnTo>
                  <a:pt x="4598229" y="3782647"/>
                </a:lnTo>
                <a:cubicBezTo>
                  <a:pt x="4597697" y="3782647"/>
                  <a:pt x="4597222" y="3782351"/>
                  <a:pt x="4596927" y="3781877"/>
                </a:cubicBezTo>
                <a:lnTo>
                  <a:pt x="4586384" y="3763636"/>
                </a:lnTo>
                <a:cubicBezTo>
                  <a:pt x="4586088" y="3763162"/>
                  <a:pt x="4586088" y="3762629"/>
                  <a:pt x="4586384" y="3762155"/>
                </a:cubicBezTo>
                <a:lnTo>
                  <a:pt x="4596927" y="3743914"/>
                </a:lnTo>
                <a:cubicBezTo>
                  <a:pt x="4597222" y="3743440"/>
                  <a:pt x="4597697" y="3743144"/>
                  <a:pt x="4598229" y="3743144"/>
                </a:cubicBezTo>
                <a:close/>
                <a:moveTo>
                  <a:pt x="4395383" y="3743144"/>
                </a:moveTo>
                <a:lnTo>
                  <a:pt x="4416468" y="3743144"/>
                </a:lnTo>
                <a:cubicBezTo>
                  <a:pt x="4417001" y="3743144"/>
                  <a:pt x="4417474" y="3743440"/>
                  <a:pt x="4417771" y="3743914"/>
                </a:cubicBezTo>
                <a:lnTo>
                  <a:pt x="4428313" y="3762155"/>
                </a:lnTo>
                <a:cubicBezTo>
                  <a:pt x="4428609" y="3762629"/>
                  <a:pt x="4428609" y="3763162"/>
                  <a:pt x="4428313" y="3763636"/>
                </a:cubicBezTo>
                <a:lnTo>
                  <a:pt x="4417771" y="3781877"/>
                </a:lnTo>
                <a:cubicBezTo>
                  <a:pt x="4417474" y="3782351"/>
                  <a:pt x="4417001" y="3782647"/>
                  <a:pt x="4416468" y="3782647"/>
                </a:cubicBezTo>
                <a:lnTo>
                  <a:pt x="4395383" y="3782647"/>
                </a:lnTo>
                <a:cubicBezTo>
                  <a:pt x="4394851" y="3782647"/>
                  <a:pt x="4394376" y="3782351"/>
                  <a:pt x="4394081" y="3781877"/>
                </a:cubicBezTo>
                <a:lnTo>
                  <a:pt x="4383538" y="3763636"/>
                </a:lnTo>
                <a:cubicBezTo>
                  <a:pt x="4383242" y="3763162"/>
                  <a:pt x="4383242" y="3762629"/>
                  <a:pt x="4383538" y="3762155"/>
                </a:cubicBezTo>
                <a:lnTo>
                  <a:pt x="4394081" y="3743914"/>
                </a:lnTo>
                <a:cubicBezTo>
                  <a:pt x="4394376" y="3743440"/>
                  <a:pt x="4394851" y="3743144"/>
                  <a:pt x="4395383" y="3743144"/>
                </a:cubicBezTo>
                <a:close/>
                <a:moveTo>
                  <a:pt x="4665805" y="3743085"/>
                </a:moveTo>
                <a:lnTo>
                  <a:pt x="4687007" y="3743085"/>
                </a:lnTo>
                <a:cubicBezTo>
                  <a:pt x="4687540" y="3743085"/>
                  <a:pt x="4688014" y="3743381"/>
                  <a:pt x="4688310" y="3743855"/>
                </a:cubicBezTo>
                <a:lnTo>
                  <a:pt x="4698911" y="3762215"/>
                </a:lnTo>
                <a:cubicBezTo>
                  <a:pt x="4699208" y="3762629"/>
                  <a:pt x="4699208" y="3763222"/>
                  <a:pt x="4698911" y="3763695"/>
                </a:cubicBezTo>
                <a:lnTo>
                  <a:pt x="4688310" y="3782055"/>
                </a:lnTo>
                <a:cubicBezTo>
                  <a:pt x="4688014" y="3782529"/>
                  <a:pt x="4687540" y="3782825"/>
                  <a:pt x="4687007" y="3782825"/>
                </a:cubicBezTo>
                <a:lnTo>
                  <a:pt x="4665805" y="3782825"/>
                </a:lnTo>
                <a:cubicBezTo>
                  <a:pt x="4665271" y="3782825"/>
                  <a:pt x="4664798" y="3782529"/>
                  <a:pt x="4664502" y="3782055"/>
                </a:cubicBezTo>
                <a:lnTo>
                  <a:pt x="4653900" y="3763695"/>
                </a:lnTo>
                <a:cubicBezTo>
                  <a:pt x="4653604" y="3763281"/>
                  <a:pt x="4653604" y="3762688"/>
                  <a:pt x="4653900" y="3762215"/>
                </a:cubicBezTo>
                <a:lnTo>
                  <a:pt x="4664502" y="3743855"/>
                </a:lnTo>
                <a:cubicBezTo>
                  <a:pt x="4664798" y="3743381"/>
                  <a:pt x="4665271" y="3743085"/>
                  <a:pt x="4665805" y="3743085"/>
                </a:cubicBezTo>
                <a:close/>
                <a:moveTo>
                  <a:pt x="4462781" y="3742729"/>
                </a:moveTo>
                <a:lnTo>
                  <a:pt x="4484280" y="3742729"/>
                </a:lnTo>
                <a:cubicBezTo>
                  <a:pt x="4484812" y="3742729"/>
                  <a:pt x="4485287" y="3743025"/>
                  <a:pt x="4485582" y="3743499"/>
                </a:cubicBezTo>
                <a:lnTo>
                  <a:pt x="4496362" y="3762155"/>
                </a:lnTo>
                <a:cubicBezTo>
                  <a:pt x="4496657" y="3762629"/>
                  <a:pt x="4496657" y="3763221"/>
                  <a:pt x="4496362" y="3763695"/>
                </a:cubicBezTo>
                <a:lnTo>
                  <a:pt x="4485582" y="3782351"/>
                </a:lnTo>
                <a:cubicBezTo>
                  <a:pt x="4485346" y="3782825"/>
                  <a:pt x="4484812" y="3783121"/>
                  <a:pt x="4484280" y="3783121"/>
                </a:cubicBezTo>
                <a:lnTo>
                  <a:pt x="4462781" y="3783121"/>
                </a:lnTo>
                <a:cubicBezTo>
                  <a:pt x="4462248" y="3783121"/>
                  <a:pt x="4461774" y="3782825"/>
                  <a:pt x="4461478" y="3782351"/>
                </a:cubicBezTo>
                <a:lnTo>
                  <a:pt x="4450699" y="3763695"/>
                </a:lnTo>
                <a:cubicBezTo>
                  <a:pt x="4450403" y="3763221"/>
                  <a:pt x="4450403" y="3762629"/>
                  <a:pt x="4450699" y="3762155"/>
                </a:cubicBezTo>
                <a:lnTo>
                  <a:pt x="4461478" y="3743499"/>
                </a:lnTo>
                <a:cubicBezTo>
                  <a:pt x="4461715" y="3743025"/>
                  <a:pt x="4462248" y="3742729"/>
                  <a:pt x="4462781" y="3742729"/>
                </a:cubicBezTo>
                <a:close/>
                <a:moveTo>
                  <a:pt x="5003683" y="3742551"/>
                </a:moveTo>
                <a:lnTo>
                  <a:pt x="5025419" y="3742551"/>
                </a:lnTo>
                <a:cubicBezTo>
                  <a:pt x="5025952" y="3742551"/>
                  <a:pt x="5026426" y="3742847"/>
                  <a:pt x="5026722" y="3743321"/>
                </a:cubicBezTo>
                <a:lnTo>
                  <a:pt x="5037561" y="3762155"/>
                </a:lnTo>
                <a:cubicBezTo>
                  <a:pt x="5037856" y="3762628"/>
                  <a:pt x="5037856" y="3763221"/>
                  <a:pt x="5037561" y="3763694"/>
                </a:cubicBezTo>
                <a:lnTo>
                  <a:pt x="5026663" y="3782528"/>
                </a:lnTo>
                <a:cubicBezTo>
                  <a:pt x="5026426" y="3783002"/>
                  <a:pt x="5025893" y="3783298"/>
                  <a:pt x="5025360" y="3783298"/>
                </a:cubicBezTo>
                <a:lnTo>
                  <a:pt x="5003624" y="3783298"/>
                </a:lnTo>
                <a:cubicBezTo>
                  <a:pt x="5003091" y="3783298"/>
                  <a:pt x="5002618" y="3783002"/>
                  <a:pt x="5002321" y="3782528"/>
                </a:cubicBezTo>
                <a:lnTo>
                  <a:pt x="4991483" y="3763694"/>
                </a:lnTo>
                <a:cubicBezTo>
                  <a:pt x="4991187" y="3763221"/>
                  <a:pt x="4991187" y="3762628"/>
                  <a:pt x="4991483" y="3762155"/>
                </a:cubicBezTo>
                <a:lnTo>
                  <a:pt x="5002381" y="3743321"/>
                </a:lnTo>
                <a:cubicBezTo>
                  <a:pt x="5002618" y="3742847"/>
                  <a:pt x="5003150" y="3742551"/>
                  <a:pt x="5003683" y="3742551"/>
                </a:cubicBezTo>
                <a:close/>
                <a:moveTo>
                  <a:pt x="3718736" y="3742551"/>
                </a:moveTo>
                <a:lnTo>
                  <a:pt x="3740472" y="3742551"/>
                </a:lnTo>
                <a:cubicBezTo>
                  <a:pt x="3741005" y="3742551"/>
                  <a:pt x="3741479" y="3742847"/>
                  <a:pt x="3741775" y="3743321"/>
                </a:cubicBezTo>
                <a:lnTo>
                  <a:pt x="3752613" y="3762155"/>
                </a:lnTo>
                <a:cubicBezTo>
                  <a:pt x="3752909" y="3762628"/>
                  <a:pt x="3752909" y="3763221"/>
                  <a:pt x="3752613" y="3763694"/>
                </a:cubicBezTo>
                <a:lnTo>
                  <a:pt x="3741716" y="3782528"/>
                </a:lnTo>
                <a:cubicBezTo>
                  <a:pt x="3741479" y="3783002"/>
                  <a:pt x="3740946" y="3783298"/>
                  <a:pt x="3740413" y="3783298"/>
                </a:cubicBezTo>
                <a:lnTo>
                  <a:pt x="3718677" y="3783298"/>
                </a:lnTo>
                <a:cubicBezTo>
                  <a:pt x="3718144" y="3783298"/>
                  <a:pt x="3717670" y="3783002"/>
                  <a:pt x="3717374" y="3782528"/>
                </a:cubicBezTo>
                <a:lnTo>
                  <a:pt x="3706536" y="3763694"/>
                </a:lnTo>
                <a:cubicBezTo>
                  <a:pt x="3706240" y="3763221"/>
                  <a:pt x="3706240" y="3762628"/>
                  <a:pt x="3706536" y="3762155"/>
                </a:cubicBezTo>
                <a:lnTo>
                  <a:pt x="3717434" y="3743321"/>
                </a:lnTo>
                <a:cubicBezTo>
                  <a:pt x="3717670" y="3742847"/>
                  <a:pt x="3718203" y="3742551"/>
                  <a:pt x="3718736" y="3742551"/>
                </a:cubicBezTo>
                <a:close/>
                <a:moveTo>
                  <a:pt x="3515831" y="3742551"/>
                </a:moveTo>
                <a:lnTo>
                  <a:pt x="3537567" y="3742551"/>
                </a:lnTo>
                <a:cubicBezTo>
                  <a:pt x="3538100" y="3742551"/>
                  <a:pt x="3538574" y="3742847"/>
                  <a:pt x="3538870" y="3743321"/>
                </a:cubicBezTo>
                <a:lnTo>
                  <a:pt x="3549708" y="3762155"/>
                </a:lnTo>
                <a:cubicBezTo>
                  <a:pt x="3550004" y="3762628"/>
                  <a:pt x="3550004" y="3763221"/>
                  <a:pt x="3549708" y="3763694"/>
                </a:cubicBezTo>
                <a:lnTo>
                  <a:pt x="3538811" y="3782528"/>
                </a:lnTo>
                <a:cubicBezTo>
                  <a:pt x="3538574" y="3783002"/>
                  <a:pt x="3538041" y="3783298"/>
                  <a:pt x="3537508" y="3783298"/>
                </a:cubicBezTo>
                <a:lnTo>
                  <a:pt x="3515772" y="3783298"/>
                </a:lnTo>
                <a:cubicBezTo>
                  <a:pt x="3515239" y="3783298"/>
                  <a:pt x="3514766" y="3783002"/>
                  <a:pt x="3514469" y="3782528"/>
                </a:cubicBezTo>
                <a:lnTo>
                  <a:pt x="3503631" y="3763694"/>
                </a:lnTo>
                <a:cubicBezTo>
                  <a:pt x="3503335" y="3763221"/>
                  <a:pt x="3503335" y="3762628"/>
                  <a:pt x="3503631" y="3762155"/>
                </a:cubicBezTo>
                <a:lnTo>
                  <a:pt x="3514529" y="3743321"/>
                </a:lnTo>
                <a:cubicBezTo>
                  <a:pt x="3514766" y="3742847"/>
                  <a:pt x="3515298" y="3742551"/>
                  <a:pt x="3515831" y="3742551"/>
                </a:cubicBezTo>
                <a:close/>
                <a:moveTo>
                  <a:pt x="3380502" y="3742433"/>
                </a:moveTo>
                <a:lnTo>
                  <a:pt x="3402356" y="3742433"/>
                </a:lnTo>
                <a:cubicBezTo>
                  <a:pt x="3402948" y="3742433"/>
                  <a:pt x="3403422" y="3742729"/>
                  <a:pt x="3403718" y="3743203"/>
                </a:cubicBezTo>
                <a:lnTo>
                  <a:pt x="3414616" y="3762155"/>
                </a:lnTo>
                <a:cubicBezTo>
                  <a:pt x="3414911" y="3762629"/>
                  <a:pt x="3414911" y="3763221"/>
                  <a:pt x="3414616" y="3763695"/>
                </a:cubicBezTo>
                <a:lnTo>
                  <a:pt x="3403659" y="3782647"/>
                </a:lnTo>
                <a:cubicBezTo>
                  <a:pt x="3403363" y="3783121"/>
                  <a:pt x="3402830" y="3783417"/>
                  <a:pt x="3402296" y="3783417"/>
                </a:cubicBezTo>
                <a:lnTo>
                  <a:pt x="3380443" y="3783417"/>
                </a:lnTo>
                <a:cubicBezTo>
                  <a:pt x="3379850" y="3783417"/>
                  <a:pt x="3379376" y="3783121"/>
                  <a:pt x="3379081" y="3782647"/>
                </a:cubicBezTo>
                <a:lnTo>
                  <a:pt x="3368183" y="3763695"/>
                </a:lnTo>
                <a:cubicBezTo>
                  <a:pt x="3367887" y="3763221"/>
                  <a:pt x="3367887" y="3762629"/>
                  <a:pt x="3368183" y="3762155"/>
                </a:cubicBezTo>
                <a:lnTo>
                  <a:pt x="3379140" y="3743203"/>
                </a:lnTo>
                <a:cubicBezTo>
                  <a:pt x="3379435" y="3742729"/>
                  <a:pt x="3379969" y="3742433"/>
                  <a:pt x="3380502" y="3742433"/>
                </a:cubicBezTo>
                <a:close/>
                <a:moveTo>
                  <a:pt x="3650924" y="3742255"/>
                </a:moveTo>
                <a:lnTo>
                  <a:pt x="3673014" y="3742255"/>
                </a:lnTo>
                <a:cubicBezTo>
                  <a:pt x="3673607" y="3742255"/>
                  <a:pt x="3674080" y="3742551"/>
                  <a:pt x="3674377" y="3743025"/>
                </a:cubicBezTo>
                <a:lnTo>
                  <a:pt x="3685392" y="3762155"/>
                </a:lnTo>
                <a:cubicBezTo>
                  <a:pt x="3685689" y="3762628"/>
                  <a:pt x="3685689" y="3763221"/>
                  <a:pt x="3685392" y="3763694"/>
                </a:cubicBezTo>
                <a:lnTo>
                  <a:pt x="3674317" y="3782824"/>
                </a:lnTo>
                <a:cubicBezTo>
                  <a:pt x="3674021" y="3783298"/>
                  <a:pt x="3673488" y="3783594"/>
                  <a:pt x="3672955" y="3783594"/>
                </a:cubicBezTo>
                <a:lnTo>
                  <a:pt x="3650864" y="3783594"/>
                </a:lnTo>
                <a:cubicBezTo>
                  <a:pt x="3650272" y="3783594"/>
                  <a:pt x="3649798" y="3783298"/>
                  <a:pt x="3649502" y="3782824"/>
                </a:cubicBezTo>
                <a:lnTo>
                  <a:pt x="3638486" y="3763694"/>
                </a:lnTo>
                <a:cubicBezTo>
                  <a:pt x="3638190" y="3763221"/>
                  <a:pt x="3638190" y="3762628"/>
                  <a:pt x="3638486" y="3762155"/>
                </a:cubicBezTo>
                <a:lnTo>
                  <a:pt x="3649561" y="3743025"/>
                </a:lnTo>
                <a:cubicBezTo>
                  <a:pt x="3649857" y="3742551"/>
                  <a:pt x="3650390" y="3742255"/>
                  <a:pt x="3650924" y="3742255"/>
                </a:cubicBezTo>
                <a:close/>
                <a:moveTo>
                  <a:pt x="3042209" y="3742255"/>
                </a:moveTo>
                <a:lnTo>
                  <a:pt x="3064299" y="3742255"/>
                </a:lnTo>
                <a:cubicBezTo>
                  <a:pt x="3064891" y="3742255"/>
                  <a:pt x="3065365" y="3742551"/>
                  <a:pt x="3065661" y="3743025"/>
                </a:cubicBezTo>
                <a:lnTo>
                  <a:pt x="3076678" y="3762155"/>
                </a:lnTo>
                <a:cubicBezTo>
                  <a:pt x="3076974" y="3762628"/>
                  <a:pt x="3076974" y="3763221"/>
                  <a:pt x="3076678" y="3763694"/>
                </a:cubicBezTo>
                <a:lnTo>
                  <a:pt x="3065603" y="3782824"/>
                </a:lnTo>
                <a:cubicBezTo>
                  <a:pt x="3065306" y="3783298"/>
                  <a:pt x="3064773" y="3783594"/>
                  <a:pt x="3064240" y="3783594"/>
                </a:cubicBezTo>
                <a:lnTo>
                  <a:pt x="3042149" y="3783594"/>
                </a:lnTo>
                <a:cubicBezTo>
                  <a:pt x="3041557" y="3783594"/>
                  <a:pt x="3041083" y="3783298"/>
                  <a:pt x="3040787" y="3782824"/>
                </a:cubicBezTo>
                <a:lnTo>
                  <a:pt x="3029771" y="3763694"/>
                </a:lnTo>
                <a:cubicBezTo>
                  <a:pt x="3029475" y="3763221"/>
                  <a:pt x="3029475" y="3762628"/>
                  <a:pt x="3029771" y="3762155"/>
                </a:cubicBezTo>
                <a:lnTo>
                  <a:pt x="3040846" y="3743025"/>
                </a:lnTo>
                <a:cubicBezTo>
                  <a:pt x="3041143" y="3742551"/>
                  <a:pt x="3041675" y="3742255"/>
                  <a:pt x="3042209" y="3742255"/>
                </a:cubicBezTo>
                <a:close/>
                <a:moveTo>
                  <a:pt x="4732788" y="3741841"/>
                </a:moveTo>
                <a:lnTo>
                  <a:pt x="4755294" y="3741841"/>
                </a:lnTo>
                <a:cubicBezTo>
                  <a:pt x="4755826" y="3741841"/>
                  <a:pt x="4756359" y="3742137"/>
                  <a:pt x="4756656" y="3742611"/>
                </a:cubicBezTo>
                <a:lnTo>
                  <a:pt x="4767909" y="3762096"/>
                </a:lnTo>
                <a:cubicBezTo>
                  <a:pt x="4768204" y="3762570"/>
                  <a:pt x="4768204" y="3763222"/>
                  <a:pt x="4767909" y="3763695"/>
                </a:cubicBezTo>
                <a:lnTo>
                  <a:pt x="4756656" y="3783180"/>
                </a:lnTo>
                <a:cubicBezTo>
                  <a:pt x="4756359" y="3783654"/>
                  <a:pt x="4755826" y="3783950"/>
                  <a:pt x="4755294" y="3783950"/>
                </a:cubicBezTo>
                <a:lnTo>
                  <a:pt x="4732788" y="3783950"/>
                </a:lnTo>
                <a:cubicBezTo>
                  <a:pt x="4732255" y="3783950"/>
                  <a:pt x="4731722" y="3783654"/>
                  <a:pt x="4731426" y="3783180"/>
                </a:cubicBezTo>
                <a:lnTo>
                  <a:pt x="4720173" y="3763695"/>
                </a:lnTo>
                <a:cubicBezTo>
                  <a:pt x="4719877" y="3763222"/>
                  <a:pt x="4719877" y="3762570"/>
                  <a:pt x="4720173" y="3762096"/>
                </a:cubicBezTo>
                <a:lnTo>
                  <a:pt x="4731426" y="3742611"/>
                </a:lnTo>
                <a:cubicBezTo>
                  <a:pt x="4731722" y="3742137"/>
                  <a:pt x="4732255" y="3741841"/>
                  <a:pt x="4732788" y="3741841"/>
                </a:cubicBezTo>
                <a:close/>
                <a:moveTo>
                  <a:pt x="3583111" y="3741841"/>
                </a:moveTo>
                <a:lnTo>
                  <a:pt x="3605617" y="3741841"/>
                </a:lnTo>
                <a:cubicBezTo>
                  <a:pt x="3606149" y="3741841"/>
                  <a:pt x="3606682" y="3742137"/>
                  <a:pt x="3606979" y="3742611"/>
                </a:cubicBezTo>
                <a:lnTo>
                  <a:pt x="3618232" y="3762096"/>
                </a:lnTo>
                <a:cubicBezTo>
                  <a:pt x="3618527" y="3762570"/>
                  <a:pt x="3618527" y="3763222"/>
                  <a:pt x="3618232" y="3763695"/>
                </a:cubicBezTo>
                <a:lnTo>
                  <a:pt x="3606979" y="3783180"/>
                </a:lnTo>
                <a:cubicBezTo>
                  <a:pt x="3606682" y="3783654"/>
                  <a:pt x="3606149" y="3783950"/>
                  <a:pt x="3605617" y="3783950"/>
                </a:cubicBezTo>
                <a:lnTo>
                  <a:pt x="3583111" y="3783950"/>
                </a:lnTo>
                <a:cubicBezTo>
                  <a:pt x="3582578" y="3783950"/>
                  <a:pt x="3582045" y="3783654"/>
                  <a:pt x="3581749" y="3783180"/>
                </a:cubicBezTo>
                <a:lnTo>
                  <a:pt x="3570496" y="3763695"/>
                </a:lnTo>
                <a:cubicBezTo>
                  <a:pt x="3570200" y="3763222"/>
                  <a:pt x="3570200" y="3762570"/>
                  <a:pt x="3570496" y="3762096"/>
                </a:cubicBezTo>
                <a:lnTo>
                  <a:pt x="3581749" y="3742611"/>
                </a:lnTo>
                <a:cubicBezTo>
                  <a:pt x="3582045" y="3742137"/>
                  <a:pt x="3582578" y="3741841"/>
                  <a:pt x="3583111" y="3741841"/>
                </a:cubicBezTo>
                <a:close/>
                <a:moveTo>
                  <a:pt x="3244935" y="3741841"/>
                </a:moveTo>
                <a:lnTo>
                  <a:pt x="3267441" y="3741841"/>
                </a:lnTo>
                <a:cubicBezTo>
                  <a:pt x="3267974" y="3741841"/>
                  <a:pt x="3268507" y="3742137"/>
                  <a:pt x="3268803" y="3742611"/>
                </a:cubicBezTo>
                <a:lnTo>
                  <a:pt x="3280056" y="3762096"/>
                </a:lnTo>
                <a:cubicBezTo>
                  <a:pt x="3280352" y="3762570"/>
                  <a:pt x="3280352" y="3763222"/>
                  <a:pt x="3280056" y="3763695"/>
                </a:cubicBezTo>
                <a:lnTo>
                  <a:pt x="3268803" y="3783180"/>
                </a:lnTo>
                <a:cubicBezTo>
                  <a:pt x="3268507" y="3783654"/>
                  <a:pt x="3267974" y="3783950"/>
                  <a:pt x="3267441" y="3783950"/>
                </a:cubicBezTo>
                <a:lnTo>
                  <a:pt x="3244935" y="3783950"/>
                </a:lnTo>
                <a:cubicBezTo>
                  <a:pt x="3244402" y="3783950"/>
                  <a:pt x="3243869" y="3783654"/>
                  <a:pt x="3243573" y="3783180"/>
                </a:cubicBezTo>
                <a:lnTo>
                  <a:pt x="3232320" y="3763695"/>
                </a:lnTo>
                <a:cubicBezTo>
                  <a:pt x="3232024" y="3763222"/>
                  <a:pt x="3232024" y="3762570"/>
                  <a:pt x="3232320" y="3762096"/>
                </a:cubicBezTo>
                <a:lnTo>
                  <a:pt x="3243573" y="3742611"/>
                </a:lnTo>
                <a:cubicBezTo>
                  <a:pt x="3243869" y="3742137"/>
                  <a:pt x="3244402" y="3741841"/>
                  <a:pt x="3244935" y="3741841"/>
                </a:cubicBezTo>
                <a:close/>
                <a:moveTo>
                  <a:pt x="4935575" y="3741604"/>
                </a:moveTo>
                <a:lnTo>
                  <a:pt x="4958318" y="3741604"/>
                </a:lnTo>
                <a:cubicBezTo>
                  <a:pt x="4958851" y="3741604"/>
                  <a:pt x="4959384" y="3741959"/>
                  <a:pt x="4959680" y="3742433"/>
                </a:cubicBezTo>
                <a:lnTo>
                  <a:pt x="4971051" y="3762155"/>
                </a:lnTo>
                <a:cubicBezTo>
                  <a:pt x="4971347" y="3762629"/>
                  <a:pt x="4971347" y="3763280"/>
                  <a:pt x="4971051" y="3763754"/>
                </a:cubicBezTo>
                <a:lnTo>
                  <a:pt x="4959680" y="3783476"/>
                </a:lnTo>
                <a:cubicBezTo>
                  <a:pt x="4959443" y="3784009"/>
                  <a:pt x="4958910" y="3784305"/>
                  <a:pt x="4958318" y="3784305"/>
                </a:cubicBezTo>
                <a:lnTo>
                  <a:pt x="4935575" y="3784305"/>
                </a:lnTo>
                <a:cubicBezTo>
                  <a:pt x="4935042" y="3784305"/>
                  <a:pt x="4934509" y="3783950"/>
                  <a:pt x="4934213" y="3783476"/>
                </a:cubicBezTo>
                <a:lnTo>
                  <a:pt x="4922842" y="3763754"/>
                </a:lnTo>
                <a:cubicBezTo>
                  <a:pt x="4922546" y="3763280"/>
                  <a:pt x="4922546" y="3762629"/>
                  <a:pt x="4922842" y="3762155"/>
                </a:cubicBezTo>
                <a:lnTo>
                  <a:pt x="4934213" y="3742433"/>
                </a:lnTo>
                <a:cubicBezTo>
                  <a:pt x="4934450" y="3741900"/>
                  <a:pt x="4934983" y="3741604"/>
                  <a:pt x="4935575" y="3741604"/>
                </a:cubicBezTo>
                <a:close/>
                <a:moveTo>
                  <a:pt x="4800305" y="3741604"/>
                </a:moveTo>
                <a:lnTo>
                  <a:pt x="4823048" y="3741604"/>
                </a:lnTo>
                <a:cubicBezTo>
                  <a:pt x="4823581" y="3741604"/>
                  <a:pt x="4824114" y="3741959"/>
                  <a:pt x="4824410" y="3742433"/>
                </a:cubicBezTo>
                <a:lnTo>
                  <a:pt x="4835781" y="3762155"/>
                </a:lnTo>
                <a:cubicBezTo>
                  <a:pt x="4836077" y="3762629"/>
                  <a:pt x="4836077" y="3763280"/>
                  <a:pt x="4835781" y="3763754"/>
                </a:cubicBezTo>
                <a:lnTo>
                  <a:pt x="4824410" y="3783476"/>
                </a:lnTo>
                <a:cubicBezTo>
                  <a:pt x="4824173" y="3784009"/>
                  <a:pt x="4823640" y="3784305"/>
                  <a:pt x="4823048" y="3784305"/>
                </a:cubicBezTo>
                <a:lnTo>
                  <a:pt x="4800305" y="3784305"/>
                </a:lnTo>
                <a:cubicBezTo>
                  <a:pt x="4799772" y="3784305"/>
                  <a:pt x="4799240" y="3783950"/>
                  <a:pt x="4798943" y="3783476"/>
                </a:cubicBezTo>
                <a:lnTo>
                  <a:pt x="4787572" y="3763754"/>
                </a:lnTo>
                <a:cubicBezTo>
                  <a:pt x="4787276" y="3763280"/>
                  <a:pt x="4787276" y="3762629"/>
                  <a:pt x="4787572" y="3762155"/>
                </a:cubicBezTo>
                <a:lnTo>
                  <a:pt x="4798943" y="3742433"/>
                </a:lnTo>
                <a:cubicBezTo>
                  <a:pt x="4799180" y="3741900"/>
                  <a:pt x="4799713" y="3741604"/>
                  <a:pt x="4800305" y="3741604"/>
                </a:cubicBezTo>
                <a:close/>
                <a:moveTo>
                  <a:pt x="3447722" y="3741604"/>
                </a:moveTo>
                <a:lnTo>
                  <a:pt x="3470465" y="3741604"/>
                </a:lnTo>
                <a:cubicBezTo>
                  <a:pt x="3470998" y="3741604"/>
                  <a:pt x="3471531" y="3741959"/>
                  <a:pt x="3471827" y="3742433"/>
                </a:cubicBezTo>
                <a:lnTo>
                  <a:pt x="3483198" y="3762155"/>
                </a:lnTo>
                <a:cubicBezTo>
                  <a:pt x="3483494" y="3762629"/>
                  <a:pt x="3483494" y="3763280"/>
                  <a:pt x="3483198" y="3763754"/>
                </a:cubicBezTo>
                <a:lnTo>
                  <a:pt x="3471827" y="3783476"/>
                </a:lnTo>
                <a:cubicBezTo>
                  <a:pt x="3471590" y="3784009"/>
                  <a:pt x="3471057" y="3784305"/>
                  <a:pt x="3470465" y="3784305"/>
                </a:cubicBezTo>
                <a:lnTo>
                  <a:pt x="3447722" y="3784305"/>
                </a:lnTo>
                <a:cubicBezTo>
                  <a:pt x="3447189" y="3784305"/>
                  <a:pt x="3446657" y="3783950"/>
                  <a:pt x="3446360" y="3783476"/>
                </a:cubicBezTo>
                <a:lnTo>
                  <a:pt x="3434989" y="3763754"/>
                </a:lnTo>
                <a:cubicBezTo>
                  <a:pt x="3434693" y="3763280"/>
                  <a:pt x="3434693" y="3762629"/>
                  <a:pt x="3434989" y="3762155"/>
                </a:cubicBezTo>
                <a:lnTo>
                  <a:pt x="3446360" y="3742433"/>
                </a:lnTo>
                <a:cubicBezTo>
                  <a:pt x="3446597" y="3741900"/>
                  <a:pt x="3447130" y="3741604"/>
                  <a:pt x="3447722" y="3741604"/>
                </a:cubicBezTo>
                <a:close/>
                <a:moveTo>
                  <a:pt x="3312453" y="3741604"/>
                </a:moveTo>
                <a:lnTo>
                  <a:pt x="3335195" y="3741604"/>
                </a:lnTo>
                <a:cubicBezTo>
                  <a:pt x="3335728" y="3741604"/>
                  <a:pt x="3336261" y="3741959"/>
                  <a:pt x="3336557" y="3742433"/>
                </a:cubicBezTo>
                <a:lnTo>
                  <a:pt x="3347929" y="3762155"/>
                </a:lnTo>
                <a:cubicBezTo>
                  <a:pt x="3348225" y="3762629"/>
                  <a:pt x="3348225" y="3763280"/>
                  <a:pt x="3347929" y="3763754"/>
                </a:cubicBezTo>
                <a:lnTo>
                  <a:pt x="3336557" y="3783476"/>
                </a:lnTo>
                <a:cubicBezTo>
                  <a:pt x="3336321" y="3784009"/>
                  <a:pt x="3335787" y="3784305"/>
                  <a:pt x="3335195" y="3784305"/>
                </a:cubicBezTo>
                <a:lnTo>
                  <a:pt x="3312453" y="3784305"/>
                </a:lnTo>
                <a:cubicBezTo>
                  <a:pt x="3311920" y="3784305"/>
                  <a:pt x="3311386" y="3783950"/>
                  <a:pt x="3311091" y="3783476"/>
                </a:cubicBezTo>
                <a:lnTo>
                  <a:pt x="3299719" y="3763754"/>
                </a:lnTo>
                <a:cubicBezTo>
                  <a:pt x="3299423" y="3763280"/>
                  <a:pt x="3299423" y="3762629"/>
                  <a:pt x="3299719" y="3762155"/>
                </a:cubicBezTo>
                <a:lnTo>
                  <a:pt x="3311091" y="3742433"/>
                </a:lnTo>
                <a:cubicBezTo>
                  <a:pt x="3311327" y="3741900"/>
                  <a:pt x="3311861" y="3741604"/>
                  <a:pt x="3312453" y="3741604"/>
                </a:cubicBezTo>
                <a:close/>
                <a:moveTo>
                  <a:pt x="3109548" y="3741604"/>
                </a:moveTo>
                <a:lnTo>
                  <a:pt x="3132290" y="3741604"/>
                </a:lnTo>
                <a:cubicBezTo>
                  <a:pt x="3132823" y="3741604"/>
                  <a:pt x="3133356" y="3741959"/>
                  <a:pt x="3133652" y="3742433"/>
                </a:cubicBezTo>
                <a:lnTo>
                  <a:pt x="3145023" y="3762155"/>
                </a:lnTo>
                <a:cubicBezTo>
                  <a:pt x="3145319" y="3762629"/>
                  <a:pt x="3145319" y="3763280"/>
                  <a:pt x="3145023" y="3763754"/>
                </a:cubicBezTo>
                <a:lnTo>
                  <a:pt x="3133652" y="3783476"/>
                </a:lnTo>
                <a:cubicBezTo>
                  <a:pt x="3133415" y="3784009"/>
                  <a:pt x="3132882" y="3784305"/>
                  <a:pt x="3132290" y="3784305"/>
                </a:cubicBezTo>
                <a:lnTo>
                  <a:pt x="3109548" y="3784305"/>
                </a:lnTo>
                <a:cubicBezTo>
                  <a:pt x="3109014" y="3784305"/>
                  <a:pt x="3108482" y="3783950"/>
                  <a:pt x="3108186" y="3783476"/>
                </a:cubicBezTo>
                <a:lnTo>
                  <a:pt x="3096814" y="3763754"/>
                </a:lnTo>
                <a:cubicBezTo>
                  <a:pt x="3096518" y="3763280"/>
                  <a:pt x="3096518" y="3762629"/>
                  <a:pt x="3096814" y="3762155"/>
                </a:cubicBezTo>
                <a:lnTo>
                  <a:pt x="3108186" y="3742433"/>
                </a:lnTo>
                <a:cubicBezTo>
                  <a:pt x="3108422" y="3741900"/>
                  <a:pt x="3108955" y="3741604"/>
                  <a:pt x="3109548" y="3741604"/>
                </a:cubicBezTo>
                <a:close/>
                <a:moveTo>
                  <a:pt x="4867881" y="3741485"/>
                </a:moveTo>
                <a:lnTo>
                  <a:pt x="4890742" y="3741485"/>
                </a:lnTo>
                <a:cubicBezTo>
                  <a:pt x="4891334" y="3741485"/>
                  <a:pt x="4891867" y="3741840"/>
                  <a:pt x="4892163" y="3742314"/>
                </a:cubicBezTo>
                <a:lnTo>
                  <a:pt x="4903594" y="3762096"/>
                </a:lnTo>
                <a:cubicBezTo>
                  <a:pt x="4903889" y="3762569"/>
                  <a:pt x="4903889" y="3763221"/>
                  <a:pt x="4903594" y="3763694"/>
                </a:cubicBezTo>
                <a:lnTo>
                  <a:pt x="4892163" y="3783476"/>
                </a:lnTo>
                <a:cubicBezTo>
                  <a:pt x="4891867" y="3784009"/>
                  <a:pt x="4891334" y="3784305"/>
                  <a:pt x="4890742" y="3784305"/>
                </a:cubicBezTo>
                <a:lnTo>
                  <a:pt x="4867881" y="3784305"/>
                </a:lnTo>
                <a:cubicBezTo>
                  <a:pt x="4867289" y="3784305"/>
                  <a:pt x="4866755" y="3783950"/>
                  <a:pt x="4866460" y="3783476"/>
                </a:cubicBezTo>
                <a:lnTo>
                  <a:pt x="4855029" y="3763694"/>
                </a:lnTo>
                <a:cubicBezTo>
                  <a:pt x="4854733" y="3763221"/>
                  <a:pt x="4854733" y="3762569"/>
                  <a:pt x="4855029" y="3762096"/>
                </a:cubicBezTo>
                <a:lnTo>
                  <a:pt x="4866460" y="3742314"/>
                </a:lnTo>
                <a:cubicBezTo>
                  <a:pt x="4866755" y="3741781"/>
                  <a:pt x="4867289" y="3741485"/>
                  <a:pt x="4867881" y="3741485"/>
                </a:cubicBezTo>
                <a:close/>
                <a:moveTo>
                  <a:pt x="3176590" y="3740597"/>
                </a:moveTo>
                <a:lnTo>
                  <a:pt x="3200458" y="3740597"/>
                </a:lnTo>
                <a:cubicBezTo>
                  <a:pt x="3201050" y="3740597"/>
                  <a:pt x="3201643" y="3740893"/>
                  <a:pt x="3201938" y="3741426"/>
                </a:cubicBezTo>
                <a:lnTo>
                  <a:pt x="3213843" y="3762096"/>
                </a:lnTo>
                <a:cubicBezTo>
                  <a:pt x="3214139" y="3762569"/>
                  <a:pt x="3214139" y="3763221"/>
                  <a:pt x="3213843" y="3763754"/>
                </a:cubicBezTo>
                <a:lnTo>
                  <a:pt x="3201938" y="3784423"/>
                </a:lnTo>
                <a:cubicBezTo>
                  <a:pt x="3201583" y="3784897"/>
                  <a:pt x="3201050" y="3785253"/>
                  <a:pt x="3200458" y="3785253"/>
                </a:cubicBezTo>
                <a:lnTo>
                  <a:pt x="3176590" y="3785253"/>
                </a:lnTo>
                <a:cubicBezTo>
                  <a:pt x="3175998" y="3785253"/>
                  <a:pt x="3175405" y="3784957"/>
                  <a:pt x="3175109" y="3784423"/>
                </a:cubicBezTo>
                <a:lnTo>
                  <a:pt x="3163205" y="3763754"/>
                </a:lnTo>
                <a:cubicBezTo>
                  <a:pt x="3162909" y="3763280"/>
                  <a:pt x="3162909" y="3762629"/>
                  <a:pt x="3163205" y="3762096"/>
                </a:cubicBezTo>
                <a:lnTo>
                  <a:pt x="3175109" y="3741426"/>
                </a:lnTo>
                <a:cubicBezTo>
                  <a:pt x="3175465" y="3740952"/>
                  <a:pt x="3175998" y="3740597"/>
                  <a:pt x="3176590" y="3740597"/>
                </a:cubicBezTo>
                <a:close/>
                <a:moveTo>
                  <a:pt x="4058807" y="3687531"/>
                </a:moveTo>
                <a:lnTo>
                  <a:pt x="4076693" y="3687531"/>
                </a:lnTo>
                <a:cubicBezTo>
                  <a:pt x="4077107" y="3687531"/>
                  <a:pt x="4077521" y="3687768"/>
                  <a:pt x="4077758" y="3688182"/>
                </a:cubicBezTo>
                <a:lnTo>
                  <a:pt x="4086702" y="3703699"/>
                </a:lnTo>
                <a:cubicBezTo>
                  <a:pt x="4086939" y="3704055"/>
                  <a:pt x="4086939" y="3704529"/>
                  <a:pt x="4086702" y="3704943"/>
                </a:cubicBezTo>
                <a:lnTo>
                  <a:pt x="4077758" y="3720460"/>
                </a:lnTo>
                <a:cubicBezTo>
                  <a:pt x="4077581" y="3720875"/>
                  <a:pt x="4077166" y="3721112"/>
                  <a:pt x="4076693" y="3721112"/>
                </a:cubicBezTo>
                <a:lnTo>
                  <a:pt x="4058807" y="3721112"/>
                </a:lnTo>
                <a:cubicBezTo>
                  <a:pt x="4058392" y="3721112"/>
                  <a:pt x="4057977" y="3720875"/>
                  <a:pt x="4057740" y="3720460"/>
                </a:cubicBezTo>
                <a:lnTo>
                  <a:pt x="4048797" y="3704943"/>
                </a:lnTo>
                <a:cubicBezTo>
                  <a:pt x="4048561" y="3704588"/>
                  <a:pt x="4048561" y="3704114"/>
                  <a:pt x="4048797" y="3703699"/>
                </a:cubicBezTo>
                <a:lnTo>
                  <a:pt x="4057740" y="3688182"/>
                </a:lnTo>
                <a:cubicBezTo>
                  <a:pt x="4057918" y="3687768"/>
                  <a:pt x="4058332" y="3687531"/>
                  <a:pt x="4058807" y="3687531"/>
                </a:cubicBezTo>
                <a:close/>
                <a:moveTo>
                  <a:pt x="4329051" y="3687058"/>
                </a:moveTo>
                <a:lnTo>
                  <a:pt x="4347470" y="3687058"/>
                </a:lnTo>
                <a:cubicBezTo>
                  <a:pt x="4347944" y="3687058"/>
                  <a:pt x="4348359" y="3687295"/>
                  <a:pt x="4348595" y="3687710"/>
                </a:cubicBezTo>
                <a:lnTo>
                  <a:pt x="4357835" y="3703700"/>
                </a:lnTo>
                <a:cubicBezTo>
                  <a:pt x="4358071" y="3704115"/>
                  <a:pt x="4358071" y="3704589"/>
                  <a:pt x="4357835" y="3705003"/>
                </a:cubicBezTo>
                <a:lnTo>
                  <a:pt x="4348595" y="3720994"/>
                </a:lnTo>
                <a:cubicBezTo>
                  <a:pt x="4348359" y="3721409"/>
                  <a:pt x="4347944" y="3721646"/>
                  <a:pt x="4347470" y="3721646"/>
                </a:cubicBezTo>
                <a:lnTo>
                  <a:pt x="4329051" y="3721646"/>
                </a:lnTo>
                <a:cubicBezTo>
                  <a:pt x="4328577" y="3721646"/>
                  <a:pt x="4328163" y="3721409"/>
                  <a:pt x="4327926" y="3720994"/>
                </a:cubicBezTo>
                <a:lnTo>
                  <a:pt x="4318687" y="3705003"/>
                </a:lnTo>
                <a:cubicBezTo>
                  <a:pt x="4318450" y="3704589"/>
                  <a:pt x="4318450" y="3704115"/>
                  <a:pt x="4318687" y="3703700"/>
                </a:cubicBezTo>
                <a:lnTo>
                  <a:pt x="4327926" y="3687710"/>
                </a:lnTo>
                <a:cubicBezTo>
                  <a:pt x="4328163" y="3687295"/>
                  <a:pt x="4328577" y="3687058"/>
                  <a:pt x="4329051" y="3687058"/>
                </a:cubicBezTo>
                <a:close/>
                <a:moveTo>
                  <a:pt x="2841198" y="3687058"/>
                </a:moveTo>
                <a:lnTo>
                  <a:pt x="2859617" y="3687058"/>
                </a:lnTo>
                <a:cubicBezTo>
                  <a:pt x="2860091" y="3687058"/>
                  <a:pt x="2860506" y="3687295"/>
                  <a:pt x="2860742" y="3687710"/>
                </a:cubicBezTo>
                <a:lnTo>
                  <a:pt x="2869982" y="3703700"/>
                </a:lnTo>
                <a:cubicBezTo>
                  <a:pt x="2870218" y="3704115"/>
                  <a:pt x="2870218" y="3704589"/>
                  <a:pt x="2869982" y="3705003"/>
                </a:cubicBezTo>
                <a:lnTo>
                  <a:pt x="2860742" y="3720994"/>
                </a:lnTo>
                <a:cubicBezTo>
                  <a:pt x="2860506" y="3721409"/>
                  <a:pt x="2860091" y="3721646"/>
                  <a:pt x="2859617" y="3721646"/>
                </a:cubicBezTo>
                <a:lnTo>
                  <a:pt x="2841198" y="3721646"/>
                </a:lnTo>
                <a:cubicBezTo>
                  <a:pt x="2840724" y="3721646"/>
                  <a:pt x="2840310" y="3721409"/>
                  <a:pt x="2840073" y="3720994"/>
                </a:cubicBezTo>
                <a:lnTo>
                  <a:pt x="2830834" y="3705003"/>
                </a:lnTo>
                <a:cubicBezTo>
                  <a:pt x="2830597" y="3704589"/>
                  <a:pt x="2830597" y="3704115"/>
                  <a:pt x="2830834" y="3703700"/>
                </a:cubicBezTo>
                <a:lnTo>
                  <a:pt x="2840073" y="3687710"/>
                </a:lnTo>
                <a:cubicBezTo>
                  <a:pt x="2840310" y="3687295"/>
                  <a:pt x="2840724" y="3687058"/>
                  <a:pt x="2841198" y="3687058"/>
                </a:cubicBezTo>
                <a:close/>
                <a:moveTo>
                  <a:pt x="4396390" y="3686525"/>
                </a:moveTo>
                <a:lnTo>
                  <a:pt x="4415401" y="3686525"/>
                </a:lnTo>
                <a:cubicBezTo>
                  <a:pt x="4415874" y="3686525"/>
                  <a:pt x="4416348" y="3686762"/>
                  <a:pt x="4416585" y="3687176"/>
                </a:cubicBezTo>
                <a:lnTo>
                  <a:pt x="4426061" y="3703641"/>
                </a:lnTo>
                <a:cubicBezTo>
                  <a:pt x="4426298" y="3704055"/>
                  <a:pt x="4426298" y="3704589"/>
                  <a:pt x="4426061" y="3705003"/>
                </a:cubicBezTo>
                <a:lnTo>
                  <a:pt x="4416585" y="3721468"/>
                </a:lnTo>
                <a:cubicBezTo>
                  <a:pt x="4416289" y="3721882"/>
                  <a:pt x="4415874" y="3722119"/>
                  <a:pt x="4415401" y="3722119"/>
                </a:cubicBezTo>
                <a:lnTo>
                  <a:pt x="4396390" y="3722119"/>
                </a:lnTo>
                <a:cubicBezTo>
                  <a:pt x="4395915" y="3722119"/>
                  <a:pt x="4395442" y="3721882"/>
                  <a:pt x="4395205" y="3721468"/>
                </a:cubicBezTo>
                <a:lnTo>
                  <a:pt x="4385729" y="3705003"/>
                </a:lnTo>
                <a:cubicBezTo>
                  <a:pt x="4385492" y="3704589"/>
                  <a:pt x="4385492" y="3704055"/>
                  <a:pt x="4385729" y="3703641"/>
                </a:cubicBezTo>
                <a:lnTo>
                  <a:pt x="4395205" y="3687176"/>
                </a:lnTo>
                <a:cubicBezTo>
                  <a:pt x="4395501" y="3686762"/>
                  <a:pt x="4395915" y="3686525"/>
                  <a:pt x="4396390" y="3686525"/>
                </a:cubicBezTo>
                <a:close/>
                <a:moveTo>
                  <a:pt x="4125850" y="3686525"/>
                </a:moveTo>
                <a:lnTo>
                  <a:pt x="4144861" y="3686525"/>
                </a:lnTo>
                <a:cubicBezTo>
                  <a:pt x="4145335" y="3686525"/>
                  <a:pt x="4145809" y="3686762"/>
                  <a:pt x="4146046" y="3687176"/>
                </a:cubicBezTo>
                <a:lnTo>
                  <a:pt x="4155522" y="3703641"/>
                </a:lnTo>
                <a:cubicBezTo>
                  <a:pt x="4155759" y="3704055"/>
                  <a:pt x="4155759" y="3704589"/>
                  <a:pt x="4155522" y="3705003"/>
                </a:cubicBezTo>
                <a:lnTo>
                  <a:pt x="4146046" y="3721468"/>
                </a:lnTo>
                <a:cubicBezTo>
                  <a:pt x="4145749" y="3721882"/>
                  <a:pt x="4145335" y="3722119"/>
                  <a:pt x="4144861" y="3722119"/>
                </a:cubicBezTo>
                <a:lnTo>
                  <a:pt x="4125850" y="3722119"/>
                </a:lnTo>
                <a:cubicBezTo>
                  <a:pt x="4125376" y="3722119"/>
                  <a:pt x="4124902" y="3721882"/>
                  <a:pt x="4124666" y="3721468"/>
                </a:cubicBezTo>
                <a:lnTo>
                  <a:pt x="4115190" y="3705003"/>
                </a:lnTo>
                <a:cubicBezTo>
                  <a:pt x="4114953" y="3704589"/>
                  <a:pt x="4114953" y="3704055"/>
                  <a:pt x="4115190" y="3703641"/>
                </a:cubicBezTo>
                <a:lnTo>
                  <a:pt x="4124666" y="3687176"/>
                </a:lnTo>
                <a:cubicBezTo>
                  <a:pt x="4124961" y="3686762"/>
                  <a:pt x="4125376" y="3686525"/>
                  <a:pt x="4125850" y="3686525"/>
                </a:cubicBezTo>
                <a:close/>
                <a:moveTo>
                  <a:pt x="4193484" y="3686406"/>
                </a:moveTo>
                <a:lnTo>
                  <a:pt x="4212555" y="3686406"/>
                </a:lnTo>
                <a:cubicBezTo>
                  <a:pt x="4213028" y="3686406"/>
                  <a:pt x="4213503" y="3686643"/>
                  <a:pt x="4213739" y="3687057"/>
                </a:cubicBezTo>
                <a:lnTo>
                  <a:pt x="4223275" y="3703581"/>
                </a:lnTo>
                <a:cubicBezTo>
                  <a:pt x="4223511" y="3703996"/>
                  <a:pt x="4223511" y="3704529"/>
                  <a:pt x="4223275" y="3704943"/>
                </a:cubicBezTo>
                <a:lnTo>
                  <a:pt x="4213739" y="3721467"/>
                </a:lnTo>
                <a:cubicBezTo>
                  <a:pt x="4213503" y="3721882"/>
                  <a:pt x="4213028" y="3722119"/>
                  <a:pt x="4212555" y="3722119"/>
                </a:cubicBezTo>
                <a:lnTo>
                  <a:pt x="4193484" y="3722119"/>
                </a:lnTo>
                <a:cubicBezTo>
                  <a:pt x="4193010" y="3722119"/>
                  <a:pt x="4192537" y="3721882"/>
                  <a:pt x="4192299" y="3721467"/>
                </a:cubicBezTo>
                <a:lnTo>
                  <a:pt x="4182764" y="3704943"/>
                </a:lnTo>
                <a:cubicBezTo>
                  <a:pt x="4182528" y="3704529"/>
                  <a:pt x="4182528" y="3703996"/>
                  <a:pt x="4182764" y="3703581"/>
                </a:cubicBezTo>
                <a:lnTo>
                  <a:pt x="4192299" y="3687057"/>
                </a:lnTo>
                <a:cubicBezTo>
                  <a:pt x="4192537" y="3686643"/>
                  <a:pt x="4193010" y="3686406"/>
                  <a:pt x="4193484" y="3686406"/>
                </a:cubicBezTo>
                <a:close/>
                <a:moveTo>
                  <a:pt x="3990284" y="3685873"/>
                </a:moveTo>
                <a:lnTo>
                  <a:pt x="4009947" y="3685873"/>
                </a:lnTo>
                <a:cubicBezTo>
                  <a:pt x="4010420" y="3685873"/>
                  <a:pt x="4010894" y="3686169"/>
                  <a:pt x="4011131" y="3686584"/>
                </a:cubicBezTo>
                <a:lnTo>
                  <a:pt x="4020963" y="3703581"/>
                </a:lnTo>
                <a:cubicBezTo>
                  <a:pt x="4021199" y="3703996"/>
                  <a:pt x="4021199" y="3704529"/>
                  <a:pt x="4020963" y="3704943"/>
                </a:cubicBezTo>
                <a:lnTo>
                  <a:pt x="4011131" y="3721941"/>
                </a:lnTo>
                <a:cubicBezTo>
                  <a:pt x="4010894" y="3722355"/>
                  <a:pt x="4010420" y="3722652"/>
                  <a:pt x="4009947" y="3722652"/>
                </a:cubicBezTo>
                <a:lnTo>
                  <a:pt x="3990284" y="3722652"/>
                </a:lnTo>
                <a:cubicBezTo>
                  <a:pt x="3989810" y="3722652"/>
                  <a:pt x="3989337" y="3722355"/>
                  <a:pt x="3989099" y="3721941"/>
                </a:cubicBezTo>
                <a:lnTo>
                  <a:pt x="3979268" y="3704943"/>
                </a:lnTo>
                <a:cubicBezTo>
                  <a:pt x="3979031" y="3704529"/>
                  <a:pt x="3979031" y="3703996"/>
                  <a:pt x="3979268" y="3703581"/>
                </a:cubicBezTo>
                <a:lnTo>
                  <a:pt x="3989099" y="3686584"/>
                </a:lnTo>
                <a:cubicBezTo>
                  <a:pt x="3989337" y="3686169"/>
                  <a:pt x="3989810" y="3685873"/>
                  <a:pt x="3990284" y="3685873"/>
                </a:cubicBezTo>
                <a:close/>
                <a:moveTo>
                  <a:pt x="3855014" y="3685873"/>
                </a:moveTo>
                <a:lnTo>
                  <a:pt x="3874676" y="3685873"/>
                </a:lnTo>
                <a:cubicBezTo>
                  <a:pt x="3875150" y="3685873"/>
                  <a:pt x="3875624" y="3686169"/>
                  <a:pt x="3875861" y="3686584"/>
                </a:cubicBezTo>
                <a:lnTo>
                  <a:pt x="3885693" y="3703581"/>
                </a:lnTo>
                <a:cubicBezTo>
                  <a:pt x="3885929" y="3703996"/>
                  <a:pt x="3885929" y="3704529"/>
                  <a:pt x="3885693" y="3704943"/>
                </a:cubicBezTo>
                <a:lnTo>
                  <a:pt x="3875861" y="3721941"/>
                </a:lnTo>
                <a:cubicBezTo>
                  <a:pt x="3875624" y="3722355"/>
                  <a:pt x="3875150" y="3722652"/>
                  <a:pt x="3874676" y="3722652"/>
                </a:cubicBezTo>
                <a:lnTo>
                  <a:pt x="3855014" y="3722652"/>
                </a:lnTo>
                <a:cubicBezTo>
                  <a:pt x="3854540" y="3722652"/>
                  <a:pt x="3854066" y="3722355"/>
                  <a:pt x="3853829" y="3721941"/>
                </a:cubicBezTo>
                <a:lnTo>
                  <a:pt x="3843998" y="3704943"/>
                </a:lnTo>
                <a:cubicBezTo>
                  <a:pt x="3843761" y="3704529"/>
                  <a:pt x="3843761" y="3703996"/>
                  <a:pt x="3843998" y="3703581"/>
                </a:cubicBezTo>
                <a:lnTo>
                  <a:pt x="3853829" y="3686584"/>
                </a:lnTo>
                <a:cubicBezTo>
                  <a:pt x="3854066" y="3686169"/>
                  <a:pt x="3854540" y="3685873"/>
                  <a:pt x="3855014" y="3685873"/>
                </a:cubicBezTo>
                <a:close/>
                <a:moveTo>
                  <a:pt x="4463551" y="3685695"/>
                </a:moveTo>
                <a:lnTo>
                  <a:pt x="4483451" y="3685695"/>
                </a:lnTo>
                <a:cubicBezTo>
                  <a:pt x="4483924" y="3685695"/>
                  <a:pt x="4484399" y="3685991"/>
                  <a:pt x="4484635" y="3686406"/>
                </a:cubicBezTo>
                <a:lnTo>
                  <a:pt x="4494585" y="3703640"/>
                </a:lnTo>
                <a:cubicBezTo>
                  <a:pt x="4494822" y="3704114"/>
                  <a:pt x="4494822" y="3704647"/>
                  <a:pt x="4494585" y="3705062"/>
                </a:cubicBezTo>
                <a:lnTo>
                  <a:pt x="4484635" y="3722296"/>
                </a:lnTo>
                <a:cubicBezTo>
                  <a:pt x="4484399" y="3722711"/>
                  <a:pt x="4483924" y="3723007"/>
                  <a:pt x="4483451" y="3723007"/>
                </a:cubicBezTo>
                <a:lnTo>
                  <a:pt x="4463551" y="3723007"/>
                </a:lnTo>
                <a:cubicBezTo>
                  <a:pt x="4463078" y="3723007"/>
                  <a:pt x="4462603" y="3722711"/>
                  <a:pt x="4462367" y="3722296"/>
                </a:cubicBezTo>
                <a:lnTo>
                  <a:pt x="4452417" y="3705062"/>
                </a:lnTo>
                <a:cubicBezTo>
                  <a:pt x="4452180" y="3704588"/>
                  <a:pt x="4452180" y="3704055"/>
                  <a:pt x="4452417" y="3703640"/>
                </a:cubicBezTo>
                <a:lnTo>
                  <a:pt x="4462367" y="3686406"/>
                </a:lnTo>
                <a:cubicBezTo>
                  <a:pt x="4462603" y="3685991"/>
                  <a:pt x="4463078" y="3685695"/>
                  <a:pt x="4463551" y="3685695"/>
                </a:cubicBezTo>
                <a:close/>
                <a:moveTo>
                  <a:pt x="4260587" y="3685459"/>
                </a:moveTo>
                <a:lnTo>
                  <a:pt x="4280664" y="3685459"/>
                </a:lnTo>
                <a:cubicBezTo>
                  <a:pt x="4281197" y="3685459"/>
                  <a:pt x="4281671" y="3685755"/>
                  <a:pt x="4281907" y="3686170"/>
                </a:cubicBezTo>
                <a:lnTo>
                  <a:pt x="4291917" y="3703582"/>
                </a:lnTo>
                <a:cubicBezTo>
                  <a:pt x="4292153" y="3703996"/>
                  <a:pt x="4292153" y="3704589"/>
                  <a:pt x="4291917" y="3705003"/>
                </a:cubicBezTo>
                <a:lnTo>
                  <a:pt x="4281848" y="3722415"/>
                </a:lnTo>
                <a:cubicBezTo>
                  <a:pt x="4281552" y="3722830"/>
                  <a:pt x="4281078" y="3723126"/>
                  <a:pt x="4280605" y="3723126"/>
                </a:cubicBezTo>
                <a:lnTo>
                  <a:pt x="4260527" y="3723126"/>
                </a:lnTo>
                <a:cubicBezTo>
                  <a:pt x="4259994" y="3723126"/>
                  <a:pt x="4259521" y="3722830"/>
                  <a:pt x="4259284" y="3722415"/>
                </a:cubicBezTo>
                <a:lnTo>
                  <a:pt x="4249274" y="3705003"/>
                </a:lnTo>
                <a:cubicBezTo>
                  <a:pt x="4249038" y="3704589"/>
                  <a:pt x="4249038" y="3703996"/>
                  <a:pt x="4249274" y="3703582"/>
                </a:cubicBezTo>
                <a:lnTo>
                  <a:pt x="4259343" y="3686170"/>
                </a:lnTo>
                <a:cubicBezTo>
                  <a:pt x="4259639" y="3685755"/>
                  <a:pt x="4260113" y="3685459"/>
                  <a:pt x="4260587" y="3685459"/>
                </a:cubicBezTo>
                <a:close/>
                <a:moveTo>
                  <a:pt x="3787141" y="3685399"/>
                </a:moveTo>
                <a:lnTo>
                  <a:pt x="3807337" y="3685399"/>
                </a:lnTo>
                <a:cubicBezTo>
                  <a:pt x="3807870" y="3685399"/>
                  <a:pt x="3808344" y="3685695"/>
                  <a:pt x="3808581" y="3686110"/>
                </a:cubicBezTo>
                <a:lnTo>
                  <a:pt x="3818649" y="3703581"/>
                </a:lnTo>
                <a:cubicBezTo>
                  <a:pt x="3818886" y="3703996"/>
                  <a:pt x="3818886" y="3704588"/>
                  <a:pt x="3818649" y="3705002"/>
                </a:cubicBezTo>
                <a:lnTo>
                  <a:pt x="3808521" y="3722474"/>
                </a:lnTo>
                <a:cubicBezTo>
                  <a:pt x="3808225" y="3722889"/>
                  <a:pt x="3807752" y="3723185"/>
                  <a:pt x="3807277" y="3723185"/>
                </a:cubicBezTo>
                <a:lnTo>
                  <a:pt x="3787082" y="3723185"/>
                </a:lnTo>
                <a:cubicBezTo>
                  <a:pt x="3786548" y="3723185"/>
                  <a:pt x="3786075" y="3722889"/>
                  <a:pt x="3785838" y="3722474"/>
                </a:cubicBezTo>
                <a:lnTo>
                  <a:pt x="3775770" y="3705002"/>
                </a:lnTo>
                <a:cubicBezTo>
                  <a:pt x="3775533" y="3704588"/>
                  <a:pt x="3775533" y="3703996"/>
                  <a:pt x="3775770" y="3703581"/>
                </a:cubicBezTo>
                <a:lnTo>
                  <a:pt x="3785897" y="3686110"/>
                </a:lnTo>
                <a:cubicBezTo>
                  <a:pt x="3786194" y="3685695"/>
                  <a:pt x="3786667" y="3685399"/>
                  <a:pt x="3787141" y="3685399"/>
                </a:cubicBezTo>
                <a:close/>
                <a:moveTo>
                  <a:pt x="3719447" y="3685281"/>
                </a:moveTo>
                <a:lnTo>
                  <a:pt x="3739761" y="3685281"/>
                </a:lnTo>
                <a:cubicBezTo>
                  <a:pt x="3740294" y="3685281"/>
                  <a:pt x="3740768" y="3685577"/>
                  <a:pt x="3741005" y="3685992"/>
                </a:cubicBezTo>
                <a:lnTo>
                  <a:pt x="3751132" y="3703582"/>
                </a:lnTo>
                <a:cubicBezTo>
                  <a:pt x="3751369" y="3703996"/>
                  <a:pt x="3751369" y="3704588"/>
                  <a:pt x="3751132" y="3705003"/>
                </a:cubicBezTo>
                <a:lnTo>
                  <a:pt x="3740946" y="3722593"/>
                </a:lnTo>
                <a:cubicBezTo>
                  <a:pt x="3740708" y="3723007"/>
                  <a:pt x="3740235" y="3723303"/>
                  <a:pt x="3739702" y="3723303"/>
                </a:cubicBezTo>
                <a:lnTo>
                  <a:pt x="3719388" y="3723303"/>
                </a:lnTo>
                <a:cubicBezTo>
                  <a:pt x="3718855" y="3723303"/>
                  <a:pt x="3718381" y="3723007"/>
                  <a:pt x="3718144" y="3722593"/>
                </a:cubicBezTo>
                <a:lnTo>
                  <a:pt x="3708017" y="3705003"/>
                </a:lnTo>
                <a:cubicBezTo>
                  <a:pt x="3707780" y="3704588"/>
                  <a:pt x="3707780" y="3703996"/>
                  <a:pt x="3708017" y="3703582"/>
                </a:cubicBezTo>
                <a:lnTo>
                  <a:pt x="3718203" y="3685992"/>
                </a:lnTo>
                <a:cubicBezTo>
                  <a:pt x="3718440" y="3685577"/>
                  <a:pt x="3718914" y="3685281"/>
                  <a:pt x="3719447" y="3685281"/>
                </a:cubicBezTo>
                <a:close/>
                <a:moveTo>
                  <a:pt x="3651753" y="3685163"/>
                </a:moveTo>
                <a:lnTo>
                  <a:pt x="3672185" y="3685163"/>
                </a:lnTo>
                <a:cubicBezTo>
                  <a:pt x="3672718" y="3685163"/>
                  <a:pt x="3673192" y="3685459"/>
                  <a:pt x="3673429" y="3685874"/>
                </a:cubicBezTo>
                <a:lnTo>
                  <a:pt x="3683615" y="3703582"/>
                </a:lnTo>
                <a:cubicBezTo>
                  <a:pt x="3683852" y="3703997"/>
                  <a:pt x="3683852" y="3704589"/>
                  <a:pt x="3683615" y="3705003"/>
                </a:cubicBezTo>
                <a:lnTo>
                  <a:pt x="3673369" y="3722712"/>
                </a:lnTo>
                <a:cubicBezTo>
                  <a:pt x="3673133" y="3723126"/>
                  <a:pt x="3672659" y="3723422"/>
                  <a:pt x="3672126" y="3723422"/>
                </a:cubicBezTo>
                <a:lnTo>
                  <a:pt x="3651694" y="3723422"/>
                </a:lnTo>
                <a:cubicBezTo>
                  <a:pt x="3651160" y="3723422"/>
                  <a:pt x="3650687" y="3723126"/>
                  <a:pt x="3650449" y="3722712"/>
                </a:cubicBezTo>
                <a:lnTo>
                  <a:pt x="3640263" y="3705003"/>
                </a:lnTo>
                <a:cubicBezTo>
                  <a:pt x="3640026" y="3704589"/>
                  <a:pt x="3640026" y="3703997"/>
                  <a:pt x="3640263" y="3703582"/>
                </a:cubicBezTo>
                <a:lnTo>
                  <a:pt x="3650509" y="3685874"/>
                </a:lnTo>
                <a:cubicBezTo>
                  <a:pt x="3650746" y="3685459"/>
                  <a:pt x="3651219" y="3685163"/>
                  <a:pt x="3651753" y="3685163"/>
                </a:cubicBezTo>
                <a:close/>
                <a:moveTo>
                  <a:pt x="4530890" y="3685044"/>
                </a:moveTo>
                <a:lnTo>
                  <a:pt x="4551441" y="3685044"/>
                </a:lnTo>
                <a:cubicBezTo>
                  <a:pt x="4551915" y="3685044"/>
                  <a:pt x="4552448" y="3685281"/>
                  <a:pt x="4552685" y="3685755"/>
                </a:cubicBezTo>
                <a:lnTo>
                  <a:pt x="4562931" y="3703522"/>
                </a:lnTo>
                <a:cubicBezTo>
                  <a:pt x="4563168" y="3703996"/>
                  <a:pt x="4563168" y="3704529"/>
                  <a:pt x="4562931" y="3705003"/>
                </a:cubicBezTo>
                <a:lnTo>
                  <a:pt x="4552685" y="3722770"/>
                </a:lnTo>
                <a:cubicBezTo>
                  <a:pt x="4552448" y="3723185"/>
                  <a:pt x="4551975" y="3723481"/>
                  <a:pt x="4551441" y="3723481"/>
                </a:cubicBezTo>
                <a:lnTo>
                  <a:pt x="4530890" y="3723481"/>
                </a:lnTo>
                <a:cubicBezTo>
                  <a:pt x="4530417" y="3723481"/>
                  <a:pt x="4529883" y="3723244"/>
                  <a:pt x="4529647" y="3722770"/>
                </a:cubicBezTo>
                <a:lnTo>
                  <a:pt x="4519401" y="3705003"/>
                </a:lnTo>
                <a:cubicBezTo>
                  <a:pt x="4519164" y="3704529"/>
                  <a:pt x="4519164" y="3703996"/>
                  <a:pt x="4519401" y="3703522"/>
                </a:cubicBezTo>
                <a:lnTo>
                  <a:pt x="4529647" y="3685755"/>
                </a:lnTo>
                <a:cubicBezTo>
                  <a:pt x="4529883" y="3685340"/>
                  <a:pt x="4530357" y="3685044"/>
                  <a:pt x="4530890" y="3685044"/>
                </a:cubicBezTo>
                <a:close/>
                <a:moveTo>
                  <a:pt x="4598406" y="3684866"/>
                </a:moveTo>
                <a:lnTo>
                  <a:pt x="4619135" y="3684866"/>
                </a:lnTo>
                <a:cubicBezTo>
                  <a:pt x="4619609" y="3684866"/>
                  <a:pt x="4620083" y="3685103"/>
                  <a:pt x="4620379" y="3685577"/>
                </a:cubicBezTo>
                <a:lnTo>
                  <a:pt x="4630743" y="3703581"/>
                </a:lnTo>
                <a:cubicBezTo>
                  <a:pt x="4631039" y="3704055"/>
                  <a:pt x="4631039" y="3704588"/>
                  <a:pt x="4630743" y="3705062"/>
                </a:cubicBezTo>
                <a:lnTo>
                  <a:pt x="4620379" y="3723066"/>
                </a:lnTo>
                <a:cubicBezTo>
                  <a:pt x="4620142" y="3723481"/>
                  <a:pt x="4619668" y="3723777"/>
                  <a:pt x="4619135" y="3723777"/>
                </a:cubicBezTo>
                <a:lnTo>
                  <a:pt x="4598406" y="3723777"/>
                </a:lnTo>
                <a:cubicBezTo>
                  <a:pt x="4597932" y="3723777"/>
                  <a:pt x="4597399" y="3723540"/>
                  <a:pt x="4597162" y="3723066"/>
                </a:cubicBezTo>
                <a:lnTo>
                  <a:pt x="4586798" y="3705062"/>
                </a:lnTo>
                <a:cubicBezTo>
                  <a:pt x="4586502" y="3704588"/>
                  <a:pt x="4586502" y="3704055"/>
                  <a:pt x="4586798" y="3703581"/>
                </a:cubicBezTo>
                <a:lnTo>
                  <a:pt x="4597162" y="3685577"/>
                </a:lnTo>
                <a:cubicBezTo>
                  <a:pt x="4597399" y="3685162"/>
                  <a:pt x="4597874" y="3684866"/>
                  <a:pt x="4598406" y="3684866"/>
                </a:cubicBezTo>
                <a:close/>
                <a:moveTo>
                  <a:pt x="2907648" y="3684866"/>
                </a:moveTo>
                <a:lnTo>
                  <a:pt x="2928377" y="3684866"/>
                </a:lnTo>
                <a:cubicBezTo>
                  <a:pt x="2928851" y="3684866"/>
                  <a:pt x="2929325" y="3685103"/>
                  <a:pt x="2929621" y="3685577"/>
                </a:cubicBezTo>
                <a:lnTo>
                  <a:pt x="2939985" y="3703581"/>
                </a:lnTo>
                <a:cubicBezTo>
                  <a:pt x="2940281" y="3704055"/>
                  <a:pt x="2940281" y="3704588"/>
                  <a:pt x="2939985" y="3705062"/>
                </a:cubicBezTo>
                <a:lnTo>
                  <a:pt x="2929621" y="3723066"/>
                </a:lnTo>
                <a:cubicBezTo>
                  <a:pt x="2929384" y="3723481"/>
                  <a:pt x="2928910" y="3723777"/>
                  <a:pt x="2928377" y="3723777"/>
                </a:cubicBezTo>
                <a:lnTo>
                  <a:pt x="2907648" y="3723777"/>
                </a:lnTo>
                <a:cubicBezTo>
                  <a:pt x="2907175" y="3723777"/>
                  <a:pt x="2906701" y="3723540"/>
                  <a:pt x="2906405" y="3723066"/>
                </a:cubicBezTo>
                <a:lnTo>
                  <a:pt x="2896040" y="3705062"/>
                </a:lnTo>
                <a:cubicBezTo>
                  <a:pt x="2895744" y="3704588"/>
                  <a:pt x="2895744" y="3704055"/>
                  <a:pt x="2896040" y="3703581"/>
                </a:cubicBezTo>
                <a:lnTo>
                  <a:pt x="2906405" y="3685577"/>
                </a:lnTo>
                <a:cubicBezTo>
                  <a:pt x="2906641" y="3685162"/>
                  <a:pt x="2907115" y="3684866"/>
                  <a:pt x="2907648" y="3684866"/>
                </a:cubicBezTo>
                <a:close/>
                <a:moveTo>
                  <a:pt x="3922056" y="3684748"/>
                </a:moveTo>
                <a:lnTo>
                  <a:pt x="3942904" y="3684748"/>
                </a:lnTo>
                <a:cubicBezTo>
                  <a:pt x="3943437" y="3684748"/>
                  <a:pt x="3943911" y="3684985"/>
                  <a:pt x="3944206" y="3685459"/>
                </a:cubicBezTo>
                <a:lnTo>
                  <a:pt x="3954630" y="3703522"/>
                </a:lnTo>
                <a:cubicBezTo>
                  <a:pt x="3954926" y="3703996"/>
                  <a:pt x="3954926" y="3704529"/>
                  <a:pt x="3954630" y="3705003"/>
                </a:cubicBezTo>
                <a:lnTo>
                  <a:pt x="3944206" y="3723066"/>
                </a:lnTo>
                <a:cubicBezTo>
                  <a:pt x="3943911" y="3723481"/>
                  <a:pt x="3943437" y="3723777"/>
                  <a:pt x="3942904" y="3723777"/>
                </a:cubicBezTo>
                <a:lnTo>
                  <a:pt x="3922056" y="3723777"/>
                </a:lnTo>
                <a:cubicBezTo>
                  <a:pt x="3921523" y="3723777"/>
                  <a:pt x="3921050" y="3723540"/>
                  <a:pt x="3920753" y="3723066"/>
                </a:cubicBezTo>
                <a:lnTo>
                  <a:pt x="3910330" y="3705003"/>
                </a:lnTo>
                <a:cubicBezTo>
                  <a:pt x="3910034" y="3704529"/>
                  <a:pt x="3910034" y="3703996"/>
                  <a:pt x="3910330" y="3703522"/>
                </a:cubicBezTo>
                <a:lnTo>
                  <a:pt x="3920753" y="3685459"/>
                </a:lnTo>
                <a:cubicBezTo>
                  <a:pt x="3921050" y="3685044"/>
                  <a:pt x="3921523" y="3684748"/>
                  <a:pt x="3922056" y="3684748"/>
                </a:cubicBezTo>
                <a:close/>
                <a:moveTo>
                  <a:pt x="3583940" y="3684748"/>
                </a:moveTo>
                <a:lnTo>
                  <a:pt x="3604787" y="3684748"/>
                </a:lnTo>
                <a:cubicBezTo>
                  <a:pt x="3605320" y="3684748"/>
                  <a:pt x="3605794" y="3684985"/>
                  <a:pt x="3606090" y="3685459"/>
                </a:cubicBezTo>
                <a:lnTo>
                  <a:pt x="3616514" y="3703522"/>
                </a:lnTo>
                <a:cubicBezTo>
                  <a:pt x="3616810" y="3703996"/>
                  <a:pt x="3616810" y="3704529"/>
                  <a:pt x="3616514" y="3705003"/>
                </a:cubicBezTo>
                <a:lnTo>
                  <a:pt x="3606090" y="3723066"/>
                </a:lnTo>
                <a:cubicBezTo>
                  <a:pt x="3605794" y="3723481"/>
                  <a:pt x="3605320" y="3723777"/>
                  <a:pt x="3604787" y="3723777"/>
                </a:cubicBezTo>
                <a:lnTo>
                  <a:pt x="3583940" y="3723777"/>
                </a:lnTo>
                <a:cubicBezTo>
                  <a:pt x="3583407" y="3723777"/>
                  <a:pt x="3582933" y="3723540"/>
                  <a:pt x="3582637" y="3723066"/>
                </a:cubicBezTo>
                <a:lnTo>
                  <a:pt x="3572213" y="3705003"/>
                </a:lnTo>
                <a:cubicBezTo>
                  <a:pt x="3571917" y="3704529"/>
                  <a:pt x="3571917" y="3703996"/>
                  <a:pt x="3572213" y="3703522"/>
                </a:cubicBezTo>
                <a:lnTo>
                  <a:pt x="3582637" y="3685459"/>
                </a:lnTo>
                <a:cubicBezTo>
                  <a:pt x="3582933" y="3685044"/>
                  <a:pt x="3583407" y="3684748"/>
                  <a:pt x="3583940" y="3684748"/>
                </a:cubicBezTo>
                <a:close/>
                <a:moveTo>
                  <a:pt x="3516069" y="3684452"/>
                </a:moveTo>
                <a:lnTo>
                  <a:pt x="3537271" y="3684452"/>
                </a:lnTo>
                <a:cubicBezTo>
                  <a:pt x="3537804" y="3684452"/>
                  <a:pt x="3538278" y="3684748"/>
                  <a:pt x="3538574" y="3685222"/>
                </a:cubicBezTo>
                <a:lnTo>
                  <a:pt x="3549175" y="3703582"/>
                </a:lnTo>
                <a:cubicBezTo>
                  <a:pt x="3549472" y="3703997"/>
                  <a:pt x="3549472" y="3704589"/>
                  <a:pt x="3549175" y="3705063"/>
                </a:cubicBezTo>
                <a:lnTo>
                  <a:pt x="3538574" y="3723422"/>
                </a:lnTo>
                <a:cubicBezTo>
                  <a:pt x="3538278" y="3723896"/>
                  <a:pt x="3537804" y="3724192"/>
                  <a:pt x="3537271" y="3724192"/>
                </a:cubicBezTo>
                <a:lnTo>
                  <a:pt x="3516069" y="3724192"/>
                </a:lnTo>
                <a:cubicBezTo>
                  <a:pt x="3515536" y="3724192"/>
                  <a:pt x="3515062" y="3723896"/>
                  <a:pt x="3514766" y="3723422"/>
                </a:cubicBezTo>
                <a:lnTo>
                  <a:pt x="3504164" y="3705063"/>
                </a:lnTo>
                <a:cubicBezTo>
                  <a:pt x="3503868" y="3704648"/>
                  <a:pt x="3503868" y="3704055"/>
                  <a:pt x="3504164" y="3703582"/>
                </a:cubicBezTo>
                <a:lnTo>
                  <a:pt x="3514766" y="3685222"/>
                </a:lnTo>
                <a:cubicBezTo>
                  <a:pt x="3515062" y="3684748"/>
                  <a:pt x="3515536" y="3684452"/>
                  <a:pt x="3516069" y="3684452"/>
                </a:cubicBezTo>
                <a:close/>
                <a:moveTo>
                  <a:pt x="3312867" y="3683800"/>
                </a:moveTo>
                <a:lnTo>
                  <a:pt x="3334721" y="3683800"/>
                </a:lnTo>
                <a:cubicBezTo>
                  <a:pt x="3335313" y="3683800"/>
                  <a:pt x="3335787" y="3684096"/>
                  <a:pt x="3336083" y="3684570"/>
                </a:cubicBezTo>
                <a:lnTo>
                  <a:pt x="3346981" y="3703522"/>
                </a:lnTo>
                <a:cubicBezTo>
                  <a:pt x="3347277" y="3703996"/>
                  <a:pt x="3347277" y="3704588"/>
                  <a:pt x="3346981" y="3705062"/>
                </a:cubicBezTo>
                <a:lnTo>
                  <a:pt x="3336024" y="3724014"/>
                </a:lnTo>
                <a:cubicBezTo>
                  <a:pt x="3335728" y="3724488"/>
                  <a:pt x="3335195" y="3724784"/>
                  <a:pt x="3334662" y="3724784"/>
                </a:cubicBezTo>
                <a:lnTo>
                  <a:pt x="3312808" y="3724784"/>
                </a:lnTo>
                <a:cubicBezTo>
                  <a:pt x="3312215" y="3724784"/>
                  <a:pt x="3311742" y="3724488"/>
                  <a:pt x="3311446" y="3724014"/>
                </a:cubicBezTo>
                <a:lnTo>
                  <a:pt x="3300548" y="3705062"/>
                </a:lnTo>
                <a:cubicBezTo>
                  <a:pt x="3300252" y="3704588"/>
                  <a:pt x="3300252" y="3703996"/>
                  <a:pt x="3300548" y="3703522"/>
                </a:cubicBezTo>
                <a:lnTo>
                  <a:pt x="3311505" y="3684570"/>
                </a:lnTo>
                <a:cubicBezTo>
                  <a:pt x="3311801" y="3684096"/>
                  <a:pt x="3312334" y="3683800"/>
                  <a:pt x="3312867" y="3683800"/>
                </a:cubicBezTo>
                <a:close/>
                <a:moveTo>
                  <a:pt x="4665449" y="3683741"/>
                </a:moveTo>
                <a:lnTo>
                  <a:pt x="4687422" y="3683741"/>
                </a:lnTo>
                <a:cubicBezTo>
                  <a:pt x="4688014" y="3683741"/>
                  <a:pt x="4688488" y="3684037"/>
                  <a:pt x="4688784" y="3684511"/>
                </a:cubicBezTo>
                <a:lnTo>
                  <a:pt x="4699741" y="3703522"/>
                </a:lnTo>
                <a:cubicBezTo>
                  <a:pt x="4700037" y="3703996"/>
                  <a:pt x="4700037" y="3704588"/>
                  <a:pt x="4699741" y="3705062"/>
                </a:cubicBezTo>
                <a:lnTo>
                  <a:pt x="4688725" y="3724073"/>
                </a:lnTo>
                <a:cubicBezTo>
                  <a:pt x="4688429" y="3724547"/>
                  <a:pt x="4687896" y="3724843"/>
                  <a:pt x="4687363" y="3724843"/>
                </a:cubicBezTo>
                <a:lnTo>
                  <a:pt x="4665390" y="3724843"/>
                </a:lnTo>
                <a:cubicBezTo>
                  <a:pt x="4664798" y="3724843"/>
                  <a:pt x="4664324" y="3724547"/>
                  <a:pt x="4664028" y="3724073"/>
                </a:cubicBezTo>
                <a:lnTo>
                  <a:pt x="4653071" y="3705062"/>
                </a:lnTo>
                <a:cubicBezTo>
                  <a:pt x="4652775" y="3704588"/>
                  <a:pt x="4652775" y="3703996"/>
                  <a:pt x="4653071" y="3703522"/>
                </a:cubicBezTo>
                <a:lnTo>
                  <a:pt x="4664087" y="3684511"/>
                </a:lnTo>
                <a:cubicBezTo>
                  <a:pt x="4664384" y="3684037"/>
                  <a:pt x="4664916" y="3683741"/>
                  <a:pt x="4665449" y="3683741"/>
                </a:cubicBezTo>
                <a:close/>
                <a:moveTo>
                  <a:pt x="4732906" y="3683504"/>
                </a:moveTo>
                <a:lnTo>
                  <a:pt x="4755116" y="3683504"/>
                </a:lnTo>
                <a:cubicBezTo>
                  <a:pt x="4755649" y="3683504"/>
                  <a:pt x="4756182" y="3683800"/>
                  <a:pt x="4756478" y="3684274"/>
                </a:cubicBezTo>
                <a:lnTo>
                  <a:pt x="4767553" y="3703522"/>
                </a:lnTo>
                <a:cubicBezTo>
                  <a:pt x="4767849" y="3703996"/>
                  <a:pt x="4767849" y="3704588"/>
                  <a:pt x="4767553" y="3705062"/>
                </a:cubicBezTo>
                <a:lnTo>
                  <a:pt x="4756478" y="3724310"/>
                </a:lnTo>
                <a:cubicBezTo>
                  <a:pt x="4756182" y="3724784"/>
                  <a:pt x="4755649" y="3725080"/>
                  <a:pt x="4755116" y="3725080"/>
                </a:cubicBezTo>
                <a:lnTo>
                  <a:pt x="4732906" y="3725080"/>
                </a:lnTo>
                <a:cubicBezTo>
                  <a:pt x="4732374" y="3725080"/>
                  <a:pt x="4731841" y="3724784"/>
                  <a:pt x="4731544" y="3724310"/>
                </a:cubicBezTo>
                <a:lnTo>
                  <a:pt x="4720469" y="3705062"/>
                </a:lnTo>
                <a:cubicBezTo>
                  <a:pt x="4720173" y="3704588"/>
                  <a:pt x="4720173" y="3703996"/>
                  <a:pt x="4720469" y="3703522"/>
                </a:cubicBezTo>
                <a:lnTo>
                  <a:pt x="4731544" y="3684274"/>
                </a:lnTo>
                <a:cubicBezTo>
                  <a:pt x="4731841" y="3683800"/>
                  <a:pt x="4732374" y="3683504"/>
                  <a:pt x="4732906" y="3683504"/>
                </a:cubicBezTo>
                <a:close/>
                <a:moveTo>
                  <a:pt x="2974514" y="3683504"/>
                </a:moveTo>
                <a:lnTo>
                  <a:pt x="2996723" y="3683504"/>
                </a:lnTo>
                <a:cubicBezTo>
                  <a:pt x="2997256" y="3683504"/>
                  <a:pt x="2997789" y="3683800"/>
                  <a:pt x="2998085" y="3684274"/>
                </a:cubicBezTo>
                <a:lnTo>
                  <a:pt x="3009160" y="3703522"/>
                </a:lnTo>
                <a:cubicBezTo>
                  <a:pt x="3009456" y="3703996"/>
                  <a:pt x="3009456" y="3704588"/>
                  <a:pt x="3009160" y="3705062"/>
                </a:cubicBezTo>
                <a:lnTo>
                  <a:pt x="2998085" y="3724310"/>
                </a:lnTo>
                <a:cubicBezTo>
                  <a:pt x="2997789" y="3724784"/>
                  <a:pt x="2997256" y="3725080"/>
                  <a:pt x="2996723" y="3725080"/>
                </a:cubicBezTo>
                <a:lnTo>
                  <a:pt x="2974514" y="3725080"/>
                </a:lnTo>
                <a:cubicBezTo>
                  <a:pt x="2973980" y="3725080"/>
                  <a:pt x="2973448" y="3724784"/>
                  <a:pt x="2973151" y="3724310"/>
                </a:cubicBezTo>
                <a:lnTo>
                  <a:pt x="2962076" y="3705062"/>
                </a:lnTo>
                <a:cubicBezTo>
                  <a:pt x="2961780" y="3704588"/>
                  <a:pt x="2961780" y="3703996"/>
                  <a:pt x="2962076" y="3703522"/>
                </a:cubicBezTo>
                <a:lnTo>
                  <a:pt x="2973151" y="3684274"/>
                </a:lnTo>
                <a:cubicBezTo>
                  <a:pt x="2973448" y="3683800"/>
                  <a:pt x="2973980" y="3683504"/>
                  <a:pt x="2974514" y="3683504"/>
                </a:cubicBezTo>
                <a:close/>
                <a:moveTo>
                  <a:pt x="5003388" y="3683386"/>
                </a:moveTo>
                <a:lnTo>
                  <a:pt x="5025716" y="3683386"/>
                </a:lnTo>
                <a:cubicBezTo>
                  <a:pt x="5026249" y="3683386"/>
                  <a:pt x="5026781" y="3683682"/>
                  <a:pt x="5027078" y="3684156"/>
                </a:cubicBezTo>
                <a:lnTo>
                  <a:pt x="5038212" y="3703463"/>
                </a:lnTo>
                <a:cubicBezTo>
                  <a:pt x="5038508" y="3703997"/>
                  <a:pt x="5038508" y="3704589"/>
                  <a:pt x="5038212" y="3705063"/>
                </a:cubicBezTo>
                <a:lnTo>
                  <a:pt x="5027078" y="3724370"/>
                </a:lnTo>
                <a:cubicBezTo>
                  <a:pt x="5026781" y="3724844"/>
                  <a:pt x="5026249" y="3725140"/>
                  <a:pt x="5025716" y="3725140"/>
                </a:cubicBezTo>
                <a:lnTo>
                  <a:pt x="5003388" y="3725140"/>
                </a:lnTo>
                <a:cubicBezTo>
                  <a:pt x="5002854" y="3725140"/>
                  <a:pt x="5002321" y="3724844"/>
                  <a:pt x="5002026" y="3724370"/>
                </a:cubicBezTo>
                <a:lnTo>
                  <a:pt x="4990891" y="3705063"/>
                </a:lnTo>
                <a:cubicBezTo>
                  <a:pt x="4990595" y="3704529"/>
                  <a:pt x="4990595" y="3703937"/>
                  <a:pt x="4990891" y="3703463"/>
                </a:cubicBezTo>
                <a:lnTo>
                  <a:pt x="5002026" y="3684156"/>
                </a:lnTo>
                <a:cubicBezTo>
                  <a:pt x="5002321" y="3683682"/>
                  <a:pt x="5002854" y="3683386"/>
                  <a:pt x="5003388" y="3683386"/>
                </a:cubicBezTo>
                <a:close/>
                <a:moveTo>
                  <a:pt x="3177301" y="3683208"/>
                </a:moveTo>
                <a:lnTo>
                  <a:pt x="3199807" y="3683208"/>
                </a:lnTo>
                <a:cubicBezTo>
                  <a:pt x="3200339" y="3683208"/>
                  <a:pt x="3200873" y="3683504"/>
                  <a:pt x="3201169" y="3683978"/>
                </a:cubicBezTo>
                <a:lnTo>
                  <a:pt x="3212422" y="3703463"/>
                </a:lnTo>
                <a:cubicBezTo>
                  <a:pt x="3212718" y="3703937"/>
                  <a:pt x="3212718" y="3704588"/>
                  <a:pt x="3212422" y="3705062"/>
                </a:cubicBezTo>
                <a:lnTo>
                  <a:pt x="3201169" y="3724547"/>
                </a:lnTo>
                <a:cubicBezTo>
                  <a:pt x="3200873" y="3725021"/>
                  <a:pt x="3200339" y="3725317"/>
                  <a:pt x="3199807" y="3725317"/>
                </a:cubicBezTo>
                <a:lnTo>
                  <a:pt x="3177301" y="3725317"/>
                </a:lnTo>
                <a:cubicBezTo>
                  <a:pt x="3176768" y="3725317"/>
                  <a:pt x="3176235" y="3725021"/>
                  <a:pt x="3175939" y="3724547"/>
                </a:cubicBezTo>
                <a:lnTo>
                  <a:pt x="3164686" y="3705062"/>
                </a:lnTo>
                <a:cubicBezTo>
                  <a:pt x="3164390" y="3704588"/>
                  <a:pt x="3164390" y="3703937"/>
                  <a:pt x="3164686" y="3703463"/>
                </a:cubicBezTo>
                <a:lnTo>
                  <a:pt x="3175939" y="3683978"/>
                </a:lnTo>
                <a:cubicBezTo>
                  <a:pt x="3176235" y="3683504"/>
                  <a:pt x="3176768" y="3683208"/>
                  <a:pt x="3177301" y="3683208"/>
                </a:cubicBezTo>
                <a:close/>
                <a:moveTo>
                  <a:pt x="4800364" y="3683090"/>
                </a:moveTo>
                <a:lnTo>
                  <a:pt x="4822988" y="3683090"/>
                </a:lnTo>
                <a:cubicBezTo>
                  <a:pt x="4823521" y="3683090"/>
                  <a:pt x="4824054" y="3683445"/>
                  <a:pt x="4824350" y="3683919"/>
                </a:cubicBezTo>
                <a:lnTo>
                  <a:pt x="4835662" y="3703523"/>
                </a:lnTo>
                <a:cubicBezTo>
                  <a:pt x="4835958" y="3703997"/>
                  <a:pt x="4835958" y="3704648"/>
                  <a:pt x="4835662" y="3705122"/>
                </a:cubicBezTo>
                <a:lnTo>
                  <a:pt x="4824350" y="3724725"/>
                </a:lnTo>
                <a:cubicBezTo>
                  <a:pt x="4824054" y="3725258"/>
                  <a:pt x="4823581" y="3725554"/>
                  <a:pt x="4822988" y="3725554"/>
                </a:cubicBezTo>
                <a:lnTo>
                  <a:pt x="4800364" y="3725554"/>
                </a:lnTo>
                <a:cubicBezTo>
                  <a:pt x="4799831" y="3725554"/>
                  <a:pt x="4799298" y="3725199"/>
                  <a:pt x="4799002" y="3724725"/>
                </a:cubicBezTo>
                <a:lnTo>
                  <a:pt x="4787690" y="3705122"/>
                </a:lnTo>
                <a:cubicBezTo>
                  <a:pt x="4787394" y="3704648"/>
                  <a:pt x="4787394" y="3703997"/>
                  <a:pt x="4787690" y="3703523"/>
                </a:cubicBezTo>
                <a:lnTo>
                  <a:pt x="4799002" y="3683919"/>
                </a:lnTo>
                <a:cubicBezTo>
                  <a:pt x="4799298" y="3683386"/>
                  <a:pt x="4799772" y="3683090"/>
                  <a:pt x="4800364" y="3683090"/>
                </a:cubicBezTo>
                <a:close/>
                <a:moveTo>
                  <a:pt x="3244876" y="3683090"/>
                </a:moveTo>
                <a:lnTo>
                  <a:pt x="3267500" y="3683090"/>
                </a:lnTo>
                <a:cubicBezTo>
                  <a:pt x="3268033" y="3683090"/>
                  <a:pt x="3268566" y="3683445"/>
                  <a:pt x="3268862" y="3683919"/>
                </a:cubicBezTo>
                <a:lnTo>
                  <a:pt x="3280174" y="3703523"/>
                </a:lnTo>
                <a:cubicBezTo>
                  <a:pt x="3280470" y="3703997"/>
                  <a:pt x="3280470" y="3704648"/>
                  <a:pt x="3280174" y="3705122"/>
                </a:cubicBezTo>
                <a:lnTo>
                  <a:pt x="3268862" y="3724725"/>
                </a:lnTo>
                <a:cubicBezTo>
                  <a:pt x="3268566" y="3725258"/>
                  <a:pt x="3268093" y="3725554"/>
                  <a:pt x="3267500" y="3725554"/>
                </a:cubicBezTo>
                <a:lnTo>
                  <a:pt x="3244876" y="3725554"/>
                </a:lnTo>
                <a:cubicBezTo>
                  <a:pt x="3244343" y="3725554"/>
                  <a:pt x="3243810" y="3725199"/>
                  <a:pt x="3243514" y="3724725"/>
                </a:cubicBezTo>
                <a:lnTo>
                  <a:pt x="3232202" y="3705122"/>
                </a:lnTo>
                <a:cubicBezTo>
                  <a:pt x="3231906" y="3704648"/>
                  <a:pt x="3231906" y="3703997"/>
                  <a:pt x="3232202" y="3703523"/>
                </a:cubicBezTo>
                <a:lnTo>
                  <a:pt x="3243514" y="3683919"/>
                </a:lnTo>
                <a:cubicBezTo>
                  <a:pt x="3243810" y="3683386"/>
                  <a:pt x="3244284" y="3683090"/>
                  <a:pt x="3244876" y="3683090"/>
                </a:cubicBezTo>
                <a:close/>
                <a:moveTo>
                  <a:pt x="3447604" y="3682912"/>
                </a:moveTo>
                <a:lnTo>
                  <a:pt x="3470464" y="3682912"/>
                </a:lnTo>
                <a:cubicBezTo>
                  <a:pt x="3471057" y="3682912"/>
                  <a:pt x="3471590" y="3683267"/>
                  <a:pt x="3471886" y="3683741"/>
                </a:cubicBezTo>
                <a:lnTo>
                  <a:pt x="3483317" y="3703522"/>
                </a:lnTo>
                <a:cubicBezTo>
                  <a:pt x="3483613" y="3703996"/>
                  <a:pt x="3483613" y="3704648"/>
                  <a:pt x="3483317" y="3705121"/>
                </a:cubicBezTo>
                <a:lnTo>
                  <a:pt x="3471886" y="3724902"/>
                </a:lnTo>
                <a:cubicBezTo>
                  <a:pt x="3471590" y="3725436"/>
                  <a:pt x="3471057" y="3725732"/>
                  <a:pt x="3470464" y="3725732"/>
                </a:cubicBezTo>
                <a:lnTo>
                  <a:pt x="3447604" y="3725732"/>
                </a:lnTo>
                <a:cubicBezTo>
                  <a:pt x="3447012" y="3725732"/>
                  <a:pt x="3446479" y="3725376"/>
                  <a:pt x="3446182" y="3724902"/>
                </a:cubicBezTo>
                <a:lnTo>
                  <a:pt x="3434752" y="3705121"/>
                </a:lnTo>
                <a:cubicBezTo>
                  <a:pt x="3434456" y="3704648"/>
                  <a:pt x="3434456" y="3703996"/>
                  <a:pt x="3434752" y="3703522"/>
                </a:cubicBezTo>
                <a:lnTo>
                  <a:pt x="3446182" y="3683741"/>
                </a:lnTo>
                <a:cubicBezTo>
                  <a:pt x="3446479" y="3683208"/>
                  <a:pt x="3447012" y="3682912"/>
                  <a:pt x="3447604" y="3682912"/>
                </a:cubicBezTo>
                <a:close/>
                <a:moveTo>
                  <a:pt x="3380028" y="3682912"/>
                </a:moveTo>
                <a:lnTo>
                  <a:pt x="3402889" y="3682912"/>
                </a:lnTo>
                <a:cubicBezTo>
                  <a:pt x="3403481" y="3682912"/>
                  <a:pt x="3404014" y="3683267"/>
                  <a:pt x="3404311" y="3683741"/>
                </a:cubicBezTo>
                <a:lnTo>
                  <a:pt x="3415741" y="3703522"/>
                </a:lnTo>
                <a:cubicBezTo>
                  <a:pt x="3416037" y="3703996"/>
                  <a:pt x="3416037" y="3704648"/>
                  <a:pt x="3415741" y="3705121"/>
                </a:cubicBezTo>
                <a:lnTo>
                  <a:pt x="3404311" y="3724902"/>
                </a:lnTo>
                <a:cubicBezTo>
                  <a:pt x="3404014" y="3725436"/>
                  <a:pt x="3403481" y="3725732"/>
                  <a:pt x="3402889" y="3725732"/>
                </a:cubicBezTo>
                <a:lnTo>
                  <a:pt x="3380028" y="3725732"/>
                </a:lnTo>
                <a:cubicBezTo>
                  <a:pt x="3379436" y="3725732"/>
                  <a:pt x="3378903" y="3725376"/>
                  <a:pt x="3378606" y="3724902"/>
                </a:cubicBezTo>
                <a:lnTo>
                  <a:pt x="3367176" y="3705121"/>
                </a:lnTo>
                <a:cubicBezTo>
                  <a:pt x="3366880" y="3704648"/>
                  <a:pt x="3366880" y="3703996"/>
                  <a:pt x="3367176" y="3703522"/>
                </a:cubicBezTo>
                <a:lnTo>
                  <a:pt x="3378606" y="3683741"/>
                </a:lnTo>
                <a:cubicBezTo>
                  <a:pt x="3378903" y="3683208"/>
                  <a:pt x="3379436" y="3682912"/>
                  <a:pt x="3380028" y="3682912"/>
                </a:cubicBezTo>
                <a:close/>
                <a:moveTo>
                  <a:pt x="3041735" y="3682557"/>
                </a:moveTo>
                <a:lnTo>
                  <a:pt x="3064891" y="3682557"/>
                </a:lnTo>
                <a:cubicBezTo>
                  <a:pt x="3065484" y="3682557"/>
                  <a:pt x="3066017" y="3682912"/>
                  <a:pt x="3066313" y="3683386"/>
                </a:cubicBezTo>
                <a:lnTo>
                  <a:pt x="3077921" y="3703463"/>
                </a:lnTo>
                <a:cubicBezTo>
                  <a:pt x="3078217" y="3703996"/>
                  <a:pt x="3078217" y="3704648"/>
                  <a:pt x="3077921" y="3705122"/>
                </a:cubicBezTo>
                <a:lnTo>
                  <a:pt x="3066313" y="3725199"/>
                </a:lnTo>
                <a:cubicBezTo>
                  <a:pt x="3066017" y="3725732"/>
                  <a:pt x="3065484" y="3726028"/>
                  <a:pt x="3064891" y="3726028"/>
                </a:cubicBezTo>
                <a:lnTo>
                  <a:pt x="3041735" y="3726028"/>
                </a:lnTo>
                <a:cubicBezTo>
                  <a:pt x="3041143" y="3726028"/>
                  <a:pt x="3040609" y="3725673"/>
                  <a:pt x="3040313" y="3725199"/>
                </a:cubicBezTo>
                <a:lnTo>
                  <a:pt x="3028705" y="3705122"/>
                </a:lnTo>
                <a:cubicBezTo>
                  <a:pt x="3028409" y="3704589"/>
                  <a:pt x="3028409" y="3703937"/>
                  <a:pt x="3028705" y="3703463"/>
                </a:cubicBezTo>
                <a:lnTo>
                  <a:pt x="3040313" y="3683386"/>
                </a:lnTo>
                <a:cubicBezTo>
                  <a:pt x="3040609" y="3682853"/>
                  <a:pt x="3041143" y="3682557"/>
                  <a:pt x="3041735" y="3682557"/>
                </a:cubicBezTo>
                <a:close/>
                <a:moveTo>
                  <a:pt x="4867584" y="3682260"/>
                </a:moveTo>
                <a:lnTo>
                  <a:pt x="4891097" y="3682260"/>
                </a:lnTo>
                <a:cubicBezTo>
                  <a:pt x="4891689" y="3682260"/>
                  <a:pt x="4892222" y="3682556"/>
                  <a:pt x="4892519" y="3683089"/>
                </a:cubicBezTo>
                <a:lnTo>
                  <a:pt x="4904245" y="3703463"/>
                </a:lnTo>
                <a:cubicBezTo>
                  <a:pt x="4904541" y="3703996"/>
                  <a:pt x="4904541" y="3704588"/>
                  <a:pt x="4904245" y="3705121"/>
                </a:cubicBezTo>
                <a:lnTo>
                  <a:pt x="4892459" y="3725495"/>
                </a:lnTo>
                <a:cubicBezTo>
                  <a:pt x="4892163" y="3726027"/>
                  <a:pt x="4891630" y="3726323"/>
                  <a:pt x="4891038" y="3726323"/>
                </a:cubicBezTo>
                <a:lnTo>
                  <a:pt x="4867525" y="3726323"/>
                </a:lnTo>
                <a:cubicBezTo>
                  <a:pt x="4866933" y="3726323"/>
                  <a:pt x="4866400" y="3726027"/>
                  <a:pt x="4866104" y="3725495"/>
                </a:cubicBezTo>
                <a:lnTo>
                  <a:pt x="4854377" y="3705121"/>
                </a:lnTo>
                <a:cubicBezTo>
                  <a:pt x="4854081" y="3704588"/>
                  <a:pt x="4854081" y="3703996"/>
                  <a:pt x="4854377" y="3703463"/>
                </a:cubicBezTo>
                <a:lnTo>
                  <a:pt x="4866163" y="3683089"/>
                </a:lnTo>
                <a:cubicBezTo>
                  <a:pt x="4866459" y="3682556"/>
                  <a:pt x="4866992" y="3682260"/>
                  <a:pt x="4867584" y="3682260"/>
                </a:cubicBezTo>
                <a:close/>
                <a:moveTo>
                  <a:pt x="3109073" y="3682201"/>
                </a:moveTo>
                <a:lnTo>
                  <a:pt x="3132704" y="3682201"/>
                </a:lnTo>
                <a:cubicBezTo>
                  <a:pt x="3133297" y="3682201"/>
                  <a:pt x="3133829" y="3682497"/>
                  <a:pt x="3134126" y="3683030"/>
                </a:cubicBezTo>
                <a:lnTo>
                  <a:pt x="3145912" y="3703522"/>
                </a:lnTo>
                <a:cubicBezTo>
                  <a:pt x="3146208" y="3703996"/>
                  <a:pt x="3146208" y="3704647"/>
                  <a:pt x="3145912" y="3705180"/>
                </a:cubicBezTo>
                <a:lnTo>
                  <a:pt x="3134067" y="3725672"/>
                </a:lnTo>
                <a:cubicBezTo>
                  <a:pt x="3133770" y="3726205"/>
                  <a:pt x="3133237" y="3726501"/>
                  <a:pt x="3132645" y="3726501"/>
                </a:cubicBezTo>
                <a:lnTo>
                  <a:pt x="3109014" y="3726501"/>
                </a:lnTo>
                <a:cubicBezTo>
                  <a:pt x="3108422" y="3726501"/>
                  <a:pt x="3107889" y="3726205"/>
                  <a:pt x="3107593" y="3725672"/>
                </a:cubicBezTo>
                <a:lnTo>
                  <a:pt x="3095807" y="3705180"/>
                </a:lnTo>
                <a:cubicBezTo>
                  <a:pt x="3095511" y="3704706"/>
                  <a:pt x="3095511" y="3704055"/>
                  <a:pt x="3095807" y="3703522"/>
                </a:cubicBezTo>
                <a:lnTo>
                  <a:pt x="3107652" y="3683030"/>
                </a:lnTo>
                <a:cubicBezTo>
                  <a:pt x="3107948" y="3682497"/>
                  <a:pt x="3108481" y="3682201"/>
                  <a:pt x="3109073" y="3682201"/>
                </a:cubicBezTo>
                <a:close/>
                <a:moveTo>
                  <a:pt x="4934983" y="3681964"/>
                </a:moveTo>
                <a:lnTo>
                  <a:pt x="4958851" y="3681964"/>
                </a:lnTo>
                <a:cubicBezTo>
                  <a:pt x="4959443" y="3681964"/>
                  <a:pt x="4960035" y="3682260"/>
                  <a:pt x="4960331" y="3682793"/>
                </a:cubicBezTo>
                <a:lnTo>
                  <a:pt x="4972236" y="3703463"/>
                </a:lnTo>
                <a:cubicBezTo>
                  <a:pt x="4972531" y="3703937"/>
                  <a:pt x="4972531" y="3704588"/>
                  <a:pt x="4972236" y="3705121"/>
                </a:cubicBezTo>
                <a:lnTo>
                  <a:pt x="4960331" y="3725791"/>
                </a:lnTo>
                <a:cubicBezTo>
                  <a:pt x="4959976" y="3726264"/>
                  <a:pt x="4959443" y="3726620"/>
                  <a:pt x="4958851" y="3726620"/>
                </a:cubicBezTo>
                <a:lnTo>
                  <a:pt x="4934983" y="3726620"/>
                </a:lnTo>
                <a:cubicBezTo>
                  <a:pt x="4934391" y="3726620"/>
                  <a:pt x="4933798" y="3726324"/>
                  <a:pt x="4933502" y="3725791"/>
                </a:cubicBezTo>
                <a:lnTo>
                  <a:pt x="4921598" y="3705121"/>
                </a:lnTo>
                <a:cubicBezTo>
                  <a:pt x="4921302" y="3704647"/>
                  <a:pt x="4921302" y="3703996"/>
                  <a:pt x="4921598" y="3703463"/>
                </a:cubicBezTo>
                <a:lnTo>
                  <a:pt x="4933502" y="3682793"/>
                </a:lnTo>
                <a:cubicBezTo>
                  <a:pt x="4933858" y="3682319"/>
                  <a:pt x="4934391" y="3681964"/>
                  <a:pt x="4934983" y="3681964"/>
                </a:cubicBezTo>
                <a:close/>
                <a:moveTo>
                  <a:pt x="4194551" y="3629846"/>
                </a:moveTo>
                <a:lnTo>
                  <a:pt x="4211430" y="3629846"/>
                </a:lnTo>
                <a:cubicBezTo>
                  <a:pt x="4211845" y="3629846"/>
                  <a:pt x="4212200" y="3630083"/>
                  <a:pt x="4212437" y="3630438"/>
                </a:cubicBezTo>
                <a:lnTo>
                  <a:pt x="4220847" y="3645067"/>
                </a:lnTo>
                <a:cubicBezTo>
                  <a:pt x="4221083" y="3645422"/>
                  <a:pt x="4221083" y="3645896"/>
                  <a:pt x="4220847" y="3646251"/>
                </a:cubicBezTo>
                <a:lnTo>
                  <a:pt x="4212378" y="3660880"/>
                </a:lnTo>
                <a:cubicBezTo>
                  <a:pt x="4212200" y="3661235"/>
                  <a:pt x="4211785" y="3661472"/>
                  <a:pt x="4211371" y="3661472"/>
                </a:cubicBezTo>
                <a:lnTo>
                  <a:pt x="4194491" y="3661472"/>
                </a:lnTo>
                <a:cubicBezTo>
                  <a:pt x="4194077" y="3661472"/>
                  <a:pt x="4193721" y="3661235"/>
                  <a:pt x="4193485" y="3660880"/>
                </a:cubicBezTo>
                <a:lnTo>
                  <a:pt x="4185075" y="3646251"/>
                </a:lnTo>
                <a:cubicBezTo>
                  <a:pt x="4184838" y="3645896"/>
                  <a:pt x="4184838" y="3645422"/>
                  <a:pt x="4185075" y="3645067"/>
                </a:cubicBezTo>
                <a:lnTo>
                  <a:pt x="4193544" y="3630438"/>
                </a:lnTo>
                <a:cubicBezTo>
                  <a:pt x="4193721" y="3630083"/>
                  <a:pt x="4194136" y="3629846"/>
                  <a:pt x="4194551" y="3629846"/>
                </a:cubicBezTo>
                <a:close/>
                <a:moveTo>
                  <a:pt x="4126620" y="3629372"/>
                </a:moveTo>
                <a:lnTo>
                  <a:pt x="4144091" y="3629372"/>
                </a:lnTo>
                <a:cubicBezTo>
                  <a:pt x="4144506" y="3629372"/>
                  <a:pt x="4144920" y="3629609"/>
                  <a:pt x="4145157" y="3629964"/>
                </a:cubicBezTo>
                <a:lnTo>
                  <a:pt x="4153863" y="3645067"/>
                </a:lnTo>
                <a:cubicBezTo>
                  <a:pt x="4154100" y="3645481"/>
                  <a:pt x="4154100" y="3645955"/>
                  <a:pt x="4153863" y="3646310"/>
                </a:cubicBezTo>
                <a:lnTo>
                  <a:pt x="4145157" y="3661413"/>
                </a:lnTo>
                <a:cubicBezTo>
                  <a:pt x="4144920" y="3661768"/>
                  <a:pt x="4144506" y="3662005"/>
                  <a:pt x="4144091" y="3662005"/>
                </a:cubicBezTo>
                <a:lnTo>
                  <a:pt x="4126620" y="3662005"/>
                </a:lnTo>
                <a:cubicBezTo>
                  <a:pt x="4126205" y="3662005"/>
                  <a:pt x="4125790" y="3661768"/>
                  <a:pt x="4125554" y="3661413"/>
                </a:cubicBezTo>
                <a:lnTo>
                  <a:pt x="4116847" y="3646310"/>
                </a:lnTo>
                <a:cubicBezTo>
                  <a:pt x="4116611" y="3645896"/>
                  <a:pt x="4116611" y="3645422"/>
                  <a:pt x="4116847" y="3645067"/>
                </a:cubicBezTo>
                <a:lnTo>
                  <a:pt x="4125554" y="3629964"/>
                </a:lnTo>
                <a:cubicBezTo>
                  <a:pt x="4125790" y="3629609"/>
                  <a:pt x="4126205" y="3629372"/>
                  <a:pt x="4126620" y="3629372"/>
                </a:cubicBezTo>
                <a:close/>
                <a:moveTo>
                  <a:pt x="4329169" y="3628721"/>
                </a:moveTo>
                <a:lnTo>
                  <a:pt x="4347292" y="3628721"/>
                </a:lnTo>
                <a:cubicBezTo>
                  <a:pt x="4347766" y="3628721"/>
                  <a:pt x="4348181" y="3628958"/>
                  <a:pt x="4348417" y="3629372"/>
                </a:cubicBezTo>
                <a:lnTo>
                  <a:pt x="4357479" y="3645067"/>
                </a:lnTo>
                <a:cubicBezTo>
                  <a:pt x="4357716" y="3645482"/>
                  <a:pt x="4357716" y="3645955"/>
                  <a:pt x="4357479" y="3646370"/>
                </a:cubicBezTo>
                <a:lnTo>
                  <a:pt x="4348417" y="3662065"/>
                </a:lnTo>
                <a:cubicBezTo>
                  <a:pt x="4348181" y="3662479"/>
                  <a:pt x="4347766" y="3662716"/>
                  <a:pt x="4347292" y="3662716"/>
                </a:cubicBezTo>
                <a:lnTo>
                  <a:pt x="4329169" y="3662716"/>
                </a:lnTo>
                <a:cubicBezTo>
                  <a:pt x="4328695" y="3662716"/>
                  <a:pt x="4328281" y="3662479"/>
                  <a:pt x="4328044" y="3662065"/>
                </a:cubicBezTo>
                <a:lnTo>
                  <a:pt x="4318982" y="3646370"/>
                </a:lnTo>
                <a:cubicBezTo>
                  <a:pt x="4318746" y="3645955"/>
                  <a:pt x="4318746" y="3645482"/>
                  <a:pt x="4318982" y="3645067"/>
                </a:cubicBezTo>
                <a:lnTo>
                  <a:pt x="4328044" y="3629372"/>
                </a:lnTo>
                <a:cubicBezTo>
                  <a:pt x="4328281" y="3628958"/>
                  <a:pt x="4328695" y="3628721"/>
                  <a:pt x="4329169" y="3628721"/>
                </a:cubicBezTo>
                <a:close/>
                <a:moveTo>
                  <a:pt x="4261475" y="3628602"/>
                </a:moveTo>
                <a:lnTo>
                  <a:pt x="4279716" y="3628602"/>
                </a:lnTo>
                <a:cubicBezTo>
                  <a:pt x="4280190" y="3628602"/>
                  <a:pt x="4280604" y="3628839"/>
                  <a:pt x="4280841" y="3629254"/>
                </a:cubicBezTo>
                <a:lnTo>
                  <a:pt x="4289962" y="3645007"/>
                </a:lnTo>
                <a:cubicBezTo>
                  <a:pt x="4290199" y="3645422"/>
                  <a:pt x="4290199" y="3645896"/>
                  <a:pt x="4289962" y="3646310"/>
                </a:cubicBezTo>
                <a:lnTo>
                  <a:pt x="4280841" y="3662064"/>
                </a:lnTo>
                <a:cubicBezTo>
                  <a:pt x="4280604" y="3662479"/>
                  <a:pt x="4280190" y="3662716"/>
                  <a:pt x="4279716" y="3662716"/>
                </a:cubicBezTo>
                <a:lnTo>
                  <a:pt x="4261475" y="3662716"/>
                </a:lnTo>
                <a:cubicBezTo>
                  <a:pt x="4261001" y="3662716"/>
                  <a:pt x="4260586" y="3662479"/>
                  <a:pt x="4260349" y="3662064"/>
                </a:cubicBezTo>
                <a:lnTo>
                  <a:pt x="4251229" y="3646310"/>
                </a:lnTo>
                <a:cubicBezTo>
                  <a:pt x="4250992" y="3645896"/>
                  <a:pt x="4250992" y="3645422"/>
                  <a:pt x="4251229" y="3645007"/>
                </a:cubicBezTo>
                <a:lnTo>
                  <a:pt x="4260349" y="3629254"/>
                </a:lnTo>
                <a:cubicBezTo>
                  <a:pt x="4260586" y="3628839"/>
                  <a:pt x="4261001" y="3628602"/>
                  <a:pt x="4261475" y="3628602"/>
                </a:cubicBezTo>
                <a:close/>
                <a:moveTo>
                  <a:pt x="4058273" y="3628010"/>
                </a:moveTo>
                <a:lnTo>
                  <a:pt x="4077167" y="3628010"/>
                </a:lnTo>
                <a:cubicBezTo>
                  <a:pt x="4077581" y="3628010"/>
                  <a:pt x="4078055" y="3628247"/>
                  <a:pt x="4078291" y="3628661"/>
                </a:cubicBezTo>
                <a:lnTo>
                  <a:pt x="4087709" y="3645008"/>
                </a:lnTo>
                <a:cubicBezTo>
                  <a:pt x="4087945" y="3645422"/>
                  <a:pt x="4087945" y="3645955"/>
                  <a:pt x="4087709" y="3646370"/>
                </a:cubicBezTo>
                <a:lnTo>
                  <a:pt x="4078291" y="3662716"/>
                </a:lnTo>
                <a:cubicBezTo>
                  <a:pt x="4078055" y="3663130"/>
                  <a:pt x="4077640" y="3663367"/>
                  <a:pt x="4077167" y="3663367"/>
                </a:cubicBezTo>
                <a:lnTo>
                  <a:pt x="4058273" y="3663367"/>
                </a:lnTo>
                <a:cubicBezTo>
                  <a:pt x="4057859" y="3663367"/>
                  <a:pt x="4057386" y="3663130"/>
                  <a:pt x="4057148" y="3662716"/>
                </a:cubicBezTo>
                <a:lnTo>
                  <a:pt x="4047732" y="3646370"/>
                </a:lnTo>
                <a:cubicBezTo>
                  <a:pt x="4047495" y="3645955"/>
                  <a:pt x="4047495" y="3645422"/>
                  <a:pt x="4047732" y="3645008"/>
                </a:cubicBezTo>
                <a:lnTo>
                  <a:pt x="4057148" y="3628661"/>
                </a:lnTo>
                <a:cubicBezTo>
                  <a:pt x="4057386" y="3628247"/>
                  <a:pt x="4057800" y="3628010"/>
                  <a:pt x="4058273" y="3628010"/>
                </a:cubicBezTo>
                <a:close/>
                <a:moveTo>
                  <a:pt x="4396390" y="3627773"/>
                </a:moveTo>
                <a:lnTo>
                  <a:pt x="4415460" y="3627773"/>
                </a:lnTo>
                <a:cubicBezTo>
                  <a:pt x="4415934" y="3627773"/>
                  <a:pt x="4416408" y="3628010"/>
                  <a:pt x="4416644" y="3628424"/>
                </a:cubicBezTo>
                <a:lnTo>
                  <a:pt x="4426180" y="3644948"/>
                </a:lnTo>
                <a:cubicBezTo>
                  <a:pt x="4426417" y="3645363"/>
                  <a:pt x="4426417" y="3645896"/>
                  <a:pt x="4426180" y="3646310"/>
                </a:cubicBezTo>
                <a:lnTo>
                  <a:pt x="4416644" y="3662834"/>
                </a:lnTo>
                <a:cubicBezTo>
                  <a:pt x="4416408" y="3663249"/>
                  <a:pt x="4415934" y="3663486"/>
                  <a:pt x="4415460" y="3663486"/>
                </a:cubicBezTo>
                <a:lnTo>
                  <a:pt x="4396390" y="3663486"/>
                </a:lnTo>
                <a:cubicBezTo>
                  <a:pt x="4395916" y="3663486"/>
                  <a:pt x="4395442" y="3663249"/>
                  <a:pt x="4395205" y="3662834"/>
                </a:cubicBezTo>
                <a:lnTo>
                  <a:pt x="4385670" y="3646310"/>
                </a:lnTo>
                <a:cubicBezTo>
                  <a:pt x="4385433" y="3645896"/>
                  <a:pt x="4385433" y="3645363"/>
                  <a:pt x="4385670" y="3644948"/>
                </a:cubicBezTo>
                <a:lnTo>
                  <a:pt x="4395205" y="3628424"/>
                </a:lnTo>
                <a:cubicBezTo>
                  <a:pt x="4395442" y="3628010"/>
                  <a:pt x="4395916" y="3627773"/>
                  <a:pt x="4396390" y="3627773"/>
                </a:cubicBezTo>
                <a:close/>
                <a:moveTo>
                  <a:pt x="3922944" y="3627773"/>
                </a:moveTo>
                <a:lnTo>
                  <a:pt x="3942015" y="3627773"/>
                </a:lnTo>
                <a:cubicBezTo>
                  <a:pt x="3942489" y="3627773"/>
                  <a:pt x="3942962" y="3628010"/>
                  <a:pt x="3943199" y="3628424"/>
                </a:cubicBezTo>
                <a:lnTo>
                  <a:pt x="3952735" y="3644948"/>
                </a:lnTo>
                <a:cubicBezTo>
                  <a:pt x="3952972" y="3645363"/>
                  <a:pt x="3952972" y="3645896"/>
                  <a:pt x="3952735" y="3646310"/>
                </a:cubicBezTo>
                <a:lnTo>
                  <a:pt x="3943199" y="3662834"/>
                </a:lnTo>
                <a:cubicBezTo>
                  <a:pt x="3942962" y="3663249"/>
                  <a:pt x="3942489" y="3663486"/>
                  <a:pt x="3942015" y="3663486"/>
                </a:cubicBezTo>
                <a:lnTo>
                  <a:pt x="3922944" y="3663486"/>
                </a:lnTo>
                <a:cubicBezTo>
                  <a:pt x="3922471" y="3663486"/>
                  <a:pt x="3921996" y="3663249"/>
                  <a:pt x="3921760" y="3662834"/>
                </a:cubicBezTo>
                <a:lnTo>
                  <a:pt x="3912225" y="3646310"/>
                </a:lnTo>
                <a:cubicBezTo>
                  <a:pt x="3911988" y="3645896"/>
                  <a:pt x="3911988" y="3645363"/>
                  <a:pt x="3912225" y="3644948"/>
                </a:cubicBezTo>
                <a:lnTo>
                  <a:pt x="3921760" y="3628424"/>
                </a:lnTo>
                <a:cubicBezTo>
                  <a:pt x="3921996" y="3628010"/>
                  <a:pt x="3922471" y="3627773"/>
                  <a:pt x="3922944" y="3627773"/>
                </a:cubicBezTo>
                <a:close/>
                <a:moveTo>
                  <a:pt x="3990521" y="3627714"/>
                </a:moveTo>
                <a:lnTo>
                  <a:pt x="4009710" y="3627714"/>
                </a:lnTo>
                <a:cubicBezTo>
                  <a:pt x="4010183" y="3627714"/>
                  <a:pt x="4010657" y="3627951"/>
                  <a:pt x="4010894" y="3628365"/>
                </a:cubicBezTo>
                <a:lnTo>
                  <a:pt x="4020488" y="3645008"/>
                </a:lnTo>
                <a:cubicBezTo>
                  <a:pt x="4020725" y="3645422"/>
                  <a:pt x="4020725" y="3645955"/>
                  <a:pt x="4020488" y="3646370"/>
                </a:cubicBezTo>
                <a:lnTo>
                  <a:pt x="4010894" y="3663012"/>
                </a:lnTo>
                <a:cubicBezTo>
                  <a:pt x="4010657" y="3663427"/>
                  <a:pt x="4010183" y="3663664"/>
                  <a:pt x="4009710" y="3663664"/>
                </a:cubicBezTo>
                <a:lnTo>
                  <a:pt x="3990521" y="3663664"/>
                </a:lnTo>
                <a:cubicBezTo>
                  <a:pt x="3990047" y="3663664"/>
                  <a:pt x="3989573" y="3663427"/>
                  <a:pt x="3989336" y="3663012"/>
                </a:cubicBezTo>
                <a:lnTo>
                  <a:pt x="3979741" y="3646370"/>
                </a:lnTo>
                <a:cubicBezTo>
                  <a:pt x="3979505" y="3645955"/>
                  <a:pt x="3979505" y="3645422"/>
                  <a:pt x="3979741" y="3645008"/>
                </a:cubicBezTo>
                <a:lnTo>
                  <a:pt x="3989336" y="3628365"/>
                </a:lnTo>
                <a:cubicBezTo>
                  <a:pt x="3989573" y="3627951"/>
                  <a:pt x="3990047" y="3627714"/>
                  <a:pt x="3990521" y="3627714"/>
                </a:cubicBezTo>
                <a:close/>
                <a:moveTo>
                  <a:pt x="3855072" y="3627359"/>
                </a:moveTo>
                <a:lnTo>
                  <a:pt x="3874616" y="3627359"/>
                </a:lnTo>
                <a:cubicBezTo>
                  <a:pt x="3875090" y="3627359"/>
                  <a:pt x="3875564" y="3627655"/>
                  <a:pt x="3875801" y="3628070"/>
                </a:cubicBezTo>
                <a:lnTo>
                  <a:pt x="3885573" y="3645008"/>
                </a:lnTo>
                <a:cubicBezTo>
                  <a:pt x="3885810" y="3645423"/>
                  <a:pt x="3885810" y="3645955"/>
                  <a:pt x="3885573" y="3646370"/>
                </a:cubicBezTo>
                <a:lnTo>
                  <a:pt x="3875801" y="3663309"/>
                </a:lnTo>
                <a:cubicBezTo>
                  <a:pt x="3875564" y="3663723"/>
                  <a:pt x="3875090" y="3664019"/>
                  <a:pt x="3874616" y="3664019"/>
                </a:cubicBezTo>
                <a:lnTo>
                  <a:pt x="3855072" y="3664019"/>
                </a:lnTo>
                <a:cubicBezTo>
                  <a:pt x="3854599" y="3664019"/>
                  <a:pt x="3854125" y="3663723"/>
                  <a:pt x="3853887" y="3663309"/>
                </a:cubicBezTo>
                <a:lnTo>
                  <a:pt x="3844116" y="3646370"/>
                </a:lnTo>
                <a:cubicBezTo>
                  <a:pt x="3843879" y="3645955"/>
                  <a:pt x="3843879" y="3645423"/>
                  <a:pt x="3844116" y="3645008"/>
                </a:cubicBezTo>
                <a:lnTo>
                  <a:pt x="3853887" y="3628070"/>
                </a:lnTo>
                <a:cubicBezTo>
                  <a:pt x="3854125" y="3627655"/>
                  <a:pt x="3854599" y="3627359"/>
                  <a:pt x="3855072" y="3627359"/>
                </a:cubicBezTo>
                <a:close/>
                <a:moveTo>
                  <a:pt x="2772911" y="3627300"/>
                </a:moveTo>
                <a:lnTo>
                  <a:pt x="2792574" y="3627300"/>
                </a:lnTo>
                <a:cubicBezTo>
                  <a:pt x="2793048" y="3627300"/>
                  <a:pt x="2793522" y="3627596"/>
                  <a:pt x="2793759" y="3628011"/>
                </a:cubicBezTo>
                <a:lnTo>
                  <a:pt x="2803590" y="3645008"/>
                </a:lnTo>
                <a:cubicBezTo>
                  <a:pt x="2803827" y="3645423"/>
                  <a:pt x="2803827" y="3645956"/>
                  <a:pt x="2803590" y="3646370"/>
                </a:cubicBezTo>
                <a:lnTo>
                  <a:pt x="2793759" y="3663368"/>
                </a:lnTo>
                <a:cubicBezTo>
                  <a:pt x="2793522" y="3663782"/>
                  <a:pt x="2793048" y="3664079"/>
                  <a:pt x="2792574" y="3664079"/>
                </a:cubicBezTo>
                <a:lnTo>
                  <a:pt x="2772911" y="3664079"/>
                </a:lnTo>
                <a:cubicBezTo>
                  <a:pt x="2772438" y="3664079"/>
                  <a:pt x="2771964" y="3663782"/>
                  <a:pt x="2771727" y="3663368"/>
                </a:cubicBezTo>
                <a:lnTo>
                  <a:pt x="2761896" y="3646370"/>
                </a:lnTo>
                <a:cubicBezTo>
                  <a:pt x="2761659" y="3645956"/>
                  <a:pt x="2761659" y="3645423"/>
                  <a:pt x="2761896" y="3645008"/>
                </a:cubicBezTo>
                <a:lnTo>
                  <a:pt x="2771727" y="3628011"/>
                </a:lnTo>
                <a:cubicBezTo>
                  <a:pt x="2771964" y="3627596"/>
                  <a:pt x="2772438" y="3627300"/>
                  <a:pt x="2772911" y="3627300"/>
                </a:cubicBezTo>
                <a:close/>
                <a:moveTo>
                  <a:pt x="3787259" y="3627062"/>
                </a:moveTo>
                <a:lnTo>
                  <a:pt x="3807160" y="3627062"/>
                </a:lnTo>
                <a:cubicBezTo>
                  <a:pt x="3807633" y="3627062"/>
                  <a:pt x="3808107" y="3627358"/>
                  <a:pt x="3808344" y="3627773"/>
                </a:cubicBezTo>
                <a:lnTo>
                  <a:pt x="3818294" y="3645007"/>
                </a:lnTo>
                <a:cubicBezTo>
                  <a:pt x="3818530" y="3645481"/>
                  <a:pt x="3818530" y="3646014"/>
                  <a:pt x="3818294" y="3646429"/>
                </a:cubicBezTo>
                <a:lnTo>
                  <a:pt x="3808344" y="3663663"/>
                </a:lnTo>
                <a:cubicBezTo>
                  <a:pt x="3808107" y="3664078"/>
                  <a:pt x="3807633" y="3664374"/>
                  <a:pt x="3807160" y="3664374"/>
                </a:cubicBezTo>
                <a:lnTo>
                  <a:pt x="3787259" y="3664374"/>
                </a:lnTo>
                <a:cubicBezTo>
                  <a:pt x="3786786" y="3664374"/>
                  <a:pt x="3786312" y="3664078"/>
                  <a:pt x="3786075" y="3663663"/>
                </a:cubicBezTo>
                <a:lnTo>
                  <a:pt x="3776126" y="3646429"/>
                </a:lnTo>
                <a:cubicBezTo>
                  <a:pt x="3775889" y="3645955"/>
                  <a:pt x="3775889" y="3645422"/>
                  <a:pt x="3776126" y="3645007"/>
                </a:cubicBezTo>
                <a:lnTo>
                  <a:pt x="3786075" y="3627773"/>
                </a:lnTo>
                <a:cubicBezTo>
                  <a:pt x="3786312" y="3627358"/>
                  <a:pt x="3786786" y="3627062"/>
                  <a:pt x="3787259" y="3627062"/>
                </a:cubicBezTo>
                <a:close/>
                <a:moveTo>
                  <a:pt x="4598348" y="3626115"/>
                </a:moveTo>
                <a:lnTo>
                  <a:pt x="4619195" y="3626115"/>
                </a:lnTo>
                <a:cubicBezTo>
                  <a:pt x="4619728" y="3626115"/>
                  <a:pt x="4620201" y="3626352"/>
                  <a:pt x="4620498" y="3626826"/>
                </a:cubicBezTo>
                <a:lnTo>
                  <a:pt x="4630922" y="3644889"/>
                </a:lnTo>
                <a:cubicBezTo>
                  <a:pt x="4631217" y="3645363"/>
                  <a:pt x="4631217" y="3645896"/>
                  <a:pt x="4630922" y="3646370"/>
                </a:cubicBezTo>
                <a:lnTo>
                  <a:pt x="4620498" y="3664434"/>
                </a:lnTo>
                <a:cubicBezTo>
                  <a:pt x="4620201" y="3664848"/>
                  <a:pt x="4619728" y="3665144"/>
                  <a:pt x="4619195" y="3665144"/>
                </a:cubicBezTo>
                <a:lnTo>
                  <a:pt x="4598348" y="3665144"/>
                </a:lnTo>
                <a:cubicBezTo>
                  <a:pt x="4597815" y="3665144"/>
                  <a:pt x="4597341" y="3664907"/>
                  <a:pt x="4597045" y="3664434"/>
                </a:cubicBezTo>
                <a:lnTo>
                  <a:pt x="4586621" y="3646370"/>
                </a:lnTo>
                <a:cubicBezTo>
                  <a:pt x="4586325" y="3645896"/>
                  <a:pt x="4586325" y="3645363"/>
                  <a:pt x="4586621" y="3644889"/>
                </a:cubicBezTo>
                <a:lnTo>
                  <a:pt x="4597045" y="3626826"/>
                </a:lnTo>
                <a:cubicBezTo>
                  <a:pt x="4597341" y="3626411"/>
                  <a:pt x="4597815" y="3626115"/>
                  <a:pt x="4598348" y="3626115"/>
                </a:cubicBezTo>
                <a:close/>
                <a:moveTo>
                  <a:pt x="4463137" y="3626115"/>
                </a:moveTo>
                <a:lnTo>
                  <a:pt x="4483984" y="3626115"/>
                </a:lnTo>
                <a:cubicBezTo>
                  <a:pt x="4484517" y="3626115"/>
                  <a:pt x="4484991" y="3626352"/>
                  <a:pt x="4485287" y="3626826"/>
                </a:cubicBezTo>
                <a:lnTo>
                  <a:pt x="4495711" y="3644889"/>
                </a:lnTo>
                <a:cubicBezTo>
                  <a:pt x="4496006" y="3645363"/>
                  <a:pt x="4496006" y="3645896"/>
                  <a:pt x="4495711" y="3646370"/>
                </a:cubicBezTo>
                <a:lnTo>
                  <a:pt x="4485287" y="3664434"/>
                </a:lnTo>
                <a:cubicBezTo>
                  <a:pt x="4484991" y="3664848"/>
                  <a:pt x="4484517" y="3665144"/>
                  <a:pt x="4483984" y="3665144"/>
                </a:cubicBezTo>
                <a:lnTo>
                  <a:pt x="4463137" y="3665144"/>
                </a:lnTo>
                <a:cubicBezTo>
                  <a:pt x="4462603" y="3665144"/>
                  <a:pt x="4462130" y="3664907"/>
                  <a:pt x="4461833" y="3664434"/>
                </a:cubicBezTo>
                <a:lnTo>
                  <a:pt x="4451410" y="3646370"/>
                </a:lnTo>
                <a:cubicBezTo>
                  <a:pt x="4451114" y="3645896"/>
                  <a:pt x="4451114" y="3645363"/>
                  <a:pt x="4451410" y="3644889"/>
                </a:cubicBezTo>
                <a:lnTo>
                  <a:pt x="4461833" y="3626826"/>
                </a:lnTo>
                <a:cubicBezTo>
                  <a:pt x="4462130" y="3626411"/>
                  <a:pt x="4462603" y="3626115"/>
                  <a:pt x="4463137" y="3626115"/>
                </a:cubicBezTo>
                <a:close/>
                <a:moveTo>
                  <a:pt x="2839777" y="3625819"/>
                </a:moveTo>
                <a:lnTo>
                  <a:pt x="2860980" y="3625819"/>
                </a:lnTo>
                <a:cubicBezTo>
                  <a:pt x="2861513" y="3625819"/>
                  <a:pt x="2861987" y="3626115"/>
                  <a:pt x="2862283" y="3626589"/>
                </a:cubicBezTo>
                <a:lnTo>
                  <a:pt x="2872884" y="3644949"/>
                </a:lnTo>
                <a:cubicBezTo>
                  <a:pt x="2873180" y="3645363"/>
                  <a:pt x="2873180" y="3645955"/>
                  <a:pt x="2872884" y="3646429"/>
                </a:cubicBezTo>
                <a:lnTo>
                  <a:pt x="2862283" y="3664789"/>
                </a:lnTo>
                <a:cubicBezTo>
                  <a:pt x="2861987" y="3665263"/>
                  <a:pt x="2861513" y="3665559"/>
                  <a:pt x="2860980" y="3665559"/>
                </a:cubicBezTo>
                <a:lnTo>
                  <a:pt x="2839777" y="3665559"/>
                </a:lnTo>
                <a:cubicBezTo>
                  <a:pt x="2839244" y="3665559"/>
                  <a:pt x="2838770" y="3665263"/>
                  <a:pt x="2838474" y="3664789"/>
                </a:cubicBezTo>
                <a:lnTo>
                  <a:pt x="2827873" y="3646429"/>
                </a:lnTo>
                <a:cubicBezTo>
                  <a:pt x="2827577" y="3646015"/>
                  <a:pt x="2827577" y="3645422"/>
                  <a:pt x="2827873" y="3644949"/>
                </a:cubicBezTo>
                <a:lnTo>
                  <a:pt x="2838474" y="3626589"/>
                </a:lnTo>
                <a:cubicBezTo>
                  <a:pt x="2838770" y="3626115"/>
                  <a:pt x="2839244" y="3625819"/>
                  <a:pt x="2839777" y="3625819"/>
                </a:cubicBezTo>
                <a:close/>
                <a:moveTo>
                  <a:pt x="3583644" y="3625760"/>
                </a:moveTo>
                <a:lnTo>
                  <a:pt x="3604965" y="3625760"/>
                </a:lnTo>
                <a:cubicBezTo>
                  <a:pt x="3605498" y="3625760"/>
                  <a:pt x="3605971" y="3626056"/>
                  <a:pt x="3606268" y="3626530"/>
                </a:cubicBezTo>
                <a:lnTo>
                  <a:pt x="3616928" y="3645008"/>
                </a:lnTo>
                <a:cubicBezTo>
                  <a:pt x="3617224" y="3645423"/>
                  <a:pt x="3617224" y="3646015"/>
                  <a:pt x="3616928" y="3646489"/>
                </a:cubicBezTo>
                <a:lnTo>
                  <a:pt x="3606268" y="3664967"/>
                </a:lnTo>
                <a:cubicBezTo>
                  <a:pt x="3605971" y="3665441"/>
                  <a:pt x="3605498" y="3665737"/>
                  <a:pt x="3604965" y="3665737"/>
                </a:cubicBezTo>
                <a:lnTo>
                  <a:pt x="3583644" y="3665737"/>
                </a:lnTo>
                <a:cubicBezTo>
                  <a:pt x="3583110" y="3665737"/>
                  <a:pt x="3582637" y="3665441"/>
                  <a:pt x="3582340" y="3664967"/>
                </a:cubicBezTo>
                <a:lnTo>
                  <a:pt x="3571680" y="3646489"/>
                </a:lnTo>
                <a:cubicBezTo>
                  <a:pt x="3571384" y="3646074"/>
                  <a:pt x="3571384" y="3645482"/>
                  <a:pt x="3571680" y="3645008"/>
                </a:cubicBezTo>
                <a:lnTo>
                  <a:pt x="3582340" y="3626530"/>
                </a:lnTo>
                <a:cubicBezTo>
                  <a:pt x="3582637" y="3626056"/>
                  <a:pt x="3583110" y="3625760"/>
                  <a:pt x="3583644" y="3625760"/>
                </a:cubicBezTo>
                <a:close/>
                <a:moveTo>
                  <a:pt x="3516009" y="3625760"/>
                </a:moveTo>
                <a:lnTo>
                  <a:pt x="3537330" y="3625760"/>
                </a:lnTo>
                <a:cubicBezTo>
                  <a:pt x="3537863" y="3625760"/>
                  <a:pt x="3538337" y="3626056"/>
                  <a:pt x="3538633" y="3626530"/>
                </a:cubicBezTo>
                <a:lnTo>
                  <a:pt x="3549293" y="3645008"/>
                </a:lnTo>
                <a:cubicBezTo>
                  <a:pt x="3549590" y="3645423"/>
                  <a:pt x="3549590" y="3646015"/>
                  <a:pt x="3549293" y="3646489"/>
                </a:cubicBezTo>
                <a:lnTo>
                  <a:pt x="3538633" y="3664967"/>
                </a:lnTo>
                <a:cubicBezTo>
                  <a:pt x="3538337" y="3665441"/>
                  <a:pt x="3537863" y="3665737"/>
                  <a:pt x="3537330" y="3665737"/>
                </a:cubicBezTo>
                <a:lnTo>
                  <a:pt x="3516009" y="3665737"/>
                </a:lnTo>
                <a:cubicBezTo>
                  <a:pt x="3515476" y="3665737"/>
                  <a:pt x="3515002" y="3665441"/>
                  <a:pt x="3514706" y="3664967"/>
                </a:cubicBezTo>
                <a:lnTo>
                  <a:pt x="3504045" y="3646489"/>
                </a:lnTo>
                <a:cubicBezTo>
                  <a:pt x="3503749" y="3646074"/>
                  <a:pt x="3503749" y="3645482"/>
                  <a:pt x="3504045" y="3645008"/>
                </a:cubicBezTo>
                <a:lnTo>
                  <a:pt x="3514706" y="3626530"/>
                </a:lnTo>
                <a:cubicBezTo>
                  <a:pt x="3515002" y="3626056"/>
                  <a:pt x="3515476" y="3625760"/>
                  <a:pt x="3516009" y="3625760"/>
                </a:cubicBezTo>
                <a:close/>
                <a:moveTo>
                  <a:pt x="3718855" y="3625523"/>
                </a:moveTo>
                <a:lnTo>
                  <a:pt x="3740354" y="3625523"/>
                </a:lnTo>
                <a:cubicBezTo>
                  <a:pt x="3740886" y="3625523"/>
                  <a:pt x="3741360" y="3625819"/>
                  <a:pt x="3741656" y="3626293"/>
                </a:cubicBezTo>
                <a:lnTo>
                  <a:pt x="3752436" y="3644949"/>
                </a:lnTo>
                <a:cubicBezTo>
                  <a:pt x="3752731" y="3645423"/>
                  <a:pt x="3752731" y="3646015"/>
                  <a:pt x="3752436" y="3646489"/>
                </a:cubicBezTo>
                <a:lnTo>
                  <a:pt x="3741656" y="3665145"/>
                </a:lnTo>
                <a:cubicBezTo>
                  <a:pt x="3741419" y="3665618"/>
                  <a:pt x="3740886" y="3665915"/>
                  <a:pt x="3740354" y="3665915"/>
                </a:cubicBezTo>
                <a:lnTo>
                  <a:pt x="3718855" y="3665915"/>
                </a:lnTo>
                <a:cubicBezTo>
                  <a:pt x="3718322" y="3665915"/>
                  <a:pt x="3717848" y="3665618"/>
                  <a:pt x="3717552" y="3665145"/>
                </a:cubicBezTo>
                <a:lnTo>
                  <a:pt x="3706773" y="3646489"/>
                </a:lnTo>
                <a:cubicBezTo>
                  <a:pt x="3706477" y="3646015"/>
                  <a:pt x="3706477" y="3645423"/>
                  <a:pt x="3706773" y="3644949"/>
                </a:cubicBezTo>
                <a:lnTo>
                  <a:pt x="3717552" y="3626293"/>
                </a:lnTo>
                <a:cubicBezTo>
                  <a:pt x="3717789" y="3625819"/>
                  <a:pt x="3718322" y="3625523"/>
                  <a:pt x="3718855" y="3625523"/>
                </a:cubicBezTo>
                <a:close/>
                <a:moveTo>
                  <a:pt x="4665627" y="3625404"/>
                </a:moveTo>
                <a:lnTo>
                  <a:pt x="4687245" y="3625404"/>
                </a:lnTo>
                <a:cubicBezTo>
                  <a:pt x="4687777" y="3625404"/>
                  <a:pt x="4688251" y="3625700"/>
                  <a:pt x="4688547" y="3626174"/>
                </a:cubicBezTo>
                <a:lnTo>
                  <a:pt x="4699385" y="3644889"/>
                </a:lnTo>
                <a:cubicBezTo>
                  <a:pt x="4699682" y="3645363"/>
                  <a:pt x="4699682" y="3645955"/>
                  <a:pt x="4699385" y="3646429"/>
                </a:cubicBezTo>
                <a:lnTo>
                  <a:pt x="4688547" y="3665144"/>
                </a:lnTo>
                <a:cubicBezTo>
                  <a:pt x="4688310" y="3665618"/>
                  <a:pt x="4687777" y="3665914"/>
                  <a:pt x="4687245" y="3665914"/>
                </a:cubicBezTo>
                <a:lnTo>
                  <a:pt x="4665627" y="3665914"/>
                </a:lnTo>
                <a:cubicBezTo>
                  <a:pt x="4665094" y="3665914"/>
                  <a:pt x="4664620" y="3665618"/>
                  <a:pt x="4664324" y="3665144"/>
                </a:cubicBezTo>
                <a:lnTo>
                  <a:pt x="4653486" y="3646429"/>
                </a:lnTo>
                <a:cubicBezTo>
                  <a:pt x="4653190" y="3645955"/>
                  <a:pt x="4653190" y="3645363"/>
                  <a:pt x="4653486" y="3644889"/>
                </a:cubicBezTo>
                <a:lnTo>
                  <a:pt x="4664324" y="3626174"/>
                </a:lnTo>
                <a:cubicBezTo>
                  <a:pt x="4664561" y="3625700"/>
                  <a:pt x="4665094" y="3625404"/>
                  <a:pt x="4665627" y="3625404"/>
                </a:cubicBezTo>
                <a:close/>
                <a:moveTo>
                  <a:pt x="3448255" y="3625404"/>
                </a:moveTo>
                <a:lnTo>
                  <a:pt x="3469872" y="3625404"/>
                </a:lnTo>
                <a:cubicBezTo>
                  <a:pt x="3470405" y="3625404"/>
                  <a:pt x="3470879" y="3625700"/>
                  <a:pt x="3471175" y="3626174"/>
                </a:cubicBezTo>
                <a:lnTo>
                  <a:pt x="3482014" y="3644889"/>
                </a:lnTo>
                <a:cubicBezTo>
                  <a:pt x="3482309" y="3645363"/>
                  <a:pt x="3482309" y="3645955"/>
                  <a:pt x="3482014" y="3646429"/>
                </a:cubicBezTo>
                <a:lnTo>
                  <a:pt x="3471175" y="3665144"/>
                </a:lnTo>
                <a:cubicBezTo>
                  <a:pt x="3470939" y="3665618"/>
                  <a:pt x="3470405" y="3665914"/>
                  <a:pt x="3469872" y="3665914"/>
                </a:cubicBezTo>
                <a:lnTo>
                  <a:pt x="3448255" y="3665914"/>
                </a:lnTo>
                <a:cubicBezTo>
                  <a:pt x="3447722" y="3665914"/>
                  <a:pt x="3447249" y="3665618"/>
                  <a:pt x="3446952" y="3665144"/>
                </a:cubicBezTo>
                <a:lnTo>
                  <a:pt x="3436114" y="3646429"/>
                </a:lnTo>
                <a:cubicBezTo>
                  <a:pt x="3435818" y="3645955"/>
                  <a:pt x="3435818" y="3645363"/>
                  <a:pt x="3436114" y="3644889"/>
                </a:cubicBezTo>
                <a:lnTo>
                  <a:pt x="3446952" y="3626174"/>
                </a:lnTo>
                <a:cubicBezTo>
                  <a:pt x="3447189" y="3625700"/>
                  <a:pt x="3447722" y="3625404"/>
                  <a:pt x="3448255" y="3625404"/>
                </a:cubicBezTo>
                <a:close/>
                <a:moveTo>
                  <a:pt x="3042504" y="3625404"/>
                </a:moveTo>
                <a:lnTo>
                  <a:pt x="3064121" y="3625404"/>
                </a:lnTo>
                <a:cubicBezTo>
                  <a:pt x="3064654" y="3625404"/>
                  <a:pt x="3065128" y="3625700"/>
                  <a:pt x="3065424" y="3626174"/>
                </a:cubicBezTo>
                <a:lnTo>
                  <a:pt x="3076262" y="3644889"/>
                </a:lnTo>
                <a:cubicBezTo>
                  <a:pt x="3076559" y="3645363"/>
                  <a:pt x="3076559" y="3645955"/>
                  <a:pt x="3076262" y="3646429"/>
                </a:cubicBezTo>
                <a:lnTo>
                  <a:pt x="3065424" y="3665144"/>
                </a:lnTo>
                <a:cubicBezTo>
                  <a:pt x="3065187" y="3665618"/>
                  <a:pt x="3064654" y="3665914"/>
                  <a:pt x="3064121" y="3665914"/>
                </a:cubicBezTo>
                <a:lnTo>
                  <a:pt x="3042504" y="3665914"/>
                </a:lnTo>
                <a:cubicBezTo>
                  <a:pt x="3041971" y="3665914"/>
                  <a:pt x="3041497" y="3665618"/>
                  <a:pt x="3041201" y="3665144"/>
                </a:cubicBezTo>
                <a:lnTo>
                  <a:pt x="3030363" y="3646429"/>
                </a:lnTo>
                <a:cubicBezTo>
                  <a:pt x="3030067" y="3645955"/>
                  <a:pt x="3030067" y="3645363"/>
                  <a:pt x="3030363" y="3644889"/>
                </a:cubicBezTo>
                <a:lnTo>
                  <a:pt x="3041201" y="3626174"/>
                </a:lnTo>
                <a:cubicBezTo>
                  <a:pt x="3041438" y="3625700"/>
                  <a:pt x="3041971" y="3625404"/>
                  <a:pt x="3042504" y="3625404"/>
                </a:cubicBezTo>
                <a:close/>
                <a:moveTo>
                  <a:pt x="4530297" y="3625345"/>
                </a:moveTo>
                <a:lnTo>
                  <a:pt x="4552033" y="3625345"/>
                </a:lnTo>
                <a:cubicBezTo>
                  <a:pt x="4552566" y="3625345"/>
                  <a:pt x="4553040" y="3625641"/>
                  <a:pt x="4553336" y="3626115"/>
                </a:cubicBezTo>
                <a:lnTo>
                  <a:pt x="4564174" y="3644948"/>
                </a:lnTo>
                <a:cubicBezTo>
                  <a:pt x="4564470" y="3645422"/>
                  <a:pt x="4564470" y="3646015"/>
                  <a:pt x="4564174" y="3646488"/>
                </a:cubicBezTo>
                <a:lnTo>
                  <a:pt x="4553277" y="3665322"/>
                </a:lnTo>
                <a:cubicBezTo>
                  <a:pt x="4553040" y="3665796"/>
                  <a:pt x="4552507" y="3666092"/>
                  <a:pt x="4551974" y="3666092"/>
                </a:cubicBezTo>
                <a:lnTo>
                  <a:pt x="4530238" y="3666092"/>
                </a:lnTo>
                <a:cubicBezTo>
                  <a:pt x="4529705" y="3666092"/>
                  <a:pt x="4529231" y="3665796"/>
                  <a:pt x="4528935" y="3665322"/>
                </a:cubicBezTo>
                <a:lnTo>
                  <a:pt x="4518097" y="3646488"/>
                </a:lnTo>
                <a:cubicBezTo>
                  <a:pt x="4517801" y="3646015"/>
                  <a:pt x="4517801" y="3645422"/>
                  <a:pt x="4518097" y="3644948"/>
                </a:cubicBezTo>
                <a:lnTo>
                  <a:pt x="4528995" y="3626115"/>
                </a:lnTo>
                <a:cubicBezTo>
                  <a:pt x="4529231" y="3625641"/>
                  <a:pt x="4529765" y="3625345"/>
                  <a:pt x="4530297" y="3625345"/>
                </a:cubicBezTo>
                <a:close/>
                <a:moveTo>
                  <a:pt x="3651041" y="3625226"/>
                </a:moveTo>
                <a:lnTo>
                  <a:pt x="3672896" y="3625226"/>
                </a:lnTo>
                <a:cubicBezTo>
                  <a:pt x="3673488" y="3625226"/>
                  <a:pt x="3673962" y="3625522"/>
                  <a:pt x="3674258" y="3625996"/>
                </a:cubicBezTo>
                <a:lnTo>
                  <a:pt x="3685155" y="3644948"/>
                </a:lnTo>
                <a:cubicBezTo>
                  <a:pt x="3685451" y="3645422"/>
                  <a:pt x="3685451" y="3646014"/>
                  <a:pt x="3685155" y="3646488"/>
                </a:cubicBezTo>
                <a:lnTo>
                  <a:pt x="3674199" y="3665440"/>
                </a:lnTo>
                <a:cubicBezTo>
                  <a:pt x="3673903" y="3665914"/>
                  <a:pt x="3673369" y="3666210"/>
                  <a:pt x="3672836" y="3666210"/>
                </a:cubicBezTo>
                <a:lnTo>
                  <a:pt x="3650983" y="3666210"/>
                </a:lnTo>
                <a:cubicBezTo>
                  <a:pt x="3650390" y="3666210"/>
                  <a:pt x="3649916" y="3665914"/>
                  <a:pt x="3649620" y="3665440"/>
                </a:cubicBezTo>
                <a:lnTo>
                  <a:pt x="3638723" y="3646488"/>
                </a:lnTo>
                <a:cubicBezTo>
                  <a:pt x="3638427" y="3646014"/>
                  <a:pt x="3638427" y="3645422"/>
                  <a:pt x="3638723" y="3644948"/>
                </a:cubicBezTo>
                <a:lnTo>
                  <a:pt x="3649679" y="3625996"/>
                </a:lnTo>
                <a:cubicBezTo>
                  <a:pt x="3649976" y="3625522"/>
                  <a:pt x="3650509" y="3625226"/>
                  <a:pt x="3651041" y="3625226"/>
                </a:cubicBezTo>
                <a:close/>
                <a:moveTo>
                  <a:pt x="4733084" y="3625108"/>
                </a:moveTo>
                <a:lnTo>
                  <a:pt x="4755056" y="3625108"/>
                </a:lnTo>
                <a:cubicBezTo>
                  <a:pt x="4755649" y="3625108"/>
                  <a:pt x="4756123" y="3625404"/>
                  <a:pt x="4756418" y="3625878"/>
                </a:cubicBezTo>
                <a:lnTo>
                  <a:pt x="4767376" y="3644889"/>
                </a:lnTo>
                <a:cubicBezTo>
                  <a:pt x="4767671" y="3645363"/>
                  <a:pt x="4767671" y="3645955"/>
                  <a:pt x="4767376" y="3646429"/>
                </a:cubicBezTo>
                <a:lnTo>
                  <a:pt x="4756359" y="3665440"/>
                </a:lnTo>
                <a:cubicBezTo>
                  <a:pt x="4756064" y="3665914"/>
                  <a:pt x="4755531" y="3666210"/>
                  <a:pt x="4754997" y="3666210"/>
                </a:cubicBezTo>
                <a:lnTo>
                  <a:pt x="4733025" y="3666210"/>
                </a:lnTo>
                <a:cubicBezTo>
                  <a:pt x="4732433" y="3666210"/>
                  <a:pt x="4731958" y="3665914"/>
                  <a:pt x="4731663" y="3665440"/>
                </a:cubicBezTo>
                <a:lnTo>
                  <a:pt x="4720706" y="3646429"/>
                </a:lnTo>
                <a:cubicBezTo>
                  <a:pt x="4720410" y="3645955"/>
                  <a:pt x="4720410" y="3645363"/>
                  <a:pt x="4720706" y="3644889"/>
                </a:cubicBezTo>
                <a:lnTo>
                  <a:pt x="4731722" y="3625878"/>
                </a:lnTo>
                <a:cubicBezTo>
                  <a:pt x="4732018" y="3625404"/>
                  <a:pt x="4732551" y="3625108"/>
                  <a:pt x="4733084" y="3625108"/>
                </a:cubicBezTo>
                <a:close/>
                <a:moveTo>
                  <a:pt x="3312807" y="3625108"/>
                </a:moveTo>
                <a:lnTo>
                  <a:pt x="3334780" y="3625108"/>
                </a:lnTo>
                <a:cubicBezTo>
                  <a:pt x="3335372" y="3625108"/>
                  <a:pt x="3335846" y="3625404"/>
                  <a:pt x="3336142" y="3625878"/>
                </a:cubicBezTo>
                <a:lnTo>
                  <a:pt x="3347099" y="3644889"/>
                </a:lnTo>
                <a:cubicBezTo>
                  <a:pt x="3347395" y="3645363"/>
                  <a:pt x="3347395" y="3645955"/>
                  <a:pt x="3347099" y="3646429"/>
                </a:cubicBezTo>
                <a:lnTo>
                  <a:pt x="3336083" y="3665440"/>
                </a:lnTo>
                <a:cubicBezTo>
                  <a:pt x="3335787" y="3665914"/>
                  <a:pt x="3335254" y="3666210"/>
                  <a:pt x="3334721" y="3666210"/>
                </a:cubicBezTo>
                <a:lnTo>
                  <a:pt x="3312748" y="3666210"/>
                </a:lnTo>
                <a:cubicBezTo>
                  <a:pt x="3312156" y="3666210"/>
                  <a:pt x="3311682" y="3665914"/>
                  <a:pt x="3311386" y="3665440"/>
                </a:cubicBezTo>
                <a:lnTo>
                  <a:pt x="3300429" y="3646429"/>
                </a:lnTo>
                <a:cubicBezTo>
                  <a:pt x="3300133" y="3645955"/>
                  <a:pt x="3300133" y="3645363"/>
                  <a:pt x="3300429" y="3644889"/>
                </a:cubicBezTo>
                <a:lnTo>
                  <a:pt x="3311445" y="3625878"/>
                </a:lnTo>
                <a:cubicBezTo>
                  <a:pt x="3311742" y="3625404"/>
                  <a:pt x="3312274" y="3625108"/>
                  <a:pt x="3312807" y="3625108"/>
                </a:cubicBezTo>
                <a:close/>
                <a:moveTo>
                  <a:pt x="2907056" y="3625108"/>
                </a:moveTo>
                <a:lnTo>
                  <a:pt x="2929029" y="3625108"/>
                </a:lnTo>
                <a:cubicBezTo>
                  <a:pt x="2929621" y="3625108"/>
                  <a:pt x="2930095" y="3625404"/>
                  <a:pt x="2930391" y="3625878"/>
                </a:cubicBezTo>
                <a:lnTo>
                  <a:pt x="2941347" y="3644889"/>
                </a:lnTo>
                <a:cubicBezTo>
                  <a:pt x="2941643" y="3645363"/>
                  <a:pt x="2941643" y="3645955"/>
                  <a:pt x="2941347" y="3646429"/>
                </a:cubicBezTo>
                <a:lnTo>
                  <a:pt x="2930332" y="3665440"/>
                </a:lnTo>
                <a:cubicBezTo>
                  <a:pt x="2930036" y="3665914"/>
                  <a:pt x="2929502" y="3666210"/>
                  <a:pt x="2928970" y="3666210"/>
                </a:cubicBezTo>
                <a:lnTo>
                  <a:pt x="2906997" y="3666210"/>
                </a:lnTo>
                <a:cubicBezTo>
                  <a:pt x="2906405" y="3666210"/>
                  <a:pt x="2905931" y="3665914"/>
                  <a:pt x="2905635" y="3665440"/>
                </a:cubicBezTo>
                <a:lnTo>
                  <a:pt x="2894678" y="3646429"/>
                </a:lnTo>
                <a:cubicBezTo>
                  <a:pt x="2894382" y="3645955"/>
                  <a:pt x="2894382" y="3645363"/>
                  <a:pt x="2894678" y="3644889"/>
                </a:cubicBezTo>
                <a:lnTo>
                  <a:pt x="2905694" y="3625878"/>
                </a:lnTo>
                <a:cubicBezTo>
                  <a:pt x="2905990" y="3625404"/>
                  <a:pt x="2906523" y="3625108"/>
                  <a:pt x="2907056" y="3625108"/>
                </a:cubicBezTo>
                <a:close/>
                <a:moveTo>
                  <a:pt x="5003448" y="3624930"/>
                </a:moveTo>
                <a:lnTo>
                  <a:pt x="5025657" y="3624930"/>
                </a:lnTo>
                <a:cubicBezTo>
                  <a:pt x="5026190" y="3624930"/>
                  <a:pt x="5026723" y="3625226"/>
                  <a:pt x="5027019" y="3625700"/>
                </a:cubicBezTo>
                <a:lnTo>
                  <a:pt x="5038094" y="3644948"/>
                </a:lnTo>
                <a:cubicBezTo>
                  <a:pt x="5038390" y="3645422"/>
                  <a:pt x="5038390" y="3646014"/>
                  <a:pt x="5038094" y="3646488"/>
                </a:cubicBezTo>
                <a:lnTo>
                  <a:pt x="5027019" y="3665736"/>
                </a:lnTo>
                <a:cubicBezTo>
                  <a:pt x="5026723" y="3666210"/>
                  <a:pt x="5026190" y="3666506"/>
                  <a:pt x="5025657" y="3666506"/>
                </a:cubicBezTo>
                <a:lnTo>
                  <a:pt x="5003448" y="3666506"/>
                </a:lnTo>
                <a:cubicBezTo>
                  <a:pt x="5002914" y="3666506"/>
                  <a:pt x="5002381" y="3666210"/>
                  <a:pt x="5002086" y="3665736"/>
                </a:cubicBezTo>
                <a:lnTo>
                  <a:pt x="4991010" y="3646488"/>
                </a:lnTo>
                <a:cubicBezTo>
                  <a:pt x="4990714" y="3646014"/>
                  <a:pt x="4990714" y="3645422"/>
                  <a:pt x="4991010" y="3644948"/>
                </a:cubicBezTo>
                <a:lnTo>
                  <a:pt x="5002086" y="3625700"/>
                </a:lnTo>
                <a:cubicBezTo>
                  <a:pt x="5002381" y="3625226"/>
                  <a:pt x="5002914" y="3624930"/>
                  <a:pt x="5003448" y="3624930"/>
                </a:cubicBezTo>
                <a:close/>
                <a:moveTo>
                  <a:pt x="4800483" y="3624694"/>
                </a:moveTo>
                <a:lnTo>
                  <a:pt x="4822870" y="3624694"/>
                </a:lnTo>
                <a:cubicBezTo>
                  <a:pt x="4823403" y="3624694"/>
                  <a:pt x="4823936" y="3624990"/>
                  <a:pt x="4824232" y="3625464"/>
                </a:cubicBezTo>
                <a:lnTo>
                  <a:pt x="4835426" y="3644890"/>
                </a:lnTo>
                <a:cubicBezTo>
                  <a:pt x="4835722" y="3645364"/>
                  <a:pt x="4835722" y="3646015"/>
                  <a:pt x="4835426" y="3646489"/>
                </a:cubicBezTo>
                <a:lnTo>
                  <a:pt x="4824232" y="3665915"/>
                </a:lnTo>
                <a:cubicBezTo>
                  <a:pt x="4823936" y="3666388"/>
                  <a:pt x="4823403" y="3666684"/>
                  <a:pt x="4822870" y="3666684"/>
                </a:cubicBezTo>
                <a:lnTo>
                  <a:pt x="4800483" y="3666684"/>
                </a:lnTo>
                <a:cubicBezTo>
                  <a:pt x="4799950" y="3666684"/>
                  <a:pt x="4799417" y="3666388"/>
                  <a:pt x="4799121" y="3665915"/>
                </a:cubicBezTo>
                <a:lnTo>
                  <a:pt x="4787927" y="3646489"/>
                </a:lnTo>
                <a:cubicBezTo>
                  <a:pt x="4787631" y="3646015"/>
                  <a:pt x="4787631" y="3645364"/>
                  <a:pt x="4787927" y="3644890"/>
                </a:cubicBezTo>
                <a:lnTo>
                  <a:pt x="4799121" y="3625464"/>
                </a:lnTo>
                <a:cubicBezTo>
                  <a:pt x="4799417" y="3624990"/>
                  <a:pt x="4799950" y="3624694"/>
                  <a:pt x="4800483" y="3624694"/>
                </a:cubicBezTo>
                <a:close/>
                <a:moveTo>
                  <a:pt x="3177359" y="3624694"/>
                </a:moveTo>
                <a:lnTo>
                  <a:pt x="3199747" y="3624694"/>
                </a:lnTo>
                <a:cubicBezTo>
                  <a:pt x="3200280" y="3624694"/>
                  <a:pt x="3200813" y="3624990"/>
                  <a:pt x="3201109" y="3625464"/>
                </a:cubicBezTo>
                <a:lnTo>
                  <a:pt x="3212302" y="3644890"/>
                </a:lnTo>
                <a:cubicBezTo>
                  <a:pt x="3212599" y="3645364"/>
                  <a:pt x="3212599" y="3646015"/>
                  <a:pt x="3212302" y="3646489"/>
                </a:cubicBezTo>
                <a:lnTo>
                  <a:pt x="3201109" y="3665915"/>
                </a:lnTo>
                <a:cubicBezTo>
                  <a:pt x="3200813" y="3666388"/>
                  <a:pt x="3200280" y="3666684"/>
                  <a:pt x="3199747" y="3666684"/>
                </a:cubicBezTo>
                <a:lnTo>
                  <a:pt x="3177359" y="3666684"/>
                </a:lnTo>
                <a:cubicBezTo>
                  <a:pt x="3176827" y="3666684"/>
                  <a:pt x="3176294" y="3666388"/>
                  <a:pt x="3175997" y="3665915"/>
                </a:cubicBezTo>
                <a:lnTo>
                  <a:pt x="3164804" y="3646489"/>
                </a:lnTo>
                <a:cubicBezTo>
                  <a:pt x="3164508" y="3646015"/>
                  <a:pt x="3164508" y="3645364"/>
                  <a:pt x="3164804" y="3644890"/>
                </a:cubicBezTo>
                <a:lnTo>
                  <a:pt x="3175997" y="3625464"/>
                </a:lnTo>
                <a:cubicBezTo>
                  <a:pt x="3176294" y="3624990"/>
                  <a:pt x="3176827" y="3624694"/>
                  <a:pt x="3177359" y="3624694"/>
                </a:cubicBezTo>
                <a:close/>
                <a:moveTo>
                  <a:pt x="3380206" y="3624575"/>
                </a:moveTo>
                <a:lnTo>
                  <a:pt x="3402712" y="3624575"/>
                </a:lnTo>
                <a:cubicBezTo>
                  <a:pt x="3403244" y="3624575"/>
                  <a:pt x="3403777" y="3624871"/>
                  <a:pt x="3404074" y="3625345"/>
                </a:cubicBezTo>
                <a:lnTo>
                  <a:pt x="3415327" y="3644830"/>
                </a:lnTo>
                <a:cubicBezTo>
                  <a:pt x="3415622" y="3645304"/>
                  <a:pt x="3415622" y="3645955"/>
                  <a:pt x="3415327" y="3646429"/>
                </a:cubicBezTo>
                <a:lnTo>
                  <a:pt x="3404074" y="3665914"/>
                </a:lnTo>
                <a:cubicBezTo>
                  <a:pt x="3403777" y="3666388"/>
                  <a:pt x="3403244" y="3666684"/>
                  <a:pt x="3402712" y="3666684"/>
                </a:cubicBezTo>
                <a:lnTo>
                  <a:pt x="3380206" y="3666684"/>
                </a:lnTo>
                <a:cubicBezTo>
                  <a:pt x="3379673" y="3666684"/>
                  <a:pt x="3379140" y="3666388"/>
                  <a:pt x="3378844" y="3665914"/>
                </a:cubicBezTo>
                <a:lnTo>
                  <a:pt x="3367591" y="3646429"/>
                </a:lnTo>
                <a:cubicBezTo>
                  <a:pt x="3367295" y="3645955"/>
                  <a:pt x="3367295" y="3645304"/>
                  <a:pt x="3367591" y="3644830"/>
                </a:cubicBezTo>
                <a:lnTo>
                  <a:pt x="3378844" y="3625345"/>
                </a:lnTo>
                <a:cubicBezTo>
                  <a:pt x="3379140" y="3624871"/>
                  <a:pt x="3379673" y="3624575"/>
                  <a:pt x="3380206" y="3624575"/>
                </a:cubicBezTo>
                <a:close/>
                <a:moveTo>
                  <a:pt x="2974395" y="3624575"/>
                </a:moveTo>
                <a:lnTo>
                  <a:pt x="2996900" y="3624575"/>
                </a:lnTo>
                <a:cubicBezTo>
                  <a:pt x="2997434" y="3624575"/>
                  <a:pt x="2997966" y="3624871"/>
                  <a:pt x="2998263" y="3625345"/>
                </a:cubicBezTo>
                <a:lnTo>
                  <a:pt x="3009515" y="3644830"/>
                </a:lnTo>
                <a:cubicBezTo>
                  <a:pt x="3009812" y="3645304"/>
                  <a:pt x="3009812" y="3645955"/>
                  <a:pt x="3009515" y="3646429"/>
                </a:cubicBezTo>
                <a:lnTo>
                  <a:pt x="2998263" y="3665914"/>
                </a:lnTo>
                <a:cubicBezTo>
                  <a:pt x="2997966" y="3666388"/>
                  <a:pt x="2997434" y="3666684"/>
                  <a:pt x="2996900" y="3666684"/>
                </a:cubicBezTo>
                <a:lnTo>
                  <a:pt x="2974395" y="3666684"/>
                </a:lnTo>
                <a:cubicBezTo>
                  <a:pt x="2973862" y="3666684"/>
                  <a:pt x="2973329" y="3666388"/>
                  <a:pt x="2973033" y="3665914"/>
                </a:cubicBezTo>
                <a:lnTo>
                  <a:pt x="2961780" y="3646429"/>
                </a:lnTo>
                <a:cubicBezTo>
                  <a:pt x="2961484" y="3645955"/>
                  <a:pt x="2961484" y="3645304"/>
                  <a:pt x="2961780" y="3644830"/>
                </a:cubicBezTo>
                <a:lnTo>
                  <a:pt x="2973033" y="3625345"/>
                </a:lnTo>
                <a:cubicBezTo>
                  <a:pt x="2973329" y="3624871"/>
                  <a:pt x="2973862" y="3624575"/>
                  <a:pt x="2974395" y="3624575"/>
                </a:cubicBezTo>
                <a:close/>
                <a:moveTo>
                  <a:pt x="3244817" y="3624398"/>
                </a:moveTo>
                <a:lnTo>
                  <a:pt x="3267560" y="3624398"/>
                </a:lnTo>
                <a:cubicBezTo>
                  <a:pt x="3268093" y="3624398"/>
                  <a:pt x="3268626" y="3624753"/>
                  <a:pt x="3268922" y="3625227"/>
                </a:cubicBezTo>
                <a:lnTo>
                  <a:pt x="3280293" y="3644949"/>
                </a:lnTo>
                <a:cubicBezTo>
                  <a:pt x="3280589" y="3645423"/>
                  <a:pt x="3280589" y="3646074"/>
                  <a:pt x="3280293" y="3646548"/>
                </a:cubicBezTo>
                <a:lnTo>
                  <a:pt x="3268922" y="3666270"/>
                </a:lnTo>
                <a:cubicBezTo>
                  <a:pt x="3268685" y="3666803"/>
                  <a:pt x="3268152" y="3667099"/>
                  <a:pt x="3267560" y="3667099"/>
                </a:cubicBezTo>
                <a:lnTo>
                  <a:pt x="3244817" y="3667099"/>
                </a:lnTo>
                <a:cubicBezTo>
                  <a:pt x="3244284" y="3667099"/>
                  <a:pt x="3243752" y="3666744"/>
                  <a:pt x="3243455" y="3666270"/>
                </a:cubicBezTo>
                <a:lnTo>
                  <a:pt x="3232084" y="3646548"/>
                </a:lnTo>
                <a:cubicBezTo>
                  <a:pt x="3231788" y="3646074"/>
                  <a:pt x="3231788" y="3645423"/>
                  <a:pt x="3232084" y="3644949"/>
                </a:cubicBezTo>
                <a:lnTo>
                  <a:pt x="3243455" y="3625227"/>
                </a:lnTo>
                <a:cubicBezTo>
                  <a:pt x="3243692" y="3624694"/>
                  <a:pt x="3244225" y="3624398"/>
                  <a:pt x="3244817" y="3624398"/>
                </a:cubicBezTo>
                <a:close/>
                <a:moveTo>
                  <a:pt x="3109370" y="3623983"/>
                </a:moveTo>
                <a:lnTo>
                  <a:pt x="3132527" y="3623983"/>
                </a:lnTo>
                <a:cubicBezTo>
                  <a:pt x="3133119" y="3623983"/>
                  <a:pt x="3133652" y="3624338"/>
                  <a:pt x="3133948" y="3624812"/>
                </a:cubicBezTo>
                <a:lnTo>
                  <a:pt x="3145556" y="3644889"/>
                </a:lnTo>
                <a:cubicBezTo>
                  <a:pt x="3145852" y="3645422"/>
                  <a:pt x="3145852" y="3646074"/>
                  <a:pt x="3145556" y="3646548"/>
                </a:cubicBezTo>
                <a:lnTo>
                  <a:pt x="3133948" y="3666625"/>
                </a:lnTo>
                <a:cubicBezTo>
                  <a:pt x="3133652" y="3667158"/>
                  <a:pt x="3133119" y="3667454"/>
                  <a:pt x="3132527" y="3667454"/>
                </a:cubicBezTo>
                <a:lnTo>
                  <a:pt x="3109370" y="3667454"/>
                </a:lnTo>
                <a:cubicBezTo>
                  <a:pt x="3108777" y="3667454"/>
                  <a:pt x="3108244" y="3667099"/>
                  <a:pt x="3107948" y="3666625"/>
                </a:cubicBezTo>
                <a:lnTo>
                  <a:pt x="3096340" y="3646548"/>
                </a:lnTo>
                <a:cubicBezTo>
                  <a:pt x="3096044" y="3646015"/>
                  <a:pt x="3096044" y="3645363"/>
                  <a:pt x="3096340" y="3644889"/>
                </a:cubicBezTo>
                <a:lnTo>
                  <a:pt x="3107948" y="3624812"/>
                </a:lnTo>
                <a:cubicBezTo>
                  <a:pt x="3108244" y="3624279"/>
                  <a:pt x="3108777" y="3623983"/>
                  <a:pt x="3109370" y="3623983"/>
                </a:cubicBezTo>
                <a:close/>
                <a:moveTo>
                  <a:pt x="4935042" y="3623450"/>
                </a:moveTo>
                <a:lnTo>
                  <a:pt x="4958791" y="3623450"/>
                </a:lnTo>
                <a:cubicBezTo>
                  <a:pt x="4959383" y="3623450"/>
                  <a:pt x="4959916" y="3623746"/>
                  <a:pt x="4960213" y="3624279"/>
                </a:cubicBezTo>
                <a:lnTo>
                  <a:pt x="4972058" y="3644830"/>
                </a:lnTo>
                <a:cubicBezTo>
                  <a:pt x="4972354" y="3645304"/>
                  <a:pt x="4972354" y="3645955"/>
                  <a:pt x="4972058" y="3646489"/>
                </a:cubicBezTo>
                <a:lnTo>
                  <a:pt x="4960153" y="3667040"/>
                </a:lnTo>
                <a:cubicBezTo>
                  <a:pt x="4959858" y="3667573"/>
                  <a:pt x="4959324" y="3667869"/>
                  <a:pt x="4958732" y="3667869"/>
                </a:cubicBezTo>
                <a:lnTo>
                  <a:pt x="4934983" y="3667869"/>
                </a:lnTo>
                <a:cubicBezTo>
                  <a:pt x="4934391" y="3667869"/>
                  <a:pt x="4933858" y="3667573"/>
                  <a:pt x="4933561" y="3667040"/>
                </a:cubicBezTo>
                <a:lnTo>
                  <a:pt x="4921716" y="3646489"/>
                </a:lnTo>
                <a:cubicBezTo>
                  <a:pt x="4921420" y="3646015"/>
                  <a:pt x="4921420" y="3645363"/>
                  <a:pt x="4921716" y="3644830"/>
                </a:cubicBezTo>
                <a:lnTo>
                  <a:pt x="4933621" y="3624279"/>
                </a:lnTo>
                <a:cubicBezTo>
                  <a:pt x="4933917" y="3623746"/>
                  <a:pt x="4934450" y="3623450"/>
                  <a:pt x="4935042" y="3623450"/>
                </a:cubicBezTo>
                <a:close/>
                <a:moveTo>
                  <a:pt x="4867406" y="3623450"/>
                </a:moveTo>
                <a:lnTo>
                  <a:pt x="4891156" y="3623450"/>
                </a:lnTo>
                <a:cubicBezTo>
                  <a:pt x="4891749" y="3623450"/>
                  <a:pt x="4892281" y="3623746"/>
                  <a:pt x="4892577" y="3624279"/>
                </a:cubicBezTo>
                <a:lnTo>
                  <a:pt x="4904422" y="3644830"/>
                </a:lnTo>
                <a:cubicBezTo>
                  <a:pt x="4904719" y="3645304"/>
                  <a:pt x="4904719" y="3645955"/>
                  <a:pt x="4904422" y="3646489"/>
                </a:cubicBezTo>
                <a:lnTo>
                  <a:pt x="4892519" y="3667040"/>
                </a:lnTo>
                <a:cubicBezTo>
                  <a:pt x="4892222" y="3667573"/>
                  <a:pt x="4891689" y="3667869"/>
                  <a:pt x="4891096" y="3667869"/>
                </a:cubicBezTo>
                <a:lnTo>
                  <a:pt x="4867348" y="3667869"/>
                </a:lnTo>
                <a:cubicBezTo>
                  <a:pt x="4866755" y="3667869"/>
                  <a:pt x="4866222" y="3667573"/>
                  <a:pt x="4865926" y="3667040"/>
                </a:cubicBezTo>
                <a:lnTo>
                  <a:pt x="4854081" y="3646489"/>
                </a:lnTo>
                <a:cubicBezTo>
                  <a:pt x="4853785" y="3646015"/>
                  <a:pt x="4853785" y="3645363"/>
                  <a:pt x="4854081" y="3644830"/>
                </a:cubicBezTo>
                <a:lnTo>
                  <a:pt x="4865985" y="3624279"/>
                </a:lnTo>
                <a:cubicBezTo>
                  <a:pt x="4866281" y="3623746"/>
                  <a:pt x="4866814" y="3623450"/>
                  <a:pt x="4867406" y="3623450"/>
                </a:cubicBezTo>
                <a:close/>
                <a:moveTo>
                  <a:pt x="5076058" y="3575596"/>
                </a:moveTo>
                <a:lnTo>
                  <a:pt x="5088317" y="3575596"/>
                </a:lnTo>
                <a:cubicBezTo>
                  <a:pt x="5088673" y="3575596"/>
                  <a:pt x="5089087" y="3576010"/>
                  <a:pt x="5089087" y="3576010"/>
                </a:cubicBezTo>
                <a:lnTo>
                  <a:pt x="5095187" y="3586612"/>
                </a:lnTo>
                <a:cubicBezTo>
                  <a:pt x="5095365" y="3586908"/>
                  <a:pt x="5095187" y="3587500"/>
                  <a:pt x="5095187" y="3587500"/>
                </a:cubicBezTo>
                <a:lnTo>
                  <a:pt x="5089028" y="3598101"/>
                </a:lnTo>
                <a:cubicBezTo>
                  <a:pt x="5088850" y="3598338"/>
                  <a:pt x="5088554" y="3598516"/>
                  <a:pt x="5088258" y="3598516"/>
                </a:cubicBezTo>
                <a:lnTo>
                  <a:pt x="5075998" y="3598516"/>
                </a:lnTo>
                <a:cubicBezTo>
                  <a:pt x="5075643" y="3598516"/>
                  <a:pt x="5075228" y="3598101"/>
                  <a:pt x="5075228" y="3598101"/>
                </a:cubicBezTo>
                <a:lnTo>
                  <a:pt x="5069128" y="3587500"/>
                </a:lnTo>
                <a:cubicBezTo>
                  <a:pt x="5068950" y="3587204"/>
                  <a:pt x="5069128" y="3586612"/>
                  <a:pt x="5069128" y="3586612"/>
                </a:cubicBezTo>
                <a:lnTo>
                  <a:pt x="5075288" y="3576010"/>
                </a:lnTo>
                <a:cubicBezTo>
                  <a:pt x="5075465" y="3575773"/>
                  <a:pt x="5075761" y="3575596"/>
                  <a:pt x="5076058" y="3575596"/>
                </a:cubicBezTo>
                <a:close/>
                <a:moveTo>
                  <a:pt x="4329643" y="3570917"/>
                </a:moveTo>
                <a:lnTo>
                  <a:pt x="4346878" y="3570917"/>
                </a:lnTo>
                <a:cubicBezTo>
                  <a:pt x="4347292" y="3570917"/>
                  <a:pt x="4347706" y="3571154"/>
                  <a:pt x="4347943" y="3571509"/>
                </a:cubicBezTo>
                <a:lnTo>
                  <a:pt x="4356531" y="3586434"/>
                </a:lnTo>
                <a:cubicBezTo>
                  <a:pt x="4356768" y="3586849"/>
                  <a:pt x="4356768" y="3587322"/>
                  <a:pt x="4356531" y="3587678"/>
                </a:cubicBezTo>
                <a:lnTo>
                  <a:pt x="4347884" y="3602603"/>
                </a:lnTo>
                <a:cubicBezTo>
                  <a:pt x="4347648" y="3602958"/>
                  <a:pt x="4347233" y="3603195"/>
                  <a:pt x="4346818" y="3603195"/>
                </a:cubicBezTo>
                <a:lnTo>
                  <a:pt x="4329584" y="3603195"/>
                </a:lnTo>
                <a:cubicBezTo>
                  <a:pt x="4329169" y="3603195"/>
                  <a:pt x="4328754" y="3602958"/>
                  <a:pt x="4328517" y="3602603"/>
                </a:cubicBezTo>
                <a:lnTo>
                  <a:pt x="4319930" y="3587678"/>
                </a:lnTo>
                <a:cubicBezTo>
                  <a:pt x="4319693" y="3587263"/>
                  <a:pt x="4319693" y="3586789"/>
                  <a:pt x="4319930" y="3586434"/>
                </a:cubicBezTo>
                <a:lnTo>
                  <a:pt x="4328576" y="3571509"/>
                </a:lnTo>
                <a:cubicBezTo>
                  <a:pt x="4328814" y="3571154"/>
                  <a:pt x="4329228" y="3570917"/>
                  <a:pt x="4329643" y="3570917"/>
                </a:cubicBezTo>
                <a:close/>
                <a:moveTo>
                  <a:pt x="4261772" y="3570443"/>
                </a:moveTo>
                <a:lnTo>
                  <a:pt x="4279540" y="3570443"/>
                </a:lnTo>
                <a:cubicBezTo>
                  <a:pt x="4279954" y="3570443"/>
                  <a:pt x="4280368" y="3570680"/>
                  <a:pt x="4280605" y="3571095"/>
                </a:cubicBezTo>
                <a:lnTo>
                  <a:pt x="4289489" y="3586493"/>
                </a:lnTo>
                <a:cubicBezTo>
                  <a:pt x="4289726" y="3586848"/>
                  <a:pt x="4289726" y="3587322"/>
                  <a:pt x="4289489" y="3587737"/>
                </a:cubicBezTo>
                <a:lnTo>
                  <a:pt x="4280605" y="3603135"/>
                </a:lnTo>
                <a:cubicBezTo>
                  <a:pt x="4280368" y="3603550"/>
                  <a:pt x="4279954" y="3603787"/>
                  <a:pt x="4279540" y="3603787"/>
                </a:cubicBezTo>
                <a:lnTo>
                  <a:pt x="4261772" y="3603787"/>
                </a:lnTo>
                <a:cubicBezTo>
                  <a:pt x="4261357" y="3603787"/>
                  <a:pt x="4260943" y="3603550"/>
                  <a:pt x="4260706" y="3603135"/>
                </a:cubicBezTo>
                <a:lnTo>
                  <a:pt x="4251822" y="3587737"/>
                </a:lnTo>
                <a:cubicBezTo>
                  <a:pt x="4251585" y="3587382"/>
                  <a:pt x="4251585" y="3586908"/>
                  <a:pt x="4251822" y="3586493"/>
                </a:cubicBezTo>
                <a:lnTo>
                  <a:pt x="4260706" y="3571095"/>
                </a:lnTo>
                <a:cubicBezTo>
                  <a:pt x="4260943" y="3570680"/>
                  <a:pt x="4261357" y="3570443"/>
                  <a:pt x="4261772" y="3570443"/>
                </a:cubicBezTo>
                <a:close/>
                <a:moveTo>
                  <a:pt x="4193781" y="3569792"/>
                </a:moveTo>
                <a:lnTo>
                  <a:pt x="4212200" y="3569792"/>
                </a:lnTo>
                <a:cubicBezTo>
                  <a:pt x="4212674" y="3569792"/>
                  <a:pt x="4213088" y="3570029"/>
                  <a:pt x="4213325" y="3570443"/>
                </a:cubicBezTo>
                <a:lnTo>
                  <a:pt x="4222564" y="3586434"/>
                </a:lnTo>
                <a:cubicBezTo>
                  <a:pt x="4222801" y="3586849"/>
                  <a:pt x="4222801" y="3587323"/>
                  <a:pt x="4222564" y="3587737"/>
                </a:cubicBezTo>
                <a:lnTo>
                  <a:pt x="4213325" y="3603728"/>
                </a:lnTo>
                <a:cubicBezTo>
                  <a:pt x="4213088" y="3604142"/>
                  <a:pt x="4212674" y="3604380"/>
                  <a:pt x="4212200" y="3604380"/>
                </a:cubicBezTo>
                <a:lnTo>
                  <a:pt x="4193781" y="3604380"/>
                </a:lnTo>
                <a:cubicBezTo>
                  <a:pt x="4193307" y="3604380"/>
                  <a:pt x="4192893" y="3604142"/>
                  <a:pt x="4192656" y="3603728"/>
                </a:cubicBezTo>
                <a:lnTo>
                  <a:pt x="4183416" y="3587737"/>
                </a:lnTo>
                <a:cubicBezTo>
                  <a:pt x="4183180" y="3587323"/>
                  <a:pt x="4183180" y="3586849"/>
                  <a:pt x="4183416" y="3586434"/>
                </a:cubicBezTo>
                <a:lnTo>
                  <a:pt x="4192656" y="3570443"/>
                </a:lnTo>
                <a:cubicBezTo>
                  <a:pt x="4192893" y="3570029"/>
                  <a:pt x="4193307" y="3569792"/>
                  <a:pt x="4193781" y="3569792"/>
                </a:cubicBezTo>
                <a:close/>
                <a:moveTo>
                  <a:pt x="3990935" y="3569792"/>
                </a:moveTo>
                <a:lnTo>
                  <a:pt x="4009354" y="3569792"/>
                </a:lnTo>
                <a:cubicBezTo>
                  <a:pt x="4009828" y="3569792"/>
                  <a:pt x="4010242" y="3570029"/>
                  <a:pt x="4010479" y="3570443"/>
                </a:cubicBezTo>
                <a:lnTo>
                  <a:pt x="4019718" y="3586434"/>
                </a:lnTo>
                <a:cubicBezTo>
                  <a:pt x="4019955" y="3586849"/>
                  <a:pt x="4019955" y="3587323"/>
                  <a:pt x="4019718" y="3587737"/>
                </a:cubicBezTo>
                <a:lnTo>
                  <a:pt x="4010479" y="3603728"/>
                </a:lnTo>
                <a:cubicBezTo>
                  <a:pt x="4010242" y="3604142"/>
                  <a:pt x="4009828" y="3604380"/>
                  <a:pt x="4009354" y="3604380"/>
                </a:cubicBezTo>
                <a:lnTo>
                  <a:pt x="3990935" y="3604380"/>
                </a:lnTo>
                <a:cubicBezTo>
                  <a:pt x="3990461" y="3604380"/>
                  <a:pt x="3990047" y="3604142"/>
                  <a:pt x="3989810" y="3603728"/>
                </a:cubicBezTo>
                <a:lnTo>
                  <a:pt x="3980570" y="3587737"/>
                </a:lnTo>
                <a:cubicBezTo>
                  <a:pt x="3980334" y="3587323"/>
                  <a:pt x="3980334" y="3586849"/>
                  <a:pt x="3980570" y="3586434"/>
                </a:cubicBezTo>
                <a:lnTo>
                  <a:pt x="3989810" y="3570443"/>
                </a:lnTo>
                <a:cubicBezTo>
                  <a:pt x="3990047" y="3570029"/>
                  <a:pt x="3990461" y="3569792"/>
                  <a:pt x="3990935" y="3569792"/>
                </a:cubicBezTo>
                <a:close/>
                <a:moveTo>
                  <a:pt x="4396626" y="3569733"/>
                </a:moveTo>
                <a:lnTo>
                  <a:pt x="4415163" y="3569733"/>
                </a:lnTo>
                <a:cubicBezTo>
                  <a:pt x="4415638" y="3569733"/>
                  <a:pt x="4416052" y="3569970"/>
                  <a:pt x="4416289" y="3570385"/>
                </a:cubicBezTo>
                <a:lnTo>
                  <a:pt x="4425528" y="3586435"/>
                </a:lnTo>
                <a:cubicBezTo>
                  <a:pt x="4425765" y="3586849"/>
                  <a:pt x="4425765" y="3587323"/>
                  <a:pt x="4425528" y="3587738"/>
                </a:cubicBezTo>
                <a:lnTo>
                  <a:pt x="4416230" y="3603787"/>
                </a:lnTo>
                <a:cubicBezTo>
                  <a:pt x="4415993" y="3604202"/>
                  <a:pt x="4415578" y="3604439"/>
                  <a:pt x="4415104" y="3604439"/>
                </a:cubicBezTo>
                <a:lnTo>
                  <a:pt x="4396567" y="3604439"/>
                </a:lnTo>
                <a:cubicBezTo>
                  <a:pt x="4396093" y="3604439"/>
                  <a:pt x="4395679" y="3604202"/>
                  <a:pt x="4395442" y="3603787"/>
                </a:cubicBezTo>
                <a:lnTo>
                  <a:pt x="4386202" y="3587738"/>
                </a:lnTo>
                <a:cubicBezTo>
                  <a:pt x="4385966" y="3587323"/>
                  <a:pt x="4385966" y="3586849"/>
                  <a:pt x="4386202" y="3586435"/>
                </a:cubicBezTo>
                <a:lnTo>
                  <a:pt x="4395501" y="3570385"/>
                </a:lnTo>
                <a:cubicBezTo>
                  <a:pt x="4395738" y="3569970"/>
                  <a:pt x="4396152" y="3569733"/>
                  <a:pt x="4396626" y="3569733"/>
                </a:cubicBezTo>
                <a:close/>
                <a:moveTo>
                  <a:pt x="3922944" y="3569318"/>
                </a:moveTo>
                <a:lnTo>
                  <a:pt x="3941956" y="3569318"/>
                </a:lnTo>
                <a:cubicBezTo>
                  <a:pt x="3942429" y="3569318"/>
                  <a:pt x="3942903" y="3569555"/>
                  <a:pt x="3943140" y="3569970"/>
                </a:cubicBezTo>
                <a:lnTo>
                  <a:pt x="3952616" y="3586434"/>
                </a:lnTo>
                <a:cubicBezTo>
                  <a:pt x="3952853" y="3586849"/>
                  <a:pt x="3952853" y="3587382"/>
                  <a:pt x="3952616" y="3587797"/>
                </a:cubicBezTo>
                <a:lnTo>
                  <a:pt x="3943140" y="3604261"/>
                </a:lnTo>
                <a:cubicBezTo>
                  <a:pt x="3942843" y="3604676"/>
                  <a:pt x="3942429" y="3604912"/>
                  <a:pt x="3941956" y="3604912"/>
                </a:cubicBezTo>
                <a:lnTo>
                  <a:pt x="3922944" y="3604912"/>
                </a:lnTo>
                <a:cubicBezTo>
                  <a:pt x="3922470" y="3604912"/>
                  <a:pt x="3921996" y="3604676"/>
                  <a:pt x="3921760" y="3604261"/>
                </a:cubicBezTo>
                <a:lnTo>
                  <a:pt x="3912284" y="3587797"/>
                </a:lnTo>
                <a:cubicBezTo>
                  <a:pt x="3912047" y="3587382"/>
                  <a:pt x="3912047" y="3586849"/>
                  <a:pt x="3912284" y="3586434"/>
                </a:cubicBezTo>
                <a:lnTo>
                  <a:pt x="3921760" y="3569970"/>
                </a:lnTo>
                <a:cubicBezTo>
                  <a:pt x="3922055" y="3569555"/>
                  <a:pt x="3922470" y="3569318"/>
                  <a:pt x="3922944" y="3569318"/>
                </a:cubicBezTo>
                <a:close/>
                <a:moveTo>
                  <a:pt x="4463729" y="3568785"/>
                </a:moveTo>
                <a:lnTo>
                  <a:pt x="4483273" y="3568785"/>
                </a:lnTo>
                <a:cubicBezTo>
                  <a:pt x="4483747" y="3568785"/>
                  <a:pt x="4484221" y="3569081"/>
                  <a:pt x="4484458" y="3569496"/>
                </a:cubicBezTo>
                <a:lnTo>
                  <a:pt x="4494230" y="3586434"/>
                </a:lnTo>
                <a:cubicBezTo>
                  <a:pt x="4494467" y="3586849"/>
                  <a:pt x="4494467" y="3587382"/>
                  <a:pt x="4494230" y="3587796"/>
                </a:cubicBezTo>
                <a:lnTo>
                  <a:pt x="4484458" y="3604735"/>
                </a:lnTo>
                <a:cubicBezTo>
                  <a:pt x="4484221" y="3605149"/>
                  <a:pt x="4483747" y="3605445"/>
                  <a:pt x="4483273" y="3605445"/>
                </a:cubicBezTo>
                <a:lnTo>
                  <a:pt x="4463729" y="3605445"/>
                </a:lnTo>
                <a:cubicBezTo>
                  <a:pt x="4463255" y="3605445"/>
                  <a:pt x="4462782" y="3605149"/>
                  <a:pt x="4462544" y="3604735"/>
                </a:cubicBezTo>
                <a:lnTo>
                  <a:pt x="4452773" y="3587796"/>
                </a:lnTo>
                <a:cubicBezTo>
                  <a:pt x="4452536" y="3587382"/>
                  <a:pt x="4452536" y="3586849"/>
                  <a:pt x="4452773" y="3586434"/>
                </a:cubicBezTo>
                <a:lnTo>
                  <a:pt x="4462544" y="3569496"/>
                </a:lnTo>
                <a:cubicBezTo>
                  <a:pt x="4462782" y="3569081"/>
                  <a:pt x="4463255" y="3568785"/>
                  <a:pt x="4463729" y="3568785"/>
                </a:cubicBezTo>
                <a:close/>
                <a:moveTo>
                  <a:pt x="2705335" y="3568785"/>
                </a:moveTo>
                <a:lnTo>
                  <a:pt x="2724880" y="3568785"/>
                </a:lnTo>
                <a:cubicBezTo>
                  <a:pt x="2725354" y="3568785"/>
                  <a:pt x="2725827" y="3569081"/>
                  <a:pt x="2726064" y="3569496"/>
                </a:cubicBezTo>
                <a:lnTo>
                  <a:pt x="2735836" y="3586434"/>
                </a:lnTo>
                <a:cubicBezTo>
                  <a:pt x="2736073" y="3586849"/>
                  <a:pt x="2736073" y="3587382"/>
                  <a:pt x="2735836" y="3587796"/>
                </a:cubicBezTo>
                <a:lnTo>
                  <a:pt x="2726064" y="3604735"/>
                </a:lnTo>
                <a:cubicBezTo>
                  <a:pt x="2725827" y="3605149"/>
                  <a:pt x="2725354" y="3605445"/>
                  <a:pt x="2724880" y="3605445"/>
                </a:cubicBezTo>
                <a:lnTo>
                  <a:pt x="2705335" y="3605445"/>
                </a:lnTo>
                <a:cubicBezTo>
                  <a:pt x="2704862" y="3605445"/>
                  <a:pt x="2704388" y="3605149"/>
                  <a:pt x="2704151" y="3604735"/>
                </a:cubicBezTo>
                <a:lnTo>
                  <a:pt x="2694379" y="3587796"/>
                </a:lnTo>
                <a:cubicBezTo>
                  <a:pt x="2694142" y="3587382"/>
                  <a:pt x="2694142" y="3586849"/>
                  <a:pt x="2694379" y="3586434"/>
                </a:cubicBezTo>
                <a:lnTo>
                  <a:pt x="2704151" y="3569496"/>
                </a:lnTo>
                <a:cubicBezTo>
                  <a:pt x="2704388" y="3569081"/>
                  <a:pt x="2704862" y="3568785"/>
                  <a:pt x="2705335" y="3568785"/>
                </a:cubicBezTo>
                <a:close/>
                <a:moveTo>
                  <a:pt x="4057919" y="3568667"/>
                </a:moveTo>
                <a:lnTo>
                  <a:pt x="4077581" y="3568667"/>
                </a:lnTo>
                <a:cubicBezTo>
                  <a:pt x="4078055" y="3568667"/>
                  <a:pt x="4078529" y="3568963"/>
                  <a:pt x="4078766" y="3569378"/>
                </a:cubicBezTo>
                <a:lnTo>
                  <a:pt x="4088597" y="3586375"/>
                </a:lnTo>
                <a:cubicBezTo>
                  <a:pt x="4088834" y="3586790"/>
                  <a:pt x="4088834" y="3587323"/>
                  <a:pt x="4088597" y="3587738"/>
                </a:cubicBezTo>
                <a:lnTo>
                  <a:pt x="4078766" y="3604735"/>
                </a:lnTo>
                <a:cubicBezTo>
                  <a:pt x="4078529" y="3605150"/>
                  <a:pt x="4078055" y="3605446"/>
                  <a:pt x="4077581" y="3605446"/>
                </a:cubicBezTo>
                <a:lnTo>
                  <a:pt x="4057919" y="3605446"/>
                </a:lnTo>
                <a:cubicBezTo>
                  <a:pt x="4057445" y="3605446"/>
                  <a:pt x="4056971" y="3605150"/>
                  <a:pt x="4056734" y="3604735"/>
                </a:cubicBezTo>
                <a:lnTo>
                  <a:pt x="4046903" y="3587738"/>
                </a:lnTo>
                <a:cubicBezTo>
                  <a:pt x="4046666" y="3587323"/>
                  <a:pt x="4046666" y="3586790"/>
                  <a:pt x="4046903" y="3586375"/>
                </a:cubicBezTo>
                <a:lnTo>
                  <a:pt x="4056734" y="3569378"/>
                </a:lnTo>
                <a:cubicBezTo>
                  <a:pt x="4056971" y="3568963"/>
                  <a:pt x="4057445" y="3568667"/>
                  <a:pt x="4057919" y="3568667"/>
                </a:cubicBezTo>
                <a:close/>
                <a:moveTo>
                  <a:pt x="3855014" y="3568667"/>
                </a:moveTo>
                <a:lnTo>
                  <a:pt x="3874676" y="3568667"/>
                </a:lnTo>
                <a:cubicBezTo>
                  <a:pt x="3875150" y="3568667"/>
                  <a:pt x="3875624" y="3568963"/>
                  <a:pt x="3875861" y="3569378"/>
                </a:cubicBezTo>
                <a:lnTo>
                  <a:pt x="3885693" y="3586375"/>
                </a:lnTo>
                <a:cubicBezTo>
                  <a:pt x="3885929" y="3586790"/>
                  <a:pt x="3885929" y="3587323"/>
                  <a:pt x="3885693" y="3587738"/>
                </a:cubicBezTo>
                <a:lnTo>
                  <a:pt x="3875861" y="3604735"/>
                </a:lnTo>
                <a:cubicBezTo>
                  <a:pt x="3875624" y="3605150"/>
                  <a:pt x="3875150" y="3605446"/>
                  <a:pt x="3874676" y="3605446"/>
                </a:cubicBezTo>
                <a:lnTo>
                  <a:pt x="3855014" y="3605446"/>
                </a:lnTo>
                <a:cubicBezTo>
                  <a:pt x="3854540" y="3605446"/>
                  <a:pt x="3854066" y="3605150"/>
                  <a:pt x="3853829" y="3604735"/>
                </a:cubicBezTo>
                <a:lnTo>
                  <a:pt x="3843998" y="3587738"/>
                </a:lnTo>
                <a:cubicBezTo>
                  <a:pt x="3843761" y="3587323"/>
                  <a:pt x="3843761" y="3586790"/>
                  <a:pt x="3843998" y="3586375"/>
                </a:cubicBezTo>
                <a:lnTo>
                  <a:pt x="3853829" y="3569378"/>
                </a:lnTo>
                <a:cubicBezTo>
                  <a:pt x="3854066" y="3568963"/>
                  <a:pt x="3854540" y="3568667"/>
                  <a:pt x="3855014" y="3568667"/>
                </a:cubicBezTo>
                <a:close/>
                <a:moveTo>
                  <a:pt x="3787318" y="3568548"/>
                </a:moveTo>
                <a:lnTo>
                  <a:pt x="3807100" y="3568548"/>
                </a:lnTo>
                <a:cubicBezTo>
                  <a:pt x="3807574" y="3568548"/>
                  <a:pt x="3808047" y="3568844"/>
                  <a:pt x="3808284" y="3569259"/>
                </a:cubicBezTo>
                <a:lnTo>
                  <a:pt x="3818175" y="3586374"/>
                </a:lnTo>
                <a:cubicBezTo>
                  <a:pt x="3818412" y="3586848"/>
                  <a:pt x="3818412" y="3587382"/>
                  <a:pt x="3818175" y="3587796"/>
                </a:cubicBezTo>
                <a:lnTo>
                  <a:pt x="3808284" y="3604912"/>
                </a:lnTo>
                <a:cubicBezTo>
                  <a:pt x="3808047" y="3605327"/>
                  <a:pt x="3807574" y="3605623"/>
                  <a:pt x="3807100" y="3605623"/>
                </a:cubicBezTo>
                <a:lnTo>
                  <a:pt x="3787318" y="3605623"/>
                </a:lnTo>
                <a:cubicBezTo>
                  <a:pt x="3786845" y="3605623"/>
                  <a:pt x="3786371" y="3605327"/>
                  <a:pt x="3786134" y="3604912"/>
                </a:cubicBezTo>
                <a:lnTo>
                  <a:pt x="3776243" y="3587796"/>
                </a:lnTo>
                <a:cubicBezTo>
                  <a:pt x="3776007" y="3587322"/>
                  <a:pt x="3776007" y="3586789"/>
                  <a:pt x="3776243" y="3586374"/>
                </a:cubicBezTo>
                <a:lnTo>
                  <a:pt x="3786134" y="3569259"/>
                </a:lnTo>
                <a:cubicBezTo>
                  <a:pt x="3786371" y="3568844"/>
                  <a:pt x="3786845" y="3568548"/>
                  <a:pt x="3787318" y="3568548"/>
                </a:cubicBezTo>
                <a:close/>
                <a:moveTo>
                  <a:pt x="4125435" y="3568489"/>
                </a:moveTo>
                <a:lnTo>
                  <a:pt x="4145335" y="3568489"/>
                </a:lnTo>
                <a:cubicBezTo>
                  <a:pt x="4145808" y="3568489"/>
                  <a:pt x="4146283" y="3568785"/>
                  <a:pt x="4146519" y="3569200"/>
                </a:cubicBezTo>
                <a:lnTo>
                  <a:pt x="4156469" y="3586434"/>
                </a:lnTo>
                <a:cubicBezTo>
                  <a:pt x="4156705" y="3586908"/>
                  <a:pt x="4156705" y="3587441"/>
                  <a:pt x="4156469" y="3587855"/>
                </a:cubicBezTo>
                <a:lnTo>
                  <a:pt x="4146519" y="3605090"/>
                </a:lnTo>
                <a:cubicBezTo>
                  <a:pt x="4146283" y="3605505"/>
                  <a:pt x="4145808" y="3605801"/>
                  <a:pt x="4145335" y="3605801"/>
                </a:cubicBezTo>
                <a:lnTo>
                  <a:pt x="4125435" y="3605801"/>
                </a:lnTo>
                <a:cubicBezTo>
                  <a:pt x="4124961" y="3605801"/>
                  <a:pt x="4124487" y="3605505"/>
                  <a:pt x="4124250" y="3605090"/>
                </a:cubicBezTo>
                <a:lnTo>
                  <a:pt x="4114301" y="3587855"/>
                </a:lnTo>
                <a:cubicBezTo>
                  <a:pt x="4114064" y="3587382"/>
                  <a:pt x="4114064" y="3586849"/>
                  <a:pt x="4114301" y="3586434"/>
                </a:cubicBezTo>
                <a:lnTo>
                  <a:pt x="4124250" y="3569200"/>
                </a:lnTo>
                <a:cubicBezTo>
                  <a:pt x="4124487" y="3568785"/>
                  <a:pt x="4124961" y="3568489"/>
                  <a:pt x="4125435" y="3568489"/>
                </a:cubicBezTo>
                <a:close/>
                <a:moveTo>
                  <a:pt x="3651753" y="3567956"/>
                </a:moveTo>
                <a:lnTo>
                  <a:pt x="3672185" y="3567956"/>
                </a:lnTo>
                <a:cubicBezTo>
                  <a:pt x="3672718" y="3567956"/>
                  <a:pt x="3673192" y="3568252"/>
                  <a:pt x="3673429" y="3568667"/>
                </a:cubicBezTo>
                <a:lnTo>
                  <a:pt x="3683615" y="3586375"/>
                </a:lnTo>
                <a:cubicBezTo>
                  <a:pt x="3683852" y="3586790"/>
                  <a:pt x="3683852" y="3587382"/>
                  <a:pt x="3683615" y="3587797"/>
                </a:cubicBezTo>
                <a:lnTo>
                  <a:pt x="3673369" y="3605505"/>
                </a:lnTo>
                <a:cubicBezTo>
                  <a:pt x="3673133" y="3605919"/>
                  <a:pt x="3672659" y="3606216"/>
                  <a:pt x="3672126" y="3606216"/>
                </a:cubicBezTo>
                <a:lnTo>
                  <a:pt x="3651694" y="3606216"/>
                </a:lnTo>
                <a:cubicBezTo>
                  <a:pt x="3651160" y="3606216"/>
                  <a:pt x="3650687" y="3605919"/>
                  <a:pt x="3650449" y="3605505"/>
                </a:cubicBezTo>
                <a:lnTo>
                  <a:pt x="3640263" y="3587797"/>
                </a:lnTo>
                <a:cubicBezTo>
                  <a:pt x="3640026" y="3587382"/>
                  <a:pt x="3640026" y="3586790"/>
                  <a:pt x="3640263" y="3586375"/>
                </a:cubicBezTo>
                <a:lnTo>
                  <a:pt x="3650509" y="3568667"/>
                </a:lnTo>
                <a:cubicBezTo>
                  <a:pt x="3650746" y="3568252"/>
                  <a:pt x="3651219" y="3567956"/>
                  <a:pt x="3651753" y="3567956"/>
                </a:cubicBezTo>
                <a:close/>
                <a:moveTo>
                  <a:pt x="4530653" y="3567423"/>
                </a:moveTo>
                <a:lnTo>
                  <a:pt x="4551618" y="3567423"/>
                </a:lnTo>
                <a:cubicBezTo>
                  <a:pt x="4552151" y="3567423"/>
                  <a:pt x="4552626" y="3567719"/>
                  <a:pt x="4552921" y="3568193"/>
                </a:cubicBezTo>
                <a:lnTo>
                  <a:pt x="4563404" y="3586375"/>
                </a:lnTo>
                <a:cubicBezTo>
                  <a:pt x="4563701" y="3586849"/>
                  <a:pt x="4563701" y="3587382"/>
                  <a:pt x="4563404" y="3587855"/>
                </a:cubicBezTo>
                <a:lnTo>
                  <a:pt x="4552921" y="3606038"/>
                </a:lnTo>
                <a:cubicBezTo>
                  <a:pt x="4552626" y="3606511"/>
                  <a:pt x="4552151" y="3606807"/>
                  <a:pt x="4551618" y="3606807"/>
                </a:cubicBezTo>
                <a:lnTo>
                  <a:pt x="4530653" y="3606807"/>
                </a:lnTo>
                <a:cubicBezTo>
                  <a:pt x="4530120" y="3606807"/>
                  <a:pt x="4529646" y="3606511"/>
                  <a:pt x="4529350" y="3606038"/>
                </a:cubicBezTo>
                <a:lnTo>
                  <a:pt x="4518867" y="3587855"/>
                </a:lnTo>
                <a:cubicBezTo>
                  <a:pt x="4518571" y="3587382"/>
                  <a:pt x="4518571" y="3586849"/>
                  <a:pt x="4518867" y="3586375"/>
                </a:cubicBezTo>
                <a:lnTo>
                  <a:pt x="4529350" y="3568193"/>
                </a:lnTo>
                <a:cubicBezTo>
                  <a:pt x="4529646" y="3567719"/>
                  <a:pt x="4530120" y="3567423"/>
                  <a:pt x="4530653" y="3567423"/>
                </a:cubicBezTo>
                <a:close/>
                <a:moveTo>
                  <a:pt x="3718974" y="3567245"/>
                </a:moveTo>
                <a:lnTo>
                  <a:pt x="3740176" y="3567245"/>
                </a:lnTo>
                <a:cubicBezTo>
                  <a:pt x="3740709" y="3567245"/>
                  <a:pt x="3741183" y="3567541"/>
                  <a:pt x="3741479" y="3568015"/>
                </a:cubicBezTo>
                <a:lnTo>
                  <a:pt x="3752080" y="3586375"/>
                </a:lnTo>
                <a:cubicBezTo>
                  <a:pt x="3752377" y="3586789"/>
                  <a:pt x="3752377" y="3587382"/>
                  <a:pt x="3752080" y="3587855"/>
                </a:cubicBezTo>
                <a:lnTo>
                  <a:pt x="3741479" y="3606215"/>
                </a:lnTo>
                <a:cubicBezTo>
                  <a:pt x="3741183" y="3606689"/>
                  <a:pt x="3740709" y="3606985"/>
                  <a:pt x="3740176" y="3606985"/>
                </a:cubicBezTo>
                <a:lnTo>
                  <a:pt x="3718974" y="3606985"/>
                </a:lnTo>
                <a:cubicBezTo>
                  <a:pt x="3718440" y="3606985"/>
                  <a:pt x="3717967" y="3606689"/>
                  <a:pt x="3717670" y="3606215"/>
                </a:cubicBezTo>
                <a:lnTo>
                  <a:pt x="3707069" y="3587855"/>
                </a:lnTo>
                <a:cubicBezTo>
                  <a:pt x="3706773" y="3587441"/>
                  <a:pt x="3706773" y="3586848"/>
                  <a:pt x="3707069" y="3586375"/>
                </a:cubicBezTo>
                <a:lnTo>
                  <a:pt x="3717670" y="3568015"/>
                </a:lnTo>
                <a:cubicBezTo>
                  <a:pt x="3717967" y="3567541"/>
                  <a:pt x="3718440" y="3567245"/>
                  <a:pt x="3718974" y="3567245"/>
                </a:cubicBezTo>
                <a:close/>
                <a:moveTo>
                  <a:pt x="4665746" y="3567127"/>
                </a:moveTo>
                <a:lnTo>
                  <a:pt x="4687067" y="3567127"/>
                </a:lnTo>
                <a:cubicBezTo>
                  <a:pt x="4687600" y="3567127"/>
                  <a:pt x="4688074" y="3567423"/>
                  <a:pt x="4688370" y="3567897"/>
                </a:cubicBezTo>
                <a:lnTo>
                  <a:pt x="4699030" y="3586375"/>
                </a:lnTo>
                <a:cubicBezTo>
                  <a:pt x="4699326" y="3586790"/>
                  <a:pt x="4699326" y="3587382"/>
                  <a:pt x="4699030" y="3587856"/>
                </a:cubicBezTo>
                <a:lnTo>
                  <a:pt x="4688370" y="3606334"/>
                </a:lnTo>
                <a:cubicBezTo>
                  <a:pt x="4688074" y="3606808"/>
                  <a:pt x="4687600" y="3607104"/>
                  <a:pt x="4687067" y="3607104"/>
                </a:cubicBezTo>
                <a:lnTo>
                  <a:pt x="4665746" y="3607104"/>
                </a:lnTo>
                <a:cubicBezTo>
                  <a:pt x="4665213" y="3607104"/>
                  <a:pt x="4664739" y="3606808"/>
                  <a:pt x="4664443" y="3606334"/>
                </a:cubicBezTo>
                <a:lnTo>
                  <a:pt x="4653782" y="3587856"/>
                </a:lnTo>
                <a:cubicBezTo>
                  <a:pt x="4653486" y="3587442"/>
                  <a:pt x="4653486" y="3586849"/>
                  <a:pt x="4653782" y="3586375"/>
                </a:cubicBezTo>
                <a:lnTo>
                  <a:pt x="4664443" y="3567897"/>
                </a:lnTo>
                <a:cubicBezTo>
                  <a:pt x="4664739" y="3567423"/>
                  <a:pt x="4665213" y="3567127"/>
                  <a:pt x="4665746" y="3567127"/>
                </a:cubicBezTo>
                <a:close/>
                <a:moveTo>
                  <a:pt x="4598110" y="3567127"/>
                </a:moveTo>
                <a:lnTo>
                  <a:pt x="4619431" y="3567127"/>
                </a:lnTo>
                <a:cubicBezTo>
                  <a:pt x="4619965" y="3567127"/>
                  <a:pt x="4620438" y="3567423"/>
                  <a:pt x="4620735" y="3567897"/>
                </a:cubicBezTo>
                <a:lnTo>
                  <a:pt x="4631395" y="3586375"/>
                </a:lnTo>
                <a:cubicBezTo>
                  <a:pt x="4631691" y="3586790"/>
                  <a:pt x="4631691" y="3587382"/>
                  <a:pt x="4631395" y="3587856"/>
                </a:cubicBezTo>
                <a:lnTo>
                  <a:pt x="4620735" y="3606334"/>
                </a:lnTo>
                <a:cubicBezTo>
                  <a:pt x="4620438" y="3606808"/>
                  <a:pt x="4619965" y="3607104"/>
                  <a:pt x="4619431" y="3607104"/>
                </a:cubicBezTo>
                <a:lnTo>
                  <a:pt x="4598110" y="3607104"/>
                </a:lnTo>
                <a:cubicBezTo>
                  <a:pt x="4597578" y="3607104"/>
                  <a:pt x="4597104" y="3606808"/>
                  <a:pt x="4596808" y="3606334"/>
                </a:cubicBezTo>
                <a:lnTo>
                  <a:pt x="4586147" y="3587856"/>
                </a:lnTo>
                <a:cubicBezTo>
                  <a:pt x="4585851" y="3587442"/>
                  <a:pt x="4585851" y="3586849"/>
                  <a:pt x="4586147" y="3586375"/>
                </a:cubicBezTo>
                <a:lnTo>
                  <a:pt x="4596808" y="3567897"/>
                </a:lnTo>
                <a:cubicBezTo>
                  <a:pt x="4597104" y="3567423"/>
                  <a:pt x="4597578" y="3567127"/>
                  <a:pt x="4598110" y="3567127"/>
                </a:cubicBezTo>
                <a:close/>
                <a:moveTo>
                  <a:pt x="4733321" y="3566890"/>
                </a:moveTo>
                <a:lnTo>
                  <a:pt x="4754820" y="3566890"/>
                </a:lnTo>
                <a:cubicBezTo>
                  <a:pt x="4755353" y="3566890"/>
                  <a:pt x="4755827" y="3567186"/>
                  <a:pt x="4756123" y="3567660"/>
                </a:cubicBezTo>
                <a:lnTo>
                  <a:pt x="4766902" y="3586316"/>
                </a:lnTo>
                <a:cubicBezTo>
                  <a:pt x="4767198" y="3586790"/>
                  <a:pt x="4767198" y="3587382"/>
                  <a:pt x="4766902" y="3587856"/>
                </a:cubicBezTo>
                <a:lnTo>
                  <a:pt x="4756123" y="3606512"/>
                </a:lnTo>
                <a:cubicBezTo>
                  <a:pt x="4755886" y="3606986"/>
                  <a:pt x="4755353" y="3607282"/>
                  <a:pt x="4754820" y="3607282"/>
                </a:cubicBezTo>
                <a:lnTo>
                  <a:pt x="4733321" y="3607282"/>
                </a:lnTo>
                <a:cubicBezTo>
                  <a:pt x="4732788" y="3607282"/>
                  <a:pt x="4732314" y="3606986"/>
                  <a:pt x="4732018" y="3606512"/>
                </a:cubicBezTo>
                <a:lnTo>
                  <a:pt x="4721239" y="3587856"/>
                </a:lnTo>
                <a:cubicBezTo>
                  <a:pt x="4720943" y="3587382"/>
                  <a:pt x="4720943" y="3586790"/>
                  <a:pt x="4721239" y="3586316"/>
                </a:cubicBezTo>
                <a:lnTo>
                  <a:pt x="4732018" y="3567660"/>
                </a:lnTo>
                <a:cubicBezTo>
                  <a:pt x="4732255" y="3567186"/>
                  <a:pt x="4732788" y="3566890"/>
                  <a:pt x="4733321" y="3566890"/>
                </a:cubicBezTo>
                <a:close/>
                <a:moveTo>
                  <a:pt x="3515950" y="3566890"/>
                </a:moveTo>
                <a:lnTo>
                  <a:pt x="3537449" y="3566890"/>
                </a:lnTo>
                <a:cubicBezTo>
                  <a:pt x="3537981" y="3566890"/>
                  <a:pt x="3538456" y="3567186"/>
                  <a:pt x="3538751" y="3567660"/>
                </a:cubicBezTo>
                <a:lnTo>
                  <a:pt x="3549531" y="3586316"/>
                </a:lnTo>
                <a:cubicBezTo>
                  <a:pt x="3549826" y="3586790"/>
                  <a:pt x="3549826" y="3587382"/>
                  <a:pt x="3549531" y="3587856"/>
                </a:cubicBezTo>
                <a:lnTo>
                  <a:pt x="3538751" y="3606512"/>
                </a:lnTo>
                <a:cubicBezTo>
                  <a:pt x="3538514" y="3606986"/>
                  <a:pt x="3537981" y="3607282"/>
                  <a:pt x="3537449" y="3607282"/>
                </a:cubicBezTo>
                <a:lnTo>
                  <a:pt x="3515950" y="3607282"/>
                </a:lnTo>
                <a:cubicBezTo>
                  <a:pt x="3515417" y="3607282"/>
                  <a:pt x="3514943" y="3606986"/>
                  <a:pt x="3514647" y="3606512"/>
                </a:cubicBezTo>
                <a:lnTo>
                  <a:pt x="3503868" y="3587856"/>
                </a:lnTo>
                <a:cubicBezTo>
                  <a:pt x="3503572" y="3587382"/>
                  <a:pt x="3503572" y="3586790"/>
                  <a:pt x="3503868" y="3586316"/>
                </a:cubicBezTo>
                <a:lnTo>
                  <a:pt x="3514647" y="3567660"/>
                </a:lnTo>
                <a:cubicBezTo>
                  <a:pt x="3514884" y="3567186"/>
                  <a:pt x="3515417" y="3566890"/>
                  <a:pt x="3515950" y="3566890"/>
                </a:cubicBezTo>
                <a:close/>
                <a:moveTo>
                  <a:pt x="3448255" y="3566831"/>
                </a:moveTo>
                <a:lnTo>
                  <a:pt x="3469872" y="3566831"/>
                </a:lnTo>
                <a:cubicBezTo>
                  <a:pt x="3470405" y="3566831"/>
                  <a:pt x="3470879" y="3567127"/>
                  <a:pt x="3471175" y="3567601"/>
                </a:cubicBezTo>
                <a:lnTo>
                  <a:pt x="3482014" y="3586316"/>
                </a:lnTo>
                <a:cubicBezTo>
                  <a:pt x="3482309" y="3586790"/>
                  <a:pt x="3482309" y="3587382"/>
                  <a:pt x="3482014" y="3587856"/>
                </a:cubicBezTo>
                <a:lnTo>
                  <a:pt x="3471175" y="3606571"/>
                </a:lnTo>
                <a:cubicBezTo>
                  <a:pt x="3470939" y="3607045"/>
                  <a:pt x="3470405" y="3607341"/>
                  <a:pt x="3469872" y="3607341"/>
                </a:cubicBezTo>
                <a:lnTo>
                  <a:pt x="3448255" y="3607341"/>
                </a:lnTo>
                <a:cubicBezTo>
                  <a:pt x="3447722" y="3607341"/>
                  <a:pt x="3447249" y="3607045"/>
                  <a:pt x="3446952" y="3606571"/>
                </a:cubicBezTo>
                <a:lnTo>
                  <a:pt x="3436114" y="3587856"/>
                </a:lnTo>
                <a:cubicBezTo>
                  <a:pt x="3435818" y="3587382"/>
                  <a:pt x="3435818" y="3586790"/>
                  <a:pt x="3436114" y="3586316"/>
                </a:cubicBezTo>
                <a:lnTo>
                  <a:pt x="3446952" y="3567601"/>
                </a:lnTo>
                <a:cubicBezTo>
                  <a:pt x="3447189" y="3567127"/>
                  <a:pt x="3447722" y="3566831"/>
                  <a:pt x="3448255" y="3566831"/>
                </a:cubicBezTo>
                <a:close/>
                <a:moveTo>
                  <a:pt x="3583407" y="3566594"/>
                </a:moveTo>
                <a:lnTo>
                  <a:pt x="3605261" y="3566594"/>
                </a:lnTo>
                <a:cubicBezTo>
                  <a:pt x="3605854" y="3566594"/>
                  <a:pt x="3606327" y="3566890"/>
                  <a:pt x="3606623" y="3567364"/>
                </a:cubicBezTo>
                <a:lnTo>
                  <a:pt x="3617521" y="3586316"/>
                </a:lnTo>
                <a:cubicBezTo>
                  <a:pt x="3617816" y="3586790"/>
                  <a:pt x="3617816" y="3587382"/>
                  <a:pt x="3617521" y="3587856"/>
                </a:cubicBezTo>
                <a:lnTo>
                  <a:pt x="3606564" y="3606808"/>
                </a:lnTo>
                <a:cubicBezTo>
                  <a:pt x="3606268" y="3607282"/>
                  <a:pt x="3605735" y="3607578"/>
                  <a:pt x="3605201" y="3607578"/>
                </a:cubicBezTo>
                <a:lnTo>
                  <a:pt x="3583348" y="3607578"/>
                </a:lnTo>
                <a:cubicBezTo>
                  <a:pt x="3582756" y="3607578"/>
                  <a:pt x="3582281" y="3607282"/>
                  <a:pt x="3581986" y="3606808"/>
                </a:cubicBezTo>
                <a:lnTo>
                  <a:pt x="3571088" y="3587856"/>
                </a:lnTo>
                <a:cubicBezTo>
                  <a:pt x="3570792" y="3587382"/>
                  <a:pt x="3570792" y="3586790"/>
                  <a:pt x="3571088" y="3586316"/>
                </a:cubicBezTo>
                <a:lnTo>
                  <a:pt x="3582045" y="3567364"/>
                </a:lnTo>
                <a:cubicBezTo>
                  <a:pt x="3582341" y="3566890"/>
                  <a:pt x="3582874" y="3566594"/>
                  <a:pt x="3583407" y="3566594"/>
                </a:cubicBezTo>
                <a:close/>
                <a:moveTo>
                  <a:pt x="4800720" y="3566475"/>
                </a:moveTo>
                <a:lnTo>
                  <a:pt x="4822693" y="3566475"/>
                </a:lnTo>
                <a:cubicBezTo>
                  <a:pt x="4823285" y="3566475"/>
                  <a:pt x="4823758" y="3566771"/>
                  <a:pt x="4824055" y="3567245"/>
                </a:cubicBezTo>
                <a:lnTo>
                  <a:pt x="4835011" y="3586256"/>
                </a:lnTo>
                <a:cubicBezTo>
                  <a:pt x="4835308" y="3586730"/>
                  <a:pt x="4835308" y="3587322"/>
                  <a:pt x="4835011" y="3587796"/>
                </a:cubicBezTo>
                <a:lnTo>
                  <a:pt x="4823995" y="3606807"/>
                </a:lnTo>
                <a:cubicBezTo>
                  <a:pt x="4823699" y="3607281"/>
                  <a:pt x="4823166" y="3607577"/>
                  <a:pt x="4822633" y="3607577"/>
                </a:cubicBezTo>
                <a:lnTo>
                  <a:pt x="4800661" y="3607577"/>
                </a:lnTo>
                <a:cubicBezTo>
                  <a:pt x="4800068" y="3607577"/>
                  <a:pt x="4799595" y="3607281"/>
                  <a:pt x="4799298" y="3606807"/>
                </a:cubicBezTo>
                <a:lnTo>
                  <a:pt x="4788342" y="3587796"/>
                </a:lnTo>
                <a:cubicBezTo>
                  <a:pt x="4788046" y="3587322"/>
                  <a:pt x="4788046" y="3586730"/>
                  <a:pt x="4788342" y="3586256"/>
                </a:cubicBezTo>
                <a:lnTo>
                  <a:pt x="4799358" y="3567245"/>
                </a:lnTo>
                <a:cubicBezTo>
                  <a:pt x="4799654" y="3566771"/>
                  <a:pt x="4800187" y="3566475"/>
                  <a:pt x="4800720" y="3566475"/>
                </a:cubicBezTo>
                <a:close/>
                <a:moveTo>
                  <a:pt x="3380324" y="3566298"/>
                </a:moveTo>
                <a:lnTo>
                  <a:pt x="3402534" y="3566298"/>
                </a:lnTo>
                <a:cubicBezTo>
                  <a:pt x="3403067" y="3566298"/>
                  <a:pt x="3403600" y="3566594"/>
                  <a:pt x="3403896" y="3567068"/>
                </a:cubicBezTo>
                <a:lnTo>
                  <a:pt x="3414971" y="3586316"/>
                </a:lnTo>
                <a:cubicBezTo>
                  <a:pt x="3415267" y="3586790"/>
                  <a:pt x="3415267" y="3587382"/>
                  <a:pt x="3414971" y="3587856"/>
                </a:cubicBezTo>
                <a:lnTo>
                  <a:pt x="3403896" y="3607104"/>
                </a:lnTo>
                <a:cubicBezTo>
                  <a:pt x="3403600" y="3607578"/>
                  <a:pt x="3403067" y="3607874"/>
                  <a:pt x="3402534" y="3607874"/>
                </a:cubicBezTo>
                <a:lnTo>
                  <a:pt x="3380324" y="3607874"/>
                </a:lnTo>
                <a:cubicBezTo>
                  <a:pt x="3379792" y="3607874"/>
                  <a:pt x="3379259" y="3607578"/>
                  <a:pt x="3378962" y="3607104"/>
                </a:cubicBezTo>
                <a:lnTo>
                  <a:pt x="3367887" y="3587856"/>
                </a:lnTo>
                <a:cubicBezTo>
                  <a:pt x="3367591" y="3587382"/>
                  <a:pt x="3367591" y="3586790"/>
                  <a:pt x="3367887" y="3586316"/>
                </a:cubicBezTo>
                <a:lnTo>
                  <a:pt x="3378962" y="3567068"/>
                </a:lnTo>
                <a:cubicBezTo>
                  <a:pt x="3379259" y="3566594"/>
                  <a:pt x="3379792" y="3566298"/>
                  <a:pt x="3380324" y="3566298"/>
                </a:cubicBezTo>
                <a:close/>
                <a:moveTo>
                  <a:pt x="2771669" y="3566298"/>
                </a:moveTo>
                <a:lnTo>
                  <a:pt x="2793878" y="3566298"/>
                </a:lnTo>
                <a:cubicBezTo>
                  <a:pt x="2794411" y="3566298"/>
                  <a:pt x="2794944" y="3566594"/>
                  <a:pt x="2795240" y="3567068"/>
                </a:cubicBezTo>
                <a:lnTo>
                  <a:pt x="2806315" y="3586316"/>
                </a:lnTo>
                <a:cubicBezTo>
                  <a:pt x="2806611" y="3586790"/>
                  <a:pt x="2806611" y="3587382"/>
                  <a:pt x="2806315" y="3587856"/>
                </a:cubicBezTo>
                <a:lnTo>
                  <a:pt x="2795240" y="3607104"/>
                </a:lnTo>
                <a:cubicBezTo>
                  <a:pt x="2794944" y="3607578"/>
                  <a:pt x="2794411" y="3607874"/>
                  <a:pt x="2793878" y="3607874"/>
                </a:cubicBezTo>
                <a:lnTo>
                  <a:pt x="2771669" y="3607874"/>
                </a:lnTo>
                <a:cubicBezTo>
                  <a:pt x="2771135" y="3607874"/>
                  <a:pt x="2770603" y="3607578"/>
                  <a:pt x="2770306" y="3607104"/>
                </a:cubicBezTo>
                <a:lnTo>
                  <a:pt x="2759231" y="3587856"/>
                </a:lnTo>
                <a:cubicBezTo>
                  <a:pt x="2758935" y="3587382"/>
                  <a:pt x="2758935" y="3586790"/>
                  <a:pt x="2759231" y="3586316"/>
                </a:cubicBezTo>
                <a:lnTo>
                  <a:pt x="2770306" y="3567068"/>
                </a:lnTo>
                <a:cubicBezTo>
                  <a:pt x="2770603" y="3566594"/>
                  <a:pt x="2771135" y="3566298"/>
                  <a:pt x="2771669" y="3566298"/>
                </a:cubicBezTo>
                <a:close/>
                <a:moveTo>
                  <a:pt x="5003328" y="3566001"/>
                </a:moveTo>
                <a:lnTo>
                  <a:pt x="5025833" y="3566001"/>
                </a:lnTo>
                <a:cubicBezTo>
                  <a:pt x="5026367" y="3566001"/>
                  <a:pt x="5026900" y="3566297"/>
                  <a:pt x="5027196" y="3566771"/>
                </a:cubicBezTo>
                <a:lnTo>
                  <a:pt x="5038448" y="3586256"/>
                </a:lnTo>
                <a:cubicBezTo>
                  <a:pt x="5038745" y="3586730"/>
                  <a:pt x="5038745" y="3587382"/>
                  <a:pt x="5038448" y="3587855"/>
                </a:cubicBezTo>
                <a:lnTo>
                  <a:pt x="5027196" y="3607340"/>
                </a:lnTo>
                <a:cubicBezTo>
                  <a:pt x="5026900" y="3607814"/>
                  <a:pt x="5026367" y="3608110"/>
                  <a:pt x="5025833" y="3608110"/>
                </a:cubicBezTo>
                <a:lnTo>
                  <a:pt x="5003328" y="3608110"/>
                </a:lnTo>
                <a:cubicBezTo>
                  <a:pt x="5002795" y="3608110"/>
                  <a:pt x="5002262" y="3607814"/>
                  <a:pt x="5001966" y="3607340"/>
                </a:cubicBezTo>
                <a:lnTo>
                  <a:pt x="4990713" y="3587855"/>
                </a:lnTo>
                <a:cubicBezTo>
                  <a:pt x="4990417" y="3587382"/>
                  <a:pt x="4990417" y="3586730"/>
                  <a:pt x="4990713" y="3586256"/>
                </a:cubicBezTo>
                <a:lnTo>
                  <a:pt x="5001966" y="3566771"/>
                </a:lnTo>
                <a:cubicBezTo>
                  <a:pt x="5002262" y="3566297"/>
                  <a:pt x="5002795" y="3566001"/>
                  <a:pt x="5003328" y="3566001"/>
                </a:cubicBezTo>
                <a:close/>
                <a:moveTo>
                  <a:pt x="3041971" y="3565883"/>
                </a:moveTo>
                <a:lnTo>
                  <a:pt x="3064595" y="3565883"/>
                </a:lnTo>
                <a:cubicBezTo>
                  <a:pt x="3065128" y="3565883"/>
                  <a:pt x="3065661" y="3566238"/>
                  <a:pt x="3065958" y="3566712"/>
                </a:cubicBezTo>
                <a:lnTo>
                  <a:pt x="3077269" y="3586316"/>
                </a:lnTo>
                <a:cubicBezTo>
                  <a:pt x="3077566" y="3586789"/>
                  <a:pt x="3077566" y="3587441"/>
                  <a:pt x="3077269" y="3587915"/>
                </a:cubicBezTo>
                <a:lnTo>
                  <a:pt x="3065958" y="3607518"/>
                </a:lnTo>
                <a:cubicBezTo>
                  <a:pt x="3065661" y="3608051"/>
                  <a:pt x="3065188" y="3608347"/>
                  <a:pt x="3064595" y="3608347"/>
                </a:cubicBezTo>
                <a:lnTo>
                  <a:pt x="3041971" y="3608347"/>
                </a:lnTo>
                <a:cubicBezTo>
                  <a:pt x="3041438" y="3608347"/>
                  <a:pt x="3040905" y="3607992"/>
                  <a:pt x="3040609" y="3607518"/>
                </a:cubicBezTo>
                <a:lnTo>
                  <a:pt x="3029297" y="3587915"/>
                </a:lnTo>
                <a:cubicBezTo>
                  <a:pt x="3029001" y="3587441"/>
                  <a:pt x="3029001" y="3586789"/>
                  <a:pt x="3029297" y="3586316"/>
                </a:cubicBezTo>
                <a:lnTo>
                  <a:pt x="3040609" y="3566712"/>
                </a:lnTo>
                <a:cubicBezTo>
                  <a:pt x="3040905" y="3566179"/>
                  <a:pt x="3041379" y="3565883"/>
                  <a:pt x="3041971" y="3565883"/>
                </a:cubicBezTo>
                <a:close/>
                <a:moveTo>
                  <a:pt x="4867821" y="3565587"/>
                </a:moveTo>
                <a:lnTo>
                  <a:pt x="4890801" y="3565587"/>
                </a:lnTo>
                <a:cubicBezTo>
                  <a:pt x="4891393" y="3565587"/>
                  <a:pt x="4891925" y="3565942"/>
                  <a:pt x="4892222" y="3566416"/>
                </a:cubicBezTo>
                <a:lnTo>
                  <a:pt x="4903711" y="3586316"/>
                </a:lnTo>
                <a:cubicBezTo>
                  <a:pt x="4904008" y="3586789"/>
                  <a:pt x="4904008" y="3587441"/>
                  <a:pt x="4903711" y="3587915"/>
                </a:cubicBezTo>
                <a:lnTo>
                  <a:pt x="4892222" y="3607814"/>
                </a:lnTo>
                <a:cubicBezTo>
                  <a:pt x="4891925" y="3608347"/>
                  <a:pt x="4891393" y="3608643"/>
                  <a:pt x="4890801" y="3608643"/>
                </a:cubicBezTo>
                <a:lnTo>
                  <a:pt x="4867821" y="3608643"/>
                </a:lnTo>
                <a:cubicBezTo>
                  <a:pt x="4867229" y="3608643"/>
                  <a:pt x="4866696" y="3608288"/>
                  <a:pt x="4866400" y="3607814"/>
                </a:cubicBezTo>
                <a:lnTo>
                  <a:pt x="4854910" y="3587915"/>
                </a:lnTo>
                <a:cubicBezTo>
                  <a:pt x="4854614" y="3587441"/>
                  <a:pt x="4854614" y="3586789"/>
                  <a:pt x="4854910" y="3586316"/>
                </a:cubicBezTo>
                <a:lnTo>
                  <a:pt x="4866400" y="3566416"/>
                </a:lnTo>
                <a:cubicBezTo>
                  <a:pt x="4866696" y="3565883"/>
                  <a:pt x="4867229" y="3565587"/>
                  <a:pt x="4867821" y="3565587"/>
                </a:cubicBezTo>
                <a:close/>
                <a:moveTo>
                  <a:pt x="2838888" y="3565587"/>
                </a:moveTo>
                <a:lnTo>
                  <a:pt x="2861867" y="3565587"/>
                </a:lnTo>
                <a:cubicBezTo>
                  <a:pt x="2862460" y="3565587"/>
                  <a:pt x="2862993" y="3565942"/>
                  <a:pt x="2863289" y="3566416"/>
                </a:cubicBezTo>
                <a:lnTo>
                  <a:pt x="2874778" y="3586316"/>
                </a:lnTo>
                <a:cubicBezTo>
                  <a:pt x="2875075" y="3586789"/>
                  <a:pt x="2875075" y="3587441"/>
                  <a:pt x="2874778" y="3587915"/>
                </a:cubicBezTo>
                <a:lnTo>
                  <a:pt x="2863289" y="3607814"/>
                </a:lnTo>
                <a:cubicBezTo>
                  <a:pt x="2862993" y="3608347"/>
                  <a:pt x="2862460" y="3608643"/>
                  <a:pt x="2861867" y="3608643"/>
                </a:cubicBezTo>
                <a:lnTo>
                  <a:pt x="2838888" y="3608643"/>
                </a:lnTo>
                <a:cubicBezTo>
                  <a:pt x="2838296" y="3608643"/>
                  <a:pt x="2837763" y="3608288"/>
                  <a:pt x="2837467" y="3607814"/>
                </a:cubicBezTo>
                <a:lnTo>
                  <a:pt x="2825977" y="3587915"/>
                </a:lnTo>
                <a:cubicBezTo>
                  <a:pt x="2825681" y="3587441"/>
                  <a:pt x="2825681" y="3586789"/>
                  <a:pt x="2825977" y="3586316"/>
                </a:cubicBezTo>
                <a:lnTo>
                  <a:pt x="2837467" y="3566416"/>
                </a:lnTo>
                <a:cubicBezTo>
                  <a:pt x="2837763" y="3565883"/>
                  <a:pt x="2838296" y="3565587"/>
                  <a:pt x="2838888" y="3565587"/>
                </a:cubicBezTo>
                <a:close/>
                <a:moveTo>
                  <a:pt x="3109369" y="3565469"/>
                </a:moveTo>
                <a:lnTo>
                  <a:pt x="3132467" y="3565469"/>
                </a:lnTo>
                <a:cubicBezTo>
                  <a:pt x="3133059" y="3565469"/>
                  <a:pt x="3133593" y="3565824"/>
                  <a:pt x="3133889" y="3566298"/>
                </a:cubicBezTo>
                <a:lnTo>
                  <a:pt x="3145438" y="3586257"/>
                </a:lnTo>
                <a:cubicBezTo>
                  <a:pt x="3145734" y="3586790"/>
                  <a:pt x="3145734" y="3587442"/>
                  <a:pt x="3145438" y="3587915"/>
                </a:cubicBezTo>
                <a:lnTo>
                  <a:pt x="3133889" y="3607874"/>
                </a:lnTo>
                <a:cubicBezTo>
                  <a:pt x="3133593" y="3608407"/>
                  <a:pt x="3133059" y="3608703"/>
                  <a:pt x="3132467" y="3608703"/>
                </a:cubicBezTo>
                <a:lnTo>
                  <a:pt x="3109369" y="3608703"/>
                </a:lnTo>
                <a:cubicBezTo>
                  <a:pt x="3108777" y="3608703"/>
                  <a:pt x="3108244" y="3608348"/>
                  <a:pt x="3107948" y="3607874"/>
                </a:cubicBezTo>
                <a:lnTo>
                  <a:pt x="3096399" y="3587915"/>
                </a:lnTo>
                <a:cubicBezTo>
                  <a:pt x="3096103" y="3587382"/>
                  <a:pt x="3096103" y="3586731"/>
                  <a:pt x="3096399" y="3586257"/>
                </a:cubicBezTo>
                <a:lnTo>
                  <a:pt x="3107948" y="3566298"/>
                </a:lnTo>
                <a:cubicBezTo>
                  <a:pt x="3108244" y="3565765"/>
                  <a:pt x="3108777" y="3565469"/>
                  <a:pt x="3109369" y="3565469"/>
                </a:cubicBezTo>
                <a:close/>
                <a:moveTo>
                  <a:pt x="2906464" y="3565469"/>
                </a:moveTo>
                <a:lnTo>
                  <a:pt x="2929562" y="3565469"/>
                </a:lnTo>
                <a:cubicBezTo>
                  <a:pt x="2930154" y="3565469"/>
                  <a:pt x="2930687" y="3565824"/>
                  <a:pt x="2930984" y="3566298"/>
                </a:cubicBezTo>
                <a:lnTo>
                  <a:pt x="2942532" y="3586257"/>
                </a:lnTo>
                <a:cubicBezTo>
                  <a:pt x="2942829" y="3586790"/>
                  <a:pt x="2942829" y="3587442"/>
                  <a:pt x="2942532" y="3587915"/>
                </a:cubicBezTo>
                <a:lnTo>
                  <a:pt x="2930984" y="3607874"/>
                </a:lnTo>
                <a:cubicBezTo>
                  <a:pt x="2930687" y="3608407"/>
                  <a:pt x="2930154" y="3608703"/>
                  <a:pt x="2929562" y="3608703"/>
                </a:cubicBezTo>
                <a:lnTo>
                  <a:pt x="2906464" y="3608703"/>
                </a:lnTo>
                <a:cubicBezTo>
                  <a:pt x="2905872" y="3608703"/>
                  <a:pt x="2905339" y="3608348"/>
                  <a:pt x="2905043" y="3607874"/>
                </a:cubicBezTo>
                <a:lnTo>
                  <a:pt x="2893494" y="3587915"/>
                </a:lnTo>
                <a:cubicBezTo>
                  <a:pt x="2893198" y="3587382"/>
                  <a:pt x="2893198" y="3586731"/>
                  <a:pt x="2893494" y="3586257"/>
                </a:cubicBezTo>
                <a:lnTo>
                  <a:pt x="2905043" y="3566298"/>
                </a:lnTo>
                <a:cubicBezTo>
                  <a:pt x="2905339" y="3565765"/>
                  <a:pt x="2905872" y="3565469"/>
                  <a:pt x="2906464" y="3565469"/>
                </a:cubicBezTo>
                <a:close/>
                <a:moveTo>
                  <a:pt x="3244581" y="3565350"/>
                </a:moveTo>
                <a:lnTo>
                  <a:pt x="3267737" y="3565350"/>
                </a:lnTo>
                <a:cubicBezTo>
                  <a:pt x="3268329" y="3565350"/>
                  <a:pt x="3268863" y="3565705"/>
                  <a:pt x="3269159" y="3566179"/>
                </a:cubicBezTo>
                <a:lnTo>
                  <a:pt x="3280767" y="3586257"/>
                </a:lnTo>
                <a:cubicBezTo>
                  <a:pt x="3281063" y="3586789"/>
                  <a:pt x="3281063" y="3587441"/>
                  <a:pt x="3280767" y="3587915"/>
                </a:cubicBezTo>
                <a:lnTo>
                  <a:pt x="3269159" y="3607992"/>
                </a:lnTo>
                <a:cubicBezTo>
                  <a:pt x="3268863" y="3608525"/>
                  <a:pt x="3268329" y="3608821"/>
                  <a:pt x="3267737" y="3608821"/>
                </a:cubicBezTo>
                <a:lnTo>
                  <a:pt x="3244581" y="3608821"/>
                </a:lnTo>
                <a:cubicBezTo>
                  <a:pt x="3243988" y="3608821"/>
                  <a:pt x="3243455" y="3608466"/>
                  <a:pt x="3243159" y="3607992"/>
                </a:cubicBezTo>
                <a:lnTo>
                  <a:pt x="3231551" y="3587915"/>
                </a:lnTo>
                <a:cubicBezTo>
                  <a:pt x="3231255" y="3587382"/>
                  <a:pt x="3231255" y="3586730"/>
                  <a:pt x="3231551" y="3586257"/>
                </a:cubicBezTo>
                <a:lnTo>
                  <a:pt x="3243159" y="3566179"/>
                </a:lnTo>
                <a:cubicBezTo>
                  <a:pt x="3243455" y="3565646"/>
                  <a:pt x="3243988" y="3565350"/>
                  <a:pt x="3244581" y="3565350"/>
                </a:cubicBezTo>
                <a:close/>
                <a:moveTo>
                  <a:pt x="4935279" y="3565173"/>
                </a:moveTo>
                <a:lnTo>
                  <a:pt x="4958673" y="3565173"/>
                </a:lnTo>
                <a:cubicBezTo>
                  <a:pt x="4959265" y="3565173"/>
                  <a:pt x="4959798" y="3565469"/>
                  <a:pt x="4960094" y="3566002"/>
                </a:cubicBezTo>
                <a:lnTo>
                  <a:pt x="4971761" y="3586257"/>
                </a:lnTo>
                <a:cubicBezTo>
                  <a:pt x="4972058" y="3586790"/>
                  <a:pt x="4972058" y="3587382"/>
                  <a:pt x="4971761" y="3587915"/>
                </a:cubicBezTo>
                <a:lnTo>
                  <a:pt x="4960035" y="3608170"/>
                </a:lnTo>
                <a:cubicBezTo>
                  <a:pt x="4959739" y="3608703"/>
                  <a:pt x="4959206" y="3608999"/>
                  <a:pt x="4958613" y="3608999"/>
                </a:cubicBezTo>
                <a:lnTo>
                  <a:pt x="4935220" y="3608999"/>
                </a:lnTo>
                <a:cubicBezTo>
                  <a:pt x="4934628" y="3608999"/>
                  <a:pt x="4934094" y="3608703"/>
                  <a:pt x="4933798" y="3608170"/>
                </a:cubicBezTo>
                <a:lnTo>
                  <a:pt x="4922131" y="3587915"/>
                </a:lnTo>
                <a:cubicBezTo>
                  <a:pt x="4921835" y="3587382"/>
                  <a:pt x="4921835" y="3586790"/>
                  <a:pt x="4922131" y="3586257"/>
                </a:cubicBezTo>
                <a:lnTo>
                  <a:pt x="4933858" y="3566002"/>
                </a:lnTo>
                <a:cubicBezTo>
                  <a:pt x="4934153" y="3565469"/>
                  <a:pt x="4934687" y="3565173"/>
                  <a:pt x="4935279" y="3565173"/>
                </a:cubicBezTo>
                <a:close/>
                <a:moveTo>
                  <a:pt x="3312038" y="3565054"/>
                </a:moveTo>
                <a:lnTo>
                  <a:pt x="3335551" y="3565054"/>
                </a:lnTo>
                <a:cubicBezTo>
                  <a:pt x="3336143" y="3565054"/>
                  <a:pt x="3336676" y="3565350"/>
                  <a:pt x="3336972" y="3565883"/>
                </a:cubicBezTo>
                <a:lnTo>
                  <a:pt x="3348699" y="3586257"/>
                </a:lnTo>
                <a:cubicBezTo>
                  <a:pt x="3348994" y="3586790"/>
                  <a:pt x="3348994" y="3587382"/>
                  <a:pt x="3348699" y="3587915"/>
                </a:cubicBezTo>
                <a:lnTo>
                  <a:pt x="3336913" y="3608288"/>
                </a:lnTo>
                <a:cubicBezTo>
                  <a:pt x="3336616" y="3608821"/>
                  <a:pt x="3336084" y="3609117"/>
                  <a:pt x="3335491" y="3609117"/>
                </a:cubicBezTo>
                <a:lnTo>
                  <a:pt x="3311979" y="3609117"/>
                </a:lnTo>
                <a:cubicBezTo>
                  <a:pt x="3311386" y="3609117"/>
                  <a:pt x="3310854" y="3608821"/>
                  <a:pt x="3310557" y="3608288"/>
                </a:cubicBezTo>
                <a:lnTo>
                  <a:pt x="3298831" y="3587915"/>
                </a:lnTo>
                <a:cubicBezTo>
                  <a:pt x="3298535" y="3587382"/>
                  <a:pt x="3298535" y="3586790"/>
                  <a:pt x="3298831" y="3586257"/>
                </a:cubicBezTo>
                <a:lnTo>
                  <a:pt x="3310617" y="3565883"/>
                </a:lnTo>
                <a:cubicBezTo>
                  <a:pt x="3310913" y="3565350"/>
                  <a:pt x="3311446" y="3565054"/>
                  <a:pt x="3312038" y="3565054"/>
                </a:cubicBezTo>
                <a:close/>
                <a:moveTo>
                  <a:pt x="3176708" y="3564935"/>
                </a:moveTo>
                <a:lnTo>
                  <a:pt x="3200339" y="3564935"/>
                </a:lnTo>
                <a:cubicBezTo>
                  <a:pt x="3200931" y="3564935"/>
                  <a:pt x="3201465" y="3565231"/>
                  <a:pt x="3201760" y="3565764"/>
                </a:cubicBezTo>
                <a:lnTo>
                  <a:pt x="3213546" y="3586256"/>
                </a:lnTo>
                <a:cubicBezTo>
                  <a:pt x="3213842" y="3586730"/>
                  <a:pt x="3213842" y="3587382"/>
                  <a:pt x="3213546" y="3587914"/>
                </a:cubicBezTo>
                <a:lnTo>
                  <a:pt x="3201701" y="3608406"/>
                </a:lnTo>
                <a:cubicBezTo>
                  <a:pt x="3201405" y="3608939"/>
                  <a:pt x="3200872" y="3609236"/>
                  <a:pt x="3200280" y="3609236"/>
                </a:cubicBezTo>
                <a:lnTo>
                  <a:pt x="3176649" y="3609236"/>
                </a:lnTo>
                <a:cubicBezTo>
                  <a:pt x="3176057" y="3609236"/>
                  <a:pt x="3175524" y="3608939"/>
                  <a:pt x="3175228" y="3608406"/>
                </a:cubicBezTo>
                <a:lnTo>
                  <a:pt x="3163442" y="3587914"/>
                </a:lnTo>
                <a:cubicBezTo>
                  <a:pt x="3163146" y="3587441"/>
                  <a:pt x="3163146" y="3586789"/>
                  <a:pt x="3163442" y="3586256"/>
                </a:cubicBezTo>
                <a:lnTo>
                  <a:pt x="3175287" y="3565764"/>
                </a:lnTo>
                <a:cubicBezTo>
                  <a:pt x="3175583" y="3565231"/>
                  <a:pt x="3176116" y="3564935"/>
                  <a:pt x="3176708" y="3564935"/>
                </a:cubicBezTo>
                <a:close/>
                <a:moveTo>
                  <a:pt x="2973566" y="3564403"/>
                </a:moveTo>
                <a:lnTo>
                  <a:pt x="2997730" y="3564403"/>
                </a:lnTo>
                <a:cubicBezTo>
                  <a:pt x="2998323" y="3564403"/>
                  <a:pt x="2998915" y="3564699"/>
                  <a:pt x="2999211" y="3565232"/>
                </a:cubicBezTo>
                <a:lnTo>
                  <a:pt x="3011293" y="3586198"/>
                </a:lnTo>
                <a:cubicBezTo>
                  <a:pt x="3011589" y="3586731"/>
                  <a:pt x="3011589" y="3587382"/>
                  <a:pt x="3011293" y="3587915"/>
                </a:cubicBezTo>
                <a:lnTo>
                  <a:pt x="2999211" y="3608881"/>
                </a:lnTo>
                <a:cubicBezTo>
                  <a:pt x="2998915" y="3609355"/>
                  <a:pt x="2998323" y="3609710"/>
                  <a:pt x="2997730" y="3609710"/>
                </a:cubicBezTo>
                <a:lnTo>
                  <a:pt x="2973566" y="3609710"/>
                </a:lnTo>
                <a:cubicBezTo>
                  <a:pt x="2972974" y="3609710"/>
                  <a:pt x="2972382" y="3609414"/>
                  <a:pt x="2972086" y="3608881"/>
                </a:cubicBezTo>
                <a:lnTo>
                  <a:pt x="2960004" y="3587915"/>
                </a:lnTo>
                <a:cubicBezTo>
                  <a:pt x="2959708" y="3587382"/>
                  <a:pt x="2959708" y="3586731"/>
                  <a:pt x="2960004" y="3586198"/>
                </a:cubicBezTo>
                <a:lnTo>
                  <a:pt x="2972086" y="3565232"/>
                </a:lnTo>
                <a:cubicBezTo>
                  <a:pt x="2972382" y="3564758"/>
                  <a:pt x="2972974" y="3564403"/>
                  <a:pt x="2973566" y="3564403"/>
                </a:cubicBezTo>
                <a:close/>
                <a:moveTo>
                  <a:pt x="4194491" y="3512521"/>
                </a:moveTo>
                <a:lnTo>
                  <a:pt x="4211488" y="3512521"/>
                </a:lnTo>
                <a:cubicBezTo>
                  <a:pt x="4211963" y="3512521"/>
                  <a:pt x="4212318" y="3512758"/>
                  <a:pt x="4212555" y="3513113"/>
                </a:cubicBezTo>
                <a:lnTo>
                  <a:pt x="4221024" y="3527860"/>
                </a:lnTo>
                <a:cubicBezTo>
                  <a:pt x="4221261" y="3528216"/>
                  <a:pt x="4221261" y="3528689"/>
                  <a:pt x="4221024" y="3529045"/>
                </a:cubicBezTo>
                <a:lnTo>
                  <a:pt x="4212495" y="3543792"/>
                </a:lnTo>
                <a:cubicBezTo>
                  <a:pt x="4212258" y="3544147"/>
                  <a:pt x="4211844" y="3544384"/>
                  <a:pt x="4211430" y="3544384"/>
                </a:cubicBezTo>
                <a:lnTo>
                  <a:pt x="4194431" y="3544384"/>
                </a:lnTo>
                <a:cubicBezTo>
                  <a:pt x="4193958" y="3544384"/>
                  <a:pt x="4193603" y="3544147"/>
                  <a:pt x="4193366" y="3543792"/>
                </a:cubicBezTo>
                <a:lnTo>
                  <a:pt x="4184896" y="3529045"/>
                </a:lnTo>
                <a:cubicBezTo>
                  <a:pt x="4184660" y="3528689"/>
                  <a:pt x="4184660" y="3528216"/>
                  <a:pt x="4184896" y="3527860"/>
                </a:cubicBezTo>
                <a:lnTo>
                  <a:pt x="4193425" y="3513113"/>
                </a:lnTo>
                <a:cubicBezTo>
                  <a:pt x="4193662" y="3512758"/>
                  <a:pt x="4194076" y="3512521"/>
                  <a:pt x="4194491" y="3512521"/>
                </a:cubicBezTo>
                <a:close/>
                <a:moveTo>
                  <a:pt x="4126738" y="3512343"/>
                </a:moveTo>
                <a:lnTo>
                  <a:pt x="4143973" y="3512343"/>
                </a:lnTo>
                <a:cubicBezTo>
                  <a:pt x="4144387" y="3512343"/>
                  <a:pt x="4144802" y="3512580"/>
                  <a:pt x="4145038" y="3512935"/>
                </a:cubicBezTo>
                <a:lnTo>
                  <a:pt x="4153626" y="3527860"/>
                </a:lnTo>
                <a:cubicBezTo>
                  <a:pt x="4153863" y="3528275"/>
                  <a:pt x="4153863" y="3528748"/>
                  <a:pt x="4153626" y="3529104"/>
                </a:cubicBezTo>
                <a:lnTo>
                  <a:pt x="4144979" y="3544029"/>
                </a:lnTo>
                <a:cubicBezTo>
                  <a:pt x="4144743" y="3544384"/>
                  <a:pt x="4144328" y="3544621"/>
                  <a:pt x="4143913" y="3544621"/>
                </a:cubicBezTo>
                <a:lnTo>
                  <a:pt x="4126679" y="3544621"/>
                </a:lnTo>
                <a:cubicBezTo>
                  <a:pt x="4126264" y="3544621"/>
                  <a:pt x="4125849" y="3544384"/>
                  <a:pt x="4125612" y="3544029"/>
                </a:cubicBezTo>
                <a:lnTo>
                  <a:pt x="4117025" y="3529104"/>
                </a:lnTo>
                <a:cubicBezTo>
                  <a:pt x="4116788" y="3528689"/>
                  <a:pt x="4116788" y="3528216"/>
                  <a:pt x="4117025" y="3527860"/>
                </a:cubicBezTo>
                <a:lnTo>
                  <a:pt x="4125671" y="3512935"/>
                </a:lnTo>
                <a:cubicBezTo>
                  <a:pt x="4125909" y="3512580"/>
                  <a:pt x="4126323" y="3512343"/>
                  <a:pt x="4126738" y="3512343"/>
                </a:cubicBezTo>
                <a:close/>
                <a:moveTo>
                  <a:pt x="4329525" y="3512107"/>
                </a:moveTo>
                <a:lnTo>
                  <a:pt x="4346996" y="3512107"/>
                </a:lnTo>
                <a:cubicBezTo>
                  <a:pt x="4347411" y="3512107"/>
                  <a:pt x="4347825" y="3512344"/>
                  <a:pt x="4348062" y="3512699"/>
                </a:cubicBezTo>
                <a:lnTo>
                  <a:pt x="4356768" y="3527802"/>
                </a:lnTo>
                <a:cubicBezTo>
                  <a:pt x="4357005" y="3528216"/>
                  <a:pt x="4357005" y="3528690"/>
                  <a:pt x="4356768" y="3529045"/>
                </a:cubicBezTo>
                <a:lnTo>
                  <a:pt x="4348062" y="3544148"/>
                </a:lnTo>
                <a:cubicBezTo>
                  <a:pt x="4347825" y="3544503"/>
                  <a:pt x="4347411" y="3544740"/>
                  <a:pt x="4346996" y="3544740"/>
                </a:cubicBezTo>
                <a:lnTo>
                  <a:pt x="4329525" y="3544740"/>
                </a:lnTo>
                <a:cubicBezTo>
                  <a:pt x="4329110" y="3544740"/>
                  <a:pt x="4328695" y="3544503"/>
                  <a:pt x="4328458" y="3544148"/>
                </a:cubicBezTo>
                <a:lnTo>
                  <a:pt x="4319752" y="3529045"/>
                </a:lnTo>
                <a:cubicBezTo>
                  <a:pt x="4319516" y="3528631"/>
                  <a:pt x="4319516" y="3528157"/>
                  <a:pt x="4319752" y="3527802"/>
                </a:cubicBezTo>
                <a:lnTo>
                  <a:pt x="4328458" y="3512699"/>
                </a:lnTo>
                <a:cubicBezTo>
                  <a:pt x="4328695" y="3512344"/>
                  <a:pt x="4329110" y="3512107"/>
                  <a:pt x="4329525" y="3512107"/>
                </a:cubicBezTo>
                <a:close/>
                <a:moveTo>
                  <a:pt x="4261890" y="3512047"/>
                </a:moveTo>
                <a:lnTo>
                  <a:pt x="4279421" y="3512047"/>
                </a:lnTo>
                <a:cubicBezTo>
                  <a:pt x="4279835" y="3512047"/>
                  <a:pt x="4280250" y="3512284"/>
                  <a:pt x="4280486" y="3512639"/>
                </a:cubicBezTo>
                <a:lnTo>
                  <a:pt x="4289252" y="3527860"/>
                </a:lnTo>
                <a:cubicBezTo>
                  <a:pt x="4289489" y="3528216"/>
                  <a:pt x="4289489" y="3528749"/>
                  <a:pt x="4289252" y="3529104"/>
                </a:cubicBezTo>
                <a:lnTo>
                  <a:pt x="4280486" y="3544325"/>
                </a:lnTo>
                <a:cubicBezTo>
                  <a:pt x="4280250" y="3544680"/>
                  <a:pt x="4279835" y="3544917"/>
                  <a:pt x="4279421" y="3544917"/>
                </a:cubicBezTo>
                <a:lnTo>
                  <a:pt x="4261890" y="3544917"/>
                </a:lnTo>
                <a:cubicBezTo>
                  <a:pt x="4261475" y="3544917"/>
                  <a:pt x="4261060" y="3544680"/>
                  <a:pt x="4260824" y="3544325"/>
                </a:cubicBezTo>
                <a:lnTo>
                  <a:pt x="4252059" y="3529104"/>
                </a:lnTo>
                <a:cubicBezTo>
                  <a:pt x="4251822" y="3528749"/>
                  <a:pt x="4251822" y="3528216"/>
                  <a:pt x="4252059" y="3527860"/>
                </a:cubicBezTo>
                <a:lnTo>
                  <a:pt x="4260824" y="3512639"/>
                </a:lnTo>
                <a:cubicBezTo>
                  <a:pt x="4261060" y="3512284"/>
                  <a:pt x="4261475" y="3512047"/>
                  <a:pt x="4261890" y="3512047"/>
                </a:cubicBezTo>
                <a:close/>
                <a:moveTo>
                  <a:pt x="4058451" y="3511100"/>
                </a:moveTo>
                <a:lnTo>
                  <a:pt x="4076988" y="3511100"/>
                </a:lnTo>
                <a:cubicBezTo>
                  <a:pt x="4077462" y="3511100"/>
                  <a:pt x="4077877" y="3511337"/>
                  <a:pt x="4078114" y="3511751"/>
                </a:cubicBezTo>
                <a:lnTo>
                  <a:pt x="4087353" y="3527802"/>
                </a:lnTo>
                <a:cubicBezTo>
                  <a:pt x="4087590" y="3528216"/>
                  <a:pt x="4087590" y="3528690"/>
                  <a:pt x="4087353" y="3529104"/>
                </a:cubicBezTo>
                <a:lnTo>
                  <a:pt x="4078055" y="3545154"/>
                </a:lnTo>
                <a:cubicBezTo>
                  <a:pt x="4077818" y="3545569"/>
                  <a:pt x="4077403" y="3545806"/>
                  <a:pt x="4076929" y="3545806"/>
                </a:cubicBezTo>
                <a:lnTo>
                  <a:pt x="4058392" y="3545806"/>
                </a:lnTo>
                <a:cubicBezTo>
                  <a:pt x="4057918" y="3545806"/>
                  <a:pt x="4057503" y="3545569"/>
                  <a:pt x="4057267" y="3545154"/>
                </a:cubicBezTo>
                <a:lnTo>
                  <a:pt x="4048027" y="3529104"/>
                </a:lnTo>
                <a:cubicBezTo>
                  <a:pt x="4047791" y="3528690"/>
                  <a:pt x="4047791" y="3528216"/>
                  <a:pt x="4048027" y="3527802"/>
                </a:cubicBezTo>
                <a:lnTo>
                  <a:pt x="4057326" y="3511751"/>
                </a:lnTo>
                <a:cubicBezTo>
                  <a:pt x="4057562" y="3511337"/>
                  <a:pt x="4057977" y="3511100"/>
                  <a:pt x="4058451" y="3511100"/>
                </a:cubicBezTo>
                <a:close/>
                <a:moveTo>
                  <a:pt x="3990876" y="3511100"/>
                </a:moveTo>
                <a:lnTo>
                  <a:pt x="4009413" y="3511100"/>
                </a:lnTo>
                <a:cubicBezTo>
                  <a:pt x="4009888" y="3511100"/>
                  <a:pt x="4010302" y="3511337"/>
                  <a:pt x="4010539" y="3511751"/>
                </a:cubicBezTo>
                <a:lnTo>
                  <a:pt x="4019778" y="3527802"/>
                </a:lnTo>
                <a:cubicBezTo>
                  <a:pt x="4020015" y="3528216"/>
                  <a:pt x="4020015" y="3528690"/>
                  <a:pt x="4019778" y="3529104"/>
                </a:cubicBezTo>
                <a:lnTo>
                  <a:pt x="4010480" y="3545154"/>
                </a:lnTo>
                <a:cubicBezTo>
                  <a:pt x="4010243" y="3545569"/>
                  <a:pt x="4009828" y="3545806"/>
                  <a:pt x="4009354" y="3545806"/>
                </a:cubicBezTo>
                <a:lnTo>
                  <a:pt x="3990817" y="3545806"/>
                </a:lnTo>
                <a:cubicBezTo>
                  <a:pt x="3990343" y="3545806"/>
                  <a:pt x="3989929" y="3545569"/>
                  <a:pt x="3989692" y="3545154"/>
                </a:cubicBezTo>
                <a:lnTo>
                  <a:pt x="3980453" y="3529104"/>
                </a:lnTo>
                <a:cubicBezTo>
                  <a:pt x="3980216" y="3528690"/>
                  <a:pt x="3980216" y="3528216"/>
                  <a:pt x="3980453" y="3527802"/>
                </a:cubicBezTo>
                <a:lnTo>
                  <a:pt x="3989751" y="3511751"/>
                </a:lnTo>
                <a:cubicBezTo>
                  <a:pt x="3989988" y="3511337"/>
                  <a:pt x="3990402" y="3511100"/>
                  <a:pt x="3990876" y="3511100"/>
                </a:cubicBezTo>
                <a:close/>
                <a:moveTo>
                  <a:pt x="3923241" y="3511100"/>
                </a:moveTo>
                <a:lnTo>
                  <a:pt x="3941778" y="3511100"/>
                </a:lnTo>
                <a:cubicBezTo>
                  <a:pt x="3942252" y="3511100"/>
                  <a:pt x="3942667" y="3511337"/>
                  <a:pt x="3942903" y="3511751"/>
                </a:cubicBezTo>
                <a:lnTo>
                  <a:pt x="3952142" y="3527802"/>
                </a:lnTo>
                <a:cubicBezTo>
                  <a:pt x="3952379" y="3528216"/>
                  <a:pt x="3952379" y="3528690"/>
                  <a:pt x="3952142" y="3529104"/>
                </a:cubicBezTo>
                <a:lnTo>
                  <a:pt x="3942844" y="3545154"/>
                </a:lnTo>
                <a:cubicBezTo>
                  <a:pt x="3942607" y="3545569"/>
                  <a:pt x="3942192" y="3545806"/>
                  <a:pt x="3941719" y="3545806"/>
                </a:cubicBezTo>
                <a:lnTo>
                  <a:pt x="3923181" y="3545806"/>
                </a:lnTo>
                <a:cubicBezTo>
                  <a:pt x="3922708" y="3545806"/>
                  <a:pt x="3922293" y="3545569"/>
                  <a:pt x="3922056" y="3545154"/>
                </a:cubicBezTo>
                <a:lnTo>
                  <a:pt x="3912817" y="3529104"/>
                </a:lnTo>
                <a:cubicBezTo>
                  <a:pt x="3912580" y="3528690"/>
                  <a:pt x="3912580" y="3528216"/>
                  <a:pt x="3912817" y="3527802"/>
                </a:cubicBezTo>
                <a:lnTo>
                  <a:pt x="3922115" y="3511751"/>
                </a:lnTo>
                <a:cubicBezTo>
                  <a:pt x="3922352" y="3511337"/>
                  <a:pt x="3922766" y="3511100"/>
                  <a:pt x="3923241" y="3511100"/>
                </a:cubicBezTo>
                <a:close/>
                <a:moveTo>
                  <a:pt x="3855546" y="3510981"/>
                </a:moveTo>
                <a:lnTo>
                  <a:pt x="3874202" y="3510981"/>
                </a:lnTo>
                <a:cubicBezTo>
                  <a:pt x="3874676" y="3510981"/>
                  <a:pt x="3875091" y="3511218"/>
                  <a:pt x="3875328" y="3511632"/>
                </a:cubicBezTo>
                <a:lnTo>
                  <a:pt x="3884626" y="3527801"/>
                </a:lnTo>
                <a:cubicBezTo>
                  <a:pt x="3884863" y="3528216"/>
                  <a:pt x="3884863" y="3528689"/>
                  <a:pt x="3884626" y="3529104"/>
                </a:cubicBezTo>
                <a:lnTo>
                  <a:pt x="3875269" y="3545272"/>
                </a:lnTo>
                <a:cubicBezTo>
                  <a:pt x="3875032" y="3545687"/>
                  <a:pt x="3874617" y="3545924"/>
                  <a:pt x="3874143" y="3545924"/>
                </a:cubicBezTo>
                <a:lnTo>
                  <a:pt x="3855487" y="3545924"/>
                </a:lnTo>
                <a:cubicBezTo>
                  <a:pt x="3855013" y="3545924"/>
                  <a:pt x="3854599" y="3545687"/>
                  <a:pt x="3854362" y="3545272"/>
                </a:cubicBezTo>
                <a:lnTo>
                  <a:pt x="3845063" y="3529104"/>
                </a:lnTo>
                <a:cubicBezTo>
                  <a:pt x="3844827" y="3528689"/>
                  <a:pt x="3844827" y="3528216"/>
                  <a:pt x="3845063" y="3527801"/>
                </a:cubicBezTo>
                <a:lnTo>
                  <a:pt x="3854421" y="3511632"/>
                </a:lnTo>
                <a:cubicBezTo>
                  <a:pt x="3854658" y="3511218"/>
                  <a:pt x="3855073" y="3510981"/>
                  <a:pt x="3855546" y="3510981"/>
                </a:cubicBezTo>
                <a:close/>
                <a:moveTo>
                  <a:pt x="3720098" y="3510685"/>
                </a:moveTo>
                <a:lnTo>
                  <a:pt x="3739110" y="3510685"/>
                </a:lnTo>
                <a:cubicBezTo>
                  <a:pt x="3739583" y="3510685"/>
                  <a:pt x="3740057" y="3510922"/>
                  <a:pt x="3740294" y="3511336"/>
                </a:cubicBezTo>
                <a:lnTo>
                  <a:pt x="3749770" y="3527801"/>
                </a:lnTo>
                <a:cubicBezTo>
                  <a:pt x="3750007" y="3528216"/>
                  <a:pt x="3750007" y="3528749"/>
                  <a:pt x="3749770" y="3529163"/>
                </a:cubicBezTo>
                <a:lnTo>
                  <a:pt x="3740294" y="3545628"/>
                </a:lnTo>
                <a:cubicBezTo>
                  <a:pt x="3739997" y="3546042"/>
                  <a:pt x="3739583" y="3546279"/>
                  <a:pt x="3739110" y="3546279"/>
                </a:cubicBezTo>
                <a:lnTo>
                  <a:pt x="3720098" y="3546279"/>
                </a:lnTo>
                <a:cubicBezTo>
                  <a:pt x="3719624" y="3546279"/>
                  <a:pt x="3719150" y="3546042"/>
                  <a:pt x="3718914" y="3545628"/>
                </a:cubicBezTo>
                <a:lnTo>
                  <a:pt x="3709438" y="3529163"/>
                </a:lnTo>
                <a:cubicBezTo>
                  <a:pt x="3709201" y="3528749"/>
                  <a:pt x="3709201" y="3528216"/>
                  <a:pt x="3709438" y="3527801"/>
                </a:cubicBezTo>
                <a:lnTo>
                  <a:pt x="3718914" y="3511336"/>
                </a:lnTo>
                <a:cubicBezTo>
                  <a:pt x="3719209" y="3510922"/>
                  <a:pt x="3719624" y="3510685"/>
                  <a:pt x="3720098" y="3510685"/>
                </a:cubicBezTo>
                <a:close/>
                <a:moveTo>
                  <a:pt x="4396272" y="3510389"/>
                </a:moveTo>
                <a:lnTo>
                  <a:pt x="4415579" y="3510389"/>
                </a:lnTo>
                <a:cubicBezTo>
                  <a:pt x="4416053" y="3510389"/>
                  <a:pt x="4416526" y="3510685"/>
                  <a:pt x="4416764" y="3511100"/>
                </a:cubicBezTo>
                <a:lnTo>
                  <a:pt x="4426417" y="3527860"/>
                </a:lnTo>
                <a:cubicBezTo>
                  <a:pt x="4426654" y="3528275"/>
                  <a:pt x="4426654" y="3528808"/>
                  <a:pt x="4426417" y="3529223"/>
                </a:cubicBezTo>
                <a:lnTo>
                  <a:pt x="4416764" y="3545983"/>
                </a:lnTo>
                <a:cubicBezTo>
                  <a:pt x="4416526" y="3546457"/>
                  <a:pt x="4416053" y="3546694"/>
                  <a:pt x="4415579" y="3546694"/>
                </a:cubicBezTo>
                <a:lnTo>
                  <a:pt x="4396272" y="3546694"/>
                </a:lnTo>
                <a:cubicBezTo>
                  <a:pt x="4395798" y="3546694"/>
                  <a:pt x="4395324" y="3546398"/>
                  <a:pt x="4395087" y="3545983"/>
                </a:cubicBezTo>
                <a:lnTo>
                  <a:pt x="4385433" y="3529223"/>
                </a:lnTo>
                <a:cubicBezTo>
                  <a:pt x="4385197" y="3528808"/>
                  <a:pt x="4385197" y="3528275"/>
                  <a:pt x="4385433" y="3527860"/>
                </a:cubicBezTo>
                <a:lnTo>
                  <a:pt x="4395087" y="3511100"/>
                </a:lnTo>
                <a:cubicBezTo>
                  <a:pt x="4395324" y="3510626"/>
                  <a:pt x="4395798" y="3510389"/>
                  <a:pt x="4396272" y="3510389"/>
                </a:cubicBezTo>
                <a:close/>
                <a:moveTo>
                  <a:pt x="5072267" y="3509856"/>
                </a:moveTo>
                <a:lnTo>
                  <a:pt x="5092167" y="3509856"/>
                </a:lnTo>
                <a:cubicBezTo>
                  <a:pt x="5092640" y="3509856"/>
                  <a:pt x="5093115" y="3510152"/>
                  <a:pt x="5093351" y="3510567"/>
                </a:cubicBezTo>
                <a:lnTo>
                  <a:pt x="5103301" y="3527801"/>
                </a:lnTo>
                <a:cubicBezTo>
                  <a:pt x="5103537" y="3528275"/>
                  <a:pt x="5103537" y="3528808"/>
                  <a:pt x="5103301" y="3529223"/>
                </a:cubicBezTo>
                <a:lnTo>
                  <a:pt x="5093351" y="3546457"/>
                </a:lnTo>
                <a:cubicBezTo>
                  <a:pt x="5093115" y="3546872"/>
                  <a:pt x="5092640" y="3547168"/>
                  <a:pt x="5092167" y="3547168"/>
                </a:cubicBezTo>
                <a:lnTo>
                  <a:pt x="5072267" y="3547168"/>
                </a:lnTo>
                <a:cubicBezTo>
                  <a:pt x="5071793" y="3547168"/>
                  <a:pt x="5071319" y="3546872"/>
                  <a:pt x="5071082" y="3546457"/>
                </a:cubicBezTo>
                <a:lnTo>
                  <a:pt x="5061133" y="3529223"/>
                </a:lnTo>
                <a:cubicBezTo>
                  <a:pt x="5060896" y="3528749"/>
                  <a:pt x="5060896" y="3528216"/>
                  <a:pt x="5061133" y="3527801"/>
                </a:cubicBezTo>
                <a:lnTo>
                  <a:pt x="5071082" y="3510567"/>
                </a:lnTo>
                <a:cubicBezTo>
                  <a:pt x="5071319" y="3510152"/>
                  <a:pt x="5071793" y="3509856"/>
                  <a:pt x="5072267" y="3509856"/>
                </a:cubicBezTo>
                <a:close/>
                <a:moveTo>
                  <a:pt x="4463551" y="3509856"/>
                </a:moveTo>
                <a:lnTo>
                  <a:pt x="4483451" y="3509856"/>
                </a:lnTo>
                <a:cubicBezTo>
                  <a:pt x="4483924" y="3509856"/>
                  <a:pt x="4484399" y="3510152"/>
                  <a:pt x="4484635" y="3510567"/>
                </a:cubicBezTo>
                <a:lnTo>
                  <a:pt x="4494585" y="3527801"/>
                </a:lnTo>
                <a:cubicBezTo>
                  <a:pt x="4494822" y="3528275"/>
                  <a:pt x="4494822" y="3528808"/>
                  <a:pt x="4494585" y="3529223"/>
                </a:cubicBezTo>
                <a:lnTo>
                  <a:pt x="4484635" y="3546457"/>
                </a:lnTo>
                <a:cubicBezTo>
                  <a:pt x="4484399" y="3546872"/>
                  <a:pt x="4483924" y="3547168"/>
                  <a:pt x="4483451" y="3547168"/>
                </a:cubicBezTo>
                <a:lnTo>
                  <a:pt x="4463551" y="3547168"/>
                </a:lnTo>
                <a:cubicBezTo>
                  <a:pt x="4463078" y="3547168"/>
                  <a:pt x="4462603" y="3546872"/>
                  <a:pt x="4462367" y="3546457"/>
                </a:cubicBezTo>
                <a:lnTo>
                  <a:pt x="4452417" y="3529223"/>
                </a:lnTo>
                <a:cubicBezTo>
                  <a:pt x="4452180" y="3528749"/>
                  <a:pt x="4452180" y="3528216"/>
                  <a:pt x="4452417" y="3527801"/>
                </a:cubicBezTo>
                <a:lnTo>
                  <a:pt x="4462367" y="3510567"/>
                </a:lnTo>
                <a:cubicBezTo>
                  <a:pt x="4462603" y="3510152"/>
                  <a:pt x="4463078" y="3509856"/>
                  <a:pt x="4463551" y="3509856"/>
                </a:cubicBezTo>
                <a:close/>
                <a:moveTo>
                  <a:pt x="3787201" y="3509619"/>
                </a:moveTo>
                <a:lnTo>
                  <a:pt x="3807278" y="3509619"/>
                </a:lnTo>
                <a:cubicBezTo>
                  <a:pt x="3807811" y="3509619"/>
                  <a:pt x="3808285" y="3509915"/>
                  <a:pt x="3808522" y="3510330"/>
                </a:cubicBezTo>
                <a:lnTo>
                  <a:pt x="3818531" y="3527742"/>
                </a:lnTo>
                <a:cubicBezTo>
                  <a:pt x="3818768" y="3528156"/>
                  <a:pt x="3818768" y="3528749"/>
                  <a:pt x="3818531" y="3529163"/>
                </a:cubicBezTo>
                <a:lnTo>
                  <a:pt x="3808463" y="3546575"/>
                </a:lnTo>
                <a:cubicBezTo>
                  <a:pt x="3808166" y="3546990"/>
                  <a:pt x="3807693" y="3547286"/>
                  <a:pt x="3807219" y="3547286"/>
                </a:cubicBezTo>
                <a:lnTo>
                  <a:pt x="3787142" y="3547286"/>
                </a:lnTo>
                <a:cubicBezTo>
                  <a:pt x="3786608" y="3547286"/>
                  <a:pt x="3786135" y="3546990"/>
                  <a:pt x="3785898" y="3546575"/>
                </a:cubicBezTo>
                <a:lnTo>
                  <a:pt x="3775889" y="3529163"/>
                </a:lnTo>
                <a:cubicBezTo>
                  <a:pt x="3775652" y="3528749"/>
                  <a:pt x="3775652" y="3528156"/>
                  <a:pt x="3775889" y="3527742"/>
                </a:cubicBezTo>
                <a:lnTo>
                  <a:pt x="3785957" y="3510330"/>
                </a:lnTo>
                <a:cubicBezTo>
                  <a:pt x="3786253" y="3509915"/>
                  <a:pt x="3786727" y="3509619"/>
                  <a:pt x="3787201" y="3509619"/>
                </a:cubicBezTo>
                <a:close/>
                <a:moveTo>
                  <a:pt x="4666160" y="3509205"/>
                </a:moveTo>
                <a:lnTo>
                  <a:pt x="4686712" y="3509205"/>
                </a:lnTo>
                <a:cubicBezTo>
                  <a:pt x="4687185" y="3509205"/>
                  <a:pt x="4687718" y="3509442"/>
                  <a:pt x="4687955" y="3509916"/>
                </a:cubicBezTo>
                <a:lnTo>
                  <a:pt x="4698201" y="3527683"/>
                </a:lnTo>
                <a:cubicBezTo>
                  <a:pt x="4698438" y="3528157"/>
                  <a:pt x="4698438" y="3528690"/>
                  <a:pt x="4698201" y="3529164"/>
                </a:cubicBezTo>
                <a:lnTo>
                  <a:pt x="4687955" y="3546931"/>
                </a:lnTo>
                <a:cubicBezTo>
                  <a:pt x="4687718" y="3547346"/>
                  <a:pt x="4687245" y="3547642"/>
                  <a:pt x="4686712" y="3547642"/>
                </a:cubicBezTo>
                <a:lnTo>
                  <a:pt x="4666160" y="3547642"/>
                </a:lnTo>
                <a:cubicBezTo>
                  <a:pt x="4665687" y="3547642"/>
                  <a:pt x="4665154" y="3547405"/>
                  <a:pt x="4664917" y="3546931"/>
                </a:cubicBezTo>
                <a:lnTo>
                  <a:pt x="4654671" y="3529164"/>
                </a:lnTo>
                <a:cubicBezTo>
                  <a:pt x="4654434" y="3528690"/>
                  <a:pt x="4654434" y="3528157"/>
                  <a:pt x="4654671" y="3527683"/>
                </a:cubicBezTo>
                <a:lnTo>
                  <a:pt x="4664917" y="3509916"/>
                </a:lnTo>
                <a:cubicBezTo>
                  <a:pt x="4665154" y="3509501"/>
                  <a:pt x="4665627" y="3509205"/>
                  <a:pt x="4666160" y="3509205"/>
                </a:cubicBezTo>
                <a:close/>
                <a:moveTo>
                  <a:pt x="3584058" y="3509205"/>
                </a:moveTo>
                <a:lnTo>
                  <a:pt x="3604609" y="3509205"/>
                </a:lnTo>
                <a:cubicBezTo>
                  <a:pt x="3605084" y="3509205"/>
                  <a:pt x="3605616" y="3509442"/>
                  <a:pt x="3605854" y="3509916"/>
                </a:cubicBezTo>
                <a:lnTo>
                  <a:pt x="3616099" y="3527683"/>
                </a:lnTo>
                <a:cubicBezTo>
                  <a:pt x="3616336" y="3528157"/>
                  <a:pt x="3616336" y="3528690"/>
                  <a:pt x="3616099" y="3529164"/>
                </a:cubicBezTo>
                <a:lnTo>
                  <a:pt x="3605854" y="3546931"/>
                </a:lnTo>
                <a:cubicBezTo>
                  <a:pt x="3605616" y="3547346"/>
                  <a:pt x="3605142" y="3547642"/>
                  <a:pt x="3604609" y="3547642"/>
                </a:cubicBezTo>
                <a:lnTo>
                  <a:pt x="3584058" y="3547642"/>
                </a:lnTo>
                <a:cubicBezTo>
                  <a:pt x="3583585" y="3547642"/>
                  <a:pt x="3583051" y="3547405"/>
                  <a:pt x="3582815" y="3546931"/>
                </a:cubicBezTo>
                <a:lnTo>
                  <a:pt x="3572568" y="3529164"/>
                </a:lnTo>
                <a:cubicBezTo>
                  <a:pt x="3572332" y="3528690"/>
                  <a:pt x="3572332" y="3528157"/>
                  <a:pt x="3572568" y="3527683"/>
                </a:cubicBezTo>
                <a:lnTo>
                  <a:pt x="3582815" y="3509916"/>
                </a:lnTo>
                <a:cubicBezTo>
                  <a:pt x="3583051" y="3509501"/>
                  <a:pt x="3583526" y="3509205"/>
                  <a:pt x="3584058" y="3509205"/>
                </a:cubicBezTo>
                <a:close/>
                <a:moveTo>
                  <a:pt x="4530830" y="3509145"/>
                </a:moveTo>
                <a:lnTo>
                  <a:pt x="4551500" y="3509145"/>
                </a:lnTo>
                <a:cubicBezTo>
                  <a:pt x="4551974" y="3509145"/>
                  <a:pt x="4552507" y="3509382"/>
                  <a:pt x="4552743" y="3509856"/>
                </a:cubicBezTo>
                <a:lnTo>
                  <a:pt x="4563049" y="3527742"/>
                </a:lnTo>
                <a:cubicBezTo>
                  <a:pt x="4563286" y="3528216"/>
                  <a:pt x="4563286" y="3528748"/>
                  <a:pt x="4563049" y="3529222"/>
                </a:cubicBezTo>
                <a:lnTo>
                  <a:pt x="4552743" y="3547108"/>
                </a:lnTo>
                <a:cubicBezTo>
                  <a:pt x="4552507" y="3547523"/>
                  <a:pt x="4552033" y="3547819"/>
                  <a:pt x="4551500" y="3547819"/>
                </a:cubicBezTo>
                <a:lnTo>
                  <a:pt x="4530830" y="3547819"/>
                </a:lnTo>
                <a:cubicBezTo>
                  <a:pt x="4530357" y="3547819"/>
                  <a:pt x="4529823" y="3547582"/>
                  <a:pt x="4529587" y="3547108"/>
                </a:cubicBezTo>
                <a:lnTo>
                  <a:pt x="4519282" y="3529222"/>
                </a:lnTo>
                <a:cubicBezTo>
                  <a:pt x="4519045" y="3528748"/>
                  <a:pt x="4519045" y="3528216"/>
                  <a:pt x="4519282" y="3527742"/>
                </a:cubicBezTo>
                <a:lnTo>
                  <a:pt x="4529587" y="3509856"/>
                </a:lnTo>
                <a:cubicBezTo>
                  <a:pt x="4529823" y="3509441"/>
                  <a:pt x="4530298" y="3509145"/>
                  <a:pt x="4530830" y="3509145"/>
                </a:cubicBezTo>
                <a:close/>
                <a:moveTo>
                  <a:pt x="4598170" y="3508612"/>
                </a:moveTo>
                <a:lnTo>
                  <a:pt x="4619372" y="3508612"/>
                </a:lnTo>
                <a:cubicBezTo>
                  <a:pt x="4619906" y="3508612"/>
                  <a:pt x="4620379" y="3508908"/>
                  <a:pt x="4620676" y="3509382"/>
                </a:cubicBezTo>
                <a:lnTo>
                  <a:pt x="4631277" y="3527742"/>
                </a:lnTo>
                <a:cubicBezTo>
                  <a:pt x="4631573" y="3528157"/>
                  <a:pt x="4631573" y="3528749"/>
                  <a:pt x="4631277" y="3529223"/>
                </a:cubicBezTo>
                <a:lnTo>
                  <a:pt x="4620676" y="3547582"/>
                </a:lnTo>
                <a:cubicBezTo>
                  <a:pt x="4620379" y="3548056"/>
                  <a:pt x="4619906" y="3548352"/>
                  <a:pt x="4619372" y="3548352"/>
                </a:cubicBezTo>
                <a:lnTo>
                  <a:pt x="4598170" y="3548352"/>
                </a:lnTo>
                <a:cubicBezTo>
                  <a:pt x="4597637" y="3548352"/>
                  <a:pt x="4597163" y="3548056"/>
                  <a:pt x="4596867" y="3547582"/>
                </a:cubicBezTo>
                <a:lnTo>
                  <a:pt x="4586266" y="3529223"/>
                </a:lnTo>
                <a:cubicBezTo>
                  <a:pt x="4585970" y="3528808"/>
                  <a:pt x="4585970" y="3528216"/>
                  <a:pt x="4586266" y="3527742"/>
                </a:cubicBezTo>
                <a:lnTo>
                  <a:pt x="4596867" y="3509382"/>
                </a:lnTo>
                <a:cubicBezTo>
                  <a:pt x="4597163" y="3508908"/>
                  <a:pt x="4597637" y="3508612"/>
                  <a:pt x="4598170" y="3508612"/>
                </a:cubicBezTo>
                <a:close/>
                <a:moveTo>
                  <a:pt x="3651338" y="3508612"/>
                </a:moveTo>
                <a:lnTo>
                  <a:pt x="3672540" y="3508612"/>
                </a:lnTo>
                <a:cubicBezTo>
                  <a:pt x="3673074" y="3508612"/>
                  <a:pt x="3673547" y="3508908"/>
                  <a:pt x="3673844" y="3509382"/>
                </a:cubicBezTo>
                <a:lnTo>
                  <a:pt x="3684445" y="3527742"/>
                </a:lnTo>
                <a:cubicBezTo>
                  <a:pt x="3684741" y="3528157"/>
                  <a:pt x="3684741" y="3528749"/>
                  <a:pt x="3684445" y="3529223"/>
                </a:cubicBezTo>
                <a:lnTo>
                  <a:pt x="3673844" y="3547582"/>
                </a:lnTo>
                <a:cubicBezTo>
                  <a:pt x="3673547" y="3548056"/>
                  <a:pt x="3673074" y="3548352"/>
                  <a:pt x="3672540" y="3548352"/>
                </a:cubicBezTo>
                <a:lnTo>
                  <a:pt x="3651338" y="3548352"/>
                </a:lnTo>
                <a:cubicBezTo>
                  <a:pt x="3650805" y="3548352"/>
                  <a:pt x="3650331" y="3548056"/>
                  <a:pt x="3650035" y="3547582"/>
                </a:cubicBezTo>
                <a:lnTo>
                  <a:pt x="3639434" y="3529223"/>
                </a:lnTo>
                <a:cubicBezTo>
                  <a:pt x="3639138" y="3528808"/>
                  <a:pt x="3639138" y="3528216"/>
                  <a:pt x="3639434" y="3527742"/>
                </a:cubicBezTo>
                <a:lnTo>
                  <a:pt x="3650035" y="3509382"/>
                </a:lnTo>
                <a:cubicBezTo>
                  <a:pt x="3650331" y="3508908"/>
                  <a:pt x="3650805" y="3508612"/>
                  <a:pt x="3651338" y="3508612"/>
                </a:cubicBezTo>
                <a:close/>
                <a:moveTo>
                  <a:pt x="4800957" y="3508376"/>
                </a:moveTo>
                <a:lnTo>
                  <a:pt x="4822396" y="3508376"/>
                </a:lnTo>
                <a:cubicBezTo>
                  <a:pt x="4822930" y="3508376"/>
                  <a:pt x="4823403" y="3508672"/>
                  <a:pt x="4823699" y="3509146"/>
                </a:cubicBezTo>
                <a:lnTo>
                  <a:pt x="4834419" y="3527683"/>
                </a:lnTo>
                <a:cubicBezTo>
                  <a:pt x="4834715" y="3528157"/>
                  <a:pt x="4834715" y="3528749"/>
                  <a:pt x="4834419" y="3529223"/>
                </a:cubicBezTo>
                <a:lnTo>
                  <a:pt x="4823699" y="3547761"/>
                </a:lnTo>
                <a:cubicBezTo>
                  <a:pt x="4823403" y="3548234"/>
                  <a:pt x="4822930" y="3548531"/>
                  <a:pt x="4822396" y="3548531"/>
                </a:cubicBezTo>
                <a:lnTo>
                  <a:pt x="4800957" y="3548531"/>
                </a:lnTo>
                <a:cubicBezTo>
                  <a:pt x="4800424" y="3548531"/>
                  <a:pt x="4799950" y="3548234"/>
                  <a:pt x="4799654" y="3547761"/>
                </a:cubicBezTo>
                <a:lnTo>
                  <a:pt x="4788934" y="3529223"/>
                </a:lnTo>
                <a:cubicBezTo>
                  <a:pt x="4788638" y="3528749"/>
                  <a:pt x="4788638" y="3528157"/>
                  <a:pt x="4788934" y="3527683"/>
                </a:cubicBezTo>
                <a:lnTo>
                  <a:pt x="4799654" y="3509146"/>
                </a:lnTo>
                <a:cubicBezTo>
                  <a:pt x="4799950" y="3508672"/>
                  <a:pt x="4800424" y="3508376"/>
                  <a:pt x="4800957" y="3508376"/>
                </a:cubicBezTo>
                <a:close/>
                <a:moveTo>
                  <a:pt x="3177834" y="3508376"/>
                </a:moveTo>
                <a:lnTo>
                  <a:pt x="3199274" y="3508376"/>
                </a:lnTo>
                <a:cubicBezTo>
                  <a:pt x="3199806" y="3508376"/>
                  <a:pt x="3200280" y="3508672"/>
                  <a:pt x="3200576" y="3509146"/>
                </a:cubicBezTo>
                <a:lnTo>
                  <a:pt x="3211296" y="3527683"/>
                </a:lnTo>
                <a:cubicBezTo>
                  <a:pt x="3211592" y="3528157"/>
                  <a:pt x="3211592" y="3528749"/>
                  <a:pt x="3211296" y="3529223"/>
                </a:cubicBezTo>
                <a:lnTo>
                  <a:pt x="3200576" y="3547761"/>
                </a:lnTo>
                <a:cubicBezTo>
                  <a:pt x="3200280" y="3548234"/>
                  <a:pt x="3199806" y="3548531"/>
                  <a:pt x="3199274" y="3548531"/>
                </a:cubicBezTo>
                <a:lnTo>
                  <a:pt x="3177834" y="3548531"/>
                </a:lnTo>
                <a:cubicBezTo>
                  <a:pt x="3177301" y="3548531"/>
                  <a:pt x="3176827" y="3548234"/>
                  <a:pt x="3176531" y="3547761"/>
                </a:cubicBezTo>
                <a:lnTo>
                  <a:pt x="3165811" y="3529223"/>
                </a:lnTo>
                <a:cubicBezTo>
                  <a:pt x="3165515" y="3528749"/>
                  <a:pt x="3165515" y="3528157"/>
                  <a:pt x="3165811" y="3527683"/>
                </a:cubicBezTo>
                <a:lnTo>
                  <a:pt x="3176531" y="3509146"/>
                </a:lnTo>
                <a:cubicBezTo>
                  <a:pt x="3176827" y="3508672"/>
                  <a:pt x="3177301" y="3508376"/>
                  <a:pt x="3177834" y="3508376"/>
                </a:cubicBezTo>
                <a:close/>
                <a:moveTo>
                  <a:pt x="3448315" y="3508316"/>
                </a:moveTo>
                <a:lnTo>
                  <a:pt x="3469813" y="3508316"/>
                </a:lnTo>
                <a:cubicBezTo>
                  <a:pt x="3470347" y="3508316"/>
                  <a:pt x="3470821" y="3508612"/>
                  <a:pt x="3471117" y="3509086"/>
                </a:cubicBezTo>
                <a:lnTo>
                  <a:pt x="3481896" y="3527742"/>
                </a:lnTo>
                <a:cubicBezTo>
                  <a:pt x="3482192" y="3528216"/>
                  <a:pt x="3482192" y="3528808"/>
                  <a:pt x="3481896" y="3529282"/>
                </a:cubicBezTo>
                <a:lnTo>
                  <a:pt x="3471117" y="3547938"/>
                </a:lnTo>
                <a:cubicBezTo>
                  <a:pt x="3470880" y="3548412"/>
                  <a:pt x="3470347" y="3548708"/>
                  <a:pt x="3469813" y="3548708"/>
                </a:cubicBezTo>
                <a:lnTo>
                  <a:pt x="3448315" y="3548708"/>
                </a:lnTo>
                <a:cubicBezTo>
                  <a:pt x="3447782" y="3548708"/>
                  <a:pt x="3447308" y="3548412"/>
                  <a:pt x="3447012" y="3547938"/>
                </a:cubicBezTo>
                <a:lnTo>
                  <a:pt x="3436233" y="3529282"/>
                </a:lnTo>
                <a:cubicBezTo>
                  <a:pt x="3435937" y="3528808"/>
                  <a:pt x="3435937" y="3528216"/>
                  <a:pt x="3436233" y="3527742"/>
                </a:cubicBezTo>
                <a:lnTo>
                  <a:pt x="3447012" y="3509086"/>
                </a:lnTo>
                <a:cubicBezTo>
                  <a:pt x="3447249" y="3508612"/>
                  <a:pt x="3447782" y="3508316"/>
                  <a:pt x="3448315" y="3508316"/>
                </a:cubicBezTo>
                <a:close/>
                <a:moveTo>
                  <a:pt x="3380620" y="3508198"/>
                </a:moveTo>
                <a:lnTo>
                  <a:pt x="3402238" y="3508198"/>
                </a:lnTo>
                <a:cubicBezTo>
                  <a:pt x="3402770" y="3508198"/>
                  <a:pt x="3403244" y="3508494"/>
                  <a:pt x="3403540" y="3508968"/>
                </a:cubicBezTo>
                <a:lnTo>
                  <a:pt x="3414378" y="3527683"/>
                </a:lnTo>
                <a:cubicBezTo>
                  <a:pt x="3414675" y="3528157"/>
                  <a:pt x="3414675" y="3528749"/>
                  <a:pt x="3414378" y="3529223"/>
                </a:cubicBezTo>
                <a:lnTo>
                  <a:pt x="3403540" y="3547938"/>
                </a:lnTo>
                <a:cubicBezTo>
                  <a:pt x="3403303" y="3548412"/>
                  <a:pt x="3402770" y="3548708"/>
                  <a:pt x="3402238" y="3548708"/>
                </a:cubicBezTo>
                <a:lnTo>
                  <a:pt x="3380620" y="3548708"/>
                </a:lnTo>
                <a:cubicBezTo>
                  <a:pt x="3380087" y="3548708"/>
                  <a:pt x="3379613" y="3548412"/>
                  <a:pt x="3379317" y="3547938"/>
                </a:cubicBezTo>
                <a:lnTo>
                  <a:pt x="3368479" y="3529223"/>
                </a:lnTo>
                <a:cubicBezTo>
                  <a:pt x="3368183" y="3528749"/>
                  <a:pt x="3368183" y="3528157"/>
                  <a:pt x="3368479" y="3527683"/>
                </a:cubicBezTo>
                <a:lnTo>
                  <a:pt x="3379317" y="3508968"/>
                </a:lnTo>
                <a:cubicBezTo>
                  <a:pt x="3379554" y="3508494"/>
                  <a:pt x="3380087" y="3508198"/>
                  <a:pt x="3380620" y="3508198"/>
                </a:cubicBezTo>
                <a:close/>
                <a:moveTo>
                  <a:pt x="2636694" y="3508198"/>
                </a:moveTo>
                <a:lnTo>
                  <a:pt x="2658311" y="3508198"/>
                </a:lnTo>
                <a:cubicBezTo>
                  <a:pt x="2658844" y="3508198"/>
                  <a:pt x="2659318" y="3508494"/>
                  <a:pt x="2659614" y="3508968"/>
                </a:cubicBezTo>
                <a:lnTo>
                  <a:pt x="2670452" y="3527683"/>
                </a:lnTo>
                <a:cubicBezTo>
                  <a:pt x="2670749" y="3528157"/>
                  <a:pt x="2670749" y="3528749"/>
                  <a:pt x="2670452" y="3529223"/>
                </a:cubicBezTo>
                <a:lnTo>
                  <a:pt x="2659614" y="3547938"/>
                </a:lnTo>
                <a:cubicBezTo>
                  <a:pt x="2659377" y="3548412"/>
                  <a:pt x="2658844" y="3548708"/>
                  <a:pt x="2658311" y="3548708"/>
                </a:cubicBezTo>
                <a:lnTo>
                  <a:pt x="2636694" y="3548708"/>
                </a:lnTo>
                <a:cubicBezTo>
                  <a:pt x="2636161" y="3548708"/>
                  <a:pt x="2635687" y="3548412"/>
                  <a:pt x="2635391" y="3547938"/>
                </a:cubicBezTo>
                <a:lnTo>
                  <a:pt x="2624553" y="3529223"/>
                </a:lnTo>
                <a:cubicBezTo>
                  <a:pt x="2624257" y="3528749"/>
                  <a:pt x="2624257" y="3528157"/>
                  <a:pt x="2624553" y="3527683"/>
                </a:cubicBezTo>
                <a:lnTo>
                  <a:pt x="2635391" y="3508968"/>
                </a:lnTo>
                <a:cubicBezTo>
                  <a:pt x="2635628" y="3508494"/>
                  <a:pt x="2636161" y="3508198"/>
                  <a:pt x="2636694" y="3508198"/>
                </a:cubicBezTo>
                <a:close/>
                <a:moveTo>
                  <a:pt x="4733203" y="3508079"/>
                </a:moveTo>
                <a:lnTo>
                  <a:pt x="4754939" y="3508079"/>
                </a:lnTo>
                <a:cubicBezTo>
                  <a:pt x="4755472" y="3508079"/>
                  <a:pt x="4755946" y="3508375"/>
                  <a:pt x="4756242" y="3508849"/>
                </a:cubicBezTo>
                <a:lnTo>
                  <a:pt x="4767080" y="3527682"/>
                </a:lnTo>
                <a:cubicBezTo>
                  <a:pt x="4767376" y="3528156"/>
                  <a:pt x="4767376" y="3528749"/>
                  <a:pt x="4767080" y="3529222"/>
                </a:cubicBezTo>
                <a:lnTo>
                  <a:pt x="4756183" y="3548056"/>
                </a:lnTo>
                <a:cubicBezTo>
                  <a:pt x="4755946" y="3548530"/>
                  <a:pt x="4755413" y="3548826"/>
                  <a:pt x="4754879" y="3548826"/>
                </a:cubicBezTo>
                <a:lnTo>
                  <a:pt x="4733144" y="3548826"/>
                </a:lnTo>
                <a:cubicBezTo>
                  <a:pt x="4732611" y="3548826"/>
                  <a:pt x="4732137" y="3548530"/>
                  <a:pt x="4731841" y="3548056"/>
                </a:cubicBezTo>
                <a:lnTo>
                  <a:pt x="4721003" y="3529222"/>
                </a:lnTo>
                <a:cubicBezTo>
                  <a:pt x="4720707" y="3528749"/>
                  <a:pt x="4720707" y="3528156"/>
                  <a:pt x="4721003" y="3527682"/>
                </a:cubicBezTo>
                <a:lnTo>
                  <a:pt x="4731900" y="3508849"/>
                </a:lnTo>
                <a:cubicBezTo>
                  <a:pt x="4732137" y="3508375"/>
                  <a:pt x="4732670" y="3508079"/>
                  <a:pt x="4733203" y="3508079"/>
                </a:cubicBezTo>
                <a:close/>
                <a:moveTo>
                  <a:pt x="3515772" y="3507961"/>
                </a:moveTo>
                <a:lnTo>
                  <a:pt x="3537626" y="3507961"/>
                </a:lnTo>
                <a:cubicBezTo>
                  <a:pt x="3538218" y="3507961"/>
                  <a:pt x="3538692" y="3508257"/>
                  <a:pt x="3538988" y="3508731"/>
                </a:cubicBezTo>
                <a:lnTo>
                  <a:pt x="3549886" y="3527683"/>
                </a:lnTo>
                <a:cubicBezTo>
                  <a:pt x="3550182" y="3528157"/>
                  <a:pt x="3550182" y="3528749"/>
                  <a:pt x="3549886" y="3529223"/>
                </a:cubicBezTo>
                <a:lnTo>
                  <a:pt x="3538929" y="3548175"/>
                </a:lnTo>
                <a:cubicBezTo>
                  <a:pt x="3538633" y="3548649"/>
                  <a:pt x="3538100" y="3548945"/>
                  <a:pt x="3537567" y="3548945"/>
                </a:cubicBezTo>
                <a:lnTo>
                  <a:pt x="3515713" y="3548945"/>
                </a:lnTo>
                <a:cubicBezTo>
                  <a:pt x="3515120" y="3548945"/>
                  <a:pt x="3514647" y="3548649"/>
                  <a:pt x="3514351" y="3548175"/>
                </a:cubicBezTo>
                <a:lnTo>
                  <a:pt x="3503453" y="3529223"/>
                </a:lnTo>
                <a:cubicBezTo>
                  <a:pt x="3503157" y="3528749"/>
                  <a:pt x="3503157" y="3528157"/>
                  <a:pt x="3503453" y="3527683"/>
                </a:cubicBezTo>
                <a:lnTo>
                  <a:pt x="3514410" y="3508731"/>
                </a:lnTo>
                <a:cubicBezTo>
                  <a:pt x="3514706" y="3508257"/>
                  <a:pt x="3515239" y="3507961"/>
                  <a:pt x="3515772" y="3507961"/>
                </a:cubicBezTo>
                <a:close/>
                <a:moveTo>
                  <a:pt x="3245172" y="3507902"/>
                </a:moveTo>
                <a:lnTo>
                  <a:pt x="3267145" y="3507902"/>
                </a:lnTo>
                <a:cubicBezTo>
                  <a:pt x="3267737" y="3507902"/>
                  <a:pt x="3268211" y="3508198"/>
                  <a:pt x="3268507" y="3508672"/>
                </a:cubicBezTo>
                <a:lnTo>
                  <a:pt x="3279463" y="3527683"/>
                </a:lnTo>
                <a:cubicBezTo>
                  <a:pt x="3279760" y="3528157"/>
                  <a:pt x="3279760" y="3528749"/>
                  <a:pt x="3279463" y="3529223"/>
                </a:cubicBezTo>
                <a:lnTo>
                  <a:pt x="3268447" y="3548234"/>
                </a:lnTo>
                <a:cubicBezTo>
                  <a:pt x="3268152" y="3548708"/>
                  <a:pt x="3267618" y="3549004"/>
                  <a:pt x="3267085" y="3549004"/>
                </a:cubicBezTo>
                <a:lnTo>
                  <a:pt x="3245113" y="3549004"/>
                </a:lnTo>
                <a:cubicBezTo>
                  <a:pt x="3244521" y="3549004"/>
                  <a:pt x="3244047" y="3548708"/>
                  <a:pt x="3243751" y="3548234"/>
                </a:cubicBezTo>
                <a:lnTo>
                  <a:pt x="3232794" y="3529223"/>
                </a:lnTo>
                <a:cubicBezTo>
                  <a:pt x="3232498" y="3528749"/>
                  <a:pt x="3232498" y="3528157"/>
                  <a:pt x="3232794" y="3527683"/>
                </a:cubicBezTo>
                <a:lnTo>
                  <a:pt x="3243810" y="3508672"/>
                </a:lnTo>
                <a:cubicBezTo>
                  <a:pt x="3244106" y="3508198"/>
                  <a:pt x="3244639" y="3507902"/>
                  <a:pt x="3245172" y="3507902"/>
                </a:cubicBezTo>
                <a:close/>
                <a:moveTo>
                  <a:pt x="3312748" y="3507783"/>
                </a:moveTo>
                <a:lnTo>
                  <a:pt x="3334839" y="3507783"/>
                </a:lnTo>
                <a:cubicBezTo>
                  <a:pt x="3335432" y="3507783"/>
                  <a:pt x="3335905" y="3508079"/>
                  <a:pt x="3336202" y="3508553"/>
                </a:cubicBezTo>
                <a:lnTo>
                  <a:pt x="3347217" y="3527683"/>
                </a:lnTo>
                <a:cubicBezTo>
                  <a:pt x="3347513" y="3528156"/>
                  <a:pt x="3347513" y="3528749"/>
                  <a:pt x="3347217" y="3529222"/>
                </a:cubicBezTo>
                <a:lnTo>
                  <a:pt x="3336142" y="3548352"/>
                </a:lnTo>
                <a:cubicBezTo>
                  <a:pt x="3335846" y="3548826"/>
                  <a:pt x="3335313" y="3549122"/>
                  <a:pt x="3334780" y="3549122"/>
                </a:cubicBezTo>
                <a:lnTo>
                  <a:pt x="3312689" y="3549122"/>
                </a:lnTo>
                <a:cubicBezTo>
                  <a:pt x="3312097" y="3549122"/>
                  <a:pt x="3311623" y="3548826"/>
                  <a:pt x="3311327" y="3548352"/>
                </a:cubicBezTo>
                <a:lnTo>
                  <a:pt x="3300311" y="3529222"/>
                </a:lnTo>
                <a:cubicBezTo>
                  <a:pt x="3300015" y="3528749"/>
                  <a:pt x="3300015" y="3528156"/>
                  <a:pt x="3300311" y="3527683"/>
                </a:cubicBezTo>
                <a:lnTo>
                  <a:pt x="3311386" y="3508553"/>
                </a:lnTo>
                <a:cubicBezTo>
                  <a:pt x="3311682" y="3508079"/>
                  <a:pt x="3312215" y="3507783"/>
                  <a:pt x="3312748" y="3507783"/>
                </a:cubicBezTo>
                <a:close/>
                <a:moveTo>
                  <a:pt x="3109724" y="3507546"/>
                </a:moveTo>
                <a:lnTo>
                  <a:pt x="3132052" y="3507546"/>
                </a:lnTo>
                <a:cubicBezTo>
                  <a:pt x="3132586" y="3507546"/>
                  <a:pt x="3133118" y="3507842"/>
                  <a:pt x="3133414" y="3508316"/>
                </a:cubicBezTo>
                <a:lnTo>
                  <a:pt x="3144549" y="3527623"/>
                </a:lnTo>
                <a:cubicBezTo>
                  <a:pt x="3144845" y="3528157"/>
                  <a:pt x="3144845" y="3528749"/>
                  <a:pt x="3144549" y="3529223"/>
                </a:cubicBezTo>
                <a:lnTo>
                  <a:pt x="3133414" y="3548530"/>
                </a:lnTo>
                <a:cubicBezTo>
                  <a:pt x="3133118" y="3549004"/>
                  <a:pt x="3132586" y="3549300"/>
                  <a:pt x="3132052" y="3549300"/>
                </a:cubicBezTo>
                <a:lnTo>
                  <a:pt x="3109724" y="3549300"/>
                </a:lnTo>
                <a:cubicBezTo>
                  <a:pt x="3109192" y="3549300"/>
                  <a:pt x="3108658" y="3549004"/>
                  <a:pt x="3108362" y="3548530"/>
                </a:cubicBezTo>
                <a:lnTo>
                  <a:pt x="3097228" y="3529223"/>
                </a:lnTo>
                <a:cubicBezTo>
                  <a:pt x="3096932" y="3528689"/>
                  <a:pt x="3096932" y="3528097"/>
                  <a:pt x="3097228" y="3527623"/>
                </a:cubicBezTo>
                <a:lnTo>
                  <a:pt x="3108362" y="3508316"/>
                </a:lnTo>
                <a:cubicBezTo>
                  <a:pt x="3108658" y="3507842"/>
                  <a:pt x="3109192" y="3507546"/>
                  <a:pt x="3109724" y="3507546"/>
                </a:cubicBezTo>
                <a:close/>
                <a:moveTo>
                  <a:pt x="3042090" y="3507487"/>
                </a:moveTo>
                <a:lnTo>
                  <a:pt x="3064477" y="3507487"/>
                </a:lnTo>
                <a:cubicBezTo>
                  <a:pt x="3065010" y="3507487"/>
                  <a:pt x="3065543" y="3507783"/>
                  <a:pt x="3065839" y="3508257"/>
                </a:cubicBezTo>
                <a:lnTo>
                  <a:pt x="3077033" y="3527683"/>
                </a:lnTo>
                <a:cubicBezTo>
                  <a:pt x="3077329" y="3528157"/>
                  <a:pt x="3077329" y="3528808"/>
                  <a:pt x="3077033" y="3529282"/>
                </a:cubicBezTo>
                <a:lnTo>
                  <a:pt x="3065839" y="3548707"/>
                </a:lnTo>
                <a:cubicBezTo>
                  <a:pt x="3065543" y="3549181"/>
                  <a:pt x="3065010" y="3549477"/>
                  <a:pt x="3064477" y="3549477"/>
                </a:cubicBezTo>
                <a:lnTo>
                  <a:pt x="3042090" y="3549477"/>
                </a:lnTo>
                <a:cubicBezTo>
                  <a:pt x="3041557" y="3549477"/>
                  <a:pt x="3041024" y="3549181"/>
                  <a:pt x="3040728" y="3548707"/>
                </a:cubicBezTo>
                <a:lnTo>
                  <a:pt x="3029534" y="3529282"/>
                </a:lnTo>
                <a:cubicBezTo>
                  <a:pt x="3029238" y="3528808"/>
                  <a:pt x="3029238" y="3528157"/>
                  <a:pt x="3029534" y="3527683"/>
                </a:cubicBezTo>
                <a:lnTo>
                  <a:pt x="3040728" y="3508257"/>
                </a:lnTo>
                <a:cubicBezTo>
                  <a:pt x="3041024" y="3507783"/>
                  <a:pt x="3041557" y="3507487"/>
                  <a:pt x="3042090" y="3507487"/>
                </a:cubicBezTo>
                <a:close/>
                <a:moveTo>
                  <a:pt x="4867881" y="3507073"/>
                </a:moveTo>
                <a:lnTo>
                  <a:pt x="4890742" y="3507073"/>
                </a:lnTo>
                <a:cubicBezTo>
                  <a:pt x="4891334" y="3507073"/>
                  <a:pt x="4891867" y="3507428"/>
                  <a:pt x="4892163" y="3507902"/>
                </a:cubicBezTo>
                <a:lnTo>
                  <a:pt x="4903594" y="3527683"/>
                </a:lnTo>
                <a:cubicBezTo>
                  <a:pt x="4903889" y="3528157"/>
                  <a:pt x="4903889" y="3528809"/>
                  <a:pt x="4903594" y="3529282"/>
                </a:cubicBezTo>
                <a:lnTo>
                  <a:pt x="4892163" y="3549063"/>
                </a:lnTo>
                <a:cubicBezTo>
                  <a:pt x="4891867" y="3549597"/>
                  <a:pt x="4891334" y="3549893"/>
                  <a:pt x="4890742" y="3549893"/>
                </a:cubicBezTo>
                <a:lnTo>
                  <a:pt x="4867881" y="3549893"/>
                </a:lnTo>
                <a:cubicBezTo>
                  <a:pt x="4867289" y="3549893"/>
                  <a:pt x="4866755" y="3549537"/>
                  <a:pt x="4866460" y="3549063"/>
                </a:cubicBezTo>
                <a:lnTo>
                  <a:pt x="4855029" y="3529282"/>
                </a:lnTo>
                <a:cubicBezTo>
                  <a:pt x="4854733" y="3528809"/>
                  <a:pt x="4854733" y="3528157"/>
                  <a:pt x="4855029" y="3527683"/>
                </a:cubicBezTo>
                <a:lnTo>
                  <a:pt x="4866460" y="3507902"/>
                </a:lnTo>
                <a:cubicBezTo>
                  <a:pt x="4866755" y="3507369"/>
                  <a:pt x="4867289" y="3507073"/>
                  <a:pt x="4867881" y="3507073"/>
                </a:cubicBezTo>
                <a:close/>
                <a:moveTo>
                  <a:pt x="5003092" y="3506954"/>
                </a:moveTo>
                <a:lnTo>
                  <a:pt x="5026071" y="3506954"/>
                </a:lnTo>
                <a:cubicBezTo>
                  <a:pt x="5026663" y="3506954"/>
                  <a:pt x="5027197" y="3507309"/>
                  <a:pt x="5027493" y="3507783"/>
                </a:cubicBezTo>
                <a:lnTo>
                  <a:pt x="5038983" y="3527683"/>
                </a:lnTo>
                <a:cubicBezTo>
                  <a:pt x="5039278" y="3528157"/>
                  <a:pt x="5039278" y="3528808"/>
                  <a:pt x="5038983" y="3529282"/>
                </a:cubicBezTo>
                <a:lnTo>
                  <a:pt x="5027493" y="3549182"/>
                </a:lnTo>
                <a:cubicBezTo>
                  <a:pt x="5027197" y="3549714"/>
                  <a:pt x="5026663" y="3550011"/>
                  <a:pt x="5026071" y="3550011"/>
                </a:cubicBezTo>
                <a:lnTo>
                  <a:pt x="5003092" y="3550011"/>
                </a:lnTo>
                <a:cubicBezTo>
                  <a:pt x="5002500" y="3550011"/>
                  <a:pt x="5001967" y="3549655"/>
                  <a:pt x="5001671" y="3549182"/>
                </a:cubicBezTo>
                <a:lnTo>
                  <a:pt x="4990181" y="3529282"/>
                </a:lnTo>
                <a:cubicBezTo>
                  <a:pt x="4989885" y="3528808"/>
                  <a:pt x="4989885" y="3528157"/>
                  <a:pt x="4990181" y="3527683"/>
                </a:cubicBezTo>
                <a:lnTo>
                  <a:pt x="5001671" y="3507783"/>
                </a:lnTo>
                <a:cubicBezTo>
                  <a:pt x="5001967" y="3507250"/>
                  <a:pt x="5002500" y="3506954"/>
                  <a:pt x="5003092" y="3506954"/>
                </a:cubicBezTo>
                <a:close/>
                <a:moveTo>
                  <a:pt x="2838888" y="3506954"/>
                </a:moveTo>
                <a:lnTo>
                  <a:pt x="2861867" y="3506954"/>
                </a:lnTo>
                <a:cubicBezTo>
                  <a:pt x="2862460" y="3506954"/>
                  <a:pt x="2862993" y="3507309"/>
                  <a:pt x="2863289" y="3507783"/>
                </a:cubicBezTo>
                <a:lnTo>
                  <a:pt x="2874778" y="3527683"/>
                </a:lnTo>
                <a:cubicBezTo>
                  <a:pt x="2875075" y="3528157"/>
                  <a:pt x="2875075" y="3528808"/>
                  <a:pt x="2874778" y="3529282"/>
                </a:cubicBezTo>
                <a:lnTo>
                  <a:pt x="2863289" y="3549182"/>
                </a:lnTo>
                <a:cubicBezTo>
                  <a:pt x="2862993" y="3549714"/>
                  <a:pt x="2862460" y="3550011"/>
                  <a:pt x="2861867" y="3550011"/>
                </a:cubicBezTo>
                <a:lnTo>
                  <a:pt x="2838888" y="3550011"/>
                </a:lnTo>
                <a:cubicBezTo>
                  <a:pt x="2838296" y="3550011"/>
                  <a:pt x="2837763" y="3549655"/>
                  <a:pt x="2837467" y="3549182"/>
                </a:cubicBezTo>
                <a:lnTo>
                  <a:pt x="2825977" y="3529282"/>
                </a:lnTo>
                <a:cubicBezTo>
                  <a:pt x="2825681" y="3528808"/>
                  <a:pt x="2825681" y="3528157"/>
                  <a:pt x="2825977" y="3527683"/>
                </a:cubicBezTo>
                <a:lnTo>
                  <a:pt x="2837467" y="3507783"/>
                </a:lnTo>
                <a:cubicBezTo>
                  <a:pt x="2837763" y="3507250"/>
                  <a:pt x="2838296" y="3506954"/>
                  <a:pt x="2838888" y="3506954"/>
                </a:cubicBezTo>
                <a:close/>
                <a:moveTo>
                  <a:pt x="2703560" y="3506836"/>
                </a:moveTo>
                <a:lnTo>
                  <a:pt x="2726657" y="3506836"/>
                </a:lnTo>
                <a:cubicBezTo>
                  <a:pt x="2727250" y="3506836"/>
                  <a:pt x="2727782" y="3507191"/>
                  <a:pt x="2728079" y="3507665"/>
                </a:cubicBezTo>
                <a:lnTo>
                  <a:pt x="2739627" y="3527624"/>
                </a:lnTo>
                <a:cubicBezTo>
                  <a:pt x="2739924" y="3528157"/>
                  <a:pt x="2739924" y="3528809"/>
                  <a:pt x="2739627" y="3529283"/>
                </a:cubicBezTo>
                <a:lnTo>
                  <a:pt x="2728079" y="3549241"/>
                </a:lnTo>
                <a:cubicBezTo>
                  <a:pt x="2727782" y="3549774"/>
                  <a:pt x="2727250" y="3550070"/>
                  <a:pt x="2726657" y="3550070"/>
                </a:cubicBezTo>
                <a:lnTo>
                  <a:pt x="2703560" y="3550070"/>
                </a:lnTo>
                <a:cubicBezTo>
                  <a:pt x="2702967" y="3550070"/>
                  <a:pt x="2702434" y="3549715"/>
                  <a:pt x="2702138" y="3549241"/>
                </a:cubicBezTo>
                <a:lnTo>
                  <a:pt x="2690589" y="3529283"/>
                </a:lnTo>
                <a:cubicBezTo>
                  <a:pt x="2690293" y="3528749"/>
                  <a:pt x="2690293" y="3528098"/>
                  <a:pt x="2690589" y="3527624"/>
                </a:cubicBezTo>
                <a:lnTo>
                  <a:pt x="2702138" y="3507665"/>
                </a:lnTo>
                <a:cubicBezTo>
                  <a:pt x="2702434" y="3507132"/>
                  <a:pt x="2702967" y="3506836"/>
                  <a:pt x="2703560" y="3506836"/>
                </a:cubicBezTo>
                <a:close/>
                <a:moveTo>
                  <a:pt x="4935279" y="3506540"/>
                </a:moveTo>
                <a:lnTo>
                  <a:pt x="4958673" y="3506540"/>
                </a:lnTo>
                <a:cubicBezTo>
                  <a:pt x="4959265" y="3506540"/>
                  <a:pt x="4959798" y="3506836"/>
                  <a:pt x="4960094" y="3507369"/>
                </a:cubicBezTo>
                <a:lnTo>
                  <a:pt x="4971761" y="3527624"/>
                </a:lnTo>
                <a:cubicBezTo>
                  <a:pt x="4972058" y="3528157"/>
                  <a:pt x="4972058" y="3528749"/>
                  <a:pt x="4971761" y="3529283"/>
                </a:cubicBezTo>
                <a:lnTo>
                  <a:pt x="4960035" y="3549537"/>
                </a:lnTo>
                <a:cubicBezTo>
                  <a:pt x="4959739" y="3550070"/>
                  <a:pt x="4959206" y="3550367"/>
                  <a:pt x="4958613" y="3550367"/>
                </a:cubicBezTo>
                <a:lnTo>
                  <a:pt x="4935220" y="3550367"/>
                </a:lnTo>
                <a:cubicBezTo>
                  <a:pt x="4934628" y="3550367"/>
                  <a:pt x="4934094" y="3550070"/>
                  <a:pt x="4933798" y="3549537"/>
                </a:cubicBezTo>
                <a:lnTo>
                  <a:pt x="4922131" y="3529283"/>
                </a:lnTo>
                <a:cubicBezTo>
                  <a:pt x="4921835" y="3528749"/>
                  <a:pt x="4921835" y="3528157"/>
                  <a:pt x="4922131" y="3527624"/>
                </a:cubicBezTo>
                <a:lnTo>
                  <a:pt x="4933858" y="3507369"/>
                </a:lnTo>
                <a:cubicBezTo>
                  <a:pt x="4934153" y="3506836"/>
                  <a:pt x="4934687" y="3506540"/>
                  <a:pt x="4935279" y="3506540"/>
                </a:cubicBezTo>
                <a:close/>
                <a:moveTo>
                  <a:pt x="2973862" y="3506362"/>
                </a:moveTo>
                <a:lnTo>
                  <a:pt x="2997494" y="3506362"/>
                </a:lnTo>
                <a:cubicBezTo>
                  <a:pt x="2998086" y="3506362"/>
                  <a:pt x="2998619" y="3506658"/>
                  <a:pt x="2998915" y="3507191"/>
                </a:cubicBezTo>
                <a:lnTo>
                  <a:pt x="3010701" y="3527683"/>
                </a:lnTo>
                <a:cubicBezTo>
                  <a:pt x="3010997" y="3528157"/>
                  <a:pt x="3010997" y="3528808"/>
                  <a:pt x="3010701" y="3529341"/>
                </a:cubicBezTo>
                <a:lnTo>
                  <a:pt x="2998856" y="3549833"/>
                </a:lnTo>
                <a:cubicBezTo>
                  <a:pt x="2998560" y="3550366"/>
                  <a:pt x="2998026" y="3550662"/>
                  <a:pt x="2997434" y="3550662"/>
                </a:cubicBezTo>
                <a:lnTo>
                  <a:pt x="2973803" y="3550662"/>
                </a:lnTo>
                <a:cubicBezTo>
                  <a:pt x="2973211" y="3550662"/>
                  <a:pt x="2972678" y="3550366"/>
                  <a:pt x="2972382" y="3549833"/>
                </a:cubicBezTo>
                <a:lnTo>
                  <a:pt x="2960596" y="3529341"/>
                </a:lnTo>
                <a:cubicBezTo>
                  <a:pt x="2960300" y="3528867"/>
                  <a:pt x="2960300" y="3528216"/>
                  <a:pt x="2960596" y="3527683"/>
                </a:cubicBezTo>
                <a:lnTo>
                  <a:pt x="2972441" y="3507191"/>
                </a:lnTo>
                <a:cubicBezTo>
                  <a:pt x="2972737" y="3506658"/>
                  <a:pt x="2973270" y="3506362"/>
                  <a:pt x="2973862" y="3506362"/>
                </a:cubicBezTo>
                <a:close/>
                <a:moveTo>
                  <a:pt x="2770839" y="3506125"/>
                </a:moveTo>
                <a:lnTo>
                  <a:pt x="2794706" y="3506125"/>
                </a:lnTo>
                <a:cubicBezTo>
                  <a:pt x="2795299" y="3506125"/>
                  <a:pt x="2795891" y="3506421"/>
                  <a:pt x="2796187" y="3506954"/>
                </a:cubicBezTo>
                <a:lnTo>
                  <a:pt x="2808091" y="3527624"/>
                </a:lnTo>
                <a:cubicBezTo>
                  <a:pt x="2808387" y="3528098"/>
                  <a:pt x="2808387" y="3528749"/>
                  <a:pt x="2808091" y="3529282"/>
                </a:cubicBezTo>
                <a:lnTo>
                  <a:pt x="2796187" y="3549952"/>
                </a:lnTo>
                <a:cubicBezTo>
                  <a:pt x="2795832" y="3550426"/>
                  <a:pt x="2795299" y="3550781"/>
                  <a:pt x="2794706" y="3550781"/>
                </a:cubicBezTo>
                <a:lnTo>
                  <a:pt x="2770839" y="3550781"/>
                </a:lnTo>
                <a:cubicBezTo>
                  <a:pt x="2770247" y="3550781"/>
                  <a:pt x="2769654" y="3550485"/>
                  <a:pt x="2769358" y="3549952"/>
                </a:cubicBezTo>
                <a:lnTo>
                  <a:pt x="2757454" y="3529282"/>
                </a:lnTo>
                <a:cubicBezTo>
                  <a:pt x="2757158" y="3528808"/>
                  <a:pt x="2757158" y="3528157"/>
                  <a:pt x="2757454" y="3527624"/>
                </a:cubicBezTo>
                <a:lnTo>
                  <a:pt x="2769358" y="3506954"/>
                </a:lnTo>
                <a:cubicBezTo>
                  <a:pt x="2769714" y="3506480"/>
                  <a:pt x="2770247" y="3506125"/>
                  <a:pt x="2770839" y="3506125"/>
                </a:cubicBezTo>
                <a:close/>
                <a:moveTo>
                  <a:pt x="2905932" y="3505829"/>
                </a:moveTo>
                <a:lnTo>
                  <a:pt x="2930096" y="3505829"/>
                </a:lnTo>
                <a:cubicBezTo>
                  <a:pt x="2930688" y="3505829"/>
                  <a:pt x="2931280" y="3506125"/>
                  <a:pt x="2931576" y="3506658"/>
                </a:cubicBezTo>
                <a:lnTo>
                  <a:pt x="2943658" y="3527624"/>
                </a:lnTo>
                <a:cubicBezTo>
                  <a:pt x="2943954" y="3528157"/>
                  <a:pt x="2943954" y="3528808"/>
                  <a:pt x="2943658" y="3529341"/>
                </a:cubicBezTo>
                <a:lnTo>
                  <a:pt x="2931576" y="3550307"/>
                </a:lnTo>
                <a:cubicBezTo>
                  <a:pt x="2931280" y="3550781"/>
                  <a:pt x="2930688" y="3551136"/>
                  <a:pt x="2930096" y="3551136"/>
                </a:cubicBezTo>
                <a:lnTo>
                  <a:pt x="2905932" y="3551136"/>
                </a:lnTo>
                <a:cubicBezTo>
                  <a:pt x="2905340" y="3551136"/>
                  <a:pt x="2904747" y="3550840"/>
                  <a:pt x="2904451" y="3550307"/>
                </a:cubicBezTo>
                <a:lnTo>
                  <a:pt x="2892369" y="3529341"/>
                </a:lnTo>
                <a:cubicBezTo>
                  <a:pt x="2892073" y="3528808"/>
                  <a:pt x="2892073" y="3528157"/>
                  <a:pt x="2892369" y="3527624"/>
                </a:cubicBezTo>
                <a:lnTo>
                  <a:pt x="2904451" y="3506658"/>
                </a:lnTo>
                <a:cubicBezTo>
                  <a:pt x="2904747" y="3506184"/>
                  <a:pt x="2905340" y="3505829"/>
                  <a:pt x="2905932" y="3505829"/>
                </a:cubicBezTo>
                <a:close/>
                <a:moveTo>
                  <a:pt x="4194432" y="3453829"/>
                </a:moveTo>
                <a:lnTo>
                  <a:pt x="4211548" y="3453829"/>
                </a:lnTo>
                <a:cubicBezTo>
                  <a:pt x="4212022" y="3453829"/>
                  <a:pt x="4212377" y="3454066"/>
                  <a:pt x="4212614" y="3454421"/>
                </a:cubicBezTo>
                <a:lnTo>
                  <a:pt x="4221142" y="3469228"/>
                </a:lnTo>
                <a:cubicBezTo>
                  <a:pt x="4221380" y="3469583"/>
                  <a:pt x="4221380" y="3470057"/>
                  <a:pt x="4221142" y="3470412"/>
                </a:cubicBezTo>
                <a:lnTo>
                  <a:pt x="4212555" y="3485219"/>
                </a:lnTo>
                <a:cubicBezTo>
                  <a:pt x="4212318" y="3485574"/>
                  <a:pt x="4211904" y="3485811"/>
                  <a:pt x="4211489" y="3485811"/>
                </a:cubicBezTo>
                <a:lnTo>
                  <a:pt x="4194373" y="3485811"/>
                </a:lnTo>
                <a:cubicBezTo>
                  <a:pt x="4193899" y="3485811"/>
                  <a:pt x="4193544" y="3485574"/>
                  <a:pt x="4193307" y="3485219"/>
                </a:cubicBezTo>
                <a:lnTo>
                  <a:pt x="4184779" y="3470412"/>
                </a:lnTo>
                <a:cubicBezTo>
                  <a:pt x="4184542" y="3470057"/>
                  <a:pt x="4184542" y="3469583"/>
                  <a:pt x="4184779" y="3469228"/>
                </a:cubicBezTo>
                <a:lnTo>
                  <a:pt x="4193366" y="3454421"/>
                </a:lnTo>
                <a:cubicBezTo>
                  <a:pt x="4193603" y="3454066"/>
                  <a:pt x="4194018" y="3453829"/>
                  <a:pt x="4194432" y="3453829"/>
                </a:cubicBezTo>
                <a:close/>
                <a:moveTo>
                  <a:pt x="4126620" y="3453415"/>
                </a:moveTo>
                <a:lnTo>
                  <a:pt x="4144150" y="3453415"/>
                </a:lnTo>
                <a:cubicBezTo>
                  <a:pt x="4144565" y="3453415"/>
                  <a:pt x="4144980" y="3453652"/>
                  <a:pt x="4145217" y="3454007"/>
                </a:cubicBezTo>
                <a:lnTo>
                  <a:pt x="4153982" y="3469228"/>
                </a:lnTo>
                <a:cubicBezTo>
                  <a:pt x="4154219" y="3469583"/>
                  <a:pt x="4154219" y="3470116"/>
                  <a:pt x="4153982" y="3470472"/>
                </a:cubicBezTo>
                <a:lnTo>
                  <a:pt x="4145217" y="3485692"/>
                </a:lnTo>
                <a:cubicBezTo>
                  <a:pt x="4144980" y="3486048"/>
                  <a:pt x="4144565" y="3486285"/>
                  <a:pt x="4144150" y="3486285"/>
                </a:cubicBezTo>
                <a:lnTo>
                  <a:pt x="4126620" y="3486285"/>
                </a:lnTo>
                <a:cubicBezTo>
                  <a:pt x="4126206" y="3486285"/>
                  <a:pt x="4125791" y="3486048"/>
                  <a:pt x="4125554" y="3485692"/>
                </a:cubicBezTo>
                <a:lnTo>
                  <a:pt x="4116788" y="3470472"/>
                </a:lnTo>
                <a:cubicBezTo>
                  <a:pt x="4116552" y="3470116"/>
                  <a:pt x="4116552" y="3469583"/>
                  <a:pt x="4116788" y="3469228"/>
                </a:cubicBezTo>
                <a:lnTo>
                  <a:pt x="4125554" y="3454007"/>
                </a:lnTo>
                <a:cubicBezTo>
                  <a:pt x="4125791" y="3453652"/>
                  <a:pt x="4126206" y="3453415"/>
                  <a:pt x="4126620" y="3453415"/>
                </a:cubicBezTo>
                <a:close/>
                <a:moveTo>
                  <a:pt x="3923714" y="3453415"/>
                </a:moveTo>
                <a:lnTo>
                  <a:pt x="3941244" y="3453415"/>
                </a:lnTo>
                <a:cubicBezTo>
                  <a:pt x="3941659" y="3453415"/>
                  <a:pt x="3942074" y="3453652"/>
                  <a:pt x="3942311" y="3454007"/>
                </a:cubicBezTo>
                <a:lnTo>
                  <a:pt x="3951076" y="3469228"/>
                </a:lnTo>
                <a:cubicBezTo>
                  <a:pt x="3951313" y="3469583"/>
                  <a:pt x="3951313" y="3470116"/>
                  <a:pt x="3951076" y="3470472"/>
                </a:cubicBezTo>
                <a:lnTo>
                  <a:pt x="3942311" y="3485692"/>
                </a:lnTo>
                <a:cubicBezTo>
                  <a:pt x="3942074" y="3486048"/>
                  <a:pt x="3941659" y="3486285"/>
                  <a:pt x="3941244" y="3486285"/>
                </a:cubicBezTo>
                <a:lnTo>
                  <a:pt x="3923714" y="3486285"/>
                </a:lnTo>
                <a:cubicBezTo>
                  <a:pt x="3923300" y="3486285"/>
                  <a:pt x="3922885" y="3486048"/>
                  <a:pt x="3922648" y="3485692"/>
                </a:cubicBezTo>
                <a:lnTo>
                  <a:pt x="3913882" y="3470472"/>
                </a:lnTo>
                <a:cubicBezTo>
                  <a:pt x="3913646" y="3470116"/>
                  <a:pt x="3913646" y="3469583"/>
                  <a:pt x="3913882" y="3469228"/>
                </a:cubicBezTo>
                <a:lnTo>
                  <a:pt x="3922648" y="3454007"/>
                </a:lnTo>
                <a:cubicBezTo>
                  <a:pt x="3922885" y="3453652"/>
                  <a:pt x="3923300" y="3453415"/>
                  <a:pt x="3923714" y="3453415"/>
                </a:cubicBezTo>
                <a:close/>
                <a:moveTo>
                  <a:pt x="4261772" y="3453178"/>
                </a:moveTo>
                <a:lnTo>
                  <a:pt x="4279540" y="3453178"/>
                </a:lnTo>
                <a:cubicBezTo>
                  <a:pt x="4279954" y="3453178"/>
                  <a:pt x="4280368" y="3453415"/>
                  <a:pt x="4280605" y="3453829"/>
                </a:cubicBezTo>
                <a:lnTo>
                  <a:pt x="4289489" y="3469228"/>
                </a:lnTo>
                <a:cubicBezTo>
                  <a:pt x="4289726" y="3469583"/>
                  <a:pt x="4289726" y="3470057"/>
                  <a:pt x="4289489" y="3470472"/>
                </a:cubicBezTo>
                <a:lnTo>
                  <a:pt x="4280605" y="3485870"/>
                </a:lnTo>
                <a:cubicBezTo>
                  <a:pt x="4280368" y="3486285"/>
                  <a:pt x="4279954" y="3486522"/>
                  <a:pt x="4279540" y="3486522"/>
                </a:cubicBezTo>
                <a:lnTo>
                  <a:pt x="4261772" y="3486522"/>
                </a:lnTo>
                <a:cubicBezTo>
                  <a:pt x="4261357" y="3486522"/>
                  <a:pt x="4260943" y="3486285"/>
                  <a:pt x="4260706" y="3485870"/>
                </a:cubicBezTo>
                <a:lnTo>
                  <a:pt x="4251822" y="3470472"/>
                </a:lnTo>
                <a:cubicBezTo>
                  <a:pt x="4251585" y="3470116"/>
                  <a:pt x="4251585" y="3469643"/>
                  <a:pt x="4251822" y="3469228"/>
                </a:cubicBezTo>
                <a:lnTo>
                  <a:pt x="4260706" y="3453829"/>
                </a:lnTo>
                <a:cubicBezTo>
                  <a:pt x="4260943" y="3453415"/>
                  <a:pt x="4261357" y="3453178"/>
                  <a:pt x="4261772" y="3453178"/>
                </a:cubicBezTo>
                <a:close/>
                <a:moveTo>
                  <a:pt x="3991231" y="3453178"/>
                </a:moveTo>
                <a:lnTo>
                  <a:pt x="4008999" y="3453178"/>
                </a:lnTo>
                <a:cubicBezTo>
                  <a:pt x="4009413" y="3453178"/>
                  <a:pt x="4009828" y="3453415"/>
                  <a:pt x="4010065" y="3453829"/>
                </a:cubicBezTo>
                <a:lnTo>
                  <a:pt x="4018949" y="3469228"/>
                </a:lnTo>
                <a:cubicBezTo>
                  <a:pt x="4019186" y="3469583"/>
                  <a:pt x="4019186" y="3470057"/>
                  <a:pt x="4018949" y="3470472"/>
                </a:cubicBezTo>
                <a:lnTo>
                  <a:pt x="4010065" y="3485870"/>
                </a:lnTo>
                <a:cubicBezTo>
                  <a:pt x="4009828" y="3486285"/>
                  <a:pt x="4009413" y="3486522"/>
                  <a:pt x="4008999" y="3486522"/>
                </a:cubicBezTo>
                <a:lnTo>
                  <a:pt x="3991231" y="3486522"/>
                </a:lnTo>
                <a:cubicBezTo>
                  <a:pt x="3990817" y="3486522"/>
                  <a:pt x="3990402" y="3486285"/>
                  <a:pt x="3990165" y="3485870"/>
                </a:cubicBezTo>
                <a:lnTo>
                  <a:pt x="3981281" y="3470472"/>
                </a:lnTo>
                <a:cubicBezTo>
                  <a:pt x="3981045" y="3470116"/>
                  <a:pt x="3981045" y="3469643"/>
                  <a:pt x="3981281" y="3469228"/>
                </a:cubicBezTo>
                <a:lnTo>
                  <a:pt x="3990165" y="3453829"/>
                </a:lnTo>
                <a:cubicBezTo>
                  <a:pt x="3990402" y="3453415"/>
                  <a:pt x="3990817" y="3453178"/>
                  <a:pt x="3991231" y="3453178"/>
                </a:cubicBezTo>
                <a:close/>
                <a:moveTo>
                  <a:pt x="4329111" y="3452763"/>
                </a:moveTo>
                <a:lnTo>
                  <a:pt x="4347352" y="3452763"/>
                </a:lnTo>
                <a:cubicBezTo>
                  <a:pt x="4347825" y="3452763"/>
                  <a:pt x="4348240" y="3453000"/>
                  <a:pt x="4348477" y="3453415"/>
                </a:cubicBezTo>
                <a:lnTo>
                  <a:pt x="4357598" y="3469168"/>
                </a:lnTo>
                <a:cubicBezTo>
                  <a:pt x="4357835" y="3469583"/>
                  <a:pt x="4357835" y="3470057"/>
                  <a:pt x="4357598" y="3470472"/>
                </a:cubicBezTo>
                <a:lnTo>
                  <a:pt x="4348477" y="3486225"/>
                </a:lnTo>
                <a:cubicBezTo>
                  <a:pt x="4348240" y="3486640"/>
                  <a:pt x="4347825" y="3486877"/>
                  <a:pt x="4347352" y="3486877"/>
                </a:cubicBezTo>
                <a:lnTo>
                  <a:pt x="4329111" y="3486877"/>
                </a:lnTo>
                <a:cubicBezTo>
                  <a:pt x="4328637" y="3486877"/>
                  <a:pt x="4328222" y="3486640"/>
                  <a:pt x="4327985" y="3486225"/>
                </a:cubicBezTo>
                <a:lnTo>
                  <a:pt x="4318864" y="3470472"/>
                </a:lnTo>
                <a:cubicBezTo>
                  <a:pt x="4318628" y="3470057"/>
                  <a:pt x="4318628" y="3469583"/>
                  <a:pt x="4318864" y="3469168"/>
                </a:cubicBezTo>
                <a:lnTo>
                  <a:pt x="4327985" y="3453415"/>
                </a:lnTo>
                <a:cubicBezTo>
                  <a:pt x="4328222" y="3453000"/>
                  <a:pt x="4328637" y="3452763"/>
                  <a:pt x="4329111" y="3452763"/>
                </a:cubicBezTo>
                <a:close/>
                <a:moveTo>
                  <a:pt x="4464321" y="3452586"/>
                </a:moveTo>
                <a:lnTo>
                  <a:pt x="4482740" y="3452586"/>
                </a:lnTo>
                <a:cubicBezTo>
                  <a:pt x="4483214" y="3452586"/>
                  <a:pt x="4483629" y="3452823"/>
                  <a:pt x="4483866" y="3453237"/>
                </a:cubicBezTo>
                <a:lnTo>
                  <a:pt x="4493105" y="3469228"/>
                </a:lnTo>
                <a:cubicBezTo>
                  <a:pt x="4493342" y="3469643"/>
                  <a:pt x="4493342" y="3470116"/>
                  <a:pt x="4493105" y="3470531"/>
                </a:cubicBezTo>
                <a:lnTo>
                  <a:pt x="4483866" y="3486522"/>
                </a:lnTo>
                <a:cubicBezTo>
                  <a:pt x="4483629" y="3486936"/>
                  <a:pt x="4483214" y="3487173"/>
                  <a:pt x="4482740" y="3487173"/>
                </a:cubicBezTo>
                <a:lnTo>
                  <a:pt x="4464321" y="3487173"/>
                </a:lnTo>
                <a:cubicBezTo>
                  <a:pt x="4463848" y="3487173"/>
                  <a:pt x="4463433" y="3486936"/>
                  <a:pt x="4463196" y="3486522"/>
                </a:cubicBezTo>
                <a:lnTo>
                  <a:pt x="4453957" y="3470531"/>
                </a:lnTo>
                <a:cubicBezTo>
                  <a:pt x="4453720" y="3470116"/>
                  <a:pt x="4453720" y="3469643"/>
                  <a:pt x="4453957" y="3469228"/>
                </a:cubicBezTo>
                <a:lnTo>
                  <a:pt x="4463196" y="3453237"/>
                </a:lnTo>
                <a:cubicBezTo>
                  <a:pt x="4463433" y="3452823"/>
                  <a:pt x="4463848" y="3452586"/>
                  <a:pt x="4464321" y="3452586"/>
                </a:cubicBezTo>
                <a:close/>
                <a:moveTo>
                  <a:pt x="4058510" y="3452586"/>
                </a:moveTo>
                <a:lnTo>
                  <a:pt x="4076929" y="3452586"/>
                </a:lnTo>
                <a:cubicBezTo>
                  <a:pt x="4077403" y="3452586"/>
                  <a:pt x="4077818" y="3452823"/>
                  <a:pt x="4078055" y="3453237"/>
                </a:cubicBezTo>
                <a:lnTo>
                  <a:pt x="4087294" y="3469228"/>
                </a:lnTo>
                <a:cubicBezTo>
                  <a:pt x="4087531" y="3469643"/>
                  <a:pt x="4087531" y="3470116"/>
                  <a:pt x="4087294" y="3470531"/>
                </a:cubicBezTo>
                <a:lnTo>
                  <a:pt x="4078055" y="3486522"/>
                </a:lnTo>
                <a:cubicBezTo>
                  <a:pt x="4077818" y="3486936"/>
                  <a:pt x="4077403" y="3487173"/>
                  <a:pt x="4076929" y="3487173"/>
                </a:cubicBezTo>
                <a:lnTo>
                  <a:pt x="4058510" y="3487173"/>
                </a:lnTo>
                <a:cubicBezTo>
                  <a:pt x="4058037" y="3487173"/>
                  <a:pt x="4057622" y="3486936"/>
                  <a:pt x="4057385" y="3486522"/>
                </a:cubicBezTo>
                <a:lnTo>
                  <a:pt x="4048146" y="3470531"/>
                </a:lnTo>
                <a:cubicBezTo>
                  <a:pt x="4047909" y="3470116"/>
                  <a:pt x="4047909" y="3469643"/>
                  <a:pt x="4048146" y="3469228"/>
                </a:cubicBezTo>
                <a:lnTo>
                  <a:pt x="4057385" y="3453237"/>
                </a:lnTo>
                <a:cubicBezTo>
                  <a:pt x="4057622" y="3452823"/>
                  <a:pt x="4058037" y="3452586"/>
                  <a:pt x="4058510" y="3452586"/>
                </a:cubicBezTo>
                <a:close/>
                <a:moveTo>
                  <a:pt x="3855310" y="3452052"/>
                </a:moveTo>
                <a:lnTo>
                  <a:pt x="3874321" y="3452052"/>
                </a:lnTo>
                <a:cubicBezTo>
                  <a:pt x="3874794" y="3452052"/>
                  <a:pt x="3875268" y="3452289"/>
                  <a:pt x="3875505" y="3452704"/>
                </a:cubicBezTo>
                <a:lnTo>
                  <a:pt x="3884981" y="3469168"/>
                </a:lnTo>
                <a:cubicBezTo>
                  <a:pt x="3885218" y="3469583"/>
                  <a:pt x="3885218" y="3470116"/>
                  <a:pt x="3884981" y="3470530"/>
                </a:cubicBezTo>
                <a:lnTo>
                  <a:pt x="3875505" y="3486995"/>
                </a:lnTo>
                <a:cubicBezTo>
                  <a:pt x="3875209" y="3487410"/>
                  <a:pt x="3874794" y="3487646"/>
                  <a:pt x="3874321" y="3487646"/>
                </a:cubicBezTo>
                <a:lnTo>
                  <a:pt x="3855310" y="3487646"/>
                </a:lnTo>
                <a:cubicBezTo>
                  <a:pt x="3854835" y="3487646"/>
                  <a:pt x="3854362" y="3487410"/>
                  <a:pt x="3854125" y="3486995"/>
                </a:cubicBezTo>
                <a:lnTo>
                  <a:pt x="3844649" y="3470530"/>
                </a:lnTo>
                <a:cubicBezTo>
                  <a:pt x="3844412" y="3470116"/>
                  <a:pt x="3844412" y="3469583"/>
                  <a:pt x="3844649" y="3469168"/>
                </a:cubicBezTo>
                <a:lnTo>
                  <a:pt x="3854125" y="3452704"/>
                </a:lnTo>
                <a:cubicBezTo>
                  <a:pt x="3854421" y="3452289"/>
                  <a:pt x="3854835" y="3452052"/>
                  <a:pt x="3855310" y="3452052"/>
                </a:cubicBezTo>
                <a:close/>
                <a:moveTo>
                  <a:pt x="4396390" y="3451934"/>
                </a:moveTo>
                <a:lnTo>
                  <a:pt x="4415460" y="3451934"/>
                </a:lnTo>
                <a:cubicBezTo>
                  <a:pt x="4415934" y="3451934"/>
                  <a:pt x="4416408" y="3452171"/>
                  <a:pt x="4416644" y="3452585"/>
                </a:cubicBezTo>
                <a:lnTo>
                  <a:pt x="4426180" y="3469109"/>
                </a:lnTo>
                <a:cubicBezTo>
                  <a:pt x="4426417" y="3469524"/>
                  <a:pt x="4426417" y="3470057"/>
                  <a:pt x="4426180" y="3470471"/>
                </a:cubicBezTo>
                <a:lnTo>
                  <a:pt x="4416644" y="3486995"/>
                </a:lnTo>
                <a:cubicBezTo>
                  <a:pt x="4416408" y="3487410"/>
                  <a:pt x="4415934" y="3487647"/>
                  <a:pt x="4415460" y="3487647"/>
                </a:cubicBezTo>
                <a:lnTo>
                  <a:pt x="4396390" y="3487647"/>
                </a:lnTo>
                <a:cubicBezTo>
                  <a:pt x="4395916" y="3487647"/>
                  <a:pt x="4395442" y="3487410"/>
                  <a:pt x="4395205" y="3486995"/>
                </a:cubicBezTo>
                <a:lnTo>
                  <a:pt x="4385670" y="3470471"/>
                </a:lnTo>
                <a:cubicBezTo>
                  <a:pt x="4385433" y="3470057"/>
                  <a:pt x="4385433" y="3469524"/>
                  <a:pt x="4385670" y="3469109"/>
                </a:cubicBezTo>
                <a:lnTo>
                  <a:pt x="4395205" y="3452585"/>
                </a:lnTo>
                <a:cubicBezTo>
                  <a:pt x="4395442" y="3452171"/>
                  <a:pt x="4395916" y="3451934"/>
                  <a:pt x="4396390" y="3451934"/>
                </a:cubicBezTo>
                <a:close/>
                <a:moveTo>
                  <a:pt x="3787615" y="3451875"/>
                </a:moveTo>
                <a:lnTo>
                  <a:pt x="3806804" y="3451875"/>
                </a:lnTo>
                <a:cubicBezTo>
                  <a:pt x="3807278" y="3451875"/>
                  <a:pt x="3807752" y="3452112"/>
                  <a:pt x="3807989" y="3452526"/>
                </a:cubicBezTo>
                <a:lnTo>
                  <a:pt x="3817584" y="3469169"/>
                </a:lnTo>
                <a:cubicBezTo>
                  <a:pt x="3817820" y="3469583"/>
                  <a:pt x="3817820" y="3470116"/>
                  <a:pt x="3817584" y="3470531"/>
                </a:cubicBezTo>
                <a:lnTo>
                  <a:pt x="3807989" y="3487173"/>
                </a:lnTo>
                <a:cubicBezTo>
                  <a:pt x="3807752" y="3487588"/>
                  <a:pt x="3807278" y="3487825"/>
                  <a:pt x="3806804" y="3487825"/>
                </a:cubicBezTo>
                <a:lnTo>
                  <a:pt x="3787615" y="3487825"/>
                </a:lnTo>
                <a:cubicBezTo>
                  <a:pt x="3787142" y="3487825"/>
                  <a:pt x="3786668" y="3487588"/>
                  <a:pt x="3786431" y="3487173"/>
                </a:cubicBezTo>
                <a:lnTo>
                  <a:pt x="3776837" y="3470531"/>
                </a:lnTo>
                <a:cubicBezTo>
                  <a:pt x="3776600" y="3470116"/>
                  <a:pt x="3776600" y="3469583"/>
                  <a:pt x="3776837" y="3469169"/>
                </a:cubicBezTo>
                <a:lnTo>
                  <a:pt x="3786431" y="3452526"/>
                </a:lnTo>
                <a:cubicBezTo>
                  <a:pt x="3786668" y="3452112"/>
                  <a:pt x="3787142" y="3451875"/>
                  <a:pt x="3787615" y="3451875"/>
                </a:cubicBezTo>
                <a:close/>
                <a:moveTo>
                  <a:pt x="3719979" y="3451875"/>
                </a:moveTo>
                <a:lnTo>
                  <a:pt x="3739168" y="3451875"/>
                </a:lnTo>
                <a:cubicBezTo>
                  <a:pt x="3739643" y="3451875"/>
                  <a:pt x="3740116" y="3452112"/>
                  <a:pt x="3740353" y="3452526"/>
                </a:cubicBezTo>
                <a:lnTo>
                  <a:pt x="3749948" y="3469169"/>
                </a:lnTo>
                <a:cubicBezTo>
                  <a:pt x="3750185" y="3469583"/>
                  <a:pt x="3750185" y="3470116"/>
                  <a:pt x="3749948" y="3470531"/>
                </a:cubicBezTo>
                <a:lnTo>
                  <a:pt x="3740353" y="3487173"/>
                </a:lnTo>
                <a:cubicBezTo>
                  <a:pt x="3740116" y="3487588"/>
                  <a:pt x="3739643" y="3487825"/>
                  <a:pt x="3739168" y="3487825"/>
                </a:cubicBezTo>
                <a:lnTo>
                  <a:pt x="3719979" y="3487825"/>
                </a:lnTo>
                <a:cubicBezTo>
                  <a:pt x="3719506" y="3487825"/>
                  <a:pt x="3719032" y="3487588"/>
                  <a:pt x="3718795" y="3487173"/>
                </a:cubicBezTo>
                <a:lnTo>
                  <a:pt x="3709201" y="3470531"/>
                </a:lnTo>
                <a:cubicBezTo>
                  <a:pt x="3708964" y="3470116"/>
                  <a:pt x="3708964" y="3469583"/>
                  <a:pt x="3709201" y="3469169"/>
                </a:cubicBezTo>
                <a:lnTo>
                  <a:pt x="3718795" y="3452526"/>
                </a:lnTo>
                <a:cubicBezTo>
                  <a:pt x="3719032" y="3452112"/>
                  <a:pt x="3719506" y="3451875"/>
                  <a:pt x="3719979" y="3451875"/>
                </a:cubicBezTo>
                <a:close/>
                <a:moveTo>
                  <a:pt x="5072444" y="3451520"/>
                </a:moveTo>
                <a:lnTo>
                  <a:pt x="5091988" y="3451520"/>
                </a:lnTo>
                <a:cubicBezTo>
                  <a:pt x="5092462" y="3451520"/>
                  <a:pt x="5092936" y="3451816"/>
                  <a:pt x="5093173" y="3452231"/>
                </a:cubicBezTo>
                <a:lnTo>
                  <a:pt x="5102945" y="3469169"/>
                </a:lnTo>
                <a:cubicBezTo>
                  <a:pt x="5103182" y="3469584"/>
                  <a:pt x="5103182" y="3470116"/>
                  <a:pt x="5102945" y="3470531"/>
                </a:cubicBezTo>
                <a:lnTo>
                  <a:pt x="5093173" y="3487470"/>
                </a:lnTo>
                <a:cubicBezTo>
                  <a:pt x="5092936" y="3487884"/>
                  <a:pt x="5092462" y="3488180"/>
                  <a:pt x="5091988" y="3488180"/>
                </a:cubicBezTo>
                <a:lnTo>
                  <a:pt x="5072444" y="3488180"/>
                </a:lnTo>
                <a:cubicBezTo>
                  <a:pt x="5071970" y="3488180"/>
                  <a:pt x="5071497" y="3487884"/>
                  <a:pt x="5071260" y="3487470"/>
                </a:cubicBezTo>
                <a:lnTo>
                  <a:pt x="5061487" y="3470531"/>
                </a:lnTo>
                <a:cubicBezTo>
                  <a:pt x="5061251" y="3470116"/>
                  <a:pt x="5061251" y="3469584"/>
                  <a:pt x="5061487" y="3469169"/>
                </a:cubicBezTo>
                <a:lnTo>
                  <a:pt x="5071260" y="3452231"/>
                </a:lnTo>
                <a:cubicBezTo>
                  <a:pt x="5071497" y="3451816"/>
                  <a:pt x="5071970" y="3451520"/>
                  <a:pt x="5072444" y="3451520"/>
                </a:cubicBezTo>
                <a:close/>
                <a:moveTo>
                  <a:pt x="3651990" y="3451224"/>
                </a:moveTo>
                <a:lnTo>
                  <a:pt x="3671889" y="3451224"/>
                </a:lnTo>
                <a:cubicBezTo>
                  <a:pt x="3672363" y="3451224"/>
                  <a:pt x="3672837" y="3451520"/>
                  <a:pt x="3673074" y="3451935"/>
                </a:cubicBezTo>
                <a:lnTo>
                  <a:pt x="3683024" y="3469169"/>
                </a:lnTo>
                <a:cubicBezTo>
                  <a:pt x="3683261" y="3469643"/>
                  <a:pt x="3683261" y="3470176"/>
                  <a:pt x="3683024" y="3470590"/>
                </a:cubicBezTo>
                <a:lnTo>
                  <a:pt x="3673074" y="3487825"/>
                </a:lnTo>
                <a:cubicBezTo>
                  <a:pt x="3672837" y="3488240"/>
                  <a:pt x="3672363" y="3488536"/>
                  <a:pt x="3671889" y="3488536"/>
                </a:cubicBezTo>
                <a:lnTo>
                  <a:pt x="3651990" y="3488536"/>
                </a:lnTo>
                <a:cubicBezTo>
                  <a:pt x="3651516" y="3488536"/>
                  <a:pt x="3651042" y="3488240"/>
                  <a:pt x="3650805" y="3487825"/>
                </a:cubicBezTo>
                <a:lnTo>
                  <a:pt x="3640855" y="3470590"/>
                </a:lnTo>
                <a:cubicBezTo>
                  <a:pt x="3640619" y="3470116"/>
                  <a:pt x="3640619" y="3469584"/>
                  <a:pt x="3640855" y="3469169"/>
                </a:cubicBezTo>
                <a:lnTo>
                  <a:pt x="3650805" y="3451935"/>
                </a:lnTo>
                <a:cubicBezTo>
                  <a:pt x="3651042" y="3451520"/>
                  <a:pt x="3651516" y="3451224"/>
                  <a:pt x="3651990" y="3451224"/>
                </a:cubicBezTo>
                <a:close/>
                <a:moveTo>
                  <a:pt x="4598761" y="3451046"/>
                </a:moveTo>
                <a:lnTo>
                  <a:pt x="4618839" y="3451046"/>
                </a:lnTo>
                <a:cubicBezTo>
                  <a:pt x="4619372" y="3451046"/>
                  <a:pt x="4619846" y="3451342"/>
                  <a:pt x="4620083" y="3451757"/>
                </a:cubicBezTo>
                <a:lnTo>
                  <a:pt x="4630092" y="3469169"/>
                </a:lnTo>
                <a:cubicBezTo>
                  <a:pt x="4630329" y="3469583"/>
                  <a:pt x="4630329" y="3470176"/>
                  <a:pt x="4630092" y="3470590"/>
                </a:cubicBezTo>
                <a:lnTo>
                  <a:pt x="4620024" y="3488002"/>
                </a:lnTo>
                <a:cubicBezTo>
                  <a:pt x="4619727" y="3488417"/>
                  <a:pt x="4619254" y="3488713"/>
                  <a:pt x="4618779" y="3488713"/>
                </a:cubicBezTo>
                <a:lnTo>
                  <a:pt x="4598702" y="3488713"/>
                </a:lnTo>
                <a:cubicBezTo>
                  <a:pt x="4598169" y="3488713"/>
                  <a:pt x="4597696" y="3488417"/>
                  <a:pt x="4597459" y="3488002"/>
                </a:cubicBezTo>
                <a:lnTo>
                  <a:pt x="4587450" y="3470590"/>
                </a:lnTo>
                <a:cubicBezTo>
                  <a:pt x="4587213" y="3470176"/>
                  <a:pt x="4587213" y="3469583"/>
                  <a:pt x="4587450" y="3469169"/>
                </a:cubicBezTo>
                <a:lnTo>
                  <a:pt x="4597518" y="3451757"/>
                </a:lnTo>
                <a:cubicBezTo>
                  <a:pt x="4597814" y="3451342"/>
                  <a:pt x="4598288" y="3451046"/>
                  <a:pt x="4598761" y="3451046"/>
                </a:cubicBezTo>
                <a:close/>
                <a:moveTo>
                  <a:pt x="4531127" y="3451046"/>
                </a:moveTo>
                <a:lnTo>
                  <a:pt x="4551204" y="3451046"/>
                </a:lnTo>
                <a:cubicBezTo>
                  <a:pt x="4551737" y="3451046"/>
                  <a:pt x="4552211" y="3451342"/>
                  <a:pt x="4552448" y="3451757"/>
                </a:cubicBezTo>
                <a:lnTo>
                  <a:pt x="4562457" y="3469169"/>
                </a:lnTo>
                <a:cubicBezTo>
                  <a:pt x="4562694" y="3469583"/>
                  <a:pt x="4562694" y="3470176"/>
                  <a:pt x="4562457" y="3470590"/>
                </a:cubicBezTo>
                <a:lnTo>
                  <a:pt x="4552389" y="3488002"/>
                </a:lnTo>
                <a:cubicBezTo>
                  <a:pt x="4552092" y="3488417"/>
                  <a:pt x="4551619" y="3488713"/>
                  <a:pt x="4551145" y="3488713"/>
                </a:cubicBezTo>
                <a:lnTo>
                  <a:pt x="4531068" y="3488713"/>
                </a:lnTo>
                <a:cubicBezTo>
                  <a:pt x="4530534" y="3488713"/>
                  <a:pt x="4530061" y="3488417"/>
                  <a:pt x="4529824" y="3488002"/>
                </a:cubicBezTo>
                <a:lnTo>
                  <a:pt x="4519815" y="3470590"/>
                </a:lnTo>
                <a:cubicBezTo>
                  <a:pt x="4519578" y="3470176"/>
                  <a:pt x="4519578" y="3469583"/>
                  <a:pt x="4519815" y="3469169"/>
                </a:cubicBezTo>
                <a:lnTo>
                  <a:pt x="4529883" y="3451757"/>
                </a:lnTo>
                <a:cubicBezTo>
                  <a:pt x="4530179" y="3451342"/>
                  <a:pt x="4530653" y="3451046"/>
                  <a:pt x="4531127" y="3451046"/>
                </a:cubicBezTo>
                <a:close/>
                <a:moveTo>
                  <a:pt x="3584296" y="3451046"/>
                </a:moveTo>
                <a:lnTo>
                  <a:pt x="3604373" y="3451046"/>
                </a:lnTo>
                <a:cubicBezTo>
                  <a:pt x="3604906" y="3451046"/>
                  <a:pt x="3605380" y="3451342"/>
                  <a:pt x="3605617" y="3451757"/>
                </a:cubicBezTo>
                <a:lnTo>
                  <a:pt x="3615626" y="3469169"/>
                </a:lnTo>
                <a:cubicBezTo>
                  <a:pt x="3615863" y="3469583"/>
                  <a:pt x="3615863" y="3470176"/>
                  <a:pt x="3615626" y="3470590"/>
                </a:cubicBezTo>
                <a:lnTo>
                  <a:pt x="3605558" y="3488002"/>
                </a:lnTo>
                <a:cubicBezTo>
                  <a:pt x="3605261" y="3488417"/>
                  <a:pt x="3604788" y="3488713"/>
                  <a:pt x="3604314" y="3488713"/>
                </a:cubicBezTo>
                <a:lnTo>
                  <a:pt x="3584237" y="3488713"/>
                </a:lnTo>
                <a:cubicBezTo>
                  <a:pt x="3583703" y="3488713"/>
                  <a:pt x="3583230" y="3488417"/>
                  <a:pt x="3582993" y="3488002"/>
                </a:cubicBezTo>
                <a:lnTo>
                  <a:pt x="3572984" y="3470590"/>
                </a:lnTo>
                <a:cubicBezTo>
                  <a:pt x="3572747" y="3470176"/>
                  <a:pt x="3572747" y="3469583"/>
                  <a:pt x="3572984" y="3469169"/>
                </a:cubicBezTo>
                <a:lnTo>
                  <a:pt x="3583052" y="3451757"/>
                </a:lnTo>
                <a:cubicBezTo>
                  <a:pt x="3583348" y="3451342"/>
                  <a:pt x="3583822" y="3451046"/>
                  <a:pt x="3584296" y="3451046"/>
                </a:cubicBezTo>
                <a:close/>
                <a:moveTo>
                  <a:pt x="2569533" y="3450394"/>
                </a:moveTo>
                <a:lnTo>
                  <a:pt x="2590262" y="3450394"/>
                </a:lnTo>
                <a:cubicBezTo>
                  <a:pt x="2590736" y="3450394"/>
                  <a:pt x="2591210" y="3450631"/>
                  <a:pt x="2591506" y="3451105"/>
                </a:cubicBezTo>
                <a:lnTo>
                  <a:pt x="2601870" y="3469109"/>
                </a:lnTo>
                <a:cubicBezTo>
                  <a:pt x="2602166" y="3469583"/>
                  <a:pt x="2602166" y="3470116"/>
                  <a:pt x="2601870" y="3470590"/>
                </a:cubicBezTo>
                <a:lnTo>
                  <a:pt x="2591506" y="3488594"/>
                </a:lnTo>
                <a:cubicBezTo>
                  <a:pt x="2591269" y="3489009"/>
                  <a:pt x="2590795" y="3489305"/>
                  <a:pt x="2590262" y="3489305"/>
                </a:cubicBezTo>
                <a:lnTo>
                  <a:pt x="2569533" y="3489305"/>
                </a:lnTo>
                <a:cubicBezTo>
                  <a:pt x="2569059" y="3489305"/>
                  <a:pt x="2568585" y="3489068"/>
                  <a:pt x="2568289" y="3488594"/>
                </a:cubicBezTo>
                <a:lnTo>
                  <a:pt x="2557925" y="3470590"/>
                </a:lnTo>
                <a:cubicBezTo>
                  <a:pt x="2557629" y="3470116"/>
                  <a:pt x="2557629" y="3469583"/>
                  <a:pt x="2557925" y="3469109"/>
                </a:cubicBezTo>
                <a:lnTo>
                  <a:pt x="2568289" y="3451105"/>
                </a:lnTo>
                <a:cubicBezTo>
                  <a:pt x="2568526" y="3450690"/>
                  <a:pt x="2569000" y="3450394"/>
                  <a:pt x="2569533" y="3450394"/>
                </a:cubicBezTo>
                <a:close/>
                <a:moveTo>
                  <a:pt x="3381035" y="3450276"/>
                </a:moveTo>
                <a:lnTo>
                  <a:pt x="3401882" y="3450276"/>
                </a:lnTo>
                <a:cubicBezTo>
                  <a:pt x="3402415" y="3450276"/>
                  <a:pt x="3402889" y="3450513"/>
                  <a:pt x="3403185" y="3450987"/>
                </a:cubicBezTo>
                <a:lnTo>
                  <a:pt x="3413609" y="3469050"/>
                </a:lnTo>
                <a:cubicBezTo>
                  <a:pt x="3413905" y="3469524"/>
                  <a:pt x="3413905" y="3470057"/>
                  <a:pt x="3413609" y="3470531"/>
                </a:cubicBezTo>
                <a:lnTo>
                  <a:pt x="3403185" y="3488595"/>
                </a:lnTo>
                <a:cubicBezTo>
                  <a:pt x="3402889" y="3489009"/>
                  <a:pt x="3402415" y="3489305"/>
                  <a:pt x="3401882" y="3489305"/>
                </a:cubicBezTo>
                <a:lnTo>
                  <a:pt x="3381035" y="3489305"/>
                </a:lnTo>
                <a:cubicBezTo>
                  <a:pt x="3380502" y="3489305"/>
                  <a:pt x="3380028" y="3489068"/>
                  <a:pt x="3379732" y="3488595"/>
                </a:cubicBezTo>
                <a:lnTo>
                  <a:pt x="3369308" y="3470531"/>
                </a:lnTo>
                <a:cubicBezTo>
                  <a:pt x="3369012" y="3470057"/>
                  <a:pt x="3369012" y="3469524"/>
                  <a:pt x="3369308" y="3469050"/>
                </a:cubicBezTo>
                <a:lnTo>
                  <a:pt x="3379732" y="3450987"/>
                </a:lnTo>
                <a:cubicBezTo>
                  <a:pt x="3380028" y="3450572"/>
                  <a:pt x="3380502" y="3450276"/>
                  <a:pt x="3381035" y="3450276"/>
                </a:cubicBezTo>
                <a:close/>
                <a:moveTo>
                  <a:pt x="3448551" y="3450098"/>
                </a:moveTo>
                <a:lnTo>
                  <a:pt x="3469636" y="3450098"/>
                </a:lnTo>
                <a:cubicBezTo>
                  <a:pt x="3470169" y="3450098"/>
                  <a:pt x="3470642" y="3450394"/>
                  <a:pt x="3470939" y="3450868"/>
                </a:cubicBezTo>
                <a:lnTo>
                  <a:pt x="3481481" y="3469109"/>
                </a:lnTo>
                <a:cubicBezTo>
                  <a:pt x="3481777" y="3469583"/>
                  <a:pt x="3481777" y="3470116"/>
                  <a:pt x="3481481" y="3470590"/>
                </a:cubicBezTo>
                <a:lnTo>
                  <a:pt x="3470939" y="3488831"/>
                </a:lnTo>
                <a:cubicBezTo>
                  <a:pt x="3470642" y="3489305"/>
                  <a:pt x="3470169" y="3489601"/>
                  <a:pt x="3469636" y="3489601"/>
                </a:cubicBezTo>
                <a:lnTo>
                  <a:pt x="3448551" y="3489601"/>
                </a:lnTo>
                <a:cubicBezTo>
                  <a:pt x="3448019" y="3489601"/>
                  <a:pt x="3447544" y="3489305"/>
                  <a:pt x="3447249" y="3488831"/>
                </a:cubicBezTo>
                <a:lnTo>
                  <a:pt x="3436706" y="3470590"/>
                </a:lnTo>
                <a:cubicBezTo>
                  <a:pt x="3436410" y="3470116"/>
                  <a:pt x="3436410" y="3469583"/>
                  <a:pt x="3436706" y="3469109"/>
                </a:cubicBezTo>
                <a:lnTo>
                  <a:pt x="3447249" y="3450868"/>
                </a:lnTo>
                <a:cubicBezTo>
                  <a:pt x="3447544" y="3450394"/>
                  <a:pt x="3448019" y="3450098"/>
                  <a:pt x="3448551" y="3450098"/>
                </a:cubicBezTo>
                <a:close/>
                <a:moveTo>
                  <a:pt x="3516069" y="3449980"/>
                </a:moveTo>
                <a:lnTo>
                  <a:pt x="3537271" y="3449980"/>
                </a:lnTo>
                <a:cubicBezTo>
                  <a:pt x="3537804" y="3449980"/>
                  <a:pt x="3538278" y="3450276"/>
                  <a:pt x="3538574" y="3450750"/>
                </a:cubicBezTo>
                <a:lnTo>
                  <a:pt x="3549175" y="3469110"/>
                </a:lnTo>
                <a:cubicBezTo>
                  <a:pt x="3549472" y="3469524"/>
                  <a:pt x="3549472" y="3470116"/>
                  <a:pt x="3549175" y="3470590"/>
                </a:cubicBezTo>
                <a:lnTo>
                  <a:pt x="3538574" y="3488950"/>
                </a:lnTo>
                <a:cubicBezTo>
                  <a:pt x="3538278" y="3489424"/>
                  <a:pt x="3537804" y="3489720"/>
                  <a:pt x="3537271" y="3489720"/>
                </a:cubicBezTo>
                <a:lnTo>
                  <a:pt x="3516069" y="3489720"/>
                </a:lnTo>
                <a:cubicBezTo>
                  <a:pt x="3515536" y="3489720"/>
                  <a:pt x="3515062" y="3489424"/>
                  <a:pt x="3514766" y="3488950"/>
                </a:cubicBezTo>
                <a:lnTo>
                  <a:pt x="3504164" y="3470590"/>
                </a:lnTo>
                <a:cubicBezTo>
                  <a:pt x="3503868" y="3470176"/>
                  <a:pt x="3503868" y="3469583"/>
                  <a:pt x="3504164" y="3469110"/>
                </a:cubicBezTo>
                <a:lnTo>
                  <a:pt x="3514766" y="3450750"/>
                </a:lnTo>
                <a:cubicBezTo>
                  <a:pt x="3515062" y="3450276"/>
                  <a:pt x="3515536" y="3449980"/>
                  <a:pt x="3516069" y="3449980"/>
                </a:cubicBezTo>
                <a:close/>
                <a:moveTo>
                  <a:pt x="4733321" y="3449802"/>
                </a:moveTo>
                <a:lnTo>
                  <a:pt x="4754761" y="3449802"/>
                </a:lnTo>
                <a:cubicBezTo>
                  <a:pt x="4755293" y="3449802"/>
                  <a:pt x="4755767" y="3450098"/>
                  <a:pt x="4756063" y="3450572"/>
                </a:cubicBezTo>
                <a:lnTo>
                  <a:pt x="4766783" y="3469109"/>
                </a:lnTo>
                <a:cubicBezTo>
                  <a:pt x="4767079" y="3469583"/>
                  <a:pt x="4767079" y="3470175"/>
                  <a:pt x="4766783" y="3470649"/>
                </a:cubicBezTo>
                <a:lnTo>
                  <a:pt x="4756063" y="3489187"/>
                </a:lnTo>
                <a:cubicBezTo>
                  <a:pt x="4755767" y="3489661"/>
                  <a:pt x="4755293" y="3489957"/>
                  <a:pt x="4754761" y="3489957"/>
                </a:cubicBezTo>
                <a:lnTo>
                  <a:pt x="4733321" y="3489957"/>
                </a:lnTo>
                <a:cubicBezTo>
                  <a:pt x="4732788" y="3489957"/>
                  <a:pt x="4732314" y="3489661"/>
                  <a:pt x="4732018" y="3489187"/>
                </a:cubicBezTo>
                <a:lnTo>
                  <a:pt x="4721298" y="3470649"/>
                </a:lnTo>
                <a:cubicBezTo>
                  <a:pt x="4721002" y="3470175"/>
                  <a:pt x="4721002" y="3469583"/>
                  <a:pt x="4721298" y="3469109"/>
                </a:cubicBezTo>
                <a:lnTo>
                  <a:pt x="4732018" y="3450572"/>
                </a:lnTo>
                <a:cubicBezTo>
                  <a:pt x="4732314" y="3450098"/>
                  <a:pt x="4732788" y="3449802"/>
                  <a:pt x="4733321" y="3449802"/>
                </a:cubicBezTo>
                <a:close/>
                <a:moveTo>
                  <a:pt x="3110199" y="3449802"/>
                </a:moveTo>
                <a:lnTo>
                  <a:pt x="3131638" y="3449802"/>
                </a:lnTo>
                <a:cubicBezTo>
                  <a:pt x="3132171" y="3449802"/>
                  <a:pt x="3132645" y="3450098"/>
                  <a:pt x="3132941" y="3450572"/>
                </a:cubicBezTo>
                <a:lnTo>
                  <a:pt x="3143661" y="3469109"/>
                </a:lnTo>
                <a:cubicBezTo>
                  <a:pt x="3143957" y="3469583"/>
                  <a:pt x="3143957" y="3470175"/>
                  <a:pt x="3143661" y="3470649"/>
                </a:cubicBezTo>
                <a:lnTo>
                  <a:pt x="3132941" y="3489187"/>
                </a:lnTo>
                <a:cubicBezTo>
                  <a:pt x="3132645" y="3489661"/>
                  <a:pt x="3132171" y="3489957"/>
                  <a:pt x="3131638" y="3489957"/>
                </a:cubicBezTo>
                <a:lnTo>
                  <a:pt x="3110199" y="3489957"/>
                </a:lnTo>
                <a:cubicBezTo>
                  <a:pt x="3109666" y="3489957"/>
                  <a:pt x="3109192" y="3489661"/>
                  <a:pt x="3108896" y="3489187"/>
                </a:cubicBezTo>
                <a:lnTo>
                  <a:pt x="3098176" y="3470649"/>
                </a:lnTo>
                <a:cubicBezTo>
                  <a:pt x="3097880" y="3470175"/>
                  <a:pt x="3097880" y="3469583"/>
                  <a:pt x="3098176" y="3469109"/>
                </a:cubicBezTo>
                <a:lnTo>
                  <a:pt x="3108896" y="3450572"/>
                </a:lnTo>
                <a:cubicBezTo>
                  <a:pt x="3109192" y="3450098"/>
                  <a:pt x="3109666" y="3449802"/>
                  <a:pt x="3110199" y="3449802"/>
                </a:cubicBezTo>
                <a:close/>
                <a:moveTo>
                  <a:pt x="4800897" y="3449565"/>
                </a:moveTo>
                <a:lnTo>
                  <a:pt x="4822514" y="3449565"/>
                </a:lnTo>
                <a:cubicBezTo>
                  <a:pt x="4823047" y="3449565"/>
                  <a:pt x="4823521" y="3449861"/>
                  <a:pt x="4823817" y="3450335"/>
                </a:cubicBezTo>
                <a:lnTo>
                  <a:pt x="4834656" y="3469050"/>
                </a:lnTo>
                <a:cubicBezTo>
                  <a:pt x="4834951" y="3469524"/>
                  <a:pt x="4834951" y="3470116"/>
                  <a:pt x="4834656" y="3470590"/>
                </a:cubicBezTo>
                <a:lnTo>
                  <a:pt x="4823817" y="3489305"/>
                </a:lnTo>
                <a:cubicBezTo>
                  <a:pt x="4823581" y="3489779"/>
                  <a:pt x="4823047" y="3490075"/>
                  <a:pt x="4822514" y="3490075"/>
                </a:cubicBezTo>
                <a:lnTo>
                  <a:pt x="4800897" y="3490075"/>
                </a:lnTo>
                <a:cubicBezTo>
                  <a:pt x="4800364" y="3490075"/>
                  <a:pt x="4799891" y="3489779"/>
                  <a:pt x="4799594" y="3489305"/>
                </a:cubicBezTo>
                <a:lnTo>
                  <a:pt x="4788756" y="3470590"/>
                </a:lnTo>
                <a:cubicBezTo>
                  <a:pt x="4788460" y="3470116"/>
                  <a:pt x="4788460" y="3469524"/>
                  <a:pt x="4788756" y="3469050"/>
                </a:cubicBezTo>
                <a:lnTo>
                  <a:pt x="4799594" y="3450335"/>
                </a:lnTo>
                <a:cubicBezTo>
                  <a:pt x="4799831" y="3449861"/>
                  <a:pt x="4800364" y="3449565"/>
                  <a:pt x="4800897" y="3449565"/>
                </a:cubicBezTo>
                <a:close/>
                <a:moveTo>
                  <a:pt x="3245350" y="3449565"/>
                </a:moveTo>
                <a:lnTo>
                  <a:pt x="3266967" y="3449565"/>
                </a:lnTo>
                <a:cubicBezTo>
                  <a:pt x="3267501" y="3449565"/>
                  <a:pt x="3267974" y="3449861"/>
                  <a:pt x="3268271" y="3450335"/>
                </a:cubicBezTo>
                <a:lnTo>
                  <a:pt x="3279109" y="3469050"/>
                </a:lnTo>
                <a:cubicBezTo>
                  <a:pt x="3279404" y="3469524"/>
                  <a:pt x="3279404" y="3470116"/>
                  <a:pt x="3279109" y="3470590"/>
                </a:cubicBezTo>
                <a:lnTo>
                  <a:pt x="3268271" y="3489305"/>
                </a:lnTo>
                <a:cubicBezTo>
                  <a:pt x="3268034" y="3489779"/>
                  <a:pt x="3267501" y="3490075"/>
                  <a:pt x="3266967" y="3490075"/>
                </a:cubicBezTo>
                <a:lnTo>
                  <a:pt x="3245350" y="3490075"/>
                </a:lnTo>
                <a:cubicBezTo>
                  <a:pt x="3244817" y="3490075"/>
                  <a:pt x="3244344" y="3489779"/>
                  <a:pt x="3244047" y="3489305"/>
                </a:cubicBezTo>
                <a:lnTo>
                  <a:pt x="3233209" y="3470590"/>
                </a:lnTo>
                <a:cubicBezTo>
                  <a:pt x="3232913" y="3470116"/>
                  <a:pt x="3232913" y="3469524"/>
                  <a:pt x="3233209" y="3469050"/>
                </a:cubicBezTo>
                <a:lnTo>
                  <a:pt x="3244047" y="3450335"/>
                </a:lnTo>
                <a:cubicBezTo>
                  <a:pt x="3244284" y="3449861"/>
                  <a:pt x="3244817" y="3449565"/>
                  <a:pt x="3245350" y="3449565"/>
                </a:cubicBezTo>
                <a:close/>
                <a:moveTo>
                  <a:pt x="4665567" y="3449506"/>
                </a:moveTo>
                <a:lnTo>
                  <a:pt x="4687303" y="3449506"/>
                </a:lnTo>
                <a:cubicBezTo>
                  <a:pt x="4687836" y="3449506"/>
                  <a:pt x="4688310" y="3449802"/>
                  <a:pt x="4688606" y="3450276"/>
                </a:cubicBezTo>
                <a:lnTo>
                  <a:pt x="4699444" y="3469109"/>
                </a:lnTo>
                <a:cubicBezTo>
                  <a:pt x="4699740" y="3469583"/>
                  <a:pt x="4699740" y="3470176"/>
                  <a:pt x="4699444" y="3470649"/>
                </a:cubicBezTo>
                <a:lnTo>
                  <a:pt x="4688547" y="3489483"/>
                </a:lnTo>
                <a:cubicBezTo>
                  <a:pt x="4688310" y="3489957"/>
                  <a:pt x="4687777" y="3490253"/>
                  <a:pt x="4687244" y="3490253"/>
                </a:cubicBezTo>
                <a:lnTo>
                  <a:pt x="4665508" y="3490253"/>
                </a:lnTo>
                <a:cubicBezTo>
                  <a:pt x="4664975" y="3490253"/>
                  <a:pt x="4664502" y="3489957"/>
                  <a:pt x="4664205" y="3489483"/>
                </a:cubicBezTo>
                <a:lnTo>
                  <a:pt x="4653367" y="3470649"/>
                </a:lnTo>
                <a:cubicBezTo>
                  <a:pt x="4653071" y="3470176"/>
                  <a:pt x="4653071" y="3469583"/>
                  <a:pt x="4653367" y="3469109"/>
                </a:cubicBezTo>
                <a:lnTo>
                  <a:pt x="4664265" y="3450276"/>
                </a:lnTo>
                <a:cubicBezTo>
                  <a:pt x="4664502" y="3449802"/>
                  <a:pt x="4665034" y="3449506"/>
                  <a:pt x="4665567" y="3449506"/>
                </a:cubicBezTo>
                <a:close/>
                <a:moveTo>
                  <a:pt x="3312926" y="3449506"/>
                </a:moveTo>
                <a:lnTo>
                  <a:pt x="3334662" y="3449506"/>
                </a:lnTo>
                <a:cubicBezTo>
                  <a:pt x="3335195" y="3449506"/>
                  <a:pt x="3335669" y="3449802"/>
                  <a:pt x="3335965" y="3450276"/>
                </a:cubicBezTo>
                <a:lnTo>
                  <a:pt x="3346803" y="3469109"/>
                </a:lnTo>
                <a:cubicBezTo>
                  <a:pt x="3347099" y="3469583"/>
                  <a:pt x="3347099" y="3470176"/>
                  <a:pt x="3346803" y="3470649"/>
                </a:cubicBezTo>
                <a:lnTo>
                  <a:pt x="3335906" y="3489483"/>
                </a:lnTo>
                <a:cubicBezTo>
                  <a:pt x="3335669" y="3489957"/>
                  <a:pt x="3335136" y="3490253"/>
                  <a:pt x="3334603" y="3490253"/>
                </a:cubicBezTo>
                <a:lnTo>
                  <a:pt x="3312867" y="3490253"/>
                </a:lnTo>
                <a:cubicBezTo>
                  <a:pt x="3312334" y="3490253"/>
                  <a:pt x="3311861" y="3489957"/>
                  <a:pt x="3311564" y="3489483"/>
                </a:cubicBezTo>
                <a:lnTo>
                  <a:pt x="3300726" y="3470649"/>
                </a:lnTo>
                <a:cubicBezTo>
                  <a:pt x="3300430" y="3470176"/>
                  <a:pt x="3300430" y="3469583"/>
                  <a:pt x="3300726" y="3469109"/>
                </a:cubicBezTo>
                <a:lnTo>
                  <a:pt x="3311624" y="3450276"/>
                </a:lnTo>
                <a:cubicBezTo>
                  <a:pt x="3311861" y="3449802"/>
                  <a:pt x="3312393" y="3449506"/>
                  <a:pt x="3312926" y="3449506"/>
                </a:cubicBezTo>
                <a:close/>
                <a:moveTo>
                  <a:pt x="2636516" y="3449269"/>
                </a:moveTo>
                <a:lnTo>
                  <a:pt x="2658489" y="3449269"/>
                </a:lnTo>
                <a:cubicBezTo>
                  <a:pt x="2659081" y="3449269"/>
                  <a:pt x="2659555" y="3449565"/>
                  <a:pt x="2659851" y="3450039"/>
                </a:cubicBezTo>
                <a:lnTo>
                  <a:pt x="2670807" y="3469050"/>
                </a:lnTo>
                <a:cubicBezTo>
                  <a:pt x="2671103" y="3469524"/>
                  <a:pt x="2671103" y="3470116"/>
                  <a:pt x="2670807" y="3470590"/>
                </a:cubicBezTo>
                <a:lnTo>
                  <a:pt x="2659792" y="3489601"/>
                </a:lnTo>
                <a:cubicBezTo>
                  <a:pt x="2659496" y="3490075"/>
                  <a:pt x="2658962" y="3490371"/>
                  <a:pt x="2658430" y="3490371"/>
                </a:cubicBezTo>
                <a:lnTo>
                  <a:pt x="2636457" y="3490371"/>
                </a:lnTo>
                <a:cubicBezTo>
                  <a:pt x="2635865" y="3490371"/>
                  <a:pt x="2635391" y="3490075"/>
                  <a:pt x="2635095" y="3489601"/>
                </a:cubicBezTo>
                <a:lnTo>
                  <a:pt x="2624138" y="3470590"/>
                </a:lnTo>
                <a:cubicBezTo>
                  <a:pt x="2623842" y="3470116"/>
                  <a:pt x="2623842" y="3469524"/>
                  <a:pt x="2624138" y="3469050"/>
                </a:cubicBezTo>
                <a:lnTo>
                  <a:pt x="2635154" y="3450039"/>
                </a:lnTo>
                <a:cubicBezTo>
                  <a:pt x="2635450" y="3449565"/>
                  <a:pt x="2635983" y="3449269"/>
                  <a:pt x="2636516" y="3449269"/>
                </a:cubicBezTo>
                <a:close/>
                <a:moveTo>
                  <a:pt x="3042209" y="3449150"/>
                </a:moveTo>
                <a:lnTo>
                  <a:pt x="3064299" y="3449150"/>
                </a:lnTo>
                <a:cubicBezTo>
                  <a:pt x="3064891" y="3449150"/>
                  <a:pt x="3065365" y="3449446"/>
                  <a:pt x="3065661" y="3449920"/>
                </a:cubicBezTo>
                <a:lnTo>
                  <a:pt x="3076678" y="3469050"/>
                </a:lnTo>
                <a:cubicBezTo>
                  <a:pt x="3076974" y="3469523"/>
                  <a:pt x="3076974" y="3470116"/>
                  <a:pt x="3076678" y="3470589"/>
                </a:cubicBezTo>
                <a:lnTo>
                  <a:pt x="3065603" y="3489719"/>
                </a:lnTo>
                <a:cubicBezTo>
                  <a:pt x="3065306" y="3490193"/>
                  <a:pt x="3064773" y="3490489"/>
                  <a:pt x="3064240" y="3490489"/>
                </a:cubicBezTo>
                <a:lnTo>
                  <a:pt x="3042149" y="3490489"/>
                </a:lnTo>
                <a:cubicBezTo>
                  <a:pt x="3041557" y="3490489"/>
                  <a:pt x="3041083" y="3490193"/>
                  <a:pt x="3040787" y="3489719"/>
                </a:cubicBezTo>
                <a:lnTo>
                  <a:pt x="3029771" y="3470589"/>
                </a:lnTo>
                <a:cubicBezTo>
                  <a:pt x="3029475" y="3470116"/>
                  <a:pt x="3029475" y="3469523"/>
                  <a:pt x="3029771" y="3469050"/>
                </a:cubicBezTo>
                <a:lnTo>
                  <a:pt x="3040846" y="3449920"/>
                </a:lnTo>
                <a:cubicBezTo>
                  <a:pt x="3041143" y="3449446"/>
                  <a:pt x="3041675" y="3449150"/>
                  <a:pt x="3042209" y="3449150"/>
                </a:cubicBezTo>
                <a:close/>
                <a:moveTo>
                  <a:pt x="4868117" y="3448854"/>
                </a:moveTo>
                <a:lnTo>
                  <a:pt x="4890505" y="3448854"/>
                </a:lnTo>
                <a:cubicBezTo>
                  <a:pt x="4891038" y="3448854"/>
                  <a:pt x="4891571" y="3449150"/>
                  <a:pt x="4891867" y="3449624"/>
                </a:cubicBezTo>
                <a:lnTo>
                  <a:pt x="4903060" y="3469050"/>
                </a:lnTo>
                <a:cubicBezTo>
                  <a:pt x="4903357" y="3469524"/>
                  <a:pt x="4903357" y="3470175"/>
                  <a:pt x="4903060" y="3470649"/>
                </a:cubicBezTo>
                <a:lnTo>
                  <a:pt x="4891867" y="3490075"/>
                </a:lnTo>
                <a:cubicBezTo>
                  <a:pt x="4891571" y="3490548"/>
                  <a:pt x="4891038" y="3490844"/>
                  <a:pt x="4890505" y="3490844"/>
                </a:cubicBezTo>
                <a:lnTo>
                  <a:pt x="4868117" y="3490844"/>
                </a:lnTo>
                <a:cubicBezTo>
                  <a:pt x="4867585" y="3490844"/>
                  <a:pt x="4867052" y="3490548"/>
                  <a:pt x="4866755" y="3490075"/>
                </a:cubicBezTo>
                <a:lnTo>
                  <a:pt x="4855562" y="3470649"/>
                </a:lnTo>
                <a:cubicBezTo>
                  <a:pt x="4855266" y="3470175"/>
                  <a:pt x="4855266" y="3469524"/>
                  <a:pt x="4855562" y="3469050"/>
                </a:cubicBezTo>
                <a:lnTo>
                  <a:pt x="4866755" y="3449624"/>
                </a:lnTo>
                <a:cubicBezTo>
                  <a:pt x="4867052" y="3449150"/>
                  <a:pt x="4867585" y="3448854"/>
                  <a:pt x="4868117" y="3448854"/>
                </a:cubicBezTo>
                <a:close/>
                <a:moveTo>
                  <a:pt x="3177301" y="3448736"/>
                </a:moveTo>
                <a:lnTo>
                  <a:pt x="3199807" y="3448736"/>
                </a:lnTo>
                <a:cubicBezTo>
                  <a:pt x="3200339" y="3448736"/>
                  <a:pt x="3200873" y="3449032"/>
                  <a:pt x="3201169" y="3449506"/>
                </a:cubicBezTo>
                <a:lnTo>
                  <a:pt x="3212422" y="3468991"/>
                </a:lnTo>
                <a:cubicBezTo>
                  <a:pt x="3212718" y="3469465"/>
                  <a:pt x="3212718" y="3470116"/>
                  <a:pt x="3212422" y="3470590"/>
                </a:cubicBezTo>
                <a:lnTo>
                  <a:pt x="3201169" y="3490075"/>
                </a:lnTo>
                <a:cubicBezTo>
                  <a:pt x="3200873" y="3490549"/>
                  <a:pt x="3200339" y="3490845"/>
                  <a:pt x="3199807" y="3490845"/>
                </a:cubicBezTo>
                <a:lnTo>
                  <a:pt x="3177301" y="3490845"/>
                </a:lnTo>
                <a:cubicBezTo>
                  <a:pt x="3176768" y="3490845"/>
                  <a:pt x="3176235" y="3490549"/>
                  <a:pt x="3175939" y="3490075"/>
                </a:cubicBezTo>
                <a:lnTo>
                  <a:pt x="3164686" y="3470590"/>
                </a:lnTo>
                <a:cubicBezTo>
                  <a:pt x="3164390" y="3470116"/>
                  <a:pt x="3164390" y="3469465"/>
                  <a:pt x="3164686" y="3468991"/>
                </a:cubicBezTo>
                <a:lnTo>
                  <a:pt x="3175939" y="3449506"/>
                </a:lnTo>
                <a:cubicBezTo>
                  <a:pt x="3176235" y="3449032"/>
                  <a:pt x="3176768" y="3448736"/>
                  <a:pt x="3177301" y="3448736"/>
                </a:cubicBezTo>
                <a:close/>
                <a:moveTo>
                  <a:pt x="2703855" y="3448736"/>
                </a:moveTo>
                <a:lnTo>
                  <a:pt x="2726360" y="3448736"/>
                </a:lnTo>
                <a:cubicBezTo>
                  <a:pt x="2726894" y="3448736"/>
                  <a:pt x="2727426" y="3449032"/>
                  <a:pt x="2727723" y="3449506"/>
                </a:cubicBezTo>
                <a:lnTo>
                  <a:pt x="2738975" y="3468991"/>
                </a:lnTo>
                <a:cubicBezTo>
                  <a:pt x="2739272" y="3469465"/>
                  <a:pt x="2739272" y="3470116"/>
                  <a:pt x="2738975" y="3470590"/>
                </a:cubicBezTo>
                <a:lnTo>
                  <a:pt x="2727723" y="3490075"/>
                </a:lnTo>
                <a:cubicBezTo>
                  <a:pt x="2727426" y="3490549"/>
                  <a:pt x="2726894" y="3490845"/>
                  <a:pt x="2726360" y="3490845"/>
                </a:cubicBezTo>
                <a:lnTo>
                  <a:pt x="2703855" y="3490845"/>
                </a:lnTo>
                <a:cubicBezTo>
                  <a:pt x="2703322" y="3490845"/>
                  <a:pt x="2702789" y="3490549"/>
                  <a:pt x="2702493" y="3490075"/>
                </a:cubicBezTo>
                <a:lnTo>
                  <a:pt x="2691240" y="3470590"/>
                </a:lnTo>
                <a:cubicBezTo>
                  <a:pt x="2690944" y="3470116"/>
                  <a:pt x="2690944" y="3469465"/>
                  <a:pt x="2691240" y="3468991"/>
                </a:cubicBezTo>
                <a:lnTo>
                  <a:pt x="2702493" y="3449506"/>
                </a:lnTo>
                <a:cubicBezTo>
                  <a:pt x="2702789" y="3449032"/>
                  <a:pt x="2703322" y="3448736"/>
                  <a:pt x="2703855" y="3448736"/>
                </a:cubicBezTo>
                <a:close/>
                <a:moveTo>
                  <a:pt x="5003270" y="3448677"/>
                </a:moveTo>
                <a:lnTo>
                  <a:pt x="5025893" y="3448677"/>
                </a:lnTo>
                <a:cubicBezTo>
                  <a:pt x="5026427" y="3448677"/>
                  <a:pt x="5026960" y="3449032"/>
                  <a:pt x="5027256" y="3449506"/>
                </a:cubicBezTo>
                <a:lnTo>
                  <a:pt x="5038567" y="3469110"/>
                </a:lnTo>
                <a:cubicBezTo>
                  <a:pt x="5038864" y="3469584"/>
                  <a:pt x="5038864" y="3470235"/>
                  <a:pt x="5038567" y="3470709"/>
                </a:cubicBezTo>
                <a:lnTo>
                  <a:pt x="5027256" y="3490312"/>
                </a:lnTo>
                <a:cubicBezTo>
                  <a:pt x="5026960" y="3490845"/>
                  <a:pt x="5026486" y="3491142"/>
                  <a:pt x="5025893" y="3491142"/>
                </a:cubicBezTo>
                <a:lnTo>
                  <a:pt x="5003270" y="3491142"/>
                </a:lnTo>
                <a:cubicBezTo>
                  <a:pt x="5002737" y="3491142"/>
                  <a:pt x="5002203" y="3490786"/>
                  <a:pt x="5001908" y="3490312"/>
                </a:cubicBezTo>
                <a:lnTo>
                  <a:pt x="4990595" y="3470709"/>
                </a:lnTo>
                <a:cubicBezTo>
                  <a:pt x="4990299" y="3470235"/>
                  <a:pt x="4990299" y="3469584"/>
                  <a:pt x="4990595" y="3469110"/>
                </a:cubicBezTo>
                <a:lnTo>
                  <a:pt x="5001908" y="3449506"/>
                </a:lnTo>
                <a:cubicBezTo>
                  <a:pt x="5002203" y="3448973"/>
                  <a:pt x="5002677" y="3448677"/>
                  <a:pt x="5003270" y="3448677"/>
                </a:cubicBezTo>
                <a:close/>
                <a:moveTo>
                  <a:pt x="4935634" y="3448677"/>
                </a:moveTo>
                <a:lnTo>
                  <a:pt x="4958258" y="3448677"/>
                </a:lnTo>
                <a:cubicBezTo>
                  <a:pt x="4958791" y="3448677"/>
                  <a:pt x="4959324" y="3449032"/>
                  <a:pt x="4959620" y="3449506"/>
                </a:cubicBezTo>
                <a:lnTo>
                  <a:pt x="4970933" y="3469110"/>
                </a:lnTo>
                <a:cubicBezTo>
                  <a:pt x="4971228" y="3469584"/>
                  <a:pt x="4971228" y="3470235"/>
                  <a:pt x="4970933" y="3470709"/>
                </a:cubicBezTo>
                <a:lnTo>
                  <a:pt x="4959620" y="3490312"/>
                </a:lnTo>
                <a:cubicBezTo>
                  <a:pt x="4959324" y="3490845"/>
                  <a:pt x="4958851" y="3491142"/>
                  <a:pt x="4958258" y="3491142"/>
                </a:cubicBezTo>
                <a:lnTo>
                  <a:pt x="4935634" y="3491142"/>
                </a:lnTo>
                <a:cubicBezTo>
                  <a:pt x="4935101" y="3491142"/>
                  <a:pt x="4934568" y="3490786"/>
                  <a:pt x="4934272" y="3490312"/>
                </a:cubicBezTo>
                <a:lnTo>
                  <a:pt x="4922960" y="3470709"/>
                </a:lnTo>
                <a:cubicBezTo>
                  <a:pt x="4922664" y="3470235"/>
                  <a:pt x="4922664" y="3469584"/>
                  <a:pt x="4922960" y="3469110"/>
                </a:cubicBezTo>
                <a:lnTo>
                  <a:pt x="4934272" y="3449506"/>
                </a:lnTo>
                <a:cubicBezTo>
                  <a:pt x="4934568" y="3448973"/>
                  <a:pt x="4935042" y="3448677"/>
                  <a:pt x="4935634" y="3448677"/>
                </a:cubicBezTo>
                <a:close/>
                <a:moveTo>
                  <a:pt x="2839007" y="3448558"/>
                </a:moveTo>
                <a:lnTo>
                  <a:pt x="2861749" y="3448558"/>
                </a:lnTo>
                <a:cubicBezTo>
                  <a:pt x="2862282" y="3448558"/>
                  <a:pt x="2862815" y="3448913"/>
                  <a:pt x="2863111" y="3449387"/>
                </a:cubicBezTo>
                <a:lnTo>
                  <a:pt x="2874482" y="3469109"/>
                </a:lnTo>
                <a:cubicBezTo>
                  <a:pt x="2874778" y="3469583"/>
                  <a:pt x="2874778" y="3470234"/>
                  <a:pt x="2874482" y="3470708"/>
                </a:cubicBezTo>
                <a:lnTo>
                  <a:pt x="2863111" y="3490430"/>
                </a:lnTo>
                <a:cubicBezTo>
                  <a:pt x="2862874" y="3490963"/>
                  <a:pt x="2862341" y="3491259"/>
                  <a:pt x="2861749" y="3491259"/>
                </a:cubicBezTo>
                <a:lnTo>
                  <a:pt x="2839007" y="3491259"/>
                </a:lnTo>
                <a:cubicBezTo>
                  <a:pt x="2838473" y="3491259"/>
                  <a:pt x="2837941" y="3490904"/>
                  <a:pt x="2837644" y="3490430"/>
                </a:cubicBezTo>
                <a:lnTo>
                  <a:pt x="2826273" y="3470708"/>
                </a:lnTo>
                <a:cubicBezTo>
                  <a:pt x="2825977" y="3470234"/>
                  <a:pt x="2825977" y="3469583"/>
                  <a:pt x="2826273" y="3469109"/>
                </a:cubicBezTo>
                <a:lnTo>
                  <a:pt x="2837644" y="3449387"/>
                </a:lnTo>
                <a:cubicBezTo>
                  <a:pt x="2837881" y="3448854"/>
                  <a:pt x="2838414" y="3448558"/>
                  <a:pt x="2839007" y="3448558"/>
                </a:cubicBezTo>
                <a:close/>
                <a:moveTo>
                  <a:pt x="2974218" y="3448440"/>
                </a:moveTo>
                <a:lnTo>
                  <a:pt x="2997079" y="3448440"/>
                </a:lnTo>
                <a:cubicBezTo>
                  <a:pt x="2997671" y="3448440"/>
                  <a:pt x="2998204" y="3448795"/>
                  <a:pt x="2998500" y="3449269"/>
                </a:cubicBezTo>
                <a:lnTo>
                  <a:pt x="3009931" y="3469050"/>
                </a:lnTo>
                <a:cubicBezTo>
                  <a:pt x="3010227" y="3469524"/>
                  <a:pt x="3010227" y="3470176"/>
                  <a:pt x="3009931" y="3470649"/>
                </a:cubicBezTo>
                <a:lnTo>
                  <a:pt x="2998500" y="3490431"/>
                </a:lnTo>
                <a:cubicBezTo>
                  <a:pt x="2998204" y="3490964"/>
                  <a:pt x="2997671" y="3491260"/>
                  <a:pt x="2997079" y="3491260"/>
                </a:cubicBezTo>
                <a:lnTo>
                  <a:pt x="2974218" y="3491260"/>
                </a:lnTo>
                <a:cubicBezTo>
                  <a:pt x="2973626" y="3491260"/>
                  <a:pt x="2973092" y="3490904"/>
                  <a:pt x="2972796" y="3490431"/>
                </a:cubicBezTo>
                <a:lnTo>
                  <a:pt x="2961366" y="3470649"/>
                </a:lnTo>
                <a:cubicBezTo>
                  <a:pt x="2961070" y="3470176"/>
                  <a:pt x="2961070" y="3469524"/>
                  <a:pt x="2961366" y="3469050"/>
                </a:cubicBezTo>
                <a:lnTo>
                  <a:pt x="2972796" y="3449269"/>
                </a:lnTo>
                <a:cubicBezTo>
                  <a:pt x="2973092" y="3448736"/>
                  <a:pt x="2973626" y="3448440"/>
                  <a:pt x="2974218" y="3448440"/>
                </a:cubicBezTo>
                <a:close/>
                <a:moveTo>
                  <a:pt x="2771194" y="3448262"/>
                </a:moveTo>
                <a:lnTo>
                  <a:pt x="2794292" y="3448262"/>
                </a:lnTo>
                <a:cubicBezTo>
                  <a:pt x="2794884" y="3448262"/>
                  <a:pt x="2795417" y="3448617"/>
                  <a:pt x="2795714" y="3449091"/>
                </a:cubicBezTo>
                <a:lnTo>
                  <a:pt x="2807262" y="3469050"/>
                </a:lnTo>
                <a:cubicBezTo>
                  <a:pt x="2807559" y="3469583"/>
                  <a:pt x="2807559" y="3470234"/>
                  <a:pt x="2807262" y="3470708"/>
                </a:cubicBezTo>
                <a:lnTo>
                  <a:pt x="2795714" y="3490667"/>
                </a:lnTo>
                <a:cubicBezTo>
                  <a:pt x="2795417" y="3491200"/>
                  <a:pt x="2794884" y="3491496"/>
                  <a:pt x="2794292" y="3491496"/>
                </a:cubicBezTo>
                <a:lnTo>
                  <a:pt x="2771194" y="3491496"/>
                </a:lnTo>
                <a:cubicBezTo>
                  <a:pt x="2770602" y="3491496"/>
                  <a:pt x="2770069" y="3491141"/>
                  <a:pt x="2769773" y="3490667"/>
                </a:cubicBezTo>
                <a:lnTo>
                  <a:pt x="2758224" y="3470708"/>
                </a:lnTo>
                <a:cubicBezTo>
                  <a:pt x="2757928" y="3470175"/>
                  <a:pt x="2757928" y="3469524"/>
                  <a:pt x="2758224" y="3469050"/>
                </a:cubicBezTo>
                <a:lnTo>
                  <a:pt x="2769773" y="3449091"/>
                </a:lnTo>
                <a:cubicBezTo>
                  <a:pt x="2770069" y="3448558"/>
                  <a:pt x="2770602" y="3448262"/>
                  <a:pt x="2771194" y="3448262"/>
                </a:cubicBezTo>
                <a:close/>
                <a:moveTo>
                  <a:pt x="2905695" y="3446782"/>
                </a:moveTo>
                <a:lnTo>
                  <a:pt x="2930332" y="3446782"/>
                </a:lnTo>
                <a:cubicBezTo>
                  <a:pt x="2930924" y="3446782"/>
                  <a:pt x="2931517" y="3447137"/>
                  <a:pt x="2931813" y="3447670"/>
                </a:cubicBezTo>
                <a:lnTo>
                  <a:pt x="2944132" y="3468991"/>
                </a:lnTo>
                <a:cubicBezTo>
                  <a:pt x="2944428" y="3469524"/>
                  <a:pt x="2944428" y="3470176"/>
                  <a:pt x="2944132" y="3470709"/>
                </a:cubicBezTo>
                <a:lnTo>
                  <a:pt x="2931813" y="3492030"/>
                </a:lnTo>
                <a:cubicBezTo>
                  <a:pt x="2931517" y="3492563"/>
                  <a:pt x="2930924" y="3492918"/>
                  <a:pt x="2930332" y="3492918"/>
                </a:cubicBezTo>
                <a:lnTo>
                  <a:pt x="2905695" y="3492918"/>
                </a:lnTo>
                <a:cubicBezTo>
                  <a:pt x="2905102" y="3492918"/>
                  <a:pt x="2904510" y="3492563"/>
                  <a:pt x="2904214" y="3492030"/>
                </a:cubicBezTo>
                <a:lnTo>
                  <a:pt x="2891895" y="3470709"/>
                </a:lnTo>
                <a:cubicBezTo>
                  <a:pt x="2891599" y="3470176"/>
                  <a:pt x="2891599" y="3469524"/>
                  <a:pt x="2891895" y="3468991"/>
                </a:cubicBezTo>
                <a:lnTo>
                  <a:pt x="2904214" y="3447670"/>
                </a:lnTo>
                <a:cubicBezTo>
                  <a:pt x="2904510" y="3447137"/>
                  <a:pt x="2905102" y="3446782"/>
                  <a:pt x="2905695" y="3446782"/>
                </a:cubicBezTo>
                <a:close/>
                <a:moveTo>
                  <a:pt x="4126976" y="3395492"/>
                </a:moveTo>
                <a:lnTo>
                  <a:pt x="4143736" y="3395492"/>
                </a:lnTo>
                <a:cubicBezTo>
                  <a:pt x="4144150" y="3395492"/>
                  <a:pt x="4144506" y="3395729"/>
                  <a:pt x="4144743" y="3396084"/>
                </a:cubicBezTo>
                <a:lnTo>
                  <a:pt x="4153153" y="3410594"/>
                </a:lnTo>
                <a:cubicBezTo>
                  <a:pt x="4153390" y="3410950"/>
                  <a:pt x="4153390" y="3411424"/>
                  <a:pt x="4153153" y="3411779"/>
                </a:cubicBezTo>
                <a:lnTo>
                  <a:pt x="4144743" y="3426289"/>
                </a:lnTo>
                <a:cubicBezTo>
                  <a:pt x="4144565" y="3426644"/>
                  <a:pt x="4144150" y="3426881"/>
                  <a:pt x="4143736" y="3426881"/>
                </a:cubicBezTo>
                <a:lnTo>
                  <a:pt x="4126976" y="3426881"/>
                </a:lnTo>
                <a:cubicBezTo>
                  <a:pt x="4126561" y="3426881"/>
                  <a:pt x="4126206" y="3426644"/>
                  <a:pt x="4125969" y="3426289"/>
                </a:cubicBezTo>
                <a:lnTo>
                  <a:pt x="4117558" y="3411779"/>
                </a:lnTo>
                <a:cubicBezTo>
                  <a:pt x="4117322" y="3411424"/>
                  <a:pt x="4117322" y="3410950"/>
                  <a:pt x="4117558" y="3410594"/>
                </a:cubicBezTo>
                <a:lnTo>
                  <a:pt x="4125969" y="3396084"/>
                </a:lnTo>
                <a:cubicBezTo>
                  <a:pt x="4126146" y="3395729"/>
                  <a:pt x="4126561" y="3395492"/>
                  <a:pt x="4126976" y="3395492"/>
                </a:cubicBezTo>
                <a:close/>
                <a:moveTo>
                  <a:pt x="4329703" y="3395196"/>
                </a:moveTo>
                <a:lnTo>
                  <a:pt x="4346819" y="3395196"/>
                </a:lnTo>
                <a:cubicBezTo>
                  <a:pt x="4347292" y="3395196"/>
                  <a:pt x="4347648" y="3395433"/>
                  <a:pt x="4347884" y="3395788"/>
                </a:cubicBezTo>
                <a:lnTo>
                  <a:pt x="4356413" y="3410594"/>
                </a:lnTo>
                <a:cubicBezTo>
                  <a:pt x="4356650" y="3410950"/>
                  <a:pt x="4356650" y="3411424"/>
                  <a:pt x="4356413" y="3411779"/>
                </a:cubicBezTo>
                <a:lnTo>
                  <a:pt x="4347825" y="3426585"/>
                </a:lnTo>
                <a:cubicBezTo>
                  <a:pt x="4347589" y="3426941"/>
                  <a:pt x="4347174" y="3427177"/>
                  <a:pt x="4346759" y="3427177"/>
                </a:cubicBezTo>
                <a:lnTo>
                  <a:pt x="4329643" y="3427177"/>
                </a:lnTo>
                <a:cubicBezTo>
                  <a:pt x="4329169" y="3427177"/>
                  <a:pt x="4328814" y="3426941"/>
                  <a:pt x="4328577" y="3426585"/>
                </a:cubicBezTo>
                <a:lnTo>
                  <a:pt x="4320049" y="3411779"/>
                </a:lnTo>
                <a:cubicBezTo>
                  <a:pt x="4319812" y="3411424"/>
                  <a:pt x="4319812" y="3410950"/>
                  <a:pt x="4320049" y="3410594"/>
                </a:cubicBezTo>
                <a:lnTo>
                  <a:pt x="4328636" y="3395788"/>
                </a:lnTo>
                <a:cubicBezTo>
                  <a:pt x="4328873" y="3395433"/>
                  <a:pt x="4329288" y="3395196"/>
                  <a:pt x="4329703" y="3395196"/>
                </a:cubicBezTo>
                <a:close/>
                <a:moveTo>
                  <a:pt x="4059162" y="3395196"/>
                </a:moveTo>
                <a:lnTo>
                  <a:pt x="4076278" y="3395196"/>
                </a:lnTo>
                <a:cubicBezTo>
                  <a:pt x="4076752" y="3395196"/>
                  <a:pt x="4077107" y="3395433"/>
                  <a:pt x="4077345" y="3395788"/>
                </a:cubicBezTo>
                <a:lnTo>
                  <a:pt x="4085873" y="3410594"/>
                </a:lnTo>
                <a:cubicBezTo>
                  <a:pt x="4086110" y="3410950"/>
                  <a:pt x="4086110" y="3411424"/>
                  <a:pt x="4085873" y="3411779"/>
                </a:cubicBezTo>
                <a:lnTo>
                  <a:pt x="4077285" y="3426585"/>
                </a:lnTo>
                <a:cubicBezTo>
                  <a:pt x="4077048" y="3426941"/>
                  <a:pt x="4076634" y="3427177"/>
                  <a:pt x="4076219" y="3427177"/>
                </a:cubicBezTo>
                <a:lnTo>
                  <a:pt x="4059103" y="3427177"/>
                </a:lnTo>
                <a:cubicBezTo>
                  <a:pt x="4058629" y="3427177"/>
                  <a:pt x="4058274" y="3426941"/>
                  <a:pt x="4058037" y="3426585"/>
                </a:cubicBezTo>
                <a:lnTo>
                  <a:pt x="4049508" y="3411779"/>
                </a:lnTo>
                <a:cubicBezTo>
                  <a:pt x="4049272" y="3411424"/>
                  <a:pt x="4049272" y="3410950"/>
                  <a:pt x="4049508" y="3410594"/>
                </a:cubicBezTo>
                <a:lnTo>
                  <a:pt x="4058096" y="3395788"/>
                </a:lnTo>
                <a:cubicBezTo>
                  <a:pt x="4058333" y="3395433"/>
                  <a:pt x="4058748" y="3395196"/>
                  <a:pt x="4059162" y="3395196"/>
                </a:cubicBezTo>
                <a:close/>
                <a:moveTo>
                  <a:pt x="3991349" y="3394782"/>
                </a:moveTo>
                <a:lnTo>
                  <a:pt x="4008880" y="3394782"/>
                </a:lnTo>
                <a:cubicBezTo>
                  <a:pt x="4009295" y="3394782"/>
                  <a:pt x="4009709" y="3395019"/>
                  <a:pt x="4009946" y="3395374"/>
                </a:cubicBezTo>
                <a:lnTo>
                  <a:pt x="4018711" y="3410595"/>
                </a:lnTo>
                <a:cubicBezTo>
                  <a:pt x="4018949" y="3410950"/>
                  <a:pt x="4018949" y="3411484"/>
                  <a:pt x="4018711" y="3411839"/>
                </a:cubicBezTo>
                <a:lnTo>
                  <a:pt x="4009946" y="3427060"/>
                </a:lnTo>
                <a:cubicBezTo>
                  <a:pt x="4009709" y="3427415"/>
                  <a:pt x="4009295" y="3427652"/>
                  <a:pt x="4008880" y="3427652"/>
                </a:cubicBezTo>
                <a:lnTo>
                  <a:pt x="3991349" y="3427652"/>
                </a:lnTo>
                <a:cubicBezTo>
                  <a:pt x="3990934" y="3427652"/>
                  <a:pt x="3990520" y="3427415"/>
                  <a:pt x="3990283" y="3427060"/>
                </a:cubicBezTo>
                <a:lnTo>
                  <a:pt x="3981518" y="3411839"/>
                </a:lnTo>
                <a:cubicBezTo>
                  <a:pt x="3981281" y="3411484"/>
                  <a:pt x="3981281" y="3410950"/>
                  <a:pt x="3981518" y="3410595"/>
                </a:cubicBezTo>
                <a:lnTo>
                  <a:pt x="3990283" y="3395374"/>
                </a:lnTo>
                <a:cubicBezTo>
                  <a:pt x="3990520" y="3395019"/>
                  <a:pt x="3990934" y="3394782"/>
                  <a:pt x="3991349" y="3394782"/>
                </a:cubicBezTo>
                <a:close/>
                <a:moveTo>
                  <a:pt x="3720809" y="3394782"/>
                </a:moveTo>
                <a:lnTo>
                  <a:pt x="3738340" y="3394782"/>
                </a:lnTo>
                <a:cubicBezTo>
                  <a:pt x="3738754" y="3394782"/>
                  <a:pt x="3739168" y="3395019"/>
                  <a:pt x="3739405" y="3395374"/>
                </a:cubicBezTo>
                <a:lnTo>
                  <a:pt x="3748171" y="3410595"/>
                </a:lnTo>
                <a:cubicBezTo>
                  <a:pt x="3748408" y="3410950"/>
                  <a:pt x="3748408" y="3411484"/>
                  <a:pt x="3748171" y="3411839"/>
                </a:cubicBezTo>
                <a:lnTo>
                  <a:pt x="3739405" y="3427060"/>
                </a:lnTo>
                <a:cubicBezTo>
                  <a:pt x="3739168" y="3427415"/>
                  <a:pt x="3738754" y="3427652"/>
                  <a:pt x="3738340" y="3427652"/>
                </a:cubicBezTo>
                <a:lnTo>
                  <a:pt x="3720809" y="3427652"/>
                </a:lnTo>
                <a:cubicBezTo>
                  <a:pt x="3720394" y="3427652"/>
                  <a:pt x="3719979" y="3427415"/>
                  <a:pt x="3719743" y="3427060"/>
                </a:cubicBezTo>
                <a:lnTo>
                  <a:pt x="3710978" y="3411839"/>
                </a:lnTo>
                <a:cubicBezTo>
                  <a:pt x="3710741" y="3411484"/>
                  <a:pt x="3710741" y="3410950"/>
                  <a:pt x="3710978" y="3410595"/>
                </a:cubicBezTo>
                <a:lnTo>
                  <a:pt x="3719743" y="3395374"/>
                </a:lnTo>
                <a:cubicBezTo>
                  <a:pt x="3719979" y="3395019"/>
                  <a:pt x="3720394" y="3394782"/>
                  <a:pt x="3720809" y="3394782"/>
                </a:cubicBezTo>
                <a:close/>
                <a:moveTo>
                  <a:pt x="4261772" y="3394604"/>
                </a:moveTo>
                <a:lnTo>
                  <a:pt x="4279540" y="3394604"/>
                </a:lnTo>
                <a:cubicBezTo>
                  <a:pt x="4279954" y="3394604"/>
                  <a:pt x="4280368" y="3394841"/>
                  <a:pt x="4280605" y="3395256"/>
                </a:cubicBezTo>
                <a:lnTo>
                  <a:pt x="4289489" y="3410654"/>
                </a:lnTo>
                <a:cubicBezTo>
                  <a:pt x="4289726" y="3411009"/>
                  <a:pt x="4289726" y="3411483"/>
                  <a:pt x="4289489" y="3411898"/>
                </a:cubicBezTo>
                <a:lnTo>
                  <a:pt x="4280605" y="3427296"/>
                </a:lnTo>
                <a:cubicBezTo>
                  <a:pt x="4280368" y="3427711"/>
                  <a:pt x="4279954" y="3427948"/>
                  <a:pt x="4279540" y="3427948"/>
                </a:cubicBezTo>
                <a:lnTo>
                  <a:pt x="4261772" y="3427948"/>
                </a:lnTo>
                <a:cubicBezTo>
                  <a:pt x="4261357" y="3427948"/>
                  <a:pt x="4260943" y="3427711"/>
                  <a:pt x="4260706" y="3427296"/>
                </a:cubicBezTo>
                <a:lnTo>
                  <a:pt x="4251822" y="3411898"/>
                </a:lnTo>
                <a:cubicBezTo>
                  <a:pt x="4251585" y="3411543"/>
                  <a:pt x="4251585" y="3411069"/>
                  <a:pt x="4251822" y="3410654"/>
                </a:cubicBezTo>
                <a:lnTo>
                  <a:pt x="4260706" y="3395256"/>
                </a:lnTo>
                <a:cubicBezTo>
                  <a:pt x="4260943" y="3394841"/>
                  <a:pt x="4261357" y="3394604"/>
                  <a:pt x="4261772" y="3394604"/>
                </a:cubicBezTo>
                <a:close/>
                <a:moveTo>
                  <a:pt x="4193958" y="3394249"/>
                </a:moveTo>
                <a:lnTo>
                  <a:pt x="4212082" y="3394249"/>
                </a:lnTo>
                <a:cubicBezTo>
                  <a:pt x="4212555" y="3394249"/>
                  <a:pt x="4212969" y="3394486"/>
                  <a:pt x="4213207" y="3394901"/>
                </a:cubicBezTo>
                <a:lnTo>
                  <a:pt x="4222268" y="3410595"/>
                </a:lnTo>
                <a:cubicBezTo>
                  <a:pt x="4222505" y="3411010"/>
                  <a:pt x="4222505" y="3411484"/>
                  <a:pt x="4222268" y="3411898"/>
                </a:cubicBezTo>
                <a:lnTo>
                  <a:pt x="4213207" y="3427593"/>
                </a:lnTo>
                <a:cubicBezTo>
                  <a:pt x="4212969" y="3428007"/>
                  <a:pt x="4212555" y="3428245"/>
                  <a:pt x="4212082" y="3428245"/>
                </a:cubicBezTo>
                <a:lnTo>
                  <a:pt x="4193958" y="3428245"/>
                </a:lnTo>
                <a:cubicBezTo>
                  <a:pt x="4193485" y="3428245"/>
                  <a:pt x="4193070" y="3428007"/>
                  <a:pt x="4192833" y="3427593"/>
                </a:cubicBezTo>
                <a:lnTo>
                  <a:pt x="4183772" y="3411898"/>
                </a:lnTo>
                <a:cubicBezTo>
                  <a:pt x="4183535" y="3411484"/>
                  <a:pt x="4183535" y="3411010"/>
                  <a:pt x="4183772" y="3410595"/>
                </a:cubicBezTo>
                <a:lnTo>
                  <a:pt x="4192833" y="3394901"/>
                </a:lnTo>
                <a:cubicBezTo>
                  <a:pt x="4193070" y="3394486"/>
                  <a:pt x="4193485" y="3394249"/>
                  <a:pt x="4193958" y="3394249"/>
                </a:cubicBezTo>
                <a:close/>
                <a:moveTo>
                  <a:pt x="3788148" y="3394249"/>
                </a:moveTo>
                <a:lnTo>
                  <a:pt x="3806272" y="3394249"/>
                </a:lnTo>
                <a:cubicBezTo>
                  <a:pt x="3806745" y="3394249"/>
                  <a:pt x="3807160" y="3394486"/>
                  <a:pt x="3807397" y="3394901"/>
                </a:cubicBezTo>
                <a:lnTo>
                  <a:pt x="3816458" y="3410595"/>
                </a:lnTo>
                <a:cubicBezTo>
                  <a:pt x="3816695" y="3411010"/>
                  <a:pt x="3816695" y="3411484"/>
                  <a:pt x="3816458" y="3411898"/>
                </a:cubicBezTo>
                <a:lnTo>
                  <a:pt x="3807397" y="3427593"/>
                </a:lnTo>
                <a:cubicBezTo>
                  <a:pt x="3807160" y="3428007"/>
                  <a:pt x="3806745" y="3428245"/>
                  <a:pt x="3806272" y="3428245"/>
                </a:cubicBezTo>
                <a:lnTo>
                  <a:pt x="3788148" y="3428245"/>
                </a:lnTo>
                <a:cubicBezTo>
                  <a:pt x="3787675" y="3428245"/>
                  <a:pt x="3787260" y="3428007"/>
                  <a:pt x="3787023" y="3427593"/>
                </a:cubicBezTo>
                <a:lnTo>
                  <a:pt x="3777962" y="3411898"/>
                </a:lnTo>
                <a:cubicBezTo>
                  <a:pt x="3777725" y="3411484"/>
                  <a:pt x="3777725" y="3411010"/>
                  <a:pt x="3777962" y="3410595"/>
                </a:cubicBezTo>
                <a:lnTo>
                  <a:pt x="3787023" y="3394901"/>
                </a:lnTo>
                <a:cubicBezTo>
                  <a:pt x="3787260" y="3394486"/>
                  <a:pt x="3787675" y="3394249"/>
                  <a:pt x="3788148" y="3394249"/>
                </a:cubicBezTo>
                <a:close/>
                <a:moveTo>
                  <a:pt x="3855724" y="3394190"/>
                </a:moveTo>
                <a:lnTo>
                  <a:pt x="3873965" y="3394190"/>
                </a:lnTo>
                <a:cubicBezTo>
                  <a:pt x="3874439" y="3394190"/>
                  <a:pt x="3874853" y="3394427"/>
                  <a:pt x="3875090" y="3394841"/>
                </a:cubicBezTo>
                <a:lnTo>
                  <a:pt x="3884211" y="3410595"/>
                </a:lnTo>
                <a:cubicBezTo>
                  <a:pt x="3884448" y="3411010"/>
                  <a:pt x="3884448" y="3411484"/>
                  <a:pt x="3884211" y="3411898"/>
                </a:cubicBezTo>
                <a:lnTo>
                  <a:pt x="3875090" y="3427652"/>
                </a:lnTo>
                <a:cubicBezTo>
                  <a:pt x="3874853" y="3428067"/>
                  <a:pt x="3874439" y="3428303"/>
                  <a:pt x="3873965" y="3428303"/>
                </a:cubicBezTo>
                <a:lnTo>
                  <a:pt x="3855724" y="3428303"/>
                </a:lnTo>
                <a:cubicBezTo>
                  <a:pt x="3855250" y="3428303"/>
                  <a:pt x="3854835" y="3428067"/>
                  <a:pt x="3854599" y="3427652"/>
                </a:cubicBezTo>
                <a:lnTo>
                  <a:pt x="3845478" y="3411898"/>
                </a:lnTo>
                <a:cubicBezTo>
                  <a:pt x="3845241" y="3411484"/>
                  <a:pt x="3845241" y="3411010"/>
                  <a:pt x="3845478" y="3410595"/>
                </a:cubicBezTo>
                <a:lnTo>
                  <a:pt x="3854599" y="3394841"/>
                </a:lnTo>
                <a:cubicBezTo>
                  <a:pt x="3854835" y="3394427"/>
                  <a:pt x="3855250" y="3394190"/>
                  <a:pt x="3855724" y="3394190"/>
                </a:cubicBezTo>
                <a:close/>
                <a:moveTo>
                  <a:pt x="4464202" y="3393775"/>
                </a:moveTo>
                <a:lnTo>
                  <a:pt x="4482858" y="3393775"/>
                </a:lnTo>
                <a:cubicBezTo>
                  <a:pt x="4483332" y="3393775"/>
                  <a:pt x="4483747" y="3394012"/>
                  <a:pt x="4483983" y="3394426"/>
                </a:cubicBezTo>
                <a:lnTo>
                  <a:pt x="4493282" y="3410595"/>
                </a:lnTo>
                <a:cubicBezTo>
                  <a:pt x="4493518" y="3411009"/>
                  <a:pt x="4493518" y="3411483"/>
                  <a:pt x="4493282" y="3411898"/>
                </a:cubicBezTo>
                <a:lnTo>
                  <a:pt x="4483924" y="3428066"/>
                </a:lnTo>
                <a:cubicBezTo>
                  <a:pt x="4483688" y="3428481"/>
                  <a:pt x="4483273" y="3428718"/>
                  <a:pt x="4482799" y="3428718"/>
                </a:cubicBezTo>
                <a:lnTo>
                  <a:pt x="4464143" y="3428718"/>
                </a:lnTo>
                <a:cubicBezTo>
                  <a:pt x="4463669" y="3428718"/>
                  <a:pt x="4463254" y="3428481"/>
                  <a:pt x="4463018" y="3428066"/>
                </a:cubicBezTo>
                <a:lnTo>
                  <a:pt x="4453719" y="3411898"/>
                </a:lnTo>
                <a:cubicBezTo>
                  <a:pt x="4453483" y="3411483"/>
                  <a:pt x="4453483" y="3411009"/>
                  <a:pt x="4453719" y="3410595"/>
                </a:cubicBezTo>
                <a:lnTo>
                  <a:pt x="4463077" y="3394426"/>
                </a:lnTo>
                <a:cubicBezTo>
                  <a:pt x="4463314" y="3394012"/>
                  <a:pt x="4463729" y="3393775"/>
                  <a:pt x="4464202" y="3393775"/>
                </a:cubicBezTo>
                <a:close/>
                <a:moveTo>
                  <a:pt x="4396390" y="3393479"/>
                </a:moveTo>
                <a:lnTo>
                  <a:pt x="4415401" y="3393479"/>
                </a:lnTo>
                <a:cubicBezTo>
                  <a:pt x="4415874" y="3393479"/>
                  <a:pt x="4416348" y="3393716"/>
                  <a:pt x="4416585" y="3394130"/>
                </a:cubicBezTo>
                <a:lnTo>
                  <a:pt x="4426061" y="3410595"/>
                </a:lnTo>
                <a:cubicBezTo>
                  <a:pt x="4426298" y="3411009"/>
                  <a:pt x="4426298" y="3411543"/>
                  <a:pt x="4426061" y="3411957"/>
                </a:cubicBezTo>
                <a:lnTo>
                  <a:pt x="4416585" y="3428422"/>
                </a:lnTo>
                <a:cubicBezTo>
                  <a:pt x="4416289" y="3428836"/>
                  <a:pt x="4415874" y="3429073"/>
                  <a:pt x="4415401" y="3429073"/>
                </a:cubicBezTo>
                <a:lnTo>
                  <a:pt x="4396390" y="3429073"/>
                </a:lnTo>
                <a:cubicBezTo>
                  <a:pt x="4395915" y="3429073"/>
                  <a:pt x="4395442" y="3428836"/>
                  <a:pt x="4395205" y="3428422"/>
                </a:cubicBezTo>
                <a:lnTo>
                  <a:pt x="4385729" y="3411957"/>
                </a:lnTo>
                <a:cubicBezTo>
                  <a:pt x="4385492" y="3411543"/>
                  <a:pt x="4385492" y="3411009"/>
                  <a:pt x="4385729" y="3410595"/>
                </a:cubicBezTo>
                <a:lnTo>
                  <a:pt x="4395205" y="3394130"/>
                </a:lnTo>
                <a:cubicBezTo>
                  <a:pt x="4395501" y="3393716"/>
                  <a:pt x="4395915" y="3393479"/>
                  <a:pt x="4396390" y="3393479"/>
                </a:cubicBezTo>
                <a:close/>
                <a:moveTo>
                  <a:pt x="5072681" y="3393360"/>
                </a:moveTo>
                <a:lnTo>
                  <a:pt x="5091752" y="3393360"/>
                </a:lnTo>
                <a:cubicBezTo>
                  <a:pt x="5092226" y="3393360"/>
                  <a:pt x="5092699" y="3393597"/>
                  <a:pt x="5092936" y="3394011"/>
                </a:cubicBezTo>
                <a:lnTo>
                  <a:pt x="5102472" y="3410535"/>
                </a:lnTo>
                <a:cubicBezTo>
                  <a:pt x="5102709" y="3410950"/>
                  <a:pt x="5102709" y="3411483"/>
                  <a:pt x="5102472" y="3411897"/>
                </a:cubicBezTo>
                <a:lnTo>
                  <a:pt x="5092936" y="3428421"/>
                </a:lnTo>
                <a:cubicBezTo>
                  <a:pt x="5092699" y="3428836"/>
                  <a:pt x="5092226" y="3429073"/>
                  <a:pt x="5091752" y="3429073"/>
                </a:cubicBezTo>
                <a:lnTo>
                  <a:pt x="5072681" y="3429073"/>
                </a:lnTo>
                <a:cubicBezTo>
                  <a:pt x="5072208" y="3429073"/>
                  <a:pt x="5071733" y="3428836"/>
                  <a:pt x="5071497" y="3428421"/>
                </a:cubicBezTo>
                <a:lnTo>
                  <a:pt x="5061962" y="3411897"/>
                </a:lnTo>
                <a:cubicBezTo>
                  <a:pt x="5061725" y="3411483"/>
                  <a:pt x="5061725" y="3410950"/>
                  <a:pt x="5061962" y="3410535"/>
                </a:cubicBezTo>
                <a:lnTo>
                  <a:pt x="5071497" y="3394011"/>
                </a:lnTo>
                <a:cubicBezTo>
                  <a:pt x="5071733" y="3393597"/>
                  <a:pt x="5072208" y="3393360"/>
                  <a:pt x="5072681" y="3393360"/>
                </a:cubicBezTo>
                <a:close/>
                <a:moveTo>
                  <a:pt x="4531482" y="3393123"/>
                </a:moveTo>
                <a:lnTo>
                  <a:pt x="4550789" y="3393123"/>
                </a:lnTo>
                <a:cubicBezTo>
                  <a:pt x="4551263" y="3393123"/>
                  <a:pt x="4551737" y="3393419"/>
                  <a:pt x="4551974" y="3393834"/>
                </a:cubicBezTo>
                <a:lnTo>
                  <a:pt x="4561627" y="3410594"/>
                </a:lnTo>
                <a:cubicBezTo>
                  <a:pt x="4561864" y="3411009"/>
                  <a:pt x="4561864" y="3411542"/>
                  <a:pt x="4561627" y="3411957"/>
                </a:cubicBezTo>
                <a:lnTo>
                  <a:pt x="4551974" y="3428717"/>
                </a:lnTo>
                <a:cubicBezTo>
                  <a:pt x="4551737" y="3429191"/>
                  <a:pt x="4551263" y="3429428"/>
                  <a:pt x="4550789" y="3429428"/>
                </a:cubicBezTo>
                <a:lnTo>
                  <a:pt x="4531482" y="3429428"/>
                </a:lnTo>
                <a:cubicBezTo>
                  <a:pt x="4531008" y="3429428"/>
                  <a:pt x="4530534" y="3429132"/>
                  <a:pt x="4530298" y="3428717"/>
                </a:cubicBezTo>
                <a:lnTo>
                  <a:pt x="4520644" y="3411957"/>
                </a:lnTo>
                <a:cubicBezTo>
                  <a:pt x="4520407" y="3411542"/>
                  <a:pt x="4520407" y="3411009"/>
                  <a:pt x="4520644" y="3410594"/>
                </a:cubicBezTo>
                <a:lnTo>
                  <a:pt x="4530298" y="3393834"/>
                </a:lnTo>
                <a:cubicBezTo>
                  <a:pt x="4530534" y="3393360"/>
                  <a:pt x="4531008" y="3393123"/>
                  <a:pt x="4531482" y="3393123"/>
                </a:cubicBezTo>
                <a:close/>
                <a:moveTo>
                  <a:pt x="3922530" y="3392531"/>
                </a:moveTo>
                <a:lnTo>
                  <a:pt x="3942489" y="3392531"/>
                </a:lnTo>
                <a:cubicBezTo>
                  <a:pt x="3943021" y="3392531"/>
                  <a:pt x="3943495" y="3392827"/>
                  <a:pt x="3943732" y="3393242"/>
                </a:cubicBezTo>
                <a:lnTo>
                  <a:pt x="3953741" y="3410535"/>
                </a:lnTo>
                <a:cubicBezTo>
                  <a:pt x="3953978" y="3410950"/>
                  <a:pt x="3953978" y="3411542"/>
                  <a:pt x="3953741" y="3411957"/>
                </a:cubicBezTo>
                <a:lnTo>
                  <a:pt x="3943732" y="3429251"/>
                </a:lnTo>
                <a:cubicBezTo>
                  <a:pt x="3943436" y="3429665"/>
                  <a:pt x="3942962" y="3429961"/>
                  <a:pt x="3942489" y="3429961"/>
                </a:cubicBezTo>
                <a:lnTo>
                  <a:pt x="3922530" y="3429961"/>
                </a:lnTo>
                <a:cubicBezTo>
                  <a:pt x="3921996" y="3429961"/>
                  <a:pt x="3921523" y="3429665"/>
                  <a:pt x="3921286" y="3429251"/>
                </a:cubicBezTo>
                <a:lnTo>
                  <a:pt x="3911277" y="3411957"/>
                </a:lnTo>
                <a:cubicBezTo>
                  <a:pt x="3911040" y="3411542"/>
                  <a:pt x="3911040" y="3410950"/>
                  <a:pt x="3911277" y="3410535"/>
                </a:cubicBezTo>
                <a:lnTo>
                  <a:pt x="3921286" y="3393242"/>
                </a:lnTo>
                <a:cubicBezTo>
                  <a:pt x="3921582" y="3392827"/>
                  <a:pt x="3922055" y="3392531"/>
                  <a:pt x="3922530" y="3392531"/>
                </a:cubicBezTo>
                <a:close/>
                <a:moveTo>
                  <a:pt x="3584296" y="3392413"/>
                </a:moveTo>
                <a:lnTo>
                  <a:pt x="3604373" y="3392413"/>
                </a:lnTo>
                <a:cubicBezTo>
                  <a:pt x="3604906" y="3392413"/>
                  <a:pt x="3605380" y="3392709"/>
                  <a:pt x="3605617" y="3393124"/>
                </a:cubicBezTo>
                <a:lnTo>
                  <a:pt x="3615626" y="3410536"/>
                </a:lnTo>
                <a:cubicBezTo>
                  <a:pt x="3615863" y="3410950"/>
                  <a:pt x="3615863" y="3411543"/>
                  <a:pt x="3615626" y="3411958"/>
                </a:cubicBezTo>
                <a:lnTo>
                  <a:pt x="3605558" y="3429370"/>
                </a:lnTo>
                <a:cubicBezTo>
                  <a:pt x="3605261" y="3429784"/>
                  <a:pt x="3604788" y="3430080"/>
                  <a:pt x="3604314" y="3430080"/>
                </a:cubicBezTo>
                <a:lnTo>
                  <a:pt x="3584237" y="3430080"/>
                </a:lnTo>
                <a:cubicBezTo>
                  <a:pt x="3583703" y="3430080"/>
                  <a:pt x="3583230" y="3429784"/>
                  <a:pt x="3582993" y="3429370"/>
                </a:cubicBezTo>
                <a:lnTo>
                  <a:pt x="3572984" y="3411958"/>
                </a:lnTo>
                <a:cubicBezTo>
                  <a:pt x="3572747" y="3411543"/>
                  <a:pt x="3572747" y="3410950"/>
                  <a:pt x="3572984" y="3410536"/>
                </a:cubicBezTo>
                <a:lnTo>
                  <a:pt x="3583052" y="3393124"/>
                </a:lnTo>
                <a:cubicBezTo>
                  <a:pt x="3583348" y="3392709"/>
                  <a:pt x="3583822" y="3392413"/>
                  <a:pt x="3584296" y="3392413"/>
                </a:cubicBezTo>
                <a:close/>
                <a:moveTo>
                  <a:pt x="4598643" y="3392235"/>
                </a:moveTo>
                <a:lnTo>
                  <a:pt x="4618957" y="3392235"/>
                </a:lnTo>
                <a:cubicBezTo>
                  <a:pt x="4619490" y="3392235"/>
                  <a:pt x="4619964" y="3392531"/>
                  <a:pt x="4620201" y="3392946"/>
                </a:cubicBezTo>
                <a:lnTo>
                  <a:pt x="4630329" y="3410535"/>
                </a:lnTo>
                <a:cubicBezTo>
                  <a:pt x="4630565" y="3410950"/>
                  <a:pt x="4630565" y="3411542"/>
                  <a:pt x="4630329" y="3411957"/>
                </a:cubicBezTo>
                <a:lnTo>
                  <a:pt x="4620142" y="3429547"/>
                </a:lnTo>
                <a:cubicBezTo>
                  <a:pt x="4619905" y="3429961"/>
                  <a:pt x="4619431" y="3430257"/>
                  <a:pt x="4618898" y="3430257"/>
                </a:cubicBezTo>
                <a:lnTo>
                  <a:pt x="4598584" y="3430257"/>
                </a:lnTo>
                <a:cubicBezTo>
                  <a:pt x="4598051" y="3430257"/>
                  <a:pt x="4597577" y="3429961"/>
                  <a:pt x="4597340" y="3429547"/>
                </a:cubicBezTo>
                <a:lnTo>
                  <a:pt x="4587213" y="3411957"/>
                </a:lnTo>
                <a:cubicBezTo>
                  <a:pt x="4586976" y="3411542"/>
                  <a:pt x="4586976" y="3410950"/>
                  <a:pt x="4587213" y="3410535"/>
                </a:cubicBezTo>
                <a:lnTo>
                  <a:pt x="4597399" y="3392946"/>
                </a:lnTo>
                <a:cubicBezTo>
                  <a:pt x="4597637" y="3392531"/>
                  <a:pt x="4598110" y="3392235"/>
                  <a:pt x="4598643" y="3392235"/>
                </a:cubicBezTo>
                <a:close/>
                <a:moveTo>
                  <a:pt x="3651812" y="3392235"/>
                </a:moveTo>
                <a:lnTo>
                  <a:pt x="3672126" y="3392235"/>
                </a:lnTo>
                <a:cubicBezTo>
                  <a:pt x="3672659" y="3392235"/>
                  <a:pt x="3673133" y="3392531"/>
                  <a:pt x="3673370" y="3392946"/>
                </a:cubicBezTo>
                <a:lnTo>
                  <a:pt x="3683498" y="3410535"/>
                </a:lnTo>
                <a:cubicBezTo>
                  <a:pt x="3683734" y="3410950"/>
                  <a:pt x="3683734" y="3411542"/>
                  <a:pt x="3683498" y="3411957"/>
                </a:cubicBezTo>
                <a:lnTo>
                  <a:pt x="3673311" y="3429547"/>
                </a:lnTo>
                <a:cubicBezTo>
                  <a:pt x="3673074" y="3429961"/>
                  <a:pt x="3672600" y="3430257"/>
                  <a:pt x="3672067" y="3430257"/>
                </a:cubicBezTo>
                <a:lnTo>
                  <a:pt x="3651753" y="3430257"/>
                </a:lnTo>
                <a:cubicBezTo>
                  <a:pt x="3651220" y="3430257"/>
                  <a:pt x="3650746" y="3429961"/>
                  <a:pt x="3650509" y="3429547"/>
                </a:cubicBezTo>
                <a:lnTo>
                  <a:pt x="3640382" y="3411957"/>
                </a:lnTo>
                <a:cubicBezTo>
                  <a:pt x="3640145" y="3411542"/>
                  <a:pt x="3640145" y="3410950"/>
                  <a:pt x="3640382" y="3410535"/>
                </a:cubicBezTo>
                <a:lnTo>
                  <a:pt x="3650568" y="3392946"/>
                </a:lnTo>
                <a:cubicBezTo>
                  <a:pt x="3650806" y="3392531"/>
                  <a:pt x="3651279" y="3392235"/>
                  <a:pt x="3651812" y="3392235"/>
                </a:cubicBezTo>
                <a:close/>
                <a:moveTo>
                  <a:pt x="4666219" y="3392117"/>
                </a:moveTo>
                <a:lnTo>
                  <a:pt x="4686652" y="3392117"/>
                </a:lnTo>
                <a:cubicBezTo>
                  <a:pt x="4687185" y="3392117"/>
                  <a:pt x="4687659" y="3392413"/>
                  <a:pt x="4687896" y="3392828"/>
                </a:cubicBezTo>
                <a:lnTo>
                  <a:pt x="4698082" y="3410536"/>
                </a:lnTo>
                <a:cubicBezTo>
                  <a:pt x="4698319" y="3410951"/>
                  <a:pt x="4698319" y="3411543"/>
                  <a:pt x="4698082" y="3411958"/>
                </a:cubicBezTo>
                <a:lnTo>
                  <a:pt x="4687836" y="3429666"/>
                </a:lnTo>
                <a:cubicBezTo>
                  <a:pt x="4687599" y="3430080"/>
                  <a:pt x="4687126" y="3430377"/>
                  <a:pt x="4686593" y="3430377"/>
                </a:cubicBezTo>
                <a:lnTo>
                  <a:pt x="4666160" y="3430377"/>
                </a:lnTo>
                <a:cubicBezTo>
                  <a:pt x="4665627" y="3430377"/>
                  <a:pt x="4665154" y="3430080"/>
                  <a:pt x="4664916" y="3429666"/>
                </a:cubicBezTo>
                <a:lnTo>
                  <a:pt x="4654730" y="3411958"/>
                </a:lnTo>
                <a:cubicBezTo>
                  <a:pt x="4654493" y="3411543"/>
                  <a:pt x="4654493" y="3410951"/>
                  <a:pt x="4654730" y="3410536"/>
                </a:cubicBezTo>
                <a:lnTo>
                  <a:pt x="4664976" y="3392828"/>
                </a:lnTo>
                <a:cubicBezTo>
                  <a:pt x="4665213" y="3392413"/>
                  <a:pt x="4665686" y="3392117"/>
                  <a:pt x="4666219" y="3392117"/>
                </a:cubicBezTo>
                <a:close/>
                <a:moveTo>
                  <a:pt x="3448729" y="3391821"/>
                </a:moveTo>
                <a:lnTo>
                  <a:pt x="3469458" y="3391821"/>
                </a:lnTo>
                <a:cubicBezTo>
                  <a:pt x="3469932" y="3391821"/>
                  <a:pt x="3470405" y="3392058"/>
                  <a:pt x="3470702" y="3392532"/>
                </a:cubicBezTo>
                <a:lnTo>
                  <a:pt x="3481066" y="3410536"/>
                </a:lnTo>
                <a:cubicBezTo>
                  <a:pt x="3481362" y="3411010"/>
                  <a:pt x="3481362" y="3411543"/>
                  <a:pt x="3481066" y="3412017"/>
                </a:cubicBezTo>
                <a:lnTo>
                  <a:pt x="3470702" y="3430021"/>
                </a:lnTo>
                <a:cubicBezTo>
                  <a:pt x="3470465" y="3430436"/>
                  <a:pt x="3469991" y="3430732"/>
                  <a:pt x="3469458" y="3430732"/>
                </a:cubicBezTo>
                <a:lnTo>
                  <a:pt x="3448729" y="3430732"/>
                </a:lnTo>
                <a:cubicBezTo>
                  <a:pt x="3448255" y="3430732"/>
                  <a:pt x="3447782" y="3430495"/>
                  <a:pt x="3447485" y="3430021"/>
                </a:cubicBezTo>
                <a:lnTo>
                  <a:pt x="3437121" y="3412017"/>
                </a:lnTo>
                <a:cubicBezTo>
                  <a:pt x="3436825" y="3411543"/>
                  <a:pt x="3436825" y="3411010"/>
                  <a:pt x="3437121" y="3410536"/>
                </a:cubicBezTo>
                <a:lnTo>
                  <a:pt x="3447485" y="3392532"/>
                </a:lnTo>
                <a:cubicBezTo>
                  <a:pt x="3447722" y="3392117"/>
                  <a:pt x="3448196" y="3391821"/>
                  <a:pt x="3448729" y="3391821"/>
                </a:cubicBezTo>
                <a:close/>
                <a:moveTo>
                  <a:pt x="2501898" y="3391821"/>
                </a:moveTo>
                <a:lnTo>
                  <a:pt x="2522627" y="3391821"/>
                </a:lnTo>
                <a:cubicBezTo>
                  <a:pt x="2523101" y="3391821"/>
                  <a:pt x="2523575" y="3392058"/>
                  <a:pt x="2523871" y="3392532"/>
                </a:cubicBezTo>
                <a:lnTo>
                  <a:pt x="2534235" y="3410536"/>
                </a:lnTo>
                <a:cubicBezTo>
                  <a:pt x="2534531" y="3411010"/>
                  <a:pt x="2534531" y="3411543"/>
                  <a:pt x="2534235" y="3412017"/>
                </a:cubicBezTo>
                <a:lnTo>
                  <a:pt x="2523871" y="3430021"/>
                </a:lnTo>
                <a:cubicBezTo>
                  <a:pt x="2523634" y="3430436"/>
                  <a:pt x="2523160" y="3430732"/>
                  <a:pt x="2522627" y="3430732"/>
                </a:cubicBezTo>
                <a:lnTo>
                  <a:pt x="2501898" y="3430732"/>
                </a:lnTo>
                <a:cubicBezTo>
                  <a:pt x="2501424" y="3430732"/>
                  <a:pt x="2500950" y="3430495"/>
                  <a:pt x="2500654" y="3430021"/>
                </a:cubicBezTo>
                <a:lnTo>
                  <a:pt x="2490290" y="3412017"/>
                </a:lnTo>
                <a:cubicBezTo>
                  <a:pt x="2489994" y="3411543"/>
                  <a:pt x="2489994" y="3411010"/>
                  <a:pt x="2490290" y="3410536"/>
                </a:cubicBezTo>
                <a:lnTo>
                  <a:pt x="2500654" y="3392532"/>
                </a:lnTo>
                <a:cubicBezTo>
                  <a:pt x="2500891" y="3392117"/>
                  <a:pt x="2501365" y="3391821"/>
                  <a:pt x="2501898" y="3391821"/>
                </a:cubicBezTo>
                <a:close/>
                <a:moveTo>
                  <a:pt x="3516246" y="3391584"/>
                </a:moveTo>
                <a:lnTo>
                  <a:pt x="3537211" y="3391584"/>
                </a:lnTo>
                <a:cubicBezTo>
                  <a:pt x="3537745" y="3391584"/>
                  <a:pt x="3538219" y="3391880"/>
                  <a:pt x="3538514" y="3392354"/>
                </a:cubicBezTo>
                <a:lnTo>
                  <a:pt x="3548997" y="3410536"/>
                </a:lnTo>
                <a:cubicBezTo>
                  <a:pt x="3549294" y="3411010"/>
                  <a:pt x="3549294" y="3411543"/>
                  <a:pt x="3548997" y="3412016"/>
                </a:cubicBezTo>
                <a:lnTo>
                  <a:pt x="3538514" y="3430199"/>
                </a:lnTo>
                <a:cubicBezTo>
                  <a:pt x="3538219" y="3430672"/>
                  <a:pt x="3537745" y="3430968"/>
                  <a:pt x="3537211" y="3430968"/>
                </a:cubicBezTo>
                <a:lnTo>
                  <a:pt x="3516246" y="3430968"/>
                </a:lnTo>
                <a:cubicBezTo>
                  <a:pt x="3515713" y="3430968"/>
                  <a:pt x="3515239" y="3430672"/>
                  <a:pt x="3514943" y="3430199"/>
                </a:cubicBezTo>
                <a:lnTo>
                  <a:pt x="3504460" y="3412016"/>
                </a:lnTo>
                <a:cubicBezTo>
                  <a:pt x="3504164" y="3411543"/>
                  <a:pt x="3504164" y="3411010"/>
                  <a:pt x="3504460" y="3410536"/>
                </a:cubicBezTo>
                <a:lnTo>
                  <a:pt x="3514943" y="3392354"/>
                </a:lnTo>
                <a:cubicBezTo>
                  <a:pt x="3515239" y="3391880"/>
                  <a:pt x="3515713" y="3391584"/>
                  <a:pt x="3516246" y="3391584"/>
                </a:cubicBezTo>
                <a:close/>
                <a:moveTo>
                  <a:pt x="3380976" y="3391584"/>
                </a:moveTo>
                <a:lnTo>
                  <a:pt x="3401941" y="3391584"/>
                </a:lnTo>
                <a:cubicBezTo>
                  <a:pt x="3402474" y="3391584"/>
                  <a:pt x="3402949" y="3391880"/>
                  <a:pt x="3403244" y="3392354"/>
                </a:cubicBezTo>
                <a:lnTo>
                  <a:pt x="3413727" y="3410536"/>
                </a:lnTo>
                <a:cubicBezTo>
                  <a:pt x="3414024" y="3411010"/>
                  <a:pt x="3414024" y="3411543"/>
                  <a:pt x="3413727" y="3412016"/>
                </a:cubicBezTo>
                <a:lnTo>
                  <a:pt x="3403244" y="3430199"/>
                </a:lnTo>
                <a:cubicBezTo>
                  <a:pt x="3402949" y="3430672"/>
                  <a:pt x="3402474" y="3430968"/>
                  <a:pt x="3401941" y="3430968"/>
                </a:cubicBezTo>
                <a:lnTo>
                  <a:pt x="3380976" y="3430968"/>
                </a:lnTo>
                <a:cubicBezTo>
                  <a:pt x="3380443" y="3430968"/>
                  <a:pt x="3379969" y="3430672"/>
                  <a:pt x="3379673" y="3430199"/>
                </a:cubicBezTo>
                <a:lnTo>
                  <a:pt x="3369190" y="3412016"/>
                </a:lnTo>
                <a:cubicBezTo>
                  <a:pt x="3368894" y="3411543"/>
                  <a:pt x="3368894" y="3411010"/>
                  <a:pt x="3369190" y="3410536"/>
                </a:cubicBezTo>
                <a:lnTo>
                  <a:pt x="3379673" y="3392354"/>
                </a:lnTo>
                <a:cubicBezTo>
                  <a:pt x="3379969" y="3391880"/>
                  <a:pt x="3380443" y="3391584"/>
                  <a:pt x="3380976" y="3391584"/>
                </a:cubicBezTo>
                <a:close/>
                <a:moveTo>
                  <a:pt x="3313341" y="3391584"/>
                </a:moveTo>
                <a:lnTo>
                  <a:pt x="3334306" y="3391584"/>
                </a:lnTo>
                <a:cubicBezTo>
                  <a:pt x="3334840" y="3391584"/>
                  <a:pt x="3335313" y="3391880"/>
                  <a:pt x="3335610" y="3392354"/>
                </a:cubicBezTo>
                <a:lnTo>
                  <a:pt x="3346092" y="3410536"/>
                </a:lnTo>
                <a:cubicBezTo>
                  <a:pt x="3346388" y="3411010"/>
                  <a:pt x="3346388" y="3411543"/>
                  <a:pt x="3346092" y="3412016"/>
                </a:cubicBezTo>
                <a:lnTo>
                  <a:pt x="3335610" y="3430199"/>
                </a:lnTo>
                <a:cubicBezTo>
                  <a:pt x="3335313" y="3430672"/>
                  <a:pt x="3334840" y="3430968"/>
                  <a:pt x="3334306" y="3430968"/>
                </a:cubicBezTo>
                <a:lnTo>
                  <a:pt x="3313341" y="3430968"/>
                </a:lnTo>
                <a:cubicBezTo>
                  <a:pt x="3312807" y="3430968"/>
                  <a:pt x="3312334" y="3430672"/>
                  <a:pt x="3312038" y="3430199"/>
                </a:cubicBezTo>
                <a:lnTo>
                  <a:pt x="3301555" y="3412016"/>
                </a:lnTo>
                <a:cubicBezTo>
                  <a:pt x="3301259" y="3411543"/>
                  <a:pt x="3301259" y="3411010"/>
                  <a:pt x="3301555" y="3410536"/>
                </a:cubicBezTo>
                <a:lnTo>
                  <a:pt x="3312038" y="3392354"/>
                </a:lnTo>
                <a:cubicBezTo>
                  <a:pt x="3312334" y="3391880"/>
                  <a:pt x="3312807" y="3391584"/>
                  <a:pt x="3313341" y="3391584"/>
                </a:cubicBezTo>
                <a:close/>
                <a:moveTo>
                  <a:pt x="3245587" y="3391406"/>
                </a:moveTo>
                <a:lnTo>
                  <a:pt x="3266790" y="3391406"/>
                </a:lnTo>
                <a:cubicBezTo>
                  <a:pt x="3267323" y="3391406"/>
                  <a:pt x="3267796" y="3391702"/>
                  <a:pt x="3268093" y="3392176"/>
                </a:cubicBezTo>
                <a:lnTo>
                  <a:pt x="3278694" y="3410536"/>
                </a:lnTo>
                <a:cubicBezTo>
                  <a:pt x="3278990" y="3410950"/>
                  <a:pt x="3278990" y="3411543"/>
                  <a:pt x="3278694" y="3412016"/>
                </a:cubicBezTo>
                <a:lnTo>
                  <a:pt x="3268093" y="3430376"/>
                </a:lnTo>
                <a:cubicBezTo>
                  <a:pt x="3267796" y="3430850"/>
                  <a:pt x="3267323" y="3431146"/>
                  <a:pt x="3266790" y="3431146"/>
                </a:cubicBezTo>
                <a:lnTo>
                  <a:pt x="3245587" y="3431146"/>
                </a:lnTo>
                <a:cubicBezTo>
                  <a:pt x="3245054" y="3431146"/>
                  <a:pt x="3244581" y="3430850"/>
                  <a:pt x="3244284" y="3430376"/>
                </a:cubicBezTo>
                <a:lnTo>
                  <a:pt x="3233683" y="3412016"/>
                </a:lnTo>
                <a:cubicBezTo>
                  <a:pt x="3233387" y="3411602"/>
                  <a:pt x="3233387" y="3411009"/>
                  <a:pt x="3233683" y="3410536"/>
                </a:cubicBezTo>
                <a:lnTo>
                  <a:pt x="3244284" y="3392176"/>
                </a:lnTo>
                <a:cubicBezTo>
                  <a:pt x="3244581" y="3391702"/>
                  <a:pt x="3245054" y="3391406"/>
                  <a:pt x="3245587" y="3391406"/>
                </a:cubicBezTo>
                <a:close/>
                <a:moveTo>
                  <a:pt x="4733203" y="3390873"/>
                </a:moveTo>
                <a:lnTo>
                  <a:pt x="4754939" y="3390873"/>
                </a:lnTo>
                <a:cubicBezTo>
                  <a:pt x="4755472" y="3390873"/>
                  <a:pt x="4755946" y="3391169"/>
                  <a:pt x="4756242" y="3391643"/>
                </a:cubicBezTo>
                <a:lnTo>
                  <a:pt x="4767080" y="3410476"/>
                </a:lnTo>
                <a:cubicBezTo>
                  <a:pt x="4767376" y="3410950"/>
                  <a:pt x="4767376" y="3411543"/>
                  <a:pt x="4767080" y="3412016"/>
                </a:cubicBezTo>
                <a:lnTo>
                  <a:pt x="4756183" y="3430850"/>
                </a:lnTo>
                <a:cubicBezTo>
                  <a:pt x="4755946" y="3431323"/>
                  <a:pt x="4755413" y="3431620"/>
                  <a:pt x="4754879" y="3431620"/>
                </a:cubicBezTo>
                <a:lnTo>
                  <a:pt x="4733144" y="3431620"/>
                </a:lnTo>
                <a:cubicBezTo>
                  <a:pt x="4732611" y="3431620"/>
                  <a:pt x="4732137" y="3431323"/>
                  <a:pt x="4731841" y="3430850"/>
                </a:cubicBezTo>
                <a:lnTo>
                  <a:pt x="4721003" y="3412016"/>
                </a:lnTo>
                <a:cubicBezTo>
                  <a:pt x="4720707" y="3411543"/>
                  <a:pt x="4720707" y="3410950"/>
                  <a:pt x="4721003" y="3410476"/>
                </a:cubicBezTo>
                <a:lnTo>
                  <a:pt x="4731900" y="3391643"/>
                </a:lnTo>
                <a:cubicBezTo>
                  <a:pt x="4732137" y="3391169"/>
                  <a:pt x="4732670" y="3390873"/>
                  <a:pt x="4733203" y="3390873"/>
                </a:cubicBezTo>
                <a:close/>
                <a:moveTo>
                  <a:pt x="3110080" y="3390873"/>
                </a:moveTo>
                <a:lnTo>
                  <a:pt x="3131816" y="3390873"/>
                </a:lnTo>
                <a:cubicBezTo>
                  <a:pt x="3132349" y="3390873"/>
                  <a:pt x="3132823" y="3391169"/>
                  <a:pt x="3133119" y="3391643"/>
                </a:cubicBezTo>
                <a:lnTo>
                  <a:pt x="3143957" y="3410476"/>
                </a:lnTo>
                <a:cubicBezTo>
                  <a:pt x="3144253" y="3410950"/>
                  <a:pt x="3144253" y="3411543"/>
                  <a:pt x="3143957" y="3412016"/>
                </a:cubicBezTo>
                <a:lnTo>
                  <a:pt x="3133060" y="3430850"/>
                </a:lnTo>
                <a:cubicBezTo>
                  <a:pt x="3132823" y="3431323"/>
                  <a:pt x="3132290" y="3431620"/>
                  <a:pt x="3131757" y="3431620"/>
                </a:cubicBezTo>
                <a:lnTo>
                  <a:pt x="3110021" y="3431620"/>
                </a:lnTo>
                <a:cubicBezTo>
                  <a:pt x="3109488" y="3431620"/>
                  <a:pt x="3109014" y="3431323"/>
                  <a:pt x="3108718" y="3430850"/>
                </a:cubicBezTo>
                <a:lnTo>
                  <a:pt x="3097880" y="3412016"/>
                </a:lnTo>
                <a:cubicBezTo>
                  <a:pt x="3097584" y="3411543"/>
                  <a:pt x="3097584" y="3410950"/>
                  <a:pt x="3097880" y="3410476"/>
                </a:cubicBezTo>
                <a:lnTo>
                  <a:pt x="3108778" y="3391643"/>
                </a:lnTo>
                <a:cubicBezTo>
                  <a:pt x="3109014" y="3391169"/>
                  <a:pt x="3109548" y="3390873"/>
                  <a:pt x="3110080" y="3390873"/>
                </a:cubicBezTo>
                <a:close/>
                <a:moveTo>
                  <a:pt x="5003507" y="3390577"/>
                </a:moveTo>
                <a:lnTo>
                  <a:pt x="5025597" y="3390577"/>
                </a:lnTo>
                <a:cubicBezTo>
                  <a:pt x="5026190" y="3390577"/>
                  <a:pt x="5026663" y="3390873"/>
                  <a:pt x="5026960" y="3391347"/>
                </a:cubicBezTo>
                <a:lnTo>
                  <a:pt x="5037975" y="3410477"/>
                </a:lnTo>
                <a:cubicBezTo>
                  <a:pt x="5038272" y="3410950"/>
                  <a:pt x="5038272" y="3411543"/>
                  <a:pt x="5037975" y="3412016"/>
                </a:cubicBezTo>
                <a:lnTo>
                  <a:pt x="5026900" y="3431146"/>
                </a:lnTo>
                <a:cubicBezTo>
                  <a:pt x="5026604" y="3431620"/>
                  <a:pt x="5026071" y="3431916"/>
                  <a:pt x="5025538" y="3431916"/>
                </a:cubicBezTo>
                <a:lnTo>
                  <a:pt x="5003447" y="3431916"/>
                </a:lnTo>
                <a:cubicBezTo>
                  <a:pt x="5002855" y="3431916"/>
                  <a:pt x="5002381" y="3431620"/>
                  <a:pt x="5002085" y="3431146"/>
                </a:cubicBezTo>
                <a:lnTo>
                  <a:pt x="4991069" y="3412016"/>
                </a:lnTo>
                <a:cubicBezTo>
                  <a:pt x="4990773" y="3411543"/>
                  <a:pt x="4990773" y="3410950"/>
                  <a:pt x="4991069" y="3410477"/>
                </a:cubicBezTo>
                <a:lnTo>
                  <a:pt x="5002144" y="3391347"/>
                </a:lnTo>
                <a:cubicBezTo>
                  <a:pt x="5002440" y="3390873"/>
                  <a:pt x="5002973" y="3390577"/>
                  <a:pt x="5003507" y="3390577"/>
                </a:cubicBezTo>
                <a:close/>
                <a:moveTo>
                  <a:pt x="2636457" y="3390577"/>
                </a:moveTo>
                <a:lnTo>
                  <a:pt x="2658548" y="3390577"/>
                </a:lnTo>
                <a:cubicBezTo>
                  <a:pt x="2659141" y="3390577"/>
                  <a:pt x="2659614" y="3390873"/>
                  <a:pt x="2659911" y="3391347"/>
                </a:cubicBezTo>
                <a:lnTo>
                  <a:pt x="2670926" y="3410477"/>
                </a:lnTo>
                <a:cubicBezTo>
                  <a:pt x="2671223" y="3410950"/>
                  <a:pt x="2671223" y="3411543"/>
                  <a:pt x="2670926" y="3412016"/>
                </a:cubicBezTo>
                <a:lnTo>
                  <a:pt x="2659851" y="3431146"/>
                </a:lnTo>
                <a:cubicBezTo>
                  <a:pt x="2659555" y="3431620"/>
                  <a:pt x="2659022" y="3431916"/>
                  <a:pt x="2658489" y="3431916"/>
                </a:cubicBezTo>
                <a:lnTo>
                  <a:pt x="2636398" y="3431916"/>
                </a:lnTo>
                <a:cubicBezTo>
                  <a:pt x="2635806" y="3431916"/>
                  <a:pt x="2635332" y="3431620"/>
                  <a:pt x="2635036" y="3431146"/>
                </a:cubicBezTo>
                <a:lnTo>
                  <a:pt x="2624020" y="3412016"/>
                </a:lnTo>
                <a:cubicBezTo>
                  <a:pt x="2623724" y="3411543"/>
                  <a:pt x="2623724" y="3410950"/>
                  <a:pt x="2624020" y="3410477"/>
                </a:cubicBezTo>
                <a:lnTo>
                  <a:pt x="2635095" y="3391347"/>
                </a:lnTo>
                <a:cubicBezTo>
                  <a:pt x="2635391" y="3390873"/>
                  <a:pt x="2635924" y="3390577"/>
                  <a:pt x="2636457" y="3390577"/>
                </a:cubicBezTo>
                <a:close/>
                <a:moveTo>
                  <a:pt x="3177418" y="3390459"/>
                </a:moveTo>
                <a:lnTo>
                  <a:pt x="3199628" y="3390459"/>
                </a:lnTo>
                <a:cubicBezTo>
                  <a:pt x="3200161" y="3390459"/>
                  <a:pt x="3200694" y="3390755"/>
                  <a:pt x="3200990" y="3391229"/>
                </a:cubicBezTo>
                <a:lnTo>
                  <a:pt x="3212065" y="3410477"/>
                </a:lnTo>
                <a:cubicBezTo>
                  <a:pt x="3212361" y="3410951"/>
                  <a:pt x="3212361" y="3411543"/>
                  <a:pt x="3212065" y="3412017"/>
                </a:cubicBezTo>
                <a:lnTo>
                  <a:pt x="3200990" y="3431265"/>
                </a:lnTo>
                <a:cubicBezTo>
                  <a:pt x="3200694" y="3431739"/>
                  <a:pt x="3200161" y="3432035"/>
                  <a:pt x="3199628" y="3432035"/>
                </a:cubicBezTo>
                <a:lnTo>
                  <a:pt x="3177418" y="3432035"/>
                </a:lnTo>
                <a:cubicBezTo>
                  <a:pt x="3176886" y="3432035"/>
                  <a:pt x="3176353" y="3431739"/>
                  <a:pt x="3176056" y="3431265"/>
                </a:cubicBezTo>
                <a:lnTo>
                  <a:pt x="3164981" y="3412017"/>
                </a:lnTo>
                <a:cubicBezTo>
                  <a:pt x="3164685" y="3411543"/>
                  <a:pt x="3164685" y="3410951"/>
                  <a:pt x="3164981" y="3410477"/>
                </a:cubicBezTo>
                <a:lnTo>
                  <a:pt x="3176056" y="3391229"/>
                </a:lnTo>
                <a:cubicBezTo>
                  <a:pt x="3176353" y="3390755"/>
                  <a:pt x="3176886" y="3390459"/>
                  <a:pt x="3177418" y="3390459"/>
                </a:cubicBezTo>
                <a:close/>
                <a:moveTo>
                  <a:pt x="4800483" y="3390340"/>
                </a:moveTo>
                <a:lnTo>
                  <a:pt x="4822811" y="3390340"/>
                </a:lnTo>
                <a:cubicBezTo>
                  <a:pt x="4823344" y="3390340"/>
                  <a:pt x="4823876" y="3390636"/>
                  <a:pt x="4824173" y="3391110"/>
                </a:cubicBezTo>
                <a:lnTo>
                  <a:pt x="4835307" y="3410417"/>
                </a:lnTo>
                <a:cubicBezTo>
                  <a:pt x="4835603" y="3410950"/>
                  <a:pt x="4835603" y="3411543"/>
                  <a:pt x="4835307" y="3412016"/>
                </a:cubicBezTo>
                <a:lnTo>
                  <a:pt x="4824173" y="3431324"/>
                </a:lnTo>
                <a:cubicBezTo>
                  <a:pt x="4823876" y="3431798"/>
                  <a:pt x="4823344" y="3432094"/>
                  <a:pt x="4822811" y="3432094"/>
                </a:cubicBezTo>
                <a:lnTo>
                  <a:pt x="4800483" y="3432094"/>
                </a:lnTo>
                <a:cubicBezTo>
                  <a:pt x="4799950" y="3432094"/>
                  <a:pt x="4799416" y="3431798"/>
                  <a:pt x="4799121" y="3431324"/>
                </a:cubicBezTo>
                <a:lnTo>
                  <a:pt x="4787986" y="3412016"/>
                </a:lnTo>
                <a:cubicBezTo>
                  <a:pt x="4787690" y="3411483"/>
                  <a:pt x="4787690" y="3410891"/>
                  <a:pt x="4787986" y="3410417"/>
                </a:cubicBezTo>
                <a:lnTo>
                  <a:pt x="4799121" y="3391110"/>
                </a:lnTo>
                <a:cubicBezTo>
                  <a:pt x="4799416" y="3390636"/>
                  <a:pt x="4799950" y="3390340"/>
                  <a:pt x="4800483" y="3390340"/>
                </a:cubicBezTo>
                <a:close/>
                <a:moveTo>
                  <a:pt x="2974455" y="3390340"/>
                </a:moveTo>
                <a:lnTo>
                  <a:pt x="2996782" y="3390340"/>
                </a:lnTo>
                <a:cubicBezTo>
                  <a:pt x="2997316" y="3390340"/>
                  <a:pt x="2997849" y="3390636"/>
                  <a:pt x="2998145" y="3391110"/>
                </a:cubicBezTo>
                <a:lnTo>
                  <a:pt x="3009279" y="3410417"/>
                </a:lnTo>
                <a:cubicBezTo>
                  <a:pt x="3009575" y="3410950"/>
                  <a:pt x="3009575" y="3411543"/>
                  <a:pt x="3009279" y="3412016"/>
                </a:cubicBezTo>
                <a:lnTo>
                  <a:pt x="2998145" y="3431324"/>
                </a:lnTo>
                <a:cubicBezTo>
                  <a:pt x="2997849" y="3431798"/>
                  <a:pt x="2997316" y="3432094"/>
                  <a:pt x="2996782" y="3432094"/>
                </a:cubicBezTo>
                <a:lnTo>
                  <a:pt x="2974455" y="3432094"/>
                </a:lnTo>
                <a:cubicBezTo>
                  <a:pt x="2973922" y="3432094"/>
                  <a:pt x="2973389" y="3431798"/>
                  <a:pt x="2973092" y="3431324"/>
                </a:cubicBezTo>
                <a:lnTo>
                  <a:pt x="2961958" y="3412016"/>
                </a:lnTo>
                <a:cubicBezTo>
                  <a:pt x="2961662" y="3411483"/>
                  <a:pt x="2961662" y="3410891"/>
                  <a:pt x="2961958" y="3410417"/>
                </a:cubicBezTo>
                <a:lnTo>
                  <a:pt x="2973092" y="3391110"/>
                </a:lnTo>
                <a:cubicBezTo>
                  <a:pt x="2973389" y="3390636"/>
                  <a:pt x="2973922" y="3390340"/>
                  <a:pt x="2974455" y="3390340"/>
                </a:cubicBezTo>
                <a:close/>
                <a:moveTo>
                  <a:pt x="2703974" y="3390340"/>
                </a:moveTo>
                <a:lnTo>
                  <a:pt x="2726301" y="3390340"/>
                </a:lnTo>
                <a:cubicBezTo>
                  <a:pt x="2726835" y="3390340"/>
                  <a:pt x="2727367" y="3390636"/>
                  <a:pt x="2727664" y="3391110"/>
                </a:cubicBezTo>
                <a:lnTo>
                  <a:pt x="2738798" y="3410417"/>
                </a:lnTo>
                <a:cubicBezTo>
                  <a:pt x="2739094" y="3410950"/>
                  <a:pt x="2739094" y="3411543"/>
                  <a:pt x="2738798" y="3412016"/>
                </a:cubicBezTo>
                <a:lnTo>
                  <a:pt x="2727664" y="3431324"/>
                </a:lnTo>
                <a:cubicBezTo>
                  <a:pt x="2727367" y="3431798"/>
                  <a:pt x="2726835" y="3432094"/>
                  <a:pt x="2726301" y="3432094"/>
                </a:cubicBezTo>
                <a:lnTo>
                  <a:pt x="2703974" y="3432094"/>
                </a:lnTo>
                <a:cubicBezTo>
                  <a:pt x="2703441" y="3432094"/>
                  <a:pt x="2702907" y="3431798"/>
                  <a:pt x="2702611" y="3431324"/>
                </a:cubicBezTo>
                <a:lnTo>
                  <a:pt x="2691477" y="3412016"/>
                </a:lnTo>
                <a:cubicBezTo>
                  <a:pt x="2691181" y="3411483"/>
                  <a:pt x="2691181" y="3410891"/>
                  <a:pt x="2691477" y="3410417"/>
                </a:cubicBezTo>
                <a:lnTo>
                  <a:pt x="2702611" y="3391110"/>
                </a:lnTo>
                <a:cubicBezTo>
                  <a:pt x="2702907" y="3390636"/>
                  <a:pt x="2703441" y="3390340"/>
                  <a:pt x="2703974" y="3390340"/>
                </a:cubicBezTo>
                <a:close/>
                <a:moveTo>
                  <a:pt x="4935694" y="3390162"/>
                </a:moveTo>
                <a:lnTo>
                  <a:pt x="4958200" y="3390162"/>
                </a:lnTo>
                <a:cubicBezTo>
                  <a:pt x="4958732" y="3390162"/>
                  <a:pt x="4959265" y="3390458"/>
                  <a:pt x="4959562" y="3390932"/>
                </a:cubicBezTo>
                <a:lnTo>
                  <a:pt x="4970815" y="3410417"/>
                </a:lnTo>
                <a:cubicBezTo>
                  <a:pt x="4971110" y="3410891"/>
                  <a:pt x="4971110" y="3411543"/>
                  <a:pt x="4970815" y="3412016"/>
                </a:cubicBezTo>
                <a:lnTo>
                  <a:pt x="4959562" y="3431501"/>
                </a:lnTo>
                <a:cubicBezTo>
                  <a:pt x="4959265" y="3431975"/>
                  <a:pt x="4958732" y="3432271"/>
                  <a:pt x="4958200" y="3432271"/>
                </a:cubicBezTo>
                <a:lnTo>
                  <a:pt x="4935694" y="3432271"/>
                </a:lnTo>
                <a:cubicBezTo>
                  <a:pt x="4935161" y="3432271"/>
                  <a:pt x="4934628" y="3431975"/>
                  <a:pt x="4934332" y="3431501"/>
                </a:cubicBezTo>
                <a:lnTo>
                  <a:pt x="4923079" y="3412016"/>
                </a:lnTo>
                <a:cubicBezTo>
                  <a:pt x="4922783" y="3411543"/>
                  <a:pt x="4922783" y="3410891"/>
                  <a:pt x="4923079" y="3410417"/>
                </a:cubicBezTo>
                <a:lnTo>
                  <a:pt x="4934332" y="3390932"/>
                </a:lnTo>
                <a:cubicBezTo>
                  <a:pt x="4934628" y="3390458"/>
                  <a:pt x="4935161" y="3390162"/>
                  <a:pt x="4935694" y="3390162"/>
                </a:cubicBezTo>
                <a:close/>
                <a:moveTo>
                  <a:pt x="2568644" y="3390162"/>
                </a:moveTo>
                <a:lnTo>
                  <a:pt x="2591149" y="3390162"/>
                </a:lnTo>
                <a:cubicBezTo>
                  <a:pt x="2591683" y="3390162"/>
                  <a:pt x="2592215" y="3390458"/>
                  <a:pt x="2592512" y="3390932"/>
                </a:cubicBezTo>
                <a:lnTo>
                  <a:pt x="2603764" y="3410417"/>
                </a:lnTo>
                <a:cubicBezTo>
                  <a:pt x="2604061" y="3410891"/>
                  <a:pt x="2604061" y="3411543"/>
                  <a:pt x="2603764" y="3412016"/>
                </a:cubicBezTo>
                <a:lnTo>
                  <a:pt x="2592512" y="3431501"/>
                </a:lnTo>
                <a:cubicBezTo>
                  <a:pt x="2592215" y="3431975"/>
                  <a:pt x="2591683" y="3432271"/>
                  <a:pt x="2591149" y="3432271"/>
                </a:cubicBezTo>
                <a:lnTo>
                  <a:pt x="2568644" y="3432271"/>
                </a:lnTo>
                <a:cubicBezTo>
                  <a:pt x="2568111" y="3432271"/>
                  <a:pt x="2567578" y="3431975"/>
                  <a:pt x="2567282" y="3431501"/>
                </a:cubicBezTo>
                <a:lnTo>
                  <a:pt x="2556029" y="3412016"/>
                </a:lnTo>
                <a:cubicBezTo>
                  <a:pt x="2555733" y="3411543"/>
                  <a:pt x="2555733" y="3410891"/>
                  <a:pt x="2556029" y="3410417"/>
                </a:cubicBezTo>
                <a:lnTo>
                  <a:pt x="2567282" y="3390932"/>
                </a:lnTo>
                <a:cubicBezTo>
                  <a:pt x="2567578" y="3390458"/>
                  <a:pt x="2568111" y="3390162"/>
                  <a:pt x="2568644" y="3390162"/>
                </a:cubicBezTo>
                <a:close/>
                <a:moveTo>
                  <a:pt x="2838888" y="3389748"/>
                </a:moveTo>
                <a:lnTo>
                  <a:pt x="2861867" y="3389748"/>
                </a:lnTo>
                <a:cubicBezTo>
                  <a:pt x="2862460" y="3389748"/>
                  <a:pt x="2862993" y="3390103"/>
                  <a:pt x="2863289" y="3390577"/>
                </a:cubicBezTo>
                <a:lnTo>
                  <a:pt x="2874778" y="3410477"/>
                </a:lnTo>
                <a:cubicBezTo>
                  <a:pt x="2875075" y="3410950"/>
                  <a:pt x="2875075" y="3411602"/>
                  <a:pt x="2874778" y="3412076"/>
                </a:cubicBezTo>
                <a:lnTo>
                  <a:pt x="2863289" y="3431976"/>
                </a:lnTo>
                <a:cubicBezTo>
                  <a:pt x="2862993" y="3432508"/>
                  <a:pt x="2862460" y="3432804"/>
                  <a:pt x="2861867" y="3432804"/>
                </a:cubicBezTo>
                <a:lnTo>
                  <a:pt x="2838888" y="3432804"/>
                </a:lnTo>
                <a:cubicBezTo>
                  <a:pt x="2838296" y="3432804"/>
                  <a:pt x="2837763" y="3432449"/>
                  <a:pt x="2837467" y="3431976"/>
                </a:cubicBezTo>
                <a:lnTo>
                  <a:pt x="2825977" y="3412076"/>
                </a:lnTo>
                <a:cubicBezTo>
                  <a:pt x="2825681" y="3411602"/>
                  <a:pt x="2825681" y="3410950"/>
                  <a:pt x="2825977" y="3410477"/>
                </a:cubicBezTo>
                <a:lnTo>
                  <a:pt x="2837467" y="3390577"/>
                </a:lnTo>
                <a:cubicBezTo>
                  <a:pt x="2837763" y="3390044"/>
                  <a:pt x="2838296" y="3389748"/>
                  <a:pt x="2838888" y="3389748"/>
                </a:cubicBezTo>
                <a:close/>
                <a:moveTo>
                  <a:pt x="4867703" y="3389392"/>
                </a:moveTo>
                <a:lnTo>
                  <a:pt x="4890979" y="3389392"/>
                </a:lnTo>
                <a:cubicBezTo>
                  <a:pt x="4891571" y="3389392"/>
                  <a:pt x="4892104" y="3389688"/>
                  <a:pt x="4892400" y="3390221"/>
                </a:cubicBezTo>
                <a:lnTo>
                  <a:pt x="4904008" y="3410417"/>
                </a:lnTo>
                <a:cubicBezTo>
                  <a:pt x="4904304" y="3410950"/>
                  <a:pt x="4904304" y="3411542"/>
                  <a:pt x="4904008" y="3412075"/>
                </a:cubicBezTo>
                <a:lnTo>
                  <a:pt x="4892341" y="3432271"/>
                </a:lnTo>
                <a:cubicBezTo>
                  <a:pt x="4892044" y="3432804"/>
                  <a:pt x="4891511" y="3433100"/>
                  <a:pt x="4890919" y="3433100"/>
                </a:cubicBezTo>
                <a:lnTo>
                  <a:pt x="4867644" y="3433100"/>
                </a:lnTo>
                <a:cubicBezTo>
                  <a:pt x="4867051" y="3433100"/>
                  <a:pt x="4866519" y="3432804"/>
                  <a:pt x="4866222" y="3432271"/>
                </a:cubicBezTo>
                <a:lnTo>
                  <a:pt x="4854614" y="3412075"/>
                </a:lnTo>
                <a:cubicBezTo>
                  <a:pt x="4854318" y="3411542"/>
                  <a:pt x="4854318" y="3410950"/>
                  <a:pt x="4854614" y="3410417"/>
                </a:cubicBezTo>
                <a:lnTo>
                  <a:pt x="4866281" y="3390221"/>
                </a:lnTo>
                <a:cubicBezTo>
                  <a:pt x="4866578" y="3389688"/>
                  <a:pt x="4867111" y="3389392"/>
                  <a:pt x="4867703" y="3389392"/>
                </a:cubicBezTo>
                <a:close/>
                <a:moveTo>
                  <a:pt x="2770958" y="3389096"/>
                </a:moveTo>
                <a:lnTo>
                  <a:pt x="2794589" y="3389096"/>
                </a:lnTo>
                <a:cubicBezTo>
                  <a:pt x="2795181" y="3389096"/>
                  <a:pt x="2795714" y="3389392"/>
                  <a:pt x="2796010" y="3389925"/>
                </a:cubicBezTo>
                <a:lnTo>
                  <a:pt x="2807796" y="3410417"/>
                </a:lnTo>
                <a:cubicBezTo>
                  <a:pt x="2808092" y="3410891"/>
                  <a:pt x="2808092" y="3411543"/>
                  <a:pt x="2807796" y="3412075"/>
                </a:cubicBezTo>
                <a:lnTo>
                  <a:pt x="2795951" y="3432567"/>
                </a:lnTo>
                <a:cubicBezTo>
                  <a:pt x="2795655" y="3433100"/>
                  <a:pt x="2795121" y="3433397"/>
                  <a:pt x="2794529" y="3433397"/>
                </a:cubicBezTo>
                <a:lnTo>
                  <a:pt x="2770898" y="3433397"/>
                </a:lnTo>
                <a:cubicBezTo>
                  <a:pt x="2770306" y="3433397"/>
                  <a:pt x="2769773" y="3433100"/>
                  <a:pt x="2769477" y="3432567"/>
                </a:cubicBezTo>
                <a:lnTo>
                  <a:pt x="2757691" y="3412075"/>
                </a:lnTo>
                <a:cubicBezTo>
                  <a:pt x="2757395" y="3411602"/>
                  <a:pt x="2757395" y="3410950"/>
                  <a:pt x="2757691" y="3410417"/>
                </a:cubicBezTo>
                <a:lnTo>
                  <a:pt x="2769536" y="3389925"/>
                </a:lnTo>
                <a:cubicBezTo>
                  <a:pt x="2769832" y="3389392"/>
                  <a:pt x="2770365" y="3389096"/>
                  <a:pt x="2770958" y="3389096"/>
                </a:cubicBezTo>
                <a:close/>
                <a:moveTo>
                  <a:pt x="2906050" y="3388919"/>
                </a:moveTo>
                <a:lnTo>
                  <a:pt x="2929917" y="3388919"/>
                </a:lnTo>
                <a:cubicBezTo>
                  <a:pt x="2930510" y="3388919"/>
                  <a:pt x="2931102" y="3389215"/>
                  <a:pt x="2931398" y="3389748"/>
                </a:cubicBezTo>
                <a:lnTo>
                  <a:pt x="2943302" y="3410418"/>
                </a:lnTo>
                <a:cubicBezTo>
                  <a:pt x="2943598" y="3410891"/>
                  <a:pt x="2943598" y="3411543"/>
                  <a:pt x="2943302" y="3412076"/>
                </a:cubicBezTo>
                <a:lnTo>
                  <a:pt x="2931398" y="3432745"/>
                </a:lnTo>
                <a:cubicBezTo>
                  <a:pt x="2931043" y="3433219"/>
                  <a:pt x="2930510" y="3433575"/>
                  <a:pt x="2929917" y="3433575"/>
                </a:cubicBezTo>
                <a:lnTo>
                  <a:pt x="2906050" y="3433575"/>
                </a:lnTo>
                <a:cubicBezTo>
                  <a:pt x="2905458" y="3433575"/>
                  <a:pt x="2904865" y="3433279"/>
                  <a:pt x="2904569" y="3432745"/>
                </a:cubicBezTo>
                <a:lnTo>
                  <a:pt x="2892665" y="3412076"/>
                </a:lnTo>
                <a:cubicBezTo>
                  <a:pt x="2892369" y="3411602"/>
                  <a:pt x="2892369" y="3410951"/>
                  <a:pt x="2892665" y="3410418"/>
                </a:cubicBezTo>
                <a:lnTo>
                  <a:pt x="2904569" y="3389748"/>
                </a:lnTo>
                <a:cubicBezTo>
                  <a:pt x="2904925" y="3389274"/>
                  <a:pt x="2905458" y="3388919"/>
                  <a:pt x="2906050" y="3388919"/>
                </a:cubicBezTo>
                <a:close/>
                <a:moveTo>
                  <a:pt x="3041319" y="3388800"/>
                </a:moveTo>
                <a:lnTo>
                  <a:pt x="3065246" y="3388800"/>
                </a:lnTo>
                <a:cubicBezTo>
                  <a:pt x="3065839" y="3388800"/>
                  <a:pt x="3066431" y="3389096"/>
                  <a:pt x="3066727" y="3389629"/>
                </a:cubicBezTo>
                <a:lnTo>
                  <a:pt x="3078690" y="3410358"/>
                </a:lnTo>
                <a:cubicBezTo>
                  <a:pt x="3078986" y="3410891"/>
                  <a:pt x="3078986" y="3411543"/>
                  <a:pt x="3078690" y="3412075"/>
                </a:cubicBezTo>
                <a:lnTo>
                  <a:pt x="3066727" y="3432804"/>
                </a:lnTo>
                <a:cubicBezTo>
                  <a:pt x="3066371" y="3433278"/>
                  <a:pt x="3065839" y="3433633"/>
                  <a:pt x="3065246" y="3433633"/>
                </a:cubicBezTo>
                <a:lnTo>
                  <a:pt x="3041319" y="3433633"/>
                </a:lnTo>
                <a:cubicBezTo>
                  <a:pt x="3040727" y="3433633"/>
                  <a:pt x="3040135" y="3433337"/>
                  <a:pt x="3039839" y="3432804"/>
                </a:cubicBezTo>
                <a:lnTo>
                  <a:pt x="3027875" y="3412075"/>
                </a:lnTo>
                <a:cubicBezTo>
                  <a:pt x="3027579" y="3411543"/>
                  <a:pt x="3027579" y="3410891"/>
                  <a:pt x="3027875" y="3410358"/>
                </a:cubicBezTo>
                <a:lnTo>
                  <a:pt x="3039839" y="3389629"/>
                </a:lnTo>
                <a:cubicBezTo>
                  <a:pt x="3040194" y="3389155"/>
                  <a:pt x="3040727" y="3388800"/>
                  <a:pt x="3041319" y="3388800"/>
                </a:cubicBezTo>
                <a:close/>
                <a:moveTo>
                  <a:pt x="4262186" y="3336801"/>
                </a:moveTo>
                <a:lnTo>
                  <a:pt x="4279065" y="3336801"/>
                </a:lnTo>
                <a:cubicBezTo>
                  <a:pt x="4279480" y="3336801"/>
                  <a:pt x="4279835" y="3337038"/>
                  <a:pt x="4280072" y="3337393"/>
                </a:cubicBezTo>
                <a:lnTo>
                  <a:pt x="4288481" y="3352022"/>
                </a:lnTo>
                <a:cubicBezTo>
                  <a:pt x="4288718" y="3352377"/>
                  <a:pt x="4288718" y="3352851"/>
                  <a:pt x="4288481" y="3353206"/>
                </a:cubicBezTo>
                <a:lnTo>
                  <a:pt x="4280013" y="3367835"/>
                </a:lnTo>
                <a:cubicBezTo>
                  <a:pt x="4279835" y="3368190"/>
                  <a:pt x="4279420" y="3368427"/>
                  <a:pt x="4279005" y="3368427"/>
                </a:cubicBezTo>
                <a:lnTo>
                  <a:pt x="4262126" y="3368427"/>
                </a:lnTo>
                <a:cubicBezTo>
                  <a:pt x="4261712" y="3368427"/>
                  <a:pt x="4261356" y="3368190"/>
                  <a:pt x="4261119" y="3367835"/>
                </a:cubicBezTo>
                <a:lnTo>
                  <a:pt x="4252710" y="3353206"/>
                </a:lnTo>
                <a:cubicBezTo>
                  <a:pt x="4252473" y="3352851"/>
                  <a:pt x="4252473" y="3352377"/>
                  <a:pt x="4252710" y="3352022"/>
                </a:cubicBezTo>
                <a:lnTo>
                  <a:pt x="4261179" y="3337393"/>
                </a:lnTo>
                <a:cubicBezTo>
                  <a:pt x="4261356" y="3337038"/>
                  <a:pt x="4261771" y="3336801"/>
                  <a:pt x="4262186" y="3336801"/>
                </a:cubicBezTo>
                <a:close/>
                <a:moveTo>
                  <a:pt x="4059221" y="3336682"/>
                </a:moveTo>
                <a:lnTo>
                  <a:pt x="4076219" y="3336682"/>
                </a:lnTo>
                <a:cubicBezTo>
                  <a:pt x="4076693" y="3336682"/>
                  <a:pt x="4077048" y="3336919"/>
                  <a:pt x="4077285" y="3337274"/>
                </a:cubicBezTo>
                <a:lnTo>
                  <a:pt x="4085754" y="3352021"/>
                </a:lnTo>
                <a:cubicBezTo>
                  <a:pt x="4085991" y="3352377"/>
                  <a:pt x="4085991" y="3352850"/>
                  <a:pt x="4085754" y="3353206"/>
                </a:cubicBezTo>
                <a:lnTo>
                  <a:pt x="4077226" y="3367953"/>
                </a:lnTo>
                <a:cubicBezTo>
                  <a:pt x="4076989" y="3368308"/>
                  <a:pt x="4076575" y="3368545"/>
                  <a:pt x="4076160" y="3368545"/>
                </a:cubicBezTo>
                <a:lnTo>
                  <a:pt x="4059162" y="3368545"/>
                </a:lnTo>
                <a:cubicBezTo>
                  <a:pt x="4058688" y="3368545"/>
                  <a:pt x="4058333" y="3368308"/>
                  <a:pt x="4058096" y="3367953"/>
                </a:cubicBezTo>
                <a:lnTo>
                  <a:pt x="4049627" y="3353206"/>
                </a:lnTo>
                <a:cubicBezTo>
                  <a:pt x="4049390" y="3352850"/>
                  <a:pt x="4049390" y="3352377"/>
                  <a:pt x="4049627" y="3352021"/>
                </a:cubicBezTo>
                <a:lnTo>
                  <a:pt x="4058156" y="3337274"/>
                </a:lnTo>
                <a:cubicBezTo>
                  <a:pt x="4058392" y="3336919"/>
                  <a:pt x="4058807" y="3336682"/>
                  <a:pt x="4059221" y="3336682"/>
                </a:cubicBezTo>
                <a:close/>
                <a:moveTo>
                  <a:pt x="3991468" y="3336504"/>
                </a:moveTo>
                <a:lnTo>
                  <a:pt x="4008702" y="3336504"/>
                </a:lnTo>
                <a:cubicBezTo>
                  <a:pt x="4009117" y="3336504"/>
                  <a:pt x="4009531" y="3336741"/>
                  <a:pt x="4009768" y="3337096"/>
                </a:cubicBezTo>
                <a:lnTo>
                  <a:pt x="4018356" y="3352021"/>
                </a:lnTo>
                <a:cubicBezTo>
                  <a:pt x="4018593" y="3352436"/>
                  <a:pt x="4018593" y="3352909"/>
                  <a:pt x="4018356" y="3353265"/>
                </a:cubicBezTo>
                <a:lnTo>
                  <a:pt x="4009709" y="3368190"/>
                </a:lnTo>
                <a:cubicBezTo>
                  <a:pt x="4009472" y="3368545"/>
                  <a:pt x="4009058" y="3368782"/>
                  <a:pt x="4008643" y="3368782"/>
                </a:cubicBezTo>
                <a:lnTo>
                  <a:pt x="3991409" y="3368782"/>
                </a:lnTo>
                <a:cubicBezTo>
                  <a:pt x="3990994" y="3368782"/>
                  <a:pt x="3990579" y="3368545"/>
                  <a:pt x="3990342" y="3368190"/>
                </a:cubicBezTo>
                <a:lnTo>
                  <a:pt x="3981755" y="3353265"/>
                </a:lnTo>
                <a:cubicBezTo>
                  <a:pt x="3981518" y="3352850"/>
                  <a:pt x="3981518" y="3352377"/>
                  <a:pt x="3981755" y="3352021"/>
                </a:cubicBezTo>
                <a:lnTo>
                  <a:pt x="3990401" y="3337096"/>
                </a:lnTo>
                <a:cubicBezTo>
                  <a:pt x="3990639" y="3336741"/>
                  <a:pt x="3991053" y="3336504"/>
                  <a:pt x="3991468" y="3336504"/>
                </a:cubicBezTo>
                <a:close/>
                <a:moveTo>
                  <a:pt x="3856079" y="3336208"/>
                </a:moveTo>
                <a:lnTo>
                  <a:pt x="3873610" y="3336208"/>
                </a:lnTo>
                <a:cubicBezTo>
                  <a:pt x="3874024" y="3336208"/>
                  <a:pt x="3874439" y="3336445"/>
                  <a:pt x="3874675" y="3336800"/>
                </a:cubicBezTo>
                <a:lnTo>
                  <a:pt x="3883441" y="3352021"/>
                </a:lnTo>
                <a:cubicBezTo>
                  <a:pt x="3883678" y="3352377"/>
                  <a:pt x="3883678" y="3352910"/>
                  <a:pt x="3883441" y="3353265"/>
                </a:cubicBezTo>
                <a:lnTo>
                  <a:pt x="3874675" y="3368486"/>
                </a:lnTo>
                <a:cubicBezTo>
                  <a:pt x="3874439" y="3368841"/>
                  <a:pt x="3874024" y="3369078"/>
                  <a:pt x="3873610" y="3369078"/>
                </a:cubicBezTo>
                <a:lnTo>
                  <a:pt x="3856079" y="3369078"/>
                </a:lnTo>
                <a:cubicBezTo>
                  <a:pt x="3855664" y="3369078"/>
                  <a:pt x="3855250" y="3368841"/>
                  <a:pt x="3855013" y="3368486"/>
                </a:cubicBezTo>
                <a:lnTo>
                  <a:pt x="3846248" y="3353265"/>
                </a:lnTo>
                <a:cubicBezTo>
                  <a:pt x="3846011" y="3352910"/>
                  <a:pt x="3846011" y="3352377"/>
                  <a:pt x="3846248" y="3352021"/>
                </a:cubicBezTo>
                <a:lnTo>
                  <a:pt x="3855013" y="3336800"/>
                </a:lnTo>
                <a:cubicBezTo>
                  <a:pt x="3855250" y="3336445"/>
                  <a:pt x="3855664" y="3336208"/>
                  <a:pt x="3856079" y="3336208"/>
                </a:cubicBezTo>
                <a:close/>
                <a:moveTo>
                  <a:pt x="4194136" y="3335971"/>
                </a:moveTo>
                <a:lnTo>
                  <a:pt x="4211904" y="3335971"/>
                </a:lnTo>
                <a:cubicBezTo>
                  <a:pt x="4212318" y="3335971"/>
                  <a:pt x="4212733" y="3336208"/>
                  <a:pt x="4212970" y="3336622"/>
                </a:cubicBezTo>
                <a:lnTo>
                  <a:pt x="4221853" y="3352021"/>
                </a:lnTo>
                <a:cubicBezTo>
                  <a:pt x="4222091" y="3352376"/>
                  <a:pt x="4222091" y="3352850"/>
                  <a:pt x="4221853" y="3353265"/>
                </a:cubicBezTo>
                <a:lnTo>
                  <a:pt x="4212970" y="3368663"/>
                </a:lnTo>
                <a:cubicBezTo>
                  <a:pt x="4212733" y="3369078"/>
                  <a:pt x="4212318" y="3369315"/>
                  <a:pt x="4211904" y="3369315"/>
                </a:cubicBezTo>
                <a:lnTo>
                  <a:pt x="4194136" y="3369315"/>
                </a:lnTo>
                <a:cubicBezTo>
                  <a:pt x="4193721" y="3369315"/>
                  <a:pt x="4193307" y="3369078"/>
                  <a:pt x="4193070" y="3368663"/>
                </a:cubicBezTo>
                <a:lnTo>
                  <a:pt x="4184186" y="3353265"/>
                </a:lnTo>
                <a:cubicBezTo>
                  <a:pt x="4183950" y="3352909"/>
                  <a:pt x="4183950" y="3352435"/>
                  <a:pt x="4184186" y="3352021"/>
                </a:cubicBezTo>
                <a:lnTo>
                  <a:pt x="4193070" y="3336622"/>
                </a:lnTo>
                <a:cubicBezTo>
                  <a:pt x="4193307" y="3336208"/>
                  <a:pt x="4193721" y="3335971"/>
                  <a:pt x="4194136" y="3335971"/>
                </a:cubicBezTo>
                <a:close/>
                <a:moveTo>
                  <a:pt x="3788267" y="3335853"/>
                </a:moveTo>
                <a:lnTo>
                  <a:pt x="3806153" y="3335853"/>
                </a:lnTo>
                <a:cubicBezTo>
                  <a:pt x="3806567" y="3335853"/>
                  <a:pt x="3806982" y="3336090"/>
                  <a:pt x="3807219" y="3336504"/>
                </a:cubicBezTo>
                <a:lnTo>
                  <a:pt x="3816161" y="3352022"/>
                </a:lnTo>
                <a:cubicBezTo>
                  <a:pt x="3816398" y="3352377"/>
                  <a:pt x="3816398" y="3352851"/>
                  <a:pt x="3816161" y="3353265"/>
                </a:cubicBezTo>
                <a:lnTo>
                  <a:pt x="3807219" y="3368782"/>
                </a:lnTo>
                <a:cubicBezTo>
                  <a:pt x="3807041" y="3369197"/>
                  <a:pt x="3806626" y="3369434"/>
                  <a:pt x="3806153" y="3369434"/>
                </a:cubicBezTo>
                <a:lnTo>
                  <a:pt x="3788267" y="3369434"/>
                </a:lnTo>
                <a:cubicBezTo>
                  <a:pt x="3787852" y="3369434"/>
                  <a:pt x="3787437" y="3369197"/>
                  <a:pt x="3787201" y="3368782"/>
                </a:cubicBezTo>
                <a:lnTo>
                  <a:pt x="3778258" y="3353265"/>
                </a:lnTo>
                <a:cubicBezTo>
                  <a:pt x="3778021" y="3352910"/>
                  <a:pt x="3778021" y="3352436"/>
                  <a:pt x="3778258" y="3352022"/>
                </a:cubicBezTo>
                <a:lnTo>
                  <a:pt x="3787201" y="3336504"/>
                </a:lnTo>
                <a:cubicBezTo>
                  <a:pt x="3787378" y="3336090"/>
                  <a:pt x="3787793" y="3335853"/>
                  <a:pt x="3788267" y="3335853"/>
                </a:cubicBezTo>
                <a:close/>
                <a:moveTo>
                  <a:pt x="4126382" y="3335793"/>
                </a:moveTo>
                <a:lnTo>
                  <a:pt x="4144387" y="3335793"/>
                </a:lnTo>
                <a:cubicBezTo>
                  <a:pt x="4144860" y="3335793"/>
                  <a:pt x="4145275" y="3336030"/>
                  <a:pt x="4145512" y="3336445"/>
                </a:cubicBezTo>
                <a:lnTo>
                  <a:pt x="4154514" y="3352021"/>
                </a:lnTo>
                <a:cubicBezTo>
                  <a:pt x="4154751" y="3352376"/>
                  <a:pt x="4154751" y="3352850"/>
                  <a:pt x="4154514" y="3353264"/>
                </a:cubicBezTo>
                <a:lnTo>
                  <a:pt x="4145512" y="3368841"/>
                </a:lnTo>
                <a:cubicBezTo>
                  <a:pt x="4145275" y="3369255"/>
                  <a:pt x="4144860" y="3369492"/>
                  <a:pt x="4144387" y="3369492"/>
                </a:cubicBezTo>
                <a:lnTo>
                  <a:pt x="4126382" y="3369492"/>
                </a:lnTo>
                <a:cubicBezTo>
                  <a:pt x="4125909" y="3369492"/>
                  <a:pt x="4125494" y="3369255"/>
                  <a:pt x="4125257" y="3368841"/>
                </a:cubicBezTo>
                <a:lnTo>
                  <a:pt x="4116255" y="3353264"/>
                </a:lnTo>
                <a:cubicBezTo>
                  <a:pt x="4116018" y="3352909"/>
                  <a:pt x="4116018" y="3352435"/>
                  <a:pt x="4116255" y="3352021"/>
                </a:cubicBezTo>
                <a:lnTo>
                  <a:pt x="4125257" y="3336445"/>
                </a:lnTo>
                <a:cubicBezTo>
                  <a:pt x="4125494" y="3336030"/>
                  <a:pt x="4125909" y="3335793"/>
                  <a:pt x="4126382" y="3335793"/>
                </a:cubicBezTo>
                <a:close/>
                <a:moveTo>
                  <a:pt x="4396745" y="3335438"/>
                </a:moveTo>
                <a:lnTo>
                  <a:pt x="4415045" y="3335438"/>
                </a:lnTo>
                <a:cubicBezTo>
                  <a:pt x="4415520" y="3335438"/>
                  <a:pt x="4415934" y="3335675"/>
                  <a:pt x="4416171" y="3336090"/>
                </a:cubicBezTo>
                <a:lnTo>
                  <a:pt x="4425351" y="3351962"/>
                </a:lnTo>
                <a:cubicBezTo>
                  <a:pt x="4425588" y="3352377"/>
                  <a:pt x="4425588" y="3352850"/>
                  <a:pt x="4425351" y="3353265"/>
                </a:cubicBezTo>
                <a:lnTo>
                  <a:pt x="4416171" y="3369137"/>
                </a:lnTo>
                <a:cubicBezTo>
                  <a:pt x="4415934" y="3369552"/>
                  <a:pt x="4415520" y="3369789"/>
                  <a:pt x="4415045" y="3369789"/>
                </a:cubicBezTo>
                <a:lnTo>
                  <a:pt x="4396745" y="3369789"/>
                </a:lnTo>
                <a:cubicBezTo>
                  <a:pt x="4396271" y="3369789"/>
                  <a:pt x="4395856" y="3369552"/>
                  <a:pt x="4395620" y="3369137"/>
                </a:cubicBezTo>
                <a:lnTo>
                  <a:pt x="4386440" y="3353265"/>
                </a:lnTo>
                <a:cubicBezTo>
                  <a:pt x="4386203" y="3352850"/>
                  <a:pt x="4386203" y="3352377"/>
                  <a:pt x="4386440" y="3351962"/>
                </a:cubicBezTo>
                <a:lnTo>
                  <a:pt x="4395620" y="3336090"/>
                </a:lnTo>
                <a:cubicBezTo>
                  <a:pt x="4395856" y="3335675"/>
                  <a:pt x="4396271" y="3335438"/>
                  <a:pt x="4396745" y="3335438"/>
                </a:cubicBezTo>
                <a:close/>
                <a:moveTo>
                  <a:pt x="3585066" y="3335261"/>
                </a:moveTo>
                <a:lnTo>
                  <a:pt x="3603603" y="3335261"/>
                </a:lnTo>
                <a:cubicBezTo>
                  <a:pt x="3604077" y="3335261"/>
                  <a:pt x="3604491" y="3335498"/>
                  <a:pt x="3604728" y="3335912"/>
                </a:cubicBezTo>
                <a:lnTo>
                  <a:pt x="3613967" y="3351963"/>
                </a:lnTo>
                <a:cubicBezTo>
                  <a:pt x="3614204" y="3352377"/>
                  <a:pt x="3614204" y="3352851"/>
                  <a:pt x="3613967" y="3353265"/>
                </a:cubicBezTo>
                <a:lnTo>
                  <a:pt x="3604669" y="3369315"/>
                </a:lnTo>
                <a:cubicBezTo>
                  <a:pt x="3604432" y="3369730"/>
                  <a:pt x="3604017" y="3369967"/>
                  <a:pt x="3603544" y="3369967"/>
                </a:cubicBezTo>
                <a:lnTo>
                  <a:pt x="3585006" y="3369967"/>
                </a:lnTo>
                <a:cubicBezTo>
                  <a:pt x="3584532" y="3369967"/>
                  <a:pt x="3584118" y="3369730"/>
                  <a:pt x="3583881" y="3369315"/>
                </a:cubicBezTo>
                <a:lnTo>
                  <a:pt x="3574642" y="3353265"/>
                </a:lnTo>
                <a:cubicBezTo>
                  <a:pt x="3574405" y="3352851"/>
                  <a:pt x="3574405" y="3352377"/>
                  <a:pt x="3574642" y="3351963"/>
                </a:cubicBezTo>
                <a:lnTo>
                  <a:pt x="3583940" y="3335912"/>
                </a:lnTo>
                <a:cubicBezTo>
                  <a:pt x="3584177" y="3335498"/>
                  <a:pt x="3584591" y="3335261"/>
                  <a:pt x="3585066" y="3335261"/>
                </a:cubicBezTo>
                <a:close/>
                <a:moveTo>
                  <a:pt x="4328933" y="3335142"/>
                </a:moveTo>
                <a:lnTo>
                  <a:pt x="4347589" y="3335142"/>
                </a:lnTo>
                <a:cubicBezTo>
                  <a:pt x="4348062" y="3335142"/>
                  <a:pt x="4348477" y="3335379"/>
                  <a:pt x="4348714" y="3335793"/>
                </a:cubicBezTo>
                <a:lnTo>
                  <a:pt x="4358013" y="3351962"/>
                </a:lnTo>
                <a:cubicBezTo>
                  <a:pt x="4358249" y="3352377"/>
                  <a:pt x="4358249" y="3352850"/>
                  <a:pt x="4358013" y="3353265"/>
                </a:cubicBezTo>
                <a:lnTo>
                  <a:pt x="4348655" y="3369433"/>
                </a:lnTo>
                <a:cubicBezTo>
                  <a:pt x="4348417" y="3369848"/>
                  <a:pt x="4348003" y="3370085"/>
                  <a:pt x="4347530" y="3370085"/>
                </a:cubicBezTo>
                <a:lnTo>
                  <a:pt x="4328874" y="3370085"/>
                </a:lnTo>
                <a:cubicBezTo>
                  <a:pt x="4328400" y="3370085"/>
                  <a:pt x="4327985" y="3369848"/>
                  <a:pt x="4327748" y="3369433"/>
                </a:cubicBezTo>
                <a:lnTo>
                  <a:pt x="4318450" y="3353265"/>
                </a:lnTo>
                <a:cubicBezTo>
                  <a:pt x="4318213" y="3352850"/>
                  <a:pt x="4318213" y="3352377"/>
                  <a:pt x="4318450" y="3351962"/>
                </a:cubicBezTo>
                <a:lnTo>
                  <a:pt x="4327807" y="3335793"/>
                </a:lnTo>
                <a:cubicBezTo>
                  <a:pt x="4328044" y="3335379"/>
                  <a:pt x="4328459" y="3335142"/>
                  <a:pt x="4328933" y="3335142"/>
                </a:cubicBezTo>
                <a:close/>
                <a:moveTo>
                  <a:pt x="3923182" y="3335142"/>
                </a:moveTo>
                <a:lnTo>
                  <a:pt x="3941838" y="3335142"/>
                </a:lnTo>
                <a:cubicBezTo>
                  <a:pt x="3942311" y="3335142"/>
                  <a:pt x="3942726" y="3335379"/>
                  <a:pt x="3942963" y="3335793"/>
                </a:cubicBezTo>
                <a:lnTo>
                  <a:pt x="3952262" y="3351962"/>
                </a:lnTo>
                <a:cubicBezTo>
                  <a:pt x="3952498" y="3352377"/>
                  <a:pt x="3952498" y="3352850"/>
                  <a:pt x="3952262" y="3353265"/>
                </a:cubicBezTo>
                <a:lnTo>
                  <a:pt x="3942904" y="3369433"/>
                </a:lnTo>
                <a:cubicBezTo>
                  <a:pt x="3942667" y="3369848"/>
                  <a:pt x="3942252" y="3370085"/>
                  <a:pt x="3941779" y="3370085"/>
                </a:cubicBezTo>
                <a:lnTo>
                  <a:pt x="3923123" y="3370085"/>
                </a:lnTo>
                <a:cubicBezTo>
                  <a:pt x="3922649" y="3370085"/>
                  <a:pt x="3922234" y="3369848"/>
                  <a:pt x="3921997" y="3369433"/>
                </a:cubicBezTo>
                <a:lnTo>
                  <a:pt x="3912699" y="3353265"/>
                </a:lnTo>
                <a:cubicBezTo>
                  <a:pt x="3912462" y="3352850"/>
                  <a:pt x="3912462" y="3352377"/>
                  <a:pt x="3912699" y="3351962"/>
                </a:cubicBezTo>
                <a:lnTo>
                  <a:pt x="3922056" y="3335793"/>
                </a:lnTo>
                <a:cubicBezTo>
                  <a:pt x="3922293" y="3335379"/>
                  <a:pt x="3922708" y="3335142"/>
                  <a:pt x="3923182" y="3335142"/>
                </a:cubicBezTo>
                <a:close/>
                <a:moveTo>
                  <a:pt x="3720276" y="3335142"/>
                </a:moveTo>
                <a:lnTo>
                  <a:pt x="3738932" y="3335142"/>
                </a:lnTo>
                <a:cubicBezTo>
                  <a:pt x="3739405" y="3335142"/>
                  <a:pt x="3739820" y="3335379"/>
                  <a:pt x="3740057" y="3335793"/>
                </a:cubicBezTo>
                <a:lnTo>
                  <a:pt x="3749356" y="3351962"/>
                </a:lnTo>
                <a:cubicBezTo>
                  <a:pt x="3749592" y="3352377"/>
                  <a:pt x="3749592" y="3352850"/>
                  <a:pt x="3749356" y="3353265"/>
                </a:cubicBezTo>
                <a:lnTo>
                  <a:pt x="3739998" y="3369433"/>
                </a:lnTo>
                <a:cubicBezTo>
                  <a:pt x="3739761" y="3369848"/>
                  <a:pt x="3739346" y="3370085"/>
                  <a:pt x="3738873" y="3370085"/>
                </a:cubicBezTo>
                <a:lnTo>
                  <a:pt x="3720217" y="3370085"/>
                </a:lnTo>
                <a:cubicBezTo>
                  <a:pt x="3719743" y="3370085"/>
                  <a:pt x="3719328" y="3369848"/>
                  <a:pt x="3719092" y="3369433"/>
                </a:cubicBezTo>
                <a:lnTo>
                  <a:pt x="3709793" y="3353265"/>
                </a:lnTo>
                <a:cubicBezTo>
                  <a:pt x="3709556" y="3352850"/>
                  <a:pt x="3709556" y="3352377"/>
                  <a:pt x="3709793" y="3351962"/>
                </a:cubicBezTo>
                <a:lnTo>
                  <a:pt x="3719150" y="3335793"/>
                </a:lnTo>
                <a:cubicBezTo>
                  <a:pt x="3719387" y="3335379"/>
                  <a:pt x="3719802" y="3335142"/>
                  <a:pt x="3720276" y="3335142"/>
                </a:cubicBezTo>
                <a:close/>
                <a:moveTo>
                  <a:pt x="3517371" y="3335142"/>
                </a:moveTo>
                <a:lnTo>
                  <a:pt x="3536027" y="3335142"/>
                </a:lnTo>
                <a:cubicBezTo>
                  <a:pt x="3536501" y="3335142"/>
                  <a:pt x="3536916" y="3335379"/>
                  <a:pt x="3537152" y="3335793"/>
                </a:cubicBezTo>
                <a:lnTo>
                  <a:pt x="3546451" y="3351962"/>
                </a:lnTo>
                <a:cubicBezTo>
                  <a:pt x="3546687" y="3352377"/>
                  <a:pt x="3546687" y="3352850"/>
                  <a:pt x="3546451" y="3353265"/>
                </a:cubicBezTo>
                <a:lnTo>
                  <a:pt x="3537093" y="3369433"/>
                </a:lnTo>
                <a:cubicBezTo>
                  <a:pt x="3536857" y="3369848"/>
                  <a:pt x="3536442" y="3370085"/>
                  <a:pt x="3535968" y="3370085"/>
                </a:cubicBezTo>
                <a:lnTo>
                  <a:pt x="3517312" y="3370085"/>
                </a:lnTo>
                <a:cubicBezTo>
                  <a:pt x="3516838" y="3370085"/>
                  <a:pt x="3516423" y="3369848"/>
                  <a:pt x="3516187" y="3369433"/>
                </a:cubicBezTo>
                <a:lnTo>
                  <a:pt x="3506888" y="3353265"/>
                </a:lnTo>
                <a:cubicBezTo>
                  <a:pt x="3506652" y="3352850"/>
                  <a:pt x="3506652" y="3352377"/>
                  <a:pt x="3506888" y="3351962"/>
                </a:cubicBezTo>
                <a:lnTo>
                  <a:pt x="3516246" y="3335793"/>
                </a:lnTo>
                <a:cubicBezTo>
                  <a:pt x="3516483" y="3335379"/>
                  <a:pt x="3516898" y="3335142"/>
                  <a:pt x="3517371" y="3335142"/>
                </a:cubicBezTo>
                <a:close/>
                <a:moveTo>
                  <a:pt x="4464084" y="3334965"/>
                </a:moveTo>
                <a:lnTo>
                  <a:pt x="4482977" y="3334965"/>
                </a:lnTo>
                <a:cubicBezTo>
                  <a:pt x="4483391" y="3334965"/>
                  <a:pt x="4483865" y="3335202"/>
                  <a:pt x="4484102" y="3335616"/>
                </a:cubicBezTo>
                <a:lnTo>
                  <a:pt x="4493518" y="3351963"/>
                </a:lnTo>
                <a:cubicBezTo>
                  <a:pt x="4493755" y="3352377"/>
                  <a:pt x="4493755" y="3352910"/>
                  <a:pt x="4493518" y="3353325"/>
                </a:cubicBezTo>
                <a:lnTo>
                  <a:pt x="4484102" y="3369671"/>
                </a:lnTo>
                <a:cubicBezTo>
                  <a:pt x="4483865" y="3370085"/>
                  <a:pt x="4483450" y="3370322"/>
                  <a:pt x="4482977" y="3370322"/>
                </a:cubicBezTo>
                <a:lnTo>
                  <a:pt x="4464084" y="3370322"/>
                </a:lnTo>
                <a:cubicBezTo>
                  <a:pt x="4463669" y="3370322"/>
                  <a:pt x="4463195" y="3370085"/>
                  <a:pt x="4462959" y="3369671"/>
                </a:cubicBezTo>
                <a:lnTo>
                  <a:pt x="4453541" y="3353325"/>
                </a:lnTo>
                <a:cubicBezTo>
                  <a:pt x="4453305" y="3352910"/>
                  <a:pt x="4453305" y="3352377"/>
                  <a:pt x="4453541" y="3351963"/>
                </a:cubicBezTo>
                <a:lnTo>
                  <a:pt x="4462959" y="3335616"/>
                </a:lnTo>
                <a:cubicBezTo>
                  <a:pt x="4463195" y="3335202"/>
                  <a:pt x="4463610" y="3334965"/>
                  <a:pt x="4464084" y="3334965"/>
                </a:cubicBezTo>
                <a:close/>
                <a:moveTo>
                  <a:pt x="5072681" y="3334846"/>
                </a:moveTo>
                <a:lnTo>
                  <a:pt x="5091692" y="3334846"/>
                </a:lnTo>
                <a:cubicBezTo>
                  <a:pt x="5092166" y="3334846"/>
                  <a:pt x="5092640" y="3335083"/>
                  <a:pt x="5092877" y="3335497"/>
                </a:cubicBezTo>
                <a:lnTo>
                  <a:pt x="5102353" y="3351962"/>
                </a:lnTo>
                <a:cubicBezTo>
                  <a:pt x="5102590" y="3352377"/>
                  <a:pt x="5102590" y="3352910"/>
                  <a:pt x="5102353" y="3353324"/>
                </a:cubicBezTo>
                <a:lnTo>
                  <a:pt x="5092877" y="3369789"/>
                </a:lnTo>
                <a:cubicBezTo>
                  <a:pt x="5092580" y="3370203"/>
                  <a:pt x="5092166" y="3370440"/>
                  <a:pt x="5091692" y="3370440"/>
                </a:cubicBezTo>
                <a:lnTo>
                  <a:pt x="5072681" y="3370440"/>
                </a:lnTo>
                <a:cubicBezTo>
                  <a:pt x="5072207" y="3370440"/>
                  <a:pt x="5071733" y="3370203"/>
                  <a:pt x="5071497" y="3369789"/>
                </a:cubicBezTo>
                <a:lnTo>
                  <a:pt x="5062021" y="3353324"/>
                </a:lnTo>
                <a:cubicBezTo>
                  <a:pt x="5061784" y="3352910"/>
                  <a:pt x="5061784" y="3352377"/>
                  <a:pt x="5062021" y="3351962"/>
                </a:cubicBezTo>
                <a:lnTo>
                  <a:pt x="5071497" y="3335497"/>
                </a:lnTo>
                <a:cubicBezTo>
                  <a:pt x="5071792" y="3335083"/>
                  <a:pt x="5072207" y="3334846"/>
                  <a:pt x="5072681" y="3334846"/>
                </a:cubicBezTo>
                <a:close/>
                <a:moveTo>
                  <a:pt x="3652167" y="3334313"/>
                </a:moveTo>
                <a:lnTo>
                  <a:pt x="3671712" y="3334313"/>
                </a:lnTo>
                <a:cubicBezTo>
                  <a:pt x="3672185" y="3334313"/>
                  <a:pt x="3672659" y="3334609"/>
                  <a:pt x="3672896" y="3335024"/>
                </a:cubicBezTo>
                <a:lnTo>
                  <a:pt x="3682668" y="3351962"/>
                </a:lnTo>
                <a:cubicBezTo>
                  <a:pt x="3682905" y="3352377"/>
                  <a:pt x="3682905" y="3352910"/>
                  <a:pt x="3682668" y="3353324"/>
                </a:cubicBezTo>
                <a:lnTo>
                  <a:pt x="3672896" y="3370263"/>
                </a:lnTo>
                <a:cubicBezTo>
                  <a:pt x="3672659" y="3370677"/>
                  <a:pt x="3672185" y="3370973"/>
                  <a:pt x="3671712" y="3370973"/>
                </a:cubicBezTo>
                <a:lnTo>
                  <a:pt x="3652167" y="3370973"/>
                </a:lnTo>
                <a:cubicBezTo>
                  <a:pt x="3651694" y="3370973"/>
                  <a:pt x="3651220" y="3370677"/>
                  <a:pt x="3650983" y="3370263"/>
                </a:cubicBezTo>
                <a:lnTo>
                  <a:pt x="3641211" y="3353324"/>
                </a:lnTo>
                <a:cubicBezTo>
                  <a:pt x="3640974" y="3352910"/>
                  <a:pt x="3640974" y="3352377"/>
                  <a:pt x="3641211" y="3351962"/>
                </a:cubicBezTo>
                <a:lnTo>
                  <a:pt x="3650983" y="3335024"/>
                </a:lnTo>
                <a:cubicBezTo>
                  <a:pt x="3651220" y="3334609"/>
                  <a:pt x="3651694" y="3334313"/>
                  <a:pt x="3652167" y="3334313"/>
                </a:cubicBezTo>
                <a:close/>
                <a:moveTo>
                  <a:pt x="3449144" y="3334135"/>
                </a:moveTo>
                <a:lnTo>
                  <a:pt x="3468925" y="3334135"/>
                </a:lnTo>
                <a:cubicBezTo>
                  <a:pt x="3469399" y="3334135"/>
                  <a:pt x="3469873" y="3334431"/>
                  <a:pt x="3470110" y="3334846"/>
                </a:cubicBezTo>
                <a:lnTo>
                  <a:pt x="3480001" y="3351962"/>
                </a:lnTo>
                <a:cubicBezTo>
                  <a:pt x="3480237" y="3352435"/>
                  <a:pt x="3480237" y="3352969"/>
                  <a:pt x="3480001" y="3353383"/>
                </a:cubicBezTo>
                <a:lnTo>
                  <a:pt x="3470110" y="3370499"/>
                </a:lnTo>
                <a:cubicBezTo>
                  <a:pt x="3469873" y="3370914"/>
                  <a:pt x="3469399" y="3371210"/>
                  <a:pt x="3468925" y="3371210"/>
                </a:cubicBezTo>
                <a:lnTo>
                  <a:pt x="3449144" y="3371210"/>
                </a:lnTo>
                <a:cubicBezTo>
                  <a:pt x="3448670" y="3371210"/>
                  <a:pt x="3448196" y="3370914"/>
                  <a:pt x="3447960" y="3370499"/>
                </a:cubicBezTo>
                <a:lnTo>
                  <a:pt x="3438069" y="3353383"/>
                </a:lnTo>
                <a:cubicBezTo>
                  <a:pt x="3437832" y="3352909"/>
                  <a:pt x="3437832" y="3352376"/>
                  <a:pt x="3438069" y="3351962"/>
                </a:cubicBezTo>
                <a:lnTo>
                  <a:pt x="3447960" y="3334846"/>
                </a:lnTo>
                <a:cubicBezTo>
                  <a:pt x="3448196" y="3334431"/>
                  <a:pt x="3448670" y="3334135"/>
                  <a:pt x="3449144" y="3334135"/>
                </a:cubicBezTo>
                <a:close/>
                <a:moveTo>
                  <a:pt x="3246298" y="3334135"/>
                </a:moveTo>
                <a:lnTo>
                  <a:pt x="3266079" y="3334135"/>
                </a:lnTo>
                <a:cubicBezTo>
                  <a:pt x="3266553" y="3334135"/>
                  <a:pt x="3267027" y="3334431"/>
                  <a:pt x="3267264" y="3334846"/>
                </a:cubicBezTo>
                <a:lnTo>
                  <a:pt x="3277155" y="3351962"/>
                </a:lnTo>
                <a:cubicBezTo>
                  <a:pt x="3277391" y="3352435"/>
                  <a:pt x="3277391" y="3352969"/>
                  <a:pt x="3277155" y="3353383"/>
                </a:cubicBezTo>
                <a:lnTo>
                  <a:pt x="3267264" y="3370499"/>
                </a:lnTo>
                <a:cubicBezTo>
                  <a:pt x="3267027" y="3370914"/>
                  <a:pt x="3266553" y="3371210"/>
                  <a:pt x="3266079" y="3371210"/>
                </a:cubicBezTo>
                <a:lnTo>
                  <a:pt x="3246298" y="3371210"/>
                </a:lnTo>
                <a:cubicBezTo>
                  <a:pt x="3245824" y="3371210"/>
                  <a:pt x="3245350" y="3370914"/>
                  <a:pt x="3245114" y="3370499"/>
                </a:cubicBezTo>
                <a:lnTo>
                  <a:pt x="3235223" y="3353383"/>
                </a:lnTo>
                <a:cubicBezTo>
                  <a:pt x="3234986" y="3352909"/>
                  <a:pt x="3234986" y="3352376"/>
                  <a:pt x="3235223" y="3351962"/>
                </a:cubicBezTo>
                <a:lnTo>
                  <a:pt x="3245114" y="3334846"/>
                </a:lnTo>
                <a:cubicBezTo>
                  <a:pt x="3245350" y="3334431"/>
                  <a:pt x="3245824" y="3334135"/>
                  <a:pt x="3246298" y="3334135"/>
                </a:cubicBezTo>
                <a:close/>
                <a:moveTo>
                  <a:pt x="4531186" y="3334017"/>
                </a:moveTo>
                <a:lnTo>
                  <a:pt x="4551086" y="3334017"/>
                </a:lnTo>
                <a:cubicBezTo>
                  <a:pt x="4551559" y="3334017"/>
                  <a:pt x="4552033" y="3334313"/>
                  <a:pt x="4552270" y="3334728"/>
                </a:cubicBezTo>
                <a:lnTo>
                  <a:pt x="4562220" y="3351962"/>
                </a:lnTo>
                <a:cubicBezTo>
                  <a:pt x="4562456" y="3352436"/>
                  <a:pt x="4562456" y="3352969"/>
                  <a:pt x="4562220" y="3353384"/>
                </a:cubicBezTo>
                <a:lnTo>
                  <a:pt x="4552270" y="3370618"/>
                </a:lnTo>
                <a:cubicBezTo>
                  <a:pt x="4552033" y="3371033"/>
                  <a:pt x="4551559" y="3371329"/>
                  <a:pt x="4551086" y="3371329"/>
                </a:cubicBezTo>
                <a:lnTo>
                  <a:pt x="4531186" y="3371329"/>
                </a:lnTo>
                <a:cubicBezTo>
                  <a:pt x="4530712" y="3371329"/>
                  <a:pt x="4530238" y="3371033"/>
                  <a:pt x="4530001" y="3370618"/>
                </a:cubicBezTo>
                <a:lnTo>
                  <a:pt x="4520052" y="3353384"/>
                </a:lnTo>
                <a:cubicBezTo>
                  <a:pt x="4519815" y="3352910"/>
                  <a:pt x="4519815" y="3352377"/>
                  <a:pt x="4520052" y="3351962"/>
                </a:cubicBezTo>
                <a:lnTo>
                  <a:pt x="4530001" y="3334728"/>
                </a:lnTo>
                <a:cubicBezTo>
                  <a:pt x="4530238" y="3334313"/>
                  <a:pt x="4530712" y="3334017"/>
                  <a:pt x="4531186" y="3334017"/>
                </a:cubicBezTo>
                <a:close/>
                <a:moveTo>
                  <a:pt x="3313814" y="3334017"/>
                </a:moveTo>
                <a:lnTo>
                  <a:pt x="3333714" y="3334017"/>
                </a:lnTo>
                <a:cubicBezTo>
                  <a:pt x="3334187" y="3334017"/>
                  <a:pt x="3334662" y="3334313"/>
                  <a:pt x="3334899" y="3334728"/>
                </a:cubicBezTo>
                <a:lnTo>
                  <a:pt x="3344848" y="3351962"/>
                </a:lnTo>
                <a:cubicBezTo>
                  <a:pt x="3345085" y="3352436"/>
                  <a:pt x="3345085" y="3352969"/>
                  <a:pt x="3344848" y="3353384"/>
                </a:cubicBezTo>
                <a:lnTo>
                  <a:pt x="3334899" y="3370618"/>
                </a:lnTo>
                <a:cubicBezTo>
                  <a:pt x="3334662" y="3371033"/>
                  <a:pt x="3334187" y="3371329"/>
                  <a:pt x="3333714" y="3371329"/>
                </a:cubicBezTo>
                <a:lnTo>
                  <a:pt x="3313814" y="3371329"/>
                </a:lnTo>
                <a:cubicBezTo>
                  <a:pt x="3313341" y="3371329"/>
                  <a:pt x="3312866" y="3371033"/>
                  <a:pt x="3312630" y="3370618"/>
                </a:cubicBezTo>
                <a:lnTo>
                  <a:pt x="3302680" y="3353384"/>
                </a:lnTo>
                <a:cubicBezTo>
                  <a:pt x="3302443" y="3352910"/>
                  <a:pt x="3302443" y="3352377"/>
                  <a:pt x="3302680" y="3351962"/>
                </a:cubicBezTo>
                <a:lnTo>
                  <a:pt x="3312630" y="3334728"/>
                </a:lnTo>
                <a:cubicBezTo>
                  <a:pt x="3312866" y="3334313"/>
                  <a:pt x="3313341" y="3334017"/>
                  <a:pt x="3313814" y="3334017"/>
                </a:cubicBezTo>
                <a:close/>
                <a:moveTo>
                  <a:pt x="4598761" y="3333780"/>
                </a:moveTo>
                <a:lnTo>
                  <a:pt x="4618839" y="3333780"/>
                </a:lnTo>
                <a:cubicBezTo>
                  <a:pt x="4619372" y="3333780"/>
                  <a:pt x="4619846" y="3334076"/>
                  <a:pt x="4620083" y="3334491"/>
                </a:cubicBezTo>
                <a:lnTo>
                  <a:pt x="4630092" y="3351903"/>
                </a:lnTo>
                <a:cubicBezTo>
                  <a:pt x="4630329" y="3352317"/>
                  <a:pt x="4630329" y="3352910"/>
                  <a:pt x="4630092" y="3353324"/>
                </a:cubicBezTo>
                <a:lnTo>
                  <a:pt x="4620024" y="3370736"/>
                </a:lnTo>
                <a:cubicBezTo>
                  <a:pt x="4619727" y="3371151"/>
                  <a:pt x="4619254" y="3371447"/>
                  <a:pt x="4618779" y="3371447"/>
                </a:cubicBezTo>
                <a:lnTo>
                  <a:pt x="4598702" y="3371447"/>
                </a:lnTo>
                <a:cubicBezTo>
                  <a:pt x="4598169" y="3371447"/>
                  <a:pt x="4597696" y="3371151"/>
                  <a:pt x="4597459" y="3370736"/>
                </a:cubicBezTo>
                <a:lnTo>
                  <a:pt x="4587450" y="3353324"/>
                </a:lnTo>
                <a:cubicBezTo>
                  <a:pt x="4587213" y="3352910"/>
                  <a:pt x="4587213" y="3352317"/>
                  <a:pt x="4587450" y="3351903"/>
                </a:cubicBezTo>
                <a:lnTo>
                  <a:pt x="4597518" y="3334491"/>
                </a:lnTo>
                <a:cubicBezTo>
                  <a:pt x="4597814" y="3334076"/>
                  <a:pt x="4598288" y="3333780"/>
                  <a:pt x="4598761" y="3333780"/>
                </a:cubicBezTo>
                <a:close/>
                <a:moveTo>
                  <a:pt x="4666279" y="3333602"/>
                </a:moveTo>
                <a:lnTo>
                  <a:pt x="4686593" y="3333602"/>
                </a:lnTo>
                <a:cubicBezTo>
                  <a:pt x="4687126" y="3333602"/>
                  <a:pt x="4687600" y="3333898"/>
                  <a:pt x="4687837" y="3334313"/>
                </a:cubicBezTo>
                <a:lnTo>
                  <a:pt x="4697964" y="3351903"/>
                </a:lnTo>
                <a:cubicBezTo>
                  <a:pt x="4698201" y="3352317"/>
                  <a:pt x="4698201" y="3352909"/>
                  <a:pt x="4697964" y="3353324"/>
                </a:cubicBezTo>
                <a:lnTo>
                  <a:pt x="4687778" y="3370914"/>
                </a:lnTo>
                <a:cubicBezTo>
                  <a:pt x="4687540" y="3371328"/>
                  <a:pt x="4687067" y="3371625"/>
                  <a:pt x="4686534" y="3371625"/>
                </a:cubicBezTo>
                <a:lnTo>
                  <a:pt x="4666220" y="3371625"/>
                </a:lnTo>
                <a:cubicBezTo>
                  <a:pt x="4665687" y="3371625"/>
                  <a:pt x="4665213" y="3371328"/>
                  <a:pt x="4664976" y="3370914"/>
                </a:cubicBezTo>
                <a:lnTo>
                  <a:pt x="4654849" y="3353324"/>
                </a:lnTo>
                <a:cubicBezTo>
                  <a:pt x="4654612" y="3352909"/>
                  <a:pt x="4654612" y="3352317"/>
                  <a:pt x="4654849" y="3351903"/>
                </a:cubicBezTo>
                <a:lnTo>
                  <a:pt x="4665035" y="3334313"/>
                </a:lnTo>
                <a:cubicBezTo>
                  <a:pt x="4665272" y="3333898"/>
                  <a:pt x="4665746" y="3333602"/>
                  <a:pt x="4666279" y="3333602"/>
                </a:cubicBezTo>
                <a:close/>
                <a:moveTo>
                  <a:pt x="3381094" y="3333306"/>
                </a:moveTo>
                <a:lnTo>
                  <a:pt x="3401764" y="3333306"/>
                </a:lnTo>
                <a:cubicBezTo>
                  <a:pt x="3402238" y="3333306"/>
                  <a:pt x="3402771" y="3333543"/>
                  <a:pt x="3403008" y="3334017"/>
                </a:cubicBezTo>
                <a:lnTo>
                  <a:pt x="3413313" y="3351903"/>
                </a:lnTo>
                <a:cubicBezTo>
                  <a:pt x="3413550" y="3352377"/>
                  <a:pt x="3413550" y="3352909"/>
                  <a:pt x="3413313" y="3353383"/>
                </a:cubicBezTo>
                <a:lnTo>
                  <a:pt x="3403008" y="3371269"/>
                </a:lnTo>
                <a:cubicBezTo>
                  <a:pt x="3402771" y="3371684"/>
                  <a:pt x="3402297" y="3371980"/>
                  <a:pt x="3401764" y="3371980"/>
                </a:cubicBezTo>
                <a:lnTo>
                  <a:pt x="3381094" y="3371980"/>
                </a:lnTo>
                <a:cubicBezTo>
                  <a:pt x="3380621" y="3371980"/>
                  <a:pt x="3380087" y="3371743"/>
                  <a:pt x="3379851" y="3371269"/>
                </a:cubicBezTo>
                <a:lnTo>
                  <a:pt x="3369546" y="3353383"/>
                </a:lnTo>
                <a:cubicBezTo>
                  <a:pt x="3369309" y="3352909"/>
                  <a:pt x="3369309" y="3352377"/>
                  <a:pt x="3369546" y="3351903"/>
                </a:cubicBezTo>
                <a:lnTo>
                  <a:pt x="3379851" y="3334017"/>
                </a:lnTo>
                <a:cubicBezTo>
                  <a:pt x="3380087" y="3333602"/>
                  <a:pt x="3380562" y="3333306"/>
                  <a:pt x="3381094" y="3333306"/>
                </a:cubicBezTo>
                <a:close/>
                <a:moveTo>
                  <a:pt x="4733618" y="3333069"/>
                </a:moveTo>
                <a:lnTo>
                  <a:pt x="4754465" y="3333069"/>
                </a:lnTo>
                <a:cubicBezTo>
                  <a:pt x="4754998" y="3333069"/>
                  <a:pt x="4755472" y="3333306"/>
                  <a:pt x="4755768" y="3333780"/>
                </a:cubicBezTo>
                <a:lnTo>
                  <a:pt x="4766192" y="3351843"/>
                </a:lnTo>
                <a:cubicBezTo>
                  <a:pt x="4766488" y="3352317"/>
                  <a:pt x="4766488" y="3352850"/>
                  <a:pt x="4766192" y="3353324"/>
                </a:cubicBezTo>
                <a:lnTo>
                  <a:pt x="4755768" y="3371387"/>
                </a:lnTo>
                <a:cubicBezTo>
                  <a:pt x="4755472" y="3371802"/>
                  <a:pt x="4754998" y="3372098"/>
                  <a:pt x="4754465" y="3372098"/>
                </a:cubicBezTo>
                <a:lnTo>
                  <a:pt x="4733618" y="3372098"/>
                </a:lnTo>
                <a:cubicBezTo>
                  <a:pt x="4733085" y="3372098"/>
                  <a:pt x="4732611" y="3371861"/>
                  <a:pt x="4732315" y="3371387"/>
                </a:cubicBezTo>
                <a:lnTo>
                  <a:pt x="4721891" y="3353324"/>
                </a:lnTo>
                <a:cubicBezTo>
                  <a:pt x="4721595" y="3352850"/>
                  <a:pt x="4721595" y="3352317"/>
                  <a:pt x="4721891" y="3351843"/>
                </a:cubicBezTo>
                <a:lnTo>
                  <a:pt x="4732315" y="3333780"/>
                </a:lnTo>
                <a:cubicBezTo>
                  <a:pt x="4732611" y="3333365"/>
                  <a:pt x="4733085" y="3333069"/>
                  <a:pt x="4733618" y="3333069"/>
                </a:cubicBezTo>
                <a:close/>
                <a:moveTo>
                  <a:pt x="3178071" y="3332951"/>
                </a:moveTo>
                <a:lnTo>
                  <a:pt x="3199036" y="3332951"/>
                </a:lnTo>
                <a:cubicBezTo>
                  <a:pt x="3199569" y="3332951"/>
                  <a:pt x="3200044" y="3333247"/>
                  <a:pt x="3200339" y="3333721"/>
                </a:cubicBezTo>
                <a:lnTo>
                  <a:pt x="3210822" y="3351903"/>
                </a:lnTo>
                <a:cubicBezTo>
                  <a:pt x="3211119" y="3352377"/>
                  <a:pt x="3211119" y="3352910"/>
                  <a:pt x="3210822" y="3353384"/>
                </a:cubicBezTo>
                <a:lnTo>
                  <a:pt x="3200339" y="3371566"/>
                </a:lnTo>
                <a:cubicBezTo>
                  <a:pt x="3200044" y="3372039"/>
                  <a:pt x="3199569" y="3372336"/>
                  <a:pt x="3199036" y="3372336"/>
                </a:cubicBezTo>
                <a:lnTo>
                  <a:pt x="3178071" y="3372336"/>
                </a:lnTo>
                <a:cubicBezTo>
                  <a:pt x="3177538" y="3372336"/>
                  <a:pt x="3177064" y="3372039"/>
                  <a:pt x="3176768" y="3371566"/>
                </a:cubicBezTo>
                <a:lnTo>
                  <a:pt x="3166285" y="3353384"/>
                </a:lnTo>
                <a:cubicBezTo>
                  <a:pt x="3165989" y="3352910"/>
                  <a:pt x="3165989" y="3352377"/>
                  <a:pt x="3166285" y="3351903"/>
                </a:cubicBezTo>
                <a:lnTo>
                  <a:pt x="3176768" y="3333721"/>
                </a:lnTo>
                <a:cubicBezTo>
                  <a:pt x="3177064" y="3333247"/>
                  <a:pt x="3177538" y="3332951"/>
                  <a:pt x="3178071" y="3332951"/>
                </a:cubicBezTo>
                <a:close/>
                <a:moveTo>
                  <a:pt x="2434144" y="3332951"/>
                </a:moveTo>
                <a:lnTo>
                  <a:pt x="2455110" y="3332951"/>
                </a:lnTo>
                <a:cubicBezTo>
                  <a:pt x="2455643" y="3332951"/>
                  <a:pt x="2456116" y="3333247"/>
                  <a:pt x="2456412" y="3333721"/>
                </a:cubicBezTo>
                <a:lnTo>
                  <a:pt x="2466895" y="3351903"/>
                </a:lnTo>
                <a:cubicBezTo>
                  <a:pt x="2467191" y="3352377"/>
                  <a:pt x="2467191" y="3352910"/>
                  <a:pt x="2466895" y="3353384"/>
                </a:cubicBezTo>
                <a:lnTo>
                  <a:pt x="2456412" y="3371566"/>
                </a:lnTo>
                <a:cubicBezTo>
                  <a:pt x="2456116" y="3372039"/>
                  <a:pt x="2455643" y="3372336"/>
                  <a:pt x="2455110" y="3372336"/>
                </a:cubicBezTo>
                <a:lnTo>
                  <a:pt x="2434144" y="3372336"/>
                </a:lnTo>
                <a:cubicBezTo>
                  <a:pt x="2433611" y="3372336"/>
                  <a:pt x="2433137" y="3372039"/>
                  <a:pt x="2432841" y="3371566"/>
                </a:cubicBezTo>
                <a:lnTo>
                  <a:pt x="2422358" y="3353384"/>
                </a:lnTo>
                <a:cubicBezTo>
                  <a:pt x="2422062" y="3352910"/>
                  <a:pt x="2422062" y="3352377"/>
                  <a:pt x="2422358" y="3351903"/>
                </a:cubicBezTo>
                <a:lnTo>
                  <a:pt x="2432841" y="3333721"/>
                </a:lnTo>
                <a:cubicBezTo>
                  <a:pt x="2433137" y="3333247"/>
                  <a:pt x="2433611" y="3332951"/>
                  <a:pt x="2434144" y="3332951"/>
                </a:cubicBezTo>
                <a:close/>
                <a:moveTo>
                  <a:pt x="5003507" y="3331944"/>
                </a:moveTo>
                <a:lnTo>
                  <a:pt x="5025597" y="3331944"/>
                </a:lnTo>
                <a:cubicBezTo>
                  <a:pt x="5026190" y="3331944"/>
                  <a:pt x="5026663" y="3332240"/>
                  <a:pt x="5026960" y="3332714"/>
                </a:cubicBezTo>
                <a:lnTo>
                  <a:pt x="5037975" y="3351844"/>
                </a:lnTo>
                <a:cubicBezTo>
                  <a:pt x="5038272" y="3352317"/>
                  <a:pt x="5038272" y="3352910"/>
                  <a:pt x="5037975" y="3353383"/>
                </a:cubicBezTo>
                <a:lnTo>
                  <a:pt x="5026900" y="3372513"/>
                </a:lnTo>
                <a:cubicBezTo>
                  <a:pt x="5026604" y="3372987"/>
                  <a:pt x="5026071" y="3373283"/>
                  <a:pt x="5025538" y="3373283"/>
                </a:cubicBezTo>
                <a:lnTo>
                  <a:pt x="5003447" y="3373283"/>
                </a:lnTo>
                <a:cubicBezTo>
                  <a:pt x="5002855" y="3373283"/>
                  <a:pt x="5002381" y="3372987"/>
                  <a:pt x="5002085" y="3372513"/>
                </a:cubicBezTo>
                <a:lnTo>
                  <a:pt x="4991069" y="3353383"/>
                </a:lnTo>
                <a:cubicBezTo>
                  <a:pt x="4990773" y="3352910"/>
                  <a:pt x="4990773" y="3352317"/>
                  <a:pt x="4991069" y="3351844"/>
                </a:cubicBezTo>
                <a:lnTo>
                  <a:pt x="5002144" y="3332714"/>
                </a:lnTo>
                <a:cubicBezTo>
                  <a:pt x="5002440" y="3332240"/>
                  <a:pt x="5002973" y="3331944"/>
                  <a:pt x="5003507" y="3331944"/>
                </a:cubicBezTo>
                <a:close/>
                <a:moveTo>
                  <a:pt x="4935871" y="3331944"/>
                </a:moveTo>
                <a:lnTo>
                  <a:pt x="4957962" y="3331944"/>
                </a:lnTo>
                <a:cubicBezTo>
                  <a:pt x="4958554" y="3331944"/>
                  <a:pt x="4959029" y="3332240"/>
                  <a:pt x="4959324" y="3332714"/>
                </a:cubicBezTo>
                <a:lnTo>
                  <a:pt x="4970340" y="3351844"/>
                </a:lnTo>
                <a:cubicBezTo>
                  <a:pt x="4970637" y="3352317"/>
                  <a:pt x="4970637" y="3352910"/>
                  <a:pt x="4970340" y="3353383"/>
                </a:cubicBezTo>
                <a:lnTo>
                  <a:pt x="4959265" y="3372513"/>
                </a:lnTo>
                <a:cubicBezTo>
                  <a:pt x="4958969" y="3372987"/>
                  <a:pt x="4958436" y="3373283"/>
                  <a:pt x="4957903" y="3373283"/>
                </a:cubicBezTo>
                <a:lnTo>
                  <a:pt x="4935812" y="3373283"/>
                </a:lnTo>
                <a:cubicBezTo>
                  <a:pt x="4935220" y="3373283"/>
                  <a:pt x="4934746" y="3372987"/>
                  <a:pt x="4934450" y="3372513"/>
                </a:cubicBezTo>
                <a:lnTo>
                  <a:pt x="4923434" y="3353383"/>
                </a:lnTo>
                <a:cubicBezTo>
                  <a:pt x="4923138" y="3352910"/>
                  <a:pt x="4923138" y="3352317"/>
                  <a:pt x="4923434" y="3351844"/>
                </a:cubicBezTo>
                <a:lnTo>
                  <a:pt x="4934509" y="3332714"/>
                </a:lnTo>
                <a:cubicBezTo>
                  <a:pt x="4934805" y="3332240"/>
                  <a:pt x="4935339" y="3331944"/>
                  <a:pt x="4935871" y="3331944"/>
                </a:cubicBezTo>
                <a:close/>
                <a:moveTo>
                  <a:pt x="4800483" y="3331707"/>
                </a:moveTo>
                <a:lnTo>
                  <a:pt x="4822811" y="3331707"/>
                </a:lnTo>
                <a:cubicBezTo>
                  <a:pt x="4823344" y="3331707"/>
                  <a:pt x="4823876" y="3332003"/>
                  <a:pt x="4824173" y="3332477"/>
                </a:cubicBezTo>
                <a:lnTo>
                  <a:pt x="4835307" y="3351784"/>
                </a:lnTo>
                <a:cubicBezTo>
                  <a:pt x="4835603" y="3352318"/>
                  <a:pt x="4835603" y="3352910"/>
                  <a:pt x="4835307" y="3353384"/>
                </a:cubicBezTo>
                <a:lnTo>
                  <a:pt x="4824173" y="3372691"/>
                </a:lnTo>
                <a:cubicBezTo>
                  <a:pt x="4823876" y="3373165"/>
                  <a:pt x="4823344" y="3373461"/>
                  <a:pt x="4822811" y="3373461"/>
                </a:cubicBezTo>
                <a:lnTo>
                  <a:pt x="4800483" y="3373461"/>
                </a:lnTo>
                <a:cubicBezTo>
                  <a:pt x="4799950" y="3373461"/>
                  <a:pt x="4799416" y="3373165"/>
                  <a:pt x="4799121" y="3372691"/>
                </a:cubicBezTo>
                <a:lnTo>
                  <a:pt x="4787986" y="3353384"/>
                </a:lnTo>
                <a:cubicBezTo>
                  <a:pt x="4787690" y="3352850"/>
                  <a:pt x="4787690" y="3352258"/>
                  <a:pt x="4787986" y="3351784"/>
                </a:cubicBezTo>
                <a:lnTo>
                  <a:pt x="4799121" y="3332477"/>
                </a:lnTo>
                <a:cubicBezTo>
                  <a:pt x="4799416" y="3332003"/>
                  <a:pt x="4799950" y="3331707"/>
                  <a:pt x="4800483" y="3331707"/>
                </a:cubicBezTo>
                <a:close/>
                <a:moveTo>
                  <a:pt x="3109724" y="3331707"/>
                </a:moveTo>
                <a:lnTo>
                  <a:pt x="3132052" y="3331707"/>
                </a:lnTo>
                <a:cubicBezTo>
                  <a:pt x="3132586" y="3331707"/>
                  <a:pt x="3133118" y="3332003"/>
                  <a:pt x="3133414" y="3332477"/>
                </a:cubicBezTo>
                <a:lnTo>
                  <a:pt x="3144549" y="3351784"/>
                </a:lnTo>
                <a:cubicBezTo>
                  <a:pt x="3144845" y="3352318"/>
                  <a:pt x="3144845" y="3352910"/>
                  <a:pt x="3144549" y="3353384"/>
                </a:cubicBezTo>
                <a:lnTo>
                  <a:pt x="3133414" y="3372691"/>
                </a:lnTo>
                <a:cubicBezTo>
                  <a:pt x="3133118" y="3373165"/>
                  <a:pt x="3132586" y="3373461"/>
                  <a:pt x="3132052" y="3373461"/>
                </a:cubicBezTo>
                <a:lnTo>
                  <a:pt x="3109724" y="3373461"/>
                </a:lnTo>
                <a:cubicBezTo>
                  <a:pt x="3109192" y="3373461"/>
                  <a:pt x="3108658" y="3373165"/>
                  <a:pt x="3108362" y="3372691"/>
                </a:cubicBezTo>
                <a:lnTo>
                  <a:pt x="3097228" y="3353384"/>
                </a:lnTo>
                <a:cubicBezTo>
                  <a:pt x="3096932" y="3352850"/>
                  <a:pt x="3096932" y="3352258"/>
                  <a:pt x="3097228" y="3351784"/>
                </a:cubicBezTo>
                <a:lnTo>
                  <a:pt x="3108362" y="3332477"/>
                </a:lnTo>
                <a:cubicBezTo>
                  <a:pt x="3108658" y="3332003"/>
                  <a:pt x="3109192" y="3331707"/>
                  <a:pt x="3109724" y="3331707"/>
                </a:cubicBezTo>
                <a:close/>
                <a:moveTo>
                  <a:pt x="3042089" y="3331707"/>
                </a:moveTo>
                <a:lnTo>
                  <a:pt x="3064417" y="3331707"/>
                </a:lnTo>
                <a:cubicBezTo>
                  <a:pt x="3064950" y="3331707"/>
                  <a:pt x="3065483" y="3332003"/>
                  <a:pt x="3065779" y="3332477"/>
                </a:cubicBezTo>
                <a:lnTo>
                  <a:pt x="3076914" y="3351784"/>
                </a:lnTo>
                <a:cubicBezTo>
                  <a:pt x="3077210" y="3352318"/>
                  <a:pt x="3077210" y="3352910"/>
                  <a:pt x="3076914" y="3353384"/>
                </a:cubicBezTo>
                <a:lnTo>
                  <a:pt x="3065779" y="3372691"/>
                </a:lnTo>
                <a:cubicBezTo>
                  <a:pt x="3065483" y="3373165"/>
                  <a:pt x="3064950" y="3373461"/>
                  <a:pt x="3064417" y="3373461"/>
                </a:cubicBezTo>
                <a:lnTo>
                  <a:pt x="3042089" y="3373461"/>
                </a:lnTo>
                <a:cubicBezTo>
                  <a:pt x="3041557" y="3373461"/>
                  <a:pt x="3041023" y="3373165"/>
                  <a:pt x="3040727" y="3372691"/>
                </a:cubicBezTo>
                <a:lnTo>
                  <a:pt x="3029593" y="3353384"/>
                </a:lnTo>
                <a:cubicBezTo>
                  <a:pt x="3029297" y="3352850"/>
                  <a:pt x="3029297" y="3352258"/>
                  <a:pt x="3029593" y="3351784"/>
                </a:cubicBezTo>
                <a:lnTo>
                  <a:pt x="3040727" y="3332477"/>
                </a:lnTo>
                <a:cubicBezTo>
                  <a:pt x="3041023" y="3332003"/>
                  <a:pt x="3041557" y="3331707"/>
                  <a:pt x="3042089" y="3331707"/>
                </a:cubicBezTo>
                <a:close/>
                <a:moveTo>
                  <a:pt x="2906820" y="3331707"/>
                </a:moveTo>
                <a:lnTo>
                  <a:pt x="2929147" y="3331707"/>
                </a:lnTo>
                <a:cubicBezTo>
                  <a:pt x="2929681" y="3331707"/>
                  <a:pt x="2930213" y="3332003"/>
                  <a:pt x="2930510" y="3332477"/>
                </a:cubicBezTo>
                <a:lnTo>
                  <a:pt x="2941644" y="3351784"/>
                </a:lnTo>
                <a:cubicBezTo>
                  <a:pt x="2941940" y="3352318"/>
                  <a:pt x="2941940" y="3352910"/>
                  <a:pt x="2941644" y="3353384"/>
                </a:cubicBezTo>
                <a:lnTo>
                  <a:pt x="2930510" y="3372691"/>
                </a:lnTo>
                <a:cubicBezTo>
                  <a:pt x="2930213" y="3373165"/>
                  <a:pt x="2929681" y="3373461"/>
                  <a:pt x="2929147" y="3373461"/>
                </a:cubicBezTo>
                <a:lnTo>
                  <a:pt x="2906820" y="3373461"/>
                </a:lnTo>
                <a:cubicBezTo>
                  <a:pt x="2906287" y="3373461"/>
                  <a:pt x="2905753" y="3373165"/>
                  <a:pt x="2905457" y="3372691"/>
                </a:cubicBezTo>
                <a:lnTo>
                  <a:pt x="2894323" y="3353384"/>
                </a:lnTo>
                <a:cubicBezTo>
                  <a:pt x="2894027" y="3352850"/>
                  <a:pt x="2894027" y="3352258"/>
                  <a:pt x="2894323" y="3351784"/>
                </a:cubicBezTo>
                <a:lnTo>
                  <a:pt x="2905457" y="3332477"/>
                </a:lnTo>
                <a:cubicBezTo>
                  <a:pt x="2905753" y="3332003"/>
                  <a:pt x="2906287" y="3331707"/>
                  <a:pt x="2906820" y="3331707"/>
                </a:cubicBezTo>
                <a:close/>
                <a:moveTo>
                  <a:pt x="2974455" y="3331648"/>
                </a:moveTo>
                <a:lnTo>
                  <a:pt x="2996842" y="3331648"/>
                </a:lnTo>
                <a:cubicBezTo>
                  <a:pt x="2997375" y="3331648"/>
                  <a:pt x="2997908" y="3331944"/>
                  <a:pt x="2998204" y="3332418"/>
                </a:cubicBezTo>
                <a:lnTo>
                  <a:pt x="3009397" y="3351844"/>
                </a:lnTo>
                <a:cubicBezTo>
                  <a:pt x="3009694" y="3352318"/>
                  <a:pt x="3009694" y="3352969"/>
                  <a:pt x="3009397" y="3353443"/>
                </a:cubicBezTo>
                <a:lnTo>
                  <a:pt x="2998204" y="3372868"/>
                </a:lnTo>
                <a:cubicBezTo>
                  <a:pt x="2997908" y="3373342"/>
                  <a:pt x="2997375" y="3373638"/>
                  <a:pt x="2996842" y="3373638"/>
                </a:cubicBezTo>
                <a:lnTo>
                  <a:pt x="2974455" y="3373638"/>
                </a:lnTo>
                <a:cubicBezTo>
                  <a:pt x="2973922" y="3373638"/>
                  <a:pt x="2973389" y="3373342"/>
                  <a:pt x="2973092" y="3372868"/>
                </a:cubicBezTo>
                <a:lnTo>
                  <a:pt x="2961899" y="3353443"/>
                </a:lnTo>
                <a:cubicBezTo>
                  <a:pt x="2961603" y="3352969"/>
                  <a:pt x="2961603" y="3352318"/>
                  <a:pt x="2961899" y="3351844"/>
                </a:cubicBezTo>
                <a:lnTo>
                  <a:pt x="2973092" y="3332418"/>
                </a:lnTo>
                <a:cubicBezTo>
                  <a:pt x="2973389" y="3331944"/>
                  <a:pt x="2973922" y="3331648"/>
                  <a:pt x="2974455" y="3331648"/>
                </a:cubicBezTo>
                <a:close/>
                <a:moveTo>
                  <a:pt x="2771490" y="3331529"/>
                </a:moveTo>
                <a:lnTo>
                  <a:pt x="2793995" y="3331529"/>
                </a:lnTo>
                <a:cubicBezTo>
                  <a:pt x="2794529" y="3331529"/>
                  <a:pt x="2795061" y="3331825"/>
                  <a:pt x="2795358" y="3332299"/>
                </a:cubicBezTo>
                <a:lnTo>
                  <a:pt x="2806610" y="3351784"/>
                </a:lnTo>
                <a:cubicBezTo>
                  <a:pt x="2806907" y="3352258"/>
                  <a:pt x="2806907" y="3352909"/>
                  <a:pt x="2806610" y="3353383"/>
                </a:cubicBezTo>
                <a:lnTo>
                  <a:pt x="2795358" y="3372868"/>
                </a:lnTo>
                <a:cubicBezTo>
                  <a:pt x="2795061" y="3373342"/>
                  <a:pt x="2794529" y="3373638"/>
                  <a:pt x="2793995" y="3373638"/>
                </a:cubicBezTo>
                <a:lnTo>
                  <a:pt x="2771490" y="3373638"/>
                </a:lnTo>
                <a:cubicBezTo>
                  <a:pt x="2770957" y="3373638"/>
                  <a:pt x="2770424" y="3373342"/>
                  <a:pt x="2770128" y="3372868"/>
                </a:cubicBezTo>
                <a:lnTo>
                  <a:pt x="2758875" y="3353383"/>
                </a:lnTo>
                <a:cubicBezTo>
                  <a:pt x="2758579" y="3352909"/>
                  <a:pt x="2758579" y="3352258"/>
                  <a:pt x="2758875" y="3351784"/>
                </a:cubicBezTo>
                <a:lnTo>
                  <a:pt x="2770128" y="3332299"/>
                </a:lnTo>
                <a:cubicBezTo>
                  <a:pt x="2770424" y="3331825"/>
                  <a:pt x="2770957" y="3331529"/>
                  <a:pt x="2771490" y="3331529"/>
                </a:cubicBezTo>
                <a:close/>
                <a:moveTo>
                  <a:pt x="2636279" y="3331529"/>
                </a:moveTo>
                <a:lnTo>
                  <a:pt x="2658785" y="3331529"/>
                </a:lnTo>
                <a:cubicBezTo>
                  <a:pt x="2659318" y="3331529"/>
                  <a:pt x="2659851" y="3331825"/>
                  <a:pt x="2660147" y="3332299"/>
                </a:cubicBezTo>
                <a:lnTo>
                  <a:pt x="2671400" y="3351784"/>
                </a:lnTo>
                <a:cubicBezTo>
                  <a:pt x="2671696" y="3352258"/>
                  <a:pt x="2671696" y="3352909"/>
                  <a:pt x="2671400" y="3353383"/>
                </a:cubicBezTo>
                <a:lnTo>
                  <a:pt x="2660147" y="3372868"/>
                </a:lnTo>
                <a:cubicBezTo>
                  <a:pt x="2659851" y="3373342"/>
                  <a:pt x="2659318" y="3373638"/>
                  <a:pt x="2658785" y="3373638"/>
                </a:cubicBezTo>
                <a:lnTo>
                  <a:pt x="2636279" y="3373638"/>
                </a:lnTo>
                <a:cubicBezTo>
                  <a:pt x="2635746" y="3373638"/>
                  <a:pt x="2635213" y="3373342"/>
                  <a:pt x="2634917" y="3372868"/>
                </a:cubicBezTo>
                <a:lnTo>
                  <a:pt x="2623664" y="3353383"/>
                </a:lnTo>
                <a:cubicBezTo>
                  <a:pt x="2623368" y="3352909"/>
                  <a:pt x="2623368" y="3352258"/>
                  <a:pt x="2623664" y="3351784"/>
                </a:cubicBezTo>
                <a:lnTo>
                  <a:pt x="2634917" y="3332299"/>
                </a:lnTo>
                <a:cubicBezTo>
                  <a:pt x="2635213" y="3331825"/>
                  <a:pt x="2635746" y="3331529"/>
                  <a:pt x="2636279" y="3331529"/>
                </a:cubicBezTo>
                <a:close/>
                <a:moveTo>
                  <a:pt x="2839007" y="3331293"/>
                </a:moveTo>
                <a:lnTo>
                  <a:pt x="2861749" y="3331293"/>
                </a:lnTo>
                <a:cubicBezTo>
                  <a:pt x="2862282" y="3331293"/>
                  <a:pt x="2862815" y="3331648"/>
                  <a:pt x="2863111" y="3332122"/>
                </a:cubicBezTo>
                <a:lnTo>
                  <a:pt x="2874482" y="3351844"/>
                </a:lnTo>
                <a:cubicBezTo>
                  <a:pt x="2874778" y="3352318"/>
                  <a:pt x="2874778" y="3352969"/>
                  <a:pt x="2874482" y="3353443"/>
                </a:cubicBezTo>
                <a:lnTo>
                  <a:pt x="2863111" y="3373165"/>
                </a:lnTo>
                <a:cubicBezTo>
                  <a:pt x="2862874" y="3373698"/>
                  <a:pt x="2862341" y="3373994"/>
                  <a:pt x="2861749" y="3373994"/>
                </a:cubicBezTo>
                <a:lnTo>
                  <a:pt x="2839007" y="3373994"/>
                </a:lnTo>
                <a:cubicBezTo>
                  <a:pt x="2838473" y="3373994"/>
                  <a:pt x="2837941" y="3373639"/>
                  <a:pt x="2837644" y="3373165"/>
                </a:cubicBezTo>
                <a:lnTo>
                  <a:pt x="2826273" y="3353443"/>
                </a:lnTo>
                <a:cubicBezTo>
                  <a:pt x="2825977" y="3352969"/>
                  <a:pt x="2825977" y="3352318"/>
                  <a:pt x="2826273" y="3351844"/>
                </a:cubicBezTo>
                <a:lnTo>
                  <a:pt x="2837644" y="3332122"/>
                </a:lnTo>
                <a:cubicBezTo>
                  <a:pt x="2837881" y="3331589"/>
                  <a:pt x="2838414" y="3331293"/>
                  <a:pt x="2839007" y="3331293"/>
                </a:cubicBezTo>
                <a:close/>
                <a:moveTo>
                  <a:pt x="2703736" y="3331293"/>
                </a:moveTo>
                <a:lnTo>
                  <a:pt x="2726479" y="3331293"/>
                </a:lnTo>
                <a:cubicBezTo>
                  <a:pt x="2727012" y="3331293"/>
                  <a:pt x="2727545" y="3331648"/>
                  <a:pt x="2727841" y="3332122"/>
                </a:cubicBezTo>
                <a:lnTo>
                  <a:pt x="2739212" y="3351844"/>
                </a:lnTo>
                <a:cubicBezTo>
                  <a:pt x="2739509" y="3352318"/>
                  <a:pt x="2739509" y="3352969"/>
                  <a:pt x="2739212" y="3353443"/>
                </a:cubicBezTo>
                <a:lnTo>
                  <a:pt x="2727841" y="3373165"/>
                </a:lnTo>
                <a:cubicBezTo>
                  <a:pt x="2727604" y="3373698"/>
                  <a:pt x="2727071" y="3373994"/>
                  <a:pt x="2726479" y="3373994"/>
                </a:cubicBezTo>
                <a:lnTo>
                  <a:pt x="2703736" y="3373994"/>
                </a:lnTo>
                <a:cubicBezTo>
                  <a:pt x="2703204" y="3373994"/>
                  <a:pt x="2702670" y="3373639"/>
                  <a:pt x="2702374" y="3373165"/>
                </a:cubicBezTo>
                <a:lnTo>
                  <a:pt x="2691003" y="3353443"/>
                </a:lnTo>
                <a:cubicBezTo>
                  <a:pt x="2690707" y="3352969"/>
                  <a:pt x="2690707" y="3352318"/>
                  <a:pt x="2691003" y="3351844"/>
                </a:cubicBezTo>
                <a:lnTo>
                  <a:pt x="2702374" y="3332122"/>
                </a:lnTo>
                <a:cubicBezTo>
                  <a:pt x="2702611" y="3331589"/>
                  <a:pt x="2703144" y="3331293"/>
                  <a:pt x="2703736" y="3331293"/>
                </a:cubicBezTo>
                <a:close/>
                <a:moveTo>
                  <a:pt x="4867881" y="3331233"/>
                </a:moveTo>
                <a:lnTo>
                  <a:pt x="4890742" y="3331233"/>
                </a:lnTo>
                <a:cubicBezTo>
                  <a:pt x="4891334" y="3331233"/>
                  <a:pt x="4891867" y="3331588"/>
                  <a:pt x="4892163" y="3332062"/>
                </a:cubicBezTo>
                <a:lnTo>
                  <a:pt x="4903594" y="3351843"/>
                </a:lnTo>
                <a:cubicBezTo>
                  <a:pt x="4903889" y="3352317"/>
                  <a:pt x="4903889" y="3352969"/>
                  <a:pt x="4903594" y="3353442"/>
                </a:cubicBezTo>
                <a:lnTo>
                  <a:pt x="4892163" y="3373223"/>
                </a:lnTo>
                <a:cubicBezTo>
                  <a:pt x="4891867" y="3373757"/>
                  <a:pt x="4891334" y="3374053"/>
                  <a:pt x="4890742" y="3374053"/>
                </a:cubicBezTo>
                <a:lnTo>
                  <a:pt x="4867881" y="3374053"/>
                </a:lnTo>
                <a:cubicBezTo>
                  <a:pt x="4867289" y="3374053"/>
                  <a:pt x="4866755" y="3373697"/>
                  <a:pt x="4866460" y="3373223"/>
                </a:cubicBezTo>
                <a:lnTo>
                  <a:pt x="4855029" y="3353442"/>
                </a:lnTo>
                <a:cubicBezTo>
                  <a:pt x="4854733" y="3352969"/>
                  <a:pt x="4854733" y="3352317"/>
                  <a:pt x="4855029" y="3351843"/>
                </a:cubicBezTo>
                <a:lnTo>
                  <a:pt x="4866460" y="3332062"/>
                </a:lnTo>
                <a:cubicBezTo>
                  <a:pt x="4866755" y="3331529"/>
                  <a:pt x="4867289" y="3331233"/>
                  <a:pt x="4867881" y="3331233"/>
                </a:cubicBezTo>
                <a:close/>
                <a:moveTo>
                  <a:pt x="2500832" y="3331233"/>
                </a:moveTo>
                <a:lnTo>
                  <a:pt x="2523693" y="3331233"/>
                </a:lnTo>
                <a:cubicBezTo>
                  <a:pt x="2524285" y="3331233"/>
                  <a:pt x="2524818" y="3331588"/>
                  <a:pt x="2525114" y="3332062"/>
                </a:cubicBezTo>
                <a:lnTo>
                  <a:pt x="2536545" y="3351843"/>
                </a:lnTo>
                <a:cubicBezTo>
                  <a:pt x="2536841" y="3352317"/>
                  <a:pt x="2536841" y="3352969"/>
                  <a:pt x="2536545" y="3353442"/>
                </a:cubicBezTo>
                <a:lnTo>
                  <a:pt x="2525114" y="3373223"/>
                </a:lnTo>
                <a:cubicBezTo>
                  <a:pt x="2524818" y="3373757"/>
                  <a:pt x="2524285" y="3374053"/>
                  <a:pt x="2523693" y="3374053"/>
                </a:cubicBezTo>
                <a:lnTo>
                  <a:pt x="2500832" y="3374053"/>
                </a:lnTo>
                <a:cubicBezTo>
                  <a:pt x="2500240" y="3374053"/>
                  <a:pt x="2499706" y="3373697"/>
                  <a:pt x="2499410" y="3373223"/>
                </a:cubicBezTo>
                <a:lnTo>
                  <a:pt x="2487980" y="3353442"/>
                </a:lnTo>
                <a:cubicBezTo>
                  <a:pt x="2487684" y="3352969"/>
                  <a:pt x="2487684" y="3352317"/>
                  <a:pt x="2487980" y="3351843"/>
                </a:cubicBezTo>
                <a:lnTo>
                  <a:pt x="2499410" y="3332062"/>
                </a:lnTo>
                <a:cubicBezTo>
                  <a:pt x="2499706" y="3331529"/>
                  <a:pt x="2500240" y="3331233"/>
                  <a:pt x="2500832" y="3331233"/>
                </a:cubicBezTo>
                <a:close/>
                <a:moveTo>
                  <a:pt x="2568289" y="3330878"/>
                </a:moveTo>
                <a:lnTo>
                  <a:pt x="2591446" y="3330878"/>
                </a:lnTo>
                <a:cubicBezTo>
                  <a:pt x="2592038" y="3330878"/>
                  <a:pt x="2592571" y="3331233"/>
                  <a:pt x="2592867" y="3331707"/>
                </a:cubicBezTo>
                <a:lnTo>
                  <a:pt x="2604475" y="3351784"/>
                </a:lnTo>
                <a:cubicBezTo>
                  <a:pt x="2604771" y="3352317"/>
                  <a:pt x="2604771" y="3352969"/>
                  <a:pt x="2604475" y="3353443"/>
                </a:cubicBezTo>
                <a:lnTo>
                  <a:pt x="2592867" y="3373520"/>
                </a:lnTo>
                <a:cubicBezTo>
                  <a:pt x="2592571" y="3374053"/>
                  <a:pt x="2592038" y="3374349"/>
                  <a:pt x="2591446" y="3374349"/>
                </a:cubicBezTo>
                <a:lnTo>
                  <a:pt x="2568289" y="3374349"/>
                </a:lnTo>
                <a:cubicBezTo>
                  <a:pt x="2567697" y="3374349"/>
                  <a:pt x="2567163" y="3373994"/>
                  <a:pt x="2566867" y="3373520"/>
                </a:cubicBezTo>
                <a:lnTo>
                  <a:pt x="2555259" y="3353443"/>
                </a:lnTo>
                <a:cubicBezTo>
                  <a:pt x="2554963" y="3352910"/>
                  <a:pt x="2554963" y="3352258"/>
                  <a:pt x="2555259" y="3351784"/>
                </a:cubicBezTo>
                <a:lnTo>
                  <a:pt x="2566867" y="3331707"/>
                </a:lnTo>
                <a:cubicBezTo>
                  <a:pt x="2567163" y="3331174"/>
                  <a:pt x="2567697" y="3330878"/>
                  <a:pt x="2568289" y="3330878"/>
                </a:cubicBezTo>
                <a:close/>
                <a:moveTo>
                  <a:pt x="5074220" y="3278997"/>
                </a:moveTo>
                <a:lnTo>
                  <a:pt x="5090211" y="3278997"/>
                </a:lnTo>
                <a:cubicBezTo>
                  <a:pt x="5090626" y="3278997"/>
                  <a:pt x="5091040" y="3279234"/>
                  <a:pt x="5091218" y="3279589"/>
                </a:cubicBezTo>
                <a:lnTo>
                  <a:pt x="5099213" y="3293448"/>
                </a:lnTo>
                <a:cubicBezTo>
                  <a:pt x="5099391" y="3293803"/>
                  <a:pt x="5099391" y="3294218"/>
                  <a:pt x="5099213" y="3294573"/>
                </a:cubicBezTo>
                <a:lnTo>
                  <a:pt x="5091218" y="3308432"/>
                </a:lnTo>
                <a:cubicBezTo>
                  <a:pt x="5091040" y="3308787"/>
                  <a:pt x="5090685" y="3309024"/>
                  <a:pt x="5090270" y="3309024"/>
                </a:cubicBezTo>
                <a:lnTo>
                  <a:pt x="5074280" y="3309024"/>
                </a:lnTo>
                <a:cubicBezTo>
                  <a:pt x="5073865" y="3309024"/>
                  <a:pt x="5073450" y="3308787"/>
                  <a:pt x="5073273" y="3308432"/>
                </a:cubicBezTo>
                <a:lnTo>
                  <a:pt x="5065277" y="3294573"/>
                </a:lnTo>
                <a:cubicBezTo>
                  <a:pt x="5065100" y="3294218"/>
                  <a:pt x="5065100" y="3293803"/>
                  <a:pt x="5065277" y="3293448"/>
                </a:cubicBezTo>
                <a:lnTo>
                  <a:pt x="5073273" y="3279589"/>
                </a:lnTo>
                <a:cubicBezTo>
                  <a:pt x="5073450" y="3279234"/>
                  <a:pt x="5073806" y="3278997"/>
                  <a:pt x="5074220" y="3278997"/>
                </a:cubicBezTo>
                <a:close/>
                <a:moveTo>
                  <a:pt x="3991883" y="3278582"/>
                </a:moveTo>
                <a:lnTo>
                  <a:pt x="4008347" y="3278582"/>
                </a:lnTo>
                <a:cubicBezTo>
                  <a:pt x="4008762" y="3278582"/>
                  <a:pt x="4009117" y="3278819"/>
                  <a:pt x="4009354" y="3279174"/>
                </a:cubicBezTo>
                <a:lnTo>
                  <a:pt x="4017586" y="3293448"/>
                </a:lnTo>
                <a:cubicBezTo>
                  <a:pt x="4017823" y="3293803"/>
                  <a:pt x="4017823" y="3294277"/>
                  <a:pt x="4017586" y="3294632"/>
                </a:cubicBezTo>
                <a:lnTo>
                  <a:pt x="4009354" y="3308905"/>
                </a:lnTo>
                <a:cubicBezTo>
                  <a:pt x="4009117" y="3309261"/>
                  <a:pt x="4008762" y="3309497"/>
                  <a:pt x="4008347" y="3309497"/>
                </a:cubicBezTo>
                <a:lnTo>
                  <a:pt x="3991883" y="3309497"/>
                </a:lnTo>
                <a:cubicBezTo>
                  <a:pt x="3991468" y="3309497"/>
                  <a:pt x="3991113" y="3309261"/>
                  <a:pt x="3990876" y="3308905"/>
                </a:cubicBezTo>
                <a:lnTo>
                  <a:pt x="3982644" y="3294632"/>
                </a:lnTo>
                <a:cubicBezTo>
                  <a:pt x="3982407" y="3294277"/>
                  <a:pt x="3982407" y="3293803"/>
                  <a:pt x="3982644" y="3293448"/>
                </a:cubicBezTo>
                <a:lnTo>
                  <a:pt x="3990876" y="3279174"/>
                </a:lnTo>
                <a:cubicBezTo>
                  <a:pt x="3991113" y="3278819"/>
                  <a:pt x="3991468" y="3278582"/>
                  <a:pt x="3991883" y="3278582"/>
                </a:cubicBezTo>
                <a:close/>
                <a:moveTo>
                  <a:pt x="3924189" y="3278523"/>
                </a:moveTo>
                <a:lnTo>
                  <a:pt x="3940771" y="3278523"/>
                </a:lnTo>
                <a:cubicBezTo>
                  <a:pt x="3941186" y="3278523"/>
                  <a:pt x="3941541" y="3278760"/>
                  <a:pt x="3941778" y="3279115"/>
                </a:cubicBezTo>
                <a:lnTo>
                  <a:pt x="3950070" y="3293448"/>
                </a:lnTo>
                <a:cubicBezTo>
                  <a:pt x="3950306" y="3293803"/>
                  <a:pt x="3950306" y="3294277"/>
                  <a:pt x="3950070" y="3294632"/>
                </a:cubicBezTo>
                <a:lnTo>
                  <a:pt x="3941778" y="3308965"/>
                </a:lnTo>
                <a:cubicBezTo>
                  <a:pt x="3941541" y="3309320"/>
                  <a:pt x="3941186" y="3309557"/>
                  <a:pt x="3940771" y="3309557"/>
                </a:cubicBezTo>
                <a:lnTo>
                  <a:pt x="3924189" y="3309557"/>
                </a:lnTo>
                <a:cubicBezTo>
                  <a:pt x="3923774" y="3309557"/>
                  <a:pt x="3923419" y="3309320"/>
                  <a:pt x="3923182" y="3308965"/>
                </a:cubicBezTo>
                <a:lnTo>
                  <a:pt x="3914890" y="3294632"/>
                </a:lnTo>
                <a:cubicBezTo>
                  <a:pt x="3914653" y="3294277"/>
                  <a:pt x="3914653" y="3293803"/>
                  <a:pt x="3914890" y="3293448"/>
                </a:cubicBezTo>
                <a:lnTo>
                  <a:pt x="3923182" y="3279115"/>
                </a:lnTo>
                <a:cubicBezTo>
                  <a:pt x="3923419" y="3278760"/>
                  <a:pt x="3923774" y="3278523"/>
                  <a:pt x="3924189" y="3278523"/>
                </a:cubicBezTo>
                <a:close/>
                <a:moveTo>
                  <a:pt x="4194491" y="3278108"/>
                </a:moveTo>
                <a:lnTo>
                  <a:pt x="4211488" y="3278108"/>
                </a:lnTo>
                <a:cubicBezTo>
                  <a:pt x="4211963" y="3278108"/>
                  <a:pt x="4212318" y="3278345"/>
                  <a:pt x="4212555" y="3278700"/>
                </a:cubicBezTo>
                <a:lnTo>
                  <a:pt x="4221024" y="3293447"/>
                </a:lnTo>
                <a:cubicBezTo>
                  <a:pt x="4221261" y="3293803"/>
                  <a:pt x="4221261" y="3294277"/>
                  <a:pt x="4221024" y="3294632"/>
                </a:cubicBezTo>
                <a:lnTo>
                  <a:pt x="4212495" y="3309379"/>
                </a:lnTo>
                <a:cubicBezTo>
                  <a:pt x="4212258" y="3309734"/>
                  <a:pt x="4211844" y="3309971"/>
                  <a:pt x="4211430" y="3309971"/>
                </a:cubicBezTo>
                <a:lnTo>
                  <a:pt x="4194431" y="3309971"/>
                </a:lnTo>
                <a:cubicBezTo>
                  <a:pt x="4193958" y="3309971"/>
                  <a:pt x="4193603" y="3309734"/>
                  <a:pt x="4193366" y="3309379"/>
                </a:cubicBezTo>
                <a:lnTo>
                  <a:pt x="4184896" y="3294632"/>
                </a:lnTo>
                <a:cubicBezTo>
                  <a:pt x="4184660" y="3294277"/>
                  <a:pt x="4184660" y="3293803"/>
                  <a:pt x="4184896" y="3293447"/>
                </a:cubicBezTo>
                <a:lnTo>
                  <a:pt x="4193425" y="3278700"/>
                </a:lnTo>
                <a:cubicBezTo>
                  <a:pt x="4193662" y="3278345"/>
                  <a:pt x="4194076" y="3278108"/>
                  <a:pt x="4194491" y="3278108"/>
                </a:cubicBezTo>
                <a:close/>
                <a:moveTo>
                  <a:pt x="3856375" y="3278108"/>
                </a:moveTo>
                <a:lnTo>
                  <a:pt x="3873373" y="3278108"/>
                </a:lnTo>
                <a:cubicBezTo>
                  <a:pt x="3873847" y="3278108"/>
                  <a:pt x="3874202" y="3278345"/>
                  <a:pt x="3874439" y="3278700"/>
                </a:cubicBezTo>
                <a:lnTo>
                  <a:pt x="3882908" y="3293447"/>
                </a:lnTo>
                <a:cubicBezTo>
                  <a:pt x="3883145" y="3293803"/>
                  <a:pt x="3883145" y="3294277"/>
                  <a:pt x="3882908" y="3294632"/>
                </a:cubicBezTo>
                <a:lnTo>
                  <a:pt x="3874380" y="3309379"/>
                </a:lnTo>
                <a:cubicBezTo>
                  <a:pt x="3874143" y="3309734"/>
                  <a:pt x="3873729" y="3309971"/>
                  <a:pt x="3873314" y="3309971"/>
                </a:cubicBezTo>
                <a:lnTo>
                  <a:pt x="3856316" y="3309971"/>
                </a:lnTo>
                <a:cubicBezTo>
                  <a:pt x="3855842" y="3309971"/>
                  <a:pt x="3855487" y="3309734"/>
                  <a:pt x="3855250" y="3309379"/>
                </a:cubicBezTo>
                <a:lnTo>
                  <a:pt x="3846781" y="3294632"/>
                </a:lnTo>
                <a:cubicBezTo>
                  <a:pt x="3846544" y="3294277"/>
                  <a:pt x="3846544" y="3293803"/>
                  <a:pt x="3846781" y="3293447"/>
                </a:cubicBezTo>
                <a:lnTo>
                  <a:pt x="3855310" y="3278700"/>
                </a:lnTo>
                <a:cubicBezTo>
                  <a:pt x="3855546" y="3278345"/>
                  <a:pt x="3855961" y="3278108"/>
                  <a:pt x="3856375" y="3278108"/>
                </a:cubicBezTo>
                <a:close/>
                <a:moveTo>
                  <a:pt x="4059162" y="3277990"/>
                </a:moveTo>
                <a:lnTo>
                  <a:pt x="4076278" y="3277990"/>
                </a:lnTo>
                <a:cubicBezTo>
                  <a:pt x="4076752" y="3277990"/>
                  <a:pt x="4077107" y="3278227"/>
                  <a:pt x="4077345" y="3278582"/>
                </a:cubicBezTo>
                <a:lnTo>
                  <a:pt x="4085873" y="3293388"/>
                </a:lnTo>
                <a:cubicBezTo>
                  <a:pt x="4086110" y="3293744"/>
                  <a:pt x="4086110" y="3294218"/>
                  <a:pt x="4085873" y="3294573"/>
                </a:cubicBezTo>
                <a:lnTo>
                  <a:pt x="4077285" y="3309379"/>
                </a:lnTo>
                <a:cubicBezTo>
                  <a:pt x="4077048" y="3309735"/>
                  <a:pt x="4076634" y="3309971"/>
                  <a:pt x="4076219" y="3309971"/>
                </a:cubicBezTo>
                <a:lnTo>
                  <a:pt x="4059103" y="3309971"/>
                </a:lnTo>
                <a:cubicBezTo>
                  <a:pt x="4058629" y="3309971"/>
                  <a:pt x="4058274" y="3309735"/>
                  <a:pt x="4058037" y="3309379"/>
                </a:cubicBezTo>
                <a:lnTo>
                  <a:pt x="4049508" y="3294573"/>
                </a:lnTo>
                <a:cubicBezTo>
                  <a:pt x="4049272" y="3294218"/>
                  <a:pt x="4049272" y="3293744"/>
                  <a:pt x="4049508" y="3293388"/>
                </a:cubicBezTo>
                <a:lnTo>
                  <a:pt x="4058096" y="3278582"/>
                </a:lnTo>
                <a:cubicBezTo>
                  <a:pt x="4058333" y="3278227"/>
                  <a:pt x="4058748" y="3277990"/>
                  <a:pt x="4059162" y="3277990"/>
                </a:cubicBezTo>
                <a:close/>
                <a:moveTo>
                  <a:pt x="4126738" y="3277872"/>
                </a:moveTo>
                <a:lnTo>
                  <a:pt x="4143973" y="3277872"/>
                </a:lnTo>
                <a:cubicBezTo>
                  <a:pt x="4144387" y="3277872"/>
                  <a:pt x="4144802" y="3278109"/>
                  <a:pt x="4145038" y="3278464"/>
                </a:cubicBezTo>
                <a:lnTo>
                  <a:pt x="4153626" y="3293389"/>
                </a:lnTo>
                <a:cubicBezTo>
                  <a:pt x="4153863" y="3293804"/>
                  <a:pt x="4153863" y="3294277"/>
                  <a:pt x="4153626" y="3294633"/>
                </a:cubicBezTo>
                <a:lnTo>
                  <a:pt x="4144979" y="3309557"/>
                </a:lnTo>
                <a:cubicBezTo>
                  <a:pt x="4144743" y="3309913"/>
                  <a:pt x="4144328" y="3310150"/>
                  <a:pt x="4143913" y="3310150"/>
                </a:cubicBezTo>
                <a:lnTo>
                  <a:pt x="4126679" y="3310150"/>
                </a:lnTo>
                <a:cubicBezTo>
                  <a:pt x="4126264" y="3310150"/>
                  <a:pt x="4125849" y="3309913"/>
                  <a:pt x="4125612" y="3309557"/>
                </a:cubicBezTo>
                <a:lnTo>
                  <a:pt x="4117025" y="3294633"/>
                </a:lnTo>
                <a:cubicBezTo>
                  <a:pt x="4116788" y="3294218"/>
                  <a:pt x="4116788" y="3293744"/>
                  <a:pt x="4117025" y="3293389"/>
                </a:cubicBezTo>
                <a:lnTo>
                  <a:pt x="4125671" y="3278464"/>
                </a:lnTo>
                <a:cubicBezTo>
                  <a:pt x="4125909" y="3278109"/>
                  <a:pt x="4126323" y="3277872"/>
                  <a:pt x="4126738" y="3277872"/>
                </a:cubicBezTo>
                <a:close/>
                <a:moveTo>
                  <a:pt x="4329525" y="3277694"/>
                </a:moveTo>
                <a:lnTo>
                  <a:pt x="4346996" y="3277694"/>
                </a:lnTo>
                <a:cubicBezTo>
                  <a:pt x="4347411" y="3277694"/>
                  <a:pt x="4347825" y="3277931"/>
                  <a:pt x="4348062" y="3278286"/>
                </a:cubicBezTo>
                <a:lnTo>
                  <a:pt x="4356768" y="3293389"/>
                </a:lnTo>
                <a:cubicBezTo>
                  <a:pt x="4357005" y="3293803"/>
                  <a:pt x="4357005" y="3294277"/>
                  <a:pt x="4356768" y="3294633"/>
                </a:cubicBezTo>
                <a:lnTo>
                  <a:pt x="4348062" y="3309735"/>
                </a:lnTo>
                <a:cubicBezTo>
                  <a:pt x="4347825" y="3310090"/>
                  <a:pt x="4347411" y="3310327"/>
                  <a:pt x="4346996" y="3310327"/>
                </a:cubicBezTo>
                <a:lnTo>
                  <a:pt x="4329525" y="3310327"/>
                </a:lnTo>
                <a:cubicBezTo>
                  <a:pt x="4329110" y="3310327"/>
                  <a:pt x="4328695" y="3310090"/>
                  <a:pt x="4328458" y="3309735"/>
                </a:cubicBezTo>
                <a:lnTo>
                  <a:pt x="4319752" y="3294633"/>
                </a:lnTo>
                <a:cubicBezTo>
                  <a:pt x="4319516" y="3294218"/>
                  <a:pt x="4319516" y="3293744"/>
                  <a:pt x="4319752" y="3293389"/>
                </a:cubicBezTo>
                <a:lnTo>
                  <a:pt x="4328458" y="3278286"/>
                </a:lnTo>
                <a:cubicBezTo>
                  <a:pt x="4328695" y="3277931"/>
                  <a:pt x="4329110" y="3277694"/>
                  <a:pt x="4329525" y="3277694"/>
                </a:cubicBezTo>
                <a:close/>
                <a:moveTo>
                  <a:pt x="4261712" y="3277279"/>
                </a:moveTo>
                <a:lnTo>
                  <a:pt x="4279598" y="3277279"/>
                </a:lnTo>
                <a:cubicBezTo>
                  <a:pt x="4280013" y="3277279"/>
                  <a:pt x="4280427" y="3277516"/>
                  <a:pt x="4280664" y="3277931"/>
                </a:cubicBezTo>
                <a:lnTo>
                  <a:pt x="4289607" y="3293448"/>
                </a:lnTo>
                <a:cubicBezTo>
                  <a:pt x="4289844" y="3293803"/>
                  <a:pt x="4289844" y="3294277"/>
                  <a:pt x="4289607" y="3294691"/>
                </a:cubicBezTo>
                <a:lnTo>
                  <a:pt x="4280664" y="3310208"/>
                </a:lnTo>
                <a:cubicBezTo>
                  <a:pt x="4280486" y="3310623"/>
                  <a:pt x="4280072" y="3310860"/>
                  <a:pt x="4279598" y="3310860"/>
                </a:cubicBezTo>
                <a:lnTo>
                  <a:pt x="4261712" y="3310860"/>
                </a:lnTo>
                <a:cubicBezTo>
                  <a:pt x="4261297" y="3310860"/>
                  <a:pt x="4260883" y="3310623"/>
                  <a:pt x="4260646" y="3310208"/>
                </a:cubicBezTo>
                <a:lnTo>
                  <a:pt x="4251703" y="3294691"/>
                </a:lnTo>
                <a:cubicBezTo>
                  <a:pt x="4251466" y="3294336"/>
                  <a:pt x="4251466" y="3293862"/>
                  <a:pt x="4251703" y="3293448"/>
                </a:cubicBezTo>
                <a:lnTo>
                  <a:pt x="4260646" y="3277931"/>
                </a:lnTo>
                <a:cubicBezTo>
                  <a:pt x="4260824" y="3277516"/>
                  <a:pt x="4261238" y="3277279"/>
                  <a:pt x="4261712" y="3277279"/>
                </a:cubicBezTo>
                <a:close/>
                <a:moveTo>
                  <a:pt x="3652997" y="3277279"/>
                </a:moveTo>
                <a:lnTo>
                  <a:pt x="3670883" y="3277279"/>
                </a:lnTo>
                <a:cubicBezTo>
                  <a:pt x="3671297" y="3277279"/>
                  <a:pt x="3671712" y="3277516"/>
                  <a:pt x="3671948" y="3277931"/>
                </a:cubicBezTo>
                <a:lnTo>
                  <a:pt x="3680892" y="3293448"/>
                </a:lnTo>
                <a:cubicBezTo>
                  <a:pt x="3681129" y="3293803"/>
                  <a:pt x="3681129" y="3294277"/>
                  <a:pt x="3680892" y="3294691"/>
                </a:cubicBezTo>
                <a:lnTo>
                  <a:pt x="3671948" y="3310208"/>
                </a:lnTo>
                <a:cubicBezTo>
                  <a:pt x="3671771" y="3310623"/>
                  <a:pt x="3671356" y="3310860"/>
                  <a:pt x="3670883" y="3310860"/>
                </a:cubicBezTo>
                <a:lnTo>
                  <a:pt x="3652997" y="3310860"/>
                </a:lnTo>
                <a:cubicBezTo>
                  <a:pt x="3652582" y="3310860"/>
                  <a:pt x="3652167" y="3310623"/>
                  <a:pt x="3651930" y="3310208"/>
                </a:cubicBezTo>
                <a:lnTo>
                  <a:pt x="3642987" y="3294691"/>
                </a:lnTo>
                <a:cubicBezTo>
                  <a:pt x="3642751" y="3294336"/>
                  <a:pt x="3642751" y="3293862"/>
                  <a:pt x="3642987" y="3293448"/>
                </a:cubicBezTo>
                <a:lnTo>
                  <a:pt x="3651930" y="3277931"/>
                </a:lnTo>
                <a:cubicBezTo>
                  <a:pt x="3652108" y="3277516"/>
                  <a:pt x="3652522" y="3277279"/>
                  <a:pt x="3652997" y="3277279"/>
                </a:cubicBezTo>
                <a:close/>
                <a:moveTo>
                  <a:pt x="3585183" y="3276924"/>
                </a:moveTo>
                <a:lnTo>
                  <a:pt x="3603425" y="3276924"/>
                </a:lnTo>
                <a:cubicBezTo>
                  <a:pt x="3603898" y="3276924"/>
                  <a:pt x="3604313" y="3277161"/>
                  <a:pt x="3604550" y="3277576"/>
                </a:cubicBezTo>
                <a:lnTo>
                  <a:pt x="3613671" y="3293329"/>
                </a:lnTo>
                <a:cubicBezTo>
                  <a:pt x="3613908" y="3293744"/>
                  <a:pt x="3613908" y="3294218"/>
                  <a:pt x="3613671" y="3294633"/>
                </a:cubicBezTo>
                <a:lnTo>
                  <a:pt x="3604550" y="3310386"/>
                </a:lnTo>
                <a:cubicBezTo>
                  <a:pt x="3604313" y="3310801"/>
                  <a:pt x="3603898" y="3311038"/>
                  <a:pt x="3603425" y="3311038"/>
                </a:cubicBezTo>
                <a:lnTo>
                  <a:pt x="3585183" y="3311038"/>
                </a:lnTo>
                <a:cubicBezTo>
                  <a:pt x="3584710" y="3311038"/>
                  <a:pt x="3584295" y="3310801"/>
                  <a:pt x="3584058" y="3310386"/>
                </a:cubicBezTo>
                <a:lnTo>
                  <a:pt x="3574937" y="3294633"/>
                </a:lnTo>
                <a:cubicBezTo>
                  <a:pt x="3574701" y="3294218"/>
                  <a:pt x="3574701" y="3293744"/>
                  <a:pt x="3574937" y="3293329"/>
                </a:cubicBezTo>
                <a:lnTo>
                  <a:pt x="3584058" y="3277576"/>
                </a:lnTo>
                <a:cubicBezTo>
                  <a:pt x="3584295" y="3277161"/>
                  <a:pt x="3584710" y="3276924"/>
                  <a:pt x="3585183" y="3276924"/>
                </a:cubicBezTo>
                <a:close/>
                <a:moveTo>
                  <a:pt x="4396686" y="3276746"/>
                </a:moveTo>
                <a:lnTo>
                  <a:pt x="4415105" y="3276746"/>
                </a:lnTo>
                <a:cubicBezTo>
                  <a:pt x="4415579" y="3276746"/>
                  <a:pt x="4415993" y="3276983"/>
                  <a:pt x="4416230" y="3277397"/>
                </a:cubicBezTo>
                <a:lnTo>
                  <a:pt x="4425469" y="3293388"/>
                </a:lnTo>
                <a:cubicBezTo>
                  <a:pt x="4425706" y="3293803"/>
                  <a:pt x="4425706" y="3294277"/>
                  <a:pt x="4425469" y="3294691"/>
                </a:cubicBezTo>
                <a:lnTo>
                  <a:pt x="4416230" y="3310682"/>
                </a:lnTo>
                <a:cubicBezTo>
                  <a:pt x="4415993" y="3311096"/>
                  <a:pt x="4415579" y="3311333"/>
                  <a:pt x="4415105" y="3311333"/>
                </a:cubicBezTo>
                <a:lnTo>
                  <a:pt x="4396686" y="3311333"/>
                </a:lnTo>
                <a:cubicBezTo>
                  <a:pt x="4396212" y="3311333"/>
                  <a:pt x="4395797" y="3311096"/>
                  <a:pt x="4395561" y="3310682"/>
                </a:cubicBezTo>
                <a:lnTo>
                  <a:pt x="4386321" y="3294691"/>
                </a:lnTo>
                <a:cubicBezTo>
                  <a:pt x="4386085" y="3294277"/>
                  <a:pt x="4386085" y="3293803"/>
                  <a:pt x="4386321" y="3293388"/>
                </a:cubicBezTo>
                <a:lnTo>
                  <a:pt x="4395561" y="3277397"/>
                </a:lnTo>
                <a:cubicBezTo>
                  <a:pt x="4395797" y="3276983"/>
                  <a:pt x="4396212" y="3276746"/>
                  <a:pt x="4396686" y="3276746"/>
                </a:cubicBezTo>
                <a:close/>
                <a:moveTo>
                  <a:pt x="3720336" y="3276628"/>
                </a:moveTo>
                <a:lnTo>
                  <a:pt x="3738873" y="3276628"/>
                </a:lnTo>
                <a:cubicBezTo>
                  <a:pt x="3739347" y="3276628"/>
                  <a:pt x="3739762" y="3276865"/>
                  <a:pt x="3739998" y="3277279"/>
                </a:cubicBezTo>
                <a:lnTo>
                  <a:pt x="3749237" y="3293330"/>
                </a:lnTo>
                <a:cubicBezTo>
                  <a:pt x="3749475" y="3293744"/>
                  <a:pt x="3749475" y="3294218"/>
                  <a:pt x="3749237" y="3294633"/>
                </a:cubicBezTo>
                <a:lnTo>
                  <a:pt x="3739939" y="3310682"/>
                </a:lnTo>
                <a:cubicBezTo>
                  <a:pt x="3739702" y="3311097"/>
                  <a:pt x="3739287" y="3311334"/>
                  <a:pt x="3738814" y="3311334"/>
                </a:cubicBezTo>
                <a:lnTo>
                  <a:pt x="3720276" y="3311334"/>
                </a:lnTo>
                <a:cubicBezTo>
                  <a:pt x="3719803" y="3311334"/>
                  <a:pt x="3719388" y="3311097"/>
                  <a:pt x="3719151" y="3310682"/>
                </a:cubicBezTo>
                <a:lnTo>
                  <a:pt x="3709912" y="3294633"/>
                </a:lnTo>
                <a:cubicBezTo>
                  <a:pt x="3709675" y="3294218"/>
                  <a:pt x="3709675" y="3293744"/>
                  <a:pt x="3709912" y="3293330"/>
                </a:cubicBezTo>
                <a:lnTo>
                  <a:pt x="3719210" y="3277279"/>
                </a:lnTo>
                <a:cubicBezTo>
                  <a:pt x="3719447" y="3276865"/>
                  <a:pt x="3719862" y="3276628"/>
                  <a:pt x="3720336" y="3276628"/>
                </a:cubicBezTo>
                <a:close/>
                <a:moveTo>
                  <a:pt x="4464202" y="3276509"/>
                </a:moveTo>
                <a:lnTo>
                  <a:pt x="4482858" y="3276509"/>
                </a:lnTo>
                <a:cubicBezTo>
                  <a:pt x="4483332" y="3276509"/>
                  <a:pt x="4483747" y="3276746"/>
                  <a:pt x="4483983" y="3277160"/>
                </a:cubicBezTo>
                <a:lnTo>
                  <a:pt x="4493282" y="3293329"/>
                </a:lnTo>
                <a:cubicBezTo>
                  <a:pt x="4493518" y="3293743"/>
                  <a:pt x="4493518" y="3294217"/>
                  <a:pt x="4493282" y="3294632"/>
                </a:cubicBezTo>
                <a:lnTo>
                  <a:pt x="4483924" y="3310800"/>
                </a:lnTo>
                <a:cubicBezTo>
                  <a:pt x="4483688" y="3311215"/>
                  <a:pt x="4483273" y="3311452"/>
                  <a:pt x="4482799" y="3311452"/>
                </a:cubicBezTo>
                <a:lnTo>
                  <a:pt x="4464143" y="3311452"/>
                </a:lnTo>
                <a:cubicBezTo>
                  <a:pt x="4463669" y="3311452"/>
                  <a:pt x="4463254" y="3311215"/>
                  <a:pt x="4463018" y="3310800"/>
                </a:cubicBezTo>
                <a:lnTo>
                  <a:pt x="4453719" y="3294632"/>
                </a:lnTo>
                <a:cubicBezTo>
                  <a:pt x="4453483" y="3294217"/>
                  <a:pt x="4453483" y="3293743"/>
                  <a:pt x="4453719" y="3293329"/>
                </a:cubicBezTo>
                <a:lnTo>
                  <a:pt x="4463077" y="3277160"/>
                </a:lnTo>
                <a:cubicBezTo>
                  <a:pt x="4463314" y="3276746"/>
                  <a:pt x="4463729" y="3276509"/>
                  <a:pt x="4464202" y="3276509"/>
                </a:cubicBezTo>
                <a:close/>
                <a:moveTo>
                  <a:pt x="3382042" y="3276450"/>
                </a:moveTo>
                <a:lnTo>
                  <a:pt x="3400816" y="3276450"/>
                </a:lnTo>
                <a:cubicBezTo>
                  <a:pt x="3401290" y="3276450"/>
                  <a:pt x="3401705" y="3276687"/>
                  <a:pt x="3401942" y="3277101"/>
                </a:cubicBezTo>
                <a:lnTo>
                  <a:pt x="3411299" y="3293329"/>
                </a:lnTo>
                <a:cubicBezTo>
                  <a:pt x="3411536" y="3293684"/>
                  <a:pt x="3411536" y="3294218"/>
                  <a:pt x="3411299" y="3294632"/>
                </a:cubicBezTo>
                <a:lnTo>
                  <a:pt x="3401882" y="3310860"/>
                </a:lnTo>
                <a:cubicBezTo>
                  <a:pt x="3401645" y="3311274"/>
                  <a:pt x="3401231" y="3311511"/>
                  <a:pt x="3400757" y="3311511"/>
                </a:cubicBezTo>
                <a:lnTo>
                  <a:pt x="3381983" y="3311511"/>
                </a:lnTo>
                <a:cubicBezTo>
                  <a:pt x="3381509" y="3311511"/>
                  <a:pt x="3381094" y="3311274"/>
                  <a:pt x="3380857" y="3310860"/>
                </a:cubicBezTo>
                <a:lnTo>
                  <a:pt x="3371500" y="3294632"/>
                </a:lnTo>
                <a:cubicBezTo>
                  <a:pt x="3371263" y="3294277"/>
                  <a:pt x="3371263" y="3293744"/>
                  <a:pt x="3371500" y="3293329"/>
                </a:cubicBezTo>
                <a:lnTo>
                  <a:pt x="3380916" y="3277101"/>
                </a:lnTo>
                <a:cubicBezTo>
                  <a:pt x="3381154" y="3276687"/>
                  <a:pt x="3381568" y="3276450"/>
                  <a:pt x="3382042" y="3276450"/>
                </a:cubicBezTo>
                <a:close/>
                <a:moveTo>
                  <a:pt x="3787793" y="3276332"/>
                </a:moveTo>
                <a:lnTo>
                  <a:pt x="3806686" y="3276332"/>
                </a:lnTo>
                <a:cubicBezTo>
                  <a:pt x="3807101" y="3276332"/>
                  <a:pt x="3807574" y="3276569"/>
                  <a:pt x="3807811" y="3276983"/>
                </a:cubicBezTo>
                <a:lnTo>
                  <a:pt x="3817228" y="3293330"/>
                </a:lnTo>
                <a:cubicBezTo>
                  <a:pt x="3817465" y="3293744"/>
                  <a:pt x="3817465" y="3294277"/>
                  <a:pt x="3817228" y="3294692"/>
                </a:cubicBezTo>
                <a:lnTo>
                  <a:pt x="3807811" y="3311038"/>
                </a:lnTo>
                <a:cubicBezTo>
                  <a:pt x="3807574" y="3311452"/>
                  <a:pt x="3807160" y="3311689"/>
                  <a:pt x="3806686" y="3311689"/>
                </a:cubicBezTo>
                <a:lnTo>
                  <a:pt x="3787793" y="3311689"/>
                </a:lnTo>
                <a:cubicBezTo>
                  <a:pt x="3787378" y="3311689"/>
                  <a:pt x="3786905" y="3311452"/>
                  <a:pt x="3786667" y="3311038"/>
                </a:cubicBezTo>
                <a:lnTo>
                  <a:pt x="3777251" y="3294692"/>
                </a:lnTo>
                <a:cubicBezTo>
                  <a:pt x="3777014" y="3294277"/>
                  <a:pt x="3777014" y="3293744"/>
                  <a:pt x="3777251" y="3293330"/>
                </a:cubicBezTo>
                <a:lnTo>
                  <a:pt x="3786667" y="3276983"/>
                </a:lnTo>
                <a:cubicBezTo>
                  <a:pt x="3786905" y="3276569"/>
                  <a:pt x="3787319" y="3276332"/>
                  <a:pt x="3787793" y="3276332"/>
                </a:cubicBezTo>
                <a:close/>
                <a:moveTo>
                  <a:pt x="3449440" y="3275917"/>
                </a:moveTo>
                <a:lnTo>
                  <a:pt x="3468747" y="3275917"/>
                </a:lnTo>
                <a:cubicBezTo>
                  <a:pt x="3469221" y="3275917"/>
                  <a:pt x="3469694" y="3276213"/>
                  <a:pt x="3469932" y="3276628"/>
                </a:cubicBezTo>
                <a:lnTo>
                  <a:pt x="3479585" y="3293388"/>
                </a:lnTo>
                <a:cubicBezTo>
                  <a:pt x="3479822" y="3293803"/>
                  <a:pt x="3479822" y="3294336"/>
                  <a:pt x="3479585" y="3294751"/>
                </a:cubicBezTo>
                <a:lnTo>
                  <a:pt x="3469932" y="3311511"/>
                </a:lnTo>
                <a:cubicBezTo>
                  <a:pt x="3469694" y="3311985"/>
                  <a:pt x="3469221" y="3312222"/>
                  <a:pt x="3468747" y="3312222"/>
                </a:cubicBezTo>
                <a:lnTo>
                  <a:pt x="3449440" y="3312222"/>
                </a:lnTo>
                <a:cubicBezTo>
                  <a:pt x="3448966" y="3312222"/>
                  <a:pt x="3448492" y="3311926"/>
                  <a:pt x="3448255" y="3311511"/>
                </a:cubicBezTo>
                <a:lnTo>
                  <a:pt x="3438601" y="3294751"/>
                </a:lnTo>
                <a:cubicBezTo>
                  <a:pt x="3438365" y="3294336"/>
                  <a:pt x="3438365" y="3293803"/>
                  <a:pt x="3438601" y="3293388"/>
                </a:cubicBezTo>
                <a:lnTo>
                  <a:pt x="3448255" y="3276628"/>
                </a:lnTo>
                <a:cubicBezTo>
                  <a:pt x="3448492" y="3276154"/>
                  <a:pt x="3448966" y="3275917"/>
                  <a:pt x="3449440" y="3275917"/>
                </a:cubicBezTo>
                <a:close/>
                <a:moveTo>
                  <a:pt x="4598821" y="3275384"/>
                </a:moveTo>
                <a:lnTo>
                  <a:pt x="4618720" y="3275384"/>
                </a:lnTo>
                <a:cubicBezTo>
                  <a:pt x="4619194" y="3275384"/>
                  <a:pt x="4619668" y="3275680"/>
                  <a:pt x="4619905" y="3276095"/>
                </a:cubicBezTo>
                <a:lnTo>
                  <a:pt x="4629855" y="3293329"/>
                </a:lnTo>
                <a:cubicBezTo>
                  <a:pt x="4630092" y="3293803"/>
                  <a:pt x="4630092" y="3294336"/>
                  <a:pt x="4629855" y="3294750"/>
                </a:cubicBezTo>
                <a:lnTo>
                  <a:pt x="4619905" y="3311985"/>
                </a:lnTo>
                <a:cubicBezTo>
                  <a:pt x="4619668" y="3312400"/>
                  <a:pt x="4619194" y="3312696"/>
                  <a:pt x="4618720" y="3312696"/>
                </a:cubicBezTo>
                <a:lnTo>
                  <a:pt x="4598821" y="3312696"/>
                </a:lnTo>
                <a:cubicBezTo>
                  <a:pt x="4598347" y="3312696"/>
                  <a:pt x="4597874" y="3312400"/>
                  <a:pt x="4597636" y="3311985"/>
                </a:cubicBezTo>
                <a:lnTo>
                  <a:pt x="4587686" y="3294750"/>
                </a:lnTo>
                <a:cubicBezTo>
                  <a:pt x="4587450" y="3294277"/>
                  <a:pt x="4587450" y="3293744"/>
                  <a:pt x="4587686" y="3293329"/>
                </a:cubicBezTo>
                <a:lnTo>
                  <a:pt x="4597636" y="3276095"/>
                </a:lnTo>
                <a:cubicBezTo>
                  <a:pt x="4597874" y="3275680"/>
                  <a:pt x="4598347" y="3275384"/>
                  <a:pt x="4598821" y="3275384"/>
                </a:cubicBezTo>
                <a:close/>
                <a:moveTo>
                  <a:pt x="3516720" y="3275266"/>
                </a:moveTo>
                <a:lnTo>
                  <a:pt x="3536679" y="3275266"/>
                </a:lnTo>
                <a:cubicBezTo>
                  <a:pt x="3537211" y="3275266"/>
                  <a:pt x="3537686" y="3275562"/>
                  <a:pt x="3537922" y="3275977"/>
                </a:cubicBezTo>
                <a:lnTo>
                  <a:pt x="3547931" y="3293270"/>
                </a:lnTo>
                <a:cubicBezTo>
                  <a:pt x="3548168" y="3293685"/>
                  <a:pt x="3548168" y="3294277"/>
                  <a:pt x="3547931" y="3294692"/>
                </a:cubicBezTo>
                <a:lnTo>
                  <a:pt x="3537922" y="3311986"/>
                </a:lnTo>
                <a:cubicBezTo>
                  <a:pt x="3537626" y="3312400"/>
                  <a:pt x="3537152" y="3312696"/>
                  <a:pt x="3536679" y="3312696"/>
                </a:cubicBezTo>
                <a:lnTo>
                  <a:pt x="3516720" y="3312696"/>
                </a:lnTo>
                <a:cubicBezTo>
                  <a:pt x="3516187" y="3312696"/>
                  <a:pt x="3515713" y="3312400"/>
                  <a:pt x="3515476" y="3311986"/>
                </a:cubicBezTo>
                <a:lnTo>
                  <a:pt x="3505467" y="3294692"/>
                </a:lnTo>
                <a:cubicBezTo>
                  <a:pt x="3505230" y="3294277"/>
                  <a:pt x="3505230" y="3293685"/>
                  <a:pt x="3505467" y="3293270"/>
                </a:cubicBezTo>
                <a:lnTo>
                  <a:pt x="3515476" y="3275977"/>
                </a:lnTo>
                <a:cubicBezTo>
                  <a:pt x="3515772" y="3275562"/>
                  <a:pt x="3516246" y="3275266"/>
                  <a:pt x="3516720" y="3275266"/>
                </a:cubicBezTo>
                <a:close/>
                <a:moveTo>
                  <a:pt x="3313756" y="3275206"/>
                </a:moveTo>
                <a:lnTo>
                  <a:pt x="3333833" y="3275206"/>
                </a:lnTo>
                <a:cubicBezTo>
                  <a:pt x="3334366" y="3275206"/>
                  <a:pt x="3334840" y="3275502"/>
                  <a:pt x="3335076" y="3275917"/>
                </a:cubicBezTo>
                <a:lnTo>
                  <a:pt x="3345086" y="3293329"/>
                </a:lnTo>
                <a:cubicBezTo>
                  <a:pt x="3345322" y="3293743"/>
                  <a:pt x="3345322" y="3294336"/>
                  <a:pt x="3345086" y="3294750"/>
                </a:cubicBezTo>
                <a:lnTo>
                  <a:pt x="3335017" y="3312162"/>
                </a:lnTo>
                <a:cubicBezTo>
                  <a:pt x="3334721" y="3312577"/>
                  <a:pt x="3334247" y="3312873"/>
                  <a:pt x="3333774" y="3312873"/>
                </a:cubicBezTo>
                <a:lnTo>
                  <a:pt x="3313696" y="3312873"/>
                </a:lnTo>
                <a:cubicBezTo>
                  <a:pt x="3313163" y="3312873"/>
                  <a:pt x="3312690" y="3312577"/>
                  <a:pt x="3312453" y="3312162"/>
                </a:cubicBezTo>
                <a:lnTo>
                  <a:pt x="3302443" y="3294750"/>
                </a:lnTo>
                <a:cubicBezTo>
                  <a:pt x="3302207" y="3294336"/>
                  <a:pt x="3302207" y="3293743"/>
                  <a:pt x="3302443" y="3293329"/>
                </a:cubicBezTo>
                <a:lnTo>
                  <a:pt x="3312512" y="3275917"/>
                </a:lnTo>
                <a:cubicBezTo>
                  <a:pt x="3312808" y="3275502"/>
                  <a:pt x="3313282" y="3275206"/>
                  <a:pt x="3313756" y="3275206"/>
                </a:cubicBezTo>
                <a:close/>
                <a:moveTo>
                  <a:pt x="4531008" y="3274970"/>
                </a:moveTo>
                <a:lnTo>
                  <a:pt x="4551322" y="3274970"/>
                </a:lnTo>
                <a:cubicBezTo>
                  <a:pt x="4551855" y="3274970"/>
                  <a:pt x="4552329" y="3275266"/>
                  <a:pt x="4552566" y="3275681"/>
                </a:cubicBezTo>
                <a:lnTo>
                  <a:pt x="4562693" y="3293270"/>
                </a:lnTo>
                <a:cubicBezTo>
                  <a:pt x="4562930" y="3293685"/>
                  <a:pt x="4562930" y="3294277"/>
                  <a:pt x="4562693" y="3294692"/>
                </a:cubicBezTo>
                <a:lnTo>
                  <a:pt x="4552507" y="3312282"/>
                </a:lnTo>
                <a:cubicBezTo>
                  <a:pt x="4552270" y="3312696"/>
                  <a:pt x="4551796" y="3312992"/>
                  <a:pt x="4551263" y="3312992"/>
                </a:cubicBezTo>
                <a:lnTo>
                  <a:pt x="4530949" y="3312992"/>
                </a:lnTo>
                <a:cubicBezTo>
                  <a:pt x="4530416" y="3312992"/>
                  <a:pt x="4529942" y="3312696"/>
                  <a:pt x="4529705" y="3312282"/>
                </a:cubicBezTo>
                <a:lnTo>
                  <a:pt x="4519577" y="3294692"/>
                </a:lnTo>
                <a:cubicBezTo>
                  <a:pt x="4519341" y="3294277"/>
                  <a:pt x="4519341" y="3293685"/>
                  <a:pt x="4519577" y="3293270"/>
                </a:cubicBezTo>
                <a:lnTo>
                  <a:pt x="4529765" y="3275681"/>
                </a:lnTo>
                <a:cubicBezTo>
                  <a:pt x="4530001" y="3275266"/>
                  <a:pt x="4530475" y="3274970"/>
                  <a:pt x="4531008" y="3274970"/>
                </a:cubicBezTo>
                <a:close/>
                <a:moveTo>
                  <a:pt x="2366805" y="3274970"/>
                </a:moveTo>
                <a:lnTo>
                  <a:pt x="2387120" y="3274970"/>
                </a:lnTo>
                <a:cubicBezTo>
                  <a:pt x="2387652" y="3274970"/>
                  <a:pt x="2388126" y="3275266"/>
                  <a:pt x="2388363" y="3275681"/>
                </a:cubicBezTo>
                <a:lnTo>
                  <a:pt x="2398491" y="3293270"/>
                </a:lnTo>
                <a:cubicBezTo>
                  <a:pt x="2398727" y="3293685"/>
                  <a:pt x="2398727" y="3294277"/>
                  <a:pt x="2398491" y="3294692"/>
                </a:cubicBezTo>
                <a:lnTo>
                  <a:pt x="2388304" y="3312282"/>
                </a:lnTo>
                <a:cubicBezTo>
                  <a:pt x="2388067" y="3312696"/>
                  <a:pt x="2387593" y="3312992"/>
                  <a:pt x="2387060" y="3312992"/>
                </a:cubicBezTo>
                <a:lnTo>
                  <a:pt x="2366746" y="3312992"/>
                </a:lnTo>
                <a:cubicBezTo>
                  <a:pt x="2366213" y="3312992"/>
                  <a:pt x="2365739" y="3312696"/>
                  <a:pt x="2365502" y="3312282"/>
                </a:cubicBezTo>
                <a:lnTo>
                  <a:pt x="2355375" y="3294692"/>
                </a:lnTo>
                <a:cubicBezTo>
                  <a:pt x="2355138" y="3294277"/>
                  <a:pt x="2355138" y="3293685"/>
                  <a:pt x="2355375" y="3293270"/>
                </a:cubicBezTo>
                <a:lnTo>
                  <a:pt x="2365561" y="3275681"/>
                </a:lnTo>
                <a:cubicBezTo>
                  <a:pt x="2365798" y="3275266"/>
                  <a:pt x="2366272" y="3274970"/>
                  <a:pt x="2366805" y="3274970"/>
                </a:cubicBezTo>
                <a:close/>
                <a:moveTo>
                  <a:pt x="4666219" y="3274851"/>
                </a:moveTo>
                <a:lnTo>
                  <a:pt x="4686652" y="3274851"/>
                </a:lnTo>
                <a:cubicBezTo>
                  <a:pt x="4687185" y="3274851"/>
                  <a:pt x="4687659" y="3275147"/>
                  <a:pt x="4687896" y="3275562"/>
                </a:cubicBezTo>
                <a:lnTo>
                  <a:pt x="4698082" y="3293270"/>
                </a:lnTo>
                <a:cubicBezTo>
                  <a:pt x="4698319" y="3293685"/>
                  <a:pt x="4698319" y="3294277"/>
                  <a:pt x="4698082" y="3294691"/>
                </a:cubicBezTo>
                <a:lnTo>
                  <a:pt x="4687836" y="3312400"/>
                </a:lnTo>
                <a:cubicBezTo>
                  <a:pt x="4687599" y="3312814"/>
                  <a:pt x="4687126" y="3313111"/>
                  <a:pt x="4686593" y="3313111"/>
                </a:cubicBezTo>
                <a:lnTo>
                  <a:pt x="4666160" y="3313111"/>
                </a:lnTo>
                <a:cubicBezTo>
                  <a:pt x="4665627" y="3313111"/>
                  <a:pt x="4665154" y="3312814"/>
                  <a:pt x="4664916" y="3312400"/>
                </a:cubicBezTo>
                <a:lnTo>
                  <a:pt x="4654730" y="3294691"/>
                </a:lnTo>
                <a:cubicBezTo>
                  <a:pt x="4654493" y="3294277"/>
                  <a:pt x="4654493" y="3293685"/>
                  <a:pt x="4654730" y="3293270"/>
                </a:cubicBezTo>
                <a:lnTo>
                  <a:pt x="4664976" y="3275562"/>
                </a:lnTo>
                <a:cubicBezTo>
                  <a:pt x="4665213" y="3275147"/>
                  <a:pt x="4665686" y="3274851"/>
                  <a:pt x="4666219" y="3274851"/>
                </a:cubicBezTo>
                <a:close/>
                <a:moveTo>
                  <a:pt x="4733676" y="3274555"/>
                </a:moveTo>
                <a:lnTo>
                  <a:pt x="4754405" y="3274555"/>
                </a:lnTo>
                <a:cubicBezTo>
                  <a:pt x="4754879" y="3274555"/>
                  <a:pt x="4755353" y="3274792"/>
                  <a:pt x="4755648" y="3275266"/>
                </a:cubicBezTo>
                <a:lnTo>
                  <a:pt x="4766013" y="3293270"/>
                </a:lnTo>
                <a:cubicBezTo>
                  <a:pt x="4766309" y="3293744"/>
                  <a:pt x="4766309" y="3294277"/>
                  <a:pt x="4766013" y="3294751"/>
                </a:cubicBezTo>
                <a:lnTo>
                  <a:pt x="4755648" y="3312755"/>
                </a:lnTo>
                <a:cubicBezTo>
                  <a:pt x="4755412" y="3313170"/>
                  <a:pt x="4754938" y="3313466"/>
                  <a:pt x="4754405" y="3313466"/>
                </a:cubicBezTo>
                <a:lnTo>
                  <a:pt x="4733676" y="3313466"/>
                </a:lnTo>
                <a:cubicBezTo>
                  <a:pt x="4733203" y="3313466"/>
                  <a:pt x="4732669" y="3313229"/>
                  <a:pt x="4732433" y="3312755"/>
                </a:cubicBezTo>
                <a:lnTo>
                  <a:pt x="4722068" y="3294751"/>
                </a:lnTo>
                <a:cubicBezTo>
                  <a:pt x="4721772" y="3294277"/>
                  <a:pt x="4721772" y="3293744"/>
                  <a:pt x="4722068" y="3293270"/>
                </a:cubicBezTo>
                <a:lnTo>
                  <a:pt x="4732433" y="3275266"/>
                </a:lnTo>
                <a:cubicBezTo>
                  <a:pt x="4732669" y="3274851"/>
                  <a:pt x="4733143" y="3274555"/>
                  <a:pt x="4733676" y="3274555"/>
                </a:cubicBezTo>
                <a:close/>
                <a:moveTo>
                  <a:pt x="3042919" y="3274555"/>
                </a:moveTo>
                <a:lnTo>
                  <a:pt x="3063648" y="3274555"/>
                </a:lnTo>
                <a:cubicBezTo>
                  <a:pt x="3064122" y="3274555"/>
                  <a:pt x="3064596" y="3274792"/>
                  <a:pt x="3064892" y="3275266"/>
                </a:cubicBezTo>
                <a:lnTo>
                  <a:pt x="3075256" y="3293270"/>
                </a:lnTo>
                <a:cubicBezTo>
                  <a:pt x="3075552" y="3293744"/>
                  <a:pt x="3075552" y="3294277"/>
                  <a:pt x="3075256" y="3294751"/>
                </a:cubicBezTo>
                <a:lnTo>
                  <a:pt x="3064892" y="3312755"/>
                </a:lnTo>
                <a:cubicBezTo>
                  <a:pt x="3064655" y="3313170"/>
                  <a:pt x="3064181" y="3313466"/>
                  <a:pt x="3063648" y="3313466"/>
                </a:cubicBezTo>
                <a:lnTo>
                  <a:pt x="3042919" y="3313466"/>
                </a:lnTo>
                <a:cubicBezTo>
                  <a:pt x="3042445" y="3313466"/>
                  <a:pt x="3041971" y="3313229"/>
                  <a:pt x="3041675" y="3312755"/>
                </a:cubicBezTo>
                <a:lnTo>
                  <a:pt x="3031311" y="3294751"/>
                </a:lnTo>
                <a:cubicBezTo>
                  <a:pt x="3031015" y="3294277"/>
                  <a:pt x="3031015" y="3293744"/>
                  <a:pt x="3031311" y="3293270"/>
                </a:cubicBezTo>
                <a:lnTo>
                  <a:pt x="3041675" y="3275266"/>
                </a:lnTo>
                <a:cubicBezTo>
                  <a:pt x="3041913" y="3274851"/>
                  <a:pt x="3042386" y="3274555"/>
                  <a:pt x="3042919" y="3274555"/>
                </a:cubicBezTo>
                <a:close/>
                <a:moveTo>
                  <a:pt x="3245765" y="3274436"/>
                </a:moveTo>
                <a:lnTo>
                  <a:pt x="3266612" y="3274436"/>
                </a:lnTo>
                <a:cubicBezTo>
                  <a:pt x="3267145" y="3274436"/>
                  <a:pt x="3267618" y="3274673"/>
                  <a:pt x="3267915" y="3275147"/>
                </a:cubicBezTo>
                <a:lnTo>
                  <a:pt x="3278339" y="3293210"/>
                </a:lnTo>
                <a:cubicBezTo>
                  <a:pt x="3278635" y="3293684"/>
                  <a:pt x="3278635" y="3294217"/>
                  <a:pt x="3278339" y="3294691"/>
                </a:cubicBezTo>
                <a:lnTo>
                  <a:pt x="3267915" y="3312755"/>
                </a:lnTo>
                <a:cubicBezTo>
                  <a:pt x="3267618" y="3313169"/>
                  <a:pt x="3267145" y="3313465"/>
                  <a:pt x="3266612" y="3313465"/>
                </a:cubicBezTo>
                <a:lnTo>
                  <a:pt x="3245765" y="3313465"/>
                </a:lnTo>
                <a:cubicBezTo>
                  <a:pt x="3245232" y="3313465"/>
                  <a:pt x="3244758" y="3313228"/>
                  <a:pt x="3244462" y="3312755"/>
                </a:cubicBezTo>
                <a:lnTo>
                  <a:pt x="3234038" y="3294691"/>
                </a:lnTo>
                <a:cubicBezTo>
                  <a:pt x="3233742" y="3294217"/>
                  <a:pt x="3233742" y="3293684"/>
                  <a:pt x="3234038" y="3293210"/>
                </a:cubicBezTo>
                <a:lnTo>
                  <a:pt x="3244462" y="3275147"/>
                </a:lnTo>
                <a:cubicBezTo>
                  <a:pt x="3244758" y="3274732"/>
                  <a:pt x="3245232" y="3274436"/>
                  <a:pt x="3245765" y="3274436"/>
                </a:cubicBezTo>
                <a:close/>
                <a:moveTo>
                  <a:pt x="3177893" y="3274081"/>
                </a:moveTo>
                <a:lnTo>
                  <a:pt x="3199214" y="3274081"/>
                </a:lnTo>
                <a:cubicBezTo>
                  <a:pt x="3199747" y="3274081"/>
                  <a:pt x="3200220" y="3274377"/>
                  <a:pt x="3200517" y="3274851"/>
                </a:cubicBezTo>
                <a:lnTo>
                  <a:pt x="3211177" y="3293329"/>
                </a:lnTo>
                <a:cubicBezTo>
                  <a:pt x="3211473" y="3293744"/>
                  <a:pt x="3211473" y="3294336"/>
                  <a:pt x="3211177" y="3294810"/>
                </a:cubicBezTo>
                <a:lnTo>
                  <a:pt x="3200517" y="3313288"/>
                </a:lnTo>
                <a:cubicBezTo>
                  <a:pt x="3200220" y="3313762"/>
                  <a:pt x="3199747" y="3314058"/>
                  <a:pt x="3199214" y="3314058"/>
                </a:cubicBezTo>
                <a:lnTo>
                  <a:pt x="3177893" y="3314058"/>
                </a:lnTo>
                <a:cubicBezTo>
                  <a:pt x="3177359" y="3314058"/>
                  <a:pt x="3176886" y="3313762"/>
                  <a:pt x="3176589" y="3313288"/>
                </a:cubicBezTo>
                <a:lnTo>
                  <a:pt x="3165929" y="3294810"/>
                </a:lnTo>
                <a:cubicBezTo>
                  <a:pt x="3165633" y="3294395"/>
                  <a:pt x="3165633" y="3293803"/>
                  <a:pt x="3165929" y="3293329"/>
                </a:cubicBezTo>
                <a:lnTo>
                  <a:pt x="3176589" y="3274851"/>
                </a:lnTo>
                <a:cubicBezTo>
                  <a:pt x="3176886" y="3274377"/>
                  <a:pt x="3177359" y="3274081"/>
                  <a:pt x="3177893" y="3274081"/>
                </a:cubicBezTo>
                <a:close/>
                <a:moveTo>
                  <a:pt x="2907294" y="3273962"/>
                </a:moveTo>
                <a:lnTo>
                  <a:pt x="2928733" y="3273962"/>
                </a:lnTo>
                <a:cubicBezTo>
                  <a:pt x="2929266" y="3273962"/>
                  <a:pt x="2929740" y="3274258"/>
                  <a:pt x="2930036" y="3274732"/>
                </a:cubicBezTo>
                <a:lnTo>
                  <a:pt x="2940756" y="3293269"/>
                </a:lnTo>
                <a:cubicBezTo>
                  <a:pt x="2941052" y="3293743"/>
                  <a:pt x="2941052" y="3294335"/>
                  <a:pt x="2940756" y="3294809"/>
                </a:cubicBezTo>
                <a:lnTo>
                  <a:pt x="2930036" y="3313347"/>
                </a:lnTo>
                <a:cubicBezTo>
                  <a:pt x="2929740" y="3313821"/>
                  <a:pt x="2929266" y="3314117"/>
                  <a:pt x="2928733" y="3314117"/>
                </a:cubicBezTo>
                <a:lnTo>
                  <a:pt x="2907294" y="3314117"/>
                </a:lnTo>
                <a:cubicBezTo>
                  <a:pt x="2906761" y="3314117"/>
                  <a:pt x="2906287" y="3313821"/>
                  <a:pt x="2905991" y="3313347"/>
                </a:cubicBezTo>
                <a:lnTo>
                  <a:pt x="2895271" y="3294809"/>
                </a:lnTo>
                <a:cubicBezTo>
                  <a:pt x="2894975" y="3294335"/>
                  <a:pt x="2894975" y="3293743"/>
                  <a:pt x="2895271" y="3293269"/>
                </a:cubicBezTo>
                <a:lnTo>
                  <a:pt x="2905991" y="3274732"/>
                </a:lnTo>
                <a:cubicBezTo>
                  <a:pt x="2906287" y="3274258"/>
                  <a:pt x="2906761" y="3273962"/>
                  <a:pt x="2907294" y="3273962"/>
                </a:cubicBezTo>
                <a:close/>
                <a:moveTo>
                  <a:pt x="5003802" y="3273726"/>
                </a:moveTo>
                <a:lnTo>
                  <a:pt x="5025419" y="3273726"/>
                </a:lnTo>
                <a:cubicBezTo>
                  <a:pt x="5025952" y="3273726"/>
                  <a:pt x="5026426" y="3274022"/>
                  <a:pt x="5026722" y="3274496"/>
                </a:cubicBezTo>
                <a:lnTo>
                  <a:pt x="5037561" y="3293211"/>
                </a:lnTo>
                <a:cubicBezTo>
                  <a:pt x="5037856" y="3293685"/>
                  <a:pt x="5037856" y="3294277"/>
                  <a:pt x="5037561" y="3294751"/>
                </a:cubicBezTo>
                <a:lnTo>
                  <a:pt x="5026722" y="3313466"/>
                </a:lnTo>
                <a:cubicBezTo>
                  <a:pt x="5026486" y="3313940"/>
                  <a:pt x="5025952" y="3314236"/>
                  <a:pt x="5025419" y="3314236"/>
                </a:cubicBezTo>
                <a:lnTo>
                  <a:pt x="5003802" y="3314236"/>
                </a:lnTo>
                <a:cubicBezTo>
                  <a:pt x="5003269" y="3314236"/>
                  <a:pt x="5002796" y="3313940"/>
                  <a:pt x="5002499" y="3313466"/>
                </a:cubicBezTo>
                <a:lnTo>
                  <a:pt x="4991661" y="3294751"/>
                </a:lnTo>
                <a:cubicBezTo>
                  <a:pt x="4991365" y="3294277"/>
                  <a:pt x="4991365" y="3293685"/>
                  <a:pt x="4991661" y="3293211"/>
                </a:cubicBezTo>
                <a:lnTo>
                  <a:pt x="5002499" y="3274496"/>
                </a:lnTo>
                <a:cubicBezTo>
                  <a:pt x="5002736" y="3274022"/>
                  <a:pt x="5003269" y="3273726"/>
                  <a:pt x="5003802" y="3273726"/>
                </a:cubicBezTo>
                <a:close/>
                <a:moveTo>
                  <a:pt x="3110139" y="3273726"/>
                </a:moveTo>
                <a:lnTo>
                  <a:pt x="3131756" y="3273726"/>
                </a:lnTo>
                <a:cubicBezTo>
                  <a:pt x="3132289" y="3273726"/>
                  <a:pt x="3132763" y="3274022"/>
                  <a:pt x="3133059" y="3274496"/>
                </a:cubicBezTo>
                <a:lnTo>
                  <a:pt x="3143897" y="3293211"/>
                </a:lnTo>
                <a:cubicBezTo>
                  <a:pt x="3144194" y="3293685"/>
                  <a:pt x="3144194" y="3294277"/>
                  <a:pt x="3143897" y="3294751"/>
                </a:cubicBezTo>
                <a:lnTo>
                  <a:pt x="3133059" y="3313466"/>
                </a:lnTo>
                <a:cubicBezTo>
                  <a:pt x="3132822" y="3313940"/>
                  <a:pt x="3132289" y="3314236"/>
                  <a:pt x="3131756" y="3314236"/>
                </a:cubicBezTo>
                <a:lnTo>
                  <a:pt x="3110139" y="3314236"/>
                </a:lnTo>
                <a:cubicBezTo>
                  <a:pt x="3109606" y="3314236"/>
                  <a:pt x="3109132" y="3313940"/>
                  <a:pt x="3108836" y="3313466"/>
                </a:cubicBezTo>
                <a:lnTo>
                  <a:pt x="3097998" y="3294751"/>
                </a:lnTo>
                <a:cubicBezTo>
                  <a:pt x="3097702" y="3294277"/>
                  <a:pt x="3097702" y="3293685"/>
                  <a:pt x="3097998" y="3293211"/>
                </a:cubicBezTo>
                <a:lnTo>
                  <a:pt x="3108836" y="3274496"/>
                </a:lnTo>
                <a:cubicBezTo>
                  <a:pt x="3109073" y="3274022"/>
                  <a:pt x="3109606" y="3273726"/>
                  <a:pt x="3110139" y="3273726"/>
                </a:cubicBezTo>
                <a:close/>
                <a:moveTo>
                  <a:pt x="2974810" y="3273666"/>
                </a:moveTo>
                <a:lnTo>
                  <a:pt x="2996546" y="3273666"/>
                </a:lnTo>
                <a:cubicBezTo>
                  <a:pt x="2997079" y="3273666"/>
                  <a:pt x="2997553" y="3273962"/>
                  <a:pt x="2997849" y="3274436"/>
                </a:cubicBezTo>
                <a:lnTo>
                  <a:pt x="3008687" y="3293269"/>
                </a:lnTo>
                <a:cubicBezTo>
                  <a:pt x="3008983" y="3293743"/>
                  <a:pt x="3008983" y="3294336"/>
                  <a:pt x="3008687" y="3294809"/>
                </a:cubicBezTo>
                <a:lnTo>
                  <a:pt x="2997790" y="3313643"/>
                </a:lnTo>
                <a:cubicBezTo>
                  <a:pt x="2997553" y="3314117"/>
                  <a:pt x="2997020" y="3314413"/>
                  <a:pt x="2996487" y="3314413"/>
                </a:cubicBezTo>
                <a:lnTo>
                  <a:pt x="2974751" y="3314413"/>
                </a:lnTo>
                <a:cubicBezTo>
                  <a:pt x="2974218" y="3314413"/>
                  <a:pt x="2973744" y="3314117"/>
                  <a:pt x="2973448" y="3313643"/>
                </a:cubicBezTo>
                <a:lnTo>
                  <a:pt x="2962610" y="3294809"/>
                </a:lnTo>
                <a:cubicBezTo>
                  <a:pt x="2962314" y="3294336"/>
                  <a:pt x="2962314" y="3293743"/>
                  <a:pt x="2962610" y="3293269"/>
                </a:cubicBezTo>
                <a:lnTo>
                  <a:pt x="2973507" y="3274436"/>
                </a:lnTo>
                <a:cubicBezTo>
                  <a:pt x="2973744" y="3273962"/>
                  <a:pt x="2974277" y="3273666"/>
                  <a:pt x="2974810" y="3273666"/>
                </a:cubicBezTo>
                <a:close/>
                <a:moveTo>
                  <a:pt x="4800720" y="3273430"/>
                </a:moveTo>
                <a:lnTo>
                  <a:pt x="4822693" y="3273430"/>
                </a:lnTo>
                <a:cubicBezTo>
                  <a:pt x="4823285" y="3273430"/>
                  <a:pt x="4823758" y="3273726"/>
                  <a:pt x="4824055" y="3274200"/>
                </a:cubicBezTo>
                <a:lnTo>
                  <a:pt x="4835011" y="3293211"/>
                </a:lnTo>
                <a:cubicBezTo>
                  <a:pt x="4835308" y="3293685"/>
                  <a:pt x="4835308" y="3294277"/>
                  <a:pt x="4835011" y="3294751"/>
                </a:cubicBezTo>
                <a:lnTo>
                  <a:pt x="4823995" y="3313762"/>
                </a:lnTo>
                <a:cubicBezTo>
                  <a:pt x="4823699" y="3314236"/>
                  <a:pt x="4823166" y="3314532"/>
                  <a:pt x="4822633" y="3314532"/>
                </a:cubicBezTo>
                <a:lnTo>
                  <a:pt x="4800661" y="3314532"/>
                </a:lnTo>
                <a:cubicBezTo>
                  <a:pt x="4800068" y="3314532"/>
                  <a:pt x="4799595" y="3314236"/>
                  <a:pt x="4799298" y="3313762"/>
                </a:cubicBezTo>
                <a:lnTo>
                  <a:pt x="4788342" y="3294751"/>
                </a:lnTo>
                <a:cubicBezTo>
                  <a:pt x="4788046" y="3294277"/>
                  <a:pt x="4788046" y="3293685"/>
                  <a:pt x="4788342" y="3293211"/>
                </a:cubicBezTo>
                <a:lnTo>
                  <a:pt x="4799358" y="3274200"/>
                </a:lnTo>
                <a:cubicBezTo>
                  <a:pt x="4799654" y="3273726"/>
                  <a:pt x="4800187" y="3273430"/>
                  <a:pt x="4800720" y="3273430"/>
                </a:cubicBezTo>
                <a:close/>
                <a:moveTo>
                  <a:pt x="2839303" y="3273252"/>
                </a:moveTo>
                <a:lnTo>
                  <a:pt x="2861513" y="3273252"/>
                </a:lnTo>
                <a:cubicBezTo>
                  <a:pt x="2862046" y="3273252"/>
                  <a:pt x="2862579" y="3273548"/>
                  <a:pt x="2862875" y="3274022"/>
                </a:cubicBezTo>
                <a:lnTo>
                  <a:pt x="2873950" y="3293270"/>
                </a:lnTo>
                <a:cubicBezTo>
                  <a:pt x="2874246" y="3293744"/>
                  <a:pt x="2874246" y="3294336"/>
                  <a:pt x="2873950" y="3294810"/>
                </a:cubicBezTo>
                <a:lnTo>
                  <a:pt x="2862875" y="3314058"/>
                </a:lnTo>
                <a:cubicBezTo>
                  <a:pt x="2862579" y="3314532"/>
                  <a:pt x="2862046" y="3314828"/>
                  <a:pt x="2861513" y="3314828"/>
                </a:cubicBezTo>
                <a:lnTo>
                  <a:pt x="2839303" y="3314828"/>
                </a:lnTo>
                <a:cubicBezTo>
                  <a:pt x="2838770" y="3314828"/>
                  <a:pt x="2838237" y="3314532"/>
                  <a:pt x="2837941" y="3314058"/>
                </a:cubicBezTo>
                <a:lnTo>
                  <a:pt x="2826866" y="3294810"/>
                </a:lnTo>
                <a:cubicBezTo>
                  <a:pt x="2826570" y="3294336"/>
                  <a:pt x="2826570" y="3293744"/>
                  <a:pt x="2826866" y="3293270"/>
                </a:cubicBezTo>
                <a:lnTo>
                  <a:pt x="2837941" y="3274022"/>
                </a:lnTo>
                <a:cubicBezTo>
                  <a:pt x="2838237" y="3273548"/>
                  <a:pt x="2838770" y="3273252"/>
                  <a:pt x="2839303" y="3273252"/>
                </a:cubicBezTo>
                <a:close/>
                <a:moveTo>
                  <a:pt x="2704033" y="3273252"/>
                </a:moveTo>
                <a:lnTo>
                  <a:pt x="2726243" y="3273252"/>
                </a:lnTo>
                <a:cubicBezTo>
                  <a:pt x="2726776" y="3273252"/>
                  <a:pt x="2727309" y="3273548"/>
                  <a:pt x="2727605" y="3274022"/>
                </a:cubicBezTo>
                <a:lnTo>
                  <a:pt x="2738680" y="3293270"/>
                </a:lnTo>
                <a:cubicBezTo>
                  <a:pt x="2738976" y="3293744"/>
                  <a:pt x="2738976" y="3294336"/>
                  <a:pt x="2738680" y="3294810"/>
                </a:cubicBezTo>
                <a:lnTo>
                  <a:pt x="2727605" y="3314058"/>
                </a:lnTo>
                <a:cubicBezTo>
                  <a:pt x="2727309" y="3314532"/>
                  <a:pt x="2726776" y="3314828"/>
                  <a:pt x="2726243" y="3314828"/>
                </a:cubicBezTo>
                <a:lnTo>
                  <a:pt x="2704033" y="3314828"/>
                </a:lnTo>
                <a:cubicBezTo>
                  <a:pt x="2703500" y="3314828"/>
                  <a:pt x="2702967" y="3314532"/>
                  <a:pt x="2702671" y="3314058"/>
                </a:cubicBezTo>
                <a:lnTo>
                  <a:pt x="2691596" y="3294810"/>
                </a:lnTo>
                <a:cubicBezTo>
                  <a:pt x="2691300" y="3294336"/>
                  <a:pt x="2691300" y="3293744"/>
                  <a:pt x="2691596" y="3293270"/>
                </a:cubicBezTo>
                <a:lnTo>
                  <a:pt x="2702671" y="3274022"/>
                </a:lnTo>
                <a:cubicBezTo>
                  <a:pt x="2702967" y="3273548"/>
                  <a:pt x="2703500" y="3273252"/>
                  <a:pt x="2704033" y="3273252"/>
                </a:cubicBezTo>
                <a:close/>
                <a:moveTo>
                  <a:pt x="2636397" y="3273252"/>
                </a:moveTo>
                <a:lnTo>
                  <a:pt x="2658607" y="3273252"/>
                </a:lnTo>
                <a:cubicBezTo>
                  <a:pt x="2659140" y="3273252"/>
                  <a:pt x="2659673" y="3273548"/>
                  <a:pt x="2659969" y="3274022"/>
                </a:cubicBezTo>
                <a:lnTo>
                  <a:pt x="2671044" y="3293270"/>
                </a:lnTo>
                <a:cubicBezTo>
                  <a:pt x="2671340" y="3293744"/>
                  <a:pt x="2671340" y="3294336"/>
                  <a:pt x="2671044" y="3294810"/>
                </a:cubicBezTo>
                <a:lnTo>
                  <a:pt x="2659969" y="3314058"/>
                </a:lnTo>
                <a:cubicBezTo>
                  <a:pt x="2659673" y="3314532"/>
                  <a:pt x="2659140" y="3314828"/>
                  <a:pt x="2658607" y="3314828"/>
                </a:cubicBezTo>
                <a:lnTo>
                  <a:pt x="2636397" y="3314828"/>
                </a:lnTo>
                <a:cubicBezTo>
                  <a:pt x="2635865" y="3314828"/>
                  <a:pt x="2635331" y="3314532"/>
                  <a:pt x="2635035" y="3314058"/>
                </a:cubicBezTo>
                <a:lnTo>
                  <a:pt x="2623960" y="3294810"/>
                </a:lnTo>
                <a:cubicBezTo>
                  <a:pt x="2623664" y="3294336"/>
                  <a:pt x="2623664" y="3293744"/>
                  <a:pt x="2623960" y="3293270"/>
                </a:cubicBezTo>
                <a:lnTo>
                  <a:pt x="2635035" y="3274022"/>
                </a:lnTo>
                <a:cubicBezTo>
                  <a:pt x="2635331" y="3273548"/>
                  <a:pt x="2635865" y="3273252"/>
                  <a:pt x="2636397" y="3273252"/>
                </a:cubicBezTo>
                <a:close/>
                <a:moveTo>
                  <a:pt x="4935753" y="3273134"/>
                </a:moveTo>
                <a:lnTo>
                  <a:pt x="4958081" y="3273134"/>
                </a:lnTo>
                <a:cubicBezTo>
                  <a:pt x="4958614" y="3273134"/>
                  <a:pt x="4959147" y="3273430"/>
                  <a:pt x="4959443" y="3273904"/>
                </a:cubicBezTo>
                <a:lnTo>
                  <a:pt x="4970577" y="3293211"/>
                </a:lnTo>
                <a:cubicBezTo>
                  <a:pt x="4970874" y="3293744"/>
                  <a:pt x="4970874" y="3294336"/>
                  <a:pt x="4970577" y="3294810"/>
                </a:cubicBezTo>
                <a:lnTo>
                  <a:pt x="4959443" y="3314118"/>
                </a:lnTo>
                <a:cubicBezTo>
                  <a:pt x="4959147" y="3314592"/>
                  <a:pt x="4958614" y="3314888"/>
                  <a:pt x="4958081" y="3314888"/>
                </a:cubicBezTo>
                <a:lnTo>
                  <a:pt x="4935753" y="3314888"/>
                </a:lnTo>
                <a:cubicBezTo>
                  <a:pt x="4935220" y="3314888"/>
                  <a:pt x="4934687" y="3314592"/>
                  <a:pt x="4934391" y="3314118"/>
                </a:cubicBezTo>
                <a:lnTo>
                  <a:pt x="4923256" y="3294810"/>
                </a:lnTo>
                <a:cubicBezTo>
                  <a:pt x="4922960" y="3294277"/>
                  <a:pt x="4922960" y="3293685"/>
                  <a:pt x="4923256" y="3293211"/>
                </a:cubicBezTo>
                <a:lnTo>
                  <a:pt x="4934391" y="3273904"/>
                </a:lnTo>
                <a:cubicBezTo>
                  <a:pt x="4934687" y="3273430"/>
                  <a:pt x="4935220" y="3273134"/>
                  <a:pt x="4935753" y="3273134"/>
                </a:cubicBezTo>
                <a:close/>
                <a:moveTo>
                  <a:pt x="2771609" y="3273134"/>
                </a:moveTo>
                <a:lnTo>
                  <a:pt x="2793936" y="3273134"/>
                </a:lnTo>
                <a:cubicBezTo>
                  <a:pt x="2794470" y="3273134"/>
                  <a:pt x="2795003" y="3273430"/>
                  <a:pt x="2795299" y="3273904"/>
                </a:cubicBezTo>
                <a:lnTo>
                  <a:pt x="2806433" y="3293211"/>
                </a:lnTo>
                <a:cubicBezTo>
                  <a:pt x="2806729" y="3293744"/>
                  <a:pt x="2806729" y="3294336"/>
                  <a:pt x="2806433" y="3294810"/>
                </a:cubicBezTo>
                <a:lnTo>
                  <a:pt x="2795299" y="3314118"/>
                </a:lnTo>
                <a:cubicBezTo>
                  <a:pt x="2795003" y="3314592"/>
                  <a:pt x="2794470" y="3314888"/>
                  <a:pt x="2793936" y="3314888"/>
                </a:cubicBezTo>
                <a:lnTo>
                  <a:pt x="2771609" y="3314888"/>
                </a:lnTo>
                <a:cubicBezTo>
                  <a:pt x="2771076" y="3314888"/>
                  <a:pt x="2770543" y="3314592"/>
                  <a:pt x="2770246" y="3314118"/>
                </a:cubicBezTo>
                <a:lnTo>
                  <a:pt x="2759112" y="3294810"/>
                </a:lnTo>
                <a:cubicBezTo>
                  <a:pt x="2758816" y="3294277"/>
                  <a:pt x="2758816" y="3293685"/>
                  <a:pt x="2759112" y="3293211"/>
                </a:cubicBezTo>
                <a:lnTo>
                  <a:pt x="2770246" y="3273904"/>
                </a:lnTo>
                <a:cubicBezTo>
                  <a:pt x="2770543" y="3273430"/>
                  <a:pt x="2771076" y="3273134"/>
                  <a:pt x="2771609" y="3273134"/>
                </a:cubicBezTo>
                <a:close/>
                <a:moveTo>
                  <a:pt x="4868117" y="3273015"/>
                </a:moveTo>
                <a:lnTo>
                  <a:pt x="4890505" y="3273015"/>
                </a:lnTo>
                <a:cubicBezTo>
                  <a:pt x="4891038" y="3273015"/>
                  <a:pt x="4891571" y="3273311"/>
                  <a:pt x="4891867" y="3273785"/>
                </a:cubicBezTo>
                <a:lnTo>
                  <a:pt x="4903060" y="3293211"/>
                </a:lnTo>
                <a:cubicBezTo>
                  <a:pt x="4903357" y="3293685"/>
                  <a:pt x="4903357" y="3294336"/>
                  <a:pt x="4903060" y="3294810"/>
                </a:cubicBezTo>
                <a:lnTo>
                  <a:pt x="4891867" y="3314236"/>
                </a:lnTo>
                <a:cubicBezTo>
                  <a:pt x="4891571" y="3314709"/>
                  <a:pt x="4891038" y="3315006"/>
                  <a:pt x="4890505" y="3315006"/>
                </a:cubicBezTo>
                <a:lnTo>
                  <a:pt x="4868117" y="3315006"/>
                </a:lnTo>
                <a:cubicBezTo>
                  <a:pt x="4867585" y="3315006"/>
                  <a:pt x="4867052" y="3314709"/>
                  <a:pt x="4866755" y="3314236"/>
                </a:cubicBezTo>
                <a:lnTo>
                  <a:pt x="4855562" y="3294810"/>
                </a:lnTo>
                <a:cubicBezTo>
                  <a:pt x="4855266" y="3294336"/>
                  <a:pt x="4855266" y="3293685"/>
                  <a:pt x="4855562" y="3293211"/>
                </a:cubicBezTo>
                <a:lnTo>
                  <a:pt x="4866755" y="3273785"/>
                </a:lnTo>
                <a:cubicBezTo>
                  <a:pt x="4867052" y="3273311"/>
                  <a:pt x="4867585" y="3273015"/>
                  <a:pt x="4868117" y="3273015"/>
                </a:cubicBezTo>
                <a:close/>
                <a:moveTo>
                  <a:pt x="2433434" y="3273015"/>
                </a:moveTo>
                <a:lnTo>
                  <a:pt x="2455821" y="3273015"/>
                </a:lnTo>
                <a:cubicBezTo>
                  <a:pt x="2456354" y="3273015"/>
                  <a:pt x="2456887" y="3273311"/>
                  <a:pt x="2457183" y="3273785"/>
                </a:cubicBezTo>
                <a:lnTo>
                  <a:pt x="2468377" y="3293211"/>
                </a:lnTo>
                <a:cubicBezTo>
                  <a:pt x="2468673" y="3293685"/>
                  <a:pt x="2468673" y="3294336"/>
                  <a:pt x="2468377" y="3294810"/>
                </a:cubicBezTo>
                <a:lnTo>
                  <a:pt x="2457183" y="3314236"/>
                </a:lnTo>
                <a:cubicBezTo>
                  <a:pt x="2456887" y="3314709"/>
                  <a:pt x="2456354" y="3315006"/>
                  <a:pt x="2455821" y="3315006"/>
                </a:cubicBezTo>
                <a:lnTo>
                  <a:pt x="2433434" y="3315006"/>
                </a:lnTo>
                <a:cubicBezTo>
                  <a:pt x="2432901" y="3315006"/>
                  <a:pt x="2432368" y="3314709"/>
                  <a:pt x="2432072" y="3314236"/>
                </a:cubicBezTo>
                <a:lnTo>
                  <a:pt x="2420878" y="3294810"/>
                </a:lnTo>
                <a:cubicBezTo>
                  <a:pt x="2420582" y="3294336"/>
                  <a:pt x="2420582" y="3293685"/>
                  <a:pt x="2420878" y="3293211"/>
                </a:cubicBezTo>
                <a:lnTo>
                  <a:pt x="2432072" y="3273785"/>
                </a:lnTo>
                <a:cubicBezTo>
                  <a:pt x="2432368" y="3273311"/>
                  <a:pt x="2432901" y="3273015"/>
                  <a:pt x="2433434" y="3273015"/>
                </a:cubicBezTo>
                <a:close/>
                <a:moveTo>
                  <a:pt x="2568585" y="3272837"/>
                </a:moveTo>
                <a:lnTo>
                  <a:pt x="2591209" y="3272837"/>
                </a:lnTo>
                <a:cubicBezTo>
                  <a:pt x="2591742" y="3272837"/>
                  <a:pt x="2592275" y="3273192"/>
                  <a:pt x="2592571" y="3273666"/>
                </a:cubicBezTo>
                <a:lnTo>
                  <a:pt x="2603883" y="3293270"/>
                </a:lnTo>
                <a:cubicBezTo>
                  <a:pt x="2604180" y="3293744"/>
                  <a:pt x="2604180" y="3294395"/>
                  <a:pt x="2603883" y="3294869"/>
                </a:cubicBezTo>
                <a:lnTo>
                  <a:pt x="2592571" y="3314472"/>
                </a:lnTo>
                <a:cubicBezTo>
                  <a:pt x="2592275" y="3315006"/>
                  <a:pt x="2591802" y="3315302"/>
                  <a:pt x="2591209" y="3315302"/>
                </a:cubicBezTo>
                <a:lnTo>
                  <a:pt x="2568585" y="3315302"/>
                </a:lnTo>
                <a:cubicBezTo>
                  <a:pt x="2568052" y="3315302"/>
                  <a:pt x="2567519" y="3314946"/>
                  <a:pt x="2567223" y="3314472"/>
                </a:cubicBezTo>
                <a:lnTo>
                  <a:pt x="2555911" y="3294869"/>
                </a:lnTo>
                <a:cubicBezTo>
                  <a:pt x="2555615" y="3294395"/>
                  <a:pt x="2555615" y="3293744"/>
                  <a:pt x="2555911" y="3293270"/>
                </a:cubicBezTo>
                <a:lnTo>
                  <a:pt x="2567223" y="3273666"/>
                </a:lnTo>
                <a:cubicBezTo>
                  <a:pt x="2567519" y="3273133"/>
                  <a:pt x="2567993" y="3272837"/>
                  <a:pt x="2568585" y="3272837"/>
                </a:cubicBezTo>
                <a:close/>
                <a:moveTo>
                  <a:pt x="2500595" y="3272186"/>
                </a:moveTo>
                <a:lnTo>
                  <a:pt x="2523870" y="3272186"/>
                </a:lnTo>
                <a:cubicBezTo>
                  <a:pt x="2524462" y="3272186"/>
                  <a:pt x="2524996" y="3272482"/>
                  <a:pt x="2525292" y="3273015"/>
                </a:cubicBezTo>
                <a:lnTo>
                  <a:pt x="2536900" y="3293211"/>
                </a:lnTo>
                <a:cubicBezTo>
                  <a:pt x="2537196" y="3293744"/>
                  <a:pt x="2537196" y="3294336"/>
                  <a:pt x="2536900" y="3294869"/>
                </a:cubicBezTo>
                <a:lnTo>
                  <a:pt x="2525232" y="3315065"/>
                </a:lnTo>
                <a:cubicBezTo>
                  <a:pt x="2524936" y="3315598"/>
                  <a:pt x="2524404" y="3315894"/>
                  <a:pt x="2523811" y="3315894"/>
                </a:cubicBezTo>
                <a:lnTo>
                  <a:pt x="2500536" y="3315894"/>
                </a:lnTo>
                <a:cubicBezTo>
                  <a:pt x="2499944" y="3315894"/>
                  <a:pt x="2499410" y="3315598"/>
                  <a:pt x="2499114" y="3315065"/>
                </a:cubicBezTo>
                <a:lnTo>
                  <a:pt x="2487506" y="3294869"/>
                </a:lnTo>
                <a:cubicBezTo>
                  <a:pt x="2487210" y="3294336"/>
                  <a:pt x="2487210" y="3293744"/>
                  <a:pt x="2487506" y="3293211"/>
                </a:cubicBezTo>
                <a:lnTo>
                  <a:pt x="2499174" y="3273015"/>
                </a:lnTo>
                <a:cubicBezTo>
                  <a:pt x="2499470" y="3272482"/>
                  <a:pt x="2500003" y="3272186"/>
                  <a:pt x="2500595" y="3272186"/>
                </a:cubicBezTo>
                <a:close/>
                <a:moveTo>
                  <a:pt x="3992060" y="3220305"/>
                </a:moveTo>
                <a:lnTo>
                  <a:pt x="4008169" y="3220305"/>
                </a:lnTo>
                <a:cubicBezTo>
                  <a:pt x="4008584" y="3220305"/>
                  <a:pt x="4008998" y="3220542"/>
                  <a:pt x="4009176" y="3220897"/>
                </a:cubicBezTo>
                <a:lnTo>
                  <a:pt x="4017231" y="3234875"/>
                </a:lnTo>
                <a:cubicBezTo>
                  <a:pt x="4017409" y="3235230"/>
                  <a:pt x="4017409" y="3235644"/>
                  <a:pt x="4017231" y="3236000"/>
                </a:cubicBezTo>
                <a:lnTo>
                  <a:pt x="4009176" y="3249977"/>
                </a:lnTo>
                <a:cubicBezTo>
                  <a:pt x="4008939" y="3250332"/>
                  <a:pt x="4008584" y="3250569"/>
                  <a:pt x="4008169" y="3250569"/>
                </a:cubicBezTo>
                <a:lnTo>
                  <a:pt x="3992060" y="3250569"/>
                </a:lnTo>
                <a:cubicBezTo>
                  <a:pt x="3991645" y="3250569"/>
                  <a:pt x="3991231" y="3250332"/>
                  <a:pt x="3991053" y="3249977"/>
                </a:cubicBezTo>
                <a:lnTo>
                  <a:pt x="3982998" y="3236000"/>
                </a:lnTo>
                <a:cubicBezTo>
                  <a:pt x="3982821" y="3235644"/>
                  <a:pt x="3982821" y="3235230"/>
                  <a:pt x="3982998" y="3234875"/>
                </a:cubicBezTo>
                <a:lnTo>
                  <a:pt x="3991053" y="3220897"/>
                </a:lnTo>
                <a:cubicBezTo>
                  <a:pt x="3991290" y="3220542"/>
                  <a:pt x="3991645" y="3220305"/>
                  <a:pt x="3992060" y="3220305"/>
                </a:cubicBezTo>
                <a:close/>
                <a:moveTo>
                  <a:pt x="3586013" y="3219890"/>
                </a:moveTo>
                <a:lnTo>
                  <a:pt x="3602596" y="3219890"/>
                </a:lnTo>
                <a:cubicBezTo>
                  <a:pt x="3603010" y="3219890"/>
                  <a:pt x="3603366" y="3220127"/>
                  <a:pt x="3603603" y="3220482"/>
                </a:cubicBezTo>
                <a:lnTo>
                  <a:pt x="3611894" y="3234815"/>
                </a:lnTo>
                <a:cubicBezTo>
                  <a:pt x="3612131" y="3235170"/>
                  <a:pt x="3612131" y="3235644"/>
                  <a:pt x="3611894" y="3235999"/>
                </a:cubicBezTo>
                <a:lnTo>
                  <a:pt x="3603603" y="3250332"/>
                </a:lnTo>
                <a:cubicBezTo>
                  <a:pt x="3603366" y="3250687"/>
                  <a:pt x="3603010" y="3250924"/>
                  <a:pt x="3602596" y="3250924"/>
                </a:cubicBezTo>
                <a:lnTo>
                  <a:pt x="3586013" y="3250924"/>
                </a:lnTo>
                <a:cubicBezTo>
                  <a:pt x="3585599" y="3250924"/>
                  <a:pt x="3585243" y="3250687"/>
                  <a:pt x="3585007" y="3250332"/>
                </a:cubicBezTo>
                <a:lnTo>
                  <a:pt x="3576715" y="3235999"/>
                </a:lnTo>
                <a:cubicBezTo>
                  <a:pt x="3576478" y="3235644"/>
                  <a:pt x="3576478" y="3235170"/>
                  <a:pt x="3576715" y="3234815"/>
                </a:cubicBezTo>
                <a:lnTo>
                  <a:pt x="3585007" y="3220482"/>
                </a:lnTo>
                <a:cubicBezTo>
                  <a:pt x="3585243" y="3220127"/>
                  <a:pt x="3585599" y="3219890"/>
                  <a:pt x="3586013" y="3219890"/>
                </a:cubicBezTo>
                <a:close/>
                <a:moveTo>
                  <a:pt x="3653648" y="3219772"/>
                </a:moveTo>
                <a:lnTo>
                  <a:pt x="3670290" y="3219772"/>
                </a:lnTo>
                <a:cubicBezTo>
                  <a:pt x="3670705" y="3219772"/>
                  <a:pt x="3671060" y="3220009"/>
                  <a:pt x="3671297" y="3220364"/>
                </a:cubicBezTo>
                <a:lnTo>
                  <a:pt x="3679648" y="3234815"/>
                </a:lnTo>
                <a:cubicBezTo>
                  <a:pt x="3679885" y="3235170"/>
                  <a:pt x="3679885" y="3235644"/>
                  <a:pt x="3679648" y="3236000"/>
                </a:cubicBezTo>
                <a:lnTo>
                  <a:pt x="3671297" y="3250451"/>
                </a:lnTo>
                <a:cubicBezTo>
                  <a:pt x="3671119" y="3250806"/>
                  <a:pt x="3670705" y="3251043"/>
                  <a:pt x="3670290" y="3251043"/>
                </a:cubicBezTo>
                <a:lnTo>
                  <a:pt x="3653648" y="3251043"/>
                </a:lnTo>
                <a:cubicBezTo>
                  <a:pt x="3653234" y="3251043"/>
                  <a:pt x="3652878" y="3250806"/>
                  <a:pt x="3652641" y="3250451"/>
                </a:cubicBezTo>
                <a:lnTo>
                  <a:pt x="3644291" y="3236000"/>
                </a:lnTo>
                <a:cubicBezTo>
                  <a:pt x="3644054" y="3235644"/>
                  <a:pt x="3644054" y="3235170"/>
                  <a:pt x="3644291" y="3234815"/>
                </a:cubicBezTo>
                <a:lnTo>
                  <a:pt x="3652641" y="3220364"/>
                </a:lnTo>
                <a:cubicBezTo>
                  <a:pt x="3652819" y="3220009"/>
                  <a:pt x="3653234" y="3219772"/>
                  <a:pt x="3653648" y="3219772"/>
                </a:cubicBezTo>
                <a:close/>
                <a:moveTo>
                  <a:pt x="4194609" y="3219653"/>
                </a:moveTo>
                <a:lnTo>
                  <a:pt x="4211371" y="3219653"/>
                </a:lnTo>
                <a:cubicBezTo>
                  <a:pt x="4211785" y="3219653"/>
                  <a:pt x="4212141" y="3219890"/>
                  <a:pt x="4212377" y="3220245"/>
                </a:cubicBezTo>
                <a:lnTo>
                  <a:pt x="4220787" y="3234755"/>
                </a:lnTo>
                <a:cubicBezTo>
                  <a:pt x="4221024" y="3235111"/>
                  <a:pt x="4221024" y="3235585"/>
                  <a:pt x="4220787" y="3235940"/>
                </a:cubicBezTo>
                <a:lnTo>
                  <a:pt x="4212377" y="3250450"/>
                </a:lnTo>
                <a:cubicBezTo>
                  <a:pt x="4212199" y="3250805"/>
                  <a:pt x="4211785" y="3251042"/>
                  <a:pt x="4211371" y="3251042"/>
                </a:cubicBezTo>
                <a:lnTo>
                  <a:pt x="4194609" y="3251042"/>
                </a:lnTo>
                <a:cubicBezTo>
                  <a:pt x="4194195" y="3251042"/>
                  <a:pt x="4193839" y="3250805"/>
                  <a:pt x="4193603" y="3250450"/>
                </a:cubicBezTo>
                <a:lnTo>
                  <a:pt x="4185193" y="3235940"/>
                </a:lnTo>
                <a:cubicBezTo>
                  <a:pt x="4184956" y="3235585"/>
                  <a:pt x="4184956" y="3235111"/>
                  <a:pt x="4185193" y="3234755"/>
                </a:cubicBezTo>
                <a:lnTo>
                  <a:pt x="4193603" y="3220245"/>
                </a:lnTo>
                <a:cubicBezTo>
                  <a:pt x="4193780" y="3219890"/>
                  <a:pt x="4194195" y="3219653"/>
                  <a:pt x="4194609" y="3219653"/>
                </a:cubicBezTo>
                <a:close/>
                <a:moveTo>
                  <a:pt x="4126976" y="3219653"/>
                </a:moveTo>
                <a:lnTo>
                  <a:pt x="4143736" y="3219653"/>
                </a:lnTo>
                <a:cubicBezTo>
                  <a:pt x="4144150" y="3219653"/>
                  <a:pt x="4144506" y="3219890"/>
                  <a:pt x="4144743" y="3220245"/>
                </a:cubicBezTo>
                <a:lnTo>
                  <a:pt x="4153153" y="3234755"/>
                </a:lnTo>
                <a:cubicBezTo>
                  <a:pt x="4153390" y="3235111"/>
                  <a:pt x="4153390" y="3235585"/>
                  <a:pt x="4153153" y="3235940"/>
                </a:cubicBezTo>
                <a:lnTo>
                  <a:pt x="4144743" y="3250450"/>
                </a:lnTo>
                <a:cubicBezTo>
                  <a:pt x="4144565" y="3250805"/>
                  <a:pt x="4144150" y="3251042"/>
                  <a:pt x="4143736" y="3251042"/>
                </a:cubicBezTo>
                <a:lnTo>
                  <a:pt x="4126976" y="3251042"/>
                </a:lnTo>
                <a:cubicBezTo>
                  <a:pt x="4126561" y="3251042"/>
                  <a:pt x="4126206" y="3250805"/>
                  <a:pt x="4125969" y="3250450"/>
                </a:cubicBezTo>
                <a:lnTo>
                  <a:pt x="4117558" y="3235940"/>
                </a:lnTo>
                <a:cubicBezTo>
                  <a:pt x="4117322" y="3235585"/>
                  <a:pt x="4117322" y="3235111"/>
                  <a:pt x="4117558" y="3234755"/>
                </a:cubicBezTo>
                <a:lnTo>
                  <a:pt x="4125969" y="3220245"/>
                </a:lnTo>
                <a:cubicBezTo>
                  <a:pt x="4126146" y="3219890"/>
                  <a:pt x="4126561" y="3219653"/>
                  <a:pt x="4126976" y="3219653"/>
                </a:cubicBezTo>
                <a:close/>
                <a:moveTo>
                  <a:pt x="4262186" y="3219594"/>
                </a:moveTo>
                <a:lnTo>
                  <a:pt x="4279065" y="3219594"/>
                </a:lnTo>
                <a:cubicBezTo>
                  <a:pt x="4279480" y="3219594"/>
                  <a:pt x="4279835" y="3219831"/>
                  <a:pt x="4280072" y="3220186"/>
                </a:cubicBezTo>
                <a:lnTo>
                  <a:pt x="4288481" y="3234815"/>
                </a:lnTo>
                <a:cubicBezTo>
                  <a:pt x="4288718" y="3235170"/>
                  <a:pt x="4288718" y="3235644"/>
                  <a:pt x="4288481" y="3235999"/>
                </a:cubicBezTo>
                <a:lnTo>
                  <a:pt x="4280013" y="3250628"/>
                </a:lnTo>
                <a:cubicBezTo>
                  <a:pt x="4279835" y="3250983"/>
                  <a:pt x="4279420" y="3251220"/>
                  <a:pt x="4279005" y="3251220"/>
                </a:cubicBezTo>
                <a:lnTo>
                  <a:pt x="4262126" y="3251220"/>
                </a:lnTo>
                <a:cubicBezTo>
                  <a:pt x="4261712" y="3251220"/>
                  <a:pt x="4261356" y="3250983"/>
                  <a:pt x="4261119" y="3250628"/>
                </a:cubicBezTo>
                <a:lnTo>
                  <a:pt x="4252710" y="3235999"/>
                </a:lnTo>
                <a:cubicBezTo>
                  <a:pt x="4252473" y="3235644"/>
                  <a:pt x="4252473" y="3235170"/>
                  <a:pt x="4252710" y="3234815"/>
                </a:cubicBezTo>
                <a:lnTo>
                  <a:pt x="4261179" y="3220186"/>
                </a:lnTo>
                <a:cubicBezTo>
                  <a:pt x="4261356" y="3219831"/>
                  <a:pt x="4261771" y="3219594"/>
                  <a:pt x="4262186" y="3219594"/>
                </a:cubicBezTo>
                <a:close/>
                <a:moveTo>
                  <a:pt x="4059281" y="3219594"/>
                </a:moveTo>
                <a:lnTo>
                  <a:pt x="4076160" y="3219594"/>
                </a:lnTo>
                <a:cubicBezTo>
                  <a:pt x="4076575" y="3219594"/>
                  <a:pt x="4076930" y="3219831"/>
                  <a:pt x="4077167" y="3220186"/>
                </a:cubicBezTo>
                <a:lnTo>
                  <a:pt x="4085577" y="3234815"/>
                </a:lnTo>
                <a:cubicBezTo>
                  <a:pt x="4085813" y="3235170"/>
                  <a:pt x="4085813" y="3235644"/>
                  <a:pt x="4085577" y="3235999"/>
                </a:cubicBezTo>
                <a:lnTo>
                  <a:pt x="4077108" y="3250628"/>
                </a:lnTo>
                <a:cubicBezTo>
                  <a:pt x="4076930" y="3250983"/>
                  <a:pt x="4076515" y="3251220"/>
                  <a:pt x="4076100" y="3251220"/>
                </a:cubicBezTo>
                <a:lnTo>
                  <a:pt x="4059221" y="3251220"/>
                </a:lnTo>
                <a:cubicBezTo>
                  <a:pt x="4058807" y="3251220"/>
                  <a:pt x="4058451" y="3250983"/>
                  <a:pt x="4058214" y="3250628"/>
                </a:cubicBezTo>
                <a:lnTo>
                  <a:pt x="4049805" y="3235999"/>
                </a:lnTo>
                <a:cubicBezTo>
                  <a:pt x="4049568" y="3235644"/>
                  <a:pt x="4049568" y="3235170"/>
                  <a:pt x="4049805" y="3234815"/>
                </a:cubicBezTo>
                <a:lnTo>
                  <a:pt x="4058274" y="3220186"/>
                </a:lnTo>
                <a:cubicBezTo>
                  <a:pt x="4058451" y="3219831"/>
                  <a:pt x="4058866" y="3219594"/>
                  <a:pt x="4059281" y="3219594"/>
                </a:cubicBezTo>
                <a:close/>
                <a:moveTo>
                  <a:pt x="3856316" y="3219357"/>
                </a:moveTo>
                <a:lnTo>
                  <a:pt x="3873432" y="3219357"/>
                </a:lnTo>
                <a:cubicBezTo>
                  <a:pt x="3873906" y="3219357"/>
                  <a:pt x="3874261" y="3219594"/>
                  <a:pt x="3874499" y="3219949"/>
                </a:cubicBezTo>
                <a:lnTo>
                  <a:pt x="3883027" y="3234755"/>
                </a:lnTo>
                <a:cubicBezTo>
                  <a:pt x="3883264" y="3235111"/>
                  <a:pt x="3883264" y="3235585"/>
                  <a:pt x="3883027" y="3235940"/>
                </a:cubicBezTo>
                <a:lnTo>
                  <a:pt x="3874439" y="3250746"/>
                </a:lnTo>
                <a:cubicBezTo>
                  <a:pt x="3874202" y="3251102"/>
                  <a:pt x="3873788" y="3251339"/>
                  <a:pt x="3873373" y="3251339"/>
                </a:cubicBezTo>
                <a:lnTo>
                  <a:pt x="3856257" y="3251339"/>
                </a:lnTo>
                <a:cubicBezTo>
                  <a:pt x="3855783" y="3251339"/>
                  <a:pt x="3855428" y="3251102"/>
                  <a:pt x="3855191" y="3250746"/>
                </a:cubicBezTo>
                <a:lnTo>
                  <a:pt x="3846662" y="3235940"/>
                </a:lnTo>
                <a:cubicBezTo>
                  <a:pt x="3846426" y="3235585"/>
                  <a:pt x="3846426" y="3235111"/>
                  <a:pt x="3846662" y="3234755"/>
                </a:cubicBezTo>
                <a:lnTo>
                  <a:pt x="3855250" y="3219949"/>
                </a:lnTo>
                <a:cubicBezTo>
                  <a:pt x="3855487" y="3219594"/>
                  <a:pt x="3855902" y="3219357"/>
                  <a:pt x="3856316" y="3219357"/>
                </a:cubicBezTo>
                <a:close/>
                <a:moveTo>
                  <a:pt x="3720632" y="3218646"/>
                </a:moveTo>
                <a:lnTo>
                  <a:pt x="3738518" y="3218646"/>
                </a:lnTo>
                <a:cubicBezTo>
                  <a:pt x="3738933" y="3218646"/>
                  <a:pt x="3739347" y="3218883"/>
                  <a:pt x="3739584" y="3219297"/>
                </a:cubicBezTo>
                <a:lnTo>
                  <a:pt x="3748527" y="3234814"/>
                </a:lnTo>
                <a:cubicBezTo>
                  <a:pt x="3748763" y="3235170"/>
                  <a:pt x="3748763" y="3235644"/>
                  <a:pt x="3748527" y="3236058"/>
                </a:cubicBezTo>
                <a:lnTo>
                  <a:pt x="3739584" y="3251575"/>
                </a:lnTo>
                <a:cubicBezTo>
                  <a:pt x="3739406" y="3251990"/>
                  <a:pt x="3738992" y="3252227"/>
                  <a:pt x="3738518" y="3252227"/>
                </a:cubicBezTo>
                <a:lnTo>
                  <a:pt x="3720632" y="3252227"/>
                </a:lnTo>
                <a:cubicBezTo>
                  <a:pt x="3720217" y="3252227"/>
                  <a:pt x="3719803" y="3251990"/>
                  <a:pt x="3719566" y="3251575"/>
                </a:cubicBezTo>
                <a:lnTo>
                  <a:pt x="3710623" y="3236058"/>
                </a:lnTo>
                <a:cubicBezTo>
                  <a:pt x="3710386" y="3235703"/>
                  <a:pt x="3710386" y="3235229"/>
                  <a:pt x="3710623" y="3234814"/>
                </a:cubicBezTo>
                <a:lnTo>
                  <a:pt x="3719566" y="3219297"/>
                </a:lnTo>
                <a:cubicBezTo>
                  <a:pt x="3719744" y="3218883"/>
                  <a:pt x="3720158" y="3218646"/>
                  <a:pt x="3720632" y="3218646"/>
                </a:cubicBezTo>
                <a:close/>
                <a:moveTo>
                  <a:pt x="3450151" y="3218646"/>
                </a:moveTo>
                <a:lnTo>
                  <a:pt x="3468037" y="3218646"/>
                </a:lnTo>
                <a:cubicBezTo>
                  <a:pt x="3468451" y="3218646"/>
                  <a:pt x="3468866" y="3218883"/>
                  <a:pt x="3469102" y="3219297"/>
                </a:cubicBezTo>
                <a:lnTo>
                  <a:pt x="3478046" y="3234814"/>
                </a:lnTo>
                <a:cubicBezTo>
                  <a:pt x="3478283" y="3235170"/>
                  <a:pt x="3478283" y="3235644"/>
                  <a:pt x="3478046" y="3236058"/>
                </a:cubicBezTo>
                <a:lnTo>
                  <a:pt x="3469102" y="3251575"/>
                </a:lnTo>
                <a:cubicBezTo>
                  <a:pt x="3468925" y="3251990"/>
                  <a:pt x="3468510" y="3252227"/>
                  <a:pt x="3468037" y="3252227"/>
                </a:cubicBezTo>
                <a:lnTo>
                  <a:pt x="3450151" y="3252227"/>
                </a:lnTo>
                <a:cubicBezTo>
                  <a:pt x="3449736" y="3252227"/>
                  <a:pt x="3449321" y="3251990"/>
                  <a:pt x="3449084" y="3251575"/>
                </a:cubicBezTo>
                <a:lnTo>
                  <a:pt x="3440141" y="3236058"/>
                </a:lnTo>
                <a:cubicBezTo>
                  <a:pt x="3439905" y="3235703"/>
                  <a:pt x="3439905" y="3235229"/>
                  <a:pt x="3440141" y="3234814"/>
                </a:cubicBezTo>
                <a:lnTo>
                  <a:pt x="3449084" y="3219297"/>
                </a:lnTo>
                <a:cubicBezTo>
                  <a:pt x="3449262" y="3218883"/>
                  <a:pt x="3449676" y="3218646"/>
                  <a:pt x="3450151" y="3218646"/>
                </a:cubicBezTo>
                <a:close/>
                <a:moveTo>
                  <a:pt x="3923477" y="3218528"/>
                </a:moveTo>
                <a:lnTo>
                  <a:pt x="3941482" y="3218528"/>
                </a:lnTo>
                <a:cubicBezTo>
                  <a:pt x="3941956" y="3218528"/>
                  <a:pt x="3942370" y="3218765"/>
                  <a:pt x="3942607" y="3219179"/>
                </a:cubicBezTo>
                <a:lnTo>
                  <a:pt x="3951609" y="3234756"/>
                </a:lnTo>
                <a:cubicBezTo>
                  <a:pt x="3951846" y="3235111"/>
                  <a:pt x="3951846" y="3235585"/>
                  <a:pt x="3951609" y="3235999"/>
                </a:cubicBezTo>
                <a:lnTo>
                  <a:pt x="3942607" y="3251576"/>
                </a:lnTo>
                <a:cubicBezTo>
                  <a:pt x="3942370" y="3251990"/>
                  <a:pt x="3941956" y="3252227"/>
                  <a:pt x="3941482" y="3252227"/>
                </a:cubicBezTo>
                <a:lnTo>
                  <a:pt x="3923477" y="3252227"/>
                </a:lnTo>
                <a:cubicBezTo>
                  <a:pt x="3923004" y="3252227"/>
                  <a:pt x="3922589" y="3251990"/>
                  <a:pt x="3922352" y="3251576"/>
                </a:cubicBezTo>
                <a:lnTo>
                  <a:pt x="3913350" y="3235999"/>
                </a:lnTo>
                <a:cubicBezTo>
                  <a:pt x="3913113" y="3235644"/>
                  <a:pt x="3913113" y="3235170"/>
                  <a:pt x="3913350" y="3234756"/>
                </a:cubicBezTo>
                <a:lnTo>
                  <a:pt x="3922352" y="3219179"/>
                </a:lnTo>
                <a:cubicBezTo>
                  <a:pt x="3922589" y="3218765"/>
                  <a:pt x="3923004" y="3218528"/>
                  <a:pt x="3923477" y="3218528"/>
                </a:cubicBezTo>
                <a:close/>
                <a:moveTo>
                  <a:pt x="3788207" y="3218528"/>
                </a:moveTo>
                <a:lnTo>
                  <a:pt x="3806212" y="3218528"/>
                </a:lnTo>
                <a:cubicBezTo>
                  <a:pt x="3806685" y="3218528"/>
                  <a:pt x="3807100" y="3218765"/>
                  <a:pt x="3807337" y="3219179"/>
                </a:cubicBezTo>
                <a:lnTo>
                  <a:pt x="3816339" y="3234756"/>
                </a:lnTo>
                <a:cubicBezTo>
                  <a:pt x="3816576" y="3235111"/>
                  <a:pt x="3816576" y="3235585"/>
                  <a:pt x="3816339" y="3235999"/>
                </a:cubicBezTo>
                <a:lnTo>
                  <a:pt x="3807337" y="3251576"/>
                </a:lnTo>
                <a:cubicBezTo>
                  <a:pt x="3807100" y="3251990"/>
                  <a:pt x="3806685" y="3252227"/>
                  <a:pt x="3806212" y="3252227"/>
                </a:cubicBezTo>
                <a:lnTo>
                  <a:pt x="3788207" y="3252227"/>
                </a:lnTo>
                <a:cubicBezTo>
                  <a:pt x="3787734" y="3252227"/>
                  <a:pt x="3787319" y="3251990"/>
                  <a:pt x="3787082" y="3251576"/>
                </a:cubicBezTo>
                <a:lnTo>
                  <a:pt x="3778080" y="3235999"/>
                </a:lnTo>
                <a:cubicBezTo>
                  <a:pt x="3777843" y="3235644"/>
                  <a:pt x="3777843" y="3235170"/>
                  <a:pt x="3778080" y="3234756"/>
                </a:cubicBezTo>
                <a:lnTo>
                  <a:pt x="3787082" y="3219179"/>
                </a:lnTo>
                <a:cubicBezTo>
                  <a:pt x="3787319" y="3218765"/>
                  <a:pt x="3787734" y="3218528"/>
                  <a:pt x="3788207" y="3218528"/>
                </a:cubicBezTo>
                <a:close/>
                <a:moveTo>
                  <a:pt x="3517609" y="3218409"/>
                </a:moveTo>
                <a:lnTo>
                  <a:pt x="3535731" y="3218409"/>
                </a:lnTo>
                <a:cubicBezTo>
                  <a:pt x="3536205" y="3218409"/>
                  <a:pt x="3536620" y="3218646"/>
                  <a:pt x="3536857" y="3219061"/>
                </a:cubicBezTo>
                <a:lnTo>
                  <a:pt x="3545918" y="3234755"/>
                </a:lnTo>
                <a:cubicBezTo>
                  <a:pt x="3546155" y="3235170"/>
                  <a:pt x="3546155" y="3235644"/>
                  <a:pt x="3545918" y="3236058"/>
                </a:cubicBezTo>
                <a:lnTo>
                  <a:pt x="3536857" y="3251753"/>
                </a:lnTo>
                <a:cubicBezTo>
                  <a:pt x="3536620" y="3252167"/>
                  <a:pt x="3536205" y="3252405"/>
                  <a:pt x="3535731" y="3252405"/>
                </a:cubicBezTo>
                <a:lnTo>
                  <a:pt x="3517609" y="3252405"/>
                </a:lnTo>
                <a:cubicBezTo>
                  <a:pt x="3517134" y="3252405"/>
                  <a:pt x="3516720" y="3252167"/>
                  <a:pt x="3516483" y="3251753"/>
                </a:cubicBezTo>
                <a:lnTo>
                  <a:pt x="3507421" y="3236058"/>
                </a:lnTo>
                <a:cubicBezTo>
                  <a:pt x="3507185" y="3235644"/>
                  <a:pt x="3507185" y="3235170"/>
                  <a:pt x="3507421" y="3234755"/>
                </a:cubicBezTo>
                <a:lnTo>
                  <a:pt x="3516483" y="3219061"/>
                </a:lnTo>
                <a:cubicBezTo>
                  <a:pt x="3516720" y="3218646"/>
                  <a:pt x="3517134" y="3218409"/>
                  <a:pt x="3517609" y="3218409"/>
                </a:cubicBezTo>
                <a:close/>
                <a:moveTo>
                  <a:pt x="4396686" y="3218113"/>
                </a:moveTo>
                <a:lnTo>
                  <a:pt x="4415105" y="3218113"/>
                </a:lnTo>
                <a:cubicBezTo>
                  <a:pt x="4415579" y="3218113"/>
                  <a:pt x="4415993" y="3218350"/>
                  <a:pt x="4416230" y="3218765"/>
                </a:cubicBezTo>
                <a:lnTo>
                  <a:pt x="4425469" y="3234755"/>
                </a:lnTo>
                <a:cubicBezTo>
                  <a:pt x="4425706" y="3235170"/>
                  <a:pt x="4425706" y="3235644"/>
                  <a:pt x="4425469" y="3236058"/>
                </a:cubicBezTo>
                <a:lnTo>
                  <a:pt x="4416230" y="3252049"/>
                </a:lnTo>
                <a:cubicBezTo>
                  <a:pt x="4415993" y="3252463"/>
                  <a:pt x="4415579" y="3252701"/>
                  <a:pt x="4415105" y="3252701"/>
                </a:cubicBezTo>
                <a:lnTo>
                  <a:pt x="4396686" y="3252701"/>
                </a:lnTo>
                <a:cubicBezTo>
                  <a:pt x="4396212" y="3252701"/>
                  <a:pt x="4395797" y="3252463"/>
                  <a:pt x="4395561" y="3252049"/>
                </a:cubicBezTo>
                <a:lnTo>
                  <a:pt x="4386321" y="3236058"/>
                </a:lnTo>
                <a:cubicBezTo>
                  <a:pt x="4386085" y="3235644"/>
                  <a:pt x="4386085" y="3235170"/>
                  <a:pt x="4386321" y="3234755"/>
                </a:cubicBezTo>
                <a:lnTo>
                  <a:pt x="4395561" y="3218765"/>
                </a:lnTo>
                <a:cubicBezTo>
                  <a:pt x="4395797" y="3218350"/>
                  <a:pt x="4396212" y="3218113"/>
                  <a:pt x="4396686" y="3218113"/>
                </a:cubicBezTo>
                <a:close/>
                <a:moveTo>
                  <a:pt x="4464024" y="3217521"/>
                </a:moveTo>
                <a:lnTo>
                  <a:pt x="4483095" y="3217521"/>
                </a:lnTo>
                <a:cubicBezTo>
                  <a:pt x="4483569" y="3217521"/>
                  <a:pt x="4484042" y="3217758"/>
                  <a:pt x="4484279" y="3218172"/>
                </a:cubicBezTo>
                <a:lnTo>
                  <a:pt x="4493815" y="3234696"/>
                </a:lnTo>
                <a:cubicBezTo>
                  <a:pt x="4494052" y="3235111"/>
                  <a:pt x="4494052" y="3235644"/>
                  <a:pt x="4493815" y="3236058"/>
                </a:cubicBezTo>
                <a:lnTo>
                  <a:pt x="4484279" y="3252582"/>
                </a:lnTo>
                <a:cubicBezTo>
                  <a:pt x="4484042" y="3252997"/>
                  <a:pt x="4483569" y="3253234"/>
                  <a:pt x="4483095" y="3253234"/>
                </a:cubicBezTo>
                <a:lnTo>
                  <a:pt x="4464024" y="3253234"/>
                </a:lnTo>
                <a:cubicBezTo>
                  <a:pt x="4463551" y="3253234"/>
                  <a:pt x="4463077" y="3252997"/>
                  <a:pt x="4462840" y="3252582"/>
                </a:cubicBezTo>
                <a:lnTo>
                  <a:pt x="4453305" y="3236058"/>
                </a:lnTo>
                <a:cubicBezTo>
                  <a:pt x="4453068" y="3235644"/>
                  <a:pt x="4453068" y="3235111"/>
                  <a:pt x="4453305" y="3234696"/>
                </a:cubicBezTo>
                <a:lnTo>
                  <a:pt x="4462840" y="3218172"/>
                </a:lnTo>
                <a:cubicBezTo>
                  <a:pt x="4463077" y="3217758"/>
                  <a:pt x="4463551" y="3217521"/>
                  <a:pt x="4464024" y="3217521"/>
                </a:cubicBezTo>
                <a:close/>
                <a:moveTo>
                  <a:pt x="4328755" y="3217521"/>
                </a:moveTo>
                <a:lnTo>
                  <a:pt x="4347826" y="3217521"/>
                </a:lnTo>
                <a:cubicBezTo>
                  <a:pt x="4348300" y="3217521"/>
                  <a:pt x="4348773" y="3217758"/>
                  <a:pt x="4349010" y="3218172"/>
                </a:cubicBezTo>
                <a:lnTo>
                  <a:pt x="4358546" y="3234696"/>
                </a:lnTo>
                <a:cubicBezTo>
                  <a:pt x="4358782" y="3235111"/>
                  <a:pt x="4358782" y="3235644"/>
                  <a:pt x="4358546" y="3236058"/>
                </a:cubicBezTo>
                <a:lnTo>
                  <a:pt x="4349010" y="3252582"/>
                </a:lnTo>
                <a:cubicBezTo>
                  <a:pt x="4348773" y="3252997"/>
                  <a:pt x="4348300" y="3253234"/>
                  <a:pt x="4347826" y="3253234"/>
                </a:cubicBezTo>
                <a:lnTo>
                  <a:pt x="4328755" y="3253234"/>
                </a:lnTo>
                <a:cubicBezTo>
                  <a:pt x="4328282" y="3253234"/>
                  <a:pt x="4327807" y="3252997"/>
                  <a:pt x="4327571" y="3252582"/>
                </a:cubicBezTo>
                <a:lnTo>
                  <a:pt x="4318036" y="3236058"/>
                </a:lnTo>
                <a:cubicBezTo>
                  <a:pt x="4317799" y="3235644"/>
                  <a:pt x="4317799" y="3235111"/>
                  <a:pt x="4318036" y="3234696"/>
                </a:cubicBezTo>
                <a:lnTo>
                  <a:pt x="4327571" y="3218172"/>
                </a:lnTo>
                <a:cubicBezTo>
                  <a:pt x="4327807" y="3217758"/>
                  <a:pt x="4328282" y="3217521"/>
                  <a:pt x="4328755" y="3217521"/>
                </a:cubicBezTo>
                <a:close/>
                <a:moveTo>
                  <a:pt x="4531482" y="3217284"/>
                </a:moveTo>
                <a:lnTo>
                  <a:pt x="4550789" y="3217284"/>
                </a:lnTo>
                <a:cubicBezTo>
                  <a:pt x="4551263" y="3217284"/>
                  <a:pt x="4551737" y="3217580"/>
                  <a:pt x="4551974" y="3217995"/>
                </a:cubicBezTo>
                <a:lnTo>
                  <a:pt x="4561627" y="3234755"/>
                </a:lnTo>
                <a:cubicBezTo>
                  <a:pt x="4561864" y="3235170"/>
                  <a:pt x="4561864" y="3235703"/>
                  <a:pt x="4561627" y="3236118"/>
                </a:cubicBezTo>
                <a:lnTo>
                  <a:pt x="4551974" y="3252878"/>
                </a:lnTo>
                <a:cubicBezTo>
                  <a:pt x="4551737" y="3253352"/>
                  <a:pt x="4551263" y="3253589"/>
                  <a:pt x="4550789" y="3253589"/>
                </a:cubicBezTo>
                <a:lnTo>
                  <a:pt x="4531482" y="3253589"/>
                </a:lnTo>
                <a:cubicBezTo>
                  <a:pt x="4531008" y="3253589"/>
                  <a:pt x="4530534" y="3253293"/>
                  <a:pt x="4530298" y="3252878"/>
                </a:cubicBezTo>
                <a:lnTo>
                  <a:pt x="4520644" y="3236118"/>
                </a:lnTo>
                <a:cubicBezTo>
                  <a:pt x="4520407" y="3235703"/>
                  <a:pt x="4520407" y="3235170"/>
                  <a:pt x="4520644" y="3234755"/>
                </a:cubicBezTo>
                <a:lnTo>
                  <a:pt x="4530298" y="3217995"/>
                </a:lnTo>
                <a:cubicBezTo>
                  <a:pt x="4530534" y="3217521"/>
                  <a:pt x="4531008" y="3217284"/>
                  <a:pt x="4531482" y="3217284"/>
                </a:cubicBezTo>
                <a:close/>
                <a:moveTo>
                  <a:pt x="2299703" y="3217284"/>
                </a:moveTo>
                <a:lnTo>
                  <a:pt x="2319010" y="3217284"/>
                </a:lnTo>
                <a:cubicBezTo>
                  <a:pt x="2319484" y="3217284"/>
                  <a:pt x="2319958" y="3217580"/>
                  <a:pt x="2320195" y="3217995"/>
                </a:cubicBezTo>
                <a:lnTo>
                  <a:pt x="2329848" y="3234755"/>
                </a:lnTo>
                <a:cubicBezTo>
                  <a:pt x="2330085" y="3235170"/>
                  <a:pt x="2330085" y="3235703"/>
                  <a:pt x="2329848" y="3236118"/>
                </a:cubicBezTo>
                <a:lnTo>
                  <a:pt x="2320195" y="3252878"/>
                </a:lnTo>
                <a:cubicBezTo>
                  <a:pt x="2319958" y="3253352"/>
                  <a:pt x="2319484" y="3253589"/>
                  <a:pt x="2319010" y="3253589"/>
                </a:cubicBezTo>
                <a:lnTo>
                  <a:pt x="2299703" y="3253589"/>
                </a:lnTo>
                <a:cubicBezTo>
                  <a:pt x="2299229" y="3253589"/>
                  <a:pt x="2298755" y="3253293"/>
                  <a:pt x="2298518" y="3252878"/>
                </a:cubicBezTo>
                <a:lnTo>
                  <a:pt x="2288865" y="3236118"/>
                </a:lnTo>
                <a:cubicBezTo>
                  <a:pt x="2288628" y="3235703"/>
                  <a:pt x="2288628" y="3235170"/>
                  <a:pt x="2288865" y="3234755"/>
                </a:cubicBezTo>
                <a:lnTo>
                  <a:pt x="2298518" y="3217995"/>
                </a:lnTo>
                <a:cubicBezTo>
                  <a:pt x="2298755" y="3217521"/>
                  <a:pt x="2299229" y="3217284"/>
                  <a:pt x="2299703" y="3217284"/>
                </a:cubicBezTo>
                <a:close/>
                <a:moveTo>
                  <a:pt x="3314111" y="3217225"/>
                </a:moveTo>
                <a:lnTo>
                  <a:pt x="3333537" y="3217225"/>
                </a:lnTo>
                <a:cubicBezTo>
                  <a:pt x="3334011" y="3217225"/>
                  <a:pt x="3334484" y="3217521"/>
                  <a:pt x="3334721" y="3217936"/>
                </a:cubicBezTo>
                <a:lnTo>
                  <a:pt x="3344434" y="3234755"/>
                </a:lnTo>
                <a:cubicBezTo>
                  <a:pt x="3344671" y="3235170"/>
                  <a:pt x="3344671" y="3235703"/>
                  <a:pt x="3344434" y="3236118"/>
                </a:cubicBezTo>
                <a:lnTo>
                  <a:pt x="3334721" y="3252938"/>
                </a:lnTo>
                <a:cubicBezTo>
                  <a:pt x="3334484" y="3253411"/>
                  <a:pt x="3334011" y="3253648"/>
                  <a:pt x="3333537" y="3253648"/>
                </a:cubicBezTo>
                <a:lnTo>
                  <a:pt x="3314111" y="3253648"/>
                </a:lnTo>
                <a:cubicBezTo>
                  <a:pt x="3313637" y="3253648"/>
                  <a:pt x="3313163" y="3253352"/>
                  <a:pt x="3312926" y="3252938"/>
                </a:cubicBezTo>
                <a:lnTo>
                  <a:pt x="3303213" y="3236118"/>
                </a:lnTo>
                <a:cubicBezTo>
                  <a:pt x="3302977" y="3235703"/>
                  <a:pt x="3302977" y="3235170"/>
                  <a:pt x="3303213" y="3234755"/>
                </a:cubicBezTo>
                <a:lnTo>
                  <a:pt x="3312926" y="3217936"/>
                </a:lnTo>
                <a:cubicBezTo>
                  <a:pt x="3313163" y="3217462"/>
                  <a:pt x="3313637" y="3217225"/>
                  <a:pt x="3314111" y="3217225"/>
                </a:cubicBezTo>
                <a:close/>
                <a:moveTo>
                  <a:pt x="3043570" y="3217225"/>
                </a:moveTo>
                <a:lnTo>
                  <a:pt x="3062996" y="3217225"/>
                </a:lnTo>
                <a:cubicBezTo>
                  <a:pt x="3063470" y="3217225"/>
                  <a:pt x="3063944" y="3217521"/>
                  <a:pt x="3064180" y="3217936"/>
                </a:cubicBezTo>
                <a:lnTo>
                  <a:pt x="3073893" y="3234755"/>
                </a:lnTo>
                <a:cubicBezTo>
                  <a:pt x="3074130" y="3235170"/>
                  <a:pt x="3074130" y="3235703"/>
                  <a:pt x="3073893" y="3236118"/>
                </a:cubicBezTo>
                <a:lnTo>
                  <a:pt x="3064180" y="3252938"/>
                </a:lnTo>
                <a:cubicBezTo>
                  <a:pt x="3063944" y="3253411"/>
                  <a:pt x="3063470" y="3253648"/>
                  <a:pt x="3062996" y="3253648"/>
                </a:cubicBezTo>
                <a:lnTo>
                  <a:pt x="3043570" y="3253648"/>
                </a:lnTo>
                <a:cubicBezTo>
                  <a:pt x="3043096" y="3253648"/>
                  <a:pt x="3042623" y="3253352"/>
                  <a:pt x="3042385" y="3252938"/>
                </a:cubicBezTo>
                <a:lnTo>
                  <a:pt x="3032673" y="3236118"/>
                </a:lnTo>
                <a:cubicBezTo>
                  <a:pt x="3032436" y="3235703"/>
                  <a:pt x="3032436" y="3235170"/>
                  <a:pt x="3032673" y="3234755"/>
                </a:cubicBezTo>
                <a:lnTo>
                  <a:pt x="3042385" y="3217936"/>
                </a:lnTo>
                <a:cubicBezTo>
                  <a:pt x="3042623" y="3217462"/>
                  <a:pt x="3043096" y="3217225"/>
                  <a:pt x="3043570" y="3217225"/>
                </a:cubicBezTo>
                <a:close/>
                <a:moveTo>
                  <a:pt x="3381686" y="3217107"/>
                </a:moveTo>
                <a:lnTo>
                  <a:pt x="3401231" y="3217107"/>
                </a:lnTo>
                <a:cubicBezTo>
                  <a:pt x="3401704" y="3217107"/>
                  <a:pt x="3402179" y="3217403"/>
                  <a:pt x="3402415" y="3217818"/>
                </a:cubicBezTo>
                <a:lnTo>
                  <a:pt x="3412187" y="3234756"/>
                </a:lnTo>
                <a:cubicBezTo>
                  <a:pt x="3412425" y="3235171"/>
                  <a:pt x="3412425" y="3235704"/>
                  <a:pt x="3412187" y="3236118"/>
                </a:cubicBezTo>
                <a:lnTo>
                  <a:pt x="3402415" y="3253057"/>
                </a:lnTo>
                <a:cubicBezTo>
                  <a:pt x="3402179" y="3253471"/>
                  <a:pt x="3401704" y="3253767"/>
                  <a:pt x="3401231" y="3253767"/>
                </a:cubicBezTo>
                <a:lnTo>
                  <a:pt x="3381686" y="3253767"/>
                </a:lnTo>
                <a:cubicBezTo>
                  <a:pt x="3381213" y="3253767"/>
                  <a:pt x="3380739" y="3253471"/>
                  <a:pt x="3380502" y="3253057"/>
                </a:cubicBezTo>
                <a:lnTo>
                  <a:pt x="3370730" y="3236118"/>
                </a:lnTo>
                <a:cubicBezTo>
                  <a:pt x="3370493" y="3235704"/>
                  <a:pt x="3370493" y="3235171"/>
                  <a:pt x="3370730" y="3234756"/>
                </a:cubicBezTo>
                <a:lnTo>
                  <a:pt x="3380502" y="3217818"/>
                </a:lnTo>
                <a:cubicBezTo>
                  <a:pt x="3380739" y="3217403"/>
                  <a:pt x="3381213" y="3217107"/>
                  <a:pt x="3381686" y="3217107"/>
                </a:cubicBezTo>
                <a:close/>
                <a:moveTo>
                  <a:pt x="3110968" y="3216692"/>
                </a:moveTo>
                <a:lnTo>
                  <a:pt x="3130927" y="3216692"/>
                </a:lnTo>
                <a:cubicBezTo>
                  <a:pt x="3131461" y="3216692"/>
                  <a:pt x="3131934" y="3216988"/>
                  <a:pt x="3132171" y="3217403"/>
                </a:cubicBezTo>
                <a:lnTo>
                  <a:pt x="3142180" y="3234696"/>
                </a:lnTo>
                <a:cubicBezTo>
                  <a:pt x="3142417" y="3235111"/>
                  <a:pt x="3142417" y="3235703"/>
                  <a:pt x="3142180" y="3236118"/>
                </a:cubicBezTo>
                <a:lnTo>
                  <a:pt x="3132171" y="3253412"/>
                </a:lnTo>
                <a:cubicBezTo>
                  <a:pt x="3131875" y="3253826"/>
                  <a:pt x="3131401" y="3254122"/>
                  <a:pt x="3130927" y="3254122"/>
                </a:cubicBezTo>
                <a:lnTo>
                  <a:pt x="3110968" y="3254122"/>
                </a:lnTo>
                <a:cubicBezTo>
                  <a:pt x="3110435" y="3254122"/>
                  <a:pt x="3109962" y="3253826"/>
                  <a:pt x="3109725" y="3253412"/>
                </a:cubicBezTo>
                <a:lnTo>
                  <a:pt x="3099716" y="3236118"/>
                </a:lnTo>
                <a:cubicBezTo>
                  <a:pt x="3099479" y="3235703"/>
                  <a:pt x="3099479" y="3235111"/>
                  <a:pt x="3099716" y="3234696"/>
                </a:cubicBezTo>
                <a:lnTo>
                  <a:pt x="3109725" y="3217403"/>
                </a:lnTo>
                <a:cubicBezTo>
                  <a:pt x="3110021" y="3216988"/>
                  <a:pt x="3110495" y="3216692"/>
                  <a:pt x="3110968" y="3216692"/>
                </a:cubicBezTo>
                <a:close/>
                <a:moveTo>
                  <a:pt x="4598703" y="3216455"/>
                </a:moveTo>
                <a:lnTo>
                  <a:pt x="4618899" y="3216455"/>
                </a:lnTo>
                <a:cubicBezTo>
                  <a:pt x="4619431" y="3216455"/>
                  <a:pt x="4619906" y="3216751"/>
                  <a:pt x="4620142" y="3217166"/>
                </a:cubicBezTo>
                <a:lnTo>
                  <a:pt x="4630211" y="3234637"/>
                </a:lnTo>
                <a:cubicBezTo>
                  <a:pt x="4630448" y="3235052"/>
                  <a:pt x="4630448" y="3235644"/>
                  <a:pt x="4630211" y="3236058"/>
                </a:cubicBezTo>
                <a:lnTo>
                  <a:pt x="4620083" y="3253530"/>
                </a:lnTo>
                <a:cubicBezTo>
                  <a:pt x="4619787" y="3253944"/>
                  <a:pt x="4619314" y="3254241"/>
                  <a:pt x="4618839" y="3254241"/>
                </a:cubicBezTo>
                <a:lnTo>
                  <a:pt x="4598643" y="3254241"/>
                </a:lnTo>
                <a:cubicBezTo>
                  <a:pt x="4598110" y="3254241"/>
                  <a:pt x="4597637" y="3253944"/>
                  <a:pt x="4597400" y="3253530"/>
                </a:cubicBezTo>
                <a:lnTo>
                  <a:pt x="4587332" y="3236058"/>
                </a:lnTo>
                <a:cubicBezTo>
                  <a:pt x="4587095" y="3235644"/>
                  <a:pt x="4587095" y="3235052"/>
                  <a:pt x="4587332" y="3234637"/>
                </a:cubicBezTo>
                <a:lnTo>
                  <a:pt x="4597459" y="3217166"/>
                </a:lnTo>
                <a:cubicBezTo>
                  <a:pt x="4597756" y="3216751"/>
                  <a:pt x="4598229" y="3216455"/>
                  <a:pt x="4598703" y="3216455"/>
                </a:cubicBezTo>
                <a:close/>
                <a:moveTo>
                  <a:pt x="3245942" y="3216277"/>
                </a:moveTo>
                <a:lnTo>
                  <a:pt x="3266375" y="3216277"/>
                </a:lnTo>
                <a:cubicBezTo>
                  <a:pt x="3266908" y="3216277"/>
                  <a:pt x="3267382" y="3216573"/>
                  <a:pt x="3267618" y="3216988"/>
                </a:cubicBezTo>
                <a:lnTo>
                  <a:pt x="3277805" y="3234696"/>
                </a:lnTo>
                <a:cubicBezTo>
                  <a:pt x="3278042" y="3235111"/>
                  <a:pt x="3278042" y="3235703"/>
                  <a:pt x="3277805" y="3236118"/>
                </a:cubicBezTo>
                <a:lnTo>
                  <a:pt x="3267559" y="3253826"/>
                </a:lnTo>
                <a:cubicBezTo>
                  <a:pt x="3267323" y="3254240"/>
                  <a:pt x="3266848" y="3254537"/>
                  <a:pt x="3266315" y="3254537"/>
                </a:cubicBezTo>
                <a:lnTo>
                  <a:pt x="3245883" y="3254537"/>
                </a:lnTo>
                <a:cubicBezTo>
                  <a:pt x="3245350" y="3254537"/>
                  <a:pt x="3244876" y="3254240"/>
                  <a:pt x="3244639" y="3253826"/>
                </a:cubicBezTo>
                <a:lnTo>
                  <a:pt x="3234452" y="3236118"/>
                </a:lnTo>
                <a:cubicBezTo>
                  <a:pt x="3234216" y="3235703"/>
                  <a:pt x="3234216" y="3235111"/>
                  <a:pt x="3234452" y="3234696"/>
                </a:cubicBezTo>
                <a:lnTo>
                  <a:pt x="3244698" y="3216988"/>
                </a:lnTo>
                <a:cubicBezTo>
                  <a:pt x="3244935" y="3216573"/>
                  <a:pt x="3245409" y="3216277"/>
                  <a:pt x="3245942" y="3216277"/>
                </a:cubicBezTo>
                <a:close/>
                <a:moveTo>
                  <a:pt x="4733676" y="3216041"/>
                </a:moveTo>
                <a:lnTo>
                  <a:pt x="4754346" y="3216041"/>
                </a:lnTo>
                <a:cubicBezTo>
                  <a:pt x="4754820" y="3216041"/>
                  <a:pt x="4755353" y="3216278"/>
                  <a:pt x="4755589" y="3216752"/>
                </a:cubicBezTo>
                <a:lnTo>
                  <a:pt x="4765895" y="3234638"/>
                </a:lnTo>
                <a:cubicBezTo>
                  <a:pt x="4766132" y="3235111"/>
                  <a:pt x="4766132" y="3235644"/>
                  <a:pt x="4765895" y="3236118"/>
                </a:cubicBezTo>
                <a:lnTo>
                  <a:pt x="4755589" y="3254004"/>
                </a:lnTo>
                <a:cubicBezTo>
                  <a:pt x="4755353" y="3254419"/>
                  <a:pt x="4754879" y="3254715"/>
                  <a:pt x="4754346" y="3254715"/>
                </a:cubicBezTo>
                <a:lnTo>
                  <a:pt x="4733676" y="3254715"/>
                </a:lnTo>
                <a:cubicBezTo>
                  <a:pt x="4733203" y="3254715"/>
                  <a:pt x="4732669" y="3254478"/>
                  <a:pt x="4732433" y="3254004"/>
                </a:cubicBezTo>
                <a:lnTo>
                  <a:pt x="4722128" y="3236118"/>
                </a:lnTo>
                <a:cubicBezTo>
                  <a:pt x="4721891" y="3235644"/>
                  <a:pt x="4721891" y="3235111"/>
                  <a:pt x="4722128" y="3234638"/>
                </a:cubicBezTo>
                <a:lnTo>
                  <a:pt x="4732433" y="3216752"/>
                </a:lnTo>
                <a:cubicBezTo>
                  <a:pt x="4732669" y="3216337"/>
                  <a:pt x="4733144" y="3216041"/>
                  <a:pt x="4733676" y="3216041"/>
                </a:cubicBezTo>
                <a:close/>
                <a:moveTo>
                  <a:pt x="3178188" y="3216041"/>
                </a:moveTo>
                <a:lnTo>
                  <a:pt x="3198858" y="3216041"/>
                </a:lnTo>
                <a:cubicBezTo>
                  <a:pt x="3199332" y="3216041"/>
                  <a:pt x="3199865" y="3216278"/>
                  <a:pt x="3200102" y="3216752"/>
                </a:cubicBezTo>
                <a:lnTo>
                  <a:pt x="3210407" y="3234638"/>
                </a:lnTo>
                <a:cubicBezTo>
                  <a:pt x="3210644" y="3235111"/>
                  <a:pt x="3210644" y="3235644"/>
                  <a:pt x="3210407" y="3236118"/>
                </a:cubicBezTo>
                <a:lnTo>
                  <a:pt x="3200102" y="3254004"/>
                </a:lnTo>
                <a:cubicBezTo>
                  <a:pt x="3199865" y="3254419"/>
                  <a:pt x="3199391" y="3254715"/>
                  <a:pt x="3198858" y="3254715"/>
                </a:cubicBezTo>
                <a:lnTo>
                  <a:pt x="3178188" y="3254715"/>
                </a:lnTo>
                <a:cubicBezTo>
                  <a:pt x="3177715" y="3254715"/>
                  <a:pt x="3177182" y="3254478"/>
                  <a:pt x="3176945" y="3254004"/>
                </a:cubicBezTo>
                <a:lnTo>
                  <a:pt x="3166640" y="3236118"/>
                </a:lnTo>
                <a:cubicBezTo>
                  <a:pt x="3166403" y="3235644"/>
                  <a:pt x="3166403" y="3235111"/>
                  <a:pt x="3166640" y="3234638"/>
                </a:cubicBezTo>
                <a:lnTo>
                  <a:pt x="3176945" y="3216752"/>
                </a:lnTo>
                <a:cubicBezTo>
                  <a:pt x="3177182" y="3216337"/>
                  <a:pt x="3177656" y="3216041"/>
                  <a:pt x="3178188" y="3216041"/>
                </a:cubicBezTo>
                <a:close/>
                <a:moveTo>
                  <a:pt x="4666042" y="3215981"/>
                </a:moveTo>
                <a:lnTo>
                  <a:pt x="4686770" y="3215981"/>
                </a:lnTo>
                <a:cubicBezTo>
                  <a:pt x="4687245" y="3215981"/>
                  <a:pt x="4687718" y="3216218"/>
                  <a:pt x="4688015" y="3216692"/>
                </a:cubicBezTo>
                <a:lnTo>
                  <a:pt x="4698379" y="3234696"/>
                </a:lnTo>
                <a:cubicBezTo>
                  <a:pt x="4698675" y="3235170"/>
                  <a:pt x="4698675" y="3235703"/>
                  <a:pt x="4698379" y="3236177"/>
                </a:cubicBezTo>
                <a:lnTo>
                  <a:pt x="4688015" y="3254181"/>
                </a:lnTo>
                <a:cubicBezTo>
                  <a:pt x="4687778" y="3254596"/>
                  <a:pt x="4687304" y="3254892"/>
                  <a:pt x="4686770" y="3254892"/>
                </a:cubicBezTo>
                <a:lnTo>
                  <a:pt x="4666042" y="3254892"/>
                </a:lnTo>
                <a:cubicBezTo>
                  <a:pt x="4665568" y="3254892"/>
                  <a:pt x="4665035" y="3254655"/>
                  <a:pt x="4664798" y="3254181"/>
                </a:cubicBezTo>
                <a:lnTo>
                  <a:pt x="4654434" y="3236177"/>
                </a:lnTo>
                <a:cubicBezTo>
                  <a:pt x="4654138" y="3235703"/>
                  <a:pt x="4654138" y="3235170"/>
                  <a:pt x="4654434" y="3234696"/>
                </a:cubicBezTo>
                <a:lnTo>
                  <a:pt x="4664798" y="3216692"/>
                </a:lnTo>
                <a:cubicBezTo>
                  <a:pt x="4665035" y="3216277"/>
                  <a:pt x="4665509" y="3215981"/>
                  <a:pt x="4666042" y="3215981"/>
                </a:cubicBezTo>
                <a:close/>
                <a:moveTo>
                  <a:pt x="2975225" y="3215863"/>
                </a:moveTo>
                <a:lnTo>
                  <a:pt x="2996072" y="3215863"/>
                </a:lnTo>
                <a:cubicBezTo>
                  <a:pt x="2996605" y="3215863"/>
                  <a:pt x="2997079" y="3216100"/>
                  <a:pt x="2997375" y="3216574"/>
                </a:cubicBezTo>
                <a:lnTo>
                  <a:pt x="3007799" y="3234638"/>
                </a:lnTo>
                <a:cubicBezTo>
                  <a:pt x="3008095" y="3235111"/>
                  <a:pt x="3008095" y="3235644"/>
                  <a:pt x="3007799" y="3236118"/>
                </a:cubicBezTo>
                <a:lnTo>
                  <a:pt x="2997375" y="3254182"/>
                </a:lnTo>
                <a:cubicBezTo>
                  <a:pt x="2997079" y="3254596"/>
                  <a:pt x="2996605" y="3254892"/>
                  <a:pt x="2996072" y="3254892"/>
                </a:cubicBezTo>
                <a:lnTo>
                  <a:pt x="2975225" y="3254892"/>
                </a:lnTo>
                <a:cubicBezTo>
                  <a:pt x="2974692" y="3254892"/>
                  <a:pt x="2974218" y="3254656"/>
                  <a:pt x="2973922" y="3254182"/>
                </a:cubicBezTo>
                <a:lnTo>
                  <a:pt x="2963498" y="3236118"/>
                </a:lnTo>
                <a:cubicBezTo>
                  <a:pt x="2963202" y="3235644"/>
                  <a:pt x="2963202" y="3235111"/>
                  <a:pt x="2963498" y="3234638"/>
                </a:cubicBezTo>
                <a:lnTo>
                  <a:pt x="2973922" y="3216574"/>
                </a:lnTo>
                <a:cubicBezTo>
                  <a:pt x="2974218" y="3216159"/>
                  <a:pt x="2974692" y="3215863"/>
                  <a:pt x="2975225" y="3215863"/>
                </a:cubicBezTo>
                <a:close/>
                <a:moveTo>
                  <a:pt x="5003920" y="3215448"/>
                </a:moveTo>
                <a:lnTo>
                  <a:pt x="5025241" y="3215448"/>
                </a:lnTo>
                <a:cubicBezTo>
                  <a:pt x="5025775" y="3215448"/>
                  <a:pt x="5026248" y="3215744"/>
                  <a:pt x="5026544" y="3216218"/>
                </a:cubicBezTo>
                <a:lnTo>
                  <a:pt x="5037205" y="3234696"/>
                </a:lnTo>
                <a:cubicBezTo>
                  <a:pt x="5037501" y="3235111"/>
                  <a:pt x="5037501" y="3235703"/>
                  <a:pt x="5037205" y="3236177"/>
                </a:cubicBezTo>
                <a:lnTo>
                  <a:pt x="5026544" y="3254655"/>
                </a:lnTo>
                <a:cubicBezTo>
                  <a:pt x="5026248" y="3255129"/>
                  <a:pt x="5025775" y="3255425"/>
                  <a:pt x="5025241" y="3255425"/>
                </a:cubicBezTo>
                <a:lnTo>
                  <a:pt x="5003920" y="3255425"/>
                </a:lnTo>
                <a:cubicBezTo>
                  <a:pt x="5003388" y="3255425"/>
                  <a:pt x="5002913" y="3255129"/>
                  <a:pt x="5002618" y="3254655"/>
                </a:cubicBezTo>
                <a:lnTo>
                  <a:pt x="4991957" y="3236177"/>
                </a:lnTo>
                <a:cubicBezTo>
                  <a:pt x="4991661" y="3235763"/>
                  <a:pt x="4991661" y="3235170"/>
                  <a:pt x="4991957" y="3234696"/>
                </a:cubicBezTo>
                <a:lnTo>
                  <a:pt x="5002618" y="3216218"/>
                </a:lnTo>
                <a:cubicBezTo>
                  <a:pt x="5002913" y="3215744"/>
                  <a:pt x="5003388" y="3215448"/>
                  <a:pt x="5003920" y="3215448"/>
                </a:cubicBezTo>
                <a:close/>
                <a:moveTo>
                  <a:pt x="4800542" y="3214619"/>
                </a:moveTo>
                <a:lnTo>
                  <a:pt x="4822752" y="3214619"/>
                </a:lnTo>
                <a:cubicBezTo>
                  <a:pt x="4823285" y="3214619"/>
                  <a:pt x="4823817" y="3214915"/>
                  <a:pt x="4824114" y="3215389"/>
                </a:cubicBezTo>
                <a:lnTo>
                  <a:pt x="4835189" y="3234637"/>
                </a:lnTo>
                <a:cubicBezTo>
                  <a:pt x="4835485" y="3235111"/>
                  <a:pt x="4835485" y="3235703"/>
                  <a:pt x="4835189" y="3236177"/>
                </a:cubicBezTo>
                <a:lnTo>
                  <a:pt x="4824114" y="3255425"/>
                </a:lnTo>
                <a:cubicBezTo>
                  <a:pt x="4823817" y="3255899"/>
                  <a:pt x="4823285" y="3256195"/>
                  <a:pt x="4822752" y="3256195"/>
                </a:cubicBezTo>
                <a:lnTo>
                  <a:pt x="4800542" y="3256195"/>
                </a:lnTo>
                <a:cubicBezTo>
                  <a:pt x="4800009" y="3256195"/>
                  <a:pt x="4799476" y="3255899"/>
                  <a:pt x="4799180" y="3255425"/>
                </a:cubicBezTo>
                <a:lnTo>
                  <a:pt x="4788105" y="3236177"/>
                </a:lnTo>
                <a:cubicBezTo>
                  <a:pt x="4787809" y="3235703"/>
                  <a:pt x="4787809" y="3235111"/>
                  <a:pt x="4788105" y="3234637"/>
                </a:cubicBezTo>
                <a:lnTo>
                  <a:pt x="4799180" y="3215389"/>
                </a:lnTo>
                <a:cubicBezTo>
                  <a:pt x="4799476" y="3214915"/>
                  <a:pt x="4800009" y="3214619"/>
                  <a:pt x="4800542" y="3214619"/>
                </a:cubicBezTo>
                <a:close/>
                <a:moveTo>
                  <a:pt x="2839303" y="3214619"/>
                </a:moveTo>
                <a:lnTo>
                  <a:pt x="2861513" y="3214619"/>
                </a:lnTo>
                <a:cubicBezTo>
                  <a:pt x="2862046" y="3214619"/>
                  <a:pt x="2862579" y="3214915"/>
                  <a:pt x="2862875" y="3215389"/>
                </a:cubicBezTo>
                <a:lnTo>
                  <a:pt x="2873950" y="3234637"/>
                </a:lnTo>
                <a:cubicBezTo>
                  <a:pt x="2874246" y="3235111"/>
                  <a:pt x="2874246" y="3235703"/>
                  <a:pt x="2873950" y="3236177"/>
                </a:cubicBezTo>
                <a:lnTo>
                  <a:pt x="2862875" y="3255425"/>
                </a:lnTo>
                <a:cubicBezTo>
                  <a:pt x="2862579" y="3255899"/>
                  <a:pt x="2862046" y="3256195"/>
                  <a:pt x="2861513" y="3256195"/>
                </a:cubicBezTo>
                <a:lnTo>
                  <a:pt x="2839303" y="3256195"/>
                </a:lnTo>
                <a:cubicBezTo>
                  <a:pt x="2838770" y="3256195"/>
                  <a:pt x="2838237" y="3255899"/>
                  <a:pt x="2837941" y="3255425"/>
                </a:cubicBezTo>
                <a:lnTo>
                  <a:pt x="2826866" y="3236177"/>
                </a:lnTo>
                <a:cubicBezTo>
                  <a:pt x="2826570" y="3235703"/>
                  <a:pt x="2826570" y="3235111"/>
                  <a:pt x="2826866" y="3234637"/>
                </a:cubicBezTo>
                <a:lnTo>
                  <a:pt x="2837941" y="3215389"/>
                </a:lnTo>
                <a:cubicBezTo>
                  <a:pt x="2838237" y="3214915"/>
                  <a:pt x="2838770" y="3214619"/>
                  <a:pt x="2839303" y="3214619"/>
                </a:cubicBezTo>
                <a:close/>
                <a:moveTo>
                  <a:pt x="2704033" y="3214619"/>
                </a:moveTo>
                <a:lnTo>
                  <a:pt x="2726243" y="3214619"/>
                </a:lnTo>
                <a:cubicBezTo>
                  <a:pt x="2726776" y="3214619"/>
                  <a:pt x="2727309" y="3214915"/>
                  <a:pt x="2727605" y="3215389"/>
                </a:cubicBezTo>
                <a:lnTo>
                  <a:pt x="2738680" y="3234637"/>
                </a:lnTo>
                <a:cubicBezTo>
                  <a:pt x="2738976" y="3235111"/>
                  <a:pt x="2738976" y="3235703"/>
                  <a:pt x="2738680" y="3236177"/>
                </a:cubicBezTo>
                <a:lnTo>
                  <a:pt x="2727605" y="3255425"/>
                </a:lnTo>
                <a:cubicBezTo>
                  <a:pt x="2727309" y="3255899"/>
                  <a:pt x="2726776" y="3256195"/>
                  <a:pt x="2726243" y="3256195"/>
                </a:cubicBezTo>
                <a:lnTo>
                  <a:pt x="2704033" y="3256195"/>
                </a:lnTo>
                <a:cubicBezTo>
                  <a:pt x="2703500" y="3256195"/>
                  <a:pt x="2702967" y="3255899"/>
                  <a:pt x="2702671" y="3255425"/>
                </a:cubicBezTo>
                <a:lnTo>
                  <a:pt x="2691596" y="3236177"/>
                </a:lnTo>
                <a:cubicBezTo>
                  <a:pt x="2691300" y="3235703"/>
                  <a:pt x="2691300" y="3235111"/>
                  <a:pt x="2691596" y="3234637"/>
                </a:cubicBezTo>
                <a:lnTo>
                  <a:pt x="2702671" y="3215389"/>
                </a:lnTo>
                <a:cubicBezTo>
                  <a:pt x="2702967" y="3214915"/>
                  <a:pt x="2703500" y="3214619"/>
                  <a:pt x="2704033" y="3214619"/>
                </a:cubicBezTo>
                <a:close/>
                <a:moveTo>
                  <a:pt x="2771609" y="3214501"/>
                </a:moveTo>
                <a:lnTo>
                  <a:pt x="2793936" y="3214501"/>
                </a:lnTo>
                <a:cubicBezTo>
                  <a:pt x="2794470" y="3214501"/>
                  <a:pt x="2795003" y="3214797"/>
                  <a:pt x="2795299" y="3215271"/>
                </a:cubicBezTo>
                <a:lnTo>
                  <a:pt x="2806433" y="3234578"/>
                </a:lnTo>
                <a:cubicBezTo>
                  <a:pt x="2806729" y="3235111"/>
                  <a:pt x="2806729" y="3235704"/>
                  <a:pt x="2806433" y="3236177"/>
                </a:cubicBezTo>
                <a:lnTo>
                  <a:pt x="2795299" y="3255485"/>
                </a:lnTo>
                <a:cubicBezTo>
                  <a:pt x="2795003" y="3255959"/>
                  <a:pt x="2794470" y="3256255"/>
                  <a:pt x="2793936" y="3256255"/>
                </a:cubicBezTo>
                <a:lnTo>
                  <a:pt x="2771609" y="3256255"/>
                </a:lnTo>
                <a:cubicBezTo>
                  <a:pt x="2771076" y="3256255"/>
                  <a:pt x="2770543" y="3255959"/>
                  <a:pt x="2770246" y="3255485"/>
                </a:cubicBezTo>
                <a:lnTo>
                  <a:pt x="2759112" y="3236177"/>
                </a:lnTo>
                <a:cubicBezTo>
                  <a:pt x="2758816" y="3235644"/>
                  <a:pt x="2758816" y="3235052"/>
                  <a:pt x="2759112" y="3234578"/>
                </a:cubicBezTo>
                <a:lnTo>
                  <a:pt x="2770246" y="3215271"/>
                </a:lnTo>
                <a:cubicBezTo>
                  <a:pt x="2770543" y="3214797"/>
                  <a:pt x="2771076" y="3214501"/>
                  <a:pt x="2771609" y="3214501"/>
                </a:cubicBezTo>
                <a:close/>
                <a:moveTo>
                  <a:pt x="2365680" y="3214205"/>
                </a:moveTo>
                <a:lnTo>
                  <a:pt x="2388304" y="3214205"/>
                </a:lnTo>
                <a:cubicBezTo>
                  <a:pt x="2388837" y="3214205"/>
                  <a:pt x="2389370" y="3214560"/>
                  <a:pt x="2389667" y="3215034"/>
                </a:cubicBezTo>
                <a:lnTo>
                  <a:pt x="2400978" y="3234638"/>
                </a:lnTo>
                <a:cubicBezTo>
                  <a:pt x="2401275" y="3235111"/>
                  <a:pt x="2401275" y="3235763"/>
                  <a:pt x="2400978" y="3236237"/>
                </a:cubicBezTo>
                <a:lnTo>
                  <a:pt x="2389667" y="3255840"/>
                </a:lnTo>
                <a:cubicBezTo>
                  <a:pt x="2389370" y="3256373"/>
                  <a:pt x="2388897" y="3256669"/>
                  <a:pt x="2388304" y="3256669"/>
                </a:cubicBezTo>
                <a:lnTo>
                  <a:pt x="2365680" y="3256669"/>
                </a:lnTo>
                <a:cubicBezTo>
                  <a:pt x="2365147" y="3256669"/>
                  <a:pt x="2364614" y="3256314"/>
                  <a:pt x="2364318" y="3255840"/>
                </a:cubicBezTo>
                <a:lnTo>
                  <a:pt x="2353006" y="3236237"/>
                </a:lnTo>
                <a:cubicBezTo>
                  <a:pt x="2352710" y="3235763"/>
                  <a:pt x="2352710" y="3235111"/>
                  <a:pt x="2353006" y="3234638"/>
                </a:cubicBezTo>
                <a:lnTo>
                  <a:pt x="2364318" y="3215034"/>
                </a:lnTo>
                <a:cubicBezTo>
                  <a:pt x="2364614" y="3214501"/>
                  <a:pt x="2365088" y="3214205"/>
                  <a:pt x="2365680" y="3214205"/>
                </a:cubicBezTo>
                <a:close/>
                <a:moveTo>
                  <a:pt x="4935575" y="3214086"/>
                </a:moveTo>
                <a:lnTo>
                  <a:pt x="4958318" y="3214086"/>
                </a:lnTo>
                <a:cubicBezTo>
                  <a:pt x="4958851" y="3214086"/>
                  <a:pt x="4959384" y="3214441"/>
                  <a:pt x="4959680" y="3214915"/>
                </a:cubicBezTo>
                <a:lnTo>
                  <a:pt x="4971051" y="3234637"/>
                </a:lnTo>
                <a:cubicBezTo>
                  <a:pt x="4971347" y="3235111"/>
                  <a:pt x="4971347" y="3235763"/>
                  <a:pt x="4971051" y="3236236"/>
                </a:cubicBezTo>
                <a:lnTo>
                  <a:pt x="4959680" y="3255958"/>
                </a:lnTo>
                <a:cubicBezTo>
                  <a:pt x="4959443" y="3256491"/>
                  <a:pt x="4958910" y="3256787"/>
                  <a:pt x="4958318" y="3256787"/>
                </a:cubicBezTo>
                <a:lnTo>
                  <a:pt x="4935575" y="3256787"/>
                </a:lnTo>
                <a:cubicBezTo>
                  <a:pt x="4935042" y="3256787"/>
                  <a:pt x="4934509" y="3256432"/>
                  <a:pt x="4934213" y="3255958"/>
                </a:cubicBezTo>
                <a:lnTo>
                  <a:pt x="4922842" y="3236236"/>
                </a:lnTo>
                <a:cubicBezTo>
                  <a:pt x="4922546" y="3235763"/>
                  <a:pt x="4922546" y="3235111"/>
                  <a:pt x="4922842" y="3234637"/>
                </a:cubicBezTo>
                <a:lnTo>
                  <a:pt x="4934213" y="3214915"/>
                </a:lnTo>
                <a:cubicBezTo>
                  <a:pt x="4934450" y="3214382"/>
                  <a:pt x="4934983" y="3214086"/>
                  <a:pt x="4935575" y="3214086"/>
                </a:cubicBezTo>
                <a:close/>
                <a:moveTo>
                  <a:pt x="2906642" y="3214086"/>
                </a:moveTo>
                <a:lnTo>
                  <a:pt x="2929384" y="3214086"/>
                </a:lnTo>
                <a:cubicBezTo>
                  <a:pt x="2929917" y="3214086"/>
                  <a:pt x="2930450" y="3214441"/>
                  <a:pt x="2930746" y="3214915"/>
                </a:cubicBezTo>
                <a:lnTo>
                  <a:pt x="2942117" y="3234637"/>
                </a:lnTo>
                <a:cubicBezTo>
                  <a:pt x="2942413" y="3235111"/>
                  <a:pt x="2942413" y="3235763"/>
                  <a:pt x="2942117" y="3236236"/>
                </a:cubicBezTo>
                <a:lnTo>
                  <a:pt x="2930746" y="3255958"/>
                </a:lnTo>
                <a:cubicBezTo>
                  <a:pt x="2930509" y="3256491"/>
                  <a:pt x="2929976" y="3256787"/>
                  <a:pt x="2929384" y="3256787"/>
                </a:cubicBezTo>
                <a:lnTo>
                  <a:pt x="2906642" y="3256787"/>
                </a:lnTo>
                <a:cubicBezTo>
                  <a:pt x="2906108" y="3256787"/>
                  <a:pt x="2905576" y="3256432"/>
                  <a:pt x="2905280" y="3255958"/>
                </a:cubicBezTo>
                <a:lnTo>
                  <a:pt x="2893908" y="3236236"/>
                </a:lnTo>
                <a:cubicBezTo>
                  <a:pt x="2893612" y="3235763"/>
                  <a:pt x="2893612" y="3235111"/>
                  <a:pt x="2893908" y="3234637"/>
                </a:cubicBezTo>
                <a:lnTo>
                  <a:pt x="2905280" y="3214915"/>
                </a:lnTo>
                <a:cubicBezTo>
                  <a:pt x="2905516" y="3214382"/>
                  <a:pt x="2906049" y="3214086"/>
                  <a:pt x="2906642" y="3214086"/>
                </a:cubicBezTo>
                <a:close/>
                <a:moveTo>
                  <a:pt x="4867881" y="3213967"/>
                </a:moveTo>
                <a:lnTo>
                  <a:pt x="4890742" y="3213967"/>
                </a:lnTo>
                <a:cubicBezTo>
                  <a:pt x="4891334" y="3213967"/>
                  <a:pt x="4891867" y="3214323"/>
                  <a:pt x="4892163" y="3214796"/>
                </a:cubicBezTo>
                <a:lnTo>
                  <a:pt x="4903594" y="3234578"/>
                </a:lnTo>
                <a:cubicBezTo>
                  <a:pt x="4903889" y="3235051"/>
                  <a:pt x="4903889" y="3235703"/>
                  <a:pt x="4903594" y="3236176"/>
                </a:cubicBezTo>
                <a:lnTo>
                  <a:pt x="4892163" y="3255958"/>
                </a:lnTo>
                <a:cubicBezTo>
                  <a:pt x="4891867" y="3256491"/>
                  <a:pt x="4891334" y="3256787"/>
                  <a:pt x="4890742" y="3256787"/>
                </a:cubicBezTo>
                <a:lnTo>
                  <a:pt x="4867881" y="3256787"/>
                </a:lnTo>
                <a:cubicBezTo>
                  <a:pt x="4867289" y="3256787"/>
                  <a:pt x="4866755" y="3256432"/>
                  <a:pt x="4866460" y="3255958"/>
                </a:cubicBezTo>
                <a:lnTo>
                  <a:pt x="4855029" y="3236176"/>
                </a:lnTo>
                <a:cubicBezTo>
                  <a:pt x="4854733" y="3235703"/>
                  <a:pt x="4854733" y="3235051"/>
                  <a:pt x="4855029" y="3234578"/>
                </a:cubicBezTo>
                <a:lnTo>
                  <a:pt x="4866460" y="3214796"/>
                </a:lnTo>
                <a:cubicBezTo>
                  <a:pt x="4866755" y="3214263"/>
                  <a:pt x="4867289" y="3213967"/>
                  <a:pt x="4867881" y="3213967"/>
                </a:cubicBezTo>
                <a:close/>
                <a:moveTo>
                  <a:pt x="2635687" y="3213257"/>
                </a:moveTo>
                <a:lnTo>
                  <a:pt x="2659318" y="3213257"/>
                </a:lnTo>
                <a:cubicBezTo>
                  <a:pt x="2659911" y="3213257"/>
                  <a:pt x="2660443" y="3213553"/>
                  <a:pt x="2660740" y="3214086"/>
                </a:cubicBezTo>
                <a:lnTo>
                  <a:pt x="2672525" y="3234578"/>
                </a:lnTo>
                <a:cubicBezTo>
                  <a:pt x="2672822" y="3235052"/>
                  <a:pt x="2672822" y="3235704"/>
                  <a:pt x="2672525" y="3236236"/>
                </a:cubicBezTo>
                <a:lnTo>
                  <a:pt x="2660680" y="3256728"/>
                </a:lnTo>
                <a:cubicBezTo>
                  <a:pt x="2660384" y="3257262"/>
                  <a:pt x="2659851" y="3257558"/>
                  <a:pt x="2659259" y="3257558"/>
                </a:cubicBezTo>
                <a:lnTo>
                  <a:pt x="2635628" y="3257558"/>
                </a:lnTo>
                <a:cubicBezTo>
                  <a:pt x="2635036" y="3257558"/>
                  <a:pt x="2634503" y="3257262"/>
                  <a:pt x="2634207" y="3256728"/>
                </a:cubicBezTo>
                <a:lnTo>
                  <a:pt x="2622421" y="3236236"/>
                </a:lnTo>
                <a:cubicBezTo>
                  <a:pt x="2622125" y="3235763"/>
                  <a:pt x="2622125" y="3235111"/>
                  <a:pt x="2622421" y="3234578"/>
                </a:cubicBezTo>
                <a:lnTo>
                  <a:pt x="2634266" y="3214086"/>
                </a:lnTo>
                <a:cubicBezTo>
                  <a:pt x="2634562" y="3213553"/>
                  <a:pt x="2635095" y="3213257"/>
                  <a:pt x="2635687" y="3213257"/>
                </a:cubicBezTo>
                <a:close/>
                <a:moveTo>
                  <a:pt x="2567933" y="3212961"/>
                </a:moveTo>
                <a:lnTo>
                  <a:pt x="2591860" y="3212961"/>
                </a:lnTo>
                <a:cubicBezTo>
                  <a:pt x="2592453" y="3212961"/>
                  <a:pt x="2593045" y="3213257"/>
                  <a:pt x="2593341" y="3213790"/>
                </a:cubicBezTo>
                <a:lnTo>
                  <a:pt x="2605304" y="3234519"/>
                </a:lnTo>
                <a:cubicBezTo>
                  <a:pt x="2605600" y="3235052"/>
                  <a:pt x="2605600" y="3235704"/>
                  <a:pt x="2605304" y="3236236"/>
                </a:cubicBezTo>
                <a:lnTo>
                  <a:pt x="2593341" y="3256965"/>
                </a:lnTo>
                <a:cubicBezTo>
                  <a:pt x="2592985" y="3257439"/>
                  <a:pt x="2592453" y="3257794"/>
                  <a:pt x="2591860" y="3257794"/>
                </a:cubicBezTo>
                <a:lnTo>
                  <a:pt x="2567933" y="3257794"/>
                </a:lnTo>
                <a:cubicBezTo>
                  <a:pt x="2567341" y="3257794"/>
                  <a:pt x="2566749" y="3257498"/>
                  <a:pt x="2566453" y="3256965"/>
                </a:cubicBezTo>
                <a:lnTo>
                  <a:pt x="2554489" y="3236236"/>
                </a:lnTo>
                <a:cubicBezTo>
                  <a:pt x="2554193" y="3235704"/>
                  <a:pt x="2554193" y="3235052"/>
                  <a:pt x="2554489" y="3234519"/>
                </a:cubicBezTo>
                <a:lnTo>
                  <a:pt x="2566453" y="3213790"/>
                </a:lnTo>
                <a:cubicBezTo>
                  <a:pt x="2566808" y="3213316"/>
                  <a:pt x="2567341" y="3212961"/>
                  <a:pt x="2567933" y="3212961"/>
                </a:cubicBezTo>
                <a:close/>
                <a:moveTo>
                  <a:pt x="2500298" y="3212961"/>
                </a:moveTo>
                <a:lnTo>
                  <a:pt x="2524225" y="3212961"/>
                </a:lnTo>
                <a:cubicBezTo>
                  <a:pt x="2524818" y="3212961"/>
                  <a:pt x="2525410" y="3213257"/>
                  <a:pt x="2525706" y="3213790"/>
                </a:cubicBezTo>
                <a:lnTo>
                  <a:pt x="2537669" y="3234519"/>
                </a:lnTo>
                <a:cubicBezTo>
                  <a:pt x="2537965" y="3235052"/>
                  <a:pt x="2537965" y="3235704"/>
                  <a:pt x="2537669" y="3236236"/>
                </a:cubicBezTo>
                <a:lnTo>
                  <a:pt x="2525706" y="3256965"/>
                </a:lnTo>
                <a:cubicBezTo>
                  <a:pt x="2525350" y="3257439"/>
                  <a:pt x="2524818" y="3257794"/>
                  <a:pt x="2524225" y="3257794"/>
                </a:cubicBezTo>
                <a:lnTo>
                  <a:pt x="2500298" y="3257794"/>
                </a:lnTo>
                <a:cubicBezTo>
                  <a:pt x="2499706" y="3257794"/>
                  <a:pt x="2499114" y="3257498"/>
                  <a:pt x="2498818" y="3256965"/>
                </a:cubicBezTo>
                <a:lnTo>
                  <a:pt x="2486854" y="3236236"/>
                </a:lnTo>
                <a:cubicBezTo>
                  <a:pt x="2486558" y="3235704"/>
                  <a:pt x="2486558" y="3235052"/>
                  <a:pt x="2486854" y="3234519"/>
                </a:cubicBezTo>
                <a:lnTo>
                  <a:pt x="2498818" y="3213790"/>
                </a:lnTo>
                <a:cubicBezTo>
                  <a:pt x="2499173" y="3213316"/>
                  <a:pt x="2499706" y="3212961"/>
                  <a:pt x="2500298" y="3212961"/>
                </a:cubicBezTo>
                <a:close/>
                <a:moveTo>
                  <a:pt x="2432190" y="3212250"/>
                </a:moveTo>
                <a:lnTo>
                  <a:pt x="2456946" y="3212250"/>
                </a:lnTo>
                <a:cubicBezTo>
                  <a:pt x="2457538" y="3212250"/>
                  <a:pt x="2458130" y="3212605"/>
                  <a:pt x="2458427" y="3213139"/>
                </a:cubicBezTo>
                <a:lnTo>
                  <a:pt x="2470804" y="3234578"/>
                </a:lnTo>
                <a:cubicBezTo>
                  <a:pt x="2471101" y="3235170"/>
                  <a:pt x="2471101" y="3235821"/>
                  <a:pt x="2470804" y="3236355"/>
                </a:cubicBezTo>
                <a:lnTo>
                  <a:pt x="2458427" y="3257794"/>
                </a:lnTo>
                <a:cubicBezTo>
                  <a:pt x="2458130" y="3258327"/>
                  <a:pt x="2457538" y="3258683"/>
                  <a:pt x="2456946" y="3258683"/>
                </a:cubicBezTo>
                <a:lnTo>
                  <a:pt x="2432190" y="3258683"/>
                </a:lnTo>
                <a:cubicBezTo>
                  <a:pt x="2431597" y="3258683"/>
                  <a:pt x="2431005" y="3258327"/>
                  <a:pt x="2430709" y="3257794"/>
                </a:cubicBezTo>
                <a:lnTo>
                  <a:pt x="2418331" y="3236355"/>
                </a:lnTo>
                <a:cubicBezTo>
                  <a:pt x="2418035" y="3235763"/>
                  <a:pt x="2418035" y="3235111"/>
                  <a:pt x="2418331" y="3234578"/>
                </a:cubicBezTo>
                <a:lnTo>
                  <a:pt x="2430709" y="3213139"/>
                </a:lnTo>
                <a:cubicBezTo>
                  <a:pt x="2431005" y="3212605"/>
                  <a:pt x="2431597" y="3212250"/>
                  <a:pt x="2432190" y="3212250"/>
                </a:cubicBezTo>
                <a:close/>
                <a:moveTo>
                  <a:pt x="4127923" y="3162797"/>
                </a:moveTo>
                <a:lnTo>
                  <a:pt x="4142847" y="3162797"/>
                </a:lnTo>
                <a:cubicBezTo>
                  <a:pt x="4143203" y="3162797"/>
                  <a:pt x="4143558" y="3163034"/>
                  <a:pt x="4143736" y="3163330"/>
                </a:cubicBezTo>
                <a:lnTo>
                  <a:pt x="4151198" y="3176241"/>
                </a:lnTo>
                <a:cubicBezTo>
                  <a:pt x="4151376" y="3176596"/>
                  <a:pt x="4151376" y="3177011"/>
                  <a:pt x="4151198" y="3177307"/>
                </a:cubicBezTo>
                <a:lnTo>
                  <a:pt x="4143736" y="3190218"/>
                </a:lnTo>
                <a:cubicBezTo>
                  <a:pt x="4143558" y="3190574"/>
                  <a:pt x="4143203" y="3190751"/>
                  <a:pt x="4142847" y="3190751"/>
                </a:cubicBezTo>
                <a:lnTo>
                  <a:pt x="4127923" y="3190751"/>
                </a:lnTo>
                <a:cubicBezTo>
                  <a:pt x="4127568" y="3190751"/>
                  <a:pt x="4127212" y="3190514"/>
                  <a:pt x="4127035" y="3190218"/>
                </a:cubicBezTo>
                <a:lnTo>
                  <a:pt x="4119572" y="3177307"/>
                </a:lnTo>
                <a:cubicBezTo>
                  <a:pt x="4119395" y="3176952"/>
                  <a:pt x="4119395" y="3176537"/>
                  <a:pt x="4119572" y="3176241"/>
                </a:cubicBezTo>
                <a:lnTo>
                  <a:pt x="4127035" y="3163330"/>
                </a:lnTo>
                <a:cubicBezTo>
                  <a:pt x="4127212" y="3162974"/>
                  <a:pt x="4127568" y="3162797"/>
                  <a:pt x="4127923" y="3162797"/>
                </a:cubicBezTo>
                <a:close/>
                <a:moveTo>
                  <a:pt x="4060051" y="3162383"/>
                </a:moveTo>
                <a:lnTo>
                  <a:pt x="4075390" y="3162383"/>
                </a:lnTo>
                <a:cubicBezTo>
                  <a:pt x="4075805" y="3162383"/>
                  <a:pt x="4076160" y="3162560"/>
                  <a:pt x="4076338" y="3162916"/>
                </a:cubicBezTo>
                <a:lnTo>
                  <a:pt x="4083978" y="3176183"/>
                </a:lnTo>
                <a:cubicBezTo>
                  <a:pt x="4084155" y="3176479"/>
                  <a:pt x="4084155" y="3176893"/>
                  <a:pt x="4083978" y="3177249"/>
                </a:cubicBezTo>
                <a:lnTo>
                  <a:pt x="4076279" y="3190515"/>
                </a:lnTo>
                <a:cubicBezTo>
                  <a:pt x="4076042" y="3190811"/>
                  <a:pt x="4075687" y="3191048"/>
                  <a:pt x="4075331" y="3191048"/>
                </a:cubicBezTo>
                <a:lnTo>
                  <a:pt x="4059992" y="3191048"/>
                </a:lnTo>
                <a:cubicBezTo>
                  <a:pt x="4059577" y="3191048"/>
                  <a:pt x="4059222" y="3190870"/>
                  <a:pt x="4059044" y="3190515"/>
                </a:cubicBezTo>
                <a:lnTo>
                  <a:pt x="4051404" y="3177249"/>
                </a:lnTo>
                <a:cubicBezTo>
                  <a:pt x="4051227" y="3176952"/>
                  <a:pt x="4051227" y="3176538"/>
                  <a:pt x="4051404" y="3176183"/>
                </a:cubicBezTo>
                <a:lnTo>
                  <a:pt x="4059103" y="3162916"/>
                </a:lnTo>
                <a:cubicBezTo>
                  <a:pt x="4059340" y="3162620"/>
                  <a:pt x="4059695" y="3162383"/>
                  <a:pt x="4060051" y="3162383"/>
                </a:cubicBezTo>
                <a:close/>
                <a:moveTo>
                  <a:pt x="3856790" y="3161672"/>
                </a:moveTo>
                <a:lnTo>
                  <a:pt x="3872899" y="3161672"/>
                </a:lnTo>
                <a:cubicBezTo>
                  <a:pt x="3873313" y="3161672"/>
                  <a:pt x="3873728" y="3161909"/>
                  <a:pt x="3873905" y="3162264"/>
                </a:cubicBezTo>
                <a:lnTo>
                  <a:pt x="3881961" y="3176241"/>
                </a:lnTo>
                <a:cubicBezTo>
                  <a:pt x="3882138" y="3176596"/>
                  <a:pt x="3882138" y="3177011"/>
                  <a:pt x="3881961" y="3177366"/>
                </a:cubicBezTo>
                <a:lnTo>
                  <a:pt x="3873905" y="3191344"/>
                </a:lnTo>
                <a:cubicBezTo>
                  <a:pt x="3873669" y="3191699"/>
                  <a:pt x="3873313" y="3191936"/>
                  <a:pt x="3872899" y="3191936"/>
                </a:cubicBezTo>
                <a:lnTo>
                  <a:pt x="3856790" y="3191936"/>
                </a:lnTo>
                <a:cubicBezTo>
                  <a:pt x="3856375" y="3191936"/>
                  <a:pt x="3855961" y="3191699"/>
                  <a:pt x="3855783" y="3191344"/>
                </a:cubicBezTo>
                <a:lnTo>
                  <a:pt x="3847728" y="3177366"/>
                </a:lnTo>
                <a:cubicBezTo>
                  <a:pt x="3847551" y="3177011"/>
                  <a:pt x="3847551" y="3176596"/>
                  <a:pt x="3847728" y="3176241"/>
                </a:cubicBezTo>
                <a:lnTo>
                  <a:pt x="3855783" y="3162264"/>
                </a:lnTo>
                <a:cubicBezTo>
                  <a:pt x="3856020" y="3161909"/>
                  <a:pt x="3856375" y="3161672"/>
                  <a:pt x="3856790" y="3161672"/>
                </a:cubicBezTo>
                <a:close/>
                <a:moveTo>
                  <a:pt x="3653708" y="3161376"/>
                </a:moveTo>
                <a:lnTo>
                  <a:pt x="3670173" y="3161376"/>
                </a:lnTo>
                <a:cubicBezTo>
                  <a:pt x="3670587" y="3161376"/>
                  <a:pt x="3670942" y="3161613"/>
                  <a:pt x="3671179" y="3161968"/>
                </a:cubicBezTo>
                <a:lnTo>
                  <a:pt x="3679411" y="3176241"/>
                </a:lnTo>
                <a:cubicBezTo>
                  <a:pt x="3679648" y="3176597"/>
                  <a:pt x="3679648" y="3177070"/>
                  <a:pt x="3679411" y="3177426"/>
                </a:cubicBezTo>
                <a:lnTo>
                  <a:pt x="3671179" y="3191699"/>
                </a:lnTo>
                <a:cubicBezTo>
                  <a:pt x="3670942" y="3192055"/>
                  <a:pt x="3670587" y="3192291"/>
                  <a:pt x="3670173" y="3192291"/>
                </a:cubicBezTo>
                <a:lnTo>
                  <a:pt x="3653708" y="3192291"/>
                </a:lnTo>
                <a:cubicBezTo>
                  <a:pt x="3653293" y="3192291"/>
                  <a:pt x="3652938" y="3192055"/>
                  <a:pt x="3652701" y="3191699"/>
                </a:cubicBezTo>
                <a:lnTo>
                  <a:pt x="3644468" y="3177426"/>
                </a:lnTo>
                <a:cubicBezTo>
                  <a:pt x="3644232" y="3177070"/>
                  <a:pt x="3644232" y="3176597"/>
                  <a:pt x="3644468" y="3176241"/>
                </a:cubicBezTo>
                <a:lnTo>
                  <a:pt x="3652701" y="3161968"/>
                </a:lnTo>
                <a:cubicBezTo>
                  <a:pt x="3652938" y="3161613"/>
                  <a:pt x="3653293" y="3161376"/>
                  <a:pt x="3653708" y="3161376"/>
                </a:cubicBezTo>
                <a:close/>
                <a:moveTo>
                  <a:pt x="3924189" y="3161198"/>
                </a:moveTo>
                <a:lnTo>
                  <a:pt x="3940831" y="3161198"/>
                </a:lnTo>
                <a:cubicBezTo>
                  <a:pt x="3941245" y="3161198"/>
                  <a:pt x="3941601" y="3161435"/>
                  <a:pt x="3941838" y="3161790"/>
                </a:cubicBezTo>
                <a:lnTo>
                  <a:pt x="3950188" y="3176241"/>
                </a:lnTo>
                <a:cubicBezTo>
                  <a:pt x="3950425" y="3176596"/>
                  <a:pt x="3950425" y="3177070"/>
                  <a:pt x="3950188" y="3177426"/>
                </a:cubicBezTo>
                <a:lnTo>
                  <a:pt x="3941838" y="3191877"/>
                </a:lnTo>
                <a:cubicBezTo>
                  <a:pt x="3941660" y="3192232"/>
                  <a:pt x="3941245" y="3192469"/>
                  <a:pt x="3940831" y="3192469"/>
                </a:cubicBezTo>
                <a:lnTo>
                  <a:pt x="3924189" y="3192469"/>
                </a:lnTo>
                <a:cubicBezTo>
                  <a:pt x="3923774" y="3192469"/>
                  <a:pt x="3923419" y="3192232"/>
                  <a:pt x="3923182" y="3191877"/>
                </a:cubicBezTo>
                <a:lnTo>
                  <a:pt x="3914831" y="3177426"/>
                </a:lnTo>
                <a:cubicBezTo>
                  <a:pt x="3914594" y="3177070"/>
                  <a:pt x="3914594" y="3176596"/>
                  <a:pt x="3914831" y="3176241"/>
                </a:cubicBezTo>
                <a:lnTo>
                  <a:pt x="3923182" y="3161790"/>
                </a:lnTo>
                <a:cubicBezTo>
                  <a:pt x="3923360" y="3161435"/>
                  <a:pt x="3923774" y="3161198"/>
                  <a:pt x="3924189" y="3161198"/>
                </a:cubicBezTo>
                <a:close/>
                <a:moveTo>
                  <a:pt x="4262186" y="3160961"/>
                </a:moveTo>
                <a:lnTo>
                  <a:pt x="4279065" y="3160961"/>
                </a:lnTo>
                <a:cubicBezTo>
                  <a:pt x="4279480" y="3160961"/>
                  <a:pt x="4279835" y="3161198"/>
                  <a:pt x="4280072" y="3161553"/>
                </a:cubicBezTo>
                <a:lnTo>
                  <a:pt x="4288481" y="3176182"/>
                </a:lnTo>
                <a:cubicBezTo>
                  <a:pt x="4288718" y="3176537"/>
                  <a:pt x="4288718" y="3177011"/>
                  <a:pt x="4288481" y="3177366"/>
                </a:cubicBezTo>
                <a:lnTo>
                  <a:pt x="4280013" y="3191995"/>
                </a:lnTo>
                <a:cubicBezTo>
                  <a:pt x="4279835" y="3192350"/>
                  <a:pt x="4279420" y="3192587"/>
                  <a:pt x="4279005" y="3192587"/>
                </a:cubicBezTo>
                <a:lnTo>
                  <a:pt x="4262126" y="3192587"/>
                </a:lnTo>
                <a:cubicBezTo>
                  <a:pt x="4261712" y="3192587"/>
                  <a:pt x="4261356" y="3192350"/>
                  <a:pt x="4261119" y="3191995"/>
                </a:cubicBezTo>
                <a:lnTo>
                  <a:pt x="4252710" y="3177366"/>
                </a:lnTo>
                <a:cubicBezTo>
                  <a:pt x="4252473" y="3177011"/>
                  <a:pt x="4252473" y="3176537"/>
                  <a:pt x="4252710" y="3176182"/>
                </a:cubicBezTo>
                <a:lnTo>
                  <a:pt x="4261179" y="3161553"/>
                </a:lnTo>
                <a:cubicBezTo>
                  <a:pt x="4261356" y="3161198"/>
                  <a:pt x="4261771" y="3160961"/>
                  <a:pt x="4262186" y="3160961"/>
                </a:cubicBezTo>
                <a:close/>
                <a:moveTo>
                  <a:pt x="3991705" y="3160961"/>
                </a:moveTo>
                <a:lnTo>
                  <a:pt x="4008584" y="3160961"/>
                </a:lnTo>
                <a:cubicBezTo>
                  <a:pt x="4008999" y="3160961"/>
                  <a:pt x="4009354" y="3161198"/>
                  <a:pt x="4009591" y="3161553"/>
                </a:cubicBezTo>
                <a:lnTo>
                  <a:pt x="4018001" y="3176182"/>
                </a:lnTo>
                <a:cubicBezTo>
                  <a:pt x="4018237" y="3176537"/>
                  <a:pt x="4018237" y="3177011"/>
                  <a:pt x="4018001" y="3177366"/>
                </a:cubicBezTo>
                <a:lnTo>
                  <a:pt x="4009532" y="3191995"/>
                </a:lnTo>
                <a:cubicBezTo>
                  <a:pt x="4009354" y="3192350"/>
                  <a:pt x="4008939" y="3192587"/>
                  <a:pt x="4008525" y="3192587"/>
                </a:cubicBezTo>
                <a:lnTo>
                  <a:pt x="3991645" y="3192587"/>
                </a:lnTo>
                <a:cubicBezTo>
                  <a:pt x="3991231" y="3192587"/>
                  <a:pt x="3990875" y="3192350"/>
                  <a:pt x="3990639" y="3191995"/>
                </a:cubicBezTo>
                <a:lnTo>
                  <a:pt x="3982229" y="3177366"/>
                </a:lnTo>
                <a:cubicBezTo>
                  <a:pt x="3981992" y="3177011"/>
                  <a:pt x="3981992" y="3176537"/>
                  <a:pt x="3982229" y="3176182"/>
                </a:cubicBezTo>
                <a:lnTo>
                  <a:pt x="3990698" y="3161553"/>
                </a:lnTo>
                <a:cubicBezTo>
                  <a:pt x="3990875" y="3161198"/>
                  <a:pt x="3991290" y="3160961"/>
                  <a:pt x="3991705" y="3160961"/>
                </a:cubicBezTo>
                <a:close/>
                <a:moveTo>
                  <a:pt x="4194491" y="3160843"/>
                </a:moveTo>
                <a:lnTo>
                  <a:pt x="4211488" y="3160843"/>
                </a:lnTo>
                <a:cubicBezTo>
                  <a:pt x="4211963" y="3160843"/>
                  <a:pt x="4212318" y="3161080"/>
                  <a:pt x="4212555" y="3161435"/>
                </a:cubicBezTo>
                <a:lnTo>
                  <a:pt x="4221024" y="3176182"/>
                </a:lnTo>
                <a:cubicBezTo>
                  <a:pt x="4221261" y="3176538"/>
                  <a:pt x="4221261" y="3177011"/>
                  <a:pt x="4221024" y="3177367"/>
                </a:cubicBezTo>
                <a:lnTo>
                  <a:pt x="4212495" y="3192114"/>
                </a:lnTo>
                <a:cubicBezTo>
                  <a:pt x="4212258" y="3192469"/>
                  <a:pt x="4211844" y="3192706"/>
                  <a:pt x="4211430" y="3192706"/>
                </a:cubicBezTo>
                <a:lnTo>
                  <a:pt x="4194431" y="3192706"/>
                </a:lnTo>
                <a:cubicBezTo>
                  <a:pt x="4193958" y="3192706"/>
                  <a:pt x="4193603" y="3192469"/>
                  <a:pt x="4193366" y="3192114"/>
                </a:cubicBezTo>
                <a:lnTo>
                  <a:pt x="4184896" y="3177367"/>
                </a:lnTo>
                <a:cubicBezTo>
                  <a:pt x="4184660" y="3177011"/>
                  <a:pt x="4184660" y="3176538"/>
                  <a:pt x="4184896" y="3176182"/>
                </a:cubicBezTo>
                <a:lnTo>
                  <a:pt x="4193425" y="3161435"/>
                </a:lnTo>
                <a:cubicBezTo>
                  <a:pt x="4193662" y="3161080"/>
                  <a:pt x="4194076" y="3160843"/>
                  <a:pt x="4194491" y="3160843"/>
                </a:cubicBezTo>
                <a:close/>
                <a:moveTo>
                  <a:pt x="3721105" y="3160843"/>
                </a:moveTo>
                <a:lnTo>
                  <a:pt x="3738103" y="3160843"/>
                </a:lnTo>
                <a:cubicBezTo>
                  <a:pt x="3738576" y="3160843"/>
                  <a:pt x="3738932" y="3161080"/>
                  <a:pt x="3739169" y="3161435"/>
                </a:cubicBezTo>
                <a:lnTo>
                  <a:pt x="3747638" y="3176182"/>
                </a:lnTo>
                <a:cubicBezTo>
                  <a:pt x="3747875" y="3176538"/>
                  <a:pt x="3747875" y="3177011"/>
                  <a:pt x="3747638" y="3177367"/>
                </a:cubicBezTo>
                <a:lnTo>
                  <a:pt x="3739110" y="3192114"/>
                </a:lnTo>
                <a:cubicBezTo>
                  <a:pt x="3738873" y="3192469"/>
                  <a:pt x="3738458" y="3192706"/>
                  <a:pt x="3738044" y="3192706"/>
                </a:cubicBezTo>
                <a:lnTo>
                  <a:pt x="3721046" y="3192706"/>
                </a:lnTo>
                <a:cubicBezTo>
                  <a:pt x="3720572" y="3192706"/>
                  <a:pt x="3720217" y="3192469"/>
                  <a:pt x="3719980" y="3192114"/>
                </a:cubicBezTo>
                <a:lnTo>
                  <a:pt x="3711511" y="3177367"/>
                </a:lnTo>
                <a:cubicBezTo>
                  <a:pt x="3711274" y="3177011"/>
                  <a:pt x="3711274" y="3176538"/>
                  <a:pt x="3711511" y="3176182"/>
                </a:cubicBezTo>
                <a:lnTo>
                  <a:pt x="3720039" y="3161435"/>
                </a:lnTo>
                <a:cubicBezTo>
                  <a:pt x="3720276" y="3161080"/>
                  <a:pt x="3720690" y="3160843"/>
                  <a:pt x="3721105" y="3160843"/>
                </a:cubicBezTo>
                <a:close/>
                <a:moveTo>
                  <a:pt x="3585835" y="3160843"/>
                </a:moveTo>
                <a:lnTo>
                  <a:pt x="3602833" y="3160843"/>
                </a:lnTo>
                <a:cubicBezTo>
                  <a:pt x="3603306" y="3160843"/>
                  <a:pt x="3603661" y="3161080"/>
                  <a:pt x="3603899" y="3161435"/>
                </a:cubicBezTo>
                <a:lnTo>
                  <a:pt x="3612368" y="3176182"/>
                </a:lnTo>
                <a:cubicBezTo>
                  <a:pt x="3612604" y="3176538"/>
                  <a:pt x="3612604" y="3177011"/>
                  <a:pt x="3612368" y="3177367"/>
                </a:cubicBezTo>
                <a:lnTo>
                  <a:pt x="3603839" y="3192114"/>
                </a:lnTo>
                <a:cubicBezTo>
                  <a:pt x="3603603" y="3192469"/>
                  <a:pt x="3603188" y="3192706"/>
                  <a:pt x="3602774" y="3192706"/>
                </a:cubicBezTo>
                <a:lnTo>
                  <a:pt x="3585776" y="3192706"/>
                </a:lnTo>
                <a:cubicBezTo>
                  <a:pt x="3585302" y="3192706"/>
                  <a:pt x="3584947" y="3192469"/>
                  <a:pt x="3584710" y="3192114"/>
                </a:cubicBezTo>
                <a:lnTo>
                  <a:pt x="3576241" y="3177367"/>
                </a:lnTo>
                <a:cubicBezTo>
                  <a:pt x="3576004" y="3177011"/>
                  <a:pt x="3576004" y="3176538"/>
                  <a:pt x="3576241" y="3176182"/>
                </a:cubicBezTo>
                <a:lnTo>
                  <a:pt x="3584769" y="3161435"/>
                </a:lnTo>
                <a:cubicBezTo>
                  <a:pt x="3585006" y="3161080"/>
                  <a:pt x="3585420" y="3160843"/>
                  <a:pt x="3585835" y="3160843"/>
                </a:cubicBezTo>
                <a:close/>
                <a:moveTo>
                  <a:pt x="3788444" y="3160428"/>
                </a:moveTo>
                <a:lnTo>
                  <a:pt x="3805915" y="3160428"/>
                </a:lnTo>
                <a:cubicBezTo>
                  <a:pt x="3806330" y="3160428"/>
                  <a:pt x="3806744" y="3160665"/>
                  <a:pt x="3806982" y="3161020"/>
                </a:cubicBezTo>
                <a:lnTo>
                  <a:pt x="3815688" y="3176123"/>
                </a:lnTo>
                <a:cubicBezTo>
                  <a:pt x="3815925" y="3176537"/>
                  <a:pt x="3815925" y="3177011"/>
                  <a:pt x="3815688" y="3177366"/>
                </a:cubicBezTo>
                <a:lnTo>
                  <a:pt x="3806982" y="3192469"/>
                </a:lnTo>
                <a:cubicBezTo>
                  <a:pt x="3806744" y="3192824"/>
                  <a:pt x="3806330" y="3193061"/>
                  <a:pt x="3805915" y="3193061"/>
                </a:cubicBezTo>
                <a:lnTo>
                  <a:pt x="3788444" y="3193061"/>
                </a:lnTo>
                <a:cubicBezTo>
                  <a:pt x="3788029" y="3193061"/>
                  <a:pt x="3787615" y="3192824"/>
                  <a:pt x="3787378" y="3192469"/>
                </a:cubicBezTo>
                <a:lnTo>
                  <a:pt x="3778672" y="3177366"/>
                </a:lnTo>
                <a:cubicBezTo>
                  <a:pt x="3778435" y="3176952"/>
                  <a:pt x="3778435" y="3176478"/>
                  <a:pt x="3778672" y="3176123"/>
                </a:cubicBezTo>
                <a:lnTo>
                  <a:pt x="3787378" y="3161020"/>
                </a:lnTo>
                <a:cubicBezTo>
                  <a:pt x="3787615" y="3160665"/>
                  <a:pt x="3788029" y="3160428"/>
                  <a:pt x="3788444" y="3160428"/>
                </a:cubicBezTo>
                <a:close/>
                <a:moveTo>
                  <a:pt x="4397041" y="3160132"/>
                </a:moveTo>
                <a:lnTo>
                  <a:pt x="4414809" y="3160132"/>
                </a:lnTo>
                <a:cubicBezTo>
                  <a:pt x="4415223" y="3160132"/>
                  <a:pt x="4415638" y="3160369"/>
                  <a:pt x="4415875" y="3160783"/>
                </a:cubicBezTo>
                <a:lnTo>
                  <a:pt x="4424758" y="3176182"/>
                </a:lnTo>
                <a:cubicBezTo>
                  <a:pt x="4424996" y="3176537"/>
                  <a:pt x="4424996" y="3177011"/>
                  <a:pt x="4424758" y="3177426"/>
                </a:cubicBezTo>
                <a:lnTo>
                  <a:pt x="4415875" y="3192824"/>
                </a:lnTo>
                <a:cubicBezTo>
                  <a:pt x="4415638" y="3193239"/>
                  <a:pt x="4415223" y="3193476"/>
                  <a:pt x="4414809" y="3193476"/>
                </a:cubicBezTo>
                <a:lnTo>
                  <a:pt x="4397041" y="3193476"/>
                </a:lnTo>
                <a:cubicBezTo>
                  <a:pt x="4396626" y="3193476"/>
                  <a:pt x="4396212" y="3193239"/>
                  <a:pt x="4395975" y="3192824"/>
                </a:cubicBezTo>
                <a:lnTo>
                  <a:pt x="4387091" y="3177426"/>
                </a:lnTo>
                <a:cubicBezTo>
                  <a:pt x="4386855" y="3177070"/>
                  <a:pt x="4386855" y="3176596"/>
                  <a:pt x="4387091" y="3176182"/>
                </a:cubicBezTo>
                <a:lnTo>
                  <a:pt x="4395975" y="3160783"/>
                </a:lnTo>
                <a:cubicBezTo>
                  <a:pt x="4396212" y="3160369"/>
                  <a:pt x="4396626" y="3160132"/>
                  <a:pt x="4397041" y="3160132"/>
                </a:cubicBezTo>
                <a:close/>
                <a:moveTo>
                  <a:pt x="3517785" y="3160132"/>
                </a:moveTo>
                <a:lnTo>
                  <a:pt x="3535553" y="3160132"/>
                </a:lnTo>
                <a:cubicBezTo>
                  <a:pt x="3535968" y="3160132"/>
                  <a:pt x="3536382" y="3160369"/>
                  <a:pt x="3536619" y="3160783"/>
                </a:cubicBezTo>
                <a:lnTo>
                  <a:pt x="3545503" y="3176182"/>
                </a:lnTo>
                <a:cubicBezTo>
                  <a:pt x="3545740" y="3176537"/>
                  <a:pt x="3545740" y="3177011"/>
                  <a:pt x="3545503" y="3177426"/>
                </a:cubicBezTo>
                <a:lnTo>
                  <a:pt x="3536619" y="3192824"/>
                </a:lnTo>
                <a:cubicBezTo>
                  <a:pt x="3536382" y="3193239"/>
                  <a:pt x="3535968" y="3193476"/>
                  <a:pt x="3535553" y="3193476"/>
                </a:cubicBezTo>
                <a:lnTo>
                  <a:pt x="3517785" y="3193476"/>
                </a:lnTo>
                <a:cubicBezTo>
                  <a:pt x="3517371" y="3193476"/>
                  <a:pt x="3516957" y="3193239"/>
                  <a:pt x="3516720" y="3192824"/>
                </a:cubicBezTo>
                <a:lnTo>
                  <a:pt x="3507836" y="3177426"/>
                </a:lnTo>
                <a:cubicBezTo>
                  <a:pt x="3507599" y="3177070"/>
                  <a:pt x="3507599" y="3176596"/>
                  <a:pt x="3507836" y="3176182"/>
                </a:cubicBezTo>
                <a:lnTo>
                  <a:pt x="3516720" y="3160783"/>
                </a:lnTo>
                <a:cubicBezTo>
                  <a:pt x="3516957" y="3160369"/>
                  <a:pt x="3517371" y="3160132"/>
                  <a:pt x="3517785" y="3160132"/>
                </a:cubicBezTo>
                <a:close/>
                <a:moveTo>
                  <a:pt x="3449855" y="3159540"/>
                </a:moveTo>
                <a:lnTo>
                  <a:pt x="3468274" y="3159540"/>
                </a:lnTo>
                <a:cubicBezTo>
                  <a:pt x="3468748" y="3159540"/>
                  <a:pt x="3469162" y="3159777"/>
                  <a:pt x="3469399" y="3160191"/>
                </a:cubicBezTo>
                <a:lnTo>
                  <a:pt x="3478638" y="3176182"/>
                </a:lnTo>
                <a:cubicBezTo>
                  <a:pt x="3478875" y="3176596"/>
                  <a:pt x="3478875" y="3177070"/>
                  <a:pt x="3478638" y="3177485"/>
                </a:cubicBezTo>
                <a:lnTo>
                  <a:pt x="3469399" y="3193476"/>
                </a:lnTo>
                <a:cubicBezTo>
                  <a:pt x="3469162" y="3193890"/>
                  <a:pt x="3468748" y="3194127"/>
                  <a:pt x="3468274" y="3194127"/>
                </a:cubicBezTo>
                <a:lnTo>
                  <a:pt x="3449855" y="3194127"/>
                </a:lnTo>
                <a:cubicBezTo>
                  <a:pt x="3449381" y="3194127"/>
                  <a:pt x="3448966" y="3193890"/>
                  <a:pt x="3448730" y="3193476"/>
                </a:cubicBezTo>
                <a:lnTo>
                  <a:pt x="3439490" y="3177485"/>
                </a:lnTo>
                <a:cubicBezTo>
                  <a:pt x="3439254" y="3177070"/>
                  <a:pt x="3439254" y="3176596"/>
                  <a:pt x="3439490" y="3176182"/>
                </a:cubicBezTo>
                <a:lnTo>
                  <a:pt x="3448730" y="3160191"/>
                </a:lnTo>
                <a:cubicBezTo>
                  <a:pt x="3448966" y="3159777"/>
                  <a:pt x="3449381" y="3159540"/>
                  <a:pt x="3449855" y="3159540"/>
                </a:cubicBezTo>
                <a:close/>
                <a:moveTo>
                  <a:pt x="4328992" y="3159421"/>
                </a:moveTo>
                <a:lnTo>
                  <a:pt x="4347529" y="3159421"/>
                </a:lnTo>
                <a:cubicBezTo>
                  <a:pt x="4348003" y="3159421"/>
                  <a:pt x="4348417" y="3159658"/>
                  <a:pt x="4348654" y="3160072"/>
                </a:cubicBezTo>
                <a:lnTo>
                  <a:pt x="4357893" y="3176123"/>
                </a:lnTo>
                <a:cubicBezTo>
                  <a:pt x="4358130" y="3176537"/>
                  <a:pt x="4358130" y="3177011"/>
                  <a:pt x="4357893" y="3177425"/>
                </a:cubicBezTo>
                <a:lnTo>
                  <a:pt x="4348595" y="3193475"/>
                </a:lnTo>
                <a:cubicBezTo>
                  <a:pt x="4348358" y="3193890"/>
                  <a:pt x="4347943" y="3194127"/>
                  <a:pt x="4347470" y="3194127"/>
                </a:cubicBezTo>
                <a:lnTo>
                  <a:pt x="4328932" y="3194127"/>
                </a:lnTo>
                <a:cubicBezTo>
                  <a:pt x="4328458" y="3194127"/>
                  <a:pt x="4328044" y="3193890"/>
                  <a:pt x="4327807" y="3193475"/>
                </a:cubicBezTo>
                <a:lnTo>
                  <a:pt x="4318568" y="3177425"/>
                </a:lnTo>
                <a:cubicBezTo>
                  <a:pt x="4318331" y="3177011"/>
                  <a:pt x="4318331" y="3176537"/>
                  <a:pt x="4318568" y="3176123"/>
                </a:cubicBezTo>
                <a:lnTo>
                  <a:pt x="4327866" y="3160072"/>
                </a:lnTo>
                <a:cubicBezTo>
                  <a:pt x="4328103" y="3159658"/>
                  <a:pt x="4328517" y="3159421"/>
                  <a:pt x="4328992" y="3159421"/>
                </a:cubicBezTo>
                <a:close/>
                <a:moveTo>
                  <a:pt x="3314407" y="3159184"/>
                </a:moveTo>
                <a:lnTo>
                  <a:pt x="3333181" y="3159184"/>
                </a:lnTo>
                <a:cubicBezTo>
                  <a:pt x="3333655" y="3159184"/>
                  <a:pt x="3334070" y="3159421"/>
                  <a:pt x="3334306" y="3159836"/>
                </a:cubicBezTo>
                <a:lnTo>
                  <a:pt x="3343664" y="3176063"/>
                </a:lnTo>
                <a:cubicBezTo>
                  <a:pt x="3343901" y="3176419"/>
                  <a:pt x="3343901" y="3176952"/>
                  <a:pt x="3343664" y="3177366"/>
                </a:cubicBezTo>
                <a:lnTo>
                  <a:pt x="3334247" y="3193594"/>
                </a:lnTo>
                <a:cubicBezTo>
                  <a:pt x="3334010" y="3194008"/>
                  <a:pt x="3333595" y="3194246"/>
                  <a:pt x="3333122" y="3194246"/>
                </a:cubicBezTo>
                <a:lnTo>
                  <a:pt x="3314347" y="3194246"/>
                </a:lnTo>
                <a:cubicBezTo>
                  <a:pt x="3313874" y="3194246"/>
                  <a:pt x="3313459" y="3194008"/>
                  <a:pt x="3313222" y="3193594"/>
                </a:cubicBezTo>
                <a:lnTo>
                  <a:pt x="3303864" y="3177366"/>
                </a:lnTo>
                <a:cubicBezTo>
                  <a:pt x="3303628" y="3177011"/>
                  <a:pt x="3303628" y="3176478"/>
                  <a:pt x="3303864" y="3176063"/>
                </a:cubicBezTo>
                <a:lnTo>
                  <a:pt x="3313282" y="3159836"/>
                </a:lnTo>
                <a:cubicBezTo>
                  <a:pt x="3313518" y="3159421"/>
                  <a:pt x="3313933" y="3159184"/>
                  <a:pt x="3314407" y="3159184"/>
                </a:cubicBezTo>
                <a:close/>
                <a:moveTo>
                  <a:pt x="3246713" y="3159125"/>
                </a:moveTo>
                <a:lnTo>
                  <a:pt x="3265606" y="3159125"/>
                </a:lnTo>
                <a:cubicBezTo>
                  <a:pt x="3266021" y="3159125"/>
                  <a:pt x="3266494" y="3159362"/>
                  <a:pt x="3266731" y="3159776"/>
                </a:cubicBezTo>
                <a:lnTo>
                  <a:pt x="3276148" y="3176123"/>
                </a:lnTo>
                <a:cubicBezTo>
                  <a:pt x="3276385" y="3176537"/>
                  <a:pt x="3276385" y="3177070"/>
                  <a:pt x="3276148" y="3177485"/>
                </a:cubicBezTo>
                <a:lnTo>
                  <a:pt x="3266731" y="3193831"/>
                </a:lnTo>
                <a:cubicBezTo>
                  <a:pt x="3266494" y="3194245"/>
                  <a:pt x="3266079" y="3194482"/>
                  <a:pt x="3265606" y="3194482"/>
                </a:cubicBezTo>
                <a:lnTo>
                  <a:pt x="3246713" y="3194482"/>
                </a:lnTo>
                <a:cubicBezTo>
                  <a:pt x="3246298" y="3194482"/>
                  <a:pt x="3245825" y="3194245"/>
                  <a:pt x="3245587" y="3193831"/>
                </a:cubicBezTo>
                <a:lnTo>
                  <a:pt x="3236171" y="3177485"/>
                </a:lnTo>
                <a:cubicBezTo>
                  <a:pt x="3235934" y="3177070"/>
                  <a:pt x="3235934" y="3176537"/>
                  <a:pt x="3236171" y="3176123"/>
                </a:cubicBezTo>
                <a:lnTo>
                  <a:pt x="3245587" y="3159776"/>
                </a:lnTo>
                <a:cubicBezTo>
                  <a:pt x="3245825" y="3159362"/>
                  <a:pt x="3246239" y="3159125"/>
                  <a:pt x="3246713" y="3159125"/>
                </a:cubicBezTo>
                <a:close/>
                <a:moveTo>
                  <a:pt x="3111383" y="3159007"/>
                </a:moveTo>
                <a:lnTo>
                  <a:pt x="3130395" y="3159007"/>
                </a:lnTo>
                <a:cubicBezTo>
                  <a:pt x="3130868" y="3159007"/>
                  <a:pt x="3131342" y="3159244"/>
                  <a:pt x="3131579" y="3159658"/>
                </a:cubicBezTo>
                <a:lnTo>
                  <a:pt x="3141055" y="3176123"/>
                </a:lnTo>
                <a:cubicBezTo>
                  <a:pt x="3141292" y="3176538"/>
                  <a:pt x="3141292" y="3177071"/>
                  <a:pt x="3141055" y="3177485"/>
                </a:cubicBezTo>
                <a:lnTo>
                  <a:pt x="3131579" y="3193950"/>
                </a:lnTo>
                <a:cubicBezTo>
                  <a:pt x="3131283" y="3194364"/>
                  <a:pt x="3130868" y="3194601"/>
                  <a:pt x="3130395" y="3194601"/>
                </a:cubicBezTo>
                <a:lnTo>
                  <a:pt x="3111383" y="3194601"/>
                </a:lnTo>
                <a:cubicBezTo>
                  <a:pt x="3110909" y="3194601"/>
                  <a:pt x="3110435" y="3194364"/>
                  <a:pt x="3110199" y="3193950"/>
                </a:cubicBezTo>
                <a:lnTo>
                  <a:pt x="3100723" y="3177485"/>
                </a:lnTo>
                <a:cubicBezTo>
                  <a:pt x="3100486" y="3177071"/>
                  <a:pt x="3100486" y="3176538"/>
                  <a:pt x="3100723" y="3176123"/>
                </a:cubicBezTo>
                <a:lnTo>
                  <a:pt x="3110199" y="3159658"/>
                </a:lnTo>
                <a:cubicBezTo>
                  <a:pt x="3110495" y="3159244"/>
                  <a:pt x="3110909" y="3159007"/>
                  <a:pt x="3111383" y="3159007"/>
                </a:cubicBezTo>
                <a:close/>
                <a:moveTo>
                  <a:pt x="3381923" y="3158888"/>
                </a:moveTo>
                <a:lnTo>
                  <a:pt x="3400994" y="3158888"/>
                </a:lnTo>
                <a:cubicBezTo>
                  <a:pt x="3401468" y="3158888"/>
                  <a:pt x="3401942" y="3159125"/>
                  <a:pt x="3402179" y="3159540"/>
                </a:cubicBezTo>
                <a:lnTo>
                  <a:pt x="3411714" y="3176063"/>
                </a:lnTo>
                <a:cubicBezTo>
                  <a:pt x="3411950" y="3176478"/>
                  <a:pt x="3411950" y="3177011"/>
                  <a:pt x="3411714" y="3177425"/>
                </a:cubicBezTo>
                <a:lnTo>
                  <a:pt x="3402179" y="3193950"/>
                </a:lnTo>
                <a:cubicBezTo>
                  <a:pt x="3401942" y="3194364"/>
                  <a:pt x="3401468" y="3194601"/>
                  <a:pt x="3400994" y="3194601"/>
                </a:cubicBezTo>
                <a:lnTo>
                  <a:pt x="3381923" y="3194601"/>
                </a:lnTo>
                <a:cubicBezTo>
                  <a:pt x="3381450" y="3194601"/>
                  <a:pt x="3380976" y="3194364"/>
                  <a:pt x="3380739" y="3193950"/>
                </a:cubicBezTo>
                <a:lnTo>
                  <a:pt x="3371203" y="3177425"/>
                </a:lnTo>
                <a:cubicBezTo>
                  <a:pt x="3370967" y="3177011"/>
                  <a:pt x="3370967" y="3176478"/>
                  <a:pt x="3371203" y="3176063"/>
                </a:cubicBezTo>
                <a:lnTo>
                  <a:pt x="3380739" y="3159540"/>
                </a:lnTo>
                <a:cubicBezTo>
                  <a:pt x="3380976" y="3159125"/>
                  <a:pt x="3381450" y="3158888"/>
                  <a:pt x="3381923" y="3158888"/>
                </a:cubicBezTo>
                <a:close/>
                <a:moveTo>
                  <a:pt x="2232186" y="3158888"/>
                </a:moveTo>
                <a:lnTo>
                  <a:pt x="2251257" y="3158888"/>
                </a:lnTo>
                <a:cubicBezTo>
                  <a:pt x="2251731" y="3158888"/>
                  <a:pt x="2252204" y="3159125"/>
                  <a:pt x="2252441" y="3159540"/>
                </a:cubicBezTo>
                <a:lnTo>
                  <a:pt x="2261977" y="3176063"/>
                </a:lnTo>
                <a:cubicBezTo>
                  <a:pt x="2262213" y="3176478"/>
                  <a:pt x="2262213" y="3177011"/>
                  <a:pt x="2261977" y="3177425"/>
                </a:cubicBezTo>
                <a:lnTo>
                  <a:pt x="2252441" y="3193950"/>
                </a:lnTo>
                <a:cubicBezTo>
                  <a:pt x="2252204" y="3194364"/>
                  <a:pt x="2251731" y="3194601"/>
                  <a:pt x="2251257" y="3194601"/>
                </a:cubicBezTo>
                <a:lnTo>
                  <a:pt x="2232186" y="3194601"/>
                </a:lnTo>
                <a:cubicBezTo>
                  <a:pt x="2231712" y="3194601"/>
                  <a:pt x="2231239" y="3194364"/>
                  <a:pt x="2231002" y="3193950"/>
                </a:cubicBezTo>
                <a:lnTo>
                  <a:pt x="2221467" y="3177425"/>
                </a:lnTo>
                <a:cubicBezTo>
                  <a:pt x="2221230" y="3177011"/>
                  <a:pt x="2221230" y="3176478"/>
                  <a:pt x="2221467" y="3176063"/>
                </a:cubicBezTo>
                <a:lnTo>
                  <a:pt x="2231002" y="3159540"/>
                </a:lnTo>
                <a:cubicBezTo>
                  <a:pt x="2231239" y="3159125"/>
                  <a:pt x="2231712" y="3158888"/>
                  <a:pt x="2232186" y="3158888"/>
                </a:cubicBezTo>
                <a:close/>
                <a:moveTo>
                  <a:pt x="4463906" y="3158711"/>
                </a:moveTo>
                <a:lnTo>
                  <a:pt x="4483213" y="3158711"/>
                </a:lnTo>
                <a:cubicBezTo>
                  <a:pt x="4483687" y="3158711"/>
                  <a:pt x="4484161" y="3159007"/>
                  <a:pt x="4484398" y="3159422"/>
                </a:cubicBezTo>
                <a:lnTo>
                  <a:pt x="4494052" y="3176182"/>
                </a:lnTo>
                <a:cubicBezTo>
                  <a:pt x="4494288" y="3176597"/>
                  <a:pt x="4494288" y="3177130"/>
                  <a:pt x="4494052" y="3177545"/>
                </a:cubicBezTo>
                <a:lnTo>
                  <a:pt x="4484398" y="3194305"/>
                </a:lnTo>
                <a:cubicBezTo>
                  <a:pt x="4484161" y="3194779"/>
                  <a:pt x="4483687" y="3195016"/>
                  <a:pt x="4483213" y="3195016"/>
                </a:cubicBezTo>
                <a:lnTo>
                  <a:pt x="4463906" y="3195016"/>
                </a:lnTo>
                <a:cubicBezTo>
                  <a:pt x="4463432" y="3195016"/>
                  <a:pt x="4462959" y="3194720"/>
                  <a:pt x="4462722" y="3194305"/>
                </a:cubicBezTo>
                <a:lnTo>
                  <a:pt x="4453068" y="3177545"/>
                </a:lnTo>
                <a:cubicBezTo>
                  <a:pt x="4452831" y="3177130"/>
                  <a:pt x="4452831" y="3176597"/>
                  <a:pt x="4453068" y="3176182"/>
                </a:cubicBezTo>
                <a:lnTo>
                  <a:pt x="4462722" y="3159422"/>
                </a:lnTo>
                <a:cubicBezTo>
                  <a:pt x="4462959" y="3158948"/>
                  <a:pt x="4463432" y="3158711"/>
                  <a:pt x="4463906" y="3158711"/>
                </a:cubicBezTo>
                <a:close/>
                <a:moveTo>
                  <a:pt x="3043630" y="3158711"/>
                </a:moveTo>
                <a:lnTo>
                  <a:pt x="3062937" y="3158711"/>
                </a:lnTo>
                <a:cubicBezTo>
                  <a:pt x="3063411" y="3158711"/>
                  <a:pt x="3063885" y="3159007"/>
                  <a:pt x="3064122" y="3159422"/>
                </a:cubicBezTo>
                <a:lnTo>
                  <a:pt x="3073775" y="3176182"/>
                </a:lnTo>
                <a:cubicBezTo>
                  <a:pt x="3074012" y="3176597"/>
                  <a:pt x="3074012" y="3177130"/>
                  <a:pt x="3073775" y="3177545"/>
                </a:cubicBezTo>
                <a:lnTo>
                  <a:pt x="3064122" y="3194305"/>
                </a:lnTo>
                <a:cubicBezTo>
                  <a:pt x="3063885" y="3194779"/>
                  <a:pt x="3063411" y="3195016"/>
                  <a:pt x="3062937" y="3195016"/>
                </a:cubicBezTo>
                <a:lnTo>
                  <a:pt x="3043630" y="3195016"/>
                </a:lnTo>
                <a:cubicBezTo>
                  <a:pt x="3043156" y="3195016"/>
                  <a:pt x="3042682" y="3194720"/>
                  <a:pt x="3042445" y="3194305"/>
                </a:cubicBezTo>
                <a:lnTo>
                  <a:pt x="3032792" y="3177545"/>
                </a:lnTo>
                <a:cubicBezTo>
                  <a:pt x="3032555" y="3177130"/>
                  <a:pt x="3032555" y="3176597"/>
                  <a:pt x="3032792" y="3176182"/>
                </a:cubicBezTo>
                <a:lnTo>
                  <a:pt x="3042445" y="3159422"/>
                </a:lnTo>
                <a:cubicBezTo>
                  <a:pt x="3042682" y="3158948"/>
                  <a:pt x="3043156" y="3158711"/>
                  <a:pt x="3043630" y="3158711"/>
                </a:cubicBezTo>
                <a:close/>
                <a:moveTo>
                  <a:pt x="4531423" y="3158592"/>
                </a:moveTo>
                <a:lnTo>
                  <a:pt x="4550849" y="3158592"/>
                </a:lnTo>
                <a:cubicBezTo>
                  <a:pt x="4551323" y="3158592"/>
                  <a:pt x="4551797" y="3158888"/>
                  <a:pt x="4552033" y="3159303"/>
                </a:cubicBezTo>
                <a:lnTo>
                  <a:pt x="4561746" y="3176123"/>
                </a:lnTo>
                <a:cubicBezTo>
                  <a:pt x="4561983" y="3176537"/>
                  <a:pt x="4561983" y="3177070"/>
                  <a:pt x="4561746" y="3177485"/>
                </a:cubicBezTo>
                <a:lnTo>
                  <a:pt x="4552033" y="3194305"/>
                </a:lnTo>
                <a:cubicBezTo>
                  <a:pt x="4551797" y="3194778"/>
                  <a:pt x="4551323" y="3195016"/>
                  <a:pt x="4550849" y="3195016"/>
                </a:cubicBezTo>
                <a:lnTo>
                  <a:pt x="4531423" y="3195016"/>
                </a:lnTo>
                <a:cubicBezTo>
                  <a:pt x="4530950" y="3195016"/>
                  <a:pt x="4530476" y="3194719"/>
                  <a:pt x="4530239" y="3194305"/>
                </a:cubicBezTo>
                <a:lnTo>
                  <a:pt x="4520526" y="3177485"/>
                </a:lnTo>
                <a:cubicBezTo>
                  <a:pt x="4520289" y="3177070"/>
                  <a:pt x="4520289" y="3176537"/>
                  <a:pt x="4520526" y="3176123"/>
                </a:cubicBezTo>
                <a:lnTo>
                  <a:pt x="4530239" y="3159303"/>
                </a:lnTo>
                <a:cubicBezTo>
                  <a:pt x="4530476" y="3158829"/>
                  <a:pt x="4530950" y="3158592"/>
                  <a:pt x="4531423" y="3158592"/>
                </a:cubicBezTo>
                <a:close/>
                <a:moveTo>
                  <a:pt x="3178604" y="3158059"/>
                </a:moveTo>
                <a:lnTo>
                  <a:pt x="3198563" y="3158059"/>
                </a:lnTo>
                <a:cubicBezTo>
                  <a:pt x="3199095" y="3158059"/>
                  <a:pt x="3199569" y="3158355"/>
                  <a:pt x="3199806" y="3158770"/>
                </a:cubicBezTo>
                <a:lnTo>
                  <a:pt x="3209815" y="3176063"/>
                </a:lnTo>
                <a:cubicBezTo>
                  <a:pt x="3210052" y="3176478"/>
                  <a:pt x="3210052" y="3177070"/>
                  <a:pt x="3209815" y="3177485"/>
                </a:cubicBezTo>
                <a:lnTo>
                  <a:pt x="3199806" y="3194778"/>
                </a:lnTo>
                <a:cubicBezTo>
                  <a:pt x="3199510" y="3195193"/>
                  <a:pt x="3199036" y="3195489"/>
                  <a:pt x="3198563" y="3195489"/>
                </a:cubicBezTo>
                <a:lnTo>
                  <a:pt x="3178604" y="3195489"/>
                </a:lnTo>
                <a:cubicBezTo>
                  <a:pt x="3178070" y="3195489"/>
                  <a:pt x="3177597" y="3195193"/>
                  <a:pt x="3177360" y="3194778"/>
                </a:cubicBezTo>
                <a:lnTo>
                  <a:pt x="3167351" y="3177485"/>
                </a:lnTo>
                <a:cubicBezTo>
                  <a:pt x="3167114" y="3177070"/>
                  <a:pt x="3167114" y="3176478"/>
                  <a:pt x="3167351" y="3176063"/>
                </a:cubicBezTo>
                <a:lnTo>
                  <a:pt x="3177360" y="3158770"/>
                </a:lnTo>
                <a:cubicBezTo>
                  <a:pt x="3177656" y="3158355"/>
                  <a:pt x="3178129" y="3158059"/>
                  <a:pt x="3178604" y="3158059"/>
                </a:cubicBezTo>
                <a:close/>
                <a:moveTo>
                  <a:pt x="2975698" y="3158059"/>
                </a:moveTo>
                <a:lnTo>
                  <a:pt x="2995658" y="3158059"/>
                </a:lnTo>
                <a:cubicBezTo>
                  <a:pt x="2996190" y="3158059"/>
                  <a:pt x="2996664" y="3158355"/>
                  <a:pt x="2996901" y="3158770"/>
                </a:cubicBezTo>
                <a:lnTo>
                  <a:pt x="3006910" y="3176063"/>
                </a:lnTo>
                <a:cubicBezTo>
                  <a:pt x="3007147" y="3176478"/>
                  <a:pt x="3007147" y="3177070"/>
                  <a:pt x="3006910" y="3177485"/>
                </a:cubicBezTo>
                <a:lnTo>
                  <a:pt x="2996901" y="3194778"/>
                </a:lnTo>
                <a:cubicBezTo>
                  <a:pt x="2996605" y="3195193"/>
                  <a:pt x="2996131" y="3195489"/>
                  <a:pt x="2995658" y="3195489"/>
                </a:cubicBezTo>
                <a:lnTo>
                  <a:pt x="2975698" y="3195489"/>
                </a:lnTo>
                <a:cubicBezTo>
                  <a:pt x="2975166" y="3195489"/>
                  <a:pt x="2974692" y="3195193"/>
                  <a:pt x="2974455" y="3194778"/>
                </a:cubicBezTo>
                <a:lnTo>
                  <a:pt x="2964446" y="3177485"/>
                </a:lnTo>
                <a:cubicBezTo>
                  <a:pt x="2964209" y="3177070"/>
                  <a:pt x="2964209" y="3176478"/>
                  <a:pt x="2964446" y="3176063"/>
                </a:cubicBezTo>
                <a:lnTo>
                  <a:pt x="2974455" y="3158770"/>
                </a:lnTo>
                <a:cubicBezTo>
                  <a:pt x="2974751" y="3158355"/>
                  <a:pt x="2975225" y="3158059"/>
                  <a:pt x="2975698" y="3158059"/>
                </a:cubicBezTo>
                <a:close/>
                <a:moveTo>
                  <a:pt x="4666219" y="3157645"/>
                </a:moveTo>
                <a:lnTo>
                  <a:pt x="4686652" y="3157645"/>
                </a:lnTo>
                <a:cubicBezTo>
                  <a:pt x="4687185" y="3157645"/>
                  <a:pt x="4687659" y="3157941"/>
                  <a:pt x="4687896" y="3158356"/>
                </a:cubicBezTo>
                <a:lnTo>
                  <a:pt x="4698082" y="3176064"/>
                </a:lnTo>
                <a:cubicBezTo>
                  <a:pt x="4698319" y="3176479"/>
                  <a:pt x="4698319" y="3177071"/>
                  <a:pt x="4698082" y="3177485"/>
                </a:cubicBezTo>
                <a:lnTo>
                  <a:pt x="4687836" y="3195194"/>
                </a:lnTo>
                <a:cubicBezTo>
                  <a:pt x="4687599" y="3195608"/>
                  <a:pt x="4687126" y="3195904"/>
                  <a:pt x="4686593" y="3195904"/>
                </a:cubicBezTo>
                <a:lnTo>
                  <a:pt x="4666160" y="3195904"/>
                </a:lnTo>
                <a:cubicBezTo>
                  <a:pt x="4665627" y="3195904"/>
                  <a:pt x="4665154" y="3195608"/>
                  <a:pt x="4664916" y="3195194"/>
                </a:cubicBezTo>
                <a:lnTo>
                  <a:pt x="4654730" y="3177485"/>
                </a:lnTo>
                <a:cubicBezTo>
                  <a:pt x="4654493" y="3177071"/>
                  <a:pt x="4654493" y="3176479"/>
                  <a:pt x="4654730" y="3176064"/>
                </a:cubicBezTo>
                <a:lnTo>
                  <a:pt x="4664976" y="3158356"/>
                </a:lnTo>
                <a:cubicBezTo>
                  <a:pt x="4665213" y="3157941"/>
                  <a:pt x="4665686" y="3157645"/>
                  <a:pt x="4666219" y="3157645"/>
                </a:cubicBezTo>
                <a:close/>
                <a:moveTo>
                  <a:pt x="4598466" y="3157467"/>
                </a:moveTo>
                <a:lnTo>
                  <a:pt x="4619135" y="3157467"/>
                </a:lnTo>
                <a:cubicBezTo>
                  <a:pt x="4619609" y="3157467"/>
                  <a:pt x="4620141" y="3157704"/>
                  <a:pt x="4620379" y="3158178"/>
                </a:cubicBezTo>
                <a:lnTo>
                  <a:pt x="4630684" y="3176064"/>
                </a:lnTo>
                <a:cubicBezTo>
                  <a:pt x="4630921" y="3176538"/>
                  <a:pt x="4630921" y="3177070"/>
                  <a:pt x="4630684" y="3177544"/>
                </a:cubicBezTo>
                <a:lnTo>
                  <a:pt x="4620379" y="3195430"/>
                </a:lnTo>
                <a:cubicBezTo>
                  <a:pt x="4620141" y="3195845"/>
                  <a:pt x="4619668" y="3196141"/>
                  <a:pt x="4619135" y="3196141"/>
                </a:cubicBezTo>
                <a:lnTo>
                  <a:pt x="4598466" y="3196141"/>
                </a:lnTo>
                <a:cubicBezTo>
                  <a:pt x="4597991" y="3196141"/>
                  <a:pt x="4597459" y="3195904"/>
                  <a:pt x="4597221" y="3195430"/>
                </a:cubicBezTo>
                <a:lnTo>
                  <a:pt x="4586916" y="3177544"/>
                </a:lnTo>
                <a:cubicBezTo>
                  <a:pt x="4586680" y="3177070"/>
                  <a:pt x="4586680" y="3176538"/>
                  <a:pt x="4586916" y="3176064"/>
                </a:cubicBezTo>
                <a:lnTo>
                  <a:pt x="4597221" y="3158178"/>
                </a:lnTo>
                <a:cubicBezTo>
                  <a:pt x="4597459" y="3157763"/>
                  <a:pt x="4597932" y="3157467"/>
                  <a:pt x="4598466" y="3157467"/>
                </a:cubicBezTo>
                <a:close/>
                <a:moveTo>
                  <a:pt x="5004039" y="3157052"/>
                </a:moveTo>
                <a:lnTo>
                  <a:pt x="5025123" y="3157052"/>
                </a:lnTo>
                <a:cubicBezTo>
                  <a:pt x="5025657" y="3157052"/>
                  <a:pt x="5026130" y="3157348"/>
                  <a:pt x="5026427" y="3157822"/>
                </a:cubicBezTo>
                <a:lnTo>
                  <a:pt x="5036968" y="3176063"/>
                </a:lnTo>
                <a:cubicBezTo>
                  <a:pt x="5037265" y="3176537"/>
                  <a:pt x="5037265" y="3177070"/>
                  <a:pt x="5036968" y="3177544"/>
                </a:cubicBezTo>
                <a:lnTo>
                  <a:pt x="5026427" y="3195785"/>
                </a:lnTo>
                <a:cubicBezTo>
                  <a:pt x="5026130" y="3196259"/>
                  <a:pt x="5025657" y="3196555"/>
                  <a:pt x="5025123" y="3196555"/>
                </a:cubicBezTo>
                <a:lnTo>
                  <a:pt x="5004039" y="3196555"/>
                </a:lnTo>
                <a:cubicBezTo>
                  <a:pt x="5003507" y="3196555"/>
                  <a:pt x="5003032" y="3196259"/>
                  <a:pt x="5002737" y="3195785"/>
                </a:cubicBezTo>
                <a:lnTo>
                  <a:pt x="4992194" y="3177544"/>
                </a:lnTo>
                <a:cubicBezTo>
                  <a:pt x="4991898" y="3177070"/>
                  <a:pt x="4991898" y="3176537"/>
                  <a:pt x="4992194" y="3176063"/>
                </a:cubicBezTo>
                <a:lnTo>
                  <a:pt x="5002737" y="3157822"/>
                </a:lnTo>
                <a:cubicBezTo>
                  <a:pt x="5003032" y="3157348"/>
                  <a:pt x="5003507" y="3157052"/>
                  <a:pt x="5004039" y="3157052"/>
                </a:cubicBezTo>
                <a:close/>
                <a:moveTo>
                  <a:pt x="4936285" y="3156815"/>
                </a:moveTo>
                <a:lnTo>
                  <a:pt x="4957607" y="3156815"/>
                </a:lnTo>
                <a:cubicBezTo>
                  <a:pt x="4958140" y="3156815"/>
                  <a:pt x="4958613" y="3157111"/>
                  <a:pt x="4958910" y="3157585"/>
                </a:cubicBezTo>
                <a:lnTo>
                  <a:pt x="4969570" y="3176063"/>
                </a:lnTo>
                <a:cubicBezTo>
                  <a:pt x="4969866" y="3176478"/>
                  <a:pt x="4969866" y="3177070"/>
                  <a:pt x="4969570" y="3177544"/>
                </a:cubicBezTo>
                <a:lnTo>
                  <a:pt x="4958910" y="3196022"/>
                </a:lnTo>
                <a:cubicBezTo>
                  <a:pt x="4958613" y="3196496"/>
                  <a:pt x="4958140" y="3196792"/>
                  <a:pt x="4957607" y="3196792"/>
                </a:cubicBezTo>
                <a:lnTo>
                  <a:pt x="4936285" y="3196792"/>
                </a:lnTo>
                <a:cubicBezTo>
                  <a:pt x="4935752" y="3196792"/>
                  <a:pt x="4935279" y="3196496"/>
                  <a:pt x="4934982" y="3196022"/>
                </a:cubicBezTo>
                <a:lnTo>
                  <a:pt x="4924322" y="3177544"/>
                </a:lnTo>
                <a:cubicBezTo>
                  <a:pt x="4924026" y="3177129"/>
                  <a:pt x="4924026" y="3176537"/>
                  <a:pt x="4924322" y="3176063"/>
                </a:cubicBezTo>
                <a:lnTo>
                  <a:pt x="4934982" y="3157585"/>
                </a:lnTo>
                <a:cubicBezTo>
                  <a:pt x="4935279" y="3157111"/>
                  <a:pt x="4935752" y="3156815"/>
                  <a:pt x="4936285" y="3156815"/>
                </a:cubicBezTo>
                <a:close/>
                <a:moveTo>
                  <a:pt x="2907353" y="3156815"/>
                </a:moveTo>
                <a:lnTo>
                  <a:pt x="2928674" y="3156815"/>
                </a:lnTo>
                <a:cubicBezTo>
                  <a:pt x="2929207" y="3156815"/>
                  <a:pt x="2929681" y="3157111"/>
                  <a:pt x="2929977" y="3157585"/>
                </a:cubicBezTo>
                <a:lnTo>
                  <a:pt x="2940637" y="3176063"/>
                </a:lnTo>
                <a:cubicBezTo>
                  <a:pt x="2940933" y="3176478"/>
                  <a:pt x="2940933" y="3177070"/>
                  <a:pt x="2940637" y="3177544"/>
                </a:cubicBezTo>
                <a:lnTo>
                  <a:pt x="2929977" y="3196022"/>
                </a:lnTo>
                <a:cubicBezTo>
                  <a:pt x="2929681" y="3196496"/>
                  <a:pt x="2929207" y="3196792"/>
                  <a:pt x="2928674" y="3196792"/>
                </a:cubicBezTo>
                <a:lnTo>
                  <a:pt x="2907353" y="3196792"/>
                </a:lnTo>
                <a:cubicBezTo>
                  <a:pt x="2906820" y="3196792"/>
                  <a:pt x="2906346" y="3196496"/>
                  <a:pt x="2906050" y="3196022"/>
                </a:cubicBezTo>
                <a:lnTo>
                  <a:pt x="2895389" y="3177544"/>
                </a:lnTo>
                <a:cubicBezTo>
                  <a:pt x="2895093" y="3177129"/>
                  <a:pt x="2895093" y="3176537"/>
                  <a:pt x="2895389" y="3176063"/>
                </a:cubicBezTo>
                <a:lnTo>
                  <a:pt x="2906050" y="3157585"/>
                </a:lnTo>
                <a:cubicBezTo>
                  <a:pt x="2906346" y="3157111"/>
                  <a:pt x="2906820" y="3156815"/>
                  <a:pt x="2907353" y="3156815"/>
                </a:cubicBezTo>
                <a:close/>
                <a:moveTo>
                  <a:pt x="2839658" y="3156697"/>
                </a:moveTo>
                <a:lnTo>
                  <a:pt x="2861097" y="3156697"/>
                </a:lnTo>
                <a:cubicBezTo>
                  <a:pt x="2861631" y="3156697"/>
                  <a:pt x="2862104" y="3156993"/>
                  <a:pt x="2862401" y="3157467"/>
                </a:cubicBezTo>
                <a:lnTo>
                  <a:pt x="2873120" y="3176004"/>
                </a:lnTo>
                <a:cubicBezTo>
                  <a:pt x="2873416" y="3176478"/>
                  <a:pt x="2873416" y="3177070"/>
                  <a:pt x="2873120" y="3177544"/>
                </a:cubicBezTo>
                <a:lnTo>
                  <a:pt x="2862401" y="3196082"/>
                </a:lnTo>
                <a:cubicBezTo>
                  <a:pt x="2862104" y="3196556"/>
                  <a:pt x="2861631" y="3196852"/>
                  <a:pt x="2861097" y="3196852"/>
                </a:cubicBezTo>
                <a:lnTo>
                  <a:pt x="2839658" y="3196852"/>
                </a:lnTo>
                <a:cubicBezTo>
                  <a:pt x="2839125" y="3196852"/>
                  <a:pt x="2838651" y="3196556"/>
                  <a:pt x="2838355" y="3196082"/>
                </a:cubicBezTo>
                <a:lnTo>
                  <a:pt x="2827635" y="3177544"/>
                </a:lnTo>
                <a:cubicBezTo>
                  <a:pt x="2827339" y="3177070"/>
                  <a:pt x="2827339" y="3176478"/>
                  <a:pt x="2827635" y="3176004"/>
                </a:cubicBezTo>
                <a:lnTo>
                  <a:pt x="2838355" y="3157467"/>
                </a:lnTo>
                <a:cubicBezTo>
                  <a:pt x="2838651" y="3156993"/>
                  <a:pt x="2839125" y="3156697"/>
                  <a:pt x="2839658" y="3156697"/>
                </a:cubicBezTo>
                <a:close/>
                <a:moveTo>
                  <a:pt x="2772023" y="3156638"/>
                </a:moveTo>
                <a:lnTo>
                  <a:pt x="2793522" y="3156638"/>
                </a:lnTo>
                <a:cubicBezTo>
                  <a:pt x="2794055" y="3156638"/>
                  <a:pt x="2794529" y="3156934"/>
                  <a:pt x="2794825" y="3157408"/>
                </a:cubicBezTo>
                <a:lnTo>
                  <a:pt x="2805604" y="3176064"/>
                </a:lnTo>
                <a:cubicBezTo>
                  <a:pt x="2805900" y="3176538"/>
                  <a:pt x="2805900" y="3177130"/>
                  <a:pt x="2805604" y="3177604"/>
                </a:cubicBezTo>
                <a:lnTo>
                  <a:pt x="2794825" y="3196260"/>
                </a:lnTo>
                <a:cubicBezTo>
                  <a:pt x="2794588" y="3196734"/>
                  <a:pt x="2794055" y="3197030"/>
                  <a:pt x="2793522" y="3197030"/>
                </a:cubicBezTo>
                <a:lnTo>
                  <a:pt x="2772023" y="3197030"/>
                </a:lnTo>
                <a:cubicBezTo>
                  <a:pt x="2771490" y="3197030"/>
                  <a:pt x="2771016" y="3196734"/>
                  <a:pt x="2770720" y="3196260"/>
                </a:cubicBezTo>
                <a:lnTo>
                  <a:pt x="2759941" y="3177604"/>
                </a:lnTo>
                <a:cubicBezTo>
                  <a:pt x="2759645" y="3177130"/>
                  <a:pt x="2759645" y="3176538"/>
                  <a:pt x="2759941" y="3176064"/>
                </a:cubicBezTo>
                <a:lnTo>
                  <a:pt x="2770720" y="3157408"/>
                </a:lnTo>
                <a:cubicBezTo>
                  <a:pt x="2770957" y="3156934"/>
                  <a:pt x="2771490" y="3156638"/>
                  <a:pt x="2772023" y="3156638"/>
                </a:cubicBezTo>
                <a:close/>
                <a:moveTo>
                  <a:pt x="2704329" y="3156519"/>
                </a:moveTo>
                <a:lnTo>
                  <a:pt x="2725946" y="3156519"/>
                </a:lnTo>
                <a:cubicBezTo>
                  <a:pt x="2726480" y="3156519"/>
                  <a:pt x="2726953" y="3156815"/>
                  <a:pt x="2727250" y="3157289"/>
                </a:cubicBezTo>
                <a:lnTo>
                  <a:pt x="2738087" y="3176004"/>
                </a:lnTo>
                <a:cubicBezTo>
                  <a:pt x="2738384" y="3176478"/>
                  <a:pt x="2738384" y="3177070"/>
                  <a:pt x="2738087" y="3177544"/>
                </a:cubicBezTo>
                <a:lnTo>
                  <a:pt x="2727250" y="3196259"/>
                </a:lnTo>
                <a:cubicBezTo>
                  <a:pt x="2727012" y="3196733"/>
                  <a:pt x="2726480" y="3197029"/>
                  <a:pt x="2725946" y="3197029"/>
                </a:cubicBezTo>
                <a:lnTo>
                  <a:pt x="2704329" y="3197029"/>
                </a:lnTo>
                <a:cubicBezTo>
                  <a:pt x="2703796" y="3197029"/>
                  <a:pt x="2703322" y="3196733"/>
                  <a:pt x="2703026" y="3196259"/>
                </a:cubicBezTo>
                <a:lnTo>
                  <a:pt x="2692188" y="3177544"/>
                </a:lnTo>
                <a:cubicBezTo>
                  <a:pt x="2691892" y="3177070"/>
                  <a:pt x="2691892" y="3176478"/>
                  <a:pt x="2692188" y="3176004"/>
                </a:cubicBezTo>
                <a:lnTo>
                  <a:pt x="2703026" y="3157289"/>
                </a:lnTo>
                <a:cubicBezTo>
                  <a:pt x="2703263" y="3156815"/>
                  <a:pt x="2703796" y="3156519"/>
                  <a:pt x="2704329" y="3156519"/>
                </a:cubicBezTo>
                <a:close/>
                <a:moveTo>
                  <a:pt x="4800779" y="3156282"/>
                </a:moveTo>
                <a:lnTo>
                  <a:pt x="4822633" y="3156282"/>
                </a:lnTo>
                <a:cubicBezTo>
                  <a:pt x="4823225" y="3156282"/>
                  <a:pt x="4823699" y="3156578"/>
                  <a:pt x="4823995" y="3157052"/>
                </a:cubicBezTo>
                <a:lnTo>
                  <a:pt x="4834893" y="3176004"/>
                </a:lnTo>
                <a:cubicBezTo>
                  <a:pt x="4835189" y="3176478"/>
                  <a:pt x="4835189" y="3177070"/>
                  <a:pt x="4834893" y="3177544"/>
                </a:cubicBezTo>
                <a:lnTo>
                  <a:pt x="4823936" y="3196496"/>
                </a:lnTo>
                <a:cubicBezTo>
                  <a:pt x="4823640" y="3196970"/>
                  <a:pt x="4823107" y="3197266"/>
                  <a:pt x="4822574" y="3197266"/>
                </a:cubicBezTo>
                <a:lnTo>
                  <a:pt x="4800720" y="3197266"/>
                </a:lnTo>
                <a:cubicBezTo>
                  <a:pt x="4800127" y="3197266"/>
                  <a:pt x="4799654" y="3196970"/>
                  <a:pt x="4799358" y="3196496"/>
                </a:cubicBezTo>
                <a:lnTo>
                  <a:pt x="4788460" y="3177544"/>
                </a:lnTo>
                <a:cubicBezTo>
                  <a:pt x="4788164" y="3177070"/>
                  <a:pt x="4788164" y="3176478"/>
                  <a:pt x="4788460" y="3176004"/>
                </a:cubicBezTo>
                <a:lnTo>
                  <a:pt x="4799417" y="3157052"/>
                </a:lnTo>
                <a:cubicBezTo>
                  <a:pt x="4799713" y="3156578"/>
                  <a:pt x="4800246" y="3156282"/>
                  <a:pt x="4800779" y="3156282"/>
                </a:cubicBezTo>
                <a:close/>
                <a:moveTo>
                  <a:pt x="4733144" y="3156282"/>
                </a:moveTo>
                <a:lnTo>
                  <a:pt x="4754998" y="3156282"/>
                </a:lnTo>
                <a:cubicBezTo>
                  <a:pt x="4755590" y="3156282"/>
                  <a:pt x="4756064" y="3156578"/>
                  <a:pt x="4756360" y="3157052"/>
                </a:cubicBezTo>
                <a:lnTo>
                  <a:pt x="4767258" y="3176004"/>
                </a:lnTo>
                <a:cubicBezTo>
                  <a:pt x="4767553" y="3176478"/>
                  <a:pt x="4767553" y="3177070"/>
                  <a:pt x="4767258" y="3177544"/>
                </a:cubicBezTo>
                <a:lnTo>
                  <a:pt x="4756301" y="3196496"/>
                </a:lnTo>
                <a:cubicBezTo>
                  <a:pt x="4756005" y="3196970"/>
                  <a:pt x="4755472" y="3197266"/>
                  <a:pt x="4754938" y="3197266"/>
                </a:cubicBezTo>
                <a:lnTo>
                  <a:pt x="4733085" y="3197266"/>
                </a:lnTo>
                <a:cubicBezTo>
                  <a:pt x="4732493" y="3197266"/>
                  <a:pt x="4732018" y="3196970"/>
                  <a:pt x="4731723" y="3196496"/>
                </a:cubicBezTo>
                <a:lnTo>
                  <a:pt x="4720825" y="3177544"/>
                </a:lnTo>
                <a:cubicBezTo>
                  <a:pt x="4720529" y="3177070"/>
                  <a:pt x="4720529" y="3176478"/>
                  <a:pt x="4720825" y="3176004"/>
                </a:cubicBezTo>
                <a:lnTo>
                  <a:pt x="4731782" y="3157052"/>
                </a:lnTo>
                <a:cubicBezTo>
                  <a:pt x="4732078" y="3156578"/>
                  <a:pt x="4732611" y="3156282"/>
                  <a:pt x="4733144" y="3156282"/>
                </a:cubicBezTo>
                <a:close/>
                <a:moveTo>
                  <a:pt x="2433374" y="3155690"/>
                </a:moveTo>
                <a:lnTo>
                  <a:pt x="2455880" y="3155690"/>
                </a:lnTo>
                <a:cubicBezTo>
                  <a:pt x="2456413" y="3155690"/>
                  <a:pt x="2456946" y="3155986"/>
                  <a:pt x="2457242" y="3156460"/>
                </a:cubicBezTo>
                <a:lnTo>
                  <a:pt x="2468495" y="3175945"/>
                </a:lnTo>
                <a:cubicBezTo>
                  <a:pt x="2468791" y="3176419"/>
                  <a:pt x="2468791" y="3177070"/>
                  <a:pt x="2468495" y="3177544"/>
                </a:cubicBezTo>
                <a:lnTo>
                  <a:pt x="2457242" y="3197029"/>
                </a:lnTo>
                <a:cubicBezTo>
                  <a:pt x="2456946" y="3197503"/>
                  <a:pt x="2456413" y="3197799"/>
                  <a:pt x="2455880" y="3197799"/>
                </a:cubicBezTo>
                <a:lnTo>
                  <a:pt x="2433374" y="3197799"/>
                </a:lnTo>
                <a:cubicBezTo>
                  <a:pt x="2432841" y="3197799"/>
                  <a:pt x="2432308" y="3197503"/>
                  <a:pt x="2432012" y="3197029"/>
                </a:cubicBezTo>
                <a:lnTo>
                  <a:pt x="2420759" y="3177544"/>
                </a:lnTo>
                <a:cubicBezTo>
                  <a:pt x="2420463" y="3177070"/>
                  <a:pt x="2420463" y="3176419"/>
                  <a:pt x="2420759" y="3175945"/>
                </a:cubicBezTo>
                <a:lnTo>
                  <a:pt x="2432012" y="3156460"/>
                </a:lnTo>
                <a:cubicBezTo>
                  <a:pt x="2432308" y="3155986"/>
                  <a:pt x="2432841" y="3155690"/>
                  <a:pt x="2433374" y="3155690"/>
                </a:cubicBezTo>
                <a:close/>
                <a:moveTo>
                  <a:pt x="4867940" y="3155453"/>
                </a:moveTo>
                <a:lnTo>
                  <a:pt x="4890682" y="3155453"/>
                </a:lnTo>
                <a:cubicBezTo>
                  <a:pt x="4891215" y="3155453"/>
                  <a:pt x="4891748" y="3155808"/>
                  <a:pt x="4892044" y="3156282"/>
                </a:cubicBezTo>
                <a:lnTo>
                  <a:pt x="4903416" y="3176004"/>
                </a:lnTo>
                <a:cubicBezTo>
                  <a:pt x="4903711" y="3176478"/>
                  <a:pt x="4903711" y="3177129"/>
                  <a:pt x="4903416" y="3177603"/>
                </a:cubicBezTo>
                <a:lnTo>
                  <a:pt x="4892044" y="3197325"/>
                </a:lnTo>
                <a:cubicBezTo>
                  <a:pt x="4891807" y="3197858"/>
                  <a:pt x="4891274" y="3198154"/>
                  <a:pt x="4890682" y="3198154"/>
                </a:cubicBezTo>
                <a:lnTo>
                  <a:pt x="4867940" y="3198154"/>
                </a:lnTo>
                <a:cubicBezTo>
                  <a:pt x="4867406" y="3198154"/>
                  <a:pt x="4866873" y="3197799"/>
                  <a:pt x="4866578" y="3197325"/>
                </a:cubicBezTo>
                <a:lnTo>
                  <a:pt x="4855206" y="3177603"/>
                </a:lnTo>
                <a:cubicBezTo>
                  <a:pt x="4854910" y="3177129"/>
                  <a:pt x="4854910" y="3176478"/>
                  <a:pt x="4855206" y="3176004"/>
                </a:cubicBezTo>
                <a:lnTo>
                  <a:pt x="4866578" y="3156282"/>
                </a:lnTo>
                <a:cubicBezTo>
                  <a:pt x="4866814" y="3155749"/>
                  <a:pt x="4867348" y="3155453"/>
                  <a:pt x="4867940" y="3155453"/>
                </a:cubicBezTo>
                <a:close/>
                <a:moveTo>
                  <a:pt x="2636043" y="3155394"/>
                </a:moveTo>
                <a:lnTo>
                  <a:pt x="2658904" y="3155394"/>
                </a:lnTo>
                <a:cubicBezTo>
                  <a:pt x="2659496" y="3155394"/>
                  <a:pt x="2660029" y="3155749"/>
                  <a:pt x="2660325" y="3156223"/>
                </a:cubicBezTo>
                <a:lnTo>
                  <a:pt x="2671756" y="3176004"/>
                </a:lnTo>
                <a:cubicBezTo>
                  <a:pt x="2672052" y="3176478"/>
                  <a:pt x="2672052" y="3177130"/>
                  <a:pt x="2671756" y="3177603"/>
                </a:cubicBezTo>
                <a:lnTo>
                  <a:pt x="2660325" y="3197384"/>
                </a:lnTo>
                <a:cubicBezTo>
                  <a:pt x="2660029" y="3197918"/>
                  <a:pt x="2659496" y="3198214"/>
                  <a:pt x="2658904" y="3198214"/>
                </a:cubicBezTo>
                <a:lnTo>
                  <a:pt x="2636043" y="3198214"/>
                </a:lnTo>
                <a:cubicBezTo>
                  <a:pt x="2635451" y="3198214"/>
                  <a:pt x="2634917" y="3197858"/>
                  <a:pt x="2634621" y="3197384"/>
                </a:cubicBezTo>
                <a:lnTo>
                  <a:pt x="2623191" y="3177603"/>
                </a:lnTo>
                <a:cubicBezTo>
                  <a:pt x="2622895" y="3177130"/>
                  <a:pt x="2622895" y="3176478"/>
                  <a:pt x="2623191" y="3176004"/>
                </a:cubicBezTo>
                <a:lnTo>
                  <a:pt x="2634621" y="3156223"/>
                </a:lnTo>
                <a:cubicBezTo>
                  <a:pt x="2634917" y="3155690"/>
                  <a:pt x="2635451" y="3155394"/>
                  <a:pt x="2636043" y="3155394"/>
                </a:cubicBezTo>
                <a:close/>
                <a:moveTo>
                  <a:pt x="2297808" y="3155157"/>
                </a:moveTo>
                <a:lnTo>
                  <a:pt x="2320906" y="3155157"/>
                </a:lnTo>
                <a:cubicBezTo>
                  <a:pt x="2321498" y="3155157"/>
                  <a:pt x="2322031" y="3155512"/>
                  <a:pt x="2322328" y="3155986"/>
                </a:cubicBezTo>
                <a:lnTo>
                  <a:pt x="2333876" y="3175945"/>
                </a:lnTo>
                <a:cubicBezTo>
                  <a:pt x="2334173" y="3176478"/>
                  <a:pt x="2334173" y="3177130"/>
                  <a:pt x="2333876" y="3177604"/>
                </a:cubicBezTo>
                <a:lnTo>
                  <a:pt x="2322328" y="3197562"/>
                </a:lnTo>
                <a:cubicBezTo>
                  <a:pt x="2322031" y="3198095"/>
                  <a:pt x="2321498" y="3198392"/>
                  <a:pt x="2320906" y="3198392"/>
                </a:cubicBezTo>
                <a:lnTo>
                  <a:pt x="2297808" y="3198392"/>
                </a:lnTo>
                <a:cubicBezTo>
                  <a:pt x="2297216" y="3198392"/>
                  <a:pt x="2296683" y="3198036"/>
                  <a:pt x="2296387" y="3197562"/>
                </a:cubicBezTo>
                <a:lnTo>
                  <a:pt x="2284838" y="3177604"/>
                </a:lnTo>
                <a:cubicBezTo>
                  <a:pt x="2284542" y="3177070"/>
                  <a:pt x="2284542" y="3176419"/>
                  <a:pt x="2284838" y="3175945"/>
                </a:cubicBezTo>
                <a:lnTo>
                  <a:pt x="2296387" y="3155986"/>
                </a:lnTo>
                <a:cubicBezTo>
                  <a:pt x="2296683" y="3155453"/>
                  <a:pt x="2297216" y="3155157"/>
                  <a:pt x="2297808" y="3155157"/>
                </a:cubicBezTo>
                <a:close/>
                <a:moveTo>
                  <a:pt x="2365265" y="3154861"/>
                </a:moveTo>
                <a:lnTo>
                  <a:pt x="2388659" y="3154861"/>
                </a:lnTo>
                <a:cubicBezTo>
                  <a:pt x="2389251" y="3154861"/>
                  <a:pt x="2389784" y="3155157"/>
                  <a:pt x="2390081" y="3155690"/>
                </a:cubicBezTo>
                <a:lnTo>
                  <a:pt x="2401748" y="3175945"/>
                </a:lnTo>
                <a:cubicBezTo>
                  <a:pt x="2402044" y="3176478"/>
                  <a:pt x="2402044" y="3177070"/>
                  <a:pt x="2401748" y="3177604"/>
                </a:cubicBezTo>
                <a:lnTo>
                  <a:pt x="2390021" y="3197858"/>
                </a:lnTo>
                <a:cubicBezTo>
                  <a:pt x="2389725" y="3198392"/>
                  <a:pt x="2389192" y="3198688"/>
                  <a:pt x="2388600" y="3198688"/>
                </a:cubicBezTo>
                <a:lnTo>
                  <a:pt x="2365206" y="3198688"/>
                </a:lnTo>
                <a:cubicBezTo>
                  <a:pt x="2364613" y="3198688"/>
                  <a:pt x="2364081" y="3198392"/>
                  <a:pt x="2363785" y="3197858"/>
                </a:cubicBezTo>
                <a:lnTo>
                  <a:pt x="2352117" y="3177604"/>
                </a:lnTo>
                <a:cubicBezTo>
                  <a:pt x="2351821" y="3177070"/>
                  <a:pt x="2351821" y="3176478"/>
                  <a:pt x="2352117" y="3175945"/>
                </a:cubicBezTo>
                <a:lnTo>
                  <a:pt x="2363843" y="3155690"/>
                </a:lnTo>
                <a:cubicBezTo>
                  <a:pt x="2364140" y="3155157"/>
                  <a:pt x="2364673" y="3154861"/>
                  <a:pt x="2365265" y="3154861"/>
                </a:cubicBezTo>
                <a:close/>
                <a:moveTo>
                  <a:pt x="2500299" y="3154446"/>
                </a:moveTo>
                <a:lnTo>
                  <a:pt x="2524166" y="3154446"/>
                </a:lnTo>
                <a:cubicBezTo>
                  <a:pt x="2524759" y="3154446"/>
                  <a:pt x="2525351" y="3154742"/>
                  <a:pt x="2525647" y="3155275"/>
                </a:cubicBezTo>
                <a:lnTo>
                  <a:pt x="2537551" y="3175945"/>
                </a:lnTo>
                <a:cubicBezTo>
                  <a:pt x="2537847" y="3176419"/>
                  <a:pt x="2537847" y="3177070"/>
                  <a:pt x="2537551" y="3177603"/>
                </a:cubicBezTo>
                <a:lnTo>
                  <a:pt x="2525647" y="3198273"/>
                </a:lnTo>
                <a:cubicBezTo>
                  <a:pt x="2525292" y="3198747"/>
                  <a:pt x="2524759" y="3199102"/>
                  <a:pt x="2524166" y="3199102"/>
                </a:cubicBezTo>
                <a:lnTo>
                  <a:pt x="2500299" y="3199102"/>
                </a:lnTo>
                <a:cubicBezTo>
                  <a:pt x="2499707" y="3199102"/>
                  <a:pt x="2499114" y="3198806"/>
                  <a:pt x="2498818" y="3198273"/>
                </a:cubicBezTo>
                <a:lnTo>
                  <a:pt x="2486914" y="3177603"/>
                </a:lnTo>
                <a:cubicBezTo>
                  <a:pt x="2486618" y="3177129"/>
                  <a:pt x="2486618" y="3176478"/>
                  <a:pt x="2486914" y="3175945"/>
                </a:cubicBezTo>
                <a:lnTo>
                  <a:pt x="2498818" y="3155275"/>
                </a:lnTo>
                <a:cubicBezTo>
                  <a:pt x="2499174" y="3154801"/>
                  <a:pt x="2499707" y="3154446"/>
                  <a:pt x="2500299" y="3154446"/>
                </a:cubicBezTo>
                <a:close/>
                <a:moveTo>
                  <a:pt x="2567638" y="3153913"/>
                </a:moveTo>
                <a:lnTo>
                  <a:pt x="2592039" y="3153913"/>
                </a:lnTo>
                <a:cubicBezTo>
                  <a:pt x="2592631" y="3153913"/>
                  <a:pt x="2593223" y="3154268"/>
                  <a:pt x="2593519" y="3154801"/>
                </a:cubicBezTo>
                <a:lnTo>
                  <a:pt x="2605720" y="3175945"/>
                </a:lnTo>
                <a:cubicBezTo>
                  <a:pt x="2606016" y="3176478"/>
                  <a:pt x="2606016" y="3177129"/>
                  <a:pt x="2605720" y="3177662"/>
                </a:cubicBezTo>
                <a:lnTo>
                  <a:pt x="2593519" y="3198805"/>
                </a:lnTo>
                <a:cubicBezTo>
                  <a:pt x="2593223" y="3199339"/>
                  <a:pt x="2592631" y="3199694"/>
                  <a:pt x="2592039" y="3199694"/>
                </a:cubicBezTo>
                <a:lnTo>
                  <a:pt x="2567638" y="3199694"/>
                </a:lnTo>
                <a:cubicBezTo>
                  <a:pt x="2567046" y="3199694"/>
                  <a:pt x="2566453" y="3199339"/>
                  <a:pt x="2566157" y="3198805"/>
                </a:cubicBezTo>
                <a:lnTo>
                  <a:pt x="2553957" y="3177662"/>
                </a:lnTo>
                <a:cubicBezTo>
                  <a:pt x="2553661" y="3177129"/>
                  <a:pt x="2553661" y="3176478"/>
                  <a:pt x="2553957" y="3175945"/>
                </a:cubicBezTo>
                <a:lnTo>
                  <a:pt x="2566157" y="3154801"/>
                </a:lnTo>
                <a:cubicBezTo>
                  <a:pt x="2566453" y="3154268"/>
                  <a:pt x="2567046" y="3153913"/>
                  <a:pt x="2567638" y="3153913"/>
                </a:cubicBezTo>
                <a:close/>
                <a:moveTo>
                  <a:pt x="3857205" y="3103809"/>
                </a:moveTo>
                <a:lnTo>
                  <a:pt x="3872544" y="3103809"/>
                </a:lnTo>
                <a:cubicBezTo>
                  <a:pt x="3872959" y="3103809"/>
                  <a:pt x="3873314" y="3103987"/>
                  <a:pt x="3873492" y="3104342"/>
                </a:cubicBezTo>
                <a:lnTo>
                  <a:pt x="3881132" y="3117609"/>
                </a:lnTo>
                <a:cubicBezTo>
                  <a:pt x="3881309" y="3117905"/>
                  <a:pt x="3881309" y="3118319"/>
                  <a:pt x="3881132" y="3118675"/>
                </a:cubicBezTo>
                <a:lnTo>
                  <a:pt x="3873433" y="3131941"/>
                </a:lnTo>
                <a:cubicBezTo>
                  <a:pt x="3873196" y="3132237"/>
                  <a:pt x="3872841" y="3132474"/>
                  <a:pt x="3872485" y="3132474"/>
                </a:cubicBezTo>
                <a:lnTo>
                  <a:pt x="3857146" y="3132474"/>
                </a:lnTo>
                <a:cubicBezTo>
                  <a:pt x="3856731" y="3132474"/>
                  <a:pt x="3856376" y="3132296"/>
                  <a:pt x="3856198" y="3131941"/>
                </a:cubicBezTo>
                <a:lnTo>
                  <a:pt x="3848558" y="3118675"/>
                </a:lnTo>
                <a:cubicBezTo>
                  <a:pt x="3848381" y="3118379"/>
                  <a:pt x="3848381" y="3117964"/>
                  <a:pt x="3848558" y="3117609"/>
                </a:cubicBezTo>
                <a:lnTo>
                  <a:pt x="3856257" y="3104342"/>
                </a:lnTo>
                <a:cubicBezTo>
                  <a:pt x="3856494" y="3104046"/>
                  <a:pt x="3856849" y="3103809"/>
                  <a:pt x="3857205" y="3103809"/>
                </a:cubicBezTo>
                <a:close/>
                <a:moveTo>
                  <a:pt x="4195261" y="3103690"/>
                </a:moveTo>
                <a:lnTo>
                  <a:pt x="4210719" y="3103690"/>
                </a:lnTo>
                <a:cubicBezTo>
                  <a:pt x="4211134" y="3103690"/>
                  <a:pt x="4211489" y="3103868"/>
                  <a:pt x="4211667" y="3104223"/>
                </a:cubicBezTo>
                <a:lnTo>
                  <a:pt x="4219366" y="3117608"/>
                </a:lnTo>
                <a:cubicBezTo>
                  <a:pt x="4219544" y="3117904"/>
                  <a:pt x="4219544" y="3118319"/>
                  <a:pt x="4219366" y="3118674"/>
                </a:cubicBezTo>
                <a:lnTo>
                  <a:pt x="4211607" y="3132059"/>
                </a:lnTo>
                <a:cubicBezTo>
                  <a:pt x="4211430" y="3132355"/>
                  <a:pt x="4211015" y="3132592"/>
                  <a:pt x="4210660" y="3132592"/>
                </a:cubicBezTo>
                <a:lnTo>
                  <a:pt x="4195202" y="3132592"/>
                </a:lnTo>
                <a:cubicBezTo>
                  <a:pt x="4194788" y="3132592"/>
                  <a:pt x="4194432" y="3132414"/>
                  <a:pt x="4194255" y="3132059"/>
                </a:cubicBezTo>
                <a:lnTo>
                  <a:pt x="4186555" y="3118674"/>
                </a:lnTo>
                <a:cubicBezTo>
                  <a:pt x="4186378" y="3118378"/>
                  <a:pt x="4186378" y="3117963"/>
                  <a:pt x="4186555" y="3117608"/>
                </a:cubicBezTo>
                <a:lnTo>
                  <a:pt x="4194314" y="3104223"/>
                </a:lnTo>
                <a:cubicBezTo>
                  <a:pt x="4194491" y="3103927"/>
                  <a:pt x="4194906" y="3103690"/>
                  <a:pt x="4195261" y="3103690"/>
                </a:cubicBezTo>
                <a:close/>
                <a:moveTo>
                  <a:pt x="4059991" y="3103690"/>
                </a:moveTo>
                <a:lnTo>
                  <a:pt x="4075449" y="3103690"/>
                </a:lnTo>
                <a:cubicBezTo>
                  <a:pt x="4075864" y="3103690"/>
                  <a:pt x="4076219" y="3103868"/>
                  <a:pt x="4076397" y="3104223"/>
                </a:cubicBezTo>
                <a:lnTo>
                  <a:pt x="4084096" y="3117608"/>
                </a:lnTo>
                <a:cubicBezTo>
                  <a:pt x="4084273" y="3117904"/>
                  <a:pt x="4084273" y="3118319"/>
                  <a:pt x="4084096" y="3118674"/>
                </a:cubicBezTo>
                <a:lnTo>
                  <a:pt x="4076337" y="3132059"/>
                </a:lnTo>
                <a:cubicBezTo>
                  <a:pt x="4076160" y="3132355"/>
                  <a:pt x="4075745" y="3132592"/>
                  <a:pt x="4075390" y="3132592"/>
                </a:cubicBezTo>
                <a:lnTo>
                  <a:pt x="4059932" y="3132592"/>
                </a:lnTo>
                <a:cubicBezTo>
                  <a:pt x="4059518" y="3132592"/>
                  <a:pt x="4059162" y="3132414"/>
                  <a:pt x="4058984" y="3132059"/>
                </a:cubicBezTo>
                <a:lnTo>
                  <a:pt x="4051285" y="3118674"/>
                </a:lnTo>
                <a:cubicBezTo>
                  <a:pt x="4051108" y="3118378"/>
                  <a:pt x="4051108" y="3117963"/>
                  <a:pt x="4051285" y="3117608"/>
                </a:cubicBezTo>
                <a:lnTo>
                  <a:pt x="4059043" y="3104223"/>
                </a:lnTo>
                <a:cubicBezTo>
                  <a:pt x="4059221" y="3103927"/>
                  <a:pt x="4059636" y="3103690"/>
                  <a:pt x="4059991" y="3103690"/>
                </a:cubicBezTo>
                <a:close/>
                <a:moveTo>
                  <a:pt x="3992356" y="3103690"/>
                </a:moveTo>
                <a:lnTo>
                  <a:pt x="4007815" y="3103690"/>
                </a:lnTo>
                <a:cubicBezTo>
                  <a:pt x="4008229" y="3103690"/>
                  <a:pt x="4008585" y="3103868"/>
                  <a:pt x="4008762" y="3104223"/>
                </a:cubicBezTo>
                <a:lnTo>
                  <a:pt x="4016461" y="3117608"/>
                </a:lnTo>
                <a:cubicBezTo>
                  <a:pt x="4016639" y="3117904"/>
                  <a:pt x="4016639" y="3118319"/>
                  <a:pt x="4016461" y="3118674"/>
                </a:cubicBezTo>
                <a:lnTo>
                  <a:pt x="4008702" y="3132059"/>
                </a:lnTo>
                <a:cubicBezTo>
                  <a:pt x="4008525" y="3132355"/>
                  <a:pt x="4008110" y="3132592"/>
                  <a:pt x="4007755" y="3132592"/>
                </a:cubicBezTo>
                <a:lnTo>
                  <a:pt x="3992298" y="3132592"/>
                </a:lnTo>
                <a:cubicBezTo>
                  <a:pt x="3991883" y="3132592"/>
                  <a:pt x="3991528" y="3132414"/>
                  <a:pt x="3991350" y="3132059"/>
                </a:cubicBezTo>
                <a:lnTo>
                  <a:pt x="3983650" y="3118674"/>
                </a:lnTo>
                <a:cubicBezTo>
                  <a:pt x="3983473" y="3118378"/>
                  <a:pt x="3983473" y="3117963"/>
                  <a:pt x="3983650" y="3117608"/>
                </a:cubicBezTo>
                <a:lnTo>
                  <a:pt x="3991409" y="3104223"/>
                </a:lnTo>
                <a:cubicBezTo>
                  <a:pt x="3991586" y="3103927"/>
                  <a:pt x="3992001" y="3103690"/>
                  <a:pt x="3992356" y="3103690"/>
                </a:cubicBezTo>
                <a:close/>
                <a:moveTo>
                  <a:pt x="3924662" y="3103572"/>
                </a:moveTo>
                <a:lnTo>
                  <a:pt x="3940238" y="3103572"/>
                </a:lnTo>
                <a:cubicBezTo>
                  <a:pt x="3940652" y="3103572"/>
                  <a:pt x="3941008" y="3103749"/>
                  <a:pt x="3941186" y="3104105"/>
                </a:cubicBezTo>
                <a:lnTo>
                  <a:pt x="3948944" y="3117608"/>
                </a:lnTo>
                <a:cubicBezTo>
                  <a:pt x="3949122" y="3117964"/>
                  <a:pt x="3949122" y="3118378"/>
                  <a:pt x="3948944" y="3118734"/>
                </a:cubicBezTo>
                <a:lnTo>
                  <a:pt x="3941126" y="3132237"/>
                </a:lnTo>
                <a:cubicBezTo>
                  <a:pt x="3940948" y="3132533"/>
                  <a:pt x="3940593" y="3132770"/>
                  <a:pt x="3940179" y="3132770"/>
                </a:cubicBezTo>
                <a:lnTo>
                  <a:pt x="3924602" y="3132770"/>
                </a:lnTo>
                <a:cubicBezTo>
                  <a:pt x="3924188" y="3132770"/>
                  <a:pt x="3923832" y="3132592"/>
                  <a:pt x="3923654" y="3132237"/>
                </a:cubicBezTo>
                <a:lnTo>
                  <a:pt x="3915896" y="3118734"/>
                </a:lnTo>
                <a:cubicBezTo>
                  <a:pt x="3915719" y="3118378"/>
                  <a:pt x="3915719" y="3117964"/>
                  <a:pt x="3915896" y="3117608"/>
                </a:cubicBezTo>
                <a:lnTo>
                  <a:pt x="3923714" y="3104105"/>
                </a:lnTo>
                <a:cubicBezTo>
                  <a:pt x="3923892" y="3103809"/>
                  <a:pt x="3924247" y="3103572"/>
                  <a:pt x="3924662" y="3103572"/>
                </a:cubicBezTo>
                <a:close/>
                <a:moveTo>
                  <a:pt x="4127211" y="3102861"/>
                </a:moveTo>
                <a:lnTo>
                  <a:pt x="4143557" y="3102861"/>
                </a:lnTo>
                <a:cubicBezTo>
                  <a:pt x="4143972" y="3102861"/>
                  <a:pt x="4144327" y="3103098"/>
                  <a:pt x="4144565" y="3103453"/>
                </a:cubicBezTo>
                <a:lnTo>
                  <a:pt x="4152738" y="3117608"/>
                </a:lnTo>
                <a:cubicBezTo>
                  <a:pt x="4152974" y="3117963"/>
                  <a:pt x="4152974" y="3118437"/>
                  <a:pt x="4152738" y="3118793"/>
                </a:cubicBezTo>
                <a:lnTo>
                  <a:pt x="4144565" y="3132947"/>
                </a:lnTo>
                <a:cubicBezTo>
                  <a:pt x="4144327" y="3133302"/>
                  <a:pt x="4143972" y="3133540"/>
                  <a:pt x="4143557" y="3133540"/>
                </a:cubicBezTo>
                <a:lnTo>
                  <a:pt x="4127211" y="3133540"/>
                </a:lnTo>
                <a:cubicBezTo>
                  <a:pt x="4126797" y="3133540"/>
                  <a:pt x="4126441" y="3133302"/>
                  <a:pt x="4126205" y="3132947"/>
                </a:cubicBezTo>
                <a:lnTo>
                  <a:pt x="4118032" y="3118793"/>
                </a:lnTo>
                <a:cubicBezTo>
                  <a:pt x="4117795" y="3118437"/>
                  <a:pt x="4117795" y="3117963"/>
                  <a:pt x="4118032" y="3117608"/>
                </a:cubicBezTo>
                <a:lnTo>
                  <a:pt x="4126205" y="3103453"/>
                </a:lnTo>
                <a:cubicBezTo>
                  <a:pt x="4126441" y="3103098"/>
                  <a:pt x="4126797" y="3102861"/>
                  <a:pt x="4127211" y="3102861"/>
                </a:cubicBezTo>
                <a:close/>
                <a:moveTo>
                  <a:pt x="3653766" y="3102861"/>
                </a:moveTo>
                <a:lnTo>
                  <a:pt x="3670113" y="3102861"/>
                </a:lnTo>
                <a:cubicBezTo>
                  <a:pt x="3670527" y="3102861"/>
                  <a:pt x="3670883" y="3103098"/>
                  <a:pt x="3671119" y="3103453"/>
                </a:cubicBezTo>
                <a:lnTo>
                  <a:pt x="3679292" y="3117608"/>
                </a:lnTo>
                <a:cubicBezTo>
                  <a:pt x="3679529" y="3117963"/>
                  <a:pt x="3679529" y="3118437"/>
                  <a:pt x="3679292" y="3118793"/>
                </a:cubicBezTo>
                <a:lnTo>
                  <a:pt x="3671119" y="3132947"/>
                </a:lnTo>
                <a:cubicBezTo>
                  <a:pt x="3670883" y="3133302"/>
                  <a:pt x="3670527" y="3133540"/>
                  <a:pt x="3670113" y="3133540"/>
                </a:cubicBezTo>
                <a:lnTo>
                  <a:pt x="3653766" y="3133540"/>
                </a:lnTo>
                <a:cubicBezTo>
                  <a:pt x="3653352" y="3133540"/>
                  <a:pt x="3652997" y="3133302"/>
                  <a:pt x="3652759" y="3132947"/>
                </a:cubicBezTo>
                <a:lnTo>
                  <a:pt x="3644586" y="3118793"/>
                </a:lnTo>
                <a:cubicBezTo>
                  <a:pt x="3644350" y="3118437"/>
                  <a:pt x="3644350" y="3117963"/>
                  <a:pt x="3644586" y="3117608"/>
                </a:cubicBezTo>
                <a:lnTo>
                  <a:pt x="3652759" y="3103453"/>
                </a:lnTo>
                <a:cubicBezTo>
                  <a:pt x="3652997" y="3103098"/>
                  <a:pt x="3653352" y="3102861"/>
                  <a:pt x="3653766" y="3102861"/>
                </a:cubicBezTo>
                <a:close/>
                <a:moveTo>
                  <a:pt x="3788978" y="3102743"/>
                </a:moveTo>
                <a:lnTo>
                  <a:pt x="3805442" y="3102743"/>
                </a:lnTo>
                <a:cubicBezTo>
                  <a:pt x="3805857" y="3102743"/>
                  <a:pt x="3806212" y="3102980"/>
                  <a:pt x="3806449" y="3103335"/>
                </a:cubicBezTo>
                <a:lnTo>
                  <a:pt x="3814681" y="3117609"/>
                </a:lnTo>
                <a:cubicBezTo>
                  <a:pt x="3814918" y="3117964"/>
                  <a:pt x="3814918" y="3118438"/>
                  <a:pt x="3814681" y="3118793"/>
                </a:cubicBezTo>
                <a:lnTo>
                  <a:pt x="3806449" y="3133066"/>
                </a:lnTo>
                <a:cubicBezTo>
                  <a:pt x="3806212" y="3133422"/>
                  <a:pt x="3805857" y="3133658"/>
                  <a:pt x="3805442" y="3133658"/>
                </a:cubicBezTo>
                <a:lnTo>
                  <a:pt x="3788978" y="3133658"/>
                </a:lnTo>
                <a:cubicBezTo>
                  <a:pt x="3788563" y="3133658"/>
                  <a:pt x="3788208" y="3133422"/>
                  <a:pt x="3787971" y="3133066"/>
                </a:cubicBezTo>
                <a:lnTo>
                  <a:pt x="3779739" y="3118793"/>
                </a:lnTo>
                <a:cubicBezTo>
                  <a:pt x="3779502" y="3118438"/>
                  <a:pt x="3779502" y="3117964"/>
                  <a:pt x="3779739" y="3117609"/>
                </a:cubicBezTo>
                <a:lnTo>
                  <a:pt x="3787971" y="3103335"/>
                </a:lnTo>
                <a:cubicBezTo>
                  <a:pt x="3788208" y="3102980"/>
                  <a:pt x="3788563" y="3102743"/>
                  <a:pt x="3788978" y="3102743"/>
                </a:cubicBezTo>
                <a:close/>
                <a:moveTo>
                  <a:pt x="3450683" y="3102447"/>
                </a:moveTo>
                <a:lnTo>
                  <a:pt x="3467444" y="3102447"/>
                </a:lnTo>
                <a:cubicBezTo>
                  <a:pt x="3467859" y="3102447"/>
                  <a:pt x="3468214" y="3102684"/>
                  <a:pt x="3468451" y="3103039"/>
                </a:cubicBezTo>
                <a:lnTo>
                  <a:pt x="3476861" y="3117549"/>
                </a:lnTo>
                <a:cubicBezTo>
                  <a:pt x="3477098" y="3117905"/>
                  <a:pt x="3477098" y="3118379"/>
                  <a:pt x="3476861" y="3118734"/>
                </a:cubicBezTo>
                <a:lnTo>
                  <a:pt x="3468451" y="3133244"/>
                </a:lnTo>
                <a:cubicBezTo>
                  <a:pt x="3468273" y="3133599"/>
                  <a:pt x="3467859" y="3133836"/>
                  <a:pt x="3467444" y="3133836"/>
                </a:cubicBezTo>
                <a:lnTo>
                  <a:pt x="3450683" y="3133836"/>
                </a:lnTo>
                <a:cubicBezTo>
                  <a:pt x="3450269" y="3133836"/>
                  <a:pt x="3449913" y="3133599"/>
                  <a:pt x="3449676" y="3133244"/>
                </a:cubicBezTo>
                <a:lnTo>
                  <a:pt x="3441267" y="3118734"/>
                </a:lnTo>
                <a:cubicBezTo>
                  <a:pt x="3441030" y="3118379"/>
                  <a:pt x="3441030" y="3117905"/>
                  <a:pt x="3441267" y="3117549"/>
                </a:cubicBezTo>
                <a:lnTo>
                  <a:pt x="3449676" y="3103039"/>
                </a:lnTo>
                <a:cubicBezTo>
                  <a:pt x="3449854" y="3102684"/>
                  <a:pt x="3450269" y="3102447"/>
                  <a:pt x="3450683" y="3102447"/>
                </a:cubicBezTo>
                <a:close/>
                <a:moveTo>
                  <a:pt x="4397456" y="3102328"/>
                </a:moveTo>
                <a:lnTo>
                  <a:pt x="4414335" y="3102328"/>
                </a:lnTo>
                <a:cubicBezTo>
                  <a:pt x="4414750" y="3102328"/>
                  <a:pt x="4415105" y="3102565"/>
                  <a:pt x="4415342" y="3102920"/>
                </a:cubicBezTo>
                <a:lnTo>
                  <a:pt x="4423752" y="3117549"/>
                </a:lnTo>
                <a:cubicBezTo>
                  <a:pt x="4423988" y="3117904"/>
                  <a:pt x="4423988" y="3118378"/>
                  <a:pt x="4423752" y="3118733"/>
                </a:cubicBezTo>
                <a:lnTo>
                  <a:pt x="4415283" y="3133362"/>
                </a:lnTo>
                <a:cubicBezTo>
                  <a:pt x="4415105" y="3133717"/>
                  <a:pt x="4414690" y="3133954"/>
                  <a:pt x="4414276" y="3133954"/>
                </a:cubicBezTo>
                <a:lnTo>
                  <a:pt x="4397396" y="3133954"/>
                </a:lnTo>
                <a:cubicBezTo>
                  <a:pt x="4396982" y="3133954"/>
                  <a:pt x="4396626" y="3133717"/>
                  <a:pt x="4396390" y="3133362"/>
                </a:cubicBezTo>
                <a:lnTo>
                  <a:pt x="4387980" y="3118733"/>
                </a:lnTo>
                <a:cubicBezTo>
                  <a:pt x="4387743" y="3118378"/>
                  <a:pt x="4387743" y="3117904"/>
                  <a:pt x="4387980" y="3117549"/>
                </a:cubicBezTo>
                <a:lnTo>
                  <a:pt x="4396449" y="3102920"/>
                </a:lnTo>
                <a:cubicBezTo>
                  <a:pt x="4396626" y="3102565"/>
                  <a:pt x="4397041" y="3102328"/>
                  <a:pt x="4397456" y="3102328"/>
                </a:cubicBezTo>
                <a:close/>
                <a:moveTo>
                  <a:pt x="4262186" y="3102328"/>
                </a:moveTo>
                <a:lnTo>
                  <a:pt x="4279065" y="3102328"/>
                </a:lnTo>
                <a:cubicBezTo>
                  <a:pt x="4279480" y="3102328"/>
                  <a:pt x="4279835" y="3102565"/>
                  <a:pt x="4280072" y="3102920"/>
                </a:cubicBezTo>
                <a:lnTo>
                  <a:pt x="4288481" y="3117549"/>
                </a:lnTo>
                <a:cubicBezTo>
                  <a:pt x="4288718" y="3117904"/>
                  <a:pt x="4288718" y="3118378"/>
                  <a:pt x="4288481" y="3118733"/>
                </a:cubicBezTo>
                <a:lnTo>
                  <a:pt x="4280013" y="3133362"/>
                </a:lnTo>
                <a:cubicBezTo>
                  <a:pt x="4279835" y="3133717"/>
                  <a:pt x="4279420" y="3133954"/>
                  <a:pt x="4279005" y="3133954"/>
                </a:cubicBezTo>
                <a:lnTo>
                  <a:pt x="4262126" y="3133954"/>
                </a:lnTo>
                <a:cubicBezTo>
                  <a:pt x="4261712" y="3133954"/>
                  <a:pt x="4261356" y="3133717"/>
                  <a:pt x="4261119" y="3133362"/>
                </a:cubicBezTo>
                <a:lnTo>
                  <a:pt x="4252710" y="3118733"/>
                </a:lnTo>
                <a:cubicBezTo>
                  <a:pt x="4252473" y="3118378"/>
                  <a:pt x="4252473" y="3117904"/>
                  <a:pt x="4252710" y="3117549"/>
                </a:cubicBezTo>
                <a:lnTo>
                  <a:pt x="4261179" y="3102920"/>
                </a:lnTo>
                <a:cubicBezTo>
                  <a:pt x="4261356" y="3102565"/>
                  <a:pt x="4261771" y="3102328"/>
                  <a:pt x="4262186" y="3102328"/>
                </a:cubicBezTo>
                <a:close/>
                <a:moveTo>
                  <a:pt x="3721165" y="3102328"/>
                </a:moveTo>
                <a:lnTo>
                  <a:pt x="3738044" y="3102328"/>
                </a:lnTo>
                <a:cubicBezTo>
                  <a:pt x="3738458" y="3102328"/>
                  <a:pt x="3738814" y="3102565"/>
                  <a:pt x="3739051" y="3102920"/>
                </a:cubicBezTo>
                <a:lnTo>
                  <a:pt x="3747460" y="3117549"/>
                </a:lnTo>
                <a:cubicBezTo>
                  <a:pt x="3747697" y="3117904"/>
                  <a:pt x="3747697" y="3118378"/>
                  <a:pt x="3747460" y="3118733"/>
                </a:cubicBezTo>
                <a:lnTo>
                  <a:pt x="3738992" y="3133362"/>
                </a:lnTo>
                <a:cubicBezTo>
                  <a:pt x="3738814" y="3133717"/>
                  <a:pt x="3738399" y="3133954"/>
                  <a:pt x="3737984" y="3133954"/>
                </a:cubicBezTo>
                <a:lnTo>
                  <a:pt x="3721105" y="3133954"/>
                </a:lnTo>
                <a:cubicBezTo>
                  <a:pt x="3720690" y="3133954"/>
                  <a:pt x="3720335" y="3133717"/>
                  <a:pt x="3720098" y="3133362"/>
                </a:cubicBezTo>
                <a:lnTo>
                  <a:pt x="3711689" y="3118733"/>
                </a:lnTo>
                <a:cubicBezTo>
                  <a:pt x="3711452" y="3118378"/>
                  <a:pt x="3711452" y="3117904"/>
                  <a:pt x="3711689" y="3117549"/>
                </a:cubicBezTo>
                <a:lnTo>
                  <a:pt x="3720158" y="3102920"/>
                </a:lnTo>
                <a:cubicBezTo>
                  <a:pt x="3720335" y="3102565"/>
                  <a:pt x="3720750" y="3102328"/>
                  <a:pt x="3721165" y="3102328"/>
                </a:cubicBezTo>
                <a:close/>
                <a:moveTo>
                  <a:pt x="3585894" y="3102328"/>
                </a:moveTo>
                <a:lnTo>
                  <a:pt x="3602774" y="3102328"/>
                </a:lnTo>
                <a:cubicBezTo>
                  <a:pt x="3603188" y="3102328"/>
                  <a:pt x="3603544" y="3102565"/>
                  <a:pt x="3603780" y="3102920"/>
                </a:cubicBezTo>
                <a:lnTo>
                  <a:pt x="3612190" y="3117549"/>
                </a:lnTo>
                <a:cubicBezTo>
                  <a:pt x="3612428" y="3117904"/>
                  <a:pt x="3612428" y="3118378"/>
                  <a:pt x="3612190" y="3118733"/>
                </a:cubicBezTo>
                <a:lnTo>
                  <a:pt x="3603721" y="3133362"/>
                </a:lnTo>
                <a:cubicBezTo>
                  <a:pt x="3603544" y="3133717"/>
                  <a:pt x="3603129" y="3133954"/>
                  <a:pt x="3602715" y="3133954"/>
                </a:cubicBezTo>
                <a:lnTo>
                  <a:pt x="3585836" y="3133954"/>
                </a:lnTo>
                <a:cubicBezTo>
                  <a:pt x="3585421" y="3133954"/>
                  <a:pt x="3585066" y="3133717"/>
                  <a:pt x="3584829" y="3133362"/>
                </a:cubicBezTo>
                <a:lnTo>
                  <a:pt x="3576418" y="3118733"/>
                </a:lnTo>
                <a:cubicBezTo>
                  <a:pt x="3576182" y="3118378"/>
                  <a:pt x="3576182" y="3117904"/>
                  <a:pt x="3576418" y="3117549"/>
                </a:cubicBezTo>
                <a:lnTo>
                  <a:pt x="3584888" y="3102920"/>
                </a:lnTo>
                <a:cubicBezTo>
                  <a:pt x="3585066" y="3102565"/>
                  <a:pt x="3585480" y="3102328"/>
                  <a:pt x="3585894" y="3102328"/>
                </a:cubicBezTo>
                <a:close/>
                <a:moveTo>
                  <a:pt x="3518200" y="3102269"/>
                </a:moveTo>
                <a:lnTo>
                  <a:pt x="3535198" y="3102269"/>
                </a:lnTo>
                <a:cubicBezTo>
                  <a:pt x="3535671" y="3102269"/>
                  <a:pt x="3536027" y="3102506"/>
                  <a:pt x="3536264" y="3102861"/>
                </a:cubicBezTo>
                <a:lnTo>
                  <a:pt x="3544733" y="3117608"/>
                </a:lnTo>
                <a:cubicBezTo>
                  <a:pt x="3544970" y="3117964"/>
                  <a:pt x="3544970" y="3118438"/>
                  <a:pt x="3544733" y="3118793"/>
                </a:cubicBezTo>
                <a:lnTo>
                  <a:pt x="3536205" y="3133540"/>
                </a:lnTo>
                <a:cubicBezTo>
                  <a:pt x="3535968" y="3133895"/>
                  <a:pt x="3535553" y="3134132"/>
                  <a:pt x="3535139" y="3134132"/>
                </a:cubicBezTo>
                <a:lnTo>
                  <a:pt x="3518141" y="3134132"/>
                </a:lnTo>
                <a:cubicBezTo>
                  <a:pt x="3517667" y="3134132"/>
                  <a:pt x="3517312" y="3133895"/>
                  <a:pt x="3517075" y="3133540"/>
                </a:cubicBezTo>
                <a:lnTo>
                  <a:pt x="3508606" y="3118793"/>
                </a:lnTo>
                <a:cubicBezTo>
                  <a:pt x="3508369" y="3118438"/>
                  <a:pt x="3508369" y="3117964"/>
                  <a:pt x="3508606" y="3117608"/>
                </a:cubicBezTo>
                <a:lnTo>
                  <a:pt x="3517134" y="3102861"/>
                </a:lnTo>
                <a:cubicBezTo>
                  <a:pt x="3517371" y="3102506"/>
                  <a:pt x="3517785" y="3102269"/>
                  <a:pt x="3518200" y="3102269"/>
                </a:cubicBezTo>
                <a:close/>
                <a:moveTo>
                  <a:pt x="3382693" y="3101854"/>
                </a:moveTo>
                <a:lnTo>
                  <a:pt x="3400164" y="3101854"/>
                </a:lnTo>
                <a:cubicBezTo>
                  <a:pt x="3400579" y="3101854"/>
                  <a:pt x="3400993" y="3102091"/>
                  <a:pt x="3401231" y="3102446"/>
                </a:cubicBezTo>
                <a:lnTo>
                  <a:pt x="3409937" y="3117549"/>
                </a:lnTo>
                <a:cubicBezTo>
                  <a:pt x="3410174" y="3117963"/>
                  <a:pt x="3410174" y="3118437"/>
                  <a:pt x="3409937" y="3118793"/>
                </a:cubicBezTo>
                <a:lnTo>
                  <a:pt x="3401231" y="3133895"/>
                </a:lnTo>
                <a:cubicBezTo>
                  <a:pt x="3400993" y="3134250"/>
                  <a:pt x="3400579" y="3134487"/>
                  <a:pt x="3400164" y="3134487"/>
                </a:cubicBezTo>
                <a:lnTo>
                  <a:pt x="3382693" y="3134487"/>
                </a:lnTo>
                <a:cubicBezTo>
                  <a:pt x="3382279" y="3134487"/>
                  <a:pt x="3381864" y="3134250"/>
                  <a:pt x="3381627" y="3133895"/>
                </a:cubicBezTo>
                <a:lnTo>
                  <a:pt x="3372921" y="3118793"/>
                </a:lnTo>
                <a:cubicBezTo>
                  <a:pt x="3372684" y="3118378"/>
                  <a:pt x="3372684" y="3117904"/>
                  <a:pt x="3372921" y="3117549"/>
                </a:cubicBezTo>
                <a:lnTo>
                  <a:pt x="3381627" y="3102446"/>
                </a:lnTo>
                <a:cubicBezTo>
                  <a:pt x="3381864" y="3102091"/>
                  <a:pt x="3382279" y="3101854"/>
                  <a:pt x="3382693" y="3101854"/>
                </a:cubicBezTo>
                <a:close/>
                <a:moveTo>
                  <a:pt x="3315058" y="3101854"/>
                </a:moveTo>
                <a:lnTo>
                  <a:pt x="3332530" y="3101854"/>
                </a:lnTo>
                <a:cubicBezTo>
                  <a:pt x="3332945" y="3101854"/>
                  <a:pt x="3333359" y="3102091"/>
                  <a:pt x="3333596" y="3102446"/>
                </a:cubicBezTo>
                <a:lnTo>
                  <a:pt x="3342303" y="3117549"/>
                </a:lnTo>
                <a:cubicBezTo>
                  <a:pt x="3342539" y="3117963"/>
                  <a:pt x="3342539" y="3118437"/>
                  <a:pt x="3342303" y="3118793"/>
                </a:cubicBezTo>
                <a:lnTo>
                  <a:pt x="3333596" y="3133895"/>
                </a:lnTo>
                <a:cubicBezTo>
                  <a:pt x="3333359" y="3134250"/>
                  <a:pt x="3332945" y="3134487"/>
                  <a:pt x="3332530" y="3134487"/>
                </a:cubicBezTo>
                <a:lnTo>
                  <a:pt x="3315058" y="3134487"/>
                </a:lnTo>
                <a:cubicBezTo>
                  <a:pt x="3314644" y="3134487"/>
                  <a:pt x="3314229" y="3134250"/>
                  <a:pt x="3313993" y="3133895"/>
                </a:cubicBezTo>
                <a:lnTo>
                  <a:pt x="3305287" y="3118793"/>
                </a:lnTo>
                <a:cubicBezTo>
                  <a:pt x="3305050" y="3118378"/>
                  <a:pt x="3305050" y="3117904"/>
                  <a:pt x="3305287" y="3117549"/>
                </a:cubicBezTo>
                <a:lnTo>
                  <a:pt x="3313993" y="3102446"/>
                </a:lnTo>
                <a:cubicBezTo>
                  <a:pt x="3314229" y="3102091"/>
                  <a:pt x="3314644" y="3101854"/>
                  <a:pt x="3315058" y="3101854"/>
                </a:cubicBezTo>
                <a:close/>
                <a:moveTo>
                  <a:pt x="3179729" y="3101618"/>
                </a:moveTo>
                <a:lnTo>
                  <a:pt x="3197378" y="3101618"/>
                </a:lnTo>
                <a:cubicBezTo>
                  <a:pt x="3197793" y="3101618"/>
                  <a:pt x="3198207" y="3101914"/>
                  <a:pt x="3198444" y="3102269"/>
                </a:cubicBezTo>
                <a:lnTo>
                  <a:pt x="3207269" y="3117550"/>
                </a:lnTo>
                <a:cubicBezTo>
                  <a:pt x="3207506" y="3117905"/>
                  <a:pt x="3207506" y="3118438"/>
                  <a:pt x="3207269" y="3118793"/>
                </a:cubicBezTo>
                <a:lnTo>
                  <a:pt x="3198444" y="3134073"/>
                </a:lnTo>
                <a:cubicBezTo>
                  <a:pt x="3198207" y="3134488"/>
                  <a:pt x="3197793" y="3134725"/>
                  <a:pt x="3197378" y="3134725"/>
                </a:cubicBezTo>
                <a:lnTo>
                  <a:pt x="3179729" y="3134725"/>
                </a:lnTo>
                <a:cubicBezTo>
                  <a:pt x="3179315" y="3134725"/>
                  <a:pt x="3178900" y="3134429"/>
                  <a:pt x="3178664" y="3134073"/>
                </a:cubicBezTo>
                <a:lnTo>
                  <a:pt x="3169838" y="3118793"/>
                </a:lnTo>
                <a:cubicBezTo>
                  <a:pt x="3169602" y="3118438"/>
                  <a:pt x="3169602" y="3117905"/>
                  <a:pt x="3169838" y="3117550"/>
                </a:cubicBezTo>
                <a:lnTo>
                  <a:pt x="3178664" y="3102269"/>
                </a:lnTo>
                <a:cubicBezTo>
                  <a:pt x="3178900" y="3101855"/>
                  <a:pt x="3179315" y="3101618"/>
                  <a:pt x="3179729" y="3101618"/>
                </a:cubicBezTo>
                <a:close/>
                <a:moveTo>
                  <a:pt x="4329347" y="3101440"/>
                </a:moveTo>
                <a:lnTo>
                  <a:pt x="4347233" y="3101440"/>
                </a:lnTo>
                <a:cubicBezTo>
                  <a:pt x="4347648" y="3101440"/>
                  <a:pt x="4348062" y="3101677"/>
                  <a:pt x="4348299" y="3102092"/>
                </a:cubicBezTo>
                <a:lnTo>
                  <a:pt x="4357242" y="3117609"/>
                </a:lnTo>
                <a:cubicBezTo>
                  <a:pt x="4357478" y="3117964"/>
                  <a:pt x="4357478" y="3118438"/>
                  <a:pt x="4357242" y="3118852"/>
                </a:cubicBezTo>
                <a:lnTo>
                  <a:pt x="4348299" y="3134370"/>
                </a:lnTo>
                <a:cubicBezTo>
                  <a:pt x="4348121" y="3134784"/>
                  <a:pt x="4347706" y="3135021"/>
                  <a:pt x="4347233" y="3135021"/>
                </a:cubicBezTo>
                <a:lnTo>
                  <a:pt x="4329347" y="3135021"/>
                </a:lnTo>
                <a:cubicBezTo>
                  <a:pt x="4328932" y="3135021"/>
                  <a:pt x="4328517" y="3134784"/>
                  <a:pt x="4328281" y="3134370"/>
                </a:cubicBezTo>
                <a:lnTo>
                  <a:pt x="4319338" y="3118852"/>
                </a:lnTo>
                <a:cubicBezTo>
                  <a:pt x="4319101" y="3118497"/>
                  <a:pt x="4319101" y="3118023"/>
                  <a:pt x="4319338" y="3117609"/>
                </a:cubicBezTo>
                <a:lnTo>
                  <a:pt x="4328281" y="3102092"/>
                </a:lnTo>
                <a:cubicBezTo>
                  <a:pt x="4328458" y="3101677"/>
                  <a:pt x="4328873" y="3101440"/>
                  <a:pt x="4329347" y="3101440"/>
                </a:cubicBezTo>
                <a:close/>
                <a:moveTo>
                  <a:pt x="3247246" y="3101440"/>
                </a:moveTo>
                <a:lnTo>
                  <a:pt x="3265132" y="3101440"/>
                </a:lnTo>
                <a:cubicBezTo>
                  <a:pt x="3265546" y="3101440"/>
                  <a:pt x="3265961" y="3101677"/>
                  <a:pt x="3266197" y="3102092"/>
                </a:cubicBezTo>
                <a:lnTo>
                  <a:pt x="3275141" y="3117609"/>
                </a:lnTo>
                <a:cubicBezTo>
                  <a:pt x="3275378" y="3117964"/>
                  <a:pt x="3275378" y="3118438"/>
                  <a:pt x="3275141" y="3118852"/>
                </a:cubicBezTo>
                <a:lnTo>
                  <a:pt x="3266197" y="3134370"/>
                </a:lnTo>
                <a:cubicBezTo>
                  <a:pt x="3266020" y="3134784"/>
                  <a:pt x="3265605" y="3135021"/>
                  <a:pt x="3265132" y="3135021"/>
                </a:cubicBezTo>
                <a:lnTo>
                  <a:pt x="3247246" y="3135021"/>
                </a:lnTo>
                <a:cubicBezTo>
                  <a:pt x="3246831" y="3135021"/>
                  <a:pt x="3246416" y="3134784"/>
                  <a:pt x="3246179" y="3134370"/>
                </a:cubicBezTo>
                <a:lnTo>
                  <a:pt x="3237236" y="3118852"/>
                </a:lnTo>
                <a:cubicBezTo>
                  <a:pt x="3237000" y="3118497"/>
                  <a:pt x="3237000" y="3118023"/>
                  <a:pt x="3237236" y="3117609"/>
                </a:cubicBezTo>
                <a:lnTo>
                  <a:pt x="3246179" y="3102092"/>
                </a:lnTo>
                <a:cubicBezTo>
                  <a:pt x="3246357" y="3101677"/>
                  <a:pt x="3246772" y="3101440"/>
                  <a:pt x="3247246" y="3101440"/>
                </a:cubicBezTo>
                <a:close/>
                <a:moveTo>
                  <a:pt x="4531898" y="3100788"/>
                </a:moveTo>
                <a:lnTo>
                  <a:pt x="4550435" y="3100788"/>
                </a:lnTo>
                <a:cubicBezTo>
                  <a:pt x="4550909" y="3100788"/>
                  <a:pt x="4551323" y="3101025"/>
                  <a:pt x="4551560" y="3101439"/>
                </a:cubicBezTo>
                <a:lnTo>
                  <a:pt x="4560799" y="3117490"/>
                </a:lnTo>
                <a:cubicBezTo>
                  <a:pt x="4561036" y="3117904"/>
                  <a:pt x="4561036" y="3118378"/>
                  <a:pt x="4560799" y="3118793"/>
                </a:cubicBezTo>
                <a:lnTo>
                  <a:pt x="4551501" y="3134842"/>
                </a:lnTo>
                <a:cubicBezTo>
                  <a:pt x="4551264" y="3135257"/>
                  <a:pt x="4550849" y="3135494"/>
                  <a:pt x="4550376" y="3135494"/>
                </a:cubicBezTo>
                <a:lnTo>
                  <a:pt x="4531838" y="3135494"/>
                </a:lnTo>
                <a:cubicBezTo>
                  <a:pt x="4531364" y="3135494"/>
                  <a:pt x="4530950" y="3135257"/>
                  <a:pt x="4530713" y="3134842"/>
                </a:cubicBezTo>
                <a:lnTo>
                  <a:pt x="4521474" y="3118793"/>
                </a:lnTo>
                <a:cubicBezTo>
                  <a:pt x="4521237" y="3118378"/>
                  <a:pt x="4521237" y="3117904"/>
                  <a:pt x="4521474" y="3117490"/>
                </a:cubicBezTo>
                <a:lnTo>
                  <a:pt x="4530772" y="3101439"/>
                </a:lnTo>
                <a:cubicBezTo>
                  <a:pt x="4531009" y="3101025"/>
                  <a:pt x="4531423" y="3100788"/>
                  <a:pt x="4531898" y="3100788"/>
                </a:cubicBezTo>
                <a:close/>
                <a:moveTo>
                  <a:pt x="4464084" y="3100492"/>
                </a:moveTo>
                <a:lnTo>
                  <a:pt x="4482977" y="3100492"/>
                </a:lnTo>
                <a:cubicBezTo>
                  <a:pt x="4483391" y="3100492"/>
                  <a:pt x="4483865" y="3100729"/>
                  <a:pt x="4484102" y="3101143"/>
                </a:cubicBezTo>
                <a:lnTo>
                  <a:pt x="4493518" y="3117490"/>
                </a:lnTo>
                <a:cubicBezTo>
                  <a:pt x="4493755" y="3117904"/>
                  <a:pt x="4493755" y="3118437"/>
                  <a:pt x="4493518" y="3118852"/>
                </a:cubicBezTo>
                <a:lnTo>
                  <a:pt x="4484102" y="3135198"/>
                </a:lnTo>
                <a:cubicBezTo>
                  <a:pt x="4483865" y="3135612"/>
                  <a:pt x="4483450" y="3135850"/>
                  <a:pt x="4482977" y="3135850"/>
                </a:cubicBezTo>
                <a:lnTo>
                  <a:pt x="4464084" y="3135850"/>
                </a:lnTo>
                <a:cubicBezTo>
                  <a:pt x="4463669" y="3135850"/>
                  <a:pt x="4463195" y="3135612"/>
                  <a:pt x="4462959" y="3135198"/>
                </a:cubicBezTo>
                <a:lnTo>
                  <a:pt x="4453541" y="3118852"/>
                </a:lnTo>
                <a:cubicBezTo>
                  <a:pt x="4453305" y="3118437"/>
                  <a:pt x="4453305" y="3117904"/>
                  <a:pt x="4453541" y="3117490"/>
                </a:cubicBezTo>
                <a:lnTo>
                  <a:pt x="4462959" y="3101143"/>
                </a:lnTo>
                <a:cubicBezTo>
                  <a:pt x="4463195" y="3100729"/>
                  <a:pt x="4463610" y="3100492"/>
                  <a:pt x="4464084" y="3100492"/>
                </a:cubicBezTo>
                <a:close/>
                <a:moveTo>
                  <a:pt x="3043807" y="3100492"/>
                </a:moveTo>
                <a:lnTo>
                  <a:pt x="3062700" y="3100492"/>
                </a:lnTo>
                <a:cubicBezTo>
                  <a:pt x="3063115" y="3100492"/>
                  <a:pt x="3063589" y="3100729"/>
                  <a:pt x="3063826" y="3101143"/>
                </a:cubicBezTo>
                <a:lnTo>
                  <a:pt x="3073243" y="3117490"/>
                </a:lnTo>
                <a:cubicBezTo>
                  <a:pt x="3073479" y="3117904"/>
                  <a:pt x="3073479" y="3118437"/>
                  <a:pt x="3073243" y="3118852"/>
                </a:cubicBezTo>
                <a:lnTo>
                  <a:pt x="3063826" y="3135198"/>
                </a:lnTo>
                <a:cubicBezTo>
                  <a:pt x="3063589" y="3135612"/>
                  <a:pt x="3063174" y="3135850"/>
                  <a:pt x="3062700" y="3135850"/>
                </a:cubicBezTo>
                <a:lnTo>
                  <a:pt x="3043807" y="3135850"/>
                </a:lnTo>
                <a:cubicBezTo>
                  <a:pt x="3043393" y="3135850"/>
                  <a:pt x="3042919" y="3135612"/>
                  <a:pt x="3042682" y="3135198"/>
                </a:cubicBezTo>
                <a:lnTo>
                  <a:pt x="3033266" y="3118852"/>
                </a:lnTo>
                <a:cubicBezTo>
                  <a:pt x="3033029" y="3118437"/>
                  <a:pt x="3033029" y="3117904"/>
                  <a:pt x="3033266" y="3117490"/>
                </a:cubicBezTo>
                <a:lnTo>
                  <a:pt x="3042682" y="3101143"/>
                </a:lnTo>
                <a:cubicBezTo>
                  <a:pt x="3042919" y="3100729"/>
                  <a:pt x="3043334" y="3100492"/>
                  <a:pt x="3043807" y="3100492"/>
                </a:cubicBezTo>
                <a:close/>
                <a:moveTo>
                  <a:pt x="2164611" y="3100492"/>
                </a:moveTo>
                <a:lnTo>
                  <a:pt x="2183504" y="3100492"/>
                </a:lnTo>
                <a:cubicBezTo>
                  <a:pt x="2183918" y="3100492"/>
                  <a:pt x="2184392" y="3100729"/>
                  <a:pt x="2184629" y="3101143"/>
                </a:cubicBezTo>
                <a:lnTo>
                  <a:pt x="2194046" y="3117490"/>
                </a:lnTo>
                <a:cubicBezTo>
                  <a:pt x="2194282" y="3117904"/>
                  <a:pt x="2194282" y="3118437"/>
                  <a:pt x="2194046" y="3118852"/>
                </a:cubicBezTo>
                <a:lnTo>
                  <a:pt x="2184629" y="3135198"/>
                </a:lnTo>
                <a:cubicBezTo>
                  <a:pt x="2184392" y="3135612"/>
                  <a:pt x="2183977" y="3135850"/>
                  <a:pt x="2183504" y="3135850"/>
                </a:cubicBezTo>
                <a:lnTo>
                  <a:pt x="2164611" y="3135850"/>
                </a:lnTo>
                <a:cubicBezTo>
                  <a:pt x="2164196" y="3135850"/>
                  <a:pt x="2163722" y="3135612"/>
                  <a:pt x="2163486" y="3135198"/>
                </a:cubicBezTo>
                <a:lnTo>
                  <a:pt x="2154069" y="3118852"/>
                </a:lnTo>
                <a:cubicBezTo>
                  <a:pt x="2153832" y="3118437"/>
                  <a:pt x="2153832" y="3117904"/>
                  <a:pt x="2154069" y="3117490"/>
                </a:cubicBezTo>
                <a:lnTo>
                  <a:pt x="2163486" y="3101143"/>
                </a:lnTo>
                <a:cubicBezTo>
                  <a:pt x="2163722" y="3100729"/>
                  <a:pt x="2164137" y="3100492"/>
                  <a:pt x="2164611" y="3100492"/>
                </a:cubicBezTo>
                <a:close/>
                <a:moveTo>
                  <a:pt x="3111383" y="3100374"/>
                </a:moveTo>
                <a:lnTo>
                  <a:pt x="3130395" y="3100374"/>
                </a:lnTo>
                <a:cubicBezTo>
                  <a:pt x="3130868" y="3100374"/>
                  <a:pt x="3131342" y="3100611"/>
                  <a:pt x="3131579" y="3101026"/>
                </a:cubicBezTo>
                <a:lnTo>
                  <a:pt x="3141055" y="3117490"/>
                </a:lnTo>
                <a:cubicBezTo>
                  <a:pt x="3141292" y="3117905"/>
                  <a:pt x="3141292" y="3118438"/>
                  <a:pt x="3141055" y="3118852"/>
                </a:cubicBezTo>
                <a:lnTo>
                  <a:pt x="3131579" y="3135317"/>
                </a:lnTo>
                <a:cubicBezTo>
                  <a:pt x="3131283" y="3135732"/>
                  <a:pt x="3130868" y="3135968"/>
                  <a:pt x="3130395" y="3135968"/>
                </a:cubicBezTo>
                <a:lnTo>
                  <a:pt x="3111383" y="3135968"/>
                </a:lnTo>
                <a:cubicBezTo>
                  <a:pt x="3110909" y="3135968"/>
                  <a:pt x="3110435" y="3135732"/>
                  <a:pt x="3110199" y="3135317"/>
                </a:cubicBezTo>
                <a:lnTo>
                  <a:pt x="3100723" y="3118852"/>
                </a:lnTo>
                <a:cubicBezTo>
                  <a:pt x="3100486" y="3118438"/>
                  <a:pt x="3100486" y="3117905"/>
                  <a:pt x="3100723" y="3117490"/>
                </a:cubicBezTo>
                <a:lnTo>
                  <a:pt x="3110199" y="3101026"/>
                </a:lnTo>
                <a:cubicBezTo>
                  <a:pt x="3110495" y="3100611"/>
                  <a:pt x="3110909" y="3100374"/>
                  <a:pt x="3111383" y="3100374"/>
                </a:cubicBezTo>
                <a:close/>
                <a:moveTo>
                  <a:pt x="2976113" y="3100374"/>
                </a:moveTo>
                <a:lnTo>
                  <a:pt x="2995124" y="3100374"/>
                </a:lnTo>
                <a:cubicBezTo>
                  <a:pt x="2995598" y="3100374"/>
                  <a:pt x="2996072" y="3100611"/>
                  <a:pt x="2996309" y="3101026"/>
                </a:cubicBezTo>
                <a:lnTo>
                  <a:pt x="3005785" y="3117490"/>
                </a:lnTo>
                <a:cubicBezTo>
                  <a:pt x="3006022" y="3117905"/>
                  <a:pt x="3006022" y="3118438"/>
                  <a:pt x="3005785" y="3118852"/>
                </a:cubicBezTo>
                <a:lnTo>
                  <a:pt x="2996309" y="3135317"/>
                </a:lnTo>
                <a:cubicBezTo>
                  <a:pt x="2996013" y="3135732"/>
                  <a:pt x="2995598" y="3135968"/>
                  <a:pt x="2995124" y="3135968"/>
                </a:cubicBezTo>
                <a:lnTo>
                  <a:pt x="2976113" y="3135968"/>
                </a:lnTo>
                <a:cubicBezTo>
                  <a:pt x="2975639" y="3135968"/>
                  <a:pt x="2975166" y="3135732"/>
                  <a:pt x="2974929" y="3135317"/>
                </a:cubicBezTo>
                <a:lnTo>
                  <a:pt x="2965453" y="3118852"/>
                </a:lnTo>
                <a:cubicBezTo>
                  <a:pt x="2965216" y="3118438"/>
                  <a:pt x="2965216" y="3117905"/>
                  <a:pt x="2965453" y="3117490"/>
                </a:cubicBezTo>
                <a:lnTo>
                  <a:pt x="2974929" y="3101026"/>
                </a:lnTo>
                <a:cubicBezTo>
                  <a:pt x="2975225" y="3100611"/>
                  <a:pt x="2975639" y="3100374"/>
                  <a:pt x="2976113" y="3100374"/>
                </a:cubicBezTo>
                <a:close/>
                <a:moveTo>
                  <a:pt x="2907827" y="3099012"/>
                </a:moveTo>
                <a:lnTo>
                  <a:pt x="2928259" y="3099012"/>
                </a:lnTo>
                <a:cubicBezTo>
                  <a:pt x="2928792" y="3099012"/>
                  <a:pt x="2929266" y="3099308"/>
                  <a:pt x="2929503" y="3099723"/>
                </a:cubicBezTo>
                <a:lnTo>
                  <a:pt x="2939690" y="3117431"/>
                </a:lnTo>
                <a:cubicBezTo>
                  <a:pt x="2939926" y="3117846"/>
                  <a:pt x="2939926" y="3118438"/>
                  <a:pt x="2939690" y="3118852"/>
                </a:cubicBezTo>
                <a:lnTo>
                  <a:pt x="2929443" y="3136561"/>
                </a:lnTo>
                <a:cubicBezTo>
                  <a:pt x="2929207" y="3136975"/>
                  <a:pt x="2928733" y="3137272"/>
                  <a:pt x="2928200" y="3137272"/>
                </a:cubicBezTo>
                <a:lnTo>
                  <a:pt x="2907767" y="3137272"/>
                </a:lnTo>
                <a:cubicBezTo>
                  <a:pt x="2907234" y="3137272"/>
                  <a:pt x="2906761" y="3136975"/>
                  <a:pt x="2906523" y="3136561"/>
                </a:cubicBezTo>
                <a:lnTo>
                  <a:pt x="2896337" y="3118852"/>
                </a:lnTo>
                <a:cubicBezTo>
                  <a:pt x="2896100" y="3118438"/>
                  <a:pt x="2896100" y="3117846"/>
                  <a:pt x="2896337" y="3117431"/>
                </a:cubicBezTo>
                <a:lnTo>
                  <a:pt x="2906583" y="3099723"/>
                </a:lnTo>
                <a:cubicBezTo>
                  <a:pt x="2906820" y="3099308"/>
                  <a:pt x="2907293" y="3099012"/>
                  <a:pt x="2907827" y="3099012"/>
                </a:cubicBezTo>
                <a:close/>
                <a:moveTo>
                  <a:pt x="4598466" y="3098834"/>
                </a:moveTo>
                <a:lnTo>
                  <a:pt x="4619135" y="3098834"/>
                </a:lnTo>
                <a:cubicBezTo>
                  <a:pt x="4619609" y="3098834"/>
                  <a:pt x="4620141" y="3099071"/>
                  <a:pt x="4620379" y="3099545"/>
                </a:cubicBezTo>
                <a:lnTo>
                  <a:pt x="4630684" y="3117430"/>
                </a:lnTo>
                <a:cubicBezTo>
                  <a:pt x="4630921" y="3117904"/>
                  <a:pt x="4630921" y="3118437"/>
                  <a:pt x="4630684" y="3118911"/>
                </a:cubicBezTo>
                <a:lnTo>
                  <a:pt x="4620379" y="3136797"/>
                </a:lnTo>
                <a:cubicBezTo>
                  <a:pt x="4620141" y="3137212"/>
                  <a:pt x="4619668" y="3137508"/>
                  <a:pt x="4619135" y="3137508"/>
                </a:cubicBezTo>
                <a:lnTo>
                  <a:pt x="4598466" y="3137508"/>
                </a:lnTo>
                <a:cubicBezTo>
                  <a:pt x="4597991" y="3137508"/>
                  <a:pt x="4597459" y="3137271"/>
                  <a:pt x="4597221" y="3136797"/>
                </a:cubicBezTo>
                <a:lnTo>
                  <a:pt x="4586916" y="3118911"/>
                </a:lnTo>
                <a:cubicBezTo>
                  <a:pt x="4586680" y="3118437"/>
                  <a:pt x="4586680" y="3117904"/>
                  <a:pt x="4586916" y="3117430"/>
                </a:cubicBezTo>
                <a:lnTo>
                  <a:pt x="4597221" y="3099545"/>
                </a:lnTo>
                <a:cubicBezTo>
                  <a:pt x="4597459" y="3099130"/>
                  <a:pt x="4597932" y="3098834"/>
                  <a:pt x="4598466" y="3098834"/>
                </a:cubicBezTo>
                <a:close/>
                <a:moveTo>
                  <a:pt x="5004217" y="3098716"/>
                </a:moveTo>
                <a:lnTo>
                  <a:pt x="5024946" y="3098716"/>
                </a:lnTo>
                <a:cubicBezTo>
                  <a:pt x="5025420" y="3098716"/>
                  <a:pt x="5025893" y="3098953"/>
                  <a:pt x="5026190" y="3099427"/>
                </a:cubicBezTo>
                <a:lnTo>
                  <a:pt x="5036554" y="3117431"/>
                </a:lnTo>
                <a:cubicBezTo>
                  <a:pt x="5036850" y="3117905"/>
                  <a:pt x="5036850" y="3118438"/>
                  <a:pt x="5036554" y="3118912"/>
                </a:cubicBezTo>
                <a:lnTo>
                  <a:pt x="5026190" y="3136916"/>
                </a:lnTo>
                <a:cubicBezTo>
                  <a:pt x="5025953" y="3137331"/>
                  <a:pt x="5025479" y="3137627"/>
                  <a:pt x="5024946" y="3137627"/>
                </a:cubicBezTo>
                <a:lnTo>
                  <a:pt x="5004217" y="3137627"/>
                </a:lnTo>
                <a:cubicBezTo>
                  <a:pt x="5003743" y="3137627"/>
                  <a:pt x="5003210" y="3137390"/>
                  <a:pt x="5002973" y="3136916"/>
                </a:cubicBezTo>
                <a:lnTo>
                  <a:pt x="4992609" y="3118912"/>
                </a:lnTo>
                <a:cubicBezTo>
                  <a:pt x="4992313" y="3118438"/>
                  <a:pt x="4992313" y="3117905"/>
                  <a:pt x="4992609" y="3117431"/>
                </a:cubicBezTo>
                <a:lnTo>
                  <a:pt x="5002973" y="3099427"/>
                </a:lnTo>
                <a:cubicBezTo>
                  <a:pt x="5003210" y="3099012"/>
                  <a:pt x="5003684" y="3098716"/>
                  <a:pt x="5004217" y="3098716"/>
                </a:cubicBezTo>
                <a:close/>
                <a:moveTo>
                  <a:pt x="4665805" y="3098301"/>
                </a:moveTo>
                <a:lnTo>
                  <a:pt x="4687007" y="3098301"/>
                </a:lnTo>
                <a:cubicBezTo>
                  <a:pt x="4687540" y="3098301"/>
                  <a:pt x="4688014" y="3098597"/>
                  <a:pt x="4688310" y="3099071"/>
                </a:cubicBezTo>
                <a:lnTo>
                  <a:pt x="4698911" y="3117431"/>
                </a:lnTo>
                <a:cubicBezTo>
                  <a:pt x="4699208" y="3117845"/>
                  <a:pt x="4699208" y="3118438"/>
                  <a:pt x="4698911" y="3118911"/>
                </a:cubicBezTo>
                <a:lnTo>
                  <a:pt x="4688310" y="3137271"/>
                </a:lnTo>
                <a:cubicBezTo>
                  <a:pt x="4688014" y="3137745"/>
                  <a:pt x="4687540" y="3138041"/>
                  <a:pt x="4687007" y="3138041"/>
                </a:cubicBezTo>
                <a:lnTo>
                  <a:pt x="4665805" y="3138041"/>
                </a:lnTo>
                <a:cubicBezTo>
                  <a:pt x="4665271" y="3138041"/>
                  <a:pt x="4664798" y="3137745"/>
                  <a:pt x="4664502" y="3137271"/>
                </a:cubicBezTo>
                <a:lnTo>
                  <a:pt x="4653900" y="3118911"/>
                </a:lnTo>
                <a:cubicBezTo>
                  <a:pt x="4653604" y="3118497"/>
                  <a:pt x="4653604" y="3117904"/>
                  <a:pt x="4653900" y="3117431"/>
                </a:cubicBezTo>
                <a:lnTo>
                  <a:pt x="4664502" y="3099071"/>
                </a:lnTo>
                <a:cubicBezTo>
                  <a:pt x="4664798" y="3098597"/>
                  <a:pt x="4665271" y="3098301"/>
                  <a:pt x="4665805" y="3098301"/>
                </a:cubicBezTo>
                <a:close/>
                <a:moveTo>
                  <a:pt x="2772141" y="3098301"/>
                </a:moveTo>
                <a:lnTo>
                  <a:pt x="2793344" y="3098301"/>
                </a:lnTo>
                <a:cubicBezTo>
                  <a:pt x="2793877" y="3098301"/>
                  <a:pt x="2794351" y="3098597"/>
                  <a:pt x="2794647" y="3099071"/>
                </a:cubicBezTo>
                <a:lnTo>
                  <a:pt x="2805248" y="3117431"/>
                </a:lnTo>
                <a:cubicBezTo>
                  <a:pt x="2805544" y="3117845"/>
                  <a:pt x="2805544" y="3118438"/>
                  <a:pt x="2805248" y="3118911"/>
                </a:cubicBezTo>
                <a:lnTo>
                  <a:pt x="2794647" y="3137271"/>
                </a:lnTo>
                <a:cubicBezTo>
                  <a:pt x="2794351" y="3137745"/>
                  <a:pt x="2793877" y="3138041"/>
                  <a:pt x="2793344" y="3138041"/>
                </a:cubicBezTo>
                <a:lnTo>
                  <a:pt x="2772141" y="3138041"/>
                </a:lnTo>
                <a:cubicBezTo>
                  <a:pt x="2771608" y="3138041"/>
                  <a:pt x="2771135" y="3137745"/>
                  <a:pt x="2770838" y="3137271"/>
                </a:cubicBezTo>
                <a:lnTo>
                  <a:pt x="2760237" y="3118911"/>
                </a:lnTo>
                <a:cubicBezTo>
                  <a:pt x="2759941" y="3118497"/>
                  <a:pt x="2759941" y="3117904"/>
                  <a:pt x="2760237" y="3117431"/>
                </a:cubicBezTo>
                <a:lnTo>
                  <a:pt x="2770838" y="3099071"/>
                </a:lnTo>
                <a:cubicBezTo>
                  <a:pt x="2771135" y="3098597"/>
                  <a:pt x="2771608" y="3098301"/>
                  <a:pt x="2772141" y="3098301"/>
                </a:cubicBezTo>
                <a:close/>
                <a:moveTo>
                  <a:pt x="4935990" y="3097709"/>
                </a:moveTo>
                <a:lnTo>
                  <a:pt x="4957844" y="3097709"/>
                </a:lnTo>
                <a:cubicBezTo>
                  <a:pt x="4958436" y="3097709"/>
                  <a:pt x="4958910" y="3098005"/>
                  <a:pt x="4959206" y="3098479"/>
                </a:cubicBezTo>
                <a:lnTo>
                  <a:pt x="4970104" y="3117431"/>
                </a:lnTo>
                <a:cubicBezTo>
                  <a:pt x="4970399" y="3117905"/>
                  <a:pt x="4970399" y="3118497"/>
                  <a:pt x="4970104" y="3118971"/>
                </a:cubicBezTo>
                <a:lnTo>
                  <a:pt x="4959147" y="3137923"/>
                </a:lnTo>
                <a:cubicBezTo>
                  <a:pt x="4958851" y="3138397"/>
                  <a:pt x="4958318" y="3138693"/>
                  <a:pt x="4957784" y="3138693"/>
                </a:cubicBezTo>
                <a:lnTo>
                  <a:pt x="4935931" y="3138693"/>
                </a:lnTo>
                <a:cubicBezTo>
                  <a:pt x="4935339" y="3138693"/>
                  <a:pt x="4934864" y="3138397"/>
                  <a:pt x="4934569" y="3137923"/>
                </a:cubicBezTo>
                <a:lnTo>
                  <a:pt x="4923671" y="3118971"/>
                </a:lnTo>
                <a:cubicBezTo>
                  <a:pt x="4923375" y="3118497"/>
                  <a:pt x="4923375" y="3117905"/>
                  <a:pt x="4923671" y="3117431"/>
                </a:cubicBezTo>
                <a:lnTo>
                  <a:pt x="4934628" y="3098479"/>
                </a:lnTo>
                <a:cubicBezTo>
                  <a:pt x="4934924" y="3098005"/>
                  <a:pt x="4935457" y="3097709"/>
                  <a:pt x="4935990" y="3097709"/>
                </a:cubicBezTo>
                <a:close/>
                <a:moveTo>
                  <a:pt x="2704151" y="3097590"/>
                </a:moveTo>
                <a:lnTo>
                  <a:pt x="2726124" y="3097590"/>
                </a:lnTo>
                <a:cubicBezTo>
                  <a:pt x="2726716" y="3097590"/>
                  <a:pt x="2727190" y="3097886"/>
                  <a:pt x="2727486" y="3098360"/>
                </a:cubicBezTo>
                <a:lnTo>
                  <a:pt x="2738442" y="3117371"/>
                </a:lnTo>
                <a:cubicBezTo>
                  <a:pt x="2738739" y="3117845"/>
                  <a:pt x="2738739" y="3118437"/>
                  <a:pt x="2738442" y="3118911"/>
                </a:cubicBezTo>
                <a:lnTo>
                  <a:pt x="2727427" y="3137922"/>
                </a:lnTo>
                <a:cubicBezTo>
                  <a:pt x="2727131" y="3138396"/>
                  <a:pt x="2726597" y="3138692"/>
                  <a:pt x="2726065" y="3138692"/>
                </a:cubicBezTo>
                <a:lnTo>
                  <a:pt x="2704092" y="3138692"/>
                </a:lnTo>
                <a:cubicBezTo>
                  <a:pt x="2703500" y="3138692"/>
                  <a:pt x="2703026" y="3138396"/>
                  <a:pt x="2702730" y="3137922"/>
                </a:cubicBezTo>
                <a:lnTo>
                  <a:pt x="2691773" y="3118911"/>
                </a:lnTo>
                <a:cubicBezTo>
                  <a:pt x="2691477" y="3118437"/>
                  <a:pt x="2691477" y="3117845"/>
                  <a:pt x="2691773" y="3117371"/>
                </a:cubicBezTo>
                <a:lnTo>
                  <a:pt x="2702789" y="3098360"/>
                </a:lnTo>
                <a:cubicBezTo>
                  <a:pt x="2703085" y="3097886"/>
                  <a:pt x="2703618" y="3097590"/>
                  <a:pt x="2704151" y="3097590"/>
                </a:cubicBezTo>
                <a:close/>
                <a:moveTo>
                  <a:pt x="4800602" y="3097472"/>
                </a:moveTo>
                <a:lnTo>
                  <a:pt x="4822692" y="3097472"/>
                </a:lnTo>
                <a:cubicBezTo>
                  <a:pt x="4823285" y="3097472"/>
                  <a:pt x="4823758" y="3097768"/>
                  <a:pt x="4824055" y="3098242"/>
                </a:cubicBezTo>
                <a:lnTo>
                  <a:pt x="4835070" y="3117372"/>
                </a:lnTo>
                <a:cubicBezTo>
                  <a:pt x="4835367" y="3117845"/>
                  <a:pt x="4835367" y="3118438"/>
                  <a:pt x="4835070" y="3118911"/>
                </a:cubicBezTo>
                <a:lnTo>
                  <a:pt x="4823995" y="3138041"/>
                </a:lnTo>
                <a:cubicBezTo>
                  <a:pt x="4823699" y="3138515"/>
                  <a:pt x="4823166" y="3138811"/>
                  <a:pt x="4822633" y="3138811"/>
                </a:cubicBezTo>
                <a:lnTo>
                  <a:pt x="4800542" y="3138811"/>
                </a:lnTo>
                <a:cubicBezTo>
                  <a:pt x="4799950" y="3138811"/>
                  <a:pt x="4799476" y="3138515"/>
                  <a:pt x="4799180" y="3138041"/>
                </a:cubicBezTo>
                <a:lnTo>
                  <a:pt x="4788164" y="3118911"/>
                </a:lnTo>
                <a:cubicBezTo>
                  <a:pt x="4787868" y="3118438"/>
                  <a:pt x="4787868" y="3117845"/>
                  <a:pt x="4788164" y="3117372"/>
                </a:cubicBezTo>
                <a:lnTo>
                  <a:pt x="4799240" y="3098242"/>
                </a:lnTo>
                <a:cubicBezTo>
                  <a:pt x="4799535" y="3097768"/>
                  <a:pt x="4800068" y="3097472"/>
                  <a:pt x="4800602" y="3097472"/>
                </a:cubicBezTo>
                <a:close/>
                <a:moveTo>
                  <a:pt x="4733025" y="3097472"/>
                </a:moveTo>
                <a:lnTo>
                  <a:pt x="4755116" y="3097472"/>
                </a:lnTo>
                <a:cubicBezTo>
                  <a:pt x="4755708" y="3097472"/>
                  <a:pt x="4756183" y="3097768"/>
                  <a:pt x="4756478" y="3098242"/>
                </a:cubicBezTo>
                <a:lnTo>
                  <a:pt x="4767494" y="3117372"/>
                </a:lnTo>
                <a:cubicBezTo>
                  <a:pt x="4767791" y="3117845"/>
                  <a:pt x="4767791" y="3118438"/>
                  <a:pt x="4767494" y="3118911"/>
                </a:cubicBezTo>
                <a:lnTo>
                  <a:pt x="4756419" y="3138041"/>
                </a:lnTo>
                <a:cubicBezTo>
                  <a:pt x="4756123" y="3138515"/>
                  <a:pt x="4755590" y="3138811"/>
                  <a:pt x="4755057" y="3138811"/>
                </a:cubicBezTo>
                <a:lnTo>
                  <a:pt x="4732966" y="3138811"/>
                </a:lnTo>
                <a:cubicBezTo>
                  <a:pt x="4732374" y="3138811"/>
                  <a:pt x="4731900" y="3138515"/>
                  <a:pt x="4731604" y="3138041"/>
                </a:cubicBezTo>
                <a:lnTo>
                  <a:pt x="4720588" y="3118911"/>
                </a:lnTo>
                <a:cubicBezTo>
                  <a:pt x="4720292" y="3118438"/>
                  <a:pt x="4720292" y="3117845"/>
                  <a:pt x="4720588" y="3117372"/>
                </a:cubicBezTo>
                <a:lnTo>
                  <a:pt x="4731663" y="3098242"/>
                </a:lnTo>
                <a:cubicBezTo>
                  <a:pt x="4731959" y="3097768"/>
                  <a:pt x="4732493" y="3097472"/>
                  <a:pt x="4733025" y="3097472"/>
                </a:cubicBezTo>
                <a:close/>
                <a:moveTo>
                  <a:pt x="2636397" y="3097412"/>
                </a:moveTo>
                <a:lnTo>
                  <a:pt x="2658607" y="3097412"/>
                </a:lnTo>
                <a:cubicBezTo>
                  <a:pt x="2659140" y="3097412"/>
                  <a:pt x="2659673" y="3097708"/>
                  <a:pt x="2659969" y="3098182"/>
                </a:cubicBezTo>
                <a:lnTo>
                  <a:pt x="2671044" y="3117430"/>
                </a:lnTo>
                <a:cubicBezTo>
                  <a:pt x="2671340" y="3117904"/>
                  <a:pt x="2671340" y="3118496"/>
                  <a:pt x="2671044" y="3118970"/>
                </a:cubicBezTo>
                <a:lnTo>
                  <a:pt x="2659969" y="3138218"/>
                </a:lnTo>
                <a:cubicBezTo>
                  <a:pt x="2659673" y="3138692"/>
                  <a:pt x="2659140" y="3138988"/>
                  <a:pt x="2658607" y="3138988"/>
                </a:cubicBezTo>
                <a:lnTo>
                  <a:pt x="2636397" y="3138988"/>
                </a:lnTo>
                <a:cubicBezTo>
                  <a:pt x="2635865" y="3138988"/>
                  <a:pt x="2635331" y="3138692"/>
                  <a:pt x="2635035" y="3138218"/>
                </a:cubicBezTo>
                <a:lnTo>
                  <a:pt x="2623960" y="3118970"/>
                </a:lnTo>
                <a:cubicBezTo>
                  <a:pt x="2623664" y="3118496"/>
                  <a:pt x="2623664" y="3117904"/>
                  <a:pt x="2623960" y="3117430"/>
                </a:cubicBezTo>
                <a:lnTo>
                  <a:pt x="2635035" y="3098182"/>
                </a:lnTo>
                <a:cubicBezTo>
                  <a:pt x="2635331" y="3097708"/>
                  <a:pt x="2635865" y="3097412"/>
                  <a:pt x="2636397" y="3097412"/>
                </a:cubicBezTo>
                <a:close/>
                <a:moveTo>
                  <a:pt x="2230587" y="3097412"/>
                </a:moveTo>
                <a:lnTo>
                  <a:pt x="2252797" y="3097412"/>
                </a:lnTo>
                <a:cubicBezTo>
                  <a:pt x="2253330" y="3097412"/>
                  <a:pt x="2253863" y="3097708"/>
                  <a:pt x="2254159" y="3098182"/>
                </a:cubicBezTo>
                <a:lnTo>
                  <a:pt x="2265234" y="3117430"/>
                </a:lnTo>
                <a:cubicBezTo>
                  <a:pt x="2265530" y="3117904"/>
                  <a:pt x="2265530" y="3118496"/>
                  <a:pt x="2265234" y="3118970"/>
                </a:cubicBezTo>
                <a:lnTo>
                  <a:pt x="2254159" y="3138218"/>
                </a:lnTo>
                <a:cubicBezTo>
                  <a:pt x="2253863" y="3138692"/>
                  <a:pt x="2253330" y="3138988"/>
                  <a:pt x="2252797" y="3138988"/>
                </a:cubicBezTo>
                <a:lnTo>
                  <a:pt x="2230587" y="3138988"/>
                </a:lnTo>
                <a:cubicBezTo>
                  <a:pt x="2230054" y="3138988"/>
                  <a:pt x="2229521" y="3138692"/>
                  <a:pt x="2229225" y="3138218"/>
                </a:cubicBezTo>
                <a:lnTo>
                  <a:pt x="2218150" y="3118970"/>
                </a:lnTo>
                <a:cubicBezTo>
                  <a:pt x="2217854" y="3118496"/>
                  <a:pt x="2217854" y="3117904"/>
                  <a:pt x="2218150" y="3117430"/>
                </a:cubicBezTo>
                <a:lnTo>
                  <a:pt x="2229225" y="3098182"/>
                </a:lnTo>
                <a:cubicBezTo>
                  <a:pt x="2229521" y="3097708"/>
                  <a:pt x="2230054" y="3097412"/>
                  <a:pt x="2230587" y="3097412"/>
                </a:cubicBezTo>
                <a:close/>
                <a:moveTo>
                  <a:pt x="2839185" y="3097176"/>
                </a:moveTo>
                <a:lnTo>
                  <a:pt x="2861572" y="3097176"/>
                </a:lnTo>
                <a:cubicBezTo>
                  <a:pt x="2862105" y="3097176"/>
                  <a:pt x="2862638" y="3097472"/>
                  <a:pt x="2862934" y="3097946"/>
                </a:cubicBezTo>
                <a:lnTo>
                  <a:pt x="2874128" y="3117372"/>
                </a:lnTo>
                <a:cubicBezTo>
                  <a:pt x="2874424" y="3117846"/>
                  <a:pt x="2874424" y="3118497"/>
                  <a:pt x="2874128" y="3118971"/>
                </a:cubicBezTo>
                <a:lnTo>
                  <a:pt x="2862934" y="3138397"/>
                </a:lnTo>
                <a:cubicBezTo>
                  <a:pt x="2862638" y="3138870"/>
                  <a:pt x="2862105" y="3139167"/>
                  <a:pt x="2861572" y="3139167"/>
                </a:cubicBezTo>
                <a:lnTo>
                  <a:pt x="2839185" y="3139167"/>
                </a:lnTo>
                <a:cubicBezTo>
                  <a:pt x="2838652" y="3139167"/>
                  <a:pt x="2838119" y="3138870"/>
                  <a:pt x="2837823" y="3138397"/>
                </a:cubicBezTo>
                <a:lnTo>
                  <a:pt x="2826629" y="3118971"/>
                </a:lnTo>
                <a:cubicBezTo>
                  <a:pt x="2826333" y="3118497"/>
                  <a:pt x="2826333" y="3117846"/>
                  <a:pt x="2826629" y="3117372"/>
                </a:cubicBezTo>
                <a:lnTo>
                  <a:pt x="2837823" y="3097946"/>
                </a:lnTo>
                <a:cubicBezTo>
                  <a:pt x="2838119" y="3097472"/>
                  <a:pt x="2838652" y="3097176"/>
                  <a:pt x="2839185" y="3097176"/>
                </a:cubicBezTo>
                <a:close/>
                <a:moveTo>
                  <a:pt x="2433434" y="3097176"/>
                </a:moveTo>
                <a:lnTo>
                  <a:pt x="2455821" y="3097176"/>
                </a:lnTo>
                <a:cubicBezTo>
                  <a:pt x="2456354" y="3097176"/>
                  <a:pt x="2456887" y="3097472"/>
                  <a:pt x="2457183" y="3097946"/>
                </a:cubicBezTo>
                <a:lnTo>
                  <a:pt x="2468377" y="3117372"/>
                </a:lnTo>
                <a:cubicBezTo>
                  <a:pt x="2468673" y="3117846"/>
                  <a:pt x="2468673" y="3118497"/>
                  <a:pt x="2468377" y="3118971"/>
                </a:cubicBezTo>
                <a:lnTo>
                  <a:pt x="2457183" y="3138397"/>
                </a:lnTo>
                <a:cubicBezTo>
                  <a:pt x="2456887" y="3138870"/>
                  <a:pt x="2456354" y="3139167"/>
                  <a:pt x="2455821" y="3139167"/>
                </a:cubicBezTo>
                <a:lnTo>
                  <a:pt x="2433434" y="3139167"/>
                </a:lnTo>
                <a:cubicBezTo>
                  <a:pt x="2432901" y="3139167"/>
                  <a:pt x="2432368" y="3138870"/>
                  <a:pt x="2432072" y="3138397"/>
                </a:cubicBezTo>
                <a:lnTo>
                  <a:pt x="2420878" y="3118971"/>
                </a:lnTo>
                <a:cubicBezTo>
                  <a:pt x="2420582" y="3118497"/>
                  <a:pt x="2420582" y="3117846"/>
                  <a:pt x="2420878" y="3117372"/>
                </a:cubicBezTo>
                <a:lnTo>
                  <a:pt x="2432072" y="3097946"/>
                </a:lnTo>
                <a:cubicBezTo>
                  <a:pt x="2432368" y="3097472"/>
                  <a:pt x="2432901" y="3097176"/>
                  <a:pt x="2433434" y="3097176"/>
                </a:cubicBezTo>
                <a:close/>
                <a:moveTo>
                  <a:pt x="4868058" y="3097057"/>
                </a:moveTo>
                <a:lnTo>
                  <a:pt x="4890563" y="3097057"/>
                </a:lnTo>
                <a:cubicBezTo>
                  <a:pt x="4891096" y="3097057"/>
                  <a:pt x="4891630" y="3097353"/>
                  <a:pt x="4891925" y="3097827"/>
                </a:cubicBezTo>
                <a:lnTo>
                  <a:pt x="4903178" y="3117312"/>
                </a:lnTo>
                <a:cubicBezTo>
                  <a:pt x="4903475" y="3117786"/>
                  <a:pt x="4903475" y="3118438"/>
                  <a:pt x="4903178" y="3118911"/>
                </a:cubicBezTo>
                <a:lnTo>
                  <a:pt x="4891925" y="3138396"/>
                </a:lnTo>
                <a:cubicBezTo>
                  <a:pt x="4891630" y="3138870"/>
                  <a:pt x="4891096" y="3139166"/>
                  <a:pt x="4890563" y="3139166"/>
                </a:cubicBezTo>
                <a:lnTo>
                  <a:pt x="4868058" y="3139166"/>
                </a:lnTo>
                <a:cubicBezTo>
                  <a:pt x="4867525" y="3139166"/>
                  <a:pt x="4866992" y="3138870"/>
                  <a:pt x="4866695" y="3138396"/>
                </a:cubicBezTo>
                <a:lnTo>
                  <a:pt x="4855443" y="3118911"/>
                </a:lnTo>
                <a:cubicBezTo>
                  <a:pt x="4855147" y="3118438"/>
                  <a:pt x="4855147" y="3117786"/>
                  <a:pt x="4855443" y="3117312"/>
                </a:cubicBezTo>
                <a:lnTo>
                  <a:pt x="4866695" y="3097827"/>
                </a:lnTo>
                <a:cubicBezTo>
                  <a:pt x="4866992" y="3097353"/>
                  <a:pt x="4867525" y="3097057"/>
                  <a:pt x="4868058" y="3097057"/>
                </a:cubicBezTo>
                <a:close/>
                <a:moveTo>
                  <a:pt x="2568644" y="3097057"/>
                </a:moveTo>
                <a:lnTo>
                  <a:pt x="2591149" y="3097057"/>
                </a:lnTo>
                <a:cubicBezTo>
                  <a:pt x="2591683" y="3097057"/>
                  <a:pt x="2592215" y="3097353"/>
                  <a:pt x="2592512" y="3097827"/>
                </a:cubicBezTo>
                <a:lnTo>
                  <a:pt x="2603764" y="3117312"/>
                </a:lnTo>
                <a:cubicBezTo>
                  <a:pt x="2604061" y="3117786"/>
                  <a:pt x="2604061" y="3118438"/>
                  <a:pt x="2603764" y="3118911"/>
                </a:cubicBezTo>
                <a:lnTo>
                  <a:pt x="2592512" y="3138396"/>
                </a:lnTo>
                <a:cubicBezTo>
                  <a:pt x="2592215" y="3138870"/>
                  <a:pt x="2591683" y="3139166"/>
                  <a:pt x="2591149" y="3139166"/>
                </a:cubicBezTo>
                <a:lnTo>
                  <a:pt x="2568644" y="3139166"/>
                </a:lnTo>
                <a:cubicBezTo>
                  <a:pt x="2568111" y="3139166"/>
                  <a:pt x="2567578" y="3138870"/>
                  <a:pt x="2567282" y="3138396"/>
                </a:cubicBezTo>
                <a:lnTo>
                  <a:pt x="2556029" y="3118911"/>
                </a:lnTo>
                <a:cubicBezTo>
                  <a:pt x="2555733" y="3118438"/>
                  <a:pt x="2555733" y="3117786"/>
                  <a:pt x="2556029" y="3117312"/>
                </a:cubicBezTo>
                <a:lnTo>
                  <a:pt x="2567282" y="3097827"/>
                </a:lnTo>
                <a:cubicBezTo>
                  <a:pt x="2567578" y="3097353"/>
                  <a:pt x="2568111" y="3097057"/>
                  <a:pt x="2568644" y="3097057"/>
                </a:cubicBezTo>
                <a:close/>
                <a:moveTo>
                  <a:pt x="2365680" y="3096998"/>
                </a:moveTo>
                <a:lnTo>
                  <a:pt x="2388304" y="3096998"/>
                </a:lnTo>
                <a:cubicBezTo>
                  <a:pt x="2388837" y="3096998"/>
                  <a:pt x="2389370" y="3097354"/>
                  <a:pt x="2389667" y="3097827"/>
                </a:cubicBezTo>
                <a:lnTo>
                  <a:pt x="2400978" y="3117431"/>
                </a:lnTo>
                <a:cubicBezTo>
                  <a:pt x="2401275" y="3117905"/>
                  <a:pt x="2401275" y="3118556"/>
                  <a:pt x="2400978" y="3119030"/>
                </a:cubicBezTo>
                <a:lnTo>
                  <a:pt x="2389667" y="3138633"/>
                </a:lnTo>
                <a:cubicBezTo>
                  <a:pt x="2389370" y="3139167"/>
                  <a:pt x="2388897" y="3139463"/>
                  <a:pt x="2388304" y="3139463"/>
                </a:cubicBezTo>
                <a:lnTo>
                  <a:pt x="2365680" y="3139463"/>
                </a:lnTo>
                <a:cubicBezTo>
                  <a:pt x="2365147" y="3139463"/>
                  <a:pt x="2364614" y="3139107"/>
                  <a:pt x="2364318" y="3138633"/>
                </a:cubicBezTo>
                <a:lnTo>
                  <a:pt x="2353006" y="3119030"/>
                </a:lnTo>
                <a:cubicBezTo>
                  <a:pt x="2352710" y="3118556"/>
                  <a:pt x="2352710" y="3117905"/>
                  <a:pt x="2353006" y="3117431"/>
                </a:cubicBezTo>
                <a:lnTo>
                  <a:pt x="2364318" y="3097827"/>
                </a:lnTo>
                <a:cubicBezTo>
                  <a:pt x="2364614" y="3097294"/>
                  <a:pt x="2365088" y="3096998"/>
                  <a:pt x="2365680" y="3096998"/>
                </a:cubicBezTo>
                <a:close/>
                <a:moveTo>
                  <a:pt x="2297808" y="3096465"/>
                </a:moveTo>
                <a:lnTo>
                  <a:pt x="2320964" y="3096465"/>
                </a:lnTo>
                <a:cubicBezTo>
                  <a:pt x="2321557" y="3096465"/>
                  <a:pt x="2322090" y="3096820"/>
                  <a:pt x="2322386" y="3097294"/>
                </a:cubicBezTo>
                <a:lnTo>
                  <a:pt x="2333994" y="3117371"/>
                </a:lnTo>
                <a:cubicBezTo>
                  <a:pt x="2334290" y="3117904"/>
                  <a:pt x="2334290" y="3118556"/>
                  <a:pt x="2333994" y="3119030"/>
                </a:cubicBezTo>
                <a:lnTo>
                  <a:pt x="2322386" y="3139107"/>
                </a:lnTo>
                <a:cubicBezTo>
                  <a:pt x="2322090" y="3139640"/>
                  <a:pt x="2321557" y="3139936"/>
                  <a:pt x="2320964" y="3139936"/>
                </a:cubicBezTo>
                <a:lnTo>
                  <a:pt x="2297808" y="3139936"/>
                </a:lnTo>
                <a:cubicBezTo>
                  <a:pt x="2297215" y="3139936"/>
                  <a:pt x="2296682" y="3139581"/>
                  <a:pt x="2296386" y="3139107"/>
                </a:cubicBezTo>
                <a:lnTo>
                  <a:pt x="2284778" y="3119030"/>
                </a:lnTo>
                <a:cubicBezTo>
                  <a:pt x="2284482" y="3118497"/>
                  <a:pt x="2284482" y="3117845"/>
                  <a:pt x="2284778" y="3117371"/>
                </a:cubicBezTo>
                <a:lnTo>
                  <a:pt x="2296386" y="3097294"/>
                </a:lnTo>
                <a:cubicBezTo>
                  <a:pt x="2296682" y="3096761"/>
                  <a:pt x="2297215" y="3096465"/>
                  <a:pt x="2297808" y="3096465"/>
                </a:cubicBezTo>
                <a:close/>
                <a:moveTo>
                  <a:pt x="2500535" y="3096228"/>
                </a:moveTo>
                <a:lnTo>
                  <a:pt x="2523929" y="3096228"/>
                </a:lnTo>
                <a:cubicBezTo>
                  <a:pt x="2524521" y="3096228"/>
                  <a:pt x="2525054" y="3096524"/>
                  <a:pt x="2525350" y="3097057"/>
                </a:cubicBezTo>
                <a:lnTo>
                  <a:pt x="2537018" y="3117312"/>
                </a:lnTo>
                <a:cubicBezTo>
                  <a:pt x="2537314" y="3117845"/>
                  <a:pt x="2537314" y="3118437"/>
                  <a:pt x="2537018" y="3118970"/>
                </a:cubicBezTo>
                <a:lnTo>
                  <a:pt x="2525291" y="3139225"/>
                </a:lnTo>
                <a:cubicBezTo>
                  <a:pt x="2524995" y="3139758"/>
                  <a:pt x="2524462" y="3140054"/>
                  <a:pt x="2523870" y="3140054"/>
                </a:cubicBezTo>
                <a:lnTo>
                  <a:pt x="2500476" y="3140054"/>
                </a:lnTo>
                <a:cubicBezTo>
                  <a:pt x="2499884" y="3140054"/>
                  <a:pt x="2499351" y="3139758"/>
                  <a:pt x="2499054" y="3139225"/>
                </a:cubicBezTo>
                <a:lnTo>
                  <a:pt x="2487387" y="3118970"/>
                </a:lnTo>
                <a:cubicBezTo>
                  <a:pt x="2487091" y="3118437"/>
                  <a:pt x="2487091" y="3117845"/>
                  <a:pt x="2487387" y="3117312"/>
                </a:cubicBezTo>
                <a:lnTo>
                  <a:pt x="2499114" y="3097057"/>
                </a:lnTo>
                <a:cubicBezTo>
                  <a:pt x="2499410" y="3096524"/>
                  <a:pt x="2499943" y="3096228"/>
                  <a:pt x="2500535" y="3096228"/>
                </a:cubicBezTo>
                <a:close/>
                <a:moveTo>
                  <a:pt x="4263133" y="3045591"/>
                </a:moveTo>
                <a:lnTo>
                  <a:pt x="4278058" y="3045591"/>
                </a:lnTo>
                <a:cubicBezTo>
                  <a:pt x="4278413" y="3045591"/>
                  <a:pt x="4278769" y="3045828"/>
                  <a:pt x="4278946" y="3046124"/>
                </a:cubicBezTo>
                <a:lnTo>
                  <a:pt x="4286408" y="3059035"/>
                </a:lnTo>
                <a:cubicBezTo>
                  <a:pt x="4286586" y="3059391"/>
                  <a:pt x="4286586" y="3059805"/>
                  <a:pt x="4286408" y="3060101"/>
                </a:cubicBezTo>
                <a:lnTo>
                  <a:pt x="4278946" y="3073012"/>
                </a:lnTo>
                <a:cubicBezTo>
                  <a:pt x="4278769" y="3073368"/>
                  <a:pt x="4278413" y="3073545"/>
                  <a:pt x="4278058" y="3073545"/>
                </a:cubicBezTo>
                <a:lnTo>
                  <a:pt x="4263133" y="3073545"/>
                </a:lnTo>
                <a:cubicBezTo>
                  <a:pt x="4262778" y="3073545"/>
                  <a:pt x="4262423" y="3073308"/>
                  <a:pt x="4262245" y="3073012"/>
                </a:cubicBezTo>
                <a:lnTo>
                  <a:pt x="4254782" y="3060101"/>
                </a:lnTo>
                <a:cubicBezTo>
                  <a:pt x="4254605" y="3059746"/>
                  <a:pt x="4254605" y="3059331"/>
                  <a:pt x="4254782" y="3059035"/>
                </a:cubicBezTo>
                <a:lnTo>
                  <a:pt x="4262245" y="3046124"/>
                </a:lnTo>
                <a:cubicBezTo>
                  <a:pt x="4262423" y="3045769"/>
                  <a:pt x="4262778" y="3045591"/>
                  <a:pt x="4263133" y="3045591"/>
                </a:cubicBezTo>
                <a:close/>
                <a:moveTo>
                  <a:pt x="4127923" y="3045591"/>
                </a:moveTo>
                <a:lnTo>
                  <a:pt x="4142847" y="3045591"/>
                </a:lnTo>
                <a:cubicBezTo>
                  <a:pt x="4143203" y="3045591"/>
                  <a:pt x="4143558" y="3045828"/>
                  <a:pt x="4143736" y="3046124"/>
                </a:cubicBezTo>
                <a:lnTo>
                  <a:pt x="4151198" y="3059035"/>
                </a:lnTo>
                <a:cubicBezTo>
                  <a:pt x="4151376" y="3059391"/>
                  <a:pt x="4151376" y="3059805"/>
                  <a:pt x="4151198" y="3060101"/>
                </a:cubicBezTo>
                <a:lnTo>
                  <a:pt x="4143736" y="3073012"/>
                </a:lnTo>
                <a:cubicBezTo>
                  <a:pt x="4143558" y="3073368"/>
                  <a:pt x="4143203" y="3073545"/>
                  <a:pt x="4142847" y="3073545"/>
                </a:cubicBezTo>
                <a:lnTo>
                  <a:pt x="4127923" y="3073545"/>
                </a:lnTo>
                <a:cubicBezTo>
                  <a:pt x="4127568" y="3073545"/>
                  <a:pt x="4127212" y="3073308"/>
                  <a:pt x="4127035" y="3073012"/>
                </a:cubicBezTo>
                <a:lnTo>
                  <a:pt x="4119572" y="3060101"/>
                </a:lnTo>
                <a:cubicBezTo>
                  <a:pt x="4119395" y="3059746"/>
                  <a:pt x="4119395" y="3059331"/>
                  <a:pt x="4119572" y="3059035"/>
                </a:cubicBezTo>
                <a:lnTo>
                  <a:pt x="4127035" y="3046124"/>
                </a:lnTo>
                <a:cubicBezTo>
                  <a:pt x="4127212" y="3045769"/>
                  <a:pt x="4127568" y="3045591"/>
                  <a:pt x="4127923" y="3045591"/>
                </a:cubicBezTo>
                <a:close/>
                <a:moveTo>
                  <a:pt x="3789687" y="3045413"/>
                </a:moveTo>
                <a:lnTo>
                  <a:pt x="3804790" y="3045413"/>
                </a:lnTo>
                <a:cubicBezTo>
                  <a:pt x="3805204" y="3045413"/>
                  <a:pt x="3805560" y="3045590"/>
                  <a:pt x="3805738" y="3045946"/>
                </a:cubicBezTo>
                <a:lnTo>
                  <a:pt x="3813318" y="3059035"/>
                </a:lnTo>
                <a:cubicBezTo>
                  <a:pt x="3813496" y="3059331"/>
                  <a:pt x="3813496" y="3059745"/>
                  <a:pt x="3813318" y="3060101"/>
                </a:cubicBezTo>
                <a:lnTo>
                  <a:pt x="3805738" y="3073190"/>
                </a:lnTo>
                <a:cubicBezTo>
                  <a:pt x="3805501" y="3073545"/>
                  <a:pt x="3805145" y="3073722"/>
                  <a:pt x="3804790" y="3073722"/>
                </a:cubicBezTo>
                <a:lnTo>
                  <a:pt x="3789687" y="3073722"/>
                </a:lnTo>
                <a:cubicBezTo>
                  <a:pt x="3789273" y="3073722"/>
                  <a:pt x="3788917" y="3073545"/>
                  <a:pt x="3788740" y="3073190"/>
                </a:cubicBezTo>
                <a:lnTo>
                  <a:pt x="3781159" y="3060101"/>
                </a:lnTo>
                <a:cubicBezTo>
                  <a:pt x="3780982" y="3059805"/>
                  <a:pt x="3780982" y="3059390"/>
                  <a:pt x="3781159" y="3059035"/>
                </a:cubicBezTo>
                <a:lnTo>
                  <a:pt x="3788740" y="3045946"/>
                </a:lnTo>
                <a:cubicBezTo>
                  <a:pt x="3788977" y="3045590"/>
                  <a:pt x="3789332" y="3045413"/>
                  <a:pt x="3789687" y="3045413"/>
                </a:cubicBezTo>
                <a:close/>
                <a:moveTo>
                  <a:pt x="3992534" y="3045294"/>
                </a:moveTo>
                <a:lnTo>
                  <a:pt x="4007755" y="3045294"/>
                </a:lnTo>
                <a:cubicBezTo>
                  <a:pt x="4008169" y="3045294"/>
                  <a:pt x="4008525" y="3045472"/>
                  <a:pt x="4008702" y="3045827"/>
                </a:cubicBezTo>
                <a:lnTo>
                  <a:pt x="4016342" y="3059034"/>
                </a:lnTo>
                <a:cubicBezTo>
                  <a:pt x="4016520" y="3059330"/>
                  <a:pt x="4016520" y="3059745"/>
                  <a:pt x="4016342" y="3060100"/>
                </a:cubicBezTo>
                <a:lnTo>
                  <a:pt x="4008702" y="3073307"/>
                </a:lnTo>
                <a:cubicBezTo>
                  <a:pt x="4008466" y="3073604"/>
                  <a:pt x="4008110" y="3073841"/>
                  <a:pt x="4007755" y="3073841"/>
                </a:cubicBezTo>
                <a:lnTo>
                  <a:pt x="3992534" y="3073841"/>
                </a:lnTo>
                <a:cubicBezTo>
                  <a:pt x="3992119" y="3073841"/>
                  <a:pt x="3991764" y="3073663"/>
                  <a:pt x="3991586" y="3073307"/>
                </a:cubicBezTo>
                <a:lnTo>
                  <a:pt x="3983946" y="3060100"/>
                </a:lnTo>
                <a:cubicBezTo>
                  <a:pt x="3983769" y="3059804"/>
                  <a:pt x="3983769" y="3059390"/>
                  <a:pt x="3983946" y="3059034"/>
                </a:cubicBezTo>
                <a:lnTo>
                  <a:pt x="3991586" y="3045827"/>
                </a:lnTo>
                <a:cubicBezTo>
                  <a:pt x="3991823" y="3045531"/>
                  <a:pt x="3992179" y="3045294"/>
                  <a:pt x="3992534" y="3045294"/>
                </a:cubicBezTo>
                <a:close/>
                <a:moveTo>
                  <a:pt x="3924899" y="3045294"/>
                </a:moveTo>
                <a:lnTo>
                  <a:pt x="3940120" y="3045294"/>
                </a:lnTo>
                <a:cubicBezTo>
                  <a:pt x="3940534" y="3045294"/>
                  <a:pt x="3940890" y="3045472"/>
                  <a:pt x="3941068" y="3045827"/>
                </a:cubicBezTo>
                <a:lnTo>
                  <a:pt x="3948707" y="3059034"/>
                </a:lnTo>
                <a:cubicBezTo>
                  <a:pt x="3948885" y="3059330"/>
                  <a:pt x="3948885" y="3059745"/>
                  <a:pt x="3948707" y="3060100"/>
                </a:cubicBezTo>
                <a:lnTo>
                  <a:pt x="3941068" y="3073307"/>
                </a:lnTo>
                <a:cubicBezTo>
                  <a:pt x="3940831" y="3073604"/>
                  <a:pt x="3940476" y="3073841"/>
                  <a:pt x="3940120" y="3073841"/>
                </a:cubicBezTo>
                <a:lnTo>
                  <a:pt x="3924899" y="3073841"/>
                </a:lnTo>
                <a:cubicBezTo>
                  <a:pt x="3924484" y="3073841"/>
                  <a:pt x="3924130" y="3073663"/>
                  <a:pt x="3923952" y="3073307"/>
                </a:cubicBezTo>
                <a:lnTo>
                  <a:pt x="3916311" y="3060100"/>
                </a:lnTo>
                <a:cubicBezTo>
                  <a:pt x="3916134" y="3059804"/>
                  <a:pt x="3916134" y="3059390"/>
                  <a:pt x="3916311" y="3059034"/>
                </a:cubicBezTo>
                <a:lnTo>
                  <a:pt x="3923952" y="3045827"/>
                </a:lnTo>
                <a:cubicBezTo>
                  <a:pt x="3924189" y="3045531"/>
                  <a:pt x="3924544" y="3045294"/>
                  <a:pt x="3924899" y="3045294"/>
                </a:cubicBezTo>
                <a:close/>
                <a:moveTo>
                  <a:pt x="3721935" y="3045176"/>
                </a:moveTo>
                <a:lnTo>
                  <a:pt x="3737274" y="3045176"/>
                </a:lnTo>
                <a:cubicBezTo>
                  <a:pt x="3737689" y="3045176"/>
                  <a:pt x="3738044" y="3045354"/>
                  <a:pt x="3738222" y="3045709"/>
                </a:cubicBezTo>
                <a:lnTo>
                  <a:pt x="3745862" y="3058976"/>
                </a:lnTo>
                <a:cubicBezTo>
                  <a:pt x="3746039" y="3059272"/>
                  <a:pt x="3746039" y="3059686"/>
                  <a:pt x="3745862" y="3060042"/>
                </a:cubicBezTo>
                <a:lnTo>
                  <a:pt x="3738163" y="3073308"/>
                </a:lnTo>
                <a:cubicBezTo>
                  <a:pt x="3737926" y="3073604"/>
                  <a:pt x="3737571" y="3073841"/>
                  <a:pt x="3737215" y="3073841"/>
                </a:cubicBezTo>
                <a:lnTo>
                  <a:pt x="3721876" y="3073841"/>
                </a:lnTo>
                <a:cubicBezTo>
                  <a:pt x="3721461" y="3073841"/>
                  <a:pt x="3721106" y="3073664"/>
                  <a:pt x="3720928" y="3073308"/>
                </a:cubicBezTo>
                <a:lnTo>
                  <a:pt x="3713288" y="3060042"/>
                </a:lnTo>
                <a:cubicBezTo>
                  <a:pt x="3713111" y="3059746"/>
                  <a:pt x="3713111" y="3059331"/>
                  <a:pt x="3713288" y="3058976"/>
                </a:cubicBezTo>
                <a:lnTo>
                  <a:pt x="3720987" y="3045709"/>
                </a:lnTo>
                <a:cubicBezTo>
                  <a:pt x="3721225" y="3045413"/>
                  <a:pt x="3721580" y="3045176"/>
                  <a:pt x="3721935" y="3045176"/>
                </a:cubicBezTo>
                <a:close/>
                <a:moveTo>
                  <a:pt x="4330473" y="3044998"/>
                </a:moveTo>
                <a:lnTo>
                  <a:pt x="4346049" y="3044998"/>
                </a:lnTo>
                <a:cubicBezTo>
                  <a:pt x="4346463" y="3044998"/>
                  <a:pt x="4346819" y="3045175"/>
                  <a:pt x="4346996" y="3045531"/>
                </a:cubicBezTo>
                <a:lnTo>
                  <a:pt x="4354755" y="3059034"/>
                </a:lnTo>
                <a:cubicBezTo>
                  <a:pt x="4354933" y="3059390"/>
                  <a:pt x="4354933" y="3059804"/>
                  <a:pt x="4354755" y="3060160"/>
                </a:cubicBezTo>
                <a:lnTo>
                  <a:pt x="4346937" y="3073663"/>
                </a:lnTo>
                <a:cubicBezTo>
                  <a:pt x="4346759" y="3073959"/>
                  <a:pt x="4346404" y="3074196"/>
                  <a:pt x="4345990" y="3074196"/>
                </a:cubicBezTo>
                <a:lnTo>
                  <a:pt x="4330413" y="3074196"/>
                </a:lnTo>
                <a:cubicBezTo>
                  <a:pt x="4329998" y="3074196"/>
                  <a:pt x="4329643" y="3074018"/>
                  <a:pt x="4329465" y="3073663"/>
                </a:cubicBezTo>
                <a:lnTo>
                  <a:pt x="4321707" y="3060160"/>
                </a:lnTo>
                <a:cubicBezTo>
                  <a:pt x="4321530" y="3059804"/>
                  <a:pt x="4321530" y="3059390"/>
                  <a:pt x="4321707" y="3059034"/>
                </a:cubicBezTo>
                <a:lnTo>
                  <a:pt x="4329525" y="3045531"/>
                </a:lnTo>
                <a:cubicBezTo>
                  <a:pt x="4329703" y="3045235"/>
                  <a:pt x="4330058" y="3044998"/>
                  <a:pt x="4330473" y="3044998"/>
                </a:cubicBezTo>
                <a:close/>
                <a:moveTo>
                  <a:pt x="3856849" y="3044584"/>
                </a:moveTo>
                <a:lnTo>
                  <a:pt x="3872840" y="3044584"/>
                </a:lnTo>
                <a:cubicBezTo>
                  <a:pt x="3873254" y="3044584"/>
                  <a:pt x="3873669" y="3044821"/>
                  <a:pt x="3873847" y="3045176"/>
                </a:cubicBezTo>
                <a:lnTo>
                  <a:pt x="3881842" y="3059035"/>
                </a:lnTo>
                <a:cubicBezTo>
                  <a:pt x="3882019" y="3059390"/>
                  <a:pt x="3882019" y="3059805"/>
                  <a:pt x="3881842" y="3060160"/>
                </a:cubicBezTo>
                <a:lnTo>
                  <a:pt x="3873847" y="3074019"/>
                </a:lnTo>
                <a:cubicBezTo>
                  <a:pt x="3873669" y="3074374"/>
                  <a:pt x="3873313" y="3074611"/>
                  <a:pt x="3872899" y="3074611"/>
                </a:cubicBezTo>
                <a:lnTo>
                  <a:pt x="3856908" y="3074611"/>
                </a:lnTo>
                <a:cubicBezTo>
                  <a:pt x="3856494" y="3074611"/>
                  <a:pt x="3856079" y="3074374"/>
                  <a:pt x="3855902" y="3074019"/>
                </a:cubicBezTo>
                <a:lnTo>
                  <a:pt x="3847906" y="3060160"/>
                </a:lnTo>
                <a:cubicBezTo>
                  <a:pt x="3847729" y="3059805"/>
                  <a:pt x="3847729" y="3059390"/>
                  <a:pt x="3847906" y="3059035"/>
                </a:cubicBezTo>
                <a:lnTo>
                  <a:pt x="3855902" y="3045176"/>
                </a:lnTo>
                <a:cubicBezTo>
                  <a:pt x="3856079" y="3044821"/>
                  <a:pt x="3856434" y="3044584"/>
                  <a:pt x="3856849" y="3044584"/>
                </a:cubicBezTo>
                <a:close/>
                <a:moveTo>
                  <a:pt x="4194906" y="3044347"/>
                </a:moveTo>
                <a:lnTo>
                  <a:pt x="4211133" y="3044347"/>
                </a:lnTo>
                <a:cubicBezTo>
                  <a:pt x="4211548" y="3044347"/>
                  <a:pt x="4211903" y="3044584"/>
                  <a:pt x="4212140" y="3044939"/>
                </a:cubicBezTo>
                <a:lnTo>
                  <a:pt x="4220254" y="3058975"/>
                </a:lnTo>
                <a:cubicBezTo>
                  <a:pt x="4220491" y="3059331"/>
                  <a:pt x="4220491" y="3059745"/>
                  <a:pt x="4220254" y="3060101"/>
                </a:cubicBezTo>
                <a:lnTo>
                  <a:pt x="4212140" y="3074137"/>
                </a:lnTo>
                <a:cubicBezTo>
                  <a:pt x="4211903" y="3074492"/>
                  <a:pt x="4211548" y="3074730"/>
                  <a:pt x="4211133" y="3074730"/>
                </a:cubicBezTo>
                <a:lnTo>
                  <a:pt x="4194906" y="3074730"/>
                </a:lnTo>
                <a:cubicBezTo>
                  <a:pt x="4194491" y="3074730"/>
                  <a:pt x="4194136" y="3074492"/>
                  <a:pt x="4193899" y="3074137"/>
                </a:cubicBezTo>
                <a:lnTo>
                  <a:pt x="4185785" y="3060101"/>
                </a:lnTo>
                <a:cubicBezTo>
                  <a:pt x="4185548" y="3059745"/>
                  <a:pt x="4185548" y="3059331"/>
                  <a:pt x="4185785" y="3058975"/>
                </a:cubicBezTo>
                <a:lnTo>
                  <a:pt x="4193899" y="3044939"/>
                </a:lnTo>
                <a:cubicBezTo>
                  <a:pt x="4194136" y="3044584"/>
                  <a:pt x="4194491" y="3044347"/>
                  <a:pt x="4194906" y="3044347"/>
                </a:cubicBezTo>
                <a:close/>
                <a:moveTo>
                  <a:pt x="4059637" y="3044347"/>
                </a:moveTo>
                <a:lnTo>
                  <a:pt x="4075864" y="3044347"/>
                </a:lnTo>
                <a:cubicBezTo>
                  <a:pt x="4076279" y="3044347"/>
                  <a:pt x="4076634" y="3044584"/>
                  <a:pt x="4076871" y="3044939"/>
                </a:cubicBezTo>
                <a:lnTo>
                  <a:pt x="4084985" y="3058975"/>
                </a:lnTo>
                <a:cubicBezTo>
                  <a:pt x="4085222" y="3059331"/>
                  <a:pt x="4085222" y="3059745"/>
                  <a:pt x="4084985" y="3060101"/>
                </a:cubicBezTo>
                <a:lnTo>
                  <a:pt x="4076871" y="3074137"/>
                </a:lnTo>
                <a:cubicBezTo>
                  <a:pt x="4076634" y="3074492"/>
                  <a:pt x="4076279" y="3074730"/>
                  <a:pt x="4075864" y="3074730"/>
                </a:cubicBezTo>
                <a:lnTo>
                  <a:pt x="4059637" y="3074730"/>
                </a:lnTo>
                <a:cubicBezTo>
                  <a:pt x="4059222" y="3074730"/>
                  <a:pt x="4058867" y="3074492"/>
                  <a:pt x="4058630" y="3074137"/>
                </a:cubicBezTo>
                <a:lnTo>
                  <a:pt x="4050516" y="3060101"/>
                </a:lnTo>
                <a:cubicBezTo>
                  <a:pt x="4050279" y="3059745"/>
                  <a:pt x="4050279" y="3059331"/>
                  <a:pt x="4050516" y="3058975"/>
                </a:cubicBezTo>
                <a:lnTo>
                  <a:pt x="4058630" y="3044939"/>
                </a:lnTo>
                <a:cubicBezTo>
                  <a:pt x="4058867" y="3044584"/>
                  <a:pt x="4059222" y="3044347"/>
                  <a:pt x="4059637" y="3044347"/>
                </a:cubicBezTo>
                <a:close/>
                <a:moveTo>
                  <a:pt x="3518437" y="3044169"/>
                </a:moveTo>
                <a:lnTo>
                  <a:pt x="3534901" y="3044169"/>
                </a:lnTo>
                <a:cubicBezTo>
                  <a:pt x="3535316" y="3044169"/>
                  <a:pt x="3535671" y="3044406"/>
                  <a:pt x="3535908" y="3044761"/>
                </a:cubicBezTo>
                <a:lnTo>
                  <a:pt x="3544141" y="3059035"/>
                </a:lnTo>
                <a:cubicBezTo>
                  <a:pt x="3544378" y="3059390"/>
                  <a:pt x="3544378" y="3059864"/>
                  <a:pt x="3544141" y="3060219"/>
                </a:cubicBezTo>
                <a:lnTo>
                  <a:pt x="3535908" y="3074492"/>
                </a:lnTo>
                <a:cubicBezTo>
                  <a:pt x="3535671" y="3074848"/>
                  <a:pt x="3535316" y="3075085"/>
                  <a:pt x="3534901" y="3075085"/>
                </a:cubicBezTo>
                <a:lnTo>
                  <a:pt x="3518437" y="3075085"/>
                </a:lnTo>
                <a:cubicBezTo>
                  <a:pt x="3518022" y="3075085"/>
                  <a:pt x="3517667" y="3074848"/>
                  <a:pt x="3517430" y="3074492"/>
                </a:cubicBezTo>
                <a:lnTo>
                  <a:pt x="3509198" y="3060219"/>
                </a:lnTo>
                <a:cubicBezTo>
                  <a:pt x="3508961" y="3059864"/>
                  <a:pt x="3508961" y="3059390"/>
                  <a:pt x="3509198" y="3059035"/>
                </a:cubicBezTo>
                <a:lnTo>
                  <a:pt x="3517430" y="3044761"/>
                </a:lnTo>
                <a:cubicBezTo>
                  <a:pt x="3517667" y="3044406"/>
                  <a:pt x="3518022" y="3044169"/>
                  <a:pt x="3518437" y="3044169"/>
                </a:cubicBezTo>
                <a:close/>
                <a:moveTo>
                  <a:pt x="3653648" y="3043932"/>
                </a:moveTo>
                <a:lnTo>
                  <a:pt x="3670290" y="3043932"/>
                </a:lnTo>
                <a:cubicBezTo>
                  <a:pt x="3670705" y="3043932"/>
                  <a:pt x="3671060" y="3044169"/>
                  <a:pt x="3671297" y="3044524"/>
                </a:cubicBezTo>
                <a:lnTo>
                  <a:pt x="3679648" y="3058975"/>
                </a:lnTo>
                <a:cubicBezTo>
                  <a:pt x="3679885" y="3059330"/>
                  <a:pt x="3679885" y="3059804"/>
                  <a:pt x="3679648" y="3060160"/>
                </a:cubicBezTo>
                <a:lnTo>
                  <a:pt x="3671297" y="3074611"/>
                </a:lnTo>
                <a:cubicBezTo>
                  <a:pt x="3671119" y="3074966"/>
                  <a:pt x="3670705" y="3075203"/>
                  <a:pt x="3670290" y="3075203"/>
                </a:cubicBezTo>
                <a:lnTo>
                  <a:pt x="3653648" y="3075203"/>
                </a:lnTo>
                <a:cubicBezTo>
                  <a:pt x="3653234" y="3075203"/>
                  <a:pt x="3652878" y="3074966"/>
                  <a:pt x="3652641" y="3074611"/>
                </a:cubicBezTo>
                <a:lnTo>
                  <a:pt x="3644291" y="3060160"/>
                </a:lnTo>
                <a:cubicBezTo>
                  <a:pt x="3644054" y="3059804"/>
                  <a:pt x="3644054" y="3059330"/>
                  <a:pt x="3644291" y="3058975"/>
                </a:cubicBezTo>
                <a:lnTo>
                  <a:pt x="3652641" y="3044524"/>
                </a:lnTo>
                <a:cubicBezTo>
                  <a:pt x="3652819" y="3044169"/>
                  <a:pt x="3653234" y="3043932"/>
                  <a:pt x="3653648" y="3043932"/>
                </a:cubicBezTo>
                <a:close/>
                <a:moveTo>
                  <a:pt x="3586013" y="3043932"/>
                </a:moveTo>
                <a:lnTo>
                  <a:pt x="3602656" y="3043932"/>
                </a:lnTo>
                <a:cubicBezTo>
                  <a:pt x="3603070" y="3043932"/>
                  <a:pt x="3603426" y="3044169"/>
                  <a:pt x="3603662" y="3044524"/>
                </a:cubicBezTo>
                <a:lnTo>
                  <a:pt x="3612013" y="3058975"/>
                </a:lnTo>
                <a:cubicBezTo>
                  <a:pt x="3612250" y="3059330"/>
                  <a:pt x="3612250" y="3059804"/>
                  <a:pt x="3612013" y="3060160"/>
                </a:cubicBezTo>
                <a:lnTo>
                  <a:pt x="3603662" y="3074611"/>
                </a:lnTo>
                <a:cubicBezTo>
                  <a:pt x="3603485" y="3074966"/>
                  <a:pt x="3603070" y="3075203"/>
                  <a:pt x="3602656" y="3075203"/>
                </a:cubicBezTo>
                <a:lnTo>
                  <a:pt x="3586013" y="3075203"/>
                </a:lnTo>
                <a:cubicBezTo>
                  <a:pt x="3585599" y="3075203"/>
                  <a:pt x="3585243" y="3074966"/>
                  <a:pt x="3585007" y="3074611"/>
                </a:cubicBezTo>
                <a:lnTo>
                  <a:pt x="3576656" y="3060160"/>
                </a:lnTo>
                <a:cubicBezTo>
                  <a:pt x="3576419" y="3059804"/>
                  <a:pt x="3576419" y="3059330"/>
                  <a:pt x="3576656" y="3058975"/>
                </a:cubicBezTo>
                <a:lnTo>
                  <a:pt x="3585007" y="3044524"/>
                </a:lnTo>
                <a:cubicBezTo>
                  <a:pt x="3585184" y="3044169"/>
                  <a:pt x="3585599" y="3043932"/>
                  <a:pt x="3586013" y="3043932"/>
                </a:cubicBezTo>
                <a:close/>
                <a:moveTo>
                  <a:pt x="3383107" y="3043932"/>
                </a:moveTo>
                <a:lnTo>
                  <a:pt x="3399750" y="3043932"/>
                </a:lnTo>
                <a:cubicBezTo>
                  <a:pt x="3400164" y="3043932"/>
                  <a:pt x="3400520" y="3044169"/>
                  <a:pt x="3400757" y="3044524"/>
                </a:cubicBezTo>
                <a:lnTo>
                  <a:pt x="3409107" y="3058975"/>
                </a:lnTo>
                <a:cubicBezTo>
                  <a:pt x="3409344" y="3059330"/>
                  <a:pt x="3409344" y="3059804"/>
                  <a:pt x="3409107" y="3060160"/>
                </a:cubicBezTo>
                <a:lnTo>
                  <a:pt x="3400757" y="3074611"/>
                </a:lnTo>
                <a:cubicBezTo>
                  <a:pt x="3400579" y="3074966"/>
                  <a:pt x="3400164" y="3075203"/>
                  <a:pt x="3399750" y="3075203"/>
                </a:cubicBezTo>
                <a:lnTo>
                  <a:pt x="3383107" y="3075203"/>
                </a:lnTo>
                <a:cubicBezTo>
                  <a:pt x="3382693" y="3075203"/>
                  <a:pt x="3382337" y="3074966"/>
                  <a:pt x="3382101" y="3074611"/>
                </a:cubicBezTo>
                <a:lnTo>
                  <a:pt x="3373750" y="3060160"/>
                </a:lnTo>
                <a:cubicBezTo>
                  <a:pt x="3373513" y="3059804"/>
                  <a:pt x="3373513" y="3059330"/>
                  <a:pt x="3373750" y="3058975"/>
                </a:cubicBezTo>
                <a:lnTo>
                  <a:pt x="3382101" y="3044524"/>
                </a:lnTo>
                <a:cubicBezTo>
                  <a:pt x="3382279" y="3044169"/>
                  <a:pt x="3382693" y="3043932"/>
                  <a:pt x="3383107" y="3043932"/>
                </a:cubicBezTo>
                <a:close/>
                <a:moveTo>
                  <a:pt x="3450625" y="3043755"/>
                </a:moveTo>
                <a:lnTo>
                  <a:pt x="3467504" y="3043755"/>
                </a:lnTo>
                <a:cubicBezTo>
                  <a:pt x="3467919" y="3043755"/>
                  <a:pt x="3468274" y="3043992"/>
                  <a:pt x="3468511" y="3044347"/>
                </a:cubicBezTo>
                <a:lnTo>
                  <a:pt x="3476921" y="3058976"/>
                </a:lnTo>
                <a:cubicBezTo>
                  <a:pt x="3477157" y="3059331"/>
                  <a:pt x="3477157" y="3059805"/>
                  <a:pt x="3476921" y="3060160"/>
                </a:cubicBezTo>
                <a:lnTo>
                  <a:pt x="3468452" y="3074789"/>
                </a:lnTo>
                <a:cubicBezTo>
                  <a:pt x="3468274" y="3075145"/>
                  <a:pt x="3467859" y="3075381"/>
                  <a:pt x="3467444" y="3075381"/>
                </a:cubicBezTo>
                <a:lnTo>
                  <a:pt x="3450565" y="3075381"/>
                </a:lnTo>
                <a:cubicBezTo>
                  <a:pt x="3450151" y="3075381"/>
                  <a:pt x="3449795" y="3075145"/>
                  <a:pt x="3449559" y="3074789"/>
                </a:cubicBezTo>
                <a:lnTo>
                  <a:pt x="3441149" y="3060160"/>
                </a:lnTo>
                <a:cubicBezTo>
                  <a:pt x="3440912" y="3059805"/>
                  <a:pt x="3440912" y="3059331"/>
                  <a:pt x="3441149" y="3058976"/>
                </a:cubicBezTo>
                <a:lnTo>
                  <a:pt x="3449618" y="3044347"/>
                </a:lnTo>
                <a:cubicBezTo>
                  <a:pt x="3449795" y="3043992"/>
                  <a:pt x="3450210" y="3043755"/>
                  <a:pt x="3450625" y="3043755"/>
                </a:cubicBezTo>
                <a:close/>
                <a:moveTo>
                  <a:pt x="4397160" y="3043222"/>
                </a:moveTo>
                <a:lnTo>
                  <a:pt x="4414631" y="3043222"/>
                </a:lnTo>
                <a:cubicBezTo>
                  <a:pt x="4415046" y="3043222"/>
                  <a:pt x="4415460" y="3043459"/>
                  <a:pt x="4415698" y="3043814"/>
                </a:cubicBezTo>
                <a:lnTo>
                  <a:pt x="4424404" y="3058916"/>
                </a:lnTo>
                <a:cubicBezTo>
                  <a:pt x="4424641" y="3059331"/>
                  <a:pt x="4424641" y="3059805"/>
                  <a:pt x="4424404" y="3060160"/>
                </a:cubicBezTo>
                <a:lnTo>
                  <a:pt x="4415698" y="3075263"/>
                </a:lnTo>
                <a:cubicBezTo>
                  <a:pt x="4415460" y="3075618"/>
                  <a:pt x="4415046" y="3075855"/>
                  <a:pt x="4414631" y="3075855"/>
                </a:cubicBezTo>
                <a:lnTo>
                  <a:pt x="4397160" y="3075855"/>
                </a:lnTo>
                <a:cubicBezTo>
                  <a:pt x="4396745" y="3075855"/>
                  <a:pt x="4396331" y="3075618"/>
                  <a:pt x="4396094" y="3075263"/>
                </a:cubicBezTo>
                <a:lnTo>
                  <a:pt x="4387388" y="3060160"/>
                </a:lnTo>
                <a:cubicBezTo>
                  <a:pt x="4387151" y="3059746"/>
                  <a:pt x="4387151" y="3059272"/>
                  <a:pt x="4387388" y="3058916"/>
                </a:cubicBezTo>
                <a:lnTo>
                  <a:pt x="4396094" y="3043814"/>
                </a:lnTo>
                <a:cubicBezTo>
                  <a:pt x="4396331" y="3043459"/>
                  <a:pt x="4396745" y="3043222"/>
                  <a:pt x="4397160" y="3043222"/>
                </a:cubicBezTo>
                <a:close/>
                <a:moveTo>
                  <a:pt x="3314999" y="3042985"/>
                </a:moveTo>
                <a:lnTo>
                  <a:pt x="3332649" y="3042985"/>
                </a:lnTo>
                <a:cubicBezTo>
                  <a:pt x="3333063" y="3042985"/>
                  <a:pt x="3333477" y="3043281"/>
                  <a:pt x="3333714" y="3043637"/>
                </a:cubicBezTo>
                <a:lnTo>
                  <a:pt x="3342539" y="3058917"/>
                </a:lnTo>
                <a:cubicBezTo>
                  <a:pt x="3342776" y="3059272"/>
                  <a:pt x="3342776" y="3059805"/>
                  <a:pt x="3342539" y="3060160"/>
                </a:cubicBezTo>
                <a:lnTo>
                  <a:pt x="3333714" y="3075441"/>
                </a:lnTo>
                <a:cubicBezTo>
                  <a:pt x="3333477" y="3075855"/>
                  <a:pt x="3333063" y="3076092"/>
                  <a:pt x="3332649" y="3076092"/>
                </a:cubicBezTo>
                <a:lnTo>
                  <a:pt x="3314999" y="3076092"/>
                </a:lnTo>
                <a:cubicBezTo>
                  <a:pt x="3314585" y="3076092"/>
                  <a:pt x="3314170" y="3075796"/>
                  <a:pt x="3313933" y="3075441"/>
                </a:cubicBezTo>
                <a:lnTo>
                  <a:pt x="3305109" y="3060160"/>
                </a:lnTo>
                <a:cubicBezTo>
                  <a:pt x="3304872" y="3059805"/>
                  <a:pt x="3304872" y="3059272"/>
                  <a:pt x="3305109" y="3058917"/>
                </a:cubicBezTo>
                <a:lnTo>
                  <a:pt x="3313933" y="3043637"/>
                </a:lnTo>
                <a:cubicBezTo>
                  <a:pt x="3314170" y="3043222"/>
                  <a:pt x="3314585" y="3042985"/>
                  <a:pt x="3314999" y="3042985"/>
                </a:cubicBezTo>
                <a:close/>
                <a:moveTo>
                  <a:pt x="3179669" y="3042926"/>
                </a:moveTo>
                <a:lnTo>
                  <a:pt x="3197437" y="3042926"/>
                </a:lnTo>
                <a:cubicBezTo>
                  <a:pt x="3197852" y="3042926"/>
                  <a:pt x="3198266" y="3043163"/>
                  <a:pt x="3198503" y="3043577"/>
                </a:cubicBezTo>
                <a:lnTo>
                  <a:pt x="3207387" y="3058976"/>
                </a:lnTo>
                <a:cubicBezTo>
                  <a:pt x="3207623" y="3059331"/>
                  <a:pt x="3207623" y="3059805"/>
                  <a:pt x="3207387" y="3060220"/>
                </a:cubicBezTo>
                <a:lnTo>
                  <a:pt x="3198503" y="3075618"/>
                </a:lnTo>
                <a:cubicBezTo>
                  <a:pt x="3198266" y="3076033"/>
                  <a:pt x="3197852" y="3076269"/>
                  <a:pt x="3197437" y="3076269"/>
                </a:cubicBezTo>
                <a:lnTo>
                  <a:pt x="3179669" y="3076269"/>
                </a:lnTo>
                <a:cubicBezTo>
                  <a:pt x="3179255" y="3076269"/>
                  <a:pt x="3178840" y="3076033"/>
                  <a:pt x="3178604" y="3075618"/>
                </a:cubicBezTo>
                <a:lnTo>
                  <a:pt x="3169720" y="3060220"/>
                </a:lnTo>
                <a:cubicBezTo>
                  <a:pt x="3169483" y="3059864"/>
                  <a:pt x="3169483" y="3059390"/>
                  <a:pt x="3169720" y="3058976"/>
                </a:cubicBezTo>
                <a:lnTo>
                  <a:pt x="3178604" y="3043577"/>
                </a:lnTo>
                <a:cubicBezTo>
                  <a:pt x="3178840" y="3043163"/>
                  <a:pt x="3179255" y="3042926"/>
                  <a:pt x="3179669" y="3042926"/>
                </a:cubicBezTo>
                <a:close/>
                <a:moveTo>
                  <a:pt x="2097390" y="3042570"/>
                </a:moveTo>
                <a:lnTo>
                  <a:pt x="2115513" y="3042570"/>
                </a:lnTo>
                <a:cubicBezTo>
                  <a:pt x="2115987" y="3042570"/>
                  <a:pt x="2116402" y="3042807"/>
                  <a:pt x="2116639" y="3043221"/>
                </a:cubicBezTo>
                <a:lnTo>
                  <a:pt x="2125700" y="3058916"/>
                </a:lnTo>
                <a:cubicBezTo>
                  <a:pt x="2125937" y="3059330"/>
                  <a:pt x="2125937" y="3059804"/>
                  <a:pt x="2125700" y="3060219"/>
                </a:cubicBezTo>
                <a:lnTo>
                  <a:pt x="2116639" y="3075913"/>
                </a:lnTo>
                <a:cubicBezTo>
                  <a:pt x="2116402" y="3076328"/>
                  <a:pt x="2115987" y="3076565"/>
                  <a:pt x="2115513" y="3076565"/>
                </a:cubicBezTo>
                <a:lnTo>
                  <a:pt x="2097390" y="3076565"/>
                </a:lnTo>
                <a:cubicBezTo>
                  <a:pt x="2096917" y="3076565"/>
                  <a:pt x="2096502" y="3076328"/>
                  <a:pt x="2096265" y="3075913"/>
                </a:cubicBezTo>
                <a:lnTo>
                  <a:pt x="2087204" y="3060219"/>
                </a:lnTo>
                <a:cubicBezTo>
                  <a:pt x="2086967" y="3059804"/>
                  <a:pt x="2086967" y="3059330"/>
                  <a:pt x="2087204" y="3058916"/>
                </a:cubicBezTo>
                <a:lnTo>
                  <a:pt x="2096265" y="3043221"/>
                </a:lnTo>
                <a:cubicBezTo>
                  <a:pt x="2096502" y="3042807"/>
                  <a:pt x="2096917" y="3042570"/>
                  <a:pt x="2097390" y="3042570"/>
                </a:cubicBezTo>
                <a:close/>
                <a:moveTo>
                  <a:pt x="3246949" y="3042274"/>
                </a:moveTo>
                <a:lnTo>
                  <a:pt x="3265368" y="3042274"/>
                </a:lnTo>
                <a:cubicBezTo>
                  <a:pt x="3265842" y="3042274"/>
                  <a:pt x="3266256" y="3042511"/>
                  <a:pt x="3266493" y="3042926"/>
                </a:cubicBezTo>
                <a:lnTo>
                  <a:pt x="3275732" y="3058916"/>
                </a:lnTo>
                <a:cubicBezTo>
                  <a:pt x="3275969" y="3059331"/>
                  <a:pt x="3275969" y="3059805"/>
                  <a:pt x="3275732" y="3060219"/>
                </a:cubicBezTo>
                <a:lnTo>
                  <a:pt x="3266493" y="3076210"/>
                </a:lnTo>
                <a:cubicBezTo>
                  <a:pt x="3266256" y="3076625"/>
                  <a:pt x="3265842" y="3076862"/>
                  <a:pt x="3265368" y="3076862"/>
                </a:cubicBezTo>
                <a:lnTo>
                  <a:pt x="3246949" y="3076862"/>
                </a:lnTo>
                <a:cubicBezTo>
                  <a:pt x="3246475" y="3076862"/>
                  <a:pt x="3246061" y="3076625"/>
                  <a:pt x="3245824" y="3076210"/>
                </a:cubicBezTo>
                <a:lnTo>
                  <a:pt x="3236584" y="3060219"/>
                </a:lnTo>
                <a:cubicBezTo>
                  <a:pt x="3236348" y="3059805"/>
                  <a:pt x="3236348" y="3059331"/>
                  <a:pt x="3236584" y="3058916"/>
                </a:cubicBezTo>
                <a:lnTo>
                  <a:pt x="3245824" y="3042926"/>
                </a:lnTo>
                <a:cubicBezTo>
                  <a:pt x="3246061" y="3042511"/>
                  <a:pt x="3246475" y="3042274"/>
                  <a:pt x="3246949" y="3042274"/>
                </a:cubicBezTo>
                <a:close/>
                <a:moveTo>
                  <a:pt x="4531778" y="3041978"/>
                </a:moveTo>
                <a:lnTo>
                  <a:pt x="4550552" y="3041978"/>
                </a:lnTo>
                <a:cubicBezTo>
                  <a:pt x="4551026" y="3041978"/>
                  <a:pt x="4551441" y="3042215"/>
                  <a:pt x="4551678" y="3042629"/>
                </a:cubicBezTo>
                <a:lnTo>
                  <a:pt x="4561035" y="3058857"/>
                </a:lnTo>
                <a:cubicBezTo>
                  <a:pt x="4561272" y="3059213"/>
                  <a:pt x="4561272" y="3059746"/>
                  <a:pt x="4561035" y="3060160"/>
                </a:cubicBezTo>
                <a:lnTo>
                  <a:pt x="4551618" y="3076388"/>
                </a:lnTo>
                <a:cubicBezTo>
                  <a:pt x="4551381" y="3076802"/>
                  <a:pt x="4550967" y="3077039"/>
                  <a:pt x="4550493" y="3077039"/>
                </a:cubicBezTo>
                <a:lnTo>
                  <a:pt x="4531719" y="3077039"/>
                </a:lnTo>
                <a:cubicBezTo>
                  <a:pt x="4531245" y="3077039"/>
                  <a:pt x="4530830" y="3076802"/>
                  <a:pt x="4530593" y="3076388"/>
                </a:cubicBezTo>
                <a:lnTo>
                  <a:pt x="4521236" y="3060160"/>
                </a:lnTo>
                <a:cubicBezTo>
                  <a:pt x="4520999" y="3059805"/>
                  <a:pt x="4520999" y="3059272"/>
                  <a:pt x="4521236" y="3058857"/>
                </a:cubicBezTo>
                <a:lnTo>
                  <a:pt x="4530652" y="3042629"/>
                </a:lnTo>
                <a:cubicBezTo>
                  <a:pt x="4530890" y="3042215"/>
                  <a:pt x="4531304" y="3041978"/>
                  <a:pt x="4531778" y="3041978"/>
                </a:cubicBezTo>
                <a:close/>
                <a:moveTo>
                  <a:pt x="3043867" y="3041978"/>
                </a:moveTo>
                <a:lnTo>
                  <a:pt x="3062641" y="3041978"/>
                </a:lnTo>
                <a:cubicBezTo>
                  <a:pt x="3063115" y="3041978"/>
                  <a:pt x="3063530" y="3042215"/>
                  <a:pt x="3063767" y="3042629"/>
                </a:cubicBezTo>
                <a:lnTo>
                  <a:pt x="3073124" y="3058857"/>
                </a:lnTo>
                <a:cubicBezTo>
                  <a:pt x="3073361" y="3059213"/>
                  <a:pt x="3073361" y="3059746"/>
                  <a:pt x="3073124" y="3060160"/>
                </a:cubicBezTo>
                <a:lnTo>
                  <a:pt x="3063707" y="3076388"/>
                </a:lnTo>
                <a:cubicBezTo>
                  <a:pt x="3063470" y="3076802"/>
                  <a:pt x="3063056" y="3077039"/>
                  <a:pt x="3062582" y="3077039"/>
                </a:cubicBezTo>
                <a:lnTo>
                  <a:pt x="3043807" y="3077039"/>
                </a:lnTo>
                <a:cubicBezTo>
                  <a:pt x="3043334" y="3077039"/>
                  <a:pt x="3042919" y="3076802"/>
                  <a:pt x="3042682" y="3076388"/>
                </a:cubicBezTo>
                <a:lnTo>
                  <a:pt x="3033325" y="3060160"/>
                </a:lnTo>
                <a:cubicBezTo>
                  <a:pt x="3033088" y="3059805"/>
                  <a:pt x="3033088" y="3059272"/>
                  <a:pt x="3033325" y="3058857"/>
                </a:cubicBezTo>
                <a:lnTo>
                  <a:pt x="3042741" y="3042629"/>
                </a:lnTo>
                <a:cubicBezTo>
                  <a:pt x="3042979" y="3042215"/>
                  <a:pt x="3043393" y="3041978"/>
                  <a:pt x="3043867" y="3041978"/>
                </a:cubicBezTo>
                <a:close/>
                <a:moveTo>
                  <a:pt x="4464024" y="3041682"/>
                </a:moveTo>
                <a:lnTo>
                  <a:pt x="4483095" y="3041682"/>
                </a:lnTo>
                <a:cubicBezTo>
                  <a:pt x="4483569" y="3041682"/>
                  <a:pt x="4484042" y="3041919"/>
                  <a:pt x="4484279" y="3042333"/>
                </a:cubicBezTo>
                <a:lnTo>
                  <a:pt x="4493815" y="3058857"/>
                </a:lnTo>
                <a:cubicBezTo>
                  <a:pt x="4494052" y="3059272"/>
                  <a:pt x="4494052" y="3059805"/>
                  <a:pt x="4493815" y="3060219"/>
                </a:cubicBezTo>
                <a:lnTo>
                  <a:pt x="4484279" y="3076743"/>
                </a:lnTo>
                <a:cubicBezTo>
                  <a:pt x="4484042" y="3077158"/>
                  <a:pt x="4483569" y="3077395"/>
                  <a:pt x="4483095" y="3077395"/>
                </a:cubicBezTo>
                <a:lnTo>
                  <a:pt x="4464024" y="3077395"/>
                </a:lnTo>
                <a:cubicBezTo>
                  <a:pt x="4463551" y="3077395"/>
                  <a:pt x="4463077" y="3077158"/>
                  <a:pt x="4462840" y="3076743"/>
                </a:cubicBezTo>
                <a:lnTo>
                  <a:pt x="4453305" y="3060219"/>
                </a:lnTo>
                <a:cubicBezTo>
                  <a:pt x="4453068" y="3059805"/>
                  <a:pt x="4453068" y="3059272"/>
                  <a:pt x="4453305" y="3058857"/>
                </a:cubicBezTo>
                <a:lnTo>
                  <a:pt x="4462840" y="3042333"/>
                </a:lnTo>
                <a:cubicBezTo>
                  <a:pt x="4463077" y="3041919"/>
                  <a:pt x="4463551" y="3041682"/>
                  <a:pt x="4464024" y="3041682"/>
                </a:cubicBezTo>
                <a:close/>
                <a:moveTo>
                  <a:pt x="3111324" y="3041563"/>
                </a:moveTo>
                <a:lnTo>
                  <a:pt x="3130512" y="3041563"/>
                </a:lnTo>
                <a:cubicBezTo>
                  <a:pt x="3130986" y="3041563"/>
                  <a:pt x="3131460" y="3041800"/>
                  <a:pt x="3131697" y="3042214"/>
                </a:cubicBezTo>
                <a:lnTo>
                  <a:pt x="3141291" y="3058857"/>
                </a:lnTo>
                <a:cubicBezTo>
                  <a:pt x="3141528" y="3059271"/>
                  <a:pt x="3141528" y="3059804"/>
                  <a:pt x="3141291" y="3060219"/>
                </a:cubicBezTo>
                <a:lnTo>
                  <a:pt x="3131697" y="3076861"/>
                </a:lnTo>
                <a:cubicBezTo>
                  <a:pt x="3131460" y="3077276"/>
                  <a:pt x="3130986" y="3077513"/>
                  <a:pt x="3130512" y="3077513"/>
                </a:cubicBezTo>
                <a:lnTo>
                  <a:pt x="3111324" y="3077513"/>
                </a:lnTo>
                <a:cubicBezTo>
                  <a:pt x="3110850" y="3077513"/>
                  <a:pt x="3110376" y="3077276"/>
                  <a:pt x="3110139" y="3076861"/>
                </a:cubicBezTo>
                <a:lnTo>
                  <a:pt x="3100545" y="3060219"/>
                </a:lnTo>
                <a:cubicBezTo>
                  <a:pt x="3100308" y="3059804"/>
                  <a:pt x="3100308" y="3059271"/>
                  <a:pt x="3100545" y="3058857"/>
                </a:cubicBezTo>
                <a:lnTo>
                  <a:pt x="3110139" y="3042214"/>
                </a:lnTo>
                <a:cubicBezTo>
                  <a:pt x="3110376" y="3041800"/>
                  <a:pt x="3110850" y="3041563"/>
                  <a:pt x="3111324" y="3041563"/>
                </a:cubicBezTo>
                <a:close/>
                <a:moveTo>
                  <a:pt x="2976053" y="3041563"/>
                </a:moveTo>
                <a:lnTo>
                  <a:pt x="2995243" y="3041563"/>
                </a:lnTo>
                <a:cubicBezTo>
                  <a:pt x="2995716" y="3041563"/>
                  <a:pt x="2996190" y="3041800"/>
                  <a:pt x="2996427" y="3042214"/>
                </a:cubicBezTo>
                <a:lnTo>
                  <a:pt x="3006022" y="3058857"/>
                </a:lnTo>
                <a:cubicBezTo>
                  <a:pt x="3006259" y="3059271"/>
                  <a:pt x="3006259" y="3059804"/>
                  <a:pt x="3006022" y="3060219"/>
                </a:cubicBezTo>
                <a:lnTo>
                  <a:pt x="2996427" y="3076861"/>
                </a:lnTo>
                <a:cubicBezTo>
                  <a:pt x="2996190" y="3077276"/>
                  <a:pt x="2995716" y="3077513"/>
                  <a:pt x="2995243" y="3077513"/>
                </a:cubicBezTo>
                <a:lnTo>
                  <a:pt x="2976053" y="3077513"/>
                </a:lnTo>
                <a:cubicBezTo>
                  <a:pt x="2975580" y="3077513"/>
                  <a:pt x="2975106" y="3077276"/>
                  <a:pt x="2974869" y="3076861"/>
                </a:cubicBezTo>
                <a:lnTo>
                  <a:pt x="2965275" y="3060219"/>
                </a:lnTo>
                <a:cubicBezTo>
                  <a:pt x="2965038" y="3059804"/>
                  <a:pt x="2965038" y="3059271"/>
                  <a:pt x="2965275" y="3058857"/>
                </a:cubicBezTo>
                <a:lnTo>
                  <a:pt x="2974869" y="3042214"/>
                </a:lnTo>
                <a:cubicBezTo>
                  <a:pt x="2975106" y="3041800"/>
                  <a:pt x="2975580" y="3041563"/>
                  <a:pt x="2976053" y="3041563"/>
                </a:cubicBezTo>
                <a:close/>
                <a:moveTo>
                  <a:pt x="4598940" y="3041149"/>
                </a:moveTo>
                <a:lnTo>
                  <a:pt x="4618603" y="3041149"/>
                </a:lnTo>
                <a:cubicBezTo>
                  <a:pt x="4619076" y="3041149"/>
                  <a:pt x="4619550" y="3041445"/>
                  <a:pt x="4619787" y="3041860"/>
                </a:cubicBezTo>
                <a:lnTo>
                  <a:pt x="4629619" y="3058858"/>
                </a:lnTo>
                <a:cubicBezTo>
                  <a:pt x="4629855" y="3059272"/>
                  <a:pt x="4629855" y="3059805"/>
                  <a:pt x="4629619" y="3060220"/>
                </a:cubicBezTo>
                <a:lnTo>
                  <a:pt x="4619787" y="3077217"/>
                </a:lnTo>
                <a:cubicBezTo>
                  <a:pt x="4619550" y="3077632"/>
                  <a:pt x="4619076" y="3077928"/>
                  <a:pt x="4618603" y="3077928"/>
                </a:cubicBezTo>
                <a:lnTo>
                  <a:pt x="4598940" y="3077928"/>
                </a:lnTo>
                <a:cubicBezTo>
                  <a:pt x="4598466" y="3077928"/>
                  <a:pt x="4597992" y="3077632"/>
                  <a:pt x="4597755" y="3077217"/>
                </a:cubicBezTo>
                <a:lnTo>
                  <a:pt x="4587924" y="3060220"/>
                </a:lnTo>
                <a:cubicBezTo>
                  <a:pt x="4587687" y="3059805"/>
                  <a:pt x="4587687" y="3059272"/>
                  <a:pt x="4587924" y="3058858"/>
                </a:cubicBezTo>
                <a:lnTo>
                  <a:pt x="4597755" y="3041860"/>
                </a:lnTo>
                <a:cubicBezTo>
                  <a:pt x="4597992" y="3041445"/>
                  <a:pt x="4598466" y="3041149"/>
                  <a:pt x="4598940" y="3041149"/>
                </a:cubicBezTo>
                <a:close/>
                <a:moveTo>
                  <a:pt x="2772911" y="3041149"/>
                </a:moveTo>
                <a:lnTo>
                  <a:pt x="2792574" y="3041149"/>
                </a:lnTo>
                <a:cubicBezTo>
                  <a:pt x="2793048" y="3041149"/>
                  <a:pt x="2793522" y="3041445"/>
                  <a:pt x="2793759" y="3041860"/>
                </a:cubicBezTo>
                <a:lnTo>
                  <a:pt x="2803590" y="3058858"/>
                </a:lnTo>
                <a:cubicBezTo>
                  <a:pt x="2803827" y="3059272"/>
                  <a:pt x="2803827" y="3059805"/>
                  <a:pt x="2803590" y="3060220"/>
                </a:cubicBezTo>
                <a:lnTo>
                  <a:pt x="2793759" y="3077217"/>
                </a:lnTo>
                <a:cubicBezTo>
                  <a:pt x="2793522" y="3077632"/>
                  <a:pt x="2793048" y="3077928"/>
                  <a:pt x="2792574" y="3077928"/>
                </a:cubicBezTo>
                <a:lnTo>
                  <a:pt x="2772911" y="3077928"/>
                </a:lnTo>
                <a:cubicBezTo>
                  <a:pt x="2772438" y="3077928"/>
                  <a:pt x="2771964" y="3077632"/>
                  <a:pt x="2771727" y="3077217"/>
                </a:cubicBezTo>
                <a:lnTo>
                  <a:pt x="2761896" y="3060220"/>
                </a:lnTo>
                <a:cubicBezTo>
                  <a:pt x="2761659" y="3059805"/>
                  <a:pt x="2761659" y="3059272"/>
                  <a:pt x="2761896" y="3058858"/>
                </a:cubicBezTo>
                <a:lnTo>
                  <a:pt x="2771727" y="3041860"/>
                </a:lnTo>
                <a:cubicBezTo>
                  <a:pt x="2771964" y="3041445"/>
                  <a:pt x="2772438" y="3041149"/>
                  <a:pt x="2772911" y="3041149"/>
                </a:cubicBezTo>
                <a:close/>
                <a:moveTo>
                  <a:pt x="5004631" y="3040971"/>
                </a:moveTo>
                <a:lnTo>
                  <a:pt x="5024531" y="3040971"/>
                </a:lnTo>
                <a:cubicBezTo>
                  <a:pt x="5025005" y="3040971"/>
                  <a:pt x="5025479" y="3041267"/>
                  <a:pt x="5025716" y="3041682"/>
                </a:cubicBezTo>
                <a:lnTo>
                  <a:pt x="5035665" y="3058916"/>
                </a:lnTo>
                <a:cubicBezTo>
                  <a:pt x="5035902" y="3059390"/>
                  <a:pt x="5035902" y="3059923"/>
                  <a:pt x="5035665" y="3060338"/>
                </a:cubicBezTo>
                <a:lnTo>
                  <a:pt x="5025716" y="3077572"/>
                </a:lnTo>
                <a:cubicBezTo>
                  <a:pt x="5025479" y="3077987"/>
                  <a:pt x="5025005" y="3078283"/>
                  <a:pt x="5024531" y="3078283"/>
                </a:cubicBezTo>
                <a:lnTo>
                  <a:pt x="5004631" y="3078283"/>
                </a:lnTo>
                <a:cubicBezTo>
                  <a:pt x="5004158" y="3078283"/>
                  <a:pt x="5003683" y="3077987"/>
                  <a:pt x="5003447" y="3077572"/>
                </a:cubicBezTo>
                <a:lnTo>
                  <a:pt x="4993497" y="3060338"/>
                </a:lnTo>
                <a:cubicBezTo>
                  <a:pt x="4993260" y="3059864"/>
                  <a:pt x="4993260" y="3059331"/>
                  <a:pt x="4993497" y="3058916"/>
                </a:cubicBezTo>
                <a:lnTo>
                  <a:pt x="5003447" y="3041682"/>
                </a:lnTo>
                <a:cubicBezTo>
                  <a:pt x="5003683" y="3041267"/>
                  <a:pt x="5004158" y="3040971"/>
                  <a:pt x="5004631" y="3040971"/>
                </a:cubicBezTo>
                <a:close/>
                <a:moveTo>
                  <a:pt x="2840428" y="3040971"/>
                </a:moveTo>
                <a:lnTo>
                  <a:pt x="2860327" y="3040971"/>
                </a:lnTo>
                <a:cubicBezTo>
                  <a:pt x="2860801" y="3040971"/>
                  <a:pt x="2861275" y="3041267"/>
                  <a:pt x="2861512" y="3041682"/>
                </a:cubicBezTo>
                <a:lnTo>
                  <a:pt x="2871462" y="3058916"/>
                </a:lnTo>
                <a:cubicBezTo>
                  <a:pt x="2871699" y="3059390"/>
                  <a:pt x="2871699" y="3059923"/>
                  <a:pt x="2871462" y="3060338"/>
                </a:cubicBezTo>
                <a:lnTo>
                  <a:pt x="2861512" y="3077572"/>
                </a:lnTo>
                <a:cubicBezTo>
                  <a:pt x="2861275" y="3077987"/>
                  <a:pt x="2860801" y="3078283"/>
                  <a:pt x="2860327" y="3078283"/>
                </a:cubicBezTo>
                <a:lnTo>
                  <a:pt x="2840428" y="3078283"/>
                </a:lnTo>
                <a:cubicBezTo>
                  <a:pt x="2839954" y="3078283"/>
                  <a:pt x="2839480" y="3077987"/>
                  <a:pt x="2839243" y="3077572"/>
                </a:cubicBezTo>
                <a:lnTo>
                  <a:pt x="2829294" y="3060338"/>
                </a:lnTo>
                <a:cubicBezTo>
                  <a:pt x="2829057" y="3059864"/>
                  <a:pt x="2829057" y="3059331"/>
                  <a:pt x="2829294" y="3058916"/>
                </a:cubicBezTo>
                <a:lnTo>
                  <a:pt x="2839243" y="3041682"/>
                </a:lnTo>
                <a:cubicBezTo>
                  <a:pt x="2839480" y="3041267"/>
                  <a:pt x="2839954" y="3040971"/>
                  <a:pt x="2840428" y="3040971"/>
                </a:cubicBezTo>
                <a:close/>
                <a:moveTo>
                  <a:pt x="2908004" y="3040734"/>
                </a:moveTo>
                <a:lnTo>
                  <a:pt x="2928082" y="3040734"/>
                </a:lnTo>
                <a:cubicBezTo>
                  <a:pt x="2928615" y="3040734"/>
                  <a:pt x="2929089" y="3041030"/>
                  <a:pt x="2929326" y="3041445"/>
                </a:cubicBezTo>
                <a:lnTo>
                  <a:pt x="2939335" y="3058857"/>
                </a:lnTo>
                <a:cubicBezTo>
                  <a:pt x="2939571" y="3059271"/>
                  <a:pt x="2939571" y="3059864"/>
                  <a:pt x="2939335" y="3060279"/>
                </a:cubicBezTo>
                <a:lnTo>
                  <a:pt x="2929266" y="3077691"/>
                </a:lnTo>
                <a:cubicBezTo>
                  <a:pt x="2928970" y="3078105"/>
                  <a:pt x="2928496" y="3078401"/>
                  <a:pt x="2928023" y="3078401"/>
                </a:cubicBezTo>
                <a:lnTo>
                  <a:pt x="2907945" y="3078401"/>
                </a:lnTo>
                <a:cubicBezTo>
                  <a:pt x="2907412" y="3078401"/>
                  <a:pt x="2906938" y="3078105"/>
                  <a:pt x="2906702" y="3077691"/>
                </a:cubicBezTo>
                <a:lnTo>
                  <a:pt x="2896693" y="3060279"/>
                </a:lnTo>
                <a:cubicBezTo>
                  <a:pt x="2896456" y="3059864"/>
                  <a:pt x="2896456" y="3059271"/>
                  <a:pt x="2896693" y="3058857"/>
                </a:cubicBezTo>
                <a:lnTo>
                  <a:pt x="2906761" y="3041445"/>
                </a:lnTo>
                <a:cubicBezTo>
                  <a:pt x="2907057" y="3041030"/>
                  <a:pt x="2907531" y="3040734"/>
                  <a:pt x="2908004" y="3040734"/>
                </a:cubicBezTo>
                <a:close/>
                <a:moveTo>
                  <a:pt x="2636931" y="3039787"/>
                </a:moveTo>
                <a:lnTo>
                  <a:pt x="2658015" y="3039787"/>
                </a:lnTo>
                <a:cubicBezTo>
                  <a:pt x="2658548" y="3039787"/>
                  <a:pt x="2659022" y="3040083"/>
                  <a:pt x="2659318" y="3040557"/>
                </a:cubicBezTo>
                <a:lnTo>
                  <a:pt x="2669860" y="3058798"/>
                </a:lnTo>
                <a:cubicBezTo>
                  <a:pt x="2670157" y="3059272"/>
                  <a:pt x="2670157" y="3059805"/>
                  <a:pt x="2669860" y="3060279"/>
                </a:cubicBezTo>
                <a:lnTo>
                  <a:pt x="2659318" y="3078520"/>
                </a:lnTo>
                <a:cubicBezTo>
                  <a:pt x="2659022" y="3078994"/>
                  <a:pt x="2658548" y="3079290"/>
                  <a:pt x="2658015" y="3079290"/>
                </a:cubicBezTo>
                <a:lnTo>
                  <a:pt x="2636931" y="3079290"/>
                </a:lnTo>
                <a:cubicBezTo>
                  <a:pt x="2636398" y="3079290"/>
                  <a:pt x="2635924" y="3078994"/>
                  <a:pt x="2635628" y="3078520"/>
                </a:cubicBezTo>
                <a:lnTo>
                  <a:pt x="2625086" y="3060279"/>
                </a:lnTo>
                <a:cubicBezTo>
                  <a:pt x="2624790" y="3059805"/>
                  <a:pt x="2624790" y="3059272"/>
                  <a:pt x="2625086" y="3058798"/>
                </a:cubicBezTo>
                <a:lnTo>
                  <a:pt x="2635628" y="3040557"/>
                </a:lnTo>
                <a:cubicBezTo>
                  <a:pt x="2635924" y="3040083"/>
                  <a:pt x="2636398" y="3039787"/>
                  <a:pt x="2636931" y="3039787"/>
                </a:cubicBezTo>
                <a:close/>
                <a:moveTo>
                  <a:pt x="4665687" y="3039491"/>
                </a:moveTo>
                <a:lnTo>
                  <a:pt x="4687126" y="3039491"/>
                </a:lnTo>
                <a:cubicBezTo>
                  <a:pt x="4687659" y="3039491"/>
                  <a:pt x="4688133" y="3039787"/>
                  <a:pt x="4688429" y="3040261"/>
                </a:cubicBezTo>
                <a:lnTo>
                  <a:pt x="4699149" y="3058798"/>
                </a:lnTo>
                <a:cubicBezTo>
                  <a:pt x="4699445" y="3059272"/>
                  <a:pt x="4699445" y="3059864"/>
                  <a:pt x="4699149" y="3060338"/>
                </a:cubicBezTo>
                <a:lnTo>
                  <a:pt x="4688429" y="3078875"/>
                </a:lnTo>
                <a:cubicBezTo>
                  <a:pt x="4688133" y="3079349"/>
                  <a:pt x="4687659" y="3079645"/>
                  <a:pt x="4687126" y="3079645"/>
                </a:cubicBezTo>
                <a:lnTo>
                  <a:pt x="4665687" y="3079645"/>
                </a:lnTo>
                <a:cubicBezTo>
                  <a:pt x="4665154" y="3079645"/>
                  <a:pt x="4664680" y="3079349"/>
                  <a:pt x="4664384" y="3078875"/>
                </a:cubicBezTo>
                <a:lnTo>
                  <a:pt x="4653664" y="3060338"/>
                </a:lnTo>
                <a:cubicBezTo>
                  <a:pt x="4653368" y="3059864"/>
                  <a:pt x="4653368" y="3059272"/>
                  <a:pt x="4653664" y="3058798"/>
                </a:cubicBezTo>
                <a:lnTo>
                  <a:pt x="4664384" y="3040261"/>
                </a:lnTo>
                <a:cubicBezTo>
                  <a:pt x="4664680" y="3039787"/>
                  <a:pt x="4665154" y="3039491"/>
                  <a:pt x="4665687" y="3039491"/>
                </a:cubicBezTo>
                <a:close/>
                <a:moveTo>
                  <a:pt x="2704389" y="3039491"/>
                </a:moveTo>
                <a:lnTo>
                  <a:pt x="2725828" y="3039491"/>
                </a:lnTo>
                <a:cubicBezTo>
                  <a:pt x="2726361" y="3039491"/>
                  <a:pt x="2726835" y="3039787"/>
                  <a:pt x="2727131" y="3040261"/>
                </a:cubicBezTo>
                <a:lnTo>
                  <a:pt x="2737851" y="3058798"/>
                </a:lnTo>
                <a:cubicBezTo>
                  <a:pt x="2738147" y="3059272"/>
                  <a:pt x="2738147" y="3059864"/>
                  <a:pt x="2737851" y="3060338"/>
                </a:cubicBezTo>
                <a:lnTo>
                  <a:pt x="2727131" y="3078875"/>
                </a:lnTo>
                <a:cubicBezTo>
                  <a:pt x="2726835" y="3079349"/>
                  <a:pt x="2726361" y="3079645"/>
                  <a:pt x="2725828" y="3079645"/>
                </a:cubicBezTo>
                <a:lnTo>
                  <a:pt x="2704389" y="3079645"/>
                </a:lnTo>
                <a:cubicBezTo>
                  <a:pt x="2703856" y="3079645"/>
                  <a:pt x="2703382" y="3079349"/>
                  <a:pt x="2703086" y="3078875"/>
                </a:cubicBezTo>
                <a:lnTo>
                  <a:pt x="2692366" y="3060338"/>
                </a:lnTo>
                <a:cubicBezTo>
                  <a:pt x="2692070" y="3059864"/>
                  <a:pt x="2692070" y="3059272"/>
                  <a:pt x="2692366" y="3058798"/>
                </a:cubicBezTo>
                <a:lnTo>
                  <a:pt x="2703086" y="3040261"/>
                </a:lnTo>
                <a:cubicBezTo>
                  <a:pt x="2703382" y="3039787"/>
                  <a:pt x="2703856" y="3039491"/>
                  <a:pt x="2704389" y="3039491"/>
                </a:cubicBezTo>
                <a:close/>
                <a:moveTo>
                  <a:pt x="2501483" y="3039491"/>
                </a:moveTo>
                <a:lnTo>
                  <a:pt x="2522922" y="3039491"/>
                </a:lnTo>
                <a:cubicBezTo>
                  <a:pt x="2523455" y="3039491"/>
                  <a:pt x="2523929" y="3039787"/>
                  <a:pt x="2524225" y="3040261"/>
                </a:cubicBezTo>
                <a:lnTo>
                  <a:pt x="2534945" y="3058798"/>
                </a:lnTo>
                <a:cubicBezTo>
                  <a:pt x="2535241" y="3059272"/>
                  <a:pt x="2535241" y="3059864"/>
                  <a:pt x="2534945" y="3060338"/>
                </a:cubicBezTo>
                <a:lnTo>
                  <a:pt x="2524225" y="3078875"/>
                </a:lnTo>
                <a:cubicBezTo>
                  <a:pt x="2523929" y="3079349"/>
                  <a:pt x="2523455" y="3079645"/>
                  <a:pt x="2522922" y="3079645"/>
                </a:cubicBezTo>
                <a:lnTo>
                  <a:pt x="2501483" y="3079645"/>
                </a:lnTo>
                <a:cubicBezTo>
                  <a:pt x="2500950" y="3079645"/>
                  <a:pt x="2500476" y="3079349"/>
                  <a:pt x="2500180" y="3078875"/>
                </a:cubicBezTo>
                <a:lnTo>
                  <a:pt x="2489460" y="3060338"/>
                </a:lnTo>
                <a:cubicBezTo>
                  <a:pt x="2489164" y="3059864"/>
                  <a:pt x="2489164" y="3059272"/>
                  <a:pt x="2489460" y="3058798"/>
                </a:cubicBezTo>
                <a:lnTo>
                  <a:pt x="2500180" y="3040261"/>
                </a:lnTo>
                <a:cubicBezTo>
                  <a:pt x="2500476" y="3039787"/>
                  <a:pt x="2500950" y="3039491"/>
                  <a:pt x="2501483" y="3039491"/>
                </a:cubicBezTo>
                <a:close/>
                <a:moveTo>
                  <a:pt x="2298637" y="3039372"/>
                </a:moveTo>
                <a:lnTo>
                  <a:pt x="2320136" y="3039372"/>
                </a:lnTo>
                <a:cubicBezTo>
                  <a:pt x="2320669" y="3039372"/>
                  <a:pt x="2321143" y="3039668"/>
                  <a:pt x="2321439" y="3040142"/>
                </a:cubicBezTo>
                <a:lnTo>
                  <a:pt x="2332218" y="3058798"/>
                </a:lnTo>
                <a:cubicBezTo>
                  <a:pt x="2332514" y="3059272"/>
                  <a:pt x="2332514" y="3059864"/>
                  <a:pt x="2332218" y="3060338"/>
                </a:cubicBezTo>
                <a:lnTo>
                  <a:pt x="2321439" y="3078994"/>
                </a:lnTo>
                <a:cubicBezTo>
                  <a:pt x="2321202" y="3079468"/>
                  <a:pt x="2320669" y="3079764"/>
                  <a:pt x="2320136" y="3079764"/>
                </a:cubicBezTo>
                <a:lnTo>
                  <a:pt x="2298637" y="3079764"/>
                </a:lnTo>
                <a:cubicBezTo>
                  <a:pt x="2298104" y="3079764"/>
                  <a:pt x="2297630" y="3079468"/>
                  <a:pt x="2297334" y="3078994"/>
                </a:cubicBezTo>
                <a:lnTo>
                  <a:pt x="2286555" y="3060338"/>
                </a:lnTo>
                <a:cubicBezTo>
                  <a:pt x="2286259" y="3059864"/>
                  <a:pt x="2286259" y="3059272"/>
                  <a:pt x="2286555" y="3058798"/>
                </a:cubicBezTo>
                <a:lnTo>
                  <a:pt x="2297334" y="3040142"/>
                </a:lnTo>
                <a:cubicBezTo>
                  <a:pt x="2297571" y="3039668"/>
                  <a:pt x="2298104" y="3039372"/>
                  <a:pt x="2298637" y="3039372"/>
                </a:cubicBezTo>
                <a:close/>
                <a:moveTo>
                  <a:pt x="2569059" y="3039313"/>
                </a:moveTo>
                <a:lnTo>
                  <a:pt x="2590676" y="3039313"/>
                </a:lnTo>
                <a:cubicBezTo>
                  <a:pt x="2591209" y="3039313"/>
                  <a:pt x="2591683" y="3039609"/>
                  <a:pt x="2591979" y="3040083"/>
                </a:cubicBezTo>
                <a:lnTo>
                  <a:pt x="2602817" y="3058798"/>
                </a:lnTo>
                <a:cubicBezTo>
                  <a:pt x="2603114" y="3059272"/>
                  <a:pt x="2603114" y="3059864"/>
                  <a:pt x="2602817" y="3060338"/>
                </a:cubicBezTo>
                <a:lnTo>
                  <a:pt x="2591979" y="3079053"/>
                </a:lnTo>
                <a:cubicBezTo>
                  <a:pt x="2591742" y="3079527"/>
                  <a:pt x="2591209" y="3079823"/>
                  <a:pt x="2590676" y="3079823"/>
                </a:cubicBezTo>
                <a:lnTo>
                  <a:pt x="2569059" y="3079823"/>
                </a:lnTo>
                <a:cubicBezTo>
                  <a:pt x="2568526" y="3079823"/>
                  <a:pt x="2568052" y="3079527"/>
                  <a:pt x="2567756" y="3079053"/>
                </a:cubicBezTo>
                <a:lnTo>
                  <a:pt x="2556918" y="3060338"/>
                </a:lnTo>
                <a:cubicBezTo>
                  <a:pt x="2556622" y="3059864"/>
                  <a:pt x="2556622" y="3059272"/>
                  <a:pt x="2556918" y="3058798"/>
                </a:cubicBezTo>
                <a:lnTo>
                  <a:pt x="2567756" y="3040083"/>
                </a:lnTo>
                <a:cubicBezTo>
                  <a:pt x="2567993" y="3039609"/>
                  <a:pt x="2568526" y="3039313"/>
                  <a:pt x="2569059" y="3039313"/>
                </a:cubicBezTo>
                <a:close/>
                <a:moveTo>
                  <a:pt x="2366094" y="3039194"/>
                </a:moveTo>
                <a:lnTo>
                  <a:pt x="2387830" y="3039194"/>
                </a:lnTo>
                <a:cubicBezTo>
                  <a:pt x="2388363" y="3039194"/>
                  <a:pt x="2388837" y="3039490"/>
                  <a:pt x="2389133" y="3039964"/>
                </a:cubicBezTo>
                <a:lnTo>
                  <a:pt x="2399971" y="3058797"/>
                </a:lnTo>
                <a:cubicBezTo>
                  <a:pt x="2400267" y="3059271"/>
                  <a:pt x="2400267" y="3059864"/>
                  <a:pt x="2399971" y="3060337"/>
                </a:cubicBezTo>
                <a:lnTo>
                  <a:pt x="2389074" y="3079171"/>
                </a:lnTo>
                <a:cubicBezTo>
                  <a:pt x="2388837" y="3079644"/>
                  <a:pt x="2388304" y="3079941"/>
                  <a:pt x="2387771" y="3079941"/>
                </a:cubicBezTo>
                <a:lnTo>
                  <a:pt x="2366035" y="3079941"/>
                </a:lnTo>
                <a:cubicBezTo>
                  <a:pt x="2365502" y="3079941"/>
                  <a:pt x="2365028" y="3079644"/>
                  <a:pt x="2364732" y="3079171"/>
                </a:cubicBezTo>
                <a:lnTo>
                  <a:pt x="2353894" y="3060337"/>
                </a:lnTo>
                <a:cubicBezTo>
                  <a:pt x="2353598" y="3059864"/>
                  <a:pt x="2353598" y="3059271"/>
                  <a:pt x="2353894" y="3058797"/>
                </a:cubicBezTo>
                <a:lnTo>
                  <a:pt x="2364792" y="3039964"/>
                </a:lnTo>
                <a:cubicBezTo>
                  <a:pt x="2365028" y="3039490"/>
                  <a:pt x="2365562" y="3039194"/>
                  <a:pt x="2366094" y="3039194"/>
                </a:cubicBezTo>
                <a:close/>
                <a:moveTo>
                  <a:pt x="4935990" y="3039076"/>
                </a:moveTo>
                <a:lnTo>
                  <a:pt x="4957844" y="3039076"/>
                </a:lnTo>
                <a:cubicBezTo>
                  <a:pt x="4958436" y="3039076"/>
                  <a:pt x="4958910" y="3039372"/>
                  <a:pt x="4959206" y="3039846"/>
                </a:cubicBezTo>
                <a:lnTo>
                  <a:pt x="4970104" y="3058798"/>
                </a:lnTo>
                <a:cubicBezTo>
                  <a:pt x="4970399" y="3059272"/>
                  <a:pt x="4970399" y="3059864"/>
                  <a:pt x="4970104" y="3060338"/>
                </a:cubicBezTo>
                <a:lnTo>
                  <a:pt x="4959147" y="3079290"/>
                </a:lnTo>
                <a:cubicBezTo>
                  <a:pt x="4958851" y="3079764"/>
                  <a:pt x="4958318" y="3080060"/>
                  <a:pt x="4957784" y="3080060"/>
                </a:cubicBezTo>
                <a:lnTo>
                  <a:pt x="4935931" y="3080060"/>
                </a:lnTo>
                <a:cubicBezTo>
                  <a:pt x="4935339" y="3080060"/>
                  <a:pt x="4934864" y="3079764"/>
                  <a:pt x="4934569" y="3079290"/>
                </a:cubicBezTo>
                <a:lnTo>
                  <a:pt x="4923671" y="3060338"/>
                </a:lnTo>
                <a:cubicBezTo>
                  <a:pt x="4923375" y="3059864"/>
                  <a:pt x="4923375" y="3059272"/>
                  <a:pt x="4923671" y="3058798"/>
                </a:cubicBezTo>
                <a:lnTo>
                  <a:pt x="4934628" y="3039846"/>
                </a:lnTo>
                <a:cubicBezTo>
                  <a:pt x="4934924" y="3039372"/>
                  <a:pt x="4935457" y="3039076"/>
                  <a:pt x="4935990" y="3039076"/>
                </a:cubicBezTo>
                <a:close/>
                <a:moveTo>
                  <a:pt x="4733144" y="3039076"/>
                </a:moveTo>
                <a:lnTo>
                  <a:pt x="4754998" y="3039076"/>
                </a:lnTo>
                <a:cubicBezTo>
                  <a:pt x="4755590" y="3039076"/>
                  <a:pt x="4756064" y="3039372"/>
                  <a:pt x="4756360" y="3039846"/>
                </a:cubicBezTo>
                <a:lnTo>
                  <a:pt x="4767258" y="3058798"/>
                </a:lnTo>
                <a:cubicBezTo>
                  <a:pt x="4767553" y="3059272"/>
                  <a:pt x="4767553" y="3059864"/>
                  <a:pt x="4767258" y="3060338"/>
                </a:cubicBezTo>
                <a:lnTo>
                  <a:pt x="4756301" y="3079290"/>
                </a:lnTo>
                <a:cubicBezTo>
                  <a:pt x="4756005" y="3079764"/>
                  <a:pt x="4755472" y="3080060"/>
                  <a:pt x="4754938" y="3080060"/>
                </a:cubicBezTo>
                <a:lnTo>
                  <a:pt x="4733085" y="3080060"/>
                </a:lnTo>
                <a:cubicBezTo>
                  <a:pt x="4732493" y="3080060"/>
                  <a:pt x="4732018" y="3079764"/>
                  <a:pt x="4731723" y="3079290"/>
                </a:cubicBezTo>
                <a:lnTo>
                  <a:pt x="4720825" y="3060338"/>
                </a:lnTo>
                <a:cubicBezTo>
                  <a:pt x="4720529" y="3059864"/>
                  <a:pt x="4720529" y="3059272"/>
                  <a:pt x="4720825" y="3058798"/>
                </a:cubicBezTo>
                <a:lnTo>
                  <a:pt x="4731782" y="3039846"/>
                </a:lnTo>
                <a:cubicBezTo>
                  <a:pt x="4732078" y="3039372"/>
                  <a:pt x="4732611" y="3039076"/>
                  <a:pt x="4733144" y="3039076"/>
                </a:cubicBezTo>
                <a:close/>
                <a:moveTo>
                  <a:pt x="2230528" y="3038543"/>
                </a:moveTo>
                <a:lnTo>
                  <a:pt x="2252915" y="3038543"/>
                </a:lnTo>
                <a:cubicBezTo>
                  <a:pt x="2253448" y="3038543"/>
                  <a:pt x="2253981" y="3038839"/>
                  <a:pt x="2254277" y="3039313"/>
                </a:cubicBezTo>
                <a:lnTo>
                  <a:pt x="2265471" y="3058739"/>
                </a:lnTo>
                <a:cubicBezTo>
                  <a:pt x="2265767" y="3059213"/>
                  <a:pt x="2265767" y="3059864"/>
                  <a:pt x="2265471" y="3060338"/>
                </a:cubicBezTo>
                <a:lnTo>
                  <a:pt x="2254277" y="3079764"/>
                </a:lnTo>
                <a:cubicBezTo>
                  <a:pt x="2253981" y="3080238"/>
                  <a:pt x="2253448" y="3080534"/>
                  <a:pt x="2252915" y="3080534"/>
                </a:cubicBezTo>
                <a:lnTo>
                  <a:pt x="2230528" y="3080534"/>
                </a:lnTo>
                <a:cubicBezTo>
                  <a:pt x="2229995" y="3080534"/>
                  <a:pt x="2229462" y="3080238"/>
                  <a:pt x="2229166" y="3079764"/>
                </a:cubicBezTo>
                <a:lnTo>
                  <a:pt x="2217972" y="3060338"/>
                </a:lnTo>
                <a:cubicBezTo>
                  <a:pt x="2217676" y="3059864"/>
                  <a:pt x="2217676" y="3059213"/>
                  <a:pt x="2217972" y="3058739"/>
                </a:cubicBezTo>
                <a:lnTo>
                  <a:pt x="2229166" y="3039313"/>
                </a:lnTo>
                <a:cubicBezTo>
                  <a:pt x="2229462" y="3038839"/>
                  <a:pt x="2229995" y="3038543"/>
                  <a:pt x="2230528" y="3038543"/>
                </a:cubicBezTo>
                <a:close/>
                <a:moveTo>
                  <a:pt x="4800423" y="3038484"/>
                </a:moveTo>
                <a:lnTo>
                  <a:pt x="4822929" y="3038484"/>
                </a:lnTo>
                <a:cubicBezTo>
                  <a:pt x="4823462" y="3038484"/>
                  <a:pt x="4823995" y="3038780"/>
                  <a:pt x="4824291" y="3039254"/>
                </a:cubicBezTo>
                <a:lnTo>
                  <a:pt x="4835543" y="3058739"/>
                </a:lnTo>
                <a:cubicBezTo>
                  <a:pt x="4835840" y="3059213"/>
                  <a:pt x="4835840" y="3059864"/>
                  <a:pt x="4835543" y="3060338"/>
                </a:cubicBezTo>
                <a:lnTo>
                  <a:pt x="4824291" y="3079823"/>
                </a:lnTo>
                <a:cubicBezTo>
                  <a:pt x="4823995" y="3080297"/>
                  <a:pt x="4823462" y="3080593"/>
                  <a:pt x="4822929" y="3080593"/>
                </a:cubicBezTo>
                <a:lnTo>
                  <a:pt x="4800423" y="3080593"/>
                </a:lnTo>
                <a:cubicBezTo>
                  <a:pt x="4799890" y="3080593"/>
                  <a:pt x="4799357" y="3080297"/>
                  <a:pt x="4799061" y="3079823"/>
                </a:cubicBezTo>
                <a:lnTo>
                  <a:pt x="4787808" y="3060338"/>
                </a:lnTo>
                <a:cubicBezTo>
                  <a:pt x="4787512" y="3059864"/>
                  <a:pt x="4787512" y="3059213"/>
                  <a:pt x="4787808" y="3058739"/>
                </a:cubicBezTo>
                <a:lnTo>
                  <a:pt x="4799061" y="3039254"/>
                </a:lnTo>
                <a:cubicBezTo>
                  <a:pt x="4799357" y="3038780"/>
                  <a:pt x="4799890" y="3038484"/>
                  <a:pt x="4800423" y="3038484"/>
                </a:cubicBezTo>
                <a:close/>
                <a:moveTo>
                  <a:pt x="4868000" y="3038365"/>
                </a:moveTo>
                <a:lnTo>
                  <a:pt x="4890623" y="3038365"/>
                </a:lnTo>
                <a:cubicBezTo>
                  <a:pt x="4891156" y="3038365"/>
                  <a:pt x="4891690" y="3038720"/>
                  <a:pt x="4891985" y="3039194"/>
                </a:cubicBezTo>
                <a:lnTo>
                  <a:pt x="4903297" y="3058798"/>
                </a:lnTo>
                <a:cubicBezTo>
                  <a:pt x="4903594" y="3059271"/>
                  <a:pt x="4903594" y="3059923"/>
                  <a:pt x="4903297" y="3060397"/>
                </a:cubicBezTo>
                <a:lnTo>
                  <a:pt x="4891985" y="3080000"/>
                </a:lnTo>
                <a:cubicBezTo>
                  <a:pt x="4891690" y="3080533"/>
                  <a:pt x="4891215" y="3080829"/>
                  <a:pt x="4890623" y="3080829"/>
                </a:cubicBezTo>
                <a:lnTo>
                  <a:pt x="4868000" y="3080829"/>
                </a:lnTo>
                <a:cubicBezTo>
                  <a:pt x="4867466" y="3080829"/>
                  <a:pt x="4866933" y="3080474"/>
                  <a:pt x="4866637" y="3080000"/>
                </a:cubicBezTo>
                <a:lnTo>
                  <a:pt x="4855325" y="3060397"/>
                </a:lnTo>
                <a:cubicBezTo>
                  <a:pt x="4855029" y="3059923"/>
                  <a:pt x="4855029" y="3059271"/>
                  <a:pt x="4855325" y="3058798"/>
                </a:cubicBezTo>
                <a:lnTo>
                  <a:pt x="4866637" y="3039194"/>
                </a:lnTo>
                <a:cubicBezTo>
                  <a:pt x="4866933" y="3038661"/>
                  <a:pt x="4867407" y="3038365"/>
                  <a:pt x="4868000" y="3038365"/>
                </a:cubicBezTo>
                <a:close/>
                <a:moveTo>
                  <a:pt x="2433315" y="3038365"/>
                </a:moveTo>
                <a:lnTo>
                  <a:pt x="2455939" y="3038365"/>
                </a:lnTo>
                <a:cubicBezTo>
                  <a:pt x="2456472" y="3038365"/>
                  <a:pt x="2457005" y="3038720"/>
                  <a:pt x="2457301" y="3039194"/>
                </a:cubicBezTo>
                <a:lnTo>
                  <a:pt x="2468613" y="3058798"/>
                </a:lnTo>
                <a:cubicBezTo>
                  <a:pt x="2468910" y="3059271"/>
                  <a:pt x="2468910" y="3059923"/>
                  <a:pt x="2468613" y="3060397"/>
                </a:cubicBezTo>
                <a:lnTo>
                  <a:pt x="2457301" y="3080000"/>
                </a:lnTo>
                <a:cubicBezTo>
                  <a:pt x="2457005" y="3080533"/>
                  <a:pt x="2456531" y="3080829"/>
                  <a:pt x="2455939" y="3080829"/>
                </a:cubicBezTo>
                <a:lnTo>
                  <a:pt x="2433315" y="3080829"/>
                </a:lnTo>
                <a:cubicBezTo>
                  <a:pt x="2432782" y="3080829"/>
                  <a:pt x="2432249" y="3080474"/>
                  <a:pt x="2431953" y="3080000"/>
                </a:cubicBezTo>
                <a:lnTo>
                  <a:pt x="2420641" y="3060397"/>
                </a:lnTo>
                <a:cubicBezTo>
                  <a:pt x="2420345" y="3059923"/>
                  <a:pt x="2420345" y="3059271"/>
                  <a:pt x="2420641" y="3058798"/>
                </a:cubicBezTo>
                <a:lnTo>
                  <a:pt x="2431953" y="3039194"/>
                </a:lnTo>
                <a:cubicBezTo>
                  <a:pt x="2432249" y="3038661"/>
                  <a:pt x="2432723" y="3038365"/>
                  <a:pt x="2433315" y="3038365"/>
                </a:cubicBezTo>
                <a:close/>
                <a:moveTo>
                  <a:pt x="2162716" y="3038247"/>
                </a:moveTo>
                <a:lnTo>
                  <a:pt x="2185458" y="3038247"/>
                </a:lnTo>
                <a:cubicBezTo>
                  <a:pt x="2185991" y="3038247"/>
                  <a:pt x="2186524" y="3038602"/>
                  <a:pt x="2186820" y="3039076"/>
                </a:cubicBezTo>
                <a:lnTo>
                  <a:pt x="2198191" y="3058798"/>
                </a:lnTo>
                <a:cubicBezTo>
                  <a:pt x="2198487" y="3059272"/>
                  <a:pt x="2198487" y="3059924"/>
                  <a:pt x="2198191" y="3060397"/>
                </a:cubicBezTo>
                <a:lnTo>
                  <a:pt x="2186820" y="3080119"/>
                </a:lnTo>
                <a:cubicBezTo>
                  <a:pt x="2186583" y="3080652"/>
                  <a:pt x="2186050" y="3080948"/>
                  <a:pt x="2185458" y="3080948"/>
                </a:cubicBezTo>
                <a:lnTo>
                  <a:pt x="2162716" y="3080948"/>
                </a:lnTo>
                <a:cubicBezTo>
                  <a:pt x="2162182" y="3080948"/>
                  <a:pt x="2161650" y="3080593"/>
                  <a:pt x="2161353" y="3080119"/>
                </a:cubicBezTo>
                <a:lnTo>
                  <a:pt x="2149982" y="3060397"/>
                </a:lnTo>
                <a:cubicBezTo>
                  <a:pt x="2149686" y="3059924"/>
                  <a:pt x="2149686" y="3059272"/>
                  <a:pt x="2149982" y="3058798"/>
                </a:cubicBezTo>
                <a:lnTo>
                  <a:pt x="2161353" y="3039076"/>
                </a:lnTo>
                <a:cubicBezTo>
                  <a:pt x="2161590" y="3038543"/>
                  <a:pt x="2162123" y="3038247"/>
                  <a:pt x="2162716" y="3038247"/>
                </a:cubicBezTo>
                <a:close/>
                <a:moveTo>
                  <a:pt x="4331005" y="2987313"/>
                </a:moveTo>
                <a:lnTo>
                  <a:pt x="4345575" y="2987313"/>
                </a:lnTo>
                <a:cubicBezTo>
                  <a:pt x="4345930" y="2987313"/>
                  <a:pt x="4346285" y="2987550"/>
                  <a:pt x="4346463" y="2987846"/>
                </a:cubicBezTo>
                <a:lnTo>
                  <a:pt x="4353748" y="3000461"/>
                </a:lnTo>
                <a:cubicBezTo>
                  <a:pt x="4353926" y="3000757"/>
                  <a:pt x="4353926" y="3001171"/>
                  <a:pt x="4353748" y="3001468"/>
                </a:cubicBezTo>
                <a:lnTo>
                  <a:pt x="4346463" y="3014082"/>
                </a:lnTo>
                <a:cubicBezTo>
                  <a:pt x="4346285" y="3014438"/>
                  <a:pt x="4345930" y="3014616"/>
                  <a:pt x="4345575" y="3014616"/>
                </a:cubicBezTo>
                <a:lnTo>
                  <a:pt x="4331005" y="3014616"/>
                </a:lnTo>
                <a:cubicBezTo>
                  <a:pt x="4330650" y="3014616"/>
                  <a:pt x="4330295" y="3014379"/>
                  <a:pt x="4330117" y="3014082"/>
                </a:cubicBezTo>
                <a:lnTo>
                  <a:pt x="4322832" y="3001468"/>
                </a:lnTo>
                <a:cubicBezTo>
                  <a:pt x="4322655" y="3001171"/>
                  <a:pt x="4322655" y="3000757"/>
                  <a:pt x="4322832" y="3000461"/>
                </a:cubicBezTo>
                <a:lnTo>
                  <a:pt x="4330117" y="2987846"/>
                </a:lnTo>
                <a:cubicBezTo>
                  <a:pt x="4330295" y="2987490"/>
                  <a:pt x="4330650" y="2987313"/>
                  <a:pt x="4331005" y="2987313"/>
                </a:cubicBezTo>
                <a:close/>
                <a:moveTo>
                  <a:pt x="4060347" y="2987076"/>
                </a:moveTo>
                <a:lnTo>
                  <a:pt x="4075153" y="2987076"/>
                </a:lnTo>
                <a:cubicBezTo>
                  <a:pt x="4075508" y="2987076"/>
                  <a:pt x="4075864" y="2987313"/>
                  <a:pt x="4076041" y="2987609"/>
                </a:cubicBezTo>
                <a:lnTo>
                  <a:pt x="4083444" y="3000402"/>
                </a:lnTo>
                <a:cubicBezTo>
                  <a:pt x="4083622" y="3000757"/>
                  <a:pt x="4083622" y="3001172"/>
                  <a:pt x="4083444" y="3001468"/>
                </a:cubicBezTo>
                <a:lnTo>
                  <a:pt x="4076041" y="3014260"/>
                </a:lnTo>
                <a:cubicBezTo>
                  <a:pt x="4075864" y="3014616"/>
                  <a:pt x="4075508" y="3014794"/>
                  <a:pt x="4075153" y="3014794"/>
                </a:cubicBezTo>
                <a:lnTo>
                  <a:pt x="4060347" y="3014794"/>
                </a:lnTo>
                <a:cubicBezTo>
                  <a:pt x="4059991" y="3014794"/>
                  <a:pt x="4059636" y="3014557"/>
                  <a:pt x="4059459" y="3014260"/>
                </a:cubicBezTo>
                <a:lnTo>
                  <a:pt x="4052055" y="3001468"/>
                </a:lnTo>
                <a:cubicBezTo>
                  <a:pt x="4051878" y="3001113"/>
                  <a:pt x="4051878" y="3000698"/>
                  <a:pt x="4052055" y="3000402"/>
                </a:cubicBezTo>
                <a:lnTo>
                  <a:pt x="4059459" y="2987609"/>
                </a:lnTo>
                <a:cubicBezTo>
                  <a:pt x="4059636" y="2987254"/>
                  <a:pt x="4059991" y="2987076"/>
                  <a:pt x="4060347" y="2987076"/>
                </a:cubicBezTo>
                <a:close/>
                <a:moveTo>
                  <a:pt x="4195439" y="2986780"/>
                </a:moveTo>
                <a:lnTo>
                  <a:pt x="4210542" y="2986780"/>
                </a:lnTo>
                <a:cubicBezTo>
                  <a:pt x="4210956" y="2986780"/>
                  <a:pt x="4211312" y="2986958"/>
                  <a:pt x="4211489" y="2987313"/>
                </a:cubicBezTo>
                <a:lnTo>
                  <a:pt x="4219070" y="3000402"/>
                </a:lnTo>
                <a:cubicBezTo>
                  <a:pt x="4219248" y="3000698"/>
                  <a:pt x="4219248" y="3001113"/>
                  <a:pt x="4219070" y="3001468"/>
                </a:cubicBezTo>
                <a:lnTo>
                  <a:pt x="4211489" y="3014557"/>
                </a:lnTo>
                <a:cubicBezTo>
                  <a:pt x="4211253" y="3014912"/>
                  <a:pt x="4210897" y="3015090"/>
                  <a:pt x="4210542" y="3015090"/>
                </a:cubicBezTo>
                <a:lnTo>
                  <a:pt x="4195439" y="3015090"/>
                </a:lnTo>
                <a:cubicBezTo>
                  <a:pt x="4195025" y="3015090"/>
                  <a:pt x="4194669" y="3014912"/>
                  <a:pt x="4194492" y="3014557"/>
                </a:cubicBezTo>
                <a:lnTo>
                  <a:pt x="4186911" y="3001468"/>
                </a:lnTo>
                <a:cubicBezTo>
                  <a:pt x="4186734" y="3001172"/>
                  <a:pt x="4186734" y="3000757"/>
                  <a:pt x="4186911" y="3000402"/>
                </a:cubicBezTo>
                <a:lnTo>
                  <a:pt x="4194492" y="2987313"/>
                </a:lnTo>
                <a:cubicBezTo>
                  <a:pt x="4194729" y="2986958"/>
                  <a:pt x="4195084" y="2986780"/>
                  <a:pt x="4195439" y="2986780"/>
                </a:cubicBezTo>
                <a:close/>
                <a:moveTo>
                  <a:pt x="3992593" y="2986780"/>
                </a:moveTo>
                <a:lnTo>
                  <a:pt x="4007696" y="2986780"/>
                </a:lnTo>
                <a:cubicBezTo>
                  <a:pt x="4008110" y="2986780"/>
                  <a:pt x="4008466" y="2986958"/>
                  <a:pt x="4008643" y="2987313"/>
                </a:cubicBezTo>
                <a:lnTo>
                  <a:pt x="4016224" y="3000402"/>
                </a:lnTo>
                <a:cubicBezTo>
                  <a:pt x="4016402" y="3000698"/>
                  <a:pt x="4016402" y="3001113"/>
                  <a:pt x="4016224" y="3001468"/>
                </a:cubicBezTo>
                <a:lnTo>
                  <a:pt x="4008643" y="3014557"/>
                </a:lnTo>
                <a:cubicBezTo>
                  <a:pt x="4008407" y="3014912"/>
                  <a:pt x="4008051" y="3015090"/>
                  <a:pt x="4007696" y="3015090"/>
                </a:cubicBezTo>
                <a:lnTo>
                  <a:pt x="3992593" y="3015090"/>
                </a:lnTo>
                <a:cubicBezTo>
                  <a:pt x="3992179" y="3015090"/>
                  <a:pt x="3991823" y="3014912"/>
                  <a:pt x="3991646" y="3014557"/>
                </a:cubicBezTo>
                <a:lnTo>
                  <a:pt x="3984065" y="3001468"/>
                </a:lnTo>
                <a:cubicBezTo>
                  <a:pt x="3983888" y="3001172"/>
                  <a:pt x="3983888" y="3000757"/>
                  <a:pt x="3984065" y="3000402"/>
                </a:cubicBezTo>
                <a:lnTo>
                  <a:pt x="3991646" y="2987313"/>
                </a:lnTo>
                <a:cubicBezTo>
                  <a:pt x="3991883" y="2986958"/>
                  <a:pt x="3992238" y="2986780"/>
                  <a:pt x="3992593" y="2986780"/>
                </a:cubicBezTo>
                <a:close/>
                <a:moveTo>
                  <a:pt x="3924957" y="2986780"/>
                </a:moveTo>
                <a:lnTo>
                  <a:pt x="3940060" y="2986780"/>
                </a:lnTo>
                <a:cubicBezTo>
                  <a:pt x="3940475" y="2986780"/>
                  <a:pt x="3940830" y="2986958"/>
                  <a:pt x="3941008" y="2987313"/>
                </a:cubicBezTo>
                <a:lnTo>
                  <a:pt x="3948589" y="3000402"/>
                </a:lnTo>
                <a:cubicBezTo>
                  <a:pt x="3948766" y="3000698"/>
                  <a:pt x="3948766" y="3001113"/>
                  <a:pt x="3948589" y="3001468"/>
                </a:cubicBezTo>
                <a:lnTo>
                  <a:pt x="3941008" y="3014557"/>
                </a:lnTo>
                <a:cubicBezTo>
                  <a:pt x="3940771" y="3014912"/>
                  <a:pt x="3940416" y="3015090"/>
                  <a:pt x="3940060" y="3015090"/>
                </a:cubicBezTo>
                <a:lnTo>
                  <a:pt x="3924957" y="3015090"/>
                </a:lnTo>
                <a:cubicBezTo>
                  <a:pt x="3924543" y="3015090"/>
                  <a:pt x="3924188" y="3014912"/>
                  <a:pt x="3924010" y="3014557"/>
                </a:cubicBezTo>
                <a:lnTo>
                  <a:pt x="3916429" y="3001468"/>
                </a:lnTo>
                <a:cubicBezTo>
                  <a:pt x="3916252" y="3001172"/>
                  <a:pt x="3916252" y="3000757"/>
                  <a:pt x="3916429" y="3000402"/>
                </a:cubicBezTo>
                <a:lnTo>
                  <a:pt x="3924010" y="2987313"/>
                </a:lnTo>
                <a:cubicBezTo>
                  <a:pt x="3924247" y="2986958"/>
                  <a:pt x="3924602" y="2986780"/>
                  <a:pt x="3924957" y="2986780"/>
                </a:cubicBezTo>
                <a:close/>
                <a:moveTo>
                  <a:pt x="4263015" y="2986662"/>
                </a:moveTo>
                <a:lnTo>
                  <a:pt x="4278235" y="2986662"/>
                </a:lnTo>
                <a:cubicBezTo>
                  <a:pt x="4278650" y="2986662"/>
                  <a:pt x="4279005" y="2986839"/>
                  <a:pt x="4279183" y="2987195"/>
                </a:cubicBezTo>
                <a:lnTo>
                  <a:pt x="4286824" y="3000402"/>
                </a:lnTo>
                <a:cubicBezTo>
                  <a:pt x="4287001" y="3000698"/>
                  <a:pt x="4287001" y="3001113"/>
                  <a:pt x="4286824" y="3001468"/>
                </a:cubicBezTo>
                <a:lnTo>
                  <a:pt x="4279183" y="3014675"/>
                </a:lnTo>
                <a:cubicBezTo>
                  <a:pt x="4278946" y="3014971"/>
                  <a:pt x="4278591" y="3015208"/>
                  <a:pt x="4278235" y="3015208"/>
                </a:cubicBezTo>
                <a:lnTo>
                  <a:pt x="4263015" y="3015208"/>
                </a:lnTo>
                <a:cubicBezTo>
                  <a:pt x="4262600" y="3015208"/>
                  <a:pt x="4262245" y="3015031"/>
                  <a:pt x="4262067" y="3014675"/>
                </a:cubicBezTo>
                <a:lnTo>
                  <a:pt x="4254427" y="3001468"/>
                </a:lnTo>
                <a:cubicBezTo>
                  <a:pt x="4254250" y="3001172"/>
                  <a:pt x="4254250" y="3000757"/>
                  <a:pt x="4254427" y="3000402"/>
                </a:cubicBezTo>
                <a:lnTo>
                  <a:pt x="4262067" y="2987195"/>
                </a:lnTo>
                <a:cubicBezTo>
                  <a:pt x="4262304" y="2986899"/>
                  <a:pt x="4262659" y="2986662"/>
                  <a:pt x="4263015" y="2986662"/>
                </a:cubicBezTo>
                <a:close/>
                <a:moveTo>
                  <a:pt x="4127686" y="2986543"/>
                </a:moveTo>
                <a:lnTo>
                  <a:pt x="4143025" y="2986543"/>
                </a:lnTo>
                <a:cubicBezTo>
                  <a:pt x="4143440" y="2986543"/>
                  <a:pt x="4143795" y="2986720"/>
                  <a:pt x="4143973" y="2987076"/>
                </a:cubicBezTo>
                <a:lnTo>
                  <a:pt x="4151613" y="3000343"/>
                </a:lnTo>
                <a:cubicBezTo>
                  <a:pt x="4151790" y="3000639"/>
                  <a:pt x="4151790" y="3001053"/>
                  <a:pt x="4151613" y="3001409"/>
                </a:cubicBezTo>
                <a:lnTo>
                  <a:pt x="4143914" y="3014675"/>
                </a:lnTo>
                <a:cubicBezTo>
                  <a:pt x="4143677" y="3014971"/>
                  <a:pt x="4143322" y="3015208"/>
                  <a:pt x="4142966" y="3015208"/>
                </a:cubicBezTo>
                <a:lnTo>
                  <a:pt x="4127627" y="3015208"/>
                </a:lnTo>
                <a:cubicBezTo>
                  <a:pt x="4127212" y="3015208"/>
                  <a:pt x="4126857" y="3015030"/>
                  <a:pt x="4126679" y="3014675"/>
                </a:cubicBezTo>
                <a:lnTo>
                  <a:pt x="4119039" y="3001409"/>
                </a:lnTo>
                <a:cubicBezTo>
                  <a:pt x="4118862" y="3001113"/>
                  <a:pt x="4118862" y="3000698"/>
                  <a:pt x="4119039" y="3000343"/>
                </a:cubicBezTo>
                <a:lnTo>
                  <a:pt x="4126738" y="2987076"/>
                </a:lnTo>
                <a:cubicBezTo>
                  <a:pt x="4126976" y="2986780"/>
                  <a:pt x="4127331" y="2986543"/>
                  <a:pt x="4127686" y="2986543"/>
                </a:cubicBezTo>
                <a:close/>
                <a:moveTo>
                  <a:pt x="3789569" y="2986543"/>
                </a:moveTo>
                <a:lnTo>
                  <a:pt x="3804909" y="2986543"/>
                </a:lnTo>
                <a:cubicBezTo>
                  <a:pt x="3805323" y="2986543"/>
                  <a:pt x="3805679" y="2986720"/>
                  <a:pt x="3805856" y="2987076"/>
                </a:cubicBezTo>
                <a:lnTo>
                  <a:pt x="3813496" y="3000343"/>
                </a:lnTo>
                <a:cubicBezTo>
                  <a:pt x="3813674" y="3000639"/>
                  <a:pt x="3813674" y="3001053"/>
                  <a:pt x="3813496" y="3001409"/>
                </a:cubicBezTo>
                <a:lnTo>
                  <a:pt x="3805797" y="3014675"/>
                </a:lnTo>
                <a:cubicBezTo>
                  <a:pt x="3805560" y="3014971"/>
                  <a:pt x="3805205" y="3015208"/>
                  <a:pt x="3804850" y="3015208"/>
                </a:cubicBezTo>
                <a:lnTo>
                  <a:pt x="3789510" y="3015208"/>
                </a:lnTo>
                <a:cubicBezTo>
                  <a:pt x="3789095" y="3015208"/>
                  <a:pt x="3788740" y="3015030"/>
                  <a:pt x="3788563" y="3014675"/>
                </a:cubicBezTo>
                <a:lnTo>
                  <a:pt x="3780922" y="3001409"/>
                </a:lnTo>
                <a:cubicBezTo>
                  <a:pt x="3780745" y="3001113"/>
                  <a:pt x="3780745" y="3000698"/>
                  <a:pt x="3780922" y="3000343"/>
                </a:cubicBezTo>
                <a:lnTo>
                  <a:pt x="3788622" y="2987076"/>
                </a:lnTo>
                <a:cubicBezTo>
                  <a:pt x="3788858" y="2986780"/>
                  <a:pt x="3789214" y="2986543"/>
                  <a:pt x="3789569" y="2986543"/>
                </a:cubicBezTo>
                <a:close/>
                <a:moveTo>
                  <a:pt x="3721579" y="2985951"/>
                </a:moveTo>
                <a:lnTo>
                  <a:pt x="3737570" y="2985951"/>
                </a:lnTo>
                <a:cubicBezTo>
                  <a:pt x="3737984" y="2985951"/>
                  <a:pt x="3738399" y="2986188"/>
                  <a:pt x="3738576" y="2986543"/>
                </a:cubicBezTo>
                <a:lnTo>
                  <a:pt x="3746572" y="3000402"/>
                </a:lnTo>
                <a:cubicBezTo>
                  <a:pt x="3746750" y="3000757"/>
                  <a:pt x="3746750" y="3001172"/>
                  <a:pt x="3746572" y="3001527"/>
                </a:cubicBezTo>
                <a:lnTo>
                  <a:pt x="3738576" y="3015386"/>
                </a:lnTo>
                <a:cubicBezTo>
                  <a:pt x="3738399" y="3015741"/>
                  <a:pt x="3738044" y="3015978"/>
                  <a:pt x="3737629" y="3015978"/>
                </a:cubicBezTo>
                <a:lnTo>
                  <a:pt x="3721638" y="3015978"/>
                </a:lnTo>
                <a:cubicBezTo>
                  <a:pt x="3721224" y="3015978"/>
                  <a:pt x="3720809" y="3015741"/>
                  <a:pt x="3720631" y="3015386"/>
                </a:cubicBezTo>
                <a:lnTo>
                  <a:pt x="3712636" y="3001527"/>
                </a:lnTo>
                <a:cubicBezTo>
                  <a:pt x="3712459" y="3001172"/>
                  <a:pt x="3712459" y="3000757"/>
                  <a:pt x="3712636" y="3000402"/>
                </a:cubicBezTo>
                <a:lnTo>
                  <a:pt x="3720631" y="2986543"/>
                </a:lnTo>
                <a:cubicBezTo>
                  <a:pt x="3720809" y="2986188"/>
                  <a:pt x="3721165" y="2985951"/>
                  <a:pt x="3721579" y="2985951"/>
                </a:cubicBezTo>
                <a:close/>
                <a:moveTo>
                  <a:pt x="3856790" y="2985833"/>
                </a:moveTo>
                <a:lnTo>
                  <a:pt x="3872899" y="2985833"/>
                </a:lnTo>
                <a:cubicBezTo>
                  <a:pt x="3873313" y="2985833"/>
                  <a:pt x="3873728" y="2986070"/>
                  <a:pt x="3873905" y="2986425"/>
                </a:cubicBezTo>
                <a:lnTo>
                  <a:pt x="3881961" y="3000402"/>
                </a:lnTo>
                <a:cubicBezTo>
                  <a:pt x="3882138" y="3000757"/>
                  <a:pt x="3882138" y="3001172"/>
                  <a:pt x="3881961" y="3001527"/>
                </a:cubicBezTo>
                <a:lnTo>
                  <a:pt x="3873905" y="3015505"/>
                </a:lnTo>
                <a:cubicBezTo>
                  <a:pt x="3873669" y="3015860"/>
                  <a:pt x="3873313" y="3016097"/>
                  <a:pt x="3872899" y="3016097"/>
                </a:cubicBezTo>
                <a:lnTo>
                  <a:pt x="3856790" y="3016097"/>
                </a:lnTo>
                <a:cubicBezTo>
                  <a:pt x="3856375" y="3016097"/>
                  <a:pt x="3855961" y="3015860"/>
                  <a:pt x="3855783" y="3015505"/>
                </a:cubicBezTo>
                <a:lnTo>
                  <a:pt x="3847728" y="3001527"/>
                </a:lnTo>
                <a:cubicBezTo>
                  <a:pt x="3847551" y="3001172"/>
                  <a:pt x="3847551" y="3000757"/>
                  <a:pt x="3847728" y="3000402"/>
                </a:cubicBezTo>
                <a:lnTo>
                  <a:pt x="3855783" y="2986425"/>
                </a:lnTo>
                <a:cubicBezTo>
                  <a:pt x="3856020" y="2986070"/>
                  <a:pt x="3856375" y="2985833"/>
                  <a:pt x="3856790" y="2985833"/>
                </a:cubicBezTo>
                <a:close/>
                <a:moveTo>
                  <a:pt x="3586131" y="2985655"/>
                </a:moveTo>
                <a:lnTo>
                  <a:pt x="3602477" y="2985655"/>
                </a:lnTo>
                <a:cubicBezTo>
                  <a:pt x="3602892" y="2985655"/>
                  <a:pt x="3603247" y="2985892"/>
                  <a:pt x="3603485" y="2986247"/>
                </a:cubicBezTo>
                <a:lnTo>
                  <a:pt x="3611658" y="3000402"/>
                </a:lnTo>
                <a:cubicBezTo>
                  <a:pt x="3611894" y="3000757"/>
                  <a:pt x="3611894" y="3001231"/>
                  <a:pt x="3611658" y="3001587"/>
                </a:cubicBezTo>
                <a:lnTo>
                  <a:pt x="3603485" y="3015741"/>
                </a:lnTo>
                <a:cubicBezTo>
                  <a:pt x="3603247" y="3016097"/>
                  <a:pt x="3602892" y="3016334"/>
                  <a:pt x="3602477" y="3016334"/>
                </a:cubicBezTo>
                <a:lnTo>
                  <a:pt x="3586131" y="3016334"/>
                </a:lnTo>
                <a:cubicBezTo>
                  <a:pt x="3585717" y="3016334"/>
                  <a:pt x="3585361" y="3016097"/>
                  <a:pt x="3585125" y="3015741"/>
                </a:cubicBezTo>
                <a:lnTo>
                  <a:pt x="3576952" y="3001587"/>
                </a:lnTo>
                <a:cubicBezTo>
                  <a:pt x="3576715" y="3001231"/>
                  <a:pt x="3576715" y="3000757"/>
                  <a:pt x="3576952" y="3000402"/>
                </a:cubicBezTo>
                <a:lnTo>
                  <a:pt x="3585125" y="2986247"/>
                </a:lnTo>
                <a:cubicBezTo>
                  <a:pt x="3585361" y="2985892"/>
                  <a:pt x="3585717" y="2985655"/>
                  <a:pt x="3586131" y="2985655"/>
                </a:cubicBezTo>
                <a:close/>
                <a:moveTo>
                  <a:pt x="3653648" y="2985418"/>
                </a:moveTo>
                <a:lnTo>
                  <a:pt x="3670231" y="2985418"/>
                </a:lnTo>
                <a:cubicBezTo>
                  <a:pt x="3670645" y="2985418"/>
                  <a:pt x="3671001" y="2985655"/>
                  <a:pt x="3671238" y="2986010"/>
                </a:cubicBezTo>
                <a:lnTo>
                  <a:pt x="3679529" y="3000343"/>
                </a:lnTo>
                <a:cubicBezTo>
                  <a:pt x="3679766" y="3000698"/>
                  <a:pt x="3679766" y="3001172"/>
                  <a:pt x="3679529" y="3001527"/>
                </a:cubicBezTo>
                <a:lnTo>
                  <a:pt x="3671238" y="3015860"/>
                </a:lnTo>
                <a:cubicBezTo>
                  <a:pt x="3671001" y="3016215"/>
                  <a:pt x="3670645" y="3016452"/>
                  <a:pt x="3670231" y="3016452"/>
                </a:cubicBezTo>
                <a:lnTo>
                  <a:pt x="3653648" y="3016452"/>
                </a:lnTo>
                <a:cubicBezTo>
                  <a:pt x="3653234" y="3016452"/>
                  <a:pt x="3652878" y="3016215"/>
                  <a:pt x="3652641" y="3015860"/>
                </a:cubicBezTo>
                <a:lnTo>
                  <a:pt x="3644350" y="3001527"/>
                </a:lnTo>
                <a:cubicBezTo>
                  <a:pt x="3644113" y="3001172"/>
                  <a:pt x="3644113" y="3000698"/>
                  <a:pt x="3644350" y="3000343"/>
                </a:cubicBezTo>
                <a:lnTo>
                  <a:pt x="3652641" y="2986010"/>
                </a:lnTo>
                <a:cubicBezTo>
                  <a:pt x="3652878" y="2985655"/>
                  <a:pt x="3653234" y="2985418"/>
                  <a:pt x="3653648" y="2985418"/>
                </a:cubicBezTo>
                <a:close/>
                <a:moveTo>
                  <a:pt x="3518378" y="2985359"/>
                </a:moveTo>
                <a:lnTo>
                  <a:pt x="3535020" y="2985359"/>
                </a:lnTo>
                <a:cubicBezTo>
                  <a:pt x="3535435" y="2985359"/>
                  <a:pt x="3535790" y="2985596"/>
                  <a:pt x="3536027" y="2985951"/>
                </a:cubicBezTo>
                <a:lnTo>
                  <a:pt x="3544378" y="3000402"/>
                </a:lnTo>
                <a:cubicBezTo>
                  <a:pt x="3544615" y="3000757"/>
                  <a:pt x="3544615" y="3001231"/>
                  <a:pt x="3544378" y="3001587"/>
                </a:cubicBezTo>
                <a:lnTo>
                  <a:pt x="3536027" y="3016038"/>
                </a:lnTo>
                <a:cubicBezTo>
                  <a:pt x="3535849" y="3016393"/>
                  <a:pt x="3535435" y="3016630"/>
                  <a:pt x="3535020" y="3016630"/>
                </a:cubicBezTo>
                <a:lnTo>
                  <a:pt x="3518378" y="3016630"/>
                </a:lnTo>
                <a:cubicBezTo>
                  <a:pt x="3517963" y="3016630"/>
                  <a:pt x="3517608" y="3016393"/>
                  <a:pt x="3517371" y="3016038"/>
                </a:cubicBezTo>
                <a:lnTo>
                  <a:pt x="3509020" y="3001587"/>
                </a:lnTo>
                <a:cubicBezTo>
                  <a:pt x="3508784" y="3001231"/>
                  <a:pt x="3508784" y="3000757"/>
                  <a:pt x="3509020" y="3000402"/>
                </a:cubicBezTo>
                <a:lnTo>
                  <a:pt x="3517371" y="2985951"/>
                </a:lnTo>
                <a:cubicBezTo>
                  <a:pt x="3517549" y="2985596"/>
                  <a:pt x="3517963" y="2985359"/>
                  <a:pt x="3518378" y="2985359"/>
                </a:cubicBezTo>
                <a:close/>
                <a:moveTo>
                  <a:pt x="3382872" y="2984944"/>
                </a:moveTo>
                <a:lnTo>
                  <a:pt x="3399988" y="2984944"/>
                </a:lnTo>
                <a:cubicBezTo>
                  <a:pt x="3400461" y="2984944"/>
                  <a:pt x="3400816" y="2985181"/>
                  <a:pt x="3401053" y="2985536"/>
                </a:cubicBezTo>
                <a:lnTo>
                  <a:pt x="3409582" y="3000343"/>
                </a:lnTo>
                <a:cubicBezTo>
                  <a:pt x="3409819" y="3000698"/>
                  <a:pt x="3409819" y="3001172"/>
                  <a:pt x="3409582" y="3001527"/>
                </a:cubicBezTo>
                <a:lnTo>
                  <a:pt x="3400994" y="3016333"/>
                </a:lnTo>
                <a:cubicBezTo>
                  <a:pt x="3400758" y="3016689"/>
                  <a:pt x="3400343" y="3016926"/>
                  <a:pt x="3399928" y="3016926"/>
                </a:cubicBezTo>
                <a:lnTo>
                  <a:pt x="3382812" y="3016926"/>
                </a:lnTo>
                <a:cubicBezTo>
                  <a:pt x="3382338" y="3016926"/>
                  <a:pt x="3381983" y="3016689"/>
                  <a:pt x="3381746" y="3016333"/>
                </a:cubicBezTo>
                <a:lnTo>
                  <a:pt x="3373218" y="3001527"/>
                </a:lnTo>
                <a:cubicBezTo>
                  <a:pt x="3372981" y="3001172"/>
                  <a:pt x="3372981" y="3000698"/>
                  <a:pt x="3373218" y="3000343"/>
                </a:cubicBezTo>
                <a:lnTo>
                  <a:pt x="3381805" y="2985536"/>
                </a:lnTo>
                <a:cubicBezTo>
                  <a:pt x="3382042" y="2985181"/>
                  <a:pt x="3382457" y="2984944"/>
                  <a:pt x="3382872" y="2984944"/>
                </a:cubicBezTo>
                <a:close/>
                <a:moveTo>
                  <a:pt x="3450446" y="2984826"/>
                </a:moveTo>
                <a:lnTo>
                  <a:pt x="3467681" y="2984826"/>
                </a:lnTo>
                <a:cubicBezTo>
                  <a:pt x="3468096" y="2984826"/>
                  <a:pt x="3468510" y="2985063"/>
                  <a:pt x="3468747" y="2985418"/>
                </a:cubicBezTo>
                <a:lnTo>
                  <a:pt x="3477335" y="3000343"/>
                </a:lnTo>
                <a:cubicBezTo>
                  <a:pt x="3477572" y="3000757"/>
                  <a:pt x="3477572" y="3001231"/>
                  <a:pt x="3477335" y="3001586"/>
                </a:cubicBezTo>
                <a:lnTo>
                  <a:pt x="3468688" y="3016511"/>
                </a:lnTo>
                <a:cubicBezTo>
                  <a:pt x="3468451" y="3016867"/>
                  <a:pt x="3468037" y="3017103"/>
                  <a:pt x="3467622" y="3017103"/>
                </a:cubicBezTo>
                <a:lnTo>
                  <a:pt x="3450388" y="3017103"/>
                </a:lnTo>
                <a:cubicBezTo>
                  <a:pt x="3449973" y="3017103"/>
                  <a:pt x="3449558" y="3016867"/>
                  <a:pt x="3449321" y="3016511"/>
                </a:cubicBezTo>
                <a:lnTo>
                  <a:pt x="3440734" y="3001586"/>
                </a:lnTo>
                <a:cubicBezTo>
                  <a:pt x="3440497" y="3001172"/>
                  <a:pt x="3440497" y="3000698"/>
                  <a:pt x="3440734" y="3000343"/>
                </a:cubicBezTo>
                <a:lnTo>
                  <a:pt x="3449380" y="2985418"/>
                </a:lnTo>
                <a:cubicBezTo>
                  <a:pt x="3449618" y="2985063"/>
                  <a:pt x="3450032" y="2984826"/>
                  <a:pt x="3450446" y="2984826"/>
                </a:cubicBezTo>
                <a:close/>
                <a:moveTo>
                  <a:pt x="3315117" y="2984707"/>
                </a:moveTo>
                <a:lnTo>
                  <a:pt x="3332471" y="2984707"/>
                </a:lnTo>
                <a:cubicBezTo>
                  <a:pt x="3332885" y="2984707"/>
                  <a:pt x="3333300" y="2984944"/>
                  <a:pt x="3333536" y="2985299"/>
                </a:cubicBezTo>
                <a:lnTo>
                  <a:pt x="3342184" y="3000343"/>
                </a:lnTo>
                <a:cubicBezTo>
                  <a:pt x="3342420" y="3000757"/>
                  <a:pt x="3342420" y="3001231"/>
                  <a:pt x="3342184" y="3001586"/>
                </a:cubicBezTo>
                <a:lnTo>
                  <a:pt x="3333536" y="3016629"/>
                </a:lnTo>
                <a:cubicBezTo>
                  <a:pt x="3333300" y="3016985"/>
                  <a:pt x="3332885" y="3017222"/>
                  <a:pt x="3332471" y="3017222"/>
                </a:cubicBezTo>
                <a:lnTo>
                  <a:pt x="3315117" y="3017222"/>
                </a:lnTo>
                <a:cubicBezTo>
                  <a:pt x="3314703" y="3017222"/>
                  <a:pt x="3314288" y="3016985"/>
                  <a:pt x="3314052" y="3016629"/>
                </a:cubicBezTo>
                <a:lnTo>
                  <a:pt x="3305404" y="3001586"/>
                </a:lnTo>
                <a:cubicBezTo>
                  <a:pt x="3305168" y="3001171"/>
                  <a:pt x="3305168" y="3000698"/>
                  <a:pt x="3305404" y="3000343"/>
                </a:cubicBezTo>
                <a:lnTo>
                  <a:pt x="3314052" y="2985299"/>
                </a:lnTo>
                <a:cubicBezTo>
                  <a:pt x="3314288" y="2984944"/>
                  <a:pt x="3314703" y="2984707"/>
                  <a:pt x="3315117" y="2984707"/>
                </a:cubicBezTo>
                <a:close/>
                <a:moveTo>
                  <a:pt x="3247246" y="2984174"/>
                </a:moveTo>
                <a:lnTo>
                  <a:pt x="3265132" y="2984174"/>
                </a:lnTo>
                <a:cubicBezTo>
                  <a:pt x="3265546" y="2984174"/>
                  <a:pt x="3265961" y="2984411"/>
                  <a:pt x="3266197" y="2984826"/>
                </a:cubicBezTo>
                <a:lnTo>
                  <a:pt x="3275141" y="3000343"/>
                </a:lnTo>
                <a:cubicBezTo>
                  <a:pt x="3275378" y="3000698"/>
                  <a:pt x="3275378" y="3001172"/>
                  <a:pt x="3275141" y="3001586"/>
                </a:cubicBezTo>
                <a:lnTo>
                  <a:pt x="3266197" y="3017103"/>
                </a:lnTo>
                <a:cubicBezTo>
                  <a:pt x="3266020" y="3017518"/>
                  <a:pt x="3265605" y="3017755"/>
                  <a:pt x="3265132" y="3017755"/>
                </a:cubicBezTo>
                <a:lnTo>
                  <a:pt x="3247246" y="3017755"/>
                </a:lnTo>
                <a:cubicBezTo>
                  <a:pt x="3246831" y="3017755"/>
                  <a:pt x="3246416" y="3017518"/>
                  <a:pt x="3246179" y="3017103"/>
                </a:cubicBezTo>
                <a:lnTo>
                  <a:pt x="3237236" y="3001586"/>
                </a:lnTo>
                <a:cubicBezTo>
                  <a:pt x="3237000" y="3001231"/>
                  <a:pt x="3237000" y="3000757"/>
                  <a:pt x="3237236" y="3000343"/>
                </a:cubicBezTo>
                <a:lnTo>
                  <a:pt x="3246179" y="2984826"/>
                </a:lnTo>
                <a:cubicBezTo>
                  <a:pt x="3246357" y="2984411"/>
                  <a:pt x="3246772" y="2984174"/>
                  <a:pt x="3247246" y="2984174"/>
                </a:cubicBezTo>
                <a:close/>
                <a:moveTo>
                  <a:pt x="4531956" y="2983701"/>
                </a:moveTo>
                <a:lnTo>
                  <a:pt x="4550375" y="2983701"/>
                </a:lnTo>
                <a:cubicBezTo>
                  <a:pt x="4550849" y="2983701"/>
                  <a:pt x="4551263" y="2983938"/>
                  <a:pt x="4551500" y="2984352"/>
                </a:cubicBezTo>
                <a:lnTo>
                  <a:pt x="4560740" y="3000343"/>
                </a:lnTo>
                <a:cubicBezTo>
                  <a:pt x="4560976" y="3000757"/>
                  <a:pt x="4560976" y="3001231"/>
                  <a:pt x="4560740" y="3001646"/>
                </a:cubicBezTo>
                <a:lnTo>
                  <a:pt x="4551500" y="3017637"/>
                </a:lnTo>
                <a:cubicBezTo>
                  <a:pt x="4551263" y="3018051"/>
                  <a:pt x="4550849" y="3018288"/>
                  <a:pt x="4550375" y="3018288"/>
                </a:cubicBezTo>
                <a:lnTo>
                  <a:pt x="4531956" y="3018288"/>
                </a:lnTo>
                <a:cubicBezTo>
                  <a:pt x="4531482" y="3018288"/>
                  <a:pt x="4531068" y="3018051"/>
                  <a:pt x="4530831" y="3017637"/>
                </a:cubicBezTo>
                <a:lnTo>
                  <a:pt x="4521592" y="3001646"/>
                </a:lnTo>
                <a:cubicBezTo>
                  <a:pt x="4521355" y="3001231"/>
                  <a:pt x="4521355" y="3000757"/>
                  <a:pt x="4521592" y="3000343"/>
                </a:cubicBezTo>
                <a:lnTo>
                  <a:pt x="4530831" y="2984352"/>
                </a:lnTo>
                <a:cubicBezTo>
                  <a:pt x="4531068" y="2983938"/>
                  <a:pt x="4531482" y="2983701"/>
                  <a:pt x="4531956" y="2983701"/>
                </a:cubicBezTo>
                <a:close/>
                <a:moveTo>
                  <a:pt x="4396686" y="2983701"/>
                </a:moveTo>
                <a:lnTo>
                  <a:pt x="4415105" y="2983701"/>
                </a:lnTo>
                <a:cubicBezTo>
                  <a:pt x="4415579" y="2983701"/>
                  <a:pt x="4415993" y="2983938"/>
                  <a:pt x="4416230" y="2984352"/>
                </a:cubicBezTo>
                <a:lnTo>
                  <a:pt x="4425469" y="3000343"/>
                </a:lnTo>
                <a:cubicBezTo>
                  <a:pt x="4425706" y="3000757"/>
                  <a:pt x="4425706" y="3001231"/>
                  <a:pt x="4425469" y="3001646"/>
                </a:cubicBezTo>
                <a:lnTo>
                  <a:pt x="4416230" y="3017637"/>
                </a:lnTo>
                <a:cubicBezTo>
                  <a:pt x="4415993" y="3018051"/>
                  <a:pt x="4415579" y="3018288"/>
                  <a:pt x="4415105" y="3018288"/>
                </a:cubicBezTo>
                <a:lnTo>
                  <a:pt x="4396686" y="3018288"/>
                </a:lnTo>
                <a:cubicBezTo>
                  <a:pt x="4396212" y="3018288"/>
                  <a:pt x="4395797" y="3018051"/>
                  <a:pt x="4395561" y="3017637"/>
                </a:cubicBezTo>
                <a:lnTo>
                  <a:pt x="4386321" y="3001646"/>
                </a:lnTo>
                <a:cubicBezTo>
                  <a:pt x="4386085" y="3001231"/>
                  <a:pt x="4386085" y="3000757"/>
                  <a:pt x="4386321" y="3000343"/>
                </a:cubicBezTo>
                <a:lnTo>
                  <a:pt x="4395561" y="2984352"/>
                </a:lnTo>
                <a:cubicBezTo>
                  <a:pt x="4395797" y="2983938"/>
                  <a:pt x="4396212" y="2983701"/>
                  <a:pt x="4396686" y="2983701"/>
                </a:cubicBezTo>
                <a:close/>
                <a:moveTo>
                  <a:pt x="4464202" y="2983463"/>
                </a:moveTo>
                <a:lnTo>
                  <a:pt x="4482858" y="2983463"/>
                </a:lnTo>
                <a:cubicBezTo>
                  <a:pt x="4483332" y="2983463"/>
                  <a:pt x="4483747" y="2983700"/>
                  <a:pt x="4483983" y="2984114"/>
                </a:cubicBezTo>
                <a:lnTo>
                  <a:pt x="4493282" y="3000283"/>
                </a:lnTo>
                <a:cubicBezTo>
                  <a:pt x="4493518" y="3000698"/>
                  <a:pt x="4493518" y="3001171"/>
                  <a:pt x="4493282" y="3001586"/>
                </a:cubicBezTo>
                <a:lnTo>
                  <a:pt x="4483924" y="3017755"/>
                </a:lnTo>
                <a:cubicBezTo>
                  <a:pt x="4483688" y="3018169"/>
                  <a:pt x="4483273" y="3018406"/>
                  <a:pt x="4482799" y="3018406"/>
                </a:cubicBezTo>
                <a:lnTo>
                  <a:pt x="4464143" y="3018406"/>
                </a:lnTo>
                <a:cubicBezTo>
                  <a:pt x="4463669" y="3018406"/>
                  <a:pt x="4463254" y="3018169"/>
                  <a:pt x="4463018" y="3017755"/>
                </a:cubicBezTo>
                <a:lnTo>
                  <a:pt x="4453719" y="3001586"/>
                </a:lnTo>
                <a:cubicBezTo>
                  <a:pt x="4453483" y="3001171"/>
                  <a:pt x="4453483" y="3000698"/>
                  <a:pt x="4453719" y="3000283"/>
                </a:cubicBezTo>
                <a:lnTo>
                  <a:pt x="4463077" y="2984114"/>
                </a:lnTo>
                <a:cubicBezTo>
                  <a:pt x="4463314" y="2983700"/>
                  <a:pt x="4463729" y="2983463"/>
                  <a:pt x="4464202" y="2983463"/>
                </a:cubicBezTo>
                <a:close/>
                <a:moveTo>
                  <a:pt x="3179196" y="2983463"/>
                </a:moveTo>
                <a:lnTo>
                  <a:pt x="3197852" y="2983463"/>
                </a:lnTo>
                <a:cubicBezTo>
                  <a:pt x="3198325" y="2983463"/>
                  <a:pt x="3198740" y="2983700"/>
                  <a:pt x="3198977" y="2984114"/>
                </a:cubicBezTo>
                <a:lnTo>
                  <a:pt x="3208276" y="3000283"/>
                </a:lnTo>
                <a:cubicBezTo>
                  <a:pt x="3208512" y="3000698"/>
                  <a:pt x="3208512" y="3001171"/>
                  <a:pt x="3208276" y="3001586"/>
                </a:cubicBezTo>
                <a:lnTo>
                  <a:pt x="3198918" y="3017755"/>
                </a:lnTo>
                <a:cubicBezTo>
                  <a:pt x="3198681" y="3018169"/>
                  <a:pt x="3198266" y="3018406"/>
                  <a:pt x="3197793" y="3018406"/>
                </a:cubicBezTo>
                <a:lnTo>
                  <a:pt x="3179137" y="3018406"/>
                </a:lnTo>
                <a:cubicBezTo>
                  <a:pt x="3178663" y="3018406"/>
                  <a:pt x="3178248" y="3018169"/>
                  <a:pt x="3178011" y="3017755"/>
                </a:cubicBezTo>
                <a:lnTo>
                  <a:pt x="3168713" y="3001586"/>
                </a:lnTo>
                <a:cubicBezTo>
                  <a:pt x="3168476" y="3001171"/>
                  <a:pt x="3168476" y="3000698"/>
                  <a:pt x="3168713" y="3000283"/>
                </a:cubicBezTo>
                <a:lnTo>
                  <a:pt x="3178070" y="2984114"/>
                </a:lnTo>
                <a:cubicBezTo>
                  <a:pt x="3178307" y="2983700"/>
                  <a:pt x="3178722" y="2983463"/>
                  <a:pt x="3179196" y="2983463"/>
                </a:cubicBezTo>
                <a:close/>
                <a:moveTo>
                  <a:pt x="3111560" y="2983463"/>
                </a:moveTo>
                <a:lnTo>
                  <a:pt x="3130216" y="2983463"/>
                </a:lnTo>
                <a:cubicBezTo>
                  <a:pt x="3130690" y="2983463"/>
                  <a:pt x="3131105" y="2983700"/>
                  <a:pt x="3131342" y="2984114"/>
                </a:cubicBezTo>
                <a:lnTo>
                  <a:pt x="3140640" y="3000283"/>
                </a:lnTo>
                <a:cubicBezTo>
                  <a:pt x="3140877" y="3000698"/>
                  <a:pt x="3140877" y="3001171"/>
                  <a:pt x="3140640" y="3001586"/>
                </a:cubicBezTo>
                <a:lnTo>
                  <a:pt x="3131283" y="3017755"/>
                </a:lnTo>
                <a:cubicBezTo>
                  <a:pt x="3131046" y="3018169"/>
                  <a:pt x="3130631" y="3018406"/>
                  <a:pt x="3130157" y="3018406"/>
                </a:cubicBezTo>
                <a:lnTo>
                  <a:pt x="3111502" y="3018406"/>
                </a:lnTo>
                <a:cubicBezTo>
                  <a:pt x="3111028" y="3018406"/>
                  <a:pt x="3110613" y="3018169"/>
                  <a:pt x="3110376" y="3017755"/>
                </a:cubicBezTo>
                <a:lnTo>
                  <a:pt x="3101078" y="3001586"/>
                </a:lnTo>
                <a:cubicBezTo>
                  <a:pt x="3100841" y="3001171"/>
                  <a:pt x="3100841" y="3000698"/>
                  <a:pt x="3101078" y="3000283"/>
                </a:cubicBezTo>
                <a:lnTo>
                  <a:pt x="3110435" y="2984114"/>
                </a:lnTo>
                <a:cubicBezTo>
                  <a:pt x="3110672" y="2983700"/>
                  <a:pt x="3111087" y="2983463"/>
                  <a:pt x="3111560" y="2983463"/>
                </a:cubicBezTo>
                <a:close/>
                <a:moveTo>
                  <a:pt x="3043867" y="2983345"/>
                </a:moveTo>
                <a:lnTo>
                  <a:pt x="3062641" y="2983345"/>
                </a:lnTo>
                <a:cubicBezTo>
                  <a:pt x="3063115" y="2983345"/>
                  <a:pt x="3063530" y="2983582"/>
                  <a:pt x="3063767" y="2983996"/>
                </a:cubicBezTo>
                <a:lnTo>
                  <a:pt x="3073124" y="3000224"/>
                </a:lnTo>
                <a:cubicBezTo>
                  <a:pt x="3073361" y="3000579"/>
                  <a:pt x="3073361" y="3001113"/>
                  <a:pt x="3073124" y="3001527"/>
                </a:cubicBezTo>
                <a:lnTo>
                  <a:pt x="3063707" y="3017755"/>
                </a:lnTo>
                <a:cubicBezTo>
                  <a:pt x="3063470" y="3018169"/>
                  <a:pt x="3063056" y="3018406"/>
                  <a:pt x="3062582" y="3018406"/>
                </a:cubicBezTo>
                <a:lnTo>
                  <a:pt x="3043807" y="3018406"/>
                </a:lnTo>
                <a:cubicBezTo>
                  <a:pt x="3043334" y="3018406"/>
                  <a:pt x="3042919" y="3018169"/>
                  <a:pt x="3042682" y="3017755"/>
                </a:cubicBezTo>
                <a:lnTo>
                  <a:pt x="3033325" y="3001527"/>
                </a:lnTo>
                <a:cubicBezTo>
                  <a:pt x="3033088" y="3001171"/>
                  <a:pt x="3033088" y="3000639"/>
                  <a:pt x="3033325" y="3000224"/>
                </a:cubicBezTo>
                <a:lnTo>
                  <a:pt x="3042741" y="2983996"/>
                </a:lnTo>
                <a:cubicBezTo>
                  <a:pt x="3042979" y="2983582"/>
                  <a:pt x="3043393" y="2983345"/>
                  <a:pt x="3043867" y="2983345"/>
                </a:cubicBezTo>
                <a:close/>
                <a:moveTo>
                  <a:pt x="5004987" y="2982931"/>
                </a:moveTo>
                <a:lnTo>
                  <a:pt x="5024176" y="2982931"/>
                </a:lnTo>
                <a:cubicBezTo>
                  <a:pt x="5024650" y="2982931"/>
                  <a:pt x="5025123" y="2983168"/>
                  <a:pt x="5025360" y="2983582"/>
                </a:cubicBezTo>
                <a:lnTo>
                  <a:pt x="5034955" y="3000225"/>
                </a:lnTo>
                <a:cubicBezTo>
                  <a:pt x="5035192" y="3000639"/>
                  <a:pt x="5035192" y="3001172"/>
                  <a:pt x="5034955" y="3001587"/>
                </a:cubicBezTo>
                <a:lnTo>
                  <a:pt x="5025360" y="3018229"/>
                </a:lnTo>
                <a:cubicBezTo>
                  <a:pt x="5025123" y="3018644"/>
                  <a:pt x="5024650" y="3018881"/>
                  <a:pt x="5024176" y="3018881"/>
                </a:cubicBezTo>
                <a:lnTo>
                  <a:pt x="5004987" y="3018881"/>
                </a:lnTo>
                <a:cubicBezTo>
                  <a:pt x="5004513" y="3018881"/>
                  <a:pt x="5004039" y="3018644"/>
                  <a:pt x="5003802" y="3018229"/>
                </a:cubicBezTo>
                <a:lnTo>
                  <a:pt x="4994208" y="3001587"/>
                </a:lnTo>
                <a:cubicBezTo>
                  <a:pt x="4993971" y="3001172"/>
                  <a:pt x="4993971" y="3000639"/>
                  <a:pt x="4994208" y="3000225"/>
                </a:cubicBezTo>
                <a:lnTo>
                  <a:pt x="5003802" y="2983582"/>
                </a:lnTo>
                <a:cubicBezTo>
                  <a:pt x="5004039" y="2983168"/>
                  <a:pt x="5004513" y="2982931"/>
                  <a:pt x="5004987" y="2982931"/>
                </a:cubicBezTo>
                <a:close/>
                <a:moveTo>
                  <a:pt x="2975995" y="2982871"/>
                </a:moveTo>
                <a:lnTo>
                  <a:pt x="2995302" y="2982871"/>
                </a:lnTo>
                <a:cubicBezTo>
                  <a:pt x="2995776" y="2982871"/>
                  <a:pt x="2996250" y="2983167"/>
                  <a:pt x="2996487" y="2983582"/>
                </a:cubicBezTo>
                <a:lnTo>
                  <a:pt x="3006140" y="3000342"/>
                </a:lnTo>
                <a:cubicBezTo>
                  <a:pt x="3006377" y="3000757"/>
                  <a:pt x="3006377" y="3001290"/>
                  <a:pt x="3006140" y="3001705"/>
                </a:cubicBezTo>
                <a:lnTo>
                  <a:pt x="2996487" y="3018465"/>
                </a:lnTo>
                <a:cubicBezTo>
                  <a:pt x="2996250" y="3018939"/>
                  <a:pt x="2995776" y="3019176"/>
                  <a:pt x="2995302" y="3019176"/>
                </a:cubicBezTo>
                <a:lnTo>
                  <a:pt x="2975995" y="3019176"/>
                </a:lnTo>
                <a:cubicBezTo>
                  <a:pt x="2975521" y="3019176"/>
                  <a:pt x="2975047" y="3018880"/>
                  <a:pt x="2974810" y="3018465"/>
                </a:cubicBezTo>
                <a:lnTo>
                  <a:pt x="2965157" y="3001705"/>
                </a:lnTo>
                <a:cubicBezTo>
                  <a:pt x="2964920" y="3001290"/>
                  <a:pt x="2964920" y="3000757"/>
                  <a:pt x="2965157" y="3000342"/>
                </a:cubicBezTo>
                <a:lnTo>
                  <a:pt x="2974810" y="2983582"/>
                </a:lnTo>
                <a:cubicBezTo>
                  <a:pt x="2975047" y="2983108"/>
                  <a:pt x="2975521" y="2982871"/>
                  <a:pt x="2975995" y="2982871"/>
                </a:cubicBezTo>
                <a:close/>
                <a:moveTo>
                  <a:pt x="2840725" y="2982871"/>
                </a:moveTo>
                <a:lnTo>
                  <a:pt x="2860032" y="2982871"/>
                </a:lnTo>
                <a:cubicBezTo>
                  <a:pt x="2860506" y="2982871"/>
                  <a:pt x="2860980" y="2983167"/>
                  <a:pt x="2861217" y="2983582"/>
                </a:cubicBezTo>
                <a:lnTo>
                  <a:pt x="2870871" y="3000342"/>
                </a:lnTo>
                <a:cubicBezTo>
                  <a:pt x="2871107" y="3000757"/>
                  <a:pt x="2871107" y="3001290"/>
                  <a:pt x="2870871" y="3001705"/>
                </a:cubicBezTo>
                <a:lnTo>
                  <a:pt x="2861217" y="3018465"/>
                </a:lnTo>
                <a:cubicBezTo>
                  <a:pt x="2860980" y="3018939"/>
                  <a:pt x="2860506" y="3019176"/>
                  <a:pt x="2860032" y="3019176"/>
                </a:cubicBezTo>
                <a:lnTo>
                  <a:pt x="2840725" y="3019176"/>
                </a:lnTo>
                <a:cubicBezTo>
                  <a:pt x="2840251" y="3019176"/>
                  <a:pt x="2839777" y="3018880"/>
                  <a:pt x="2839540" y="3018465"/>
                </a:cubicBezTo>
                <a:lnTo>
                  <a:pt x="2829887" y="3001705"/>
                </a:lnTo>
                <a:cubicBezTo>
                  <a:pt x="2829650" y="3001290"/>
                  <a:pt x="2829650" y="3000757"/>
                  <a:pt x="2829887" y="3000342"/>
                </a:cubicBezTo>
                <a:lnTo>
                  <a:pt x="2839540" y="2983582"/>
                </a:lnTo>
                <a:cubicBezTo>
                  <a:pt x="2839777" y="2983108"/>
                  <a:pt x="2840251" y="2982871"/>
                  <a:pt x="2840725" y="2982871"/>
                </a:cubicBezTo>
                <a:close/>
                <a:moveTo>
                  <a:pt x="2908182" y="2982516"/>
                </a:moveTo>
                <a:lnTo>
                  <a:pt x="2927844" y="2982516"/>
                </a:lnTo>
                <a:cubicBezTo>
                  <a:pt x="2928318" y="2982516"/>
                  <a:pt x="2928792" y="2982812"/>
                  <a:pt x="2929029" y="2983227"/>
                </a:cubicBezTo>
                <a:lnTo>
                  <a:pt x="2938860" y="3000224"/>
                </a:lnTo>
                <a:cubicBezTo>
                  <a:pt x="2939097" y="3000639"/>
                  <a:pt x="2939097" y="3001172"/>
                  <a:pt x="2938860" y="3001586"/>
                </a:cubicBezTo>
                <a:lnTo>
                  <a:pt x="2929029" y="3018584"/>
                </a:lnTo>
                <a:cubicBezTo>
                  <a:pt x="2928792" y="3018998"/>
                  <a:pt x="2928318" y="3019295"/>
                  <a:pt x="2927844" y="3019295"/>
                </a:cubicBezTo>
                <a:lnTo>
                  <a:pt x="2908182" y="3019295"/>
                </a:lnTo>
                <a:cubicBezTo>
                  <a:pt x="2907708" y="3019295"/>
                  <a:pt x="2907234" y="3018998"/>
                  <a:pt x="2906997" y="3018584"/>
                </a:cubicBezTo>
                <a:lnTo>
                  <a:pt x="2897166" y="3001586"/>
                </a:lnTo>
                <a:cubicBezTo>
                  <a:pt x="2896929" y="3001172"/>
                  <a:pt x="2896929" y="3000639"/>
                  <a:pt x="2897166" y="3000224"/>
                </a:cubicBezTo>
                <a:lnTo>
                  <a:pt x="2906997" y="2983227"/>
                </a:lnTo>
                <a:cubicBezTo>
                  <a:pt x="2907234" y="2982812"/>
                  <a:pt x="2907708" y="2982516"/>
                  <a:pt x="2908182" y="2982516"/>
                </a:cubicBezTo>
                <a:close/>
                <a:moveTo>
                  <a:pt x="2772853" y="2982457"/>
                </a:moveTo>
                <a:lnTo>
                  <a:pt x="2792634" y="2982457"/>
                </a:lnTo>
                <a:cubicBezTo>
                  <a:pt x="2793108" y="2982457"/>
                  <a:pt x="2793581" y="2982753"/>
                  <a:pt x="2793819" y="2983168"/>
                </a:cubicBezTo>
                <a:lnTo>
                  <a:pt x="2803709" y="3000284"/>
                </a:lnTo>
                <a:cubicBezTo>
                  <a:pt x="2803946" y="3000757"/>
                  <a:pt x="2803946" y="3001291"/>
                  <a:pt x="2803709" y="3001705"/>
                </a:cubicBezTo>
                <a:lnTo>
                  <a:pt x="2793819" y="3018821"/>
                </a:lnTo>
                <a:cubicBezTo>
                  <a:pt x="2793581" y="3019236"/>
                  <a:pt x="2793108" y="3019532"/>
                  <a:pt x="2792634" y="3019532"/>
                </a:cubicBezTo>
                <a:lnTo>
                  <a:pt x="2772853" y="3019532"/>
                </a:lnTo>
                <a:cubicBezTo>
                  <a:pt x="2772379" y="3019532"/>
                  <a:pt x="2771905" y="3019236"/>
                  <a:pt x="2771668" y="3018821"/>
                </a:cubicBezTo>
                <a:lnTo>
                  <a:pt x="2761778" y="3001705"/>
                </a:lnTo>
                <a:cubicBezTo>
                  <a:pt x="2761541" y="3001231"/>
                  <a:pt x="2761541" y="3000698"/>
                  <a:pt x="2761778" y="3000284"/>
                </a:cubicBezTo>
                <a:lnTo>
                  <a:pt x="2771668" y="2983168"/>
                </a:lnTo>
                <a:cubicBezTo>
                  <a:pt x="2771905" y="2982753"/>
                  <a:pt x="2772379" y="2982457"/>
                  <a:pt x="2772853" y="2982457"/>
                </a:cubicBezTo>
                <a:close/>
                <a:moveTo>
                  <a:pt x="4598761" y="2982101"/>
                </a:moveTo>
                <a:lnTo>
                  <a:pt x="4618839" y="2982101"/>
                </a:lnTo>
                <a:cubicBezTo>
                  <a:pt x="4619372" y="2982101"/>
                  <a:pt x="4619846" y="2982397"/>
                  <a:pt x="4620083" y="2982812"/>
                </a:cubicBezTo>
                <a:lnTo>
                  <a:pt x="4630092" y="3000224"/>
                </a:lnTo>
                <a:cubicBezTo>
                  <a:pt x="4630329" y="3000638"/>
                  <a:pt x="4630329" y="3001231"/>
                  <a:pt x="4630092" y="3001645"/>
                </a:cubicBezTo>
                <a:lnTo>
                  <a:pt x="4620024" y="3019057"/>
                </a:lnTo>
                <a:cubicBezTo>
                  <a:pt x="4619727" y="3019472"/>
                  <a:pt x="4619254" y="3019768"/>
                  <a:pt x="4618779" y="3019768"/>
                </a:cubicBezTo>
                <a:lnTo>
                  <a:pt x="4598702" y="3019768"/>
                </a:lnTo>
                <a:cubicBezTo>
                  <a:pt x="4598169" y="3019768"/>
                  <a:pt x="4597696" y="3019472"/>
                  <a:pt x="4597459" y="3019057"/>
                </a:cubicBezTo>
                <a:lnTo>
                  <a:pt x="4587450" y="3001645"/>
                </a:lnTo>
                <a:cubicBezTo>
                  <a:pt x="4587213" y="3001231"/>
                  <a:pt x="4587213" y="3000638"/>
                  <a:pt x="4587450" y="3000224"/>
                </a:cubicBezTo>
                <a:lnTo>
                  <a:pt x="4597518" y="2982812"/>
                </a:lnTo>
                <a:cubicBezTo>
                  <a:pt x="4597814" y="2982397"/>
                  <a:pt x="4598288" y="2982101"/>
                  <a:pt x="4598761" y="2982101"/>
                </a:cubicBezTo>
                <a:close/>
                <a:moveTo>
                  <a:pt x="2704862" y="2981687"/>
                </a:moveTo>
                <a:lnTo>
                  <a:pt x="2725414" y="2981687"/>
                </a:lnTo>
                <a:cubicBezTo>
                  <a:pt x="2725887" y="2981687"/>
                  <a:pt x="2726420" y="2981924"/>
                  <a:pt x="2726657" y="2982398"/>
                </a:cubicBezTo>
                <a:lnTo>
                  <a:pt x="2736903" y="3000165"/>
                </a:lnTo>
                <a:cubicBezTo>
                  <a:pt x="2737140" y="3000639"/>
                  <a:pt x="2737140" y="3001172"/>
                  <a:pt x="2736903" y="3001646"/>
                </a:cubicBezTo>
                <a:lnTo>
                  <a:pt x="2726657" y="3019413"/>
                </a:lnTo>
                <a:cubicBezTo>
                  <a:pt x="2726420" y="3019828"/>
                  <a:pt x="2725946" y="3020124"/>
                  <a:pt x="2725414" y="3020124"/>
                </a:cubicBezTo>
                <a:lnTo>
                  <a:pt x="2704862" y="3020124"/>
                </a:lnTo>
                <a:cubicBezTo>
                  <a:pt x="2704388" y="3020124"/>
                  <a:pt x="2703856" y="3019887"/>
                  <a:pt x="2703618" y="3019413"/>
                </a:cubicBezTo>
                <a:lnTo>
                  <a:pt x="2693373" y="3001646"/>
                </a:lnTo>
                <a:cubicBezTo>
                  <a:pt x="2693136" y="3001172"/>
                  <a:pt x="2693136" y="3000639"/>
                  <a:pt x="2693373" y="3000165"/>
                </a:cubicBezTo>
                <a:lnTo>
                  <a:pt x="2703618" y="2982398"/>
                </a:lnTo>
                <a:cubicBezTo>
                  <a:pt x="2703856" y="2981983"/>
                  <a:pt x="2704329" y="2981687"/>
                  <a:pt x="2704862" y="2981687"/>
                </a:cubicBezTo>
                <a:close/>
                <a:moveTo>
                  <a:pt x="2569533" y="2981628"/>
                </a:moveTo>
                <a:lnTo>
                  <a:pt x="2590202" y="2981628"/>
                </a:lnTo>
                <a:cubicBezTo>
                  <a:pt x="2590676" y="2981628"/>
                  <a:pt x="2591209" y="2981865"/>
                  <a:pt x="2591446" y="2982339"/>
                </a:cubicBezTo>
                <a:lnTo>
                  <a:pt x="2601751" y="3000225"/>
                </a:lnTo>
                <a:cubicBezTo>
                  <a:pt x="2601988" y="3000699"/>
                  <a:pt x="2601988" y="3001231"/>
                  <a:pt x="2601751" y="3001705"/>
                </a:cubicBezTo>
                <a:lnTo>
                  <a:pt x="2591446" y="3019591"/>
                </a:lnTo>
                <a:cubicBezTo>
                  <a:pt x="2591209" y="3020006"/>
                  <a:pt x="2590735" y="3020302"/>
                  <a:pt x="2590202" y="3020302"/>
                </a:cubicBezTo>
                <a:lnTo>
                  <a:pt x="2569533" y="3020302"/>
                </a:lnTo>
                <a:cubicBezTo>
                  <a:pt x="2569059" y="3020302"/>
                  <a:pt x="2568525" y="3020065"/>
                  <a:pt x="2568289" y="3019591"/>
                </a:cubicBezTo>
                <a:lnTo>
                  <a:pt x="2557984" y="3001705"/>
                </a:lnTo>
                <a:cubicBezTo>
                  <a:pt x="2557747" y="3001231"/>
                  <a:pt x="2557747" y="3000699"/>
                  <a:pt x="2557984" y="3000225"/>
                </a:cubicBezTo>
                <a:lnTo>
                  <a:pt x="2568289" y="2982339"/>
                </a:lnTo>
                <a:cubicBezTo>
                  <a:pt x="2568525" y="2981924"/>
                  <a:pt x="2568999" y="2981628"/>
                  <a:pt x="2569533" y="2981628"/>
                </a:cubicBezTo>
                <a:close/>
                <a:moveTo>
                  <a:pt x="2637049" y="2981272"/>
                </a:moveTo>
                <a:lnTo>
                  <a:pt x="2658015" y="2981272"/>
                </a:lnTo>
                <a:cubicBezTo>
                  <a:pt x="2658548" y="2981272"/>
                  <a:pt x="2659021" y="2981568"/>
                  <a:pt x="2659317" y="2982042"/>
                </a:cubicBezTo>
                <a:lnTo>
                  <a:pt x="2669800" y="3000224"/>
                </a:lnTo>
                <a:cubicBezTo>
                  <a:pt x="2670096" y="3000698"/>
                  <a:pt x="2670096" y="3001231"/>
                  <a:pt x="2669800" y="3001705"/>
                </a:cubicBezTo>
                <a:lnTo>
                  <a:pt x="2659317" y="3019887"/>
                </a:lnTo>
                <a:cubicBezTo>
                  <a:pt x="2659021" y="3020361"/>
                  <a:pt x="2658548" y="3020657"/>
                  <a:pt x="2658015" y="3020657"/>
                </a:cubicBezTo>
                <a:lnTo>
                  <a:pt x="2637049" y="3020657"/>
                </a:lnTo>
                <a:cubicBezTo>
                  <a:pt x="2636516" y="3020657"/>
                  <a:pt x="2636042" y="3020361"/>
                  <a:pt x="2635746" y="3019887"/>
                </a:cubicBezTo>
                <a:lnTo>
                  <a:pt x="2625263" y="3001705"/>
                </a:lnTo>
                <a:cubicBezTo>
                  <a:pt x="2624967" y="3001231"/>
                  <a:pt x="2624967" y="3000698"/>
                  <a:pt x="2625263" y="3000224"/>
                </a:cubicBezTo>
                <a:lnTo>
                  <a:pt x="2635746" y="2982042"/>
                </a:lnTo>
                <a:cubicBezTo>
                  <a:pt x="2636042" y="2981568"/>
                  <a:pt x="2636516" y="2981272"/>
                  <a:pt x="2637049" y="2981272"/>
                </a:cubicBezTo>
                <a:close/>
                <a:moveTo>
                  <a:pt x="2366391" y="2981095"/>
                </a:moveTo>
                <a:lnTo>
                  <a:pt x="2387593" y="2981095"/>
                </a:lnTo>
                <a:cubicBezTo>
                  <a:pt x="2388126" y="2981095"/>
                  <a:pt x="2388600" y="2981391"/>
                  <a:pt x="2388896" y="2981865"/>
                </a:cubicBezTo>
                <a:lnTo>
                  <a:pt x="2399497" y="3000225"/>
                </a:lnTo>
                <a:cubicBezTo>
                  <a:pt x="2399793" y="3000639"/>
                  <a:pt x="2399793" y="3001231"/>
                  <a:pt x="2399497" y="3001705"/>
                </a:cubicBezTo>
                <a:lnTo>
                  <a:pt x="2388896" y="3020065"/>
                </a:lnTo>
                <a:cubicBezTo>
                  <a:pt x="2388600" y="3020539"/>
                  <a:pt x="2388126" y="3020835"/>
                  <a:pt x="2387593" y="3020835"/>
                </a:cubicBezTo>
                <a:lnTo>
                  <a:pt x="2366391" y="3020835"/>
                </a:lnTo>
                <a:cubicBezTo>
                  <a:pt x="2365857" y="3020835"/>
                  <a:pt x="2365384" y="3020539"/>
                  <a:pt x="2365087" y="3020065"/>
                </a:cubicBezTo>
                <a:lnTo>
                  <a:pt x="2354486" y="3001705"/>
                </a:lnTo>
                <a:cubicBezTo>
                  <a:pt x="2354190" y="3001291"/>
                  <a:pt x="2354190" y="3000698"/>
                  <a:pt x="2354486" y="3000225"/>
                </a:cubicBezTo>
                <a:lnTo>
                  <a:pt x="2365087" y="2981865"/>
                </a:lnTo>
                <a:cubicBezTo>
                  <a:pt x="2365384" y="2981391"/>
                  <a:pt x="2365857" y="2981095"/>
                  <a:pt x="2366391" y="2981095"/>
                </a:cubicBezTo>
                <a:close/>
                <a:moveTo>
                  <a:pt x="4936226" y="2980798"/>
                </a:moveTo>
                <a:lnTo>
                  <a:pt x="4957724" y="2980798"/>
                </a:lnTo>
                <a:cubicBezTo>
                  <a:pt x="4958258" y="2980798"/>
                  <a:pt x="4958732" y="2981094"/>
                  <a:pt x="4959028" y="2981568"/>
                </a:cubicBezTo>
                <a:lnTo>
                  <a:pt x="4969807" y="3000224"/>
                </a:lnTo>
                <a:cubicBezTo>
                  <a:pt x="4970103" y="3000698"/>
                  <a:pt x="4970103" y="3001290"/>
                  <a:pt x="4969807" y="3001764"/>
                </a:cubicBezTo>
                <a:lnTo>
                  <a:pt x="4959028" y="3020420"/>
                </a:lnTo>
                <a:cubicBezTo>
                  <a:pt x="4958791" y="3020894"/>
                  <a:pt x="4958258" y="3021190"/>
                  <a:pt x="4957724" y="3021190"/>
                </a:cubicBezTo>
                <a:lnTo>
                  <a:pt x="4936226" y="3021190"/>
                </a:lnTo>
                <a:cubicBezTo>
                  <a:pt x="4935693" y="3021190"/>
                  <a:pt x="4935219" y="3020894"/>
                  <a:pt x="4934923" y="3020420"/>
                </a:cubicBezTo>
                <a:lnTo>
                  <a:pt x="4924144" y="3001764"/>
                </a:lnTo>
                <a:cubicBezTo>
                  <a:pt x="4923848" y="3001290"/>
                  <a:pt x="4923848" y="3000698"/>
                  <a:pt x="4924144" y="3000224"/>
                </a:cubicBezTo>
                <a:lnTo>
                  <a:pt x="4934923" y="2981568"/>
                </a:lnTo>
                <a:cubicBezTo>
                  <a:pt x="4935160" y="2981094"/>
                  <a:pt x="4935693" y="2980798"/>
                  <a:pt x="4936226" y="2980798"/>
                </a:cubicBezTo>
                <a:close/>
                <a:moveTo>
                  <a:pt x="2231002" y="2980798"/>
                </a:moveTo>
                <a:lnTo>
                  <a:pt x="2252501" y="2980798"/>
                </a:lnTo>
                <a:cubicBezTo>
                  <a:pt x="2253034" y="2980798"/>
                  <a:pt x="2253507" y="2981094"/>
                  <a:pt x="2253804" y="2981568"/>
                </a:cubicBezTo>
                <a:lnTo>
                  <a:pt x="2264583" y="3000224"/>
                </a:lnTo>
                <a:cubicBezTo>
                  <a:pt x="2264879" y="3000698"/>
                  <a:pt x="2264879" y="3001290"/>
                  <a:pt x="2264583" y="3001764"/>
                </a:cubicBezTo>
                <a:lnTo>
                  <a:pt x="2253804" y="3020420"/>
                </a:lnTo>
                <a:cubicBezTo>
                  <a:pt x="2253567" y="3020894"/>
                  <a:pt x="2253034" y="3021190"/>
                  <a:pt x="2252501" y="3021190"/>
                </a:cubicBezTo>
                <a:lnTo>
                  <a:pt x="2231002" y="3021190"/>
                </a:lnTo>
                <a:cubicBezTo>
                  <a:pt x="2230469" y="3021190"/>
                  <a:pt x="2229995" y="3020894"/>
                  <a:pt x="2229699" y="3020420"/>
                </a:cubicBezTo>
                <a:lnTo>
                  <a:pt x="2218920" y="3001764"/>
                </a:lnTo>
                <a:cubicBezTo>
                  <a:pt x="2218624" y="3001290"/>
                  <a:pt x="2218624" y="3000698"/>
                  <a:pt x="2218920" y="3000224"/>
                </a:cubicBezTo>
                <a:lnTo>
                  <a:pt x="2229699" y="2981568"/>
                </a:lnTo>
                <a:cubicBezTo>
                  <a:pt x="2229936" y="2981094"/>
                  <a:pt x="2230469" y="2980798"/>
                  <a:pt x="2231002" y="2980798"/>
                </a:cubicBezTo>
                <a:close/>
                <a:moveTo>
                  <a:pt x="4733203" y="2980562"/>
                </a:moveTo>
                <a:lnTo>
                  <a:pt x="4754939" y="2980562"/>
                </a:lnTo>
                <a:cubicBezTo>
                  <a:pt x="4755472" y="2980562"/>
                  <a:pt x="4755946" y="2980858"/>
                  <a:pt x="4756242" y="2981332"/>
                </a:cubicBezTo>
                <a:lnTo>
                  <a:pt x="4767080" y="3000165"/>
                </a:lnTo>
                <a:cubicBezTo>
                  <a:pt x="4767376" y="3000639"/>
                  <a:pt x="4767376" y="3001232"/>
                  <a:pt x="4767080" y="3001705"/>
                </a:cubicBezTo>
                <a:lnTo>
                  <a:pt x="4756183" y="3020539"/>
                </a:lnTo>
                <a:cubicBezTo>
                  <a:pt x="4755946" y="3021013"/>
                  <a:pt x="4755413" y="3021309"/>
                  <a:pt x="4754879" y="3021309"/>
                </a:cubicBezTo>
                <a:lnTo>
                  <a:pt x="4733144" y="3021309"/>
                </a:lnTo>
                <a:cubicBezTo>
                  <a:pt x="4732611" y="3021309"/>
                  <a:pt x="4732137" y="3021013"/>
                  <a:pt x="4731841" y="3020539"/>
                </a:cubicBezTo>
                <a:lnTo>
                  <a:pt x="4721003" y="3001705"/>
                </a:lnTo>
                <a:cubicBezTo>
                  <a:pt x="4720707" y="3001232"/>
                  <a:pt x="4720707" y="3000639"/>
                  <a:pt x="4721003" y="3000165"/>
                </a:cubicBezTo>
                <a:lnTo>
                  <a:pt x="4731900" y="2981332"/>
                </a:lnTo>
                <a:cubicBezTo>
                  <a:pt x="4732137" y="2980858"/>
                  <a:pt x="4732670" y="2980562"/>
                  <a:pt x="4733203" y="2980562"/>
                </a:cubicBezTo>
                <a:close/>
                <a:moveTo>
                  <a:pt x="2298459" y="2980562"/>
                </a:moveTo>
                <a:lnTo>
                  <a:pt x="2320195" y="2980562"/>
                </a:lnTo>
                <a:cubicBezTo>
                  <a:pt x="2320728" y="2980562"/>
                  <a:pt x="2321202" y="2980858"/>
                  <a:pt x="2321498" y="2981332"/>
                </a:cubicBezTo>
                <a:lnTo>
                  <a:pt x="2332336" y="3000165"/>
                </a:lnTo>
                <a:cubicBezTo>
                  <a:pt x="2332632" y="3000639"/>
                  <a:pt x="2332632" y="3001232"/>
                  <a:pt x="2332336" y="3001705"/>
                </a:cubicBezTo>
                <a:lnTo>
                  <a:pt x="2321439" y="3020539"/>
                </a:lnTo>
                <a:cubicBezTo>
                  <a:pt x="2321202" y="3021013"/>
                  <a:pt x="2320669" y="3021309"/>
                  <a:pt x="2320136" y="3021309"/>
                </a:cubicBezTo>
                <a:lnTo>
                  <a:pt x="2298400" y="3021309"/>
                </a:lnTo>
                <a:cubicBezTo>
                  <a:pt x="2297867" y="3021309"/>
                  <a:pt x="2297393" y="3021013"/>
                  <a:pt x="2297097" y="3020539"/>
                </a:cubicBezTo>
                <a:lnTo>
                  <a:pt x="2286259" y="3001705"/>
                </a:lnTo>
                <a:cubicBezTo>
                  <a:pt x="2285963" y="3001232"/>
                  <a:pt x="2285963" y="3000639"/>
                  <a:pt x="2286259" y="3000165"/>
                </a:cubicBezTo>
                <a:lnTo>
                  <a:pt x="2297157" y="2981332"/>
                </a:lnTo>
                <a:cubicBezTo>
                  <a:pt x="2297393" y="2980858"/>
                  <a:pt x="2297926" y="2980562"/>
                  <a:pt x="2298459" y="2980562"/>
                </a:cubicBezTo>
                <a:close/>
                <a:moveTo>
                  <a:pt x="4665509" y="2980443"/>
                </a:moveTo>
                <a:lnTo>
                  <a:pt x="4687363" y="2980443"/>
                </a:lnTo>
                <a:cubicBezTo>
                  <a:pt x="4687955" y="2980443"/>
                  <a:pt x="4688429" y="2980739"/>
                  <a:pt x="4688725" y="2981213"/>
                </a:cubicBezTo>
                <a:lnTo>
                  <a:pt x="4699623" y="3000165"/>
                </a:lnTo>
                <a:cubicBezTo>
                  <a:pt x="4699919" y="3000639"/>
                  <a:pt x="4699919" y="3001231"/>
                  <a:pt x="4699623" y="3001705"/>
                </a:cubicBezTo>
                <a:lnTo>
                  <a:pt x="4688666" y="3020657"/>
                </a:lnTo>
                <a:cubicBezTo>
                  <a:pt x="4688370" y="3021131"/>
                  <a:pt x="4687837" y="3021427"/>
                  <a:pt x="4687304" y="3021427"/>
                </a:cubicBezTo>
                <a:lnTo>
                  <a:pt x="4665450" y="3021427"/>
                </a:lnTo>
                <a:cubicBezTo>
                  <a:pt x="4664857" y="3021427"/>
                  <a:pt x="4664384" y="3021131"/>
                  <a:pt x="4664088" y="3020657"/>
                </a:cubicBezTo>
                <a:lnTo>
                  <a:pt x="4653190" y="3001705"/>
                </a:lnTo>
                <a:cubicBezTo>
                  <a:pt x="4652894" y="3001231"/>
                  <a:pt x="4652894" y="3000639"/>
                  <a:pt x="4653190" y="3000165"/>
                </a:cubicBezTo>
                <a:lnTo>
                  <a:pt x="4664147" y="2981213"/>
                </a:lnTo>
                <a:cubicBezTo>
                  <a:pt x="4664443" y="2980739"/>
                  <a:pt x="4664976" y="2980443"/>
                  <a:pt x="4665509" y="2980443"/>
                </a:cubicBezTo>
                <a:close/>
                <a:moveTo>
                  <a:pt x="2433671" y="2980443"/>
                </a:moveTo>
                <a:lnTo>
                  <a:pt x="2455525" y="2980443"/>
                </a:lnTo>
                <a:cubicBezTo>
                  <a:pt x="2456117" y="2980443"/>
                  <a:pt x="2456591" y="2980739"/>
                  <a:pt x="2456887" y="2981213"/>
                </a:cubicBezTo>
                <a:lnTo>
                  <a:pt x="2467785" y="3000165"/>
                </a:lnTo>
                <a:cubicBezTo>
                  <a:pt x="2468081" y="3000639"/>
                  <a:pt x="2468081" y="3001231"/>
                  <a:pt x="2467785" y="3001705"/>
                </a:cubicBezTo>
                <a:lnTo>
                  <a:pt x="2456828" y="3020657"/>
                </a:lnTo>
                <a:cubicBezTo>
                  <a:pt x="2456532" y="3021131"/>
                  <a:pt x="2455999" y="3021427"/>
                  <a:pt x="2455466" y="3021427"/>
                </a:cubicBezTo>
                <a:lnTo>
                  <a:pt x="2433612" y="3021427"/>
                </a:lnTo>
                <a:cubicBezTo>
                  <a:pt x="2433020" y="3021427"/>
                  <a:pt x="2432546" y="3021131"/>
                  <a:pt x="2432250" y="3020657"/>
                </a:cubicBezTo>
                <a:lnTo>
                  <a:pt x="2421352" y="3001705"/>
                </a:lnTo>
                <a:cubicBezTo>
                  <a:pt x="2421056" y="3001231"/>
                  <a:pt x="2421056" y="3000639"/>
                  <a:pt x="2421352" y="3000165"/>
                </a:cubicBezTo>
                <a:lnTo>
                  <a:pt x="2432309" y="2981213"/>
                </a:lnTo>
                <a:cubicBezTo>
                  <a:pt x="2432605" y="2980739"/>
                  <a:pt x="2433138" y="2980443"/>
                  <a:pt x="2433671" y="2980443"/>
                </a:cubicBezTo>
                <a:close/>
                <a:moveTo>
                  <a:pt x="2162893" y="2980028"/>
                </a:moveTo>
                <a:lnTo>
                  <a:pt x="2185221" y="2980028"/>
                </a:lnTo>
                <a:cubicBezTo>
                  <a:pt x="2185755" y="2980028"/>
                  <a:pt x="2186287" y="2980324"/>
                  <a:pt x="2186583" y="2980798"/>
                </a:cubicBezTo>
                <a:lnTo>
                  <a:pt x="2197718" y="3000105"/>
                </a:lnTo>
                <a:cubicBezTo>
                  <a:pt x="2198014" y="3000639"/>
                  <a:pt x="2198014" y="3001231"/>
                  <a:pt x="2197718" y="3001705"/>
                </a:cubicBezTo>
                <a:lnTo>
                  <a:pt x="2186583" y="3021012"/>
                </a:lnTo>
                <a:cubicBezTo>
                  <a:pt x="2186287" y="3021486"/>
                  <a:pt x="2185755" y="3021782"/>
                  <a:pt x="2185221" y="3021782"/>
                </a:cubicBezTo>
                <a:lnTo>
                  <a:pt x="2162893" y="3021782"/>
                </a:lnTo>
                <a:cubicBezTo>
                  <a:pt x="2162361" y="3021782"/>
                  <a:pt x="2161827" y="3021486"/>
                  <a:pt x="2161531" y="3021012"/>
                </a:cubicBezTo>
                <a:lnTo>
                  <a:pt x="2150397" y="3001705"/>
                </a:lnTo>
                <a:cubicBezTo>
                  <a:pt x="2150101" y="3001171"/>
                  <a:pt x="2150101" y="3000579"/>
                  <a:pt x="2150397" y="3000105"/>
                </a:cubicBezTo>
                <a:lnTo>
                  <a:pt x="2161531" y="2980798"/>
                </a:lnTo>
                <a:cubicBezTo>
                  <a:pt x="2161827" y="2980324"/>
                  <a:pt x="2162361" y="2980028"/>
                  <a:pt x="2162893" y="2980028"/>
                </a:cubicBezTo>
                <a:close/>
                <a:moveTo>
                  <a:pt x="2501069" y="2979969"/>
                </a:moveTo>
                <a:lnTo>
                  <a:pt x="2523456" y="2979969"/>
                </a:lnTo>
                <a:cubicBezTo>
                  <a:pt x="2523989" y="2979969"/>
                  <a:pt x="2524522" y="2980265"/>
                  <a:pt x="2524818" y="2980739"/>
                </a:cubicBezTo>
                <a:lnTo>
                  <a:pt x="2536012" y="3000165"/>
                </a:lnTo>
                <a:cubicBezTo>
                  <a:pt x="2536308" y="3000639"/>
                  <a:pt x="2536308" y="3001290"/>
                  <a:pt x="2536012" y="3001764"/>
                </a:cubicBezTo>
                <a:lnTo>
                  <a:pt x="2524818" y="3021189"/>
                </a:lnTo>
                <a:cubicBezTo>
                  <a:pt x="2524522" y="3021663"/>
                  <a:pt x="2523989" y="3021959"/>
                  <a:pt x="2523456" y="3021959"/>
                </a:cubicBezTo>
                <a:lnTo>
                  <a:pt x="2501069" y="3021959"/>
                </a:lnTo>
                <a:cubicBezTo>
                  <a:pt x="2500536" y="3021959"/>
                  <a:pt x="2500003" y="3021663"/>
                  <a:pt x="2499707" y="3021189"/>
                </a:cubicBezTo>
                <a:lnTo>
                  <a:pt x="2488513" y="3001764"/>
                </a:lnTo>
                <a:cubicBezTo>
                  <a:pt x="2488217" y="3001290"/>
                  <a:pt x="2488217" y="3000639"/>
                  <a:pt x="2488513" y="3000165"/>
                </a:cubicBezTo>
                <a:lnTo>
                  <a:pt x="2499707" y="2980739"/>
                </a:lnTo>
                <a:cubicBezTo>
                  <a:pt x="2500003" y="2980265"/>
                  <a:pt x="2500536" y="2979969"/>
                  <a:pt x="2501069" y="2979969"/>
                </a:cubicBezTo>
                <a:close/>
                <a:moveTo>
                  <a:pt x="2095199" y="2979851"/>
                </a:moveTo>
                <a:lnTo>
                  <a:pt x="2117704" y="2979851"/>
                </a:lnTo>
                <a:cubicBezTo>
                  <a:pt x="2118238" y="2979851"/>
                  <a:pt x="2118770" y="2980147"/>
                  <a:pt x="2119067" y="2980621"/>
                </a:cubicBezTo>
                <a:lnTo>
                  <a:pt x="2130319" y="3000106"/>
                </a:lnTo>
                <a:cubicBezTo>
                  <a:pt x="2130616" y="3000580"/>
                  <a:pt x="2130616" y="3001231"/>
                  <a:pt x="2130319" y="3001705"/>
                </a:cubicBezTo>
                <a:lnTo>
                  <a:pt x="2119067" y="3021190"/>
                </a:lnTo>
                <a:cubicBezTo>
                  <a:pt x="2118770" y="3021664"/>
                  <a:pt x="2118238" y="3021960"/>
                  <a:pt x="2117704" y="3021960"/>
                </a:cubicBezTo>
                <a:lnTo>
                  <a:pt x="2095199" y="3021960"/>
                </a:lnTo>
                <a:cubicBezTo>
                  <a:pt x="2094666" y="3021960"/>
                  <a:pt x="2094133" y="3021664"/>
                  <a:pt x="2093837" y="3021190"/>
                </a:cubicBezTo>
                <a:lnTo>
                  <a:pt x="2082584" y="3001705"/>
                </a:lnTo>
                <a:cubicBezTo>
                  <a:pt x="2082288" y="3001231"/>
                  <a:pt x="2082288" y="3000580"/>
                  <a:pt x="2082584" y="3000106"/>
                </a:cubicBezTo>
                <a:lnTo>
                  <a:pt x="2093837" y="2980621"/>
                </a:lnTo>
                <a:cubicBezTo>
                  <a:pt x="2094133" y="2980147"/>
                  <a:pt x="2094666" y="2979851"/>
                  <a:pt x="2095199" y="2979851"/>
                </a:cubicBezTo>
                <a:close/>
                <a:moveTo>
                  <a:pt x="4800127" y="2979318"/>
                </a:moveTo>
                <a:lnTo>
                  <a:pt x="4823225" y="2979318"/>
                </a:lnTo>
                <a:cubicBezTo>
                  <a:pt x="4823817" y="2979318"/>
                  <a:pt x="4824351" y="2979673"/>
                  <a:pt x="4824647" y="2980147"/>
                </a:cubicBezTo>
                <a:lnTo>
                  <a:pt x="4836196" y="3000106"/>
                </a:lnTo>
                <a:cubicBezTo>
                  <a:pt x="4836492" y="3000639"/>
                  <a:pt x="4836492" y="3001291"/>
                  <a:pt x="4836196" y="3001765"/>
                </a:cubicBezTo>
                <a:lnTo>
                  <a:pt x="4824647" y="3021723"/>
                </a:lnTo>
                <a:cubicBezTo>
                  <a:pt x="4824351" y="3022256"/>
                  <a:pt x="4823817" y="3022553"/>
                  <a:pt x="4823225" y="3022553"/>
                </a:cubicBezTo>
                <a:lnTo>
                  <a:pt x="4800127" y="3022553"/>
                </a:lnTo>
                <a:cubicBezTo>
                  <a:pt x="4799535" y="3022553"/>
                  <a:pt x="4799002" y="3022197"/>
                  <a:pt x="4798706" y="3021723"/>
                </a:cubicBezTo>
                <a:lnTo>
                  <a:pt x="4787157" y="3001765"/>
                </a:lnTo>
                <a:cubicBezTo>
                  <a:pt x="4786861" y="3001231"/>
                  <a:pt x="4786861" y="3000580"/>
                  <a:pt x="4787157" y="3000106"/>
                </a:cubicBezTo>
                <a:lnTo>
                  <a:pt x="4798706" y="2980147"/>
                </a:lnTo>
                <a:cubicBezTo>
                  <a:pt x="4799002" y="2979614"/>
                  <a:pt x="4799535" y="2979318"/>
                  <a:pt x="4800127" y="2979318"/>
                </a:cubicBezTo>
                <a:close/>
                <a:moveTo>
                  <a:pt x="4867584" y="2978903"/>
                </a:moveTo>
                <a:lnTo>
                  <a:pt x="4891097" y="2978903"/>
                </a:lnTo>
                <a:cubicBezTo>
                  <a:pt x="4891689" y="2978903"/>
                  <a:pt x="4892222" y="2979199"/>
                  <a:pt x="4892519" y="2979732"/>
                </a:cubicBezTo>
                <a:lnTo>
                  <a:pt x="4904245" y="3000105"/>
                </a:lnTo>
                <a:cubicBezTo>
                  <a:pt x="4904541" y="3000639"/>
                  <a:pt x="4904541" y="3001231"/>
                  <a:pt x="4904245" y="3001764"/>
                </a:cubicBezTo>
                <a:lnTo>
                  <a:pt x="4892459" y="3022137"/>
                </a:lnTo>
                <a:cubicBezTo>
                  <a:pt x="4892163" y="3022670"/>
                  <a:pt x="4891630" y="3022966"/>
                  <a:pt x="4891038" y="3022966"/>
                </a:cubicBezTo>
                <a:lnTo>
                  <a:pt x="4867525" y="3022966"/>
                </a:lnTo>
                <a:cubicBezTo>
                  <a:pt x="4866933" y="3022966"/>
                  <a:pt x="4866400" y="3022670"/>
                  <a:pt x="4866104" y="3022137"/>
                </a:cubicBezTo>
                <a:lnTo>
                  <a:pt x="4854377" y="3001764"/>
                </a:lnTo>
                <a:cubicBezTo>
                  <a:pt x="4854081" y="3001231"/>
                  <a:pt x="4854081" y="3000639"/>
                  <a:pt x="4854377" y="3000105"/>
                </a:cubicBezTo>
                <a:lnTo>
                  <a:pt x="4866163" y="2979732"/>
                </a:lnTo>
                <a:cubicBezTo>
                  <a:pt x="4866459" y="2979199"/>
                  <a:pt x="4866992" y="2978903"/>
                  <a:pt x="4867584" y="2978903"/>
                </a:cubicBezTo>
                <a:close/>
                <a:moveTo>
                  <a:pt x="3992593" y="2928147"/>
                </a:moveTo>
                <a:lnTo>
                  <a:pt x="4007696" y="2928147"/>
                </a:lnTo>
                <a:cubicBezTo>
                  <a:pt x="4008110" y="2928147"/>
                  <a:pt x="4008466" y="2928324"/>
                  <a:pt x="4008643" y="2928680"/>
                </a:cubicBezTo>
                <a:lnTo>
                  <a:pt x="4016224" y="2941769"/>
                </a:lnTo>
                <a:cubicBezTo>
                  <a:pt x="4016402" y="2942065"/>
                  <a:pt x="4016402" y="2942479"/>
                  <a:pt x="4016224" y="2942835"/>
                </a:cubicBezTo>
                <a:lnTo>
                  <a:pt x="4008643" y="2955924"/>
                </a:lnTo>
                <a:cubicBezTo>
                  <a:pt x="4008407" y="2956279"/>
                  <a:pt x="4008051" y="2956456"/>
                  <a:pt x="4007696" y="2956456"/>
                </a:cubicBezTo>
                <a:lnTo>
                  <a:pt x="3992593" y="2956456"/>
                </a:lnTo>
                <a:cubicBezTo>
                  <a:pt x="3992179" y="2956456"/>
                  <a:pt x="3991823" y="2956279"/>
                  <a:pt x="3991646" y="2955924"/>
                </a:cubicBezTo>
                <a:lnTo>
                  <a:pt x="3984065" y="2942835"/>
                </a:lnTo>
                <a:cubicBezTo>
                  <a:pt x="3983888" y="2942539"/>
                  <a:pt x="3983888" y="2942124"/>
                  <a:pt x="3984065" y="2941769"/>
                </a:cubicBezTo>
                <a:lnTo>
                  <a:pt x="3991646" y="2928680"/>
                </a:lnTo>
                <a:cubicBezTo>
                  <a:pt x="3991883" y="2928324"/>
                  <a:pt x="3992238" y="2928147"/>
                  <a:pt x="3992593" y="2928147"/>
                </a:cubicBezTo>
                <a:close/>
                <a:moveTo>
                  <a:pt x="4060051" y="2927970"/>
                </a:moveTo>
                <a:lnTo>
                  <a:pt x="4075390" y="2927970"/>
                </a:lnTo>
                <a:cubicBezTo>
                  <a:pt x="4075805" y="2927970"/>
                  <a:pt x="4076160" y="2928148"/>
                  <a:pt x="4076338" y="2928503"/>
                </a:cubicBezTo>
                <a:lnTo>
                  <a:pt x="4083978" y="2941770"/>
                </a:lnTo>
                <a:cubicBezTo>
                  <a:pt x="4084155" y="2942066"/>
                  <a:pt x="4084155" y="2942480"/>
                  <a:pt x="4083978" y="2942836"/>
                </a:cubicBezTo>
                <a:lnTo>
                  <a:pt x="4076279" y="2956102"/>
                </a:lnTo>
                <a:cubicBezTo>
                  <a:pt x="4076042" y="2956398"/>
                  <a:pt x="4075687" y="2956635"/>
                  <a:pt x="4075331" y="2956635"/>
                </a:cubicBezTo>
                <a:lnTo>
                  <a:pt x="4059992" y="2956635"/>
                </a:lnTo>
                <a:cubicBezTo>
                  <a:pt x="4059577" y="2956635"/>
                  <a:pt x="4059222" y="2956457"/>
                  <a:pt x="4059044" y="2956102"/>
                </a:cubicBezTo>
                <a:lnTo>
                  <a:pt x="4051404" y="2942836"/>
                </a:lnTo>
                <a:cubicBezTo>
                  <a:pt x="4051227" y="2942540"/>
                  <a:pt x="4051227" y="2942125"/>
                  <a:pt x="4051404" y="2941770"/>
                </a:cubicBezTo>
                <a:lnTo>
                  <a:pt x="4059103" y="2928503"/>
                </a:lnTo>
                <a:cubicBezTo>
                  <a:pt x="4059340" y="2928207"/>
                  <a:pt x="4059695" y="2927970"/>
                  <a:pt x="4060051" y="2927970"/>
                </a:cubicBezTo>
                <a:close/>
                <a:moveTo>
                  <a:pt x="3924721" y="2927851"/>
                </a:moveTo>
                <a:lnTo>
                  <a:pt x="3940179" y="2927851"/>
                </a:lnTo>
                <a:cubicBezTo>
                  <a:pt x="3940593" y="2927851"/>
                  <a:pt x="3940949" y="2928029"/>
                  <a:pt x="3941127" y="2928384"/>
                </a:cubicBezTo>
                <a:lnTo>
                  <a:pt x="3948826" y="2941769"/>
                </a:lnTo>
                <a:cubicBezTo>
                  <a:pt x="3949003" y="2942065"/>
                  <a:pt x="3949003" y="2942480"/>
                  <a:pt x="3948826" y="2942835"/>
                </a:cubicBezTo>
                <a:lnTo>
                  <a:pt x="3941067" y="2956220"/>
                </a:lnTo>
                <a:cubicBezTo>
                  <a:pt x="3940890" y="2956516"/>
                  <a:pt x="3940475" y="2956753"/>
                  <a:pt x="3940120" y="2956753"/>
                </a:cubicBezTo>
                <a:lnTo>
                  <a:pt x="3924662" y="2956753"/>
                </a:lnTo>
                <a:cubicBezTo>
                  <a:pt x="3924247" y="2956753"/>
                  <a:pt x="3923892" y="2956575"/>
                  <a:pt x="3923714" y="2956220"/>
                </a:cubicBezTo>
                <a:lnTo>
                  <a:pt x="3916015" y="2942835"/>
                </a:lnTo>
                <a:cubicBezTo>
                  <a:pt x="3915838" y="2942539"/>
                  <a:pt x="3915838" y="2942124"/>
                  <a:pt x="3916015" y="2941769"/>
                </a:cubicBezTo>
                <a:lnTo>
                  <a:pt x="3923773" y="2928384"/>
                </a:lnTo>
                <a:cubicBezTo>
                  <a:pt x="3923951" y="2928088"/>
                  <a:pt x="3924366" y="2927851"/>
                  <a:pt x="3924721" y="2927851"/>
                </a:cubicBezTo>
                <a:close/>
                <a:moveTo>
                  <a:pt x="3789274" y="2927555"/>
                </a:moveTo>
                <a:lnTo>
                  <a:pt x="3805087" y="2927555"/>
                </a:lnTo>
                <a:cubicBezTo>
                  <a:pt x="3805442" y="2927555"/>
                  <a:pt x="3805856" y="2927733"/>
                  <a:pt x="3806034" y="2928088"/>
                </a:cubicBezTo>
                <a:lnTo>
                  <a:pt x="3813911" y="2941769"/>
                </a:lnTo>
                <a:cubicBezTo>
                  <a:pt x="3814089" y="2942125"/>
                  <a:pt x="3814089" y="2942539"/>
                  <a:pt x="3813911" y="2942894"/>
                </a:cubicBezTo>
                <a:lnTo>
                  <a:pt x="3806034" y="2956575"/>
                </a:lnTo>
                <a:cubicBezTo>
                  <a:pt x="3805856" y="2956871"/>
                  <a:pt x="3805501" y="2957108"/>
                  <a:pt x="3805087" y="2957108"/>
                </a:cubicBezTo>
                <a:lnTo>
                  <a:pt x="3789274" y="2957108"/>
                </a:lnTo>
                <a:cubicBezTo>
                  <a:pt x="3788918" y="2957108"/>
                  <a:pt x="3788504" y="2956931"/>
                  <a:pt x="3788326" y="2956575"/>
                </a:cubicBezTo>
                <a:lnTo>
                  <a:pt x="3780449" y="2942894"/>
                </a:lnTo>
                <a:cubicBezTo>
                  <a:pt x="3780272" y="2942539"/>
                  <a:pt x="3780272" y="2942125"/>
                  <a:pt x="3780449" y="2941769"/>
                </a:cubicBezTo>
                <a:lnTo>
                  <a:pt x="3788326" y="2928088"/>
                </a:lnTo>
                <a:cubicBezTo>
                  <a:pt x="3788504" y="2927792"/>
                  <a:pt x="3788859" y="2927555"/>
                  <a:pt x="3789274" y="2927555"/>
                </a:cubicBezTo>
                <a:close/>
                <a:moveTo>
                  <a:pt x="4195084" y="2927437"/>
                </a:moveTo>
                <a:lnTo>
                  <a:pt x="4210956" y="2927437"/>
                </a:lnTo>
                <a:cubicBezTo>
                  <a:pt x="4211312" y="2927437"/>
                  <a:pt x="4211726" y="2927614"/>
                  <a:pt x="4211904" y="2927970"/>
                </a:cubicBezTo>
                <a:lnTo>
                  <a:pt x="4219840" y="2941769"/>
                </a:lnTo>
                <a:cubicBezTo>
                  <a:pt x="4220018" y="2942125"/>
                  <a:pt x="4220018" y="2942539"/>
                  <a:pt x="4219840" y="2942895"/>
                </a:cubicBezTo>
                <a:lnTo>
                  <a:pt x="4211904" y="2956694"/>
                </a:lnTo>
                <a:cubicBezTo>
                  <a:pt x="4211726" y="2956990"/>
                  <a:pt x="4211371" y="2957227"/>
                  <a:pt x="4210956" y="2957227"/>
                </a:cubicBezTo>
                <a:lnTo>
                  <a:pt x="4195084" y="2957227"/>
                </a:lnTo>
                <a:cubicBezTo>
                  <a:pt x="4194728" y="2957227"/>
                  <a:pt x="4194314" y="2957050"/>
                  <a:pt x="4194136" y="2956694"/>
                </a:cubicBezTo>
                <a:lnTo>
                  <a:pt x="4186200" y="2942895"/>
                </a:lnTo>
                <a:cubicBezTo>
                  <a:pt x="4186023" y="2942539"/>
                  <a:pt x="4186023" y="2942125"/>
                  <a:pt x="4186200" y="2941769"/>
                </a:cubicBezTo>
                <a:lnTo>
                  <a:pt x="4194136" y="2927970"/>
                </a:lnTo>
                <a:cubicBezTo>
                  <a:pt x="4194314" y="2927674"/>
                  <a:pt x="4194669" y="2927437"/>
                  <a:pt x="4195084" y="2927437"/>
                </a:cubicBezTo>
                <a:close/>
                <a:moveTo>
                  <a:pt x="4127449" y="2927437"/>
                </a:moveTo>
                <a:lnTo>
                  <a:pt x="4143322" y="2927437"/>
                </a:lnTo>
                <a:cubicBezTo>
                  <a:pt x="4143677" y="2927437"/>
                  <a:pt x="4144091" y="2927614"/>
                  <a:pt x="4144269" y="2927970"/>
                </a:cubicBezTo>
                <a:lnTo>
                  <a:pt x="4152206" y="2941769"/>
                </a:lnTo>
                <a:cubicBezTo>
                  <a:pt x="4152383" y="2942125"/>
                  <a:pt x="4152383" y="2942539"/>
                  <a:pt x="4152206" y="2942895"/>
                </a:cubicBezTo>
                <a:lnTo>
                  <a:pt x="4144269" y="2956694"/>
                </a:lnTo>
                <a:cubicBezTo>
                  <a:pt x="4144091" y="2956990"/>
                  <a:pt x="4143736" y="2957227"/>
                  <a:pt x="4143322" y="2957227"/>
                </a:cubicBezTo>
                <a:lnTo>
                  <a:pt x="4127449" y="2957227"/>
                </a:lnTo>
                <a:cubicBezTo>
                  <a:pt x="4127093" y="2957227"/>
                  <a:pt x="4126679" y="2957050"/>
                  <a:pt x="4126501" y="2956694"/>
                </a:cubicBezTo>
                <a:lnTo>
                  <a:pt x="4118565" y="2942895"/>
                </a:lnTo>
                <a:cubicBezTo>
                  <a:pt x="4118388" y="2942539"/>
                  <a:pt x="4118388" y="2942125"/>
                  <a:pt x="4118565" y="2941769"/>
                </a:cubicBezTo>
                <a:lnTo>
                  <a:pt x="4126501" y="2927970"/>
                </a:lnTo>
                <a:cubicBezTo>
                  <a:pt x="4126679" y="2927674"/>
                  <a:pt x="4127035" y="2927437"/>
                  <a:pt x="4127449" y="2927437"/>
                </a:cubicBezTo>
                <a:close/>
                <a:moveTo>
                  <a:pt x="4330294" y="2927318"/>
                </a:moveTo>
                <a:lnTo>
                  <a:pt x="4346285" y="2927318"/>
                </a:lnTo>
                <a:cubicBezTo>
                  <a:pt x="4346700" y="2927318"/>
                  <a:pt x="4347114" y="2927555"/>
                  <a:pt x="4347292" y="2927910"/>
                </a:cubicBezTo>
                <a:lnTo>
                  <a:pt x="4355287" y="2941769"/>
                </a:lnTo>
                <a:cubicBezTo>
                  <a:pt x="4355465" y="2942124"/>
                  <a:pt x="4355465" y="2942539"/>
                  <a:pt x="4355287" y="2942894"/>
                </a:cubicBezTo>
                <a:lnTo>
                  <a:pt x="4347292" y="2956753"/>
                </a:lnTo>
                <a:cubicBezTo>
                  <a:pt x="4347114" y="2957108"/>
                  <a:pt x="4346759" y="2957345"/>
                  <a:pt x="4346344" y="2957345"/>
                </a:cubicBezTo>
                <a:lnTo>
                  <a:pt x="4330354" y="2957345"/>
                </a:lnTo>
                <a:cubicBezTo>
                  <a:pt x="4329939" y="2957345"/>
                  <a:pt x="4329524" y="2957108"/>
                  <a:pt x="4329347" y="2956753"/>
                </a:cubicBezTo>
                <a:lnTo>
                  <a:pt x="4321351" y="2942894"/>
                </a:lnTo>
                <a:cubicBezTo>
                  <a:pt x="4321174" y="2942539"/>
                  <a:pt x="4321174" y="2942124"/>
                  <a:pt x="4321351" y="2941769"/>
                </a:cubicBezTo>
                <a:lnTo>
                  <a:pt x="4329347" y="2927910"/>
                </a:lnTo>
                <a:cubicBezTo>
                  <a:pt x="4329524" y="2927555"/>
                  <a:pt x="4329880" y="2927318"/>
                  <a:pt x="4330294" y="2927318"/>
                </a:cubicBezTo>
                <a:close/>
                <a:moveTo>
                  <a:pt x="4262482" y="2927022"/>
                </a:moveTo>
                <a:lnTo>
                  <a:pt x="4278827" y="2927022"/>
                </a:lnTo>
                <a:cubicBezTo>
                  <a:pt x="4279242" y="2927022"/>
                  <a:pt x="4279597" y="2927259"/>
                  <a:pt x="4279835" y="2927614"/>
                </a:cubicBezTo>
                <a:lnTo>
                  <a:pt x="4288008" y="2941769"/>
                </a:lnTo>
                <a:cubicBezTo>
                  <a:pt x="4288245" y="2942124"/>
                  <a:pt x="4288245" y="2942598"/>
                  <a:pt x="4288008" y="2942954"/>
                </a:cubicBezTo>
                <a:lnTo>
                  <a:pt x="4279835" y="2957108"/>
                </a:lnTo>
                <a:cubicBezTo>
                  <a:pt x="4279597" y="2957463"/>
                  <a:pt x="4279242" y="2957701"/>
                  <a:pt x="4278827" y="2957701"/>
                </a:cubicBezTo>
                <a:lnTo>
                  <a:pt x="4262482" y="2957701"/>
                </a:lnTo>
                <a:cubicBezTo>
                  <a:pt x="4262067" y="2957701"/>
                  <a:pt x="4261712" y="2957463"/>
                  <a:pt x="4261475" y="2957108"/>
                </a:cubicBezTo>
                <a:lnTo>
                  <a:pt x="4253302" y="2942954"/>
                </a:lnTo>
                <a:cubicBezTo>
                  <a:pt x="4253065" y="2942598"/>
                  <a:pt x="4253065" y="2942124"/>
                  <a:pt x="4253302" y="2941769"/>
                </a:cubicBezTo>
                <a:lnTo>
                  <a:pt x="4261475" y="2927614"/>
                </a:lnTo>
                <a:cubicBezTo>
                  <a:pt x="4261712" y="2927259"/>
                  <a:pt x="4262067" y="2927022"/>
                  <a:pt x="4262482" y="2927022"/>
                </a:cubicBezTo>
                <a:close/>
                <a:moveTo>
                  <a:pt x="3315651" y="2927022"/>
                </a:moveTo>
                <a:lnTo>
                  <a:pt x="3331996" y="2927022"/>
                </a:lnTo>
                <a:cubicBezTo>
                  <a:pt x="3332411" y="2927022"/>
                  <a:pt x="3332766" y="2927259"/>
                  <a:pt x="3333004" y="2927614"/>
                </a:cubicBezTo>
                <a:lnTo>
                  <a:pt x="3341177" y="2941769"/>
                </a:lnTo>
                <a:cubicBezTo>
                  <a:pt x="3341414" y="2942124"/>
                  <a:pt x="3341414" y="2942598"/>
                  <a:pt x="3341177" y="2942954"/>
                </a:cubicBezTo>
                <a:lnTo>
                  <a:pt x="3333004" y="2957108"/>
                </a:lnTo>
                <a:cubicBezTo>
                  <a:pt x="3332766" y="2957463"/>
                  <a:pt x="3332411" y="2957701"/>
                  <a:pt x="3331996" y="2957701"/>
                </a:cubicBezTo>
                <a:lnTo>
                  <a:pt x="3315651" y="2957701"/>
                </a:lnTo>
                <a:cubicBezTo>
                  <a:pt x="3315236" y="2957701"/>
                  <a:pt x="3314881" y="2957463"/>
                  <a:pt x="3314644" y="2957108"/>
                </a:cubicBezTo>
                <a:lnTo>
                  <a:pt x="3306471" y="2942954"/>
                </a:lnTo>
                <a:cubicBezTo>
                  <a:pt x="3306234" y="2942598"/>
                  <a:pt x="3306234" y="2942124"/>
                  <a:pt x="3306471" y="2941769"/>
                </a:cubicBezTo>
                <a:lnTo>
                  <a:pt x="3314644" y="2927614"/>
                </a:lnTo>
                <a:cubicBezTo>
                  <a:pt x="3314881" y="2927259"/>
                  <a:pt x="3315236" y="2927022"/>
                  <a:pt x="3315651" y="2927022"/>
                </a:cubicBezTo>
                <a:close/>
                <a:moveTo>
                  <a:pt x="3856613" y="2926904"/>
                </a:moveTo>
                <a:lnTo>
                  <a:pt x="3873078" y="2926904"/>
                </a:lnTo>
                <a:cubicBezTo>
                  <a:pt x="3873492" y="2926904"/>
                  <a:pt x="3873847" y="2927141"/>
                  <a:pt x="3874084" y="2927496"/>
                </a:cubicBezTo>
                <a:lnTo>
                  <a:pt x="3882316" y="2941770"/>
                </a:lnTo>
                <a:cubicBezTo>
                  <a:pt x="3882553" y="2942125"/>
                  <a:pt x="3882553" y="2942599"/>
                  <a:pt x="3882316" y="2942954"/>
                </a:cubicBezTo>
                <a:lnTo>
                  <a:pt x="3874084" y="2957227"/>
                </a:lnTo>
                <a:cubicBezTo>
                  <a:pt x="3873847" y="2957583"/>
                  <a:pt x="3873492" y="2957819"/>
                  <a:pt x="3873078" y="2957819"/>
                </a:cubicBezTo>
                <a:lnTo>
                  <a:pt x="3856613" y="2957819"/>
                </a:lnTo>
                <a:cubicBezTo>
                  <a:pt x="3856198" y="2957819"/>
                  <a:pt x="3855843" y="2957583"/>
                  <a:pt x="3855606" y="2957227"/>
                </a:cubicBezTo>
                <a:lnTo>
                  <a:pt x="3847373" y="2942954"/>
                </a:lnTo>
                <a:cubicBezTo>
                  <a:pt x="3847137" y="2942599"/>
                  <a:pt x="3847137" y="2942125"/>
                  <a:pt x="3847373" y="2941770"/>
                </a:cubicBezTo>
                <a:lnTo>
                  <a:pt x="3855606" y="2927496"/>
                </a:lnTo>
                <a:cubicBezTo>
                  <a:pt x="3855843" y="2927141"/>
                  <a:pt x="3856198" y="2926904"/>
                  <a:pt x="3856613" y="2926904"/>
                </a:cubicBezTo>
                <a:close/>
                <a:moveTo>
                  <a:pt x="3518437" y="2926904"/>
                </a:moveTo>
                <a:lnTo>
                  <a:pt x="3534901" y="2926904"/>
                </a:lnTo>
                <a:cubicBezTo>
                  <a:pt x="3535316" y="2926904"/>
                  <a:pt x="3535671" y="2927141"/>
                  <a:pt x="3535908" y="2927496"/>
                </a:cubicBezTo>
                <a:lnTo>
                  <a:pt x="3544141" y="2941770"/>
                </a:lnTo>
                <a:cubicBezTo>
                  <a:pt x="3544378" y="2942125"/>
                  <a:pt x="3544378" y="2942599"/>
                  <a:pt x="3544141" y="2942954"/>
                </a:cubicBezTo>
                <a:lnTo>
                  <a:pt x="3535908" y="2957227"/>
                </a:lnTo>
                <a:cubicBezTo>
                  <a:pt x="3535671" y="2957583"/>
                  <a:pt x="3535316" y="2957819"/>
                  <a:pt x="3534901" y="2957819"/>
                </a:cubicBezTo>
                <a:lnTo>
                  <a:pt x="3518437" y="2957819"/>
                </a:lnTo>
                <a:cubicBezTo>
                  <a:pt x="3518022" y="2957819"/>
                  <a:pt x="3517667" y="2957583"/>
                  <a:pt x="3517430" y="2957227"/>
                </a:cubicBezTo>
                <a:lnTo>
                  <a:pt x="3509198" y="2942954"/>
                </a:lnTo>
                <a:cubicBezTo>
                  <a:pt x="3508961" y="2942599"/>
                  <a:pt x="3508961" y="2942125"/>
                  <a:pt x="3509198" y="2941770"/>
                </a:cubicBezTo>
                <a:lnTo>
                  <a:pt x="3517430" y="2927496"/>
                </a:lnTo>
                <a:cubicBezTo>
                  <a:pt x="3517667" y="2927141"/>
                  <a:pt x="3518022" y="2926904"/>
                  <a:pt x="3518437" y="2926904"/>
                </a:cubicBezTo>
                <a:close/>
                <a:moveTo>
                  <a:pt x="3450743" y="2926844"/>
                </a:moveTo>
                <a:lnTo>
                  <a:pt x="3467326" y="2926844"/>
                </a:lnTo>
                <a:cubicBezTo>
                  <a:pt x="3467740" y="2926844"/>
                  <a:pt x="3468096" y="2927081"/>
                  <a:pt x="3468333" y="2927436"/>
                </a:cubicBezTo>
                <a:lnTo>
                  <a:pt x="3476624" y="2941769"/>
                </a:lnTo>
                <a:cubicBezTo>
                  <a:pt x="3476861" y="2942124"/>
                  <a:pt x="3476861" y="2942598"/>
                  <a:pt x="3476624" y="2942953"/>
                </a:cubicBezTo>
                <a:lnTo>
                  <a:pt x="3468333" y="2957286"/>
                </a:lnTo>
                <a:cubicBezTo>
                  <a:pt x="3468096" y="2957641"/>
                  <a:pt x="3467740" y="2957878"/>
                  <a:pt x="3467326" y="2957878"/>
                </a:cubicBezTo>
                <a:lnTo>
                  <a:pt x="3450743" y="2957878"/>
                </a:lnTo>
                <a:cubicBezTo>
                  <a:pt x="3450329" y="2957878"/>
                  <a:pt x="3449973" y="2957641"/>
                  <a:pt x="3449736" y="2957286"/>
                </a:cubicBezTo>
                <a:lnTo>
                  <a:pt x="3441445" y="2942953"/>
                </a:lnTo>
                <a:cubicBezTo>
                  <a:pt x="3441208" y="2942598"/>
                  <a:pt x="3441208" y="2942124"/>
                  <a:pt x="3441445" y="2941769"/>
                </a:cubicBezTo>
                <a:lnTo>
                  <a:pt x="3449736" y="2927436"/>
                </a:lnTo>
                <a:cubicBezTo>
                  <a:pt x="3449973" y="2927081"/>
                  <a:pt x="3450329" y="2926844"/>
                  <a:pt x="3450743" y="2926844"/>
                </a:cubicBezTo>
                <a:close/>
                <a:moveTo>
                  <a:pt x="3383108" y="2926844"/>
                </a:moveTo>
                <a:lnTo>
                  <a:pt x="3399691" y="2926844"/>
                </a:lnTo>
                <a:cubicBezTo>
                  <a:pt x="3400105" y="2926844"/>
                  <a:pt x="3400461" y="2927081"/>
                  <a:pt x="3400698" y="2927436"/>
                </a:cubicBezTo>
                <a:lnTo>
                  <a:pt x="3408989" y="2941769"/>
                </a:lnTo>
                <a:cubicBezTo>
                  <a:pt x="3409226" y="2942124"/>
                  <a:pt x="3409226" y="2942598"/>
                  <a:pt x="3408989" y="2942953"/>
                </a:cubicBezTo>
                <a:lnTo>
                  <a:pt x="3400698" y="2957286"/>
                </a:lnTo>
                <a:cubicBezTo>
                  <a:pt x="3400461" y="2957641"/>
                  <a:pt x="3400105" y="2957878"/>
                  <a:pt x="3399691" y="2957878"/>
                </a:cubicBezTo>
                <a:lnTo>
                  <a:pt x="3383108" y="2957878"/>
                </a:lnTo>
                <a:cubicBezTo>
                  <a:pt x="3382694" y="2957878"/>
                  <a:pt x="3382338" y="2957641"/>
                  <a:pt x="3382102" y="2957286"/>
                </a:cubicBezTo>
                <a:lnTo>
                  <a:pt x="3373810" y="2942953"/>
                </a:lnTo>
                <a:cubicBezTo>
                  <a:pt x="3373573" y="2942598"/>
                  <a:pt x="3373573" y="2942124"/>
                  <a:pt x="3373810" y="2941769"/>
                </a:cubicBezTo>
                <a:lnTo>
                  <a:pt x="3382102" y="2927436"/>
                </a:lnTo>
                <a:cubicBezTo>
                  <a:pt x="3382338" y="2927081"/>
                  <a:pt x="3382694" y="2926844"/>
                  <a:pt x="3383108" y="2926844"/>
                </a:cubicBezTo>
                <a:close/>
                <a:moveTo>
                  <a:pt x="4397574" y="2926726"/>
                </a:moveTo>
                <a:lnTo>
                  <a:pt x="4414217" y="2926726"/>
                </a:lnTo>
                <a:cubicBezTo>
                  <a:pt x="4414631" y="2926726"/>
                  <a:pt x="4414987" y="2926963"/>
                  <a:pt x="4415223" y="2927318"/>
                </a:cubicBezTo>
                <a:lnTo>
                  <a:pt x="4423574" y="2941769"/>
                </a:lnTo>
                <a:cubicBezTo>
                  <a:pt x="4423811" y="2942125"/>
                  <a:pt x="4423811" y="2942599"/>
                  <a:pt x="4423574" y="2942954"/>
                </a:cubicBezTo>
                <a:lnTo>
                  <a:pt x="4415223" y="2957405"/>
                </a:lnTo>
                <a:cubicBezTo>
                  <a:pt x="4415045" y="2957760"/>
                  <a:pt x="4414631" y="2957997"/>
                  <a:pt x="4414217" y="2957997"/>
                </a:cubicBezTo>
                <a:lnTo>
                  <a:pt x="4397574" y="2957997"/>
                </a:lnTo>
                <a:cubicBezTo>
                  <a:pt x="4397160" y="2957997"/>
                  <a:pt x="4396804" y="2957760"/>
                  <a:pt x="4396567" y="2957405"/>
                </a:cubicBezTo>
                <a:lnTo>
                  <a:pt x="4388217" y="2942954"/>
                </a:lnTo>
                <a:cubicBezTo>
                  <a:pt x="4387980" y="2942599"/>
                  <a:pt x="4387980" y="2942125"/>
                  <a:pt x="4388217" y="2941769"/>
                </a:cubicBezTo>
                <a:lnTo>
                  <a:pt x="4396567" y="2927318"/>
                </a:lnTo>
                <a:cubicBezTo>
                  <a:pt x="4396745" y="2926963"/>
                  <a:pt x="4397160" y="2926726"/>
                  <a:pt x="4397574" y="2926726"/>
                </a:cubicBezTo>
                <a:close/>
                <a:moveTo>
                  <a:pt x="3721283" y="2926726"/>
                </a:moveTo>
                <a:lnTo>
                  <a:pt x="3737925" y="2926726"/>
                </a:lnTo>
                <a:cubicBezTo>
                  <a:pt x="3738340" y="2926726"/>
                  <a:pt x="3738695" y="2926963"/>
                  <a:pt x="3738932" y="2927318"/>
                </a:cubicBezTo>
                <a:lnTo>
                  <a:pt x="3747283" y="2941769"/>
                </a:lnTo>
                <a:cubicBezTo>
                  <a:pt x="3747520" y="2942125"/>
                  <a:pt x="3747520" y="2942599"/>
                  <a:pt x="3747283" y="2942954"/>
                </a:cubicBezTo>
                <a:lnTo>
                  <a:pt x="3738932" y="2957405"/>
                </a:lnTo>
                <a:cubicBezTo>
                  <a:pt x="3738754" y="2957760"/>
                  <a:pt x="3738340" y="2957997"/>
                  <a:pt x="3737925" y="2957997"/>
                </a:cubicBezTo>
                <a:lnTo>
                  <a:pt x="3721283" y="2957997"/>
                </a:lnTo>
                <a:cubicBezTo>
                  <a:pt x="3720868" y="2957997"/>
                  <a:pt x="3720513" y="2957760"/>
                  <a:pt x="3720276" y="2957405"/>
                </a:cubicBezTo>
                <a:lnTo>
                  <a:pt x="3711925" y="2942954"/>
                </a:lnTo>
                <a:cubicBezTo>
                  <a:pt x="3711689" y="2942599"/>
                  <a:pt x="3711689" y="2942125"/>
                  <a:pt x="3711925" y="2941769"/>
                </a:cubicBezTo>
                <a:lnTo>
                  <a:pt x="3720276" y="2927318"/>
                </a:lnTo>
                <a:cubicBezTo>
                  <a:pt x="3720454" y="2926963"/>
                  <a:pt x="3720868" y="2926726"/>
                  <a:pt x="3721283" y="2926726"/>
                </a:cubicBezTo>
                <a:close/>
                <a:moveTo>
                  <a:pt x="3653648" y="2926726"/>
                </a:moveTo>
                <a:lnTo>
                  <a:pt x="3670290" y="2926726"/>
                </a:lnTo>
                <a:cubicBezTo>
                  <a:pt x="3670705" y="2926726"/>
                  <a:pt x="3671060" y="2926963"/>
                  <a:pt x="3671297" y="2927318"/>
                </a:cubicBezTo>
                <a:lnTo>
                  <a:pt x="3679648" y="2941769"/>
                </a:lnTo>
                <a:cubicBezTo>
                  <a:pt x="3679885" y="2942125"/>
                  <a:pt x="3679885" y="2942599"/>
                  <a:pt x="3679648" y="2942954"/>
                </a:cubicBezTo>
                <a:lnTo>
                  <a:pt x="3671297" y="2957405"/>
                </a:lnTo>
                <a:cubicBezTo>
                  <a:pt x="3671119" y="2957760"/>
                  <a:pt x="3670705" y="2957997"/>
                  <a:pt x="3670290" y="2957997"/>
                </a:cubicBezTo>
                <a:lnTo>
                  <a:pt x="3653648" y="2957997"/>
                </a:lnTo>
                <a:cubicBezTo>
                  <a:pt x="3653234" y="2957997"/>
                  <a:pt x="3652878" y="2957760"/>
                  <a:pt x="3652641" y="2957405"/>
                </a:cubicBezTo>
                <a:lnTo>
                  <a:pt x="3644291" y="2942954"/>
                </a:lnTo>
                <a:cubicBezTo>
                  <a:pt x="3644054" y="2942599"/>
                  <a:pt x="3644054" y="2942125"/>
                  <a:pt x="3644291" y="2941769"/>
                </a:cubicBezTo>
                <a:lnTo>
                  <a:pt x="3652641" y="2927318"/>
                </a:lnTo>
                <a:cubicBezTo>
                  <a:pt x="3652819" y="2926963"/>
                  <a:pt x="3653234" y="2926726"/>
                  <a:pt x="3653648" y="2926726"/>
                </a:cubicBezTo>
                <a:close/>
                <a:moveTo>
                  <a:pt x="3585953" y="2926608"/>
                </a:moveTo>
                <a:lnTo>
                  <a:pt x="3602715" y="2926608"/>
                </a:lnTo>
                <a:cubicBezTo>
                  <a:pt x="3603129" y="2926608"/>
                  <a:pt x="3603485" y="2926845"/>
                  <a:pt x="3603721" y="2927200"/>
                </a:cubicBezTo>
                <a:lnTo>
                  <a:pt x="3612131" y="2941710"/>
                </a:lnTo>
                <a:cubicBezTo>
                  <a:pt x="3612368" y="2942066"/>
                  <a:pt x="3612368" y="2942540"/>
                  <a:pt x="3612131" y="2942895"/>
                </a:cubicBezTo>
                <a:lnTo>
                  <a:pt x="3603721" y="2957405"/>
                </a:lnTo>
                <a:cubicBezTo>
                  <a:pt x="3603544" y="2957760"/>
                  <a:pt x="3603129" y="2957997"/>
                  <a:pt x="3602715" y="2957997"/>
                </a:cubicBezTo>
                <a:lnTo>
                  <a:pt x="3585953" y="2957997"/>
                </a:lnTo>
                <a:cubicBezTo>
                  <a:pt x="3585539" y="2957997"/>
                  <a:pt x="3585183" y="2957760"/>
                  <a:pt x="3584947" y="2957405"/>
                </a:cubicBezTo>
                <a:lnTo>
                  <a:pt x="3576537" y="2942895"/>
                </a:lnTo>
                <a:cubicBezTo>
                  <a:pt x="3576300" y="2942540"/>
                  <a:pt x="3576300" y="2942066"/>
                  <a:pt x="3576537" y="2941710"/>
                </a:cubicBezTo>
                <a:lnTo>
                  <a:pt x="3584947" y="2927200"/>
                </a:lnTo>
                <a:cubicBezTo>
                  <a:pt x="3585125" y="2926845"/>
                  <a:pt x="3585539" y="2926608"/>
                  <a:pt x="3585953" y="2926608"/>
                </a:cubicBezTo>
                <a:close/>
                <a:moveTo>
                  <a:pt x="3247483" y="2926074"/>
                </a:moveTo>
                <a:lnTo>
                  <a:pt x="3264835" y="2926074"/>
                </a:lnTo>
                <a:cubicBezTo>
                  <a:pt x="3265250" y="2926074"/>
                  <a:pt x="3265665" y="2926311"/>
                  <a:pt x="3265902" y="2926666"/>
                </a:cubicBezTo>
                <a:lnTo>
                  <a:pt x="3274548" y="2941710"/>
                </a:lnTo>
                <a:cubicBezTo>
                  <a:pt x="3274786" y="2942124"/>
                  <a:pt x="3274786" y="2942598"/>
                  <a:pt x="3274548" y="2942953"/>
                </a:cubicBezTo>
                <a:lnTo>
                  <a:pt x="3265902" y="2957996"/>
                </a:lnTo>
                <a:cubicBezTo>
                  <a:pt x="3265665" y="2958352"/>
                  <a:pt x="3265250" y="2958589"/>
                  <a:pt x="3264835" y="2958589"/>
                </a:cubicBezTo>
                <a:lnTo>
                  <a:pt x="3247483" y="2958589"/>
                </a:lnTo>
                <a:cubicBezTo>
                  <a:pt x="3247068" y="2958589"/>
                  <a:pt x="3246654" y="2958352"/>
                  <a:pt x="3246416" y="2957996"/>
                </a:cubicBezTo>
                <a:lnTo>
                  <a:pt x="3237770" y="2942953"/>
                </a:lnTo>
                <a:cubicBezTo>
                  <a:pt x="3237533" y="2942539"/>
                  <a:pt x="3237533" y="2942065"/>
                  <a:pt x="3237770" y="2941710"/>
                </a:cubicBezTo>
                <a:lnTo>
                  <a:pt x="3246416" y="2926666"/>
                </a:lnTo>
                <a:cubicBezTo>
                  <a:pt x="3246654" y="2926311"/>
                  <a:pt x="3247068" y="2926074"/>
                  <a:pt x="3247483" y="2926074"/>
                </a:cubicBezTo>
                <a:close/>
                <a:moveTo>
                  <a:pt x="5005579" y="2925482"/>
                </a:moveTo>
                <a:lnTo>
                  <a:pt x="5023583" y="2925482"/>
                </a:lnTo>
                <a:cubicBezTo>
                  <a:pt x="5024057" y="2925482"/>
                  <a:pt x="5024472" y="2925719"/>
                  <a:pt x="5024709" y="2926133"/>
                </a:cubicBezTo>
                <a:lnTo>
                  <a:pt x="5033711" y="2941710"/>
                </a:lnTo>
                <a:cubicBezTo>
                  <a:pt x="5033948" y="2942065"/>
                  <a:pt x="5033948" y="2942539"/>
                  <a:pt x="5033711" y="2942953"/>
                </a:cubicBezTo>
                <a:lnTo>
                  <a:pt x="5024709" y="2958530"/>
                </a:lnTo>
                <a:cubicBezTo>
                  <a:pt x="5024472" y="2958944"/>
                  <a:pt x="5024057" y="2959181"/>
                  <a:pt x="5023583" y="2959181"/>
                </a:cubicBezTo>
                <a:lnTo>
                  <a:pt x="5005579" y="2959181"/>
                </a:lnTo>
                <a:cubicBezTo>
                  <a:pt x="5005105" y="2959181"/>
                  <a:pt x="5004691" y="2958944"/>
                  <a:pt x="5004454" y="2958530"/>
                </a:cubicBezTo>
                <a:lnTo>
                  <a:pt x="4995451" y="2942953"/>
                </a:lnTo>
                <a:cubicBezTo>
                  <a:pt x="4995215" y="2942598"/>
                  <a:pt x="4995215" y="2942124"/>
                  <a:pt x="4995451" y="2941710"/>
                </a:cubicBezTo>
                <a:lnTo>
                  <a:pt x="5004454" y="2926133"/>
                </a:lnTo>
                <a:cubicBezTo>
                  <a:pt x="5004691" y="2925719"/>
                  <a:pt x="5005105" y="2925482"/>
                  <a:pt x="5005579" y="2925482"/>
                </a:cubicBezTo>
                <a:close/>
                <a:moveTo>
                  <a:pt x="3179551" y="2925482"/>
                </a:moveTo>
                <a:lnTo>
                  <a:pt x="3197556" y="2925482"/>
                </a:lnTo>
                <a:cubicBezTo>
                  <a:pt x="3198029" y="2925482"/>
                  <a:pt x="3198444" y="2925719"/>
                  <a:pt x="3198681" y="2926133"/>
                </a:cubicBezTo>
                <a:lnTo>
                  <a:pt x="3207683" y="2941710"/>
                </a:lnTo>
                <a:cubicBezTo>
                  <a:pt x="3207920" y="2942065"/>
                  <a:pt x="3207920" y="2942539"/>
                  <a:pt x="3207683" y="2942953"/>
                </a:cubicBezTo>
                <a:lnTo>
                  <a:pt x="3198681" y="2958530"/>
                </a:lnTo>
                <a:cubicBezTo>
                  <a:pt x="3198444" y="2958944"/>
                  <a:pt x="3198029" y="2959181"/>
                  <a:pt x="3197556" y="2959181"/>
                </a:cubicBezTo>
                <a:lnTo>
                  <a:pt x="3179551" y="2959181"/>
                </a:lnTo>
                <a:cubicBezTo>
                  <a:pt x="3179078" y="2959181"/>
                  <a:pt x="3178663" y="2958944"/>
                  <a:pt x="3178426" y="2958530"/>
                </a:cubicBezTo>
                <a:lnTo>
                  <a:pt x="3169424" y="2942953"/>
                </a:lnTo>
                <a:cubicBezTo>
                  <a:pt x="3169187" y="2942598"/>
                  <a:pt x="3169187" y="2942124"/>
                  <a:pt x="3169424" y="2941710"/>
                </a:cubicBezTo>
                <a:lnTo>
                  <a:pt x="3178426" y="2926133"/>
                </a:lnTo>
                <a:cubicBezTo>
                  <a:pt x="3178663" y="2925719"/>
                  <a:pt x="3179078" y="2925482"/>
                  <a:pt x="3179551" y="2925482"/>
                </a:cubicBezTo>
                <a:close/>
                <a:moveTo>
                  <a:pt x="4464381" y="2925245"/>
                </a:moveTo>
                <a:lnTo>
                  <a:pt x="4482622" y="2925245"/>
                </a:lnTo>
                <a:cubicBezTo>
                  <a:pt x="4483096" y="2925245"/>
                  <a:pt x="4483510" y="2925482"/>
                  <a:pt x="4483747" y="2925897"/>
                </a:cubicBezTo>
                <a:lnTo>
                  <a:pt x="4492868" y="2941650"/>
                </a:lnTo>
                <a:cubicBezTo>
                  <a:pt x="4493105" y="2942065"/>
                  <a:pt x="4493105" y="2942539"/>
                  <a:pt x="4492868" y="2942954"/>
                </a:cubicBezTo>
                <a:lnTo>
                  <a:pt x="4483747" y="2958707"/>
                </a:lnTo>
                <a:cubicBezTo>
                  <a:pt x="4483510" y="2959122"/>
                  <a:pt x="4483096" y="2959359"/>
                  <a:pt x="4482622" y="2959359"/>
                </a:cubicBezTo>
                <a:lnTo>
                  <a:pt x="4464381" y="2959359"/>
                </a:lnTo>
                <a:cubicBezTo>
                  <a:pt x="4463906" y="2959359"/>
                  <a:pt x="4463492" y="2959122"/>
                  <a:pt x="4463255" y="2958707"/>
                </a:cubicBezTo>
                <a:lnTo>
                  <a:pt x="4454135" y="2942954"/>
                </a:lnTo>
                <a:cubicBezTo>
                  <a:pt x="4453898" y="2942539"/>
                  <a:pt x="4453898" y="2942065"/>
                  <a:pt x="4454135" y="2941650"/>
                </a:cubicBezTo>
                <a:lnTo>
                  <a:pt x="4463255" y="2925897"/>
                </a:lnTo>
                <a:cubicBezTo>
                  <a:pt x="4463492" y="2925482"/>
                  <a:pt x="4463906" y="2925245"/>
                  <a:pt x="4464381" y="2925245"/>
                </a:cubicBezTo>
                <a:close/>
                <a:moveTo>
                  <a:pt x="2976468" y="2925068"/>
                </a:moveTo>
                <a:lnTo>
                  <a:pt x="2994887" y="2925068"/>
                </a:lnTo>
                <a:cubicBezTo>
                  <a:pt x="2995361" y="2925068"/>
                  <a:pt x="2995775" y="2925305"/>
                  <a:pt x="2996013" y="2925719"/>
                </a:cubicBezTo>
                <a:lnTo>
                  <a:pt x="3005252" y="2941710"/>
                </a:lnTo>
                <a:cubicBezTo>
                  <a:pt x="3005488" y="2942125"/>
                  <a:pt x="3005488" y="2942599"/>
                  <a:pt x="3005252" y="2943013"/>
                </a:cubicBezTo>
                <a:lnTo>
                  <a:pt x="2996013" y="2959004"/>
                </a:lnTo>
                <a:cubicBezTo>
                  <a:pt x="2995775" y="2959418"/>
                  <a:pt x="2995361" y="2959656"/>
                  <a:pt x="2994887" y="2959656"/>
                </a:cubicBezTo>
                <a:lnTo>
                  <a:pt x="2976468" y="2959656"/>
                </a:lnTo>
                <a:cubicBezTo>
                  <a:pt x="2975994" y="2959656"/>
                  <a:pt x="2975580" y="2959418"/>
                  <a:pt x="2975343" y="2959004"/>
                </a:cubicBezTo>
                <a:lnTo>
                  <a:pt x="2966104" y="2943013"/>
                </a:lnTo>
                <a:cubicBezTo>
                  <a:pt x="2965867" y="2942599"/>
                  <a:pt x="2965867" y="2942125"/>
                  <a:pt x="2966104" y="2941710"/>
                </a:cubicBezTo>
                <a:lnTo>
                  <a:pt x="2975343" y="2925719"/>
                </a:lnTo>
                <a:cubicBezTo>
                  <a:pt x="2975580" y="2925305"/>
                  <a:pt x="2975994" y="2925068"/>
                  <a:pt x="2976468" y="2925068"/>
                </a:cubicBezTo>
                <a:close/>
                <a:moveTo>
                  <a:pt x="4531898" y="2924949"/>
                </a:moveTo>
                <a:lnTo>
                  <a:pt x="4550435" y="2924949"/>
                </a:lnTo>
                <a:cubicBezTo>
                  <a:pt x="4550909" y="2924949"/>
                  <a:pt x="4551323" y="2925186"/>
                  <a:pt x="4551560" y="2925601"/>
                </a:cubicBezTo>
                <a:lnTo>
                  <a:pt x="4560799" y="2941651"/>
                </a:lnTo>
                <a:cubicBezTo>
                  <a:pt x="4561036" y="2942065"/>
                  <a:pt x="4561036" y="2942539"/>
                  <a:pt x="4560799" y="2942954"/>
                </a:cubicBezTo>
                <a:lnTo>
                  <a:pt x="4551501" y="2959003"/>
                </a:lnTo>
                <a:cubicBezTo>
                  <a:pt x="4551264" y="2959418"/>
                  <a:pt x="4550849" y="2959655"/>
                  <a:pt x="4550376" y="2959655"/>
                </a:cubicBezTo>
                <a:lnTo>
                  <a:pt x="4531838" y="2959655"/>
                </a:lnTo>
                <a:cubicBezTo>
                  <a:pt x="4531364" y="2959655"/>
                  <a:pt x="4530950" y="2959418"/>
                  <a:pt x="4530713" y="2959003"/>
                </a:cubicBezTo>
                <a:lnTo>
                  <a:pt x="4521474" y="2942954"/>
                </a:lnTo>
                <a:cubicBezTo>
                  <a:pt x="4521237" y="2942539"/>
                  <a:pt x="4521237" y="2942065"/>
                  <a:pt x="4521474" y="2941651"/>
                </a:cubicBezTo>
                <a:lnTo>
                  <a:pt x="4530772" y="2925601"/>
                </a:lnTo>
                <a:cubicBezTo>
                  <a:pt x="4531009" y="2925186"/>
                  <a:pt x="4531423" y="2924949"/>
                  <a:pt x="4531898" y="2924949"/>
                </a:cubicBezTo>
                <a:close/>
                <a:moveTo>
                  <a:pt x="3043926" y="2924831"/>
                </a:moveTo>
                <a:lnTo>
                  <a:pt x="3062582" y="2924831"/>
                </a:lnTo>
                <a:cubicBezTo>
                  <a:pt x="3063055" y="2924831"/>
                  <a:pt x="3063470" y="2925068"/>
                  <a:pt x="3063707" y="2925482"/>
                </a:cubicBezTo>
                <a:lnTo>
                  <a:pt x="3073005" y="2941651"/>
                </a:lnTo>
                <a:cubicBezTo>
                  <a:pt x="3073242" y="2942065"/>
                  <a:pt x="3073242" y="2942539"/>
                  <a:pt x="3073005" y="2942954"/>
                </a:cubicBezTo>
                <a:lnTo>
                  <a:pt x="3063648" y="2959122"/>
                </a:lnTo>
                <a:cubicBezTo>
                  <a:pt x="3063410" y="2959537"/>
                  <a:pt x="3062996" y="2959774"/>
                  <a:pt x="3062522" y="2959774"/>
                </a:cubicBezTo>
                <a:lnTo>
                  <a:pt x="3043866" y="2959774"/>
                </a:lnTo>
                <a:cubicBezTo>
                  <a:pt x="3043393" y="2959774"/>
                  <a:pt x="3042978" y="2959537"/>
                  <a:pt x="3042741" y="2959122"/>
                </a:cubicBezTo>
                <a:lnTo>
                  <a:pt x="3033443" y="2942954"/>
                </a:lnTo>
                <a:cubicBezTo>
                  <a:pt x="3033206" y="2942539"/>
                  <a:pt x="3033206" y="2942065"/>
                  <a:pt x="3033443" y="2941651"/>
                </a:cubicBezTo>
                <a:lnTo>
                  <a:pt x="3042800" y="2925482"/>
                </a:lnTo>
                <a:cubicBezTo>
                  <a:pt x="3043037" y="2925068"/>
                  <a:pt x="3043452" y="2924831"/>
                  <a:pt x="3043926" y="2924831"/>
                </a:cubicBezTo>
                <a:close/>
                <a:moveTo>
                  <a:pt x="2908714" y="2924831"/>
                </a:moveTo>
                <a:lnTo>
                  <a:pt x="2927370" y="2924831"/>
                </a:lnTo>
                <a:cubicBezTo>
                  <a:pt x="2927844" y="2924831"/>
                  <a:pt x="2928259" y="2925068"/>
                  <a:pt x="2928496" y="2925482"/>
                </a:cubicBezTo>
                <a:lnTo>
                  <a:pt x="2937794" y="2941651"/>
                </a:lnTo>
                <a:cubicBezTo>
                  <a:pt x="2938031" y="2942065"/>
                  <a:pt x="2938031" y="2942539"/>
                  <a:pt x="2937794" y="2942954"/>
                </a:cubicBezTo>
                <a:lnTo>
                  <a:pt x="2928437" y="2959122"/>
                </a:lnTo>
                <a:cubicBezTo>
                  <a:pt x="2928200" y="2959537"/>
                  <a:pt x="2927785" y="2959774"/>
                  <a:pt x="2927311" y="2959774"/>
                </a:cubicBezTo>
                <a:lnTo>
                  <a:pt x="2908656" y="2959774"/>
                </a:lnTo>
                <a:cubicBezTo>
                  <a:pt x="2908182" y="2959774"/>
                  <a:pt x="2907767" y="2959537"/>
                  <a:pt x="2907530" y="2959122"/>
                </a:cubicBezTo>
                <a:lnTo>
                  <a:pt x="2898232" y="2942954"/>
                </a:lnTo>
                <a:cubicBezTo>
                  <a:pt x="2897995" y="2942539"/>
                  <a:pt x="2897995" y="2942065"/>
                  <a:pt x="2898232" y="2941651"/>
                </a:cubicBezTo>
                <a:lnTo>
                  <a:pt x="2907589" y="2925482"/>
                </a:lnTo>
                <a:cubicBezTo>
                  <a:pt x="2907826" y="2925068"/>
                  <a:pt x="2908241" y="2924831"/>
                  <a:pt x="2908714" y="2924831"/>
                </a:cubicBezTo>
                <a:close/>
                <a:moveTo>
                  <a:pt x="2705691" y="2924653"/>
                </a:moveTo>
                <a:lnTo>
                  <a:pt x="2724584" y="2924653"/>
                </a:lnTo>
                <a:cubicBezTo>
                  <a:pt x="2724998" y="2924653"/>
                  <a:pt x="2725472" y="2924890"/>
                  <a:pt x="2725709" y="2925304"/>
                </a:cubicBezTo>
                <a:lnTo>
                  <a:pt x="2735126" y="2941651"/>
                </a:lnTo>
                <a:cubicBezTo>
                  <a:pt x="2735363" y="2942065"/>
                  <a:pt x="2735363" y="2942598"/>
                  <a:pt x="2735126" y="2943013"/>
                </a:cubicBezTo>
                <a:lnTo>
                  <a:pt x="2725709" y="2959359"/>
                </a:lnTo>
                <a:cubicBezTo>
                  <a:pt x="2725472" y="2959773"/>
                  <a:pt x="2725058" y="2960011"/>
                  <a:pt x="2724584" y="2960011"/>
                </a:cubicBezTo>
                <a:lnTo>
                  <a:pt x="2705691" y="2960011"/>
                </a:lnTo>
                <a:cubicBezTo>
                  <a:pt x="2705276" y="2960011"/>
                  <a:pt x="2704802" y="2959773"/>
                  <a:pt x="2704566" y="2959359"/>
                </a:cubicBezTo>
                <a:lnTo>
                  <a:pt x="2695149" y="2943013"/>
                </a:lnTo>
                <a:cubicBezTo>
                  <a:pt x="2694912" y="2942598"/>
                  <a:pt x="2694912" y="2942065"/>
                  <a:pt x="2695149" y="2941651"/>
                </a:cubicBezTo>
                <a:lnTo>
                  <a:pt x="2704566" y="2925304"/>
                </a:lnTo>
                <a:cubicBezTo>
                  <a:pt x="2704802" y="2924890"/>
                  <a:pt x="2705217" y="2924653"/>
                  <a:pt x="2705691" y="2924653"/>
                </a:cubicBezTo>
                <a:close/>
                <a:moveTo>
                  <a:pt x="3111384" y="2924416"/>
                </a:moveTo>
                <a:lnTo>
                  <a:pt x="3130454" y="2924416"/>
                </a:lnTo>
                <a:cubicBezTo>
                  <a:pt x="3130928" y="2924416"/>
                  <a:pt x="3131402" y="2924653"/>
                  <a:pt x="3131638" y="2925067"/>
                </a:cubicBezTo>
                <a:lnTo>
                  <a:pt x="3141174" y="2941591"/>
                </a:lnTo>
                <a:cubicBezTo>
                  <a:pt x="3141411" y="2942006"/>
                  <a:pt x="3141411" y="2942539"/>
                  <a:pt x="3141174" y="2942953"/>
                </a:cubicBezTo>
                <a:lnTo>
                  <a:pt x="3131638" y="2959477"/>
                </a:lnTo>
                <a:cubicBezTo>
                  <a:pt x="3131402" y="2959892"/>
                  <a:pt x="3130928" y="2960129"/>
                  <a:pt x="3130454" y="2960129"/>
                </a:cubicBezTo>
                <a:lnTo>
                  <a:pt x="3111384" y="2960129"/>
                </a:lnTo>
                <a:cubicBezTo>
                  <a:pt x="3110910" y="2960129"/>
                  <a:pt x="3110436" y="2959892"/>
                  <a:pt x="3110199" y="2959477"/>
                </a:cubicBezTo>
                <a:lnTo>
                  <a:pt x="3100664" y="2942953"/>
                </a:lnTo>
                <a:cubicBezTo>
                  <a:pt x="3100427" y="2942539"/>
                  <a:pt x="3100427" y="2942006"/>
                  <a:pt x="3100664" y="2941591"/>
                </a:cubicBezTo>
                <a:lnTo>
                  <a:pt x="3110199" y="2925067"/>
                </a:lnTo>
                <a:cubicBezTo>
                  <a:pt x="3110436" y="2924653"/>
                  <a:pt x="3110910" y="2924416"/>
                  <a:pt x="3111384" y="2924416"/>
                </a:cubicBezTo>
                <a:close/>
                <a:moveTo>
                  <a:pt x="2637997" y="2924416"/>
                </a:moveTo>
                <a:lnTo>
                  <a:pt x="2657067" y="2924416"/>
                </a:lnTo>
                <a:cubicBezTo>
                  <a:pt x="2657541" y="2924416"/>
                  <a:pt x="2658015" y="2924653"/>
                  <a:pt x="2658251" y="2925067"/>
                </a:cubicBezTo>
                <a:lnTo>
                  <a:pt x="2667787" y="2941591"/>
                </a:lnTo>
                <a:cubicBezTo>
                  <a:pt x="2668024" y="2942006"/>
                  <a:pt x="2668024" y="2942539"/>
                  <a:pt x="2667787" y="2942953"/>
                </a:cubicBezTo>
                <a:lnTo>
                  <a:pt x="2658251" y="2959477"/>
                </a:lnTo>
                <a:cubicBezTo>
                  <a:pt x="2658015" y="2959892"/>
                  <a:pt x="2657541" y="2960129"/>
                  <a:pt x="2657067" y="2960129"/>
                </a:cubicBezTo>
                <a:lnTo>
                  <a:pt x="2637997" y="2960129"/>
                </a:lnTo>
                <a:cubicBezTo>
                  <a:pt x="2637523" y="2960129"/>
                  <a:pt x="2637049" y="2959892"/>
                  <a:pt x="2636812" y="2959477"/>
                </a:cubicBezTo>
                <a:lnTo>
                  <a:pt x="2627277" y="2942953"/>
                </a:lnTo>
                <a:cubicBezTo>
                  <a:pt x="2627040" y="2942539"/>
                  <a:pt x="2627040" y="2942006"/>
                  <a:pt x="2627277" y="2941591"/>
                </a:cubicBezTo>
                <a:lnTo>
                  <a:pt x="2636812" y="2925067"/>
                </a:lnTo>
                <a:cubicBezTo>
                  <a:pt x="2637049" y="2924653"/>
                  <a:pt x="2637523" y="2924416"/>
                  <a:pt x="2637997" y="2924416"/>
                </a:cubicBezTo>
                <a:close/>
                <a:moveTo>
                  <a:pt x="2773149" y="2924357"/>
                </a:moveTo>
                <a:lnTo>
                  <a:pt x="2792338" y="2924357"/>
                </a:lnTo>
                <a:cubicBezTo>
                  <a:pt x="2792812" y="2924357"/>
                  <a:pt x="2793285" y="2924594"/>
                  <a:pt x="2793522" y="2925008"/>
                </a:cubicBezTo>
                <a:lnTo>
                  <a:pt x="2803117" y="2941651"/>
                </a:lnTo>
                <a:cubicBezTo>
                  <a:pt x="2803354" y="2942065"/>
                  <a:pt x="2803354" y="2942598"/>
                  <a:pt x="2803117" y="2943013"/>
                </a:cubicBezTo>
                <a:lnTo>
                  <a:pt x="2793522" y="2959655"/>
                </a:lnTo>
                <a:cubicBezTo>
                  <a:pt x="2793285" y="2960070"/>
                  <a:pt x="2792812" y="2960307"/>
                  <a:pt x="2792338" y="2960307"/>
                </a:cubicBezTo>
                <a:lnTo>
                  <a:pt x="2773149" y="2960307"/>
                </a:lnTo>
                <a:cubicBezTo>
                  <a:pt x="2772675" y="2960307"/>
                  <a:pt x="2772201" y="2960070"/>
                  <a:pt x="2771964" y="2959655"/>
                </a:cubicBezTo>
                <a:lnTo>
                  <a:pt x="2762370" y="2943013"/>
                </a:lnTo>
                <a:cubicBezTo>
                  <a:pt x="2762133" y="2942598"/>
                  <a:pt x="2762133" y="2942065"/>
                  <a:pt x="2762370" y="2941651"/>
                </a:cubicBezTo>
                <a:lnTo>
                  <a:pt x="2771964" y="2925008"/>
                </a:lnTo>
                <a:cubicBezTo>
                  <a:pt x="2772201" y="2924594"/>
                  <a:pt x="2772675" y="2924357"/>
                  <a:pt x="2773149" y="2924357"/>
                </a:cubicBezTo>
                <a:close/>
                <a:moveTo>
                  <a:pt x="2840725" y="2924238"/>
                </a:moveTo>
                <a:lnTo>
                  <a:pt x="2860032" y="2924238"/>
                </a:lnTo>
                <a:cubicBezTo>
                  <a:pt x="2860506" y="2924238"/>
                  <a:pt x="2860980" y="2924534"/>
                  <a:pt x="2861217" y="2924949"/>
                </a:cubicBezTo>
                <a:lnTo>
                  <a:pt x="2870871" y="2941709"/>
                </a:lnTo>
                <a:cubicBezTo>
                  <a:pt x="2871107" y="2942124"/>
                  <a:pt x="2871107" y="2942657"/>
                  <a:pt x="2870871" y="2943072"/>
                </a:cubicBezTo>
                <a:lnTo>
                  <a:pt x="2861217" y="2959832"/>
                </a:lnTo>
                <a:cubicBezTo>
                  <a:pt x="2860980" y="2960306"/>
                  <a:pt x="2860506" y="2960543"/>
                  <a:pt x="2860032" y="2960543"/>
                </a:cubicBezTo>
                <a:lnTo>
                  <a:pt x="2840725" y="2960543"/>
                </a:lnTo>
                <a:cubicBezTo>
                  <a:pt x="2840251" y="2960543"/>
                  <a:pt x="2839777" y="2960247"/>
                  <a:pt x="2839540" y="2959832"/>
                </a:cubicBezTo>
                <a:lnTo>
                  <a:pt x="2829887" y="2943072"/>
                </a:lnTo>
                <a:cubicBezTo>
                  <a:pt x="2829650" y="2942657"/>
                  <a:pt x="2829650" y="2942124"/>
                  <a:pt x="2829887" y="2941709"/>
                </a:cubicBezTo>
                <a:lnTo>
                  <a:pt x="2839540" y="2924949"/>
                </a:lnTo>
                <a:cubicBezTo>
                  <a:pt x="2839777" y="2924475"/>
                  <a:pt x="2840251" y="2924238"/>
                  <a:pt x="2840725" y="2924238"/>
                </a:cubicBezTo>
                <a:close/>
                <a:moveTo>
                  <a:pt x="4598821" y="2923706"/>
                </a:moveTo>
                <a:lnTo>
                  <a:pt x="4618720" y="2923706"/>
                </a:lnTo>
                <a:cubicBezTo>
                  <a:pt x="4619194" y="2923706"/>
                  <a:pt x="4619668" y="2924002"/>
                  <a:pt x="4619905" y="2924417"/>
                </a:cubicBezTo>
                <a:lnTo>
                  <a:pt x="4629855" y="2941651"/>
                </a:lnTo>
                <a:cubicBezTo>
                  <a:pt x="4630092" y="2942125"/>
                  <a:pt x="4630092" y="2942658"/>
                  <a:pt x="4629855" y="2943072"/>
                </a:cubicBezTo>
                <a:lnTo>
                  <a:pt x="4619905" y="2960307"/>
                </a:lnTo>
                <a:cubicBezTo>
                  <a:pt x="4619668" y="2960722"/>
                  <a:pt x="4619194" y="2961018"/>
                  <a:pt x="4618720" y="2961018"/>
                </a:cubicBezTo>
                <a:lnTo>
                  <a:pt x="4598821" y="2961018"/>
                </a:lnTo>
                <a:cubicBezTo>
                  <a:pt x="4598347" y="2961018"/>
                  <a:pt x="4597874" y="2960722"/>
                  <a:pt x="4597636" y="2960307"/>
                </a:cubicBezTo>
                <a:lnTo>
                  <a:pt x="4587686" y="2943072"/>
                </a:lnTo>
                <a:cubicBezTo>
                  <a:pt x="4587450" y="2942599"/>
                  <a:pt x="4587450" y="2942066"/>
                  <a:pt x="4587686" y="2941651"/>
                </a:cubicBezTo>
                <a:lnTo>
                  <a:pt x="4597636" y="2924417"/>
                </a:lnTo>
                <a:cubicBezTo>
                  <a:pt x="4597874" y="2924002"/>
                  <a:pt x="4598347" y="2923706"/>
                  <a:pt x="4598821" y="2923706"/>
                </a:cubicBezTo>
                <a:close/>
                <a:moveTo>
                  <a:pt x="2502194" y="2923528"/>
                </a:moveTo>
                <a:lnTo>
                  <a:pt x="2522271" y="2923528"/>
                </a:lnTo>
                <a:cubicBezTo>
                  <a:pt x="2522804" y="2923528"/>
                  <a:pt x="2523278" y="2923824"/>
                  <a:pt x="2523515" y="2924239"/>
                </a:cubicBezTo>
                <a:lnTo>
                  <a:pt x="2533524" y="2941651"/>
                </a:lnTo>
                <a:cubicBezTo>
                  <a:pt x="2533760" y="2942065"/>
                  <a:pt x="2533760" y="2942658"/>
                  <a:pt x="2533524" y="2943072"/>
                </a:cubicBezTo>
                <a:lnTo>
                  <a:pt x="2523455" y="2960484"/>
                </a:lnTo>
                <a:cubicBezTo>
                  <a:pt x="2523159" y="2960899"/>
                  <a:pt x="2522685" y="2961195"/>
                  <a:pt x="2522212" y="2961195"/>
                </a:cubicBezTo>
                <a:lnTo>
                  <a:pt x="2502134" y="2961195"/>
                </a:lnTo>
                <a:cubicBezTo>
                  <a:pt x="2501601" y="2961195"/>
                  <a:pt x="2501128" y="2960899"/>
                  <a:pt x="2500891" y="2960484"/>
                </a:cubicBezTo>
                <a:lnTo>
                  <a:pt x="2490882" y="2943072"/>
                </a:lnTo>
                <a:cubicBezTo>
                  <a:pt x="2490645" y="2942658"/>
                  <a:pt x="2490645" y="2942065"/>
                  <a:pt x="2490882" y="2941651"/>
                </a:cubicBezTo>
                <a:lnTo>
                  <a:pt x="2500950" y="2924239"/>
                </a:lnTo>
                <a:cubicBezTo>
                  <a:pt x="2501246" y="2923824"/>
                  <a:pt x="2501720" y="2923528"/>
                  <a:pt x="2502194" y="2923528"/>
                </a:cubicBezTo>
                <a:close/>
                <a:moveTo>
                  <a:pt x="4936700" y="2923172"/>
                </a:moveTo>
                <a:lnTo>
                  <a:pt x="4957133" y="2923172"/>
                </a:lnTo>
                <a:cubicBezTo>
                  <a:pt x="4957666" y="2923172"/>
                  <a:pt x="4958140" y="2923468"/>
                  <a:pt x="4958377" y="2923883"/>
                </a:cubicBezTo>
                <a:lnTo>
                  <a:pt x="4968563" y="2941591"/>
                </a:lnTo>
                <a:cubicBezTo>
                  <a:pt x="4968800" y="2942006"/>
                  <a:pt x="4968800" y="2942598"/>
                  <a:pt x="4968563" y="2943012"/>
                </a:cubicBezTo>
                <a:lnTo>
                  <a:pt x="4958318" y="2960721"/>
                </a:lnTo>
                <a:cubicBezTo>
                  <a:pt x="4958081" y="2961135"/>
                  <a:pt x="4957607" y="2961432"/>
                  <a:pt x="4957073" y="2961432"/>
                </a:cubicBezTo>
                <a:lnTo>
                  <a:pt x="4936641" y="2961432"/>
                </a:lnTo>
                <a:cubicBezTo>
                  <a:pt x="4936108" y="2961432"/>
                  <a:pt x="4935634" y="2961135"/>
                  <a:pt x="4935398" y="2960721"/>
                </a:cubicBezTo>
                <a:lnTo>
                  <a:pt x="4925210" y="2943012"/>
                </a:lnTo>
                <a:cubicBezTo>
                  <a:pt x="4924974" y="2942598"/>
                  <a:pt x="4924974" y="2942006"/>
                  <a:pt x="4925210" y="2941591"/>
                </a:cubicBezTo>
                <a:lnTo>
                  <a:pt x="4935457" y="2923883"/>
                </a:lnTo>
                <a:cubicBezTo>
                  <a:pt x="4935693" y="2923468"/>
                  <a:pt x="4936168" y="2923172"/>
                  <a:pt x="4936700" y="2923172"/>
                </a:cubicBezTo>
                <a:close/>
                <a:moveTo>
                  <a:pt x="2366687" y="2923113"/>
                </a:moveTo>
                <a:lnTo>
                  <a:pt x="2387237" y="2923113"/>
                </a:lnTo>
                <a:cubicBezTo>
                  <a:pt x="2387711" y="2923113"/>
                  <a:pt x="2388244" y="2923350"/>
                  <a:pt x="2388481" y="2923824"/>
                </a:cubicBezTo>
                <a:lnTo>
                  <a:pt x="2398727" y="2941591"/>
                </a:lnTo>
                <a:cubicBezTo>
                  <a:pt x="2398964" y="2942065"/>
                  <a:pt x="2398964" y="2942598"/>
                  <a:pt x="2398727" y="2943072"/>
                </a:cubicBezTo>
                <a:lnTo>
                  <a:pt x="2388481" y="2960839"/>
                </a:lnTo>
                <a:cubicBezTo>
                  <a:pt x="2388244" y="2961254"/>
                  <a:pt x="2387771" y="2961550"/>
                  <a:pt x="2387237" y="2961550"/>
                </a:cubicBezTo>
                <a:lnTo>
                  <a:pt x="2366687" y="2961550"/>
                </a:lnTo>
                <a:cubicBezTo>
                  <a:pt x="2366213" y="2961550"/>
                  <a:pt x="2365679" y="2961313"/>
                  <a:pt x="2365443" y="2960839"/>
                </a:cubicBezTo>
                <a:lnTo>
                  <a:pt x="2355197" y="2943072"/>
                </a:lnTo>
                <a:cubicBezTo>
                  <a:pt x="2354960" y="2942598"/>
                  <a:pt x="2354960" y="2942065"/>
                  <a:pt x="2355197" y="2941591"/>
                </a:cubicBezTo>
                <a:lnTo>
                  <a:pt x="2365443" y="2923824"/>
                </a:lnTo>
                <a:cubicBezTo>
                  <a:pt x="2365679" y="2923409"/>
                  <a:pt x="2366153" y="2923113"/>
                  <a:pt x="2366687" y="2923113"/>
                </a:cubicBezTo>
                <a:close/>
                <a:moveTo>
                  <a:pt x="2569533" y="2922995"/>
                </a:moveTo>
                <a:lnTo>
                  <a:pt x="2590202" y="2922995"/>
                </a:lnTo>
                <a:cubicBezTo>
                  <a:pt x="2590676" y="2922995"/>
                  <a:pt x="2591209" y="2923232"/>
                  <a:pt x="2591446" y="2923706"/>
                </a:cubicBezTo>
                <a:lnTo>
                  <a:pt x="2601751" y="2941591"/>
                </a:lnTo>
                <a:cubicBezTo>
                  <a:pt x="2601988" y="2942065"/>
                  <a:pt x="2601988" y="2942598"/>
                  <a:pt x="2601751" y="2943072"/>
                </a:cubicBezTo>
                <a:lnTo>
                  <a:pt x="2591446" y="2960958"/>
                </a:lnTo>
                <a:cubicBezTo>
                  <a:pt x="2591209" y="2961373"/>
                  <a:pt x="2590735" y="2961669"/>
                  <a:pt x="2590202" y="2961669"/>
                </a:cubicBezTo>
                <a:lnTo>
                  <a:pt x="2569533" y="2961669"/>
                </a:lnTo>
                <a:cubicBezTo>
                  <a:pt x="2569059" y="2961669"/>
                  <a:pt x="2568525" y="2961432"/>
                  <a:pt x="2568289" y="2960958"/>
                </a:cubicBezTo>
                <a:lnTo>
                  <a:pt x="2557984" y="2943072"/>
                </a:lnTo>
                <a:cubicBezTo>
                  <a:pt x="2557747" y="2942598"/>
                  <a:pt x="2557747" y="2942065"/>
                  <a:pt x="2557984" y="2941591"/>
                </a:cubicBezTo>
                <a:lnTo>
                  <a:pt x="2568289" y="2923706"/>
                </a:lnTo>
                <a:cubicBezTo>
                  <a:pt x="2568525" y="2923291"/>
                  <a:pt x="2568999" y="2922995"/>
                  <a:pt x="2569533" y="2922995"/>
                </a:cubicBezTo>
                <a:close/>
                <a:moveTo>
                  <a:pt x="2231239" y="2922698"/>
                </a:moveTo>
                <a:lnTo>
                  <a:pt x="2252205" y="2922698"/>
                </a:lnTo>
                <a:cubicBezTo>
                  <a:pt x="2252738" y="2922698"/>
                  <a:pt x="2253211" y="2922994"/>
                  <a:pt x="2253507" y="2923468"/>
                </a:cubicBezTo>
                <a:lnTo>
                  <a:pt x="2263990" y="2941650"/>
                </a:lnTo>
                <a:cubicBezTo>
                  <a:pt x="2264286" y="2942124"/>
                  <a:pt x="2264286" y="2942657"/>
                  <a:pt x="2263990" y="2943131"/>
                </a:cubicBezTo>
                <a:lnTo>
                  <a:pt x="2253507" y="2961313"/>
                </a:lnTo>
                <a:cubicBezTo>
                  <a:pt x="2253211" y="2961787"/>
                  <a:pt x="2252738" y="2962083"/>
                  <a:pt x="2252205" y="2962083"/>
                </a:cubicBezTo>
                <a:lnTo>
                  <a:pt x="2231239" y="2962083"/>
                </a:lnTo>
                <a:cubicBezTo>
                  <a:pt x="2230706" y="2962083"/>
                  <a:pt x="2230232" y="2961787"/>
                  <a:pt x="2229936" y="2961313"/>
                </a:cubicBezTo>
                <a:lnTo>
                  <a:pt x="2219453" y="2943131"/>
                </a:lnTo>
                <a:cubicBezTo>
                  <a:pt x="2219157" y="2942657"/>
                  <a:pt x="2219157" y="2942124"/>
                  <a:pt x="2219453" y="2941650"/>
                </a:cubicBezTo>
                <a:lnTo>
                  <a:pt x="2229936" y="2923468"/>
                </a:lnTo>
                <a:cubicBezTo>
                  <a:pt x="2230232" y="2922994"/>
                  <a:pt x="2230706" y="2922698"/>
                  <a:pt x="2231239" y="2922698"/>
                </a:cubicBezTo>
                <a:close/>
                <a:moveTo>
                  <a:pt x="2433848" y="2922284"/>
                </a:moveTo>
                <a:lnTo>
                  <a:pt x="2455287" y="2922284"/>
                </a:lnTo>
                <a:cubicBezTo>
                  <a:pt x="2455820" y="2922284"/>
                  <a:pt x="2456294" y="2922580"/>
                  <a:pt x="2456590" y="2923054"/>
                </a:cubicBezTo>
                <a:lnTo>
                  <a:pt x="2467310" y="2941591"/>
                </a:lnTo>
                <a:cubicBezTo>
                  <a:pt x="2467606" y="2942065"/>
                  <a:pt x="2467606" y="2942657"/>
                  <a:pt x="2467310" y="2943131"/>
                </a:cubicBezTo>
                <a:lnTo>
                  <a:pt x="2456590" y="2961669"/>
                </a:lnTo>
                <a:cubicBezTo>
                  <a:pt x="2456294" y="2962143"/>
                  <a:pt x="2455820" y="2962439"/>
                  <a:pt x="2455287" y="2962439"/>
                </a:cubicBezTo>
                <a:lnTo>
                  <a:pt x="2433848" y="2962439"/>
                </a:lnTo>
                <a:cubicBezTo>
                  <a:pt x="2433315" y="2962439"/>
                  <a:pt x="2432841" y="2962143"/>
                  <a:pt x="2432545" y="2961669"/>
                </a:cubicBezTo>
                <a:lnTo>
                  <a:pt x="2421825" y="2943131"/>
                </a:lnTo>
                <a:cubicBezTo>
                  <a:pt x="2421529" y="2942657"/>
                  <a:pt x="2421529" y="2942065"/>
                  <a:pt x="2421825" y="2941591"/>
                </a:cubicBezTo>
                <a:lnTo>
                  <a:pt x="2432545" y="2923054"/>
                </a:lnTo>
                <a:cubicBezTo>
                  <a:pt x="2432841" y="2922580"/>
                  <a:pt x="2433315" y="2922284"/>
                  <a:pt x="2433848" y="2922284"/>
                </a:cubicBezTo>
                <a:close/>
                <a:moveTo>
                  <a:pt x="2298637" y="2922284"/>
                </a:moveTo>
                <a:lnTo>
                  <a:pt x="2320076" y="2922284"/>
                </a:lnTo>
                <a:cubicBezTo>
                  <a:pt x="2320609" y="2922284"/>
                  <a:pt x="2321083" y="2922580"/>
                  <a:pt x="2321379" y="2923054"/>
                </a:cubicBezTo>
                <a:lnTo>
                  <a:pt x="2332099" y="2941591"/>
                </a:lnTo>
                <a:cubicBezTo>
                  <a:pt x="2332395" y="2942065"/>
                  <a:pt x="2332395" y="2942657"/>
                  <a:pt x="2332099" y="2943131"/>
                </a:cubicBezTo>
                <a:lnTo>
                  <a:pt x="2321379" y="2961669"/>
                </a:lnTo>
                <a:cubicBezTo>
                  <a:pt x="2321083" y="2962143"/>
                  <a:pt x="2320609" y="2962439"/>
                  <a:pt x="2320076" y="2962439"/>
                </a:cubicBezTo>
                <a:lnTo>
                  <a:pt x="2298637" y="2962439"/>
                </a:lnTo>
                <a:cubicBezTo>
                  <a:pt x="2298104" y="2962439"/>
                  <a:pt x="2297630" y="2962143"/>
                  <a:pt x="2297334" y="2961669"/>
                </a:cubicBezTo>
                <a:lnTo>
                  <a:pt x="2286614" y="2943131"/>
                </a:lnTo>
                <a:cubicBezTo>
                  <a:pt x="2286318" y="2942657"/>
                  <a:pt x="2286318" y="2942065"/>
                  <a:pt x="2286614" y="2941591"/>
                </a:cubicBezTo>
                <a:lnTo>
                  <a:pt x="2297334" y="2923054"/>
                </a:lnTo>
                <a:cubicBezTo>
                  <a:pt x="2297630" y="2922580"/>
                  <a:pt x="2298104" y="2922284"/>
                  <a:pt x="2298637" y="2922284"/>
                </a:cubicBezTo>
                <a:close/>
                <a:moveTo>
                  <a:pt x="2027919" y="2921870"/>
                </a:moveTo>
                <a:lnTo>
                  <a:pt x="2049773" y="2921870"/>
                </a:lnTo>
                <a:cubicBezTo>
                  <a:pt x="2050365" y="2921870"/>
                  <a:pt x="2050839" y="2922166"/>
                  <a:pt x="2051135" y="2922640"/>
                </a:cubicBezTo>
                <a:lnTo>
                  <a:pt x="2062033" y="2941592"/>
                </a:lnTo>
                <a:cubicBezTo>
                  <a:pt x="2062329" y="2942066"/>
                  <a:pt x="2062329" y="2942658"/>
                  <a:pt x="2062033" y="2943132"/>
                </a:cubicBezTo>
                <a:lnTo>
                  <a:pt x="2051076" y="2962084"/>
                </a:lnTo>
                <a:cubicBezTo>
                  <a:pt x="2050780" y="2962558"/>
                  <a:pt x="2050247" y="2962854"/>
                  <a:pt x="2049714" y="2962854"/>
                </a:cubicBezTo>
                <a:lnTo>
                  <a:pt x="2027860" y="2962854"/>
                </a:lnTo>
                <a:cubicBezTo>
                  <a:pt x="2027268" y="2962854"/>
                  <a:pt x="2026794" y="2962558"/>
                  <a:pt x="2026498" y="2962084"/>
                </a:cubicBezTo>
                <a:lnTo>
                  <a:pt x="2015600" y="2943132"/>
                </a:lnTo>
                <a:cubicBezTo>
                  <a:pt x="2015304" y="2942658"/>
                  <a:pt x="2015304" y="2942066"/>
                  <a:pt x="2015600" y="2941592"/>
                </a:cubicBezTo>
                <a:lnTo>
                  <a:pt x="2026557" y="2922640"/>
                </a:lnTo>
                <a:cubicBezTo>
                  <a:pt x="2026853" y="2922166"/>
                  <a:pt x="2027386" y="2921870"/>
                  <a:pt x="2027919" y="2921870"/>
                </a:cubicBezTo>
                <a:close/>
                <a:moveTo>
                  <a:pt x="4665449" y="2921751"/>
                </a:moveTo>
                <a:lnTo>
                  <a:pt x="4687422" y="2921751"/>
                </a:lnTo>
                <a:cubicBezTo>
                  <a:pt x="4688014" y="2921751"/>
                  <a:pt x="4688488" y="2922047"/>
                  <a:pt x="4688784" y="2922521"/>
                </a:cubicBezTo>
                <a:lnTo>
                  <a:pt x="4699741" y="2941532"/>
                </a:lnTo>
                <a:cubicBezTo>
                  <a:pt x="4700037" y="2942006"/>
                  <a:pt x="4700037" y="2942598"/>
                  <a:pt x="4699741" y="2943072"/>
                </a:cubicBezTo>
                <a:lnTo>
                  <a:pt x="4688725" y="2962083"/>
                </a:lnTo>
                <a:cubicBezTo>
                  <a:pt x="4688429" y="2962557"/>
                  <a:pt x="4687896" y="2962853"/>
                  <a:pt x="4687363" y="2962853"/>
                </a:cubicBezTo>
                <a:lnTo>
                  <a:pt x="4665390" y="2962853"/>
                </a:lnTo>
                <a:cubicBezTo>
                  <a:pt x="4664798" y="2962853"/>
                  <a:pt x="4664324" y="2962557"/>
                  <a:pt x="4664028" y="2962083"/>
                </a:cubicBezTo>
                <a:lnTo>
                  <a:pt x="4653071" y="2943072"/>
                </a:lnTo>
                <a:cubicBezTo>
                  <a:pt x="4652775" y="2942598"/>
                  <a:pt x="4652775" y="2942006"/>
                  <a:pt x="4653071" y="2941532"/>
                </a:cubicBezTo>
                <a:lnTo>
                  <a:pt x="4664087" y="2922521"/>
                </a:lnTo>
                <a:cubicBezTo>
                  <a:pt x="4664384" y="2922047"/>
                  <a:pt x="4664916" y="2921751"/>
                  <a:pt x="4665449" y="2921751"/>
                </a:cubicBezTo>
                <a:close/>
                <a:moveTo>
                  <a:pt x="2163011" y="2921632"/>
                </a:moveTo>
                <a:lnTo>
                  <a:pt x="2185102" y="2921632"/>
                </a:lnTo>
                <a:cubicBezTo>
                  <a:pt x="2185695" y="2921632"/>
                  <a:pt x="2186168" y="2921928"/>
                  <a:pt x="2186465" y="2922402"/>
                </a:cubicBezTo>
                <a:lnTo>
                  <a:pt x="2197480" y="2941532"/>
                </a:lnTo>
                <a:cubicBezTo>
                  <a:pt x="2197777" y="2942005"/>
                  <a:pt x="2197777" y="2942598"/>
                  <a:pt x="2197480" y="2943071"/>
                </a:cubicBezTo>
                <a:lnTo>
                  <a:pt x="2186405" y="2962201"/>
                </a:lnTo>
                <a:cubicBezTo>
                  <a:pt x="2186109" y="2962675"/>
                  <a:pt x="2185576" y="2962971"/>
                  <a:pt x="2185043" y="2962971"/>
                </a:cubicBezTo>
                <a:lnTo>
                  <a:pt x="2162952" y="2962971"/>
                </a:lnTo>
                <a:cubicBezTo>
                  <a:pt x="2162360" y="2962971"/>
                  <a:pt x="2161886" y="2962675"/>
                  <a:pt x="2161590" y="2962201"/>
                </a:cubicBezTo>
                <a:lnTo>
                  <a:pt x="2150574" y="2943071"/>
                </a:lnTo>
                <a:cubicBezTo>
                  <a:pt x="2150278" y="2942598"/>
                  <a:pt x="2150278" y="2942005"/>
                  <a:pt x="2150574" y="2941532"/>
                </a:cubicBezTo>
                <a:lnTo>
                  <a:pt x="2161649" y="2922402"/>
                </a:lnTo>
                <a:cubicBezTo>
                  <a:pt x="2161945" y="2921928"/>
                  <a:pt x="2162478" y="2921632"/>
                  <a:pt x="2163011" y="2921632"/>
                </a:cubicBezTo>
                <a:close/>
                <a:moveTo>
                  <a:pt x="2095377" y="2921632"/>
                </a:moveTo>
                <a:lnTo>
                  <a:pt x="2117467" y="2921632"/>
                </a:lnTo>
                <a:cubicBezTo>
                  <a:pt x="2118059" y="2921632"/>
                  <a:pt x="2118533" y="2921928"/>
                  <a:pt x="2118829" y="2922402"/>
                </a:cubicBezTo>
                <a:lnTo>
                  <a:pt x="2129846" y="2941532"/>
                </a:lnTo>
                <a:cubicBezTo>
                  <a:pt x="2130142" y="2942005"/>
                  <a:pt x="2130142" y="2942598"/>
                  <a:pt x="2129846" y="2943071"/>
                </a:cubicBezTo>
                <a:lnTo>
                  <a:pt x="2118770" y="2962201"/>
                </a:lnTo>
                <a:cubicBezTo>
                  <a:pt x="2118474" y="2962675"/>
                  <a:pt x="2117941" y="2962971"/>
                  <a:pt x="2117408" y="2962971"/>
                </a:cubicBezTo>
                <a:lnTo>
                  <a:pt x="2095317" y="2962971"/>
                </a:lnTo>
                <a:cubicBezTo>
                  <a:pt x="2094725" y="2962971"/>
                  <a:pt x="2094251" y="2962675"/>
                  <a:pt x="2093955" y="2962201"/>
                </a:cubicBezTo>
                <a:lnTo>
                  <a:pt x="2082939" y="2943071"/>
                </a:lnTo>
                <a:cubicBezTo>
                  <a:pt x="2082643" y="2942598"/>
                  <a:pt x="2082643" y="2942005"/>
                  <a:pt x="2082939" y="2941532"/>
                </a:cubicBezTo>
                <a:lnTo>
                  <a:pt x="2094014" y="2922402"/>
                </a:lnTo>
                <a:cubicBezTo>
                  <a:pt x="2094311" y="2921928"/>
                  <a:pt x="2094843" y="2921632"/>
                  <a:pt x="2095377" y="2921632"/>
                </a:cubicBezTo>
                <a:close/>
                <a:moveTo>
                  <a:pt x="4732847" y="2921336"/>
                </a:moveTo>
                <a:lnTo>
                  <a:pt x="4755235" y="2921336"/>
                </a:lnTo>
                <a:cubicBezTo>
                  <a:pt x="4755768" y="2921336"/>
                  <a:pt x="4756301" y="2921632"/>
                  <a:pt x="4756597" y="2922106"/>
                </a:cubicBezTo>
                <a:lnTo>
                  <a:pt x="4767790" y="2941532"/>
                </a:lnTo>
                <a:cubicBezTo>
                  <a:pt x="4768087" y="2942006"/>
                  <a:pt x="4768087" y="2942657"/>
                  <a:pt x="4767790" y="2943131"/>
                </a:cubicBezTo>
                <a:lnTo>
                  <a:pt x="4756597" y="2962557"/>
                </a:lnTo>
                <a:cubicBezTo>
                  <a:pt x="4756301" y="2963030"/>
                  <a:pt x="4755768" y="2963327"/>
                  <a:pt x="4755235" y="2963327"/>
                </a:cubicBezTo>
                <a:lnTo>
                  <a:pt x="4732847" y="2963327"/>
                </a:lnTo>
                <a:cubicBezTo>
                  <a:pt x="4732315" y="2963327"/>
                  <a:pt x="4731782" y="2963030"/>
                  <a:pt x="4731485" y="2962557"/>
                </a:cubicBezTo>
                <a:lnTo>
                  <a:pt x="4720292" y="2943131"/>
                </a:lnTo>
                <a:cubicBezTo>
                  <a:pt x="4719996" y="2942657"/>
                  <a:pt x="4719996" y="2942006"/>
                  <a:pt x="4720292" y="2941532"/>
                </a:cubicBezTo>
                <a:lnTo>
                  <a:pt x="4731485" y="2922106"/>
                </a:lnTo>
                <a:cubicBezTo>
                  <a:pt x="4731782" y="2921632"/>
                  <a:pt x="4732315" y="2921336"/>
                  <a:pt x="4732847" y="2921336"/>
                </a:cubicBezTo>
                <a:close/>
                <a:moveTo>
                  <a:pt x="4800246" y="2920922"/>
                </a:moveTo>
                <a:lnTo>
                  <a:pt x="4823106" y="2920922"/>
                </a:lnTo>
                <a:cubicBezTo>
                  <a:pt x="4823699" y="2920922"/>
                  <a:pt x="4824232" y="2921277"/>
                  <a:pt x="4824528" y="2921751"/>
                </a:cubicBezTo>
                <a:lnTo>
                  <a:pt x="4835959" y="2941532"/>
                </a:lnTo>
                <a:cubicBezTo>
                  <a:pt x="4836255" y="2942006"/>
                  <a:pt x="4836255" y="2942658"/>
                  <a:pt x="4835959" y="2943131"/>
                </a:cubicBezTo>
                <a:lnTo>
                  <a:pt x="4824528" y="2962913"/>
                </a:lnTo>
                <a:cubicBezTo>
                  <a:pt x="4824232" y="2963446"/>
                  <a:pt x="4823699" y="2963742"/>
                  <a:pt x="4823106" y="2963742"/>
                </a:cubicBezTo>
                <a:lnTo>
                  <a:pt x="4800246" y="2963742"/>
                </a:lnTo>
                <a:cubicBezTo>
                  <a:pt x="4799654" y="2963742"/>
                  <a:pt x="4799121" y="2963386"/>
                  <a:pt x="4798824" y="2962913"/>
                </a:cubicBezTo>
                <a:lnTo>
                  <a:pt x="4787394" y="2943131"/>
                </a:lnTo>
                <a:cubicBezTo>
                  <a:pt x="4787098" y="2942658"/>
                  <a:pt x="4787098" y="2942006"/>
                  <a:pt x="4787394" y="2941532"/>
                </a:cubicBezTo>
                <a:lnTo>
                  <a:pt x="4798824" y="2921751"/>
                </a:lnTo>
                <a:cubicBezTo>
                  <a:pt x="4799121" y="2921218"/>
                  <a:pt x="4799654" y="2920922"/>
                  <a:pt x="4800246" y="2920922"/>
                </a:cubicBezTo>
                <a:close/>
                <a:moveTo>
                  <a:pt x="4867466" y="2920211"/>
                </a:moveTo>
                <a:lnTo>
                  <a:pt x="4891097" y="2920211"/>
                </a:lnTo>
                <a:cubicBezTo>
                  <a:pt x="4891690" y="2920211"/>
                  <a:pt x="4892223" y="2920507"/>
                  <a:pt x="4892519" y="2921040"/>
                </a:cubicBezTo>
                <a:lnTo>
                  <a:pt x="4904305" y="2941532"/>
                </a:lnTo>
                <a:cubicBezTo>
                  <a:pt x="4904600" y="2942006"/>
                  <a:pt x="4904600" y="2942657"/>
                  <a:pt x="4904305" y="2943190"/>
                </a:cubicBezTo>
                <a:lnTo>
                  <a:pt x="4892460" y="2963682"/>
                </a:lnTo>
                <a:cubicBezTo>
                  <a:pt x="4892163" y="2964215"/>
                  <a:pt x="4891630" y="2964511"/>
                  <a:pt x="4891038" y="2964511"/>
                </a:cubicBezTo>
                <a:lnTo>
                  <a:pt x="4867407" y="2964511"/>
                </a:lnTo>
                <a:cubicBezTo>
                  <a:pt x="4866815" y="2964511"/>
                  <a:pt x="4866282" y="2964215"/>
                  <a:pt x="4865986" y="2963682"/>
                </a:cubicBezTo>
                <a:lnTo>
                  <a:pt x="4854200" y="2943190"/>
                </a:lnTo>
                <a:cubicBezTo>
                  <a:pt x="4853904" y="2942716"/>
                  <a:pt x="4853904" y="2942065"/>
                  <a:pt x="4854200" y="2941532"/>
                </a:cubicBezTo>
                <a:lnTo>
                  <a:pt x="4866045" y="2921040"/>
                </a:lnTo>
                <a:cubicBezTo>
                  <a:pt x="4866341" y="2920507"/>
                  <a:pt x="4866874" y="2920211"/>
                  <a:pt x="4867466" y="2920211"/>
                </a:cubicBezTo>
                <a:close/>
                <a:moveTo>
                  <a:pt x="5008836" y="2872950"/>
                </a:moveTo>
                <a:lnTo>
                  <a:pt x="5020326" y="2872950"/>
                </a:lnTo>
                <a:cubicBezTo>
                  <a:pt x="5020622" y="2872950"/>
                  <a:pt x="5021037" y="2873365"/>
                  <a:pt x="5021037" y="2873365"/>
                </a:cubicBezTo>
                <a:lnTo>
                  <a:pt x="5026781" y="2883314"/>
                </a:lnTo>
                <a:cubicBezTo>
                  <a:pt x="5026900" y="2883551"/>
                  <a:pt x="5026781" y="2884144"/>
                  <a:pt x="5026781" y="2884144"/>
                </a:cubicBezTo>
                <a:lnTo>
                  <a:pt x="5021037" y="2894093"/>
                </a:lnTo>
                <a:cubicBezTo>
                  <a:pt x="5020859" y="2894330"/>
                  <a:pt x="5020326" y="2894508"/>
                  <a:pt x="5020326" y="2894508"/>
                </a:cubicBezTo>
                <a:lnTo>
                  <a:pt x="5008836" y="2894508"/>
                </a:lnTo>
                <a:cubicBezTo>
                  <a:pt x="5008540" y="2894508"/>
                  <a:pt x="5008125" y="2894093"/>
                  <a:pt x="5008125" y="2894093"/>
                </a:cubicBezTo>
                <a:lnTo>
                  <a:pt x="5002381" y="2884144"/>
                </a:lnTo>
                <a:cubicBezTo>
                  <a:pt x="5002262" y="2883906"/>
                  <a:pt x="5002381" y="2883314"/>
                  <a:pt x="5002381" y="2883314"/>
                </a:cubicBezTo>
                <a:lnTo>
                  <a:pt x="5008125" y="2873365"/>
                </a:lnTo>
                <a:cubicBezTo>
                  <a:pt x="5008303" y="2873127"/>
                  <a:pt x="5008836" y="2872950"/>
                  <a:pt x="5008836" y="2872950"/>
                </a:cubicBezTo>
                <a:close/>
                <a:moveTo>
                  <a:pt x="4060524" y="2870166"/>
                </a:moveTo>
                <a:lnTo>
                  <a:pt x="4074975" y="2870166"/>
                </a:lnTo>
                <a:cubicBezTo>
                  <a:pt x="4075330" y="2870166"/>
                  <a:pt x="4075686" y="2870403"/>
                  <a:pt x="4075863" y="2870699"/>
                </a:cubicBezTo>
                <a:lnTo>
                  <a:pt x="4083089" y="2883255"/>
                </a:lnTo>
                <a:cubicBezTo>
                  <a:pt x="4083267" y="2883551"/>
                  <a:pt x="4083267" y="2883966"/>
                  <a:pt x="4083089" y="2884262"/>
                </a:cubicBezTo>
                <a:lnTo>
                  <a:pt x="4075863" y="2896817"/>
                </a:lnTo>
                <a:cubicBezTo>
                  <a:pt x="4075686" y="2897173"/>
                  <a:pt x="4075330" y="2897350"/>
                  <a:pt x="4074975" y="2897350"/>
                </a:cubicBezTo>
                <a:lnTo>
                  <a:pt x="4060524" y="2897350"/>
                </a:lnTo>
                <a:cubicBezTo>
                  <a:pt x="4060169" y="2897350"/>
                  <a:pt x="4059813" y="2897113"/>
                  <a:pt x="4059636" y="2896817"/>
                </a:cubicBezTo>
                <a:lnTo>
                  <a:pt x="4052410" y="2884262"/>
                </a:lnTo>
                <a:cubicBezTo>
                  <a:pt x="4052233" y="2883966"/>
                  <a:pt x="4052233" y="2883551"/>
                  <a:pt x="4052410" y="2883255"/>
                </a:cubicBezTo>
                <a:lnTo>
                  <a:pt x="4059636" y="2870699"/>
                </a:lnTo>
                <a:cubicBezTo>
                  <a:pt x="4059813" y="2870344"/>
                  <a:pt x="4060169" y="2870166"/>
                  <a:pt x="4060524" y="2870166"/>
                </a:cubicBezTo>
                <a:close/>
                <a:moveTo>
                  <a:pt x="4195676" y="2869988"/>
                </a:moveTo>
                <a:lnTo>
                  <a:pt x="4210363" y="2869988"/>
                </a:lnTo>
                <a:cubicBezTo>
                  <a:pt x="4210718" y="2869988"/>
                  <a:pt x="4211074" y="2870225"/>
                  <a:pt x="4211252" y="2870521"/>
                </a:cubicBezTo>
                <a:lnTo>
                  <a:pt x="4218596" y="2883254"/>
                </a:lnTo>
                <a:cubicBezTo>
                  <a:pt x="4218774" y="2883610"/>
                  <a:pt x="4218774" y="2884024"/>
                  <a:pt x="4218596" y="2884320"/>
                </a:cubicBezTo>
                <a:lnTo>
                  <a:pt x="4211252" y="2897054"/>
                </a:lnTo>
                <a:cubicBezTo>
                  <a:pt x="4211074" y="2897409"/>
                  <a:pt x="4210718" y="2897587"/>
                  <a:pt x="4210363" y="2897587"/>
                </a:cubicBezTo>
                <a:lnTo>
                  <a:pt x="4195676" y="2897587"/>
                </a:lnTo>
                <a:cubicBezTo>
                  <a:pt x="4195320" y="2897587"/>
                  <a:pt x="4194965" y="2897350"/>
                  <a:pt x="4194787" y="2897054"/>
                </a:cubicBezTo>
                <a:lnTo>
                  <a:pt x="4187443" y="2884320"/>
                </a:lnTo>
                <a:cubicBezTo>
                  <a:pt x="4187266" y="2883965"/>
                  <a:pt x="4187266" y="2883550"/>
                  <a:pt x="4187443" y="2883254"/>
                </a:cubicBezTo>
                <a:lnTo>
                  <a:pt x="4194787" y="2870521"/>
                </a:lnTo>
                <a:cubicBezTo>
                  <a:pt x="4194965" y="2870165"/>
                  <a:pt x="4195320" y="2869988"/>
                  <a:pt x="4195676" y="2869988"/>
                </a:cubicBezTo>
                <a:close/>
                <a:moveTo>
                  <a:pt x="3992712" y="2869870"/>
                </a:moveTo>
                <a:lnTo>
                  <a:pt x="4007518" y="2869870"/>
                </a:lnTo>
                <a:cubicBezTo>
                  <a:pt x="4007873" y="2869870"/>
                  <a:pt x="4008229" y="2870107"/>
                  <a:pt x="4008407" y="2870403"/>
                </a:cubicBezTo>
                <a:lnTo>
                  <a:pt x="4015810" y="2883196"/>
                </a:lnTo>
                <a:cubicBezTo>
                  <a:pt x="4015988" y="2883551"/>
                  <a:pt x="4015988" y="2883966"/>
                  <a:pt x="4015810" y="2884262"/>
                </a:cubicBezTo>
                <a:lnTo>
                  <a:pt x="4008407" y="2897054"/>
                </a:lnTo>
                <a:cubicBezTo>
                  <a:pt x="4008229" y="2897410"/>
                  <a:pt x="4007873" y="2897587"/>
                  <a:pt x="4007518" y="2897587"/>
                </a:cubicBezTo>
                <a:lnTo>
                  <a:pt x="3992712" y="2897587"/>
                </a:lnTo>
                <a:cubicBezTo>
                  <a:pt x="3992356" y="2897587"/>
                  <a:pt x="3992001" y="2897351"/>
                  <a:pt x="3991824" y="2897054"/>
                </a:cubicBezTo>
                <a:lnTo>
                  <a:pt x="3984420" y="2884262"/>
                </a:lnTo>
                <a:cubicBezTo>
                  <a:pt x="3984243" y="2883906"/>
                  <a:pt x="3984243" y="2883492"/>
                  <a:pt x="3984420" y="2883196"/>
                </a:cubicBezTo>
                <a:lnTo>
                  <a:pt x="3991824" y="2870403"/>
                </a:lnTo>
                <a:cubicBezTo>
                  <a:pt x="3992001" y="2870048"/>
                  <a:pt x="3992356" y="2869870"/>
                  <a:pt x="3992712" y="2869870"/>
                </a:cubicBezTo>
                <a:close/>
                <a:moveTo>
                  <a:pt x="4127923" y="2869751"/>
                </a:moveTo>
                <a:lnTo>
                  <a:pt x="4142847" y="2869751"/>
                </a:lnTo>
                <a:cubicBezTo>
                  <a:pt x="4143203" y="2869751"/>
                  <a:pt x="4143558" y="2869988"/>
                  <a:pt x="4143736" y="2870284"/>
                </a:cubicBezTo>
                <a:lnTo>
                  <a:pt x="4151198" y="2883195"/>
                </a:lnTo>
                <a:cubicBezTo>
                  <a:pt x="4151376" y="2883551"/>
                  <a:pt x="4151376" y="2883965"/>
                  <a:pt x="4151198" y="2884261"/>
                </a:cubicBezTo>
                <a:lnTo>
                  <a:pt x="4143736" y="2897172"/>
                </a:lnTo>
                <a:cubicBezTo>
                  <a:pt x="4143558" y="2897528"/>
                  <a:pt x="4143203" y="2897705"/>
                  <a:pt x="4142847" y="2897705"/>
                </a:cubicBezTo>
                <a:lnTo>
                  <a:pt x="4127923" y="2897705"/>
                </a:lnTo>
                <a:cubicBezTo>
                  <a:pt x="4127568" y="2897705"/>
                  <a:pt x="4127212" y="2897469"/>
                  <a:pt x="4127035" y="2897172"/>
                </a:cubicBezTo>
                <a:lnTo>
                  <a:pt x="4119572" y="2884261"/>
                </a:lnTo>
                <a:cubicBezTo>
                  <a:pt x="4119395" y="2883906"/>
                  <a:pt x="4119395" y="2883491"/>
                  <a:pt x="4119572" y="2883195"/>
                </a:cubicBezTo>
                <a:lnTo>
                  <a:pt x="4127035" y="2870284"/>
                </a:lnTo>
                <a:cubicBezTo>
                  <a:pt x="4127212" y="2869929"/>
                  <a:pt x="4127568" y="2869751"/>
                  <a:pt x="4127923" y="2869751"/>
                </a:cubicBezTo>
                <a:close/>
                <a:moveTo>
                  <a:pt x="3789687" y="2869574"/>
                </a:moveTo>
                <a:lnTo>
                  <a:pt x="3804790" y="2869574"/>
                </a:lnTo>
                <a:cubicBezTo>
                  <a:pt x="3805204" y="2869574"/>
                  <a:pt x="3805560" y="2869751"/>
                  <a:pt x="3805738" y="2870107"/>
                </a:cubicBezTo>
                <a:lnTo>
                  <a:pt x="3813318" y="2883196"/>
                </a:lnTo>
                <a:cubicBezTo>
                  <a:pt x="3813496" y="2883492"/>
                  <a:pt x="3813496" y="2883906"/>
                  <a:pt x="3813318" y="2884262"/>
                </a:cubicBezTo>
                <a:lnTo>
                  <a:pt x="3805738" y="2897351"/>
                </a:lnTo>
                <a:cubicBezTo>
                  <a:pt x="3805501" y="2897706"/>
                  <a:pt x="3805145" y="2897883"/>
                  <a:pt x="3804790" y="2897883"/>
                </a:cubicBezTo>
                <a:lnTo>
                  <a:pt x="3789687" y="2897883"/>
                </a:lnTo>
                <a:cubicBezTo>
                  <a:pt x="3789273" y="2897883"/>
                  <a:pt x="3788917" y="2897706"/>
                  <a:pt x="3788740" y="2897351"/>
                </a:cubicBezTo>
                <a:lnTo>
                  <a:pt x="3781159" y="2884262"/>
                </a:lnTo>
                <a:cubicBezTo>
                  <a:pt x="3780982" y="2883966"/>
                  <a:pt x="3780982" y="2883551"/>
                  <a:pt x="3781159" y="2883196"/>
                </a:cubicBezTo>
                <a:lnTo>
                  <a:pt x="3788740" y="2870107"/>
                </a:lnTo>
                <a:cubicBezTo>
                  <a:pt x="3788977" y="2869751"/>
                  <a:pt x="3789332" y="2869574"/>
                  <a:pt x="3789687" y="2869574"/>
                </a:cubicBezTo>
                <a:close/>
                <a:moveTo>
                  <a:pt x="3924899" y="2869455"/>
                </a:moveTo>
                <a:lnTo>
                  <a:pt x="3940120" y="2869455"/>
                </a:lnTo>
                <a:cubicBezTo>
                  <a:pt x="3940534" y="2869455"/>
                  <a:pt x="3940890" y="2869633"/>
                  <a:pt x="3941068" y="2869988"/>
                </a:cubicBezTo>
                <a:lnTo>
                  <a:pt x="3948707" y="2883195"/>
                </a:lnTo>
                <a:cubicBezTo>
                  <a:pt x="3948885" y="2883491"/>
                  <a:pt x="3948885" y="2883906"/>
                  <a:pt x="3948707" y="2884261"/>
                </a:cubicBezTo>
                <a:lnTo>
                  <a:pt x="3941068" y="2897469"/>
                </a:lnTo>
                <a:cubicBezTo>
                  <a:pt x="3940831" y="2897765"/>
                  <a:pt x="3940476" y="2898002"/>
                  <a:pt x="3940120" y="2898002"/>
                </a:cubicBezTo>
                <a:lnTo>
                  <a:pt x="3924899" y="2898002"/>
                </a:lnTo>
                <a:cubicBezTo>
                  <a:pt x="3924484" y="2898002"/>
                  <a:pt x="3924130" y="2897824"/>
                  <a:pt x="3923952" y="2897469"/>
                </a:cubicBezTo>
                <a:lnTo>
                  <a:pt x="3916311" y="2884261"/>
                </a:lnTo>
                <a:cubicBezTo>
                  <a:pt x="3916134" y="2883965"/>
                  <a:pt x="3916134" y="2883551"/>
                  <a:pt x="3916311" y="2883195"/>
                </a:cubicBezTo>
                <a:lnTo>
                  <a:pt x="3923952" y="2869988"/>
                </a:lnTo>
                <a:cubicBezTo>
                  <a:pt x="3924189" y="2869692"/>
                  <a:pt x="3924544" y="2869455"/>
                  <a:pt x="3924899" y="2869455"/>
                </a:cubicBezTo>
                <a:close/>
                <a:moveTo>
                  <a:pt x="3654003" y="2868804"/>
                </a:moveTo>
                <a:lnTo>
                  <a:pt x="3669875" y="2868804"/>
                </a:lnTo>
                <a:cubicBezTo>
                  <a:pt x="3670231" y="2868804"/>
                  <a:pt x="3670645" y="2868981"/>
                  <a:pt x="3670823" y="2869337"/>
                </a:cubicBezTo>
                <a:lnTo>
                  <a:pt x="3678759" y="2883136"/>
                </a:lnTo>
                <a:cubicBezTo>
                  <a:pt x="3678937" y="2883492"/>
                  <a:pt x="3678937" y="2883906"/>
                  <a:pt x="3678759" y="2884262"/>
                </a:cubicBezTo>
                <a:lnTo>
                  <a:pt x="3670823" y="2898061"/>
                </a:lnTo>
                <a:cubicBezTo>
                  <a:pt x="3670645" y="2898357"/>
                  <a:pt x="3670290" y="2898594"/>
                  <a:pt x="3669875" y="2898594"/>
                </a:cubicBezTo>
                <a:lnTo>
                  <a:pt x="3654003" y="2898594"/>
                </a:lnTo>
                <a:cubicBezTo>
                  <a:pt x="3653648" y="2898594"/>
                  <a:pt x="3653233" y="2898417"/>
                  <a:pt x="3653056" y="2898061"/>
                </a:cubicBezTo>
                <a:lnTo>
                  <a:pt x="3645119" y="2884262"/>
                </a:lnTo>
                <a:cubicBezTo>
                  <a:pt x="3644942" y="2883906"/>
                  <a:pt x="3644942" y="2883492"/>
                  <a:pt x="3645119" y="2883136"/>
                </a:cubicBezTo>
                <a:lnTo>
                  <a:pt x="3653056" y="2869337"/>
                </a:lnTo>
                <a:cubicBezTo>
                  <a:pt x="3653233" y="2869041"/>
                  <a:pt x="3653588" y="2868804"/>
                  <a:pt x="3654003" y="2868804"/>
                </a:cubicBezTo>
                <a:close/>
                <a:moveTo>
                  <a:pt x="4330294" y="2868745"/>
                </a:moveTo>
                <a:lnTo>
                  <a:pt x="4346285" y="2868745"/>
                </a:lnTo>
                <a:cubicBezTo>
                  <a:pt x="4346700" y="2868745"/>
                  <a:pt x="4347114" y="2868982"/>
                  <a:pt x="4347292" y="2869337"/>
                </a:cubicBezTo>
                <a:lnTo>
                  <a:pt x="4355287" y="2883196"/>
                </a:lnTo>
                <a:cubicBezTo>
                  <a:pt x="4355465" y="2883551"/>
                  <a:pt x="4355465" y="2883966"/>
                  <a:pt x="4355287" y="2884321"/>
                </a:cubicBezTo>
                <a:lnTo>
                  <a:pt x="4347292" y="2898180"/>
                </a:lnTo>
                <a:cubicBezTo>
                  <a:pt x="4347114" y="2898535"/>
                  <a:pt x="4346759" y="2898772"/>
                  <a:pt x="4346344" y="2898772"/>
                </a:cubicBezTo>
                <a:lnTo>
                  <a:pt x="4330354" y="2898772"/>
                </a:lnTo>
                <a:cubicBezTo>
                  <a:pt x="4329939" y="2898772"/>
                  <a:pt x="4329524" y="2898535"/>
                  <a:pt x="4329347" y="2898180"/>
                </a:cubicBezTo>
                <a:lnTo>
                  <a:pt x="4321351" y="2884321"/>
                </a:lnTo>
                <a:cubicBezTo>
                  <a:pt x="4321174" y="2883966"/>
                  <a:pt x="4321174" y="2883551"/>
                  <a:pt x="4321351" y="2883196"/>
                </a:cubicBezTo>
                <a:lnTo>
                  <a:pt x="4329347" y="2869337"/>
                </a:lnTo>
                <a:cubicBezTo>
                  <a:pt x="4329524" y="2868982"/>
                  <a:pt x="4329880" y="2868745"/>
                  <a:pt x="4330294" y="2868745"/>
                </a:cubicBezTo>
                <a:close/>
                <a:moveTo>
                  <a:pt x="3856790" y="2868626"/>
                </a:moveTo>
                <a:lnTo>
                  <a:pt x="3872899" y="2868626"/>
                </a:lnTo>
                <a:cubicBezTo>
                  <a:pt x="3873313" y="2868626"/>
                  <a:pt x="3873728" y="2868863"/>
                  <a:pt x="3873905" y="2869218"/>
                </a:cubicBezTo>
                <a:lnTo>
                  <a:pt x="3881961" y="2883196"/>
                </a:lnTo>
                <a:cubicBezTo>
                  <a:pt x="3882138" y="2883551"/>
                  <a:pt x="3882138" y="2883965"/>
                  <a:pt x="3881961" y="2884321"/>
                </a:cubicBezTo>
                <a:lnTo>
                  <a:pt x="3873905" y="2898298"/>
                </a:lnTo>
                <a:cubicBezTo>
                  <a:pt x="3873669" y="2898653"/>
                  <a:pt x="3873313" y="2898890"/>
                  <a:pt x="3872899" y="2898890"/>
                </a:cubicBezTo>
                <a:lnTo>
                  <a:pt x="3856790" y="2898890"/>
                </a:lnTo>
                <a:cubicBezTo>
                  <a:pt x="3856375" y="2898890"/>
                  <a:pt x="3855961" y="2898653"/>
                  <a:pt x="3855783" y="2898298"/>
                </a:cubicBezTo>
                <a:lnTo>
                  <a:pt x="3847728" y="2884321"/>
                </a:lnTo>
                <a:cubicBezTo>
                  <a:pt x="3847551" y="2883965"/>
                  <a:pt x="3847551" y="2883551"/>
                  <a:pt x="3847728" y="2883196"/>
                </a:cubicBezTo>
                <a:lnTo>
                  <a:pt x="3855783" y="2869218"/>
                </a:lnTo>
                <a:cubicBezTo>
                  <a:pt x="3856020" y="2868863"/>
                  <a:pt x="3856375" y="2868626"/>
                  <a:pt x="3856790" y="2868626"/>
                </a:cubicBezTo>
                <a:close/>
                <a:moveTo>
                  <a:pt x="3586250" y="2868626"/>
                </a:moveTo>
                <a:lnTo>
                  <a:pt x="3602359" y="2868626"/>
                </a:lnTo>
                <a:cubicBezTo>
                  <a:pt x="3602774" y="2868626"/>
                  <a:pt x="3603188" y="2868863"/>
                  <a:pt x="3603366" y="2869218"/>
                </a:cubicBezTo>
                <a:lnTo>
                  <a:pt x="3611421" y="2883196"/>
                </a:lnTo>
                <a:cubicBezTo>
                  <a:pt x="3611599" y="2883551"/>
                  <a:pt x="3611599" y="2883965"/>
                  <a:pt x="3611421" y="2884321"/>
                </a:cubicBezTo>
                <a:lnTo>
                  <a:pt x="3603366" y="2898298"/>
                </a:lnTo>
                <a:cubicBezTo>
                  <a:pt x="3603129" y="2898653"/>
                  <a:pt x="3602774" y="2898890"/>
                  <a:pt x="3602359" y="2898890"/>
                </a:cubicBezTo>
                <a:lnTo>
                  <a:pt x="3586250" y="2898890"/>
                </a:lnTo>
                <a:cubicBezTo>
                  <a:pt x="3585836" y="2898890"/>
                  <a:pt x="3585421" y="2898653"/>
                  <a:pt x="3585243" y="2898298"/>
                </a:cubicBezTo>
                <a:lnTo>
                  <a:pt x="3577188" y="2884321"/>
                </a:lnTo>
                <a:cubicBezTo>
                  <a:pt x="3577011" y="2883965"/>
                  <a:pt x="3577011" y="2883551"/>
                  <a:pt x="3577188" y="2883196"/>
                </a:cubicBezTo>
                <a:lnTo>
                  <a:pt x="3585243" y="2869218"/>
                </a:lnTo>
                <a:cubicBezTo>
                  <a:pt x="3585480" y="2868863"/>
                  <a:pt x="3585836" y="2868626"/>
                  <a:pt x="3586250" y="2868626"/>
                </a:cubicBezTo>
                <a:close/>
                <a:moveTo>
                  <a:pt x="3383404" y="2868626"/>
                </a:moveTo>
                <a:lnTo>
                  <a:pt x="3399513" y="2868626"/>
                </a:lnTo>
                <a:cubicBezTo>
                  <a:pt x="3399928" y="2868626"/>
                  <a:pt x="3400342" y="2868863"/>
                  <a:pt x="3400520" y="2869218"/>
                </a:cubicBezTo>
                <a:lnTo>
                  <a:pt x="3408575" y="2883196"/>
                </a:lnTo>
                <a:cubicBezTo>
                  <a:pt x="3408753" y="2883551"/>
                  <a:pt x="3408753" y="2883965"/>
                  <a:pt x="3408575" y="2884321"/>
                </a:cubicBezTo>
                <a:lnTo>
                  <a:pt x="3400520" y="2898298"/>
                </a:lnTo>
                <a:cubicBezTo>
                  <a:pt x="3400283" y="2898653"/>
                  <a:pt x="3399928" y="2898890"/>
                  <a:pt x="3399513" y="2898890"/>
                </a:cubicBezTo>
                <a:lnTo>
                  <a:pt x="3383404" y="2898890"/>
                </a:lnTo>
                <a:cubicBezTo>
                  <a:pt x="3382990" y="2898890"/>
                  <a:pt x="3382575" y="2898653"/>
                  <a:pt x="3382397" y="2898298"/>
                </a:cubicBezTo>
                <a:lnTo>
                  <a:pt x="3374342" y="2884321"/>
                </a:lnTo>
                <a:cubicBezTo>
                  <a:pt x="3374165" y="2883965"/>
                  <a:pt x="3374165" y="2883551"/>
                  <a:pt x="3374342" y="2883196"/>
                </a:cubicBezTo>
                <a:lnTo>
                  <a:pt x="3382397" y="2869218"/>
                </a:lnTo>
                <a:cubicBezTo>
                  <a:pt x="3382634" y="2868863"/>
                  <a:pt x="3382990" y="2868626"/>
                  <a:pt x="3383404" y="2868626"/>
                </a:cubicBezTo>
                <a:close/>
                <a:moveTo>
                  <a:pt x="4262541" y="2868508"/>
                </a:moveTo>
                <a:lnTo>
                  <a:pt x="4278769" y="2868508"/>
                </a:lnTo>
                <a:cubicBezTo>
                  <a:pt x="4279184" y="2868508"/>
                  <a:pt x="4279539" y="2868745"/>
                  <a:pt x="4279776" y="2869100"/>
                </a:cubicBezTo>
                <a:lnTo>
                  <a:pt x="4287890" y="2883136"/>
                </a:lnTo>
                <a:cubicBezTo>
                  <a:pt x="4288127" y="2883492"/>
                  <a:pt x="4288127" y="2883906"/>
                  <a:pt x="4287890" y="2884262"/>
                </a:cubicBezTo>
                <a:lnTo>
                  <a:pt x="4279776" y="2898298"/>
                </a:lnTo>
                <a:cubicBezTo>
                  <a:pt x="4279539" y="2898653"/>
                  <a:pt x="4279184" y="2898891"/>
                  <a:pt x="4278769" y="2898891"/>
                </a:cubicBezTo>
                <a:lnTo>
                  <a:pt x="4262541" y="2898891"/>
                </a:lnTo>
                <a:cubicBezTo>
                  <a:pt x="4262127" y="2898891"/>
                  <a:pt x="4261772" y="2898653"/>
                  <a:pt x="4261535" y="2898298"/>
                </a:cubicBezTo>
                <a:lnTo>
                  <a:pt x="4253421" y="2884262"/>
                </a:lnTo>
                <a:cubicBezTo>
                  <a:pt x="4253184" y="2883906"/>
                  <a:pt x="4253184" y="2883492"/>
                  <a:pt x="4253421" y="2883136"/>
                </a:cubicBezTo>
                <a:lnTo>
                  <a:pt x="4261535" y="2869100"/>
                </a:lnTo>
                <a:cubicBezTo>
                  <a:pt x="4261772" y="2868745"/>
                  <a:pt x="4262127" y="2868508"/>
                  <a:pt x="4262541" y="2868508"/>
                </a:cubicBezTo>
                <a:close/>
                <a:moveTo>
                  <a:pt x="2774511" y="2868330"/>
                </a:moveTo>
                <a:lnTo>
                  <a:pt x="2790975" y="2868330"/>
                </a:lnTo>
                <a:cubicBezTo>
                  <a:pt x="2791390" y="2868330"/>
                  <a:pt x="2791745" y="2868567"/>
                  <a:pt x="2791982" y="2868922"/>
                </a:cubicBezTo>
                <a:lnTo>
                  <a:pt x="2800215" y="2883196"/>
                </a:lnTo>
                <a:cubicBezTo>
                  <a:pt x="2800451" y="2883551"/>
                  <a:pt x="2800451" y="2884025"/>
                  <a:pt x="2800215" y="2884380"/>
                </a:cubicBezTo>
                <a:lnTo>
                  <a:pt x="2791982" y="2898653"/>
                </a:lnTo>
                <a:cubicBezTo>
                  <a:pt x="2791745" y="2899009"/>
                  <a:pt x="2791390" y="2899246"/>
                  <a:pt x="2790975" y="2899246"/>
                </a:cubicBezTo>
                <a:lnTo>
                  <a:pt x="2774511" y="2899246"/>
                </a:lnTo>
                <a:cubicBezTo>
                  <a:pt x="2774096" y="2899246"/>
                  <a:pt x="2773741" y="2899009"/>
                  <a:pt x="2773504" y="2898653"/>
                </a:cubicBezTo>
                <a:lnTo>
                  <a:pt x="2765272" y="2884380"/>
                </a:lnTo>
                <a:cubicBezTo>
                  <a:pt x="2765035" y="2884025"/>
                  <a:pt x="2765035" y="2883551"/>
                  <a:pt x="2765272" y="2883196"/>
                </a:cubicBezTo>
                <a:lnTo>
                  <a:pt x="2773504" y="2868922"/>
                </a:lnTo>
                <a:cubicBezTo>
                  <a:pt x="2773741" y="2868567"/>
                  <a:pt x="2774096" y="2868330"/>
                  <a:pt x="2774511" y="2868330"/>
                </a:cubicBezTo>
                <a:close/>
                <a:moveTo>
                  <a:pt x="3721284" y="2868212"/>
                </a:moveTo>
                <a:lnTo>
                  <a:pt x="3737866" y="2868212"/>
                </a:lnTo>
                <a:cubicBezTo>
                  <a:pt x="3738281" y="2868212"/>
                  <a:pt x="3738636" y="2868449"/>
                  <a:pt x="3738873" y="2868804"/>
                </a:cubicBezTo>
                <a:lnTo>
                  <a:pt x="3747165" y="2883136"/>
                </a:lnTo>
                <a:cubicBezTo>
                  <a:pt x="3747401" y="2883492"/>
                  <a:pt x="3747401" y="2883966"/>
                  <a:pt x="3747165" y="2884321"/>
                </a:cubicBezTo>
                <a:lnTo>
                  <a:pt x="3738873" y="2898653"/>
                </a:lnTo>
                <a:cubicBezTo>
                  <a:pt x="3738636" y="2899009"/>
                  <a:pt x="3738281" y="2899246"/>
                  <a:pt x="3737866" y="2899246"/>
                </a:cubicBezTo>
                <a:lnTo>
                  <a:pt x="3721284" y="2899246"/>
                </a:lnTo>
                <a:cubicBezTo>
                  <a:pt x="3720869" y="2899246"/>
                  <a:pt x="3720514" y="2899009"/>
                  <a:pt x="3720277" y="2898653"/>
                </a:cubicBezTo>
                <a:lnTo>
                  <a:pt x="3711985" y="2884321"/>
                </a:lnTo>
                <a:cubicBezTo>
                  <a:pt x="3711748" y="2883966"/>
                  <a:pt x="3711748" y="2883492"/>
                  <a:pt x="3711985" y="2883136"/>
                </a:cubicBezTo>
                <a:lnTo>
                  <a:pt x="3720277" y="2868804"/>
                </a:lnTo>
                <a:cubicBezTo>
                  <a:pt x="3720514" y="2868449"/>
                  <a:pt x="3720869" y="2868212"/>
                  <a:pt x="3721284" y="2868212"/>
                </a:cubicBezTo>
                <a:close/>
                <a:moveTo>
                  <a:pt x="3518319" y="2867975"/>
                </a:moveTo>
                <a:lnTo>
                  <a:pt x="3535079" y="2867975"/>
                </a:lnTo>
                <a:cubicBezTo>
                  <a:pt x="3535494" y="2867975"/>
                  <a:pt x="3535849" y="2868212"/>
                  <a:pt x="3536086" y="2868567"/>
                </a:cubicBezTo>
                <a:lnTo>
                  <a:pt x="3544496" y="2883077"/>
                </a:lnTo>
                <a:cubicBezTo>
                  <a:pt x="3544733" y="2883433"/>
                  <a:pt x="3544733" y="2883907"/>
                  <a:pt x="3544496" y="2884262"/>
                </a:cubicBezTo>
                <a:lnTo>
                  <a:pt x="3536086" y="2898772"/>
                </a:lnTo>
                <a:cubicBezTo>
                  <a:pt x="3535908" y="2899127"/>
                  <a:pt x="3535494" y="2899364"/>
                  <a:pt x="3535079" y="2899364"/>
                </a:cubicBezTo>
                <a:lnTo>
                  <a:pt x="3518319" y="2899364"/>
                </a:lnTo>
                <a:cubicBezTo>
                  <a:pt x="3517904" y="2899364"/>
                  <a:pt x="3517549" y="2899127"/>
                  <a:pt x="3517312" y="2898772"/>
                </a:cubicBezTo>
                <a:lnTo>
                  <a:pt x="3508901" y="2884262"/>
                </a:lnTo>
                <a:cubicBezTo>
                  <a:pt x="3508665" y="2883907"/>
                  <a:pt x="3508665" y="2883433"/>
                  <a:pt x="3508901" y="2883077"/>
                </a:cubicBezTo>
                <a:lnTo>
                  <a:pt x="3517312" y="2868567"/>
                </a:lnTo>
                <a:cubicBezTo>
                  <a:pt x="3517489" y="2868212"/>
                  <a:pt x="3517904" y="2867975"/>
                  <a:pt x="3518319" y="2867975"/>
                </a:cubicBezTo>
                <a:close/>
                <a:moveTo>
                  <a:pt x="3450625" y="2867915"/>
                </a:moveTo>
                <a:lnTo>
                  <a:pt x="3467504" y="2867915"/>
                </a:lnTo>
                <a:cubicBezTo>
                  <a:pt x="3467919" y="2867915"/>
                  <a:pt x="3468274" y="2868152"/>
                  <a:pt x="3468511" y="2868507"/>
                </a:cubicBezTo>
                <a:lnTo>
                  <a:pt x="3476921" y="2883136"/>
                </a:lnTo>
                <a:cubicBezTo>
                  <a:pt x="3477157" y="2883491"/>
                  <a:pt x="3477157" y="2883965"/>
                  <a:pt x="3476921" y="2884320"/>
                </a:cubicBezTo>
                <a:lnTo>
                  <a:pt x="3468452" y="2898949"/>
                </a:lnTo>
                <a:cubicBezTo>
                  <a:pt x="3468274" y="2899305"/>
                  <a:pt x="3467859" y="2899541"/>
                  <a:pt x="3467444" y="2899541"/>
                </a:cubicBezTo>
                <a:lnTo>
                  <a:pt x="3450565" y="2899541"/>
                </a:lnTo>
                <a:cubicBezTo>
                  <a:pt x="3450151" y="2899541"/>
                  <a:pt x="3449795" y="2899305"/>
                  <a:pt x="3449559" y="2898949"/>
                </a:cubicBezTo>
                <a:lnTo>
                  <a:pt x="3441149" y="2884320"/>
                </a:lnTo>
                <a:cubicBezTo>
                  <a:pt x="3440912" y="2883965"/>
                  <a:pt x="3440912" y="2883491"/>
                  <a:pt x="3441149" y="2883136"/>
                </a:cubicBezTo>
                <a:lnTo>
                  <a:pt x="3449618" y="2868507"/>
                </a:lnTo>
                <a:cubicBezTo>
                  <a:pt x="3449795" y="2868152"/>
                  <a:pt x="3450210" y="2867915"/>
                  <a:pt x="3450625" y="2867915"/>
                </a:cubicBezTo>
                <a:close/>
                <a:moveTo>
                  <a:pt x="3247600" y="2867678"/>
                </a:moveTo>
                <a:lnTo>
                  <a:pt x="3264716" y="2867678"/>
                </a:lnTo>
                <a:cubicBezTo>
                  <a:pt x="3265190" y="2867678"/>
                  <a:pt x="3265545" y="2867915"/>
                  <a:pt x="3265783" y="2868270"/>
                </a:cubicBezTo>
                <a:lnTo>
                  <a:pt x="3274311" y="2883076"/>
                </a:lnTo>
                <a:cubicBezTo>
                  <a:pt x="3274548" y="2883432"/>
                  <a:pt x="3274548" y="2883906"/>
                  <a:pt x="3274311" y="2884261"/>
                </a:cubicBezTo>
                <a:lnTo>
                  <a:pt x="3265723" y="2899067"/>
                </a:lnTo>
                <a:cubicBezTo>
                  <a:pt x="3265486" y="2899423"/>
                  <a:pt x="3265072" y="2899660"/>
                  <a:pt x="3264657" y="2899660"/>
                </a:cubicBezTo>
                <a:lnTo>
                  <a:pt x="3247541" y="2899660"/>
                </a:lnTo>
                <a:cubicBezTo>
                  <a:pt x="3247067" y="2899660"/>
                  <a:pt x="3246712" y="2899423"/>
                  <a:pt x="3246475" y="2899067"/>
                </a:cubicBezTo>
                <a:lnTo>
                  <a:pt x="3237946" y="2884261"/>
                </a:lnTo>
                <a:cubicBezTo>
                  <a:pt x="3237710" y="2883906"/>
                  <a:pt x="3237710" y="2883432"/>
                  <a:pt x="3237946" y="2883076"/>
                </a:cubicBezTo>
                <a:lnTo>
                  <a:pt x="3246534" y="2868270"/>
                </a:lnTo>
                <a:cubicBezTo>
                  <a:pt x="3246772" y="2867915"/>
                  <a:pt x="3247186" y="2867678"/>
                  <a:pt x="3247600" y="2867678"/>
                </a:cubicBezTo>
                <a:close/>
                <a:moveTo>
                  <a:pt x="3315058" y="2867264"/>
                </a:moveTo>
                <a:lnTo>
                  <a:pt x="3332589" y="2867264"/>
                </a:lnTo>
                <a:cubicBezTo>
                  <a:pt x="3333003" y="2867264"/>
                  <a:pt x="3333418" y="2867501"/>
                  <a:pt x="3333654" y="2867856"/>
                </a:cubicBezTo>
                <a:lnTo>
                  <a:pt x="3342420" y="2883077"/>
                </a:lnTo>
                <a:cubicBezTo>
                  <a:pt x="3342657" y="2883432"/>
                  <a:pt x="3342657" y="2883966"/>
                  <a:pt x="3342420" y="2884321"/>
                </a:cubicBezTo>
                <a:lnTo>
                  <a:pt x="3333654" y="2899542"/>
                </a:lnTo>
                <a:cubicBezTo>
                  <a:pt x="3333418" y="2899897"/>
                  <a:pt x="3333003" y="2900134"/>
                  <a:pt x="3332589" y="2900134"/>
                </a:cubicBezTo>
                <a:lnTo>
                  <a:pt x="3315058" y="2900134"/>
                </a:lnTo>
                <a:cubicBezTo>
                  <a:pt x="3314643" y="2900134"/>
                  <a:pt x="3314228" y="2899897"/>
                  <a:pt x="3313992" y="2899542"/>
                </a:cubicBezTo>
                <a:lnTo>
                  <a:pt x="3305227" y="2884321"/>
                </a:lnTo>
                <a:cubicBezTo>
                  <a:pt x="3304990" y="2883966"/>
                  <a:pt x="3304990" y="2883432"/>
                  <a:pt x="3305227" y="2883077"/>
                </a:cubicBezTo>
                <a:lnTo>
                  <a:pt x="3313992" y="2867856"/>
                </a:lnTo>
                <a:cubicBezTo>
                  <a:pt x="3314228" y="2867501"/>
                  <a:pt x="3314643" y="2867264"/>
                  <a:pt x="3315058" y="2867264"/>
                </a:cubicBezTo>
                <a:close/>
                <a:moveTo>
                  <a:pt x="4397101" y="2867145"/>
                </a:moveTo>
                <a:lnTo>
                  <a:pt x="4414750" y="2867145"/>
                </a:lnTo>
                <a:cubicBezTo>
                  <a:pt x="4415164" y="2867145"/>
                  <a:pt x="4415579" y="2867441"/>
                  <a:pt x="4415815" y="2867797"/>
                </a:cubicBezTo>
                <a:lnTo>
                  <a:pt x="4424641" y="2883077"/>
                </a:lnTo>
                <a:cubicBezTo>
                  <a:pt x="4424877" y="2883432"/>
                  <a:pt x="4424877" y="2883965"/>
                  <a:pt x="4424641" y="2884320"/>
                </a:cubicBezTo>
                <a:lnTo>
                  <a:pt x="4415815" y="2899601"/>
                </a:lnTo>
                <a:cubicBezTo>
                  <a:pt x="4415579" y="2900015"/>
                  <a:pt x="4415164" y="2900252"/>
                  <a:pt x="4414750" y="2900252"/>
                </a:cubicBezTo>
                <a:lnTo>
                  <a:pt x="4397101" y="2900252"/>
                </a:lnTo>
                <a:cubicBezTo>
                  <a:pt x="4396686" y="2900252"/>
                  <a:pt x="4396271" y="2899956"/>
                  <a:pt x="4396034" y="2899601"/>
                </a:cubicBezTo>
                <a:lnTo>
                  <a:pt x="4387210" y="2884320"/>
                </a:lnTo>
                <a:cubicBezTo>
                  <a:pt x="4386973" y="2883965"/>
                  <a:pt x="4386973" y="2883432"/>
                  <a:pt x="4387210" y="2883077"/>
                </a:cubicBezTo>
                <a:lnTo>
                  <a:pt x="4396034" y="2867797"/>
                </a:lnTo>
                <a:cubicBezTo>
                  <a:pt x="4396271" y="2867382"/>
                  <a:pt x="4396686" y="2867145"/>
                  <a:pt x="4397101" y="2867145"/>
                </a:cubicBezTo>
                <a:close/>
                <a:moveTo>
                  <a:pt x="2909070" y="2866968"/>
                </a:moveTo>
                <a:lnTo>
                  <a:pt x="2926956" y="2866968"/>
                </a:lnTo>
                <a:cubicBezTo>
                  <a:pt x="2927370" y="2866968"/>
                  <a:pt x="2927785" y="2867205"/>
                  <a:pt x="2928022" y="2867619"/>
                </a:cubicBezTo>
                <a:lnTo>
                  <a:pt x="2936965" y="2883136"/>
                </a:lnTo>
                <a:cubicBezTo>
                  <a:pt x="2937202" y="2883492"/>
                  <a:pt x="2937202" y="2883966"/>
                  <a:pt x="2936965" y="2884380"/>
                </a:cubicBezTo>
                <a:lnTo>
                  <a:pt x="2928022" y="2899897"/>
                </a:lnTo>
                <a:cubicBezTo>
                  <a:pt x="2927844" y="2900312"/>
                  <a:pt x="2927430" y="2900549"/>
                  <a:pt x="2926956" y="2900549"/>
                </a:cubicBezTo>
                <a:lnTo>
                  <a:pt x="2909070" y="2900549"/>
                </a:lnTo>
                <a:cubicBezTo>
                  <a:pt x="2908655" y="2900549"/>
                  <a:pt x="2908241" y="2900312"/>
                  <a:pt x="2908004" y="2899897"/>
                </a:cubicBezTo>
                <a:lnTo>
                  <a:pt x="2899061" y="2884380"/>
                </a:lnTo>
                <a:cubicBezTo>
                  <a:pt x="2898824" y="2884025"/>
                  <a:pt x="2898824" y="2883551"/>
                  <a:pt x="2899061" y="2883136"/>
                </a:cubicBezTo>
                <a:lnTo>
                  <a:pt x="2908004" y="2867619"/>
                </a:lnTo>
                <a:cubicBezTo>
                  <a:pt x="2908181" y="2867205"/>
                  <a:pt x="2908596" y="2866968"/>
                  <a:pt x="2909070" y="2866968"/>
                </a:cubicBezTo>
                <a:close/>
                <a:moveTo>
                  <a:pt x="4464381" y="2866672"/>
                </a:moveTo>
                <a:lnTo>
                  <a:pt x="4482622" y="2866672"/>
                </a:lnTo>
                <a:cubicBezTo>
                  <a:pt x="4483096" y="2866672"/>
                  <a:pt x="4483510" y="2866909"/>
                  <a:pt x="4483747" y="2867323"/>
                </a:cubicBezTo>
                <a:lnTo>
                  <a:pt x="4492868" y="2883077"/>
                </a:lnTo>
                <a:cubicBezTo>
                  <a:pt x="4493105" y="2883492"/>
                  <a:pt x="4493105" y="2883966"/>
                  <a:pt x="4492868" y="2884380"/>
                </a:cubicBezTo>
                <a:lnTo>
                  <a:pt x="4483747" y="2900134"/>
                </a:lnTo>
                <a:cubicBezTo>
                  <a:pt x="4483510" y="2900549"/>
                  <a:pt x="4483096" y="2900786"/>
                  <a:pt x="4482622" y="2900786"/>
                </a:cubicBezTo>
                <a:lnTo>
                  <a:pt x="4464381" y="2900786"/>
                </a:lnTo>
                <a:cubicBezTo>
                  <a:pt x="4463906" y="2900786"/>
                  <a:pt x="4463492" y="2900549"/>
                  <a:pt x="4463255" y="2900134"/>
                </a:cubicBezTo>
                <a:lnTo>
                  <a:pt x="4454135" y="2884380"/>
                </a:lnTo>
                <a:cubicBezTo>
                  <a:pt x="4453898" y="2883966"/>
                  <a:pt x="4453898" y="2883492"/>
                  <a:pt x="4454135" y="2883077"/>
                </a:cubicBezTo>
                <a:lnTo>
                  <a:pt x="4463255" y="2867323"/>
                </a:lnTo>
                <a:cubicBezTo>
                  <a:pt x="4463492" y="2866909"/>
                  <a:pt x="4463906" y="2866672"/>
                  <a:pt x="4464381" y="2866672"/>
                </a:cubicBezTo>
                <a:close/>
                <a:moveTo>
                  <a:pt x="4531956" y="2866435"/>
                </a:moveTo>
                <a:lnTo>
                  <a:pt x="4550375" y="2866435"/>
                </a:lnTo>
                <a:cubicBezTo>
                  <a:pt x="4550849" y="2866435"/>
                  <a:pt x="4551263" y="2866672"/>
                  <a:pt x="4551500" y="2867087"/>
                </a:cubicBezTo>
                <a:lnTo>
                  <a:pt x="4560740" y="2883077"/>
                </a:lnTo>
                <a:cubicBezTo>
                  <a:pt x="4560976" y="2883492"/>
                  <a:pt x="4560976" y="2883966"/>
                  <a:pt x="4560740" y="2884380"/>
                </a:cubicBezTo>
                <a:lnTo>
                  <a:pt x="4551500" y="2900371"/>
                </a:lnTo>
                <a:cubicBezTo>
                  <a:pt x="4551263" y="2900786"/>
                  <a:pt x="4550849" y="2901023"/>
                  <a:pt x="4550375" y="2901023"/>
                </a:cubicBezTo>
                <a:lnTo>
                  <a:pt x="4531956" y="2901023"/>
                </a:lnTo>
                <a:cubicBezTo>
                  <a:pt x="4531482" y="2901023"/>
                  <a:pt x="4531068" y="2900786"/>
                  <a:pt x="4530831" y="2900371"/>
                </a:cubicBezTo>
                <a:lnTo>
                  <a:pt x="4521592" y="2884380"/>
                </a:lnTo>
                <a:cubicBezTo>
                  <a:pt x="4521355" y="2883966"/>
                  <a:pt x="4521355" y="2883492"/>
                  <a:pt x="4521592" y="2883077"/>
                </a:cubicBezTo>
                <a:lnTo>
                  <a:pt x="4530831" y="2867087"/>
                </a:lnTo>
                <a:cubicBezTo>
                  <a:pt x="4531068" y="2866672"/>
                  <a:pt x="4531482" y="2866435"/>
                  <a:pt x="4531956" y="2866435"/>
                </a:cubicBezTo>
                <a:close/>
                <a:moveTo>
                  <a:pt x="3179196" y="2866257"/>
                </a:moveTo>
                <a:lnTo>
                  <a:pt x="3197852" y="2866257"/>
                </a:lnTo>
                <a:cubicBezTo>
                  <a:pt x="3198325" y="2866257"/>
                  <a:pt x="3198740" y="2866494"/>
                  <a:pt x="3198977" y="2866908"/>
                </a:cubicBezTo>
                <a:lnTo>
                  <a:pt x="3208276" y="2883077"/>
                </a:lnTo>
                <a:cubicBezTo>
                  <a:pt x="3208512" y="2883491"/>
                  <a:pt x="3208512" y="2883965"/>
                  <a:pt x="3208276" y="2884380"/>
                </a:cubicBezTo>
                <a:lnTo>
                  <a:pt x="3198918" y="2900548"/>
                </a:lnTo>
                <a:cubicBezTo>
                  <a:pt x="3198681" y="2900963"/>
                  <a:pt x="3198266" y="2901200"/>
                  <a:pt x="3197793" y="2901200"/>
                </a:cubicBezTo>
                <a:lnTo>
                  <a:pt x="3179137" y="2901200"/>
                </a:lnTo>
                <a:cubicBezTo>
                  <a:pt x="3178663" y="2901200"/>
                  <a:pt x="3178248" y="2900963"/>
                  <a:pt x="3178011" y="2900548"/>
                </a:cubicBezTo>
                <a:lnTo>
                  <a:pt x="3168713" y="2884380"/>
                </a:lnTo>
                <a:cubicBezTo>
                  <a:pt x="3168476" y="2883965"/>
                  <a:pt x="3168476" y="2883491"/>
                  <a:pt x="3168713" y="2883077"/>
                </a:cubicBezTo>
                <a:lnTo>
                  <a:pt x="3178070" y="2866908"/>
                </a:lnTo>
                <a:cubicBezTo>
                  <a:pt x="3178307" y="2866494"/>
                  <a:pt x="3178722" y="2866257"/>
                  <a:pt x="3179196" y="2866257"/>
                </a:cubicBezTo>
                <a:close/>
                <a:moveTo>
                  <a:pt x="3111560" y="2866257"/>
                </a:moveTo>
                <a:lnTo>
                  <a:pt x="3130216" y="2866257"/>
                </a:lnTo>
                <a:cubicBezTo>
                  <a:pt x="3130690" y="2866257"/>
                  <a:pt x="3131105" y="2866494"/>
                  <a:pt x="3131342" y="2866908"/>
                </a:cubicBezTo>
                <a:lnTo>
                  <a:pt x="3140640" y="2883077"/>
                </a:lnTo>
                <a:cubicBezTo>
                  <a:pt x="3140877" y="2883491"/>
                  <a:pt x="3140877" y="2883965"/>
                  <a:pt x="3140640" y="2884380"/>
                </a:cubicBezTo>
                <a:lnTo>
                  <a:pt x="3131283" y="2900548"/>
                </a:lnTo>
                <a:cubicBezTo>
                  <a:pt x="3131046" y="2900963"/>
                  <a:pt x="3130631" y="2901200"/>
                  <a:pt x="3130157" y="2901200"/>
                </a:cubicBezTo>
                <a:lnTo>
                  <a:pt x="3111502" y="2901200"/>
                </a:lnTo>
                <a:cubicBezTo>
                  <a:pt x="3111028" y="2901200"/>
                  <a:pt x="3110613" y="2900963"/>
                  <a:pt x="3110376" y="2900548"/>
                </a:cubicBezTo>
                <a:lnTo>
                  <a:pt x="3101078" y="2884380"/>
                </a:lnTo>
                <a:cubicBezTo>
                  <a:pt x="3100841" y="2883965"/>
                  <a:pt x="3100841" y="2883491"/>
                  <a:pt x="3101078" y="2883077"/>
                </a:cubicBezTo>
                <a:lnTo>
                  <a:pt x="3110435" y="2866908"/>
                </a:lnTo>
                <a:cubicBezTo>
                  <a:pt x="3110672" y="2866494"/>
                  <a:pt x="3111087" y="2866257"/>
                  <a:pt x="3111560" y="2866257"/>
                </a:cubicBezTo>
                <a:close/>
                <a:moveTo>
                  <a:pt x="2976350" y="2866257"/>
                </a:moveTo>
                <a:lnTo>
                  <a:pt x="2995005" y="2866257"/>
                </a:lnTo>
                <a:cubicBezTo>
                  <a:pt x="2995479" y="2866257"/>
                  <a:pt x="2995894" y="2866494"/>
                  <a:pt x="2996131" y="2866908"/>
                </a:cubicBezTo>
                <a:lnTo>
                  <a:pt x="3005429" y="2883077"/>
                </a:lnTo>
                <a:cubicBezTo>
                  <a:pt x="3005666" y="2883491"/>
                  <a:pt x="3005666" y="2883965"/>
                  <a:pt x="3005429" y="2884380"/>
                </a:cubicBezTo>
                <a:lnTo>
                  <a:pt x="2996071" y="2900548"/>
                </a:lnTo>
                <a:cubicBezTo>
                  <a:pt x="2995834" y="2900963"/>
                  <a:pt x="2995420" y="2901200"/>
                  <a:pt x="2994946" y="2901200"/>
                </a:cubicBezTo>
                <a:lnTo>
                  <a:pt x="2976290" y="2901200"/>
                </a:lnTo>
                <a:cubicBezTo>
                  <a:pt x="2975816" y="2901200"/>
                  <a:pt x="2975402" y="2900963"/>
                  <a:pt x="2975165" y="2900548"/>
                </a:cubicBezTo>
                <a:lnTo>
                  <a:pt x="2965867" y="2884380"/>
                </a:lnTo>
                <a:cubicBezTo>
                  <a:pt x="2965630" y="2883965"/>
                  <a:pt x="2965630" y="2883491"/>
                  <a:pt x="2965867" y="2883077"/>
                </a:cubicBezTo>
                <a:lnTo>
                  <a:pt x="2975224" y="2866908"/>
                </a:lnTo>
                <a:cubicBezTo>
                  <a:pt x="2975461" y="2866494"/>
                  <a:pt x="2975876" y="2866257"/>
                  <a:pt x="2976350" y="2866257"/>
                </a:cubicBezTo>
                <a:close/>
                <a:moveTo>
                  <a:pt x="2367515" y="2866020"/>
                </a:moveTo>
                <a:lnTo>
                  <a:pt x="2386408" y="2866020"/>
                </a:lnTo>
                <a:cubicBezTo>
                  <a:pt x="2386823" y="2866020"/>
                  <a:pt x="2387297" y="2866257"/>
                  <a:pt x="2387534" y="2866672"/>
                </a:cubicBezTo>
                <a:lnTo>
                  <a:pt x="2396951" y="2883018"/>
                </a:lnTo>
                <a:cubicBezTo>
                  <a:pt x="2397187" y="2883432"/>
                  <a:pt x="2397187" y="2883965"/>
                  <a:pt x="2396951" y="2884380"/>
                </a:cubicBezTo>
                <a:lnTo>
                  <a:pt x="2387534" y="2900726"/>
                </a:lnTo>
                <a:cubicBezTo>
                  <a:pt x="2387297" y="2901141"/>
                  <a:pt x="2386882" y="2901378"/>
                  <a:pt x="2386408" y="2901378"/>
                </a:cubicBezTo>
                <a:lnTo>
                  <a:pt x="2367515" y="2901378"/>
                </a:lnTo>
                <a:cubicBezTo>
                  <a:pt x="2367101" y="2901378"/>
                  <a:pt x="2366627" y="2901141"/>
                  <a:pt x="2366391" y="2900726"/>
                </a:cubicBezTo>
                <a:lnTo>
                  <a:pt x="2356974" y="2884380"/>
                </a:lnTo>
                <a:cubicBezTo>
                  <a:pt x="2356737" y="2883965"/>
                  <a:pt x="2356737" y="2883432"/>
                  <a:pt x="2356974" y="2883018"/>
                </a:cubicBezTo>
                <a:lnTo>
                  <a:pt x="2366391" y="2866672"/>
                </a:lnTo>
                <a:cubicBezTo>
                  <a:pt x="2366627" y="2866257"/>
                  <a:pt x="2367042" y="2866020"/>
                  <a:pt x="2367515" y="2866020"/>
                </a:cubicBezTo>
                <a:close/>
                <a:moveTo>
                  <a:pt x="2435092" y="2865843"/>
                </a:moveTo>
                <a:lnTo>
                  <a:pt x="2454163" y="2865843"/>
                </a:lnTo>
                <a:cubicBezTo>
                  <a:pt x="2454637" y="2865843"/>
                  <a:pt x="2455110" y="2866080"/>
                  <a:pt x="2455347" y="2866494"/>
                </a:cubicBezTo>
                <a:lnTo>
                  <a:pt x="2464882" y="2883018"/>
                </a:lnTo>
                <a:cubicBezTo>
                  <a:pt x="2465119" y="2883433"/>
                  <a:pt x="2465119" y="2883966"/>
                  <a:pt x="2464882" y="2884380"/>
                </a:cubicBezTo>
                <a:lnTo>
                  <a:pt x="2455347" y="2900904"/>
                </a:lnTo>
                <a:cubicBezTo>
                  <a:pt x="2455110" y="2901319"/>
                  <a:pt x="2454637" y="2901556"/>
                  <a:pt x="2454163" y="2901556"/>
                </a:cubicBezTo>
                <a:lnTo>
                  <a:pt x="2435092" y="2901556"/>
                </a:lnTo>
                <a:cubicBezTo>
                  <a:pt x="2434618" y="2901556"/>
                  <a:pt x="2434145" y="2901319"/>
                  <a:pt x="2433908" y="2900904"/>
                </a:cubicBezTo>
                <a:lnTo>
                  <a:pt x="2424373" y="2884380"/>
                </a:lnTo>
                <a:cubicBezTo>
                  <a:pt x="2424136" y="2883966"/>
                  <a:pt x="2424136" y="2883433"/>
                  <a:pt x="2424373" y="2883018"/>
                </a:cubicBezTo>
                <a:lnTo>
                  <a:pt x="2433908" y="2866494"/>
                </a:lnTo>
                <a:cubicBezTo>
                  <a:pt x="2434145" y="2866080"/>
                  <a:pt x="2434618" y="2865843"/>
                  <a:pt x="2435092" y="2865843"/>
                </a:cubicBezTo>
                <a:close/>
                <a:moveTo>
                  <a:pt x="3043689" y="2865724"/>
                </a:moveTo>
                <a:lnTo>
                  <a:pt x="3062877" y="2865724"/>
                </a:lnTo>
                <a:cubicBezTo>
                  <a:pt x="3063351" y="2865724"/>
                  <a:pt x="3063825" y="2865961"/>
                  <a:pt x="3064062" y="2866376"/>
                </a:cubicBezTo>
                <a:lnTo>
                  <a:pt x="3073656" y="2883018"/>
                </a:lnTo>
                <a:cubicBezTo>
                  <a:pt x="3073893" y="2883432"/>
                  <a:pt x="3073893" y="2883965"/>
                  <a:pt x="3073656" y="2884380"/>
                </a:cubicBezTo>
                <a:lnTo>
                  <a:pt x="3064062" y="2901022"/>
                </a:lnTo>
                <a:cubicBezTo>
                  <a:pt x="3063825" y="2901437"/>
                  <a:pt x="3063351" y="2901674"/>
                  <a:pt x="3062877" y="2901674"/>
                </a:cubicBezTo>
                <a:lnTo>
                  <a:pt x="3043689" y="2901674"/>
                </a:lnTo>
                <a:cubicBezTo>
                  <a:pt x="3043215" y="2901674"/>
                  <a:pt x="3042741" y="2901437"/>
                  <a:pt x="3042504" y="2901022"/>
                </a:cubicBezTo>
                <a:lnTo>
                  <a:pt x="3032910" y="2884380"/>
                </a:lnTo>
                <a:cubicBezTo>
                  <a:pt x="3032673" y="2883965"/>
                  <a:pt x="3032673" y="2883432"/>
                  <a:pt x="3032910" y="2883018"/>
                </a:cubicBezTo>
                <a:lnTo>
                  <a:pt x="3042504" y="2866376"/>
                </a:lnTo>
                <a:cubicBezTo>
                  <a:pt x="3042741" y="2865961"/>
                  <a:pt x="3043215" y="2865724"/>
                  <a:pt x="3043689" y="2865724"/>
                </a:cubicBezTo>
                <a:close/>
                <a:moveTo>
                  <a:pt x="4599117" y="2865606"/>
                </a:moveTo>
                <a:lnTo>
                  <a:pt x="4618424" y="2865606"/>
                </a:lnTo>
                <a:cubicBezTo>
                  <a:pt x="4618898" y="2865606"/>
                  <a:pt x="4619371" y="2865902"/>
                  <a:pt x="4619609" y="2866317"/>
                </a:cubicBezTo>
                <a:lnTo>
                  <a:pt x="4629262" y="2883077"/>
                </a:lnTo>
                <a:cubicBezTo>
                  <a:pt x="4629499" y="2883492"/>
                  <a:pt x="4629499" y="2884025"/>
                  <a:pt x="4629262" y="2884440"/>
                </a:cubicBezTo>
                <a:lnTo>
                  <a:pt x="4619609" y="2901200"/>
                </a:lnTo>
                <a:cubicBezTo>
                  <a:pt x="4619371" y="2901674"/>
                  <a:pt x="4618898" y="2901911"/>
                  <a:pt x="4618424" y="2901911"/>
                </a:cubicBezTo>
                <a:lnTo>
                  <a:pt x="4599117" y="2901911"/>
                </a:lnTo>
                <a:cubicBezTo>
                  <a:pt x="4598643" y="2901911"/>
                  <a:pt x="4598169" y="2901615"/>
                  <a:pt x="4597932" y="2901200"/>
                </a:cubicBezTo>
                <a:lnTo>
                  <a:pt x="4588278" y="2884440"/>
                </a:lnTo>
                <a:cubicBezTo>
                  <a:pt x="4588042" y="2884025"/>
                  <a:pt x="4588042" y="2883492"/>
                  <a:pt x="4588278" y="2883077"/>
                </a:cubicBezTo>
                <a:lnTo>
                  <a:pt x="4597932" y="2866317"/>
                </a:lnTo>
                <a:cubicBezTo>
                  <a:pt x="4598169" y="2865843"/>
                  <a:pt x="4598643" y="2865606"/>
                  <a:pt x="4599117" y="2865606"/>
                </a:cubicBezTo>
                <a:close/>
                <a:moveTo>
                  <a:pt x="2637760" y="2865546"/>
                </a:moveTo>
                <a:lnTo>
                  <a:pt x="2657186" y="2865546"/>
                </a:lnTo>
                <a:cubicBezTo>
                  <a:pt x="2657660" y="2865546"/>
                  <a:pt x="2658134" y="2865842"/>
                  <a:pt x="2658371" y="2866257"/>
                </a:cubicBezTo>
                <a:lnTo>
                  <a:pt x="2668083" y="2883076"/>
                </a:lnTo>
                <a:cubicBezTo>
                  <a:pt x="2668320" y="2883491"/>
                  <a:pt x="2668320" y="2884024"/>
                  <a:pt x="2668083" y="2884439"/>
                </a:cubicBezTo>
                <a:lnTo>
                  <a:pt x="2658371" y="2901259"/>
                </a:lnTo>
                <a:cubicBezTo>
                  <a:pt x="2658134" y="2901732"/>
                  <a:pt x="2657660" y="2901969"/>
                  <a:pt x="2657186" y="2901969"/>
                </a:cubicBezTo>
                <a:lnTo>
                  <a:pt x="2637760" y="2901969"/>
                </a:lnTo>
                <a:cubicBezTo>
                  <a:pt x="2637287" y="2901969"/>
                  <a:pt x="2636813" y="2901673"/>
                  <a:pt x="2636576" y="2901259"/>
                </a:cubicBezTo>
                <a:lnTo>
                  <a:pt x="2626863" y="2884439"/>
                </a:lnTo>
                <a:cubicBezTo>
                  <a:pt x="2626626" y="2884024"/>
                  <a:pt x="2626626" y="2883491"/>
                  <a:pt x="2626863" y="2883076"/>
                </a:cubicBezTo>
                <a:lnTo>
                  <a:pt x="2636576" y="2866257"/>
                </a:lnTo>
                <a:cubicBezTo>
                  <a:pt x="2636813" y="2865783"/>
                  <a:pt x="2637287" y="2865546"/>
                  <a:pt x="2637760" y="2865546"/>
                </a:cubicBezTo>
                <a:close/>
                <a:moveTo>
                  <a:pt x="2569888" y="2865013"/>
                </a:moveTo>
                <a:lnTo>
                  <a:pt x="2589847" y="2865013"/>
                </a:lnTo>
                <a:cubicBezTo>
                  <a:pt x="2590380" y="2865013"/>
                  <a:pt x="2590854" y="2865309"/>
                  <a:pt x="2591091" y="2865724"/>
                </a:cubicBezTo>
                <a:lnTo>
                  <a:pt x="2601100" y="2883018"/>
                </a:lnTo>
                <a:cubicBezTo>
                  <a:pt x="2601337" y="2883432"/>
                  <a:pt x="2601337" y="2884024"/>
                  <a:pt x="2601100" y="2884439"/>
                </a:cubicBezTo>
                <a:lnTo>
                  <a:pt x="2591091" y="2901733"/>
                </a:lnTo>
                <a:cubicBezTo>
                  <a:pt x="2590795" y="2902147"/>
                  <a:pt x="2590321" y="2902443"/>
                  <a:pt x="2589847" y="2902443"/>
                </a:cubicBezTo>
                <a:lnTo>
                  <a:pt x="2569888" y="2902443"/>
                </a:lnTo>
                <a:cubicBezTo>
                  <a:pt x="2569355" y="2902443"/>
                  <a:pt x="2568881" y="2902147"/>
                  <a:pt x="2568645" y="2901733"/>
                </a:cubicBezTo>
                <a:lnTo>
                  <a:pt x="2558636" y="2884439"/>
                </a:lnTo>
                <a:cubicBezTo>
                  <a:pt x="2558399" y="2884024"/>
                  <a:pt x="2558399" y="2883432"/>
                  <a:pt x="2558636" y="2883018"/>
                </a:cubicBezTo>
                <a:lnTo>
                  <a:pt x="2568645" y="2865724"/>
                </a:lnTo>
                <a:cubicBezTo>
                  <a:pt x="2568941" y="2865309"/>
                  <a:pt x="2569415" y="2865013"/>
                  <a:pt x="2569888" y="2865013"/>
                </a:cubicBezTo>
                <a:close/>
                <a:moveTo>
                  <a:pt x="2502253" y="2865013"/>
                </a:moveTo>
                <a:lnTo>
                  <a:pt x="2522212" y="2865013"/>
                </a:lnTo>
                <a:cubicBezTo>
                  <a:pt x="2522745" y="2865013"/>
                  <a:pt x="2523219" y="2865309"/>
                  <a:pt x="2523456" y="2865724"/>
                </a:cubicBezTo>
                <a:lnTo>
                  <a:pt x="2533465" y="2883018"/>
                </a:lnTo>
                <a:cubicBezTo>
                  <a:pt x="2533702" y="2883432"/>
                  <a:pt x="2533702" y="2884024"/>
                  <a:pt x="2533465" y="2884439"/>
                </a:cubicBezTo>
                <a:lnTo>
                  <a:pt x="2523456" y="2901733"/>
                </a:lnTo>
                <a:cubicBezTo>
                  <a:pt x="2523160" y="2902147"/>
                  <a:pt x="2522686" y="2902443"/>
                  <a:pt x="2522212" y="2902443"/>
                </a:cubicBezTo>
                <a:lnTo>
                  <a:pt x="2502253" y="2902443"/>
                </a:lnTo>
                <a:cubicBezTo>
                  <a:pt x="2501720" y="2902443"/>
                  <a:pt x="2501246" y="2902147"/>
                  <a:pt x="2501010" y="2901733"/>
                </a:cubicBezTo>
                <a:lnTo>
                  <a:pt x="2491001" y="2884439"/>
                </a:lnTo>
                <a:cubicBezTo>
                  <a:pt x="2490764" y="2884024"/>
                  <a:pt x="2490764" y="2883432"/>
                  <a:pt x="2491001" y="2883018"/>
                </a:cubicBezTo>
                <a:lnTo>
                  <a:pt x="2501010" y="2865724"/>
                </a:lnTo>
                <a:cubicBezTo>
                  <a:pt x="2501306" y="2865309"/>
                  <a:pt x="2501780" y="2865013"/>
                  <a:pt x="2502253" y="2865013"/>
                </a:cubicBezTo>
                <a:close/>
                <a:moveTo>
                  <a:pt x="2299348" y="2865013"/>
                </a:moveTo>
                <a:lnTo>
                  <a:pt x="2319307" y="2865013"/>
                </a:lnTo>
                <a:cubicBezTo>
                  <a:pt x="2319840" y="2865013"/>
                  <a:pt x="2320314" y="2865309"/>
                  <a:pt x="2320551" y="2865724"/>
                </a:cubicBezTo>
                <a:lnTo>
                  <a:pt x="2330560" y="2883018"/>
                </a:lnTo>
                <a:cubicBezTo>
                  <a:pt x="2330797" y="2883432"/>
                  <a:pt x="2330797" y="2884024"/>
                  <a:pt x="2330560" y="2884439"/>
                </a:cubicBezTo>
                <a:lnTo>
                  <a:pt x="2320551" y="2901733"/>
                </a:lnTo>
                <a:cubicBezTo>
                  <a:pt x="2320255" y="2902147"/>
                  <a:pt x="2319781" y="2902443"/>
                  <a:pt x="2319307" y="2902443"/>
                </a:cubicBezTo>
                <a:lnTo>
                  <a:pt x="2299348" y="2902443"/>
                </a:lnTo>
                <a:cubicBezTo>
                  <a:pt x="2298815" y="2902443"/>
                  <a:pt x="2298341" y="2902147"/>
                  <a:pt x="2298105" y="2901733"/>
                </a:cubicBezTo>
                <a:lnTo>
                  <a:pt x="2288096" y="2884439"/>
                </a:lnTo>
                <a:cubicBezTo>
                  <a:pt x="2287859" y="2884024"/>
                  <a:pt x="2287859" y="2883432"/>
                  <a:pt x="2288096" y="2883018"/>
                </a:cubicBezTo>
                <a:lnTo>
                  <a:pt x="2298105" y="2865724"/>
                </a:lnTo>
                <a:cubicBezTo>
                  <a:pt x="2298401" y="2865309"/>
                  <a:pt x="2298875" y="2865013"/>
                  <a:pt x="2299348" y="2865013"/>
                </a:cubicBezTo>
                <a:close/>
                <a:moveTo>
                  <a:pt x="2840369" y="2864895"/>
                </a:moveTo>
                <a:lnTo>
                  <a:pt x="2860446" y="2864895"/>
                </a:lnTo>
                <a:cubicBezTo>
                  <a:pt x="2860979" y="2864895"/>
                  <a:pt x="2861453" y="2865191"/>
                  <a:pt x="2861690" y="2865606"/>
                </a:cubicBezTo>
                <a:lnTo>
                  <a:pt x="2871699" y="2883018"/>
                </a:lnTo>
                <a:cubicBezTo>
                  <a:pt x="2871936" y="2883432"/>
                  <a:pt x="2871936" y="2884025"/>
                  <a:pt x="2871699" y="2884439"/>
                </a:cubicBezTo>
                <a:lnTo>
                  <a:pt x="2861631" y="2901851"/>
                </a:lnTo>
                <a:cubicBezTo>
                  <a:pt x="2861334" y="2902266"/>
                  <a:pt x="2860861" y="2902562"/>
                  <a:pt x="2860387" y="2902562"/>
                </a:cubicBezTo>
                <a:lnTo>
                  <a:pt x="2840309" y="2902562"/>
                </a:lnTo>
                <a:cubicBezTo>
                  <a:pt x="2839777" y="2902562"/>
                  <a:pt x="2839303" y="2902266"/>
                  <a:pt x="2839066" y="2901851"/>
                </a:cubicBezTo>
                <a:lnTo>
                  <a:pt x="2829057" y="2884439"/>
                </a:lnTo>
                <a:cubicBezTo>
                  <a:pt x="2828820" y="2884025"/>
                  <a:pt x="2828820" y="2883432"/>
                  <a:pt x="2829057" y="2883018"/>
                </a:cubicBezTo>
                <a:lnTo>
                  <a:pt x="2839125" y="2865606"/>
                </a:lnTo>
                <a:cubicBezTo>
                  <a:pt x="2839421" y="2865191"/>
                  <a:pt x="2839895" y="2864895"/>
                  <a:pt x="2840369" y="2864895"/>
                </a:cubicBezTo>
                <a:close/>
                <a:moveTo>
                  <a:pt x="2704980" y="2864717"/>
                </a:moveTo>
                <a:lnTo>
                  <a:pt x="2725294" y="2864717"/>
                </a:lnTo>
                <a:cubicBezTo>
                  <a:pt x="2725827" y="2864717"/>
                  <a:pt x="2726301" y="2865013"/>
                  <a:pt x="2726538" y="2865428"/>
                </a:cubicBezTo>
                <a:lnTo>
                  <a:pt x="2736666" y="2883018"/>
                </a:lnTo>
                <a:cubicBezTo>
                  <a:pt x="2736903" y="2883432"/>
                  <a:pt x="2736903" y="2884024"/>
                  <a:pt x="2736666" y="2884439"/>
                </a:cubicBezTo>
                <a:lnTo>
                  <a:pt x="2726479" y="2902029"/>
                </a:lnTo>
                <a:cubicBezTo>
                  <a:pt x="2726242" y="2902443"/>
                  <a:pt x="2725768" y="2902739"/>
                  <a:pt x="2725235" y="2902739"/>
                </a:cubicBezTo>
                <a:lnTo>
                  <a:pt x="2704921" y="2902739"/>
                </a:lnTo>
                <a:cubicBezTo>
                  <a:pt x="2704388" y="2902739"/>
                  <a:pt x="2703914" y="2902443"/>
                  <a:pt x="2703677" y="2902029"/>
                </a:cubicBezTo>
                <a:lnTo>
                  <a:pt x="2693550" y="2884439"/>
                </a:lnTo>
                <a:cubicBezTo>
                  <a:pt x="2693313" y="2884024"/>
                  <a:pt x="2693313" y="2883432"/>
                  <a:pt x="2693550" y="2883018"/>
                </a:cubicBezTo>
                <a:lnTo>
                  <a:pt x="2703736" y="2865428"/>
                </a:lnTo>
                <a:cubicBezTo>
                  <a:pt x="2703974" y="2865013"/>
                  <a:pt x="2704447" y="2864717"/>
                  <a:pt x="2704980" y="2864717"/>
                </a:cubicBezTo>
                <a:close/>
                <a:moveTo>
                  <a:pt x="4936581" y="2864362"/>
                </a:moveTo>
                <a:lnTo>
                  <a:pt x="4957251" y="2864362"/>
                </a:lnTo>
                <a:cubicBezTo>
                  <a:pt x="4957724" y="2864362"/>
                  <a:pt x="4958258" y="2864599"/>
                  <a:pt x="4958494" y="2865073"/>
                </a:cubicBezTo>
                <a:lnTo>
                  <a:pt x="4968800" y="2882959"/>
                </a:lnTo>
                <a:cubicBezTo>
                  <a:pt x="4969037" y="2883432"/>
                  <a:pt x="4969037" y="2883965"/>
                  <a:pt x="4968800" y="2884439"/>
                </a:cubicBezTo>
                <a:lnTo>
                  <a:pt x="4958494" y="2902325"/>
                </a:lnTo>
                <a:cubicBezTo>
                  <a:pt x="4958258" y="2902740"/>
                  <a:pt x="4957784" y="2903036"/>
                  <a:pt x="4957251" y="2903036"/>
                </a:cubicBezTo>
                <a:lnTo>
                  <a:pt x="4936581" y="2903036"/>
                </a:lnTo>
                <a:cubicBezTo>
                  <a:pt x="4936108" y="2903036"/>
                  <a:pt x="4935574" y="2902799"/>
                  <a:pt x="4935338" y="2902325"/>
                </a:cubicBezTo>
                <a:lnTo>
                  <a:pt x="4925033" y="2884439"/>
                </a:lnTo>
                <a:cubicBezTo>
                  <a:pt x="4924796" y="2883965"/>
                  <a:pt x="4924796" y="2883432"/>
                  <a:pt x="4925033" y="2882959"/>
                </a:cubicBezTo>
                <a:lnTo>
                  <a:pt x="4935338" y="2865073"/>
                </a:lnTo>
                <a:cubicBezTo>
                  <a:pt x="4935574" y="2864658"/>
                  <a:pt x="4936049" y="2864362"/>
                  <a:pt x="4936581" y="2864362"/>
                </a:cubicBezTo>
                <a:close/>
                <a:moveTo>
                  <a:pt x="2231298" y="2864184"/>
                </a:moveTo>
                <a:lnTo>
                  <a:pt x="2252146" y="2864184"/>
                </a:lnTo>
                <a:cubicBezTo>
                  <a:pt x="2252679" y="2864184"/>
                  <a:pt x="2253153" y="2864421"/>
                  <a:pt x="2253449" y="2864895"/>
                </a:cubicBezTo>
                <a:lnTo>
                  <a:pt x="2263872" y="2882959"/>
                </a:lnTo>
                <a:cubicBezTo>
                  <a:pt x="2264169" y="2883432"/>
                  <a:pt x="2264169" y="2883965"/>
                  <a:pt x="2263872" y="2884439"/>
                </a:cubicBezTo>
                <a:lnTo>
                  <a:pt x="2253449" y="2902503"/>
                </a:lnTo>
                <a:cubicBezTo>
                  <a:pt x="2253153" y="2902917"/>
                  <a:pt x="2252679" y="2903213"/>
                  <a:pt x="2252146" y="2903213"/>
                </a:cubicBezTo>
                <a:lnTo>
                  <a:pt x="2231298" y="2903213"/>
                </a:lnTo>
                <a:cubicBezTo>
                  <a:pt x="2230766" y="2903213"/>
                  <a:pt x="2230292" y="2902977"/>
                  <a:pt x="2229996" y="2902503"/>
                </a:cubicBezTo>
                <a:lnTo>
                  <a:pt x="2219572" y="2884439"/>
                </a:lnTo>
                <a:cubicBezTo>
                  <a:pt x="2219276" y="2883965"/>
                  <a:pt x="2219276" y="2883432"/>
                  <a:pt x="2219572" y="2882959"/>
                </a:cubicBezTo>
                <a:lnTo>
                  <a:pt x="2229996" y="2864895"/>
                </a:lnTo>
                <a:cubicBezTo>
                  <a:pt x="2230292" y="2864480"/>
                  <a:pt x="2230766" y="2864184"/>
                  <a:pt x="2231298" y="2864184"/>
                </a:cubicBezTo>
                <a:close/>
                <a:moveTo>
                  <a:pt x="2028215" y="2863888"/>
                </a:moveTo>
                <a:lnTo>
                  <a:pt x="2049418" y="2863888"/>
                </a:lnTo>
                <a:cubicBezTo>
                  <a:pt x="2049951" y="2863888"/>
                  <a:pt x="2050425" y="2864184"/>
                  <a:pt x="2050721" y="2864658"/>
                </a:cubicBezTo>
                <a:lnTo>
                  <a:pt x="2061322" y="2883018"/>
                </a:lnTo>
                <a:cubicBezTo>
                  <a:pt x="2061618" y="2883432"/>
                  <a:pt x="2061618" y="2884025"/>
                  <a:pt x="2061322" y="2884499"/>
                </a:cubicBezTo>
                <a:lnTo>
                  <a:pt x="2050721" y="2902858"/>
                </a:lnTo>
                <a:cubicBezTo>
                  <a:pt x="2050425" y="2903332"/>
                  <a:pt x="2049951" y="2903628"/>
                  <a:pt x="2049418" y="2903628"/>
                </a:cubicBezTo>
                <a:lnTo>
                  <a:pt x="2028215" y="2903628"/>
                </a:lnTo>
                <a:cubicBezTo>
                  <a:pt x="2027683" y="2903628"/>
                  <a:pt x="2027209" y="2903332"/>
                  <a:pt x="2026913" y="2902858"/>
                </a:cubicBezTo>
                <a:lnTo>
                  <a:pt x="2016311" y="2884499"/>
                </a:lnTo>
                <a:cubicBezTo>
                  <a:pt x="2016015" y="2884084"/>
                  <a:pt x="2016015" y="2883491"/>
                  <a:pt x="2016311" y="2883018"/>
                </a:cubicBezTo>
                <a:lnTo>
                  <a:pt x="2026913" y="2864658"/>
                </a:lnTo>
                <a:cubicBezTo>
                  <a:pt x="2027209" y="2864184"/>
                  <a:pt x="2027683" y="2863888"/>
                  <a:pt x="2028215" y="2863888"/>
                </a:cubicBezTo>
                <a:close/>
                <a:moveTo>
                  <a:pt x="4733263" y="2863473"/>
                </a:moveTo>
                <a:lnTo>
                  <a:pt x="4754879" y="2863473"/>
                </a:lnTo>
                <a:cubicBezTo>
                  <a:pt x="4755413" y="2863473"/>
                  <a:pt x="4755886" y="2863769"/>
                  <a:pt x="4756183" y="2864243"/>
                </a:cubicBezTo>
                <a:lnTo>
                  <a:pt x="4767021" y="2882958"/>
                </a:lnTo>
                <a:cubicBezTo>
                  <a:pt x="4767317" y="2883432"/>
                  <a:pt x="4767317" y="2884024"/>
                  <a:pt x="4767021" y="2884498"/>
                </a:cubicBezTo>
                <a:lnTo>
                  <a:pt x="4756183" y="2903213"/>
                </a:lnTo>
                <a:cubicBezTo>
                  <a:pt x="4755946" y="2903687"/>
                  <a:pt x="4755413" y="2903983"/>
                  <a:pt x="4754879" y="2903983"/>
                </a:cubicBezTo>
                <a:lnTo>
                  <a:pt x="4733263" y="2903983"/>
                </a:lnTo>
                <a:cubicBezTo>
                  <a:pt x="4732729" y="2903983"/>
                  <a:pt x="4732256" y="2903687"/>
                  <a:pt x="4731959" y="2903213"/>
                </a:cubicBezTo>
                <a:lnTo>
                  <a:pt x="4721121" y="2884498"/>
                </a:lnTo>
                <a:cubicBezTo>
                  <a:pt x="4720825" y="2884024"/>
                  <a:pt x="4720825" y="2883432"/>
                  <a:pt x="4721121" y="2882958"/>
                </a:cubicBezTo>
                <a:lnTo>
                  <a:pt x="4731959" y="2864243"/>
                </a:lnTo>
                <a:cubicBezTo>
                  <a:pt x="4732196" y="2863769"/>
                  <a:pt x="4732729" y="2863473"/>
                  <a:pt x="4733263" y="2863473"/>
                </a:cubicBezTo>
                <a:close/>
                <a:moveTo>
                  <a:pt x="4665449" y="2863118"/>
                </a:moveTo>
                <a:lnTo>
                  <a:pt x="4687422" y="2863118"/>
                </a:lnTo>
                <a:cubicBezTo>
                  <a:pt x="4688014" y="2863118"/>
                  <a:pt x="4688488" y="2863414"/>
                  <a:pt x="4688784" y="2863888"/>
                </a:cubicBezTo>
                <a:lnTo>
                  <a:pt x="4699741" y="2882899"/>
                </a:lnTo>
                <a:cubicBezTo>
                  <a:pt x="4700037" y="2883373"/>
                  <a:pt x="4700037" y="2883965"/>
                  <a:pt x="4699741" y="2884439"/>
                </a:cubicBezTo>
                <a:lnTo>
                  <a:pt x="4688725" y="2903450"/>
                </a:lnTo>
                <a:cubicBezTo>
                  <a:pt x="4688429" y="2903924"/>
                  <a:pt x="4687896" y="2904220"/>
                  <a:pt x="4687363" y="2904220"/>
                </a:cubicBezTo>
                <a:lnTo>
                  <a:pt x="4665390" y="2904220"/>
                </a:lnTo>
                <a:cubicBezTo>
                  <a:pt x="4664798" y="2904220"/>
                  <a:pt x="4664324" y="2903924"/>
                  <a:pt x="4664028" y="2903450"/>
                </a:cubicBezTo>
                <a:lnTo>
                  <a:pt x="4653071" y="2884439"/>
                </a:lnTo>
                <a:cubicBezTo>
                  <a:pt x="4652775" y="2883965"/>
                  <a:pt x="4652775" y="2883373"/>
                  <a:pt x="4653071" y="2882899"/>
                </a:cubicBezTo>
                <a:lnTo>
                  <a:pt x="4664087" y="2863888"/>
                </a:lnTo>
                <a:cubicBezTo>
                  <a:pt x="4664384" y="2863414"/>
                  <a:pt x="4664916" y="2863118"/>
                  <a:pt x="4665449" y="2863118"/>
                </a:cubicBezTo>
                <a:close/>
                <a:moveTo>
                  <a:pt x="2095436" y="2863118"/>
                </a:moveTo>
                <a:lnTo>
                  <a:pt x="2117409" y="2863118"/>
                </a:lnTo>
                <a:cubicBezTo>
                  <a:pt x="2118001" y="2863118"/>
                  <a:pt x="2118475" y="2863414"/>
                  <a:pt x="2118771" y="2863888"/>
                </a:cubicBezTo>
                <a:lnTo>
                  <a:pt x="2129727" y="2882899"/>
                </a:lnTo>
                <a:cubicBezTo>
                  <a:pt x="2130023" y="2883373"/>
                  <a:pt x="2130023" y="2883965"/>
                  <a:pt x="2129727" y="2884439"/>
                </a:cubicBezTo>
                <a:lnTo>
                  <a:pt x="2118712" y="2903450"/>
                </a:lnTo>
                <a:cubicBezTo>
                  <a:pt x="2118415" y="2903924"/>
                  <a:pt x="2117882" y="2904220"/>
                  <a:pt x="2117349" y="2904220"/>
                </a:cubicBezTo>
                <a:lnTo>
                  <a:pt x="2095377" y="2904220"/>
                </a:lnTo>
                <a:cubicBezTo>
                  <a:pt x="2094784" y="2904220"/>
                  <a:pt x="2094311" y="2903924"/>
                  <a:pt x="2094015" y="2903450"/>
                </a:cubicBezTo>
                <a:lnTo>
                  <a:pt x="2083058" y="2884439"/>
                </a:lnTo>
                <a:cubicBezTo>
                  <a:pt x="2082762" y="2883965"/>
                  <a:pt x="2082762" y="2883373"/>
                  <a:pt x="2083058" y="2882899"/>
                </a:cubicBezTo>
                <a:lnTo>
                  <a:pt x="2094074" y="2863888"/>
                </a:lnTo>
                <a:cubicBezTo>
                  <a:pt x="2094370" y="2863414"/>
                  <a:pt x="2094903" y="2863118"/>
                  <a:pt x="2095436" y="2863118"/>
                </a:cubicBezTo>
                <a:close/>
                <a:moveTo>
                  <a:pt x="1960225" y="2863118"/>
                </a:moveTo>
                <a:lnTo>
                  <a:pt x="1982198" y="2863118"/>
                </a:lnTo>
                <a:cubicBezTo>
                  <a:pt x="1982790" y="2863118"/>
                  <a:pt x="1983264" y="2863414"/>
                  <a:pt x="1983560" y="2863888"/>
                </a:cubicBezTo>
                <a:lnTo>
                  <a:pt x="1994516" y="2882899"/>
                </a:lnTo>
                <a:cubicBezTo>
                  <a:pt x="1994812" y="2883373"/>
                  <a:pt x="1994812" y="2883965"/>
                  <a:pt x="1994516" y="2884439"/>
                </a:cubicBezTo>
                <a:lnTo>
                  <a:pt x="1983501" y="2903450"/>
                </a:lnTo>
                <a:cubicBezTo>
                  <a:pt x="1983205" y="2903924"/>
                  <a:pt x="1982671" y="2904220"/>
                  <a:pt x="1982139" y="2904220"/>
                </a:cubicBezTo>
                <a:lnTo>
                  <a:pt x="1960166" y="2904220"/>
                </a:lnTo>
                <a:cubicBezTo>
                  <a:pt x="1959574" y="2904220"/>
                  <a:pt x="1959100" y="2903924"/>
                  <a:pt x="1958804" y="2903450"/>
                </a:cubicBezTo>
                <a:lnTo>
                  <a:pt x="1947847" y="2884439"/>
                </a:lnTo>
                <a:cubicBezTo>
                  <a:pt x="1947551" y="2883965"/>
                  <a:pt x="1947551" y="2883373"/>
                  <a:pt x="1947847" y="2882899"/>
                </a:cubicBezTo>
                <a:lnTo>
                  <a:pt x="1958863" y="2863888"/>
                </a:lnTo>
                <a:cubicBezTo>
                  <a:pt x="1959159" y="2863414"/>
                  <a:pt x="1959692" y="2863118"/>
                  <a:pt x="1960225" y="2863118"/>
                </a:cubicBezTo>
                <a:close/>
                <a:moveTo>
                  <a:pt x="2162893" y="2862703"/>
                </a:moveTo>
                <a:lnTo>
                  <a:pt x="2185280" y="2862703"/>
                </a:lnTo>
                <a:cubicBezTo>
                  <a:pt x="2185813" y="2862703"/>
                  <a:pt x="2186346" y="2862999"/>
                  <a:pt x="2186642" y="2863473"/>
                </a:cubicBezTo>
                <a:lnTo>
                  <a:pt x="2197836" y="2882899"/>
                </a:lnTo>
                <a:cubicBezTo>
                  <a:pt x="2198132" y="2883373"/>
                  <a:pt x="2198132" y="2884024"/>
                  <a:pt x="2197836" y="2884498"/>
                </a:cubicBezTo>
                <a:lnTo>
                  <a:pt x="2186642" y="2903924"/>
                </a:lnTo>
                <a:cubicBezTo>
                  <a:pt x="2186346" y="2904398"/>
                  <a:pt x="2185813" y="2904694"/>
                  <a:pt x="2185280" y="2904694"/>
                </a:cubicBezTo>
                <a:lnTo>
                  <a:pt x="2162893" y="2904694"/>
                </a:lnTo>
                <a:cubicBezTo>
                  <a:pt x="2162360" y="2904694"/>
                  <a:pt x="2161827" y="2904398"/>
                  <a:pt x="2161531" y="2903924"/>
                </a:cubicBezTo>
                <a:lnTo>
                  <a:pt x="2150337" y="2884498"/>
                </a:lnTo>
                <a:cubicBezTo>
                  <a:pt x="2150041" y="2884024"/>
                  <a:pt x="2150041" y="2883373"/>
                  <a:pt x="2150337" y="2882899"/>
                </a:cubicBezTo>
                <a:lnTo>
                  <a:pt x="2161531" y="2863473"/>
                </a:lnTo>
                <a:cubicBezTo>
                  <a:pt x="2161827" y="2862999"/>
                  <a:pt x="2162360" y="2862703"/>
                  <a:pt x="2162893" y="2862703"/>
                </a:cubicBezTo>
                <a:close/>
                <a:moveTo>
                  <a:pt x="4800186" y="2862230"/>
                </a:moveTo>
                <a:lnTo>
                  <a:pt x="4823165" y="2862230"/>
                </a:lnTo>
                <a:cubicBezTo>
                  <a:pt x="4823757" y="2862230"/>
                  <a:pt x="4824291" y="2862585"/>
                  <a:pt x="4824587" y="2863059"/>
                </a:cubicBezTo>
                <a:lnTo>
                  <a:pt x="4836077" y="2882959"/>
                </a:lnTo>
                <a:cubicBezTo>
                  <a:pt x="4836372" y="2883432"/>
                  <a:pt x="4836372" y="2884084"/>
                  <a:pt x="4836077" y="2884558"/>
                </a:cubicBezTo>
                <a:lnTo>
                  <a:pt x="4824587" y="2904458"/>
                </a:lnTo>
                <a:cubicBezTo>
                  <a:pt x="4824291" y="2904990"/>
                  <a:pt x="4823757" y="2905286"/>
                  <a:pt x="4823165" y="2905286"/>
                </a:cubicBezTo>
                <a:lnTo>
                  <a:pt x="4800186" y="2905286"/>
                </a:lnTo>
                <a:cubicBezTo>
                  <a:pt x="4799594" y="2905286"/>
                  <a:pt x="4799061" y="2904931"/>
                  <a:pt x="4798765" y="2904458"/>
                </a:cubicBezTo>
                <a:lnTo>
                  <a:pt x="4787275" y="2884558"/>
                </a:lnTo>
                <a:cubicBezTo>
                  <a:pt x="4786979" y="2884084"/>
                  <a:pt x="4786979" y="2883432"/>
                  <a:pt x="4787275" y="2882959"/>
                </a:cubicBezTo>
                <a:lnTo>
                  <a:pt x="4798765" y="2863059"/>
                </a:lnTo>
                <a:cubicBezTo>
                  <a:pt x="4799061" y="2862526"/>
                  <a:pt x="4799594" y="2862230"/>
                  <a:pt x="4800186" y="2862230"/>
                </a:cubicBezTo>
                <a:close/>
                <a:moveTo>
                  <a:pt x="4867644" y="2861815"/>
                </a:moveTo>
                <a:lnTo>
                  <a:pt x="4891038" y="2861815"/>
                </a:lnTo>
                <a:cubicBezTo>
                  <a:pt x="4891631" y="2861815"/>
                  <a:pt x="4892163" y="2862111"/>
                  <a:pt x="4892460" y="2862644"/>
                </a:cubicBezTo>
                <a:lnTo>
                  <a:pt x="4904127" y="2882899"/>
                </a:lnTo>
                <a:cubicBezTo>
                  <a:pt x="4904423" y="2883432"/>
                  <a:pt x="4904423" y="2884024"/>
                  <a:pt x="4904127" y="2884557"/>
                </a:cubicBezTo>
                <a:lnTo>
                  <a:pt x="4892401" y="2904812"/>
                </a:lnTo>
                <a:cubicBezTo>
                  <a:pt x="4892104" y="2905345"/>
                  <a:pt x="4891571" y="2905641"/>
                  <a:pt x="4890979" y="2905641"/>
                </a:cubicBezTo>
                <a:lnTo>
                  <a:pt x="4867585" y="2905641"/>
                </a:lnTo>
                <a:cubicBezTo>
                  <a:pt x="4866993" y="2905641"/>
                  <a:pt x="4866460" y="2905345"/>
                  <a:pt x="4866163" y="2904812"/>
                </a:cubicBezTo>
                <a:lnTo>
                  <a:pt x="4854496" y="2884557"/>
                </a:lnTo>
                <a:cubicBezTo>
                  <a:pt x="4854200" y="2884024"/>
                  <a:pt x="4854200" y="2883432"/>
                  <a:pt x="4854496" y="2882899"/>
                </a:cubicBezTo>
                <a:lnTo>
                  <a:pt x="4866223" y="2862644"/>
                </a:lnTo>
                <a:cubicBezTo>
                  <a:pt x="4866519" y="2862111"/>
                  <a:pt x="4867052" y="2861815"/>
                  <a:pt x="4867644" y="2861815"/>
                </a:cubicBezTo>
                <a:close/>
                <a:moveTo>
                  <a:pt x="3993067" y="2811948"/>
                </a:moveTo>
                <a:lnTo>
                  <a:pt x="4007104" y="2811948"/>
                </a:lnTo>
                <a:cubicBezTo>
                  <a:pt x="4007400" y="2811948"/>
                  <a:pt x="4007755" y="2812125"/>
                  <a:pt x="4007932" y="2812422"/>
                </a:cubicBezTo>
                <a:lnTo>
                  <a:pt x="4014921" y="2824563"/>
                </a:lnTo>
                <a:cubicBezTo>
                  <a:pt x="4015099" y="2824859"/>
                  <a:pt x="4015099" y="2825274"/>
                  <a:pt x="4014921" y="2825570"/>
                </a:cubicBezTo>
                <a:lnTo>
                  <a:pt x="4007932" y="2837711"/>
                </a:lnTo>
                <a:cubicBezTo>
                  <a:pt x="4007755" y="2838007"/>
                  <a:pt x="4007459" y="2838185"/>
                  <a:pt x="4007104" y="2838185"/>
                </a:cubicBezTo>
                <a:lnTo>
                  <a:pt x="3993067" y="2838185"/>
                </a:lnTo>
                <a:cubicBezTo>
                  <a:pt x="3992771" y="2838185"/>
                  <a:pt x="3992415" y="2838007"/>
                  <a:pt x="3992238" y="2837711"/>
                </a:cubicBezTo>
                <a:lnTo>
                  <a:pt x="3985249" y="2825570"/>
                </a:lnTo>
                <a:cubicBezTo>
                  <a:pt x="3985072" y="2825274"/>
                  <a:pt x="3985072" y="2824859"/>
                  <a:pt x="3985249" y="2824563"/>
                </a:cubicBezTo>
                <a:lnTo>
                  <a:pt x="3992238" y="2812422"/>
                </a:lnTo>
                <a:cubicBezTo>
                  <a:pt x="3992415" y="2812125"/>
                  <a:pt x="3992712" y="2811948"/>
                  <a:pt x="3993067" y="2811948"/>
                </a:cubicBezTo>
                <a:close/>
                <a:moveTo>
                  <a:pt x="4060643" y="2811770"/>
                </a:moveTo>
                <a:lnTo>
                  <a:pt x="4074857" y="2811770"/>
                </a:lnTo>
                <a:cubicBezTo>
                  <a:pt x="4075212" y="2811770"/>
                  <a:pt x="4075567" y="2812007"/>
                  <a:pt x="4075745" y="2812303"/>
                </a:cubicBezTo>
                <a:lnTo>
                  <a:pt x="4082852" y="2824622"/>
                </a:lnTo>
                <a:cubicBezTo>
                  <a:pt x="4083030" y="2824918"/>
                  <a:pt x="4083030" y="2825332"/>
                  <a:pt x="4082852" y="2825629"/>
                </a:cubicBezTo>
                <a:lnTo>
                  <a:pt x="4075745" y="2837947"/>
                </a:lnTo>
                <a:cubicBezTo>
                  <a:pt x="4075567" y="2838303"/>
                  <a:pt x="4075212" y="2838481"/>
                  <a:pt x="4074857" y="2838481"/>
                </a:cubicBezTo>
                <a:lnTo>
                  <a:pt x="4060643" y="2838481"/>
                </a:lnTo>
                <a:cubicBezTo>
                  <a:pt x="4060288" y="2838481"/>
                  <a:pt x="4059932" y="2838244"/>
                  <a:pt x="4059754" y="2837947"/>
                </a:cubicBezTo>
                <a:lnTo>
                  <a:pt x="4052647" y="2825629"/>
                </a:lnTo>
                <a:cubicBezTo>
                  <a:pt x="4052470" y="2825332"/>
                  <a:pt x="4052470" y="2824918"/>
                  <a:pt x="4052647" y="2824622"/>
                </a:cubicBezTo>
                <a:lnTo>
                  <a:pt x="4059754" y="2812303"/>
                </a:lnTo>
                <a:cubicBezTo>
                  <a:pt x="4059932" y="2811948"/>
                  <a:pt x="4060288" y="2811770"/>
                  <a:pt x="4060643" y="2811770"/>
                </a:cubicBezTo>
                <a:close/>
                <a:moveTo>
                  <a:pt x="4128100" y="2811474"/>
                </a:moveTo>
                <a:lnTo>
                  <a:pt x="4142670" y="2811474"/>
                </a:lnTo>
                <a:cubicBezTo>
                  <a:pt x="4143025" y="2811474"/>
                  <a:pt x="4143380" y="2811711"/>
                  <a:pt x="4143558" y="2812007"/>
                </a:cubicBezTo>
                <a:lnTo>
                  <a:pt x="4150843" y="2824622"/>
                </a:lnTo>
                <a:cubicBezTo>
                  <a:pt x="4151021" y="2824918"/>
                  <a:pt x="4151021" y="2825332"/>
                  <a:pt x="4150843" y="2825629"/>
                </a:cubicBezTo>
                <a:lnTo>
                  <a:pt x="4143558" y="2838244"/>
                </a:lnTo>
                <a:cubicBezTo>
                  <a:pt x="4143380" y="2838599"/>
                  <a:pt x="4143025" y="2838777"/>
                  <a:pt x="4142670" y="2838777"/>
                </a:cubicBezTo>
                <a:lnTo>
                  <a:pt x="4128100" y="2838777"/>
                </a:lnTo>
                <a:cubicBezTo>
                  <a:pt x="4127746" y="2838777"/>
                  <a:pt x="4127390" y="2838540"/>
                  <a:pt x="4127212" y="2838244"/>
                </a:cubicBezTo>
                <a:lnTo>
                  <a:pt x="4119927" y="2825629"/>
                </a:lnTo>
                <a:cubicBezTo>
                  <a:pt x="4119750" y="2825332"/>
                  <a:pt x="4119750" y="2824918"/>
                  <a:pt x="4119927" y="2824622"/>
                </a:cubicBezTo>
                <a:lnTo>
                  <a:pt x="4127212" y="2812007"/>
                </a:lnTo>
                <a:cubicBezTo>
                  <a:pt x="4127390" y="2811651"/>
                  <a:pt x="4127746" y="2811474"/>
                  <a:pt x="4128100" y="2811474"/>
                </a:cubicBezTo>
                <a:close/>
                <a:moveTo>
                  <a:pt x="3654596" y="2811355"/>
                </a:moveTo>
                <a:lnTo>
                  <a:pt x="3669283" y="2811355"/>
                </a:lnTo>
                <a:cubicBezTo>
                  <a:pt x="3669638" y="2811355"/>
                  <a:pt x="3669994" y="2811592"/>
                  <a:pt x="3670172" y="2811888"/>
                </a:cubicBezTo>
                <a:lnTo>
                  <a:pt x="3677516" y="2824621"/>
                </a:lnTo>
                <a:cubicBezTo>
                  <a:pt x="3677693" y="2824977"/>
                  <a:pt x="3677693" y="2825391"/>
                  <a:pt x="3677516" y="2825687"/>
                </a:cubicBezTo>
                <a:lnTo>
                  <a:pt x="3670172" y="2838421"/>
                </a:lnTo>
                <a:cubicBezTo>
                  <a:pt x="3669994" y="2838776"/>
                  <a:pt x="3669638" y="2838954"/>
                  <a:pt x="3669283" y="2838954"/>
                </a:cubicBezTo>
                <a:lnTo>
                  <a:pt x="3654596" y="2838954"/>
                </a:lnTo>
                <a:cubicBezTo>
                  <a:pt x="3654240" y="2838954"/>
                  <a:pt x="3653885" y="2838717"/>
                  <a:pt x="3653707" y="2838421"/>
                </a:cubicBezTo>
                <a:lnTo>
                  <a:pt x="3646363" y="2825687"/>
                </a:lnTo>
                <a:cubicBezTo>
                  <a:pt x="3646186" y="2825332"/>
                  <a:pt x="3646186" y="2824918"/>
                  <a:pt x="3646363" y="2824621"/>
                </a:cubicBezTo>
                <a:lnTo>
                  <a:pt x="3653707" y="2811888"/>
                </a:lnTo>
                <a:cubicBezTo>
                  <a:pt x="3653885" y="2811533"/>
                  <a:pt x="3654240" y="2811355"/>
                  <a:pt x="3654596" y="2811355"/>
                </a:cubicBezTo>
                <a:close/>
                <a:moveTo>
                  <a:pt x="4195439" y="2810941"/>
                </a:moveTo>
                <a:lnTo>
                  <a:pt x="4210542" y="2810941"/>
                </a:lnTo>
                <a:cubicBezTo>
                  <a:pt x="4210956" y="2810941"/>
                  <a:pt x="4211312" y="2811119"/>
                  <a:pt x="4211489" y="2811474"/>
                </a:cubicBezTo>
                <a:lnTo>
                  <a:pt x="4219070" y="2824563"/>
                </a:lnTo>
                <a:cubicBezTo>
                  <a:pt x="4219248" y="2824859"/>
                  <a:pt x="4219248" y="2825274"/>
                  <a:pt x="4219070" y="2825629"/>
                </a:cubicBezTo>
                <a:lnTo>
                  <a:pt x="4211489" y="2838718"/>
                </a:lnTo>
                <a:cubicBezTo>
                  <a:pt x="4211253" y="2839073"/>
                  <a:pt x="4210897" y="2839251"/>
                  <a:pt x="4210542" y="2839251"/>
                </a:cubicBezTo>
                <a:lnTo>
                  <a:pt x="4195439" y="2839251"/>
                </a:lnTo>
                <a:cubicBezTo>
                  <a:pt x="4195025" y="2839251"/>
                  <a:pt x="4194669" y="2839073"/>
                  <a:pt x="4194492" y="2838718"/>
                </a:cubicBezTo>
                <a:lnTo>
                  <a:pt x="4186911" y="2825629"/>
                </a:lnTo>
                <a:cubicBezTo>
                  <a:pt x="4186734" y="2825333"/>
                  <a:pt x="4186734" y="2824918"/>
                  <a:pt x="4186911" y="2824563"/>
                </a:cubicBezTo>
                <a:lnTo>
                  <a:pt x="4194492" y="2811474"/>
                </a:lnTo>
                <a:cubicBezTo>
                  <a:pt x="4194729" y="2811119"/>
                  <a:pt x="4195084" y="2810941"/>
                  <a:pt x="4195439" y="2810941"/>
                </a:cubicBezTo>
                <a:close/>
                <a:moveTo>
                  <a:pt x="3857264" y="2810823"/>
                </a:moveTo>
                <a:lnTo>
                  <a:pt x="3872484" y="2810823"/>
                </a:lnTo>
                <a:cubicBezTo>
                  <a:pt x="3872899" y="2810823"/>
                  <a:pt x="3873254" y="2811000"/>
                  <a:pt x="3873432" y="2811356"/>
                </a:cubicBezTo>
                <a:lnTo>
                  <a:pt x="3881072" y="2824563"/>
                </a:lnTo>
                <a:cubicBezTo>
                  <a:pt x="3881250" y="2824859"/>
                  <a:pt x="3881250" y="2825274"/>
                  <a:pt x="3881072" y="2825629"/>
                </a:cubicBezTo>
                <a:lnTo>
                  <a:pt x="3873432" y="2838836"/>
                </a:lnTo>
                <a:cubicBezTo>
                  <a:pt x="3873195" y="2839132"/>
                  <a:pt x="3872840" y="2839369"/>
                  <a:pt x="3872484" y="2839369"/>
                </a:cubicBezTo>
                <a:lnTo>
                  <a:pt x="3857264" y="2839369"/>
                </a:lnTo>
                <a:cubicBezTo>
                  <a:pt x="3856849" y="2839369"/>
                  <a:pt x="3856494" y="2839192"/>
                  <a:pt x="3856316" y="2838836"/>
                </a:cubicBezTo>
                <a:lnTo>
                  <a:pt x="3848676" y="2825629"/>
                </a:lnTo>
                <a:cubicBezTo>
                  <a:pt x="3848499" y="2825333"/>
                  <a:pt x="3848499" y="2824919"/>
                  <a:pt x="3848676" y="2824563"/>
                </a:cubicBezTo>
                <a:lnTo>
                  <a:pt x="3856316" y="2811356"/>
                </a:lnTo>
                <a:cubicBezTo>
                  <a:pt x="3856553" y="2811060"/>
                  <a:pt x="3856908" y="2810823"/>
                  <a:pt x="3857264" y="2810823"/>
                </a:cubicBezTo>
                <a:close/>
                <a:moveTo>
                  <a:pt x="3924840" y="2810704"/>
                </a:moveTo>
                <a:lnTo>
                  <a:pt x="3940179" y="2810704"/>
                </a:lnTo>
                <a:cubicBezTo>
                  <a:pt x="3940594" y="2810704"/>
                  <a:pt x="3940949" y="2810881"/>
                  <a:pt x="3941127" y="2811237"/>
                </a:cubicBezTo>
                <a:lnTo>
                  <a:pt x="3948767" y="2824504"/>
                </a:lnTo>
                <a:cubicBezTo>
                  <a:pt x="3948944" y="2824800"/>
                  <a:pt x="3948944" y="2825214"/>
                  <a:pt x="3948767" y="2825570"/>
                </a:cubicBezTo>
                <a:lnTo>
                  <a:pt x="3941068" y="2838836"/>
                </a:lnTo>
                <a:cubicBezTo>
                  <a:pt x="3940831" y="2839132"/>
                  <a:pt x="3940476" y="2839369"/>
                  <a:pt x="3940120" y="2839369"/>
                </a:cubicBezTo>
                <a:lnTo>
                  <a:pt x="3924781" y="2839369"/>
                </a:lnTo>
                <a:cubicBezTo>
                  <a:pt x="3924366" y="2839369"/>
                  <a:pt x="3924011" y="2839191"/>
                  <a:pt x="3923833" y="2838836"/>
                </a:cubicBezTo>
                <a:lnTo>
                  <a:pt x="3916193" y="2825570"/>
                </a:lnTo>
                <a:cubicBezTo>
                  <a:pt x="3916016" y="2825274"/>
                  <a:pt x="3916016" y="2824859"/>
                  <a:pt x="3916193" y="2824504"/>
                </a:cubicBezTo>
                <a:lnTo>
                  <a:pt x="3923892" y="2811237"/>
                </a:lnTo>
                <a:cubicBezTo>
                  <a:pt x="3924130" y="2810941"/>
                  <a:pt x="3924485" y="2810704"/>
                  <a:pt x="3924840" y="2810704"/>
                </a:cubicBezTo>
                <a:close/>
                <a:moveTo>
                  <a:pt x="3789510" y="2810645"/>
                </a:moveTo>
                <a:lnTo>
                  <a:pt x="3804969" y="2810645"/>
                </a:lnTo>
                <a:cubicBezTo>
                  <a:pt x="3805383" y="2810645"/>
                  <a:pt x="3805739" y="2810823"/>
                  <a:pt x="3805916" y="2811178"/>
                </a:cubicBezTo>
                <a:lnTo>
                  <a:pt x="3813615" y="2824563"/>
                </a:lnTo>
                <a:cubicBezTo>
                  <a:pt x="3813793" y="2824859"/>
                  <a:pt x="3813793" y="2825274"/>
                  <a:pt x="3813615" y="2825629"/>
                </a:cubicBezTo>
                <a:lnTo>
                  <a:pt x="3805856" y="2839014"/>
                </a:lnTo>
                <a:cubicBezTo>
                  <a:pt x="3805679" y="2839310"/>
                  <a:pt x="3805264" y="2839547"/>
                  <a:pt x="3804909" y="2839547"/>
                </a:cubicBezTo>
                <a:lnTo>
                  <a:pt x="3789452" y="2839547"/>
                </a:lnTo>
                <a:cubicBezTo>
                  <a:pt x="3789037" y="2839547"/>
                  <a:pt x="3788682" y="2839369"/>
                  <a:pt x="3788504" y="2839014"/>
                </a:cubicBezTo>
                <a:lnTo>
                  <a:pt x="3780804" y="2825629"/>
                </a:lnTo>
                <a:cubicBezTo>
                  <a:pt x="3780627" y="2825333"/>
                  <a:pt x="3780627" y="2824918"/>
                  <a:pt x="3780804" y="2824563"/>
                </a:cubicBezTo>
                <a:lnTo>
                  <a:pt x="3788563" y="2811178"/>
                </a:lnTo>
                <a:cubicBezTo>
                  <a:pt x="3788740" y="2810882"/>
                  <a:pt x="3789155" y="2810645"/>
                  <a:pt x="3789510" y="2810645"/>
                </a:cubicBezTo>
                <a:close/>
                <a:moveTo>
                  <a:pt x="3721875" y="2810645"/>
                </a:moveTo>
                <a:lnTo>
                  <a:pt x="3737333" y="2810645"/>
                </a:lnTo>
                <a:cubicBezTo>
                  <a:pt x="3737747" y="2810645"/>
                  <a:pt x="3738103" y="2810823"/>
                  <a:pt x="3738281" y="2811178"/>
                </a:cubicBezTo>
                <a:lnTo>
                  <a:pt x="3745980" y="2824563"/>
                </a:lnTo>
                <a:cubicBezTo>
                  <a:pt x="3746157" y="2824859"/>
                  <a:pt x="3746157" y="2825274"/>
                  <a:pt x="3745980" y="2825629"/>
                </a:cubicBezTo>
                <a:lnTo>
                  <a:pt x="3738221" y="2839014"/>
                </a:lnTo>
                <a:cubicBezTo>
                  <a:pt x="3738044" y="2839310"/>
                  <a:pt x="3737629" y="2839547"/>
                  <a:pt x="3737274" y="2839547"/>
                </a:cubicBezTo>
                <a:lnTo>
                  <a:pt x="3721816" y="2839547"/>
                </a:lnTo>
                <a:cubicBezTo>
                  <a:pt x="3721401" y="2839547"/>
                  <a:pt x="3721046" y="2839369"/>
                  <a:pt x="3720868" y="2839014"/>
                </a:cubicBezTo>
                <a:lnTo>
                  <a:pt x="3713169" y="2825629"/>
                </a:lnTo>
                <a:cubicBezTo>
                  <a:pt x="3712992" y="2825333"/>
                  <a:pt x="3712992" y="2824918"/>
                  <a:pt x="3713169" y="2824563"/>
                </a:cubicBezTo>
                <a:lnTo>
                  <a:pt x="3720927" y="2811178"/>
                </a:lnTo>
                <a:cubicBezTo>
                  <a:pt x="3721105" y="2810882"/>
                  <a:pt x="3721520" y="2810645"/>
                  <a:pt x="3721875" y="2810645"/>
                </a:cubicBezTo>
                <a:close/>
                <a:moveTo>
                  <a:pt x="4262838" y="2810526"/>
                </a:moveTo>
                <a:lnTo>
                  <a:pt x="4278414" y="2810526"/>
                </a:lnTo>
                <a:cubicBezTo>
                  <a:pt x="4278828" y="2810526"/>
                  <a:pt x="4279184" y="2810704"/>
                  <a:pt x="4279362" y="2811059"/>
                </a:cubicBezTo>
                <a:lnTo>
                  <a:pt x="4287120" y="2824562"/>
                </a:lnTo>
                <a:cubicBezTo>
                  <a:pt x="4287298" y="2824918"/>
                  <a:pt x="4287298" y="2825332"/>
                  <a:pt x="4287120" y="2825688"/>
                </a:cubicBezTo>
                <a:lnTo>
                  <a:pt x="4279302" y="2839191"/>
                </a:lnTo>
                <a:cubicBezTo>
                  <a:pt x="4279124" y="2839487"/>
                  <a:pt x="4278770" y="2839724"/>
                  <a:pt x="4278355" y="2839724"/>
                </a:cubicBezTo>
                <a:lnTo>
                  <a:pt x="4262778" y="2839724"/>
                </a:lnTo>
                <a:cubicBezTo>
                  <a:pt x="4262364" y="2839724"/>
                  <a:pt x="4262008" y="2839546"/>
                  <a:pt x="4261830" y="2839191"/>
                </a:cubicBezTo>
                <a:lnTo>
                  <a:pt x="4254072" y="2825688"/>
                </a:lnTo>
                <a:cubicBezTo>
                  <a:pt x="4253895" y="2825332"/>
                  <a:pt x="4253895" y="2824918"/>
                  <a:pt x="4254072" y="2824562"/>
                </a:cubicBezTo>
                <a:lnTo>
                  <a:pt x="4261890" y="2811059"/>
                </a:lnTo>
                <a:cubicBezTo>
                  <a:pt x="4262068" y="2810763"/>
                  <a:pt x="4262423" y="2810526"/>
                  <a:pt x="4262838" y="2810526"/>
                </a:cubicBezTo>
                <a:close/>
                <a:moveTo>
                  <a:pt x="3518852" y="2810408"/>
                </a:moveTo>
                <a:lnTo>
                  <a:pt x="3534546" y="2810408"/>
                </a:lnTo>
                <a:cubicBezTo>
                  <a:pt x="3534901" y="2810408"/>
                  <a:pt x="3535316" y="2810585"/>
                  <a:pt x="3535494" y="2810941"/>
                </a:cubicBezTo>
                <a:lnTo>
                  <a:pt x="3543312" y="2824504"/>
                </a:lnTo>
                <a:cubicBezTo>
                  <a:pt x="3543489" y="2824859"/>
                  <a:pt x="3543489" y="2825274"/>
                  <a:pt x="3543312" y="2825629"/>
                </a:cubicBezTo>
                <a:lnTo>
                  <a:pt x="3535494" y="2839191"/>
                </a:lnTo>
                <a:cubicBezTo>
                  <a:pt x="3535316" y="2839487"/>
                  <a:pt x="3534961" y="2839724"/>
                  <a:pt x="3534546" y="2839724"/>
                </a:cubicBezTo>
                <a:lnTo>
                  <a:pt x="3518852" y="2839724"/>
                </a:lnTo>
                <a:cubicBezTo>
                  <a:pt x="3518497" y="2839724"/>
                  <a:pt x="3518082" y="2839547"/>
                  <a:pt x="3517904" y="2839191"/>
                </a:cubicBezTo>
                <a:lnTo>
                  <a:pt x="3510086" y="2825629"/>
                </a:lnTo>
                <a:cubicBezTo>
                  <a:pt x="3509909" y="2825274"/>
                  <a:pt x="3509909" y="2824859"/>
                  <a:pt x="3510086" y="2824504"/>
                </a:cubicBezTo>
                <a:lnTo>
                  <a:pt x="3517904" y="2810941"/>
                </a:lnTo>
                <a:cubicBezTo>
                  <a:pt x="3518082" y="2810645"/>
                  <a:pt x="3518437" y="2810408"/>
                  <a:pt x="3518852" y="2810408"/>
                </a:cubicBezTo>
                <a:close/>
                <a:moveTo>
                  <a:pt x="2774511" y="2809697"/>
                </a:moveTo>
                <a:lnTo>
                  <a:pt x="2790975" y="2809697"/>
                </a:lnTo>
                <a:cubicBezTo>
                  <a:pt x="2791390" y="2809697"/>
                  <a:pt x="2791745" y="2809934"/>
                  <a:pt x="2791982" y="2810289"/>
                </a:cubicBezTo>
                <a:lnTo>
                  <a:pt x="2800215" y="2824562"/>
                </a:lnTo>
                <a:cubicBezTo>
                  <a:pt x="2800451" y="2824918"/>
                  <a:pt x="2800451" y="2825391"/>
                  <a:pt x="2800215" y="2825747"/>
                </a:cubicBezTo>
                <a:lnTo>
                  <a:pt x="2791982" y="2840020"/>
                </a:lnTo>
                <a:cubicBezTo>
                  <a:pt x="2791745" y="2840376"/>
                  <a:pt x="2791390" y="2840612"/>
                  <a:pt x="2790975" y="2840612"/>
                </a:cubicBezTo>
                <a:lnTo>
                  <a:pt x="2774511" y="2840612"/>
                </a:lnTo>
                <a:cubicBezTo>
                  <a:pt x="2774096" y="2840612"/>
                  <a:pt x="2773741" y="2840376"/>
                  <a:pt x="2773504" y="2840020"/>
                </a:cubicBezTo>
                <a:lnTo>
                  <a:pt x="2765272" y="2825747"/>
                </a:lnTo>
                <a:cubicBezTo>
                  <a:pt x="2765035" y="2825391"/>
                  <a:pt x="2765035" y="2824918"/>
                  <a:pt x="2765272" y="2824562"/>
                </a:cubicBezTo>
                <a:lnTo>
                  <a:pt x="2773504" y="2810289"/>
                </a:lnTo>
                <a:cubicBezTo>
                  <a:pt x="2773741" y="2809934"/>
                  <a:pt x="2774096" y="2809697"/>
                  <a:pt x="2774511" y="2809697"/>
                </a:cubicBezTo>
                <a:close/>
                <a:moveTo>
                  <a:pt x="3450743" y="2809519"/>
                </a:moveTo>
                <a:lnTo>
                  <a:pt x="3467386" y="2809519"/>
                </a:lnTo>
                <a:cubicBezTo>
                  <a:pt x="3467800" y="2809519"/>
                  <a:pt x="3468156" y="2809756"/>
                  <a:pt x="3468392" y="2810111"/>
                </a:cubicBezTo>
                <a:lnTo>
                  <a:pt x="3476743" y="2824562"/>
                </a:lnTo>
                <a:cubicBezTo>
                  <a:pt x="3476980" y="2824918"/>
                  <a:pt x="3476980" y="2825391"/>
                  <a:pt x="3476743" y="2825747"/>
                </a:cubicBezTo>
                <a:lnTo>
                  <a:pt x="3468392" y="2840198"/>
                </a:lnTo>
                <a:cubicBezTo>
                  <a:pt x="3468214" y="2840553"/>
                  <a:pt x="3467800" y="2840790"/>
                  <a:pt x="3467386" y="2840790"/>
                </a:cubicBezTo>
                <a:lnTo>
                  <a:pt x="3450743" y="2840790"/>
                </a:lnTo>
                <a:cubicBezTo>
                  <a:pt x="3450329" y="2840790"/>
                  <a:pt x="3449973" y="2840553"/>
                  <a:pt x="3449736" y="2840198"/>
                </a:cubicBezTo>
                <a:lnTo>
                  <a:pt x="3441386" y="2825747"/>
                </a:lnTo>
                <a:cubicBezTo>
                  <a:pt x="3441149" y="2825391"/>
                  <a:pt x="3441149" y="2824918"/>
                  <a:pt x="3441386" y="2824562"/>
                </a:cubicBezTo>
                <a:lnTo>
                  <a:pt x="3449736" y="2810111"/>
                </a:lnTo>
                <a:cubicBezTo>
                  <a:pt x="3449914" y="2809756"/>
                  <a:pt x="3450329" y="2809519"/>
                  <a:pt x="3450743" y="2809519"/>
                </a:cubicBezTo>
                <a:close/>
                <a:moveTo>
                  <a:pt x="4329881" y="2809401"/>
                </a:moveTo>
                <a:lnTo>
                  <a:pt x="4346641" y="2809401"/>
                </a:lnTo>
                <a:cubicBezTo>
                  <a:pt x="4347055" y="2809401"/>
                  <a:pt x="4347411" y="2809638"/>
                  <a:pt x="4347648" y="2809993"/>
                </a:cubicBezTo>
                <a:lnTo>
                  <a:pt x="4356058" y="2824504"/>
                </a:lnTo>
                <a:cubicBezTo>
                  <a:pt x="4356295" y="2824859"/>
                  <a:pt x="4356295" y="2825333"/>
                  <a:pt x="4356058" y="2825688"/>
                </a:cubicBezTo>
                <a:lnTo>
                  <a:pt x="4347648" y="2840198"/>
                </a:lnTo>
                <a:cubicBezTo>
                  <a:pt x="4347470" y="2840553"/>
                  <a:pt x="4347055" y="2840791"/>
                  <a:pt x="4346641" y="2840791"/>
                </a:cubicBezTo>
                <a:lnTo>
                  <a:pt x="4329881" y="2840791"/>
                </a:lnTo>
                <a:cubicBezTo>
                  <a:pt x="4329466" y="2840791"/>
                  <a:pt x="4329111" y="2840553"/>
                  <a:pt x="4328874" y="2840198"/>
                </a:cubicBezTo>
                <a:lnTo>
                  <a:pt x="4320463" y="2825688"/>
                </a:lnTo>
                <a:cubicBezTo>
                  <a:pt x="4320227" y="2825333"/>
                  <a:pt x="4320227" y="2824859"/>
                  <a:pt x="4320463" y="2824504"/>
                </a:cubicBezTo>
                <a:lnTo>
                  <a:pt x="4328874" y="2809993"/>
                </a:lnTo>
                <a:cubicBezTo>
                  <a:pt x="4329051" y="2809638"/>
                  <a:pt x="4329466" y="2809401"/>
                  <a:pt x="4329881" y="2809401"/>
                </a:cubicBezTo>
                <a:close/>
                <a:moveTo>
                  <a:pt x="2706758" y="2809401"/>
                </a:moveTo>
                <a:lnTo>
                  <a:pt x="2723518" y="2809401"/>
                </a:lnTo>
                <a:cubicBezTo>
                  <a:pt x="2723933" y="2809401"/>
                  <a:pt x="2724288" y="2809638"/>
                  <a:pt x="2724525" y="2809993"/>
                </a:cubicBezTo>
                <a:lnTo>
                  <a:pt x="2732935" y="2824504"/>
                </a:lnTo>
                <a:cubicBezTo>
                  <a:pt x="2733172" y="2824859"/>
                  <a:pt x="2733172" y="2825333"/>
                  <a:pt x="2732935" y="2825688"/>
                </a:cubicBezTo>
                <a:lnTo>
                  <a:pt x="2724525" y="2840198"/>
                </a:lnTo>
                <a:cubicBezTo>
                  <a:pt x="2724347" y="2840553"/>
                  <a:pt x="2723933" y="2840791"/>
                  <a:pt x="2723518" y="2840791"/>
                </a:cubicBezTo>
                <a:lnTo>
                  <a:pt x="2706758" y="2840791"/>
                </a:lnTo>
                <a:cubicBezTo>
                  <a:pt x="2706343" y="2840791"/>
                  <a:pt x="2705988" y="2840553"/>
                  <a:pt x="2705751" y="2840198"/>
                </a:cubicBezTo>
                <a:lnTo>
                  <a:pt x="2697341" y="2825688"/>
                </a:lnTo>
                <a:cubicBezTo>
                  <a:pt x="2697104" y="2825333"/>
                  <a:pt x="2697104" y="2824859"/>
                  <a:pt x="2697341" y="2824504"/>
                </a:cubicBezTo>
                <a:lnTo>
                  <a:pt x="2705751" y="2809993"/>
                </a:lnTo>
                <a:cubicBezTo>
                  <a:pt x="2705928" y="2809638"/>
                  <a:pt x="2706343" y="2809401"/>
                  <a:pt x="2706758" y="2809401"/>
                </a:cubicBezTo>
                <a:close/>
                <a:moveTo>
                  <a:pt x="2841849" y="2809105"/>
                </a:moveTo>
                <a:lnTo>
                  <a:pt x="2858965" y="2809105"/>
                </a:lnTo>
                <a:cubicBezTo>
                  <a:pt x="2859439" y="2809105"/>
                  <a:pt x="2859795" y="2809342"/>
                  <a:pt x="2860031" y="2809697"/>
                </a:cubicBezTo>
                <a:lnTo>
                  <a:pt x="2868560" y="2824504"/>
                </a:lnTo>
                <a:cubicBezTo>
                  <a:pt x="2868797" y="2824859"/>
                  <a:pt x="2868797" y="2825333"/>
                  <a:pt x="2868560" y="2825688"/>
                </a:cubicBezTo>
                <a:lnTo>
                  <a:pt x="2859972" y="2840494"/>
                </a:lnTo>
                <a:cubicBezTo>
                  <a:pt x="2859735" y="2840850"/>
                  <a:pt x="2859321" y="2841087"/>
                  <a:pt x="2858906" y="2841087"/>
                </a:cubicBezTo>
                <a:lnTo>
                  <a:pt x="2841790" y="2841087"/>
                </a:lnTo>
                <a:cubicBezTo>
                  <a:pt x="2841316" y="2841087"/>
                  <a:pt x="2840961" y="2840850"/>
                  <a:pt x="2840724" y="2840494"/>
                </a:cubicBezTo>
                <a:lnTo>
                  <a:pt x="2832196" y="2825688"/>
                </a:lnTo>
                <a:cubicBezTo>
                  <a:pt x="2831959" y="2825333"/>
                  <a:pt x="2831959" y="2824859"/>
                  <a:pt x="2832196" y="2824504"/>
                </a:cubicBezTo>
                <a:lnTo>
                  <a:pt x="2840783" y="2809697"/>
                </a:lnTo>
                <a:cubicBezTo>
                  <a:pt x="2841020" y="2809342"/>
                  <a:pt x="2841435" y="2809105"/>
                  <a:pt x="2841849" y="2809105"/>
                </a:cubicBezTo>
                <a:close/>
                <a:moveTo>
                  <a:pt x="3382812" y="2808987"/>
                </a:moveTo>
                <a:lnTo>
                  <a:pt x="3400047" y="2808987"/>
                </a:lnTo>
                <a:cubicBezTo>
                  <a:pt x="3400461" y="2808987"/>
                  <a:pt x="3400875" y="2809224"/>
                  <a:pt x="3401112" y="2809579"/>
                </a:cubicBezTo>
                <a:lnTo>
                  <a:pt x="3409700" y="2824504"/>
                </a:lnTo>
                <a:cubicBezTo>
                  <a:pt x="3409937" y="2824919"/>
                  <a:pt x="3409937" y="2825392"/>
                  <a:pt x="3409700" y="2825747"/>
                </a:cubicBezTo>
                <a:lnTo>
                  <a:pt x="3401053" y="2840672"/>
                </a:lnTo>
                <a:cubicBezTo>
                  <a:pt x="3400816" y="2841028"/>
                  <a:pt x="3400402" y="2841264"/>
                  <a:pt x="3399987" y="2841264"/>
                </a:cubicBezTo>
                <a:lnTo>
                  <a:pt x="3382753" y="2841264"/>
                </a:lnTo>
                <a:cubicBezTo>
                  <a:pt x="3382338" y="2841264"/>
                  <a:pt x="3381923" y="2841028"/>
                  <a:pt x="3381686" y="2840672"/>
                </a:cubicBezTo>
                <a:lnTo>
                  <a:pt x="3373099" y="2825747"/>
                </a:lnTo>
                <a:cubicBezTo>
                  <a:pt x="3372862" y="2825333"/>
                  <a:pt x="3372862" y="2824859"/>
                  <a:pt x="3373099" y="2824504"/>
                </a:cubicBezTo>
                <a:lnTo>
                  <a:pt x="3381745" y="2809579"/>
                </a:lnTo>
                <a:cubicBezTo>
                  <a:pt x="3381983" y="2809224"/>
                  <a:pt x="3382397" y="2808987"/>
                  <a:pt x="3382812" y="2808987"/>
                </a:cubicBezTo>
                <a:close/>
                <a:moveTo>
                  <a:pt x="3247483" y="2808868"/>
                </a:moveTo>
                <a:lnTo>
                  <a:pt x="3264835" y="2808868"/>
                </a:lnTo>
                <a:cubicBezTo>
                  <a:pt x="3265250" y="2808868"/>
                  <a:pt x="3265665" y="2809105"/>
                  <a:pt x="3265902" y="2809460"/>
                </a:cubicBezTo>
                <a:lnTo>
                  <a:pt x="3274548" y="2824504"/>
                </a:lnTo>
                <a:cubicBezTo>
                  <a:pt x="3274786" y="2824918"/>
                  <a:pt x="3274786" y="2825392"/>
                  <a:pt x="3274548" y="2825747"/>
                </a:cubicBezTo>
                <a:lnTo>
                  <a:pt x="3265902" y="2840790"/>
                </a:lnTo>
                <a:cubicBezTo>
                  <a:pt x="3265665" y="2841146"/>
                  <a:pt x="3265250" y="2841383"/>
                  <a:pt x="3264835" y="2841383"/>
                </a:cubicBezTo>
                <a:lnTo>
                  <a:pt x="3247483" y="2841383"/>
                </a:lnTo>
                <a:cubicBezTo>
                  <a:pt x="3247068" y="2841383"/>
                  <a:pt x="3246654" y="2841146"/>
                  <a:pt x="3246416" y="2840790"/>
                </a:cubicBezTo>
                <a:lnTo>
                  <a:pt x="3237770" y="2825747"/>
                </a:lnTo>
                <a:cubicBezTo>
                  <a:pt x="3237533" y="2825332"/>
                  <a:pt x="3237533" y="2824859"/>
                  <a:pt x="3237770" y="2824504"/>
                </a:cubicBezTo>
                <a:lnTo>
                  <a:pt x="3246416" y="2809460"/>
                </a:lnTo>
                <a:cubicBezTo>
                  <a:pt x="3246654" y="2809105"/>
                  <a:pt x="3247068" y="2808868"/>
                  <a:pt x="3247483" y="2808868"/>
                </a:cubicBezTo>
                <a:close/>
                <a:moveTo>
                  <a:pt x="2638826" y="2808868"/>
                </a:moveTo>
                <a:lnTo>
                  <a:pt x="2656179" y="2808868"/>
                </a:lnTo>
                <a:cubicBezTo>
                  <a:pt x="2656593" y="2808868"/>
                  <a:pt x="2657008" y="2809105"/>
                  <a:pt x="2657245" y="2809460"/>
                </a:cubicBezTo>
                <a:lnTo>
                  <a:pt x="2665891" y="2824504"/>
                </a:lnTo>
                <a:cubicBezTo>
                  <a:pt x="2666129" y="2824918"/>
                  <a:pt x="2666129" y="2825392"/>
                  <a:pt x="2665891" y="2825747"/>
                </a:cubicBezTo>
                <a:lnTo>
                  <a:pt x="2657245" y="2840790"/>
                </a:lnTo>
                <a:cubicBezTo>
                  <a:pt x="2657008" y="2841146"/>
                  <a:pt x="2656593" y="2841383"/>
                  <a:pt x="2656179" y="2841383"/>
                </a:cubicBezTo>
                <a:lnTo>
                  <a:pt x="2638826" y="2841383"/>
                </a:lnTo>
                <a:cubicBezTo>
                  <a:pt x="2638411" y="2841383"/>
                  <a:pt x="2637997" y="2841146"/>
                  <a:pt x="2637759" y="2840790"/>
                </a:cubicBezTo>
                <a:lnTo>
                  <a:pt x="2629113" y="2825747"/>
                </a:lnTo>
                <a:cubicBezTo>
                  <a:pt x="2628876" y="2825332"/>
                  <a:pt x="2628876" y="2824859"/>
                  <a:pt x="2629113" y="2824504"/>
                </a:cubicBezTo>
                <a:lnTo>
                  <a:pt x="2637759" y="2809460"/>
                </a:lnTo>
                <a:cubicBezTo>
                  <a:pt x="2637997" y="2809105"/>
                  <a:pt x="2638411" y="2808868"/>
                  <a:pt x="2638826" y="2808868"/>
                </a:cubicBezTo>
                <a:close/>
                <a:moveTo>
                  <a:pt x="3315058" y="2808690"/>
                </a:moveTo>
                <a:lnTo>
                  <a:pt x="3332589" y="2808690"/>
                </a:lnTo>
                <a:cubicBezTo>
                  <a:pt x="3333003" y="2808690"/>
                  <a:pt x="3333418" y="2808927"/>
                  <a:pt x="3333654" y="2809282"/>
                </a:cubicBezTo>
                <a:lnTo>
                  <a:pt x="3342420" y="2824503"/>
                </a:lnTo>
                <a:cubicBezTo>
                  <a:pt x="3342657" y="2824859"/>
                  <a:pt x="3342657" y="2825392"/>
                  <a:pt x="3342420" y="2825747"/>
                </a:cubicBezTo>
                <a:lnTo>
                  <a:pt x="3333654" y="2840968"/>
                </a:lnTo>
                <a:cubicBezTo>
                  <a:pt x="3333418" y="2841323"/>
                  <a:pt x="3333003" y="2841560"/>
                  <a:pt x="3332589" y="2841560"/>
                </a:cubicBezTo>
                <a:lnTo>
                  <a:pt x="3315058" y="2841560"/>
                </a:lnTo>
                <a:cubicBezTo>
                  <a:pt x="3314643" y="2841560"/>
                  <a:pt x="3314228" y="2841323"/>
                  <a:pt x="3313992" y="2840968"/>
                </a:cubicBezTo>
                <a:lnTo>
                  <a:pt x="3305227" y="2825747"/>
                </a:lnTo>
                <a:cubicBezTo>
                  <a:pt x="3304990" y="2825392"/>
                  <a:pt x="3304990" y="2824859"/>
                  <a:pt x="3305227" y="2824503"/>
                </a:cubicBezTo>
                <a:lnTo>
                  <a:pt x="3313992" y="2809282"/>
                </a:lnTo>
                <a:cubicBezTo>
                  <a:pt x="3314228" y="2808927"/>
                  <a:pt x="3314643" y="2808690"/>
                  <a:pt x="3315058" y="2808690"/>
                </a:cubicBezTo>
                <a:close/>
                <a:moveTo>
                  <a:pt x="3179788" y="2808690"/>
                </a:moveTo>
                <a:lnTo>
                  <a:pt x="3197318" y="2808690"/>
                </a:lnTo>
                <a:cubicBezTo>
                  <a:pt x="3197733" y="2808690"/>
                  <a:pt x="3198148" y="2808927"/>
                  <a:pt x="3198385" y="2809282"/>
                </a:cubicBezTo>
                <a:lnTo>
                  <a:pt x="3207150" y="2824503"/>
                </a:lnTo>
                <a:cubicBezTo>
                  <a:pt x="3207387" y="2824859"/>
                  <a:pt x="3207387" y="2825392"/>
                  <a:pt x="3207150" y="2825747"/>
                </a:cubicBezTo>
                <a:lnTo>
                  <a:pt x="3198385" y="2840968"/>
                </a:lnTo>
                <a:cubicBezTo>
                  <a:pt x="3198148" y="2841323"/>
                  <a:pt x="3197733" y="2841560"/>
                  <a:pt x="3197318" y="2841560"/>
                </a:cubicBezTo>
                <a:lnTo>
                  <a:pt x="3179788" y="2841560"/>
                </a:lnTo>
                <a:cubicBezTo>
                  <a:pt x="3179374" y="2841560"/>
                  <a:pt x="3178959" y="2841323"/>
                  <a:pt x="3178722" y="2840968"/>
                </a:cubicBezTo>
                <a:lnTo>
                  <a:pt x="3169956" y="2825747"/>
                </a:lnTo>
                <a:cubicBezTo>
                  <a:pt x="3169720" y="2825392"/>
                  <a:pt x="3169720" y="2824859"/>
                  <a:pt x="3169956" y="2824503"/>
                </a:cubicBezTo>
                <a:lnTo>
                  <a:pt x="3178722" y="2809282"/>
                </a:lnTo>
                <a:cubicBezTo>
                  <a:pt x="3178959" y="2808927"/>
                  <a:pt x="3179374" y="2808690"/>
                  <a:pt x="3179788" y="2808690"/>
                </a:cubicBezTo>
                <a:close/>
                <a:moveTo>
                  <a:pt x="2909188" y="2808572"/>
                </a:moveTo>
                <a:lnTo>
                  <a:pt x="2926837" y="2808572"/>
                </a:lnTo>
                <a:cubicBezTo>
                  <a:pt x="2927252" y="2808572"/>
                  <a:pt x="2927667" y="2808868"/>
                  <a:pt x="2927904" y="2809223"/>
                </a:cubicBezTo>
                <a:lnTo>
                  <a:pt x="2936728" y="2824504"/>
                </a:lnTo>
                <a:cubicBezTo>
                  <a:pt x="2936965" y="2824859"/>
                  <a:pt x="2936965" y="2825392"/>
                  <a:pt x="2936728" y="2825747"/>
                </a:cubicBezTo>
                <a:lnTo>
                  <a:pt x="2927904" y="2841027"/>
                </a:lnTo>
                <a:cubicBezTo>
                  <a:pt x="2927667" y="2841442"/>
                  <a:pt x="2927252" y="2841679"/>
                  <a:pt x="2926837" y="2841679"/>
                </a:cubicBezTo>
                <a:lnTo>
                  <a:pt x="2909188" y="2841679"/>
                </a:lnTo>
                <a:cubicBezTo>
                  <a:pt x="2908774" y="2841679"/>
                  <a:pt x="2908359" y="2841383"/>
                  <a:pt x="2908122" y="2841027"/>
                </a:cubicBezTo>
                <a:lnTo>
                  <a:pt x="2899298" y="2825747"/>
                </a:lnTo>
                <a:cubicBezTo>
                  <a:pt x="2899061" y="2825392"/>
                  <a:pt x="2899061" y="2824859"/>
                  <a:pt x="2899298" y="2824504"/>
                </a:cubicBezTo>
                <a:lnTo>
                  <a:pt x="2908122" y="2809223"/>
                </a:lnTo>
                <a:cubicBezTo>
                  <a:pt x="2908359" y="2808809"/>
                  <a:pt x="2908774" y="2808572"/>
                  <a:pt x="2909188" y="2808572"/>
                </a:cubicBezTo>
                <a:close/>
                <a:moveTo>
                  <a:pt x="4397041" y="2808453"/>
                </a:moveTo>
                <a:lnTo>
                  <a:pt x="4414809" y="2808453"/>
                </a:lnTo>
                <a:cubicBezTo>
                  <a:pt x="4415223" y="2808453"/>
                  <a:pt x="4415638" y="2808690"/>
                  <a:pt x="4415875" y="2809104"/>
                </a:cubicBezTo>
                <a:lnTo>
                  <a:pt x="4424758" y="2824503"/>
                </a:lnTo>
                <a:cubicBezTo>
                  <a:pt x="4424996" y="2824858"/>
                  <a:pt x="4424996" y="2825332"/>
                  <a:pt x="4424758" y="2825747"/>
                </a:cubicBezTo>
                <a:lnTo>
                  <a:pt x="4415875" y="2841145"/>
                </a:lnTo>
                <a:cubicBezTo>
                  <a:pt x="4415638" y="2841560"/>
                  <a:pt x="4415223" y="2841797"/>
                  <a:pt x="4414809" y="2841797"/>
                </a:cubicBezTo>
                <a:lnTo>
                  <a:pt x="4397041" y="2841797"/>
                </a:lnTo>
                <a:cubicBezTo>
                  <a:pt x="4396626" y="2841797"/>
                  <a:pt x="4396212" y="2841560"/>
                  <a:pt x="4395975" y="2841145"/>
                </a:cubicBezTo>
                <a:lnTo>
                  <a:pt x="4387091" y="2825747"/>
                </a:lnTo>
                <a:cubicBezTo>
                  <a:pt x="4386855" y="2825391"/>
                  <a:pt x="4386855" y="2824918"/>
                  <a:pt x="4387091" y="2824503"/>
                </a:cubicBezTo>
                <a:lnTo>
                  <a:pt x="4395975" y="2809104"/>
                </a:lnTo>
                <a:cubicBezTo>
                  <a:pt x="4396212" y="2808690"/>
                  <a:pt x="4396626" y="2808453"/>
                  <a:pt x="4397041" y="2808453"/>
                </a:cubicBezTo>
                <a:close/>
                <a:moveTo>
                  <a:pt x="3585302" y="2808276"/>
                </a:moveTo>
                <a:lnTo>
                  <a:pt x="3603307" y="2808276"/>
                </a:lnTo>
                <a:cubicBezTo>
                  <a:pt x="3603780" y="2808276"/>
                  <a:pt x="3604195" y="2808513"/>
                  <a:pt x="3604432" y="2808928"/>
                </a:cubicBezTo>
                <a:lnTo>
                  <a:pt x="3613434" y="2824504"/>
                </a:lnTo>
                <a:cubicBezTo>
                  <a:pt x="3613671" y="2824859"/>
                  <a:pt x="3613671" y="2825333"/>
                  <a:pt x="3613434" y="2825747"/>
                </a:cubicBezTo>
                <a:lnTo>
                  <a:pt x="3604432" y="2841324"/>
                </a:lnTo>
                <a:cubicBezTo>
                  <a:pt x="3604195" y="2841738"/>
                  <a:pt x="3603780" y="2841975"/>
                  <a:pt x="3603307" y="2841975"/>
                </a:cubicBezTo>
                <a:lnTo>
                  <a:pt x="3585302" y="2841975"/>
                </a:lnTo>
                <a:cubicBezTo>
                  <a:pt x="3584829" y="2841975"/>
                  <a:pt x="3584414" y="2841738"/>
                  <a:pt x="3584177" y="2841324"/>
                </a:cubicBezTo>
                <a:lnTo>
                  <a:pt x="3575175" y="2825747"/>
                </a:lnTo>
                <a:cubicBezTo>
                  <a:pt x="3574938" y="2825392"/>
                  <a:pt x="3574938" y="2824919"/>
                  <a:pt x="3575175" y="2824504"/>
                </a:cubicBezTo>
                <a:lnTo>
                  <a:pt x="3584177" y="2808928"/>
                </a:lnTo>
                <a:cubicBezTo>
                  <a:pt x="3584414" y="2808513"/>
                  <a:pt x="3584829" y="2808276"/>
                  <a:pt x="3585302" y="2808276"/>
                </a:cubicBezTo>
                <a:close/>
                <a:moveTo>
                  <a:pt x="3111857" y="2808157"/>
                </a:moveTo>
                <a:lnTo>
                  <a:pt x="3129980" y="2808157"/>
                </a:lnTo>
                <a:cubicBezTo>
                  <a:pt x="3130454" y="2808157"/>
                  <a:pt x="3130869" y="2808394"/>
                  <a:pt x="3131106" y="2808808"/>
                </a:cubicBezTo>
                <a:lnTo>
                  <a:pt x="3140167" y="2824503"/>
                </a:lnTo>
                <a:cubicBezTo>
                  <a:pt x="3140404" y="2824918"/>
                  <a:pt x="3140404" y="2825391"/>
                  <a:pt x="3140167" y="2825806"/>
                </a:cubicBezTo>
                <a:lnTo>
                  <a:pt x="3131106" y="2841501"/>
                </a:lnTo>
                <a:cubicBezTo>
                  <a:pt x="3130869" y="2841915"/>
                  <a:pt x="3130454" y="2842152"/>
                  <a:pt x="3129980" y="2842152"/>
                </a:cubicBezTo>
                <a:lnTo>
                  <a:pt x="3111857" y="2842152"/>
                </a:lnTo>
                <a:cubicBezTo>
                  <a:pt x="3111384" y="2842152"/>
                  <a:pt x="3110969" y="2841915"/>
                  <a:pt x="3110732" y="2841501"/>
                </a:cubicBezTo>
                <a:lnTo>
                  <a:pt x="3101671" y="2825806"/>
                </a:lnTo>
                <a:cubicBezTo>
                  <a:pt x="3101434" y="2825391"/>
                  <a:pt x="3101434" y="2824918"/>
                  <a:pt x="3101671" y="2824503"/>
                </a:cubicBezTo>
                <a:lnTo>
                  <a:pt x="3110732" y="2808808"/>
                </a:lnTo>
                <a:cubicBezTo>
                  <a:pt x="3110969" y="2808394"/>
                  <a:pt x="3111384" y="2808157"/>
                  <a:pt x="3111857" y="2808157"/>
                </a:cubicBezTo>
                <a:close/>
                <a:moveTo>
                  <a:pt x="2503141" y="2808157"/>
                </a:moveTo>
                <a:lnTo>
                  <a:pt x="2521264" y="2808157"/>
                </a:lnTo>
                <a:cubicBezTo>
                  <a:pt x="2521738" y="2808157"/>
                  <a:pt x="2522153" y="2808394"/>
                  <a:pt x="2522390" y="2808808"/>
                </a:cubicBezTo>
                <a:lnTo>
                  <a:pt x="2531451" y="2824503"/>
                </a:lnTo>
                <a:cubicBezTo>
                  <a:pt x="2531688" y="2824918"/>
                  <a:pt x="2531688" y="2825391"/>
                  <a:pt x="2531451" y="2825806"/>
                </a:cubicBezTo>
                <a:lnTo>
                  <a:pt x="2522390" y="2841501"/>
                </a:lnTo>
                <a:cubicBezTo>
                  <a:pt x="2522153" y="2841915"/>
                  <a:pt x="2521738" y="2842152"/>
                  <a:pt x="2521264" y="2842152"/>
                </a:cubicBezTo>
                <a:lnTo>
                  <a:pt x="2503141" y="2842152"/>
                </a:lnTo>
                <a:cubicBezTo>
                  <a:pt x="2502667" y="2842152"/>
                  <a:pt x="2502253" y="2841915"/>
                  <a:pt x="2502016" y="2841501"/>
                </a:cubicBezTo>
                <a:lnTo>
                  <a:pt x="2492955" y="2825806"/>
                </a:lnTo>
                <a:cubicBezTo>
                  <a:pt x="2492718" y="2825391"/>
                  <a:pt x="2492718" y="2824918"/>
                  <a:pt x="2492955" y="2824503"/>
                </a:cubicBezTo>
                <a:lnTo>
                  <a:pt x="2502016" y="2808808"/>
                </a:lnTo>
                <a:cubicBezTo>
                  <a:pt x="2502253" y="2808394"/>
                  <a:pt x="2502667" y="2808157"/>
                  <a:pt x="2503141" y="2808157"/>
                </a:cubicBezTo>
                <a:close/>
                <a:moveTo>
                  <a:pt x="3044162" y="2808039"/>
                </a:moveTo>
                <a:lnTo>
                  <a:pt x="3062404" y="2808039"/>
                </a:lnTo>
                <a:cubicBezTo>
                  <a:pt x="3062878" y="2808039"/>
                  <a:pt x="3063292" y="2808276"/>
                  <a:pt x="3063529" y="2808690"/>
                </a:cubicBezTo>
                <a:lnTo>
                  <a:pt x="3072650" y="2824444"/>
                </a:lnTo>
                <a:cubicBezTo>
                  <a:pt x="3072887" y="2824859"/>
                  <a:pt x="3072887" y="2825333"/>
                  <a:pt x="3072650" y="2825747"/>
                </a:cubicBezTo>
                <a:lnTo>
                  <a:pt x="3063529" y="2841501"/>
                </a:lnTo>
                <a:cubicBezTo>
                  <a:pt x="3063292" y="2841916"/>
                  <a:pt x="3062878" y="2842153"/>
                  <a:pt x="3062404" y="2842153"/>
                </a:cubicBezTo>
                <a:lnTo>
                  <a:pt x="3044162" y="2842153"/>
                </a:lnTo>
                <a:cubicBezTo>
                  <a:pt x="3043689" y="2842153"/>
                  <a:pt x="3043274" y="2841916"/>
                  <a:pt x="3043037" y="2841501"/>
                </a:cubicBezTo>
                <a:lnTo>
                  <a:pt x="3033917" y="2825747"/>
                </a:lnTo>
                <a:cubicBezTo>
                  <a:pt x="3033680" y="2825333"/>
                  <a:pt x="3033680" y="2824859"/>
                  <a:pt x="3033917" y="2824444"/>
                </a:cubicBezTo>
                <a:lnTo>
                  <a:pt x="3043037" y="2808690"/>
                </a:lnTo>
                <a:cubicBezTo>
                  <a:pt x="3043274" y="2808276"/>
                  <a:pt x="3043689" y="2808039"/>
                  <a:pt x="3044162" y="2808039"/>
                </a:cubicBezTo>
                <a:close/>
                <a:moveTo>
                  <a:pt x="2435269" y="2807624"/>
                </a:moveTo>
                <a:lnTo>
                  <a:pt x="2453925" y="2807624"/>
                </a:lnTo>
                <a:cubicBezTo>
                  <a:pt x="2454399" y="2807624"/>
                  <a:pt x="2454814" y="2807861"/>
                  <a:pt x="2455051" y="2808275"/>
                </a:cubicBezTo>
                <a:lnTo>
                  <a:pt x="2464349" y="2824444"/>
                </a:lnTo>
                <a:cubicBezTo>
                  <a:pt x="2464586" y="2824859"/>
                  <a:pt x="2464586" y="2825332"/>
                  <a:pt x="2464349" y="2825747"/>
                </a:cubicBezTo>
                <a:lnTo>
                  <a:pt x="2454992" y="2841916"/>
                </a:lnTo>
                <a:cubicBezTo>
                  <a:pt x="2454755" y="2842330"/>
                  <a:pt x="2454340" y="2842567"/>
                  <a:pt x="2453866" y="2842567"/>
                </a:cubicBezTo>
                <a:lnTo>
                  <a:pt x="2435211" y="2842567"/>
                </a:lnTo>
                <a:cubicBezTo>
                  <a:pt x="2434737" y="2842567"/>
                  <a:pt x="2434322" y="2842330"/>
                  <a:pt x="2434085" y="2841916"/>
                </a:cubicBezTo>
                <a:lnTo>
                  <a:pt x="2424787" y="2825747"/>
                </a:lnTo>
                <a:cubicBezTo>
                  <a:pt x="2424550" y="2825332"/>
                  <a:pt x="2424550" y="2824859"/>
                  <a:pt x="2424787" y="2824444"/>
                </a:cubicBezTo>
                <a:lnTo>
                  <a:pt x="2434144" y="2808275"/>
                </a:lnTo>
                <a:cubicBezTo>
                  <a:pt x="2434381" y="2807861"/>
                  <a:pt x="2434796" y="2807624"/>
                  <a:pt x="2435269" y="2807624"/>
                </a:cubicBezTo>
                <a:close/>
                <a:moveTo>
                  <a:pt x="4464084" y="2807447"/>
                </a:moveTo>
                <a:lnTo>
                  <a:pt x="4482977" y="2807447"/>
                </a:lnTo>
                <a:cubicBezTo>
                  <a:pt x="4483391" y="2807447"/>
                  <a:pt x="4483865" y="2807684"/>
                  <a:pt x="4484102" y="2808098"/>
                </a:cubicBezTo>
                <a:lnTo>
                  <a:pt x="4493518" y="2824445"/>
                </a:lnTo>
                <a:cubicBezTo>
                  <a:pt x="4493755" y="2824859"/>
                  <a:pt x="4493755" y="2825392"/>
                  <a:pt x="4493518" y="2825807"/>
                </a:cubicBezTo>
                <a:lnTo>
                  <a:pt x="4484102" y="2842153"/>
                </a:lnTo>
                <a:cubicBezTo>
                  <a:pt x="4483865" y="2842567"/>
                  <a:pt x="4483450" y="2842804"/>
                  <a:pt x="4482977" y="2842804"/>
                </a:cubicBezTo>
                <a:lnTo>
                  <a:pt x="4464084" y="2842804"/>
                </a:lnTo>
                <a:cubicBezTo>
                  <a:pt x="4463669" y="2842804"/>
                  <a:pt x="4463195" y="2842567"/>
                  <a:pt x="4462959" y="2842153"/>
                </a:cubicBezTo>
                <a:lnTo>
                  <a:pt x="4453541" y="2825807"/>
                </a:lnTo>
                <a:cubicBezTo>
                  <a:pt x="4453305" y="2825392"/>
                  <a:pt x="4453305" y="2824859"/>
                  <a:pt x="4453541" y="2824445"/>
                </a:cubicBezTo>
                <a:lnTo>
                  <a:pt x="4462959" y="2808098"/>
                </a:lnTo>
                <a:cubicBezTo>
                  <a:pt x="4463195" y="2807684"/>
                  <a:pt x="4463610" y="2807447"/>
                  <a:pt x="4464084" y="2807447"/>
                </a:cubicBezTo>
                <a:close/>
                <a:moveTo>
                  <a:pt x="2976172" y="2807447"/>
                </a:moveTo>
                <a:lnTo>
                  <a:pt x="2995065" y="2807447"/>
                </a:lnTo>
                <a:cubicBezTo>
                  <a:pt x="2995479" y="2807447"/>
                  <a:pt x="2995953" y="2807684"/>
                  <a:pt x="2996190" y="2808098"/>
                </a:cubicBezTo>
                <a:lnTo>
                  <a:pt x="3005607" y="2824445"/>
                </a:lnTo>
                <a:cubicBezTo>
                  <a:pt x="3005844" y="2824859"/>
                  <a:pt x="3005844" y="2825392"/>
                  <a:pt x="3005607" y="2825807"/>
                </a:cubicBezTo>
                <a:lnTo>
                  <a:pt x="2996190" y="2842153"/>
                </a:lnTo>
                <a:cubicBezTo>
                  <a:pt x="2995953" y="2842567"/>
                  <a:pt x="2995538" y="2842804"/>
                  <a:pt x="2995065" y="2842804"/>
                </a:cubicBezTo>
                <a:lnTo>
                  <a:pt x="2976172" y="2842804"/>
                </a:lnTo>
                <a:cubicBezTo>
                  <a:pt x="2975757" y="2842804"/>
                  <a:pt x="2975284" y="2842567"/>
                  <a:pt x="2975046" y="2842153"/>
                </a:cubicBezTo>
                <a:lnTo>
                  <a:pt x="2965630" y="2825807"/>
                </a:lnTo>
                <a:cubicBezTo>
                  <a:pt x="2965393" y="2825392"/>
                  <a:pt x="2965393" y="2824859"/>
                  <a:pt x="2965630" y="2824445"/>
                </a:cubicBezTo>
                <a:lnTo>
                  <a:pt x="2975046" y="2808098"/>
                </a:lnTo>
                <a:cubicBezTo>
                  <a:pt x="2975284" y="2807684"/>
                  <a:pt x="2975698" y="2807447"/>
                  <a:pt x="2976172" y="2807447"/>
                </a:cubicBezTo>
                <a:close/>
                <a:moveTo>
                  <a:pt x="2570362" y="2807328"/>
                </a:moveTo>
                <a:lnTo>
                  <a:pt x="2589373" y="2807328"/>
                </a:lnTo>
                <a:cubicBezTo>
                  <a:pt x="2589847" y="2807328"/>
                  <a:pt x="2590321" y="2807565"/>
                  <a:pt x="2590558" y="2807979"/>
                </a:cubicBezTo>
                <a:lnTo>
                  <a:pt x="2600034" y="2824444"/>
                </a:lnTo>
                <a:cubicBezTo>
                  <a:pt x="2600271" y="2824859"/>
                  <a:pt x="2600271" y="2825392"/>
                  <a:pt x="2600034" y="2825806"/>
                </a:cubicBezTo>
                <a:lnTo>
                  <a:pt x="2590558" y="2842271"/>
                </a:lnTo>
                <a:cubicBezTo>
                  <a:pt x="2590262" y="2842686"/>
                  <a:pt x="2589847" y="2842922"/>
                  <a:pt x="2589373" y="2842922"/>
                </a:cubicBezTo>
                <a:lnTo>
                  <a:pt x="2570362" y="2842922"/>
                </a:lnTo>
                <a:cubicBezTo>
                  <a:pt x="2569888" y="2842922"/>
                  <a:pt x="2569415" y="2842686"/>
                  <a:pt x="2569178" y="2842271"/>
                </a:cubicBezTo>
                <a:lnTo>
                  <a:pt x="2559702" y="2825806"/>
                </a:lnTo>
                <a:cubicBezTo>
                  <a:pt x="2559465" y="2825392"/>
                  <a:pt x="2559465" y="2824859"/>
                  <a:pt x="2559702" y="2824444"/>
                </a:cubicBezTo>
                <a:lnTo>
                  <a:pt x="2569178" y="2807979"/>
                </a:lnTo>
                <a:cubicBezTo>
                  <a:pt x="2569474" y="2807565"/>
                  <a:pt x="2569888" y="2807328"/>
                  <a:pt x="2570362" y="2807328"/>
                </a:cubicBezTo>
                <a:close/>
                <a:moveTo>
                  <a:pt x="4531482" y="2807032"/>
                </a:moveTo>
                <a:lnTo>
                  <a:pt x="4550789" y="2807032"/>
                </a:lnTo>
                <a:cubicBezTo>
                  <a:pt x="4551263" y="2807032"/>
                  <a:pt x="4551737" y="2807328"/>
                  <a:pt x="4551974" y="2807743"/>
                </a:cubicBezTo>
                <a:lnTo>
                  <a:pt x="4561627" y="2824503"/>
                </a:lnTo>
                <a:cubicBezTo>
                  <a:pt x="4561864" y="2824918"/>
                  <a:pt x="4561864" y="2825451"/>
                  <a:pt x="4561627" y="2825866"/>
                </a:cubicBezTo>
                <a:lnTo>
                  <a:pt x="4551974" y="2842626"/>
                </a:lnTo>
                <a:cubicBezTo>
                  <a:pt x="4551737" y="2843100"/>
                  <a:pt x="4551263" y="2843337"/>
                  <a:pt x="4550789" y="2843337"/>
                </a:cubicBezTo>
                <a:lnTo>
                  <a:pt x="4531482" y="2843337"/>
                </a:lnTo>
                <a:cubicBezTo>
                  <a:pt x="4531008" y="2843337"/>
                  <a:pt x="4530534" y="2843041"/>
                  <a:pt x="4530298" y="2842626"/>
                </a:cubicBezTo>
                <a:lnTo>
                  <a:pt x="4520644" y="2825866"/>
                </a:lnTo>
                <a:cubicBezTo>
                  <a:pt x="4520407" y="2825451"/>
                  <a:pt x="4520407" y="2824918"/>
                  <a:pt x="4520644" y="2824503"/>
                </a:cubicBezTo>
                <a:lnTo>
                  <a:pt x="4530298" y="2807743"/>
                </a:lnTo>
                <a:cubicBezTo>
                  <a:pt x="4530534" y="2807269"/>
                  <a:pt x="4531008" y="2807032"/>
                  <a:pt x="4531482" y="2807032"/>
                </a:cubicBezTo>
                <a:close/>
                <a:moveTo>
                  <a:pt x="4599058" y="2806913"/>
                </a:moveTo>
                <a:lnTo>
                  <a:pt x="4618484" y="2806913"/>
                </a:lnTo>
                <a:cubicBezTo>
                  <a:pt x="4618958" y="2806913"/>
                  <a:pt x="4619431" y="2807209"/>
                  <a:pt x="4619668" y="2807624"/>
                </a:cubicBezTo>
                <a:lnTo>
                  <a:pt x="4629381" y="2824444"/>
                </a:lnTo>
                <a:cubicBezTo>
                  <a:pt x="4629618" y="2824858"/>
                  <a:pt x="4629618" y="2825391"/>
                  <a:pt x="4629381" y="2825806"/>
                </a:cubicBezTo>
                <a:lnTo>
                  <a:pt x="4619668" y="2842626"/>
                </a:lnTo>
                <a:cubicBezTo>
                  <a:pt x="4619431" y="2843099"/>
                  <a:pt x="4618958" y="2843337"/>
                  <a:pt x="4618484" y="2843337"/>
                </a:cubicBezTo>
                <a:lnTo>
                  <a:pt x="4599058" y="2843337"/>
                </a:lnTo>
                <a:cubicBezTo>
                  <a:pt x="4598585" y="2843337"/>
                  <a:pt x="4598110" y="2843041"/>
                  <a:pt x="4597874" y="2842626"/>
                </a:cubicBezTo>
                <a:lnTo>
                  <a:pt x="4588161" y="2825806"/>
                </a:lnTo>
                <a:cubicBezTo>
                  <a:pt x="4587924" y="2825391"/>
                  <a:pt x="4587924" y="2824858"/>
                  <a:pt x="4588161" y="2824444"/>
                </a:cubicBezTo>
                <a:lnTo>
                  <a:pt x="4597874" y="2807624"/>
                </a:lnTo>
                <a:cubicBezTo>
                  <a:pt x="4598110" y="2807150"/>
                  <a:pt x="4598585" y="2806913"/>
                  <a:pt x="4599058" y="2806913"/>
                </a:cubicBezTo>
                <a:close/>
                <a:moveTo>
                  <a:pt x="2367160" y="2806677"/>
                </a:moveTo>
                <a:lnTo>
                  <a:pt x="2386823" y="2806677"/>
                </a:lnTo>
                <a:cubicBezTo>
                  <a:pt x="2387297" y="2806677"/>
                  <a:pt x="2387771" y="2806973"/>
                  <a:pt x="2388008" y="2807388"/>
                </a:cubicBezTo>
                <a:lnTo>
                  <a:pt x="2397839" y="2824385"/>
                </a:lnTo>
                <a:cubicBezTo>
                  <a:pt x="2398076" y="2824800"/>
                  <a:pt x="2398076" y="2825333"/>
                  <a:pt x="2397839" y="2825747"/>
                </a:cubicBezTo>
                <a:lnTo>
                  <a:pt x="2388008" y="2842745"/>
                </a:lnTo>
                <a:cubicBezTo>
                  <a:pt x="2387771" y="2843159"/>
                  <a:pt x="2387297" y="2843456"/>
                  <a:pt x="2386823" y="2843456"/>
                </a:cubicBezTo>
                <a:lnTo>
                  <a:pt x="2367160" y="2843456"/>
                </a:lnTo>
                <a:cubicBezTo>
                  <a:pt x="2366687" y="2843456"/>
                  <a:pt x="2366213" y="2843159"/>
                  <a:pt x="2365976" y="2842745"/>
                </a:cubicBezTo>
                <a:lnTo>
                  <a:pt x="2356145" y="2825747"/>
                </a:lnTo>
                <a:cubicBezTo>
                  <a:pt x="2355908" y="2825333"/>
                  <a:pt x="2355908" y="2824800"/>
                  <a:pt x="2356145" y="2824385"/>
                </a:cubicBezTo>
                <a:lnTo>
                  <a:pt x="2365976" y="2807388"/>
                </a:lnTo>
                <a:cubicBezTo>
                  <a:pt x="2366213" y="2806973"/>
                  <a:pt x="2366687" y="2806677"/>
                  <a:pt x="2367160" y="2806677"/>
                </a:cubicBezTo>
                <a:close/>
                <a:moveTo>
                  <a:pt x="4936819" y="2806203"/>
                </a:moveTo>
                <a:lnTo>
                  <a:pt x="4957015" y="2806203"/>
                </a:lnTo>
                <a:cubicBezTo>
                  <a:pt x="4957548" y="2806203"/>
                  <a:pt x="4958022" y="2806499"/>
                  <a:pt x="4958259" y="2806914"/>
                </a:cubicBezTo>
                <a:lnTo>
                  <a:pt x="4968327" y="2824385"/>
                </a:lnTo>
                <a:cubicBezTo>
                  <a:pt x="4968564" y="2824800"/>
                  <a:pt x="4968564" y="2825392"/>
                  <a:pt x="4968327" y="2825806"/>
                </a:cubicBezTo>
                <a:lnTo>
                  <a:pt x="4958199" y="2843278"/>
                </a:lnTo>
                <a:cubicBezTo>
                  <a:pt x="4957903" y="2843693"/>
                  <a:pt x="4957430" y="2843989"/>
                  <a:pt x="4956955" y="2843989"/>
                </a:cubicBezTo>
                <a:lnTo>
                  <a:pt x="4936760" y="2843989"/>
                </a:lnTo>
                <a:cubicBezTo>
                  <a:pt x="4936226" y="2843989"/>
                  <a:pt x="4935753" y="2843693"/>
                  <a:pt x="4935516" y="2843278"/>
                </a:cubicBezTo>
                <a:lnTo>
                  <a:pt x="4925448" y="2825806"/>
                </a:lnTo>
                <a:cubicBezTo>
                  <a:pt x="4925211" y="2825392"/>
                  <a:pt x="4925211" y="2824800"/>
                  <a:pt x="4925448" y="2824385"/>
                </a:cubicBezTo>
                <a:lnTo>
                  <a:pt x="4935575" y="2806914"/>
                </a:lnTo>
                <a:cubicBezTo>
                  <a:pt x="4935872" y="2806499"/>
                  <a:pt x="4936345" y="2806203"/>
                  <a:pt x="4936819" y="2806203"/>
                </a:cubicBezTo>
                <a:close/>
                <a:moveTo>
                  <a:pt x="2231416" y="2805847"/>
                </a:moveTo>
                <a:lnTo>
                  <a:pt x="2251968" y="2805847"/>
                </a:lnTo>
                <a:cubicBezTo>
                  <a:pt x="2252441" y="2805847"/>
                  <a:pt x="2252974" y="2806084"/>
                  <a:pt x="2253211" y="2806558"/>
                </a:cubicBezTo>
                <a:lnTo>
                  <a:pt x="2263457" y="2824325"/>
                </a:lnTo>
                <a:cubicBezTo>
                  <a:pt x="2263694" y="2824799"/>
                  <a:pt x="2263694" y="2825332"/>
                  <a:pt x="2263457" y="2825806"/>
                </a:cubicBezTo>
                <a:lnTo>
                  <a:pt x="2253211" y="2843573"/>
                </a:lnTo>
                <a:cubicBezTo>
                  <a:pt x="2252974" y="2843988"/>
                  <a:pt x="2252500" y="2844284"/>
                  <a:pt x="2251968" y="2844284"/>
                </a:cubicBezTo>
                <a:lnTo>
                  <a:pt x="2231416" y="2844284"/>
                </a:lnTo>
                <a:cubicBezTo>
                  <a:pt x="2230942" y="2844284"/>
                  <a:pt x="2230410" y="2844047"/>
                  <a:pt x="2230173" y="2843573"/>
                </a:cubicBezTo>
                <a:lnTo>
                  <a:pt x="2219927" y="2825806"/>
                </a:lnTo>
                <a:cubicBezTo>
                  <a:pt x="2219690" y="2825332"/>
                  <a:pt x="2219690" y="2824799"/>
                  <a:pt x="2219927" y="2824325"/>
                </a:cubicBezTo>
                <a:lnTo>
                  <a:pt x="2230173" y="2806558"/>
                </a:lnTo>
                <a:cubicBezTo>
                  <a:pt x="2230410" y="2806143"/>
                  <a:pt x="2230883" y="2805847"/>
                  <a:pt x="2231416" y="2805847"/>
                </a:cubicBezTo>
                <a:close/>
                <a:moveTo>
                  <a:pt x="4665805" y="2805255"/>
                </a:moveTo>
                <a:lnTo>
                  <a:pt x="4687007" y="2805255"/>
                </a:lnTo>
                <a:cubicBezTo>
                  <a:pt x="4687540" y="2805255"/>
                  <a:pt x="4688014" y="2805551"/>
                  <a:pt x="4688310" y="2806025"/>
                </a:cubicBezTo>
                <a:lnTo>
                  <a:pt x="4698911" y="2824385"/>
                </a:lnTo>
                <a:cubicBezTo>
                  <a:pt x="4699208" y="2824799"/>
                  <a:pt x="4699208" y="2825391"/>
                  <a:pt x="4698911" y="2825865"/>
                </a:cubicBezTo>
                <a:lnTo>
                  <a:pt x="4688310" y="2844225"/>
                </a:lnTo>
                <a:cubicBezTo>
                  <a:pt x="4688014" y="2844699"/>
                  <a:pt x="4687540" y="2844995"/>
                  <a:pt x="4687007" y="2844995"/>
                </a:cubicBezTo>
                <a:lnTo>
                  <a:pt x="4665805" y="2844995"/>
                </a:lnTo>
                <a:cubicBezTo>
                  <a:pt x="4665271" y="2844995"/>
                  <a:pt x="4664798" y="2844699"/>
                  <a:pt x="4664502" y="2844225"/>
                </a:cubicBezTo>
                <a:lnTo>
                  <a:pt x="4653900" y="2825865"/>
                </a:lnTo>
                <a:cubicBezTo>
                  <a:pt x="4653604" y="2825451"/>
                  <a:pt x="4653604" y="2824858"/>
                  <a:pt x="4653900" y="2824385"/>
                </a:cubicBezTo>
                <a:lnTo>
                  <a:pt x="4664502" y="2806025"/>
                </a:lnTo>
                <a:cubicBezTo>
                  <a:pt x="4664798" y="2805551"/>
                  <a:pt x="4665271" y="2805255"/>
                  <a:pt x="4665805" y="2805255"/>
                </a:cubicBezTo>
                <a:close/>
                <a:moveTo>
                  <a:pt x="2163427" y="2805137"/>
                </a:moveTo>
                <a:lnTo>
                  <a:pt x="2184748" y="2805137"/>
                </a:lnTo>
                <a:cubicBezTo>
                  <a:pt x="2185281" y="2805137"/>
                  <a:pt x="2185755" y="2805433"/>
                  <a:pt x="2186051" y="2805907"/>
                </a:cubicBezTo>
                <a:lnTo>
                  <a:pt x="2196711" y="2824385"/>
                </a:lnTo>
                <a:cubicBezTo>
                  <a:pt x="2197007" y="2824800"/>
                  <a:pt x="2197007" y="2825392"/>
                  <a:pt x="2196711" y="2825866"/>
                </a:cubicBezTo>
                <a:lnTo>
                  <a:pt x="2186051" y="2844344"/>
                </a:lnTo>
                <a:cubicBezTo>
                  <a:pt x="2185755" y="2844818"/>
                  <a:pt x="2185281" y="2845114"/>
                  <a:pt x="2184748" y="2845114"/>
                </a:cubicBezTo>
                <a:lnTo>
                  <a:pt x="2163427" y="2845114"/>
                </a:lnTo>
                <a:cubicBezTo>
                  <a:pt x="2162893" y="2845114"/>
                  <a:pt x="2162420" y="2844818"/>
                  <a:pt x="2162123" y="2844344"/>
                </a:cubicBezTo>
                <a:lnTo>
                  <a:pt x="2151463" y="2825866"/>
                </a:lnTo>
                <a:cubicBezTo>
                  <a:pt x="2151167" y="2825451"/>
                  <a:pt x="2151167" y="2824859"/>
                  <a:pt x="2151463" y="2824385"/>
                </a:cubicBezTo>
                <a:lnTo>
                  <a:pt x="2162123" y="2805907"/>
                </a:lnTo>
                <a:cubicBezTo>
                  <a:pt x="2162420" y="2805433"/>
                  <a:pt x="2162893" y="2805137"/>
                  <a:pt x="2163427" y="2805137"/>
                </a:cubicBezTo>
                <a:close/>
                <a:moveTo>
                  <a:pt x="1960522" y="2805137"/>
                </a:moveTo>
                <a:lnTo>
                  <a:pt x="1981843" y="2805137"/>
                </a:lnTo>
                <a:cubicBezTo>
                  <a:pt x="1982376" y="2805137"/>
                  <a:pt x="1982850" y="2805433"/>
                  <a:pt x="1983146" y="2805907"/>
                </a:cubicBezTo>
                <a:lnTo>
                  <a:pt x="1993806" y="2824385"/>
                </a:lnTo>
                <a:cubicBezTo>
                  <a:pt x="1994102" y="2824800"/>
                  <a:pt x="1994102" y="2825392"/>
                  <a:pt x="1993806" y="2825866"/>
                </a:cubicBezTo>
                <a:lnTo>
                  <a:pt x="1983146" y="2844344"/>
                </a:lnTo>
                <a:cubicBezTo>
                  <a:pt x="1982850" y="2844818"/>
                  <a:pt x="1982376" y="2845114"/>
                  <a:pt x="1981843" y="2845114"/>
                </a:cubicBezTo>
                <a:lnTo>
                  <a:pt x="1960522" y="2845114"/>
                </a:lnTo>
                <a:cubicBezTo>
                  <a:pt x="1959988" y="2845114"/>
                  <a:pt x="1959515" y="2844818"/>
                  <a:pt x="1959219" y="2844344"/>
                </a:cubicBezTo>
                <a:lnTo>
                  <a:pt x="1948558" y="2825866"/>
                </a:lnTo>
                <a:cubicBezTo>
                  <a:pt x="1948262" y="2825451"/>
                  <a:pt x="1948262" y="2824859"/>
                  <a:pt x="1948558" y="2824385"/>
                </a:cubicBezTo>
                <a:lnTo>
                  <a:pt x="1959219" y="2805907"/>
                </a:lnTo>
                <a:cubicBezTo>
                  <a:pt x="1959515" y="2805433"/>
                  <a:pt x="1959988" y="2805137"/>
                  <a:pt x="1960522" y="2805137"/>
                </a:cubicBezTo>
                <a:close/>
                <a:moveTo>
                  <a:pt x="2095732" y="2805018"/>
                </a:moveTo>
                <a:lnTo>
                  <a:pt x="2117171" y="2805018"/>
                </a:lnTo>
                <a:cubicBezTo>
                  <a:pt x="2117704" y="2805018"/>
                  <a:pt x="2118178" y="2805314"/>
                  <a:pt x="2118474" y="2805788"/>
                </a:cubicBezTo>
                <a:lnTo>
                  <a:pt x="2129194" y="2824325"/>
                </a:lnTo>
                <a:cubicBezTo>
                  <a:pt x="2129490" y="2824799"/>
                  <a:pt x="2129490" y="2825391"/>
                  <a:pt x="2129194" y="2825865"/>
                </a:cubicBezTo>
                <a:lnTo>
                  <a:pt x="2118474" y="2844403"/>
                </a:lnTo>
                <a:cubicBezTo>
                  <a:pt x="2118178" y="2844877"/>
                  <a:pt x="2117704" y="2845173"/>
                  <a:pt x="2117171" y="2845173"/>
                </a:cubicBezTo>
                <a:lnTo>
                  <a:pt x="2095732" y="2845173"/>
                </a:lnTo>
                <a:cubicBezTo>
                  <a:pt x="2095199" y="2845173"/>
                  <a:pt x="2094725" y="2844877"/>
                  <a:pt x="2094429" y="2844403"/>
                </a:cubicBezTo>
                <a:lnTo>
                  <a:pt x="2083709" y="2825865"/>
                </a:lnTo>
                <a:cubicBezTo>
                  <a:pt x="2083413" y="2825391"/>
                  <a:pt x="2083413" y="2824799"/>
                  <a:pt x="2083709" y="2824325"/>
                </a:cubicBezTo>
                <a:lnTo>
                  <a:pt x="2094429" y="2805788"/>
                </a:lnTo>
                <a:cubicBezTo>
                  <a:pt x="2094725" y="2805314"/>
                  <a:pt x="2095199" y="2805018"/>
                  <a:pt x="2095732" y="2805018"/>
                </a:cubicBezTo>
                <a:close/>
                <a:moveTo>
                  <a:pt x="2298637" y="2804959"/>
                </a:moveTo>
                <a:lnTo>
                  <a:pt x="2320136" y="2804959"/>
                </a:lnTo>
                <a:cubicBezTo>
                  <a:pt x="2320669" y="2804959"/>
                  <a:pt x="2321143" y="2805255"/>
                  <a:pt x="2321439" y="2805729"/>
                </a:cubicBezTo>
                <a:lnTo>
                  <a:pt x="2332218" y="2824385"/>
                </a:lnTo>
                <a:cubicBezTo>
                  <a:pt x="2332514" y="2824859"/>
                  <a:pt x="2332514" y="2825451"/>
                  <a:pt x="2332218" y="2825925"/>
                </a:cubicBezTo>
                <a:lnTo>
                  <a:pt x="2321439" y="2844581"/>
                </a:lnTo>
                <a:cubicBezTo>
                  <a:pt x="2321202" y="2845055"/>
                  <a:pt x="2320669" y="2845351"/>
                  <a:pt x="2320136" y="2845351"/>
                </a:cubicBezTo>
                <a:lnTo>
                  <a:pt x="2298637" y="2845351"/>
                </a:lnTo>
                <a:cubicBezTo>
                  <a:pt x="2298104" y="2845351"/>
                  <a:pt x="2297630" y="2845055"/>
                  <a:pt x="2297334" y="2844581"/>
                </a:cubicBezTo>
                <a:lnTo>
                  <a:pt x="2286555" y="2825925"/>
                </a:lnTo>
                <a:cubicBezTo>
                  <a:pt x="2286259" y="2825451"/>
                  <a:pt x="2286259" y="2824859"/>
                  <a:pt x="2286555" y="2824385"/>
                </a:cubicBezTo>
                <a:lnTo>
                  <a:pt x="2297334" y="2805729"/>
                </a:lnTo>
                <a:cubicBezTo>
                  <a:pt x="2297571" y="2805255"/>
                  <a:pt x="2298104" y="2804959"/>
                  <a:pt x="2298637" y="2804959"/>
                </a:cubicBezTo>
                <a:close/>
                <a:moveTo>
                  <a:pt x="2028037" y="2804841"/>
                </a:moveTo>
                <a:lnTo>
                  <a:pt x="2049654" y="2804841"/>
                </a:lnTo>
                <a:cubicBezTo>
                  <a:pt x="2050188" y="2804841"/>
                  <a:pt x="2050661" y="2805137"/>
                  <a:pt x="2050958" y="2805611"/>
                </a:cubicBezTo>
                <a:lnTo>
                  <a:pt x="2061795" y="2824326"/>
                </a:lnTo>
                <a:cubicBezTo>
                  <a:pt x="2062092" y="2824800"/>
                  <a:pt x="2062092" y="2825392"/>
                  <a:pt x="2061795" y="2825866"/>
                </a:cubicBezTo>
                <a:lnTo>
                  <a:pt x="2050958" y="2844581"/>
                </a:lnTo>
                <a:cubicBezTo>
                  <a:pt x="2050720" y="2845055"/>
                  <a:pt x="2050188" y="2845351"/>
                  <a:pt x="2049654" y="2845351"/>
                </a:cubicBezTo>
                <a:lnTo>
                  <a:pt x="2028037" y="2845351"/>
                </a:lnTo>
                <a:cubicBezTo>
                  <a:pt x="2027504" y="2845351"/>
                  <a:pt x="2027030" y="2845055"/>
                  <a:pt x="2026734" y="2844581"/>
                </a:cubicBezTo>
                <a:lnTo>
                  <a:pt x="2015896" y="2825866"/>
                </a:lnTo>
                <a:cubicBezTo>
                  <a:pt x="2015600" y="2825392"/>
                  <a:pt x="2015600" y="2824800"/>
                  <a:pt x="2015896" y="2824326"/>
                </a:cubicBezTo>
                <a:lnTo>
                  <a:pt x="2026734" y="2805611"/>
                </a:lnTo>
                <a:cubicBezTo>
                  <a:pt x="2026971" y="2805137"/>
                  <a:pt x="2027504" y="2804841"/>
                  <a:pt x="2028037" y="2804841"/>
                </a:cubicBezTo>
                <a:close/>
                <a:moveTo>
                  <a:pt x="1825073" y="2804722"/>
                </a:moveTo>
                <a:lnTo>
                  <a:pt x="1846809" y="2804722"/>
                </a:lnTo>
                <a:cubicBezTo>
                  <a:pt x="1847342" y="2804722"/>
                  <a:pt x="1847816" y="2805018"/>
                  <a:pt x="1848112" y="2805492"/>
                </a:cubicBezTo>
                <a:lnTo>
                  <a:pt x="1858950" y="2824325"/>
                </a:lnTo>
                <a:cubicBezTo>
                  <a:pt x="1859246" y="2824799"/>
                  <a:pt x="1859246" y="2825392"/>
                  <a:pt x="1858950" y="2825865"/>
                </a:cubicBezTo>
                <a:lnTo>
                  <a:pt x="1848053" y="2844699"/>
                </a:lnTo>
                <a:cubicBezTo>
                  <a:pt x="1847816" y="2845173"/>
                  <a:pt x="1847283" y="2845469"/>
                  <a:pt x="1846750" y="2845469"/>
                </a:cubicBezTo>
                <a:lnTo>
                  <a:pt x="1825014" y="2845469"/>
                </a:lnTo>
                <a:cubicBezTo>
                  <a:pt x="1824481" y="2845469"/>
                  <a:pt x="1824007" y="2845173"/>
                  <a:pt x="1823711" y="2844699"/>
                </a:cubicBezTo>
                <a:lnTo>
                  <a:pt x="1812873" y="2825865"/>
                </a:lnTo>
                <a:cubicBezTo>
                  <a:pt x="1812577" y="2825392"/>
                  <a:pt x="1812577" y="2824799"/>
                  <a:pt x="1812873" y="2824325"/>
                </a:cubicBezTo>
                <a:lnTo>
                  <a:pt x="1823770" y="2805492"/>
                </a:lnTo>
                <a:cubicBezTo>
                  <a:pt x="1824007" y="2805018"/>
                  <a:pt x="1824540" y="2804722"/>
                  <a:pt x="1825073" y="2804722"/>
                </a:cubicBezTo>
                <a:close/>
                <a:moveTo>
                  <a:pt x="1892590" y="2804545"/>
                </a:moveTo>
                <a:lnTo>
                  <a:pt x="1914563" y="2804545"/>
                </a:lnTo>
                <a:cubicBezTo>
                  <a:pt x="1915155" y="2804545"/>
                  <a:pt x="1915629" y="2804841"/>
                  <a:pt x="1915925" y="2805315"/>
                </a:cubicBezTo>
                <a:lnTo>
                  <a:pt x="1926881" y="2824326"/>
                </a:lnTo>
                <a:cubicBezTo>
                  <a:pt x="1927177" y="2824800"/>
                  <a:pt x="1927177" y="2825392"/>
                  <a:pt x="1926881" y="2825866"/>
                </a:cubicBezTo>
                <a:lnTo>
                  <a:pt x="1915866" y="2844877"/>
                </a:lnTo>
                <a:cubicBezTo>
                  <a:pt x="1915569" y="2845351"/>
                  <a:pt x="1915036" y="2845647"/>
                  <a:pt x="1914503" y="2845647"/>
                </a:cubicBezTo>
                <a:lnTo>
                  <a:pt x="1892531" y="2845647"/>
                </a:lnTo>
                <a:cubicBezTo>
                  <a:pt x="1891938" y="2845647"/>
                  <a:pt x="1891465" y="2845351"/>
                  <a:pt x="1891169" y="2844877"/>
                </a:cubicBezTo>
                <a:lnTo>
                  <a:pt x="1880212" y="2825866"/>
                </a:lnTo>
                <a:cubicBezTo>
                  <a:pt x="1879916" y="2825392"/>
                  <a:pt x="1879916" y="2824800"/>
                  <a:pt x="1880212" y="2824326"/>
                </a:cubicBezTo>
                <a:lnTo>
                  <a:pt x="1891228" y="2805315"/>
                </a:lnTo>
                <a:cubicBezTo>
                  <a:pt x="1891524" y="2804841"/>
                  <a:pt x="1892057" y="2804545"/>
                  <a:pt x="1892590" y="2804545"/>
                </a:cubicBezTo>
                <a:close/>
                <a:moveTo>
                  <a:pt x="4732848" y="2804189"/>
                </a:moveTo>
                <a:lnTo>
                  <a:pt x="4755176" y="2804189"/>
                </a:lnTo>
                <a:cubicBezTo>
                  <a:pt x="4755709" y="2804189"/>
                  <a:pt x="4756242" y="2804485"/>
                  <a:pt x="4756538" y="2804959"/>
                </a:cubicBezTo>
                <a:lnTo>
                  <a:pt x="4767672" y="2824266"/>
                </a:lnTo>
                <a:cubicBezTo>
                  <a:pt x="4767969" y="2824799"/>
                  <a:pt x="4767969" y="2825391"/>
                  <a:pt x="4767672" y="2825865"/>
                </a:cubicBezTo>
                <a:lnTo>
                  <a:pt x="4756538" y="2845173"/>
                </a:lnTo>
                <a:cubicBezTo>
                  <a:pt x="4756242" y="2845647"/>
                  <a:pt x="4755709" y="2845943"/>
                  <a:pt x="4755176" y="2845943"/>
                </a:cubicBezTo>
                <a:lnTo>
                  <a:pt x="4732848" y="2845943"/>
                </a:lnTo>
                <a:cubicBezTo>
                  <a:pt x="4732315" y="2845943"/>
                  <a:pt x="4731782" y="2845647"/>
                  <a:pt x="4731486" y="2845173"/>
                </a:cubicBezTo>
                <a:lnTo>
                  <a:pt x="4720351" y="2825865"/>
                </a:lnTo>
                <a:cubicBezTo>
                  <a:pt x="4720055" y="2825332"/>
                  <a:pt x="4720055" y="2824740"/>
                  <a:pt x="4720351" y="2824266"/>
                </a:cubicBezTo>
                <a:lnTo>
                  <a:pt x="4731486" y="2804959"/>
                </a:lnTo>
                <a:cubicBezTo>
                  <a:pt x="4731782" y="2804485"/>
                  <a:pt x="4732315" y="2804189"/>
                  <a:pt x="4732848" y="2804189"/>
                </a:cubicBezTo>
                <a:close/>
                <a:moveTo>
                  <a:pt x="4800127" y="2803360"/>
                </a:moveTo>
                <a:lnTo>
                  <a:pt x="4823284" y="2803360"/>
                </a:lnTo>
                <a:cubicBezTo>
                  <a:pt x="4823876" y="2803360"/>
                  <a:pt x="4824409" y="2803715"/>
                  <a:pt x="4824705" y="2804189"/>
                </a:cubicBezTo>
                <a:lnTo>
                  <a:pt x="4836313" y="2824266"/>
                </a:lnTo>
                <a:cubicBezTo>
                  <a:pt x="4836609" y="2824799"/>
                  <a:pt x="4836609" y="2825451"/>
                  <a:pt x="4836313" y="2825925"/>
                </a:cubicBezTo>
                <a:lnTo>
                  <a:pt x="4824705" y="2846002"/>
                </a:lnTo>
                <a:cubicBezTo>
                  <a:pt x="4824409" y="2846535"/>
                  <a:pt x="4823876" y="2846831"/>
                  <a:pt x="4823284" y="2846831"/>
                </a:cubicBezTo>
                <a:lnTo>
                  <a:pt x="4800127" y="2846831"/>
                </a:lnTo>
                <a:cubicBezTo>
                  <a:pt x="4799534" y="2846831"/>
                  <a:pt x="4799002" y="2846476"/>
                  <a:pt x="4798705" y="2846002"/>
                </a:cubicBezTo>
                <a:lnTo>
                  <a:pt x="4787097" y="2825925"/>
                </a:lnTo>
                <a:cubicBezTo>
                  <a:pt x="4786801" y="2825392"/>
                  <a:pt x="4786801" y="2824740"/>
                  <a:pt x="4787097" y="2824266"/>
                </a:cubicBezTo>
                <a:lnTo>
                  <a:pt x="4798705" y="2804189"/>
                </a:lnTo>
                <a:cubicBezTo>
                  <a:pt x="4799002" y="2803656"/>
                  <a:pt x="4799534" y="2803360"/>
                  <a:pt x="4800127" y="2803360"/>
                </a:cubicBezTo>
                <a:close/>
                <a:moveTo>
                  <a:pt x="4867644" y="2803182"/>
                </a:moveTo>
                <a:lnTo>
                  <a:pt x="4891038" y="2803182"/>
                </a:lnTo>
                <a:cubicBezTo>
                  <a:pt x="4891631" y="2803182"/>
                  <a:pt x="4892163" y="2803478"/>
                  <a:pt x="4892460" y="2804011"/>
                </a:cubicBezTo>
                <a:lnTo>
                  <a:pt x="4904127" y="2824266"/>
                </a:lnTo>
                <a:cubicBezTo>
                  <a:pt x="4904423" y="2824799"/>
                  <a:pt x="4904423" y="2825391"/>
                  <a:pt x="4904127" y="2825925"/>
                </a:cubicBezTo>
                <a:lnTo>
                  <a:pt x="4892401" y="2846179"/>
                </a:lnTo>
                <a:cubicBezTo>
                  <a:pt x="4892104" y="2846713"/>
                  <a:pt x="4891571" y="2847009"/>
                  <a:pt x="4890979" y="2847009"/>
                </a:cubicBezTo>
                <a:lnTo>
                  <a:pt x="4867585" y="2847009"/>
                </a:lnTo>
                <a:cubicBezTo>
                  <a:pt x="4866993" y="2847009"/>
                  <a:pt x="4866460" y="2846713"/>
                  <a:pt x="4866163" y="2846179"/>
                </a:cubicBezTo>
                <a:lnTo>
                  <a:pt x="4854496" y="2825925"/>
                </a:lnTo>
                <a:cubicBezTo>
                  <a:pt x="4854200" y="2825391"/>
                  <a:pt x="4854200" y="2824799"/>
                  <a:pt x="4854496" y="2824266"/>
                </a:cubicBezTo>
                <a:lnTo>
                  <a:pt x="4866223" y="2804011"/>
                </a:lnTo>
                <a:cubicBezTo>
                  <a:pt x="4866519" y="2803478"/>
                  <a:pt x="4867052" y="2803182"/>
                  <a:pt x="4867644" y="2803182"/>
                </a:cubicBezTo>
                <a:close/>
                <a:moveTo>
                  <a:pt x="2708179" y="2753433"/>
                </a:moveTo>
                <a:lnTo>
                  <a:pt x="2722097" y="2753433"/>
                </a:lnTo>
                <a:cubicBezTo>
                  <a:pt x="2722452" y="2753433"/>
                  <a:pt x="2722748" y="2753610"/>
                  <a:pt x="2722926" y="2753907"/>
                </a:cubicBezTo>
                <a:lnTo>
                  <a:pt x="2729855" y="2765929"/>
                </a:lnTo>
                <a:cubicBezTo>
                  <a:pt x="2730033" y="2766225"/>
                  <a:pt x="2730033" y="2766640"/>
                  <a:pt x="2729855" y="2766936"/>
                </a:cubicBezTo>
                <a:lnTo>
                  <a:pt x="2722867" y="2778959"/>
                </a:lnTo>
                <a:cubicBezTo>
                  <a:pt x="2722689" y="2779255"/>
                  <a:pt x="2722393" y="2779433"/>
                  <a:pt x="2722038" y="2779433"/>
                </a:cubicBezTo>
                <a:lnTo>
                  <a:pt x="2708120" y="2779433"/>
                </a:lnTo>
                <a:cubicBezTo>
                  <a:pt x="2707764" y="2779433"/>
                  <a:pt x="2707468" y="2779255"/>
                  <a:pt x="2707291" y="2778959"/>
                </a:cubicBezTo>
                <a:lnTo>
                  <a:pt x="2700361" y="2766936"/>
                </a:lnTo>
                <a:cubicBezTo>
                  <a:pt x="2700184" y="2766640"/>
                  <a:pt x="2700184" y="2766225"/>
                  <a:pt x="2700361" y="2765929"/>
                </a:cubicBezTo>
                <a:lnTo>
                  <a:pt x="2707350" y="2753907"/>
                </a:lnTo>
                <a:cubicBezTo>
                  <a:pt x="2707527" y="2753610"/>
                  <a:pt x="2707824" y="2753433"/>
                  <a:pt x="2708179" y="2753433"/>
                </a:cubicBezTo>
                <a:close/>
                <a:moveTo>
                  <a:pt x="4060642" y="2753256"/>
                </a:moveTo>
                <a:lnTo>
                  <a:pt x="4074797" y="2753256"/>
                </a:lnTo>
                <a:cubicBezTo>
                  <a:pt x="4075153" y="2753256"/>
                  <a:pt x="4075508" y="2753434"/>
                  <a:pt x="4075686" y="2753730"/>
                </a:cubicBezTo>
                <a:lnTo>
                  <a:pt x="4082733" y="2765990"/>
                </a:lnTo>
                <a:cubicBezTo>
                  <a:pt x="4082911" y="2766286"/>
                  <a:pt x="4082911" y="2766700"/>
                  <a:pt x="4082733" y="2766996"/>
                </a:cubicBezTo>
                <a:lnTo>
                  <a:pt x="4075686" y="2779256"/>
                </a:lnTo>
                <a:cubicBezTo>
                  <a:pt x="4075449" y="2779552"/>
                  <a:pt x="4075153" y="2779730"/>
                  <a:pt x="4074797" y="2779730"/>
                </a:cubicBezTo>
                <a:lnTo>
                  <a:pt x="4060642" y="2779730"/>
                </a:lnTo>
                <a:cubicBezTo>
                  <a:pt x="4060287" y="2779730"/>
                  <a:pt x="4059932" y="2779552"/>
                  <a:pt x="4059754" y="2779256"/>
                </a:cubicBezTo>
                <a:lnTo>
                  <a:pt x="4052706" y="2766996"/>
                </a:lnTo>
                <a:cubicBezTo>
                  <a:pt x="4052529" y="2766700"/>
                  <a:pt x="4052529" y="2766286"/>
                  <a:pt x="4052706" y="2765990"/>
                </a:cubicBezTo>
                <a:lnTo>
                  <a:pt x="4059754" y="2753730"/>
                </a:lnTo>
                <a:cubicBezTo>
                  <a:pt x="4059991" y="2753434"/>
                  <a:pt x="4060287" y="2753256"/>
                  <a:pt x="4060642" y="2753256"/>
                </a:cubicBezTo>
                <a:close/>
                <a:moveTo>
                  <a:pt x="2775577" y="2753078"/>
                </a:moveTo>
                <a:lnTo>
                  <a:pt x="2789909" y="2753078"/>
                </a:lnTo>
                <a:cubicBezTo>
                  <a:pt x="2790265" y="2753078"/>
                  <a:pt x="2790620" y="2753315"/>
                  <a:pt x="2790798" y="2753611"/>
                </a:cubicBezTo>
                <a:lnTo>
                  <a:pt x="2797964" y="2766048"/>
                </a:lnTo>
                <a:cubicBezTo>
                  <a:pt x="2798142" y="2766344"/>
                  <a:pt x="2798142" y="2766759"/>
                  <a:pt x="2797964" y="2767055"/>
                </a:cubicBezTo>
                <a:lnTo>
                  <a:pt x="2790798" y="2779492"/>
                </a:lnTo>
                <a:cubicBezTo>
                  <a:pt x="2790620" y="2779847"/>
                  <a:pt x="2790265" y="2780025"/>
                  <a:pt x="2789909" y="2780025"/>
                </a:cubicBezTo>
                <a:lnTo>
                  <a:pt x="2775577" y="2780025"/>
                </a:lnTo>
                <a:cubicBezTo>
                  <a:pt x="2775222" y="2780025"/>
                  <a:pt x="2774866" y="2779788"/>
                  <a:pt x="2774688" y="2779492"/>
                </a:cubicBezTo>
                <a:lnTo>
                  <a:pt x="2767522" y="2767055"/>
                </a:lnTo>
                <a:cubicBezTo>
                  <a:pt x="2767345" y="2766759"/>
                  <a:pt x="2767345" y="2766344"/>
                  <a:pt x="2767522" y="2766048"/>
                </a:cubicBezTo>
                <a:lnTo>
                  <a:pt x="2774688" y="2753611"/>
                </a:lnTo>
                <a:cubicBezTo>
                  <a:pt x="2774866" y="2753255"/>
                  <a:pt x="2775222" y="2753078"/>
                  <a:pt x="2775577" y="2753078"/>
                </a:cubicBezTo>
                <a:close/>
                <a:moveTo>
                  <a:pt x="4128159" y="2752960"/>
                </a:moveTo>
                <a:lnTo>
                  <a:pt x="4142610" y="2752960"/>
                </a:lnTo>
                <a:cubicBezTo>
                  <a:pt x="4142965" y="2752960"/>
                  <a:pt x="4143321" y="2753197"/>
                  <a:pt x="4143498" y="2753493"/>
                </a:cubicBezTo>
                <a:lnTo>
                  <a:pt x="4150724" y="2766049"/>
                </a:lnTo>
                <a:cubicBezTo>
                  <a:pt x="4150901" y="2766345"/>
                  <a:pt x="4150901" y="2766760"/>
                  <a:pt x="4150724" y="2767056"/>
                </a:cubicBezTo>
                <a:lnTo>
                  <a:pt x="4143498" y="2779611"/>
                </a:lnTo>
                <a:cubicBezTo>
                  <a:pt x="4143321" y="2779967"/>
                  <a:pt x="4142965" y="2780144"/>
                  <a:pt x="4142610" y="2780144"/>
                </a:cubicBezTo>
                <a:lnTo>
                  <a:pt x="4128159" y="2780144"/>
                </a:lnTo>
                <a:cubicBezTo>
                  <a:pt x="4127803" y="2780144"/>
                  <a:pt x="4127449" y="2779907"/>
                  <a:pt x="4127271" y="2779611"/>
                </a:cubicBezTo>
                <a:lnTo>
                  <a:pt x="4120045" y="2767056"/>
                </a:lnTo>
                <a:cubicBezTo>
                  <a:pt x="4119868" y="2766760"/>
                  <a:pt x="4119868" y="2766345"/>
                  <a:pt x="4120045" y="2766049"/>
                </a:cubicBezTo>
                <a:lnTo>
                  <a:pt x="4127271" y="2753493"/>
                </a:lnTo>
                <a:cubicBezTo>
                  <a:pt x="4127449" y="2753137"/>
                  <a:pt x="4127803" y="2752960"/>
                  <a:pt x="4128159" y="2752960"/>
                </a:cubicBezTo>
                <a:close/>
                <a:moveTo>
                  <a:pt x="4263133" y="2752545"/>
                </a:moveTo>
                <a:lnTo>
                  <a:pt x="4278058" y="2752545"/>
                </a:lnTo>
                <a:cubicBezTo>
                  <a:pt x="4278413" y="2752545"/>
                  <a:pt x="4278769" y="2752782"/>
                  <a:pt x="4278946" y="2753078"/>
                </a:cubicBezTo>
                <a:lnTo>
                  <a:pt x="4286408" y="2765989"/>
                </a:lnTo>
                <a:cubicBezTo>
                  <a:pt x="4286586" y="2766345"/>
                  <a:pt x="4286586" y="2766759"/>
                  <a:pt x="4286408" y="2767055"/>
                </a:cubicBezTo>
                <a:lnTo>
                  <a:pt x="4278946" y="2779966"/>
                </a:lnTo>
                <a:cubicBezTo>
                  <a:pt x="4278769" y="2780322"/>
                  <a:pt x="4278413" y="2780499"/>
                  <a:pt x="4278058" y="2780499"/>
                </a:cubicBezTo>
                <a:lnTo>
                  <a:pt x="4263133" y="2780499"/>
                </a:lnTo>
                <a:cubicBezTo>
                  <a:pt x="4262778" y="2780499"/>
                  <a:pt x="4262423" y="2780262"/>
                  <a:pt x="4262245" y="2779966"/>
                </a:cubicBezTo>
                <a:lnTo>
                  <a:pt x="4254782" y="2767055"/>
                </a:lnTo>
                <a:cubicBezTo>
                  <a:pt x="4254605" y="2766700"/>
                  <a:pt x="4254605" y="2766285"/>
                  <a:pt x="4254782" y="2765989"/>
                </a:cubicBezTo>
                <a:lnTo>
                  <a:pt x="4262245" y="2753078"/>
                </a:lnTo>
                <a:cubicBezTo>
                  <a:pt x="4262423" y="2752723"/>
                  <a:pt x="4262778" y="2752545"/>
                  <a:pt x="4263133" y="2752545"/>
                </a:cubicBezTo>
                <a:close/>
                <a:moveTo>
                  <a:pt x="3992653" y="2752545"/>
                </a:moveTo>
                <a:lnTo>
                  <a:pt x="4007578" y="2752545"/>
                </a:lnTo>
                <a:cubicBezTo>
                  <a:pt x="4007933" y="2752545"/>
                  <a:pt x="4008288" y="2752782"/>
                  <a:pt x="4008466" y="2753078"/>
                </a:cubicBezTo>
                <a:lnTo>
                  <a:pt x="4015929" y="2765989"/>
                </a:lnTo>
                <a:cubicBezTo>
                  <a:pt x="4016106" y="2766345"/>
                  <a:pt x="4016106" y="2766759"/>
                  <a:pt x="4015929" y="2767055"/>
                </a:cubicBezTo>
                <a:lnTo>
                  <a:pt x="4008466" y="2779966"/>
                </a:lnTo>
                <a:cubicBezTo>
                  <a:pt x="4008288" y="2780322"/>
                  <a:pt x="4007933" y="2780499"/>
                  <a:pt x="4007578" y="2780499"/>
                </a:cubicBezTo>
                <a:lnTo>
                  <a:pt x="3992653" y="2780499"/>
                </a:lnTo>
                <a:cubicBezTo>
                  <a:pt x="3992298" y="2780499"/>
                  <a:pt x="3991942" y="2780262"/>
                  <a:pt x="3991764" y="2779966"/>
                </a:cubicBezTo>
                <a:lnTo>
                  <a:pt x="3984302" y="2767055"/>
                </a:lnTo>
                <a:cubicBezTo>
                  <a:pt x="3984125" y="2766700"/>
                  <a:pt x="3984125" y="2766285"/>
                  <a:pt x="3984302" y="2765989"/>
                </a:cubicBezTo>
                <a:lnTo>
                  <a:pt x="3991764" y="2753078"/>
                </a:lnTo>
                <a:cubicBezTo>
                  <a:pt x="3991942" y="2752723"/>
                  <a:pt x="3992298" y="2752545"/>
                  <a:pt x="3992653" y="2752545"/>
                </a:cubicBezTo>
                <a:close/>
                <a:moveTo>
                  <a:pt x="3722112" y="2752545"/>
                </a:moveTo>
                <a:lnTo>
                  <a:pt x="3737036" y="2752545"/>
                </a:lnTo>
                <a:cubicBezTo>
                  <a:pt x="3737392" y="2752545"/>
                  <a:pt x="3737747" y="2752782"/>
                  <a:pt x="3737925" y="2753078"/>
                </a:cubicBezTo>
                <a:lnTo>
                  <a:pt x="3745387" y="2765989"/>
                </a:lnTo>
                <a:cubicBezTo>
                  <a:pt x="3745565" y="2766345"/>
                  <a:pt x="3745565" y="2766759"/>
                  <a:pt x="3745387" y="2767055"/>
                </a:cubicBezTo>
                <a:lnTo>
                  <a:pt x="3737925" y="2779966"/>
                </a:lnTo>
                <a:cubicBezTo>
                  <a:pt x="3737747" y="2780322"/>
                  <a:pt x="3737392" y="2780499"/>
                  <a:pt x="3737036" y="2780499"/>
                </a:cubicBezTo>
                <a:lnTo>
                  <a:pt x="3722112" y="2780499"/>
                </a:lnTo>
                <a:cubicBezTo>
                  <a:pt x="3721757" y="2780499"/>
                  <a:pt x="3721401" y="2780262"/>
                  <a:pt x="3721224" y="2779966"/>
                </a:cubicBezTo>
                <a:lnTo>
                  <a:pt x="3713761" y="2767055"/>
                </a:lnTo>
                <a:cubicBezTo>
                  <a:pt x="3713584" y="2766700"/>
                  <a:pt x="3713584" y="2766285"/>
                  <a:pt x="3713761" y="2765989"/>
                </a:cubicBezTo>
                <a:lnTo>
                  <a:pt x="3721224" y="2753078"/>
                </a:lnTo>
                <a:cubicBezTo>
                  <a:pt x="3721401" y="2752723"/>
                  <a:pt x="3721757" y="2752545"/>
                  <a:pt x="3722112" y="2752545"/>
                </a:cubicBezTo>
                <a:close/>
                <a:moveTo>
                  <a:pt x="3789629" y="2752249"/>
                </a:moveTo>
                <a:lnTo>
                  <a:pt x="3804850" y="2752249"/>
                </a:lnTo>
                <a:cubicBezTo>
                  <a:pt x="3805264" y="2752249"/>
                  <a:pt x="3805620" y="2752426"/>
                  <a:pt x="3805797" y="2752782"/>
                </a:cubicBezTo>
                <a:lnTo>
                  <a:pt x="3813437" y="2765989"/>
                </a:lnTo>
                <a:cubicBezTo>
                  <a:pt x="3813615" y="2766285"/>
                  <a:pt x="3813615" y="2766700"/>
                  <a:pt x="3813437" y="2767055"/>
                </a:cubicBezTo>
                <a:lnTo>
                  <a:pt x="3805797" y="2780262"/>
                </a:lnTo>
                <a:cubicBezTo>
                  <a:pt x="3805561" y="2780558"/>
                  <a:pt x="3805205" y="2780796"/>
                  <a:pt x="3804850" y="2780796"/>
                </a:cubicBezTo>
                <a:lnTo>
                  <a:pt x="3789629" y="2780796"/>
                </a:lnTo>
                <a:cubicBezTo>
                  <a:pt x="3789214" y="2780796"/>
                  <a:pt x="3788859" y="2780618"/>
                  <a:pt x="3788682" y="2780262"/>
                </a:cubicBezTo>
                <a:lnTo>
                  <a:pt x="3781041" y="2767055"/>
                </a:lnTo>
                <a:cubicBezTo>
                  <a:pt x="3780864" y="2766759"/>
                  <a:pt x="3780864" y="2766345"/>
                  <a:pt x="3781041" y="2765989"/>
                </a:cubicBezTo>
                <a:lnTo>
                  <a:pt x="3788682" y="2752782"/>
                </a:lnTo>
                <a:cubicBezTo>
                  <a:pt x="3788918" y="2752486"/>
                  <a:pt x="3789274" y="2752249"/>
                  <a:pt x="3789629" y="2752249"/>
                </a:cubicBezTo>
                <a:close/>
                <a:moveTo>
                  <a:pt x="2639892" y="2752249"/>
                </a:moveTo>
                <a:lnTo>
                  <a:pt x="2655113" y="2752249"/>
                </a:lnTo>
                <a:cubicBezTo>
                  <a:pt x="2655527" y="2752249"/>
                  <a:pt x="2655883" y="2752426"/>
                  <a:pt x="2656060" y="2752782"/>
                </a:cubicBezTo>
                <a:lnTo>
                  <a:pt x="2663700" y="2765989"/>
                </a:lnTo>
                <a:cubicBezTo>
                  <a:pt x="2663878" y="2766285"/>
                  <a:pt x="2663878" y="2766700"/>
                  <a:pt x="2663700" y="2767055"/>
                </a:cubicBezTo>
                <a:lnTo>
                  <a:pt x="2656060" y="2780262"/>
                </a:lnTo>
                <a:cubicBezTo>
                  <a:pt x="2655824" y="2780558"/>
                  <a:pt x="2655468" y="2780796"/>
                  <a:pt x="2655113" y="2780796"/>
                </a:cubicBezTo>
                <a:lnTo>
                  <a:pt x="2639892" y="2780796"/>
                </a:lnTo>
                <a:cubicBezTo>
                  <a:pt x="2639477" y="2780796"/>
                  <a:pt x="2639122" y="2780618"/>
                  <a:pt x="2638944" y="2780262"/>
                </a:cubicBezTo>
                <a:lnTo>
                  <a:pt x="2631304" y="2767055"/>
                </a:lnTo>
                <a:cubicBezTo>
                  <a:pt x="2631127" y="2766759"/>
                  <a:pt x="2631127" y="2766345"/>
                  <a:pt x="2631304" y="2765989"/>
                </a:cubicBezTo>
                <a:lnTo>
                  <a:pt x="2638944" y="2752782"/>
                </a:lnTo>
                <a:cubicBezTo>
                  <a:pt x="2639181" y="2752486"/>
                  <a:pt x="2639537" y="2752249"/>
                  <a:pt x="2639892" y="2752249"/>
                </a:cubicBezTo>
                <a:close/>
                <a:moveTo>
                  <a:pt x="3654181" y="2751894"/>
                </a:moveTo>
                <a:lnTo>
                  <a:pt x="3669757" y="2751894"/>
                </a:lnTo>
                <a:cubicBezTo>
                  <a:pt x="3670172" y="2751894"/>
                  <a:pt x="3670527" y="2752071"/>
                  <a:pt x="3670705" y="2752427"/>
                </a:cubicBezTo>
                <a:lnTo>
                  <a:pt x="3678463" y="2765930"/>
                </a:lnTo>
                <a:cubicBezTo>
                  <a:pt x="3678641" y="2766286"/>
                  <a:pt x="3678641" y="2766700"/>
                  <a:pt x="3678463" y="2767056"/>
                </a:cubicBezTo>
                <a:lnTo>
                  <a:pt x="3670645" y="2780559"/>
                </a:lnTo>
                <a:cubicBezTo>
                  <a:pt x="3670467" y="2780855"/>
                  <a:pt x="3670113" y="2781092"/>
                  <a:pt x="3669698" y="2781092"/>
                </a:cubicBezTo>
                <a:lnTo>
                  <a:pt x="3654121" y="2781092"/>
                </a:lnTo>
                <a:cubicBezTo>
                  <a:pt x="3653707" y="2781092"/>
                  <a:pt x="3653351" y="2780914"/>
                  <a:pt x="3653174" y="2780559"/>
                </a:cubicBezTo>
                <a:lnTo>
                  <a:pt x="3645415" y="2767056"/>
                </a:lnTo>
                <a:cubicBezTo>
                  <a:pt x="3645238" y="2766700"/>
                  <a:pt x="3645238" y="2766286"/>
                  <a:pt x="3645415" y="2765930"/>
                </a:cubicBezTo>
                <a:lnTo>
                  <a:pt x="3653234" y="2752427"/>
                </a:lnTo>
                <a:cubicBezTo>
                  <a:pt x="3653411" y="2752131"/>
                  <a:pt x="3653766" y="2751894"/>
                  <a:pt x="3654181" y="2751894"/>
                </a:cubicBezTo>
                <a:close/>
                <a:moveTo>
                  <a:pt x="4330414" y="2751834"/>
                </a:moveTo>
                <a:lnTo>
                  <a:pt x="4346108" y="2751834"/>
                </a:lnTo>
                <a:cubicBezTo>
                  <a:pt x="4346463" y="2751834"/>
                  <a:pt x="4346878" y="2752011"/>
                  <a:pt x="4347055" y="2752367"/>
                </a:cubicBezTo>
                <a:lnTo>
                  <a:pt x="4354874" y="2765930"/>
                </a:lnTo>
                <a:cubicBezTo>
                  <a:pt x="4355051" y="2766285"/>
                  <a:pt x="4355051" y="2766700"/>
                  <a:pt x="4354874" y="2767055"/>
                </a:cubicBezTo>
                <a:lnTo>
                  <a:pt x="4347055" y="2780617"/>
                </a:lnTo>
                <a:cubicBezTo>
                  <a:pt x="4346878" y="2780913"/>
                  <a:pt x="4346523" y="2781150"/>
                  <a:pt x="4346108" y="2781150"/>
                </a:cubicBezTo>
                <a:lnTo>
                  <a:pt x="4330414" y="2781150"/>
                </a:lnTo>
                <a:cubicBezTo>
                  <a:pt x="4330058" y="2781150"/>
                  <a:pt x="4329644" y="2780973"/>
                  <a:pt x="4329466" y="2780617"/>
                </a:cubicBezTo>
                <a:lnTo>
                  <a:pt x="4321648" y="2767055"/>
                </a:lnTo>
                <a:cubicBezTo>
                  <a:pt x="4321471" y="2766700"/>
                  <a:pt x="4321471" y="2766285"/>
                  <a:pt x="4321648" y="2765930"/>
                </a:cubicBezTo>
                <a:lnTo>
                  <a:pt x="4329466" y="2752367"/>
                </a:lnTo>
                <a:cubicBezTo>
                  <a:pt x="4329644" y="2752071"/>
                  <a:pt x="4329999" y="2751834"/>
                  <a:pt x="4330414" y="2751834"/>
                </a:cubicBezTo>
                <a:close/>
                <a:moveTo>
                  <a:pt x="3924603" y="2751834"/>
                </a:moveTo>
                <a:lnTo>
                  <a:pt x="3940297" y="2751834"/>
                </a:lnTo>
                <a:cubicBezTo>
                  <a:pt x="3940652" y="2751834"/>
                  <a:pt x="3941067" y="2752011"/>
                  <a:pt x="3941244" y="2752367"/>
                </a:cubicBezTo>
                <a:lnTo>
                  <a:pt x="3949063" y="2765930"/>
                </a:lnTo>
                <a:cubicBezTo>
                  <a:pt x="3949240" y="2766285"/>
                  <a:pt x="3949240" y="2766700"/>
                  <a:pt x="3949063" y="2767055"/>
                </a:cubicBezTo>
                <a:lnTo>
                  <a:pt x="3941244" y="2780617"/>
                </a:lnTo>
                <a:cubicBezTo>
                  <a:pt x="3941067" y="2780913"/>
                  <a:pt x="3940712" y="2781150"/>
                  <a:pt x="3940297" y="2781150"/>
                </a:cubicBezTo>
                <a:lnTo>
                  <a:pt x="3924603" y="2781150"/>
                </a:lnTo>
                <a:cubicBezTo>
                  <a:pt x="3924247" y="2781150"/>
                  <a:pt x="3923833" y="2780973"/>
                  <a:pt x="3923655" y="2780617"/>
                </a:cubicBezTo>
                <a:lnTo>
                  <a:pt x="3915837" y="2767055"/>
                </a:lnTo>
                <a:cubicBezTo>
                  <a:pt x="3915660" y="2766700"/>
                  <a:pt x="3915660" y="2766285"/>
                  <a:pt x="3915837" y="2765930"/>
                </a:cubicBezTo>
                <a:lnTo>
                  <a:pt x="3923655" y="2752367"/>
                </a:lnTo>
                <a:cubicBezTo>
                  <a:pt x="3923833" y="2752071"/>
                  <a:pt x="3924188" y="2751834"/>
                  <a:pt x="3924603" y="2751834"/>
                </a:cubicBezTo>
                <a:close/>
                <a:moveTo>
                  <a:pt x="4195084" y="2751716"/>
                </a:moveTo>
                <a:lnTo>
                  <a:pt x="4210897" y="2751716"/>
                </a:lnTo>
                <a:cubicBezTo>
                  <a:pt x="4211252" y="2751716"/>
                  <a:pt x="4211666" y="2751894"/>
                  <a:pt x="4211844" y="2752249"/>
                </a:cubicBezTo>
                <a:lnTo>
                  <a:pt x="4219721" y="2765930"/>
                </a:lnTo>
                <a:cubicBezTo>
                  <a:pt x="4219899" y="2766286"/>
                  <a:pt x="4219899" y="2766700"/>
                  <a:pt x="4219721" y="2767055"/>
                </a:cubicBezTo>
                <a:lnTo>
                  <a:pt x="4211844" y="2780736"/>
                </a:lnTo>
                <a:cubicBezTo>
                  <a:pt x="4211666" y="2781032"/>
                  <a:pt x="4211311" y="2781269"/>
                  <a:pt x="4210897" y="2781269"/>
                </a:cubicBezTo>
                <a:lnTo>
                  <a:pt x="4195084" y="2781269"/>
                </a:lnTo>
                <a:cubicBezTo>
                  <a:pt x="4194728" y="2781269"/>
                  <a:pt x="4194314" y="2781092"/>
                  <a:pt x="4194136" y="2780736"/>
                </a:cubicBezTo>
                <a:lnTo>
                  <a:pt x="4186259" y="2767055"/>
                </a:lnTo>
                <a:cubicBezTo>
                  <a:pt x="4186082" y="2766700"/>
                  <a:pt x="4186082" y="2766286"/>
                  <a:pt x="4186259" y="2765930"/>
                </a:cubicBezTo>
                <a:lnTo>
                  <a:pt x="4194136" y="2752249"/>
                </a:lnTo>
                <a:cubicBezTo>
                  <a:pt x="4194314" y="2751953"/>
                  <a:pt x="4194669" y="2751716"/>
                  <a:pt x="4195084" y="2751716"/>
                </a:cubicBezTo>
                <a:close/>
                <a:moveTo>
                  <a:pt x="3586309" y="2751479"/>
                </a:moveTo>
                <a:lnTo>
                  <a:pt x="3602300" y="2751479"/>
                </a:lnTo>
                <a:cubicBezTo>
                  <a:pt x="3602715" y="2751479"/>
                  <a:pt x="3603129" y="2751716"/>
                  <a:pt x="3603307" y="2752071"/>
                </a:cubicBezTo>
                <a:lnTo>
                  <a:pt x="3611302" y="2765930"/>
                </a:lnTo>
                <a:cubicBezTo>
                  <a:pt x="3611480" y="2766285"/>
                  <a:pt x="3611480" y="2766700"/>
                  <a:pt x="3611302" y="2767055"/>
                </a:cubicBezTo>
                <a:lnTo>
                  <a:pt x="3603307" y="2780914"/>
                </a:lnTo>
                <a:cubicBezTo>
                  <a:pt x="3603129" y="2781269"/>
                  <a:pt x="3602774" y="2781506"/>
                  <a:pt x="3602359" y="2781506"/>
                </a:cubicBezTo>
                <a:lnTo>
                  <a:pt x="3586369" y="2781506"/>
                </a:lnTo>
                <a:cubicBezTo>
                  <a:pt x="3585954" y="2781506"/>
                  <a:pt x="3585539" y="2781269"/>
                  <a:pt x="3585362" y="2780914"/>
                </a:cubicBezTo>
                <a:lnTo>
                  <a:pt x="3577366" y="2767055"/>
                </a:lnTo>
                <a:cubicBezTo>
                  <a:pt x="3577189" y="2766700"/>
                  <a:pt x="3577189" y="2766285"/>
                  <a:pt x="3577366" y="2765930"/>
                </a:cubicBezTo>
                <a:lnTo>
                  <a:pt x="3585362" y="2752071"/>
                </a:lnTo>
                <a:cubicBezTo>
                  <a:pt x="3585539" y="2751716"/>
                  <a:pt x="3585894" y="2751479"/>
                  <a:pt x="3586309" y="2751479"/>
                </a:cubicBezTo>
                <a:close/>
                <a:moveTo>
                  <a:pt x="2571901" y="2751479"/>
                </a:moveTo>
                <a:lnTo>
                  <a:pt x="2587892" y="2751479"/>
                </a:lnTo>
                <a:cubicBezTo>
                  <a:pt x="2588247" y="2751479"/>
                  <a:pt x="2588662" y="2751716"/>
                  <a:pt x="2588840" y="2752071"/>
                </a:cubicBezTo>
                <a:lnTo>
                  <a:pt x="2596835" y="2765930"/>
                </a:lnTo>
                <a:cubicBezTo>
                  <a:pt x="2597013" y="2766285"/>
                  <a:pt x="2597013" y="2766700"/>
                  <a:pt x="2596835" y="2767055"/>
                </a:cubicBezTo>
                <a:lnTo>
                  <a:pt x="2588840" y="2780914"/>
                </a:lnTo>
                <a:cubicBezTo>
                  <a:pt x="2588662" y="2781269"/>
                  <a:pt x="2588307" y="2781506"/>
                  <a:pt x="2587892" y="2781506"/>
                </a:cubicBezTo>
                <a:lnTo>
                  <a:pt x="2571901" y="2781506"/>
                </a:lnTo>
                <a:cubicBezTo>
                  <a:pt x="2571546" y="2781506"/>
                  <a:pt x="2571131" y="2781269"/>
                  <a:pt x="2570954" y="2780914"/>
                </a:cubicBezTo>
                <a:lnTo>
                  <a:pt x="2562958" y="2767055"/>
                </a:lnTo>
                <a:cubicBezTo>
                  <a:pt x="2562781" y="2766700"/>
                  <a:pt x="2562781" y="2766285"/>
                  <a:pt x="2562958" y="2765930"/>
                </a:cubicBezTo>
                <a:lnTo>
                  <a:pt x="2570954" y="2752071"/>
                </a:lnTo>
                <a:cubicBezTo>
                  <a:pt x="2571131" y="2751716"/>
                  <a:pt x="2571487" y="2751479"/>
                  <a:pt x="2571901" y="2751479"/>
                </a:cubicBezTo>
                <a:close/>
                <a:moveTo>
                  <a:pt x="2504030" y="2751183"/>
                </a:moveTo>
                <a:lnTo>
                  <a:pt x="2520376" y="2751183"/>
                </a:lnTo>
                <a:cubicBezTo>
                  <a:pt x="2520790" y="2751183"/>
                  <a:pt x="2521146" y="2751420"/>
                  <a:pt x="2521383" y="2751775"/>
                </a:cubicBezTo>
                <a:lnTo>
                  <a:pt x="2529556" y="2765930"/>
                </a:lnTo>
                <a:cubicBezTo>
                  <a:pt x="2529793" y="2766285"/>
                  <a:pt x="2529793" y="2766759"/>
                  <a:pt x="2529556" y="2767115"/>
                </a:cubicBezTo>
                <a:lnTo>
                  <a:pt x="2521383" y="2781269"/>
                </a:lnTo>
                <a:cubicBezTo>
                  <a:pt x="2521146" y="2781624"/>
                  <a:pt x="2520790" y="2781862"/>
                  <a:pt x="2520376" y="2781862"/>
                </a:cubicBezTo>
                <a:lnTo>
                  <a:pt x="2504030" y="2781862"/>
                </a:lnTo>
                <a:cubicBezTo>
                  <a:pt x="2503615" y="2781862"/>
                  <a:pt x="2503260" y="2781624"/>
                  <a:pt x="2503023" y="2781269"/>
                </a:cubicBezTo>
                <a:lnTo>
                  <a:pt x="2494850" y="2767115"/>
                </a:lnTo>
                <a:cubicBezTo>
                  <a:pt x="2494613" y="2766759"/>
                  <a:pt x="2494613" y="2766285"/>
                  <a:pt x="2494850" y="2765930"/>
                </a:cubicBezTo>
                <a:lnTo>
                  <a:pt x="2503023" y="2751775"/>
                </a:lnTo>
                <a:cubicBezTo>
                  <a:pt x="2503260" y="2751420"/>
                  <a:pt x="2503615" y="2751183"/>
                  <a:pt x="2504030" y="2751183"/>
                </a:cubicBezTo>
                <a:close/>
                <a:moveTo>
                  <a:pt x="3856613" y="2751064"/>
                </a:moveTo>
                <a:lnTo>
                  <a:pt x="3873078" y="2751064"/>
                </a:lnTo>
                <a:cubicBezTo>
                  <a:pt x="3873492" y="2751064"/>
                  <a:pt x="3873847" y="2751301"/>
                  <a:pt x="3874084" y="2751656"/>
                </a:cubicBezTo>
                <a:lnTo>
                  <a:pt x="3882316" y="2765930"/>
                </a:lnTo>
                <a:cubicBezTo>
                  <a:pt x="3882553" y="2766285"/>
                  <a:pt x="3882553" y="2766759"/>
                  <a:pt x="3882316" y="2767114"/>
                </a:cubicBezTo>
                <a:lnTo>
                  <a:pt x="3874084" y="2781387"/>
                </a:lnTo>
                <a:cubicBezTo>
                  <a:pt x="3873847" y="2781743"/>
                  <a:pt x="3873492" y="2781980"/>
                  <a:pt x="3873078" y="2781980"/>
                </a:cubicBezTo>
                <a:lnTo>
                  <a:pt x="3856613" y="2781980"/>
                </a:lnTo>
                <a:cubicBezTo>
                  <a:pt x="3856198" y="2781980"/>
                  <a:pt x="3855843" y="2781743"/>
                  <a:pt x="3855606" y="2781387"/>
                </a:cubicBezTo>
                <a:lnTo>
                  <a:pt x="3847373" y="2767114"/>
                </a:lnTo>
                <a:cubicBezTo>
                  <a:pt x="3847137" y="2766759"/>
                  <a:pt x="3847137" y="2766285"/>
                  <a:pt x="3847373" y="2765930"/>
                </a:cubicBezTo>
                <a:lnTo>
                  <a:pt x="3855606" y="2751656"/>
                </a:lnTo>
                <a:cubicBezTo>
                  <a:pt x="3855843" y="2751301"/>
                  <a:pt x="3856198" y="2751064"/>
                  <a:pt x="3856613" y="2751064"/>
                </a:cubicBezTo>
                <a:close/>
                <a:moveTo>
                  <a:pt x="3383167" y="2751064"/>
                </a:moveTo>
                <a:lnTo>
                  <a:pt x="3399631" y="2751064"/>
                </a:lnTo>
                <a:cubicBezTo>
                  <a:pt x="3400046" y="2751064"/>
                  <a:pt x="3400401" y="2751301"/>
                  <a:pt x="3400638" y="2751656"/>
                </a:cubicBezTo>
                <a:lnTo>
                  <a:pt x="3408871" y="2765930"/>
                </a:lnTo>
                <a:cubicBezTo>
                  <a:pt x="3409107" y="2766285"/>
                  <a:pt x="3409107" y="2766759"/>
                  <a:pt x="3408871" y="2767114"/>
                </a:cubicBezTo>
                <a:lnTo>
                  <a:pt x="3400638" y="2781387"/>
                </a:lnTo>
                <a:cubicBezTo>
                  <a:pt x="3400401" y="2781743"/>
                  <a:pt x="3400046" y="2781980"/>
                  <a:pt x="3399631" y="2781980"/>
                </a:cubicBezTo>
                <a:lnTo>
                  <a:pt x="3383167" y="2781980"/>
                </a:lnTo>
                <a:cubicBezTo>
                  <a:pt x="3382752" y="2781980"/>
                  <a:pt x="3382397" y="2781743"/>
                  <a:pt x="3382160" y="2781387"/>
                </a:cubicBezTo>
                <a:lnTo>
                  <a:pt x="3373928" y="2767114"/>
                </a:lnTo>
                <a:cubicBezTo>
                  <a:pt x="3373691" y="2766759"/>
                  <a:pt x="3373691" y="2766285"/>
                  <a:pt x="3373928" y="2765930"/>
                </a:cubicBezTo>
                <a:lnTo>
                  <a:pt x="3382160" y="2751656"/>
                </a:lnTo>
                <a:cubicBezTo>
                  <a:pt x="3382397" y="2751301"/>
                  <a:pt x="3382752" y="2751064"/>
                  <a:pt x="3383167" y="2751064"/>
                </a:cubicBezTo>
                <a:close/>
                <a:moveTo>
                  <a:pt x="3112568" y="2750768"/>
                </a:moveTo>
                <a:lnTo>
                  <a:pt x="3129328" y="2750768"/>
                </a:lnTo>
                <a:cubicBezTo>
                  <a:pt x="3129743" y="2750768"/>
                  <a:pt x="3130098" y="2751005"/>
                  <a:pt x="3130335" y="2751360"/>
                </a:cubicBezTo>
                <a:lnTo>
                  <a:pt x="3138745" y="2765870"/>
                </a:lnTo>
                <a:cubicBezTo>
                  <a:pt x="3138982" y="2766226"/>
                  <a:pt x="3138982" y="2766700"/>
                  <a:pt x="3138745" y="2767055"/>
                </a:cubicBezTo>
                <a:lnTo>
                  <a:pt x="3130335" y="2781565"/>
                </a:lnTo>
                <a:cubicBezTo>
                  <a:pt x="3130157" y="2781920"/>
                  <a:pt x="3129743" y="2782157"/>
                  <a:pt x="3129328" y="2782157"/>
                </a:cubicBezTo>
                <a:lnTo>
                  <a:pt x="3112568" y="2782157"/>
                </a:lnTo>
                <a:cubicBezTo>
                  <a:pt x="3112153" y="2782157"/>
                  <a:pt x="3111798" y="2781920"/>
                  <a:pt x="3111560" y="2781565"/>
                </a:cubicBezTo>
                <a:lnTo>
                  <a:pt x="3103151" y="2767055"/>
                </a:lnTo>
                <a:cubicBezTo>
                  <a:pt x="3102914" y="2766700"/>
                  <a:pt x="3102914" y="2766226"/>
                  <a:pt x="3103151" y="2765870"/>
                </a:cubicBezTo>
                <a:lnTo>
                  <a:pt x="3111560" y="2751360"/>
                </a:lnTo>
                <a:cubicBezTo>
                  <a:pt x="3111738" y="2751005"/>
                  <a:pt x="3112153" y="2750768"/>
                  <a:pt x="3112568" y="2750768"/>
                </a:cubicBezTo>
                <a:close/>
                <a:moveTo>
                  <a:pt x="2436158" y="2750650"/>
                </a:moveTo>
                <a:lnTo>
                  <a:pt x="2453037" y="2750650"/>
                </a:lnTo>
                <a:cubicBezTo>
                  <a:pt x="2453451" y="2750650"/>
                  <a:pt x="2453807" y="2750887"/>
                  <a:pt x="2454044" y="2751242"/>
                </a:cubicBezTo>
                <a:lnTo>
                  <a:pt x="2462454" y="2765871"/>
                </a:lnTo>
                <a:cubicBezTo>
                  <a:pt x="2462690" y="2766226"/>
                  <a:pt x="2462690" y="2766700"/>
                  <a:pt x="2462454" y="2767055"/>
                </a:cubicBezTo>
                <a:lnTo>
                  <a:pt x="2453985" y="2781684"/>
                </a:lnTo>
                <a:cubicBezTo>
                  <a:pt x="2453807" y="2782039"/>
                  <a:pt x="2453392" y="2782276"/>
                  <a:pt x="2452978" y="2782276"/>
                </a:cubicBezTo>
                <a:lnTo>
                  <a:pt x="2436098" y="2782276"/>
                </a:lnTo>
                <a:cubicBezTo>
                  <a:pt x="2435684" y="2782276"/>
                  <a:pt x="2435328" y="2782039"/>
                  <a:pt x="2435092" y="2781684"/>
                </a:cubicBezTo>
                <a:lnTo>
                  <a:pt x="2426682" y="2767055"/>
                </a:lnTo>
                <a:cubicBezTo>
                  <a:pt x="2426445" y="2766700"/>
                  <a:pt x="2426445" y="2766226"/>
                  <a:pt x="2426682" y="2765871"/>
                </a:cubicBezTo>
                <a:lnTo>
                  <a:pt x="2435151" y="2751242"/>
                </a:lnTo>
                <a:cubicBezTo>
                  <a:pt x="2435328" y="2750887"/>
                  <a:pt x="2435743" y="2750650"/>
                  <a:pt x="2436158" y="2750650"/>
                </a:cubicBezTo>
                <a:close/>
                <a:moveTo>
                  <a:pt x="3518141" y="2750472"/>
                </a:moveTo>
                <a:lnTo>
                  <a:pt x="3535257" y="2750472"/>
                </a:lnTo>
                <a:cubicBezTo>
                  <a:pt x="3535730" y="2750472"/>
                  <a:pt x="3536086" y="2750709"/>
                  <a:pt x="3536322" y="2751064"/>
                </a:cubicBezTo>
                <a:lnTo>
                  <a:pt x="3544851" y="2765870"/>
                </a:lnTo>
                <a:cubicBezTo>
                  <a:pt x="3545088" y="2766226"/>
                  <a:pt x="3545088" y="2766700"/>
                  <a:pt x="3544851" y="2767055"/>
                </a:cubicBezTo>
                <a:lnTo>
                  <a:pt x="3536264" y="2781861"/>
                </a:lnTo>
                <a:cubicBezTo>
                  <a:pt x="3536027" y="2782217"/>
                  <a:pt x="3535612" y="2782453"/>
                  <a:pt x="3535197" y="2782453"/>
                </a:cubicBezTo>
                <a:lnTo>
                  <a:pt x="3518081" y="2782453"/>
                </a:lnTo>
                <a:cubicBezTo>
                  <a:pt x="3517608" y="2782453"/>
                  <a:pt x="3517252" y="2782217"/>
                  <a:pt x="3517016" y="2781861"/>
                </a:cubicBezTo>
                <a:lnTo>
                  <a:pt x="3508487" y="2767055"/>
                </a:lnTo>
                <a:cubicBezTo>
                  <a:pt x="3508250" y="2766700"/>
                  <a:pt x="3508250" y="2766226"/>
                  <a:pt x="3508487" y="2765870"/>
                </a:cubicBezTo>
                <a:lnTo>
                  <a:pt x="3517074" y="2751064"/>
                </a:lnTo>
                <a:cubicBezTo>
                  <a:pt x="3517311" y="2750709"/>
                  <a:pt x="3517726" y="2750472"/>
                  <a:pt x="3518141" y="2750472"/>
                </a:cubicBezTo>
                <a:close/>
                <a:moveTo>
                  <a:pt x="3044695" y="2750472"/>
                </a:moveTo>
                <a:lnTo>
                  <a:pt x="3061811" y="2750472"/>
                </a:lnTo>
                <a:cubicBezTo>
                  <a:pt x="3062285" y="2750472"/>
                  <a:pt x="3062641" y="2750709"/>
                  <a:pt x="3062877" y="2751064"/>
                </a:cubicBezTo>
                <a:lnTo>
                  <a:pt x="3071406" y="2765870"/>
                </a:lnTo>
                <a:cubicBezTo>
                  <a:pt x="3071643" y="2766226"/>
                  <a:pt x="3071643" y="2766700"/>
                  <a:pt x="3071406" y="2767055"/>
                </a:cubicBezTo>
                <a:lnTo>
                  <a:pt x="3062818" y="2781861"/>
                </a:lnTo>
                <a:cubicBezTo>
                  <a:pt x="3062581" y="2782217"/>
                  <a:pt x="3062167" y="2782453"/>
                  <a:pt x="3061752" y="2782453"/>
                </a:cubicBezTo>
                <a:lnTo>
                  <a:pt x="3044636" y="2782453"/>
                </a:lnTo>
                <a:cubicBezTo>
                  <a:pt x="3044162" y="2782453"/>
                  <a:pt x="3043807" y="2782217"/>
                  <a:pt x="3043570" y="2781861"/>
                </a:cubicBezTo>
                <a:lnTo>
                  <a:pt x="3035042" y="2767055"/>
                </a:lnTo>
                <a:cubicBezTo>
                  <a:pt x="3034805" y="2766700"/>
                  <a:pt x="3034805" y="2766226"/>
                  <a:pt x="3035042" y="2765870"/>
                </a:cubicBezTo>
                <a:lnTo>
                  <a:pt x="3043629" y="2751064"/>
                </a:lnTo>
                <a:cubicBezTo>
                  <a:pt x="3043866" y="2750709"/>
                  <a:pt x="3044281" y="2750472"/>
                  <a:pt x="3044695" y="2750472"/>
                </a:cubicBezTo>
                <a:close/>
                <a:moveTo>
                  <a:pt x="2977061" y="2750472"/>
                </a:moveTo>
                <a:lnTo>
                  <a:pt x="2994177" y="2750472"/>
                </a:lnTo>
                <a:cubicBezTo>
                  <a:pt x="2994650" y="2750472"/>
                  <a:pt x="2995006" y="2750709"/>
                  <a:pt x="2995243" y="2751064"/>
                </a:cubicBezTo>
                <a:lnTo>
                  <a:pt x="3003771" y="2765870"/>
                </a:lnTo>
                <a:cubicBezTo>
                  <a:pt x="3004008" y="2766226"/>
                  <a:pt x="3004008" y="2766700"/>
                  <a:pt x="3003771" y="2767055"/>
                </a:cubicBezTo>
                <a:lnTo>
                  <a:pt x="2995183" y="2781861"/>
                </a:lnTo>
                <a:cubicBezTo>
                  <a:pt x="2994946" y="2782217"/>
                  <a:pt x="2994532" y="2782453"/>
                  <a:pt x="2994117" y="2782453"/>
                </a:cubicBezTo>
                <a:lnTo>
                  <a:pt x="2977001" y="2782453"/>
                </a:lnTo>
                <a:cubicBezTo>
                  <a:pt x="2976527" y="2782453"/>
                  <a:pt x="2976172" y="2782217"/>
                  <a:pt x="2975935" y="2781861"/>
                </a:cubicBezTo>
                <a:lnTo>
                  <a:pt x="2967407" y="2767055"/>
                </a:lnTo>
                <a:cubicBezTo>
                  <a:pt x="2967170" y="2766700"/>
                  <a:pt x="2967170" y="2766226"/>
                  <a:pt x="2967407" y="2765870"/>
                </a:cubicBezTo>
                <a:lnTo>
                  <a:pt x="2975995" y="2751064"/>
                </a:lnTo>
                <a:cubicBezTo>
                  <a:pt x="2976231" y="2750709"/>
                  <a:pt x="2976646" y="2750472"/>
                  <a:pt x="2977061" y="2750472"/>
                </a:cubicBezTo>
                <a:close/>
                <a:moveTo>
                  <a:pt x="2841849" y="2750472"/>
                </a:moveTo>
                <a:lnTo>
                  <a:pt x="2858965" y="2750472"/>
                </a:lnTo>
                <a:cubicBezTo>
                  <a:pt x="2859439" y="2750472"/>
                  <a:pt x="2859795" y="2750709"/>
                  <a:pt x="2860031" y="2751064"/>
                </a:cubicBezTo>
                <a:lnTo>
                  <a:pt x="2868560" y="2765870"/>
                </a:lnTo>
                <a:cubicBezTo>
                  <a:pt x="2868797" y="2766226"/>
                  <a:pt x="2868797" y="2766700"/>
                  <a:pt x="2868560" y="2767055"/>
                </a:cubicBezTo>
                <a:lnTo>
                  <a:pt x="2859972" y="2781861"/>
                </a:lnTo>
                <a:cubicBezTo>
                  <a:pt x="2859735" y="2782217"/>
                  <a:pt x="2859321" y="2782453"/>
                  <a:pt x="2858906" y="2782453"/>
                </a:cubicBezTo>
                <a:lnTo>
                  <a:pt x="2841790" y="2782453"/>
                </a:lnTo>
                <a:cubicBezTo>
                  <a:pt x="2841316" y="2782453"/>
                  <a:pt x="2840961" y="2782217"/>
                  <a:pt x="2840724" y="2781861"/>
                </a:cubicBezTo>
                <a:lnTo>
                  <a:pt x="2832196" y="2767055"/>
                </a:lnTo>
                <a:cubicBezTo>
                  <a:pt x="2831959" y="2766700"/>
                  <a:pt x="2831959" y="2766226"/>
                  <a:pt x="2832196" y="2765870"/>
                </a:cubicBezTo>
                <a:lnTo>
                  <a:pt x="2840783" y="2751064"/>
                </a:lnTo>
                <a:cubicBezTo>
                  <a:pt x="2841020" y="2750709"/>
                  <a:pt x="2841435" y="2750472"/>
                  <a:pt x="2841849" y="2750472"/>
                </a:cubicBezTo>
                <a:close/>
                <a:moveTo>
                  <a:pt x="3450388" y="2750235"/>
                </a:moveTo>
                <a:lnTo>
                  <a:pt x="3467740" y="2750235"/>
                </a:lnTo>
                <a:cubicBezTo>
                  <a:pt x="3468155" y="2750235"/>
                  <a:pt x="3468570" y="2750472"/>
                  <a:pt x="3468807" y="2750827"/>
                </a:cubicBezTo>
                <a:lnTo>
                  <a:pt x="3477453" y="2765871"/>
                </a:lnTo>
                <a:cubicBezTo>
                  <a:pt x="3477691" y="2766285"/>
                  <a:pt x="3477691" y="2766759"/>
                  <a:pt x="3477453" y="2767114"/>
                </a:cubicBezTo>
                <a:lnTo>
                  <a:pt x="3468807" y="2782157"/>
                </a:lnTo>
                <a:cubicBezTo>
                  <a:pt x="3468570" y="2782513"/>
                  <a:pt x="3468155" y="2782750"/>
                  <a:pt x="3467740" y="2782750"/>
                </a:cubicBezTo>
                <a:lnTo>
                  <a:pt x="3450388" y="2782750"/>
                </a:lnTo>
                <a:cubicBezTo>
                  <a:pt x="3449973" y="2782750"/>
                  <a:pt x="3449559" y="2782513"/>
                  <a:pt x="3449321" y="2782157"/>
                </a:cubicBezTo>
                <a:lnTo>
                  <a:pt x="3440675" y="2767114"/>
                </a:lnTo>
                <a:cubicBezTo>
                  <a:pt x="3440438" y="2766700"/>
                  <a:pt x="3440438" y="2766226"/>
                  <a:pt x="3440675" y="2765871"/>
                </a:cubicBezTo>
                <a:lnTo>
                  <a:pt x="3449321" y="2750827"/>
                </a:lnTo>
                <a:cubicBezTo>
                  <a:pt x="3449559" y="2750472"/>
                  <a:pt x="3449973" y="2750235"/>
                  <a:pt x="3450388" y="2750235"/>
                </a:cubicBezTo>
                <a:close/>
                <a:moveTo>
                  <a:pt x="3247423" y="2750176"/>
                </a:moveTo>
                <a:lnTo>
                  <a:pt x="3264894" y="2750176"/>
                </a:lnTo>
                <a:cubicBezTo>
                  <a:pt x="3265309" y="2750176"/>
                  <a:pt x="3265723" y="2750413"/>
                  <a:pt x="3265961" y="2750768"/>
                </a:cubicBezTo>
                <a:lnTo>
                  <a:pt x="3274667" y="2765871"/>
                </a:lnTo>
                <a:cubicBezTo>
                  <a:pt x="3274904" y="2766285"/>
                  <a:pt x="3274904" y="2766759"/>
                  <a:pt x="3274667" y="2767115"/>
                </a:cubicBezTo>
                <a:lnTo>
                  <a:pt x="3265961" y="2782217"/>
                </a:lnTo>
                <a:cubicBezTo>
                  <a:pt x="3265723" y="2782572"/>
                  <a:pt x="3265309" y="2782809"/>
                  <a:pt x="3264894" y="2782809"/>
                </a:cubicBezTo>
                <a:lnTo>
                  <a:pt x="3247423" y="2782809"/>
                </a:lnTo>
                <a:cubicBezTo>
                  <a:pt x="3247008" y="2782809"/>
                  <a:pt x="3246594" y="2782572"/>
                  <a:pt x="3246357" y="2782217"/>
                </a:cubicBezTo>
                <a:lnTo>
                  <a:pt x="3237651" y="2767115"/>
                </a:lnTo>
                <a:cubicBezTo>
                  <a:pt x="3237414" y="2766700"/>
                  <a:pt x="3237414" y="2766226"/>
                  <a:pt x="3237651" y="2765871"/>
                </a:cubicBezTo>
                <a:lnTo>
                  <a:pt x="3246357" y="2750768"/>
                </a:lnTo>
                <a:cubicBezTo>
                  <a:pt x="3246594" y="2750413"/>
                  <a:pt x="3247008" y="2750176"/>
                  <a:pt x="3247423" y="2750176"/>
                </a:cubicBezTo>
                <a:close/>
                <a:moveTo>
                  <a:pt x="3179788" y="2750058"/>
                </a:moveTo>
                <a:lnTo>
                  <a:pt x="3197318" y="2750058"/>
                </a:lnTo>
                <a:cubicBezTo>
                  <a:pt x="3197733" y="2750058"/>
                  <a:pt x="3198148" y="2750295"/>
                  <a:pt x="3198385" y="2750650"/>
                </a:cubicBezTo>
                <a:lnTo>
                  <a:pt x="3207150" y="2765871"/>
                </a:lnTo>
                <a:cubicBezTo>
                  <a:pt x="3207387" y="2766226"/>
                  <a:pt x="3207387" y="2766760"/>
                  <a:pt x="3207150" y="2767115"/>
                </a:cubicBezTo>
                <a:lnTo>
                  <a:pt x="3198385" y="2782336"/>
                </a:lnTo>
                <a:cubicBezTo>
                  <a:pt x="3198148" y="2782691"/>
                  <a:pt x="3197733" y="2782928"/>
                  <a:pt x="3197318" y="2782928"/>
                </a:cubicBezTo>
                <a:lnTo>
                  <a:pt x="3179788" y="2782928"/>
                </a:lnTo>
                <a:cubicBezTo>
                  <a:pt x="3179374" y="2782928"/>
                  <a:pt x="3178959" y="2782691"/>
                  <a:pt x="3178722" y="2782336"/>
                </a:cubicBezTo>
                <a:lnTo>
                  <a:pt x="3169956" y="2767115"/>
                </a:lnTo>
                <a:cubicBezTo>
                  <a:pt x="3169720" y="2766760"/>
                  <a:pt x="3169720" y="2766226"/>
                  <a:pt x="3169956" y="2765871"/>
                </a:cubicBezTo>
                <a:lnTo>
                  <a:pt x="3178722" y="2750650"/>
                </a:lnTo>
                <a:cubicBezTo>
                  <a:pt x="3178959" y="2750295"/>
                  <a:pt x="3179374" y="2750058"/>
                  <a:pt x="3179788" y="2750058"/>
                </a:cubicBezTo>
                <a:close/>
                <a:moveTo>
                  <a:pt x="2909248" y="2750058"/>
                </a:moveTo>
                <a:lnTo>
                  <a:pt x="2926779" y="2750058"/>
                </a:lnTo>
                <a:cubicBezTo>
                  <a:pt x="2927193" y="2750058"/>
                  <a:pt x="2927608" y="2750295"/>
                  <a:pt x="2927845" y="2750650"/>
                </a:cubicBezTo>
                <a:lnTo>
                  <a:pt x="2936610" y="2765871"/>
                </a:lnTo>
                <a:cubicBezTo>
                  <a:pt x="2936847" y="2766226"/>
                  <a:pt x="2936847" y="2766760"/>
                  <a:pt x="2936610" y="2767115"/>
                </a:cubicBezTo>
                <a:lnTo>
                  <a:pt x="2927845" y="2782336"/>
                </a:lnTo>
                <a:cubicBezTo>
                  <a:pt x="2927608" y="2782691"/>
                  <a:pt x="2927193" y="2782928"/>
                  <a:pt x="2926779" y="2782928"/>
                </a:cubicBezTo>
                <a:lnTo>
                  <a:pt x="2909248" y="2782928"/>
                </a:lnTo>
                <a:cubicBezTo>
                  <a:pt x="2908833" y="2782928"/>
                  <a:pt x="2908419" y="2782691"/>
                  <a:pt x="2908182" y="2782336"/>
                </a:cubicBezTo>
                <a:lnTo>
                  <a:pt x="2899417" y="2767115"/>
                </a:lnTo>
                <a:cubicBezTo>
                  <a:pt x="2899180" y="2766760"/>
                  <a:pt x="2899180" y="2766226"/>
                  <a:pt x="2899417" y="2765871"/>
                </a:cubicBezTo>
                <a:lnTo>
                  <a:pt x="2908182" y="2750650"/>
                </a:lnTo>
                <a:cubicBezTo>
                  <a:pt x="2908419" y="2750295"/>
                  <a:pt x="2908833" y="2750058"/>
                  <a:pt x="2909248" y="2750058"/>
                </a:cubicBezTo>
                <a:close/>
                <a:moveTo>
                  <a:pt x="3314821" y="2749643"/>
                </a:moveTo>
                <a:lnTo>
                  <a:pt x="3332825" y="2749643"/>
                </a:lnTo>
                <a:cubicBezTo>
                  <a:pt x="3333299" y="2749643"/>
                  <a:pt x="3333714" y="2749880"/>
                  <a:pt x="3333951" y="2750294"/>
                </a:cubicBezTo>
                <a:lnTo>
                  <a:pt x="3342953" y="2765871"/>
                </a:lnTo>
                <a:cubicBezTo>
                  <a:pt x="3343190" y="2766226"/>
                  <a:pt x="3343190" y="2766700"/>
                  <a:pt x="3342953" y="2767114"/>
                </a:cubicBezTo>
                <a:lnTo>
                  <a:pt x="3333951" y="2782691"/>
                </a:lnTo>
                <a:cubicBezTo>
                  <a:pt x="3333714" y="2783105"/>
                  <a:pt x="3333299" y="2783342"/>
                  <a:pt x="3332825" y="2783342"/>
                </a:cubicBezTo>
                <a:lnTo>
                  <a:pt x="3314821" y="2783342"/>
                </a:lnTo>
                <a:cubicBezTo>
                  <a:pt x="3314347" y="2783342"/>
                  <a:pt x="3313933" y="2783105"/>
                  <a:pt x="3313696" y="2782691"/>
                </a:cubicBezTo>
                <a:lnTo>
                  <a:pt x="3304693" y="2767114"/>
                </a:lnTo>
                <a:cubicBezTo>
                  <a:pt x="3304457" y="2766759"/>
                  <a:pt x="3304457" y="2766285"/>
                  <a:pt x="3304693" y="2765871"/>
                </a:cubicBezTo>
                <a:lnTo>
                  <a:pt x="3313696" y="2750294"/>
                </a:lnTo>
                <a:cubicBezTo>
                  <a:pt x="3313933" y="2749880"/>
                  <a:pt x="3314347" y="2749643"/>
                  <a:pt x="3314821" y="2749643"/>
                </a:cubicBezTo>
                <a:close/>
                <a:moveTo>
                  <a:pt x="4396626" y="2749110"/>
                </a:moveTo>
                <a:lnTo>
                  <a:pt x="4415163" y="2749110"/>
                </a:lnTo>
                <a:cubicBezTo>
                  <a:pt x="4415638" y="2749110"/>
                  <a:pt x="4416052" y="2749347"/>
                  <a:pt x="4416289" y="2749762"/>
                </a:cubicBezTo>
                <a:lnTo>
                  <a:pt x="4425528" y="2765812"/>
                </a:lnTo>
                <a:cubicBezTo>
                  <a:pt x="4425765" y="2766226"/>
                  <a:pt x="4425765" y="2766700"/>
                  <a:pt x="4425528" y="2767115"/>
                </a:cubicBezTo>
                <a:lnTo>
                  <a:pt x="4416230" y="2783164"/>
                </a:lnTo>
                <a:cubicBezTo>
                  <a:pt x="4415993" y="2783579"/>
                  <a:pt x="4415578" y="2783816"/>
                  <a:pt x="4415104" y="2783816"/>
                </a:cubicBezTo>
                <a:lnTo>
                  <a:pt x="4396567" y="2783816"/>
                </a:lnTo>
                <a:cubicBezTo>
                  <a:pt x="4396093" y="2783816"/>
                  <a:pt x="4395679" y="2783579"/>
                  <a:pt x="4395442" y="2783164"/>
                </a:cubicBezTo>
                <a:lnTo>
                  <a:pt x="4386202" y="2767115"/>
                </a:lnTo>
                <a:cubicBezTo>
                  <a:pt x="4385966" y="2766700"/>
                  <a:pt x="4385966" y="2766226"/>
                  <a:pt x="4386202" y="2765812"/>
                </a:cubicBezTo>
                <a:lnTo>
                  <a:pt x="4395501" y="2749762"/>
                </a:lnTo>
                <a:cubicBezTo>
                  <a:pt x="4395738" y="2749347"/>
                  <a:pt x="4396152" y="2749110"/>
                  <a:pt x="4396626" y="2749110"/>
                </a:cubicBezTo>
                <a:close/>
                <a:moveTo>
                  <a:pt x="2097035" y="2748932"/>
                </a:moveTo>
                <a:lnTo>
                  <a:pt x="2115809" y="2748932"/>
                </a:lnTo>
                <a:cubicBezTo>
                  <a:pt x="2116283" y="2748932"/>
                  <a:pt x="2116698" y="2749169"/>
                  <a:pt x="2116934" y="2749583"/>
                </a:cubicBezTo>
                <a:lnTo>
                  <a:pt x="2126292" y="2765811"/>
                </a:lnTo>
                <a:cubicBezTo>
                  <a:pt x="2126529" y="2766166"/>
                  <a:pt x="2126529" y="2766700"/>
                  <a:pt x="2126292" y="2767114"/>
                </a:cubicBezTo>
                <a:lnTo>
                  <a:pt x="2116875" y="2783342"/>
                </a:lnTo>
                <a:cubicBezTo>
                  <a:pt x="2116638" y="2783756"/>
                  <a:pt x="2116224" y="2783993"/>
                  <a:pt x="2115750" y="2783993"/>
                </a:cubicBezTo>
                <a:lnTo>
                  <a:pt x="2096975" y="2783993"/>
                </a:lnTo>
                <a:cubicBezTo>
                  <a:pt x="2096502" y="2783993"/>
                  <a:pt x="2096087" y="2783756"/>
                  <a:pt x="2095850" y="2783342"/>
                </a:cubicBezTo>
                <a:lnTo>
                  <a:pt x="2086493" y="2767114"/>
                </a:lnTo>
                <a:cubicBezTo>
                  <a:pt x="2086256" y="2766759"/>
                  <a:pt x="2086256" y="2766226"/>
                  <a:pt x="2086493" y="2765811"/>
                </a:cubicBezTo>
                <a:lnTo>
                  <a:pt x="2095909" y="2749583"/>
                </a:lnTo>
                <a:cubicBezTo>
                  <a:pt x="2096147" y="2749169"/>
                  <a:pt x="2096561" y="2748932"/>
                  <a:pt x="2097035" y="2748932"/>
                </a:cubicBezTo>
                <a:close/>
                <a:moveTo>
                  <a:pt x="2367456" y="2748695"/>
                </a:moveTo>
                <a:lnTo>
                  <a:pt x="2386467" y="2748695"/>
                </a:lnTo>
                <a:cubicBezTo>
                  <a:pt x="2386941" y="2748695"/>
                  <a:pt x="2387415" y="2748932"/>
                  <a:pt x="2387652" y="2749347"/>
                </a:cubicBezTo>
                <a:lnTo>
                  <a:pt x="2397128" y="2765811"/>
                </a:lnTo>
                <a:cubicBezTo>
                  <a:pt x="2397365" y="2766226"/>
                  <a:pt x="2397365" y="2766759"/>
                  <a:pt x="2397128" y="2767174"/>
                </a:cubicBezTo>
                <a:lnTo>
                  <a:pt x="2387652" y="2783638"/>
                </a:lnTo>
                <a:cubicBezTo>
                  <a:pt x="2387356" y="2784053"/>
                  <a:pt x="2386941" y="2784289"/>
                  <a:pt x="2386467" y="2784289"/>
                </a:cubicBezTo>
                <a:lnTo>
                  <a:pt x="2367456" y="2784289"/>
                </a:lnTo>
                <a:cubicBezTo>
                  <a:pt x="2366982" y="2784289"/>
                  <a:pt x="2366509" y="2784053"/>
                  <a:pt x="2366272" y="2783638"/>
                </a:cubicBezTo>
                <a:lnTo>
                  <a:pt x="2356796" y="2767174"/>
                </a:lnTo>
                <a:cubicBezTo>
                  <a:pt x="2356559" y="2766759"/>
                  <a:pt x="2356559" y="2766226"/>
                  <a:pt x="2356796" y="2765811"/>
                </a:cubicBezTo>
                <a:lnTo>
                  <a:pt x="2366272" y="2749347"/>
                </a:lnTo>
                <a:cubicBezTo>
                  <a:pt x="2366568" y="2748932"/>
                  <a:pt x="2366982" y="2748695"/>
                  <a:pt x="2367456" y="2748695"/>
                </a:cubicBezTo>
                <a:close/>
                <a:moveTo>
                  <a:pt x="4937293" y="2748399"/>
                </a:moveTo>
                <a:lnTo>
                  <a:pt x="4956600" y="2748399"/>
                </a:lnTo>
                <a:cubicBezTo>
                  <a:pt x="4957074" y="2748399"/>
                  <a:pt x="4957548" y="2748695"/>
                  <a:pt x="4957784" y="2749110"/>
                </a:cubicBezTo>
                <a:lnTo>
                  <a:pt x="4967438" y="2765870"/>
                </a:lnTo>
                <a:cubicBezTo>
                  <a:pt x="4967675" y="2766285"/>
                  <a:pt x="4967675" y="2766818"/>
                  <a:pt x="4967438" y="2767233"/>
                </a:cubicBezTo>
                <a:lnTo>
                  <a:pt x="4957784" y="2783993"/>
                </a:lnTo>
                <a:cubicBezTo>
                  <a:pt x="4957548" y="2784467"/>
                  <a:pt x="4957074" y="2784704"/>
                  <a:pt x="4956600" y="2784704"/>
                </a:cubicBezTo>
                <a:lnTo>
                  <a:pt x="4937293" y="2784704"/>
                </a:lnTo>
                <a:cubicBezTo>
                  <a:pt x="4936819" y="2784704"/>
                  <a:pt x="4936345" y="2784408"/>
                  <a:pt x="4936109" y="2783993"/>
                </a:cubicBezTo>
                <a:lnTo>
                  <a:pt x="4926455" y="2767233"/>
                </a:lnTo>
                <a:cubicBezTo>
                  <a:pt x="4926218" y="2766818"/>
                  <a:pt x="4926218" y="2766285"/>
                  <a:pt x="4926455" y="2765870"/>
                </a:cubicBezTo>
                <a:lnTo>
                  <a:pt x="4936109" y="2749110"/>
                </a:lnTo>
                <a:cubicBezTo>
                  <a:pt x="4936345" y="2748636"/>
                  <a:pt x="4936819" y="2748399"/>
                  <a:pt x="4937293" y="2748399"/>
                </a:cubicBezTo>
                <a:close/>
                <a:moveTo>
                  <a:pt x="2164433" y="2748399"/>
                </a:moveTo>
                <a:lnTo>
                  <a:pt x="2183740" y="2748399"/>
                </a:lnTo>
                <a:cubicBezTo>
                  <a:pt x="2184214" y="2748399"/>
                  <a:pt x="2184688" y="2748695"/>
                  <a:pt x="2184925" y="2749110"/>
                </a:cubicBezTo>
                <a:lnTo>
                  <a:pt x="2194579" y="2765870"/>
                </a:lnTo>
                <a:cubicBezTo>
                  <a:pt x="2194815" y="2766285"/>
                  <a:pt x="2194815" y="2766818"/>
                  <a:pt x="2194579" y="2767233"/>
                </a:cubicBezTo>
                <a:lnTo>
                  <a:pt x="2184925" y="2783993"/>
                </a:lnTo>
                <a:cubicBezTo>
                  <a:pt x="2184688" y="2784467"/>
                  <a:pt x="2184214" y="2784704"/>
                  <a:pt x="2183740" y="2784704"/>
                </a:cubicBezTo>
                <a:lnTo>
                  <a:pt x="2164433" y="2784704"/>
                </a:lnTo>
                <a:cubicBezTo>
                  <a:pt x="2163959" y="2784704"/>
                  <a:pt x="2163485" y="2784408"/>
                  <a:pt x="2163248" y="2783993"/>
                </a:cubicBezTo>
                <a:lnTo>
                  <a:pt x="2153595" y="2767233"/>
                </a:lnTo>
                <a:cubicBezTo>
                  <a:pt x="2153358" y="2766818"/>
                  <a:pt x="2153358" y="2766285"/>
                  <a:pt x="2153595" y="2765870"/>
                </a:cubicBezTo>
                <a:lnTo>
                  <a:pt x="2163248" y="2749110"/>
                </a:lnTo>
                <a:cubicBezTo>
                  <a:pt x="2163485" y="2748636"/>
                  <a:pt x="2163959" y="2748399"/>
                  <a:pt x="2164433" y="2748399"/>
                </a:cubicBezTo>
                <a:close/>
                <a:moveTo>
                  <a:pt x="4463788" y="2748281"/>
                </a:moveTo>
                <a:lnTo>
                  <a:pt x="4483214" y="2748281"/>
                </a:lnTo>
                <a:cubicBezTo>
                  <a:pt x="4483688" y="2748281"/>
                  <a:pt x="4484161" y="2748577"/>
                  <a:pt x="4484398" y="2748992"/>
                </a:cubicBezTo>
                <a:lnTo>
                  <a:pt x="4494111" y="2765811"/>
                </a:lnTo>
                <a:cubicBezTo>
                  <a:pt x="4494348" y="2766226"/>
                  <a:pt x="4494348" y="2766759"/>
                  <a:pt x="4494111" y="2767174"/>
                </a:cubicBezTo>
                <a:lnTo>
                  <a:pt x="4484398" y="2783994"/>
                </a:lnTo>
                <a:cubicBezTo>
                  <a:pt x="4484161" y="2784467"/>
                  <a:pt x="4483688" y="2784704"/>
                  <a:pt x="4483214" y="2784704"/>
                </a:cubicBezTo>
                <a:lnTo>
                  <a:pt x="4463788" y="2784704"/>
                </a:lnTo>
                <a:cubicBezTo>
                  <a:pt x="4463314" y="2784704"/>
                  <a:pt x="4462840" y="2784408"/>
                  <a:pt x="4462603" y="2783994"/>
                </a:cubicBezTo>
                <a:lnTo>
                  <a:pt x="4452890" y="2767174"/>
                </a:lnTo>
                <a:cubicBezTo>
                  <a:pt x="4452654" y="2766759"/>
                  <a:pt x="4452654" y="2766226"/>
                  <a:pt x="4452890" y="2765811"/>
                </a:cubicBezTo>
                <a:lnTo>
                  <a:pt x="4462603" y="2748992"/>
                </a:lnTo>
                <a:cubicBezTo>
                  <a:pt x="4462840" y="2748518"/>
                  <a:pt x="4463314" y="2748281"/>
                  <a:pt x="4463788" y="2748281"/>
                </a:cubicBezTo>
                <a:close/>
                <a:moveTo>
                  <a:pt x="2299525" y="2748103"/>
                </a:moveTo>
                <a:lnTo>
                  <a:pt x="2319188" y="2748103"/>
                </a:lnTo>
                <a:cubicBezTo>
                  <a:pt x="2319662" y="2748103"/>
                  <a:pt x="2320136" y="2748399"/>
                  <a:pt x="2320373" y="2748814"/>
                </a:cubicBezTo>
                <a:lnTo>
                  <a:pt x="2330204" y="2765811"/>
                </a:lnTo>
                <a:cubicBezTo>
                  <a:pt x="2330441" y="2766226"/>
                  <a:pt x="2330441" y="2766759"/>
                  <a:pt x="2330204" y="2767174"/>
                </a:cubicBezTo>
                <a:lnTo>
                  <a:pt x="2320373" y="2784171"/>
                </a:lnTo>
                <a:cubicBezTo>
                  <a:pt x="2320136" y="2784585"/>
                  <a:pt x="2319662" y="2784882"/>
                  <a:pt x="2319188" y="2784882"/>
                </a:cubicBezTo>
                <a:lnTo>
                  <a:pt x="2299525" y="2784882"/>
                </a:lnTo>
                <a:cubicBezTo>
                  <a:pt x="2299051" y="2784882"/>
                  <a:pt x="2298578" y="2784585"/>
                  <a:pt x="2298341" y="2784171"/>
                </a:cubicBezTo>
                <a:lnTo>
                  <a:pt x="2288510" y="2767174"/>
                </a:lnTo>
                <a:cubicBezTo>
                  <a:pt x="2288273" y="2766759"/>
                  <a:pt x="2288273" y="2766226"/>
                  <a:pt x="2288510" y="2765811"/>
                </a:cubicBezTo>
                <a:lnTo>
                  <a:pt x="2298341" y="2748814"/>
                </a:lnTo>
                <a:cubicBezTo>
                  <a:pt x="2298578" y="2748399"/>
                  <a:pt x="2299051" y="2748103"/>
                  <a:pt x="2299525" y="2748103"/>
                </a:cubicBezTo>
                <a:close/>
                <a:moveTo>
                  <a:pt x="4531186" y="2747866"/>
                </a:moveTo>
                <a:lnTo>
                  <a:pt x="4551086" y="2747866"/>
                </a:lnTo>
                <a:cubicBezTo>
                  <a:pt x="4551559" y="2747866"/>
                  <a:pt x="4552033" y="2748162"/>
                  <a:pt x="4552270" y="2748577"/>
                </a:cubicBezTo>
                <a:lnTo>
                  <a:pt x="4562220" y="2765811"/>
                </a:lnTo>
                <a:cubicBezTo>
                  <a:pt x="4562456" y="2766285"/>
                  <a:pt x="4562456" y="2766818"/>
                  <a:pt x="4562220" y="2767232"/>
                </a:cubicBezTo>
                <a:lnTo>
                  <a:pt x="4552270" y="2784467"/>
                </a:lnTo>
                <a:cubicBezTo>
                  <a:pt x="4552033" y="2784882"/>
                  <a:pt x="4551559" y="2785178"/>
                  <a:pt x="4551086" y="2785178"/>
                </a:cubicBezTo>
                <a:lnTo>
                  <a:pt x="4531186" y="2785178"/>
                </a:lnTo>
                <a:cubicBezTo>
                  <a:pt x="4530712" y="2785178"/>
                  <a:pt x="4530238" y="2784882"/>
                  <a:pt x="4530001" y="2784467"/>
                </a:cubicBezTo>
                <a:lnTo>
                  <a:pt x="4520052" y="2767232"/>
                </a:lnTo>
                <a:cubicBezTo>
                  <a:pt x="4519815" y="2766759"/>
                  <a:pt x="4519815" y="2766226"/>
                  <a:pt x="4520052" y="2765811"/>
                </a:cubicBezTo>
                <a:lnTo>
                  <a:pt x="4530001" y="2748577"/>
                </a:lnTo>
                <a:cubicBezTo>
                  <a:pt x="4530238" y="2748162"/>
                  <a:pt x="4530712" y="2747866"/>
                  <a:pt x="4531186" y="2747866"/>
                </a:cubicBezTo>
                <a:close/>
                <a:moveTo>
                  <a:pt x="2028808" y="2747688"/>
                </a:moveTo>
                <a:lnTo>
                  <a:pt x="2048885" y="2747688"/>
                </a:lnTo>
                <a:cubicBezTo>
                  <a:pt x="2049418" y="2747688"/>
                  <a:pt x="2049892" y="2747984"/>
                  <a:pt x="2050129" y="2748399"/>
                </a:cubicBezTo>
                <a:lnTo>
                  <a:pt x="2060138" y="2765811"/>
                </a:lnTo>
                <a:cubicBezTo>
                  <a:pt x="2060374" y="2766225"/>
                  <a:pt x="2060374" y="2766818"/>
                  <a:pt x="2060138" y="2767232"/>
                </a:cubicBezTo>
                <a:lnTo>
                  <a:pt x="2050069" y="2784644"/>
                </a:lnTo>
                <a:cubicBezTo>
                  <a:pt x="2049773" y="2785059"/>
                  <a:pt x="2049299" y="2785355"/>
                  <a:pt x="2048826" y="2785355"/>
                </a:cubicBezTo>
                <a:lnTo>
                  <a:pt x="2028748" y="2785355"/>
                </a:lnTo>
                <a:cubicBezTo>
                  <a:pt x="2028215" y="2785355"/>
                  <a:pt x="2027741" y="2785059"/>
                  <a:pt x="2027505" y="2784644"/>
                </a:cubicBezTo>
                <a:lnTo>
                  <a:pt x="2017496" y="2767232"/>
                </a:lnTo>
                <a:cubicBezTo>
                  <a:pt x="2017259" y="2766818"/>
                  <a:pt x="2017259" y="2766225"/>
                  <a:pt x="2017496" y="2765811"/>
                </a:cubicBezTo>
                <a:lnTo>
                  <a:pt x="2027564" y="2748399"/>
                </a:lnTo>
                <a:cubicBezTo>
                  <a:pt x="2027860" y="2747984"/>
                  <a:pt x="2028334" y="2747688"/>
                  <a:pt x="2028808" y="2747688"/>
                </a:cubicBezTo>
                <a:close/>
                <a:moveTo>
                  <a:pt x="2231594" y="2747570"/>
                </a:moveTo>
                <a:lnTo>
                  <a:pt x="2251790" y="2747570"/>
                </a:lnTo>
                <a:cubicBezTo>
                  <a:pt x="2252323" y="2747570"/>
                  <a:pt x="2252796" y="2747866"/>
                  <a:pt x="2253034" y="2748281"/>
                </a:cubicBezTo>
                <a:lnTo>
                  <a:pt x="2263102" y="2765752"/>
                </a:lnTo>
                <a:cubicBezTo>
                  <a:pt x="2263339" y="2766167"/>
                  <a:pt x="2263339" y="2766759"/>
                  <a:pt x="2263102" y="2767174"/>
                </a:cubicBezTo>
                <a:lnTo>
                  <a:pt x="2252974" y="2784645"/>
                </a:lnTo>
                <a:cubicBezTo>
                  <a:pt x="2252678" y="2785060"/>
                  <a:pt x="2252204" y="2785356"/>
                  <a:pt x="2251730" y="2785356"/>
                </a:cubicBezTo>
                <a:lnTo>
                  <a:pt x="2231535" y="2785356"/>
                </a:lnTo>
                <a:cubicBezTo>
                  <a:pt x="2231002" y="2785356"/>
                  <a:pt x="2230528" y="2785060"/>
                  <a:pt x="2230291" y="2784645"/>
                </a:cubicBezTo>
                <a:lnTo>
                  <a:pt x="2220223" y="2767174"/>
                </a:lnTo>
                <a:cubicBezTo>
                  <a:pt x="2219986" y="2766759"/>
                  <a:pt x="2219986" y="2766167"/>
                  <a:pt x="2220223" y="2765752"/>
                </a:cubicBezTo>
                <a:lnTo>
                  <a:pt x="2230350" y="2748281"/>
                </a:lnTo>
                <a:cubicBezTo>
                  <a:pt x="2230646" y="2747866"/>
                  <a:pt x="2231120" y="2747570"/>
                  <a:pt x="2231594" y="2747570"/>
                </a:cubicBezTo>
                <a:close/>
                <a:moveTo>
                  <a:pt x="4598643" y="2747452"/>
                </a:moveTo>
                <a:lnTo>
                  <a:pt x="4618957" y="2747452"/>
                </a:lnTo>
                <a:cubicBezTo>
                  <a:pt x="4619490" y="2747452"/>
                  <a:pt x="4619964" y="2747748"/>
                  <a:pt x="4620201" y="2748163"/>
                </a:cubicBezTo>
                <a:lnTo>
                  <a:pt x="4630329" y="2765752"/>
                </a:lnTo>
                <a:cubicBezTo>
                  <a:pt x="4630565" y="2766167"/>
                  <a:pt x="4630565" y="2766759"/>
                  <a:pt x="4630329" y="2767174"/>
                </a:cubicBezTo>
                <a:lnTo>
                  <a:pt x="4620142" y="2784764"/>
                </a:lnTo>
                <a:cubicBezTo>
                  <a:pt x="4619905" y="2785178"/>
                  <a:pt x="4619431" y="2785474"/>
                  <a:pt x="4618898" y="2785474"/>
                </a:cubicBezTo>
                <a:lnTo>
                  <a:pt x="4598584" y="2785474"/>
                </a:lnTo>
                <a:cubicBezTo>
                  <a:pt x="4598051" y="2785474"/>
                  <a:pt x="4597577" y="2785178"/>
                  <a:pt x="4597340" y="2784764"/>
                </a:cubicBezTo>
                <a:lnTo>
                  <a:pt x="4587213" y="2767174"/>
                </a:lnTo>
                <a:cubicBezTo>
                  <a:pt x="4586976" y="2766759"/>
                  <a:pt x="4586976" y="2766167"/>
                  <a:pt x="4587213" y="2765752"/>
                </a:cubicBezTo>
                <a:lnTo>
                  <a:pt x="4597399" y="2748163"/>
                </a:lnTo>
                <a:cubicBezTo>
                  <a:pt x="4597637" y="2747748"/>
                  <a:pt x="4598110" y="2747452"/>
                  <a:pt x="4598643" y="2747452"/>
                </a:cubicBezTo>
                <a:close/>
                <a:moveTo>
                  <a:pt x="1960936" y="2747274"/>
                </a:moveTo>
                <a:lnTo>
                  <a:pt x="1981487" y="2747274"/>
                </a:lnTo>
                <a:cubicBezTo>
                  <a:pt x="1981961" y="2747274"/>
                  <a:pt x="1982494" y="2747511"/>
                  <a:pt x="1982731" y="2747985"/>
                </a:cubicBezTo>
                <a:lnTo>
                  <a:pt x="1992977" y="2765752"/>
                </a:lnTo>
                <a:cubicBezTo>
                  <a:pt x="1993214" y="2766226"/>
                  <a:pt x="1993214" y="2766759"/>
                  <a:pt x="1992977" y="2767233"/>
                </a:cubicBezTo>
                <a:lnTo>
                  <a:pt x="1982731" y="2785000"/>
                </a:lnTo>
                <a:cubicBezTo>
                  <a:pt x="1982494" y="2785415"/>
                  <a:pt x="1982020" y="2785711"/>
                  <a:pt x="1981487" y="2785711"/>
                </a:cubicBezTo>
                <a:lnTo>
                  <a:pt x="1960936" y="2785711"/>
                </a:lnTo>
                <a:cubicBezTo>
                  <a:pt x="1960462" y="2785711"/>
                  <a:pt x="1959930" y="2785474"/>
                  <a:pt x="1959692" y="2785000"/>
                </a:cubicBezTo>
                <a:lnTo>
                  <a:pt x="1949447" y="2767233"/>
                </a:lnTo>
                <a:cubicBezTo>
                  <a:pt x="1949210" y="2766759"/>
                  <a:pt x="1949210" y="2766226"/>
                  <a:pt x="1949447" y="2765752"/>
                </a:cubicBezTo>
                <a:lnTo>
                  <a:pt x="1959692" y="2747985"/>
                </a:lnTo>
                <a:cubicBezTo>
                  <a:pt x="1959930" y="2747570"/>
                  <a:pt x="1960403" y="2747274"/>
                  <a:pt x="1960936" y="2747274"/>
                </a:cubicBezTo>
                <a:close/>
                <a:moveTo>
                  <a:pt x="4665923" y="2746859"/>
                </a:moveTo>
                <a:lnTo>
                  <a:pt x="4686888" y="2746859"/>
                </a:lnTo>
                <a:cubicBezTo>
                  <a:pt x="4687422" y="2746859"/>
                  <a:pt x="4687895" y="2747155"/>
                  <a:pt x="4688192" y="2747629"/>
                </a:cubicBezTo>
                <a:lnTo>
                  <a:pt x="4698674" y="2765811"/>
                </a:lnTo>
                <a:cubicBezTo>
                  <a:pt x="4698970" y="2766285"/>
                  <a:pt x="4698970" y="2766818"/>
                  <a:pt x="4698674" y="2767292"/>
                </a:cubicBezTo>
                <a:lnTo>
                  <a:pt x="4688192" y="2785474"/>
                </a:lnTo>
                <a:cubicBezTo>
                  <a:pt x="4687895" y="2785948"/>
                  <a:pt x="4687422" y="2786244"/>
                  <a:pt x="4686888" y="2786244"/>
                </a:cubicBezTo>
                <a:lnTo>
                  <a:pt x="4665923" y="2786244"/>
                </a:lnTo>
                <a:cubicBezTo>
                  <a:pt x="4665389" y="2786244"/>
                  <a:pt x="4664916" y="2785948"/>
                  <a:pt x="4664620" y="2785474"/>
                </a:cubicBezTo>
                <a:lnTo>
                  <a:pt x="4654137" y="2767292"/>
                </a:lnTo>
                <a:cubicBezTo>
                  <a:pt x="4653841" y="2766818"/>
                  <a:pt x="4653841" y="2766285"/>
                  <a:pt x="4654137" y="2765811"/>
                </a:cubicBezTo>
                <a:lnTo>
                  <a:pt x="4664620" y="2747629"/>
                </a:lnTo>
                <a:cubicBezTo>
                  <a:pt x="4664916" y="2747155"/>
                  <a:pt x="4665389" y="2746859"/>
                  <a:pt x="4665923" y="2746859"/>
                </a:cubicBezTo>
                <a:close/>
                <a:moveTo>
                  <a:pt x="4733144" y="2746030"/>
                </a:moveTo>
                <a:lnTo>
                  <a:pt x="4754998" y="2746030"/>
                </a:lnTo>
                <a:cubicBezTo>
                  <a:pt x="4755590" y="2746030"/>
                  <a:pt x="4756064" y="2746326"/>
                  <a:pt x="4756360" y="2746800"/>
                </a:cubicBezTo>
                <a:lnTo>
                  <a:pt x="4767258" y="2765752"/>
                </a:lnTo>
                <a:cubicBezTo>
                  <a:pt x="4767553" y="2766226"/>
                  <a:pt x="4767553" y="2766818"/>
                  <a:pt x="4767258" y="2767292"/>
                </a:cubicBezTo>
                <a:lnTo>
                  <a:pt x="4756301" y="2786244"/>
                </a:lnTo>
                <a:cubicBezTo>
                  <a:pt x="4756005" y="2786718"/>
                  <a:pt x="4755472" y="2787014"/>
                  <a:pt x="4754938" y="2787014"/>
                </a:cubicBezTo>
                <a:lnTo>
                  <a:pt x="4733085" y="2787014"/>
                </a:lnTo>
                <a:cubicBezTo>
                  <a:pt x="4732493" y="2787014"/>
                  <a:pt x="4732018" y="2786718"/>
                  <a:pt x="4731723" y="2786244"/>
                </a:cubicBezTo>
                <a:lnTo>
                  <a:pt x="4720825" y="2767292"/>
                </a:lnTo>
                <a:cubicBezTo>
                  <a:pt x="4720529" y="2766818"/>
                  <a:pt x="4720529" y="2766226"/>
                  <a:pt x="4720825" y="2765752"/>
                </a:cubicBezTo>
                <a:lnTo>
                  <a:pt x="4731782" y="2746800"/>
                </a:lnTo>
                <a:cubicBezTo>
                  <a:pt x="4732078" y="2746326"/>
                  <a:pt x="4732611" y="2746030"/>
                  <a:pt x="4733144" y="2746030"/>
                </a:cubicBezTo>
                <a:close/>
                <a:moveTo>
                  <a:pt x="1825014" y="2746030"/>
                </a:moveTo>
                <a:lnTo>
                  <a:pt x="1846868" y="2746030"/>
                </a:lnTo>
                <a:cubicBezTo>
                  <a:pt x="1847460" y="2746030"/>
                  <a:pt x="1847934" y="2746326"/>
                  <a:pt x="1848230" y="2746800"/>
                </a:cubicBezTo>
                <a:lnTo>
                  <a:pt x="1859128" y="2765752"/>
                </a:lnTo>
                <a:cubicBezTo>
                  <a:pt x="1859424" y="2766226"/>
                  <a:pt x="1859424" y="2766818"/>
                  <a:pt x="1859128" y="2767292"/>
                </a:cubicBezTo>
                <a:lnTo>
                  <a:pt x="1848171" y="2786244"/>
                </a:lnTo>
                <a:cubicBezTo>
                  <a:pt x="1847875" y="2786718"/>
                  <a:pt x="1847342" y="2787014"/>
                  <a:pt x="1846809" y="2787014"/>
                </a:cubicBezTo>
                <a:lnTo>
                  <a:pt x="1824955" y="2787014"/>
                </a:lnTo>
                <a:cubicBezTo>
                  <a:pt x="1824363" y="2787014"/>
                  <a:pt x="1823889" y="2786718"/>
                  <a:pt x="1823593" y="2786244"/>
                </a:cubicBezTo>
                <a:lnTo>
                  <a:pt x="1812695" y="2767292"/>
                </a:lnTo>
                <a:cubicBezTo>
                  <a:pt x="1812399" y="2766818"/>
                  <a:pt x="1812399" y="2766226"/>
                  <a:pt x="1812695" y="2765752"/>
                </a:cubicBezTo>
                <a:lnTo>
                  <a:pt x="1823652" y="2746800"/>
                </a:lnTo>
                <a:cubicBezTo>
                  <a:pt x="1823948" y="2746326"/>
                  <a:pt x="1824481" y="2746030"/>
                  <a:pt x="1825014" y="2746030"/>
                </a:cubicBezTo>
                <a:close/>
                <a:moveTo>
                  <a:pt x="1892472" y="2745734"/>
                </a:moveTo>
                <a:lnTo>
                  <a:pt x="1914681" y="2745734"/>
                </a:lnTo>
                <a:cubicBezTo>
                  <a:pt x="1915214" y="2745734"/>
                  <a:pt x="1915747" y="2746030"/>
                  <a:pt x="1916043" y="2746504"/>
                </a:cubicBezTo>
                <a:lnTo>
                  <a:pt x="1927118" y="2765752"/>
                </a:lnTo>
                <a:cubicBezTo>
                  <a:pt x="1927414" y="2766226"/>
                  <a:pt x="1927414" y="2766818"/>
                  <a:pt x="1927118" y="2767292"/>
                </a:cubicBezTo>
                <a:lnTo>
                  <a:pt x="1916043" y="2786540"/>
                </a:lnTo>
                <a:cubicBezTo>
                  <a:pt x="1915747" y="2787014"/>
                  <a:pt x="1915214" y="2787310"/>
                  <a:pt x="1914681" y="2787310"/>
                </a:cubicBezTo>
                <a:lnTo>
                  <a:pt x="1892472" y="2787310"/>
                </a:lnTo>
                <a:cubicBezTo>
                  <a:pt x="1891938" y="2787310"/>
                  <a:pt x="1891406" y="2787014"/>
                  <a:pt x="1891109" y="2786540"/>
                </a:cubicBezTo>
                <a:lnTo>
                  <a:pt x="1880034" y="2767292"/>
                </a:lnTo>
                <a:cubicBezTo>
                  <a:pt x="1879738" y="2766818"/>
                  <a:pt x="1879738" y="2766226"/>
                  <a:pt x="1880034" y="2765752"/>
                </a:cubicBezTo>
                <a:lnTo>
                  <a:pt x="1891109" y="2746504"/>
                </a:lnTo>
                <a:cubicBezTo>
                  <a:pt x="1891406" y="2746030"/>
                  <a:pt x="1891938" y="2745734"/>
                  <a:pt x="1892472" y="2745734"/>
                </a:cubicBezTo>
                <a:close/>
                <a:moveTo>
                  <a:pt x="1757201" y="2745734"/>
                </a:moveTo>
                <a:lnTo>
                  <a:pt x="1779411" y="2745734"/>
                </a:lnTo>
                <a:cubicBezTo>
                  <a:pt x="1779944" y="2745734"/>
                  <a:pt x="1780477" y="2746030"/>
                  <a:pt x="1780773" y="2746504"/>
                </a:cubicBezTo>
                <a:lnTo>
                  <a:pt x="1791848" y="2765752"/>
                </a:lnTo>
                <a:cubicBezTo>
                  <a:pt x="1792144" y="2766226"/>
                  <a:pt x="1792144" y="2766818"/>
                  <a:pt x="1791848" y="2767292"/>
                </a:cubicBezTo>
                <a:lnTo>
                  <a:pt x="1780773" y="2786540"/>
                </a:lnTo>
                <a:cubicBezTo>
                  <a:pt x="1780477" y="2787014"/>
                  <a:pt x="1779944" y="2787310"/>
                  <a:pt x="1779411" y="2787310"/>
                </a:cubicBezTo>
                <a:lnTo>
                  <a:pt x="1757201" y="2787310"/>
                </a:lnTo>
                <a:cubicBezTo>
                  <a:pt x="1756668" y="2787310"/>
                  <a:pt x="1756135" y="2787014"/>
                  <a:pt x="1755839" y="2786540"/>
                </a:cubicBezTo>
                <a:lnTo>
                  <a:pt x="1744764" y="2767292"/>
                </a:lnTo>
                <a:cubicBezTo>
                  <a:pt x="1744468" y="2766818"/>
                  <a:pt x="1744468" y="2766226"/>
                  <a:pt x="1744764" y="2765752"/>
                </a:cubicBezTo>
                <a:lnTo>
                  <a:pt x="1755839" y="2746504"/>
                </a:lnTo>
                <a:cubicBezTo>
                  <a:pt x="1756135" y="2746030"/>
                  <a:pt x="1756668" y="2745734"/>
                  <a:pt x="1757201" y="2745734"/>
                </a:cubicBezTo>
                <a:close/>
                <a:moveTo>
                  <a:pt x="4800127" y="2744905"/>
                </a:moveTo>
                <a:lnTo>
                  <a:pt x="4823225" y="2744905"/>
                </a:lnTo>
                <a:cubicBezTo>
                  <a:pt x="4823817" y="2744905"/>
                  <a:pt x="4824351" y="2745260"/>
                  <a:pt x="4824647" y="2745734"/>
                </a:cubicBezTo>
                <a:lnTo>
                  <a:pt x="4836196" y="2765693"/>
                </a:lnTo>
                <a:cubicBezTo>
                  <a:pt x="4836492" y="2766226"/>
                  <a:pt x="4836492" y="2766877"/>
                  <a:pt x="4836196" y="2767351"/>
                </a:cubicBezTo>
                <a:lnTo>
                  <a:pt x="4824647" y="2787310"/>
                </a:lnTo>
                <a:cubicBezTo>
                  <a:pt x="4824351" y="2787843"/>
                  <a:pt x="4823817" y="2788139"/>
                  <a:pt x="4823225" y="2788139"/>
                </a:cubicBezTo>
                <a:lnTo>
                  <a:pt x="4800127" y="2788139"/>
                </a:lnTo>
                <a:cubicBezTo>
                  <a:pt x="4799535" y="2788139"/>
                  <a:pt x="4799002" y="2787784"/>
                  <a:pt x="4798706" y="2787310"/>
                </a:cubicBezTo>
                <a:lnTo>
                  <a:pt x="4787157" y="2767351"/>
                </a:lnTo>
                <a:cubicBezTo>
                  <a:pt x="4786861" y="2766818"/>
                  <a:pt x="4786861" y="2766167"/>
                  <a:pt x="4787157" y="2765693"/>
                </a:cubicBezTo>
                <a:lnTo>
                  <a:pt x="4798706" y="2745734"/>
                </a:lnTo>
                <a:cubicBezTo>
                  <a:pt x="4799002" y="2745201"/>
                  <a:pt x="4799535" y="2744905"/>
                  <a:pt x="4800127" y="2744905"/>
                </a:cubicBezTo>
                <a:close/>
                <a:moveTo>
                  <a:pt x="4867703" y="2744668"/>
                </a:moveTo>
                <a:lnTo>
                  <a:pt x="4890979" y="2744668"/>
                </a:lnTo>
                <a:cubicBezTo>
                  <a:pt x="4891571" y="2744668"/>
                  <a:pt x="4892104" y="2744964"/>
                  <a:pt x="4892400" y="2745497"/>
                </a:cubicBezTo>
                <a:lnTo>
                  <a:pt x="4904008" y="2765693"/>
                </a:lnTo>
                <a:cubicBezTo>
                  <a:pt x="4904304" y="2766226"/>
                  <a:pt x="4904304" y="2766818"/>
                  <a:pt x="4904008" y="2767351"/>
                </a:cubicBezTo>
                <a:lnTo>
                  <a:pt x="4892341" y="2787547"/>
                </a:lnTo>
                <a:cubicBezTo>
                  <a:pt x="4892044" y="2788080"/>
                  <a:pt x="4891511" y="2788376"/>
                  <a:pt x="4890919" y="2788376"/>
                </a:cubicBezTo>
                <a:lnTo>
                  <a:pt x="4867644" y="2788376"/>
                </a:lnTo>
                <a:cubicBezTo>
                  <a:pt x="4867051" y="2788376"/>
                  <a:pt x="4866519" y="2788080"/>
                  <a:pt x="4866222" y="2787547"/>
                </a:cubicBezTo>
                <a:lnTo>
                  <a:pt x="4854614" y="2767351"/>
                </a:lnTo>
                <a:cubicBezTo>
                  <a:pt x="4854318" y="2766818"/>
                  <a:pt x="4854318" y="2766226"/>
                  <a:pt x="4854614" y="2765693"/>
                </a:cubicBezTo>
                <a:lnTo>
                  <a:pt x="4866281" y="2745497"/>
                </a:lnTo>
                <a:cubicBezTo>
                  <a:pt x="4866578" y="2744964"/>
                  <a:pt x="4867111" y="2744668"/>
                  <a:pt x="4867703" y="2744668"/>
                </a:cubicBezTo>
                <a:close/>
                <a:moveTo>
                  <a:pt x="3925491" y="2694860"/>
                </a:moveTo>
                <a:lnTo>
                  <a:pt x="3939409" y="2694860"/>
                </a:lnTo>
                <a:cubicBezTo>
                  <a:pt x="3939764" y="2694860"/>
                  <a:pt x="3940060" y="2695037"/>
                  <a:pt x="3940238" y="2695334"/>
                </a:cubicBezTo>
                <a:lnTo>
                  <a:pt x="3947167" y="2707356"/>
                </a:lnTo>
                <a:cubicBezTo>
                  <a:pt x="3947345" y="2707652"/>
                  <a:pt x="3947345" y="2708067"/>
                  <a:pt x="3947167" y="2708363"/>
                </a:cubicBezTo>
                <a:lnTo>
                  <a:pt x="3940179" y="2720386"/>
                </a:lnTo>
                <a:cubicBezTo>
                  <a:pt x="3940001" y="2720682"/>
                  <a:pt x="3939705" y="2720860"/>
                  <a:pt x="3939349" y="2720860"/>
                </a:cubicBezTo>
                <a:lnTo>
                  <a:pt x="3925432" y="2720860"/>
                </a:lnTo>
                <a:cubicBezTo>
                  <a:pt x="3925076" y="2720860"/>
                  <a:pt x="3924780" y="2720682"/>
                  <a:pt x="3924602" y="2720386"/>
                </a:cubicBezTo>
                <a:lnTo>
                  <a:pt x="3917673" y="2708363"/>
                </a:lnTo>
                <a:cubicBezTo>
                  <a:pt x="3917496" y="2708067"/>
                  <a:pt x="3917496" y="2707652"/>
                  <a:pt x="3917673" y="2707356"/>
                </a:cubicBezTo>
                <a:lnTo>
                  <a:pt x="3924662" y="2695334"/>
                </a:lnTo>
                <a:cubicBezTo>
                  <a:pt x="3924840" y="2695037"/>
                  <a:pt x="3925135" y="2694860"/>
                  <a:pt x="3925491" y="2694860"/>
                </a:cubicBezTo>
                <a:close/>
                <a:moveTo>
                  <a:pt x="2978600" y="2694741"/>
                </a:moveTo>
                <a:lnTo>
                  <a:pt x="2992636" y="2694741"/>
                </a:lnTo>
                <a:cubicBezTo>
                  <a:pt x="2992933" y="2694741"/>
                  <a:pt x="2993288" y="2694919"/>
                  <a:pt x="2993465" y="2695215"/>
                </a:cubicBezTo>
                <a:lnTo>
                  <a:pt x="3000454" y="2707356"/>
                </a:lnTo>
                <a:cubicBezTo>
                  <a:pt x="3000632" y="2707652"/>
                  <a:pt x="3000632" y="2708067"/>
                  <a:pt x="3000454" y="2708363"/>
                </a:cubicBezTo>
                <a:lnTo>
                  <a:pt x="2993465" y="2720504"/>
                </a:lnTo>
                <a:cubicBezTo>
                  <a:pt x="2993288" y="2720800"/>
                  <a:pt x="2992992" y="2720978"/>
                  <a:pt x="2992636" y="2720978"/>
                </a:cubicBezTo>
                <a:lnTo>
                  <a:pt x="2978600" y="2720978"/>
                </a:lnTo>
                <a:cubicBezTo>
                  <a:pt x="2978304" y="2720978"/>
                  <a:pt x="2977948" y="2720800"/>
                  <a:pt x="2977771" y="2720504"/>
                </a:cubicBezTo>
                <a:lnTo>
                  <a:pt x="2970782" y="2708363"/>
                </a:lnTo>
                <a:cubicBezTo>
                  <a:pt x="2970605" y="2708067"/>
                  <a:pt x="2970605" y="2707652"/>
                  <a:pt x="2970782" y="2707356"/>
                </a:cubicBezTo>
                <a:lnTo>
                  <a:pt x="2977771" y="2695215"/>
                </a:lnTo>
                <a:cubicBezTo>
                  <a:pt x="2977948" y="2694919"/>
                  <a:pt x="2978245" y="2694741"/>
                  <a:pt x="2978600" y="2694741"/>
                </a:cubicBezTo>
                <a:close/>
                <a:moveTo>
                  <a:pt x="3992889" y="2694327"/>
                </a:moveTo>
                <a:lnTo>
                  <a:pt x="4007340" y="2694327"/>
                </a:lnTo>
                <a:cubicBezTo>
                  <a:pt x="4007695" y="2694327"/>
                  <a:pt x="4008050" y="2694564"/>
                  <a:pt x="4008228" y="2694860"/>
                </a:cubicBezTo>
                <a:lnTo>
                  <a:pt x="4015454" y="2707416"/>
                </a:lnTo>
                <a:cubicBezTo>
                  <a:pt x="4015631" y="2707712"/>
                  <a:pt x="4015631" y="2708127"/>
                  <a:pt x="4015454" y="2708423"/>
                </a:cubicBezTo>
                <a:lnTo>
                  <a:pt x="4008228" y="2720978"/>
                </a:lnTo>
                <a:cubicBezTo>
                  <a:pt x="4008050" y="2721334"/>
                  <a:pt x="4007695" y="2721511"/>
                  <a:pt x="4007340" y="2721511"/>
                </a:cubicBezTo>
                <a:lnTo>
                  <a:pt x="3992889" y="2721511"/>
                </a:lnTo>
                <a:cubicBezTo>
                  <a:pt x="3992533" y="2721511"/>
                  <a:pt x="3992179" y="2721275"/>
                  <a:pt x="3992001" y="2720978"/>
                </a:cubicBezTo>
                <a:lnTo>
                  <a:pt x="3984775" y="2708423"/>
                </a:lnTo>
                <a:cubicBezTo>
                  <a:pt x="3984598" y="2708127"/>
                  <a:pt x="3984598" y="2707712"/>
                  <a:pt x="3984775" y="2707416"/>
                </a:cubicBezTo>
                <a:lnTo>
                  <a:pt x="3992001" y="2694860"/>
                </a:lnTo>
                <a:cubicBezTo>
                  <a:pt x="3992179" y="2694505"/>
                  <a:pt x="3992533" y="2694327"/>
                  <a:pt x="3992889" y="2694327"/>
                </a:cubicBezTo>
                <a:close/>
                <a:moveTo>
                  <a:pt x="2707882" y="2694327"/>
                </a:moveTo>
                <a:lnTo>
                  <a:pt x="2722333" y="2694327"/>
                </a:lnTo>
                <a:cubicBezTo>
                  <a:pt x="2722688" y="2694327"/>
                  <a:pt x="2723044" y="2694564"/>
                  <a:pt x="2723222" y="2694860"/>
                </a:cubicBezTo>
                <a:lnTo>
                  <a:pt x="2730447" y="2707416"/>
                </a:lnTo>
                <a:cubicBezTo>
                  <a:pt x="2730625" y="2707712"/>
                  <a:pt x="2730625" y="2708127"/>
                  <a:pt x="2730447" y="2708423"/>
                </a:cubicBezTo>
                <a:lnTo>
                  <a:pt x="2723222" y="2720978"/>
                </a:lnTo>
                <a:cubicBezTo>
                  <a:pt x="2723044" y="2721334"/>
                  <a:pt x="2722688" y="2721511"/>
                  <a:pt x="2722333" y="2721511"/>
                </a:cubicBezTo>
                <a:lnTo>
                  <a:pt x="2707882" y="2721511"/>
                </a:lnTo>
                <a:cubicBezTo>
                  <a:pt x="2707527" y="2721511"/>
                  <a:pt x="2707172" y="2721275"/>
                  <a:pt x="2706994" y="2720978"/>
                </a:cubicBezTo>
                <a:lnTo>
                  <a:pt x="2699768" y="2708423"/>
                </a:lnTo>
                <a:cubicBezTo>
                  <a:pt x="2699591" y="2708127"/>
                  <a:pt x="2699591" y="2707712"/>
                  <a:pt x="2699768" y="2707416"/>
                </a:cubicBezTo>
                <a:lnTo>
                  <a:pt x="2706994" y="2694860"/>
                </a:lnTo>
                <a:cubicBezTo>
                  <a:pt x="2707172" y="2694505"/>
                  <a:pt x="2707527" y="2694327"/>
                  <a:pt x="2707882" y="2694327"/>
                </a:cubicBezTo>
                <a:close/>
                <a:moveTo>
                  <a:pt x="4060406" y="2694149"/>
                </a:moveTo>
                <a:lnTo>
                  <a:pt x="4075093" y="2694149"/>
                </a:lnTo>
                <a:cubicBezTo>
                  <a:pt x="4075448" y="2694149"/>
                  <a:pt x="4075804" y="2694386"/>
                  <a:pt x="4075981" y="2694682"/>
                </a:cubicBezTo>
                <a:lnTo>
                  <a:pt x="4083326" y="2707415"/>
                </a:lnTo>
                <a:cubicBezTo>
                  <a:pt x="4083503" y="2707771"/>
                  <a:pt x="4083503" y="2708185"/>
                  <a:pt x="4083326" y="2708481"/>
                </a:cubicBezTo>
                <a:lnTo>
                  <a:pt x="4075981" y="2721215"/>
                </a:lnTo>
                <a:cubicBezTo>
                  <a:pt x="4075804" y="2721570"/>
                  <a:pt x="4075448" y="2721748"/>
                  <a:pt x="4075093" y="2721748"/>
                </a:cubicBezTo>
                <a:lnTo>
                  <a:pt x="4060406" y="2721748"/>
                </a:lnTo>
                <a:cubicBezTo>
                  <a:pt x="4060050" y="2721748"/>
                  <a:pt x="4059694" y="2721511"/>
                  <a:pt x="4059517" y="2721215"/>
                </a:cubicBezTo>
                <a:lnTo>
                  <a:pt x="4052173" y="2708481"/>
                </a:lnTo>
                <a:cubicBezTo>
                  <a:pt x="4051996" y="2708126"/>
                  <a:pt x="4051996" y="2707711"/>
                  <a:pt x="4052173" y="2707415"/>
                </a:cubicBezTo>
                <a:lnTo>
                  <a:pt x="4059517" y="2694682"/>
                </a:lnTo>
                <a:cubicBezTo>
                  <a:pt x="4059694" y="2694326"/>
                  <a:pt x="4060050" y="2694149"/>
                  <a:pt x="4060406" y="2694149"/>
                </a:cubicBezTo>
                <a:close/>
                <a:moveTo>
                  <a:pt x="2910669" y="2694149"/>
                </a:moveTo>
                <a:lnTo>
                  <a:pt x="2925357" y="2694149"/>
                </a:lnTo>
                <a:cubicBezTo>
                  <a:pt x="2925713" y="2694149"/>
                  <a:pt x="2926068" y="2694386"/>
                  <a:pt x="2926246" y="2694682"/>
                </a:cubicBezTo>
                <a:lnTo>
                  <a:pt x="2933590" y="2707415"/>
                </a:lnTo>
                <a:cubicBezTo>
                  <a:pt x="2933767" y="2707771"/>
                  <a:pt x="2933767" y="2708185"/>
                  <a:pt x="2933590" y="2708481"/>
                </a:cubicBezTo>
                <a:lnTo>
                  <a:pt x="2926246" y="2721215"/>
                </a:lnTo>
                <a:cubicBezTo>
                  <a:pt x="2926068" y="2721570"/>
                  <a:pt x="2925713" y="2721748"/>
                  <a:pt x="2925357" y="2721748"/>
                </a:cubicBezTo>
                <a:lnTo>
                  <a:pt x="2910669" y="2721748"/>
                </a:lnTo>
                <a:cubicBezTo>
                  <a:pt x="2910314" y="2721748"/>
                  <a:pt x="2909959" y="2721511"/>
                  <a:pt x="2909781" y="2721215"/>
                </a:cubicBezTo>
                <a:lnTo>
                  <a:pt x="2902437" y="2708481"/>
                </a:lnTo>
                <a:cubicBezTo>
                  <a:pt x="2902260" y="2708126"/>
                  <a:pt x="2902260" y="2707711"/>
                  <a:pt x="2902437" y="2707415"/>
                </a:cubicBezTo>
                <a:lnTo>
                  <a:pt x="2909781" y="2694682"/>
                </a:lnTo>
                <a:cubicBezTo>
                  <a:pt x="2909959" y="2694326"/>
                  <a:pt x="2910314" y="2694149"/>
                  <a:pt x="2910669" y="2694149"/>
                </a:cubicBezTo>
                <a:close/>
                <a:moveTo>
                  <a:pt x="4263193" y="2694030"/>
                </a:moveTo>
                <a:lnTo>
                  <a:pt x="4277999" y="2694030"/>
                </a:lnTo>
                <a:cubicBezTo>
                  <a:pt x="4278354" y="2694030"/>
                  <a:pt x="4278710" y="2694267"/>
                  <a:pt x="4278887" y="2694563"/>
                </a:cubicBezTo>
                <a:lnTo>
                  <a:pt x="4286290" y="2707356"/>
                </a:lnTo>
                <a:cubicBezTo>
                  <a:pt x="4286468" y="2707711"/>
                  <a:pt x="4286468" y="2708126"/>
                  <a:pt x="4286290" y="2708422"/>
                </a:cubicBezTo>
                <a:lnTo>
                  <a:pt x="4278887" y="2721214"/>
                </a:lnTo>
                <a:cubicBezTo>
                  <a:pt x="4278710" y="2721570"/>
                  <a:pt x="4278354" y="2721747"/>
                  <a:pt x="4277999" y="2721747"/>
                </a:cubicBezTo>
                <a:lnTo>
                  <a:pt x="4263193" y="2721747"/>
                </a:lnTo>
                <a:cubicBezTo>
                  <a:pt x="4262837" y="2721747"/>
                  <a:pt x="4262482" y="2721511"/>
                  <a:pt x="4262305" y="2721214"/>
                </a:cubicBezTo>
                <a:lnTo>
                  <a:pt x="4254901" y="2708422"/>
                </a:lnTo>
                <a:cubicBezTo>
                  <a:pt x="4254724" y="2708066"/>
                  <a:pt x="4254724" y="2707652"/>
                  <a:pt x="4254901" y="2707356"/>
                </a:cubicBezTo>
                <a:lnTo>
                  <a:pt x="4262305" y="2694563"/>
                </a:lnTo>
                <a:cubicBezTo>
                  <a:pt x="4262482" y="2694208"/>
                  <a:pt x="4262837" y="2694030"/>
                  <a:pt x="4263193" y="2694030"/>
                </a:cubicBezTo>
                <a:close/>
                <a:moveTo>
                  <a:pt x="2640070" y="2694030"/>
                </a:moveTo>
                <a:lnTo>
                  <a:pt x="2654876" y="2694030"/>
                </a:lnTo>
                <a:cubicBezTo>
                  <a:pt x="2655231" y="2694030"/>
                  <a:pt x="2655587" y="2694267"/>
                  <a:pt x="2655764" y="2694563"/>
                </a:cubicBezTo>
                <a:lnTo>
                  <a:pt x="2663168" y="2707356"/>
                </a:lnTo>
                <a:cubicBezTo>
                  <a:pt x="2663345" y="2707711"/>
                  <a:pt x="2663345" y="2708126"/>
                  <a:pt x="2663168" y="2708422"/>
                </a:cubicBezTo>
                <a:lnTo>
                  <a:pt x="2655764" y="2721214"/>
                </a:lnTo>
                <a:cubicBezTo>
                  <a:pt x="2655587" y="2721570"/>
                  <a:pt x="2655231" y="2721747"/>
                  <a:pt x="2654876" y="2721747"/>
                </a:cubicBezTo>
                <a:lnTo>
                  <a:pt x="2640070" y="2721747"/>
                </a:lnTo>
                <a:cubicBezTo>
                  <a:pt x="2639714" y="2721747"/>
                  <a:pt x="2639359" y="2721511"/>
                  <a:pt x="2639182" y="2721214"/>
                </a:cubicBezTo>
                <a:lnTo>
                  <a:pt x="2631778" y="2708422"/>
                </a:lnTo>
                <a:cubicBezTo>
                  <a:pt x="2631601" y="2708066"/>
                  <a:pt x="2631601" y="2707652"/>
                  <a:pt x="2631778" y="2707356"/>
                </a:cubicBezTo>
                <a:lnTo>
                  <a:pt x="2639182" y="2694563"/>
                </a:lnTo>
                <a:cubicBezTo>
                  <a:pt x="2639359" y="2694208"/>
                  <a:pt x="2639714" y="2694030"/>
                  <a:pt x="2640070" y="2694030"/>
                </a:cubicBezTo>
                <a:close/>
                <a:moveTo>
                  <a:pt x="2775281" y="2693912"/>
                </a:moveTo>
                <a:lnTo>
                  <a:pt x="2790206" y="2693912"/>
                </a:lnTo>
                <a:cubicBezTo>
                  <a:pt x="2790561" y="2693912"/>
                  <a:pt x="2790917" y="2694149"/>
                  <a:pt x="2791094" y="2694445"/>
                </a:cubicBezTo>
                <a:lnTo>
                  <a:pt x="2798556" y="2707356"/>
                </a:lnTo>
                <a:cubicBezTo>
                  <a:pt x="2798734" y="2707712"/>
                  <a:pt x="2798734" y="2708126"/>
                  <a:pt x="2798556" y="2708422"/>
                </a:cubicBezTo>
                <a:lnTo>
                  <a:pt x="2791094" y="2721333"/>
                </a:lnTo>
                <a:cubicBezTo>
                  <a:pt x="2790917" y="2721689"/>
                  <a:pt x="2790561" y="2721866"/>
                  <a:pt x="2790206" y="2721866"/>
                </a:cubicBezTo>
                <a:lnTo>
                  <a:pt x="2775281" y="2721866"/>
                </a:lnTo>
                <a:cubicBezTo>
                  <a:pt x="2774926" y="2721866"/>
                  <a:pt x="2774570" y="2721630"/>
                  <a:pt x="2774393" y="2721333"/>
                </a:cubicBezTo>
                <a:lnTo>
                  <a:pt x="2766930" y="2708422"/>
                </a:lnTo>
                <a:cubicBezTo>
                  <a:pt x="2766753" y="2708067"/>
                  <a:pt x="2766753" y="2707652"/>
                  <a:pt x="2766930" y="2707356"/>
                </a:cubicBezTo>
                <a:lnTo>
                  <a:pt x="2774393" y="2694445"/>
                </a:lnTo>
                <a:cubicBezTo>
                  <a:pt x="2774570" y="2694090"/>
                  <a:pt x="2774926" y="2693912"/>
                  <a:pt x="2775281" y="2693912"/>
                </a:cubicBezTo>
                <a:close/>
                <a:moveTo>
                  <a:pt x="2572376" y="2693912"/>
                </a:moveTo>
                <a:lnTo>
                  <a:pt x="2587301" y="2693912"/>
                </a:lnTo>
                <a:cubicBezTo>
                  <a:pt x="2587656" y="2693912"/>
                  <a:pt x="2588011" y="2694149"/>
                  <a:pt x="2588189" y="2694445"/>
                </a:cubicBezTo>
                <a:lnTo>
                  <a:pt x="2595651" y="2707356"/>
                </a:lnTo>
                <a:cubicBezTo>
                  <a:pt x="2595829" y="2707712"/>
                  <a:pt x="2595829" y="2708126"/>
                  <a:pt x="2595651" y="2708422"/>
                </a:cubicBezTo>
                <a:lnTo>
                  <a:pt x="2588189" y="2721333"/>
                </a:lnTo>
                <a:cubicBezTo>
                  <a:pt x="2588011" y="2721689"/>
                  <a:pt x="2587656" y="2721866"/>
                  <a:pt x="2587301" y="2721866"/>
                </a:cubicBezTo>
                <a:lnTo>
                  <a:pt x="2572376" y="2721866"/>
                </a:lnTo>
                <a:cubicBezTo>
                  <a:pt x="2572021" y="2721866"/>
                  <a:pt x="2571665" y="2721630"/>
                  <a:pt x="2571487" y="2721333"/>
                </a:cubicBezTo>
                <a:lnTo>
                  <a:pt x="2564025" y="2708422"/>
                </a:lnTo>
                <a:cubicBezTo>
                  <a:pt x="2563848" y="2708067"/>
                  <a:pt x="2563848" y="2707652"/>
                  <a:pt x="2564025" y="2707356"/>
                </a:cubicBezTo>
                <a:lnTo>
                  <a:pt x="2571487" y="2694445"/>
                </a:lnTo>
                <a:cubicBezTo>
                  <a:pt x="2571665" y="2694090"/>
                  <a:pt x="2572021" y="2693912"/>
                  <a:pt x="2572376" y="2693912"/>
                </a:cubicBezTo>
                <a:close/>
                <a:moveTo>
                  <a:pt x="2842857" y="2693734"/>
                </a:moveTo>
                <a:lnTo>
                  <a:pt x="2857959" y="2693734"/>
                </a:lnTo>
                <a:cubicBezTo>
                  <a:pt x="2858373" y="2693734"/>
                  <a:pt x="2858729" y="2693911"/>
                  <a:pt x="2858907" y="2694267"/>
                </a:cubicBezTo>
                <a:lnTo>
                  <a:pt x="2866487" y="2707356"/>
                </a:lnTo>
                <a:cubicBezTo>
                  <a:pt x="2866665" y="2707652"/>
                  <a:pt x="2866665" y="2708066"/>
                  <a:pt x="2866487" y="2708422"/>
                </a:cubicBezTo>
                <a:lnTo>
                  <a:pt x="2858907" y="2721511"/>
                </a:lnTo>
                <a:cubicBezTo>
                  <a:pt x="2858670" y="2721866"/>
                  <a:pt x="2858315" y="2722043"/>
                  <a:pt x="2857959" y="2722043"/>
                </a:cubicBezTo>
                <a:lnTo>
                  <a:pt x="2842857" y="2722043"/>
                </a:lnTo>
                <a:cubicBezTo>
                  <a:pt x="2842442" y="2722043"/>
                  <a:pt x="2842087" y="2721866"/>
                  <a:pt x="2841909" y="2721511"/>
                </a:cubicBezTo>
                <a:lnTo>
                  <a:pt x="2834328" y="2708422"/>
                </a:lnTo>
                <a:cubicBezTo>
                  <a:pt x="2834151" y="2708126"/>
                  <a:pt x="2834151" y="2707711"/>
                  <a:pt x="2834328" y="2707356"/>
                </a:cubicBezTo>
                <a:lnTo>
                  <a:pt x="2841909" y="2694267"/>
                </a:lnTo>
                <a:cubicBezTo>
                  <a:pt x="2842146" y="2693911"/>
                  <a:pt x="2842501" y="2693734"/>
                  <a:pt x="2842857" y="2693734"/>
                </a:cubicBezTo>
                <a:close/>
                <a:moveTo>
                  <a:pt x="4195261" y="2693379"/>
                </a:moveTo>
                <a:lnTo>
                  <a:pt x="4210719" y="2693379"/>
                </a:lnTo>
                <a:cubicBezTo>
                  <a:pt x="4211134" y="2693379"/>
                  <a:pt x="4211489" y="2693556"/>
                  <a:pt x="4211667" y="2693912"/>
                </a:cubicBezTo>
                <a:lnTo>
                  <a:pt x="4219366" y="2707297"/>
                </a:lnTo>
                <a:cubicBezTo>
                  <a:pt x="4219544" y="2707593"/>
                  <a:pt x="4219544" y="2708007"/>
                  <a:pt x="4219366" y="2708363"/>
                </a:cubicBezTo>
                <a:lnTo>
                  <a:pt x="4211607" y="2721748"/>
                </a:lnTo>
                <a:cubicBezTo>
                  <a:pt x="4211430" y="2722044"/>
                  <a:pt x="4211015" y="2722281"/>
                  <a:pt x="4210660" y="2722281"/>
                </a:cubicBezTo>
                <a:lnTo>
                  <a:pt x="4195202" y="2722281"/>
                </a:lnTo>
                <a:cubicBezTo>
                  <a:pt x="4194788" y="2722281"/>
                  <a:pt x="4194432" y="2722103"/>
                  <a:pt x="4194255" y="2721748"/>
                </a:cubicBezTo>
                <a:lnTo>
                  <a:pt x="4186555" y="2708363"/>
                </a:lnTo>
                <a:cubicBezTo>
                  <a:pt x="4186378" y="2708067"/>
                  <a:pt x="4186378" y="2707652"/>
                  <a:pt x="4186555" y="2707297"/>
                </a:cubicBezTo>
                <a:lnTo>
                  <a:pt x="4194314" y="2693912"/>
                </a:lnTo>
                <a:cubicBezTo>
                  <a:pt x="4194491" y="2693616"/>
                  <a:pt x="4194906" y="2693379"/>
                  <a:pt x="4195261" y="2693379"/>
                </a:cubicBezTo>
                <a:close/>
                <a:moveTo>
                  <a:pt x="4127626" y="2693379"/>
                </a:moveTo>
                <a:lnTo>
                  <a:pt x="4143084" y="2693379"/>
                </a:lnTo>
                <a:cubicBezTo>
                  <a:pt x="4143498" y="2693379"/>
                  <a:pt x="4143854" y="2693556"/>
                  <a:pt x="4144032" y="2693912"/>
                </a:cubicBezTo>
                <a:lnTo>
                  <a:pt x="4151731" y="2707297"/>
                </a:lnTo>
                <a:cubicBezTo>
                  <a:pt x="4151909" y="2707593"/>
                  <a:pt x="4151909" y="2708007"/>
                  <a:pt x="4151731" y="2708363"/>
                </a:cubicBezTo>
                <a:lnTo>
                  <a:pt x="4143973" y="2721748"/>
                </a:lnTo>
                <a:cubicBezTo>
                  <a:pt x="4143795" y="2722044"/>
                  <a:pt x="4143380" y="2722281"/>
                  <a:pt x="4143025" y="2722281"/>
                </a:cubicBezTo>
                <a:lnTo>
                  <a:pt x="4127567" y="2722281"/>
                </a:lnTo>
                <a:cubicBezTo>
                  <a:pt x="4127152" y="2722281"/>
                  <a:pt x="4126797" y="2722103"/>
                  <a:pt x="4126619" y="2721748"/>
                </a:cubicBezTo>
                <a:lnTo>
                  <a:pt x="4118920" y="2708363"/>
                </a:lnTo>
                <a:cubicBezTo>
                  <a:pt x="4118743" y="2708067"/>
                  <a:pt x="4118743" y="2707652"/>
                  <a:pt x="4118920" y="2707297"/>
                </a:cubicBezTo>
                <a:lnTo>
                  <a:pt x="4126679" y="2693912"/>
                </a:lnTo>
                <a:cubicBezTo>
                  <a:pt x="4126857" y="2693616"/>
                  <a:pt x="4127271" y="2693379"/>
                  <a:pt x="4127626" y="2693379"/>
                </a:cubicBezTo>
                <a:close/>
                <a:moveTo>
                  <a:pt x="3045466" y="2693320"/>
                </a:moveTo>
                <a:lnTo>
                  <a:pt x="3061042" y="2693320"/>
                </a:lnTo>
                <a:cubicBezTo>
                  <a:pt x="3061397" y="2693320"/>
                  <a:pt x="3061812" y="2693498"/>
                  <a:pt x="3061989" y="2693853"/>
                </a:cubicBezTo>
                <a:lnTo>
                  <a:pt x="3069748" y="2707356"/>
                </a:lnTo>
                <a:cubicBezTo>
                  <a:pt x="3069926" y="2707712"/>
                  <a:pt x="3069926" y="2708126"/>
                  <a:pt x="3069748" y="2708482"/>
                </a:cubicBezTo>
                <a:lnTo>
                  <a:pt x="3061930" y="2721985"/>
                </a:lnTo>
                <a:cubicBezTo>
                  <a:pt x="3061752" y="2722281"/>
                  <a:pt x="3061397" y="2722518"/>
                  <a:pt x="3060983" y="2722518"/>
                </a:cubicBezTo>
                <a:lnTo>
                  <a:pt x="3045406" y="2722518"/>
                </a:lnTo>
                <a:cubicBezTo>
                  <a:pt x="3045051" y="2722518"/>
                  <a:pt x="3044636" y="2722340"/>
                  <a:pt x="3044459" y="2721985"/>
                </a:cubicBezTo>
                <a:lnTo>
                  <a:pt x="3036700" y="2708482"/>
                </a:lnTo>
                <a:cubicBezTo>
                  <a:pt x="3036523" y="2708126"/>
                  <a:pt x="3036523" y="2707712"/>
                  <a:pt x="3036700" y="2707356"/>
                </a:cubicBezTo>
                <a:lnTo>
                  <a:pt x="3044518" y="2693853"/>
                </a:lnTo>
                <a:cubicBezTo>
                  <a:pt x="3044696" y="2693557"/>
                  <a:pt x="3045051" y="2693320"/>
                  <a:pt x="3045466" y="2693320"/>
                </a:cubicBezTo>
                <a:close/>
                <a:moveTo>
                  <a:pt x="2504445" y="2693320"/>
                </a:moveTo>
                <a:lnTo>
                  <a:pt x="2520021" y="2693320"/>
                </a:lnTo>
                <a:cubicBezTo>
                  <a:pt x="2520376" y="2693320"/>
                  <a:pt x="2520790" y="2693498"/>
                  <a:pt x="2520968" y="2693853"/>
                </a:cubicBezTo>
                <a:lnTo>
                  <a:pt x="2528727" y="2707356"/>
                </a:lnTo>
                <a:cubicBezTo>
                  <a:pt x="2528904" y="2707712"/>
                  <a:pt x="2528904" y="2708126"/>
                  <a:pt x="2528727" y="2708482"/>
                </a:cubicBezTo>
                <a:lnTo>
                  <a:pt x="2520909" y="2721985"/>
                </a:lnTo>
                <a:cubicBezTo>
                  <a:pt x="2520732" y="2722281"/>
                  <a:pt x="2520376" y="2722518"/>
                  <a:pt x="2519962" y="2722518"/>
                </a:cubicBezTo>
                <a:lnTo>
                  <a:pt x="2504385" y="2722518"/>
                </a:lnTo>
                <a:cubicBezTo>
                  <a:pt x="2504030" y="2722518"/>
                  <a:pt x="2503615" y="2722340"/>
                  <a:pt x="2503438" y="2721985"/>
                </a:cubicBezTo>
                <a:lnTo>
                  <a:pt x="2495679" y="2708482"/>
                </a:lnTo>
                <a:cubicBezTo>
                  <a:pt x="2495502" y="2708126"/>
                  <a:pt x="2495502" y="2707712"/>
                  <a:pt x="2495679" y="2707356"/>
                </a:cubicBezTo>
                <a:lnTo>
                  <a:pt x="2503497" y="2693853"/>
                </a:lnTo>
                <a:cubicBezTo>
                  <a:pt x="2503675" y="2693557"/>
                  <a:pt x="2504030" y="2693320"/>
                  <a:pt x="2504445" y="2693320"/>
                </a:cubicBezTo>
                <a:close/>
                <a:moveTo>
                  <a:pt x="3315947" y="2693201"/>
                </a:moveTo>
                <a:lnTo>
                  <a:pt x="3331641" y="2693201"/>
                </a:lnTo>
                <a:cubicBezTo>
                  <a:pt x="3331996" y="2693201"/>
                  <a:pt x="3332411" y="2693379"/>
                  <a:pt x="3332589" y="2693734"/>
                </a:cubicBezTo>
                <a:lnTo>
                  <a:pt x="3340407" y="2707297"/>
                </a:lnTo>
                <a:cubicBezTo>
                  <a:pt x="3340584" y="2707652"/>
                  <a:pt x="3340584" y="2708067"/>
                  <a:pt x="3340407" y="2708422"/>
                </a:cubicBezTo>
                <a:lnTo>
                  <a:pt x="3332589" y="2721985"/>
                </a:lnTo>
                <a:cubicBezTo>
                  <a:pt x="3332411" y="2722281"/>
                  <a:pt x="3332056" y="2722517"/>
                  <a:pt x="3331641" y="2722517"/>
                </a:cubicBezTo>
                <a:lnTo>
                  <a:pt x="3315947" y="2722517"/>
                </a:lnTo>
                <a:cubicBezTo>
                  <a:pt x="3315592" y="2722517"/>
                  <a:pt x="3315177" y="2722340"/>
                  <a:pt x="3314999" y="2721985"/>
                </a:cubicBezTo>
                <a:lnTo>
                  <a:pt x="3307181" y="2708422"/>
                </a:lnTo>
                <a:cubicBezTo>
                  <a:pt x="3307004" y="2708067"/>
                  <a:pt x="3307004" y="2707652"/>
                  <a:pt x="3307181" y="2707297"/>
                </a:cubicBezTo>
                <a:lnTo>
                  <a:pt x="3314999" y="2693734"/>
                </a:lnTo>
                <a:cubicBezTo>
                  <a:pt x="3315177" y="2693438"/>
                  <a:pt x="3315532" y="2693201"/>
                  <a:pt x="3315947" y="2693201"/>
                </a:cubicBezTo>
                <a:close/>
                <a:moveTo>
                  <a:pt x="3248311" y="2693201"/>
                </a:moveTo>
                <a:lnTo>
                  <a:pt x="3264006" y="2693201"/>
                </a:lnTo>
                <a:cubicBezTo>
                  <a:pt x="3264362" y="2693201"/>
                  <a:pt x="3264776" y="2693379"/>
                  <a:pt x="3264954" y="2693734"/>
                </a:cubicBezTo>
                <a:lnTo>
                  <a:pt x="3272771" y="2707297"/>
                </a:lnTo>
                <a:cubicBezTo>
                  <a:pt x="3272949" y="2707652"/>
                  <a:pt x="3272949" y="2708067"/>
                  <a:pt x="3272771" y="2708422"/>
                </a:cubicBezTo>
                <a:lnTo>
                  <a:pt x="3264954" y="2721985"/>
                </a:lnTo>
                <a:cubicBezTo>
                  <a:pt x="3264776" y="2722281"/>
                  <a:pt x="3264421" y="2722517"/>
                  <a:pt x="3264006" y="2722517"/>
                </a:cubicBezTo>
                <a:lnTo>
                  <a:pt x="3248311" y="2722517"/>
                </a:lnTo>
                <a:cubicBezTo>
                  <a:pt x="3247956" y="2722517"/>
                  <a:pt x="3247542" y="2722340"/>
                  <a:pt x="3247364" y="2721985"/>
                </a:cubicBezTo>
                <a:lnTo>
                  <a:pt x="3239546" y="2708422"/>
                </a:lnTo>
                <a:cubicBezTo>
                  <a:pt x="3239369" y="2708067"/>
                  <a:pt x="3239369" y="2707652"/>
                  <a:pt x="3239546" y="2707297"/>
                </a:cubicBezTo>
                <a:lnTo>
                  <a:pt x="3247364" y="2693734"/>
                </a:lnTo>
                <a:cubicBezTo>
                  <a:pt x="3247542" y="2693438"/>
                  <a:pt x="3247897" y="2693201"/>
                  <a:pt x="3248311" y="2693201"/>
                </a:cubicBezTo>
                <a:close/>
                <a:moveTo>
                  <a:pt x="3721638" y="2692964"/>
                </a:moveTo>
                <a:lnTo>
                  <a:pt x="3737511" y="2692964"/>
                </a:lnTo>
                <a:cubicBezTo>
                  <a:pt x="3737866" y="2692964"/>
                  <a:pt x="3738281" y="2693142"/>
                  <a:pt x="3738458" y="2693497"/>
                </a:cubicBezTo>
                <a:lnTo>
                  <a:pt x="3746395" y="2707296"/>
                </a:lnTo>
                <a:cubicBezTo>
                  <a:pt x="3746572" y="2707652"/>
                  <a:pt x="3746572" y="2708066"/>
                  <a:pt x="3746395" y="2708422"/>
                </a:cubicBezTo>
                <a:lnTo>
                  <a:pt x="3738458" y="2722221"/>
                </a:lnTo>
                <a:cubicBezTo>
                  <a:pt x="3738281" y="2722517"/>
                  <a:pt x="3737925" y="2722754"/>
                  <a:pt x="3737511" y="2722754"/>
                </a:cubicBezTo>
                <a:lnTo>
                  <a:pt x="3721638" y="2722754"/>
                </a:lnTo>
                <a:cubicBezTo>
                  <a:pt x="3721283" y="2722754"/>
                  <a:pt x="3720868" y="2722577"/>
                  <a:pt x="3720690" y="2722221"/>
                </a:cubicBezTo>
                <a:lnTo>
                  <a:pt x="3712754" y="2708422"/>
                </a:lnTo>
                <a:cubicBezTo>
                  <a:pt x="3712577" y="2708066"/>
                  <a:pt x="3712577" y="2707652"/>
                  <a:pt x="3712754" y="2707296"/>
                </a:cubicBezTo>
                <a:lnTo>
                  <a:pt x="3720690" y="2693497"/>
                </a:lnTo>
                <a:cubicBezTo>
                  <a:pt x="3720868" y="2693201"/>
                  <a:pt x="3721224" y="2692964"/>
                  <a:pt x="3721638" y="2692964"/>
                </a:cubicBezTo>
                <a:close/>
                <a:moveTo>
                  <a:pt x="4330176" y="2692668"/>
                </a:moveTo>
                <a:lnTo>
                  <a:pt x="4346404" y="2692668"/>
                </a:lnTo>
                <a:cubicBezTo>
                  <a:pt x="4346819" y="2692668"/>
                  <a:pt x="4347174" y="2692905"/>
                  <a:pt x="4347411" y="2693260"/>
                </a:cubicBezTo>
                <a:lnTo>
                  <a:pt x="4355525" y="2707296"/>
                </a:lnTo>
                <a:cubicBezTo>
                  <a:pt x="4355762" y="2707652"/>
                  <a:pt x="4355762" y="2708066"/>
                  <a:pt x="4355525" y="2708422"/>
                </a:cubicBezTo>
                <a:lnTo>
                  <a:pt x="4347411" y="2722458"/>
                </a:lnTo>
                <a:cubicBezTo>
                  <a:pt x="4347174" y="2722813"/>
                  <a:pt x="4346819" y="2723051"/>
                  <a:pt x="4346404" y="2723051"/>
                </a:cubicBezTo>
                <a:lnTo>
                  <a:pt x="4330176" y="2723051"/>
                </a:lnTo>
                <a:cubicBezTo>
                  <a:pt x="4329762" y="2723051"/>
                  <a:pt x="4329406" y="2722813"/>
                  <a:pt x="4329169" y="2722458"/>
                </a:cubicBezTo>
                <a:lnTo>
                  <a:pt x="4321055" y="2708422"/>
                </a:lnTo>
                <a:cubicBezTo>
                  <a:pt x="4320819" y="2708066"/>
                  <a:pt x="4320819" y="2707652"/>
                  <a:pt x="4321055" y="2707296"/>
                </a:cubicBezTo>
                <a:lnTo>
                  <a:pt x="4329169" y="2693260"/>
                </a:lnTo>
                <a:cubicBezTo>
                  <a:pt x="4329406" y="2692905"/>
                  <a:pt x="4329762" y="2692668"/>
                  <a:pt x="4330176" y="2692668"/>
                </a:cubicBezTo>
                <a:close/>
                <a:moveTo>
                  <a:pt x="3450980" y="2692668"/>
                </a:moveTo>
                <a:lnTo>
                  <a:pt x="3467207" y="2692668"/>
                </a:lnTo>
                <a:cubicBezTo>
                  <a:pt x="3467622" y="2692668"/>
                  <a:pt x="3467977" y="2692905"/>
                  <a:pt x="3468214" y="2693260"/>
                </a:cubicBezTo>
                <a:lnTo>
                  <a:pt x="3476328" y="2707296"/>
                </a:lnTo>
                <a:cubicBezTo>
                  <a:pt x="3476565" y="2707652"/>
                  <a:pt x="3476565" y="2708066"/>
                  <a:pt x="3476328" y="2708422"/>
                </a:cubicBezTo>
                <a:lnTo>
                  <a:pt x="3468214" y="2722458"/>
                </a:lnTo>
                <a:cubicBezTo>
                  <a:pt x="3467977" y="2722813"/>
                  <a:pt x="3467622" y="2723051"/>
                  <a:pt x="3467207" y="2723051"/>
                </a:cubicBezTo>
                <a:lnTo>
                  <a:pt x="3450980" y="2723051"/>
                </a:lnTo>
                <a:cubicBezTo>
                  <a:pt x="3450565" y="2723051"/>
                  <a:pt x="3450210" y="2722813"/>
                  <a:pt x="3449973" y="2722458"/>
                </a:cubicBezTo>
                <a:lnTo>
                  <a:pt x="3441859" y="2708422"/>
                </a:lnTo>
                <a:cubicBezTo>
                  <a:pt x="3441622" y="2708066"/>
                  <a:pt x="3441622" y="2707652"/>
                  <a:pt x="3441859" y="2707296"/>
                </a:cubicBezTo>
                <a:lnTo>
                  <a:pt x="3449973" y="2693260"/>
                </a:lnTo>
                <a:cubicBezTo>
                  <a:pt x="3450210" y="2692905"/>
                  <a:pt x="3450565" y="2692668"/>
                  <a:pt x="3450980" y="2692668"/>
                </a:cubicBezTo>
                <a:close/>
                <a:moveTo>
                  <a:pt x="3180439" y="2692668"/>
                </a:moveTo>
                <a:lnTo>
                  <a:pt x="3196667" y="2692668"/>
                </a:lnTo>
                <a:cubicBezTo>
                  <a:pt x="3197082" y="2692668"/>
                  <a:pt x="3197437" y="2692905"/>
                  <a:pt x="3197674" y="2693260"/>
                </a:cubicBezTo>
                <a:lnTo>
                  <a:pt x="3205788" y="2707296"/>
                </a:lnTo>
                <a:cubicBezTo>
                  <a:pt x="3206025" y="2707652"/>
                  <a:pt x="3206025" y="2708066"/>
                  <a:pt x="3205788" y="2708422"/>
                </a:cubicBezTo>
                <a:lnTo>
                  <a:pt x="3197674" y="2722458"/>
                </a:lnTo>
                <a:cubicBezTo>
                  <a:pt x="3197437" y="2722813"/>
                  <a:pt x="3197082" y="2723051"/>
                  <a:pt x="3196667" y="2723051"/>
                </a:cubicBezTo>
                <a:lnTo>
                  <a:pt x="3180439" y="2723051"/>
                </a:lnTo>
                <a:cubicBezTo>
                  <a:pt x="3180025" y="2723051"/>
                  <a:pt x="3179669" y="2722813"/>
                  <a:pt x="3179433" y="2722458"/>
                </a:cubicBezTo>
                <a:lnTo>
                  <a:pt x="3171318" y="2708422"/>
                </a:lnTo>
                <a:cubicBezTo>
                  <a:pt x="3171082" y="2708066"/>
                  <a:pt x="3171082" y="2707652"/>
                  <a:pt x="3171318" y="2707296"/>
                </a:cubicBezTo>
                <a:lnTo>
                  <a:pt x="3179433" y="2693260"/>
                </a:lnTo>
                <a:cubicBezTo>
                  <a:pt x="3179669" y="2692905"/>
                  <a:pt x="3180025" y="2692668"/>
                  <a:pt x="3180439" y="2692668"/>
                </a:cubicBezTo>
                <a:close/>
                <a:moveTo>
                  <a:pt x="3518497" y="2692550"/>
                </a:moveTo>
                <a:lnTo>
                  <a:pt x="3534842" y="2692550"/>
                </a:lnTo>
                <a:cubicBezTo>
                  <a:pt x="3535257" y="2692550"/>
                  <a:pt x="3535612" y="2692787"/>
                  <a:pt x="3535850" y="2693142"/>
                </a:cubicBezTo>
                <a:lnTo>
                  <a:pt x="3544023" y="2707297"/>
                </a:lnTo>
                <a:cubicBezTo>
                  <a:pt x="3544260" y="2707652"/>
                  <a:pt x="3544260" y="2708126"/>
                  <a:pt x="3544023" y="2708482"/>
                </a:cubicBezTo>
                <a:lnTo>
                  <a:pt x="3535850" y="2722636"/>
                </a:lnTo>
                <a:cubicBezTo>
                  <a:pt x="3535612" y="2722992"/>
                  <a:pt x="3535257" y="2723229"/>
                  <a:pt x="3534842" y="2723229"/>
                </a:cubicBezTo>
                <a:lnTo>
                  <a:pt x="3518497" y="2723229"/>
                </a:lnTo>
                <a:cubicBezTo>
                  <a:pt x="3518082" y="2723229"/>
                  <a:pt x="3517727" y="2722992"/>
                  <a:pt x="3517490" y="2722636"/>
                </a:cubicBezTo>
                <a:lnTo>
                  <a:pt x="3509317" y="2708482"/>
                </a:lnTo>
                <a:cubicBezTo>
                  <a:pt x="3509080" y="2708126"/>
                  <a:pt x="3509080" y="2707652"/>
                  <a:pt x="3509317" y="2707297"/>
                </a:cubicBezTo>
                <a:lnTo>
                  <a:pt x="3517490" y="2693142"/>
                </a:lnTo>
                <a:cubicBezTo>
                  <a:pt x="3517727" y="2692787"/>
                  <a:pt x="3518082" y="2692550"/>
                  <a:pt x="3518497" y="2692550"/>
                </a:cubicBezTo>
                <a:close/>
                <a:moveTo>
                  <a:pt x="3586072" y="2692491"/>
                </a:moveTo>
                <a:lnTo>
                  <a:pt x="3602536" y="2692491"/>
                </a:lnTo>
                <a:cubicBezTo>
                  <a:pt x="3602951" y="2692491"/>
                  <a:pt x="3603306" y="2692728"/>
                  <a:pt x="3603543" y="2693083"/>
                </a:cubicBezTo>
                <a:lnTo>
                  <a:pt x="3611776" y="2707357"/>
                </a:lnTo>
                <a:cubicBezTo>
                  <a:pt x="3612012" y="2707712"/>
                  <a:pt x="3612012" y="2708186"/>
                  <a:pt x="3611776" y="2708541"/>
                </a:cubicBezTo>
                <a:lnTo>
                  <a:pt x="3603543" y="2722814"/>
                </a:lnTo>
                <a:cubicBezTo>
                  <a:pt x="3603306" y="2723170"/>
                  <a:pt x="3602951" y="2723407"/>
                  <a:pt x="3602536" y="2723407"/>
                </a:cubicBezTo>
                <a:lnTo>
                  <a:pt x="3586072" y="2723407"/>
                </a:lnTo>
                <a:cubicBezTo>
                  <a:pt x="3585657" y="2723407"/>
                  <a:pt x="3585302" y="2723170"/>
                  <a:pt x="3585065" y="2722814"/>
                </a:cubicBezTo>
                <a:lnTo>
                  <a:pt x="3576833" y="2708541"/>
                </a:lnTo>
                <a:cubicBezTo>
                  <a:pt x="3576596" y="2708186"/>
                  <a:pt x="3576596" y="2707712"/>
                  <a:pt x="3576833" y="2707357"/>
                </a:cubicBezTo>
                <a:lnTo>
                  <a:pt x="3585065" y="2693083"/>
                </a:lnTo>
                <a:cubicBezTo>
                  <a:pt x="3585302" y="2692728"/>
                  <a:pt x="3585657" y="2692491"/>
                  <a:pt x="3586072" y="2692491"/>
                </a:cubicBezTo>
                <a:close/>
                <a:moveTo>
                  <a:pt x="3856553" y="2692372"/>
                </a:moveTo>
                <a:lnTo>
                  <a:pt x="3873136" y="2692372"/>
                </a:lnTo>
                <a:cubicBezTo>
                  <a:pt x="3873551" y="2692372"/>
                  <a:pt x="3873906" y="2692609"/>
                  <a:pt x="3874143" y="2692964"/>
                </a:cubicBezTo>
                <a:lnTo>
                  <a:pt x="3882434" y="2707296"/>
                </a:lnTo>
                <a:cubicBezTo>
                  <a:pt x="3882672" y="2707652"/>
                  <a:pt x="3882672" y="2708126"/>
                  <a:pt x="3882434" y="2708481"/>
                </a:cubicBezTo>
                <a:lnTo>
                  <a:pt x="3874143" y="2722813"/>
                </a:lnTo>
                <a:cubicBezTo>
                  <a:pt x="3873906" y="2723169"/>
                  <a:pt x="3873551" y="2723406"/>
                  <a:pt x="3873136" y="2723406"/>
                </a:cubicBezTo>
                <a:lnTo>
                  <a:pt x="3856553" y="2723406"/>
                </a:lnTo>
                <a:cubicBezTo>
                  <a:pt x="3856138" y="2723406"/>
                  <a:pt x="3855783" y="2723169"/>
                  <a:pt x="3855546" y="2722813"/>
                </a:cubicBezTo>
                <a:lnTo>
                  <a:pt x="3847254" y="2708481"/>
                </a:lnTo>
                <a:cubicBezTo>
                  <a:pt x="3847018" y="2708126"/>
                  <a:pt x="3847018" y="2707652"/>
                  <a:pt x="3847254" y="2707296"/>
                </a:cubicBezTo>
                <a:lnTo>
                  <a:pt x="3855546" y="2692964"/>
                </a:lnTo>
                <a:cubicBezTo>
                  <a:pt x="3855783" y="2692609"/>
                  <a:pt x="3856138" y="2692372"/>
                  <a:pt x="3856553" y="2692372"/>
                </a:cubicBezTo>
                <a:close/>
                <a:moveTo>
                  <a:pt x="2436276" y="2692372"/>
                </a:moveTo>
                <a:lnTo>
                  <a:pt x="2452859" y="2692372"/>
                </a:lnTo>
                <a:cubicBezTo>
                  <a:pt x="2453274" y="2692372"/>
                  <a:pt x="2453629" y="2692609"/>
                  <a:pt x="2453866" y="2692964"/>
                </a:cubicBezTo>
                <a:lnTo>
                  <a:pt x="2462158" y="2707296"/>
                </a:lnTo>
                <a:cubicBezTo>
                  <a:pt x="2462394" y="2707652"/>
                  <a:pt x="2462394" y="2708126"/>
                  <a:pt x="2462158" y="2708481"/>
                </a:cubicBezTo>
                <a:lnTo>
                  <a:pt x="2453866" y="2722813"/>
                </a:lnTo>
                <a:cubicBezTo>
                  <a:pt x="2453629" y="2723169"/>
                  <a:pt x="2453274" y="2723406"/>
                  <a:pt x="2452859" y="2723406"/>
                </a:cubicBezTo>
                <a:lnTo>
                  <a:pt x="2436276" y="2723406"/>
                </a:lnTo>
                <a:cubicBezTo>
                  <a:pt x="2435862" y="2723406"/>
                  <a:pt x="2435506" y="2723169"/>
                  <a:pt x="2435269" y="2722813"/>
                </a:cubicBezTo>
                <a:lnTo>
                  <a:pt x="2426978" y="2708481"/>
                </a:lnTo>
                <a:cubicBezTo>
                  <a:pt x="2426741" y="2708126"/>
                  <a:pt x="2426741" y="2707652"/>
                  <a:pt x="2426978" y="2707296"/>
                </a:cubicBezTo>
                <a:lnTo>
                  <a:pt x="2435269" y="2692964"/>
                </a:lnTo>
                <a:cubicBezTo>
                  <a:pt x="2435506" y="2692609"/>
                  <a:pt x="2435862" y="2692372"/>
                  <a:pt x="2436276" y="2692372"/>
                </a:cubicBezTo>
                <a:close/>
                <a:moveTo>
                  <a:pt x="3112627" y="2692254"/>
                </a:moveTo>
                <a:lnTo>
                  <a:pt x="3129269" y="2692254"/>
                </a:lnTo>
                <a:cubicBezTo>
                  <a:pt x="3129683" y="2692254"/>
                  <a:pt x="3130038" y="2692491"/>
                  <a:pt x="3130275" y="2692846"/>
                </a:cubicBezTo>
                <a:lnTo>
                  <a:pt x="3138626" y="2707297"/>
                </a:lnTo>
                <a:cubicBezTo>
                  <a:pt x="3138863" y="2707652"/>
                  <a:pt x="3138863" y="2708126"/>
                  <a:pt x="3138626" y="2708482"/>
                </a:cubicBezTo>
                <a:lnTo>
                  <a:pt x="3130275" y="2722933"/>
                </a:lnTo>
                <a:cubicBezTo>
                  <a:pt x="3130098" y="2723288"/>
                  <a:pt x="3129683" y="2723525"/>
                  <a:pt x="3129269" y="2723525"/>
                </a:cubicBezTo>
                <a:lnTo>
                  <a:pt x="3112627" y="2723525"/>
                </a:lnTo>
                <a:cubicBezTo>
                  <a:pt x="3112212" y="2723525"/>
                  <a:pt x="3111857" y="2723288"/>
                  <a:pt x="3111619" y="2722933"/>
                </a:cubicBezTo>
                <a:lnTo>
                  <a:pt x="3103269" y="2708482"/>
                </a:lnTo>
                <a:cubicBezTo>
                  <a:pt x="3103032" y="2708126"/>
                  <a:pt x="3103032" y="2707652"/>
                  <a:pt x="3103269" y="2707297"/>
                </a:cubicBezTo>
                <a:lnTo>
                  <a:pt x="3111619" y="2692846"/>
                </a:lnTo>
                <a:cubicBezTo>
                  <a:pt x="3111797" y="2692491"/>
                  <a:pt x="3112212" y="2692254"/>
                  <a:pt x="3112627" y="2692254"/>
                </a:cubicBezTo>
                <a:close/>
                <a:moveTo>
                  <a:pt x="3382990" y="2692076"/>
                </a:moveTo>
                <a:lnTo>
                  <a:pt x="3399869" y="2692076"/>
                </a:lnTo>
                <a:cubicBezTo>
                  <a:pt x="3400283" y="2692076"/>
                  <a:pt x="3400639" y="2692313"/>
                  <a:pt x="3400875" y="2692668"/>
                </a:cubicBezTo>
                <a:lnTo>
                  <a:pt x="3409285" y="2707297"/>
                </a:lnTo>
                <a:cubicBezTo>
                  <a:pt x="3409523" y="2707652"/>
                  <a:pt x="3409523" y="2708126"/>
                  <a:pt x="3409285" y="2708481"/>
                </a:cubicBezTo>
                <a:lnTo>
                  <a:pt x="3400816" y="2723110"/>
                </a:lnTo>
                <a:cubicBezTo>
                  <a:pt x="3400639" y="2723466"/>
                  <a:pt x="3400224" y="2723702"/>
                  <a:pt x="3399810" y="2723702"/>
                </a:cubicBezTo>
                <a:lnTo>
                  <a:pt x="3382931" y="2723702"/>
                </a:lnTo>
                <a:cubicBezTo>
                  <a:pt x="3382516" y="2723702"/>
                  <a:pt x="3382161" y="2723466"/>
                  <a:pt x="3381924" y="2723110"/>
                </a:cubicBezTo>
                <a:lnTo>
                  <a:pt x="3373513" y="2708481"/>
                </a:lnTo>
                <a:cubicBezTo>
                  <a:pt x="3373277" y="2708126"/>
                  <a:pt x="3373277" y="2707652"/>
                  <a:pt x="3373513" y="2707297"/>
                </a:cubicBezTo>
                <a:lnTo>
                  <a:pt x="3381983" y="2692668"/>
                </a:lnTo>
                <a:cubicBezTo>
                  <a:pt x="3382161" y="2692313"/>
                  <a:pt x="3382575" y="2692076"/>
                  <a:pt x="3382990" y="2692076"/>
                </a:cubicBezTo>
                <a:close/>
                <a:moveTo>
                  <a:pt x="3653411" y="2691839"/>
                </a:moveTo>
                <a:lnTo>
                  <a:pt x="3670527" y="2691839"/>
                </a:lnTo>
                <a:cubicBezTo>
                  <a:pt x="3671001" y="2691839"/>
                  <a:pt x="3671356" y="2692076"/>
                  <a:pt x="3671594" y="2692431"/>
                </a:cubicBezTo>
                <a:lnTo>
                  <a:pt x="3680122" y="2707237"/>
                </a:lnTo>
                <a:cubicBezTo>
                  <a:pt x="3680359" y="2707593"/>
                  <a:pt x="3680359" y="2708067"/>
                  <a:pt x="3680122" y="2708422"/>
                </a:cubicBezTo>
                <a:lnTo>
                  <a:pt x="3671534" y="2723228"/>
                </a:lnTo>
                <a:cubicBezTo>
                  <a:pt x="3671297" y="2723584"/>
                  <a:pt x="3670883" y="2723821"/>
                  <a:pt x="3670468" y="2723821"/>
                </a:cubicBezTo>
                <a:lnTo>
                  <a:pt x="3653352" y="2723821"/>
                </a:lnTo>
                <a:cubicBezTo>
                  <a:pt x="3652878" y="2723821"/>
                  <a:pt x="3652523" y="2723584"/>
                  <a:pt x="3652286" y="2723228"/>
                </a:cubicBezTo>
                <a:lnTo>
                  <a:pt x="3643757" y="2708422"/>
                </a:lnTo>
                <a:cubicBezTo>
                  <a:pt x="3643521" y="2708067"/>
                  <a:pt x="3643521" y="2707593"/>
                  <a:pt x="3643757" y="2707237"/>
                </a:cubicBezTo>
                <a:lnTo>
                  <a:pt x="3652345" y="2692431"/>
                </a:lnTo>
                <a:cubicBezTo>
                  <a:pt x="3652582" y="2692076"/>
                  <a:pt x="3652997" y="2691839"/>
                  <a:pt x="3653411" y="2691839"/>
                </a:cubicBezTo>
                <a:close/>
                <a:moveTo>
                  <a:pt x="2368049" y="2691129"/>
                </a:moveTo>
                <a:lnTo>
                  <a:pt x="2385935" y="2691129"/>
                </a:lnTo>
                <a:cubicBezTo>
                  <a:pt x="2386349" y="2691129"/>
                  <a:pt x="2386764" y="2691366"/>
                  <a:pt x="2387001" y="2691780"/>
                </a:cubicBezTo>
                <a:lnTo>
                  <a:pt x="2395944" y="2707297"/>
                </a:lnTo>
                <a:cubicBezTo>
                  <a:pt x="2396181" y="2707653"/>
                  <a:pt x="2396181" y="2708127"/>
                  <a:pt x="2395944" y="2708541"/>
                </a:cubicBezTo>
                <a:lnTo>
                  <a:pt x="2387001" y="2724058"/>
                </a:lnTo>
                <a:cubicBezTo>
                  <a:pt x="2386823" y="2724473"/>
                  <a:pt x="2386408" y="2724710"/>
                  <a:pt x="2385935" y="2724710"/>
                </a:cubicBezTo>
                <a:lnTo>
                  <a:pt x="2368049" y="2724710"/>
                </a:lnTo>
                <a:cubicBezTo>
                  <a:pt x="2367634" y="2724710"/>
                  <a:pt x="2367219" y="2724473"/>
                  <a:pt x="2366983" y="2724058"/>
                </a:cubicBezTo>
                <a:lnTo>
                  <a:pt x="2358040" y="2708541"/>
                </a:lnTo>
                <a:cubicBezTo>
                  <a:pt x="2357803" y="2708186"/>
                  <a:pt x="2357803" y="2707712"/>
                  <a:pt x="2358040" y="2707297"/>
                </a:cubicBezTo>
                <a:lnTo>
                  <a:pt x="2366983" y="2691780"/>
                </a:lnTo>
                <a:cubicBezTo>
                  <a:pt x="2367160" y="2691366"/>
                  <a:pt x="2367575" y="2691129"/>
                  <a:pt x="2368049" y="2691129"/>
                </a:cubicBezTo>
                <a:close/>
                <a:moveTo>
                  <a:pt x="4396804" y="2690892"/>
                </a:moveTo>
                <a:lnTo>
                  <a:pt x="4414928" y="2690892"/>
                </a:lnTo>
                <a:cubicBezTo>
                  <a:pt x="4415401" y="2690892"/>
                  <a:pt x="4415815" y="2691129"/>
                  <a:pt x="4416053" y="2691543"/>
                </a:cubicBezTo>
                <a:lnTo>
                  <a:pt x="4425114" y="2707238"/>
                </a:lnTo>
                <a:cubicBezTo>
                  <a:pt x="4425351" y="2707652"/>
                  <a:pt x="4425351" y="2708126"/>
                  <a:pt x="4425114" y="2708541"/>
                </a:cubicBezTo>
                <a:lnTo>
                  <a:pt x="4416053" y="2724236"/>
                </a:lnTo>
                <a:cubicBezTo>
                  <a:pt x="4415815" y="2724650"/>
                  <a:pt x="4415401" y="2724887"/>
                  <a:pt x="4414928" y="2724887"/>
                </a:cubicBezTo>
                <a:lnTo>
                  <a:pt x="4396804" y="2724887"/>
                </a:lnTo>
                <a:cubicBezTo>
                  <a:pt x="4396331" y="2724887"/>
                  <a:pt x="4395916" y="2724650"/>
                  <a:pt x="4395679" y="2724236"/>
                </a:cubicBezTo>
                <a:lnTo>
                  <a:pt x="4386618" y="2708541"/>
                </a:lnTo>
                <a:cubicBezTo>
                  <a:pt x="4386381" y="2708126"/>
                  <a:pt x="4386381" y="2707652"/>
                  <a:pt x="4386618" y="2707238"/>
                </a:cubicBezTo>
                <a:lnTo>
                  <a:pt x="4395679" y="2691543"/>
                </a:lnTo>
                <a:cubicBezTo>
                  <a:pt x="4395916" y="2691129"/>
                  <a:pt x="4396331" y="2690892"/>
                  <a:pt x="4396804" y="2690892"/>
                </a:cubicBezTo>
                <a:close/>
                <a:moveTo>
                  <a:pt x="2029755" y="2690892"/>
                </a:moveTo>
                <a:lnTo>
                  <a:pt x="2047878" y="2690892"/>
                </a:lnTo>
                <a:cubicBezTo>
                  <a:pt x="2048352" y="2690892"/>
                  <a:pt x="2048767" y="2691129"/>
                  <a:pt x="2049004" y="2691543"/>
                </a:cubicBezTo>
                <a:lnTo>
                  <a:pt x="2058065" y="2707238"/>
                </a:lnTo>
                <a:cubicBezTo>
                  <a:pt x="2058302" y="2707652"/>
                  <a:pt x="2058302" y="2708126"/>
                  <a:pt x="2058065" y="2708541"/>
                </a:cubicBezTo>
                <a:lnTo>
                  <a:pt x="2049004" y="2724236"/>
                </a:lnTo>
                <a:cubicBezTo>
                  <a:pt x="2048767" y="2724650"/>
                  <a:pt x="2048352" y="2724887"/>
                  <a:pt x="2047878" y="2724887"/>
                </a:cubicBezTo>
                <a:lnTo>
                  <a:pt x="2029755" y="2724887"/>
                </a:lnTo>
                <a:cubicBezTo>
                  <a:pt x="2029282" y="2724887"/>
                  <a:pt x="2028867" y="2724650"/>
                  <a:pt x="2028630" y="2724236"/>
                </a:cubicBezTo>
                <a:lnTo>
                  <a:pt x="2019569" y="2708541"/>
                </a:lnTo>
                <a:cubicBezTo>
                  <a:pt x="2019332" y="2708126"/>
                  <a:pt x="2019332" y="2707652"/>
                  <a:pt x="2019569" y="2707238"/>
                </a:cubicBezTo>
                <a:lnTo>
                  <a:pt x="2028630" y="2691543"/>
                </a:lnTo>
                <a:cubicBezTo>
                  <a:pt x="2028867" y="2691129"/>
                  <a:pt x="2029282" y="2690892"/>
                  <a:pt x="2029755" y="2690892"/>
                </a:cubicBezTo>
                <a:close/>
                <a:moveTo>
                  <a:pt x="3788089" y="2690832"/>
                </a:moveTo>
                <a:lnTo>
                  <a:pt x="3806331" y="2690832"/>
                </a:lnTo>
                <a:cubicBezTo>
                  <a:pt x="3806804" y="2690832"/>
                  <a:pt x="3807219" y="2691069"/>
                  <a:pt x="3807456" y="2691483"/>
                </a:cubicBezTo>
                <a:lnTo>
                  <a:pt x="3816577" y="2707237"/>
                </a:lnTo>
                <a:cubicBezTo>
                  <a:pt x="3816814" y="2707652"/>
                  <a:pt x="3816814" y="2708126"/>
                  <a:pt x="3816577" y="2708540"/>
                </a:cubicBezTo>
                <a:lnTo>
                  <a:pt x="3807456" y="2724294"/>
                </a:lnTo>
                <a:cubicBezTo>
                  <a:pt x="3807219" y="2724709"/>
                  <a:pt x="3806804" y="2724946"/>
                  <a:pt x="3806331" y="2724946"/>
                </a:cubicBezTo>
                <a:lnTo>
                  <a:pt x="3788089" y="2724946"/>
                </a:lnTo>
                <a:cubicBezTo>
                  <a:pt x="3787616" y="2724946"/>
                  <a:pt x="3787201" y="2724709"/>
                  <a:pt x="3786964" y="2724294"/>
                </a:cubicBezTo>
                <a:lnTo>
                  <a:pt x="3777843" y="2708540"/>
                </a:lnTo>
                <a:cubicBezTo>
                  <a:pt x="3777607" y="2708126"/>
                  <a:pt x="3777607" y="2707652"/>
                  <a:pt x="3777843" y="2707237"/>
                </a:cubicBezTo>
                <a:lnTo>
                  <a:pt x="3786964" y="2691483"/>
                </a:lnTo>
                <a:cubicBezTo>
                  <a:pt x="3787201" y="2691069"/>
                  <a:pt x="3787616" y="2690832"/>
                  <a:pt x="3788089" y="2690832"/>
                </a:cubicBezTo>
                <a:close/>
                <a:moveTo>
                  <a:pt x="2097213" y="2690477"/>
                </a:moveTo>
                <a:lnTo>
                  <a:pt x="2115751" y="2690477"/>
                </a:lnTo>
                <a:cubicBezTo>
                  <a:pt x="2116224" y="2690477"/>
                  <a:pt x="2116639" y="2690714"/>
                  <a:pt x="2116876" y="2691128"/>
                </a:cubicBezTo>
                <a:lnTo>
                  <a:pt x="2126115" y="2707179"/>
                </a:lnTo>
                <a:cubicBezTo>
                  <a:pt x="2126352" y="2707593"/>
                  <a:pt x="2126352" y="2708067"/>
                  <a:pt x="2126115" y="2708481"/>
                </a:cubicBezTo>
                <a:lnTo>
                  <a:pt x="2116817" y="2724531"/>
                </a:lnTo>
                <a:cubicBezTo>
                  <a:pt x="2116580" y="2724946"/>
                  <a:pt x="2116165" y="2725183"/>
                  <a:pt x="2115691" y="2725183"/>
                </a:cubicBezTo>
                <a:lnTo>
                  <a:pt x="2097154" y="2725183"/>
                </a:lnTo>
                <a:cubicBezTo>
                  <a:pt x="2096680" y="2725183"/>
                  <a:pt x="2096265" y="2724946"/>
                  <a:pt x="2096029" y="2724531"/>
                </a:cubicBezTo>
                <a:lnTo>
                  <a:pt x="2086790" y="2708481"/>
                </a:lnTo>
                <a:cubicBezTo>
                  <a:pt x="2086553" y="2708067"/>
                  <a:pt x="2086553" y="2707593"/>
                  <a:pt x="2086790" y="2707179"/>
                </a:cubicBezTo>
                <a:lnTo>
                  <a:pt x="2096088" y="2691128"/>
                </a:lnTo>
                <a:cubicBezTo>
                  <a:pt x="2096325" y="2690714"/>
                  <a:pt x="2096739" y="2690477"/>
                  <a:pt x="2097213" y="2690477"/>
                </a:cubicBezTo>
                <a:close/>
                <a:moveTo>
                  <a:pt x="4937589" y="2690418"/>
                </a:moveTo>
                <a:lnTo>
                  <a:pt x="4956244" y="2690418"/>
                </a:lnTo>
                <a:cubicBezTo>
                  <a:pt x="4956718" y="2690418"/>
                  <a:pt x="4957133" y="2690655"/>
                  <a:pt x="4957370" y="2691069"/>
                </a:cubicBezTo>
                <a:lnTo>
                  <a:pt x="4966668" y="2707238"/>
                </a:lnTo>
                <a:cubicBezTo>
                  <a:pt x="4966905" y="2707652"/>
                  <a:pt x="4966905" y="2708126"/>
                  <a:pt x="4966668" y="2708541"/>
                </a:cubicBezTo>
                <a:lnTo>
                  <a:pt x="4957311" y="2724709"/>
                </a:lnTo>
                <a:cubicBezTo>
                  <a:pt x="4957073" y="2725124"/>
                  <a:pt x="4956659" y="2725361"/>
                  <a:pt x="4956186" y="2725361"/>
                </a:cubicBezTo>
                <a:lnTo>
                  <a:pt x="4937530" y="2725361"/>
                </a:lnTo>
                <a:cubicBezTo>
                  <a:pt x="4937055" y="2725361"/>
                  <a:pt x="4936641" y="2725124"/>
                  <a:pt x="4936404" y="2724709"/>
                </a:cubicBezTo>
                <a:lnTo>
                  <a:pt x="4927106" y="2708541"/>
                </a:lnTo>
                <a:cubicBezTo>
                  <a:pt x="4926869" y="2708126"/>
                  <a:pt x="4926869" y="2707652"/>
                  <a:pt x="4927106" y="2707238"/>
                </a:cubicBezTo>
                <a:lnTo>
                  <a:pt x="4936463" y="2691069"/>
                </a:lnTo>
                <a:cubicBezTo>
                  <a:pt x="4936700" y="2690655"/>
                  <a:pt x="4937115" y="2690418"/>
                  <a:pt x="4937589" y="2690418"/>
                </a:cubicBezTo>
                <a:close/>
                <a:moveTo>
                  <a:pt x="2299940" y="2690299"/>
                </a:moveTo>
                <a:lnTo>
                  <a:pt x="2318714" y="2690299"/>
                </a:lnTo>
                <a:cubicBezTo>
                  <a:pt x="2319188" y="2690299"/>
                  <a:pt x="2319603" y="2690536"/>
                  <a:pt x="2319839" y="2690950"/>
                </a:cubicBezTo>
                <a:lnTo>
                  <a:pt x="2329197" y="2707178"/>
                </a:lnTo>
                <a:cubicBezTo>
                  <a:pt x="2329434" y="2707534"/>
                  <a:pt x="2329434" y="2708067"/>
                  <a:pt x="2329197" y="2708481"/>
                </a:cubicBezTo>
                <a:lnTo>
                  <a:pt x="2319780" y="2724709"/>
                </a:lnTo>
                <a:cubicBezTo>
                  <a:pt x="2319543" y="2725123"/>
                  <a:pt x="2319129" y="2725360"/>
                  <a:pt x="2318655" y="2725360"/>
                </a:cubicBezTo>
                <a:lnTo>
                  <a:pt x="2299880" y="2725360"/>
                </a:lnTo>
                <a:cubicBezTo>
                  <a:pt x="2299407" y="2725360"/>
                  <a:pt x="2298992" y="2725123"/>
                  <a:pt x="2298755" y="2724709"/>
                </a:cubicBezTo>
                <a:lnTo>
                  <a:pt x="2289398" y="2708481"/>
                </a:lnTo>
                <a:cubicBezTo>
                  <a:pt x="2289161" y="2708126"/>
                  <a:pt x="2289161" y="2707593"/>
                  <a:pt x="2289398" y="2707178"/>
                </a:cubicBezTo>
                <a:lnTo>
                  <a:pt x="2298814" y="2690950"/>
                </a:lnTo>
                <a:cubicBezTo>
                  <a:pt x="2299051" y="2690536"/>
                  <a:pt x="2299466" y="2690299"/>
                  <a:pt x="2299940" y="2690299"/>
                </a:cubicBezTo>
                <a:close/>
                <a:moveTo>
                  <a:pt x="4464084" y="2690181"/>
                </a:moveTo>
                <a:lnTo>
                  <a:pt x="4482977" y="2690181"/>
                </a:lnTo>
                <a:cubicBezTo>
                  <a:pt x="4483391" y="2690181"/>
                  <a:pt x="4483865" y="2690418"/>
                  <a:pt x="4484102" y="2690832"/>
                </a:cubicBezTo>
                <a:lnTo>
                  <a:pt x="4493518" y="2707179"/>
                </a:lnTo>
                <a:cubicBezTo>
                  <a:pt x="4493755" y="2707593"/>
                  <a:pt x="4493755" y="2708126"/>
                  <a:pt x="4493518" y="2708541"/>
                </a:cubicBezTo>
                <a:lnTo>
                  <a:pt x="4484102" y="2724887"/>
                </a:lnTo>
                <a:cubicBezTo>
                  <a:pt x="4483865" y="2725301"/>
                  <a:pt x="4483450" y="2725538"/>
                  <a:pt x="4482977" y="2725538"/>
                </a:cubicBezTo>
                <a:lnTo>
                  <a:pt x="4464084" y="2725538"/>
                </a:lnTo>
                <a:cubicBezTo>
                  <a:pt x="4463669" y="2725538"/>
                  <a:pt x="4463195" y="2725301"/>
                  <a:pt x="4462959" y="2724887"/>
                </a:cubicBezTo>
                <a:lnTo>
                  <a:pt x="4453541" y="2708541"/>
                </a:lnTo>
                <a:cubicBezTo>
                  <a:pt x="4453305" y="2708126"/>
                  <a:pt x="4453305" y="2707593"/>
                  <a:pt x="4453541" y="2707179"/>
                </a:cubicBezTo>
                <a:lnTo>
                  <a:pt x="4462959" y="2690832"/>
                </a:lnTo>
                <a:cubicBezTo>
                  <a:pt x="4463195" y="2690418"/>
                  <a:pt x="4463610" y="2690181"/>
                  <a:pt x="4464084" y="2690181"/>
                </a:cubicBezTo>
                <a:close/>
                <a:moveTo>
                  <a:pt x="1961765" y="2690181"/>
                </a:moveTo>
                <a:lnTo>
                  <a:pt x="1980658" y="2690181"/>
                </a:lnTo>
                <a:cubicBezTo>
                  <a:pt x="1981072" y="2690181"/>
                  <a:pt x="1981546" y="2690418"/>
                  <a:pt x="1981783" y="2690832"/>
                </a:cubicBezTo>
                <a:lnTo>
                  <a:pt x="1991200" y="2707179"/>
                </a:lnTo>
                <a:cubicBezTo>
                  <a:pt x="1991436" y="2707593"/>
                  <a:pt x="1991436" y="2708126"/>
                  <a:pt x="1991200" y="2708541"/>
                </a:cubicBezTo>
                <a:lnTo>
                  <a:pt x="1981783" y="2724887"/>
                </a:lnTo>
                <a:cubicBezTo>
                  <a:pt x="1981546" y="2725301"/>
                  <a:pt x="1981131" y="2725538"/>
                  <a:pt x="1980658" y="2725538"/>
                </a:cubicBezTo>
                <a:lnTo>
                  <a:pt x="1961765" y="2725538"/>
                </a:lnTo>
                <a:cubicBezTo>
                  <a:pt x="1961350" y="2725538"/>
                  <a:pt x="1960876" y="2725301"/>
                  <a:pt x="1960640" y="2724887"/>
                </a:cubicBezTo>
                <a:lnTo>
                  <a:pt x="1951223" y="2708541"/>
                </a:lnTo>
                <a:cubicBezTo>
                  <a:pt x="1950986" y="2708126"/>
                  <a:pt x="1950986" y="2707593"/>
                  <a:pt x="1951223" y="2707179"/>
                </a:cubicBezTo>
                <a:lnTo>
                  <a:pt x="1960640" y="2690832"/>
                </a:lnTo>
                <a:cubicBezTo>
                  <a:pt x="1960876" y="2690418"/>
                  <a:pt x="1961291" y="2690181"/>
                  <a:pt x="1961765" y="2690181"/>
                </a:cubicBezTo>
                <a:close/>
                <a:moveTo>
                  <a:pt x="2232186" y="2690003"/>
                </a:moveTo>
                <a:lnTo>
                  <a:pt x="2251257" y="2690003"/>
                </a:lnTo>
                <a:cubicBezTo>
                  <a:pt x="2251731" y="2690003"/>
                  <a:pt x="2252204" y="2690240"/>
                  <a:pt x="2252441" y="2690654"/>
                </a:cubicBezTo>
                <a:lnTo>
                  <a:pt x="2261977" y="2707178"/>
                </a:lnTo>
                <a:cubicBezTo>
                  <a:pt x="2262213" y="2707593"/>
                  <a:pt x="2262213" y="2708126"/>
                  <a:pt x="2261977" y="2708540"/>
                </a:cubicBezTo>
                <a:lnTo>
                  <a:pt x="2252441" y="2725064"/>
                </a:lnTo>
                <a:cubicBezTo>
                  <a:pt x="2252204" y="2725479"/>
                  <a:pt x="2251731" y="2725716"/>
                  <a:pt x="2251257" y="2725716"/>
                </a:cubicBezTo>
                <a:lnTo>
                  <a:pt x="2232186" y="2725716"/>
                </a:lnTo>
                <a:cubicBezTo>
                  <a:pt x="2231712" y="2725716"/>
                  <a:pt x="2231239" y="2725479"/>
                  <a:pt x="2231002" y="2725064"/>
                </a:cubicBezTo>
                <a:lnTo>
                  <a:pt x="2221467" y="2708540"/>
                </a:lnTo>
                <a:cubicBezTo>
                  <a:pt x="2221230" y="2708126"/>
                  <a:pt x="2221230" y="2707593"/>
                  <a:pt x="2221467" y="2707178"/>
                </a:cubicBezTo>
                <a:lnTo>
                  <a:pt x="2231002" y="2690654"/>
                </a:lnTo>
                <a:cubicBezTo>
                  <a:pt x="2231239" y="2690240"/>
                  <a:pt x="2231712" y="2690003"/>
                  <a:pt x="2232186" y="2690003"/>
                </a:cubicBezTo>
                <a:close/>
                <a:moveTo>
                  <a:pt x="2164374" y="2689707"/>
                </a:moveTo>
                <a:lnTo>
                  <a:pt x="2183800" y="2689707"/>
                </a:lnTo>
                <a:cubicBezTo>
                  <a:pt x="2184274" y="2689707"/>
                  <a:pt x="2184748" y="2690003"/>
                  <a:pt x="2184985" y="2690418"/>
                </a:cubicBezTo>
                <a:lnTo>
                  <a:pt x="2194697" y="2707237"/>
                </a:lnTo>
                <a:cubicBezTo>
                  <a:pt x="2194934" y="2707652"/>
                  <a:pt x="2194934" y="2708185"/>
                  <a:pt x="2194697" y="2708600"/>
                </a:cubicBezTo>
                <a:lnTo>
                  <a:pt x="2184985" y="2725420"/>
                </a:lnTo>
                <a:cubicBezTo>
                  <a:pt x="2184748" y="2725893"/>
                  <a:pt x="2184274" y="2726130"/>
                  <a:pt x="2183800" y="2726130"/>
                </a:cubicBezTo>
                <a:lnTo>
                  <a:pt x="2164374" y="2726130"/>
                </a:lnTo>
                <a:cubicBezTo>
                  <a:pt x="2163901" y="2726130"/>
                  <a:pt x="2163427" y="2725834"/>
                  <a:pt x="2163189" y="2725420"/>
                </a:cubicBezTo>
                <a:lnTo>
                  <a:pt x="2153477" y="2708600"/>
                </a:lnTo>
                <a:cubicBezTo>
                  <a:pt x="2153240" y="2708185"/>
                  <a:pt x="2153240" y="2707652"/>
                  <a:pt x="2153477" y="2707237"/>
                </a:cubicBezTo>
                <a:lnTo>
                  <a:pt x="2163189" y="2690418"/>
                </a:lnTo>
                <a:cubicBezTo>
                  <a:pt x="2163427" y="2689944"/>
                  <a:pt x="2163901" y="2689707"/>
                  <a:pt x="2164374" y="2689707"/>
                </a:cubicBezTo>
                <a:close/>
                <a:moveTo>
                  <a:pt x="1623234" y="2689589"/>
                </a:moveTo>
                <a:lnTo>
                  <a:pt x="1642779" y="2689589"/>
                </a:lnTo>
                <a:cubicBezTo>
                  <a:pt x="1643252" y="2689589"/>
                  <a:pt x="1643726" y="2689885"/>
                  <a:pt x="1643963" y="2690300"/>
                </a:cubicBezTo>
                <a:lnTo>
                  <a:pt x="1653735" y="2707238"/>
                </a:lnTo>
                <a:cubicBezTo>
                  <a:pt x="1653972" y="2707653"/>
                  <a:pt x="1653972" y="2708186"/>
                  <a:pt x="1653735" y="2708600"/>
                </a:cubicBezTo>
                <a:lnTo>
                  <a:pt x="1643963" y="2725539"/>
                </a:lnTo>
                <a:cubicBezTo>
                  <a:pt x="1643726" y="2725953"/>
                  <a:pt x="1643252" y="2726249"/>
                  <a:pt x="1642779" y="2726249"/>
                </a:cubicBezTo>
                <a:lnTo>
                  <a:pt x="1623234" y="2726249"/>
                </a:lnTo>
                <a:cubicBezTo>
                  <a:pt x="1622760" y="2726249"/>
                  <a:pt x="1622287" y="2725953"/>
                  <a:pt x="1622050" y="2725539"/>
                </a:cubicBezTo>
                <a:lnTo>
                  <a:pt x="1612278" y="2708600"/>
                </a:lnTo>
                <a:cubicBezTo>
                  <a:pt x="1612041" y="2708186"/>
                  <a:pt x="1612041" y="2707653"/>
                  <a:pt x="1612278" y="2707238"/>
                </a:cubicBezTo>
                <a:lnTo>
                  <a:pt x="1622050" y="2690300"/>
                </a:lnTo>
                <a:cubicBezTo>
                  <a:pt x="1622287" y="2689885"/>
                  <a:pt x="1622760" y="2689589"/>
                  <a:pt x="1623234" y="2689589"/>
                </a:cubicBezTo>
                <a:close/>
                <a:moveTo>
                  <a:pt x="4598525" y="2688641"/>
                </a:moveTo>
                <a:lnTo>
                  <a:pt x="4619076" y="2688641"/>
                </a:lnTo>
                <a:cubicBezTo>
                  <a:pt x="4619549" y="2688641"/>
                  <a:pt x="4620083" y="2688878"/>
                  <a:pt x="4620319" y="2689352"/>
                </a:cubicBezTo>
                <a:lnTo>
                  <a:pt x="4630565" y="2707119"/>
                </a:lnTo>
                <a:cubicBezTo>
                  <a:pt x="4630802" y="2707593"/>
                  <a:pt x="4630802" y="2708126"/>
                  <a:pt x="4630565" y="2708600"/>
                </a:cubicBezTo>
                <a:lnTo>
                  <a:pt x="4620319" y="2726367"/>
                </a:lnTo>
                <a:cubicBezTo>
                  <a:pt x="4620083" y="2726782"/>
                  <a:pt x="4619609" y="2727078"/>
                  <a:pt x="4619076" y="2727078"/>
                </a:cubicBezTo>
                <a:lnTo>
                  <a:pt x="4598525" y="2727078"/>
                </a:lnTo>
                <a:cubicBezTo>
                  <a:pt x="4598051" y="2727078"/>
                  <a:pt x="4597518" y="2726841"/>
                  <a:pt x="4597281" y="2726367"/>
                </a:cubicBezTo>
                <a:lnTo>
                  <a:pt x="4587035" y="2708600"/>
                </a:lnTo>
                <a:cubicBezTo>
                  <a:pt x="4586798" y="2708126"/>
                  <a:pt x="4586798" y="2707593"/>
                  <a:pt x="4587035" y="2707119"/>
                </a:cubicBezTo>
                <a:lnTo>
                  <a:pt x="4597281" y="2689352"/>
                </a:lnTo>
                <a:cubicBezTo>
                  <a:pt x="4597518" y="2688937"/>
                  <a:pt x="4597991" y="2688641"/>
                  <a:pt x="4598525" y="2688641"/>
                </a:cubicBezTo>
                <a:close/>
                <a:moveTo>
                  <a:pt x="1893064" y="2688227"/>
                </a:moveTo>
                <a:lnTo>
                  <a:pt x="1914030" y="2688227"/>
                </a:lnTo>
                <a:cubicBezTo>
                  <a:pt x="1914563" y="2688227"/>
                  <a:pt x="1915036" y="2688523"/>
                  <a:pt x="1915332" y="2688997"/>
                </a:cubicBezTo>
                <a:lnTo>
                  <a:pt x="1925815" y="2707179"/>
                </a:lnTo>
                <a:cubicBezTo>
                  <a:pt x="1926111" y="2707653"/>
                  <a:pt x="1926111" y="2708186"/>
                  <a:pt x="1925815" y="2708660"/>
                </a:cubicBezTo>
                <a:lnTo>
                  <a:pt x="1915332" y="2726842"/>
                </a:lnTo>
                <a:cubicBezTo>
                  <a:pt x="1915036" y="2727315"/>
                  <a:pt x="1914563" y="2727611"/>
                  <a:pt x="1914030" y="2727611"/>
                </a:cubicBezTo>
                <a:lnTo>
                  <a:pt x="1893064" y="2727611"/>
                </a:lnTo>
                <a:cubicBezTo>
                  <a:pt x="1892531" y="2727611"/>
                  <a:pt x="1892057" y="2727315"/>
                  <a:pt x="1891761" y="2726842"/>
                </a:cubicBezTo>
                <a:lnTo>
                  <a:pt x="1881278" y="2708660"/>
                </a:lnTo>
                <a:cubicBezTo>
                  <a:pt x="1880982" y="2708186"/>
                  <a:pt x="1880982" y="2707653"/>
                  <a:pt x="1881278" y="2707179"/>
                </a:cubicBezTo>
                <a:lnTo>
                  <a:pt x="1891761" y="2688997"/>
                </a:lnTo>
                <a:cubicBezTo>
                  <a:pt x="1892057" y="2688523"/>
                  <a:pt x="1892531" y="2688227"/>
                  <a:pt x="1893064" y="2688227"/>
                </a:cubicBezTo>
                <a:close/>
                <a:moveTo>
                  <a:pt x="4530594" y="2688108"/>
                </a:moveTo>
                <a:lnTo>
                  <a:pt x="4551678" y="2688108"/>
                </a:lnTo>
                <a:cubicBezTo>
                  <a:pt x="4552211" y="2688108"/>
                  <a:pt x="4552685" y="2688404"/>
                  <a:pt x="4552981" y="2688878"/>
                </a:cubicBezTo>
                <a:lnTo>
                  <a:pt x="4563523" y="2707119"/>
                </a:lnTo>
                <a:cubicBezTo>
                  <a:pt x="4563820" y="2707593"/>
                  <a:pt x="4563820" y="2708126"/>
                  <a:pt x="4563523" y="2708600"/>
                </a:cubicBezTo>
                <a:lnTo>
                  <a:pt x="4552981" y="2726841"/>
                </a:lnTo>
                <a:cubicBezTo>
                  <a:pt x="4552685" y="2727315"/>
                  <a:pt x="4552211" y="2727611"/>
                  <a:pt x="4551678" y="2727611"/>
                </a:cubicBezTo>
                <a:lnTo>
                  <a:pt x="4530594" y="2727611"/>
                </a:lnTo>
                <a:cubicBezTo>
                  <a:pt x="4530061" y="2727611"/>
                  <a:pt x="4529587" y="2727315"/>
                  <a:pt x="4529291" y="2726841"/>
                </a:cubicBezTo>
                <a:lnTo>
                  <a:pt x="4518749" y="2708600"/>
                </a:lnTo>
                <a:cubicBezTo>
                  <a:pt x="4518453" y="2708126"/>
                  <a:pt x="4518453" y="2707593"/>
                  <a:pt x="4518749" y="2707119"/>
                </a:cubicBezTo>
                <a:lnTo>
                  <a:pt x="4529291" y="2688878"/>
                </a:lnTo>
                <a:cubicBezTo>
                  <a:pt x="4529587" y="2688404"/>
                  <a:pt x="4530061" y="2688108"/>
                  <a:pt x="4530594" y="2688108"/>
                </a:cubicBezTo>
                <a:close/>
                <a:moveTo>
                  <a:pt x="1825192" y="2687693"/>
                </a:moveTo>
                <a:lnTo>
                  <a:pt x="1846691" y="2687693"/>
                </a:lnTo>
                <a:cubicBezTo>
                  <a:pt x="1847224" y="2687693"/>
                  <a:pt x="1847698" y="2687989"/>
                  <a:pt x="1847994" y="2688463"/>
                </a:cubicBezTo>
                <a:lnTo>
                  <a:pt x="1858773" y="2707119"/>
                </a:lnTo>
                <a:cubicBezTo>
                  <a:pt x="1859069" y="2707593"/>
                  <a:pt x="1859069" y="2708185"/>
                  <a:pt x="1858773" y="2708659"/>
                </a:cubicBezTo>
                <a:lnTo>
                  <a:pt x="1847994" y="2727315"/>
                </a:lnTo>
                <a:cubicBezTo>
                  <a:pt x="1847757" y="2727789"/>
                  <a:pt x="1847224" y="2728085"/>
                  <a:pt x="1846691" y="2728085"/>
                </a:cubicBezTo>
                <a:lnTo>
                  <a:pt x="1825192" y="2728085"/>
                </a:lnTo>
                <a:cubicBezTo>
                  <a:pt x="1824659" y="2728085"/>
                  <a:pt x="1824185" y="2727789"/>
                  <a:pt x="1823889" y="2727315"/>
                </a:cubicBezTo>
                <a:lnTo>
                  <a:pt x="1813110" y="2708659"/>
                </a:lnTo>
                <a:cubicBezTo>
                  <a:pt x="1812814" y="2708185"/>
                  <a:pt x="1812814" y="2707593"/>
                  <a:pt x="1813110" y="2707119"/>
                </a:cubicBezTo>
                <a:lnTo>
                  <a:pt x="1823889" y="2688463"/>
                </a:lnTo>
                <a:cubicBezTo>
                  <a:pt x="1824126" y="2687989"/>
                  <a:pt x="1824659" y="2687693"/>
                  <a:pt x="1825192" y="2687693"/>
                </a:cubicBezTo>
                <a:close/>
                <a:moveTo>
                  <a:pt x="1757379" y="2687397"/>
                </a:moveTo>
                <a:lnTo>
                  <a:pt x="1779233" y="2687397"/>
                </a:lnTo>
                <a:cubicBezTo>
                  <a:pt x="1779825" y="2687397"/>
                  <a:pt x="1780299" y="2687693"/>
                  <a:pt x="1780595" y="2688167"/>
                </a:cubicBezTo>
                <a:lnTo>
                  <a:pt x="1791493" y="2707119"/>
                </a:lnTo>
                <a:cubicBezTo>
                  <a:pt x="1791789" y="2707593"/>
                  <a:pt x="1791789" y="2708185"/>
                  <a:pt x="1791493" y="2708659"/>
                </a:cubicBezTo>
                <a:lnTo>
                  <a:pt x="1780536" y="2727611"/>
                </a:lnTo>
                <a:cubicBezTo>
                  <a:pt x="1780240" y="2728085"/>
                  <a:pt x="1779707" y="2728381"/>
                  <a:pt x="1779174" y="2728381"/>
                </a:cubicBezTo>
                <a:lnTo>
                  <a:pt x="1757320" y="2728381"/>
                </a:lnTo>
                <a:cubicBezTo>
                  <a:pt x="1756728" y="2728381"/>
                  <a:pt x="1756254" y="2728085"/>
                  <a:pt x="1755958" y="2727611"/>
                </a:cubicBezTo>
                <a:lnTo>
                  <a:pt x="1745060" y="2708659"/>
                </a:lnTo>
                <a:cubicBezTo>
                  <a:pt x="1744764" y="2708185"/>
                  <a:pt x="1744764" y="2707593"/>
                  <a:pt x="1745060" y="2707119"/>
                </a:cubicBezTo>
                <a:lnTo>
                  <a:pt x="1756017" y="2688167"/>
                </a:lnTo>
                <a:cubicBezTo>
                  <a:pt x="1756313" y="2687693"/>
                  <a:pt x="1756846" y="2687397"/>
                  <a:pt x="1757379" y="2687397"/>
                </a:cubicBezTo>
                <a:close/>
                <a:moveTo>
                  <a:pt x="1689685" y="2687279"/>
                </a:moveTo>
                <a:lnTo>
                  <a:pt x="1711658" y="2687279"/>
                </a:lnTo>
                <a:cubicBezTo>
                  <a:pt x="1712250" y="2687279"/>
                  <a:pt x="1712724" y="2687575"/>
                  <a:pt x="1713020" y="2688049"/>
                </a:cubicBezTo>
                <a:lnTo>
                  <a:pt x="1723976" y="2707060"/>
                </a:lnTo>
                <a:cubicBezTo>
                  <a:pt x="1724272" y="2707534"/>
                  <a:pt x="1724272" y="2708126"/>
                  <a:pt x="1723976" y="2708600"/>
                </a:cubicBezTo>
                <a:lnTo>
                  <a:pt x="1712961" y="2727611"/>
                </a:lnTo>
                <a:cubicBezTo>
                  <a:pt x="1712665" y="2728085"/>
                  <a:pt x="1712131" y="2728381"/>
                  <a:pt x="1711598" y="2728381"/>
                </a:cubicBezTo>
                <a:lnTo>
                  <a:pt x="1689626" y="2728381"/>
                </a:lnTo>
                <a:cubicBezTo>
                  <a:pt x="1689033" y="2728381"/>
                  <a:pt x="1688560" y="2728085"/>
                  <a:pt x="1688264" y="2727611"/>
                </a:cubicBezTo>
                <a:lnTo>
                  <a:pt x="1677307" y="2708600"/>
                </a:lnTo>
                <a:cubicBezTo>
                  <a:pt x="1677011" y="2708126"/>
                  <a:pt x="1677011" y="2707534"/>
                  <a:pt x="1677307" y="2707060"/>
                </a:cubicBezTo>
                <a:lnTo>
                  <a:pt x="1688323" y="2688049"/>
                </a:lnTo>
                <a:cubicBezTo>
                  <a:pt x="1688619" y="2687575"/>
                  <a:pt x="1689152" y="2687279"/>
                  <a:pt x="1689685" y="2687279"/>
                </a:cubicBezTo>
                <a:close/>
                <a:moveTo>
                  <a:pt x="4665331" y="2687101"/>
                </a:moveTo>
                <a:lnTo>
                  <a:pt x="4687540" y="2687101"/>
                </a:lnTo>
                <a:cubicBezTo>
                  <a:pt x="4688074" y="2687101"/>
                  <a:pt x="4688607" y="2687397"/>
                  <a:pt x="4688903" y="2687871"/>
                </a:cubicBezTo>
                <a:lnTo>
                  <a:pt x="4699978" y="2707119"/>
                </a:lnTo>
                <a:cubicBezTo>
                  <a:pt x="4700274" y="2707593"/>
                  <a:pt x="4700274" y="2708185"/>
                  <a:pt x="4699978" y="2708659"/>
                </a:cubicBezTo>
                <a:lnTo>
                  <a:pt x="4688903" y="2727907"/>
                </a:lnTo>
                <a:cubicBezTo>
                  <a:pt x="4688607" y="2728381"/>
                  <a:pt x="4688074" y="2728677"/>
                  <a:pt x="4687540" y="2728677"/>
                </a:cubicBezTo>
                <a:lnTo>
                  <a:pt x="4665331" y="2728677"/>
                </a:lnTo>
                <a:cubicBezTo>
                  <a:pt x="4664798" y="2728677"/>
                  <a:pt x="4664265" y="2728381"/>
                  <a:pt x="4663969" y="2727907"/>
                </a:cubicBezTo>
                <a:lnTo>
                  <a:pt x="4652894" y="2708659"/>
                </a:lnTo>
                <a:cubicBezTo>
                  <a:pt x="4652598" y="2708185"/>
                  <a:pt x="4652598" y="2707593"/>
                  <a:pt x="4652894" y="2707119"/>
                </a:cubicBezTo>
                <a:lnTo>
                  <a:pt x="4663969" y="2687871"/>
                </a:lnTo>
                <a:cubicBezTo>
                  <a:pt x="4664265" y="2687397"/>
                  <a:pt x="4664798" y="2687101"/>
                  <a:pt x="4665331" y="2687101"/>
                </a:cubicBezTo>
                <a:close/>
                <a:moveTo>
                  <a:pt x="4732788" y="2686805"/>
                </a:moveTo>
                <a:lnTo>
                  <a:pt x="4755294" y="2686805"/>
                </a:lnTo>
                <a:cubicBezTo>
                  <a:pt x="4755826" y="2686805"/>
                  <a:pt x="4756359" y="2687101"/>
                  <a:pt x="4756656" y="2687575"/>
                </a:cubicBezTo>
                <a:lnTo>
                  <a:pt x="4767909" y="2707060"/>
                </a:lnTo>
                <a:cubicBezTo>
                  <a:pt x="4768204" y="2707534"/>
                  <a:pt x="4768204" y="2708185"/>
                  <a:pt x="4767909" y="2708659"/>
                </a:cubicBezTo>
                <a:lnTo>
                  <a:pt x="4756656" y="2728144"/>
                </a:lnTo>
                <a:cubicBezTo>
                  <a:pt x="4756359" y="2728618"/>
                  <a:pt x="4755826" y="2728914"/>
                  <a:pt x="4755294" y="2728914"/>
                </a:cubicBezTo>
                <a:lnTo>
                  <a:pt x="4732788" y="2728914"/>
                </a:lnTo>
                <a:cubicBezTo>
                  <a:pt x="4732255" y="2728914"/>
                  <a:pt x="4731722" y="2728618"/>
                  <a:pt x="4731426" y="2728144"/>
                </a:cubicBezTo>
                <a:lnTo>
                  <a:pt x="4720173" y="2708659"/>
                </a:lnTo>
                <a:cubicBezTo>
                  <a:pt x="4719877" y="2708185"/>
                  <a:pt x="4719877" y="2707534"/>
                  <a:pt x="4720173" y="2707060"/>
                </a:cubicBezTo>
                <a:lnTo>
                  <a:pt x="4731426" y="2687575"/>
                </a:lnTo>
                <a:cubicBezTo>
                  <a:pt x="4731722" y="2687101"/>
                  <a:pt x="4732255" y="2686805"/>
                  <a:pt x="4732788" y="2686805"/>
                </a:cubicBezTo>
                <a:close/>
                <a:moveTo>
                  <a:pt x="4867584" y="2685857"/>
                </a:moveTo>
                <a:lnTo>
                  <a:pt x="4891097" y="2685857"/>
                </a:lnTo>
                <a:cubicBezTo>
                  <a:pt x="4891689" y="2685857"/>
                  <a:pt x="4892222" y="2686153"/>
                  <a:pt x="4892519" y="2686686"/>
                </a:cubicBezTo>
                <a:lnTo>
                  <a:pt x="4904245" y="2707060"/>
                </a:lnTo>
                <a:cubicBezTo>
                  <a:pt x="4904541" y="2707593"/>
                  <a:pt x="4904541" y="2708185"/>
                  <a:pt x="4904245" y="2708718"/>
                </a:cubicBezTo>
                <a:lnTo>
                  <a:pt x="4892459" y="2729091"/>
                </a:lnTo>
                <a:cubicBezTo>
                  <a:pt x="4892163" y="2729624"/>
                  <a:pt x="4891630" y="2729920"/>
                  <a:pt x="4891038" y="2729920"/>
                </a:cubicBezTo>
                <a:lnTo>
                  <a:pt x="4867525" y="2729920"/>
                </a:lnTo>
                <a:cubicBezTo>
                  <a:pt x="4866933" y="2729920"/>
                  <a:pt x="4866400" y="2729624"/>
                  <a:pt x="4866104" y="2729091"/>
                </a:cubicBezTo>
                <a:lnTo>
                  <a:pt x="4854377" y="2708718"/>
                </a:lnTo>
                <a:cubicBezTo>
                  <a:pt x="4854081" y="2708185"/>
                  <a:pt x="4854081" y="2707593"/>
                  <a:pt x="4854377" y="2707060"/>
                </a:cubicBezTo>
                <a:lnTo>
                  <a:pt x="4866163" y="2686686"/>
                </a:lnTo>
                <a:cubicBezTo>
                  <a:pt x="4866459" y="2686153"/>
                  <a:pt x="4866992" y="2685857"/>
                  <a:pt x="4867584" y="2685857"/>
                </a:cubicBezTo>
                <a:close/>
                <a:moveTo>
                  <a:pt x="4799713" y="2685443"/>
                </a:moveTo>
                <a:lnTo>
                  <a:pt x="4823640" y="2685443"/>
                </a:lnTo>
                <a:cubicBezTo>
                  <a:pt x="4824232" y="2685443"/>
                  <a:pt x="4824824" y="2685739"/>
                  <a:pt x="4825120" y="2686272"/>
                </a:cubicBezTo>
                <a:lnTo>
                  <a:pt x="4837083" y="2707001"/>
                </a:lnTo>
                <a:cubicBezTo>
                  <a:pt x="4837380" y="2707534"/>
                  <a:pt x="4837380" y="2708186"/>
                  <a:pt x="4837083" y="2708718"/>
                </a:cubicBezTo>
                <a:lnTo>
                  <a:pt x="4825120" y="2729447"/>
                </a:lnTo>
                <a:cubicBezTo>
                  <a:pt x="4824765" y="2729921"/>
                  <a:pt x="4824232" y="2730276"/>
                  <a:pt x="4823640" y="2730276"/>
                </a:cubicBezTo>
                <a:lnTo>
                  <a:pt x="4799713" y="2730276"/>
                </a:lnTo>
                <a:cubicBezTo>
                  <a:pt x="4799120" y="2730276"/>
                  <a:pt x="4798528" y="2729980"/>
                  <a:pt x="4798232" y="2729447"/>
                </a:cubicBezTo>
                <a:lnTo>
                  <a:pt x="4786268" y="2708718"/>
                </a:lnTo>
                <a:cubicBezTo>
                  <a:pt x="4785972" y="2708186"/>
                  <a:pt x="4785972" y="2707534"/>
                  <a:pt x="4786268" y="2707001"/>
                </a:cubicBezTo>
                <a:lnTo>
                  <a:pt x="4798232" y="2686272"/>
                </a:lnTo>
                <a:cubicBezTo>
                  <a:pt x="4798587" y="2685798"/>
                  <a:pt x="4799120" y="2685443"/>
                  <a:pt x="4799713" y="2685443"/>
                </a:cubicBezTo>
                <a:close/>
                <a:moveTo>
                  <a:pt x="2641610" y="2638300"/>
                </a:moveTo>
                <a:lnTo>
                  <a:pt x="2653336" y="2638300"/>
                </a:lnTo>
                <a:cubicBezTo>
                  <a:pt x="2653633" y="2638300"/>
                  <a:pt x="2654047" y="2638715"/>
                  <a:pt x="2654047" y="2638715"/>
                </a:cubicBezTo>
                <a:lnTo>
                  <a:pt x="2659911" y="2648842"/>
                </a:lnTo>
                <a:cubicBezTo>
                  <a:pt x="2660088" y="2649079"/>
                  <a:pt x="2659911" y="2649671"/>
                  <a:pt x="2659911" y="2649671"/>
                </a:cubicBezTo>
                <a:lnTo>
                  <a:pt x="2654047" y="2659799"/>
                </a:lnTo>
                <a:cubicBezTo>
                  <a:pt x="2653929" y="2660036"/>
                  <a:pt x="2653336" y="2660213"/>
                  <a:pt x="2653336" y="2660213"/>
                </a:cubicBezTo>
                <a:lnTo>
                  <a:pt x="2641610" y="2660213"/>
                </a:lnTo>
                <a:cubicBezTo>
                  <a:pt x="2641314" y="2660213"/>
                  <a:pt x="2640899" y="2659799"/>
                  <a:pt x="2640899" y="2659799"/>
                </a:cubicBezTo>
                <a:lnTo>
                  <a:pt x="2635036" y="2649671"/>
                </a:lnTo>
                <a:cubicBezTo>
                  <a:pt x="2634858" y="2649434"/>
                  <a:pt x="2635036" y="2648842"/>
                  <a:pt x="2635036" y="2648842"/>
                </a:cubicBezTo>
                <a:lnTo>
                  <a:pt x="2640899" y="2638715"/>
                </a:lnTo>
                <a:cubicBezTo>
                  <a:pt x="2641018" y="2638477"/>
                  <a:pt x="2641610" y="2638300"/>
                  <a:pt x="2641610" y="2638300"/>
                </a:cubicBezTo>
                <a:close/>
                <a:moveTo>
                  <a:pt x="2911972" y="2637885"/>
                </a:moveTo>
                <a:lnTo>
                  <a:pt x="2924113" y="2637885"/>
                </a:lnTo>
                <a:cubicBezTo>
                  <a:pt x="2924469" y="2637885"/>
                  <a:pt x="2924883" y="2638300"/>
                  <a:pt x="2924883" y="2638300"/>
                </a:cubicBezTo>
                <a:lnTo>
                  <a:pt x="2930924" y="2648841"/>
                </a:lnTo>
                <a:cubicBezTo>
                  <a:pt x="2931102" y="2649079"/>
                  <a:pt x="2930924" y="2649671"/>
                  <a:pt x="2930924" y="2649671"/>
                </a:cubicBezTo>
                <a:lnTo>
                  <a:pt x="2924824" y="2660213"/>
                </a:lnTo>
                <a:cubicBezTo>
                  <a:pt x="2924646" y="2660450"/>
                  <a:pt x="2924350" y="2660627"/>
                  <a:pt x="2924054" y="2660627"/>
                </a:cubicBezTo>
                <a:lnTo>
                  <a:pt x="2911913" y="2660627"/>
                </a:lnTo>
                <a:cubicBezTo>
                  <a:pt x="2911558" y="2660627"/>
                  <a:pt x="2911143" y="2660213"/>
                  <a:pt x="2911143" y="2660213"/>
                </a:cubicBezTo>
                <a:lnTo>
                  <a:pt x="2905102" y="2649671"/>
                </a:lnTo>
                <a:cubicBezTo>
                  <a:pt x="2904924" y="2649434"/>
                  <a:pt x="2905102" y="2648841"/>
                  <a:pt x="2905102" y="2648841"/>
                </a:cubicBezTo>
                <a:lnTo>
                  <a:pt x="2911202" y="2638300"/>
                </a:lnTo>
                <a:cubicBezTo>
                  <a:pt x="2911380" y="2638062"/>
                  <a:pt x="2911676" y="2637885"/>
                  <a:pt x="2911972" y="2637885"/>
                </a:cubicBezTo>
                <a:close/>
                <a:moveTo>
                  <a:pt x="2844337" y="2637885"/>
                </a:moveTo>
                <a:lnTo>
                  <a:pt x="2856478" y="2637885"/>
                </a:lnTo>
                <a:cubicBezTo>
                  <a:pt x="2856834" y="2637885"/>
                  <a:pt x="2857248" y="2638300"/>
                  <a:pt x="2857248" y="2638300"/>
                </a:cubicBezTo>
                <a:lnTo>
                  <a:pt x="2863289" y="2648841"/>
                </a:lnTo>
                <a:cubicBezTo>
                  <a:pt x="2863467" y="2649079"/>
                  <a:pt x="2863289" y="2649671"/>
                  <a:pt x="2863289" y="2649671"/>
                </a:cubicBezTo>
                <a:lnTo>
                  <a:pt x="2857189" y="2660213"/>
                </a:lnTo>
                <a:cubicBezTo>
                  <a:pt x="2857011" y="2660450"/>
                  <a:pt x="2856715" y="2660627"/>
                  <a:pt x="2856419" y="2660627"/>
                </a:cubicBezTo>
                <a:lnTo>
                  <a:pt x="2844278" y="2660627"/>
                </a:lnTo>
                <a:cubicBezTo>
                  <a:pt x="2843922" y="2660627"/>
                  <a:pt x="2843508" y="2660213"/>
                  <a:pt x="2843508" y="2660213"/>
                </a:cubicBezTo>
                <a:lnTo>
                  <a:pt x="2837467" y="2649671"/>
                </a:lnTo>
                <a:cubicBezTo>
                  <a:pt x="2837289" y="2649434"/>
                  <a:pt x="2837467" y="2648841"/>
                  <a:pt x="2837467" y="2648841"/>
                </a:cubicBezTo>
                <a:lnTo>
                  <a:pt x="2843567" y="2638300"/>
                </a:lnTo>
                <a:cubicBezTo>
                  <a:pt x="2843745" y="2638062"/>
                  <a:pt x="2844041" y="2637885"/>
                  <a:pt x="2844337" y="2637885"/>
                </a:cubicBezTo>
                <a:close/>
                <a:moveTo>
                  <a:pt x="3047064" y="2637707"/>
                </a:moveTo>
                <a:lnTo>
                  <a:pt x="3059442" y="2637707"/>
                </a:lnTo>
                <a:cubicBezTo>
                  <a:pt x="3059738" y="2637707"/>
                  <a:pt x="3060212" y="2638122"/>
                  <a:pt x="3060212" y="2638122"/>
                </a:cubicBezTo>
                <a:lnTo>
                  <a:pt x="3066372" y="2648841"/>
                </a:lnTo>
                <a:cubicBezTo>
                  <a:pt x="3066549" y="2649137"/>
                  <a:pt x="3066372" y="2649730"/>
                  <a:pt x="3066372" y="2649730"/>
                </a:cubicBezTo>
                <a:lnTo>
                  <a:pt x="3060212" y="2660450"/>
                </a:lnTo>
                <a:cubicBezTo>
                  <a:pt x="3060035" y="2660686"/>
                  <a:pt x="3059738" y="2660864"/>
                  <a:pt x="3059442" y="2660864"/>
                </a:cubicBezTo>
                <a:lnTo>
                  <a:pt x="3047064" y="2660864"/>
                </a:lnTo>
                <a:cubicBezTo>
                  <a:pt x="3046768" y="2660864"/>
                  <a:pt x="3046295" y="2660450"/>
                  <a:pt x="3046295" y="2660450"/>
                </a:cubicBezTo>
                <a:lnTo>
                  <a:pt x="3040135" y="2649730"/>
                </a:lnTo>
                <a:cubicBezTo>
                  <a:pt x="3039957" y="2649434"/>
                  <a:pt x="3040135" y="2648841"/>
                  <a:pt x="3040135" y="2648841"/>
                </a:cubicBezTo>
                <a:lnTo>
                  <a:pt x="3046295" y="2638122"/>
                </a:lnTo>
                <a:cubicBezTo>
                  <a:pt x="3046472" y="2637885"/>
                  <a:pt x="3046768" y="2637707"/>
                  <a:pt x="3047064" y="2637707"/>
                </a:cubicBezTo>
                <a:close/>
                <a:moveTo>
                  <a:pt x="3114641" y="2637471"/>
                </a:moveTo>
                <a:lnTo>
                  <a:pt x="3127196" y="2637471"/>
                </a:lnTo>
                <a:cubicBezTo>
                  <a:pt x="3127492" y="2637471"/>
                  <a:pt x="3127966" y="2637945"/>
                  <a:pt x="3127966" y="2637945"/>
                </a:cubicBezTo>
                <a:lnTo>
                  <a:pt x="3134244" y="2648842"/>
                </a:lnTo>
                <a:cubicBezTo>
                  <a:pt x="3134422" y="2649138"/>
                  <a:pt x="3134244" y="2649731"/>
                  <a:pt x="3134244" y="2649731"/>
                </a:cubicBezTo>
                <a:lnTo>
                  <a:pt x="3127966" y="2660628"/>
                </a:lnTo>
                <a:cubicBezTo>
                  <a:pt x="3127789" y="2660924"/>
                  <a:pt x="3127492" y="2661102"/>
                  <a:pt x="3127196" y="2661102"/>
                </a:cubicBezTo>
                <a:lnTo>
                  <a:pt x="3114641" y="2661102"/>
                </a:lnTo>
                <a:cubicBezTo>
                  <a:pt x="3114345" y="2661102"/>
                  <a:pt x="3113871" y="2660628"/>
                  <a:pt x="3113871" y="2660628"/>
                </a:cubicBezTo>
                <a:lnTo>
                  <a:pt x="3107593" y="2649731"/>
                </a:lnTo>
                <a:cubicBezTo>
                  <a:pt x="3107415" y="2649435"/>
                  <a:pt x="3107593" y="2648842"/>
                  <a:pt x="3107593" y="2648842"/>
                </a:cubicBezTo>
                <a:lnTo>
                  <a:pt x="3113871" y="2637945"/>
                </a:lnTo>
                <a:cubicBezTo>
                  <a:pt x="3114049" y="2637648"/>
                  <a:pt x="3114345" y="2637471"/>
                  <a:pt x="3114641" y="2637471"/>
                </a:cubicBezTo>
                <a:close/>
                <a:moveTo>
                  <a:pt x="2979311" y="2637352"/>
                </a:moveTo>
                <a:lnTo>
                  <a:pt x="2991985" y="2637352"/>
                </a:lnTo>
                <a:cubicBezTo>
                  <a:pt x="2992281" y="2637352"/>
                  <a:pt x="2992755" y="2637826"/>
                  <a:pt x="2992755" y="2637826"/>
                </a:cubicBezTo>
                <a:lnTo>
                  <a:pt x="2999092" y="2648842"/>
                </a:lnTo>
                <a:cubicBezTo>
                  <a:pt x="2999270" y="2649079"/>
                  <a:pt x="2999092" y="2649730"/>
                  <a:pt x="2999092" y="2649730"/>
                </a:cubicBezTo>
                <a:lnTo>
                  <a:pt x="2992755" y="2660746"/>
                </a:lnTo>
                <a:cubicBezTo>
                  <a:pt x="2992577" y="2661042"/>
                  <a:pt x="2992281" y="2661220"/>
                  <a:pt x="2991985" y="2661220"/>
                </a:cubicBezTo>
                <a:lnTo>
                  <a:pt x="2979311" y="2661220"/>
                </a:lnTo>
                <a:cubicBezTo>
                  <a:pt x="2979015" y="2661220"/>
                  <a:pt x="2978541" y="2660746"/>
                  <a:pt x="2978541" y="2660746"/>
                </a:cubicBezTo>
                <a:lnTo>
                  <a:pt x="2972204" y="2649730"/>
                </a:lnTo>
                <a:cubicBezTo>
                  <a:pt x="2972026" y="2649493"/>
                  <a:pt x="2972204" y="2648842"/>
                  <a:pt x="2972204" y="2648842"/>
                </a:cubicBezTo>
                <a:lnTo>
                  <a:pt x="2978541" y="2637826"/>
                </a:lnTo>
                <a:cubicBezTo>
                  <a:pt x="2978719" y="2637530"/>
                  <a:pt x="2979015" y="2637352"/>
                  <a:pt x="2979311" y="2637352"/>
                </a:cubicBezTo>
                <a:close/>
                <a:moveTo>
                  <a:pt x="2776346" y="2637293"/>
                </a:moveTo>
                <a:lnTo>
                  <a:pt x="2789139" y="2637293"/>
                </a:lnTo>
                <a:cubicBezTo>
                  <a:pt x="2789435" y="2637293"/>
                  <a:pt x="2789909" y="2637767"/>
                  <a:pt x="2789909" y="2637767"/>
                </a:cubicBezTo>
                <a:lnTo>
                  <a:pt x="2796305" y="2648842"/>
                </a:lnTo>
                <a:cubicBezTo>
                  <a:pt x="2796483" y="2649079"/>
                  <a:pt x="2796305" y="2649730"/>
                  <a:pt x="2796305" y="2649730"/>
                </a:cubicBezTo>
                <a:lnTo>
                  <a:pt x="2789909" y="2660806"/>
                </a:lnTo>
                <a:cubicBezTo>
                  <a:pt x="2789731" y="2661102"/>
                  <a:pt x="2789435" y="2661279"/>
                  <a:pt x="2789139" y="2661279"/>
                </a:cubicBezTo>
                <a:lnTo>
                  <a:pt x="2776346" y="2661279"/>
                </a:lnTo>
                <a:cubicBezTo>
                  <a:pt x="2776050" y="2661279"/>
                  <a:pt x="2775576" y="2660806"/>
                  <a:pt x="2775576" y="2660806"/>
                </a:cubicBezTo>
                <a:lnTo>
                  <a:pt x="2769180" y="2649730"/>
                </a:lnTo>
                <a:cubicBezTo>
                  <a:pt x="2769002" y="2649493"/>
                  <a:pt x="2769180" y="2648842"/>
                  <a:pt x="2769180" y="2648842"/>
                </a:cubicBezTo>
                <a:lnTo>
                  <a:pt x="2775576" y="2637767"/>
                </a:lnTo>
                <a:cubicBezTo>
                  <a:pt x="2775754" y="2637471"/>
                  <a:pt x="2776050" y="2637293"/>
                  <a:pt x="2776346" y="2637293"/>
                </a:cubicBezTo>
                <a:close/>
                <a:moveTo>
                  <a:pt x="3926024" y="2637175"/>
                </a:moveTo>
                <a:lnTo>
                  <a:pt x="3938936" y="2637175"/>
                </a:lnTo>
                <a:cubicBezTo>
                  <a:pt x="3939231" y="2637175"/>
                  <a:pt x="3939706" y="2637649"/>
                  <a:pt x="3939706" y="2637649"/>
                </a:cubicBezTo>
                <a:lnTo>
                  <a:pt x="3946161" y="2648842"/>
                </a:lnTo>
                <a:cubicBezTo>
                  <a:pt x="3946339" y="2649079"/>
                  <a:pt x="3946161" y="2649731"/>
                  <a:pt x="3946161" y="2649731"/>
                </a:cubicBezTo>
                <a:lnTo>
                  <a:pt x="3939706" y="2660924"/>
                </a:lnTo>
                <a:cubicBezTo>
                  <a:pt x="3939587" y="2661220"/>
                  <a:pt x="3939231" y="2661398"/>
                  <a:pt x="3938936" y="2661398"/>
                </a:cubicBezTo>
                <a:lnTo>
                  <a:pt x="3926024" y="2661398"/>
                </a:lnTo>
                <a:cubicBezTo>
                  <a:pt x="3925728" y="2661398"/>
                  <a:pt x="3925254" y="2660924"/>
                  <a:pt x="3925254" y="2660924"/>
                </a:cubicBezTo>
                <a:lnTo>
                  <a:pt x="3918799" y="2649731"/>
                </a:lnTo>
                <a:cubicBezTo>
                  <a:pt x="3918621" y="2649494"/>
                  <a:pt x="3918799" y="2648842"/>
                  <a:pt x="3918799" y="2648842"/>
                </a:cubicBezTo>
                <a:lnTo>
                  <a:pt x="3925254" y="2637649"/>
                </a:lnTo>
                <a:cubicBezTo>
                  <a:pt x="3925373" y="2637352"/>
                  <a:pt x="3925728" y="2637175"/>
                  <a:pt x="3926024" y="2637175"/>
                </a:cubicBezTo>
                <a:close/>
                <a:moveTo>
                  <a:pt x="3993126" y="2636227"/>
                </a:moveTo>
                <a:lnTo>
                  <a:pt x="4007044" y="2636227"/>
                </a:lnTo>
                <a:cubicBezTo>
                  <a:pt x="4007399" y="2636227"/>
                  <a:pt x="4007696" y="2636405"/>
                  <a:pt x="4007873" y="2636701"/>
                </a:cubicBezTo>
                <a:lnTo>
                  <a:pt x="4014802" y="2648724"/>
                </a:lnTo>
                <a:cubicBezTo>
                  <a:pt x="4014980" y="2649020"/>
                  <a:pt x="4014980" y="2649434"/>
                  <a:pt x="4014802" y="2649730"/>
                </a:cubicBezTo>
                <a:lnTo>
                  <a:pt x="4007814" y="2661753"/>
                </a:lnTo>
                <a:cubicBezTo>
                  <a:pt x="4007636" y="2662049"/>
                  <a:pt x="4007340" y="2662227"/>
                  <a:pt x="4006985" y="2662227"/>
                </a:cubicBezTo>
                <a:lnTo>
                  <a:pt x="3993066" y="2662227"/>
                </a:lnTo>
                <a:cubicBezTo>
                  <a:pt x="3992712" y="2662227"/>
                  <a:pt x="3992415" y="2662049"/>
                  <a:pt x="3992238" y="2661753"/>
                </a:cubicBezTo>
                <a:lnTo>
                  <a:pt x="3985308" y="2649730"/>
                </a:lnTo>
                <a:cubicBezTo>
                  <a:pt x="3985131" y="2649434"/>
                  <a:pt x="3985131" y="2649020"/>
                  <a:pt x="3985308" y="2648724"/>
                </a:cubicBezTo>
                <a:lnTo>
                  <a:pt x="3992297" y="2636701"/>
                </a:lnTo>
                <a:cubicBezTo>
                  <a:pt x="3992474" y="2636405"/>
                  <a:pt x="3992771" y="2636227"/>
                  <a:pt x="3993126" y="2636227"/>
                </a:cubicBezTo>
                <a:close/>
                <a:moveTo>
                  <a:pt x="3249200" y="2636227"/>
                </a:moveTo>
                <a:lnTo>
                  <a:pt x="3263118" y="2636227"/>
                </a:lnTo>
                <a:cubicBezTo>
                  <a:pt x="3263473" y="2636227"/>
                  <a:pt x="3263770" y="2636405"/>
                  <a:pt x="3263947" y="2636701"/>
                </a:cubicBezTo>
                <a:lnTo>
                  <a:pt x="3270876" y="2648724"/>
                </a:lnTo>
                <a:cubicBezTo>
                  <a:pt x="3271054" y="2649020"/>
                  <a:pt x="3271054" y="2649434"/>
                  <a:pt x="3270876" y="2649730"/>
                </a:cubicBezTo>
                <a:lnTo>
                  <a:pt x="3263887" y="2661753"/>
                </a:lnTo>
                <a:cubicBezTo>
                  <a:pt x="3263710" y="2662049"/>
                  <a:pt x="3263414" y="2662227"/>
                  <a:pt x="3263059" y="2662227"/>
                </a:cubicBezTo>
                <a:lnTo>
                  <a:pt x="3249140" y="2662227"/>
                </a:lnTo>
                <a:cubicBezTo>
                  <a:pt x="3248786" y="2662227"/>
                  <a:pt x="3248489" y="2662049"/>
                  <a:pt x="3248311" y="2661753"/>
                </a:cubicBezTo>
                <a:lnTo>
                  <a:pt x="3241382" y="2649730"/>
                </a:lnTo>
                <a:cubicBezTo>
                  <a:pt x="3241205" y="2649434"/>
                  <a:pt x="3241205" y="2649020"/>
                  <a:pt x="3241382" y="2648724"/>
                </a:cubicBezTo>
                <a:lnTo>
                  <a:pt x="3248371" y="2636701"/>
                </a:lnTo>
                <a:cubicBezTo>
                  <a:pt x="3248548" y="2636405"/>
                  <a:pt x="3248845" y="2636227"/>
                  <a:pt x="3249200" y="2636227"/>
                </a:cubicBezTo>
                <a:close/>
                <a:moveTo>
                  <a:pt x="2572909" y="2636227"/>
                </a:moveTo>
                <a:lnTo>
                  <a:pt x="2586827" y="2636227"/>
                </a:lnTo>
                <a:cubicBezTo>
                  <a:pt x="2587182" y="2636227"/>
                  <a:pt x="2587478" y="2636405"/>
                  <a:pt x="2587656" y="2636701"/>
                </a:cubicBezTo>
                <a:lnTo>
                  <a:pt x="2594585" y="2648724"/>
                </a:lnTo>
                <a:cubicBezTo>
                  <a:pt x="2594763" y="2649020"/>
                  <a:pt x="2594763" y="2649434"/>
                  <a:pt x="2594585" y="2649730"/>
                </a:cubicBezTo>
                <a:lnTo>
                  <a:pt x="2587597" y="2661753"/>
                </a:lnTo>
                <a:cubicBezTo>
                  <a:pt x="2587419" y="2662049"/>
                  <a:pt x="2587123" y="2662227"/>
                  <a:pt x="2586768" y="2662227"/>
                </a:cubicBezTo>
                <a:lnTo>
                  <a:pt x="2572850" y="2662227"/>
                </a:lnTo>
                <a:cubicBezTo>
                  <a:pt x="2572495" y="2662227"/>
                  <a:pt x="2572198" y="2662049"/>
                  <a:pt x="2572021" y="2661753"/>
                </a:cubicBezTo>
                <a:lnTo>
                  <a:pt x="2565091" y="2649730"/>
                </a:lnTo>
                <a:cubicBezTo>
                  <a:pt x="2564914" y="2649434"/>
                  <a:pt x="2564914" y="2649020"/>
                  <a:pt x="2565091" y="2648724"/>
                </a:cubicBezTo>
                <a:lnTo>
                  <a:pt x="2572080" y="2636701"/>
                </a:lnTo>
                <a:cubicBezTo>
                  <a:pt x="2572257" y="2636405"/>
                  <a:pt x="2572554" y="2636227"/>
                  <a:pt x="2572909" y="2636227"/>
                </a:cubicBezTo>
                <a:close/>
                <a:moveTo>
                  <a:pt x="2708060" y="2636049"/>
                </a:moveTo>
                <a:lnTo>
                  <a:pt x="2722215" y="2636049"/>
                </a:lnTo>
                <a:cubicBezTo>
                  <a:pt x="2722571" y="2636049"/>
                  <a:pt x="2722926" y="2636226"/>
                  <a:pt x="2723104" y="2636523"/>
                </a:cubicBezTo>
                <a:lnTo>
                  <a:pt x="2730152" y="2648782"/>
                </a:lnTo>
                <a:cubicBezTo>
                  <a:pt x="2730329" y="2649079"/>
                  <a:pt x="2730329" y="2649493"/>
                  <a:pt x="2730152" y="2649789"/>
                </a:cubicBezTo>
                <a:lnTo>
                  <a:pt x="2723104" y="2662049"/>
                </a:lnTo>
                <a:cubicBezTo>
                  <a:pt x="2722926" y="2662345"/>
                  <a:pt x="2722571" y="2662522"/>
                  <a:pt x="2722215" y="2662522"/>
                </a:cubicBezTo>
                <a:lnTo>
                  <a:pt x="2708060" y="2662522"/>
                </a:lnTo>
                <a:cubicBezTo>
                  <a:pt x="2707705" y="2662522"/>
                  <a:pt x="2707350" y="2662345"/>
                  <a:pt x="2707172" y="2662049"/>
                </a:cubicBezTo>
                <a:lnTo>
                  <a:pt x="2700124" y="2649789"/>
                </a:lnTo>
                <a:cubicBezTo>
                  <a:pt x="2699947" y="2649493"/>
                  <a:pt x="2699947" y="2649079"/>
                  <a:pt x="2700124" y="2648782"/>
                </a:cubicBezTo>
                <a:lnTo>
                  <a:pt x="2707172" y="2636523"/>
                </a:lnTo>
                <a:cubicBezTo>
                  <a:pt x="2707350" y="2636226"/>
                  <a:pt x="2707705" y="2636049"/>
                  <a:pt x="2708060" y="2636049"/>
                </a:cubicBezTo>
                <a:close/>
                <a:moveTo>
                  <a:pt x="4060643" y="2635931"/>
                </a:moveTo>
                <a:lnTo>
                  <a:pt x="4074857" y="2635931"/>
                </a:lnTo>
                <a:cubicBezTo>
                  <a:pt x="4075212" y="2635931"/>
                  <a:pt x="4075567" y="2636168"/>
                  <a:pt x="4075745" y="2636464"/>
                </a:cubicBezTo>
                <a:lnTo>
                  <a:pt x="4082852" y="2648783"/>
                </a:lnTo>
                <a:cubicBezTo>
                  <a:pt x="4083030" y="2649079"/>
                  <a:pt x="4083030" y="2649493"/>
                  <a:pt x="4082852" y="2649790"/>
                </a:cubicBezTo>
                <a:lnTo>
                  <a:pt x="4075745" y="2662108"/>
                </a:lnTo>
                <a:cubicBezTo>
                  <a:pt x="4075567" y="2662464"/>
                  <a:pt x="4075212" y="2662642"/>
                  <a:pt x="4074857" y="2662642"/>
                </a:cubicBezTo>
                <a:lnTo>
                  <a:pt x="4060643" y="2662642"/>
                </a:lnTo>
                <a:cubicBezTo>
                  <a:pt x="4060288" y="2662642"/>
                  <a:pt x="4059932" y="2662405"/>
                  <a:pt x="4059754" y="2662108"/>
                </a:cubicBezTo>
                <a:lnTo>
                  <a:pt x="4052647" y="2649790"/>
                </a:lnTo>
                <a:cubicBezTo>
                  <a:pt x="4052470" y="2649493"/>
                  <a:pt x="4052470" y="2649079"/>
                  <a:pt x="4052647" y="2648783"/>
                </a:cubicBezTo>
                <a:lnTo>
                  <a:pt x="4059754" y="2636464"/>
                </a:lnTo>
                <a:cubicBezTo>
                  <a:pt x="4059932" y="2636109"/>
                  <a:pt x="4060288" y="2635931"/>
                  <a:pt x="4060643" y="2635931"/>
                </a:cubicBezTo>
                <a:close/>
                <a:moveTo>
                  <a:pt x="3316657" y="2635812"/>
                </a:moveTo>
                <a:lnTo>
                  <a:pt x="3330990" y="2635812"/>
                </a:lnTo>
                <a:cubicBezTo>
                  <a:pt x="3331345" y="2635812"/>
                  <a:pt x="3331700" y="2636049"/>
                  <a:pt x="3331878" y="2636345"/>
                </a:cubicBezTo>
                <a:lnTo>
                  <a:pt x="3339044" y="2648782"/>
                </a:lnTo>
                <a:cubicBezTo>
                  <a:pt x="3339222" y="2649079"/>
                  <a:pt x="3339222" y="2649493"/>
                  <a:pt x="3339044" y="2649789"/>
                </a:cubicBezTo>
                <a:lnTo>
                  <a:pt x="3331878" y="2662227"/>
                </a:lnTo>
                <a:cubicBezTo>
                  <a:pt x="3331700" y="2662582"/>
                  <a:pt x="3331345" y="2662760"/>
                  <a:pt x="3330990" y="2662760"/>
                </a:cubicBezTo>
                <a:lnTo>
                  <a:pt x="3316657" y="2662760"/>
                </a:lnTo>
                <a:cubicBezTo>
                  <a:pt x="3316302" y="2662760"/>
                  <a:pt x="3315946" y="2662523"/>
                  <a:pt x="3315768" y="2662227"/>
                </a:cubicBezTo>
                <a:lnTo>
                  <a:pt x="3308602" y="2649789"/>
                </a:lnTo>
                <a:cubicBezTo>
                  <a:pt x="3308425" y="2649493"/>
                  <a:pt x="3308425" y="2649079"/>
                  <a:pt x="3308602" y="2648782"/>
                </a:cubicBezTo>
                <a:lnTo>
                  <a:pt x="3315768" y="2636345"/>
                </a:lnTo>
                <a:cubicBezTo>
                  <a:pt x="3315946" y="2635990"/>
                  <a:pt x="3316302" y="2635812"/>
                  <a:pt x="3316657" y="2635812"/>
                </a:cubicBezTo>
                <a:close/>
                <a:moveTo>
                  <a:pt x="4128100" y="2635635"/>
                </a:moveTo>
                <a:lnTo>
                  <a:pt x="4142670" y="2635635"/>
                </a:lnTo>
                <a:cubicBezTo>
                  <a:pt x="4143025" y="2635635"/>
                  <a:pt x="4143380" y="2635872"/>
                  <a:pt x="4143558" y="2636168"/>
                </a:cubicBezTo>
                <a:lnTo>
                  <a:pt x="4150843" y="2648783"/>
                </a:lnTo>
                <a:cubicBezTo>
                  <a:pt x="4151021" y="2649079"/>
                  <a:pt x="4151021" y="2649493"/>
                  <a:pt x="4150843" y="2649790"/>
                </a:cubicBezTo>
                <a:lnTo>
                  <a:pt x="4143558" y="2662405"/>
                </a:lnTo>
                <a:cubicBezTo>
                  <a:pt x="4143380" y="2662760"/>
                  <a:pt x="4143025" y="2662938"/>
                  <a:pt x="4142670" y="2662938"/>
                </a:cubicBezTo>
                <a:lnTo>
                  <a:pt x="4128100" y="2662938"/>
                </a:lnTo>
                <a:cubicBezTo>
                  <a:pt x="4127746" y="2662938"/>
                  <a:pt x="4127390" y="2662701"/>
                  <a:pt x="4127212" y="2662405"/>
                </a:cubicBezTo>
                <a:lnTo>
                  <a:pt x="4119927" y="2649790"/>
                </a:lnTo>
                <a:cubicBezTo>
                  <a:pt x="4119750" y="2649493"/>
                  <a:pt x="4119750" y="2649079"/>
                  <a:pt x="4119927" y="2648783"/>
                </a:cubicBezTo>
                <a:lnTo>
                  <a:pt x="4127212" y="2636168"/>
                </a:lnTo>
                <a:cubicBezTo>
                  <a:pt x="4127390" y="2635812"/>
                  <a:pt x="4127746" y="2635635"/>
                  <a:pt x="4128100" y="2635635"/>
                </a:cubicBezTo>
                <a:close/>
                <a:moveTo>
                  <a:pt x="3857382" y="2635279"/>
                </a:moveTo>
                <a:lnTo>
                  <a:pt x="3872307" y="2635279"/>
                </a:lnTo>
                <a:cubicBezTo>
                  <a:pt x="3872662" y="2635279"/>
                  <a:pt x="3873018" y="2635516"/>
                  <a:pt x="3873195" y="2635812"/>
                </a:cubicBezTo>
                <a:lnTo>
                  <a:pt x="3880657" y="2648723"/>
                </a:lnTo>
                <a:cubicBezTo>
                  <a:pt x="3880835" y="2649079"/>
                  <a:pt x="3880835" y="2649493"/>
                  <a:pt x="3880657" y="2649789"/>
                </a:cubicBezTo>
                <a:lnTo>
                  <a:pt x="3873195" y="2662700"/>
                </a:lnTo>
                <a:cubicBezTo>
                  <a:pt x="3873018" y="2663056"/>
                  <a:pt x="3872662" y="2663233"/>
                  <a:pt x="3872307" y="2663233"/>
                </a:cubicBezTo>
                <a:lnTo>
                  <a:pt x="3857382" y="2663233"/>
                </a:lnTo>
                <a:cubicBezTo>
                  <a:pt x="3857027" y="2663233"/>
                  <a:pt x="3856672" y="2662996"/>
                  <a:pt x="3856494" y="2662700"/>
                </a:cubicBezTo>
                <a:lnTo>
                  <a:pt x="3849031" y="2649789"/>
                </a:lnTo>
                <a:cubicBezTo>
                  <a:pt x="3848854" y="2649434"/>
                  <a:pt x="3848854" y="2649019"/>
                  <a:pt x="3849031" y="2648723"/>
                </a:cubicBezTo>
                <a:lnTo>
                  <a:pt x="3856494" y="2635812"/>
                </a:lnTo>
                <a:cubicBezTo>
                  <a:pt x="3856672" y="2635456"/>
                  <a:pt x="3857027" y="2635279"/>
                  <a:pt x="3857382" y="2635279"/>
                </a:cubicBezTo>
                <a:close/>
                <a:moveTo>
                  <a:pt x="3519207" y="2635279"/>
                </a:moveTo>
                <a:lnTo>
                  <a:pt x="3534131" y="2635279"/>
                </a:lnTo>
                <a:cubicBezTo>
                  <a:pt x="3534487" y="2635279"/>
                  <a:pt x="3534842" y="2635516"/>
                  <a:pt x="3535020" y="2635812"/>
                </a:cubicBezTo>
                <a:lnTo>
                  <a:pt x="3542482" y="2648723"/>
                </a:lnTo>
                <a:cubicBezTo>
                  <a:pt x="3542660" y="2649079"/>
                  <a:pt x="3542660" y="2649493"/>
                  <a:pt x="3542482" y="2649789"/>
                </a:cubicBezTo>
                <a:lnTo>
                  <a:pt x="3535020" y="2662700"/>
                </a:lnTo>
                <a:cubicBezTo>
                  <a:pt x="3534842" y="2663056"/>
                  <a:pt x="3534487" y="2663233"/>
                  <a:pt x="3534131" y="2663233"/>
                </a:cubicBezTo>
                <a:lnTo>
                  <a:pt x="3519207" y="2663233"/>
                </a:lnTo>
                <a:cubicBezTo>
                  <a:pt x="3518852" y="2663233"/>
                  <a:pt x="3518497" y="2662996"/>
                  <a:pt x="3518319" y="2662700"/>
                </a:cubicBezTo>
                <a:lnTo>
                  <a:pt x="3510856" y="2649789"/>
                </a:lnTo>
                <a:cubicBezTo>
                  <a:pt x="3510679" y="2649434"/>
                  <a:pt x="3510679" y="2649019"/>
                  <a:pt x="3510856" y="2648723"/>
                </a:cubicBezTo>
                <a:lnTo>
                  <a:pt x="3518319" y="2635812"/>
                </a:lnTo>
                <a:cubicBezTo>
                  <a:pt x="3518497" y="2635456"/>
                  <a:pt x="3518852" y="2635279"/>
                  <a:pt x="3519207" y="2635279"/>
                </a:cubicBezTo>
                <a:close/>
                <a:moveTo>
                  <a:pt x="3181091" y="2635279"/>
                </a:moveTo>
                <a:lnTo>
                  <a:pt x="3196015" y="2635279"/>
                </a:lnTo>
                <a:cubicBezTo>
                  <a:pt x="3196371" y="2635279"/>
                  <a:pt x="3196726" y="2635516"/>
                  <a:pt x="3196904" y="2635812"/>
                </a:cubicBezTo>
                <a:lnTo>
                  <a:pt x="3204366" y="2648723"/>
                </a:lnTo>
                <a:cubicBezTo>
                  <a:pt x="3204544" y="2649079"/>
                  <a:pt x="3204544" y="2649493"/>
                  <a:pt x="3204366" y="2649789"/>
                </a:cubicBezTo>
                <a:lnTo>
                  <a:pt x="3196904" y="2662700"/>
                </a:lnTo>
                <a:cubicBezTo>
                  <a:pt x="3196726" y="2663056"/>
                  <a:pt x="3196371" y="2663233"/>
                  <a:pt x="3196015" y="2663233"/>
                </a:cubicBezTo>
                <a:lnTo>
                  <a:pt x="3181091" y="2663233"/>
                </a:lnTo>
                <a:cubicBezTo>
                  <a:pt x="3180736" y="2663233"/>
                  <a:pt x="3180380" y="2662996"/>
                  <a:pt x="3180202" y="2662700"/>
                </a:cubicBezTo>
                <a:lnTo>
                  <a:pt x="3172740" y="2649789"/>
                </a:lnTo>
                <a:cubicBezTo>
                  <a:pt x="3172563" y="2649434"/>
                  <a:pt x="3172563" y="2649019"/>
                  <a:pt x="3172740" y="2648723"/>
                </a:cubicBezTo>
                <a:lnTo>
                  <a:pt x="3180202" y="2635812"/>
                </a:lnTo>
                <a:cubicBezTo>
                  <a:pt x="3180380" y="2635456"/>
                  <a:pt x="3180736" y="2635279"/>
                  <a:pt x="3181091" y="2635279"/>
                </a:cubicBezTo>
                <a:close/>
                <a:moveTo>
                  <a:pt x="2504741" y="2635279"/>
                </a:moveTo>
                <a:lnTo>
                  <a:pt x="2519666" y="2635279"/>
                </a:lnTo>
                <a:cubicBezTo>
                  <a:pt x="2520021" y="2635279"/>
                  <a:pt x="2520377" y="2635516"/>
                  <a:pt x="2520554" y="2635812"/>
                </a:cubicBezTo>
                <a:lnTo>
                  <a:pt x="2528016" y="2648723"/>
                </a:lnTo>
                <a:cubicBezTo>
                  <a:pt x="2528194" y="2649079"/>
                  <a:pt x="2528194" y="2649493"/>
                  <a:pt x="2528016" y="2649789"/>
                </a:cubicBezTo>
                <a:lnTo>
                  <a:pt x="2520554" y="2662700"/>
                </a:lnTo>
                <a:cubicBezTo>
                  <a:pt x="2520377" y="2663056"/>
                  <a:pt x="2520021" y="2663233"/>
                  <a:pt x="2519666" y="2663233"/>
                </a:cubicBezTo>
                <a:lnTo>
                  <a:pt x="2504741" y="2663233"/>
                </a:lnTo>
                <a:cubicBezTo>
                  <a:pt x="2504386" y="2663233"/>
                  <a:pt x="2504030" y="2662996"/>
                  <a:pt x="2503853" y="2662700"/>
                </a:cubicBezTo>
                <a:lnTo>
                  <a:pt x="2496390" y="2649789"/>
                </a:lnTo>
                <a:cubicBezTo>
                  <a:pt x="2496213" y="2649434"/>
                  <a:pt x="2496213" y="2649019"/>
                  <a:pt x="2496390" y="2648723"/>
                </a:cubicBezTo>
                <a:lnTo>
                  <a:pt x="2503853" y="2635812"/>
                </a:lnTo>
                <a:cubicBezTo>
                  <a:pt x="2504030" y="2635456"/>
                  <a:pt x="2504386" y="2635279"/>
                  <a:pt x="2504741" y="2635279"/>
                </a:cubicBezTo>
                <a:close/>
                <a:moveTo>
                  <a:pt x="4195498" y="2635220"/>
                </a:moveTo>
                <a:lnTo>
                  <a:pt x="4210482" y="2635220"/>
                </a:lnTo>
                <a:cubicBezTo>
                  <a:pt x="4210837" y="2635220"/>
                  <a:pt x="4211193" y="2635457"/>
                  <a:pt x="4211371" y="2635753"/>
                </a:cubicBezTo>
                <a:lnTo>
                  <a:pt x="4218892" y="2648782"/>
                </a:lnTo>
                <a:cubicBezTo>
                  <a:pt x="4219070" y="2649138"/>
                  <a:pt x="4219070" y="2649552"/>
                  <a:pt x="4218892" y="2649848"/>
                </a:cubicBezTo>
                <a:lnTo>
                  <a:pt x="4211371" y="2662878"/>
                </a:lnTo>
                <a:cubicBezTo>
                  <a:pt x="4211193" y="2663233"/>
                  <a:pt x="4210837" y="2663411"/>
                  <a:pt x="4210482" y="2663411"/>
                </a:cubicBezTo>
                <a:lnTo>
                  <a:pt x="4195498" y="2663411"/>
                </a:lnTo>
                <a:cubicBezTo>
                  <a:pt x="4195143" y="2663411"/>
                  <a:pt x="4194787" y="2663174"/>
                  <a:pt x="4194610" y="2662878"/>
                </a:cubicBezTo>
                <a:lnTo>
                  <a:pt x="4187088" y="2649848"/>
                </a:lnTo>
                <a:cubicBezTo>
                  <a:pt x="4186911" y="2649493"/>
                  <a:pt x="4186911" y="2649079"/>
                  <a:pt x="4187088" y="2648782"/>
                </a:cubicBezTo>
                <a:lnTo>
                  <a:pt x="4194610" y="2635753"/>
                </a:lnTo>
                <a:cubicBezTo>
                  <a:pt x="4194787" y="2635398"/>
                  <a:pt x="4195143" y="2635220"/>
                  <a:pt x="4195498" y="2635220"/>
                </a:cubicBezTo>
                <a:close/>
                <a:moveTo>
                  <a:pt x="3383877" y="2635101"/>
                </a:moveTo>
                <a:lnTo>
                  <a:pt x="3398980" y="2635101"/>
                </a:lnTo>
                <a:cubicBezTo>
                  <a:pt x="3399394" y="2635101"/>
                  <a:pt x="3399750" y="2635279"/>
                  <a:pt x="3399928" y="2635634"/>
                </a:cubicBezTo>
                <a:lnTo>
                  <a:pt x="3407508" y="2648723"/>
                </a:lnTo>
                <a:cubicBezTo>
                  <a:pt x="3407686" y="2649019"/>
                  <a:pt x="3407686" y="2649434"/>
                  <a:pt x="3407508" y="2649789"/>
                </a:cubicBezTo>
                <a:lnTo>
                  <a:pt x="3399928" y="2662878"/>
                </a:lnTo>
                <a:cubicBezTo>
                  <a:pt x="3399691" y="2663233"/>
                  <a:pt x="3399335" y="2663411"/>
                  <a:pt x="3398980" y="2663411"/>
                </a:cubicBezTo>
                <a:lnTo>
                  <a:pt x="3383877" y="2663411"/>
                </a:lnTo>
                <a:cubicBezTo>
                  <a:pt x="3383463" y="2663411"/>
                  <a:pt x="3383107" y="2663233"/>
                  <a:pt x="3382930" y="2662878"/>
                </a:cubicBezTo>
                <a:lnTo>
                  <a:pt x="3375349" y="2649789"/>
                </a:lnTo>
                <a:cubicBezTo>
                  <a:pt x="3375172" y="2649493"/>
                  <a:pt x="3375172" y="2649078"/>
                  <a:pt x="3375349" y="2648723"/>
                </a:cubicBezTo>
                <a:lnTo>
                  <a:pt x="3382930" y="2635634"/>
                </a:lnTo>
                <a:cubicBezTo>
                  <a:pt x="3383167" y="2635279"/>
                  <a:pt x="3383522" y="2635101"/>
                  <a:pt x="3383877" y="2635101"/>
                </a:cubicBezTo>
                <a:close/>
                <a:moveTo>
                  <a:pt x="3654299" y="2634865"/>
                </a:moveTo>
                <a:lnTo>
                  <a:pt x="3669638" y="2634865"/>
                </a:lnTo>
                <a:cubicBezTo>
                  <a:pt x="3670053" y="2634865"/>
                  <a:pt x="3670408" y="2635042"/>
                  <a:pt x="3670586" y="2635398"/>
                </a:cubicBezTo>
                <a:lnTo>
                  <a:pt x="3678226" y="2648665"/>
                </a:lnTo>
                <a:cubicBezTo>
                  <a:pt x="3678404" y="2648961"/>
                  <a:pt x="3678404" y="2649375"/>
                  <a:pt x="3678226" y="2649731"/>
                </a:cubicBezTo>
                <a:lnTo>
                  <a:pt x="3670527" y="2662997"/>
                </a:lnTo>
                <a:cubicBezTo>
                  <a:pt x="3670290" y="2663293"/>
                  <a:pt x="3669935" y="2663530"/>
                  <a:pt x="3669579" y="2663530"/>
                </a:cubicBezTo>
                <a:lnTo>
                  <a:pt x="3654240" y="2663530"/>
                </a:lnTo>
                <a:cubicBezTo>
                  <a:pt x="3653825" y="2663530"/>
                  <a:pt x="3653470" y="2663352"/>
                  <a:pt x="3653292" y="2662997"/>
                </a:cubicBezTo>
                <a:lnTo>
                  <a:pt x="3645652" y="2649731"/>
                </a:lnTo>
                <a:cubicBezTo>
                  <a:pt x="3645475" y="2649435"/>
                  <a:pt x="3645475" y="2649020"/>
                  <a:pt x="3645652" y="2648665"/>
                </a:cubicBezTo>
                <a:lnTo>
                  <a:pt x="3653351" y="2635398"/>
                </a:lnTo>
                <a:cubicBezTo>
                  <a:pt x="3653588" y="2635102"/>
                  <a:pt x="3653944" y="2634865"/>
                  <a:pt x="3654299" y="2634865"/>
                </a:cubicBezTo>
                <a:close/>
                <a:moveTo>
                  <a:pt x="4262896" y="2634805"/>
                </a:moveTo>
                <a:lnTo>
                  <a:pt x="4278354" y="2634805"/>
                </a:lnTo>
                <a:cubicBezTo>
                  <a:pt x="4278769" y="2634805"/>
                  <a:pt x="4279124" y="2634983"/>
                  <a:pt x="4279302" y="2635338"/>
                </a:cubicBezTo>
                <a:lnTo>
                  <a:pt x="4287001" y="2648723"/>
                </a:lnTo>
                <a:cubicBezTo>
                  <a:pt x="4287178" y="2649019"/>
                  <a:pt x="4287178" y="2649434"/>
                  <a:pt x="4287001" y="2649789"/>
                </a:cubicBezTo>
                <a:lnTo>
                  <a:pt x="4279242" y="2663174"/>
                </a:lnTo>
                <a:cubicBezTo>
                  <a:pt x="4279065" y="2663470"/>
                  <a:pt x="4278650" y="2663707"/>
                  <a:pt x="4278295" y="2663707"/>
                </a:cubicBezTo>
                <a:lnTo>
                  <a:pt x="4262837" y="2663707"/>
                </a:lnTo>
                <a:cubicBezTo>
                  <a:pt x="4262423" y="2663707"/>
                  <a:pt x="4262067" y="2663529"/>
                  <a:pt x="4261889" y="2663174"/>
                </a:cubicBezTo>
                <a:lnTo>
                  <a:pt x="4254190" y="2649789"/>
                </a:lnTo>
                <a:cubicBezTo>
                  <a:pt x="4254013" y="2649493"/>
                  <a:pt x="4254013" y="2649078"/>
                  <a:pt x="4254190" y="2648723"/>
                </a:cubicBezTo>
                <a:lnTo>
                  <a:pt x="4261948" y="2635338"/>
                </a:lnTo>
                <a:cubicBezTo>
                  <a:pt x="4262126" y="2635042"/>
                  <a:pt x="4262541" y="2634805"/>
                  <a:pt x="4262896" y="2634805"/>
                </a:cubicBezTo>
                <a:close/>
                <a:moveTo>
                  <a:pt x="3451217" y="2634569"/>
                </a:moveTo>
                <a:lnTo>
                  <a:pt x="3466911" y="2634569"/>
                </a:lnTo>
                <a:cubicBezTo>
                  <a:pt x="3467267" y="2634569"/>
                  <a:pt x="3467681" y="2634746"/>
                  <a:pt x="3467859" y="2635102"/>
                </a:cubicBezTo>
                <a:lnTo>
                  <a:pt x="3475677" y="2648665"/>
                </a:lnTo>
                <a:cubicBezTo>
                  <a:pt x="3475854" y="2649020"/>
                  <a:pt x="3475854" y="2649435"/>
                  <a:pt x="3475677" y="2649790"/>
                </a:cubicBezTo>
                <a:lnTo>
                  <a:pt x="3467859" y="2663352"/>
                </a:lnTo>
                <a:cubicBezTo>
                  <a:pt x="3467681" y="2663648"/>
                  <a:pt x="3467326" y="2663885"/>
                  <a:pt x="3466911" y="2663885"/>
                </a:cubicBezTo>
                <a:lnTo>
                  <a:pt x="3451217" y="2663885"/>
                </a:lnTo>
                <a:cubicBezTo>
                  <a:pt x="3450862" y="2663885"/>
                  <a:pt x="3450447" y="2663708"/>
                  <a:pt x="3450270" y="2663352"/>
                </a:cubicBezTo>
                <a:lnTo>
                  <a:pt x="3442451" y="2649790"/>
                </a:lnTo>
                <a:cubicBezTo>
                  <a:pt x="3442274" y="2649435"/>
                  <a:pt x="3442274" y="2649020"/>
                  <a:pt x="3442451" y="2648665"/>
                </a:cubicBezTo>
                <a:lnTo>
                  <a:pt x="3450270" y="2635102"/>
                </a:lnTo>
                <a:cubicBezTo>
                  <a:pt x="3450447" y="2634806"/>
                  <a:pt x="3450802" y="2634569"/>
                  <a:pt x="3451217" y="2634569"/>
                </a:cubicBezTo>
                <a:close/>
                <a:moveTo>
                  <a:pt x="4330354" y="2634450"/>
                </a:moveTo>
                <a:lnTo>
                  <a:pt x="4346167" y="2634450"/>
                </a:lnTo>
                <a:cubicBezTo>
                  <a:pt x="4346522" y="2634450"/>
                  <a:pt x="4346936" y="2634628"/>
                  <a:pt x="4347114" y="2634983"/>
                </a:cubicBezTo>
                <a:lnTo>
                  <a:pt x="4354992" y="2648664"/>
                </a:lnTo>
                <a:cubicBezTo>
                  <a:pt x="4355169" y="2649020"/>
                  <a:pt x="4355169" y="2649434"/>
                  <a:pt x="4354992" y="2649789"/>
                </a:cubicBezTo>
                <a:lnTo>
                  <a:pt x="4347114" y="2663470"/>
                </a:lnTo>
                <a:cubicBezTo>
                  <a:pt x="4346936" y="2663766"/>
                  <a:pt x="4346581" y="2664003"/>
                  <a:pt x="4346167" y="2664003"/>
                </a:cubicBezTo>
                <a:lnTo>
                  <a:pt x="4330354" y="2664003"/>
                </a:lnTo>
                <a:cubicBezTo>
                  <a:pt x="4329998" y="2664003"/>
                  <a:pt x="4329584" y="2663826"/>
                  <a:pt x="4329406" y="2663470"/>
                </a:cubicBezTo>
                <a:lnTo>
                  <a:pt x="4321529" y="2649789"/>
                </a:lnTo>
                <a:cubicBezTo>
                  <a:pt x="4321352" y="2649434"/>
                  <a:pt x="4321352" y="2649020"/>
                  <a:pt x="4321529" y="2648664"/>
                </a:cubicBezTo>
                <a:lnTo>
                  <a:pt x="4329406" y="2634983"/>
                </a:lnTo>
                <a:cubicBezTo>
                  <a:pt x="4329584" y="2634687"/>
                  <a:pt x="4329939" y="2634450"/>
                  <a:pt x="4330354" y="2634450"/>
                </a:cubicBezTo>
                <a:close/>
                <a:moveTo>
                  <a:pt x="3721638" y="2634391"/>
                </a:moveTo>
                <a:lnTo>
                  <a:pt x="3737511" y="2634391"/>
                </a:lnTo>
                <a:cubicBezTo>
                  <a:pt x="3737866" y="2634391"/>
                  <a:pt x="3738281" y="2634569"/>
                  <a:pt x="3738458" y="2634924"/>
                </a:cubicBezTo>
                <a:lnTo>
                  <a:pt x="3746395" y="2648724"/>
                </a:lnTo>
                <a:cubicBezTo>
                  <a:pt x="3746572" y="2649079"/>
                  <a:pt x="3746572" y="2649493"/>
                  <a:pt x="3746395" y="2649849"/>
                </a:cubicBezTo>
                <a:lnTo>
                  <a:pt x="3738458" y="2663648"/>
                </a:lnTo>
                <a:cubicBezTo>
                  <a:pt x="3738281" y="2663944"/>
                  <a:pt x="3737925" y="2664181"/>
                  <a:pt x="3737511" y="2664181"/>
                </a:cubicBezTo>
                <a:lnTo>
                  <a:pt x="3721638" y="2664181"/>
                </a:lnTo>
                <a:cubicBezTo>
                  <a:pt x="3721283" y="2664181"/>
                  <a:pt x="3720868" y="2664004"/>
                  <a:pt x="3720690" y="2663648"/>
                </a:cubicBezTo>
                <a:lnTo>
                  <a:pt x="3712754" y="2649849"/>
                </a:lnTo>
                <a:cubicBezTo>
                  <a:pt x="3712577" y="2649493"/>
                  <a:pt x="3712577" y="2649079"/>
                  <a:pt x="3712754" y="2648724"/>
                </a:cubicBezTo>
                <a:lnTo>
                  <a:pt x="3720690" y="2634924"/>
                </a:lnTo>
                <a:cubicBezTo>
                  <a:pt x="3720868" y="2634628"/>
                  <a:pt x="3721224" y="2634391"/>
                  <a:pt x="3721638" y="2634391"/>
                </a:cubicBezTo>
                <a:close/>
                <a:moveTo>
                  <a:pt x="3586428" y="2634391"/>
                </a:moveTo>
                <a:lnTo>
                  <a:pt x="3602300" y="2634391"/>
                </a:lnTo>
                <a:cubicBezTo>
                  <a:pt x="3602656" y="2634391"/>
                  <a:pt x="3603070" y="2634569"/>
                  <a:pt x="3603248" y="2634924"/>
                </a:cubicBezTo>
                <a:lnTo>
                  <a:pt x="3611184" y="2648724"/>
                </a:lnTo>
                <a:cubicBezTo>
                  <a:pt x="3611362" y="2649079"/>
                  <a:pt x="3611362" y="2649493"/>
                  <a:pt x="3611184" y="2649849"/>
                </a:cubicBezTo>
                <a:lnTo>
                  <a:pt x="3603248" y="2663648"/>
                </a:lnTo>
                <a:cubicBezTo>
                  <a:pt x="3603070" y="2663944"/>
                  <a:pt x="3602715" y="2664181"/>
                  <a:pt x="3602300" y="2664181"/>
                </a:cubicBezTo>
                <a:lnTo>
                  <a:pt x="3586428" y="2664181"/>
                </a:lnTo>
                <a:cubicBezTo>
                  <a:pt x="3586072" y="2664181"/>
                  <a:pt x="3585658" y="2664004"/>
                  <a:pt x="3585480" y="2663648"/>
                </a:cubicBezTo>
                <a:lnTo>
                  <a:pt x="3577544" y="2649849"/>
                </a:lnTo>
                <a:cubicBezTo>
                  <a:pt x="3577367" y="2649493"/>
                  <a:pt x="3577367" y="2649079"/>
                  <a:pt x="3577544" y="2648724"/>
                </a:cubicBezTo>
                <a:lnTo>
                  <a:pt x="3585480" y="2634924"/>
                </a:lnTo>
                <a:cubicBezTo>
                  <a:pt x="3585658" y="2634628"/>
                  <a:pt x="3586013" y="2634391"/>
                  <a:pt x="3586428" y="2634391"/>
                </a:cubicBezTo>
                <a:close/>
                <a:moveTo>
                  <a:pt x="2436691" y="2634391"/>
                </a:moveTo>
                <a:lnTo>
                  <a:pt x="2452563" y="2634391"/>
                </a:lnTo>
                <a:cubicBezTo>
                  <a:pt x="2452919" y="2634391"/>
                  <a:pt x="2453333" y="2634569"/>
                  <a:pt x="2453511" y="2634924"/>
                </a:cubicBezTo>
                <a:lnTo>
                  <a:pt x="2461447" y="2648724"/>
                </a:lnTo>
                <a:cubicBezTo>
                  <a:pt x="2461625" y="2649079"/>
                  <a:pt x="2461625" y="2649493"/>
                  <a:pt x="2461447" y="2649849"/>
                </a:cubicBezTo>
                <a:lnTo>
                  <a:pt x="2453511" y="2663648"/>
                </a:lnTo>
                <a:cubicBezTo>
                  <a:pt x="2453333" y="2663944"/>
                  <a:pt x="2452978" y="2664181"/>
                  <a:pt x="2452563" y="2664181"/>
                </a:cubicBezTo>
                <a:lnTo>
                  <a:pt x="2436691" y="2664181"/>
                </a:lnTo>
                <a:cubicBezTo>
                  <a:pt x="2436336" y="2664181"/>
                  <a:pt x="2435921" y="2664004"/>
                  <a:pt x="2435743" y="2663648"/>
                </a:cubicBezTo>
                <a:lnTo>
                  <a:pt x="2427807" y="2649849"/>
                </a:lnTo>
                <a:cubicBezTo>
                  <a:pt x="2427630" y="2649493"/>
                  <a:pt x="2427630" y="2649079"/>
                  <a:pt x="2427807" y="2648724"/>
                </a:cubicBezTo>
                <a:lnTo>
                  <a:pt x="2435743" y="2634924"/>
                </a:lnTo>
                <a:cubicBezTo>
                  <a:pt x="2435921" y="2634628"/>
                  <a:pt x="2436277" y="2634391"/>
                  <a:pt x="2436691" y="2634391"/>
                </a:cubicBezTo>
                <a:close/>
                <a:moveTo>
                  <a:pt x="3788918" y="2633739"/>
                </a:moveTo>
                <a:lnTo>
                  <a:pt x="3805501" y="2633739"/>
                </a:lnTo>
                <a:cubicBezTo>
                  <a:pt x="3805915" y="2633739"/>
                  <a:pt x="3806271" y="2633976"/>
                  <a:pt x="3806508" y="2634331"/>
                </a:cubicBezTo>
                <a:lnTo>
                  <a:pt x="3814799" y="2648664"/>
                </a:lnTo>
                <a:cubicBezTo>
                  <a:pt x="3815036" y="2649019"/>
                  <a:pt x="3815036" y="2649493"/>
                  <a:pt x="3814799" y="2649848"/>
                </a:cubicBezTo>
                <a:lnTo>
                  <a:pt x="3806508" y="2664181"/>
                </a:lnTo>
                <a:cubicBezTo>
                  <a:pt x="3806271" y="2664536"/>
                  <a:pt x="3805915" y="2664773"/>
                  <a:pt x="3805501" y="2664773"/>
                </a:cubicBezTo>
                <a:lnTo>
                  <a:pt x="3788918" y="2664773"/>
                </a:lnTo>
                <a:cubicBezTo>
                  <a:pt x="3788504" y="2664773"/>
                  <a:pt x="3788148" y="2664536"/>
                  <a:pt x="3787912" y="2664181"/>
                </a:cubicBezTo>
                <a:lnTo>
                  <a:pt x="3779620" y="2649848"/>
                </a:lnTo>
                <a:cubicBezTo>
                  <a:pt x="3779383" y="2649493"/>
                  <a:pt x="3779383" y="2649019"/>
                  <a:pt x="3779620" y="2648664"/>
                </a:cubicBezTo>
                <a:lnTo>
                  <a:pt x="3787912" y="2634331"/>
                </a:lnTo>
                <a:cubicBezTo>
                  <a:pt x="3788148" y="2633976"/>
                  <a:pt x="3788504" y="2633739"/>
                  <a:pt x="3788918" y="2633739"/>
                </a:cubicBezTo>
                <a:close/>
                <a:moveTo>
                  <a:pt x="4397574" y="2633621"/>
                </a:moveTo>
                <a:lnTo>
                  <a:pt x="4414217" y="2633621"/>
                </a:lnTo>
                <a:cubicBezTo>
                  <a:pt x="4414631" y="2633621"/>
                  <a:pt x="4414987" y="2633858"/>
                  <a:pt x="4415223" y="2634213"/>
                </a:cubicBezTo>
                <a:lnTo>
                  <a:pt x="4423574" y="2648664"/>
                </a:lnTo>
                <a:cubicBezTo>
                  <a:pt x="4423811" y="2649020"/>
                  <a:pt x="4423811" y="2649493"/>
                  <a:pt x="4423574" y="2649849"/>
                </a:cubicBezTo>
                <a:lnTo>
                  <a:pt x="4415223" y="2664300"/>
                </a:lnTo>
                <a:cubicBezTo>
                  <a:pt x="4415045" y="2664655"/>
                  <a:pt x="4414631" y="2664892"/>
                  <a:pt x="4414217" y="2664892"/>
                </a:cubicBezTo>
                <a:lnTo>
                  <a:pt x="4397574" y="2664892"/>
                </a:lnTo>
                <a:cubicBezTo>
                  <a:pt x="4397160" y="2664892"/>
                  <a:pt x="4396804" y="2664655"/>
                  <a:pt x="4396567" y="2664300"/>
                </a:cubicBezTo>
                <a:lnTo>
                  <a:pt x="4388217" y="2649849"/>
                </a:lnTo>
                <a:cubicBezTo>
                  <a:pt x="4387980" y="2649493"/>
                  <a:pt x="4387980" y="2649020"/>
                  <a:pt x="4388217" y="2648664"/>
                </a:cubicBezTo>
                <a:lnTo>
                  <a:pt x="4396567" y="2634213"/>
                </a:lnTo>
                <a:cubicBezTo>
                  <a:pt x="4396745" y="2633858"/>
                  <a:pt x="4397160" y="2633621"/>
                  <a:pt x="4397574" y="2633621"/>
                </a:cubicBezTo>
                <a:close/>
                <a:moveTo>
                  <a:pt x="2097982" y="2633325"/>
                </a:moveTo>
                <a:lnTo>
                  <a:pt x="2114980" y="2633325"/>
                </a:lnTo>
                <a:cubicBezTo>
                  <a:pt x="2115453" y="2633325"/>
                  <a:pt x="2115809" y="2633562"/>
                  <a:pt x="2116046" y="2633917"/>
                </a:cubicBezTo>
                <a:lnTo>
                  <a:pt x="2124515" y="2648664"/>
                </a:lnTo>
                <a:cubicBezTo>
                  <a:pt x="2124752" y="2649020"/>
                  <a:pt x="2124752" y="2649493"/>
                  <a:pt x="2124515" y="2649849"/>
                </a:cubicBezTo>
                <a:lnTo>
                  <a:pt x="2115987" y="2664596"/>
                </a:lnTo>
                <a:cubicBezTo>
                  <a:pt x="2115750" y="2664951"/>
                  <a:pt x="2115335" y="2665188"/>
                  <a:pt x="2114921" y="2665188"/>
                </a:cubicBezTo>
                <a:lnTo>
                  <a:pt x="2097923" y="2665188"/>
                </a:lnTo>
                <a:cubicBezTo>
                  <a:pt x="2097449" y="2665188"/>
                  <a:pt x="2097094" y="2664951"/>
                  <a:pt x="2096857" y="2664596"/>
                </a:cubicBezTo>
                <a:lnTo>
                  <a:pt x="2088388" y="2649849"/>
                </a:lnTo>
                <a:cubicBezTo>
                  <a:pt x="2088151" y="2649493"/>
                  <a:pt x="2088151" y="2649020"/>
                  <a:pt x="2088388" y="2648664"/>
                </a:cubicBezTo>
                <a:lnTo>
                  <a:pt x="2096916" y="2633917"/>
                </a:lnTo>
                <a:cubicBezTo>
                  <a:pt x="2097153" y="2633562"/>
                  <a:pt x="2097568" y="2633325"/>
                  <a:pt x="2097982" y="2633325"/>
                </a:cubicBezTo>
                <a:close/>
                <a:moveTo>
                  <a:pt x="2368227" y="2632910"/>
                </a:moveTo>
                <a:lnTo>
                  <a:pt x="2385698" y="2632910"/>
                </a:lnTo>
                <a:cubicBezTo>
                  <a:pt x="2386113" y="2632910"/>
                  <a:pt x="2386527" y="2633147"/>
                  <a:pt x="2386764" y="2633502"/>
                </a:cubicBezTo>
                <a:lnTo>
                  <a:pt x="2395470" y="2648605"/>
                </a:lnTo>
                <a:cubicBezTo>
                  <a:pt x="2395707" y="2649019"/>
                  <a:pt x="2395707" y="2649493"/>
                  <a:pt x="2395470" y="2649848"/>
                </a:cubicBezTo>
                <a:lnTo>
                  <a:pt x="2386764" y="2664951"/>
                </a:lnTo>
                <a:cubicBezTo>
                  <a:pt x="2386527" y="2665306"/>
                  <a:pt x="2386113" y="2665543"/>
                  <a:pt x="2385698" y="2665543"/>
                </a:cubicBezTo>
                <a:lnTo>
                  <a:pt x="2368227" y="2665543"/>
                </a:lnTo>
                <a:cubicBezTo>
                  <a:pt x="2367812" y="2665543"/>
                  <a:pt x="2367398" y="2665306"/>
                  <a:pt x="2367160" y="2664951"/>
                </a:cubicBezTo>
                <a:lnTo>
                  <a:pt x="2358455" y="2649848"/>
                </a:lnTo>
                <a:cubicBezTo>
                  <a:pt x="2358218" y="2649434"/>
                  <a:pt x="2358218" y="2648960"/>
                  <a:pt x="2358455" y="2648605"/>
                </a:cubicBezTo>
                <a:lnTo>
                  <a:pt x="2367160" y="2633502"/>
                </a:lnTo>
                <a:cubicBezTo>
                  <a:pt x="2367398" y="2633147"/>
                  <a:pt x="2367812" y="2632910"/>
                  <a:pt x="2368227" y="2632910"/>
                </a:cubicBezTo>
                <a:close/>
                <a:moveTo>
                  <a:pt x="2165322" y="2632910"/>
                </a:moveTo>
                <a:lnTo>
                  <a:pt x="2182793" y="2632910"/>
                </a:lnTo>
                <a:cubicBezTo>
                  <a:pt x="2183208" y="2632910"/>
                  <a:pt x="2183622" y="2633147"/>
                  <a:pt x="2183859" y="2633502"/>
                </a:cubicBezTo>
                <a:lnTo>
                  <a:pt x="2192565" y="2648605"/>
                </a:lnTo>
                <a:cubicBezTo>
                  <a:pt x="2192802" y="2649019"/>
                  <a:pt x="2192802" y="2649493"/>
                  <a:pt x="2192565" y="2649848"/>
                </a:cubicBezTo>
                <a:lnTo>
                  <a:pt x="2183859" y="2664951"/>
                </a:lnTo>
                <a:cubicBezTo>
                  <a:pt x="2183622" y="2665306"/>
                  <a:pt x="2183208" y="2665543"/>
                  <a:pt x="2182793" y="2665543"/>
                </a:cubicBezTo>
                <a:lnTo>
                  <a:pt x="2165322" y="2665543"/>
                </a:lnTo>
                <a:cubicBezTo>
                  <a:pt x="2164907" y="2665543"/>
                  <a:pt x="2164493" y="2665306"/>
                  <a:pt x="2164256" y="2664951"/>
                </a:cubicBezTo>
                <a:lnTo>
                  <a:pt x="2155550" y="2649848"/>
                </a:lnTo>
                <a:cubicBezTo>
                  <a:pt x="2155313" y="2649434"/>
                  <a:pt x="2155313" y="2648960"/>
                  <a:pt x="2155550" y="2648605"/>
                </a:cubicBezTo>
                <a:lnTo>
                  <a:pt x="2164256" y="2633502"/>
                </a:lnTo>
                <a:cubicBezTo>
                  <a:pt x="2164493" y="2633147"/>
                  <a:pt x="2164907" y="2632910"/>
                  <a:pt x="2165322" y="2632910"/>
                </a:cubicBezTo>
                <a:close/>
                <a:moveTo>
                  <a:pt x="2029874" y="2632496"/>
                </a:moveTo>
                <a:lnTo>
                  <a:pt x="2047760" y="2632496"/>
                </a:lnTo>
                <a:cubicBezTo>
                  <a:pt x="2048174" y="2632496"/>
                  <a:pt x="2048589" y="2632733"/>
                  <a:pt x="2048826" y="2633148"/>
                </a:cubicBezTo>
                <a:lnTo>
                  <a:pt x="2057769" y="2648665"/>
                </a:lnTo>
                <a:cubicBezTo>
                  <a:pt x="2058006" y="2649020"/>
                  <a:pt x="2058006" y="2649494"/>
                  <a:pt x="2057769" y="2649908"/>
                </a:cubicBezTo>
                <a:lnTo>
                  <a:pt x="2048826" y="2665425"/>
                </a:lnTo>
                <a:cubicBezTo>
                  <a:pt x="2048648" y="2665840"/>
                  <a:pt x="2048234" y="2666077"/>
                  <a:pt x="2047760" y="2666077"/>
                </a:cubicBezTo>
                <a:lnTo>
                  <a:pt x="2029874" y="2666077"/>
                </a:lnTo>
                <a:cubicBezTo>
                  <a:pt x="2029459" y="2666077"/>
                  <a:pt x="2029045" y="2665840"/>
                  <a:pt x="2028808" y="2665425"/>
                </a:cubicBezTo>
                <a:lnTo>
                  <a:pt x="2019865" y="2649908"/>
                </a:lnTo>
                <a:cubicBezTo>
                  <a:pt x="2019628" y="2649553"/>
                  <a:pt x="2019628" y="2649079"/>
                  <a:pt x="2019865" y="2648665"/>
                </a:cubicBezTo>
                <a:lnTo>
                  <a:pt x="2028808" y="2633148"/>
                </a:lnTo>
                <a:cubicBezTo>
                  <a:pt x="2028985" y="2632733"/>
                  <a:pt x="2029400" y="2632496"/>
                  <a:pt x="2029874" y="2632496"/>
                </a:cubicBezTo>
                <a:close/>
                <a:moveTo>
                  <a:pt x="2232660" y="2632318"/>
                </a:moveTo>
                <a:lnTo>
                  <a:pt x="2250783" y="2632318"/>
                </a:lnTo>
                <a:cubicBezTo>
                  <a:pt x="2251257" y="2632318"/>
                  <a:pt x="2251672" y="2632555"/>
                  <a:pt x="2251909" y="2632969"/>
                </a:cubicBezTo>
                <a:lnTo>
                  <a:pt x="2260970" y="2648664"/>
                </a:lnTo>
                <a:cubicBezTo>
                  <a:pt x="2261207" y="2649079"/>
                  <a:pt x="2261207" y="2649552"/>
                  <a:pt x="2260970" y="2649967"/>
                </a:cubicBezTo>
                <a:lnTo>
                  <a:pt x="2251909" y="2665662"/>
                </a:lnTo>
                <a:cubicBezTo>
                  <a:pt x="2251672" y="2666076"/>
                  <a:pt x="2251257" y="2666313"/>
                  <a:pt x="2250783" y="2666313"/>
                </a:cubicBezTo>
                <a:lnTo>
                  <a:pt x="2232660" y="2666313"/>
                </a:lnTo>
                <a:cubicBezTo>
                  <a:pt x="2232187" y="2666313"/>
                  <a:pt x="2231772" y="2666076"/>
                  <a:pt x="2231535" y="2665662"/>
                </a:cubicBezTo>
                <a:lnTo>
                  <a:pt x="2222474" y="2649967"/>
                </a:lnTo>
                <a:cubicBezTo>
                  <a:pt x="2222237" y="2649552"/>
                  <a:pt x="2222237" y="2649079"/>
                  <a:pt x="2222474" y="2648664"/>
                </a:cubicBezTo>
                <a:lnTo>
                  <a:pt x="2231535" y="2632969"/>
                </a:lnTo>
                <a:cubicBezTo>
                  <a:pt x="2231772" y="2632555"/>
                  <a:pt x="2232187" y="2632318"/>
                  <a:pt x="2232660" y="2632318"/>
                </a:cubicBezTo>
                <a:close/>
                <a:moveTo>
                  <a:pt x="4464202" y="2631785"/>
                </a:moveTo>
                <a:lnTo>
                  <a:pt x="4482858" y="2631785"/>
                </a:lnTo>
                <a:cubicBezTo>
                  <a:pt x="4483332" y="2631785"/>
                  <a:pt x="4483747" y="2632022"/>
                  <a:pt x="4483983" y="2632437"/>
                </a:cubicBezTo>
                <a:lnTo>
                  <a:pt x="4493282" y="2648605"/>
                </a:lnTo>
                <a:cubicBezTo>
                  <a:pt x="4493518" y="2649020"/>
                  <a:pt x="4493518" y="2649493"/>
                  <a:pt x="4493282" y="2649908"/>
                </a:cubicBezTo>
                <a:lnTo>
                  <a:pt x="4483924" y="2666077"/>
                </a:lnTo>
                <a:cubicBezTo>
                  <a:pt x="4483688" y="2666491"/>
                  <a:pt x="4483273" y="2666728"/>
                  <a:pt x="4482799" y="2666728"/>
                </a:cubicBezTo>
                <a:lnTo>
                  <a:pt x="4464143" y="2666728"/>
                </a:lnTo>
                <a:cubicBezTo>
                  <a:pt x="4463669" y="2666728"/>
                  <a:pt x="4463254" y="2666491"/>
                  <a:pt x="4463018" y="2666077"/>
                </a:cubicBezTo>
                <a:lnTo>
                  <a:pt x="4453719" y="2649908"/>
                </a:lnTo>
                <a:cubicBezTo>
                  <a:pt x="4453483" y="2649493"/>
                  <a:pt x="4453483" y="2649020"/>
                  <a:pt x="4453719" y="2648605"/>
                </a:cubicBezTo>
                <a:lnTo>
                  <a:pt x="4463077" y="2632437"/>
                </a:lnTo>
                <a:cubicBezTo>
                  <a:pt x="4463314" y="2632022"/>
                  <a:pt x="4463729" y="2631785"/>
                  <a:pt x="4464202" y="2631785"/>
                </a:cubicBezTo>
                <a:close/>
                <a:moveTo>
                  <a:pt x="4937530" y="2631667"/>
                </a:moveTo>
                <a:lnTo>
                  <a:pt x="4956304" y="2631667"/>
                </a:lnTo>
                <a:cubicBezTo>
                  <a:pt x="4956778" y="2631667"/>
                  <a:pt x="4957193" y="2631904"/>
                  <a:pt x="4957430" y="2632318"/>
                </a:cubicBezTo>
                <a:lnTo>
                  <a:pt x="4966787" y="2648546"/>
                </a:lnTo>
                <a:cubicBezTo>
                  <a:pt x="4967024" y="2648901"/>
                  <a:pt x="4967024" y="2649435"/>
                  <a:pt x="4966787" y="2649849"/>
                </a:cubicBezTo>
                <a:lnTo>
                  <a:pt x="4957370" y="2666077"/>
                </a:lnTo>
                <a:cubicBezTo>
                  <a:pt x="4957133" y="2666491"/>
                  <a:pt x="4956719" y="2666728"/>
                  <a:pt x="4956245" y="2666728"/>
                </a:cubicBezTo>
                <a:lnTo>
                  <a:pt x="4937471" y="2666728"/>
                </a:lnTo>
                <a:cubicBezTo>
                  <a:pt x="4936997" y="2666728"/>
                  <a:pt x="4936582" y="2666491"/>
                  <a:pt x="4936345" y="2666077"/>
                </a:cubicBezTo>
                <a:lnTo>
                  <a:pt x="4926988" y="2649849"/>
                </a:lnTo>
                <a:cubicBezTo>
                  <a:pt x="4926751" y="2649493"/>
                  <a:pt x="4926751" y="2648961"/>
                  <a:pt x="4926988" y="2648546"/>
                </a:cubicBezTo>
                <a:lnTo>
                  <a:pt x="4936404" y="2632318"/>
                </a:lnTo>
                <a:cubicBezTo>
                  <a:pt x="4936642" y="2631904"/>
                  <a:pt x="4937056" y="2631667"/>
                  <a:pt x="4937530" y="2631667"/>
                </a:cubicBezTo>
                <a:close/>
                <a:moveTo>
                  <a:pt x="2299940" y="2631667"/>
                </a:moveTo>
                <a:lnTo>
                  <a:pt x="2318714" y="2631667"/>
                </a:lnTo>
                <a:cubicBezTo>
                  <a:pt x="2319188" y="2631667"/>
                  <a:pt x="2319603" y="2631904"/>
                  <a:pt x="2319839" y="2632318"/>
                </a:cubicBezTo>
                <a:lnTo>
                  <a:pt x="2329197" y="2648546"/>
                </a:lnTo>
                <a:cubicBezTo>
                  <a:pt x="2329434" y="2648901"/>
                  <a:pt x="2329434" y="2649435"/>
                  <a:pt x="2329197" y="2649849"/>
                </a:cubicBezTo>
                <a:lnTo>
                  <a:pt x="2319780" y="2666077"/>
                </a:lnTo>
                <a:cubicBezTo>
                  <a:pt x="2319543" y="2666491"/>
                  <a:pt x="2319129" y="2666728"/>
                  <a:pt x="2318655" y="2666728"/>
                </a:cubicBezTo>
                <a:lnTo>
                  <a:pt x="2299880" y="2666728"/>
                </a:lnTo>
                <a:cubicBezTo>
                  <a:pt x="2299407" y="2666728"/>
                  <a:pt x="2298992" y="2666491"/>
                  <a:pt x="2298755" y="2666077"/>
                </a:cubicBezTo>
                <a:lnTo>
                  <a:pt x="2289398" y="2649849"/>
                </a:lnTo>
                <a:cubicBezTo>
                  <a:pt x="2289161" y="2649493"/>
                  <a:pt x="2289161" y="2648961"/>
                  <a:pt x="2289398" y="2648546"/>
                </a:cubicBezTo>
                <a:lnTo>
                  <a:pt x="2298814" y="2632318"/>
                </a:lnTo>
                <a:cubicBezTo>
                  <a:pt x="2299051" y="2631904"/>
                  <a:pt x="2299466" y="2631667"/>
                  <a:pt x="2299940" y="2631667"/>
                </a:cubicBezTo>
                <a:close/>
                <a:moveTo>
                  <a:pt x="1961765" y="2631607"/>
                </a:moveTo>
                <a:lnTo>
                  <a:pt x="1980658" y="2631607"/>
                </a:lnTo>
                <a:cubicBezTo>
                  <a:pt x="1981072" y="2631607"/>
                  <a:pt x="1981546" y="2631844"/>
                  <a:pt x="1981783" y="2632258"/>
                </a:cubicBezTo>
                <a:lnTo>
                  <a:pt x="1991200" y="2648605"/>
                </a:lnTo>
                <a:cubicBezTo>
                  <a:pt x="1991436" y="2649019"/>
                  <a:pt x="1991436" y="2649552"/>
                  <a:pt x="1991200" y="2649967"/>
                </a:cubicBezTo>
                <a:lnTo>
                  <a:pt x="1981783" y="2666313"/>
                </a:lnTo>
                <a:cubicBezTo>
                  <a:pt x="1981546" y="2666727"/>
                  <a:pt x="1981131" y="2666964"/>
                  <a:pt x="1980658" y="2666964"/>
                </a:cubicBezTo>
                <a:lnTo>
                  <a:pt x="1961765" y="2666964"/>
                </a:lnTo>
                <a:cubicBezTo>
                  <a:pt x="1961350" y="2666964"/>
                  <a:pt x="1960876" y="2666727"/>
                  <a:pt x="1960640" y="2666313"/>
                </a:cubicBezTo>
                <a:lnTo>
                  <a:pt x="1951223" y="2649967"/>
                </a:lnTo>
                <a:cubicBezTo>
                  <a:pt x="1950986" y="2649552"/>
                  <a:pt x="1950986" y="2649019"/>
                  <a:pt x="1951223" y="2648605"/>
                </a:cubicBezTo>
                <a:lnTo>
                  <a:pt x="1960640" y="2632258"/>
                </a:lnTo>
                <a:cubicBezTo>
                  <a:pt x="1960876" y="2631844"/>
                  <a:pt x="1961291" y="2631607"/>
                  <a:pt x="1961765" y="2631607"/>
                </a:cubicBezTo>
                <a:close/>
                <a:moveTo>
                  <a:pt x="1825665" y="2630008"/>
                </a:moveTo>
                <a:lnTo>
                  <a:pt x="1846217" y="2630008"/>
                </a:lnTo>
                <a:cubicBezTo>
                  <a:pt x="1846690" y="2630008"/>
                  <a:pt x="1847223" y="2630245"/>
                  <a:pt x="1847460" y="2630719"/>
                </a:cubicBezTo>
                <a:lnTo>
                  <a:pt x="1857706" y="2648486"/>
                </a:lnTo>
                <a:cubicBezTo>
                  <a:pt x="1857943" y="2648960"/>
                  <a:pt x="1857943" y="2649493"/>
                  <a:pt x="1857706" y="2649967"/>
                </a:cubicBezTo>
                <a:lnTo>
                  <a:pt x="1847460" y="2667734"/>
                </a:lnTo>
                <a:cubicBezTo>
                  <a:pt x="1847223" y="2668149"/>
                  <a:pt x="1846749" y="2668445"/>
                  <a:pt x="1846217" y="2668445"/>
                </a:cubicBezTo>
                <a:lnTo>
                  <a:pt x="1825665" y="2668445"/>
                </a:lnTo>
                <a:cubicBezTo>
                  <a:pt x="1825192" y="2668445"/>
                  <a:pt x="1824659" y="2668208"/>
                  <a:pt x="1824422" y="2667734"/>
                </a:cubicBezTo>
                <a:lnTo>
                  <a:pt x="1814176" y="2649967"/>
                </a:lnTo>
                <a:cubicBezTo>
                  <a:pt x="1813939" y="2649493"/>
                  <a:pt x="1813939" y="2648960"/>
                  <a:pt x="1814176" y="2648486"/>
                </a:cubicBezTo>
                <a:lnTo>
                  <a:pt x="1824422" y="2630719"/>
                </a:lnTo>
                <a:cubicBezTo>
                  <a:pt x="1824659" y="2630304"/>
                  <a:pt x="1825132" y="2630008"/>
                  <a:pt x="1825665" y="2630008"/>
                </a:cubicBezTo>
                <a:close/>
                <a:moveTo>
                  <a:pt x="4598406" y="2629831"/>
                </a:moveTo>
                <a:lnTo>
                  <a:pt x="4619135" y="2629831"/>
                </a:lnTo>
                <a:cubicBezTo>
                  <a:pt x="4619609" y="2629831"/>
                  <a:pt x="4620083" y="2630068"/>
                  <a:pt x="4620379" y="2630542"/>
                </a:cubicBezTo>
                <a:lnTo>
                  <a:pt x="4630743" y="2648546"/>
                </a:lnTo>
                <a:cubicBezTo>
                  <a:pt x="4631039" y="2649020"/>
                  <a:pt x="4631039" y="2649553"/>
                  <a:pt x="4630743" y="2650027"/>
                </a:cubicBezTo>
                <a:lnTo>
                  <a:pt x="4620379" y="2668031"/>
                </a:lnTo>
                <a:cubicBezTo>
                  <a:pt x="4620142" y="2668446"/>
                  <a:pt x="4619668" y="2668742"/>
                  <a:pt x="4619135" y="2668742"/>
                </a:cubicBezTo>
                <a:lnTo>
                  <a:pt x="4598406" y="2668742"/>
                </a:lnTo>
                <a:cubicBezTo>
                  <a:pt x="4597932" y="2668742"/>
                  <a:pt x="4597399" y="2668505"/>
                  <a:pt x="4597162" y="2668031"/>
                </a:cubicBezTo>
                <a:lnTo>
                  <a:pt x="4586798" y="2650027"/>
                </a:lnTo>
                <a:cubicBezTo>
                  <a:pt x="4586502" y="2649553"/>
                  <a:pt x="4586502" y="2649020"/>
                  <a:pt x="4586798" y="2648546"/>
                </a:cubicBezTo>
                <a:lnTo>
                  <a:pt x="4597162" y="2630542"/>
                </a:lnTo>
                <a:cubicBezTo>
                  <a:pt x="4597399" y="2630127"/>
                  <a:pt x="4597874" y="2629831"/>
                  <a:pt x="4598406" y="2629831"/>
                </a:cubicBezTo>
                <a:close/>
                <a:moveTo>
                  <a:pt x="1893064" y="2629594"/>
                </a:moveTo>
                <a:lnTo>
                  <a:pt x="1914030" y="2629594"/>
                </a:lnTo>
                <a:cubicBezTo>
                  <a:pt x="1914563" y="2629594"/>
                  <a:pt x="1915036" y="2629890"/>
                  <a:pt x="1915332" y="2630364"/>
                </a:cubicBezTo>
                <a:lnTo>
                  <a:pt x="1925815" y="2648546"/>
                </a:lnTo>
                <a:cubicBezTo>
                  <a:pt x="1926111" y="2649020"/>
                  <a:pt x="1926111" y="2649553"/>
                  <a:pt x="1925815" y="2650027"/>
                </a:cubicBezTo>
                <a:lnTo>
                  <a:pt x="1915332" y="2668209"/>
                </a:lnTo>
                <a:cubicBezTo>
                  <a:pt x="1915036" y="2668683"/>
                  <a:pt x="1914563" y="2668979"/>
                  <a:pt x="1914030" y="2668979"/>
                </a:cubicBezTo>
                <a:lnTo>
                  <a:pt x="1893064" y="2668979"/>
                </a:lnTo>
                <a:cubicBezTo>
                  <a:pt x="1892531" y="2668979"/>
                  <a:pt x="1892057" y="2668683"/>
                  <a:pt x="1891761" y="2668209"/>
                </a:cubicBezTo>
                <a:lnTo>
                  <a:pt x="1881278" y="2650027"/>
                </a:lnTo>
                <a:cubicBezTo>
                  <a:pt x="1880982" y="2649553"/>
                  <a:pt x="1880982" y="2649020"/>
                  <a:pt x="1881278" y="2648546"/>
                </a:cubicBezTo>
                <a:lnTo>
                  <a:pt x="1891761" y="2630364"/>
                </a:lnTo>
                <a:cubicBezTo>
                  <a:pt x="1892057" y="2629890"/>
                  <a:pt x="1892531" y="2629594"/>
                  <a:pt x="1893064" y="2629594"/>
                </a:cubicBezTo>
                <a:close/>
                <a:moveTo>
                  <a:pt x="4530534" y="2629416"/>
                </a:moveTo>
                <a:lnTo>
                  <a:pt x="4551737" y="2629416"/>
                </a:lnTo>
                <a:cubicBezTo>
                  <a:pt x="4552270" y="2629416"/>
                  <a:pt x="4552743" y="2629712"/>
                  <a:pt x="4553040" y="2630186"/>
                </a:cubicBezTo>
                <a:lnTo>
                  <a:pt x="4563641" y="2648546"/>
                </a:lnTo>
                <a:cubicBezTo>
                  <a:pt x="4563937" y="2648960"/>
                  <a:pt x="4563937" y="2649552"/>
                  <a:pt x="4563641" y="2650026"/>
                </a:cubicBezTo>
                <a:lnTo>
                  <a:pt x="4553040" y="2668386"/>
                </a:lnTo>
                <a:cubicBezTo>
                  <a:pt x="4552743" y="2668860"/>
                  <a:pt x="4552270" y="2669156"/>
                  <a:pt x="4551737" y="2669156"/>
                </a:cubicBezTo>
                <a:lnTo>
                  <a:pt x="4530534" y="2669156"/>
                </a:lnTo>
                <a:cubicBezTo>
                  <a:pt x="4530001" y="2669156"/>
                  <a:pt x="4529528" y="2668860"/>
                  <a:pt x="4529231" y="2668386"/>
                </a:cubicBezTo>
                <a:lnTo>
                  <a:pt x="4518630" y="2650026"/>
                </a:lnTo>
                <a:cubicBezTo>
                  <a:pt x="4518334" y="2649612"/>
                  <a:pt x="4518334" y="2649019"/>
                  <a:pt x="4518630" y="2648546"/>
                </a:cubicBezTo>
                <a:lnTo>
                  <a:pt x="4529231" y="2630186"/>
                </a:lnTo>
                <a:cubicBezTo>
                  <a:pt x="4529528" y="2629712"/>
                  <a:pt x="4530001" y="2629416"/>
                  <a:pt x="4530534" y="2629416"/>
                </a:cubicBezTo>
                <a:close/>
                <a:moveTo>
                  <a:pt x="4665627" y="2629001"/>
                </a:moveTo>
                <a:lnTo>
                  <a:pt x="4687245" y="2629001"/>
                </a:lnTo>
                <a:cubicBezTo>
                  <a:pt x="4687777" y="2629001"/>
                  <a:pt x="4688251" y="2629297"/>
                  <a:pt x="4688547" y="2629771"/>
                </a:cubicBezTo>
                <a:lnTo>
                  <a:pt x="4699385" y="2648486"/>
                </a:lnTo>
                <a:cubicBezTo>
                  <a:pt x="4699682" y="2648960"/>
                  <a:pt x="4699682" y="2649552"/>
                  <a:pt x="4699385" y="2650026"/>
                </a:cubicBezTo>
                <a:lnTo>
                  <a:pt x="4688547" y="2668741"/>
                </a:lnTo>
                <a:cubicBezTo>
                  <a:pt x="4688310" y="2669215"/>
                  <a:pt x="4687777" y="2669511"/>
                  <a:pt x="4687245" y="2669511"/>
                </a:cubicBezTo>
                <a:lnTo>
                  <a:pt x="4665627" y="2669511"/>
                </a:lnTo>
                <a:cubicBezTo>
                  <a:pt x="4665094" y="2669511"/>
                  <a:pt x="4664620" y="2669215"/>
                  <a:pt x="4664324" y="2668741"/>
                </a:cubicBezTo>
                <a:lnTo>
                  <a:pt x="4653486" y="2650026"/>
                </a:lnTo>
                <a:cubicBezTo>
                  <a:pt x="4653190" y="2649552"/>
                  <a:pt x="4653190" y="2648960"/>
                  <a:pt x="4653486" y="2648486"/>
                </a:cubicBezTo>
                <a:lnTo>
                  <a:pt x="4664324" y="2629771"/>
                </a:lnTo>
                <a:cubicBezTo>
                  <a:pt x="4664561" y="2629297"/>
                  <a:pt x="4665094" y="2629001"/>
                  <a:pt x="4665627" y="2629001"/>
                </a:cubicBezTo>
                <a:close/>
                <a:moveTo>
                  <a:pt x="4733025" y="2628587"/>
                </a:moveTo>
                <a:lnTo>
                  <a:pt x="4755116" y="2628587"/>
                </a:lnTo>
                <a:cubicBezTo>
                  <a:pt x="4755708" y="2628587"/>
                  <a:pt x="4756183" y="2628883"/>
                  <a:pt x="4756478" y="2629357"/>
                </a:cubicBezTo>
                <a:lnTo>
                  <a:pt x="4767494" y="2648487"/>
                </a:lnTo>
                <a:cubicBezTo>
                  <a:pt x="4767791" y="2648960"/>
                  <a:pt x="4767791" y="2649553"/>
                  <a:pt x="4767494" y="2650026"/>
                </a:cubicBezTo>
                <a:lnTo>
                  <a:pt x="4756419" y="2669156"/>
                </a:lnTo>
                <a:cubicBezTo>
                  <a:pt x="4756123" y="2669630"/>
                  <a:pt x="4755590" y="2669926"/>
                  <a:pt x="4755057" y="2669926"/>
                </a:cubicBezTo>
                <a:lnTo>
                  <a:pt x="4732966" y="2669926"/>
                </a:lnTo>
                <a:cubicBezTo>
                  <a:pt x="4732374" y="2669926"/>
                  <a:pt x="4731900" y="2669630"/>
                  <a:pt x="4731604" y="2669156"/>
                </a:cubicBezTo>
                <a:lnTo>
                  <a:pt x="4720588" y="2650026"/>
                </a:lnTo>
                <a:cubicBezTo>
                  <a:pt x="4720292" y="2649553"/>
                  <a:pt x="4720292" y="2648960"/>
                  <a:pt x="4720588" y="2648487"/>
                </a:cubicBezTo>
                <a:lnTo>
                  <a:pt x="4731663" y="2629357"/>
                </a:lnTo>
                <a:cubicBezTo>
                  <a:pt x="4731959" y="2628883"/>
                  <a:pt x="4732493" y="2628587"/>
                  <a:pt x="4733025" y="2628587"/>
                </a:cubicBezTo>
                <a:close/>
                <a:moveTo>
                  <a:pt x="1757260" y="2628587"/>
                </a:moveTo>
                <a:lnTo>
                  <a:pt x="1779351" y="2628587"/>
                </a:lnTo>
                <a:cubicBezTo>
                  <a:pt x="1779943" y="2628587"/>
                  <a:pt x="1780417" y="2628883"/>
                  <a:pt x="1780713" y="2629357"/>
                </a:cubicBezTo>
                <a:lnTo>
                  <a:pt x="1791729" y="2648487"/>
                </a:lnTo>
                <a:cubicBezTo>
                  <a:pt x="1792025" y="2648960"/>
                  <a:pt x="1792025" y="2649553"/>
                  <a:pt x="1791729" y="2650026"/>
                </a:cubicBezTo>
                <a:lnTo>
                  <a:pt x="1780654" y="2669156"/>
                </a:lnTo>
                <a:cubicBezTo>
                  <a:pt x="1780358" y="2669630"/>
                  <a:pt x="1779825" y="2669926"/>
                  <a:pt x="1779292" y="2669926"/>
                </a:cubicBezTo>
                <a:lnTo>
                  <a:pt x="1757201" y="2669926"/>
                </a:lnTo>
                <a:cubicBezTo>
                  <a:pt x="1756609" y="2669926"/>
                  <a:pt x="1756135" y="2669630"/>
                  <a:pt x="1755839" y="2669156"/>
                </a:cubicBezTo>
                <a:lnTo>
                  <a:pt x="1744823" y="2650026"/>
                </a:lnTo>
                <a:cubicBezTo>
                  <a:pt x="1744527" y="2649553"/>
                  <a:pt x="1744527" y="2648960"/>
                  <a:pt x="1744823" y="2648487"/>
                </a:cubicBezTo>
                <a:lnTo>
                  <a:pt x="1755898" y="2629357"/>
                </a:lnTo>
                <a:cubicBezTo>
                  <a:pt x="1756194" y="2628883"/>
                  <a:pt x="1756727" y="2628587"/>
                  <a:pt x="1757260" y="2628587"/>
                </a:cubicBezTo>
                <a:close/>
                <a:moveTo>
                  <a:pt x="1554237" y="2628350"/>
                </a:moveTo>
                <a:lnTo>
                  <a:pt x="1576564" y="2628350"/>
                </a:lnTo>
                <a:cubicBezTo>
                  <a:pt x="1577098" y="2628350"/>
                  <a:pt x="1577630" y="2628646"/>
                  <a:pt x="1577927" y="2629120"/>
                </a:cubicBezTo>
                <a:lnTo>
                  <a:pt x="1589061" y="2648427"/>
                </a:lnTo>
                <a:cubicBezTo>
                  <a:pt x="1589357" y="2648960"/>
                  <a:pt x="1589357" y="2649552"/>
                  <a:pt x="1589061" y="2650026"/>
                </a:cubicBezTo>
                <a:lnTo>
                  <a:pt x="1577927" y="2669334"/>
                </a:lnTo>
                <a:cubicBezTo>
                  <a:pt x="1577630" y="2669808"/>
                  <a:pt x="1577098" y="2670104"/>
                  <a:pt x="1576564" y="2670104"/>
                </a:cubicBezTo>
                <a:lnTo>
                  <a:pt x="1554237" y="2670104"/>
                </a:lnTo>
                <a:cubicBezTo>
                  <a:pt x="1553704" y="2670104"/>
                  <a:pt x="1553170" y="2669808"/>
                  <a:pt x="1552874" y="2669334"/>
                </a:cubicBezTo>
                <a:lnTo>
                  <a:pt x="1541740" y="2650026"/>
                </a:lnTo>
                <a:cubicBezTo>
                  <a:pt x="1541444" y="2649493"/>
                  <a:pt x="1541444" y="2648901"/>
                  <a:pt x="1541740" y="2648427"/>
                </a:cubicBezTo>
                <a:lnTo>
                  <a:pt x="1552874" y="2629120"/>
                </a:lnTo>
                <a:cubicBezTo>
                  <a:pt x="1553170" y="2628646"/>
                  <a:pt x="1553704" y="2628350"/>
                  <a:pt x="1554237" y="2628350"/>
                </a:cubicBezTo>
                <a:close/>
                <a:moveTo>
                  <a:pt x="1689448" y="2628172"/>
                </a:moveTo>
                <a:lnTo>
                  <a:pt x="1711954" y="2628172"/>
                </a:lnTo>
                <a:cubicBezTo>
                  <a:pt x="1712487" y="2628172"/>
                  <a:pt x="1713020" y="2628468"/>
                  <a:pt x="1713316" y="2628942"/>
                </a:cubicBezTo>
                <a:lnTo>
                  <a:pt x="1724568" y="2648427"/>
                </a:lnTo>
                <a:cubicBezTo>
                  <a:pt x="1724865" y="2648901"/>
                  <a:pt x="1724865" y="2649552"/>
                  <a:pt x="1724568" y="2650026"/>
                </a:cubicBezTo>
                <a:lnTo>
                  <a:pt x="1713316" y="2669511"/>
                </a:lnTo>
                <a:cubicBezTo>
                  <a:pt x="1713020" y="2669985"/>
                  <a:pt x="1712487" y="2670281"/>
                  <a:pt x="1711954" y="2670281"/>
                </a:cubicBezTo>
                <a:lnTo>
                  <a:pt x="1689448" y="2670281"/>
                </a:lnTo>
                <a:cubicBezTo>
                  <a:pt x="1688915" y="2670281"/>
                  <a:pt x="1688382" y="2669985"/>
                  <a:pt x="1688086" y="2669511"/>
                </a:cubicBezTo>
                <a:lnTo>
                  <a:pt x="1676833" y="2650026"/>
                </a:lnTo>
                <a:cubicBezTo>
                  <a:pt x="1676537" y="2649552"/>
                  <a:pt x="1676537" y="2648901"/>
                  <a:pt x="1676833" y="2648427"/>
                </a:cubicBezTo>
                <a:lnTo>
                  <a:pt x="1688086" y="2628942"/>
                </a:lnTo>
                <a:cubicBezTo>
                  <a:pt x="1688382" y="2628468"/>
                  <a:pt x="1688915" y="2628172"/>
                  <a:pt x="1689448" y="2628172"/>
                </a:cubicBezTo>
                <a:close/>
                <a:moveTo>
                  <a:pt x="4867762" y="2627639"/>
                </a:moveTo>
                <a:lnTo>
                  <a:pt x="4890860" y="2627639"/>
                </a:lnTo>
                <a:cubicBezTo>
                  <a:pt x="4891452" y="2627639"/>
                  <a:pt x="4891985" y="2627995"/>
                  <a:pt x="4892282" y="2628468"/>
                </a:cubicBezTo>
                <a:lnTo>
                  <a:pt x="4903830" y="2648427"/>
                </a:lnTo>
                <a:cubicBezTo>
                  <a:pt x="4904127" y="2648960"/>
                  <a:pt x="4904127" y="2649612"/>
                  <a:pt x="4903830" y="2650086"/>
                </a:cubicBezTo>
                <a:lnTo>
                  <a:pt x="4892282" y="2670044"/>
                </a:lnTo>
                <a:cubicBezTo>
                  <a:pt x="4891985" y="2670577"/>
                  <a:pt x="4891452" y="2670874"/>
                  <a:pt x="4890860" y="2670874"/>
                </a:cubicBezTo>
                <a:lnTo>
                  <a:pt x="4867762" y="2670874"/>
                </a:lnTo>
                <a:cubicBezTo>
                  <a:pt x="4867170" y="2670874"/>
                  <a:pt x="4866637" y="2670518"/>
                  <a:pt x="4866341" y="2670044"/>
                </a:cubicBezTo>
                <a:lnTo>
                  <a:pt x="4854792" y="2650086"/>
                </a:lnTo>
                <a:cubicBezTo>
                  <a:pt x="4854496" y="2649552"/>
                  <a:pt x="4854496" y="2648901"/>
                  <a:pt x="4854792" y="2648427"/>
                </a:cubicBezTo>
                <a:lnTo>
                  <a:pt x="4866341" y="2628468"/>
                </a:lnTo>
                <a:cubicBezTo>
                  <a:pt x="4866637" y="2627935"/>
                  <a:pt x="4867170" y="2627639"/>
                  <a:pt x="4867762" y="2627639"/>
                </a:cubicBezTo>
                <a:close/>
                <a:moveTo>
                  <a:pt x="1621280" y="2627225"/>
                </a:moveTo>
                <a:lnTo>
                  <a:pt x="1644793" y="2627225"/>
                </a:lnTo>
                <a:cubicBezTo>
                  <a:pt x="1645385" y="2627225"/>
                  <a:pt x="1645918" y="2627521"/>
                  <a:pt x="1646214" y="2628054"/>
                </a:cubicBezTo>
                <a:lnTo>
                  <a:pt x="1657940" y="2648427"/>
                </a:lnTo>
                <a:cubicBezTo>
                  <a:pt x="1658237" y="2648961"/>
                  <a:pt x="1658237" y="2649553"/>
                  <a:pt x="1657940" y="2650086"/>
                </a:cubicBezTo>
                <a:lnTo>
                  <a:pt x="1646155" y="2670459"/>
                </a:lnTo>
                <a:cubicBezTo>
                  <a:pt x="1645859" y="2670992"/>
                  <a:pt x="1645326" y="2671288"/>
                  <a:pt x="1644733" y="2671288"/>
                </a:cubicBezTo>
                <a:lnTo>
                  <a:pt x="1621221" y="2671288"/>
                </a:lnTo>
                <a:cubicBezTo>
                  <a:pt x="1620629" y="2671288"/>
                  <a:pt x="1620096" y="2670992"/>
                  <a:pt x="1619799" y="2670459"/>
                </a:cubicBezTo>
                <a:lnTo>
                  <a:pt x="1608073" y="2650086"/>
                </a:lnTo>
                <a:cubicBezTo>
                  <a:pt x="1607777" y="2649553"/>
                  <a:pt x="1607777" y="2648961"/>
                  <a:pt x="1608073" y="2648427"/>
                </a:cubicBezTo>
                <a:lnTo>
                  <a:pt x="1619859" y="2628054"/>
                </a:lnTo>
                <a:cubicBezTo>
                  <a:pt x="1620155" y="2627521"/>
                  <a:pt x="1620688" y="2627225"/>
                  <a:pt x="1621280" y="2627225"/>
                </a:cubicBezTo>
                <a:close/>
                <a:moveTo>
                  <a:pt x="4799891" y="2627106"/>
                </a:moveTo>
                <a:lnTo>
                  <a:pt x="4823521" y="2627106"/>
                </a:lnTo>
                <a:cubicBezTo>
                  <a:pt x="4824114" y="2627106"/>
                  <a:pt x="4824646" y="2627402"/>
                  <a:pt x="4824943" y="2627935"/>
                </a:cubicBezTo>
                <a:lnTo>
                  <a:pt x="4836729" y="2648427"/>
                </a:lnTo>
                <a:cubicBezTo>
                  <a:pt x="4837024" y="2648901"/>
                  <a:pt x="4837024" y="2649552"/>
                  <a:pt x="4836729" y="2650085"/>
                </a:cubicBezTo>
                <a:lnTo>
                  <a:pt x="4824883" y="2670577"/>
                </a:lnTo>
                <a:cubicBezTo>
                  <a:pt x="4824587" y="2671110"/>
                  <a:pt x="4824054" y="2671406"/>
                  <a:pt x="4823462" y="2671406"/>
                </a:cubicBezTo>
                <a:lnTo>
                  <a:pt x="4799831" y="2671406"/>
                </a:lnTo>
                <a:cubicBezTo>
                  <a:pt x="4799239" y="2671406"/>
                  <a:pt x="4798706" y="2671110"/>
                  <a:pt x="4798410" y="2670577"/>
                </a:cubicBezTo>
                <a:lnTo>
                  <a:pt x="4786624" y="2650085"/>
                </a:lnTo>
                <a:cubicBezTo>
                  <a:pt x="4786328" y="2649611"/>
                  <a:pt x="4786328" y="2648960"/>
                  <a:pt x="4786624" y="2648427"/>
                </a:cubicBezTo>
                <a:lnTo>
                  <a:pt x="4798469" y="2627935"/>
                </a:lnTo>
                <a:cubicBezTo>
                  <a:pt x="4798765" y="2627402"/>
                  <a:pt x="4799298" y="2627106"/>
                  <a:pt x="4799891" y="2627106"/>
                </a:cubicBezTo>
                <a:close/>
                <a:moveTo>
                  <a:pt x="2574566" y="2580733"/>
                </a:moveTo>
                <a:lnTo>
                  <a:pt x="2585167" y="2580733"/>
                </a:lnTo>
                <a:cubicBezTo>
                  <a:pt x="2585464" y="2580733"/>
                  <a:pt x="2585819" y="2581088"/>
                  <a:pt x="2585819" y="2581088"/>
                </a:cubicBezTo>
                <a:lnTo>
                  <a:pt x="2591090" y="2590268"/>
                </a:lnTo>
                <a:cubicBezTo>
                  <a:pt x="2591209" y="2590505"/>
                  <a:pt x="2591090" y="2591038"/>
                  <a:pt x="2591090" y="2591038"/>
                </a:cubicBezTo>
                <a:lnTo>
                  <a:pt x="2585760" y="2600218"/>
                </a:lnTo>
                <a:cubicBezTo>
                  <a:pt x="2585641" y="2600455"/>
                  <a:pt x="2585109" y="2600574"/>
                  <a:pt x="2585109" y="2600574"/>
                </a:cubicBezTo>
                <a:lnTo>
                  <a:pt x="2574507" y="2600574"/>
                </a:lnTo>
                <a:cubicBezTo>
                  <a:pt x="2574211" y="2600574"/>
                  <a:pt x="2573856" y="2600218"/>
                  <a:pt x="2573856" y="2600218"/>
                </a:cubicBezTo>
                <a:lnTo>
                  <a:pt x="2568585" y="2591038"/>
                </a:lnTo>
                <a:cubicBezTo>
                  <a:pt x="2568466" y="2590801"/>
                  <a:pt x="2568585" y="2590268"/>
                  <a:pt x="2568585" y="2590268"/>
                </a:cubicBezTo>
                <a:lnTo>
                  <a:pt x="2573915" y="2581088"/>
                </a:lnTo>
                <a:cubicBezTo>
                  <a:pt x="2574034" y="2580852"/>
                  <a:pt x="2574566" y="2580733"/>
                  <a:pt x="2574566" y="2580733"/>
                </a:cubicBezTo>
                <a:close/>
                <a:moveTo>
                  <a:pt x="2641728" y="2579904"/>
                </a:moveTo>
                <a:lnTo>
                  <a:pt x="2653218" y="2579904"/>
                </a:lnTo>
                <a:cubicBezTo>
                  <a:pt x="2653514" y="2579904"/>
                  <a:pt x="2653929" y="2580319"/>
                  <a:pt x="2653929" y="2580319"/>
                </a:cubicBezTo>
                <a:lnTo>
                  <a:pt x="2659673" y="2590268"/>
                </a:lnTo>
                <a:cubicBezTo>
                  <a:pt x="2659792" y="2590506"/>
                  <a:pt x="2659673" y="2591098"/>
                  <a:pt x="2659673" y="2591098"/>
                </a:cubicBezTo>
                <a:lnTo>
                  <a:pt x="2653929" y="2601047"/>
                </a:lnTo>
                <a:cubicBezTo>
                  <a:pt x="2653751" y="2601285"/>
                  <a:pt x="2653218" y="2601462"/>
                  <a:pt x="2653218" y="2601462"/>
                </a:cubicBezTo>
                <a:lnTo>
                  <a:pt x="2641728" y="2601462"/>
                </a:lnTo>
                <a:cubicBezTo>
                  <a:pt x="2641432" y="2601462"/>
                  <a:pt x="2641018" y="2601047"/>
                  <a:pt x="2641018" y="2601047"/>
                </a:cubicBezTo>
                <a:lnTo>
                  <a:pt x="2635273" y="2591098"/>
                </a:lnTo>
                <a:cubicBezTo>
                  <a:pt x="2635154" y="2590861"/>
                  <a:pt x="2635273" y="2590268"/>
                  <a:pt x="2635273" y="2590268"/>
                </a:cubicBezTo>
                <a:lnTo>
                  <a:pt x="2641018" y="2580319"/>
                </a:lnTo>
                <a:cubicBezTo>
                  <a:pt x="2641195" y="2580082"/>
                  <a:pt x="2641728" y="2579904"/>
                  <a:pt x="2641728" y="2579904"/>
                </a:cubicBezTo>
                <a:close/>
                <a:moveTo>
                  <a:pt x="3250266" y="2579667"/>
                </a:moveTo>
                <a:lnTo>
                  <a:pt x="3261992" y="2579667"/>
                </a:lnTo>
                <a:cubicBezTo>
                  <a:pt x="3262289" y="2579667"/>
                  <a:pt x="3262703" y="2580082"/>
                  <a:pt x="3262703" y="2580082"/>
                </a:cubicBezTo>
                <a:lnTo>
                  <a:pt x="3268566" y="2590209"/>
                </a:lnTo>
                <a:cubicBezTo>
                  <a:pt x="3268744" y="2590446"/>
                  <a:pt x="3268566" y="2591038"/>
                  <a:pt x="3268566" y="2591038"/>
                </a:cubicBezTo>
                <a:lnTo>
                  <a:pt x="3262703" y="2601166"/>
                </a:lnTo>
                <a:cubicBezTo>
                  <a:pt x="3262585" y="2601403"/>
                  <a:pt x="3261992" y="2601580"/>
                  <a:pt x="3261992" y="2601580"/>
                </a:cubicBezTo>
                <a:lnTo>
                  <a:pt x="3250266" y="2601580"/>
                </a:lnTo>
                <a:cubicBezTo>
                  <a:pt x="3249970" y="2601580"/>
                  <a:pt x="3249555" y="2601166"/>
                  <a:pt x="3249555" y="2601166"/>
                </a:cubicBezTo>
                <a:lnTo>
                  <a:pt x="3243692" y="2591038"/>
                </a:lnTo>
                <a:cubicBezTo>
                  <a:pt x="3243514" y="2590801"/>
                  <a:pt x="3243692" y="2590209"/>
                  <a:pt x="3243692" y="2590209"/>
                </a:cubicBezTo>
                <a:lnTo>
                  <a:pt x="3249555" y="2580082"/>
                </a:lnTo>
                <a:cubicBezTo>
                  <a:pt x="3249674" y="2579845"/>
                  <a:pt x="3250266" y="2579667"/>
                  <a:pt x="3250266" y="2579667"/>
                </a:cubicBezTo>
                <a:close/>
                <a:moveTo>
                  <a:pt x="3047420" y="2579667"/>
                </a:moveTo>
                <a:lnTo>
                  <a:pt x="3059147" y="2579667"/>
                </a:lnTo>
                <a:cubicBezTo>
                  <a:pt x="3059443" y="2579667"/>
                  <a:pt x="3059857" y="2580082"/>
                  <a:pt x="3059857" y="2580082"/>
                </a:cubicBezTo>
                <a:lnTo>
                  <a:pt x="3065720" y="2590209"/>
                </a:lnTo>
                <a:cubicBezTo>
                  <a:pt x="3065898" y="2590446"/>
                  <a:pt x="3065720" y="2591038"/>
                  <a:pt x="3065720" y="2591038"/>
                </a:cubicBezTo>
                <a:lnTo>
                  <a:pt x="3059857" y="2601166"/>
                </a:lnTo>
                <a:cubicBezTo>
                  <a:pt x="3059739" y="2601403"/>
                  <a:pt x="3059147" y="2601580"/>
                  <a:pt x="3059147" y="2601580"/>
                </a:cubicBezTo>
                <a:lnTo>
                  <a:pt x="3047420" y="2601580"/>
                </a:lnTo>
                <a:cubicBezTo>
                  <a:pt x="3047124" y="2601580"/>
                  <a:pt x="3046709" y="2601166"/>
                  <a:pt x="3046709" y="2601166"/>
                </a:cubicBezTo>
                <a:lnTo>
                  <a:pt x="3040846" y="2591038"/>
                </a:lnTo>
                <a:cubicBezTo>
                  <a:pt x="3040668" y="2590801"/>
                  <a:pt x="3040846" y="2590209"/>
                  <a:pt x="3040846" y="2590209"/>
                </a:cubicBezTo>
                <a:lnTo>
                  <a:pt x="3046709" y="2580082"/>
                </a:lnTo>
                <a:cubicBezTo>
                  <a:pt x="3046828" y="2579845"/>
                  <a:pt x="3047420" y="2579667"/>
                  <a:pt x="3047420" y="2579667"/>
                </a:cubicBezTo>
                <a:close/>
                <a:moveTo>
                  <a:pt x="2709245" y="2579667"/>
                </a:moveTo>
                <a:lnTo>
                  <a:pt x="2720972" y="2579667"/>
                </a:lnTo>
                <a:cubicBezTo>
                  <a:pt x="2721268" y="2579667"/>
                  <a:pt x="2721682" y="2580082"/>
                  <a:pt x="2721682" y="2580082"/>
                </a:cubicBezTo>
                <a:lnTo>
                  <a:pt x="2727545" y="2590209"/>
                </a:lnTo>
                <a:cubicBezTo>
                  <a:pt x="2727723" y="2590446"/>
                  <a:pt x="2727545" y="2591038"/>
                  <a:pt x="2727545" y="2591038"/>
                </a:cubicBezTo>
                <a:lnTo>
                  <a:pt x="2721682" y="2601166"/>
                </a:lnTo>
                <a:cubicBezTo>
                  <a:pt x="2721564" y="2601403"/>
                  <a:pt x="2720972" y="2601580"/>
                  <a:pt x="2720972" y="2601580"/>
                </a:cubicBezTo>
                <a:lnTo>
                  <a:pt x="2709245" y="2601580"/>
                </a:lnTo>
                <a:cubicBezTo>
                  <a:pt x="2708949" y="2601580"/>
                  <a:pt x="2708534" y="2601166"/>
                  <a:pt x="2708534" y="2601166"/>
                </a:cubicBezTo>
                <a:lnTo>
                  <a:pt x="2702671" y="2591038"/>
                </a:lnTo>
                <a:cubicBezTo>
                  <a:pt x="2702493" y="2590801"/>
                  <a:pt x="2702671" y="2590209"/>
                  <a:pt x="2702671" y="2590209"/>
                </a:cubicBezTo>
                <a:lnTo>
                  <a:pt x="2708534" y="2580082"/>
                </a:lnTo>
                <a:cubicBezTo>
                  <a:pt x="2708653" y="2579845"/>
                  <a:pt x="2709245" y="2579667"/>
                  <a:pt x="2709245" y="2579667"/>
                </a:cubicBezTo>
                <a:close/>
                <a:moveTo>
                  <a:pt x="2506340" y="2579667"/>
                </a:moveTo>
                <a:lnTo>
                  <a:pt x="2518067" y="2579667"/>
                </a:lnTo>
                <a:cubicBezTo>
                  <a:pt x="2518363" y="2579667"/>
                  <a:pt x="2518777" y="2580082"/>
                  <a:pt x="2518777" y="2580082"/>
                </a:cubicBezTo>
                <a:lnTo>
                  <a:pt x="2524640" y="2590209"/>
                </a:lnTo>
                <a:cubicBezTo>
                  <a:pt x="2524818" y="2590446"/>
                  <a:pt x="2524640" y="2591038"/>
                  <a:pt x="2524640" y="2591038"/>
                </a:cubicBezTo>
                <a:lnTo>
                  <a:pt x="2518777" y="2601166"/>
                </a:lnTo>
                <a:cubicBezTo>
                  <a:pt x="2518659" y="2601403"/>
                  <a:pt x="2518067" y="2601580"/>
                  <a:pt x="2518067" y="2601580"/>
                </a:cubicBezTo>
                <a:lnTo>
                  <a:pt x="2506340" y="2601580"/>
                </a:lnTo>
                <a:cubicBezTo>
                  <a:pt x="2506044" y="2601580"/>
                  <a:pt x="2505629" y="2601166"/>
                  <a:pt x="2505629" y="2601166"/>
                </a:cubicBezTo>
                <a:lnTo>
                  <a:pt x="2499766" y="2591038"/>
                </a:lnTo>
                <a:cubicBezTo>
                  <a:pt x="2499588" y="2590801"/>
                  <a:pt x="2499766" y="2590209"/>
                  <a:pt x="2499766" y="2590209"/>
                </a:cubicBezTo>
                <a:lnTo>
                  <a:pt x="2505629" y="2580082"/>
                </a:lnTo>
                <a:cubicBezTo>
                  <a:pt x="2505748" y="2579845"/>
                  <a:pt x="2506340" y="2579667"/>
                  <a:pt x="2506340" y="2579667"/>
                </a:cubicBezTo>
                <a:close/>
                <a:moveTo>
                  <a:pt x="2912031" y="2579371"/>
                </a:moveTo>
                <a:lnTo>
                  <a:pt x="2924054" y="2579371"/>
                </a:lnTo>
                <a:cubicBezTo>
                  <a:pt x="2924350" y="2579371"/>
                  <a:pt x="2924765" y="2579786"/>
                  <a:pt x="2924765" y="2579786"/>
                </a:cubicBezTo>
                <a:lnTo>
                  <a:pt x="2930806" y="2590209"/>
                </a:lnTo>
                <a:cubicBezTo>
                  <a:pt x="2930984" y="2590446"/>
                  <a:pt x="2930806" y="2591038"/>
                  <a:pt x="2930806" y="2591038"/>
                </a:cubicBezTo>
                <a:lnTo>
                  <a:pt x="2924765" y="2601462"/>
                </a:lnTo>
                <a:cubicBezTo>
                  <a:pt x="2924646" y="2601699"/>
                  <a:pt x="2924350" y="2601876"/>
                  <a:pt x="2924054" y="2601876"/>
                </a:cubicBezTo>
                <a:lnTo>
                  <a:pt x="2912031" y="2601876"/>
                </a:lnTo>
                <a:cubicBezTo>
                  <a:pt x="2911735" y="2601876"/>
                  <a:pt x="2911321" y="2601462"/>
                  <a:pt x="2911321" y="2601462"/>
                </a:cubicBezTo>
                <a:lnTo>
                  <a:pt x="2905280" y="2591038"/>
                </a:lnTo>
                <a:cubicBezTo>
                  <a:pt x="2905102" y="2590801"/>
                  <a:pt x="2905280" y="2590209"/>
                  <a:pt x="2905280" y="2590209"/>
                </a:cubicBezTo>
                <a:lnTo>
                  <a:pt x="2911321" y="2579786"/>
                </a:lnTo>
                <a:cubicBezTo>
                  <a:pt x="2911439" y="2579548"/>
                  <a:pt x="2911735" y="2579371"/>
                  <a:pt x="2912031" y="2579371"/>
                </a:cubicBezTo>
                <a:close/>
                <a:moveTo>
                  <a:pt x="3452993" y="2579252"/>
                </a:moveTo>
                <a:lnTo>
                  <a:pt x="3465134" y="2579252"/>
                </a:lnTo>
                <a:cubicBezTo>
                  <a:pt x="3465489" y="2579252"/>
                  <a:pt x="3465904" y="2579667"/>
                  <a:pt x="3465904" y="2579667"/>
                </a:cubicBezTo>
                <a:lnTo>
                  <a:pt x="3471945" y="2590209"/>
                </a:lnTo>
                <a:cubicBezTo>
                  <a:pt x="3472123" y="2590446"/>
                  <a:pt x="3471945" y="2591038"/>
                  <a:pt x="3471945" y="2591038"/>
                </a:cubicBezTo>
                <a:lnTo>
                  <a:pt x="3465845" y="2601580"/>
                </a:lnTo>
                <a:cubicBezTo>
                  <a:pt x="3465667" y="2601817"/>
                  <a:pt x="3465371" y="2601995"/>
                  <a:pt x="3465075" y="2601995"/>
                </a:cubicBezTo>
                <a:lnTo>
                  <a:pt x="3452934" y="2601995"/>
                </a:lnTo>
                <a:cubicBezTo>
                  <a:pt x="3452579" y="2601995"/>
                  <a:pt x="3452164" y="2601580"/>
                  <a:pt x="3452164" y="2601580"/>
                </a:cubicBezTo>
                <a:lnTo>
                  <a:pt x="3446123" y="2591038"/>
                </a:lnTo>
                <a:cubicBezTo>
                  <a:pt x="3445946" y="2590801"/>
                  <a:pt x="3446123" y="2590209"/>
                  <a:pt x="3446123" y="2590209"/>
                </a:cubicBezTo>
                <a:lnTo>
                  <a:pt x="3452223" y="2579667"/>
                </a:lnTo>
                <a:cubicBezTo>
                  <a:pt x="3452401" y="2579430"/>
                  <a:pt x="3452697" y="2579252"/>
                  <a:pt x="3452993" y="2579252"/>
                </a:cubicBezTo>
                <a:close/>
                <a:moveTo>
                  <a:pt x="3182453" y="2579252"/>
                </a:moveTo>
                <a:lnTo>
                  <a:pt x="3194594" y="2579252"/>
                </a:lnTo>
                <a:cubicBezTo>
                  <a:pt x="3194950" y="2579252"/>
                  <a:pt x="3195364" y="2579667"/>
                  <a:pt x="3195364" y="2579667"/>
                </a:cubicBezTo>
                <a:lnTo>
                  <a:pt x="3201405" y="2590209"/>
                </a:lnTo>
                <a:cubicBezTo>
                  <a:pt x="3201583" y="2590446"/>
                  <a:pt x="3201405" y="2591038"/>
                  <a:pt x="3201405" y="2591038"/>
                </a:cubicBezTo>
                <a:lnTo>
                  <a:pt x="3195305" y="2601580"/>
                </a:lnTo>
                <a:cubicBezTo>
                  <a:pt x="3195127" y="2601817"/>
                  <a:pt x="3194831" y="2601995"/>
                  <a:pt x="3194535" y="2601995"/>
                </a:cubicBezTo>
                <a:lnTo>
                  <a:pt x="3182394" y="2601995"/>
                </a:lnTo>
                <a:cubicBezTo>
                  <a:pt x="3182038" y="2601995"/>
                  <a:pt x="3181624" y="2601580"/>
                  <a:pt x="3181624" y="2601580"/>
                </a:cubicBezTo>
                <a:lnTo>
                  <a:pt x="3175583" y="2591038"/>
                </a:lnTo>
                <a:cubicBezTo>
                  <a:pt x="3175405" y="2590801"/>
                  <a:pt x="3175583" y="2590209"/>
                  <a:pt x="3175583" y="2590209"/>
                </a:cubicBezTo>
                <a:lnTo>
                  <a:pt x="3181683" y="2579667"/>
                </a:lnTo>
                <a:cubicBezTo>
                  <a:pt x="3181861" y="2579430"/>
                  <a:pt x="3182157" y="2579252"/>
                  <a:pt x="3182453" y="2579252"/>
                </a:cubicBezTo>
                <a:close/>
                <a:moveTo>
                  <a:pt x="3114818" y="2579252"/>
                </a:moveTo>
                <a:lnTo>
                  <a:pt x="3126959" y="2579252"/>
                </a:lnTo>
                <a:cubicBezTo>
                  <a:pt x="3127315" y="2579252"/>
                  <a:pt x="3127729" y="2579667"/>
                  <a:pt x="3127729" y="2579667"/>
                </a:cubicBezTo>
                <a:lnTo>
                  <a:pt x="3133770" y="2590209"/>
                </a:lnTo>
                <a:cubicBezTo>
                  <a:pt x="3133948" y="2590446"/>
                  <a:pt x="3133770" y="2591038"/>
                  <a:pt x="3133770" y="2591038"/>
                </a:cubicBezTo>
                <a:lnTo>
                  <a:pt x="3127670" y="2601580"/>
                </a:lnTo>
                <a:cubicBezTo>
                  <a:pt x="3127492" y="2601817"/>
                  <a:pt x="3127196" y="2601995"/>
                  <a:pt x="3126900" y="2601995"/>
                </a:cubicBezTo>
                <a:lnTo>
                  <a:pt x="3114759" y="2601995"/>
                </a:lnTo>
                <a:cubicBezTo>
                  <a:pt x="3114404" y="2601995"/>
                  <a:pt x="3113989" y="2601580"/>
                  <a:pt x="3113989" y="2601580"/>
                </a:cubicBezTo>
                <a:lnTo>
                  <a:pt x="3107948" y="2591038"/>
                </a:lnTo>
                <a:cubicBezTo>
                  <a:pt x="3107770" y="2590801"/>
                  <a:pt x="3107948" y="2590209"/>
                  <a:pt x="3107948" y="2590209"/>
                </a:cubicBezTo>
                <a:lnTo>
                  <a:pt x="3114048" y="2579667"/>
                </a:lnTo>
                <a:cubicBezTo>
                  <a:pt x="3114226" y="2579430"/>
                  <a:pt x="3114522" y="2579252"/>
                  <a:pt x="3114818" y="2579252"/>
                </a:cubicBezTo>
                <a:close/>
                <a:moveTo>
                  <a:pt x="2979607" y="2579252"/>
                </a:moveTo>
                <a:lnTo>
                  <a:pt x="2991748" y="2579252"/>
                </a:lnTo>
                <a:cubicBezTo>
                  <a:pt x="2992104" y="2579252"/>
                  <a:pt x="2992518" y="2579667"/>
                  <a:pt x="2992518" y="2579667"/>
                </a:cubicBezTo>
                <a:lnTo>
                  <a:pt x="2998559" y="2590209"/>
                </a:lnTo>
                <a:cubicBezTo>
                  <a:pt x="2998737" y="2590446"/>
                  <a:pt x="2998559" y="2591038"/>
                  <a:pt x="2998559" y="2591038"/>
                </a:cubicBezTo>
                <a:lnTo>
                  <a:pt x="2992459" y="2601580"/>
                </a:lnTo>
                <a:cubicBezTo>
                  <a:pt x="2992281" y="2601817"/>
                  <a:pt x="2991985" y="2601995"/>
                  <a:pt x="2991689" y="2601995"/>
                </a:cubicBezTo>
                <a:lnTo>
                  <a:pt x="2979548" y="2601995"/>
                </a:lnTo>
                <a:cubicBezTo>
                  <a:pt x="2979193" y="2601995"/>
                  <a:pt x="2978778" y="2601580"/>
                  <a:pt x="2978778" y="2601580"/>
                </a:cubicBezTo>
                <a:lnTo>
                  <a:pt x="2972737" y="2591038"/>
                </a:lnTo>
                <a:cubicBezTo>
                  <a:pt x="2972559" y="2590801"/>
                  <a:pt x="2972737" y="2590209"/>
                  <a:pt x="2972737" y="2590209"/>
                </a:cubicBezTo>
                <a:lnTo>
                  <a:pt x="2978837" y="2579667"/>
                </a:lnTo>
                <a:cubicBezTo>
                  <a:pt x="2979015" y="2579430"/>
                  <a:pt x="2979311" y="2579252"/>
                  <a:pt x="2979607" y="2579252"/>
                </a:cubicBezTo>
                <a:close/>
                <a:moveTo>
                  <a:pt x="2844101" y="2578956"/>
                </a:moveTo>
                <a:lnTo>
                  <a:pt x="2856597" y="2578956"/>
                </a:lnTo>
                <a:cubicBezTo>
                  <a:pt x="2856893" y="2578956"/>
                  <a:pt x="2857367" y="2579371"/>
                  <a:pt x="2857367" y="2579371"/>
                </a:cubicBezTo>
                <a:lnTo>
                  <a:pt x="2863585" y="2590150"/>
                </a:lnTo>
                <a:cubicBezTo>
                  <a:pt x="2863763" y="2590446"/>
                  <a:pt x="2863585" y="2591038"/>
                  <a:pt x="2863585" y="2591038"/>
                </a:cubicBezTo>
                <a:lnTo>
                  <a:pt x="2857367" y="2601817"/>
                </a:lnTo>
                <a:cubicBezTo>
                  <a:pt x="2857189" y="2602054"/>
                  <a:pt x="2856893" y="2602231"/>
                  <a:pt x="2856597" y="2602231"/>
                </a:cubicBezTo>
                <a:lnTo>
                  <a:pt x="2844101" y="2602231"/>
                </a:lnTo>
                <a:cubicBezTo>
                  <a:pt x="2843805" y="2602231"/>
                  <a:pt x="2843331" y="2601817"/>
                  <a:pt x="2843331" y="2601817"/>
                </a:cubicBezTo>
                <a:lnTo>
                  <a:pt x="2837112" y="2591038"/>
                </a:lnTo>
                <a:cubicBezTo>
                  <a:pt x="2836934" y="2590742"/>
                  <a:pt x="2837112" y="2590150"/>
                  <a:pt x="2837112" y="2590150"/>
                </a:cubicBezTo>
                <a:lnTo>
                  <a:pt x="2843331" y="2579371"/>
                </a:lnTo>
                <a:cubicBezTo>
                  <a:pt x="2843508" y="2579134"/>
                  <a:pt x="2843805" y="2578956"/>
                  <a:pt x="2844101" y="2578956"/>
                </a:cubicBezTo>
                <a:close/>
                <a:moveTo>
                  <a:pt x="4128692" y="2578127"/>
                </a:moveTo>
                <a:lnTo>
                  <a:pt x="4142077" y="2578127"/>
                </a:lnTo>
                <a:cubicBezTo>
                  <a:pt x="4142433" y="2578127"/>
                  <a:pt x="4142907" y="2578601"/>
                  <a:pt x="4142907" y="2578601"/>
                </a:cubicBezTo>
                <a:lnTo>
                  <a:pt x="4149599" y="2590150"/>
                </a:lnTo>
                <a:cubicBezTo>
                  <a:pt x="4149777" y="2590446"/>
                  <a:pt x="4149599" y="2591097"/>
                  <a:pt x="4149599" y="2591097"/>
                </a:cubicBezTo>
                <a:lnTo>
                  <a:pt x="4142907" y="2602646"/>
                </a:lnTo>
                <a:cubicBezTo>
                  <a:pt x="4142729" y="2602942"/>
                  <a:pt x="4142433" y="2603120"/>
                  <a:pt x="4142077" y="2603120"/>
                </a:cubicBezTo>
                <a:lnTo>
                  <a:pt x="4128692" y="2603120"/>
                </a:lnTo>
                <a:cubicBezTo>
                  <a:pt x="4128337" y="2603120"/>
                  <a:pt x="4127863" y="2602646"/>
                  <a:pt x="4127863" y="2602646"/>
                </a:cubicBezTo>
                <a:lnTo>
                  <a:pt x="4121171" y="2591097"/>
                </a:lnTo>
                <a:cubicBezTo>
                  <a:pt x="4120994" y="2590801"/>
                  <a:pt x="4121171" y="2590150"/>
                  <a:pt x="4121171" y="2590150"/>
                </a:cubicBezTo>
                <a:lnTo>
                  <a:pt x="4127863" y="2578601"/>
                </a:lnTo>
                <a:cubicBezTo>
                  <a:pt x="4128041" y="2578305"/>
                  <a:pt x="4128337" y="2578127"/>
                  <a:pt x="4128692" y="2578127"/>
                </a:cubicBezTo>
                <a:close/>
                <a:moveTo>
                  <a:pt x="3384707" y="2578009"/>
                </a:moveTo>
                <a:lnTo>
                  <a:pt x="3398151" y="2578009"/>
                </a:lnTo>
                <a:cubicBezTo>
                  <a:pt x="3398507" y="2578009"/>
                  <a:pt x="3398980" y="2578483"/>
                  <a:pt x="3398980" y="2578483"/>
                </a:cubicBezTo>
                <a:lnTo>
                  <a:pt x="3405732" y="2590150"/>
                </a:lnTo>
                <a:cubicBezTo>
                  <a:pt x="3405910" y="2590446"/>
                  <a:pt x="3405732" y="2591098"/>
                  <a:pt x="3405732" y="2591098"/>
                </a:cubicBezTo>
                <a:lnTo>
                  <a:pt x="3398980" y="2602765"/>
                </a:lnTo>
                <a:cubicBezTo>
                  <a:pt x="3398802" y="2603061"/>
                  <a:pt x="3398507" y="2603239"/>
                  <a:pt x="3398151" y="2603239"/>
                </a:cubicBezTo>
                <a:lnTo>
                  <a:pt x="3384707" y="2603239"/>
                </a:lnTo>
                <a:cubicBezTo>
                  <a:pt x="3384352" y="2603239"/>
                  <a:pt x="3383877" y="2602765"/>
                  <a:pt x="3383877" y="2602765"/>
                </a:cubicBezTo>
                <a:lnTo>
                  <a:pt x="3377126" y="2591098"/>
                </a:lnTo>
                <a:cubicBezTo>
                  <a:pt x="3376949" y="2590801"/>
                  <a:pt x="3377126" y="2590150"/>
                  <a:pt x="3377126" y="2590150"/>
                </a:cubicBezTo>
                <a:lnTo>
                  <a:pt x="3383877" y="2578483"/>
                </a:lnTo>
                <a:cubicBezTo>
                  <a:pt x="3384055" y="2578186"/>
                  <a:pt x="3384352" y="2578009"/>
                  <a:pt x="3384707" y="2578009"/>
                </a:cubicBezTo>
                <a:close/>
                <a:moveTo>
                  <a:pt x="4060939" y="2577949"/>
                </a:moveTo>
                <a:lnTo>
                  <a:pt x="4074501" y="2577949"/>
                </a:lnTo>
                <a:cubicBezTo>
                  <a:pt x="4074857" y="2577949"/>
                  <a:pt x="4075331" y="2578423"/>
                  <a:pt x="4075331" y="2578423"/>
                </a:cubicBezTo>
                <a:lnTo>
                  <a:pt x="4082142" y="2590209"/>
                </a:lnTo>
                <a:cubicBezTo>
                  <a:pt x="4082319" y="2590505"/>
                  <a:pt x="4082142" y="2591156"/>
                  <a:pt x="4082142" y="2591156"/>
                </a:cubicBezTo>
                <a:lnTo>
                  <a:pt x="4075331" y="2602942"/>
                </a:lnTo>
                <a:cubicBezTo>
                  <a:pt x="4075153" y="2603238"/>
                  <a:pt x="4074857" y="2603416"/>
                  <a:pt x="4074501" y="2603416"/>
                </a:cubicBezTo>
                <a:lnTo>
                  <a:pt x="4060939" y="2603416"/>
                </a:lnTo>
                <a:cubicBezTo>
                  <a:pt x="4060584" y="2603416"/>
                  <a:pt x="4060110" y="2602942"/>
                  <a:pt x="4060110" y="2602942"/>
                </a:cubicBezTo>
                <a:lnTo>
                  <a:pt x="4053299" y="2591156"/>
                </a:lnTo>
                <a:cubicBezTo>
                  <a:pt x="4053121" y="2590860"/>
                  <a:pt x="4053299" y="2590209"/>
                  <a:pt x="4053299" y="2590209"/>
                </a:cubicBezTo>
                <a:lnTo>
                  <a:pt x="4060110" y="2578423"/>
                </a:lnTo>
                <a:cubicBezTo>
                  <a:pt x="4060288" y="2578126"/>
                  <a:pt x="4060584" y="2577949"/>
                  <a:pt x="4060939" y="2577949"/>
                </a:cubicBezTo>
                <a:close/>
                <a:moveTo>
                  <a:pt x="3316954" y="2577831"/>
                </a:moveTo>
                <a:lnTo>
                  <a:pt x="3330635" y="2577831"/>
                </a:lnTo>
                <a:cubicBezTo>
                  <a:pt x="3330990" y="2577831"/>
                  <a:pt x="3331286" y="2578009"/>
                  <a:pt x="3331464" y="2578305"/>
                </a:cubicBezTo>
                <a:lnTo>
                  <a:pt x="3338275" y="2590150"/>
                </a:lnTo>
                <a:cubicBezTo>
                  <a:pt x="3338453" y="2590446"/>
                  <a:pt x="3338453" y="2590801"/>
                  <a:pt x="3338275" y="2591097"/>
                </a:cubicBezTo>
                <a:lnTo>
                  <a:pt x="3331405" y="2602942"/>
                </a:lnTo>
                <a:cubicBezTo>
                  <a:pt x="3331227" y="2603238"/>
                  <a:pt x="3330931" y="2603416"/>
                  <a:pt x="3330575" y="2603416"/>
                </a:cubicBezTo>
                <a:lnTo>
                  <a:pt x="3316895" y="2603416"/>
                </a:lnTo>
                <a:cubicBezTo>
                  <a:pt x="3316539" y="2603416"/>
                  <a:pt x="3316243" y="2603238"/>
                  <a:pt x="3316065" y="2602942"/>
                </a:cubicBezTo>
                <a:lnTo>
                  <a:pt x="3309254" y="2591097"/>
                </a:lnTo>
                <a:cubicBezTo>
                  <a:pt x="3309077" y="2590801"/>
                  <a:pt x="3309077" y="2590446"/>
                  <a:pt x="3309254" y="2590150"/>
                </a:cubicBezTo>
                <a:lnTo>
                  <a:pt x="3316125" y="2578305"/>
                </a:lnTo>
                <a:cubicBezTo>
                  <a:pt x="3316303" y="2578009"/>
                  <a:pt x="3316598" y="2577831"/>
                  <a:pt x="3316954" y="2577831"/>
                </a:cubicBezTo>
                <a:close/>
                <a:moveTo>
                  <a:pt x="3925550" y="2577712"/>
                </a:moveTo>
                <a:lnTo>
                  <a:pt x="3939349" y="2577712"/>
                </a:lnTo>
                <a:cubicBezTo>
                  <a:pt x="3939705" y="2577712"/>
                  <a:pt x="3940001" y="2577890"/>
                  <a:pt x="3940179" y="2578186"/>
                </a:cubicBezTo>
                <a:lnTo>
                  <a:pt x="3947049" y="2590149"/>
                </a:lnTo>
                <a:cubicBezTo>
                  <a:pt x="3947226" y="2590446"/>
                  <a:pt x="3947226" y="2590801"/>
                  <a:pt x="3947049" y="2591097"/>
                </a:cubicBezTo>
                <a:lnTo>
                  <a:pt x="3940119" y="2603061"/>
                </a:lnTo>
                <a:cubicBezTo>
                  <a:pt x="3939942" y="2603357"/>
                  <a:pt x="3939646" y="2603534"/>
                  <a:pt x="3939290" y="2603534"/>
                </a:cubicBezTo>
                <a:lnTo>
                  <a:pt x="3925491" y="2603534"/>
                </a:lnTo>
                <a:cubicBezTo>
                  <a:pt x="3925135" y="2603534"/>
                  <a:pt x="3924840" y="2603357"/>
                  <a:pt x="3924662" y="2603061"/>
                </a:cubicBezTo>
                <a:lnTo>
                  <a:pt x="3917791" y="2591097"/>
                </a:lnTo>
                <a:cubicBezTo>
                  <a:pt x="3917614" y="2590801"/>
                  <a:pt x="3917614" y="2590446"/>
                  <a:pt x="3917791" y="2590149"/>
                </a:cubicBezTo>
                <a:lnTo>
                  <a:pt x="3924721" y="2578186"/>
                </a:lnTo>
                <a:cubicBezTo>
                  <a:pt x="3924899" y="2577890"/>
                  <a:pt x="3925195" y="2577712"/>
                  <a:pt x="3925550" y="2577712"/>
                </a:cubicBezTo>
                <a:close/>
                <a:moveTo>
                  <a:pt x="2775873" y="2577712"/>
                </a:moveTo>
                <a:lnTo>
                  <a:pt x="2789672" y="2577712"/>
                </a:lnTo>
                <a:cubicBezTo>
                  <a:pt x="2790027" y="2577712"/>
                  <a:pt x="2790324" y="2577890"/>
                  <a:pt x="2790501" y="2578186"/>
                </a:cubicBezTo>
                <a:lnTo>
                  <a:pt x="2797371" y="2590149"/>
                </a:lnTo>
                <a:cubicBezTo>
                  <a:pt x="2797549" y="2590446"/>
                  <a:pt x="2797549" y="2590801"/>
                  <a:pt x="2797371" y="2591097"/>
                </a:cubicBezTo>
                <a:lnTo>
                  <a:pt x="2790442" y="2603061"/>
                </a:lnTo>
                <a:cubicBezTo>
                  <a:pt x="2790264" y="2603357"/>
                  <a:pt x="2789968" y="2603534"/>
                  <a:pt x="2789613" y="2603534"/>
                </a:cubicBezTo>
                <a:lnTo>
                  <a:pt x="2775813" y="2603534"/>
                </a:lnTo>
                <a:cubicBezTo>
                  <a:pt x="2775458" y="2603534"/>
                  <a:pt x="2775162" y="2603357"/>
                  <a:pt x="2774984" y="2603061"/>
                </a:cubicBezTo>
                <a:lnTo>
                  <a:pt x="2768114" y="2591097"/>
                </a:lnTo>
                <a:cubicBezTo>
                  <a:pt x="2767937" y="2590801"/>
                  <a:pt x="2767937" y="2590446"/>
                  <a:pt x="2768114" y="2590149"/>
                </a:cubicBezTo>
                <a:lnTo>
                  <a:pt x="2775044" y="2578186"/>
                </a:lnTo>
                <a:cubicBezTo>
                  <a:pt x="2775221" y="2577890"/>
                  <a:pt x="2775517" y="2577712"/>
                  <a:pt x="2775873" y="2577712"/>
                </a:cubicBezTo>
                <a:close/>
                <a:moveTo>
                  <a:pt x="3993126" y="2577594"/>
                </a:moveTo>
                <a:lnTo>
                  <a:pt x="4007044" y="2577594"/>
                </a:lnTo>
                <a:cubicBezTo>
                  <a:pt x="4007399" y="2577594"/>
                  <a:pt x="4007696" y="2577771"/>
                  <a:pt x="4007873" y="2578068"/>
                </a:cubicBezTo>
                <a:lnTo>
                  <a:pt x="4014802" y="2590090"/>
                </a:lnTo>
                <a:cubicBezTo>
                  <a:pt x="4014980" y="2590386"/>
                  <a:pt x="4014980" y="2590801"/>
                  <a:pt x="4014802" y="2591097"/>
                </a:cubicBezTo>
                <a:lnTo>
                  <a:pt x="4007814" y="2603120"/>
                </a:lnTo>
                <a:cubicBezTo>
                  <a:pt x="4007636" y="2603416"/>
                  <a:pt x="4007340" y="2603594"/>
                  <a:pt x="4006985" y="2603594"/>
                </a:cubicBezTo>
                <a:lnTo>
                  <a:pt x="3993066" y="2603594"/>
                </a:lnTo>
                <a:cubicBezTo>
                  <a:pt x="3992712" y="2603594"/>
                  <a:pt x="3992415" y="2603416"/>
                  <a:pt x="3992238" y="2603120"/>
                </a:cubicBezTo>
                <a:lnTo>
                  <a:pt x="3985308" y="2591097"/>
                </a:lnTo>
                <a:cubicBezTo>
                  <a:pt x="3985131" y="2590801"/>
                  <a:pt x="3985131" y="2590386"/>
                  <a:pt x="3985308" y="2590090"/>
                </a:cubicBezTo>
                <a:lnTo>
                  <a:pt x="3992297" y="2578068"/>
                </a:lnTo>
                <a:cubicBezTo>
                  <a:pt x="3992474" y="2577771"/>
                  <a:pt x="3992771" y="2577594"/>
                  <a:pt x="3993126" y="2577594"/>
                </a:cubicBezTo>
                <a:close/>
                <a:moveTo>
                  <a:pt x="3519562" y="2577239"/>
                </a:moveTo>
                <a:lnTo>
                  <a:pt x="3533895" y="2577239"/>
                </a:lnTo>
                <a:cubicBezTo>
                  <a:pt x="3534250" y="2577239"/>
                  <a:pt x="3534605" y="2577476"/>
                  <a:pt x="3534783" y="2577772"/>
                </a:cubicBezTo>
                <a:lnTo>
                  <a:pt x="3541949" y="2590209"/>
                </a:lnTo>
                <a:cubicBezTo>
                  <a:pt x="3542127" y="2590505"/>
                  <a:pt x="3542127" y="2590920"/>
                  <a:pt x="3541949" y="2591216"/>
                </a:cubicBezTo>
                <a:lnTo>
                  <a:pt x="3534783" y="2603653"/>
                </a:lnTo>
                <a:cubicBezTo>
                  <a:pt x="3534605" y="2604008"/>
                  <a:pt x="3534250" y="2604186"/>
                  <a:pt x="3533895" y="2604186"/>
                </a:cubicBezTo>
                <a:lnTo>
                  <a:pt x="3519562" y="2604186"/>
                </a:lnTo>
                <a:cubicBezTo>
                  <a:pt x="3519207" y="2604186"/>
                  <a:pt x="3518851" y="2603949"/>
                  <a:pt x="3518673" y="2603653"/>
                </a:cubicBezTo>
                <a:lnTo>
                  <a:pt x="3511507" y="2591216"/>
                </a:lnTo>
                <a:cubicBezTo>
                  <a:pt x="3511330" y="2590920"/>
                  <a:pt x="3511330" y="2590505"/>
                  <a:pt x="3511507" y="2590209"/>
                </a:cubicBezTo>
                <a:lnTo>
                  <a:pt x="3518673" y="2577772"/>
                </a:lnTo>
                <a:cubicBezTo>
                  <a:pt x="3518851" y="2577416"/>
                  <a:pt x="3519207" y="2577239"/>
                  <a:pt x="3519562" y="2577239"/>
                </a:cubicBezTo>
                <a:close/>
                <a:moveTo>
                  <a:pt x="4195676" y="2576883"/>
                </a:moveTo>
                <a:lnTo>
                  <a:pt x="4210363" y="2576883"/>
                </a:lnTo>
                <a:cubicBezTo>
                  <a:pt x="4210718" y="2576883"/>
                  <a:pt x="4211074" y="2577120"/>
                  <a:pt x="4211252" y="2577416"/>
                </a:cubicBezTo>
                <a:lnTo>
                  <a:pt x="4218596" y="2590149"/>
                </a:lnTo>
                <a:cubicBezTo>
                  <a:pt x="4218774" y="2590505"/>
                  <a:pt x="4218774" y="2590919"/>
                  <a:pt x="4218596" y="2591215"/>
                </a:cubicBezTo>
                <a:lnTo>
                  <a:pt x="4211252" y="2603949"/>
                </a:lnTo>
                <a:cubicBezTo>
                  <a:pt x="4211074" y="2604304"/>
                  <a:pt x="4210718" y="2604482"/>
                  <a:pt x="4210363" y="2604482"/>
                </a:cubicBezTo>
                <a:lnTo>
                  <a:pt x="4195676" y="2604482"/>
                </a:lnTo>
                <a:cubicBezTo>
                  <a:pt x="4195320" y="2604482"/>
                  <a:pt x="4194965" y="2604245"/>
                  <a:pt x="4194787" y="2603949"/>
                </a:cubicBezTo>
                <a:lnTo>
                  <a:pt x="4187443" y="2591215"/>
                </a:lnTo>
                <a:cubicBezTo>
                  <a:pt x="4187266" y="2590860"/>
                  <a:pt x="4187266" y="2590445"/>
                  <a:pt x="4187443" y="2590149"/>
                </a:cubicBezTo>
                <a:lnTo>
                  <a:pt x="4194787" y="2577416"/>
                </a:lnTo>
                <a:cubicBezTo>
                  <a:pt x="4194965" y="2577060"/>
                  <a:pt x="4195320" y="2576883"/>
                  <a:pt x="4195676" y="2576883"/>
                </a:cubicBezTo>
                <a:close/>
                <a:moveTo>
                  <a:pt x="2437105" y="2576587"/>
                </a:moveTo>
                <a:lnTo>
                  <a:pt x="2452089" y="2576587"/>
                </a:lnTo>
                <a:cubicBezTo>
                  <a:pt x="2452444" y="2576587"/>
                  <a:pt x="2452800" y="2576824"/>
                  <a:pt x="2452978" y="2577120"/>
                </a:cubicBezTo>
                <a:lnTo>
                  <a:pt x="2460499" y="2590150"/>
                </a:lnTo>
                <a:cubicBezTo>
                  <a:pt x="2460677" y="2590505"/>
                  <a:pt x="2460677" y="2590920"/>
                  <a:pt x="2460499" y="2591216"/>
                </a:cubicBezTo>
                <a:lnTo>
                  <a:pt x="2452978" y="2604245"/>
                </a:lnTo>
                <a:cubicBezTo>
                  <a:pt x="2452800" y="2604601"/>
                  <a:pt x="2452444" y="2604778"/>
                  <a:pt x="2452089" y="2604778"/>
                </a:cubicBezTo>
                <a:lnTo>
                  <a:pt x="2437105" y="2604778"/>
                </a:lnTo>
                <a:cubicBezTo>
                  <a:pt x="2436750" y="2604778"/>
                  <a:pt x="2436394" y="2604541"/>
                  <a:pt x="2436217" y="2604245"/>
                </a:cubicBezTo>
                <a:lnTo>
                  <a:pt x="2428695" y="2591216"/>
                </a:lnTo>
                <a:cubicBezTo>
                  <a:pt x="2428518" y="2590860"/>
                  <a:pt x="2428518" y="2590446"/>
                  <a:pt x="2428695" y="2590150"/>
                </a:cubicBezTo>
                <a:lnTo>
                  <a:pt x="2436217" y="2577120"/>
                </a:lnTo>
                <a:cubicBezTo>
                  <a:pt x="2436394" y="2576765"/>
                  <a:pt x="2436750" y="2576587"/>
                  <a:pt x="2437105" y="2576587"/>
                </a:cubicBezTo>
                <a:close/>
                <a:moveTo>
                  <a:pt x="3789629" y="2576410"/>
                </a:moveTo>
                <a:lnTo>
                  <a:pt x="3804850" y="2576410"/>
                </a:lnTo>
                <a:cubicBezTo>
                  <a:pt x="3805264" y="2576410"/>
                  <a:pt x="3805620" y="2576587"/>
                  <a:pt x="3805797" y="2576943"/>
                </a:cubicBezTo>
                <a:lnTo>
                  <a:pt x="3813437" y="2590150"/>
                </a:lnTo>
                <a:cubicBezTo>
                  <a:pt x="3813615" y="2590446"/>
                  <a:pt x="3813615" y="2590861"/>
                  <a:pt x="3813437" y="2591216"/>
                </a:cubicBezTo>
                <a:lnTo>
                  <a:pt x="3805797" y="2604423"/>
                </a:lnTo>
                <a:cubicBezTo>
                  <a:pt x="3805561" y="2604719"/>
                  <a:pt x="3805205" y="2604957"/>
                  <a:pt x="3804850" y="2604957"/>
                </a:cubicBezTo>
                <a:lnTo>
                  <a:pt x="3789629" y="2604957"/>
                </a:lnTo>
                <a:cubicBezTo>
                  <a:pt x="3789214" y="2604957"/>
                  <a:pt x="3788859" y="2604779"/>
                  <a:pt x="3788682" y="2604423"/>
                </a:cubicBezTo>
                <a:lnTo>
                  <a:pt x="3781041" y="2591216"/>
                </a:lnTo>
                <a:cubicBezTo>
                  <a:pt x="3780864" y="2590920"/>
                  <a:pt x="3780864" y="2590506"/>
                  <a:pt x="3781041" y="2590150"/>
                </a:cubicBezTo>
                <a:lnTo>
                  <a:pt x="3788682" y="2576943"/>
                </a:lnTo>
                <a:cubicBezTo>
                  <a:pt x="3788918" y="2576647"/>
                  <a:pt x="3789274" y="2576410"/>
                  <a:pt x="3789629" y="2576410"/>
                </a:cubicBezTo>
                <a:close/>
                <a:moveTo>
                  <a:pt x="3586605" y="2576173"/>
                </a:moveTo>
                <a:lnTo>
                  <a:pt x="3602063" y="2576173"/>
                </a:lnTo>
                <a:cubicBezTo>
                  <a:pt x="3602477" y="2576173"/>
                  <a:pt x="3602833" y="2576350"/>
                  <a:pt x="3603010" y="2576706"/>
                </a:cubicBezTo>
                <a:lnTo>
                  <a:pt x="3610710" y="2590091"/>
                </a:lnTo>
                <a:cubicBezTo>
                  <a:pt x="3610888" y="2590387"/>
                  <a:pt x="3610888" y="2590801"/>
                  <a:pt x="3610710" y="2591157"/>
                </a:cubicBezTo>
                <a:lnTo>
                  <a:pt x="3602951" y="2604542"/>
                </a:lnTo>
                <a:cubicBezTo>
                  <a:pt x="3602774" y="2604838"/>
                  <a:pt x="3602359" y="2605075"/>
                  <a:pt x="3602004" y="2605075"/>
                </a:cubicBezTo>
                <a:lnTo>
                  <a:pt x="3586546" y="2605075"/>
                </a:lnTo>
                <a:cubicBezTo>
                  <a:pt x="3586131" y="2605075"/>
                  <a:pt x="3585776" y="2604897"/>
                  <a:pt x="3585598" y="2604542"/>
                </a:cubicBezTo>
                <a:lnTo>
                  <a:pt x="3577899" y="2591157"/>
                </a:lnTo>
                <a:cubicBezTo>
                  <a:pt x="3577722" y="2590861"/>
                  <a:pt x="3577722" y="2590446"/>
                  <a:pt x="3577899" y="2590091"/>
                </a:cubicBezTo>
                <a:lnTo>
                  <a:pt x="3585658" y="2576706"/>
                </a:lnTo>
                <a:cubicBezTo>
                  <a:pt x="3585836" y="2576410"/>
                  <a:pt x="3586250" y="2576173"/>
                  <a:pt x="3586605" y="2576173"/>
                </a:cubicBezTo>
                <a:close/>
                <a:moveTo>
                  <a:pt x="4397989" y="2575876"/>
                </a:moveTo>
                <a:lnTo>
                  <a:pt x="4413802" y="2575876"/>
                </a:lnTo>
                <a:cubicBezTo>
                  <a:pt x="4414157" y="2575876"/>
                  <a:pt x="4414572" y="2576054"/>
                  <a:pt x="4414749" y="2576409"/>
                </a:cubicBezTo>
                <a:lnTo>
                  <a:pt x="4422626" y="2590090"/>
                </a:lnTo>
                <a:cubicBezTo>
                  <a:pt x="4422804" y="2590446"/>
                  <a:pt x="4422804" y="2590860"/>
                  <a:pt x="4422626" y="2591215"/>
                </a:cubicBezTo>
                <a:lnTo>
                  <a:pt x="4414749" y="2604896"/>
                </a:lnTo>
                <a:cubicBezTo>
                  <a:pt x="4414572" y="2605192"/>
                  <a:pt x="4414217" y="2605429"/>
                  <a:pt x="4413802" y="2605429"/>
                </a:cubicBezTo>
                <a:lnTo>
                  <a:pt x="4397989" y="2605429"/>
                </a:lnTo>
                <a:cubicBezTo>
                  <a:pt x="4397633" y="2605429"/>
                  <a:pt x="4397219" y="2605252"/>
                  <a:pt x="4397041" y="2604896"/>
                </a:cubicBezTo>
                <a:lnTo>
                  <a:pt x="4389164" y="2591215"/>
                </a:lnTo>
                <a:cubicBezTo>
                  <a:pt x="4388987" y="2590860"/>
                  <a:pt x="4388987" y="2590446"/>
                  <a:pt x="4389164" y="2590090"/>
                </a:cubicBezTo>
                <a:lnTo>
                  <a:pt x="4397041" y="2576409"/>
                </a:lnTo>
                <a:cubicBezTo>
                  <a:pt x="4397219" y="2576113"/>
                  <a:pt x="4397574" y="2575876"/>
                  <a:pt x="4397989" y="2575876"/>
                </a:cubicBezTo>
                <a:close/>
                <a:moveTo>
                  <a:pt x="4330354" y="2575876"/>
                </a:moveTo>
                <a:lnTo>
                  <a:pt x="4346167" y="2575876"/>
                </a:lnTo>
                <a:cubicBezTo>
                  <a:pt x="4346522" y="2575876"/>
                  <a:pt x="4346936" y="2576054"/>
                  <a:pt x="4347114" y="2576409"/>
                </a:cubicBezTo>
                <a:lnTo>
                  <a:pt x="4354992" y="2590090"/>
                </a:lnTo>
                <a:cubicBezTo>
                  <a:pt x="4355169" y="2590446"/>
                  <a:pt x="4355169" y="2590860"/>
                  <a:pt x="4354992" y="2591215"/>
                </a:cubicBezTo>
                <a:lnTo>
                  <a:pt x="4347114" y="2604896"/>
                </a:lnTo>
                <a:cubicBezTo>
                  <a:pt x="4346936" y="2605192"/>
                  <a:pt x="4346581" y="2605429"/>
                  <a:pt x="4346167" y="2605429"/>
                </a:cubicBezTo>
                <a:lnTo>
                  <a:pt x="4330354" y="2605429"/>
                </a:lnTo>
                <a:cubicBezTo>
                  <a:pt x="4329998" y="2605429"/>
                  <a:pt x="4329584" y="2605252"/>
                  <a:pt x="4329406" y="2604896"/>
                </a:cubicBezTo>
                <a:lnTo>
                  <a:pt x="4321529" y="2591215"/>
                </a:lnTo>
                <a:cubicBezTo>
                  <a:pt x="4321352" y="2590860"/>
                  <a:pt x="4321352" y="2590446"/>
                  <a:pt x="4321529" y="2590090"/>
                </a:cubicBezTo>
                <a:lnTo>
                  <a:pt x="4329406" y="2576409"/>
                </a:lnTo>
                <a:cubicBezTo>
                  <a:pt x="4329584" y="2576113"/>
                  <a:pt x="4329939" y="2575876"/>
                  <a:pt x="4330354" y="2575876"/>
                </a:cubicBezTo>
                <a:close/>
                <a:moveTo>
                  <a:pt x="3856908" y="2575876"/>
                </a:moveTo>
                <a:lnTo>
                  <a:pt x="3872722" y="2575876"/>
                </a:lnTo>
                <a:cubicBezTo>
                  <a:pt x="3873077" y="2575876"/>
                  <a:pt x="3873492" y="2576054"/>
                  <a:pt x="3873669" y="2576409"/>
                </a:cubicBezTo>
                <a:lnTo>
                  <a:pt x="3881546" y="2590090"/>
                </a:lnTo>
                <a:cubicBezTo>
                  <a:pt x="3881724" y="2590446"/>
                  <a:pt x="3881724" y="2590860"/>
                  <a:pt x="3881546" y="2591215"/>
                </a:cubicBezTo>
                <a:lnTo>
                  <a:pt x="3873669" y="2604896"/>
                </a:lnTo>
                <a:cubicBezTo>
                  <a:pt x="3873492" y="2605192"/>
                  <a:pt x="3873136" y="2605429"/>
                  <a:pt x="3872722" y="2605429"/>
                </a:cubicBezTo>
                <a:lnTo>
                  <a:pt x="3856908" y="2605429"/>
                </a:lnTo>
                <a:cubicBezTo>
                  <a:pt x="3856553" y="2605429"/>
                  <a:pt x="3856138" y="2605252"/>
                  <a:pt x="3855961" y="2604896"/>
                </a:cubicBezTo>
                <a:lnTo>
                  <a:pt x="3848084" y="2591215"/>
                </a:lnTo>
                <a:cubicBezTo>
                  <a:pt x="3847907" y="2590860"/>
                  <a:pt x="3847907" y="2590446"/>
                  <a:pt x="3848084" y="2590090"/>
                </a:cubicBezTo>
                <a:lnTo>
                  <a:pt x="3855961" y="2576409"/>
                </a:lnTo>
                <a:cubicBezTo>
                  <a:pt x="3856138" y="2576113"/>
                  <a:pt x="3856494" y="2575876"/>
                  <a:pt x="3856908" y="2575876"/>
                </a:cubicBezTo>
                <a:close/>
                <a:moveTo>
                  <a:pt x="4262541" y="2575462"/>
                </a:moveTo>
                <a:lnTo>
                  <a:pt x="4278769" y="2575462"/>
                </a:lnTo>
                <a:cubicBezTo>
                  <a:pt x="4279184" y="2575462"/>
                  <a:pt x="4279539" y="2575699"/>
                  <a:pt x="4279776" y="2576054"/>
                </a:cubicBezTo>
                <a:lnTo>
                  <a:pt x="4287890" y="2590091"/>
                </a:lnTo>
                <a:cubicBezTo>
                  <a:pt x="4288127" y="2590446"/>
                  <a:pt x="4288127" y="2590861"/>
                  <a:pt x="4287890" y="2591216"/>
                </a:cubicBezTo>
                <a:lnTo>
                  <a:pt x="4279776" y="2605252"/>
                </a:lnTo>
                <a:cubicBezTo>
                  <a:pt x="4279539" y="2605608"/>
                  <a:pt x="4279184" y="2605845"/>
                  <a:pt x="4278769" y="2605845"/>
                </a:cubicBezTo>
                <a:lnTo>
                  <a:pt x="4262541" y="2605845"/>
                </a:lnTo>
                <a:cubicBezTo>
                  <a:pt x="4262127" y="2605845"/>
                  <a:pt x="4261772" y="2605608"/>
                  <a:pt x="4261535" y="2605252"/>
                </a:cubicBezTo>
                <a:lnTo>
                  <a:pt x="4253421" y="2591216"/>
                </a:lnTo>
                <a:cubicBezTo>
                  <a:pt x="4253184" y="2590861"/>
                  <a:pt x="4253184" y="2590446"/>
                  <a:pt x="4253421" y="2590091"/>
                </a:cubicBezTo>
                <a:lnTo>
                  <a:pt x="4261535" y="2576054"/>
                </a:lnTo>
                <a:cubicBezTo>
                  <a:pt x="4261772" y="2575699"/>
                  <a:pt x="4262127" y="2575462"/>
                  <a:pt x="4262541" y="2575462"/>
                </a:cubicBezTo>
                <a:close/>
                <a:moveTo>
                  <a:pt x="2098160" y="2575166"/>
                </a:moveTo>
                <a:lnTo>
                  <a:pt x="2114743" y="2575166"/>
                </a:lnTo>
                <a:cubicBezTo>
                  <a:pt x="2115158" y="2575166"/>
                  <a:pt x="2115513" y="2575403"/>
                  <a:pt x="2115750" y="2575758"/>
                </a:cubicBezTo>
                <a:lnTo>
                  <a:pt x="2124041" y="2590091"/>
                </a:lnTo>
                <a:cubicBezTo>
                  <a:pt x="2124278" y="2590446"/>
                  <a:pt x="2124278" y="2590920"/>
                  <a:pt x="2124041" y="2591275"/>
                </a:cubicBezTo>
                <a:lnTo>
                  <a:pt x="2115750" y="2605608"/>
                </a:lnTo>
                <a:cubicBezTo>
                  <a:pt x="2115513" y="2605963"/>
                  <a:pt x="2115158" y="2606200"/>
                  <a:pt x="2114743" y="2606200"/>
                </a:cubicBezTo>
                <a:lnTo>
                  <a:pt x="2098160" y="2606200"/>
                </a:lnTo>
                <a:cubicBezTo>
                  <a:pt x="2097745" y="2606200"/>
                  <a:pt x="2097390" y="2605963"/>
                  <a:pt x="2097153" y="2605608"/>
                </a:cubicBezTo>
                <a:lnTo>
                  <a:pt x="2088862" y="2591275"/>
                </a:lnTo>
                <a:cubicBezTo>
                  <a:pt x="2088625" y="2590920"/>
                  <a:pt x="2088625" y="2590446"/>
                  <a:pt x="2088862" y="2590091"/>
                </a:cubicBezTo>
                <a:lnTo>
                  <a:pt x="2097153" y="2575758"/>
                </a:lnTo>
                <a:cubicBezTo>
                  <a:pt x="2097390" y="2575403"/>
                  <a:pt x="2097745" y="2575166"/>
                  <a:pt x="2098160" y="2575166"/>
                </a:cubicBezTo>
                <a:close/>
                <a:moveTo>
                  <a:pt x="3653588" y="2574929"/>
                </a:moveTo>
                <a:lnTo>
                  <a:pt x="3670349" y="2574929"/>
                </a:lnTo>
                <a:cubicBezTo>
                  <a:pt x="3670764" y="2574929"/>
                  <a:pt x="3671119" y="2575166"/>
                  <a:pt x="3671356" y="2575521"/>
                </a:cubicBezTo>
                <a:lnTo>
                  <a:pt x="3679766" y="2590031"/>
                </a:lnTo>
                <a:cubicBezTo>
                  <a:pt x="3680003" y="2590387"/>
                  <a:pt x="3680003" y="2590861"/>
                  <a:pt x="3679766" y="2591216"/>
                </a:cubicBezTo>
                <a:lnTo>
                  <a:pt x="3671356" y="2605726"/>
                </a:lnTo>
                <a:cubicBezTo>
                  <a:pt x="3671178" y="2606081"/>
                  <a:pt x="3670764" y="2606318"/>
                  <a:pt x="3670349" y="2606318"/>
                </a:cubicBezTo>
                <a:lnTo>
                  <a:pt x="3653588" y="2606318"/>
                </a:lnTo>
                <a:cubicBezTo>
                  <a:pt x="3653174" y="2606318"/>
                  <a:pt x="3652818" y="2606081"/>
                  <a:pt x="3652581" y="2605726"/>
                </a:cubicBezTo>
                <a:lnTo>
                  <a:pt x="3644172" y="2591216"/>
                </a:lnTo>
                <a:cubicBezTo>
                  <a:pt x="3643935" y="2590861"/>
                  <a:pt x="3643935" y="2590387"/>
                  <a:pt x="3644172" y="2590031"/>
                </a:cubicBezTo>
                <a:lnTo>
                  <a:pt x="3652581" y="2575521"/>
                </a:lnTo>
                <a:cubicBezTo>
                  <a:pt x="3652759" y="2575166"/>
                  <a:pt x="3653174" y="2574929"/>
                  <a:pt x="3653588" y="2574929"/>
                </a:cubicBezTo>
                <a:close/>
                <a:moveTo>
                  <a:pt x="3721105" y="2574751"/>
                </a:moveTo>
                <a:lnTo>
                  <a:pt x="3738103" y="2574751"/>
                </a:lnTo>
                <a:cubicBezTo>
                  <a:pt x="3738576" y="2574751"/>
                  <a:pt x="3738932" y="2574988"/>
                  <a:pt x="3739169" y="2575343"/>
                </a:cubicBezTo>
                <a:lnTo>
                  <a:pt x="3747638" y="2590090"/>
                </a:lnTo>
                <a:cubicBezTo>
                  <a:pt x="3747875" y="2590446"/>
                  <a:pt x="3747875" y="2590920"/>
                  <a:pt x="3747638" y="2591275"/>
                </a:cubicBezTo>
                <a:lnTo>
                  <a:pt x="3739110" y="2606022"/>
                </a:lnTo>
                <a:cubicBezTo>
                  <a:pt x="3738873" y="2606377"/>
                  <a:pt x="3738458" y="2606614"/>
                  <a:pt x="3738044" y="2606614"/>
                </a:cubicBezTo>
                <a:lnTo>
                  <a:pt x="3721046" y="2606614"/>
                </a:lnTo>
                <a:cubicBezTo>
                  <a:pt x="3720572" y="2606614"/>
                  <a:pt x="3720217" y="2606377"/>
                  <a:pt x="3719980" y="2606022"/>
                </a:cubicBezTo>
                <a:lnTo>
                  <a:pt x="3711511" y="2591275"/>
                </a:lnTo>
                <a:cubicBezTo>
                  <a:pt x="3711274" y="2590920"/>
                  <a:pt x="3711274" y="2590446"/>
                  <a:pt x="3711511" y="2590090"/>
                </a:cubicBezTo>
                <a:lnTo>
                  <a:pt x="3720039" y="2575343"/>
                </a:lnTo>
                <a:cubicBezTo>
                  <a:pt x="3720276" y="2574988"/>
                  <a:pt x="3720690" y="2574751"/>
                  <a:pt x="3721105" y="2574751"/>
                </a:cubicBezTo>
                <a:close/>
                <a:moveTo>
                  <a:pt x="2030289" y="2574633"/>
                </a:moveTo>
                <a:lnTo>
                  <a:pt x="2047404" y="2574633"/>
                </a:lnTo>
                <a:cubicBezTo>
                  <a:pt x="2047878" y="2574633"/>
                  <a:pt x="2048234" y="2574870"/>
                  <a:pt x="2048470" y="2575225"/>
                </a:cubicBezTo>
                <a:lnTo>
                  <a:pt x="2056999" y="2590031"/>
                </a:lnTo>
                <a:cubicBezTo>
                  <a:pt x="2057236" y="2590387"/>
                  <a:pt x="2057236" y="2590861"/>
                  <a:pt x="2056999" y="2591216"/>
                </a:cubicBezTo>
                <a:lnTo>
                  <a:pt x="2048411" y="2606022"/>
                </a:lnTo>
                <a:cubicBezTo>
                  <a:pt x="2048174" y="2606378"/>
                  <a:pt x="2047760" y="2606614"/>
                  <a:pt x="2047345" y="2606614"/>
                </a:cubicBezTo>
                <a:lnTo>
                  <a:pt x="2030229" y="2606614"/>
                </a:lnTo>
                <a:cubicBezTo>
                  <a:pt x="2029755" y="2606614"/>
                  <a:pt x="2029400" y="2606378"/>
                  <a:pt x="2029163" y="2606022"/>
                </a:cubicBezTo>
                <a:lnTo>
                  <a:pt x="2020635" y="2591216"/>
                </a:lnTo>
                <a:cubicBezTo>
                  <a:pt x="2020398" y="2590861"/>
                  <a:pt x="2020398" y="2590387"/>
                  <a:pt x="2020635" y="2590031"/>
                </a:cubicBezTo>
                <a:lnTo>
                  <a:pt x="2029222" y="2575225"/>
                </a:lnTo>
                <a:cubicBezTo>
                  <a:pt x="2029459" y="2574870"/>
                  <a:pt x="2029874" y="2574633"/>
                  <a:pt x="2030289" y="2574633"/>
                </a:cubicBezTo>
                <a:close/>
                <a:moveTo>
                  <a:pt x="2233076" y="2574514"/>
                </a:moveTo>
                <a:lnTo>
                  <a:pt x="2250310" y="2574514"/>
                </a:lnTo>
                <a:cubicBezTo>
                  <a:pt x="2250725" y="2574514"/>
                  <a:pt x="2251139" y="2574751"/>
                  <a:pt x="2251376" y="2575106"/>
                </a:cubicBezTo>
                <a:lnTo>
                  <a:pt x="2259964" y="2590031"/>
                </a:lnTo>
                <a:cubicBezTo>
                  <a:pt x="2260200" y="2590446"/>
                  <a:pt x="2260200" y="2590919"/>
                  <a:pt x="2259964" y="2591275"/>
                </a:cubicBezTo>
                <a:lnTo>
                  <a:pt x="2251317" y="2606199"/>
                </a:lnTo>
                <a:cubicBezTo>
                  <a:pt x="2251080" y="2606555"/>
                  <a:pt x="2250665" y="2606792"/>
                  <a:pt x="2250251" y="2606792"/>
                </a:cubicBezTo>
                <a:lnTo>
                  <a:pt x="2233016" y="2606792"/>
                </a:lnTo>
                <a:cubicBezTo>
                  <a:pt x="2232602" y="2606792"/>
                  <a:pt x="2232187" y="2606555"/>
                  <a:pt x="2231950" y="2606199"/>
                </a:cubicBezTo>
                <a:lnTo>
                  <a:pt x="2223363" y="2591275"/>
                </a:lnTo>
                <a:cubicBezTo>
                  <a:pt x="2223126" y="2590860"/>
                  <a:pt x="2223126" y="2590386"/>
                  <a:pt x="2223363" y="2590031"/>
                </a:cubicBezTo>
                <a:lnTo>
                  <a:pt x="2232010" y="2575106"/>
                </a:lnTo>
                <a:cubicBezTo>
                  <a:pt x="2232246" y="2574751"/>
                  <a:pt x="2232661" y="2574514"/>
                  <a:pt x="2233076" y="2574514"/>
                </a:cubicBezTo>
                <a:close/>
                <a:moveTo>
                  <a:pt x="2165439" y="2574514"/>
                </a:moveTo>
                <a:lnTo>
                  <a:pt x="2182674" y="2574514"/>
                </a:lnTo>
                <a:cubicBezTo>
                  <a:pt x="2183089" y="2574514"/>
                  <a:pt x="2183503" y="2574751"/>
                  <a:pt x="2183740" y="2575106"/>
                </a:cubicBezTo>
                <a:lnTo>
                  <a:pt x="2192328" y="2590031"/>
                </a:lnTo>
                <a:cubicBezTo>
                  <a:pt x="2192565" y="2590446"/>
                  <a:pt x="2192565" y="2590919"/>
                  <a:pt x="2192328" y="2591275"/>
                </a:cubicBezTo>
                <a:lnTo>
                  <a:pt x="2183681" y="2606199"/>
                </a:lnTo>
                <a:cubicBezTo>
                  <a:pt x="2183444" y="2606555"/>
                  <a:pt x="2183030" y="2606792"/>
                  <a:pt x="2182615" y="2606792"/>
                </a:cubicBezTo>
                <a:lnTo>
                  <a:pt x="2165381" y="2606792"/>
                </a:lnTo>
                <a:cubicBezTo>
                  <a:pt x="2164966" y="2606792"/>
                  <a:pt x="2164551" y="2606555"/>
                  <a:pt x="2164314" y="2606199"/>
                </a:cubicBezTo>
                <a:lnTo>
                  <a:pt x="2155727" y="2591275"/>
                </a:lnTo>
                <a:cubicBezTo>
                  <a:pt x="2155490" y="2590860"/>
                  <a:pt x="2155490" y="2590386"/>
                  <a:pt x="2155727" y="2590031"/>
                </a:cubicBezTo>
                <a:lnTo>
                  <a:pt x="2164373" y="2575106"/>
                </a:lnTo>
                <a:cubicBezTo>
                  <a:pt x="2164611" y="2574751"/>
                  <a:pt x="2165025" y="2574514"/>
                  <a:pt x="2165439" y="2574514"/>
                </a:cubicBezTo>
                <a:close/>
                <a:moveTo>
                  <a:pt x="2300118" y="2573389"/>
                </a:moveTo>
                <a:lnTo>
                  <a:pt x="2318537" y="2573389"/>
                </a:lnTo>
                <a:cubicBezTo>
                  <a:pt x="2319011" y="2573389"/>
                  <a:pt x="2319425" y="2573626"/>
                  <a:pt x="2319662" y="2574040"/>
                </a:cubicBezTo>
                <a:lnTo>
                  <a:pt x="2328902" y="2590031"/>
                </a:lnTo>
                <a:cubicBezTo>
                  <a:pt x="2329138" y="2590446"/>
                  <a:pt x="2329138" y="2590920"/>
                  <a:pt x="2328902" y="2591334"/>
                </a:cubicBezTo>
                <a:lnTo>
                  <a:pt x="2319662" y="2607325"/>
                </a:lnTo>
                <a:cubicBezTo>
                  <a:pt x="2319425" y="2607739"/>
                  <a:pt x="2319011" y="2607977"/>
                  <a:pt x="2318537" y="2607977"/>
                </a:cubicBezTo>
                <a:lnTo>
                  <a:pt x="2300118" y="2607977"/>
                </a:lnTo>
                <a:cubicBezTo>
                  <a:pt x="2299644" y="2607977"/>
                  <a:pt x="2299230" y="2607739"/>
                  <a:pt x="2298993" y="2607325"/>
                </a:cubicBezTo>
                <a:lnTo>
                  <a:pt x="2289754" y="2591334"/>
                </a:lnTo>
                <a:cubicBezTo>
                  <a:pt x="2289517" y="2590920"/>
                  <a:pt x="2289517" y="2590446"/>
                  <a:pt x="2289754" y="2590031"/>
                </a:cubicBezTo>
                <a:lnTo>
                  <a:pt x="2298993" y="2574040"/>
                </a:lnTo>
                <a:cubicBezTo>
                  <a:pt x="2299230" y="2573626"/>
                  <a:pt x="2299644" y="2573389"/>
                  <a:pt x="2300118" y="2573389"/>
                </a:cubicBezTo>
                <a:close/>
                <a:moveTo>
                  <a:pt x="1962002" y="2573389"/>
                </a:moveTo>
                <a:lnTo>
                  <a:pt x="1980421" y="2573389"/>
                </a:lnTo>
                <a:cubicBezTo>
                  <a:pt x="1980895" y="2573389"/>
                  <a:pt x="1981309" y="2573626"/>
                  <a:pt x="1981546" y="2574040"/>
                </a:cubicBezTo>
                <a:lnTo>
                  <a:pt x="1990785" y="2590031"/>
                </a:lnTo>
                <a:cubicBezTo>
                  <a:pt x="1991022" y="2590446"/>
                  <a:pt x="1991022" y="2590920"/>
                  <a:pt x="1990785" y="2591334"/>
                </a:cubicBezTo>
                <a:lnTo>
                  <a:pt x="1981546" y="2607325"/>
                </a:lnTo>
                <a:cubicBezTo>
                  <a:pt x="1981309" y="2607739"/>
                  <a:pt x="1980895" y="2607977"/>
                  <a:pt x="1980421" y="2607977"/>
                </a:cubicBezTo>
                <a:lnTo>
                  <a:pt x="1962002" y="2607977"/>
                </a:lnTo>
                <a:cubicBezTo>
                  <a:pt x="1961528" y="2607977"/>
                  <a:pt x="1961113" y="2607739"/>
                  <a:pt x="1960877" y="2607325"/>
                </a:cubicBezTo>
                <a:lnTo>
                  <a:pt x="1951638" y="2591334"/>
                </a:lnTo>
                <a:cubicBezTo>
                  <a:pt x="1951401" y="2590920"/>
                  <a:pt x="1951401" y="2590446"/>
                  <a:pt x="1951638" y="2590031"/>
                </a:cubicBezTo>
                <a:lnTo>
                  <a:pt x="1960877" y="2574040"/>
                </a:lnTo>
                <a:cubicBezTo>
                  <a:pt x="1961113" y="2573626"/>
                  <a:pt x="1961528" y="2573389"/>
                  <a:pt x="1962002" y="2573389"/>
                </a:cubicBezTo>
                <a:close/>
                <a:moveTo>
                  <a:pt x="1894307" y="2573270"/>
                </a:moveTo>
                <a:lnTo>
                  <a:pt x="1912845" y="2573270"/>
                </a:lnTo>
                <a:cubicBezTo>
                  <a:pt x="1913319" y="2573270"/>
                  <a:pt x="1913733" y="2573507"/>
                  <a:pt x="1913970" y="2573922"/>
                </a:cubicBezTo>
                <a:lnTo>
                  <a:pt x="1923209" y="2589972"/>
                </a:lnTo>
                <a:cubicBezTo>
                  <a:pt x="1923446" y="2590386"/>
                  <a:pt x="1923446" y="2590860"/>
                  <a:pt x="1923209" y="2591275"/>
                </a:cubicBezTo>
                <a:lnTo>
                  <a:pt x="1913911" y="2607324"/>
                </a:lnTo>
                <a:cubicBezTo>
                  <a:pt x="1913674" y="2607739"/>
                  <a:pt x="1913259" y="2607976"/>
                  <a:pt x="1912785" y="2607976"/>
                </a:cubicBezTo>
                <a:lnTo>
                  <a:pt x="1894248" y="2607976"/>
                </a:lnTo>
                <a:cubicBezTo>
                  <a:pt x="1893774" y="2607976"/>
                  <a:pt x="1893359" y="2607739"/>
                  <a:pt x="1893123" y="2607324"/>
                </a:cubicBezTo>
                <a:lnTo>
                  <a:pt x="1883884" y="2591275"/>
                </a:lnTo>
                <a:cubicBezTo>
                  <a:pt x="1883647" y="2590860"/>
                  <a:pt x="1883647" y="2590386"/>
                  <a:pt x="1883884" y="2589972"/>
                </a:cubicBezTo>
                <a:lnTo>
                  <a:pt x="1893182" y="2573922"/>
                </a:lnTo>
                <a:cubicBezTo>
                  <a:pt x="1893419" y="2573507"/>
                  <a:pt x="1893833" y="2573270"/>
                  <a:pt x="1894307" y="2573270"/>
                </a:cubicBezTo>
                <a:close/>
                <a:moveTo>
                  <a:pt x="4464084" y="2572974"/>
                </a:moveTo>
                <a:lnTo>
                  <a:pt x="4482977" y="2572974"/>
                </a:lnTo>
                <a:cubicBezTo>
                  <a:pt x="4483391" y="2572974"/>
                  <a:pt x="4483865" y="2573211"/>
                  <a:pt x="4484102" y="2573625"/>
                </a:cubicBezTo>
                <a:lnTo>
                  <a:pt x="4493518" y="2589972"/>
                </a:lnTo>
                <a:cubicBezTo>
                  <a:pt x="4493755" y="2590386"/>
                  <a:pt x="4493755" y="2590919"/>
                  <a:pt x="4493518" y="2591334"/>
                </a:cubicBezTo>
                <a:lnTo>
                  <a:pt x="4484102" y="2607680"/>
                </a:lnTo>
                <a:cubicBezTo>
                  <a:pt x="4483865" y="2608094"/>
                  <a:pt x="4483450" y="2608332"/>
                  <a:pt x="4482977" y="2608332"/>
                </a:cubicBezTo>
                <a:lnTo>
                  <a:pt x="4464084" y="2608332"/>
                </a:lnTo>
                <a:cubicBezTo>
                  <a:pt x="4463669" y="2608332"/>
                  <a:pt x="4463195" y="2608094"/>
                  <a:pt x="4462959" y="2607680"/>
                </a:cubicBezTo>
                <a:lnTo>
                  <a:pt x="4453541" y="2591334"/>
                </a:lnTo>
                <a:cubicBezTo>
                  <a:pt x="4453305" y="2590919"/>
                  <a:pt x="4453305" y="2590386"/>
                  <a:pt x="4453541" y="2589972"/>
                </a:cubicBezTo>
                <a:lnTo>
                  <a:pt x="4462959" y="2573625"/>
                </a:lnTo>
                <a:cubicBezTo>
                  <a:pt x="4463195" y="2573211"/>
                  <a:pt x="4463610" y="2572974"/>
                  <a:pt x="4464084" y="2572974"/>
                </a:cubicBezTo>
                <a:close/>
                <a:moveTo>
                  <a:pt x="2367515" y="2572974"/>
                </a:moveTo>
                <a:lnTo>
                  <a:pt x="2386408" y="2572974"/>
                </a:lnTo>
                <a:cubicBezTo>
                  <a:pt x="2386823" y="2572974"/>
                  <a:pt x="2387297" y="2573211"/>
                  <a:pt x="2387534" y="2573625"/>
                </a:cubicBezTo>
                <a:lnTo>
                  <a:pt x="2396951" y="2589972"/>
                </a:lnTo>
                <a:cubicBezTo>
                  <a:pt x="2397187" y="2590386"/>
                  <a:pt x="2397187" y="2590919"/>
                  <a:pt x="2396951" y="2591334"/>
                </a:cubicBezTo>
                <a:lnTo>
                  <a:pt x="2387534" y="2607680"/>
                </a:lnTo>
                <a:cubicBezTo>
                  <a:pt x="2387297" y="2608094"/>
                  <a:pt x="2386882" y="2608332"/>
                  <a:pt x="2386408" y="2608332"/>
                </a:cubicBezTo>
                <a:lnTo>
                  <a:pt x="2367515" y="2608332"/>
                </a:lnTo>
                <a:cubicBezTo>
                  <a:pt x="2367101" y="2608332"/>
                  <a:pt x="2366627" y="2608094"/>
                  <a:pt x="2366391" y="2607680"/>
                </a:cubicBezTo>
                <a:lnTo>
                  <a:pt x="2356974" y="2591334"/>
                </a:lnTo>
                <a:cubicBezTo>
                  <a:pt x="2356737" y="2590919"/>
                  <a:pt x="2356737" y="2590386"/>
                  <a:pt x="2356974" y="2589972"/>
                </a:cubicBezTo>
                <a:lnTo>
                  <a:pt x="2366391" y="2573625"/>
                </a:lnTo>
                <a:cubicBezTo>
                  <a:pt x="2366627" y="2573211"/>
                  <a:pt x="2367042" y="2572974"/>
                  <a:pt x="2367515" y="2572974"/>
                </a:cubicBezTo>
                <a:close/>
                <a:moveTo>
                  <a:pt x="1825961" y="2571908"/>
                </a:moveTo>
                <a:lnTo>
                  <a:pt x="1845920" y="2571908"/>
                </a:lnTo>
                <a:cubicBezTo>
                  <a:pt x="1846453" y="2571908"/>
                  <a:pt x="1846927" y="2572204"/>
                  <a:pt x="1847164" y="2572619"/>
                </a:cubicBezTo>
                <a:lnTo>
                  <a:pt x="1857173" y="2589912"/>
                </a:lnTo>
                <a:cubicBezTo>
                  <a:pt x="1857410" y="2590327"/>
                  <a:pt x="1857410" y="2590919"/>
                  <a:pt x="1857173" y="2591334"/>
                </a:cubicBezTo>
                <a:lnTo>
                  <a:pt x="1847164" y="2608628"/>
                </a:lnTo>
                <a:cubicBezTo>
                  <a:pt x="1846868" y="2609042"/>
                  <a:pt x="1846394" y="2609338"/>
                  <a:pt x="1845920" y="2609338"/>
                </a:cubicBezTo>
                <a:lnTo>
                  <a:pt x="1825961" y="2609338"/>
                </a:lnTo>
                <a:cubicBezTo>
                  <a:pt x="1825428" y="2609338"/>
                  <a:pt x="1824954" y="2609042"/>
                  <a:pt x="1824718" y="2608628"/>
                </a:cubicBezTo>
                <a:lnTo>
                  <a:pt x="1814709" y="2591334"/>
                </a:lnTo>
                <a:cubicBezTo>
                  <a:pt x="1814472" y="2590919"/>
                  <a:pt x="1814472" y="2590327"/>
                  <a:pt x="1814709" y="2589912"/>
                </a:cubicBezTo>
                <a:lnTo>
                  <a:pt x="1824718" y="2572619"/>
                </a:lnTo>
                <a:cubicBezTo>
                  <a:pt x="1825014" y="2572204"/>
                  <a:pt x="1825488" y="2571908"/>
                  <a:pt x="1825961" y="2571908"/>
                </a:cubicBezTo>
                <a:close/>
                <a:moveTo>
                  <a:pt x="4531008" y="2571612"/>
                </a:moveTo>
                <a:lnTo>
                  <a:pt x="4551322" y="2571612"/>
                </a:lnTo>
                <a:cubicBezTo>
                  <a:pt x="4551855" y="2571612"/>
                  <a:pt x="4552329" y="2571908"/>
                  <a:pt x="4552566" y="2572323"/>
                </a:cubicBezTo>
                <a:lnTo>
                  <a:pt x="4562693" y="2589912"/>
                </a:lnTo>
                <a:cubicBezTo>
                  <a:pt x="4562930" y="2590327"/>
                  <a:pt x="4562930" y="2590919"/>
                  <a:pt x="4562693" y="2591334"/>
                </a:cubicBezTo>
                <a:lnTo>
                  <a:pt x="4552507" y="2608924"/>
                </a:lnTo>
                <a:cubicBezTo>
                  <a:pt x="4552270" y="2609338"/>
                  <a:pt x="4551796" y="2609634"/>
                  <a:pt x="4551263" y="2609634"/>
                </a:cubicBezTo>
                <a:lnTo>
                  <a:pt x="4530949" y="2609634"/>
                </a:lnTo>
                <a:cubicBezTo>
                  <a:pt x="4530416" y="2609634"/>
                  <a:pt x="4529942" y="2609338"/>
                  <a:pt x="4529705" y="2608924"/>
                </a:cubicBezTo>
                <a:lnTo>
                  <a:pt x="4519577" y="2591334"/>
                </a:lnTo>
                <a:cubicBezTo>
                  <a:pt x="4519341" y="2590919"/>
                  <a:pt x="4519341" y="2590327"/>
                  <a:pt x="4519577" y="2589912"/>
                </a:cubicBezTo>
                <a:lnTo>
                  <a:pt x="4529765" y="2572323"/>
                </a:lnTo>
                <a:cubicBezTo>
                  <a:pt x="4530001" y="2571908"/>
                  <a:pt x="4530475" y="2571612"/>
                  <a:pt x="4531008" y="2571612"/>
                </a:cubicBezTo>
                <a:close/>
                <a:moveTo>
                  <a:pt x="4598110" y="2570665"/>
                </a:moveTo>
                <a:lnTo>
                  <a:pt x="4619431" y="2570665"/>
                </a:lnTo>
                <a:cubicBezTo>
                  <a:pt x="4619965" y="2570665"/>
                  <a:pt x="4620438" y="2570961"/>
                  <a:pt x="4620735" y="2571435"/>
                </a:cubicBezTo>
                <a:lnTo>
                  <a:pt x="4631395" y="2589913"/>
                </a:lnTo>
                <a:cubicBezTo>
                  <a:pt x="4631691" y="2590328"/>
                  <a:pt x="4631691" y="2590920"/>
                  <a:pt x="4631395" y="2591394"/>
                </a:cubicBezTo>
                <a:lnTo>
                  <a:pt x="4620735" y="2609872"/>
                </a:lnTo>
                <a:cubicBezTo>
                  <a:pt x="4620438" y="2610346"/>
                  <a:pt x="4619965" y="2610642"/>
                  <a:pt x="4619431" y="2610642"/>
                </a:cubicBezTo>
                <a:lnTo>
                  <a:pt x="4598110" y="2610642"/>
                </a:lnTo>
                <a:cubicBezTo>
                  <a:pt x="4597578" y="2610642"/>
                  <a:pt x="4597104" y="2610346"/>
                  <a:pt x="4596808" y="2609872"/>
                </a:cubicBezTo>
                <a:lnTo>
                  <a:pt x="4586147" y="2591394"/>
                </a:lnTo>
                <a:cubicBezTo>
                  <a:pt x="4585851" y="2590980"/>
                  <a:pt x="4585851" y="2590387"/>
                  <a:pt x="4586147" y="2589913"/>
                </a:cubicBezTo>
                <a:lnTo>
                  <a:pt x="4596808" y="2571435"/>
                </a:lnTo>
                <a:cubicBezTo>
                  <a:pt x="4597104" y="2570961"/>
                  <a:pt x="4597578" y="2570665"/>
                  <a:pt x="4598110" y="2570665"/>
                </a:cubicBezTo>
                <a:close/>
                <a:moveTo>
                  <a:pt x="4665627" y="2570368"/>
                </a:moveTo>
                <a:lnTo>
                  <a:pt x="4687245" y="2570368"/>
                </a:lnTo>
                <a:cubicBezTo>
                  <a:pt x="4687777" y="2570368"/>
                  <a:pt x="4688251" y="2570664"/>
                  <a:pt x="4688547" y="2571138"/>
                </a:cubicBezTo>
                <a:lnTo>
                  <a:pt x="4699385" y="2589853"/>
                </a:lnTo>
                <a:cubicBezTo>
                  <a:pt x="4699682" y="2590327"/>
                  <a:pt x="4699682" y="2590919"/>
                  <a:pt x="4699385" y="2591393"/>
                </a:cubicBezTo>
                <a:lnTo>
                  <a:pt x="4688547" y="2610108"/>
                </a:lnTo>
                <a:cubicBezTo>
                  <a:pt x="4688310" y="2610582"/>
                  <a:pt x="4687777" y="2610878"/>
                  <a:pt x="4687245" y="2610878"/>
                </a:cubicBezTo>
                <a:lnTo>
                  <a:pt x="4665627" y="2610878"/>
                </a:lnTo>
                <a:cubicBezTo>
                  <a:pt x="4665094" y="2610878"/>
                  <a:pt x="4664620" y="2610582"/>
                  <a:pt x="4664324" y="2610108"/>
                </a:cubicBezTo>
                <a:lnTo>
                  <a:pt x="4653486" y="2591393"/>
                </a:lnTo>
                <a:cubicBezTo>
                  <a:pt x="4653190" y="2590919"/>
                  <a:pt x="4653190" y="2590327"/>
                  <a:pt x="4653486" y="2589853"/>
                </a:cubicBezTo>
                <a:lnTo>
                  <a:pt x="4664324" y="2571138"/>
                </a:lnTo>
                <a:cubicBezTo>
                  <a:pt x="4664561" y="2570664"/>
                  <a:pt x="4665094" y="2570368"/>
                  <a:pt x="4665627" y="2570368"/>
                </a:cubicBezTo>
                <a:close/>
                <a:moveTo>
                  <a:pt x="1757497" y="2570368"/>
                </a:moveTo>
                <a:lnTo>
                  <a:pt x="1779114" y="2570368"/>
                </a:lnTo>
                <a:cubicBezTo>
                  <a:pt x="1779648" y="2570368"/>
                  <a:pt x="1780121" y="2570664"/>
                  <a:pt x="1780418" y="2571138"/>
                </a:cubicBezTo>
                <a:lnTo>
                  <a:pt x="1791255" y="2589853"/>
                </a:lnTo>
                <a:cubicBezTo>
                  <a:pt x="1791552" y="2590327"/>
                  <a:pt x="1791552" y="2590919"/>
                  <a:pt x="1791255" y="2591393"/>
                </a:cubicBezTo>
                <a:lnTo>
                  <a:pt x="1780418" y="2610108"/>
                </a:lnTo>
                <a:cubicBezTo>
                  <a:pt x="1780180" y="2610582"/>
                  <a:pt x="1779648" y="2610878"/>
                  <a:pt x="1779114" y="2610878"/>
                </a:cubicBezTo>
                <a:lnTo>
                  <a:pt x="1757497" y="2610878"/>
                </a:lnTo>
                <a:cubicBezTo>
                  <a:pt x="1756964" y="2610878"/>
                  <a:pt x="1756490" y="2610582"/>
                  <a:pt x="1756194" y="2610108"/>
                </a:cubicBezTo>
                <a:lnTo>
                  <a:pt x="1745356" y="2591393"/>
                </a:lnTo>
                <a:cubicBezTo>
                  <a:pt x="1745060" y="2590919"/>
                  <a:pt x="1745060" y="2590327"/>
                  <a:pt x="1745356" y="2589853"/>
                </a:cubicBezTo>
                <a:lnTo>
                  <a:pt x="1756194" y="2571138"/>
                </a:lnTo>
                <a:cubicBezTo>
                  <a:pt x="1756431" y="2570664"/>
                  <a:pt x="1756964" y="2570368"/>
                  <a:pt x="1757497" y="2570368"/>
                </a:cubicBezTo>
                <a:close/>
                <a:moveTo>
                  <a:pt x="1419204" y="2570191"/>
                </a:moveTo>
                <a:lnTo>
                  <a:pt x="1441058" y="2570191"/>
                </a:lnTo>
                <a:cubicBezTo>
                  <a:pt x="1441650" y="2570191"/>
                  <a:pt x="1442124" y="2570487"/>
                  <a:pt x="1442420" y="2570961"/>
                </a:cubicBezTo>
                <a:lnTo>
                  <a:pt x="1453318" y="2589913"/>
                </a:lnTo>
                <a:cubicBezTo>
                  <a:pt x="1453614" y="2590387"/>
                  <a:pt x="1453614" y="2590979"/>
                  <a:pt x="1453318" y="2591453"/>
                </a:cubicBezTo>
                <a:lnTo>
                  <a:pt x="1442361" y="2610405"/>
                </a:lnTo>
                <a:cubicBezTo>
                  <a:pt x="1442065" y="2610879"/>
                  <a:pt x="1441532" y="2611175"/>
                  <a:pt x="1440999" y="2611175"/>
                </a:cubicBezTo>
                <a:lnTo>
                  <a:pt x="1419145" y="2611175"/>
                </a:lnTo>
                <a:cubicBezTo>
                  <a:pt x="1418552" y="2611175"/>
                  <a:pt x="1418079" y="2610879"/>
                  <a:pt x="1417783" y="2610405"/>
                </a:cubicBezTo>
                <a:lnTo>
                  <a:pt x="1406885" y="2591453"/>
                </a:lnTo>
                <a:cubicBezTo>
                  <a:pt x="1406589" y="2590979"/>
                  <a:pt x="1406589" y="2590387"/>
                  <a:pt x="1406885" y="2589913"/>
                </a:cubicBezTo>
                <a:lnTo>
                  <a:pt x="1417842" y="2570961"/>
                </a:lnTo>
                <a:cubicBezTo>
                  <a:pt x="1418138" y="2570487"/>
                  <a:pt x="1418671" y="2570191"/>
                  <a:pt x="1419204" y="2570191"/>
                </a:cubicBezTo>
                <a:close/>
                <a:moveTo>
                  <a:pt x="4733025" y="2569954"/>
                </a:moveTo>
                <a:lnTo>
                  <a:pt x="4755116" y="2569954"/>
                </a:lnTo>
                <a:cubicBezTo>
                  <a:pt x="4755708" y="2569954"/>
                  <a:pt x="4756183" y="2570250"/>
                  <a:pt x="4756478" y="2570724"/>
                </a:cubicBezTo>
                <a:lnTo>
                  <a:pt x="4767494" y="2589854"/>
                </a:lnTo>
                <a:cubicBezTo>
                  <a:pt x="4767791" y="2590327"/>
                  <a:pt x="4767791" y="2590920"/>
                  <a:pt x="4767494" y="2591393"/>
                </a:cubicBezTo>
                <a:lnTo>
                  <a:pt x="4756419" y="2610523"/>
                </a:lnTo>
                <a:cubicBezTo>
                  <a:pt x="4756123" y="2610997"/>
                  <a:pt x="4755590" y="2611293"/>
                  <a:pt x="4755057" y="2611293"/>
                </a:cubicBezTo>
                <a:lnTo>
                  <a:pt x="4732966" y="2611293"/>
                </a:lnTo>
                <a:cubicBezTo>
                  <a:pt x="4732374" y="2611293"/>
                  <a:pt x="4731900" y="2610997"/>
                  <a:pt x="4731604" y="2610523"/>
                </a:cubicBezTo>
                <a:lnTo>
                  <a:pt x="4720588" y="2591393"/>
                </a:lnTo>
                <a:cubicBezTo>
                  <a:pt x="4720292" y="2590920"/>
                  <a:pt x="4720292" y="2590327"/>
                  <a:pt x="4720588" y="2589854"/>
                </a:cubicBezTo>
                <a:lnTo>
                  <a:pt x="4731663" y="2570724"/>
                </a:lnTo>
                <a:cubicBezTo>
                  <a:pt x="4731959" y="2570250"/>
                  <a:pt x="4732493" y="2569954"/>
                  <a:pt x="4733025" y="2569954"/>
                </a:cubicBezTo>
                <a:close/>
                <a:moveTo>
                  <a:pt x="1621872" y="2569776"/>
                </a:moveTo>
                <a:lnTo>
                  <a:pt x="1644200" y="2569776"/>
                </a:lnTo>
                <a:cubicBezTo>
                  <a:pt x="1644733" y="2569776"/>
                  <a:pt x="1645266" y="2570072"/>
                  <a:pt x="1645562" y="2570546"/>
                </a:cubicBezTo>
                <a:lnTo>
                  <a:pt x="1656696" y="2589853"/>
                </a:lnTo>
                <a:cubicBezTo>
                  <a:pt x="1656992" y="2590386"/>
                  <a:pt x="1656992" y="2590979"/>
                  <a:pt x="1656696" y="2591452"/>
                </a:cubicBezTo>
                <a:lnTo>
                  <a:pt x="1645562" y="2610760"/>
                </a:lnTo>
                <a:cubicBezTo>
                  <a:pt x="1645266" y="2611234"/>
                  <a:pt x="1644733" y="2611530"/>
                  <a:pt x="1644200" y="2611530"/>
                </a:cubicBezTo>
                <a:lnTo>
                  <a:pt x="1621872" y="2611530"/>
                </a:lnTo>
                <a:cubicBezTo>
                  <a:pt x="1621339" y="2611530"/>
                  <a:pt x="1620806" y="2611234"/>
                  <a:pt x="1620510" y="2610760"/>
                </a:cubicBezTo>
                <a:lnTo>
                  <a:pt x="1609375" y="2591452"/>
                </a:lnTo>
                <a:cubicBezTo>
                  <a:pt x="1609079" y="2590919"/>
                  <a:pt x="1609079" y="2590327"/>
                  <a:pt x="1609375" y="2589853"/>
                </a:cubicBezTo>
                <a:lnTo>
                  <a:pt x="1620510" y="2570546"/>
                </a:lnTo>
                <a:cubicBezTo>
                  <a:pt x="1620806" y="2570072"/>
                  <a:pt x="1621339" y="2569776"/>
                  <a:pt x="1621872" y="2569776"/>
                </a:cubicBezTo>
                <a:close/>
                <a:moveTo>
                  <a:pt x="1689389" y="2569480"/>
                </a:moveTo>
                <a:lnTo>
                  <a:pt x="1712013" y="2569480"/>
                </a:lnTo>
                <a:cubicBezTo>
                  <a:pt x="1712546" y="2569480"/>
                  <a:pt x="1713079" y="2569835"/>
                  <a:pt x="1713375" y="2570309"/>
                </a:cubicBezTo>
                <a:lnTo>
                  <a:pt x="1724687" y="2589912"/>
                </a:lnTo>
                <a:cubicBezTo>
                  <a:pt x="1724983" y="2590386"/>
                  <a:pt x="1724983" y="2591038"/>
                  <a:pt x="1724687" y="2591512"/>
                </a:cubicBezTo>
                <a:lnTo>
                  <a:pt x="1713375" y="2611115"/>
                </a:lnTo>
                <a:cubicBezTo>
                  <a:pt x="1713079" y="2611648"/>
                  <a:pt x="1712605" y="2611944"/>
                  <a:pt x="1712013" y="2611944"/>
                </a:cubicBezTo>
                <a:lnTo>
                  <a:pt x="1689389" y="2611944"/>
                </a:lnTo>
                <a:cubicBezTo>
                  <a:pt x="1688856" y="2611944"/>
                  <a:pt x="1688323" y="2611589"/>
                  <a:pt x="1688027" y="2611115"/>
                </a:cubicBezTo>
                <a:lnTo>
                  <a:pt x="1676715" y="2591512"/>
                </a:lnTo>
                <a:cubicBezTo>
                  <a:pt x="1676419" y="2591038"/>
                  <a:pt x="1676419" y="2590386"/>
                  <a:pt x="1676715" y="2589912"/>
                </a:cubicBezTo>
                <a:lnTo>
                  <a:pt x="1688027" y="2570309"/>
                </a:lnTo>
                <a:cubicBezTo>
                  <a:pt x="1688323" y="2569776"/>
                  <a:pt x="1688797" y="2569480"/>
                  <a:pt x="1689389" y="2569480"/>
                </a:cubicBezTo>
                <a:close/>
                <a:moveTo>
                  <a:pt x="1554118" y="2569480"/>
                </a:moveTo>
                <a:lnTo>
                  <a:pt x="1576742" y="2569480"/>
                </a:lnTo>
                <a:cubicBezTo>
                  <a:pt x="1577275" y="2569480"/>
                  <a:pt x="1577808" y="2569835"/>
                  <a:pt x="1578104" y="2570309"/>
                </a:cubicBezTo>
                <a:lnTo>
                  <a:pt x="1589417" y="2589912"/>
                </a:lnTo>
                <a:cubicBezTo>
                  <a:pt x="1589713" y="2590386"/>
                  <a:pt x="1589713" y="2591038"/>
                  <a:pt x="1589417" y="2591512"/>
                </a:cubicBezTo>
                <a:lnTo>
                  <a:pt x="1578104" y="2611115"/>
                </a:lnTo>
                <a:cubicBezTo>
                  <a:pt x="1577808" y="2611648"/>
                  <a:pt x="1577334" y="2611944"/>
                  <a:pt x="1576742" y="2611944"/>
                </a:cubicBezTo>
                <a:lnTo>
                  <a:pt x="1554118" y="2611944"/>
                </a:lnTo>
                <a:cubicBezTo>
                  <a:pt x="1553585" y="2611944"/>
                  <a:pt x="1553052" y="2611589"/>
                  <a:pt x="1552756" y="2611115"/>
                </a:cubicBezTo>
                <a:lnTo>
                  <a:pt x="1541444" y="2591512"/>
                </a:lnTo>
                <a:cubicBezTo>
                  <a:pt x="1541148" y="2591038"/>
                  <a:pt x="1541148" y="2590386"/>
                  <a:pt x="1541444" y="2589912"/>
                </a:cubicBezTo>
                <a:lnTo>
                  <a:pt x="1552756" y="2570309"/>
                </a:lnTo>
                <a:cubicBezTo>
                  <a:pt x="1553052" y="2569776"/>
                  <a:pt x="1553526" y="2569480"/>
                  <a:pt x="1554118" y="2569480"/>
                </a:cubicBezTo>
                <a:close/>
                <a:moveTo>
                  <a:pt x="1486365" y="2569243"/>
                </a:moveTo>
                <a:lnTo>
                  <a:pt x="1509226" y="2569243"/>
                </a:lnTo>
                <a:cubicBezTo>
                  <a:pt x="1509818" y="2569243"/>
                  <a:pt x="1510351" y="2569598"/>
                  <a:pt x="1510647" y="2570072"/>
                </a:cubicBezTo>
                <a:lnTo>
                  <a:pt x="1522078" y="2589854"/>
                </a:lnTo>
                <a:cubicBezTo>
                  <a:pt x="1522374" y="2590327"/>
                  <a:pt x="1522374" y="2590979"/>
                  <a:pt x="1522078" y="2591452"/>
                </a:cubicBezTo>
                <a:lnTo>
                  <a:pt x="1510647" y="2611234"/>
                </a:lnTo>
                <a:cubicBezTo>
                  <a:pt x="1510351" y="2611767"/>
                  <a:pt x="1509818" y="2612063"/>
                  <a:pt x="1509226" y="2612063"/>
                </a:cubicBezTo>
                <a:lnTo>
                  <a:pt x="1486365" y="2612063"/>
                </a:lnTo>
                <a:cubicBezTo>
                  <a:pt x="1485773" y="2612063"/>
                  <a:pt x="1485240" y="2611708"/>
                  <a:pt x="1484944" y="2611234"/>
                </a:cubicBezTo>
                <a:lnTo>
                  <a:pt x="1473513" y="2591452"/>
                </a:lnTo>
                <a:cubicBezTo>
                  <a:pt x="1473217" y="2590979"/>
                  <a:pt x="1473217" y="2590327"/>
                  <a:pt x="1473513" y="2589854"/>
                </a:cubicBezTo>
                <a:lnTo>
                  <a:pt x="1484944" y="2570072"/>
                </a:lnTo>
                <a:cubicBezTo>
                  <a:pt x="1485240" y="2569539"/>
                  <a:pt x="1485773" y="2569243"/>
                  <a:pt x="1486365" y="2569243"/>
                </a:cubicBezTo>
                <a:close/>
                <a:moveTo>
                  <a:pt x="4800127" y="2569066"/>
                </a:moveTo>
                <a:lnTo>
                  <a:pt x="4823225" y="2569066"/>
                </a:lnTo>
                <a:cubicBezTo>
                  <a:pt x="4823817" y="2569066"/>
                  <a:pt x="4824351" y="2569421"/>
                  <a:pt x="4824647" y="2569895"/>
                </a:cubicBezTo>
                <a:lnTo>
                  <a:pt x="4836196" y="2589854"/>
                </a:lnTo>
                <a:cubicBezTo>
                  <a:pt x="4836492" y="2590387"/>
                  <a:pt x="4836492" y="2591038"/>
                  <a:pt x="4836196" y="2591512"/>
                </a:cubicBezTo>
                <a:lnTo>
                  <a:pt x="4824647" y="2611471"/>
                </a:lnTo>
                <a:cubicBezTo>
                  <a:pt x="4824351" y="2612004"/>
                  <a:pt x="4823817" y="2612300"/>
                  <a:pt x="4823225" y="2612300"/>
                </a:cubicBezTo>
                <a:lnTo>
                  <a:pt x="4800127" y="2612300"/>
                </a:lnTo>
                <a:cubicBezTo>
                  <a:pt x="4799535" y="2612300"/>
                  <a:pt x="4799002" y="2611945"/>
                  <a:pt x="4798706" y="2611471"/>
                </a:cubicBezTo>
                <a:lnTo>
                  <a:pt x="4787157" y="2591512"/>
                </a:lnTo>
                <a:cubicBezTo>
                  <a:pt x="4786861" y="2590979"/>
                  <a:pt x="4786861" y="2590328"/>
                  <a:pt x="4787157" y="2589854"/>
                </a:cubicBezTo>
                <a:lnTo>
                  <a:pt x="4798706" y="2569895"/>
                </a:lnTo>
                <a:cubicBezTo>
                  <a:pt x="4799002" y="2569362"/>
                  <a:pt x="4799535" y="2569066"/>
                  <a:pt x="4800127" y="2569066"/>
                </a:cubicBezTo>
                <a:close/>
                <a:moveTo>
                  <a:pt x="4867703" y="2568829"/>
                </a:moveTo>
                <a:lnTo>
                  <a:pt x="4890979" y="2568829"/>
                </a:lnTo>
                <a:cubicBezTo>
                  <a:pt x="4891571" y="2568829"/>
                  <a:pt x="4892104" y="2569125"/>
                  <a:pt x="4892400" y="2569658"/>
                </a:cubicBezTo>
                <a:lnTo>
                  <a:pt x="4904008" y="2589854"/>
                </a:lnTo>
                <a:cubicBezTo>
                  <a:pt x="4904304" y="2590387"/>
                  <a:pt x="4904304" y="2590979"/>
                  <a:pt x="4904008" y="2591512"/>
                </a:cubicBezTo>
                <a:lnTo>
                  <a:pt x="4892341" y="2611708"/>
                </a:lnTo>
                <a:cubicBezTo>
                  <a:pt x="4892044" y="2612241"/>
                  <a:pt x="4891511" y="2612537"/>
                  <a:pt x="4890919" y="2612537"/>
                </a:cubicBezTo>
                <a:lnTo>
                  <a:pt x="4867644" y="2612537"/>
                </a:lnTo>
                <a:cubicBezTo>
                  <a:pt x="4867051" y="2612537"/>
                  <a:pt x="4866519" y="2612241"/>
                  <a:pt x="4866222" y="2611708"/>
                </a:cubicBezTo>
                <a:lnTo>
                  <a:pt x="4854614" y="2591512"/>
                </a:lnTo>
                <a:cubicBezTo>
                  <a:pt x="4854318" y="2590979"/>
                  <a:pt x="4854318" y="2590387"/>
                  <a:pt x="4854614" y="2589854"/>
                </a:cubicBezTo>
                <a:lnTo>
                  <a:pt x="4866281" y="2569658"/>
                </a:lnTo>
                <a:cubicBezTo>
                  <a:pt x="4866578" y="2569125"/>
                  <a:pt x="4867111" y="2568829"/>
                  <a:pt x="4867703" y="2568829"/>
                </a:cubicBezTo>
                <a:close/>
                <a:moveTo>
                  <a:pt x="2980673" y="2522752"/>
                </a:moveTo>
                <a:lnTo>
                  <a:pt x="2990623" y="2522752"/>
                </a:lnTo>
                <a:cubicBezTo>
                  <a:pt x="2990859" y="2522752"/>
                  <a:pt x="2991215" y="2523107"/>
                  <a:pt x="2991215" y="2523107"/>
                </a:cubicBezTo>
                <a:lnTo>
                  <a:pt x="2996190" y="2531695"/>
                </a:lnTo>
                <a:cubicBezTo>
                  <a:pt x="2996308" y="2531932"/>
                  <a:pt x="2996190" y="2532406"/>
                  <a:pt x="2996190" y="2532406"/>
                </a:cubicBezTo>
                <a:lnTo>
                  <a:pt x="2991215" y="2540993"/>
                </a:lnTo>
                <a:cubicBezTo>
                  <a:pt x="2991097" y="2541230"/>
                  <a:pt x="2990623" y="2541349"/>
                  <a:pt x="2990623" y="2541349"/>
                </a:cubicBezTo>
                <a:lnTo>
                  <a:pt x="2980673" y="2541349"/>
                </a:lnTo>
                <a:cubicBezTo>
                  <a:pt x="2980436" y="2541349"/>
                  <a:pt x="2980081" y="2540993"/>
                  <a:pt x="2980081" y="2540993"/>
                </a:cubicBezTo>
                <a:lnTo>
                  <a:pt x="2975106" y="2532406"/>
                </a:lnTo>
                <a:cubicBezTo>
                  <a:pt x="2974987" y="2532169"/>
                  <a:pt x="2975106" y="2531695"/>
                  <a:pt x="2975106" y="2531695"/>
                </a:cubicBezTo>
                <a:lnTo>
                  <a:pt x="2980081" y="2523107"/>
                </a:lnTo>
                <a:cubicBezTo>
                  <a:pt x="2980199" y="2522871"/>
                  <a:pt x="2980673" y="2522752"/>
                  <a:pt x="2980673" y="2522752"/>
                </a:cubicBezTo>
                <a:close/>
                <a:moveTo>
                  <a:pt x="3115884" y="2522633"/>
                </a:moveTo>
                <a:lnTo>
                  <a:pt x="3125952" y="2522633"/>
                </a:lnTo>
                <a:cubicBezTo>
                  <a:pt x="3126189" y="2522633"/>
                  <a:pt x="3126545" y="2522988"/>
                  <a:pt x="3126545" y="2522988"/>
                </a:cubicBezTo>
                <a:lnTo>
                  <a:pt x="3131579" y="2531695"/>
                </a:lnTo>
                <a:cubicBezTo>
                  <a:pt x="3131697" y="2531931"/>
                  <a:pt x="3131579" y="2532405"/>
                  <a:pt x="3131579" y="2532405"/>
                </a:cubicBezTo>
                <a:lnTo>
                  <a:pt x="3126545" y="2541111"/>
                </a:lnTo>
                <a:cubicBezTo>
                  <a:pt x="3126426" y="2541348"/>
                  <a:pt x="3125952" y="2541467"/>
                  <a:pt x="3125952" y="2541467"/>
                </a:cubicBezTo>
                <a:lnTo>
                  <a:pt x="3115884" y="2541467"/>
                </a:lnTo>
                <a:cubicBezTo>
                  <a:pt x="3115647" y="2541467"/>
                  <a:pt x="3115292" y="2541111"/>
                  <a:pt x="3115292" y="2541111"/>
                </a:cubicBezTo>
                <a:lnTo>
                  <a:pt x="3110258" y="2532405"/>
                </a:lnTo>
                <a:cubicBezTo>
                  <a:pt x="3110139" y="2532168"/>
                  <a:pt x="3110258" y="2531695"/>
                  <a:pt x="3110258" y="2531695"/>
                </a:cubicBezTo>
                <a:lnTo>
                  <a:pt x="3115292" y="2522988"/>
                </a:lnTo>
                <a:cubicBezTo>
                  <a:pt x="3115410" y="2522752"/>
                  <a:pt x="3115884" y="2522633"/>
                  <a:pt x="3115884" y="2522633"/>
                </a:cubicBezTo>
                <a:close/>
                <a:moveTo>
                  <a:pt x="3251095" y="2522514"/>
                </a:moveTo>
                <a:lnTo>
                  <a:pt x="3261223" y="2522514"/>
                </a:lnTo>
                <a:cubicBezTo>
                  <a:pt x="3261460" y="2522514"/>
                  <a:pt x="3261815" y="2522870"/>
                  <a:pt x="3261815" y="2522870"/>
                </a:cubicBezTo>
                <a:lnTo>
                  <a:pt x="3266908" y="2531694"/>
                </a:lnTo>
                <a:cubicBezTo>
                  <a:pt x="3267027" y="2531931"/>
                  <a:pt x="3266908" y="2532405"/>
                  <a:pt x="3266908" y="2532405"/>
                </a:cubicBezTo>
                <a:lnTo>
                  <a:pt x="3261815" y="2541229"/>
                </a:lnTo>
                <a:cubicBezTo>
                  <a:pt x="3261696" y="2541466"/>
                  <a:pt x="3261223" y="2541585"/>
                  <a:pt x="3261223" y="2541585"/>
                </a:cubicBezTo>
                <a:lnTo>
                  <a:pt x="3251095" y="2541585"/>
                </a:lnTo>
                <a:cubicBezTo>
                  <a:pt x="3250858" y="2541585"/>
                  <a:pt x="3250503" y="2541229"/>
                  <a:pt x="3250503" y="2541229"/>
                </a:cubicBezTo>
                <a:lnTo>
                  <a:pt x="3245409" y="2532405"/>
                </a:lnTo>
                <a:cubicBezTo>
                  <a:pt x="3245292" y="2532168"/>
                  <a:pt x="3245409" y="2531694"/>
                  <a:pt x="3245409" y="2531694"/>
                </a:cubicBezTo>
                <a:lnTo>
                  <a:pt x="3250503" y="2522870"/>
                </a:lnTo>
                <a:cubicBezTo>
                  <a:pt x="3250621" y="2522633"/>
                  <a:pt x="3251095" y="2522514"/>
                  <a:pt x="3251095" y="2522514"/>
                </a:cubicBezTo>
                <a:close/>
                <a:moveTo>
                  <a:pt x="3183401" y="2522396"/>
                </a:moveTo>
                <a:lnTo>
                  <a:pt x="3193646" y="2522396"/>
                </a:lnTo>
                <a:cubicBezTo>
                  <a:pt x="3193943" y="2522396"/>
                  <a:pt x="3194298" y="2522751"/>
                  <a:pt x="3194298" y="2522751"/>
                </a:cubicBezTo>
                <a:lnTo>
                  <a:pt x="3199450" y="2531635"/>
                </a:lnTo>
                <a:cubicBezTo>
                  <a:pt x="3199569" y="2531813"/>
                  <a:pt x="3199450" y="2532346"/>
                  <a:pt x="3199450" y="2532346"/>
                </a:cubicBezTo>
                <a:lnTo>
                  <a:pt x="3194298" y="2541230"/>
                </a:lnTo>
                <a:cubicBezTo>
                  <a:pt x="3194121" y="2541466"/>
                  <a:pt x="3193646" y="2541585"/>
                  <a:pt x="3193646" y="2541585"/>
                </a:cubicBezTo>
                <a:lnTo>
                  <a:pt x="3183401" y="2541585"/>
                </a:lnTo>
                <a:cubicBezTo>
                  <a:pt x="3183105" y="2541585"/>
                  <a:pt x="3182749" y="2541230"/>
                  <a:pt x="3182749" y="2541230"/>
                </a:cubicBezTo>
                <a:lnTo>
                  <a:pt x="3177597" y="2532346"/>
                </a:lnTo>
                <a:cubicBezTo>
                  <a:pt x="3177478" y="2532168"/>
                  <a:pt x="3177597" y="2531635"/>
                  <a:pt x="3177597" y="2531635"/>
                </a:cubicBezTo>
                <a:lnTo>
                  <a:pt x="3182749" y="2522751"/>
                </a:lnTo>
                <a:cubicBezTo>
                  <a:pt x="3182927" y="2522514"/>
                  <a:pt x="3183401" y="2522396"/>
                  <a:pt x="3183401" y="2522396"/>
                </a:cubicBezTo>
                <a:close/>
                <a:moveTo>
                  <a:pt x="3048190" y="2522396"/>
                </a:moveTo>
                <a:lnTo>
                  <a:pt x="3058436" y="2522396"/>
                </a:lnTo>
                <a:cubicBezTo>
                  <a:pt x="3058732" y="2522396"/>
                  <a:pt x="3059087" y="2522751"/>
                  <a:pt x="3059087" y="2522751"/>
                </a:cubicBezTo>
                <a:lnTo>
                  <a:pt x="3064240" y="2531635"/>
                </a:lnTo>
                <a:cubicBezTo>
                  <a:pt x="3064358" y="2531813"/>
                  <a:pt x="3064240" y="2532346"/>
                  <a:pt x="3064240" y="2532346"/>
                </a:cubicBezTo>
                <a:lnTo>
                  <a:pt x="3059087" y="2541230"/>
                </a:lnTo>
                <a:cubicBezTo>
                  <a:pt x="3058910" y="2541466"/>
                  <a:pt x="3058436" y="2541585"/>
                  <a:pt x="3058436" y="2541585"/>
                </a:cubicBezTo>
                <a:lnTo>
                  <a:pt x="3048190" y="2541585"/>
                </a:lnTo>
                <a:cubicBezTo>
                  <a:pt x="3047893" y="2541585"/>
                  <a:pt x="3047538" y="2541230"/>
                  <a:pt x="3047538" y="2541230"/>
                </a:cubicBezTo>
                <a:lnTo>
                  <a:pt x="3042386" y="2532346"/>
                </a:lnTo>
                <a:cubicBezTo>
                  <a:pt x="3042267" y="2532168"/>
                  <a:pt x="3042386" y="2531635"/>
                  <a:pt x="3042386" y="2531635"/>
                </a:cubicBezTo>
                <a:lnTo>
                  <a:pt x="3047538" y="2522751"/>
                </a:lnTo>
                <a:cubicBezTo>
                  <a:pt x="3047716" y="2522514"/>
                  <a:pt x="3048190" y="2522396"/>
                  <a:pt x="3048190" y="2522396"/>
                </a:cubicBezTo>
                <a:close/>
                <a:moveTo>
                  <a:pt x="2912742" y="2522100"/>
                </a:moveTo>
                <a:lnTo>
                  <a:pt x="2923344" y="2522100"/>
                </a:lnTo>
                <a:cubicBezTo>
                  <a:pt x="2923640" y="2522100"/>
                  <a:pt x="2923995" y="2522455"/>
                  <a:pt x="2923995" y="2522455"/>
                </a:cubicBezTo>
                <a:lnTo>
                  <a:pt x="2929266" y="2531635"/>
                </a:lnTo>
                <a:cubicBezTo>
                  <a:pt x="2929385" y="2531872"/>
                  <a:pt x="2929266" y="2532405"/>
                  <a:pt x="2929266" y="2532405"/>
                </a:cubicBezTo>
                <a:lnTo>
                  <a:pt x="2923936" y="2541585"/>
                </a:lnTo>
                <a:cubicBezTo>
                  <a:pt x="2923818" y="2541822"/>
                  <a:pt x="2923284" y="2541940"/>
                  <a:pt x="2923284" y="2541940"/>
                </a:cubicBezTo>
                <a:lnTo>
                  <a:pt x="2912683" y="2541940"/>
                </a:lnTo>
                <a:cubicBezTo>
                  <a:pt x="2912387" y="2541940"/>
                  <a:pt x="2912031" y="2541585"/>
                  <a:pt x="2912031" y="2541585"/>
                </a:cubicBezTo>
                <a:lnTo>
                  <a:pt x="2906761" y="2532405"/>
                </a:lnTo>
                <a:cubicBezTo>
                  <a:pt x="2906642" y="2532168"/>
                  <a:pt x="2906761" y="2531635"/>
                  <a:pt x="2906761" y="2531635"/>
                </a:cubicBezTo>
                <a:lnTo>
                  <a:pt x="2912091" y="2522455"/>
                </a:lnTo>
                <a:cubicBezTo>
                  <a:pt x="2912209" y="2522218"/>
                  <a:pt x="2912742" y="2522100"/>
                  <a:pt x="2912742" y="2522100"/>
                </a:cubicBezTo>
                <a:close/>
                <a:moveTo>
                  <a:pt x="2844515" y="2521093"/>
                </a:moveTo>
                <a:lnTo>
                  <a:pt x="2856241" y="2521093"/>
                </a:lnTo>
                <a:cubicBezTo>
                  <a:pt x="2856537" y="2521093"/>
                  <a:pt x="2856952" y="2521508"/>
                  <a:pt x="2856952" y="2521508"/>
                </a:cubicBezTo>
                <a:lnTo>
                  <a:pt x="2862815" y="2531635"/>
                </a:lnTo>
                <a:cubicBezTo>
                  <a:pt x="2862993" y="2531872"/>
                  <a:pt x="2862815" y="2532464"/>
                  <a:pt x="2862815" y="2532464"/>
                </a:cubicBezTo>
                <a:lnTo>
                  <a:pt x="2856952" y="2542592"/>
                </a:lnTo>
                <a:cubicBezTo>
                  <a:pt x="2856834" y="2542829"/>
                  <a:pt x="2856241" y="2543006"/>
                  <a:pt x="2856241" y="2543006"/>
                </a:cubicBezTo>
                <a:lnTo>
                  <a:pt x="2844515" y="2543006"/>
                </a:lnTo>
                <a:cubicBezTo>
                  <a:pt x="2844219" y="2543006"/>
                  <a:pt x="2843804" y="2542592"/>
                  <a:pt x="2843804" y="2542592"/>
                </a:cubicBezTo>
                <a:lnTo>
                  <a:pt x="2837941" y="2532464"/>
                </a:lnTo>
                <a:cubicBezTo>
                  <a:pt x="2837763" y="2532227"/>
                  <a:pt x="2837941" y="2531635"/>
                  <a:pt x="2837941" y="2531635"/>
                </a:cubicBezTo>
                <a:lnTo>
                  <a:pt x="2843804" y="2521508"/>
                </a:lnTo>
                <a:cubicBezTo>
                  <a:pt x="2843922" y="2521271"/>
                  <a:pt x="2844515" y="2521093"/>
                  <a:pt x="2844515" y="2521093"/>
                </a:cubicBezTo>
                <a:close/>
                <a:moveTo>
                  <a:pt x="2573975" y="2521093"/>
                </a:moveTo>
                <a:lnTo>
                  <a:pt x="2585702" y="2521093"/>
                </a:lnTo>
                <a:cubicBezTo>
                  <a:pt x="2585998" y="2521093"/>
                  <a:pt x="2586412" y="2521508"/>
                  <a:pt x="2586412" y="2521508"/>
                </a:cubicBezTo>
                <a:lnTo>
                  <a:pt x="2592275" y="2531635"/>
                </a:lnTo>
                <a:cubicBezTo>
                  <a:pt x="2592453" y="2531872"/>
                  <a:pt x="2592275" y="2532464"/>
                  <a:pt x="2592275" y="2532464"/>
                </a:cubicBezTo>
                <a:lnTo>
                  <a:pt x="2586412" y="2542592"/>
                </a:lnTo>
                <a:cubicBezTo>
                  <a:pt x="2586294" y="2542829"/>
                  <a:pt x="2585702" y="2543006"/>
                  <a:pt x="2585702" y="2543006"/>
                </a:cubicBezTo>
                <a:lnTo>
                  <a:pt x="2573975" y="2543006"/>
                </a:lnTo>
                <a:cubicBezTo>
                  <a:pt x="2573679" y="2543006"/>
                  <a:pt x="2573264" y="2542592"/>
                  <a:pt x="2573264" y="2542592"/>
                </a:cubicBezTo>
                <a:lnTo>
                  <a:pt x="2567401" y="2532464"/>
                </a:lnTo>
                <a:cubicBezTo>
                  <a:pt x="2567223" y="2532227"/>
                  <a:pt x="2567401" y="2531635"/>
                  <a:pt x="2567401" y="2531635"/>
                </a:cubicBezTo>
                <a:lnTo>
                  <a:pt x="2573264" y="2521508"/>
                </a:lnTo>
                <a:cubicBezTo>
                  <a:pt x="2573383" y="2521271"/>
                  <a:pt x="2573975" y="2521093"/>
                  <a:pt x="2573975" y="2521093"/>
                </a:cubicBezTo>
                <a:close/>
                <a:moveTo>
                  <a:pt x="2641609" y="2520975"/>
                </a:moveTo>
                <a:lnTo>
                  <a:pt x="2653395" y="2520975"/>
                </a:lnTo>
                <a:cubicBezTo>
                  <a:pt x="2653691" y="2520975"/>
                  <a:pt x="2654106" y="2521390"/>
                  <a:pt x="2654106" y="2521390"/>
                </a:cubicBezTo>
                <a:lnTo>
                  <a:pt x="2660028" y="2531635"/>
                </a:lnTo>
                <a:cubicBezTo>
                  <a:pt x="2660206" y="2531872"/>
                  <a:pt x="2660028" y="2532465"/>
                  <a:pt x="2660028" y="2532465"/>
                </a:cubicBezTo>
                <a:lnTo>
                  <a:pt x="2654106" y="2542711"/>
                </a:lnTo>
                <a:cubicBezTo>
                  <a:pt x="2653987" y="2542947"/>
                  <a:pt x="2653395" y="2543125"/>
                  <a:pt x="2653395" y="2543125"/>
                </a:cubicBezTo>
                <a:lnTo>
                  <a:pt x="2641609" y="2543125"/>
                </a:lnTo>
                <a:cubicBezTo>
                  <a:pt x="2641313" y="2543125"/>
                  <a:pt x="2640899" y="2542711"/>
                  <a:pt x="2640899" y="2542711"/>
                </a:cubicBezTo>
                <a:lnTo>
                  <a:pt x="2634976" y="2532465"/>
                </a:lnTo>
                <a:cubicBezTo>
                  <a:pt x="2634798" y="2532228"/>
                  <a:pt x="2634976" y="2531635"/>
                  <a:pt x="2634976" y="2531635"/>
                </a:cubicBezTo>
                <a:lnTo>
                  <a:pt x="2640899" y="2521390"/>
                </a:lnTo>
                <a:cubicBezTo>
                  <a:pt x="2641017" y="2521152"/>
                  <a:pt x="2641609" y="2520975"/>
                  <a:pt x="2641609" y="2520975"/>
                </a:cubicBezTo>
                <a:close/>
                <a:moveTo>
                  <a:pt x="2506221" y="2520797"/>
                </a:moveTo>
                <a:lnTo>
                  <a:pt x="2518243" y="2520797"/>
                </a:lnTo>
                <a:cubicBezTo>
                  <a:pt x="2518539" y="2520797"/>
                  <a:pt x="2518954" y="2521212"/>
                  <a:pt x="2518954" y="2521212"/>
                </a:cubicBezTo>
                <a:lnTo>
                  <a:pt x="2524995" y="2531635"/>
                </a:lnTo>
                <a:cubicBezTo>
                  <a:pt x="2525173" y="2531872"/>
                  <a:pt x="2524995" y="2532465"/>
                  <a:pt x="2524995" y="2532465"/>
                </a:cubicBezTo>
                <a:lnTo>
                  <a:pt x="2518954" y="2542888"/>
                </a:lnTo>
                <a:cubicBezTo>
                  <a:pt x="2518836" y="2543125"/>
                  <a:pt x="2518539" y="2543302"/>
                  <a:pt x="2518243" y="2543302"/>
                </a:cubicBezTo>
                <a:lnTo>
                  <a:pt x="2506221" y="2543302"/>
                </a:lnTo>
                <a:cubicBezTo>
                  <a:pt x="2505925" y="2543302"/>
                  <a:pt x="2505510" y="2542888"/>
                  <a:pt x="2505510" y="2542888"/>
                </a:cubicBezTo>
                <a:lnTo>
                  <a:pt x="2499469" y="2532465"/>
                </a:lnTo>
                <a:cubicBezTo>
                  <a:pt x="2499291" y="2532227"/>
                  <a:pt x="2499469" y="2531635"/>
                  <a:pt x="2499469" y="2531635"/>
                </a:cubicBezTo>
                <a:lnTo>
                  <a:pt x="2505510" y="2521212"/>
                </a:lnTo>
                <a:cubicBezTo>
                  <a:pt x="2505628" y="2520975"/>
                  <a:pt x="2505925" y="2520797"/>
                  <a:pt x="2506221" y="2520797"/>
                </a:cubicBezTo>
                <a:close/>
                <a:moveTo>
                  <a:pt x="2438350" y="2520382"/>
                </a:moveTo>
                <a:lnTo>
                  <a:pt x="2450846" y="2520382"/>
                </a:lnTo>
                <a:cubicBezTo>
                  <a:pt x="2451142" y="2520382"/>
                  <a:pt x="2451616" y="2520797"/>
                  <a:pt x="2451616" y="2520797"/>
                </a:cubicBezTo>
                <a:lnTo>
                  <a:pt x="2457834" y="2531576"/>
                </a:lnTo>
                <a:cubicBezTo>
                  <a:pt x="2458012" y="2531872"/>
                  <a:pt x="2457834" y="2532464"/>
                  <a:pt x="2457834" y="2532464"/>
                </a:cubicBezTo>
                <a:lnTo>
                  <a:pt x="2451616" y="2543243"/>
                </a:lnTo>
                <a:cubicBezTo>
                  <a:pt x="2451438" y="2543480"/>
                  <a:pt x="2451142" y="2543657"/>
                  <a:pt x="2450846" y="2543657"/>
                </a:cubicBezTo>
                <a:lnTo>
                  <a:pt x="2438350" y="2543657"/>
                </a:lnTo>
                <a:cubicBezTo>
                  <a:pt x="2438054" y="2543657"/>
                  <a:pt x="2437580" y="2543243"/>
                  <a:pt x="2437580" y="2543243"/>
                </a:cubicBezTo>
                <a:lnTo>
                  <a:pt x="2431361" y="2532464"/>
                </a:lnTo>
                <a:cubicBezTo>
                  <a:pt x="2431183" y="2532168"/>
                  <a:pt x="2431361" y="2531576"/>
                  <a:pt x="2431361" y="2531576"/>
                </a:cubicBezTo>
                <a:lnTo>
                  <a:pt x="2437580" y="2520797"/>
                </a:lnTo>
                <a:cubicBezTo>
                  <a:pt x="2437757" y="2520560"/>
                  <a:pt x="2438054" y="2520382"/>
                  <a:pt x="2438350" y="2520382"/>
                </a:cubicBezTo>
                <a:close/>
                <a:moveTo>
                  <a:pt x="3925965" y="2519850"/>
                </a:moveTo>
                <a:lnTo>
                  <a:pt x="3938995" y="2519850"/>
                </a:lnTo>
                <a:cubicBezTo>
                  <a:pt x="3939290" y="2519850"/>
                  <a:pt x="3939764" y="2520324"/>
                  <a:pt x="3939764" y="2520324"/>
                </a:cubicBezTo>
                <a:lnTo>
                  <a:pt x="3946279" y="2531636"/>
                </a:lnTo>
                <a:cubicBezTo>
                  <a:pt x="3946456" y="2531932"/>
                  <a:pt x="3946279" y="2532583"/>
                  <a:pt x="3946279" y="2532583"/>
                </a:cubicBezTo>
                <a:lnTo>
                  <a:pt x="3939764" y="2543895"/>
                </a:lnTo>
                <a:cubicBezTo>
                  <a:pt x="3939646" y="2544191"/>
                  <a:pt x="3939290" y="2544369"/>
                  <a:pt x="3938995" y="2544369"/>
                </a:cubicBezTo>
                <a:lnTo>
                  <a:pt x="3925965" y="2544369"/>
                </a:lnTo>
                <a:cubicBezTo>
                  <a:pt x="3925669" y="2544369"/>
                  <a:pt x="3925195" y="2543895"/>
                  <a:pt x="3925195" y="2543895"/>
                </a:cubicBezTo>
                <a:lnTo>
                  <a:pt x="3918680" y="2532583"/>
                </a:lnTo>
                <a:cubicBezTo>
                  <a:pt x="3918502" y="2532287"/>
                  <a:pt x="3918680" y="2531636"/>
                  <a:pt x="3918680" y="2531636"/>
                </a:cubicBezTo>
                <a:lnTo>
                  <a:pt x="3925195" y="2520324"/>
                </a:lnTo>
                <a:cubicBezTo>
                  <a:pt x="3925313" y="2520027"/>
                  <a:pt x="3925669" y="2519850"/>
                  <a:pt x="3925965" y="2519850"/>
                </a:cubicBezTo>
                <a:close/>
                <a:moveTo>
                  <a:pt x="3520155" y="2519850"/>
                </a:moveTo>
                <a:lnTo>
                  <a:pt x="3533185" y="2519850"/>
                </a:lnTo>
                <a:cubicBezTo>
                  <a:pt x="3533480" y="2519850"/>
                  <a:pt x="3533955" y="2520324"/>
                  <a:pt x="3533955" y="2520324"/>
                </a:cubicBezTo>
                <a:lnTo>
                  <a:pt x="3540469" y="2531636"/>
                </a:lnTo>
                <a:cubicBezTo>
                  <a:pt x="3540647" y="2531932"/>
                  <a:pt x="3540469" y="2532583"/>
                  <a:pt x="3540469" y="2532583"/>
                </a:cubicBezTo>
                <a:lnTo>
                  <a:pt x="3533955" y="2543895"/>
                </a:lnTo>
                <a:cubicBezTo>
                  <a:pt x="3533836" y="2544191"/>
                  <a:pt x="3533480" y="2544369"/>
                  <a:pt x="3533185" y="2544369"/>
                </a:cubicBezTo>
                <a:lnTo>
                  <a:pt x="3520155" y="2544369"/>
                </a:lnTo>
                <a:cubicBezTo>
                  <a:pt x="3519859" y="2544369"/>
                  <a:pt x="3519385" y="2543895"/>
                  <a:pt x="3519385" y="2543895"/>
                </a:cubicBezTo>
                <a:lnTo>
                  <a:pt x="3512870" y="2532583"/>
                </a:lnTo>
                <a:cubicBezTo>
                  <a:pt x="3512692" y="2532287"/>
                  <a:pt x="3512870" y="2531636"/>
                  <a:pt x="3512870" y="2531636"/>
                </a:cubicBezTo>
                <a:lnTo>
                  <a:pt x="3519385" y="2520324"/>
                </a:lnTo>
                <a:cubicBezTo>
                  <a:pt x="3519503" y="2520027"/>
                  <a:pt x="3519859" y="2519850"/>
                  <a:pt x="3520155" y="2519850"/>
                </a:cubicBezTo>
                <a:close/>
                <a:moveTo>
                  <a:pt x="3452460" y="2519731"/>
                </a:moveTo>
                <a:lnTo>
                  <a:pt x="3465608" y="2519731"/>
                </a:lnTo>
                <a:cubicBezTo>
                  <a:pt x="3465963" y="2519731"/>
                  <a:pt x="3466437" y="2520205"/>
                  <a:pt x="3466437" y="2520205"/>
                </a:cubicBezTo>
                <a:lnTo>
                  <a:pt x="3473011" y="2531576"/>
                </a:lnTo>
                <a:cubicBezTo>
                  <a:pt x="3473189" y="2531872"/>
                  <a:pt x="3473011" y="2532523"/>
                  <a:pt x="3473011" y="2532523"/>
                </a:cubicBezTo>
                <a:lnTo>
                  <a:pt x="3466437" y="2543895"/>
                </a:lnTo>
                <a:cubicBezTo>
                  <a:pt x="3466259" y="2544191"/>
                  <a:pt x="3465963" y="2544368"/>
                  <a:pt x="3465608" y="2544368"/>
                </a:cubicBezTo>
                <a:lnTo>
                  <a:pt x="3452460" y="2544368"/>
                </a:lnTo>
                <a:cubicBezTo>
                  <a:pt x="3452104" y="2544368"/>
                  <a:pt x="3451631" y="2543895"/>
                  <a:pt x="3451631" y="2543895"/>
                </a:cubicBezTo>
                <a:lnTo>
                  <a:pt x="3445057" y="2532523"/>
                </a:lnTo>
                <a:cubicBezTo>
                  <a:pt x="3444879" y="2532227"/>
                  <a:pt x="3445057" y="2531576"/>
                  <a:pt x="3445057" y="2531576"/>
                </a:cubicBezTo>
                <a:lnTo>
                  <a:pt x="3451631" y="2520205"/>
                </a:lnTo>
                <a:cubicBezTo>
                  <a:pt x="3451809" y="2519909"/>
                  <a:pt x="3452104" y="2519731"/>
                  <a:pt x="3452460" y="2519731"/>
                </a:cubicBezTo>
                <a:close/>
                <a:moveTo>
                  <a:pt x="4061116" y="2519613"/>
                </a:moveTo>
                <a:lnTo>
                  <a:pt x="4074383" y="2519613"/>
                </a:lnTo>
                <a:cubicBezTo>
                  <a:pt x="4074738" y="2519613"/>
                  <a:pt x="4075212" y="2520087"/>
                  <a:pt x="4075212" y="2520087"/>
                </a:cubicBezTo>
                <a:lnTo>
                  <a:pt x="4081845" y="2531577"/>
                </a:lnTo>
                <a:cubicBezTo>
                  <a:pt x="4082022" y="2531873"/>
                  <a:pt x="4081845" y="2532524"/>
                  <a:pt x="4081845" y="2532524"/>
                </a:cubicBezTo>
                <a:lnTo>
                  <a:pt x="4075212" y="2544014"/>
                </a:lnTo>
                <a:cubicBezTo>
                  <a:pt x="4075034" y="2544310"/>
                  <a:pt x="4074738" y="2544488"/>
                  <a:pt x="4074383" y="2544488"/>
                </a:cubicBezTo>
                <a:lnTo>
                  <a:pt x="4061116" y="2544488"/>
                </a:lnTo>
                <a:cubicBezTo>
                  <a:pt x="4060761" y="2544488"/>
                  <a:pt x="4060287" y="2544014"/>
                  <a:pt x="4060287" y="2544014"/>
                </a:cubicBezTo>
                <a:lnTo>
                  <a:pt x="4053654" y="2532524"/>
                </a:lnTo>
                <a:cubicBezTo>
                  <a:pt x="4053476" y="2532228"/>
                  <a:pt x="4053654" y="2531577"/>
                  <a:pt x="4053654" y="2531577"/>
                </a:cubicBezTo>
                <a:lnTo>
                  <a:pt x="4060287" y="2520087"/>
                </a:lnTo>
                <a:cubicBezTo>
                  <a:pt x="4060464" y="2519791"/>
                  <a:pt x="4060761" y="2519613"/>
                  <a:pt x="4061116" y="2519613"/>
                </a:cubicBezTo>
                <a:close/>
                <a:moveTo>
                  <a:pt x="3858211" y="2519613"/>
                </a:moveTo>
                <a:lnTo>
                  <a:pt x="3871478" y="2519613"/>
                </a:lnTo>
                <a:cubicBezTo>
                  <a:pt x="3871833" y="2519613"/>
                  <a:pt x="3872307" y="2520087"/>
                  <a:pt x="3872307" y="2520087"/>
                </a:cubicBezTo>
                <a:lnTo>
                  <a:pt x="3878940" y="2531577"/>
                </a:lnTo>
                <a:cubicBezTo>
                  <a:pt x="3879117" y="2531873"/>
                  <a:pt x="3878940" y="2532524"/>
                  <a:pt x="3878940" y="2532524"/>
                </a:cubicBezTo>
                <a:lnTo>
                  <a:pt x="3872307" y="2544014"/>
                </a:lnTo>
                <a:cubicBezTo>
                  <a:pt x="3872129" y="2544310"/>
                  <a:pt x="3871833" y="2544488"/>
                  <a:pt x="3871478" y="2544488"/>
                </a:cubicBezTo>
                <a:lnTo>
                  <a:pt x="3858211" y="2544488"/>
                </a:lnTo>
                <a:cubicBezTo>
                  <a:pt x="3857856" y="2544488"/>
                  <a:pt x="3857382" y="2544014"/>
                  <a:pt x="3857382" y="2544014"/>
                </a:cubicBezTo>
                <a:lnTo>
                  <a:pt x="3850749" y="2532524"/>
                </a:lnTo>
                <a:cubicBezTo>
                  <a:pt x="3850571" y="2532228"/>
                  <a:pt x="3850749" y="2531577"/>
                  <a:pt x="3850749" y="2531577"/>
                </a:cubicBezTo>
                <a:lnTo>
                  <a:pt x="3857382" y="2520087"/>
                </a:lnTo>
                <a:cubicBezTo>
                  <a:pt x="3857560" y="2519791"/>
                  <a:pt x="3857856" y="2519613"/>
                  <a:pt x="3858211" y="2519613"/>
                </a:cubicBezTo>
                <a:close/>
                <a:moveTo>
                  <a:pt x="3317072" y="2519435"/>
                </a:moveTo>
                <a:lnTo>
                  <a:pt x="3330516" y="2519435"/>
                </a:lnTo>
                <a:cubicBezTo>
                  <a:pt x="3330871" y="2519435"/>
                  <a:pt x="3331345" y="2519909"/>
                  <a:pt x="3331345" y="2519909"/>
                </a:cubicBezTo>
                <a:lnTo>
                  <a:pt x="3338097" y="2531576"/>
                </a:lnTo>
                <a:cubicBezTo>
                  <a:pt x="3338274" y="2531872"/>
                  <a:pt x="3338097" y="2532524"/>
                  <a:pt x="3338097" y="2532524"/>
                </a:cubicBezTo>
                <a:lnTo>
                  <a:pt x="3331345" y="2544191"/>
                </a:lnTo>
                <a:cubicBezTo>
                  <a:pt x="3331168" y="2544487"/>
                  <a:pt x="3330871" y="2544665"/>
                  <a:pt x="3330516" y="2544665"/>
                </a:cubicBezTo>
                <a:lnTo>
                  <a:pt x="3317072" y="2544665"/>
                </a:lnTo>
                <a:cubicBezTo>
                  <a:pt x="3316716" y="2544665"/>
                  <a:pt x="3316243" y="2544191"/>
                  <a:pt x="3316243" y="2544191"/>
                </a:cubicBezTo>
                <a:lnTo>
                  <a:pt x="3309491" y="2532524"/>
                </a:lnTo>
                <a:cubicBezTo>
                  <a:pt x="3309313" y="2532227"/>
                  <a:pt x="3309491" y="2531576"/>
                  <a:pt x="3309491" y="2531576"/>
                </a:cubicBezTo>
                <a:lnTo>
                  <a:pt x="3316243" y="2519909"/>
                </a:lnTo>
                <a:cubicBezTo>
                  <a:pt x="3316420" y="2519612"/>
                  <a:pt x="3316716" y="2519435"/>
                  <a:pt x="3317072" y="2519435"/>
                </a:cubicBezTo>
                <a:close/>
                <a:moveTo>
                  <a:pt x="4196149" y="2519198"/>
                </a:moveTo>
                <a:lnTo>
                  <a:pt x="4209831" y="2519198"/>
                </a:lnTo>
                <a:cubicBezTo>
                  <a:pt x="4210186" y="2519198"/>
                  <a:pt x="4210482" y="2519376"/>
                  <a:pt x="4210660" y="2519672"/>
                </a:cubicBezTo>
                <a:lnTo>
                  <a:pt x="4217470" y="2531517"/>
                </a:lnTo>
                <a:cubicBezTo>
                  <a:pt x="4217648" y="2531813"/>
                  <a:pt x="4217648" y="2532168"/>
                  <a:pt x="4217470" y="2532465"/>
                </a:cubicBezTo>
                <a:lnTo>
                  <a:pt x="4210601" y="2544310"/>
                </a:lnTo>
                <a:cubicBezTo>
                  <a:pt x="4210423" y="2544606"/>
                  <a:pt x="4210126" y="2544783"/>
                  <a:pt x="4209771" y="2544783"/>
                </a:cubicBezTo>
                <a:lnTo>
                  <a:pt x="4196090" y="2544783"/>
                </a:lnTo>
                <a:cubicBezTo>
                  <a:pt x="4195735" y="2544783"/>
                  <a:pt x="4195439" y="2544606"/>
                  <a:pt x="4195261" y="2544310"/>
                </a:cubicBezTo>
                <a:lnTo>
                  <a:pt x="4188450" y="2532465"/>
                </a:lnTo>
                <a:cubicBezTo>
                  <a:pt x="4188273" y="2532168"/>
                  <a:pt x="4188273" y="2531813"/>
                  <a:pt x="4188450" y="2531517"/>
                </a:cubicBezTo>
                <a:lnTo>
                  <a:pt x="4195320" y="2519672"/>
                </a:lnTo>
                <a:cubicBezTo>
                  <a:pt x="4195498" y="2519376"/>
                  <a:pt x="4195794" y="2519198"/>
                  <a:pt x="4196149" y="2519198"/>
                </a:cubicBezTo>
                <a:close/>
                <a:moveTo>
                  <a:pt x="3993185" y="2519139"/>
                </a:moveTo>
                <a:lnTo>
                  <a:pt x="4006985" y="2519139"/>
                </a:lnTo>
                <a:cubicBezTo>
                  <a:pt x="4007340" y="2519139"/>
                  <a:pt x="4007637" y="2519316"/>
                  <a:pt x="4007815" y="2519613"/>
                </a:cubicBezTo>
                <a:lnTo>
                  <a:pt x="4014684" y="2531576"/>
                </a:lnTo>
                <a:cubicBezTo>
                  <a:pt x="4014862" y="2531872"/>
                  <a:pt x="4014862" y="2532228"/>
                  <a:pt x="4014684" y="2532524"/>
                </a:cubicBezTo>
                <a:lnTo>
                  <a:pt x="4007755" y="2544487"/>
                </a:lnTo>
                <a:cubicBezTo>
                  <a:pt x="4007578" y="2544783"/>
                  <a:pt x="4007281" y="2544961"/>
                  <a:pt x="4006926" y="2544961"/>
                </a:cubicBezTo>
                <a:lnTo>
                  <a:pt x="3993126" y="2544961"/>
                </a:lnTo>
                <a:cubicBezTo>
                  <a:pt x="3992771" y="2544961"/>
                  <a:pt x="3992475" y="2544783"/>
                  <a:pt x="3992298" y="2544487"/>
                </a:cubicBezTo>
                <a:lnTo>
                  <a:pt x="3985427" y="2532524"/>
                </a:lnTo>
                <a:cubicBezTo>
                  <a:pt x="3985250" y="2532228"/>
                  <a:pt x="3985250" y="2531872"/>
                  <a:pt x="3985427" y="2531576"/>
                </a:cubicBezTo>
                <a:lnTo>
                  <a:pt x="3992356" y="2519613"/>
                </a:lnTo>
                <a:cubicBezTo>
                  <a:pt x="3992534" y="2519316"/>
                  <a:pt x="3992831" y="2519139"/>
                  <a:pt x="3993185" y="2519139"/>
                </a:cubicBezTo>
                <a:close/>
                <a:moveTo>
                  <a:pt x="4331302" y="2519020"/>
                </a:moveTo>
                <a:lnTo>
                  <a:pt x="4345219" y="2519020"/>
                </a:lnTo>
                <a:cubicBezTo>
                  <a:pt x="4345574" y="2519020"/>
                  <a:pt x="4345871" y="2519197"/>
                  <a:pt x="4346048" y="2519494"/>
                </a:cubicBezTo>
                <a:lnTo>
                  <a:pt x="4352977" y="2531516"/>
                </a:lnTo>
                <a:cubicBezTo>
                  <a:pt x="4353155" y="2531812"/>
                  <a:pt x="4353155" y="2532227"/>
                  <a:pt x="4352977" y="2532523"/>
                </a:cubicBezTo>
                <a:lnTo>
                  <a:pt x="4345989" y="2544546"/>
                </a:lnTo>
                <a:cubicBezTo>
                  <a:pt x="4345811" y="2544842"/>
                  <a:pt x="4345515" y="2545020"/>
                  <a:pt x="4345160" y="2545020"/>
                </a:cubicBezTo>
                <a:lnTo>
                  <a:pt x="4331242" y="2545020"/>
                </a:lnTo>
                <a:cubicBezTo>
                  <a:pt x="4330887" y="2545020"/>
                  <a:pt x="4330591" y="2544842"/>
                  <a:pt x="4330413" y="2544546"/>
                </a:cubicBezTo>
                <a:lnTo>
                  <a:pt x="4323483" y="2532523"/>
                </a:lnTo>
                <a:cubicBezTo>
                  <a:pt x="4323306" y="2532227"/>
                  <a:pt x="4323306" y="2531812"/>
                  <a:pt x="4323483" y="2531516"/>
                </a:cubicBezTo>
                <a:lnTo>
                  <a:pt x="4330472" y="2519494"/>
                </a:lnTo>
                <a:cubicBezTo>
                  <a:pt x="4330649" y="2519197"/>
                  <a:pt x="4330946" y="2519020"/>
                  <a:pt x="4331302" y="2519020"/>
                </a:cubicBezTo>
                <a:close/>
                <a:moveTo>
                  <a:pt x="4263607" y="2518902"/>
                </a:moveTo>
                <a:lnTo>
                  <a:pt x="4277643" y="2518902"/>
                </a:lnTo>
                <a:cubicBezTo>
                  <a:pt x="4277940" y="2518902"/>
                  <a:pt x="4278294" y="2519080"/>
                  <a:pt x="4278472" y="2519376"/>
                </a:cubicBezTo>
                <a:lnTo>
                  <a:pt x="4285461" y="2531517"/>
                </a:lnTo>
                <a:cubicBezTo>
                  <a:pt x="4285638" y="2531813"/>
                  <a:pt x="4285638" y="2532228"/>
                  <a:pt x="4285461" y="2532524"/>
                </a:cubicBezTo>
                <a:lnTo>
                  <a:pt x="4278472" y="2544665"/>
                </a:lnTo>
                <a:cubicBezTo>
                  <a:pt x="4278294" y="2544961"/>
                  <a:pt x="4277999" y="2545139"/>
                  <a:pt x="4277643" y="2545139"/>
                </a:cubicBezTo>
                <a:lnTo>
                  <a:pt x="4263607" y="2545139"/>
                </a:lnTo>
                <a:cubicBezTo>
                  <a:pt x="4263310" y="2545139"/>
                  <a:pt x="4262955" y="2544961"/>
                  <a:pt x="4262778" y="2544665"/>
                </a:cubicBezTo>
                <a:lnTo>
                  <a:pt x="4255789" y="2532524"/>
                </a:lnTo>
                <a:cubicBezTo>
                  <a:pt x="4255612" y="2532228"/>
                  <a:pt x="4255612" y="2531813"/>
                  <a:pt x="4255789" y="2531517"/>
                </a:cubicBezTo>
                <a:lnTo>
                  <a:pt x="4262778" y="2519376"/>
                </a:lnTo>
                <a:cubicBezTo>
                  <a:pt x="4262955" y="2519080"/>
                  <a:pt x="4263252" y="2518902"/>
                  <a:pt x="4263607" y="2518902"/>
                </a:cubicBezTo>
                <a:close/>
                <a:moveTo>
                  <a:pt x="2708119" y="2518902"/>
                </a:moveTo>
                <a:lnTo>
                  <a:pt x="2722155" y="2518902"/>
                </a:lnTo>
                <a:cubicBezTo>
                  <a:pt x="2722452" y="2518902"/>
                  <a:pt x="2722807" y="2519080"/>
                  <a:pt x="2722984" y="2519376"/>
                </a:cubicBezTo>
                <a:lnTo>
                  <a:pt x="2729973" y="2531517"/>
                </a:lnTo>
                <a:cubicBezTo>
                  <a:pt x="2730151" y="2531813"/>
                  <a:pt x="2730151" y="2532228"/>
                  <a:pt x="2729973" y="2532524"/>
                </a:cubicBezTo>
                <a:lnTo>
                  <a:pt x="2722984" y="2544665"/>
                </a:lnTo>
                <a:cubicBezTo>
                  <a:pt x="2722807" y="2544961"/>
                  <a:pt x="2722511" y="2545139"/>
                  <a:pt x="2722155" y="2545139"/>
                </a:cubicBezTo>
                <a:lnTo>
                  <a:pt x="2708119" y="2545139"/>
                </a:lnTo>
                <a:cubicBezTo>
                  <a:pt x="2707823" y="2545139"/>
                  <a:pt x="2707467" y="2544961"/>
                  <a:pt x="2707290" y="2544665"/>
                </a:cubicBezTo>
                <a:lnTo>
                  <a:pt x="2700301" y="2532524"/>
                </a:lnTo>
                <a:cubicBezTo>
                  <a:pt x="2700124" y="2532228"/>
                  <a:pt x="2700124" y="2531813"/>
                  <a:pt x="2700301" y="2531517"/>
                </a:cubicBezTo>
                <a:lnTo>
                  <a:pt x="2707290" y="2519376"/>
                </a:lnTo>
                <a:cubicBezTo>
                  <a:pt x="2707467" y="2519080"/>
                  <a:pt x="2707764" y="2518902"/>
                  <a:pt x="2708119" y="2518902"/>
                </a:cubicBezTo>
                <a:close/>
                <a:moveTo>
                  <a:pt x="4128219" y="2518606"/>
                </a:moveTo>
                <a:lnTo>
                  <a:pt x="4142552" y="2518606"/>
                </a:lnTo>
                <a:cubicBezTo>
                  <a:pt x="4142907" y="2518606"/>
                  <a:pt x="4143262" y="2518843"/>
                  <a:pt x="4143439" y="2519139"/>
                </a:cubicBezTo>
                <a:lnTo>
                  <a:pt x="4150606" y="2531576"/>
                </a:lnTo>
                <a:cubicBezTo>
                  <a:pt x="4150783" y="2531872"/>
                  <a:pt x="4150783" y="2532287"/>
                  <a:pt x="4150606" y="2532583"/>
                </a:cubicBezTo>
                <a:lnTo>
                  <a:pt x="4143439" y="2545021"/>
                </a:lnTo>
                <a:cubicBezTo>
                  <a:pt x="4143262" y="2545376"/>
                  <a:pt x="4142907" y="2545553"/>
                  <a:pt x="4142552" y="2545553"/>
                </a:cubicBezTo>
                <a:lnTo>
                  <a:pt x="4128219" y="2545553"/>
                </a:lnTo>
                <a:cubicBezTo>
                  <a:pt x="4127863" y="2545553"/>
                  <a:pt x="4127508" y="2545317"/>
                  <a:pt x="4127330" y="2545021"/>
                </a:cubicBezTo>
                <a:lnTo>
                  <a:pt x="4120164" y="2532583"/>
                </a:lnTo>
                <a:cubicBezTo>
                  <a:pt x="4119987" y="2532287"/>
                  <a:pt x="4119987" y="2531872"/>
                  <a:pt x="4120164" y="2531576"/>
                </a:cubicBezTo>
                <a:lnTo>
                  <a:pt x="4127330" y="2519139"/>
                </a:lnTo>
                <a:cubicBezTo>
                  <a:pt x="4127508" y="2518784"/>
                  <a:pt x="4127863" y="2518606"/>
                  <a:pt x="4128219" y="2518606"/>
                </a:cubicBezTo>
                <a:close/>
                <a:moveTo>
                  <a:pt x="3384173" y="2518369"/>
                </a:moveTo>
                <a:lnTo>
                  <a:pt x="3398743" y="2518369"/>
                </a:lnTo>
                <a:cubicBezTo>
                  <a:pt x="3399098" y="2518369"/>
                  <a:pt x="3399453" y="2518606"/>
                  <a:pt x="3399631" y="2518902"/>
                </a:cubicBezTo>
                <a:lnTo>
                  <a:pt x="3406916" y="2531517"/>
                </a:lnTo>
                <a:cubicBezTo>
                  <a:pt x="3407094" y="2531813"/>
                  <a:pt x="3407094" y="2532227"/>
                  <a:pt x="3406916" y="2532524"/>
                </a:cubicBezTo>
                <a:lnTo>
                  <a:pt x="3399631" y="2545138"/>
                </a:lnTo>
                <a:cubicBezTo>
                  <a:pt x="3399453" y="2545494"/>
                  <a:pt x="3399098" y="2545672"/>
                  <a:pt x="3398743" y="2545672"/>
                </a:cubicBezTo>
                <a:lnTo>
                  <a:pt x="3384173" y="2545672"/>
                </a:lnTo>
                <a:cubicBezTo>
                  <a:pt x="3383818" y="2545672"/>
                  <a:pt x="3383463" y="2545435"/>
                  <a:pt x="3383285" y="2545138"/>
                </a:cubicBezTo>
                <a:lnTo>
                  <a:pt x="3376000" y="2532524"/>
                </a:lnTo>
                <a:cubicBezTo>
                  <a:pt x="3375823" y="2532227"/>
                  <a:pt x="3375823" y="2531813"/>
                  <a:pt x="3376000" y="2531517"/>
                </a:cubicBezTo>
                <a:lnTo>
                  <a:pt x="3383285" y="2518902"/>
                </a:lnTo>
                <a:cubicBezTo>
                  <a:pt x="3383463" y="2518546"/>
                  <a:pt x="3383818" y="2518369"/>
                  <a:pt x="3384173" y="2518369"/>
                </a:cubicBezTo>
                <a:close/>
                <a:moveTo>
                  <a:pt x="2369589" y="2518191"/>
                </a:moveTo>
                <a:lnTo>
                  <a:pt x="2384395" y="2518191"/>
                </a:lnTo>
                <a:cubicBezTo>
                  <a:pt x="2384750" y="2518191"/>
                  <a:pt x="2385106" y="2518428"/>
                  <a:pt x="2385283" y="2518724"/>
                </a:cubicBezTo>
                <a:lnTo>
                  <a:pt x="2392686" y="2531517"/>
                </a:lnTo>
                <a:cubicBezTo>
                  <a:pt x="2392864" y="2531872"/>
                  <a:pt x="2392864" y="2532287"/>
                  <a:pt x="2392686" y="2532583"/>
                </a:cubicBezTo>
                <a:lnTo>
                  <a:pt x="2385283" y="2545375"/>
                </a:lnTo>
                <a:cubicBezTo>
                  <a:pt x="2385106" y="2545731"/>
                  <a:pt x="2384750" y="2545908"/>
                  <a:pt x="2384395" y="2545908"/>
                </a:cubicBezTo>
                <a:lnTo>
                  <a:pt x="2369589" y="2545908"/>
                </a:lnTo>
                <a:cubicBezTo>
                  <a:pt x="2369233" y="2545908"/>
                  <a:pt x="2368878" y="2545672"/>
                  <a:pt x="2368700" y="2545375"/>
                </a:cubicBezTo>
                <a:lnTo>
                  <a:pt x="2361297" y="2532583"/>
                </a:lnTo>
                <a:cubicBezTo>
                  <a:pt x="2361120" y="2532227"/>
                  <a:pt x="2361120" y="2531813"/>
                  <a:pt x="2361297" y="2531517"/>
                </a:cubicBezTo>
                <a:lnTo>
                  <a:pt x="2368700" y="2518724"/>
                </a:lnTo>
                <a:cubicBezTo>
                  <a:pt x="2368878" y="2518369"/>
                  <a:pt x="2369233" y="2518191"/>
                  <a:pt x="2369589" y="2518191"/>
                </a:cubicBezTo>
                <a:close/>
                <a:moveTo>
                  <a:pt x="4398403" y="2517954"/>
                </a:moveTo>
                <a:lnTo>
                  <a:pt x="4413387" y="2517954"/>
                </a:lnTo>
                <a:cubicBezTo>
                  <a:pt x="4413742" y="2517954"/>
                  <a:pt x="4414098" y="2518191"/>
                  <a:pt x="4414276" y="2518487"/>
                </a:cubicBezTo>
                <a:lnTo>
                  <a:pt x="4421797" y="2531516"/>
                </a:lnTo>
                <a:cubicBezTo>
                  <a:pt x="4421975" y="2531872"/>
                  <a:pt x="4421975" y="2532286"/>
                  <a:pt x="4421797" y="2532582"/>
                </a:cubicBezTo>
                <a:lnTo>
                  <a:pt x="4414276" y="2545612"/>
                </a:lnTo>
                <a:cubicBezTo>
                  <a:pt x="4414098" y="2545967"/>
                  <a:pt x="4413742" y="2546145"/>
                  <a:pt x="4413387" y="2546145"/>
                </a:cubicBezTo>
                <a:lnTo>
                  <a:pt x="4398403" y="2546145"/>
                </a:lnTo>
                <a:cubicBezTo>
                  <a:pt x="4398047" y="2546145"/>
                  <a:pt x="4397692" y="2545908"/>
                  <a:pt x="4397515" y="2545612"/>
                </a:cubicBezTo>
                <a:lnTo>
                  <a:pt x="4389993" y="2532582"/>
                </a:lnTo>
                <a:cubicBezTo>
                  <a:pt x="4389816" y="2532227"/>
                  <a:pt x="4389816" y="2531812"/>
                  <a:pt x="4389993" y="2531516"/>
                </a:cubicBezTo>
                <a:lnTo>
                  <a:pt x="4397515" y="2518487"/>
                </a:lnTo>
                <a:cubicBezTo>
                  <a:pt x="4397692" y="2518131"/>
                  <a:pt x="4398047" y="2517954"/>
                  <a:pt x="4398403" y="2517954"/>
                </a:cubicBezTo>
                <a:close/>
                <a:moveTo>
                  <a:pt x="3586782" y="2517895"/>
                </a:moveTo>
                <a:lnTo>
                  <a:pt x="3601885" y="2517895"/>
                </a:lnTo>
                <a:cubicBezTo>
                  <a:pt x="3602299" y="2517895"/>
                  <a:pt x="3602655" y="2518072"/>
                  <a:pt x="3602833" y="2518428"/>
                </a:cubicBezTo>
                <a:lnTo>
                  <a:pt x="3610413" y="2531517"/>
                </a:lnTo>
                <a:cubicBezTo>
                  <a:pt x="3610591" y="2531813"/>
                  <a:pt x="3610591" y="2532227"/>
                  <a:pt x="3610413" y="2532583"/>
                </a:cubicBezTo>
                <a:lnTo>
                  <a:pt x="3602833" y="2545672"/>
                </a:lnTo>
                <a:cubicBezTo>
                  <a:pt x="3602596" y="2546027"/>
                  <a:pt x="3602240" y="2546204"/>
                  <a:pt x="3601885" y="2546204"/>
                </a:cubicBezTo>
                <a:lnTo>
                  <a:pt x="3586782" y="2546204"/>
                </a:lnTo>
                <a:cubicBezTo>
                  <a:pt x="3586368" y="2546204"/>
                  <a:pt x="3586012" y="2546027"/>
                  <a:pt x="3585835" y="2545672"/>
                </a:cubicBezTo>
                <a:lnTo>
                  <a:pt x="3578254" y="2532583"/>
                </a:lnTo>
                <a:cubicBezTo>
                  <a:pt x="3578077" y="2532287"/>
                  <a:pt x="3578077" y="2531872"/>
                  <a:pt x="3578254" y="2531517"/>
                </a:cubicBezTo>
                <a:lnTo>
                  <a:pt x="3585835" y="2518428"/>
                </a:lnTo>
                <a:cubicBezTo>
                  <a:pt x="3586072" y="2518072"/>
                  <a:pt x="3586427" y="2517895"/>
                  <a:pt x="3586782" y="2517895"/>
                </a:cubicBezTo>
                <a:close/>
                <a:moveTo>
                  <a:pt x="3789629" y="2517777"/>
                </a:moveTo>
                <a:lnTo>
                  <a:pt x="3804850" y="2517777"/>
                </a:lnTo>
                <a:cubicBezTo>
                  <a:pt x="3805264" y="2517777"/>
                  <a:pt x="3805620" y="2517955"/>
                  <a:pt x="3805797" y="2518310"/>
                </a:cubicBezTo>
                <a:lnTo>
                  <a:pt x="3813437" y="2531517"/>
                </a:lnTo>
                <a:cubicBezTo>
                  <a:pt x="3813615" y="2531813"/>
                  <a:pt x="3813615" y="2532228"/>
                  <a:pt x="3813437" y="2532583"/>
                </a:cubicBezTo>
                <a:lnTo>
                  <a:pt x="3805797" y="2545791"/>
                </a:lnTo>
                <a:cubicBezTo>
                  <a:pt x="3805561" y="2546087"/>
                  <a:pt x="3805205" y="2546324"/>
                  <a:pt x="3804850" y="2546324"/>
                </a:cubicBezTo>
                <a:lnTo>
                  <a:pt x="3789629" y="2546324"/>
                </a:lnTo>
                <a:cubicBezTo>
                  <a:pt x="3789214" y="2546324"/>
                  <a:pt x="3788859" y="2546146"/>
                  <a:pt x="3788682" y="2545791"/>
                </a:cubicBezTo>
                <a:lnTo>
                  <a:pt x="3781041" y="2532583"/>
                </a:lnTo>
                <a:cubicBezTo>
                  <a:pt x="3780864" y="2532287"/>
                  <a:pt x="3780864" y="2531873"/>
                  <a:pt x="3781041" y="2531517"/>
                </a:cubicBezTo>
                <a:lnTo>
                  <a:pt x="3788682" y="2518310"/>
                </a:lnTo>
                <a:cubicBezTo>
                  <a:pt x="3788918" y="2518014"/>
                  <a:pt x="3789274" y="2517777"/>
                  <a:pt x="3789629" y="2517777"/>
                </a:cubicBezTo>
                <a:close/>
                <a:moveTo>
                  <a:pt x="3721875" y="2517540"/>
                </a:moveTo>
                <a:lnTo>
                  <a:pt x="3737333" y="2517540"/>
                </a:lnTo>
                <a:cubicBezTo>
                  <a:pt x="3737747" y="2517540"/>
                  <a:pt x="3738103" y="2517717"/>
                  <a:pt x="3738281" y="2518073"/>
                </a:cubicBezTo>
                <a:lnTo>
                  <a:pt x="3745980" y="2531458"/>
                </a:lnTo>
                <a:cubicBezTo>
                  <a:pt x="3746157" y="2531754"/>
                  <a:pt x="3746157" y="2532168"/>
                  <a:pt x="3745980" y="2532524"/>
                </a:cubicBezTo>
                <a:lnTo>
                  <a:pt x="3738221" y="2545909"/>
                </a:lnTo>
                <a:cubicBezTo>
                  <a:pt x="3738044" y="2546205"/>
                  <a:pt x="3737629" y="2546442"/>
                  <a:pt x="3737274" y="2546442"/>
                </a:cubicBezTo>
                <a:lnTo>
                  <a:pt x="3721816" y="2546442"/>
                </a:lnTo>
                <a:cubicBezTo>
                  <a:pt x="3721401" y="2546442"/>
                  <a:pt x="3721046" y="2546264"/>
                  <a:pt x="3720868" y="2545909"/>
                </a:cubicBezTo>
                <a:lnTo>
                  <a:pt x="3713169" y="2532524"/>
                </a:lnTo>
                <a:cubicBezTo>
                  <a:pt x="3712992" y="2532228"/>
                  <a:pt x="3712992" y="2531813"/>
                  <a:pt x="3713169" y="2531458"/>
                </a:cubicBezTo>
                <a:lnTo>
                  <a:pt x="3720927" y="2518073"/>
                </a:lnTo>
                <a:cubicBezTo>
                  <a:pt x="3721105" y="2517777"/>
                  <a:pt x="3721520" y="2517540"/>
                  <a:pt x="3721875" y="2517540"/>
                </a:cubicBezTo>
                <a:close/>
                <a:moveTo>
                  <a:pt x="3653944" y="2517066"/>
                </a:moveTo>
                <a:lnTo>
                  <a:pt x="3669935" y="2517066"/>
                </a:lnTo>
                <a:cubicBezTo>
                  <a:pt x="3670349" y="2517066"/>
                  <a:pt x="3670764" y="2517303"/>
                  <a:pt x="3670942" y="2517658"/>
                </a:cubicBezTo>
                <a:lnTo>
                  <a:pt x="3678937" y="2531517"/>
                </a:lnTo>
                <a:cubicBezTo>
                  <a:pt x="3679115" y="2531872"/>
                  <a:pt x="3679115" y="2532287"/>
                  <a:pt x="3678937" y="2532642"/>
                </a:cubicBezTo>
                <a:lnTo>
                  <a:pt x="3670942" y="2546501"/>
                </a:lnTo>
                <a:cubicBezTo>
                  <a:pt x="3670764" y="2546856"/>
                  <a:pt x="3670408" y="2547093"/>
                  <a:pt x="3669994" y="2547093"/>
                </a:cubicBezTo>
                <a:lnTo>
                  <a:pt x="3654003" y="2547093"/>
                </a:lnTo>
                <a:cubicBezTo>
                  <a:pt x="3653589" y="2547093"/>
                  <a:pt x="3653174" y="2546856"/>
                  <a:pt x="3652997" y="2546501"/>
                </a:cubicBezTo>
                <a:lnTo>
                  <a:pt x="3645001" y="2532642"/>
                </a:lnTo>
                <a:cubicBezTo>
                  <a:pt x="3644824" y="2532287"/>
                  <a:pt x="3644824" y="2531872"/>
                  <a:pt x="3645001" y="2531517"/>
                </a:cubicBezTo>
                <a:lnTo>
                  <a:pt x="3652997" y="2517658"/>
                </a:lnTo>
                <a:cubicBezTo>
                  <a:pt x="3653174" y="2517303"/>
                  <a:pt x="3653529" y="2517066"/>
                  <a:pt x="3653944" y="2517066"/>
                </a:cubicBezTo>
                <a:close/>
                <a:moveTo>
                  <a:pt x="2774747" y="2517066"/>
                </a:moveTo>
                <a:lnTo>
                  <a:pt x="2790738" y="2517066"/>
                </a:lnTo>
                <a:cubicBezTo>
                  <a:pt x="2791093" y="2517066"/>
                  <a:pt x="2791508" y="2517303"/>
                  <a:pt x="2791686" y="2517658"/>
                </a:cubicBezTo>
                <a:lnTo>
                  <a:pt x="2799681" y="2531517"/>
                </a:lnTo>
                <a:cubicBezTo>
                  <a:pt x="2799859" y="2531872"/>
                  <a:pt x="2799859" y="2532287"/>
                  <a:pt x="2799681" y="2532642"/>
                </a:cubicBezTo>
                <a:lnTo>
                  <a:pt x="2791686" y="2546501"/>
                </a:lnTo>
                <a:cubicBezTo>
                  <a:pt x="2791508" y="2546856"/>
                  <a:pt x="2791153" y="2547093"/>
                  <a:pt x="2790738" y="2547093"/>
                </a:cubicBezTo>
                <a:lnTo>
                  <a:pt x="2774747" y="2547093"/>
                </a:lnTo>
                <a:cubicBezTo>
                  <a:pt x="2774392" y="2547093"/>
                  <a:pt x="2773977" y="2546856"/>
                  <a:pt x="2773800" y="2546501"/>
                </a:cubicBezTo>
                <a:lnTo>
                  <a:pt x="2765804" y="2532642"/>
                </a:lnTo>
                <a:cubicBezTo>
                  <a:pt x="2765627" y="2532287"/>
                  <a:pt x="2765627" y="2531872"/>
                  <a:pt x="2765804" y="2531517"/>
                </a:cubicBezTo>
                <a:lnTo>
                  <a:pt x="2773800" y="2517658"/>
                </a:lnTo>
                <a:cubicBezTo>
                  <a:pt x="2773977" y="2517303"/>
                  <a:pt x="2774333" y="2517066"/>
                  <a:pt x="2774747" y="2517066"/>
                </a:cubicBezTo>
                <a:close/>
                <a:moveTo>
                  <a:pt x="2166091" y="2517066"/>
                </a:moveTo>
                <a:lnTo>
                  <a:pt x="2182082" y="2517066"/>
                </a:lnTo>
                <a:cubicBezTo>
                  <a:pt x="2182437" y="2517066"/>
                  <a:pt x="2182852" y="2517303"/>
                  <a:pt x="2183030" y="2517658"/>
                </a:cubicBezTo>
                <a:lnTo>
                  <a:pt x="2191025" y="2531517"/>
                </a:lnTo>
                <a:cubicBezTo>
                  <a:pt x="2191203" y="2531872"/>
                  <a:pt x="2191203" y="2532287"/>
                  <a:pt x="2191025" y="2532642"/>
                </a:cubicBezTo>
                <a:lnTo>
                  <a:pt x="2183030" y="2546501"/>
                </a:lnTo>
                <a:cubicBezTo>
                  <a:pt x="2182852" y="2546856"/>
                  <a:pt x="2182497" y="2547093"/>
                  <a:pt x="2182082" y="2547093"/>
                </a:cubicBezTo>
                <a:lnTo>
                  <a:pt x="2166091" y="2547093"/>
                </a:lnTo>
                <a:cubicBezTo>
                  <a:pt x="2165736" y="2547093"/>
                  <a:pt x="2165321" y="2546856"/>
                  <a:pt x="2165144" y="2546501"/>
                </a:cubicBezTo>
                <a:lnTo>
                  <a:pt x="2157148" y="2532642"/>
                </a:lnTo>
                <a:cubicBezTo>
                  <a:pt x="2156971" y="2532287"/>
                  <a:pt x="2156971" y="2531872"/>
                  <a:pt x="2157148" y="2531517"/>
                </a:cubicBezTo>
                <a:lnTo>
                  <a:pt x="2165144" y="2517658"/>
                </a:lnTo>
                <a:cubicBezTo>
                  <a:pt x="2165321" y="2517303"/>
                  <a:pt x="2165677" y="2517066"/>
                  <a:pt x="2166091" y="2517066"/>
                </a:cubicBezTo>
                <a:close/>
                <a:moveTo>
                  <a:pt x="2030111" y="2515822"/>
                </a:moveTo>
                <a:lnTo>
                  <a:pt x="2047463" y="2515822"/>
                </a:lnTo>
                <a:cubicBezTo>
                  <a:pt x="2047878" y="2515822"/>
                  <a:pt x="2048293" y="2516059"/>
                  <a:pt x="2048529" y="2516414"/>
                </a:cubicBezTo>
                <a:lnTo>
                  <a:pt x="2057176" y="2531457"/>
                </a:lnTo>
                <a:cubicBezTo>
                  <a:pt x="2057413" y="2531872"/>
                  <a:pt x="2057413" y="2532346"/>
                  <a:pt x="2057176" y="2532701"/>
                </a:cubicBezTo>
                <a:lnTo>
                  <a:pt x="2048529" y="2547744"/>
                </a:lnTo>
                <a:cubicBezTo>
                  <a:pt x="2048293" y="2548099"/>
                  <a:pt x="2047878" y="2548337"/>
                  <a:pt x="2047463" y="2548337"/>
                </a:cubicBezTo>
                <a:lnTo>
                  <a:pt x="2030111" y="2548337"/>
                </a:lnTo>
                <a:cubicBezTo>
                  <a:pt x="2029696" y="2548337"/>
                  <a:pt x="2029281" y="2548099"/>
                  <a:pt x="2029045" y="2547744"/>
                </a:cubicBezTo>
                <a:lnTo>
                  <a:pt x="2020398" y="2532701"/>
                </a:lnTo>
                <a:cubicBezTo>
                  <a:pt x="2020161" y="2532286"/>
                  <a:pt x="2020161" y="2531812"/>
                  <a:pt x="2020398" y="2531457"/>
                </a:cubicBezTo>
                <a:lnTo>
                  <a:pt x="2029045" y="2516414"/>
                </a:lnTo>
                <a:cubicBezTo>
                  <a:pt x="2029281" y="2516059"/>
                  <a:pt x="2029696" y="2515822"/>
                  <a:pt x="2030111" y="2515822"/>
                </a:cubicBezTo>
                <a:close/>
                <a:moveTo>
                  <a:pt x="2300592" y="2515704"/>
                </a:moveTo>
                <a:lnTo>
                  <a:pt x="2318063" y="2515704"/>
                </a:lnTo>
                <a:cubicBezTo>
                  <a:pt x="2318478" y="2515704"/>
                  <a:pt x="2318892" y="2515941"/>
                  <a:pt x="2319129" y="2516296"/>
                </a:cubicBezTo>
                <a:lnTo>
                  <a:pt x="2327836" y="2531398"/>
                </a:lnTo>
                <a:cubicBezTo>
                  <a:pt x="2328072" y="2531813"/>
                  <a:pt x="2328072" y="2532287"/>
                  <a:pt x="2327836" y="2532642"/>
                </a:cubicBezTo>
                <a:lnTo>
                  <a:pt x="2319129" y="2547745"/>
                </a:lnTo>
                <a:cubicBezTo>
                  <a:pt x="2318892" y="2548100"/>
                  <a:pt x="2318478" y="2548337"/>
                  <a:pt x="2318063" y="2548337"/>
                </a:cubicBezTo>
                <a:lnTo>
                  <a:pt x="2300592" y="2548337"/>
                </a:lnTo>
                <a:cubicBezTo>
                  <a:pt x="2300177" y="2548337"/>
                  <a:pt x="2299763" y="2548100"/>
                  <a:pt x="2299526" y="2547745"/>
                </a:cubicBezTo>
                <a:lnTo>
                  <a:pt x="2290820" y="2532642"/>
                </a:lnTo>
                <a:cubicBezTo>
                  <a:pt x="2290583" y="2532228"/>
                  <a:pt x="2290583" y="2531754"/>
                  <a:pt x="2290820" y="2531398"/>
                </a:cubicBezTo>
                <a:lnTo>
                  <a:pt x="2299526" y="2516296"/>
                </a:lnTo>
                <a:cubicBezTo>
                  <a:pt x="2299763" y="2515941"/>
                  <a:pt x="2300177" y="2515704"/>
                  <a:pt x="2300592" y="2515704"/>
                </a:cubicBezTo>
                <a:close/>
                <a:moveTo>
                  <a:pt x="1962417" y="2515704"/>
                </a:moveTo>
                <a:lnTo>
                  <a:pt x="1979888" y="2515704"/>
                </a:lnTo>
                <a:cubicBezTo>
                  <a:pt x="1980303" y="2515704"/>
                  <a:pt x="1980717" y="2515941"/>
                  <a:pt x="1980954" y="2516296"/>
                </a:cubicBezTo>
                <a:lnTo>
                  <a:pt x="1989660" y="2531398"/>
                </a:lnTo>
                <a:cubicBezTo>
                  <a:pt x="1989897" y="2531813"/>
                  <a:pt x="1989897" y="2532287"/>
                  <a:pt x="1989660" y="2532642"/>
                </a:cubicBezTo>
                <a:lnTo>
                  <a:pt x="1980954" y="2547745"/>
                </a:lnTo>
                <a:cubicBezTo>
                  <a:pt x="1980717" y="2548100"/>
                  <a:pt x="1980303" y="2548337"/>
                  <a:pt x="1979888" y="2548337"/>
                </a:cubicBezTo>
                <a:lnTo>
                  <a:pt x="1962417" y="2548337"/>
                </a:lnTo>
                <a:cubicBezTo>
                  <a:pt x="1962002" y="2548337"/>
                  <a:pt x="1961588" y="2548100"/>
                  <a:pt x="1961351" y="2547745"/>
                </a:cubicBezTo>
                <a:lnTo>
                  <a:pt x="1952645" y="2532642"/>
                </a:lnTo>
                <a:cubicBezTo>
                  <a:pt x="1952408" y="2532228"/>
                  <a:pt x="1952408" y="2531754"/>
                  <a:pt x="1952645" y="2531398"/>
                </a:cubicBezTo>
                <a:lnTo>
                  <a:pt x="1961351" y="2516296"/>
                </a:lnTo>
                <a:cubicBezTo>
                  <a:pt x="1961588" y="2515941"/>
                  <a:pt x="1962002" y="2515704"/>
                  <a:pt x="1962417" y="2515704"/>
                </a:cubicBezTo>
                <a:close/>
                <a:moveTo>
                  <a:pt x="1894781" y="2515585"/>
                </a:moveTo>
                <a:lnTo>
                  <a:pt x="1912312" y="2515585"/>
                </a:lnTo>
                <a:cubicBezTo>
                  <a:pt x="1912726" y="2515585"/>
                  <a:pt x="1913141" y="2515822"/>
                  <a:pt x="1913378" y="2516177"/>
                </a:cubicBezTo>
                <a:lnTo>
                  <a:pt x="1922143" y="2531398"/>
                </a:lnTo>
                <a:cubicBezTo>
                  <a:pt x="1922380" y="2531754"/>
                  <a:pt x="1922380" y="2532287"/>
                  <a:pt x="1922143" y="2532642"/>
                </a:cubicBezTo>
                <a:lnTo>
                  <a:pt x="1913378" y="2547863"/>
                </a:lnTo>
                <a:cubicBezTo>
                  <a:pt x="1913141" y="2548218"/>
                  <a:pt x="1912726" y="2548455"/>
                  <a:pt x="1912312" y="2548455"/>
                </a:cubicBezTo>
                <a:lnTo>
                  <a:pt x="1894781" y="2548455"/>
                </a:lnTo>
                <a:cubicBezTo>
                  <a:pt x="1894367" y="2548455"/>
                  <a:pt x="1893952" y="2548218"/>
                  <a:pt x="1893715" y="2547863"/>
                </a:cubicBezTo>
                <a:lnTo>
                  <a:pt x="1884950" y="2532642"/>
                </a:lnTo>
                <a:cubicBezTo>
                  <a:pt x="1884713" y="2532287"/>
                  <a:pt x="1884713" y="2531754"/>
                  <a:pt x="1884950" y="2531398"/>
                </a:cubicBezTo>
                <a:lnTo>
                  <a:pt x="1893715" y="2516177"/>
                </a:lnTo>
                <a:cubicBezTo>
                  <a:pt x="1893952" y="2515822"/>
                  <a:pt x="1894367" y="2515585"/>
                  <a:pt x="1894781" y="2515585"/>
                </a:cubicBezTo>
                <a:close/>
                <a:moveTo>
                  <a:pt x="2097627" y="2515467"/>
                </a:moveTo>
                <a:lnTo>
                  <a:pt x="2115276" y="2515467"/>
                </a:lnTo>
                <a:cubicBezTo>
                  <a:pt x="2115691" y="2515467"/>
                  <a:pt x="2116106" y="2515763"/>
                  <a:pt x="2116342" y="2516118"/>
                </a:cubicBezTo>
                <a:lnTo>
                  <a:pt x="2125167" y="2531398"/>
                </a:lnTo>
                <a:cubicBezTo>
                  <a:pt x="2125404" y="2531754"/>
                  <a:pt x="2125404" y="2532287"/>
                  <a:pt x="2125167" y="2532642"/>
                </a:cubicBezTo>
                <a:lnTo>
                  <a:pt x="2116342" y="2547922"/>
                </a:lnTo>
                <a:cubicBezTo>
                  <a:pt x="2116106" y="2548337"/>
                  <a:pt x="2115691" y="2548574"/>
                  <a:pt x="2115276" y="2548574"/>
                </a:cubicBezTo>
                <a:lnTo>
                  <a:pt x="2097627" y="2548574"/>
                </a:lnTo>
                <a:cubicBezTo>
                  <a:pt x="2097213" y="2548574"/>
                  <a:pt x="2096798" y="2548278"/>
                  <a:pt x="2096561" y="2547922"/>
                </a:cubicBezTo>
                <a:lnTo>
                  <a:pt x="2087737" y="2532642"/>
                </a:lnTo>
                <a:cubicBezTo>
                  <a:pt x="2087500" y="2532287"/>
                  <a:pt x="2087500" y="2531754"/>
                  <a:pt x="2087737" y="2531398"/>
                </a:cubicBezTo>
                <a:lnTo>
                  <a:pt x="2096561" y="2516118"/>
                </a:lnTo>
                <a:cubicBezTo>
                  <a:pt x="2096798" y="2515704"/>
                  <a:pt x="2097213" y="2515467"/>
                  <a:pt x="2097627" y="2515467"/>
                </a:cubicBezTo>
                <a:close/>
                <a:moveTo>
                  <a:pt x="2232720" y="2515171"/>
                </a:moveTo>
                <a:lnTo>
                  <a:pt x="2250724" y="2515171"/>
                </a:lnTo>
                <a:cubicBezTo>
                  <a:pt x="2251198" y="2515171"/>
                  <a:pt x="2251613" y="2515408"/>
                  <a:pt x="2251850" y="2515823"/>
                </a:cubicBezTo>
                <a:lnTo>
                  <a:pt x="2260852" y="2531399"/>
                </a:lnTo>
                <a:cubicBezTo>
                  <a:pt x="2261089" y="2531754"/>
                  <a:pt x="2261089" y="2532228"/>
                  <a:pt x="2260852" y="2532642"/>
                </a:cubicBezTo>
                <a:lnTo>
                  <a:pt x="2251850" y="2548219"/>
                </a:lnTo>
                <a:cubicBezTo>
                  <a:pt x="2251613" y="2548633"/>
                  <a:pt x="2251198" y="2548870"/>
                  <a:pt x="2250724" y="2548870"/>
                </a:cubicBezTo>
                <a:lnTo>
                  <a:pt x="2232720" y="2548870"/>
                </a:lnTo>
                <a:cubicBezTo>
                  <a:pt x="2232246" y="2548870"/>
                  <a:pt x="2231832" y="2548633"/>
                  <a:pt x="2231595" y="2548219"/>
                </a:cubicBezTo>
                <a:lnTo>
                  <a:pt x="2222593" y="2532642"/>
                </a:lnTo>
                <a:cubicBezTo>
                  <a:pt x="2222356" y="2532287"/>
                  <a:pt x="2222356" y="2531813"/>
                  <a:pt x="2222593" y="2531399"/>
                </a:cubicBezTo>
                <a:lnTo>
                  <a:pt x="2231595" y="2515823"/>
                </a:lnTo>
                <a:cubicBezTo>
                  <a:pt x="2231832" y="2515408"/>
                  <a:pt x="2232246" y="2515171"/>
                  <a:pt x="2232720" y="2515171"/>
                </a:cubicBezTo>
                <a:close/>
                <a:moveTo>
                  <a:pt x="1826790" y="2514993"/>
                </a:moveTo>
                <a:lnTo>
                  <a:pt x="1845032" y="2514993"/>
                </a:lnTo>
                <a:cubicBezTo>
                  <a:pt x="1845506" y="2514993"/>
                  <a:pt x="1845920" y="2515230"/>
                  <a:pt x="1846157" y="2515644"/>
                </a:cubicBezTo>
                <a:lnTo>
                  <a:pt x="1855278" y="2531398"/>
                </a:lnTo>
                <a:cubicBezTo>
                  <a:pt x="1855515" y="2531813"/>
                  <a:pt x="1855515" y="2532287"/>
                  <a:pt x="1855278" y="2532701"/>
                </a:cubicBezTo>
                <a:lnTo>
                  <a:pt x="1846157" y="2548455"/>
                </a:lnTo>
                <a:cubicBezTo>
                  <a:pt x="1845920" y="2548870"/>
                  <a:pt x="1845506" y="2549107"/>
                  <a:pt x="1845032" y="2549107"/>
                </a:cubicBezTo>
                <a:lnTo>
                  <a:pt x="1826790" y="2549107"/>
                </a:lnTo>
                <a:cubicBezTo>
                  <a:pt x="1826317" y="2549107"/>
                  <a:pt x="1825902" y="2548870"/>
                  <a:pt x="1825665" y="2548455"/>
                </a:cubicBezTo>
                <a:lnTo>
                  <a:pt x="1816545" y="2532701"/>
                </a:lnTo>
                <a:cubicBezTo>
                  <a:pt x="1816308" y="2532287"/>
                  <a:pt x="1816308" y="2531813"/>
                  <a:pt x="1816545" y="2531398"/>
                </a:cubicBezTo>
                <a:lnTo>
                  <a:pt x="1825665" y="2515644"/>
                </a:lnTo>
                <a:cubicBezTo>
                  <a:pt x="1825902" y="2515230"/>
                  <a:pt x="1826317" y="2514993"/>
                  <a:pt x="1826790" y="2514993"/>
                </a:cubicBezTo>
                <a:close/>
                <a:moveTo>
                  <a:pt x="4464321" y="2514756"/>
                </a:moveTo>
                <a:lnTo>
                  <a:pt x="4482740" y="2514756"/>
                </a:lnTo>
                <a:cubicBezTo>
                  <a:pt x="4483214" y="2514756"/>
                  <a:pt x="4483629" y="2514993"/>
                  <a:pt x="4483866" y="2515408"/>
                </a:cubicBezTo>
                <a:lnTo>
                  <a:pt x="4493105" y="2531398"/>
                </a:lnTo>
                <a:cubicBezTo>
                  <a:pt x="4493342" y="2531813"/>
                  <a:pt x="4493342" y="2532287"/>
                  <a:pt x="4493105" y="2532701"/>
                </a:cubicBezTo>
                <a:lnTo>
                  <a:pt x="4483866" y="2548692"/>
                </a:lnTo>
                <a:cubicBezTo>
                  <a:pt x="4483629" y="2549107"/>
                  <a:pt x="4483214" y="2549344"/>
                  <a:pt x="4482740" y="2549344"/>
                </a:cubicBezTo>
                <a:lnTo>
                  <a:pt x="4464321" y="2549344"/>
                </a:lnTo>
                <a:cubicBezTo>
                  <a:pt x="4463848" y="2549344"/>
                  <a:pt x="4463433" y="2549107"/>
                  <a:pt x="4463196" y="2548692"/>
                </a:cubicBezTo>
                <a:lnTo>
                  <a:pt x="4453957" y="2532701"/>
                </a:lnTo>
                <a:cubicBezTo>
                  <a:pt x="4453720" y="2532287"/>
                  <a:pt x="4453720" y="2531813"/>
                  <a:pt x="4453957" y="2531398"/>
                </a:cubicBezTo>
                <a:lnTo>
                  <a:pt x="4463196" y="2515408"/>
                </a:lnTo>
                <a:cubicBezTo>
                  <a:pt x="4463433" y="2514993"/>
                  <a:pt x="4463848" y="2514756"/>
                  <a:pt x="4464321" y="2514756"/>
                </a:cubicBezTo>
                <a:close/>
                <a:moveTo>
                  <a:pt x="1690692" y="2513453"/>
                </a:moveTo>
                <a:lnTo>
                  <a:pt x="1710591" y="2513453"/>
                </a:lnTo>
                <a:cubicBezTo>
                  <a:pt x="1711065" y="2513453"/>
                  <a:pt x="1711539" y="2513749"/>
                  <a:pt x="1711776" y="2514164"/>
                </a:cubicBezTo>
                <a:lnTo>
                  <a:pt x="1721726" y="2531398"/>
                </a:lnTo>
                <a:cubicBezTo>
                  <a:pt x="1721963" y="2531872"/>
                  <a:pt x="1721963" y="2532405"/>
                  <a:pt x="1721726" y="2532820"/>
                </a:cubicBezTo>
                <a:lnTo>
                  <a:pt x="1711776" y="2550054"/>
                </a:lnTo>
                <a:cubicBezTo>
                  <a:pt x="1711539" y="2550469"/>
                  <a:pt x="1711065" y="2550765"/>
                  <a:pt x="1710591" y="2550765"/>
                </a:cubicBezTo>
                <a:lnTo>
                  <a:pt x="1690692" y="2550765"/>
                </a:lnTo>
                <a:cubicBezTo>
                  <a:pt x="1690218" y="2550765"/>
                  <a:pt x="1689744" y="2550469"/>
                  <a:pt x="1689507" y="2550054"/>
                </a:cubicBezTo>
                <a:lnTo>
                  <a:pt x="1679558" y="2532820"/>
                </a:lnTo>
                <a:cubicBezTo>
                  <a:pt x="1679321" y="2532346"/>
                  <a:pt x="1679321" y="2531813"/>
                  <a:pt x="1679558" y="2531398"/>
                </a:cubicBezTo>
                <a:lnTo>
                  <a:pt x="1689507" y="2514164"/>
                </a:lnTo>
                <a:cubicBezTo>
                  <a:pt x="1689744" y="2513749"/>
                  <a:pt x="1690218" y="2513453"/>
                  <a:pt x="1690692" y="2513453"/>
                </a:cubicBezTo>
                <a:close/>
                <a:moveTo>
                  <a:pt x="1758149" y="2513039"/>
                </a:moveTo>
                <a:lnTo>
                  <a:pt x="1778463" y="2513039"/>
                </a:lnTo>
                <a:cubicBezTo>
                  <a:pt x="1778996" y="2513039"/>
                  <a:pt x="1779470" y="2513335"/>
                  <a:pt x="1779707" y="2513750"/>
                </a:cubicBezTo>
                <a:lnTo>
                  <a:pt x="1789835" y="2531340"/>
                </a:lnTo>
                <a:cubicBezTo>
                  <a:pt x="1790071" y="2531754"/>
                  <a:pt x="1790071" y="2532346"/>
                  <a:pt x="1789835" y="2532761"/>
                </a:cubicBezTo>
                <a:lnTo>
                  <a:pt x="1779648" y="2550351"/>
                </a:lnTo>
                <a:cubicBezTo>
                  <a:pt x="1779411" y="2550765"/>
                  <a:pt x="1778937" y="2551061"/>
                  <a:pt x="1778404" y="2551061"/>
                </a:cubicBezTo>
                <a:lnTo>
                  <a:pt x="1758090" y="2551061"/>
                </a:lnTo>
                <a:cubicBezTo>
                  <a:pt x="1757557" y="2551061"/>
                  <a:pt x="1757083" y="2550765"/>
                  <a:pt x="1756846" y="2550351"/>
                </a:cubicBezTo>
                <a:lnTo>
                  <a:pt x="1746719" y="2532761"/>
                </a:lnTo>
                <a:cubicBezTo>
                  <a:pt x="1746482" y="2532346"/>
                  <a:pt x="1746482" y="2531754"/>
                  <a:pt x="1746719" y="2531340"/>
                </a:cubicBezTo>
                <a:lnTo>
                  <a:pt x="1756905" y="2513750"/>
                </a:lnTo>
                <a:cubicBezTo>
                  <a:pt x="1757142" y="2513335"/>
                  <a:pt x="1757616" y="2513039"/>
                  <a:pt x="1758149" y="2513039"/>
                </a:cubicBezTo>
                <a:close/>
                <a:moveTo>
                  <a:pt x="4530890" y="2512802"/>
                </a:moveTo>
                <a:lnTo>
                  <a:pt x="4551441" y="2512802"/>
                </a:lnTo>
                <a:cubicBezTo>
                  <a:pt x="4551915" y="2512802"/>
                  <a:pt x="4552448" y="2513039"/>
                  <a:pt x="4552685" y="2513513"/>
                </a:cubicBezTo>
                <a:lnTo>
                  <a:pt x="4562931" y="2531280"/>
                </a:lnTo>
                <a:cubicBezTo>
                  <a:pt x="4563168" y="2531754"/>
                  <a:pt x="4563168" y="2532287"/>
                  <a:pt x="4562931" y="2532761"/>
                </a:cubicBezTo>
                <a:lnTo>
                  <a:pt x="4552685" y="2550528"/>
                </a:lnTo>
                <a:cubicBezTo>
                  <a:pt x="4552448" y="2550943"/>
                  <a:pt x="4551975" y="2551239"/>
                  <a:pt x="4551441" y="2551239"/>
                </a:cubicBezTo>
                <a:lnTo>
                  <a:pt x="4530890" y="2551239"/>
                </a:lnTo>
                <a:cubicBezTo>
                  <a:pt x="4530417" y="2551239"/>
                  <a:pt x="4529883" y="2551002"/>
                  <a:pt x="4529647" y="2550528"/>
                </a:cubicBezTo>
                <a:lnTo>
                  <a:pt x="4519401" y="2532761"/>
                </a:lnTo>
                <a:cubicBezTo>
                  <a:pt x="4519164" y="2532287"/>
                  <a:pt x="4519164" y="2531754"/>
                  <a:pt x="4519401" y="2531280"/>
                </a:cubicBezTo>
                <a:lnTo>
                  <a:pt x="4529647" y="2513513"/>
                </a:lnTo>
                <a:cubicBezTo>
                  <a:pt x="4529883" y="2513098"/>
                  <a:pt x="4530357" y="2512802"/>
                  <a:pt x="4530890" y="2512802"/>
                </a:cubicBezTo>
                <a:close/>
                <a:moveTo>
                  <a:pt x="4598288" y="2512387"/>
                </a:moveTo>
                <a:lnTo>
                  <a:pt x="4619254" y="2512387"/>
                </a:lnTo>
                <a:cubicBezTo>
                  <a:pt x="4619787" y="2512387"/>
                  <a:pt x="4620260" y="2512683"/>
                  <a:pt x="4620557" y="2513157"/>
                </a:cubicBezTo>
                <a:lnTo>
                  <a:pt x="4631040" y="2531339"/>
                </a:lnTo>
                <a:cubicBezTo>
                  <a:pt x="4631335" y="2531813"/>
                  <a:pt x="4631335" y="2532346"/>
                  <a:pt x="4631040" y="2532820"/>
                </a:cubicBezTo>
                <a:lnTo>
                  <a:pt x="4620557" y="2551002"/>
                </a:lnTo>
                <a:cubicBezTo>
                  <a:pt x="4620260" y="2551475"/>
                  <a:pt x="4619787" y="2551771"/>
                  <a:pt x="4619254" y="2551771"/>
                </a:cubicBezTo>
                <a:lnTo>
                  <a:pt x="4598288" y="2551771"/>
                </a:lnTo>
                <a:cubicBezTo>
                  <a:pt x="4597755" y="2551771"/>
                  <a:pt x="4597281" y="2551475"/>
                  <a:pt x="4596985" y="2551002"/>
                </a:cubicBezTo>
                <a:lnTo>
                  <a:pt x="4586502" y="2532820"/>
                </a:lnTo>
                <a:cubicBezTo>
                  <a:pt x="4586206" y="2532346"/>
                  <a:pt x="4586206" y="2531813"/>
                  <a:pt x="4586502" y="2531339"/>
                </a:cubicBezTo>
                <a:lnTo>
                  <a:pt x="4596985" y="2513157"/>
                </a:lnTo>
                <a:cubicBezTo>
                  <a:pt x="4597281" y="2512683"/>
                  <a:pt x="4597755" y="2512387"/>
                  <a:pt x="4598288" y="2512387"/>
                </a:cubicBezTo>
                <a:close/>
                <a:moveTo>
                  <a:pt x="4665805" y="2512209"/>
                </a:moveTo>
                <a:lnTo>
                  <a:pt x="4687007" y="2512209"/>
                </a:lnTo>
                <a:cubicBezTo>
                  <a:pt x="4687540" y="2512209"/>
                  <a:pt x="4688014" y="2512505"/>
                  <a:pt x="4688310" y="2512979"/>
                </a:cubicBezTo>
                <a:lnTo>
                  <a:pt x="4698911" y="2531339"/>
                </a:lnTo>
                <a:cubicBezTo>
                  <a:pt x="4699208" y="2531754"/>
                  <a:pt x="4699208" y="2532346"/>
                  <a:pt x="4698911" y="2532820"/>
                </a:cubicBezTo>
                <a:lnTo>
                  <a:pt x="4688310" y="2551179"/>
                </a:lnTo>
                <a:cubicBezTo>
                  <a:pt x="4688014" y="2551653"/>
                  <a:pt x="4687540" y="2551949"/>
                  <a:pt x="4687007" y="2551949"/>
                </a:cubicBezTo>
                <a:lnTo>
                  <a:pt x="4665805" y="2551949"/>
                </a:lnTo>
                <a:cubicBezTo>
                  <a:pt x="4665271" y="2551949"/>
                  <a:pt x="4664798" y="2551653"/>
                  <a:pt x="4664502" y="2551179"/>
                </a:cubicBezTo>
                <a:lnTo>
                  <a:pt x="4653900" y="2532820"/>
                </a:lnTo>
                <a:cubicBezTo>
                  <a:pt x="4653604" y="2532405"/>
                  <a:pt x="4653604" y="2531812"/>
                  <a:pt x="4653900" y="2531339"/>
                </a:cubicBezTo>
                <a:lnTo>
                  <a:pt x="4664502" y="2512979"/>
                </a:lnTo>
                <a:cubicBezTo>
                  <a:pt x="4664798" y="2512505"/>
                  <a:pt x="4665271" y="2512209"/>
                  <a:pt x="4665805" y="2512209"/>
                </a:cubicBezTo>
                <a:close/>
                <a:moveTo>
                  <a:pt x="1622405" y="2512209"/>
                </a:moveTo>
                <a:lnTo>
                  <a:pt x="1643608" y="2512209"/>
                </a:lnTo>
                <a:cubicBezTo>
                  <a:pt x="1644141" y="2512209"/>
                  <a:pt x="1644615" y="2512505"/>
                  <a:pt x="1644911" y="2512979"/>
                </a:cubicBezTo>
                <a:lnTo>
                  <a:pt x="1655512" y="2531339"/>
                </a:lnTo>
                <a:cubicBezTo>
                  <a:pt x="1655808" y="2531754"/>
                  <a:pt x="1655808" y="2532346"/>
                  <a:pt x="1655512" y="2532820"/>
                </a:cubicBezTo>
                <a:lnTo>
                  <a:pt x="1644911" y="2551179"/>
                </a:lnTo>
                <a:cubicBezTo>
                  <a:pt x="1644615" y="2551653"/>
                  <a:pt x="1644141" y="2551949"/>
                  <a:pt x="1643608" y="2551949"/>
                </a:cubicBezTo>
                <a:lnTo>
                  <a:pt x="1622405" y="2551949"/>
                </a:lnTo>
                <a:cubicBezTo>
                  <a:pt x="1621872" y="2551949"/>
                  <a:pt x="1621399" y="2551653"/>
                  <a:pt x="1621102" y="2551179"/>
                </a:cubicBezTo>
                <a:lnTo>
                  <a:pt x="1610501" y="2532820"/>
                </a:lnTo>
                <a:cubicBezTo>
                  <a:pt x="1610205" y="2532405"/>
                  <a:pt x="1610205" y="2531812"/>
                  <a:pt x="1610501" y="2531339"/>
                </a:cubicBezTo>
                <a:lnTo>
                  <a:pt x="1621102" y="2512979"/>
                </a:lnTo>
                <a:cubicBezTo>
                  <a:pt x="1621399" y="2512505"/>
                  <a:pt x="1621872" y="2512209"/>
                  <a:pt x="1622405" y="2512209"/>
                </a:cubicBezTo>
                <a:close/>
                <a:moveTo>
                  <a:pt x="4733380" y="2512091"/>
                </a:moveTo>
                <a:lnTo>
                  <a:pt x="4754702" y="2512091"/>
                </a:lnTo>
                <a:cubicBezTo>
                  <a:pt x="4755235" y="2512091"/>
                  <a:pt x="4755708" y="2512387"/>
                  <a:pt x="4756005" y="2512861"/>
                </a:cubicBezTo>
                <a:lnTo>
                  <a:pt x="4766665" y="2531339"/>
                </a:lnTo>
                <a:cubicBezTo>
                  <a:pt x="4766961" y="2531754"/>
                  <a:pt x="4766961" y="2532346"/>
                  <a:pt x="4766665" y="2532820"/>
                </a:cubicBezTo>
                <a:lnTo>
                  <a:pt x="4756005" y="2551298"/>
                </a:lnTo>
                <a:cubicBezTo>
                  <a:pt x="4755708" y="2551772"/>
                  <a:pt x="4755235" y="2552068"/>
                  <a:pt x="4754702" y="2552068"/>
                </a:cubicBezTo>
                <a:lnTo>
                  <a:pt x="4733380" y="2552068"/>
                </a:lnTo>
                <a:cubicBezTo>
                  <a:pt x="4732847" y="2552068"/>
                  <a:pt x="4732374" y="2551772"/>
                  <a:pt x="4732077" y="2551298"/>
                </a:cubicBezTo>
                <a:lnTo>
                  <a:pt x="4721417" y="2532820"/>
                </a:lnTo>
                <a:cubicBezTo>
                  <a:pt x="4721121" y="2532405"/>
                  <a:pt x="4721121" y="2531813"/>
                  <a:pt x="4721417" y="2531339"/>
                </a:cubicBezTo>
                <a:lnTo>
                  <a:pt x="4732077" y="2512861"/>
                </a:lnTo>
                <a:cubicBezTo>
                  <a:pt x="4732374" y="2512387"/>
                  <a:pt x="4732847" y="2512091"/>
                  <a:pt x="4733380" y="2512091"/>
                </a:cubicBezTo>
                <a:close/>
                <a:moveTo>
                  <a:pt x="4800602" y="2511380"/>
                </a:moveTo>
                <a:lnTo>
                  <a:pt x="4822692" y="2511380"/>
                </a:lnTo>
                <a:cubicBezTo>
                  <a:pt x="4823285" y="2511380"/>
                  <a:pt x="4823758" y="2511676"/>
                  <a:pt x="4824055" y="2512150"/>
                </a:cubicBezTo>
                <a:lnTo>
                  <a:pt x="4835070" y="2531280"/>
                </a:lnTo>
                <a:cubicBezTo>
                  <a:pt x="4835367" y="2531753"/>
                  <a:pt x="4835367" y="2532346"/>
                  <a:pt x="4835070" y="2532819"/>
                </a:cubicBezTo>
                <a:lnTo>
                  <a:pt x="4823995" y="2551949"/>
                </a:lnTo>
                <a:cubicBezTo>
                  <a:pt x="4823699" y="2552423"/>
                  <a:pt x="4823166" y="2552719"/>
                  <a:pt x="4822633" y="2552719"/>
                </a:cubicBezTo>
                <a:lnTo>
                  <a:pt x="4800542" y="2552719"/>
                </a:lnTo>
                <a:cubicBezTo>
                  <a:pt x="4799950" y="2552719"/>
                  <a:pt x="4799476" y="2552423"/>
                  <a:pt x="4799180" y="2551949"/>
                </a:cubicBezTo>
                <a:lnTo>
                  <a:pt x="4788164" y="2532819"/>
                </a:lnTo>
                <a:cubicBezTo>
                  <a:pt x="4787868" y="2532346"/>
                  <a:pt x="4787868" y="2531753"/>
                  <a:pt x="4788164" y="2531280"/>
                </a:cubicBezTo>
                <a:lnTo>
                  <a:pt x="4799240" y="2512150"/>
                </a:lnTo>
                <a:cubicBezTo>
                  <a:pt x="4799535" y="2511676"/>
                  <a:pt x="4800068" y="2511380"/>
                  <a:pt x="4800602" y="2511380"/>
                </a:cubicBezTo>
                <a:close/>
                <a:moveTo>
                  <a:pt x="1554355" y="2511380"/>
                </a:moveTo>
                <a:lnTo>
                  <a:pt x="1576446" y="2511380"/>
                </a:lnTo>
                <a:cubicBezTo>
                  <a:pt x="1577038" y="2511380"/>
                  <a:pt x="1577512" y="2511676"/>
                  <a:pt x="1577808" y="2512150"/>
                </a:cubicBezTo>
                <a:lnTo>
                  <a:pt x="1588824" y="2531280"/>
                </a:lnTo>
                <a:cubicBezTo>
                  <a:pt x="1589120" y="2531753"/>
                  <a:pt x="1589120" y="2532346"/>
                  <a:pt x="1588824" y="2532819"/>
                </a:cubicBezTo>
                <a:lnTo>
                  <a:pt x="1577749" y="2551949"/>
                </a:lnTo>
                <a:cubicBezTo>
                  <a:pt x="1577453" y="2552423"/>
                  <a:pt x="1576920" y="2552719"/>
                  <a:pt x="1576387" y="2552719"/>
                </a:cubicBezTo>
                <a:lnTo>
                  <a:pt x="1554296" y="2552719"/>
                </a:lnTo>
                <a:cubicBezTo>
                  <a:pt x="1553704" y="2552719"/>
                  <a:pt x="1553230" y="2552423"/>
                  <a:pt x="1552934" y="2551949"/>
                </a:cubicBezTo>
                <a:lnTo>
                  <a:pt x="1541918" y="2532819"/>
                </a:lnTo>
                <a:cubicBezTo>
                  <a:pt x="1541622" y="2532346"/>
                  <a:pt x="1541622" y="2531753"/>
                  <a:pt x="1541918" y="2531280"/>
                </a:cubicBezTo>
                <a:lnTo>
                  <a:pt x="1552993" y="2512150"/>
                </a:lnTo>
                <a:cubicBezTo>
                  <a:pt x="1553289" y="2511676"/>
                  <a:pt x="1553822" y="2511380"/>
                  <a:pt x="1554355" y="2511380"/>
                </a:cubicBezTo>
                <a:close/>
                <a:moveTo>
                  <a:pt x="1418908" y="2510966"/>
                </a:moveTo>
                <a:lnTo>
                  <a:pt x="1441413" y="2510966"/>
                </a:lnTo>
                <a:cubicBezTo>
                  <a:pt x="1441947" y="2510966"/>
                  <a:pt x="1442480" y="2511262"/>
                  <a:pt x="1442776" y="2511736"/>
                </a:cubicBezTo>
                <a:lnTo>
                  <a:pt x="1454028" y="2531221"/>
                </a:lnTo>
                <a:cubicBezTo>
                  <a:pt x="1454325" y="2531695"/>
                  <a:pt x="1454325" y="2532346"/>
                  <a:pt x="1454028" y="2532820"/>
                </a:cubicBezTo>
                <a:lnTo>
                  <a:pt x="1442776" y="2552305"/>
                </a:lnTo>
                <a:cubicBezTo>
                  <a:pt x="1442480" y="2552779"/>
                  <a:pt x="1441947" y="2553075"/>
                  <a:pt x="1441413" y="2553075"/>
                </a:cubicBezTo>
                <a:lnTo>
                  <a:pt x="1418908" y="2553075"/>
                </a:lnTo>
                <a:cubicBezTo>
                  <a:pt x="1418375" y="2553075"/>
                  <a:pt x="1417842" y="2552779"/>
                  <a:pt x="1417546" y="2552305"/>
                </a:cubicBezTo>
                <a:lnTo>
                  <a:pt x="1406293" y="2532820"/>
                </a:lnTo>
                <a:cubicBezTo>
                  <a:pt x="1405997" y="2532346"/>
                  <a:pt x="1405997" y="2531695"/>
                  <a:pt x="1406293" y="2531221"/>
                </a:cubicBezTo>
                <a:lnTo>
                  <a:pt x="1417546" y="2511736"/>
                </a:lnTo>
                <a:cubicBezTo>
                  <a:pt x="1417842" y="2511262"/>
                  <a:pt x="1418375" y="2510966"/>
                  <a:pt x="1418908" y="2510966"/>
                </a:cubicBezTo>
                <a:close/>
                <a:moveTo>
                  <a:pt x="1351095" y="2510611"/>
                </a:moveTo>
                <a:lnTo>
                  <a:pt x="1373956" y="2510611"/>
                </a:lnTo>
                <a:cubicBezTo>
                  <a:pt x="1374548" y="2510611"/>
                  <a:pt x="1375081" y="2510966"/>
                  <a:pt x="1375377" y="2511440"/>
                </a:cubicBezTo>
                <a:lnTo>
                  <a:pt x="1386808" y="2531221"/>
                </a:lnTo>
                <a:cubicBezTo>
                  <a:pt x="1387104" y="2531695"/>
                  <a:pt x="1387104" y="2532347"/>
                  <a:pt x="1386808" y="2532820"/>
                </a:cubicBezTo>
                <a:lnTo>
                  <a:pt x="1375377" y="2552601"/>
                </a:lnTo>
                <a:cubicBezTo>
                  <a:pt x="1375081" y="2553135"/>
                  <a:pt x="1374548" y="2553431"/>
                  <a:pt x="1373956" y="2553431"/>
                </a:cubicBezTo>
                <a:lnTo>
                  <a:pt x="1351095" y="2553431"/>
                </a:lnTo>
                <a:cubicBezTo>
                  <a:pt x="1350503" y="2553431"/>
                  <a:pt x="1349969" y="2553075"/>
                  <a:pt x="1349673" y="2552601"/>
                </a:cubicBezTo>
                <a:lnTo>
                  <a:pt x="1338243" y="2532820"/>
                </a:lnTo>
                <a:cubicBezTo>
                  <a:pt x="1337947" y="2532347"/>
                  <a:pt x="1337947" y="2531695"/>
                  <a:pt x="1338243" y="2531221"/>
                </a:cubicBezTo>
                <a:lnTo>
                  <a:pt x="1349673" y="2511440"/>
                </a:lnTo>
                <a:cubicBezTo>
                  <a:pt x="1349969" y="2510907"/>
                  <a:pt x="1350503" y="2510611"/>
                  <a:pt x="1351095" y="2510611"/>
                </a:cubicBezTo>
                <a:close/>
                <a:moveTo>
                  <a:pt x="1486306" y="2510551"/>
                </a:moveTo>
                <a:lnTo>
                  <a:pt x="1509285" y="2510551"/>
                </a:lnTo>
                <a:cubicBezTo>
                  <a:pt x="1509878" y="2510551"/>
                  <a:pt x="1510411" y="2510906"/>
                  <a:pt x="1510707" y="2511380"/>
                </a:cubicBezTo>
                <a:lnTo>
                  <a:pt x="1522196" y="2531280"/>
                </a:lnTo>
                <a:cubicBezTo>
                  <a:pt x="1522493" y="2531754"/>
                  <a:pt x="1522493" y="2532405"/>
                  <a:pt x="1522196" y="2532879"/>
                </a:cubicBezTo>
                <a:lnTo>
                  <a:pt x="1510707" y="2552779"/>
                </a:lnTo>
                <a:cubicBezTo>
                  <a:pt x="1510411" y="2553311"/>
                  <a:pt x="1509878" y="2553607"/>
                  <a:pt x="1509285" y="2553607"/>
                </a:cubicBezTo>
                <a:lnTo>
                  <a:pt x="1486306" y="2553607"/>
                </a:lnTo>
                <a:cubicBezTo>
                  <a:pt x="1485714" y="2553607"/>
                  <a:pt x="1485181" y="2553252"/>
                  <a:pt x="1484885" y="2552779"/>
                </a:cubicBezTo>
                <a:lnTo>
                  <a:pt x="1473395" y="2532879"/>
                </a:lnTo>
                <a:cubicBezTo>
                  <a:pt x="1473099" y="2532405"/>
                  <a:pt x="1473099" y="2531754"/>
                  <a:pt x="1473395" y="2531280"/>
                </a:cubicBezTo>
                <a:lnTo>
                  <a:pt x="1484885" y="2511380"/>
                </a:lnTo>
                <a:cubicBezTo>
                  <a:pt x="1485181" y="2510847"/>
                  <a:pt x="1485714" y="2510551"/>
                  <a:pt x="1486306" y="2510551"/>
                </a:cubicBezTo>
                <a:close/>
                <a:moveTo>
                  <a:pt x="4867703" y="2510196"/>
                </a:moveTo>
                <a:lnTo>
                  <a:pt x="4890979" y="2510196"/>
                </a:lnTo>
                <a:cubicBezTo>
                  <a:pt x="4891571" y="2510196"/>
                  <a:pt x="4892104" y="2510492"/>
                  <a:pt x="4892400" y="2511025"/>
                </a:cubicBezTo>
                <a:lnTo>
                  <a:pt x="4904008" y="2531221"/>
                </a:lnTo>
                <a:cubicBezTo>
                  <a:pt x="4904304" y="2531754"/>
                  <a:pt x="4904304" y="2532346"/>
                  <a:pt x="4904008" y="2532879"/>
                </a:cubicBezTo>
                <a:lnTo>
                  <a:pt x="4892341" y="2553075"/>
                </a:lnTo>
                <a:cubicBezTo>
                  <a:pt x="4892044" y="2553608"/>
                  <a:pt x="4891511" y="2553904"/>
                  <a:pt x="4890919" y="2553904"/>
                </a:cubicBezTo>
                <a:lnTo>
                  <a:pt x="4867644" y="2553904"/>
                </a:lnTo>
                <a:cubicBezTo>
                  <a:pt x="4867051" y="2553904"/>
                  <a:pt x="4866519" y="2553608"/>
                  <a:pt x="4866222" y="2553075"/>
                </a:cubicBezTo>
                <a:lnTo>
                  <a:pt x="4854614" y="2532879"/>
                </a:lnTo>
                <a:cubicBezTo>
                  <a:pt x="4854318" y="2532346"/>
                  <a:pt x="4854318" y="2531754"/>
                  <a:pt x="4854614" y="2531221"/>
                </a:cubicBezTo>
                <a:lnTo>
                  <a:pt x="4866281" y="2511025"/>
                </a:lnTo>
                <a:cubicBezTo>
                  <a:pt x="4866578" y="2510492"/>
                  <a:pt x="4867111" y="2510196"/>
                  <a:pt x="4867703" y="2510196"/>
                </a:cubicBezTo>
                <a:close/>
                <a:moveTo>
                  <a:pt x="1223346" y="2466073"/>
                </a:moveTo>
                <a:lnTo>
                  <a:pt x="1231164" y="2466073"/>
                </a:lnTo>
                <a:cubicBezTo>
                  <a:pt x="1231342" y="2466073"/>
                  <a:pt x="1231638" y="2466369"/>
                  <a:pt x="1231638" y="2466369"/>
                </a:cubicBezTo>
                <a:lnTo>
                  <a:pt x="1235547" y="2473180"/>
                </a:lnTo>
                <a:cubicBezTo>
                  <a:pt x="1235665" y="2473358"/>
                  <a:pt x="1235547" y="2473713"/>
                  <a:pt x="1235547" y="2473713"/>
                </a:cubicBezTo>
                <a:lnTo>
                  <a:pt x="1231638" y="2480524"/>
                </a:lnTo>
                <a:cubicBezTo>
                  <a:pt x="1231519" y="2480701"/>
                  <a:pt x="1231164" y="2480820"/>
                  <a:pt x="1231164" y="2480820"/>
                </a:cubicBezTo>
                <a:lnTo>
                  <a:pt x="1223346" y="2480820"/>
                </a:lnTo>
                <a:cubicBezTo>
                  <a:pt x="1223169" y="2480820"/>
                  <a:pt x="1222873" y="2480524"/>
                  <a:pt x="1222873" y="2480524"/>
                </a:cubicBezTo>
                <a:lnTo>
                  <a:pt x="1218964" y="2473713"/>
                </a:lnTo>
                <a:cubicBezTo>
                  <a:pt x="1218845" y="2473535"/>
                  <a:pt x="1218964" y="2473180"/>
                  <a:pt x="1218964" y="2473180"/>
                </a:cubicBezTo>
                <a:lnTo>
                  <a:pt x="1222873" y="2466369"/>
                </a:lnTo>
                <a:cubicBezTo>
                  <a:pt x="1222991" y="2466192"/>
                  <a:pt x="1223346" y="2466073"/>
                  <a:pt x="1223346" y="2466073"/>
                </a:cubicBezTo>
                <a:close/>
                <a:moveTo>
                  <a:pt x="3250977" y="2463704"/>
                </a:moveTo>
                <a:lnTo>
                  <a:pt x="3261341" y="2463704"/>
                </a:lnTo>
                <a:cubicBezTo>
                  <a:pt x="3261637" y="2463704"/>
                  <a:pt x="3261993" y="2464059"/>
                  <a:pt x="3261993" y="2464059"/>
                </a:cubicBezTo>
                <a:lnTo>
                  <a:pt x="3267205" y="2473062"/>
                </a:lnTo>
                <a:cubicBezTo>
                  <a:pt x="3267323" y="2473240"/>
                  <a:pt x="3267205" y="2473772"/>
                  <a:pt x="3267205" y="2473772"/>
                </a:cubicBezTo>
                <a:lnTo>
                  <a:pt x="3261993" y="2482775"/>
                </a:lnTo>
                <a:cubicBezTo>
                  <a:pt x="3261815" y="2483011"/>
                  <a:pt x="3261341" y="2483130"/>
                  <a:pt x="3261341" y="2483130"/>
                </a:cubicBezTo>
                <a:lnTo>
                  <a:pt x="3250977" y="2483130"/>
                </a:lnTo>
                <a:cubicBezTo>
                  <a:pt x="3250681" y="2483130"/>
                  <a:pt x="3250326" y="2482775"/>
                  <a:pt x="3250326" y="2482775"/>
                </a:cubicBezTo>
                <a:lnTo>
                  <a:pt x="3245114" y="2473772"/>
                </a:lnTo>
                <a:cubicBezTo>
                  <a:pt x="3244995" y="2473595"/>
                  <a:pt x="3245114" y="2473062"/>
                  <a:pt x="3245114" y="2473062"/>
                </a:cubicBezTo>
                <a:lnTo>
                  <a:pt x="3250326" y="2464059"/>
                </a:lnTo>
                <a:cubicBezTo>
                  <a:pt x="3250503" y="2463823"/>
                  <a:pt x="3250977" y="2463704"/>
                  <a:pt x="3250977" y="2463704"/>
                </a:cubicBezTo>
                <a:close/>
                <a:moveTo>
                  <a:pt x="3318138" y="2462757"/>
                </a:moveTo>
                <a:lnTo>
                  <a:pt x="3329509" y="2462757"/>
                </a:lnTo>
                <a:cubicBezTo>
                  <a:pt x="3329805" y="2462757"/>
                  <a:pt x="3330220" y="2463172"/>
                  <a:pt x="3330220" y="2463172"/>
                </a:cubicBezTo>
                <a:lnTo>
                  <a:pt x="3335905" y="2473003"/>
                </a:lnTo>
                <a:cubicBezTo>
                  <a:pt x="3336024" y="2473299"/>
                  <a:pt x="3335905" y="2473832"/>
                  <a:pt x="3335905" y="2473832"/>
                </a:cubicBezTo>
                <a:lnTo>
                  <a:pt x="3330220" y="2483663"/>
                </a:lnTo>
                <a:cubicBezTo>
                  <a:pt x="3330042" y="2483900"/>
                  <a:pt x="3329509" y="2484078"/>
                  <a:pt x="3329509" y="2484078"/>
                </a:cubicBezTo>
                <a:lnTo>
                  <a:pt x="3318138" y="2484078"/>
                </a:lnTo>
                <a:cubicBezTo>
                  <a:pt x="3317842" y="2484078"/>
                  <a:pt x="3317427" y="2483663"/>
                  <a:pt x="3317427" y="2483663"/>
                </a:cubicBezTo>
                <a:lnTo>
                  <a:pt x="3311742" y="2473832"/>
                </a:lnTo>
                <a:cubicBezTo>
                  <a:pt x="3311623" y="2473536"/>
                  <a:pt x="3311742" y="2473003"/>
                  <a:pt x="3311742" y="2473003"/>
                </a:cubicBezTo>
                <a:lnTo>
                  <a:pt x="3317427" y="2463172"/>
                </a:lnTo>
                <a:cubicBezTo>
                  <a:pt x="3317605" y="2462934"/>
                  <a:pt x="3318138" y="2462757"/>
                  <a:pt x="3318138" y="2462757"/>
                </a:cubicBezTo>
                <a:close/>
                <a:moveTo>
                  <a:pt x="3385536" y="2462342"/>
                </a:moveTo>
                <a:lnTo>
                  <a:pt x="3397322" y="2462342"/>
                </a:lnTo>
                <a:cubicBezTo>
                  <a:pt x="3397618" y="2462342"/>
                  <a:pt x="3398033" y="2462757"/>
                  <a:pt x="3398033" y="2462757"/>
                </a:cubicBezTo>
                <a:lnTo>
                  <a:pt x="3403955" y="2473002"/>
                </a:lnTo>
                <a:cubicBezTo>
                  <a:pt x="3404133" y="2473240"/>
                  <a:pt x="3403955" y="2473832"/>
                  <a:pt x="3403955" y="2473832"/>
                </a:cubicBezTo>
                <a:lnTo>
                  <a:pt x="3398033" y="2484078"/>
                </a:lnTo>
                <a:cubicBezTo>
                  <a:pt x="3397914" y="2484315"/>
                  <a:pt x="3397322" y="2484492"/>
                  <a:pt x="3397322" y="2484492"/>
                </a:cubicBezTo>
                <a:lnTo>
                  <a:pt x="3385536" y="2484492"/>
                </a:lnTo>
                <a:cubicBezTo>
                  <a:pt x="3385241" y="2484492"/>
                  <a:pt x="3384826" y="2484078"/>
                  <a:pt x="3384826" y="2484078"/>
                </a:cubicBezTo>
                <a:lnTo>
                  <a:pt x="3378903" y="2473832"/>
                </a:lnTo>
                <a:cubicBezTo>
                  <a:pt x="3378725" y="2473595"/>
                  <a:pt x="3378903" y="2473002"/>
                  <a:pt x="3378903" y="2473002"/>
                </a:cubicBezTo>
                <a:lnTo>
                  <a:pt x="3384826" y="2462757"/>
                </a:lnTo>
                <a:cubicBezTo>
                  <a:pt x="3384944" y="2462520"/>
                  <a:pt x="3385536" y="2462342"/>
                  <a:pt x="3385536" y="2462342"/>
                </a:cubicBezTo>
                <a:close/>
                <a:moveTo>
                  <a:pt x="3791168" y="2462046"/>
                </a:moveTo>
                <a:lnTo>
                  <a:pt x="3803309" y="2462046"/>
                </a:lnTo>
                <a:cubicBezTo>
                  <a:pt x="3803664" y="2462046"/>
                  <a:pt x="3804079" y="2462461"/>
                  <a:pt x="3804079" y="2462461"/>
                </a:cubicBezTo>
                <a:lnTo>
                  <a:pt x="3810120" y="2473002"/>
                </a:lnTo>
                <a:cubicBezTo>
                  <a:pt x="3810298" y="2473240"/>
                  <a:pt x="3810120" y="2473832"/>
                  <a:pt x="3810120" y="2473832"/>
                </a:cubicBezTo>
                <a:lnTo>
                  <a:pt x="3804020" y="2484374"/>
                </a:lnTo>
                <a:cubicBezTo>
                  <a:pt x="3803842" y="2484611"/>
                  <a:pt x="3803546" y="2484788"/>
                  <a:pt x="3803250" y="2484788"/>
                </a:cubicBezTo>
                <a:lnTo>
                  <a:pt x="3791109" y="2484788"/>
                </a:lnTo>
                <a:cubicBezTo>
                  <a:pt x="3790754" y="2484788"/>
                  <a:pt x="3790339" y="2484374"/>
                  <a:pt x="3790339" y="2484374"/>
                </a:cubicBezTo>
                <a:lnTo>
                  <a:pt x="3784298" y="2473832"/>
                </a:lnTo>
                <a:cubicBezTo>
                  <a:pt x="3784121" y="2473595"/>
                  <a:pt x="3784298" y="2473002"/>
                  <a:pt x="3784298" y="2473002"/>
                </a:cubicBezTo>
                <a:lnTo>
                  <a:pt x="3790398" y="2462461"/>
                </a:lnTo>
                <a:cubicBezTo>
                  <a:pt x="3790576" y="2462223"/>
                  <a:pt x="3790872" y="2462046"/>
                  <a:pt x="3791168" y="2462046"/>
                </a:cubicBezTo>
                <a:close/>
                <a:moveTo>
                  <a:pt x="4129167" y="2461868"/>
                </a:moveTo>
                <a:lnTo>
                  <a:pt x="4141544" y="2461868"/>
                </a:lnTo>
                <a:cubicBezTo>
                  <a:pt x="4141841" y="2461868"/>
                  <a:pt x="4142314" y="2462283"/>
                  <a:pt x="4142314" y="2462283"/>
                </a:cubicBezTo>
                <a:lnTo>
                  <a:pt x="4148474" y="2473002"/>
                </a:lnTo>
                <a:cubicBezTo>
                  <a:pt x="4148651" y="2473298"/>
                  <a:pt x="4148474" y="2473891"/>
                  <a:pt x="4148474" y="2473891"/>
                </a:cubicBezTo>
                <a:lnTo>
                  <a:pt x="4142314" y="2484611"/>
                </a:lnTo>
                <a:cubicBezTo>
                  <a:pt x="4142137" y="2484847"/>
                  <a:pt x="4141841" y="2485025"/>
                  <a:pt x="4141544" y="2485025"/>
                </a:cubicBezTo>
                <a:lnTo>
                  <a:pt x="4129167" y="2485025"/>
                </a:lnTo>
                <a:cubicBezTo>
                  <a:pt x="4128870" y="2485025"/>
                  <a:pt x="4128397" y="2484611"/>
                  <a:pt x="4128397" y="2484611"/>
                </a:cubicBezTo>
                <a:lnTo>
                  <a:pt x="4122237" y="2473891"/>
                </a:lnTo>
                <a:cubicBezTo>
                  <a:pt x="4122059" y="2473595"/>
                  <a:pt x="4122237" y="2473002"/>
                  <a:pt x="4122237" y="2473002"/>
                </a:cubicBezTo>
                <a:lnTo>
                  <a:pt x="4128397" y="2462283"/>
                </a:lnTo>
                <a:cubicBezTo>
                  <a:pt x="4128574" y="2462046"/>
                  <a:pt x="4128870" y="2461868"/>
                  <a:pt x="4129167" y="2461868"/>
                </a:cubicBezTo>
                <a:close/>
                <a:moveTo>
                  <a:pt x="4061413" y="2461513"/>
                </a:moveTo>
                <a:lnTo>
                  <a:pt x="4074087" y="2461513"/>
                </a:lnTo>
                <a:cubicBezTo>
                  <a:pt x="4074383" y="2461513"/>
                  <a:pt x="4074857" y="2461987"/>
                  <a:pt x="4074857" y="2461987"/>
                </a:cubicBezTo>
                <a:lnTo>
                  <a:pt x="4081194" y="2473003"/>
                </a:lnTo>
                <a:cubicBezTo>
                  <a:pt x="4081372" y="2473240"/>
                  <a:pt x="4081194" y="2473891"/>
                  <a:pt x="4081194" y="2473891"/>
                </a:cubicBezTo>
                <a:lnTo>
                  <a:pt x="4074857" y="2484907"/>
                </a:lnTo>
                <a:cubicBezTo>
                  <a:pt x="4074679" y="2485203"/>
                  <a:pt x="4074383" y="2485381"/>
                  <a:pt x="4074087" y="2485381"/>
                </a:cubicBezTo>
                <a:lnTo>
                  <a:pt x="4061413" y="2485381"/>
                </a:lnTo>
                <a:cubicBezTo>
                  <a:pt x="4061117" y="2485381"/>
                  <a:pt x="4060643" y="2484907"/>
                  <a:pt x="4060643" y="2484907"/>
                </a:cubicBezTo>
                <a:lnTo>
                  <a:pt x="4054306" y="2473891"/>
                </a:lnTo>
                <a:cubicBezTo>
                  <a:pt x="4054128" y="2473654"/>
                  <a:pt x="4054306" y="2473003"/>
                  <a:pt x="4054306" y="2473003"/>
                </a:cubicBezTo>
                <a:lnTo>
                  <a:pt x="4060643" y="2461987"/>
                </a:lnTo>
                <a:cubicBezTo>
                  <a:pt x="4060821" y="2461691"/>
                  <a:pt x="4061117" y="2461513"/>
                  <a:pt x="4061413" y="2461513"/>
                </a:cubicBezTo>
                <a:close/>
                <a:moveTo>
                  <a:pt x="3926143" y="2461513"/>
                </a:moveTo>
                <a:lnTo>
                  <a:pt x="3938817" y="2461513"/>
                </a:lnTo>
                <a:cubicBezTo>
                  <a:pt x="3939113" y="2461513"/>
                  <a:pt x="3939587" y="2461987"/>
                  <a:pt x="3939587" y="2461987"/>
                </a:cubicBezTo>
                <a:lnTo>
                  <a:pt x="3945924" y="2473003"/>
                </a:lnTo>
                <a:cubicBezTo>
                  <a:pt x="3946102" y="2473240"/>
                  <a:pt x="3945924" y="2473891"/>
                  <a:pt x="3945924" y="2473891"/>
                </a:cubicBezTo>
                <a:lnTo>
                  <a:pt x="3939587" y="2484907"/>
                </a:lnTo>
                <a:cubicBezTo>
                  <a:pt x="3939410" y="2485203"/>
                  <a:pt x="3939113" y="2485381"/>
                  <a:pt x="3938817" y="2485381"/>
                </a:cubicBezTo>
                <a:lnTo>
                  <a:pt x="3926143" y="2485381"/>
                </a:lnTo>
                <a:cubicBezTo>
                  <a:pt x="3925847" y="2485381"/>
                  <a:pt x="3925373" y="2484907"/>
                  <a:pt x="3925373" y="2484907"/>
                </a:cubicBezTo>
                <a:lnTo>
                  <a:pt x="3919036" y="2473891"/>
                </a:lnTo>
                <a:cubicBezTo>
                  <a:pt x="3918859" y="2473654"/>
                  <a:pt x="3919036" y="2473003"/>
                  <a:pt x="3919036" y="2473003"/>
                </a:cubicBezTo>
                <a:lnTo>
                  <a:pt x="3925373" y="2461987"/>
                </a:lnTo>
                <a:cubicBezTo>
                  <a:pt x="3925551" y="2461691"/>
                  <a:pt x="3925847" y="2461513"/>
                  <a:pt x="3926143" y="2461513"/>
                </a:cubicBezTo>
                <a:close/>
                <a:moveTo>
                  <a:pt x="3858508" y="2461513"/>
                </a:moveTo>
                <a:lnTo>
                  <a:pt x="3871182" y="2461513"/>
                </a:lnTo>
                <a:cubicBezTo>
                  <a:pt x="3871478" y="2461513"/>
                  <a:pt x="3871952" y="2461987"/>
                  <a:pt x="3871952" y="2461987"/>
                </a:cubicBezTo>
                <a:lnTo>
                  <a:pt x="3878289" y="2473003"/>
                </a:lnTo>
                <a:cubicBezTo>
                  <a:pt x="3878467" y="2473240"/>
                  <a:pt x="3878289" y="2473891"/>
                  <a:pt x="3878289" y="2473891"/>
                </a:cubicBezTo>
                <a:lnTo>
                  <a:pt x="3871952" y="2484907"/>
                </a:lnTo>
                <a:cubicBezTo>
                  <a:pt x="3871774" y="2485203"/>
                  <a:pt x="3871478" y="2485381"/>
                  <a:pt x="3871182" y="2485381"/>
                </a:cubicBezTo>
                <a:lnTo>
                  <a:pt x="3858508" y="2485381"/>
                </a:lnTo>
                <a:cubicBezTo>
                  <a:pt x="3858212" y="2485381"/>
                  <a:pt x="3857738" y="2484907"/>
                  <a:pt x="3857738" y="2484907"/>
                </a:cubicBezTo>
                <a:lnTo>
                  <a:pt x="3851401" y="2473891"/>
                </a:lnTo>
                <a:cubicBezTo>
                  <a:pt x="3851223" y="2473654"/>
                  <a:pt x="3851401" y="2473003"/>
                  <a:pt x="3851401" y="2473003"/>
                </a:cubicBezTo>
                <a:lnTo>
                  <a:pt x="3857738" y="2461987"/>
                </a:lnTo>
                <a:cubicBezTo>
                  <a:pt x="3857916" y="2461691"/>
                  <a:pt x="3858212" y="2461513"/>
                  <a:pt x="3858508" y="2461513"/>
                </a:cubicBezTo>
                <a:close/>
                <a:moveTo>
                  <a:pt x="3182098" y="2461335"/>
                </a:moveTo>
                <a:lnTo>
                  <a:pt x="3195009" y="2461335"/>
                </a:lnTo>
                <a:cubicBezTo>
                  <a:pt x="3195305" y="2461335"/>
                  <a:pt x="3195779" y="2461809"/>
                  <a:pt x="3195779" y="2461809"/>
                </a:cubicBezTo>
                <a:lnTo>
                  <a:pt x="3202235" y="2473002"/>
                </a:lnTo>
                <a:cubicBezTo>
                  <a:pt x="3202412" y="2473239"/>
                  <a:pt x="3202235" y="2473891"/>
                  <a:pt x="3202235" y="2473891"/>
                </a:cubicBezTo>
                <a:lnTo>
                  <a:pt x="3195779" y="2485084"/>
                </a:lnTo>
                <a:cubicBezTo>
                  <a:pt x="3195661" y="2485380"/>
                  <a:pt x="3195305" y="2485558"/>
                  <a:pt x="3195009" y="2485558"/>
                </a:cubicBezTo>
                <a:lnTo>
                  <a:pt x="3182098" y="2485558"/>
                </a:lnTo>
                <a:cubicBezTo>
                  <a:pt x="3181802" y="2485558"/>
                  <a:pt x="3181328" y="2485084"/>
                  <a:pt x="3181328" y="2485084"/>
                </a:cubicBezTo>
                <a:lnTo>
                  <a:pt x="3174873" y="2473891"/>
                </a:lnTo>
                <a:cubicBezTo>
                  <a:pt x="3174695" y="2473654"/>
                  <a:pt x="3174873" y="2473002"/>
                  <a:pt x="3174873" y="2473002"/>
                </a:cubicBezTo>
                <a:lnTo>
                  <a:pt x="3181328" y="2461809"/>
                </a:lnTo>
                <a:cubicBezTo>
                  <a:pt x="3181447" y="2461512"/>
                  <a:pt x="3181802" y="2461335"/>
                  <a:pt x="3182098" y="2461335"/>
                </a:cubicBezTo>
                <a:close/>
                <a:moveTo>
                  <a:pt x="3519978" y="2460921"/>
                </a:moveTo>
                <a:lnTo>
                  <a:pt x="3533362" y="2460921"/>
                </a:lnTo>
                <a:cubicBezTo>
                  <a:pt x="3533718" y="2460921"/>
                  <a:pt x="3534191" y="2461395"/>
                  <a:pt x="3534191" y="2461395"/>
                </a:cubicBezTo>
                <a:lnTo>
                  <a:pt x="3540884" y="2472944"/>
                </a:lnTo>
                <a:cubicBezTo>
                  <a:pt x="3541062" y="2473240"/>
                  <a:pt x="3540884" y="2473891"/>
                  <a:pt x="3540884" y="2473891"/>
                </a:cubicBezTo>
                <a:lnTo>
                  <a:pt x="3534191" y="2485440"/>
                </a:lnTo>
                <a:cubicBezTo>
                  <a:pt x="3534014" y="2485736"/>
                  <a:pt x="3533718" y="2485914"/>
                  <a:pt x="3533362" y="2485914"/>
                </a:cubicBezTo>
                <a:lnTo>
                  <a:pt x="3519978" y="2485914"/>
                </a:lnTo>
                <a:cubicBezTo>
                  <a:pt x="3519622" y="2485914"/>
                  <a:pt x="3519149" y="2485440"/>
                  <a:pt x="3519149" y="2485440"/>
                </a:cubicBezTo>
                <a:lnTo>
                  <a:pt x="3512456" y="2473891"/>
                </a:lnTo>
                <a:cubicBezTo>
                  <a:pt x="3512278" y="2473595"/>
                  <a:pt x="3512456" y="2472944"/>
                  <a:pt x="3512456" y="2472944"/>
                </a:cubicBezTo>
                <a:lnTo>
                  <a:pt x="3519149" y="2461395"/>
                </a:lnTo>
                <a:cubicBezTo>
                  <a:pt x="3519326" y="2461098"/>
                  <a:pt x="3519622" y="2460921"/>
                  <a:pt x="3519978" y="2460921"/>
                </a:cubicBezTo>
                <a:close/>
                <a:moveTo>
                  <a:pt x="3655247" y="2460802"/>
                </a:moveTo>
                <a:lnTo>
                  <a:pt x="3668691" y="2460802"/>
                </a:lnTo>
                <a:cubicBezTo>
                  <a:pt x="3669046" y="2460802"/>
                  <a:pt x="3669520" y="2461276"/>
                  <a:pt x="3669520" y="2461276"/>
                </a:cubicBezTo>
                <a:lnTo>
                  <a:pt x="3676272" y="2472943"/>
                </a:lnTo>
                <a:cubicBezTo>
                  <a:pt x="3676449" y="2473239"/>
                  <a:pt x="3676272" y="2473891"/>
                  <a:pt x="3676272" y="2473891"/>
                </a:cubicBezTo>
                <a:lnTo>
                  <a:pt x="3669520" y="2485558"/>
                </a:lnTo>
                <a:cubicBezTo>
                  <a:pt x="3669343" y="2485854"/>
                  <a:pt x="3669046" y="2486032"/>
                  <a:pt x="3668691" y="2486032"/>
                </a:cubicBezTo>
                <a:lnTo>
                  <a:pt x="3655247" y="2486032"/>
                </a:lnTo>
                <a:cubicBezTo>
                  <a:pt x="3654891" y="2486032"/>
                  <a:pt x="3654418" y="2485558"/>
                  <a:pt x="3654418" y="2485558"/>
                </a:cubicBezTo>
                <a:lnTo>
                  <a:pt x="3647666" y="2473891"/>
                </a:lnTo>
                <a:cubicBezTo>
                  <a:pt x="3647488" y="2473595"/>
                  <a:pt x="3647666" y="2472943"/>
                  <a:pt x="3647666" y="2472943"/>
                </a:cubicBezTo>
                <a:lnTo>
                  <a:pt x="3654418" y="2461276"/>
                </a:lnTo>
                <a:cubicBezTo>
                  <a:pt x="3654596" y="2460980"/>
                  <a:pt x="3654891" y="2460802"/>
                  <a:pt x="3655247" y="2460802"/>
                </a:cubicBezTo>
                <a:close/>
                <a:moveTo>
                  <a:pt x="4196209" y="2460684"/>
                </a:moveTo>
                <a:lnTo>
                  <a:pt x="4209772" y="2460684"/>
                </a:lnTo>
                <a:cubicBezTo>
                  <a:pt x="4210127" y="2460684"/>
                  <a:pt x="4210601" y="2461158"/>
                  <a:pt x="4210601" y="2461158"/>
                </a:cubicBezTo>
                <a:lnTo>
                  <a:pt x="4217411" y="2472943"/>
                </a:lnTo>
                <a:cubicBezTo>
                  <a:pt x="4217589" y="2473240"/>
                  <a:pt x="4217411" y="2473891"/>
                  <a:pt x="4217411" y="2473891"/>
                </a:cubicBezTo>
                <a:lnTo>
                  <a:pt x="4210601" y="2485677"/>
                </a:lnTo>
                <a:cubicBezTo>
                  <a:pt x="4210423" y="2485973"/>
                  <a:pt x="4210127" y="2486151"/>
                  <a:pt x="4209772" y="2486151"/>
                </a:cubicBezTo>
                <a:lnTo>
                  <a:pt x="4196209" y="2486151"/>
                </a:lnTo>
                <a:cubicBezTo>
                  <a:pt x="4195854" y="2486151"/>
                  <a:pt x="4195380" y="2485677"/>
                  <a:pt x="4195380" y="2485677"/>
                </a:cubicBezTo>
                <a:lnTo>
                  <a:pt x="4188569" y="2473891"/>
                </a:lnTo>
                <a:cubicBezTo>
                  <a:pt x="4188392" y="2473595"/>
                  <a:pt x="4188569" y="2472943"/>
                  <a:pt x="4188569" y="2472943"/>
                </a:cubicBezTo>
                <a:lnTo>
                  <a:pt x="4195380" y="2461158"/>
                </a:lnTo>
                <a:cubicBezTo>
                  <a:pt x="4195558" y="2460861"/>
                  <a:pt x="4195854" y="2460684"/>
                  <a:pt x="4196209" y="2460684"/>
                </a:cubicBezTo>
                <a:close/>
                <a:moveTo>
                  <a:pt x="4331302" y="2460387"/>
                </a:moveTo>
                <a:lnTo>
                  <a:pt x="4345219" y="2460387"/>
                </a:lnTo>
                <a:cubicBezTo>
                  <a:pt x="4345574" y="2460387"/>
                  <a:pt x="4345871" y="2460565"/>
                  <a:pt x="4346048" y="2460861"/>
                </a:cubicBezTo>
                <a:lnTo>
                  <a:pt x="4352977" y="2472884"/>
                </a:lnTo>
                <a:cubicBezTo>
                  <a:pt x="4353155" y="2473180"/>
                  <a:pt x="4353155" y="2473594"/>
                  <a:pt x="4352977" y="2473890"/>
                </a:cubicBezTo>
                <a:lnTo>
                  <a:pt x="4345989" y="2485913"/>
                </a:lnTo>
                <a:cubicBezTo>
                  <a:pt x="4345811" y="2486209"/>
                  <a:pt x="4345515" y="2486387"/>
                  <a:pt x="4345160" y="2486387"/>
                </a:cubicBezTo>
                <a:lnTo>
                  <a:pt x="4331242" y="2486387"/>
                </a:lnTo>
                <a:cubicBezTo>
                  <a:pt x="4330887" y="2486387"/>
                  <a:pt x="4330591" y="2486209"/>
                  <a:pt x="4330413" y="2485913"/>
                </a:cubicBezTo>
                <a:lnTo>
                  <a:pt x="4323483" y="2473890"/>
                </a:lnTo>
                <a:cubicBezTo>
                  <a:pt x="4323306" y="2473594"/>
                  <a:pt x="4323306" y="2473180"/>
                  <a:pt x="4323483" y="2472884"/>
                </a:cubicBezTo>
                <a:lnTo>
                  <a:pt x="4330472" y="2460861"/>
                </a:lnTo>
                <a:cubicBezTo>
                  <a:pt x="4330649" y="2460565"/>
                  <a:pt x="4330946" y="2460387"/>
                  <a:pt x="4331302" y="2460387"/>
                </a:cubicBezTo>
                <a:close/>
                <a:moveTo>
                  <a:pt x="2572909" y="2460387"/>
                </a:moveTo>
                <a:lnTo>
                  <a:pt x="2586827" y="2460387"/>
                </a:lnTo>
                <a:cubicBezTo>
                  <a:pt x="2587182" y="2460387"/>
                  <a:pt x="2587478" y="2460565"/>
                  <a:pt x="2587656" y="2460861"/>
                </a:cubicBezTo>
                <a:lnTo>
                  <a:pt x="2594585" y="2472884"/>
                </a:lnTo>
                <a:cubicBezTo>
                  <a:pt x="2594763" y="2473180"/>
                  <a:pt x="2594763" y="2473594"/>
                  <a:pt x="2594585" y="2473890"/>
                </a:cubicBezTo>
                <a:lnTo>
                  <a:pt x="2587597" y="2485913"/>
                </a:lnTo>
                <a:cubicBezTo>
                  <a:pt x="2587419" y="2486209"/>
                  <a:pt x="2587123" y="2486387"/>
                  <a:pt x="2586768" y="2486387"/>
                </a:cubicBezTo>
                <a:lnTo>
                  <a:pt x="2572850" y="2486387"/>
                </a:lnTo>
                <a:cubicBezTo>
                  <a:pt x="2572495" y="2486387"/>
                  <a:pt x="2572198" y="2486209"/>
                  <a:pt x="2572021" y="2485913"/>
                </a:cubicBezTo>
                <a:lnTo>
                  <a:pt x="2565091" y="2473890"/>
                </a:lnTo>
                <a:cubicBezTo>
                  <a:pt x="2564914" y="2473594"/>
                  <a:pt x="2564914" y="2473180"/>
                  <a:pt x="2565091" y="2472884"/>
                </a:cubicBezTo>
                <a:lnTo>
                  <a:pt x="2572080" y="2460861"/>
                </a:lnTo>
                <a:cubicBezTo>
                  <a:pt x="2572257" y="2460565"/>
                  <a:pt x="2572554" y="2460387"/>
                  <a:pt x="2572909" y="2460387"/>
                </a:cubicBezTo>
                <a:close/>
                <a:moveTo>
                  <a:pt x="2505274" y="2460387"/>
                </a:moveTo>
                <a:lnTo>
                  <a:pt x="2519192" y="2460387"/>
                </a:lnTo>
                <a:cubicBezTo>
                  <a:pt x="2519547" y="2460387"/>
                  <a:pt x="2519843" y="2460565"/>
                  <a:pt x="2520021" y="2460861"/>
                </a:cubicBezTo>
                <a:lnTo>
                  <a:pt x="2526950" y="2472884"/>
                </a:lnTo>
                <a:cubicBezTo>
                  <a:pt x="2527128" y="2473180"/>
                  <a:pt x="2527128" y="2473594"/>
                  <a:pt x="2526950" y="2473890"/>
                </a:cubicBezTo>
                <a:lnTo>
                  <a:pt x="2519962" y="2485913"/>
                </a:lnTo>
                <a:cubicBezTo>
                  <a:pt x="2519784" y="2486209"/>
                  <a:pt x="2519488" y="2486387"/>
                  <a:pt x="2519133" y="2486387"/>
                </a:cubicBezTo>
                <a:lnTo>
                  <a:pt x="2505215" y="2486387"/>
                </a:lnTo>
                <a:cubicBezTo>
                  <a:pt x="2504859" y="2486387"/>
                  <a:pt x="2504563" y="2486209"/>
                  <a:pt x="2504386" y="2485913"/>
                </a:cubicBezTo>
                <a:lnTo>
                  <a:pt x="2497456" y="2473890"/>
                </a:lnTo>
                <a:cubicBezTo>
                  <a:pt x="2497279" y="2473594"/>
                  <a:pt x="2497279" y="2473180"/>
                  <a:pt x="2497456" y="2472884"/>
                </a:cubicBezTo>
                <a:lnTo>
                  <a:pt x="2504445" y="2460861"/>
                </a:lnTo>
                <a:cubicBezTo>
                  <a:pt x="2504622" y="2460565"/>
                  <a:pt x="2504919" y="2460387"/>
                  <a:pt x="2505274" y="2460387"/>
                </a:cubicBezTo>
                <a:close/>
                <a:moveTo>
                  <a:pt x="3993067" y="2460269"/>
                </a:moveTo>
                <a:lnTo>
                  <a:pt x="4007104" y="2460269"/>
                </a:lnTo>
                <a:cubicBezTo>
                  <a:pt x="4007400" y="2460269"/>
                  <a:pt x="4007755" y="2460446"/>
                  <a:pt x="4007932" y="2460743"/>
                </a:cubicBezTo>
                <a:lnTo>
                  <a:pt x="4014921" y="2472884"/>
                </a:lnTo>
                <a:cubicBezTo>
                  <a:pt x="4015099" y="2473180"/>
                  <a:pt x="4015099" y="2473595"/>
                  <a:pt x="4014921" y="2473891"/>
                </a:cubicBezTo>
                <a:lnTo>
                  <a:pt x="4007932" y="2486032"/>
                </a:lnTo>
                <a:cubicBezTo>
                  <a:pt x="4007755" y="2486328"/>
                  <a:pt x="4007459" y="2486506"/>
                  <a:pt x="4007104" y="2486506"/>
                </a:cubicBezTo>
                <a:lnTo>
                  <a:pt x="3993067" y="2486506"/>
                </a:lnTo>
                <a:cubicBezTo>
                  <a:pt x="3992771" y="2486506"/>
                  <a:pt x="3992415" y="2486328"/>
                  <a:pt x="3992238" y="2486032"/>
                </a:cubicBezTo>
                <a:lnTo>
                  <a:pt x="3985249" y="2473891"/>
                </a:lnTo>
                <a:cubicBezTo>
                  <a:pt x="3985072" y="2473595"/>
                  <a:pt x="3985072" y="2473180"/>
                  <a:pt x="3985249" y="2472884"/>
                </a:cubicBezTo>
                <a:lnTo>
                  <a:pt x="3992238" y="2460743"/>
                </a:lnTo>
                <a:cubicBezTo>
                  <a:pt x="3992415" y="2460446"/>
                  <a:pt x="3992712" y="2460269"/>
                  <a:pt x="3993067" y="2460269"/>
                </a:cubicBezTo>
                <a:close/>
                <a:moveTo>
                  <a:pt x="2640485" y="2460269"/>
                </a:moveTo>
                <a:lnTo>
                  <a:pt x="2654521" y="2460269"/>
                </a:lnTo>
                <a:cubicBezTo>
                  <a:pt x="2654817" y="2460269"/>
                  <a:pt x="2655173" y="2460446"/>
                  <a:pt x="2655350" y="2460743"/>
                </a:cubicBezTo>
                <a:lnTo>
                  <a:pt x="2662339" y="2472884"/>
                </a:lnTo>
                <a:cubicBezTo>
                  <a:pt x="2662517" y="2473180"/>
                  <a:pt x="2662517" y="2473595"/>
                  <a:pt x="2662339" y="2473891"/>
                </a:cubicBezTo>
                <a:lnTo>
                  <a:pt x="2655350" y="2486032"/>
                </a:lnTo>
                <a:cubicBezTo>
                  <a:pt x="2655173" y="2486328"/>
                  <a:pt x="2654877" y="2486506"/>
                  <a:pt x="2654521" y="2486506"/>
                </a:cubicBezTo>
                <a:lnTo>
                  <a:pt x="2640485" y="2486506"/>
                </a:lnTo>
                <a:cubicBezTo>
                  <a:pt x="2640189" y="2486506"/>
                  <a:pt x="2639833" y="2486328"/>
                  <a:pt x="2639656" y="2486032"/>
                </a:cubicBezTo>
                <a:lnTo>
                  <a:pt x="2632667" y="2473891"/>
                </a:lnTo>
                <a:cubicBezTo>
                  <a:pt x="2632490" y="2473595"/>
                  <a:pt x="2632490" y="2473180"/>
                  <a:pt x="2632667" y="2472884"/>
                </a:cubicBezTo>
                <a:lnTo>
                  <a:pt x="2639656" y="2460743"/>
                </a:lnTo>
                <a:cubicBezTo>
                  <a:pt x="2639833" y="2460446"/>
                  <a:pt x="2640130" y="2460269"/>
                  <a:pt x="2640485" y="2460269"/>
                </a:cubicBezTo>
                <a:close/>
                <a:moveTo>
                  <a:pt x="2437520" y="2460091"/>
                </a:moveTo>
                <a:lnTo>
                  <a:pt x="2451734" y="2460091"/>
                </a:lnTo>
                <a:cubicBezTo>
                  <a:pt x="2452089" y="2460091"/>
                  <a:pt x="2452444" y="2460328"/>
                  <a:pt x="2452622" y="2460624"/>
                </a:cubicBezTo>
                <a:lnTo>
                  <a:pt x="2459729" y="2472943"/>
                </a:lnTo>
                <a:cubicBezTo>
                  <a:pt x="2459907" y="2473239"/>
                  <a:pt x="2459907" y="2473653"/>
                  <a:pt x="2459729" y="2473950"/>
                </a:cubicBezTo>
                <a:lnTo>
                  <a:pt x="2452622" y="2486268"/>
                </a:lnTo>
                <a:cubicBezTo>
                  <a:pt x="2452444" y="2486624"/>
                  <a:pt x="2452089" y="2486802"/>
                  <a:pt x="2451734" y="2486802"/>
                </a:cubicBezTo>
                <a:lnTo>
                  <a:pt x="2437520" y="2486802"/>
                </a:lnTo>
                <a:cubicBezTo>
                  <a:pt x="2437164" y="2486802"/>
                  <a:pt x="2436809" y="2486565"/>
                  <a:pt x="2436631" y="2486268"/>
                </a:cubicBezTo>
                <a:lnTo>
                  <a:pt x="2429524" y="2473950"/>
                </a:lnTo>
                <a:cubicBezTo>
                  <a:pt x="2429347" y="2473653"/>
                  <a:pt x="2429347" y="2473239"/>
                  <a:pt x="2429524" y="2472943"/>
                </a:cubicBezTo>
                <a:lnTo>
                  <a:pt x="2436631" y="2460624"/>
                </a:lnTo>
                <a:cubicBezTo>
                  <a:pt x="2436809" y="2460269"/>
                  <a:pt x="2437164" y="2460091"/>
                  <a:pt x="2437520" y="2460091"/>
                </a:cubicBezTo>
                <a:close/>
                <a:moveTo>
                  <a:pt x="4263429" y="2459855"/>
                </a:moveTo>
                <a:lnTo>
                  <a:pt x="4277880" y="2459855"/>
                </a:lnTo>
                <a:cubicBezTo>
                  <a:pt x="4278235" y="2459855"/>
                  <a:pt x="4278591" y="2460092"/>
                  <a:pt x="4278769" y="2460388"/>
                </a:cubicBezTo>
                <a:lnTo>
                  <a:pt x="4285994" y="2472944"/>
                </a:lnTo>
                <a:cubicBezTo>
                  <a:pt x="4286172" y="2473240"/>
                  <a:pt x="4286172" y="2473654"/>
                  <a:pt x="4285994" y="2473951"/>
                </a:cubicBezTo>
                <a:lnTo>
                  <a:pt x="4278769" y="2486506"/>
                </a:lnTo>
                <a:cubicBezTo>
                  <a:pt x="4278591" y="2486862"/>
                  <a:pt x="4278235" y="2487039"/>
                  <a:pt x="4277880" y="2487039"/>
                </a:cubicBezTo>
                <a:lnTo>
                  <a:pt x="4263429" y="2487039"/>
                </a:lnTo>
                <a:cubicBezTo>
                  <a:pt x="4263074" y="2487039"/>
                  <a:pt x="4262719" y="2486802"/>
                  <a:pt x="4262541" y="2486506"/>
                </a:cubicBezTo>
                <a:lnTo>
                  <a:pt x="4255315" y="2473951"/>
                </a:lnTo>
                <a:cubicBezTo>
                  <a:pt x="4255138" y="2473654"/>
                  <a:pt x="4255138" y="2473240"/>
                  <a:pt x="4255315" y="2472944"/>
                </a:cubicBezTo>
                <a:lnTo>
                  <a:pt x="4262541" y="2460388"/>
                </a:lnTo>
                <a:cubicBezTo>
                  <a:pt x="4262719" y="2460032"/>
                  <a:pt x="4263074" y="2459855"/>
                  <a:pt x="4263429" y="2459855"/>
                </a:cubicBezTo>
                <a:close/>
                <a:moveTo>
                  <a:pt x="2369766" y="2459855"/>
                </a:moveTo>
                <a:lnTo>
                  <a:pt x="2384217" y="2459855"/>
                </a:lnTo>
                <a:cubicBezTo>
                  <a:pt x="2384572" y="2459855"/>
                  <a:pt x="2384928" y="2460092"/>
                  <a:pt x="2385105" y="2460388"/>
                </a:cubicBezTo>
                <a:lnTo>
                  <a:pt x="2392331" y="2472944"/>
                </a:lnTo>
                <a:cubicBezTo>
                  <a:pt x="2392509" y="2473240"/>
                  <a:pt x="2392509" y="2473654"/>
                  <a:pt x="2392331" y="2473951"/>
                </a:cubicBezTo>
                <a:lnTo>
                  <a:pt x="2385105" y="2486506"/>
                </a:lnTo>
                <a:cubicBezTo>
                  <a:pt x="2384928" y="2486862"/>
                  <a:pt x="2384572" y="2487039"/>
                  <a:pt x="2384217" y="2487039"/>
                </a:cubicBezTo>
                <a:lnTo>
                  <a:pt x="2369766" y="2487039"/>
                </a:lnTo>
                <a:cubicBezTo>
                  <a:pt x="2369411" y="2487039"/>
                  <a:pt x="2369055" y="2486802"/>
                  <a:pt x="2368878" y="2486506"/>
                </a:cubicBezTo>
                <a:lnTo>
                  <a:pt x="2361652" y="2473951"/>
                </a:lnTo>
                <a:cubicBezTo>
                  <a:pt x="2361475" y="2473654"/>
                  <a:pt x="2361475" y="2473240"/>
                  <a:pt x="2361652" y="2472944"/>
                </a:cubicBezTo>
                <a:lnTo>
                  <a:pt x="2368878" y="2460388"/>
                </a:lnTo>
                <a:cubicBezTo>
                  <a:pt x="2369055" y="2460032"/>
                  <a:pt x="2369411" y="2459855"/>
                  <a:pt x="2369766" y="2459855"/>
                </a:cubicBezTo>
                <a:close/>
                <a:moveTo>
                  <a:pt x="3722171" y="2459559"/>
                </a:moveTo>
                <a:lnTo>
                  <a:pt x="3736978" y="2459559"/>
                </a:lnTo>
                <a:cubicBezTo>
                  <a:pt x="3737333" y="2459559"/>
                  <a:pt x="3737688" y="2459796"/>
                  <a:pt x="3737866" y="2460092"/>
                </a:cubicBezTo>
                <a:lnTo>
                  <a:pt x="3745269" y="2472885"/>
                </a:lnTo>
                <a:cubicBezTo>
                  <a:pt x="3745447" y="2473240"/>
                  <a:pt x="3745447" y="2473654"/>
                  <a:pt x="3745269" y="2473951"/>
                </a:cubicBezTo>
                <a:lnTo>
                  <a:pt x="3737866" y="2486743"/>
                </a:lnTo>
                <a:cubicBezTo>
                  <a:pt x="3737688" y="2487098"/>
                  <a:pt x="3737333" y="2487276"/>
                  <a:pt x="3736978" y="2487276"/>
                </a:cubicBezTo>
                <a:lnTo>
                  <a:pt x="3722171" y="2487276"/>
                </a:lnTo>
                <a:cubicBezTo>
                  <a:pt x="3721816" y="2487276"/>
                  <a:pt x="3721461" y="2487039"/>
                  <a:pt x="3721284" y="2486743"/>
                </a:cubicBezTo>
                <a:lnTo>
                  <a:pt x="3713880" y="2473951"/>
                </a:lnTo>
                <a:cubicBezTo>
                  <a:pt x="3713703" y="2473595"/>
                  <a:pt x="3713703" y="2473181"/>
                  <a:pt x="3713880" y="2472885"/>
                </a:cubicBezTo>
                <a:lnTo>
                  <a:pt x="3721284" y="2460092"/>
                </a:lnTo>
                <a:cubicBezTo>
                  <a:pt x="3721461" y="2459736"/>
                  <a:pt x="3721816" y="2459559"/>
                  <a:pt x="3722171" y="2459559"/>
                </a:cubicBezTo>
                <a:close/>
                <a:moveTo>
                  <a:pt x="3586664" y="2459025"/>
                </a:moveTo>
                <a:lnTo>
                  <a:pt x="3602004" y="2459025"/>
                </a:lnTo>
                <a:cubicBezTo>
                  <a:pt x="3602418" y="2459025"/>
                  <a:pt x="3602774" y="2459203"/>
                  <a:pt x="3602951" y="2459558"/>
                </a:cubicBezTo>
                <a:lnTo>
                  <a:pt x="3610591" y="2472825"/>
                </a:lnTo>
                <a:cubicBezTo>
                  <a:pt x="3610769" y="2473121"/>
                  <a:pt x="3610769" y="2473535"/>
                  <a:pt x="3610591" y="2473891"/>
                </a:cubicBezTo>
                <a:lnTo>
                  <a:pt x="3602892" y="2487157"/>
                </a:lnTo>
                <a:cubicBezTo>
                  <a:pt x="3602655" y="2487453"/>
                  <a:pt x="3602300" y="2487690"/>
                  <a:pt x="3601945" y="2487690"/>
                </a:cubicBezTo>
                <a:lnTo>
                  <a:pt x="3586605" y="2487690"/>
                </a:lnTo>
                <a:cubicBezTo>
                  <a:pt x="3586190" y="2487690"/>
                  <a:pt x="3585836" y="2487512"/>
                  <a:pt x="3585658" y="2487157"/>
                </a:cubicBezTo>
                <a:lnTo>
                  <a:pt x="3578017" y="2473891"/>
                </a:lnTo>
                <a:cubicBezTo>
                  <a:pt x="3577840" y="2473595"/>
                  <a:pt x="3577840" y="2473180"/>
                  <a:pt x="3578017" y="2472825"/>
                </a:cubicBezTo>
                <a:lnTo>
                  <a:pt x="3585717" y="2459558"/>
                </a:lnTo>
                <a:cubicBezTo>
                  <a:pt x="3585953" y="2459262"/>
                  <a:pt x="3586309" y="2459025"/>
                  <a:pt x="3586664" y="2459025"/>
                </a:cubicBezTo>
                <a:close/>
                <a:moveTo>
                  <a:pt x="3451394" y="2459025"/>
                </a:moveTo>
                <a:lnTo>
                  <a:pt x="3466733" y="2459025"/>
                </a:lnTo>
                <a:cubicBezTo>
                  <a:pt x="3467148" y="2459025"/>
                  <a:pt x="3467503" y="2459203"/>
                  <a:pt x="3467681" y="2459558"/>
                </a:cubicBezTo>
                <a:lnTo>
                  <a:pt x="3475321" y="2472825"/>
                </a:lnTo>
                <a:cubicBezTo>
                  <a:pt x="3475499" y="2473121"/>
                  <a:pt x="3475499" y="2473535"/>
                  <a:pt x="3475321" y="2473891"/>
                </a:cubicBezTo>
                <a:lnTo>
                  <a:pt x="3467622" y="2487157"/>
                </a:lnTo>
                <a:cubicBezTo>
                  <a:pt x="3467385" y="2487453"/>
                  <a:pt x="3467030" y="2487690"/>
                  <a:pt x="3466675" y="2487690"/>
                </a:cubicBezTo>
                <a:lnTo>
                  <a:pt x="3451335" y="2487690"/>
                </a:lnTo>
                <a:cubicBezTo>
                  <a:pt x="3450920" y="2487690"/>
                  <a:pt x="3450565" y="2487512"/>
                  <a:pt x="3450388" y="2487157"/>
                </a:cubicBezTo>
                <a:lnTo>
                  <a:pt x="3442747" y="2473891"/>
                </a:lnTo>
                <a:cubicBezTo>
                  <a:pt x="3442570" y="2473595"/>
                  <a:pt x="3442570" y="2473180"/>
                  <a:pt x="3442747" y="2472825"/>
                </a:cubicBezTo>
                <a:lnTo>
                  <a:pt x="3450446" y="2459558"/>
                </a:lnTo>
                <a:cubicBezTo>
                  <a:pt x="3450683" y="2459262"/>
                  <a:pt x="3451039" y="2459025"/>
                  <a:pt x="3451394" y="2459025"/>
                </a:cubicBezTo>
                <a:close/>
                <a:moveTo>
                  <a:pt x="4397989" y="2458611"/>
                </a:moveTo>
                <a:lnTo>
                  <a:pt x="4413802" y="2458611"/>
                </a:lnTo>
                <a:cubicBezTo>
                  <a:pt x="4414157" y="2458611"/>
                  <a:pt x="4414572" y="2458789"/>
                  <a:pt x="4414749" y="2459144"/>
                </a:cubicBezTo>
                <a:lnTo>
                  <a:pt x="4422626" y="2472825"/>
                </a:lnTo>
                <a:cubicBezTo>
                  <a:pt x="4422804" y="2473181"/>
                  <a:pt x="4422804" y="2473595"/>
                  <a:pt x="4422626" y="2473950"/>
                </a:cubicBezTo>
                <a:lnTo>
                  <a:pt x="4414749" y="2487631"/>
                </a:lnTo>
                <a:cubicBezTo>
                  <a:pt x="4414572" y="2487927"/>
                  <a:pt x="4414217" y="2488164"/>
                  <a:pt x="4413802" y="2488164"/>
                </a:cubicBezTo>
                <a:lnTo>
                  <a:pt x="4397989" y="2488164"/>
                </a:lnTo>
                <a:cubicBezTo>
                  <a:pt x="4397633" y="2488164"/>
                  <a:pt x="4397219" y="2487987"/>
                  <a:pt x="4397041" y="2487631"/>
                </a:cubicBezTo>
                <a:lnTo>
                  <a:pt x="4389164" y="2473950"/>
                </a:lnTo>
                <a:cubicBezTo>
                  <a:pt x="4388987" y="2473595"/>
                  <a:pt x="4388987" y="2473181"/>
                  <a:pt x="4389164" y="2472825"/>
                </a:cubicBezTo>
                <a:lnTo>
                  <a:pt x="4397041" y="2459144"/>
                </a:lnTo>
                <a:cubicBezTo>
                  <a:pt x="4397219" y="2458848"/>
                  <a:pt x="4397574" y="2458611"/>
                  <a:pt x="4397989" y="2458611"/>
                </a:cubicBezTo>
                <a:close/>
                <a:moveTo>
                  <a:pt x="2233726" y="2458433"/>
                </a:moveTo>
                <a:lnTo>
                  <a:pt x="2249717" y="2458433"/>
                </a:lnTo>
                <a:cubicBezTo>
                  <a:pt x="2250072" y="2458433"/>
                  <a:pt x="2250487" y="2458670"/>
                  <a:pt x="2250664" y="2459025"/>
                </a:cubicBezTo>
                <a:lnTo>
                  <a:pt x="2258660" y="2472884"/>
                </a:lnTo>
                <a:cubicBezTo>
                  <a:pt x="2258838" y="2473239"/>
                  <a:pt x="2258838" y="2473654"/>
                  <a:pt x="2258660" y="2474009"/>
                </a:cubicBezTo>
                <a:lnTo>
                  <a:pt x="2250664" y="2487868"/>
                </a:lnTo>
                <a:cubicBezTo>
                  <a:pt x="2250487" y="2488223"/>
                  <a:pt x="2250132" y="2488460"/>
                  <a:pt x="2249717" y="2488460"/>
                </a:cubicBezTo>
                <a:lnTo>
                  <a:pt x="2233726" y="2488460"/>
                </a:lnTo>
                <a:cubicBezTo>
                  <a:pt x="2233371" y="2488460"/>
                  <a:pt x="2232956" y="2488223"/>
                  <a:pt x="2232778" y="2487868"/>
                </a:cubicBezTo>
                <a:lnTo>
                  <a:pt x="2224783" y="2474009"/>
                </a:lnTo>
                <a:cubicBezTo>
                  <a:pt x="2224606" y="2473654"/>
                  <a:pt x="2224606" y="2473239"/>
                  <a:pt x="2224783" y="2472884"/>
                </a:cubicBezTo>
                <a:lnTo>
                  <a:pt x="2232778" y="2459025"/>
                </a:lnTo>
                <a:cubicBezTo>
                  <a:pt x="2232956" y="2458670"/>
                  <a:pt x="2233312" y="2458433"/>
                  <a:pt x="2233726" y="2458433"/>
                </a:cubicBezTo>
                <a:close/>
                <a:moveTo>
                  <a:pt x="2706994" y="2458196"/>
                </a:moveTo>
                <a:lnTo>
                  <a:pt x="2723222" y="2458196"/>
                </a:lnTo>
                <a:cubicBezTo>
                  <a:pt x="2723636" y="2458196"/>
                  <a:pt x="2723992" y="2458433"/>
                  <a:pt x="2724229" y="2458788"/>
                </a:cubicBezTo>
                <a:lnTo>
                  <a:pt x="2732343" y="2472825"/>
                </a:lnTo>
                <a:cubicBezTo>
                  <a:pt x="2732579" y="2473180"/>
                  <a:pt x="2732579" y="2473595"/>
                  <a:pt x="2732343" y="2473950"/>
                </a:cubicBezTo>
                <a:lnTo>
                  <a:pt x="2724229" y="2487986"/>
                </a:lnTo>
                <a:cubicBezTo>
                  <a:pt x="2723992" y="2488342"/>
                  <a:pt x="2723636" y="2488579"/>
                  <a:pt x="2723222" y="2488579"/>
                </a:cubicBezTo>
                <a:lnTo>
                  <a:pt x="2706994" y="2488579"/>
                </a:lnTo>
                <a:cubicBezTo>
                  <a:pt x="2706579" y="2488579"/>
                  <a:pt x="2706224" y="2488342"/>
                  <a:pt x="2705987" y="2487986"/>
                </a:cubicBezTo>
                <a:lnTo>
                  <a:pt x="2697874" y="2473950"/>
                </a:lnTo>
                <a:cubicBezTo>
                  <a:pt x="2697637" y="2473595"/>
                  <a:pt x="2697637" y="2473180"/>
                  <a:pt x="2697874" y="2472825"/>
                </a:cubicBezTo>
                <a:lnTo>
                  <a:pt x="2705987" y="2458788"/>
                </a:lnTo>
                <a:cubicBezTo>
                  <a:pt x="2706224" y="2458433"/>
                  <a:pt x="2706579" y="2458196"/>
                  <a:pt x="2706994" y="2458196"/>
                </a:cubicBezTo>
                <a:close/>
                <a:moveTo>
                  <a:pt x="2301243" y="2458196"/>
                </a:moveTo>
                <a:lnTo>
                  <a:pt x="2317471" y="2458196"/>
                </a:lnTo>
                <a:cubicBezTo>
                  <a:pt x="2317886" y="2458196"/>
                  <a:pt x="2318241" y="2458433"/>
                  <a:pt x="2318478" y="2458788"/>
                </a:cubicBezTo>
                <a:lnTo>
                  <a:pt x="2326592" y="2472825"/>
                </a:lnTo>
                <a:cubicBezTo>
                  <a:pt x="2326828" y="2473180"/>
                  <a:pt x="2326828" y="2473595"/>
                  <a:pt x="2326592" y="2473950"/>
                </a:cubicBezTo>
                <a:lnTo>
                  <a:pt x="2318478" y="2487986"/>
                </a:lnTo>
                <a:cubicBezTo>
                  <a:pt x="2318241" y="2488342"/>
                  <a:pt x="2317886" y="2488579"/>
                  <a:pt x="2317471" y="2488579"/>
                </a:cubicBezTo>
                <a:lnTo>
                  <a:pt x="2301243" y="2488579"/>
                </a:lnTo>
                <a:cubicBezTo>
                  <a:pt x="2300829" y="2488579"/>
                  <a:pt x="2300474" y="2488342"/>
                  <a:pt x="2300236" y="2487986"/>
                </a:cubicBezTo>
                <a:lnTo>
                  <a:pt x="2292123" y="2473950"/>
                </a:lnTo>
                <a:cubicBezTo>
                  <a:pt x="2291886" y="2473595"/>
                  <a:pt x="2291886" y="2473180"/>
                  <a:pt x="2292123" y="2472825"/>
                </a:cubicBezTo>
                <a:lnTo>
                  <a:pt x="2300236" y="2458788"/>
                </a:lnTo>
                <a:cubicBezTo>
                  <a:pt x="2300474" y="2458433"/>
                  <a:pt x="2300829" y="2458196"/>
                  <a:pt x="2301243" y="2458196"/>
                </a:cubicBezTo>
                <a:close/>
                <a:moveTo>
                  <a:pt x="1895374" y="2458137"/>
                </a:moveTo>
                <a:lnTo>
                  <a:pt x="1911720" y="2458137"/>
                </a:lnTo>
                <a:cubicBezTo>
                  <a:pt x="1912134" y="2458137"/>
                  <a:pt x="1912490" y="2458374"/>
                  <a:pt x="1912727" y="2458729"/>
                </a:cubicBezTo>
                <a:lnTo>
                  <a:pt x="1920900" y="2472884"/>
                </a:lnTo>
                <a:cubicBezTo>
                  <a:pt x="1921136" y="2473240"/>
                  <a:pt x="1921136" y="2473713"/>
                  <a:pt x="1920900" y="2474069"/>
                </a:cubicBezTo>
                <a:lnTo>
                  <a:pt x="1912727" y="2488223"/>
                </a:lnTo>
                <a:cubicBezTo>
                  <a:pt x="1912490" y="2488579"/>
                  <a:pt x="1912134" y="2488816"/>
                  <a:pt x="1911720" y="2488816"/>
                </a:cubicBezTo>
                <a:lnTo>
                  <a:pt x="1895374" y="2488816"/>
                </a:lnTo>
                <a:cubicBezTo>
                  <a:pt x="1894959" y="2488816"/>
                  <a:pt x="1894604" y="2488579"/>
                  <a:pt x="1894367" y="2488223"/>
                </a:cubicBezTo>
                <a:lnTo>
                  <a:pt x="1886194" y="2474069"/>
                </a:lnTo>
                <a:cubicBezTo>
                  <a:pt x="1885957" y="2473713"/>
                  <a:pt x="1885957" y="2473240"/>
                  <a:pt x="1886194" y="2472884"/>
                </a:cubicBezTo>
                <a:lnTo>
                  <a:pt x="1894367" y="2458729"/>
                </a:lnTo>
                <a:cubicBezTo>
                  <a:pt x="1894604" y="2458374"/>
                  <a:pt x="1894959" y="2458137"/>
                  <a:pt x="1895374" y="2458137"/>
                </a:cubicBezTo>
                <a:close/>
                <a:moveTo>
                  <a:pt x="1827739" y="2458137"/>
                </a:moveTo>
                <a:lnTo>
                  <a:pt x="1844085" y="2458137"/>
                </a:lnTo>
                <a:cubicBezTo>
                  <a:pt x="1844499" y="2458137"/>
                  <a:pt x="1844854" y="2458374"/>
                  <a:pt x="1845092" y="2458729"/>
                </a:cubicBezTo>
                <a:lnTo>
                  <a:pt x="1853265" y="2472884"/>
                </a:lnTo>
                <a:cubicBezTo>
                  <a:pt x="1853501" y="2473240"/>
                  <a:pt x="1853501" y="2473713"/>
                  <a:pt x="1853265" y="2474069"/>
                </a:cubicBezTo>
                <a:lnTo>
                  <a:pt x="1845092" y="2488223"/>
                </a:lnTo>
                <a:cubicBezTo>
                  <a:pt x="1844854" y="2488579"/>
                  <a:pt x="1844499" y="2488816"/>
                  <a:pt x="1844085" y="2488816"/>
                </a:cubicBezTo>
                <a:lnTo>
                  <a:pt x="1827739" y="2488816"/>
                </a:lnTo>
                <a:cubicBezTo>
                  <a:pt x="1827324" y="2488816"/>
                  <a:pt x="1826969" y="2488579"/>
                  <a:pt x="1826732" y="2488223"/>
                </a:cubicBezTo>
                <a:lnTo>
                  <a:pt x="1818559" y="2474069"/>
                </a:lnTo>
                <a:cubicBezTo>
                  <a:pt x="1818322" y="2473713"/>
                  <a:pt x="1818322" y="2473240"/>
                  <a:pt x="1818559" y="2472884"/>
                </a:cubicBezTo>
                <a:lnTo>
                  <a:pt x="1826732" y="2458729"/>
                </a:lnTo>
                <a:cubicBezTo>
                  <a:pt x="1826969" y="2458374"/>
                  <a:pt x="1827324" y="2458137"/>
                  <a:pt x="1827739" y="2458137"/>
                </a:cubicBezTo>
                <a:close/>
                <a:moveTo>
                  <a:pt x="2165795" y="2457900"/>
                </a:moveTo>
                <a:lnTo>
                  <a:pt x="2182378" y="2457900"/>
                </a:lnTo>
                <a:cubicBezTo>
                  <a:pt x="2182793" y="2457900"/>
                  <a:pt x="2183148" y="2458137"/>
                  <a:pt x="2183385" y="2458492"/>
                </a:cubicBezTo>
                <a:lnTo>
                  <a:pt x="2191677" y="2472825"/>
                </a:lnTo>
                <a:cubicBezTo>
                  <a:pt x="2191913" y="2473180"/>
                  <a:pt x="2191913" y="2473654"/>
                  <a:pt x="2191677" y="2474009"/>
                </a:cubicBezTo>
                <a:lnTo>
                  <a:pt x="2183385" y="2488342"/>
                </a:lnTo>
                <a:cubicBezTo>
                  <a:pt x="2183148" y="2488697"/>
                  <a:pt x="2182793" y="2488934"/>
                  <a:pt x="2182378" y="2488934"/>
                </a:cubicBezTo>
                <a:lnTo>
                  <a:pt x="2165795" y="2488934"/>
                </a:lnTo>
                <a:cubicBezTo>
                  <a:pt x="2165381" y="2488934"/>
                  <a:pt x="2165025" y="2488697"/>
                  <a:pt x="2164788" y="2488342"/>
                </a:cubicBezTo>
                <a:lnTo>
                  <a:pt x="2156497" y="2474009"/>
                </a:lnTo>
                <a:cubicBezTo>
                  <a:pt x="2156260" y="2473654"/>
                  <a:pt x="2156260" y="2473180"/>
                  <a:pt x="2156497" y="2472825"/>
                </a:cubicBezTo>
                <a:lnTo>
                  <a:pt x="2164788" y="2458492"/>
                </a:lnTo>
                <a:cubicBezTo>
                  <a:pt x="2165025" y="2458137"/>
                  <a:pt x="2165381" y="2457900"/>
                  <a:pt x="2165795" y="2457900"/>
                </a:cubicBezTo>
                <a:close/>
                <a:moveTo>
                  <a:pt x="1962890" y="2457900"/>
                </a:moveTo>
                <a:lnTo>
                  <a:pt x="1979473" y="2457900"/>
                </a:lnTo>
                <a:cubicBezTo>
                  <a:pt x="1979888" y="2457900"/>
                  <a:pt x="1980243" y="2458137"/>
                  <a:pt x="1980480" y="2458492"/>
                </a:cubicBezTo>
                <a:lnTo>
                  <a:pt x="1988772" y="2472825"/>
                </a:lnTo>
                <a:cubicBezTo>
                  <a:pt x="1989008" y="2473180"/>
                  <a:pt x="1989008" y="2473654"/>
                  <a:pt x="1988772" y="2474009"/>
                </a:cubicBezTo>
                <a:lnTo>
                  <a:pt x="1980480" y="2488342"/>
                </a:lnTo>
                <a:cubicBezTo>
                  <a:pt x="1980243" y="2488697"/>
                  <a:pt x="1979888" y="2488934"/>
                  <a:pt x="1979473" y="2488934"/>
                </a:cubicBezTo>
                <a:lnTo>
                  <a:pt x="1962890" y="2488934"/>
                </a:lnTo>
                <a:cubicBezTo>
                  <a:pt x="1962476" y="2488934"/>
                  <a:pt x="1962120" y="2488697"/>
                  <a:pt x="1961883" y="2488342"/>
                </a:cubicBezTo>
                <a:lnTo>
                  <a:pt x="1953592" y="2474009"/>
                </a:lnTo>
                <a:cubicBezTo>
                  <a:pt x="1953355" y="2473654"/>
                  <a:pt x="1953355" y="2473180"/>
                  <a:pt x="1953592" y="2472825"/>
                </a:cubicBezTo>
                <a:lnTo>
                  <a:pt x="1961883" y="2458492"/>
                </a:lnTo>
                <a:cubicBezTo>
                  <a:pt x="1962120" y="2458137"/>
                  <a:pt x="1962476" y="2457900"/>
                  <a:pt x="1962890" y="2457900"/>
                </a:cubicBezTo>
                <a:close/>
                <a:moveTo>
                  <a:pt x="2909308" y="2457189"/>
                </a:moveTo>
                <a:lnTo>
                  <a:pt x="2926660" y="2457189"/>
                </a:lnTo>
                <a:cubicBezTo>
                  <a:pt x="2927075" y="2457189"/>
                  <a:pt x="2927490" y="2457426"/>
                  <a:pt x="2927726" y="2457781"/>
                </a:cubicBezTo>
                <a:lnTo>
                  <a:pt x="2936373" y="2472825"/>
                </a:lnTo>
                <a:cubicBezTo>
                  <a:pt x="2936610" y="2473239"/>
                  <a:pt x="2936610" y="2473713"/>
                  <a:pt x="2936373" y="2474068"/>
                </a:cubicBezTo>
                <a:lnTo>
                  <a:pt x="2927726" y="2489111"/>
                </a:lnTo>
                <a:cubicBezTo>
                  <a:pt x="2927490" y="2489467"/>
                  <a:pt x="2927075" y="2489704"/>
                  <a:pt x="2926660" y="2489704"/>
                </a:cubicBezTo>
                <a:lnTo>
                  <a:pt x="2909308" y="2489704"/>
                </a:lnTo>
                <a:cubicBezTo>
                  <a:pt x="2908893" y="2489704"/>
                  <a:pt x="2908478" y="2489467"/>
                  <a:pt x="2908242" y="2489111"/>
                </a:cubicBezTo>
                <a:lnTo>
                  <a:pt x="2899595" y="2474068"/>
                </a:lnTo>
                <a:cubicBezTo>
                  <a:pt x="2899358" y="2473653"/>
                  <a:pt x="2899358" y="2473180"/>
                  <a:pt x="2899595" y="2472825"/>
                </a:cubicBezTo>
                <a:lnTo>
                  <a:pt x="2908242" y="2457781"/>
                </a:lnTo>
                <a:cubicBezTo>
                  <a:pt x="2908478" y="2457426"/>
                  <a:pt x="2908893" y="2457189"/>
                  <a:pt x="2909308" y="2457189"/>
                </a:cubicBezTo>
                <a:close/>
                <a:moveTo>
                  <a:pt x="2097627" y="2456893"/>
                </a:moveTo>
                <a:lnTo>
                  <a:pt x="2115276" y="2456893"/>
                </a:lnTo>
                <a:cubicBezTo>
                  <a:pt x="2115691" y="2456893"/>
                  <a:pt x="2116106" y="2457189"/>
                  <a:pt x="2116342" y="2457544"/>
                </a:cubicBezTo>
                <a:lnTo>
                  <a:pt x="2125167" y="2472825"/>
                </a:lnTo>
                <a:cubicBezTo>
                  <a:pt x="2125404" y="2473180"/>
                  <a:pt x="2125404" y="2473713"/>
                  <a:pt x="2125167" y="2474068"/>
                </a:cubicBezTo>
                <a:lnTo>
                  <a:pt x="2116342" y="2489348"/>
                </a:lnTo>
                <a:cubicBezTo>
                  <a:pt x="2116106" y="2489763"/>
                  <a:pt x="2115691" y="2490000"/>
                  <a:pt x="2115276" y="2490000"/>
                </a:cubicBezTo>
                <a:lnTo>
                  <a:pt x="2097627" y="2490000"/>
                </a:lnTo>
                <a:cubicBezTo>
                  <a:pt x="2097213" y="2490000"/>
                  <a:pt x="2096798" y="2489704"/>
                  <a:pt x="2096561" y="2489348"/>
                </a:cubicBezTo>
                <a:lnTo>
                  <a:pt x="2087737" y="2474068"/>
                </a:lnTo>
                <a:cubicBezTo>
                  <a:pt x="2087500" y="2473713"/>
                  <a:pt x="2087500" y="2473180"/>
                  <a:pt x="2087737" y="2472825"/>
                </a:cubicBezTo>
                <a:lnTo>
                  <a:pt x="2096561" y="2457544"/>
                </a:lnTo>
                <a:cubicBezTo>
                  <a:pt x="2096798" y="2457130"/>
                  <a:pt x="2097213" y="2456893"/>
                  <a:pt x="2097627" y="2456893"/>
                </a:cubicBezTo>
                <a:close/>
                <a:moveTo>
                  <a:pt x="2029992" y="2456893"/>
                </a:moveTo>
                <a:lnTo>
                  <a:pt x="2047641" y="2456893"/>
                </a:lnTo>
                <a:cubicBezTo>
                  <a:pt x="2048056" y="2456893"/>
                  <a:pt x="2048470" y="2457189"/>
                  <a:pt x="2048707" y="2457544"/>
                </a:cubicBezTo>
                <a:lnTo>
                  <a:pt x="2057532" y="2472825"/>
                </a:lnTo>
                <a:cubicBezTo>
                  <a:pt x="2057769" y="2473180"/>
                  <a:pt x="2057769" y="2473713"/>
                  <a:pt x="2057532" y="2474068"/>
                </a:cubicBezTo>
                <a:lnTo>
                  <a:pt x="2048707" y="2489348"/>
                </a:lnTo>
                <a:cubicBezTo>
                  <a:pt x="2048470" y="2489763"/>
                  <a:pt x="2048056" y="2490000"/>
                  <a:pt x="2047641" y="2490000"/>
                </a:cubicBezTo>
                <a:lnTo>
                  <a:pt x="2029992" y="2490000"/>
                </a:lnTo>
                <a:cubicBezTo>
                  <a:pt x="2029577" y="2490000"/>
                  <a:pt x="2029163" y="2489704"/>
                  <a:pt x="2028926" y="2489348"/>
                </a:cubicBezTo>
                <a:lnTo>
                  <a:pt x="2020102" y="2474068"/>
                </a:lnTo>
                <a:cubicBezTo>
                  <a:pt x="2019865" y="2473713"/>
                  <a:pt x="2019865" y="2473180"/>
                  <a:pt x="2020102" y="2472825"/>
                </a:cubicBezTo>
                <a:lnTo>
                  <a:pt x="2028926" y="2457544"/>
                </a:lnTo>
                <a:cubicBezTo>
                  <a:pt x="2029163" y="2457130"/>
                  <a:pt x="2029577" y="2456893"/>
                  <a:pt x="2029992" y="2456893"/>
                </a:cubicBezTo>
                <a:close/>
                <a:moveTo>
                  <a:pt x="2976646" y="2456597"/>
                </a:moveTo>
                <a:lnTo>
                  <a:pt x="2994650" y="2456597"/>
                </a:lnTo>
                <a:cubicBezTo>
                  <a:pt x="2995124" y="2456597"/>
                  <a:pt x="2995539" y="2456834"/>
                  <a:pt x="2995776" y="2457248"/>
                </a:cubicBezTo>
                <a:lnTo>
                  <a:pt x="3004778" y="2472825"/>
                </a:lnTo>
                <a:cubicBezTo>
                  <a:pt x="3005015" y="2473180"/>
                  <a:pt x="3005015" y="2473653"/>
                  <a:pt x="3004778" y="2474068"/>
                </a:cubicBezTo>
                <a:lnTo>
                  <a:pt x="2995776" y="2489644"/>
                </a:lnTo>
                <a:cubicBezTo>
                  <a:pt x="2995539" y="2490059"/>
                  <a:pt x="2995124" y="2490296"/>
                  <a:pt x="2994650" y="2490296"/>
                </a:cubicBezTo>
                <a:lnTo>
                  <a:pt x="2976646" y="2490296"/>
                </a:lnTo>
                <a:cubicBezTo>
                  <a:pt x="2976172" y="2490296"/>
                  <a:pt x="2975758" y="2490059"/>
                  <a:pt x="2975521" y="2489644"/>
                </a:cubicBezTo>
                <a:lnTo>
                  <a:pt x="2966519" y="2474068"/>
                </a:lnTo>
                <a:cubicBezTo>
                  <a:pt x="2966282" y="2473713"/>
                  <a:pt x="2966282" y="2473239"/>
                  <a:pt x="2966519" y="2472825"/>
                </a:cubicBezTo>
                <a:lnTo>
                  <a:pt x="2975521" y="2457248"/>
                </a:lnTo>
                <a:cubicBezTo>
                  <a:pt x="2975758" y="2456834"/>
                  <a:pt x="2976172" y="2456597"/>
                  <a:pt x="2976646" y="2456597"/>
                </a:cubicBezTo>
                <a:close/>
                <a:moveTo>
                  <a:pt x="1759274" y="2456597"/>
                </a:moveTo>
                <a:lnTo>
                  <a:pt x="1777278" y="2456597"/>
                </a:lnTo>
                <a:cubicBezTo>
                  <a:pt x="1777752" y="2456597"/>
                  <a:pt x="1778167" y="2456834"/>
                  <a:pt x="1778404" y="2457248"/>
                </a:cubicBezTo>
                <a:lnTo>
                  <a:pt x="1787406" y="2472825"/>
                </a:lnTo>
                <a:cubicBezTo>
                  <a:pt x="1787643" y="2473180"/>
                  <a:pt x="1787643" y="2473653"/>
                  <a:pt x="1787406" y="2474068"/>
                </a:cubicBezTo>
                <a:lnTo>
                  <a:pt x="1778404" y="2489644"/>
                </a:lnTo>
                <a:cubicBezTo>
                  <a:pt x="1778167" y="2490059"/>
                  <a:pt x="1777752" y="2490296"/>
                  <a:pt x="1777278" y="2490296"/>
                </a:cubicBezTo>
                <a:lnTo>
                  <a:pt x="1759274" y="2490296"/>
                </a:lnTo>
                <a:cubicBezTo>
                  <a:pt x="1758800" y="2490296"/>
                  <a:pt x="1758386" y="2490059"/>
                  <a:pt x="1758149" y="2489644"/>
                </a:cubicBezTo>
                <a:lnTo>
                  <a:pt x="1749147" y="2474068"/>
                </a:lnTo>
                <a:cubicBezTo>
                  <a:pt x="1748910" y="2473713"/>
                  <a:pt x="1748910" y="2473239"/>
                  <a:pt x="1749147" y="2472825"/>
                </a:cubicBezTo>
                <a:lnTo>
                  <a:pt x="1758149" y="2457248"/>
                </a:lnTo>
                <a:cubicBezTo>
                  <a:pt x="1758386" y="2456834"/>
                  <a:pt x="1758800" y="2456597"/>
                  <a:pt x="1759274" y="2456597"/>
                </a:cubicBezTo>
                <a:close/>
                <a:moveTo>
                  <a:pt x="1691580" y="2456479"/>
                </a:moveTo>
                <a:lnTo>
                  <a:pt x="1709703" y="2456479"/>
                </a:lnTo>
                <a:cubicBezTo>
                  <a:pt x="1710177" y="2456479"/>
                  <a:pt x="1710592" y="2456716"/>
                  <a:pt x="1710829" y="2457130"/>
                </a:cubicBezTo>
                <a:lnTo>
                  <a:pt x="1719890" y="2472825"/>
                </a:lnTo>
                <a:cubicBezTo>
                  <a:pt x="1720127" y="2473240"/>
                  <a:pt x="1720127" y="2473713"/>
                  <a:pt x="1719890" y="2474128"/>
                </a:cubicBezTo>
                <a:lnTo>
                  <a:pt x="1710829" y="2489823"/>
                </a:lnTo>
                <a:cubicBezTo>
                  <a:pt x="1710592" y="2490237"/>
                  <a:pt x="1710177" y="2490474"/>
                  <a:pt x="1709703" y="2490474"/>
                </a:cubicBezTo>
                <a:lnTo>
                  <a:pt x="1691580" y="2490474"/>
                </a:lnTo>
                <a:cubicBezTo>
                  <a:pt x="1691107" y="2490474"/>
                  <a:pt x="1690692" y="2490237"/>
                  <a:pt x="1690455" y="2489823"/>
                </a:cubicBezTo>
                <a:lnTo>
                  <a:pt x="1681394" y="2474128"/>
                </a:lnTo>
                <a:cubicBezTo>
                  <a:pt x="1681157" y="2473713"/>
                  <a:pt x="1681157" y="2473240"/>
                  <a:pt x="1681394" y="2472825"/>
                </a:cubicBezTo>
                <a:lnTo>
                  <a:pt x="1690455" y="2457130"/>
                </a:lnTo>
                <a:cubicBezTo>
                  <a:pt x="1690692" y="2456716"/>
                  <a:pt x="1691107" y="2456479"/>
                  <a:pt x="1691580" y="2456479"/>
                </a:cubicBezTo>
                <a:close/>
                <a:moveTo>
                  <a:pt x="2841258" y="2456360"/>
                </a:moveTo>
                <a:lnTo>
                  <a:pt x="2859499" y="2456360"/>
                </a:lnTo>
                <a:cubicBezTo>
                  <a:pt x="2859973" y="2456360"/>
                  <a:pt x="2860387" y="2456597"/>
                  <a:pt x="2860624" y="2457011"/>
                </a:cubicBezTo>
                <a:lnTo>
                  <a:pt x="2869745" y="2472765"/>
                </a:lnTo>
                <a:cubicBezTo>
                  <a:pt x="2869982" y="2473180"/>
                  <a:pt x="2869982" y="2473654"/>
                  <a:pt x="2869745" y="2474068"/>
                </a:cubicBezTo>
                <a:lnTo>
                  <a:pt x="2860624" y="2489822"/>
                </a:lnTo>
                <a:cubicBezTo>
                  <a:pt x="2860387" y="2490237"/>
                  <a:pt x="2859973" y="2490474"/>
                  <a:pt x="2859499" y="2490474"/>
                </a:cubicBezTo>
                <a:lnTo>
                  <a:pt x="2841258" y="2490474"/>
                </a:lnTo>
                <a:cubicBezTo>
                  <a:pt x="2840784" y="2490474"/>
                  <a:pt x="2840369" y="2490237"/>
                  <a:pt x="2840132" y="2489822"/>
                </a:cubicBezTo>
                <a:lnTo>
                  <a:pt x="2831012" y="2474068"/>
                </a:lnTo>
                <a:cubicBezTo>
                  <a:pt x="2830775" y="2473654"/>
                  <a:pt x="2830775" y="2473180"/>
                  <a:pt x="2831012" y="2472765"/>
                </a:cubicBezTo>
                <a:lnTo>
                  <a:pt x="2840132" y="2457011"/>
                </a:lnTo>
                <a:cubicBezTo>
                  <a:pt x="2840369" y="2456597"/>
                  <a:pt x="2840784" y="2456360"/>
                  <a:pt x="2841258" y="2456360"/>
                </a:cubicBezTo>
                <a:close/>
                <a:moveTo>
                  <a:pt x="3044103" y="2456183"/>
                </a:moveTo>
                <a:lnTo>
                  <a:pt x="3062522" y="2456183"/>
                </a:lnTo>
                <a:cubicBezTo>
                  <a:pt x="3062996" y="2456183"/>
                  <a:pt x="3063410" y="2456420"/>
                  <a:pt x="3063647" y="2456834"/>
                </a:cubicBezTo>
                <a:lnTo>
                  <a:pt x="3072887" y="2472825"/>
                </a:lnTo>
                <a:cubicBezTo>
                  <a:pt x="3073123" y="2473240"/>
                  <a:pt x="3073123" y="2473713"/>
                  <a:pt x="3072887" y="2474128"/>
                </a:cubicBezTo>
                <a:lnTo>
                  <a:pt x="3063647" y="2490119"/>
                </a:lnTo>
                <a:cubicBezTo>
                  <a:pt x="3063410" y="2490533"/>
                  <a:pt x="3062996" y="2490770"/>
                  <a:pt x="3062522" y="2490770"/>
                </a:cubicBezTo>
                <a:lnTo>
                  <a:pt x="3044103" y="2490770"/>
                </a:lnTo>
                <a:cubicBezTo>
                  <a:pt x="3043629" y="2490770"/>
                  <a:pt x="3043215" y="2490533"/>
                  <a:pt x="3042978" y="2490119"/>
                </a:cubicBezTo>
                <a:lnTo>
                  <a:pt x="3033739" y="2474128"/>
                </a:lnTo>
                <a:cubicBezTo>
                  <a:pt x="3033502" y="2473713"/>
                  <a:pt x="3033502" y="2473240"/>
                  <a:pt x="3033739" y="2472825"/>
                </a:cubicBezTo>
                <a:lnTo>
                  <a:pt x="3042978" y="2456834"/>
                </a:lnTo>
                <a:cubicBezTo>
                  <a:pt x="3043215" y="2456420"/>
                  <a:pt x="3043629" y="2456183"/>
                  <a:pt x="3044103" y="2456183"/>
                </a:cubicBezTo>
                <a:close/>
                <a:moveTo>
                  <a:pt x="4464262" y="2456064"/>
                </a:moveTo>
                <a:lnTo>
                  <a:pt x="4482799" y="2456064"/>
                </a:lnTo>
                <a:cubicBezTo>
                  <a:pt x="4483273" y="2456064"/>
                  <a:pt x="4483688" y="2456301"/>
                  <a:pt x="4483924" y="2456715"/>
                </a:cubicBezTo>
                <a:lnTo>
                  <a:pt x="4493163" y="2472766"/>
                </a:lnTo>
                <a:cubicBezTo>
                  <a:pt x="4493401" y="2473180"/>
                  <a:pt x="4493401" y="2473654"/>
                  <a:pt x="4493163" y="2474068"/>
                </a:cubicBezTo>
                <a:lnTo>
                  <a:pt x="4483865" y="2490118"/>
                </a:lnTo>
                <a:cubicBezTo>
                  <a:pt x="4483628" y="2490533"/>
                  <a:pt x="4483213" y="2490770"/>
                  <a:pt x="4482740" y="2490770"/>
                </a:cubicBezTo>
                <a:lnTo>
                  <a:pt x="4464202" y="2490770"/>
                </a:lnTo>
                <a:cubicBezTo>
                  <a:pt x="4463729" y="2490770"/>
                  <a:pt x="4463314" y="2490533"/>
                  <a:pt x="4463077" y="2490118"/>
                </a:cubicBezTo>
                <a:lnTo>
                  <a:pt x="4453838" y="2474068"/>
                </a:lnTo>
                <a:cubicBezTo>
                  <a:pt x="4453601" y="2473654"/>
                  <a:pt x="4453601" y="2473180"/>
                  <a:pt x="4453838" y="2472766"/>
                </a:cubicBezTo>
                <a:lnTo>
                  <a:pt x="4463137" y="2456715"/>
                </a:lnTo>
                <a:cubicBezTo>
                  <a:pt x="4463373" y="2456301"/>
                  <a:pt x="4463788" y="2456064"/>
                  <a:pt x="4464262" y="2456064"/>
                </a:cubicBezTo>
                <a:close/>
                <a:moveTo>
                  <a:pt x="3111620" y="2456064"/>
                </a:moveTo>
                <a:lnTo>
                  <a:pt x="3130158" y="2456064"/>
                </a:lnTo>
                <a:cubicBezTo>
                  <a:pt x="3130632" y="2456064"/>
                  <a:pt x="3131046" y="2456301"/>
                  <a:pt x="3131283" y="2456715"/>
                </a:cubicBezTo>
                <a:lnTo>
                  <a:pt x="3140522" y="2472766"/>
                </a:lnTo>
                <a:cubicBezTo>
                  <a:pt x="3140759" y="2473180"/>
                  <a:pt x="3140759" y="2473654"/>
                  <a:pt x="3140522" y="2474068"/>
                </a:cubicBezTo>
                <a:lnTo>
                  <a:pt x="3131224" y="2490118"/>
                </a:lnTo>
                <a:cubicBezTo>
                  <a:pt x="3130987" y="2490533"/>
                  <a:pt x="3130572" y="2490770"/>
                  <a:pt x="3130098" y="2490770"/>
                </a:cubicBezTo>
                <a:lnTo>
                  <a:pt x="3111561" y="2490770"/>
                </a:lnTo>
                <a:cubicBezTo>
                  <a:pt x="3111087" y="2490770"/>
                  <a:pt x="3110673" y="2490533"/>
                  <a:pt x="3110436" y="2490118"/>
                </a:cubicBezTo>
                <a:lnTo>
                  <a:pt x="3101197" y="2474068"/>
                </a:lnTo>
                <a:cubicBezTo>
                  <a:pt x="3100960" y="2473654"/>
                  <a:pt x="3100960" y="2473180"/>
                  <a:pt x="3101197" y="2472766"/>
                </a:cubicBezTo>
                <a:lnTo>
                  <a:pt x="3110495" y="2456715"/>
                </a:lnTo>
                <a:cubicBezTo>
                  <a:pt x="3110732" y="2456301"/>
                  <a:pt x="3111147" y="2456064"/>
                  <a:pt x="3111620" y="2456064"/>
                </a:cubicBezTo>
                <a:close/>
                <a:moveTo>
                  <a:pt x="1623530" y="2455649"/>
                </a:moveTo>
                <a:lnTo>
                  <a:pt x="1642541" y="2455649"/>
                </a:lnTo>
                <a:cubicBezTo>
                  <a:pt x="1643015" y="2455649"/>
                  <a:pt x="1643489" y="2455886"/>
                  <a:pt x="1643726" y="2456300"/>
                </a:cubicBezTo>
                <a:lnTo>
                  <a:pt x="1653202" y="2472765"/>
                </a:lnTo>
                <a:cubicBezTo>
                  <a:pt x="1653439" y="2473180"/>
                  <a:pt x="1653439" y="2473713"/>
                  <a:pt x="1653202" y="2474127"/>
                </a:cubicBezTo>
                <a:lnTo>
                  <a:pt x="1643726" y="2490592"/>
                </a:lnTo>
                <a:cubicBezTo>
                  <a:pt x="1643430" y="2491007"/>
                  <a:pt x="1643015" y="2491243"/>
                  <a:pt x="1642541" y="2491243"/>
                </a:cubicBezTo>
                <a:lnTo>
                  <a:pt x="1623530" y="2491243"/>
                </a:lnTo>
                <a:cubicBezTo>
                  <a:pt x="1623056" y="2491243"/>
                  <a:pt x="1622583" y="2491007"/>
                  <a:pt x="1622346" y="2490592"/>
                </a:cubicBezTo>
                <a:lnTo>
                  <a:pt x="1612870" y="2474127"/>
                </a:lnTo>
                <a:cubicBezTo>
                  <a:pt x="1612633" y="2473713"/>
                  <a:pt x="1612633" y="2473180"/>
                  <a:pt x="1612870" y="2472765"/>
                </a:cubicBezTo>
                <a:lnTo>
                  <a:pt x="1622346" y="2456300"/>
                </a:lnTo>
                <a:cubicBezTo>
                  <a:pt x="1622642" y="2455886"/>
                  <a:pt x="1623056" y="2455649"/>
                  <a:pt x="1623530" y="2455649"/>
                </a:cubicBezTo>
                <a:close/>
                <a:moveTo>
                  <a:pt x="4531363" y="2455117"/>
                </a:moveTo>
                <a:lnTo>
                  <a:pt x="4550908" y="2455117"/>
                </a:lnTo>
                <a:cubicBezTo>
                  <a:pt x="4551381" y="2455117"/>
                  <a:pt x="4551856" y="2455413"/>
                  <a:pt x="4552092" y="2455828"/>
                </a:cubicBezTo>
                <a:lnTo>
                  <a:pt x="4561864" y="2472766"/>
                </a:lnTo>
                <a:cubicBezTo>
                  <a:pt x="4562102" y="2473181"/>
                  <a:pt x="4562102" y="2473713"/>
                  <a:pt x="4561864" y="2474128"/>
                </a:cubicBezTo>
                <a:lnTo>
                  <a:pt x="4552092" y="2491066"/>
                </a:lnTo>
                <a:cubicBezTo>
                  <a:pt x="4551856" y="2491481"/>
                  <a:pt x="4551381" y="2491777"/>
                  <a:pt x="4550908" y="2491777"/>
                </a:cubicBezTo>
                <a:lnTo>
                  <a:pt x="4531363" y="2491777"/>
                </a:lnTo>
                <a:cubicBezTo>
                  <a:pt x="4530890" y="2491777"/>
                  <a:pt x="4530416" y="2491481"/>
                  <a:pt x="4530179" y="2491066"/>
                </a:cubicBezTo>
                <a:lnTo>
                  <a:pt x="4520407" y="2474128"/>
                </a:lnTo>
                <a:cubicBezTo>
                  <a:pt x="4520170" y="2473713"/>
                  <a:pt x="4520170" y="2473181"/>
                  <a:pt x="4520407" y="2472766"/>
                </a:cubicBezTo>
                <a:lnTo>
                  <a:pt x="4530179" y="2455828"/>
                </a:lnTo>
                <a:cubicBezTo>
                  <a:pt x="4530416" y="2455413"/>
                  <a:pt x="4530890" y="2455117"/>
                  <a:pt x="4531363" y="2455117"/>
                </a:cubicBezTo>
                <a:close/>
                <a:moveTo>
                  <a:pt x="1555421" y="2454820"/>
                </a:moveTo>
                <a:lnTo>
                  <a:pt x="1575321" y="2454820"/>
                </a:lnTo>
                <a:cubicBezTo>
                  <a:pt x="1575794" y="2454820"/>
                  <a:pt x="1576268" y="2455116"/>
                  <a:pt x="1576505" y="2455531"/>
                </a:cubicBezTo>
                <a:lnTo>
                  <a:pt x="1586455" y="2472765"/>
                </a:lnTo>
                <a:cubicBezTo>
                  <a:pt x="1586692" y="2473239"/>
                  <a:pt x="1586692" y="2473772"/>
                  <a:pt x="1586455" y="2474187"/>
                </a:cubicBezTo>
                <a:lnTo>
                  <a:pt x="1576505" y="2491421"/>
                </a:lnTo>
                <a:cubicBezTo>
                  <a:pt x="1576268" y="2491836"/>
                  <a:pt x="1575794" y="2492132"/>
                  <a:pt x="1575321" y="2492132"/>
                </a:cubicBezTo>
                <a:lnTo>
                  <a:pt x="1555421" y="2492132"/>
                </a:lnTo>
                <a:cubicBezTo>
                  <a:pt x="1554947" y="2492132"/>
                  <a:pt x="1554473" y="2491836"/>
                  <a:pt x="1554237" y="2491421"/>
                </a:cubicBezTo>
                <a:lnTo>
                  <a:pt x="1544287" y="2474187"/>
                </a:lnTo>
                <a:cubicBezTo>
                  <a:pt x="1544050" y="2473713"/>
                  <a:pt x="1544050" y="2473180"/>
                  <a:pt x="1544287" y="2472765"/>
                </a:cubicBezTo>
                <a:lnTo>
                  <a:pt x="1554237" y="2455531"/>
                </a:lnTo>
                <a:cubicBezTo>
                  <a:pt x="1554473" y="2455116"/>
                  <a:pt x="1554947" y="2454820"/>
                  <a:pt x="1555421" y="2454820"/>
                </a:cubicBezTo>
                <a:close/>
                <a:moveTo>
                  <a:pt x="1487609" y="2454406"/>
                </a:moveTo>
                <a:lnTo>
                  <a:pt x="1507924" y="2454406"/>
                </a:lnTo>
                <a:cubicBezTo>
                  <a:pt x="1508456" y="2454406"/>
                  <a:pt x="1508930" y="2454702"/>
                  <a:pt x="1509167" y="2455117"/>
                </a:cubicBezTo>
                <a:lnTo>
                  <a:pt x="1519295" y="2472707"/>
                </a:lnTo>
                <a:cubicBezTo>
                  <a:pt x="1519531" y="2473121"/>
                  <a:pt x="1519531" y="2473713"/>
                  <a:pt x="1519295" y="2474128"/>
                </a:cubicBezTo>
                <a:lnTo>
                  <a:pt x="1509108" y="2491718"/>
                </a:lnTo>
                <a:cubicBezTo>
                  <a:pt x="1508871" y="2492133"/>
                  <a:pt x="1508397" y="2492429"/>
                  <a:pt x="1507864" y="2492429"/>
                </a:cubicBezTo>
                <a:lnTo>
                  <a:pt x="1487550" y="2492429"/>
                </a:lnTo>
                <a:cubicBezTo>
                  <a:pt x="1487017" y="2492429"/>
                  <a:pt x="1486543" y="2492133"/>
                  <a:pt x="1486306" y="2491718"/>
                </a:cubicBezTo>
                <a:lnTo>
                  <a:pt x="1476179" y="2474128"/>
                </a:lnTo>
                <a:cubicBezTo>
                  <a:pt x="1475942" y="2473713"/>
                  <a:pt x="1475942" y="2473121"/>
                  <a:pt x="1476179" y="2472707"/>
                </a:cubicBezTo>
                <a:lnTo>
                  <a:pt x="1486365" y="2455117"/>
                </a:lnTo>
                <a:cubicBezTo>
                  <a:pt x="1486602" y="2454702"/>
                  <a:pt x="1487076" y="2454406"/>
                  <a:pt x="1487609" y="2454406"/>
                </a:cubicBezTo>
                <a:close/>
                <a:moveTo>
                  <a:pt x="4666042" y="2453991"/>
                </a:moveTo>
                <a:lnTo>
                  <a:pt x="4686770" y="2453991"/>
                </a:lnTo>
                <a:cubicBezTo>
                  <a:pt x="4687245" y="2453991"/>
                  <a:pt x="4687718" y="2454228"/>
                  <a:pt x="4688015" y="2454702"/>
                </a:cubicBezTo>
                <a:lnTo>
                  <a:pt x="4698379" y="2472706"/>
                </a:lnTo>
                <a:cubicBezTo>
                  <a:pt x="4698675" y="2473180"/>
                  <a:pt x="4698675" y="2473713"/>
                  <a:pt x="4698379" y="2474187"/>
                </a:cubicBezTo>
                <a:lnTo>
                  <a:pt x="4688015" y="2492191"/>
                </a:lnTo>
                <a:cubicBezTo>
                  <a:pt x="4687778" y="2492606"/>
                  <a:pt x="4687304" y="2492902"/>
                  <a:pt x="4686770" y="2492902"/>
                </a:cubicBezTo>
                <a:lnTo>
                  <a:pt x="4666042" y="2492902"/>
                </a:lnTo>
                <a:cubicBezTo>
                  <a:pt x="4665568" y="2492902"/>
                  <a:pt x="4665035" y="2492665"/>
                  <a:pt x="4664798" y="2492191"/>
                </a:cubicBezTo>
                <a:lnTo>
                  <a:pt x="4654434" y="2474187"/>
                </a:lnTo>
                <a:cubicBezTo>
                  <a:pt x="4654138" y="2473713"/>
                  <a:pt x="4654138" y="2473180"/>
                  <a:pt x="4654434" y="2472706"/>
                </a:cubicBezTo>
                <a:lnTo>
                  <a:pt x="4664798" y="2454702"/>
                </a:lnTo>
                <a:cubicBezTo>
                  <a:pt x="4665035" y="2454287"/>
                  <a:pt x="4665509" y="2453991"/>
                  <a:pt x="4666042" y="2453991"/>
                </a:cubicBezTo>
                <a:close/>
                <a:moveTo>
                  <a:pt x="4598348" y="2453873"/>
                </a:moveTo>
                <a:lnTo>
                  <a:pt x="4619195" y="2453873"/>
                </a:lnTo>
                <a:cubicBezTo>
                  <a:pt x="4619728" y="2453873"/>
                  <a:pt x="4620201" y="2454110"/>
                  <a:pt x="4620498" y="2454584"/>
                </a:cubicBezTo>
                <a:lnTo>
                  <a:pt x="4630922" y="2472647"/>
                </a:lnTo>
                <a:cubicBezTo>
                  <a:pt x="4631217" y="2473121"/>
                  <a:pt x="4631217" y="2473654"/>
                  <a:pt x="4630922" y="2474128"/>
                </a:cubicBezTo>
                <a:lnTo>
                  <a:pt x="4620498" y="2492191"/>
                </a:lnTo>
                <a:cubicBezTo>
                  <a:pt x="4620201" y="2492606"/>
                  <a:pt x="4619728" y="2492902"/>
                  <a:pt x="4619195" y="2492902"/>
                </a:cubicBezTo>
                <a:lnTo>
                  <a:pt x="4598348" y="2492902"/>
                </a:lnTo>
                <a:cubicBezTo>
                  <a:pt x="4597815" y="2492902"/>
                  <a:pt x="4597341" y="2492665"/>
                  <a:pt x="4597045" y="2492191"/>
                </a:cubicBezTo>
                <a:lnTo>
                  <a:pt x="4586621" y="2474128"/>
                </a:lnTo>
                <a:cubicBezTo>
                  <a:pt x="4586325" y="2473654"/>
                  <a:pt x="4586325" y="2473121"/>
                  <a:pt x="4586621" y="2472647"/>
                </a:cubicBezTo>
                <a:lnTo>
                  <a:pt x="4597045" y="2454584"/>
                </a:lnTo>
                <a:cubicBezTo>
                  <a:pt x="4597341" y="2454169"/>
                  <a:pt x="4597815" y="2453873"/>
                  <a:pt x="4598348" y="2453873"/>
                </a:cubicBezTo>
                <a:close/>
                <a:moveTo>
                  <a:pt x="4733559" y="2453754"/>
                </a:moveTo>
                <a:lnTo>
                  <a:pt x="4754524" y="2453754"/>
                </a:lnTo>
                <a:cubicBezTo>
                  <a:pt x="4755057" y="2453754"/>
                  <a:pt x="4755532" y="2454050"/>
                  <a:pt x="4755827" y="2454524"/>
                </a:cubicBezTo>
                <a:lnTo>
                  <a:pt x="4766310" y="2472706"/>
                </a:lnTo>
                <a:cubicBezTo>
                  <a:pt x="4766607" y="2473180"/>
                  <a:pt x="4766607" y="2473713"/>
                  <a:pt x="4766310" y="2474187"/>
                </a:cubicBezTo>
                <a:lnTo>
                  <a:pt x="4755827" y="2492369"/>
                </a:lnTo>
                <a:cubicBezTo>
                  <a:pt x="4755532" y="2492843"/>
                  <a:pt x="4755057" y="2493139"/>
                  <a:pt x="4754524" y="2493139"/>
                </a:cubicBezTo>
                <a:lnTo>
                  <a:pt x="4733559" y="2493139"/>
                </a:lnTo>
                <a:cubicBezTo>
                  <a:pt x="4733026" y="2493139"/>
                  <a:pt x="4732552" y="2492843"/>
                  <a:pt x="4732256" y="2492369"/>
                </a:cubicBezTo>
                <a:lnTo>
                  <a:pt x="4721773" y="2474187"/>
                </a:lnTo>
                <a:cubicBezTo>
                  <a:pt x="4721477" y="2473713"/>
                  <a:pt x="4721477" y="2473180"/>
                  <a:pt x="4721773" y="2472706"/>
                </a:cubicBezTo>
                <a:lnTo>
                  <a:pt x="4732256" y="2454524"/>
                </a:lnTo>
                <a:cubicBezTo>
                  <a:pt x="4732552" y="2454050"/>
                  <a:pt x="4733026" y="2453754"/>
                  <a:pt x="4733559" y="2453754"/>
                </a:cubicBezTo>
                <a:close/>
                <a:moveTo>
                  <a:pt x="2771904" y="2453044"/>
                </a:moveTo>
                <a:lnTo>
                  <a:pt x="2793640" y="2453044"/>
                </a:lnTo>
                <a:cubicBezTo>
                  <a:pt x="2794173" y="2453044"/>
                  <a:pt x="2794647" y="2453340"/>
                  <a:pt x="2794943" y="2453814"/>
                </a:cubicBezTo>
                <a:lnTo>
                  <a:pt x="2805781" y="2472647"/>
                </a:lnTo>
                <a:cubicBezTo>
                  <a:pt x="2806077" y="2473121"/>
                  <a:pt x="2806077" y="2473714"/>
                  <a:pt x="2805781" y="2474187"/>
                </a:cubicBezTo>
                <a:lnTo>
                  <a:pt x="2794884" y="2493021"/>
                </a:lnTo>
                <a:cubicBezTo>
                  <a:pt x="2794647" y="2493495"/>
                  <a:pt x="2794114" y="2493791"/>
                  <a:pt x="2793581" y="2493791"/>
                </a:cubicBezTo>
                <a:lnTo>
                  <a:pt x="2771845" y="2493791"/>
                </a:lnTo>
                <a:cubicBezTo>
                  <a:pt x="2771312" y="2493791"/>
                  <a:pt x="2770838" y="2493495"/>
                  <a:pt x="2770542" y="2493021"/>
                </a:cubicBezTo>
                <a:lnTo>
                  <a:pt x="2759704" y="2474187"/>
                </a:lnTo>
                <a:cubicBezTo>
                  <a:pt x="2759408" y="2473714"/>
                  <a:pt x="2759408" y="2473121"/>
                  <a:pt x="2759704" y="2472647"/>
                </a:cubicBezTo>
                <a:lnTo>
                  <a:pt x="2770602" y="2453814"/>
                </a:lnTo>
                <a:cubicBezTo>
                  <a:pt x="2770838" y="2453340"/>
                  <a:pt x="2771371" y="2453044"/>
                  <a:pt x="2771904" y="2453044"/>
                </a:cubicBezTo>
                <a:close/>
                <a:moveTo>
                  <a:pt x="1284053" y="2453044"/>
                </a:moveTo>
                <a:lnTo>
                  <a:pt x="1305788" y="2453044"/>
                </a:lnTo>
                <a:cubicBezTo>
                  <a:pt x="1306321" y="2453044"/>
                  <a:pt x="1306795" y="2453340"/>
                  <a:pt x="1307091" y="2453814"/>
                </a:cubicBezTo>
                <a:lnTo>
                  <a:pt x="1317929" y="2472647"/>
                </a:lnTo>
                <a:cubicBezTo>
                  <a:pt x="1318225" y="2473121"/>
                  <a:pt x="1318225" y="2473714"/>
                  <a:pt x="1317929" y="2474187"/>
                </a:cubicBezTo>
                <a:lnTo>
                  <a:pt x="1307032" y="2493021"/>
                </a:lnTo>
                <a:cubicBezTo>
                  <a:pt x="1306795" y="2493495"/>
                  <a:pt x="1306262" y="2493791"/>
                  <a:pt x="1305729" y="2493791"/>
                </a:cubicBezTo>
                <a:lnTo>
                  <a:pt x="1283993" y="2493791"/>
                </a:lnTo>
                <a:cubicBezTo>
                  <a:pt x="1283460" y="2493791"/>
                  <a:pt x="1282986" y="2493495"/>
                  <a:pt x="1282690" y="2493021"/>
                </a:cubicBezTo>
                <a:lnTo>
                  <a:pt x="1271852" y="2474187"/>
                </a:lnTo>
                <a:cubicBezTo>
                  <a:pt x="1271556" y="2473714"/>
                  <a:pt x="1271556" y="2473121"/>
                  <a:pt x="1271852" y="2472647"/>
                </a:cubicBezTo>
                <a:lnTo>
                  <a:pt x="1282750" y="2453814"/>
                </a:lnTo>
                <a:cubicBezTo>
                  <a:pt x="1282986" y="2453340"/>
                  <a:pt x="1283520" y="2453044"/>
                  <a:pt x="1284053" y="2453044"/>
                </a:cubicBezTo>
                <a:close/>
                <a:moveTo>
                  <a:pt x="1418967" y="2452451"/>
                </a:moveTo>
                <a:lnTo>
                  <a:pt x="1441354" y="2452451"/>
                </a:lnTo>
                <a:cubicBezTo>
                  <a:pt x="1441887" y="2452451"/>
                  <a:pt x="1442420" y="2452747"/>
                  <a:pt x="1442716" y="2453221"/>
                </a:cubicBezTo>
                <a:lnTo>
                  <a:pt x="1453910" y="2472647"/>
                </a:lnTo>
                <a:cubicBezTo>
                  <a:pt x="1454206" y="2473121"/>
                  <a:pt x="1454206" y="2473772"/>
                  <a:pt x="1453910" y="2474246"/>
                </a:cubicBezTo>
                <a:lnTo>
                  <a:pt x="1442716" y="2493671"/>
                </a:lnTo>
                <a:cubicBezTo>
                  <a:pt x="1442420" y="2494145"/>
                  <a:pt x="1441887" y="2494441"/>
                  <a:pt x="1441354" y="2494441"/>
                </a:cubicBezTo>
                <a:lnTo>
                  <a:pt x="1418967" y="2494441"/>
                </a:lnTo>
                <a:cubicBezTo>
                  <a:pt x="1418434" y="2494441"/>
                  <a:pt x="1417901" y="2494145"/>
                  <a:pt x="1417605" y="2493671"/>
                </a:cubicBezTo>
                <a:lnTo>
                  <a:pt x="1406411" y="2474246"/>
                </a:lnTo>
                <a:cubicBezTo>
                  <a:pt x="1406115" y="2473772"/>
                  <a:pt x="1406115" y="2473121"/>
                  <a:pt x="1406411" y="2472647"/>
                </a:cubicBezTo>
                <a:lnTo>
                  <a:pt x="1417605" y="2453221"/>
                </a:lnTo>
                <a:cubicBezTo>
                  <a:pt x="1417901" y="2452747"/>
                  <a:pt x="1418434" y="2452451"/>
                  <a:pt x="1418967" y="2452451"/>
                </a:cubicBezTo>
                <a:close/>
                <a:moveTo>
                  <a:pt x="4867881" y="2452037"/>
                </a:moveTo>
                <a:lnTo>
                  <a:pt x="4890742" y="2452037"/>
                </a:lnTo>
                <a:cubicBezTo>
                  <a:pt x="4891334" y="2452037"/>
                  <a:pt x="4891867" y="2452392"/>
                  <a:pt x="4892163" y="2452866"/>
                </a:cubicBezTo>
                <a:lnTo>
                  <a:pt x="4903594" y="2472647"/>
                </a:lnTo>
                <a:cubicBezTo>
                  <a:pt x="4903889" y="2473121"/>
                  <a:pt x="4903889" y="2473773"/>
                  <a:pt x="4903594" y="2474246"/>
                </a:cubicBezTo>
                <a:lnTo>
                  <a:pt x="4892163" y="2494027"/>
                </a:lnTo>
                <a:cubicBezTo>
                  <a:pt x="4891867" y="2494561"/>
                  <a:pt x="4891334" y="2494857"/>
                  <a:pt x="4890742" y="2494857"/>
                </a:cubicBezTo>
                <a:lnTo>
                  <a:pt x="4867881" y="2494857"/>
                </a:lnTo>
                <a:cubicBezTo>
                  <a:pt x="4867289" y="2494857"/>
                  <a:pt x="4866755" y="2494501"/>
                  <a:pt x="4866460" y="2494027"/>
                </a:cubicBezTo>
                <a:lnTo>
                  <a:pt x="4855029" y="2474246"/>
                </a:lnTo>
                <a:cubicBezTo>
                  <a:pt x="4854733" y="2473773"/>
                  <a:pt x="4854733" y="2473121"/>
                  <a:pt x="4855029" y="2472647"/>
                </a:cubicBezTo>
                <a:lnTo>
                  <a:pt x="4866460" y="2452866"/>
                </a:lnTo>
                <a:cubicBezTo>
                  <a:pt x="4866755" y="2452333"/>
                  <a:pt x="4867289" y="2452037"/>
                  <a:pt x="4867881" y="2452037"/>
                </a:cubicBezTo>
                <a:close/>
                <a:moveTo>
                  <a:pt x="4800186" y="2451918"/>
                </a:moveTo>
                <a:lnTo>
                  <a:pt x="4823165" y="2451918"/>
                </a:lnTo>
                <a:cubicBezTo>
                  <a:pt x="4823757" y="2451918"/>
                  <a:pt x="4824291" y="2452273"/>
                  <a:pt x="4824587" y="2452747"/>
                </a:cubicBezTo>
                <a:lnTo>
                  <a:pt x="4836077" y="2472647"/>
                </a:lnTo>
                <a:cubicBezTo>
                  <a:pt x="4836372" y="2473121"/>
                  <a:pt x="4836372" y="2473772"/>
                  <a:pt x="4836077" y="2474246"/>
                </a:cubicBezTo>
                <a:lnTo>
                  <a:pt x="4824587" y="2494146"/>
                </a:lnTo>
                <a:cubicBezTo>
                  <a:pt x="4824291" y="2494679"/>
                  <a:pt x="4823757" y="2494975"/>
                  <a:pt x="4823165" y="2494975"/>
                </a:cubicBezTo>
                <a:lnTo>
                  <a:pt x="4800186" y="2494975"/>
                </a:lnTo>
                <a:cubicBezTo>
                  <a:pt x="4799594" y="2494975"/>
                  <a:pt x="4799061" y="2494619"/>
                  <a:pt x="4798765" y="2494146"/>
                </a:cubicBezTo>
                <a:lnTo>
                  <a:pt x="4787275" y="2474246"/>
                </a:lnTo>
                <a:cubicBezTo>
                  <a:pt x="4786979" y="2473772"/>
                  <a:pt x="4786979" y="2473121"/>
                  <a:pt x="4787275" y="2472647"/>
                </a:cubicBezTo>
                <a:lnTo>
                  <a:pt x="4798765" y="2452747"/>
                </a:lnTo>
                <a:cubicBezTo>
                  <a:pt x="4799061" y="2452214"/>
                  <a:pt x="4799594" y="2451918"/>
                  <a:pt x="4800186" y="2451918"/>
                </a:cubicBezTo>
                <a:close/>
                <a:moveTo>
                  <a:pt x="1350799" y="2451504"/>
                </a:moveTo>
                <a:lnTo>
                  <a:pt x="1374193" y="2451504"/>
                </a:lnTo>
                <a:cubicBezTo>
                  <a:pt x="1374785" y="2451504"/>
                  <a:pt x="1375318" y="2451800"/>
                  <a:pt x="1375614" y="2452333"/>
                </a:cubicBezTo>
                <a:lnTo>
                  <a:pt x="1387282" y="2472588"/>
                </a:lnTo>
                <a:cubicBezTo>
                  <a:pt x="1387578" y="2473121"/>
                  <a:pt x="1387578" y="2473713"/>
                  <a:pt x="1387282" y="2474247"/>
                </a:cubicBezTo>
                <a:lnTo>
                  <a:pt x="1375555" y="2494501"/>
                </a:lnTo>
                <a:cubicBezTo>
                  <a:pt x="1375259" y="2495035"/>
                  <a:pt x="1374726" y="2495331"/>
                  <a:pt x="1374134" y="2495331"/>
                </a:cubicBezTo>
                <a:lnTo>
                  <a:pt x="1350740" y="2495331"/>
                </a:lnTo>
                <a:cubicBezTo>
                  <a:pt x="1350147" y="2495331"/>
                  <a:pt x="1349614" y="2495035"/>
                  <a:pt x="1349318" y="2494501"/>
                </a:cubicBezTo>
                <a:lnTo>
                  <a:pt x="1337651" y="2474247"/>
                </a:lnTo>
                <a:cubicBezTo>
                  <a:pt x="1337355" y="2473713"/>
                  <a:pt x="1337355" y="2473121"/>
                  <a:pt x="1337651" y="2472588"/>
                </a:cubicBezTo>
                <a:lnTo>
                  <a:pt x="1349377" y="2452333"/>
                </a:lnTo>
                <a:cubicBezTo>
                  <a:pt x="1349674" y="2451800"/>
                  <a:pt x="1350207" y="2451504"/>
                  <a:pt x="1350799" y="2451504"/>
                </a:cubicBezTo>
                <a:close/>
                <a:moveTo>
                  <a:pt x="2979963" y="2404183"/>
                </a:moveTo>
                <a:lnTo>
                  <a:pt x="2991334" y="2404183"/>
                </a:lnTo>
                <a:cubicBezTo>
                  <a:pt x="2991630" y="2404183"/>
                  <a:pt x="2992045" y="2404598"/>
                  <a:pt x="2992045" y="2404598"/>
                </a:cubicBezTo>
                <a:lnTo>
                  <a:pt x="2997730" y="2414429"/>
                </a:lnTo>
                <a:cubicBezTo>
                  <a:pt x="2997849" y="2414725"/>
                  <a:pt x="2997730" y="2415258"/>
                  <a:pt x="2997730" y="2415258"/>
                </a:cubicBezTo>
                <a:lnTo>
                  <a:pt x="2992045" y="2425090"/>
                </a:lnTo>
                <a:cubicBezTo>
                  <a:pt x="2991867" y="2425326"/>
                  <a:pt x="2991334" y="2425504"/>
                  <a:pt x="2991334" y="2425504"/>
                </a:cubicBezTo>
                <a:lnTo>
                  <a:pt x="2979963" y="2425504"/>
                </a:lnTo>
                <a:cubicBezTo>
                  <a:pt x="2979667" y="2425504"/>
                  <a:pt x="2979252" y="2425090"/>
                  <a:pt x="2979252" y="2425090"/>
                </a:cubicBezTo>
                <a:lnTo>
                  <a:pt x="2973567" y="2415258"/>
                </a:lnTo>
                <a:cubicBezTo>
                  <a:pt x="2973448" y="2414962"/>
                  <a:pt x="2973567" y="2414429"/>
                  <a:pt x="2973567" y="2414429"/>
                </a:cubicBezTo>
                <a:lnTo>
                  <a:pt x="2979252" y="2404598"/>
                </a:lnTo>
                <a:cubicBezTo>
                  <a:pt x="2979430" y="2404361"/>
                  <a:pt x="2979963" y="2404183"/>
                  <a:pt x="2979963" y="2404183"/>
                </a:cubicBezTo>
                <a:close/>
                <a:moveTo>
                  <a:pt x="3047420" y="2403828"/>
                </a:moveTo>
                <a:lnTo>
                  <a:pt x="3059147" y="2403828"/>
                </a:lnTo>
                <a:cubicBezTo>
                  <a:pt x="3059443" y="2403828"/>
                  <a:pt x="3059857" y="2404243"/>
                  <a:pt x="3059857" y="2404243"/>
                </a:cubicBezTo>
                <a:lnTo>
                  <a:pt x="3065720" y="2414370"/>
                </a:lnTo>
                <a:cubicBezTo>
                  <a:pt x="3065898" y="2414607"/>
                  <a:pt x="3065720" y="2415199"/>
                  <a:pt x="3065720" y="2415199"/>
                </a:cubicBezTo>
                <a:lnTo>
                  <a:pt x="3059857" y="2425327"/>
                </a:lnTo>
                <a:cubicBezTo>
                  <a:pt x="3059739" y="2425564"/>
                  <a:pt x="3059147" y="2425741"/>
                  <a:pt x="3059147" y="2425741"/>
                </a:cubicBezTo>
                <a:lnTo>
                  <a:pt x="3047420" y="2425741"/>
                </a:lnTo>
                <a:cubicBezTo>
                  <a:pt x="3047124" y="2425741"/>
                  <a:pt x="3046709" y="2425327"/>
                  <a:pt x="3046709" y="2425327"/>
                </a:cubicBezTo>
                <a:lnTo>
                  <a:pt x="3040846" y="2415199"/>
                </a:lnTo>
                <a:cubicBezTo>
                  <a:pt x="3040668" y="2414962"/>
                  <a:pt x="3040846" y="2414370"/>
                  <a:pt x="3040846" y="2414370"/>
                </a:cubicBezTo>
                <a:lnTo>
                  <a:pt x="3046709" y="2404243"/>
                </a:lnTo>
                <a:cubicBezTo>
                  <a:pt x="3046828" y="2404006"/>
                  <a:pt x="3047420" y="2403828"/>
                  <a:pt x="3047420" y="2403828"/>
                </a:cubicBezTo>
                <a:close/>
                <a:moveTo>
                  <a:pt x="3723475" y="2403354"/>
                </a:moveTo>
                <a:lnTo>
                  <a:pt x="3735734" y="2403354"/>
                </a:lnTo>
                <a:cubicBezTo>
                  <a:pt x="3736090" y="2403354"/>
                  <a:pt x="3736504" y="2403769"/>
                  <a:pt x="3736504" y="2403769"/>
                </a:cubicBezTo>
                <a:lnTo>
                  <a:pt x="3742604" y="2414370"/>
                </a:lnTo>
                <a:cubicBezTo>
                  <a:pt x="3742782" y="2414666"/>
                  <a:pt x="3742604" y="2415258"/>
                  <a:pt x="3742604" y="2415258"/>
                </a:cubicBezTo>
                <a:lnTo>
                  <a:pt x="3736445" y="2425860"/>
                </a:lnTo>
                <a:cubicBezTo>
                  <a:pt x="3736267" y="2426097"/>
                  <a:pt x="3735971" y="2426274"/>
                  <a:pt x="3735675" y="2426274"/>
                </a:cubicBezTo>
                <a:lnTo>
                  <a:pt x="3723415" y="2426274"/>
                </a:lnTo>
                <a:cubicBezTo>
                  <a:pt x="3723060" y="2426274"/>
                  <a:pt x="3722645" y="2425860"/>
                  <a:pt x="3722645" y="2425860"/>
                </a:cubicBezTo>
                <a:lnTo>
                  <a:pt x="3716545" y="2415258"/>
                </a:lnTo>
                <a:cubicBezTo>
                  <a:pt x="3716367" y="2414962"/>
                  <a:pt x="3716545" y="2414370"/>
                  <a:pt x="3716545" y="2414370"/>
                </a:cubicBezTo>
                <a:lnTo>
                  <a:pt x="3722705" y="2403769"/>
                </a:lnTo>
                <a:cubicBezTo>
                  <a:pt x="3722882" y="2403532"/>
                  <a:pt x="3723178" y="2403354"/>
                  <a:pt x="3723475" y="2403354"/>
                </a:cubicBezTo>
                <a:close/>
                <a:moveTo>
                  <a:pt x="4061531" y="2403235"/>
                </a:moveTo>
                <a:lnTo>
                  <a:pt x="4073909" y="2403235"/>
                </a:lnTo>
                <a:cubicBezTo>
                  <a:pt x="4074206" y="2403235"/>
                  <a:pt x="4074679" y="2403650"/>
                  <a:pt x="4074679" y="2403650"/>
                </a:cubicBezTo>
                <a:lnTo>
                  <a:pt x="4080839" y="2414369"/>
                </a:lnTo>
                <a:cubicBezTo>
                  <a:pt x="4081017" y="2414665"/>
                  <a:pt x="4080839" y="2415258"/>
                  <a:pt x="4080839" y="2415258"/>
                </a:cubicBezTo>
                <a:lnTo>
                  <a:pt x="4074679" y="2425977"/>
                </a:lnTo>
                <a:cubicBezTo>
                  <a:pt x="4074501" y="2426214"/>
                  <a:pt x="4074206" y="2426392"/>
                  <a:pt x="4073909" y="2426392"/>
                </a:cubicBezTo>
                <a:lnTo>
                  <a:pt x="4061531" y="2426392"/>
                </a:lnTo>
                <a:cubicBezTo>
                  <a:pt x="4061235" y="2426392"/>
                  <a:pt x="4060761" y="2425977"/>
                  <a:pt x="4060761" y="2425977"/>
                </a:cubicBezTo>
                <a:lnTo>
                  <a:pt x="4054602" y="2415258"/>
                </a:lnTo>
                <a:cubicBezTo>
                  <a:pt x="4054425" y="2414961"/>
                  <a:pt x="4054602" y="2414369"/>
                  <a:pt x="4054602" y="2414369"/>
                </a:cubicBezTo>
                <a:lnTo>
                  <a:pt x="4060761" y="2403650"/>
                </a:lnTo>
                <a:cubicBezTo>
                  <a:pt x="4060939" y="2403412"/>
                  <a:pt x="4061235" y="2403235"/>
                  <a:pt x="4061531" y="2403235"/>
                </a:cubicBezTo>
                <a:close/>
                <a:moveTo>
                  <a:pt x="2911736" y="2402998"/>
                </a:moveTo>
                <a:lnTo>
                  <a:pt x="2924291" y="2402998"/>
                </a:lnTo>
                <a:cubicBezTo>
                  <a:pt x="2924588" y="2402998"/>
                  <a:pt x="2925061" y="2403472"/>
                  <a:pt x="2925061" y="2403472"/>
                </a:cubicBezTo>
                <a:lnTo>
                  <a:pt x="2931339" y="2414369"/>
                </a:lnTo>
                <a:cubicBezTo>
                  <a:pt x="2931517" y="2414666"/>
                  <a:pt x="2931339" y="2415258"/>
                  <a:pt x="2931339" y="2415258"/>
                </a:cubicBezTo>
                <a:lnTo>
                  <a:pt x="2925061" y="2426155"/>
                </a:lnTo>
                <a:cubicBezTo>
                  <a:pt x="2924884" y="2426451"/>
                  <a:pt x="2924588" y="2426629"/>
                  <a:pt x="2924291" y="2426629"/>
                </a:cubicBezTo>
                <a:lnTo>
                  <a:pt x="2911736" y="2426629"/>
                </a:lnTo>
                <a:cubicBezTo>
                  <a:pt x="2911440" y="2426629"/>
                  <a:pt x="2910966" y="2426155"/>
                  <a:pt x="2910966" y="2426155"/>
                </a:cubicBezTo>
                <a:lnTo>
                  <a:pt x="2904688" y="2415258"/>
                </a:lnTo>
                <a:cubicBezTo>
                  <a:pt x="2904510" y="2414962"/>
                  <a:pt x="2904688" y="2414369"/>
                  <a:pt x="2904688" y="2414369"/>
                </a:cubicBezTo>
                <a:lnTo>
                  <a:pt x="2910966" y="2403472"/>
                </a:lnTo>
                <a:cubicBezTo>
                  <a:pt x="2911144" y="2403176"/>
                  <a:pt x="2911440" y="2402998"/>
                  <a:pt x="2911736" y="2402998"/>
                </a:cubicBezTo>
                <a:close/>
                <a:moveTo>
                  <a:pt x="3858271" y="2402525"/>
                </a:moveTo>
                <a:lnTo>
                  <a:pt x="3871419" y="2402525"/>
                </a:lnTo>
                <a:cubicBezTo>
                  <a:pt x="3871774" y="2402525"/>
                  <a:pt x="3872248" y="2402999"/>
                  <a:pt x="3872248" y="2402999"/>
                </a:cubicBezTo>
                <a:lnTo>
                  <a:pt x="3878822" y="2414370"/>
                </a:lnTo>
                <a:cubicBezTo>
                  <a:pt x="3879000" y="2414666"/>
                  <a:pt x="3878822" y="2415317"/>
                  <a:pt x="3878822" y="2415317"/>
                </a:cubicBezTo>
                <a:lnTo>
                  <a:pt x="3872248" y="2426689"/>
                </a:lnTo>
                <a:cubicBezTo>
                  <a:pt x="3872070" y="2426985"/>
                  <a:pt x="3871774" y="2427162"/>
                  <a:pt x="3871419" y="2427162"/>
                </a:cubicBezTo>
                <a:lnTo>
                  <a:pt x="3858271" y="2427162"/>
                </a:lnTo>
                <a:cubicBezTo>
                  <a:pt x="3857915" y="2427162"/>
                  <a:pt x="3857442" y="2426689"/>
                  <a:pt x="3857442" y="2426689"/>
                </a:cubicBezTo>
                <a:lnTo>
                  <a:pt x="3850868" y="2415317"/>
                </a:lnTo>
                <a:cubicBezTo>
                  <a:pt x="3850690" y="2415021"/>
                  <a:pt x="3850868" y="2414370"/>
                  <a:pt x="3850868" y="2414370"/>
                </a:cubicBezTo>
                <a:lnTo>
                  <a:pt x="3857442" y="2402999"/>
                </a:lnTo>
                <a:cubicBezTo>
                  <a:pt x="3857619" y="2402702"/>
                  <a:pt x="3857915" y="2402525"/>
                  <a:pt x="3858271" y="2402525"/>
                </a:cubicBezTo>
                <a:close/>
                <a:moveTo>
                  <a:pt x="3114344" y="2402525"/>
                </a:moveTo>
                <a:lnTo>
                  <a:pt x="3127492" y="2402525"/>
                </a:lnTo>
                <a:cubicBezTo>
                  <a:pt x="3127847" y="2402525"/>
                  <a:pt x="3128321" y="2402999"/>
                  <a:pt x="3128321" y="2402999"/>
                </a:cubicBezTo>
                <a:lnTo>
                  <a:pt x="3134895" y="2414370"/>
                </a:lnTo>
                <a:cubicBezTo>
                  <a:pt x="3135073" y="2414666"/>
                  <a:pt x="3134895" y="2415317"/>
                  <a:pt x="3134895" y="2415317"/>
                </a:cubicBezTo>
                <a:lnTo>
                  <a:pt x="3128321" y="2426689"/>
                </a:lnTo>
                <a:cubicBezTo>
                  <a:pt x="3128144" y="2426985"/>
                  <a:pt x="3127847" y="2427162"/>
                  <a:pt x="3127492" y="2427162"/>
                </a:cubicBezTo>
                <a:lnTo>
                  <a:pt x="3114344" y="2427162"/>
                </a:lnTo>
                <a:cubicBezTo>
                  <a:pt x="3113989" y="2427162"/>
                  <a:pt x="3113515" y="2426689"/>
                  <a:pt x="3113515" y="2426689"/>
                </a:cubicBezTo>
                <a:lnTo>
                  <a:pt x="3106941" y="2415317"/>
                </a:lnTo>
                <a:cubicBezTo>
                  <a:pt x="3106763" y="2415021"/>
                  <a:pt x="3106941" y="2414370"/>
                  <a:pt x="3106941" y="2414370"/>
                </a:cubicBezTo>
                <a:lnTo>
                  <a:pt x="3113515" y="2402999"/>
                </a:lnTo>
                <a:cubicBezTo>
                  <a:pt x="3113693" y="2402702"/>
                  <a:pt x="3113989" y="2402525"/>
                  <a:pt x="3114344" y="2402525"/>
                </a:cubicBezTo>
                <a:close/>
                <a:moveTo>
                  <a:pt x="4128633" y="2402169"/>
                </a:moveTo>
                <a:lnTo>
                  <a:pt x="4142078" y="2402169"/>
                </a:lnTo>
                <a:cubicBezTo>
                  <a:pt x="4142433" y="2402169"/>
                  <a:pt x="4142907" y="2402643"/>
                  <a:pt x="4142907" y="2402643"/>
                </a:cubicBezTo>
                <a:lnTo>
                  <a:pt x="4149659" y="2414310"/>
                </a:lnTo>
                <a:cubicBezTo>
                  <a:pt x="4149836" y="2414606"/>
                  <a:pt x="4149659" y="2415258"/>
                  <a:pt x="4149659" y="2415258"/>
                </a:cubicBezTo>
                <a:lnTo>
                  <a:pt x="4142907" y="2426925"/>
                </a:lnTo>
                <a:cubicBezTo>
                  <a:pt x="4142729" y="2427221"/>
                  <a:pt x="4142433" y="2427399"/>
                  <a:pt x="4142078" y="2427399"/>
                </a:cubicBezTo>
                <a:lnTo>
                  <a:pt x="4128633" y="2427399"/>
                </a:lnTo>
                <a:cubicBezTo>
                  <a:pt x="4128278" y="2427399"/>
                  <a:pt x="4127804" y="2426925"/>
                  <a:pt x="4127804" y="2426925"/>
                </a:cubicBezTo>
                <a:lnTo>
                  <a:pt x="4121053" y="2415258"/>
                </a:lnTo>
                <a:cubicBezTo>
                  <a:pt x="4120875" y="2414961"/>
                  <a:pt x="4121053" y="2414310"/>
                  <a:pt x="4121053" y="2414310"/>
                </a:cubicBezTo>
                <a:lnTo>
                  <a:pt x="4127804" y="2402643"/>
                </a:lnTo>
                <a:cubicBezTo>
                  <a:pt x="4127982" y="2402346"/>
                  <a:pt x="4128278" y="2402169"/>
                  <a:pt x="4128633" y="2402169"/>
                </a:cubicBezTo>
                <a:close/>
                <a:moveTo>
                  <a:pt x="4196209" y="2402110"/>
                </a:moveTo>
                <a:lnTo>
                  <a:pt x="4209772" y="2402110"/>
                </a:lnTo>
                <a:cubicBezTo>
                  <a:pt x="4210127" y="2402110"/>
                  <a:pt x="4210601" y="2402584"/>
                  <a:pt x="4210601" y="2402584"/>
                </a:cubicBezTo>
                <a:lnTo>
                  <a:pt x="4217411" y="2414370"/>
                </a:lnTo>
                <a:cubicBezTo>
                  <a:pt x="4217589" y="2414666"/>
                  <a:pt x="4217411" y="2415317"/>
                  <a:pt x="4217411" y="2415317"/>
                </a:cubicBezTo>
                <a:lnTo>
                  <a:pt x="4210601" y="2427103"/>
                </a:lnTo>
                <a:cubicBezTo>
                  <a:pt x="4210423" y="2427399"/>
                  <a:pt x="4210127" y="2427577"/>
                  <a:pt x="4209772" y="2427577"/>
                </a:cubicBezTo>
                <a:lnTo>
                  <a:pt x="4196209" y="2427577"/>
                </a:lnTo>
                <a:cubicBezTo>
                  <a:pt x="4195854" y="2427577"/>
                  <a:pt x="4195380" y="2427103"/>
                  <a:pt x="4195380" y="2427103"/>
                </a:cubicBezTo>
                <a:lnTo>
                  <a:pt x="4188569" y="2415317"/>
                </a:lnTo>
                <a:cubicBezTo>
                  <a:pt x="4188392" y="2415021"/>
                  <a:pt x="4188569" y="2414370"/>
                  <a:pt x="4188569" y="2414370"/>
                </a:cubicBezTo>
                <a:lnTo>
                  <a:pt x="4195380" y="2402584"/>
                </a:lnTo>
                <a:cubicBezTo>
                  <a:pt x="4195558" y="2402287"/>
                  <a:pt x="4195854" y="2402110"/>
                  <a:pt x="4196209" y="2402110"/>
                </a:cubicBezTo>
                <a:close/>
                <a:moveTo>
                  <a:pt x="4263726" y="2401873"/>
                </a:moveTo>
                <a:lnTo>
                  <a:pt x="4277525" y="2401873"/>
                </a:lnTo>
                <a:cubicBezTo>
                  <a:pt x="4277881" y="2401873"/>
                  <a:pt x="4278176" y="2402051"/>
                  <a:pt x="4278354" y="2402347"/>
                </a:cubicBezTo>
                <a:lnTo>
                  <a:pt x="4285224" y="2414310"/>
                </a:lnTo>
                <a:cubicBezTo>
                  <a:pt x="4285402" y="2414607"/>
                  <a:pt x="4285402" y="2414962"/>
                  <a:pt x="4285224" y="2415258"/>
                </a:cubicBezTo>
                <a:lnTo>
                  <a:pt x="4278295" y="2427222"/>
                </a:lnTo>
                <a:cubicBezTo>
                  <a:pt x="4278117" y="2427518"/>
                  <a:pt x="4277821" y="2427695"/>
                  <a:pt x="4277466" y="2427695"/>
                </a:cubicBezTo>
                <a:lnTo>
                  <a:pt x="4263666" y="2427695"/>
                </a:lnTo>
                <a:cubicBezTo>
                  <a:pt x="4263311" y="2427695"/>
                  <a:pt x="4263015" y="2427518"/>
                  <a:pt x="4262837" y="2427222"/>
                </a:cubicBezTo>
                <a:lnTo>
                  <a:pt x="4255967" y="2415258"/>
                </a:lnTo>
                <a:cubicBezTo>
                  <a:pt x="4255790" y="2414962"/>
                  <a:pt x="4255790" y="2414607"/>
                  <a:pt x="4255967" y="2414310"/>
                </a:cubicBezTo>
                <a:lnTo>
                  <a:pt x="4262896" y="2402347"/>
                </a:lnTo>
                <a:cubicBezTo>
                  <a:pt x="4263074" y="2402051"/>
                  <a:pt x="4263370" y="2401873"/>
                  <a:pt x="4263726" y="2401873"/>
                </a:cubicBezTo>
                <a:close/>
                <a:moveTo>
                  <a:pt x="3655069" y="2401873"/>
                </a:moveTo>
                <a:lnTo>
                  <a:pt x="3668869" y="2401873"/>
                </a:lnTo>
                <a:cubicBezTo>
                  <a:pt x="3669224" y="2401873"/>
                  <a:pt x="3669521" y="2402051"/>
                  <a:pt x="3669698" y="2402347"/>
                </a:cubicBezTo>
                <a:lnTo>
                  <a:pt x="3676568" y="2414310"/>
                </a:lnTo>
                <a:cubicBezTo>
                  <a:pt x="3676746" y="2414607"/>
                  <a:pt x="3676746" y="2414962"/>
                  <a:pt x="3676568" y="2415258"/>
                </a:cubicBezTo>
                <a:lnTo>
                  <a:pt x="3669639" y="2427222"/>
                </a:lnTo>
                <a:cubicBezTo>
                  <a:pt x="3669462" y="2427518"/>
                  <a:pt x="3669165" y="2427695"/>
                  <a:pt x="3668809" y="2427695"/>
                </a:cubicBezTo>
                <a:lnTo>
                  <a:pt x="3655010" y="2427695"/>
                </a:lnTo>
                <a:cubicBezTo>
                  <a:pt x="3654655" y="2427695"/>
                  <a:pt x="3654359" y="2427518"/>
                  <a:pt x="3654181" y="2427222"/>
                </a:cubicBezTo>
                <a:lnTo>
                  <a:pt x="3647311" y="2415258"/>
                </a:lnTo>
                <a:cubicBezTo>
                  <a:pt x="3647134" y="2414962"/>
                  <a:pt x="3647134" y="2414607"/>
                  <a:pt x="3647311" y="2414310"/>
                </a:cubicBezTo>
                <a:lnTo>
                  <a:pt x="3654240" y="2402347"/>
                </a:lnTo>
                <a:cubicBezTo>
                  <a:pt x="3654418" y="2402051"/>
                  <a:pt x="3654715" y="2401873"/>
                  <a:pt x="3655069" y="2401873"/>
                </a:cubicBezTo>
                <a:close/>
                <a:moveTo>
                  <a:pt x="3452164" y="2401873"/>
                </a:moveTo>
                <a:lnTo>
                  <a:pt x="3465964" y="2401873"/>
                </a:lnTo>
                <a:cubicBezTo>
                  <a:pt x="3466319" y="2401873"/>
                  <a:pt x="3466616" y="2402051"/>
                  <a:pt x="3466793" y="2402347"/>
                </a:cubicBezTo>
                <a:lnTo>
                  <a:pt x="3473663" y="2414310"/>
                </a:lnTo>
                <a:cubicBezTo>
                  <a:pt x="3473841" y="2414607"/>
                  <a:pt x="3473841" y="2414962"/>
                  <a:pt x="3473663" y="2415258"/>
                </a:cubicBezTo>
                <a:lnTo>
                  <a:pt x="3466734" y="2427222"/>
                </a:lnTo>
                <a:cubicBezTo>
                  <a:pt x="3466557" y="2427518"/>
                  <a:pt x="3466260" y="2427695"/>
                  <a:pt x="3465905" y="2427695"/>
                </a:cubicBezTo>
                <a:lnTo>
                  <a:pt x="3452105" y="2427695"/>
                </a:lnTo>
                <a:cubicBezTo>
                  <a:pt x="3451750" y="2427695"/>
                  <a:pt x="3451454" y="2427518"/>
                  <a:pt x="3451276" y="2427222"/>
                </a:cubicBezTo>
                <a:lnTo>
                  <a:pt x="3444406" y="2415258"/>
                </a:lnTo>
                <a:cubicBezTo>
                  <a:pt x="3444229" y="2414962"/>
                  <a:pt x="3444229" y="2414607"/>
                  <a:pt x="3444406" y="2414310"/>
                </a:cubicBezTo>
                <a:lnTo>
                  <a:pt x="3451335" y="2402347"/>
                </a:lnTo>
                <a:cubicBezTo>
                  <a:pt x="3451513" y="2402051"/>
                  <a:pt x="3451810" y="2401873"/>
                  <a:pt x="3452164" y="2401873"/>
                </a:cubicBezTo>
                <a:close/>
                <a:moveTo>
                  <a:pt x="2572968" y="2401873"/>
                </a:moveTo>
                <a:lnTo>
                  <a:pt x="2586767" y="2401873"/>
                </a:lnTo>
                <a:cubicBezTo>
                  <a:pt x="2587122" y="2401873"/>
                  <a:pt x="2587419" y="2402051"/>
                  <a:pt x="2587596" y="2402347"/>
                </a:cubicBezTo>
                <a:lnTo>
                  <a:pt x="2594466" y="2414310"/>
                </a:lnTo>
                <a:cubicBezTo>
                  <a:pt x="2594644" y="2414607"/>
                  <a:pt x="2594644" y="2414962"/>
                  <a:pt x="2594466" y="2415258"/>
                </a:cubicBezTo>
                <a:lnTo>
                  <a:pt x="2587537" y="2427222"/>
                </a:lnTo>
                <a:cubicBezTo>
                  <a:pt x="2587360" y="2427518"/>
                  <a:pt x="2587063" y="2427695"/>
                  <a:pt x="2586708" y="2427695"/>
                </a:cubicBezTo>
                <a:lnTo>
                  <a:pt x="2572909" y="2427695"/>
                </a:lnTo>
                <a:cubicBezTo>
                  <a:pt x="2572553" y="2427695"/>
                  <a:pt x="2572257" y="2427518"/>
                  <a:pt x="2572079" y="2427222"/>
                </a:cubicBezTo>
                <a:lnTo>
                  <a:pt x="2565209" y="2415258"/>
                </a:lnTo>
                <a:cubicBezTo>
                  <a:pt x="2565032" y="2414962"/>
                  <a:pt x="2565032" y="2414607"/>
                  <a:pt x="2565209" y="2414310"/>
                </a:cubicBezTo>
                <a:lnTo>
                  <a:pt x="2572139" y="2402347"/>
                </a:lnTo>
                <a:cubicBezTo>
                  <a:pt x="2572316" y="2402051"/>
                  <a:pt x="2572612" y="2401873"/>
                  <a:pt x="2572968" y="2401873"/>
                </a:cubicBezTo>
                <a:close/>
                <a:moveTo>
                  <a:pt x="3993126" y="2401755"/>
                </a:moveTo>
                <a:lnTo>
                  <a:pt x="4007044" y="2401755"/>
                </a:lnTo>
                <a:cubicBezTo>
                  <a:pt x="4007399" y="2401755"/>
                  <a:pt x="4007696" y="2401932"/>
                  <a:pt x="4007873" y="2402229"/>
                </a:cubicBezTo>
                <a:lnTo>
                  <a:pt x="4014802" y="2414251"/>
                </a:lnTo>
                <a:cubicBezTo>
                  <a:pt x="4014980" y="2414547"/>
                  <a:pt x="4014980" y="2414962"/>
                  <a:pt x="4014802" y="2415258"/>
                </a:cubicBezTo>
                <a:lnTo>
                  <a:pt x="4007814" y="2427281"/>
                </a:lnTo>
                <a:cubicBezTo>
                  <a:pt x="4007636" y="2427577"/>
                  <a:pt x="4007340" y="2427755"/>
                  <a:pt x="4006985" y="2427755"/>
                </a:cubicBezTo>
                <a:lnTo>
                  <a:pt x="3993066" y="2427755"/>
                </a:lnTo>
                <a:cubicBezTo>
                  <a:pt x="3992712" y="2427755"/>
                  <a:pt x="3992415" y="2427577"/>
                  <a:pt x="3992238" y="2427281"/>
                </a:cubicBezTo>
                <a:lnTo>
                  <a:pt x="3985308" y="2415258"/>
                </a:lnTo>
                <a:cubicBezTo>
                  <a:pt x="3985131" y="2414962"/>
                  <a:pt x="3985131" y="2414547"/>
                  <a:pt x="3985308" y="2414251"/>
                </a:cubicBezTo>
                <a:lnTo>
                  <a:pt x="3992297" y="2402229"/>
                </a:lnTo>
                <a:cubicBezTo>
                  <a:pt x="3992474" y="2401932"/>
                  <a:pt x="3992771" y="2401755"/>
                  <a:pt x="3993126" y="2401755"/>
                </a:cubicBezTo>
                <a:close/>
                <a:moveTo>
                  <a:pt x="3925432" y="2401696"/>
                </a:moveTo>
                <a:lnTo>
                  <a:pt x="3939468" y="2401696"/>
                </a:lnTo>
                <a:cubicBezTo>
                  <a:pt x="3939764" y="2401696"/>
                  <a:pt x="3940120" y="2401873"/>
                  <a:pt x="3940298" y="2402170"/>
                </a:cubicBezTo>
                <a:lnTo>
                  <a:pt x="3947286" y="2414311"/>
                </a:lnTo>
                <a:cubicBezTo>
                  <a:pt x="3947464" y="2414607"/>
                  <a:pt x="3947464" y="2415022"/>
                  <a:pt x="3947286" y="2415318"/>
                </a:cubicBezTo>
                <a:lnTo>
                  <a:pt x="3940298" y="2427459"/>
                </a:lnTo>
                <a:cubicBezTo>
                  <a:pt x="3940120" y="2427755"/>
                  <a:pt x="3939823" y="2427933"/>
                  <a:pt x="3939468" y="2427933"/>
                </a:cubicBezTo>
                <a:lnTo>
                  <a:pt x="3925432" y="2427933"/>
                </a:lnTo>
                <a:cubicBezTo>
                  <a:pt x="3925136" y="2427933"/>
                  <a:pt x="3924781" y="2427755"/>
                  <a:pt x="3924603" y="2427459"/>
                </a:cubicBezTo>
                <a:lnTo>
                  <a:pt x="3917614" y="2415318"/>
                </a:lnTo>
                <a:cubicBezTo>
                  <a:pt x="3917437" y="2415022"/>
                  <a:pt x="3917437" y="2414607"/>
                  <a:pt x="3917614" y="2414311"/>
                </a:cubicBezTo>
                <a:lnTo>
                  <a:pt x="3924603" y="2402170"/>
                </a:lnTo>
                <a:cubicBezTo>
                  <a:pt x="3924781" y="2401873"/>
                  <a:pt x="3925076" y="2401696"/>
                  <a:pt x="3925432" y="2401696"/>
                </a:cubicBezTo>
                <a:close/>
                <a:moveTo>
                  <a:pt x="3790163" y="2401696"/>
                </a:moveTo>
                <a:lnTo>
                  <a:pt x="3804199" y="2401696"/>
                </a:lnTo>
                <a:cubicBezTo>
                  <a:pt x="3804495" y="2401696"/>
                  <a:pt x="3804850" y="2401873"/>
                  <a:pt x="3805027" y="2402170"/>
                </a:cubicBezTo>
                <a:lnTo>
                  <a:pt x="3812016" y="2414311"/>
                </a:lnTo>
                <a:cubicBezTo>
                  <a:pt x="3812194" y="2414607"/>
                  <a:pt x="3812194" y="2415022"/>
                  <a:pt x="3812016" y="2415318"/>
                </a:cubicBezTo>
                <a:lnTo>
                  <a:pt x="3805027" y="2427459"/>
                </a:lnTo>
                <a:cubicBezTo>
                  <a:pt x="3804850" y="2427755"/>
                  <a:pt x="3804554" y="2427933"/>
                  <a:pt x="3804199" y="2427933"/>
                </a:cubicBezTo>
                <a:lnTo>
                  <a:pt x="3790163" y="2427933"/>
                </a:lnTo>
                <a:cubicBezTo>
                  <a:pt x="3789866" y="2427933"/>
                  <a:pt x="3789510" y="2427755"/>
                  <a:pt x="3789333" y="2427459"/>
                </a:cubicBezTo>
                <a:lnTo>
                  <a:pt x="3782344" y="2415318"/>
                </a:lnTo>
                <a:cubicBezTo>
                  <a:pt x="3782167" y="2415022"/>
                  <a:pt x="3782167" y="2414607"/>
                  <a:pt x="3782344" y="2414311"/>
                </a:cubicBezTo>
                <a:lnTo>
                  <a:pt x="3789333" y="2402170"/>
                </a:lnTo>
                <a:cubicBezTo>
                  <a:pt x="3789510" y="2401873"/>
                  <a:pt x="3789807" y="2401696"/>
                  <a:pt x="3790163" y="2401696"/>
                </a:cubicBezTo>
                <a:close/>
                <a:moveTo>
                  <a:pt x="2640425" y="2401577"/>
                </a:moveTo>
                <a:lnTo>
                  <a:pt x="2654580" y="2401577"/>
                </a:lnTo>
                <a:cubicBezTo>
                  <a:pt x="2654936" y="2401577"/>
                  <a:pt x="2655291" y="2401755"/>
                  <a:pt x="2655469" y="2402051"/>
                </a:cubicBezTo>
                <a:lnTo>
                  <a:pt x="2662517" y="2414311"/>
                </a:lnTo>
                <a:cubicBezTo>
                  <a:pt x="2662694" y="2414607"/>
                  <a:pt x="2662694" y="2415021"/>
                  <a:pt x="2662517" y="2415317"/>
                </a:cubicBezTo>
                <a:lnTo>
                  <a:pt x="2655469" y="2427577"/>
                </a:lnTo>
                <a:cubicBezTo>
                  <a:pt x="2655291" y="2427873"/>
                  <a:pt x="2654936" y="2428051"/>
                  <a:pt x="2654580" y="2428051"/>
                </a:cubicBezTo>
                <a:lnTo>
                  <a:pt x="2640425" y="2428051"/>
                </a:lnTo>
                <a:cubicBezTo>
                  <a:pt x="2640070" y="2428051"/>
                  <a:pt x="2639715" y="2427873"/>
                  <a:pt x="2639537" y="2427577"/>
                </a:cubicBezTo>
                <a:lnTo>
                  <a:pt x="2632489" y="2415317"/>
                </a:lnTo>
                <a:cubicBezTo>
                  <a:pt x="2632312" y="2415021"/>
                  <a:pt x="2632312" y="2414607"/>
                  <a:pt x="2632489" y="2414311"/>
                </a:cubicBezTo>
                <a:lnTo>
                  <a:pt x="2639537" y="2402051"/>
                </a:lnTo>
                <a:cubicBezTo>
                  <a:pt x="2639715" y="2401755"/>
                  <a:pt x="2640070" y="2401577"/>
                  <a:pt x="2640425" y="2401577"/>
                </a:cubicBezTo>
                <a:close/>
                <a:moveTo>
                  <a:pt x="4331184" y="2401459"/>
                </a:moveTo>
                <a:lnTo>
                  <a:pt x="4345398" y="2401459"/>
                </a:lnTo>
                <a:cubicBezTo>
                  <a:pt x="4345753" y="2401459"/>
                  <a:pt x="4346108" y="2401696"/>
                  <a:pt x="4346286" y="2401992"/>
                </a:cubicBezTo>
                <a:lnTo>
                  <a:pt x="4353393" y="2414311"/>
                </a:lnTo>
                <a:cubicBezTo>
                  <a:pt x="4353571" y="2414607"/>
                  <a:pt x="4353571" y="2415021"/>
                  <a:pt x="4353393" y="2415317"/>
                </a:cubicBezTo>
                <a:lnTo>
                  <a:pt x="4346286" y="2427636"/>
                </a:lnTo>
                <a:cubicBezTo>
                  <a:pt x="4346108" y="2427992"/>
                  <a:pt x="4345753" y="2428169"/>
                  <a:pt x="4345398" y="2428169"/>
                </a:cubicBezTo>
                <a:lnTo>
                  <a:pt x="4331184" y="2428169"/>
                </a:lnTo>
                <a:cubicBezTo>
                  <a:pt x="4330828" y="2428169"/>
                  <a:pt x="4330473" y="2427932"/>
                  <a:pt x="4330295" y="2427636"/>
                </a:cubicBezTo>
                <a:lnTo>
                  <a:pt x="4323188" y="2415317"/>
                </a:lnTo>
                <a:cubicBezTo>
                  <a:pt x="4323011" y="2415021"/>
                  <a:pt x="4323011" y="2414607"/>
                  <a:pt x="4323188" y="2414311"/>
                </a:cubicBezTo>
                <a:lnTo>
                  <a:pt x="4330295" y="2401992"/>
                </a:lnTo>
                <a:cubicBezTo>
                  <a:pt x="4330473" y="2401636"/>
                  <a:pt x="4330828" y="2401459"/>
                  <a:pt x="4331184" y="2401459"/>
                </a:cubicBezTo>
                <a:close/>
                <a:moveTo>
                  <a:pt x="2505155" y="2401459"/>
                </a:moveTo>
                <a:lnTo>
                  <a:pt x="2519369" y="2401459"/>
                </a:lnTo>
                <a:cubicBezTo>
                  <a:pt x="2519724" y="2401459"/>
                  <a:pt x="2520079" y="2401696"/>
                  <a:pt x="2520257" y="2401992"/>
                </a:cubicBezTo>
                <a:lnTo>
                  <a:pt x="2527364" y="2414311"/>
                </a:lnTo>
                <a:cubicBezTo>
                  <a:pt x="2527542" y="2414607"/>
                  <a:pt x="2527542" y="2415021"/>
                  <a:pt x="2527364" y="2415317"/>
                </a:cubicBezTo>
                <a:lnTo>
                  <a:pt x="2520257" y="2427636"/>
                </a:lnTo>
                <a:cubicBezTo>
                  <a:pt x="2520079" y="2427992"/>
                  <a:pt x="2519724" y="2428169"/>
                  <a:pt x="2519369" y="2428169"/>
                </a:cubicBezTo>
                <a:lnTo>
                  <a:pt x="2505155" y="2428169"/>
                </a:lnTo>
                <a:cubicBezTo>
                  <a:pt x="2504799" y="2428169"/>
                  <a:pt x="2504444" y="2427932"/>
                  <a:pt x="2504266" y="2427636"/>
                </a:cubicBezTo>
                <a:lnTo>
                  <a:pt x="2497159" y="2415317"/>
                </a:lnTo>
                <a:cubicBezTo>
                  <a:pt x="2496982" y="2415021"/>
                  <a:pt x="2496982" y="2414607"/>
                  <a:pt x="2497159" y="2414311"/>
                </a:cubicBezTo>
                <a:lnTo>
                  <a:pt x="2504266" y="2401992"/>
                </a:lnTo>
                <a:cubicBezTo>
                  <a:pt x="2504444" y="2401636"/>
                  <a:pt x="2504799" y="2401459"/>
                  <a:pt x="2505155" y="2401459"/>
                </a:cubicBezTo>
                <a:close/>
                <a:moveTo>
                  <a:pt x="2369826" y="2401340"/>
                </a:moveTo>
                <a:lnTo>
                  <a:pt x="2384159" y="2401340"/>
                </a:lnTo>
                <a:cubicBezTo>
                  <a:pt x="2384514" y="2401340"/>
                  <a:pt x="2384869" y="2401577"/>
                  <a:pt x="2385047" y="2401873"/>
                </a:cubicBezTo>
                <a:lnTo>
                  <a:pt x="2392213" y="2414310"/>
                </a:lnTo>
                <a:cubicBezTo>
                  <a:pt x="2392391" y="2414606"/>
                  <a:pt x="2392391" y="2415021"/>
                  <a:pt x="2392213" y="2415317"/>
                </a:cubicBezTo>
                <a:lnTo>
                  <a:pt x="2385047" y="2427754"/>
                </a:lnTo>
                <a:cubicBezTo>
                  <a:pt x="2384869" y="2428110"/>
                  <a:pt x="2384514" y="2428287"/>
                  <a:pt x="2384159" y="2428287"/>
                </a:cubicBezTo>
                <a:lnTo>
                  <a:pt x="2369826" y="2428287"/>
                </a:lnTo>
                <a:cubicBezTo>
                  <a:pt x="2369471" y="2428287"/>
                  <a:pt x="2369115" y="2428051"/>
                  <a:pt x="2368938" y="2427754"/>
                </a:cubicBezTo>
                <a:lnTo>
                  <a:pt x="2361771" y="2415317"/>
                </a:lnTo>
                <a:cubicBezTo>
                  <a:pt x="2361594" y="2415021"/>
                  <a:pt x="2361594" y="2414606"/>
                  <a:pt x="2361771" y="2414310"/>
                </a:cubicBezTo>
                <a:lnTo>
                  <a:pt x="2368938" y="2401873"/>
                </a:lnTo>
                <a:cubicBezTo>
                  <a:pt x="2369115" y="2401517"/>
                  <a:pt x="2369471" y="2401340"/>
                  <a:pt x="2369826" y="2401340"/>
                </a:cubicBezTo>
                <a:close/>
                <a:moveTo>
                  <a:pt x="3519266" y="2400985"/>
                </a:moveTo>
                <a:lnTo>
                  <a:pt x="3534073" y="2400985"/>
                </a:lnTo>
                <a:cubicBezTo>
                  <a:pt x="3534428" y="2400985"/>
                  <a:pt x="3534784" y="2401222"/>
                  <a:pt x="3534961" y="2401518"/>
                </a:cubicBezTo>
                <a:lnTo>
                  <a:pt x="3542364" y="2414311"/>
                </a:lnTo>
                <a:cubicBezTo>
                  <a:pt x="3542542" y="2414666"/>
                  <a:pt x="3542542" y="2415081"/>
                  <a:pt x="3542364" y="2415377"/>
                </a:cubicBezTo>
                <a:lnTo>
                  <a:pt x="3534961" y="2428169"/>
                </a:lnTo>
                <a:cubicBezTo>
                  <a:pt x="3534784" y="2428524"/>
                  <a:pt x="3534428" y="2428702"/>
                  <a:pt x="3534073" y="2428702"/>
                </a:cubicBezTo>
                <a:lnTo>
                  <a:pt x="3519266" y="2428702"/>
                </a:lnTo>
                <a:cubicBezTo>
                  <a:pt x="3518911" y="2428702"/>
                  <a:pt x="3518556" y="2428466"/>
                  <a:pt x="3518379" y="2428169"/>
                </a:cubicBezTo>
                <a:lnTo>
                  <a:pt x="3510975" y="2415377"/>
                </a:lnTo>
                <a:cubicBezTo>
                  <a:pt x="3510798" y="2415021"/>
                  <a:pt x="3510798" y="2414607"/>
                  <a:pt x="3510975" y="2414311"/>
                </a:cubicBezTo>
                <a:lnTo>
                  <a:pt x="3518379" y="2401518"/>
                </a:lnTo>
                <a:cubicBezTo>
                  <a:pt x="3518556" y="2401162"/>
                  <a:pt x="3518911" y="2400985"/>
                  <a:pt x="3519266" y="2400985"/>
                </a:cubicBezTo>
                <a:close/>
                <a:moveTo>
                  <a:pt x="2707645" y="2400748"/>
                </a:moveTo>
                <a:lnTo>
                  <a:pt x="2722629" y="2400748"/>
                </a:lnTo>
                <a:cubicBezTo>
                  <a:pt x="2722984" y="2400748"/>
                  <a:pt x="2723340" y="2400985"/>
                  <a:pt x="2723518" y="2401281"/>
                </a:cubicBezTo>
                <a:lnTo>
                  <a:pt x="2731039" y="2414311"/>
                </a:lnTo>
                <a:cubicBezTo>
                  <a:pt x="2731217" y="2414666"/>
                  <a:pt x="2731217" y="2415081"/>
                  <a:pt x="2731039" y="2415377"/>
                </a:cubicBezTo>
                <a:lnTo>
                  <a:pt x="2723518" y="2428406"/>
                </a:lnTo>
                <a:cubicBezTo>
                  <a:pt x="2723340" y="2428762"/>
                  <a:pt x="2722984" y="2428939"/>
                  <a:pt x="2722629" y="2428939"/>
                </a:cubicBezTo>
                <a:lnTo>
                  <a:pt x="2707645" y="2428939"/>
                </a:lnTo>
                <a:cubicBezTo>
                  <a:pt x="2707290" y="2428939"/>
                  <a:pt x="2706935" y="2428702"/>
                  <a:pt x="2706757" y="2428406"/>
                </a:cubicBezTo>
                <a:lnTo>
                  <a:pt x="2699235" y="2415377"/>
                </a:lnTo>
                <a:cubicBezTo>
                  <a:pt x="2699058" y="2415021"/>
                  <a:pt x="2699058" y="2414607"/>
                  <a:pt x="2699235" y="2414311"/>
                </a:cubicBezTo>
                <a:lnTo>
                  <a:pt x="2706757" y="2401281"/>
                </a:lnTo>
                <a:cubicBezTo>
                  <a:pt x="2706935" y="2400926"/>
                  <a:pt x="2707290" y="2400748"/>
                  <a:pt x="2707645" y="2400748"/>
                </a:cubicBezTo>
                <a:close/>
                <a:moveTo>
                  <a:pt x="3180913" y="2400570"/>
                </a:moveTo>
                <a:lnTo>
                  <a:pt x="3196134" y="2400570"/>
                </a:lnTo>
                <a:cubicBezTo>
                  <a:pt x="3196548" y="2400570"/>
                  <a:pt x="3196904" y="2400747"/>
                  <a:pt x="3197082" y="2401103"/>
                </a:cubicBezTo>
                <a:lnTo>
                  <a:pt x="3204721" y="2414310"/>
                </a:lnTo>
                <a:cubicBezTo>
                  <a:pt x="3204899" y="2414606"/>
                  <a:pt x="3204899" y="2415021"/>
                  <a:pt x="3204721" y="2415376"/>
                </a:cubicBezTo>
                <a:lnTo>
                  <a:pt x="3197082" y="2428583"/>
                </a:lnTo>
                <a:cubicBezTo>
                  <a:pt x="3196845" y="2428879"/>
                  <a:pt x="3196489" y="2429117"/>
                  <a:pt x="3196134" y="2429117"/>
                </a:cubicBezTo>
                <a:lnTo>
                  <a:pt x="3180913" y="2429117"/>
                </a:lnTo>
                <a:cubicBezTo>
                  <a:pt x="3180498" y="2429117"/>
                  <a:pt x="3180144" y="2428939"/>
                  <a:pt x="3179966" y="2428583"/>
                </a:cubicBezTo>
                <a:lnTo>
                  <a:pt x="3172325" y="2415376"/>
                </a:lnTo>
                <a:cubicBezTo>
                  <a:pt x="3172148" y="2415080"/>
                  <a:pt x="3172148" y="2414666"/>
                  <a:pt x="3172325" y="2414310"/>
                </a:cubicBezTo>
                <a:lnTo>
                  <a:pt x="3179966" y="2401103"/>
                </a:lnTo>
                <a:cubicBezTo>
                  <a:pt x="3180202" y="2400807"/>
                  <a:pt x="3180558" y="2400570"/>
                  <a:pt x="3180913" y="2400570"/>
                </a:cubicBezTo>
                <a:close/>
                <a:moveTo>
                  <a:pt x="1828331" y="2400570"/>
                </a:moveTo>
                <a:lnTo>
                  <a:pt x="1843552" y="2400570"/>
                </a:lnTo>
                <a:cubicBezTo>
                  <a:pt x="1843966" y="2400570"/>
                  <a:pt x="1844322" y="2400747"/>
                  <a:pt x="1844499" y="2401103"/>
                </a:cubicBezTo>
                <a:lnTo>
                  <a:pt x="1852139" y="2414310"/>
                </a:lnTo>
                <a:cubicBezTo>
                  <a:pt x="1852317" y="2414606"/>
                  <a:pt x="1852317" y="2415021"/>
                  <a:pt x="1852139" y="2415376"/>
                </a:cubicBezTo>
                <a:lnTo>
                  <a:pt x="1844499" y="2428583"/>
                </a:lnTo>
                <a:cubicBezTo>
                  <a:pt x="1844262" y="2428879"/>
                  <a:pt x="1843907" y="2429117"/>
                  <a:pt x="1843552" y="2429117"/>
                </a:cubicBezTo>
                <a:lnTo>
                  <a:pt x="1828331" y="2429117"/>
                </a:lnTo>
                <a:cubicBezTo>
                  <a:pt x="1827916" y="2429117"/>
                  <a:pt x="1827561" y="2428939"/>
                  <a:pt x="1827383" y="2428583"/>
                </a:cubicBezTo>
                <a:lnTo>
                  <a:pt x="1819743" y="2415376"/>
                </a:lnTo>
                <a:cubicBezTo>
                  <a:pt x="1819566" y="2415080"/>
                  <a:pt x="1819566" y="2414666"/>
                  <a:pt x="1819743" y="2414310"/>
                </a:cubicBezTo>
                <a:lnTo>
                  <a:pt x="1827383" y="2401103"/>
                </a:lnTo>
                <a:cubicBezTo>
                  <a:pt x="1827620" y="2400807"/>
                  <a:pt x="1827975" y="2400570"/>
                  <a:pt x="1828331" y="2400570"/>
                </a:cubicBezTo>
                <a:close/>
                <a:moveTo>
                  <a:pt x="2436868" y="2400333"/>
                </a:moveTo>
                <a:lnTo>
                  <a:pt x="2452326" y="2400333"/>
                </a:lnTo>
                <a:cubicBezTo>
                  <a:pt x="2452741" y="2400333"/>
                  <a:pt x="2453096" y="2400510"/>
                  <a:pt x="2453274" y="2400866"/>
                </a:cubicBezTo>
                <a:lnTo>
                  <a:pt x="2460973" y="2414251"/>
                </a:lnTo>
                <a:cubicBezTo>
                  <a:pt x="2461151" y="2414547"/>
                  <a:pt x="2461151" y="2414961"/>
                  <a:pt x="2460973" y="2415317"/>
                </a:cubicBezTo>
                <a:lnTo>
                  <a:pt x="2453214" y="2428702"/>
                </a:lnTo>
                <a:cubicBezTo>
                  <a:pt x="2453037" y="2428998"/>
                  <a:pt x="2452622" y="2429235"/>
                  <a:pt x="2452267" y="2429235"/>
                </a:cubicBezTo>
                <a:lnTo>
                  <a:pt x="2436809" y="2429235"/>
                </a:lnTo>
                <a:cubicBezTo>
                  <a:pt x="2436394" y="2429235"/>
                  <a:pt x="2436039" y="2429057"/>
                  <a:pt x="2435862" y="2428702"/>
                </a:cubicBezTo>
                <a:lnTo>
                  <a:pt x="2428162" y="2415317"/>
                </a:lnTo>
                <a:cubicBezTo>
                  <a:pt x="2427985" y="2415021"/>
                  <a:pt x="2427985" y="2414606"/>
                  <a:pt x="2428162" y="2414251"/>
                </a:cubicBezTo>
                <a:lnTo>
                  <a:pt x="2435921" y="2400866"/>
                </a:lnTo>
                <a:cubicBezTo>
                  <a:pt x="2436098" y="2400570"/>
                  <a:pt x="2436513" y="2400333"/>
                  <a:pt x="2436868" y="2400333"/>
                </a:cubicBezTo>
                <a:close/>
                <a:moveTo>
                  <a:pt x="4397692" y="2399504"/>
                </a:moveTo>
                <a:lnTo>
                  <a:pt x="4414039" y="2399504"/>
                </a:lnTo>
                <a:cubicBezTo>
                  <a:pt x="4414453" y="2399504"/>
                  <a:pt x="4414809" y="2399741"/>
                  <a:pt x="4415045" y="2400096"/>
                </a:cubicBezTo>
                <a:lnTo>
                  <a:pt x="4423218" y="2414251"/>
                </a:lnTo>
                <a:cubicBezTo>
                  <a:pt x="4423455" y="2414606"/>
                  <a:pt x="4423455" y="2415080"/>
                  <a:pt x="4423218" y="2415436"/>
                </a:cubicBezTo>
                <a:lnTo>
                  <a:pt x="4415045" y="2429590"/>
                </a:lnTo>
                <a:cubicBezTo>
                  <a:pt x="4414809" y="2429946"/>
                  <a:pt x="4414453" y="2430183"/>
                  <a:pt x="4414039" y="2430183"/>
                </a:cubicBezTo>
                <a:lnTo>
                  <a:pt x="4397692" y="2430183"/>
                </a:lnTo>
                <a:cubicBezTo>
                  <a:pt x="4397278" y="2430183"/>
                  <a:pt x="4396923" y="2429946"/>
                  <a:pt x="4396685" y="2429590"/>
                </a:cubicBezTo>
                <a:lnTo>
                  <a:pt x="4388512" y="2415436"/>
                </a:lnTo>
                <a:cubicBezTo>
                  <a:pt x="4388276" y="2415080"/>
                  <a:pt x="4388276" y="2414606"/>
                  <a:pt x="4388512" y="2414251"/>
                </a:cubicBezTo>
                <a:lnTo>
                  <a:pt x="4396685" y="2400096"/>
                </a:lnTo>
                <a:cubicBezTo>
                  <a:pt x="4396923" y="2399741"/>
                  <a:pt x="4397278" y="2399504"/>
                  <a:pt x="4397692" y="2399504"/>
                </a:cubicBezTo>
                <a:close/>
                <a:moveTo>
                  <a:pt x="3247956" y="2399386"/>
                </a:moveTo>
                <a:lnTo>
                  <a:pt x="3264421" y="2399386"/>
                </a:lnTo>
                <a:cubicBezTo>
                  <a:pt x="3264835" y="2399386"/>
                  <a:pt x="3265190" y="2399623"/>
                  <a:pt x="3265427" y="2399978"/>
                </a:cubicBezTo>
                <a:lnTo>
                  <a:pt x="3273659" y="2414252"/>
                </a:lnTo>
                <a:cubicBezTo>
                  <a:pt x="3273896" y="2414607"/>
                  <a:pt x="3273896" y="2415081"/>
                  <a:pt x="3273659" y="2415436"/>
                </a:cubicBezTo>
                <a:lnTo>
                  <a:pt x="3265427" y="2429709"/>
                </a:lnTo>
                <a:cubicBezTo>
                  <a:pt x="3265190" y="2430065"/>
                  <a:pt x="3264835" y="2430302"/>
                  <a:pt x="3264421" y="2430302"/>
                </a:cubicBezTo>
                <a:lnTo>
                  <a:pt x="3247956" y="2430302"/>
                </a:lnTo>
                <a:cubicBezTo>
                  <a:pt x="3247542" y="2430302"/>
                  <a:pt x="3247186" y="2430065"/>
                  <a:pt x="3246949" y="2429709"/>
                </a:cubicBezTo>
                <a:lnTo>
                  <a:pt x="3238716" y="2415436"/>
                </a:lnTo>
                <a:cubicBezTo>
                  <a:pt x="3238480" y="2415081"/>
                  <a:pt x="3238480" y="2414607"/>
                  <a:pt x="3238716" y="2414252"/>
                </a:cubicBezTo>
                <a:lnTo>
                  <a:pt x="3246949" y="2399978"/>
                </a:lnTo>
                <a:cubicBezTo>
                  <a:pt x="3247186" y="2399623"/>
                  <a:pt x="3247542" y="2399386"/>
                  <a:pt x="3247956" y="2399386"/>
                </a:cubicBezTo>
                <a:close/>
                <a:moveTo>
                  <a:pt x="1760044" y="2399386"/>
                </a:moveTo>
                <a:lnTo>
                  <a:pt x="1776508" y="2399386"/>
                </a:lnTo>
                <a:cubicBezTo>
                  <a:pt x="1776923" y="2399386"/>
                  <a:pt x="1777278" y="2399623"/>
                  <a:pt x="1777515" y="2399978"/>
                </a:cubicBezTo>
                <a:lnTo>
                  <a:pt x="1785747" y="2414252"/>
                </a:lnTo>
                <a:cubicBezTo>
                  <a:pt x="1785985" y="2414607"/>
                  <a:pt x="1785985" y="2415081"/>
                  <a:pt x="1785747" y="2415436"/>
                </a:cubicBezTo>
                <a:lnTo>
                  <a:pt x="1777515" y="2429709"/>
                </a:lnTo>
                <a:cubicBezTo>
                  <a:pt x="1777278" y="2430065"/>
                  <a:pt x="1776923" y="2430302"/>
                  <a:pt x="1776508" y="2430302"/>
                </a:cubicBezTo>
                <a:lnTo>
                  <a:pt x="1760044" y="2430302"/>
                </a:lnTo>
                <a:cubicBezTo>
                  <a:pt x="1759629" y="2430302"/>
                  <a:pt x="1759274" y="2430065"/>
                  <a:pt x="1759037" y="2429709"/>
                </a:cubicBezTo>
                <a:lnTo>
                  <a:pt x="1750805" y="2415436"/>
                </a:lnTo>
                <a:cubicBezTo>
                  <a:pt x="1750568" y="2415081"/>
                  <a:pt x="1750568" y="2414607"/>
                  <a:pt x="1750805" y="2414252"/>
                </a:cubicBezTo>
                <a:lnTo>
                  <a:pt x="1759037" y="2399978"/>
                </a:lnTo>
                <a:cubicBezTo>
                  <a:pt x="1759274" y="2399623"/>
                  <a:pt x="1759629" y="2399386"/>
                  <a:pt x="1760044" y="2399386"/>
                </a:cubicBezTo>
                <a:close/>
                <a:moveTo>
                  <a:pt x="2842087" y="2399326"/>
                </a:moveTo>
                <a:lnTo>
                  <a:pt x="2858670" y="2399326"/>
                </a:lnTo>
                <a:cubicBezTo>
                  <a:pt x="2859084" y="2399326"/>
                  <a:pt x="2859440" y="2399563"/>
                  <a:pt x="2859677" y="2399918"/>
                </a:cubicBezTo>
                <a:lnTo>
                  <a:pt x="2867968" y="2414251"/>
                </a:lnTo>
                <a:cubicBezTo>
                  <a:pt x="2868205" y="2414606"/>
                  <a:pt x="2868205" y="2415080"/>
                  <a:pt x="2867968" y="2415435"/>
                </a:cubicBezTo>
                <a:lnTo>
                  <a:pt x="2859677" y="2429768"/>
                </a:lnTo>
                <a:cubicBezTo>
                  <a:pt x="2859440" y="2430123"/>
                  <a:pt x="2859084" y="2430360"/>
                  <a:pt x="2858670" y="2430360"/>
                </a:cubicBezTo>
                <a:lnTo>
                  <a:pt x="2842087" y="2430360"/>
                </a:lnTo>
                <a:cubicBezTo>
                  <a:pt x="2841673" y="2430360"/>
                  <a:pt x="2841317" y="2430123"/>
                  <a:pt x="2841080" y="2429768"/>
                </a:cubicBezTo>
                <a:lnTo>
                  <a:pt x="2832789" y="2415435"/>
                </a:lnTo>
                <a:cubicBezTo>
                  <a:pt x="2832552" y="2415080"/>
                  <a:pt x="2832552" y="2414606"/>
                  <a:pt x="2832789" y="2414251"/>
                </a:cubicBezTo>
                <a:lnTo>
                  <a:pt x="2841080" y="2399918"/>
                </a:lnTo>
                <a:cubicBezTo>
                  <a:pt x="2841317" y="2399563"/>
                  <a:pt x="2841673" y="2399326"/>
                  <a:pt x="2842087" y="2399326"/>
                </a:cubicBezTo>
                <a:close/>
                <a:moveTo>
                  <a:pt x="2301065" y="2399208"/>
                </a:moveTo>
                <a:lnTo>
                  <a:pt x="2317707" y="2399208"/>
                </a:lnTo>
                <a:cubicBezTo>
                  <a:pt x="2318122" y="2399208"/>
                  <a:pt x="2318477" y="2399445"/>
                  <a:pt x="2318714" y="2399800"/>
                </a:cubicBezTo>
                <a:lnTo>
                  <a:pt x="2327065" y="2414251"/>
                </a:lnTo>
                <a:cubicBezTo>
                  <a:pt x="2327302" y="2414606"/>
                  <a:pt x="2327302" y="2415080"/>
                  <a:pt x="2327065" y="2415436"/>
                </a:cubicBezTo>
                <a:lnTo>
                  <a:pt x="2318714" y="2429887"/>
                </a:lnTo>
                <a:cubicBezTo>
                  <a:pt x="2318537" y="2430242"/>
                  <a:pt x="2318122" y="2430479"/>
                  <a:pt x="2317707" y="2430479"/>
                </a:cubicBezTo>
                <a:lnTo>
                  <a:pt x="2301065" y="2430479"/>
                </a:lnTo>
                <a:cubicBezTo>
                  <a:pt x="2300651" y="2430479"/>
                  <a:pt x="2300295" y="2430242"/>
                  <a:pt x="2300059" y="2429887"/>
                </a:cubicBezTo>
                <a:lnTo>
                  <a:pt x="2291708" y="2415436"/>
                </a:lnTo>
                <a:cubicBezTo>
                  <a:pt x="2291471" y="2415080"/>
                  <a:pt x="2291471" y="2414606"/>
                  <a:pt x="2291708" y="2414251"/>
                </a:cubicBezTo>
                <a:lnTo>
                  <a:pt x="2300059" y="2399800"/>
                </a:lnTo>
                <a:cubicBezTo>
                  <a:pt x="2300236" y="2399445"/>
                  <a:pt x="2300651" y="2399208"/>
                  <a:pt x="2301065" y="2399208"/>
                </a:cubicBezTo>
                <a:close/>
                <a:moveTo>
                  <a:pt x="1895196" y="2399090"/>
                </a:moveTo>
                <a:lnTo>
                  <a:pt x="1911957" y="2399090"/>
                </a:lnTo>
                <a:cubicBezTo>
                  <a:pt x="1912372" y="2399090"/>
                  <a:pt x="1912727" y="2399327"/>
                  <a:pt x="1912964" y="2399682"/>
                </a:cubicBezTo>
                <a:lnTo>
                  <a:pt x="1921374" y="2414192"/>
                </a:lnTo>
                <a:cubicBezTo>
                  <a:pt x="1921611" y="2414548"/>
                  <a:pt x="1921611" y="2415022"/>
                  <a:pt x="1921374" y="2415377"/>
                </a:cubicBezTo>
                <a:lnTo>
                  <a:pt x="1912964" y="2429887"/>
                </a:lnTo>
                <a:cubicBezTo>
                  <a:pt x="1912786" y="2430242"/>
                  <a:pt x="1912372" y="2430479"/>
                  <a:pt x="1911957" y="2430479"/>
                </a:cubicBezTo>
                <a:lnTo>
                  <a:pt x="1895196" y="2430479"/>
                </a:lnTo>
                <a:cubicBezTo>
                  <a:pt x="1894782" y="2430479"/>
                  <a:pt x="1894427" y="2430242"/>
                  <a:pt x="1894189" y="2429887"/>
                </a:cubicBezTo>
                <a:lnTo>
                  <a:pt x="1885780" y="2415377"/>
                </a:lnTo>
                <a:cubicBezTo>
                  <a:pt x="1885543" y="2415022"/>
                  <a:pt x="1885543" y="2414548"/>
                  <a:pt x="1885780" y="2414192"/>
                </a:cubicBezTo>
                <a:lnTo>
                  <a:pt x="1894189" y="2399682"/>
                </a:lnTo>
                <a:cubicBezTo>
                  <a:pt x="1894367" y="2399327"/>
                  <a:pt x="1894782" y="2399090"/>
                  <a:pt x="1895196" y="2399090"/>
                </a:cubicBezTo>
                <a:close/>
                <a:moveTo>
                  <a:pt x="3382990" y="2398971"/>
                </a:moveTo>
                <a:lnTo>
                  <a:pt x="3399869" y="2398971"/>
                </a:lnTo>
                <a:cubicBezTo>
                  <a:pt x="3400283" y="2398971"/>
                  <a:pt x="3400639" y="2399208"/>
                  <a:pt x="3400875" y="2399563"/>
                </a:cubicBezTo>
                <a:lnTo>
                  <a:pt x="3409285" y="2414192"/>
                </a:lnTo>
                <a:cubicBezTo>
                  <a:pt x="3409523" y="2414547"/>
                  <a:pt x="3409523" y="2415021"/>
                  <a:pt x="3409285" y="2415376"/>
                </a:cubicBezTo>
                <a:lnTo>
                  <a:pt x="3400816" y="2430005"/>
                </a:lnTo>
                <a:cubicBezTo>
                  <a:pt x="3400639" y="2430360"/>
                  <a:pt x="3400224" y="2430597"/>
                  <a:pt x="3399810" y="2430597"/>
                </a:cubicBezTo>
                <a:lnTo>
                  <a:pt x="3382931" y="2430597"/>
                </a:lnTo>
                <a:cubicBezTo>
                  <a:pt x="3382516" y="2430597"/>
                  <a:pt x="3382161" y="2430360"/>
                  <a:pt x="3381924" y="2430005"/>
                </a:cubicBezTo>
                <a:lnTo>
                  <a:pt x="3373513" y="2415376"/>
                </a:lnTo>
                <a:cubicBezTo>
                  <a:pt x="3373277" y="2415021"/>
                  <a:pt x="3373277" y="2414547"/>
                  <a:pt x="3373513" y="2414192"/>
                </a:cubicBezTo>
                <a:lnTo>
                  <a:pt x="3381983" y="2399563"/>
                </a:lnTo>
                <a:cubicBezTo>
                  <a:pt x="3382161" y="2399208"/>
                  <a:pt x="3382575" y="2398971"/>
                  <a:pt x="3382990" y="2398971"/>
                </a:cubicBezTo>
                <a:close/>
                <a:moveTo>
                  <a:pt x="3585717" y="2398675"/>
                </a:moveTo>
                <a:lnTo>
                  <a:pt x="3602951" y="2398675"/>
                </a:lnTo>
                <a:cubicBezTo>
                  <a:pt x="3603366" y="2398675"/>
                  <a:pt x="3603780" y="2398912"/>
                  <a:pt x="3604017" y="2399267"/>
                </a:cubicBezTo>
                <a:lnTo>
                  <a:pt x="3612605" y="2414192"/>
                </a:lnTo>
                <a:cubicBezTo>
                  <a:pt x="3612842" y="2414607"/>
                  <a:pt x="3612842" y="2415080"/>
                  <a:pt x="3612605" y="2415436"/>
                </a:cubicBezTo>
                <a:lnTo>
                  <a:pt x="3603958" y="2430360"/>
                </a:lnTo>
                <a:cubicBezTo>
                  <a:pt x="3603721" y="2430716"/>
                  <a:pt x="3603307" y="2430953"/>
                  <a:pt x="3602892" y="2430953"/>
                </a:cubicBezTo>
                <a:lnTo>
                  <a:pt x="3585658" y="2430953"/>
                </a:lnTo>
                <a:cubicBezTo>
                  <a:pt x="3585243" y="2430953"/>
                  <a:pt x="3584828" y="2430716"/>
                  <a:pt x="3584591" y="2430360"/>
                </a:cubicBezTo>
                <a:lnTo>
                  <a:pt x="3576004" y="2415436"/>
                </a:lnTo>
                <a:cubicBezTo>
                  <a:pt x="3575767" y="2415021"/>
                  <a:pt x="3575767" y="2414547"/>
                  <a:pt x="3576004" y="2414192"/>
                </a:cubicBezTo>
                <a:lnTo>
                  <a:pt x="3584650" y="2399267"/>
                </a:lnTo>
                <a:cubicBezTo>
                  <a:pt x="3584888" y="2398912"/>
                  <a:pt x="3585302" y="2398675"/>
                  <a:pt x="3585717" y="2398675"/>
                </a:cubicBezTo>
                <a:close/>
                <a:moveTo>
                  <a:pt x="1624360" y="2398556"/>
                </a:moveTo>
                <a:lnTo>
                  <a:pt x="1641712" y="2398556"/>
                </a:lnTo>
                <a:cubicBezTo>
                  <a:pt x="1642127" y="2398556"/>
                  <a:pt x="1642542" y="2398793"/>
                  <a:pt x="1642778" y="2399148"/>
                </a:cubicBezTo>
                <a:lnTo>
                  <a:pt x="1651425" y="2414192"/>
                </a:lnTo>
                <a:cubicBezTo>
                  <a:pt x="1651662" y="2414606"/>
                  <a:pt x="1651662" y="2415080"/>
                  <a:pt x="1651425" y="2415435"/>
                </a:cubicBezTo>
                <a:lnTo>
                  <a:pt x="1642778" y="2430478"/>
                </a:lnTo>
                <a:cubicBezTo>
                  <a:pt x="1642542" y="2430834"/>
                  <a:pt x="1642127" y="2431071"/>
                  <a:pt x="1641712" y="2431071"/>
                </a:cubicBezTo>
                <a:lnTo>
                  <a:pt x="1624360" y="2431071"/>
                </a:lnTo>
                <a:cubicBezTo>
                  <a:pt x="1623945" y="2431071"/>
                  <a:pt x="1623530" y="2430834"/>
                  <a:pt x="1623294" y="2430478"/>
                </a:cubicBezTo>
                <a:lnTo>
                  <a:pt x="1614647" y="2415435"/>
                </a:lnTo>
                <a:cubicBezTo>
                  <a:pt x="1614410" y="2415021"/>
                  <a:pt x="1614410" y="2414547"/>
                  <a:pt x="1614647" y="2414192"/>
                </a:cubicBezTo>
                <a:lnTo>
                  <a:pt x="1623294" y="2399148"/>
                </a:lnTo>
                <a:cubicBezTo>
                  <a:pt x="1623530" y="2398793"/>
                  <a:pt x="1623945" y="2398556"/>
                  <a:pt x="1624360" y="2398556"/>
                </a:cubicBezTo>
                <a:close/>
                <a:moveTo>
                  <a:pt x="1962417" y="2398497"/>
                </a:moveTo>
                <a:lnTo>
                  <a:pt x="1979888" y="2398497"/>
                </a:lnTo>
                <a:cubicBezTo>
                  <a:pt x="1980303" y="2398497"/>
                  <a:pt x="1980717" y="2398734"/>
                  <a:pt x="1980954" y="2399089"/>
                </a:cubicBezTo>
                <a:lnTo>
                  <a:pt x="1989660" y="2414191"/>
                </a:lnTo>
                <a:cubicBezTo>
                  <a:pt x="1989897" y="2414606"/>
                  <a:pt x="1989897" y="2415080"/>
                  <a:pt x="1989660" y="2415435"/>
                </a:cubicBezTo>
                <a:lnTo>
                  <a:pt x="1980954" y="2430538"/>
                </a:lnTo>
                <a:cubicBezTo>
                  <a:pt x="1980717" y="2430893"/>
                  <a:pt x="1980303" y="2431130"/>
                  <a:pt x="1979888" y="2431130"/>
                </a:cubicBezTo>
                <a:lnTo>
                  <a:pt x="1962417" y="2431130"/>
                </a:lnTo>
                <a:cubicBezTo>
                  <a:pt x="1962002" y="2431130"/>
                  <a:pt x="1961588" y="2430893"/>
                  <a:pt x="1961351" y="2430538"/>
                </a:cubicBezTo>
                <a:lnTo>
                  <a:pt x="1952645" y="2415435"/>
                </a:lnTo>
                <a:cubicBezTo>
                  <a:pt x="1952408" y="2415021"/>
                  <a:pt x="1952408" y="2414547"/>
                  <a:pt x="1952645" y="2414191"/>
                </a:cubicBezTo>
                <a:lnTo>
                  <a:pt x="1961351" y="2399089"/>
                </a:lnTo>
                <a:cubicBezTo>
                  <a:pt x="1961588" y="2398734"/>
                  <a:pt x="1962002" y="2398497"/>
                  <a:pt x="1962417" y="2398497"/>
                </a:cubicBezTo>
                <a:close/>
                <a:moveTo>
                  <a:pt x="1691936" y="2398497"/>
                </a:moveTo>
                <a:lnTo>
                  <a:pt x="1709407" y="2398497"/>
                </a:lnTo>
                <a:cubicBezTo>
                  <a:pt x="1709822" y="2398497"/>
                  <a:pt x="1710236" y="2398734"/>
                  <a:pt x="1710473" y="2399089"/>
                </a:cubicBezTo>
                <a:lnTo>
                  <a:pt x="1719179" y="2414191"/>
                </a:lnTo>
                <a:cubicBezTo>
                  <a:pt x="1719416" y="2414606"/>
                  <a:pt x="1719416" y="2415080"/>
                  <a:pt x="1719179" y="2415435"/>
                </a:cubicBezTo>
                <a:lnTo>
                  <a:pt x="1710473" y="2430538"/>
                </a:lnTo>
                <a:cubicBezTo>
                  <a:pt x="1710236" y="2430893"/>
                  <a:pt x="1709822" y="2431130"/>
                  <a:pt x="1709407" y="2431130"/>
                </a:cubicBezTo>
                <a:lnTo>
                  <a:pt x="1691936" y="2431130"/>
                </a:lnTo>
                <a:cubicBezTo>
                  <a:pt x="1691521" y="2431130"/>
                  <a:pt x="1691107" y="2430893"/>
                  <a:pt x="1690869" y="2430538"/>
                </a:cubicBezTo>
                <a:lnTo>
                  <a:pt x="1682164" y="2415435"/>
                </a:lnTo>
                <a:cubicBezTo>
                  <a:pt x="1681927" y="2415021"/>
                  <a:pt x="1681927" y="2414547"/>
                  <a:pt x="1682164" y="2414191"/>
                </a:cubicBezTo>
                <a:lnTo>
                  <a:pt x="1690869" y="2399089"/>
                </a:lnTo>
                <a:cubicBezTo>
                  <a:pt x="1691107" y="2398734"/>
                  <a:pt x="1691521" y="2398497"/>
                  <a:pt x="1691936" y="2398497"/>
                </a:cubicBezTo>
                <a:close/>
                <a:moveTo>
                  <a:pt x="4464617" y="2398142"/>
                </a:moveTo>
                <a:lnTo>
                  <a:pt x="4482385" y="2398142"/>
                </a:lnTo>
                <a:cubicBezTo>
                  <a:pt x="4482799" y="2398142"/>
                  <a:pt x="4483213" y="2398379"/>
                  <a:pt x="4483450" y="2398794"/>
                </a:cubicBezTo>
                <a:lnTo>
                  <a:pt x="4492334" y="2414192"/>
                </a:lnTo>
                <a:cubicBezTo>
                  <a:pt x="4492571" y="2414547"/>
                  <a:pt x="4492571" y="2415021"/>
                  <a:pt x="4492334" y="2415436"/>
                </a:cubicBezTo>
                <a:lnTo>
                  <a:pt x="4483450" y="2430834"/>
                </a:lnTo>
                <a:cubicBezTo>
                  <a:pt x="4483213" y="2431249"/>
                  <a:pt x="4482799" y="2431486"/>
                  <a:pt x="4482385" y="2431486"/>
                </a:cubicBezTo>
                <a:lnTo>
                  <a:pt x="4464617" y="2431486"/>
                </a:lnTo>
                <a:cubicBezTo>
                  <a:pt x="4464202" y="2431486"/>
                  <a:pt x="4463788" y="2431249"/>
                  <a:pt x="4463551" y="2430834"/>
                </a:cubicBezTo>
                <a:lnTo>
                  <a:pt x="4454667" y="2415436"/>
                </a:lnTo>
                <a:cubicBezTo>
                  <a:pt x="4454430" y="2415081"/>
                  <a:pt x="4454430" y="2414607"/>
                  <a:pt x="4454667" y="2414192"/>
                </a:cubicBezTo>
                <a:lnTo>
                  <a:pt x="4463551" y="2398794"/>
                </a:lnTo>
                <a:cubicBezTo>
                  <a:pt x="4463788" y="2398379"/>
                  <a:pt x="4464202" y="2398142"/>
                  <a:pt x="4464617" y="2398142"/>
                </a:cubicBezTo>
                <a:close/>
                <a:moveTo>
                  <a:pt x="2232838" y="2398142"/>
                </a:moveTo>
                <a:lnTo>
                  <a:pt x="2250606" y="2398142"/>
                </a:lnTo>
                <a:cubicBezTo>
                  <a:pt x="2251020" y="2398142"/>
                  <a:pt x="2251435" y="2398379"/>
                  <a:pt x="2251672" y="2398794"/>
                </a:cubicBezTo>
                <a:lnTo>
                  <a:pt x="2260556" y="2414192"/>
                </a:lnTo>
                <a:cubicBezTo>
                  <a:pt x="2260793" y="2414547"/>
                  <a:pt x="2260793" y="2415021"/>
                  <a:pt x="2260556" y="2415436"/>
                </a:cubicBezTo>
                <a:lnTo>
                  <a:pt x="2251672" y="2430834"/>
                </a:lnTo>
                <a:cubicBezTo>
                  <a:pt x="2251435" y="2431249"/>
                  <a:pt x="2251020" y="2431486"/>
                  <a:pt x="2250606" y="2431486"/>
                </a:cubicBezTo>
                <a:lnTo>
                  <a:pt x="2232838" y="2431486"/>
                </a:lnTo>
                <a:cubicBezTo>
                  <a:pt x="2232424" y="2431486"/>
                  <a:pt x="2232009" y="2431249"/>
                  <a:pt x="2231772" y="2430834"/>
                </a:cubicBezTo>
                <a:lnTo>
                  <a:pt x="2222889" y="2415436"/>
                </a:lnTo>
                <a:cubicBezTo>
                  <a:pt x="2222652" y="2415081"/>
                  <a:pt x="2222652" y="2414607"/>
                  <a:pt x="2222889" y="2414192"/>
                </a:cubicBezTo>
                <a:lnTo>
                  <a:pt x="2231772" y="2398794"/>
                </a:lnTo>
                <a:cubicBezTo>
                  <a:pt x="2232009" y="2398379"/>
                  <a:pt x="2232424" y="2398142"/>
                  <a:pt x="2232838" y="2398142"/>
                </a:cubicBezTo>
                <a:close/>
                <a:moveTo>
                  <a:pt x="2165203" y="2398142"/>
                </a:moveTo>
                <a:lnTo>
                  <a:pt x="2182971" y="2398142"/>
                </a:lnTo>
                <a:cubicBezTo>
                  <a:pt x="2183385" y="2398142"/>
                  <a:pt x="2183800" y="2398379"/>
                  <a:pt x="2184037" y="2398794"/>
                </a:cubicBezTo>
                <a:lnTo>
                  <a:pt x="2192921" y="2414192"/>
                </a:lnTo>
                <a:cubicBezTo>
                  <a:pt x="2193158" y="2414547"/>
                  <a:pt x="2193158" y="2415021"/>
                  <a:pt x="2192921" y="2415436"/>
                </a:cubicBezTo>
                <a:lnTo>
                  <a:pt x="2184037" y="2430834"/>
                </a:lnTo>
                <a:cubicBezTo>
                  <a:pt x="2183800" y="2431249"/>
                  <a:pt x="2183385" y="2431486"/>
                  <a:pt x="2182971" y="2431486"/>
                </a:cubicBezTo>
                <a:lnTo>
                  <a:pt x="2165203" y="2431486"/>
                </a:lnTo>
                <a:cubicBezTo>
                  <a:pt x="2164789" y="2431486"/>
                  <a:pt x="2164374" y="2431249"/>
                  <a:pt x="2164137" y="2430834"/>
                </a:cubicBezTo>
                <a:lnTo>
                  <a:pt x="2155254" y="2415436"/>
                </a:lnTo>
                <a:cubicBezTo>
                  <a:pt x="2155017" y="2415081"/>
                  <a:pt x="2155017" y="2414607"/>
                  <a:pt x="2155254" y="2414192"/>
                </a:cubicBezTo>
                <a:lnTo>
                  <a:pt x="2164137" y="2398794"/>
                </a:lnTo>
                <a:cubicBezTo>
                  <a:pt x="2164374" y="2398379"/>
                  <a:pt x="2164789" y="2398142"/>
                  <a:pt x="2165203" y="2398142"/>
                </a:cubicBezTo>
                <a:close/>
                <a:moveTo>
                  <a:pt x="1150618" y="2397964"/>
                </a:moveTo>
                <a:lnTo>
                  <a:pt x="1168622" y="2397964"/>
                </a:lnTo>
                <a:cubicBezTo>
                  <a:pt x="1169096" y="2397964"/>
                  <a:pt x="1169511" y="2398201"/>
                  <a:pt x="1169748" y="2398615"/>
                </a:cubicBezTo>
                <a:lnTo>
                  <a:pt x="1178750" y="2414192"/>
                </a:lnTo>
                <a:cubicBezTo>
                  <a:pt x="1178987" y="2414547"/>
                  <a:pt x="1178987" y="2415021"/>
                  <a:pt x="1178750" y="2415435"/>
                </a:cubicBezTo>
                <a:lnTo>
                  <a:pt x="1169748" y="2431012"/>
                </a:lnTo>
                <a:cubicBezTo>
                  <a:pt x="1169511" y="2431426"/>
                  <a:pt x="1169096" y="2431663"/>
                  <a:pt x="1168622" y="2431663"/>
                </a:cubicBezTo>
                <a:lnTo>
                  <a:pt x="1150618" y="2431663"/>
                </a:lnTo>
                <a:cubicBezTo>
                  <a:pt x="1150144" y="2431663"/>
                  <a:pt x="1149730" y="2431426"/>
                  <a:pt x="1149493" y="2431012"/>
                </a:cubicBezTo>
                <a:lnTo>
                  <a:pt x="1140491" y="2415435"/>
                </a:lnTo>
                <a:cubicBezTo>
                  <a:pt x="1140254" y="2415080"/>
                  <a:pt x="1140254" y="2414606"/>
                  <a:pt x="1140491" y="2414192"/>
                </a:cubicBezTo>
                <a:lnTo>
                  <a:pt x="1149493" y="2398615"/>
                </a:lnTo>
                <a:cubicBezTo>
                  <a:pt x="1149730" y="2398201"/>
                  <a:pt x="1150144" y="2397964"/>
                  <a:pt x="1150618" y="2397964"/>
                </a:cubicBezTo>
                <a:close/>
                <a:moveTo>
                  <a:pt x="4531838" y="2397313"/>
                </a:moveTo>
                <a:lnTo>
                  <a:pt x="4550494" y="2397313"/>
                </a:lnTo>
                <a:cubicBezTo>
                  <a:pt x="4550967" y="2397313"/>
                  <a:pt x="4551382" y="2397550"/>
                  <a:pt x="4551619" y="2397964"/>
                </a:cubicBezTo>
                <a:lnTo>
                  <a:pt x="4560917" y="2414133"/>
                </a:lnTo>
                <a:cubicBezTo>
                  <a:pt x="4561154" y="2414547"/>
                  <a:pt x="4561154" y="2415021"/>
                  <a:pt x="4560917" y="2415436"/>
                </a:cubicBezTo>
                <a:lnTo>
                  <a:pt x="4551560" y="2431604"/>
                </a:lnTo>
                <a:cubicBezTo>
                  <a:pt x="4551322" y="2432019"/>
                  <a:pt x="4550908" y="2432256"/>
                  <a:pt x="4550435" y="2432256"/>
                </a:cubicBezTo>
                <a:lnTo>
                  <a:pt x="4531779" y="2432256"/>
                </a:lnTo>
                <a:cubicBezTo>
                  <a:pt x="4531304" y="2432256"/>
                  <a:pt x="4530890" y="2432019"/>
                  <a:pt x="4530653" y="2431604"/>
                </a:cubicBezTo>
                <a:lnTo>
                  <a:pt x="4521355" y="2415436"/>
                </a:lnTo>
                <a:cubicBezTo>
                  <a:pt x="4521118" y="2415021"/>
                  <a:pt x="4521118" y="2414547"/>
                  <a:pt x="4521355" y="2414133"/>
                </a:cubicBezTo>
                <a:lnTo>
                  <a:pt x="4530712" y="2397964"/>
                </a:lnTo>
                <a:cubicBezTo>
                  <a:pt x="4530949" y="2397550"/>
                  <a:pt x="4531364" y="2397313"/>
                  <a:pt x="4531838" y="2397313"/>
                </a:cubicBezTo>
                <a:close/>
                <a:moveTo>
                  <a:pt x="3314407" y="2397254"/>
                </a:moveTo>
                <a:lnTo>
                  <a:pt x="3333181" y="2397254"/>
                </a:lnTo>
                <a:cubicBezTo>
                  <a:pt x="3333655" y="2397254"/>
                  <a:pt x="3334070" y="2397491"/>
                  <a:pt x="3334306" y="2397905"/>
                </a:cubicBezTo>
                <a:lnTo>
                  <a:pt x="3343664" y="2414133"/>
                </a:lnTo>
                <a:cubicBezTo>
                  <a:pt x="3343901" y="2414488"/>
                  <a:pt x="3343901" y="2415022"/>
                  <a:pt x="3343664" y="2415436"/>
                </a:cubicBezTo>
                <a:lnTo>
                  <a:pt x="3334247" y="2431664"/>
                </a:lnTo>
                <a:cubicBezTo>
                  <a:pt x="3334010" y="2432078"/>
                  <a:pt x="3333595" y="2432315"/>
                  <a:pt x="3333122" y="2432315"/>
                </a:cubicBezTo>
                <a:lnTo>
                  <a:pt x="3314347" y="2432315"/>
                </a:lnTo>
                <a:cubicBezTo>
                  <a:pt x="3313874" y="2432315"/>
                  <a:pt x="3313459" y="2432078"/>
                  <a:pt x="3313222" y="2431664"/>
                </a:cubicBezTo>
                <a:lnTo>
                  <a:pt x="3303864" y="2415436"/>
                </a:lnTo>
                <a:cubicBezTo>
                  <a:pt x="3303628" y="2415081"/>
                  <a:pt x="3303628" y="2414548"/>
                  <a:pt x="3303864" y="2414133"/>
                </a:cubicBezTo>
                <a:lnTo>
                  <a:pt x="3313282" y="2397905"/>
                </a:lnTo>
                <a:cubicBezTo>
                  <a:pt x="3313518" y="2397491"/>
                  <a:pt x="3313933" y="2397254"/>
                  <a:pt x="3314407" y="2397254"/>
                </a:cubicBezTo>
                <a:close/>
                <a:moveTo>
                  <a:pt x="2029341" y="2397135"/>
                </a:moveTo>
                <a:lnTo>
                  <a:pt x="2048234" y="2397135"/>
                </a:lnTo>
                <a:cubicBezTo>
                  <a:pt x="2048648" y="2397135"/>
                  <a:pt x="2049122" y="2397372"/>
                  <a:pt x="2049359" y="2397786"/>
                </a:cubicBezTo>
                <a:lnTo>
                  <a:pt x="2058776" y="2414133"/>
                </a:lnTo>
                <a:cubicBezTo>
                  <a:pt x="2059013" y="2414547"/>
                  <a:pt x="2059013" y="2415080"/>
                  <a:pt x="2058776" y="2415495"/>
                </a:cubicBezTo>
                <a:lnTo>
                  <a:pt x="2049359" y="2431841"/>
                </a:lnTo>
                <a:cubicBezTo>
                  <a:pt x="2049122" y="2432255"/>
                  <a:pt x="2048707" y="2432493"/>
                  <a:pt x="2048234" y="2432493"/>
                </a:cubicBezTo>
                <a:lnTo>
                  <a:pt x="2029341" y="2432493"/>
                </a:lnTo>
                <a:cubicBezTo>
                  <a:pt x="2028926" y="2432493"/>
                  <a:pt x="2028452" y="2432255"/>
                  <a:pt x="2028215" y="2431841"/>
                </a:cubicBezTo>
                <a:lnTo>
                  <a:pt x="2018799" y="2415495"/>
                </a:lnTo>
                <a:cubicBezTo>
                  <a:pt x="2018562" y="2415080"/>
                  <a:pt x="2018562" y="2414547"/>
                  <a:pt x="2018799" y="2414133"/>
                </a:cubicBezTo>
                <a:lnTo>
                  <a:pt x="2028215" y="2397786"/>
                </a:lnTo>
                <a:cubicBezTo>
                  <a:pt x="2028452" y="2397372"/>
                  <a:pt x="2028867" y="2397135"/>
                  <a:pt x="2029341" y="2397135"/>
                </a:cubicBezTo>
                <a:close/>
                <a:moveTo>
                  <a:pt x="2096917" y="2396898"/>
                </a:moveTo>
                <a:lnTo>
                  <a:pt x="2115987" y="2396898"/>
                </a:lnTo>
                <a:cubicBezTo>
                  <a:pt x="2116461" y="2396898"/>
                  <a:pt x="2116934" y="2397135"/>
                  <a:pt x="2117172" y="2397549"/>
                </a:cubicBezTo>
                <a:lnTo>
                  <a:pt x="2126707" y="2414073"/>
                </a:lnTo>
                <a:cubicBezTo>
                  <a:pt x="2126943" y="2414488"/>
                  <a:pt x="2126943" y="2415021"/>
                  <a:pt x="2126707" y="2415435"/>
                </a:cubicBezTo>
                <a:lnTo>
                  <a:pt x="2117172" y="2431959"/>
                </a:lnTo>
                <a:cubicBezTo>
                  <a:pt x="2116934" y="2432374"/>
                  <a:pt x="2116461" y="2432611"/>
                  <a:pt x="2115987" y="2432611"/>
                </a:cubicBezTo>
                <a:lnTo>
                  <a:pt x="2096917" y="2432611"/>
                </a:lnTo>
                <a:cubicBezTo>
                  <a:pt x="2096443" y="2432611"/>
                  <a:pt x="2095969" y="2432374"/>
                  <a:pt x="2095732" y="2431959"/>
                </a:cubicBezTo>
                <a:lnTo>
                  <a:pt x="2086197" y="2415435"/>
                </a:lnTo>
                <a:cubicBezTo>
                  <a:pt x="2085960" y="2415021"/>
                  <a:pt x="2085960" y="2414488"/>
                  <a:pt x="2086197" y="2414073"/>
                </a:cubicBezTo>
                <a:lnTo>
                  <a:pt x="2095732" y="2397549"/>
                </a:lnTo>
                <a:cubicBezTo>
                  <a:pt x="2095969" y="2397135"/>
                  <a:pt x="2096443" y="2396898"/>
                  <a:pt x="2096917" y="2396898"/>
                </a:cubicBezTo>
                <a:close/>
                <a:moveTo>
                  <a:pt x="1555895" y="2396898"/>
                </a:moveTo>
                <a:lnTo>
                  <a:pt x="1574966" y="2396898"/>
                </a:lnTo>
                <a:cubicBezTo>
                  <a:pt x="1575440" y="2396898"/>
                  <a:pt x="1575913" y="2397135"/>
                  <a:pt x="1576150" y="2397549"/>
                </a:cubicBezTo>
                <a:lnTo>
                  <a:pt x="1585686" y="2414073"/>
                </a:lnTo>
                <a:cubicBezTo>
                  <a:pt x="1585922" y="2414488"/>
                  <a:pt x="1585922" y="2415021"/>
                  <a:pt x="1585686" y="2415435"/>
                </a:cubicBezTo>
                <a:lnTo>
                  <a:pt x="1576150" y="2431959"/>
                </a:lnTo>
                <a:cubicBezTo>
                  <a:pt x="1575913" y="2432374"/>
                  <a:pt x="1575440" y="2432611"/>
                  <a:pt x="1574966" y="2432611"/>
                </a:cubicBezTo>
                <a:lnTo>
                  <a:pt x="1555895" y="2432611"/>
                </a:lnTo>
                <a:cubicBezTo>
                  <a:pt x="1555421" y="2432611"/>
                  <a:pt x="1554948" y="2432374"/>
                  <a:pt x="1554711" y="2431959"/>
                </a:cubicBezTo>
                <a:lnTo>
                  <a:pt x="1545176" y="2415435"/>
                </a:lnTo>
                <a:cubicBezTo>
                  <a:pt x="1544939" y="2415021"/>
                  <a:pt x="1544939" y="2414488"/>
                  <a:pt x="1545176" y="2414073"/>
                </a:cubicBezTo>
                <a:lnTo>
                  <a:pt x="1554711" y="2397549"/>
                </a:lnTo>
                <a:cubicBezTo>
                  <a:pt x="1554948" y="2397135"/>
                  <a:pt x="1555421" y="2396898"/>
                  <a:pt x="1555895" y="2396898"/>
                </a:cubicBezTo>
                <a:close/>
                <a:moveTo>
                  <a:pt x="4598880" y="2396306"/>
                </a:moveTo>
                <a:lnTo>
                  <a:pt x="4618661" y="2396306"/>
                </a:lnTo>
                <a:cubicBezTo>
                  <a:pt x="4619135" y="2396306"/>
                  <a:pt x="4619609" y="2396602"/>
                  <a:pt x="4619846" y="2397017"/>
                </a:cubicBezTo>
                <a:lnTo>
                  <a:pt x="4629736" y="2414133"/>
                </a:lnTo>
                <a:cubicBezTo>
                  <a:pt x="4629973" y="2414607"/>
                  <a:pt x="4629973" y="2415140"/>
                  <a:pt x="4629736" y="2415554"/>
                </a:cubicBezTo>
                <a:lnTo>
                  <a:pt x="4619846" y="2432670"/>
                </a:lnTo>
                <a:cubicBezTo>
                  <a:pt x="4619609" y="2433085"/>
                  <a:pt x="4619135" y="2433381"/>
                  <a:pt x="4618661" y="2433381"/>
                </a:cubicBezTo>
                <a:lnTo>
                  <a:pt x="4598880" y="2433381"/>
                </a:lnTo>
                <a:cubicBezTo>
                  <a:pt x="4598406" y="2433381"/>
                  <a:pt x="4597932" y="2433085"/>
                  <a:pt x="4597696" y="2432670"/>
                </a:cubicBezTo>
                <a:lnTo>
                  <a:pt x="4587805" y="2415554"/>
                </a:lnTo>
                <a:cubicBezTo>
                  <a:pt x="4587568" y="2415081"/>
                  <a:pt x="4587568" y="2414547"/>
                  <a:pt x="4587805" y="2414133"/>
                </a:cubicBezTo>
                <a:lnTo>
                  <a:pt x="4597696" y="2397017"/>
                </a:lnTo>
                <a:cubicBezTo>
                  <a:pt x="4597932" y="2396602"/>
                  <a:pt x="4598406" y="2396306"/>
                  <a:pt x="4598880" y="2396306"/>
                </a:cubicBezTo>
                <a:close/>
                <a:moveTo>
                  <a:pt x="1487905" y="2396306"/>
                </a:moveTo>
                <a:lnTo>
                  <a:pt x="1507686" y="2396306"/>
                </a:lnTo>
                <a:cubicBezTo>
                  <a:pt x="1508160" y="2396306"/>
                  <a:pt x="1508634" y="2396602"/>
                  <a:pt x="1508870" y="2397017"/>
                </a:cubicBezTo>
                <a:lnTo>
                  <a:pt x="1518761" y="2414133"/>
                </a:lnTo>
                <a:cubicBezTo>
                  <a:pt x="1518998" y="2414607"/>
                  <a:pt x="1518998" y="2415140"/>
                  <a:pt x="1518761" y="2415554"/>
                </a:cubicBezTo>
                <a:lnTo>
                  <a:pt x="1508870" y="2432670"/>
                </a:lnTo>
                <a:cubicBezTo>
                  <a:pt x="1508634" y="2433085"/>
                  <a:pt x="1508160" y="2433381"/>
                  <a:pt x="1507686" y="2433381"/>
                </a:cubicBezTo>
                <a:lnTo>
                  <a:pt x="1487905" y="2433381"/>
                </a:lnTo>
                <a:cubicBezTo>
                  <a:pt x="1487431" y="2433381"/>
                  <a:pt x="1486957" y="2433085"/>
                  <a:pt x="1486720" y="2432670"/>
                </a:cubicBezTo>
                <a:lnTo>
                  <a:pt x="1476830" y="2415554"/>
                </a:lnTo>
                <a:cubicBezTo>
                  <a:pt x="1476593" y="2415081"/>
                  <a:pt x="1476593" y="2414547"/>
                  <a:pt x="1476830" y="2414133"/>
                </a:cubicBezTo>
                <a:lnTo>
                  <a:pt x="1486720" y="2397017"/>
                </a:lnTo>
                <a:cubicBezTo>
                  <a:pt x="1486957" y="2396602"/>
                  <a:pt x="1487431" y="2396306"/>
                  <a:pt x="1487905" y="2396306"/>
                </a:cubicBezTo>
                <a:close/>
                <a:moveTo>
                  <a:pt x="1419856" y="2395595"/>
                </a:moveTo>
                <a:lnTo>
                  <a:pt x="1440406" y="2395595"/>
                </a:lnTo>
                <a:cubicBezTo>
                  <a:pt x="1440880" y="2395595"/>
                  <a:pt x="1441413" y="2395832"/>
                  <a:pt x="1441650" y="2396306"/>
                </a:cubicBezTo>
                <a:lnTo>
                  <a:pt x="1451896" y="2414073"/>
                </a:lnTo>
                <a:cubicBezTo>
                  <a:pt x="1452133" y="2414547"/>
                  <a:pt x="1452133" y="2415080"/>
                  <a:pt x="1451896" y="2415554"/>
                </a:cubicBezTo>
                <a:lnTo>
                  <a:pt x="1441650" y="2433321"/>
                </a:lnTo>
                <a:cubicBezTo>
                  <a:pt x="1441413" y="2433736"/>
                  <a:pt x="1440940" y="2434032"/>
                  <a:pt x="1440406" y="2434032"/>
                </a:cubicBezTo>
                <a:lnTo>
                  <a:pt x="1419856" y="2434032"/>
                </a:lnTo>
                <a:cubicBezTo>
                  <a:pt x="1419382" y="2434032"/>
                  <a:pt x="1418848" y="2433795"/>
                  <a:pt x="1418612" y="2433321"/>
                </a:cubicBezTo>
                <a:lnTo>
                  <a:pt x="1408366" y="2415554"/>
                </a:lnTo>
                <a:cubicBezTo>
                  <a:pt x="1408129" y="2415080"/>
                  <a:pt x="1408129" y="2414547"/>
                  <a:pt x="1408366" y="2414073"/>
                </a:cubicBezTo>
                <a:lnTo>
                  <a:pt x="1418612" y="2396306"/>
                </a:lnTo>
                <a:cubicBezTo>
                  <a:pt x="1418848" y="2395891"/>
                  <a:pt x="1419322" y="2395595"/>
                  <a:pt x="1419856" y="2395595"/>
                </a:cubicBezTo>
                <a:close/>
                <a:moveTo>
                  <a:pt x="4666042" y="2395358"/>
                </a:moveTo>
                <a:lnTo>
                  <a:pt x="4686770" y="2395358"/>
                </a:lnTo>
                <a:cubicBezTo>
                  <a:pt x="4687245" y="2395358"/>
                  <a:pt x="4687718" y="2395595"/>
                  <a:pt x="4688015" y="2396069"/>
                </a:cubicBezTo>
                <a:lnTo>
                  <a:pt x="4698379" y="2414073"/>
                </a:lnTo>
                <a:cubicBezTo>
                  <a:pt x="4698675" y="2414547"/>
                  <a:pt x="4698675" y="2415080"/>
                  <a:pt x="4698379" y="2415554"/>
                </a:cubicBezTo>
                <a:lnTo>
                  <a:pt x="4688015" y="2433558"/>
                </a:lnTo>
                <a:cubicBezTo>
                  <a:pt x="4687778" y="2433973"/>
                  <a:pt x="4687304" y="2434269"/>
                  <a:pt x="4686770" y="2434269"/>
                </a:cubicBezTo>
                <a:lnTo>
                  <a:pt x="4666042" y="2434269"/>
                </a:lnTo>
                <a:cubicBezTo>
                  <a:pt x="4665568" y="2434269"/>
                  <a:pt x="4665035" y="2434032"/>
                  <a:pt x="4664798" y="2433558"/>
                </a:cubicBezTo>
                <a:lnTo>
                  <a:pt x="4654434" y="2415554"/>
                </a:lnTo>
                <a:cubicBezTo>
                  <a:pt x="4654138" y="2415080"/>
                  <a:pt x="4654138" y="2414547"/>
                  <a:pt x="4654434" y="2414073"/>
                </a:cubicBezTo>
                <a:lnTo>
                  <a:pt x="4664798" y="2396069"/>
                </a:lnTo>
                <a:cubicBezTo>
                  <a:pt x="4665035" y="2395654"/>
                  <a:pt x="4665509" y="2395358"/>
                  <a:pt x="4666042" y="2395358"/>
                </a:cubicBezTo>
                <a:close/>
                <a:moveTo>
                  <a:pt x="4733559" y="2395181"/>
                </a:moveTo>
                <a:lnTo>
                  <a:pt x="4754524" y="2395181"/>
                </a:lnTo>
                <a:cubicBezTo>
                  <a:pt x="4755057" y="2395181"/>
                  <a:pt x="4755532" y="2395477"/>
                  <a:pt x="4755827" y="2395951"/>
                </a:cubicBezTo>
                <a:lnTo>
                  <a:pt x="4766310" y="2414133"/>
                </a:lnTo>
                <a:cubicBezTo>
                  <a:pt x="4766607" y="2414607"/>
                  <a:pt x="4766607" y="2415140"/>
                  <a:pt x="4766310" y="2415614"/>
                </a:cubicBezTo>
                <a:lnTo>
                  <a:pt x="4755827" y="2433796"/>
                </a:lnTo>
                <a:cubicBezTo>
                  <a:pt x="4755532" y="2434270"/>
                  <a:pt x="4755057" y="2434566"/>
                  <a:pt x="4754524" y="2434566"/>
                </a:cubicBezTo>
                <a:lnTo>
                  <a:pt x="4733559" y="2434566"/>
                </a:lnTo>
                <a:cubicBezTo>
                  <a:pt x="4733026" y="2434566"/>
                  <a:pt x="4732552" y="2434270"/>
                  <a:pt x="4732256" y="2433796"/>
                </a:cubicBezTo>
                <a:lnTo>
                  <a:pt x="4721773" y="2415614"/>
                </a:lnTo>
                <a:cubicBezTo>
                  <a:pt x="4721477" y="2415140"/>
                  <a:pt x="4721477" y="2414607"/>
                  <a:pt x="4721773" y="2414133"/>
                </a:cubicBezTo>
                <a:lnTo>
                  <a:pt x="4732256" y="2395951"/>
                </a:lnTo>
                <a:cubicBezTo>
                  <a:pt x="4732552" y="2395477"/>
                  <a:pt x="4733026" y="2395181"/>
                  <a:pt x="4733559" y="2395181"/>
                </a:cubicBezTo>
                <a:close/>
                <a:moveTo>
                  <a:pt x="2772201" y="2395062"/>
                </a:moveTo>
                <a:lnTo>
                  <a:pt x="2793285" y="2395062"/>
                </a:lnTo>
                <a:cubicBezTo>
                  <a:pt x="2793818" y="2395062"/>
                  <a:pt x="2794292" y="2395358"/>
                  <a:pt x="2794588" y="2395832"/>
                </a:cubicBezTo>
                <a:lnTo>
                  <a:pt x="2805130" y="2414073"/>
                </a:lnTo>
                <a:cubicBezTo>
                  <a:pt x="2805426" y="2414547"/>
                  <a:pt x="2805426" y="2415080"/>
                  <a:pt x="2805130" y="2415554"/>
                </a:cubicBezTo>
                <a:lnTo>
                  <a:pt x="2794588" y="2433795"/>
                </a:lnTo>
                <a:cubicBezTo>
                  <a:pt x="2794292" y="2434269"/>
                  <a:pt x="2793818" y="2434565"/>
                  <a:pt x="2793285" y="2434565"/>
                </a:cubicBezTo>
                <a:lnTo>
                  <a:pt x="2772201" y="2434565"/>
                </a:lnTo>
                <a:cubicBezTo>
                  <a:pt x="2771668" y="2434565"/>
                  <a:pt x="2771194" y="2434269"/>
                  <a:pt x="2770898" y="2433795"/>
                </a:cubicBezTo>
                <a:lnTo>
                  <a:pt x="2760356" y="2415554"/>
                </a:lnTo>
                <a:cubicBezTo>
                  <a:pt x="2760060" y="2415080"/>
                  <a:pt x="2760060" y="2414547"/>
                  <a:pt x="2760356" y="2414073"/>
                </a:cubicBezTo>
                <a:lnTo>
                  <a:pt x="2770898" y="2395832"/>
                </a:lnTo>
                <a:cubicBezTo>
                  <a:pt x="2771194" y="2395358"/>
                  <a:pt x="2771668" y="2395062"/>
                  <a:pt x="2772201" y="2395062"/>
                </a:cubicBezTo>
                <a:close/>
                <a:moveTo>
                  <a:pt x="4800897" y="2394529"/>
                </a:moveTo>
                <a:lnTo>
                  <a:pt x="4822514" y="2394529"/>
                </a:lnTo>
                <a:cubicBezTo>
                  <a:pt x="4823047" y="2394529"/>
                  <a:pt x="4823521" y="2394825"/>
                  <a:pt x="4823817" y="2395299"/>
                </a:cubicBezTo>
                <a:lnTo>
                  <a:pt x="4834656" y="2414014"/>
                </a:lnTo>
                <a:cubicBezTo>
                  <a:pt x="4834951" y="2414488"/>
                  <a:pt x="4834951" y="2415080"/>
                  <a:pt x="4834656" y="2415554"/>
                </a:cubicBezTo>
                <a:lnTo>
                  <a:pt x="4823817" y="2434269"/>
                </a:lnTo>
                <a:cubicBezTo>
                  <a:pt x="4823581" y="2434743"/>
                  <a:pt x="4823047" y="2435039"/>
                  <a:pt x="4822514" y="2435039"/>
                </a:cubicBezTo>
                <a:lnTo>
                  <a:pt x="4800897" y="2435039"/>
                </a:lnTo>
                <a:cubicBezTo>
                  <a:pt x="4800364" y="2435039"/>
                  <a:pt x="4799891" y="2434743"/>
                  <a:pt x="4799594" y="2434269"/>
                </a:cubicBezTo>
                <a:lnTo>
                  <a:pt x="4788756" y="2415554"/>
                </a:lnTo>
                <a:cubicBezTo>
                  <a:pt x="4788460" y="2415080"/>
                  <a:pt x="4788460" y="2414488"/>
                  <a:pt x="4788756" y="2414014"/>
                </a:cubicBezTo>
                <a:lnTo>
                  <a:pt x="4799594" y="2395299"/>
                </a:lnTo>
                <a:cubicBezTo>
                  <a:pt x="4799831" y="2394825"/>
                  <a:pt x="4800364" y="2394529"/>
                  <a:pt x="4800897" y="2394529"/>
                </a:cubicBezTo>
                <a:close/>
                <a:moveTo>
                  <a:pt x="1351746" y="2394529"/>
                </a:moveTo>
                <a:lnTo>
                  <a:pt x="1373363" y="2394529"/>
                </a:lnTo>
                <a:cubicBezTo>
                  <a:pt x="1373897" y="2394529"/>
                  <a:pt x="1374371" y="2394825"/>
                  <a:pt x="1374667" y="2395299"/>
                </a:cubicBezTo>
                <a:lnTo>
                  <a:pt x="1385504" y="2414014"/>
                </a:lnTo>
                <a:cubicBezTo>
                  <a:pt x="1385801" y="2414488"/>
                  <a:pt x="1385801" y="2415080"/>
                  <a:pt x="1385504" y="2415554"/>
                </a:cubicBezTo>
                <a:lnTo>
                  <a:pt x="1374667" y="2434269"/>
                </a:lnTo>
                <a:cubicBezTo>
                  <a:pt x="1374429" y="2434743"/>
                  <a:pt x="1373897" y="2435039"/>
                  <a:pt x="1373363" y="2435039"/>
                </a:cubicBezTo>
                <a:lnTo>
                  <a:pt x="1351746" y="2435039"/>
                </a:lnTo>
                <a:cubicBezTo>
                  <a:pt x="1351213" y="2435039"/>
                  <a:pt x="1350739" y="2434743"/>
                  <a:pt x="1350443" y="2434269"/>
                </a:cubicBezTo>
                <a:lnTo>
                  <a:pt x="1339605" y="2415554"/>
                </a:lnTo>
                <a:cubicBezTo>
                  <a:pt x="1339309" y="2415080"/>
                  <a:pt x="1339309" y="2414488"/>
                  <a:pt x="1339605" y="2414014"/>
                </a:cubicBezTo>
                <a:lnTo>
                  <a:pt x="1350443" y="2395299"/>
                </a:lnTo>
                <a:cubicBezTo>
                  <a:pt x="1350680" y="2394825"/>
                  <a:pt x="1351213" y="2394529"/>
                  <a:pt x="1351746" y="2394529"/>
                </a:cubicBezTo>
                <a:close/>
                <a:moveTo>
                  <a:pt x="1283520" y="2393522"/>
                </a:moveTo>
                <a:lnTo>
                  <a:pt x="1306262" y="2393522"/>
                </a:lnTo>
                <a:cubicBezTo>
                  <a:pt x="1306795" y="2393522"/>
                  <a:pt x="1307328" y="2393877"/>
                  <a:pt x="1307624" y="2394351"/>
                </a:cubicBezTo>
                <a:lnTo>
                  <a:pt x="1318995" y="2414073"/>
                </a:lnTo>
                <a:cubicBezTo>
                  <a:pt x="1319291" y="2414547"/>
                  <a:pt x="1319291" y="2415198"/>
                  <a:pt x="1318995" y="2415672"/>
                </a:cubicBezTo>
                <a:lnTo>
                  <a:pt x="1307624" y="2435394"/>
                </a:lnTo>
                <a:cubicBezTo>
                  <a:pt x="1307387" y="2435927"/>
                  <a:pt x="1306854" y="2436223"/>
                  <a:pt x="1306262" y="2436223"/>
                </a:cubicBezTo>
                <a:lnTo>
                  <a:pt x="1283520" y="2436223"/>
                </a:lnTo>
                <a:cubicBezTo>
                  <a:pt x="1282986" y="2436223"/>
                  <a:pt x="1282454" y="2435868"/>
                  <a:pt x="1282158" y="2435394"/>
                </a:cubicBezTo>
                <a:lnTo>
                  <a:pt x="1270786" y="2415672"/>
                </a:lnTo>
                <a:cubicBezTo>
                  <a:pt x="1270490" y="2415198"/>
                  <a:pt x="1270490" y="2414547"/>
                  <a:pt x="1270786" y="2414073"/>
                </a:cubicBezTo>
                <a:lnTo>
                  <a:pt x="1282158" y="2394351"/>
                </a:lnTo>
                <a:cubicBezTo>
                  <a:pt x="1282394" y="2393818"/>
                  <a:pt x="1282927" y="2393522"/>
                  <a:pt x="1283520" y="2393522"/>
                </a:cubicBezTo>
                <a:close/>
                <a:moveTo>
                  <a:pt x="1215885" y="2393522"/>
                </a:moveTo>
                <a:lnTo>
                  <a:pt x="1238627" y="2393522"/>
                </a:lnTo>
                <a:cubicBezTo>
                  <a:pt x="1239160" y="2393522"/>
                  <a:pt x="1239693" y="2393877"/>
                  <a:pt x="1239989" y="2394351"/>
                </a:cubicBezTo>
                <a:lnTo>
                  <a:pt x="1251360" y="2414073"/>
                </a:lnTo>
                <a:cubicBezTo>
                  <a:pt x="1251656" y="2414547"/>
                  <a:pt x="1251656" y="2415198"/>
                  <a:pt x="1251360" y="2415672"/>
                </a:cubicBezTo>
                <a:lnTo>
                  <a:pt x="1239989" y="2435394"/>
                </a:lnTo>
                <a:cubicBezTo>
                  <a:pt x="1239752" y="2435927"/>
                  <a:pt x="1239219" y="2436223"/>
                  <a:pt x="1238627" y="2436223"/>
                </a:cubicBezTo>
                <a:lnTo>
                  <a:pt x="1215885" y="2436223"/>
                </a:lnTo>
                <a:cubicBezTo>
                  <a:pt x="1215351" y="2436223"/>
                  <a:pt x="1214819" y="2435868"/>
                  <a:pt x="1214522" y="2435394"/>
                </a:cubicBezTo>
                <a:lnTo>
                  <a:pt x="1203151" y="2415672"/>
                </a:lnTo>
                <a:cubicBezTo>
                  <a:pt x="1202855" y="2415198"/>
                  <a:pt x="1202855" y="2414547"/>
                  <a:pt x="1203151" y="2414073"/>
                </a:cubicBezTo>
                <a:lnTo>
                  <a:pt x="1214522" y="2394351"/>
                </a:lnTo>
                <a:cubicBezTo>
                  <a:pt x="1214759" y="2393818"/>
                  <a:pt x="1215292" y="2393522"/>
                  <a:pt x="1215885" y="2393522"/>
                </a:cubicBezTo>
                <a:close/>
                <a:moveTo>
                  <a:pt x="4867881" y="2393404"/>
                </a:moveTo>
                <a:lnTo>
                  <a:pt x="4890742" y="2393404"/>
                </a:lnTo>
                <a:cubicBezTo>
                  <a:pt x="4891334" y="2393404"/>
                  <a:pt x="4891867" y="2393759"/>
                  <a:pt x="4892163" y="2394233"/>
                </a:cubicBezTo>
                <a:lnTo>
                  <a:pt x="4903594" y="2414015"/>
                </a:lnTo>
                <a:cubicBezTo>
                  <a:pt x="4903889" y="2414488"/>
                  <a:pt x="4903889" y="2415140"/>
                  <a:pt x="4903594" y="2415613"/>
                </a:cubicBezTo>
                <a:lnTo>
                  <a:pt x="4892163" y="2435395"/>
                </a:lnTo>
                <a:cubicBezTo>
                  <a:pt x="4891867" y="2435928"/>
                  <a:pt x="4891334" y="2436224"/>
                  <a:pt x="4890742" y="2436224"/>
                </a:cubicBezTo>
                <a:lnTo>
                  <a:pt x="4867881" y="2436224"/>
                </a:lnTo>
                <a:cubicBezTo>
                  <a:pt x="4867289" y="2436224"/>
                  <a:pt x="4866755" y="2435869"/>
                  <a:pt x="4866460" y="2435395"/>
                </a:cubicBezTo>
                <a:lnTo>
                  <a:pt x="4855029" y="2415613"/>
                </a:lnTo>
                <a:cubicBezTo>
                  <a:pt x="4854733" y="2415140"/>
                  <a:pt x="4854733" y="2414488"/>
                  <a:pt x="4855029" y="2414015"/>
                </a:cubicBezTo>
                <a:lnTo>
                  <a:pt x="4866460" y="2394233"/>
                </a:lnTo>
                <a:cubicBezTo>
                  <a:pt x="4866755" y="2393700"/>
                  <a:pt x="4867289" y="2393404"/>
                  <a:pt x="4867881" y="2393404"/>
                </a:cubicBezTo>
                <a:close/>
                <a:moveTo>
                  <a:pt x="4129107" y="2344425"/>
                </a:moveTo>
                <a:lnTo>
                  <a:pt x="4141663" y="2344425"/>
                </a:lnTo>
                <a:cubicBezTo>
                  <a:pt x="4141959" y="2344425"/>
                  <a:pt x="4142433" y="2344899"/>
                  <a:pt x="4142433" y="2344899"/>
                </a:cubicBezTo>
                <a:lnTo>
                  <a:pt x="4148710" y="2355796"/>
                </a:lnTo>
                <a:cubicBezTo>
                  <a:pt x="4148888" y="2356092"/>
                  <a:pt x="4148710" y="2356684"/>
                  <a:pt x="4148710" y="2356684"/>
                </a:cubicBezTo>
                <a:lnTo>
                  <a:pt x="4142433" y="2367582"/>
                </a:lnTo>
                <a:cubicBezTo>
                  <a:pt x="4142255" y="2367878"/>
                  <a:pt x="4141959" y="2368056"/>
                  <a:pt x="4141663" y="2368056"/>
                </a:cubicBezTo>
                <a:lnTo>
                  <a:pt x="4129107" y="2368056"/>
                </a:lnTo>
                <a:cubicBezTo>
                  <a:pt x="4128811" y="2368056"/>
                  <a:pt x="4128337" y="2367582"/>
                  <a:pt x="4128337" y="2367582"/>
                </a:cubicBezTo>
                <a:lnTo>
                  <a:pt x="4122059" y="2356684"/>
                </a:lnTo>
                <a:cubicBezTo>
                  <a:pt x="4121881" y="2356388"/>
                  <a:pt x="4122059" y="2355796"/>
                  <a:pt x="4122059" y="2355796"/>
                </a:cubicBezTo>
                <a:lnTo>
                  <a:pt x="4128337" y="2344899"/>
                </a:lnTo>
                <a:cubicBezTo>
                  <a:pt x="4128515" y="2344602"/>
                  <a:pt x="4128811" y="2344425"/>
                  <a:pt x="4129107" y="2344425"/>
                </a:cubicBezTo>
                <a:close/>
                <a:moveTo>
                  <a:pt x="3926202" y="2344425"/>
                </a:moveTo>
                <a:lnTo>
                  <a:pt x="3938758" y="2344425"/>
                </a:lnTo>
                <a:cubicBezTo>
                  <a:pt x="3939053" y="2344425"/>
                  <a:pt x="3939528" y="2344899"/>
                  <a:pt x="3939528" y="2344899"/>
                </a:cubicBezTo>
                <a:lnTo>
                  <a:pt x="3945805" y="2355796"/>
                </a:lnTo>
                <a:cubicBezTo>
                  <a:pt x="3945983" y="2356092"/>
                  <a:pt x="3945805" y="2356684"/>
                  <a:pt x="3945805" y="2356684"/>
                </a:cubicBezTo>
                <a:lnTo>
                  <a:pt x="3939528" y="2367582"/>
                </a:lnTo>
                <a:cubicBezTo>
                  <a:pt x="3939350" y="2367878"/>
                  <a:pt x="3939053" y="2368056"/>
                  <a:pt x="3938758" y="2368056"/>
                </a:cubicBezTo>
                <a:lnTo>
                  <a:pt x="3926202" y="2368056"/>
                </a:lnTo>
                <a:cubicBezTo>
                  <a:pt x="3925905" y="2368056"/>
                  <a:pt x="3925432" y="2367582"/>
                  <a:pt x="3925432" y="2367582"/>
                </a:cubicBezTo>
                <a:lnTo>
                  <a:pt x="3919154" y="2356684"/>
                </a:lnTo>
                <a:cubicBezTo>
                  <a:pt x="3918977" y="2356388"/>
                  <a:pt x="3919154" y="2355796"/>
                  <a:pt x="3919154" y="2355796"/>
                </a:cubicBezTo>
                <a:lnTo>
                  <a:pt x="3925432" y="2344899"/>
                </a:lnTo>
                <a:cubicBezTo>
                  <a:pt x="3925610" y="2344602"/>
                  <a:pt x="3925905" y="2344425"/>
                  <a:pt x="3926202" y="2344425"/>
                </a:cubicBezTo>
                <a:close/>
                <a:moveTo>
                  <a:pt x="4196624" y="2344188"/>
                </a:moveTo>
                <a:lnTo>
                  <a:pt x="4209416" y="2344188"/>
                </a:lnTo>
                <a:cubicBezTo>
                  <a:pt x="4209712" y="2344188"/>
                  <a:pt x="4210186" y="2344662"/>
                  <a:pt x="4210186" y="2344662"/>
                </a:cubicBezTo>
                <a:lnTo>
                  <a:pt x="4216583" y="2355737"/>
                </a:lnTo>
                <a:cubicBezTo>
                  <a:pt x="4216760" y="2355974"/>
                  <a:pt x="4216583" y="2356625"/>
                  <a:pt x="4216583" y="2356625"/>
                </a:cubicBezTo>
                <a:lnTo>
                  <a:pt x="4210186" y="2367701"/>
                </a:lnTo>
                <a:cubicBezTo>
                  <a:pt x="4210008" y="2367997"/>
                  <a:pt x="4209712" y="2368174"/>
                  <a:pt x="4209416" y="2368174"/>
                </a:cubicBezTo>
                <a:lnTo>
                  <a:pt x="4196624" y="2368174"/>
                </a:lnTo>
                <a:cubicBezTo>
                  <a:pt x="4196327" y="2368174"/>
                  <a:pt x="4195854" y="2367701"/>
                  <a:pt x="4195854" y="2367701"/>
                </a:cubicBezTo>
                <a:lnTo>
                  <a:pt x="4189457" y="2356625"/>
                </a:lnTo>
                <a:cubicBezTo>
                  <a:pt x="4189279" y="2356388"/>
                  <a:pt x="4189457" y="2355737"/>
                  <a:pt x="4189457" y="2355737"/>
                </a:cubicBezTo>
                <a:lnTo>
                  <a:pt x="4195854" y="2344662"/>
                </a:lnTo>
                <a:cubicBezTo>
                  <a:pt x="4196031" y="2344366"/>
                  <a:pt x="4196327" y="2344188"/>
                  <a:pt x="4196624" y="2344188"/>
                </a:cubicBezTo>
                <a:close/>
                <a:moveTo>
                  <a:pt x="4264140" y="2344010"/>
                </a:moveTo>
                <a:lnTo>
                  <a:pt x="4277170" y="2344010"/>
                </a:lnTo>
                <a:cubicBezTo>
                  <a:pt x="4277465" y="2344010"/>
                  <a:pt x="4277940" y="2344484"/>
                  <a:pt x="4277940" y="2344484"/>
                </a:cubicBezTo>
                <a:lnTo>
                  <a:pt x="4284454" y="2355796"/>
                </a:lnTo>
                <a:cubicBezTo>
                  <a:pt x="4284632" y="2356092"/>
                  <a:pt x="4284454" y="2356743"/>
                  <a:pt x="4284454" y="2356743"/>
                </a:cubicBezTo>
                <a:lnTo>
                  <a:pt x="4277940" y="2368055"/>
                </a:lnTo>
                <a:cubicBezTo>
                  <a:pt x="4277821" y="2368351"/>
                  <a:pt x="4277465" y="2368529"/>
                  <a:pt x="4277170" y="2368529"/>
                </a:cubicBezTo>
                <a:lnTo>
                  <a:pt x="4264140" y="2368529"/>
                </a:lnTo>
                <a:cubicBezTo>
                  <a:pt x="4263844" y="2368529"/>
                  <a:pt x="4263370" y="2368055"/>
                  <a:pt x="4263370" y="2368055"/>
                </a:cubicBezTo>
                <a:lnTo>
                  <a:pt x="4256855" y="2356743"/>
                </a:lnTo>
                <a:cubicBezTo>
                  <a:pt x="4256677" y="2356447"/>
                  <a:pt x="4256855" y="2355796"/>
                  <a:pt x="4256855" y="2355796"/>
                </a:cubicBezTo>
                <a:lnTo>
                  <a:pt x="4263370" y="2344484"/>
                </a:lnTo>
                <a:cubicBezTo>
                  <a:pt x="4263488" y="2344187"/>
                  <a:pt x="4263844" y="2344010"/>
                  <a:pt x="4264140" y="2344010"/>
                </a:cubicBezTo>
                <a:close/>
                <a:moveTo>
                  <a:pt x="3858271" y="2343892"/>
                </a:moveTo>
                <a:lnTo>
                  <a:pt x="3871419" y="2343892"/>
                </a:lnTo>
                <a:cubicBezTo>
                  <a:pt x="3871774" y="2343892"/>
                  <a:pt x="3872248" y="2344366"/>
                  <a:pt x="3872248" y="2344366"/>
                </a:cubicBezTo>
                <a:lnTo>
                  <a:pt x="3878822" y="2355737"/>
                </a:lnTo>
                <a:cubicBezTo>
                  <a:pt x="3879000" y="2356033"/>
                  <a:pt x="3878822" y="2356684"/>
                  <a:pt x="3878822" y="2356684"/>
                </a:cubicBezTo>
                <a:lnTo>
                  <a:pt x="3872248" y="2368056"/>
                </a:lnTo>
                <a:cubicBezTo>
                  <a:pt x="3872070" y="2368352"/>
                  <a:pt x="3871774" y="2368529"/>
                  <a:pt x="3871419" y="2368529"/>
                </a:cubicBezTo>
                <a:lnTo>
                  <a:pt x="3858271" y="2368529"/>
                </a:lnTo>
                <a:cubicBezTo>
                  <a:pt x="3857915" y="2368529"/>
                  <a:pt x="3857442" y="2368056"/>
                  <a:pt x="3857442" y="2368056"/>
                </a:cubicBezTo>
                <a:lnTo>
                  <a:pt x="3850868" y="2356684"/>
                </a:lnTo>
                <a:cubicBezTo>
                  <a:pt x="3850690" y="2356388"/>
                  <a:pt x="3850868" y="2355737"/>
                  <a:pt x="3850868" y="2355737"/>
                </a:cubicBezTo>
                <a:lnTo>
                  <a:pt x="3857442" y="2344366"/>
                </a:lnTo>
                <a:cubicBezTo>
                  <a:pt x="3857619" y="2344070"/>
                  <a:pt x="3857915" y="2343892"/>
                  <a:pt x="3858271" y="2343892"/>
                </a:cubicBezTo>
                <a:close/>
                <a:moveTo>
                  <a:pt x="3722645" y="2343181"/>
                </a:moveTo>
                <a:lnTo>
                  <a:pt x="3736563" y="2343181"/>
                </a:lnTo>
                <a:cubicBezTo>
                  <a:pt x="3736918" y="2343181"/>
                  <a:pt x="3737214" y="2343358"/>
                  <a:pt x="3737392" y="2343655"/>
                </a:cubicBezTo>
                <a:lnTo>
                  <a:pt x="3744321" y="2355677"/>
                </a:lnTo>
                <a:cubicBezTo>
                  <a:pt x="3744499" y="2355973"/>
                  <a:pt x="3744499" y="2356388"/>
                  <a:pt x="3744321" y="2356684"/>
                </a:cubicBezTo>
                <a:lnTo>
                  <a:pt x="3737333" y="2368707"/>
                </a:lnTo>
                <a:cubicBezTo>
                  <a:pt x="3737155" y="2369003"/>
                  <a:pt x="3736859" y="2369181"/>
                  <a:pt x="3736503" y="2369181"/>
                </a:cubicBezTo>
                <a:lnTo>
                  <a:pt x="3722586" y="2369181"/>
                </a:lnTo>
                <a:cubicBezTo>
                  <a:pt x="3722230" y="2369181"/>
                  <a:pt x="3721934" y="2369003"/>
                  <a:pt x="3721756" y="2368707"/>
                </a:cubicBezTo>
                <a:lnTo>
                  <a:pt x="3714827" y="2356684"/>
                </a:lnTo>
                <a:cubicBezTo>
                  <a:pt x="3714650" y="2356388"/>
                  <a:pt x="3714650" y="2355973"/>
                  <a:pt x="3714827" y="2355677"/>
                </a:cubicBezTo>
                <a:lnTo>
                  <a:pt x="3721816" y="2343655"/>
                </a:lnTo>
                <a:cubicBezTo>
                  <a:pt x="3721994" y="2343358"/>
                  <a:pt x="3722289" y="2343181"/>
                  <a:pt x="3722645" y="2343181"/>
                </a:cubicBezTo>
                <a:close/>
                <a:moveTo>
                  <a:pt x="4331124" y="2342766"/>
                </a:moveTo>
                <a:lnTo>
                  <a:pt x="4345456" y="2342766"/>
                </a:lnTo>
                <a:cubicBezTo>
                  <a:pt x="4345812" y="2342766"/>
                  <a:pt x="4346167" y="2343003"/>
                  <a:pt x="4346344" y="2343299"/>
                </a:cubicBezTo>
                <a:lnTo>
                  <a:pt x="4353511" y="2355736"/>
                </a:lnTo>
                <a:cubicBezTo>
                  <a:pt x="4353688" y="2356032"/>
                  <a:pt x="4353688" y="2356447"/>
                  <a:pt x="4353511" y="2356743"/>
                </a:cubicBezTo>
                <a:lnTo>
                  <a:pt x="4346344" y="2369181"/>
                </a:lnTo>
                <a:cubicBezTo>
                  <a:pt x="4346167" y="2369536"/>
                  <a:pt x="4345812" y="2369713"/>
                  <a:pt x="4345456" y="2369713"/>
                </a:cubicBezTo>
                <a:lnTo>
                  <a:pt x="4331124" y="2369713"/>
                </a:lnTo>
                <a:cubicBezTo>
                  <a:pt x="4330768" y="2369713"/>
                  <a:pt x="4330413" y="2369477"/>
                  <a:pt x="4330235" y="2369181"/>
                </a:cubicBezTo>
                <a:lnTo>
                  <a:pt x="4323069" y="2356743"/>
                </a:lnTo>
                <a:cubicBezTo>
                  <a:pt x="4322892" y="2356447"/>
                  <a:pt x="4322892" y="2356032"/>
                  <a:pt x="4323069" y="2355736"/>
                </a:cubicBezTo>
                <a:lnTo>
                  <a:pt x="4330235" y="2343299"/>
                </a:lnTo>
                <a:cubicBezTo>
                  <a:pt x="4330413" y="2342944"/>
                  <a:pt x="4330768" y="2342766"/>
                  <a:pt x="4331124" y="2342766"/>
                </a:cubicBezTo>
                <a:close/>
                <a:moveTo>
                  <a:pt x="4060524" y="2342648"/>
                </a:moveTo>
                <a:lnTo>
                  <a:pt x="4074975" y="2342648"/>
                </a:lnTo>
                <a:cubicBezTo>
                  <a:pt x="4075330" y="2342648"/>
                  <a:pt x="4075686" y="2342885"/>
                  <a:pt x="4075863" y="2343181"/>
                </a:cubicBezTo>
                <a:lnTo>
                  <a:pt x="4083089" y="2355737"/>
                </a:lnTo>
                <a:cubicBezTo>
                  <a:pt x="4083267" y="2356033"/>
                  <a:pt x="4083267" y="2356448"/>
                  <a:pt x="4083089" y="2356744"/>
                </a:cubicBezTo>
                <a:lnTo>
                  <a:pt x="4075863" y="2369299"/>
                </a:lnTo>
                <a:cubicBezTo>
                  <a:pt x="4075686" y="2369655"/>
                  <a:pt x="4075330" y="2369832"/>
                  <a:pt x="4074975" y="2369832"/>
                </a:cubicBezTo>
                <a:lnTo>
                  <a:pt x="4060524" y="2369832"/>
                </a:lnTo>
                <a:cubicBezTo>
                  <a:pt x="4060169" y="2369832"/>
                  <a:pt x="4059813" y="2369596"/>
                  <a:pt x="4059636" y="2369299"/>
                </a:cubicBezTo>
                <a:lnTo>
                  <a:pt x="4052410" y="2356744"/>
                </a:lnTo>
                <a:cubicBezTo>
                  <a:pt x="4052233" y="2356448"/>
                  <a:pt x="4052233" y="2356033"/>
                  <a:pt x="4052410" y="2355737"/>
                </a:cubicBezTo>
                <a:lnTo>
                  <a:pt x="4059636" y="2343181"/>
                </a:lnTo>
                <a:cubicBezTo>
                  <a:pt x="4059813" y="2342826"/>
                  <a:pt x="4060169" y="2342648"/>
                  <a:pt x="4060524" y="2342648"/>
                </a:cubicBezTo>
                <a:close/>
                <a:moveTo>
                  <a:pt x="3992771" y="2342470"/>
                </a:moveTo>
                <a:lnTo>
                  <a:pt x="4007458" y="2342470"/>
                </a:lnTo>
                <a:cubicBezTo>
                  <a:pt x="4007814" y="2342470"/>
                  <a:pt x="4008169" y="2342707"/>
                  <a:pt x="4008347" y="2343003"/>
                </a:cubicBezTo>
                <a:lnTo>
                  <a:pt x="4015691" y="2355736"/>
                </a:lnTo>
                <a:cubicBezTo>
                  <a:pt x="4015869" y="2356092"/>
                  <a:pt x="4015869" y="2356506"/>
                  <a:pt x="4015691" y="2356802"/>
                </a:cubicBezTo>
                <a:lnTo>
                  <a:pt x="4008347" y="2369536"/>
                </a:lnTo>
                <a:cubicBezTo>
                  <a:pt x="4008169" y="2369891"/>
                  <a:pt x="4007814" y="2370069"/>
                  <a:pt x="4007458" y="2370069"/>
                </a:cubicBezTo>
                <a:lnTo>
                  <a:pt x="3992771" y="2370069"/>
                </a:lnTo>
                <a:cubicBezTo>
                  <a:pt x="3992415" y="2370069"/>
                  <a:pt x="3992060" y="2369832"/>
                  <a:pt x="3991882" y="2369536"/>
                </a:cubicBezTo>
                <a:lnTo>
                  <a:pt x="3984538" y="2356802"/>
                </a:lnTo>
                <a:cubicBezTo>
                  <a:pt x="3984361" y="2356447"/>
                  <a:pt x="3984361" y="2356032"/>
                  <a:pt x="3984538" y="2355736"/>
                </a:cubicBezTo>
                <a:lnTo>
                  <a:pt x="3991882" y="2343003"/>
                </a:lnTo>
                <a:cubicBezTo>
                  <a:pt x="3992060" y="2342647"/>
                  <a:pt x="3992415" y="2342470"/>
                  <a:pt x="3992771" y="2342470"/>
                </a:cubicBezTo>
                <a:close/>
                <a:moveTo>
                  <a:pt x="2504858" y="2342470"/>
                </a:moveTo>
                <a:lnTo>
                  <a:pt x="2519546" y="2342470"/>
                </a:lnTo>
                <a:cubicBezTo>
                  <a:pt x="2519902" y="2342470"/>
                  <a:pt x="2520257" y="2342707"/>
                  <a:pt x="2520435" y="2343003"/>
                </a:cubicBezTo>
                <a:lnTo>
                  <a:pt x="2527779" y="2355736"/>
                </a:lnTo>
                <a:cubicBezTo>
                  <a:pt x="2527956" y="2356092"/>
                  <a:pt x="2527956" y="2356506"/>
                  <a:pt x="2527779" y="2356802"/>
                </a:cubicBezTo>
                <a:lnTo>
                  <a:pt x="2520435" y="2369536"/>
                </a:lnTo>
                <a:cubicBezTo>
                  <a:pt x="2520257" y="2369891"/>
                  <a:pt x="2519902" y="2370069"/>
                  <a:pt x="2519546" y="2370069"/>
                </a:cubicBezTo>
                <a:lnTo>
                  <a:pt x="2504858" y="2370069"/>
                </a:lnTo>
                <a:cubicBezTo>
                  <a:pt x="2504503" y="2370069"/>
                  <a:pt x="2504148" y="2369832"/>
                  <a:pt x="2503970" y="2369536"/>
                </a:cubicBezTo>
                <a:lnTo>
                  <a:pt x="2496626" y="2356802"/>
                </a:lnTo>
                <a:cubicBezTo>
                  <a:pt x="2496449" y="2356447"/>
                  <a:pt x="2496449" y="2356032"/>
                  <a:pt x="2496626" y="2355736"/>
                </a:cubicBezTo>
                <a:lnTo>
                  <a:pt x="2503970" y="2343003"/>
                </a:lnTo>
                <a:cubicBezTo>
                  <a:pt x="2504148" y="2342647"/>
                  <a:pt x="2504503" y="2342470"/>
                  <a:pt x="2504858" y="2342470"/>
                </a:cubicBezTo>
                <a:close/>
                <a:moveTo>
                  <a:pt x="3181151" y="2342352"/>
                </a:moveTo>
                <a:lnTo>
                  <a:pt x="3195957" y="2342352"/>
                </a:lnTo>
                <a:cubicBezTo>
                  <a:pt x="3196312" y="2342352"/>
                  <a:pt x="3196667" y="2342589"/>
                  <a:pt x="3196845" y="2342885"/>
                </a:cubicBezTo>
                <a:lnTo>
                  <a:pt x="3204248" y="2355678"/>
                </a:lnTo>
                <a:cubicBezTo>
                  <a:pt x="3204426" y="2356033"/>
                  <a:pt x="3204426" y="2356448"/>
                  <a:pt x="3204248" y="2356744"/>
                </a:cubicBezTo>
                <a:lnTo>
                  <a:pt x="3196845" y="2369536"/>
                </a:lnTo>
                <a:cubicBezTo>
                  <a:pt x="3196667" y="2369892"/>
                  <a:pt x="3196312" y="2370069"/>
                  <a:pt x="3195957" y="2370069"/>
                </a:cubicBezTo>
                <a:lnTo>
                  <a:pt x="3181151" y="2370069"/>
                </a:lnTo>
                <a:cubicBezTo>
                  <a:pt x="3180796" y="2370069"/>
                  <a:pt x="3180440" y="2369833"/>
                  <a:pt x="3180262" y="2369536"/>
                </a:cubicBezTo>
                <a:lnTo>
                  <a:pt x="3172859" y="2356744"/>
                </a:lnTo>
                <a:cubicBezTo>
                  <a:pt x="3172682" y="2356388"/>
                  <a:pt x="3172682" y="2355974"/>
                  <a:pt x="3172859" y="2355678"/>
                </a:cubicBezTo>
                <a:lnTo>
                  <a:pt x="3180262" y="2342885"/>
                </a:lnTo>
                <a:cubicBezTo>
                  <a:pt x="3180440" y="2342530"/>
                  <a:pt x="3180796" y="2342352"/>
                  <a:pt x="3181151" y="2342352"/>
                </a:cubicBezTo>
                <a:close/>
                <a:moveTo>
                  <a:pt x="3654477" y="2342234"/>
                </a:moveTo>
                <a:lnTo>
                  <a:pt x="3669402" y="2342234"/>
                </a:lnTo>
                <a:cubicBezTo>
                  <a:pt x="3669757" y="2342234"/>
                  <a:pt x="3670113" y="2342471"/>
                  <a:pt x="3670290" y="2342767"/>
                </a:cubicBezTo>
                <a:lnTo>
                  <a:pt x="3677752" y="2355678"/>
                </a:lnTo>
                <a:cubicBezTo>
                  <a:pt x="3677930" y="2356033"/>
                  <a:pt x="3677930" y="2356448"/>
                  <a:pt x="3677752" y="2356744"/>
                </a:cubicBezTo>
                <a:lnTo>
                  <a:pt x="3670290" y="2369655"/>
                </a:lnTo>
                <a:cubicBezTo>
                  <a:pt x="3670113" y="2370010"/>
                  <a:pt x="3669757" y="2370188"/>
                  <a:pt x="3669402" y="2370188"/>
                </a:cubicBezTo>
                <a:lnTo>
                  <a:pt x="3654477" y="2370188"/>
                </a:lnTo>
                <a:cubicBezTo>
                  <a:pt x="3654122" y="2370188"/>
                  <a:pt x="3653767" y="2369951"/>
                  <a:pt x="3653589" y="2369655"/>
                </a:cubicBezTo>
                <a:lnTo>
                  <a:pt x="3646126" y="2356744"/>
                </a:lnTo>
                <a:cubicBezTo>
                  <a:pt x="3645949" y="2356389"/>
                  <a:pt x="3645949" y="2355974"/>
                  <a:pt x="3646126" y="2355678"/>
                </a:cubicBezTo>
                <a:lnTo>
                  <a:pt x="3653589" y="2342767"/>
                </a:lnTo>
                <a:cubicBezTo>
                  <a:pt x="3653767" y="2342411"/>
                  <a:pt x="3654122" y="2342234"/>
                  <a:pt x="3654477" y="2342234"/>
                </a:cubicBezTo>
                <a:close/>
                <a:moveTo>
                  <a:pt x="2572317" y="2342056"/>
                </a:moveTo>
                <a:lnTo>
                  <a:pt x="2587419" y="2342056"/>
                </a:lnTo>
                <a:cubicBezTo>
                  <a:pt x="2587833" y="2342056"/>
                  <a:pt x="2588189" y="2342234"/>
                  <a:pt x="2588367" y="2342589"/>
                </a:cubicBezTo>
                <a:lnTo>
                  <a:pt x="2595947" y="2355678"/>
                </a:lnTo>
                <a:cubicBezTo>
                  <a:pt x="2596125" y="2355974"/>
                  <a:pt x="2596125" y="2356388"/>
                  <a:pt x="2595947" y="2356744"/>
                </a:cubicBezTo>
                <a:lnTo>
                  <a:pt x="2588367" y="2369833"/>
                </a:lnTo>
                <a:cubicBezTo>
                  <a:pt x="2588130" y="2370188"/>
                  <a:pt x="2587774" y="2370366"/>
                  <a:pt x="2587419" y="2370366"/>
                </a:cubicBezTo>
                <a:lnTo>
                  <a:pt x="2572317" y="2370366"/>
                </a:lnTo>
                <a:cubicBezTo>
                  <a:pt x="2571902" y="2370366"/>
                  <a:pt x="2571547" y="2370188"/>
                  <a:pt x="2571369" y="2369833"/>
                </a:cubicBezTo>
                <a:lnTo>
                  <a:pt x="2563788" y="2356744"/>
                </a:lnTo>
                <a:cubicBezTo>
                  <a:pt x="2563611" y="2356448"/>
                  <a:pt x="2563611" y="2356033"/>
                  <a:pt x="2563788" y="2355678"/>
                </a:cubicBezTo>
                <a:lnTo>
                  <a:pt x="2571369" y="2342589"/>
                </a:lnTo>
                <a:cubicBezTo>
                  <a:pt x="2571606" y="2342234"/>
                  <a:pt x="2571961" y="2342056"/>
                  <a:pt x="2572317" y="2342056"/>
                </a:cubicBezTo>
                <a:close/>
                <a:moveTo>
                  <a:pt x="3248489" y="2341819"/>
                </a:moveTo>
                <a:lnTo>
                  <a:pt x="3263829" y="2341819"/>
                </a:lnTo>
                <a:cubicBezTo>
                  <a:pt x="3264243" y="2341819"/>
                  <a:pt x="3264598" y="2341996"/>
                  <a:pt x="3264776" y="2342352"/>
                </a:cubicBezTo>
                <a:lnTo>
                  <a:pt x="3272416" y="2355618"/>
                </a:lnTo>
                <a:cubicBezTo>
                  <a:pt x="3272594" y="2355915"/>
                  <a:pt x="3272594" y="2356329"/>
                  <a:pt x="3272416" y="2356684"/>
                </a:cubicBezTo>
                <a:lnTo>
                  <a:pt x="3264717" y="2369951"/>
                </a:lnTo>
                <a:cubicBezTo>
                  <a:pt x="3264480" y="2370247"/>
                  <a:pt x="3264125" y="2370484"/>
                  <a:pt x="3263770" y="2370484"/>
                </a:cubicBezTo>
                <a:lnTo>
                  <a:pt x="3248430" y="2370484"/>
                </a:lnTo>
                <a:cubicBezTo>
                  <a:pt x="3248015" y="2370484"/>
                  <a:pt x="3247660" y="2370306"/>
                  <a:pt x="3247483" y="2369951"/>
                </a:cubicBezTo>
                <a:lnTo>
                  <a:pt x="3239842" y="2356684"/>
                </a:lnTo>
                <a:cubicBezTo>
                  <a:pt x="3239665" y="2356388"/>
                  <a:pt x="3239665" y="2355974"/>
                  <a:pt x="3239842" y="2355618"/>
                </a:cubicBezTo>
                <a:lnTo>
                  <a:pt x="3247542" y="2342352"/>
                </a:lnTo>
                <a:cubicBezTo>
                  <a:pt x="3247778" y="2342056"/>
                  <a:pt x="3248134" y="2341819"/>
                  <a:pt x="3248489" y="2341819"/>
                </a:cubicBezTo>
                <a:close/>
                <a:moveTo>
                  <a:pt x="4398108" y="2341641"/>
                </a:moveTo>
                <a:lnTo>
                  <a:pt x="4413684" y="2341641"/>
                </a:lnTo>
                <a:cubicBezTo>
                  <a:pt x="4414099" y="2341641"/>
                  <a:pt x="4414454" y="2341819"/>
                  <a:pt x="4414632" y="2342174"/>
                </a:cubicBezTo>
                <a:lnTo>
                  <a:pt x="4422390" y="2355677"/>
                </a:lnTo>
                <a:cubicBezTo>
                  <a:pt x="4422568" y="2356033"/>
                  <a:pt x="4422568" y="2356447"/>
                  <a:pt x="4422390" y="2356803"/>
                </a:cubicBezTo>
                <a:lnTo>
                  <a:pt x="4414572" y="2370306"/>
                </a:lnTo>
                <a:cubicBezTo>
                  <a:pt x="4414394" y="2370602"/>
                  <a:pt x="4414040" y="2370839"/>
                  <a:pt x="4413625" y="2370839"/>
                </a:cubicBezTo>
                <a:lnTo>
                  <a:pt x="4398048" y="2370839"/>
                </a:lnTo>
                <a:cubicBezTo>
                  <a:pt x="4397634" y="2370839"/>
                  <a:pt x="4397278" y="2370661"/>
                  <a:pt x="4397101" y="2370306"/>
                </a:cubicBezTo>
                <a:lnTo>
                  <a:pt x="4389342" y="2356803"/>
                </a:lnTo>
                <a:cubicBezTo>
                  <a:pt x="4389165" y="2356447"/>
                  <a:pt x="4389165" y="2356033"/>
                  <a:pt x="4389342" y="2355677"/>
                </a:cubicBezTo>
                <a:lnTo>
                  <a:pt x="4397161" y="2342174"/>
                </a:lnTo>
                <a:cubicBezTo>
                  <a:pt x="4397338" y="2341878"/>
                  <a:pt x="4397693" y="2341641"/>
                  <a:pt x="4398108" y="2341641"/>
                </a:cubicBezTo>
                <a:close/>
                <a:moveTo>
                  <a:pt x="3586546" y="2341641"/>
                </a:moveTo>
                <a:lnTo>
                  <a:pt x="3602122" y="2341641"/>
                </a:lnTo>
                <a:cubicBezTo>
                  <a:pt x="3602536" y="2341641"/>
                  <a:pt x="3602892" y="2341819"/>
                  <a:pt x="3603069" y="2342174"/>
                </a:cubicBezTo>
                <a:lnTo>
                  <a:pt x="3610828" y="2355677"/>
                </a:lnTo>
                <a:cubicBezTo>
                  <a:pt x="3611006" y="2356033"/>
                  <a:pt x="3611006" y="2356447"/>
                  <a:pt x="3610828" y="2356803"/>
                </a:cubicBezTo>
                <a:lnTo>
                  <a:pt x="3603010" y="2370306"/>
                </a:lnTo>
                <a:cubicBezTo>
                  <a:pt x="3602833" y="2370602"/>
                  <a:pt x="3602477" y="2370839"/>
                  <a:pt x="3602063" y="2370839"/>
                </a:cubicBezTo>
                <a:lnTo>
                  <a:pt x="3586486" y="2370839"/>
                </a:lnTo>
                <a:cubicBezTo>
                  <a:pt x="3586072" y="2370839"/>
                  <a:pt x="3585717" y="2370661"/>
                  <a:pt x="3585539" y="2370306"/>
                </a:cubicBezTo>
                <a:lnTo>
                  <a:pt x="3577780" y="2356803"/>
                </a:lnTo>
                <a:cubicBezTo>
                  <a:pt x="3577603" y="2356447"/>
                  <a:pt x="3577603" y="2356033"/>
                  <a:pt x="3577780" y="2355677"/>
                </a:cubicBezTo>
                <a:lnTo>
                  <a:pt x="3585598" y="2342174"/>
                </a:lnTo>
                <a:cubicBezTo>
                  <a:pt x="3585776" y="2341878"/>
                  <a:pt x="3586131" y="2341641"/>
                  <a:pt x="3586546" y="2341641"/>
                </a:cubicBezTo>
                <a:close/>
                <a:moveTo>
                  <a:pt x="3383641" y="2341641"/>
                </a:moveTo>
                <a:lnTo>
                  <a:pt x="3399217" y="2341641"/>
                </a:lnTo>
                <a:cubicBezTo>
                  <a:pt x="3399572" y="2341641"/>
                  <a:pt x="3399987" y="2341819"/>
                  <a:pt x="3400164" y="2342174"/>
                </a:cubicBezTo>
                <a:lnTo>
                  <a:pt x="3407923" y="2355677"/>
                </a:lnTo>
                <a:cubicBezTo>
                  <a:pt x="3408101" y="2356033"/>
                  <a:pt x="3408101" y="2356447"/>
                  <a:pt x="3407923" y="2356803"/>
                </a:cubicBezTo>
                <a:lnTo>
                  <a:pt x="3400105" y="2370306"/>
                </a:lnTo>
                <a:cubicBezTo>
                  <a:pt x="3399927" y="2370602"/>
                  <a:pt x="3399572" y="2370839"/>
                  <a:pt x="3399158" y="2370839"/>
                </a:cubicBezTo>
                <a:lnTo>
                  <a:pt x="3383581" y="2370839"/>
                </a:lnTo>
                <a:cubicBezTo>
                  <a:pt x="3383226" y="2370839"/>
                  <a:pt x="3382811" y="2370661"/>
                  <a:pt x="3382633" y="2370306"/>
                </a:cubicBezTo>
                <a:lnTo>
                  <a:pt x="3374875" y="2356803"/>
                </a:lnTo>
                <a:cubicBezTo>
                  <a:pt x="3374698" y="2356447"/>
                  <a:pt x="3374698" y="2356033"/>
                  <a:pt x="3374875" y="2355677"/>
                </a:cubicBezTo>
                <a:lnTo>
                  <a:pt x="3382693" y="2342174"/>
                </a:lnTo>
                <a:cubicBezTo>
                  <a:pt x="3382871" y="2341878"/>
                  <a:pt x="3383226" y="2341641"/>
                  <a:pt x="3383641" y="2341641"/>
                </a:cubicBezTo>
                <a:close/>
                <a:moveTo>
                  <a:pt x="2436691" y="2341404"/>
                </a:moveTo>
                <a:lnTo>
                  <a:pt x="2452504" y="2341404"/>
                </a:lnTo>
                <a:cubicBezTo>
                  <a:pt x="2452859" y="2341404"/>
                  <a:pt x="2453274" y="2341581"/>
                  <a:pt x="2453451" y="2341937"/>
                </a:cubicBezTo>
                <a:lnTo>
                  <a:pt x="2461328" y="2355618"/>
                </a:lnTo>
                <a:cubicBezTo>
                  <a:pt x="2461506" y="2355973"/>
                  <a:pt x="2461506" y="2356388"/>
                  <a:pt x="2461328" y="2356743"/>
                </a:cubicBezTo>
                <a:lnTo>
                  <a:pt x="2453451" y="2370424"/>
                </a:lnTo>
                <a:cubicBezTo>
                  <a:pt x="2453274" y="2370720"/>
                  <a:pt x="2452919" y="2370957"/>
                  <a:pt x="2452504" y="2370957"/>
                </a:cubicBezTo>
                <a:lnTo>
                  <a:pt x="2436691" y="2370957"/>
                </a:lnTo>
                <a:cubicBezTo>
                  <a:pt x="2436336" y="2370957"/>
                  <a:pt x="2435921" y="2370779"/>
                  <a:pt x="2435743" y="2370424"/>
                </a:cubicBezTo>
                <a:lnTo>
                  <a:pt x="2427866" y="2356743"/>
                </a:lnTo>
                <a:cubicBezTo>
                  <a:pt x="2427689" y="2356388"/>
                  <a:pt x="2427689" y="2355973"/>
                  <a:pt x="2427866" y="2355618"/>
                </a:cubicBezTo>
                <a:lnTo>
                  <a:pt x="2435743" y="2341937"/>
                </a:lnTo>
                <a:cubicBezTo>
                  <a:pt x="2435921" y="2341641"/>
                  <a:pt x="2436276" y="2341404"/>
                  <a:pt x="2436691" y="2341404"/>
                </a:cubicBezTo>
                <a:close/>
                <a:moveTo>
                  <a:pt x="1827975" y="2341286"/>
                </a:moveTo>
                <a:lnTo>
                  <a:pt x="1843847" y="2341286"/>
                </a:lnTo>
                <a:cubicBezTo>
                  <a:pt x="1844202" y="2341286"/>
                  <a:pt x="1844617" y="2341464"/>
                  <a:pt x="1844795" y="2341819"/>
                </a:cubicBezTo>
                <a:lnTo>
                  <a:pt x="1852731" y="2355618"/>
                </a:lnTo>
                <a:cubicBezTo>
                  <a:pt x="1852909" y="2355974"/>
                  <a:pt x="1852909" y="2356388"/>
                  <a:pt x="1852731" y="2356744"/>
                </a:cubicBezTo>
                <a:lnTo>
                  <a:pt x="1844795" y="2370543"/>
                </a:lnTo>
                <a:cubicBezTo>
                  <a:pt x="1844617" y="2370839"/>
                  <a:pt x="1844262" y="2371076"/>
                  <a:pt x="1843847" y="2371076"/>
                </a:cubicBezTo>
                <a:lnTo>
                  <a:pt x="1827975" y="2371076"/>
                </a:lnTo>
                <a:cubicBezTo>
                  <a:pt x="1827620" y="2371076"/>
                  <a:pt x="1827205" y="2370899"/>
                  <a:pt x="1827027" y="2370543"/>
                </a:cubicBezTo>
                <a:lnTo>
                  <a:pt x="1819091" y="2356744"/>
                </a:lnTo>
                <a:cubicBezTo>
                  <a:pt x="1818914" y="2356388"/>
                  <a:pt x="1818914" y="2355974"/>
                  <a:pt x="1819091" y="2355618"/>
                </a:cubicBezTo>
                <a:lnTo>
                  <a:pt x="1827027" y="2341819"/>
                </a:lnTo>
                <a:cubicBezTo>
                  <a:pt x="1827205" y="2341523"/>
                  <a:pt x="1827560" y="2341286"/>
                  <a:pt x="1827975" y="2341286"/>
                </a:cubicBezTo>
                <a:close/>
                <a:moveTo>
                  <a:pt x="2639537" y="2341227"/>
                </a:moveTo>
                <a:lnTo>
                  <a:pt x="2655528" y="2341227"/>
                </a:lnTo>
                <a:cubicBezTo>
                  <a:pt x="2655883" y="2341227"/>
                  <a:pt x="2656298" y="2341464"/>
                  <a:pt x="2656476" y="2341819"/>
                </a:cubicBezTo>
                <a:lnTo>
                  <a:pt x="2664471" y="2355678"/>
                </a:lnTo>
                <a:cubicBezTo>
                  <a:pt x="2664649" y="2356033"/>
                  <a:pt x="2664649" y="2356448"/>
                  <a:pt x="2664471" y="2356803"/>
                </a:cubicBezTo>
                <a:lnTo>
                  <a:pt x="2656476" y="2370662"/>
                </a:lnTo>
                <a:cubicBezTo>
                  <a:pt x="2656298" y="2371017"/>
                  <a:pt x="2655943" y="2371254"/>
                  <a:pt x="2655528" y="2371254"/>
                </a:cubicBezTo>
                <a:lnTo>
                  <a:pt x="2639537" y="2371254"/>
                </a:lnTo>
                <a:cubicBezTo>
                  <a:pt x="2639182" y="2371254"/>
                  <a:pt x="2638767" y="2371017"/>
                  <a:pt x="2638590" y="2370662"/>
                </a:cubicBezTo>
                <a:lnTo>
                  <a:pt x="2630594" y="2356803"/>
                </a:lnTo>
                <a:cubicBezTo>
                  <a:pt x="2630417" y="2356448"/>
                  <a:pt x="2630417" y="2356033"/>
                  <a:pt x="2630594" y="2355678"/>
                </a:cubicBezTo>
                <a:lnTo>
                  <a:pt x="2638590" y="2341819"/>
                </a:lnTo>
                <a:cubicBezTo>
                  <a:pt x="2638767" y="2341464"/>
                  <a:pt x="2639123" y="2341227"/>
                  <a:pt x="2639537" y="2341227"/>
                </a:cubicBezTo>
                <a:close/>
                <a:moveTo>
                  <a:pt x="3789155" y="2341108"/>
                </a:moveTo>
                <a:lnTo>
                  <a:pt x="3805264" y="2341108"/>
                </a:lnTo>
                <a:cubicBezTo>
                  <a:pt x="3805679" y="2341108"/>
                  <a:pt x="3806093" y="2341345"/>
                  <a:pt x="3806271" y="2341700"/>
                </a:cubicBezTo>
                <a:lnTo>
                  <a:pt x="3814326" y="2355677"/>
                </a:lnTo>
                <a:cubicBezTo>
                  <a:pt x="3814504" y="2356032"/>
                  <a:pt x="3814504" y="2356447"/>
                  <a:pt x="3814326" y="2356802"/>
                </a:cubicBezTo>
                <a:lnTo>
                  <a:pt x="3806271" y="2370779"/>
                </a:lnTo>
                <a:cubicBezTo>
                  <a:pt x="3806034" y="2371135"/>
                  <a:pt x="3805679" y="2371372"/>
                  <a:pt x="3805264" y="2371372"/>
                </a:cubicBezTo>
                <a:lnTo>
                  <a:pt x="3789155" y="2371372"/>
                </a:lnTo>
                <a:cubicBezTo>
                  <a:pt x="3788740" y="2371372"/>
                  <a:pt x="3788326" y="2371135"/>
                  <a:pt x="3788148" y="2370779"/>
                </a:cubicBezTo>
                <a:lnTo>
                  <a:pt x="3780093" y="2356802"/>
                </a:lnTo>
                <a:cubicBezTo>
                  <a:pt x="3779916" y="2356447"/>
                  <a:pt x="3779916" y="2356032"/>
                  <a:pt x="3780093" y="2355677"/>
                </a:cubicBezTo>
                <a:lnTo>
                  <a:pt x="3788148" y="2341700"/>
                </a:lnTo>
                <a:cubicBezTo>
                  <a:pt x="3788385" y="2341345"/>
                  <a:pt x="3788740" y="2341108"/>
                  <a:pt x="3789155" y="2341108"/>
                </a:cubicBezTo>
                <a:close/>
                <a:moveTo>
                  <a:pt x="2368938" y="2341108"/>
                </a:moveTo>
                <a:lnTo>
                  <a:pt x="2385047" y="2341108"/>
                </a:lnTo>
                <a:cubicBezTo>
                  <a:pt x="2385461" y="2341108"/>
                  <a:pt x="2385876" y="2341345"/>
                  <a:pt x="2386054" y="2341700"/>
                </a:cubicBezTo>
                <a:lnTo>
                  <a:pt x="2394108" y="2355677"/>
                </a:lnTo>
                <a:cubicBezTo>
                  <a:pt x="2394286" y="2356032"/>
                  <a:pt x="2394286" y="2356447"/>
                  <a:pt x="2394108" y="2356802"/>
                </a:cubicBezTo>
                <a:lnTo>
                  <a:pt x="2386054" y="2370779"/>
                </a:lnTo>
                <a:cubicBezTo>
                  <a:pt x="2385817" y="2371135"/>
                  <a:pt x="2385461" y="2371372"/>
                  <a:pt x="2385047" y="2371372"/>
                </a:cubicBezTo>
                <a:lnTo>
                  <a:pt x="2368938" y="2371372"/>
                </a:lnTo>
                <a:cubicBezTo>
                  <a:pt x="2368523" y="2371372"/>
                  <a:pt x="2368108" y="2371135"/>
                  <a:pt x="2367931" y="2370779"/>
                </a:cubicBezTo>
                <a:lnTo>
                  <a:pt x="2359876" y="2356802"/>
                </a:lnTo>
                <a:cubicBezTo>
                  <a:pt x="2359699" y="2356447"/>
                  <a:pt x="2359699" y="2356032"/>
                  <a:pt x="2359876" y="2355677"/>
                </a:cubicBezTo>
                <a:lnTo>
                  <a:pt x="2367931" y="2341700"/>
                </a:lnTo>
                <a:cubicBezTo>
                  <a:pt x="2368168" y="2341345"/>
                  <a:pt x="2368523" y="2341108"/>
                  <a:pt x="2368938" y="2341108"/>
                </a:cubicBezTo>
                <a:close/>
                <a:moveTo>
                  <a:pt x="1624834" y="2340871"/>
                </a:moveTo>
                <a:lnTo>
                  <a:pt x="1641180" y="2340871"/>
                </a:lnTo>
                <a:cubicBezTo>
                  <a:pt x="1641594" y="2340871"/>
                  <a:pt x="1641950" y="2341108"/>
                  <a:pt x="1642187" y="2341463"/>
                </a:cubicBezTo>
                <a:lnTo>
                  <a:pt x="1650360" y="2355618"/>
                </a:lnTo>
                <a:cubicBezTo>
                  <a:pt x="1650596" y="2355973"/>
                  <a:pt x="1650596" y="2356447"/>
                  <a:pt x="1650360" y="2356803"/>
                </a:cubicBezTo>
                <a:lnTo>
                  <a:pt x="1642187" y="2370957"/>
                </a:lnTo>
                <a:cubicBezTo>
                  <a:pt x="1641950" y="2371313"/>
                  <a:pt x="1641594" y="2371550"/>
                  <a:pt x="1641180" y="2371550"/>
                </a:cubicBezTo>
                <a:lnTo>
                  <a:pt x="1624834" y="2371550"/>
                </a:lnTo>
                <a:cubicBezTo>
                  <a:pt x="1624419" y="2371550"/>
                  <a:pt x="1624064" y="2371313"/>
                  <a:pt x="1623827" y="2370957"/>
                </a:cubicBezTo>
                <a:lnTo>
                  <a:pt x="1615654" y="2356803"/>
                </a:lnTo>
                <a:cubicBezTo>
                  <a:pt x="1615417" y="2356447"/>
                  <a:pt x="1615417" y="2355973"/>
                  <a:pt x="1615654" y="2355618"/>
                </a:cubicBezTo>
                <a:lnTo>
                  <a:pt x="1623827" y="2341463"/>
                </a:lnTo>
                <a:cubicBezTo>
                  <a:pt x="1624064" y="2341108"/>
                  <a:pt x="1624419" y="2340871"/>
                  <a:pt x="1624834" y="2340871"/>
                </a:cubicBezTo>
                <a:close/>
                <a:moveTo>
                  <a:pt x="1557080" y="2340575"/>
                </a:moveTo>
                <a:lnTo>
                  <a:pt x="1573722" y="2340575"/>
                </a:lnTo>
                <a:cubicBezTo>
                  <a:pt x="1574137" y="2340575"/>
                  <a:pt x="1574492" y="2340812"/>
                  <a:pt x="1574729" y="2341167"/>
                </a:cubicBezTo>
                <a:lnTo>
                  <a:pt x="1583080" y="2355618"/>
                </a:lnTo>
                <a:cubicBezTo>
                  <a:pt x="1583317" y="2355973"/>
                  <a:pt x="1583317" y="2356447"/>
                  <a:pt x="1583080" y="2356803"/>
                </a:cubicBezTo>
                <a:lnTo>
                  <a:pt x="1574729" y="2371254"/>
                </a:lnTo>
                <a:cubicBezTo>
                  <a:pt x="1574552" y="2371609"/>
                  <a:pt x="1574137" y="2371846"/>
                  <a:pt x="1573722" y="2371846"/>
                </a:cubicBezTo>
                <a:lnTo>
                  <a:pt x="1557080" y="2371846"/>
                </a:lnTo>
                <a:cubicBezTo>
                  <a:pt x="1556666" y="2371846"/>
                  <a:pt x="1556310" y="2371609"/>
                  <a:pt x="1556074" y="2371254"/>
                </a:cubicBezTo>
                <a:lnTo>
                  <a:pt x="1547723" y="2356803"/>
                </a:lnTo>
                <a:cubicBezTo>
                  <a:pt x="1547486" y="2356447"/>
                  <a:pt x="1547486" y="2355973"/>
                  <a:pt x="1547723" y="2355618"/>
                </a:cubicBezTo>
                <a:lnTo>
                  <a:pt x="1556074" y="2341167"/>
                </a:lnTo>
                <a:cubicBezTo>
                  <a:pt x="1556251" y="2340812"/>
                  <a:pt x="1556666" y="2340575"/>
                  <a:pt x="1557080" y="2340575"/>
                </a:cubicBezTo>
                <a:close/>
                <a:moveTo>
                  <a:pt x="1692291" y="2340457"/>
                </a:moveTo>
                <a:lnTo>
                  <a:pt x="1709051" y="2340457"/>
                </a:lnTo>
                <a:cubicBezTo>
                  <a:pt x="1709466" y="2340457"/>
                  <a:pt x="1709821" y="2340694"/>
                  <a:pt x="1710058" y="2341049"/>
                </a:cubicBezTo>
                <a:lnTo>
                  <a:pt x="1718468" y="2355560"/>
                </a:lnTo>
                <a:cubicBezTo>
                  <a:pt x="1718705" y="2355915"/>
                  <a:pt x="1718705" y="2356389"/>
                  <a:pt x="1718468" y="2356744"/>
                </a:cubicBezTo>
                <a:lnTo>
                  <a:pt x="1710058" y="2371254"/>
                </a:lnTo>
                <a:cubicBezTo>
                  <a:pt x="1709880" y="2371609"/>
                  <a:pt x="1709466" y="2371847"/>
                  <a:pt x="1709051" y="2371847"/>
                </a:cubicBezTo>
                <a:lnTo>
                  <a:pt x="1692291" y="2371847"/>
                </a:lnTo>
                <a:cubicBezTo>
                  <a:pt x="1691876" y="2371847"/>
                  <a:pt x="1691521" y="2371609"/>
                  <a:pt x="1691283" y="2371254"/>
                </a:cubicBezTo>
                <a:lnTo>
                  <a:pt x="1682874" y="2356744"/>
                </a:lnTo>
                <a:cubicBezTo>
                  <a:pt x="1682637" y="2356389"/>
                  <a:pt x="1682637" y="2355915"/>
                  <a:pt x="1682874" y="2355560"/>
                </a:cubicBezTo>
                <a:lnTo>
                  <a:pt x="1691283" y="2341049"/>
                </a:lnTo>
                <a:cubicBezTo>
                  <a:pt x="1691461" y="2340694"/>
                  <a:pt x="1691876" y="2340457"/>
                  <a:pt x="1692291" y="2340457"/>
                </a:cubicBezTo>
                <a:close/>
                <a:moveTo>
                  <a:pt x="4465091" y="2340397"/>
                </a:moveTo>
                <a:lnTo>
                  <a:pt x="4481970" y="2340397"/>
                </a:lnTo>
                <a:cubicBezTo>
                  <a:pt x="4482385" y="2340397"/>
                  <a:pt x="4482740" y="2340634"/>
                  <a:pt x="4482977" y="2340989"/>
                </a:cubicBezTo>
                <a:lnTo>
                  <a:pt x="4491386" y="2355618"/>
                </a:lnTo>
                <a:cubicBezTo>
                  <a:pt x="4491623" y="2355973"/>
                  <a:pt x="4491623" y="2356447"/>
                  <a:pt x="4491386" y="2356802"/>
                </a:cubicBezTo>
                <a:lnTo>
                  <a:pt x="4482918" y="2371431"/>
                </a:lnTo>
                <a:cubicBezTo>
                  <a:pt x="4482740" y="2371787"/>
                  <a:pt x="4482325" y="2372023"/>
                  <a:pt x="4481910" y="2372023"/>
                </a:cubicBezTo>
                <a:lnTo>
                  <a:pt x="4465031" y="2372023"/>
                </a:lnTo>
                <a:cubicBezTo>
                  <a:pt x="4464617" y="2372023"/>
                  <a:pt x="4464261" y="2371787"/>
                  <a:pt x="4464024" y="2371431"/>
                </a:cubicBezTo>
                <a:lnTo>
                  <a:pt x="4455615" y="2356802"/>
                </a:lnTo>
                <a:cubicBezTo>
                  <a:pt x="4455378" y="2356447"/>
                  <a:pt x="4455378" y="2355973"/>
                  <a:pt x="4455615" y="2355618"/>
                </a:cubicBezTo>
                <a:lnTo>
                  <a:pt x="4464084" y="2340989"/>
                </a:lnTo>
                <a:cubicBezTo>
                  <a:pt x="4464261" y="2340634"/>
                  <a:pt x="4464676" y="2340397"/>
                  <a:pt x="4465091" y="2340397"/>
                </a:cubicBezTo>
                <a:close/>
                <a:moveTo>
                  <a:pt x="4532667" y="2340279"/>
                </a:moveTo>
                <a:lnTo>
                  <a:pt x="4549665" y="2340279"/>
                </a:lnTo>
                <a:cubicBezTo>
                  <a:pt x="4550138" y="2340279"/>
                  <a:pt x="4550494" y="2340516"/>
                  <a:pt x="4550731" y="2340871"/>
                </a:cubicBezTo>
                <a:lnTo>
                  <a:pt x="4559200" y="2355618"/>
                </a:lnTo>
                <a:cubicBezTo>
                  <a:pt x="4559436" y="2355973"/>
                  <a:pt x="4559436" y="2356447"/>
                  <a:pt x="4559200" y="2356803"/>
                </a:cubicBezTo>
                <a:lnTo>
                  <a:pt x="4550671" y="2371550"/>
                </a:lnTo>
                <a:cubicBezTo>
                  <a:pt x="4550435" y="2371905"/>
                  <a:pt x="4550020" y="2372142"/>
                  <a:pt x="4549606" y="2372142"/>
                </a:cubicBezTo>
                <a:lnTo>
                  <a:pt x="4532608" y="2372142"/>
                </a:lnTo>
                <a:cubicBezTo>
                  <a:pt x="4532134" y="2372142"/>
                  <a:pt x="4531779" y="2371905"/>
                  <a:pt x="4531542" y="2371550"/>
                </a:cubicBezTo>
                <a:lnTo>
                  <a:pt x="4523073" y="2356803"/>
                </a:lnTo>
                <a:cubicBezTo>
                  <a:pt x="4522836" y="2356447"/>
                  <a:pt x="4522836" y="2355973"/>
                  <a:pt x="4523073" y="2355618"/>
                </a:cubicBezTo>
                <a:lnTo>
                  <a:pt x="4531601" y="2340871"/>
                </a:lnTo>
                <a:cubicBezTo>
                  <a:pt x="4531838" y="2340516"/>
                  <a:pt x="4532252" y="2340279"/>
                  <a:pt x="4532667" y="2340279"/>
                </a:cubicBezTo>
                <a:close/>
                <a:moveTo>
                  <a:pt x="3518200" y="2340279"/>
                </a:moveTo>
                <a:lnTo>
                  <a:pt x="3535198" y="2340279"/>
                </a:lnTo>
                <a:cubicBezTo>
                  <a:pt x="3535671" y="2340279"/>
                  <a:pt x="3536027" y="2340516"/>
                  <a:pt x="3536264" y="2340871"/>
                </a:cubicBezTo>
                <a:lnTo>
                  <a:pt x="3544733" y="2355618"/>
                </a:lnTo>
                <a:cubicBezTo>
                  <a:pt x="3544970" y="2355973"/>
                  <a:pt x="3544970" y="2356447"/>
                  <a:pt x="3544733" y="2356803"/>
                </a:cubicBezTo>
                <a:lnTo>
                  <a:pt x="3536205" y="2371550"/>
                </a:lnTo>
                <a:cubicBezTo>
                  <a:pt x="3535968" y="2371905"/>
                  <a:pt x="3535553" y="2372142"/>
                  <a:pt x="3535139" y="2372142"/>
                </a:cubicBezTo>
                <a:lnTo>
                  <a:pt x="3518141" y="2372142"/>
                </a:lnTo>
                <a:cubicBezTo>
                  <a:pt x="3517667" y="2372142"/>
                  <a:pt x="3517312" y="2371905"/>
                  <a:pt x="3517075" y="2371550"/>
                </a:cubicBezTo>
                <a:lnTo>
                  <a:pt x="3508606" y="2356803"/>
                </a:lnTo>
                <a:cubicBezTo>
                  <a:pt x="3508369" y="2356447"/>
                  <a:pt x="3508369" y="2355973"/>
                  <a:pt x="3508606" y="2355618"/>
                </a:cubicBezTo>
                <a:lnTo>
                  <a:pt x="3517134" y="2340871"/>
                </a:lnTo>
                <a:cubicBezTo>
                  <a:pt x="3517371" y="2340516"/>
                  <a:pt x="3517785" y="2340279"/>
                  <a:pt x="3518200" y="2340279"/>
                </a:cubicBezTo>
                <a:close/>
                <a:moveTo>
                  <a:pt x="1895077" y="2340279"/>
                </a:moveTo>
                <a:lnTo>
                  <a:pt x="1912075" y="2340279"/>
                </a:lnTo>
                <a:cubicBezTo>
                  <a:pt x="1912549" y="2340279"/>
                  <a:pt x="1912904" y="2340516"/>
                  <a:pt x="1913141" y="2340871"/>
                </a:cubicBezTo>
                <a:lnTo>
                  <a:pt x="1921610" y="2355618"/>
                </a:lnTo>
                <a:cubicBezTo>
                  <a:pt x="1921847" y="2355973"/>
                  <a:pt x="1921847" y="2356447"/>
                  <a:pt x="1921610" y="2356803"/>
                </a:cubicBezTo>
                <a:lnTo>
                  <a:pt x="1913082" y="2371550"/>
                </a:lnTo>
                <a:cubicBezTo>
                  <a:pt x="1912845" y="2371905"/>
                  <a:pt x="1912430" y="2372142"/>
                  <a:pt x="1912016" y="2372142"/>
                </a:cubicBezTo>
                <a:lnTo>
                  <a:pt x="1895018" y="2372142"/>
                </a:lnTo>
                <a:cubicBezTo>
                  <a:pt x="1894544" y="2372142"/>
                  <a:pt x="1894189" y="2371905"/>
                  <a:pt x="1893952" y="2371550"/>
                </a:cubicBezTo>
                <a:lnTo>
                  <a:pt x="1885483" y="2356803"/>
                </a:lnTo>
                <a:cubicBezTo>
                  <a:pt x="1885246" y="2356447"/>
                  <a:pt x="1885246" y="2355973"/>
                  <a:pt x="1885483" y="2355618"/>
                </a:cubicBezTo>
                <a:lnTo>
                  <a:pt x="1894011" y="2340871"/>
                </a:lnTo>
                <a:cubicBezTo>
                  <a:pt x="1894248" y="2340516"/>
                  <a:pt x="1894663" y="2340279"/>
                  <a:pt x="1895077" y="2340279"/>
                </a:cubicBezTo>
                <a:close/>
                <a:moveTo>
                  <a:pt x="3450446" y="2340042"/>
                </a:moveTo>
                <a:lnTo>
                  <a:pt x="3467681" y="2340042"/>
                </a:lnTo>
                <a:cubicBezTo>
                  <a:pt x="3468096" y="2340042"/>
                  <a:pt x="3468510" y="2340279"/>
                  <a:pt x="3468747" y="2340634"/>
                </a:cubicBezTo>
                <a:lnTo>
                  <a:pt x="3477335" y="2355559"/>
                </a:lnTo>
                <a:cubicBezTo>
                  <a:pt x="3477572" y="2355974"/>
                  <a:pt x="3477572" y="2356447"/>
                  <a:pt x="3477335" y="2356803"/>
                </a:cubicBezTo>
                <a:lnTo>
                  <a:pt x="3468688" y="2371728"/>
                </a:lnTo>
                <a:cubicBezTo>
                  <a:pt x="3468451" y="2372083"/>
                  <a:pt x="3468037" y="2372320"/>
                  <a:pt x="3467622" y="2372320"/>
                </a:cubicBezTo>
                <a:lnTo>
                  <a:pt x="3450388" y="2372320"/>
                </a:lnTo>
                <a:cubicBezTo>
                  <a:pt x="3449973" y="2372320"/>
                  <a:pt x="3449558" y="2372083"/>
                  <a:pt x="3449321" y="2371728"/>
                </a:cubicBezTo>
                <a:lnTo>
                  <a:pt x="3440734" y="2356803"/>
                </a:lnTo>
                <a:cubicBezTo>
                  <a:pt x="3440497" y="2356388"/>
                  <a:pt x="3440497" y="2355915"/>
                  <a:pt x="3440734" y="2355559"/>
                </a:cubicBezTo>
                <a:lnTo>
                  <a:pt x="3449380" y="2340634"/>
                </a:lnTo>
                <a:cubicBezTo>
                  <a:pt x="3449618" y="2340279"/>
                  <a:pt x="3450032" y="2340042"/>
                  <a:pt x="3450446" y="2340042"/>
                </a:cubicBezTo>
                <a:close/>
                <a:moveTo>
                  <a:pt x="1759689" y="2340042"/>
                </a:moveTo>
                <a:lnTo>
                  <a:pt x="1776923" y="2340042"/>
                </a:lnTo>
                <a:cubicBezTo>
                  <a:pt x="1777338" y="2340042"/>
                  <a:pt x="1777752" y="2340279"/>
                  <a:pt x="1777989" y="2340634"/>
                </a:cubicBezTo>
                <a:lnTo>
                  <a:pt x="1786577" y="2355559"/>
                </a:lnTo>
                <a:cubicBezTo>
                  <a:pt x="1786814" y="2355974"/>
                  <a:pt x="1786814" y="2356447"/>
                  <a:pt x="1786577" y="2356803"/>
                </a:cubicBezTo>
                <a:lnTo>
                  <a:pt x="1777930" y="2371728"/>
                </a:lnTo>
                <a:cubicBezTo>
                  <a:pt x="1777693" y="2372083"/>
                  <a:pt x="1777279" y="2372320"/>
                  <a:pt x="1776864" y="2372320"/>
                </a:cubicBezTo>
                <a:lnTo>
                  <a:pt x="1759630" y="2372320"/>
                </a:lnTo>
                <a:cubicBezTo>
                  <a:pt x="1759215" y="2372320"/>
                  <a:pt x="1758800" y="2372083"/>
                  <a:pt x="1758564" y="2371728"/>
                </a:cubicBezTo>
                <a:lnTo>
                  <a:pt x="1749976" y="2356803"/>
                </a:lnTo>
                <a:cubicBezTo>
                  <a:pt x="1749739" y="2356388"/>
                  <a:pt x="1749739" y="2355915"/>
                  <a:pt x="1749976" y="2355559"/>
                </a:cubicBezTo>
                <a:lnTo>
                  <a:pt x="1758622" y="2340634"/>
                </a:lnTo>
                <a:cubicBezTo>
                  <a:pt x="1758860" y="2340279"/>
                  <a:pt x="1759274" y="2340042"/>
                  <a:pt x="1759689" y="2340042"/>
                </a:cubicBezTo>
                <a:close/>
                <a:moveTo>
                  <a:pt x="2300592" y="2339864"/>
                </a:moveTo>
                <a:lnTo>
                  <a:pt x="2318063" y="2339864"/>
                </a:lnTo>
                <a:cubicBezTo>
                  <a:pt x="2318478" y="2339864"/>
                  <a:pt x="2318892" y="2340101"/>
                  <a:pt x="2319129" y="2340456"/>
                </a:cubicBezTo>
                <a:lnTo>
                  <a:pt x="2327836" y="2355559"/>
                </a:lnTo>
                <a:cubicBezTo>
                  <a:pt x="2328072" y="2355973"/>
                  <a:pt x="2328072" y="2356447"/>
                  <a:pt x="2327836" y="2356802"/>
                </a:cubicBezTo>
                <a:lnTo>
                  <a:pt x="2319129" y="2371905"/>
                </a:lnTo>
                <a:cubicBezTo>
                  <a:pt x="2318892" y="2372260"/>
                  <a:pt x="2318478" y="2372497"/>
                  <a:pt x="2318063" y="2372497"/>
                </a:cubicBezTo>
                <a:lnTo>
                  <a:pt x="2300592" y="2372497"/>
                </a:lnTo>
                <a:cubicBezTo>
                  <a:pt x="2300177" y="2372497"/>
                  <a:pt x="2299763" y="2372260"/>
                  <a:pt x="2299526" y="2371905"/>
                </a:cubicBezTo>
                <a:lnTo>
                  <a:pt x="2290820" y="2356802"/>
                </a:lnTo>
                <a:cubicBezTo>
                  <a:pt x="2290583" y="2356388"/>
                  <a:pt x="2290583" y="2355914"/>
                  <a:pt x="2290820" y="2355559"/>
                </a:cubicBezTo>
                <a:lnTo>
                  <a:pt x="2299526" y="2340456"/>
                </a:lnTo>
                <a:cubicBezTo>
                  <a:pt x="2299763" y="2340101"/>
                  <a:pt x="2300177" y="2339864"/>
                  <a:pt x="2300592" y="2339864"/>
                </a:cubicBezTo>
                <a:close/>
                <a:moveTo>
                  <a:pt x="1489030" y="2339746"/>
                </a:moveTo>
                <a:lnTo>
                  <a:pt x="1506561" y="2339746"/>
                </a:lnTo>
                <a:cubicBezTo>
                  <a:pt x="1506975" y="2339746"/>
                  <a:pt x="1507390" y="2339983"/>
                  <a:pt x="1507627" y="2340338"/>
                </a:cubicBezTo>
                <a:lnTo>
                  <a:pt x="1516392" y="2355559"/>
                </a:lnTo>
                <a:cubicBezTo>
                  <a:pt x="1516629" y="2355915"/>
                  <a:pt x="1516629" y="2356448"/>
                  <a:pt x="1516392" y="2356803"/>
                </a:cubicBezTo>
                <a:lnTo>
                  <a:pt x="1507627" y="2372024"/>
                </a:lnTo>
                <a:cubicBezTo>
                  <a:pt x="1507390" y="2372379"/>
                  <a:pt x="1506975" y="2372616"/>
                  <a:pt x="1506561" y="2372616"/>
                </a:cubicBezTo>
                <a:lnTo>
                  <a:pt x="1489030" y="2372616"/>
                </a:lnTo>
                <a:cubicBezTo>
                  <a:pt x="1488616" y="2372616"/>
                  <a:pt x="1488201" y="2372379"/>
                  <a:pt x="1487964" y="2372024"/>
                </a:cubicBezTo>
                <a:lnTo>
                  <a:pt x="1479199" y="2356803"/>
                </a:lnTo>
                <a:cubicBezTo>
                  <a:pt x="1478962" y="2356448"/>
                  <a:pt x="1478962" y="2355915"/>
                  <a:pt x="1479199" y="2355559"/>
                </a:cubicBezTo>
                <a:lnTo>
                  <a:pt x="1487964" y="2340338"/>
                </a:lnTo>
                <a:cubicBezTo>
                  <a:pt x="1488201" y="2339983"/>
                  <a:pt x="1488616" y="2339746"/>
                  <a:pt x="1489030" y="2339746"/>
                </a:cubicBezTo>
                <a:close/>
                <a:moveTo>
                  <a:pt x="2706224" y="2339568"/>
                </a:moveTo>
                <a:lnTo>
                  <a:pt x="2723992" y="2339568"/>
                </a:lnTo>
                <a:cubicBezTo>
                  <a:pt x="2724406" y="2339568"/>
                  <a:pt x="2724821" y="2339805"/>
                  <a:pt x="2725058" y="2340219"/>
                </a:cubicBezTo>
                <a:lnTo>
                  <a:pt x="2733942" y="2355618"/>
                </a:lnTo>
                <a:cubicBezTo>
                  <a:pt x="2734179" y="2355973"/>
                  <a:pt x="2734179" y="2356447"/>
                  <a:pt x="2733942" y="2356862"/>
                </a:cubicBezTo>
                <a:lnTo>
                  <a:pt x="2725058" y="2372260"/>
                </a:lnTo>
                <a:cubicBezTo>
                  <a:pt x="2724821" y="2372675"/>
                  <a:pt x="2724406" y="2372912"/>
                  <a:pt x="2723992" y="2372912"/>
                </a:cubicBezTo>
                <a:lnTo>
                  <a:pt x="2706224" y="2372912"/>
                </a:lnTo>
                <a:cubicBezTo>
                  <a:pt x="2705810" y="2372912"/>
                  <a:pt x="2705395" y="2372675"/>
                  <a:pt x="2705158" y="2372260"/>
                </a:cubicBezTo>
                <a:lnTo>
                  <a:pt x="2696275" y="2356862"/>
                </a:lnTo>
                <a:cubicBezTo>
                  <a:pt x="2696038" y="2356506"/>
                  <a:pt x="2696038" y="2356032"/>
                  <a:pt x="2696275" y="2355618"/>
                </a:cubicBezTo>
                <a:lnTo>
                  <a:pt x="2705158" y="2340219"/>
                </a:lnTo>
                <a:cubicBezTo>
                  <a:pt x="2705395" y="2339805"/>
                  <a:pt x="2705810" y="2339568"/>
                  <a:pt x="2706224" y="2339568"/>
                </a:cubicBezTo>
                <a:close/>
                <a:moveTo>
                  <a:pt x="4599828" y="2339450"/>
                </a:moveTo>
                <a:lnTo>
                  <a:pt x="4617714" y="2339450"/>
                </a:lnTo>
                <a:cubicBezTo>
                  <a:pt x="4618128" y="2339450"/>
                  <a:pt x="4618543" y="2339687"/>
                  <a:pt x="4618779" y="2340101"/>
                </a:cubicBezTo>
                <a:lnTo>
                  <a:pt x="4627723" y="2355618"/>
                </a:lnTo>
                <a:cubicBezTo>
                  <a:pt x="4627960" y="2355974"/>
                  <a:pt x="4627960" y="2356448"/>
                  <a:pt x="4627723" y="2356862"/>
                </a:cubicBezTo>
                <a:lnTo>
                  <a:pt x="4618779" y="2372379"/>
                </a:lnTo>
                <a:cubicBezTo>
                  <a:pt x="4618602" y="2372794"/>
                  <a:pt x="4618187" y="2373031"/>
                  <a:pt x="4617714" y="2373031"/>
                </a:cubicBezTo>
                <a:lnTo>
                  <a:pt x="4599828" y="2373031"/>
                </a:lnTo>
                <a:cubicBezTo>
                  <a:pt x="4599413" y="2373031"/>
                  <a:pt x="4598998" y="2372794"/>
                  <a:pt x="4598761" y="2372379"/>
                </a:cubicBezTo>
                <a:lnTo>
                  <a:pt x="4589818" y="2356862"/>
                </a:lnTo>
                <a:cubicBezTo>
                  <a:pt x="4589582" y="2356507"/>
                  <a:pt x="4589582" y="2356033"/>
                  <a:pt x="4589818" y="2355618"/>
                </a:cubicBezTo>
                <a:lnTo>
                  <a:pt x="4598761" y="2340101"/>
                </a:lnTo>
                <a:cubicBezTo>
                  <a:pt x="4598939" y="2339687"/>
                  <a:pt x="4599354" y="2339450"/>
                  <a:pt x="4599828" y="2339450"/>
                </a:cubicBezTo>
                <a:close/>
                <a:moveTo>
                  <a:pt x="3111916" y="2339331"/>
                </a:moveTo>
                <a:lnTo>
                  <a:pt x="3129921" y="2339331"/>
                </a:lnTo>
                <a:cubicBezTo>
                  <a:pt x="3130395" y="2339331"/>
                  <a:pt x="3130809" y="2339568"/>
                  <a:pt x="3131046" y="2339983"/>
                </a:cubicBezTo>
                <a:lnTo>
                  <a:pt x="3140048" y="2355559"/>
                </a:lnTo>
                <a:cubicBezTo>
                  <a:pt x="3140285" y="2355914"/>
                  <a:pt x="3140285" y="2356388"/>
                  <a:pt x="3140048" y="2356802"/>
                </a:cubicBezTo>
                <a:lnTo>
                  <a:pt x="3131046" y="2372379"/>
                </a:lnTo>
                <a:cubicBezTo>
                  <a:pt x="3130809" y="2372793"/>
                  <a:pt x="3130395" y="2373030"/>
                  <a:pt x="3129921" y="2373030"/>
                </a:cubicBezTo>
                <a:lnTo>
                  <a:pt x="3111916" y="2373030"/>
                </a:lnTo>
                <a:cubicBezTo>
                  <a:pt x="3111443" y="2373030"/>
                  <a:pt x="3111028" y="2372793"/>
                  <a:pt x="3110791" y="2372379"/>
                </a:cubicBezTo>
                <a:lnTo>
                  <a:pt x="3101789" y="2356802"/>
                </a:lnTo>
                <a:cubicBezTo>
                  <a:pt x="3101552" y="2356447"/>
                  <a:pt x="3101552" y="2355973"/>
                  <a:pt x="3101789" y="2355559"/>
                </a:cubicBezTo>
                <a:lnTo>
                  <a:pt x="3110791" y="2339983"/>
                </a:lnTo>
                <a:cubicBezTo>
                  <a:pt x="3111028" y="2339568"/>
                  <a:pt x="3111443" y="2339331"/>
                  <a:pt x="3111916" y="2339331"/>
                </a:cubicBezTo>
                <a:close/>
                <a:moveTo>
                  <a:pt x="2773741" y="2339331"/>
                </a:moveTo>
                <a:lnTo>
                  <a:pt x="2791745" y="2339331"/>
                </a:lnTo>
                <a:cubicBezTo>
                  <a:pt x="2792219" y="2339331"/>
                  <a:pt x="2792634" y="2339568"/>
                  <a:pt x="2792871" y="2339983"/>
                </a:cubicBezTo>
                <a:lnTo>
                  <a:pt x="2801873" y="2355559"/>
                </a:lnTo>
                <a:cubicBezTo>
                  <a:pt x="2802110" y="2355914"/>
                  <a:pt x="2802110" y="2356388"/>
                  <a:pt x="2801873" y="2356802"/>
                </a:cubicBezTo>
                <a:lnTo>
                  <a:pt x="2792871" y="2372379"/>
                </a:lnTo>
                <a:cubicBezTo>
                  <a:pt x="2792634" y="2372793"/>
                  <a:pt x="2792219" y="2373030"/>
                  <a:pt x="2791745" y="2373030"/>
                </a:cubicBezTo>
                <a:lnTo>
                  <a:pt x="2773741" y="2373030"/>
                </a:lnTo>
                <a:cubicBezTo>
                  <a:pt x="2773267" y="2373030"/>
                  <a:pt x="2772853" y="2372793"/>
                  <a:pt x="2772616" y="2372379"/>
                </a:cubicBezTo>
                <a:lnTo>
                  <a:pt x="2763614" y="2356802"/>
                </a:lnTo>
                <a:cubicBezTo>
                  <a:pt x="2763377" y="2356447"/>
                  <a:pt x="2763377" y="2355973"/>
                  <a:pt x="2763614" y="2355559"/>
                </a:cubicBezTo>
                <a:lnTo>
                  <a:pt x="2772616" y="2339983"/>
                </a:lnTo>
                <a:cubicBezTo>
                  <a:pt x="2772853" y="2339568"/>
                  <a:pt x="2773267" y="2339331"/>
                  <a:pt x="2773741" y="2339331"/>
                </a:cubicBezTo>
                <a:close/>
                <a:moveTo>
                  <a:pt x="3314644" y="2339035"/>
                </a:moveTo>
                <a:lnTo>
                  <a:pt x="3332944" y="2339035"/>
                </a:lnTo>
                <a:cubicBezTo>
                  <a:pt x="3333419" y="2339035"/>
                  <a:pt x="3333833" y="2339272"/>
                  <a:pt x="3334070" y="2339686"/>
                </a:cubicBezTo>
                <a:lnTo>
                  <a:pt x="3343249" y="2355559"/>
                </a:lnTo>
                <a:cubicBezTo>
                  <a:pt x="3343487" y="2355973"/>
                  <a:pt x="3343487" y="2356447"/>
                  <a:pt x="3343249" y="2356862"/>
                </a:cubicBezTo>
                <a:lnTo>
                  <a:pt x="3334070" y="2372734"/>
                </a:lnTo>
                <a:cubicBezTo>
                  <a:pt x="3333833" y="2373149"/>
                  <a:pt x="3333419" y="2373385"/>
                  <a:pt x="3332944" y="2373385"/>
                </a:cubicBezTo>
                <a:lnTo>
                  <a:pt x="3314644" y="2373385"/>
                </a:lnTo>
                <a:cubicBezTo>
                  <a:pt x="3314170" y="2373385"/>
                  <a:pt x="3313755" y="2373149"/>
                  <a:pt x="3313518" y="2372734"/>
                </a:cubicBezTo>
                <a:lnTo>
                  <a:pt x="3304339" y="2356862"/>
                </a:lnTo>
                <a:cubicBezTo>
                  <a:pt x="3304102" y="2356447"/>
                  <a:pt x="3304102" y="2355973"/>
                  <a:pt x="3304339" y="2355559"/>
                </a:cubicBezTo>
                <a:lnTo>
                  <a:pt x="3313518" y="2339686"/>
                </a:lnTo>
                <a:cubicBezTo>
                  <a:pt x="3313755" y="2339272"/>
                  <a:pt x="3314170" y="2339035"/>
                  <a:pt x="3314644" y="2339035"/>
                </a:cubicBezTo>
                <a:close/>
                <a:moveTo>
                  <a:pt x="2164966" y="2339035"/>
                </a:moveTo>
                <a:lnTo>
                  <a:pt x="2183266" y="2339035"/>
                </a:lnTo>
                <a:cubicBezTo>
                  <a:pt x="2183740" y="2339035"/>
                  <a:pt x="2184155" y="2339272"/>
                  <a:pt x="2184392" y="2339686"/>
                </a:cubicBezTo>
                <a:lnTo>
                  <a:pt x="2193571" y="2355559"/>
                </a:lnTo>
                <a:cubicBezTo>
                  <a:pt x="2193809" y="2355973"/>
                  <a:pt x="2193809" y="2356447"/>
                  <a:pt x="2193571" y="2356862"/>
                </a:cubicBezTo>
                <a:lnTo>
                  <a:pt x="2184392" y="2372734"/>
                </a:lnTo>
                <a:cubicBezTo>
                  <a:pt x="2184155" y="2373149"/>
                  <a:pt x="2183740" y="2373385"/>
                  <a:pt x="2183266" y="2373385"/>
                </a:cubicBezTo>
                <a:lnTo>
                  <a:pt x="2164966" y="2373385"/>
                </a:lnTo>
                <a:cubicBezTo>
                  <a:pt x="2164492" y="2373385"/>
                  <a:pt x="2164077" y="2373149"/>
                  <a:pt x="2163841" y="2372734"/>
                </a:cubicBezTo>
                <a:lnTo>
                  <a:pt x="2154661" y="2356862"/>
                </a:lnTo>
                <a:cubicBezTo>
                  <a:pt x="2154424" y="2356447"/>
                  <a:pt x="2154424" y="2355973"/>
                  <a:pt x="2154661" y="2355559"/>
                </a:cubicBezTo>
                <a:lnTo>
                  <a:pt x="2163841" y="2339686"/>
                </a:lnTo>
                <a:cubicBezTo>
                  <a:pt x="2164077" y="2339272"/>
                  <a:pt x="2164492" y="2339035"/>
                  <a:pt x="2164966" y="2339035"/>
                </a:cubicBezTo>
                <a:close/>
                <a:moveTo>
                  <a:pt x="1962002" y="2338917"/>
                </a:moveTo>
                <a:lnTo>
                  <a:pt x="1980421" y="2338917"/>
                </a:lnTo>
                <a:cubicBezTo>
                  <a:pt x="1980895" y="2338917"/>
                  <a:pt x="1981309" y="2339154"/>
                  <a:pt x="1981546" y="2339569"/>
                </a:cubicBezTo>
                <a:lnTo>
                  <a:pt x="1990785" y="2355560"/>
                </a:lnTo>
                <a:cubicBezTo>
                  <a:pt x="1991022" y="2355974"/>
                  <a:pt x="1991022" y="2356448"/>
                  <a:pt x="1990785" y="2356862"/>
                </a:cubicBezTo>
                <a:lnTo>
                  <a:pt x="1981546" y="2372853"/>
                </a:lnTo>
                <a:cubicBezTo>
                  <a:pt x="1981309" y="2373268"/>
                  <a:pt x="1980895" y="2373505"/>
                  <a:pt x="1980421" y="2373505"/>
                </a:cubicBezTo>
                <a:lnTo>
                  <a:pt x="1962002" y="2373505"/>
                </a:lnTo>
                <a:cubicBezTo>
                  <a:pt x="1961528" y="2373505"/>
                  <a:pt x="1961113" y="2373268"/>
                  <a:pt x="1960877" y="2372853"/>
                </a:cubicBezTo>
                <a:lnTo>
                  <a:pt x="1951638" y="2356862"/>
                </a:lnTo>
                <a:cubicBezTo>
                  <a:pt x="1951401" y="2356448"/>
                  <a:pt x="1951401" y="2355974"/>
                  <a:pt x="1951638" y="2355560"/>
                </a:cubicBezTo>
                <a:lnTo>
                  <a:pt x="1960877" y="2339569"/>
                </a:lnTo>
                <a:cubicBezTo>
                  <a:pt x="1961113" y="2339154"/>
                  <a:pt x="1961528" y="2338917"/>
                  <a:pt x="1962002" y="2338917"/>
                </a:cubicBezTo>
                <a:close/>
                <a:moveTo>
                  <a:pt x="2029222" y="2338206"/>
                </a:moveTo>
                <a:lnTo>
                  <a:pt x="2048412" y="2338206"/>
                </a:lnTo>
                <a:cubicBezTo>
                  <a:pt x="2048885" y="2338206"/>
                  <a:pt x="2049359" y="2338443"/>
                  <a:pt x="2049596" y="2338858"/>
                </a:cubicBezTo>
                <a:lnTo>
                  <a:pt x="2059190" y="2355500"/>
                </a:lnTo>
                <a:cubicBezTo>
                  <a:pt x="2059428" y="2355915"/>
                  <a:pt x="2059428" y="2356447"/>
                  <a:pt x="2059190" y="2356862"/>
                </a:cubicBezTo>
                <a:lnTo>
                  <a:pt x="2049596" y="2373504"/>
                </a:lnTo>
                <a:cubicBezTo>
                  <a:pt x="2049359" y="2373919"/>
                  <a:pt x="2048885" y="2374156"/>
                  <a:pt x="2048412" y="2374156"/>
                </a:cubicBezTo>
                <a:lnTo>
                  <a:pt x="2029222" y="2374156"/>
                </a:lnTo>
                <a:cubicBezTo>
                  <a:pt x="2028749" y="2374156"/>
                  <a:pt x="2028275" y="2373919"/>
                  <a:pt x="2028038" y="2373504"/>
                </a:cubicBezTo>
                <a:lnTo>
                  <a:pt x="2018444" y="2356862"/>
                </a:lnTo>
                <a:cubicBezTo>
                  <a:pt x="2018207" y="2356447"/>
                  <a:pt x="2018207" y="2355915"/>
                  <a:pt x="2018444" y="2355500"/>
                </a:cubicBezTo>
                <a:lnTo>
                  <a:pt x="2028038" y="2338858"/>
                </a:lnTo>
                <a:cubicBezTo>
                  <a:pt x="2028275" y="2338443"/>
                  <a:pt x="2028749" y="2338206"/>
                  <a:pt x="2029222" y="2338206"/>
                </a:cubicBezTo>
                <a:close/>
                <a:moveTo>
                  <a:pt x="2232068" y="2338088"/>
                </a:moveTo>
                <a:lnTo>
                  <a:pt x="2251375" y="2338088"/>
                </a:lnTo>
                <a:cubicBezTo>
                  <a:pt x="2251849" y="2338088"/>
                  <a:pt x="2252323" y="2338384"/>
                  <a:pt x="2252560" y="2338799"/>
                </a:cubicBezTo>
                <a:lnTo>
                  <a:pt x="2262214" y="2355559"/>
                </a:lnTo>
                <a:cubicBezTo>
                  <a:pt x="2262450" y="2355974"/>
                  <a:pt x="2262450" y="2356507"/>
                  <a:pt x="2262214" y="2356922"/>
                </a:cubicBezTo>
                <a:lnTo>
                  <a:pt x="2252560" y="2373682"/>
                </a:lnTo>
                <a:cubicBezTo>
                  <a:pt x="2252323" y="2374156"/>
                  <a:pt x="2251849" y="2374393"/>
                  <a:pt x="2251375" y="2374393"/>
                </a:cubicBezTo>
                <a:lnTo>
                  <a:pt x="2232068" y="2374393"/>
                </a:lnTo>
                <a:cubicBezTo>
                  <a:pt x="2231594" y="2374393"/>
                  <a:pt x="2231120" y="2374097"/>
                  <a:pt x="2230884" y="2373682"/>
                </a:cubicBezTo>
                <a:lnTo>
                  <a:pt x="2221230" y="2356922"/>
                </a:lnTo>
                <a:cubicBezTo>
                  <a:pt x="2220993" y="2356507"/>
                  <a:pt x="2220993" y="2355974"/>
                  <a:pt x="2221230" y="2355559"/>
                </a:cubicBezTo>
                <a:lnTo>
                  <a:pt x="2230884" y="2338799"/>
                </a:lnTo>
                <a:cubicBezTo>
                  <a:pt x="2231120" y="2338325"/>
                  <a:pt x="2231594" y="2338088"/>
                  <a:pt x="2232068" y="2338088"/>
                </a:cubicBezTo>
                <a:close/>
                <a:moveTo>
                  <a:pt x="1420507" y="2338088"/>
                </a:moveTo>
                <a:lnTo>
                  <a:pt x="1439814" y="2338088"/>
                </a:lnTo>
                <a:cubicBezTo>
                  <a:pt x="1440288" y="2338088"/>
                  <a:pt x="1440762" y="2338384"/>
                  <a:pt x="1440999" y="2338799"/>
                </a:cubicBezTo>
                <a:lnTo>
                  <a:pt x="1450652" y="2355559"/>
                </a:lnTo>
                <a:cubicBezTo>
                  <a:pt x="1450889" y="2355974"/>
                  <a:pt x="1450889" y="2356507"/>
                  <a:pt x="1450652" y="2356922"/>
                </a:cubicBezTo>
                <a:lnTo>
                  <a:pt x="1440999" y="2373682"/>
                </a:lnTo>
                <a:cubicBezTo>
                  <a:pt x="1440762" y="2374156"/>
                  <a:pt x="1440288" y="2374393"/>
                  <a:pt x="1439814" y="2374393"/>
                </a:cubicBezTo>
                <a:lnTo>
                  <a:pt x="1420507" y="2374393"/>
                </a:lnTo>
                <a:cubicBezTo>
                  <a:pt x="1420033" y="2374393"/>
                  <a:pt x="1419559" y="2374097"/>
                  <a:pt x="1419322" y="2373682"/>
                </a:cubicBezTo>
                <a:lnTo>
                  <a:pt x="1409669" y="2356922"/>
                </a:lnTo>
                <a:cubicBezTo>
                  <a:pt x="1409432" y="2356507"/>
                  <a:pt x="1409432" y="2355974"/>
                  <a:pt x="1409669" y="2355559"/>
                </a:cubicBezTo>
                <a:lnTo>
                  <a:pt x="1419322" y="2338799"/>
                </a:lnTo>
                <a:cubicBezTo>
                  <a:pt x="1419559" y="2338325"/>
                  <a:pt x="1420033" y="2338088"/>
                  <a:pt x="1420507" y="2338088"/>
                </a:cubicBezTo>
                <a:close/>
                <a:moveTo>
                  <a:pt x="1352398" y="2337259"/>
                </a:moveTo>
                <a:lnTo>
                  <a:pt x="1372594" y="2337259"/>
                </a:lnTo>
                <a:cubicBezTo>
                  <a:pt x="1373127" y="2337259"/>
                  <a:pt x="1373601" y="2337555"/>
                  <a:pt x="1373837" y="2337970"/>
                </a:cubicBezTo>
                <a:lnTo>
                  <a:pt x="1383906" y="2355441"/>
                </a:lnTo>
                <a:cubicBezTo>
                  <a:pt x="1384143" y="2355856"/>
                  <a:pt x="1384143" y="2356448"/>
                  <a:pt x="1383906" y="2356862"/>
                </a:cubicBezTo>
                <a:lnTo>
                  <a:pt x="1373778" y="2374334"/>
                </a:lnTo>
                <a:cubicBezTo>
                  <a:pt x="1373482" y="2374749"/>
                  <a:pt x="1373008" y="2375045"/>
                  <a:pt x="1372534" y="2375045"/>
                </a:cubicBezTo>
                <a:lnTo>
                  <a:pt x="1352339" y="2375045"/>
                </a:lnTo>
                <a:cubicBezTo>
                  <a:pt x="1351805" y="2375045"/>
                  <a:pt x="1351332" y="2374749"/>
                  <a:pt x="1351095" y="2374334"/>
                </a:cubicBezTo>
                <a:lnTo>
                  <a:pt x="1341027" y="2356862"/>
                </a:lnTo>
                <a:cubicBezTo>
                  <a:pt x="1340790" y="2356448"/>
                  <a:pt x="1340790" y="2355856"/>
                  <a:pt x="1341027" y="2355441"/>
                </a:cubicBezTo>
                <a:lnTo>
                  <a:pt x="1351154" y="2337970"/>
                </a:lnTo>
                <a:cubicBezTo>
                  <a:pt x="1351450" y="2337555"/>
                  <a:pt x="1351924" y="2337259"/>
                  <a:pt x="1352398" y="2337259"/>
                </a:cubicBezTo>
                <a:close/>
                <a:moveTo>
                  <a:pt x="2096205" y="2337081"/>
                </a:moveTo>
                <a:lnTo>
                  <a:pt x="2116638" y="2337081"/>
                </a:lnTo>
                <a:cubicBezTo>
                  <a:pt x="2117171" y="2337081"/>
                  <a:pt x="2117645" y="2337377"/>
                  <a:pt x="2117882" y="2337792"/>
                </a:cubicBezTo>
                <a:lnTo>
                  <a:pt x="2128068" y="2355500"/>
                </a:lnTo>
                <a:cubicBezTo>
                  <a:pt x="2128306" y="2355915"/>
                  <a:pt x="2128306" y="2356507"/>
                  <a:pt x="2128068" y="2356922"/>
                </a:cubicBezTo>
                <a:lnTo>
                  <a:pt x="2117823" y="2374630"/>
                </a:lnTo>
                <a:cubicBezTo>
                  <a:pt x="2117586" y="2375044"/>
                  <a:pt x="2117112" y="2375341"/>
                  <a:pt x="2116579" y="2375341"/>
                </a:cubicBezTo>
                <a:lnTo>
                  <a:pt x="2096146" y="2375341"/>
                </a:lnTo>
                <a:cubicBezTo>
                  <a:pt x="2095613" y="2375341"/>
                  <a:pt x="2095139" y="2375044"/>
                  <a:pt x="2094902" y="2374630"/>
                </a:cubicBezTo>
                <a:lnTo>
                  <a:pt x="2084716" y="2356922"/>
                </a:lnTo>
                <a:cubicBezTo>
                  <a:pt x="2084479" y="2356507"/>
                  <a:pt x="2084479" y="2355915"/>
                  <a:pt x="2084716" y="2355500"/>
                </a:cubicBezTo>
                <a:lnTo>
                  <a:pt x="2094962" y="2337792"/>
                </a:lnTo>
                <a:cubicBezTo>
                  <a:pt x="2095199" y="2337377"/>
                  <a:pt x="2095672" y="2337081"/>
                  <a:pt x="2096205" y="2337081"/>
                </a:cubicBezTo>
                <a:close/>
                <a:moveTo>
                  <a:pt x="4666160" y="2336963"/>
                </a:moveTo>
                <a:lnTo>
                  <a:pt x="4686712" y="2336963"/>
                </a:lnTo>
                <a:cubicBezTo>
                  <a:pt x="4687185" y="2336963"/>
                  <a:pt x="4687718" y="2337200"/>
                  <a:pt x="4687955" y="2337674"/>
                </a:cubicBezTo>
                <a:lnTo>
                  <a:pt x="4698201" y="2355441"/>
                </a:lnTo>
                <a:cubicBezTo>
                  <a:pt x="4698438" y="2355915"/>
                  <a:pt x="4698438" y="2356448"/>
                  <a:pt x="4698201" y="2356922"/>
                </a:cubicBezTo>
                <a:lnTo>
                  <a:pt x="4687955" y="2374689"/>
                </a:lnTo>
                <a:cubicBezTo>
                  <a:pt x="4687718" y="2375104"/>
                  <a:pt x="4687245" y="2375400"/>
                  <a:pt x="4686712" y="2375400"/>
                </a:cubicBezTo>
                <a:lnTo>
                  <a:pt x="4666160" y="2375400"/>
                </a:lnTo>
                <a:cubicBezTo>
                  <a:pt x="4665687" y="2375400"/>
                  <a:pt x="4665154" y="2375163"/>
                  <a:pt x="4664917" y="2374689"/>
                </a:cubicBezTo>
                <a:lnTo>
                  <a:pt x="4654671" y="2356922"/>
                </a:lnTo>
                <a:cubicBezTo>
                  <a:pt x="4654434" y="2356448"/>
                  <a:pt x="4654434" y="2355915"/>
                  <a:pt x="4654671" y="2355441"/>
                </a:cubicBezTo>
                <a:lnTo>
                  <a:pt x="4664917" y="2337674"/>
                </a:lnTo>
                <a:cubicBezTo>
                  <a:pt x="4665154" y="2337259"/>
                  <a:pt x="4665627" y="2336963"/>
                  <a:pt x="4666160" y="2336963"/>
                </a:cubicBezTo>
                <a:close/>
                <a:moveTo>
                  <a:pt x="1284348" y="2336429"/>
                </a:moveTo>
                <a:lnTo>
                  <a:pt x="1305432" y="2336429"/>
                </a:lnTo>
                <a:cubicBezTo>
                  <a:pt x="1305965" y="2336429"/>
                  <a:pt x="1306439" y="2336725"/>
                  <a:pt x="1306735" y="2337199"/>
                </a:cubicBezTo>
                <a:lnTo>
                  <a:pt x="1317277" y="2355440"/>
                </a:lnTo>
                <a:cubicBezTo>
                  <a:pt x="1317573" y="2355914"/>
                  <a:pt x="1317573" y="2356447"/>
                  <a:pt x="1317277" y="2356921"/>
                </a:cubicBezTo>
                <a:lnTo>
                  <a:pt x="1306735" y="2375162"/>
                </a:lnTo>
                <a:cubicBezTo>
                  <a:pt x="1306439" y="2375636"/>
                  <a:pt x="1305965" y="2375932"/>
                  <a:pt x="1305432" y="2375932"/>
                </a:cubicBezTo>
                <a:lnTo>
                  <a:pt x="1284348" y="2375932"/>
                </a:lnTo>
                <a:cubicBezTo>
                  <a:pt x="1283815" y="2375932"/>
                  <a:pt x="1283341" y="2375636"/>
                  <a:pt x="1283045" y="2375162"/>
                </a:cubicBezTo>
                <a:lnTo>
                  <a:pt x="1272503" y="2356921"/>
                </a:lnTo>
                <a:cubicBezTo>
                  <a:pt x="1272207" y="2356447"/>
                  <a:pt x="1272207" y="2355914"/>
                  <a:pt x="1272503" y="2355440"/>
                </a:cubicBezTo>
                <a:lnTo>
                  <a:pt x="1283045" y="2337199"/>
                </a:lnTo>
                <a:cubicBezTo>
                  <a:pt x="1283341" y="2336725"/>
                  <a:pt x="1283815" y="2336429"/>
                  <a:pt x="1284348" y="2336429"/>
                </a:cubicBezTo>
                <a:close/>
                <a:moveTo>
                  <a:pt x="4733321" y="2336015"/>
                </a:moveTo>
                <a:lnTo>
                  <a:pt x="4754820" y="2336015"/>
                </a:lnTo>
                <a:cubicBezTo>
                  <a:pt x="4755353" y="2336015"/>
                  <a:pt x="4755827" y="2336311"/>
                  <a:pt x="4756123" y="2336785"/>
                </a:cubicBezTo>
                <a:lnTo>
                  <a:pt x="4766902" y="2355441"/>
                </a:lnTo>
                <a:cubicBezTo>
                  <a:pt x="4767198" y="2355915"/>
                  <a:pt x="4767198" y="2356507"/>
                  <a:pt x="4766902" y="2356981"/>
                </a:cubicBezTo>
                <a:lnTo>
                  <a:pt x="4756123" y="2375637"/>
                </a:lnTo>
                <a:cubicBezTo>
                  <a:pt x="4755886" y="2376111"/>
                  <a:pt x="4755353" y="2376407"/>
                  <a:pt x="4754820" y="2376407"/>
                </a:cubicBezTo>
                <a:lnTo>
                  <a:pt x="4733321" y="2376407"/>
                </a:lnTo>
                <a:cubicBezTo>
                  <a:pt x="4732788" y="2376407"/>
                  <a:pt x="4732314" y="2376111"/>
                  <a:pt x="4732018" y="2375637"/>
                </a:cubicBezTo>
                <a:lnTo>
                  <a:pt x="4721239" y="2356981"/>
                </a:lnTo>
                <a:cubicBezTo>
                  <a:pt x="4720943" y="2356507"/>
                  <a:pt x="4720943" y="2355915"/>
                  <a:pt x="4721239" y="2355441"/>
                </a:cubicBezTo>
                <a:lnTo>
                  <a:pt x="4732018" y="2336785"/>
                </a:lnTo>
                <a:cubicBezTo>
                  <a:pt x="4732255" y="2336311"/>
                  <a:pt x="4732788" y="2336015"/>
                  <a:pt x="4733321" y="2336015"/>
                </a:cubicBezTo>
                <a:close/>
                <a:moveTo>
                  <a:pt x="4800897" y="2335955"/>
                </a:moveTo>
                <a:lnTo>
                  <a:pt x="4822514" y="2335955"/>
                </a:lnTo>
                <a:cubicBezTo>
                  <a:pt x="4823047" y="2335955"/>
                  <a:pt x="4823521" y="2336251"/>
                  <a:pt x="4823817" y="2336725"/>
                </a:cubicBezTo>
                <a:lnTo>
                  <a:pt x="4834656" y="2355440"/>
                </a:lnTo>
                <a:cubicBezTo>
                  <a:pt x="4834951" y="2355914"/>
                  <a:pt x="4834951" y="2356506"/>
                  <a:pt x="4834656" y="2356980"/>
                </a:cubicBezTo>
                <a:lnTo>
                  <a:pt x="4823817" y="2375695"/>
                </a:lnTo>
                <a:cubicBezTo>
                  <a:pt x="4823581" y="2376169"/>
                  <a:pt x="4823047" y="2376465"/>
                  <a:pt x="4822514" y="2376465"/>
                </a:cubicBezTo>
                <a:lnTo>
                  <a:pt x="4800897" y="2376465"/>
                </a:lnTo>
                <a:cubicBezTo>
                  <a:pt x="4800364" y="2376465"/>
                  <a:pt x="4799891" y="2376169"/>
                  <a:pt x="4799594" y="2375695"/>
                </a:cubicBezTo>
                <a:lnTo>
                  <a:pt x="4788756" y="2356980"/>
                </a:lnTo>
                <a:cubicBezTo>
                  <a:pt x="4788460" y="2356506"/>
                  <a:pt x="4788460" y="2355914"/>
                  <a:pt x="4788756" y="2355440"/>
                </a:cubicBezTo>
                <a:lnTo>
                  <a:pt x="4799594" y="2336725"/>
                </a:lnTo>
                <a:cubicBezTo>
                  <a:pt x="4799831" y="2336251"/>
                  <a:pt x="4800364" y="2335955"/>
                  <a:pt x="4800897" y="2335955"/>
                </a:cubicBezTo>
                <a:close/>
                <a:moveTo>
                  <a:pt x="3042445" y="2335837"/>
                </a:moveTo>
                <a:lnTo>
                  <a:pt x="3064181" y="2335837"/>
                </a:lnTo>
                <a:cubicBezTo>
                  <a:pt x="3064714" y="2335837"/>
                  <a:pt x="3065188" y="2336133"/>
                  <a:pt x="3065484" y="2336607"/>
                </a:cubicBezTo>
                <a:lnTo>
                  <a:pt x="3076322" y="2355440"/>
                </a:lnTo>
                <a:cubicBezTo>
                  <a:pt x="3076618" y="2355914"/>
                  <a:pt x="3076618" y="2356507"/>
                  <a:pt x="3076322" y="2356980"/>
                </a:cubicBezTo>
                <a:lnTo>
                  <a:pt x="3065425" y="2375814"/>
                </a:lnTo>
                <a:cubicBezTo>
                  <a:pt x="3065188" y="2376288"/>
                  <a:pt x="3064655" y="2376584"/>
                  <a:pt x="3064122" y="2376584"/>
                </a:cubicBezTo>
                <a:lnTo>
                  <a:pt x="3042386" y="2376584"/>
                </a:lnTo>
                <a:cubicBezTo>
                  <a:pt x="3041853" y="2376584"/>
                  <a:pt x="3041379" y="2376288"/>
                  <a:pt x="3041083" y="2375814"/>
                </a:cubicBezTo>
                <a:lnTo>
                  <a:pt x="3030245" y="2356980"/>
                </a:lnTo>
                <a:cubicBezTo>
                  <a:pt x="3029949" y="2356507"/>
                  <a:pt x="3029949" y="2355914"/>
                  <a:pt x="3030245" y="2355440"/>
                </a:cubicBezTo>
                <a:lnTo>
                  <a:pt x="3041143" y="2336607"/>
                </a:lnTo>
                <a:cubicBezTo>
                  <a:pt x="3041379" y="2336133"/>
                  <a:pt x="3041913" y="2335837"/>
                  <a:pt x="3042445" y="2335837"/>
                </a:cubicBezTo>
                <a:close/>
                <a:moveTo>
                  <a:pt x="2974751" y="2335719"/>
                </a:moveTo>
                <a:lnTo>
                  <a:pt x="2996605" y="2335719"/>
                </a:lnTo>
                <a:cubicBezTo>
                  <a:pt x="2997197" y="2335719"/>
                  <a:pt x="2997671" y="2336015"/>
                  <a:pt x="2997967" y="2336489"/>
                </a:cubicBezTo>
                <a:lnTo>
                  <a:pt x="3008865" y="2355441"/>
                </a:lnTo>
                <a:cubicBezTo>
                  <a:pt x="3009161" y="2355915"/>
                  <a:pt x="3009161" y="2356507"/>
                  <a:pt x="3008865" y="2356981"/>
                </a:cubicBezTo>
                <a:lnTo>
                  <a:pt x="2997908" y="2375933"/>
                </a:lnTo>
                <a:cubicBezTo>
                  <a:pt x="2997612" y="2376407"/>
                  <a:pt x="2997079" y="2376703"/>
                  <a:pt x="2996546" y="2376703"/>
                </a:cubicBezTo>
                <a:lnTo>
                  <a:pt x="2974692" y="2376703"/>
                </a:lnTo>
                <a:cubicBezTo>
                  <a:pt x="2974100" y="2376703"/>
                  <a:pt x="2973626" y="2376407"/>
                  <a:pt x="2973330" y="2375933"/>
                </a:cubicBezTo>
                <a:lnTo>
                  <a:pt x="2962432" y="2356981"/>
                </a:lnTo>
                <a:cubicBezTo>
                  <a:pt x="2962136" y="2356507"/>
                  <a:pt x="2962136" y="2355915"/>
                  <a:pt x="2962432" y="2355441"/>
                </a:cubicBezTo>
                <a:lnTo>
                  <a:pt x="2973389" y="2336489"/>
                </a:lnTo>
                <a:cubicBezTo>
                  <a:pt x="2973685" y="2336015"/>
                  <a:pt x="2974218" y="2335719"/>
                  <a:pt x="2974751" y="2335719"/>
                </a:cubicBezTo>
                <a:close/>
                <a:moveTo>
                  <a:pt x="1216239" y="2335600"/>
                </a:moveTo>
                <a:lnTo>
                  <a:pt x="1238212" y="2335600"/>
                </a:lnTo>
                <a:cubicBezTo>
                  <a:pt x="1238804" y="2335600"/>
                  <a:pt x="1239278" y="2335896"/>
                  <a:pt x="1239574" y="2336370"/>
                </a:cubicBezTo>
                <a:lnTo>
                  <a:pt x="1250530" y="2355381"/>
                </a:lnTo>
                <a:cubicBezTo>
                  <a:pt x="1250826" y="2355855"/>
                  <a:pt x="1250826" y="2356447"/>
                  <a:pt x="1250530" y="2356921"/>
                </a:cubicBezTo>
                <a:lnTo>
                  <a:pt x="1239515" y="2375932"/>
                </a:lnTo>
                <a:cubicBezTo>
                  <a:pt x="1239219" y="2376406"/>
                  <a:pt x="1238685" y="2376702"/>
                  <a:pt x="1238153" y="2376702"/>
                </a:cubicBezTo>
                <a:lnTo>
                  <a:pt x="1216180" y="2376702"/>
                </a:lnTo>
                <a:cubicBezTo>
                  <a:pt x="1215587" y="2376702"/>
                  <a:pt x="1215114" y="2376406"/>
                  <a:pt x="1214818" y="2375932"/>
                </a:cubicBezTo>
                <a:lnTo>
                  <a:pt x="1203861" y="2356921"/>
                </a:lnTo>
                <a:cubicBezTo>
                  <a:pt x="1203565" y="2356447"/>
                  <a:pt x="1203565" y="2355855"/>
                  <a:pt x="1203861" y="2355381"/>
                </a:cubicBezTo>
                <a:lnTo>
                  <a:pt x="1214877" y="2336370"/>
                </a:lnTo>
                <a:cubicBezTo>
                  <a:pt x="1215173" y="2335896"/>
                  <a:pt x="1215706" y="2335600"/>
                  <a:pt x="1216239" y="2335600"/>
                </a:cubicBezTo>
                <a:close/>
                <a:moveTo>
                  <a:pt x="4868177" y="2335423"/>
                </a:moveTo>
                <a:lnTo>
                  <a:pt x="4890386" y="2335423"/>
                </a:lnTo>
                <a:cubicBezTo>
                  <a:pt x="4890920" y="2335423"/>
                  <a:pt x="4891453" y="2335719"/>
                  <a:pt x="4891749" y="2336193"/>
                </a:cubicBezTo>
                <a:lnTo>
                  <a:pt x="4902824" y="2355441"/>
                </a:lnTo>
                <a:cubicBezTo>
                  <a:pt x="4903120" y="2355915"/>
                  <a:pt x="4903120" y="2356507"/>
                  <a:pt x="4902824" y="2356981"/>
                </a:cubicBezTo>
                <a:lnTo>
                  <a:pt x="4891749" y="2376229"/>
                </a:lnTo>
                <a:cubicBezTo>
                  <a:pt x="4891453" y="2376703"/>
                  <a:pt x="4890920" y="2376999"/>
                  <a:pt x="4890386" y="2376999"/>
                </a:cubicBezTo>
                <a:lnTo>
                  <a:pt x="4868177" y="2376999"/>
                </a:lnTo>
                <a:cubicBezTo>
                  <a:pt x="4867644" y="2376999"/>
                  <a:pt x="4867111" y="2376703"/>
                  <a:pt x="4866815" y="2376229"/>
                </a:cubicBezTo>
                <a:lnTo>
                  <a:pt x="4855740" y="2356981"/>
                </a:lnTo>
                <a:cubicBezTo>
                  <a:pt x="4855444" y="2356507"/>
                  <a:pt x="4855444" y="2355915"/>
                  <a:pt x="4855740" y="2355441"/>
                </a:cubicBezTo>
                <a:lnTo>
                  <a:pt x="4866815" y="2336193"/>
                </a:lnTo>
                <a:cubicBezTo>
                  <a:pt x="4867111" y="2335719"/>
                  <a:pt x="4867644" y="2335423"/>
                  <a:pt x="4868177" y="2335423"/>
                </a:cubicBezTo>
                <a:close/>
                <a:moveTo>
                  <a:pt x="1148367" y="2335127"/>
                </a:moveTo>
                <a:lnTo>
                  <a:pt x="1170872" y="2335127"/>
                </a:lnTo>
                <a:cubicBezTo>
                  <a:pt x="1171406" y="2335127"/>
                  <a:pt x="1171938" y="2335423"/>
                  <a:pt x="1172235" y="2335897"/>
                </a:cubicBezTo>
                <a:lnTo>
                  <a:pt x="1183487" y="2355382"/>
                </a:lnTo>
                <a:cubicBezTo>
                  <a:pt x="1183784" y="2355856"/>
                  <a:pt x="1183784" y="2356507"/>
                  <a:pt x="1183487" y="2356981"/>
                </a:cubicBezTo>
                <a:lnTo>
                  <a:pt x="1172235" y="2376466"/>
                </a:lnTo>
                <a:cubicBezTo>
                  <a:pt x="1171938" y="2376940"/>
                  <a:pt x="1171406" y="2377236"/>
                  <a:pt x="1170872" y="2377236"/>
                </a:cubicBezTo>
                <a:lnTo>
                  <a:pt x="1148367" y="2377236"/>
                </a:lnTo>
                <a:cubicBezTo>
                  <a:pt x="1147834" y="2377236"/>
                  <a:pt x="1147301" y="2376940"/>
                  <a:pt x="1147005" y="2376466"/>
                </a:cubicBezTo>
                <a:lnTo>
                  <a:pt x="1135752" y="2356981"/>
                </a:lnTo>
                <a:cubicBezTo>
                  <a:pt x="1135456" y="2356507"/>
                  <a:pt x="1135456" y="2355856"/>
                  <a:pt x="1135752" y="2355382"/>
                </a:cubicBezTo>
                <a:lnTo>
                  <a:pt x="1147005" y="2335897"/>
                </a:lnTo>
                <a:cubicBezTo>
                  <a:pt x="1147301" y="2335423"/>
                  <a:pt x="1147834" y="2335127"/>
                  <a:pt x="1148367" y="2335127"/>
                </a:cubicBezTo>
                <a:close/>
                <a:moveTo>
                  <a:pt x="1080318" y="2334297"/>
                </a:moveTo>
                <a:lnTo>
                  <a:pt x="1103712" y="2334297"/>
                </a:lnTo>
                <a:cubicBezTo>
                  <a:pt x="1104304" y="2334297"/>
                  <a:pt x="1104837" y="2334593"/>
                  <a:pt x="1105134" y="2335126"/>
                </a:cubicBezTo>
                <a:lnTo>
                  <a:pt x="1116801" y="2355381"/>
                </a:lnTo>
                <a:cubicBezTo>
                  <a:pt x="1117097" y="2355914"/>
                  <a:pt x="1117097" y="2356506"/>
                  <a:pt x="1116801" y="2357040"/>
                </a:cubicBezTo>
                <a:lnTo>
                  <a:pt x="1105074" y="2377294"/>
                </a:lnTo>
                <a:cubicBezTo>
                  <a:pt x="1104778" y="2377827"/>
                  <a:pt x="1104245" y="2378124"/>
                  <a:pt x="1103653" y="2378124"/>
                </a:cubicBezTo>
                <a:lnTo>
                  <a:pt x="1080259" y="2378124"/>
                </a:lnTo>
                <a:cubicBezTo>
                  <a:pt x="1079667" y="2378124"/>
                  <a:pt x="1079134" y="2377827"/>
                  <a:pt x="1078838" y="2377294"/>
                </a:cubicBezTo>
                <a:lnTo>
                  <a:pt x="1067170" y="2357040"/>
                </a:lnTo>
                <a:cubicBezTo>
                  <a:pt x="1066874" y="2356506"/>
                  <a:pt x="1066874" y="2355914"/>
                  <a:pt x="1067170" y="2355381"/>
                </a:cubicBezTo>
                <a:lnTo>
                  <a:pt x="1078897" y="2335126"/>
                </a:lnTo>
                <a:cubicBezTo>
                  <a:pt x="1079193" y="2334593"/>
                  <a:pt x="1079726" y="2334297"/>
                  <a:pt x="1080318" y="2334297"/>
                </a:cubicBezTo>
                <a:close/>
                <a:moveTo>
                  <a:pt x="2905753" y="2333231"/>
                </a:moveTo>
                <a:lnTo>
                  <a:pt x="2930272" y="2333231"/>
                </a:lnTo>
                <a:cubicBezTo>
                  <a:pt x="2930865" y="2333231"/>
                  <a:pt x="2931457" y="2333586"/>
                  <a:pt x="2931753" y="2334119"/>
                </a:cubicBezTo>
                <a:lnTo>
                  <a:pt x="2944013" y="2355322"/>
                </a:lnTo>
                <a:cubicBezTo>
                  <a:pt x="2944309" y="2355855"/>
                  <a:pt x="2944309" y="2356506"/>
                  <a:pt x="2944013" y="2357040"/>
                </a:cubicBezTo>
                <a:lnTo>
                  <a:pt x="2931753" y="2378242"/>
                </a:lnTo>
                <a:cubicBezTo>
                  <a:pt x="2931457" y="2378775"/>
                  <a:pt x="2930865" y="2379130"/>
                  <a:pt x="2930272" y="2379130"/>
                </a:cubicBezTo>
                <a:lnTo>
                  <a:pt x="2905753" y="2379130"/>
                </a:lnTo>
                <a:cubicBezTo>
                  <a:pt x="2905161" y="2379130"/>
                  <a:pt x="2904569" y="2378775"/>
                  <a:pt x="2904273" y="2378242"/>
                </a:cubicBezTo>
                <a:lnTo>
                  <a:pt x="2892013" y="2357040"/>
                </a:lnTo>
                <a:cubicBezTo>
                  <a:pt x="2891717" y="2356506"/>
                  <a:pt x="2891717" y="2355855"/>
                  <a:pt x="2892013" y="2355322"/>
                </a:cubicBezTo>
                <a:lnTo>
                  <a:pt x="2904273" y="2334119"/>
                </a:lnTo>
                <a:cubicBezTo>
                  <a:pt x="2904569" y="2333586"/>
                  <a:pt x="2905161" y="2333231"/>
                  <a:pt x="2905753" y="2333231"/>
                </a:cubicBezTo>
                <a:close/>
                <a:moveTo>
                  <a:pt x="2837763" y="2332521"/>
                </a:moveTo>
                <a:lnTo>
                  <a:pt x="2863052" y="2332521"/>
                </a:lnTo>
                <a:cubicBezTo>
                  <a:pt x="2863704" y="2332521"/>
                  <a:pt x="2864296" y="2332876"/>
                  <a:pt x="2864592" y="2333409"/>
                </a:cubicBezTo>
                <a:lnTo>
                  <a:pt x="2877207" y="2355323"/>
                </a:lnTo>
                <a:cubicBezTo>
                  <a:pt x="2877503" y="2355856"/>
                  <a:pt x="2877503" y="2356566"/>
                  <a:pt x="2877207" y="2357099"/>
                </a:cubicBezTo>
                <a:lnTo>
                  <a:pt x="2864533" y="2379013"/>
                </a:lnTo>
                <a:cubicBezTo>
                  <a:pt x="2864237" y="2379546"/>
                  <a:pt x="2863645" y="2379901"/>
                  <a:pt x="2862993" y="2379901"/>
                </a:cubicBezTo>
                <a:lnTo>
                  <a:pt x="2837704" y="2379901"/>
                </a:lnTo>
                <a:cubicBezTo>
                  <a:pt x="2837053" y="2379901"/>
                  <a:pt x="2836460" y="2379546"/>
                  <a:pt x="2836164" y="2379013"/>
                </a:cubicBezTo>
                <a:lnTo>
                  <a:pt x="2823549" y="2357099"/>
                </a:lnTo>
                <a:cubicBezTo>
                  <a:pt x="2823253" y="2356566"/>
                  <a:pt x="2823253" y="2355856"/>
                  <a:pt x="2823549" y="2355323"/>
                </a:cubicBezTo>
                <a:lnTo>
                  <a:pt x="2836223" y="2333409"/>
                </a:lnTo>
                <a:cubicBezTo>
                  <a:pt x="2836519" y="2332876"/>
                  <a:pt x="2837112" y="2332521"/>
                  <a:pt x="2837763" y="2332521"/>
                </a:cubicBezTo>
                <a:close/>
                <a:moveTo>
                  <a:pt x="3723711" y="2286621"/>
                </a:moveTo>
                <a:lnTo>
                  <a:pt x="3735437" y="2286621"/>
                </a:lnTo>
                <a:cubicBezTo>
                  <a:pt x="3735734" y="2286621"/>
                  <a:pt x="3736149" y="2287036"/>
                  <a:pt x="3736149" y="2287036"/>
                </a:cubicBezTo>
                <a:lnTo>
                  <a:pt x="3742012" y="2297163"/>
                </a:lnTo>
                <a:cubicBezTo>
                  <a:pt x="3742189" y="2297400"/>
                  <a:pt x="3742012" y="2297992"/>
                  <a:pt x="3742012" y="2297992"/>
                </a:cubicBezTo>
                <a:lnTo>
                  <a:pt x="3736149" y="2308120"/>
                </a:lnTo>
                <a:cubicBezTo>
                  <a:pt x="3736030" y="2308357"/>
                  <a:pt x="3735437" y="2308534"/>
                  <a:pt x="3735437" y="2308534"/>
                </a:cubicBezTo>
                <a:lnTo>
                  <a:pt x="3723711" y="2308534"/>
                </a:lnTo>
                <a:cubicBezTo>
                  <a:pt x="3723415" y="2308534"/>
                  <a:pt x="3723000" y="2308120"/>
                  <a:pt x="3723000" y="2308120"/>
                </a:cubicBezTo>
                <a:lnTo>
                  <a:pt x="3717137" y="2297992"/>
                </a:lnTo>
                <a:cubicBezTo>
                  <a:pt x="3716959" y="2297755"/>
                  <a:pt x="3717137" y="2297163"/>
                  <a:pt x="3717137" y="2297163"/>
                </a:cubicBezTo>
                <a:lnTo>
                  <a:pt x="3723000" y="2287036"/>
                </a:lnTo>
                <a:cubicBezTo>
                  <a:pt x="3723119" y="2286798"/>
                  <a:pt x="3723711" y="2286621"/>
                  <a:pt x="3723711" y="2286621"/>
                </a:cubicBezTo>
                <a:close/>
                <a:moveTo>
                  <a:pt x="3994074" y="2286325"/>
                </a:moveTo>
                <a:lnTo>
                  <a:pt x="4006097" y="2286325"/>
                </a:lnTo>
                <a:cubicBezTo>
                  <a:pt x="4006392" y="2286325"/>
                  <a:pt x="4006807" y="2286739"/>
                  <a:pt x="4006807" y="2286739"/>
                </a:cubicBezTo>
                <a:lnTo>
                  <a:pt x="4012789" y="2297163"/>
                </a:lnTo>
                <a:cubicBezTo>
                  <a:pt x="4012967" y="2297400"/>
                  <a:pt x="4012789" y="2297992"/>
                  <a:pt x="4012789" y="2297992"/>
                </a:cubicBezTo>
                <a:lnTo>
                  <a:pt x="4006748" y="2308416"/>
                </a:lnTo>
                <a:cubicBezTo>
                  <a:pt x="4006629" y="2308653"/>
                  <a:pt x="4006334" y="2308830"/>
                  <a:pt x="4006037" y="2308830"/>
                </a:cubicBezTo>
                <a:lnTo>
                  <a:pt x="3994015" y="2308830"/>
                </a:lnTo>
                <a:cubicBezTo>
                  <a:pt x="3993719" y="2308830"/>
                  <a:pt x="3993304" y="2308416"/>
                  <a:pt x="3993304" y="2308416"/>
                </a:cubicBezTo>
                <a:lnTo>
                  <a:pt x="3987322" y="2297992"/>
                </a:lnTo>
                <a:cubicBezTo>
                  <a:pt x="3987144" y="2297755"/>
                  <a:pt x="3987322" y="2297163"/>
                  <a:pt x="3987322" y="2297163"/>
                </a:cubicBezTo>
                <a:lnTo>
                  <a:pt x="3993363" y="2286739"/>
                </a:lnTo>
                <a:cubicBezTo>
                  <a:pt x="3993482" y="2286502"/>
                  <a:pt x="3993778" y="2286325"/>
                  <a:pt x="3994074" y="2286325"/>
                </a:cubicBezTo>
                <a:close/>
                <a:moveTo>
                  <a:pt x="950023" y="2285081"/>
                </a:moveTo>
                <a:lnTo>
                  <a:pt x="963408" y="2285081"/>
                </a:lnTo>
                <a:cubicBezTo>
                  <a:pt x="963763" y="2285081"/>
                  <a:pt x="964237" y="2285555"/>
                  <a:pt x="964237" y="2285555"/>
                </a:cubicBezTo>
                <a:lnTo>
                  <a:pt x="970929" y="2297104"/>
                </a:lnTo>
                <a:cubicBezTo>
                  <a:pt x="971107" y="2297400"/>
                  <a:pt x="970929" y="2298051"/>
                  <a:pt x="970929" y="2298051"/>
                </a:cubicBezTo>
                <a:lnTo>
                  <a:pt x="964237" y="2309600"/>
                </a:lnTo>
                <a:cubicBezTo>
                  <a:pt x="964059" y="2309896"/>
                  <a:pt x="963763" y="2310074"/>
                  <a:pt x="963408" y="2310074"/>
                </a:cubicBezTo>
                <a:lnTo>
                  <a:pt x="950023" y="2310074"/>
                </a:lnTo>
                <a:cubicBezTo>
                  <a:pt x="949667" y="2310074"/>
                  <a:pt x="949193" y="2309600"/>
                  <a:pt x="949193" y="2309600"/>
                </a:cubicBezTo>
                <a:lnTo>
                  <a:pt x="942501" y="2298051"/>
                </a:lnTo>
                <a:cubicBezTo>
                  <a:pt x="942323" y="2297755"/>
                  <a:pt x="942501" y="2297104"/>
                  <a:pt x="942501" y="2297104"/>
                </a:cubicBezTo>
                <a:lnTo>
                  <a:pt x="949193" y="2285555"/>
                </a:lnTo>
                <a:cubicBezTo>
                  <a:pt x="949371" y="2285258"/>
                  <a:pt x="949667" y="2285081"/>
                  <a:pt x="950023" y="2285081"/>
                </a:cubicBezTo>
                <a:close/>
                <a:moveTo>
                  <a:pt x="4196209" y="2284845"/>
                </a:moveTo>
                <a:lnTo>
                  <a:pt x="4209772" y="2284845"/>
                </a:lnTo>
                <a:cubicBezTo>
                  <a:pt x="4210127" y="2284845"/>
                  <a:pt x="4210601" y="2285319"/>
                  <a:pt x="4210601" y="2285319"/>
                </a:cubicBezTo>
                <a:lnTo>
                  <a:pt x="4217411" y="2297104"/>
                </a:lnTo>
                <a:cubicBezTo>
                  <a:pt x="4217589" y="2297401"/>
                  <a:pt x="4217411" y="2298052"/>
                  <a:pt x="4217411" y="2298052"/>
                </a:cubicBezTo>
                <a:lnTo>
                  <a:pt x="4210601" y="2309838"/>
                </a:lnTo>
                <a:cubicBezTo>
                  <a:pt x="4210423" y="2310134"/>
                  <a:pt x="4210127" y="2310312"/>
                  <a:pt x="4209772" y="2310312"/>
                </a:cubicBezTo>
                <a:lnTo>
                  <a:pt x="4196209" y="2310312"/>
                </a:lnTo>
                <a:cubicBezTo>
                  <a:pt x="4195854" y="2310312"/>
                  <a:pt x="4195380" y="2309838"/>
                  <a:pt x="4195380" y="2309838"/>
                </a:cubicBezTo>
                <a:lnTo>
                  <a:pt x="4188569" y="2298052"/>
                </a:lnTo>
                <a:cubicBezTo>
                  <a:pt x="4188392" y="2297756"/>
                  <a:pt x="4188569" y="2297104"/>
                  <a:pt x="4188569" y="2297104"/>
                </a:cubicBezTo>
                <a:lnTo>
                  <a:pt x="4195380" y="2285319"/>
                </a:lnTo>
                <a:cubicBezTo>
                  <a:pt x="4195558" y="2285022"/>
                  <a:pt x="4195854" y="2284845"/>
                  <a:pt x="4196209" y="2284845"/>
                </a:cubicBezTo>
                <a:close/>
                <a:moveTo>
                  <a:pt x="3925728" y="2284845"/>
                </a:moveTo>
                <a:lnTo>
                  <a:pt x="3939290" y="2284845"/>
                </a:lnTo>
                <a:cubicBezTo>
                  <a:pt x="3939646" y="2284845"/>
                  <a:pt x="3940120" y="2285319"/>
                  <a:pt x="3940120" y="2285319"/>
                </a:cubicBezTo>
                <a:lnTo>
                  <a:pt x="3946931" y="2297104"/>
                </a:lnTo>
                <a:cubicBezTo>
                  <a:pt x="3947108" y="2297401"/>
                  <a:pt x="3946931" y="2298052"/>
                  <a:pt x="3946931" y="2298052"/>
                </a:cubicBezTo>
                <a:lnTo>
                  <a:pt x="3940120" y="2309838"/>
                </a:lnTo>
                <a:cubicBezTo>
                  <a:pt x="3939942" y="2310134"/>
                  <a:pt x="3939646" y="2310312"/>
                  <a:pt x="3939290" y="2310312"/>
                </a:cubicBezTo>
                <a:lnTo>
                  <a:pt x="3925728" y="2310312"/>
                </a:lnTo>
                <a:cubicBezTo>
                  <a:pt x="3925373" y="2310312"/>
                  <a:pt x="3924899" y="2309838"/>
                  <a:pt x="3924899" y="2309838"/>
                </a:cubicBezTo>
                <a:lnTo>
                  <a:pt x="3918088" y="2298052"/>
                </a:lnTo>
                <a:cubicBezTo>
                  <a:pt x="3917910" y="2297756"/>
                  <a:pt x="3918088" y="2297104"/>
                  <a:pt x="3918088" y="2297104"/>
                </a:cubicBezTo>
                <a:lnTo>
                  <a:pt x="3924899" y="2285319"/>
                </a:lnTo>
                <a:cubicBezTo>
                  <a:pt x="3925076" y="2285022"/>
                  <a:pt x="3925373" y="2284845"/>
                  <a:pt x="3925728" y="2284845"/>
                </a:cubicBezTo>
                <a:close/>
                <a:moveTo>
                  <a:pt x="4263726" y="2284667"/>
                </a:moveTo>
                <a:lnTo>
                  <a:pt x="4277525" y="2284667"/>
                </a:lnTo>
                <a:cubicBezTo>
                  <a:pt x="4277881" y="2284667"/>
                  <a:pt x="4278176" y="2284845"/>
                  <a:pt x="4278354" y="2285141"/>
                </a:cubicBezTo>
                <a:lnTo>
                  <a:pt x="4285224" y="2297104"/>
                </a:lnTo>
                <a:cubicBezTo>
                  <a:pt x="4285402" y="2297401"/>
                  <a:pt x="4285402" y="2297756"/>
                  <a:pt x="4285224" y="2298052"/>
                </a:cubicBezTo>
                <a:lnTo>
                  <a:pt x="4278295" y="2310016"/>
                </a:lnTo>
                <a:cubicBezTo>
                  <a:pt x="4278117" y="2310312"/>
                  <a:pt x="4277821" y="2310489"/>
                  <a:pt x="4277466" y="2310489"/>
                </a:cubicBezTo>
                <a:lnTo>
                  <a:pt x="4263666" y="2310489"/>
                </a:lnTo>
                <a:cubicBezTo>
                  <a:pt x="4263311" y="2310489"/>
                  <a:pt x="4263015" y="2310312"/>
                  <a:pt x="4262837" y="2310016"/>
                </a:cubicBezTo>
                <a:lnTo>
                  <a:pt x="4255967" y="2298052"/>
                </a:lnTo>
                <a:cubicBezTo>
                  <a:pt x="4255790" y="2297756"/>
                  <a:pt x="4255790" y="2297401"/>
                  <a:pt x="4255967" y="2297104"/>
                </a:cubicBezTo>
                <a:lnTo>
                  <a:pt x="4262896" y="2285141"/>
                </a:lnTo>
                <a:cubicBezTo>
                  <a:pt x="4263074" y="2284845"/>
                  <a:pt x="4263370" y="2284667"/>
                  <a:pt x="4263726" y="2284667"/>
                </a:cubicBezTo>
                <a:close/>
                <a:moveTo>
                  <a:pt x="4128397" y="2284548"/>
                </a:moveTo>
                <a:lnTo>
                  <a:pt x="4142314" y="2284548"/>
                </a:lnTo>
                <a:cubicBezTo>
                  <a:pt x="4142669" y="2284548"/>
                  <a:pt x="4142966" y="2284726"/>
                  <a:pt x="4143143" y="2285022"/>
                </a:cubicBezTo>
                <a:lnTo>
                  <a:pt x="4150072" y="2297045"/>
                </a:lnTo>
                <a:cubicBezTo>
                  <a:pt x="4150250" y="2297341"/>
                  <a:pt x="4150250" y="2297755"/>
                  <a:pt x="4150072" y="2298051"/>
                </a:cubicBezTo>
                <a:lnTo>
                  <a:pt x="4143084" y="2310074"/>
                </a:lnTo>
                <a:cubicBezTo>
                  <a:pt x="4142906" y="2310370"/>
                  <a:pt x="4142610" y="2310548"/>
                  <a:pt x="4142255" y="2310548"/>
                </a:cubicBezTo>
                <a:lnTo>
                  <a:pt x="4128337" y="2310548"/>
                </a:lnTo>
                <a:cubicBezTo>
                  <a:pt x="4127982" y="2310548"/>
                  <a:pt x="4127686" y="2310370"/>
                  <a:pt x="4127508" y="2310074"/>
                </a:cubicBezTo>
                <a:lnTo>
                  <a:pt x="4120578" y="2298051"/>
                </a:lnTo>
                <a:cubicBezTo>
                  <a:pt x="4120401" y="2297755"/>
                  <a:pt x="4120401" y="2297341"/>
                  <a:pt x="4120578" y="2297045"/>
                </a:cubicBezTo>
                <a:lnTo>
                  <a:pt x="4127567" y="2285022"/>
                </a:lnTo>
                <a:cubicBezTo>
                  <a:pt x="4127745" y="2284726"/>
                  <a:pt x="4128041" y="2284548"/>
                  <a:pt x="4128397" y="2284548"/>
                </a:cubicBezTo>
                <a:close/>
                <a:moveTo>
                  <a:pt x="4060643" y="2284252"/>
                </a:moveTo>
                <a:lnTo>
                  <a:pt x="4074857" y="2284252"/>
                </a:lnTo>
                <a:cubicBezTo>
                  <a:pt x="4075212" y="2284252"/>
                  <a:pt x="4075567" y="2284489"/>
                  <a:pt x="4075745" y="2284785"/>
                </a:cubicBezTo>
                <a:lnTo>
                  <a:pt x="4082852" y="2297104"/>
                </a:lnTo>
                <a:cubicBezTo>
                  <a:pt x="4083030" y="2297400"/>
                  <a:pt x="4083030" y="2297815"/>
                  <a:pt x="4082852" y="2298111"/>
                </a:cubicBezTo>
                <a:lnTo>
                  <a:pt x="4075745" y="2310429"/>
                </a:lnTo>
                <a:cubicBezTo>
                  <a:pt x="4075567" y="2310785"/>
                  <a:pt x="4075212" y="2310963"/>
                  <a:pt x="4074857" y="2310963"/>
                </a:cubicBezTo>
                <a:lnTo>
                  <a:pt x="4060643" y="2310963"/>
                </a:lnTo>
                <a:cubicBezTo>
                  <a:pt x="4060288" y="2310963"/>
                  <a:pt x="4059932" y="2310726"/>
                  <a:pt x="4059754" y="2310429"/>
                </a:cubicBezTo>
                <a:lnTo>
                  <a:pt x="4052647" y="2298111"/>
                </a:lnTo>
                <a:cubicBezTo>
                  <a:pt x="4052470" y="2297815"/>
                  <a:pt x="4052470" y="2297400"/>
                  <a:pt x="4052647" y="2297104"/>
                </a:cubicBezTo>
                <a:lnTo>
                  <a:pt x="4059754" y="2284785"/>
                </a:lnTo>
                <a:cubicBezTo>
                  <a:pt x="4059932" y="2284430"/>
                  <a:pt x="4060288" y="2284252"/>
                  <a:pt x="4060643" y="2284252"/>
                </a:cubicBezTo>
                <a:close/>
                <a:moveTo>
                  <a:pt x="4398758" y="2284133"/>
                </a:moveTo>
                <a:lnTo>
                  <a:pt x="4413091" y="2284133"/>
                </a:lnTo>
                <a:cubicBezTo>
                  <a:pt x="4413447" y="2284133"/>
                  <a:pt x="4413802" y="2284370"/>
                  <a:pt x="4413980" y="2284666"/>
                </a:cubicBezTo>
                <a:lnTo>
                  <a:pt x="4421146" y="2297103"/>
                </a:lnTo>
                <a:cubicBezTo>
                  <a:pt x="4421323" y="2297400"/>
                  <a:pt x="4421323" y="2297814"/>
                  <a:pt x="4421146" y="2298110"/>
                </a:cubicBezTo>
                <a:lnTo>
                  <a:pt x="4413980" y="2310548"/>
                </a:lnTo>
                <a:cubicBezTo>
                  <a:pt x="4413802" y="2310903"/>
                  <a:pt x="4413447" y="2311081"/>
                  <a:pt x="4413091" y="2311081"/>
                </a:cubicBezTo>
                <a:lnTo>
                  <a:pt x="4398758" y="2311081"/>
                </a:lnTo>
                <a:cubicBezTo>
                  <a:pt x="4398403" y="2311081"/>
                  <a:pt x="4398048" y="2310844"/>
                  <a:pt x="4397871" y="2310548"/>
                </a:cubicBezTo>
                <a:lnTo>
                  <a:pt x="4390704" y="2298110"/>
                </a:lnTo>
                <a:cubicBezTo>
                  <a:pt x="4390527" y="2297814"/>
                  <a:pt x="4390527" y="2297400"/>
                  <a:pt x="4390704" y="2297103"/>
                </a:cubicBezTo>
                <a:lnTo>
                  <a:pt x="4397871" y="2284666"/>
                </a:lnTo>
                <a:cubicBezTo>
                  <a:pt x="4398048" y="2284311"/>
                  <a:pt x="4398403" y="2284133"/>
                  <a:pt x="4398758" y="2284133"/>
                </a:cubicBezTo>
                <a:close/>
                <a:moveTo>
                  <a:pt x="4330769" y="2283601"/>
                </a:moveTo>
                <a:lnTo>
                  <a:pt x="4345693" y="2283601"/>
                </a:lnTo>
                <a:cubicBezTo>
                  <a:pt x="4346049" y="2283601"/>
                  <a:pt x="4346404" y="2283838"/>
                  <a:pt x="4346582" y="2284134"/>
                </a:cubicBezTo>
                <a:lnTo>
                  <a:pt x="4354044" y="2297045"/>
                </a:lnTo>
                <a:cubicBezTo>
                  <a:pt x="4354222" y="2297401"/>
                  <a:pt x="4354222" y="2297815"/>
                  <a:pt x="4354044" y="2298111"/>
                </a:cubicBezTo>
                <a:lnTo>
                  <a:pt x="4346582" y="2311022"/>
                </a:lnTo>
                <a:cubicBezTo>
                  <a:pt x="4346404" y="2311378"/>
                  <a:pt x="4346049" y="2311555"/>
                  <a:pt x="4345693" y="2311555"/>
                </a:cubicBezTo>
                <a:lnTo>
                  <a:pt x="4330769" y="2311555"/>
                </a:lnTo>
                <a:cubicBezTo>
                  <a:pt x="4330414" y="2311555"/>
                  <a:pt x="4330058" y="2311318"/>
                  <a:pt x="4329881" y="2311022"/>
                </a:cubicBezTo>
                <a:lnTo>
                  <a:pt x="4322418" y="2298111"/>
                </a:lnTo>
                <a:cubicBezTo>
                  <a:pt x="4322241" y="2297756"/>
                  <a:pt x="4322241" y="2297341"/>
                  <a:pt x="4322418" y="2297045"/>
                </a:cubicBezTo>
                <a:lnTo>
                  <a:pt x="4329881" y="2284134"/>
                </a:lnTo>
                <a:cubicBezTo>
                  <a:pt x="4330058" y="2283778"/>
                  <a:pt x="4330414" y="2283601"/>
                  <a:pt x="4330769" y="2283601"/>
                </a:cubicBezTo>
                <a:close/>
                <a:moveTo>
                  <a:pt x="3857382" y="2283601"/>
                </a:moveTo>
                <a:lnTo>
                  <a:pt x="3872307" y="2283601"/>
                </a:lnTo>
                <a:cubicBezTo>
                  <a:pt x="3872662" y="2283601"/>
                  <a:pt x="3873018" y="2283838"/>
                  <a:pt x="3873195" y="2284134"/>
                </a:cubicBezTo>
                <a:lnTo>
                  <a:pt x="3880657" y="2297045"/>
                </a:lnTo>
                <a:cubicBezTo>
                  <a:pt x="3880835" y="2297401"/>
                  <a:pt x="3880835" y="2297815"/>
                  <a:pt x="3880657" y="2298111"/>
                </a:cubicBezTo>
                <a:lnTo>
                  <a:pt x="3873195" y="2311022"/>
                </a:lnTo>
                <a:cubicBezTo>
                  <a:pt x="3873018" y="2311378"/>
                  <a:pt x="3872662" y="2311555"/>
                  <a:pt x="3872307" y="2311555"/>
                </a:cubicBezTo>
                <a:lnTo>
                  <a:pt x="3857382" y="2311555"/>
                </a:lnTo>
                <a:cubicBezTo>
                  <a:pt x="3857027" y="2311555"/>
                  <a:pt x="3856672" y="2311318"/>
                  <a:pt x="3856494" y="2311022"/>
                </a:cubicBezTo>
                <a:lnTo>
                  <a:pt x="3849031" y="2298111"/>
                </a:lnTo>
                <a:cubicBezTo>
                  <a:pt x="3848854" y="2297756"/>
                  <a:pt x="3848854" y="2297341"/>
                  <a:pt x="3849031" y="2297045"/>
                </a:cubicBezTo>
                <a:lnTo>
                  <a:pt x="3856494" y="2284134"/>
                </a:lnTo>
                <a:cubicBezTo>
                  <a:pt x="3856672" y="2283778"/>
                  <a:pt x="3857027" y="2283601"/>
                  <a:pt x="3857382" y="2283601"/>
                </a:cubicBezTo>
                <a:close/>
                <a:moveTo>
                  <a:pt x="3789747" y="2283541"/>
                </a:moveTo>
                <a:lnTo>
                  <a:pt x="3804731" y="2283541"/>
                </a:lnTo>
                <a:cubicBezTo>
                  <a:pt x="3805086" y="2283541"/>
                  <a:pt x="3805442" y="2283778"/>
                  <a:pt x="3805620" y="2284074"/>
                </a:cubicBezTo>
                <a:lnTo>
                  <a:pt x="3813141" y="2297103"/>
                </a:lnTo>
                <a:cubicBezTo>
                  <a:pt x="3813319" y="2297459"/>
                  <a:pt x="3813319" y="2297873"/>
                  <a:pt x="3813141" y="2298170"/>
                </a:cubicBezTo>
                <a:lnTo>
                  <a:pt x="3805620" y="2311199"/>
                </a:lnTo>
                <a:cubicBezTo>
                  <a:pt x="3805442" y="2311554"/>
                  <a:pt x="3805086" y="2311732"/>
                  <a:pt x="3804731" y="2311732"/>
                </a:cubicBezTo>
                <a:lnTo>
                  <a:pt x="3789747" y="2311732"/>
                </a:lnTo>
                <a:cubicBezTo>
                  <a:pt x="3789392" y="2311732"/>
                  <a:pt x="3789036" y="2311495"/>
                  <a:pt x="3788859" y="2311199"/>
                </a:cubicBezTo>
                <a:lnTo>
                  <a:pt x="3781337" y="2298170"/>
                </a:lnTo>
                <a:cubicBezTo>
                  <a:pt x="3781160" y="2297814"/>
                  <a:pt x="3781160" y="2297400"/>
                  <a:pt x="3781337" y="2297103"/>
                </a:cubicBezTo>
                <a:lnTo>
                  <a:pt x="3788859" y="2284074"/>
                </a:lnTo>
                <a:cubicBezTo>
                  <a:pt x="3789036" y="2283719"/>
                  <a:pt x="3789392" y="2283541"/>
                  <a:pt x="3789747" y="2283541"/>
                </a:cubicBezTo>
                <a:close/>
                <a:moveTo>
                  <a:pt x="1625366" y="2283186"/>
                </a:moveTo>
                <a:lnTo>
                  <a:pt x="1640705" y="2283186"/>
                </a:lnTo>
                <a:cubicBezTo>
                  <a:pt x="1641120" y="2283186"/>
                  <a:pt x="1641475" y="2283364"/>
                  <a:pt x="1641653" y="2283719"/>
                </a:cubicBezTo>
                <a:lnTo>
                  <a:pt x="1649293" y="2296986"/>
                </a:lnTo>
                <a:cubicBezTo>
                  <a:pt x="1649471" y="2297282"/>
                  <a:pt x="1649471" y="2297696"/>
                  <a:pt x="1649293" y="2298052"/>
                </a:cubicBezTo>
                <a:lnTo>
                  <a:pt x="1641594" y="2311318"/>
                </a:lnTo>
                <a:cubicBezTo>
                  <a:pt x="1641357" y="2311614"/>
                  <a:pt x="1641002" y="2311851"/>
                  <a:pt x="1640646" y="2311851"/>
                </a:cubicBezTo>
                <a:lnTo>
                  <a:pt x="1625307" y="2311851"/>
                </a:lnTo>
                <a:cubicBezTo>
                  <a:pt x="1624892" y="2311851"/>
                  <a:pt x="1624537" y="2311673"/>
                  <a:pt x="1624359" y="2311318"/>
                </a:cubicBezTo>
                <a:lnTo>
                  <a:pt x="1616719" y="2298052"/>
                </a:lnTo>
                <a:cubicBezTo>
                  <a:pt x="1616542" y="2297756"/>
                  <a:pt x="1616542" y="2297341"/>
                  <a:pt x="1616719" y="2296986"/>
                </a:cubicBezTo>
                <a:lnTo>
                  <a:pt x="1624419" y="2283719"/>
                </a:lnTo>
                <a:cubicBezTo>
                  <a:pt x="1624655" y="2283423"/>
                  <a:pt x="1625011" y="2283186"/>
                  <a:pt x="1625366" y="2283186"/>
                </a:cubicBezTo>
                <a:close/>
                <a:moveTo>
                  <a:pt x="1692942" y="2283127"/>
                </a:moveTo>
                <a:lnTo>
                  <a:pt x="1708400" y="2283127"/>
                </a:lnTo>
                <a:cubicBezTo>
                  <a:pt x="1708815" y="2283127"/>
                  <a:pt x="1709170" y="2283305"/>
                  <a:pt x="1709348" y="2283660"/>
                </a:cubicBezTo>
                <a:lnTo>
                  <a:pt x="1717047" y="2297045"/>
                </a:lnTo>
                <a:cubicBezTo>
                  <a:pt x="1717225" y="2297341"/>
                  <a:pt x="1717225" y="2297756"/>
                  <a:pt x="1717047" y="2298111"/>
                </a:cubicBezTo>
                <a:lnTo>
                  <a:pt x="1709289" y="2311496"/>
                </a:lnTo>
                <a:cubicBezTo>
                  <a:pt x="1709111" y="2311792"/>
                  <a:pt x="1708696" y="2312029"/>
                  <a:pt x="1708341" y="2312029"/>
                </a:cubicBezTo>
                <a:lnTo>
                  <a:pt x="1692883" y="2312029"/>
                </a:lnTo>
                <a:cubicBezTo>
                  <a:pt x="1692468" y="2312029"/>
                  <a:pt x="1692113" y="2311851"/>
                  <a:pt x="1691936" y="2311496"/>
                </a:cubicBezTo>
                <a:lnTo>
                  <a:pt x="1684236" y="2298111"/>
                </a:lnTo>
                <a:cubicBezTo>
                  <a:pt x="1684059" y="2297815"/>
                  <a:pt x="1684059" y="2297400"/>
                  <a:pt x="1684236" y="2297045"/>
                </a:cubicBezTo>
                <a:lnTo>
                  <a:pt x="1691995" y="2283660"/>
                </a:lnTo>
                <a:cubicBezTo>
                  <a:pt x="1692172" y="2283364"/>
                  <a:pt x="1692587" y="2283127"/>
                  <a:pt x="1692942" y="2283127"/>
                </a:cubicBezTo>
                <a:close/>
                <a:moveTo>
                  <a:pt x="2707231" y="2282771"/>
                </a:moveTo>
                <a:lnTo>
                  <a:pt x="2723044" y="2282771"/>
                </a:lnTo>
                <a:cubicBezTo>
                  <a:pt x="2723399" y="2282771"/>
                  <a:pt x="2723814" y="2282949"/>
                  <a:pt x="2723991" y="2283304"/>
                </a:cubicBezTo>
                <a:lnTo>
                  <a:pt x="2731868" y="2296985"/>
                </a:lnTo>
                <a:cubicBezTo>
                  <a:pt x="2732046" y="2297341"/>
                  <a:pt x="2732046" y="2297755"/>
                  <a:pt x="2731868" y="2298110"/>
                </a:cubicBezTo>
                <a:lnTo>
                  <a:pt x="2723991" y="2311791"/>
                </a:lnTo>
                <a:cubicBezTo>
                  <a:pt x="2723814" y="2312087"/>
                  <a:pt x="2723458" y="2312324"/>
                  <a:pt x="2723044" y="2312324"/>
                </a:cubicBezTo>
                <a:lnTo>
                  <a:pt x="2707231" y="2312324"/>
                </a:lnTo>
                <a:cubicBezTo>
                  <a:pt x="2706876" y="2312324"/>
                  <a:pt x="2706461" y="2312147"/>
                  <a:pt x="2706283" y="2311791"/>
                </a:cubicBezTo>
                <a:lnTo>
                  <a:pt x="2698406" y="2298110"/>
                </a:lnTo>
                <a:cubicBezTo>
                  <a:pt x="2698229" y="2297755"/>
                  <a:pt x="2698229" y="2297341"/>
                  <a:pt x="2698406" y="2296985"/>
                </a:cubicBezTo>
                <a:lnTo>
                  <a:pt x="2706283" y="2283304"/>
                </a:lnTo>
                <a:cubicBezTo>
                  <a:pt x="2706461" y="2283008"/>
                  <a:pt x="2706816" y="2282771"/>
                  <a:pt x="2707231" y="2282771"/>
                </a:cubicBezTo>
                <a:close/>
                <a:moveTo>
                  <a:pt x="3450980" y="2282357"/>
                </a:moveTo>
                <a:lnTo>
                  <a:pt x="3467207" y="2282357"/>
                </a:lnTo>
                <a:cubicBezTo>
                  <a:pt x="3467622" y="2282357"/>
                  <a:pt x="3467977" y="2282594"/>
                  <a:pt x="3468214" y="2282949"/>
                </a:cubicBezTo>
                <a:lnTo>
                  <a:pt x="3476328" y="2296986"/>
                </a:lnTo>
                <a:cubicBezTo>
                  <a:pt x="3476565" y="2297341"/>
                  <a:pt x="3476565" y="2297756"/>
                  <a:pt x="3476328" y="2298111"/>
                </a:cubicBezTo>
                <a:lnTo>
                  <a:pt x="3468214" y="2312147"/>
                </a:lnTo>
                <a:cubicBezTo>
                  <a:pt x="3467977" y="2312503"/>
                  <a:pt x="3467622" y="2312740"/>
                  <a:pt x="3467207" y="2312740"/>
                </a:cubicBezTo>
                <a:lnTo>
                  <a:pt x="3450980" y="2312740"/>
                </a:lnTo>
                <a:cubicBezTo>
                  <a:pt x="3450565" y="2312740"/>
                  <a:pt x="3450210" y="2312503"/>
                  <a:pt x="3449973" y="2312147"/>
                </a:cubicBezTo>
                <a:lnTo>
                  <a:pt x="3441859" y="2298111"/>
                </a:lnTo>
                <a:cubicBezTo>
                  <a:pt x="3441622" y="2297756"/>
                  <a:pt x="3441622" y="2297341"/>
                  <a:pt x="3441859" y="2296986"/>
                </a:cubicBezTo>
                <a:lnTo>
                  <a:pt x="3449973" y="2282949"/>
                </a:lnTo>
                <a:cubicBezTo>
                  <a:pt x="3450210" y="2282594"/>
                  <a:pt x="3450565" y="2282357"/>
                  <a:pt x="3450980" y="2282357"/>
                </a:cubicBezTo>
                <a:close/>
                <a:moveTo>
                  <a:pt x="1827797" y="2282357"/>
                </a:moveTo>
                <a:lnTo>
                  <a:pt x="1844025" y="2282357"/>
                </a:lnTo>
                <a:cubicBezTo>
                  <a:pt x="1844440" y="2282357"/>
                  <a:pt x="1844795" y="2282594"/>
                  <a:pt x="1845032" y="2282949"/>
                </a:cubicBezTo>
                <a:lnTo>
                  <a:pt x="1853146" y="2296986"/>
                </a:lnTo>
                <a:cubicBezTo>
                  <a:pt x="1853382" y="2297341"/>
                  <a:pt x="1853382" y="2297756"/>
                  <a:pt x="1853146" y="2298111"/>
                </a:cubicBezTo>
                <a:lnTo>
                  <a:pt x="1845032" y="2312147"/>
                </a:lnTo>
                <a:cubicBezTo>
                  <a:pt x="1844795" y="2312503"/>
                  <a:pt x="1844440" y="2312740"/>
                  <a:pt x="1844025" y="2312740"/>
                </a:cubicBezTo>
                <a:lnTo>
                  <a:pt x="1827797" y="2312740"/>
                </a:lnTo>
                <a:cubicBezTo>
                  <a:pt x="1827383" y="2312740"/>
                  <a:pt x="1827028" y="2312503"/>
                  <a:pt x="1826790" y="2312147"/>
                </a:cubicBezTo>
                <a:lnTo>
                  <a:pt x="1818677" y="2298111"/>
                </a:lnTo>
                <a:cubicBezTo>
                  <a:pt x="1818440" y="2297756"/>
                  <a:pt x="1818440" y="2297341"/>
                  <a:pt x="1818677" y="2296986"/>
                </a:cubicBezTo>
                <a:lnTo>
                  <a:pt x="1826790" y="2282949"/>
                </a:lnTo>
                <a:cubicBezTo>
                  <a:pt x="1827028" y="2282594"/>
                  <a:pt x="1827383" y="2282357"/>
                  <a:pt x="1827797" y="2282357"/>
                </a:cubicBezTo>
                <a:close/>
                <a:moveTo>
                  <a:pt x="2504030" y="2282298"/>
                </a:moveTo>
                <a:lnTo>
                  <a:pt x="2520376" y="2282298"/>
                </a:lnTo>
                <a:cubicBezTo>
                  <a:pt x="2520790" y="2282298"/>
                  <a:pt x="2521146" y="2282535"/>
                  <a:pt x="2521383" y="2282890"/>
                </a:cubicBezTo>
                <a:lnTo>
                  <a:pt x="2529556" y="2297045"/>
                </a:lnTo>
                <a:cubicBezTo>
                  <a:pt x="2529793" y="2297401"/>
                  <a:pt x="2529793" y="2297874"/>
                  <a:pt x="2529556" y="2298230"/>
                </a:cubicBezTo>
                <a:lnTo>
                  <a:pt x="2521383" y="2312384"/>
                </a:lnTo>
                <a:cubicBezTo>
                  <a:pt x="2521146" y="2312740"/>
                  <a:pt x="2520790" y="2312977"/>
                  <a:pt x="2520376" y="2312977"/>
                </a:cubicBezTo>
                <a:lnTo>
                  <a:pt x="2504030" y="2312977"/>
                </a:lnTo>
                <a:cubicBezTo>
                  <a:pt x="2503615" y="2312977"/>
                  <a:pt x="2503260" y="2312740"/>
                  <a:pt x="2503023" y="2312384"/>
                </a:cubicBezTo>
                <a:lnTo>
                  <a:pt x="2494850" y="2298230"/>
                </a:lnTo>
                <a:cubicBezTo>
                  <a:pt x="2494613" y="2297874"/>
                  <a:pt x="2494613" y="2297401"/>
                  <a:pt x="2494850" y="2297045"/>
                </a:cubicBezTo>
                <a:lnTo>
                  <a:pt x="2503023" y="2282890"/>
                </a:lnTo>
                <a:cubicBezTo>
                  <a:pt x="2503260" y="2282535"/>
                  <a:pt x="2503615" y="2282298"/>
                  <a:pt x="2504030" y="2282298"/>
                </a:cubicBezTo>
                <a:close/>
                <a:moveTo>
                  <a:pt x="2368641" y="2282061"/>
                </a:moveTo>
                <a:lnTo>
                  <a:pt x="2385224" y="2282061"/>
                </a:lnTo>
                <a:cubicBezTo>
                  <a:pt x="2385639" y="2282061"/>
                  <a:pt x="2385994" y="2282298"/>
                  <a:pt x="2386231" y="2282653"/>
                </a:cubicBezTo>
                <a:lnTo>
                  <a:pt x="2394523" y="2296986"/>
                </a:lnTo>
                <a:cubicBezTo>
                  <a:pt x="2394759" y="2297341"/>
                  <a:pt x="2394759" y="2297815"/>
                  <a:pt x="2394523" y="2298170"/>
                </a:cubicBezTo>
                <a:lnTo>
                  <a:pt x="2386231" y="2312503"/>
                </a:lnTo>
                <a:cubicBezTo>
                  <a:pt x="2385994" y="2312858"/>
                  <a:pt x="2385639" y="2313095"/>
                  <a:pt x="2385224" y="2313095"/>
                </a:cubicBezTo>
                <a:lnTo>
                  <a:pt x="2368641" y="2313095"/>
                </a:lnTo>
                <a:cubicBezTo>
                  <a:pt x="2368227" y="2313095"/>
                  <a:pt x="2367871" y="2312858"/>
                  <a:pt x="2367634" y="2312503"/>
                </a:cubicBezTo>
                <a:lnTo>
                  <a:pt x="2359343" y="2298170"/>
                </a:lnTo>
                <a:cubicBezTo>
                  <a:pt x="2359106" y="2297815"/>
                  <a:pt x="2359106" y="2297341"/>
                  <a:pt x="2359343" y="2296986"/>
                </a:cubicBezTo>
                <a:lnTo>
                  <a:pt x="2367634" y="2282653"/>
                </a:lnTo>
                <a:cubicBezTo>
                  <a:pt x="2367871" y="2282298"/>
                  <a:pt x="2368227" y="2282061"/>
                  <a:pt x="2368641" y="2282061"/>
                </a:cubicBezTo>
                <a:close/>
                <a:moveTo>
                  <a:pt x="2571546" y="2281942"/>
                </a:moveTo>
                <a:lnTo>
                  <a:pt x="2588188" y="2281942"/>
                </a:lnTo>
                <a:cubicBezTo>
                  <a:pt x="2588603" y="2281942"/>
                  <a:pt x="2588958" y="2282179"/>
                  <a:pt x="2589195" y="2282534"/>
                </a:cubicBezTo>
                <a:lnTo>
                  <a:pt x="2597546" y="2296985"/>
                </a:lnTo>
                <a:cubicBezTo>
                  <a:pt x="2597783" y="2297341"/>
                  <a:pt x="2597783" y="2297815"/>
                  <a:pt x="2597546" y="2298170"/>
                </a:cubicBezTo>
                <a:lnTo>
                  <a:pt x="2589195" y="2312621"/>
                </a:lnTo>
                <a:cubicBezTo>
                  <a:pt x="2589018" y="2312976"/>
                  <a:pt x="2588603" y="2313213"/>
                  <a:pt x="2588188" y="2313213"/>
                </a:cubicBezTo>
                <a:lnTo>
                  <a:pt x="2571546" y="2313213"/>
                </a:lnTo>
                <a:cubicBezTo>
                  <a:pt x="2571132" y="2313213"/>
                  <a:pt x="2570776" y="2312976"/>
                  <a:pt x="2570539" y="2312621"/>
                </a:cubicBezTo>
                <a:lnTo>
                  <a:pt x="2562189" y="2298170"/>
                </a:lnTo>
                <a:cubicBezTo>
                  <a:pt x="2561952" y="2297815"/>
                  <a:pt x="2561952" y="2297341"/>
                  <a:pt x="2562189" y="2296985"/>
                </a:cubicBezTo>
                <a:lnTo>
                  <a:pt x="2570539" y="2282534"/>
                </a:lnTo>
                <a:cubicBezTo>
                  <a:pt x="2570717" y="2282179"/>
                  <a:pt x="2571132" y="2281942"/>
                  <a:pt x="2571546" y="2281942"/>
                </a:cubicBezTo>
                <a:close/>
                <a:moveTo>
                  <a:pt x="2639123" y="2281883"/>
                </a:moveTo>
                <a:lnTo>
                  <a:pt x="2655883" y="2281883"/>
                </a:lnTo>
                <a:cubicBezTo>
                  <a:pt x="2656298" y="2281883"/>
                  <a:pt x="2656653" y="2282120"/>
                  <a:pt x="2656890" y="2282475"/>
                </a:cubicBezTo>
                <a:lnTo>
                  <a:pt x="2665300" y="2296985"/>
                </a:lnTo>
                <a:cubicBezTo>
                  <a:pt x="2665537" y="2297341"/>
                  <a:pt x="2665537" y="2297815"/>
                  <a:pt x="2665300" y="2298170"/>
                </a:cubicBezTo>
                <a:lnTo>
                  <a:pt x="2656890" y="2312680"/>
                </a:lnTo>
                <a:cubicBezTo>
                  <a:pt x="2656712" y="2313035"/>
                  <a:pt x="2656298" y="2313272"/>
                  <a:pt x="2655883" y="2313272"/>
                </a:cubicBezTo>
                <a:lnTo>
                  <a:pt x="2639123" y="2313272"/>
                </a:lnTo>
                <a:cubicBezTo>
                  <a:pt x="2638708" y="2313272"/>
                  <a:pt x="2638353" y="2313035"/>
                  <a:pt x="2638115" y="2312680"/>
                </a:cubicBezTo>
                <a:lnTo>
                  <a:pt x="2629706" y="2298170"/>
                </a:lnTo>
                <a:cubicBezTo>
                  <a:pt x="2629469" y="2297815"/>
                  <a:pt x="2629469" y="2297341"/>
                  <a:pt x="2629706" y="2296985"/>
                </a:cubicBezTo>
                <a:lnTo>
                  <a:pt x="2638115" y="2282475"/>
                </a:lnTo>
                <a:cubicBezTo>
                  <a:pt x="2638293" y="2282120"/>
                  <a:pt x="2638708" y="2281883"/>
                  <a:pt x="2639123" y="2281883"/>
                </a:cubicBezTo>
                <a:close/>
                <a:moveTo>
                  <a:pt x="2233372" y="2281883"/>
                </a:moveTo>
                <a:lnTo>
                  <a:pt x="2250132" y="2281883"/>
                </a:lnTo>
                <a:cubicBezTo>
                  <a:pt x="2250547" y="2281883"/>
                  <a:pt x="2250902" y="2282120"/>
                  <a:pt x="2251139" y="2282475"/>
                </a:cubicBezTo>
                <a:lnTo>
                  <a:pt x="2259549" y="2296985"/>
                </a:lnTo>
                <a:cubicBezTo>
                  <a:pt x="2259786" y="2297341"/>
                  <a:pt x="2259786" y="2297815"/>
                  <a:pt x="2259549" y="2298170"/>
                </a:cubicBezTo>
                <a:lnTo>
                  <a:pt x="2251139" y="2312680"/>
                </a:lnTo>
                <a:cubicBezTo>
                  <a:pt x="2250961" y="2313035"/>
                  <a:pt x="2250547" y="2313272"/>
                  <a:pt x="2250132" y="2313272"/>
                </a:cubicBezTo>
                <a:lnTo>
                  <a:pt x="2233372" y="2313272"/>
                </a:lnTo>
                <a:cubicBezTo>
                  <a:pt x="2232957" y="2313272"/>
                  <a:pt x="2232602" y="2313035"/>
                  <a:pt x="2232365" y="2312680"/>
                </a:cubicBezTo>
                <a:lnTo>
                  <a:pt x="2223955" y="2298170"/>
                </a:lnTo>
                <a:cubicBezTo>
                  <a:pt x="2223718" y="2297815"/>
                  <a:pt x="2223718" y="2297341"/>
                  <a:pt x="2223955" y="2296985"/>
                </a:cubicBezTo>
                <a:lnTo>
                  <a:pt x="2232365" y="2282475"/>
                </a:lnTo>
                <a:cubicBezTo>
                  <a:pt x="2232542" y="2282120"/>
                  <a:pt x="2232957" y="2281883"/>
                  <a:pt x="2233372" y="2281883"/>
                </a:cubicBezTo>
                <a:close/>
                <a:moveTo>
                  <a:pt x="1759926" y="2281883"/>
                </a:moveTo>
                <a:lnTo>
                  <a:pt x="1776686" y="2281883"/>
                </a:lnTo>
                <a:cubicBezTo>
                  <a:pt x="1777101" y="2281883"/>
                  <a:pt x="1777456" y="2282120"/>
                  <a:pt x="1777693" y="2282475"/>
                </a:cubicBezTo>
                <a:lnTo>
                  <a:pt x="1786103" y="2296985"/>
                </a:lnTo>
                <a:cubicBezTo>
                  <a:pt x="1786340" y="2297341"/>
                  <a:pt x="1786340" y="2297815"/>
                  <a:pt x="1786103" y="2298170"/>
                </a:cubicBezTo>
                <a:lnTo>
                  <a:pt x="1777693" y="2312680"/>
                </a:lnTo>
                <a:cubicBezTo>
                  <a:pt x="1777515" y="2313035"/>
                  <a:pt x="1777101" y="2313272"/>
                  <a:pt x="1776686" y="2313272"/>
                </a:cubicBezTo>
                <a:lnTo>
                  <a:pt x="1759926" y="2313272"/>
                </a:lnTo>
                <a:cubicBezTo>
                  <a:pt x="1759511" y="2313272"/>
                  <a:pt x="1759156" y="2313035"/>
                  <a:pt x="1758919" y="2312680"/>
                </a:cubicBezTo>
                <a:lnTo>
                  <a:pt x="1750509" y="2298170"/>
                </a:lnTo>
                <a:cubicBezTo>
                  <a:pt x="1750272" y="2297815"/>
                  <a:pt x="1750272" y="2297341"/>
                  <a:pt x="1750509" y="2296985"/>
                </a:cubicBezTo>
                <a:lnTo>
                  <a:pt x="1758919" y="2282475"/>
                </a:lnTo>
                <a:cubicBezTo>
                  <a:pt x="1759096" y="2282120"/>
                  <a:pt x="1759511" y="2281883"/>
                  <a:pt x="1759926" y="2281883"/>
                </a:cubicBezTo>
                <a:close/>
                <a:moveTo>
                  <a:pt x="1895137" y="2281765"/>
                </a:moveTo>
                <a:lnTo>
                  <a:pt x="1912016" y="2281765"/>
                </a:lnTo>
                <a:cubicBezTo>
                  <a:pt x="1912430" y="2281765"/>
                  <a:pt x="1912786" y="2282002"/>
                  <a:pt x="1913023" y="2282357"/>
                </a:cubicBezTo>
                <a:lnTo>
                  <a:pt x="1921433" y="2296986"/>
                </a:lnTo>
                <a:cubicBezTo>
                  <a:pt x="1921670" y="2297341"/>
                  <a:pt x="1921670" y="2297815"/>
                  <a:pt x="1921433" y="2298170"/>
                </a:cubicBezTo>
                <a:lnTo>
                  <a:pt x="1912963" y="2312799"/>
                </a:lnTo>
                <a:cubicBezTo>
                  <a:pt x="1912786" y="2313154"/>
                  <a:pt x="1912371" y="2313391"/>
                  <a:pt x="1911957" y="2313391"/>
                </a:cubicBezTo>
                <a:lnTo>
                  <a:pt x="1895078" y="2313391"/>
                </a:lnTo>
                <a:cubicBezTo>
                  <a:pt x="1894663" y="2313391"/>
                  <a:pt x="1894308" y="2313154"/>
                  <a:pt x="1894071" y="2312799"/>
                </a:cubicBezTo>
                <a:lnTo>
                  <a:pt x="1885661" y="2298170"/>
                </a:lnTo>
                <a:cubicBezTo>
                  <a:pt x="1885424" y="2297815"/>
                  <a:pt x="1885424" y="2297341"/>
                  <a:pt x="1885661" y="2296986"/>
                </a:cubicBezTo>
                <a:lnTo>
                  <a:pt x="1894130" y="2282357"/>
                </a:lnTo>
                <a:cubicBezTo>
                  <a:pt x="1894308" y="2282002"/>
                  <a:pt x="1894722" y="2281765"/>
                  <a:pt x="1895137" y="2281765"/>
                </a:cubicBezTo>
                <a:close/>
                <a:moveTo>
                  <a:pt x="4532667" y="2281646"/>
                </a:moveTo>
                <a:lnTo>
                  <a:pt x="4549665" y="2281646"/>
                </a:lnTo>
                <a:cubicBezTo>
                  <a:pt x="4550138" y="2281646"/>
                  <a:pt x="4550494" y="2281883"/>
                  <a:pt x="4550731" y="2282238"/>
                </a:cubicBezTo>
                <a:lnTo>
                  <a:pt x="4559200" y="2296985"/>
                </a:lnTo>
                <a:cubicBezTo>
                  <a:pt x="4559436" y="2297341"/>
                  <a:pt x="4559436" y="2297815"/>
                  <a:pt x="4559200" y="2298170"/>
                </a:cubicBezTo>
                <a:lnTo>
                  <a:pt x="4550671" y="2312917"/>
                </a:lnTo>
                <a:cubicBezTo>
                  <a:pt x="4550435" y="2313272"/>
                  <a:pt x="4550020" y="2313509"/>
                  <a:pt x="4549606" y="2313509"/>
                </a:cubicBezTo>
                <a:lnTo>
                  <a:pt x="4532608" y="2313509"/>
                </a:lnTo>
                <a:cubicBezTo>
                  <a:pt x="4532134" y="2313509"/>
                  <a:pt x="4531779" y="2313272"/>
                  <a:pt x="4531542" y="2312917"/>
                </a:cubicBezTo>
                <a:lnTo>
                  <a:pt x="4523073" y="2298170"/>
                </a:lnTo>
                <a:cubicBezTo>
                  <a:pt x="4522836" y="2297815"/>
                  <a:pt x="4522836" y="2297341"/>
                  <a:pt x="4523073" y="2296985"/>
                </a:cubicBezTo>
                <a:lnTo>
                  <a:pt x="4531601" y="2282238"/>
                </a:lnTo>
                <a:cubicBezTo>
                  <a:pt x="4531838" y="2281883"/>
                  <a:pt x="4532252" y="2281646"/>
                  <a:pt x="4532667" y="2281646"/>
                </a:cubicBezTo>
                <a:close/>
                <a:moveTo>
                  <a:pt x="3585835" y="2281646"/>
                </a:moveTo>
                <a:lnTo>
                  <a:pt x="3602833" y="2281646"/>
                </a:lnTo>
                <a:cubicBezTo>
                  <a:pt x="3603306" y="2281646"/>
                  <a:pt x="3603661" y="2281883"/>
                  <a:pt x="3603899" y="2282238"/>
                </a:cubicBezTo>
                <a:lnTo>
                  <a:pt x="3612368" y="2296985"/>
                </a:lnTo>
                <a:cubicBezTo>
                  <a:pt x="3612604" y="2297341"/>
                  <a:pt x="3612604" y="2297815"/>
                  <a:pt x="3612368" y="2298170"/>
                </a:cubicBezTo>
                <a:lnTo>
                  <a:pt x="3603839" y="2312917"/>
                </a:lnTo>
                <a:cubicBezTo>
                  <a:pt x="3603603" y="2313272"/>
                  <a:pt x="3603188" y="2313509"/>
                  <a:pt x="3602774" y="2313509"/>
                </a:cubicBezTo>
                <a:lnTo>
                  <a:pt x="3585776" y="2313509"/>
                </a:lnTo>
                <a:cubicBezTo>
                  <a:pt x="3585302" y="2313509"/>
                  <a:pt x="3584947" y="2313272"/>
                  <a:pt x="3584710" y="2312917"/>
                </a:cubicBezTo>
                <a:lnTo>
                  <a:pt x="3576241" y="2298170"/>
                </a:lnTo>
                <a:cubicBezTo>
                  <a:pt x="3576004" y="2297815"/>
                  <a:pt x="3576004" y="2297341"/>
                  <a:pt x="3576241" y="2296985"/>
                </a:cubicBezTo>
                <a:lnTo>
                  <a:pt x="3584769" y="2282238"/>
                </a:lnTo>
                <a:cubicBezTo>
                  <a:pt x="3585006" y="2281883"/>
                  <a:pt x="3585420" y="2281646"/>
                  <a:pt x="3585835" y="2281646"/>
                </a:cubicBezTo>
                <a:close/>
                <a:moveTo>
                  <a:pt x="2436099" y="2281646"/>
                </a:moveTo>
                <a:lnTo>
                  <a:pt x="2453097" y="2281646"/>
                </a:lnTo>
                <a:cubicBezTo>
                  <a:pt x="2453570" y="2281646"/>
                  <a:pt x="2453926" y="2281883"/>
                  <a:pt x="2454163" y="2282238"/>
                </a:cubicBezTo>
                <a:lnTo>
                  <a:pt x="2462632" y="2296985"/>
                </a:lnTo>
                <a:cubicBezTo>
                  <a:pt x="2462869" y="2297341"/>
                  <a:pt x="2462869" y="2297815"/>
                  <a:pt x="2462632" y="2298170"/>
                </a:cubicBezTo>
                <a:lnTo>
                  <a:pt x="2454104" y="2312917"/>
                </a:lnTo>
                <a:cubicBezTo>
                  <a:pt x="2453867" y="2313272"/>
                  <a:pt x="2453452" y="2313509"/>
                  <a:pt x="2453037" y="2313509"/>
                </a:cubicBezTo>
                <a:lnTo>
                  <a:pt x="2436040" y="2313509"/>
                </a:lnTo>
                <a:cubicBezTo>
                  <a:pt x="2435566" y="2313509"/>
                  <a:pt x="2435211" y="2313272"/>
                  <a:pt x="2434974" y="2312917"/>
                </a:cubicBezTo>
                <a:lnTo>
                  <a:pt x="2426505" y="2298170"/>
                </a:lnTo>
                <a:cubicBezTo>
                  <a:pt x="2426268" y="2297815"/>
                  <a:pt x="2426268" y="2297341"/>
                  <a:pt x="2426505" y="2296985"/>
                </a:cubicBezTo>
                <a:lnTo>
                  <a:pt x="2435033" y="2282238"/>
                </a:lnTo>
                <a:cubicBezTo>
                  <a:pt x="2435270" y="2281883"/>
                  <a:pt x="2435684" y="2281646"/>
                  <a:pt x="2436099" y="2281646"/>
                </a:cubicBezTo>
                <a:close/>
                <a:moveTo>
                  <a:pt x="1556902" y="2281646"/>
                </a:moveTo>
                <a:lnTo>
                  <a:pt x="1573900" y="2281646"/>
                </a:lnTo>
                <a:cubicBezTo>
                  <a:pt x="1574373" y="2281646"/>
                  <a:pt x="1574729" y="2281883"/>
                  <a:pt x="1574966" y="2282238"/>
                </a:cubicBezTo>
                <a:lnTo>
                  <a:pt x="1583435" y="2296985"/>
                </a:lnTo>
                <a:cubicBezTo>
                  <a:pt x="1583672" y="2297341"/>
                  <a:pt x="1583672" y="2297815"/>
                  <a:pt x="1583435" y="2298170"/>
                </a:cubicBezTo>
                <a:lnTo>
                  <a:pt x="1574907" y="2312917"/>
                </a:lnTo>
                <a:cubicBezTo>
                  <a:pt x="1574670" y="2313272"/>
                  <a:pt x="1574255" y="2313509"/>
                  <a:pt x="1573841" y="2313509"/>
                </a:cubicBezTo>
                <a:lnTo>
                  <a:pt x="1556843" y="2313509"/>
                </a:lnTo>
                <a:cubicBezTo>
                  <a:pt x="1556369" y="2313509"/>
                  <a:pt x="1556014" y="2313272"/>
                  <a:pt x="1555777" y="2312917"/>
                </a:cubicBezTo>
                <a:lnTo>
                  <a:pt x="1547308" y="2298170"/>
                </a:lnTo>
                <a:cubicBezTo>
                  <a:pt x="1547071" y="2297815"/>
                  <a:pt x="1547071" y="2297341"/>
                  <a:pt x="1547308" y="2296985"/>
                </a:cubicBezTo>
                <a:lnTo>
                  <a:pt x="1555836" y="2282238"/>
                </a:lnTo>
                <a:cubicBezTo>
                  <a:pt x="1556073" y="2281883"/>
                  <a:pt x="1556488" y="2281646"/>
                  <a:pt x="1556902" y="2281646"/>
                </a:cubicBezTo>
                <a:close/>
                <a:moveTo>
                  <a:pt x="3653411" y="2281528"/>
                </a:moveTo>
                <a:lnTo>
                  <a:pt x="3670527" y="2281528"/>
                </a:lnTo>
                <a:cubicBezTo>
                  <a:pt x="3671001" y="2281528"/>
                  <a:pt x="3671356" y="2281765"/>
                  <a:pt x="3671594" y="2282120"/>
                </a:cubicBezTo>
                <a:lnTo>
                  <a:pt x="3680122" y="2296926"/>
                </a:lnTo>
                <a:cubicBezTo>
                  <a:pt x="3680359" y="2297282"/>
                  <a:pt x="3680359" y="2297756"/>
                  <a:pt x="3680122" y="2298111"/>
                </a:cubicBezTo>
                <a:lnTo>
                  <a:pt x="3671534" y="2312917"/>
                </a:lnTo>
                <a:cubicBezTo>
                  <a:pt x="3671297" y="2313273"/>
                  <a:pt x="3670883" y="2313509"/>
                  <a:pt x="3670468" y="2313509"/>
                </a:cubicBezTo>
                <a:lnTo>
                  <a:pt x="3653352" y="2313509"/>
                </a:lnTo>
                <a:cubicBezTo>
                  <a:pt x="3652878" y="2313509"/>
                  <a:pt x="3652523" y="2313273"/>
                  <a:pt x="3652286" y="2312917"/>
                </a:cubicBezTo>
                <a:lnTo>
                  <a:pt x="3643757" y="2298111"/>
                </a:lnTo>
                <a:cubicBezTo>
                  <a:pt x="3643521" y="2297756"/>
                  <a:pt x="3643521" y="2297282"/>
                  <a:pt x="3643757" y="2296926"/>
                </a:cubicBezTo>
                <a:lnTo>
                  <a:pt x="3652345" y="2282120"/>
                </a:lnTo>
                <a:cubicBezTo>
                  <a:pt x="3652582" y="2281765"/>
                  <a:pt x="3652997" y="2281528"/>
                  <a:pt x="3653411" y="2281528"/>
                </a:cubicBezTo>
                <a:close/>
                <a:moveTo>
                  <a:pt x="2300710" y="2281469"/>
                </a:moveTo>
                <a:lnTo>
                  <a:pt x="2317944" y="2281469"/>
                </a:lnTo>
                <a:cubicBezTo>
                  <a:pt x="2318359" y="2281469"/>
                  <a:pt x="2318773" y="2281706"/>
                  <a:pt x="2319010" y="2282061"/>
                </a:cubicBezTo>
                <a:lnTo>
                  <a:pt x="2327598" y="2296986"/>
                </a:lnTo>
                <a:cubicBezTo>
                  <a:pt x="2327835" y="2297401"/>
                  <a:pt x="2327835" y="2297874"/>
                  <a:pt x="2327598" y="2298229"/>
                </a:cubicBezTo>
                <a:lnTo>
                  <a:pt x="2318951" y="2313154"/>
                </a:lnTo>
                <a:cubicBezTo>
                  <a:pt x="2318714" y="2313510"/>
                  <a:pt x="2318299" y="2313746"/>
                  <a:pt x="2317885" y="2313746"/>
                </a:cubicBezTo>
                <a:lnTo>
                  <a:pt x="2300650" y="2313746"/>
                </a:lnTo>
                <a:cubicBezTo>
                  <a:pt x="2300236" y="2313746"/>
                  <a:pt x="2299821" y="2313510"/>
                  <a:pt x="2299584" y="2313154"/>
                </a:cubicBezTo>
                <a:lnTo>
                  <a:pt x="2290997" y="2298229"/>
                </a:lnTo>
                <a:cubicBezTo>
                  <a:pt x="2290760" y="2297815"/>
                  <a:pt x="2290760" y="2297341"/>
                  <a:pt x="2290997" y="2296986"/>
                </a:cubicBezTo>
                <a:lnTo>
                  <a:pt x="2299644" y="2282061"/>
                </a:lnTo>
                <a:cubicBezTo>
                  <a:pt x="2299880" y="2281706"/>
                  <a:pt x="2300295" y="2281469"/>
                  <a:pt x="2300710" y="2281469"/>
                </a:cubicBezTo>
                <a:close/>
                <a:moveTo>
                  <a:pt x="3518022" y="2281350"/>
                </a:moveTo>
                <a:lnTo>
                  <a:pt x="3535376" y="2281350"/>
                </a:lnTo>
                <a:cubicBezTo>
                  <a:pt x="3535790" y="2281350"/>
                  <a:pt x="3536205" y="2281587"/>
                  <a:pt x="3536441" y="2281942"/>
                </a:cubicBezTo>
                <a:lnTo>
                  <a:pt x="3545089" y="2296986"/>
                </a:lnTo>
                <a:cubicBezTo>
                  <a:pt x="3545325" y="2297400"/>
                  <a:pt x="3545325" y="2297874"/>
                  <a:pt x="3545089" y="2298229"/>
                </a:cubicBezTo>
                <a:lnTo>
                  <a:pt x="3536441" y="2313272"/>
                </a:lnTo>
                <a:cubicBezTo>
                  <a:pt x="3536205" y="2313628"/>
                  <a:pt x="3535790" y="2313865"/>
                  <a:pt x="3535376" y="2313865"/>
                </a:cubicBezTo>
                <a:lnTo>
                  <a:pt x="3518022" y="2313865"/>
                </a:lnTo>
                <a:cubicBezTo>
                  <a:pt x="3517608" y="2313865"/>
                  <a:pt x="3517193" y="2313628"/>
                  <a:pt x="3516957" y="2313272"/>
                </a:cubicBezTo>
                <a:lnTo>
                  <a:pt x="3508309" y="2298229"/>
                </a:lnTo>
                <a:cubicBezTo>
                  <a:pt x="3508073" y="2297815"/>
                  <a:pt x="3508073" y="2297341"/>
                  <a:pt x="3508309" y="2296986"/>
                </a:cubicBezTo>
                <a:lnTo>
                  <a:pt x="3516957" y="2281942"/>
                </a:lnTo>
                <a:cubicBezTo>
                  <a:pt x="3517193" y="2281587"/>
                  <a:pt x="3517608" y="2281350"/>
                  <a:pt x="3518022" y="2281350"/>
                </a:cubicBezTo>
                <a:close/>
                <a:moveTo>
                  <a:pt x="2165381" y="2281350"/>
                </a:moveTo>
                <a:lnTo>
                  <a:pt x="2182734" y="2281350"/>
                </a:lnTo>
                <a:cubicBezTo>
                  <a:pt x="2183148" y="2281350"/>
                  <a:pt x="2183563" y="2281587"/>
                  <a:pt x="2183800" y="2281942"/>
                </a:cubicBezTo>
                <a:lnTo>
                  <a:pt x="2192446" y="2296986"/>
                </a:lnTo>
                <a:cubicBezTo>
                  <a:pt x="2192684" y="2297400"/>
                  <a:pt x="2192684" y="2297874"/>
                  <a:pt x="2192446" y="2298229"/>
                </a:cubicBezTo>
                <a:lnTo>
                  <a:pt x="2183800" y="2313272"/>
                </a:lnTo>
                <a:cubicBezTo>
                  <a:pt x="2183563" y="2313628"/>
                  <a:pt x="2183148" y="2313865"/>
                  <a:pt x="2182734" y="2313865"/>
                </a:cubicBezTo>
                <a:lnTo>
                  <a:pt x="2165381" y="2313865"/>
                </a:lnTo>
                <a:cubicBezTo>
                  <a:pt x="2164966" y="2313865"/>
                  <a:pt x="2164552" y="2313628"/>
                  <a:pt x="2164314" y="2313272"/>
                </a:cubicBezTo>
                <a:lnTo>
                  <a:pt x="2155668" y="2298229"/>
                </a:lnTo>
                <a:cubicBezTo>
                  <a:pt x="2155431" y="2297815"/>
                  <a:pt x="2155431" y="2297341"/>
                  <a:pt x="2155668" y="2296986"/>
                </a:cubicBezTo>
                <a:lnTo>
                  <a:pt x="2164314" y="2281942"/>
                </a:lnTo>
                <a:cubicBezTo>
                  <a:pt x="2164552" y="2281587"/>
                  <a:pt x="2164966" y="2281350"/>
                  <a:pt x="2165381" y="2281350"/>
                </a:cubicBezTo>
                <a:close/>
                <a:moveTo>
                  <a:pt x="4464617" y="2280935"/>
                </a:moveTo>
                <a:lnTo>
                  <a:pt x="4482385" y="2280935"/>
                </a:lnTo>
                <a:cubicBezTo>
                  <a:pt x="4482799" y="2280935"/>
                  <a:pt x="4483213" y="2281172"/>
                  <a:pt x="4483450" y="2281586"/>
                </a:cubicBezTo>
                <a:lnTo>
                  <a:pt x="4492334" y="2296985"/>
                </a:lnTo>
                <a:cubicBezTo>
                  <a:pt x="4492571" y="2297340"/>
                  <a:pt x="4492571" y="2297814"/>
                  <a:pt x="4492334" y="2298229"/>
                </a:cubicBezTo>
                <a:lnTo>
                  <a:pt x="4483450" y="2313627"/>
                </a:lnTo>
                <a:cubicBezTo>
                  <a:pt x="4483213" y="2314042"/>
                  <a:pt x="4482799" y="2314279"/>
                  <a:pt x="4482385" y="2314279"/>
                </a:cubicBezTo>
                <a:lnTo>
                  <a:pt x="4464617" y="2314279"/>
                </a:lnTo>
                <a:cubicBezTo>
                  <a:pt x="4464202" y="2314279"/>
                  <a:pt x="4463788" y="2314042"/>
                  <a:pt x="4463551" y="2313627"/>
                </a:cubicBezTo>
                <a:lnTo>
                  <a:pt x="4454667" y="2298229"/>
                </a:lnTo>
                <a:cubicBezTo>
                  <a:pt x="4454430" y="2297873"/>
                  <a:pt x="4454430" y="2297400"/>
                  <a:pt x="4454667" y="2296985"/>
                </a:cubicBezTo>
                <a:lnTo>
                  <a:pt x="4463551" y="2281586"/>
                </a:lnTo>
                <a:cubicBezTo>
                  <a:pt x="4463788" y="2281172"/>
                  <a:pt x="4464202" y="2280935"/>
                  <a:pt x="4464617" y="2280935"/>
                </a:cubicBezTo>
                <a:close/>
                <a:moveTo>
                  <a:pt x="1488853" y="2280817"/>
                </a:moveTo>
                <a:lnTo>
                  <a:pt x="1506739" y="2280817"/>
                </a:lnTo>
                <a:cubicBezTo>
                  <a:pt x="1507153" y="2280817"/>
                  <a:pt x="1507568" y="2281054"/>
                  <a:pt x="1507805" y="2281469"/>
                </a:cubicBezTo>
                <a:lnTo>
                  <a:pt x="1516748" y="2296986"/>
                </a:lnTo>
                <a:cubicBezTo>
                  <a:pt x="1516985" y="2297341"/>
                  <a:pt x="1516985" y="2297815"/>
                  <a:pt x="1516748" y="2298229"/>
                </a:cubicBezTo>
                <a:lnTo>
                  <a:pt x="1507805" y="2313746"/>
                </a:lnTo>
                <a:cubicBezTo>
                  <a:pt x="1507627" y="2314161"/>
                  <a:pt x="1507213" y="2314398"/>
                  <a:pt x="1506739" y="2314398"/>
                </a:cubicBezTo>
                <a:lnTo>
                  <a:pt x="1488853" y="2314398"/>
                </a:lnTo>
                <a:cubicBezTo>
                  <a:pt x="1488438" y="2314398"/>
                  <a:pt x="1488023" y="2314161"/>
                  <a:pt x="1487787" y="2313746"/>
                </a:cubicBezTo>
                <a:lnTo>
                  <a:pt x="1478844" y="2298229"/>
                </a:lnTo>
                <a:cubicBezTo>
                  <a:pt x="1478607" y="2297874"/>
                  <a:pt x="1478607" y="2297400"/>
                  <a:pt x="1478844" y="2296986"/>
                </a:cubicBezTo>
                <a:lnTo>
                  <a:pt x="1487787" y="2281469"/>
                </a:lnTo>
                <a:cubicBezTo>
                  <a:pt x="1487964" y="2281054"/>
                  <a:pt x="1488379" y="2280817"/>
                  <a:pt x="1488853" y="2280817"/>
                </a:cubicBezTo>
                <a:close/>
                <a:moveTo>
                  <a:pt x="4599651" y="2280521"/>
                </a:moveTo>
                <a:lnTo>
                  <a:pt x="4617892" y="2280521"/>
                </a:lnTo>
                <a:cubicBezTo>
                  <a:pt x="4618366" y="2280521"/>
                  <a:pt x="4618780" y="2280758"/>
                  <a:pt x="4619017" y="2281172"/>
                </a:cubicBezTo>
                <a:lnTo>
                  <a:pt x="4628138" y="2296926"/>
                </a:lnTo>
                <a:cubicBezTo>
                  <a:pt x="4628375" y="2297341"/>
                  <a:pt x="4628375" y="2297815"/>
                  <a:pt x="4628138" y="2298229"/>
                </a:cubicBezTo>
                <a:lnTo>
                  <a:pt x="4619017" y="2313983"/>
                </a:lnTo>
                <a:cubicBezTo>
                  <a:pt x="4618780" y="2314398"/>
                  <a:pt x="4618366" y="2314635"/>
                  <a:pt x="4617892" y="2314635"/>
                </a:cubicBezTo>
                <a:lnTo>
                  <a:pt x="4599651" y="2314635"/>
                </a:lnTo>
                <a:cubicBezTo>
                  <a:pt x="4599177" y="2314635"/>
                  <a:pt x="4598762" y="2314398"/>
                  <a:pt x="4598526" y="2313983"/>
                </a:cubicBezTo>
                <a:lnTo>
                  <a:pt x="4589405" y="2298229"/>
                </a:lnTo>
                <a:cubicBezTo>
                  <a:pt x="4589168" y="2297815"/>
                  <a:pt x="4589168" y="2297341"/>
                  <a:pt x="4589405" y="2296926"/>
                </a:cubicBezTo>
                <a:lnTo>
                  <a:pt x="4598526" y="2281172"/>
                </a:lnTo>
                <a:cubicBezTo>
                  <a:pt x="4598762" y="2280758"/>
                  <a:pt x="4599177" y="2280521"/>
                  <a:pt x="4599651" y="2280521"/>
                </a:cubicBezTo>
                <a:close/>
                <a:moveTo>
                  <a:pt x="1353109" y="2279988"/>
                </a:moveTo>
                <a:lnTo>
                  <a:pt x="1371883" y="2279988"/>
                </a:lnTo>
                <a:cubicBezTo>
                  <a:pt x="1372357" y="2279988"/>
                  <a:pt x="1372772" y="2280225"/>
                  <a:pt x="1373008" y="2280639"/>
                </a:cubicBezTo>
                <a:lnTo>
                  <a:pt x="1382366" y="2296867"/>
                </a:lnTo>
                <a:cubicBezTo>
                  <a:pt x="1382603" y="2297222"/>
                  <a:pt x="1382603" y="2297756"/>
                  <a:pt x="1382366" y="2298170"/>
                </a:cubicBezTo>
                <a:lnTo>
                  <a:pt x="1372949" y="2314398"/>
                </a:lnTo>
                <a:cubicBezTo>
                  <a:pt x="1372712" y="2314812"/>
                  <a:pt x="1372298" y="2315049"/>
                  <a:pt x="1371824" y="2315049"/>
                </a:cubicBezTo>
                <a:lnTo>
                  <a:pt x="1353050" y="2315049"/>
                </a:lnTo>
                <a:cubicBezTo>
                  <a:pt x="1352576" y="2315049"/>
                  <a:pt x="1352161" y="2314812"/>
                  <a:pt x="1351924" y="2314398"/>
                </a:cubicBezTo>
                <a:lnTo>
                  <a:pt x="1342567" y="2298170"/>
                </a:lnTo>
                <a:cubicBezTo>
                  <a:pt x="1342330" y="2297815"/>
                  <a:pt x="1342330" y="2297282"/>
                  <a:pt x="1342567" y="2296867"/>
                </a:cubicBezTo>
                <a:lnTo>
                  <a:pt x="1351984" y="2280639"/>
                </a:lnTo>
                <a:cubicBezTo>
                  <a:pt x="1352220" y="2280225"/>
                  <a:pt x="1352635" y="2279988"/>
                  <a:pt x="1353109" y="2279988"/>
                </a:cubicBezTo>
                <a:close/>
                <a:moveTo>
                  <a:pt x="1420684" y="2279929"/>
                </a:moveTo>
                <a:lnTo>
                  <a:pt x="1439577" y="2279929"/>
                </a:lnTo>
                <a:cubicBezTo>
                  <a:pt x="1439992" y="2279929"/>
                  <a:pt x="1440466" y="2280166"/>
                  <a:pt x="1440703" y="2280580"/>
                </a:cubicBezTo>
                <a:lnTo>
                  <a:pt x="1450120" y="2296927"/>
                </a:lnTo>
                <a:cubicBezTo>
                  <a:pt x="1450356" y="2297341"/>
                  <a:pt x="1450356" y="2297874"/>
                  <a:pt x="1450120" y="2298289"/>
                </a:cubicBezTo>
                <a:lnTo>
                  <a:pt x="1440703" y="2314635"/>
                </a:lnTo>
                <a:cubicBezTo>
                  <a:pt x="1440466" y="2315049"/>
                  <a:pt x="1440051" y="2315286"/>
                  <a:pt x="1439577" y="2315286"/>
                </a:cubicBezTo>
                <a:lnTo>
                  <a:pt x="1420684" y="2315286"/>
                </a:lnTo>
                <a:cubicBezTo>
                  <a:pt x="1420270" y="2315286"/>
                  <a:pt x="1419796" y="2315049"/>
                  <a:pt x="1419559" y="2314635"/>
                </a:cubicBezTo>
                <a:lnTo>
                  <a:pt x="1410143" y="2298289"/>
                </a:lnTo>
                <a:cubicBezTo>
                  <a:pt x="1409906" y="2297874"/>
                  <a:pt x="1409906" y="2297341"/>
                  <a:pt x="1410143" y="2296927"/>
                </a:cubicBezTo>
                <a:lnTo>
                  <a:pt x="1419559" y="2280580"/>
                </a:lnTo>
                <a:cubicBezTo>
                  <a:pt x="1419796" y="2280166"/>
                  <a:pt x="1420211" y="2279929"/>
                  <a:pt x="1420684" y="2279929"/>
                </a:cubicBezTo>
                <a:close/>
                <a:moveTo>
                  <a:pt x="2029222" y="2279573"/>
                </a:moveTo>
                <a:lnTo>
                  <a:pt x="2048412" y="2279573"/>
                </a:lnTo>
                <a:cubicBezTo>
                  <a:pt x="2048885" y="2279573"/>
                  <a:pt x="2049359" y="2279810"/>
                  <a:pt x="2049596" y="2280224"/>
                </a:cubicBezTo>
                <a:lnTo>
                  <a:pt x="2059190" y="2296867"/>
                </a:lnTo>
                <a:cubicBezTo>
                  <a:pt x="2059428" y="2297281"/>
                  <a:pt x="2059428" y="2297814"/>
                  <a:pt x="2059190" y="2298229"/>
                </a:cubicBezTo>
                <a:lnTo>
                  <a:pt x="2049596" y="2314871"/>
                </a:lnTo>
                <a:cubicBezTo>
                  <a:pt x="2049359" y="2315286"/>
                  <a:pt x="2048885" y="2315523"/>
                  <a:pt x="2048412" y="2315523"/>
                </a:cubicBezTo>
                <a:lnTo>
                  <a:pt x="2029222" y="2315523"/>
                </a:lnTo>
                <a:cubicBezTo>
                  <a:pt x="2028749" y="2315523"/>
                  <a:pt x="2028275" y="2315286"/>
                  <a:pt x="2028038" y="2314871"/>
                </a:cubicBezTo>
                <a:lnTo>
                  <a:pt x="2018444" y="2298229"/>
                </a:lnTo>
                <a:cubicBezTo>
                  <a:pt x="2018207" y="2297814"/>
                  <a:pt x="2018207" y="2297281"/>
                  <a:pt x="2018444" y="2296867"/>
                </a:cubicBezTo>
                <a:lnTo>
                  <a:pt x="2028038" y="2280224"/>
                </a:lnTo>
                <a:cubicBezTo>
                  <a:pt x="2028275" y="2279810"/>
                  <a:pt x="2028749" y="2279573"/>
                  <a:pt x="2029222" y="2279573"/>
                </a:cubicBezTo>
                <a:close/>
                <a:moveTo>
                  <a:pt x="1961588" y="2279573"/>
                </a:moveTo>
                <a:lnTo>
                  <a:pt x="1980776" y="2279573"/>
                </a:lnTo>
                <a:cubicBezTo>
                  <a:pt x="1981250" y="2279573"/>
                  <a:pt x="1981724" y="2279810"/>
                  <a:pt x="1981961" y="2280224"/>
                </a:cubicBezTo>
                <a:lnTo>
                  <a:pt x="1991555" y="2296867"/>
                </a:lnTo>
                <a:cubicBezTo>
                  <a:pt x="1991793" y="2297281"/>
                  <a:pt x="1991793" y="2297814"/>
                  <a:pt x="1991555" y="2298229"/>
                </a:cubicBezTo>
                <a:lnTo>
                  <a:pt x="1981961" y="2314871"/>
                </a:lnTo>
                <a:cubicBezTo>
                  <a:pt x="1981724" y="2315286"/>
                  <a:pt x="1981250" y="2315523"/>
                  <a:pt x="1980776" y="2315523"/>
                </a:cubicBezTo>
                <a:lnTo>
                  <a:pt x="1961588" y="2315523"/>
                </a:lnTo>
                <a:cubicBezTo>
                  <a:pt x="1961114" y="2315523"/>
                  <a:pt x="1960640" y="2315286"/>
                  <a:pt x="1960403" y="2314871"/>
                </a:cubicBezTo>
                <a:lnTo>
                  <a:pt x="1950809" y="2298229"/>
                </a:lnTo>
                <a:cubicBezTo>
                  <a:pt x="1950572" y="2297814"/>
                  <a:pt x="1950572" y="2297281"/>
                  <a:pt x="1950809" y="2296867"/>
                </a:cubicBezTo>
                <a:lnTo>
                  <a:pt x="1960403" y="2280224"/>
                </a:lnTo>
                <a:cubicBezTo>
                  <a:pt x="1960640" y="2279810"/>
                  <a:pt x="1961114" y="2279573"/>
                  <a:pt x="1961588" y="2279573"/>
                </a:cubicBezTo>
                <a:close/>
                <a:moveTo>
                  <a:pt x="1284941" y="2278981"/>
                </a:moveTo>
                <a:lnTo>
                  <a:pt x="1304840" y="2278981"/>
                </a:lnTo>
                <a:cubicBezTo>
                  <a:pt x="1305314" y="2278981"/>
                  <a:pt x="1305788" y="2279277"/>
                  <a:pt x="1306025" y="2279692"/>
                </a:cubicBezTo>
                <a:lnTo>
                  <a:pt x="1315975" y="2296926"/>
                </a:lnTo>
                <a:cubicBezTo>
                  <a:pt x="1316212" y="2297400"/>
                  <a:pt x="1316212" y="2297933"/>
                  <a:pt x="1315975" y="2298348"/>
                </a:cubicBezTo>
                <a:lnTo>
                  <a:pt x="1306025" y="2315582"/>
                </a:lnTo>
                <a:cubicBezTo>
                  <a:pt x="1305788" y="2315997"/>
                  <a:pt x="1305314" y="2316293"/>
                  <a:pt x="1304840" y="2316293"/>
                </a:cubicBezTo>
                <a:lnTo>
                  <a:pt x="1284941" y="2316293"/>
                </a:lnTo>
                <a:cubicBezTo>
                  <a:pt x="1284467" y="2316293"/>
                  <a:pt x="1283993" y="2315997"/>
                  <a:pt x="1283756" y="2315582"/>
                </a:cubicBezTo>
                <a:lnTo>
                  <a:pt x="1273807" y="2298348"/>
                </a:lnTo>
                <a:cubicBezTo>
                  <a:pt x="1273570" y="2297874"/>
                  <a:pt x="1273570" y="2297341"/>
                  <a:pt x="1273807" y="2296926"/>
                </a:cubicBezTo>
                <a:lnTo>
                  <a:pt x="1283756" y="2279692"/>
                </a:lnTo>
                <a:cubicBezTo>
                  <a:pt x="1283993" y="2279277"/>
                  <a:pt x="1284467" y="2278981"/>
                  <a:pt x="1284941" y="2278981"/>
                </a:cubicBezTo>
                <a:close/>
                <a:moveTo>
                  <a:pt x="2096324" y="2278567"/>
                </a:moveTo>
                <a:lnTo>
                  <a:pt x="2116638" y="2278567"/>
                </a:lnTo>
                <a:cubicBezTo>
                  <a:pt x="2117171" y="2278567"/>
                  <a:pt x="2117645" y="2278863"/>
                  <a:pt x="2117882" y="2279278"/>
                </a:cubicBezTo>
                <a:lnTo>
                  <a:pt x="2128010" y="2296867"/>
                </a:lnTo>
                <a:cubicBezTo>
                  <a:pt x="2128246" y="2297282"/>
                  <a:pt x="2128246" y="2297874"/>
                  <a:pt x="2128010" y="2298289"/>
                </a:cubicBezTo>
                <a:lnTo>
                  <a:pt x="2117823" y="2315879"/>
                </a:lnTo>
                <a:cubicBezTo>
                  <a:pt x="2117586" y="2316293"/>
                  <a:pt x="2117112" y="2316589"/>
                  <a:pt x="2116579" y="2316589"/>
                </a:cubicBezTo>
                <a:lnTo>
                  <a:pt x="2096265" y="2316589"/>
                </a:lnTo>
                <a:cubicBezTo>
                  <a:pt x="2095732" y="2316589"/>
                  <a:pt x="2095258" y="2316293"/>
                  <a:pt x="2095021" y="2315879"/>
                </a:cubicBezTo>
                <a:lnTo>
                  <a:pt x="2084894" y="2298289"/>
                </a:lnTo>
                <a:cubicBezTo>
                  <a:pt x="2084657" y="2297874"/>
                  <a:pt x="2084657" y="2297282"/>
                  <a:pt x="2084894" y="2296867"/>
                </a:cubicBezTo>
                <a:lnTo>
                  <a:pt x="2095080" y="2279278"/>
                </a:lnTo>
                <a:cubicBezTo>
                  <a:pt x="2095317" y="2278863"/>
                  <a:pt x="2095791" y="2278567"/>
                  <a:pt x="2096324" y="2278567"/>
                </a:cubicBezTo>
                <a:close/>
                <a:moveTo>
                  <a:pt x="4666219" y="2278448"/>
                </a:moveTo>
                <a:lnTo>
                  <a:pt x="4686652" y="2278448"/>
                </a:lnTo>
                <a:cubicBezTo>
                  <a:pt x="4687185" y="2278448"/>
                  <a:pt x="4687659" y="2278744"/>
                  <a:pt x="4687896" y="2279159"/>
                </a:cubicBezTo>
                <a:lnTo>
                  <a:pt x="4698082" y="2296867"/>
                </a:lnTo>
                <a:cubicBezTo>
                  <a:pt x="4698319" y="2297282"/>
                  <a:pt x="4698319" y="2297874"/>
                  <a:pt x="4698082" y="2298288"/>
                </a:cubicBezTo>
                <a:lnTo>
                  <a:pt x="4687836" y="2315997"/>
                </a:lnTo>
                <a:cubicBezTo>
                  <a:pt x="4687599" y="2316411"/>
                  <a:pt x="4687126" y="2316707"/>
                  <a:pt x="4686593" y="2316707"/>
                </a:cubicBezTo>
                <a:lnTo>
                  <a:pt x="4666160" y="2316707"/>
                </a:lnTo>
                <a:cubicBezTo>
                  <a:pt x="4665627" y="2316707"/>
                  <a:pt x="4665154" y="2316411"/>
                  <a:pt x="4664916" y="2315997"/>
                </a:cubicBezTo>
                <a:lnTo>
                  <a:pt x="4654730" y="2298288"/>
                </a:lnTo>
                <a:cubicBezTo>
                  <a:pt x="4654493" y="2297874"/>
                  <a:pt x="4654493" y="2297282"/>
                  <a:pt x="4654730" y="2296867"/>
                </a:cubicBezTo>
                <a:lnTo>
                  <a:pt x="4664976" y="2279159"/>
                </a:lnTo>
                <a:cubicBezTo>
                  <a:pt x="4665213" y="2278744"/>
                  <a:pt x="4665686" y="2278448"/>
                  <a:pt x="4666219" y="2278448"/>
                </a:cubicBezTo>
                <a:close/>
                <a:moveTo>
                  <a:pt x="1217010" y="2278448"/>
                </a:moveTo>
                <a:lnTo>
                  <a:pt x="1237442" y="2278448"/>
                </a:lnTo>
                <a:cubicBezTo>
                  <a:pt x="1237975" y="2278448"/>
                  <a:pt x="1238449" y="2278744"/>
                  <a:pt x="1238686" y="2279159"/>
                </a:cubicBezTo>
                <a:lnTo>
                  <a:pt x="1248873" y="2296867"/>
                </a:lnTo>
                <a:cubicBezTo>
                  <a:pt x="1249109" y="2297282"/>
                  <a:pt x="1249109" y="2297874"/>
                  <a:pt x="1248873" y="2298288"/>
                </a:cubicBezTo>
                <a:lnTo>
                  <a:pt x="1238626" y="2315997"/>
                </a:lnTo>
                <a:cubicBezTo>
                  <a:pt x="1238390" y="2316411"/>
                  <a:pt x="1237916" y="2316707"/>
                  <a:pt x="1237383" y="2316707"/>
                </a:cubicBezTo>
                <a:lnTo>
                  <a:pt x="1216950" y="2316707"/>
                </a:lnTo>
                <a:cubicBezTo>
                  <a:pt x="1216417" y="2316707"/>
                  <a:pt x="1215944" y="2316411"/>
                  <a:pt x="1215706" y="2315997"/>
                </a:cubicBezTo>
                <a:lnTo>
                  <a:pt x="1205520" y="2298288"/>
                </a:lnTo>
                <a:cubicBezTo>
                  <a:pt x="1205283" y="2297874"/>
                  <a:pt x="1205283" y="2297282"/>
                  <a:pt x="1205520" y="2296867"/>
                </a:cubicBezTo>
                <a:lnTo>
                  <a:pt x="1215766" y="2279159"/>
                </a:lnTo>
                <a:cubicBezTo>
                  <a:pt x="1216002" y="2278744"/>
                  <a:pt x="1216476" y="2278448"/>
                  <a:pt x="1217010" y="2278448"/>
                </a:cubicBezTo>
                <a:close/>
                <a:moveTo>
                  <a:pt x="4733499" y="2277856"/>
                </a:moveTo>
                <a:lnTo>
                  <a:pt x="4754583" y="2277856"/>
                </a:lnTo>
                <a:cubicBezTo>
                  <a:pt x="4755116" y="2277856"/>
                  <a:pt x="4755590" y="2278152"/>
                  <a:pt x="4755886" y="2278626"/>
                </a:cubicBezTo>
                <a:lnTo>
                  <a:pt x="4766428" y="2296867"/>
                </a:lnTo>
                <a:cubicBezTo>
                  <a:pt x="4766724" y="2297341"/>
                  <a:pt x="4766724" y="2297874"/>
                  <a:pt x="4766428" y="2298348"/>
                </a:cubicBezTo>
                <a:lnTo>
                  <a:pt x="4755886" y="2316589"/>
                </a:lnTo>
                <a:cubicBezTo>
                  <a:pt x="4755590" y="2317063"/>
                  <a:pt x="4755116" y="2317359"/>
                  <a:pt x="4754583" y="2317359"/>
                </a:cubicBezTo>
                <a:lnTo>
                  <a:pt x="4733499" y="2317359"/>
                </a:lnTo>
                <a:cubicBezTo>
                  <a:pt x="4732966" y="2317359"/>
                  <a:pt x="4732492" y="2317063"/>
                  <a:pt x="4732196" y="2316589"/>
                </a:cubicBezTo>
                <a:lnTo>
                  <a:pt x="4721654" y="2298348"/>
                </a:lnTo>
                <a:cubicBezTo>
                  <a:pt x="4721358" y="2297874"/>
                  <a:pt x="4721358" y="2297341"/>
                  <a:pt x="4721654" y="2296867"/>
                </a:cubicBezTo>
                <a:lnTo>
                  <a:pt x="4732196" y="2278626"/>
                </a:lnTo>
                <a:cubicBezTo>
                  <a:pt x="4732492" y="2278152"/>
                  <a:pt x="4732966" y="2277856"/>
                  <a:pt x="4733499" y="2277856"/>
                </a:cubicBezTo>
                <a:close/>
                <a:moveTo>
                  <a:pt x="4800779" y="2277086"/>
                </a:moveTo>
                <a:lnTo>
                  <a:pt x="4822633" y="2277086"/>
                </a:lnTo>
                <a:cubicBezTo>
                  <a:pt x="4823225" y="2277086"/>
                  <a:pt x="4823699" y="2277382"/>
                  <a:pt x="4823995" y="2277856"/>
                </a:cubicBezTo>
                <a:lnTo>
                  <a:pt x="4834893" y="2296808"/>
                </a:lnTo>
                <a:cubicBezTo>
                  <a:pt x="4835189" y="2297282"/>
                  <a:pt x="4835189" y="2297874"/>
                  <a:pt x="4834893" y="2298348"/>
                </a:cubicBezTo>
                <a:lnTo>
                  <a:pt x="4823936" y="2317300"/>
                </a:lnTo>
                <a:cubicBezTo>
                  <a:pt x="4823640" y="2317774"/>
                  <a:pt x="4823107" y="2318070"/>
                  <a:pt x="4822574" y="2318070"/>
                </a:cubicBezTo>
                <a:lnTo>
                  <a:pt x="4800720" y="2318070"/>
                </a:lnTo>
                <a:cubicBezTo>
                  <a:pt x="4800127" y="2318070"/>
                  <a:pt x="4799654" y="2317774"/>
                  <a:pt x="4799358" y="2317300"/>
                </a:cubicBezTo>
                <a:lnTo>
                  <a:pt x="4788460" y="2298348"/>
                </a:lnTo>
                <a:cubicBezTo>
                  <a:pt x="4788164" y="2297874"/>
                  <a:pt x="4788164" y="2297282"/>
                  <a:pt x="4788460" y="2296808"/>
                </a:cubicBezTo>
                <a:lnTo>
                  <a:pt x="4799417" y="2277856"/>
                </a:lnTo>
                <a:cubicBezTo>
                  <a:pt x="4799713" y="2277382"/>
                  <a:pt x="4800246" y="2277086"/>
                  <a:pt x="4800779" y="2277086"/>
                </a:cubicBezTo>
                <a:close/>
                <a:moveTo>
                  <a:pt x="3380502" y="2277086"/>
                </a:moveTo>
                <a:lnTo>
                  <a:pt x="3402356" y="2277086"/>
                </a:lnTo>
                <a:cubicBezTo>
                  <a:pt x="3402948" y="2277086"/>
                  <a:pt x="3403422" y="2277382"/>
                  <a:pt x="3403718" y="2277856"/>
                </a:cubicBezTo>
                <a:lnTo>
                  <a:pt x="3414616" y="2296808"/>
                </a:lnTo>
                <a:cubicBezTo>
                  <a:pt x="3414911" y="2297282"/>
                  <a:pt x="3414911" y="2297874"/>
                  <a:pt x="3414616" y="2298348"/>
                </a:cubicBezTo>
                <a:lnTo>
                  <a:pt x="3403659" y="2317300"/>
                </a:lnTo>
                <a:cubicBezTo>
                  <a:pt x="3403363" y="2317774"/>
                  <a:pt x="3402830" y="2318070"/>
                  <a:pt x="3402296" y="2318070"/>
                </a:cubicBezTo>
                <a:lnTo>
                  <a:pt x="3380443" y="2318070"/>
                </a:lnTo>
                <a:cubicBezTo>
                  <a:pt x="3379850" y="2318070"/>
                  <a:pt x="3379376" y="2317774"/>
                  <a:pt x="3379081" y="2317300"/>
                </a:cubicBezTo>
                <a:lnTo>
                  <a:pt x="3368183" y="2298348"/>
                </a:lnTo>
                <a:cubicBezTo>
                  <a:pt x="3367887" y="2297874"/>
                  <a:pt x="3367887" y="2297282"/>
                  <a:pt x="3368183" y="2296808"/>
                </a:cubicBezTo>
                <a:lnTo>
                  <a:pt x="3379140" y="2277856"/>
                </a:lnTo>
                <a:cubicBezTo>
                  <a:pt x="3379435" y="2277382"/>
                  <a:pt x="3379969" y="2277086"/>
                  <a:pt x="3380502" y="2277086"/>
                </a:cubicBezTo>
                <a:close/>
                <a:moveTo>
                  <a:pt x="4868295" y="2277027"/>
                </a:moveTo>
                <a:lnTo>
                  <a:pt x="4890268" y="2277027"/>
                </a:lnTo>
                <a:cubicBezTo>
                  <a:pt x="4890860" y="2277027"/>
                  <a:pt x="4891334" y="2277323"/>
                  <a:pt x="4891630" y="2277797"/>
                </a:cubicBezTo>
                <a:lnTo>
                  <a:pt x="4902587" y="2296808"/>
                </a:lnTo>
                <a:cubicBezTo>
                  <a:pt x="4902883" y="2297282"/>
                  <a:pt x="4902883" y="2297874"/>
                  <a:pt x="4902587" y="2298348"/>
                </a:cubicBezTo>
                <a:lnTo>
                  <a:pt x="4891571" y="2317359"/>
                </a:lnTo>
                <a:cubicBezTo>
                  <a:pt x="4891275" y="2317833"/>
                  <a:pt x="4890742" y="2318129"/>
                  <a:pt x="4890209" y="2318129"/>
                </a:cubicBezTo>
                <a:lnTo>
                  <a:pt x="4868236" y="2318129"/>
                </a:lnTo>
                <a:cubicBezTo>
                  <a:pt x="4867644" y="2318129"/>
                  <a:pt x="4867170" y="2317833"/>
                  <a:pt x="4866874" y="2317359"/>
                </a:cubicBezTo>
                <a:lnTo>
                  <a:pt x="4855917" y="2298348"/>
                </a:lnTo>
                <a:cubicBezTo>
                  <a:pt x="4855621" y="2297874"/>
                  <a:pt x="4855621" y="2297282"/>
                  <a:pt x="4855917" y="2296808"/>
                </a:cubicBezTo>
                <a:lnTo>
                  <a:pt x="4866933" y="2277797"/>
                </a:lnTo>
                <a:cubicBezTo>
                  <a:pt x="4867230" y="2277323"/>
                  <a:pt x="4867762" y="2277027"/>
                  <a:pt x="4868295" y="2277027"/>
                </a:cubicBezTo>
                <a:close/>
                <a:moveTo>
                  <a:pt x="2974514" y="2276790"/>
                </a:moveTo>
                <a:lnTo>
                  <a:pt x="2996723" y="2276790"/>
                </a:lnTo>
                <a:cubicBezTo>
                  <a:pt x="2997256" y="2276790"/>
                  <a:pt x="2997789" y="2277086"/>
                  <a:pt x="2998085" y="2277560"/>
                </a:cubicBezTo>
                <a:lnTo>
                  <a:pt x="3009160" y="2296808"/>
                </a:lnTo>
                <a:cubicBezTo>
                  <a:pt x="3009456" y="2297282"/>
                  <a:pt x="3009456" y="2297874"/>
                  <a:pt x="3009160" y="2298348"/>
                </a:cubicBezTo>
                <a:lnTo>
                  <a:pt x="2998085" y="2317596"/>
                </a:lnTo>
                <a:cubicBezTo>
                  <a:pt x="2997789" y="2318070"/>
                  <a:pt x="2997256" y="2318366"/>
                  <a:pt x="2996723" y="2318366"/>
                </a:cubicBezTo>
                <a:lnTo>
                  <a:pt x="2974514" y="2318366"/>
                </a:lnTo>
                <a:cubicBezTo>
                  <a:pt x="2973980" y="2318366"/>
                  <a:pt x="2973448" y="2318070"/>
                  <a:pt x="2973151" y="2317596"/>
                </a:cubicBezTo>
                <a:lnTo>
                  <a:pt x="2962076" y="2298348"/>
                </a:lnTo>
                <a:cubicBezTo>
                  <a:pt x="2961780" y="2297874"/>
                  <a:pt x="2961780" y="2297282"/>
                  <a:pt x="2962076" y="2296808"/>
                </a:cubicBezTo>
                <a:lnTo>
                  <a:pt x="2973151" y="2277560"/>
                </a:lnTo>
                <a:cubicBezTo>
                  <a:pt x="2973448" y="2277086"/>
                  <a:pt x="2973980" y="2276790"/>
                  <a:pt x="2974514" y="2276790"/>
                </a:cubicBezTo>
                <a:close/>
                <a:moveTo>
                  <a:pt x="1148367" y="2276494"/>
                </a:moveTo>
                <a:lnTo>
                  <a:pt x="1170872" y="2276494"/>
                </a:lnTo>
                <a:cubicBezTo>
                  <a:pt x="1171406" y="2276494"/>
                  <a:pt x="1171938" y="2276790"/>
                  <a:pt x="1172235" y="2277264"/>
                </a:cubicBezTo>
                <a:lnTo>
                  <a:pt x="1183487" y="2296749"/>
                </a:lnTo>
                <a:cubicBezTo>
                  <a:pt x="1183784" y="2297223"/>
                  <a:pt x="1183784" y="2297874"/>
                  <a:pt x="1183487" y="2298348"/>
                </a:cubicBezTo>
                <a:lnTo>
                  <a:pt x="1172235" y="2317833"/>
                </a:lnTo>
                <a:cubicBezTo>
                  <a:pt x="1171938" y="2318307"/>
                  <a:pt x="1171406" y="2318603"/>
                  <a:pt x="1170872" y="2318603"/>
                </a:cubicBezTo>
                <a:lnTo>
                  <a:pt x="1148367" y="2318603"/>
                </a:lnTo>
                <a:cubicBezTo>
                  <a:pt x="1147834" y="2318603"/>
                  <a:pt x="1147301" y="2318307"/>
                  <a:pt x="1147005" y="2317833"/>
                </a:cubicBezTo>
                <a:lnTo>
                  <a:pt x="1135752" y="2298348"/>
                </a:lnTo>
                <a:cubicBezTo>
                  <a:pt x="1135456" y="2297874"/>
                  <a:pt x="1135456" y="2297223"/>
                  <a:pt x="1135752" y="2296749"/>
                </a:cubicBezTo>
                <a:lnTo>
                  <a:pt x="1147005" y="2277264"/>
                </a:lnTo>
                <a:cubicBezTo>
                  <a:pt x="1147301" y="2276790"/>
                  <a:pt x="1147834" y="2276494"/>
                  <a:pt x="1148367" y="2276494"/>
                </a:cubicBezTo>
                <a:close/>
                <a:moveTo>
                  <a:pt x="2906465" y="2275842"/>
                </a:moveTo>
                <a:lnTo>
                  <a:pt x="2929622" y="2275842"/>
                </a:lnTo>
                <a:cubicBezTo>
                  <a:pt x="2930214" y="2275842"/>
                  <a:pt x="2930747" y="2276197"/>
                  <a:pt x="2931043" y="2276671"/>
                </a:cubicBezTo>
                <a:lnTo>
                  <a:pt x="2942651" y="2296748"/>
                </a:lnTo>
                <a:cubicBezTo>
                  <a:pt x="2942947" y="2297281"/>
                  <a:pt x="2942947" y="2297933"/>
                  <a:pt x="2942651" y="2298407"/>
                </a:cubicBezTo>
                <a:lnTo>
                  <a:pt x="2931043" y="2318484"/>
                </a:lnTo>
                <a:cubicBezTo>
                  <a:pt x="2930747" y="2319017"/>
                  <a:pt x="2930214" y="2319313"/>
                  <a:pt x="2929622" y="2319313"/>
                </a:cubicBezTo>
                <a:lnTo>
                  <a:pt x="2906465" y="2319313"/>
                </a:lnTo>
                <a:cubicBezTo>
                  <a:pt x="2905872" y="2319313"/>
                  <a:pt x="2905340" y="2318958"/>
                  <a:pt x="2905043" y="2318484"/>
                </a:cubicBezTo>
                <a:lnTo>
                  <a:pt x="2893435" y="2298407"/>
                </a:lnTo>
                <a:cubicBezTo>
                  <a:pt x="2893139" y="2297874"/>
                  <a:pt x="2893139" y="2297222"/>
                  <a:pt x="2893435" y="2296748"/>
                </a:cubicBezTo>
                <a:lnTo>
                  <a:pt x="2905043" y="2276671"/>
                </a:lnTo>
                <a:cubicBezTo>
                  <a:pt x="2905340" y="2276138"/>
                  <a:pt x="2905872" y="2275842"/>
                  <a:pt x="2906465" y="2275842"/>
                </a:cubicBezTo>
                <a:close/>
                <a:moveTo>
                  <a:pt x="1080437" y="2275842"/>
                </a:moveTo>
                <a:lnTo>
                  <a:pt x="1103593" y="2275842"/>
                </a:lnTo>
                <a:cubicBezTo>
                  <a:pt x="1104186" y="2275842"/>
                  <a:pt x="1104719" y="2276197"/>
                  <a:pt x="1105015" y="2276671"/>
                </a:cubicBezTo>
                <a:lnTo>
                  <a:pt x="1116623" y="2296748"/>
                </a:lnTo>
                <a:cubicBezTo>
                  <a:pt x="1116919" y="2297281"/>
                  <a:pt x="1116919" y="2297933"/>
                  <a:pt x="1116623" y="2298407"/>
                </a:cubicBezTo>
                <a:lnTo>
                  <a:pt x="1105015" y="2318484"/>
                </a:lnTo>
                <a:cubicBezTo>
                  <a:pt x="1104719" y="2319017"/>
                  <a:pt x="1104186" y="2319313"/>
                  <a:pt x="1103593" y="2319313"/>
                </a:cubicBezTo>
                <a:lnTo>
                  <a:pt x="1080437" y="2319313"/>
                </a:lnTo>
                <a:cubicBezTo>
                  <a:pt x="1079844" y="2319313"/>
                  <a:pt x="1079311" y="2318958"/>
                  <a:pt x="1079015" y="2318484"/>
                </a:cubicBezTo>
                <a:lnTo>
                  <a:pt x="1067407" y="2298407"/>
                </a:lnTo>
                <a:cubicBezTo>
                  <a:pt x="1067111" y="2297874"/>
                  <a:pt x="1067111" y="2297222"/>
                  <a:pt x="1067407" y="2296748"/>
                </a:cubicBezTo>
                <a:lnTo>
                  <a:pt x="1079015" y="2276671"/>
                </a:lnTo>
                <a:cubicBezTo>
                  <a:pt x="1079311" y="2276138"/>
                  <a:pt x="1079844" y="2275842"/>
                  <a:pt x="1080437" y="2275842"/>
                </a:cubicBezTo>
                <a:close/>
                <a:moveTo>
                  <a:pt x="1012802" y="2275842"/>
                </a:moveTo>
                <a:lnTo>
                  <a:pt x="1035959" y="2275842"/>
                </a:lnTo>
                <a:cubicBezTo>
                  <a:pt x="1036551" y="2275842"/>
                  <a:pt x="1037084" y="2276197"/>
                  <a:pt x="1037380" y="2276671"/>
                </a:cubicBezTo>
                <a:lnTo>
                  <a:pt x="1048988" y="2296748"/>
                </a:lnTo>
                <a:cubicBezTo>
                  <a:pt x="1049284" y="2297281"/>
                  <a:pt x="1049284" y="2297933"/>
                  <a:pt x="1048988" y="2298407"/>
                </a:cubicBezTo>
                <a:lnTo>
                  <a:pt x="1037380" y="2318484"/>
                </a:lnTo>
                <a:cubicBezTo>
                  <a:pt x="1037084" y="2319017"/>
                  <a:pt x="1036551" y="2319313"/>
                  <a:pt x="1035959" y="2319313"/>
                </a:cubicBezTo>
                <a:lnTo>
                  <a:pt x="1012802" y="2319313"/>
                </a:lnTo>
                <a:cubicBezTo>
                  <a:pt x="1012209" y="2319313"/>
                  <a:pt x="1011676" y="2318958"/>
                  <a:pt x="1011380" y="2318484"/>
                </a:cubicBezTo>
                <a:lnTo>
                  <a:pt x="999772" y="2298407"/>
                </a:lnTo>
                <a:cubicBezTo>
                  <a:pt x="999476" y="2297874"/>
                  <a:pt x="999476" y="2297222"/>
                  <a:pt x="999772" y="2296748"/>
                </a:cubicBezTo>
                <a:lnTo>
                  <a:pt x="1011380" y="2276671"/>
                </a:lnTo>
                <a:cubicBezTo>
                  <a:pt x="1011676" y="2276138"/>
                  <a:pt x="1012209" y="2275842"/>
                  <a:pt x="1012802" y="2275842"/>
                </a:cubicBezTo>
                <a:close/>
                <a:moveTo>
                  <a:pt x="3040906" y="2274421"/>
                </a:moveTo>
                <a:lnTo>
                  <a:pt x="3065662" y="2274421"/>
                </a:lnTo>
                <a:cubicBezTo>
                  <a:pt x="3066254" y="2274421"/>
                  <a:pt x="3066846" y="2274776"/>
                  <a:pt x="3067142" y="2275309"/>
                </a:cubicBezTo>
                <a:lnTo>
                  <a:pt x="3079520" y="2296749"/>
                </a:lnTo>
                <a:cubicBezTo>
                  <a:pt x="3079816" y="2297341"/>
                  <a:pt x="3079816" y="2297992"/>
                  <a:pt x="3079520" y="2298526"/>
                </a:cubicBezTo>
                <a:lnTo>
                  <a:pt x="3067142" y="2319965"/>
                </a:lnTo>
                <a:cubicBezTo>
                  <a:pt x="3066846" y="2320498"/>
                  <a:pt x="3066254" y="2320853"/>
                  <a:pt x="3065662" y="2320853"/>
                </a:cubicBezTo>
                <a:lnTo>
                  <a:pt x="3040906" y="2320853"/>
                </a:lnTo>
                <a:cubicBezTo>
                  <a:pt x="3040313" y="2320853"/>
                  <a:pt x="3039721" y="2320498"/>
                  <a:pt x="3039425" y="2319965"/>
                </a:cubicBezTo>
                <a:lnTo>
                  <a:pt x="3027047" y="2298526"/>
                </a:lnTo>
                <a:cubicBezTo>
                  <a:pt x="3026751" y="2297933"/>
                  <a:pt x="3026751" y="2297282"/>
                  <a:pt x="3027047" y="2296749"/>
                </a:cubicBezTo>
                <a:lnTo>
                  <a:pt x="3039425" y="2275309"/>
                </a:lnTo>
                <a:cubicBezTo>
                  <a:pt x="3039721" y="2274776"/>
                  <a:pt x="3040313" y="2274421"/>
                  <a:pt x="3040906" y="2274421"/>
                </a:cubicBezTo>
                <a:close/>
                <a:moveTo>
                  <a:pt x="2770010" y="2273592"/>
                </a:moveTo>
                <a:lnTo>
                  <a:pt x="2795595" y="2273592"/>
                </a:lnTo>
                <a:cubicBezTo>
                  <a:pt x="2796187" y="2273592"/>
                  <a:pt x="2796780" y="2273947"/>
                  <a:pt x="2797135" y="2274481"/>
                </a:cubicBezTo>
                <a:lnTo>
                  <a:pt x="2809928" y="2296690"/>
                </a:lnTo>
                <a:cubicBezTo>
                  <a:pt x="2810283" y="2297282"/>
                  <a:pt x="2810283" y="2297993"/>
                  <a:pt x="2809928" y="2298526"/>
                </a:cubicBezTo>
                <a:lnTo>
                  <a:pt x="2797135" y="2320735"/>
                </a:lnTo>
                <a:cubicBezTo>
                  <a:pt x="2796839" y="2321268"/>
                  <a:pt x="2796247" y="2321623"/>
                  <a:pt x="2795595" y="2321623"/>
                </a:cubicBezTo>
                <a:lnTo>
                  <a:pt x="2770010" y="2321623"/>
                </a:lnTo>
                <a:cubicBezTo>
                  <a:pt x="2769418" y="2321623"/>
                  <a:pt x="2768825" y="2321268"/>
                  <a:pt x="2768470" y="2320735"/>
                </a:cubicBezTo>
                <a:lnTo>
                  <a:pt x="2755678" y="2298526"/>
                </a:lnTo>
                <a:cubicBezTo>
                  <a:pt x="2755322" y="2297933"/>
                  <a:pt x="2755322" y="2297223"/>
                  <a:pt x="2755678" y="2296690"/>
                </a:cubicBezTo>
                <a:lnTo>
                  <a:pt x="2768470" y="2274481"/>
                </a:lnTo>
                <a:cubicBezTo>
                  <a:pt x="2768766" y="2273947"/>
                  <a:pt x="2769358" y="2273592"/>
                  <a:pt x="2770010" y="2273592"/>
                </a:cubicBezTo>
                <a:close/>
                <a:moveTo>
                  <a:pt x="2837408" y="2273296"/>
                </a:moveTo>
                <a:lnTo>
                  <a:pt x="2863349" y="2273296"/>
                </a:lnTo>
                <a:cubicBezTo>
                  <a:pt x="2864000" y="2273296"/>
                  <a:pt x="2864592" y="2273592"/>
                  <a:pt x="2864948" y="2274184"/>
                </a:cubicBezTo>
                <a:lnTo>
                  <a:pt x="2877918" y="2296631"/>
                </a:lnTo>
                <a:cubicBezTo>
                  <a:pt x="2878273" y="2297223"/>
                  <a:pt x="2878273" y="2297874"/>
                  <a:pt x="2877918" y="2298467"/>
                </a:cubicBezTo>
                <a:lnTo>
                  <a:pt x="2864948" y="2320913"/>
                </a:lnTo>
                <a:cubicBezTo>
                  <a:pt x="2864592" y="2321446"/>
                  <a:pt x="2864000" y="2321801"/>
                  <a:pt x="2863349" y="2321801"/>
                </a:cubicBezTo>
                <a:lnTo>
                  <a:pt x="2837408" y="2321801"/>
                </a:lnTo>
                <a:cubicBezTo>
                  <a:pt x="2836757" y="2321801"/>
                  <a:pt x="2836164" y="2321505"/>
                  <a:pt x="2835809" y="2320913"/>
                </a:cubicBezTo>
                <a:lnTo>
                  <a:pt x="2822839" y="2298467"/>
                </a:lnTo>
                <a:cubicBezTo>
                  <a:pt x="2822483" y="2297874"/>
                  <a:pt x="2822483" y="2297223"/>
                  <a:pt x="2822839" y="2296631"/>
                </a:cubicBezTo>
                <a:lnTo>
                  <a:pt x="2835809" y="2274184"/>
                </a:lnTo>
                <a:cubicBezTo>
                  <a:pt x="2836164" y="2273651"/>
                  <a:pt x="2836757" y="2273296"/>
                  <a:pt x="2837408" y="2273296"/>
                </a:cubicBezTo>
                <a:close/>
                <a:moveTo>
                  <a:pt x="3175346" y="2272762"/>
                </a:moveTo>
                <a:lnTo>
                  <a:pt x="3201819" y="2272762"/>
                </a:lnTo>
                <a:cubicBezTo>
                  <a:pt x="3202471" y="2272762"/>
                  <a:pt x="3203063" y="2273117"/>
                  <a:pt x="3203418" y="2273710"/>
                </a:cubicBezTo>
                <a:lnTo>
                  <a:pt x="3216626" y="2296689"/>
                </a:lnTo>
                <a:cubicBezTo>
                  <a:pt x="3216981" y="2297281"/>
                  <a:pt x="3216981" y="2297992"/>
                  <a:pt x="3216626" y="2298584"/>
                </a:cubicBezTo>
                <a:lnTo>
                  <a:pt x="3203359" y="2321563"/>
                </a:lnTo>
                <a:cubicBezTo>
                  <a:pt x="3203063" y="2322156"/>
                  <a:pt x="3202411" y="2322511"/>
                  <a:pt x="3201760" y="2322511"/>
                </a:cubicBezTo>
                <a:lnTo>
                  <a:pt x="3175287" y="2322511"/>
                </a:lnTo>
                <a:cubicBezTo>
                  <a:pt x="3174635" y="2322511"/>
                  <a:pt x="3174043" y="2322156"/>
                  <a:pt x="3173687" y="2321563"/>
                </a:cubicBezTo>
                <a:lnTo>
                  <a:pt x="3160480" y="2298584"/>
                </a:lnTo>
                <a:cubicBezTo>
                  <a:pt x="3160125" y="2297992"/>
                  <a:pt x="3160125" y="2297281"/>
                  <a:pt x="3160480" y="2296689"/>
                </a:cubicBezTo>
                <a:lnTo>
                  <a:pt x="3173747" y="2273710"/>
                </a:lnTo>
                <a:cubicBezTo>
                  <a:pt x="3174043" y="2273117"/>
                  <a:pt x="3174694" y="2272762"/>
                  <a:pt x="3175346" y="2272762"/>
                </a:cubicBezTo>
                <a:close/>
                <a:moveTo>
                  <a:pt x="3310498" y="2272644"/>
                </a:moveTo>
                <a:lnTo>
                  <a:pt x="3337091" y="2272644"/>
                </a:lnTo>
                <a:cubicBezTo>
                  <a:pt x="3337742" y="2272644"/>
                  <a:pt x="3338334" y="2272999"/>
                  <a:pt x="3338689" y="2273591"/>
                </a:cubicBezTo>
                <a:lnTo>
                  <a:pt x="3351955" y="2296630"/>
                </a:lnTo>
                <a:cubicBezTo>
                  <a:pt x="3352311" y="2297222"/>
                  <a:pt x="3352311" y="2297933"/>
                  <a:pt x="3351955" y="2298525"/>
                </a:cubicBezTo>
                <a:lnTo>
                  <a:pt x="3338630" y="2321564"/>
                </a:lnTo>
                <a:cubicBezTo>
                  <a:pt x="3338334" y="2322156"/>
                  <a:pt x="3337683" y="2322511"/>
                  <a:pt x="3337031" y="2322511"/>
                </a:cubicBezTo>
                <a:lnTo>
                  <a:pt x="3310439" y="2322511"/>
                </a:lnTo>
                <a:cubicBezTo>
                  <a:pt x="3309787" y="2322511"/>
                  <a:pt x="3309195" y="2322156"/>
                  <a:pt x="3308840" y="2321564"/>
                </a:cubicBezTo>
                <a:lnTo>
                  <a:pt x="3295574" y="2298525"/>
                </a:lnTo>
                <a:cubicBezTo>
                  <a:pt x="3295218" y="2297933"/>
                  <a:pt x="3295218" y="2297222"/>
                  <a:pt x="3295574" y="2296630"/>
                </a:cubicBezTo>
                <a:lnTo>
                  <a:pt x="3308899" y="2273591"/>
                </a:lnTo>
                <a:cubicBezTo>
                  <a:pt x="3309195" y="2272999"/>
                  <a:pt x="3309846" y="2272644"/>
                  <a:pt x="3310498" y="2272644"/>
                </a:cubicBezTo>
                <a:close/>
                <a:moveTo>
                  <a:pt x="3107534" y="2272585"/>
                </a:moveTo>
                <a:lnTo>
                  <a:pt x="3134244" y="2272585"/>
                </a:lnTo>
                <a:cubicBezTo>
                  <a:pt x="3134955" y="2272585"/>
                  <a:pt x="3135547" y="2272940"/>
                  <a:pt x="3135903" y="2273532"/>
                </a:cubicBezTo>
                <a:lnTo>
                  <a:pt x="3149228" y="2296690"/>
                </a:lnTo>
                <a:cubicBezTo>
                  <a:pt x="3149584" y="2297282"/>
                  <a:pt x="3149584" y="2297992"/>
                  <a:pt x="3149228" y="2298585"/>
                </a:cubicBezTo>
                <a:lnTo>
                  <a:pt x="3135843" y="2321742"/>
                </a:lnTo>
                <a:cubicBezTo>
                  <a:pt x="3135488" y="2322334"/>
                  <a:pt x="3134837" y="2322689"/>
                  <a:pt x="3134185" y="2322689"/>
                </a:cubicBezTo>
                <a:lnTo>
                  <a:pt x="3107474" y="2322689"/>
                </a:lnTo>
                <a:cubicBezTo>
                  <a:pt x="3106764" y="2322689"/>
                  <a:pt x="3106171" y="2322334"/>
                  <a:pt x="3105816" y="2321742"/>
                </a:cubicBezTo>
                <a:lnTo>
                  <a:pt x="3092491" y="2298585"/>
                </a:lnTo>
                <a:cubicBezTo>
                  <a:pt x="3092135" y="2297992"/>
                  <a:pt x="3092135" y="2297282"/>
                  <a:pt x="3092491" y="2296690"/>
                </a:cubicBezTo>
                <a:lnTo>
                  <a:pt x="3105875" y="2273532"/>
                </a:lnTo>
                <a:cubicBezTo>
                  <a:pt x="3106231" y="2272940"/>
                  <a:pt x="3106882" y="2272585"/>
                  <a:pt x="3107534" y="2272585"/>
                </a:cubicBezTo>
                <a:close/>
                <a:moveTo>
                  <a:pt x="3242448" y="2271815"/>
                </a:moveTo>
                <a:lnTo>
                  <a:pt x="3269928" y="2271815"/>
                </a:lnTo>
                <a:cubicBezTo>
                  <a:pt x="3270580" y="2271815"/>
                  <a:pt x="3271232" y="2272170"/>
                  <a:pt x="3271587" y="2272762"/>
                </a:cubicBezTo>
                <a:lnTo>
                  <a:pt x="3285327" y="2296571"/>
                </a:lnTo>
                <a:cubicBezTo>
                  <a:pt x="3285682" y="2297163"/>
                  <a:pt x="3285682" y="2297933"/>
                  <a:pt x="3285327" y="2298526"/>
                </a:cubicBezTo>
                <a:lnTo>
                  <a:pt x="3271587" y="2322334"/>
                </a:lnTo>
                <a:cubicBezTo>
                  <a:pt x="3271232" y="2322926"/>
                  <a:pt x="3270639" y="2323282"/>
                  <a:pt x="3269928" y="2323282"/>
                </a:cubicBezTo>
                <a:lnTo>
                  <a:pt x="3242448" y="2323282"/>
                </a:lnTo>
                <a:cubicBezTo>
                  <a:pt x="3241796" y="2323282"/>
                  <a:pt x="3241145" y="2322926"/>
                  <a:pt x="3240790" y="2322334"/>
                </a:cubicBezTo>
                <a:lnTo>
                  <a:pt x="3227049" y="2298526"/>
                </a:lnTo>
                <a:cubicBezTo>
                  <a:pt x="3226694" y="2297933"/>
                  <a:pt x="3226694" y="2297163"/>
                  <a:pt x="3227049" y="2296571"/>
                </a:cubicBezTo>
                <a:lnTo>
                  <a:pt x="3240790" y="2272762"/>
                </a:lnTo>
                <a:cubicBezTo>
                  <a:pt x="3241145" y="2272170"/>
                  <a:pt x="3241737" y="2271815"/>
                  <a:pt x="3242448" y="2271815"/>
                </a:cubicBezTo>
                <a:close/>
                <a:moveTo>
                  <a:pt x="3723771" y="2228107"/>
                </a:moveTo>
                <a:lnTo>
                  <a:pt x="3735379" y="2228107"/>
                </a:lnTo>
                <a:cubicBezTo>
                  <a:pt x="3735675" y="2228107"/>
                  <a:pt x="3736090" y="2228522"/>
                  <a:pt x="3736090" y="2228522"/>
                </a:cubicBezTo>
                <a:lnTo>
                  <a:pt x="3741894" y="2238590"/>
                </a:lnTo>
                <a:cubicBezTo>
                  <a:pt x="3742072" y="2238827"/>
                  <a:pt x="3741894" y="2239419"/>
                  <a:pt x="3741894" y="2239419"/>
                </a:cubicBezTo>
                <a:lnTo>
                  <a:pt x="3736090" y="2249487"/>
                </a:lnTo>
                <a:cubicBezTo>
                  <a:pt x="3735912" y="2249724"/>
                  <a:pt x="3735379" y="2249902"/>
                  <a:pt x="3735379" y="2249902"/>
                </a:cubicBezTo>
                <a:lnTo>
                  <a:pt x="3723771" y="2249902"/>
                </a:lnTo>
                <a:cubicBezTo>
                  <a:pt x="3723475" y="2249902"/>
                  <a:pt x="3723060" y="2249487"/>
                  <a:pt x="3723060" y="2249487"/>
                </a:cubicBezTo>
                <a:lnTo>
                  <a:pt x="3717256" y="2239419"/>
                </a:lnTo>
                <a:cubicBezTo>
                  <a:pt x="3717078" y="2239182"/>
                  <a:pt x="3717256" y="2238590"/>
                  <a:pt x="3717256" y="2238590"/>
                </a:cubicBezTo>
                <a:lnTo>
                  <a:pt x="3723060" y="2228522"/>
                </a:lnTo>
                <a:cubicBezTo>
                  <a:pt x="3723238" y="2228284"/>
                  <a:pt x="3723771" y="2228107"/>
                  <a:pt x="3723771" y="2228107"/>
                </a:cubicBezTo>
                <a:close/>
                <a:moveTo>
                  <a:pt x="4061472" y="2227278"/>
                </a:moveTo>
                <a:lnTo>
                  <a:pt x="4073969" y="2227278"/>
                </a:lnTo>
                <a:cubicBezTo>
                  <a:pt x="4074265" y="2227278"/>
                  <a:pt x="4074739" y="2227693"/>
                  <a:pt x="4074739" y="2227693"/>
                </a:cubicBezTo>
                <a:lnTo>
                  <a:pt x="4080957" y="2238472"/>
                </a:lnTo>
                <a:cubicBezTo>
                  <a:pt x="4081135" y="2238768"/>
                  <a:pt x="4080957" y="2239360"/>
                  <a:pt x="4080957" y="2239360"/>
                </a:cubicBezTo>
                <a:lnTo>
                  <a:pt x="4074739" y="2250139"/>
                </a:lnTo>
                <a:cubicBezTo>
                  <a:pt x="4074561" y="2250376"/>
                  <a:pt x="4074265" y="2250553"/>
                  <a:pt x="4073969" y="2250553"/>
                </a:cubicBezTo>
                <a:lnTo>
                  <a:pt x="4061472" y="2250553"/>
                </a:lnTo>
                <a:cubicBezTo>
                  <a:pt x="4061176" y="2250553"/>
                  <a:pt x="4060702" y="2250139"/>
                  <a:pt x="4060702" y="2250139"/>
                </a:cubicBezTo>
                <a:lnTo>
                  <a:pt x="4054484" y="2239360"/>
                </a:lnTo>
                <a:cubicBezTo>
                  <a:pt x="4054306" y="2239064"/>
                  <a:pt x="4054484" y="2238472"/>
                  <a:pt x="4054484" y="2238472"/>
                </a:cubicBezTo>
                <a:lnTo>
                  <a:pt x="4060702" y="2227693"/>
                </a:lnTo>
                <a:cubicBezTo>
                  <a:pt x="4060880" y="2227456"/>
                  <a:pt x="4061176" y="2227278"/>
                  <a:pt x="4061472" y="2227278"/>
                </a:cubicBezTo>
                <a:close/>
                <a:moveTo>
                  <a:pt x="3790813" y="2226981"/>
                </a:moveTo>
                <a:lnTo>
                  <a:pt x="3803606" y="2226981"/>
                </a:lnTo>
                <a:cubicBezTo>
                  <a:pt x="3803902" y="2226981"/>
                  <a:pt x="3804376" y="2227455"/>
                  <a:pt x="3804376" y="2227455"/>
                </a:cubicBezTo>
                <a:lnTo>
                  <a:pt x="3810772" y="2238530"/>
                </a:lnTo>
                <a:cubicBezTo>
                  <a:pt x="3810949" y="2238767"/>
                  <a:pt x="3810772" y="2239418"/>
                  <a:pt x="3810772" y="2239418"/>
                </a:cubicBezTo>
                <a:lnTo>
                  <a:pt x="3804376" y="2250493"/>
                </a:lnTo>
                <a:cubicBezTo>
                  <a:pt x="3804198" y="2250790"/>
                  <a:pt x="3803902" y="2250967"/>
                  <a:pt x="3803606" y="2250967"/>
                </a:cubicBezTo>
                <a:lnTo>
                  <a:pt x="3790813" y="2250967"/>
                </a:lnTo>
                <a:cubicBezTo>
                  <a:pt x="3790517" y="2250967"/>
                  <a:pt x="3790043" y="2250493"/>
                  <a:pt x="3790043" y="2250493"/>
                </a:cubicBezTo>
                <a:lnTo>
                  <a:pt x="3783647" y="2239418"/>
                </a:lnTo>
                <a:cubicBezTo>
                  <a:pt x="3783470" y="2239181"/>
                  <a:pt x="3783647" y="2238530"/>
                  <a:pt x="3783647" y="2238530"/>
                </a:cubicBezTo>
                <a:lnTo>
                  <a:pt x="3790043" y="2227455"/>
                </a:lnTo>
                <a:cubicBezTo>
                  <a:pt x="3790221" y="2227158"/>
                  <a:pt x="3790517" y="2226981"/>
                  <a:pt x="3790813" y="2226981"/>
                </a:cubicBezTo>
                <a:close/>
                <a:moveTo>
                  <a:pt x="4196209" y="2226271"/>
                </a:moveTo>
                <a:lnTo>
                  <a:pt x="4209772" y="2226271"/>
                </a:lnTo>
                <a:cubicBezTo>
                  <a:pt x="4210127" y="2226271"/>
                  <a:pt x="4210601" y="2226745"/>
                  <a:pt x="4210601" y="2226745"/>
                </a:cubicBezTo>
                <a:lnTo>
                  <a:pt x="4217411" y="2238531"/>
                </a:lnTo>
                <a:cubicBezTo>
                  <a:pt x="4217589" y="2238827"/>
                  <a:pt x="4217411" y="2239478"/>
                  <a:pt x="4217411" y="2239478"/>
                </a:cubicBezTo>
                <a:lnTo>
                  <a:pt x="4210601" y="2251264"/>
                </a:lnTo>
                <a:cubicBezTo>
                  <a:pt x="4210423" y="2251560"/>
                  <a:pt x="4210127" y="2251738"/>
                  <a:pt x="4209772" y="2251738"/>
                </a:cubicBezTo>
                <a:lnTo>
                  <a:pt x="4196209" y="2251738"/>
                </a:lnTo>
                <a:cubicBezTo>
                  <a:pt x="4195854" y="2251738"/>
                  <a:pt x="4195380" y="2251264"/>
                  <a:pt x="4195380" y="2251264"/>
                </a:cubicBezTo>
                <a:lnTo>
                  <a:pt x="4188569" y="2239478"/>
                </a:lnTo>
                <a:cubicBezTo>
                  <a:pt x="4188392" y="2239182"/>
                  <a:pt x="4188569" y="2238531"/>
                  <a:pt x="4188569" y="2238531"/>
                </a:cubicBezTo>
                <a:lnTo>
                  <a:pt x="4195380" y="2226745"/>
                </a:lnTo>
                <a:cubicBezTo>
                  <a:pt x="4195558" y="2226448"/>
                  <a:pt x="4195854" y="2226271"/>
                  <a:pt x="4196209" y="2226271"/>
                </a:cubicBezTo>
                <a:close/>
                <a:moveTo>
                  <a:pt x="3925728" y="2226271"/>
                </a:moveTo>
                <a:lnTo>
                  <a:pt x="3939290" y="2226271"/>
                </a:lnTo>
                <a:cubicBezTo>
                  <a:pt x="3939646" y="2226271"/>
                  <a:pt x="3940120" y="2226745"/>
                  <a:pt x="3940120" y="2226745"/>
                </a:cubicBezTo>
                <a:lnTo>
                  <a:pt x="3946931" y="2238531"/>
                </a:lnTo>
                <a:cubicBezTo>
                  <a:pt x="3947108" y="2238827"/>
                  <a:pt x="3946931" y="2239478"/>
                  <a:pt x="3946931" y="2239478"/>
                </a:cubicBezTo>
                <a:lnTo>
                  <a:pt x="3940120" y="2251264"/>
                </a:lnTo>
                <a:cubicBezTo>
                  <a:pt x="3939942" y="2251560"/>
                  <a:pt x="3939646" y="2251738"/>
                  <a:pt x="3939290" y="2251738"/>
                </a:cubicBezTo>
                <a:lnTo>
                  <a:pt x="3925728" y="2251738"/>
                </a:lnTo>
                <a:cubicBezTo>
                  <a:pt x="3925373" y="2251738"/>
                  <a:pt x="3924899" y="2251264"/>
                  <a:pt x="3924899" y="2251264"/>
                </a:cubicBezTo>
                <a:lnTo>
                  <a:pt x="3918088" y="2239478"/>
                </a:lnTo>
                <a:cubicBezTo>
                  <a:pt x="3917910" y="2239182"/>
                  <a:pt x="3918088" y="2238531"/>
                  <a:pt x="3918088" y="2238531"/>
                </a:cubicBezTo>
                <a:lnTo>
                  <a:pt x="3924899" y="2226745"/>
                </a:lnTo>
                <a:cubicBezTo>
                  <a:pt x="3925076" y="2226448"/>
                  <a:pt x="3925373" y="2226271"/>
                  <a:pt x="3925728" y="2226271"/>
                </a:cubicBezTo>
                <a:close/>
                <a:moveTo>
                  <a:pt x="4263548" y="2225738"/>
                </a:moveTo>
                <a:lnTo>
                  <a:pt x="4277703" y="2225738"/>
                </a:lnTo>
                <a:cubicBezTo>
                  <a:pt x="4278059" y="2225738"/>
                  <a:pt x="4278414" y="2225916"/>
                  <a:pt x="4278592" y="2226212"/>
                </a:cubicBezTo>
                <a:lnTo>
                  <a:pt x="4285639" y="2238472"/>
                </a:lnTo>
                <a:cubicBezTo>
                  <a:pt x="4285817" y="2238768"/>
                  <a:pt x="4285817" y="2239182"/>
                  <a:pt x="4285639" y="2239478"/>
                </a:cubicBezTo>
                <a:lnTo>
                  <a:pt x="4278592" y="2251738"/>
                </a:lnTo>
                <a:cubicBezTo>
                  <a:pt x="4278355" y="2252034"/>
                  <a:pt x="4278059" y="2252212"/>
                  <a:pt x="4277703" y="2252212"/>
                </a:cubicBezTo>
                <a:lnTo>
                  <a:pt x="4263548" y="2252212"/>
                </a:lnTo>
                <a:cubicBezTo>
                  <a:pt x="4263193" y="2252212"/>
                  <a:pt x="4262838" y="2252034"/>
                  <a:pt x="4262660" y="2251738"/>
                </a:cubicBezTo>
                <a:lnTo>
                  <a:pt x="4255612" y="2239478"/>
                </a:lnTo>
                <a:cubicBezTo>
                  <a:pt x="4255435" y="2239182"/>
                  <a:pt x="4255435" y="2238768"/>
                  <a:pt x="4255612" y="2238472"/>
                </a:cubicBezTo>
                <a:lnTo>
                  <a:pt x="4262660" y="2226212"/>
                </a:lnTo>
                <a:cubicBezTo>
                  <a:pt x="4262897" y="2225916"/>
                  <a:pt x="4263193" y="2225738"/>
                  <a:pt x="4263548" y="2225738"/>
                </a:cubicBezTo>
                <a:close/>
                <a:moveTo>
                  <a:pt x="4128278" y="2225738"/>
                </a:moveTo>
                <a:lnTo>
                  <a:pt x="4142433" y="2225738"/>
                </a:lnTo>
                <a:cubicBezTo>
                  <a:pt x="4142788" y="2225738"/>
                  <a:pt x="4143144" y="2225916"/>
                  <a:pt x="4143322" y="2226212"/>
                </a:cubicBezTo>
                <a:lnTo>
                  <a:pt x="4150369" y="2238472"/>
                </a:lnTo>
                <a:cubicBezTo>
                  <a:pt x="4150547" y="2238768"/>
                  <a:pt x="4150547" y="2239182"/>
                  <a:pt x="4150369" y="2239478"/>
                </a:cubicBezTo>
                <a:lnTo>
                  <a:pt x="4143322" y="2251738"/>
                </a:lnTo>
                <a:cubicBezTo>
                  <a:pt x="4143085" y="2252034"/>
                  <a:pt x="4142788" y="2252212"/>
                  <a:pt x="4142433" y="2252212"/>
                </a:cubicBezTo>
                <a:lnTo>
                  <a:pt x="4128278" y="2252212"/>
                </a:lnTo>
                <a:cubicBezTo>
                  <a:pt x="4127923" y="2252212"/>
                  <a:pt x="4127568" y="2252034"/>
                  <a:pt x="4127390" y="2251738"/>
                </a:cubicBezTo>
                <a:lnTo>
                  <a:pt x="4120342" y="2239478"/>
                </a:lnTo>
                <a:cubicBezTo>
                  <a:pt x="4120165" y="2239182"/>
                  <a:pt x="4120165" y="2238768"/>
                  <a:pt x="4120342" y="2238472"/>
                </a:cubicBezTo>
                <a:lnTo>
                  <a:pt x="4127390" y="2226212"/>
                </a:lnTo>
                <a:cubicBezTo>
                  <a:pt x="4127627" y="2225916"/>
                  <a:pt x="4127923" y="2225738"/>
                  <a:pt x="4128278" y="2225738"/>
                </a:cubicBezTo>
                <a:close/>
                <a:moveTo>
                  <a:pt x="3857737" y="2225738"/>
                </a:moveTo>
                <a:lnTo>
                  <a:pt x="3871892" y="2225738"/>
                </a:lnTo>
                <a:cubicBezTo>
                  <a:pt x="3872248" y="2225738"/>
                  <a:pt x="3872603" y="2225916"/>
                  <a:pt x="3872781" y="2226212"/>
                </a:cubicBezTo>
                <a:lnTo>
                  <a:pt x="3879828" y="2238472"/>
                </a:lnTo>
                <a:cubicBezTo>
                  <a:pt x="3880006" y="2238768"/>
                  <a:pt x="3880006" y="2239182"/>
                  <a:pt x="3879828" y="2239478"/>
                </a:cubicBezTo>
                <a:lnTo>
                  <a:pt x="3872781" y="2251738"/>
                </a:lnTo>
                <a:cubicBezTo>
                  <a:pt x="3872544" y="2252034"/>
                  <a:pt x="3872248" y="2252212"/>
                  <a:pt x="3871892" y="2252212"/>
                </a:cubicBezTo>
                <a:lnTo>
                  <a:pt x="3857737" y="2252212"/>
                </a:lnTo>
                <a:cubicBezTo>
                  <a:pt x="3857382" y="2252212"/>
                  <a:pt x="3857027" y="2252034"/>
                  <a:pt x="3856849" y="2251738"/>
                </a:cubicBezTo>
                <a:lnTo>
                  <a:pt x="3849801" y="2239478"/>
                </a:lnTo>
                <a:cubicBezTo>
                  <a:pt x="3849624" y="2239182"/>
                  <a:pt x="3849624" y="2238768"/>
                  <a:pt x="3849801" y="2238472"/>
                </a:cubicBezTo>
                <a:lnTo>
                  <a:pt x="3856849" y="2226212"/>
                </a:lnTo>
                <a:cubicBezTo>
                  <a:pt x="3857086" y="2225916"/>
                  <a:pt x="3857382" y="2225738"/>
                  <a:pt x="3857737" y="2225738"/>
                </a:cubicBezTo>
                <a:close/>
                <a:moveTo>
                  <a:pt x="4331184" y="2225619"/>
                </a:moveTo>
                <a:lnTo>
                  <a:pt x="4345398" y="2225619"/>
                </a:lnTo>
                <a:cubicBezTo>
                  <a:pt x="4345753" y="2225619"/>
                  <a:pt x="4346108" y="2225856"/>
                  <a:pt x="4346286" y="2226152"/>
                </a:cubicBezTo>
                <a:lnTo>
                  <a:pt x="4353393" y="2238471"/>
                </a:lnTo>
                <a:cubicBezTo>
                  <a:pt x="4353571" y="2238767"/>
                  <a:pt x="4353571" y="2239181"/>
                  <a:pt x="4353393" y="2239477"/>
                </a:cubicBezTo>
                <a:lnTo>
                  <a:pt x="4346286" y="2251796"/>
                </a:lnTo>
                <a:cubicBezTo>
                  <a:pt x="4346108" y="2252152"/>
                  <a:pt x="4345753" y="2252329"/>
                  <a:pt x="4345398" y="2252329"/>
                </a:cubicBezTo>
                <a:lnTo>
                  <a:pt x="4331184" y="2252329"/>
                </a:lnTo>
                <a:cubicBezTo>
                  <a:pt x="4330828" y="2252329"/>
                  <a:pt x="4330473" y="2252092"/>
                  <a:pt x="4330295" y="2251796"/>
                </a:cubicBezTo>
                <a:lnTo>
                  <a:pt x="4323188" y="2239477"/>
                </a:lnTo>
                <a:cubicBezTo>
                  <a:pt x="4323011" y="2239181"/>
                  <a:pt x="4323011" y="2238767"/>
                  <a:pt x="4323188" y="2238471"/>
                </a:cubicBezTo>
                <a:lnTo>
                  <a:pt x="4330295" y="2226152"/>
                </a:lnTo>
                <a:cubicBezTo>
                  <a:pt x="4330473" y="2225796"/>
                  <a:pt x="4330828" y="2225619"/>
                  <a:pt x="4331184" y="2225619"/>
                </a:cubicBezTo>
                <a:close/>
                <a:moveTo>
                  <a:pt x="4398522" y="2225205"/>
                </a:moveTo>
                <a:lnTo>
                  <a:pt x="4413209" y="2225205"/>
                </a:lnTo>
                <a:cubicBezTo>
                  <a:pt x="4413564" y="2225205"/>
                  <a:pt x="4413920" y="2225442"/>
                  <a:pt x="4414098" y="2225738"/>
                </a:cubicBezTo>
                <a:lnTo>
                  <a:pt x="4421442" y="2238471"/>
                </a:lnTo>
                <a:cubicBezTo>
                  <a:pt x="4421620" y="2238827"/>
                  <a:pt x="4421620" y="2239241"/>
                  <a:pt x="4421442" y="2239537"/>
                </a:cubicBezTo>
                <a:lnTo>
                  <a:pt x="4414098" y="2252271"/>
                </a:lnTo>
                <a:cubicBezTo>
                  <a:pt x="4413920" y="2252626"/>
                  <a:pt x="4413564" y="2252804"/>
                  <a:pt x="4413209" y="2252804"/>
                </a:cubicBezTo>
                <a:lnTo>
                  <a:pt x="4398522" y="2252804"/>
                </a:lnTo>
                <a:cubicBezTo>
                  <a:pt x="4398166" y="2252804"/>
                  <a:pt x="4397811" y="2252567"/>
                  <a:pt x="4397633" y="2252271"/>
                </a:cubicBezTo>
                <a:lnTo>
                  <a:pt x="4390289" y="2239537"/>
                </a:lnTo>
                <a:cubicBezTo>
                  <a:pt x="4390112" y="2239182"/>
                  <a:pt x="4390112" y="2238767"/>
                  <a:pt x="4390289" y="2238471"/>
                </a:cubicBezTo>
                <a:lnTo>
                  <a:pt x="4397633" y="2225738"/>
                </a:lnTo>
                <a:cubicBezTo>
                  <a:pt x="4397811" y="2225382"/>
                  <a:pt x="4398166" y="2225205"/>
                  <a:pt x="4398522" y="2225205"/>
                </a:cubicBezTo>
                <a:close/>
                <a:moveTo>
                  <a:pt x="3992593" y="2224790"/>
                </a:moveTo>
                <a:lnTo>
                  <a:pt x="4007696" y="2224790"/>
                </a:lnTo>
                <a:cubicBezTo>
                  <a:pt x="4008110" y="2224790"/>
                  <a:pt x="4008466" y="2224967"/>
                  <a:pt x="4008643" y="2225323"/>
                </a:cubicBezTo>
                <a:lnTo>
                  <a:pt x="4016224" y="2238412"/>
                </a:lnTo>
                <a:cubicBezTo>
                  <a:pt x="4016402" y="2238708"/>
                  <a:pt x="4016402" y="2239122"/>
                  <a:pt x="4016224" y="2239478"/>
                </a:cubicBezTo>
                <a:lnTo>
                  <a:pt x="4008643" y="2252567"/>
                </a:lnTo>
                <a:cubicBezTo>
                  <a:pt x="4008407" y="2252922"/>
                  <a:pt x="4008051" y="2253099"/>
                  <a:pt x="4007696" y="2253099"/>
                </a:cubicBezTo>
                <a:lnTo>
                  <a:pt x="3992593" y="2253099"/>
                </a:lnTo>
                <a:cubicBezTo>
                  <a:pt x="3992179" y="2253099"/>
                  <a:pt x="3991823" y="2252922"/>
                  <a:pt x="3991646" y="2252567"/>
                </a:cubicBezTo>
                <a:lnTo>
                  <a:pt x="3984065" y="2239478"/>
                </a:lnTo>
                <a:cubicBezTo>
                  <a:pt x="3983888" y="2239182"/>
                  <a:pt x="3983888" y="2238767"/>
                  <a:pt x="3984065" y="2238412"/>
                </a:cubicBezTo>
                <a:lnTo>
                  <a:pt x="3991646" y="2225323"/>
                </a:lnTo>
                <a:cubicBezTo>
                  <a:pt x="3991883" y="2224967"/>
                  <a:pt x="3992238" y="2224790"/>
                  <a:pt x="3992593" y="2224790"/>
                </a:cubicBezTo>
                <a:close/>
                <a:moveTo>
                  <a:pt x="1760458" y="2224316"/>
                </a:moveTo>
                <a:lnTo>
                  <a:pt x="1776153" y="2224316"/>
                </a:lnTo>
                <a:cubicBezTo>
                  <a:pt x="1776508" y="2224316"/>
                  <a:pt x="1776923" y="2224494"/>
                  <a:pt x="1777101" y="2224849"/>
                </a:cubicBezTo>
                <a:lnTo>
                  <a:pt x="1784918" y="2238412"/>
                </a:lnTo>
                <a:cubicBezTo>
                  <a:pt x="1785096" y="2238767"/>
                  <a:pt x="1785096" y="2239182"/>
                  <a:pt x="1784918" y="2239537"/>
                </a:cubicBezTo>
                <a:lnTo>
                  <a:pt x="1777101" y="2253099"/>
                </a:lnTo>
                <a:cubicBezTo>
                  <a:pt x="1776923" y="2253396"/>
                  <a:pt x="1776568" y="2253632"/>
                  <a:pt x="1776153" y="2253632"/>
                </a:cubicBezTo>
                <a:lnTo>
                  <a:pt x="1760458" y="2253632"/>
                </a:lnTo>
                <a:cubicBezTo>
                  <a:pt x="1760103" y="2253632"/>
                  <a:pt x="1759689" y="2253455"/>
                  <a:pt x="1759511" y="2253099"/>
                </a:cubicBezTo>
                <a:lnTo>
                  <a:pt x="1751693" y="2239537"/>
                </a:lnTo>
                <a:cubicBezTo>
                  <a:pt x="1751516" y="2239182"/>
                  <a:pt x="1751516" y="2238767"/>
                  <a:pt x="1751693" y="2238412"/>
                </a:cubicBezTo>
                <a:lnTo>
                  <a:pt x="1759511" y="2224849"/>
                </a:lnTo>
                <a:cubicBezTo>
                  <a:pt x="1759689" y="2224553"/>
                  <a:pt x="1760044" y="2224316"/>
                  <a:pt x="1760458" y="2224316"/>
                </a:cubicBezTo>
                <a:close/>
                <a:moveTo>
                  <a:pt x="1624951" y="2223783"/>
                </a:moveTo>
                <a:lnTo>
                  <a:pt x="1641179" y="2223783"/>
                </a:lnTo>
                <a:cubicBezTo>
                  <a:pt x="1641594" y="2223783"/>
                  <a:pt x="1641949" y="2224020"/>
                  <a:pt x="1642186" y="2224375"/>
                </a:cubicBezTo>
                <a:lnTo>
                  <a:pt x="1650300" y="2238411"/>
                </a:lnTo>
                <a:cubicBezTo>
                  <a:pt x="1650536" y="2238767"/>
                  <a:pt x="1650536" y="2239181"/>
                  <a:pt x="1650300" y="2239537"/>
                </a:cubicBezTo>
                <a:lnTo>
                  <a:pt x="1642186" y="2253573"/>
                </a:lnTo>
                <a:cubicBezTo>
                  <a:pt x="1641949" y="2253928"/>
                  <a:pt x="1641594" y="2254165"/>
                  <a:pt x="1641179" y="2254165"/>
                </a:cubicBezTo>
                <a:lnTo>
                  <a:pt x="1624951" y="2254165"/>
                </a:lnTo>
                <a:cubicBezTo>
                  <a:pt x="1624537" y="2254165"/>
                  <a:pt x="1624182" y="2253928"/>
                  <a:pt x="1623944" y="2253573"/>
                </a:cubicBezTo>
                <a:lnTo>
                  <a:pt x="1615831" y="2239537"/>
                </a:lnTo>
                <a:cubicBezTo>
                  <a:pt x="1615594" y="2239181"/>
                  <a:pt x="1615594" y="2238767"/>
                  <a:pt x="1615831" y="2238411"/>
                </a:cubicBezTo>
                <a:lnTo>
                  <a:pt x="1623944" y="2224375"/>
                </a:lnTo>
                <a:cubicBezTo>
                  <a:pt x="1624182" y="2224020"/>
                  <a:pt x="1624537" y="2223783"/>
                  <a:pt x="1624951" y="2223783"/>
                </a:cubicBezTo>
                <a:close/>
                <a:moveTo>
                  <a:pt x="1557257" y="2223665"/>
                </a:moveTo>
                <a:lnTo>
                  <a:pt x="1573604" y="2223665"/>
                </a:lnTo>
                <a:cubicBezTo>
                  <a:pt x="1574018" y="2223665"/>
                  <a:pt x="1574374" y="2223902"/>
                  <a:pt x="1574611" y="2224257"/>
                </a:cubicBezTo>
                <a:lnTo>
                  <a:pt x="1582783" y="2238412"/>
                </a:lnTo>
                <a:cubicBezTo>
                  <a:pt x="1583021" y="2238767"/>
                  <a:pt x="1583021" y="2239241"/>
                  <a:pt x="1582783" y="2239597"/>
                </a:cubicBezTo>
                <a:lnTo>
                  <a:pt x="1574611" y="2253751"/>
                </a:lnTo>
                <a:cubicBezTo>
                  <a:pt x="1574374" y="2254107"/>
                  <a:pt x="1574018" y="2254344"/>
                  <a:pt x="1573604" y="2254344"/>
                </a:cubicBezTo>
                <a:lnTo>
                  <a:pt x="1557257" y="2254344"/>
                </a:lnTo>
                <a:cubicBezTo>
                  <a:pt x="1556843" y="2254344"/>
                  <a:pt x="1556488" y="2254107"/>
                  <a:pt x="1556251" y="2253751"/>
                </a:cubicBezTo>
                <a:lnTo>
                  <a:pt x="1548078" y="2239597"/>
                </a:lnTo>
                <a:cubicBezTo>
                  <a:pt x="1547841" y="2239241"/>
                  <a:pt x="1547841" y="2238767"/>
                  <a:pt x="1548078" y="2238412"/>
                </a:cubicBezTo>
                <a:lnTo>
                  <a:pt x="1556251" y="2224257"/>
                </a:lnTo>
                <a:cubicBezTo>
                  <a:pt x="1556488" y="2223902"/>
                  <a:pt x="1556843" y="2223665"/>
                  <a:pt x="1557257" y="2223665"/>
                </a:cubicBezTo>
                <a:close/>
                <a:moveTo>
                  <a:pt x="4465210" y="2223487"/>
                </a:moveTo>
                <a:lnTo>
                  <a:pt x="4481793" y="2223487"/>
                </a:lnTo>
                <a:cubicBezTo>
                  <a:pt x="4482208" y="2223487"/>
                  <a:pt x="4482563" y="2223724"/>
                  <a:pt x="4482800" y="2224079"/>
                </a:cubicBezTo>
                <a:lnTo>
                  <a:pt x="4491091" y="2238412"/>
                </a:lnTo>
                <a:cubicBezTo>
                  <a:pt x="4491328" y="2238767"/>
                  <a:pt x="4491328" y="2239241"/>
                  <a:pt x="4491091" y="2239596"/>
                </a:cubicBezTo>
                <a:lnTo>
                  <a:pt x="4482800" y="2253929"/>
                </a:lnTo>
                <a:cubicBezTo>
                  <a:pt x="4482563" y="2254284"/>
                  <a:pt x="4482208" y="2254521"/>
                  <a:pt x="4481793" y="2254521"/>
                </a:cubicBezTo>
                <a:lnTo>
                  <a:pt x="4465210" y="2254521"/>
                </a:lnTo>
                <a:cubicBezTo>
                  <a:pt x="4464795" y="2254521"/>
                  <a:pt x="4464440" y="2254284"/>
                  <a:pt x="4464203" y="2253929"/>
                </a:cubicBezTo>
                <a:lnTo>
                  <a:pt x="4455911" y="2239596"/>
                </a:lnTo>
                <a:cubicBezTo>
                  <a:pt x="4455675" y="2239241"/>
                  <a:pt x="4455675" y="2238767"/>
                  <a:pt x="4455911" y="2238412"/>
                </a:cubicBezTo>
                <a:lnTo>
                  <a:pt x="4464203" y="2224079"/>
                </a:lnTo>
                <a:cubicBezTo>
                  <a:pt x="4464440" y="2223724"/>
                  <a:pt x="4464795" y="2223487"/>
                  <a:pt x="4465210" y="2223487"/>
                </a:cubicBezTo>
                <a:close/>
                <a:moveTo>
                  <a:pt x="1692350" y="2223487"/>
                </a:moveTo>
                <a:lnTo>
                  <a:pt x="1708933" y="2223487"/>
                </a:lnTo>
                <a:cubicBezTo>
                  <a:pt x="1709348" y="2223487"/>
                  <a:pt x="1709703" y="2223724"/>
                  <a:pt x="1709940" y="2224079"/>
                </a:cubicBezTo>
                <a:lnTo>
                  <a:pt x="1718232" y="2238412"/>
                </a:lnTo>
                <a:cubicBezTo>
                  <a:pt x="1718468" y="2238767"/>
                  <a:pt x="1718468" y="2239241"/>
                  <a:pt x="1718232" y="2239596"/>
                </a:cubicBezTo>
                <a:lnTo>
                  <a:pt x="1709940" y="2253929"/>
                </a:lnTo>
                <a:cubicBezTo>
                  <a:pt x="1709703" y="2254284"/>
                  <a:pt x="1709348" y="2254521"/>
                  <a:pt x="1708933" y="2254521"/>
                </a:cubicBezTo>
                <a:lnTo>
                  <a:pt x="1692350" y="2254521"/>
                </a:lnTo>
                <a:cubicBezTo>
                  <a:pt x="1691936" y="2254521"/>
                  <a:pt x="1691580" y="2254284"/>
                  <a:pt x="1691343" y="2253929"/>
                </a:cubicBezTo>
                <a:lnTo>
                  <a:pt x="1683052" y="2239596"/>
                </a:lnTo>
                <a:cubicBezTo>
                  <a:pt x="1682815" y="2239241"/>
                  <a:pt x="1682815" y="2238767"/>
                  <a:pt x="1683052" y="2238412"/>
                </a:cubicBezTo>
                <a:lnTo>
                  <a:pt x="1691343" y="2224079"/>
                </a:lnTo>
                <a:cubicBezTo>
                  <a:pt x="1691580" y="2223724"/>
                  <a:pt x="1691936" y="2223487"/>
                  <a:pt x="1692350" y="2223487"/>
                </a:cubicBezTo>
                <a:close/>
                <a:moveTo>
                  <a:pt x="1489445" y="2223487"/>
                </a:moveTo>
                <a:lnTo>
                  <a:pt x="1506028" y="2223487"/>
                </a:lnTo>
                <a:cubicBezTo>
                  <a:pt x="1506443" y="2223487"/>
                  <a:pt x="1506798" y="2223724"/>
                  <a:pt x="1507035" y="2224079"/>
                </a:cubicBezTo>
                <a:lnTo>
                  <a:pt x="1515327" y="2238412"/>
                </a:lnTo>
                <a:cubicBezTo>
                  <a:pt x="1515563" y="2238767"/>
                  <a:pt x="1515563" y="2239241"/>
                  <a:pt x="1515327" y="2239596"/>
                </a:cubicBezTo>
                <a:lnTo>
                  <a:pt x="1507035" y="2253929"/>
                </a:lnTo>
                <a:cubicBezTo>
                  <a:pt x="1506798" y="2254284"/>
                  <a:pt x="1506443" y="2254521"/>
                  <a:pt x="1506028" y="2254521"/>
                </a:cubicBezTo>
                <a:lnTo>
                  <a:pt x="1489445" y="2254521"/>
                </a:lnTo>
                <a:cubicBezTo>
                  <a:pt x="1489031" y="2254521"/>
                  <a:pt x="1488675" y="2254284"/>
                  <a:pt x="1488438" y="2253929"/>
                </a:cubicBezTo>
                <a:lnTo>
                  <a:pt x="1480147" y="2239596"/>
                </a:lnTo>
                <a:cubicBezTo>
                  <a:pt x="1479910" y="2239241"/>
                  <a:pt x="1479910" y="2238767"/>
                  <a:pt x="1480147" y="2238412"/>
                </a:cubicBezTo>
                <a:lnTo>
                  <a:pt x="1488438" y="2224079"/>
                </a:lnTo>
                <a:cubicBezTo>
                  <a:pt x="1488675" y="2223724"/>
                  <a:pt x="1489031" y="2223487"/>
                  <a:pt x="1489445" y="2223487"/>
                </a:cubicBezTo>
                <a:close/>
                <a:moveTo>
                  <a:pt x="4532844" y="2223369"/>
                </a:moveTo>
                <a:lnTo>
                  <a:pt x="4549487" y="2223369"/>
                </a:lnTo>
                <a:cubicBezTo>
                  <a:pt x="4549901" y="2223369"/>
                  <a:pt x="4550257" y="2223606"/>
                  <a:pt x="4550494" y="2223961"/>
                </a:cubicBezTo>
                <a:lnTo>
                  <a:pt x="4558844" y="2238412"/>
                </a:lnTo>
                <a:cubicBezTo>
                  <a:pt x="4559081" y="2238767"/>
                  <a:pt x="4559081" y="2239241"/>
                  <a:pt x="4558844" y="2239597"/>
                </a:cubicBezTo>
                <a:lnTo>
                  <a:pt x="4550494" y="2254048"/>
                </a:lnTo>
                <a:cubicBezTo>
                  <a:pt x="4550316" y="2254403"/>
                  <a:pt x="4549901" y="2254640"/>
                  <a:pt x="4549487" y="2254640"/>
                </a:cubicBezTo>
                <a:lnTo>
                  <a:pt x="4532844" y="2254640"/>
                </a:lnTo>
                <a:cubicBezTo>
                  <a:pt x="4532430" y="2254640"/>
                  <a:pt x="4532074" y="2254403"/>
                  <a:pt x="4531838" y="2254048"/>
                </a:cubicBezTo>
                <a:lnTo>
                  <a:pt x="4523487" y="2239597"/>
                </a:lnTo>
                <a:cubicBezTo>
                  <a:pt x="4523250" y="2239241"/>
                  <a:pt x="4523250" y="2238767"/>
                  <a:pt x="4523487" y="2238412"/>
                </a:cubicBezTo>
                <a:lnTo>
                  <a:pt x="4531838" y="2223961"/>
                </a:lnTo>
                <a:cubicBezTo>
                  <a:pt x="4532015" y="2223606"/>
                  <a:pt x="4532430" y="2223369"/>
                  <a:pt x="4532844" y="2223369"/>
                </a:cubicBezTo>
                <a:close/>
                <a:moveTo>
                  <a:pt x="1827620" y="2223369"/>
                </a:moveTo>
                <a:lnTo>
                  <a:pt x="1844262" y="2223369"/>
                </a:lnTo>
                <a:cubicBezTo>
                  <a:pt x="1844677" y="2223369"/>
                  <a:pt x="1845032" y="2223606"/>
                  <a:pt x="1845269" y="2223961"/>
                </a:cubicBezTo>
                <a:lnTo>
                  <a:pt x="1853620" y="2238412"/>
                </a:lnTo>
                <a:cubicBezTo>
                  <a:pt x="1853857" y="2238767"/>
                  <a:pt x="1853857" y="2239241"/>
                  <a:pt x="1853620" y="2239597"/>
                </a:cubicBezTo>
                <a:lnTo>
                  <a:pt x="1845269" y="2254048"/>
                </a:lnTo>
                <a:cubicBezTo>
                  <a:pt x="1845092" y="2254403"/>
                  <a:pt x="1844677" y="2254640"/>
                  <a:pt x="1844262" y="2254640"/>
                </a:cubicBezTo>
                <a:lnTo>
                  <a:pt x="1827620" y="2254640"/>
                </a:lnTo>
                <a:cubicBezTo>
                  <a:pt x="1827206" y="2254640"/>
                  <a:pt x="1826850" y="2254403"/>
                  <a:pt x="1826614" y="2254048"/>
                </a:cubicBezTo>
                <a:lnTo>
                  <a:pt x="1818263" y="2239597"/>
                </a:lnTo>
                <a:cubicBezTo>
                  <a:pt x="1818026" y="2239241"/>
                  <a:pt x="1818026" y="2238767"/>
                  <a:pt x="1818263" y="2238412"/>
                </a:cubicBezTo>
                <a:lnTo>
                  <a:pt x="1826614" y="2223961"/>
                </a:lnTo>
                <a:cubicBezTo>
                  <a:pt x="1826791" y="2223606"/>
                  <a:pt x="1827206" y="2223369"/>
                  <a:pt x="1827620" y="2223369"/>
                </a:cubicBezTo>
                <a:close/>
                <a:moveTo>
                  <a:pt x="2233193" y="2223072"/>
                </a:moveTo>
                <a:lnTo>
                  <a:pt x="2250191" y="2223072"/>
                </a:lnTo>
                <a:cubicBezTo>
                  <a:pt x="2250664" y="2223072"/>
                  <a:pt x="2251020" y="2223309"/>
                  <a:pt x="2251257" y="2223664"/>
                </a:cubicBezTo>
                <a:lnTo>
                  <a:pt x="2259726" y="2238411"/>
                </a:lnTo>
                <a:cubicBezTo>
                  <a:pt x="2259963" y="2238767"/>
                  <a:pt x="2259963" y="2239241"/>
                  <a:pt x="2259726" y="2239596"/>
                </a:cubicBezTo>
                <a:lnTo>
                  <a:pt x="2251198" y="2254343"/>
                </a:lnTo>
                <a:cubicBezTo>
                  <a:pt x="2250961" y="2254698"/>
                  <a:pt x="2250546" y="2254935"/>
                  <a:pt x="2250132" y="2254935"/>
                </a:cubicBezTo>
                <a:lnTo>
                  <a:pt x="2233134" y="2254935"/>
                </a:lnTo>
                <a:cubicBezTo>
                  <a:pt x="2232660" y="2254935"/>
                  <a:pt x="2232305" y="2254698"/>
                  <a:pt x="2232068" y="2254343"/>
                </a:cubicBezTo>
                <a:lnTo>
                  <a:pt x="2223599" y="2239596"/>
                </a:lnTo>
                <a:cubicBezTo>
                  <a:pt x="2223362" y="2239241"/>
                  <a:pt x="2223362" y="2238767"/>
                  <a:pt x="2223599" y="2238411"/>
                </a:cubicBezTo>
                <a:lnTo>
                  <a:pt x="2232127" y="2223664"/>
                </a:lnTo>
                <a:cubicBezTo>
                  <a:pt x="2232364" y="2223309"/>
                  <a:pt x="2232778" y="2223072"/>
                  <a:pt x="2233193" y="2223072"/>
                </a:cubicBezTo>
                <a:close/>
                <a:moveTo>
                  <a:pt x="2165439" y="2222836"/>
                </a:moveTo>
                <a:lnTo>
                  <a:pt x="2182674" y="2222836"/>
                </a:lnTo>
                <a:cubicBezTo>
                  <a:pt x="2183089" y="2222836"/>
                  <a:pt x="2183503" y="2223073"/>
                  <a:pt x="2183740" y="2223428"/>
                </a:cubicBezTo>
                <a:lnTo>
                  <a:pt x="2192328" y="2238353"/>
                </a:lnTo>
                <a:cubicBezTo>
                  <a:pt x="2192565" y="2238768"/>
                  <a:pt x="2192565" y="2239241"/>
                  <a:pt x="2192328" y="2239597"/>
                </a:cubicBezTo>
                <a:lnTo>
                  <a:pt x="2183681" y="2254521"/>
                </a:lnTo>
                <a:cubicBezTo>
                  <a:pt x="2183444" y="2254877"/>
                  <a:pt x="2183030" y="2255114"/>
                  <a:pt x="2182615" y="2255114"/>
                </a:cubicBezTo>
                <a:lnTo>
                  <a:pt x="2165381" y="2255114"/>
                </a:lnTo>
                <a:cubicBezTo>
                  <a:pt x="2164966" y="2255114"/>
                  <a:pt x="2164551" y="2254877"/>
                  <a:pt x="2164314" y="2254521"/>
                </a:cubicBezTo>
                <a:lnTo>
                  <a:pt x="2155727" y="2239597"/>
                </a:lnTo>
                <a:cubicBezTo>
                  <a:pt x="2155490" y="2239182"/>
                  <a:pt x="2155490" y="2238708"/>
                  <a:pt x="2155727" y="2238353"/>
                </a:cubicBezTo>
                <a:lnTo>
                  <a:pt x="2164373" y="2223428"/>
                </a:lnTo>
                <a:cubicBezTo>
                  <a:pt x="2164611" y="2223073"/>
                  <a:pt x="2165025" y="2222836"/>
                  <a:pt x="2165439" y="2222836"/>
                </a:cubicBezTo>
                <a:close/>
                <a:moveTo>
                  <a:pt x="1421514" y="2222836"/>
                </a:moveTo>
                <a:lnTo>
                  <a:pt x="1438748" y="2222836"/>
                </a:lnTo>
                <a:cubicBezTo>
                  <a:pt x="1439163" y="2222836"/>
                  <a:pt x="1439577" y="2223073"/>
                  <a:pt x="1439814" y="2223428"/>
                </a:cubicBezTo>
                <a:lnTo>
                  <a:pt x="1448402" y="2238353"/>
                </a:lnTo>
                <a:cubicBezTo>
                  <a:pt x="1448639" y="2238768"/>
                  <a:pt x="1448639" y="2239241"/>
                  <a:pt x="1448402" y="2239597"/>
                </a:cubicBezTo>
                <a:lnTo>
                  <a:pt x="1439755" y="2254521"/>
                </a:lnTo>
                <a:cubicBezTo>
                  <a:pt x="1439518" y="2254877"/>
                  <a:pt x="1439104" y="2255114"/>
                  <a:pt x="1438689" y="2255114"/>
                </a:cubicBezTo>
                <a:lnTo>
                  <a:pt x="1421454" y="2255114"/>
                </a:lnTo>
                <a:cubicBezTo>
                  <a:pt x="1421040" y="2255114"/>
                  <a:pt x="1420625" y="2254877"/>
                  <a:pt x="1420388" y="2254521"/>
                </a:cubicBezTo>
                <a:lnTo>
                  <a:pt x="1411801" y="2239597"/>
                </a:lnTo>
                <a:cubicBezTo>
                  <a:pt x="1411564" y="2239182"/>
                  <a:pt x="1411564" y="2238708"/>
                  <a:pt x="1411801" y="2238353"/>
                </a:cubicBezTo>
                <a:lnTo>
                  <a:pt x="1420448" y="2223428"/>
                </a:lnTo>
                <a:cubicBezTo>
                  <a:pt x="1420684" y="2223073"/>
                  <a:pt x="1421099" y="2222836"/>
                  <a:pt x="1421514" y="2222836"/>
                </a:cubicBezTo>
                <a:close/>
                <a:moveTo>
                  <a:pt x="2435862" y="2222658"/>
                </a:moveTo>
                <a:lnTo>
                  <a:pt x="2453333" y="2222658"/>
                </a:lnTo>
                <a:cubicBezTo>
                  <a:pt x="2453748" y="2222658"/>
                  <a:pt x="2454162" y="2222895"/>
                  <a:pt x="2454399" y="2223250"/>
                </a:cubicBezTo>
                <a:lnTo>
                  <a:pt x="2463105" y="2238352"/>
                </a:lnTo>
                <a:cubicBezTo>
                  <a:pt x="2463342" y="2238767"/>
                  <a:pt x="2463342" y="2239241"/>
                  <a:pt x="2463105" y="2239596"/>
                </a:cubicBezTo>
                <a:lnTo>
                  <a:pt x="2454399" y="2254699"/>
                </a:lnTo>
                <a:cubicBezTo>
                  <a:pt x="2454162" y="2255054"/>
                  <a:pt x="2453748" y="2255291"/>
                  <a:pt x="2453333" y="2255291"/>
                </a:cubicBezTo>
                <a:lnTo>
                  <a:pt x="2435862" y="2255291"/>
                </a:lnTo>
                <a:cubicBezTo>
                  <a:pt x="2435447" y="2255291"/>
                  <a:pt x="2435033" y="2255054"/>
                  <a:pt x="2434796" y="2254699"/>
                </a:cubicBezTo>
                <a:lnTo>
                  <a:pt x="2426090" y="2239596"/>
                </a:lnTo>
                <a:cubicBezTo>
                  <a:pt x="2425853" y="2239182"/>
                  <a:pt x="2425853" y="2238708"/>
                  <a:pt x="2426090" y="2238352"/>
                </a:cubicBezTo>
                <a:lnTo>
                  <a:pt x="2434796" y="2223250"/>
                </a:lnTo>
                <a:cubicBezTo>
                  <a:pt x="2435033" y="2222895"/>
                  <a:pt x="2435447" y="2222658"/>
                  <a:pt x="2435862" y="2222658"/>
                </a:cubicBezTo>
                <a:close/>
                <a:moveTo>
                  <a:pt x="2503437" y="2222421"/>
                </a:moveTo>
                <a:lnTo>
                  <a:pt x="2521086" y="2222421"/>
                </a:lnTo>
                <a:cubicBezTo>
                  <a:pt x="2521501" y="2222421"/>
                  <a:pt x="2521915" y="2222717"/>
                  <a:pt x="2522152" y="2223072"/>
                </a:cubicBezTo>
                <a:lnTo>
                  <a:pt x="2530977" y="2238353"/>
                </a:lnTo>
                <a:cubicBezTo>
                  <a:pt x="2531214" y="2238708"/>
                  <a:pt x="2531214" y="2239241"/>
                  <a:pt x="2530977" y="2239596"/>
                </a:cubicBezTo>
                <a:lnTo>
                  <a:pt x="2522152" y="2254877"/>
                </a:lnTo>
                <a:cubicBezTo>
                  <a:pt x="2521915" y="2255291"/>
                  <a:pt x="2521501" y="2255528"/>
                  <a:pt x="2521086" y="2255528"/>
                </a:cubicBezTo>
                <a:lnTo>
                  <a:pt x="2503437" y="2255528"/>
                </a:lnTo>
                <a:cubicBezTo>
                  <a:pt x="2503022" y="2255528"/>
                  <a:pt x="2502608" y="2255232"/>
                  <a:pt x="2502371" y="2254877"/>
                </a:cubicBezTo>
                <a:lnTo>
                  <a:pt x="2493547" y="2239596"/>
                </a:lnTo>
                <a:cubicBezTo>
                  <a:pt x="2493310" y="2239241"/>
                  <a:pt x="2493310" y="2238708"/>
                  <a:pt x="2493547" y="2238353"/>
                </a:cubicBezTo>
                <a:lnTo>
                  <a:pt x="2502371" y="2223072"/>
                </a:lnTo>
                <a:cubicBezTo>
                  <a:pt x="2502608" y="2222658"/>
                  <a:pt x="2503022" y="2222421"/>
                  <a:pt x="2503437" y="2222421"/>
                </a:cubicBezTo>
                <a:close/>
                <a:moveTo>
                  <a:pt x="2300474" y="2222303"/>
                </a:moveTo>
                <a:lnTo>
                  <a:pt x="2318241" y="2222303"/>
                </a:lnTo>
                <a:cubicBezTo>
                  <a:pt x="2318655" y="2222303"/>
                  <a:pt x="2319070" y="2222540"/>
                  <a:pt x="2319307" y="2222954"/>
                </a:cubicBezTo>
                <a:lnTo>
                  <a:pt x="2328191" y="2238353"/>
                </a:lnTo>
                <a:cubicBezTo>
                  <a:pt x="2328428" y="2238708"/>
                  <a:pt x="2328428" y="2239182"/>
                  <a:pt x="2328191" y="2239597"/>
                </a:cubicBezTo>
                <a:lnTo>
                  <a:pt x="2319307" y="2254995"/>
                </a:lnTo>
                <a:cubicBezTo>
                  <a:pt x="2319070" y="2255410"/>
                  <a:pt x="2318655" y="2255646"/>
                  <a:pt x="2318241" y="2255646"/>
                </a:cubicBezTo>
                <a:lnTo>
                  <a:pt x="2300474" y="2255646"/>
                </a:lnTo>
                <a:cubicBezTo>
                  <a:pt x="2300059" y="2255646"/>
                  <a:pt x="2299644" y="2255410"/>
                  <a:pt x="2299407" y="2254995"/>
                </a:cubicBezTo>
                <a:lnTo>
                  <a:pt x="2290524" y="2239597"/>
                </a:lnTo>
                <a:cubicBezTo>
                  <a:pt x="2290287" y="2239241"/>
                  <a:pt x="2290287" y="2238767"/>
                  <a:pt x="2290524" y="2238353"/>
                </a:cubicBezTo>
                <a:lnTo>
                  <a:pt x="2299407" y="2222954"/>
                </a:lnTo>
                <a:cubicBezTo>
                  <a:pt x="2299644" y="2222540"/>
                  <a:pt x="2300059" y="2222303"/>
                  <a:pt x="2300474" y="2222303"/>
                </a:cubicBezTo>
                <a:close/>
                <a:moveTo>
                  <a:pt x="1286006" y="2222303"/>
                </a:moveTo>
                <a:lnTo>
                  <a:pt x="1303774" y="2222303"/>
                </a:lnTo>
                <a:cubicBezTo>
                  <a:pt x="1304188" y="2222303"/>
                  <a:pt x="1304603" y="2222540"/>
                  <a:pt x="1304840" y="2222954"/>
                </a:cubicBezTo>
                <a:lnTo>
                  <a:pt x="1313724" y="2238353"/>
                </a:lnTo>
                <a:cubicBezTo>
                  <a:pt x="1313961" y="2238708"/>
                  <a:pt x="1313961" y="2239182"/>
                  <a:pt x="1313724" y="2239597"/>
                </a:cubicBezTo>
                <a:lnTo>
                  <a:pt x="1304840" y="2254995"/>
                </a:lnTo>
                <a:cubicBezTo>
                  <a:pt x="1304603" y="2255410"/>
                  <a:pt x="1304188" y="2255646"/>
                  <a:pt x="1303774" y="2255646"/>
                </a:cubicBezTo>
                <a:lnTo>
                  <a:pt x="1286006" y="2255646"/>
                </a:lnTo>
                <a:cubicBezTo>
                  <a:pt x="1285592" y="2255646"/>
                  <a:pt x="1285177" y="2255410"/>
                  <a:pt x="1284940" y="2254995"/>
                </a:cubicBezTo>
                <a:lnTo>
                  <a:pt x="1276057" y="2239597"/>
                </a:lnTo>
                <a:cubicBezTo>
                  <a:pt x="1275820" y="2239241"/>
                  <a:pt x="1275820" y="2238767"/>
                  <a:pt x="1276057" y="2238353"/>
                </a:cubicBezTo>
                <a:lnTo>
                  <a:pt x="1284940" y="2222954"/>
                </a:lnTo>
                <a:cubicBezTo>
                  <a:pt x="1285177" y="2222540"/>
                  <a:pt x="1285592" y="2222303"/>
                  <a:pt x="1286006" y="2222303"/>
                </a:cubicBezTo>
                <a:close/>
                <a:moveTo>
                  <a:pt x="1894604" y="2222244"/>
                </a:moveTo>
                <a:lnTo>
                  <a:pt x="1912490" y="2222244"/>
                </a:lnTo>
                <a:cubicBezTo>
                  <a:pt x="1912904" y="2222244"/>
                  <a:pt x="1913319" y="2222481"/>
                  <a:pt x="1913556" y="2222895"/>
                </a:cubicBezTo>
                <a:lnTo>
                  <a:pt x="1922499" y="2238412"/>
                </a:lnTo>
                <a:cubicBezTo>
                  <a:pt x="1922736" y="2238768"/>
                  <a:pt x="1922736" y="2239242"/>
                  <a:pt x="1922499" y="2239656"/>
                </a:cubicBezTo>
                <a:lnTo>
                  <a:pt x="1913556" y="2255173"/>
                </a:lnTo>
                <a:cubicBezTo>
                  <a:pt x="1913378" y="2255588"/>
                  <a:pt x="1912963" y="2255825"/>
                  <a:pt x="1912490" y="2255825"/>
                </a:cubicBezTo>
                <a:lnTo>
                  <a:pt x="1894604" y="2255825"/>
                </a:lnTo>
                <a:cubicBezTo>
                  <a:pt x="1894189" y="2255825"/>
                  <a:pt x="1893774" y="2255588"/>
                  <a:pt x="1893538" y="2255173"/>
                </a:cubicBezTo>
                <a:lnTo>
                  <a:pt x="1884595" y="2239656"/>
                </a:lnTo>
                <a:cubicBezTo>
                  <a:pt x="1884358" y="2239301"/>
                  <a:pt x="1884358" y="2238827"/>
                  <a:pt x="1884595" y="2238412"/>
                </a:cubicBezTo>
                <a:lnTo>
                  <a:pt x="1893538" y="2222895"/>
                </a:lnTo>
                <a:cubicBezTo>
                  <a:pt x="1893715" y="2222481"/>
                  <a:pt x="1894130" y="2222244"/>
                  <a:pt x="1894604" y="2222244"/>
                </a:cubicBezTo>
                <a:close/>
                <a:moveTo>
                  <a:pt x="4599769" y="2222125"/>
                </a:moveTo>
                <a:lnTo>
                  <a:pt x="4617774" y="2222125"/>
                </a:lnTo>
                <a:cubicBezTo>
                  <a:pt x="4618247" y="2222125"/>
                  <a:pt x="4618662" y="2222362"/>
                  <a:pt x="4618899" y="2222776"/>
                </a:cubicBezTo>
                <a:lnTo>
                  <a:pt x="4627901" y="2238353"/>
                </a:lnTo>
                <a:cubicBezTo>
                  <a:pt x="4628138" y="2238708"/>
                  <a:pt x="4628138" y="2239182"/>
                  <a:pt x="4627901" y="2239596"/>
                </a:cubicBezTo>
                <a:lnTo>
                  <a:pt x="4618899" y="2255173"/>
                </a:lnTo>
                <a:cubicBezTo>
                  <a:pt x="4618662" y="2255587"/>
                  <a:pt x="4618247" y="2255824"/>
                  <a:pt x="4617774" y="2255824"/>
                </a:cubicBezTo>
                <a:lnTo>
                  <a:pt x="4599769" y="2255824"/>
                </a:lnTo>
                <a:cubicBezTo>
                  <a:pt x="4599296" y="2255824"/>
                  <a:pt x="4598881" y="2255587"/>
                  <a:pt x="4598643" y="2255173"/>
                </a:cubicBezTo>
                <a:lnTo>
                  <a:pt x="4589642" y="2239596"/>
                </a:lnTo>
                <a:cubicBezTo>
                  <a:pt x="4589405" y="2239241"/>
                  <a:pt x="4589405" y="2238767"/>
                  <a:pt x="4589642" y="2238353"/>
                </a:cubicBezTo>
                <a:lnTo>
                  <a:pt x="4598643" y="2222776"/>
                </a:lnTo>
                <a:cubicBezTo>
                  <a:pt x="4598881" y="2222362"/>
                  <a:pt x="4599296" y="2222125"/>
                  <a:pt x="4599769" y="2222125"/>
                </a:cubicBezTo>
                <a:close/>
                <a:moveTo>
                  <a:pt x="2638353" y="2221888"/>
                </a:moveTo>
                <a:lnTo>
                  <a:pt x="2656594" y="2221888"/>
                </a:lnTo>
                <a:cubicBezTo>
                  <a:pt x="2657068" y="2221888"/>
                  <a:pt x="2657482" y="2222125"/>
                  <a:pt x="2657719" y="2222539"/>
                </a:cubicBezTo>
                <a:lnTo>
                  <a:pt x="2666840" y="2238293"/>
                </a:lnTo>
                <a:cubicBezTo>
                  <a:pt x="2667077" y="2238708"/>
                  <a:pt x="2667077" y="2239182"/>
                  <a:pt x="2666840" y="2239596"/>
                </a:cubicBezTo>
                <a:lnTo>
                  <a:pt x="2657719" y="2255350"/>
                </a:lnTo>
                <a:cubicBezTo>
                  <a:pt x="2657482" y="2255765"/>
                  <a:pt x="2657068" y="2256001"/>
                  <a:pt x="2656594" y="2256001"/>
                </a:cubicBezTo>
                <a:lnTo>
                  <a:pt x="2638353" y="2256001"/>
                </a:lnTo>
                <a:cubicBezTo>
                  <a:pt x="2637879" y="2256001"/>
                  <a:pt x="2637464" y="2255765"/>
                  <a:pt x="2637227" y="2255350"/>
                </a:cubicBezTo>
                <a:lnTo>
                  <a:pt x="2628107" y="2239596"/>
                </a:lnTo>
                <a:cubicBezTo>
                  <a:pt x="2627870" y="2239182"/>
                  <a:pt x="2627870" y="2238708"/>
                  <a:pt x="2628107" y="2238293"/>
                </a:cubicBezTo>
                <a:lnTo>
                  <a:pt x="2637227" y="2222539"/>
                </a:lnTo>
                <a:cubicBezTo>
                  <a:pt x="2637464" y="2222125"/>
                  <a:pt x="2637879" y="2221888"/>
                  <a:pt x="2638353" y="2221888"/>
                </a:cubicBezTo>
                <a:close/>
                <a:moveTo>
                  <a:pt x="1962061" y="2221888"/>
                </a:moveTo>
                <a:lnTo>
                  <a:pt x="1980302" y="2221888"/>
                </a:lnTo>
                <a:cubicBezTo>
                  <a:pt x="1980776" y="2221888"/>
                  <a:pt x="1981190" y="2222125"/>
                  <a:pt x="1981427" y="2222539"/>
                </a:cubicBezTo>
                <a:lnTo>
                  <a:pt x="1990548" y="2238293"/>
                </a:lnTo>
                <a:cubicBezTo>
                  <a:pt x="1990785" y="2238708"/>
                  <a:pt x="1990785" y="2239182"/>
                  <a:pt x="1990548" y="2239596"/>
                </a:cubicBezTo>
                <a:lnTo>
                  <a:pt x="1981427" y="2255350"/>
                </a:lnTo>
                <a:cubicBezTo>
                  <a:pt x="1981190" y="2255765"/>
                  <a:pt x="1980776" y="2256001"/>
                  <a:pt x="1980302" y="2256001"/>
                </a:cubicBezTo>
                <a:lnTo>
                  <a:pt x="1962061" y="2256001"/>
                </a:lnTo>
                <a:cubicBezTo>
                  <a:pt x="1961587" y="2256001"/>
                  <a:pt x="1961172" y="2255765"/>
                  <a:pt x="1960935" y="2255350"/>
                </a:cubicBezTo>
                <a:lnTo>
                  <a:pt x="1951815" y="2239596"/>
                </a:lnTo>
                <a:cubicBezTo>
                  <a:pt x="1951578" y="2239182"/>
                  <a:pt x="1951578" y="2238708"/>
                  <a:pt x="1951815" y="2238293"/>
                </a:cubicBezTo>
                <a:lnTo>
                  <a:pt x="1960935" y="2222539"/>
                </a:lnTo>
                <a:cubicBezTo>
                  <a:pt x="1961172" y="2222125"/>
                  <a:pt x="1961587" y="2221888"/>
                  <a:pt x="1962061" y="2221888"/>
                </a:cubicBezTo>
                <a:close/>
                <a:moveTo>
                  <a:pt x="3585183" y="2221829"/>
                </a:moveTo>
                <a:lnTo>
                  <a:pt x="3603484" y="2221829"/>
                </a:lnTo>
                <a:cubicBezTo>
                  <a:pt x="3603958" y="2221829"/>
                  <a:pt x="3604373" y="2222066"/>
                  <a:pt x="3604609" y="2222480"/>
                </a:cubicBezTo>
                <a:lnTo>
                  <a:pt x="3613790" y="2238353"/>
                </a:lnTo>
                <a:cubicBezTo>
                  <a:pt x="3614026" y="2238767"/>
                  <a:pt x="3614026" y="2239241"/>
                  <a:pt x="3613790" y="2239656"/>
                </a:cubicBezTo>
                <a:lnTo>
                  <a:pt x="3604609" y="2255528"/>
                </a:lnTo>
                <a:cubicBezTo>
                  <a:pt x="3604373" y="2255943"/>
                  <a:pt x="3603958" y="2256179"/>
                  <a:pt x="3603484" y="2256179"/>
                </a:cubicBezTo>
                <a:lnTo>
                  <a:pt x="3585183" y="2256179"/>
                </a:lnTo>
                <a:cubicBezTo>
                  <a:pt x="3584710" y="2256179"/>
                  <a:pt x="3584296" y="2255943"/>
                  <a:pt x="3584058" y="2255528"/>
                </a:cubicBezTo>
                <a:lnTo>
                  <a:pt x="3574878" y="2239656"/>
                </a:lnTo>
                <a:cubicBezTo>
                  <a:pt x="3574642" y="2239241"/>
                  <a:pt x="3574642" y="2238767"/>
                  <a:pt x="3574878" y="2238353"/>
                </a:cubicBezTo>
                <a:lnTo>
                  <a:pt x="3584058" y="2222480"/>
                </a:lnTo>
                <a:cubicBezTo>
                  <a:pt x="3584296" y="2222066"/>
                  <a:pt x="3584710" y="2221829"/>
                  <a:pt x="3585183" y="2221829"/>
                </a:cubicBezTo>
                <a:close/>
                <a:moveTo>
                  <a:pt x="1353405" y="2221829"/>
                </a:moveTo>
                <a:lnTo>
                  <a:pt x="1371705" y="2221829"/>
                </a:lnTo>
                <a:cubicBezTo>
                  <a:pt x="1372179" y="2221829"/>
                  <a:pt x="1372594" y="2222066"/>
                  <a:pt x="1372831" y="2222480"/>
                </a:cubicBezTo>
                <a:lnTo>
                  <a:pt x="1382011" y="2238353"/>
                </a:lnTo>
                <a:cubicBezTo>
                  <a:pt x="1382247" y="2238767"/>
                  <a:pt x="1382247" y="2239241"/>
                  <a:pt x="1382011" y="2239656"/>
                </a:cubicBezTo>
                <a:lnTo>
                  <a:pt x="1372831" y="2255528"/>
                </a:lnTo>
                <a:cubicBezTo>
                  <a:pt x="1372594" y="2255943"/>
                  <a:pt x="1372179" y="2256179"/>
                  <a:pt x="1371705" y="2256179"/>
                </a:cubicBezTo>
                <a:lnTo>
                  <a:pt x="1353405" y="2256179"/>
                </a:lnTo>
                <a:cubicBezTo>
                  <a:pt x="1352931" y="2256179"/>
                  <a:pt x="1352517" y="2255943"/>
                  <a:pt x="1352279" y="2255528"/>
                </a:cubicBezTo>
                <a:lnTo>
                  <a:pt x="1343100" y="2239656"/>
                </a:lnTo>
                <a:cubicBezTo>
                  <a:pt x="1342863" y="2239241"/>
                  <a:pt x="1342863" y="2238767"/>
                  <a:pt x="1343100" y="2238353"/>
                </a:cubicBezTo>
                <a:lnTo>
                  <a:pt x="1352279" y="2222480"/>
                </a:lnTo>
                <a:cubicBezTo>
                  <a:pt x="1352517" y="2222066"/>
                  <a:pt x="1352931" y="2221829"/>
                  <a:pt x="1353405" y="2221829"/>
                </a:cubicBezTo>
                <a:close/>
                <a:moveTo>
                  <a:pt x="2570599" y="2221592"/>
                </a:moveTo>
                <a:lnTo>
                  <a:pt x="2589137" y="2221592"/>
                </a:lnTo>
                <a:cubicBezTo>
                  <a:pt x="2589610" y="2221592"/>
                  <a:pt x="2590025" y="2221829"/>
                  <a:pt x="2590262" y="2222244"/>
                </a:cubicBezTo>
                <a:lnTo>
                  <a:pt x="2599501" y="2238294"/>
                </a:lnTo>
                <a:cubicBezTo>
                  <a:pt x="2599738" y="2238708"/>
                  <a:pt x="2599738" y="2239182"/>
                  <a:pt x="2599501" y="2239597"/>
                </a:cubicBezTo>
                <a:lnTo>
                  <a:pt x="2590203" y="2255646"/>
                </a:lnTo>
                <a:cubicBezTo>
                  <a:pt x="2589966" y="2256061"/>
                  <a:pt x="2589551" y="2256298"/>
                  <a:pt x="2589077" y="2256298"/>
                </a:cubicBezTo>
                <a:lnTo>
                  <a:pt x="2570540" y="2256298"/>
                </a:lnTo>
                <a:cubicBezTo>
                  <a:pt x="2570066" y="2256298"/>
                  <a:pt x="2569651" y="2256061"/>
                  <a:pt x="2569415" y="2255646"/>
                </a:cubicBezTo>
                <a:lnTo>
                  <a:pt x="2560176" y="2239597"/>
                </a:lnTo>
                <a:cubicBezTo>
                  <a:pt x="2559939" y="2239182"/>
                  <a:pt x="2559939" y="2238708"/>
                  <a:pt x="2560176" y="2238294"/>
                </a:cubicBezTo>
                <a:lnTo>
                  <a:pt x="2569474" y="2222244"/>
                </a:lnTo>
                <a:cubicBezTo>
                  <a:pt x="2569711" y="2221829"/>
                  <a:pt x="2570125" y="2221592"/>
                  <a:pt x="2570599" y="2221592"/>
                </a:cubicBezTo>
                <a:close/>
                <a:moveTo>
                  <a:pt x="2367515" y="2221296"/>
                </a:moveTo>
                <a:lnTo>
                  <a:pt x="2386408" y="2221296"/>
                </a:lnTo>
                <a:cubicBezTo>
                  <a:pt x="2386823" y="2221296"/>
                  <a:pt x="2387297" y="2221533"/>
                  <a:pt x="2387534" y="2221947"/>
                </a:cubicBezTo>
                <a:lnTo>
                  <a:pt x="2396951" y="2238294"/>
                </a:lnTo>
                <a:cubicBezTo>
                  <a:pt x="2397187" y="2238708"/>
                  <a:pt x="2397187" y="2239241"/>
                  <a:pt x="2396951" y="2239656"/>
                </a:cubicBezTo>
                <a:lnTo>
                  <a:pt x="2387534" y="2256002"/>
                </a:lnTo>
                <a:cubicBezTo>
                  <a:pt x="2387297" y="2256416"/>
                  <a:pt x="2386882" y="2256654"/>
                  <a:pt x="2386408" y="2256654"/>
                </a:cubicBezTo>
                <a:lnTo>
                  <a:pt x="2367515" y="2256654"/>
                </a:lnTo>
                <a:cubicBezTo>
                  <a:pt x="2367101" y="2256654"/>
                  <a:pt x="2366627" y="2256416"/>
                  <a:pt x="2366391" y="2256002"/>
                </a:cubicBezTo>
                <a:lnTo>
                  <a:pt x="2356974" y="2239656"/>
                </a:lnTo>
                <a:cubicBezTo>
                  <a:pt x="2356737" y="2239241"/>
                  <a:pt x="2356737" y="2238708"/>
                  <a:pt x="2356974" y="2238294"/>
                </a:cubicBezTo>
                <a:lnTo>
                  <a:pt x="2366391" y="2221947"/>
                </a:lnTo>
                <a:cubicBezTo>
                  <a:pt x="2366627" y="2221533"/>
                  <a:pt x="2367042" y="2221296"/>
                  <a:pt x="2367515" y="2221296"/>
                </a:cubicBezTo>
                <a:close/>
                <a:moveTo>
                  <a:pt x="1217305" y="2220230"/>
                </a:moveTo>
                <a:lnTo>
                  <a:pt x="1237264" y="2220230"/>
                </a:lnTo>
                <a:cubicBezTo>
                  <a:pt x="1237797" y="2220230"/>
                  <a:pt x="1238271" y="2220526"/>
                  <a:pt x="1238508" y="2220941"/>
                </a:cubicBezTo>
                <a:lnTo>
                  <a:pt x="1248517" y="2238234"/>
                </a:lnTo>
                <a:cubicBezTo>
                  <a:pt x="1248754" y="2238649"/>
                  <a:pt x="1248754" y="2239241"/>
                  <a:pt x="1248517" y="2239656"/>
                </a:cubicBezTo>
                <a:lnTo>
                  <a:pt x="1238508" y="2256950"/>
                </a:lnTo>
                <a:cubicBezTo>
                  <a:pt x="1238212" y="2257364"/>
                  <a:pt x="1237738" y="2257660"/>
                  <a:pt x="1237264" y="2257660"/>
                </a:cubicBezTo>
                <a:lnTo>
                  <a:pt x="1217305" y="2257660"/>
                </a:lnTo>
                <a:cubicBezTo>
                  <a:pt x="1216772" y="2257660"/>
                  <a:pt x="1216299" y="2257364"/>
                  <a:pt x="1216062" y="2256950"/>
                </a:cubicBezTo>
                <a:lnTo>
                  <a:pt x="1206053" y="2239656"/>
                </a:lnTo>
                <a:cubicBezTo>
                  <a:pt x="1205816" y="2239241"/>
                  <a:pt x="1205816" y="2238649"/>
                  <a:pt x="1206053" y="2238234"/>
                </a:cubicBezTo>
                <a:lnTo>
                  <a:pt x="1216062" y="2220941"/>
                </a:lnTo>
                <a:cubicBezTo>
                  <a:pt x="1216358" y="2220526"/>
                  <a:pt x="1216832" y="2220230"/>
                  <a:pt x="1217305" y="2220230"/>
                </a:cubicBezTo>
                <a:close/>
                <a:moveTo>
                  <a:pt x="2096443" y="2220170"/>
                </a:moveTo>
                <a:lnTo>
                  <a:pt x="2116520" y="2220170"/>
                </a:lnTo>
                <a:cubicBezTo>
                  <a:pt x="2117053" y="2220170"/>
                  <a:pt x="2117527" y="2220466"/>
                  <a:pt x="2117764" y="2220881"/>
                </a:cubicBezTo>
                <a:lnTo>
                  <a:pt x="2127773" y="2238293"/>
                </a:lnTo>
                <a:cubicBezTo>
                  <a:pt x="2128010" y="2238707"/>
                  <a:pt x="2128010" y="2239300"/>
                  <a:pt x="2127773" y="2239714"/>
                </a:cubicBezTo>
                <a:lnTo>
                  <a:pt x="2117704" y="2257126"/>
                </a:lnTo>
                <a:cubicBezTo>
                  <a:pt x="2117408" y="2257541"/>
                  <a:pt x="2116934" y="2257837"/>
                  <a:pt x="2116461" y="2257837"/>
                </a:cubicBezTo>
                <a:lnTo>
                  <a:pt x="2096383" y="2257837"/>
                </a:lnTo>
                <a:cubicBezTo>
                  <a:pt x="2095850" y="2257837"/>
                  <a:pt x="2095377" y="2257541"/>
                  <a:pt x="2095140" y="2257126"/>
                </a:cubicBezTo>
                <a:lnTo>
                  <a:pt x="2085131" y="2239714"/>
                </a:lnTo>
                <a:cubicBezTo>
                  <a:pt x="2084894" y="2239300"/>
                  <a:pt x="2084894" y="2238707"/>
                  <a:pt x="2085131" y="2238293"/>
                </a:cubicBezTo>
                <a:lnTo>
                  <a:pt x="2095199" y="2220881"/>
                </a:lnTo>
                <a:cubicBezTo>
                  <a:pt x="2095495" y="2220466"/>
                  <a:pt x="2095969" y="2220170"/>
                  <a:pt x="2096443" y="2220170"/>
                </a:cubicBezTo>
                <a:close/>
                <a:moveTo>
                  <a:pt x="4666160" y="2219756"/>
                </a:moveTo>
                <a:lnTo>
                  <a:pt x="4686712" y="2219756"/>
                </a:lnTo>
                <a:cubicBezTo>
                  <a:pt x="4687185" y="2219756"/>
                  <a:pt x="4687718" y="2219993"/>
                  <a:pt x="4687955" y="2220467"/>
                </a:cubicBezTo>
                <a:lnTo>
                  <a:pt x="4698201" y="2238234"/>
                </a:lnTo>
                <a:cubicBezTo>
                  <a:pt x="4698438" y="2238708"/>
                  <a:pt x="4698438" y="2239241"/>
                  <a:pt x="4698201" y="2239715"/>
                </a:cubicBezTo>
                <a:lnTo>
                  <a:pt x="4687955" y="2257482"/>
                </a:lnTo>
                <a:cubicBezTo>
                  <a:pt x="4687718" y="2257897"/>
                  <a:pt x="4687245" y="2258193"/>
                  <a:pt x="4686712" y="2258193"/>
                </a:cubicBezTo>
                <a:lnTo>
                  <a:pt x="4666160" y="2258193"/>
                </a:lnTo>
                <a:cubicBezTo>
                  <a:pt x="4665687" y="2258193"/>
                  <a:pt x="4665154" y="2257956"/>
                  <a:pt x="4664917" y="2257482"/>
                </a:cubicBezTo>
                <a:lnTo>
                  <a:pt x="4654671" y="2239715"/>
                </a:lnTo>
                <a:cubicBezTo>
                  <a:pt x="4654434" y="2239241"/>
                  <a:pt x="4654434" y="2238708"/>
                  <a:pt x="4654671" y="2238234"/>
                </a:cubicBezTo>
                <a:lnTo>
                  <a:pt x="4664917" y="2220467"/>
                </a:lnTo>
                <a:cubicBezTo>
                  <a:pt x="4665154" y="2220052"/>
                  <a:pt x="4665627" y="2219756"/>
                  <a:pt x="4666160" y="2219756"/>
                </a:cubicBezTo>
                <a:close/>
                <a:moveTo>
                  <a:pt x="4733676" y="2219519"/>
                </a:moveTo>
                <a:lnTo>
                  <a:pt x="4754405" y="2219519"/>
                </a:lnTo>
                <a:cubicBezTo>
                  <a:pt x="4754879" y="2219519"/>
                  <a:pt x="4755353" y="2219756"/>
                  <a:pt x="4755648" y="2220230"/>
                </a:cubicBezTo>
                <a:lnTo>
                  <a:pt x="4766013" y="2238234"/>
                </a:lnTo>
                <a:cubicBezTo>
                  <a:pt x="4766309" y="2238708"/>
                  <a:pt x="4766309" y="2239241"/>
                  <a:pt x="4766013" y="2239715"/>
                </a:cubicBezTo>
                <a:lnTo>
                  <a:pt x="4755648" y="2257719"/>
                </a:lnTo>
                <a:cubicBezTo>
                  <a:pt x="4755412" y="2258134"/>
                  <a:pt x="4754938" y="2258430"/>
                  <a:pt x="4754405" y="2258430"/>
                </a:cubicBezTo>
                <a:lnTo>
                  <a:pt x="4733676" y="2258430"/>
                </a:lnTo>
                <a:cubicBezTo>
                  <a:pt x="4733203" y="2258430"/>
                  <a:pt x="4732669" y="2258193"/>
                  <a:pt x="4732433" y="2257719"/>
                </a:cubicBezTo>
                <a:lnTo>
                  <a:pt x="4722068" y="2239715"/>
                </a:lnTo>
                <a:cubicBezTo>
                  <a:pt x="4721772" y="2239241"/>
                  <a:pt x="4721772" y="2238708"/>
                  <a:pt x="4722068" y="2238234"/>
                </a:cubicBezTo>
                <a:lnTo>
                  <a:pt x="4732433" y="2220230"/>
                </a:lnTo>
                <a:cubicBezTo>
                  <a:pt x="4732669" y="2219815"/>
                  <a:pt x="4733143" y="2219519"/>
                  <a:pt x="4733676" y="2219519"/>
                </a:cubicBezTo>
                <a:close/>
                <a:moveTo>
                  <a:pt x="3516304" y="2219401"/>
                </a:moveTo>
                <a:lnTo>
                  <a:pt x="3537152" y="2219401"/>
                </a:lnTo>
                <a:cubicBezTo>
                  <a:pt x="3537685" y="2219401"/>
                  <a:pt x="3538159" y="2219638"/>
                  <a:pt x="3538455" y="2220112"/>
                </a:cubicBezTo>
                <a:lnTo>
                  <a:pt x="3548878" y="2238176"/>
                </a:lnTo>
                <a:cubicBezTo>
                  <a:pt x="3549174" y="2238649"/>
                  <a:pt x="3549174" y="2239182"/>
                  <a:pt x="3548878" y="2239656"/>
                </a:cubicBezTo>
                <a:lnTo>
                  <a:pt x="3538455" y="2257720"/>
                </a:lnTo>
                <a:cubicBezTo>
                  <a:pt x="3538159" y="2258134"/>
                  <a:pt x="3537685" y="2258430"/>
                  <a:pt x="3537152" y="2258430"/>
                </a:cubicBezTo>
                <a:lnTo>
                  <a:pt x="3516304" y="2258430"/>
                </a:lnTo>
                <a:cubicBezTo>
                  <a:pt x="3515771" y="2258430"/>
                  <a:pt x="3515298" y="2258194"/>
                  <a:pt x="3515001" y="2257720"/>
                </a:cubicBezTo>
                <a:lnTo>
                  <a:pt x="3504578" y="2239656"/>
                </a:lnTo>
                <a:cubicBezTo>
                  <a:pt x="3504282" y="2239182"/>
                  <a:pt x="3504282" y="2238649"/>
                  <a:pt x="3504578" y="2238176"/>
                </a:cubicBezTo>
                <a:lnTo>
                  <a:pt x="3515001" y="2220112"/>
                </a:lnTo>
                <a:cubicBezTo>
                  <a:pt x="3515298" y="2219697"/>
                  <a:pt x="3515771" y="2219401"/>
                  <a:pt x="3516304" y="2219401"/>
                </a:cubicBezTo>
                <a:close/>
                <a:moveTo>
                  <a:pt x="1149019" y="2219104"/>
                </a:moveTo>
                <a:lnTo>
                  <a:pt x="1170222" y="2219104"/>
                </a:lnTo>
                <a:cubicBezTo>
                  <a:pt x="1170755" y="2219104"/>
                  <a:pt x="1171229" y="2219400"/>
                  <a:pt x="1171525" y="2219874"/>
                </a:cubicBezTo>
                <a:lnTo>
                  <a:pt x="1182126" y="2238234"/>
                </a:lnTo>
                <a:cubicBezTo>
                  <a:pt x="1182422" y="2238648"/>
                  <a:pt x="1182422" y="2239241"/>
                  <a:pt x="1182126" y="2239714"/>
                </a:cubicBezTo>
                <a:lnTo>
                  <a:pt x="1171525" y="2258074"/>
                </a:lnTo>
                <a:cubicBezTo>
                  <a:pt x="1171229" y="2258548"/>
                  <a:pt x="1170755" y="2258844"/>
                  <a:pt x="1170222" y="2258844"/>
                </a:cubicBezTo>
                <a:lnTo>
                  <a:pt x="1149019" y="2258844"/>
                </a:lnTo>
                <a:cubicBezTo>
                  <a:pt x="1148487" y="2258844"/>
                  <a:pt x="1148013" y="2258548"/>
                  <a:pt x="1147717" y="2258074"/>
                </a:cubicBezTo>
                <a:lnTo>
                  <a:pt x="1137115" y="2239714"/>
                </a:lnTo>
                <a:cubicBezTo>
                  <a:pt x="1136819" y="2239300"/>
                  <a:pt x="1136819" y="2238707"/>
                  <a:pt x="1137115" y="2238234"/>
                </a:cubicBezTo>
                <a:lnTo>
                  <a:pt x="1147717" y="2219874"/>
                </a:lnTo>
                <a:cubicBezTo>
                  <a:pt x="1148013" y="2219400"/>
                  <a:pt x="1148487" y="2219104"/>
                  <a:pt x="1149019" y="2219104"/>
                </a:cubicBezTo>
                <a:close/>
                <a:moveTo>
                  <a:pt x="2028097" y="2218927"/>
                </a:moveTo>
                <a:lnTo>
                  <a:pt x="2049536" y="2218927"/>
                </a:lnTo>
                <a:cubicBezTo>
                  <a:pt x="2050069" y="2218927"/>
                  <a:pt x="2050543" y="2219223"/>
                  <a:pt x="2050839" y="2219697"/>
                </a:cubicBezTo>
                <a:lnTo>
                  <a:pt x="2061559" y="2238234"/>
                </a:lnTo>
                <a:cubicBezTo>
                  <a:pt x="2061855" y="2238708"/>
                  <a:pt x="2061855" y="2239300"/>
                  <a:pt x="2061559" y="2239774"/>
                </a:cubicBezTo>
                <a:lnTo>
                  <a:pt x="2050839" y="2258311"/>
                </a:lnTo>
                <a:cubicBezTo>
                  <a:pt x="2050543" y="2258785"/>
                  <a:pt x="2050069" y="2259081"/>
                  <a:pt x="2049536" y="2259081"/>
                </a:cubicBezTo>
                <a:lnTo>
                  <a:pt x="2028097" y="2259081"/>
                </a:lnTo>
                <a:cubicBezTo>
                  <a:pt x="2027564" y="2259081"/>
                  <a:pt x="2027090" y="2258785"/>
                  <a:pt x="2026794" y="2258311"/>
                </a:cubicBezTo>
                <a:lnTo>
                  <a:pt x="2016074" y="2239774"/>
                </a:lnTo>
                <a:cubicBezTo>
                  <a:pt x="2015778" y="2239300"/>
                  <a:pt x="2015778" y="2238708"/>
                  <a:pt x="2016074" y="2238234"/>
                </a:cubicBezTo>
                <a:lnTo>
                  <a:pt x="2026794" y="2219697"/>
                </a:lnTo>
                <a:cubicBezTo>
                  <a:pt x="2027090" y="2219223"/>
                  <a:pt x="2027564" y="2218927"/>
                  <a:pt x="2028097" y="2218927"/>
                </a:cubicBezTo>
                <a:close/>
                <a:moveTo>
                  <a:pt x="4868236" y="2218275"/>
                </a:moveTo>
                <a:lnTo>
                  <a:pt x="4890327" y="2218275"/>
                </a:lnTo>
                <a:cubicBezTo>
                  <a:pt x="4890920" y="2218275"/>
                  <a:pt x="4891393" y="2218571"/>
                  <a:pt x="4891690" y="2219045"/>
                </a:cubicBezTo>
                <a:lnTo>
                  <a:pt x="4902705" y="2238175"/>
                </a:lnTo>
                <a:cubicBezTo>
                  <a:pt x="4903001" y="2238648"/>
                  <a:pt x="4903001" y="2239241"/>
                  <a:pt x="4902705" y="2239714"/>
                </a:cubicBezTo>
                <a:lnTo>
                  <a:pt x="4891630" y="2258844"/>
                </a:lnTo>
                <a:cubicBezTo>
                  <a:pt x="4891334" y="2259318"/>
                  <a:pt x="4890801" y="2259614"/>
                  <a:pt x="4890268" y="2259614"/>
                </a:cubicBezTo>
                <a:lnTo>
                  <a:pt x="4868177" y="2259614"/>
                </a:lnTo>
                <a:cubicBezTo>
                  <a:pt x="4867585" y="2259614"/>
                  <a:pt x="4867111" y="2259318"/>
                  <a:pt x="4866815" y="2258844"/>
                </a:cubicBezTo>
                <a:lnTo>
                  <a:pt x="4855799" y="2239714"/>
                </a:lnTo>
                <a:cubicBezTo>
                  <a:pt x="4855503" y="2239241"/>
                  <a:pt x="4855503" y="2238648"/>
                  <a:pt x="4855799" y="2238175"/>
                </a:cubicBezTo>
                <a:lnTo>
                  <a:pt x="4866874" y="2219045"/>
                </a:lnTo>
                <a:cubicBezTo>
                  <a:pt x="4867170" y="2218571"/>
                  <a:pt x="4867703" y="2218275"/>
                  <a:pt x="4868236" y="2218275"/>
                </a:cubicBezTo>
                <a:close/>
                <a:moveTo>
                  <a:pt x="2906820" y="2218098"/>
                </a:moveTo>
                <a:lnTo>
                  <a:pt x="2929147" y="2218098"/>
                </a:lnTo>
                <a:cubicBezTo>
                  <a:pt x="2929681" y="2218098"/>
                  <a:pt x="2930213" y="2218394"/>
                  <a:pt x="2930510" y="2218868"/>
                </a:cubicBezTo>
                <a:lnTo>
                  <a:pt x="2941644" y="2238175"/>
                </a:lnTo>
                <a:cubicBezTo>
                  <a:pt x="2941940" y="2238708"/>
                  <a:pt x="2941940" y="2239301"/>
                  <a:pt x="2941644" y="2239774"/>
                </a:cubicBezTo>
                <a:lnTo>
                  <a:pt x="2930510" y="2259082"/>
                </a:lnTo>
                <a:cubicBezTo>
                  <a:pt x="2930213" y="2259556"/>
                  <a:pt x="2929681" y="2259852"/>
                  <a:pt x="2929147" y="2259852"/>
                </a:cubicBezTo>
                <a:lnTo>
                  <a:pt x="2906820" y="2259852"/>
                </a:lnTo>
                <a:cubicBezTo>
                  <a:pt x="2906287" y="2259852"/>
                  <a:pt x="2905753" y="2259556"/>
                  <a:pt x="2905457" y="2259082"/>
                </a:cubicBezTo>
                <a:lnTo>
                  <a:pt x="2894323" y="2239774"/>
                </a:lnTo>
                <a:cubicBezTo>
                  <a:pt x="2894027" y="2239241"/>
                  <a:pt x="2894027" y="2238649"/>
                  <a:pt x="2894323" y="2238175"/>
                </a:cubicBezTo>
                <a:lnTo>
                  <a:pt x="2905457" y="2218868"/>
                </a:lnTo>
                <a:cubicBezTo>
                  <a:pt x="2905753" y="2218394"/>
                  <a:pt x="2906287" y="2218098"/>
                  <a:pt x="2906820" y="2218098"/>
                </a:cubicBezTo>
                <a:close/>
                <a:moveTo>
                  <a:pt x="3447900" y="2217979"/>
                </a:moveTo>
                <a:lnTo>
                  <a:pt x="3470287" y="2217979"/>
                </a:lnTo>
                <a:cubicBezTo>
                  <a:pt x="3470820" y="2217979"/>
                  <a:pt x="3471353" y="2218275"/>
                  <a:pt x="3471649" y="2218749"/>
                </a:cubicBezTo>
                <a:lnTo>
                  <a:pt x="3482843" y="2238175"/>
                </a:lnTo>
                <a:cubicBezTo>
                  <a:pt x="3483139" y="2238649"/>
                  <a:pt x="3483139" y="2239300"/>
                  <a:pt x="3482843" y="2239774"/>
                </a:cubicBezTo>
                <a:lnTo>
                  <a:pt x="3471649" y="2259200"/>
                </a:lnTo>
                <a:cubicBezTo>
                  <a:pt x="3471353" y="2259674"/>
                  <a:pt x="3470820" y="2259970"/>
                  <a:pt x="3470287" y="2259970"/>
                </a:cubicBezTo>
                <a:lnTo>
                  <a:pt x="3447900" y="2259970"/>
                </a:lnTo>
                <a:cubicBezTo>
                  <a:pt x="3447367" y="2259970"/>
                  <a:pt x="3446834" y="2259674"/>
                  <a:pt x="3446538" y="2259200"/>
                </a:cubicBezTo>
                <a:lnTo>
                  <a:pt x="3435344" y="2239774"/>
                </a:lnTo>
                <a:cubicBezTo>
                  <a:pt x="3435048" y="2239300"/>
                  <a:pt x="3435048" y="2238649"/>
                  <a:pt x="3435344" y="2238175"/>
                </a:cubicBezTo>
                <a:lnTo>
                  <a:pt x="3446538" y="2218749"/>
                </a:lnTo>
                <a:cubicBezTo>
                  <a:pt x="3446834" y="2218275"/>
                  <a:pt x="3447367" y="2217979"/>
                  <a:pt x="3447900" y="2217979"/>
                </a:cubicBezTo>
                <a:close/>
                <a:moveTo>
                  <a:pt x="1080733" y="2217861"/>
                </a:moveTo>
                <a:lnTo>
                  <a:pt x="1103238" y="2217861"/>
                </a:lnTo>
                <a:cubicBezTo>
                  <a:pt x="1103772" y="2217861"/>
                  <a:pt x="1104304" y="2218157"/>
                  <a:pt x="1104601" y="2218631"/>
                </a:cubicBezTo>
                <a:lnTo>
                  <a:pt x="1115853" y="2238116"/>
                </a:lnTo>
                <a:cubicBezTo>
                  <a:pt x="1116150" y="2238590"/>
                  <a:pt x="1116150" y="2239241"/>
                  <a:pt x="1115853" y="2239715"/>
                </a:cubicBezTo>
                <a:lnTo>
                  <a:pt x="1104601" y="2259200"/>
                </a:lnTo>
                <a:cubicBezTo>
                  <a:pt x="1104304" y="2259674"/>
                  <a:pt x="1103772" y="2259970"/>
                  <a:pt x="1103238" y="2259970"/>
                </a:cubicBezTo>
                <a:lnTo>
                  <a:pt x="1080733" y="2259970"/>
                </a:lnTo>
                <a:cubicBezTo>
                  <a:pt x="1080200" y="2259970"/>
                  <a:pt x="1079667" y="2259674"/>
                  <a:pt x="1079371" y="2259200"/>
                </a:cubicBezTo>
                <a:lnTo>
                  <a:pt x="1068118" y="2239715"/>
                </a:lnTo>
                <a:cubicBezTo>
                  <a:pt x="1067822" y="2239241"/>
                  <a:pt x="1067822" y="2238590"/>
                  <a:pt x="1068118" y="2238116"/>
                </a:cubicBezTo>
                <a:lnTo>
                  <a:pt x="1079371" y="2218631"/>
                </a:lnTo>
                <a:cubicBezTo>
                  <a:pt x="1079667" y="2218157"/>
                  <a:pt x="1080200" y="2217861"/>
                  <a:pt x="1080733" y="2217861"/>
                </a:cubicBezTo>
                <a:close/>
                <a:moveTo>
                  <a:pt x="4800246" y="2217565"/>
                </a:moveTo>
                <a:lnTo>
                  <a:pt x="4823106" y="2217565"/>
                </a:lnTo>
                <a:cubicBezTo>
                  <a:pt x="4823699" y="2217565"/>
                  <a:pt x="4824232" y="2217920"/>
                  <a:pt x="4824528" y="2218394"/>
                </a:cubicBezTo>
                <a:lnTo>
                  <a:pt x="4835959" y="2238176"/>
                </a:lnTo>
                <a:cubicBezTo>
                  <a:pt x="4836255" y="2238649"/>
                  <a:pt x="4836255" y="2239301"/>
                  <a:pt x="4835959" y="2239774"/>
                </a:cubicBezTo>
                <a:lnTo>
                  <a:pt x="4824528" y="2259556"/>
                </a:lnTo>
                <a:cubicBezTo>
                  <a:pt x="4824232" y="2260089"/>
                  <a:pt x="4823699" y="2260385"/>
                  <a:pt x="4823106" y="2260385"/>
                </a:cubicBezTo>
                <a:lnTo>
                  <a:pt x="4800246" y="2260385"/>
                </a:lnTo>
                <a:cubicBezTo>
                  <a:pt x="4799654" y="2260385"/>
                  <a:pt x="4799121" y="2260030"/>
                  <a:pt x="4798824" y="2259556"/>
                </a:cubicBezTo>
                <a:lnTo>
                  <a:pt x="4787394" y="2239774"/>
                </a:lnTo>
                <a:cubicBezTo>
                  <a:pt x="4787098" y="2239301"/>
                  <a:pt x="4787098" y="2238649"/>
                  <a:pt x="4787394" y="2238176"/>
                </a:cubicBezTo>
                <a:lnTo>
                  <a:pt x="4798824" y="2218394"/>
                </a:lnTo>
                <a:cubicBezTo>
                  <a:pt x="4799121" y="2217861"/>
                  <a:pt x="4799654" y="2217565"/>
                  <a:pt x="4800246" y="2217565"/>
                </a:cubicBezTo>
                <a:close/>
                <a:moveTo>
                  <a:pt x="945225" y="2217446"/>
                </a:moveTo>
                <a:lnTo>
                  <a:pt x="968204" y="2217446"/>
                </a:lnTo>
                <a:cubicBezTo>
                  <a:pt x="968797" y="2217446"/>
                  <a:pt x="969330" y="2217801"/>
                  <a:pt x="969626" y="2218275"/>
                </a:cubicBezTo>
                <a:lnTo>
                  <a:pt x="981115" y="2238175"/>
                </a:lnTo>
                <a:cubicBezTo>
                  <a:pt x="981412" y="2238648"/>
                  <a:pt x="981412" y="2239300"/>
                  <a:pt x="981115" y="2239774"/>
                </a:cubicBezTo>
                <a:lnTo>
                  <a:pt x="969626" y="2259674"/>
                </a:lnTo>
                <a:cubicBezTo>
                  <a:pt x="969330" y="2260206"/>
                  <a:pt x="968797" y="2260502"/>
                  <a:pt x="968204" y="2260502"/>
                </a:cubicBezTo>
                <a:lnTo>
                  <a:pt x="945225" y="2260502"/>
                </a:lnTo>
                <a:cubicBezTo>
                  <a:pt x="944633" y="2260502"/>
                  <a:pt x="944100" y="2260147"/>
                  <a:pt x="943804" y="2259674"/>
                </a:cubicBezTo>
                <a:lnTo>
                  <a:pt x="932314" y="2239774"/>
                </a:lnTo>
                <a:cubicBezTo>
                  <a:pt x="932018" y="2239300"/>
                  <a:pt x="932018" y="2238648"/>
                  <a:pt x="932314" y="2238175"/>
                </a:cubicBezTo>
                <a:lnTo>
                  <a:pt x="943804" y="2218275"/>
                </a:lnTo>
                <a:cubicBezTo>
                  <a:pt x="944100" y="2217742"/>
                  <a:pt x="944633" y="2217446"/>
                  <a:pt x="945225" y="2217446"/>
                </a:cubicBezTo>
                <a:close/>
                <a:moveTo>
                  <a:pt x="2838770" y="2217150"/>
                </a:moveTo>
                <a:lnTo>
                  <a:pt x="2862045" y="2217150"/>
                </a:lnTo>
                <a:cubicBezTo>
                  <a:pt x="2862637" y="2217150"/>
                  <a:pt x="2863170" y="2217446"/>
                  <a:pt x="2863467" y="2217979"/>
                </a:cubicBezTo>
                <a:lnTo>
                  <a:pt x="2875075" y="2238175"/>
                </a:lnTo>
                <a:cubicBezTo>
                  <a:pt x="2875371" y="2238708"/>
                  <a:pt x="2875371" y="2239300"/>
                  <a:pt x="2875075" y="2239833"/>
                </a:cubicBezTo>
                <a:lnTo>
                  <a:pt x="2863407" y="2260029"/>
                </a:lnTo>
                <a:cubicBezTo>
                  <a:pt x="2863111" y="2260562"/>
                  <a:pt x="2862578" y="2260858"/>
                  <a:pt x="2861986" y="2260858"/>
                </a:cubicBezTo>
                <a:lnTo>
                  <a:pt x="2838711" y="2260858"/>
                </a:lnTo>
                <a:cubicBezTo>
                  <a:pt x="2838118" y="2260858"/>
                  <a:pt x="2837585" y="2260562"/>
                  <a:pt x="2837289" y="2260029"/>
                </a:cubicBezTo>
                <a:lnTo>
                  <a:pt x="2825681" y="2239833"/>
                </a:lnTo>
                <a:cubicBezTo>
                  <a:pt x="2825385" y="2239300"/>
                  <a:pt x="2825385" y="2238708"/>
                  <a:pt x="2825681" y="2238175"/>
                </a:cubicBezTo>
                <a:lnTo>
                  <a:pt x="2837348" y="2217979"/>
                </a:lnTo>
                <a:cubicBezTo>
                  <a:pt x="2837644" y="2217446"/>
                  <a:pt x="2838177" y="2217150"/>
                  <a:pt x="2838770" y="2217150"/>
                </a:cubicBezTo>
                <a:close/>
                <a:moveTo>
                  <a:pt x="1012623" y="2216972"/>
                </a:moveTo>
                <a:lnTo>
                  <a:pt x="1036136" y="2216972"/>
                </a:lnTo>
                <a:cubicBezTo>
                  <a:pt x="1036728" y="2216972"/>
                  <a:pt x="1037261" y="2217268"/>
                  <a:pt x="1037557" y="2217801"/>
                </a:cubicBezTo>
                <a:lnTo>
                  <a:pt x="1049284" y="2238175"/>
                </a:lnTo>
                <a:cubicBezTo>
                  <a:pt x="1049580" y="2238708"/>
                  <a:pt x="1049580" y="2239300"/>
                  <a:pt x="1049284" y="2239833"/>
                </a:cubicBezTo>
                <a:lnTo>
                  <a:pt x="1037498" y="2260206"/>
                </a:lnTo>
                <a:cubicBezTo>
                  <a:pt x="1037202" y="2260739"/>
                  <a:pt x="1036669" y="2261035"/>
                  <a:pt x="1036076" y="2261035"/>
                </a:cubicBezTo>
                <a:lnTo>
                  <a:pt x="1012564" y="2261035"/>
                </a:lnTo>
                <a:cubicBezTo>
                  <a:pt x="1011972" y="2261035"/>
                  <a:pt x="1011439" y="2260739"/>
                  <a:pt x="1011143" y="2260206"/>
                </a:cubicBezTo>
                <a:lnTo>
                  <a:pt x="999416" y="2239833"/>
                </a:lnTo>
                <a:cubicBezTo>
                  <a:pt x="999120" y="2239300"/>
                  <a:pt x="999120" y="2238708"/>
                  <a:pt x="999416" y="2238175"/>
                </a:cubicBezTo>
                <a:lnTo>
                  <a:pt x="1011202" y="2217801"/>
                </a:lnTo>
                <a:cubicBezTo>
                  <a:pt x="1011498" y="2217268"/>
                  <a:pt x="1012031" y="2216972"/>
                  <a:pt x="1012623" y="2216972"/>
                </a:cubicBezTo>
                <a:close/>
                <a:moveTo>
                  <a:pt x="877353" y="2216972"/>
                </a:moveTo>
                <a:lnTo>
                  <a:pt x="900866" y="2216972"/>
                </a:lnTo>
                <a:cubicBezTo>
                  <a:pt x="901458" y="2216972"/>
                  <a:pt x="901991" y="2217268"/>
                  <a:pt x="902287" y="2217801"/>
                </a:cubicBezTo>
                <a:lnTo>
                  <a:pt x="914013" y="2238175"/>
                </a:lnTo>
                <a:cubicBezTo>
                  <a:pt x="914310" y="2238708"/>
                  <a:pt x="914310" y="2239300"/>
                  <a:pt x="914013" y="2239833"/>
                </a:cubicBezTo>
                <a:lnTo>
                  <a:pt x="902228" y="2260206"/>
                </a:lnTo>
                <a:cubicBezTo>
                  <a:pt x="901932" y="2260739"/>
                  <a:pt x="901398" y="2261035"/>
                  <a:pt x="900806" y="2261035"/>
                </a:cubicBezTo>
                <a:lnTo>
                  <a:pt x="877294" y="2261035"/>
                </a:lnTo>
                <a:cubicBezTo>
                  <a:pt x="876702" y="2261035"/>
                  <a:pt x="876169" y="2260739"/>
                  <a:pt x="875872" y="2260206"/>
                </a:cubicBezTo>
                <a:lnTo>
                  <a:pt x="864146" y="2239833"/>
                </a:lnTo>
                <a:cubicBezTo>
                  <a:pt x="863850" y="2239300"/>
                  <a:pt x="863850" y="2238708"/>
                  <a:pt x="864146" y="2238175"/>
                </a:cubicBezTo>
                <a:lnTo>
                  <a:pt x="875932" y="2217801"/>
                </a:lnTo>
                <a:cubicBezTo>
                  <a:pt x="876228" y="2217268"/>
                  <a:pt x="876761" y="2216972"/>
                  <a:pt x="877353" y="2216972"/>
                </a:cubicBezTo>
                <a:close/>
                <a:moveTo>
                  <a:pt x="3379317" y="2216202"/>
                </a:moveTo>
                <a:lnTo>
                  <a:pt x="3403600" y="2216202"/>
                </a:lnTo>
                <a:cubicBezTo>
                  <a:pt x="3404192" y="2216202"/>
                  <a:pt x="3404784" y="2216557"/>
                  <a:pt x="3405080" y="2217091"/>
                </a:cubicBezTo>
                <a:lnTo>
                  <a:pt x="3417221" y="2238115"/>
                </a:lnTo>
                <a:cubicBezTo>
                  <a:pt x="3417517" y="2238648"/>
                  <a:pt x="3417517" y="2239300"/>
                  <a:pt x="3417221" y="2239833"/>
                </a:cubicBezTo>
                <a:lnTo>
                  <a:pt x="3405080" y="2260858"/>
                </a:lnTo>
                <a:cubicBezTo>
                  <a:pt x="3404784" y="2261391"/>
                  <a:pt x="3404192" y="2261746"/>
                  <a:pt x="3403600" y="2261746"/>
                </a:cubicBezTo>
                <a:lnTo>
                  <a:pt x="3379317" y="2261746"/>
                </a:lnTo>
                <a:cubicBezTo>
                  <a:pt x="3378725" y="2261746"/>
                  <a:pt x="3378132" y="2261391"/>
                  <a:pt x="3377837" y="2260858"/>
                </a:cubicBezTo>
                <a:lnTo>
                  <a:pt x="3365695" y="2239833"/>
                </a:lnTo>
                <a:cubicBezTo>
                  <a:pt x="3365399" y="2239300"/>
                  <a:pt x="3365399" y="2238648"/>
                  <a:pt x="3365695" y="2238115"/>
                </a:cubicBezTo>
                <a:lnTo>
                  <a:pt x="3377837" y="2217091"/>
                </a:lnTo>
                <a:cubicBezTo>
                  <a:pt x="3378132" y="2216557"/>
                  <a:pt x="3378725" y="2216202"/>
                  <a:pt x="3379317" y="2216202"/>
                </a:cubicBezTo>
                <a:close/>
                <a:moveTo>
                  <a:pt x="2973388" y="2216025"/>
                </a:moveTo>
                <a:lnTo>
                  <a:pt x="2997907" y="2216025"/>
                </a:lnTo>
                <a:cubicBezTo>
                  <a:pt x="2998500" y="2216025"/>
                  <a:pt x="2999092" y="2216381"/>
                  <a:pt x="2999388" y="2216914"/>
                </a:cubicBezTo>
                <a:lnTo>
                  <a:pt x="3011647" y="2238116"/>
                </a:lnTo>
                <a:cubicBezTo>
                  <a:pt x="3011944" y="2238649"/>
                  <a:pt x="3011944" y="2239301"/>
                  <a:pt x="3011647" y="2239834"/>
                </a:cubicBezTo>
                <a:lnTo>
                  <a:pt x="2999388" y="2261036"/>
                </a:lnTo>
                <a:cubicBezTo>
                  <a:pt x="2999092" y="2261569"/>
                  <a:pt x="2998500" y="2261924"/>
                  <a:pt x="2997907" y="2261924"/>
                </a:cubicBezTo>
                <a:lnTo>
                  <a:pt x="2973388" y="2261924"/>
                </a:lnTo>
                <a:cubicBezTo>
                  <a:pt x="2972796" y="2261924"/>
                  <a:pt x="2972204" y="2261569"/>
                  <a:pt x="2971908" y="2261036"/>
                </a:cubicBezTo>
                <a:lnTo>
                  <a:pt x="2959648" y="2239834"/>
                </a:lnTo>
                <a:cubicBezTo>
                  <a:pt x="2959352" y="2239301"/>
                  <a:pt x="2959352" y="2238649"/>
                  <a:pt x="2959648" y="2238116"/>
                </a:cubicBezTo>
                <a:lnTo>
                  <a:pt x="2971908" y="2216914"/>
                </a:lnTo>
                <a:cubicBezTo>
                  <a:pt x="2972204" y="2216381"/>
                  <a:pt x="2972796" y="2216025"/>
                  <a:pt x="2973388" y="2216025"/>
                </a:cubicBezTo>
                <a:close/>
                <a:moveTo>
                  <a:pt x="2770128" y="2215314"/>
                </a:moveTo>
                <a:lnTo>
                  <a:pt x="2795417" y="2215314"/>
                </a:lnTo>
                <a:cubicBezTo>
                  <a:pt x="2796069" y="2215314"/>
                  <a:pt x="2796661" y="2215669"/>
                  <a:pt x="2796957" y="2216203"/>
                </a:cubicBezTo>
                <a:lnTo>
                  <a:pt x="2809572" y="2238116"/>
                </a:lnTo>
                <a:cubicBezTo>
                  <a:pt x="2809868" y="2238649"/>
                  <a:pt x="2809868" y="2239359"/>
                  <a:pt x="2809572" y="2239893"/>
                </a:cubicBezTo>
                <a:lnTo>
                  <a:pt x="2796898" y="2261806"/>
                </a:lnTo>
                <a:cubicBezTo>
                  <a:pt x="2796602" y="2262339"/>
                  <a:pt x="2796010" y="2262694"/>
                  <a:pt x="2795358" y="2262694"/>
                </a:cubicBezTo>
                <a:lnTo>
                  <a:pt x="2770069" y="2262694"/>
                </a:lnTo>
                <a:cubicBezTo>
                  <a:pt x="2769418" y="2262694"/>
                  <a:pt x="2768825" y="2262339"/>
                  <a:pt x="2768529" y="2261806"/>
                </a:cubicBezTo>
                <a:lnTo>
                  <a:pt x="2755914" y="2239893"/>
                </a:lnTo>
                <a:cubicBezTo>
                  <a:pt x="2755618" y="2239359"/>
                  <a:pt x="2755618" y="2238649"/>
                  <a:pt x="2755914" y="2238116"/>
                </a:cubicBezTo>
                <a:lnTo>
                  <a:pt x="2768588" y="2216203"/>
                </a:lnTo>
                <a:cubicBezTo>
                  <a:pt x="2768884" y="2215669"/>
                  <a:pt x="2769477" y="2215314"/>
                  <a:pt x="2770128" y="2215314"/>
                </a:cubicBezTo>
                <a:close/>
                <a:moveTo>
                  <a:pt x="2702493" y="2215314"/>
                </a:moveTo>
                <a:lnTo>
                  <a:pt x="2727782" y="2215314"/>
                </a:lnTo>
                <a:cubicBezTo>
                  <a:pt x="2728433" y="2215314"/>
                  <a:pt x="2729026" y="2215669"/>
                  <a:pt x="2729322" y="2216203"/>
                </a:cubicBezTo>
                <a:lnTo>
                  <a:pt x="2741937" y="2238116"/>
                </a:lnTo>
                <a:cubicBezTo>
                  <a:pt x="2742233" y="2238649"/>
                  <a:pt x="2742233" y="2239359"/>
                  <a:pt x="2741937" y="2239893"/>
                </a:cubicBezTo>
                <a:lnTo>
                  <a:pt x="2729263" y="2261806"/>
                </a:lnTo>
                <a:cubicBezTo>
                  <a:pt x="2728967" y="2262339"/>
                  <a:pt x="2728375" y="2262694"/>
                  <a:pt x="2727723" y="2262694"/>
                </a:cubicBezTo>
                <a:lnTo>
                  <a:pt x="2702434" y="2262694"/>
                </a:lnTo>
                <a:cubicBezTo>
                  <a:pt x="2701782" y="2262694"/>
                  <a:pt x="2701190" y="2262339"/>
                  <a:pt x="2700894" y="2261806"/>
                </a:cubicBezTo>
                <a:lnTo>
                  <a:pt x="2688279" y="2239893"/>
                </a:lnTo>
                <a:cubicBezTo>
                  <a:pt x="2687983" y="2239359"/>
                  <a:pt x="2687983" y="2238649"/>
                  <a:pt x="2688279" y="2238116"/>
                </a:cubicBezTo>
                <a:lnTo>
                  <a:pt x="2700953" y="2216203"/>
                </a:lnTo>
                <a:cubicBezTo>
                  <a:pt x="2701249" y="2215669"/>
                  <a:pt x="2701841" y="2215314"/>
                  <a:pt x="2702493" y="2215314"/>
                </a:cubicBezTo>
                <a:close/>
                <a:moveTo>
                  <a:pt x="3310972" y="2214900"/>
                </a:moveTo>
                <a:lnTo>
                  <a:pt x="3336675" y="2214900"/>
                </a:lnTo>
                <a:cubicBezTo>
                  <a:pt x="3337326" y="2214900"/>
                  <a:pt x="3337919" y="2215255"/>
                  <a:pt x="3338274" y="2215788"/>
                </a:cubicBezTo>
                <a:lnTo>
                  <a:pt x="3351126" y="2238057"/>
                </a:lnTo>
                <a:cubicBezTo>
                  <a:pt x="3351481" y="2238649"/>
                  <a:pt x="3351481" y="2239360"/>
                  <a:pt x="3351126" y="2239893"/>
                </a:cubicBezTo>
                <a:lnTo>
                  <a:pt x="3338274" y="2262162"/>
                </a:lnTo>
                <a:cubicBezTo>
                  <a:pt x="3337919" y="2262694"/>
                  <a:pt x="3337326" y="2263050"/>
                  <a:pt x="3336675" y="2263050"/>
                </a:cubicBezTo>
                <a:lnTo>
                  <a:pt x="3310972" y="2263050"/>
                </a:lnTo>
                <a:cubicBezTo>
                  <a:pt x="3310320" y="2263050"/>
                  <a:pt x="3309728" y="2262694"/>
                  <a:pt x="3309372" y="2262162"/>
                </a:cubicBezTo>
                <a:lnTo>
                  <a:pt x="3296520" y="2239893"/>
                </a:lnTo>
                <a:cubicBezTo>
                  <a:pt x="3296165" y="2239301"/>
                  <a:pt x="3296165" y="2238590"/>
                  <a:pt x="3296520" y="2238057"/>
                </a:cubicBezTo>
                <a:lnTo>
                  <a:pt x="3309372" y="2215788"/>
                </a:lnTo>
                <a:cubicBezTo>
                  <a:pt x="3309728" y="2215255"/>
                  <a:pt x="3310320" y="2214900"/>
                  <a:pt x="3310972" y="2214900"/>
                </a:cubicBezTo>
                <a:close/>
                <a:moveTo>
                  <a:pt x="3243278" y="2214781"/>
                </a:moveTo>
                <a:lnTo>
                  <a:pt x="3269100" y="2214781"/>
                </a:lnTo>
                <a:cubicBezTo>
                  <a:pt x="3269752" y="2214781"/>
                  <a:pt x="3270344" y="2215136"/>
                  <a:pt x="3270699" y="2215669"/>
                </a:cubicBezTo>
                <a:lnTo>
                  <a:pt x="3283610" y="2238056"/>
                </a:lnTo>
                <a:cubicBezTo>
                  <a:pt x="3283965" y="2238649"/>
                  <a:pt x="3283965" y="2239359"/>
                  <a:pt x="3283610" y="2239892"/>
                </a:cubicBezTo>
                <a:lnTo>
                  <a:pt x="3270699" y="2262280"/>
                </a:lnTo>
                <a:cubicBezTo>
                  <a:pt x="3270344" y="2262812"/>
                  <a:pt x="3269752" y="2263168"/>
                  <a:pt x="3269100" y="2263168"/>
                </a:cubicBezTo>
                <a:lnTo>
                  <a:pt x="3243278" y="2263168"/>
                </a:lnTo>
                <a:cubicBezTo>
                  <a:pt x="3242626" y="2263168"/>
                  <a:pt x="3242034" y="2262812"/>
                  <a:pt x="3241678" y="2262280"/>
                </a:cubicBezTo>
                <a:lnTo>
                  <a:pt x="3228768" y="2239892"/>
                </a:lnTo>
                <a:cubicBezTo>
                  <a:pt x="3228412" y="2239300"/>
                  <a:pt x="3228412" y="2238590"/>
                  <a:pt x="3228768" y="2238056"/>
                </a:cubicBezTo>
                <a:lnTo>
                  <a:pt x="3241678" y="2215669"/>
                </a:lnTo>
                <a:cubicBezTo>
                  <a:pt x="3242034" y="2215136"/>
                  <a:pt x="3242626" y="2214781"/>
                  <a:pt x="3243278" y="2214781"/>
                </a:cubicBezTo>
                <a:close/>
                <a:moveTo>
                  <a:pt x="3107771" y="2214367"/>
                </a:moveTo>
                <a:lnTo>
                  <a:pt x="3134067" y="2214367"/>
                </a:lnTo>
                <a:cubicBezTo>
                  <a:pt x="3134718" y="2214367"/>
                  <a:pt x="3135310" y="2214722"/>
                  <a:pt x="3135666" y="2215314"/>
                </a:cubicBezTo>
                <a:lnTo>
                  <a:pt x="3148814" y="2238057"/>
                </a:lnTo>
                <a:cubicBezTo>
                  <a:pt x="3149169" y="2238590"/>
                  <a:pt x="3149169" y="2239301"/>
                  <a:pt x="3148814" y="2239893"/>
                </a:cubicBezTo>
                <a:lnTo>
                  <a:pt x="3135666" y="2262636"/>
                </a:lnTo>
                <a:cubicBezTo>
                  <a:pt x="3135310" y="2263228"/>
                  <a:pt x="3134718" y="2263583"/>
                  <a:pt x="3134067" y="2263583"/>
                </a:cubicBezTo>
                <a:lnTo>
                  <a:pt x="3107771" y="2263583"/>
                </a:lnTo>
                <a:cubicBezTo>
                  <a:pt x="3107119" y="2263583"/>
                  <a:pt x="3106527" y="2263228"/>
                  <a:pt x="3106172" y="2262636"/>
                </a:cubicBezTo>
                <a:lnTo>
                  <a:pt x="3093024" y="2239893"/>
                </a:lnTo>
                <a:cubicBezTo>
                  <a:pt x="3092668" y="2239360"/>
                  <a:pt x="3092668" y="2238649"/>
                  <a:pt x="3093024" y="2238057"/>
                </a:cubicBezTo>
                <a:lnTo>
                  <a:pt x="3106172" y="2215314"/>
                </a:lnTo>
                <a:cubicBezTo>
                  <a:pt x="3106527" y="2214722"/>
                  <a:pt x="3107119" y="2214367"/>
                  <a:pt x="3107771" y="2214367"/>
                </a:cubicBezTo>
                <a:close/>
                <a:moveTo>
                  <a:pt x="3040076" y="2214130"/>
                </a:moveTo>
                <a:lnTo>
                  <a:pt x="3066550" y="2214130"/>
                </a:lnTo>
                <a:cubicBezTo>
                  <a:pt x="3067201" y="2214130"/>
                  <a:pt x="3067793" y="2214485"/>
                  <a:pt x="3068149" y="2215077"/>
                </a:cubicBezTo>
                <a:lnTo>
                  <a:pt x="3081356" y="2238057"/>
                </a:lnTo>
                <a:cubicBezTo>
                  <a:pt x="3081711" y="2238649"/>
                  <a:pt x="3081711" y="2239360"/>
                  <a:pt x="3081356" y="2239952"/>
                </a:cubicBezTo>
                <a:lnTo>
                  <a:pt x="3068089" y="2262931"/>
                </a:lnTo>
                <a:cubicBezTo>
                  <a:pt x="3067793" y="2263524"/>
                  <a:pt x="3067142" y="2263879"/>
                  <a:pt x="3066490" y="2263879"/>
                </a:cubicBezTo>
                <a:lnTo>
                  <a:pt x="3040017" y="2263879"/>
                </a:lnTo>
                <a:cubicBezTo>
                  <a:pt x="3039365" y="2263879"/>
                  <a:pt x="3038773" y="2263524"/>
                  <a:pt x="3038418" y="2262931"/>
                </a:cubicBezTo>
                <a:lnTo>
                  <a:pt x="3025211" y="2239952"/>
                </a:lnTo>
                <a:cubicBezTo>
                  <a:pt x="3024855" y="2239360"/>
                  <a:pt x="3024855" y="2238649"/>
                  <a:pt x="3025211" y="2238057"/>
                </a:cubicBezTo>
                <a:lnTo>
                  <a:pt x="3038477" y="2215077"/>
                </a:lnTo>
                <a:cubicBezTo>
                  <a:pt x="3038773" y="2214485"/>
                  <a:pt x="3039424" y="2214130"/>
                  <a:pt x="3040076" y="2214130"/>
                </a:cubicBezTo>
                <a:close/>
                <a:moveTo>
                  <a:pt x="3174931" y="2213537"/>
                </a:moveTo>
                <a:lnTo>
                  <a:pt x="3202116" y="2213537"/>
                </a:lnTo>
                <a:cubicBezTo>
                  <a:pt x="3202767" y="2213537"/>
                  <a:pt x="3203418" y="2213892"/>
                  <a:pt x="3203774" y="2214485"/>
                </a:cubicBezTo>
                <a:lnTo>
                  <a:pt x="3217336" y="2237997"/>
                </a:lnTo>
                <a:cubicBezTo>
                  <a:pt x="3217692" y="2238589"/>
                  <a:pt x="3217692" y="2239300"/>
                  <a:pt x="3217336" y="2239892"/>
                </a:cubicBezTo>
                <a:lnTo>
                  <a:pt x="3203774" y="2263404"/>
                </a:lnTo>
                <a:cubicBezTo>
                  <a:pt x="3203418" y="2263997"/>
                  <a:pt x="3202767" y="2264352"/>
                  <a:pt x="3202116" y="2264352"/>
                </a:cubicBezTo>
                <a:lnTo>
                  <a:pt x="3174931" y="2264352"/>
                </a:lnTo>
                <a:cubicBezTo>
                  <a:pt x="3174279" y="2264352"/>
                  <a:pt x="3173628" y="2263997"/>
                  <a:pt x="3173273" y="2263404"/>
                </a:cubicBezTo>
                <a:lnTo>
                  <a:pt x="3159710" y="2239892"/>
                </a:lnTo>
                <a:cubicBezTo>
                  <a:pt x="3159355" y="2239300"/>
                  <a:pt x="3159355" y="2238589"/>
                  <a:pt x="3159710" y="2237997"/>
                </a:cubicBezTo>
                <a:lnTo>
                  <a:pt x="3173273" y="2214485"/>
                </a:lnTo>
                <a:cubicBezTo>
                  <a:pt x="3173628" y="2213892"/>
                  <a:pt x="3174279" y="2213537"/>
                  <a:pt x="3174931" y="2213537"/>
                </a:cubicBezTo>
                <a:close/>
                <a:moveTo>
                  <a:pt x="3792827" y="2172080"/>
                </a:moveTo>
                <a:lnTo>
                  <a:pt x="3801652" y="2172080"/>
                </a:lnTo>
                <a:cubicBezTo>
                  <a:pt x="3801889" y="2172080"/>
                  <a:pt x="3802185" y="2172376"/>
                  <a:pt x="3802185" y="2172376"/>
                </a:cubicBezTo>
                <a:lnTo>
                  <a:pt x="3806627" y="2180016"/>
                </a:lnTo>
                <a:cubicBezTo>
                  <a:pt x="3806745" y="2180253"/>
                  <a:pt x="3806627" y="2180668"/>
                  <a:pt x="3806627" y="2180668"/>
                </a:cubicBezTo>
                <a:lnTo>
                  <a:pt x="3802185" y="2188308"/>
                </a:lnTo>
                <a:cubicBezTo>
                  <a:pt x="3802066" y="2188485"/>
                  <a:pt x="3801652" y="2188604"/>
                  <a:pt x="3801652" y="2188604"/>
                </a:cubicBezTo>
                <a:lnTo>
                  <a:pt x="3792827" y="2188604"/>
                </a:lnTo>
                <a:cubicBezTo>
                  <a:pt x="3792590" y="2188604"/>
                  <a:pt x="3792295" y="2188308"/>
                  <a:pt x="3792295" y="2188308"/>
                </a:cubicBezTo>
                <a:lnTo>
                  <a:pt x="3787853" y="2180668"/>
                </a:lnTo>
                <a:cubicBezTo>
                  <a:pt x="3787734" y="2180431"/>
                  <a:pt x="3787853" y="2180016"/>
                  <a:pt x="3787853" y="2180016"/>
                </a:cubicBezTo>
                <a:lnTo>
                  <a:pt x="3792295" y="2172376"/>
                </a:lnTo>
                <a:cubicBezTo>
                  <a:pt x="3792413" y="2172199"/>
                  <a:pt x="3792827" y="2172080"/>
                  <a:pt x="3792827" y="2172080"/>
                </a:cubicBezTo>
                <a:close/>
                <a:moveTo>
                  <a:pt x="3858153" y="2167875"/>
                </a:moveTo>
                <a:lnTo>
                  <a:pt x="3871538" y="2167875"/>
                </a:lnTo>
                <a:cubicBezTo>
                  <a:pt x="3871893" y="2167875"/>
                  <a:pt x="3872367" y="2168349"/>
                  <a:pt x="3872367" y="2168349"/>
                </a:cubicBezTo>
                <a:lnTo>
                  <a:pt x="3879059" y="2179898"/>
                </a:lnTo>
                <a:cubicBezTo>
                  <a:pt x="3879237" y="2180194"/>
                  <a:pt x="3879059" y="2180845"/>
                  <a:pt x="3879059" y="2180845"/>
                </a:cubicBezTo>
                <a:lnTo>
                  <a:pt x="3872367" y="2192394"/>
                </a:lnTo>
                <a:cubicBezTo>
                  <a:pt x="3872189" y="2192690"/>
                  <a:pt x="3871893" y="2192868"/>
                  <a:pt x="3871538" y="2192868"/>
                </a:cubicBezTo>
                <a:lnTo>
                  <a:pt x="3858153" y="2192868"/>
                </a:lnTo>
                <a:cubicBezTo>
                  <a:pt x="3857797" y="2192868"/>
                  <a:pt x="3857324" y="2192394"/>
                  <a:pt x="3857324" y="2192394"/>
                </a:cubicBezTo>
                <a:lnTo>
                  <a:pt x="3850631" y="2180845"/>
                </a:lnTo>
                <a:cubicBezTo>
                  <a:pt x="3850453" y="2180549"/>
                  <a:pt x="3850631" y="2179898"/>
                  <a:pt x="3850631" y="2179898"/>
                </a:cubicBezTo>
                <a:lnTo>
                  <a:pt x="3857324" y="2168349"/>
                </a:lnTo>
                <a:cubicBezTo>
                  <a:pt x="3857501" y="2168052"/>
                  <a:pt x="3857797" y="2167875"/>
                  <a:pt x="3858153" y="2167875"/>
                </a:cubicBezTo>
                <a:close/>
                <a:moveTo>
                  <a:pt x="4128337" y="2167223"/>
                </a:moveTo>
                <a:lnTo>
                  <a:pt x="4142373" y="2167223"/>
                </a:lnTo>
                <a:cubicBezTo>
                  <a:pt x="4142669" y="2167223"/>
                  <a:pt x="4143025" y="2167401"/>
                  <a:pt x="4143203" y="2167697"/>
                </a:cubicBezTo>
                <a:lnTo>
                  <a:pt x="4150191" y="2179838"/>
                </a:lnTo>
                <a:cubicBezTo>
                  <a:pt x="4150369" y="2180134"/>
                  <a:pt x="4150369" y="2180549"/>
                  <a:pt x="4150191" y="2180845"/>
                </a:cubicBezTo>
                <a:lnTo>
                  <a:pt x="4143203" y="2192986"/>
                </a:lnTo>
                <a:cubicBezTo>
                  <a:pt x="4143025" y="2193282"/>
                  <a:pt x="4142728" y="2193460"/>
                  <a:pt x="4142373" y="2193460"/>
                </a:cubicBezTo>
                <a:lnTo>
                  <a:pt x="4128337" y="2193460"/>
                </a:lnTo>
                <a:cubicBezTo>
                  <a:pt x="4128041" y="2193460"/>
                  <a:pt x="4127686" y="2193282"/>
                  <a:pt x="4127508" y="2192986"/>
                </a:cubicBezTo>
                <a:lnTo>
                  <a:pt x="4120519" y="2180845"/>
                </a:lnTo>
                <a:cubicBezTo>
                  <a:pt x="4120342" y="2180549"/>
                  <a:pt x="4120342" y="2180134"/>
                  <a:pt x="4120519" y="2179838"/>
                </a:cubicBezTo>
                <a:lnTo>
                  <a:pt x="4127508" y="2167697"/>
                </a:lnTo>
                <a:cubicBezTo>
                  <a:pt x="4127686" y="2167401"/>
                  <a:pt x="4127981" y="2167223"/>
                  <a:pt x="4128337" y="2167223"/>
                </a:cubicBezTo>
                <a:close/>
                <a:moveTo>
                  <a:pt x="4060643" y="2167046"/>
                </a:moveTo>
                <a:lnTo>
                  <a:pt x="4074857" y="2167046"/>
                </a:lnTo>
                <a:cubicBezTo>
                  <a:pt x="4075212" y="2167046"/>
                  <a:pt x="4075567" y="2167283"/>
                  <a:pt x="4075745" y="2167579"/>
                </a:cubicBezTo>
                <a:lnTo>
                  <a:pt x="4082852" y="2179898"/>
                </a:lnTo>
                <a:cubicBezTo>
                  <a:pt x="4083030" y="2180194"/>
                  <a:pt x="4083030" y="2180608"/>
                  <a:pt x="4082852" y="2180904"/>
                </a:cubicBezTo>
                <a:lnTo>
                  <a:pt x="4075745" y="2193223"/>
                </a:lnTo>
                <a:cubicBezTo>
                  <a:pt x="4075567" y="2193579"/>
                  <a:pt x="4075212" y="2193757"/>
                  <a:pt x="4074857" y="2193757"/>
                </a:cubicBezTo>
                <a:lnTo>
                  <a:pt x="4060643" y="2193757"/>
                </a:lnTo>
                <a:cubicBezTo>
                  <a:pt x="4060288" y="2193757"/>
                  <a:pt x="4059932" y="2193519"/>
                  <a:pt x="4059754" y="2193223"/>
                </a:cubicBezTo>
                <a:lnTo>
                  <a:pt x="4052647" y="2180904"/>
                </a:lnTo>
                <a:cubicBezTo>
                  <a:pt x="4052470" y="2180608"/>
                  <a:pt x="4052470" y="2180194"/>
                  <a:pt x="4052647" y="2179898"/>
                </a:cubicBezTo>
                <a:lnTo>
                  <a:pt x="4059754" y="2167579"/>
                </a:lnTo>
                <a:cubicBezTo>
                  <a:pt x="4059932" y="2167223"/>
                  <a:pt x="4060288" y="2167046"/>
                  <a:pt x="4060643" y="2167046"/>
                </a:cubicBezTo>
                <a:close/>
                <a:moveTo>
                  <a:pt x="4331005" y="2166690"/>
                </a:moveTo>
                <a:lnTo>
                  <a:pt x="4345575" y="2166690"/>
                </a:lnTo>
                <a:cubicBezTo>
                  <a:pt x="4345930" y="2166690"/>
                  <a:pt x="4346285" y="2166927"/>
                  <a:pt x="4346463" y="2167223"/>
                </a:cubicBezTo>
                <a:lnTo>
                  <a:pt x="4353748" y="2179838"/>
                </a:lnTo>
                <a:cubicBezTo>
                  <a:pt x="4353926" y="2180134"/>
                  <a:pt x="4353926" y="2180548"/>
                  <a:pt x="4353748" y="2180845"/>
                </a:cubicBezTo>
                <a:lnTo>
                  <a:pt x="4346463" y="2193459"/>
                </a:lnTo>
                <a:cubicBezTo>
                  <a:pt x="4346285" y="2193815"/>
                  <a:pt x="4345930" y="2193993"/>
                  <a:pt x="4345575" y="2193993"/>
                </a:cubicBezTo>
                <a:lnTo>
                  <a:pt x="4331005" y="2193993"/>
                </a:lnTo>
                <a:cubicBezTo>
                  <a:pt x="4330650" y="2193993"/>
                  <a:pt x="4330295" y="2193756"/>
                  <a:pt x="4330117" y="2193459"/>
                </a:cubicBezTo>
                <a:lnTo>
                  <a:pt x="4322832" y="2180845"/>
                </a:lnTo>
                <a:cubicBezTo>
                  <a:pt x="4322655" y="2180548"/>
                  <a:pt x="4322655" y="2180134"/>
                  <a:pt x="4322832" y="2179838"/>
                </a:cubicBezTo>
                <a:lnTo>
                  <a:pt x="4330117" y="2167223"/>
                </a:lnTo>
                <a:cubicBezTo>
                  <a:pt x="4330295" y="2166867"/>
                  <a:pt x="4330650" y="2166690"/>
                  <a:pt x="4331005" y="2166690"/>
                </a:cubicBezTo>
                <a:close/>
                <a:moveTo>
                  <a:pt x="3992830" y="2166690"/>
                </a:moveTo>
                <a:lnTo>
                  <a:pt x="4007400" y="2166690"/>
                </a:lnTo>
                <a:cubicBezTo>
                  <a:pt x="4007755" y="2166690"/>
                  <a:pt x="4008110" y="2166927"/>
                  <a:pt x="4008288" y="2167223"/>
                </a:cubicBezTo>
                <a:lnTo>
                  <a:pt x="4015573" y="2179838"/>
                </a:lnTo>
                <a:cubicBezTo>
                  <a:pt x="4015751" y="2180134"/>
                  <a:pt x="4015751" y="2180548"/>
                  <a:pt x="4015573" y="2180845"/>
                </a:cubicBezTo>
                <a:lnTo>
                  <a:pt x="4008288" y="2193459"/>
                </a:lnTo>
                <a:cubicBezTo>
                  <a:pt x="4008110" y="2193815"/>
                  <a:pt x="4007755" y="2193993"/>
                  <a:pt x="4007400" y="2193993"/>
                </a:cubicBezTo>
                <a:lnTo>
                  <a:pt x="3992830" y="2193993"/>
                </a:lnTo>
                <a:cubicBezTo>
                  <a:pt x="3992475" y="2193993"/>
                  <a:pt x="3992120" y="2193756"/>
                  <a:pt x="3991942" y="2193459"/>
                </a:cubicBezTo>
                <a:lnTo>
                  <a:pt x="3984657" y="2180845"/>
                </a:lnTo>
                <a:cubicBezTo>
                  <a:pt x="3984480" y="2180548"/>
                  <a:pt x="3984480" y="2180134"/>
                  <a:pt x="3984657" y="2179838"/>
                </a:cubicBezTo>
                <a:lnTo>
                  <a:pt x="3991942" y="2167223"/>
                </a:lnTo>
                <a:cubicBezTo>
                  <a:pt x="3992120" y="2166867"/>
                  <a:pt x="3992475" y="2166690"/>
                  <a:pt x="3992830" y="2166690"/>
                </a:cubicBezTo>
                <a:close/>
                <a:moveTo>
                  <a:pt x="4263133" y="2166394"/>
                </a:moveTo>
                <a:lnTo>
                  <a:pt x="4278058" y="2166394"/>
                </a:lnTo>
                <a:cubicBezTo>
                  <a:pt x="4278413" y="2166394"/>
                  <a:pt x="4278769" y="2166631"/>
                  <a:pt x="4278946" y="2166927"/>
                </a:cubicBezTo>
                <a:lnTo>
                  <a:pt x="4286408" y="2179838"/>
                </a:lnTo>
                <a:cubicBezTo>
                  <a:pt x="4286586" y="2180193"/>
                  <a:pt x="4286586" y="2180608"/>
                  <a:pt x="4286408" y="2180904"/>
                </a:cubicBezTo>
                <a:lnTo>
                  <a:pt x="4278946" y="2193815"/>
                </a:lnTo>
                <a:cubicBezTo>
                  <a:pt x="4278769" y="2194171"/>
                  <a:pt x="4278413" y="2194348"/>
                  <a:pt x="4278058" y="2194348"/>
                </a:cubicBezTo>
                <a:lnTo>
                  <a:pt x="4263133" y="2194348"/>
                </a:lnTo>
                <a:cubicBezTo>
                  <a:pt x="4262778" y="2194348"/>
                  <a:pt x="4262423" y="2194111"/>
                  <a:pt x="4262245" y="2193815"/>
                </a:cubicBezTo>
                <a:lnTo>
                  <a:pt x="4254782" y="2180904"/>
                </a:lnTo>
                <a:cubicBezTo>
                  <a:pt x="4254605" y="2180549"/>
                  <a:pt x="4254605" y="2180134"/>
                  <a:pt x="4254782" y="2179838"/>
                </a:cubicBezTo>
                <a:lnTo>
                  <a:pt x="4262245" y="2166927"/>
                </a:lnTo>
                <a:cubicBezTo>
                  <a:pt x="4262423" y="2166571"/>
                  <a:pt x="4262778" y="2166394"/>
                  <a:pt x="4263133" y="2166394"/>
                </a:cubicBezTo>
                <a:close/>
                <a:moveTo>
                  <a:pt x="4195557" y="2166394"/>
                </a:moveTo>
                <a:lnTo>
                  <a:pt x="4210482" y="2166394"/>
                </a:lnTo>
                <a:cubicBezTo>
                  <a:pt x="4210837" y="2166394"/>
                  <a:pt x="4211193" y="2166631"/>
                  <a:pt x="4211371" y="2166927"/>
                </a:cubicBezTo>
                <a:lnTo>
                  <a:pt x="4218833" y="2179838"/>
                </a:lnTo>
                <a:cubicBezTo>
                  <a:pt x="4219010" y="2180193"/>
                  <a:pt x="4219010" y="2180608"/>
                  <a:pt x="4218833" y="2180904"/>
                </a:cubicBezTo>
                <a:lnTo>
                  <a:pt x="4211371" y="2193815"/>
                </a:lnTo>
                <a:cubicBezTo>
                  <a:pt x="4211193" y="2194171"/>
                  <a:pt x="4210837" y="2194348"/>
                  <a:pt x="4210482" y="2194348"/>
                </a:cubicBezTo>
                <a:lnTo>
                  <a:pt x="4195557" y="2194348"/>
                </a:lnTo>
                <a:cubicBezTo>
                  <a:pt x="4195202" y="2194348"/>
                  <a:pt x="4194847" y="2194111"/>
                  <a:pt x="4194669" y="2193815"/>
                </a:cubicBezTo>
                <a:lnTo>
                  <a:pt x="4187206" y="2180904"/>
                </a:lnTo>
                <a:cubicBezTo>
                  <a:pt x="4187029" y="2180549"/>
                  <a:pt x="4187029" y="2180134"/>
                  <a:pt x="4187206" y="2179838"/>
                </a:cubicBezTo>
                <a:lnTo>
                  <a:pt x="4194669" y="2166927"/>
                </a:lnTo>
                <a:cubicBezTo>
                  <a:pt x="4194847" y="2166571"/>
                  <a:pt x="4195202" y="2166394"/>
                  <a:pt x="4195557" y="2166394"/>
                </a:cubicBezTo>
                <a:close/>
                <a:moveTo>
                  <a:pt x="4398403" y="2166276"/>
                </a:moveTo>
                <a:lnTo>
                  <a:pt x="4413387" y="2166276"/>
                </a:lnTo>
                <a:cubicBezTo>
                  <a:pt x="4413742" y="2166276"/>
                  <a:pt x="4414098" y="2166513"/>
                  <a:pt x="4414276" y="2166809"/>
                </a:cubicBezTo>
                <a:lnTo>
                  <a:pt x="4421797" y="2179838"/>
                </a:lnTo>
                <a:cubicBezTo>
                  <a:pt x="4421975" y="2180194"/>
                  <a:pt x="4421975" y="2180608"/>
                  <a:pt x="4421797" y="2180904"/>
                </a:cubicBezTo>
                <a:lnTo>
                  <a:pt x="4414276" y="2193934"/>
                </a:lnTo>
                <a:cubicBezTo>
                  <a:pt x="4414098" y="2194289"/>
                  <a:pt x="4413742" y="2194467"/>
                  <a:pt x="4413387" y="2194467"/>
                </a:cubicBezTo>
                <a:lnTo>
                  <a:pt x="4398403" y="2194467"/>
                </a:lnTo>
                <a:cubicBezTo>
                  <a:pt x="4398047" y="2194467"/>
                  <a:pt x="4397692" y="2194230"/>
                  <a:pt x="4397515" y="2193934"/>
                </a:cubicBezTo>
                <a:lnTo>
                  <a:pt x="4389993" y="2180904"/>
                </a:lnTo>
                <a:cubicBezTo>
                  <a:pt x="4389816" y="2180549"/>
                  <a:pt x="4389816" y="2180134"/>
                  <a:pt x="4389993" y="2179838"/>
                </a:cubicBezTo>
                <a:lnTo>
                  <a:pt x="4397515" y="2166809"/>
                </a:lnTo>
                <a:cubicBezTo>
                  <a:pt x="4397692" y="2166453"/>
                  <a:pt x="4398047" y="2166276"/>
                  <a:pt x="4398403" y="2166276"/>
                </a:cubicBezTo>
                <a:close/>
                <a:moveTo>
                  <a:pt x="3924840" y="2165980"/>
                </a:moveTo>
                <a:lnTo>
                  <a:pt x="3940179" y="2165980"/>
                </a:lnTo>
                <a:cubicBezTo>
                  <a:pt x="3940594" y="2165980"/>
                  <a:pt x="3940949" y="2166157"/>
                  <a:pt x="3941127" y="2166513"/>
                </a:cubicBezTo>
                <a:lnTo>
                  <a:pt x="3948767" y="2179779"/>
                </a:lnTo>
                <a:cubicBezTo>
                  <a:pt x="3948944" y="2180076"/>
                  <a:pt x="3948944" y="2180490"/>
                  <a:pt x="3948767" y="2180846"/>
                </a:cubicBezTo>
                <a:lnTo>
                  <a:pt x="3941068" y="2194112"/>
                </a:lnTo>
                <a:cubicBezTo>
                  <a:pt x="3940831" y="2194408"/>
                  <a:pt x="3940476" y="2194645"/>
                  <a:pt x="3940120" y="2194645"/>
                </a:cubicBezTo>
                <a:lnTo>
                  <a:pt x="3924781" y="2194645"/>
                </a:lnTo>
                <a:cubicBezTo>
                  <a:pt x="3924366" y="2194645"/>
                  <a:pt x="3924011" y="2194467"/>
                  <a:pt x="3923833" y="2194112"/>
                </a:cubicBezTo>
                <a:lnTo>
                  <a:pt x="3916193" y="2180846"/>
                </a:lnTo>
                <a:cubicBezTo>
                  <a:pt x="3916016" y="2180549"/>
                  <a:pt x="3916016" y="2180135"/>
                  <a:pt x="3916193" y="2179779"/>
                </a:cubicBezTo>
                <a:lnTo>
                  <a:pt x="3923892" y="2166513"/>
                </a:lnTo>
                <a:cubicBezTo>
                  <a:pt x="3924130" y="2166217"/>
                  <a:pt x="3924485" y="2165980"/>
                  <a:pt x="3924840" y="2165980"/>
                </a:cubicBezTo>
                <a:close/>
                <a:moveTo>
                  <a:pt x="4465446" y="2165269"/>
                </a:moveTo>
                <a:lnTo>
                  <a:pt x="4481556" y="2165269"/>
                </a:lnTo>
                <a:cubicBezTo>
                  <a:pt x="4481970" y="2165269"/>
                  <a:pt x="4482385" y="2165506"/>
                  <a:pt x="4482562" y="2165861"/>
                </a:cubicBezTo>
                <a:lnTo>
                  <a:pt x="4490617" y="2179838"/>
                </a:lnTo>
                <a:cubicBezTo>
                  <a:pt x="4490795" y="2180193"/>
                  <a:pt x="4490795" y="2180608"/>
                  <a:pt x="4490617" y="2180963"/>
                </a:cubicBezTo>
                <a:lnTo>
                  <a:pt x="4482562" y="2194940"/>
                </a:lnTo>
                <a:cubicBezTo>
                  <a:pt x="4482326" y="2195296"/>
                  <a:pt x="4481970" y="2195533"/>
                  <a:pt x="4481556" y="2195533"/>
                </a:cubicBezTo>
                <a:lnTo>
                  <a:pt x="4465446" y="2195533"/>
                </a:lnTo>
                <a:cubicBezTo>
                  <a:pt x="4465032" y="2195533"/>
                  <a:pt x="4464618" y="2195296"/>
                  <a:pt x="4464440" y="2194940"/>
                </a:cubicBezTo>
                <a:lnTo>
                  <a:pt x="4456385" y="2180963"/>
                </a:lnTo>
                <a:cubicBezTo>
                  <a:pt x="4456208" y="2180608"/>
                  <a:pt x="4456208" y="2180193"/>
                  <a:pt x="4456385" y="2179838"/>
                </a:cubicBezTo>
                <a:lnTo>
                  <a:pt x="4464440" y="2165861"/>
                </a:lnTo>
                <a:cubicBezTo>
                  <a:pt x="4464676" y="2165506"/>
                  <a:pt x="4465032" y="2165269"/>
                  <a:pt x="4465446" y="2165269"/>
                </a:cubicBezTo>
                <a:close/>
                <a:moveTo>
                  <a:pt x="1692468" y="2165032"/>
                </a:moveTo>
                <a:lnTo>
                  <a:pt x="1708815" y="2165032"/>
                </a:lnTo>
                <a:cubicBezTo>
                  <a:pt x="1709229" y="2165032"/>
                  <a:pt x="1709585" y="2165269"/>
                  <a:pt x="1709821" y="2165624"/>
                </a:cubicBezTo>
                <a:lnTo>
                  <a:pt x="1717994" y="2179779"/>
                </a:lnTo>
                <a:cubicBezTo>
                  <a:pt x="1718232" y="2180134"/>
                  <a:pt x="1718232" y="2180608"/>
                  <a:pt x="1717994" y="2180964"/>
                </a:cubicBezTo>
                <a:lnTo>
                  <a:pt x="1709821" y="2195118"/>
                </a:lnTo>
                <a:cubicBezTo>
                  <a:pt x="1709585" y="2195474"/>
                  <a:pt x="1709229" y="2195711"/>
                  <a:pt x="1708815" y="2195711"/>
                </a:cubicBezTo>
                <a:lnTo>
                  <a:pt x="1692468" y="2195711"/>
                </a:lnTo>
                <a:cubicBezTo>
                  <a:pt x="1692054" y="2195711"/>
                  <a:pt x="1691698" y="2195474"/>
                  <a:pt x="1691462" y="2195118"/>
                </a:cubicBezTo>
                <a:lnTo>
                  <a:pt x="1683289" y="2180964"/>
                </a:lnTo>
                <a:cubicBezTo>
                  <a:pt x="1683052" y="2180608"/>
                  <a:pt x="1683052" y="2180134"/>
                  <a:pt x="1683289" y="2179779"/>
                </a:cubicBezTo>
                <a:lnTo>
                  <a:pt x="1691462" y="2165624"/>
                </a:lnTo>
                <a:cubicBezTo>
                  <a:pt x="1691698" y="2165269"/>
                  <a:pt x="1692054" y="2165032"/>
                  <a:pt x="1692468" y="2165032"/>
                </a:cubicBezTo>
                <a:close/>
                <a:moveTo>
                  <a:pt x="1759985" y="2164854"/>
                </a:moveTo>
                <a:lnTo>
                  <a:pt x="1776568" y="2164854"/>
                </a:lnTo>
                <a:cubicBezTo>
                  <a:pt x="1776983" y="2164854"/>
                  <a:pt x="1777338" y="2165091"/>
                  <a:pt x="1777575" y="2165446"/>
                </a:cubicBezTo>
                <a:lnTo>
                  <a:pt x="1785866" y="2179778"/>
                </a:lnTo>
                <a:cubicBezTo>
                  <a:pt x="1786103" y="2180134"/>
                  <a:pt x="1786103" y="2180608"/>
                  <a:pt x="1785866" y="2180963"/>
                </a:cubicBezTo>
                <a:lnTo>
                  <a:pt x="1777575" y="2195295"/>
                </a:lnTo>
                <a:cubicBezTo>
                  <a:pt x="1777338" y="2195651"/>
                  <a:pt x="1776983" y="2195888"/>
                  <a:pt x="1776568" y="2195888"/>
                </a:cubicBezTo>
                <a:lnTo>
                  <a:pt x="1759985" y="2195888"/>
                </a:lnTo>
                <a:cubicBezTo>
                  <a:pt x="1759570" y="2195888"/>
                  <a:pt x="1759215" y="2195651"/>
                  <a:pt x="1758978" y="2195295"/>
                </a:cubicBezTo>
                <a:lnTo>
                  <a:pt x="1750687" y="2180963"/>
                </a:lnTo>
                <a:cubicBezTo>
                  <a:pt x="1750450" y="2180608"/>
                  <a:pt x="1750450" y="2180134"/>
                  <a:pt x="1750687" y="2179778"/>
                </a:cubicBezTo>
                <a:lnTo>
                  <a:pt x="1758978" y="2165446"/>
                </a:lnTo>
                <a:cubicBezTo>
                  <a:pt x="1759215" y="2165091"/>
                  <a:pt x="1759570" y="2164854"/>
                  <a:pt x="1759985" y="2164854"/>
                </a:cubicBezTo>
                <a:close/>
                <a:moveTo>
                  <a:pt x="1489445" y="2164854"/>
                </a:moveTo>
                <a:lnTo>
                  <a:pt x="1506028" y="2164854"/>
                </a:lnTo>
                <a:cubicBezTo>
                  <a:pt x="1506443" y="2164854"/>
                  <a:pt x="1506798" y="2165091"/>
                  <a:pt x="1507035" y="2165446"/>
                </a:cubicBezTo>
                <a:lnTo>
                  <a:pt x="1515327" y="2179778"/>
                </a:lnTo>
                <a:cubicBezTo>
                  <a:pt x="1515563" y="2180134"/>
                  <a:pt x="1515563" y="2180608"/>
                  <a:pt x="1515327" y="2180963"/>
                </a:cubicBezTo>
                <a:lnTo>
                  <a:pt x="1507035" y="2195295"/>
                </a:lnTo>
                <a:cubicBezTo>
                  <a:pt x="1506798" y="2195651"/>
                  <a:pt x="1506443" y="2195888"/>
                  <a:pt x="1506028" y="2195888"/>
                </a:cubicBezTo>
                <a:lnTo>
                  <a:pt x="1489445" y="2195888"/>
                </a:lnTo>
                <a:cubicBezTo>
                  <a:pt x="1489031" y="2195888"/>
                  <a:pt x="1488675" y="2195651"/>
                  <a:pt x="1488438" y="2195295"/>
                </a:cubicBezTo>
                <a:lnTo>
                  <a:pt x="1480147" y="2180963"/>
                </a:lnTo>
                <a:cubicBezTo>
                  <a:pt x="1479910" y="2180608"/>
                  <a:pt x="1479910" y="2180134"/>
                  <a:pt x="1480147" y="2179778"/>
                </a:cubicBezTo>
                <a:lnTo>
                  <a:pt x="1488438" y="2165446"/>
                </a:lnTo>
                <a:cubicBezTo>
                  <a:pt x="1488675" y="2165091"/>
                  <a:pt x="1489031" y="2164854"/>
                  <a:pt x="1489445" y="2164854"/>
                </a:cubicBezTo>
                <a:close/>
                <a:moveTo>
                  <a:pt x="4532844" y="2164736"/>
                </a:moveTo>
                <a:lnTo>
                  <a:pt x="4549487" y="2164736"/>
                </a:lnTo>
                <a:cubicBezTo>
                  <a:pt x="4549901" y="2164736"/>
                  <a:pt x="4550257" y="2164973"/>
                  <a:pt x="4550494" y="2165328"/>
                </a:cubicBezTo>
                <a:lnTo>
                  <a:pt x="4558844" y="2179779"/>
                </a:lnTo>
                <a:cubicBezTo>
                  <a:pt x="4559081" y="2180134"/>
                  <a:pt x="4559081" y="2180608"/>
                  <a:pt x="4558844" y="2180964"/>
                </a:cubicBezTo>
                <a:lnTo>
                  <a:pt x="4550494" y="2195415"/>
                </a:lnTo>
                <a:cubicBezTo>
                  <a:pt x="4550316" y="2195770"/>
                  <a:pt x="4549901" y="2196007"/>
                  <a:pt x="4549487" y="2196007"/>
                </a:cubicBezTo>
                <a:lnTo>
                  <a:pt x="4532844" y="2196007"/>
                </a:lnTo>
                <a:cubicBezTo>
                  <a:pt x="4532430" y="2196007"/>
                  <a:pt x="4532074" y="2195770"/>
                  <a:pt x="4531838" y="2195415"/>
                </a:cubicBezTo>
                <a:lnTo>
                  <a:pt x="4523487" y="2180964"/>
                </a:lnTo>
                <a:cubicBezTo>
                  <a:pt x="4523250" y="2180608"/>
                  <a:pt x="4523250" y="2180134"/>
                  <a:pt x="4523487" y="2179779"/>
                </a:cubicBezTo>
                <a:lnTo>
                  <a:pt x="4531838" y="2165328"/>
                </a:lnTo>
                <a:cubicBezTo>
                  <a:pt x="4532015" y="2164973"/>
                  <a:pt x="4532430" y="2164736"/>
                  <a:pt x="4532844" y="2164736"/>
                </a:cubicBezTo>
                <a:close/>
                <a:moveTo>
                  <a:pt x="1421632" y="2164440"/>
                </a:moveTo>
                <a:lnTo>
                  <a:pt x="1438630" y="2164440"/>
                </a:lnTo>
                <a:cubicBezTo>
                  <a:pt x="1439104" y="2164440"/>
                  <a:pt x="1439459" y="2164677"/>
                  <a:pt x="1439696" y="2165032"/>
                </a:cubicBezTo>
                <a:lnTo>
                  <a:pt x="1448165" y="2179779"/>
                </a:lnTo>
                <a:cubicBezTo>
                  <a:pt x="1448402" y="2180134"/>
                  <a:pt x="1448402" y="2180608"/>
                  <a:pt x="1448165" y="2180964"/>
                </a:cubicBezTo>
                <a:lnTo>
                  <a:pt x="1439637" y="2195711"/>
                </a:lnTo>
                <a:cubicBezTo>
                  <a:pt x="1439400" y="2196066"/>
                  <a:pt x="1438985" y="2196303"/>
                  <a:pt x="1438571" y="2196303"/>
                </a:cubicBezTo>
                <a:lnTo>
                  <a:pt x="1421573" y="2196303"/>
                </a:lnTo>
                <a:cubicBezTo>
                  <a:pt x="1421099" y="2196303"/>
                  <a:pt x="1420744" y="2196066"/>
                  <a:pt x="1420507" y="2195711"/>
                </a:cubicBezTo>
                <a:lnTo>
                  <a:pt x="1412038" y="2180964"/>
                </a:lnTo>
                <a:cubicBezTo>
                  <a:pt x="1411801" y="2180608"/>
                  <a:pt x="1411801" y="2180134"/>
                  <a:pt x="1412038" y="2179779"/>
                </a:cubicBezTo>
                <a:lnTo>
                  <a:pt x="1420566" y="2165032"/>
                </a:lnTo>
                <a:cubicBezTo>
                  <a:pt x="1420803" y="2164677"/>
                  <a:pt x="1421218" y="2164440"/>
                  <a:pt x="1421632" y="2164440"/>
                </a:cubicBezTo>
                <a:close/>
                <a:moveTo>
                  <a:pt x="3585777" y="2164321"/>
                </a:moveTo>
                <a:lnTo>
                  <a:pt x="3602893" y="2164321"/>
                </a:lnTo>
                <a:cubicBezTo>
                  <a:pt x="3603366" y="2164321"/>
                  <a:pt x="3603721" y="2164558"/>
                  <a:pt x="3603958" y="2164913"/>
                </a:cubicBezTo>
                <a:lnTo>
                  <a:pt x="3612487" y="2179720"/>
                </a:lnTo>
                <a:cubicBezTo>
                  <a:pt x="3612724" y="2180075"/>
                  <a:pt x="3612724" y="2180549"/>
                  <a:pt x="3612487" y="2180904"/>
                </a:cubicBezTo>
                <a:lnTo>
                  <a:pt x="3603899" y="2195710"/>
                </a:lnTo>
                <a:cubicBezTo>
                  <a:pt x="3603662" y="2196066"/>
                  <a:pt x="3603248" y="2196303"/>
                  <a:pt x="3602833" y="2196303"/>
                </a:cubicBezTo>
                <a:lnTo>
                  <a:pt x="3585717" y="2196303"/>
                </a:lnTo>
                <a:cubicBezTo>
                  <a:pt x="3585243" y="2196303"/>
                  <a:pt x="3584888" y="2196066"/>
                  <a:pt x="3584651" y="2195710"/>
                </a:cubicBezTo>
                <a:lnTo>
                  <a:pt x="3576123" y="2180904"/>
                </a:lnTo>
                <a:cubicBezTo>
                  <a:pt x="3575886" y="2180549"/>
                  <a:pt x="3575886" y="2180075"/>
                  <a:pt x="3576123" y="2179720"/>
                </a:cubicBezTo>
                <a:lnTo>
                  <a:pt x="3584710" y="2164913"/>
                </a:lnTo>
                <a:cubicBezTo>
                  <a:pt x="3584947" y="2164558"/>
                  <a:pt x="3585362" y="2164321"/>
                  <a:pt x="3585777" y="2164321"/>
                </a:cubicBezTo>
                <a:close/>
                <a:moveTo>
                  <a:pt x="1556844" y="2164321"/>
                </a:moveTo>
                <a:lnTo>
                  <a:pt x="1573959" y="2164321"/>
                </a:lnTo>
                <a:cubicBezTo>
                  <a:pt x="1574433" y="2164321"/>
                  <a:pt x="1574789" y="2164558"/>
                  <a:pt x="1575025" y="2164913"/>
                </a:cubicBezTo>
                <a:lnTo>
                  <a:pt x="1583554" y="2179720"/>
                </a:lnTo>
                <a:cubicBezTo>
                  <a:pt x="1583791" y="2180075"/>
                  <a:pt x="1583791" y="2180549"/>
                  <a:pt x="1583554" y="2180904"/>
                </a:cubicBezTo>
                <a:lnTo>
                  <a:pt x="1574966" y="2195710"/>
                </a:lnTo>
                <a:cubicBezTo>
                  <a:pt x="1574729" y="2196066"/>
                  <a:pt x="1574315" y="2196303"/>
                  <a:pt x="1573900" y="2196303"/>
                </a:cubicBezTo>
                <a:lnTo>
                  <a:pt x="1556784" y="2196303"/>
                </a:lnTo>
                <a:cubicBezTo>
                  <a:pt x="1556310" y="2196303"/>
                  <a:pt x="1555955" y="2196066"/>
                  <a:pt x="1555718" y="2195710"/>
                </a:cubicBezTo>
                <a:lnTo>
                  <a:pt x="1547190" y="2180904"/>
                </a:lnTo>
                <a:cubicBezTo>
                  <a:pt x="1546953" y="2180549"/>
                  <a:pt x="1546953" y="2180075"/>
                  <a:pt x="1547190" y="2179720"/>
                </a:cubicBezTo>
                <a:lnTo>
                  <a:pt x="1555777" y="2164913"/>
                </a:lnTo>
                <a:cubicBezTo>
                  <a:pt x="1556014" y="2164558"/>
                  <a:pt x="1556429" y="2164321"/>
                  <a:pt x="1556844" y="2164321"/>
                </a:cubicBezTo>
                <a:close/>
                <a:moveTo>
                  <a:pt x="2165381" y="2164144"/>
                </a:moveTo>
                <a:lnTo>
                  <a:pt x="2182734" y="2164144"/>
                </a:lnTo>
                <a:cubicBezTo>
                  <a:pt x="2183148" y="2164144"/>
                  <a:pt x="2183563" y="2164381"/>
                  <a:pt x="2183800" y="2164736"/>
                </a:cubicBezTo>
                <a:lnTo>
                  <a:pt x="2192446" y="2179779"/>
                </a:lnTo>
                <a:cubicBezTo>
                  <a:pt x="2192684" y="2180194"/>
                  <a:pt x="2192684" y="2180668"/>
                  <a:pt x="2192446" y="2181023"/>
                </a:cubicBezTo>
                <a:lnTo>
                  <a:pt x="2183800" y="2196066"/>
                </a:lnTo>
                <a:cubicBezTo>
                  <a:pt x="2183563" y="2196421"/>
                  <a:pt x="2183148" y="2196659"/>
                  <a:pt x="2182734" y="2196659"/>
                </a:cubicBezTo>
                <a:lnTo>
                  <a:pt x="2165381" y="2196659"/>
                </a:lnTo>
                <a:cubicBezTo>
                  <a:pt x="2164966" y="2196659"/>
                  <a:pt x="2164552" y="2196421"/>
                  <a:pt x="2164314" y="2196066"/>
                </a:cubicBezTo>
                <a:lnTo>
                  <a:pt x="2155668" y="2181023"/>
                </a:lnTo>
                <a:cubicBezTo>
                  <a:pt x="2155431" y="2180608"/>
                  <a:pt x="2155431" y="2180134"/>
                  <a:pt x="2155668" y="2179779"/>
                </a:cubicBezTo>
                <a:lnTo>
                  <a:pt x="2164314" y="2164736"/>
                </a:lnTo>
                <a:cubicBezTo>
                  <a:pt x="2164552" y="2164381"/>
                  <a:pt x="2164966" y="2164144"/>
                  <a:pt x="2165381" y="2164144"/>
                </a:cubicBezTo>
                <a:close/>
                <a:moveTo>
                  <a:pt x="1624360" y="2164144"/>
                </a:moveTo>
                <a:lnTo>
                  <a:pt x="1641712" y="2164144"/>
                </a:lnTo>
                <a:cubicBezTo>
                  <a:pt x="1642127" y="2164144"/>
                  <a:pt x="1642542" y="2164381"/>
                  <a:pt x="1642778" y="2164736"/>
                </a:cubicBezTo>
                <a:lnTo>
                  <a:pt x="1651425" y="2179779"/>
                </a:lnTo>
                <a:cubicBezTo>
                  <a:pt x="1651662" y="2180194"/>
                  <a:pt x="1651662" y="2180668"/>
                  <a:pt x="1651425" y="2181023"/>
                </a:cubicBezTo>
                <a:lnTo>
                  <a:pt x="1642778" y="2196066"/>
                </a:lnTo>
                <a:cubicBezTo>
                  <a:pt x="1642542" y="2196421"/>
                  <a:pt x="1642127" y="2196659"/>
                  <a:pt x="1641712" y="2196659"/>
                </a:cubicBezTo>
                <a:lnTo>
                  <a:pt x="1624360" y="2196659"/>
                </a:lnTo>
                <a:cubicBezTo>
                  <a:pt x="1623945" y="2196659"/>
                  <a:pt x="1623530" y="2196421"/>
                  <a:pt x="1623294" y="2196066"/>
                </a:cubicBezTo>
                <a:lnTo>
                  <a:pt x="1614647" y="2181023"/>
                </a:lnTo>
                <a:cubicBezTo>
                  <a:pt x="1614410" y="2180608"/>
                  <a:pt x="1614410" y="2180134"/>
                  <a:pt x="1614647" y="2179779"/>
                </a:cubicBezTo>
                <a:lnTo>
                  <a:pt x="1623294" y="2164736"/>
                </a:lnTo>
                <a:cubicBezTo>
                  <a:pt x="1623530" y="2164381"/>
                  <a:pt x="1623945" y="2164144"/>
                  <a:pt x="1624360" y="2164144"/>
                </a:cubicBezTo>
                <a:close/>
                <a:moveTo>
                  <a:pt x="2232957" y="2164025"/>
                </a:moveTo>
                <a:lnTo>
                  <a:pt x="2250428" y="2164025"/>
                </a:lnTo>
                <a:cubicBezTo>
                  <a:pt x="2250843" y="2164025"/>
                  <a:pt x="2251258" y="2164262"/>
                  <a:pt x="2251494" y="2164617"/>
                </a:cubicBezTo>
                <a:lnTo>
                  <a:pt x="2260200" y="2179720"/>
                </a:lnTo>
                <a:cubicBezTo>
                  <a:pt x="2260437" y="2180134"/>
                  <a:pt x="2260437" y="2180608"/>
                  <a:pt x="2260200" y="2180963"/>
                </a:cubicBezTo>
                <a:lnTo>
                  <a:pt x="2251494" y="2196066"/>
                </a:lnTo>
                <a:cubicBezTo>
                  <a:pt x="2251258" y="2196421"/>
                  <a:pt x="2250843" y="2196658"/>
                  <a:pt x="2250428" y="2196658"/>
                </a:cubicBezTo>
                <a:lnTo>
                  <a:pt x="2232957" y="2196658"/>
                </a:lnTo>
                <a:cubicBezTo>
                  <a:pt x="2232542" y="2196658"/>
                  <a:pt x="2232128" y="2196421"/>
                  <a:pt x="2231891" y="2196066"/>
                </a:cubicBezTo>
                <a:lnTo>
                  <a:pt x="2223185" y="2180963"/>
                </a:lnTo>
                <a:cubicBezTo>
                  <a:pt x="2222948" y="2180549"/>
                  <a:pt x="2222948" y="2180075"/>
                  <a:pt x="2223185" y="2179720"/>
                </a:cubicBezTo>
                <a:lnTo>
                  <a:pt x="2231891" y="2164617"/>
                </a:lnTo>
                <a:cubicBezTo>
                  <a:pt x="2232128" y="2164262"/>
                  <a:pt x="2232542" y="2164025"/>
                  <a:pt x="2232957" y="2164025"/>
                </a:cubicBezTo>
                <a:close/>
                <a:moveTo>
                  <a:pt x="1353760" y="2163907"/>
                </a:moveTo>
                <a:lnTo>
                  <a:pt x="1371291" y="2163907"/>
                </a:lnTo>
                <a:cubicBezTo>
                  <a:pt x="1371705" y="2163907"/>
                  <a:pt x="1372120" y="2164144"/>
                  <a:pt x="1372357" y="2164499"/>
                </a:cubicBezTo>
                <a:lnTo>
                  <a:pt x="1381122" y="2179720"/>
                </a:lnTo>
                <a:cubicBezTo>
                  <a:pt x="1381359" y="2180076"/>
                  <a:pt x="1381359" y="2180609"/>
                  <a:pt x="1381122" y="2180964"/>
                </a:cubicBezTo>
                <a:lnTo>
                  <a:pt x="1372357" y="2196185"/>
                </a:lnTo>
                <a:cubicBezTo>
                  <a:pt x="1372120" y="2196540"/>
                  <a:pt x="1371705" y="2196777"/>
                  <a:pt x="1371291" y="2196777"/>
                </a:cubicBezTo>
                <a:lnTo>
                  <a:pt x="1353760" y="2196777"/>
                </a:lnTo>
                <a:cubicBezTo>
                  <a:pt x="1353345" y="2196777"/>
                  <a:pt x="1352931" y="2196540"/>
                  <a:pt x="1352694" y="2196185"/>
                </a:cubicBezTo>
                <a:lnTo>
                  <a:pt x="1343929" y="2180964"/>
                </a:lnTo>
                <a:cubicBezTo>
                  <a:pt x="1343692" y="2180609"/>
                  <a:pt x="1343692" y="2180076"/>
                  <a:pt x="1343929" y="2179720"/>
                </a:cubicBezTo>
                <a:lnTo>
                  <a:pt x="1352694" y="2164499"/>
                </a:lnTo>
                <a:cubicBezTo>
                  <a:pt x="1352931" y="2164144"/>
                  <a:pt x="1353345" y="2163907"/>
                  <a:pt x="1353760" y="2163907"/>
                </a:cubicBezTo>
                <a:close/>
                <a:moveTo>
                  <a:pt x="1894663" y="2163729"/>
                </a:moveTo>
                <a:lnTo>
                  <a:pt x="1912430" y="2163729"/>
                </a:lnTo>
                <a:cubicBezTo>
                  <a:pt x="1912845" y="2163729"/>
                  <a:pt x="1913259" y="2163966"/>
                  <a:pt x="1913496" y="2164380"/>
                </a:cubicBezTo>
                <a:lnTo>
                  <a:pt x="1922380" y="2179779"/>
                </a:lnTo>
                <a:cubicBezTo>
                  <a:pt x="1922617" y="2180134"/>
                  <a:pt x="1922617" y="2180608"/>
                  <a:pt x="1922380" y="2181023"/>
                </a:cubicBezTo>
                <a:lnTo>
                  <a:pt x="1913496" y="2196421"/>
                </a:lnTo>
                <a:cubicBezTo>
                  <a:pt x="1913259" y="2196836"/>
                  <a:pt x="1912845" y="2197073"/>
                  <a:pt x="1912430" y="2197073"/>
                </a:cubicBezTo>
                <a:lnTo>
                  <a:pt x="1894663" y="2197073"/>
                </a:lnTo>
                <a:cubicBezTo>
                  <a:pt x="1894248" y="2197073"/>
                  <a:pt x="1893833" y="2196836"/>
                  <a:pt x="1893597" y="2196421"/>
                </a:cubicBezTo>
                <a:lnTo>
                  <a:pt x="1884713" y="2181023"/>
                </a:lnTo>
                <a:cubicBezTo>
                  <a:pt x="1884476" y="2180667"/>
                  <a:pt x="1884476" y="2180193"/>
                  <a:pt x="1884713" y="2179779"/>
                </a:cubicBezTo>
                <a:lnTo>
                  <a:pt x="1893597" y="2164380"/>
                </a:lnTo>
                <a:cubicBezTo>
                  <a:pt x="1893833" y="2163966"/>
                  <a:pt x="1894248" y="2163729"/>
                  <a:pt x="1894663" y="2163729"/>
                </a:cubicBezTo>
                <a:close/>
                <a:moveTo>
                  <a:pt x="4599828" y="2163611"/>
                </a:moveTo>
                <a:lnTo>
                  <a:pt x="4617714" y="2163611"/>
                </a:lnTo>
                <a:cubicBezTo>
                  <a:pt x="4618128" y="2163611"/>
                  <a:pt x="4618543" y="2163848"/>
                  <a:pt x="4618779" y="2164262"/>
                </a:cubicBezTo>
                <a:lnTo>
                  <a:pt x="4627723" y="2179779"/>
                </a:lnTo>
                <a:cubicBezTo>
                  <a:pt x="4627960" y="2180135"/>
                  <a:pt x="4627960" y="2180609"/>
                  <a:pt x="4627723" y="2181023"/>
                </a:cubicBezTo>
                <a:lnTo>
                  <a:pt x="4618779" y="2196540"/>
                </a:lnTo>
                <a:cubicBezTo>
                  <a:pt x="4618602" y="2196955"/>
                  <a:pt x="4618187" y="2197192"/>
                  <a:pt x="4617714" y="2197192"/>
                </a:cubicBezTo>
                <a:lnTo>
                  <a:pt x="4599828" y="2197192"/>
                </a:lnTo>
                <a:cubicBezTo>
                  <a:pt x="4599413" y="2197192"/>
                  <a:pt x="4598998" y="2196955"/>
                  <a:pt x="4598761" y="2196540"/>
                </a:cubicBezTo>
                <a:lnTo>
                  <a:pt x="4589818" y="2181023"/>
                </a:lnTo>
                <a:cubicBezTo>
                  <a:pt x="4589582" y="2180668"/>
                  <a:pt x="4589582" y="2180194"/>
                  <a:pt x="4589818" y="2179779"/>
                </a:cubicBezTo>
                <a:lnTo>
                  <a:pt x="4598761" y="2164262"/>
                </a:lnTo>
                <a:cubicBezTo>
                  <a:pt x="4598939" y="2163848"/>
                  <a:pt x="4599354" y="2163611"/>
                  <a:pt x="4599828" y="2163611"/>
                </a:cubicBezTo>
                <a:close/>
                <a:moveTo>
                  <a:pt x="1826850" y="2163374"/>
                </a:moveTo>
                <a:lnTo>
                  <a:pt x="1844973" y="2163374"/>
                </a:lnTo>
                <a:cubicBezTo>
                  <a:pt x="1845447" y="2163374"/>
                  <a:pt x="1845862" y="2163611"/>
                  <a:pt x="1846099" y="2164025"/>
                </a:cubicBezTo>
                <a:lnTo>
                  <a:pt x="1855160" y="2179720"/>
                </a:lnTo>
                <a:cubicBezTo>
                  <a:pt x="1855397" y="2180134"/>
                  <a:pt x="1855397" y="2180608"/>
                  <a:pt x="1855160" y="2181023"/>
                </a:cubicBezTo>
                <a:lnTo>
                  <a:pt x="1846099" y="2196718"/>
                </a:lnTo>
                <a:cubicBezTo>
                  <a:pt x="1845862" y="2197132"/>
                  <a:pt x="1845447" y="2197369"/>
                  <a:pt x="1844973" y="2197369"/>
                </a:cubicBezTo>
                <a:lnTo>
                  <a:pt x="1826850" y="2197369"/>
                </a:lnTo>
                <a:cubicBezTo>
                  <a:pt x="1826376" y="2197369"/>
                  <a:pt x="1825962" y="2197132"/>
                  <a:pt x="1825725" y="2196718"/>
                </a:cubicBezTo>
                <a:lnTo>
                  <a:pt x="1816664" y="2181023"/>
                </a:lnTo>
                <a:cubicBezTo>
                  <a:pt x="1816427" y="2180608"/>
                  <a:pt x="1816427" y="2180134"/>
                  <a:pt x="1816664" y="2179720"/>
                </a:cubicBezTo>
                <a:lnTo>
                  <a:pt x="1825725" y="2164025"/>
                </a:lnTo>
                <a:cubicBezTo>
                  <a:pt x="1825962" y="2163611"/>
                  <a:pt x="1826376" y="2163374"/>
                  <a:pt x="1826850" y="2163374"/>
                </a:cubicBezTo>
                <a:close/>
                <a:moveTo>
                  <a:pt x="1285829" y="2163374"/>
                </a:moveTo>
                <a:lnTo>
                  <a:pt x="1303952" y="2163374"/>
                </a:lnTo>
                <a:cubicBezTo>
                  <a:pt x="1304426" y="2163374"/>
                  <a:pt x="1304841" y="2163611"/>
                  <a:pt x="1305078" y="2164025"/>
                </a:cubicBezTo>
                <a:lnTo>
                  <a:pt x="1314139" y="2179720"/>
                </a:lnTo>
                <a:cubicBezTo>
                  <a:pt x="1314376" y="2180134"/>
                  <a:pt x="1314376" y="2180608"/>
                  <a:pt x="1314139" y="2181023"/>
                </a:cubicBezTo>
                <a:lnTo>
                  <a:pt x="1305078" y="2196718"/>
                </a:lnTo>
                <a:cubicBezTo>
                  <a:pt x="1304841" y="2197132"/>
                  <a:pt x="1304426" y="2197369"/>
                  <a:pt x="1303952" y="2197369"/>
                </a:cubicBezTo>
                <a:lnTo>
                  <a:pt x="1285829" y="2197369"/>
                </a:lnTo>
                <a:cubicBezTo>
                  <a:pt x="1285356" y="2197369"/>
                  <a:pt x="1284941" y="2197132"/>
                  <a:pt x="1284704" y="2196718"/>
                </a:cubicBezTo>
                <a:lnTo>
                  <a:pt x="1275643" y="2181023"/>
                </a:lnTo>
                <a:cubicBezTo>
                  <a:pt x="1275406" y="2180608"/>
                  <a:pt x="1275406" y="2180134"/>
                  <a:pt x="1275643" y="2179720"/>
                </a:cubicBezTo>
                <a:lnTo>
                  <a:pt x="1284704" y="2164025"/>
                </a:lnTo>
                <a:cubicBezTo>
                  <a:pt x="1284941" y="2163611"/>
                  <a:pt x="1285356" y="2163374"/>
                  <a:pt x="1285829" y="2163374"/>
                </a:cubicBezTo>
                <a:close/>
                <a:moveTo>
                  <a:pt x="2300118" y="2163078"/>
                </a:moveTo>
                <a:lnTo>
                  <a:pt x="2318537" y="2163078"/>
                </a:lnTo>
                <a:cubicBezTo>
                  <a:pt x="2319011" y="2163078"/>
                  <a:pt x="2319425" y="2163315"/>
                  <a:pt x="2319662" y="2163729"/>
                </a:cubicBezTo>
                <a:lnTo>
                  <a:pt x="2328902" y="2179720"/>
                </a:lnTo>
                <a:cubicBezTo>
                  <a:pt x="2329138" y="2180134"/>
                  <a:pt x="2329138" y="2180608"/>
                  <a:pt x="2328902" y="2181023"/>
                </a:cubicBezTo>
                <a:lnTo>
                  <a:pt x="2319662" y="2197014"/>
                </a:lnTo>
                <a:cubicBezTo>
                  <a:pt x="2319425" y="2197428"/>
                  <a:pt x="2319011" y="2197665"/>
                  <a:pt x="2318537" y="2197665"/>
                </a:cubicBezTo>
                <a:lnTo>
                  <a:pt x="2300118" y="2197665"/>
                </a:lnTo>
                <a:cubicBezTo>
                  <a:pt x="2299644" y="2197665"/>
                  <a:pt x="2299230" y="2197428"/>
                  <a:pt x="2298993" y="2197014"/>
                </a:cubicBezTo>
                <a:lnTo>
                  <a:pt x="2289754" y="2181023"/>
                </a:lnTo>
                <a:cubicBezTo>
                  <a:pt x="2289517" y="2180608"/>
                  <a:pt x="2289517" y="2180134"/>
                  <a:pt x="2289754" y="2179720"/>
                </a:cubicBezTo>
                <a:lnTo>
                  <a:pt x="2298993" y="2163729"/>
                </a:lnTo>
                <a:cubicBezTo>
                  <a:pt x="2299230" y="2163315"/>
                  <a:pt x="2299644" y="2163078"/>
                  <a:pt x="2300118" y="2163078"/>
                </a:cubicBezTo>
                <a:close/>
                <a:moveTo>
                  <a:pt x="1218075" y="2163078"/>
                </a:moveTo>
                <a:lnTo>
                  <a:pt x="1236494" y="2163078"/>
                </a:lnTo>
                <a:cubicBezTo>
                  <a:pt x="1236968" y="2163078"/>
                  <a:pt x="1237383" y="2163315"/>
                  <a:pt x="1237619" y="2163729"/>
                </a:cubicBezTo>
                <a:lnTo>
                  <a:pt x="1246859" y="2179720"/>
                </a:lnTo>
                <a:cubicBezTo>
                  <a:pt x="1247095" y="2180134"/>
                  <a:pt x="1247095" y="2180608"/>
                  <a:pt x="1246859" y="2181023"/>
                </a:cubicBezTo>
                <a:lnTo>
                  <a:pt x="1237619" y="2197014"/>
                </a:lnTo>
                <a:cubicBezTo>
                  <a:pt x="1237383" y="2197428"/>
                  <a:pt x="1236968" y="2197665"/>
                  <a:pt x="1236494" y="2197665"/>
                </a:cubicBezTo>
                <a:lnTo>
                  <a:pt x="1218075" y="2197665"/>
                </a:lnTo>
                <a:cubicBezTo>
                  <a:pt x="1217601" y="2197665"/>
                  <a:pt x="1217187" y="2197428"/>
                  <a:pt x="1216950" y="2197014"/>
                </a:cubicBezTo>
                <a:lnTo>
                  <a:pt x="1207711" y="2181023"/>
                </a:lnTo>
                <a:cubicBezTo>
                  <a:pt x="1207474" y="2180608"/>
                  <a:pt x="1207474" y="2180134"/>
                  <a:pt x="1207711" y="2179720"/>
                </a:cubicBezTo>
                <a:lnTo>
                  <a:pt x="1216950" y="2163729"/>
                </a:lnTo>
                <a:cubicBezTo>
                  <a:pt x="1217187" y="2163315"/>
                  <a:pt x="1217601" y="2163078"/>
                  <a:pt x="1218075" y="2163078"/>
                </a:cubicBezTo>
                <a:close/>
                <a:moveTo>
                  <a:pt x="2570481" y="2162781"/>
                </a:moveTo>
                <a:lnTo>
                  <a:pt x="2589255" y="2162781"/>
                </a:lnTo>
                <a:cubicBezTo>
                  <a:pt x="2589729" y="2162781"/>
                  <a:pt x="2590144" y="2163018"/>
                  <a:pt x="2590380" y="2163433"/>
                </a:cubicBezTo>
                <a:lnTo>
                  <a:pt x="2599738" y="2179660"/>
                </a:lnTo>
                <a:cubicBezTo>
                  <a:pt x="2599975" y="2180016"/>
                  <a:pt x="2599975" y="2180549"/>
                  <a:pt x="2599738" y="2180963"/>
                </a:cubicBezTo>
                <a:lnTo>
                  <a:pt x="2590321" y="2197191"/>
                </a:lnTo>
                <a:cubicBezTo>
                  <a:pt x="2590084" y="2197605"/>
                  <a:pt x="2589670" y="2197843"/>
                  <a:pt x="2589196" y="2197843"/>
                </a:cubicBezTo>
                <a:lnTo>
                  <a:pt x="2570421" y="2197843"/>
                </a:lnTo>
                <a:cubicBezTo>
                  <a:pt x="2569948" y="2197843"/>
                  <a:pt x="2569533" y="2197605"/>
                  <a:pt x="2569296" y="2197191"/>
                </a:cubicBezTo>
                <a:lnTo>
                  <a:pt x="2559939" y="2180963"/>
                </a:lnTo>
                <a:cubicBezTo>
                  <a:pt x="2559702" y="2180608"/>
                  <a:pt x="2559702" y="2180075"/>
                  <a:pt x="2559939" y="2179660"/>
                </a:cubicBezTo>
                <a:lnTo>
                  <a:pt x="2569355" y="2163433"/>
                </a:lnTo>
                <a:cubicBezTo>
                  <a:pt x="2569593" y="2163018"/>
                  <a:pt x="2570007" y="2162781"/>
                  <a:pt x="2570481" y="2162781"/>
                </a:cubicBezTo>
                <a:close/>
                <a:moveTo>
                  <a:pt x="2502846" y="2162781"/>
                </a:moveTo>
                <a:lnTo>
                  <a:pt x="2521620" y="2162781"/>
                </a:lnTo>
                <a:cubicBezTo>
                  <a:pt x="2522094" y="2162781"/>
                  <a:pt x="2522509" y="2163018"/>
                  <a:pt x="2522745" y="2163433"/>
                </a:cubicBezTo>
                <a:lnTo>
                  <a:pt x="2532103" y="2179660"/>
                </a:lnTo>
                <a:cubicBezTo>
                  <a:pt x="2532340" y="2180016"/>
                  <a:pt x="2532340" y="2180549"/>
                  <a:pt x="2532103" y="2180963"/>
                </a:cubicBezTo>
                <a:lnTo>
                  <a:pt x="2522686" y="2197191"/>
                </a:lnTo>
                <a:cubicBezTo>
                  <a:pt x="2522449" y="2197605"/>
                  <a:pt x="2522035" y="2197843"/>
                  <a:pt x="2521561" y="2197843"/>
                </a:cubicBezTo>
                <a:lnTo>
                  <a:pt x="2502787" y="2197843"/>
                </a:lnTo>
                <a:cubicBezTo>
                  <a:pt x="2502313" y="2197843"/>
                  <a:pt x="2501898" y="2197605"/>
                  <a:pt x="2501661" y="2197191"/>
                </a:cubicBezTo>
                <a:lnTo>
                  <a:pt x="2492304" y="2180963"/>
                </a:lnTo>
                <a:cubicBezTo>
                  <a:pt x="2492067" y="2180608"/>
                  <a:pt x="2492067" y="2180075"/>
                  <a:pt x="2492304" y="2179660"/>
                </a:cubicBezTo>
                <a:lnTo>
                  <a:pt x="2501721" y="2163433"/>
                </a:lnTo>
                <a:cubicBezTo>
                  <a:pt x="2501957" y="2163018"/>
                  <a:pt x="2502372" y="2162781"/>
                  <a:pt x="2502846" y="2162781"/>
                </a:cubicBezTo>
                <a:close/>
                <a:moveTo>
                  <a:pt x="2435211" y="2162781"/>
                </a:moveTo>
                <a:lnTo>
                  <a:pt x="2453985" y="2162781"/>
                </a:lnTo>
                <a:cubicBezTo>
                  <a:pt x="2454459" y="2162781"/>
                  <a:pt x="2454873" y="2163018"/>
                  <a:pt x="2455110" y="2163433"/>
                </a:cubicBezTo>
                <a:lnTo>
                  <a:pt x="2464468" y="2179660"/>
                </a:lnTo>
                <a:cubicBezTo>
                  <a:pt x="2464705" y="2180016"/>
                  <a:pt x="2464705" y="2180549"/>
                  <a:pt x="2464468" y="2180963"/>
                </a:cubicBezTo>
                <a:lnTo>
                  <a:pt x="2455051" y="2197191"/>
                </a:lnTo>
                <a:cubicBezTo>
                  <a:pt x="2454814" y="2197605"/>
                  <a:pt x="2454400" y="2197843"/>
                  <a:pt x="2453926" y="2197843"/>
                </a:cubicBezTo>
                <a:lnTo>
                  <a:pt x="2435152" y="2197843"/>
                </a:lnTo>
                <a:cubicBezTo>
                  <a:pt x="2434678" y="2197843"/>
                  <a:pt x="2434263" y="2197605"/>
                  <a:pt x="2434026" y="2197191"/>
                </a:cubicBezTo>
                <a:lnTo>
                  <a:pt x="2424669" y="2180963"/>
                </a:lnTo>
                <a:cubicBezTo>
                  <a:pt x="2424432" y="2180608"/>
                  <a:pt x="2424432" y="2180075"/>
                  <a:pt x="2424669" y="2179660"/>
                </a:cubicBezTo>
                <a:lnTo>
                  <a:pt x="2434086" y="2163433"/>
                </a:lnTo>
                <a:cubicBezTo>
                  <a:pt x="2434322" y="2163018"/>
                  <a:pt x="2434737" y="2162781"/>
                  <a:pt x="2435211" y="2162781"/>
                </a:cubicBezTo>
                <a:close/>
                <a:moveTo>
                  <a:pt x="2367515" y="2162663"/>
                </a:moveTo>
                <a:lnTo>
                  <a:pt x="2386408" y="2162663"/>
                </a:lnTo>
                <a:cubicBezTo>
                  <a:pt x="2386823" y="2162663"/>
                  <a:pt x="2387297" y="2162900"/>
                  <a:pt x="2387534" y="2163314"/>
                </a:cubicBezTo>
                <a:lnTo>
                  <a:pt x="2396951" y="2179661"/>
                </a:lnTo>
                <a:cubicBezTo>
                  <a:pt x="2397187" y="2180075"/>
                  <a:pt x="2397187" y="2180608"/>
                  <a:pt x="2396951" y="2181023"/>
                </a:cubicBezTo>
                <a:lnTo>
                  <a:pt x="2387534" y="2197369"/>
                </a:lnTo>
                <a:cubicBezTo>
                  <a:pt x="2387297" y="2197783"/>
                  <a:pt x="2386882" y="2198020"/>
                  <a:pt x="2386408" y="2198020"/>
                </a:cubicBezTo>
                <a:lnTo>
                  <a:pt x="2367515" y="2198020"/>
                </a:lnTo>
                <a:cubicBezTo>
                  <a:pt x="2367101" y="2198020"/>
                  <a:pt x="2366627" y="2197783"/>
                  <a:pt x="2366391" y="2197369"/>
                </a:cubicBezTo>
                <a:lnTo>
                  <a:pt x="2356974" y="2181023"/>
                </a:lnTo>
                <a:cubicBezTo>
                  <a:pt x="2356737" y="2180608"/>
                  <a:pt x="2356737" y="2180075"/>
                  <a:pt x="2356974" y="2179661"/>
                </a:cubicBezTo>
                <a:lnTo>
                  <a:pt x="2366391" y="2163314"/>
                </a:lnTo>
                <a:cubicBezTo>
                  <a:pt x="2366627" y="2162900"/>
                  <a:pt x="2367042" y="2162663"/>
                  <a:pt x="2367515" y="2162663"/>
                </a:cubicBezTo>
                <a:close/>
                <a:moveTo>
                  <a:pt x="2096976" y="2162663"/>
                </a:moveTo>
                <a:lnTo>
                  <a:pt x="2115869" y="2162663"/>
                </a:lnTo>
                <a:cubicBezTo>
                  <a:pt x="2116283" y="2162663"/>
                  <a:pt x="2116757" y="2162900"/>
                  <a:pt x="2116994" y="2163314"/>
                </a:cubicBezTo>
                <a:lnTo>
                  <a:pt x="2126411" y="2179661"/>
                </a:lnTo>
                <a:cubicBezTo>
                  <a:pt x="2126648" y="2180075"/>
                  <a:pt x="2126648" y="2180608"/>
                  <a:pt x="2126411" y="2181023"/>
                </a:cubicBezTo>
                <a:lnTo>
                  <a:pt x="2116994" y="2197369"/>
                </a:lnTo>
                <a:cubicBezTo>
                  <a:pt x="2116757" y="2197783"/>
                  <a:pt x="2116342" y="2198020"/>
                  <a:pt x="2115869" y="2198020"/>
                </a:cubicBezTo>
                <a:lnTo>
                  <a:pt x="2096976" y="2198020"/>
                </a:lnTo>
                <a:cubicBezTo>
                  <a:pt x="2096561" y="2198020"/>
                  <a:pt x="2096088" y="2197783"/>
                  <a:pt x="2095850" y="2197369"/>
                </a:cubicBezTo>
                <a:lnTo>
                  <a:pt x="2086434" y="2181023"/>
                </a:lnTo>
                <a:cubicBezTo>
                  <a:pt x="2086197" y="2180608"/>
                  <a:pt x="2086197" y="2180075"/>
                  <a:pt x="2086434" y="2179661"/>
                </a:cubicBezTo>
                <a:lnTo>
                  <a:pt x="2095850" y="2163314"/>
                </a:lnTo>
                <a:cubicBezTo>
                  <a:pt x="2096088" y="2162900"/>
                  <a:pt x="2096502" y="2162663"/>
                  <a:pt x="2096976" y="2162663"/>
                </a:cubicBezTo>
                <a:close/>
                <a:moveTo>
                  <a:pt x="1961765" y="2162663"/>
                </a:moveTo>
                <a:lnTo>
                  <a:pt x="1980658" y="2162663"/>
                </a:lnTo>
                <a:cubicBezTo>
                  <a:pt x="1981072" y="2162663"/>
                  <a:pt x="1981546" y="2162900"/>
                  <a:pt x="1981783" y="2163314"/>
                </a:cubicBezTo>
                <a:lnTo>
                  <a:pt x="1991200" y="2179661"/>
                </a:lnTo>
                <a:cubicBezTo>
                  <a:pt x="1991436" y="2180075"/>
                  <a:pt x="1991436" y="2180608"/>
                  <a:pt x="1991200" y="2181023"/>
                </a:cubicBezTo>
                <a:lnTo>
                  <a:pt x="1981783" y="2197369"/>
                </a:lnTo>
                <a:cubicBezTo>
                  <a:pt x="1981546" y="2197783"/>
                  <a:pt x="1981131" y="2198020"/>
                  <a:pt x="1980658" y="2198020"/>
                </a:cubicBezTo>
                <a:lnTo>
                  <a:pt x="1961765" y="2198020"/>
                </a:lnTo>
                <a:cubicBezTo>
                  <a:pt x="1961350" y="2198020"/>
                  <a:pt x="1960876" y="2197783"/>
                  <a:pt x="1960640" y="2197369"/>
                </a:cubicBezTo>
                <a:lnTo>
                  <a:pt x="1951223" y="2181023"/>
                </a:lnTo>
                <a:cubicBezTo>
                  <a:pt x="1950986" y="2180608"/>
                  <a:pt x="1950986" y="2180075"/>
                  <a:pt x="1951223" y="2179661"/>
                </a:cubicBezTo>
                <a:lnTo>
                  <a:pt x="1960640" y="2163314"/>
                </a:lnTo>
                <a:cubicBezTo>
                  <a:pt x="1960876" y="2162900"/>
                  <a:pt x="1961291" y="2162663"/>
                  <a:pt x="1961765" y="2162663"/>
                </a:cubicBezTo>
                <a:close/>
                <a:moveTo>
                  <a:pt x="4666693" y="2162130"/>
                </a:moveTo>
                <a:lnTo>
                  <a:pt x="4686119" y="2162130"/>
                </a:lnTo>
                <a:cubicBezTo>
                  <a:pt x="4686593" y="2162130"/>
                  <a:pt x="4687066" y="2162426"/>
                  <a:pt x="4687303" y="2162841"/>
                </a:cubicBezTo>
                <a:lnTo>
                  <a:pt x="4697016" y="2179661"/>
                </a:lnTo>
                <a:cubicBezTo>
                  <a:pt x="4697253" y="2180075"/>
                  <a:pt x="4697253" y="2180608"/>
                  <a:pt x="4697016" y="2181023"/>
                </a:cubicBezTo>
                <a:lnTo>
                  <a:pt x="4687303" y="2197843"/>
                </a:lnTo>
                <a:cubicBezTo>
                  <a:pt x="4687066" y="2198316"/>
                  <a:pt x="4686593" y="2198554"/>
                  <a:pt x="4686119" y="2198554"/>
                </a:cubicBezTo>
                <a:lnTo>
                  <a:pt x="4666693" y="2198554"/>
                </a:lnTo>
                <a:cubicBezTo>
                  <a:pt x="4666219" y="2198554"/>
                  <a:pt x="4665745" y="2198257"/>
                  <a:pt x="4665508" y="2197843"/>
                </a:cubicBezTo>
                <a:lnTo>
                  <a:pt x="4655795" y="2181023"/>
                </a:lnTo>
                <a:cubicBezTo>
                  <a:pt x="4655559" y="2180608"/>
                  <a:pt x="4655559" y="2180075"/>
                  <a:pt x="4655795" y="2179661"/>
                </a:cubicBezTo>
                <a:lnTo>
                  <a:pt x="4665508" y="2162841"/>
                </a:lnTo>
                <a:cubicBezTo>
                  <a:pt x="4665745" y="2162367"/>
                  <a:pt x="4666219" y="2162130"/>
                  <a:pt x="4666693" y="2162130"/>
                </a:cubicBezTo>
                <a:close/>
                <a:moveTo>
                  <a:pt x="3516779" y="2161834"/>
                </a:moveTo>
                <a:lnTo>
                  <a:pt x="3536560" y="2161834"/>
                </a:lnTo>
                <a:cubicBezTo>
                  <a:pt x="3537033" y="2161834"/>
                  <a:pt x="3537508" y="2162130"/>
                  <a:pt x="3537745" y="2162545"/>
                </a:cubicBezTo>
                <a:lnTo>
                  <a:pt x="3547635" y="2179661"/>
                </a:lnTo>
                <a:cubicBezTo>
                  <a:pt x="3547872" y="2180134"/>
                  <a:pt x="3547872" y="2180668"/>
                  <a:pt x="3547635" y="2181082"/>
                </a:cubicBezTo>
                <a:lnTo>
                  <a:pt x="3537745" y="2198198"/>
                </a:lnTo>
                <a:cubicBezTo>
                  <a:pt x="3537508" y="2198613"/>
                  <a:pt x="3537033" y="2198909"/>
                  <a:pt x="3536560" y="2198909"/>
                </a:cubicBezTo>
                <a:lnTo>
                  <a:pt x="3516779" y="2198909"/>
                </a:lnTo>
                <a:cubicBezTo>
                  <a:pt x="3516305" y="2198909"/>
                  <a:pt x="3515831" y="2198613"/>
                  <a:pt x="3515594" y="2198198"/>
                </a:cubicBezTo>
                <a:lnTo>
                  <a:pt x="3505704" y="2181082"/>
                </a:lnTo>
                <a:cubicBezTo>
                  <a:pt x="3505467" y="2180608"/>
                  <a:pt x="3505467" y="2180075"/>
                  <a:pt x="3505704" y="2179661"/>
                </a:cubicBezTo>
                <a:lnTo>
                  <a:pt x="3515594" y="2162545"/>
                </a:lnTo>
                <a:cubicBezTo>
                  <a:pt x="3515831" y="2162130"/>
                  <a:pt x="3516305" y="2161834"/>
                  <a:pt x="3516779" y="2161834"/>
                </a:cubicBezTo>
                <a:close/>
                <a:moveTo>
                  <a:pt x="1149670" y="2161656"/>
                </a:moveTo>
                <a:lnTo>
                  <a:pt x="1169629" y="2161656"/>
                </a:lnTo>
                <a:cubicBezTo>
                  <a:pt x="1170162" y="2161656"/>
                  <a:pt x="1170636" y="2161952"/>
                  <a:pt x="1170873" y="2162367"/>
                </a:cubicBezTo>
                <a:lnTo>
                  <a:pt x="1180882" y="2179661"/>
                </a:lnTo>
                <a:cubicBezTo>
                  <a:pt x="1181119" y="2180075"/>
                  <a:pt x="1181119" y="2180667"/>
                  <a:pt x="1180882" y="2181082"/>
                </a:cubicBezTo>
                <a:lnTo>
                  <a:pt x="1170873" y="2198376"/>
                </a:lnTo>
                <a:cubicBezTo>
                  <a:pt x="1170577" y="2198790"/>
                  <a:pt x="1170103" y="2199086"/>
                  <a:pt x="1169629" y="2199086"/>
                </a:cubicBezTo>
                <a:lnTo>
                  <a:pt x="1149670" y="2199086"/>
                </a:lnTo>
                <a:cubicBezTo>
                  <a:pt x="1149137" y="2199086"/>
                  <a:pt x="1148663" y="2198790"/>
                  <a:pt x="1148427" y="2198376"/>
                </a:cubicBezTo>
                <a:lnTo>
                  <a:pt x="1138418" y="2181082"/>
                </a:lnTo>
                <a:cubicBezTo>
                  <a:pt x="1138181" y="2180667"/>
                  <a:pt x="1138181" y="2180075"/>
                  <a:pt x="1138418" y="2179661"/>
                </a:cubicBezTo>
                <a:lnTo>
                  <a:pt x="1148427" y="2162367"/>
                </a:lnTo>
                <a:cubicBezTo>
                  <a:pt x="1148723" y="2161952"/>
                  <a:pt x="1149197" y="2161656"/>
                  <a:pt x="1149670" y="2161656"/>
                </a:cubicBezTo>
                <a:close/>
                <a:moveTo>
                  <a:pt x="3448730" y="2161005"/>
                </a:moveTo>
                <a:lnTo>
                  <a:pt x="3469399" y="2161005"/>
                </a:lnTo>
                <a:cubicBezTo>
                  <a:pt x="3469873" y="2161005"/>
                  <a:pt x="3470405" y="2161242"/>
                  <a:pt x="3470643" y="2161716"/>
                </a:cubicBezTo>
                <a:lnTo>
                  <a:pt x="3480948" y="2179602"/>
                </a:lnTo>
                <a:cubicBezTo>
                  <a:pt x="3481185" y="2180076"/>
                  <a:pt x="3481185" y="2180608"/>
                  <a:pt x="3480948" y="2181082"/>
                </a:cubicBezTo>
                <a:lnTo>
                  <a:pt x="3470643" y="2198968"/>
                </a:lnTo>
                <a:cubicBezTo>
                  <a:pt x="3470405" y="2199383"/>
                  <a:pt x="3469932" y="2199679"/>
                  <a:pt x="3469399" y="2199679"/>
                </a:cubicBezTo>
                <a:lnTo>
                  <a:pt x="3448730" y="2199679"/>
                </a:lnTo>
                <a:cubicBezTo>
                  <a:pt x="3448255" y="2199679"/>
                  <a:pt x="3447723" y="2199442"/>
                  <a:pt x="3447485" y="2198968"/>
                </a:cubicBezTo>
                <a:lnTo>
                  <a:pt x="3437180" y="2181082"/>
                </a:lnTo>
                <a:cubicBezTo>
                  <a:pt x="3436944" y="2180608"/>
                  <a:pt x="3436944" y="2180076"/>
                  <a:pt x="3437180" y="2179602"/>
                </a:cubicBezTo>
                <a:lnTo>
                  <a:pt x="3447485" y="2161716"/>
                </a:lnTo>
                <a:cubicBezTo>
                  <a:pt x="3447723" y="2161301"/>
                  <a:pt x="3448196" y="2161005"/>
                  <a:pt x="3448730" y="2161005"/>
                </a:cubicBezTo>
                <a:close/>
                <a:moveTo>
                  <a:pt x="2028452" y="2160945"/>
                </a:moveTo>
                <a:lnTo>
                  <a:pt x="2049181" y="2160945"/>
                </a:lnTo>
                <a:cubicBezTo>
                  <a:pt x="2049655" y="2160945"/>
                  <a:pt x="2050129" y="2161182"/>
                  <a:pt x="2050425" y="2161656"/>
                </a:cubicBezTo>
                <a:lnTo>
                  <a:pt x="2060789" y="2179660"/>
                </a:lnTo>
                <a:cubicBezTo>
                  <a:pt x="2061085" y="2180134"/>
                  <a:pt x="2061085" y="2180667"/>
                  <a:pt x="2060789" y="2181141"/>
                </a:cubicBezTo>
                <a:lnTo>
                  <a:pt x="2050425" y="2199145"/>
                </a:lnTo>
                <a:cubicBezTo>
                  <a:pt x="2050188" y="2199560"/>
                  <a:pt x="2049714" y="2199856"/>
                  <a:pt x="2049181" y="2199856"/>
                </a:cubicBezTo>
                <a:lnTo>
                  <a:pt x="2028452" y="2199856"/>
                </a:lnTo>
                <a:cubicBezTo>
                  <a:pt x="2027978" y="2199856"/>
                  <a:pt x="2027504" y="2199619"/>
                  <a:pt x="2027208" y="2199145"/>
                </a:cubicBezTo>
                <a:lnTo>
                  <a:pt x="2016844" y="2181141"/>
                </a:lnTo>
                <a:cubicBezTo>
                  <a:pt x="2016548" y="2180667"/>
                  <a:pt x="2016548" y="2180134"/>
                  <a:pt x="2016844" y="2179660"/>
                </a:cubicBezTo>
                <a:lnTo>
                  <a:pt x="2027208" y="2161656"/>
                </a:lnTo>
                <a:cubicBezTo>
                  <a:pt x="2027445" y="2161241"/>
                  <a:pt x="2027919" y="2160945"/>
                  <a:pt x="2028452" y="2160945"/>
                </a:cubicBezTo>
                <a:close/>
                <a:moveTo>
                  <a:pt x="4733618" y="2160827"/>
                </a:moveTo>
                <a:lnTo>
                  <a:pt x="4754465" y="2160827"/>
                </a:lnTo>
                <a:cubicBezTo>
                  <a:pt x="4754998" y="2160827"/>
                  <a:pt x="4755472" y="2161064"/>
                  <a:pt x="4755768" y="2161538"/>
                </a:cubicBezTo>
                <a:lnTo>
                  <a:pt x="4766192" y="2179601"/>
                </a:lnTo>
                <a:cubicBezTo>
                  <a:pt x="4766488" y="2180075"/>
                  <a:pt x="4766488" y="2180608"/>
                  <a:pt x="4766192" y="2181082"/>
                </a:cubicBezTo>
                <a:lnTo>
                  <a:pt x="4755768" y="2199145"/>
                </a:lnTo>
                <a:cubicBezTo>
                  <a:pt x="4755472" y="2199560"/>
                  <a:pt x="4754998" y="2199856"/>
                  <a:pt x="4754465" y="2199856"/>
                </a:cubicBezTo>
                <a:lnTo>
                  <a:pt x="4733618" y="2199856"/>
                </a:lnTo>
                <a:cubicBezTo>
                  <a:pt x="4733085" y="2199856"/>
                  <a:pt x="4732611" y="2199619"/>
                  <a:pt x="4732315" y="2199145"/>
                </a:cubicBezTo>
                <a:lnTo>
                  <a:pt x="4721891" y="2181082"/>
                </a:lnTo>
                <a:cubicBezTo>
                  <a:pt x="4721595" y="2180608"/>
                  <a:pt x="4721595" y="2180075"/>
                  <a:pt x="4721891" y="2179601"/>
                </a:cubicBezTo>
                <a:lnTo>
                  <a:pt x="4732315" y="2161538"/>
                </a:lnTo>
                <a:cubicBezTo>
                  <a:pt x="4732611" y="2161123"/>
                  <a:pt x="4733085" y="2160827"/>
                  <a:pt x="4733618" y="2160827"/>
                </a:cubicBezTo>
                <a:close/>
                <a:moveTo>
                  <a:pt x="2839539" y="2159998"/>
                </a:moveTo>
                <a:lnTo>
                  <a:pt x="2861275" y="2159998"/>
                </a:lnTo>
                <a:cubicBezTo>
                  <a:pt x="2861808" y="2159998"/>
                  <a:pt x="2862282" y="2160294"/>
                  <a:pt x="2862578" y="2160768"/>
                </a:cubicBezTo>
                <a:lnTo>
                  <a:pt x="2873416" y="2179601"/>
                </a:lnTo>
                <a:cubicBezTo>
                  <a:pt x="2873712" y="2180075"/>
                  <a:pt x="2873712" y="2180668"/>
                  <a:pt x="2873416" y="2181141"/>
                </a:cubicBezTo>
                <a:lnTo>
                  <a:pt x="2862519" y="2199975"/>
                </a:lnTo>
                <a:cubicBezTo>
                  <a:pt x="2862282" y="2200449"/>
                  <a:pt x="2861749" y="2200745"/>
                  <a:pt x="2861216" y="2200745"/>
                </a:cubicBezTo>
                <a:lnTo>
                  <a:pt x="2839480" y="2200745"/>
                </a:lnTo>
                <a:cubicBezTo>
                  <a:pt x="2838947" y="2200745"/>
                  <a:pt x="2838473" y="2200449"/>
                  <a:pt x="2838177" y="2199975"/>
                </a:cubicBezTo>
                <a:lnTo>
                  <a:pt x="2827339" y="2181141"/>
                </a:lnTo>
                <a:cubicBezTo>
                  <a:pt x="2827043" y="2180668"/>
                  <a:pt x="2827043" y="2180075"/>
                  <a:pt x="2827339" y="2179601"/>
                </a:cubicBezTo>
                <a:lnTo>
                  <a:pt x="2838237" y="2160768"/>
                </a:lnTo>
                <a:cubicBezTo>
                  <a:pt x="2838473" y="2160294"/>
                  <a:pt x="2839007" y="2159998"/>
                  <a:pt x="2839539" y="2159998"/>
                </a:cubicBezTo>
                <a:close/>
                <a:moveTo>
                  <a:pt x="1081147" y="2159998"/>
                </a:moveTo>
                <a:lnTo>
                  <a:pt x="1102882" y="2159998"/>
                </a:lnTo>
                <a:cubicBezTo>
                  <a:pt x="1103415" y="2159998"/>
                  <a:pt x="1103889" y="2160294"/>
                  <a:pt x="1104185" y="2160768"/>
                </a:cubicBezTo>
                <a:lnTo>
                  <a:pt x="1115023" y="2179601"/>
                </a:lnTo>
                <a:cubicBezTo>
                  <a:pt x="1115319" y="2180075"/>
                  <a:pt x="1115319" y="2180668"/>
                  <a:pt x="1115023" y="2181141"/>
                </a:cubicBezTo>
                <a:lnTo>
                  <a:pt x="1104126" y="2199975"/>
                </a:lnTo>
                <a:cubicBezTo>
                  <a:pt x="1103889" y="2200449"/>
                  <a:pt x="1103356" y="2200745"/>
                  <a:pt x="1102823" y="2200745"/>
                </a:cubicBezTo>
                <a:lnTo>
                  <a:pt x="1081087" y="2200745"/>
                </a:lnTo>
                <a:cubicBezTo>
                  <a:pt x="1080554" y="2200745"/>
                  <a:pt x="1080081" y="2200449"/>
                  <a:pt x="1079784" y="2199975"/>
                </a:cubicBezTo>
                <a:lnTo>
                  <a:pt x="1068946" y="2181141"/>
                </a:lnTo>
                <a:cubicBezTo>
                  <a:pt x="1068650" y="2180668"/>
                  <a:pt x="1068650" y="2180075"/>
                  <a:pt x="1068946" y="2179601"/>
                </a:cubicBezTo>
                <a:lnTo>
                  <a:pt x="1079844" y="2160768"/>
                </a:lnTo>
                <a:cubicBezTo>
                  <a:pt x="1080081" y="2160294"/>
                  <a:pt x="1080613" y="2159998"/>
                  <a:pt x="1081147" y="2159998"/>
                </a:cubicBezTo>
                <a:close/>
                <a:moveTo>
                  <a:pt x="810548" y="2159879"/>
                </a:moveTo>
                <a:lnTo>
                  <a:pt x="832402" y="2159879"/>
                </a:lnTo>
                <a:cubicBezTo>
                  <a:pt x="832994" y="2159879"/>
                  <a:pt x="833468" y="2160175"/>
                  <a:pt x="833764" y="2160649"/>
                </a:cubicBezTo>
                <a:lnTo>
                  <a:pt x="844662" y="2179601"/>
                </a:lnTo>
                <a:cubicBezTo>
                  <a:pt x="844958" y="2180075"/>
                  <a:pt x="844958" y="2180667"/>
                  <a:pt x="844662" y="2181141"/>
                </a:cubicBezTo>
                <a:lnTo>
                  <a:pt x="833705" y="2200093"/>
                </a:lnTo>
                <a:cubicBezTo>
                  <a:pt x="833409" y="2200567"/>
                  <a:pt x="832876" y="2200863"/>
                  <a:pt x="832343" y="2200863"/>
                </a:cubicBezTo>
                <a:lnTo>
                  <a:pt x="810489" y="2200863"/>
                </a:lnTo>
                <a:cubicBezTo>
                  <a:pt x="809896" y="2200863"/>
                  <a:pt x="809423" y="2200567"/>
                  <a:pt x="809127" y="2200093"/>
                </a:cubicBezTo>
                <a:lnTo>
                  <a:pt x="798229" y="2181141"/>
                </a:lnTo>
                <a:cubicBezTo>
                  <a:pt x="797933" y="2180667"/>
                  <a:pt x="797933" y="2180075"/>
                  <a:pt x="798229" y="2179601"/>
                </a:cubicBezTo>
                <a:lnTo>
                  <a:pt x="809186" y="2160649"/>
                </a:lnTo>
                <a:cubicBezTo>
                  <a:pt x="809482" y="2160175"/>
                  <a:pt x="810015" y="2159879"/>
                  <a:pt x="810548" y="2159879"/>
                </a:cubicBezTo>
                <a:close/>
                <a:moveTo>
                  <a:pt x="4868295" y="2159761"/>
                </a:moveTo>
                <a:lnTo>
                  <a:pt x="4890268" y="2159761"/>
                </a:lnTo>
                <a:cubicBezTo>
                  <a:pt x="4890860" y="2159761"/>
                  <a:pt x="4891334" y="2160057"/>
                  <a:pt x="4891630" y="2160531"/>
                </a:cubicBezTo>
                <a:lnTo>
                  <a:pt x="4902587" y="2179542"/>
                </a:lnTo>
                <a:cubicBezTo>
                  <a:pt x="4902883" y="2180016"/>
                  <a:pt x="4902883" y="2180608"/>
                  <a:pt x="4902587" y="2181082"/>
                </a:cubicBezTo>
                <a:lnTo>
                  <a:pt x="4891571" y="2200094"/>
                </a:lnTo>
                <a:cubicBezTo>
                  <a:pt x="4891275" y="2200567"/>
                  <a:pt x="4890742" y="2200863"/>
                  <a:pt x="4890209" y="2200863"/>
                </a:cubicBezTo>
                <a:lnTo>
                  <a:pt x="4868236" y="2200863"/>
                </a:lnTo>
                <a:cubicBezTo>
                  <a:pt x="4867644" y="2200863"/>
                  <a:pt x="4867170" y="2200567"/>
                  <a:pt x="4866874" y="2200094"/>
                </a:cubicBezTo>
                <a:lnTo>
                  <a:pt x="4855917" y="2181082"/>
                </a:lnTo>
                <a:cubicBezTo>
                  <a:pt x="4855621" y="2180608"/>
                  <a:pt x="4855621" y="2180016"/>
                  <a:pt x="4855917" y="2179542"/>
                </a:cubicBezTo>
                <a:lnTo>
                  <a:pt x="4866933" y="2160531"/>
                </a:lnTo>
                <a:cubicBezTo>
                  <a:pt x="4867230" y="2160057"/>
                  <a:pt x="4867762" y="2159761"/>
                  <a:pt x="4868295" y="2159761"/>
                </a:cubicBezTo>
                <a:close/>
                <a:moveTo>
                  <a:pt x="3380265" y="2159465"/>
                </a:moveTo>
                <a:lnTo>
                  <a:pt x="3402593" y="2159465"/>
                </a:lnTo>
                <a:cubicBezTo>
                  <a:pt x="3403126" y="2159465"/>
                  <a:pt x="3403660" y="2159761"/>
                  <a:pt x="3403955" y="2160235"/>
                </a:cubicBezTo>
                <a:lnTo>
                  <a:pt x="3415090" y="2179542"/>
                </a:lnTo>
                <a:cubicBezTo>
                  <a:pt x="3415386" y="2180076"/>
                  <a:pt x="3415386" y="2180668"/>
                  <a:pt x="3415090" y="2181142"/>
                </a:cubicBezTo>
                <a:lnTo>
                  <a:pt x="3403955" y="2200449"/>
                </a:lnTo>
                <a:cubicBezTo>
                  <a:pt x="3403660" y="2200923"/>
                  <a:pt x="3403126" y="2201219"/>
                  <a:pt x="3402593" y="2201219"/>
                </a:cubicBezTo>
                <a:lnTo>
                  <a:pt x="3380265" y="2201219"/>
                </a:lnTo>
                <a:cubicBezTo>
                  <a:pt x="3379732" y="2201219"/>
                  <a:pt x="3379200" y="2200923"/>
                  <a:pt x="3378903" y="2200449"/>
                </a:cubicBezTo>
                <a:lnTo>
                  <a:pt x="3367769" y="2181142"/>
                </a:lnTo>
                <a:cubicBezTo>
                  <a:pt x="3367473" y="2180608"/>
                  <a:pt x="3367473" y="2180016"/>
                  <a:pt x="3367769" y="2179542"/>
                </a:cubicBezTo>
                <a:lnTo>
                  <a:pt x="3378903" y="2160235"/>
                </a:lnTo>
                <a:cubicBezTo>
                  <a:pt x="3379200" y="2159761"/>
                  <a:pt x="3379732" y="2159465"/>
                  <a:pt x="3380265" y="2159465"/>
                </a:cubicBezTo>
                <a:close/>
                <a:moveTo>
                  <a:pt x="4800423" y="2159287"/>
                </a:moveTo>
                <a:lnTo>
                  <a:pt x="4822929" y="2159287"/>
                </a:lnTo>
                <a:cubicBezTo>
                  <a:pt x="4823462" y="2159287"/>
                  <a:pt x="4823995" y="2159583"/>
                  <a:pt x="4824291" y="2160057"/>
                </a:cubicBezTo>
                <a:lnTo>
                  <a:pt x="4835543" y="2179542"/>
                </a:lnTo>
                <a:cubicBezTo>
                  <a:pt x="4835840" y="2180016"/>
                  <a:pt x="4835840" y="2180667"/>
                  <a:pt x="4835543" y="2181141"/>
                </a:cubicBezTo>
                <a:lnTo>
                  <a:pt x="4824291" y="2200626"/>
                </a:lnTo>
                <a:cubicBezTo>
                  <a:pt x="4823995" y="2201100"/>
                  <a:pt x="4823462" y="2201396"/>
                  <a:pt x="4822929" y="2201396"/>
                </a:cubicBezTo>
                <a:lnTo>
                  <a:pt x="4800423" y="2201396"/>
                </a:lnTo>
                <a:cubicBezTo>
                  <a:pt x="4799890" y="2201396"/>
                  <a:pt x="4799357" y="2201100"/>
                  <a:pt x="4799061" y="2200626"/>
                </a:cubicBezTo>
                <a:lnTo>
                  <a:pt x="4787808" y="2181141"/>
                </a:lnTo>
                <a:cubicBezTo>
                  <a:pt x="4787512" y="2180667"/>
                  <a:pt x="4787512" y="2180016"/>
                  <a:pt x="4787808" y="2179542"/>
                </a:cubicBezTo>
                <a:lnTo>
                  <a:pt x="4799061" y="2160057"/>
                </a:lnTo>
                <a:cubicBezTo>
                  <a:pt x="4799357" y="2159583"/>
                  <a:pt x="4799890" y="2159287"/>
                  <a:pt x="4800423" y="2159287"/>
                </a:cubicBezTo>
                <a:close/>
                <a:moveTo>
                  <a:pt x="877650" y="2158932"/>
                </a:moveTo>
                <a:lnTo>
                  <a:pt x="900511" y="2158932"/>
                </a:lnTo>
                <a:cubicBezTo>
                  <a:pt x="901103" y="2158932"/>
                  <a:pt x="901636" y="2159287"/>
                  <a:pt x="901932" y="2159761"/>
                </a:cubicBezTo>
                <a:lnTo>
                  <a:pt x="913363" y="2179542"/>
                </a:lnTo>
                <a:cubicBezTo>
                  <a:pt x="913659" y="2180016"/>
                  <a:pt x="913659" y="2180668"/>
                  <a:pt x="913363" y="2181141"/>
                </a:cubicBezTo>
                <a:lnTo>
                  <a:pt x="901932" y="2200922"/>
                </a:lnTo>
                <a:cubicBezTo>
                  <a:pt x="901636" y="2201456"/>
                  <a:pt x="901103" y="2201752"/>
                  <a:pt x="900511" y="2201752"/>
                </a:cubicBezTo>
                <a:lnTo>
                  <a:pt x="877650" y="2201752"/>
                </a:lnTo>
                <a:cubicBezTo>
                  <a:pt x="877058" y="2201752"/>
                  <a:pt x="876524" y="2201396"/>
                  <a:pt x="876228" y="2200922"/>
                </a:cubicBezTo>
                <a:lnTo>
                  <a:pt x="864798" y="2181141"/>
                </a:lnTo>
                <a:cubicBezTo>
                  <a:pt x="864502" y="2180668"/>
                  <a:pt x="864502" y="2180016"/>
                  <a:pt x="864798" y="2179542"/>
                </a:cubicBezTo>
                <a:lnTo>
                  <a:pt x="876228" y="2159761"/>
                </a:lnTo>
                <a:cubicBezTo>
                  <a:pt x="876524" y="2159228"/>
                  <a:pt x="877058" y="2158932"/>
                  <a:pt x="877650" y="2158932"/>
                </a:cubicBezTo>
                <a:close/>
                <a:moveTo>
                  <a:pt x="2906464" y="2158754"/>
                </a:moveTo>
                <a:lnTo>
                  <a:pt x="2929562" y="2158754"/>
                </a:lnTo>
                <a:cubicBezTo>
                  <a:pt x="2930154" y="2158754"/>
                  <a:pt x="2930687" y="2159109"/>
                  <a:pt x="2930984" y="2159583"/>
                </a:cubicBezTo>
                <a:lnTo>
                  <a:pt x="2942532" y="2179542"/>
                </a:lnTo>
                <a:cubicBezTo>
                  <a:pt x="2942829" y="2180075"/>
                  <a:pt x="2942829" y="2180727"/>
                  <a:pt x="2942532" y="2181201"/>
                </a:cubicBezTo>
                <a:lnTo>
                  <a:pt x="2930984" y="2201159"/>
                </a:lnTo>
                <a:cubicBezTo>
                  <a:pt x="2930687" y="2201692"/>
                  <a:pt x="2930154" y="2201988"/>
                  <a:pt x="2929562" y="2201988"/>
                </a:cubicBezTo>
                <a:lnTo>
                  <a:pt x="2906464" y="2201988"/>
                </a:lnTo>
                <a:cubicBezTo>
                  <a:pt x="2905872" y="2201988"/>
                  <a:pt x="2905339" y="2201633"/>
                  <a:pt x="2905043" y="2201159"/>
                </a:cubicBezTo>
                <a:lnTo>
                  <a:pt x="2893494" y="2181201"/>
                </a:lnTo>
                <a:cubicBezTo>
                  <a:pt x="2893198" y="2180667"/>
                  <a:pt x="2893198" y="2180016"/>
                  <a:pt x="2893494" y="2179542"/>
                </a:cubicBezTo>
                <a:lnTo>
                  <a:pt x="2905043" y="2159583"/>
                </a:lnTo>
                <a:cubicBezTo>
                  <a:pt x="2905339" y="2159050"/>
                  <a:pt x="2905872" y="2158754"/>
                  <a:pt x="2906464" y="2158754"/>
                </a:cubicBezTo>
                <a:close/>
                <a:moveTo>
                  <a:pt x="2771195" y="2158636"/>
                </a:moveTo>
                <a:lnTo>
                  <a:pt x="2794351" y="2158636"/>
                </a:lnTo>
                <a:cubicBezTo>
                  <a:pt x="2794944" y="2158636"/>
                  <a:pt x="2795477" y="2158991"/>
                  <a:pt x="2795773" y="2159465"/>
                </a:cubicBezTo>
                <a:lnTo>
                  <a:pt x="2807381" y="2179542"/>
                </a:lnTo>
                <a:cubicBezTo>
                  <a:pt x="2807677" y="2180075"/>
                  <a:pt x="2807677" y="2180727"/>
                  <a:pt x="2807381" y="2181201"/>
                </a:cubicBezTo>
                <a:lnTo>
                  <a:pt x="2795773" y="2201278"/>
                </a:lnTo>
                <a:cubicBezTo>
                  <a:pt x="2795477" y="2201811"/>
                  <a:pt x="2794944" y="2202107"/>
                  <a:pt x="2794351" y="2202107"/>
                </a:cubicBezTo>
                <a:lnTo>
                  <a:pt x="2771195" y="2202107"/>
                </a:lnTo>
                <a:cubicBezTo>
                  <a:pt x="2770603" y="2202107"/>
                  <a:pt x="2770069" y="2201752"/>
                  <a:pt x="2769773" y="2201278"/>
                </a:cubicBezTo>
                <a:lnTo>
                  <a:pt x="2758165" y="2181201"/>
                </a:lnTo>
                <a:cubicBezTo>
                  <a:pt x="2757869" y="2180668"/>
                  <a:pt x="2757869" y="2180016"/>
                  <a:pt x="2758165" y="2179542"/>
                </a:cubicBezTo>
                <a:lnTo>
                  <a:pt x="2769773" y="2159465"/>
                </a:lnTo>
                <a:cubicBezTo>
                  <a:pt x="2770069" y="2158932"/>
                  <a:pt x="2770603" y="2158636"/>
                  <a:pt x="2771195" y="2158636"/>
                </a:cubicBezTo>
                <a:close/>
                <a:moveTo>
                  <a:pt x="1012683" y="2158458"/>
                </a:moveTo>
                <a:lnTo>
                  <a:pt x="1036077" y="2158458"/>
                </a:lnTo>
                <a:cubicBezTo>
                  <a:pt x="1036669" y="2158458"/>
                  <a:pt x="1037202" y="2158754"/>
                  <a:pt x="1037499" y="2159287"/>
                </a:cubicBezTo>
                <a:lnTo>
                  <a:pt x="1049166" y="2179542"/>
                </a:lnTo>
                <a:cubicBezTo>
                  <a:pt x="1049462" y="2180075"/>
                  <a:pt x="1049462" y="2180667"/>
                  <a:pt x="1049166" y="2181201"/>
                </a:cubicBezTo>
                <a:lnTo>
                  <a:pt x="1037439" y="2201455"/>
                </a:lnTo>
                <a:cubicBezTo>
                  <a:pt x="1037143" y="2201988"/>
                  <a:pt x="1036610" y="2202285"/>
                  <a:pt x="1036018" y="2202285"/>
                </a:cubicBezTo>
                <a:lnTo>
                  <a:pt x="1012624" y="2202285"/>
                </a:lnTo>
                <a:cubicBezTo>
                  <a:pt x="1012031" y="2202285"/>
                  <a:pt x="1011499" y="2201988"/>
                  <a:pt x="1011203" y="2201455"/>
                </a:cubicBezTo>
                <a:lnTo>
                  <a:pt x="999535" y="2181201"/>
                </a:lnTo>
                <a:cubicBezTo>
                  <a:pt x="999239" y="2180667"/>
                  <a:pt x="999239" y="2180075"/>
                  <a:pt x="999535" y="2179542"/>
                </a:cubicBezTo>
                <a:lnTo>
                  <a:pt x="1011261" y="2159287"/>
                </a:lnTo>
                <a:cubicBezTo>
                  <a:pt x="1011558" y="2158754"/>
                  <a:pt x="1012091" y="2158458"/>
                  <a:pt x="1012683" y="2158458"/>
                </a:cubicBezTo>
                <a:close/>
                <a:moveTo>
                  <a:pt x="945048" y="2158458"/>
                </a:moveTo>
                <a:lnTo>
                  <a:pt x="968442" y="2158458"/>
                </a:lnTo>
                <a:cubicBezTo>
                  <a:pt x="969034" y="2158458"/>
                  <a:pt x="969567" y="2158754"/>
                  <a:pt x="969863" y="2159287"/>
                </a:cubicBezTo>
                <a:lnTo>
                  <a:pt x="981531" y="2179542"/>
                </a:lnTo>
                <a:cubicBezTo>
                  <a:pt x="981827" y="2180075"/>
                  <a:pt x="981827" y="2180667"/>
                  <a:pt x="981531" y="2181201"/>
                </a:cubicBezTo>
                <a:lnTo>
                  <a:pt x="969804" y="2201455"/>
                </a:lnTo>
                <a:cubicBezTo>
                  <a:pt x="969508" y="2201988"/>
                  <a:pt x="968975" y="2202285"/>
                  <a:pt x="968383" y="2202285"/>
                </a:cubicBezTo>
                <a:lnTo>
                  <a:pt x="944989" y="2202285"/>
                </a:lnTo>
                <a:cubicBezTo>
                  <a:pt x="944396" y="2202285"/>
                  <a:pt x="943864" y="2201988"/>
                  <a:pt x="943567" y="2201455"/>
                </a:cubicBezTo>
                <a:lnTo>
                  <a:pt x="931900" y="2181201"/>
                </a:lnTo>
                <a:cubicBezTo>
                  <a:pt x="931604" y="2180667"/>
                  <a:pt x="931604" y="2180075"/>
                  <a:pt x="931900" y="2179542"/>
                </a:cubicBezTo>
                <a:lnTo>
                  <a:pt x="943626" y="2159287"/>
                </a:lnTo>
                <a:cubicBezTo>
                  <a:pt x="943923" y="2158754"/>
                  <a:pt x="944456" y="2158458"/>
                  <a:pt x="945048" y="2158458"/>
                </a:cubicBezTo>
                <a:close/>
                <a:moveTo>
                  <a:pt x="3312038" y="2158339"/>
                </a:moveTo>
                <a:lnTo>
                  <a:pt x="3335551" y="2158339"/>
                </a:lnTo>
                <a:cubicBezTo>
                  <a:pt x="3336143" y="2158339"/>
                  <a:pt x="3336676" y="2158635"/>
                  <a:pt x="3336972" y="2159168"/>
                </a:cubicBezTo>
                <a:lnTo>
                  <a:pt x="3348699" y="2179542"/>
                </a:lnTo>
                <a:cubicBezTo>
                  <a:pt x="3348994" y="2180075"/>
                  <a:pt x="3348994" y="2180667"/>
                  <a:pt x="3348699" y="2181200"/>
                </a:cubicBezTo>
                <a:lnTo>
                  <a:pt x="3336913" y="2201574"/>
                </a:lnTo>
                <a:cubicBezTo>
                  <a:pt x="3336616" y="2202106"/>
                  <a:pt x="3336084" y="2202402"/>
                  <a:pt x="3335491" y="2202402"/>
                </a:cubicBezTo>
                <a:lnTo>
                  <a:pt x="3311979" y="2202402"/>
                </a:lnTo>
                <a:cubicBezTo>
                  <a:pt x="3311386" y="2202402"/>
                  <a:pt x="3310854" y="2202106"/>
                  <a:pt x="3310557" y="2201574"/>
                </a:cubicBezTo>
                <a:lnTo>
                  <a:pt x="3298831" y="2181200"/>
                </a:lnTo>
                <a:cubicBezTo>
                  <a:pt x="3298535" y="2180667"/>
                  <a:pt x="3298535" y="2180075"/>
                  <a:pt x="3298831" y="2179542"/>
                </a:cubicBezTo>
                <a:lnTo>
                  <a:pt x="3310617" y="2159168"/>
                </a:lnTo>
                <a:cubicBezTo>
                  <a:pt x="3310913" y="2158635"/>
                  <a:pt x="3311446" y="2158339"/>
                  <a:pt x="3312038" y="2158339"/>
                </a:cubicBezTo>
                <a:close/>
                <a:moveTo>
                  <a:pt x="2703204" y="2157925"/>
                </a:moveTo>
                <a:lnTo>
                  <a:pt x="2727131" y="2157925"/>
                </a:lnTo>
                <a:cubicBezTo>
                  <a:pt x="2727723" y="2157925"/>
                  <a:pt x="2728316" y="2158221"/>
                  <a:pt x="2728612" y="2158754"/>
                </a:cubicBezTo>
                <a:lnTo>
                  <a:pt x="2740575" y="2179483"/>
                </a:lnTo>
                <a:cubicBezTo>
                  <a:pt x="2740871" y="2180016"/>
                  <a:pt x="2740871" y="2180668"/>
                  <a:pt x="2740575" y="2181201"/>
                </a:cubicBezTo>
                <a:lnTo>
                  <a:pt x="2728612" y="2201930"/>
                </a:lnTo>
                <a:cubicBezTo>
                  <a:pt x="2728256" y="2202403"/>
                  <a:pt x="2727723" y="2202758"/>
                  <a:pt x="2727131" y="2202758"/>
                </a:cubicBezTo>
                <a:lnTo>
                  <a:pt x="2703204" y="2202758"/>
                </a:lnTo>
                <a:cubicBezTo>
                  <a:pt x="2702612" y="2202758"/>
                  <a:pt x="2702020" y="2202462"/>
                  <a:pt x="2701724" y="2201930"/>
                </a:cubicBezTo>
                <a:lnTo>
                  <a:pt x="2689760" y="2181201"/>
                </a:lnTo>
                <a:cubicBezTo>
                  <a:pt x="2689464" y="2180668"/>
                  <a:pt x="2689464" y="2180016"/>
                  <a:pt x="2689760" y="2179483"/>
                </a:cubicBezTo>
                <a:lnTo>
                  <a:pt x="2701724" y="2158754"/>
                </a:lnTo>
                <a:cubicBezTo>
                  <a:pt x="2702079" y="2158280"/>
                  <a:pt x="2702612" y="2157925"/>
                  <a:pt x="2703204" y="2157925"/>
                </a:cubicBezTo>
                <a:close/>
                <a:moveTo>
                  <a:pt x="2635568" y="2157925"/>
                </a:moveTo>
                <a:lnTo>
                  <a:pt x="2659495" y="2157925"/>
                </a:lnTo>
                <a:cubicBezTo>
                  <a:pt x="2660087" y="2157925"/>
                  <a:pt x="2660680" y="2158221"/>
                  <a:pt x="2660976" y="2158754"/>
                </a:cubicBezTo>
                <a:lnTo>
                  <a:pt x="2672939" y="2179483"/>
                </a:lnTo>
                <a:cubicBezTo>
                  <a:pt x="2673236" y="2180016"/>
                  <a:pt x="2673236" y="2180668"/>
                  <a:pt x="2672939" y="2181201"/>
                </a:cubicBezTo>
                <a:lnTo>
                  <a:pt x="2660976" y="2201930"/>
                </a:lnTo>
                <a:cubicBezTo>
                  <a:pt x="2660621" y="2202403"/>
                  <a:pt x="2660087" y="2202758"/>
                  <a:pt x="2659495" y="2202758"/>
                </a:cubicBezTo>
                <a:lnTo>
                  <a:pt x="2635568" y="2202758"/>
                </a:lnTo>
                <a:cubicBezTo>
                  <a:pt x="2634976" y="2202758"/>
                  <a:pt x="2634384" y="2202462"/>
                  <a:pt x="2634088" y="2201930"/>
                </a:cubicBezTo>
                <a:lnTo>
                  <a:pt x="2622124" y="2181201"/>
                </a:lnTo>
                <a:cubicBezTo>
                  <a:pt x="2621828" y="2180668"/>
                  <a:pt x="2621828" y="2180016"/>
                  <a:pt x="2622124" y="2179483"/>
                </a:cubicBezTo>
                <a:lnTo>
                  <a:pt x="2634088" y="2158754"/>
                </a:lnTo>
                <a:cubicBezTo>
                  <a:pt x="2634443" y="2158280"/>
                  <a:pt x="2634976" y="2157925"/>
                  <a:pt x="2635568" y="2157925"/>
                </a:cubicBezTo>
                <a:close/>
                <a:moveTo>
                  <a:pt x="3243988" y="2157511"/>
                </a:moveTo>
                <a:lnTo>
                  <a:pt x="3268389" y="2157511"/>
                </a:lnTo>
                <a:cubicBezTo>
                  <a:pt x="3268981" y="2157511"/>
                  <a:pt x="3269574" y="2157866"/>
                  <a:pt x="3269869" y="2158399"/>
                </a:cubicBezTo>
                <a:lnTo>
                  <a:pt x="3282070" y="2179543"/>
                </a:lnTo>
                <a:cubicBezTo>
                  <a:pt x="3282366" y="2180076"/>
                  <a:pt x="3282366" y="2180727"/>
                  <a:pt x="3282070" y="2181260"/>
                </a:cubicBezTo>
                <a:lnTo>
                  <a:pt x="3269869" y="2202403"/>
                </a:lnTo>
                <a:cubicBezTo>
                  <a:pt x="3269574" y="2202937"/>
                  <a:pt x="3268981" y="2203292"/>
                  <a:pt x="3268389" y="2203292"/>
                </a:cubicBezTo>
                <a:lnTo>
                  <a:pt x="3243988" y="2203292"/>
                </a:lnTo>
                <a:cubicBezTo>
                  <a:pt x="3243396" y="2203292"/>
                  <a:pt x="3242804" y="2202937"/>
                  <a:pt x="3242507" y="2202403"/>
                </a:cubicBezTo>
                <a:lnTo>
                  <a:pt x="3230307" y="2181260"/>
                </a:lnTo>
                <a:cubicBezTo>
                  <a:pt x="3230011" y="2180727"/>
                  <a:pt x="3230011" y="2180076"/>
                  <a:pt x="3230307" y="2179543"/>
                </a:cubicBezTo>
                <a:lnTo>
                  <a:pt x="3242507" y="2158399"/>
                </a:lnTo>
                <a:cubicBezTo>
                  <a:pt x="3242804" y="2157866"/>
                  <a:pt x="3243396" y="2157511"/>
                  <a:pt x="3243988" y="2157511"/>
                </a:cubicBezTo>
                <a:close/>
                <a:moveTo>
                  <a:pt x="3175819" y="2156563"/>
                </a:moveTo>
                <a:lnTo>
                  <a:pt x="3201227" y="2156563"/>
                </a:lnTo>
                <a:cubicBezTo>
                  <a:pt x="3201879" y="2156563"/>
                  <a:pt x="3202412" y="2156918"/>
                  <a:pt x="3202767" y="2157452"/>
                </a:cubicBezTo>
                <a:lnTo>
                  <a:pt x="3215441" y="2179424"/>
                </a:lnTo>
                <a:cubicBezTo>
                  <a:pt x="3215796" y="2179957"/>
                  <a:pt x="3215796" y="2180668"/>
                  <a:pt x="3215441" y="2181201"/>
                </a:cubicBezTo>
                <a:lnTo>
                  <a:pt x="3202708" y="2203173"/>
                </a:lnTo>
                <a:cubicBezTo>
                  <a:pt x="3202412" y="2203706"/>
                  <a:pt x="3201819" y="2204062"/>
                  <a:pt x="3201168" y="2204062"/>
                </a:cubicBezTo>
                <a:lnTo>
                  <a:pt x="3175760" y="2204062"/>
                </a:lnTo>
                <a:cubicBezTo>
                  <a:pt x="3175109" y="2204062"/>
                  <a:pt x="3174576" y="2203706"/>
                  <a:pt x="3174221" y="2203173"/>
                </a:cubicBezTo>
                <a:lnTo>
                  <a:pt x="3161547" y="2181201"/>
                </a:lnTo>
                <a:cubicBezTo>
                  <a:pt x="3161191" y="2180668"/>
                  <a:pt x="3161191" y="2179957"/>
                  <a:pt x="3161547" y="2179424"/>
                </a:cubicBezTo>
                <a:lnTo>
                  <a:pt x="3174280" y="2157452"/>
                </a:lnTo>
                <a:cubicBezTo>
                  <a:pt x="3174576" y="2156918"/>
                  <a:pt x="3175168" y="2156563"/>
                  <a:pt x="3175819" y="2156563"/>
                </a:cubicBezTo>
                <a:close/>
                <a:moveTo>
                  <a:pt x="2972915" y="2156563"/>
                </a:moveTo>
                <a:lnTo>
                  <a:pt x="2998322" y="2156563"/>
                </a:lnTo>
                <a:cubicBezTo>
                  <a:pt x="2998974" y="2156563"/>
                  <a:pt x="2999507" y="2156918"/>
                  <a:pt x="2999862" y="2157452"/>
                </a:cubicBezTo>
                <a:lnTo>
                  <a:pt x="3012536" y="2179424"/>
                </a:lnTo>
                <a:cubicBezTo>
                  <a:pt x="3012892" y="2179957"/>
                  <a:pt x="3012892" y="2180668"/>
                  <a:pt x="3012536" y="2181201"/>
                </a:cubicBezTo>
                <a:lnTo>
                  <a:pt x="2999803" y="2203173"/>
                </a:lnTo>
                <a:cubicBezTo>
                  <a:pt x="2999507" y="2203706"/>
                  <a:pt x="2998915" y="2204062"/>
                  <a:pt x="2998263" y="2204062"/>
                </a:cubicBezTo>
                <a:lnTo>
                  <a:pt x="2972856" y="2204062"/>
                </a:lnTo>
                <a:cubicBezTo>
                  <a:pt x="2972204" y="2204062"/>
                  <a:pt x="2971671" y="2203706"/>
                  <a:pt x="2971316" y="2203173"/>
                </a:cubicBezTo>
                <a:lnTo>
                  <a:pt x="2958642" y="2181201"/>
                </a:lnTo>
                <a:cubicBezTo>
                  <a:pt x="2958286" y="2180668"/>
                  <a:pt x="2958286" y="2179957"/>
                  <a:pt x="2958642" y="2179424"/>
                </a:cubicBezTo>
                <a:lnTo>
                  <a:pt x="2971375" y="2157452"/>
                </a:lnTo>
                <a:cubicBezTo>
                  <a:pt x="2971671" y="2156918"/>
                  <a:pt x="2972263" y="2156563"/>
                  <a:pt x="2972915" y="2156563"/>
                </a:cubicBezTo>
                <a:close/>
                <a:moveTo>
                  <a:pt x="3107948" y="2156030"/>
                </a:moveTo>
                <a:lnTo>
                  <a:pt x="3133889" y="2156030"/>
                </a:lnTo>
                <a:cubicBezTo>
                  <a:pt x="3134540" y="2156030"/>
                  <a:pt x="3135132" y="2156326"/>
                  <a:pt x="3135488" y="2156918"/>
                </a:cubicBezTo>
                <a:lnTo>
                  <a:pt x="3148458" y="2179365"/>
                </a:lnTo>
                <a:cubicBezTo>
                  <a:pt x="3148813" y="2179957"/>
                  <a:pt x="3148813" y="2180608"/>
                  <a:pt x="3148458" y="2181201"/>
                </a:cubicBezTo>
                <a:lnTo>
                  <a:pt x="3135488" y="2203647"/>
                </a:lnTo>
                <a:cubicBezTo>
                  <a:pt x="3135132" y="2204180"/>
                  <a:pt x="3134540" y="2204535"/>
                  <a:pt x="3133889" y="2204535"/>
                </a:cubicBezTo>
                <a:lnTo>
                  <a:pt x="3107948" y="2204535"/>
                </a:lnTo>
                <a:cubicBezTo>
                  <a:pt x="3107297" y="2204535"/>
                  <a:pt x="3106704" y="2204239"/>
                  <a:pt x="3106349" y="2203647"/>
                </a:cubicBezTo>
                <a:lnTo>
                  <a:pt x="3093379" y="2181201"/>
                </a:lnTo>
                <a:cubicBezTo>
                  <a:pt x="3093023" y="2180608"/>
                  <a:pt x="3093023" y="2179957"/>
                  <a:pt x="3093379" y="2179365"/>
                </a:cubicBezTo>
                <a:lnTo>
                  <a:pt x="3106349" y="2156918"/>
                </a:lnTo>
                <a:cubicBezTo>
                  <a:pt x="3106704" y="2156385"/>
                  <a:pt x="3107297" y="2156030"/>
                  <a:pt x="3107948" y="2156030"/>
                </a:cubicBezTo>
                <a:close/>
                <a:moveTo>
                  <a:pt x="3040254" y="2155971"/>
                </a:moveTo>
                <a:lnTo>
                  <a:pt x="3066313" y="2155971"/>
                </a:lnTo>
                <a:cubicBezTo>
                  <a:pt x="3066965" y="2155971"/>
                  <a:pt x="3067557" y="2156326"/>
                  <a:pt x="3067912" y="2156918"/>
                </a:cubicBezTo>
                <a:lnTo>
                  <a:pt x="3080942" y="2179483"/>
                </a:lnTo>
                <a:cubicBezTo>
                  <a:pt x="3081297" y="2180016"/>
                  <a:pt x="3081297" y="2180727"/>
                  <a:pt x="3080942" y="2181319"/>
                </a:cubicBezTo>
                <a:lnTo>
                  <a:pt x="3067912" y="2203884"/>
                </a:lnTo>
                <a:cubicBezTo>
                  <a:pt x="3067557" y="2204476"/>
                  <a:pt x="3066965" y="2204832"/>
                  <a:pt x="3066313" y="2204832"/>
                </a:cubicBezTo>
                <a:lnTo>
                  <a:pt x="3040254" y="2204832"/>
                </a:lnTo>
                <a:cubicBezTo>
                  <a:pt x="3039603" y="2204832"/>
                  <a:pt x="3039010" y="2204476"/>
                  <a:pt x="3038655" y="2203884"/>
                </a:cubicBezTo>
                <a:lnTo>
                  <a:pt x="3025626" y="2181319"/>
                </a:lnTo>
                <a:cubicBezTo>
                  <a:pt x="3025270" y="2180786"/>
                  <a:pt x="3025270" y="2180076"/>
                  <a:pt x="3025626" y="2179483"/>
                </a:cubicBezTo>
                <a:lnTo>
                  <a:pt x="3038655" y="2156918"/>
                </a:lnTo>
                <a:cubicBezTo>
                  <a:pt x="3039010" y="2156326"/>
                  <a:pt x="3039603" y="2155971"/>
                  <a:pt x="3040254" y="2155971"/>
                </a:cubicBezTo>
                <a:close/>
                <a:moveTo>
                  <a:pt x="3590040" y="2113684"/>
                </a:moveTo>
                <a:lnTo>
                  <a:pt x="3598628" y="2113684"/>
                </a:lnTo>
                <a:cubicBezTo>
                  <a:pt x="3598865" y="2113684"/>
                  <a:pt x="3599161" y="2113980"/>
                  <a:pt x="3599161" y="2113980"/>
                </a:cubicBezTo>
                <a:lnTo>
                  <a:pt x="3603484" y="2121442"/>
                </a:lnTo>
                <a:cubicBezTo>
                  <a:pt x="3603603" y="2121620"/>
                  <a:pt x="3603484" y="2122035"/>
                  <a:pt x="3603484" y="2122035"/>
                </a:cubicBezTo>
                <a:lnTo>
                  <a:pt x="3599161" y="2129497"/>
                </a:lnTo>
                <a:cubicBezTo>
                  <a:pt x="3599043" y="2129675"/>
                  <a:pt x="3598628" y="2129793"/>
                  <a:pt x="3598628" y="2129793"/>
                </a:cubicBezTo>
                <a:lnTo>
                  <a:pt x="3590040" y="2129793"/>
                </a:lnTo>
                <a:cubicBezTo>
                  <a:pt x="3589803" y="2129793"/>
                  <a:pt x="3589507" y="2129497"/>
                  <a:pt x="3589507" y="2129497"/>
                </a:cubicBezTo>
                <a:lnTo>
                  <a:pt x="3585183" y="2122035"/>
                </a:lnTo>
                <a:cubicBezTo>
                  <a:pt x="3585066" y="2121857"/>
                  <a:pt x="3585183" y="2121442"/>
                  <a:pt x="3585183" y="2121442"/>
                </a:cubicBezTo>
                <a:lnTo>
                  <a:pt x="3589507" y="2113980"/>
                </a:lnTo>
                <a:cubicBezTo>
                  <a:pt x="3589625" y="2113803"/>
                  <a:pt x="3590040" y="2113684"/>
                  <a:pt x="3590040" y="2113684"/>
                </a:cubicBezTo>
                <a:close/>
                <a:moveTo>
                  <a:pt x="3858981" y="2110782"/>
                </a:moveTo>
                <a:lnTo>
                  <a:pt x="3870708" y="2110782"/>
                </a:lnTo>
                <a:cubicBezTo>
                  <a:pt x="3871003" y="2110782"/>
                  <a:pt x="3871418" y="2111197"/>
                  <a:pt x="3871418" y="2111197"/>
                </a:cubicBezTo>
                <a:lnTo>
                  <a:pt x="3877282" y="2121324"/>
                </a:lnTo>
                <a:cubicBezTo>
                  <a:pt x="3877460" y="2121561"/>
                  <a:pt x="3877282" y="2122153"/>
                  <a:pt x="3877282" y="2122153"/>
                </a:cubicBezTo>
                <a:lnTo>
                  <a:pt x="3871418" y="2132281"/>
                </a:lnTo>
                <a:cubicBezTo>
                  <a:pt x="3871300" y="2132518"/>
                  <a:pt x="3870708" y="2132695"/>
                  <a:pt x="3870708" y="2132695"/>
                </a:cubicBezTo>
                <a:lnTo>
                  <a:pt x="3858981" y="2132695"/>
                </a:lnTo>
                <a:cubicBezTo>
                  <a:pt x="3858685" y="2132695"/>
                  <a:pt x="3858271" y="2132281"/>
                  <a:pt x="3858271" y="2132281"/>
                </a:cubicBezTo>
                <a:lnTo>
                  <a:pt x="3852407" y="2122153"/>
                </a:lnTo>
                <a:cubicBezTo>
                  <a:pt x="3852230" y="2121916"/>
                  <a:pt x="3852407" y="2121324"/>
                  <a:pt x="3852407" y="2121324"/>
                </a:cubicBezTo>
                <a:lnTo>
                  <a:pt x="3858271" y="2111197"/>
                </a:lnTo>
                <a:cubicBezTo>
                  <a:pt x="3858389" y="2110959"/>
                  <a:pt x="3858981" y="2110782"/>
                  <a:pt x="3858981" y="2110782"/>
                </a:cubicBezTo>
                <a:close/>
                <a:moveTo>
                  <a:pt x="3926616" y="2110663"/>
                </a:moveTo>
                <a:lnTo>
                  <a:pt x="3938402" y="2110663"/>
                </a:lnTo>
                <a:cubicBezTo>
                  <a:pt x="3938698" y="2110663"/>
                  <a:pt x="3939113" y="2111078"/>
                  <a:pt x="3939113" y="2111078"/>
                </a:cubicBezTo>
                <a:lnTo>
                  <a:pt x="3945035" y="2121323"/>
                </a:lnTo>
                <a:cubicBezTo>
                  <a:pt x="3945213" y="2121561"/>
                  <a:pt x="3945035" y="2122153"/>
                  <a:pt x="3945035" y="2122153"/>
                </a:cubicBezTo>
                <a:lnTo>
                  <a:pt x="3939113" y="2132399"/>
                </a:lnTo>
                <a:cubicBezTo>
                  <a:pt x="3938995" y="2132636"/>
                  <a:pt x="3938402" y="2132813"/>
                  <a:pt x="3938402" y="2132813"/>
                </a:cubicBezTo>
                <a:lnTo>
                  <a:pt x="3926616" y="2132813"/>
                </a:lnTo>
                <a:cubicBezTo>
                  <a:pt x="3926321" y="2132813"/>
                  <a:pt x="3925906" y="2132399"/>
                  <a:pt x="3925906" y="2132399"/>
                </a:cubicBezTo>
                <a:lnTo>
                  <a:pt x="3919983" y="2122153"/>
                </a:lnTo>
                <a:cubicBezTo>
                  <a:pt x="3919805" y="2121916"/>
                  <a:pt x="3919983" y="2121323"/>
                  <a:pt x="3919983" y="2121323"/>
                </a:cubicBezTo>
                <a:lnTo>
                  <a:pt x="3925906" y="2111078"/>
                </a:lnTo>
                <a:cubicBezTo>
                  <a:pt x="3926024" y="2110841"/>
                  <a:pt x="3926616" y="2110663"/>
                  <a:pt x="3926616" y="2110663"/>
                </a:cubicBezTo>
                <a:close/>
                <a:moveTo>
                  <a:pt x="3993009" y="2108531"/>
                </a:moveTo>
                <a:lnTo>
                  <a:pt x="4007163" y="2108531"/>
                </a:lnTo>
                <a:cubicBezTo>
                  <a:pt x="4007518" y="2108531"/>
                  <a:pt x="4007873" y="2108708"/>
                  <a:pt x="4008051" y="2109005"/>
                </a:cubicBezTo>
                <a:lnTo>
                  <a:pt x="4015099" y="2121264"/>
                </a:lnTo>
                <a:cubicBezTo>
                  <a:pt x="4015276" y="2121561"/>
                  <a:pt x="4015276" y="2121975"/>
                  <a:pt x="4015099" y="2122271"/>
                </a:cubicBezTo>
                <a:lnTo>
                  <a:pt x="4008051" y="2134531"/>
                </a:lnTo>
                <a:cubicBezTo>
                  <a:pt x="4007815" y="2134827"/>
                  <a:pt x="4007518" y="2135004"/>
                  <a:pt x="4007163" y="2135004"/>
                </a:cubicBezTo>
                <a:lnTo>
                  <a:pt x="3993009" y="2135004"/>
                </a:lnTo>
                <a:cubicBezTo>
                  <a:pt x="3992653" y="2135004"/>
                  <a:pt x="3992298" y="2134827"/>
                  <a:pt x="3992120" y="2134531"/>
                </a:cubicBezTo>
                <a:lnTo>
                  <a:pt x="3985072" y="2122271"/>
                </a:lnTo>
                <a:cubicBezTo>
                  <a:pt x="3984895" y="2121975"/>
                  <a:pt x="3984895" y="2121561"/>
                  <a:pt x="3985072" y="2121264"/>
                </a:cubicBezTo>
                <a:lnTo>
                  <a:pt x="3992120" y="2109005"/>
                </a:lnTo>
                <a:cubicBezTo>
                  <a:pt x="3992356" y="2108708"/>
                  <a:pt x="3992653" y="2108531"/>
                  <a:pt x="3993009" y="2108531"/>
                </a:cubicBezTo>
                <a:close/>
                <a:moveTo>
                  <a:pt x="4398581" y="2108117"/>
                </a:moveTo>
                <a:lnTo>
                  <a:pt x="4413151" y="2108117"/>
                </a:lnTo>
                <a:cubicBezTo>
                  <a:pt x="4413506" y="2108117"/>
                  <a:pt x="4413861" y="2108354"/>
                  <a:pt x="4414039" y="2108650"/>
                </a:cubicBezTo>
                <a:lnTo>
                  <a:pt x="4421324" y="2121265"/>
                </a:lnTo>
                <a:cubicBezTo>
                  <a:pt x="4421502" y="2121561"/>
                  <a:pt x="4421502" y="2121976"/>
                  <a:pt x="4421324" y="2122272"/>
                </a:cubicBezTo>
                <a:lnTo>
                  <a:pt x="4414039" y="2134887"/>
                </a:lnTo>
                <a:cubicBezTo>
                  <a:pt x="4413861" y="2135242"/>
                  <a:pt x="4413506" y="2135420"/>
                  <a:pt x="4413151" y="2135420"/>
                </a:cubicBezTo>
                <a:lnTo>
                  <a:pt x="4398581" y="2135420"/>
                </a:lnTo>
                <a:cubicBezTo>
                  <a:pt x="4398226" y="2135420"/>
                  <a:pt x="4397871" y="2135183"/>
                  <a:pt x="4397693" y="2134887"/>
                </a:cubicBezTo>
                <a:lnTo>
                  <a:pt x="4390408" y="2122272"/>
                </a:lnTo>
                <a:cubicBezTo>
                  <a:pt x="4390231" y="2121976"/>
                  <a:pt x="4390231" y="2121561"/>
                  <a:pt x="4390408" y="2121265"/>
                </a:cubicBezTo>
                <a:lnTo>
                  <a:pt x="4397693" y="2108650"/>
                </a:lnTo>
                <a:cubicBezTo>
                  <a:pt x="4397871" y="2108295"/>
                  <a:pt x="4398226" y="2108117"/>
                  <a:pt x="4398581" y="2108117"/>
                </a:cubicBezTo>
                <a:close/>
                <a:moveTo>
                  <a:pt x="4330769" y="2107761"/>
                </a:moveTo>
                <a:lnTo>
                  <a:pt x="4345693" y="2107761"/>
                </a:lnTo>
                <a:cubicBezTo>
                  <a:pt x="4346049" y="2107761"/>
                  <a:pt x="4346404" y="2107998"/>
                  <a:pt x="4346582" y="2108294"/>
                </a:cubicBezTo>
                <a:lnTo>
                  <a:pt x="4354044" y="2121205"/>
                </a:lnTo>
                <a:cubicBezTo>
                  <a:pt x="4354222" y="2121561"/>
                  <a:pt x="4354222" y="2121975"/>
                  <a:pt x="4354044" y="2122271"/>
                </a:cubicBezTo>
                <a:lnTo>
                  <a:pt x="4346582" y="2135182"/>
                </a:lnTo>
                <a:cubicBezTo>
                  <a:pt x="4346404" y="2135538"/>
                  <a:pt x="4346049" y="2135715"/>
                  <a:pt x="4345693" y="2135715"/>
                </a:cubicBezTo>
                <a:lnTo>
                  <a:pt x="4330769" y="2135715"/>
                </a:lnTo>
                <a:cubicBezTo>
                  <a:pt x="4330414" y="2135715"/>
                  <a:pt x="4330058" y="2135478"/>
                  <a:pt x="4329881" y="2135182"/>
                </a:cubicBezTo>
                <a:lnTo>
                  <a:pt x="4322418" y="2122271"/>
                </a:lnTo>
                <a:cubicBezTo>
                  <a:pt x="4322241" y="2121916"/>
                  <a:pt x="4322241" y="2121501"/>
                  <a:pt x="4322418" y="2121205"/>
                </a:cubicBezTo>
                <a:lnTo>
                  <a:pt x="4329881" y="2108294"/>
                </a:lnTo>
                <a:cubicBezTo>
                  <a:pt x="4330058" y="2107938"/>
                  <a:pt x="4330414" y="2107761"/>
                  <a:pt x="4330769" y="2107761"/>
                </a:cubicBezTo>
                <a:close/>
                <a:moveTo>
                  <a:pt x="4060287" y="2107761"/>
                </a:moveTo>
                <a:lnTo>
                  <a:pt x="4075212" y="2107761"/>
                </a:lnTo>
                <a:cubicBezTo>
                  <a:pt x="4075567" y="2107761"/>
                  <a:pt x="4075923" y="2107998"/>
                  <a:pt x="4076100" y="2108294"/>
                </a:cubicBezTo>
                <a:lnTo>
                  <a:pt x="4083562" y="2121205"/>
                </a:lnTo>
                <a:cubicBezTo>
                  <a:pt x="4083740" y="2121561"/>
                  <a:pt x="4083740" y="2121975"/>
                  <a:pt x="4083562" y="2122271"/>
                </a:cubicBezTo>
                <a:lnTo>
                  <a:pt x="4076100" y="2135182"/>
                </a:lnTo>
                <a:cubicBezTo>
                  <a:pt x="4075923" y="2135538"/>
                  <a:pt x="4075567" y="2135715"/>
                  <a:pt x="4075212" y="2135715"/>
                </a:cubicBezTo>
                <a:lnTo>
                  <a:pt x="4060287" y="2135715"/>
                </a:lnTo>
                <a:cubicBezTo>
                  <a:pt x="4059932" y="2135715"/>
                  <a:pt x="4059577" y="2135478"/>
                  <a:pt x="4059399" y="2135182"/>
                </a:cubicBezTo>
                <a:lnTo>
                  <a:pt x="4051936" y="2122271"/>
                </a:lnTo>
                <a:cubicBezTo>
                  <a:pt x="4051759" y="2121916"/>
                  <a:pt x="4051759" y="2121501"/>
                  <a:pt x="4051936" y="2121205"/>
                </a:cubicBezTo>
                <a:lnTo>
                  <a:pt x="4059399" y="2108294"/>
                </a:lnTo>
                <a:cubicBezTo>
                  <a:pt x="4059577" y="2107938"/>
                  <a:pt x="4059932" y="2107761"/>
                  <a:pt x="4060287" y="2107761"/>
                </a:cubicBezTo>
                <a:close/>
                <a:moveTo>
                  <a:pt x="4195320" y="2107347"/>
                </a:moveTo>
                <a:lnTo>
                  <a:pt x="4210660" y="2107347"/>
                </a:lnTo>
                <a:cubicBezTo>
                  <a:pt x="4211074" y="2107347"/>
                  <a:pt x="4211430" y="2107525"/>
                  <a:pt x="4211607" y="2107880"/>
                </a:cubicBezTo>
                <a:lnTo>
                  <a:pt x="4219247" y="2121147"/>
                </a:lnTo>
                <a:cubicBezTo>
                  <a:pt x="4219425" y="2121443"/>
                  <a:pt x="4219425" y="2121857"/>
                  <a:pt x="4219247" y="2122213"/>
                </a:cubicBezTo>
                <a:lnTo>
                  <a:pt x="4211548" y="2135479"/>
                </a:lnTo>
                <a:cubicBezTo>
                  <a:pt x="4211311" y="2135775"/>
                  <a:pt x="4210956" y="2136012"/>
                  <a:pt x="4210601" y="2136012"/>
                </a:cubicBezTo>
                <a:lnTo>
                  <a:pt x="4195261" y="2136012"/>
                </a:lnTo>
                <a:cubicBezTo>
                  <a:pt x="4194846" y="2136012"/>
                  <a:pt x="4194491" y="2135834"/>
                  <a:pt x="4194314" y="2135479"/>
                </a:cubicBezTo>
                <a:lnTo>
                  <a:pt x="4186673" y="2122213"/>
                </a:lnTo>
                <a:cubicBezTo>
                  <a:pt x="4186496" y="2121917"/>
                  <a:pt x="4186496" y="2121502"/>
                  <a:pt x="4186673" y="2121147"/>
                </a:cubicBezTo>
                <a:lnTo>
                  <a:pt x="4194373" y="2107880"/>
                </a:lnTo>
                <a:cubicBezTo>
                  <a:pt x="4194609" y="2107584"/>
                  <a:pt x="4194965" y="2107347"/>
                  <a:pt x="4195320" y="2107347"/>
                </a:cubicBezTo>
                <a:close/>
                <a:moveTo>
                  <a:pt x="1354708" y="2107169"/>
                </a:moveTo>
                <a:lnTo>
                  <a:pt x="1370284" y="2107169"/>
                </a:lnTo>
                <a:cubicBezTo>
                  <a:pt x="1370639" y="2107169"/>
                  <a:pt x="1371053" y="2107346"/>
                  <a:pt x="1371231" y="2107702"/>
                </a:cubicBezTo>
                <a:lnTo>
                  <a:pt x="1378990" y="2121205"/>
                </a:lnTo>
                <a:cubicBezTo>
                  <a:pt x="1379168" y="2121561"/>
                  <a:pt x="1379168" y="2121975"/>
                  <a:pt x="1378990" y="2122331"/>
                </a:cubicBezTo>
                <a:lnTo>
                  <a:pt x="1371172" y="2135834"/>
                </a:lnTo>
                <a:cubicBezTo>
                  <a:pt x="1370995" y="2136130"/>
                  <a:pt x="1370639" y="2136367"/>
                  <a:pt x="1370225" y="2136367"/>
                </a:cubicBezTo>
                <a:lnTo>
                  <a:pt x="1354648" y="2136367"/>
                </a:lnTo>
                <a:cubicBezTo>
                  <a:pt x="1354293" y="2136367"/>
                  <a:pt x="1353878" y="2136189"/>
                  <a:pt x="1353701" y="2135834"/>
                </a:cubicBezTo>
                <a:lnTo>
                  <a:pt x="1345942" y="2122331"/>
                </a:lnTo>
                <a:cubicBezTo>
                  <a:pt x="1345765" y="2121975"/>
                  <a:pt x="1345765" y="2121561"/>
                  <a:pt x="1345942" y="2121205"/>
                </a:cubicBezTo>
                <a:lnTo>
                  <a:pt x="1353760" y="2107702"/>
                </a:lnTo>
                <a:cubicBezTo>
                  <a:pt x="1353938" y="2107406"/>
                  <a:pt x="1354293" y="2107169"/>
                  <a:pt x="1354708" y="2107169"/>
                </a:cubicBezTo>
                <a:close/>
                <a:moveTo>
                  <a:pt x="4262778" y="2107051"/>
                </a:moveTo>
                <a:lnTo>
                  <a:pt x="4278472" y="2107051"/>
                </a:lnTo>
                <a:cubicBezTo>
                  <a:pt x="4278827" y="2107051"/>
                  <a:pt x="4279242" y="2107228"/>
                  <a:pt x="4279420" y="2107584"/>
                </a:cubicBezTo>
                <a:lnTo>
                  <a:pt x="4287238" y="2121147"/>
                </a:lnTo>
                <a:cubicBezTo>
                  <a:pt x="4287415" y="2121502"/>
                  <a:pt x="4287415" y="2121917"/>
                  <a:pt x="4287238" y="2122272"/>
                </a:cubicBezTo>
                <a:lnTo>
                  <a:pt x="4279420" y="2135834"/>
                </a:lnTo>
                <a:cubicBezTo>
                  <a:pt x="4279242" y="2136130"/>
                  <a:pt x="4278887" y="2136367"/>
                  <a:pt x="4278472" y="2136367"/>
                </a:cubicBezTo>
                <a:lnTo>
                  <a:pt x="4262778" y="2136367"/>
                </a:lnTo>
                <a:cubicBezTo>
                  <a:pt x="4262423" y="2136367"/>
                  <a:pt x="4262008" y="2136190"/>
                  <a:pt x="4261830" y="2135834"/>
                </a:cubicBezTo>
                <a:lnTo>
                  <a:pt x="4254012" y="2122272"/>
                </a:lnTo>
                <a:cubicBezTo>
                  <a:pt x="4253835" y="2121917"/>
                  <a:pt x="4253835" y="2121502"/>
                  <a:pt x="4254012" y="2121147"/>
                </a:cubicBezTo>
                <a:lnTo>
                  <a:pt x="4261830" y="2107584"/>
                </a:lnTo>
                <a:cubicBezTo>
                  <a:pt x="4262008" y="2107288"/>
                  <a:pt x="4262363" y="2107051"/>
                  <a:pt x="4262778" y="2107051"/>
                </a:cubicBezTo>
                <a:close/>
                <a:moveTo>
                  <a:pt x="4127389" y="2106755"/>
                </a:moveTo>
                <a:lnTo>
                  <a:pt x="4143380" y="2106755"/>
                </a:lnTo>
                <a:cubicBezTo>
                  <a:pt x="4143795" y="2106755"/>
                  <a:pt x="4144209" y="2106992"/>
                  <a:pt x="4144387" y="2107347"/>
                </a:cubicBezTo>
                <a:lnTo>
                  <a:pt x="4152382" y="2121206"/>
                </a:lnTo>
                <a:cubicBezTo>
                  <a:pt x="4152560" y="2121561"/>
                  <a:pt x="4152560" y="2121976"/>
                  <a:pt x="4152382" y="2122331"/>
                </a:cubicBezTo>
                <a:lnTo>
                  <a:pt x="4144387" y="2136190"/>
                </a:lnTo>
                <a:cubicBezTo>
                  <a:pt x="4144209" y="2136545"/>
                  <a:pt x="4143854" y="2136782"/>
                  <a:pt x="4143439" y="2136782"/>
                </a:cubicBezTo>
                <a:lnTo>
                  <a:pt x="4127449" y="2136782"/>
                </a:lnTo>
                <a:cubicBezTo>
                  <a:pt x="4127034" y="2136782"/>
                  <a:pt x="4126619" y="2136545"/>
                  <a:pt x="4126442" y="2136190"/>
                </a:cubicBezTo>
                <a:lnTo>
                  <a:pt x="4118446" y="2122331"/>
                </a:lnTo>
                <a:cubicBezTo>
                  <a:pt x="4118269" y="2121976"/>
                  <a:pt x="4118269" y="2121561"/>
                  <a:pt x="4118446" y="2121206"/>
                </a:cubicBezTo>
                <a:lnTo>
                  <a:pt x="4126442" y="2107347"/>
                </a:lnTo>
                <a:cubicBezTo>
                  <a:pt x="4126619" y="2106992"/>
                  <a:pt x="4126975" y="2106755"/>
                  <a:pt x="4127389" y="2106755"/>
                </a:cubicBezTo>
                <a:close/>
                <a:moveTo>
                  <a:pt x="1557435" y="2106755"/>
                </a:moveTo>
                <a:lnTo>
                  <a:pt x="1573426" y="2106755"/>
                </a:lnTo>
                <a:cubicBezTo>
                  <a:pt x="1573781" y="2106755"/>
                  <a:pt x="1574196" y="2106992"/>
                  <a:pt x="1574373" y="2107347"/>
                </a:cubicBezTo>
                <a:lnTo>
                  <a:pt x="1582369" y="2121206"/>
                </a:lnTo>
                <a:cubicBezTo>
                  <a:pt x="1582547" y="2121561"/>
                  <a:pt x="1582547" y="2121976"/>
                  <a:pt x="1582369" y="2122331"/>
                </a:cubicBezTo>
                <a:lnTo>
                  <a:pt x="1574373" y="2136190"/>
                </a:lnTo>
                <a:cubicBezTo>
                  <a:pt x="1574196" y="2136545"/>
                  <a:pt x="1573841" y="2136782"/>
                  <a:pt x="1573426" y="2136782"/>
                </a:cubicBezTo>
                <a:lnTo>
                  <a:pt x="1557435" y="2136782"/>
                </a:lnTo>
                <a:cubicBezTo>
                  <a:pt x="1557080" y="2136782"/>
                  <a:pt x="1556665" y="2136545"/>
                  <a:pt x="1556488" y="2136190"/>
                </a:cubicBezTo>
                <a:lnTo>
                  <a:pt x="1548492" y="2122331"/>
                </a:lnTo>
                <a:cubicBezTo>
                  <a:pt x="1548315" y="2121976"/>
                  <a:pt x="1548315" y="2121561"/>
                  <a:pt x="1548492" y="2121206"/>
                </a:cubicBezTo>
                <a:lnTo>
                  <a:pt x="1556488" y="2107347"/>
                </a:lnTo>
                <a:cubicBezTo>
                  <a:pt x="1556665" y="2106992"/>
                  <a:pt x="1557021" y="2106755"/>
                  <a:pt x="1557435" y="2106755"/>
                </a:cubicBezTo>
                <a:close/>
                <a:moveTo>
                  <a:pt x="4465446" y="2106636"/>
                </a:moveTo>
                <a:lnTo>
                  <a:pt x="4481556" y="2106636"/>
                </a:lnTo>
                <a:cubicBezTo>
                  <a:pt x="4481970" y="2106636"/>
                  <a:pt x="4482385" y="2106873"/>
                  <a:pt x="4482562" y="2107228"/>
                </a:cubicBezTo>
                <a:lnTo>
                  <a:pt x="4490617" y="2121206"/>
                </a:lnTo>
                <a:cubicBezTo>
                  <a:pt x="4490795" y="2121561"/>
                  <a:pt x="4490795" y="2121975"/>
                  <a:pt x="4490617" y="2122331"/>
                </a:cubicBezTo>
                <a:lnTo>
                  <a:pt x="4482562" y="2136308"/>
                </a:lnTo>
                <a:cubicBezTo>
                  <a:pt x="4482326" y="2136663"/>
                  <a:pt x="4481970" y="2136900"/>
                  <a:pt x="4481556" y="2136900"/>
                </a:cubicBezTo>
                <a:lnTo>
                  <a:pt x="4465446" y="2136900"/>
                </a:lnTo>
                <a:cubicBezTo>
                  <a:pt x="4465032" y="2136900"/>
                  <a:pt x="4464618" y="2136663"/>
                  <a:pt x="4464440" y="2136308"/>
                </a:cubicBezTo>
                <a:lnTo>
                  <a:pt x="4456385" y="2122331"/>
                </a:lnTo>
                <a:cubicBezTo>
                  <a:pt x="4456208" y="2121975"/>
                  <a:pt x="4456208" y="2121561"/>
                  <a:pt x="4456385" y="2121206"/>
                </a:cubicBezTo>
                <a:lnTo>
                  <a:pt x="4464440" y="2107228"/>
                </a:lnTo>
                <a:cubicBezTo>
                  <a:pt x="4464676" y="2106873"/>
                  <a:pt x="4465032" y="2106636"/>
                  <a:pt x="4465446" y="2106636"/>
                </a:cubicBezTo>
                <a:close/>
                <a:moveTo>
                  <a:pt x="1692646" y="2106636"/>
                </a:moveTo>
                <a:lnTo>
                  <a:pt x="1708755" y="2106636"/>
                </a:lnTo>
                <a:cubicBezTo>
                  <a:pt x="1709169" y="2106636"/>
                  <a:pt x="1709584" y="2106873"/>
                  <a:pt x="1709762" y="2107228"/>
                </a:cubicBezTo>
                <a:lnTo>
                  <a:pt x="1717816" y="2121206"/>
                </a:lnTo>
                <a:cubicBezTo>
                  <a:pt x="1717994" y="2121561"/>
                  <a:pt x="1717994" y="2121975"/>
                  <a:pt x="1717816" y="2122331"/>
                </a:cubicBezTo>
                <a:lnTo>
                  <a:pt x="1709762" y="2136308"/>
                </a:lnTo>
                <a:cubicBezTo>
                  <a:pt x="1709525" y="2136663"/>
                  <a:pt x="1709169" y="2136900"/>
                  <a:pt x="1708755" y="2136900"/>
                </a:cubicBezTo>
                <a:lnTo>
                  <a:pt x="1692646" y="2136900"/>
                </a:lnTo>
                <a:cubicBezTo>
                  <a:pt x="1692231" y="2136900"/>
                  <a:pt x="1691816" y="2136663"/>
                  <a:pt x="1691639" y="2136308"/>
                </a:cubicBezTo>
                <a:lnTo>
                  <a:pt x="1683584" y="2122331"/>
                </a:lnTo>
                <a:cubicBezTo>
                  <a:pt x="1683407" y="2121975"/>
                  <a:pt x="1683407" y="2121561"/>
                  <a:pt x="1683584" y="2121206"/>
                </a:cubicBezTo>
                <a:lnTo>
                  <a:pt x="1691639" y="2107228"/>
                </a:lnTo>
                <a:cubicBezTo>
                  <a:pt x="1691876" y="2106873"/>
                  <a:pt x="1692231" y="2106636"/>
                  <a:pt x="1692646" y="2106636"/>
                </a:cubicBezTo>
                <a:close/>
                <a:moveTo>
                  <a:pt x="1489741" y="2106636"/>
                </a:moveTo>
                <a:lnTo>
                  <a:pt x="1505850" y="2106636"/>
                </a:lnTo>
                <a:cubicBezTo>
                  <a:pt x="1506264" y="2106636"/>
                  <a:pt x="1506679" y="2106873"/>
                  <a:pt x="1506857" y="2107228"/>
                </a:cubicBezTo>
                <a:lnTo>
                  <a:pt x="1514911" y="2121206"/>
                </a:lnTo>
                <a:cubicBezTo>
                  <a:pt x="1515089" y="2121561"/>
                  <a:pt x="1515089" y="2121975"/>
                  <a:pt x="1514911" y="2122331"/>
                </a:cubicBezTo>
                <a:lnTo>
                  <a:pt x="1506857" y="2136308"/>
                </a:lnTo>
                <a:cubicBezTo>
                  <a:pt x="1506620" y="2136663"/>
                  <a:pt x="1506264" y="2136900"/>
                  <a:pt x="1505850" y="2136900"/>
                </a:cubicBezTo>
                <a:lnTo>
                  <a:pt x="1489741" y="2136900"/>
                </a:lnTo>
                <a:cubicBezTo>
                  <a:pt x="1489326" y="2136900"/>
                  <a:pt x="1488911" y="2136663"/>
                  <a:pt x="1488734" y="2136308"/>
                </a:cubicBezTo>
                <a:lnTo>
                  <a:pt x="1480679" y="2122331"/>
                </a:lnTo>
                <a:cubicBezTo>
                  <a:pt x="1480502" y="2121975"/>
                  <a:pt x="1480502" y="2121561"/>
                  <a:pt x="1480679" y="2121206"/>
                </a:cubicBezTo>
                <a:lnTo>
                  <a:pt x="1488734" y="2107228"/>
                </a:lnTo>
                <a:cubicBezTo>
                  <a:pt x="1488971" y="2106873"/>
                  <a:pt x="1489326" y="2106636"/>
                  <a:pt x="1489741" y="2106636"/>
                </a:cubicBezTo>
                <a:close/>
                <a:moveTo>
                  <a:pt x="4532962" y="2106458"/>
                </a:moveTo>
                <a:lnTo>
                  <a:pt x="4549308" y="2106458"/>
                </a:lnTo>
                <a:cubicBezTo>
                  <a:pt x="4549723" y="2106458"/>
                  <a:pt x="4550078" y="2106695"/>
                  <a:pt x="4550316" y="2107050"/>
                </a:cubicBezTo>
                <a:lnTo>
                  <a:pt x="4558489" y="2121205"/>
                </a:lnTo>
                <a:cubicBezTo>
                  <a:pt x="4558725" y="2121561"/>
                  <a:pt x="4558725" y="2122034"/>
                  <a:pt x="4558489" y="2122390"/>
                </a:cubicBezTo>
                <a:lnTo>
                  <a:pt x="4550316" y="2136544"/>
                </a:lnTo>
                <a:cubicBezTo>
                  <a:pt x="4550078" y="2136900"/>
                  <a:pt x="4549723" y="2137137"/>
                  <a:pt x="4549308" y="2137137"/>
                </a:cubicBezTo>
                <a:lnTo>
                  <a:pt x="4532962" y="2137137"/>
                </a:lnTo>
                <a:cubicBezTo>
                  <a:pt x="4532548" y="2137137"/>
                  <a:pt x="4532192" y="2136900"/>
                  <a:pt x="4531956" y="2136544"/>
                </a:cubicBezTo>
                <a:lnTo>
                  <a:pt x="4523783" y="2122390"/>
                </a:lnTo>
                <a:cubicBezTo>
                  <a:pt x="4523546" y="2122034"/>
                  <a:pt x="4523546" y="2121561"/>
                  <a:pt x="4523783" y="2121205"/>
                </a:cubicBezTo>
                <a:lnTo>
                  <a:pt x="4531956" y="2107050"/>
                </a:lnTo>
                <a:cubicBezTo>
                  <a:pt x="4532192" y="2106695"/>
                  <a:pt x="4532548" y="2106458"/>
                  <a:pt x="4532962" y="2106458"/>
                </a:cubicBezTo>
                <a:close/>
                <a:moveTo>
                  <a:pt x="1421869" y="2106221"/>
                </a:moveTo>
                <a:lnTo>
                  <a:pt x="1438452" y="2106221"/>
                </a:lnTo>
                <a:cubicBezTo>
                  <a:pt x="1438867" y="2106221"/>
                  <a:pt x="1439222" y="2106458"/>
                  <a:pt x="1439459" y="2106813"/>
                </a:cubicBezTo>
                <a:lnTo>
                  <a:pt x="1447750" y="2121146"/>
                </a:lnTo>
                <a:cubicBezTo>
                  <a:pt x="1447987" y="2121501"/>
                  <a:pt x="1447987" y="2121975"/>
                  <a:pt x="1447750" y="2122330"/>
                </a:cubicBezTo>
                <a:lnTo>
                  <a:pt x="1439459" y="2136663"/>
                </a:lnTo>
                <a:cubicBezTo>
                  <a:pt x="1439222" y="2137018"/>
                  <a:pt x="1438867" y="2137255"/>
                  <a:pt x="1438452" y="2137255"/>
                </a:cubicBezTo>
                <a:lnTo>
                  <a:pt x="1421869" y="2137255"/>
                </a:lnTo>
                <a:cubicBezTo>
                  <a:pt x="1421454" y="2137255"/>
                  <a:pt x="1421099" y="2137018"/>
                  <a:pt x="1420862" y="2136663"/>
                </a:cubicBezTo>
                <a:lnTo>
                  <a:pt x="1412571" y="2122330"/>
                </a:lnTo>
                <a:cubicBezTo>
                  <a:pt x="1412334" y="2121975"/>
                  <a:pt x="1412334" y="2121501"/>
                  <a:pt x="1412571" y="2121146"/>
                </a:cubicBezTo>
                <a:lnTo>
                  <a:pt x="1420862" y="2106813"/>
                </a:lnTo>
                <a:cubicBezTo>
                  <a:pt x="1421099" y="2106458"/>
                  <a:pt x="1421454" y="2106221"/>
                  <a:pt x="1421869" y="2106221"/>
                </a:cubicBezTo>
                <a:close/>
                <a:moveTo>
                  <a:pt x="1827442" y="2105807"/>
                </a:moveTo>
                <a:lnTo>
                  <a:pt x="1844440" y="2105807"/>
                </a:lnTo>
                <a:cubicBezTo>
                  <a:pt x="1844913" y="2105807"/>
                  <a:pt x="1845269" y="2106044"/>
                  <a:pt x="1845506" y="2106399"/>
                </a:cubicBezTo>
                <a:lnTo>
                  <a:pt x="1853975" y="2121146"/>
                </a:lnTo>
                <a:cubicBezTo>
                  <a:pt x="1854212" y="2121502"/>
                  <a:pt x="1854212" y="2121976"/>
                  <a:pt x="1853975" y="2122331"/>
                </a:cubicBezTo>
                <a:lnTo>
                  <a:pt x="1845447" y="2137078"/>
                </a:lnTo>
                <a:cubicBezTo>
                  <a:pt x="1845210" y="2137433"/>
                  <a:pt x="1844795" y="2137670"/>
                  <a:pt x="1844381" y="2137670"/>
                </a:cubicBezTo>
                <a:lnTo>
                  <a:pt x="1827383" y="2137670"/>
                </a:lnTo>
                <a:cubicBezTo>
                  <a:pt x="1826909" y="2137670"/>
                  <a:pt x="1826554" y="2137433"/>
                  <a:pt x="1826317" y="2137078"/>
                </a:cubicBezTo>
                <a:lnTo>
                  <a:pt x="1817848" y="2122331"/>
                </a:lnTo>
                <a:cubicBezTo>
                  <a:pt x="1817611" y="2121976"/>
                  <a:pt x="1817611" y="2121502"/>
                  <a:pt x="1817848" y="2121146"/>
                </a:cubicBezTo>
                <a:lnTo>
                  <a:pt x="1826376" y="2106399"/>
                </a:lnTo>
                <a:cubicBezTo>
                  <a:pt x="1826613" y="2106044"/>
                  <a:pt x="1827028" y="2105807"/>
                  <a:pt x="1827442" y="2105807"/>
                </a:cubicBezTo>
                <a:close/>
                <a:moveTo>
                  <a:pt x="1624537" y="2105807"/>
                </a:moveTo>
                <a:lnTo>
                  <a:pt x="1641535" y="2105807"/>
                </a:lnTo>
                <a:cubicBezTo>
                  <a:pt x="1642008" y="2105807"/>
                  <a:pt x="1642364" y="2106044"/>
                  <a:pt x="1642601" y="2106399"/>
                </a:cubicBezTo>
                <a:lnTo>
                  <a:pt x="1651070" y="2121146"/>
                </a:lnTo>
                <a:cubicBezTo>
                  <a:pt x="1651307" y="2121502"/>
                  <a:pt x="1651307" y="2121976"/>
                  <a:pt x="1651070" y="2122331"/>
                </a:cubicBezTo>
                <a:lnTo>
                  <a:pt x="1642542" y="2137078"/>
                </a:lnTo>
                <a:cubicBezTo>
                  <a:pt x="1642305" y="2137433"/>
                  <a:pt x="1641890" y="2137670"/>
                  <a:pt x="1641476" y="2137670"/>
                </a:cubicBezTo>
                <a:lnTo>
                  <a:pt x="1624478" y="2137670"/>
                </a:lnTo>
                <a:cubicBezTo>
                  <a:pt x="1624004" y="2137670"/>
                  <a:pt x="1623649" y="2137433"/>
                  <a:pt x="1623412" y="2137078"/>
                </a:cubicBezTo>
                <a:lnTo>
                  <a:pt x="1614943" y="2122331"/>
                </a:lnTo>
                <a:cubicBezTo>
                  <a:pt x="1614706" y="2121976"/>
                  <a:pt x="1614706" y="2121502"/>
                  <a:pt x="1614943" y="2121146"/>
                </a:cubicBezTo>
                <a:lnTo>
                  <a:pt x="1623471" y="2106399"/>
                </a:lnTo>
                <a:cubicBezTo>
                  <a:pt x="1623708" y="2106044"/>
                  <a:pt x="1624123" y="2105807"/>
                  <a:pt x="1624537" y="2105807"/>
                </a:cubicBezTo>
                <a:close/>
                <a:moveTo>
                  <a:pt x="1759689" y="2105629"/>
                </a:moveTo>
                <a:lnTo>
                  <a:pt x="1776923" y="2105629"/>
                </a:lnTo>
                <a:cubicBezTo>
                  <a:pt x="1777338" y="2105629"/>
                  <a:pt x="1777752" y="2105866"/>
                  <a:pt x="1777989" y="2106221"/>
                </a:cubicBezTo>
                <a:lnTo>
                  <a:pt x="1786577" y="2121146"/>
                </a:lnTo>
                <a:cubicBezTo>
                  <a:pt x="1786814" y="2121561"/>
                  <a:pt x="1786814" y="2122034"/>
                  <a:pt x="1786577" y="2122389"/>
                </a:cubicBezTo>
                <a:lnTo>
                  <a:pt x="1777930" y="2137314"/>
                </a:lnTo>
                <a:cubicBezTo>
                  <a:pt x="1777693" y="2137670"/>
                  <a:pt x="1777279" y="2137907"/>
                  <a:pt x="1776864" y="2137907"/>
                </a:cubicBezTo>
                <a:lnTo>
                  <a:pt x="1759630" y="2137907"/>
                </a:lnTo>
                <a:cubicBezTo>
                  <a:pt x="1759215" y="2137907"/>
                  <a:pt x="1758800" y="2137670"/>
                  <a:pt x="1758564" y="2137314"/>
                </a:cubicBezTo>
                <a:lnTo>
                  <a:pt x="1749976" y="2122389"/>
                </a:lnTo>
                <a:cubicBezTo>
                  <a:pt x="1749739" y="2121975"/>
                  <a:pt x="1749739" y="2121501"/>
                  <a:pt x="1749976" y="2121146"/>
                </a:cubicBezTo>
                <a:lnTo>
                  <a:pt x="1758622" y="2106221"/>
                </a:lnTo>
                <a:cubicBezTo>
                  <a:pt x="1758860" y="2105866"/>
                  <a:pt x="1759274" y="2105629"/>
                  <a:pt x="1759689" y="2105629"/>
                </a:cubicBezTo>
                <a:close/>
                <a:moveTo>
                  <a:pt x="4600006" y="2105333"/>
                </a:moveTo>
                <a:lnTo>
                  <a:pt x="4617537" y="2105333"/>
                </a:lnTo>
                <a:cubicBezTo>
                  <a:pt x="4617951" y="2105333"/>
                  <a:pt x="4618366" y="2105570"/>
                  <a:pt x="4618603" y="2105925"/>
                </a:cubicBezTo>
                <a:lnTo>
                  <a:pt x="4627368" y="2121146"/>
                </a:lnTo>
                <a:cubicBezTo>
                  <a:pt x="4627605" y="2121501"/>
                  <a:pt x="4627605" y="2122034"/>
                  <a:pt x="4627368" y="2122389"/>
                </a:cubicBezTo>
                <a:lnTo>
                  <a:pt x="4618603" y="2137610"/>
                </a:lnTo>
                <a:cubicBezTo>
                  <a:pt x="4618366" y="2137966"/>
                  <a:pt x="4617951" y="2138203"/>
                  <a:pt x="4617537" y="2138203"/>
                </a:cubicBezTo>
                <a:lnTo>
                  <a:pt x="4600006" y="2138203"/>
                </a:lnTo>
                <a:cubicBezTo>
                  <a:pt x="4599591" y="2138203"/>
                  <a:pt x="4599177" y="2137966"/>
                  <a:pt x="4598940" y="2137610"/>
                </a:cubicBezTo>
                <a:lnTo>
                  <a:pt x="4590175" y="2122389"/>
                </a:lnTo>
                <a:cubicBezTo>
                  <a:pt x="4589938" y="2122034"/>
                  <a:pt x="4589938" y="2121501"/>
                  <a:pt x="4590175" y="2121146"/>
                </a:cubicBezTo>
                <a:lnTo>
                  <a:pt x="4598940" y="2105925"/>
                </a:lnTo>
                <a:cubicBezTo>
                  <a:pt x="4599177" y="2105570"/>
                  <a:pt x="4599591" y="2105333"/>
                  <a:pt x="4600006" y="2105333"/>
                </a:cubicBezTo>
                <a:close/>
                <a:moveTo>
                  <a:pt x="1285948" y="2104978"/>
                </a:moveTo>
                <a:lnTo>
                  <a:pt x="1303834" y="2104978"/>
                </a:lnTo>
                <a:cubicBezTo>
                  <a:pt x="1304248" y="2104978"/>
                  <a:pt x="1304663" y="2105215"/>
                  <a:pt x="1304900" y="2105630"/>
                </a:cubicBezTo>
                <a:lnTo>
                  <a:pt x="1313843" y="2121147"/>
                </a:lnTo>
                <a:cubicBezTo>
                  <a:pt x="1314080" y="2121502"/>
                  <a:pt x="1314080" y="2121976"/>
                  <a:pt x="1313843" y="2122390"/>
                </a:cubicBezTo>
                <a:lnTo>
                  <a:pt x="1304900" y="2137908"/>
                </a:lnTo>
                <a:cubicBezTo>
                  <a:pt x="1304722" y="2138322"/>
                  <a:pt x="1304308" y="2138559"/>
                  <a:pt x="1303834" y="2138559"/>
                </a:cubicBezTo>
                <a:lnTo>
                  <a:pt x="1285948" y="2138559"/>
                </a:lnTo>
                <a:cubicBezTo>
                  <a:pt x="1285533" y="2138559"/>
                  <a:pt x="1285119" y="2138322"/>
                  <a:pt x="1284882" y="2137908"/>
                </a:cubicBezTo>
                <a:lnTo>
                  <a:pt x="1275939" y="2122390"/>
                </a:lnTo>
                <a:cubicBezTo>
                  <a:pt x="1275702" y="2122035"/>
                  <a:pt x="1275702" y="2121561"/>
                  <a:pt x="1275939" y="2121147"/>
                </a:cubicBezTo>
                <a:lnTo>
                  <a:pt x="1284882" y="2105630"/>
                </a:lnTo>
                <a:cubicBezTo>
                  <a:pt x="1285059" y="2105215"/>
                  <a:pt x="1285474" y="2104978"/>
                  <a:pt x="1285948" y="2104978"/>
                </a:cubicBezTo>
                <a:close/>
                <a:moveTo>
                  <a:pt x="3517609" y="2104800"/>
                </a:moveTo>
                <a:lnTo>
                  <a:pt x="3535731" y="2104800"/>
                </a:lnTo>
                <a:cubicBezTo>
                  <a:pt x="3536205" y="2104800"/>
                  <a:pt x="3536620" y="2105037"/>
                  <a:pt x="3536857" y="2105451"/>
                </a:cubicBezTo>
                <a:lnTo>
                  <a:pt x="3545918" y="2121146"/>
                </a:lnTo>
                <a:cubicBezTo>
                  <a:pt x="3546155" y="2121561"/>
                  <a:pt x="3546155" y="2122034"/>
                  <a:pt x="3545918" y="2122449"/>
                </a:cubicBezTo>
                <a:lnTo>
                  <a:pt x="3536857" y="2138144"/>
                </a:lnTo>
                <a:cubicBezTo>
                  <a:pt x="3536620" y="2138558"/>
                  <a:pt x="3536205" y="2138795"/>
                  <a:pt x="3535731" y="2138795"/>
                </a:cubicBezTo>
                <a:lnTo>
                  <a:pt x="3517609" y="2138795"/>
                </a:lnTo>
                <a:cubicBezTo>
                  <a:pt x="3517134" y="2138795"/>
                  <a:pt x="3516720" y="2138558"/>
                  <a:pt x="3516483" y="2138144"/>
                </a:cubicBezTo>
                <a:lnTo>
                  <a:pt x="3507421" y="2122449"/>
                </a:lnTo>
                <a:cubicBezTo>
                  <a:pt x="3507185" y="2122034"/>
                  <a:pt x="3507185" y="2121561"/>
                  <a:pt x="3507421" y="2121146"/>
                </a:cubicBezTo>
                <a:lnTo>
                  <a:pt x="3516483" y="2105451"/>
                </a:lnTo>
                <a:cubicBezTo>
                  <a:pt x="3516720" y="2105037"/>
                  <a:pt x="3517134" y="2104800"/>
                  <a:pt x="3517609" y="2104800"/>
                </a:cubicBezTo>
                <a:close/>
                <a:moveTo>
                  <a:pt x="1218016" y="2104385"/>
                </a:moveTo>
                <a:lnTo>
                  <a:pt x="1236554" y="2104385"/>
                </a:lnTo>
                <a:cubicBezTo>
                  <a:pt x="1237028" y="2104385"/>
                  <a:pt x="1237442" y="2104622"/>
                  <a:pt x="1237679" y="2105036"/>
                </a:cubicBezTo>
                <a:lnTo>
                  <a:pt x="1246918" y="2121087"/>
                </a:lnTo>
                <a:cubicBezTo>
                  <a:pt x="1247155" y="2121501"/>
                  <a:pt x="1247155" y="2121975"/>
                  <a:pt x="1246918" y="2122389"/>
                </a:cubicBezTo>
                <a:lnTo>
                  <a:pt x="1237620" y="2138439"/>
                </a:lnTo>
                <a:cubicBezTo>
                  <a:pt x="1237383" y="2138854"/>
                  <a:pt x="1236968" y="2139091"/>
                  <a:pt x="1236494" y="2139091"/>
                </a:cubicBezTo>
                <a:lnTo>
                  <a:pt x="1217957" y="2139091"/>
                </a:lnTo>
                <a:cubicBezTo>
                  <a:pt x="1217483" y="2139091"/>
                  <a:pt x="1217068" y="2138854"/>
                  <a:pt x="1216832" y="2138439"/>
                </a:cubicBezTo>
                <a:lnTo>
                  <a:pt x="1207593" y="2122389"/>
                </a:lnTo>
                <a:cubicBezTo>
                  <a:pt x="1207356" y="2121975"/>
                  <a:pt x="1207356" y="2121501"/>
                  <a:pt x="1207593" y="2121087"/>
                </a:cubicBezTo>
                <a:lnTo>
                  <a:pt x="1216891" y="2105036"/>
                </a:lnTo>
                <a:cubicBezTo>
                  <a:pt x="1217128" y="2104622"/>
                  <a:pt x="1217542" y="2104385"/>
                  <a:pt x="1218016" y="2104385"/>
                </a:cubicBezTo>
                <a:close/>
                <a:moveTo>
                  <a:pt x="4667049" y="2104149"/>
                </a:moveTo>
                <a:lnTo>
                  <a:pt x="4685823" y="2104149"/>
                </a:lnTo>
                <a:cubicBezTo>
                  <a:pt x="4686297" y="2104149"/>
                  <a:pt x="4686712" y="2104386"/>
                  <a:pt x="4686948" y="2104800"/>
                </a:cubicBezTo>
                <a:lnTo>
                  <a:pt x="4696306" y="2121028"/>
                </a:lnTo>
                <a:cubicBezTo>
                  <a:pt x="4696543" y="2121383"/>
                  <a:pt x="4696543" y="2121917"/>
                  <a:pt x="4696306" y="2122331"/>
                </a:cubicBezTo>
                <a:lnTo>
                  <a:pt x="4686889" y="2138559"/>
                </a:lnTo>
                <a:cubicBezTo>
                  <a:pt x="4686652" y="2138973"/>
                  <a:pt x="4686237" y="2139210"/>
                  <a:pt x="4685764" y="2139210"/>
                </a:cubicBezTo>
                <a:lnTo>
                  <a:pt x="4666989" y="2139210"/>
                </a:lnTo>
                <a:cubicBezTo>
                  <a:pt x="4666516" y="2139210"/>
                  <a:pt x="4666101" y="2138973"/>
                  <a:pt x="4665864" y="2138559"/>
                </a:cubicBezTo>
                <a:lnTo>
                  <a:pt x="4656506" y="2122331"/>
                </a:lnTo>
                <a:cubicBezTo>
                  <a:pt x="4656270" y="2121976"/>
                  <a:pt x="4656270" y="2121443"/>
                  <a:pt x="4656506" y="2121028"/>
                </a:cubicBezTo>
                <a:lnTo>
                  <a:pt x="4665924" y="2104800"/>
                </a:lnTo>
                <a:cubicBezTo>
                  <a:pt x="4666160" y="2104386"/>
                  <a:pt x="4666575" y="2104149"/>
                  <a:pt x="4667049" y="2104149"/>
                </a:cubicBezTo>
                <a:close/>
                <a:moveTo>
                  <a:pt x="2232305" y="2104149"/>
                </a:moveTo>
                <a:lnTo>
                  <a:pt x="2251079" y="2104149"/>
                </a:lnTo>
                <a:cubicBezTo>
                  <a:pt x="2251553" y="2104149"/>
                  <a:pt x="2251968" y="2104386"/>
                  <a:pt x="2252204" y="2104800"/>
                </a:cubicBezTo>
                <a:lnTo>
                  <a:pt x="2261562" y="2121028"/>
                </a:lnTo>
                <a:cubicBezTo>
                  <a:pt x="2261799" y="2121383"/>
                  <a:pt x="2261799" y="2121917"/>
                  <a:pt x="2261562" y="2122331"/>
                </a:cubicBezTo>
                <a:lnTo>
                  <a:pt x="2252145" y="2138559"/>
                </a:lnTo>
                <a:cubicBezTo>
                  <a:pt x="2251908" y="2138973"/>
                  <a:pt x="2251494" y="2139210"/>
                  <a:pt x="2251020" y="2139210"/>
                </a:cubicBezTo>
                <a:lnTo>
                  <a:pt x="2232246" y="2139210"/>
                </a:lnTo>
                <a:cubicBezTo>
                  <a:pt x="2231772" y="2139210"/>
                  <a:pt x="2231357" y="2138973"/>
                  <a:pt x="2231120" y="2138559"/>
                </a:cubicBezTo>
                <a:lnTo>
                  <a:pt x="2221763" y="2122331"/>
                </a:lnTo>
                <a:cubicBezTo>
                  <a:pt x="2221526" y="2121976"/>
                  <a:pt x="2221526" y="2121443"/>
                  <a:pt x="2221763" y="2121028"/>
                </a:cubicBezTo>
                <a:lnTo>
                  <a:pt x="2231180" y="2104800"/>
                </a:lnTo>
                <a:cubicBezTo>
                  <a:pt x="2231416" y="2104386"/>
                  <a:pt x="2231831" y="2104149"/>
                  <a:pt x="2232305" y="2104149"/>
                </a:cubicBezTo>
                <a:close/>
                <a:moveTo>
                  <a:pt x="1150144" y="2104089"/>
                </a:moveTo>
                <a:lnTo>
                  <a:pt x="1169037" y="2104089"/>
                </a:lnTo>
                <a:cubicBezTo>
                  <a:pt x="1169451" y="2104089"/>
                  <a:pt x="1169925" y="2104326"/>
                  <a:pt x="1170162" y="2104740"/>
                </a:cubicBezTo>
                <a:lnTo>
                  <a:pt x="1179579" y="2121087"/>
                </a:lnTo>
                <a:cubicBezTo>
                  <a:pt x="1179816" y="2121501"/>
                  <a:pt x="1179816" y="2122034"/>
                  <a:pt x="1179579" y="2122449"/>
                </a:cubicBezTo>
                <a:lnTo>
                  <a:pt x="1170162" y="2138795"/>
                </a:lnTo>
                <a:cubicBezTo>
                  <a:pt x="1169925" y="2139209"/>
                  <a:pt x="1169510" y="2139446"/>
                  <a:pt x="1169037" y="2139446"/>
                </a:cubicBezTo>
                <a:lnTo>
                  <a:pt x="1150144" y="2139446"/>
                </a:lnTo>
                <a:cubicBezTo>
                  <a:pt x="1149729" y="2139446"/>
                  <a:pt x="1149256" y="2139209"/>
                  <a:pt x="1149018" y="2138795"/>
                </a:cubicBezTo>
                <a:lnTo>
                  <a:pt x="1139602" y="2122449"/>
                </a:lnTo>
                <a:cubicBezTo>
                  <a:pt x="1139365" y="2122034"/>
                  <a:pt x="1139365" y="2121501"/>
                  <a:pt x="1139602" y="2121087"/>
                </a:cubicBezTo>
                <a:lnTo>
                  <a:pt x="1149018" y="2104740"/>
                </a:lnTo>
                <a:cubicBezTo>
                  <a:pt x="1149256" y="2104326"/>
                  <a:pt x="1149670" y="2104089"/>
                  <a:pt x="1150144" y="2104089"/>
                </a:cubicBezTo>
                <a:close/>
                <a:moveTo>
                  <a:pt x="3449559" y="2103853"/>
                </a:moveTo>
                <a:lnTo>
                  <a:pt x="3468629" y="2103853"/>
                </a:lnTo>
                <a:cubicBezTo>
                  <a:pt x="3469103" y="2103853"/>
                  <a:pt x="3469577" y="2104090"/>
                  <a:pt x="3469813" y="2104504"/>
                </a:cubicBezTo>
                <a:lnTo>
                  <a:pt x="3479349" y="2121028"/>
                </a:lnTo>
                <a:cubicBezTo>
                  <a:pt x="3479586" y="2121443"/>
                  <a:pt x="3479586" y="2121976"/>
                  <a:pt x="3479349" y="2122390"/>
                </a:cubicBezTo>
                <a:lnTo>
                  <a:pt x="3469813" y="2138914"/>
                </a:lnTo>
                <a:cubicBezTo>
                  <a:pt x="3469577" y="2139329"/>
                  <a:pt x="3469103" y="2139566"/>
                  <a:pt x="3468629" y="2139566"/>
                </a:cubicBezTo>
                <a:lnTo>
                  <a:pt x="3449559" y="2139566"/>
                </a:lnTo>
                <a:cubicBezTo>
                  <a:pt x="3449085" y="2139566"/>
                  <a:pt x="3448611" y="2139329"/>
                  <a:pt x="3448374" y="2138914"/>
                </a:cubicBezTo>
                <a:lnTo>
                  <a:pt x="3438839" y="2122390"/>
                </a:lnTo>
                <a:cubicBezTo>
                  <a:pt x="3438602" y="2121976"/>
                  <a:pt x="3438602" y="2121443"/>
                  <a:pt x="3438839" y="2121028"/>
                </a:cubicBezTo>
                <a:lnTo>
                  <a:pt x="3448374" y="2104504"/>
                </a:lnTo>
                <a:cubicBezTo>
                  <a:pt x="3448611" y="2104090"/>
                  <a:pt x="3449085" y="2103853"/>
                  <a:pt x="3449559" y="2103853"/>
                </a:cubicBezTo>
                <a:close/>
                <a:moveTo>
                  <a:pt x="2164433" y="2103675"/>
                </a:moveTo>
                <a:lnTo>
                  <a:pt x="2183740" y="2103675"/>
                </a:lnTo>
                <a:cubicBezTo>
                  <a:pt x="2184214" y="2103675"/>
                  <a:pt x="2184688" y="2103971"/>
                  <a:pt x="2184925" y="2104386"/>
                </a:cubicBezTo>
                <a:lnTo>
                  <a:pt x="2194579" y="2121146"/>
                </a:lnTo>
                <a:cubicBezTo>
                  <a:pt x="2194815" y="2121561"/>
                  <a:pt x="2194815" y="2122094"/>
                  <a:pt x="2194579" y="2122509"/>
                </a:cubicBezTo>
                <a:lnTo>
                  <a:pt x="2184925" y="2139269"/>
                </a:lnTo>
                <a:cubicBezTo>
                  <a:pt x="2184688" y="2139743"/>
                  <a:pt x="2184214" y="2139980"/>
                  <a:pt x="2183740" y="2139980"/>
                </a:cubicBezTo>
                <a:lnTo>
                  <a:pt x="2164433" y="2139980"/>
                </a:lnTo>
                <a:cubicBezTo>
                  <a:pt x="2163959" y="2139980"/>
                  <a:pt x="2163485" y="2139684"/>
                  <a:pt x="2163248" y="2139269"/>
                </a:cubicBezTo>
                <a:lnTo>
                  <a:pt x="2153595" y="2122509"/>
                </a:lnTo>
                <a:cubicBezTo>
                  <a:pt x="2153358" y="2122094"/>
                  <a:pt x="2153358" y="2121561"/>
                  <a:pt x="2153595" y="2121146"/>
                </a:cubicBezTo>
                <a:lnTo>
                  <a:pt x="2163248" y="2104386"/>
                </a:lnTo>
                <a:cubicBezTo>
                  <a:pt x="2163485" y="2103912"/>
                  <a:pt x="2163959" y="2103675"/>
                  <a:pt x="2164433" y="2103675"/>
                </a:cubicBezTo>
                <a:close/>
                <a:moveTo>
                  <a:pt x="2096739" y="2103556"/>
                </a:moveTo>
                <a:lnTo>
                  <a:pt x="2116165" y="2103556"/>
                </a:lnTo>
                <a:cubicBezTo>
                  <a:pt x="2116639" y="2103556"/>
                  <a:pt x="2117113" y="2103852"/>
                  <a:pt x="2117349" y="2104267"/>
                </a:cubicBezTo>
                <a:lnTo>
                  <a:pt x="2127062" y="2121087"/>
                </a:lnTo>
                <a:cubicBezTo>
                  <a:pt x="2127299" y="2121501"/>
                  <a:pt x="2127299" y="2122034"/>
                  <a:pt x="2127062" y="2122449"/>
                </a:cubicBezTo>
                <a:lnTo>
                  <a:pt x="2117349" y="2139269"/>
                </a:lnTo>
                <a:cubicBezTo>
                  <a:pt x="2117113" y="2139743"/>
                  <a:pt x="2116639" y="2139980"/>
                  <a:pt x="2116165" y="2139980"/>
                </a:cubicBezTo>
                <a:lnTo>
                  <a:pt x="2096739" y="2139980"/>
                </a:lnTo>
                <a:cubicBezTo>
                  <a:pt x="2096265" y="2139980"/>
                  <a:pt x="2095792" y="2139684"/>
                  <a:pt x="2095555" y="2139269"/>
                </a:cubicBezTo>
                <a:lnTo>
                  <a:pt x="2085842" y="2122449"/>
                </a:lnTo>
                <a:cubicBezTo>
                  <a:pt x="2085605" y="2122034"/>
                  <a:pt x="2085605" y="2121501"/>
                  <a:pt x="2085842" y="2121087"/>
                </a:cubicBezTo>
                <a:lnTo>
                  <a:pt x="2095555" y="2104267"/>
                </a:lnTo>
                <a:cubicBezTo>
                  <a:pt x="2095792" y="2103793"/>
                  <a:pt x="2096265" y="2103556"/>
                  <a:pt x="2096739" y="2103556"/>
                </a:cubicBezTo>
                <a:close/>
                <a:moveTo>
                  <a:pt x="2434855" y="2103438"/>
                </a:moveTo>
                <a:lnTo>
                  <a:pt x="2454400" y="2103438"/>
                </a:lnTo>
                <a:cubicBezTo>
                  <a:pt x="2454873" y="2103438"/>
                  <a:pt x="2455347" y="2103734"/>
                  <a:pt x="2455584" y="2104149"/>
                </a:cubicBezTo>
                <a:lnTo>
                  <a:pt x="2465356" y="2121087"/>
                </a:lnTo>
                <a:cubicBezTo>
                  <a:pt x="2465593" y="2121502"/>
                  <a:pt x="2465593" y="2122034"/>
                  <a:pt x="2465356" y="2122449"/>
                </a:cubicBezTo>
                <a:lnTo>
                  <a:pt x="2455584" y="2139388"/>
                </a:lnTo>
                <a:cubicBezTo>
                  <a:pt x="2455347" y="2139802"/>
                  <a:pt x="2454873" y="2140098"/>
                  <a:pt x="2454400" y="2140098"/>
                </a:cubicBezTo>
                <a:lnTo>
                  <a:pt x="2434855" y="2140098"/>
                </a:lnTo>
                <a:cubicBezTo>
                  <a:pt x="2434382" y="2140098"/>
                  <a:pt x="2433908" y="2139802"/>
                  <a:pt x="2433671" y="2139388"/>
                </a:cubicBezTo>
                <a:lnTo>
                  <a:pt x="2423899" y="2122449"/>
                </a:lnTo>
                <a:cubicBezTo>
                  <a:pt x="2423662" y="2122034"/>
                  <a:pt x="2423662" y="2121502"/>
                  <a:pt x="2423899" y="2121087"/>
                </a:cubicBezTo>
                <a:lnTo>
                  <a:pt x="2433671" y="2104149"/>
                </a:lnTo>
                <a:cubicBezTo>
                  <a:pt x="2433908" y="2103734"/>
                  <a:pt x="2434382" y="2103438"/>
                  <a:pt x="2434855" y="2103438"/>
                </a:cubicBezTo>
                <a:close/>
                <a:moveTo>
                  <a:pt x="2299584" y="2103438"/>
                </a:moveTo>
                <a:lnTo>
                  <a:pt x="2319129" y="2103438"/>
                </a:lnTo>
                <a:cubicBezTo>
                  <a:pt x="2319602" y="2103438"/>
                  <a:pt x="2320076" y="2103734"/>
                  <a:pt x="2320313" y="2104149"/>
                </a:cubicBezTo>
                <a:lnTo>
                  <a:pt x="2330085" y="2121087"/>
                </a:lnTo>
                <a:cubicBezTo>
                  <a:pt x="2330322" y="2121502"/>
                  <a:pt x="2330322" y="2122034"/>
                  <a:pt x="2330085" y="2122449"/>
                </a:cubicBezTo>
                <a:lnTo>
                  <a:pt x="2320313" y="2139388"/>
                </a:lnTo>
                <a:cubicBezTo>
                  <a:pt x="2320076" y="2139802"/>
                  <a:pt x="2319602" y="2140098"/>
                  <a:pt x="2319129" y="2140098"/>
                </a:cubicBezTo>
                <a:lnTo>
                  <a:pt x="2299584" y="2140098"/>
                </a:lnTo>
                <a:cubicBezTo>
                  <a:pt x="2299110" y="2140098"/>
                  <a:pt x="2298637" y="2139802"/>
                  <a:pt x="2298400" y="2139388"/>
                </a:cubicBezTo>
                <a:lnTo>
                  <a:pt x="2288628" y="2122449"/>
                </a:lnTo>
                <a:cubicBezTo>
                  <a:pt x="2288391" y="2122034"/>
                  <a:pt x="2288391" y="2121502"/>
                  <a:pt x="2288628" y="2121087"/>
                </a:cubicBezTo>
                <a:lnTo>
                  <a:pt x="2298400" y="2104149"/>
                </a:lnTo>
                <a:cubicBezTo>
                  <a:pt x="2298637" y="2103734"/>
                  <a:pt x="2299110" y="2103438"/>
                  <a:pt x="2299584" y="2103438"/>
                </a:cubicBezTo>
                <a:close/>
                <a:moveTo>
                  <a:pt x="1893715" y="2103319"/>
                </a:moveTo>
                <a:lnTo>
                  <a:pt x="1913378" y="2103319"/>
                </a:lnTo>
                <a:cubicBezTo>
                  <a:pt x="1913852" y="2103319"/>
                  <a:pt x="1914326" y="2103615"/>
                  <a:pt x="1914563" y="2104030"/>
                </a:cubicBezTo>
                <a:lnTo>
                  <a:pt x="1924394" y="2121027"/>
                </a:lnTo>
                <a:cubicBezTo>
                  <a:pt x="1924631" y="2121442"/>
                  <a:pt x="1924631" y="2121975"/>
                  <a:pt x="1924394" y="2122389"/>
                </a:cubicBezTo>
                <a:lnTo>
                  <a:pt x="1914563" y="2139387"/>
                </a:lnTo>
                <a:cubicBezTo>
                  <a:pt x="1914326" y="2139801"/>
                  <a:pt x="1913852" y="2140098"/>
                  <a:pt x="1913378" y="2140098"/>
                </a:cubicBezTo>
                <a:lnTo>
                  <a:pt x="1893715" y="2140098"/>
                </a:lnTo>
                <a:cubicBezTo>
                  <a:pt x="1893242" y="2140098"/>
                  <a:pt x="1892768" y="2139801"/>
                  <a:pt x="1892531" y="2139387"/>
                </a:cubicBezTo>
                <a:lnTo>
                  <a:pt x="1882700" y="2122389"/>
                </a:lnTo>
                <a:cubicBezTo>
                  <a:pt x="1882463" y="2121975"/>
                  <a:pt x="1882463" y="2121442"/>
                  <a:pt x="1882700" y="2121027"/>
                </a:cubicBezTo>
                <a:lnTo>
                  <a:pt x="1892531" y="2104030"/>
                </a:lnTo>
                <a:cubicBezTo>
                  <a:pt x="1892768" y="2103615"/>
                  <a:pt x="1893242" y="2103319"/>
                  <a:pt x="1893715" y="2103319"/>
                </a:cubicBezTo>
                <a:close/>
                <a:moveTo>
                  <a:pt x="2367102" y="2103260"/>
                </a:moveTo>
                <a:lnTo>
                  <a:pt x="2386883" y="2103260"/>
                </a:lnTo>
                <a:cubicBezTo>
                  <a:pt x="2387357" y="2103260"/>
                  <a:pt x="2387831" y="2103556"/>
                  <a:pt x="2388067" y="2103971"/>
                </a:cubicBezTo>
                <a:lnTo>
                  <a:pt x="2397958" y="2121087"/>
                </a:lnTo>
                <a:cubicBezTo>
                  <a:pt x="2398195" y="2121561"/>
                  <a:pt x="2398195" y="2122094"/>
                  <a:pt x="2397958" y="2122508"/>
                </a:cubicBezTo>
                <a:lnTo>
                  <a:pt x="2388067" y="2139624"/>
                </a:lnTo>
                <a:cubicBezTo>
                  <a:pt x="2387831" y="2140039"/>
                  <a:pt x="2387357" y="2140335"/>
                  <a:pt x="2386883" y="2140335"/>
                </a:cubicBezTo>
                <a:lnTo>
                  <a:pt x="2367102" y="2140335"/>
                </a:lnTo>
                <a:cubicBezTo>
                  <a:pt x="2366628" y="2140335"/>
                  <a:pt x="2366154" y="2140039"/>
                  <a:pt x="2365917" y="2139624"/>
                </a:cubicBezTo>
                <a:lnTo>
                  <a:pt x="2356027" y="2122508"/>
                </a:lnTo>
                <a:cubicBezTo>
                  <a:pt x="2355790" y="2122034"/>
                  <a:pt x="2355790" y="2121501"/>
                  <a:pt x="2356027" y="2121087"/>
                </a:cubicBezTo>
                <a:lnTo>
                  <a:pt x="2365917" y="2103971"/>
                </a:lnTo>
                <a:cubicBezTo>
                  <a:pt x="2366154" y="2103556"/>
                  <a:pt x="2366628" y="2103260"/>
                  <a:pt x="2367102" y="2103260"/>
                </a:cubicBezTo>
                <a:close/>
                <a:moveTo>
                  <a:pt x="3381450" y="2103023"/>
                </a:moveTo>
                <a:lnTo>
                  <a:pt x="3401409" y="2103023"/>
                </a:lnTo>
                <a:cubicBezTo>
                  <a:pt x="3401941" y="2103023"/>
                  <a:pt x="3402415" y="2103319"/>
                  <a:pt x="3402652" y="2103734"/>
                </a:cubicBezTo>
                <a:lnTo>
                  <a:pt x="3412661" y="2121027"/>
                </a:lnTo>
                <a:cubicBezTo>
                  <a:pt x="3412898" y="2121442"/>
                  <a:pt x="3412898" y="2122034"/>
                  <a:pt x="3412661" y="2122449"/>
                </a:cubicBezTo>
                <a:lnTo>
                  <a:pt x="3402652" y="2139743"/>
                </a:lnTo>
                <a:cubicBezTo>
                  <a:pt x="3402356" y="2140157"/>
                  <a:pt x="3401882" y="2140453"/>
                  <a:pt x="3401409" y="2140453"/>
                </a:cubicBezTo>
                <a:lnTo>
                  <a:pt x="3381450" y="2140453"/>
                </a:lnTo>
                <a:cubicBezTo>
                  <a:pt x="3380916" y="2140453"/>
                  <a:pt x="3380443" y="2140157"/>
                  <a:pt x="3380206" y="2139743"/>
                </a:cubicBezTo>
                <a:lnTo>
                  <a:pt x="3370197" y="2122449"/>
                </a:lnTo>
                <a:cubicBezTo>
                  <a:pt x="3369960" y="2122034"/>
                  <a:pt x="3369960" y="2121442"/>
                  <a:pt x="3370197" y="2121027"/>
                </a:cubicBezTo>
                <a:lnTo>
                  <a:pt x="3380206" y="2103734"/>
                </a:lnTo>
                <a:cubicBezTo>
                  <a:pt x="3380502" y="2103319"/>
                  <a:pt x="3380975" y="2103023"/>
                  <a:pt x="3381450" y="2103023"/>
                </a:cubicBezTo>
                <a:close/>
                <a:moveTo>
                  <a:pt x="1082035" y="2103023"/>
                </a:moveTo>
                <a:lnTo>
                  <a:pt x="1101994" y="2103023"/>
                </a:lnTo>
                <a:cubicBezTo>
                  <a:pt x="1102527" y="2103023"/>
                  <a:pt x="1103001" y="2103319"/>
                  <a:pt x="1103238" y="2103734"/>
                </a:cubicBezTo>
                <a:lnTo>
                  <a:pt x="1113247" y="2121027"/>
                </a:lnTo>
                <a:cubicBezTo>
                  <a:pt x="1113484" y="2121442"/>
                  <a:pt x="1113484" y="2122034"/>
                  <a:pt x="1113247" y="2122449"/>
                </a:cubicBezTo>
                <a:lnTo>
                  <a:pt x="1103238" y="2139743"/>
                </a:lnTo>
                <a:cubicBezTo>
                  <a:pt x="1102942" y="2140157"/>
                  <a:pt x="1102468" y="2140453"/>
                  <a:pt x="1101994" y="2140453"/>
                </a:cubicBezTo>
                <a:lnTo>
                  <a:pt x="1082035" y="2140453"/>
                </a:lnTo>
                <a:cubicBezTo>
                  <a:pt x="1081503" y="2140453"/>
                  <a:pt x="1081029" y="2140157"/>
                  <a:pt x="1080792" y="2139743"/>
                </a:cubicBezTo>
                <a:lnTo>
                  <a:pt x="1070783" y="2122449"/>
                </a:lnTo>
                <a:cubicBezTo>
                  <a:pt x="1070546" y="2122034"/>
                  <a:pt x="1070546" y="2121442"/>
                  <a:pt x="1070783" y="2121027"/>
                </a:cubicBezTo>
                <a:lnTo>
                  <a:pt x="1080792" y="2103734"/>
                </a:lnTo>
                <a:cubicBezTo>
                  <a:pt x="1081088" y="2103319"/>
                  <a:pt x="1081562" y="2103023"/>
                  <a:pt x="1082035" y="2103023"/>
                </a:cubicBezTo>
                <a:close/>
                <a:moveTo>
                  <a:pt x="1961173" y="2102905"/>
                </a:moveTo>
                <a:lnTo>
                  <a:pt x="1981250" y="2102905"/>
                </a:lnTo>
                <a:cubicBezTo>
                  <a:pt x="1981783" y="2102905"/>
                  <a:pt x="1982257" y="2103201"/>
                  <a:pt x="1982494" y="2103616"/>
                </a:cubicBezTo>
                <a:lnTo>
                  <a:pt x="1992503" y="2121028"/>
                </a:lnTo>
                <a:cubicBezTo>
                  <a:pt x="1992740" y="2121442"/>
                  <a:pt x="1992740" y="2122035"/>
                  <a:pt x="1992503" y="2122449"/>
                </a:cubicBezTo>
                <a:lnTo>
                  <a:pt x="1982435" y="2139861"/>
                </a:lnTo>
                <a:cubicBezTo>
                  <a:pt x="1982139" y="2140276"/>
                  <a:pt x="1981665" y="2140572"/>
                  <a:pt x="1981191" y="2140572"/>
                </a:cubicBezTo>
                <a:lnTo>
                  <a:pt x="1961113" y="2140572"/>
                </a:lnTo>
                <a:cubicBezTo>
                  <a:pt x="1960581" y="2140572"/>
                  <a:pt x="1960107" y="2140276"/>
                  <a:pt x="1959870" y="2139861"/>
                </a:cubicBezTo>
                <a:lnTo>
                  <a:pt x="1949861" y="2122449"/>
                </a:lnTo>
                <a:cubicBezTo>
                  <a:pt x="1949624" y="2122035"/>
                  <a:pt x="1949624" y="2121442"/>
                  <a:pt x="1949861" y="2121028"/>
                </a:cubicBezTo>
                <a:lnTo>
                  <a:pt x="1959929" y="2103616"/>
                </a:lnTo>
                <a:cubicBezTo>
                  <a:pt x="1960225" y="2103201"/>
                  <a:pt x="1960699" y="2102905"/>
                  <a:pt x="1961173" y="2102905"/>
                </a:cubicBezTo>
                <a:close/>
                <a:moveTo>
                  <a:pt x="3313458" y="2102431"/>
                </a:moveTo>
                <a:lnTo>
                  <a:pt x="3334129" y="2102431"/>
                </a:lnTo>
                <a:cubicBezTo>
                  <a:pt x="3334602" y="2102431"/>
                  <a:pt x="3335135" y="2102668"/>
                  <a:pt x="3335372" y="2103142"/>
                </a:cubicBezTo>
                <a:lnTo>
                  <a:pt x="3345677" y="2121028"/>
                </a:lnTo>
                <a:cubicBezTo>
                  <a:pt x="3345914" y="2121502"/>
                  <a:pt x="3345914" y="2122034"/>
                  <a:pt x="3345677" y="2122508"/>
                </a:cubicBezTo>
                <a:lnTo>
                  <a:pt x="3335372" y="2140394"/>
                </a:lnTo>
                <a:cubicBezTo>
                  <a:pt x="3335135" y="2140809"/>
                  <a:pt x="3334661" y="2141105"/>
                  <a:pt x="3334129" y="2141105"/>
                </a:cubicBezTo>
                <a:lnTo>
                  <a:pt x="3313458" y="2141105"/>
                </a:lnTo>
                <a:cubicBezTo>
                  <a:pt x="3312985" y="2141105"/>
                  <a:pt x="3312452" y="2140868"/>
                  <a:pt x="3312215" y="2140394"/>
                </a:cubicBezTo>
                <a:lnTo>
                  <a:pt x="3301910" y="2122508"/>
                </a:lnTo>
                <a:cubicBezTo>
                  <a:pt x="3301673" y="2122034"/>
                  <a:pt x="3301673" y="2121502"/>
                  <a:pt x="3301910" y="2121028"/>
                </a:cubicBezTo>
                <a:lnTo>
                  <a:pt x="3312215" y="2103142"/>
                </a:lnTo>
                <a:cubicBezTo>
                  <a:pt x="3312452" y="2102727"/>
                  <a:pt x="3312926" y="2102431"/>
                  <a:pt x="3313458" y="2102431"/>
                </a:cubicBezTo>
                <a:close/>
                <a:moveTo>
                  <a:pt x="2772320" y="2102194"/>
                </a:moveTo>
                <a:lnTo>
                  <a:pt x="2793167" y="2102194"/>
                </a:lnTo>
                <a:cubicBezTo>
                  <a:pt x="2793700" y="2102194"/>
                  <a:pt x="2794174" y="2102431"/>
                  <a:pt x="2794470" y="2102905"/>
                </a:cubicBezTo>
                <a:lnTo>
                  <a:pt x="2804894" y="2120968"/>
                </a:lnTo>
                <a:cubicBezTo>
                  <a:pt x="2805190" y="2121442"/>
                  <a:pt x="2805190" y="2121975"/>
                  <a:pt x="2804894" y="2122449"/>
                </a:cubicBezTo>
                <a:lnTo>
                  <a:pt x="2794470" y="2140512"/>
                </a:lnTo>
                <a:cubicBezTo>
                  <a:pt x="2794174" y="2140927"/>
                  <a:pt x="2793700" y="2141223"/>
                  <a:pt x="2793167" y="2141223"/>
                </a:cubicBezTo>
                <a:lnTo>
                  <a:pt x="2772320" y="2141223"/>
                </a:lnTo>
                <a:cubicBezTo>
                  <a:pt x="2771787" y="2141223"/>
                  <a:pt x="2771313" y="2140986"/>
                  <a:pt x="2771017" y="2140512"/>
                </a:cubicBezTo>
                <a:lnTo>
                  <a:pt x="2760593" y="2122449"/>
                </a:lnTo>
                <a:cubicBezTo>
                  <a:pt x="2760297" y="2121975"/>
                  <a:pt x="2760297" y="2121442"/>
                  <a:pt x="2760593" y="2120968"/>
                </a:cubicBezTo>
                <a:lnTo>
                  <a:pt x="2771017" y="2102905"/>
                </a:lnTo>
                <a:cubicBezTo>
                  <a:pt x="2771313" y="2102490"/>
                  <a:pt x="2771787" y="2102194"/>
                  <a:pt x="2772320" y="2102194"/>
                </a:cubicBezTo>
                <a:close/>
                <a:moveTo>
                  <a:pt x="2839836" y="2102016"/>
                </a:moveTo>
                <a:lnTo>
                  <a:pt x="2860921" y="2102016"/>
                </a:lnTo>
                <a:cubicBezTo>
                  <a:pt x="2861453" y="2102016"/>
                  <a:pt x="2861927" y="2102312"/>
                  <a:pt x="2862223" y="2102786"/>
                </a:cubicBezTo>
                <a:lnTo>
                  <a:pt x="2872766" y="2121027"/>
                </a:lnTo>
                <a:cubicBezTo>
                  <a:pt x="2873062" y="2121501"/>
                  <a:pt x="2873062" y="2122034"/>
                  <a:pt x="2872766" y="2122508"/>
                </a:cubicBezTo>
                <a:lnTo>
                  <a:pt x="2862223" y="2140749"/>
                </a:lnTo>
                <a:cubicBezTo>
                  <a:pt x="2861927" y="2141223"/>
                  <a:pt x="2861453" y="2141519"/>
                  <a:pt x="2860921" y="2141519"/>
                </a:cubicBezTo>
                <a:lnTo>
                  <a:pt x="2839836" y="2141519"/>
                </a:lnTo>
                <a:cubicBezTo>
                  <a:pt x="2839303" y="2141519"/>
                  <a:pt x="2838829" y="2141223"/>
                  <a:pt x="2838533" y="2140749"/>
                </a:cubicBezTo>
                <a:lnTo>
                  <a:pt x="2827991" y="2122508"/>
                </a:lnTo>
                <a:cubicBezTo>
                  <a:pt x="2827695" y="2122034"/>
                  <a:pt x="2827695" y="2121501"/>
                  <a:pt x="2827991" y="2121027"/>
                </a:cubicBezTo>
                <a:lnTo>
                  <a:pt x="2838533" y="2102786"/>
                </a:lnTo>
                <a:cubicBezTo>
                  <a:pt x="2838829" y="2102312"/>
                  <a:pt x="2839303" y="2102016"/>
                  <a:pt x="2839836" y="2102016"/>
                </a:cubicBezTo>
                <a:close/>
                <a:moveTo>
                  <a:pt x="810903" y="2102016"/>
                </a:moveTo>
                <a:lnTo>
                  <a:pt x="831987" y="2102016"/>
                </a:lnTo>
                <a:cubicBezTo>
                  <a:pt x="832520" y="2102016"/>
                  <a:pt x="832994" y="2102312"/>
                  <a:pt x="833290" y="2102786"/>
                </a:cubicBezTo>
                <a:lnTo>
                  <a:pt x="843832" y="2121027"/>
                </a:lnTo>
                <a:cubicBezTo>
                  <a:pt x="844128" y="2121501"/>
                  <a:pt x="844128" y="2122034"/>
                  <a:pt x="843832" y="2122508"/>
                </a:cubicBezTo>
                <a:lnTo>
                  <a:pt x="833290" y="2140749"/>
                </a:lnTo>
                <a:cubicBezTo>
                  <a:pt x="832994" y="2141223"/>
                  <a:pt x="832520" y="2141519"/>
                  <a:pt x="831987" y="2141519"/>
                </a:cubicBezTo>
                <a:lnTo>
                  <a:pt x="810903" y="2141519"/>
                </a:lnTo>
                <a:cubicBezTo>
                  <a:pt x="810370" y="2141519"/>
                  <a:pt x="809896" y="2141223"/>
                  <a:pt x="809600" y="2140749"/>
                </a:cubicBezTo>
                <a:lnTo>
                  <a:pt x="799058" y="2122508"/>
                </a:lnTo>
                <a:cubicBezTo>
                  <a:pt x="798762" y="2122034"/>
                  <a:pt x="798762" y="2121501"/>
                  <a:pt x="799058" y="2121027"/>
                </a:cubicBezTo>
                <a:lnTo>
                  <a:pt x="809600" y="2102786"/>
                </a:lnTo>
                <a:cubicBezTo>
                  <a:pt x="809896" y="2102312"/>
                  <a:pt x="810370" y="2102016"/>
                  <a:pt x="810903" y="2102016"/>
                </a:cubicBezTo>
                <a:close/>
                <a:moveTo>
                  <a:pt x="4733380" y="2101780"/>
                </a:moveTo>
                <a:lnTo>
                  <a:pt x="4754702" y="2101780"/>
                </a:lnTo>
                <a:cubicBezTo>
                  <a:pt x="4755235" y="2101780"/>
                  <a:pt x="4755708" y="2102076"/>
                  <a:pt x="4756005" y="2102550"/>
                </a:cubicBezTo>
                <a:lnTo>
                  <a:pt x="4766665" y="2121028"/>
                </a:lnTo>
                <a:cubicBezTo>
                  <a:pt x="4766961" y="2121443"/>
                  <a:pt x="4766961" y="2122035"/>
                  <a:pt x="4766665" y="2122509"/>
                </a:cubicBezTo>
                <a:lnTo>
                  <a:pt x="4756005" y="2140987"/>
                </a:lnTo>
                <a:cubicBezTo>
                  <a:pt x="4755708" y="2141461"/>
                  <a:pt x="4755235" y="2141757"/>
                  <a:pt x="4754702" y="2141757"/>
                </a:cubicBezTo>
                <a:lnTo>
                  <a:pt x="4733380" y="2141757"/>
                </a:lnTo>
                <a:cubicBezTo>
                  <a:pt x="4732847" y="2141757"/>
                  <a:pt x="4732374" y="2141461"/>
                  <a:pt x="4732077" y="2140987"/>
                </a:cubicBezTo>
                <a:lnTo>
                  <a:pt x="4721417" y="2122509"/>
                </a:lnTo>
                <a:cubicBezTo>
                  <a:pt x="4721121" y="2122094"/>
                  <a:pt x="4721121" y="2121502"/>
                  <a:pt x="4721417" y="2121028"/>
                </a:cubicBezTo>
                <a:lnTo>
                  <a:pt x="4732077" y="2102550"/>
                </a:lnTo>
                <a:cubicBezTo>
                  <a:pt x="4732374" y="2102076"/>
                  <a:pt x="4732847" y="2101780"/>
                  <a:pt x="4733380" y="2101780"/>
                </a:cubicBezTo>
                <a:close/>
                <a:moveTo>
                  <a:pt x="1013631" y="2101661"/>
                </a:moveTo>
                <a:lnTo>
                  <a:pt x="1035070" y="2101661"/>
                </a:lnTo>
                <a:cubicBezTo>
                  <a:pt x="1035603" y="2101661"/>
                  <a:pt x="1036077" y="2101957"/>
                  <a:pt x="1036373" y="2102431"/>
                </a:cubicBezTo>
                <a:lnTo>
                  <a:pt x="1047093" y="2120968"/>
                </a:lnTo>
                <a:cubicBezTo>
                  <a:pt x="1047389" y="2121442"/>
                  <a:pt x="1047389" y="2122034"/>
                  <a:pt x="1047093" y="2122508"/>
                </a:cubicBezTo>
                <a:lnTo>
                  <a:pt x="1036373" y="2141046"/>
                </a:lnTo>
                <a:cubicBezTo>
                  <a:pt x="1036077" y="2141520"/>
                  <a:pt x="1035603" y="2141816"/>
                  <a:pt x="1035070" y="2141816"/>
                </a:cubicBezTo>
                <a:lnTo>
                  <a:pt x="1013631" y="2141816"/>
                </a:lnTo>
                <a:cubicBezTo>
                  <a:pt x="1013098" y="2141816"/>
                  <a:pt x="1012624" y="2141520"/>
                  <a:pt x="1012328" y="2141046"/>
                </a:cubicBezTo>
                <a:lnTo>
                  <a:pt x="1001608" y="2122508"/>
                </a:lnTo>
                <a:cubicBezTo>
                  <a:pt x="1001312" y="2122034"/>
                  <a:pt x="1001312" y="2121442"/>
                  <a:pt x="1001608" y="2120968"/>
                </a:cubicBezTo>
                <a:lnTo>
                  <a:pt x="1012328" y="2102431"/>
                </a:lnTo>
                <a:cubicBezTo>
                  <a:pt x="1012624" y="2101957"/>
                  <a:pt x="1013098" y="2101661"/>
                  <a:pt x="1013631" y="2101661"/>
                </a:cubicBezTo>
                <a:close/>
                <a:moveTo>
                  <a:pt x="743090" y="2101661"/>
                </a:moveTo>
                <a:lnTo>
                  <a:pt x="764529" y="2101661"/>
                </a:lnTo>
                <a:cubicBezTo>
                  <a:pt x="765063" y="2101661"/>
                  <a:pt x="765536" y="2101957"/>
                  <a:pt x="765833" y="2102431"/>
                </a:cubicBezTo>
                <a:lnTo>
                  <a:pt x="776552" y="2120968"/>
                </a:lnTo>
                <a:cubicBezTo>
                  <a:pt x="776848" y="2121442"/>
                  <a:pt x="776848" y="2122034"/>
                  <a:pt x="776552" y="2122508"/>
                </a:cubicBezTo>
                <a:lnTo>
                  <a:pt x="765833" y="2141046"/>
                </a:lnTo>
                <a:cubicBezTo>
                  <a:pt x="765536" y="2141520"/>
                  <a:pt x="765063" y="2141816"/>
                  <a:pt x="764529" y="2141816"/>
                </a:cubicBezTo>
                <a:lnTo>
                  <a:pt x="743090" y="2141816"/>
                </a:lnTo>
                <a:cubicBezTo>
                  <a:pt x="742557" y="2141816"/>
                  <a:pt x="742083" y="2141520"/>
                  <a:pt x="741787" y="2141046"/>
                </a:cubicBezTo>
                <a:lnTo>
                  <a:pt x="731067" y="2122508"/>
                </a:lnTo>
                <a:cubicBezTo>
                  <a:pt x="730771" y="2122034"/>
                  <a:pt x="730771" y="2121442"/>
                  <a:pt x="731067" y="2120968"/>
                </a:cubicBezTo>
                <a:lnTo>
                  <a:pt x="741787" y="2102431"/>
                </a:lnTo>
                <a:cubicBezTo>
                  <a:pt x="742083" y="2101957"/>
                  <a:pt x="742557" y="2101661"/>
                  <a:pt x="743090" y="2101661"/>
                </a:cubicBezTo>
                <a:close/>
                <a:moveTo>
                  <a:pt x="2501424" y="2101484"/>
                </a:moveTo>
                <a:lnTo>
                  <a:pt x="2523041" y="2101484"/>
                </a:lnTo>
                <a:cubicBezTo>
                  <a:pt x="2523575" y="2101484"/>
                  <a:pt x="2524048" y="2101780"/>
                  <a:pt x="2524344" y="2102254"/>
                </a:cubicBezTo>
                <a:lnTo>
                  <a:pt x="2535183" y="2120969"/>
                </a:lnTo>
                <a:cubicBezTo>
                  <a:pt x="2535479" y="2121443"/>
                  <a:pt x="2535479" y="2122035"/>
                  <a:pt x="2535183" y="2122509"/>
                </a:cubicBezTo>
                <a:lnTo>
                  <a:pt x="2524344" y="2141224"/>
                </a:lnTo>
                <a:cubicBezTo>
                  <a:pt x="2524107" y="2141698"/>
                  <a:pt x="2523575" y="2141994"/>
                  <a:pt x="2523041" y="2141994"/>
                </a:cubicBezTo>
                <a:lnTo>
                  <a:pt x="2501424" y="2141994"/>
                </a:lnTo>
                <a:cubicBezTo>
                  <a:pt x="2500891" y="2141994"/>
                  <a:pt x="2500417" y="2141698"/>
                  <a:pt x="2500121" y="2141224"/>
                </a:cubicBezTo>
                <a:lnTo>
                  <a:pt x="2489283" y="2122509"/>
                </a:lnTo>
                <a:cubicBezTo>
                  <a:pt x="2488987" y="2122035"/>
                  <a:pt x="2488987" y="2121443"/>
                  <a:pt x="2489283" y="2120969"/>
                </a:cubicBezTo>
                <a:lnTo>
                  <a:pt x="2500121" y="2102254"/>
                </a:lnTo>
                <a:cubicBezTo>
                  <a:pt x="2500358" y="2101780"/>
                  <a:pt x="2500891" y="2101484"/>
                  <a:pt x="2501424" y="2101484"/>
                </a:cubicBezTo>
                <a:close/>
                <a:moveTo>
                  <a:pt x="2704270" y="2101365"/>
                </a:moveTo>
                <a:lnTo>
                  <a:pt x="2726005" y="2101365"/>
                </a:lnTo>
                <a:cubicBezTo>
                  <a:pt x="2726538" y="2101365"/>
                  <a:pt x="2727012" y="2101661"/>
                  <a:pt x="2727308" y="2102135"/>
                </a:cubicBezTo>
                <a:lnTo>
                  <a:pt x="2738146" y="2120968"/>
                </a:lnTo>
                <a:cubicBezTo>
                  <a:pt x="2738442" y="2121442"/>
                  <a:pt x="2738442" y="2122035"/>
                  <a:pt x="2738146" y="2122508"/>
                </a:cubicBezTo>
                <a:lnTo>
                  <a:pt x="2727249" y="2141342"/>
                </a:lnTo>
                <a:cubicBezTo>
                  <a:pt x="2727012" y="2141816"/>
                  <a:pt x="2726479" y="2142112"/>
                  <a:pt x="2725946" y="2142112"/>
                </a:cubicBezTo>
                <a:lnTo>
                  <a:pt x="2704210" y="2142112"/>
                </a:lnTo>
                <a:cubicBezTo>
                  <a:pt x="2703677" y="2142112"/>
                  <a:pt x="2703204" y="2141816"/>
                  <a:pt x="2702907" y="2141342"/>
                </a:cubicBezTo>
                <a:lnTo>
                  <a:pt x="2692069" y="2122508"/>
                </a:lnTo>
                <a:cubicBezTo>
                  <a:pt x="2691773" y="2122035"/>
                  <a:pt x="2691773" y="2121442"/>
                  <a:pt x="2692069" y="2120968"/>
                </a:cubicBezTo>
                <a:lnTo>
                  <a:pt x="2702967" y="2102135"/>
                </a:lnTo>
                <a:cubicBezTo>
                  <a:pt x="2703204" y="2101661"/>
                  <a:pt x="2703736" y="2101365"/>
                  <a:pt x="2704270" y="2101365"/>
                </a:cubicBezTo>
                <a:close/>
                <a:moveTo>
                  <a:pt x="878242" y="2101365"/>
                </a:moveTo>
                <a:lnTo>
                  <a:pt x="899978" y="2101365"/>
                </a:lnTo>
                <a:cubicBezTo>
                  <a:pt x="900511" y="2101365"/>
                  <a:pt x="900985" y="2101661"/>
                  <a:pt x="901281" y="2102135"/>
                </a:cubicBezTo>
                <a:lnTo>
                  <a:pt x="912119" y="2120968"/>
                </a:lnTo>
                <a:cubicBezTo>
                  <a:pt x="912415" y="2121442"/>
                  <a:pt x="912415" y="2122035"/>
                  <a:pt x="912119" y="2122508"/>
                </a:cubicBezTo>
                <a:lnTo>
                  <a:pt x="901222" y="2141342"/>
                </a:lnTo>
                <a:cubicBezTo>
                  <a:pt x="900985" y="2141816"/>
                  <a:pt x="900452" y="2142112"/>
                  <a:pt x="899919" y="2142112"/>
                </a:cubicBezTo>
                <a:lnTo>
                  <a:pt x="878183" y="2142112"/>
                </a:lnTo>
                <a:cubicBezTo>
                  <a:pt x="877650" y="2142112"/>
                  <a:pt x="877176" y="2141816"/>
                  <a:pt x="876880" y="2141342"/>
                </a:cubicBezTo>
                <a:lnTo>
                  <a:pt x="866042" y="2122508"/>
                </a:lnTo>
                <a:cubicBezTo>
                  <a:pt x="865746" y="2122035"/>
                  <a:pt x="865746" y="2121442"/>
                  <a:pt x="866042" y="2120968"/>
                </a:cubicBezTo>
                <a:lnTo>
                  <a:pt x="876939" y="2102135"/>
                </a:lnTo>
                <a:cubicBezTo>
                  <a:pt x="877176" y="2101661"/>
                  <a:pt x="877709" y="2101365"/>
                  <a:pt x="878242" y="2101365"/>
                </a:cubicBezTo>
                <a:close/>
                <a:moveTo>
                  <a:pt x="2636576" y="2101247"/>
                </a:moveTo>
                <a:lnTo>
                  <a:pt x="2658430" y="2101247"/>
                </a:lnTo>
                <a:cubicBezTo>
                  <a:pt x="2659022" y="2101247"/>
                  <a:pt x="2659496" y="2101543"/>
                  <a:pt x="2659792" y="2102017"/>
                </a:cubicBezTo>
                <a:lnTo>
                  <a:pt x="2670689" y="2120969"/>
                </a:lnTo>
                <a:cubicBezTo>
                  <a:pt x="2670986" y="2121443"/>
                  <a:pt x="2670986" y="2122035"/>
                  <a:pt x="2670689" y="2122509"/>
                </a:cubicBezTo>
                <a:lnTo>
                  <a:pt x="2659733" y="2141461"/>
                </a:lnTo>
                <a:cubicBezTo>
                  <a:pt x="2659437" y="2141935"/>
                  <a:pt x="2658904" y="2142231"/>
                  <a:pt x="2658371" y="2142231"/>
                </a:cubicBezTo>
                <a:lnTo>
                  <a:pt x="2636517" y="2142231"/>
                </a:lnTo>
                <a:cubicBezTo>
                  <a:pt x="2635924" y="2142231"/>
                  <a:pt x="2635451" y="2141935"/>
                  <a:pt x="2635154" y="2141461"/>
                </a:cubicBezTo>
                <a:lnTo>
                  <a:pt x="2624257" y="2122509"/>
                </a:lnTo>
                <a:cubicBezTo>
                  <a:pt x="2623961" y="2122035"/>
                  <a:pt x="2623961" y="2121443"/>
                  <a:pt x="2624257" y="2120969"/>
                </a:cubicBezTo>
                <a:lnTo>
                  <a:pt x="2635214" y="2102017"/>
                </a:lnTo>
                <a:cubicBezTo>
                  <a:pt x="2635510" y="2101543"/>
                  <a:pt x="2636043" y="2101247"/>
                  <a:pt x="2636576" y="2101247"/>
                </a:cubicBezTo>
                <a:close/>
                <a:moveTo>
                  <a:pt x="4868295" y="2101187"/>
                </a:moveTo>
                <a:lnTo>
                  <a:pt x="4890268" y="2101187"/>
                </a:lnTo>
                <a:cubicBezTo>
                  <a:pt x="4890860" y="2101187"/>
                  <a:pt x="4891334" y="2101483"/>
                  <a:pt x="4891630" y="2101957"/>
                </a:cubicBezTo>
                <a:lnTo>
                  <a:pt x="4902587" y="2120968"/>
                </a:lnTo>
                <a:cubicBezTo>
                  <a:pt x="4902883" y="2121442"/>
                  <a:pt x="4902883" y="2122034"/>
                  <a:pt x="4902587" y="2122508"/>
                </a:cubicBezTo>
                <a:lnTo>
                  <a:pt x="4891571" y="2141519"/>
                </a:lnTo>
                <a:cubicBezTo>
                  <a:pt x="4891275" y="2141993"/>
                  <a:pt x="4890742" y="2142289"/>
                  <a:pt x="4890209" y="2142289"/>
                </a:cubicBezTo>
                <a:lnTo>
                  <a:pt x="4868236" y="2142289"/>
                </a:lnTo>
                <a:cubicBezTo>
                  <a:pt x="4867644" y="2142289"/>
                  <a:pt x="4867170" y="2141993"/>
                  <a:pt x="4866874" y="2141519"/>
                </a:cubicBezTo>
                <a:lnTo>
                  <a:pt x="4855917" y="2122508"/>
                </a:lnTo>
                <a:cubicBezTo>
                  <a:pt x="4855621" y="2122034"/>
                  <a:pt x="4855621" y="2121442"/>
                  <a:pt x="4855917" y="2120968"/>
                </a:cubicBezTo>
                <a:lnTo>
                  <a:pt x="4866933" y="2101957"/>
                </a:lnTo>
                <a:cubicBezTo>
                  <a:pt x="4867230" y="2101483"/>
                  <a:pt x="4867762" y="2101187"/>
                  <a:pt x="4868295" y="2101187"/>
                </a:cubicBezTo>
                <a:close/>
                <a:moveTo>
                  <a:pt x="3245172" y="2101187"/>
                </a:moveTo>
                <a:lnTo>
                  <a:pt x="3267145" y="2101187"/>
                </a:lnTo>
                <a:cubicBezTo>
                  <a:pt x="3267737" y="2101187"/>
                  <a:pt x="3268211" y="2101483"/>
                  <a:pt x="3268507" y="2101957"/>
                </a:cubicBezTo>
                <a:lnTo>
                  <a:pt x="3279463" y="2120968"/>
                </a:lnTo>
                <a:cubicBezTo>
                  <a:pt x="3279760" y="2121442"/>
                  <a:pt x="3279760" y="2122034"/>
                  <a:pt x="3279463" y="2122508"/>
                </a:cubicBezTo>
                <a:lnTo>
                  <a:pt x="3268447" y="2141519"/>
                </a:lnTo>
                <a:cubicBezTo>
                  <a:pt x="3268152" y="2141993"/>
                  <a:pt x="3267618" y="2142289"/>
                  <a:pt x="3267085" y="2142289"/>
                </a:cubicBezTo>
                <a:lnTo>
                  <a:pt x="3245113" y="2142289"/>
                </a:lnTo>
                <a:cubicBezTo>
                  <a:pt x="3244521" y="2142289"/>
                  <a:pt x="3244047" y="2141993"/>
                  <a:pt x="3243751" y="2141519"/>
                </a:cubicBezTo>
                <a:lnTo>
                  <a:pt x="3232794" y="2122508"/>
                </a:lnTo>
                <a:cubicBezTo>
                  <a:pt x="3232498" y="2122034"/>
                  <a:pt x="3232498" y="2121442"/>
                  <a:pt x="3232794" y="2120968"/>
                </a:cubicBezTo>
                <a:lnTo>
                  <a:pt x="3243810" y="2101957"/>
                </a:lnTo>
                <a:cubicBezTo>
                  <a:pt x="3244106" y="2101483"/>
                  <a:pt x="3244639" y="2101187"/>
                  <a:pt x="3245172" y="2101187"/>
                </a:cubicBezTo>
                <a:close/>
                <a:moveTo>
                  <a:pt x="2568881" y="2101187"/>
                </a:moveTo>
                <a:lnTo>
                  <a:pt x="2590854" y="2101187"/>
                </a:lnTo>
                <a:cubicBezTo>
                  <a:pt x="2591446" y="2101187"/>
                  <a:pt x="2591920" y="2101483"/>
                  <a:pt x="2592216" y="2101957"/>
                </a:cubicBezTo>
                <a:lnTo>
                  <a:pt x="2603172" y="2120968"/>
                </a:lnTo>
                <a:cubicBezTo>
                  <a:pt x="2603468" y="2121442"/>
                  <a:pt x="2603468" y="2122034"/>
                  <a:pt x="2603172" y="2122508"/>
                </a:cubicBezTo>
                <a:lnTo>
                  <a:pt x="2592157" y="2141519"/>
                </a:lnTo>
                <a:cubicBezTo>
                  <a:pt x="2591860" y="2141993"/>
                  <a:pt x="2591327" y="2142289"/>
                  <a:pt x="2590794" y="2142289"/>
                </a:cubicBezTo>
                <a:lnTo>
                  <a:pt x="2568822" y="2142289"/>
                </a:lnTo>
                <a:cubicBezTo>
                  <a:pt x="2568229" y="2142289"/>
                  <a:pt x="2567756" y="2141993"/>
                  <a:pt x="2567460" y="2141519"/>
                </a:cubicBezTo>
                <a:lnTo>
                  <a:pt x="2556503" y="2122508"/>
                </a:lnTo>
                <a:cubicBezTo>
                  <a:pt x="2556207" y="2122034"/>
                  <a:pt x="2556207" y="2121442"/>
                  <a:pt x="2556503" y="2120968"/>
                </a:cubicBezTo>
                <a:lnTo>
                  <a:pt x="2567519" y="2101957"/>
                </a:lnTo>
                <a:cubicBezTo>
                  <a:pt x="2567815" y="2101483"/>
                  <a:pt x="2568348" y="2101187"/>
                  <a:pt x="2568881" y="2101187"/>
                </a:cubicBezTo>
                <a:close/>
                <a:moveTo>
                  <a:pt x="4800542" y="2100950"/>
                </a:moveTo>
                <a:lnTo>
                  <a:pt x="4822752" y="2100950"/>
                </a:lnTo>
                <a:cubicBezTo>
                  <a:pt x="4823285" y="2100950"/>
                  <a:pt x="4823817" y="2101246"/>
                  <a:pt x="4824114" y="2101720"/>
                </a:cubicBezTo>
                <a:lnTo>
                  <a:pt x="4835189" y="2120968"/>
                </a:lnTo>
                <a:cubicBezTo>
                  <a:pt x="4835485" y="2121442"/>
                  <a:pt x="4835485" y="2122034"/>
                  <a:pt x="4835189" y="2122508"/>
                </a:cubicBezTo>
                <a:lnTo>
                  <a:pt x="4824114" y="2141756"/>
                </a:lnTo>
                <a:cubicBezTo>
                  <a:pt x="4823817" y="2142230"/>
                  <a:pt x="4823285" y="2142526"/>
                  <a:pt x="4822752" y="2142526"/>
                </a:cubicBezTo>
                <a:lnTo>
                  <a:pt x="4800542" y="2142526"/>
                </a:lnTo>
                <a:cubicBezTo>
                  <a:pt x="4800009" y="2142526"/>
                  <a:pt x="4799476" y="2142230"/>
                  <a:pt x="4799180" y="2141756"/>
                </a:cubicBezTo>
                <a:lnTo>
                  <a:pt x="4788105" y="2122508"/>
                </a:lnTo>
                <a:cubicBezTo>
                  <a:pt x="4787809" y="2122034"/>
                  <a:pt x="4787809" y="2121442"/>
                  <a:pt x="4788105" y="2120968"/>
                </a:cubicBezTo>
                <a:lnTo>
                  <a:pt x="4799180" y="2101720"/>
                </a:lnTo>
                <a:cubicBezTo>
                  <a:pt x="4799476" y="2101246"/>
                  <a:pt x="4800009" y="2100950"/>
                  <a:pt x="4800542" y="2100950"/>
                </a:cubicBezTo>
                <a:close/>
                <a:moveTo>
                  <a:pt x="2906879" y="2100950"/>
                </a:moveTo>
                <a:lnTo>
                  <a:pt x="2929089" y="2100950"/>
                </a:lnTo>
                <a:cubicBezTo>
                  <a:pt x="2929622" y="2100950"/>
                  <a:pt x="2930155" y="2101246"/>
                  <a:pt x="2930451" y="2101720"/>
                </a:cubicBezTo>
                <a:lnTo>
                  <a:pt x="2941526" y="2120968"/>
                </a:lnTo>
                <a:cubicBezTo>
                  <a:pt x="2941822" y="2121442"/>
                  <a:pt x="2941822" y="2122034"/>
                  <a:pt x="2941526" y="2122508"/>
                </a:cubicBezTo>
                <a:lnTo>
                  <a:pt x="2930451" y="2141756"/>
                </a:lnTo>
                <a:cubicBezTo>
                  <a:pt x="2930155" y="2142230"/>
                  <a:pt x="2929622" y="2142526"/>
                  <a:pt x="2929089" y="2142526"/>
                </a:cubicBezTo>
                <a:lnTo>
                  <a:pt x="2906879" y="2142526"/>
                </a:lnTo>
                <a:cubicBezTo>
                  <a:pt x="2906346" y="2142526"/>
                  <a:pt x="2905813" y="2142230"/>
                  <a:pt x="2905517" y="2141756"/>
                </a:cubicBezTo>
                <a:lnTo>
                  <a:pt x="2894442" y="2122508"/>
                </a:lnTo>
                <a:cubicBezTo>
                  <a:pt x="2894146" y="2122034"/>
                  <a:pt x="2894146" y="2121442"/>
                  <a:pt x="2894442" y="2120968"/>
                </a:cubicBezTo>
                <a:lnTo>
                  <a:pt x="2905517" y="2101720"/>
                </a:lnTo>
                <a:cubicBezTo>
                  <a:pt x="2905813" y="2101246"/>
                  <a:pt x="2906346" y="2100950"/>
                  <a:pt x="2906879" y="2100950"/>
                </a:cubicBezTo>
                <a:close/>
                <a:moveTo>
                  <a:pt x="3177183" y="2100417"/>
                </a:moveTo>
                <a:lnTo>
                  <a:pt x="3199925" y="2100417"/>
                </a:lnTo>
                <a:cubicBezTo>
                  <a:pt x="3200458" y="2100417"/>
                  <a:pt x="3200991" y="2100772"/>
                  <a:pt x="3201287" y="2101246"/>
                </a:cubicBezTo>
                <a:lnTo>
                  <a:pt x="3212659" y="2120968"/>
                </a:lnTo>
                <a:cubicBezTo>
                  <a:pt x="3212954" y="2121442"/>
                  <a:pt x="3212954" y="2122093"/>
                  <a:pt x="3212659" y="2122567"/>
                </a:cubicBezTo>
                <a:lnTo>
                  <a:pt x="3201287" y="2142289"/>
                </a:lnTo>
                <a:cubicBezTo>
                  <a:pt x="3201050" y="2142822"/>
                  <a:pt x="3200517" y="2143118"/>
                  <a:pt x="3199925" y="2143118"/>
                </a:cubicBezTo>
                <a:lnTo>
                  <a:pt x="3177183" y="2143118"/>
                </a:lnTo>
                <a:cubicBezTo>
                  <a:pt x="3176649" y="2143118"/>
                  <a:pt x="3176116" y="2142763"/>
                  <a:pt x="3175820" y="2142289"/>
                </a:cubicBezTo>
                <a:lnTo>
                  <a:pt x="3164449" y="2122567"/>
                </a:lnTo>
                <a:cubicBezTo>
                  <a:pt x="3164153" y="2122093"/>
                  <a:pt x="3164153" y="2121442"/>
                  <a:pt x="3164449" y="2120968"/>
                </a:cubicBezTo>
                <a:lnTo>
                  <a:pt x="3175820" y="2101246"/>
                </a:lnTo>
                <a:cubicBezTo>
                  <a:pt x="3176057" y="2100713"/>
                  <a:pt x="3176590" y="2100417"/>
                  <a:pt x="3177183" y="2100417"/>
                </a:cubicBezTo>
                <a:close/>
                <a:moveTo>
                  <a:pt x="945285" y="2100358"/>
                </a:moveTo>
                <a:lnTo>
                  <a:pt x="968146" y="2100358"/>
                </a:lnTo>
                <a:cubicBezTo>
                  <a:pt x="968738" y="2100358"/>
                  <a:pt x="969271" y="2100713"/>
                  <a:pt x="969567" y="2101187"/>
                </a:cubicBezTo>
                <a:lnTo>
                  <a:pt x="980998" y="2120968"/>
                </a:lnTo>
                <a:cubicBezTo>
                  <a:pt x="981294" y="2121442"/>
                  <a:pt x="981294" y="2122094"/>
                  <a:pt x="980998" y="2122567"/>
                </a:cubicBezTo>
                <a:lnTo>
                  <a:pt x="969567" y="2142349"/>
                </a:lnTo>
                <a:cubicBezTo>
                  <a:pt x="969271" y="2142882"/>
                  <a:pt x="968738" y="2143178"/>
                  <a:pt x="968146" y="2143178"/>
                </a:cubicBezTo>
                <a:lnTo>
                  <a:pt x="945285" y="2143178"/>
                </a:lnTo>
                <a:cubicBezTo>
                  <a:pt x="944693" y="2143178"/>
                  <a:pt x="944160" y="2142822"/>
                  <a:pt x="943864" y="2142349"/>
                </a:cubicBezTo>
                <a:lnTo>
                  <a:pt x="932433" y="2122567"/>
                </a:lnTo>
                <a:cubicBezTo>
                  <a:pt x="932137" y="2122094"/>
                  <a:pt x="932137" y="2121442"/>
                  <a:pt x="932433" y="2120968"/>
                </a:cubicBezTo>
                <a:lnTo>
                  <a:pt x="943864" y="2101187"/>
                </a:lnTo>
                <a:cubicBezTo>
                  <a:pt x="944160" y="2100654"/>
                  <a:pt x="944693" y="2100358"/>
                  <a:pt x="945285" y="2100358"/>
                </a:cubicBezTo>
                <a:close/>
                <a:moveTo>
                  <a:pt x="2027209" y="2099944"/>
                </a:moveTo>
                <a:lnTo>
                  <a:pt x="2050484" y="2099944"/>
                </a:lnTo>
                <a:cubicBezTo>
                  <a:pt x="2051076" y="2099944"/>
                  <a:pt x="2051610" y="2100240"/>
                  <a:pt x="2051906" y="2100773"/>
                </a:cubicBezTo>
                <a:lnTo>
                  <a:pt x="2063514" y="2120969"/>
                </a:lnTo>
                <a:cubicBezTo>
                  <a:pt x="2063810" y="2121502"/>
                  <a:pt x="2063810" y="2122094"/>
                  <a:pt x="2063514" y="2122627"/>
                </a:cubicBezTo>
                <a:lnTo>
                  <a:pt x="2051846" y="2142823"/>
                </a:lnTo>
                <a:cubicBezTo>
                  <a:pt x="2051550" y="2143356"/>
                  <a:pt x="2051018" y="2143652"/>
                  <a:pt x="2050425" y="2143652"/>
                </a:cubicBezTo>
                <a:lnTo>
                  <a:pt x="2027150" y="2143652"/>
                </a:lnTo>
                <a:cubicBezTo>
                  <a:pt x="2026558" y="2143652"/>
                  <a:pt x="2026024" y="2143356"/>
                  <a:pt x="2025728" y="2142823"/>
                </a:cubicBezTo>
                <a:lnTo>
                  <a:pt x="2014120" y="2122627"/>
                </a:lnTo>
                <a:cubicBezTo>
                  <a:pt x="2013824" y="2122094"/>
                  <a:pt x="2013824" y="2121502"/>
                  <a:pt x="2014120" y="2120969"/>
                </a:cubicBezTo>
                <a:lnTo>
                  <a:pt x="2025788" y="2100773"/>
                </a:lnTo>
                <a:cubicBezTo>
                  <a:pt x="2026084" y="2100240"/>
                  <a:pt x="2026616" y="2099944"/>
                  <a:pt x="2027209" y="2099944"/>
                </a:cubicBezTo>
                <a:close/>
                <a:moveTo>
                  <a:pt x="3109251" y="2099825"/>
                </a:moveTo>
                <a:lnTo>
                  <a:pt x="3132645" y="2099825"/>
                </a:lnTo>
                <a:cubicBezTo>
                  <a:pt x="3133237" y="2099825"/>
                  <a:pt x="3133770" y="2100121"/>
                  <a:pt x="3134067" y="2100654"/>
                </a:cubicBezTo>
                <a:lnTo>
                  <a:pt x="3145734" y="2120909"/>
                </a:lnTo>
                <a:cubicBezTo>
                  <a:pt x="3146030" y="2121442"/>
                  <a:pt x="3146030" y="2122034"/>
                  <a:pt x="3145734" y="2122568"/>
                </a:cubicBezTo>
                <a:lnTo>
                  <a:pt x="3134007" y="2142822"/>
                </a:lnTo>
                <a:cubicBezTo>
                  <a:pt x="3133711" y="2143356"/>
                  <a:pt x="3133178" y="2143652"/>
                  <a:pt x="3132586" y="2143652"/>
                </a:cubicBezTo>
                <a:lnTo>
                  <a:pt x="3109192" y="2143652"/>
                </a:lnTo>
                <a:cubicBezTo>
                  <a:pt x="3108599" y="2143652"/>
                  <a:pt x="3108067" y="2143356"/>
                  <a:pt x="3107771" y="2142822"/>
                </a:cubicBezTo>
                <a:lnTo>
                  <a:pt x="3096103" y="2122568"/>
                </a:lnTo>
                <a:cubicBezTo>
                  <a:pt x="3095807" y="2122034"/>
                  <a:pt x="3095807" y="2121442"/>
                  <a:pt x="3096103" y="2120909"/>
                </a:cubicBezTo>
                <a:lnTo>
                  <a:pt x="3107829" y="2100654"/>
                </a:lnTo>
                <a:cubicBezTo>
                  <a:pt x="3108126" y="2100121"/>
                  <a:pt x="3108659" y="2099825"/>
                  <a:pt x="3109251" y="2099825"/>
                </a:cubicBezTo>
                <a:close/>
                <a:moveTo>
                  <a:pt x="2973685" y="2099411"/>
                </a:moveTo>
                <a:lnTo>
                  <a:pt x="2997552" y="2099411"/>
                </a:lnTo>
                <a:cubicBezTo>
                  <a:pt x="2998145" y="2099411"/>
                  <a:pt x="2998737" y="2099707"/>
                  <a:pt x="2999033" y="2100240"/>
                </a:cubicBezTo>
                <a:lnTo>
                  <a:pt x="3010937" y="2120909"/>
                </a:lnTo>
                <a:cubicBezTo>
                  <a:pt x="3011233" y="2121383"/>
                  <a:pt x="3011233" y="2122035"/>
                  <a:pt x="3010937" y="2122568"/>
                </a:cubicBezTo>
                <a:lnTo>
                  <a:pt x="2999033" y="2143237"/>
                </a:lnTo>
                <a:cubicBezTo>
                  <a:pt x="2998678" y="2143711"/>
                  <a:pt x="2998145" y="2144067"/>
                  <a:pt x="2997552" y="2144067"/>
                </a:cubicBezTo>
                <a:lnTo>
                  <a:pt x="2973685" y="2144067"/>
                </a:lnTo>
                <a:cubicBezTo>
                  <a:pt x="2973093" y="2144067"/>
                  <a:pt x="2972500" y="2143771"/>
                  <a:pt x="2972204" y="2143237"/>
                </a:cubicBezTo>
                <a:lnTo>
                  <a:pt x="2960300" y="2122568"/>
                </a:lnTo>
                <a:cubicBezTo>
                  <a:pt x="2960004" y="2122094"/>
                  <a:pt x="2960004" y="2121443"/>
                  <a:pt x="2960300" y="2120909"/>
                </a:cubicBezTo>
                <a:lnTo>
                  <a:pt x="2972204" y="2100240"/>
                </a:lnTo>
                <a:cubicBezTo>
                  <a:pt x="2972560" y="2099766"/>
                  <a:pt x="2973093" y="2099411"/>
                  <a:pt x="2973685" y="2099411"/>
                </a:cubicBezTo>
                <a:close/>
                <a:moveTo>
                  <a:pt x="3041319" y="2099292"/>
                </a:moveTo>
                <a:lnTo>
                  <a:pt x="3065246" y="2099292"/>
                </a:lnTo>
                <a:cubicBezTo>
                  <a:pt x="3065839" y="2099292"/>
                  <a:pt x="3066431" y="2099588"/>
                  <a:pt x="3066727" y="2100121"/>
                </a:cubicBezTo>
                <a:lnTo>
                  <a:pt x="3078690" y="2120850"/>
                </a:lnTo>
                <a:cubicBezTo>
                  <a:pt x="3078986" y="2121383"/>
                  <a:pt x="3078986" y="2122034"/>
                  <a:pt x="3078690" y="2122567"/>
                </a:cubicBezTo>
                <a:lnTo>
                  <a:pt x="3066727" y="2143296"/>
                </a:lnTo>
                <a:cubicBezTo>
                  <a:pt x="3066371" y="2143770"/>
                  <a:pt x="3065839" y="2144125"/>
                  <a:pt x="3065246" y="2144125"/>
                </a:cubicBezTo>
                <a:lnTo>
                  <a:pt x="3041319" y="2144125"/>
                </a:lnTo>
                <a:cubicBezTo>
                  <a:pt x="3040727" y="2144125"/>
                  <a:pt x="3040135" y="2143829"/>
                  <a:pt x="3039839" y="2143296"/>
                </a:cubicBezTo>
                <a:lnTo>
                  <a:pt x="3027875" y="2122567"/>
                </a:lnTo>
                <a:cubicBezTo>
                  <a:pt x="3027579" y="2122034"/>
                  <a:pt x="3027579" y="2121383"/>
                  <a:pt x="3027875" y="2120850"/>
                </a:cubicBezTo>
                <a:lnTo>
                  <a:pt x="3039839" y="2100121"/>
                </a:lnTo>
                <a:cubicBezTo>
                  <a:pt x="3040194" y="2099647"/>
                  <a:pt x="3040727" y="2099292"/>
                  <a:pt x="3041319" y="2099292"/>
                </a:cubicBezTo>
                <a:close/>
                <a:moveTo>
                  <a:pt x="3926083" y="2051142"/>
                </a:moveTo>
                <a:lnTo>
                  <a:pt x="3938876" y="2051142"/>
                </a:lnTo>
                <a:cubicBezTo>
                  <a:pt x="3939172" y="2051142"/>
                  <a:pt x="3939646" y="2051616"/>
                  <a:pt x="3939646" y="2051616"/>
                </a:cubicBezTo>
                <a:lnTo>
                  <a:pt x="3946042" y="2062691"/>
                </a:lnTo>
                <a:cubicBezTo>
                  <a:pt x="3946220" y="2062928"/>
                  <a:pt x="3946042" y="2063579"/>
                  <a:pt x="3946042" y="2063579"/>
                </a:cubicBezTo>
                <a:lnTo>
                  <a:pt x="3939646" y="2074654"/>
                </a:lnTo>
                <a:cubicBezTo>
                  <a:pt x="3939468" y="2074951"/>
                  <a:pt x="3939172" y="2075128"/>
                  <a:pt x="3938876" y="2075128"/>
                </a:cubicBezTo>
                <a:lnTo>
                  <a:pt x="3926083" y="2075128"/>
                </a:lnTo>
                <a:cubicBezTo>
                  <a:pt x="3925787" y="2075128"/>
                  <a:pt x="3925313" y="2074654"/>
                  <a:pt x="3925313" y="2074654"/>
                </a:cubicBezTo>
                <a:lnTo>
                  <a:pt x="3918917" y="2063579"/>
                </a:lnTo>
                <a:cubicBezTo>
                  <a:pt x="3918739" y="2063342"/>
                  <a:pt x="3918917" y="2062691"/>
                  <a:pt x="3918917" y="2062691"/>
                </a:cubicBezTo>
                <a:lnTo>
                  <a:pt x="3925313" y="2051616"/>
                </a:lnTo>
                <a:cubicBezTo>
                  <a:pt x="3925491" y="2051319"/>
                  <a:pt x="3925787" y="2051142"/>
                  <a:pt x="3926083" y="2051142"/>
                </a:cubicBezTo>
                <a:close/>
                <a:moveTo>
                  <a:pt x="3993481" y="2050728"/>
                </a:moveTo>
                <a:lnTo>
                  <a:pt x="4006748" y="2050728"/>
                </a:lnTo>
                <a:cubicBezTo>
                  <a:pt x="4007104" y="2050728"/>
                  <a:pt x="4007577" y="2051202"/>
                  <a:pt x="4007577" y="2051202"/>
                </a:cubicBezTo>
                <a:lnTo>
                  <a:pt x="4014210" y="2062692"/>
                </a:lnTo>
                <a:cubicBezTo>
                  <a:pt x="4014388" y="2062988"/>
                  <a:pt x="4014210" y="2063639"/>
                  <a:pt x="4014210" y="2063639"/>
                </a:cubicBezTo>
                <a:lnTo>
                  <a:pt x="4007577" y="2075129"/>
                </a:lnTo>
                <a:cubicBezTo>
                  <a:pt x="4007399" y="2075425"/>
                  <a:pt x="4007104" y="2075603"/>
                  <a:pt x="4006748" y="2075603"/>
                </a:cubicBezTo>
                <a:lnTo>
                  <a:pt x="3993481" y="2075603"/>
                </a:lnTo>
                <a:cubicBezTo>
                  <a:pt x="3993126" y="2075603"/>
                  <a:pt x="3992652" y="2075129"/>
                  <a:pt x="3992652" y="2075129"/>
                </a:cubicBezTo>
                <a:lnTo>
                  <a:pt x="3986019" y="2063639"/>
                </a:lnTo>
                <a:cubicBezTo>
                  <a:pt x="3985841" y="2063343"/>
                  <a:pt x="3986019" y="2062692"/>
                  <a:pt x="3986019" y="2062692"/>
                </a:cubicBezTo>
                <a:lnTo>
                  <a:pt x="3992652" y="2051202"/>
                </a:lnTo>
                <a:cubicBezTo>
                  <a:pt x="3992830" y="2050906"/>
                  <a:pt x="3993126" y="2050728"/>
                  <a:pt x="3993481" y="2050728"/>
                </a:cubicBezTo>
                <a:close/>
                <a:moveTo>
                  <a:pt x="1422876" y="2049484"/>
                </a:moveTo>
                <a:lnTo>
                  <a:pt x="1437446" y="2049484"/>
                </a:lnTo>
                <a:cubicBezTo>
                  <a:pt x="1437801" y="2049484"/>
                  <a:pt x="1438156" y="2049721"/>
                  <a:pt x="1438334" y="2050017"/>
                </a:cubicBezTo>
                <a:lnTo>
                  <a:pt x="1445619" y="2062632"/>
                </a:lnTo>
                <a:cubicBezTo>
                  <a:pt x="1445797" y="2062928"/>
                  <a:pt x="1445797" y="2063343"/>
                  <a:pt x="1445619" y="2063639"/>
                </a:cubicBezTo>
                <a:lnTo>
                  <a:pt x="1438334" y="2076254"/>
                </a:lnTo>
                <a:cubicBezTo>
                  <a:pt x="1438156" y="2076609"/>
                  <a:pt x="1437801" y="2076787"/>
                  <a:pt x="1437446" y="2076787"/>
                </a:cubicBezTo>
                <a:lnTo>
                  <a:pt x="1422876" y="2076787"/>
                </a:lnTo>
                <a:cubicBezTo>
                  <a:pt x="1422521" y="2076787"/>
                  <a:pt x="1422165" y="2076550"/>
                  <a:pt x="1421988" y="2076254"/>
                </a:cubicBezTo>
                <a:lnTo>
                  <a:pt x="1414703" y="2063639"/>
                </a:lnTo>
                <a:cubicBezTo>
                  <a:pt x="1414526" y="2063343"/>
                  <a:pt x="1414526" y="2062928"/>
                  <a:pt x="1414703" y="2062632"/>
                </a:cubicBezTo>
                <a:lnTo>
                  <a:pt x="1421988" y="2050017"/>
                </a:lnTo>
                <a:cubicBezTo>
                  <a:pt x="1422165" y="2049662"/>
                  <a:pt x="1422521" y="2049484"/>
                  <a:pt x="1422876" y="2049484"/>
                </a:cubicBezTo>
                <a:close/>
                <a:moveTo>
                  <a:pt x="4465979" y="2048951"/>
                </a:moveTo>
                <a:lnTo>
                  <a:pt x="4481081" y="2048951"/>
                </a:lnTo>
                <a:cubicBezTo>
                  <a:pt x="4481496" y="2048951"/>
                  <a:pt x="4481851" y="2049128"/>
                  <a:pt x="4482029" y="2049484"/>
                </a:cubicBezTo>
                <a:lnTo>
                  <a:pt x="4489610" y="2062573"/>
                </a:lnTo>
                <a:cubicBezTo>
                  <a:pt x="4489788" y="2062869"/>
                  <a:pt x="4489788" y="2063283"/>
                  <a:pt x="4489610" y="2063639"/>
                </a:cubicBezTo>
                <a:lnTo>
                  <a:pt x="4482029" y="2076728"/>
                </a:lnTo>
                <a:cubicBezTo>
                  <a:pt x="4481792" y="2077083"/>
                  <a:pt x="4481437" y="2077260"/>
                  <a:pt x="4481081" y="2077260"/>
                </a:cubicBezTo>
                <a:lnTo>
                  <a:pt x="4465979" y="2077260"/>
                </a:lnTo>
                <a:cubicBezTo>
                  <a:pt x="4465564" y="2077260"/>
                  <a:pt x="4465209" y="2077083"/>
                  <a:pt x="4465031" y="2076728"/>
                </a:cubicBezTo>
                <a:lnTo>
                  <a:pt x="4457450" y="2063639"/>
                </a:lnTo>
                <a:cubicBezTo>
                  <a:pt x="4457273" y="2063343"/>
                  <a:pt x="4457273" y="2062928"/>
                  <a:pt x="4457450" y="2062573"/>
                </a:cubicBezTo>
                <a:lnTo>
                  <a:pt x="4465031" y="2049484"/>
                </a:lnTo>
                <a:cubicBezTo>
                  <a:pt x="4465269" y="2049128"/>
                  <a:pt x="4465623" y="2048951"/>
                  <a:pt x="4465979" y="2048951"/>
                </a:cubicBezTo>
                <a:close/>
                <a:moveTo>
                  <a:pt x="4398344" y="2048951"/>
                </a:moveTo>
                <a:lnTo>
                  <a:pt x="4413447" y="2048951"/>
                </a:lnTo>
                <a:cubicBezTo>
                  <a:pt x="4413861" y="2048951"/>
                  <a:pt x="4414217" y="2049128"/>
                  <a:pt x="4414394" y="2049484"/>
                </a:cubicBezTo>
                <a:lnTo>
                  <a:pt x="4421975" y="2062573"/>
                </a:lnTo>
                <a:cubicBezTo>
                  <a:pt x="4422153" y="2062869"/>
                  <a:pt x="4422153" y="2063283"/>
                  <a:pt x="4421975" y="2063639"/>
                </a:cubicBezTo>
                <a:lnTo>
                  <a:pt x="4414394" y="2076728"/>
                </a:lnTo>
                <a:cubicBezTo>
                  <a:pt x="4414158" y="2077083"/>
                  <a:pt x="4413802" y="2077260"/>
                  <a:pt x="4413447" y="2077260"/>
                </a:cubicBezTo>
                <a:lnTo>
                  <a:pt x="4398344" y="2077260"/>
                </a:lnTo>
                <a:cubicBezTo>
                  <a:pt x="4397930" y="2077260"/>
                  <a:pt x="4397574" y="2077083"/>
                  <a:pt x="4397397" y="2076728"/>
                </a:cubicBezTo>
                <a:lnTo>
                  <a:pt x="4389816" y="2063639"/>
                </a:lnTo>
                <a:cubicBezTo>
                  <a:pt x="4389639" y="2063343"/>
                  <a:pt x="4389639" y="2062928"/>
                  <a:pt x="4389816" y="2062573"/>
                </a:cubicBezTo>
                <a:lnTo>
                  <a:pt x="4397397" y="2049484"/>
                </a:lnTo>
                <a:cubicBezTo>
                  <a:pt x="4397634" y="2049128"/>
                  <a:pt x="4397989" y="2048951"/>
                  <a:pt x="4398344" y="2048951"/>
                </a:cubicBezTo>
                <a:close/>
                <a:moveTo>
                  <a:pt x="4330708" y="2048951"/>
                </a:moveTo>
                <a:lnTo>
                  <a:pt x="4345811" y="2048951"/>
                </a:lnTo>
                <a:cubicBezTo>
                  <a:pt x="4346225" y="2048951"/>
                  <a:pt x="4346581" y="2049128"/>
                  <a:pt x="4346759" y="2049484"/>
                </a:cubicBezTo>
                <a:lnTo>
                  <a:pt x="4354339" y="2062573"/>
                </a:lnTo>
                <a:cubicBezTo>
                  <a:pt x="4354517" y="2062869"/>
                  <a:pt x="4354517" y="2063283"/>
                  <a:pt x="4354339" y="2063639"/>
                </a:cubicBezTo>
                <a:lnTo>
                  <a:pt x="4346759" y="2076728"/>
                </a:lnTo>
                <a:cubicBezTo>
                  <a:pt x="4346522" y="2077083"/>
                  <a:pt x="4346167" y="2077260"/>
                  <a:pt x="4345811" y="2077260"/>
                </a:cubicBezTo>
                <a:lnTo>
                  <a:pt x="4330708" y="2077260"/>
                </a:lnTo>
                <a:cubicBezTo>
                  <a:pt x="4330294" y="2077260"/>
                  <a:pt x="4329938" y="2077083"/>
                  <a:pt x="4329761" y="2076728"/>
                </a:cubicBezTo>
                <a:lnTo>
                  <a:pt x="4322180" y="2063639"/>
                </a:lnTo>
                <a:cubicBezTo>
                  <a:pt x="4322003" y="2063343"/>
                  <a:pt x="4322003" y="2062928"/>
                  <a:pt x="4322180" y="2062573"/>
                </a:cubicBezTo>
                <a:lnTo>
                  <a:pt x="4329761" y="2049484"/>
                </a:lnTo>
                <a:cubicBezTo>
                  <a:pt x="4329998" y="2049128"/>
                  <a:pt x="4330353" y="2048951"/>
                  <a:pt x="4330708" y="2048951"/>
                </a:cubicBezTo>
                <a:close/>
                <a:moveTo>
                  <a:pt x="4127803" y="2048951"/>
                </a:moveTo>
                <a:lnTo>
                  <a:pt x="4142906" y="2048951"/>
                </a:lnTo>
                <a:cubicBezTo>
                  <a:pt x="4143321" y="2048951"/>
                  <a:pt x="4143676" y="2049128"/>
                  <a:pt x="4143854" y="2049484"/>
                </a:cubicBezTo>
                <a:lnTo>
                  <a:pt x="4151435" y="2062573"/>
                </a:lnTo>
                <a:cubicBezTo>
                  <a:pt x="4151612" y="2062869"/>
                  <a:pt x="4151612" y="2063283"/>
                  <a:pt x="4151435" y="2063639"/>
                </a:cubicBezTo>
                <a:lnTo>
                  <a:pt x="4143854" y="2076728"/>
                </a:lnTo>
                <a:cubicBezTo>
                  <a:pt x="4143617" y="2077083"/>
                  <a:pt x="4143262" y="2077260"/>
                  <a:pt x="4142906" y="2077260"/>
                </a:cubicBezTo>
                <a:lnTo>
                  <a:pt x="4127803" y="2077260"/>
                </a:lnTo>
                <a:cubicBezTo>
                  <a:pt x="4127389" y="2077260"/>
                  <a:pt x="4127034" y="2077083"/>
                  <a:pt x="4126856" y="2076728"/>
                </a:cubicBezTo>
                <a:lnTo>
                  <a:pt x="4119275" y="2063639"/>
                </a:lnTo>
                <a:cubicBezTo>
                  <a:pt x="4119098" y="2063343"/>
                  <a:pt x="4119098" y="2062928"/>
                  <a:pt x="4119275" y="2062573"/>
                </a:cubicBezTo>
                <a:lnTo>
                  <a:pt x="4126856" y="2049484"/>
                </a:lnTo>
                <a:cubicBezTo>
                  <a:pt x="4127093" y="2049128"/>
                  <a:pt x="4127448" y="2048951"/>
                  <a:pt x="4127803" y="2048951"/>
                </a:cubicBezTo>
                <a:close/>
                <a:moveTo>
                  <a:pt x="4263015" y="2048892"/>
                </a:moveTo>
                <a:lnTo>
                  <a:pt x="4278235" y="2048892"/>
                </a:lnTo>
                <a:cubicBezTo>
                  <a:pt x="4278650" y="2048892"/>
                  <a:pt x="4279005" y="2049070"/>
                  <a:pt x="4279183" y="2049425"/>
                </a:cubicBezTo>
                <a:lnTo>
                  <a:pt x="4286824" y="2062632"/>
                </a:lnTo>
                <a:cubicBezTo>
                  <a:pt x="4287001" y="2062928"/>
                  <a:pt x="4287001" y="2063343"/>
                  <a:pt x="4286824" y="2063698"/>
                </a:cubicBezTo>
                <a:lnTo>
                  <a:pt x="4279183" y="2076905"/>
                </a:lnTo>
                <a:cubicBezTo>
                  <a:pt x="4278946" y="2077202"/>
                  <a:pt x="4278591" y="2077439"/>
                  <a:pt x="4278235" y="2077439"/>
                </a:cubicBezTo>
                <a:lnTo>
                  <a:pt x="4263015" y="2077439"/>
                </a:lnTo>
                <a:cubicBezTo>
                  <a:pt x="4262600" y="2077439"/>
                  <a:pt x="4262245" y="2077261"/>
                  <a:pt x="4262067" y="2076905"/>
                </a:cubicBezTo>
                <a:lnTo>
                  <a:pt x="4254427" y="2063698"/>
                </a:lnTo>
                <a:cubicBezTo>
                  <a:pt x="4254250" y="2063402"/>
                  <a:pt x="4254250" y="2062988"/>
                  <a:pt x="4254427" y="2062632"/>
                </a:cubicBezTo>
                <a:lnTo>
                  <a:pt x="4262067" y="2049425"/>
                </a:lnTo>
                <a:cubicBezTo>
                  <a:pt x="4262304" y="2049129"/>
                  <a:pt x="4262659" y="2048892"/>
                  <a:pt x="4263015" y="2048892"/>
                </a:cubicBezTo>
                <a:close/>
                <a:moveTo>
                  <a:pt x="1354826" y="2048773"/>
                </a:moveTo>
                <a:lnTo>
                  <a:pt x="1370165" y="2048773"/>
                </a:lnTo>
                <a:cubicBezTo>
                  <a:pt x="1370580" y="2048773"/>
                  <a:pt x="1370935" y="2048951"/>
                  <a:pt x="1371113" y="2049306"/>
                </a:cubicBezTo>
                <a:lnTo>
                  <a:pt x="1378753" y="2062573"/>
                </a:lnTo>
                <a:cubicBezTo>
                  <a:pt x="1378931" y="2062869"/>
                  <a:pt x="1378931" y="2063283"/>
                  <a:pt x="1378753" y="2063639"/>
                </a:cubicBezTo>
                <a:lnTo>
                  <a:pt x="1371054" y="2076905"/>
                </a:lnTo>
                <a:cubicBezTo>
                  <a:pt x="1370817" y="2077201"/>
                  <a:pt x="1370462" y="2077438"/>
                  <a:pt x="1370106" y="2077438"/>
                </a:cubicBezTo>
                <a:lnTo>
                  <a:pt x="1354767" y="2077438"/>
                </a:lnTo>
                <a:cubicBezTo>
                  <a:pt x="1354352" y="2077438"/>
                  <a:pt x="1353997" y="2077260"/>
                  <a:pt x="1353819" y="2076905"/>
                </a:cubicBezTo>
                <a:lnTo>
                  <a:pt x="1346179" y="2063639"/>
                </a:lnTo>
                <a:cubicBezTo>
                  <a:pt x="1346002" y="2063343"/>
                  <a:pt x="1346002" y="2062928"/>
                  <a:pt x="1346179" y="2062573"/>
                </a:cubicBezTo>
                <a:lnTo>
                  <a:pt x="1353879" y="2049306"/>
                </a:lnTo>
                <a:cubicBezTo>
                  <a:pt x="1354115" y="2049010"/>
                  <a:pt x="1354471" y="2048773"/>
                  <a:pt x="1354826" y="2048773"/>
                </a:cubicBezTo>
                <a:close/>
                <a:moveTo>
                  <a:pt x="4533259" y="2048240"/>
                </a:moveTo>
                <a:lnTo>
                  <a:pt x="4549131" y="2048240"/>
                </a:lnTo>
                <a:cubicBezTo>
                  <a:pt x="4549487" y="2048240"/>
                  <a:pt x="4549901" y="2048417"/>
                  <a:pt x="4550079" y="2048773"/>
                </a:cubicBezTo>
                <a:lnTo>
                  <a:pt x="4558015" y="2062572"/>
                </a:lnTo>
                <a:cubicBezTo>
                  <a:pt x="4558193" y="2062928"/>
                  <a:pt x="4558193" y="2063342"/>
                  <a:pt x="4558015" y="2063698"/>
                </a:cubicBezTo>
                <a:lnTo>
                  <a:pt x="4550079" y="2077497"/>
                </a:lnTo>
                <a:cubicBezTo>
                  <a:pt x="4549901" y="2077793"/>
                  <a:pt x="4549546" y="2078030"/>
                  <a:pt x="4549131" y="2078030"/>
                </a:cubicBezTo>
                <a:lnTo>
                  <a:pt x="4533259" y="2078030"/>
                </a:lnTo>
                <a:cubicBezTo>
                  <a:pt x="4532903" y="2078030"/>
                  <a:pt x="4532489" y="2077853"/>
                  <a:pt x="4532311" y="2077497"/>
                </a:cubicBezTo>
                <a:lnTo>
                  <a:pt x="4524375" y="2063698"/>
                </a:lnTo>
                <a:cubicBezTo>
                  <a:pt x="4524198" y="2063342"/>
                  <a:pt x="4524198" y="2062928"/>
                  <a:pt x="4524375" y="2062572"/>
                </a:cubicBezTo>
                <a:lnTo>
                  <a:pt x="4532311" y="2048773"/>
                </a:lnTo>
                <a:cubicBezTo>
                  <a:pt x="4532489" y="2048477"/>
                  <a:pt x="4532844" y="2048240"/>
                  <a:pt x="4533259" y="2048240"/>
                </a:cubicBezTo>
                <a:close/>
                <a:moveTo>
                  <a:pt x="1286954" y="2048240"/>
                </a:moveTo>
                <a:lnTo>
                  <a:pt x="1302826" y="2048240"/>
                </a:lnTo>
                <a:cubicBezTo>
                  <a:pt x="1303182" y="2048240"/>
                  <a:pt x="1303596" y="2048417"/>
                  <a:pt x="1303774" y="2048773"/>
                </a:cubicBezTo>
                <a:lnTo>
                  <a:pt x="1311710" y="2062572"/>
                </a:lnTo>
                <a:cubicBezTo>
                  <a:pt x="1311888" y="2062928"/>
                  <a:pt x="1311888" y="2063342"/>
                  <a:pt x="1311710" y="2063698"/>
                </a:cubicBezTo>
                <a:lnTo>
                  <a:pt x="1303774" y="2077497"/>
                </a:lnTo>
                <a:cubicBezTo>
                  <a:pt x="1303596" y="2077793"/>
                  <a:pt x="1303241" y="2078030"/>
                  <a:pt x="1302826" y="2078030"/>
                </a:cubicBezTo>
                <a:lnTo>
                  <a:pt x="1286954" y="2078030"/>
                </a:lnTo>
                <a:cubicBezTo>
                  <a:pt x="1286599" y="2078030"/>
                  <a:pt x="1286184" y="2077853"/>
                  <a:pt x="1286006" y="2077497"/>
                </a:cubicBezTo>
                <a:lnTo>
                  <a:pt x="1278070" y="2063698"/>
                </a:lnTo>
                <a:cubicBezTo>
                  <a:pt x="1277893" y="2063342"/>
                  <a:pt x="1277893" y="2062928"/>
                  <a:pt x="1278070" y="2062572"/>
                </a:cubicBezTo>
                <a:lnTo>
                  <a:pt x="1286006" y="2048773"/>
                </a:lnTo>
                <a:cubicBezTo>
                  <a:pt x="1286184" y="2048477"/>
                  <a:pt x="1286540" y="2048240"/>
                  <a:pt x="1286954" y="2048240"/>
                </a:cubicBezTo>
                <a:close/>
                <a:moveTo>
                  <a:pt x="4194965" y="2048062"/>
                </a:moveTo>
                <a:lnTo>
                  <a:pt x="4211074" y="2048062"/>
                </a:lnTo>
                <a:cubicBezTo>
                  <a:pt x="4211488" y="2048062"/>
                  <a:pt x="4211903" y="2048299"/>
                  <a:pt x="4212081" y="2048654"/>
                </a:cubicBezTo>
                <a:lnTo>
                  <a:pt x="4220136" y="2062632"/>
                </a:lnTo>
                <a:cubicBezTo>
                  <a:pt x="4220314" y="2062987"/>
                  <a:pt x="4220314" y="2063401"/>
                  <a:pt x="4220136" y="2063757"/>
                </a:cubicBezTo>
                <a:lnTo>
                  <a:pt x="4212081" y="2077734"/>
                </a:lnTo>
                <a:cubicBezTo>
                  <a:pt x="4211844" y="2078089"/>
                  <a:pt x="4211488" y="2078326"/>
                  <a:pt x="4211074" y="2078326"/>
                </a:cubicBezTo>
                <a:lnTo>
                  <a:pt x="4194965" y="2078326"/>
                </a:lnTo>
                <a:cubicBezTo>
                  <a:pt x="4194550" y="2078326"/>
                  <a:pt x="4194136" y="2078089"/>
                  <a:pt x="4193958" y="2077734"/>
                </a:cubicBezTo>
                <a:lnTo>
                  <a:pt x="4185903" y="2063757"/>
                </a:lnTo>
                <a:cubicBezTo>
                  <a:pt x="4185726" y="2063401"/>
                  <a:pt x="4185726" y="2062987"/>
                  <a:pt x="4185903" y="2062632"/>
                </a:cubicBezTo>
                <a:lnTo>
                  <a:pt x="4193958" y="2048654"/>
                </a:lnTo>
                <a:cubicBezTo>
                  <a:pt x="4194195" y="2048299"/>
                  <a:pt x="4194550" y="2048062"/>
                  <a:pt x="4194965" y="2048062"/>
                </a:cubicBezTo>
                <a:close/>
                <a:moveTo>
                  <a:pt x="4600598" y="2047826"/>
                </a:moveTo>
                <a:lnTo>
                  <a:pt x="4616945" y="2047826"/>
                </a:lnTo>
                <a:cubicBezTo>
                  <a:pt x="4617359" y="2047826"/>
                  <a:pt x="4617715" y="2048063"/>
                  <a:pt x="4617951" y="2048418"/>
                </a:cubicBezTo>
                <a:lnTo>
                  <a:pt x="4626124" y="2062573"/>
                </a:lnTo>
                <a:cubicBezTo>
                  <a:pt x="4626361" y="2062928"/>
                  <a:pt x="4626361" y="2063402"/>
                  <a:pt x="4626124" y="2063758"/>
                </a:cubicBezTo>
                <a:lnTo>
                  <a:pt x="4617951" y="2077912"/>
                </a:lnTo>
                <a:cubicBezTo>
                  <a:pt x="4617715" y="2078268"/>
                  <a:pt x="4617359" y="2078505"/>
                  <a:pt x="4616945" y="2078505"/>
                </a:cubicBezTo>
                <a:lnTo>
                  <a:pt x="4600598" y="2078505"/>
                </a:lnTo>
                <a:cubicBezTo>
                  <a:pt x="4600184" y="2078505"/>
                  <a:pt x="4599829" y="2078268"/>
                  <a:pt x="4599591" y="2077912"/>
                </a:cubicBezTo>
                <a:lnTo>
                  <a:pt x="4591418" y="2063758"/>
                </a:lnTo>
                <a:cubicBezTo>
                  <a:pt x="4591182" y="2063402"/>
                  <a:pt x="4591182" y="2062928"/>
                  <a:pt x="4591418" y="2062573"/>
                </a:cubicBezTo>
                <a:lnTo>
                  <a:pt x="4599591" y="2048418"/>
                </a:lnTo>
                <a:cubicBezTo>
                  <a:pt x="4599829" y="2048063"/>
                  <a:pt x="4600184" y="2047826"/>
                  <a:pt x="4600598" y="2047826"/>
                </a:cubicBezTo>
                <a:close/>
                <a:moveTo>
                  <a:pt x="1489563" y="2047707"/>
                </a:moveTo>
                <a:lnTo>
                  <a:pt x="1506027" y="2047707"/>
                </a:lnTo>
                <a:cubicBezTo>
                  <a:pt x="1506442" y="2047707"/>
                  <a:pt x="1506797" y="2047944"/>
                  <a:pt x="1507034" y="2048299"/>
                </a:cubicBezTo>
                <a:lnTo>
                  <a:pt x="1515267" y="2062573"/>
                </a:lnTo>
                <a:cubicBezTo>
                  <a:pt x="1515503" y="2062928"/>
                  <a:pt x="1515503" y="2063402"/>
                  <a:pt x="1515267" y="2063757"/>
                </a:cubicBezTo>
                <a:lnTo>
                  <a:pt x="1507034" y="2078030"/>
                </a:lnTo>
                <a:cubicBezTo>
                  <a:pt x="1506797" y="2078386"/>
                  <a:pt x="1506442" y="2078623"/>
                  <a:pt x="1506027" y="2078623"/>
                </a:cubicBezTo>
                <a:lnTo>
                  <a:pt x="1489563" y="2078623"/>
                </a:lnTo>
                <a:cubicBezTo>
                  <a:pt x="1489148" y="2078623"/>
                  <a:pt x="1488793" y="2078386"/>
                  <a:pt x="1488556" y="2078030"/>
                </a:cubicBezTo>
                <a:lnTo>
                  <a:pt x="1480324" y="2063757"/>
                </a:lnTo>
                <a:cubicBezTo>
                  <a:pt x="1480087" y="2063402"/>
                  <a:pt x="1480087" y="2062928"/>
                  <a:pt x="1480324" y="2062573"/>
                </a:cubicBezTo>
                <a:lnTo>
                  <a:pt x="1488556" y="2048299"/>
                </a:lnTo>
                <a:cubicBezTo>
                  <a:pt x="1488793" y="2047944"/>
                  <a:pt x="1489148" y="2047707"/>
                  <a:pt x="1489563" y="2047707"/>
                </a:cubicBezTo>
                <a:close/>
                <a:moveTo>
                  <a:pt x="4059399" y="2047411"/>
                </a:moveTo>
                <a:lnTo>
                  <a:pt x="4076160" y="2047411"/>
                </a:lnTo>
                <a:cubicBezTo>
                  <a:pt x="4076575" y="2047411"/>
                  <a:pt x="4076930" y="2047648"/>
                  <a:pt x="4077167" y="2048003"/>
                </a:cubicBezTo>
                <a:lnTo>
                  <a:pt x="4085577" y="2062513"/>
                </a:lnTo>
                <a:cubicBezTo>
                  <a:pt x="4085814" y="2062869"/>
                  <a:pt x="4085814" y="2063343"/>
                  <a:pt x="4085577" y="2063698"/>
                </a:cubicBezTo>
                <a:lnTo>
                  <a:pt x="4077167" y="2078208"/>
                </a:lnTo>
                <a:cubicBezTo>
                  <a:pt x="4076989" y="2078563"/>
                  <a:pt x="4076575" y="2078800"/>
                  <a:pt x="4076160" y="2078800"/>
                </a:cubicBezTo>
                <a:lnTo>
                  <a:pt x="4059399" y="2078800"/>
                </a:lnTo>
                <a:cubicBezTo>
                  <a:pt x="4058984" y="2078800"/>
                  <a:pt x="4058629" y="2078563"/>
                  <a:pt x="4058392" y="2078208"/>
                </a:cubicBezTo>
                <a:lnTo>
                  <a:pt x="4049983" y="2063698"/>
                </a:lnTo>
                <a:cubicBezTo>
                  <a:pt x="4049746" y="2063343"/>
                  <a:pt x="4049746" y="2062869"/>
                  <a:pt x="4049983" y="2062513"/>
                </a:cubicBezTo>
                <a:lnTo>
                  <a:pt x="4058392" y="2048003"/>
                </a:lnTo>
                <a:cubicBezTo>
                  <a:pt x="4058570" y="2047648"/>
                  <a:pt x="4058984" y="2047411"/>
                  <a:pt x="4059399" y="2047411"/>
                </a:cubicBezTo>
                <a:close/>
                <a:moveTo>
                  <a:pt x="1218846" y="2047292"/>
                </a:moveTo>
                <a:lnTo>
                  <a:pt x="1235725" y="2047292"/>
                </a:lnTo>
                <a:cubicBezTo>
                  <a:pt x="1236139" y="2047292"/>
                  <a:pt x="1236495" y="2047529"/>
                  <a:pt x="1236732" y="2047884"/>
                </a:cubicBezTo>
                <a:lnTo>
                  <a:pt x="1245142" y="2062513"/>
                </a:lnTo>
                <a:cubicBezTo>
                  <a:pt x="1245379" y="2062868"/>
                  <a:pt x="1245379" y="2063342"/>
                  <a:pt x="1245142" y="2063697"/>
                </a:cubicBezTo>
                <a:lnTo>
                  <a:pt x="1236673" y="2078326"/>
                </a:lnTo>
                <a:cubicBezTo>
                  <a:pt x="1236495" y="2078682"/>
                  <a:pt x="1236080" y="2078918"/>
                  <a:pt x="1235666" y="2078918"/>
                </a:cubicBezTo>
                <a:lnTo>
                  <a:pt x="1218787" y="2078918"/>
                </a:lnTo>
                <a:cubicBezTo>
                  <a:pt x="1218372" y="2078918"/>
                  <a:pt x="1218017" y="2078682"/>
                  <a:pt x="1217780" y="2078326"/>
                </a:cubicBezTo>
                <a:lnTo>
                  <a:pt x="1209370" y="2063697"/>
                </a:lnTo>
                <a:cubicBezTo>
                  <a:pt x="1209133" y="2063342"/>
                  <a:pt x="1209133" y="2062868"/>
                  <a:pt x="1209370" y="2062513"/>
                </a:cubicBezTo>
                <a:lnTo>
                  <a:pt x="1217839" y="2047884"/>
                </a:lnTo>
                <a:cubicBezTo>
                  <a:pt x="1218017" y="2047529"/>
                  <a:pt x="1218431" y="2047292"/>
                  <a:pt x="1218846" y="2047292"/>
                </a:cubicBezTo>
                <a:close/>
                <a:moveTo>
                  <a:pt x="1556902" y="2047233"/>
                </a:moveTo>
                <a:lnTo>
                  <a:pt x="1573900" y="2047233"/>
                </a:lnTo>
                <a:cubicBezTo>
                  <a:pt x="1574373" y="2047233"/>
                  <a:pt x="1574729" y="2047470"/>
                  <a:pt x="1574966" y="2047825"/>
                </a:cubicBezTo>
                <a:lnTo>
                  <a:pt x="1583435" y="2062572"/>
                </a:lnTo>
                <a:cubicBezTo>
                  <a:pt x="1583672" y="2062928"/>
                  <a:pt x="1583672" y="2063402"/>
                  <a:pt x="1583435" y="2063757"/>
                </a:cubicBezTo>
                <a:lnTo>
                  <a:pt x="1574907" y="2078504"/>
                </a:lnTo>
                <a:cubicBezTo>
                  <a:pt x="1574670" y="2078859"/>
                  <a:pt x="1574255" y="2079096"/>
                  <a:pt x="1573841" y="2079096"/>
                </a:cubicBezTo>
                <a:lnTo>
                  <a:pt x="1556843" y="2079096"/>
                </a:lnTo>
                <a:cubicBezTo>
                  <a:pt x="1556369" y="2079096"/>
                  <a:pt x="1556014" y="2078859"/>
                  <a:pt x="1555777" y="2078504"/>
                </a:cubicBezTo>
                <a:lnTo>
                  <a:pt x="1547308" y="2063757"/>
                </a:lnTo>
                <a:cubicBezTo>
                  <a:pt x="1547071" y="2063402"/>
                  <a:pt x="1547071" y="2062928"/>
                  <a:pt x="1547308" y="2062572"/>
                </a:cubicBezTo>
                <a:lnTo>
                  <a:pt x="1555836" y="2047825"/>
                </a:lnTo>
                <a:cubicBezTo>
                  <a:pt x="1556073" y="2047470"/>
                  <a:pt x="1556488" y="2047233"/>
                  <a:pt x="1556902" y="2047233"/>
                </a:cubicBezTo>
                <a:close/>
                <a:moveTo>
                  <a:pt x="3518081" y="2046996"/>
                </a:moveTo>
                <a:lnTo>
                  <a:pt x="3535316" y="2046996"/>
                </a:lnTo>
                <a:cubicBezTo>
                  <a:pt x="3535730" y="2046996"/>
                  <a:pt x="3536145" y="2047233"/>
                  <a:pt x="3536382" y="2047588"/>
                </a:cubicBezTo>
                <a:lnTo>
                  <a:pt x="3544970" y="2062513"/>
                </a:lnTo>
                <a:cubicBezTo>
                  <a:pt x="3545206" y="2062928"/>
                  <a:pt x="3545206" y="2063401"/>
                  <a:pt x="3544970" y="2063757"/>
                </a:cubicBezTo>
                <a:lnTo>
                  <a:pt x="3536322" y="2078682"/>
                </a:lnTo>
                <a:cubicBezTo>
                  <a:pt x="3536086" y="2079037"/>
                  <a:pt x="3535671" y="2079274"/>
                  <a:pt x="3535257" y="2079274"/>
                </a:cubicBezTo>
                <a:lnTo>
                  <a:pt x="3518022" y="2079274"/>
                </a:lnTo>
                <a:cubicBezTo>
                  <a:pt x="3517608" y="2079274"/>
                  <a:pt x="3517193" y="2079037"/>
                  <a:pt x="3516956" y="2078682"/>
                </a:cubicBezTo>
                <a:lnTo>
                  <a:pt x="3508368" y="2063757"/>
                </a:lnTo>
                <a:cubicBezTo>
                  <a:pt x="3508132" y="2063342"/>
                  <a:pt x="3508132" y="2062868"/>
                  <a:pt x="3508368" y="2062513"/>
                </a:cubicBezTo>
                <a:lnTo>
                  <a:pt x="3517016" y="2047588"/>
                </a:lnTo>
                <a:cubicBezTo>
                  <a:pt x="3517252" y="2047233"/>
                  <a:pt x="3517667" y="2046996"/>
                  <a:pt x="3518081" y="2046996"/>
                </a:cubicBezTo>
                <a:close/>
                <a:moveTo>
                  <a:pt x="1691936" y="2046819"/>
                </a:moveTo>
                <a:lnTo>
                  <a:pt x="1709407" y="2046819"/>
                </a:lnTo>
                <a:cubicBezTo>
                  <a:pt x="1709822" y="2046819"/>
                  <a:pt x="1710236" y="2047056"/>
                  <a:pt x="1710473" y="2047411"/>
                </a:cubicBezTo>
                <a:lnTo>
                  <a:pt x="1719179" y="2062513"/>
                </a:lnTo>
                <a:cubicBezTo>
                  <a:pt x="1719416" y="2062928"/>
                  <a:pt x="1719416" y="2063402"/>
                  <a:pt x="1719179" y="2063757"/>
                </a:cubicBezTo>
                <a:lnTo>
                  <a:pt x="1710473" y="2078860"/>
                </a:lnTo>
                <a:cubicBezTo>
                  <a:pt x="1710236" y="2079215"/>
                  <a:pt x="1709822" y="2079452"/>
                  <a:pt x="1709407" y="2079452"/>
                </a:cubicBezTo>
                <a:lnTo>
                  <a:pt x="1691936" y="2079452"/>
                </a:lnTo>
                <a:cubicBezTo>
                  <a:pt x="1691521" y="2079452"/>
                  <a:pt x="1691107" y="2079215"/>
                  <a:pt x="1690869" y="2078860"/>
                </a:cubicBezTo>
                <a:lnTo>
                  <a:pt x="1682164" y="2063757"/>
                </a:lnTo>
                <a:cubicBezTo>
                  <a:pt x="1681927" y="2063343"/>
                  <a:pt x="1681927" y="2062869"/>
                  <a:pt x="1682164" y="2062513"/>
                </a:cubicBezTo>
                <a:lnTo>
                  <a:pt x="1690869" y="2047411"/>
                </a:lnTo>
                <a:cubicBezTo>
                  <a:pt x="1691107" y="2047056"/>
                  <a:pt x="1691521" y="2046819"/>
                  <a:pt x="1691936" y="2046819"/>
                </a:cubicBezTo>
                <a:close/>
                <a:moveTo>
                  <a:pt x="1624300" y="2046819"/>
                </a:moveTo>
                <a:lnTo>
                  <a:pt x="1641771" y="2046819"/>
                </a:lnTo>
                <a:cubicBezTo>
                  <a:pt x="1642186" y="2046819"/>
                  <a:pt x="1642600" y="2047056"/>
                  <a:pt x="1642837" y="2047411"/>
                </a:cubicBezTo>
                <a:lnTo>
                  <a:pt x="1651544" y="2062513"/>
                </a:lnTo>
                <a:cubicBezTo>
                  <a:pt x="1651780" y="2062928"/>
                  <a:pt x="1651780" y="2063402"/>
                  <a:pt x="1651544" y="2063757"/>
                </a:cubicBezTo>
                <a:lnTo>
                  <a:pt x="1642837" y="2078860"/>
                </a:lnTo>
                <a:cubicBezTo>
                  <a:pt x="1642600" y="2079215"/>
                  <a:pt x="1642186" y="2079452"/>
                  <a:pt x="1641771" y="2079452"/>
                </a:cubicBezTo>
                <a:lnTo>
                  <a:pt x="1624300" y="2079452"/>
                </a:lnTo>
                <a:cubicBezTo>
                  <a:pt x="1623885" y="2079452"/>
                  <a:pt x="1623471" y="2079215"/>
                  <a:pt x="1623234" y="2078860"/>
                </a:cubicBezTo>
                <a:lnTo>
                  <a:pt x="1614528" y="2063757"/>
                </a:lnTo>
                <a:cubicBezTo>
                  <a:pt x="1614291" y="2063343"/>
                  <a:pt x="1614291" y="2062869"/>
                  <a:pt x="1614528" y="2062513"/>
                </a:cubicBezTo>
                <a:lnTo>
                  <a:pt x="1623234" y="2047411"/>
                </a:lnTo>
                <a:cubicBezTo>
                  <a:pt x="1623471" y="2047056"/>
                  <a:pt x="1623885" y="2046819"/>
                  <a:pt x="1624300" y="2046819"/>
                </a:cubicBezTo>
                <a:close/>
                <a:moveTo>
                  <a:pt x="1759452" y="2046582"/>
                </a:moveTo>
                <a:lnTo>
                  <a:pt x="1777101" y="2046582"/>
                </a:lnTo>
                <a:cubicBezTo>
                  <a:pt x="1777516" y="2046582"/>
                  <a:pt x="1777930" y="2046878"/>
                  <a:pt x="1778167" y="2047233"/>
                </a:cubicBezTo>
                <a:lnTo>
                  <a:pt x="1786992" y="2062514"/>
                </a:lnTo>
                <a:cubicBezTo>
                  <a:pt x="1787229" y="2062869"/>
                  <a:pt x="1787229" y="2063402"/>
                  <a:pt x="1786992" y="2063757"/>
                </a:cubicBezTo>
                <a:lnTo>
                  <a:pt x="1778167" y="2079038"/>
                </a:lnTo>
                <a:cubicBezTo>
                  <a:pt x="1777930" y="2079452"/>
                  <a:pt x="1777516" y="2079689"/>
                  <a:pt x="1777101" y="2079689"/>
                </a:cubicBezTo>
                <a:lnTo>
                  <a:pt x="1759452" y="2079689"/>
                </a:lnTo>
                <a:cubicBezTo>
                  <a:pt x="1759037" y="2079689"/>
                  <a:pt x="1758623" y="2079393"/>
                  <a:pt x="1758386" y="2079038"/>
                </a:cubicBezTo>
                <a:lnTo>
                  <a:pt x="1749562" y="2063757"/>
                </a:lnTo>
                <a:cubicBezTo>
                  <a:pt x="1749325" y="2063402"/>
                  <a:pt x="1749325" y="2062869"/>
                  <a:pt x="1749562" y="2062514"/>
                </a:cubicBezTo>
                <a:lnTo>
                  <a:pt x="1758386" y="2047233"/>
                </a:lnTo>
                <a:cubicBezTo>
                  <a:pt x="1758623" y="2046819"/>
                  <a:pt x="1759037" y="2046582"/>
                  <a:pt x="1759452" y="2046582"/>
                </a:cubicBezTo>
                <a:close/>
                <a:moveTo>
                  <a:pt x="3450032" y="2046286"/>
                </a:moveTo>
                <a:lnTo>
                  <a:pt x="3468037" y="2046286"/>
                </a:lnTo>
                <a:cubicBezTo>
                  <a:pt x="3468510" y="2046286"/>
                  <a:pt x="3468925" y="2046523"/>
                  <a:pt x="3469162" y="2046937"/>
                </a:cubicBezTo>
                <a:lnTo>
                  <a:pt x="3478164" y="2062514"/>
                </a:lnTo>
                <a:cubicBezTo>
                  <a:pt x="3478401" y="2062869"/>
                  <a:pt x="3478401" y="2063343"/>
                  <a:pt x="3478164" y="2063757"/>
                </a:cubicBezTo>
                <a:lnTo>
                  <a:pt x="3469162" y="2079334"/>
                </a:lnTo>
                <a:cubicBezTo>
                  <a:pt x="3468925" y="2079748"/>
                  <a:pt x="3468510" y="2079985"/>
                  <a:pt x="3468037" y="2079985"/>
                </a:cubicBezTo>
                <a:lnTo>
                  <a:pt x="3450032" y="2079985"/>
                </a:lnTo>
                <a:cubicBezTo>
                  <a:pt x="3449559" y="2079985"/>
                  <a:pt x="3449144" y="2079748"/>
                  <a:pt x="3448907" y="2079334"/>
                </a:cubicBezTo>
                <a:lnTo>
                  <a:pt x="3439905" y="2063757"/>
                </a:lnTo>
                <a:cubicBezTo>
                  <a:pt x="3439668" y="2063402"/>
                  <a:pt x="3439668" y="2062928"/>
                  <a:pt x="3439905" y="2062514"/>
                </a:cubicBezTo>
                <a:lnTo>
                  <a:pt x="3448907" y="2046937"/>
                </a:lnTo>
                <a:cubicBezTo>
                  <a:pt x="3449144" y="2046523"/>
                  <a:pt x="3449559" y="2046286"/>
                  <a:pt x="3450032" y="2046286"/>
                </a:cubicBezTo>
                <a:close/>
                <a:moveTo>
                  <a:pt x="1150500" y="2045990"/>
                </a:moveTo>
                <a:lnTo>
                  <a:pt x="1168800" y="2045990"/>
                </a:lnTo>
                <a:cubicBezTo>
                  <a:pt x="1169274" y="2045990"/>
                  <a:pt x="1169689" y="2046227"/>
                  <a:pt x="1169926" y="2046641"/>
                </a:cubicBezTo>
                <a:lnTo>
                  <a:pt x="1179106" y="2062514"/>
                </a:lnTo>
                <a:cubicBezTo>
                  <a:pt x="1179342" y="2062928"/>
                  <a:pt x="1179342" y="2063402"/>
                  <a:pt x="1179106" y="2063817"/>
                </a:cubicBezTo>
                <a:lnTo>
                  <a:pt x="1169926" y="2079689"/>
                </a:lnTo>
                <a:cubicBezTo>
                  <a:pt x="1169689" y="2080104"/>
                  <a:pt x="1169274" y="2080340"/>
                  <a:pt x="1168800" y="2080340"/>
                </a:cubicBezTo>
                <a:lnTo>
                  <a:pt x="1150500" y="2080340"/>
                </a:lnTo>
                <a:cubicBezTo>
                  <a:pt x="1150026" y="2080340"/>
                  <a:pt x="1149612" y="2080104"/>
                  <a:pt x="1149374" y="2079689"/>
                </a:cubicBezTo>
                <a:lnTo>
                  <a:pt x="1140195" y="2063817"/>
                </a:lnTo>
                <a:cubicBezTo>
                  <a:pt x="1139958" y="2063402"/>
                  <a:pt x="1139958" y="2062928"/>
                  <a:pt x="1140195" y="2062514"/>
                </a:cubicBezTo>
                <a:lnTo>
                  <a:pt x="1149374" y="2046641"/>
                </a:lnTo>
                <a:cubicBezTo>
                  <a:pt x="1149612" y="2046227"/>
                  <a:pt x="1150026" y="2045990"/>
                  <a:pt x="1150500" y="2045990"/>
                </a:cubicBezTo>
                <a:close/>
                <a:moveTo>
                  <a:pt x="4667108" y="2045634"/>
                </a:moveTo>
                <a:lnTo>
                  <a:pt x="4685764" y="2045634"/>
                </a:lnTo>
                <a:cubicBezTo>
                  <a:pt x="4686237" y="2045634"/>
                  <a:pt x="4686652" y="2045871"/>
                  <a:pt x="4686889" y="2046285"/>
                </a:cubicBezTo>
                <a:lnTo>
                  <a:pt x="4696188" y="2062454"/>
                </a:lnTo>
                <a:cubicBezTo>
                  <a:pt x="4696424" y="2062868"/>
                  <a:pt x="4696424" y="2063342"/>
                  <a:pt x="4696188" y="2063757"/>
                </a:cubicBezTo>
                <a:lnTo>
                  <a:pt x="4686830" y="2079925"/>
                </a:lnTo>
                <a:cubicBezTo>
                  <a:pt x="4686593" y="2080340"/>
                  <a:pt x="4686178" y="2080577"/>
                  <a:pt x="4685705" y="2080577"/>
                </a:cubicBezTo>
                <a:lnTo>
                  <a:pt x="4667049" y="2080577"/>
                </a:lnTo>
                <a:cubicBezTo>
                  <a:pt x="4666575" y="2080577"/>
                  <a:pt x="4666160" y="2080340"/>
                  <a:pt x="4665924" y="2079925"/>
                </a:cubicBezTo>
                <a:lnTo>
                  <a:pt x="4656625" y="2063757"/>
                </a:lnTo>
                <a:cubicBezTo>
                  <a:pt x="4656388" y="2063342"/>
                  <a:pt x="4656388" y="2062868"/>
                  <a:pt x="4656625" y="2062454"/>
                </a:cubicBezTo>
                <a:lnTo>
                  <a:pt x="4665983" y="2046285"/>
                </a:lnTo>
                <a:cubicBezTo>
                  <a:pt x="4666219" y="2045871"/>
                  <a:pt x="4666634" y="2045634"/>
                  <a:pt x="4667108" y="2045634"/>
                </a:cubicBezTo>
                <a:close/>
                <a:moveTo>
                  <a:pt x="1826495" y="2045456"/>
                </a:moveTo>
                <a:lnTo>
                  <a:pt x="1845388" y="2045456"/>
                </a:lnTo>
                <a:cubicBezTo>
                  <a:pt x="1845802" y="2045456"/>
                  <a:pt x="1846276" y="2045693"/>
                  <a:pt x="1846513" y="2046108"/>
                </a:cubicBezTo>
                <a:lnTo>
                  <a:pt x="1855930" y="2062454"/>
                </a:lnTo>
                <a:cubicBezTo>
                  <a:pt x="1856167" y="2062868"/>
                  <a:pt x="1856167" y="2063401"/>
                  <a:pt x="1855930" y="2063816"/>
                </a:cubicBezTo>
                <a:lnTo>
                  <a:pt x="1846513" y="2080162"/>
                </a:lnTo>
                <a:cubicBezTo>
                  <a:pt x="1846276" y="2080576"/>
                  <a:pt x="1845861" y="2080814"/>
                  <a:pt x="1845388" y="2080814"/>
                </a:cubicBezTo>
                <a:lnTo>
                  <a:pt x="1826495" y="2080814"/>
                </a:lnTo>
                <a:cubicBezTo>
                  <a:pt x="1826080" y="2080814"/>
                  <a:pt x="1825606" y="2080576"/>
                  <a:pt x="1825369" y="2080162"/>
                </a:cubicBezTo>
                <a:lnTo>
                  <a:pt x="1815953" y="2063816"/>
                </a:lnTo>
                <a:cubicBezTo>
                  <a:pt x="1815716" y="2063401"/>
                  <a:pt x="1815716" y="2062868"/>
                  <a:pt x="1815953" y="2062454"/>
                </a:cubicBezTo>
                <a:lnTo>
                  <a:pt x="1825369" y="2046108"/>
                </a:lnTo>
                <a:cubicBezTo>
                  <a:pt x="1825606" y="2045693"/>
                  <a:pt x="1826021" y="2045456"/>
                  <a:pt x="1826495" y="2045456"/>
                </a:cubicBezTo>
                <a:close/>
                <a:moveTo>
                  <a:pt x="2773090" y="2045042"/>
                </a:moveTo>
                <a:lnTo>
                  <a:pt x="2792397" y="2045042"/>
                </a:lnTo>
                <a:cubicBezTo>
                  <a:pt x="2792871" y="2045042"/>
                  <a:pt x="2793345" y="2045338"/>
                  <a:pt x="2793582" y="2045753"/>
                </a:cubicBezTo>
                <a:lnTo>
                  <a:pt x="2803235" y="2062513"/>
                </a:lnTo>
                <a:cubicBezTo>
                  <a:pt x="2803472" y="2062928"/>
                  <a:pt x="2803472" y="2063461"/>
                  <a:pt x="2803235" y="2063876"/>
                </a:cubicBezTo>
                <a:lnTo>
                  <a:pt x="2793582" y="2080636"/>
                </a:lnTo>
                <a:cubicBezTo>
                  <a:pt x="2793345" y="2081110"/>
                  <a:pt x="2792871" y="2081347"/>
                  <a:pt x="2792397" y="2081347"/>
                </a:cubicBezTo>
                <a:lnTo>
                  <a:pt x="2773090" y="2081347"/>
                </a:lnTo>
                <a:cubicBezTo>
                  <a:pt x="2772616" y="2081347"/>
                  <a:pt x="2772142" y="2081051"/>
                  <a:pt x="2771905" y="2080636"/>
                </a:cubicBezTo>
                <a:lnTo>
                  <a:pt x="2762252" y="2063876"/>
                </a:lnTo>
                <a:cubicBezTo>
                  <a:pt x="2762015" y="2063461"/>
                  <a:pt x="2762015" y="2062928"/>
                  <a:pt x="2762252" y="2062513"/>
                </a:cubicBezTo>
                <a:lnTo>
                  <a:pt x="2771905" y="2045753"/>
                </a:lnTo>
                <a:cubicBezTo>
                  <a:pt x="2772142" y="2045279"/>
                  <a:pt x="2772616" y="2045042"/>
                  <a:pt x="2773090" y="2045042"/>
                </a:cubicBezTo>
                <a:close/>
                <a:moveTo>
                  <a:pt x="2908300" y="2044924"/>
                </a:moveTo>
                <a:lnTo>
                  <a:pt x="2927726" y="2044924"/>
                </a:lnTo>
                <a:cubicBezTo>
                  <a:pt x="2928200" y="2044924"/>
                  <a:pt x="2928673" y="2045220"/>
                  <a:pt x="2928910" y="2045635"/>
                </a:cubicBezTo>
                <a:lnTo>
                  <a:pt x="2938623" y="2062454"/>
                </a:lnTo>
                <a:cubicBezTo>
                  <a:pt x="2938860" y="2062869"/>
                  <a:pt x="2938860" y="2063402"/>
                  <a:pt x="2938623" y="2063817"/>
                </a:cubicBezTo>
                <a:lnTo>
                  <a:pt x="2928910" y="2080637"/>
                </a:lnTo>
                <a:cubicBezTo>
                  <a:pt x="2928673" y="2081110"/>
                  <a:pt x="2928200" y="2081347"/>
                  <a:pt x="2927726" y="2081347"/>
                </a:cubicBezTo>
                <a:lnTo>
                  <a:pt x="2908300" y="2081347"/>
                </a:lnTo>
                <a:cubicBezTo>
                  <a:pt x="2907826" y="2081347"/>
                  <a:pt x="2907352" y="2081051"/>
                  <a:pt x="2907116" y="2080637"/>
                </a:cubicBezTo>
                <a:lnTo>
                  <a:pt x="2897403" y="2063817"/>
                </a:lnTo>
                <a:cubicBezTo>
                  <a:pt x="2897166" y="2063402"/>
                  <a:pt x="2897166" y="2062869"/>
                  <a:pt x="2897403" y="2062454"/>
                </a:cubicBezTo>
                <a:lnTo>
                  <a:pt x="2907116" y="2045635"/>
                </a:lnTo>
                <a:cubicBezTo>
                  <a:pt x="2907352" y="2045161"/>
                  <a:pt x="2907826" y="2044924"/>
                  <a:pt x="2908300" y="2044924"/>
                </a:cubicBezTo>
                <a:close/>
                <a:moveTo>
                  <a:pt x="2705395" y="2044924"/>
                </a:moveTo>
                <a:lnTo>
                  <a:pt x="2724821" y="2044924"/>
                </a:lnTo>
                <a:cubicBezTo>
                  <a:pt x="2725295" y="2044924"/>
                  <a:pt x="2725769" y="2045220"/>
                  <a:pt x="2726005" y="2045635"/>
                </a:cubicBezTo>
                <a:lnTo>
                  <a:pt x="2735718" y="2062454"/>
                </a:lnTo>
                <a:cubicBezTo>
                  <a:pt x="2735955" y="2062869"/>
                  <a:pt x="2735955" y="2063402"/>
                  <a:pt x="2735718" y="2063817"/>
                </a:cubicBezTo>
                <a:lnTo>
                  <a:pt x="2726005" y="2080637"/>
                </a:lnTo>
                <a:cubicBezTo>
                  <a:pt x="2725769" y="2081110"/>
                  <a:pt x="2725295" y="2081347"/>
                  <a:pt x="2724821" y="2081347"/>
                </a:cubicBezTo>
                <a:lnTo>
                  <a:pt x="2705395" y="2081347"/>
                </a:lnTo>
                <a:cubicBezTo>
                  <a:pt x="2704921" y="2081347"/>
                  <a:pt x="2704447" y="2081051"/>
                  <a:pt x="2704211" y="2080637"/>
                </a:cubicBezTo>
                <a:lnTo>
                  <a:pt x="2694498" y="2063817"/>
                </a:lnTo>
                <a:cubicBezTo>
                  <a:pt x="2694261" y="2063402"/>
                  <a:pt x="2694261" y="2062869"/>
                  <a:pt x="2694498" y="2062454"/>
                </a:cubicBezTo>
                <a:lnTo>
                  <a:pt x="2704211" y="2045635"/>
                </a:lnTo>
                <a:cubicBezTo>
                  <a:pt x="2704447" y="2045161"/>
                  <a:pt x="2704921" y="2044924"/>
                  <a:pt x="2705395" y="2044924"/>
                </a:cubicBezTo>
                <a:close/>
                <a:moveTo>
                  <a:pt x="3381686" y="2044805"/>
                </a:moveTo>
                <a:lnTo>
                  <a:pt x="3401231" y="2044805"/>
                </a:lnTo>
                <a:cubicBezTo>
                  <a:pt x="3401704" y="2044805"/>
                  <a:pt x="3402179" y="2045101"/>
                  <a:pt x="3402415" y="2045516"/>
                </a:cubicBezTo>
                <a:lnTo>
                  <a:pt x="3412187" y="2062454"/>
                </a:lnTo>
                <a:cubicBezTo>
                  <a:pt x="3412425" y="2062869"/>
                  <a:pt x="3412425" y="2063402"/>
                  <a:pt x="3412187" y="2063816"/>
                </a:cubicBezTo>
                <a:lnTo>
                  <a:pt x="3402415" y="2080755"/>
                </a:lnTo>
                <a:cubicBezTo>
                  <a:pt x="3402179" y="2081169"/>
                  <a:pt x="3401704" y="2081465"/>
                  <a:pt x="3401231" y="2081465"/>
                </a:cubicBezTo>
                <a:lnTo>
                  <a:pt x="3381686" y="2081465"/>
                </a:lnTo>
                <a:cubicBezTo>
                  <a:pt x="3381213" y="2081465"/>
                  <a:pt x="3380739" y="2081169"/>
                  <a:pt x="3380502" y="2080755"/>
                </a:cubicBezTo>
                <a:lnTo>
                  <a:pt x="3370730" y="2063816"/>
                </a:lnTo>
                <a:cubicBezTo>
                  <a:pt x="3370493" y="2063402"/>
                  <a:pt x="3370493" y="2062869"/>
                  <a:pt x="3370730" y="2062454"/>
                </a:cubicBezTo>
                <a:lnTo>
                  <a:pt x="3380502" y="2045516"/>
                </a:lnTo>
                <a:cubicBezTo>
                  <a:pt x="3380739" y="2045101"/>
                  <a:pt x="3381213" y="2044805"/>
                  <a:pt x="3381686" y="2044805"/>
                </a:cubicBezTo>
                <a:close/>
                <a:moveTo>
                  <a:pt x="1893774" y="2044805"/>
                </a:moveTo>
                <a:lnTo>
                  <a:pt x="1913319" y="2044805"/>
                </a:lnTo>
                <a:cubicBezTo>
                  <a:pt x="1913792" y="2044805"/>
                  <a:pt x="1914266" y="2045101"/>
                  <a:pt x="1914503" y="2045516"/>
                </a:cubicBezTo>
                <a:lnTo>
                  <a:pt x="1924275" y="2062454"/>
                </a:lnTo>
                <a:cubicBezTo>
                  <a:pt x="1924512" y="2062869"/>
                  <a:pt x="1924512" y="2063402"/>
                  <a:pt x="1924275" y="2063816"/>
                </a:cubicBezTo>
                <a:lnTo>
                  <a:pt x="1914503" y="2080755"/>
                </a:lnTo>
                <a:cubicBezTo>
                  <a:pt x="1914266" y="2081169"/>
                  <a:pt x="1913792" y="2081465"/>
                  <a:pt x="1913319" y="2081465"/>
                </a:cubicBezTo>
                <a:lnTo>
                  <a:pt x="1893774" y="2081465"/>
                </a:lnTo>
                <a:cubicBezTo>
                  <a:pt x="1893301" y="2081465"/>
                  <a:pt x="1892827" y="2081169"/>
                  <a:pt x="1892590" y="2080755"/>
                </a:cubicBezTo>
                <a:lnTo>
                  <a:pt x="1882818" y="2063816"/>
                </a:lnTo>
                <a:cubicBezTo>
                  <a:pt x="1882581" y="2063402"/>
                  <a:pt x="1882581" y="2062869"/>
                  <a:pt x="1882818" y="2062454"/>
                </a:cubicBezTo>
                <a:lnTo>
                  <a:pt x="1892590" y="2045516"/>
                </a:lnTo>
                <a:cubicBezTo>
                  <a:pt x="1892827" y="2045101"/>
                  <a:pt x="1893301" y="2044805"/>
                  <a:pt x="1893774" y="2044805"/>
                </a:cubicBezTo>
                <a:close/>
                <a:moveTo>
                  <a:pt x="1082154" y="2044746"/>
                </a:moveTo>
                <a:lnTo>
                  <a:pt x="1101816" y="2044746"/>
                </a:lnTo>
                <a:cubicBezTo>
                  <a:pt x="1102290" y="2044746"/>
                  <a:pt x="1102764" y="2045042"/>
                  <a:pt x="1103001" y="2045457"/>
                </a:cubicBezTo>
                <a:lnTo>
                  <a:pt x="1112832" y="2062454"/>
                </a:lnTo>
                <a:cubicBezTo>
                  <a:pt x="1113069" y="2062869"/>
                  <a:pt x="1113069" y="2063402"/>
                  <a:pt x="1112832" y="2063817"/>
                </a:cubicBezTo>
                <a:lnTo>
                  <a:pt x="1103001" y="2080814"/>
                </a:lnTo>
                <a:cubicBezTo>
                  <a:pt x="1102764" y="2081229"/>
                  <a:pt x="1102290" y="2081525"/>
                  <a:pt x="1101816" y="2081525"/>
                </a:cubicBezTo>
                <a:lnTo>
                  <a:pt x="1082154" y="2081525"/>
                </a:lnTo>
                <a:cubicBezTo>
                  <a:pt x="1081680" y="2081525"/>
                  <a:pt x="1081206" y="2081229"/>
                  <a:pt x="1080969" y="2080814"/>
                </a:cubicBezTo>
                <a:lnTo>
                  <a:pt x="1071138" y="2063817"/>
                </a:lnTo>
                <a:cubicBezTo>
                  <a:pt x="1070901" y="2063402"/>
                  <a:pt x="1070901" y="2062869"/>
                  <a:pt x="1071138" y="2062454"/>
                </a:cubicBezTo>
                <a:lnTo>
                  <a:pt x="1080969" y="2045457"/>
                </a:lnTo>
                <a:cubicBezTo>
                  <a:pt x="1081206" y="2045042"/>
                  <a:pt x="1081680" y="2044746"/>
                  <a:pt x="1082154" y="2044746"/>
                </a:cubicBezTo>
                <a:close/>
                <a:moveTo>
                  <a:pt x="2840488" y="2044628"/>
                </a:moveTo>
                <a:lnTo>
                  <a:pt x="2860269" y="2044628"/>
                </a:lnTo>
                <a:cubicBezTo>
                  <a:pt x="2860743" y="2044628"/>
                  <a:pt x="2861217" y="2044924"/>
                  <a:pt x="2861453" y="2045339"/>
                </a:cubicBezTo>
                <a:lnTo>
                  <a:pt x="2871344" y="2062454"/>
                </a:lnTo>
                <a:cubicBezTo>
                  <a:pt x="2871581" y="2062928"/>
                  <a:pt x="2871581" y="2063462"/>
                  <a:pt x="2871344" y="2063876"/>
                </a:cubicBezTo>
                <a:lnTo>
                  <a:pt x="2861453" y="2080992"/>
                </a:lnTo>
                <a:cubicBezTo>
                  <a:pt x="2861217" y="2081407"/>
                  <a:pt x="2860743" y="2081703"/>
                  <a:pt x="2860269" y="2081703"/>
                </a:cubicBezTo>
                <a:lnTo>
                  <a:pt x="2840488" y="2081703"/>
                </a:lnTo>
                <a:cubicBezTo>
                  <a:pt x="2840014" y="2081703"/>
                  <a:pt x="2839540" y="2081407"/>
                  <a:pt x="2839303" y="2080992"/>
                </a:cubicBezTo>
                <a:lnTo>
                  <a:pt x="2829413" y="2063876"/>
                </a:lnTo>
                <a:cubicBezTo>
                  <a:pt x="2829176" y="2063402"/>
                  <a:pt x="2829176" y="2062869"/>
                  <a:pt x="2829413" y="2062454"/>
                </a:cubicBezTo>
                <a:lnTo>
                  <a:pt x="2839303" y="2045339"/>
                </a:lnTo>
                <a:cubicBezTo>
                  <a:pt x="2839540" y="2044924"/>
                  <a:pt x="2840014" y="2044628"/>
                  <a:pt x="2840488" y="2044628"/>
                </a:cubicBezTo>
                <a:close/>
                <a:moveTo>
                  <a:pt x="879130" y="2044509"/>
                </a:moveTo>
                <a:lnTo>
                  <a:pt x="899030" y="2044509"/>
                </a:lnTo>
                <a:cubicBezTo>
                  <a:pt x="899503" y="2044509"/>
                  <a:pt x="899977" y="2044805"/>
                  <a:pt x="900214" y="2045220"/>
                </a:cubicBezTo>
                <a:lnTo>
                  <a:pt x="910164" y="2062454"/>
                </a:lnTo>
                <a:cubicBezTo>
                  <a:pt x="910401" y="2062928"/>
                  <a:pt x="910401" y="2063461"/>
                  <a:pt x="910164" y="2063876"/>
                </a:cubicBezTo>
                <a:lnTo>
                  <a:pt x="900214" y="2081110"/>
                </a:lnTo>
                <a:cubicBezTo>
                  <a:pt x="899977" y="2081525"/>
                  <a:pt x="899503" y="2081821"/>
                  <a:pt x="899030" y="2081821"/>
                </a:cubicBezTo>
                <a:lnTo>
                  <a:pt x="879130" y="2081821"/>
                </a:lnTo>
                <a:cubicBezTo>
                  <a:pt x="878656" y="2081821"/>
                  <a:pt x="878182" y="2081525"/>
                  <a:pt x="877946" y="2081110"/>
                </a:cubicBezTo>
                <a:lnTo>
                  <a:pt x="867996" y="2063876"/>
                </a:lnTo>
                <a:cubicBezTo>
                  <a:pt x="867759" y="2063402"/>
                  <a:pt x="867759" y="2062869"/>
                  <a:pt x="867996" y="2062454"/>
                </a:cubicBezTo>
                <a:lnTo>
                  <a:pt x="877946" y="2045220"/>
                </a:lnTo>
                <a:cubicBezTo>
                  <a:pt x="878182" y="2044805"/>
                  <a:pt x="878656" y="2044509"/>
                  <a:pt x="879130" y="2044509"/>
                </a:cubicBezTo>
                <a:close/>
                <a:moveTo>
                  <a:pt x="3313637" y="2044094"/>
                </a:moveTo>
                <a:lnTo>
                  <a:pt x="3333951" y="2044094"/>
                </a:lnTo>
                <a:cubicBezTo>
                  <a:pt x="3334484" y="2044094"/>
                  <a:pt x="3334958" y="2044390"/>
                  <a:pt x="3335195" y="2044805"/>
                </a:cubicBezTo>
                <a:lnTo>
                  <a:pt x="3345322" y="2062395"/>
                </a:lnTo>
                <a:cubicBezTo>
                  <a:pt x="3345559" y="2062809"/>
                  <a:pt x="3345559" y="2063401"/>
                  <a:pt x="3345322" y="2063816"/>
                </a:cubicBezTo>
                <a:lnTo>
                  <a:pt x="3335136" y="2081406"/>
                </a:lnTo>
                <a:cubicBezTo>
                  <a:pt x="3334899" y="2081820"/>
                  <a:pt x="3334425" y="2082116"/>
                  <a:pt x="3333892" y="2082116"/>
                </a:cubicBezTo>
                <a:lnTo>
                  <a:pt x="3313578" y="2082116"/>
                </a:lnTo>
                <a:cubicBezTo>
                  <a:pt x="3313045" y="2082116"/>
                  <a:pt x="3312571" y="2081820"/>
                  <a:pt x="3312334" y="2081406"/>
                </a:cubicBezTo>
                <a:lnTo>
                  <a:pt x="3302207" y="2063816"/>
                </a:lnTo>
                <a:cubicBezTo>
                  <a:pt x="3301970" y="2063401"/>
                  <a:pt x="3301970" y="2062809"/>
                  <a:pt x="3302207" y="2062395"/>
                </a:cubicBezTo>
                <a:lnTo>
                  <a:pt x="3312393" y="2044805"/>
                </a:lnTo>
                <a:cubicBezTo>
                  <a:pt x="3312631" y="2044390"/>
                  <a:pt x="3313104" y="2044094"/>
                  <a:pt x="3313637" y="2044094"/>
                </a:cubicBezTo>
                <a:close/>
                <a:moveTo>
                  <a:pt x="3246002" y="2044094"/>
                </a:moveTo>
                <a:lnTo>
                  <a:pt x="3266315" y="2044094"/>
                </a:lnTo>
                <a:cubicBezTo>
                  <a:pt x="3266848" y="2044094"/>
                  <a:pt x="3267322" y="2044390"/>
                  <a:pt x="3267559" y="2044805"/>
                </a:cubicBezTo>
                <a:lnTo>
                  <a:pt x="3277687" y="2062395"/>
                </a:lnTo>
                <a:cubicBezTo>
                  <a:pt x="3277923" y="2062809"/>
                  <a:pt x="3277923" y="2063401"/>
                  <a:pt x="3277687" y="2063816"/>
                </a:cubicBezTo>
                <a:lnTo>
                  <a:pt x="3267500" y="2081406"/>
                </a:lnTo>
                <a:cubicBezTo>
                  <a:pt x="3267263" y="2081820"/>
                  <a:pt x="3266790" y="2082116"/>
                  <a:pt x="3266256" y="2082116"/>
                </a:cubicBezTo>
                <a:lnTo>
                  <a:pt x="3245942" y="2082116"/>
                </a:lnTo>
                <a:cubicBezTo>
                  <a:pt x="3245409" y="2082116"/>
                  <a:pt x="3244935" y="2081820"/>
                  <a:pt x="3244698" y="2081406"/>
                </a:cubicBezTo>
                <a:lnTo>
                  <a:pt x="3234571" y="2063816"/>
                </a:lnTo>
                <a:cubicBezTo>
                  <a:pt x="3234334" y="2063401"/>
                  <a:pt x="3234334" y="2062809"/>
                  <a:pt x="3234571" y="2062395"/>
                </a:cubicBezTo>
                <a:lnTo>
                  <a:pt x="3244757" y="2044805"/>
                </a:lnTo>
                <a:cubicBezTo>
                  <a:pt x="3244995" y="2044390"/>
                  <a:pt x="3245468" y="2044094"/>
                  <a:pt x="3246002" y="2044094"/>
                </a:cubicBezTo>
                <a:close/>
                <a:moveTo>
                  <a:pt x="3110731" y="2044094"/>
                </a:moveTo>
                <a:lnTo>
                  <a:pt x="3131045" y="2044094"/>
                </a:lnTo>
                <a:cubicBezTo>
                  <a:pt x="3131578" y="2044094"/>
                  <a:pt x="3132052" y="2044390"/>
                  <a:pt x="3132289" y="2044805"/>
                </a:cubicBezTo>
                <a:lnTo>
                  <a:pt x="3142417" y="2062395"/>
                </a:lnTo>
                <a:cubicBezTo>
                  <a:pt x="3142653" y="2062809"/>
                  <a:pt x="3142653" y="2063401"/>
                  <a:pt x="3142417" y="2063816"/>
                </a:cubicBezTo>
                <a:lnTo>
                  <a:pt x="3132230" y="2081406"/>
                </a:lnTo>
                <a:cubicBezTo>
                  <a:pt x="3131993" y="2081820"/>
                  <a:pt x="3131519" y="2082116"/>
                  <a:pt x="3130986" y="2082116"/>
                </a:cubicBezTo>
                <a:lnTo>
                  <a:pt x="3110672" y="2082116"/>
                </a:lnTo>
                <a:cubicBezTo>
                  <a:pt x="3110139" y="2082116"/>
                  <a:pt x="3109665" y="2081820"/>
                  <a:pt x="3109428" y="2081406"/>
                </a:cubicBezTo>
                <a:lnTo>
                  <a:pt x="3099301" y="2063816"/>
                </a:lnTo>
                <a:cubicBezTo>
                  <a:pt x="3099064" y="2063401"/>
                  <a:pt x="3099064" y="2062809"/>
                  <a:pt x="3099301" y="2062395"/>
                </a:cubicBezTo>
                <a:lnTo>
                  <a:pt x="3109487" y="2044805"/>
                </a:lnTo>
                <a:cubicBezTo>
                  <a:pt x="3109724" y="2044390"/>
                  <a:pt x="3110198" y="2044094"/>
                  <a:pt x="3110731" y="2044094"/>
                </a:cubicBezTo>
                <a:close/>
                <a:moveTo>
                  <a:pt x="3178248" y="2043917"/>
                </a:moveTo>
                <a:lnTo>
                  <a:pt x="3198799" y="2043917"/>
                </a:lnTo>
                <a:cubicBezTo>
                  <a:pt x="3199273" y="2043917"/>
                  <a:pt x="3199806" y="2044154"/>
                  <a:pt x="3200043" y="2044628"/>
                </a:cubicBezTo>
                <a:lnTo>
                  <a:pt x="3210289" y="2062396"/>
                </a:lnTo>
                <a:cubicBezTo>
                  <a:pt x="3210526" y="2062869"/>
                  <a:pt x="3210526" y="2063402"/>
                  <a:pt x="3210289" y="2063876"/>
                </a:cubicBezTo>
                <a:lnTo>
                  <a:pt x="3200043" y="2081644"/>
                </a:lnTo>
                <a:cubicBezTo>
                  <a:pt x="3199806" y="2082058"/>
                  <a:pt x="3199333" y="2082354"/>
                  <a:pt x="3198799" y="2082354"/>
                </a:cubicBezTo>
                <a:lnTo>
                  <a:pt x="3178248" y="2082354"/>
                </a:lnTo>
                <a:cubicBezTo>
                  <a:pt x="3177775" y="2082354"/>
                  <a:pt x="3177241" y="2082117"/>
                  <a:pt x="3177005" y="2081644"/>
                </a:cubicBezTo>
                <a:lnTo>
                  <a:pt x="3166759" y="2063876"/>
                </a:lnTo>
                <a:cubicBezTo>
                  <a:pt x="3166522" y="2063402"/>
                  <a:pt x="3166522" y="2062869"/>
                  <a:pt x="3166759" y="2062396"/>
                </a:cubicBezTo>
                <a:lnTo>
                  <a:pt x="3177005" y="2044628"/>
                </a:lnTo>
                <a:cubicBezTo>
                  <a:pt x="3177241" y="2044213"/>
                  <a:pt x="3177715" y="2043917"/>
                  <a:pt x="3178248" y="2043917"/>
                </a:cubicBezTo>
                <a:close/>
                <a:moveTo>
                  <a:pt x="4733676" y="2043798"/>
                </a:moveTo>
                <a:lnTo>
                  <a:pt x="4754346" y="2043798"/>
                </a:lnTo>
                <a:cubicBezTo>
                  <a:pt x="4754820" y="2043798"/>
                  <a:pt x="4755353" y="2044035"/>
                  <a:pt x="4755589" y="2044509"/>
                </a:cubicBezTo>
                <a:lnTo>
                  <a:pt x="4765895" y="2062395"/>
                </a:lnTo>
                <a:cubicBezTo>
                  <a:pt x="4766132" y="2062868"/>
                  <a:pt x="4766132" y="2063401"/>
                  <a:pt x="4765895" y="2063875"/>
                </a:cubicBezTo>
                <a:lnTo>
                  <a:pt x="4755589" y="2081761"/>
                </a:lnTo>
                <a:cubicBezTo>
                  <a:pt x="4755353" y="2082176"/>
                  <a:pt x="4754879" y="2082472"/>
                  <a:pt x="4754346" y="2082472"/>
                </a:cubicBezTo>
                <a:lnTo>
                  <a:pt x="4733676" y="2082472"/>
                </a:lnTo>
                <a:cubicBezTo>
                  <a:pt x="4733203" y="2082472"/>
                  <a:pt x="4732669" y="2082235"/>
                  <a:pt x="4732433" y="2081761"/>
                </a:cubicBezTo>
                <a:lnTo>
                  <a:pt x="4722128" y="2063875"/>
                </a:lnTo>
                <a:cubicBezTo>
                  <a:pt x="4721891" y="2063401"/>
                  <a:pt x="4721891" y="2062868"/>
                  <a:pt x="4722128" y="2062395"/>
                </a:cubicBezTo>
                <a:lnTo>
                  <a:pt x="4732433" y="2044509"/>
                </a:lnTo>
                <a:cubicBezTo>
                  <a:pt x="4732669" y="2044094"/>
                  <a:pt x="4733144" y="2043798"/>
                  <a:pt x="4733676" y="2043798"/>
                </a:cubicBezTo>
                <a:close/>
                <a:moveTo>
                  <a:pt x="743505" y="2043798"/>
                </a:moveTo>
                <a:lnTo>
                  <a:pt x="764174" y="2043798"/>
                </a:lnTo>
                <a:cubicBezTo>
                  <a:pt x="764648" y="2043798"/>
                  <a:pt x="765181" y="2044035"/>
                  <a:pt x="765418" y="2044509"/>
                </a:cubicBezTo>
                <a:lnTo>
                  <a:pt x="775723" y="2062395"/>
                </a:lnTo>
                <a:cubicBezTo>
                  <a:pt x="775960" y="2062868"/>
                  <a:pt x="775960" y="2063401"/>
                  <a:pt x="775723" y="2063875"/>
                </a:cubicBezTo>
                <a:lnTo>
                  <a:pt x="765418" y="2081761"/>
                </a:lnTo>
                <a:cubicBezTo>
                  <a:pt x="765181" y="2082176"/>
                  <a:pt x="764707" y="2082472"/>
                  <a:pt x="764174" y="2082472"/>
                </a:cubicBezTo>
                <a:lnTo>
                  <a:pt x="743505" y="2082472"/>
                </a:lnTo>
                <a:cubicBezTo>
                  <a:pt x="743031" y="2082472"/>
                  <a:pt x="742498" y="2082235"/>
                  <a:pt x="742261" y="2081761"/>
                </a:cubicBezTo>
                <a:lnTo>
                  <a:pt x="731956" y="2063875"/>
                </a:lnTo>
                <a:cubicBezTo>
                  <a:pt x="731719" y="2063401"/>
                  <a:pt x="731719" y="2062868"/>
                  <a:pt x="731956" y="2062395"/>
                </a:cubicBezTo>
                <a:lnTo>
                  <a:pt x="742261" y="2044509"/>
                </a:lnTo>
                <a:cubicBezTo>
                  <a:pt x="742498" y="2044094"/>
                  <a:pt x="742971" y="2043798"/>
                  <a:pt x="743505" y="2043798"/>
                </a:cubicBezTo>
                <a:close/>
                <a:moveTo>
                  <a:pt x="2637168" y="2043680"/>
                </a:moveTo>
                <a:lnTo>
                  <a:pt x="2657897" y="2043680"/>
                </a:lnTo>
                <a:cubicBezTo>
                  <a:pt x="2658371" y="2043680"/>
                  <a:pt x="2658845" y="2043917"/>
                  <a:pt x="2659141" y="2044391"/>
                </a:cubicBezTo>
                <a:lnTo>
                  <a:pt x="2669505" y="2062395"/>
                </a:lnTo>
                <a:cubicBezTo>
                  <a:pt x="2669801" y="2062869"/>
                  <a:pt x="2669801" y="2063402"/>
                  <a:pt x="2669505" y="2063876"/>
                </a:cubicBezTo>
                <a:lnTo>
                  <a:pt x="2659141" y="2081880"/>
                </a:lnTo>
                <a:cubicBezTo>
                  <a:pt x="2658904" y="2082295"/>
                  <a:pt x="2658430" y="2082591"/>
                  <a:pt x="2657897" y="2082591"/>
                </a:cubicBezTo>
                <a:lnTo>
                  <a:pt x="2637168" y="2082591"/>
                </a:lnTo>
                <a:cubicBezTo>
                  <a:pt x="2636694" y="2082591"/>
                  <a:pt x="2636221" y="2082354"/>
                  <a:pt x="2635924" y="2081880"/>
                </a:cubicBezTo>
                <a:lnTo>
                  <a:pt x="2625560" y="2063876"/>
                </a:lnTo>
                <a:cubicBezTo>
                  <a:pt x="2625264" y="2063402"/>
                  <a:pt x="2625264" y="2062869"/>
                  <a:pt x="2625560" y="2062395"/>
                </a:cubicBezTo>
                <a:lnTo>
                  <a:pt x="2635924" y="2044391"/>
                </a:lnTo>
                <a:cubicBezTo>
                  <a:pt x="2636162" y="2043976"/>
                  <a:pt x="2636635" y="2043680"/>
                  <a:pt x="2637168" y="2043680"/>
                </a:cubicBezTo>
                <a:close/>
                <a:moveTo>
                  <a:pt x="1013926" y="2043561"/>
                </a:moveTo>
                <a:lnTo>
                  <a:pt x="1034774" y="2043561"/>
                </a:lnTo>
                <a:cubicBezTo>
                  <a:pt x="1035307" y="2043561"/>
                  <a:pt x="1035781" y="2043798"/>
                  <a:pt x="1036077" y="2044272"/>
                </a:cubicBezTo>
                <a:lnTo>
                  <a:pt x="1046500" y="2062336"/>
                </a:lnTo>
                <a:cubicBezTo>
                  <a:pt x="1046796" y="2062809"/>
                  <a:pt x="1046796" y="2063342"/>
                  <a:pt x="1046500" y="2063816"/>
                </a:cubicBezTo>
                <a:lnTo>
                  <a:pt x="1036077" y="2081880"/>
                </a:lnTo>
                <a:cubicBezTo>
                  <a:pt x="1035781" y="2082294"/>
                  <a:pt x="1035307" y="2082590"/>
                  <a:pt x="1034774" y="2082590"/>
                </a:cubicBezTo>
                <a:lnTo>
                  <a:pt x="1013926" y="2082590"/>
                </a:lnTo>
                <a:cubicBezTo>
                  <a:pt x="1013394" y="2082590"/>
                  <a:pt x="1012920" y="2082354"/>
                  <a:pt x="1012624" y="2081880"/>
                </a:cubicBezTo>
                <a:lnTo>
                  <a:pt x="1002200" y="2063816"/>
                </a:lnTo>
                <a:cubicBezTo>
                  <a:pt x="1001904" y="2063342"/>
                  <a:pt x="1001904" y="2062809"/>
                  <a:pt x="1002200" y="2062336"/>
                </a:cubicBezTo>
                <a:lnTo>
                  <a:pt x="1012624" y="2044272"/>
                </a:lnTo>
                <a:cubicBezTo>
                  <a:pt x="1012920" y="2043857"/>
                  <a:pt x="1013394" y="2043561"/>
                  <a:pt x="1013926" y="2043561"/>
                </a:cubicBezTo>
                <a:close/>
                <a:moveTo>
                  <a:pt x="810903" y="2043384"/>
                </a:moveTo>
                <a:lnTo>
                  <a:pt x="831987" y="2043384"/>
                </a:lnTo>
                <a:cubicBezTo>
                  <a:pt x="832520" y="2043384"/>
                  <a:pt x="832994" y="2043680"/>
                  <a:pt x="833290" y="2044154"/>
                </a:cubicBezTo>
                <a:lnTo>
                  <a:pt x="843832" y="2062395"/>
                </a:lnTo>
                <a:cubicBezTo>
                  <a:pt x="844128" y="2062869"/>
                  <a:pt x="844128" y="2063402"/>
                  <a:pt x="843832" y="2063876"/>
                </a:cubicBezTo>
                <a:lnTo>
                  <a:pt x="833290" y="2082117"/>
                </a:lnTo>
                <a:cubicBezTo>
                  <a:pt x="832994" y="2082591"/>
                  <a:pt x="832520" y="2082887"/>
                  <a:pt x="831987" y="2082887"/>
                </a:cubicBezTo>
                <a:lnTo>
                  <a:pt x="810903" y="2082887"/>
                </a:lnTo>
                <a:cubicBezTo>
                  <a:pt x="810370" y="2082887"/>
                  <a:pt x="809896" y="2082591"/>
                  <a:pt x="809600" y="2082117"/>
                </a:cubicBezTo>
                <a:lnTo>
                  <a:pt x="799058" y="2063876"/>
                </a:lnTo>
                <a:cubicBezTo>
                  <a:pt x="798762" y="2063402"/>
                  <a:pt x="798762" y="2062869"/>
                  <a:pt x="799058" y="2062395"/>
                </a:cubicBezTo>
                <a:lnTo>
                  <a:pt x="809600" y="2044154"/>
                </a:lnTo>
                <a:cubicBezTo>
                  <a:pt x="809896" y="2043680"/>
                  <a:pt x="810370" y="2043384"/>
                  <a:pt x="810903" y="2043384"/>
                </a:cubicBezTo>
                <a:close/>
                <a:moveTo>
                  <a:pt x="3042623" y="2043147"/>
                </a:moveTo>
                <a:lnTo>
                  <a:pt x="3063944" y="2043147"/>
                </a:lnTo>
                <a:cubicBezTo>
                  <a:pt x="3064477" y="2043147"/>
                  <a:pt x="3064950" y="2043443"/>
                  <a:pt x="3065247" y="2043917"/>
                </a:cubicBezTo>
                <a:lnTo>
                  <a:pt x="3075907" y="2062395"/>
                </a:lnTo>
                <a:cubicBezTo>
                  <a:pt x="3076203" y="2062809"/>
                  <a:pt x="3076203" y="2063402"/>
                  <a:pt x="3075907" y="2063876"/>
                </a:cubicBezTo>
                <a:lnTo>
                  <a:pt x="3065247" y="2082354"/>
                </a:lnTo>
                <a:cubicBezTo>
                  <a:pt x="3064950" y="2082828"/>
                  <a:pt x="3064477" y="2083124"/>
                  <a:pt x="3063944" y="2083124"/>
                </a:cubicBezTo>
                <a:lnTo>
                  <a:pt x="3042623" y="2083124"/>
                </a:lnTo>
                <a:cubicBezTo>
                  <a:pt x="3042089" y="2083124"/>
                  <a:pt x="3041616" y="2082828"/>
                  <a:pt x="3041319" y="2082354"/>
                </a:cubicBezTo>
                <a:lnTo>
                  <a:pt x="3030659" y="2063876"/>
                </a:lnTo>
                <a:cubicBezTo>
                  <a:pt x="3030363" y="2063461"/>
                  <a:pt x="3030363" y="2062869"/>
                  <a:pt x="3030659" y="2062395"/>
                </a:cubicBezTo>
                <a:lnTo>
                  <a:pt x="3041319" y="2043917"/>
                </a:lnTo>
                <a:cubicBezTo>
                  <a:pt x="3041616" y="2043443"/>
                  <a:pt x="3042089" y="2043147"/>
                  <a:pt x="3042623" y="2043147"/>
                </a:cubicBezTo>
                <a:close/>
                <a:moveTo>
                  <a:pt x="2974988" y="2043147"/>
                </a:moveTo>
                <a:lnTo>
                  <a:pt x="2996309" y="2043147"/>
                </a:lnTo>
                <a:cubicBezTo>
                  <a:pt x="2996842" y="2043147"/>
                  <a:pt x="2997316" y="2043443"/>
                  <a:pt x="2997612" y="2043917"/>
                </a:cubicBezTo>
                <a:lnTo>
                  <a:pt x="3008272" y="2062395"/>
                </a:lnTo>
                <a:cubicBezTo>
                  <a:pt x="3008568" y="2062809"/>
                  <a:pt x="3008568" y="2063402"/>
                  <a:pt x="3008272" y="2063876"/>
                </a:cubicBezTo>
                <a:lnTo>
                  <a:pt x="2997612" y="2082354"/>
                </a:lnTo>
                <a:cubicBezTo>
                  <a:pt x="2997316" y="2082828"/>
                  <a:pt x="2996842" y="2083124"/>
                  <a:pt x="2996309" y="2083124"/>
                </a:cubicBezTo>
                <a:lnTo>
                  <a:pt x="2974988" y="2083124"/>
                </a:lnTo>
                <a:cubicBezTo>
                  <a:pt x="2974455" y="2083124"/>
                  <a:pt x="2973981" y="2082828"/>
                  <a:pt x="2973685" y="2082354"/>
                </a:cubicBezTo>
                <a:lnTo>
                  <a:pt x="2963024" y="2063876"/>
                </a:lnTo>
                <a:cubicBezTo>
                  <a:pt x="2962728" y="2063461"/>
                  <a:pt x="2962728" y="2062869"/>
                  <a:pt x="2963024" y="2062395"/>
                </a:cubicBezTo>
                <a:lnTo>
                  <a:pt x="2973685" y="2043917"/>
                </a:lnTo>
                <a:cubicBezTo>
                  <a:pt x="2973981" y="2043443"/>
                  <a:pt x="2974455" y="2043147"/>
                  <a:pt x="2974988" y="2043147"/>
                </a:cubicBezTo>
                <a:close/>
                <a:moveTo>
                  <a:pt x="2569178" y="2043147"/>
                </a:moveTo>
                <a:lnTo>
                  <a:pt x="2590499" y="2043147"/>
                </a:lnTo>
                <a:cubicBezTo>
                  <a:pt x="2591032" y="2043147"/>
                  <a:pt x="2591505" y="2043443"/>
                  <a:pt x="2591802" y="2043917"/>
                </a:cubicBezTo>
                <a:lnTo>
                  <a:pt x="2602462" y="2062395"/>
                </a:lnTo>
                <a:cubicBezTo>
                  <a:pt x="2602758" y="2062809"/>
                  <a:pt x="2602758" y="2063402"/>
                  <a:pt x="2602462" y="2063876"/>
                </a:cubicBezTo>
                <a:lnTo>
                  <a:pt x="2591802" y="2082354"/>
                </a:lnTo>
                <a:cubicBezTo>
                  <a:pt x="2591505" y="2082828"/>
                  <a:pt x="2591032" y="2083124"/>
                  <a:pt x="2590499" y="2083124"/>
                </a:cubicBezTo>
                <a:lnTo>
                  <a:pt x="2569178" y="2083124"/>
                </a:lnTo>
                <a:cubicBezTo>
                  <a:pt x="2568644" y="2083124"/>
                  <a:pt x="2568171" y="2082828"/>
                  <a:pt x="2567874" y="2082354"/>
                </a:cubicBezTo>
                <a:lnTo>
                  <a:pt x="2557214" y="2063876"/>
                </a:lnTo>
                <a:cubicBezTo>
                  <a:pt x="2556918" y="2063461"/>
                  <a:pt x="2556918" y="2062869"/>
                  <a:pt x="2557214" y="2062395"/>
                </a:cubicBezTo>
                <a:lnTo>
                  <a:pt x="2567874" y="2043917"/>
                </a:lnTo>
                <a:cubicBezTo>
                  <a:pt x="2568171" y="2043443"/>
                  <a:pt x="2568644" y="2043147"/>
                  <a:pt x="2569178" y="2043147"/>
                </a:cubicBezTo>
                <a:close/>
                <a:moveTo>
                  <a:pt x="2501424" y="2042851"/>
                </a:moveTo>
                <a:lnTo>
                  <a:pt x="2523041" y="2042851"/>
                </a:lnTo>
                <a:cubicBezTo>
                  <a:pt x="2523575" y="2042851"/>
                  <a:pt x="2524048" y="2043147"/>
                  <a:pt x="2524344" y="2043621"/>
                </a:cubicBezTo>
                <a:lnTo>
                  <a:pt x="2535183" y="2062336"/>
                </a:lnTo>
                <a:cubicBezTo>
                  <a:pt x="2535479" y="2062810"/>
                  <a:pt x="2535479" y="2063402"/>
                  <a:pt x="2535183" y="2063876"/>
                </a:cubicBezTo>
                <a:lnTo>
                  <a:pt x="2524344" y="2082591"/>
                </a:lnTo>
                <a:cubicBezTo>
                  <a:pt x="2524107" y="2083065"/>
                  <a:pt x="2523575" y="2083361"/>
                  <a:pt x="2523041" y="2083361"/>
                </a:cubicBezTo>
                <a:lnTo>
                  <a:pt x="2501424" y="2083361"/>
                </a:lnTo>
                <a:cubicBezTo>
                  <a:pt x="2500891" y="2083361"/>
                  <a:pt x="2500417" y="2083065"/>
                  <a:pt x="2500121" y="2082591"/>
                </a:cubicBezTo>
                <a:lnTo>
                  <a:pt x="2489283" y="2063876"/>
                </a:lnTo>
                <a:cubicBezTo>
                  <a:pt x="2488987" y="2063402"/>
                  <a:pt x="2488987" y="2062810"/>
                  <a:pt x="2489283" y="2062336"/>
                </a:cubicBezTo>
                <a:lnTo>
                  <a:pt x="2500121" y="2043621"/>
                </a:lnTo>
                <a:cubicBezTo>
                  <a:pt x="2500358" y="2043147"/>
                  <a:pt x="2500891" y="2042851"/>
                  <a:pt x="2501424" y="2042851"/>
                </a:cubicBezTo>
                <a:close/>
                <a:moveTo>
                  <a:pt x="4868414" y="2042673"/>
                </a:moveTo>
                <a:lnTo>
                  <a:pt x="4890268" y="2042673"/>
                </a:lnTo>
                <a:cubicBezTo>
                  <a:pt x="4890860" y="2042673"/>
                  <a:pt x="4891334" y="2042969"/>
                  <a:pt x="4891630" y="2043443"/>
                </a:cubicBezTo>
                <a:lnTo>
                  <a:pt x="4902528" y="2062395"/>
                </a:lnTo>
                <a:cubicBezTo>
                  <a:pt x="4902824" y="2062869"/>
                  <a:pt x="4902824" y="2063461"/>
                  <a:pt x="4902528" y="2063935"/>
                </a:cubicBezTo>
                <a:lnTo>
                  <a:pt x="4891571" y="2082887"/>
                </a:lnTo>
                <a:cubicBezTo>
                  <a:pt x="4891275" y="2083361"/>
                  <a:pt x="4890742" y="2083657"/>
                  <a:pt x="4890209" y="2083657"/>
                </a:cubicBezTo>
                <a:lnTo>
                  <a:pt x="4868355" y="2083657"/>
                </a:lnTo>
                <a:cubicBezTo>
                  <a:pt x="4867762" y="2083657"/>
                  <a:pt x="4867289" y="2083361"/>
                  <a:pt x="4866993" y="2082887"/>
                </a:cubicBezTo>
                <a:lnTo>
                  <a:pt x="4856095" y="2063935"/>
                </a:lnTo>
                <a:cubicBezTo>
                  <a:pt x="4855799" y="2063461"/>
                  <a:pt x="4855799" y="2062869"/>
                  <a:pt x="4856095" y="2062395"/>
                </a:cubicBezTo>
                <a:lnTo>
                  <a:pt x="4867052" y="2043443"/>
                </a:lnTo>
                <a:cubicBezTo>
                  <a:pt x="4867348" y="2042969"/>
                  <a:pt x="4867881" y="2042673"/>
                  <a:pt x="4868414" y="2042673"/>
                </a:cubicBezTo>
                <a:close/>
                <a:moveTo>
                  <a:pt x="4800779" y="2042673"/>
                </a:moveTo>
                <a:lnTo>
                  <a:pt x="4822633" y="2042673"/>
                </a:lnTo>
                <a:cubicBezTo>
                  <a:pt x="4823225" y="2042673"/>
                  <a:pt x="4823699" y="2042969"/>
                  <a:pt x="4823995" y="2043443"/>
                </a:cubicBezTo>
                <a:lnTo>
                  <a:pt x="4834893" y="2062395"/>
                </a:lnTo>
                <a:cubicBezTo>
                  <a:pt x="4835189" y="2062869"/>
                  <a:pt x="4835189" y="2063461"/>
                  <a:pt x="4834893" y="2063935"/>
                </a:cubicBezTo>
                <a:lnTo>
                  <a:pt x="4823936" y="2082887"/>
                </a:lnTo>
                <a:cubicBezTo>
                  <a:pt x="4823640" y="2083361"/>
                  <a:pt x="4823107" y="2083657"/>
                  <a:pt x="4822574" y="2083657"/>
                </a:cubicBezTo>
                <a:lnTo>
                  <a:pt x="4800720" y="2083657"/>
                </a:lnTo>
                <a:cubicBezTo>
                  <a:pt x="4800127" y="2083657"/>
                  <a:pt x="4799654" y="2083361"/>
                  <a:pt x="4799358" y="2082887"/>
                </a:cubicBezTo>
                <a:lnTo>
                  <a:pt x="4788460" y="2063935"/>
                </a:lnTo>
                <a:cubicBezTo>
                  <a:pt x="4788164" y="2063461"/>
                  <a:pt x="4788164" y="2062869"/>
                  <a:pt x="4788460" y="2062395"/>
                </a:cubicBezTo>
                <a:lnTo>
                  <a:pt x="4799417" y="2043443"/>
                </a:lnTo>
                <a:cubicBezTo>
                  <a:pt x="4799713" y="2042969"/>
                  <a:pt x="4800246" y="2042673"/>
                  <a:pt x="4800779" y="2042673"/>
                </a:cubicBezTo>
                <a:close/>
                <a:moveTo>
                  <a:pt x="2433374" y="2042022"/>
                </a:moveTo>
                <a:lnTo>
                  <a:pt x="2455880" y="2042022"/>
                </a:lnTo>
                <a:cubicBezTo>
                  <a:pt x="2456413" y="2042022"/>
                  <a:pt x="2456946" y="2042318"/>
                  <a:pt x="2457242" y="2042792"/>
                </a:cubicBezTo>
                <a:lnTo>
                  <a:pt x="2468495" y="2062277"/>
                </a:lnTo>
                <a:cubicBezTo>
                  <a:pt x="2468791" y="2062751"/>
                  <a:pt x="2468791" y="2063402"/>
                  <a:pt x="2468495" y="2063876"/>
                </a:cubicBezTo>
                <a:lnTo>
                  <a:pt x="2457242" y="2083361"/>
                </a:lnTo>
                <a:cubicBezTo>
                  <a:pt x="2456946" y="2083835"/>
                  <a:pt x="2456413" y="2084131"/>
                  <a:pt x="2455880" y="2084131"/>
                </a:cubicBezTo>
                <a:lnTo>
                  <a:pt x="2433374" y="2084131"/>
                </a:lnTo>
                <a:cubicBezTo>
                  <a:pt x="2432841" y="2084131"/>
                  <a:pt x="2432308" y="2083835"/>
                  <a:pt x="2432012" y="2083361"/>
                </a:cubicBezTo>
                <a:lnTo>
                  <a:pt x="2420759" y="2063876"/>
                </a:lnTo>
                <a:cubicBezTo>
                  <a:pt x="2420463" y="2063402"/>
                  <a:pt x="2420463" y="2062751"/>
                  <a:pt x="2420759" y="2062277"/>
                </a:cubicBezTo>
                <a:lnTo>
                  <a:pt x="2432012" y="2042792"/>
                </a:lnTo>
                <a:cubicBezTo>
                  <a:pt x="2432308" y="2042318"/>
                  <a:pt x="2432841" y="2042022"/>
                  <a:pt x="2433374" y="2042022"/>
                </a:cubicBezTo>
                <a:close/>
                <a:moveTo>
                  <a:pt x="2365502" y="2041607"/>
                </a:moveTo>
                <a:lnTo>
                  <a:pt x="2388481" y="2041607"/>
                </a:lnTo>
                <a:cubicBezTo>
                  <a:pt x="2389074" y="2041607"/>
                  <a:pt x="2389607" y="2041962"/>
                  <a:pt x="2389903" y="2042436"/>
                </a:cubicBezTo>
                <a:lnTo>
                  <a:pt x="2401392" y="2062336"/>
                </a:lnTo>
                <a:cubicBezTo>
                  <a:pt x="2401689" y="2062809"/>
                  <a:pt x="2401689" y="2063461"/>
                  <a:pt x="2401392" y="2063935"/>
                </a:cubicBezTo>
                <a:lnTo>
                  <a:pt x="2389903" y="2083835"/>
                </a:lnTo>
                <a:cubicBezTo>
                  <a:pt x="2389607" y="2084367"/>
                  <a:pt x="2389074" y="2084663"/>
                  <a:pt x="2388481" y="2084663"/>
                </a:cubicBezTo>
                <a:lnTo>
                  <a:pt x="2365502" y="2084663"/>
                </a:lnTo>
                <a:cubicBezTo>
                  <a:pt x="2364910" y="2084663"/>
                  <a:pt x="2364377" y="2084308"/>
                  <a:pt x="2364081" y="2083835"/>
                </a:cubicBezTo>
                <a:lnTo>
                  <a:pt x="2352591" y="2063935"/>
                </a:lnTo>
                <a:cubicBezTo>
                  <a:pt x="2352295" y="2063461"/>
                  <a:pt x="2352295" y="2062809"/>
                  <a:pt x="2352591" y="2062336"/>
                </a:cubicBezTo>
                <a:lnTo>
                  <a:pt x="2364081" y="2042436"/>
                </a:lnTo>
                <a:cubicBezTo>
                  <a:pt x="2364377" y="2041903"/>
                  <a:pt x="2364910" y="2041607"/>
                  <a:pt x="2365502" y="2041607"/>
                </a:cubicBezTo>
                <a:close/>
                <a:moveTo>
                  <a:pt x="2297334" y="2040600"/>
                </a:moveTo>
                <a:lnTo>
                  <a:pt x="2321380" y="2040600"/>
                </a:lnTo>
                <a:cubicBezTo>
                  <a:pt x="2321972" y="2040600"/>
                  <a:pt x="2322564" y="2040896"/>
                  <a:pt x="2322860" y="2041429"/>
                </a:cubicBezTo>
                <a:lnTo>
                  <a:pt x="2334883" y="2062277"/>
                </a:lnTo>
                <a:cubicBezTo>
                  <a:pt x="2335179" y="2062809"/>
                  <a:pt x="2335179" y="2063461"/>
                  <a:pt x="2334883" y="2063994"/>
                </a:cubicBezTo>
                <a:lnTo>
                  <a:pt x="2322860" y="2084841"/>
                </a:lnTo>
                <a:cubicBezTo>
                  <a:pt x="2322564" y="2085315"/>
                  <a:pt x="2321972" y="2085671"/>
                  <a:pt x="2321380" y="2085671"/>
                </a:cubicBezTo>
                <a:lnTo>
                  <a:pt x="2297334" y="2085671"/>
                </a:lnTo>
                <a:cubicBezTo>
                  <a:pt x="2296742" y="2085671"/>
                  <a:pt x="2296150" y="2085374"/>
                  <a:pt x="2295854" y="2084841"/>
                </a:cubicBezTo>
                <a:lnTo>
                  <a:pt x="2283831" y="2063994"/>
                </a:lnTo>
                <a:cubicBezTo>
                  <a:pt x="2283535" y="2063461"/>
                  <a:pt x="2283535" y="2062809"/>
                  <a:pt x="2283831" y="2062277"/>
                </a:cubicBezTo>
                <a:lnTo>
                  <a:pt x="2295854" y="2041429"/>
                </a:lnTo>
                <a:cubicBezTo>
                  <a:pt x="2296150" y="2040955"/>
                  <a:pt x="2296742" y="2040600"/>
                  <a:pt x="2297334" y="2040600"/>
                </a:cubicBezTo>
                <a:close/>
                <a:moveTo>
                  <a:pt x="1959100" y="2040482"/>
                </a:moveTo>
                <a:lnTo>
                  <a:pt x="1983264" y="2040482"/>
                </a:lnTo>
                <a:cubicBezTo>
                  <a:pt x="1983856" y="2040482"/>
                  <a:pt x="1984448" y="2040778"/>
                  <a:pt x="1984744" y="2041311"/>
                </a:cubicBezTo>
                <a:lnTo>
                  <a:pt x="1996826" y="2062277"/>
                </a:lnTo>
                <a:cubicBezTo>
                  <a:pt x="1997122" y="2062810"/>
                  <a:pt x="1997122" y="2063461"/>
                  <a:pt x="1996826" y="2063994"/>
                </a:cubicBezTo>
                <a:lnTo>
                  <a:pt x="1984744" y="2084960"/>
                </a:lnTo>
                <a:cubicBezTo>
                  <a:pt x="1984448" y="2085434"/>
                  <a:pt x="1983856" y="2085789"/>
                  <a:pt x="1983264" y="2085789"/>
                </a:cubicBezTo>
                <a:lnTo>
                  <a:pt x="1959100" y="2085789"/>
                </a:lnTo>
                <a:cubicBezTo>
                  <a:pt x="1958507" y="2085789"/>
                  <a:pt x="1957915" y="2085493"/>
                  <a:pt x="1957619" y="2084960"/>
                </a:cubicBezTo>
                <a:lnTo>
                  <a:pt x="1945537" y="2063994"/>
                </a:lnTo>
                <a:cubicBezTo>
                  <a:pt x="1945241" y="2063461"/>
                  <a:pt x="1945241" y="2062810"/>
                  <a:pt x="1945537" y="2062277"/>
                </a:cubicBezTo>
                <a:lnTo>
                  <a:pt x="1957619" y="2041311"/>
                </a:lnTo>
                <a:cubicBezTo>
                  <a:pt x="1957915" y="2040837"/>
                  <a:pt x="1958507" y="2040482"/>
                  <a:pt x="1959100" y="2040482"/>
                </a:cubicBezTo>
                <a:close/>
                <a:moveTo>
                  <a:pt x="944397" y="2040067"/>
                </a:moveTo>
                <a:lnTo>
                  <a:pt x="969034" y="2040067"/>
                </a:lnTo>
                <a:cubicBezTo>
                  <a:pt x="969627" y="2040067"/>
                  <a:pt x="970219" y="2040422"/>
                  <a:pt x="970515" y="2040955"/>
                </a:cubicBezTo>
                <a:lnTo>
                  <a:pt x="982834" y="2062276"/>
                </a:lnTo>
                <a:cubicBezTo>
                  <a:pt x="983130" y="2062809"/>
                  <a:pt x="983130" y="2063461"/>
                  <a:pt x="982834" y="2063994"/>
                </a:cubicBezTo>
                <a:lnTo>
                  <a:pt x="970515" y="2085315"/>
                </a:lnTo>
                <a:cubicBezTo>
                  <a:pt x="970219" y="2085848"/>
                  <a:pt x="969627" y="2086203"/>
                  <a:pt x="969034" y="2086203"/>
                </a:cubicBezTo>
                <a:lnTo>
                  <a:pt x="944397" y="2086203"/>
                </a:lnTo>
                <a:cubicBezTo>
                  <a:pt x="943804" y="2086203"/>
                  <a:pt x="943212" y="2085848"/>
                  <a:pt x="942916" y="2085315"/>
                </a:cubicBezTo>
                <a:lnTo>
                  <a:pt x="930597" y="2063994"/>
                </a:lnTo>
                <a:cubicBezTo>
                  <a:pt x="930301" y="2063461"/>
                  <a:pt x="930301" y="2062809"/>
                  <a:pt x="930597" y="2062276"/>
                </a:cubicBezTo>
                <a:lnTo>
                  <a:pt x="942916" y="2040955"/>
                </a:lnTo>
                <a:cubicBezTo>
                  <a:pt x="943212" y="2040422"/>
                  <a:pt x="943804" y="2040067"/>
                  <a:pt x="944397" y="2040067"/>
                </a:cubicBezTo>
                <a:close/>
                <a:moveTo>
                  <a:pt x="2026439" y="2039949"/>
                </a:moveTo>
                <a:lnTo>
                  <a:pt x="2051195" y="2039949"/>
                </a:lnTo>
                <a:cubicBezTo>
                  <a:pt x="2051787" y="2039949"/>
                  <a:pt x="2052379" y="2040304"/>
                  <a:pt x="2052676" y="2040838"/>
                </a:cubicBezTo>
                <a:lnTo>
                  <a:pt x="2065054" y="2062277"/>
                </a:lnTo>
                <a:cubicBezTo>
                  <a:pt x="2065350" y="2062869"/>
                  <a:pt x="2065350" y="2063520"/>
                  <a:pt x="2065054" y="2064054"/>
                </a:cubicBezTo>
                <a:lnTo>
                  <a:pt x="2052676" y="2085493"/>
                </a:lnTo>
                <a:cubicBezTo>
                  <a:pt x="2052379" y="2086026"/>
                  <a:pt x="2051787" y="2086382"/>
                  <a:pt x="2051195" y="2086382"/>
                </a:cubicBezTo>
                <a:lnTo>
                  <a:pt x="2026439" y="2086382"/>
                </a:lnTo>
                <a:cubicBezTo>
                  <a:pt x="2025847" y="2086382"/>
                  <a:pt x="2025254" y="2086026"/>
                  <a:pt x="2024958" y="2085493"/>
                </a:cubicBezTo>
                <a:lnTo>
                  <a:pt x="2012580" y="2064054"/>
                </a:lnTo>
                <a:cubicBezTo>
                  <a:pt x="2012284" y="2063462"/>
                  <a:pt x="2012284" y="2062810"/>
                  <a:pt x="2012580" y="2062277"/>
                </a:cubicBezTo>
                <a:lnTo>
                  <a:pt x="2024958" y="2040838"/>
                </a:lnTo>
                <a:cubicBezTo>
                  <a:pt x="2025254" y="2040304"/>
                  <a:pt x="2025847" y="2039949"/>
                  <a:pt x="2026439" y="2039949"/>
                </a:cubicBezTo>
                <a:close/>
                <a:moveTo>
                  <a:pt x="2093956" y="2039652"/>
                </a:moveTo>
                <a:lnTo>
                  <a:pt x="2119008" y="2039652"/>
                </a:lnTo>
                <a:cubicBezTo>
                  <a:pt x="2119659" y="2039652"/>
                  <a:pt x="2120252" y="2040007"/>
                  <a:pt x="2120548" y="2040541"/>
                </a:cubicBezTo>
                <a:lnTo>
                  <a:pt x="2133044" y="2062276"/>
                </a:lnTo>
                <a:cubicBezTo>
                  <a:pt x="2133340" y="2062809"/>
                  <a:pt x="2133340" y="2063520"/>
                  <a:pt x="2133044" y="2064053"/>
                </a:cubicBezTo>
                <a:lnTo>
                  <a:pt x="2120489" y="2085788"/>
                </a:lnTo>
                <a:cubicBezTo>
                  <a:pt x="2120133" y="2086321"/>
                  <a:pt x="2119600" y="2086677"/>
                  <a:pt x="2118949" y="2086677"/>
                </a:cubicBezTo>
                <a:lnTo>
                  <a:pt x="2093897" y="2086677"/>
                </a:lnTo>
                <a:cubicBezTo>
                  <a:pt x="2093245" y="2086677"/>
                  <a:pt x="2092653" y="2086321"/>
                  <a:pt x="2092357" y="2085788"/>
                </a:cubicBezTo>
                <a:lnTo>
                  <a:pt x="2079860" y="2064053"/>
                </a:lnTo>
                <a:cubicBezTo>
                  <a:pt x="2079564" y="2063520"/>
                  <a:pt x="2079564" y="2062809"/>
                  <a:pt x="2079860" y="2062276"/>
                </a:cubicBezTo>
                <a:lnTo>
                  <a:pt x="2092416" y="2040541"/>
                </a:lnTo>
                <a:cubicBezTo>
                  <a:pt x="2092771" y="2040007"/>
                  <a:pt x="2093304" y="2039652"/>
                  <a:pt x="2093956" y="2039652"/>
                </a:cubicBezTo>
                <a:close/>
                <a:moveTo>
                  <a:pt x="2229048" y="2039475"/>
                </a:moveTo>
                <a:lnTo>
                  <a:pt x="2254337" y="2039475"/>
                </a:lnTo>
                <a:cubicBezTo>
                  <a:pt x="2254988" y="2039475"/>
                  <a:pt x="2255581" y="2039830"/>
                  <a:pt x="2255877" y="2040364"/>
                </a:cubicBezTo>
                <a:lnTo>
                  <a:pt x="2268492" y="2062277"/>
                </a:lnTo>
                <a:cubicBezTo>
                  <a:pt x="2268788" y="2062810"/>
                  <a:pt x="2268788" y="2063520"/>
                  <a:pt x="2268492" y="2064054"/>
                </a:cubicBezTo>
                <a:lnTo>
                  <a:pt x="2255818" y="2085967"/>
                </a:lnTo>
                <a:cubicBezTo>
                  <a:pt x="2255522" y="2086500"/>
                  <a:pt x="2254930" y="2086855"/>
                  <a:pt x="2254278" y="2086855"/>
                </a:cubicBezTo>
                <a:lnTo>
                  <a:pt x="2228989" y="2086855"/>
                </a:lnTo>
                <a:cubicBezTo>
                  <a:pt x="2228337" y="2086855"/>
                  <a:pt x="2227745" y="2086500"/>
                  <a:pt x="2227449" y="2085967"/>
                </a:cubicBezTo>
                <a:lnTo>
                  <a:pt x="2214834" y="2064054"/>
                </a:lnTo>
                <a:cubicBezTo>
                  <a:pt x="2214538" y="2063520"/>
                  <a:pt x="2214538" y="2062810"/>
                  <a:pt x="2214834" y="2062277"/>
                </a:cubicBezTo>
                <a:lnTo>
                  <a:pt x="2227508" y="2040364"/>
                </a:lnTo>
                <a:cubicBezTo>
                  <a:pt x="2227804" y="2039830"/>
                  <a:pt x="2228396" y="2039475"/>
                  <a:pt x="2229048" y="2039475"/>
                </a:cubicBezTo>
                <a:close/>
                <a:moveTo>
                  <a:pt x="2161354" y="2039356"/>
                </a:moveTo>
                <a:lnTo>
                  <a:pt x="2186761" y="2039356"/>
                </a:lnTo>
                <a:cubicBezTo>
                  <a:pt x="2187413" y="2039356"/>
                  <a:pt x="2187946" y="2039711"/>
                  <a:pt x="2188301" y="2040244"/>
                </a:cubicBezTo>
                <a:lnTo>
                  <a:pt x="2200975" y="2062217"/>
                </a:lnTo>
                <a:cubicBezTo>
                  <a:pt x="2201331" y="2062750"/>
                  <a:pt x="2201331" y="2063461"/>
                  <a:pt x="2200975" y="2063993"/>
                </a:cubicBezTo>
                <a:lnTo>
                  <a:pt x="2188242" y="2085966"/>
                </a:lnTo>
                <a:cubicBezTo>
                  <a:pt x="2187946" y="2086499"/>
                  <a:pt x="2187353" y="2086854"/>
                  <a:pt x="2186702" y="2086854"/>
                </a:cubicBezTo>
                <a:lnTo>
                  <a:pt x="2161295" y="2086854"/>
                </a:lnTo>
                <a:cubicBezTo>
                  <a:pt x="2160643" y="2086854"/>
                  <a:pt x="2160110" y="2086499"/>
                  <a:pt x="2159755" y="2085966"/>
                </a:cubicBezTo>
                <a:lnTo>
                  <a:pt x="2147081" y="2063993"/>
                </a:lnTo>
                <a:cubicBezTo>
                  <a:pt x="2146725" y="2063461"/>
                  <a:pt x="2146725" y="2062750"/>
                  <a:pt x="2147081" y="2062217"/>
                </a:cubicBezTo>
                <a:lnTo>
                  <a:pt x="2159814" y="2040244"/>
                </a:lnTo>
                <a:cubicBezTo>
                  <a:pt x="2160110" y="2039711"/>
                  <a:pt x="2160702" y="2039356"/>
                  <a:pt x="2161354" y="2039356"/>
                </a:cubicBezTo>
                <a:close/>
                <a:moveTo>
                  <a:pt x="3993718" y="1992509"/>
                </a:moveTo>
                <a:lnTo>
                  <a:pt x="4006511" y="1992509"/>
                </a:lnTo>
                <a:cubicBezTo>
                  <a:pt x="4006807" y="1992509"/>
                  <a:pt x="4007281" y="1992983"/>
                  <a:pt x="4007281" y="1992983"/>
                </a:cubicBezTo>
                <a:lnTo>
                  <a:pt x="4013677" y="2004058"/>
                </a:lnTo>
                <a:cubicBezTo>
                  <a:pt x="4013854" y="2004295"/>
                  <a:pt x="4013677" y="2004946"/>
                  <a:pt x="4013677" y="2004946"/>
                </a:cubicBezTo>
                <a:lnTo>
                  <a:pt x="4007281" y="2016022"/>
                </a:lnTo>
                <a:cubicBezTo>
                  <a:pt x="4007103" y="2016318"/>
                  <a:pt x="4006807" y="2016495"/>
                  <a:pt x="4006511" y="2016495"/>
                </a:cubicBezTo>
                <a:lnTo>
                  <a:pt x="3993718" y="2016495"/>
                </a:lnTo>
                <a:cubicBezTo>
                  <a:pt x="3993422" y="2016495"/>
                  <a:pt x="3992948" y="2016022"/>
                  <a:pt x="3992948" y="2016022"/>
                </a:cubicBezTo>
                <a:lnTo>
                  <a:pt x="3986552" y="2004946"/>
                </a:lnTo>
                <a:cubicBezTo>
                  <a:pt x="3986375" y="2004709"/>
                  <a:pt x="3986552" y="2004058"/>
                  <a:pt x="3986552" y="2004058"/>
                </a:cubicBezTo>
                <a:lnTo>
                  <a:pt x="3992948" y="1992983"/>
                </a:lnTo>
                <a:cubicBezTo>
                  <a:pt x="3993126" y="1992687"/>
                  <a:pt x="3993422" y="1992509"/>
                  <a:pt x="3993718" y="1992509"/>
                </a:cubicBezTo>
                <a:close/>
                <a:moveTo>
                  <a:pt x="4060524" y="1990969"/>
                </a:moveTo>
                <a:lnTo>
                  <a:pt x="4074975" y="1990969"/>
                </a:lnTo>
                <a:cubicBezTo>
                  <a:pt x="4075330" y="1990969"/>
                  <a:pt x="4075686" y="1991206"/>
                  <a:pt x="4075863" y="1991502"/>
                </a:cubicBezTo>
                <a:lnTo>
                  <a:pt x="4083089" y="2004058"/>
                </a:lnTo>
                <a:cubicBezTo>
                  <a:pt x="4083267" y="2004354"/>
                  <a:pt x="4083267" y="2004769"/>
                  <a:pt x="4083089" y="2005065"/>
                </a:cubicBezTo>
                <a:lnTo>
                  <a:pt x="4075863" y="2017620"/>
                </a:lnTo>
                <a:cubicBezTo>
                  <a:pt x="4075686" y="2017976"/>
                  <a:pt x="4075330" y="2018153"/>
                  <a:pt x="4074975" y="2018153"/>
                </a:cubicBezTo>
                <a:lnTo>
                  <a:pt x="4060524" y="2018153"/>
                </a:lnTo>
                <a:cubicBezTo>
                  <a:pt x="4060169" y="2018153"/>
                  <a:pt x="4059813" y="2017917"/>
                  <a:pt x="4059636" y="2017620"/>
                </a:cubicBezTo>
                <a:lnTo>
                  <a:pt x="4052410" y="2005065"/>
                </a:lnTo>
                <a:cubicBezTo>
                  <a:pt x="4052233" y="2004769"/>
                  <a:pt x="4052233" y="2004354"/>
                  <a:pt x="4052410" y="2004058"/>
                </a:cubicBezTo>
                <a:lnTo>
                  <a:pt x="4059636" y="1991502"/>
                </a:lnTo>
                <a:cubicBezTo>
                  <a:pt x="4059813" y="1991147"/>
                  <a:pt x="4060169" y="1990969"/>
                  <a:pt x="4060524" y="1990969"/>
                </a:cubicBezTo>
                <a:close/>
                <a:moveTo>
                  <a:pt x="4398463" y="1990673"/>
                </a:moveTo>
                <a:lnTo>
                  <a:pt x="4413269" y="1990673"/>
                </a:lnTo>
                <a:cubicBezTo>
                  <a:pt x="4413624" y="1990673"/>
                  <a:pt x="4413980" y="1990910"/>
                  <a:pt x="4414158" y="1991206"/>
                </a:cubicBezTo>
                <a:lnTo>
                  <a:pt x="4421561" y="2003999"/>
                </a:lnTo>
                <a:cubicBezTo>
                  <a:pt x="4421738" y="2004354"/>
                  <a:pt x="4421738" y="2004769"/>
                  <a:pt x="4421561" y="2005065"/>
                </a:cubicBezTo>
                <a:lnTo>
                  <a:pt x="4414158" y="2017857"/>
                </a:lnTo>
                <a:cubicBezTo>
                  <a:pt x="4413980" y="2018213"/>
                  <a:pt x="4413624" y="2018390"/>
                  <a:pt x="4413269" y="2018390"/>
                </a:cubicBezTo>
                <a:lnTo>
                  <a:pt x="4398463" y="2018390"/>
                </a:lnTo>
                <a:cubicBezTo>
                  <a:pt x="4398107" y="2018390"/>
                  <a:pt x="4397752" y="2018154"/>
                  <a:pt x="4397575" y="2017857"/>
                </a:cubicBezTo>
                <a:lnTo>
                  <a:pt x="4390171" y="2005065"/>
                </a:lnTo>
                <a:cubicBezTo>
                  <a:pt x="4389994" y="2004709"/>
                  <a:pt x="4389994" y="2004295"/>
                  <a:pt x="4390171" y="2003999"/>
                </a:cubicBezTo>
                <a:lnTo>
                  <a:pt x="4397575" y="1991206"/>
                </a:lnTo>
                <a:cubicBezTo>
                  <a:pt x="4397752" y="1990851"/>
                  <a:pt x="4398107" y="1990673"/>
                  <a:pt x="4398463" y="1990673"/>
                </a:cubicBezTo>
                <a:close/>
                <a:moveTo>
                  <a:pt x="4465920" y="1990259"/>
                </a:moveTo>
                <a:lnTo>
                  <a:pt x="4481140" y="1990259"/>
                </a:lnTo>
                <a:cubicBezTo>
                  <a:pt x="4481555" y="1990259"/>
                  <a:pt x="4481910" y="1990437"/>
                  <a:pt x="4482088" y="1990792"/>
                </a:cubicBezTo>
                <a:lnTo>
                  <a:pt x="4489729" y="2003999"/>
                </a:lnTo>
                <a:cubicBezTo>
                  <a:pt x="4489906" y="2004295"/>
                  <a:pt x="4489906" y="2004710"/>
                  <a:pt x="4489729" y="2005065"/>
                </a:cubicBezTo>
                <a:lnTo>
                  <a:pt x="4482088" y="2018273"/>
                </a:lnTo>
                <a:cubicBezTo>
                  <a:pt x="4481851" y="2018569"/>
                  <a:pt x="4481496" y="2018806"/>
                  <a:pt x="4481140" y="2018806"/>
                </a:cubicBezTo>
                <a:lnTo>
                  <a:pt x="4465920" y="2018806"/>
                </a:lnTo>
                <a:cubicBezTo>
                  <a:pt x="4465505" y="2018806"/>
                  <a:pt x="4465150" y="2018628"/>
                  <a:pt x="4464972" y="2018273"/>
                </a:cubicBezTo>
                <a:lnTo>
                  <a:pt x="4457332" y="2005065"/>
                </a:lnTo>
                <a:cubicBezTo>
                  <a:pt x="4457155" y="2004769"/>
                  <a:pt x="4457155" y="2004355"/>
                  <a:pt x="4457332" y="2003999"/>
                </a:cubicBezTo>
                <a:lnTo>
                  <a:pt x="4464972" y="1990792"/>
                </a:lnTo>
                <a:cubicBezTo>
                  <a:pt x="4465209" y="1990496"/>
                  <a:pt x="4465564" y="1990259"/>
                  <a:pt x="4465920" y="1990259"/>
                </a:cubicBezTo>
                <a:close/>
                <a:moveTo>
                  <a:pt x="1219496" y="1990022"/>
                </a:moveTo>
                <a:lnTo>
                  <a:pt x="1234954" y="1990022"/>
                </a:lnTo>
                <a:cubicBezTo>
                  <a:pt x="1235369" y="1990022"/>
                  <a:pt x="1235724" y="1990200"/>
                  <a:pt x="1235902" y="1990555"/>
                </a:cubicBezTo>
                <a:lnTo>
                  <a:pt x="1243601" y="2003940"/>
                </a:lnTo>
                <a:cubicBezTo>
                  <a:pt x="1243779" y="2004236"/>
                  <a:pt x="1243779" y="2004651"/>
                  <a:pt x="1243601" y="2005006"/>
                </a:cubicBezTo>
                <a:lnTo>
                  <a:pt x="1235843" y="2018391"/>
                </a:lnTo>
                <a:cubicBezTo>
                  <a:pt x="1235665" y="2018687"/>
                  <a:pt x="1235250" y="2018924"/>
                  <a:pt x="1234895" y="2018924"/>
                </a:cubicBezTo>
                <a:lnTo>
                  <a:pt x="1219437" y="2018924"/>
                </a:lnTo>
                <a:cubicBezTo>
                  <a:pt x="1219022" y="2018924"/>
                  <a:pt x="1218667" y="2018746"/>
                  <a:pt x="1218490" y="2018391"/>
                </a:cubicBezTo>
                <a:lnTo>
                  <a:pt x="1210790" y="2005006"/>
                </a:lnTo>
                <a:cubicBezTo>
                  <a:pt x="1210613" y="2004710"/>
                  <a:pt x="1210613" y="2004295"/>
                  <a:pt x="1210790" y="2003940"/>
                </a:cubicBezTo>
                <a:lnTo>
                  <a:pt x="1218549" y="1990555"/>
                </a:lnTo>
                <a:cubicBezTo>
                  <a:pt x="1218726" y="1990259"/>
                  <a:pt x="1219141" y="1990022"/>
                  <a:pt x="1219496" y="1990022"/>
                </a:cubicBezTo>
                <a:close/>
                <a:moveTo>
                  <a:pt x="4533319" y="1989844"/>
                </a:moveTo>
                <a:lnTo>
                  <a:pt x="4549013" y="1989844"/>
                </a:lnTo>
                <a:cubicBezTo>
                  <a:pt x="4549368" y="1989844"/>
                  <a:pt x="4549783" y="1990021"/>
                  <a:pt x="4549960" y="1990377"/>
                </a:cubicBezTo>
                <a:lnTo>
                  <a:pt x="4557779" y="2003939"/>
                </a:lnTo>
                <a:cubicBezTo>
                  <a:pt x="4557956" y="2004295"/>
                  <a:pt x="4557956" y="2004709"/>
                  <a:pt x="4557779" y="2005065"/>
                </a:cubicBezTo>
                <a:lnTo>
                  <a:pt x="4549960" y="2018627"/>
                </a:lnTo>
                <a:cubicBezTo>
                  <a:pt x="4549783" y="2018923"/>
                  <a:pt x="4549428" y="2019160"/>
                  <a:pt x="4549013" y="2019160"/>
                </a:cubicBezTo>
                <a:lnTo>
                  <a:pt x="4533319" y="2019160"/>
                </a:lnTo>
                <a:cubicBezTo>
                  <a:pt x="4532963" y="2019160"/>
                  <a:pt x="4532549" y="2018983"/>
                  <a:pt x="4532371" y="2018627"/>
                </a:cubicBezTo>
                <a:lnTo>
                  <a:pt x="4524553" y="2005065"/>
                </a:lnTo>
                <a:cubicBezTo>
                  <a:pt x="4524376" y="2004709"/>
                  <a:pt x="4524376" y="2004295"/>
                  <a:pt x="4524553" y="2003939"/>
                </a:cubicBezTo>
                <a:lnTo>
                  <a:pt x="4532371" y="1990377"/>
                </a:lnTo>
                <a:cubicBezTo>
                  <a:pt x="4532549" y="1990081"/>
                  <a:pt x="4532904" y="1989844"/>
                  <a:pt x="4533319" y="1989844"/>
                </a:cubicBezTo>
                <a:close/>
                <a:moveTo>
                  <a:pt x="4330414" y="1989844"/>
                </a:moveTo>
                <a:lnTo>
                  <a:pt x="4346108" y="1989844"/>
                </a:lnTo>
                <a:cubicBezTo>
                  <a:pt x="4346463" y="1989844"/>
                  <a:pt x="4346878" y="1990021"/>
                  <a:pt x="4347055" y="1990377"/>
                </a:cubicBezTo>
                <a:lnTo>
                  <a:pt x="4354874" y="2003939"/>
                </a:lnTo>
                <a:cubicBezTo>
                  <a:pt x="4355051" y="2004295"/>
                  <a:pt x="4355051" y="2004709"/>
                  <a:pt x="4354874" y="2005065"/>
                </a:cubicBezTo>
                <a:lnTo>
                  <a:pt x="4347055" y="2018627"/>
                </a:lnTo>
                <a:cubicBezTo>
                  <a:pt x="4346878" y="2018923"/>
                  <a:pt x="4346523" y="2019160"/>
                  <a:pt x="4346108" y="2019160"/>
                </a:cubicBezTo>
                <a:lnTo>
                  <a:pt x="4330414" y="2019160"/>
                </a:lnTo>
                <a:cubicBezTo>
                  <a:pt x="4330058" y="2019160"/>
                  <a:pt x="4329644" y="2018983"/>
                  <a:pt x="4329466" y="2018627"/>
                </a:cubicBezTo>
                <a:lnTo>
                  <a:pt x="4321648" y="2005065"/>
                </a:lnTo>
                <a:cubicBezTo>
                  <a:pt x="4321471" y="2004709"/>
                  <a:pt x="4321471" y="2004295"/>
                  <a:pt x="4321648" y="2003939"/>
                </a:cubicBezTo>
                <a:lnTo>
                  <a:pt x="4329466" y="1990377"/>
                </a:lnTo>
                <a:cubicBezTo>
                  <a:pt x="4329644" y="1990081"/>
                  <a:pt x="4329999" y="1989844"/>
                  <a:pt x="4330414" y="1989844"/>
                </a:cubicBezTo>
                <a:close/>
                <a:moveTo>
                  <a:pt x="1422225" y="1989726"/>
                </a:moveTo>
                <a:lnTo>
                  <a:pt x="1438038" y="1989726"/>
                </a:lnTo>
                <a:cubicBezTo>
                  <a:pt x="1438393" y="1989726"/>
                  <a:pt x="1438808" y="1989903"/>
                  <a:pt x="1438985" y="1990259"/>
                </a:cubicBezTo>
                <a:lnTo>
                  <a:pt x="1446862" y="2003940"/>
                </a:lnTo>
                <a:cubicBezTo>
                  <a:pt x="1447040" y="2004295"/>
                  <a:pt x="1447040" y="2004710"/>
                  <a:pt x="1446862" y="2005065"/>
                </a:cubicBezTo>
                <a:lnTo>
                  <a:pt x="1438985" y="2018746"/>
                </a:lnTo>
                <a:cubicBezTo>
                  <a:pt x="1438808" y="2019042"/>
                  <a:pt x="1438452" y="2019279"/>
                  <a:pt x="1438038" y="2019279"/>
                </a:cubicBezTo>
                <a:lnTo>
                  <a:pt x="1422225" y="2019279"/>
                </a:lnTo>
                <a:cubicBezTo>
                  <a:pt x="1421869" y="2019279"/>
                  <a:pt x="1421455" y="2019101"/>
                  <a:pt x="1421277" y="2018746"/>
                </a:cubicBezTo>
                <a:lnTo>
                  <a:pt x="1413400" y="2005065"/>
                </a:lnTo>
                <a:cubicBezTo>
                  <a:pt x="1413223" y="2004710"/>
                  <a:pt x="1413223" y="2004295"/>
                  <a:pt x="1413400" y="2003940"/>
                </a:cubicBezTo>
                <a:lnTo>
                  <a:pt x="1421277" y="1990259"/>
                </a:lnTo>
                <a:cubicBezTo>
                  <a:pt x="1421455" y="1989963"/>
                  <a:pt x="1421810" y="1989726"/>
                  <a:pt x="1422225" y="1989726"/>
                </a:cubicBezTo>
                <a:close/>
                <a:moveTo>
                  <a:pt x="1489800" y="1989548"/>
                </a:moveTo>
                <a:lnTo>
                  <a:pt x="1505791" y="1989548"/>
                </a:lnTo>
                <a:cubicBezTo>
                  <a:pt x="1506147" y="1989548"/>
                  <a:pt x="1506561" y="1989785"/>
                  <a:pt x="1506739" y="1990140"/>
                </a:cubicBezTo>
                <a:lnTo>
                  <a:pt x="1514734" y="2003999"/>
                </a:lnTo>
                <a:cubicBezTo>
                  <a:pt x="1514912" y="2004354"/>
                  <a:pt x="1514912" y="2004769"/>
                  <a:pt x="1514734" y="2005124"/>
                </a:cubicBezTo>
                <a:lnTo>
                  <a:pt x="1506739" y="2018983"/>
                </a:lnTo>
                <a:cubicBezTo>
                  <a:pt x="1506561" y="2019338"/>
                  <a:pt x="1506206" y="2019575"/>
                  <a:pt x="1505791" y="2019575"/>
                </a:cubicBezTo>
                <a:lnTo>
                  <a:pt x="1489800" y="2019575"/>
                </a:lnTo>
                <a:cubicBezTo>
                  <a:pt x="1489445" y="2019575"/>
                  <a:pt x="1489030" y="2019338"/>
                  <a:pt x="1488853" y="2018983"/>
                </a:cubicBezTo>
                <a:lnTo>
                  <a:pt x="1480857" y="2005124"/>
                </a:lnTo>
                <a:cubicBezTo>
                  <a:pt x="1480680" y="2004769"/>
                  <a:pt x="1480680" y="2004354"/>
                  <a:pt x="1480857" y="2003999"/>
                </a:cubicBezTo>
                <a:lnTo>
                  <a:pt x="1488853" y="1990140"/>
                </a:lnTo>
                <a:cubicBezTo>
                  <a:pt x="1489030" y="1989785"/>
                  <a:pt x="1489386" y="1989548"/>
                  <a:pt x="1489800" y="1989548"/>
                </a:cubicBezTo>
                <a:close/>
                <a:moveTo>
                  <a:pt x="4262541" y="1989311"/>
                </a:moveTo>
                <a:lnTo>
                  <a:pt x="4278769" y="1989311"/>
                </a:lnTo>
                <a:cubicBezTo>
                  <a:pt x="4279184" y="1989311"/>
                  <a:pt x="4279539" y="1989548"/>
                  <a:pt x="4279776" y="1989903"/>
                </a:cubicBezTo>
                <a:lnTo>
                  <a:pt x="4287890" y="2003939"/>
                </a:lnTo>
                <a:cubicBezTo>
                  <a:pt x="4288127" y="2004295"/>
                  <a:pt x="4288127" y="2004709"/>
                  <a:pt x="4287890" y="2005065"/>
                </a:cubicBezTo>
                <a:lnTo>
                  <a:pt x="4279776" y="2019101"/>
                </a:lnTo>
                <a:cubicBezTo>
                  <a:pt x="4279539" y="2019457"/>
                  <a:pt x="4279184" y="2019694"/>
                  <a:pt x="4278769" y="2019694"/>
                </a:cubicBezTo>
                <a:lnTo>
                  <a:pt x="4262541" y="2019694"/>
                </a:lnTo>
                <a:cubicBezTo>
                  <a:pt x="4262127" y="2019694"/>
                  <a:pt x="4261772" y="2019457"/>
                  <a:pt x="4261535" y="2019101"/>
                </a:cubicBezTo>
                <a:lnTo>
                  <a:pt x="4253421" y="2005065"/>
                </a:lnTo>
                <a:cubicBezTo>
                  <a:pt x="4253184" y="2004709"/>
                  <a:pt x="4253184" y="2004295"/>
                  <a:pt x="4253421" y="2003939"/>
                </a:cubicBezTo>
                <a:lnTo>
                  <a:pt x="4261535" y="1989903"/>
                </a:lnTo>
                <a:cubicBezTo>
                  <a:pt x="4261772" y="1989548"/>
                  <a:pt x="4262127" y="1989311"/>
                  <a:pt x="4262541" y="1989311"/>
                </a:cubicBezTo>
                <a:close/>
                <a:moveTo>
                  <a:pt x="4600480" y="1989015"/>
                </a:moveTo>
                <a:lnTo>
                  <a:pt x="4617063" y="1989015"/>
                </a:lnTo>
                <a:cubicBezTo>
                  <a:pt x="4617477" y="1989015"/>
                  <a:pt x="4617833" y="1989252"/>
                  <a:pt x="4618070" y="1989607"/>
                </a:cubicBezTo>
                <a:lnTo>
                  <a:pt x="4626361" y="2003939"/>
                </a:lnTo>
                <a:cubicBezTo>
                  <a:pt x="4626598" y="2004295"/>
                  <a:pt x="4626598" y="2004769"/>
                  <a:pt x="4626361" y="2005124"/>
                </a:cubicBezTo>
                <a:lnTo>
                  <a:pt x="4618070" y="2019457"/>
                </a:lnTo>
                <a:cubicBezTo>
                  <a:pt x="4617833" y="2019812"/>
                  <a:pt x="4617477" y="2020049"/>
                  <a:pt x="4617063" y="2020049"/>
                </a:cubicBezTo>
                <a:lnTo>
                  <a:pt x="4600480" y="2020049"/>
                </a:lnTo>
                <a:cubicBezTo>
                  <a:pt x="4600066" y="2020049"/>
                  <a:pt x="4599710" y="2019812"/>
                  <a:pt x="4599473" y="2019457"/>
                </a:cubicBezTo>
                <a:lnTo>
                  <a:pt x="4591182" y="2005124"/>
                </a:lnTo>
                <a:cubicBezTo>
                  <a:pt x="4590945" y="2004769"/>
                  <a:pt x="4590945" y="2004295"/>
                  <a:pt x="4591182" y="2003939"/>
                </a:cubicBezTo>
                <a:lnTo>
                  <a:pt x="4599473" y="1989607"/>
                </a:lnTo>
                <a:cubicBezTo>
                  <a:pt x="4599710" y="1989252"/>
                  <a:pt x="4600066" y="1989015"/>
                  <a:pt x="4600480" y="1989015"/>
                </a:cubicBezTo>
                <a:close/>
                <a:moveTo>
                  <a:pt x="1557080" y="1989015"/>
                </a:moveTo>
                <a:lnTo>
                  <a:pt x="1573663" y="1989015"/>
                </a:lnTo>
                <a:cubicBezTo>
                  <a:pt x="1574078" y="1989015"/>
                  <a:pt x="1574433" y="1989252"/>
                  <a:pt x="1574670" y="1989607"/>
                </a:cubicBezTo>
                <a:lnTo>
                  <a:pt x="1582961" y="2003939"/>
                </a:lnTo>
                <a:cubicBezTo>
                  <a:pt x="1583198" y="2004295"/>
                  <a:pt x="1583198" y="2004769"/>
                  <a:pt x="1582961" y="2005124"/>
                </a:cubicBezTo>
                <a:lnTo>
                  <a:pt x="1574670" y="2019457"/>
                </a:lnTo>
                <a:cubicBezTo>
                  <a:pt x="1574433" y="2019812"/>
                  <a:pt x="1574078" y="2020049"/>
                  <a:pt x="1573663" y="2020049"/>
                </a:cubicBezTo>
                <a:lnTo>
                  <a:pt x="1557080" y="2020049"/>
                </a:lnTo>
                <a:cubicBezTo>
                  <a:pt x="1556665" y="2020049"/>
                  <a:pt x="1556310" y="2019812"/>
                  <a:pt x="1556073" y="2019457"/>
                </a:cubicBezTo>
                <a:lnTo>
                  <a:pt x="1547782" y="2005124"/>
                </a:lnTo>
                <a:cubicBezTo>
                  <a:pt x="1547545" y="2004769"/>
                  <a:pt x="1547545" y="2004295"/>
                  <a:pt x="1547782" y="2003939"/>
                </a:cubicBezTo>
                <a:lnTo>
                  <a:pt x="1556073" y="1989607"/>
                </a:lnTo>
                <a:cubicBezTo>
                  <a:pt x="1556310" y="1989252"/>
                  <a:pt x="1556665" y="1989015"/>
                  <a:pt x="1557080" y="1989015"/>
                </a:cubicBezTo>
                <a:close/>
                <a:moveTo>
                  <a:pt x="1286599" y="1989015"/>
                </a:moveTo>
                <a:lnTo>
                  <a:pt x="1303182" y="1989015"/>
                </a:lnTo>
                <a:cubicBezTo>
                  <a:pt x="1303597" y="1989015"/>
                  <a:pt x="1303952" y="1989252"/>
                  <a:pt x="1304189" y="1989607"/>
                </a:cubicBezTo>
                <a:lnTo>
                  <a:pt x="1312481" y="2003939"/>
                </a:lnTo>
                <a:cubicBezTo>
                  <a:pt x="1312717" y="2004295"/>
                  <a:pt x="1312717" y="2004769"/>
                  <a:pt x="1312481" y="2005124"/>
                </a:cubicBezTo>
                <a:lnTo>
                  <a:pt x="1304189" y="2019457"/>
                </a:lnTo>
                <a:cubicBezTo>
                  <a:pt x="1303952" y="2019812"/>
                  <a:pt x="1303597" y="2020049"/>
                  <a:pt x="1303182" y="2020049"/>
                </a:cubicBezTo>
                <a:lnTo>
                  <a:pt x="1286599" y="2020049"/>
                </a:lnTo>
                <a:cubicBezTo>
                  <a:pt x="1286185" y="2020049"/>
                  <a:pt x="1285829" y="2019812"/>
                  <a:pt x="1285592" y="2019457"/>
                </a:cubicBezTo>
                <a:lnTo>
                  <a:pt x="1277301" y="2005124"/>
                </a:lnTo>
                <a:cubicBezTo>
                  <a:pt x="1277064" y="2004769"/>
                  <a:pt x="1277064" y="2004295"/>
                  <a:pt x="1277301" y="2003939"/>
                </a:cubicBezTo>
                <a:lnTo>
                  <a:pt x="1285592" y="1989607"/>
                </a:lnTo>
                <a:cubicBezTo>
                  <a:pt x="1285829" y="1989252"/>
                  <a:pt x="1286185" y="1989015"/>
                  <a:pt x="1286599" y="1989015"/>
                </a:cubicBezTo>
                <a:close/>
                <a:moveTo>
                  <a:pt x="1354234" y="1988897"/>
                </a:moveTo>
                <a:lnTo>
                  <a:pt x="1370876" y="1988897"/>
                </a:lnTo>
                <a:cubicBezTo>
                  <a:pt x="1371291" y="1988897"/>
                  <a:pt x="1371646" y="1989134"/>
                  <a:pt x="1371883" y="1989489"/>
                </a:cubicBezTo>
                <a:lnTo>
                  <a:pt x="1380234" y="2003940"/>
                </a:lnTo>
                <a:cubicBezTo>
                  <a:pt x="1380471" y="2004295"/>
                  <a:pt x="1380471" y="2004769"/>
                  <a:pt x="1380234" y="2005125"/>
                </a:cubicBezTo>
                <a:lnTo>
                  <a:pt x="1371883" y="2019576"/>
                </a:lnTo>
                <a:cubicBezTo>
                  <a:pt x="1371706" y="2019931"/>
                  <a:pt x="1371291" y="2020168"/>
                  <a:pt x="1370876" y="2020168"/>
                </a:cubicBezTo>
                <a:lnTo>
                  <a:pt x="1354234" y="2020168"/>
                </a:lnTo>
                <a:cubicBezTo>
                  <a:pt x="1353820" y="2020168"/>
                  <a:pt x="1353464" y="2019931"/>
                  <a:pt x="1353228" y="2019576"/>
                </a:cubicBezTo>
                <a:lnTo>
                  <a:pt x="1344877" y="2005125"/>
                </a:lnTo>
                <a:cubicBezTo>
                  <a:pt x="1344640" y="2004769"/>
                  <a:pt x="1344640" y="2004295"/>
                  <a:pt x="1344877" y="2003940"/>
                </a:cubicBezTo>
                <a:lnTo>
                  <a:pt x="1353228" y="1989489"/>
                </a:lnTo>
                <a:cubicBezTo>
                  <a:pt x="1353405" y="1989134"/>
                  <a:pt x="1353820" y="1988897"/>
                  <a:pt x="1354234" y="1988897"/>
                </a:cubicBezTo>
                <a:close/>
                <a:moveTo>
                  <a:pt x="4194609" y="1988778"/>
                </a:moveTo>
                <a:lnTo>
                  <a:pt x="4211371" y="1988778"/>
                </a:lnTo>
                <a:cubicBezTo>
                  <a:pt x="4211785" y="1988778"/>
                  <a:pt x="4212141" y="1989015"/>
                  <a:pt x="4212377" y="1989370"/>
                </a:cubicBezTo>
                <a:lnTo>
                  <a:pt x="4220787" y="2003881"/>
                </a:lnTo>
                <a:cubicBezTo>
                  <a:pt x="4221024" y="2004236"/>
                  <a:pt x="4221024" y="2004710"/>
                  <a:pt x="4220787" y="2005065"/>
                </a:cubicBezTo>
                <a:lnTo>
                  <a:pt x="4212377" y="2019575"/>
                </a:lnTo>
                <a:cubicBezTo>
                  <a:pt x="4212199" y="2019930"/>
                  <a:pt x="4211785" y="2020168"/>
                  <a:pt x="4211371" y="2020168"/>
                </a:cubicBezTo>
                <a:lnTo>
                  <a:pt x="4194609" y="2020168"/>
                </a:lnTo>
                <a:cubicBezTo>
                  <a:pt x="4194195" y="2020168"/>
                  <a:pt x="4193839" y="2019930"/>
                  <a:pt x="4193603" y="2019575"/>
                </a:cubicBezTo>
                <a:lnTo>
                  <a:pt x="4185193" y="2005065"/>
                </a:lnTo>
                <a:cubicBezTo>
                  <a:pt x="4184956" y="2004710"/>
                  <a:pt x="4184956" y="2004236"/>
                  <a:pt x="4185193" y="2003881"/>
                </a:cubicBezTo>
                <a:lnTo>
                  <a:pt x="4193603" y="1989370"/>
                </a:lnTo>
                <a:cubicBezTo>
                  <a:pt x="4193780" y="1989015"/>
                  <a:pt x="4194195" y="1988778"/>
                  <a:pt x="4194609" y="1988778"/>
                </a:cubicBezTo>
                <a:close/>
                <a:moveTo>
                  <a:pt x="1151151" y="1988600"/>
                </a:moveTo>
                <a:lnTo>
                  <a:pt x="1168149" y="1988600"/>
                </a:lnTo>
                <a:cubicBezTo>
                  <a:pt x="1168622" y="1988600"/>
                  <a:pt x="1168978" y="1988837"/>
                  <a:pt x="1169215" y="1989192"/>
                </a:cubicBezTo>
                <a:lnTo>
                  <a:pt x="1177684" y="2003939"/>
                </a:lnTo>
                <a:cubicBezTo>
                  <a:pt x="1177921" y="2004294"/>
                  <a:pt x="1177921" y="2004768"/>
                  <a:pt x="1177684" y="2005124"/>
                </a:cubicBezTo>
                <a:lnTo>
                  <a:pt x="1169156" y="2019871"/>
                </a:lnTo>
                <a:cubicBezTo>
                  <a:pt x="1168919" y="2020226"/>
                  <a:pt x="1168504" y="2020463"/>
                  <a:pt x="1168090" y="2020463"/>
                </a:cubicBezTo>
                <a:lnTo>
                  <a:pt x="1151092" y="2020463"/>
                </a:lnTo>
                <a:cubicBezTo>
                  <a:pt x="1150618" y="2020463"/>
                  <a:pt x="1150263" y="2020226"/>
                  <a:pt x="1150026" y="2019871"/>
                </a:cubicBezTo>
                <a:lnTo>
                  <a:pt x="1141557" y="2005124"/>
                </a:lnTo>
                <a:cubicBezTo>
                  <a:pt x="1141320" y="2004768"/>
                  <a:pt x="1141320" y="2004294"/>
                  <a:pt x="1141557" y="2003939"/>
                </a:cubicBezTo>
                <a:lnTo>
                  <a:pt x="1150085" y="1989192"/>
                </a:lnTo>
                <a:cubicBezTo>
                  <a:pt x="1150322" y="1988837"/>
                  <a:pt x="1150737" y="1988600"/>
                  <a:pt x="1151151" y="1988600"/>
                </a:cubicBezTo>
                <a:close/>
                <a:moveTo>
                  <a:pt x="4126798" y="1988482"/>
                </a:moveTo>
                <a:lnTo>
                  <a:pt x="4143914" y="1988482"/>
                </a:lnTo>
                <a:cubicBezTo>
                  <a:pt x="4144387" y="1988482"/>
                  <a:pt x="4144743" y="1988719"/>
                  <a:pt x="4144979" y="1989074"/>
                </a:cubicBezTo>
                <a:lnTo>
                  <a:pt x="4153508" y="2003881"/>
                </a:lnTo>
                <a:cubicBezTo>
                  <a:pt x="4153745" y="2004236"/>
                  <a:pt x="4153745" y="2004710"/>
                  <a:pt x="4153508" y="2005065"/>
                </a:cubicBezTo>
                <a:lnTo>
                  <a:pt x="4144920" y="2019871"/>
                </a:lnTo>
                <a:cubicBezTo>
                  <a:pt x="4144684" y="2020227"/>
                  <a:pt x="4144269" y="2020464"/>
                  <a:pt x="4143854" y="2020464"/>
                </a:cubicBezTo>
                <a:lnTo>
                  <a:pt x="4126738" y="2020464"/>
                </a:lnTo>
                <a:cubicBezTo>
                  <a:pt x="4126265" y="2020464"/>
                  <a:pt x="4125909" y="2020227"/>
                  <a:pt x="4125672" y="2019871"/>
                </a:cubicBezTo>
                <a:lnTo>
                  <a:pt x="4117144" y="2005065"/>
                </a:lnTo>
                <a:cubicBezTo>
                  <a:pt x="4116907" y="2004710"/>
                  <a:pt x="4116907" y="2004236"/>
                  <a:pt x="4117144" y="2003881"/>
                </a:cubicBezTo>
                <a:lnTo>
                  <a:pt x="4125731" y="1989074"/>
                </a:lnTo>
                <a:cubicBezTo>
                  <a:pt x="4125968" y="1988719"/>
                  <a:pt x="4126383" y="1988482"/>
                  <a:pt x="4126798" y="1988482"/>
                </a:cubicBezTo>
                <a:close/>
                <a:moveTo>
                  <a:pt x="4667404" y="1987653"/>
                </a:moveTo>
                <a:lnTo>
                  <a:pt x="4685408" y="1987653"/>
                </a:lnTo>
                <a:cubicBezTo>
                  <a:pt x="4685882" y="1987653"/>
                  <a:pt x="4686297" y="1987890"/>
                  <a:pt x="4686534" y="1988305"/>
                </a:cubicBezTo>
                <a:lnTo>
                  <a:pt x="4695536" y="2003881"/>
                </a:lnTo>
                <a:cubicBezTo>
                  <a:pt x="4695773" y="2004236"/>
                  <a:pt x="4695773" y="2004710"/>
                  <a:pt x="4695536" y="2005124"/>
                </a:cubicBezTo>
                <a:lnTo>
                  <a:pt x="4686534" y="2020701"/>
                </a:lnTo>
                <a:cubicBezTo>
                  <a:pt x="4686297" y="2021115"/>
                  <a:pt x="4685882" y="2021352"/>
                  <a:pt x="4685408" y="2021352"/>
                </a:cubicBezTo>
                <a:lnTo>
                  <a:pt x="4667404" y="2021352"/>
                </a:lnTo>
                <a:cubicBezTo>
                  <a:pt x="4666930" y="2021352"/>
                  <a:pt x="4666516" y="2021115"/>
                  <a:pt x="4666279" y="2020701"/>
                </a:cubicBezTo>
                <a:lnTo>
                  <a:pt x="4657276" y="2005124"/>
                </a:lnTo>
                <a:cubicBezTo>
                  <a:pt x="4657040" y="2004769"/>
                  <a:pt x="4657040" y="2004295"/>
                  <a:pt x="4657276" y="2003881"/>
                </a:cubicBezTo>
                <a:lnTo>
                  <a:pt x="4666279" y="1988305"/>
                </a:lnTo>
                <a:cubicBezTo>
                  <a:pt x="4666516" y="1987890"/>
                  <a:pt x="4666930" y="1987653"/>
                  <a:pt x="4667404" y="1987653"/>
                </a:cubicBezTo>
                <a:close/>
                <a:moveTo>
                  <a:pt x="1624004" y="1987653"/>
                </a:moveTo>
                <a:lnTo>
                  <a:pt x="1642008" y="1987653"/>
                </a:lnTo>
                <a:cubicBezTo>
                  <a:pt x="1642482" y="1987653"/>
                  <a:pt x="1642897" y="1987890"/>
                  <a:pt x="1643134" y="1988305"/>
                </a:cubicBezTo>
                <a:lnTo>
                  <a:pt x="1652136" y="2003881"/>
                </a:lnTo>
                <a:cubicBezTo>
                  <a:pt x="1652373" y="2004236"/>
                  <a:pt x="1652373" y="2004710"/>
                  <a:pt x="1652136" y="2005124"/>
                </a:cubicBezTo>
                <a:lnTo>
                  <a:pt x="1643134" y="2020701"/>
                </a:lnTo>
                <a:cubicBezTo>
                  <a:pt x="1642897" y="2021115"/>
                  <a:pt x="1642482" y="2021352"/>
                  <a:pt x="1642008" y="2021352"/>
                </a:cubicBezTo>
                <a:lnTo>
                  <a:pt x="1624004" y="2021352"/>
                </a:lnTo>
                <a:cubicBezTo>
                  <a:pt x="1623530" y="2021352"/>
                  <a:pt x="1623116" y="2021115"/>
                  <a:pt x="1622879" y="2020701"/>
                </a:cubicBezTo>
                <a:lnTo>
                  <a:pt x="1613877" y="2005124"/>
                </a:lnTo>
                <a:cubicBezTo>
                  <a:pt x="1613640" y="2004769"/>
                  <a:pt x="1613640" y="2004295"/>
                  <a:pt x="1613877" y="2003881"/>
                </a:cubicBezTo>
                <a:lnTo>
                  <a:pt x="1622879" y="1988305"/>
                </a:lnTo>
                <a:cubicBezTo>
                  <a:pt x="1623116" y="1987890"/>
                  <a:pt x="1623530" y="1987653"/>
                  <a:pt x="1624004" y="1987653"/>
                </a:cubicBezTo>
                <a:close/>
                <a:moveTo>
                  <a:pt x="1082746" y="1987120"/>
                </a:moveTo>
                <a:lnTo>
                  <a:pt x="1101284" y="1987120"/>
                </a:lnTo>
                <a:cubicBezTo>
                  <a:pt x="1101758" y="1987120"/>
                  <a:pt x="1102172" y="1987357"/>
                  <a:pt x="1102409" y="1987771"/>
                </a:cubicBezTo>
                <a:lnTo>
                  <a:pt x="1111648" y="2003822"/>
                </a:lnTo>
                <a:cubicBezTo>
                  <a:pt x="1111885" y="2004236"/>
                  <a:pt x="1111885" y="2004710"/>
                  <a:pt x="1111648" y="2005124"/>
                </a:cubicBezTo>
                <a:lnTo>
                  <a:pt x="1102350" y="2021174"/>
                </a:lnTo>
                <a:cubicBezTo>
                  <a:pt x="1102113" y="2021589"/>
                  <a:pt x="1101698" y="2021826"/>
                  <a:pt x="1101224" y="2021826"/>
                </a:cubicBezTo>
                <a:lnTo>
                  <a:pt x="1082687" y="2021826"/>
                </a:lnTo>
                <a:cubicBezTo>
                  <a:pt x="1082213" y="2021826"/>
                  <a:pt x="1081799" y="2021589"/>
                  <a:pt x="1081562" y="2021174"/>
                </a:cubicBezTo>
                <a:lnTo>
                  <a:pt x="1072323" y="2005124"/>
                </a:lnTo>
                <a:cubicBezTo>
                  <a:pt x="1072086" y="2004710"/>
                  <a:pt x="1072086" y="2004236"/>
                  <a:pt x="1072323" y="2003822"/>
                </a:cubicBezTo>
                <a:lnTo>
                  <a:pt x="1081621" y="1987771"/>
                </a:lnTo>
                <a:cubicBezTo>
                  <a:pt x="1081858" y="1987357"/>
                  <a:pt x="1082273" y="1987120"/>
                  <a:pt x="1082746" y="1987120"/>
                </a:cubicBezTo>
                <a:close/>
                <a:moveTo>
                  <a:pt x="1690928" y="1986291"/>
                </a:moveTo>
                <a:lnTo>
                  <a:pt x="1710354" y="1986291"/>
                </a:lnTo>
                <a:cubicBezTo>
                  <a:pt x="1710828" y="1986291"/>
                  <a:pt x="1711302" y="1986587"/>
                  <a:pt x="1711539" y="1987002"/>
                </a:cubicBezTo>
                <a:lnTo>
                  <a:pt x="1721251" y="2003822"/>
                </a:lnTo>
                <a:cubicBezTo>
                  <a:pt x="1721488" y="2004236"/>
                  <a:pt x="1721488" y="2004769"/>
                  <a:pt x="1721251" y="2005184"/>
                </a:cubicBezTo>
                <a:lnTo>
                  <a:pt x="1711539" y="2022004"/>
                </a:lnTo>
                <a:cubicBezTo>
                  <a:pt x="1711302" y="2022477"/>
                  <a:pt x="1710828" y="2022715"/>
                  <a:pt x="1710354" y="2022715"/>
                </a:cubicBezTo>
                <a:lnTo>
                  <a:pt x="1690928" y="2022715"/>
                </a:lnTo>
                <a:cubicBezTo>
                  <a:pt x="1690455" y="2022715"/>
                  <a:pt x="1689981" y="2022419"/>
                  <a:pt x="1689744" y="2022004"/>
                </a:cubicBezTo>
                <a:lnTo>
                  <a:pt x="1680031" y="2005184"/>
                </a:lnTo>
                <a:cubicBezTo>
                  <a:pt x="1679794" y="2004769"/>
                  <a:pt x="1679794" y="2004236"/>
                  <a:pt x="1680031" y="2003822"/>
                </a:cubicBezTo>
                <a:lnTo>
                  <a:pt x="1689744" y="1987002"/>
                </a:lnTo>
                <a:cubicBezTo>
                  <a:pt x="1689981" y="1986528"/>
                  <a:pt x="1690455" y="1986291"/>
                  <a:pt x="1690928" y="1986291"/>
                </a:cubicBezTo>
                <a:close/>
                <a:moveTo>
                  <a:pt x="1758386" y="1985995"/>
                </a:moveTo>
                <a:lnTo>
                  <a:pt x="1778167" y="1985995"/>
                </a:lnTo>
                <a:cubicBezTo>
                  <a:pt x="1778641" y="1985995"/>
                  <a:pt x="1779114" y="1986291"/>
                  <a:pt x="1779351" y="1986706"/>
                </a:cubicBezTo>
                <a:lnTo>
                  <a:pt x="1789242" y="2003822"/>
                </a:lnTo>
                <a:cubicBezTo>
                  <a:pt x="1789479" y="2004295"/>
                  <a:pt x="1789479" y="2004829"/>
                  <a:pt x="1789242" y="2005243"/>
                </a:cubicBezTo>
                <a:lnTo>
                  <a:pt x="1779351" y="2022359"/>
                </a:lnTo>
                <a:cubicBezTo>
                  <a:pt x="1779114" y="2022774"/>
                  <a:pt x="1778641" y="2023070"/>
                  <a:pt x="1778167" y="2023070"/>
                </a:cubicBezTo>
                <a:lnTo>
                  <a:pt x="1758386" y="2023070"/>
                </a:lnTo>
                <a:cubicBezTo>
                  <a:pt x="1757912" y="2023070"/>
                  <a:pt x="1757438" y="2022774"/>
                  <a:pt x="1757201" y="2022359"/>
                </a:cubicBezTo>
                <a:lnTo>
                  <a:pt x="1747311" y="2005243"/>
                </a:lnTo>
                <a:cubicBezTo>
                  <a:pt x="1747074" y="2004769"/>
                  <a:pt x="1747074" y="2004236"/>
                  <a:pt x="1747311" y="2003822"/>
                </a:cubicBezTo>
                <a:lnTo>
                  <a:pt x="1757201" y="1986706"/>
                </a:lnTo>
                <a:cubicBezTo>
                  <a:pt x="1757438" y="1986291"/>
                  <a:pt x="1757912" y="1985995"/>
                  <a:pt x="1758386" y="1985995"/>
                </a:cubicBezTo>
                <a:close/>
                <a:moveTo>
                  <a:pt x="811495" y="1985817"/>
                </a:moveTo>
                <a:lnTo>
                  <a:pt x="831454" y="1985817"/>
                </a:lnTo>
                <a:cubicBezTo>
                  <a:pt x="831987" y="1985817"/>
                  <a:pt x="832461" y="1986113"/>
                  <a:pt x="832698" y="1986528"/>
                </a:cubicBezTo>
                <a:lnTo>
                  <a:pt x="842707" y="2003822"/>
                </a:lnTo>
                <a:cubicBezTo>
                  <a:pt x="842944" y="2004236"/>
                  <a:pt x="842944" y="2004828"/>
                  <a:pt x="842707" y="2005243"/>
                </a:cubicBezTo>
                <a:lnTo>
                  <a:pt x="832698" y="2022537"/>
                </a:lnTo>
                <a:cubicBezTo>
                  <a:pt x="832402" y="2022951"/>
                  <a:pt x="831928" y="2023247"/>
                  <a:pt x="831454" y="2023247"/>
                </a:cubicBezTo>
                <a:lnTo>
                  <a:pt x="811495" y="2023247"/>
                </a:lnTo>
                <a:cubicBezTo>
                  <a:pt x="810963" y="2023247"/>
                  <a:pt x="810489" y="2022951"/>
                  <a:pt x="810252" y="2022537"/>
                </a:cubicBezTo>
                <a:lnTo>
                  <a:pt x="800243" y="2005243"/>
                </a:lnTo>
                <a:cubicBezTo>
                  <a:pt x="800006" y="2004828"/>
                  <a:pt x="800006" y="2004236"/>
                  <a:pt x="800243" y="2003822"/>
                </a:cubicBezTo>
                <a:lnTo>
                  <a:pt x="810252" y="1986528"/>
                </a:lnTo>
                <a:cubicBezTo>
                  <a:pt x="810548" y="1986113"/>
                  <a:pt x="811021" y="1985817"/>
                  <a:pt x="811495" y="1985817"/>
                </a:cubicBezTo>
                <a:close/>
                <a:moveTo>
                  <a:pt x="879071" y="1985699"/>
                </a:moveTo>
                <a:lnTo>
                  <a:pt x="899148" y="1985699"/>
                </a:lnTo>
                <a:cubicBezTo>
                  <a:pt x="899681" y="1985699"/>
                  <a:pt x="900155" y="1985995"/>
                  <a:pt x="900392" y="1986410"/>
                </a:cubicBezTo>
                <a:lnTo>
                  <a:pt x="910401" y="2003822"/>
                </a:lnTo>
                <a:cubicBezTo>
                  <a:pt x="910637" y="2004236"/>
                  <a:pt x="910637" y="2004829"/>
                  <a:pt x="910401" y="2005243"/>
                </a:cubicBezTo>
                <a:lnTo>
                  <a:pt x="900332" y="2022655"/>
                </a:lnTo>
                <a:cubicBezTo>
                  <a:pt x="900036" y="2023070"/>
                  <a:pt x="899562" y="2023366"/>
                  <a:pt x="899089" y="2023366"/>
                </a:cubicBezTo>
                <a:lnTo>
                  <a:pt x="879011" y="2023366"/>
                </a:lnTo>
                <a:cubicBezTo>
                  <a:pt x="878478" y="2023366"/>
                  <a:pt x="878004" y="2023070"/>
                  <a:pt x="877768" y="2022655"/>
                </a:cubicBezTo>
                <a:lnTo>
                  <a:pt x="867759" y="2005243"/>
                </a:lnTo>
                <a:cubicBezTo>
                  <a:pt x="867522" y="2004829"/>
                  <a:pt x="867522" y="2004236"/>
                  <a:pt x="867759" y="2003822"/>
                </a:cubicBezTo>
                <a:lnTo>
                  <a:pt x="877827" y="1986410"/>
                </a:lnTo>
                <a:cubicBezTo>
                  <a:pt x="878123" y="1985995"/>
                  <a:pt x="878597" y="1985699"/>
                  <a:pt x="879071" y="1985699"/>
                </a:cubicBezTo>
                <a:close/>
                <a:moveTo>
                  <a:pt x="1014223" y="1985521"/>
                </a:moveTo>
                <a:lnTo>
                  <a:pt x="1034538" y="1985521"/>
                </a:lnTo>
                <a:cubicBezTo>
                  <a:pt x="1035070" y="1985521"/>
                  <a:pt x="1035544" y="1985817"/>
                  <a:pt x="1035781" y="1986232"/>
                </a:cubicBezTo>
                <a:lnTo>
                  <a:pt x="1045909" y="2003822"/>
                </a:lnTo>
                <a:cubicBezTo>
                  <a:pt x="1046145" y="2004236"/>
                  <a:pt x="1046145" y="2004828"/>
                  <a:pt x="1045909" y="2005243"/>
                </a:cubicBezTo>
                <a:lnTo>
                  <a:pt x="1035722" y="2022833"/>
                </a:lnTo>
                <a:cubicBezTo>
                  <a:pt x="1035485" y="2023247"/>
                  <a:pt x="1035011" y="2023543"/>
                  <a:pt x="1034478" y="2023543"/>
                </a:cubicBezTo>
                <a:lnTo>
                  <a:pt x="1014164" y="2023543"/>
                </a:lnTo>
                <a:cubicBezTo>
                  <a:pt x="1013631" y="2023543"/>
                  <a:pt x="1013157" y="2023247"/>
                  <a:pt x="1012920" y="2022833"/>
                </a:cubicBezTo>
                <a:lnTo>
                  <a:pt x="1002793" y="2005243"/>
                </a:lnTo>
                <a:cubicBezTo>
                  <a:pt x="1002556" y="2004828"/>
                  <a:pt x="1002556" y="2004236"/>
                  <a:pt x="1002793" y="2003822"/>
                </a:cubicBezTo>
                <a:lnTo>
                  <a:pt x="1012979" y="1986232"/>
                </a:lnTo>
                <a:cubicBezTo>
                  <a:pt x="1013216" y="1985817"/>
                  <a:pt x="1013690" y="1985521"/>
                  <a:pt x="1014223" y="1985521"/>
                </a:cubicBezTo>
                <a:close/>
                <a:moveTo>
                  <a:pt x="4733676" y="1985165"/>
                </a:moveTo>
                <a:lnTo>
                  <a:pt x="4754346" y="1985165"/>
                </a:lnTo>
                <a:cubicBezTo>
                  <a:pt x="4754820" y="1985165"/>
                  <a:pt x="4755353" y="1985402"/>
                  <a:pt x="4755589" y="1985876"/>
                </a:cubicBezTo>
                <a:lnTo>
                  <a:pt x="4765895" y="2003762"/>
                </a:lnTo>
                <a:cubicBezTo>
                  <a:pt x="4766132" y="2004236"/>
                  <a:pt x="4766132" y="2004768"/>
                  <a:pt x="4765895" y="2005242"/>
                </a:cubicBezTo>
                <a:lnTo>
                  <a:pt x="4755589" y="2023128"/>
                </a:lnTo>
                <a:cubicBezTo>
                  <a:pt x="4755353" y="2023543"/>
                  <a:pt x="4754879" y="2023839"/>
                  <a:pt x="4754346" y="2023839"/>
                </a:cubicBezTo>
                <a:lnTo>
                  <a:pt x="4733676" y="2023839"/>
                </a:lnTo>
                <a:cubicBezTo>
                  <a:pt x="4733203" y="2023839"/>
                  <a:pt x="4732669" y="2023602"/>
                  <a:pt x="4732433" y="2023128"/>
                </a:cubicBezTo>
                <a:lnTo>
                  <a:pt x="4722128" y="2005242"/>
                </a:lnTo>
                <a:cubicBezTo>
                  <a:pt x="4721891" y="2004768"/>
                  <a:pt x="4721891" y="2004236"/>
                  <a:pt x="4722128" y="2003762"/>
                </a:cubicBezTo>
                <a:lnTo>
                  <a:pt x="4732433" y="1985876"/>
                </a:lnTo>
                <a:cubicBezTo>
                  <a:pt x="4732669" y="1985461"/>
                  <a:pt x="4733144" y="1985165"/>
                  <a:pt x="4733676" y="1985165"/>
                </a:cubicBezTo>
                <a:close/>
                <a:moveTo>
                  <a:pt x="946411" y="1985165"/>
                </a:moveTo>
                <a:lnTo>
                  <a:pt x="967080" y="1985165"/>
                </a:lnTo>
                <a:cubicBezTo>
                  <a:pt x="967554" y="1985165"/>
                  <a:pt x="968087" y="1985402"/>
                  <a:pt x="968324" y="1985876"/>
                </a:cubicBezTo>
                <a:lnTo>
                  <a:pt x="978629" y="2003762"/>
                </a:lnTo>
                <a:cubicBezTo>
                  <a:pt x="978866" y="2004236"/>
                  <a:pt x="978866" y="2004768"/>
                  <a:pt x="978629" y="2005242"/>
                </a:cubicBezTo>
                <a:lnTo>
                  <a:pt x="968324" y="2023128"/>
                </a:lnTo>
                <a:cubicBezTo>
                  <a:pt x="968087" y="2023543"/>
                  <a:pt x="967613" y="2023839"/>
                  <a:pt x="967080" y="2023839"/>
                </a:cubicBezTo>
                <a:lnTo>
                  <a:pt x="946411" y="2023839"/>
                </a:lnTo>
                <a:cubicBezTo>
                  <a:pt x="945937" y="2023839"/>
                  <a:pt x="945403" y="2023602"/>
                  <a:pt x="945167" y="2023128"/>
                </a:cubicBezTo>
                <a:lnTo>
                  <a:pt x="934862" y="2005242"/>
                </a:lnTo>
                <a:cubicBezTo>
                  <a:pt x="934625" y="2004768"/>
                  <a:pt x="934625" y="2004236"/>
                  <a:pt x="934862" y="2003762"/>
                </a:cubicBezTo>
                <a:lnTo>
                  <a:pt x="945167" y="1985876"/>
                </a:lnTo>
                <a:cubicBezTo>
                  <a:pt x="945403" y="1985461"/>
                  <a:pt x="945877" y="1985165"/>
                  <a:pt x="946411" y="1985165"/>
                </a:cubicBezTo>
                <a:close/>
                <a:moveTo>
                  <a:pt x="743505" y="1985106"/>
                </a:moveTo>
                <a:lnTo>
                  <a:pt x="764234" y="1985106"/>
                </a:lnTo>
                <a:cubicBezTo>
                  <a:pt x="764708" y="1985106"/>
                  <a:pt x="765182" y="1985343"/>
                  <a:pt x="765478" y="1985817"/>
                </a:cubicBezTo>
                <a:lnTo>
                  <a:pt x="775842" y="2003821"/>
                </a:lnTo>
                <a:cubicBezTo>
                  <a:pt x="776138" y="2004295"/>
                  <a:pt x="776138" y="2004828"/>
                  <a:pt x="775842" y="2005302"/>
                </a:cubicBezTo>
                <a:lnTo>
                  <a:pt x="765478" y="2023306"/>
                </a:lnTo>
                <a:cubicBezTo>
                  <a:pt x="765241" y="2023721"/>
                  <a:pt x="764767" y="2024017"/>
                  <a:pt x="764234" y="2024017"/>
                </a:cubicBezTo>
                <a:lnTo>
                  <a:pt x="743505" y="2024017"/>
                </a:lnTo>
                <a:cubicBezTo>
                  <a:pt x="743031" y="2024017"/>
                  <a:pt x="742557" y="2023780"/>
                  <a:pt x="742261" y="2023306"/>
                </a:cubicBezTo>
                <a:lnTo>
                  <a:pt x="731897" y="2005302"/>
                </a:lnTo>
                <a:cubicBezTo>
                  <a:pt x="731601" y="2004828"/>
                  <a:pt x="731601" y="2004295"/>
                  <a:pt x="731897" y="2003821"/>
                </a:cubicBezTo>
                <a:lnTo>
                  <a:pt x="742261" y="1985817"/>
                </a:lnTo>
                <a:cubicBezTo>
                  <a:pt x="742499" y="1985402"/>
                  <a:pt x="742972" y="1985106"/>
                  <a:pt x="743505" y="1985106"/>
                </a:cubicBezTo>
                <a:close/>
                <a:moveTo>
                  <a:pt x="3177834" y="1984455"/>
                </a:moveTo>
                <a:lnTo>
                  <a:pt x="3199274" y="1984455"/>
                </a:lnTo>
                <a:cubicBezTo>
                  <a:pt x="3199806" y="1984455"/>
                  <a:pt x="3200280" y="1984751"/>
                  <a:pt x="3200576" y="1985225"/>
                </a:cubicBezTo>
                <a:lnTo>
                  <a:pt x="3211296" y="2003762"/>
                </a:lnTo>
                <a:cubicBezTo>
                  <a:pt x="3211592" y="2004236"/>
                  <a:pt x="3211592" y="2004828"/>
                  <a:pt x="3211296" y="2005302"/>
                </a:cubicBezTo>
                <a:lnTo>
                  <a:pt x="3200576" y="2023840"/>
                </a:lnTo>
                <a:cubicBezTo>
                  <a:pt x="3200280" y="2024313"/>
                  <a:pt x="3199806" y="2024610"/>
                  <a:pt x="3199274" y="2024610"/>
                </a:cubicBezTo>
                <a:lnTo>
                  <a:pt x="3177834" y="2024610"/>
                </a:lnTo>
                <a:cubicBezTo>
                  <a:pt x="3177301" y="2024610"/>
                  <a:pt x="3176827" y="2024313"/>
                  <a:pt x="3176531" y="2023840"/>
                </a:cubicBezTo>
                <a:lnTo>
                  <a:pt x="3165811" y="2005302"/>
                </a:lnTo>
                <a:cubicBezTo>
                  <a:pt x="3165515" y="2004828"/>
                  <a:pt x="3165515" y="2004236"/>
                  <a:pt x="3165811" y="2003762"/>
                </a:cubicBezTo>
                <a:lnTo>
                  <a:pt x="3176531" y="1985225"/>
                </a:lnTo>
                <a:cubicBezTo>
                  <a:pt x="3176827" y="1984751"/>
                  <a:pt x="3177301" y="1984455"/>
                  <a:pt x="3177834" y="1984455"/>
                </a:cubicBezTo>
                <a:close/>
                <a:moveTo>
                  <a:pt x="3110139" y="1984277"/>
                </a:moveTo>
                <a:lnTo>
                  <a:pt x="3131756" y="1984277"/>
                </a:lnTo>
                <a:cubicBezTo>
                  <a:pt x="3132289" y="1984277"/>
                  <a:pt x="3132763" y="1984573"/>
                  <a:pt x="3133059" y="1985047"/>
                </a:cubicBezTo>
                <a:lnTo>
                  <a:pt x="3143897" y="2003762"/>
                </a:lnTo>
                <a:cubicBezTo>
                  <a:pt x="3144194" y="2004236"/>
                  <a:pt x="3144194" y="2004828"/>
                  <a:pt x="3143897" y="2005302"/>
                </a:cubicBezTo>
                <a:lnTo>
                  <a:pt x="3133059" y="2024017"/>
                </a:lnTo>
                <a:cubicBezTo>
                  <a:pt x="3132822" y="2024491"/>
                  <a:pt x="3132289" y="2024787"/>
                  <a:pt x="3131756" y="2024787"/>
                </a:cubicBezTo>
                <a:lnTo>
                  <a:pt x="3110139" y="2024787"/>
                </a:lnTo>
                <a:cubicBezTo>
                  <a:pt x="3109606" y="2024787"/>
                  <a:pt x="3109132" y="2024491"/>
                  <a:pt x="3108836" y="2024017"/>
                </a:cubicBezTo>
                <a:lnTo>
                  <a:pt x="3097998" y="2005302"/>
                </a:lnTo>
                <a:cubicBezTo>
                  <a:pt x="3097702" y="2004828"/>
                  <a:pt x="3097702" y="2004236"/>
                  <a:pt x="3097998" y="2003762"/>
                </a:cubicBezTo>
                <a:lnTo>
                  <a:pt x="3108836" y="1985047"/>
                </a:lnTo>
                <a:cubicBezTo>
                  <a:pt x="3109073" y="1984573"/>
                  <a:pt x="3109606" y="1984277"/>
                  <a:pt x="3110139" y="1984277"/>
                </a:cubicBezTo>
                <a:close/>
                <a:moveTo>
                  <a:pt x="4868236" y="1983863"/>
                </a:moveTo>
                <a:lnTo>
                  <a:pt x="4890327" y="1983863"/>
                </a:lnTo>
                <a:cubicBezTo>
                  <a:pt x="4890920" y="1983863"/>
                  <a:pt x="4891393" y="1984159"/>
                  <a:pt x="4891690" y="1984633"/>
                </a:cubicBezTo>
                <a:lnTo>
                  <a:pt x="4902705" y="2003763"/>
                </a:lnTo>
                <a:cubicBezTo>
                  <a:pt x="4903001" y="2004236"/>
                  <a:pt x="4903001" y="2004829"/>
                  <a:pt x="4902705" y="2005302"/>
                </a:cubicBezTo>
                <a:lnTo>
                  <a:pt x="4891630" y="2024432"/>
                </a:lnTo>
                <a:cubicBezTo>
                  <a:pt x="4891334" y="2024906"/>
                  <a:pt x="4890801" y="2025202"/>
                  <a:pt x="4890268" y="2025202"/>
                </a:cubicBezTo>
                <a:lnTo>
                  <a:pt x="4868177" y="2025202"/>
                </a:lnTo>
                <a:cubicBezTo>
                  <a:pt x="4867585" y="2025202"/>
                  <a:pt x="4867111" y="2024906"/>
                  <a:pt x="4866815" y="2024432"/>
                </a:cubicBezTo>
                <a:lnTo>
                  <a:pt x="4855799" y="2005302"/>
                </a:lnTo>
                <a:cubicBezTo>
                  <a:pt x="4855503" y="2004829"/>
                  <a:pt x="4855503" y="2004236"/>
                  <a:pt x="4855799" y="2003763"/>
                </a:cubicBezTo>
                <a:lnTo>
                  <a:pt x="4866874" y="1984633"/>
                </a:lnTo>
                <a:cubicBezTo>
                  <a:pt x="4867170" y="1984159"/>
                  <a:pt x="4867703" y="1983863"/>
                  <a:pt x="4868236" y="1983863"/>
                </a:cubicBezTo>
                <a:close/>
                <a:moveTo>
                  <a:pt x="3583288" y="1983863"/>
                </a:moveTo>
                <a:lnTo>
                  <a:pt x="3605379" y="1983863"/>
                </a:lnTo>
                <a:cubicBezTo>
                  <a:pt x="3605971" y="1983863"/>
                  <a:pt x="3606446" y="1984159"/>
                  <a:pt x="3606741" y="1984633"/>
                </a:cubicBezTo>
                <a:lnTo>
                  <a:pt x="3617757" y="2003763"/>
                </a:lnTo>
                <a:cubicBezTo>
                  <a:pt x="3618054" y="2004236"/>
                  <a:pt x="3618054" y="2004829"/>
                  <a:pt x="3617757" y="2005302"/>
                </a:cubicBezTo>
                <a:lnTo>
                  <a:pt x="3606682" y="2024432"/>
                </a:lnTo>
                <a:cubicBezTo>
                  <a:pt x="3606386" y="2024906"/>
                  <a:pt x="3605854" y="2025202"/>
                  <a:pt x="3605320" y="2025202"/>
                </a:cubicBezTo>
                <a:lnTo>
                  <a:pt x="3583229" y="2025202"/>
                </a:lnTo>
                <a:cubicBezTo>
                  <a:pt x="3582637" y="2025202"/>
                  <a:pt x="3582164" y="2024906"/>
                  <a:pt x="3581867" y="2024432"/>
                </a:cubicBezTo>
                <a:lnTo>
                  <a:pt x="3570851" y="2005302"/>
                </a:lnTo>
                <a:cubicBezTo>
                  <a:pt x="3570555" y="2004829"/>
                  <a:pt x="3570555" y="2004236"/>
                  <a:pt x="3570851" y="2003763"/>
                </a:cubicBezTo>
                <a:lnTo>
                  <a:pt x="3581926" y="1984633"/>
                </a:lnTo>
                <a:cubicBezTo>
                  <a:pt x="3582222" y="1984159"/>
                  <a:pt x="3582756" y="1983863"/>
                  <a:pt x="3583288" y="1983863"/>
                </a:cubicBezTo>
                <a:close/>
                <a:moveTo>
                  <a:pt x="3245054" y="1983744"/>
                </a:moveTo>
                <a:lnTo>
                  <a:pt x="3267264" y="1983744"/>
                </a:lnTo>
                <a:cubicBezTo>
                  <a:pt x="3267797" y="1983744"/>
                  <a:pt x="3268329" y="1984040"/>
                  <a:pt x="3268626" y="1984514"/>
                </a:cubicBezTo>
                <a:lnTo>
                  <a:pt x="3279701" y="2003762"/>
                </a:lnTo>
                <a:cubicBezTo>
                  <a:pt x="3279997" y="2004236"/>
                  <a:pt x="3279997" y="2004828"/>
                  <a:pt x="3279701" y="2005302"/>
                </a:cubicBezTo>
                <a:lnTo>
                  <a:pt x="3268626" y="2024550"/>
                </a:lnTo>
                <a:cubicBezTo>
                  <a:pt x="3268329" y="2025024"/>
                  <a:pt x="3267797" y="2025320"/>
                  <a:pt x="3267264" y="2025320"/>
                </a:cubicBezTo>
                <a:lnTo>
                  <a:pt x="3245054" y="2025320"/>
                </a:lnTo>
                <a:cubicBezTo>
                  <a:pt x="3244522" y="2025320"/>
                  <a:pt x="3243988" y="2025024"/>
                  <a:pt x="3243692" y="2024550"/>
                </a:cubicBezTo>
                <a:lnTo>
                  <a:pt x="3232617" y="2005302"/>
                </a:lnTo>
                <a:cubicBezTo>
                  <a:pt x="3232321" y="2004828"/>
                  <a:pt x="3232321" y="2004236"/>
                  <a:pt x="3232617" y="2003762"/>
                </a:cubicBezTo>
                <a:lnTo>
                  <a:pt x="3243692" y="1984514"/>
                </a:lnTo>
                <a:cubicBezTo>
                  <a:pt x="3243988" y="1984040"/>
                  <a:pt x="3244522" y="1983744"/>
                  <a:pt x="3245054" y="1983744"/>
                </a:cubicBezTo>
                <a:close/>
                <a:moveTo>
                  <a:pt x="2704033" y="1983744"/>
                </a:moveTo>
                <a:lnTo>
                  <a:pt x="2726243" y="1983744"/>
                </a:lnTo>
                <a:cubicBezTo>
                  <a:pt x="2726776" y="1983744"/>
                  <a:pt x="2727309" y="1984040"/>
                  <a:pt x="2727605" y="1984514"/>
                </a:cubicBezTo>
                <a:lnTo>
                  <a:pt x="2738680" y="2003762"/>
                </a:lnTo>
                <a:cubicBezTo>
                  <a:pt x="2738976" y="2004236"/>
                  <a:pt x="2738976" y="2004828"/>
                  <a:pt x="2738680" y="2005302"/>
                </a:cubicBezTo>
                <a:lnTo>
                  <a:pt x="2727605" y="2024550"/>
                </a:lnTo>
                <a:cubicBezTo>
                  <a:pt x="2727309" y="2025024"/>
                  <a:pt x="2726776" y="2025320"/>
                  <a:pt x="2726243" y="2025320"/>
                </a:cubicBezTo>
                <a:lnTo>
                  <a:pt x="2704033" y="2025320"/>
                </a:lnTo>
                <a:cubicBezTo>
                  <a:pt x="2703500" y="2025320"/>
                  <a:pt x="2702967" y="2025024"/>
                  <a:pt x="2702671" y="2024550"/>
                </a:cubicBezTo>
                <a:lnTo>
                  <a:pt x="2691596" y="2005302"/>
                </a:lnTo>
                <a:cubicBezTo>
                  <a:pt x="2691300" y="2004828"/>
                  <a:pt x="2691300" y="2004236"/>
                  <a:pt x="2691596" y="2003762"/>
                </a:cubicBezTo>
                <a:lnTo>
                  <a:pt x="2702671" y="1984514"/>
                </a:lnTo>
                <a:cubicBezTo>
                  <a:pt x="2702967" y="1984040"/>
                  <a:pt x="2703500" y="1983744"/>
                  <a:pt x="2704033" y="1983744"/>
                </a:cubicBezTo>
                <a:close/>
                <a:moveTo>
                  <a:pt x="4800423" y="1983448"/>
                </a:moveTo>
                <a:lnTo>
                  <a:pt x="4822929" y="1983448"/>
                </a:lnTo>
                <a:cubicBezTo>
                  <a:pt x="4823462" y="1983448"/>
                  <a:pt x="4823995" y="1983744"/>
                  <a:pt x="4824291" y="1984218"/>
                </a:cubicBezTo>
                <a:lnTo>
                  <a:pt x="4835543" y="2003703"/>
                </a:lnTo>
                <a:cubicBezTo>
                  <a:pt x="4835840" y="2004177"/>
                  <a:pt x="4835840" y="2004828"/>
                  <a:pt x="4835543" y="2005302"/>
                </a:cubicBezTo>
                <a:lnTo>
                  <a:pt x="4824291" y="2024787"/>
                </a:lnTo>
                <a:cubicBezTo>
                  <a:pt x="4823995" y="2025261"/>
                  <a:pt x="4823462" y="2025557"/>
                  <a:pt x="4822929" y="2025557"/>
                </a:cubicBezTo>
                <a:lnTo>
                  <a:pt x="4800423" y="2025557"/>
                </a:lnTo>
                <a:cubicBezTo>
                  <a:pt x="4799890" y="2025557"/>
                  <a:pt x="4799357" y="2025261"/>
                  <a:pt x="4799061" y="2024787"/>
                </a:cubicBezTo>
                <a:lnTo>
                  <a:pt x="4787808" y="2005302"/>
                </a:lnTo>
                <a:cubicBezTo>
                  <a:pt x="4787512" y="2004828"/>
                  <a:pt x="4787512" y="2004177"/>
                  <a:pt x="4787808" y="2003703"/>
                </a:cubicBezTo>
                <a:lnTo>
                  <a:pt x="4799061" y="1984218"/>
                </a:lnTo>
                <a:cubicBezTo>
                  <a:pt x="4799357" y="1983744"/>
                  <a:pt x="4799890" y="1983448"/>
                  <a:pt x="4800423" y="1983448"/>
                </a:cubicBezTo>
                <a:close/>
                <a:moveTo>
                  <a:pt x="2636279" y="1983448"/>
                </a:moveTo>
                <a:lnTo>
                  <a:pt x="2658785" y="1983448"/>
                </a:lnTo>
                <a:cubicBezTo>
                  <a:pt x="2659318" y="1983448"/>
                  <a:pt x="2659851" y="1983744"/>
                  <a:pt x="2660147" y="1984218"/>
                </a:cubicBezTo>
                <a:lnTo>
                  <a:pt x="2671400" y="2003703"/>
                </a:lnTo>
                <a:cubicBezTo>
                  <a:pt x="2671696" y="2004177"/>
                  <a:pt x="2671696" y="2004828"/>
                  <a:pt x="2671400" y="2005302"/>
                </a:cubicBezTo>
                <a:lnTo>
                  <a:pt x="2660147" y="2024787"/>
                </a:lnTo>
                <a:cubicBezTo>
                  <a:pt x="2659851" y="2025261"/>
                  <a:pt x="2659318" y="2025557"/>
                  <a:pt x="2658785" y="2025557"/>
                </a:cubicBezTo>
                <a:lnTo>
                  <a:pt x="2636279" y="2025557"/>
                </a:lnTo>
                <a:cubicBezTo>
                  <a:pt x="2635746" y="2025557"/>
                  <a:pt x="2635213" y="2025261"/>
                  <a:pt x="2634917" y="2024787"/>
                </a:cubicBezTo>
                <a:lnTo>
                  <a:pt x="2623664" y="2005302"/>
                </a:lnTo>
                <a:cubicBezTo>
                  <a:pt x="2623368" y="2004828"/>
                  <a:pt x="2623368" y="2004177"/>
                  <a:pt x="2623664" y="2003703"/>
                </a:cubicBezTo>
                <a:lnTo>
                  <a:pt x="2634917" y="1984218"/>
                </a:lnTo>
                <a:cubicBezTo>
                  <a:pt x="2635213" y="1983744"/>
                  <a:pt x="2635746" y="1983448"/>
                  <a:pt x="2636279" y="1983448"/>
                </a:cubicBezTo>
                <a:close/>
                <a:moveTo>
                  <a:pt x="1824599" y="1983329"/>
                </a:moveTo>
                <a:lnTo>
                  <a:pt x="1847223" y="1983329"/>
                </a:lnTo>
                <a:cubicBezTo>
                  <a:pt x="1847757" y="1983329"/>
                  <a:pt x="1848289" y="1983684"/>
                  <a:pt x="1848585" y="1984158"/>
                </a:cubicBezTo>
                <a:lnTo>
                  <a:pt x="1859898" y="2003762"/>
                </a:lnTo>
                <a:cubicBezTo>
                  <a:pt x="1860194" y="2004236"/>
                  <a:pt x="1860194" y="2004887"/>
                  <a:pt x="1859898" y="2005361"/>
                </a:cubicBezTo>
                <a:lnTo>
                  <a:pt x="1848585" y="2024964"/>
                </a:lnTo>
                <a:cubicBezTo>
                  <a:pt x="1848289" y="2025497"/>
                  <a:pt x="1847815" y="2025793"/>
                  <a:pt x="1847223" y="2025793"/>
                </a:cubicBezTo>
                <a:lnTo>
                  <a:pt x="1824599" y="2025793"/>
                </a:lnTo>
                <a:cubicBezTo>
                  <a:pt x="1824066" y="2025793"/>
                  <a:pt x="1823533" y="2025438"/>
                  <a:pt x="1823237" y="2024964"/>
                </a:cubicBezTo>
                <a:lnTo>
                  <a:pt x="1811925" y="2005361"/>
                </a:lnTo>
                <a:cubicBezTo>
                  <a:pt x="1811629" y="2004887"/>
                  <a:pt x="1811629" y="2004236"/>
                  <a:pt x="1811925" y="2003762"/>
                </a:cubicBezTo>
                <a:lnTo>
                  <a:pt x="1823237" y="1984158"/>
                </a:lnTo>
                <a:cubicBezTo>
                  <a:pt x="1823533" y="1983625"/>
                  <a:pt x="1824007" y="1983329"/>
                  <a:pt x="1824599" y="1983329"/>
                </a:cubicBezTo>
                <a:close/>
                <a:moveTo>
                  <a:pt x="2838830" y="1982797"/>
                </a:moveTo>
                <a:lnTo>
                  <a:pt x="2861987" y="1982797"/>
                </a:lnTo>
                <a:cubicBezTo>
                  <a:pt x="2862579" y="1982797"/>
                  <a:pt x="2863112" y="1983152"/>
                  <a:pt x="2863408" y="1983626"/>
                </a:cubicBezTo>
                <a:lnTo>
                  <a:pt x="2875016" y="2003703"/>
                </a:lnTo>
                <a:cubicBezTo>
                  <a:pt x="2875312" y="2004236"/>
                  <a:pt x="2875312" y="2004888"/>
                  <a:pt x="2875016" y="2005362"/>
                </a:cubicBezTo>
                <a:lnTo>
                  <a:pt x="2863408" y="2025439"/>
                </a:lnTo>
                <a:cubicBezTo>
                  <a:pt x="2863112" y="2025972"/>
                  <a:pt x="2862579" y="2026268"/>
                  <a:pt x="2861987" y="2026268"/>
                </a:cubicBezTo>
                <a:lnTo>
                  <a:pt x="2838830" y="2026268"/>
                </a:lnTo>
                <a:cubicBezTo>
                  <a:pt x="2838238" y="2026268"/>
                  <a:pt x="2837704" y="2025913"/>
                  <a:pt x="2837408" y="2025439"/>
                </a:cubicBezTo>
                <a:lnTo>
                  <a:pt x="2825800" y="2005362"/>
                </a:lnTo>
                <a:cubicBezTo>
                  <a:pt x="2825504" y="2004829"/>
                  <a:pt x="2825504" y="2004177"/>
                  <a:pt x="2825800" y="2003703"/>
                </a:cubicBezTo>
                <a:lnTo>
                  <a:pt x="2837408" y="1983626"/>
                </a:lnTo>
                <a:cubicBezTo>
                  <a:pt x="2837704" y="1983093"/>
                  <a:pt x="2838238" y="1982797"/>
                  <a:pt x="2838830" y="1982797"/>
                </a:cubicBezTo>
                <a:close/>
                <a:moveTo>
                  <a:pt x="2162538" y="1982797"/>
                </a:moveTo>
                <a:lnTo>
                  <a:pt x="2185695" y="1982797"/>
                </a:lnTo>
                <a:cubicBezTo>
                  <a:pt x="2186287" y="1982797"/>
                  <a:pt x="2186820" y="1983152"/>
                  <a:pt x="2187116" y="1983626"/>
                </a:cubicBezTo>
                <a:lnTo>
                  <a:pt x="2198724" y="2003703"/>
                </a:lnTo>
                <a:cubicBezTo>
                  <a:pt x="2199020" y="2004236"/>
                  <a:pt x="2199020" y="2004888"/>
                  <a:pt x="2198724" y="2005362"/>
                </a:cubicBezTo>
                <a:lnTo>
                  <a:pt x="2187116" y="2025439"/>
                </a:lnTo>
                <a:cubicBezTo>
                  <a:pt x="2186820" y="2025972"/>
                  <a:pt x="2186287" y="2026268"/>
                  <a:pt x="2185695" y="2026268"/>
                </a:cubicBezTo>
                <a:lnTo>
                  <a:pt x="2162538" y="2026268"/>
                </a:lnTo>
                <a:cubicBezTo>
                  <a:pt x="2161946" y="2026268"/>
                  <a:pt x="2161412" y="2025913"/>
                  <a:pt x="2161116" y="2025439"/>
                </a:cubicBezTo>
                <a:lnTo>
                  <a:pt x="2149508" y="2005362"/>
                </a:lnTo>
                <a:cubicBezTo>
                  <a:pt x="2149212" y="2004829"/>
                  <a:pt x="2149212" y="2004177"/>
                  <a:pt x="2149508" y="2003703"/>
                </a:cubicBezTo>
                <a:lnTo>
                  <a:pt x="2161116" y="1983626"/>
                </a:lnTo>
                <a:cubicBezTo>
                  <a:pt x="2161412" y="1983093"/>
                  <a:pt x="2161946" y="1982797"/>
                  <a:pt x="2162538" y="1982797"/>
                </a:cubicBezTo>
                <a:close/>
                <a:moveTo>
                  <a:pt x="2771135" y="1982678"/>
                </a:moveTo>
                <a:lnTo>
                  <a:pt x="2794410" y="1982678"/>
                </a:lnTo>
                <a:cubicBezTo>
                  <a:pt x="2795003" y="1982678"/>
                  <a:pt x="2795536" y="1982974"/>
                  <a:pt x="2795832" y="1983507"/>
                </a:cubicBezTo>
                <a:lnTo>
                  <a:pt x="2807440" y="2003703"/>
                </a:lnTo>
                <a:cubicBezTo>
                  <a:pt x="2807736" y="2004236"/>
                  <a:pt x="2807736" y="2004828"/>
                  <a:pt x="2807440" y="2005361"/>
                </a:cubicBezTo>
                <a:lnTo>
                  <a:pt x="2795773" y="2025557"/>
                </a:lnTo>
                <a:cubicBezTo>
                  <a:pt x="2795476" y="2026090"/>
                  <a:pt x="2794944" y="2026386"/>
                  <a:pt x="2794351" y="2026386"/>
                </a:cubicBezTo>
                <a:lnTo>
                  <a:pt x="2771076" y="2026386"/>
                </a:lnTo>
                <a:cubicBezTo>
                  <a:pt x="2770484" y="2026386"/>
                  <a:pt x="2769950" y="2026090"/>
                  <a:pt x="2769654" y="2025557"/>
                </a:cubicBezTo>
                <a:lnTo>
                  <a:pt x="2758046" y="2005361"/>
                </a:lnTo>
                <a:cubicBezTo>
                  <a:pt x="2757750" y="2004828"/>
                  <a:pt x="2757750" y="2004236"/>
                  <a:pt x="2758046" y="2003703"/>
                </a:cubicBezTo>
                <a:lnTo>
                  <a:pt x="2769714" y="1983507"/>
                </a:lnTo>
                <a:cubicBezTo>
                  <a:pt x="2770010" y="1982974"/>
                  <a:pt x="2770543" y="1982678"/>
                  <a:pt x="2771135" y="1982678"/>
                </a:cubicBezTo>
                <a:close/>
                <a:moveTo>
                  <a:pt x="2568171" y="1982619"/>
                </a:moveTo>
                <a:lnTo>
                  <a:pt x="2591565" y="1982619"/>
                </a:lnTo>
                <a:cubicBezTo>
                  <a:pt x="2592157" y="1982619"/>
                  <a:pt x="2592690" y="1982915"/>
                  <a:pt x="2592986" y="1983448"/>
                </a:cubicBezTo>
                <a:lnTo>
                  <a:pt x="2604654" y="2003703"/>
                </a:lnTo>
                <a:cubicBezTo>
                  <a:pt x="2604950" y="2004236"/>
                  <a:pt x="2604950" y="2004828"/>
                  <a:pt x="2604654" y="2005362"/>
                </a:cubicBezTo>
                <a:lnTo>
                  <a:pt x="2592927" y="2025616"/>
                </a:lnTo>
                <a:cubicBezTo>
                  <a:pt x="2592631" y="2026149"/>
                  <a:pt x="2592098" y="2026446"/>
                  <a:pt x="2591506" y="2026446"/>
                </a:cubicBezTo>
                <a:lnTo>
                  <a:pt x="2568112" y="2026446"/>
                </a:lnTo>
                <a:cubicBezTo>
                  <a:pt x="2567519" y="2026446"/>
                  <a:pt x="2566987" y="2026149"/>
                  <a:pt x="2566690" y="2025616"/>
                </a:cubicBezTo>
                <a:lnTo>
                  <a:pt x="2555023" y="2005362"/>
                </a:lnTo>
                <a:cubicBezTo>
                  <a:pt x="2554727" y="2004828"/>
                  <a:pt x="2554727" y="2004236"/>
                  <a:pt x="2555023" y="2003703"/>
                </a:cubicBezTo>
                <a:lnTo>
                  <a:pt x="2566749" y="1983448"/>
                </a:lnTo>
                <a:cubicBezTo>
                  <a:pt x="2567046" y="1982915"/>
                  <a:pt x="2567579" y="1982619"/>
                  <a:pt x="2568171" y="1982619"/>
                </a:cubicBezTo>
                <a:close/>
                <a:moveTo>
                  <a:pt x="3312038" y="1982500"/>
                </a:moveTo>
                <a:lnTo>
                  <a:pt x="3335551" y="1982500"/>
                </a:lnTo>
                <a:cubicBezTo>
                  <a:pt x="3336143" y="1982500"/>
                  <a:pt x="3336676" y="1982796"/>
                  <a:pt x="3336972" y="1983329"/>
                </a:cubicBezTo>
                <a:lnTo>
                  <a:pt x="3348699" y="2003703"/>
                </a:lnTo>
                <a:cubicBezTo>
                  <a:pt x="3348994" y="2004236"/>
                  <a:pt x="3348994" y="2004828"/>
                  <a:pt x="3348699" y="2005361"/>
                </a:cubicBezTo>
                <a:lnTo>
                  <a:pt x="3336913" y="2025735"/>
                </a:lnTo>
                <a:cubicBezTo>
                  <a:pt x="3336616" y="2026267"/>
                  <a:pt x="3336084" y="2026563"/>
                  <a:pt x="3335491" y="2026563"/>
                </a:cubicBezTo>
                <a:lnTo>
                  <a:pt x="3311979" y="2026563"/>
                </a:lnTo>
                <a:cubicBezTo>
                  <a:pt x="3311386" y="2026563"/>
                  <a:pt x="3310854" y="2026267"/>
                  <a:pt x="3310557" y="2025735"/>
                </a:cubicBezTo>
                <a:lnTo>
                  <a:pt x="3298831" y="2005361"/>
                </a:lnTo>
                <a:cubicBezTo>
                  <a:pt x="3298535" y="2004828"/>
                  <a:pt x="3298535" y="2004236"/>
                  <a:pt x="3298831" y="2003703"/>
                </a:cubicBezTo>
                <a:lnTo>
                  <a:pt x="3310617" y="1983329"/>
                </a:lnTo>
                <a:cubicBezTo>
                  <a:pt x="3310913" y="1982796"/>
                  <a:pt x="3311446" y="1982500"/>
                  <a:pt x="3312038" y="1982500"/>
                </a:cubicBezTo>
                <a:close/>
                <a:moveTo>
                  <a:pt x="2094607" y="1982382"/>
                </a:moveTo>
                <a:lnTo>
                  <a:pt x="2118237" y="1982382"/>
                </a:lnTo>
                <a:cubicBezTo>
                  <a:pt x="2118830" y="1982382"/>
                  <a:pt x="2119363" y="1982678"/>
                  <a:pt x="2119659" y="1983211"/>
                </a:cubicBezTo>
                <a:lnTo>
                  <a:pt x="2131445" y="2003703"/>
                </a:lnTo>
                <a:cubicBezTo>
                  <a:pt x="2131741" y="2004177"/>
                  <a:pt x="2131741" y="2004828"/>
                  <a:pt x="2131445" y="2005361"/>
                </a:cubicBezTo>
                <a:lnTo>
                  <a:pt x="2119599" y="2025853"/>
                </a:lnTo>
                <a:cubicBezTo>
                  <a:pt x="2119303" y="2026386"/>
                  <a:pt x="2118770" y="2026682"/>
                  <a:pt x="2118178" y="2026682"/>
                </a:cubicBezTo>
                <a:lnTo>
                  <a:pt x="2094547" y="2026682"/>
                </a:lnTo>
                <a:cubicBezTo>
                  <a:pt x="2093955" y="2026682"/>
                  <a:pt x="2093422" y="2026386"/>
                  <a:pt x="2093126" y="2025853"/>
                </a:cubicBezTo>
                <a:lnTo>
                  <a:pt x="2081340" y="2005361"/>
                </a:lnTo>
                <a:cubicBezTo>
                  <a:pt x="2081044" y="2004887"/>
                  <a:pt x="2081044" y="2004236"/>
                  <a:pt x="2081340" y="2003703"/>
                </a:cubicBezTo>
                <a:lnTo>
                  <a:pt x="2093185" y="1983211"/>
                </a:lnTo>
                <a:cubicBezTo>
                  <a:pt x="2093481" y="1982678"/>
                  <a:pt x="2094014" y="1982382"/>
                  <a:pt x="2094607" y="1982382"/>
                </a:cubicBezTo>
                <a:close/>
                <a:moveTo>
                  <a:pt x="2027030" y="1982382"/>
                </a:moveTo>
                <a:lnTo>
                  <a:pt x="2050661" y="1982382"/>
                </a:lnTo>
                <a:cubicBezTo>
                  <a:pt x="2051254" y="1982382"/>
                  <a:pt x="2051786" y="1982678"/>
                  <a:pt x="2052083" y="1983211"/>
                </a:cubicBezTo>
                <a:lnTo>
                  <a:pt x="2063869" y="2003703"/>
                </a:lnTo>
                <a:cubicBezTo>
                  <a:pt x="2064165" y="2004177"/>
                  <a:pt x="2064165" y="2004828"/>
                  <a:pt x="2063869" y="2005361"/>
                </a:cubicBezTo>
                <a:lnTo>
                  <a:pt x="2052024" y="2025853"/>
                </a:lnTo>
                <a:cubicBezTo>
                  <a:pt x="2051728" y="2026386"/>
                  <a:pt x="2051194" y="2026682"/>
                  <a:pt x="2050602" y="2026682"/>
                </a:cubicBezTo>
                <a:lnTo>
                  <a:pt x="2026971" y="2026682"/>
                </a:lnTo>
                <a:cubicBezTo>
                  <a:pt x="2026379" y="2026682"/>
                  <a:pt x="2025846" y="2026386"/>
                  <a:pt x="2025550" y="2025853"/>
                </a:cubicBezTo>
                <a:lnTo>
                  <a:pt x="2013764" y="2005361"/>
                </a:lnTo>
                <a:cubicBezTo>
                  <a:pt x="2013468" y="2004887"/>
                  <a:pt x="2013468" y="2004236"/>
                  <a:pt x="2013764" y="2003703"/>
                </a:cubicBezTo>
                <a:lnTo>
                  <a:pt x="2025609" y="1983211"/>
                </a:lnTo>
                <a:cubicBezTo>
                  <a:pt x="2025905" y="1982678"/>
                  <a:pt x="2026438" y="1982382"/>
                  <a:pt x="2027030" y="1982382"/>
                </a:cubicBezTo>
                <a:close/>
                <a:moveTo>
                  <a:pt x="1959277" y="1982204"/>
                </a:moveTo>
                <a:lnTo>
                  <a:pt x="1983145" y="1982204"/>
                </a:lnTo>
                <a:cubicBezTo>
                  <a:pt x="1983737" y="1982204"/>
                  <a:pt x="1984329" y="1982500"/>
                  <a:pt x="1984625" y="1983033"/>
                </a:cubicBezTo>
                <a:lnTo>
                  <a:pt x="1996530" y="2003703"/>
                </a:lnTo>
                <a:cubicBezTo>
                  <a:pt x="1996826" y="2004177"/>
                  <a:pt x="1996826" y="2004828"/>
                  <a:pt x="1996530" y="2005361"/>
                </a:cubicBezTo>
                <a:lnTo>
                  <a:pt x="1984625" y="2026031"/>
                </a:lnTo>
                <a:cubicBezTo>
                  <a:pt x="1984270" y="2026504"/>
                  <a:pt x="1983737" y="2026860"/>
                  <a:pt x="1983145" y="2026860"/>
                </a:cubicBezTo>
                <a:lnTo>
                  <a:pt x="1959277" y="2026860"/>
                </a:lnTo>
                <a:cubicBezTo>
                  <a:pt x="1958685" y="2026860"/>
                  <a:pt x="1958093" y="2026564"/>
                  <a:pt x="1957796" y="2026031"/>
                </a:cubicBezTo>
                <a:lnTo>
                  <a:pt x="1945892" y="2005361"/>
                </a:lnTo>
                <a:cubicBezTo>
                  <a:pt x="1945596" y="2004887"/>
                  <a:pt x="1945596" y="2004236"/>
                  <a:pt x="1945892" y="2003703"/>
                </a:cubicBezTo>
                <a:lnTo>
                  <a:pt x="1957796" y="1983033"/>
                </a:lnTo>
                <a:cubicBezTo>
                  <a:pt x="1958152" y="1982559"/>
                  <a:pt x="1958685" y="1982204"/>
                  <a:pt x="1959277" y="1982204"/>
                </a:cubicBezTo>
                <a:close/>
                <a:moveTo>
                  <a:pt x="1891465" y="1981849"/>
                </a:moveTo>
                <a:lnTo>
                  <a:pt x="1915628" y="1981849"/>
                </a:lnTo>
                <a:cubicBezTo>
                  <a:pt x="1916221" y="1981849"/>
                  <a:pt x="1916813" y="1982145"/>
                  <a:pt x="1917109" y="1982678"/>
                </a:cubicBezTo>
                <a:lnTo>
                  <a:pt x="1929191" y="2003644"/>
                </a:lnTo>
                <a:cubicBezTo>
                  <a:pt x="1929487" y="2004177"/>
                  <a:pt x="1929487" y="2004828"/>
                  <a:pt x="1929191" y="2005362"/>
                </a:cubicBezTo>
                <a:lnTo>
                  <a:pt x="1917109" y="2026327"/>
                </a:lnTo>
                <a:cubicBezTo>
                  <a:pt x="1916813" y="2026801"/>
                  <a:pt x="1916221" y="2027156"/>
                  <a:pt x="1915628" y="2027156"/>
                </a:cubicBezTo>
                <a:lnTo>
                  <a:pt x="1891465" y="2027156"/>
                </a:lnTo>
                <a:cubicBezTo>
                  <a:pt x="1890872" y="2027156"/>
                  <a:pt x="1890280" y="2026860"/>
                  <a:pt x="1889984" y="2026327"/>
                </a:cubicBezTo>
                <a:lnTo>
                  <a:pt x="1877902" y="2005362"/>
                </a:lnTo>
                <a:cubicBezTo>
                  <a:pt x="1877606" y="2004828"/>
                  <a:pt x="1877606" y="2004177"/>
                  <a:pt x="1877902" y="2003644"/>
                </a:cubicBezTo>
                <a:lnTo>
                  <a:pt x="1889984" y="1982678"/>
                </a:lnTo>
                <a:cubicBezTo>
                  <a:pt x="1890280" y="1982204"/>
                  <a:pt x="1890872" y="1981849"/>
                  <a:pt x="1891465" y="1981849"/>
                </a:cubicBezTo>
                <a:close/>
                <a:moveTo>
                  <a:pt x="2499529" y="1980723"/>
                </a:moveTo>
                <a:lnTo>
                  <a:pt x="2524936" y="1980723"/>
                </a:lnTo>
                <a:cubicBezTo>
                  <a:pt x="2525588" y="1980723"/>
                  <a:pt x="2526121" y="1981078"/>
                  <a:pt x="2526476" y="1981612"/>
                </a:cubicBezTo>
                <a:lnTo>
                  <a:pt x="2539151" y="2003584"/>
                </a:lnTo>
                <a:cubicBezTo>
                  <a:pt x="2539506" y="2004117"/>
                  <a:pt x="2539506" y="2004828"/>
                  <a:pt x="2539151" y="2005361"/>
                </a:cubicBezTo>
                <a:lnTo>
                  <a:pt x="2526417" y="2027333"/>
                </a:lnTo>
                <a:cubicBezTo>
                  <a:pt x="2526121" y="2027866"/>
                  <a:pt x="2525529" y="2028222"/>
                  <a:pt x="2524877" y="2028222"/>
                </a:cubicBezTo>
                <a:lnTo>
                  <a:pt x="2499470" y="2028222"/>
                </a:lnTo>
                <a:cubicBezTo>
                  <a:pt x="2498818" y="2028222"/>
                  <a:pt x="2498285" y="2027866"/>
                  <a:pt x="2497930" y="2027333"/>
                </a:cubicBezTo>
                <a:lnTo>
                  <a:pt x="2485256" y="2005361"/>
                </a:lnTo>
                <a:cubicBezTo>
                  <a:pt x="2484900" y="2004828"/>
                  <a:pt x="2484900" y="2004117"/>
                  <a:pt x="2485256" y="2003584"/>
                </a:cubicBezTo>
                <a:lnTo>
                  <a:pt x="2497989" y="1981612"/>
                </a:lnTo>
                <a:cubicBezTo>
                  <a:pt x="2498285" y="1981078"/>
                  <a:pt x="2498878" y="1980723"/>
                  <a:pt x="2499529" y="1980723"/>
                </a:cubicBezTo>
                <a:close/>
                <a:moveTo>
                  <a:pt x="3513521" y="1979894"/>
                </a:moveTo>
                <a:lnTo>
                  <a:pt x="3539818" y="1979894"/>
                </a:lnTo>
                <a:cubicBezTo>
                  <a:pt x="3540469" y="1979894"/>
                  <a:pt x="3541061" y="1980249"/>
                  <a:pt x="3541417" y="1980842"/>
                </a:cubicBezTo>
                <a:lnTo>
                  <a:pt x="3554565" y="2003584"/>
                </a:lnTo>
                <a:cubicBezTo>
                  <a:pt x="3554920" y="2004117"/>
                  <a:pt x="3554920" y="2004828"/>
                  <a:pt x="3554565" y="2005420"/>
                </a:cubicBezTo>
                <a:lnTo>
                  <a:pt x="3541417" y="2028163"/>
                </a:lnTo>
                <a:cubicBezTo>
                  <a:pt x="3541061" y="2028755"/>
                  <a:pt x="3540469" y="2029110"/>
                  <a:pt x="3539818" y="2029110"/>
                </a:cubicBezTo>
                <a:lnTo>
                  <a:pt x="3513521" y="2029110"/>
                </a:lnTo>
                <a:cubicBezTo>
                  <a:pt x="3512870" y="2029110"/>
                  <a:pt x="3512278" y="2028755"/>
                  <a:pt x="3511922" y="2028163"/>
                </a:cubicBezTo>
                <a:lnTo>
                  <a:pt x="3498774" y="2005420"/>
                </a:lnTo>
                <a:cubicBezTo>
                  <a:pt x="3498419" y="2004887"/>
                  <a:pt x="3498419" y="2004177"/>
                  <a:pt x="3498774" y="2003584"/>
                </a:cubicBezTo>
                <a:lnTo>
                  <a:pt x="3511922" y="1980842"/>
                </a:lnTo>
                <a:cubicBezTo>
                  <a:pt x="3512278" y="1980249"/>
                  <a:pt x="3512870" y="1979894"/>
                  <a:pt x="3513521" y="1979894"/>
                </a:cubicBezTo>
                <a:close/>
                <a:moveTo>
                  <a:pt x="2431301" y="1979598"/>
                </a:moveTo>
                <a:lnTo>
                  <a:pt x="2457893" y="1979598"/>
                </a:lnTo>
                <a:cubicBezTo>
                  <a:pt x="2458545" y="1979598"/>
                  <a:pt x="2459137" y="1979953"/>
                  <a:pt x="2459493" y="1980546"/>
                </a:cubicBezTo>
                <a:lnTo>
                  <a:pt x="2472759" y="2003584"/>
                </a:lnTo>
                <a:cubicBezTo>
                  <a:pt x="2473114" y="2004177"/>
                  <a:pt x="2473114" y="2004887"/>
                  <a:pt x="2472759" y="2005479"/>
                </a:cubicBezTo>
                <a:lnTo>
                  <a:pt x="2459433" y="2028518"/>
                </a:lnTo>
                <a:cubicBezTo>
                  <a:pt x="2459137" y="2029110"/>
                  <a:pt x="2458486" y="2029465"/>
                  <a:pt x="2457834" y="2029465"/>
                </a:cubicBezTo>
                <a:lnTo>
                  <a:pt x="2431242" y="2029465"/>
                </a:lnTo>
                <a:cubicBezTo>
                  <a:pt x="2430591" y="2029465"/>
                  <a:pt x="2429999" y="2029110"/>
                  <a:pt x="2429643" y="2028518"/>
                </a:cubicBezTo>
                <a:lnTo>
                  <a:pt x="2416377" y="2005479"/>
                </a:lnTo>
                <a:cubicBezTo>
                  <a:pt x="2416021" y="2004887"/>
                  <a:pt x="2416021" y="2004177"/>
                  <a:pt x="2416377" y="2003584"/>
                </a:cubicBezTo>
                <a:lnTo>
                  <a:pt x="2429702" y="1980546"/>
                </a:lnTo>
                <a:cubicBezTo>
                  <a:pt x="2429999" y="1979953"/>
                  <a:pt x="2430650" y="1979598"/>
                  <a:pt x="2431301" y="1979598"/>
                </a:cubicBezTo>
                <a:close/>
                <a:moveTo>
                  <a:pt x="2363429" y="1979184"/>
                </a:moveTo>
                <a:lnTo>
                  <a:pt x="2390495" y="1979184"/>
                </a:lnTo>
                <a:cubicBezTo>
                  <a:pt x="2391147" y="1979184"/>
                  <a:pt x="2391798" y="1979539"/>
                  <a:pt x="2392153" y="1980132"/>
                </a:cubicBezTo>
                <a:lnTo>
                  <a:pt x="2405657" y="2003585"/>
                </a:lnTo>
                <a:cubicBezTo>
                  <a:pt x="2406012" y="2004177"/>
                  <a:pt x="2406012" y="2004888"/>
                  <a:pt x="2405657" y="2005480"/>
                </a:cubicBezTo>
                <a:lnTo>
                  <a:pt x="2392094" y="2028933"/>
                </a:lnTo>
                <a:cubicBezTo>
                  <a:pt x="2391739" y="2029525"/>
                  <a:pt x="2391087" y="2029881"/>
                  <a:pt x="2390436" y="2029881"/>
                </a:cubicBezTo>
                <a:lnTo>
                  <a:pt x="2363370" y="2029881"/>
                </a:lnTo>
                <a:cubicBezTo>
                  <a:pt x="2362718" y="2029881"/>
                  <a:pt x="2362067" y="2029525"/>
                  <a:pt x="2361712" y="2028933"/>
                </a:cubicBezTo>
                <a:lnTo>
                  <a:pt x="2348209" y="2005480"/>
                </a:lnTo>
                <a:cubicBezTo>
                  <a:pt x="2347853" y="2004888"/>
                  <a:pt x="2347853" y="2004177"/>
                  <a:pt x="2348209" y="2003585"/>
                </a:cubicBezTo>
                <a:lnTo>
                  <a:pt x="2361771" y="1980132"/>
                </a:lnTo>
                <a:cubicBezTo>
                  <a:pt x="2362126" y="1979539"/>
                  <a:pt x="2362778" y="1979184"/>
                  <a:pt x="2363429" y="1979184"/>
                </a:cubicBezTo>
                <a:close/>
                <a:moveTo>
                  <a:pt x="3377778" y="1978887"/>
                </a:moveTo>
                <a:lnTo>
                  <a:pt x="3405140" y="1978887"/>
                </a:lnTo>
                <a:cubicBezTo>
                  <a:pt x="3405791" y="1978887"/>
                  <a:pt x="3406443" y="1979242"/>
                  <a:pt x="3406798" y="1979835"/>
                </a:cubicBezTo>
                <a:lnTo>
                  <a:pt x="3420479" y="2003525"/>
                </a:lnTo>
                <a:cubicBezTo>
                  <a:pt x="3420834" y="2004117"/>
                  <a:pt x="3420834" y="2004887"/>
                  <a:pt x="3420479" y="2005479"/>
                </a:cubicBezTo>
                <a:lnTo>
                  <a:pt x="3406798" y="2029169"/>
                </a:lnTo>
                <a:cubicBezTo>
                  <a:pt x="3406443" y="2029762"/>
                  <a:pt x="3405851" y="2030117"/>
                  <a:pt x="3405140" y="2030117"/>
                </a:cubicBezTo>
                <a:lnTo>
                  <a:pt x="3377778" y="2030117"/>
                </a:lnTo>
                <a:cubicBezTo>
                  <a:pt x="3377126" y="2030117"/>
                  <a:pt x="3376475" y="2029762"/>
                  <a:pt x="3376120" y="2029169"/>
                </a:cubicBezTo>
                <a:lnTo>
                  <a:pt x="3362438" y="2005479"/>
                </a:lnTo>
                <a:cubicBezTo>
                  <a:pt x="3362083" y="2004887"/>
                  <a:pt x="3362083" y="2004117"/>
                  <a:pt x="3362438" y="2003525"/>
                </a:cubicBezTo>
                <a:lnTo>
                  <a:pt x="3376120" y="1979835"/>
                </a:lnTo>
                <a:cubicBezTo>
                  <a:pt x="3376475" y="1979242"/>
                  <a:pt x="3377067" y="1978887"/>
                  <a:pt x="3377778" y="1978887"/>
                </a:cubicBezTo>
                <a:close/>
                <a:moveTo>
                  <a:pt x="2227804" y="1978473"/>
                </a:moveTo>
                <a:lnTo>
                  <a:pt x="2255640" y="1978473"/>
                </a:lnTo>
                <a:cubicBezTo>
                  <a:pt x="2256351" y="1978473"/>
                  <a:pt x="2257002" y="1978888"/>
                  <a:pt x="2257357" y="1979480"/>
                </a:cubicBezTo>
                <a:lnTo>
                  <a:pt x="2271275" y="2003584"/>
                </a:lnTo>
                <a:cubicBezTo>
                  <a:pt x="2271631" y="2004177"/>
                  <a:pt x="2271631" y="2004947"/>
                  <a:pt x="2271275" y="2005539"/>
                </a:cubicBezTo>
                <a:lnTo>
                  <a:pt x="2257357" y="2029644"/>
                </a:lnTo>
                <a:cubicBezTo>
                  <a:pt x="2257002" y="2030295"/>
                  <a:pt x="2256351" y="2030650"/>
                  <a:pt x="2255640" y="2030650"/>
                </a:cubicBezTo>
                <a:lnTo>
                  <a:pt x="2227804" y="2030650"/>
                </a:lnTo>
                <a:cubicBezTo>
                  <a:pt x="2227093" y="2030650"/>
                  <a:pt x="2226442" y="2030236"/>
                  <a:pt x="2226087" y="2029644"/>
                </a:cubicBezTo>
                <a:lnTo>
                  <a:pt x="2212169" y="2005539"/>
                </a:lnTo>
                <a:cubicBezTo>
                  <a:pt x="2211813" y="2004947"/>
                  <a:pt x="2211813" y="2004177"/>
                  <a:pt x="2212169" y="2003584"/>
                </a:cubicBezTo>
                <a:lnTo>
                  <a:pt x="2226087" y="1979480"/>
                </a:lnTo>
                <a:cubicBezTo>
                  <a:pt x="2226442" y="1978828"/>
                  <a:pt x="2227093" y="1978473"/>
                  <a:pt x="2227804" y="1978473"/>
                </a:cubicBezTo>
                <a:close/>
                <a:moveTo>
                  <a:pt x="3445058" y="1978236"/>
                </a:moveTo>
                <a:lnTo>
                  <a:pt x="3473071" y="1978236"/>
                </a:lnTo>
                <a:cubicBezTo>
                  <a:pt x="3473782" y="1978236"/>
                  <a:pt x="3474433" y="1978651"/>
                  <a:pt x="3474789" y="1979243"/>
                </a:cubicBezTo>
                <a:lnTo>
                  <a:pt x="3488825" y="2003525"/>
                </a:lnTo>
                <a:cubicBezTo>
                  <a:pt x="3489180" y="2004117"/>
                  <a:pt x="3489180" y="2004887"/>
                  <a:pt x="3488825" y="2005479"/>
                </a:cubicBezTo>
                <a:lnTo>
                  <a:pt x="3474789" y="2029762"/>
                </a:lnTo>
                <a:cubicBezTo>
                  <a:pt x="3474433" y="2030413"/>
                  <a:pt x="3473782" y="2030769"/>
                  <a:pt x="3473071" y="2030769"/>
                </a:cubicBezTo>
                <a:lnTo>
                  <a:pt x="3445058" y="2030769"/>
                </a:lnTo>
                <a:cubicBezTo>
                  <a:pt x="3444347" y="2030769"/>
                  <a:pt x="3443696" y="2030354"/>
                  <a:pt x="3443340" y="2029762"/>
                </a:cubicBezTo>
                <a:lnTo>
                  <a:pt x="3429304" y="2005479"/>
                </a:lnTo>
                <a:cubicBezTo>
                  <a:pt x="3428948" y="2004887"/>
                  <a:pt x="3428948" y="2004117"/>
                  <a:pt x="3429304" y="2003525"/>
                </a:cubicBezTo>
                <a:lnTo>
                  <a:pt x="3443340" y="1979243"/>
                </a:lnTo>
                <a:cubicBezTo>
                  <a:pt x="3443696" y="1978591"/>
                  <a:pt x="3444347" y="1978236"/>
                  <a:pt x="3445058" y="1978236"/>
                </a:cubicBezTo>
                <a:close/>
                <a:moveTo>
                  <a:pt x="2295321" y="1978177"/>
                </a:moveTo>
                <a:lnTo>
                  <a:pt x="2323453" y="1978177"/>
                </a:lnTo>
                <a:cubicBezTo>
                  <a:pt x="2324163" y="1978177"/>
                  <a:pt x="2324815" y="1978592"/>
                  <a:pt x="2325170" y="1979184"/>
                </a:cubicBezTo>
                <a:lnTo>
                  <a:pt x="2339206" y="2003584"/>
                </a:lnTo>
                <a:cubicBezTo>
                  <a:pt x="2339562" y="2004236"/>
                  <a:pt x="2339562" y="2005006"/>
                  <a:pt x="2339206" y="2005598"/>
                </a:cubicBezTo>
                <a:lnTo>
                  <a:pt x="2325111" y="2029999"/>
                </a:lnTo>
                <a:cubicBezTo>
                  <a:pt x="2324756" y="2030650"/>
                  <a:pt x="2324104" y="2031006"/>
                  <a:pt x="2323393" y="2031006"/>
                </a:cubicBezTo>
                <a:lnTo>
                  <a:pt x="2295262" y="2031006"/>
                </a:lnTo>
                <a:cubicBezTo>
                  <a:pt x="2294551" y="2031006"/>
                  <a:pt x="2293899" y="2030591"/>
                  <a:pt x="2293544" y="2029999"/>
                </a:cubicBezTo>
                <a:lnTo>
                  <a:pt x="2279508" y="2005598"/>
                </a:lnTo>
                <a:cubicBezTo>
                  <a:pt x="2279152" y="2004947"/>
                  <a:pt x="2279152" y="2004177"/>
                  <a:pt x="2279508" y="2003584"/>
                </a:cubicBezTo>
                <a:lnTo>
                  <a:pt x="2293603" y="1979184"/>
                </a:lnTo>
                <a:cubicBezTo>
                  <a:pt x="2293958" y="1978532"/>
                  <a:pt x="2294610" y="1978177"/>
                  <a:pt x="2295321" y="1978177"/>
                </a:cubicBezTo>
                <a:close/>
                <a:moveTo>
                  <a:pt x="2847298" y="1940095"/>
                </a:moveTo>
                <a:lnTo>
                  <a:pt x="2853458" y="1940095"/>
                </a:lnTo>
                <a:cubicBezTo>
                  <a:pt x="2853576" y="1940095"/>
                  <a:pt x="2853813" y="1940332"/>
                  <a:pt x="2853813" y="1940332"/>
                </a:cubicBezTo>
                <a:lnTo>
                  <a:pt x="2856893" y="1945662"/>
                </a:lnTo>
                <a:cubicBezTo>
                  <a:pt x="2856952" y="1945781"/>
                  <a:pt x="2856893" y="1946077"/>
                  <a:pt x="2856893" y="1946077"/>
                </a:cubicBezTo>
                <a:lnTo>
                  <a:pt x="2853813" y="1951407"/>
                </a:lnTo>
                <a:cubicBezTo>
                  <a:pt x="2853754" y="1951585"/>
                  <a:pt x="2853458" y="1951644"/>
                  <a:pt x="2853458" y="1951644"/>
                </a:cubicBezTo>
                <a:lnTo>
                  <a:pt x="2847298" y="1951644"/>
                </a:lnTo>
                <a:cubicBezTo>
                  <a:pt x="2847180" y="1951644"/>
                  <a:pt x="2846943" y="1951407"/>
                  <a:pt x="2846943" y="1951407"/>
                </a:cubicBezTo>
                <a:lnTo>
                  <a:pt x="2843863" y="1946077"/>
                </a:lnTo>
                <a:cubicBezTo>
                  <a:pt x="2843804" y="1945958"/>
                  <a:pt x="2843863" y="1945662"/>
                  <a:pt x="2843863" y="1945662"/>
                </a:cubicBezTo>
                <a:lnTo>
                  <a:pt x="2846943" y="1940332"/>
                </a:lnTo>
                <a:cubicBezTo>
                  <a:pt x="2847002" y="1940154"/>
                  <a:pt x="2847298" y="1940095"/>
                  <a:pt x="2847298" y="1940095"/>
                </a:cubicBezTo>
                <a:close/>
                <a:moveTo>
                  <a:pt x="4061531" y="1934350"/>
                </a:moveTo>
                <a:lnTo>
                  <a:pt x="4073909" y="1934350"/>
                </a:lnTo>
                <a:cubicBezTo>
                  <a:pt x="4074206" y="1934350"/>
                  <a:pt x="4074679" y="1934765"/>
                  <a:pt x="4074679" y="1934765"/>
                </a:cubicBezTo>
                <a:lnTo>
                  <a:pt x="4080839" y="1945484"/>
                </a:lnTo>
                <a:cubicBezTo>
                  <a:pt x="4081017" y="1945781"/>
                  <a:pt x="4080839" y="1946373"/>
                  <a:pt x="4080839" y="1946373"/>
                </a:cubicBezTo>
                <a:lnTo>
                  <a:pt x="4074679" y="1957093"/>
                </a:lnTo>
                <a:cubicBezTo>
                  <a:pt x="4074501" y="1957329"/>
                  <a:pt x="4074206" y="1957507"/>
                  <a:pt x="4073909" y="1957507"/>
                </a:cubicBezTo>
                <a:lnTo>
                  <a:pt x="4061531" y="1957507"/>
                </a:lnTo>
                <a:cubicBezTo>
                  <a:pt x="4061235" y="1957507"/>
                  <a:pt x="4060761" y="1957093"/>
                  <a:pt x="4060761" y="1957093"/>
                </a:cubicBezTo>
                <a:lnTo>
                  <a:pt x="4054602" y="1946373"/>
                </a:lnTo>
                <a:cubicBezTo>
                  <a:pt x="4054425" y="1946077"/>
                  <a:pt x="4054602" y="1945484"/>
                  <a:pt x="4054602" y="1945484"/>
                </a:cubicBezTo>
                <a:lnTo>
                  <a:pt x="4060761" y="1934765"/>
                </a:lnTo>
                <a:cubicBezTo>
                  <a:pt x="4060939" y="1934528"/>
                  <a:pt x="4061235" y="1934350"/>
                  <a:pt x="4061531" y="1934350"/>
                </a:cubicBezTo>
                <a:close/>
                <a:moveTo>
                  <a:pt x="3993423" y="1933403"/>
                </a:moveTo>
                <a:lnTo>
                  <a:pt x="4006808" y="1933403"/>
                </a:lnTo>
                <a:cubicBezTo>
                  <a:pt x="4007163" y="1933403"/>
                  <a:pt x="4007637" y="1933877"/>
                  <a:pt x="4007637" y="1933877"/>
                </a:cubicBezTo>
                <a:lnTo>
                  <a:pt x="4014329" y="1945426"/>
                </a:lnTo>
                <a:cubicBezTo>
                  <a:pt x="4014507" y="1945722"/>
                  <a:pt x="4014329" y="1946373"/>
                  <a:pt x="4014329" y="1946373"/>
                </a:cubicBezTo>
                <a:lnTo>
                  <a:pt x="4007637" y="1957922"/>
                </a:lnTo>
                <a:cubicBezTo>
                  <a:pt x="4007459" y="1958218"/>
                  <a:pt x="4007163" y="1958396"/>
                  <a:pt x="4006808" y="1958396"/>
                </a:cubicBezTo>
                <a:lnTo>
                  <a:pt x="3993423" y="1958396"/>
                </a:lnTo>
                <a:cubicBezTo>
                  <a:pt x="3993067" y="1958396"/>
                  <a:pt x="3992594" y="1957922"/>
                  <a:pt x="3992594" y="1957922"/>
                </a:cubicBezTo>
                <a:lnTo>
                  <a:pt x="3985901" y="1946373"/>
                </a:lnTo>
                <a:cubicBezTo>
                  <a:pt x="3985723" y="1946077"/>
                  <a:pt x="3985901" y="1945426"/>
                  <a:pt x="3985901" y="1945426"/>
                </a:cubicBezTo>
                <a:lnTo>
                  <a:pt x="3992594" y="1933877"/>
                </a:lnTo>
                <a:cubicBezTo>
                  <a:pt x="3992771" y="1933581"/>
                  <a:pt x="3993067" y="1933403"/>
                  <a:pt x="3993423" y="1933403"/>
                </a:cubicBezTo>
                <a:close/>
                <a:moveTo>
                  <a:pt x="4128456" y="1932988"/>
                </a:moveTo>
                <a:lnTo>
                  <a:pt x="4142255" y="1932988"/>
                </a:lnTo>
                <a:cubicBezTo>
                  <a:pt x="4142610" y="1932988"/>
                  <a:pt x="4142907" y="1933166"/>
                  <a:pt x="4143085" y="1933462"/>
                </a:cubicBezTo>
                <a:lnTo>
                  <a:pt x="4149955" y="1945425"/>
                </a:lnTo>
                <a:cubicBezTo>
                  <a:pt x="4150132" y="1945722"/>
                  <a:pt x="4150132" y="1946077"/>
                  <a:pt x="4149955" y="1946373"/>
                </a:cubicBezTo>
                <a:lnTo>
                  <a:pt x="4143025" y="1958337"/>
                </a:lnTo>
                <a:cubicBezTo>
                  <a:pt x="4142848" y="1958633"/>
                  <a:pt x="4142552" y="1958810"/>
                  <a:pt x="4142196" y="1958810"/>
                </a:cubicBezTo>
                <a:lnTo>
                  <a:pt x="4128397" y="1958810"/>
                </a:lnTo>
                <a:cubicBezTo>
                  <a:pt x="4128041" y="1958810"/>
                  <a:pt x="4127746" y="1958633"/>
                  <a:pt x="4127568" y="1958337"/>
                </a:cubicBezTo>
                <a:lnTo>
                  <a:pt x="4120697" y="1946373"/>
                </a:lnTo>
                <a:cubicBezTo>
                  <a:pt x="4120520" y="1946077"/>
                  <a:pt x="4120520" y="1945722"/>
                  <a:pt x="4120697" y="1945425"/>
                </a:cubicBezTo>
                <a:lnTo>
                  <a:pt x="4127627" y="1933462"/>
                </a:lnTo>
                <a:cubicBezTo>
                  <a:pt x="4127804" y="1933166"/>
                  <a:pt x="4128101" y="1932988"/>
                  <a:pt x="4128456" y="1932988"/>
                </a:cubicBezTo>
                <a:close/>
                <a:moveTo>
                  <a:pt x="4466039" y="1931863"/>
                </a:moveTo>
                <a:lnTo>
                  <a:pt x="4481022" y="1931863"/>
                </a:lnTo>
                <a:cubicBezTo>
                  <a:pt x="4481378" y="1931863"/>
                  <a:pt x="4481733" y="1932041"/>
                  <a:pt x="4481911" y="1932396"/>
                </a:cubicBezTo>
                <a:lnTo>
                  <a:pt x="4489432" y="1945426"/>
                </a:lnTo>
                <a:cubicBezTo>
                  <a:pt x="4489610" y="1945781"/>
                  <a:pt x="4489610" y="1946136"/>
                  <a:pt x="4489432" y="1946492"/>
                </a:cubicBezTo>
                <a:lnTo>
                  <a:pt x="4481911" y="1959521"/>
                </a:lnTo>
                <a:cubicBezTo>
                  <a:pt x="4481733" y="1959876"/>
                  <a:pt x="4481378" y="1960054"/>
                  <a:pt x="4481022" y="1960054"/>
                </a:cubicBezTo>
                <a:lnTo>
                  <a:pt x="4466039" y="1960054"/>
                </a:lnTo>
                <a:cubicBezTo>
                  <a:pt x="4465683" y="1960054"/>
                  <a:pt x="4465328" y="1959876"/>
                  <a:pt x="4465150" y="1959521"/>
                </a:cubicBezTo>
                <a:lnTo>
                  <a:pt x="4457628" y="1946492"/>
                </a:lnTo>
                <a:cubicBezTo>
                  <a:pt x="4457451" y="1946136"/>
                  <a:pt x="4457451" y="1945781"/>
                  <a:pt x="4457628" y="1945426"/>
                </a:cubicBezTo>
                <a:lnTo>
                  <a:pt x="4465150" y="1932396"/>
                </a:lnTo>
                <a:cubicBezTo>
                  <a:pt x="4465328" y="1932041"/>
                  <a:pt x="4465683" y="1931863"/>
                  <a:pt x="4466039" y="1931863"/>
                </a:cubicBezTo>
                <a:close/>
                <a:moveTo>
                  <a:pt x="4398285" y="1931626"/>
                </a:moveTo>
                <a:lnTo>
                  <a:pt x="4413506" y="1931626"/>
                </a:lnTo>
                <a:cubicBezTo>
                  <a:pt x="4413920" y="1931626"/>
                  <a:pt x="4414276" y="1931803"/>
                  <a:pt x="4414453" y="1932159"/>
                </a:cubicBezTo>
                <a:lnTo>
                  <a:pt x="4422093" y="1945366"/>
                </a:lnTo>
                <a:cubicBezTo>
                  <a:pt x="4422271" y="1945662"/>
                  <a:pt x="4422271" y="1946077"/>
                  <a:pt x="4422093" y="1946432"/>
                </a:cubicBezTo>
                <a:lnTo>
                  <a:pt x="4414453" y="1959639"/>
                </a:lnTo>
                <a:cubicBezTo>
                  <a:pt x="4414217" y="1959935"/>
                  <a:pt x="4413861" y="1960173"/>
                  <a:pt x="4413506" y="1960173"/>
                </a:cubicBezTo>
                <a:lnTo>
                  <a:pt x="4398285" y="1960173"/>
                </a:lnTo>
                <a:cubicBezTo>
                  <a:pt x="4397870" y="1960173"/>
                  <a:pt x="4397515" y="1959995"/>
                  <a:pt x="4397337" y="1959639"/>
                </a:cubicBezTo>
                <a:lnTo>
                  <a:pt x="4389697" y="1946432"/>
                </a:lnTo>
                <a:cubicBezTo>
                  <a:pt x="4389520" y="1946136"/>
                  <a:pt x="4389520" y="1945722"/>
                  <a:pt x="4389697" y="1945366"/>
                </a:cubicBezTo>
                <a:lnTo>
                  <a:pt x="4397337" y="1932159"/>
                </a:lnTo>
                <a:cubicBezTo>
                  <a:pt x="4397574" y="1931863"/>
                  <a:pt x="4397930" y="1931626"/>
                  <a:pt x="4398285" y="1931626"/>
                </a:cubicBezTo>
                <a:close/>
                <a:moveTo>
                  <a:pt x="4533496" y="1931507"/>
                </a:moveTo>
                <a:lnTo>
                  <a:pt x="4548836" y="1931507"/>
                </a:lnTo>
                <a:cubicBezTo>
                  <a:pt x="4549250" y="1931507"/>
                  <a:pt x="4549606" y="1931685"/>
                  <a:pt x="4549783" y="1932040"/>
                </a:cubicBezTo>
                <a:lnTo>
                  <a:pt x="4557423" y="1945307"/>
                </a:lnTo>
                <a:cubicBezTo>
                  <a:pt x="4557601" y="1945603"/>
                  <a:pt x="4557601" y="1946017"/>
                  <a:pt x="4557423" y="1946373"/>
                </a:cubicBezTo>
                <a:lnTo>
                  <a:pt x="4549724" y="1959639"/>
                </a:lnTo>
                <a:cubicBezTo>
                  <a:pt x="4549487" y="1959935"/>
                  <a:pt x="4549132" y="1960172"/>
                  <a:pt x="4548777" y="1960172"/>
                </a:cubicBezTo>
                <a:lnTo>
                  <a:pt x="4533437" y="1960172"/>
                </a:lnTo>
                <a:cubicBezTo>
                  <a:pt x="4533022" y="1960172"/>
                  <a:pt x="4532668" y="1959994"/>
                  <a:pt x="4532490" y="1959639"/>
                </a:cubicBezTo>
                <a:lnTo>
                  <a:pt x="4524849" y="1946373"/>
                </a:lnTo>
                <a:cubicBezTo>
                  <a:pt x="4524672" y="1946077"/>
                  <a:pt x="4524672" y="1945662"/>
                  <a:pt x="4524849" y="1945307"/>
                </a:cubicBezTo>
                <a:lnTo>
                  <a:pt x="4532549" y="1932040"/>
                </a:lnTo>
                <a:cubicBezTo>
                  <a:pt x="4532785" y="1931744"/>
                  <a:pt x="4533141" y="1931507"/>
                  <a:pt x="4533496" y="1931507"/>
                </a:cubicBezTo>
                <a:close/>
                <a:moveTo>
                  <a:pt x="1287191" y="1931507"/>
                </a:moveTo>
                <a:lnTo>
                  <a:pt x="1302531" y="1931507"/>
                </a:lnTo>
                <a:cubicBezTo>
                  <a:pt x="1302945" y="1931507"/>
                  <a:pt x="1303301" y="1931685"/>
                  <a:pt x="1303478" y="1932040"/>
                </a:cubicBezTo>
                <a:lnTo>
                  <a:pt x="1311118" y="1945307"/>
                </a:lnTo>
                <a:cubicBezTo>
                  <a:pt x="1311296" y="1945603"/>
                  <a:pt x="1311296" y="1946017"/>
                  <a:pt x="1311118" y="1946373"/>
                </a:cubicBezTo>
                <a:lnTo>
                  <a:pt x="1303419" y="1959639"/>
                </a:lnTo>
                <a:cubicBezTo>
                  <a:pt x="1303182" y="1959935"/>
                  <a:pt x="1302827" y="1960172"/>
                  <a:pt x="1302471" y="1960172"/>
                </a:cubicBezTo>
                <a:lnTo>
                  <a:pt x="1287132" y="1960172"/>
                </a:lnTo>
                <a:cubicBezTo>
                  <a:pt x="1286717" y="1960172"/>
                  <a:pt x="1286362" y="1959994"/>
                  <a:pt x="1286184" y="1959639"/>
                </a:cubicBezTo>
                <a:lnTo>
                  <a:pt x="1278544" y="1946373"/>
                </a:lnTo>
                <a:cubicBezTo>
                  <a:pt x="1278367" y="1946077"/>
                  <a:pt x="1278367" y="1945662"/>
                  <a:pt x="1278544" y="1945307"/>
                </a:cubicBezTo>
                <a:lnTo>
                  <a:pt x="1286244" y="1932040"/>
                </a:lnTo>
                <a:cubicBezTo>
                  <a:pt x="1286480" y="1931744"/>
                  <a:pt x="1286836" y="1931507"/>
                  <a:pt x="1287191" y="1931507"/>
                </a:cubicBezTo>
                <a:close/>
                <a:moveTo>
                  <a:pt x="4330414" y="1931211"/>
                </a:moveTo>
                <a:lnTo>
                  <a:pt x="4346108" y="1931211"/>
                </a:lnTo>
                <a:cubicBezTo>
                  <a:pt x="4346463" y="1931211"/>
                  <a:pt x="4346878" y="1931388"/>
                  <a:pt x="4347055" y="1931744"/>
                </a:cubicBezTo>
                <a:lnTo>
                  <a:pt x="4354874" y="1945307"/>
                </a:lnTo>
                <a:cubicBezTo>
                  <a:pt x="4355051" y="1945662"/>
                  <a:pt x="4355051" y="1946077"/>
                  <a:pt x="4354874" y="1946432"/>
                </a:cubicBezTo>
                <a:lnTo>
                  <a:pt x="4347055" y="1959994"/>
                </a:lnTo>
                <a:cubicBezTo>
                  <a:pt x="4346878" y="1960290"/>
                  <a:pt x="4346523" y="1960527"/>
                  <a:pt x="4346108" y="1960527"/>
                </a:cubicBezTo>
                <a:lnTo>
                  <a:pt x="4330414" y="1960527"/>
                </a:lnTo>
                <a:cubicBezTo>
                  <a:pt x="4330058" y="1960527"/>
                  <a:pt x="4329644" y="1960350"/>
                  <a:pt x="4329466" y="1959994"/>
                </a:cubicBezTo>
                <a:lnTo>
                  <a:pt x="4321648" y="1946432"/>
                </a:lnTo>
                <a:cubicBezTo>
                  <a:pt x="4321471" y="1946077"/>
                  <a:pt x="4321471" y="1945662"/>
                  <a:pt x="4321648" y="1945307"/>
                </a:cubicBezTo>
                <a:lnTo>
                  <a:pt x="4329466" y="1931744"/>
                </a:lnTo>
                <a:cubicBezTo>
                  <a:pt x="4329644" y="1931448"/>
                  <a:pt x="4329999" y="1931211"/>
                  <a:pt x="4330414" y="1931211"/>
                </a:cubicBezTo>
                <a:close/>
                <a:moveTo>
                  <a:pt x="1219083" y="1930619"/>
                </a:moveTo>
                <a:lnTo>
                  <a:pt x="1235429" y="1930619"/>
                </a:lnTo>
                <a:cubicBezTo>
                  <a:pt x="1235843" y="1930619"/>
                  <a:pt x="1236199" y="1930856"/>
                  <a:pt x="1236436" y="1931211"/>
                </a:cubicBezTo>
                <a:lnTo>
                  <a:pt x="1244609" y="1945366"/>
                </a:lnTo>
                <a:cubicBezTo>
                  <a:pt x="1244845" y="1945721"/>
                  <a:pt x="1244845" y="1946195"/>
                  <a:pt x="1244609" y="1946550"/>
                </a:cubicBezTo>
                <a:lnTo>
                  <a:pt x="1236436" y="1960705"/>
                </a:lnTo>
                <a:cubicBezTo>
                  <a:pt x="1236199" y="1961060"/>
                  <a:pt x="1235843" y="1961298"/>
                  <a:pt x="1235429" y="1961298"/>
                </a:cubicBezTo>
                <a:lnTo>
                  <a:pt x="1219083" y="1961298"/>
                </a:lnTo>
                <a:cubicBezTo>
                  <a:pt x="1218668" y="1961298"/>
                  <a:pt x="1218313" y="1961060"/>
                  <a:pt x="1218076" y="1960705"/>
                </a:cubicBezTo>
                <a:lnTo>
                  <a:pt x="1209903" y="1946550"/>
                </a:lnTo>
                <a:cubicBezTo>
                  <a:pt x="1209666" y="1946195"/>
                  <a:pt x="1209666" y="1945721"/>
                  <a:pt x="1209903" y="1945366"/>
                </a:cubicBezTo>
                <a:lnTo>
                  <a:pt x="1218076" y="1931211"/>
                </a:lnTo>
                <a:cubicBezTo>
                  <a:pt x="1218313" y="1930856"/>
                  <a:pt x="1218668" y="1930619"/>
                  <a:pt x="1219083" y="1930619"/>
                </a:cubicBezTo>
                <a:close/>
                <a:moveTo>
                  <a:pt x="1151328" y="1930264"/>
                </a:moveTo>
                <a:lnTo>
                  <a:pt x="1167970" y="1930264"/>
                </a:lnTo>
                <a:cubicBezTo>
                  <a:pt x="1168385" y="1930264"/>
                  <a:pt x="1168740" y="1930501"/>
                  <a:pt x="1168977" y="1930856"/>
                </a:cubicBezTo>
                <a:lnTo>
                  <a:pt x="1177328" y="1945307"/>
                </a:lnTo>
                <a:cubicBezTo>
                  <a:pt x="1177565" y="1945663"/>
                  <a:pt x="1177565" y="1946137"/>
                  <a:pt x="1177328" y="1946492"/>
                </a:cubicBezTo>
                <a:lnTo>
                  <a:pt x="1168977" y="1960943"/>
                </a:lnTo>
                <a:cubicBezTo>
                  <a:pt x="1168800" y="1961298"/>
                  <a:pt x="1168385" y="1961535"/>
                  <a:pt x="1167970" y="1961535"/>
                </a:cubicBezTo>
                <a:lnTo>
                  <a:pt x="1151328" y="1961535"/>
                </a:lnTo>
                <a:cubicBezTo>
                  <a:pt x="1150914" y="1961535"/>
                  <a:pt x="1150558" y="1961298"/>
                  <a:pt x="1150322" y="1960943"/>
                </a:cubicBezTo>
                <a:lnTo>
                  <a:pt x="1141971" y="1946492"/>
                </a:lnTo>
                <a:cubicBezTo>
                  <a:pt x="1141734" y="1946137"/>
                  <a:pt x="1141734" y="1945663"/>
                  <a:pt x="1141971" y="1945307"/>
                </a:cubicBezTo>
                <a:lnTo>
                  <a:pt x="1150322" y="1930856"/>
                </a:lnTo>
                <a:cubicBezTo>
                  <a:pt x="1150499" y="1930501"/>
                  <a:pt x="1150914" y="1930264"/>
                  <a:pt x="1151328" y="1930264"/>
                </a:cubicBezTo>
                <a:close/>
                <a:moveTo>
                  <a:pt x="1354115" y="1930205"/>
                </a:moveTo>
                <a:lnTo>
                  <a:pt x="1370876" y="1930205"/>
                </a:lnTo>
                <a:cubicBezTo>
                  <a:pt x="1371291" y="1930205"/>
                  <a:pt x="1371646" y="1930442"/>
                  <a:pt x="1371883" y="1930797"/>
                </a:cubicBezTo>
                <a:lnTo>
                  <a:pt x="1380293" y="1945307"/>
                </a:lnTo>
                <a:cubicBezTo>
                  <a:pt x="1380530" y="1945663"/>
                  <a:pt x="1380530" y="1946137"/>
                  <a:pt x="1380293" y="1946492"/>
                </a:cubicBezTo>
                <a:lnTo>
                  <a:pt x="1371883" y="1961002"/>
                </a:lnTo>
                <a:cubicBezTo>
                  <a:pt x="1371705" y="1961357"/>
                  <a:pt x="1371291" y="1961594"/>
                  <a:pt x="1370876" y="1961594"/>
                </a:cubicBezTo>
                <a:lnTo>
                  <a:pt x="1354115" y="1961594"/>
                </a:lnTo>
                <a:cubicBezTo>
                  <a:pt x="1353701" y="1961594"/>
                  <a:pt x="1353345" y="1961357"/>
                  <a:pt x="1353109" y="1961002"/>
                </a:cubicBezTo>
                <a:lnTo>
                  <a:pt x="1344699" y="1946492"/>
                </a:lnTo>
                <a:cubicBezTo>
                  <a:pt x="1344462" y="1946137"/>
                  <a:pt x="1344462" y="1945663"/>
                  <a:pt x="1344699" y="1945307"/>
                </a:cubicBezTo>
                <a:lnTo>
                  <a:pt x="1353109" y="1930797"/>
                </a:lnTo>
                <a:cubicBezTo>
                  <a:pt x="1353286" y="1930442"/>
                  <a:pt x="1353701" y="1930205"/>
                  <a:pt x="1354115" y="1930205"/>
                </a:cubicBezTo>
                <a:close/>
                <a:moveTo>
                  <a:pt x="1556962" y="1930086"/>
                </a:moveTo>
                <a:lnTo>
                  <a:pt x="1573841" y="1930086"/>
                </a:lnTo>
                <a:cubicBezTo>
                  <a:pt x="1574256" y="1930086"/>
                  <a:pt x="1574611" y="1930323"/>
                  <a:pt x="1574848" y="1930678"/>
                </a:cubicBezTo>
                <a:lnTo>
                  <a:pt x="1583258" y="1945307"/>
                </a:lnTo>
                <a:cubicBezTo>
                  <a:pt x="1583495" y="1945662"/>
                  <a:pt x="1583495" y="1946136"/>
                  <a:pt x="1583258" y="1946491"/>
                </a:cubicBezTo>
                <a:lnTo>
                  <a:pt x="1574789" y="1961120"/>
                </a:lnTo>
                <a:cubicBezTo>
                  <a:pt x="1574611" y="1961475"/>
                  <a:pt x="1574196" y="1961712"/>
                  <a:pt x="1573782" y="1961712"/>
                </a:cubicBezTo>
                <a:lnTo>
                  <a:pt x="1556902" y="1961712"/>
                </a:lnTo>
                <a:cubicBezTo>
                  <a:pt x="1556488" y="1961712"/>
                  <a:pt x="1556132" y="1961475"/>
                  <a:pt x="1555896" y="1961120"/>
                </a:cubicBezTo>
                <a:lnTo>
                  <a:pt x="1547486" y="1946491"/>
                </a:lnTo>
                <a:cubicBezTo>
                  <a:pt x="1547249" y="1946136"/>
                  <a:pt x="1547249" y="1945662"/>
                  <a:pt x="1547486" y="1945307"/>
                </a:cubicBezTo>
                <a:lnTo>
                  <a:pt x="1555955" y="1930678"/>
                </a:lnTo>
                <a:cubicBezTo>
                  <a:pt x="1556132" y="1930323"/>
                  <a:pt x="1556547" y="1930086"/>
                  <a:pt x="1556962" y="1930086"/>
                </a:cubicBezTo>
                <a:close/>
                <a:moveTo>
                  <a:pt x="4600302" y="1929968"/>
                </a:moveTo>
                <a:lnTo>
                  <a:pt x="4617299" y="1929968"/>
                </a:lnTo>
                <a:cubicBezTo>
                  <a:pt x="4617774" y="1929968"/>
                  <a:pt x="4618129" y="1930205"/>
                  <a:pt x="4618366" y="1930560"/>
                </a:cubicBezTo>
                <a:lnTo>
                  <a:pt x="4626834" y="1945307"/>
                </a:lnTo>
                <a:cubicBezTo>
                  <a:pt x="4627072" y="1945663"/>
                  <a:pt x="4627072" y="1946137"/>
                  <a:pt x="4626834" y="1946492"/>
                </a:cubicBezTo>
                <a:lnTo>
                  <a:pt x="4618306" y="1961239"/>
                </a:lnTo>
                <a:cubicBezTo>
                  <a:pt x="4618069" y="1961594"/>
                  <a:pt x="4617655" y="1961831"/>
                  <a:pt x="4617240" y="1961831"/>
                </a:cubicBezTo>
                <a:lnTo>
                  <a:pt x="4600242" y="1961831"/>
                </a:lnTo>
                <a:cubicBezTo>
                  <a:pt x="4599769" y="1961831"/>
                  <a:pt x="4599413" y="1961594"/>
                  <a:pt x="4599177" y="1961239"/>
                </a:cubicBezTo>
                <a:lnTo>
                  <a:pt x="4590707" y="1946492"/>
                </a:lnTo>
                <a:cubicBezTo>
                  <a:pt x="4590471" y="1946137"/>
                  <a:pt x="4590471" y="1945663"/>
                  <a:pt x="4590707" y="1945307"/>
                </a:cubicBezTo>
                <a:lnTo>
                  <a:pt x="4599236" y="1930560"/>
                </a:lnTo>
                <a:cubicBezTo>
                  <a:pt x="4599473" y="1930205"/>
                  <a:pt x="4599887" y="1929968"/>
                  <a:pt x="4600302" y="1929968"/>
                </a:cubicBezTo>
                <a:close/>
                <a:moveTo>
                  <a:pt x="1421632" y="1929968"/>
                </a:moveTo>
                <a:lnTo>
                  <a:pt x="1438630" y="1929968"/>
                </a:lnTo>
                <a:cubicBezTo>
                  <a:pt x="1439104" y="1929968"/>
                  <a:pt x="1439459" y="1930205"/>
                  <a:pt x="1439696" y="1930560"/>
                </a:cubicBezTo>
                <a:lnTo>
                  <a:pt x="1448165" y="1945307"/>
                </a:lnTo>
                <a:cubicBezTo>
                  <a:pt x="1448402" y="1945663"/>
                  <a:pt x="1448402" y="1946137"/>
                  <a:pt x="1448165" y="1946492"/>
                </a:cubicBezTo>
                <a:lnTo>
                  <a:pt x="1439637" y="1961239"/>
                </a:lnTo>
                <a:cubicBezTo>
                  <a:pt x="1439400" y="1961594"/>
                  <a:pt x="1438985" y="1961831"/>
                  <a:pt x="1438571" y="1961831"/>
                </a:cubicBezTo>
                <a:lnTo>
                  <a:pt x="1421573" y="1961831"/>
                </a:lnTo>
                <a:cubicBezTo>
                  <a:pt x="1421099" y="1961831"/>
                  <a:pt x="1420744" y="1961594"/>
                  <a:pt x="1420507" y="1961239"/>
                </a:cubicBezTo>
                <a:lnTo>
                  <a:pt x="1412038" y="1946492"/>
                </a:lnTo>
                <a:cubicBezTo>
                  <a:pt x="1411801" y="1946137"/>
                  <a:pt x="1411801" y="1945663"/>
                  <a:pt x="1412038" y="1945307"/>
                </a:cubicBezTo>
                <a:lnTo>
                  <a:pt x="1420566" y="1930560"/>
                </a:lnTo>
                <a:cubicBezTo>
                  <a:pt x="1420803" y="1930205"/>
                  <a:pt x="1421218" y="1929968"/>
                  <a:pt x="1421632" y="1929968"/>
                </a:cubicBezTo>
                <a:close/>
                <a:moveTo>
                  <a:pt x="4194432" y="1929849"/>
                </a:moveTo>
                <a:lnTo>
                  <a:pt x="4211548" y="1929849"/>
                </a:lnTo>
                <a:cubicBezTo>
                  <a:pt x="4212022" y="1929849"/>
                  <a:pt x="4212377" y="1930086"/>
                  <a:pt x="4212614" y="1930441"/>
                </a:cubicBezTo>
                <a:lnTo>
                  <a:pt x="4221142" y="1945247"/>
                </a:lnTo>
                <a:cubicBezTo>
                  <a:pt x="4221380" y="1945603"/>
                  <a:pt x="4221380" y="1946077"/>
                  <a:pt x="4221142" y="1946432"/>
                </a:cubicBezTo>
                <a:lnTo>
                  <a:pt x="4212555" y="1961238"/>
                </a:lnTo>
                <a:cubicBezTo>
                  <a:pt x="4212318" y="1961594"/>
                  <a:pt x="4211904" y="1961830"/>
                  <a:pt x="4211489" y="1961830"/>
                </a:cubicBezTo>
                <a:lnTo>
                  <a:pt x="4194373" y="1961830"/>
                </a:lnTo>
                <a:cubicBezTo>
                  <a:pt x="4193899" y="1961830"/>
                  <a:pt x="4193544" y="1961594"/>
                  <a:pt x="4193307" y="1961238"/>
                </a:cubicBezTo>
                <a:lnTo>
                  <a:pt x="4184779" y="1946432"/>
                </a:lnTo>
                <a:cubicBezTo>
                  <a:pt x="4184542" y="1946077"/>
                  <a:pt x="4184542" y="1945603"/>
                  <a:pt x="4184779" y="1945247"/>
                </a:cubicBezTo>
                <a:lnTo>
                  <a:pt x="4193366" y="1930441"/>
                </a:lnTo>
                <a:cubicBezTo>
                  <a:pt x="4193603" y="1930086"/>
                  <a:pt x="4194018" y="1929849"/>
                  <a:pt x="4194432" y="1929849"/>
                </a:cubicBezTo>
                <a:close/>
                <a:moveTo>
                  <a:pt x="1489207" y="1929849"/>
                </a:moveTo>
                <a:lnTo>
                  <a:pt x="1506323" y="1929849"/>
                </a:lnTo>
                <a:cubicBezTo>
                  <a:pt x="1506797" y="1929849"/>
                  <a:pt x="1507153" y="1930086"/>
                  <a:pt x="1507389" y="1930441"/>
                </a:cubicBezTo>
                <a:lnTo>
                  <a:pt x="1515918" y="1945247"/>
                </a:lnTo>
                <a:cubicBezTo>
                  <a:pt x="1516155" y="1945603"/>
                  <a:pt x="1516155" y="1946077"/>
                  <a:pt x="1515918" y="1946432"/>
                </a:cubicBezTo>
                <a:lnTo>
                  <a:pt x="1507330" y="1961238"/>
                </a:lnTo>
                <a:cubicBezTo>
                  <a:pt x="1507093" y="1961594"/>
                  <a:pt x="1506679" y="1961830"/>
                  <a:pt x="1506264" y="1961830"/>
                </a:cubicBezTo>
                <a:lnTo>
                  <a:pt x="1489148" y="1961830"/>
                </a:lnTo>
                <a:cubicBezTo>
                  <a:pt x="1488674" y="1961830"/>
                  <a:pt x="1488319" y="1961594"/>
                  <a:pt x="1488082" y="1961238"/>
                </a:cubicBezTo>
                <a:lnTo>
                  <a:pt x="1479554" y="1946432"/>
                </a:lnTo>
                <a:cubicBezTo>
                  <a:pt x="1479317" y="1946077"/>
                  <a:pt x="1479317" y="1945603"/>
                  <a:pt x="1479554" y="1945247"/>
                </a:cubicBezTo>
                <a:lnTo>
                  <a:pt x="1488141" y="1930441"/>
                </a:lnTo>
                <a:cubicBezTo>
                  <a:pt x="1488378" y="1930086"/>
                  <a:pt x="1488793" y="1929849"/>
                  <a:pt x="1489207" y="1929849"/>
                </a:cubicBezTo>
                <a:close/>
                <a:moveTo>
                  <a:pt x="4262008" y="1929790"/>
                </a:moveTo>
                <a:lnTo>
                  <a:pt x="4279243" y="1929790"/>
                </a:lnTo>
                <a:cubicBezTo>
                  <a:pt x="4279657" y="1929790"/>
                  <a:pt x="4280072" y="1930027"/>
                  <a:pt x="4280309" y="1930382"/>
                </a:cubicBezTo>
                <a:lnTo>
                  <a:pt x="4288897" y="1945307"/>
                </a:lnTo>
                <a:cubicBezTo>
                  <a:pt x="4289134" y="1945722"/>
                  <a:pt x="4289134" y="1946195"/>
                  <a:pt x="4288897" y="1946550"/>
                </a:cubicBezTo>
                <a:lnTo>
                  <a:pt x="4280250" y="1961475"/>
                </a:lnTo>
                <a:cubicBezTo>
                  <a:pt x="4280013" y="1961831"/>
                  <a:pt x="4279598" y="1962068"/>
                  <a:pt x="4279184" y="1962068"/>
                </a:cubicBezTo>
                <a:lnTo>
                  <a:pt x="4261949" y="1962068"/>
                </a:lnTo>
                <a:cubicBezTo>
                  <a:pt x="4261535" y="1962068"/>
                  <a:pt x="4261120" y="1961831"/>
                  <a:pt x="4260883" y="1961475"/>
                </a:cubicBezTo>
                <a:lnTo>
                  <a:pt x="4252295" y="1946550"/>
                </a:lnTo>
                <a:cubicBezTo>
                  <a:pt x="4252059" y="1946136"/>
                  <a:pt x="4252059" y="1945662"/>
                  <a:pt x="4252295" y="1945307"/>
                </a:cubicBezTo>
                <a:lnTo>
                  <a:pt x="4260943" y="1930382"/>
                </a:lnTo>
                <a:cubicBezTo>
                  <a:pt x="4261179" y="1930027"/>
                  <a:pt x="4261594" y="1929790"/>
                  <a:pt x="4262008" y="1929790"/>
                </a:cubicBezTo>
                <a:close/>
                <a:moveTo>
                  <a:pt x="4667345" y="1928961"/>
                </a:moveTo>
                <a:lnTo>
                  <a:pt x="4685467" y="1928961"/>
                </a:lnTo>
                <a:cubicBezTo>
                  <a:pt x="4685941" y="1928961"/>
                  <a:pt x="4686356" y="1929198"/>
                  <a:pt x="4686593" y="1929612"/>
                </a:cubicBezTo>
                <a:lnTo>
                  <a:pt x="4695654" y="1945307"/>
                </a:lnTo>
                <a:cubicBezTo>
                  <a:pt x="4695891" y="1945722"/>
                  <a:pt x="4695891" y="1946195"/>
                  <a:pt x="4695654" y="1946610"/>
                </a:cubicBezTo>
                <a:lnTo>
                  <a:pt x="4686593" y="1962305"/>
                </a:lnTo>
                <a:cubicBezTo>
                  <a:pt x="4686356" y="1962719"/>
                  <a:pt x="4685941" y="1962956"/>
                  <a:pt x="4685467" y="1962956"/>
                </a:cubicBezTo>
                <a:lnTo>
                  <a:pt x="4667345" y="1962956"/>
                </a:lnTo>
                <a:cubicBezTo>
                  <a:pt x="4666870" y="1962956"/>
                  <a:pt x="4666456" y="1962719"/>
                  <a:pt x="4666219" y="1962305"/>
                </a:cubicBezTo>
                <a:lnTo>
                  <a:pt x="4657157" y="1946610"/>
                </a:lnTo>
                <a:cubicBezTo>
                  <a:pt x="4656921" y="1946195"/>
                  <a:pt x="4656921" y="1945722"/>
                  <a:pt x="4657157" y="1945307"/>
                </a:cubicBezTo>
                <a:lnTo>
                  <a:pt x="4666219" y="1929612"/>
                </a:lnTo>
                <a:cubicBezTo>
                  <a:pt x="4666456" y="1929198"/>
                  <a:pt x="4666870" y="1928961"/>
                  <a:pt x="4667345" y="1928961"/>
                </a:cubicBezTo>
                <a:close/>
                <a:moveTo>
                  <a:pt x="812383" y="1928961"/>
                </a:moveTo>
                <a:lnTo>
                  <a:pt x="830506" y="1928961"/>
                </a:lnTo>
                <a:cubicBezTo>
                  <a:pt x="830980" y="1928961"/>
                  <a:pt x="831395" y="1929198"/>
                  <a:pt x="831632" y="1929612"/>
                </a:cubicBezTo>
                <a:lnTo>
                  <a:pt x="840693" y="1945307"/>
                </a:lnTo>
                <a:cubicBezTo>
                  <a:pt x="840930" y="1945722"/>
                  <a:pt x="840930" y="1946195"/>
                  <a:pt x="840693" y="1946610"/>
                </a:cubicBezTo>
                <a:lnTo>
                  <a:pt x="831632" y="1962305"/>
                </a:lnTo>
                <a:cubicBezTo>
                  <a:pt x="831395" y="1962719"/>
                  <a:pt x="830980" y="1962956"/>
                  <a:pt x="830506" y="1962956"/>
                </a:cubicBezTo>
                <a:lnTo>
                  <a:pt x="812383" y="1962956"/>
                </a:lnTo>
                <a:cubicBezTo>
                  <a:pt x="811910" y="1962956"/>
                  <a:pt x="811495" y="1962719"/>
                  <a:pt x="811258" y="1962305"/>
                </a:cubicBezTo>
                <a:lnTo>
                  <a:pt x="802197" y="1946610"/>
                </a:lnTo>
                <a:cubicBezTo>
                  <a:pt x="801960" y="1946195"/>
                  <a:pt x="801960" y="1945722"/>
                  <a:pt x="802197" y="1945307"/>
                </a:cubicBezTo>
                <a:lnTo>
                  <a:pt x="811258" y="1929612"/>
                </a:lnTo>
                <a:cubicBezTo>
                  <a:pt x="811495" y="1929198"/>
                  <a:pt x="811910" y="1928961"/>
                  <a:pt x="812383" y="1928961"/>
                </a:cubicBezTo>
                <a:close/>
                <a:moveTo>
                  <a:pt x="1623885" y="1928842"/>
                </a:moveTo>
                <a:lnTo>
                  <a:pt x="1642127" y="1928842"/>
                </a:lnTo>
                <a:cubicBezTo>
                  <a:pt x="1642601" y="1928842"/>
                  <a:pt x="1643015" y="1929079"/>
                  <a:pt x="1643252" y="1929494"/>
                </a:cubicBezTo>
                <a:lnTo>
                  <a:pt x="1652373" y="1945247"/>
                </a:lnTo>
                <a:cubicBezTo>
                  <a:pt x="1652610" y="1945662"/>
                  <a:pt x="1652610" y="1946136"/>
                  <a:pt x="1652373" y="1946550"/>
                </a:cubicBezTo>
                <a:lnTo>
                  <a:pt x="1643252" y="1962304"/>
                </a:lnTo>
                <a:cubicBezTo>
                  <a:pt x="1643015" y="1962719"/>
                  <a:pt x="1642601" y="1962956"/>
                  <a:pt x="1642127" y="1962956"/>
                </a:cubicBezTo>
                <a:lnTo>
                  <a:pt x="1623885" y="1962956"/>
                </a:lnTo>
                <a:cubicBezTo>
                  <a:pt x="1623412" y="1962956"/>
                  <a:pt x="1622997" y="1962719"/>
                  <a:pt x="1622760" y="1962304"/>
                </a:cubicBezTo>
                <a:lnTo>
                  <a:pt x="1613640" y="1946550"/>
                </a:lnTo>
                <a:cubicBezTo>
                  <a:pt x="1613403" y="1946136"/>
                  <a:pt x="1613403" y="1945662"/>
                  <a:pt x="1613640" y="1945247"/>
                </a:cubicBezTo>
                <a:lnTo>
                  <a:pt x="1622760" y="1929494"/>
                </a:lnTo>
                <a:cubicBezTo>
                  <a:pt x="1622997" y="1929079"/>
                  <a:pt x="1623412" y="1928842"/>
                  <a:pt x="1623885" y="1928842"/>
                </a:cubicBezTo>
                <a:close/>
                <a:moveTo>
                  <a:pt x="879960" y="1928724"/>
                </a:moveTo>
                <a:lnTo>
                  <a:pt x="898260" y="1928724"/>
                </a:lnTo>
                <a:cubicBezTo>
                  <a:pt x="898734" y="1928724"/>
                  <a:pt x="899149" y="1928961"/>
                  <a:pt x="899386" y="1929375"/>
                </a:cubicBezTo>
                <a:lnTo>
                  <a:pt x="908566" y="1945248"/>
                </a:lnTo>
                <a:cubicBezTo>
                  <a:pt x="908802" y="1945662"/>
                  <a:pt x="908802" y="1946136"/>
                  <a:pt x="908566" y="1946550"/>
                </a:cubicBezTo>
                <a:lnTo>
                  <a:pt x="899386" y="1962423"/>
                </a:lnTo>
                <a:cubicBezTo>
                  <a:pt x="899149" y="1962837"/>
                  <a:pt x="898734" y="1963074"/>
                  <a:pt x="898260" y="1963074"/>
                </a:cubicBezTo>
                <a:lnTo>
                  <a:pt x="879960" y="1963074"/>
                </a:lnTo>
                <a:cubicBezTo>
                  <a:pt x="879486" y="1963074"/>
                  <a:pt x="879072" y="1962837"/>
                  <a:pt x="878834" y="1962423"/>
                </a:cubicBezTo>
                <a:lnTo>
                  <a:pt x="869655" y="1946550"/>
                </a:lnTo>
                <a:cubicBezTo>
                  <a:pt x="869418" y="1946136"/>
                  <a:pt x="869418" y="1945662"/>
                  <a:pt x="869655" y="1945248"/>
                </a:cubicBezTo>
                <a:lnTo>
                  <a:pt x="878834" y="1929375"/>
                </a:lnTo>
                <a:cubicBezTo>
                  <a:pt x="879072" y="1928961"/>
                  <a:pt x="879486" y="1928724"/>
                  <a:pt x="879960" y="1928724"/>
                </a:cubicBezTo>
                <a:close/>
                <a:moveTo>
                  <a:pt x="1082746" y="1928546"/>
                </a:moveTo>
                <a:lnTo>
                  <a:pt x="1101284" y="1928546"/>
                </a:lnTo>
                <a:cubicBezTo>
                  <a:pt x="1101758" y="1928546"/>
                  <a:pt x="1102172" y="1928783"/>
                  <a:pt x="1102409" y="1929197"/>
                </a:cubicBezTo>
                <a:lnTo>
                  <a:pt x="1111648" y="1945248"/>
                </a:lnTo>
                <a:cubicBezTo>
                  <a:pt x="1111885" y="1945662"/>
                  <a:pt x="1111885" y="1946136"/>
                  <a:pt x="1111648" y="1946550"/>
                </a:cubicBezTo>
                <a:lnTo>
                  <a:pt x="1102350" y="1962600"/>
                </a:lnTo>
                <a:cubicBezTo>
                  <a:pt x="1102113" y="1963015"/>
                  <a:pt x="1101698" y="1963252"/>
                  <a:pt x="1101224" y="1963252"/>
                </a:cubicBezTo>
                <a:lnTo>
                  <a:pt x="1082687" y="1963252"/>
                </a:lnTo>
                <a:cubicBezTo>
                  <a:pt x="1082213" y="1963252"/>
                  <a:pt x="1081799" y="1963015"/>
                  <a:pt x="1081562" y="1962600"/>
                </a:cubicBezTo>
                <a:lnTo>
                  <a:pt x="1072323" y="1946550"/>
                </a:lnTo>
                <a:cubicBezTo>
                  <a:pt x="1072086" y="1946136"/>
                  <a:pt x="1072086" y="1945662"/>
                  <a:pt x="1072323" y="1945248"/>
                </a:cubicBezTo>
                <a:lnTo>
                  <a:pt x="1081621" y="1929197"/>
                </a:lnTo>
                <a:cubicBezTo>
                  <a:pt x="1081858" y="1928783"/>
                  <a:pt x="1082273" y="1928546"/>
                  <a:pt x="1082746" y="1928546"/>
                </a:cubicBezTo>
                <a:close/>
                <a:moveTo>
                  <a:pt x="676818" y="1928309"/>
                </a:moveTo>
                <a:lnTo>
                  <a:pt x="695592" y="1928309"/>
                </a:lnTo>
                <a:cubicBezTo>
                  <a:pt x="696066" y="1928309"/>
                  <a:pt x="696481" y="1928546"/>
                  <a:pt x="696717" y="1928960"/>
                </a:cubicBezTo>
                <a:lnTo>
                  <a:pt x="706075" y="1945188"/>
                </a:lnTo>
                <a:cubicBezTo>
                  <a:pt x="706312" y="1945543"/>
                  <a:pt x="706312" y="1946077"/>
                  <a:pt x="706075" y="1946491"/>
                </a:cubicBezTo>
                <a:lnTo>
                  <a:pt x="696658" y="1962719"/>
                </a:lnTo>
                <a:cubicBezTo>
                  <a:pt x="696421" y="1963133"/>
                  <a:pt x="696007" y="1963370"/>
                  <a:pt x="695533" y="1963370"/>
                </a:cubicBezTo>
                <a:lnTo>
                  <a:pt x="676759" y="1963370"/>
                </a:lnTo>
                <a:cubicBezTo>
                  <a:pt x="676285" y="1963370"/>
                  <a:pt x="675870" y="1963133"/>
                  <a:pt x="675633" y="1962719"/>
                </a:cubicBezTo>
                <a:lnTo>
                  <a:pt x="666276" y="1946491"/>
                </a:lnTo>
                <a:cubicBezTo>
                  <a:pt x="666039" y="1946136"/>
                  <a:pt x="666039" y="1945603"/>
                  <a:pt x="666276" y="1945188"/>
                </a:cubicBezTo>
                <a:lnTo>
                  <a:pt x="675693" y="1928960"/>
                </a:lnTo>
                <a:cubicBezTo>
                  <a:pt x="675929" y="1928546"/>
                  <a:pt x="676344" y="1928309"/>
                  <a:pt x="676818" y="1928309"/>
                </a:cubicBezTo>
                <a:close/>
                <a:moveTo>
                  <a:pt x="1014934" y="1928250"/>
                </a:moveTo>
                <a:lnTo>
                  <a:pt x="1033827" y="1928250"/>
                </a:lnTo>
                <a:cubicBezTo>
                  <a:pt x="1034241" y="1928250"/>
                  <a:pt x="1034715" y="1928487"/>
                  <a:pt x="1034952" y="1928901"/>
                </a:cubicBezTo>
                <a:lnTo>
                  <a:pt x="1044369" y="1945248"/>
                </a:lnTo>
                <a:cubicBezTo>
                  <a:pt x="1044605" y="1945662"/>
                  <a:pt x="1044605" y="1946195"/>
                  <a:pt x="1044369" y="1946610"/>
                </a:cubicBezTo>
                <a:lnTo>
                  <a:pt x="1034952" y="1962956"/>
                </a:lnTo>
                <a:cubicBezTo>
                  <a:pt x="1034715" y="1963370"/>
                  <a:pt x="1034300" y="1963607"/>
                  <a:pt x="1033827" y="1963607"/>
                </a:cubicBezTo>
                <a:lnTo>
                  <a:pt x="1014934" y="1963607"/>
                </a:lnTo>
                <a:cubicBezTo>
                  <a:pt x="1014519" y="1963607"/>
                  <a:pt x="1014045" y="1963370"/>
                  <a:pt x="1013809" y="1962956"/>
                </a:cubicBezTo>
                <a:lnTo>
                  <a:pt x="1004392" y="1946610"/>
                </a:lnTo>
                <a:cubicBezTo>
                  <a:pt x="1004155" y="1946195"/>
                  <a:pt x="1004155" y="1945662"/>
                  <a:pt x="1004392" y="1945248"/>
                </a:cubicBezTo>
                <a:lnTo>
                  <a:pt x="1013809" y="1928901"/>
                </a:lnTo>
                <a:cubicBezTo>
                  <a:pt x="1014045" y="1928487"/>
                  <a:pt x="1014460" y="1928250"/>
                  <a:pt x="1014934" y="1928250"/>
                </a:cubicBezTo>
                <a:close/>
                <a:moveTo>
                  <a:pt x="1691165" y="1928132"/>
                </a:moveTo>
                <a:lnTo>
                  <a:pt x="1710176" y="1928132"/>
                </a:lnTo>
                <a:cubicBezTo>
                  <a:pt x="1710650" y="1928132"/>
                  <a:pt x="1711124" y="1928369"/>
                  <a:pt x="1711361" y="1928783"/>
                </a:cubicBezTo>
                <a:lnTo>
                  <a:pt x="1720837" y="1945248"/>
                </a:lnTo>
                <a:cubicBezTo>
                  <a:pt x="1721074" y="1945663"/>
                  <a:pt x="1721074" y="1946196"/>
                  <a:pt x="1720837" y="1946610"/>
                </a:cubicBezTo>
                <a:lnTo>
                  <a:pt x="1711361" y="1963075"/>
                </a:lnTo>
                <a:cubicBezTo>
                  <a:pt x="1711065" y="1963490"/>
                  <a:pt x="1710650" y="1963726"/>
                  <a:pt x="1710176" y="1963726"/>
                </a:cubicBezTo>
                <a:lnTo>
                  <a:pt x="1691165" y="1963726"/>
                </a:lnTo>
                <a:cubicBezTo>
                  <a:pt x="1690691" y="1963726"/>
                  <a:pt x="1690218" y="1963490"/>
                  <a:pt x="1689981" y="1963075"/>
                </a:cubicBezTo>
                <a:lnTo>
                  <a:pt x="1680505" y="1946610"/>
                </a:lnTo>
                <a:cubicBezTo>
                  <a:pt x="1680268" y="1946196"/>
                  <a:pt x="1680268" y="1945663"/>
                  <a:pt x="1680505" y="1945248"/>
                </a:cubicBezTo>
                <a:lnTo>
                  <a:pt x="1689981" y="1928783"/>
                </a:lnTo>
                <a:cubicBezTo>
                  <a:pt x="1690277" y="1928369"/>
                  <a:pt x="1690691" y="1928132"/>
                  <a:pt x="1691165" y="1928132"/>
                </a:cubicBezTo>
                <a:close/>
                <a:moveTo>
                  <a:pt x="947121" y="1927895"/>
                </a:moveTo>
                <a:lnTo>
                  <a:pt x="966309" y="1927895"/>
                </a:lnTo>
                <a:cubicBezTo>
                  <a:pt x="966783" y="1927895"/>
                  <a:pt x="967257" y="1928132"/>
                  <a:pt x="967494" y="1928546"/>
                </a:cubicBezTo>
                <a:lnTo>
                  <a:pt x="977088" y="1945189"/>
                </a:lnTo>
                <a:cubicBezTo>
                  <a:pt x="977325" y="1945603"/>
                  <a:pt x="977325" y="1946136"/>
                  <a:pt x="977088" y="1946551"/>
                </a:cubicBezTo>
                <a:lnTo>
                  <a:pt x="967494" y="1963193"/>
                </a:lnTo>
                <a:cubicBezTo>
                  <a:pt x="967257" y="1963608"/>
                  <a:pt x="966783" y="1963845"/>
                  <a:pt x="966309" y="1963845"/>
                </a:cubicBezTo>
                <a:lnTo>
                  <a:pt x="947121" y="1963845"/>
                </a:lnTo>
                <a:cubicBezTo>
                  <a:pt x="946647" y="1963845"/>
                  <a:pt x="946173" y="1963608"/>
                  <a:pt x="945936" y="1963193"/>
                </a:cubicBezTo>
                <a:lnTo>
                  <a:pt x="936342" y="1946551"/>
                </a:lnTo>
                <a:cubicBezTo>
                  <a:pt x="936105" y="1946136"/>
                  <a:pt x="936105" y="1945603"/>
                  <a:pt x="936342" y="1945189"/>
                </a:cubicBezTo>
                <a:lnTo>
                  <a:pt x="945936" y="1928546"/>
                </a:lnTo>
                <a:cubicBezTo>
                  <a:pt x="946173" y="1928132"/>
                  <a:pt x="946647" y="1927895"/>
                  <a:pt x="947121" y="1927895"/>
                </a:cubicBezTo>
                <a:close/>
                <a:moveTo>
                  <a:pt x="4733676" y="1926592"/>
                </a:moveTo>
                <a:lnTo>
                  <a:pt x="4754346" y="1926592"/>
                </a:lnTo>
                <a:cubicBezTo>
                  <a:pt x="4754820" y="1926592"/>
                  <a:pt x="4755353" y="1926829"/>
                  <a:pt x="4755589" y="1927303"/>
                </a:cubicBezTo>
                <a:lnTo>
                  <a:pt x="4765895" y="1945189"/>
                </a:lnTo>
                <a:cubicBezTo>
                  <a:pt x="4766132" y="1945663"/>
                  <a:pt x="4766132" y="1946195"/>
                  <a:pt x="4765895" y="1946669"/>
                </a:cubicBezTo>
                <a:lnTo>
                  <a:pt x="4755589" y="1964555"/>
                </a:lnTo>
                <a:cubicBezTo>
                  <a:pt x="4755353" y="1964970"/>
                  <a:pt x="4754879" y="1965266"/>
                  <a:pt x="4754346" y="1965266"/>
                </a:cubicBezTo>
                <a:lnTo>
                  <a:pt x="4733676" y="1965266"/>
                </a:lnTo>
                <a:cubicBezTo>
                  <a:pt x="4733203" y="1965266"/>
                  <a:pt x="4732669" y="1965029"/>
                  <a:pt x="4732433" y="1964555"/>
                </a:cubicBezTo>
                <a:lnTo>
                  <a:pt x="4722128" y="1946669"/>
                </a:lnTo>
                <a:cubicBezTo>
                  <a:pt x="4721891" y="1946195"/>
                  <a:pt x="4721891" y="1945663"/>
                  <a:pt x="4722128" y="1945189"/>
                </a:cubicBezTo>
                <a:lnTo>
                  <a:pt x="4732433" y="1927303"/>
                </a:lnTo>
                <a:cubicBezTo>
                  <a:pt x="4732669" y="1926888"/>
                  <a:pt x="4733144" y="1926592"/>
                  <a:pt x="4733676" y="1926592"/>
                </a:cubicBezTo>
                <a:close/>
                <a:moveTo>
                  <a:pt x="743505" y="1926473"/>
                </a:moveTo>
                <a:lnTo>
                  <a:pt x="764234" y="1926473"/>
                </a:lnTo>
                <a:cubicBezTo>
                  <a:pt x="764708" y="1926473"/>
                  <a:pt x="765182" y="1926710"/>
                  <a:pt x="765478" y="1927184"/>
                </a:cubicBezTo>
                <a:lnTo>
                  <a:pt x="775842" y="1945188"/>
                </a:lnTo>
                <a:cubicBezTo>
                  <a:pt x="776138" y="1945662"/>
                  <a:pt x="776138" y="1946195"/>
                  <a:pt x="775842" y="1946669"/>
                </a:cubicBezTo>
                <a:lnTo>
                  <a:pt x="765478" y="1964673"/>
                </a:lnTo>
                <a:cubicBezTo>
                  <a:pt x="765241" y="1965088"/>
                  <a:pt x="764767" y="1965384"/>
                  <a:pt x="764234" y="1965384"/>
                </a:cubicBezTo>
                <a:lnTo>
                  <a:pt x="743505" y="1965384"/>
                </a:lnTo>
                <a:cubicBezTo>
                  <a:pt x="743031" y="1965384"/>
                  <a:pt x="742557" y="1965147"/>
                  <a:pt x="742261" y="1964673"/>
                </a:cubicBezTo>
                <a:lnTo>
                  <a:pt x="731897" y="1946669"/>
                </a:lnTo>
                <a:cubicBezTo>
                  <a:pt x="731601" y="1946195"/>
                  <a:pt x="731601" y="1945662"/>
                  <a:pt x="731897" y="1945188"/>
                </a:cubicBezTo>
                <a:lnTo>
                  <a:pt x="742261" y="1927184"/>
                </a:lnTo>
                <a:cubicBezTo>
                  <a:pt x="742499" y="1926769"/>
                  <a:pt x="742972" y="1926473"/>
                  <a:pt x="743505" y="1926473"/>
                </a:cubicBezTo>
                <a:close/>
                <a:moveTo>
                  <a:pt x="3312690" y="1925111"/>
                </a:moveTo>
                <a:lnTo>
                  <a:pt x="3334899" y="1925111"/>
                </a:lnTo>
                <a:cubicBezTo>
                  <a:pt x="3335432" y="1925111"/>
                  <a:pt x="3335965" y="1925407"/>
                  <a:pt x="3336261" y="1925881"/>
                </a:cubicBezTo>
                <a:lnTo>
                  <a:pt x="3347336" y="1945129"/>
                </a:lnTo>
                <a:cubicBezTo>
                  <a:pt x="3347632" y="1945603"/>
                  <a:pt x="3347632" y="1946195"/>
                  <a:pt x="3347336" y="1946669"/>
                </a:cubicBezTo>
                <a:lnTo>
                  <a:pt x="3336261" y="1965917"/>
                </a:lnTo>
                <a:cubicBezTo>
                  <a:pt x="3335965" y="1966391"/>
                  <a:pt x="3335432" y="1966687"/>
                  <a:pt x="3334899" y="1966687"/>
                </a:cubicBezTo>
                <a:lnTo>
                  <a:pt x="3312690" y="1966687"/>
                </a:lnTo>
                <a:cubicBezTo>
                  <a:pt x="3312156" y="1966687"/>
                  <a:pt x="3311623" y="1966391"/>
                  <a:pt x="3311327" y="1965917"/>
                </a:cubicBezTo>
                <a:lnTo>
                  <a:pt x="3300252" y="1946669"/>
                </a:lnTo>
                <a:cubicBezTo>
                  <a:pt x="3299956" y="1946195"/>
                  <a:pt x="3299956" y="1945603"/>
                  <a:pt x="3300252" y="1945129"/>
                </a:cubicBezTo>
                <a:lnTo>
                  <a:pt x="3311327" y="1925881"/>
                </a:lnTo>
                <a:cubicBezTo>
                  <a:pt x="3311623" y="1925407"/>
                  <a:pt x="3312156" y="1925111"/>
                  <a:pt x="3312690" y="1925111"/>
                </a:cubicBezTo>
                <a:close/>
                <a:moveTo>
                  <a:pt x="2095258" y="1924934"/>
                </a:moveTo>
                <a:lnTo>
                  <a:pt x="2117645" y="1924934"/>
                </a:lnTo>
                <a:cubicBezTo>
                  <a:pt x="2118178" y="1924934"/>
                  <a:pt x="2118711" y="1925230"/>
                  <a:pt x="2119007" y="1925704"/>
                </a:cubicBezTo>
                <a:lnTo>
                  <a:pt x="2130201" y="1945130"/>
                </a:lnTo>
                <a:cubicBezTo>
                  <a:pt x="2130497" y="1945604"/>
                  <a:pt x="2130497" y="1946255"/>
                  <a:pt x="2130201" y="1946729"/>
                </a:cubicBezTo>
                <a:lnTo>
                  <a:pt x="2119007" y="1966155"/>
                </a:lnTo>
                <a:cubicBezTo>
                  <a:pt x="2118711" y="1966628"/>
                  <a:pt x="2118178" y="1966924"/>
                  <a:pt x="2117645" y="1966924"/>
                </a:cubicBezTo>
                <a:lnTo>
                  <a:pt x="2095258" y="1966924"/>
                </a:lnTo>
                <a:cubicBezTo>
                  <a:pt x="2094725" y="1966924"/>
                  <a:pt x="2094192" y="1966628"/>
                  <a:pt x="2093896" y="1966155"/>
                </a:cubicBezTo>
                <a:lnTo>
                  <a:pt x="2082702" y="1946729"/>
                </a:lnTo>
                <a:cubicBezTo>
                  <a:pt x="2082406" y="1946255"/>
                  <a:pt x="2082406" y="1945604"/>
                  <a:pt x="2082702" y="1945130"/>
                </a:cubicBezTo>
                <a:lnTo>
                  <a:pt x="2093896" y="1925704"/>
                </a:lnTo>
                <a:cubicBezTo>
                  <a:pt x="2094192" y="1925230"/>
                  <a:pt x="2094725" y="1924934"/>
                  <a:pt x="2095258" y="1924934"/>
                </a:cubicBezTo>
                <a:close/>
                <a:moveTo>
                  <a:pt x="4868058" y="1924815"/>
                </a:moveTo>
                <a:lnTo>
                  <a:pt x="4890563" y="1924815"/>
                </a:lnTo>
                <a:cubicBezTo>
                  <a:pt x="4891096" y="1924815"/>
                  <a:pt x="4891630" y="1925111"/>
                  <a:pt x="4891925" y="1925585"/>
                </a:cubicBezTo>
                <a:lnTo>
                  <a:pt x="4903178" y="1945070"/>
                </a:lnTo>
                <a:cubicBezTo>
                  <a:pt x="4903475" y="1945544"/>
                  <a:pt x="4903475" y="1946195"/>
                  <a:pt x="4903178" y="1946669"/>
                </a:cubicBezTo>
                <a:lnTo>
                  <a:pt x="4891925" y="1966154"/>
                </a:lnTo>
                <a:cubicBezTo>
                  <a:pt x="4891630" y="1966628"/>
                  <a:pt x="4891096" y="1966924"/>
                  <a:pt x="4890563" y="1966924"/>
                </a:cubicBezTo>
                <a:lnTo>
                  <a:pt x="4868058" y="1966924"/>
                </a:lnTo>
                <a:cubicBezTo>
                  <a:pt x="4867525" y="1966924"/>
                  <a:pt x="4866992" y="1966628"/>
                  <a:pt x="4866695" y="1966154"/>
                </a:cubicBezTo>
                <a:lnTo>
                  <a:pt x="4855443" y="1946669"/>
                </a:lnTo>
                <a:cubicBezTo>
                  <a:pt x="4855147" y="1946195"/>
                  <a:pt x="4855147" y="1945544"/>
                  <a:pt x="4855443" y="1945070"/>
                </a:cubicBezTo>
                <a:lnTo>
                  <a:pt x="4866695" y="1925585"/>
                </a:lnTo>
                <a:cubicBezTo>
                  <a:pt x="4866992" y="1925111"/>
                  <a:pt x="4867525" y="1924815"/>
                  <a:pt x="4868058" y="1924815"/>
                </a:cubicBezTo>
                <a:close/>
                <a:moveTo>
                  <a:pt x="4800423" y="1924815"/>
                </a:moveTo>
                <a:lnTo>
                  <a:pt x="4822929" y="1924815"/>
                </a:lnTo>
                <a:cubicBezTo>
                  <a:pt x="4823462" y="1924815"/>
                  <a:pt x="4823995" y="1925111"/>
                  <a:pt x="4824291" y="1925585"/>
                </a:cubicBezTo>
                <a:lnTo>
                  <a:pt x="4835543" y="1945070"/>
                </a:lnTo>
                <a:cubicBezTo>
                  <a:pt x="4835840" y="1945544"/>
                  <a:pt x="4835840" y="1946195"/>
                  <a:pt x="4835543" y="1946669"/>
                </a:cubicBezTo>
                <a:lnTo>
                  <a:pt x="4824291" y="1966154"/>
                </a:lnTo>
                <a:cubicBezTo>
                  <a:pt x="4823995" y="1966628"/>
                  <a:pt x="4823462" y="1966924"/>
                  <a:pt x="4822929" y="1966924"/>
                </a:cubicBezTo>
                <a:lnTo>
                  <a:pt x="4800423" y="1966924"/>
                </a:lnTo>
                <a:cubicBezTo>
                  <a:pt x="4799890" y="1966924"/>
                  <a:pt x="4799357" y="1966628"/>
                  <a:pt x="4799061" y="1966154"/>
                </a:cubicBezTo>
                <a:lnTo>
                  <a:pt x="4787808" y="1946669"/>
                </a:lnTo>
                <a:cubicBezTo>
                  <a:pt x="4787512" y="1946195"/>
                  <a:pt x="4787512" y="1945544"/>
                  <a:pt x="4787808" y="1945070"/>
                </a:cubicBezTo>
                <a:lnTo>
                  <a:pt x="4799061" y="1925585"/>
                </a:lnTo>
                <a:cubicBezTo>
                  <a:pt x="4799357" y="1925111"/>
                  <a:pt x="4799890" y="1924815"/>
                  <a:pt x="4800423" y="1924815"/>
                </a:cubicBezTo>
                <a:close/>
                <a:moveTo>
                  <a:pt x="3244876" y="1924697"/>
                </a:moveTo>
                <a:lnTo>
                  <a:pt x="3267500" y="1924697"/>
                </a:lnTo>
                <a:cubicBezTo>
                  <a:pt x="3268033" y="1924697"/>
                  <a:pt x="3268566" y="1925052"/>
                  <a:pt x="3268862" y="1925526"/>
                </a:cubicBezTo>
                <a:lnTo>
                  <a:pt x="3280174" y="1945129"/>
                </a:lnTo>
                <a:cubicBezTo>
                  <a:pt x="3280470" y="1945603"/>
                  <a:pt x="3280470" y="1946255"/>
                  <a:pt x="3280174" y="1946729"/>
                </a:cubicBezTo>
                <a:lnTo>
                  <a:pt x="3268862" y="1966332"/>
                </a:lnTo>
                <a:cubicBezTo>
                  <a:pt x="3268566" y="1966865"/>
                  <a:pt x="3268093" y="1967161"/>
                  <a:pt x="3267500" y="1967161"/>
                </a:cubicBezTo>
                <a:lnTo>
                  <a:pt x="3244876" y="1967161"/>
                </a:lnTo>
                <a:cubicBezTo>
                  <a:pt x="3244343" y="1967161"/>
                  <a:pt x="3243810" y="1966806"/>
                  <a:pt x="3243514" y="1966332"/>
                </a:cubicBezTo>
                <a:lnTo>
                  <a:pt x="3232202" y="1946729"/>
                </a:lnTo>
                <a:cubicBezTo>
                  <a:pt x="3231906" y="1946255"/>
                  <a:pt x="3231906" y="1945603"/>
                  <a:pt x="3232202" y="1945129"/>
                </a:cubicBezTo>
                <a:lnTo>
                  <a:pt x="3243514" y="1925526"/>
                </a:lnTo>
                <a:cubicBezTo>
                  <a:pt x="3243810" y="1924993"/>
                  <a:pt x="3244284" y="1924697"/>
                  <a:pt x="3244876" y="1924697"/>
                </a:cubicBezTo>
                <a:close/>
                <a:moveTo>
                  <a:pt x="3582933" y="1924578"/>
                </a:moveTo>
                <a:lnTo>
                  <a:pt x="3605676" y="1924578"/>
                </a:lnTo>
                <a:cubicBezTo>
                  <a:pt x="3606209" y="1924578"/>
                  <a:pt x="3606742" y="1924933"/>
                  <a:pt x="3607038" y="1925407"/>
                </a:cubicBezTo>
                <a:lnTo>
                  <a:pt x="3618410" y="1945129"/>
                </a:lnTo>
                <a:cubicBezTo>
                  <a:pt x="3618705" y="1945603"/>
                  <a:pt x="3618705" y="1946254"/>
                  <a:pt x="3618410" y="1946728"/>
                </a:cubicBezTo>
                <a:lnTo>
                  <a:pt x="3607038" y="1966450"/>
                </a:lnTo>
                <a:cubicBezTo>
                  <a:pt x="3606801" y="1966983"/>
                  <a:pt x="3606268" y="1967279"/>
                  <a:pt x="3605676" y="1967279"/>
                </a:cubicBezTo>
                <a:lnTo>
                  <a:pt x="3582933" y="1967279"/>
                </a:lnTo>
                <a:cubicBezTo>
                  <a:pt x="3582400" y="1967279"/>
                  <a:pt x="3581867" y="1966924"/>
                  <a:pt x="3581571" y="1966450"/>
                </a:cubicBezTo>
                <a:lnTo>
                  <a:pt x="3570200" y="1946728"/>
                </a:lnTo>
                <a:cubicBezTo>
                  <a:pt x="3569904" y="1946254"/>
                  <a:pt x="3569904" y="1945603"/>
                  <a:pt x="3570200" y="1945129"/>
                </a:cubicBezTo>
                <a:lnTo>
                  <a:pt x="3581571" y="1925407"/>
                </a:lnTo>
                <a:cubicBezTo>
                  <a:pt x="3581808" y="1924874"/>
                  <a:pt x="3582341" y="1924578"/>
                  <a:pt x="3582933" y="1924578"/>
                </a:cubicBezTo>
                <a:close/>
                <a:moveTo>
                  <a:pt x="3177004" y="1924282"/>
                </a:moveTo>
                <a:lnTo>
                  <a:pt x="3200102" y="1924282"/>
                </a:lnTo>
                <a:cubicBezTo>
                  <a:pt x="3200694" y="1924282"/>
                  <a:pt x="3201227" y="1924637"/>
                  <a:pt x="3201524" y="1925111"/>
                </a:cubicBezTo>
                <a:lnTo>
                  <a:pt x="3213072" y="1945070"/>
                </a:lnTo>
                <a:cubicBezTo>
                  <a:pt x="3213369" y="1945603"/>
                  <a:pt x="3213369" y="1946254"/>
                  <a:pt x="3213072" y="1946728"/>
                </a:cubicBezTo>
                <a:lnTo>
                  <a:pt x="3201524" y="1966687"/>
                </a:lnTo>
                <a:cubicBezTo>
                  <a:pt x="3201227" y="1967220"/>
                  <a:pt x="3200694" y="1967516"/>
                  <a:pt x="3200102" y="1967516"/>
                </a:cubicBezTo>
                <a:lnTo>
                  <a:pt x="3177004" y="1967516"/>
                </a:lnTo>
                <a:cubicBezTo>
                  <a:pt x="3176412" y="1967516"/>
                  <a:pt x="3175879" y="1967161"/>
                  <a:pt x="3175583" y="1966687"/>
                </a:cubicBezTo>
                <a:lnTo>
                  <a:pt x="3164034" y="1946728"/>
                </a:lnTo>
                <a:cubicBezTo>
                  <a:pt x="3163738" y="1946195"/>
                  <a:pt x="3163738" y="1945544"/>
                  <a:pt x="3164034" y="1945070"/>
                </a:cubicBezTo>
                <a:lnTo>
                  <a:pt x="3175583" y="1925111"/>
                </a:lnTo>
                <a:cubicBezTo>
                  <a:pt x="3175879" y="1924578"/>
                  <a:pt x="3176412" y="1924282"/>
                  <a:pt x="3177004" y="1924282"/>
                </a:cubicBezTo>
                <a:close/>
                <a:moveTo>
                  <a:pt x="3379791" y="1924104"/>
                </a:moveTo>
                <a:lnTo>
                  <a:pt x="3403066" y="1924104"/>
                </a:lnTo>
                <a:cubicBezTo>
                  <a:pt x="3403659" y="1924104"/>
                  <a:pt x="3404192" y="1924400"/>
                  <a:pt x="3404488" y="1924933"/>
                </a:cubicBezTo>
                <a:lnTo>
                  <a:pt x="3416096" y="1945129"/>
                </a:lnTo>
                <a:cubicBezTo>
                  <a:pt x="3416392" y="1945662"/>
                  <a:pt x="3416392" y="1946254"/>
                  <a:pt x="3416096" y="1946787"/>
                </a:cubicBezTo>
                <a:lnTo>
                  <a:pt x="3404429" y="1966983"/>
                </a:lnTo>
                <a:cubicBezTo>
                  <a:pt x="3404132" y="1967516"/>
                  <a:pt x="3403599" y="1967812"/>
                  <a:pt x="3403007" y="1967812"/>
                </a:cubicBezTo>
                <a:lnTo>
                  <a:pt x="3379732" y="1967812"/>
                </a:lnTo>
                <a:cubicBezTo>
                  <a:pt x="3379139" y="1967812"/>
                  <a:pt x="3378606" y="1967516"/>
                  <a:pt x="3378310" y="1966983"/>
                </a:cubicBezTo>
                <a:lnTo>
                  <a:pt x="3366702" y="1946787"/>
                </a:lnTo>
                <a:cubicBezTo>
                  <a:pt x="3366406" y="1946254"/>
                  <a:pt x="3366406" y="1945662"/>
                  <a:pt x="3366702" y="1945129"/>
                </a:cubicBezTo>
                <a:lnTo>
                  <a:pt x="3378369" y="1924933"/>
                </a:lnTo>
                <a:cubicBezTo>
                  <a:pt x="3378665" y="1924400"/>
                  <a:pt x="3379199" y="1924104"/>
                  <a:pt x="3379791" y="1924104"/>
                </a:cubicBezTo>
                <a:close/>
                <a:moveTo>
                  <a:pt x="3109132" y="1923868"/>
                </a:moveTo>
                <a:lnTo>
                  <a:pt x="3132645" y="1923868"/>
                </a:lnTo>
                <a:cubicBezTo>
                  <a:pt x="3133237" y="1923868"/>
                  <a:pt x="3133770" y="1924164"/>
                  <a:pt x="3134066" y="1924697"/>
                </a:cubicBezTo>
                <a:lnTo>
                  <a:pt x="3145793" y="1945070"/>
                </a:lnTo>
                <a:cubicBezTo>
                  <a:pt x="3146089" y="1945604"/>
                  <a:pt x="3146089" y="1946196"/>
                  <a:pt x="3145793" y="1946729"/>
                </a:cubicBezTo>
                <a:lnTo>
                  <a:pt x="3134007" y="1967102"/>
                </a:lnTo>
                <a:cubicBezTo>
                  <a:pt x="3133711" y="1967635"/>
                  <a:pt x="3133178" y="1967931"/>
                  <a:pt x="3132586" y="1967931"/>
                </a:cubicBezTo>
                <a:lnTo>
                  <a:pt x="3109073" y="1967931"/>
                </a:lnTo>
                <a:cubicBezTo>
                  <a:pt x="3108481" y="1967931"/>
                  <a:pt x="3107948" y="1967635"/>
                  <a:pt x="3107652" y="1967102"/>
                </a:cubicBezTo>
                <a:lnTo>
                  <a:pt x="3095925" y="1946729"/>
                </a:lnTo>
                <a:cubicBezTo>
                  <a:pt x="3095629" y="1946196"/>
                  <a:pt x="3095629" y="1945604"/>
                  <a:pt x="3095925" y="1945070"/>
                </a:cubicBezTo>
                <a:lnTo>
                  <a:pt x="3107711" y="1924697"/>
                </a:lnTo>
                <a:cubicBezTo>
                  <a:pt x="3108007" y="1924164"/>
                  <a:pt x="3108540" y="1923868"/>
                  <a:pt x="3109132" y="1923868"/>
                </a:cubicBezTo>
                <a:close/>
                <a:moveTo>
                  <a:pt x="1756432" y="1923690"/>
                </a:moveTo>
                <a:lnTo>
                  <a:pt x="1780181" y="1923690"/>
                </a:lnTo>
                <a:cubicBezTo>
                  <a:pt x="1780773" y="1923690"/>
                  <a:pt x="1781306" y="1923986"/>
                  <a:pt x="1781602" y="1924519"/>
                </a:cubicBezTo>
                <a:lnTo>
                  <a:pt x="1793447" y="1945070"/>
                </a:lnTo>
                <a:cubicBezTo>
                  <a:pt x="1793744" y="1945544"/>
                  <a:pt x="1793744" y="1946195"/>
                  <a:pt x="1793447" y="1946729"/>
                </a:cubicBezTo>
                <a:lnTo>
                  <a:pt x="1781543" y="1967280"/>
                </a:lnTo>
                <a:cubicBezTo>
                  <a:pt x="1781247" y="1967813"/>
                  <a:pt x="1780714" y="1968109"/>
                  <a:pt x="1780122" y="1968109"/>
                </a:cubicBezTo>
                <a:lnTo>
                  <a:pt x="1756373" y="1968109"/>
                </a:lnTo>
                <a:cubicBezTo>
                  <a:pt x="1755780" y="1968109"/>
                  <a:pt x="1755247" y="1967813"/>
                  <a:pt x="1754951" y="1967280"/>
                </a:cubicBezTo>
                <a:lnTo>
                  <a:pt x="1743106" y="1946729"/>
                </a:lnTo>
                <a:cubicBezTo>
                  <a:pt x="1742810" y="1946255"/>
                  <a:pt x="1742810" y="1945603"/>
                  <a:pt x="1743106" y="1945070"/>
                </a:cubicBezTo>
                <a:lnTo>
                  <a:pt x="1755010" y="1924519"/>
                </a:lnTo>
                <a:cubicBezTo>
                  <a:pt x="1755306" y="1923986"/>
                  <a:pt x="1755840" y="1923690"/>
                  <a:pt x="1756432" y="1923690"/>
                </a:cubicBezTo>
                <a:close/>
                <a:moveTo>
                  <a:pt x="2026853" y="1923453"/>
                </a:moveTo>
                <a:lnTo>
                  <a:pt x="2050780" y="1923453"/>
                </a:lnTo>
                <a:cubicBezTo>
                  <a:pt x="2051373" y="1923453"/>
                  <a:pt x="2051965" y="1923749"/>
                  <a:pt x="2052261" y="1924282"/>
                </a:cubicBezTo>
                <a:lnTo>
                  <a:pt x="2064224" y="1945011"/>
                </a:lnTo>
                <a:cubicBezTo>
                  <a:pt x="2064520" y="1945544"/>
                  <a:pt x="2064520" y="1946195"/>
                  <a:pt x="2064224" y="1946728"/>
                </a:cubicBezTo>
                <a:lnTo>
                  <a:pt x="2052261" y="1967457"/>
                </a:lnTo>
                <a:cubicBezTo>
                  <a:pt x="2051905" y="1967931"/>
                  <a:pt x="2051373" y="1968286"/>
                  <a:pt x="2050780" y="1968286"/>
                </a:cubicBezTo>
                <a:lnTo>
                  <a:pt x="2026853" y="1968286"/>
                </a:lnTo>
                <a:cubicBezTo>
                  <a:pt x="2026261" y="1968286"/>
                  <a:pt x="2025669" y="1967990"/>
                  <a:pt x="2025373" y="1967457"/>
                </a:cubicBezTo>
                <a:lnTo>
                  <a:pt x="2013409" y="1946728"/>
                </a:lnTo>
                <a:cubicBezTo>
                  <a:pt x="2013113" y="1946195"/>
                  <a:pt x="2013113" y="1945544"/>
                  <a:pt x="2013409" y="1945011"/>
                </a:cubicBezTo>
                <a:lnTo>
                  <a:pt x="2025373" y="1924282"/>
                </a:lnTo>
                <a:cubicBezTo>
                  <a:pt x="2025728" y="1923808"/>
                  <a:pt x="2026261" y="1923453"/>
                  <a:pt x="2026853" y="1923453"/>
                </a:cubicBezTo>
                <a:close/>
                <a:moveTo>
                  <a:pt x="3447071" y="1923334"/>
                </a:moveTo>
                <a:lnTo>
                  <a:pt x="3471117" y="1923334"/>
                </a:lnTo>
                <a:cubicBezTo>
                  <a:pt x="3471709" y="1923334"/>
                  <a:pt x="3472301" y="1923630"/>
                  <a:pt x="3472598" y="1924163"/>
                </a:cubicBezTo>
                <a:lnTo>
                  <a:pt x="3484620" y="1945011"/>
                </a:lnTo>
                <a:cubicBezTo>
                  <a:pt x="3484916" y="1945543"/>
                  <a:pt x="3484916" y="1946195"/>
                  <a:pt x="3484620" y="1946728"/>
                </a:cubicBezTo>
                <a:lnTo>
                  <a:pt x="3472598" y="1967575"/>
                </a:lnTo>
                <a:cubicBezTo>
                  <a:pt x="3472301" y="1968049"/>
                  <a:pt x="3471709" y="1968404"/>
                  <a:pt x="3471117" y="1968404"/>
                </a:cubicBezTo>
                <a:lnTo>
                  <a:pt x="3447071" y="1968404"/>
                </a:lnTo>
                <a:cubicBezTo>
                  <a:pt x="3446479" y="1968404"/>
                  <a:pt x="3445887" y="1968108"/>
                  <a:pt x="3445591" y="1967575"/>
                </a:cubicBezTo>
                <a:lnTo>
                  <a:pt x="3433568" y="1946728"/>
                </a:lnTo>
                <a:cubicBezTo>
                  <a:pt x="3433272" y="1946195"/>
                  <a:pt x="3433272" y="1945543"/>
                  <a:pt x="3433568" y="1945011"/>
                </a:cubicBezTo>
                <a:lnTo>
                  <a:pt x="3445591" y="1924163"/>
                </a:lnTo>
                <a:cubicBezTo>
                  <a:pt x="3445887" y="1923689"/>
                  <a:pt x="3446479" y="1923334"/>
                  <a:pt x="3447071" y="1923334"/>
                </a:cubicBezTo>
                <a:close/>
                <a:moveTo>
                  <a:pt x="3514588" y="1923157"/>
                </a:moveTo>
                <a:lnTo>
                  <a:pt x="3538870" y="1923157"/>
                </a:lnTo>
                <a:cubicBezTo>
                  <a:pt x="3539462" y="1923157"/>
                  <a:pt x="3540054" y="1923453"/>
                  <a:pt x="3540351" y="1923986"/>
                </a:cubicBezTo>
                <a:lnTo>
                  <a:pt x="3552492" y="1945011"/>
                </a:lnTo>
                <a:cubicBezTo>
                  <a:pt x="3552788" y="1945544"/>
                  <a:pt x="3552788" y="1946195"/>
                  <a:pt x="3552492" y="1946728"/>
                </a:cubicBezTo>
                <a:lnTo>
                  <a:pt x="3540351" y="1967753"/>
                </a:lnTo>
                <a:cubicBezTo>
                  <a:pt x="3540054" y="1968227"/>
                  <a:pt x="3539462" y="1968583"/>
                  <a:pt x="3538870" y="1968583"/>
                </a:cubicBezTo>
                <a:lnTo>
                  <a:pt x="3514588" y="1968583"/>
                </a:lnTo>
                <a:cubicBezTo>
                  <a:pt x="3513996" y="1968583"/>
                  <a:pt x="3513403" y="1968286"/>
                  <a:pt x="3513107" y="1967753"/>
                </a:cubicBezTo>
                <a:lnTo>
                  <a:pt x="3500966" y="1946728"/>
                </a:lnTo>
                <a:cubicBezTo>
                  <a:pt x="3500670" y="1946195"/>
                  <a:pt x="3500670" y="1945544"/>
                  <a:pt x="3500966" y="1945011"/>
                </a:cubicBezTo>
                <a:lnTo>
                  <a:pt x="3513107" y="1923986"/>
                </a:lnTo>
                <a:cubicBezTo>
                  <a:pt x="3513403" y="1923512"/>
                  <a:pt x="3513996" y="1923157"/>
                  <a:pt x="3514588" y="1923157"/>
                </a:cubicBezTo>
                <a:close/>
                <a:moveTo>
                  <a:pt x="2635332" y="1923157"/>
                </a:moveTo>
                <a:lnTo>
                  <a:pt x="2659614" y="1923157"/>
                </a:lnTo>
                <a:cubicBezTo>
                  <a:pt x="2660206" y="1923157"/>
                  <a:pt x="2660798" y="1923453"/>
                  <a:pt x="2661095" y="1923986"/>
                </a:cubicBezTo>
                <a:lnTo>
                  <a:pt x="2673236" y="1945011"/>
                </a:lnTo>
                <a:cubicBezTo>
                  <a:pt x="2673532" y="1945544"/>
                  <a:pt x="2673532" y="1946195"/>
                  <a:pt x="2673236" y="1946728"/>
                </a:cubicBezTo>
                <a:lnTo>
                  <a:pt x="2661095" y="1967753"/>
                </a:lnTo>
                <a:cubicBezTo>
                  <a:pt x="2660798" y="1968227"/>
                  <a:pt x="2660206" y="1968583"/>
                  <a:pt x="2659614" y="1968583"/>
                </a:cubicBezTo>
                <a:lnTo>
                  <a:pt x="2635332" y="1968583"/>
                </a:lnTo>
                <a:cubicBezTo>
                  <a:pt x="2634740" y="1968583"/>
                  <a:pt x="2634147" y="1968286"/>
                  <a:pt x="2633851" y="1967753"/>
                </a:cubicBezTo>
                <a:lnTo>
                  <a:pt x="2621710" y="1946728"/>
                </a:lnTo>
                <a:cubicBezTo>
                  <a:pt x="2621414" y="1946195"/>
                  <a:pt x="2621414" y="1945544"/>
                  <a:pt x="2621710" y="1945011"/>
                </a:cubicBezTo>
                <a:lnTo>
                  <a:pt x="2633851" y="1923986"/>
                </a:lnTo>
                <a:cubicBezTo>
                  <a:pt x="2634147" y="1923512"/>
                  <a:pt x="2634740" y="1923157"/>
                  <a:pt x="2635332" y="1923157"/>
                </a:cubicBezTo>
                <a:close/>
                <a:moveTo>
                  <a:pt x="1823652" y="1922920"/>
                </a:moveTo>
                <a:lnTo>
                  <a:pt x="1848172" y="1922920"/>
                </a:lnTo>
                <a:cubicBezTo>
                  <a:pt x="1848764" y="1922920"/>
                  <a:pt x="1849356" y="1923275"/>
                  <a:pt x="1849652" y="1923809"/>
                </a:cubicBezTo>
                <a:lnTo>
                  <a:pt x="1861911" y="1945011"/>
                </a:lnTo>
                <a:cubicBezTo>
                  <a:pt x="1862208" y="1945544"/>
                  <a:pt x="1862208" y="1946195"/>
                  <a:pt x="1861911" y="1946729"/>
                </a:cubicBezTo>
                <a:lnTo>
                  <a:pt x="1849652" y="1967931"/>
                </a:lnTo>
                <a:cubicBezTo>
                  <a:pt x="1849356" y="1968464"/>
                  <a:pt x="1848764" y="1968819"/>
                  <a:pt x="1848172" y="1968819"/>
                </a:cubicBezTo>
                <a:lnTo>
                  <a:pt x="1823652" y="1968819"/>
                </a:lnTo>
                <a:cubicBezTo>
                  <a:pt x="1823060" y="1968819"/>
                  <a:pt x="1822468" y="1968464"/>
                  <a:pt x="1822172" y="1967931"/>
                </a:cubicBezTo>
                <a:lnTo>
                  <a:pt x="1809912" y="1946729"/>
                </a:lnTo>
                <a:cubicBezTo>
                  <a:pt x="1809616" y="1946195"/>
                  <a:pt x="1809616" y="1945544"/>
                  <a:pt x="1809912" y="1945011"/>
                </a:cubicBezTo>
                <a:lnTo>
                  <a:pt x="1822172" y="1923809"/>
                </a:lnTo>
                <a:cubicBezTo>
                  <a:pt x="1822468" y="1923275"/>
                  <a:pt x="1823060" y="1922920"/>
                  <a:pt x="1823652" y="1922920"/>
                </a:cubicBezTo>
                <a:close/>
                <a:moveTo>
                  <a:pt x="2702790" y="1922860"/>
                </a:moveTo>
                <a:lnTo>
                  <a:pt x="2727427" y="1922860"/>
                </a:lnTo>
                <a:cubicBezTo>
                  <a:pt x="2728020" y="1922860"/>
                  <a:pt x="2728612" y="1923216"/>
                  <a:pt x="2728908" y="1923749"/>
                </a:cubicBezTo>
                <a:lnTo>
                  <a:pt x="2741227" y="1945069"/>
                </a:lnTo>
                <a:cubicBezTo>
                  <a:pt x="2741523" y="1945603"/>
                  <a:pt x="2741523" y="1946254"/>
                  <a:pt x="2741227" y="1946787"/>
                </a:cubicBezTo>
                <a:lnTo>
                  <a:pt x="2728908" y="1968108"/>
                </a:lnTo>
                <a:cubicBezTo>
                  <a:pt x="2728612" y="1968641"/>
                  <a:pt x="2728020" y="1968997"/>
                  <a:pt x="2727427" y="1968997"/>
                </a:cubicBezTo>
                <a:lnTo>
                  <a:pt x="2702790" y="1968997"/>
                </a:lnTo>
                <a:cubicBezTo>
                  <a:pt x="2702197" y="1968997"/>
                  <a:pt x="2701605" y="1968641"/>
                  <a:pt x="2701309" y="1968108"/>
                </a:cubicBezTo>
                <a:lnTo>
                  <a:pt x="2688990" y="1946787"/>
                </a:lnTo>
                <a:cubicBezTo>
                  <a:pt x="2688694" y="1946254"/>
                  <a:pt x="2688694" y="1945603"/>
                  <a:pt x="2688990" y="1945069"/>
                </a:cubicBezTo>
                <a:lnTo>
                  <a:pt x="2701309" y="1923749"/>
                </a:lnTo>
                <a:cubicBezTo>
                  <a:pt x="2701605" y="1923216"/>
                  <a:pt x="2702197" y="1922860"/>
                  <a:pt x="2702790" y="1922860"/>
                </a:cubicBezTo>
                <a:close/>
                <a:moveTo>
                  <a:pt x="1891228" y="1922860"/>
                </a:moveTo>
                <a:lnTo>
                  <a:pt x="1915865" y="1922860"/>
                </a:lnTo>
                <a:cubicBezTo>
                  <a:pt x="1916458" y="1922860"/>
                  <a:pt x="1917050" y="1923216"/>
                  <a:pt x="1917346" y="1923749"/>
                </a:cubicBezTo>
                <a:lnTo>
                  <a:pt x="1929665" y="1945069"/>
                </a:lnTo>
                <a:cubicBezTo>
                  <a:pt x="1929961" y="1945603"/>
                  <a:pt x="1929961" y="1946254"/>
                  <a:pt x="1929665" y="1946787"/>
                </a:cubicBezTo>
                <a:lnTo>
                  <a:pt x="1917346" y="1968108"/>
                </a:lnTo>
                <a:cubicBezTo>
                  <a:pt x="1917050" y="1968641"/>
                  <a:pt x="1916458" y="1968997"/>
                  <a:pt x="1915865" y="1968997"/>
                </a:cubicBezTo>
                <a:lnTo>
                  <a:pt x="1891228" y="1968997"/>
                </a:lnTo>
                <a:cubicBezTo>
                  <a:pt x="1890635" y="1968997"/>
                  <a:pt x="1890043" y="1968641"/>
                  <a:pt x="1889747" y="1968108"/>
                </a:cubicBezTo>
                <a:lnTo>
                  <a:pt x="1877428" y="1946787"/>
                </a:lnTo>
                <a:cubicBezTo>
                  <a:pt x="1877132" y="1946254"/>
                  <a:pt x="1877132" y="1945603"/>
                  <a:pt x="1877428" y="1945069"/>
                </a:cubicBezTo>
                <a:lnTo>
                  <a:pt x="1889747" y="1923749"/>
                </a:lnTo>
                <a:cubicBezTo>
                  <a:pt x="1890043" y="1923216"/>
                  <a:pt x="1890635" y="1922860"/>
                  <a:pt x="1891228" y="1922860"/>
                </a:cubicBezTo>
                <a:close/>
                <a:moveTo>
                  <a:pt x="2770305" y="1922505"/>
                </a:moveTo>
                <a:lnTo>
                  <a:pt x="2795239" y="1922505"/>
                </a:lnTo>
                <a:cubicBezTo>
                  <a:pt x="2795891" y="1922505"/>
                  <a:pt x="2796483" y="1922860"/>
                  <a:pt x="2796779" y="1923394"/>
                </a:cubicBezTo>
                <a:lnTo>
                  <a:pt x="2809216" y="1945011"/>
                </a:lnTo>
                <a:cubicBezTo>
                  <a:pt x="2809512" y="1945544"/>
                  <a:pt x="2809512" y="1946254"/>
                  <a:pt x="2809216" y="1946788"/>
                </a:cubicBezTo>
                <a:lnTo>
                  <a:pt x="2796720" y="1968404"/>
                </a:lnTo>
                <a:cubicBezTo>
                  <a:pt x="2796365" y="1968938"/>
                  <a:pt x="2795772" y="1969293"/>
                  <a:pt x="2795180" y="1969293"/>
                </a:cubicBezTo>
                <a:lnTo>
                  <a:pt x="2770246" y="1969293"/>
                </a:lnTo>
                <a:cubicBezTo>
                  <a:pt x="2769595" y="1969293"/>
                  <a:pt x="2769003" y="1968938"/>
                  <a:pt x="2768707" y="1968404"/>
                </a:cubicBezTo>
                <a:lnTo>
                  <a:pt x="2756269" y="1946788"/>
                </a:lnTo>
                <a:cubicBezTo>
                  <a:pt x="2755973" y="1946254"/>
                  <a:pt x="2755973" y="1945544"/>
                  <a:pt x="2756269" y="1945011"/>
                </a:cubicBezTo>
                <a:lnTo>
                  <a:pt x="2768765" y="1923394"/>
                </a:lnTo>
                <a:cubicBezTo>
                  <a:pt x="2769121" y="1922860"/>
                  <a:pt x="2769713" y="1922505"/>
                  <a:pt x="2770305" y="1922505"/>
                </a:cubicBezTo>
                <a:close/>
                <a:moveTo>
                  <a:pt x="2566808" y="1921498"/>
                </a:moveTo>
                <a:lnTo>
                  <a:pt x="2592867" y="1921498"/>
                </a:lnTo>
                <a:cubicBezTo>
                  <a:pt x="2593519" y="1921498"/>
                  <a:pt x="2594111" y="1921853"/>
                  <a:pt x="2594466" y="1922446"/>
                </a:cubicBezTo>
                <a:lnTo>
                  <a:pt x="2607496" y="1945011"/>
                </a:lnTo>
                <a:cubicBezTo>
                  <a:pt x="2607851" y="1945543"/>
                  <a:pt x="2607851" y="1946254"/>
                  <a:pt x="2607496" y="1946847"/>
                </a:cubicBezTo>
                <a:lnTo>
                  <a:pt x="2594466" y="1969411"/>
                </a:lnTo>
                <a:cubicBezTo>
                  <a:pt x="2594111" y="1970003"/>
                  <a:pt x="2593519" y="1970359"/>
                  <a:pt x="2592867" y="1970359"/>
                </a:cubicBezTo>
                <a:lnTo>
                  <a:pt x="2566808" y="1970359"/>
                </a:lnTo>
                <a:cubicBezTo>
                  <a:pt x="2566157" y="1970359"/>
                  <a:pt x="2565564" y="1970003"/>
                  <a:pt x="2565209" y="1969411"/>
                </a:cubicBezTo>
                <a:lnTo>
                  <a:pt x="2552180" y="1946847"/>
                </a:lnTo>
                <a:cubicBezTo>
                  <a:pt x="2551824" y="1946313"/>
                  <a:pt x="2551824" y="1945603"/>
                  <a:pt x="2552180" y="1945011"/>
                </a:cubicBezTo>
                <a:lnTo>
                  <a:pt x="2565209" y="1922446"/>
                </a:lnTo>
                <a:cubicBezTo>
                  <a:pt x="2565564" y="1921853"/>
                  <a:pt x="2566157" y="1921498"/>
                  <a:pt x="2566808" y="1921498"/>
                </a:cubicBezTo>
                <a:close/>
                <a:moveTo>
                  <a:pt x="2431301" y="1920966"/>
                </a:moveTo>
                <a:lnTo>
                  <a:pt x="2457893" y="1920966"/>
                </a:lnTo>
                <a:cubicBezTo>
                  <a:pt x="2458545" y="1920966"/>
                  <a:pt x="2459137" y="1921321"/>
                  <a:pt x="2459493" y="1921913"/>
                </a:cubicBezTo>
                <a:lnTo>
                  <a:pt x="2472759" y="1944952"/>
                </a:lnTo>
                <a:cubicBezTo>
                  <a:pt x="2473114" y="1945544"/>
                  <a:pt x="2473114" y="1946255"/>
                  <a:pt x="2472759" y="1946847"/>
                </a:cubicBezTo>
                <a:lnTo>
                  <a:pt x="2459433" y="1969886"/>
                </a:lnTo>
                <a:cubicBezTo>
                  <a:pt x="2459137" y="1970478"/>
                  <a:pt x="2458486" y="1970833"/>
                  <a:pt x="2457834" y="1970833"/>
                </a:cubicBezTo>
                <a:lnTo>
                  <a:pt x="2431242" y="1970833"/>
                </a:lnTo>
                <a:cubicBezTo>
                  <a:pt x="2430591" y="1970833"/>
                  <a:pt x="2429999" y="1970478"/>
                  <a:pt x="2429643" y="1969886"/>
                </a:cubicBezTo>
                <a:lnTo>
                  <a:pt x="2416377" y="1946847"/>
                </a:lnTo>
                <a:cubicBezTo>
                  <a:pt x="2416021" y="1946255"/>
                  <a:pt x="2416021" y="1945544"/>
                  <a:pt x="2416377" y="1944952"/>
                </a:cubicBezTo>
                <a:lnTo>
                  <a:pt x="2429702" y="1921913"/>
                </a:lnTo>
                <a:cubicBezTo>
                  <a:pt x="2429999" y="1921321"/>
                  <a:pt x="2430650" y="1920966"/>
                  <a:pt x="2431301" y="1920966"/>
                </a:cubicBezTo>
                <a:close/>
                <a:moveTo>
                  <a:pt x="1957856" y="1920906"/>
                </a:moveTo>
                <a:lnTo>
                  <a:pt x="1984566" y="1920906"/>
                </a:lnTo>
                <a:cubicBezTo>
                  <a:pt x="1985277" y="1920906"/>
                  <a:pt x="1985869" y="1921261"/>
                  <a:pt x="1986225" y="1921853"/>
                </a:cubicBezTo>
                <a:lnTo>
                  <a:pt x="1999550" y="1945011"/>
                </a:lnTo>
                <a:cubicBezTo>
                  <a:pt x="1999906" y="1945603"/>
                  <a:pt x="1999906" y="1946313"/>
                  <a:pt x="1999550" y="1946906"/>
                </a:cubicBezTo>
                <a:lnTo>
                  <a:pt x="1986165" y="1970063"/>
                </a:lnTo>
                <a:cubicBezTo>
                  <a:pt x="1985810" y="1970655"/>
                  <a:pt x="1985158" y="1971010"/>
                  <a:pt x="1984507" y="1971010"/>
                </a:cubicBezTo>
                <a:lnTo>
                  <a:pt x="1957796" y="1971010"/>
                </a:lnTo>
                <a:cubicBezTo>
                  <a:pt x="1957086" y="1971010"/>
                  <a:pt x="1956493" y="1970655"/>
                  <a:pt x="1956138" y="1970063"/>
                </a:cubicBezTo>
                <a:lnTo>
                  <a:pt x="1942813" y="1946906"/>
                </a:lnTo>
                <a:cubicBezTo>
                  <a:pt x="1942457" y="1946313"/>
                  <a:pt x="1942457" y="1945603"/>
                  <a:pt x="1942813" y="1945011"/>
                </a:cubicBezTo>
                <a:lnTo>
                  <a:pt x="1956197" y="1921853"/>
                </a:lnTo>
                <a:cubicBezTo>
                  <a:pt x="1956553" y="1921261"/>
                  <a:pt x="1957204" y="1920906"/>
                  <a:pt x="1957856" y="1920906"/>
                </a:cubicBezTo>
                <a:close/>
                <a:moveTo>
                  <a:pt x="2498818" y="1920788"/>
                </a:moveTo>
                <a:lnTo>
                  <a:pt x="2525647" y="1920788"/>
                </a:lnTo>
                <a:cubicBezTo>
                  <a:pt x="2526357" y="1920788"/>
                  <a:pt x="2526950" y="1921143"/>
                  <a:pt x="2527305" y="1921736"/>
                </a:cubicBezTo>
                <a:lnTo>
                  <a:pt x="2540690" y="1944952"/>
                </a:lnTo>
                <a:cubicBezTo>
                  <a:pt x="2541045" y="1945544"/>
                  <a:pt x="2541045" y="1946255"/>
                  <a:pt x="2540690" y="1946847"/>
                </a:cubicBezTo>
                <a:lnTo>
                  <a:pt x="2527246" y="1970063"/>
                </a:lnTo>
                <a:cubicBezTo>
                  <a:pt x="2526890" y="1970655"/>
                  <a:pt x="2526239" y="1971011"/>
                  <a:pt x="2525587" y="1971011"/>
                </a:cubicBezTo>
                <a:lnTo>
                  <a:pt x="2498759" y="1971011"/>
                </a:lnTo>
                <a:cubicBezTo>
                  <a:pt x="2498048" y="1971011"/>
                  <a:pt x="2497455" y="1970655"/>
                  <a:pt x="2497100" y="1970063"/>
                </a:cubicBezTo>
                <a:lnTo>
                  <a:pt x="2483716" y="1946847"/>
                </a:lnTo>
                <a:cubicBezTo>
                  <a:pt x="2483360" y="1946255"/>
                  <a:pt x="2483360" y="1945544"/>
                  <a:pt x="2483716" y="1944952"/>
                </a:cubicBezTo>
                <a:lnTo>
                  <a:pt x="2497159" y="1921736"/>
                </a:lnTo>
                <a:cubicBezTo>
                  <a:pt x="2497515" y="1921143"/>
                  <a:pt x="2498166" y="1920788"/>
                  <a:pt x="2498818" y="1920788"/>
                </a:cubicBezTo>
                <a:close/>
                <a:moveTo>
                  <a:pt x="2363488" y="1920669"/>
                </a:moveTo>
                <a:lnTo>
                  <a:pt x="2390436" y="1920669"/>
                </a:lnTo>
                <a:cubicBezTo>
                  <a:pt x="2391146" y="1920669"/>
                  <a:pt x="2391739" y="1921024"/>
                  <a:pt x="2392094" y="1921617"/>
                </a:cubicBezTo>
                <a:lnTo>
                  <a:pt x="2405538" y="1944952"/>
                </a:lnTo>
                <a:cubicBezTo>
                  <a:pt x="2405893" y="1945544"/>
                  <a:pt x="2405893" y="1946254"/>
                  <a:pt x="2405538" y="1946847"/>
                </a:cubicBezTo>
                <a:lnTo>
                  <a:pt x="2392035" y="1970181"/>
                </a:lnTo>
                <a:cubicBezTo>
                  <a:pt x="2391679" y="1970774"/>
                  <a:pt x="2391028" y="1971129"/>
                  <a:pt x="2390377" y="1971129"/>
                </a:cubicBezTo>
                <a:lnTo>
                  <a:pt x="2363429" y="1971129"/>
                </a:lnTo>
                <a:cubicBezTo>
                  <a:pt x="2362718" y="1971129"/>
                  <a:pt x="2362126" y="1970774"/>
                  <a:pt x="2361771" y="1970181"/>
                </a:cubicBezTo>
                <a:lnTo>
                  <a:pt x="2348327" y="1946847"/>
                </a:lnTo>
                <a:cubicBezTo>
                  <a:pt x="2347971" y="1946254"/>
                  <a:pt x="2347971" y="1945544"/>
                  <a:pt x="2348327" y="1944952"/>
                </a:cubicBezTo>
                <a:lnTo>
                  <a:pt x="2361830" y="1921617"/>
                </a:lnTo>
                <a:cubicBezTo>
                  <a:pt x="2362185" y="1921024"/>
                  <a:pt x="2362837" y="1920669"/>
                  <a:pt x="2363488" y="1920669"/>
                </a:cubicBezTo>
                <a:close/>
                <a:moveTo>
                  <a:pt x="2295380" y="1919722"/>
                </a:moveTo>
                <a:lnTo>
                  <a:pt x="2323334" y="1919722"/>
                </a:lnTo>
                <a:cubicBezTo>
                  <a:pt x="2324045" y="1919722"/>
                  <a:pt x="2324696" y="1920137"/>
                  <a:pt x="2325052" y="1920729"/>
                </a:cubicBezTo>
                <a:lnTo>
                  <a:pt x="2339029" y="1944952"/>
                </a:lnTo>
                <a:cubicBezTo>
                  <a:pt x="2339384" y="1945544"/>
                  <a:pt x="2339384" y="1946314"/>
                  <a:pt x="2339029" y="1946906"/>
                </a:cubicBezTo>
                <a:lnTo>
                  <a:pt x="2325052" y="1971129"/>
                </a:lnTo>
                <a:cubicBezTo>
                  <a:pt x="2324696" y="1971781"/>
                  <a:pt x="2324045" y="1972136"/>
                  <a:pt x="2323334" y="1972136"/>
                </a:cubicBezTo>
                <a:lnTo>
                  <a:pt x="2295380" y="1972136"/>
                </a:lnTo>
                <a:cubicBezTo>
                  <a:pt x="2294669" y="1972136"/>
                  <a:pt x="2294018" y="1971721"/>
                  <a:pt x="2293663" y="1971129"/>
                </a:cubicBezTo>
                <a:lnTo>
                  <a:pt x="2279686" y="1946906"/>
                </a:lnTo>
                <a:cubicBezTo>
                  <a:pt x="2279330" y="1946314"/>
                  <a:pt x="2279330" y="1945544"/>
                  <a:pt x="2279686" y="1944952"/>
                </a:cubicBezTo>
                <a:lnTo>
                  <a:pt x="2293663" y="1920729"/>
                </a:lnTo>
                <a:cubicBezTo>
                  <a:pt x="2294018" y="1920077"/>
                  <a:pt x="2294669" y="1919722"/>
                  <a:pt x="2295380" y="1919722"/>
                </a:cubicBezTo>
                <a:close/>
                <a:moveTo>
                  <a:pt x="2227745" y="1919662"/>
                </a:moveTo>
                <a:lnTo>
                  <a:pt x="2255759" y="1919662"/>
                </a:lnTo>
                <a:cubicBezTo>
                  <a:pt x="2256469" y="1919662"/>
                  <a:pt x="2257121" y="1920077"/>
                  <a:pt x="2257476" y="1920669"/>
                </a:cubicBezTo>
                <a:lnTo>
                  <a:pt x="2271513" y="1944951"/>
                </a:lnTo>
                <a:cubicBezTo>
                  <a:pt x="2271868" y="1945543"/>
                  <a:pt x="2271868" y="1946313"/>
                  <a:pt x="2271513" y="1946906"/>
                </a:cubicBezTo>
                <a:lnTo>
                  <a:pt x="2257476" y="1971188"/>
                </a:lnTo>
                <a:cubicBezTo>
                  <a:pt x="2257121" y="1971839"/>
                  <a:pt x="2256469" y="1972195"/>
                  <a:pt x="2255759" y="1972195"/>
                </a:cubicBezTo>
                <a:lnTo>
                  <a:pt x="2227745" y="1972195"/>
                </a:lnTo>
                <a:cubicBezTo>
                  <a:pt x="2227035" y="1972195"/>
                  <a:pt x="2226383" y="1971780"/>
                  <a:pt x="2226028" y="1971188"/>
                </a:cubicBezTo>
                <a:lnTo>
                  <a:pt x="2211992" y="1946906"/>
                </a:lnTo>
                <a:cubicBezTo>
                  <a:pt x="2211636" y="1946313"/>
                  <a:pt x="2211636" y="1945543"/>
                  <a:pt x="2211992" y="1944951"/>
                </a:cubicBezTo>
                <a:lnTo>
                  <a:pt x="2226028" y="1920669"/>
                </a:lnTo>
                <a:cubicBezTo>
                  <a:pt x="2226383" y="1920017"/>
                  <a:pt x="2227035" y="1919662"/>
                  <a:pt x="2227745" y="1919662"/>
                </a:cubicBezTo>
                <a:close/>
                <a:moveTo>
                  <a:pt x="2171185" y="1881936"/>
                </a:moveTo>
                <a:lnTo>
                  <a:pt x="2176929" y="1881936"/>
                </a:lnTo>
                <a:cubicBezTo>
                  <a:pt x="2177048" y="1881936"/>
                  <a:pt x="2177285" y="1882114"/>
                  <a:pt x="2177285" y="1882114"/>
                </a:cubicBezTo>
                <a:lnTo>
                  <a:pt x="2180128" y="1887089"/>
                </a:lnTo>
                <a:cubicBezTo>
                  <a:pt x="2180187" y="1887207"/>
                  <a:pt x="2180128" y="1887503"/>
                  <a:pt x="2180128" y="1887503"/>
                </a:cubicBezTo>
                <a:lnTo>
                  <a:pt x="2177226" y="1892478"/>
                </a:lnTo>
                <a:cubicBezTo>
                  <a:pt x="2177166" y="1892596"/>
                  <a:pt x="2176870" y="1892656"/>
                  <a:pt x="2176870" y="1892656"/>
                </a:cubicBezTo>
                <a:lnTo>
                  <a:pt x="2171125" y="1892656"/>
                </a:lnTo>
                <a:cubicBezTo>
                  <a:pt x="2171007" y="1892656"/>
                  <a:pt x="2170770" y="1892478"/>
                  <a:pt x="2170770" y="1892478"/>
                </a:cubicBezTo>
                <a:lnTo>
                  <a:pt x="2167927" y="1887503"/>
                </a:lnTo>
                <a:cubicBezTo>
                  <a:pt x="2167868" y="1887385"/>
                  <a:pt x="2167927" y="1887089"/>
                  <a:pt x="2167927" y="1887089"/>
                </a:cubicBezTo>
                <a:lnTo>
                  <a:pt x="2170829" y="1882114"/>
                </a:lnTo>
                <a:cubicBezTo>
                  <a:pt x="2170889" y="1881995"/>
                  <a:pt x="2171185" y="1881936"/>
                  <a:pt x="2171185" y="1881936"/>
                </a:cubicBezTo>
                <a:close/>
                <a:moveTo>
                  <a:pt x="3117246" y="1880455"/>
                </a:moveTo>
                <a:lnTo>
                  <a:pt x="3124531" y="1880455"/>
                </a:lnTo>
                <a:cubicBezTo>
                  <a:pt x="3124768" y="1880455"/>
                  <a:pt x="3125005" y="1880692"/>
                  <a:pt x="3125005" y="1880692"/>
                </a:cubicBezTo>
                <a:lnTo>
                  <a:pt x="3128617" y="1887029"/>
                </a:lnTo>
                <a:cubicBezTo>
                  <a:pt x="3128736" y="1887207"/>
                  <a:pt x="3128617" y="1887562"/>
                  <a:pt x="3128617" y="1887562"/>
                </a:cubicBezTo>
                <a:lnTo>
                  <a:pt x="3124946" y="1893899"/>
                </a:lnTo>
                <a:cubicBezTo>
                  <a:pt x="3124827" y="1894017"/>
                  <a:pt x="3124472" y="1894136"/>
                  <a:pt x="3124472" y="1894136"/>
                </a:cubicBezTo>
                <a:lnTo>
                  <a:pt x="3117187" y="1894136"/>
                </a:lnTo>
                <a:cubicBezTo>
                  <a:pt x="3116950" y="1894136"/>
                  <a:pt x="3116713" y="1893899"/>
                  <a:pt x="3116713" y="1893899"/>
                </a:cubicBezTo>
                <a:lnTo>
                  <a:pt x="3113101" y="1887562"/>
                </a:lnTo>
                <a:cubicBezTo>
                  <a:pt x="3112982" y="1887384"/>
                  <a:pt x="3113101" y="1887029"/>
                  <a:pt x="3113101" y="1887029"/>
                </a:cubicBezTo>
                <a:lnTo>
                  <a:pt x="3116772" y="1880692"/>
                </a:lnTo>
                <a:cubicBezTo>
                  <a:pt x="3116891" y="1880574"/>
                  <a:pt x="3117246" y="1880455"/>
                  <a:pt x="3117246" y="1880455"/>
                </a:cubicBezTo>
                <a:close/>
                <a:moveTo>
                  <a:pt x="4061353" y="1875303"/>
                </a:moveTo>
                <a:lnTo>
                  <a:pt x="4074146" y="1875303"/>
                </a:lnTo>
                <a:cubicBezTo>
                  <a:pt x="4074442" y="1875303"/>
                  <a:pt x="4074916" y="1875777"/>
                  <a:pt x="4074916" y="1875777"/>
                </a:cubicBezTo>
                <a:lnTo>
                  <a:pt x="4081312" y="1886852"/>
                </a:lnTo>
                <a:cubicBezTo>
                  <a:pt x="4081490" y="1887089"/>
                  <a:pt x="4081312" y="1887740"/>
                  <a:pt x="4081312" y="1887740"/>
                </a:cubicBezTo>
                <a:lnTo>
                  <a:pt x="4074916" y="1898815"/>
                </a:lnTo>
                <a:cubicBezTo>
                  <a:pt x="4074738" y="1899112"/>
                  <a:pt x="4074442" y="1899289"/>
                  <a:pt x="4074146" y="1899289"/>
                </a:cubicBezTo>
                <a:lnTo>
                  <a:pt x="4061353" y="1899289"/>
                </a:lnTo>
                <a:cubicBezTo>
                  <a:pt x="4061057" y="1899289"/>
                  <a:pt x="4060583" y="1898815"/>
                  <a:pt x="4060583" y="1898815"/>
                </a:cubicBezTo>
                <a:lnTo>
                  <a:pt x="4054187" y="1887740"/>
                </a:lnTo>
                <a:cubicBezTo>
                  <a:pt x="4054009" y="1887503"/>
                  <a:pt x="4054187" y="1886852"/>
                  <a:pt x="4054187" y="1886852"/>
                </a:cubicBezTo>
                <a:lnTo>
                  <a:pt x="4060583" y="1875777"/>
                </a:lnTo>
                <a:cubicBezTo>
                  <a:pt x="4060761" y="1875480"/>
                  <a:pt x="4061057" y="1875303"/>
                  <a:pt x="4061353" y="1875303"/>
                </a:cubicBezTo>
                <a:close/>
                <a:moveTo>
                  <a:pt x="4127922" y="1873230"/>
                </a:moveTo>
                <a:lnTo>
                  <a:pt x="4142906" y="1873230"/>
                </a:lnTo>
                <a:cubicBezTo>
                  <a:pt x="4143262" y="1873230"/>
                  <a:pt x="4143617" y="1873407"/>
                  <a:pt x="4143795" y="1873763"/>
                </a:cubicBezTo>
                <a:lnTo>
                  <a:pt x="4151316" y="1886792"/>
                </a:lnTo>
                <a:cubicBezTo>
                  <a:pt x="4151493" y="1887148"/>
                  <a:pt x="4151493" y="1887503"/>
                  <a:pt x="4151316" y="1887858"/>
                </a:cubicBezTo>
                <a:lnTo>
                  <a:pt x="4143795" y="1900888"/>
                </a:lnTo>
                <a:cubicBezTo>
                  <a:pt x="4143617" y="1901243"/>
                  <a:pt x="4143262" y="1901421"/>
                  <a:pt x="4142906" y="1901421"/>
                </a:cubicBezTo>
                <a:lnTo>
                  <a:pt x="4127922" y="1901421"/>
                </a:lnTo>
                <a:cubicBezTo>
                  <a:pt x="4127567" y="1901421"/>
                  <a:pt x="4127211" y="1901243"/>
                  <a:pt x="4127034" y="1900888"/>
                </a:cubicBezTo>
                <a:lnTo>
                  <a:pt x="4119512" y="1887858"/>
                </a:lnTo>
                <a:cubicBezTo>
                  <a:pt x="4119335" y="1887503"/>
                  <a:pt x="4119335" y="1887148"/>
                  <a:pt x="4119512" y="1886792"/>
                </a:cubicBezTo>
                <a:lnTo>
                  <a:pt x="4127034" y="1873763"/>
                </a:lnTo>
                <a:cubicBezTo>
                  <a:pt x="4127211" y="1873407"/>
                  <a:pt x="4127567" y="1873230"/>
                  <a:pt x="4127922" y="1873230"/>
                </a:cubicBezTo>
                <a:close/>
                <a:moveTo>
                  <a:pt x="4398166" y="1872816"/>
                </a:moveTo>
                <a:lnTo>
                  <a:pt x="4413624" y="1872816"/>
                </a:lnTo>
                <a:cubicBezTo>
                  <a:pt x="4414039" y="1872816"/>
                  <a:pt x="4414394" y="1872993"/>
                  <a:pt x="4414572" y="1873349"/>
                </a:cubicBezTo>
                <a:lnTo>
                  <a:pt x="4422271" y="1886734"/>
                </a:lnTo>
                <a:cubicBezTo>
                  <a:pt x="4422448" y="1887030"/>
                  <a:pt x="4422448" y="1887444"/>
                  <a:pt x="4422271" y="1887800"/>
                </a:cubicBezTo>
                <a:lnTo>
                  <a:pt x="4414512" y="1901185"/>
                </a:lnTo>
                <a:cubicBezTo>
                  <a:pt x="4414335" y="1901481"/>
                  <a:pt x="4413920" y="1901718"/>
                  <a:pt x="4413565" y="1901718"/>
                </a:cubicBezTo>
                <a:lnTo>
                  <a:pt x="4398107" y="1901718"/>
                </a:lnTo>
                <a:cubicBezTo>
                  <a:pt x="4397693" y="1901718"/>
                  <a:pt x="4397337" y="1901540"/>
                  <a:pt x="4397160" y="1901185"/>
                </a:cubicBezTo>
                <a:lnTo>
                  <a:pt x="4389460" y="1887800"/>
                </a:lnTo>
                <a:cubicBezTo>
                  <a:pt x="4389283" y="1887504"/>
                  <a:pt x="4389283" y="1887089"/>
                  <a:pt x="4389460" y="1886734"/>
                </a:cubicBezTo>
                <a:lnTo>
                  <a:pt x="4397219" y="1873349"/>
                </a:lnTo>
                <a:cubicBezTo>
                  <a:pt x="4397396" y="1873053"/>
                  <a:pt x="4397811" y="1872816"/>
                  <a:pt x="4398166" y="1872816"/>
                </a:cubicBezTo>
                <a:close/>
                <a:moveTo>
                  <a:pt x="4330531" y="1872816"/>
                </a:moveTo>
                <a:lnTo>
                  <a:pt x="4345989" y="1872816"/>
                </a:lnTo>
                <a:cubicBezTo>
                  <a:pt x="4346403" y="1872816"/>
                  <a:pt x="4346759" y="1872993"/>
                  <a:pt x="4346936" y="1873349"/>
                </a:cubicBezTo>
                <a:lnTo>
                  <a:pt x="4354636" y="1886734"/>
                </a:lnTo>
                <a:cubicBezTo>
                  <a:pt x="4354814" y="1887030"/>
                  <a:pt x="4354814" y="1887444"/>
                  <a:pt x="4354636" y="1887800"/>
                </a:cubicBezTo>
                <a:lnTo>
                  <a:pt x="4346878" y="1901185"/>
                </a:lnTo>
                <a:cubicBezTo>
                  <a:pt x="4346700" y="1901481"/>
                  <a:pt x="4346285" y="1901718"/>
                  <a:pt x="4345930" y="1901718"/>
                </a:cubicBezTo>
                <a:lnTo>
                  <a:pt x="4330472" y="1901718"/>
                </a:lnTo>
                <a:cubicBezTo>
                  <a:pt x="4330057" y="1901718"/>
                  <a:pt x="4329702" y="1901540"/>
                  <a:pt x="4329524" y="1901185"/>
                </a:cubicBezTo>
                <a:lnTo>
                  <a:pt x="4321825" y="1887800"/>
                </a:lnTo>
                <a:cubicBezTo>
                  <a:pt x="4321648" y="1887504"/>
                  <a:pt x="4321648" y="1887089"/>
                  <a:pt x="4321825" y="1886734"/>
                </a:cubicBezTo>
                <a:lnTo>
                  <a:pt x="4329584" y="1873349"/>
                </a:lnTo>
                <a:cubicBezTo>
                  <a:pt x="4329762" y="1873053"/>
                  <a:pt x="4330176" y="1872816"/>
                  <a:pt x="4330531" y="1872816"/>
                </a:cubicBezTo>
                <a:close/>
                <a:moveTo>
                  <a:pt x="4465565" y="1872282"/>
                </a:moveTo>
                <a:lnTo>
                  <a:pt x="4481556" y="1872282"/>
                </a:lnTo>
                <a:cubicBezTo>
                  <a:pt x="4481970" y="1872282"/>
                  <a:pt x="4482385" y="1872519"/>
                  <a:pt x="4482562" y="1872874"/>
                </a:cubicBezTo>
                <a:lnTo>
                  <a:pt x="4490558" y="1886733"/>
                </a:lnTo>
                <a:cubicBezTo>
                  <a:pt x="4490736" y="1887088"/>
                  <a:pt x="4490736" y="1887503"/>
                  <a:pt x="4490558" y="1887858"/>
                </a:cubicBezTo>
                <a:lnTo>
                  <a:pt x="4482562" y="1901717"/>
                </a:lnTo>
                <a:cubicBezTo>
                  <a:pt x="4482385" y="1902072"/>
                  <a:pt x="4482030" y="1902309"/>
                  <a:pt x="4481615" y="1902309"/>
                </a:cubicBezTo>
                <a:lnTo>
                  <a:pt x="4465624" y="1902309"/>
                </a:lnTo>
                <a:cubicBezTo>
                  <a:pt x="4465210" y="1902309"/>
                  <a:pt x="4464795" y="1902072"/>
                  <a:pt x="4464618" y="1901717"/>
                </a:cubicBezTo>
                <a:lnTo>
                  <a:pt x="4456622" y="1887858"/>
                </a:lnTo>
                <a:cubicBezTo>
                  <a:pt x="4456445" y="1887503"/>
                  <a:pt x="4456445" y="1887088"/>
                  <a:pt x="4456622" y="1886733"/>
                </a:cubicBezTo>
                <a:lnTo>
                  <a:pt x="4464618" y="1872874"/>
                </a:lnTo>
                <a:cubicBezTo>
                  <a:pt x="4464795" y="1872519"/>
                  <a:pt x="4465151" y="1872282"/>
                  <a:pt x="4465565" y="1872282"/>
                </a:cubicBezTo>
                <a:close/>
                <a:moveTo>
                  <a:pt x="4533081" y="1872223"/>
                </a:moveTo>
                <a:lnTo>
                  <a:pt x="4549191" y="1872223"/>
                </a:lnTo>
                <a:cubicBezTo>
                  <a:pt x="4549605" y="1872223"/>
                  <a:pt x="4550020" y="1872460"/>
                  <a:pt x="4550198" y="1872815"/>
                </a:cubicBezTo>
                <a:lnTo>
                  <a:pt x="4558252" y="1886793"/>
                </a:lnTo>
                <a:cubicBezTo>
                  <a:pt x="4558430" y="1887148"/>
                  <a:pt x="4558430" y="1887562"/>
                  <a:pt x="4558252" y="1887918"/>
                </a:cubicBezTo>
                <a:lnTo>
                  <a:pt x="4550198" y="1901895"/>
                </a:lnTo>
                <a:cubicBezTo>
                  <a:pt x="4549960" y="1902250"/>
                  <a:pt x="4549605" y="1902487"/>
                  <a:pt x="4549191" y="1902487"/>
                </a:cubicBezTo>
                <a:lnTo>
                  <a:pt x="4533081" y="1902487"/>
                </a:lnTo>
                <a:cubicBezTo>
                  <a:pt x="4532667" y="1902487"/>
                  <a:pt x="4532252" y="1902250"/>
                  <a:pt x="4532074" y="1901895"/>
                </a:cubicBezTo>
                <a:lnTo>
                  <a:pt x="4524020" y="1887918"/>
                </a:lnTo>
                <a:cubicBezTo>
                  <a:pt x="4523843" y="1887562"/>
                  <a:pt x="4523843" y="1887148"/>
                  <a:pt x="4524020" y="1886793"/>
                </a:cubicBezTo>
                <a:lnTo>
                  <a:pt x="4532074" y="1872815"/>
                </a:lnTo>
                <a:cubicBezTo>
                  <a:pt x="4532312" y="1872460"/>
                  <a:pt x="4532667" y="1872223"/>
                  <a:pt x="4533081" y="1872223"/>
                </a:cubicBezTo>
                <a:close/>
                <a:moveTo>
                  <a:pt x="3383285" y="1871986"/>
                </a:moveTo>
                <a:lnTo>
                  <a:pt x="3399631" y="1871986"/>
                </a:lnTo>
                <a:cubicBezTo>
                  <a:pt x="3400046" y="1871986"/>
                  <a:pt x="3400401" y="1872223"/>
                  <a:pt x="3400639" y="1872578"/>
                </a:cubicBezTo>
                <a:lnTo>
                  <a:pt x="3408812" y="1886733"/>
                </a:lnTo>
                <a:cubicBezTo>
                  <a:pt x="3409048" y="1887088"/>
                  <a:pt x="3409048" y="1887562"/>
                  <a:pt x="3408812" y="1887918"/>
                </a:cubicBezTo>
                <a:lnTo>
                  <a:pt x="3400639" y="1902072"/>
                </a:lnTo>
                <a:cubicBezTo>
                  <a:pt x="3400401" y="1902428"/>
                  <a:pt x="3400046" y="1902665"/>
                  <a:pt x="3399631" y="1902665"/>
                </a:cubicBezTo>
                <a:lnTo>
                  <a:pt x="3383285" y="1902665"/>
                </a:lnTo>
                <a:cubicBezTo>
                  <a:pt x="3382871" y="1902665"/>
                  <a:pt x="3382515" y="1902428"/>
                  <a:pt x="3382279" y="1902072"/>
                </a:cubicBezTo>
                <a:lnTo>
                  <a:pt x="3374106" y="1887918"/>
                </a:lnTo>
                <a:cubicBezTo>
                  <a:pt x="3373869" y="1887562"/>
                  <a:pt x="3373869" y="1887088"/>
                  <a:pt x="3374106" y="1886733"/>
                </a:cubicBezTo>
                <a:lnTo>
                  <a:pt x="3382279" y="1872578"/>
                </a:lnTo>
                <a:cubicBezTo>
                  <a:pt x="3382515" y="1872223"/>
                  <a:pt x="3382871" y="1871986"/>
                  <a:pt x="3383285" y="1871986"/>
                </a:cubicBezTo>
                <a:close/>
                <a:moveTo>
                  <a:pt x="1218905" y="1871572"/>
                </a:moveTo>
                <a:lnTo>
                  <a:pt x="1235665" y="1871572"/>
                </a:lnTo>
                <a:cubicBezTo>
                  <a:pt x="1236080" y="1871572"/>
                  <a:pt x="1236435" y="1871809"/>
                  <a:pt x="1236672" y="1872164"/>
                </a:cubicBezTo>
                <a:lnTo>
                  <a:pt x="1245082" y="1886674"/>
                </a:lnTo>
                <a:cubicBezTo>
                  <a:pt x="1245319" y="1887030"/>
                  <a:pt x="1245319" y="1887504"/>
                  <a:pt x="1245082" y="1887859"/>
                </a:cubicBezTo>
                <a:lnTo>
                  <a:pt x="1236672" y="1902369"/>
                </a:lnTo>
                <a:cubicBezTo>
                  <a:pt x="1236494" y="1902724"/>
                  <a:pt x="1236080" y="1902961"/>
                  <a:pt x="1235665" y="1902961"/>
                </a:cubicBezTo>
                <a:lnTo>
                  <a:pt x="1218905" y="1902961"/>
                </a:lnTo>
                <a:cubicBezTo>
                  <a:pt x="1218490" y="1902961"/>
                  <a:pt x="1218135" y="1902724"/>
                  <a:pt x="1217897" y="1902369"/>
                </a:cubicBezTo>
                <a:lnTo>
                  <a:pt x="1209488" y="1887859"/>
                </a:lnTo>
                <a:cubicBezTo>
                  <a:pt x="1209251" y="1887504"/>
                  <a:pt x="1209251" y="1887030"/>
                  <a:pt x="1209488" y="1886674"/>
                </a:cubicBezTo>
                <a:lnTo>
                  <a:pt x="1217897" y="1872164"/>
                </a:lnTo>
                <a:cubicBezTo>
                  <a:pt x="1218075" y="1871809"/>
                  <a:pt x="1218490" y="1871572"/>
                  <a:pt x="1218905" y="1871572"/>
                </a:cubicBezTo>
                <a:close/>
                <a:moveTo>
                  <a:pt x="4600361" y="1871453"/>
                </a:moveTo>
                <a:lnTo>
                  <a:pt x="4617240" y="1871453"/>
                </a:lnTo>
                <a:cubicBezTo>
                  <a:pt x="4617655" y="1871453"/>
                  <a:pt x="4618010" y="1871690"/>
                  <a:pt x="4618247" y="1872045"/>
                </a:cubicBezTo>
                <a:lnTo>
                  <a:pt x="4626657" y="1886674"/>
                </a:lnTo>
                <a:cubicBezTo>
                  <a:pt x="4626893" y="1887029"/>
                  <a:pt x="4626893" y="1887503"/>
                  <a:pt x="4626657" y="1887858"/>
                </a:cubicBezTo>
                <a:lnTo>
                  <a:pt x="4618188" y="1902487"/>
                </a:lnTo>
                <a:cubicBezTo>
                  <a:pt x="4618010" y="1902843"/>
                  <a:pt x="4617595" y="1903079"/>
                  <a:pt x="4617180" y="1903079"/>
                </a:cubicBezTo>
                <a:lnTo>
                  <a:pt x="4600301" y="1903079"/>
                </a:lnTo>
                <a:cubicBezTo>
                  <a:pt x="4599887" y="1903079"/>
                  <a:pt x="4599531" y="1902843"/>
                  <a:pt x="4599295" y="1902487"/>
                </a:cubicBezTo>
                <a:lnTo>
                  <a:pt x="4590885" y="1887858"/>
                </a:lnTo>
                <a:cubicBezTo>
                  <a:pt x="4590648" y="1887503"/>
                  <a:pt x="4590648" y="1887029"/>
                  <a:pt x="4590885" y="1886674"/>
                </a:cubicBezTo>
                <a:lnTo>
                  <a:pt x="4599354" y="1872045"/>
                </a:lnTo>
                <a:cubicBezTo>
                  <a:pt x="4599531" y="1871690"/>
                  <a:pt x="4599946" y="1871453"/>
                  <a:pt x="4600361" y="1871453"/>
                </a:cubicBezTo>
                <a:close/>
                <a:moveTo>
                  <a:pt x="4194551" y="1871453"/>
                </a:moveTo>
                <a:lnTo>
                  <a:pt x="4211430" y="1871453"/>
                </a:lnTo>
                <a:cubicBezTo>
                  <a:pt x="4211845" y="1871453"/>
                  <a:pt x="4212200" y="1871690"/>
                  <a:pt x="4212437" y="1872045"/>
                </a:cubicBezTo>
                <a:lnTo>
                  <a:pt x="4220847" y="1886674"/>
                </a:lnTo>
                <a:cubicBezTo>
                  <a:pt x="4221083" y="1887029"/>
                  <a:pt x="4221083" y="1887503"/>
                  <a:pt x="4220847" y="1887858"/>
                </a:cubicBezTo>
                <a:lnTo>
                  <a:pt x="4212378" y="1902487"/>
                </a:lnTo>
                <a:cubicBezTo>
                  <a:pt x="4212200" y="1902843"/>
                  <a:pt x="4211785" y="1903079"/>
                  <a:pt x="4211371" y="1903079"/>
                </a:cubicBezTo>
                <a:lnTo>
                  <a:pt x="4194491" y="1903079"/>
                </a:lnTo>
                <a:cubicBezTo>
                  <a:pt x="4194077" y="1903079"/>
                  <a:pt x="4193721" y="1902843"/>
                  <a:pt x="4193485" y="1902487"/>
                </a:cubicBezTo>
                <a:lnTo>
                  <a:pt x="4185075" y="1887858"/>
                </a:lnTo>
                <a:cubicBezTo>
                  <a:pt x="4184838" y="1887503"/>
                  <a:pt x="4184838" y="1887029"/>
                  <a:pt x="4185075" y="1886674"/>
                </a:cubicBezTo>
                <a:lnTo>
                  <a:pt x="4193544" y="1872045"/>
                </a:lnTo>
                <a:cubicBezTo>
                  <a:pt x="4193721" y="1871690"/>
                  <a:pt x="4194136" y="1871453"/>
                  <a:pt x="4194551" y="1871453"/>
                </a:cubicBezTo>
                <a:close/>
                <a:moveTo>
                  <a:pt x="3315236" y="1871276"/>
                </a:moveTo>
                <a:lnTo>
                  <a:pt x="3332352" y="1871276"/>
                </a:lnTo>
                <a:cubicBezTo>
                  <a:pt x="3332825" y="1871276"/>
                  <a:pt x="3333181" y="1871513"/>
                  <a:pt x="3333418" y="1871868"/>
                </a:cubicBezTo>
                <a:lnTo>
                  <a:pt x="3341946" y="1886674"/>
                </a:lnTo>
                <a:cubicBezTo>
                  <a:pt x="3342183" y="1887030"/>
                  <a:pt x="3342183" y="1887504"/>
                  <a:pt x="3341946" y="1887859"/>
                </a:cubicBezTo>
                <a:lnTo>
                  <a:pt x="3333359" y="1902665"/>
                </a:lnTo>
                <a:cubicBezTo>
                  <a:pt x="3333122" y="1903021"/>
                  <a:pt x="3332707" y="1903257"/>
                  <a:pt x="3332292" y="1903257"/>
                </a:cubicBezTo>
                <a:lnTo>
                  <a:pt x="3315176" y="1903257"/>
                </a:lnTo>
                <a:cubicBezTo>
                  <a:pt x="3314703" y="1903257"/>
                  <a:pt x="3314347" y="1903021"/>
                  <a:pt x="3314111" y="1902665"/>
                </a:cubicBezTo>
                <a:lnTo>
                  <a:pt x="3305582" y="1887859"/>
                </a:lnTo>
                <a:cubicBezTo>
                  <a:pt x="3305345" y="1887504"/>
                  <a:pt x="3305345" y="1887030"/>
                  <a:pt x="3305582" y="1886674"/>
                </a:cubicBezTo>
                <a:lnTo>
                  <a:pt x="3314170" y="1871868"/>
                </a:lnTo>
                <a:cubicBezTo>
                  <a:pt x="3314406" y="1871513"/>
                  <a:pt x="3314821" y="1871276"/>
                  <a:pt x="3315236" y="1871276"/>
                </a:cubicBezTo>
                <a:close/>
                <a:moveTo>
                  <a:pt x="1353938" y="1871276"/>
                </a:moveTo>
                <a:lnTo>
                  <a:pt x="1371053" y="1871276"/>
                </a:lnTo>
                <a:cubicBezTo>
                  <a:pt x="1371527" y="1871276"/>
                  <a:pt x="1371883" y="1871513"/>
                  <a:pt x="1372120" y="1871868"/>
                </a:cubicBezTo>
                <a:lnTo>
                  <a:pt x="1380648" y="1886674"/>
                </a:lnTo>
                <a:cubicBezTo>
                  <a:pt x="1380885" y="1887030"/>
                  <a:pt x="1380885" y="1887504"/>
                  <a:pt x="1380648" y="1887859"/>
                </a:cubicBezTo>
                <a:lnTo>
                  <a:pt x="1372060" y="1902665"/>
                </a:lnTo>
                <a:cubicBezTo>
                  <a:pt x="1371823" y="1903021"/>
                  <a:pt x="1371409" y="1903257"/>
                  <a:pt x="1370994" y="1903257"/>
                </a:cubicBezTo>
                <a:lnTo>
                  <a:pt x="1353878" y="1903257"/>
                </a:lnTo>
                <a:cubicBezTo>
                  <a:pt x="1353404" y="1903257"/>
                  <a:pt x="1353049" y="1903021"/>
                  <a:pt x="1352812" y="1902665"/>
                </a:cubicBezTo>
                <a:lnTo>
                  <a:pt x="1344284" y="1887859"/>
                </a:lnTo>
                <a:cubicBezTo>
                  <a:pt x="1344047" y="1887504"/>
                  <a:pt x="1344047" y="1887030"/>
                  <a:pt x="1344284" y="1886674"/>
                </a:cubicBezTo>
                <a:lnTo>
                  <a:pt x="1352872" y="1871868"/>
                </a:lnTo>
                <a:cubicBezTo>
                  <a:pt x="1353108" y="1871513"/>
                  <a:pt x="1353523" y="1871276"/>
                  <a:pt x="1353938" y="1871276"/>
                </a:cubicBezTo>
                <a:close/>
                <a:moveTo>
                  <a:pt x="812857" y="1871157"/>
                </a:moveTo>
                <a:lnTo>
                  <a:pt x="830092" y="1871157"/>
                </a:lnTo>
                <a:cubicBezTo>
                  <a:pt x="830507" y="1871157"/>
                  <a:pt x="830921" y="1871394"/>
                  <a:pt x="831158" y="1871749"/>
                </a:cubicBezTo>
                <a:lnTo>
                  <a:pt x="839746" y="1886674"/>
                </a:lnTo>
                <a:cubicBezTo>
                  <a:pt x="839983" y="1887089"/>
                  <a:pt x="839983" y="1887562"/>
                  <a:pt x="839746" y="1887918"/>
                </a:cubicBezTo>
                <a:lnTo>
                  <a:pt x="831099" y="1902843"/>
                </a:lnTo>
                <a:cubicBezTo>
                  <a:pt x="830862" y="1903198"/>
                  <a:pt x="830448" y="1903435"/>
                  <a:pt x="830033" y="1903435"/>
                </a:cubicBezTo>
                <a:lnTo>
                  <a:pt x="812799" y="1903435"/>
                </a:lnTo>
                <a:cubicBezTo>
                  <a:pt x="812384" y="1903435"/>
                  <a:pt x="811969" y="1903198"/>
                  <a:pt x="811733" y="1902843"/>
                </a:cubicBezTo>
                <a:lnTo>
                  <a:pt x="803145" y="1887918"/>
                </a:lnTo>
                <a:cubicBezTo>
                  <a:pt x="802908" y="1887503"/>
                  <a:pt x="802908" y="1887029"/>
                  <a:pt x="803145" y="1886674"/>
                </a:cubicBezTo>
                <a:lnTo>
                  <a:pt x="811791" y="1871749"/>
                </a:lnTo>
                <a:cubicBezTo>
                  <a:pt x="812029" y="1871394"/>
                  <a:pt x="812443" y="1871157"/>
                  <a:pt x="812857" y="1871157"/>
                </a:cubicBezTo>
                <a:close/>
                <a:moveTo>
                  <a:pt x="1286185" y="1871038"/>
                </a:moveTo>
                <a:lnTo>
                  <a:pt x="1303537" y="1871038"/>
                </a:lnTo>
                <a:cubicBezTo>
                  <a:pt x="1303952" y="1871038"/>
                  <a:pt x="1304367" y="1871275"/>
                  <a:pt x="1304603" y="1871630"/>
                </a:cubicBezTo>
                <a:lnTo>
                  <a:pt x="1313250" y="1886614"/>
                </a:lnTo>
                <a:cubicBezTo>
                  <a:pt x="1313487" y="1887029"/>
                  <a:pt x="1313487" y="1887503"/>
                  <a:pt x="1313250" y="1887858"/>
                </a:cubicBezTo>
                <a:lnTo>
                  <a:pt x="1304603" y="1902842"/>
                </a:lnTo>
                <a:cubicBezTo>
                  <a:pt x="1304367" y="1903198"/>
                  <a:pt x="1303952" y="1903434"/>
                  <a:pt x="1303537" y="1903434"/>
                </a:cubicBezTo>
                <a:lnTo>
                  <a:pt x="1286185" y="1903434"/>
                </a:lnTo>
                <a:cubicBezTo>
                  <a:pt x="1285770" y="1903434"/>
                  <a:pt x="1285355" y="1903198"/>
                  <a:pt x="1285119" y="1902842"/>
                </a:cubicBezTo>
                <a:lnTo>
                  <a:pt x="1276472" y="1887858"/>
                </a:lnTo>
                <a:cubicBezTo>
                  <a:pt x="1276235" y="1887443"/>
                  <a:pt x="1276235" y="1886970"/>
                  <a:pt x="1276472" y="1886614"/>
                </a:cubicBezTo>
                <a:lnTo>
                  <a:pt x="1285119" y="1871630"/>
                </a:lnTo>
                <a:cubicBezTo>
                  <a:pt x="1285355" y="1871275"/>
                  <a:pt x="1285770" y="1871038"/>
                  <a:pt x="1286185" y="1871038"/>
                </a:cubicBezTo>
                <a:close/>
                <a:moveTo>
                  <a:pt x="4261712" y="1870565"/>
                </a:moveTo>
                <a:lnTo>
                  <a:pt x="4279598" y="1870565"/>
                </a:lnTo>
                <a:cubicBezTo>
                  <a:pt x="4280013" y="1870565"/>
                  <a:pt x="4280427" y="1870802"/>
                  <a:pt x="4280664" y="1871216"/>
                </a:cubicBezTo>
                <a:lnTo>
                  <a:pt x="4289607" y="1886733"/>
                </a:lnTo>
                <a:cubicBezTo>
                  <a:pt x="4289844" y="1887089"/>
                  <a:pt x="4289844" y="1887563"/>
                  <a:pt x="4289607" y="1887977"/>
                </a:cubicBezTo>
                <a:lnTo>
                  <a:pt x="4280664" y="1903494"/>
                </a:lnTo>
                <a:cubicBezTo>
                  <a:pt x="4280486" y="1903909"/>
                  <a:pt x="4280072" y="1904146"/>
                  <a:pt x="4279598" y="1904146"/>
                </a:cubicBezTo>
                <a:lnTo>
                  <a:pt x="4261712" y="1904146"/>
                </a:lnTo>
                <a:cubicBezTo>
                  <a:pt x="4261297" y="1904146"/>
                  <a:pt x="4260883" y="1903909"/>
                  <a:pt x="4260646" y="1903494"/>
                </a:cubicBezTo>
                <a:lnTo>
                  <a:pt x="4251703" y="1887977"/>
                </a:lnTo>
                <a:cubicBezTo>
                  <a:pt x="4251466" y="1887622"/>
                  <a:pt x="4251466" y="1887148"/>
                  <a:pt x="4251703" y="1886733"/>
                </a:cubicBezTo>
                <a:lnTo>
                  <a:pt x="4260646" y="1871216"/>
                </a:lnTo>
                <a:cubicBezTo>
                  <a:pt x="4260824" y="1870802"/>
                  <a:pt x="4261238" y="1870565"/>
                  <a:pt x="4261712" y="1870565"/>
                </a:cubicBezTo>
                <a:close/>
                <a:moveTo>
                  <a:pt x="1082983" y="1870446"/>
                </a:moveTo>
                <a:lnTo>
                  <a:pt x="1100987" y="1870446"/>
                </a:lnTo>
                <a:cubicBezTo>
                  <a:pt x="1101461" y="1870446"/>
                  <a:pt x="1101876" y="1870683"/>
                  <a:pt x="1102113" y="1871097"/>
                </a:cubicBezTo>
                <a:lnTo>
                  <a:pt x="1111115" y="1886674"/>
                </a:lnTo>
                <a:cubicBezTo>
                  <a:pt x="1111352" y="1887029"/>
                  <a:pt x="1111352" y="1887503"/>
                  <a:pt x="1111115" y="1887917"/>
                </a:cubicBezTo>
                <a:lnTo>
                  <a:pt x="1102113" y="1903494"/>
                </a:lnTo>
                <a:cubicBezTo>
                  <a:pt x="1101876" y="1903908"/>
                  <a:pt x="1101461" y="1904145"/>
                  <a:pt x="1100987" y="1904145"/>
                </a:cubicBezTo>
                <a:lnTo>
                  <a:pt x="1082983" y="1904145"/>
                </a:lnTo>
                <a:cubicBezTo>
                  <a:pt x="1082509" y="1904145"/>
                  <a:pt x="1082095" y="1903908"/>
                  <a:pt x="1081858" y="1903494"/>
                </a:cubicBezTo>
                <a:lnTo>
                  <a:pt x="1072856" y="1887917"/>
                </a:lnTo>
                <a:cubicBezTo>
                  <a:pt x="1072619" y="1887562"/>
                  <a:pt x="1072619" y="1887088"/>
                  <a:pt x="1072856" y="1886674"/>
                </a:cubicBezTo>
                <a:lnTo>
                  <a:pt x="1081858" y="1871097"/>
                </a:lnTo>
                <a:cubicBezTo>
                  <a:pt x="1082095" y="1870683"/>
                  <a:pt x="1082509" y="1870446"/>
                  <a:pt x="1082983" y="1870446"/>
                </a:cubicBezTo>
                <a:close/>
                <a:moveTo>
                  <a:pt x="1623826" y="1870032"/>
                </a:moveTo>
                <a:lnTo>
                  <a:pt x="1642245" y="1870032"/>
                </a:lnTo>
                <a:cubicBezTo>
                  <a:pt x="1642719" y="1870032"/>
                  <a:pt x="1643133" y="1870269"/>
                  <a:pt x="1643370" y="1870683"/>
                </a:cubicBezTo>
                <a:lnTo>
                  <a:pt x="1652610" y="1886674"/>
                </a:lnTo>
                <a:cubicBezTo>
                  <a:pt x="1652846" y="1887089"/>
                  <a:pt x="1652846" y="1887563"/>
                  <a:pt x="1652610" y="1887977"/>
                </a:cubicBezTo>
                <a:lnTo>
                  <a:pt x="1643370" y="1903968"/>
                </a:lnTo>
                <a:cubicBezTo>
                  <a:pt x="1643133" y="1904382"/>
                  <a:pt x="1642719" y="1904620"/>
                  <a:pt x="1642245" y="1904620"/>
                </a:cubicBezTo>
                <a:lnTo>
                  <a:pt x="1623826" y="1904620"/>
                </a:lnTo>
                <a:cubicBezTo>
                  <a:pt x="1623352" y="1904620"/>
                  <a:pt x="1622938" y="1904382"/>
                  <a:pt x="1622701" y="1903968"/>
                </a:cubicBezTo>
                <a:lnTo>
                  <a:pt x="1613462" y="1887977"/>
                </a:lnTo>
                <a:cubicBezTo>
                  <a:pt x="1613225" y="1887563"/>
                  <a:pt x="1613225" y="1887089"/>
                  <a:pt x="1613462" y="1886674"/>
                </a:cubicBezTo>
                <a:lnTo>
                  <a:pt x="1622701" y="1870683"/>
                </a:lnTo>
                <a:cubicBezTo>
                  <a:pt x="1622938" y="1870269"/>
                  <a:pt x="1623352" y="1870032"/>
                  <a:pt x="1623826" y="1870032"/>
                </a:cubicBezTo>
                <a:close/>
                <a:moveTo>
                  <a:pt x="1420921" y="1870032"/>
                </a:moveTo>
                <a:lnTo>
                  <a:pt x="1439340" y="1870032"/>
                </a:lnTo>
                <a:cubicBezTo>
                  <a:pt x="1439814" y="1870032"/>
                  <a:pt x="1440229" y="1870269"/>
                  <a:pt x="1440465" y="1870683"/>
                </a:cubicBezTo>
                <a:lnTo>
                  <a:pt x="1449705" y="1886674"/>
                </a:lnTo>
                <a:cubicBezTo>
                  <a:pt x="1449941" y="1887089"/>
                  <a:pt x="1449941" y="1887563"/>
                  <a:pt x="1449705" y="1887977"/>
                </a:cubicBezTo>
                <a:lnTo>
                  <a:pt x="1440465" y="1903968"/>
                </a:lnTo>
                <a:cubicBezTo>
                  <a:pt x="1440229" y="1904382"/>
                  <a:pt x="1439814" y="1904620"/>
                  <a:pt x="1439340" y="1904620"/>
                </a:cubicBezTo>
                <a:lnTo>
                  <a:pt x="1420921" y="1904620"/>
                </a:lnTo>
                <a:cubicBezTo>
                  <a:pt x="1420447" y="1904620"/>
                  <a:pt x="1420033" y="1904382"/>
                  <a:pt x="1419796" y="1903968"/>
                </a:cubicBezTo>
                <a:lnTo>
                  <a:pt x="1410557" y="1887977"/>
                </a:lnTo>
                <a:cubicBezTo>
                  <a:pt x="1410320" y="1887563"/>
                  <a:pt x="1410320" y="1887089"/>
                  <a:pt x="1410557" y="1886674"/>
                </a:cubicBezTo>
                <a:lnTo>
                  <a:pt x="1419796" y="1870683"/>
                </a:lnTo>
                <a:cubicBezTo>
                  <a:pt x="1420033" y="1870269"/>
                  <a:pt x="1420447" y="1870032"/>
                  <a:pt x="1420921" y="1870032"/>
                </a:cubicBezTo>
                <a:close/>
                <a:moveTo>
                  <a:pt x="1015111" y="1869914"/>
                </a:moveTo>
                <a:lnTo>
                  <a:pt x="1033649" y="1869914"/>
                </a:lnTo>
                <a:cubicBezTo>
                  <a:pt x="1034123" y="1869914"/>
                  <a:pt x="1034537" y="1870151"/>
                  <a:pt x="1034774" y="1870565"/>
                </a:cubicBezTo>
                <a:lnTo>
                  <a:pt x="1044013" y="1886615"/>
                </a:lnTo>
                <a:cubicBezTo>
                  <a:pt x="1044250" y="1887030"/>
                  <a:pt x="1044250" y="1887504"/>
                  <a:pt x="1044013" y="1887918"/>
                </a:cubicBezTo>
                <a:lnTo>
                  <a:pt x="1034715" y="1903968"/>
                </a:lnTo>
                <a:cubicBezTo>
                  <a:pt x="1034478" y="1904383"/>
                  <a:pt x="1034063" y="1904620"/>
                  <a:pt x="1033589" y="1904620"/>
                </a:cubicBezTo>
                <a:lnTo>
                  <a:pt x="1015052" y="1904620"/>
                </a:lnTo>
                <a:cubicBezTo>
                  <a:pt x="1014578" y="1904620"/>
                  <a:pt x="1014164" y="1904383"/>
                  <a:pt x="1013927" y="1903968"/>
                </a:cubicBezTo>
                <a:lnTo>
                  <a:pt x="1004688" y="1887918"/>
                </a:lnTo>
                <a:cubicBezTo>
                  <a:pt x="1004451" y="1887504"/>
                  <a:pt x="1004451" y="1887030"/>
                  <a:pt x="1004688" y="1886615"/>
                </a:cubicBezTo>
                <a:lnTo>
                  <a:pt x="1013986" y="1870565"/>
                </a:lnTo>
                <a:cubicBezTo>
                  <a:pt x="1014223" y="1870151"/>
                  <a:pt x="1014637" y="1869914"/>
                  <a:pt x="1015111" y="1869914"/>
                </a:cubicBezTo>
                <a:close/>
                <a:moveTo>
                  <a:pt x="1488379" y="1869736"/>
                </a:moveTo>
                <a:lnTo>
                  <a:pt x="1507153" y="1869736"/>
                </a:lnTo>
                <a:cubicBezTo>
                  <a:pt x="1507627" y="1869736"/>
                  <a:pt x="1508041" y="1869973"/>
                  <a:pt x="1508278" y="1870387"/>
                </a:cubicBezTo>
                <a:lnTo>
                  <a:pt x="1517636" y="1886615"/>
                </a:lnTo>
                <a:cubicBezTo>
                  <a:pt x="1517873" y="1886970"/>
                  <a:pt x="1517873" y="1887504"/>
                  <a:pt x="1517636" y="1887918"/>
                </a:cubicBezTo>
                <a:lnTo>
                  <a:pt x="1508219" y="1904146"/>
                </a:lnTo>
                <a:cubicBezTo>
                  <a:pt x="1507982" y="1904560"/>
                  <a:pt x="1507568" y="1904797"/>
                  <a:pt x="1507094" y="1904797"/>
                </a:cubicBezTo>
                <a:lnTo>
                  <a:pt x="1488320" y="1904797"/>
                </a:lnTo>
                <a:cubicBezTo>
                  <a:pt x="1487846" y="1904797"/>
                  <a:pt x="1487431" y="1904560"/>
                  <a:pt x="1487194" y="1904146"/>
                </a:cubicBezTo>
                <a:lnTo>
                  <a:pt x="1477837" y="1887918"/>
                </a:lnTo>
                <a:cubicBezTo>
                  <a:pt x="1477600" y="1887563"/>
                  <a:pt x="1477600" y="1887030"/>
                  <a:pt x="1477837" y="1886615"/>
                </a:cubicBezTo>
                <a:lnTo>
                  <a:pt x="1487254" y="1870387"/>
                </a:lnTo>
                <a:cubicBezTo>
                  <a:pt x="1487490" y="1869973"/>
                  <a:pt x="1487905" y="1869736"/>
                  <a:pt x="1488379" y="1869736"/>
                </a:cubicBezTo>
                <a:close/>
                <a:moveTo>
                  <a:pt x="744453" y="1869736"/>
                </a:moveTo>
                <a:lnTo>
                  <a:pt x="763227" y="1869736"/>
                </a:lnTo>
                <a:cubicBezTo>
                  <a:pt x="763701" y="1869736"/>
                  <a:pt x="764116" y="1869973"/>
                  <a:pt x="764353" y="1870387"/>
                </a:cubicBezTo>
                <a:lnTo>
                  <a:pt x="773710" y="1886615"/>
                </a:lnTo>
                <a:cubicBezTo>
                  <a:pt x="773947" y="1886970"/>
                  <a:pt x="773947" y="1887504"/>
                  <a:pt x="773710" y="1887918"/>
                </a:cubicBezTo>
                <a:lnTo>
                  <a:pt x="764293" y="1904146"/>
                </a:lnTo>
                <a:cubicBezTo>
                  <a:pt x="764056" y="1904560"/>
                  <a:pt x="763642" y="1904797"/>
                  <a:pt x="763168" y="1904797"/>
                </a:cubicBezTo>
                <a:lnTo>
                  <a:pt x="744393" y="1904797"/>
                </a:lnTo>
                <a:cubicBezTo>
                  <a:pt x="743920" y="1904797"/>
                  <a:pt x="743505" y="1904560"/>
                  <a:pt x="743268" y="1904146"/>
                </a:cubicBezTo>
                <a:lnTo>
                  <a:pt x="733911" y="1887918"/>
                </a:lnTo>
                <a:cubicBezTo>
                  <a:pt x="733674" y="1887563"/>
                  <a:pt x="733674" y="1887030"/>
                  <a:pt x="733911" y="1886615"/>
                </a:cubicBezTo>
                <a:lnTo>
                  <a:pt x="743327" y="1870387"/>
                </a:lnTo>
                <a:cubicBezTo>
                  <a:pt x="743565" y="1869973"/>
                  <a:pt x="743979" y="1869736"/>
                  <a:pt x="744453" y="1869736"/>
                </a:cubicBezTo>
                <a:close/>
                <a:moveTo>
                  <a:pt x="1555895" y="1869499"/>
                </a:moveTo>
                <a:lnTo>
                  <a:pt x="1574906" y="1869499"/>
                </a:lnTo>
                <a:cubicBezTo>
                  <a:pt x="1575380" y="1869499"/>
                  <a:pt x="1575854" y="1869736"/>
                  <a:pt x="1576091" y="1870150"/>
                </a:cubicBezTo>
                <a:lnTo>
                  <a:pt x="1585567" y="1886615"/>
                </a:lnTo>
                <a:cubicBezTo>
                  <a:pt x="1585804" y="1887029"/>
                  <a:pt x="1585804" y="1887563"/>
                  <a:pt x="1585567" y="1887977"/>
                </a:cubicBezTo>
                <a:lnTo>
                  <a:pt x="1576091" y="1904442"/>
                </a:lnTo>
                <a:cubicBezTo>
                  <a:pt x="1575795" y="1904856"/>
                  <a:pt x="1575380" y="1905093"/>
                  <a:pt x="1574906" y="1905093"/>
                </a:cubicBezTo>
                <a:lnTo>
                  <a:pt x="1555895" y="1905093"/>
                </a:lnTo>
                <a:cubicBezTo>
                  <a:pt x="1555421" y="1905093"/>
                  <a:pt x="1554948" y="1904856"/>
                  <a:pt x="1554710" y="1904442"/>
                </a:cubicBezTo>
                <a:lnTo>
                  <a:pt x="1545235" y="1887977"/>
                </a:lnTo>
                <a:cubicBezTo>
                  <a:pt x="1544998" y="1887563"/>
                  <a:pt x="1544998" y="1887029"/>
                  <a:pt x="1545235" y="1886615"/>
                </a:cubicBezTo>
                <a:lnTo>
                  <a:pt x="1554710" y="1870150"/>
                </a:lnTo>
                <a:cubicBezTo>
                  <a:pt x="1555007" y="1869736"/>
                  <a:pt x="1555421" y="1869499"/>
                  <a:pt x="1555895" y="1869499"/>
                </a:cubicBezTo>
                <a:close/>
                <a:moveTo>
                  <a:pt x="4666870" y="1869380"/>
                </a:moveTo>
                <a:lnTo>
                  <a:pt x="4685941" y="1869380"/>
                </a:lnTo>
                <a:cubicBezTo>
                  <a:pt x="4686415" y="1869380"/>
                  <a:pt x="4686888" y="1869617"/>
                  <a:pt x="4687125" y="1870031"/>
                </a:cubicBezTo>
                <a:lnTo>
                  <a:pt x="4696661" y="1886555"/>
                </a:lnTo>
                <a:cubicBezTo>
                  <a:pt x="4696898" y="1886970"/>
                  <a:pt x="4696898" y="1887503"/>
                  <a:pt x="4696661" y="1887917"/>
                </a:cubicBezTo>
                <a:lnTo>
                  <a:pt x="4687125" y="1904441"/>
                </a:lnTo>
                <a:cubicBezTo>
                  <a:pt x="4686888" y="1904856"/>
                  <a:pt x="4686415" y="1905093"/>
                  <a:pt x="4685941" y="1905093"/>
                </a:cubicBezTo>
                <a:lnTo>
                  <a:pt x="4666870" y="1905093"/>
                </a:lnTo>
                <a:cubicBezTo>
                  <a:pt x="4666397" y="1905093"/>
                  <a:pt x="4665923" y="1904856"/>
                  <a:pt x="4665686" y="1904441"/>
                </a:cubicBezTo>
                <a:lnTo>
                  <a:pt x="4656151" y="1887917"/>
                </a:lnTo>
                <a:cubicBezTo>
                  <a:pt x="4655914" y="1887503"/>
                  <a:pt x="4655914" y="1886970"/>
                  <a:pt x="4656151" y="1886555"/>
                </a:cubicBezTo>
                <a:lnTo>
                  <a:pt x="4665686" y="1870031"/>
                </a:lnTo>
                <a:cubicBezTo>
                  <a:pt x="4665923" y="1869617"/>
                  <a:pt x="4666397" y="1869380"/>
                  <a:pt x="4666870" y="1869380"/>
                </a:cubicBezTo>
                <a:close/>
                <a:moveTo>
                  <a:pt x="879545" y="1869321"/>
                </a:moveTo>
                <a:lnTo>
                  <a:pt x="898733" y="1869321"/>
                </a:lnTo>
                <a:cubicBezTo>
                  <a:pt x="899207" y="1869321"/>
                  <a:pt x="899681" y="1869558"/>
                  <a:pt x="899918" y="1869972"/>
                </a:cubicBezTo>
                <a:lnTo>
                  <a:pt x="909512" y="1886615"/>
                </a:lnTo>
                <a:cubicBezTo>
                  <a:pt x="909750" y="1887029"/>
                  <a:pt x="909750" y="1887562"/>
                  <a:pt x="909512" y="1887977"/>
                </a:cubicBezTo>
                <a:lnTo>
                  <a:pt x="899918" y="1904619"/>
                </a:lnTo>
                <a:cubicBezTo>
                  <a:pt x="899681" y="1905034"/>
                  <a:pt x="899207" y="1905271"/>
                  <a:pt x="898733" y="1905271"/>
                </a:cubicBezTo>
                <a:lnTo>
                  <a:pt x="879545" y="1905271"/>
                </a:lnTo>
                <a:cubicBezTo>
                  <a:pt x="879071" y="1905271"/>
                  <a:pt x="878597" y="1905034"/>
                  <a:pt x="878360" y="1904619"/>
                </a:cubicBezTo>
                <a:lnTo>
                  <a:pt x="868766" y="1887977"/>
                </a:lnTo>
                <a:cubicBezTo>
                  <a:pt x="868529" y="1887562"/>
                  <a:pt x="868529" y="1887029"/>
                  <a:pt x="868766" y="1886615"/>
                </a:cubicBezTo>
                <a:lnTo>
                  <a:pt x="878360" y="1869972"/>
                </a:lnTo>
                <a:cubicBezTo>
                  <a:pt x="878597" y="1869558"/>
                  <a:pt x="879071" y="1869321"/>
                  <a:pt x="879545" y="1869321"/>
                </a:cubicBezTo>
                <a:close/>
                <a:moveTo>
                  <a:pt x="676581" y="1869203"/>
                </a:moveTo>
                <a:lnTo>
                  <a:pt x="695888" y="1869203"/>
                </a:lnTo>
                <a:cubicBezTo>
                  <a:pt x="696362" y="1869203"/>
                  <a:pt x="696836" y="1869499"/>
                  <a:pt x="697073" y="1869914"/>
                </a:cubicBezTo>
                <a:lnTo>
                  <a:pt x="706726" y="1886674"/>
                </a:lnTo>
                <a:cubicBezTo>
                  <a:pt x="706963" y="1887089"/>
                  <a:pt x="706963" y="1887622"/>
                  <a:pt x="706726" y="1888037"/>
                </a:cubicBezTo>
                <a:lnTo>
                  <a:pt x="697073" y="1904797"/>
                </a:lnTo>
                <a:cubicBezTo>
                  <a:pt x="696836" y="1905271"/>
                  <a:pt x="696362" y="1905508"/>
                  <a:pt x="695888" y="1905508"/>
                </a:cubicBezTo>
                <a:lnTo>
                  <a:pt x="676581" y="1905508"/>
                </a:lnTo>
                <a:cubicBezTo>
                  <a:pt x="676107" y="1905508"/>
                  <a:pt x="675633" y="1905212"/>
                  <a:pt x="675396" y="1904797"/>
                </a:cubicBezTo>
                <a:lnTo>
                  <a:pt x="665743" y="1888037"/>
                </a:lnTo>
                <a:cubicBezTo>
                  <a:pt x="665506" y="1887622"/>
                  <a:pt x="665506" y="1887089"/>
                  <a:pt x="665743" y="1886674"/>
                </a:cubicBezTo>
                <a:lnTo>
                  <a:pt x="675396" y="1869914"/>
                </a:lnTo>
                <a:cubicBezTo>
                  <a:pt x="675633" y="1869440"/>
                  <a:pt x="676107" y="1869203"/>
                  <a:pt x="676581" y="1869203"/>
                </a:cubicBezTo>
                <a:close/>
                <a:moveTo>
                  <a:pt x="3449381" y="1869084"/>
                </a:moveTo>
                <a:lnTo>
                  <a:pt x="3468807" y="1869084"/>
                </a:lnTo>
                <a:cubicBezTo>
                  <a:pt x="3469281" y="1869084"/>
                  <a:pt x="3469754" y="1869380"/>
                  <a:pt x="3469991" y="1869795"/>
                </a:cubicBezTo>
                <a:lnTo>
                  <a:pt x="3479704" y="1886614"/>
                </a:lnTo>
                <a:cubicBezTo>
                  <a:pt x="3479941" y="1887029"/>
                  <a:pt x="3479941" y="1887562"/>
                  <a:pt x="3479704" y="1887977"/>
                </a:cubicBezTo>
                <a:lnTo>
                  <a:pt x="3469991" y="1904797"/>
                </a:lnTo>
                <a:cubicBezTo>
                  <a:pt x="3469754" y="1905270"/>
                  <a:pt x="3469281" y="1905507"/>
                  <a:pt x="3468807" y="1905507"/>
                </a:cubicBezTo>
                <a:lnTo>
                  <a:pt x="3449381" y="1905507"/>
                </a:lnTo>
                <a:cubicBezTo>
                  <a:pt x="3448908" y="1905507"/>
                  <a:pt x="3448433" y="1905211"/>
                  <a:pt x="3448196" y="1904797"/>
                </a:cubicBezTo>
                <a:lnTo>
                  <a:pt x="3438484" y="1887977"/>
                </a:lnTo>
                <a:cubicBezTo>
                  <a:pt x="3438247" y="1887562"/>
                  <a:pt x="3438247" y="1887029"/>
                  <a:pt x="3438484" y="1886614"/>
                </a:cubicBezTo>
                <a:lnTo>
                  <a:pt x="3448196" y="1869795"/>
                </a:lnTo>
                <a:cubicBezTo>
                  <a:pt x="3448433" y="1869321"/>
                  <a:pt x="3448908" y="1869084"/>
                  <a:pt x="3449381" y="1869084"/>
                </a:cubicBezTo>
                <a:close/>
                <a:moveTo>
                  <a:pt x="3246239" y="1868670"/>
                </a:moveTo>
                <a:lnTo>
                  <a:pt x="3266138" y="1868670"/>
                </a:lnTo>
                <a:cubicBezTo>
                  <a:pt x="3266612" y="1868670"/>
                  <a:pt x="3267086" y="1868966"/>
                  <a:pt x="3267323" y="1869381"/>
                </a:cubicBezTo>
                <a:lnTo>
                  <a:pt x="3277273" y="1886615"/>
                </a:lnTo>
                <a:cubicBezTo>
                  <a:pt x="3277510" y="1887089"/>
                  <a:pt x="3277510" y="1887622"/>
                  <a:pt x="3277273" y="1888037"/>
                </a:cubicBezTo>
                <a:lnTo>
                  <a:pt x="3267323" y="1905271"/>
                </a:lnTo>
                <a:cubicBezTo>
                  <a:pt x="3267086" y="1905686"/>
                  <a:pt x="3266612" y="1905982"/>
                  <a:pt x="3266138" y="1905982"/>
                </a:cubicBezTo>
                <a:lnTo>
                  <a:pt x="3246239" y="1905982"/>
                </a:lnTo>
                <a:cubicBezTo>
                  <a:pt x="3245765" y="1905982"/>
                  <a:pt x="3245292" y="1905686"/>
                  <a:pt x="3245054" y="1905271"/>
                </a:cubicBezTo>
                <a:lnTo>
                  <a:pt x="3235104" y="1888037"/>
                </a:lnTo>
                <a:cubicBezTo>
                  <a:pt x="3234868" y="1887563"/>
                  <a:pt x="3234868" y="1887030"/>
                  <a:pt x="3235104" y="1886615"/>
                </a:cubicBezTo>
                <a:lnTo>
                  <a:pt x="3245054" y="1869381"/>
                </a:lnTo>
                <a:cubicBezTo>
                  <a:pt x="3245292" y="1868966"/>
                  <a:pt x="3245765" y="1868670"/>
                  <a:pt x="3246239" y="1868670"/>
                </a:cubicBezTo>
                <a:close/>
                <a:moveTo>
                  <a:pt x="946588" y="1868255"/>
                </a:moveTo>
                <a:lnTo>
                  <a:pt x="966902" y="1868255"/>
                </a:lnTo>
                <a:cubicBezTo>
                  <a:pt x="967435" y="1868255"/>
                  <a:pt x="967909" y="1868551"/>
                  <a:pt x="968146" y="1868966"/>
                </a:cubicBezTo>
                <a:lnTo>
                  <a:pt x="978274" y="1886556"/>
                </a:lnTo>
                <a:cubicBezTo>
                  <a:pt x="978510" y="1886970"/>
                  <a:pt x="978510" y="1887562"/>
                  <a:pt x="978274" y="1887977"/>
                </a:cubicBezTo>
                <a:lnTo>
                  <a:pt x="968087" y="1905567"/>
                </a:lnTo>
                <a:cubicBezTo>
                  <a:pt x="967850" y="1905981"/>
                  <a:pt x="967376" y="1906277"/>
                  <a:pt x="966843" y="1906277"/>
                </a:cubicBezTo>
                <a:lnTo>
                  <a:pt x="946529" y="1906277"/>
                </a:lnTo>
                <a:cubicBezTo>
                  <a:pt x="945996" y="1906277"/>
                  <a:pt x="945522" y="1905981"/>
                  <a:pt x="945285" y="1905567"/>
                </a:cubicBezTo>
                <a:lnTo>
                  <a:pt x="935158" y="1887977"/>
                </a:lnTo>
                <a:cubicBezTo>
                  <a:pt x="934921" y="1887562"/>
                  <a:pt x="934921" y="1886970"/>
                  <a:pt x="935158" y="1886556"/>
                </a:cubicBezTo>
                <a:lnTo>
                  <a:pt x="945344" y="1868966"/>
                </a:lnTo>
                <a:cubicBezTo>
                  <a:pt x="945581" y="1868551"/>
                  <a:pt x="946055" y="1868255"/>
                  <a:pt x="946588" y="1868255"/>
                </a:cubicBezTo>
                <a:close/>
                <a:moveTo>
                  <a:pt x="1149316" y="1868077"/>
                </a:moveTo>
                <a:lnTo>
                  <a:pt x="1169866" y="1868077"/>
                </a:lnTo>
                <a:cubicBezTo>
                  <a:pt x="1170340" y="1868077"/>
                  <a:pt x="1170873" y="1868314"/>
                  <a:pt x="1171110" y="1868788"/>
                </a:cubicBezTo>
                <a:lnTo>
                  <a:pt x="1181356" y="1886556"/>
                </a:lnTo>
                <a:cubicBezTo>
                  <a:pt x="1181593" y="1887029"/>
                  <a:pt x="1181593" y="1887562"/>
                  <a:pt x="1181356" y="1888036"/>
                </a:cubicBezTo>
                <a:lnTo>
                  <a:pt x="1171110" y="1905804"/>
                </a:lnTo>
                <a:cubicBezTo>
                  <a:pt x="1170873" y="1906218"/>
                  <a:pt x="1170400" y="1906514"/>
                  <a:pt x="1169866" y="1906514"/>
                </a:cubicBezTo>
                <a:lnTo>
                  <a:pt x="1149316" y="1906514"/>
                </a:lnTo>
                <a:cubicBezTo>
                  <a:pt x="1148842" y="1906514"/>
                  <a:pt x="1148308" y="1906277"/>
                  <a:pt x="1148072" y="1905804"/>
                </a:cubicBezTo>
                <a:lnTo>
                  <a:pt x="1137826" y="1888036"/>
                </a:lnTo>
                <a:cubicBezTo>
                  <a:pt x="1137589" y="1887562"/>
                  <a:pt x="1137589" y="1887029"/>
                  <a:pt x="1137826" y="1886556"/>
                </a:cubicBezTo>
                <a:lnTo>
                  <a:pt x="1148072" y="1868788"/>
                </a:lnTo>
                <a:cubicBezTo>
                  <a:pt x="1148308" y="1868373"/>
                  <a:pt x="1148782" y="1868077"/>
                  <a:pt x="1149316" y="1868077"/>
                </a:cubicBezTo>
                <a:close/>
                <a:moveTo>
                  <a:pt x="4733618" y="1867722"/>
                </a:moveTo>
                <a:lnTo>
                  <a:pt x="4754465" y="1867722"/>
                </a:lnTo>
                <a:cubicBezTo>
                  <a:pt x="4754998" y="1867722"/>
                  <a:pt x="4755472" y="1867959"/>
                  <a:pt x="4755768" y="1868433"/>
                </a:cubicBezTo>
                <a:lnTo>
                  <a:pt x="4766192" y="1886497"/>
                </a:lnTo>
                <a:cubicBezTo>
                  <a:pt x="4766488" y="1886970"/>
                  <a:pt x="4766488" y="1887503"/>
                  <a:pt x="4766192" y="1887977"/>
                </a:cubicBezTo>
                <a:lnTo>
                  <a:pt x="4755768" y="1906041"/>
                </a:lnTo>
                <a:cubicBezTo>
                  <a:pt x="4755472" y="1906455"/>
                  <a:pt x="4754998" y="1906751"/>
                  <a:pt x="4754465" y="1906751"/>
                </a:cubicBezTo>
                <a:lnTo>
                  <a:pt x="4733618" y="1906751"/>
                </a:lnTo>
                <a:cubicBezTo>
                  <a:pt x="4733085" y="1906751"/>
                  <a:pt x="4732611" y="1906515"/>
                  <a:pt x="4732315" y="1906041"/>
                </a:cubicBezTo>
                <a:lnTo>
                  <a:pt x="4721891" y="1887977"/>
                </a:lnTo>
                <a:cubicBezTo>
                  <a:pt x="4721595" y="1887503"/>
                  <a:pt x="4721595" y="1886970"/>
                  <a:pt x="4721891" y="1886497"/>
                </a:cubicBezTo>
                <a:lnTo>
                  <a:pt x="4732315" y="1868433"/>
                </a:lnTo>
                <a:cubicBezTo>
                  <a:pt x="4732611" y="1868018"/>
                  <a:pt x="4733085" y="1867722"/>
                  <a:pt x="4733618" y="1867722"/>
                </a:cubicBezTo>
                <a:close/>
                <a:moveTo>
                  <a:pt x="3516246" y="1867663"/>
                </a:moveTo>
                <a:lnTo>
                  <a:pt x="3537211" y="1867663"/>
                </a:lnTo>
                <a:cubicBezTo>
                  <a:pt x="3537745" y="1867663"/>
                  <a:pt x="3538219" y="1867959"/>
                  <a:pt x="3538514" y="1868433"/>
                </a:cubicBezTo>
                <a:lnTo>
                  <a:pt x="3548997" y="1886615"/>
                </a:lnTo>
                <a:cubicBezTo>
                  <a:pt x="3549294" y="1887089"/>
                  <a:pt x="3549294" y="1887622"/>
                  <a:pt x="3548997" y="1888095"/>
                </a:cubicBezTo>
                <a:lnTo>
                  <a:pt x="3538514" y="1906278"/>
                </a:lnTo>
                <a:cubicBezTo>
                  <a:pt x="3538219" y="1906751"/>
                  <a:pt x="3537745" y="1907047"/>
                  <a:pt x="3537211" y="1907047"/>
                </a:cubicBezTo>
                <a:lnTo>
                  <a:pt x="3516246" y="1907047"/>
                </a:lnTo>
                <a:cubicBezTo>
                  <a:pt x="3515713" y="1907047"/>
                  <a:pt x="3515239" y="1906751"/>
                  <a:pt x="3514943" y="1906278"/>
                </a:cubicBezTo>
                <a:lnTo>
                  <a:pt x="3504460" y="1888095"/>
                </a:lnTo>
                <a:cubicBezTo>
                  <a:pt x="3504164" y="1887622"/>
                  <a:pt x="3504164" y="1887089"/>
                  <a:pt x="3504460" y="1886615"/>
                </a:cubicBezTo>
                <a:lnTo>
                  <a:pt x="3514943" y="1868433"/>
                </a:lnTo>
                <a:cubicBezTo>
                  <a:pt x="3515239" y="1867959"/>
                  <a:pt x="3515713" y="1867663"/>
                  <a:pt x="3516246" y="1867663"/>
                </a:cubicBezTo>
                <a:close/>
                <a:moveTo>
                  <a:pt x="3651220" y="1867130"/>
                </a:moveTo>
                <a:lnTo>
                  <a:pt x="3672718" y="1867130"/>
                </a:lnTo>
                <a:cubicBezTo>
                  <a:pt x="3673251" y="1867130"/>
                  <a:pt x="3673726" y="1867426"/>
                  <a:pt x="3674021" y="1867900"/>
                </a:cubicBezTo>
                <a:lnTo>
                  <a:pt x="3684801" y="1886556"/>
                </a:lnTo>
                <a:cubicBezTo>
                  <a:pt x="3685096" y="1887030"/>
                  <a:pt x="3685096" y="1887622"/>
                  <a:pt x="3684801" y="1888096"/>
                </a:cubicBezTo>
                <a:lnTo>
                  <a:pt x="3674021" y="1906752"/>
                </a:lnTo>
                <a:cubicBezTo>
                  <a:pt x="3673785" y="1907226"/>
                  <a:pt x="3673251" y="1907522"/>
                  <a:pt x="3672718" y="1907522"/>
                </a:cubicBezTo>
                <a:lnTo>
                  <a:pt x="3651220" y="1907522"/>
                </a:lnTo>
                <a:cubicBezTo>
                  <a:pt x="3650687" y="1907522"/>
                  <a:pt x="3650213" y="1907226"/>
                  <a:pt x="3649917" y="1906752"/>
                </a:cubicBezTo>
                <a:lnTo>
                  <a:pt x="3639138" y="1888096"/>
                </a:lnTo>
                <a:cubicBezTo>
                  <a:pt x="3638842" y="1887622"/>
                  <a:pt x="3638842" y="1887030"/>
                  <a:pt x="3639138" y="1886556"/>
                </a:cubicBezTo>
                <a:lnTo>
                  <a:pt x="3649917" y="1867900"/>
                </a:lnTo>
                <a:cubicBezTo>
                  <a:pt x="3650154" y="1867426"/>
                  <a:pt x="3650687" y="1867130"/>
                  <a:pt x="3651220" y="1867130"/>
                </a:cubicBezTo>
                <a:close/>
                <a:moveTo>
                  <a:pt x="3177537" y="1866715"/>
                </a:moveTo>
                <a:lnTo>
                  <a:pt x="3199509" y="1866715"/>
                </a:lnTo>
                <a:cubicBezTo>
                  <a:pt x="3200102" y="1866715"/>
                  <a:pt x="3200576" y="1867011"/>
                  <a:pt x="3200872" y="1867485"/>
                </a:cubicBezTo>
                <a:lnTo>
                  <a:pt x="3211829" y="1886496"/>
                </a:lnTo>
                <a:cubicBezTo>
                  <a:pt x="3212124" y="1886970"/>
                  <a:pt x="3212124" y="1887562"/>
                  <a:pt x="3211829" y="1888036"/>
                </a:cubicBezTo>
                <a:lnTo>
                  <a:pt x="3200813" y="1907047"/>
                </a:lnTo>
                <a:cubicBezTo>
                  <a:pt x="3200517" y="1907521"/>
                  <a:pt x="3199984" y="1907817"/>
                  <a:pt x="3199450" y="1907817"/>
                </a:cubicBezTo>
                <a:lnTo>
                  <a:pt x="3177478" y="1907817"/>
                </a:lnTo>
                <a:cubicBezTo>
                  <a:pt x="3176886" y="1907817"/>
                  <a:pt x="3176412" y="1907521"/>
                  <a:pt x="3176116" y="1907047"/>
                </a:cubicBezTo>
                <a:lnTo>
                  <a:pt x="3165159" y="1888036"/>
                </a:lnTo>
                <a:cubicBezTo>
                  <a:pt x="3164863" y="1887562"/>
                  <a:pt x="3164863" y="1886970"/>
                  <a:pt x="3165159" y="1886496"/>
                </a:cubicBezTo>
                <a:lnTo>
                  <a:pt x="3176175" y="1867485"/>
                </a:lnTo>
                <a:cubicBezTo>
                  <a:pt x="3176472" y="1867011"/>
                  <a:pt x="3177004" y="1866715"/>
                  <a:pt x="3177537" y="1866715"/>
                </a:cubicBezTo>
                <a:close/>
                <a:moveTo>
                  <a:pt x="1892294" y="1866182"/>
                </a:moveTo>
                <a:lnTo>
                  <a:pt x="1914800" y="1866182"/>
                </a:lnTo>
                <a:cubicBezTo>
                  <a:pt x="1915333" y="1866182"/>
                  <a:pt x="1915866" y="1866478"/>
                  <a:pt x="1916162" y="1866952"/>
                </a:cubicBezTo>
                <a:lnTo>
                  <a:pt x="1927414" y="1886437"/>
                </a:lnTo>
                <a:cubicBezTo>
                  <a:pt x="1927711" y="1886911"/>
                  <a:pt x="1927711" y="1887562"/>
                  <a:pt x="1927414" y="1888036"/>
                </a:cubicBezTo>
                <a:lnTo>
                  <a:pt x="1916162" y="1907521"/>
                </a:lnTo>
                <a:cubicBezTo>
                  <a:pt x="1915866" y="1907995"/>
                  <a:pt x="1915333" y="1908291"/>
                  <a:pt x="1914800" y="1908291"/>
                </a:cubicBezTo>
                <a:lnTo>
                  <a:pt x="1892294" y="1908291"/>
                </a:lnTo>
                <a:cubicBezTo>
                  <a:pt x="1891761" y="1908291"/>
                  <a:pt x="1891228" y="1907995"/>
                  <a:pt x="1890932" y="1907521"/>
                </a:cubicBezTo>
                <a:lnTo>
                  <a:pt x="1879679" y="1888036"/>
                </a:lnTo>
                <a:cubicBezTo>
                  <a:pt x="1879383" y="1887562"/>
                  <a:pt x="1879383" y="1886911"/>
                  <a:pt x="1879679" y="1886437"/>
                </a:cubicBezTo>
                <a:lnTo>
                  <a:pt x="1890932" y="1866952"/>
                </a:lnTo>
                <a:cubicBezTo>
                  <a:pt x="1891228" y="1866478"/>
                  <a:pt x="1891761" y="1866182"/>
                  <a:pt x="1892294" y="1866182"/>
                </a:cubicBezTo>
                <a:close/>
                <a:moveTo>
                  <a:pt x="3582992" y="1866064"/>
                </a:moveTo>
                <a:lnTo>
                  <a:pt x="3605616" y="1866064"/>
                </a:lnTo>
                <a:cubicBezTo>
                  <a:pt x="3606149" y="1866064"/>
                  <a:pt x="3606682" y="1866419"/>
                  <a:pt x="3606978" y="1866893"/>
                </a:cubicBezTo>
                <a:lnTo>
                  <a:pt x="3618290" y="1886497"/>
                </a:lnTo>
                <a:cubicBezTo>
                  <a:pt x="3618586" y="1886970"/>
                  <a:pt x="3618586" y="1887622"/>
                  <a:pt x="3618290" y="1888096"/>
                </a:cubicBezTo>
                <a:lnTo>
                  <a:pt x="3606978" y="1907699"/>
                </a:lnTo>
                <a:cubicBezTo>
                  <a:pt x="3606682" y="1908232"/>
                  <a:pt x="3606208" y="1908528"/>
                  <a:pt x="3605616" y="1908528"/>
                </a:cubicBezTo>
                <a:lnTo>
                  <a:pt x="3582992" y="1908528"/>
                </a:lnTo>
                <a:cubicBezTo>
                  <a:pt x="3582459" y="1908528"/>
                  <a:pt x="3581926" y="1908173"/>
                  <a:pt x="3581630" y="1907699"/>
                </a:cubicBezTo>
                <a:lnTo>
                  <a:pt x="3570318" y="1888096"/>
                </a:lnTo>
                <a:cubicBezTo>
                  <a:pt x="3570022" y="1887622"/>
                  <a:pt x="3570022" y="1886970"/>
                  <a:pt x="3570318" y="1886497"/>
                </a:cubicBezTo>
                <a:lnTo>
                  <a:pt x="3581630" y="1866893"/>
                </a:lnTo>
                <a:cubicBezTo>
                  <a:pt x="3581926" y="1866360"/>
                  <a:pt x="3582400" y="1866064"/>
                  <a:pt x="3582992" y="1866064"/>
                </a:cubicBezTo>
                <a:close/>
                <a:moveTo>
                  <a:pt x="4800186" y="1865768"/>
                </a:moveTo>
                <a:lnTo>
                  <a:pt x="4823165" y="1865768"/>
                </a:lnTo>
                <a:cubicBezTo>
                  <a:pt x="4823757" y="1865768"/>
                  <a:pt x="4824291" y="1866123"/>
                  <a:pt x="4824587" y="1866597"/>
                </a:cubicBezTo>
                <a:lnTo>
                  <a:pt x="4836077" y="1886497"/>
                </a:lnTo>
                <a:cubicBezTo>
                  <a:pt x="4836372" y="1886970"/>
                  <a:pt x="4836372" y="1887622"/>
                  <a:pt x="4836077" y="1888096"/>
                </a:cubicBezTo>
                <a:lnTo>
                  <a:pt x="4824587" y="1907996"/>
                </a:lnTo>
                <a:cubicBezTo>
                  <a:pt x="4824291" y="1908528"/>
                  <a:pt x="4823757" y="1908824"/>
                  <a:pt x="4823165" y="1908824"/>
                </a:cubicBezTo>
                <a:lnTo>
                  <a:pt x="4800186" y="1908824"/>
                </a:lnTo>
                <a:cubicBezTo>
                  <a:pt x="4799594" y="1908824"/>
                  <a:pt x="4799061" y="1908469"/>
                  <a:pt x="4798765" y="1907996"/>
                </a:cubicBezTo>
                <a:lnTo>
                  <a:pt x="4787275" y="1888096"/>
                </a:lnTo>
                <a:cubicBezTo>
                  <a:pt x="4786979" y="1887622"/>
                  <a:pt x="4786979" y="1886970"/>
                  <a:pt x="4787275" y="1886497"/>
                </a:cubicBezTo>
                <a:lnTo>
                  <a:pt x="4798765" y="1866597"/>
                </a:lnTo>
                <a:cubicBezTo>
                  <a:pt x="4799061" y="1866064"/>
                  <a:pt x="4799594" y="1865768"/>
                  <a:pt x="4800186" y="1865768"/>
                </a:cubicBezTo>
                <a:close/>
                <a:moveTo>
                  <a:pt x="4867762" y="1865708"/>
                </a:moveTo>
                <a:lnTo>
                  <a:pt x="4890860" y="1865708"/>
                </a:lnTo>
                <a:cubicBezTo>
                  <a:pt x="4891452" y="1865708"/>
                  <a:pt x="4891985" y="1866063"/>
                  <a:pt x="4892282" y="1866537"/>
                </a:cubicBezTo>
                <a:lnTo>
                  <a:pt x="4903830" y="1886496"/>
                </a:lnTo>
                <a:cubicBezTo>
                  <a:pt x="4904127" y="1887029"/>
                  <a:pt x="4904127" y="1887681"/>
                  <a:pt x="4903830" y="1888154"/>
                </a:cubicBezTo>
                <a:lnTo>
                  <a:pt x="4892282" y="1908113"/>
                </a:lnTo>
                <a:cubicBezTo>
                  <a:pt x="4891985" y="1908646"/>
                  <a:pt x="4891452" y="1908942"/>
                  <a:pt x="4890860" y="1908942"/>
                </a:cubicBezTo>
                <a:lnTo>
                  <a:pt x="4867762" y="1908942"/>
                </a:lnTo>
                <a:cubicBezTo>
                  <a:pt x="4867170" y="1908942"/>
                  <a:pt x="4866637" y="1908587"/>
                  <a:pt x="4866341" y="1908113"/>
                </a:cubicBezTo>
                <a:lnTo>
                  <a:pt x="4854792" y="1888154"/>
                </a:lnTo>
                <a:cubicBezTo>
                  <a:pt x="4854496" y="1887621"/>
                  <a:pt x="4854496" y="1886970"/>
                  <a:pt x="4854792" y="1886496"/>
                </a:cubicBezTo>
                <a:lnTo>
                  <a:pt x="4866341" y="1866537"/>
                </a:lnTo>
                <a:cubicBezTo>
                  <a:pt x="4866637" y="1866004"/>
                  <a:pt x="4867170" y="1865708"/>
                  <a:pt x="4867762" y="1865708"/>
                </a:cubicBezTo>
                <a:close/>
                <a:moveTo>
                  <a:pt x="2027268" y="1865590"/>
                </a:moveTo>
                <a:lnTo>
                  <a:pt x="2050424" y="1865590"/>
                </a:lnTo>
                <a:cubicBezTo>
                  <a:pt x="2051017" y="1865590"/>
                  <a:pt x="2051550" y="1865945"/>
                  <a:pt x="2051846" y="1866419"/>
                </a:cubicBezTo>
                <a:lnTo>
                  <a:pt x="2063454" y="1886497"/>
                </a:lnTo>
                <a:cubicBezTo>
                  <a:pt x="2063750" y="1887029"/>
                  <a:pt x="2063750" y="1887681"/>
                  <a:pt x="2063454" y="1888155"/>
                </a:cubicBezTo>
                <a:lnTo>
                  <a:pt x="2051846" y="1908232"/>
                </a:lnTo>
                <a:cubicBezTo>
                  <a:pt x="2051550" y="1908765"/>
                  <a:pt x="2051017" y="1909061"/>
                  <a:pt x="2050424" y="1909061"/>
                </a:cubicBezTo>
                <a:lnTo>
                  <a:pt x="2027268" y="1909061"/>
                </a:lnTo>
                <a:cubicBezTo>
                  <a:pt x="2026675" y="1909061"/>
                  <a:pt x="2026142" y="1908706"/>
                  <a:pt x="2025846" y="1908232"/>
                </a:cubicBezTo>
                <a:lnTo>
                  <a:pt x="2014238" y="1888155"/>
                </a:lnTo>
                <a:cubicBezTo>
                  <a:pt x="2013942" y="1887622"/>
                  <a:pt x="2013942" y="1886970"/>
                  <a:pt x="2014238" y="1886497"/>
                </a:cubicBezTo>
                <a:lnTo>
                  <a:pt x="2025846" y="1866419"/>
                </a:lnTo>
                <a:cubicBezTo>
                  <a:pt x="2026142" y="1865886"/>
                  <a:pt x="2026675" y="1865590"/>
                  <a:pt x="2027268" y="1865590"/>
                </a:cubicBezTo>
                <a:close/>
                <a:moveTo>
                  <a:pt x="1824067" y="1865057"/>
                </a:moveTo>
                <a:lnTo>
                  <a:pt x="1847816" y="1865057"/>
                </a:lnTo>
                <a:cubicBezTo>
                  <a:pt x="1848408" y="1865057"/>
                  <a:pt x="1848941" y="1865353"/>
                  <a:pt x="1849238" y="1865886"/>
                </a:cubicBezTo>
                <a:lnTo>
                  <a:pt x="1861083" y="1886437"/>
                </a:lnTo>
                <a:cubicBezTo>
                  <a:pt x="1861379" y="1886911"/>
                  <a:pt x="1861379" y="1887562"/>
                  <a:pt x="1861083" y="1888095"/>
                </a:cubicBezTo>
                <a:lnTo>
                  <a:pt x="1849178" y="1908647"/>
                </a:lnTo>
                <a:cubicBezTo>
                  <a:pt x="1848882" y="1909179"/>
                  <a:pt x="1848349" y="1909476"/>
                  <a:pt x="1847757" y="1909476"/>
                </a:cubicBezTo>
                <a:lnTo>
                  <a:pt x="1824008" y="1909476"/>
                </a:lnTo>
                <a:cubicBezTo>
                  <a:pt x="1823415" y="1909476"/>
                  <a:pt x="1822882" y="1909179"/>
                  <a:pt x="1822586" y="1908647"/>
                </a:cubicBezTo>
                <a:lnTo>
                  <a:pt x="1810741" y="1888095"/>
                </a:lnTo>
                <a:cubicBezTo>
                  <a:pt x="1810445" y="1887622"/>
                  <a:pt x="1810445" y="1886970"/>
                  <a:pt x="1810741" y="1886437"/>
                </a:cubicBezTo>
                <a:lnTo>
                  <a:pt x="1822645" y="1865886"/>
                </a:lnTo>
                <a:cubicBezTo>
                  <a:pt x="1822942" y="1865353"/>
                  <a:pt x="1823474" y="1865057"/>
                  <a:pt x="1824067" y="1865057"/>
                </a:cubicBezTo>
                <a:close/>
                <a:moveTo>
                  <a:pt x="1958804" y="1864109"/>
                </a:moveTo>
                <a:lnTo>
                  <a:pt x="1983560" y="1864109"/>
                </a:lnTo>
                <a:cubicBezTo>
                  <a:pt x="1984152" y="1864109"/>
                  <a:pt x="1984744" y="1864464"/>
                  <a:pt x="1985041" y="1864998"/>
                </a:cubicBezTo>
                <a:lnTo>
                  <a:pt x="1997418" y="1886437"/>
                </a:lnTo>
                <a:cubicBezTo>
                  <a:pt x="1997715" y="1887029"/>
                  <a:pt x="1997715" y="1887681"/>
                  <a:pt x="1997418" y="1888214"/>
                </a:cubicBezTo>
                <a:lnTo>
                  <a:pt x="1985041" y="1909653"/>
                </a:lnTo>
                <a:cubicBezTo>
                  <a:pt x="1984744" y="1910186"/>
                  <a:pt x="1984152" y="1910542"/>
                  <a:pt x="1983560" y="1910542"/>
                </a:cubicBezTo>
                <a:lnTo>
                  <a:pt x="1958804" y="1910542"/>
                </a:lnTo>
                <a:cubicBezTo>
                  <a:pt x="1958211" y="1910542"/>
                  <a:pt x="1957619" y="1910186"/>
                  <a:pt x="1957323" y="1909653"/>
                </a:cubicBezTo>
                <a:lnTo>
                  <a:pt x="1944945" y="1888214"/>
                </a:lnTo>
                <a:cubicBezTo>
                  <a:pt x="1944649" y="1887622"/>
                  <a:pt x="1944649" y="1886970"/>
                  <a:pt x="1944945" y="1886437"/>
                </a:cubicBezTo>
                <a:lnTo>
                  <a:pt x="1957323" y="1864998"/>
                </a:lnTo>
                <a:cubicBezTo>
                  <a:pt x="1957619" y="1864464"/>
                  <a:pt x="1958211" y="1864109"/>
                  <a:pt x="1958804" y="1864109"/>
                </a:cubicBezTo>
                <a:close/>
                <a:moveTo>
                  <a:pt x="1755899" y="1864109"/>
                </a:moveTo>
                <a:lnTo>
                  <a:pt x="1780655" y="1864109"/>
                </a:lnTo>
                <a:cubicBezTo>
                  <a:pt x="1781247" y="1864109"/>
                  <a:pt x="1781839" y="1864464"/>
                  <a:pt x="1782136" y="1864998"/>
                </a:cubicBezTo>
                <a:lnTo>
                  <a:pt x="1794513" y="1886437"/>
                </a:lnTo>
                <a:cubicBezTo>
                  <a:pt x="1794810" y="1887029"/>
                  <a:pt x="1794810" y="1887681"/>
                  <a:pt x="1794513" y="1888214"/>
                </a:cubicBezTo>
                <a:lnTo>
                  <a:pt x="1782136" y="1909653"/>
                </a:lnTo>
                <a:cubicBezTo>
                  <a:pt x="1781839" y="1910186"/>
                  <a:pt x="1781247" y="1910542"/>
                  <a:pt x="1780655" y="1910542"/>
                </a:cubicBezTo>
                <a:lnTo>
                  <a:pt x="1755899" y="1910542"/>
                </a:lnTo>
                <a:cubicBezTo>
                  <a:pt x="1755306" y="1910542"/>
                  <a:pt x="1754714" y="1910186"/>
                  <a:pt x="1754418" y="1909653"/>
                </a:cubicBezTo>
                <a:lnTo>
                  <a:pt x="1742040" y="1888214"/>
                </a:lnTo>
                <a:cubicBezTo>
                  <a:pt x="1741744" y="1887622"/>
                  <a:pt x="1741744" y="1886970"/>
                  <a:pt x="1742040" y="1886437"/>
                </a:cubicBezTo>
                <a:lnTo>
                  <a:pt x="1754418" y="1864998"/>
                </a:lnTo>
                <a:cubicBezTo>
                  <a:pt x="1754714" y="1864464"/>
                  <a:pt x="1755306" y="1864109"/>
                  <a:pt x="1755899" y="1864109"/>
                </a:cubicBezTo>
                <a:close/>
                <a:moveTo>
                  <a:pt x="2770128" y="1863635"/>
                </a:moveTo>
                <a:lnTo>
                  <a:pt x="2795417" y="1863635"/>
                </a:lnTo>
                <a:cubicBezTo>
                  <a:pt x="2796069" y="1863635"/>
                  <a:pt x="2796661" y="1863991"/>
                  <a:pt x="2796957" y="1864524"/>
                </a:cubicBezTo>
                <a:lnTo>
                  <a:pt x="2809572" y="1886437"/>
                </a:lnTo>
                <a:cubicBezTo>
                  <a:pt x="2809868" y="1886970"/>
                  <a:pt x="2809868" y="1887681"/>
                  <a:pt x="2809572" y="1888214"/>
                </a:cubicBezTo>
                <a:lnTo>
                  <a:pt x="2796898" y="1910127"/>
                </a:lnTo>
                <a:cubicBezTo>
                  <a:pt x="2796602" y="1910660"/>
                  <a:pt x="2796010" y="1911015"/>
                  <a:pt x="2795358" y="1911015"/>
                </a:cubicBezTo>
                <a:lnTo>
                  <a:pt x="2770069" y="1911015"/>
                </a:lnTo>
                <a:cubicBezTo>
                  <a:pt x="2769418" y="1911015"/>
                  <a:pt x="2768825" y="1910660"/>
                  <a:pt x="2768529" y="1910127"/>
                </a:cubicBezTo>
                <a:lnTo>
                  <a:pt x="2755914" y="1888214"/>
                </a:lnTo>
                <a:cubicBezTo>
                  <a:pt x="2755618" y="1887681"/>
                  <a:pt x="2755618" y="1886970"/>
                  <a:pt x="2755914" y="1886437"/>
                </a:cubicBezTo>
                <a:lnTo>
                  <a:pt x="2768588" y="1864524"/>
                </a:lnTo>
                <a:cubicBezTo>
                  <a:pt x="2768884" y="1863991"/>
                  <a:pt x="2769477" y="1863635"/>
                  <a:pt x="2770128" y="1863635"/>
                </a:cubicBezTo>
                <a:close/>
                <a:moveTo>
                  <a:pt x="2566689" y="1862688"/>
                </a:moveTo>
                <a:lnTo>
                  <a:pt x="2592985" y="1862688"/>
                </a:lnTo>
                <a:cubicBezTo>
                  <a:pt x="2593637" y="1862688"/>
                  <a:pt x="2594229" y="1863043"/>
                  <a:pt x="2594585" y="1863635"/>
                </a:cubicBezTo>
                <a:lnTo>
                  <a:pt x="2607733" y="1886378"/>
                </a:lnTo>
                <a:cubicBezTo>
                  <a:pt x="2608088" y="1886911"/>
                  <a:pt x="2608088" y="1887622"/>
                  <a:pt x="2607733" y="1888214"/>
                </a:cubicBezTo>
                <a:lnTo>
                  <a:pt x="2594585" y="1910957"/>
                </a:lnTo>
                <a:cubicBezTo>
                  <a:pt x="2594229" y="1911549"/>
                  <a:pt x="2593637" y="1911904"/>
                  <a:pt x="2592985" y="1911904"/>
                </a:cubicBezTo>
                <a:lnTo>
                  <a:pt x="2566689" y="1911904"/>
                </a:lnTo>
                <a:cubicBezTo>
                  <a:pt x="2566038" y="1911904"/>
                  <a:pt x="2565446" y="1911549"/>
                  <a:pt x="2565091" y="1910957"/>
                </a:cubicBezTo>
                <a:lnTo>
                  <a:pt x="2551943" y="1888214"/>
                </a:lnTo>
                <a:cubicBezTo>
                  <a:pt x="2551587" y="1887681"/>
                  <a:pt x="2551587" y="1886970"/>
                  <a:pt x="2551943" y="1886378"/>
                </a:cubicBezTo>
                <a:lnTo>
                  <a:pt x="2565091" y="1863635"/>
                </a:lnTo>
                <a:cubicBezTo>
                  <a:pt x="2565446" y="1863043"/>
                  <a:pt x="2566038" y="1862688"/>
                  <a:pt x="2566689" y="1862688"/>
                </a:cubicBezTo>
                <a:close/>
                <a:moveTo>
                  <a:pt x="2499054" y="1862688"/>
                </a:moveTo>
                <a:lnTo>
                  <a:pt x="2525350" y="1862688"/>
                </a:lnTo>
                <a:cubicBezTo>
                  <a:pt x="2526002" y="1862688"/>
                  <a:pt x="2526594" y="1863043"/>
                  <a:pt x="2526950" y="1863635"/>
                </a:cubicBezTo>
                <a:lnTo>
                  <a:pt x="2540097" y="1886378"/>
                </a:lnTo>
                <a:cubicBezTo>
                  <a:pt x="2540453" y="1886911"/>
                  <a:pt x="2540453" y="1887622"/>
                  <a:pt x="2540097" y="1888214"/>
                </a:cubicBezTo>
                <a:lnTo>
                  <a:pt x="2526950" y="1910957"/>
                </a:lnTo>
                <a:cubicBezTo>
                  <a:pt x="2526594" y="1911549"/>
                  <a:pt x="2526002" y="1911904"/>
                  <a:pt x="2525350" y="1911904"/>
                </a:cubicBezTo>
                <a:lnTo>
                  <a:pt x="2499054" y="1911904"/>
                </a:lnTo>
                <a:cubicBezTo>
                  <a:pt x="2498403" y="1911904"/>
                  <a:pt x="2497811" y="1911549"/>
                  <a:pt x="2497455" y="1910957"/>
                </a:cubicBezTo>
                <a:lnTo>
                  <a:pt x="2484308" y="1888214"/>
                </a:lnTo>
                <a:cubicBezTo>
                  <a:pt x="2483952" y="1887681"/>
                  <a:pt x="2483952" y="1886970"/>
                  <a:pt x="2484308" y="1886378"/>
                </a:cubicBezTo>
                <a:lnTo>
                  <a:pt x="2497455" y="1863635"/>
                </a:lnTo>
                <a:cubicBezTo>
                  <a:pt x="2497811" y="1863043"/>
                  <a:pt x="2498403" y="1862688"/>
                  <a:pt x="2499054" y="1862688"/>
                </a:cubicBezTo>
                <a:close/>
                <a:moveTo>
                  <a:pt x="1687494" y="1862569"/>
                </a:moveTo>
                <a:lnTo>
                  <a:pt x="1713849" y="1862569"/>
                </a:lnTo>
                <a:cubicBezTo>
                  <a:pt x="1714500" y="1862569"/>
                  <a:pt x="1715093" y="1862924"/>
                  <a:pt x="1715448" y="1863517"/>
                </a:cubicBezTo>
                <a:lnTo>
                  <a:pt x="1728655" y="1886378"/>
                </a:lnTo>
                <a:cubicBezTo>
                  <a:pt x="1729010" y="1886970"/>
                  <a:pt x="1729010" y="1887681"/>
                  <a:pt x="1728655" y="1888273"/>
                </a:cubicBezTo>
                <a:lnTo>
                  <a:pt x="1715448" y="1911134"/>
                </a:lnTo>
                <a:cubicBezTo>
                  <a:pt x="1715093" y="1911726"/>
                  <a:pt x="1714500" y="1912081"/>
                  <a:pt x="1713849" y="1912081"/>
                </a:cubicBezTo>
                <a:lnTo>
                  <a:pt x="1687494" y="1912081"/>
                </a:lnTo>
                <a:cubicBezTo>
                  <a:pt x="1686842" y="1912081"/>
                  <a:pt x="1686250" y="1911726"/>
                  <a:pt x="1685895" y="1911134"/>
                </a:cubicBezTo>
                <a:lnTo>
                  <a:pt x="1672688" y="1888273"/>
                </a:lnTo>
                <a:cubicBezTo>
                  <a:pt x="1672332" y="1887681"/>
                  <a:pt x="1672332" y="1886970"/>
                  <a:pt x="1672688" y="1886378"/>
                </a:cubicBezTo>
                <a:lnTo>
                  <a:pt x="1685895" y="1863517"/>
                </a:lnTo>
                <a:cubicBezTo>
                  <a:pt x="1686250" y="1862924"/>
                  <a:pt x="1686842" y="1862569"/>
                  <a:pt x="1687494" y="1862569"/>
                </a:cubicBezTo>
                <a:close/>
                <a:moveTo>
                  <a:pt x="2363666" y="1862392"/>
                </a:moveTo>
                <a:lnTo>
                  <a:pt x="2390258" y="1862392"/>
                </a:lnTo>
                <a:cubicBezTo>
                  <a:pt x="2390910" y="1862392"/>
                  <a:pt x="2391502" y="1862747"/>
                  <a:pt x="2391858" y="1863339"/>
                </a:cubicBezTo>
                <a:lnTo>
                  <a:pt x="2405124" y="1886378"/>
                </a:lnTo>
                <a:cubicBezTo>
                  <a:pt x="2405479" y="1886970"/>
                  <a:pt x="2405479" y="1887681"/>
                  <a:pt x="2405124" y="1888273"/>
                </a:cubicBezTo>
                <a:lnTo>
                  <a:pt x="2391798" y="1911312"/>
                </a:lnTo>
                <a:cubicBezTo>
                  <a:pt x="2391502" y="1911904"/>
                  <a:pt x="2390850" y="1912259"/>
                  <a:pt x="2390199" y="1912259"/>
                </a:cubicBezTo>
                <a:lnTo>
                  <a:pt x="2363607" y="1912259"/>
                </a:lnTo>
                <a:cubicBezTo>
                  <a:pt x="2362956" y="1912259"/>
                  <a:pt x="2362363" y="1911904"/>
                  <a:pt x="2362008" y="1911312"/>
                </a:cubicBezTo>
                <a:lnTo>
                  <a:pt x="2348742" y="1888273"/>
                </a:lnTo>
                <a:cubicBezTo>
                  <a:pt x="2348386" y="1887681"/>
                  <a:pt x="2348386" y="1886970"/>
                  <a:pt x="2348742" y="1886378"/>
                </a:cubicBezTo>
                <a:lnTo>
                  <a:pt x="2362067" y="1863339"/>
                </a:lnTo>
                <a:cubicBezTo>
                  <a:pt x="2362363" y="1862747"/>
                  <a:pt x="2363015" y="1862392"/>
                  <a:pt x="2363666" y="1862392"/>
                </a:cubicBezTo>
                <a:close/>
                <a:moveTo>
                  <a:pt x="2431242" y="1862273"/>
                </a:moveTo>
                <a:lnTo>
                  <a:pt x="2457952" y="1862273"/>
                </a:lnTo>
                <a:cubicBezTo>
                  <a:pt x="2458663" y="1862273"/>
                  <a:pt x="2459255" y="1862628"/>
                  <a:pt x="2459611" y="1863221"/>
                </a:cubicBezTo>
                <a:lnTo>
                  <a:pt x="2472936" y="1886378"/>
                </a:lnTo>
                <a:cubicBezTo>
                  <a:pt x="2473292" y="1886970"/>
                  <a:pt x="2473292" y="1887681"/>
                  <a:pt x="2472936" y="1888273"/>
                </a:cubicBezTo>
                <a:lnTo>
                  <a:pt x="2459551" y="1911430"/>
                </a:lnTo>
                <a:cubicBezTo>
                  <a:pt x="2459196" y="1912022"/>
                  <a:pt x="2458545" y="1912378"/>
                  <a:pt x="2457893" y="1912378"/>
                </a:cubicBezTo>
                <a:lnTo>
                  <a:pt x="2431182" y="1912378"/>
                </a:lnTo>
                <a:cubicBezTo>
                  <a:pt x="2430472" y="1912378"/>
                  <a:pt x="2429879" y="1912022"/>
                  <a:pt x="2429524" y="1911430"/>
                </a:cubicBezTo>
                <a:lnTo>
                  <a:pt x="2416199" y="1888273"/>
                </a:lnTo>
                <a:cubicBezTo>
                  <a:pt x="2415843" y="1887681"/>
                  <a:pt x="2415843" y="1886970"/>
                  <a:pt x="2416199" y="1886378"/>
                </a:cubicBezTo>
                <a:lnTo>
                  <a:pt x="2429583" y="1863221"/>
                </a:lnTo>
                <a:cubicBezTo>
                  <a:pt x="2429939" y="1862628"/>
                  <a:pt x="2430590" y="1862273"/>
                  <a:pt x="2431242" y="1862273"/>
                </a:cubicBezTo>
                <a:close/>
                <a:moveTo>
                  <a:pt x="2701368" y="1861563"/>
                </a:moveTo>
                <a:lnTo>
                  <a:pt x="2728848" y="1861563"/>
                </a:lnTo>
                <a:cubicBezTo>
                  <a:pt x="2729500" y="1861563"/>
                  <a:pt x="2730152" y="1861918"/>
                  <a:pt x="2730507" y="1862511"/>
                </a:cubicBezTo>
                <a:lnTo>
                  <a:pt x="2744247" y="1886319"/>
                </a:lnTo>
                <a:cubicBezTo>
                  <a:pt x="2744602" y="1886912"/>
                  <a:pt x="2744602" y="1887681"/>
                  <a:pt x="2744247" y="1888274"/>
                </a:cubicBezTo>
                <a:lnTo>
                  <a:pt x="2730507" y="1912082"/>
                </a:lnTo>
                <a:cubicBezTo>
                  <a:pt x="2730152" y="1912674"/>
                  <a:pt x="2729559" y="1913030"/>
                  <a:pt x="2728848" y="1913030"/>
                </a:cubicBezTo>
                <a:lnTo>
                  <a:pt x="2701368" y="1913030"/>
                </a:lnTo>
                <a:cubicBezTo>
                  <a:pt x="2700716" y="1913030"/>
                  <a:pt x="2700065" y="1912674"/>
                  <a:pt x="2699710" y="1912082"/>
                </a:cubicBezTo>
                <a:lnTo>
                  <a:pt x="2685970" y="1888274"/>
                </a:lnTo>
                <a:cubicBezTo>
                  <a:pt x="2685614" y="1887681"/>
                  <a:pt x="2685614" y="1886912"/>
                  <a:pt x="2685970" y="1886319"/>
                </a:cubicBezTo>
                <a:lnTo>
                  <a:pt x="2699710" y="1862511"/>
                </a:lnTo>
                <a:cubicBezTo>
                  <a:pt x="2700065" y="1861918"/>
                  <a:pt x="2700657" y="1861563"/>
                  <a:pt x="2701368" y="1861563"/>
                </a:cubicBezTo>
                <a:close/>
                <a:moveTo>
                  <a:pt x="2227923" y="1861444"/>
                </a:moveTo>
                <a:lnTo>
                  <a:pt x="2255521" y="1861444"/>
                </a:lnTo>
                <a:cubicBezTo>
                  <a:pt x="2256173" y="1861444"/>
                  <a:pt x="2256824" y="1861799"/>
                  <a:pt x="2257180" y="1862392"/>
                </a:cubicBezTo>
                <a:lnTo>
                  <a:pt x="2270979" y="1886319"/>
                </a:lnTo>
                <a:cubicBezTo>
                  <a:pt x="2271334" y="1886911"/>
                  <a:pt x="2271334" y="1887681"/>
                  <a:pt x="2270979" y="1888273"/>
                </a:cubicBezTo>
                <a:lnTo>
                  <a:pt x="2257180" y="1912200"/>
                </a:lnTo>
                <a:cubicBezTo>
                  <a:pt x="2256824" y="1912792"/>
                  <a:pt x="2256232" y="1913148"/>
                  <a:pt x="2255521" y="1913148"/>
                </a:cubicBezTo>
                <a:lnTo>
                  <a:pt x="2227923" y="1913148"/>
                </a:lnTo>
                <a:cubicBezTo>
                  <a:pt x="2227271" y="1913148"/>
                  <a:pt x="2226619" y="1912792"/>
                  <a:pt x="2226264" y="1912200"/>
                </a:cubicBezTo>
                <a:lnTo>
                  <a:pt x="2212465" y="1888273"/>
                </a:lnTo>
                <a:cubicBezTo>
                  <a:pt x="2212109" y="1887681"/>
                  <a:pt x="2212109" y="1886911"/>
                  <a:pt x="2212465" y="1886319"/>
                </a:cubicBezTo>
                <a:lnTo>
                  <a:pt x="2226264" y="1862392"/>
                </a:lnTo>
                <a:cubicBezTo>
                  <a:pt x="2226619" y="1861799"/>
                  <a:pt x="2227212" y="1861444"/>
                  <a:pt x="2227923" y="1861444"/>
                </a:cubicBezTo>
                <a:close/>
                <a:moveTo>
                  <a:pt x="2633436" y="1860911"/>
                </a:moveTo>
                <a:lnTo>
                  <a:pt x="2661568" y="1860911"/>
                </a:lnTo>
                <a:cubicBezTo>
                  <a:pt x="2662279" y="1860911"/>
                  <a:pt x="2662930" y="1861326"/>
                  <a:pt x="2663286" y="1861918"/>
                </a:cubicBezTo>
                <a:lnTo>
                  <a:pt x="2677322" y="1886318"/>
                </a:lnTo>
                <a:cubicBezTo>
                  <a:pt x="2677678" y="1886970"/>
                  <a:pt x="2677678" y="1887740"/>
                  <a:pt x="2677322" y="1888332"/>
                </a:cubicBezTo>
                <a:lnTo>
                  <a:pt x="2663227" y="1912733"/>
                </a:lnTo>
                <a:cubicBezTo>
                  <a:pt x="2662872" y="1913384"/>
                  <a:pt x="2662220" y="1913740"/>
                  <a:pt x="2661509" y="1913740"/>
                </a:cubicBezTo>
                <a:lnTo>
                  <a:pt x="2633377" y="1913740"/>
                </a:lnTo>
                <a:cubicBezTo>
                  <a:pt x="2632667" y="1913740"/>
                  <a:pt x="2632015" y="1913325"/>
                  <a:pt x="2631660" y="1912733"/>
                </a:cubicBezTo>
                <a:lnTo>
                  <a:pt x="2617624" y="1888332"/>
                </a:lnTo>
                <a:cubicBezTo>
                  <a:pt x="2617268" y="1887681"/>
                  <a:pt x="2617268" y="1886911"/>
                  <a:pt x="2617624" y="1886318"/>
                </a:cubicBezTo>
                <a:lnTo>
                  <a:pt x="2631719" y="1861918"/>
                </a:lnTo>
                <a:cubicBezTo>
                  <a:pt x="2632074" y="1861266"/>
                  <a:pt x="2632726" y="1860911"/>
                  <a:pt x="2633436" y="1860911"/>
                </a:cubicBezTo>
                <a:close/>
                <a:moveTo>
                  <a:pt x="2295321" y="1860911"/>
                </a:moveTo>
                <a:lnTo>
                  <a:pt x="2323453" y="1860911"/>
                </a:lnTo>
                <a:cubicBezTo>
                  <a:pt x="2324163" y="1860911"/>
                  <a:pt x="2324815" y="1861326"/>
                  <a:pt x="2325170" y="1861918"/>
                </a:cubicBezTo>
                <a:lnTo>
                  <a:pt x="2339206" y="1886318"/>
                </a:lnTo>
                <a:cubicBezTo>
                  <a:pt x="2339562" y="1886970"/>
                  <a:pt x="2339562" y="1887740"/>
                  <a:pt x="2339206" y="1888332"/>
                </a:cubicBezTo>
                <a:lnTo>
                  <a:pt x="2325111" y="1912733"/>
                </a:lnTo>
                <a:cubicBezTo>
                  <a:pt x="2324756" y="1913384"/>
                  <a:pt x="2324104" y="1913740"/>
                  <a:pt x="2323393" y="1913740"/>
                </a:cubicBezTo>
                <a:lnTo>
                  <a:pt x="2295262" y="1913740"/>
                </a:lnTo>
                <a:cubicBezTo>
                  <a:pt x="2294551" y="1913740"/>
                  <a:pt x="2293899" y="1913325"/>
                  <a:pt x="2293544" y="1912733"/>
                </a:cubicBezTo>
                <a:lnTo>
                  <a:pt x="2279508" y="1888332"/>
                </a:lnTo>
                <a:cubicBezTo>
                  <a:pt x="2279152" y="1887681"/>
                  <a:pt x="2279152" y="1886911"/>
                  <a:pt x="2279508" y="1886318"/>
                </a:cubicBezTo>
                <a:lnTo>
                  <a:pt x="2293603" y="1861918"/>
                </a:lnTo>
                <a:cubicBezTo>
                  <a:pt x="2293958" y="1861266"/>
                  <a:pt x="2294610" y="1860911"/>
                  <a:pt x="2295321" y="1860911"/>
                </a:cubicBezTo>
                <a:close/>
                <a:moveTo>
                  <a:pt x="4061353" y="1816670"/>
                </a:moveTo>
                <a:lnTo>
                  <a:pt x="4074146" y="1816670"/>
                </a:lnTo>
                <a:cubicBezTo>
                  <a:pt x="4074442" y="1816670"/>
                  <a:pt x="4074916" y="1817144"/>
                  <a:pt x="4074916" y="1817144"/>
                </a:cubicBezTo>
                <a:lnTo>
                  <a:pt x="4081312" y="1828219"/>
                </a:lnTo>
                <a:cubicBezTo>
                  <a:pt x="4081490" y="1828456"/>
                  <a:pt x="4081312" y="1829107"/>
                  <a:pt x="4081312" y="1829107"/>
                </a:cubicBezTo>
                <a:lnTo>
                  <a:pt x="4074916" y="1840183"/>
                </a:lnTo>
                <a:cubicBezTo>
                  <a:pt x="4074738" y="1840479"/>
                  <a:pt x="4074442" y="1840656"/>
                  <a:pt x="4074146" y="1840656"/>
                </a:cubicBezTo>
                <a:lnTo>
                  <a:pt x="4061353" y="1840656"/>
                </a:lnTo>
                <a:cubicBezTo>
                  <a:pt x="4061057" y="1840656"/>
                  <a:pt x="4060583" y="1840183"/>
                  <a:pt x="4060583" y="1840183"/>
                </a:cubicBezTo>
                <a:lnTo>
                  <a:pt x="4054187" y="1829107"/>
                </a:lnTo>
                <a:cubicBezTo>
                  <a:pt x="4054009" y="1828870"/>
                  <a:pt x="4054187" y="1828219"/>
                  <a:pt x="4054187" y="1828219"/>
                </a:cubicBezTo>
                <a:lnTo>
                  <a:pt x="4060583" y="1817144"/>
                </a:lnTo>
                <a:cubicBezTo>
                  <a:pt x="4060761" y="1816848"/>
                  <a:pt x="4061057" y="1816670"/>
                  <a:pt x="4061353" y="1816670"/>
                </a:cubicBezTo>
                <a:close/>
                <a:moveTo>
                  <a:pt x="611906" y="1816255"/>
                </a:moveTo>
                <a:lnTo>
                  <a:pt x="625173" y="1816255"/>
                </a:lnTo>
                <a:cubicBezTo>
                  <a:pt x="625528" y="1816255"/>
                  <a:pt x="626002" y="1816729"/>
                  <a:pt x="626002" y="1816729"/>
                </a:cubicBezTo>
                <a:lnTo>
                  <a:pt x="632635" y="1828219"/>
                </a:lnTo>
                <a:cubicBezTo>
                  <a:pt x="632813" y="1828515"/>
                  <a:pt x="632635" y="1829166"/>
                  <a:pt x="632635" y="1829166"/>
                </a:cubicBezTo>
                <a:lnTo>
                  <a:pt x="626002" y="1840656"/>
                </a:lnTo>
                <a:cubicBezTo>
                  <a:pt x="625824" y="1840952"/>
                  <a:pt x="625528" y="1841130"/>
                  <a:pt x="625173" y="1841130"/>
                </a:cubicBezTo>
                <a:lnTo>
                  <a:pt x="611906" y="1841130"/>
                </a:lnTo>
                <a:cubicBezTo>
                  <a:pt x="611551" y="1841130"/>
                  <a:pt x="611077" y="1840656"/>
                  <a:pt x="611077" y="1840656"/>
                </a:cubicBezTo>
                <a:lnTo>
                  <a:pt x="604444" y="1829166"/>
                </a:lnTo>
                <a:cubicBezTo>
                  <a:pt x="604266" y="1828870"/>
                  <a:pt x="604444" y="1828219"/>
                  <a:pt x="604444" y="1828219"/>
                </a:cubicBezTo>
                <a:lnTo>
                  <a:pt x="611077" y="1816729"/>
                </a:lnTo>
                <a:cubicBezTo>
                  <a:pt x="611255" y="1816433"/>
                  <a:pt x="611551" y="1816255"/>
                  <a:pt x="611906" y="1816255"/>
                </a:cubicBezTo>
                <a:close/>
                <a:moveTo>
                  <a:pt x="3316954" y="1815841"/>
                </a:moveTo>
                <a:lnTo>
                  <a:pt x="3330635" y="1815841"/>
                </a:lnTo>
                <a:cubicBezTo>
                  <a:pt x="3330990" y="1815841"/>
                  <a:pt x="3331286" y="1816018"/>
                  <a:pt x="3331464" y="1816315"/>
                </a:cubicBezTo>
                <a:lnTo>
                  <a:pt x="3338275" y="1828160"/>
                </a:lnTo>
                <a:cubicBezTo>
                  <a:pt x="3338453" y="1828456"/>
                  <a:pt x="3338453" y="1828811"/>
                  <a:pt x="3338275" y="1829107"/>
                </a:cubicBezTo>
                <a:lnTo>
                  <a:pt x="3331405" y="1840952"/>
                </a:lnTo>
                <a:cubicBezTo>
                  <a:pt x="3331227" y="1841248"/>
                  <a:pt x="3330931" y="1841426"/>
                  <a:pt x="3330575" y="1841426"/>
                </a:cubicBezTo>
                <a:lnTo>
                  <a:pt x="3316895" y="1841426"/>
                </a:lnTo>
                <a:cubicBezTo>
                  <a:pt x="3316539" y="1841426"/>
                  <a:pt x="3316243" y="1841248"/>
                  <a:pt x="3316065" y="1840952"/>
                </a:cubicBezTo>
                <a:lnTo>
                  <a:pt x="3309254" y="1829107"/>
                </a:lnTo>
                <a:cubicBezTo>
                  <a:pt x="3309077" y="1828811"/>
                  <a:pt x="3309077" y="1828456"/>
                  <a:pt x="3309254" y="1828160"/>
                </a:cubicBezTo>
                <a:lnTo>
                  <a:pt x="3316125" y="1816315"/>
                </a:lnTo>
                <a:cubicBezTo>
                  <a:pt x="3316303" y="1816018"/>
                  <a:pt x="3316598" y="1815841"/>
                  <a:pt x="3316954" y="1815841"/>
                </a:cubicBezTo>
                <a:close/>
                <a:moveTo>
                  <a:pt x="3384411" y="1815545"/>
                </a:moveTo>
                <a:lnTo>
                  <a:pt x="3398447" y="1815545"/>
                </a:lnTo>
                <a:cubicBezTo>
                  <a:pt x="3398743" y="1815545"/>
                  <a:pt x="3399098" y="1815723"/>
                  <a:pt x="3399276" y="1816019"/>
                </a:cubicBezTo>
                <a:lnTo>
                  <a:pt x="3406264" y="1828160"/>
                </a:lnTo>
                <a:cubicBezTo>
                  <a:pt x="3406442" y="1828456"/>
                  <a:pt x="3406442" y="1828871"/>
                  <a:pt x="3406264" y="1829167"/>
                </a:cubicBezTo>
                <a:lnTo>
                  <a:pt x="3399276" y="1841308"/>
                </a:lnTo>
                <a:cubicBezTo>
                  <a:pt x="3399098" y="1841604"/>
                  <a:pt x="3398802" y="1841782"/>
                  <a:pt x="3398447" y="1841782"/>
                </a:cubicBezTo>
                <a:lnTo>
                  <a:pt x="3384411" y="1841782"/>
                </a:lnTo>
                <a:cubicBezTo>
                  <a:pt x="3384114" y="1841782"/>
                  <a:pt x="3383759" y="1841604"/>
                  <a:pt x="3383581" y="1841308"/>
                </a:cubicBezTo>
                <a:lnTo>
                  <a:pt x="3376592" y="1829167"/>
                </a:lnTo>
                <a:cubicBezTo>
                  <a:pt x="3376415" y="1828871"/>
                  <a:pt x="3376415" y="1828456"/>
                  <a:pt x="3376592" y="1828160"/>
                </a:cubicBezTo>
                <a:lnTo>
                  <a:pt x="3383581" y="1816019"/>
                </a:lnTo>
                <a:cubicBezTo>
                  <a:pt x="3383759" y="1815723"/>
                  <a:pt x="3384055" y="1815545"/>
                  <a:pt x="3384411" y="1815545"/>
                </a:cubicBezTo>
                <a:close/>
                <a:moveTo>
                  <a:pt x="4128278" y="1815367"/>
                </a:moveTo>
                <a:lnTo>
                  <a:pt x="4142492" y="1815367"/>
                </a:lnTo>
                <a:cubicBezTo>
                  <a:pt x="4142847" y="1815367"/>
                  <a:pt x="4143202" y="1815604"/>
                  <a:pt x="4143380" y="1815900"/>
                </a:cubicBezTo>
                <a:lnTo>
                  <a:pt x="4150487" y="1828219"/>
                </a:lnTo>
                <a:cubicBezTo>
                  <a:pt x="4150665" y="1828515"/>
                  <a:pt x="4150665" y="1828929"/>
                  <a:pt x="4150487" y="1829225"/>
                </a:cubicBezTo>
                <a:lnTo>
                  <a:pt x="4143380" y="1841544"/>
                </a:lnTo>
                <a:cubicBezTo>
                  <a:pt x="4143202" y="1841900"/>
                  <a:pt x="4142847" y="1842078"/>
                  <a:pt x="4142492" y="1842078"/>
                </a:cubicBezTo>
                <a:lnTo>
                  <a:pt x="4128278" y="1842078"/>
                </a:lnTo>
                <a:cubicBezTo>
                  <a:pt x="4127922" y="1842078"/>
                  <a:pt x="4127567" y="1841840"/>
                  <a:pt x="4127389" y="1841544"/>
                </a:cubicBezTo>
                <a:lnTo>
                  <a:pt x="4120282" y="1829225"/>
                </a:lnTo>
                <a:cubicBezTo>
                  <a:pt x="4120105" y="1828929"/>
                  <a:pt x="4120105" y="1828515"/>
                  <a:pt x="4120282" y="1828219"/>
                </a:cubicBezTo>
                <a:lnTo>
                  <a:pt x="4127389" y="1815900"/>
                </a:lnTo>
                <a:cubicBezTo>
                  <a:pt x="4127567" y="1815544"/>
                  <a:pt x="4127922" y="1815367"/>
                  <a:pt x="4128278" y="1815367"/>
                </a:cubicBezTo>
                <a:close/>
                <a:moveTo>
                  <a:pt x="3451512" y="1814538"/>
                </a:moveTo>
                <a:lnTo>
                  <a:pt x="3466615" y="1814538"/>
                </a:lnTo>
                <a:cubicBezTo>
                  <a:pt x="3467029" y="1814538"/>
                  <a:pt x="3467385" y="1814716"/>
                  <a:pt x="3467562" y="1815071"/>
                </a:cubicBezTo>
                <a:lnTo>
                  <a:pt x="3475143" y="1828160"/>
                </a:lnTo>
                <a:cubicBezTo>
                  <a:pt x="3475321" y="1828456"/>
                  <a:pt x="3475321" y="1828870"/>
                  <a:pt x="3475143" y="1829226"/>
                </a:cubicBezTo>
                <a:lnTo>
                  <a:pt x="3467562" y="1842315"/>
                </a:lnTo>
                <a:cubicBezTo>
                  <a:pt x="3467326" y="1842670"/>
                  <a:pt x="3466970" y="1842848"/>
                  <a:pt x="3466615" y="1842848"/>
                </a:cubicBezTo>
                <a:lnTo>
                  <a:pt x="3451512" y="1842848"/>
                </a:lnTo>
                <a:cubicBezTo>
                  <a:pt x="3451098" y="1842848"/>
                  <a:pt x="3450742" y="1842670"/>
                  <a:pt x="3450565" y="1842315"/>
                </a:cubicBezTo>
                <a:lnTo>
                  <a:pt x="3442984" y="1829226"/>
                </a:lnTo>
                <a:cubicBezTo>
                  <a:pt x="3442807" y="1828930"/>
                  <a:pt x="3442807" y="1828515"/>
                  <a:pt x="3442984" y="1828160"/>
                </a:cubicBezTo>
                <a:lnTo>
                  <a:pt x="3450565" y="1815071"/>
                </a:lnTo>
                <a:cubicBezTo>
                  <a:pt x="3450802" y="1814716"/>
                  <a:pt x="3451157" y="1814538"/>
                  <a:pt x="3451512" y="1814538"/>
                </a:cubicBezTo>
                <a:close/>
                <a:moveTo>
                  <a:pt x="4330354" y="1813768"/>
                </a:moveTo>
                <a:lnTo>
                  <a:pt x="4346226" y="1813768"/>
                </a:lnTo>
                <a:cubicBezTo>
                  <a:pt x="4346582" y="1813768"/>
                  <a:pt x="4346996" y="1813946"/>
                  <a:pt x="4347174" y="1814301"/>
                </a:cubicBezTo>
                <a:lnTo>
                  <a:pt x="4355110" y="1828100"/>
                </a:lnTo>
                <a:cubicBezTo>
                  <a:pt x="4355288" y="1828456"/>
                  <a:pt x="4355288" y="1828870"/>
                  <a:pt x="4355110" y="1829226"/>
                </a:cubicBezTo>
                <a:lnTo>
                  <a:pt x="4347174" y="1843025"/>
                </a:lnTo>
                <a:cubicBezTo>
                  <a:pt x="4346996" y="1843321"/>
                  <a:pt x="4346641" y="1843558"/>
                  <a:pt x="4346226" y="1843558"/>
                </a:cubicBezTo>
                <a:lnTo>
                  <a:pt x="4330354" y="1843558"/>
                </a:lnTo>
                <a:cubicBezTo>
                  <a:pt x="4329998" y="1843558"/>
                  <a:pt x="4329584" y="1843381"/>
                  <a:pt x="4329406" y="1843025"/>
                </a:cubicBezTo>
                <a:lnTo>
                  <a:pt x="4321470" y="1829226"/>
                </a:lnTo>
                <a:cubicBezTo>
                  <a:pt x="4321293" y="1828870"/>
                  <a:pt x="4321293" y="1828456"/>
                  <a:pt x="4321470" y="1828100"/>
                </a:cubicBezTo>
                <a:lnTo>
                  <a:pt x="4329406" y="1814301"/>
                </a:lnTo>
                <a:cubicBezTo>
                  <a:pt x="4329584" y="1814005"/>
                  <a:pt x="4329939" y="1813768"/>
                  <a:pt x="4330354" y="1813768"/>
                </a:cubicBezTo>
                <a:close/>
                <a:moveTo>
                  <a:pt x="4600775" y="1813709"/>
                </a:moveTo>
                <a:lnTo>
                  <a:pt x="4616766" y="1813709"/>
                </a:lnTo>
                <a:cubicBezTo>
                  <a:pt x="4617180" y="1813709"/>
                  <a:pt x="4617595" y="1813946"/>
                  <a:pt x="4617773" y="1814301"/>
                </a:cubicBezTo>
                <a:lnTo>
                  <a:pt x="4625768" y="1828160"/>
                </a:lnTo>
                <a:cubicBezTo>
                  <a:pt x="4625946" y="1828515"/>
                  <a:pt x="4625946" y="1828930"/>
                  <a:pt x="4625768" y="1829285"/>
                </a:cubicBezTo>
                <a:lnTo>
                  <a:pt x="4617773" y="1843144"/>
                </a:lnTo>
                <a:cubicBezTo>
                  <a:pt x="4617595" y="1843499"/>
                  <a:pt x="4617239" y="1843736"/>
                  <a:pt x="4616825" y="1843736"/>
                </a:cubicBezTo>
                <a:lnTo>
                  <a:pt x="4600835" y="1843736"/>
                </a:lnTo>
                <a:cubicBezTo>
                  <a:pt x="4600420" y="1843736"/>
                  <a:pt x="4600005" y="1843499"/>
                  <a:pt x="4599828" y="1843144"/>
                </a:cubicBezTo>
                <a:lnTo>
                  <a:pt x="4591832" y="1829285"/>
                </a:lnTo>
                <a:cubicBezTo>
                  <a:pt x="4591655" y="1828930"/>
                  <a:pt x="4591655" y="1828515"/>
                  <a:pt x="4591832" y="1828160"/>
                </a:cubicBezTo>
                <a:lnTo>
                  <a:pt x="4599828" y="1814301"/>
                </a:lnTo>
                <a:cubicBezTo>
                  <a:pt x="4600005" y="1813946"/>
                  <a:pt x="4600360" y="1813709"/>
                  <a:pt x="4600775" y="1813709"/>
                </a:cubicBezTo>
                <a:close/>
                <a:moveTo>
                  <a:pt x="4532844" y="1813057"/>
                </a:moveTo>
                <a:lnTo>
                  <a:pt x="4549487" y="1813057"/>
                </a:lnTo>
                <a:cubicBezTo>
                  <a:pt x="4549901" y="1813057"/>
                  <a:pt x="4550257" y="1813294"/>
                  <a:pt x="4550494" y="1813649"/>
                </a:cubicBezTo>
                <a:lnTo>
                  <a:pt x="4558844" y="1828100"/>
                </a:lnTo>
                <a:cubicBezTo>
                  <a:pt x="4559081" y="1828456"/>
                  <a:pt x="4559081" y="1828929"/>
                  <a:pt x="4558844" y="1829285"/>
                </a:cubicBezTo>
                <a:lnTo>
                  <a:pt x="4550494" y="1843736"/>
                </a:lnTo>
                <a:cubicBezTo>
                  <a:pt x="4550316" y="1844091"/>
                  <a:pt x="4549901" y="1844328"/>
                  <a:pt x="4549487" y="1844328"/>
                </a:cubicBezTo>
                <a:lnTo>
                  <a:pt x="4532844" y="1844328"/>
                </a:lnTo>
                <a:cubicBezTo>
                  <a:pt x="4532430" y="1844328"/>
                  <a:pt x="4532074" y="1844091"/>
                  <a:pt x="4531838" y="1843736"/>
                </a:cubicBezTo>
                <a:lnTo>
                  <a:pt x="4523487" y="1829285"/>
                </a:lnTo>
                <a:cubicBezTo>
                  <a:pt x="4523250" y="1828929"/>
                  <a:pt x="4523250" y="1828456"/>
                  <a:pt x="4523487" y="1828100"/>
                </a:cubicBezTo>
                <a:lnTo>
                  <a:pt x="4531838" y="1813649"/>
                </a:lnTo>
                <a:cubicBezTo>
                  <a:pt x="4532015" y="1813294"/>
                  <a:pt x="4532430" y="1813057"/>
                  <a:pt x="4532844" y="1813057"/>
                </a:cubicBezTo>
                <a:close/>
                <a:moveTo>
                  <a:pt x="4397574" y="1813057"/>
                </a:moveTo>
                <a:lnTo>
                  <a:pt x="4414217" y="1813057"/>
                </a:lnTo>
                <a:cubicBezTo>
                  <a:pt x="4414631" y="1813057"/>
                  <a:pt x="4414987" y="1813294"/>
                  <a:pt x="4415223" y="1813649"/>
                </a:cubicBezTo>
                <a:lnTo>
                  <a:pt x="4423574" y="1828100"/>
                </a:lnTo>
                <a:cubicBezTo>
                  <a:pt x="4423811" y="1828456"/>
                  <a:pt x="4423811" y="1828929"/>
                  <a:pt x="4423574" y="1829285"/>
                </a:cubicBezTo>
                <a:lnTo>
                  <a:pt x="4415223" y="1843736"/>
                </a:lnTo>
                <a:cubicBezTo>
                  <a:pt x="4415045" y="1844091"/>
                  <a:pt x="4414631" y="1844328"/>
                  <a:pt x="4414217" y="1844328"/>
                </a:cubicBezTo>
                <a:lnTo>
                  <a:pt x="4397574" y="1844328"/>
                </a:lnTo>
                <a:cubicBezTo>
                  <a:pt x="4397160" y="1844328"/>
                  <a:pt x="4396804" y="1844091"/>
                  <a:pt x="4396567" y="1843736"/>
                </a:cubicBezTo>
                <a:lnTo>
                  <a:pt x="4388217" y="1829285"/>
                </a:lnTo>
                <a:cubicBezTo>
                  <a:pt x="4387980" y="1828929"/>
                  <a:pt x="4387980" y="1828456"/>
                  <a:pt x="4388217" y="1828100"/>
                </a:cubicBezTo>
                <a:lnTo>
                  <a:pt x="4396567" y="1813649"/>
                </a:lnTo>
                <a:cubicBezTo>
                  <a:pt x="4396745" y="1813294"/>
                  <a:pt x="4397160" y="1813057"/>
                  <a:pt x="4397574" y="1813057"/>
                </a:cubicBezTo>
                <a:close/>
                <a:moveTo>
                  <a:pt x="4194609" y="1812939"/>
                </a:moveTo>
                <a:lnTo>
                  <a:pt x="4211371" y="1812939"/>
                </a:lnTo>
                <a:cubicBezTo>
                  <a:pt x="4211785" y="1812939"/>
                  <a:pt x="4212141" y="1813176"/>
                  <a:pt x="4212377" y="1813531"/>
                </a:cubicBezTo>
                <a:lnTo>
                  <a:pt x="4220787" y="1828042"/>
                </a:lnTo>
                <a:cubicBezTo>
                  <a:pt x="4221024" y="1828397"/>
                  <a:pt x="4221024" y="1828871"/>
                  <a:pt x="4220787" y="1829226"/>
                </a:cubicBezTo>
                <a:lnTo>
                  <a:pt x="4212377" y="1843736"/>
                </a:lnTo>
                <a:cubicBezTo>
                  <a:pt x="4212199" y="1844091"/>
                  <a:pt x="4211785" y="1844329"/>
                  <a:pt x="4211371" y="1844329"/>
                </a:cubicBezTo>
                <a:lnTo>
                  <a:pt x="4194609" y="1844329"/>
                </a:lnTo>
                <a:cubicBezTo>
                  <a:pt x="4194195" y="1844329"/>
                  <a:pt x="4193839" y="1844091"/>
                  <a:pt x="4193603" y="1843736"/>
                </a:cubicBezTo>
                <a:lnTo>
                  <a:pt x="4185193" y="1829226"/>
                </a:lnTo>
                <a:cubicBezTo>
                  <a:pt x="4184956" y="1828871"/>
                  <a:pt x="4184956" y="1828397"/>
                  <a:pt x="4185193" y="1828042"/>
                </a:cubicBezTo>
                <a:lnTo>
                  <a:pt x="4193603" y="1813531"/>
                </a:lnTo>
                <a:cubicBezTo>
                  <a:pt x="4193780" y="1813176"/>
                  <a:pt x="4194195" y="1812939"/>
                  <a:pt x="4194609" y="1812939"/>
                </a:cubicBezTo>
                <a:close/>
                <a:moveTo>
                  <a:pt x="4464973" y="1812643"/>
                </a:moveTo>
                <a:lnTo>
                  <a:pt x="4482089" y="1812643"/>
                </a:lnTo>
                <a:cubicBezTo>
                  <a:pt x="4482562" y="1812643"/>
                  <a:pt x="4482918" y="1812880"/>
                  <a:pt x="4483154" y="1813235"/>
                </a:cubicBezTo>
                <a:lnTo>
                  <a:pt x="4491683" y="1828042"/>
                </a:lnTo>
                <a:cubicBezTo>
                  <a:pt x="4491920" y="1828397"/>
                  <a:pt x="4491920" y="1828871"/>
                  <a:pt x="4491683" y="1829226"/>
                </a:cubicBezTo>
                <a:lnTo>
                  <a:pt x="4483096" y="1844032"/>
                </a:lnTo>
                <a:cubicBezTo>
                  <a:pt x="4482859" y="1844388"/>
                  <a:pt x="4482444" y="1844625"/>
                  <a:pt x="4482029" y="1844625"/>
                </a:cubicBezTo>
                <a:lnTo>
                  <a:pt x="4464913" y="1844625"/>
                </a:lnTo>
                <a:cubicBezTo>
                  <a:pt x="4464440" y="1844625"/>
                  <a:pt x="4464084" y="1844388"/>
                  <a:pt x="4463848" y="1844032"/>
                </a:cubicBezTo>
                <a:lnTo>
                  <a:pt x="4455319" y="1829226"/>
                </a:lnTo>
                <a:cubicBezTo>
                  <a:pt x="4455082" y="1828871"/>
                  <a:pt x="4455082" y="1828397"/>
                  <a:pt x="4455319" y="1828042"/>
                </a:cubicBezTo>
                <a:lnTo>
                  <a:pt x="4463906" y="1813235"/>
                </a:lnTo>
                <a:cubicBezTo>
                  <a:pt x="4464143" y="1812880"/>
                  <a:pt x="4464558" y="1812643"/>
                  <a:pt x="4464973" y="1812643"/>
                </a:cubicBezTo>
                <a:close/>
                <a:moveTo>
                  <a:pt x="812916" y="1812643"/>
                </a:moveTo>
                <a:lnTo>
                  <a:pt x="830032" y="1812643"/>
                </a:lnTo>
                <a:cubicBezTo>
                  <a:pt x="830506" y="1812643"/>
                  <a:pt x="830862" y="1812880"/>
                  <a:pt x="831098" y="1813235"/>
                </a:cubicBezTo>
                <a:lnTo>
                  <a:pt x="839627" y="1828042"/>
                </a:lnTo>
                <a:cubicBezTo>
                  <a:pt x="839864" y="1828397"/>
                  <a:pt x="839864" y="1828871"/>
                  <a:pt x="839627" y="1829226"/>
                </a:cubicBezTo>
                <a:lnTo>
                  <a:pt x="831039" y="1844032"/>
                </a:lnTo>
                <a:cubicBezTo>
                  <a:pt x="830802" y="1844388"/>
                  <a:pt x="830388" y="1844625"/>
                  <a:pt x="829973" y="1844625"/>
                </a:cubicBezTo>
                <a:lnTo>
                  <a:pt x="812857" y="1844625"/>
                </a:lnTo>
                <a:cubicBezTo>
                  <a:pt x="812383" y="1844625"/>
                  <a:pt x="812028" y="1844388"/>
                  <a:pt x="811791" y="1844032"/>
                </a:cubicBezTo>
                <a:lnTo>
                  <a:pt x="803263" y="1829226"/>
                </a:lnTo>
                <a:cubicBezTo>
                  <a:pt x="803026" y="1828871"/>
                  <a:pt x="803026" y="1828397"/>
                  <a:pt x="803263" y="1828042"/>
                </a:cubicBezTo>
                <a:lnTo>
                  <a:pt x="811850" y="1813235"/>
                </a:lnTo>
                <a:cubicBezTo>
                  <a:pt x="812087" y="1812880"/>
                  <a:pt x="812502" y="1812643"/>
                  <a:pt x="812916" y="1812643"/>
                </a:cubicBezTo>
                <a:close/>
                <a:moveTo>
                  <a:pt x="2165381" y="1812465"/>
                </a:moveTo>
                <a:lnTo>
                  <a:pt x="2182734" y="1812465"/>
                </a:lnTo>
                <a:cubicBezTo>
                  <a:pt x="2183148" y="1812465"/>
                  <a:pt x="2183563" y="1812702"/>
                  <a:pt x="2183800" y="1813057"/>
                </a:cubicBezTo>
                <a:lnTo>
                  <a:pt x="2192446" y="1828041"/>
                </a:lnTo>
                <a:cubicBezTo>
                  <a:pt x="2192684" y="1828456"/>
                  <a:pt x="2192684" y="1828929"/>
                  <a:pt x="2192446" y="1829285"/>
                </a:cubicBezTo>
                <a:lnTo>
                  <a:pt x="2183800" y="1844269"/>
                </a:lnTo>
                <a:cubicBezTo>
                  <a:pt x="2183563" y="1844624"/>
                  <a:pt x="2183148" y="1844861"/>
                  <a:pt x="2182734" y="1844861"/>
                </a:cubicBezTo>
                <a:lnTo>
                  <a:pt x="2165381" y="1844861"/>
                </a:lnTo>
                <a:cubicBezTo>
                  <a:pt x="2164966" y="1844861"/>
                  <a:pt x="2164552" y="1844624"/>
                  <a:pt x="2164314" y="1844269"/>
                </a:cubicBezTo>
                <a:lnTo>
                  <a:pt x="2155668" y="1829285"/>
                </a:lnTo>
                <a:cubicBezTo>
                  <a:pt x="2155431" y="1828870"/>
                  <a:pt x="2155431" y="1828397"/>
                  <a:pt x="2155668" y="1828041"/>
                </a:cubicBezTo>
                <a:lnTo>
                  <a:pt x="2164314" y="1813057"/>
                </a:lnTo>
                <a:cubicBezTo>
                  <a:pt x="2164552" y="1812702"/>
                  <a:pt x="2164966" y="1812465"/>
                  <a:pt x="2165381" y="1812465"/>
                </a:cubicBezTo>
                <a:close/>
                <a:moveTo>
                  <a:pt x="4261772" y="1812051"/>
                </a:moveTo>
                <a:lnTo>
                  <a:pt x="4279540" y="1812051"/>
                </a:lnTo>
                <a:cubicBezTo>
                  <a:pt x="4279954" y="1812051"/>
                  <a:pt x="4280368" y="1812288"/>
                  <a:pt x="4280605" y="1812702"/>
                </a:cubicBezTo>
                <a:lnTo>
                  <a:pt x="4289489" y="1828101"/>
                </a:lnTo>
                <a:cubicBezTo>
                  <a:pt x="4289726" y="1828456"/>
                  <a:pt x="4289726" y="1828930"/>
                  <a:pt x="4289489" y="1829345"/>
                </a:cubicBezTo>
                <a:lnTo>
                  <a:pt x="4280605" y="1844743"/>
                </a:lnTo>
                <a:cubicBezTo>
                  <a:pt x="4280368" y="1845158"/>
                  <a:pt x="4279954" y="1845395"/>
                  <a:pt x="4279540" y="1845395"/>
                </a:cubicBezTo>
                <a:lnTo>
                  <a:pt x="4261772" y="1845395"/>
                </a:lnTo>
                <a:cubicBezTo>
                  <a:pt x="4261357" y="1845395"/>
                  <a:pt x="4260943" y="1845158"/>
                  <a:pt x="4260706" y="1844743"/>
                </a:cubicBezTo>
                <a:lnTo>
                  <a:pt x="4251822" y="1829345"/>
                </a:lnTo>
                <a:cubicBezTo>
                  <a:pt x="4251585" y="1828989"/>
                  <a:pt x="4251585" y="1828515"/>
                  <a:pt x="4251822" y="1828101"/>
                </a:cubicBezTo>
                <a:lnTo>
                  <a:pt x="4260706" y="1812702"/>
                </a:lnTo>
                <a:cubicBezTo>
                  <a:pt x="4260943" y="1812288"/>
                  <a:pt x="4261357" y="1812051"/>
                  <a:pt x="4261772" y="1812051"/>
                </a:cubicBezTo>
                <a:close/>
                <a:moveTo>
                  <a:pt x="3517667" y="1811813"/>
                </a:moveTo>
                <a:lnTo>
                  <a:pt x="3535671" y="1811813"/>
                </a:lnTo>
                <a:cubicBezTo>
                  <a:pt x="3536145" y="1811813"/>
                  <a:pt x="3536560" y="1812050"/>
                  <a:pt x="3536797" y="1812465"/>
                </a:cubicBezTo>
                <a:lnTo>
                  <a:pt x="3545799" y="1828041"/>
                </a:lnTo>
                <a:cubicBezTo>
                  <a:pt x="3546036" y="1828396"/>
                  <a:pt x="3546036" y="1828870"/>
                  <a:pt x="3545799" y="1829284"/>
                </a:cubicBezTo>
                <a:lnTo>
                  <a:pt x="3536797" y="1844861"/>
                </a:lnTo>
                <a:cubicBezTo>
                  <a:pt x="3536560" y="1845275"/>
                  <a:pt x="3536145" y="1845512"/>
                  <a:pt x="3535671" y="1845512"/>
                </a:cubicBezTo>
                <a:lnTo>
                  <a:pt x="3517667" y="1845512"/>
                </a:lnTo>
                <a:cubicBezTo>
                  <a:pt x="3517193" y="1845512"/>
                  <a:pt x="3516779" y="1845275"/>
                  <a:pt x="3516542" y="1844861"/>
                </a:cubicBezTo>
                <a:lnTo>
                  <a:pt x="3507539" y="1829284"/>
                </a:lnTo>
                <a:cubicBezTo>
                  <a:pt x="3507303" y="1828929"/>
                  <a:pt x="3507303" y="1828456"/>
                  <a:pt x="3507539" y="1828041"/>
                </a:cubicBezTo>
                <a:lnTo>
                  <a:pt x="3516542" y="1812465"/>
                </a:lnTo>
                <a:cubicBezTo>
                  <a:pt x="3516779" y="1812050"/>
                  <a:pt x="3517193" y="1811813"/>
                  <a:pt x="3517667" y="1811813"/>
                </a:cubicBezTo>
                <a:close/>
                <a:moveTo>
                  <a:pt x="744808" y="1811813"/>
                </a:moveTo>
                <a:lnTo>
                  <a:pt x="762813" y="1811813"/>
                </a:lnTo>
                <a:cubicBezTo>
                  <a:pt x="763286" y="1811813"/>
                  <a:pt x="763701" y="1812050"/>
                  <a:pt x="763938" y="1812465"/>
                </a:cubicBezTo>
                <a:lnTo>
                  <a:pt x="772940" y="1828041"/>
                </a:lnTo>
                <a:cubicBezTo>
                  <a:pt x="773177" y="1828396"/>
                  <a:pt x="773177" y="1828870"/>
                  <a:pt x="772940" y="1829284"/>
                </a:cubicBezTo>
                <a:lnTo>
                  <a:pt x="763938" y="1844861"/>
                </a:lnTo>
                <a:cubicBezTo>
                  <a:pt x="763701" y="1845275"/>
                  <a:pt x="763286" y="1845512"/>
                  <a:pt x="762813" y="1845512"/>
                </a:cubicBezTo>
                <a:lnTo>
                  <a:pt x="744808" y="1845512"/>
                </a:lnTo>
                <a:cubicBezTo>
                  <a:pt x="744335" y="1845512"/>
                  <a:pt x="743920" y="1845275"/>
                  <a:pt x="743683" y="1844861"/>
                </a:cubicBezTo>
                <a:lnTo>
                  <a:pt x="734681" y="1829284"/>
                </a:lnTo>
                <a:cubicBezTo>
                  <a:pt x="734444" y="1828929"/>
                  <a:pt x="734444" y="1828456"/>
                  <a:pt x="734681" y="1828041"/>
                </a:cubicBezTo>
                <a:lnTo>
                  <a:pt x="743683" y="1812465"/>
                </a:lnTo>
                <a:cubicBezTo>
                  <a:pt x="743920" y="1812050"/>
                  <a:pt x="744335" y="1811813"/>
                  <a:pt x="744808" y="1811813"/>
                </a:cubicBezTo>
                <a:close/>
                <a:moveTo>
                  <a:pt x="1285829" y="1811695"/>
                </a:moveTo>
                <a:lnTo>
                  <a:pt x="1303952" y="1811695"/>
                </a:lnTo>
                <a:cubicBezTo>
                  <a:pt x="1304426" y="1811695"/>
                  <a:pt x="1304841" y="1811932"/>
                  <a:pt x="1305078" y="1812346"/>
                </a:cubicBezTo>
                <a:lnTo>
                  <a:pt x="1314139" y="1828041"/>
                </a:lnTo>
                <a:cubicBezTo>
                  <a:pt x="1314376" y="1828456"/>
                  <a:pt x="1314376" y="1828929"/>
                  <a:pt x="1314139" y="1829344"/>
                </a:cubicBezTo>
                <a:lnTo>
                  <a:pt x="1305078" y="1845039"/>
                </a:lnTo>
                <a:cubicBezTo>
                  <a:pt x="1304841" y="1845453"/>
                  <a:pt x="1304426" y="1845690"/>
                  <a:pt x="1303952" y="1845690"/>
                </a:cubicBezTo>
                <a:lnTo>
                  <a:pt x="1285829" y="1845690"/>
                </a:lnTo>
                <a:cubicBezTo>
                  <a:pt x="1285356" y="1845690"/>
                  <a:pt x="1284941" y="1845453"/>
                  <a:pt x="1284704" y="1845039"/>
                </a:cubicBezTo>
                <a:lnTo>
                  <a:pt x="1275643" y="1829344"/>
                </a:lnTo>
                <a:cubicBezTo>
                  <a:pt x="1275406" y="1828929"/>
                  <a:pt x="1275406" y="1828456"/>
                  <a:pt x="1275643" y="1828041"/>
                </a:cubicBezTo>
                <a:lnTo>
                  <a:pt x="1284704" y="1812346"/>
                </a:lnTo>
                <a:cubicBezTo>
                  <a:pt x="1284941" y="1811932"/>
                  <a:pt x="1285356" y="1811695"/>
                  <a:pt x="1285829" y="1811695"/>
                </a:cubicBezTo>
                <a:close/>
                <a:moveTo>
                  <a:pt x="677054" y="1811517"/>
                </a:moveTo>
                <a:lnTo>
                  <a:pt x="695354" y="1811517"/>
                </a:lnTo>
                <a:cubicBezTo>
                  <a:pt x="695828" y="1811517"/>
                  <a:pt x="696243" y="1811754"/>
                  <a:pt x="696480" y="1812169"/>
                </a:cubicBezTo>
                <a:lnTo>
                  <a:pt x="705660" y="1828041"/>
                </a:lnTo>
                <a:cubicBezTo>
                  <a:pt x="705896" y="1828456"/>
                  <a:pt x="705896" y="1828929"/>
                  <a:pt x="705660" y="1829344"/>
                </a:cubicBezTo>
                <a:lnTo>
                  <a:pt x="696480" y="1845216"/>
                </a:lnTo>
                <a:cubicBezTo>
                  <a:pt x="696243" y="1845631"/>
                  <a:pt x="695828" y="1845867"/>
                  <a:pt x="695354" y="1845867"/>
                </a:cubicBezTo>
                <a:lnTo>
                  <a:pt x="677054" y="1845867"/>
                </a:lnTo>
                <a:cubicBezTo>
                  <a:pt x="676580" y="1845867"/>
                  <a:pt x="676166" y="1845631"/>
                  <a:pt x="675928" y="1845216"/>
                </a:cubicBezTo>
                <a:lnTo>
                  <a:pt x="666749" y="1829344"/>
                </a:lnTo>
                <a:cubicBezTo>
                  <a:pt x="666512" y="1828929"/>
                  <a:pt x="666512" y="1828456"/>
                  <a:pt x="666749" y="1828041"/>
                </a:cubicBezTo>
                <a:lnTo>
                  <a:pt x="675928" y="1812169"/>
                </a:lnTo>
                <a:cubicBezTo>
                  <a:pt x="676166" y="1811754"/>
                  <a:pt x="676580" y="1811517"/>
                  <a:pt x="677054" y="1811517"/>
                </a:cubicBezTo>
                <a:close/>
                <a:moveTo>
                  <a:pt x="1488437" y="1811221"/>
                </a:moveTo>
                <a:lnTo>
                  <a:pt x="1507093" y="1811221"/>
                </a:lnTo>
                <a:cubicBezTo>
                  <a:pt x="1507567" y="1811221"/>
                  <a:pt x="1507982" y="1811458"/>
                  <a:pt x="1508219" y="1811872"/>
                </a:cubicBezTo>
                <a:lnTo>
                  <a:pt x="1517517" y="1828041"/>
                </a:lnTo>
                <a:cubicBezTo>
                  <a:pt x="1517754" y="1828456"/>
                  <a:pt x="1517754" y="1828929"/>
                  <a:pt x="1517517" y="1829344"/>
                </a:cubicBezTo>
                <a:lnTo>
                  <a:pt x="1508160" y="1845512"/>
                </a:lnTo>
                <a:cubicBezTo>
                  <a:pt x="1507923" y="1845927"/>
                  <a:pt x="1507508" y="1846164"/>
                  <a:pt x="1507034" y="1846164"/>
                </a:cubicBezTo>
                <a:lnTo>
                  <a:pt x="1488379" y="1846164"/>
                </a:lnTo>
                <a:cubicBezTo>
                  <a:pt x="1487905" y="1846164"/>
                  <a:pt x="1487490" y="1845927"/>
                  <a:pt x="1487253" y="1845512"/>
                </a:cubicBezTo>
                <a:lnTo>
                  <a:pt x="1477955" y="1829344"/>
                </a:lnTo>
                <a:cubicBezTo>
                  <a:pt x="1477718" y="1828929"/>
                  <a:pt x="1477718" y="1828456"/>
                  <a:pt x="1477955" y="1828041"/>
                </a:cubicBezTo>
                <a:lnTo>
                  <a:pt x="1487312" y="1811872"/>
                </a:lnTo>
                <a:cubicBezTo>
                  <a:pt x="1487549" y="1811458"/>
                  <a:pt x="1487964" y="1811221"/>
                  <a:pt x="1488437" y="1811221"/>
                </a:cubicBezTo>
                <a:close/>
                <a:moveTo>
                  <a:pt x="1353168" y="1811221"/>
                </a:moveTo>
                <a:lnTo>
                  <a:pt x="1371823" y="1811221"/>
                </a:lnTo>
                <a:cubicBezTo>
                  <a:pt x="1372297" y="1811221"/>
                  <a:pt x="1372712" y="1811458"/>
                  <a:pt x="1372949" y="1811872"/>
                </a:cubicBezTo>
                <a:lnTo>
                  <a:pt x="1382247" y="1828041"/>
                </a:lnTo>
                <a:cubicBezTo>
                  <a:pt x="1382484" y="1828456"/>
                  <a:pt x="1382484" y="1828929"/>
                  <a:pt x="1382247" y="1829344"/>
                </a:cubicBezTo>
                <a:lnTo>
                  <a:pt x="1372890" y="1845512"/>
                </a:lnTo>
                <a:cubicBezTo>
                  <a:pt x="1372652" y="1845927"/>
                  <a:pt x="1372238" y="1846164"/>
                  <a:pt x="1371764" y="1846164"/>
                </a:cubicBezTo>
                <a:lnTo>
                  <a:pt x="1353108" y="1846164"/>
                </a:lnTo>
                <a:cubicBezTo>
                  <a:pt x="1352634" y="1846164"/>
                  <a:pt x="1352220" y="1845927"/>
                  <a:pt x="1351983" y="1845512"/>
                </a:cubicBezTo>
                <a:lnTo>
                  <a:pt x="1342685" y="1829344"/>
                </a:lnTo>
                <a:cubicBezTo>
                  <a:pt x="1342448" y="1828929"/>
                  <a:pt x="1342448" y="1828456"/>
                  <a:pt x="1342685" y="1828041"/>
                </a:cubicBezTo>
                <a:lnTo>
                  <a:pt x="1352042" y="1811872"/>
                </a:lnTo>
                <a:cubicBezTo>
                  <a:pt x="1352279" y="1811458"/>
                  <a:pt x="1352694" y="1811221"/>
                  <a:pt x="1353168" y="1811221"/>
                </a:cubicBezTo>
                <a:close/>
                <a:moveTo>
                  <a:pt x="3246772" y="1811103"/>
                </a:moveTo>
                <a:lnTo>
                  <a:pt x="3265546" y="1811103"/>
                </a:lnTo>
                <a:cubicBezTo>
                  <a:pt x="3266020" y="1811103"/>
                  <a:pt x="3266435" y="1811340"/>
                  <a:pt x="3266672" y="1811755"/>
                </a:cubicBezTo>
                <a:lnTo>
                  <a:pt x="3276029" y="1827982"/>
                </a:lnTo>
                <a:cubicBezTo>
                  <a:pt x="3276266" y="1828338"/>
                  <a:pt x="3276266" y="1828871"/>
                  <a:pt x="3276029" y="1829285"/>
                </a:cubicBezTo>
                <a:lnTo>
                  <a:pt x="3266612" y="1845513"/>
                </a:lnTo>
                <a:cubicBezTo>
                  <a:pt x="3266375" y="1845927"/>
                  <a:pt x="3265961" y="1846165"/>
                  <a:pt x="3265487" y="1846165"/>
                </a:cubicBezTo>
                <a:lnTo>
                  <a:pt x="3246713" y="1846165"/>
                </a:lnTo>
                <a:cubicBezTo>
                  <a:pt x="3246239" y="1846165"/>
                  <a:pt x="3245824" y="1845927"/>
                  <a:pt x="3245587" y="1845513"/>
                </a:cubicBezTo>
                <a:lnTo>
                  <a:pt x="3236230" y="1829285"/>
                </a:lnTo>
                <a:cubicBezTo>
                  <a:pt x="3235993" y="1828930"/>
                  <a:pt x="3235993" y="1828397"/>
                  <a:pt x="3236230" y="1827982"/>
                </a:cubicBezTo>
                <a:lnTo>
                  <a:pt x="3245646" y="1811755"/>
                </a:lnTo>
                <a:cubicBezTo>
                  <a:pt x="3245884" y="1811340"/>
                  <a:pt x="3246298" y="1811103"/>
                  <a:pt x="3246772" y="1811103"/>
                </a:cubicBezTo>
                <a:close/>
                <a:moveTo>
                  <a:pt x="1420744" y="1811103"/>
                </a:moveTo>
                <a:lnTo>
                  <a:pt x="1439518" y="1811103"/>
                </a:lnTo>
                <a:cubicBezTo>
                  <a:pt x="1439992" y="1811103"/>
                  <a:pt x="1440407" y="1811340"/>
                  <a:pt x="1440643" y="1811755"/>
                </a:cubicBezTo>
                <a:lnTo>
                  <a:pt x="1450001" y="1827982"/>
                </a:lnTo>
                <a:cubicBezTo>
                  <a:pt x="1450238" y="1828338"/>
                  <a:pt x="1450238" y="1828871"/>
                  <a:pt x="1450001" y="1829285"/>
                </a:cubicBezTo>
                <a:lnTo>
                  <a:pt x="1440584" y="1845513"/>
                </a:lnTo>
                <a:cubicBezTo>
                  <a:pt x="1440347" y="1845927"/>
                  <a:pt x="1439933" y="1846165"/>
                  <a:pt x="1439459" y="1846165"/>
                </a:cubicBezTo>
                <a:lnTo>
                  <a:pt x="1420684" y="1846165"/>
                </a:lnTo>
                <a:cubicBezTo>
                  <a:pt x="1420211" y="1846165"/>
                  <a:pt x="1419796" y="1845927"/>
                  <a:pt x="1419559" y="1845513"/>
                </a:cubicBezTo>
                <a:lnTo>
                  <a:pt x="1410202" y="1829285"/>
                </a:lnTo>
                <a:cubicBezTo>
                  <a:pt x="1409965" y="1828930"/>
                  <a:pt x="1409965" y="1828397"/>
                  <a:pt x="1410202" y="1827982"/>
                </a:cubicBezTo>
                <a:lnTo>
                  <a:pt x="1419618" y="1811755"/>
                </a:lnTo>
                <a:cubicBezTo>
                  <a:pt x="1419856" y="1811340"/>
                  <a:pt x="1420270" y="1811103"/>
                  <a:pt x="1420744" y="1811103"/>
                </a:cubicBezTo>
                <a:close/>
                <a:moveTo>
                  <a:pt x="1082332" y="1810570"/>
                </a:moveTo>
                <a:lnTo>
                  <a:pt x="1101639" y="1810570"/>
                </a:lnTo>
                <a:cubicBezTo>
                  <a:pt x="1102113" y="1810570"/>
                  <a:pt x="1102587" y="1810866"/>
                  <a:pt x="1102824" y="1811281"/>
                </a:cubicBezTo>
                <a:lnTo>
                  <a:pt x="1112478" y="1828041"/>
                </a:lnTo>
                <a:cubicBezTo>
                  <a:pt x="1112714" y="1828456"/>
                  <a:pt x="1112714" y="1828989"/>
                  <a:pt x="1112478" y="1829404"/>
                </a:cubicBezTo>
                <a:lnTo>
                  <a:pt x="1102824" y="1846164"/>
                </a:lnTo>
                <a:cubicBezTo>
                  <a:pt x="1102587" y="1846638"/>
                  <a:pt x="1102113" y="1846875"/>
                  <a:pt x="1101639" y="1846875"/>
                </a:cubicBezTo>
                <a:lnTo>
                  <a:pt x="1082332" y="1846875"/>
                </a:lnTo>
                <a:cubicBezTo>
                  <a:pt x="1081858" y="1846875"/>
                  <a:pt x="1081384" y="1846579"/>
                  <a:pt x="1081148" y="1846164"/>
                </a:cubicBezTo>
                <a:lnTo>
                  <a:pt x="1071494" y="1829404"/>
                </a:lnTo>
                <a:cubicBezTo>
                  <a:pt x="1071257" y="1828989"/>
                  <a:pt x="1071257" y="1828456"/>
                  <a:pt x="1071494" y="1828041"/>
                </a:cubicBezTo>
                <a:lnTo>
                  <a:pt x="1081148" y="1811281"/>
                </a:lnTo>
                <a:cubicBezTo>
                  <a:pt x="1081384" y="1810807"/>
                  <a:pt x="1081858" y="1810570"/>
                  <a:pt x="1082332" y="1810570"/>
                </a:cubicBezTo>
                <a:close/>
                <a:moveTo>
                  <a:pt x="879367" y="1810451"/>
                </a:moveTo>
                <a:lnTo>
                  <a:pt x="898793" y="1810451"/>
                </a:lnTo>
                <a:cubicBezTo>
                  <a:pt x="899267" y="1810451"/>
                  <a:pt x="899741" y="1810747"/>
                  <a:pt x="899977" y="1811162"/>
                </a:cubicBezTo>
                <a:lnTo>
                  <a:pt x="909690" y="1827982"/>
                </a:lnTo>
                <a:cubicBezTo>
                  <a:pt x="909927" y="1828396"/>
                  <a:pt x="909927" y="1828929"/>
                  <a:pt x="909690" y="1829344"/>
                </a:cubicBezTo>
                <a:lnTo>
                  <a:pt x="899977" y="1846164"/>
                </a:lnTo>
                <a:cubicBezTo>
                  <a:pt x="899741" y="1846637"/>
                  <a:pt x="899267" y="1846875"/>
                  <a:pt x="898793" y="1846875"/>
                </a:cubicBezTo>
                <a:lnTo>
                  <a:pt x="879367" y="1846875"/>
                </a:lnTo>
                <a:cubicBezTo>
                  <a:pt x="878893" y="1846875"/>
                  <a:pt x="878419" y="1846579"/>
                  <a:pt x="878183" y="1846164"/>
                </a:cubicBezTo>
                <a:lnTo>
                  <a:pt x="868470" y="1829344"/>
                </a:lnTo>
                <a:cubicBezTo>
                  <a:pt x="868233" y="1828929"/>
                  <a:pt x="868233" y="1828396"/>
                  <a:pt x="868470" y="1827982"/>
                </a:cubicBezTo>
                <a:lnTo>
                  <a:pt x="878183" y="1811162"/>
                </a:lnTo>
                <a:cubicBezTo>
                  <a:pt x="878419" y="1810688"/>
                  <a:pt x="878893" y="1810451"/>
                  <a:pt x="879367" y="1810451"/>
                </a:cubicBezTo>
                <a:close/>
                <a:moveTo>
                  <a:pt x="4666635" y="1810392"/>
                </a:moveTo>
                <a:lnTo>
                  <a:pt x="4686178" y="1810392"/>
                </a:lnTo>
                <a:cubicBezTo>
                  <a:pt x="4686653" y="1810392"/>
                  <a:pt x="4687126" y="1810688"/>
                  <a:pt x="4687363" y="1811103"/>
                </a:cubicBezTo>
                <a:lnTo>
                  <a:pt x="4697135" y="1828041"/>
                </a:lnTo>
                <a:cubicBezTo>
                  <a:pt x="4697372" y="1828456"/>
                  <a:pt x="4697372" y="1828989"/>
                  <a:pt x="4697135" y="1829403"/>
                </a:cubicBezTo>
                <a:lnTo>
                  <a:pt x="4687363" y="1846342"/>
                </a:lnTo>
                <a:cubicBezTo>
                  <a:pt x="4687126" y="1846756"/>
                  <a:pt x="4686653" y="1847052"/>
                  <a:pt x="4686178" y="1847052"/>
                </a:cubicBezTo>
                <a:lnTo>
                  <a:pt x="4666635" y="1847052"/>
                </a:lnTo>
                <a:cubicBezTo>
                  <a:pt x="4666160" y="1847052"/>
                  <a:pt x="4665687" y="1846756"/>
                  <a:pt x="4665450" y="1846342"/>
                </a:cubicBezTo>
                <a:lnTo>
                  <a:pt x="4655677" y="1829403"/>
                </a:lnTo>
                <a:cubicBezTo>
                  <a:pt x="4655441" y="1828989"/>
                  <a:pt x="4655441" y="1828456"/>
                  <a:pt x="4655677" y="1828041"/>
                </a:cubicBezTo>
                <a:lnTo>
                  <a:pt x="4665450" y="1811103"/>
                </a:lnTo>
                <a:cubicBezTo>
                  <a:pt x="4665687" y="1810688"/>
                  <a:pt x="4666160" y="1810392"/>
                  <a:pt x="4666635" y="1810392"/>
                </a:cubicBezTo>
                <a:close/>
                <a:moveTo>
                  <a:pt x="1014578" y="1810392"/>
                </a:moveTo>
                <a:lnTo>
                  <a:pt x="1034123" y="1810392"/>
                </a:lnTo>
                <a:cubicBezTo>
                  <a:pt x="1034596" y="1810392"/>
                  <a:pt x="1035070" y="1810688"/>
                  <a:pt x="1035307" y="1811103"/>
                </a:cubicBezTo>
                <a:lnTo>
                  <a:pt x="1045079" y="1828041"/>
                </a:lnTo>
                <a:cubicBezTo>
                  <a:pt x="1045316" y="1828456"/>
                  <a:pt x="1045316" y="1828989"/>
                  <a:pt x="1045079" y="1829403"/>
                </a:cubicBezTo>
                <a:lnTo>
                  <a:pt x="1035307" y="1846342"/>
                </a:lnTo>
                <a:cubicBezTo>
                  <a:pt x="1035070" y="1846756"/>
                  <a:pt x="1034596" y="1847052"/>
                  <a:pt x="1034123" y="1847052"/>
                </a:cubicBezTo>
                <a:lnTo>
                  <a:pt x="1014578" y="1847052"/>
                </a:lnTo>
                <a:cubicBezTo>
                  <a:pt x="1014105" y="1847052"/>
                  <a:pt x="1013631" y="1846756"/>
                  <a:pt x="1013394" y="1846342"/>
                </a:cubicBezTo>
                <a:lnTo>
                  <a:pt x="1003622" y="1829403"/>
                </a:lnTo>
                <a:cubicBezTo>
                  <a:pt x="1003385" y="1828989"/>
                  <a:pt x="1003385" y="1828456"/>
                  <a:pt x="1003622" y="1828041"/>
                </a:cubicBezTo>
                <a:lnTo>
                  <a:pt x="1013394" y="1811103"/>
                </a:lnTo>
                <a:cubicBezTo>
                  <a:pt x="1013631" y="1810688"/>
                  <a:pt x="1014105" y="1810392"/>
                  <a:pt x="1014578" y="1810392"/>
                </a:cubicBezTo>
                <a:close/>
                <a:moveTo>
                  <a:pt x="946943" y="1810392"/>
                </a:moveTo>
                <a:lnTo>
                  <a:pt x="966488" y="1810392"/>
                </a:lnTo>
                <a:cubicBezTo>
                  <a:pt x="966961" y="1810392"/>
                  <a:pt x="967435" y="1810688"/>
                  <a:pt x="967672" y="1811103"/>
                </a:cubicBezTo>
                <a:lnTo>
                  <a:pt x="977444" y="1828041"/>
                </a:lnTo>
                <a:cubicBezTo>
                  <a:pt x="977681" y="1828456"/>
                  <a:pt x="977681" y="1828989"/>
                  <a:pt x="977444" y="1829403"/>
                </a:cubicBezTo>
                <a:lnTo>
                  <a:pt x="967672" y="1846342"/>
                </a:lnTo>
                <a:cubicBezTo>
                  <a:pt x="967435" y="1846756"/>
                  <a:pt x="966961" y="1847052"/>
                  <a:pt x="966488" y="1847052"/>
                </a:cubicBezTo>
                <a:lnTo>
                  <a:pt x="946943" y="1847052"/>
                </a:lnTo>
                <a:cubicBezTo>
                  <a:pt x="946470" y="1847052"/>
                  <a:pt x="945996" y="1846756"/>
                  <a:pt x="945759" y="1846342"/>
                </a:cubicBezTo>
                <a:lnTo>
                  <a:pt x="935987" y="1829403"/>
                </a:lnTo>
                <a:cubicBezTo>
                  <a:pt x="935750" y="1828989"/>
                  <a:pt x="935750" y="1828456"/>
                  <a:pt x="935987" y="1828041"/>
                </a:cubicBezTo>
                <a:lnTo>
                  <a:pt x="945759" y="1811103"/>
                </a:lnTo>
                <a:cubicBezTo>
                  <a:pt x="945996" y="1810688"/>
                  <a:pt x="946470" y="1810392"/>
                  <a:pt x="946943" y="1810392"/>
                </a:cubicBezTo>
                <a:close/>
                <a:moveTo>
                  <a:pt x="3583999" y="1809326"/>
                </a:moveTo>
                <a:lnTo>
                  <a:pt x="3604669" y="1809326"/>
                </a:lnTo>
                <a:cubicBezTo>
                  <a:pt x="3605142" y="1809326"/>
                  <a:pt x="3605676" y="1809563"/>
                  <a:pt x="3605912" y="1810037"/>
                </a:cubicBezTo>
                <a:lnTo>
                  <a:pt x="3616218" y="1827923"/>
                </a:lnTo>
                <a:cubicBezTo>
                  <a:pt x="3616455" y="1828397"/>
                  <a:pt x="3616455" y="1828929"/>
                  <a:pt x="3616218" y="1829403"/>
                </a:cubicBezTo>
                <a:lnTo>
                  <a:pt x="3605912" y="1847289"/>
                </a:lnTo>
                <a:cubicBezTo>
                  <a:pt x="3605676" y="1847704"/>
                  <a:pt x="3605202" y="1848000"/>
                  <a:pt x="3604669" y="1848000"/>
                </a:cubicBezTo>
                <a:lnTo>
                  <a:pt x="3583999" y="1848000"/>
                </a:lnTo>
                <a:cubicBezTo>
                  <a:pt x="3583526" y="1848000"/>
                  <a:pt x="3582992" y="1847763"/>
                  <a:pt x="3582756" y="1847289"/>
                </a:cubicBezTo>
                <a:lnTo>
                  <a:pt x="3572451" y="1829403"/>
                </a:lnTo>
                <a:cubicBezTo>
                  <a:pt x="3572214" y="1828929"/>
                  <a:pt x="3572214" y="1828397"/>
                  <a:pt x="3572451" y="1827923"/>
                </a:cubicBezTo>
                <a:lnTo>
                  <a:pt x="3582756" y="1810037"/>
                </a:lnTo>
                <a:cubicBezTo>
                  <a:pt x="3582992" y="1809622"/>
                  <a:pt x="3583467" y="1809326"/>
                  <a:pt x="3583999" y="1809326"/>
                </a:cubicBezTo>
                <a:close/>
                <a:moveTo>
                  <a:pt x="3651634" y="1809267"/>
                </a:moveTo>
                <a:lnTo>
                  <a:pt x="3672363" y="1809267"/>
                </a:lnTo>
                <a:cubicBezTo>
                  <a:pt x="3672837" y="1809267"/>
                  <a:pt x="3673310" y="1809504"/>
                  <a:pt x="3673607" y="1809978"/>
                </a:cubicBezTo>
                <a:lnTo>
                  <a:pt x="3683971" y="1827982"/>
                </a:lnTo>
                <a:cubicBezTo>
                  <a:pt x="3684267" y="1828456"/>
                  <a:pt x="3684267" y="1828989"/>
                  <a:pt x="3683971" y="1829463"/>
                </a:cubicBezTo>
                <a:lnTo>
                  <a:pt x="3673607" y="1847467"/>
                </a:lnTo>
                <a:cubicBezTo>
                  <a:pt x="3673370" y="1847882"/>
                  <a:pt x="3672896" y="1848178"/>
                  <a:pt x="3672363" y="1848178"/>
                </a:cubicBezTo>
                <a:lnTo>
                  <a:pt x="3651634" y="1848178"/>
                </a:lnTo>
                <a:cubicBezTo>
                  <a:pt x="3651160" y="1848178"/>
                  <a:pt x="3650627" y="1847941"/>
                  <a:pt x="3650390" y="1847467"/>
                </a:cubicBezTo>
                <a:lnTo>
                  <a:pt x="3640026" y="1829463"/>
                </a:lnTo>
                <a:cubicBezTo>
                  <a:pt x="3639730" y="1828989"/>
                  <a:pt x="3639730" y="1828456"/>
                  <a:pt x="3640026" y="1827982"/>
                </a:cubicBezTo>
                <a:lnTo>
                  <a:pt x="3650390" y="1809978"/>
                </a:lnTo>
                <a:cubicBezTo>
                  <a:pt x="3650627" y="1809563"/>
                  <a:pt x="3651101" y="1809267"/>
                  <a:pt x="3651634" y="1809267"/>
                </a:cubicBezTo>
                <a:close/>
                <a:moveTo>
                  <a:pt x="4733321" y="1808497"/>
                </a:moveTo>
                <a:lnTo>
                  <a:pt x="4754820" y="1808497"/>
                </a:lnTo>
                <a:cubicBezTo>
                  <a:pt x="4755353" y="1808497"/>
                  <a:pt x="4755827" y="1808793"/>
                  <a:pt x="4756123" y="1809267"/>
                </a:cubicBezTo>
                <a:lnTo>
                  <a:pt x="4766902" y="1827923"/>
                </a:lnTo>
                <a:cubicBezTo>
                  <a:pt x="4767198" y="1828397"/>
                  <a:pt x="4767198" y="1828989"/>
                  <a:pt x="4766902" y="1829463"/>
                </a:cubicBezTo>
                <a:lnTo>
                  <a:pt x="4756123" y="1848119"/>
                </a:lnTo>
                <a:cubicBezTo>
                  <a:pt x="4755886" y="1848593"/>
                  <a:pt x="4755353" y="1848889"/>
                  <a:pt x="4754820" y="1848889"/>
                </a:cubicBezTo>
                <a:lnTo>
                  <a:pt x="4733321" y="1848889"/>
                </a:lnTo>
                <a:cubicBezTo>
                  <a:pt x="4732788" y="1848889"/>
                  <a:pt x="4732314" y="1848593"/>
                  <a:pt x="4732018" y="1848119"/>
                </a:cubicBezTo>
                <a:lnTo>
                  <a:pt x="4721239" y="1829463"/>
                </a:lnTo>
                <a:cubicBezTo>
                  <a:pt x="4720943" y="1828989"/>
                  <a:pt x="4720943" y="1828397"/>
                  <a:pt x="4721239" y="1827923"/>
                </a:cubicBezTo>
                <a:lnTo>
                  <a:pt x="4732018" y="1809267"/>
                </a:lnTo>
                <a:cubicBezTo>
                  <a:pt x="4732255" y="1808793"/>
                  <a:pt x="4732788" y="1808497"/>
                  <a:pt x="4733321" y="1808497"/>
                </a:cubicBezTo>
                <a:close/>
                <a:moveTo>
                  <a:pt x="1825192" y="1808497"/>
                </a:moveTo>
                <a:lnTo>
                  <a:pt x="1846691" y="1808497"/>
                </a:lnTo>
                <a:cubicBezTo>
                  <a:pt x="1847224" y="1808497"/>
                  <a:pt x="1847698" y="1808793"/>
                  <a:pt x="1847994" y="1809267"/>
                </a:cubicBezTo>
                <a:lnTo>
                  <a:pt x="1858773" y="1827923"/>
                </a:lnTo>
                <a:cubicBezTo>
                  <a:pt x="1859069" y="1828397"/>
                  <a:pt x="1859069" y="1828989"/>
                  <a:pt x="1858773" y="1829463"/>
                </a:cubicBezTo>
                <a:lnTo>
                  <a:pt x="1847994" y="1848119"/>
                </a:lnTo>
                <a:cubicBezTo>
                  <a:pt x="1847757" y="1848593"/>
                  <a:pt x="1847224" y="1848889"/>
                  <a:pt x="1846691" y="1848889"/>
                </a:cubicBezTo>
                <a:lnTo>
                  <a:pt x="1825192" y="1848889"/>
                </a:lnTo>
                <a:cubicBezTo>
                  <a:pt x="1824659" y="1848889"/>
                  <a:pt x="1824185" y="1848593"/>
                  <a:pt x="1823889" y="1848119"/>
                </a:cubicBezTo>
                <a:lnTo>
                  <a:pt x="1813110" y="1829463"/>
                </a:lnTo>
                <a:cubicBezTo>
                  <a:pt x="1812814" y="1828989"/>
                  <a:pt x="1812814" y="1828397"/>
                  <a:pt x="1813110" y="1827923"/>
                </a:cubicBezTo>
                <a:lnTo>
                  <a:pt x="1823889" y="1809267"/>
                </a:lnTo>
                <a:cubicBezTo>
                  <a:pt x="1824126" y="1808793"/>
                  <a:pt x="1824659" y="1808497"/>
                  <a:pt x="1825192" y="1808497"/>
                </a:cubicBezTo>
                <a:close/>
                <a:moveTo>
                  <a:pt x="1216358" y="1808201"/>
                </a:moveTo>
                <a:lnTo>
                  <a:pt x="1238212" y="1808201"/>
                </a:lnTo>
                <a:cubicBezTo>
                  <a:pt x="1238804" y="1808201"/>
                  <a:pt x="1239278" y="1808497"/>
                  <a:pt x="1239574" y="1808971"/>
                </a:cubicBezTo>
                <a:lnTo>
                  <a:pt x="1250472" y="1827923"/>
                </a:lnTo>
                <a:cubicBezTo>
                  <a:pt x="1250768" y="1828397"/>
                  <a:pt x="1250768" y="1828989"/>
                  <a:pt x="1250472" y="1829463"/>
                </a:cubicBezTo>
                <a:lnTo>
                  <a:pt x="1239515" y="1848415"/>
                </a:lnTo>
                <a:cubicBezTo>
                  <a:pt x="1239219" y="1848889"/>
                  <a:pt x="1238686" y="1849185"/>
                  <a:pt x="1238153" y="1849185"/>
                </a:cubicBezTo>
                <a:lnTo>
                  <a:pt x="1216299" y="1849185"/>
                </a:lnTo>
                <a:cubicBezTo>
                  <a:pt x="1215706" y="1849185"/>
                  <a:pt x="1215233" y="1848889"/>
                  <a:pt x="1214937" y="1848415"/>
                </a:cubicBezTo>
                <a:lnTo>
                  <a:pt x="1204039" y="1829463"/>
                </a:lnTo>
                <a:cubicBezTo>
                  <a:pt x="1203743" y="1828989"/>
                  <a:pt x="1203743" y="1828397"/>
                  <a:pt x="1204039" y="1827923"/>
                </a:cubicBezTo>
                <a:lnTo>
                  <a:pt x="1214996" y="1808971"/>
                </a:lnTo>
                <a:cubicBezTo>
                  <a:pt x="1215292" y="1808497"/>
                  <a:pt x="1215825" y="1808201"/>
                  <a:pt x="1216358" y="1808201"/>
                </a:cubicBezTo>
                <a:close/>
                <a:moveTo>
                  <a:pt x="3177418" y="1807905"/>
                </a:moveTo>
                <a:lnTo>
                  <a:pt x="3199628" y="1807905"/>
                </a:lnTo>
                <a:cubicBezTo>
                  <a:pt x="3200161" y="1807905"/>
                  <a:pt x="3200694" y="1808201"/>
                  <a:pt x="3200990" y="1808675"/>
                </a:cubicBezTo>
                <a:lnTo>
                  <a:pt x="3212065" y="1827923"/>
                </a:lnTo>
                <a:cubicBezTo>
                  <a:pt x="3212361" y="1828397"/>
                  <a:pt x="3212361" y="1828989"/>
                  <a:pt x="3212065" y="1829463"/>
                </a:cubicBezTo>
                <a:lnTo>
                  <a:pt x="3200990" y="1848711"/>
                </a:lnTo>
                <a:cubicBezTo>
                  <a:pt x="3200694" y="1849185"/>
                  <a:pt x="3200161" y="1849481"/>
                  <a:pt x="3199628" y="1849481"/>
                </a:cubicBezTo>
                <a:lnTo>
                  <a:pt x="3177418" y="1849481"/>
                </a:lnTo>
                <a:cubicBezTo>
                  <a:pt x="3176886" y="1849481"/>
                  <a:pt x="3176353" y="1849185"/>
                  <a:pt x="3176056" y="1848711"/>
                </a:cubicBezTo>
                <a:lnTo>
                  <a:pt x="3164981" y="1829463"/>
                </a:lnTo>
                <a:cubicBezTo>
                  <a:pt x="3164685" y="1828989"/>
                  <a:pt x="3164685" y="1828397"/>
                  <a:pt x="3164981" y="1827923"/>
                </a:cubicBezTo>
                <a:lnTo>
                  <a:pt x="3176056" y="1808675"/>
                </a:lnTo>
                <a:cubicBezTo>
                  <a:pt x="3176353" y="1808201"/>
                  <a:pt x="3176886" y="1807905"/>
                  <a:pt x="3177418" y="1807905"/>
                </a:cubicBezTo>
                <a:close/>
                <a:moveTo>
                  <a:pt x="1892472" y="1807905"/>
                </a:moveTo>
                <a:lnTo>
                  <a:pt x="1914681" y="1807905"/>
                </a:lnTo>
                <a:cubicBezTo>
                  <a:pt x="1915214" y="1807905"/>
                  <a:pt x="1915747" y="1808201"/>
                  <a:pt x="1916043" y="1808675"/>
                </a:cubicBezTo>
                <a:lnTo>
                  <a:pt x="1927118" y="1827923"/>
                </a:lnTo>
                <a:cubicBezTo>
                  <a:pt x="1927414" y="1828397"/>
                  <a:pt x="1927414" y="1828989"/>
                  <a:pt x="1927118" y="1829463"/>
                </a:cubicBezTo>
                <a:lnTo>
                  <a:pt x="1916043" y="1848711"/>
                </a:lnTo>
                <a:cubicBezTo>
                  <a:pt x="1915747" y="1849185"/>
                  <a:pt x="1915214" y="1849481"/>
                  <a:pt x="1914681" y="1849481"/>
                </a:cubicBezTo>
                <a:lnTo>
                  <a:pt x="1892472" y="1849481"/>
                </a:lnTo>
                <a:cubicBezTo>
                  <a:pt x="1891938" y="1849481"/>
                  <a:pt x="1891406" y="1849185"/>
                  <a:pt x="1891109" y="1848711"/>
                </a:cubicBezTo>
                <a:lnTo>
                  <a:pt x="1880034" y="1829463"/>
                </a:lnTo>
                <a:cubicBezTo>
                  <a:pt x="1879738" y="1828989"/>
                  <a:pt x="1879738" y="1828397"/>
                  <a:pt x="1880034" y="1827923"/>
                </a:cubicBezTo>
                <a:lnTo>
                  <a:pt x="1891109" y="1808675"/>
                </a:lnTo>
                <a:cubicBezTo>
                  <a:pt x="1891406" y="1808201"/>
                  <a:pt x="1891938" y="1807905"/>
                  <a:pt x="1892472" y="1807905"/>
                </a:cubicBezTo>
                <a:close/>
                <a:moveTo>
                  <a:pt x="1757142" y="1807668"/>
                </a:moveTo>
                <a:lnTo>
                  <a:pt x="1779529" y="1807668"/>
                </a:lnTo>
                <a:cubicBezTo>
                  <a:pt x="1780062" y="1807668"/>
                  <a:pt x="1780595" y="1807964"/>
                  <a:pt x="1780891" y="1808438"/>
                </a:cubicBezTo>
                <a:lnTo>
                  <a:pt x="1792085" y="1827864"/>
                </a:lnTo>
                <a:cubicBezTo>
                  <a:pt x="1792381" y="1828338"/>
                  <a:pt x="1792381" y="1828989"/>
                  <a:pt x="1792085" y="1829463"/>
                </a:cubicBezTo>
                <a:lnTo>
                  <a:pt x="1780891" y="1848888"/>
                </a:lnTo>
                <a:cubicBezTo>
                  <a:pt x="1780595" y="1849362"/>
                  <a:pt x="1780062" y="1849658"/>
                  <a:pt x="1779529" y="1849658"/>
                </a:cubicBezTo>
                <a:lnTo>
                  <a:pt x="1757142" y="1849658"/>
                </a:lnTo>
                <a:cubicBezTo>
                  <a:pt x="1756609" y="1849658"/>
                  <a:pt x="1756076" y="1849362"/>
                  <a:pt x="1755780" y="1848888"/>
                </a:cubicBezTo>
                <a:lnTo>
                  <a:pt x="1744586" y="1829463"/>
                </a:lnTo>
                <a:cubicBezTo>
                  <a:pt x="1744290" y="1828989"/>
                  <a:pt x="1744290" y="1828338"/>
                  <a:pt x="1744586" y="1827864"/>
                </a:cubicBezTo>
                <a:lnTo>
                  <a:pt x="1755780" y="1808438"/>
                </a:lnTo>
                <a:cubicBezTo>
                  <a:pt x="1756076" y="1807964"/>
                  <a:pt x="1756609" y="1807668"/>
                  <a:pt x="1757142" y="1807668"/>
                </a:cubicBezTo>
                <a:close/>
                <a:moveTo>
                  <a:pt x="1148427" y="1807668"/>
                </a:moveTo>
                <a:lnTo>
                  <a:pt x="1170814" y="1807668"/>
                </a:lnTo>
                <a:cubicBezTo>
                  <a:pt x="1171347" y="1807668"/>
                  <a:pt x="1171880" y="1807964"/>
                  <a:pt x="1172176" y="1808438"/>
                </a:cubicBezTo>
                <a:lnTo>
                  <a:pt x="1183370" y="1827864"/>
                </a:lnTo>
                <a:cubicBezTo>
                  <a:pt x="1183666" y="1828338"/>
                  <a:pt x="1183666" y="1828989"/>
                  <a:pt x="1183370" y="1829463"/>
                </a:cubicBezTo>
                <a:lnTo>
                  <a:pt x="1172176" y="1848888"/>
                </a:lnTo>
                <a:cubicBezTo>
                  <a:pt x="1171880" y="1849362"/>
                  <a:pt x="1171347" y="1849658"/>
                  <a:pt x="1170814" y="1849658"/>
                </a:cubicBezTo>
                <a:lnTo>
                  <a:pt x="1148427" y="1849658"/>
                </a:lnTo>
                <a:cubicBezTo>
                  <a:pt x="1147894" y="1849658"/>
                  <a:pt x="1147361" y="1849362"/>
                  <a:pt x="1147065" y="1848888"/>
                </a:cubicBezTo>
                <a:lnTo>
                  <a:pt x="1135871" y="1829463"/>
                </a:lnTo>
                <a:cubicBezTo>
                  <a:pt x="1135575" y="1828989"/>
                  <a:pt x="1135575" y="1828338"/>
                  <a:pt x="1135871" y="1827864"/>
                </a:cubicBezTo>
                <a:lnTo>
                  <a:pt x="1147065" y="1808438"/>
                </a:lnTo>
                <a:cubicBezTo>
                  <a:pt x="1147361" y="1807964"/>
                  <a:pt x="1147894" y="1807668"/>
                  <a:pt x="1148427" y="1807668"/>
                </a:cubicBezTo>
                <a:close/>
                <a:moveTo>
                  <a:pt x="1959692" y="1807194"/>
                </a:moveTo>
                <a:lnTo>
                  <a:pt x="1982671" y="1807194"/>
                </a:lnTo>
                <a:cubicBezTo>
                  <a:pt x="1983264" y="1807194"/>
                  <a:pt x="1983797" y="1807549"/>
                  <a:pt x="1984093" y="1808023"/>
                </a:cubicBezTo>
                <a:lnTo>
                  <a:pt x="1995582" y="1827923"/>
                </a:lnTo>
                <a:cubicBezTo>
                  <a:pt x="1995879" y="1828397"/>
                  <a:pt x="1995879" y="1829048"/>
                  <a:pt x="1995582" y="1829522"/>
                </a:cubicBezTo>
                <a:lnTo>
                  <a:pt x="1984093" y="1849422"/>
                </a:lnTo>
                <a:cubicBezTo>
                  <a:pt x="1983797" y="1849954"/>
                  <a:pt x="1983264" y="1850251"/>
                  <a:pt x="1982671" y="1850251"/>
                </a:cubicBezTo>
                <a:lnTo>
                  <a:pt x="1959692" y="1850251"/>
                </a:lnTo>
                <a:cubicBezTo>
                  <a:pt x="1959100" y="1850251"/>
                  <a:pt x="1958567" y="1849895"/>
                  <a:pt x="1958271" y="1849422"/>
                </a:cubicBezTo>
                <a:lnTo>
                  <a:pt x="1946781" y="1829522"/>
                </a:lnTo>
                <a:cubicBezTo>
                  <a:pt x="1946485" y="1829048"/>
                  <a:pt x="1946485" y="1828397"/>
                  <a:pt x="1946781" y="1827923"/>
                </a:cubicBezTo>
                <a:lnTo>
                  <a:pt x="1958271" y="1808023"/>
                </a:lnTo>
                <a:cubicBezTo>
                  <a:pt x="1958567" y="1807490"/>
                  <a:pt x="1959100" y="1807194"/>
                  <a:pt x="1959692" y="1807194"/>
                </a:cubicBezTo>
                <a:close/>
                <a:moveTo>
                  <a:pt x="4867763" y="1806957"/>
                </a:moveTo>
                <a:lnTo>
                  <a:pt x="4890920" y="1806957"/>
                </a:lnTo>
                <a:cubicBezTo>
                  <a:pt x="4891512" y="1806957"/>
                  <a:pt x="4892045" y="1807312"/>
                  <a:pt x="4892341" y="1807786"/>
                </a:cubicBezTo>
                <a:lnTo>
                  <a:pt x="4903949" y="1827863"/>
                </a:lnTo>
                <a:cubicBezTo>
                  <a:pt x="4904245" y="1828396"/>
                  <a:pt x="4904245" y="1829048"/>
                  <a:pt x="4903949" y="1829522"/>
                </a:cubicBezTo>
                <a:lnTo>
                  <a:pt x="4892341" y="1849599"/>
                </a:lnTo>
                <a:cubicBezTo>
                  <a:pt x="4892045" y="1850132"/>
                  <a:pt x="4891512" y="1850428"/>
                  <a:pt x="4890920" y="1850428"/>
                </a:cubicBezTo>
                <a:lnTo>
                  <a:pt x="4867763" y="1850428"/>
                </a:lnTo>
                <a:cubicBezTo>
                  <a:pt x="4867170" y="1850428"/>
                  <a:pt x="4866637" y="1850073"/>
                  <a:pt x="4866341" y="1849599"/>
                </a:cubicBezTo>
                <a:lnTo>
                  <a:pt x="4854733" y="1829522"/>
                </a:lnTo>
                <a:cubicBezTo>
                  <a:pt x="4854437" y="1828989"/>
                  <a:pt x="4854437" y="1828337"/>
                  <a:pt x="4854733" y="1827863"/>
                </a:cubicBezTo>
                <a:lnTo>
                  <a:pt x="4866341" y="1807786"/>
                </a:lnTo>
                <a:cubicBezTo>
                  <a:pt x="4866637" y="1807253"/>
                  <a:pt x="4867170" y="1806957"/>
                  <a:pt x="4867763" y="1806957"/>
                </a:cubicBezTo>
                <a:close/>
                <a:moveTo>
                  <a:pt x="4800009" y="1806779"/>
                </a:moveTo>
                <a:lnTo>
                  <a:pt x="4823403" y="1806779"/>
                </a:lnTo>
                <a:cubicBezTo>
                  <a:pt x="4823995" y="1806779"/>
                  <a:pt x="4824528" y="1807075"/>
                  <a:pt x="4824824" y="1807608"/>
                </a:cubicBezTo>
                <a:lnTo>
                  <a:pt x="4836491" y="1827863"/>
                </a:lnTo>
                <a:cubicBezTo>
                  <a:pt x="4836788" y="1828396"/>
                  <a:pt x="4836788" y="1828988"/>
                  <a:pt x="4836491" y="1829522"/>
                </a:cubicBezTo>
                <a:lnTo>
                  <a:pt x="4824765" y="1849776"/>
                </a:lnTo>
                <a:cubicBezTo>
                  <a:pt x="4824469" y="1850309"/>
                  <a:pt x="4823936" y="1850606"/>
                  <a:pt x="4823344" y="1850606"/>
                </a:cubicBezTo>
                <a:lnTo>
                  <a:pt x="4799950" y="1850606"/>
                </a:lnTo>
                <a:cubicBezTo>
                  <a:pt x="4799357" y="1850606"/>
                  <a:pt x="4798824" y="1850309"/>
                  <a:pt x="4798528" y="1849776"/>
                </a:cubicBezTo>
                <a:lnTo>
                  <a:pt x="4786861" y="1829522"/>
                </a:lnTo>
                <a:cubicBezTo>
                  <a:pt x="4786565" y="1828988"/>
                  <a:pt x="4786565" y="1828396"/>
                  <a:pt x="4786861" y="1827863"/>
                </a:cubicBezTo>
                <a:lnTo>
                  <a:pt x="4798587" y="1807608"/>
                </a:lnTo>
                <a:cubicBezTo>
                  <a:pt x="4798884" y="1807075"/>
                  <a:pt x="4799416" y="1806779"/>
                  <a:pt x="4800009" y="1806779"/>
                </a:cubicBezTo>
                <a:close/>
                <a:moveTo>
                  <a:pt x="2771076" y="1806779"/>
                </a:moveTo>
                <a:lnTo>
                  <a:pt x="2794470" y="1806779"/>
                </a:lnTo>
                <a:cubicBezTo>
                  <a:pt x="2795062" y="1806779"/>
                  <a:pt x="2795595" y="1807075"/>
                  <a:pt x="2795891" y="1807608"/>
                </a:cubicBezTo>
                <a:lnTo>
                  <a:pt x="2807559" y="1827863"/>
                </a:lnTo>
                <a:cubicBezTo>
                  <a:pt x="2807855" y="1828396"/>
                  <a:pt x="2807855" y="1828988"/>
                  <a:pt x="2807559" y="1829522"/>
                </a:cubicBezTo>
                <a:lnTo>
                  <a:pt x="2795832" y="1849776"/>
                </a:lnTo>
                <a:cubicBezTo>
                  <a:pt x="2795536" y="1850309"/>
                  <a:pt x="2795003" y="1850606"/>
                  <a:pt x="2794411" y="1850606"/>
                </a:cubicBezTo>
                <a:lnTo>
                  <a:pt x="2771017" y="1850606"/>
                </a:lnTo>
                <a:cubicBezTo>
                  <a:pt x="2770424" y="1850606"/>
                  <a:pt x="2769891" y="1850309"/>
                  <a:pt x="2769595" y="1849776"/>
                </a:cubicBezTo>
                <a:lnTo>
                  <a:pt x="2757928" y="1829522"/>
                </a:lnTo>
                <a:cubicBezTo>
                  <a:pt x="2757632" y="1828988"/>
                  <a:pt x="2757632" y="1828396"/>
                  <a:pt x="2757928" y="1827863"/>
                </a:cubicBezTo>
                <a:lnTo>
                  <a:pt x="2769654" y="1807608"/>
                </a:lnTo>
                <a:cubicBezTo>
                  <a:pt x="2769951" y="1807075"/>
                  <a:pt x="2770484" y="1806779"/>
                  <a:pt x="2771076" y="1806779"/>
                </a:cubicBezTo>
                <a:close/>
                <a:moveTo>
                  <a:pt x="1688086" y="1805121"/>
                </a:moveTo>
                <a:lnTo>
                  <a:pt x="1713257" y="1805121"/>
                </a:lnTo>
                <a:cubicBezTo>
                  <a:pt x="1713908" y="1805121"/>
                  <a:pt x="1714500" y="1805476"/>
                  <a:pt x="1714796" y="1806009"/>
                </a:cubicBezTo>
                <a:lnTo>
                  <a:pt x="1727352" y="1827804"/>
                </a:lnTo>
                <a:cubicBezTo>
                  <a:pt x="1727648" y="1828337"/>
                  <a:pt x="1727648" y="1829048"/>
                  <a:pt x="1727352" y="1829581"/>
                </a:cubicBezTo>
                <a:lnTo>
                  <a:pt x="1714737" y="1851376"/>
                </a:lnTo>
                <a:cubicBezTo>
                  <a:pt x="1714382" y="1851909"/>
                  <a:pt x="1713849" y="1852264"/>
                  <a:pt x="1713197" y="1852264"/>
                </a:cubicBezTo>
                <a:lnTo>
                  <a:pt x="1688027" y="1852264"/>
                </a:lnTo>
                <a:cubicBezTo>
                  <a:pt x="1687375" y="1852264"/>
                  <a:pt x="1686783" y="1851909"/>
                  <a:pt x="1686487" y="1851376"/>
                </a:cubicBezTo>
                <a:lnTo>
                  <a:pt x="1673931" y="1829581"/>
                </a:lnTo>
                <a:cubicBezTo>
                  <a:pt x="1673635" y="1829048"/>
                  <a:pt x="1673635" y="1828337"/>
                  <a:pt x="1673931" y="1827804"/>
                </a:cubicBezTo>
                <a:lnTo>
                  <a:pt x="1686546" y="1806009"/>
                </a:lnTo>
                <a:cubicBezTo>
                  <a:pt x="1686901" y="1805476"/>
                  <a:pt x="1687435" y="1805121"/>
                  <a:pt x="1688086" y="1805121"/>
                </a:cubicBezTo>
                <a:close/>
                <a:moveTo>
                  <a:pt x="2567164" y="1804884"/>
                </a:moveTo>
                <a:lnTo>
                  <a:pt x="2592571" y="1804884"/>
                </a:lnTo>
                <a:cubicBezTo>
                  <a:pt x="2593223" y="1804884"/>
                  <a:pt x="2593756" y="1805239"/>
                  <a:pt x="2594111" y="1805773"/>
                </a:cubicBezTo>
                <a:lnTo>
                  <a:pt x="2606785" y="1827745"/>
                </a:lnTo>
                <a:cubicBezTo>
                  <a:pt x="2607141" y="1828278"/>
                  <a:pt x="2607141" y="1828989"/>
                  <a:pt x="2606785" y="1829522"/>
                </a:cubicBezTo>
                <a:lnTo>
                  <a:pt x="2594052" y="1851494"/>
                </a:lnTo>
                <a:cubicBezTo>
                  <a:pt x="2593756" y="1852027"/>
                  <a:pt x="2593163" y="1852383"/>
                  <a:pt x="2592512" y="1852383"/>
                </a:cubicBezTo>
                <a:lnTo>
                  <a:pt x="2567104" y="1852383"/>
                </a:lnTo>
                <a:cubicBezTo>
                  <a:pt x="2566453" y="1852383"/>
                  <a:pt x="2565920" y="1852027"/>
                  <a:pt x="2565564" y="1851494"/>
                </a:cubicBezTo>
                <a:lnTo>
                  <a:pt x="2552891" y="1829522"/>
                </a:lnTo>
                <a:cubicBezTo>
                  <a:pt x="2552535" y="1828989"/>
                  <a:pt x="2552535" y="1828278"/>
                  <a:pt x="2552891" y="1827745"/>
                </a:cubicBezTo>
                <a:lnTo>
                  <a:pt x="2565624" y="1805773"/>
                </a:lnTo>
                <a:cubicBezTo>
                  <a:pt x="2565920" y="1805239"/>
                  <a:pt x="2566512" y="1804884"/>
                  <a:pt x="2567164" y="1804884"/>
                </a:cubicBezTo>
                <a:close/>
                <a:moveTo>
                  <a:pt x="2363903" y="1804173"/>
                </a:moveTo>
                <a:lnTo>
                  <a:pt x="2390081" y="1804173"/>
                </a:lnTo>
                <a:cubicBezTo>
                  <a:pt x="2390732" y="1804173"/>
                  <a:pt x="2391324" y="1804528"/>
                  <a:pt x="2391680" y="1805121"/>
                </a:cubicBezTo>
                <a:lnTo>
                  <a:pt x="2404769" y="1827804"/>
                </a:lnTo>
                <a:cubicBezTo>
                  <a:pt x="2405124" y="1828337"/>
                  <a:pt x="2405124" y="1829048"/>
                  <a:pt x="2404769" y="1829640"/>
                </a:cubicBezTo>
                <a:lnTo>
                  <a:pt x="2391680" y="1852323"/>
                </a:lnTo>
                <a:cubicBezTo>
                  <a:pt x="2391324" y="1852915"/>
                  <a:pt x="2390732" y="1853270"/>
                  <a:pt x="2390081" y="1853270"/>
                </a:cubicBezTo>
                <a:lnTo>
                  <a:pt x="2363903" y="1853270"/>
                </a:lnTo>
                <a:cubicBezTo>
                  <a:pt x="2363252" y="1853270"/>
                  <a:pt x="2362660" y="1852915"/>
                  <a:pt x="2362304" y="1852323"/>
                </a:cubicBezTo>
                <a:lnTo>
                  <a:pt x="2349216" y="1829640"/>
                </a:lnTo>
                <a:cubicBezTo>
                  <a:pt x="2348860" y="1829107"/>
                  <a:pt x="2348860" y="1828396"/>
                  <a:pt x="2349216" y="1827804"/>
                </a:cubicBezTo>
                <a:lnTo>
                  <a:pt x="2362304" y="1805121"/>
                </a:lnTo>
                <a:cubicBezTo>
                  <a:pt x="2362660" y="1804528"/>
                  <a:pt x="2363252" y="1804173"/>
                  <a:pt x="2363903" y="1804173"/>
                </a:cubicBezTo>
                <a:close/>
                <a:moveTo>
                  <a:pt x="2499054" y="1804055"/>
                </a:moveTo>
                <a:lnTo>
                  <a:pt x="2525350" y="1804055"/>
                </a:lnTo>
                <a:cubicBezTo>
                  <a:pt x="2526002" y="1804055"/>
                  <a:pt x="2526594" y="1804410"/>
                  <a:pt x="2526950" y="1805003"/>
                </a:cubicBezTo>
                <a:lnTo>
                  <a:pt x="2540097" y="1827745"/>
                </a:lnTo>
                <a:cubicBezTo>
                  <a:pt x="2540453" y="1828278"/>
                  <a:pt x="2540453" y="1828989"/>
                  <a:pt x="2540097" y="1829581"/>
                </a:cubicBezTo>
                <a:lnTo>
                  <a:pt x="2526950" y="1852324"/>
                </a:lnTo>
                <a:cubicBezTo>
                  <a:pt x="2526594" y="1852916"/>
                  <a:pt x="2526002" y="1853271"/>
                  <a:pt x="2525350" y="1853271"/>
                </a:cubicBezTo>
                <a:lnTo>
                  <a:pt x="2499054" y="1853271"/>
                </a:lnTo>
                <a:cubicBezTo>
                  <a:pt x="2498403" y="1853271"/>
                  <a:pt x="2497811" y="1852916"/>
                  <a:pt x="2497455" y="1852324"/>
                </a:cubicBezTo>
                <a:lnTo>
                  <a:pt x="2484308" y="1829581"/>
                </a:lnTo>
                <a:cubicBezTo>
                  <a:pt x="2483952" y="1829048"/>
                  <a:pt x="2483952" y="1828338"/>
                  <a:pt x="2484308" y="1827745"/>
                </a:cubicBezTo>
                <a:lnTo>
                  <a:pt x="2497455" y="1805003"/>
                </a:lnTo>
                <a:cubicBezTo>
                  <a:pt x="2497811" y="1804410"/>
                  <a:pt x="2498403" y="1804055"/>
                  <a:pt x="2499054" y="1804055"/>
                </a:cubicBezTo>
                <a:close/>
                <a:moveTo>
                  <a:pt x="2431361" y="1803877"/>
                </a:moveTo>
                <a:lnTo>
                  <a:pt x="2457835" y="1803877"/>
                </a:lnTo>
                <a:cubicBezTo>
                  <a:pt x="2458486" y="1803877"/>
                  <a:pt x="2459078" y="1804232"/>
                  <a:pt x="2459434" y="1804824"/>
                </a:cubicBezTo>
                <a:lnTo>
                  <a:pt x="2472641" y="1827804"/>
                </a:lnTo>
                <a:cubicBezTo>
                  <a:pt x="2472996" y="1828396"/>
                  <a:pt x="2472996" y="1829107"/>
                  <a:pt x="2472641" y="1829699"/>
                </a:cubicBezTo>
                <a:lnTo>
                  <a:pt x="2459374" y="1852678"/>
                </a:lnTo>
                <a:cubicBezTo>
                  <a:pt x="2459078" y="1853271"/>
                  <a:pt x="2458427" y="1853626"/>
                  <a:pt x="2457776" y="1853626"/>
                </a:cubicBezTo>
                <a:lnTo>
                  <a:pt x="2431302" y="1853626"/>
                </a:lnTo>
                <a:cubicBezTo>
                  <a:pt x="2430650" y="1853626"/>
                  <a:pt x="2430058" y="1853271"/>
                  <a:pt x="2429703" y="1852678"/>
                </a:cubicBezTo>
                <a:lnTo>
                  <a:pt x="2416496" y="1829699"/>
                </a:lnTo>
                <a:cubicBezTo>
                  <a:pt x="2416140" y="1829107"/>
                  <a:pt x="2416140" y="1828396"/>
                  <a:pt x="2416496" y="1827804"/>
                </a:cubicBezTo>
                <a:lnTo>
                  <a:pt x="2429762" y="1804824"/>
                </a:lnTo>
                <a:cubicBezTo>
                  <a:pt x="2430058" y="1804232"/>
                  <a:pt x="2430710" y="1803877"/>
                  <a:pt x="2431361" y="1803877"/>
                </a:cubicBezTo>
                <a:close/>
                <a:moveTo>
                  <a:pt x="2634206" y="1803759"/>
                </a:moveTo>
                <a:lnTo>
                  <a:pt x="2660798" y="1803759"/>
                </a:lnTo>
                <a:cubicBezTo>
                  <a:pt x="2661450" y="1803759"/>
                  <a:pt x="2662042" y="1804114"/>
                  <a:pt x="2662398" y="1804707"/>
                </a:cubicBezTo>
                <a:lnTo>
                  <a:pt x="2675664" y="1827745"/>
                </a:lnTo>
                <a:cubicBezTo>
                  <a:pt x="2676019" y="1828338"/>
                  <a:pt x="2676019" y="1829048"/>
                  <a:pt x="2675664" y="1829640"/>
                </a:cubicBezTo>
                <a:lnTo>
                  <a:pt x="2662338" y="1852679"/>
                </a:lnTo>
                <a:cubicBezTo>
                  <a:pt x="2662042" y="1853271"/>
                  <a:pt x="2661391" y="1853627"/>
                  <a:pt x="2660739" y="1853627"/>
                </a:cubicBezTo>
                <a:lnTo>
                  <a:pt x="2634147" y="1853627"/>
                </a:lnTo>
                <a:cubicBezTo>
                  <a:pt x="2633496" y="1853627"/>
                  <a:pt x="2632904" y="1853271"/>
                  <a:pt x="2632548" y="1852679"/>
                </a:cubicBezTo>
                <a:lnTo>
                  <a:pt x="2619282" y="1829640"/>
                </a:lnTo>
                <a:cubicBezTo>
                  <a:pt x="2618926" y="1829048"/>
                  <a:pt x="2618926" y="1828338"/>
                  <a:pt x="2619282" y="1827745"/>
                </a:cubicBezTo>
                <a:lnTo>
                  <a:pt x="2632607" y="1804707"/>
                </a:lnTo>
                <a:cubicBezTo>
                  <a:pt x="2632904" y="1804114"/>
                  <a:pt x="2633555" y="1803759"/>
                  <a:pt x="2634206" y="1803759"/>
                </a:cubicBezTo>
                <a:close/>
                <a:moveTo>
                  <a:pt x="2701664" y="1803463"/>
                </a:moveTo>
                <a:lnTo>
                  <a:pt x="2728611" y="1803463"/>
                </a:lnTo>
                <a:cubicBezTo>
                  <a:pt x="2729322" y="1803463"/>
                  <a:pt x="2729914" y="1803818"/>
                  <a:pt x="2730270" y="1804410"/>
                </a:cubicBezTo>
                <a:lnTo>
                  <a:pt x="2743714" y="1827745"/>
                </a:lnTo>
                <a:cubicBezTo>
                  <a:pt x="2744069" y="1828338"/>
                  <a:pt x="2744069" y="1829048"/>
                  <a:pt x="2743714" y="1829640"/>
                </a:cubicBezTo>
                <a:lnTo>
                  <a:pt x="2730211" y="1852975"/>
                </a:lnTo>
                <a:cubicBezTo>
                  <a:pt x="2729855" y="1853568"/>
                  <a:pt x="2729204" y="1853923"/>
                  <a:pt x="2728552" y="1853923"/>
                </a:cubicBezTo>
                <a:lnTo>
                  <a:pt x="2701605" y="1853923"/>
                </a:lnTo>
                <a:cubicBezTo>
                  <a:pt x="2700894" y="1853923"/>
                  <a:pt x="2700302" y="1853568"/>
                  <a:pt x="2699946" y="1852975"/>
                </a:cubicBezTo>
                <a:lnTo>
                  <a:pt x="2686503" y="1829640"/>
                </a:lnTo>
                <a:cubicBezTo>
                  <a:pt x="2686147" y="1829048"/>
                  <a:pt x="2686147" y="1828338"/>
                  <a:pt x="2686503" y="1827745"/>
                </a:cubicBezTo>
                <a:lnTo>
                  <a:pt x="2700006" y="1804410"/>
                </a:lnTo>
                <a:cubicBezTo>
                  <a:pt x="2700361" y="1803818"/>
                  <a:pt x="2701013" y="1803463"/>
                  <a:pt x="2701664" y="1803463"/>
                </a:cubicBezTo>
                <a:close/>
                <a:moveTo>
                  <a:pt x="1619503" y="1803344"/>
                </a:moveTo>
                <a:lnTo>
                  <a:pt x="1646569" y="1803344"/>
                </a:lnTo>
                <a:cubicBezTo>
                  <a:pt x="1647221" y="1803344"/>
                  <a:pt x="1647872" y="1803699"/>
                  <a:pt x="1648228" y="1804292"/>
                </a:cubicBezTo>
                <a:lnTo>
                  <a:pt x="1661731" y="1827745"/>
                </a:lnTo>
                <a:cubicBezTo>
                  <a:pt x="1662086" y="1828337"/>
                  <a:pt x="1662086" y="1829048"/>
                  <a:pt x="1661731" y="1829640"/>
                </a:cubicBezTo>
                <a:lnTo>
                  <a:pt x="1648168" y="1853093"/>
                </a:lnTo>
                <a:cubicBezTo>
                  <a:pt x="1647813" y="1853685"/>
                  <a:pt x="1647162" y="1854041"/>
                  <a:pt x="1646510" y="1854041"/>
                </a:cubicBezTo>
                <a:lnTo>
                  <a:pt x="1619444" y="1854041"/>
                </a:lnTo>
                <a:cubicBezTo>
                  <a:pt x="1618793" y="1854041"/>
                  <a:pt x="1618141" y="1853685"/>
                  <a:pt x="1617786" y="1853093"/>
                </a:cubicBezTo>
                <a:lnTo>
                  <a:pt x="1604283" y="1829640"/>
                </a:lnTo>
                <a:cubicBezTo>
                  <a:pt x="1603927" y="1829048"/>
                  <a:pt x="1603927" y="1828337"/>
                  <a:pt x="1604283" y="1827745"/>
                </a:cubicBezTo>
                <a:lnTo>
                  <a:pt x="1617845" y="1804292"/>
                </a:lnTo>
                <a:cubicBezTo>
                  <a:pt x="1618201" y="1803699"/>
                  <a:pt x="1618852" y="1803344"/>
                  <a:pt x="1619503" y="1803344"/>
                </a:cubicBezTo>
                <a:close/>
                <a:moveTo>
                  <a:pt x="1551690" y="1802930"/>
                </a:moveTo>
                <a:lnTo>
                  <a:pt x="1579170" y="1802930"/>
                </a:lnTo>
                <a:cubicBezTo>
                  <a:pt x="1579822" y="1802930"/>
                  <a:pt x="1580474" y="1803286"/>
                  <a:pt x="1580829" y="1803878"/>
                </a:cubicBezTo>
                <a:lnTo>
                  <a:pt x="1594569" y="1827686"/>
                </a:lnTo>
                <a:cubicBezTo>
                  <a:pt x="1594924" y="1828279"/>
                  <a:pt x="1594924" y="1829048"/>
                  <a:pt x="1594569" y="1829641"/>
                </a:cubicBezTo>
                <a:lnTo>
                  <a:pt x="1580829" y="1853449"/>
                </a:lnTo>
                <a:cubicBezTo>
                  <a:pt x="1580474" y="1854041"/>
                  <a:pt x="1579881" y="1854397"/>
                  <a:pt x="1579170" y="1854397"/>
                </a:cubicBezTo>
                <a:lnTo>
                  <a:pt x="1551690" y="1854397"/>
                </a:lnTo>
                <a:cubicBezTo>
                  <a:pt x="1551038" y="1854397"/>
                  <a:pt x="1550387" y="1854041"/>
                  <a:pt x="1550032" y="1853449"/>
                </a:cubicBezTo>
                <a:lnTo>
                  <a:pt x="1536292" y="1829641"/>
                </a:lnTo>
                <a:cubicBezTo>
                  <a:pt x="1535936" y="1829048"/>
                  <a:pt x="1535936" y="1828279"/>
                  <a:pt x="1536292" y="1827686"/>
                </a:cubicBezTo>
                <a:lnTo>
                  <a:pt x="1550032" y="1803878"/>
                </a:lnTo>
                <a:cubicBezTo>
                  <a:pt x="1550387" y="1803286"/>
                  <a:pt x="1550979" y="1802930"/>
                  <a:pt x="1551690" y="1802930"/>
                </a:cubicBezTo>
                <a:close/>
                <a:moveTo>
                  <a:pt x="2227864" y="1802693"/>
                </a:moveTo>
                <a:lnTo>
                  <a:pt x="2255581" y="1802693"/>
                </a:lnTo>
                <a:cubicBezTo>
                  <a:pt x="2256292" y="1802693"/>
                  <a:pt x="2256943" y="1803108"/>
                  <a:pt x="2257298" y="1803700"/>
                </a:cubicBezTo>
                <a:lnTo>
                  <a:pt x="2271157" y="1827686"/>
                </a:lnTo>
                <a:cubicBezTo>
                  <a:pt x="2271513" y="1828278"/>
                  <a:pt x="2271513" y="1829048"/>
                  <a:pt x="2271157" y="1829640"/>
                </a:cubicBezTo>
                <a:lnTo>
                  <a:pt x="2257298" y="1853627"/>
                </a:lnTo>
                <a:cubicBezTo>
                  <a:pt x="2256943" y="1854278"/>
                  <a:pt x="2256292" y="1854634"/>
                  <a:pt x="2255581" y="1854634"/>
                </a:cubicBezTo>
                <a:lnTo>
                  <a:pt x="2227864" y="1854634"/>
                </a:lnTo>
                <a:cubicBezTo>
                  <a:pt x="2227153" y="1854634"/>
                  <a:pt x="2226501" y="1854219"/>
                  <a:pt x="2226146" y="1853627"/>
                </a:cubicBezTo>
                <a:lnTo>
                  <a:pt x="2212288" y="1829640"/>
                </a:lnTo>
                <a:cubicBezTo>
                  <a:pt x="2211932" y="1829048"/>
                  <a:pt x="2211932" y="1828278"/>
                  <a:pt x="2212288" y="1827686"/>
                </a:cubicBezTo>
                <a:lnTo>
                  <a:pt x="2226146" y="1803700"/>
                </a:lnTo>
                <a:cubicBezTo>
                  <a:pt x="2226501" y="1803048"/>
                  <a:pt x="2227153" y="1802693"/>
                  <a:pt x="2227864" y="1802693"/>
                </a:cubicBezTo>
                <a:close/>
                <a:moveTo>
                  <a:pt x="2295439" y="1802634"/>
                </a:moveTo>
                <a:lnTo>
                  <a:pt x="2323275" y="1802634"/>
                </a:lnTo>
                <a:cubicBezTo>
                  <a:pt x="2323986" y="1802634"/>
                  <a:pt x="2324637" y="1803049"/>
                  <a:pt x="2324992" y="1803641"/>
                </a:cubicBezTo>
                <a:lnTo>
                  <a:pt x="2338910" y="1827745"/>
                </a:lnTo>
                <a:cubicBezTo>
                  <a:pt x="2339266" y="1828338"/>
                  <a:pt x="2339266" y="1829108"/>
                  <a:pt x="2338910" y="1829700"/>
                </a:cubicBezTo>
                <a:lnTo>
                  <a:pt x="2324992" y="1853805"/>
                </a:lnTo>
                <a:cubicBezTo>
                  <a:pt x="2324637" y="1854456"/>
                  <a:pt x="2323986" y="1854811"/>
                  <a:pt x="2323275" y="1854811"/>
                </a:cubicBezTo>
                <a:lnTo>
                  <a:pt x="2295439" y="1854811"/>
                </a:lnTo>
                <a:cubicBezTo>
                  <a:pt x="2294728" y="1854811"/>
                  <a:pt x="2294077" y="1854397"/>
                  <a:pt x="2293722" y="1853805"/>
                </a:cubicBezTo>
                <a:lnTo>
                  <a:pt x="2279804" y="1829700"/>
                </a:lnTo>
                <a:cubicBezTo>
                  <a:pt x="2279448" y="1829108"/>
                  <a:pt x="2279448" y="1828338"/>
                  <a:pt x="2279804" y="1827745"/>
                </a:cubicBezTo>
                <a:lnTo>
                  <a:pt x="2293722" y="1803641"/>
                </a:lnTo>
                <a:cubicBezTo>
                  <a:pt x="2294077" y="1802989"/>
                  <a:pt x="2294728" y="1802634"/>
                  <a:pt x="2295439" y="1802634"/>
                </a:cubicBezTo>
                <a:close/>
                <a:moveTo>
                  <a:pt x="4129877" y="1759814"/>
                </a:moveTo>
                <a:lnTo>
                  <a:pt x="4140834" y="1759814"/>
                </a:lnTo>
                <a:cubicBezTo>
                  <a:pt x="4141071" y="1759814"/>
                  <a:pt x="4141485" y="1760229"/>
                  <a:pt x="4141485" y="1760229"/>
                </a:cubicBezTo>
                <a:lnTo>
                  <a:pt x="4146934" y="1769704"/>
                </a:lnTo>
                <a:cubicBezTo>
                  <a:pt x="4147052" y="1769942"/>
                  <a:pt x="4146934" y="1770474"/>
                  <a:pt x="4146934" y="1770474"/>
                </a:cubicBezTo>
                <a:lnTo>
                  <a:pt x="4141485" y="1779951"/>
                </a:lnTo>
                <a:cubicBezTo>
                  <a:pt x="4141366" y="1780187"/>
                  <a:pt x="4140834" y="1780365"/>
                  <a:pt x="4140834" y="1780365"/>
                </a:cubicBezTo>
                <a:lnTo>
                  <a:pt x="4129877" y="1780365"/>
                </a:lnTo>
                <a:cubicBezTo>
                  <a:pt x="4129640" y="1780365"/>
                  <a:pt x="4129226" y="1779951"/>
                  <a:pt x="4129226" y="1779951"/>
                </a:cubicBezTo>
                <a:lnTo>
                  <a:pt x="4123777" y="1770474"/>
                </a:lnTo>
                <a:cubicBezTo>
                  <a:pt x="4123658" y="1770238"/>
                  <a:pt x="4123777" y="1769704"/>
                  <a:pt x="4123777" y="1769704"/>
                </a:cubicBezTo>
                <a:lnTo>
                  <a:pt x="4129226" y="1760229"/>
                </a:lnTo>
                <a:cubicBezTo>
                  <a:pt x="4129344" y="1759991"/>
                  <a:pt x="4129877" y="1759814"/>
                  <a:pt x="4129877" y="1759814"/>
                </a:cubicBezTo>
                <a:close/>
                <a:moveTo>
                  <a:pt x="3385773" y="1759399"/>
                </a:moveTo>
                <a:lnTo>
                  <a:pt x="3397144" y="1759399"/>
                </a:lnTo>
                <a:cubicBezTo>
                  <a:pt x="3397440" y="1759399"/>
                  <a:pt x="3397855" y="1759814"/>
                  <a:pt x="3397855" y="1759814"/>
                </a:cubicBezTo>
                <a:lnTo>
                  <a:pt x="3403541" y="1769645"/>
                </a:lnTo>
                <a:cubicBezTo>
                  <a:pt x="3403659" y="1769941"/>
                  <a:pt x="3403541" y="1770474"/>
                  <a:pt x="3403541" y="1770474"/>
                </a:cubicBezTo>
                <a:lnTo>
                  <a:pt x="3397855" y="1780306"/>
                </a:lnTo>
                <a:cubicBezTo>
                  <a:pt x="3397677" y="1780542"/>
                  <a:pt x="3397144" y="1780720"/>
                  <a:pt x="3397144" y="1780720"/>
                </a:cubicBezTo>
                <a:lnTo>
                  <a:pt x="3385773" y="1780720"/>
                </a:lnTo>
                <a:cubicBezTo>
                  <a:pt x="3385477" y="1780720"/>
                  <a:pt x="3385062" y="1780306"/>
                  <a:pt x="3385062" y="1780306"/>
                </a:cubicBezTo>
                <a:lnTo>
                  <a:pt x="3379376" y="1770474"/>
                </a:lnTo>
                <a:cubicBezTo>
                  <a:pt x="3379259" y="1770178"/>
                  <a:pt x="3379376" y="1769645"/>
                  <a:pt x="3379376" y="1769645"/>
                </a:cubicBezTo>
                <a:lnTo>
                  <a:pt x="3385062" y="1759814"/>
                </a:lnTo>
                <a:cubicBezTo>
                  <a:pt x="3385240" y="1759577"/>
                  <a:pt x="3385773" y="1759399"/>
                  <a:pt x="3385773" y="1759399"/>
                </a:cubicBezTo>
                <a:close/>
                <a:moveTo>
                  <a:pt x="3452697" y="1758097"/>
                </a:moveTo>
                <a:lnTo>
                  <a:pt x="3465490" y="1758097"/>
                </a:lnTo>
                <a:cubicBezTo>
                  <a:pt x="3465786" y="1758097"/>
                  <a:pt x="3466260" y="1758571"/>
                  <a:pt x="3466260" y="1758571"/>
                </a:cubicBezTo>
                <a:lnTo>
                  <a:pt x="3472656" y="1769646"/>
                </a:lnTo>
                <a:cubicBezTo>
                  <a:pt x="3472834" y="1769883"/>
                  <a:pt x="3472656" y="1770534"/>
                  <a:pt x="3472656" y="1770534"/>
                </a:cubicBezTo>
                <a:lnTo>
                  <a:pt x="3466260" y="1781609"/>
                </a:lnTo>
                <a:cubicBezTo>
                  <a:pt x="3466082" y="1781905"/>
                  <a:pt x="3465786" y="1782083"/>
                  <a:pt x="3465490" y="1782083"/>
                </a:cubicBezTo>
                <a:lnTo>
                  <a:pt x="3452697" y="1782083"/>
                </a:lnTo>
                <a:cubicBezTo>
                  <a:pt x="3452401" y="1782083"/>
                  <a:pt x="3451927" y="1781609"/>
                  <a:pt x="3451927" y="1781609"/>
                </a:cubicBezTo>
                <a:lnTo>
                  <a:pt x="3445531" y="1770534"/>
                </a:lnTo>
                <a:cubicBezTo>
                  <a:pt x="3445353" y="1770297"/>
                  <a:pt x="3445531" y="1769646"/>
                  <a:pt x="3445531" y="1769646"/>
                </a:cubicBezTo>
                <a:lnTo>
                  <a:pt x="3451927" y="1758571"/>
                </a:lnTo>
                <a:cubicBezTo>
                  <a:pt x="3452105" y="1758274"/>
                  <a:pt x="3452401" y="1758097"/>
                  <a:pt x="3452697" y="1758097"/>
                </a:cubicBezTo>
                <a:close/>
                <a:moveTo>
                  <a:pt x="3316954" y="1757267"/>
                </a:moveTo>
                <a:lnTo>
                  <a:pt x="3330635" y="1757267"/>
                </a:lnTo>
                <a:cubicBezTo>
                  <a:pt x="3330990" y="1757267"/>
                  <a:pt x="3331286" y="1757444"/>
                  <a:pt x="3331464" y="1757741"/>
                </a:cubicBezTo>
                <a:lnTo>
                  <a:pt x="3338275" y="1769586"/>
                </a:lnTo>
                <a:cubicBezTo>
                  <a:pt x="3338453" y="1769882"/>
                  <a:pt x="3338453" y="1770237"/>
                  <a:pt x="3338275" y="1770533"/>
                </a:cubicBezTo>
                <a:lnTo>
                  <a:pt x="3331405" y="1782378"/>
                </a:lnTo>
                <a:cubicBezTo>
                  <a:pt x="3331227" y="1782674"/>
                  <a:pt x="3330931" y="1782852"/>
                  <a:pt x="3330575" y="1782852"/>
                </a:cubicBezTo>
                <a:lnTo>
                  <a:pt x="3316895" y="1782852"/>
                </a:lnTo>
                <a:cubicBezTo>
                  <a:pt x="3316539" y="1782852"/>
                  <a:pt x="3316243" y="1782674"/>
                  <a:pt x="3316065" y="1782378"/>
                </a:cubicBezTo>
                <a:lnTo>
                  <a:pt x="3309254" y="1770533"/>
                </a:lnTo>
                <a:cubicBezTo>
                  <a:pt x="3309077" y="1770237"/>
                  <a:pt x="3309077" y="1769882"/>
                  <a:pt x="3309254" y="1769586"/>
                </a:cubicBezTo>
                <a:lnTo>
                  <a:pt x="3316125" y="1757741"/>
                </a:lnTo>
                <a:cubicBezTo>
                  <a:pt x="3316303" y="1757444"/>
                  <a:pt x="3316598" y="1757267"/>
                  <a:pt x="3316954" y="1757267"/>
                </a:cubicBezTo>
                <a:close/>
                <a:moveTo>
                  <a:pt x="3519148" y="1755905"/>
                </a:moveTo>
                <a:lnTo>
                  <a:pt x="3534250" y="1755905"/>
                </a:lnTo>
                <a:cubicBezTo>
                  <a:pt x="3534665" y="1755905"/>
                  <a:pt x="3535020" y="1756082"/>
                  <a:pt x="3535198" y="1756438"/>
                </a:cubicBezTo>
                <a:lnTo>
                  <a:pt x="3542779" y="1769527"/>
                </a:lnTo>
                <a:cubicBezTo>
                  <a:pt x="3542956" y="1769823"/>
                  <a:pt x="3542956" y="1770237"/>
                  <a:pt x="3542779" y="1770593"/>
                </a:cubicBezTo>
                <a:lnTo>
                  <a:pt x="3535198" y="1783681"/>
                </a:lnTo>
                <a:cubicBezTo>
                  <a:pt x="3534961" y="1784037"/>
                  <a:pt x="3534606" y="1784214"/>
                  <a:pt x="3534250" y="1784214"/>
                </a:cubicBezTo>
                <a:lnTo>
                  <a:pt x="3519148" y="1784214"/>
                </a:lnTo>
                <a:cubicBezTo>
                  <a:pt x="3518733" y="1784214"/>
                  <a:pt x="3518378" y="1784037"/>
                  <a:pt x="3518200" y="1783681"/>
                </a:cubicBezTo>
                <a:lnTo>
                  <a:pt x="3510619" y="1770593"/>
                </a:lnTo>
                <a:cubicBezTo>
                  <a:pt x="3510442" y="1770297"/>
                  <a:pt x="3510442" y="1769882"/>
                  <a:pt x="3510619" y="1769527"/>
                </a:cubicBezTo>
                <a:lnTo>
                  <a:pt x="3518200" y="1756438"/>
                </a:lnTo>
                <a:cubicBezTo>
                  <a:pt x="3518438" y="1756082"/>
                  <a:pt x="3518792" y="1755905"/>
                  <a:pt x="3519148" y="1755905"/>
                </a:cubicBezTo>
                <a:close/>
                <a:moveTo>
                  <a:pt x="4397989" y="1755253"/>
                </a:moveTo>
                <a:lnTo>
                  <a:pt x="4413802" y="1755253"/>
                </a:lnTo>
                <a:cubicBezTo>
                  <a:pt x="4414157" y="1755253"/>
                  <a:pt x="4414572" y="1755431"/>
                  <a:pt x="4414749" y="1755786"/>
                </a:cubicBezTo>
                <a:lnTo>
                  <a:pt x="4422626" y="1769467"/>
                </a:lnTo>
                <a:cubicBezTo>
                  <a:pt x="4422804" y="1769823"/>
                  <a:pt x="4422804" y="1770237"/>
                  <a:pt x="4422626" y="1770592"/>
                </a:cubicBezTo>
                <a:lnTo>
                  <a:pt x="4414749" y="1784273"/>
                </a:lnTo>
                <a:cubicBezTo>
                  <a:pt x="4414572" y="1784569"/>
                  <a:pt x="4414217" y="1784806"/>
                  <a:pt x="4413802" y="1784806"/>
                </a:cubicBezTo>
                <a:lnTo>
                  <a:pt x="4397989" y="1784806"/>
                </a:lnTo>
                <a:cubicBezTo>
                  <a:pt x="4397633" y="1784806"/>
                  <a:pt x="4397219" y="1784629"/>
                  <a:pt x="4397041" y="1784273"/>
                </a:cubicBezTo>
                <a:lnTo>
                  <a:pt x="4389164" y="1770592"/>
                </a:lnTo>
                <a:cubicBezTo>
                  <a:pt x="4388987" y="1770237"/>
                  <a:pt x="4388987" y="1769823"/>
                  <a:pt x="4389164" y="1769467"/>
                </a:cubicBezTo>
                <a:lnTo>
                  <a:pt x="4397041" y="1755786"/>
                </a:lnTo>
                <a:cubicBezTo>
                  <a:pt x="4397219" y="1755490"/>
                  <a:pt x="4397574" y="1755253"/>
                  <a:pt x="4397989" y="1755253"/>
                </a:cubicBezTo>
                <a:close/>
                <a:moveTo>
                  <a:pt x="4195084" y="1755194"/>
                </a:moveTo>
                <a:lnTo>
                  <a:pt x="4210956" y="1755194"/>
                </a:lnTo>
                <a:cubicBezTo>
                  <a:pt x="4211312" y="1755194"/>
                  <a:pt x="4211726" y="1755372"/>
                  <a:pt x="4211904" y="1755727"/>
                </a:cubicBezTo>
                <a:lnTo>
                  <a:pt x="4219840" y="1769527"/>
                </a:lnTo>
                <a:cubicBezTo>
                  <a:pt x="4220018" y="1769882"/>
                  <a:pt x="4220018" y="1770297"/>
                  <a:pt x="4219840" y="1770652"/>
                </a:cubicBezTo>
                <a:lnTo>
                  <a:pt x="4211904" y="1784451"/>
                </a:lnTo>
                <a:cubicBezTo>
                  <a:pt x="4211726" y="1784748"/>
                  <a:pt x="4211371" y="1784984"/>
                  <a:pt x="4210956" y="1784984"/>
                </a:cubicBezTo>
                <a:lnTo>
                  <a:pt x="4195084" y="1784984"/>
                </a:lnTo>
                <a:cubicBezTo>
                  <a:pt x="4194728" y="1784984"/>
                  <a:pt x="4194314" y="1784807"/>
                  <a:pt x="4194136" y="1784451"/>
                </a:cubicBezTo>
                <a:lnTo>
                  <a:pt x="4186200" y="1770652"/>
                </a:lnTo>
                <a:cubicBezTo>
                  <a:pt x="4186023" y="1770297"/>
                  <a:pt x="4186023" y="1769882"/>
                  <a:pt x="4186200" y="1769527"/>
                </a:cubicBezTo>
                <a:lnTo>
                  <a:pt x="4194136" y="1755727"/>
                </a:lnTo>
                <a:cubicBezTo>
                  <a:pt x="4194314" y="1755431"/>
                  <a:pt x="4194669" y="1755194"/>
                  <a:pt x="4195084" y="1755194"/>
                </a:cubicBezTo>
                <a:close/>
                <a:moveTo>
                  <a:pt x="4059814" y="1755194"/>
                </a:moveTo>
                <a:lnTo>
                  <a:pt x="4075686" y="1755194"/>
                </a:lnTo>
                <a:cubicBezTo>
                  <a:pt x="4076041" y="1755194"/>
                  <a:pt x="4076456" y="1755372"/>
                  <a:pt x="4076634" y="1755727"/>
                </a:cubicBezTo>
                <a:lnTo>
                  <a:pt x="4084570" y="1769527"/>
                </a:lnTo>
                <a:cubicBezTo>
                  <a:pt x="4084748" y="1769882"/>
                  <a:pt x="4084748" y="1770297"/>
                  <a:pt x="4084570" y="1770652"/>
                </a:cubicBezTo>
                <a:lnTo>
                  <a:pt x="4076634" y="1784451"/>
                </a:lnTo>
                <a:cubicBezTo>
                  <a:pt x="4076456" y="1784748"/>
                  <a:pt x="4076101" y="1784984"/>
                  <a:pt x="4075686" y="1784984"/>
                </a:cubicBezTo>
                <a:lnTo>
                  <a:pt x="4059814" y="1784984"/>
                </a:lnTo>
                <a:cubicBezTo>
                  <a:pt x="4059459" y="1784984"/>
                  <a:pt x="4059044" y="1784807"/>
                  <a:pt x="4058867" y="1784451"/>
                </a:cubicBezTo>
                <a:lnTo>
                  <a:pt x="4050930" y="1770652"/>
                </a:lnTo>
                <a:cubicBezTo>
                  <a:pt x="4050753" y="1770297"/>
                  <a:pt x="4050753" y="1769882"/>
                  <a:pt x="4050930" y="1769527"/>
                </a:cubicBezTo>
                <a:lnTo>
                  <a:pt x="4058867" y="1755727"/>
                </a:lnTo>
                <a:cubicBezTo>
                  <a:pt x="4059044" y="1755431"/>
                  <a:pt x="4059399" y="1755194"/>
                  <a:pt x="4059814" y="1755194"/>
                </a:cubicBezTo>
                <a:close/>
                <a:moveTo>
                  <a:pt x="4329939" y="1754425"/>
                </a:moveTo>
                <a:lnTo>
                  <a:pt x="4346582" y="1754425"/>
                </a:lnTo>
                <a:cubicBezTo>
                  <a:pt x="4346996" y="1754425"/>
                  <a:pt x="4347352" y="1754662"/>
                  <a:pt x="4347589" y="1755017"/>
                </a:cubicBezTo>
                <a:lnTo>
                  <a:pt x="4355939" y="1769468"/>
                </a:lnTo>
                <a:cubicBezTo>
                  <a:pt x="4356176" y="1769823"/>
                  <a:pt x="4356176" y="1770297"/>
                  <a:pt x="4355939" y="1770653"/>
                </a:cubicBezTo>
                <a:lnTo>
                  <a:pt x="4347589" y="1785104"/>
                </a:lnTo>
                <a:cubicBezTo>
                  <a:pt x="4347411" y="1785459"/>
                  <a:pt x="4346996" y="1785696"/>
                  <a:pt x="4346582" y="1785696"/>
                </a:cubicBezTo>
                <a:lnTo>
                  <a:pt x="4329939" y="1785696"/>
                </a:lnTo>
                <a:cubicBezTo>
                  <a:pt x="4329525" y="1785696"/>
                  <a:pt x="4329169" y="1785459"/>
                  <a:pt x="4328933" y="1785104"/>
                </a:cubicBezTo>
                <a:lnTo>
                  <a:pt x="4320582" y="1770653"/>
                </a:lnTo>
                <a:cubicBezTo>
                  <a:pt x="4320345" y="1770297"/>
                  <a:pt x="4320345" y="1769823"/>
                  <a:pt x="4320582" y="1769468"/>
                </a:cubicBezTo>
                <a:lnTo>
                  <a:pt x="4328933" y="1755017"/>
                </a:lnTo>
                <a:cubicBezTo>
                  <a:pt x="4329111" y="1754662"/>
                  <a:pt x="4329525" y="1754425"/>
                  <a:pt x="4329939" y="1754425"/>
                </a:cubicBezTo>
                <a:close/>
                <a:moveTo>
                  <a:pt x="4465150" y="1754365"/>
                </a:moveTo>
                <a:lnTo>
                  <a:pt x="4481911" y="1754365"/>
                </a:lnTo>
                <a:cubicBezTo>
                  <a:pt x="4482326" y="1754365"/>
                  <a:pt x="4482681" y="1754602"/>
                  <a:pt x="4482918" y="1754957"/>
                </a:cubicBezTo>
                <a:lnTo>
                  <a:pt x="4491327" y="1769467"/>
                </a:lnTo>
                <a:cubicBezTo>
                  <a:pt x="4491565" y="1769823"/>
                  <a:pt x="4491565" y="1770297"/>
                  <a:pt x="4491327" y="1770652"/>
                </a:cubicBezTo>
                <a:lnTo>
                  <a:pt x="4482918" y="1785162"/>
                </a:lnTo>
                <a:cubicBezTo>
                  <a:pt x="4482740" y="1785517"/>
                  <a:pt x="4482326" y="1785754"/>
                  <a:pt x="4481911" y="1785754"/>
                </a:cubicBezTo>
                <a:lnTo>
                  <a:pt x="4465150" y="1785754"/>
                </a:lnTo>
                <a:cubicBezTo>
                  <a:pt x="4464735" y="1785754"/>
                  <a:pt x="4464380" y="1785517"/>
                  <a:pt x="4464143" y="1785162"/>
                </a:cubicBezTo>
                <a:lnTo>
                  <a:pt x="4455734" y="1770652"/>
                </a:lnTo>
                <a:cubicBezTo>
                  <a:pt x="4455497" y="1770297"/>
                  <a:pt x="4455497" y="1769823"/>
                  <a:pt x="4455734" y="1769467"/>
                </a:cubicBezTo>
                <a:lnTo>
                  <a:pt x="4464143" y="1754957"/>
                </a:lnTo>
                <a:cubicBezTo>
                  <a:pt x="4464321" y="1754602"/>
                  <a:pt x="4464735" y="1754365"/>
                  <a:pt x="4465150" y="1754365"/>
                </a:cubicBezTo>
                <a:close/>
                <a:moveTo>
                  <a:pt x="745400" y="1754247"/>
                </a:moveTo>
                <a:lnTo>
                  <a:pt x="762279" y="1754247"/>
                </a:lnTo>
                <a:cubicBezTo>
                  <a:pt x="762693" y="1754247"/>
                  <a:pt x="763049" y="1754484"/>
                  <a:pt x="763286" y="1754839"/>
                </a:cubicBezTo>
                <a:lnTo>
                  <a:pt x="771696" y="1769468"/>
                </a:lnTo>
                <a:cubicBezTo>
                  <a:pt x="771933" y="1769823"/>
                  <a:pt x="771933" y="1770297"/>
                  <a:pt x="771696" y="1770652"/>
                </a:cubicBezTo>
                <a:lnTo>
                  <a:pt x="763227" y="1785281"/>
                </a:lnTo>
                <a:cubicBezTo>
                  <a:pt x="763049" y="1785636"/>
                  <a:pt x="762634" y="1785873"/>
                  <a:pt x="762220" y="1785873"/>
                </a:cubicBezTo>
                <a:lnTo>
                  <a:pt x="745341" y="1785873"/>
                </a:lnTo>
                <a:cubicBezTo>
                  <a:pt x="744926" y="1785873"/>
                  <a:pt x="744571" y="1785636"/>
                  <a:pt x="744334" y="1785281"/>
                </a:cubicBezTo>
                <a:lnTo>
                  <a:pt x="735924" y="1770652"/>
                </a:lnTo>
                <a:cubicBezTo>
                  <a:pt x="735687" y="1770297"/>
                  <a:pt x="735687" y="1769823"/>
                  <a:pt x="735924" y="1769468"/>
                </a:cubicBezTo>
                <a:lnTo>
                  <a:pt x="744393" y="1754839"/>
                </a:lnTo>
                <a:cubicBezTo>
                  <a:pt x="744571" y="1754484"/>
                  <a:pt x="744985" y="1754247"/>
                  <a:pt x="745400" y="1754247"/>
                </a:cubicBezTo>
                <a:close/>
                <a:moveTo>
                  <a:pt x="4600302" y="1754128"/>
                </a:moveTo>
                <a:lnTo>
                  <a:pt x="4617299" y="1754128"/>
                </a:lnTo>
                <a:cubicBezTo>
                  <a:pt x="4617774" y="1754128"/>
                  <a:pt x="4618129" y="1754365"/>
                  <a:pt x="4618366" y="1754720"/>
                </a:cubicBezTo>
                <a:lnTo>
                  <a:pt x="4626834" y="1769467"/>
                </a:lnTo>
                <a:cubicBezTo>
                  <a:pt x="4627072" y="1769823"/>
                  <a:pt x="4627072" y="1770297"/>
                  <a:pt x="4626834" y="1770652"/>
                </a:cubicBezTo>
                <a:lnTo>
                  <a:pt x="4618306" y="1785399"/>
                </a:lnTo>
                <a:cubicBezTo>
                  <a:pt x="4618069" y="1785754"/>
                  <a:pt x="4617655" y="1785991"/>
                  <a:pt x="4617240" y="1785991"/>
                </a:cubicBezTo>
                <a:lnTo>
                  <a:pt x="4600242" y="1785991"/>
                </a:lnTo>
                <a:cubicBezTo>
                  <a:pt x="4599769" y="1785991"/>
                  <a:pt x="4599413" y="1785754"/>
                  <a:pt x="4599177" y="1785399"/>
                </a:cubicBezTo>
                <a:lnTo>
                  <a:pt x="4590707" y="1770652"/>
                </a:lnTo>
                <a:cubicBezTo>
                  <a:pt x="4590471" y="1770297"/>
                  <a:pt x="4590471" y="1769823"/>
                  <a:pt x="4590707" y="1769467"/>
                </a:cubicBezTo>
                <a:lnTo>
                  <a:pt x="4599236" y="1754720"/>
                </a:lnTo>
                <a:cubicBezTo>
                  <a:pt x="4599473" y="1754365"/>
                  <a:pt x="4599887" y="1754128"/>
                  <a:pt x="4600302" y="1754128"/>
                </a:cubicBezTo>
                <a:close/>
                <a:moveTo>
                  <a:pt x="4532667" y="1754128"/>
                </a:moveTo>
                <a:lnTo>
                  <a:pt x="4549665" y="1754128"/>
                </a:lnTo>
                <a:cubicBezTo>
                  <a:pt x="4550138" y="1754128"/>
                  <a:pt x="4550494" y="1754365"/>
                  <a:pt x="4550731" y="1754720"/>
                </a:cubicBezTo>
                <a:lnTo>
                  <a:pt x="4559200" y="1769467"/>
                </a:lnTo>
                <a:cubicBezTo>
                  <a:pt x="4559436" y="1769823"/>
                  <a:pt x="4559436" y="1770297"/>
                  <a:pt x="4559200" y="1770652"/>
                </a:cubicBezTo>
                <a:lnTo>
                  <a:pt x="4550671" y="1785399"/>
                </a:lnTo>
                <a:cubicBezTo>
                  <a:pt x="4550435" y="1785754"/>
                  <a:pt x="4550020" y="1785991"/>
                  <a:pt x="4549606" y="1785991"/>
                </a:cubicBezTo>
                <a:lnTo>
                  <a:pt x="4532608" y="1785991"/>
                </a:lnTo>
                <a:cubicBezTo>
                  <a:pt x="4532134" y="1785991"/>
                  <a:pt x="4531779" y="1785754"/>
                  <a:pt x="4531542" y="1785399"/>
                </a:cubicBezTo>
                <a:lnTo>
                  <a:pt x="4523073" y="1770652"/>
                </a:lnTo>
                <a:cubicBezTo>
                  <a:pt x="4522836" y="1770297"/>
                  <a:pt x="4522836" y="1769823"/>
                  <a:pt x="4523073" y="1769467"/>
                </a:cubicBezTo>
                <a:lnTo>
                  <a:pt x="4531601" y="1754720"/>
                </a:lnTo>
                <a:cubicBezTo>
                  <a:pt x="4531838" y="1754365"/>
                  <a:pt x="4532252" y="1754128"/>
                  <a:pt x="4532667" y="1754128"/>
                </a:cubicBezTo>
                <a:close/>
                <a:moveTo>
                  <a:pt x="4261948" y="1753832"/>
                </a:moveTo>
                <a:lnTo>
                  <a:pt x="4279302" y="1753832"/>
                </a:lnTo>
                <a:cubicBezTo>
                  <a:pt x="4279716" y="1753832"/>
                  <a:pt x="4280131" y="1754069"/>
                  <a:pt x="4280367" y="1754424"/>
                </a:cubicBezTo>
                <a:lnTo>
                  <a:pt x="4289015" y="1769408"/>
                </a:lnTo>
                <a:cubicBezTo>
                  <a:pt x="4289251" y="1769823"/>
                  <a:pt x="4289251" y="1770297"/>
                  <a:pt x="4289015" y="1770652"/>
                </a:cubicBezTo>
                <a:lnTo>
                  <a:pt x="4280367" y="1785636"/>
                </a:lnTo>
                <a:cubicBezTo>
                  <a:pt x="4280131" y="1785991"/>
                  <a:pt x="4279716" y="1786228"/>
                  <a:pt x="4279302" y="1786228"/>
                </a:cubicBezTo>
                <a:lnTo>
                  <a:pt x="4261948" y="1786228"/>
                </a:lnTo>
                <a:cubicBezTo>
                  <a:pt x="4261534" y="1786228"/>
                  <a:pt x="4261119" y="1785991"/>
                  <a:pt x="4260883" y="1785636"/>
                </a:cubicBezTo>
                <a:lnTo>
                  <a:pt x="4252235" y="1770652"/>
                </a:lnTo>
                <a:cubicBezTo>
                  <a:pt x="4251999" y="1770237"/>
                  <a:pt x="4251999" y="1769764"/>
                  <a:pt x="4252235" y="1769408"/>
                </a:cubicBezTo>
                <a:lnTo>
                  <a:pt x="4260883" y="1754424"/>
                </a:lnTo>
                <a:cubicBezTo>
                  <a:pt x="4261119" y="1754069"/>
                  <a:pt x="4261534" y="1753832"/>
                  <a:pt x="4261948" y="1753832"/>
                </a:cubicBezTo>
                <a:close/>
                <a:moveTo>
                  <a:pt x="2773563" y="1752825"/>
                </a:moveTo>
                <a:lnTo>
                  <a:pt x="2791982" y="1752825"/>
                </a:lnTo>
                <a:cubicBezTo>
                  <a:pt x="2792456" y="1752825"/>
                  <a:pt x="2792870" y="1753062"/>
                  <a:pt x="2793107" y="1753476"/>
                </a:cubicBezTo>
                <a:lnTo>
                  <a:pt x="2802347" y="1769467"/>
                </a:lnTo>
                <a:cubicBezTo>
                  <a:pt x="2802583" y="1769882"/>
                  <a:pt x="2802583" y="1770355"/>
                  <a:pt x="2802347" y="1770770"/>
                </a:cubicBezTo>
                <a:lnTo>
                  <a:pt x="2793107" y="1786761"/>
                </a:lnTo>
                <a:cubicBezTo>
                  <a:pt x="2792870" y="1787175"/>
                  <a:pt x="2792456" y="1787412"/>
                  <a:pt x="2791982" y="1787412"/>
                </a:cubicBezTo>
                <a:lnTo>
                  <a:pt x="2773563" y="1787412"/>
                </a:lnTo>
                <a:cubicBezTo>
                  <a:pt x="2773089" y="1787412"/>
                  <a:pt x="2772675" y="1787175"/>
                  <a:pt x="2772438" y="1786761"/>
                </a:cubicBezTo>
                <a:lnTo>
                  <a:pt x="2763199" y="1770770"/>
                </a:lnTo>
                <a:cubicBezTo>
                  <a:pt x="2762962" y="1770355"/>
                  <a:pt x="2762962" y="1769882"/>
                  <a:pt x="2763199" y="1769467"/>
                </a:cubicBezTo>
                <a:lnTo>
                  <a:pt x="2772438" y="1753476"/>
                </a:lnTo>
                <a:cubicBezTo>
                  <a:pt x="2772675" y="1753062"/>
                  <a:pt x="2773089" y="1752825"/>
                  <a:pt x="2773563" y="1752825"/>
                </a:cubicBezTo>
                <a:close/>
                <a:moveTo>
                  <a:pt x="812206" y="1752707"/>
                </a:moveTo>
                <a:lnTo>
                  <a:pt x="830744" y="1752707"/>
                </a:lnTo>
                <a:cubicBezTo>
                  <a:pt x="831218" y="1752707"/>
                  <a:pt x="831632" y="1752944"/>
                  <a:pt x="831869" y="1753358"/>
                </a:cubicBezTo>
                <a:lnTo>
                  <a:pt x="841108" y="1769409"/>
                </a:lnTo>
                <a:cubicBezTo>
                  <a:pt x="841345" y="1769823"/>
                  <a:pt x="841345" y="1770297"/>
                  <a:pt x="841108" y="1770712"/>
                </a:cubicBezTo>
                <a:lnTo>
                  <a:pt x="831810" y="1786761"/>
                </a:lnTo>
                <a:cubicBezTo>
                  <a:pt x="831573" y="1787176"/>
                  <a:pt x="831158" y="1787413"/>
                  <a:pt x="830684" y="1787413"/>
                </a:cubicBezTo>
                <a:lnTo>
                  <a:pt x="812147" y="1787413"/>
                </a:lnTo>
                <a:cubicBezTo>
                  <a:pt x="811673" y="1787413"/>
                  <a:pt x="811259" y="1787176"/>
                  <a:pt x="811022" y="1786761"/>
                </a:cubicBezTo>
                <a:lnTo>
                  <a:pt x="801783" y="1770712"/>
                </a:lnTo>
                <a:cubicBezTo>
                  <a:pt x="801546" y="1770297"/>
                  <a:pt x="801546" y="1769823"/>
                  <a:pt x="801783" y="1769409"/>
                </a:cubicBezTo>
                <a:lnTo>
                  <a:pt x="811081" y="1753358"/>
                </a:lnTo>
                <a:cubicBezTo>
                  <a:pt x="811318" y="1752944"/>
                  <a:pt x="811733" y="1752707"/>
                  <a:pt x="812206" y="1752707"/>
                </a:cubicBezTo>
                <a:close/>
                <a:moveTo>
                  <a:pt x="609300" y="1752707"/>
                </a:moveTo>
                <a:lnTo>
                  <a:pt x="627838" y="1752707"/>
                </a:lnTo>
                <a:cubicBezTo>
                  <a:pt x="628312" y="1752707"/>
                  <a:pt x="628726" y="1752944"/>
                  <a:pt x="628963" y="1753358"/>
                </a:cubicBezTo>
                <a:lnTo>
                  <a:pt x="638202" y="1769409"/>
                </a:lnTo>
                <a:cubicBezTo>
                  <a:pt x="638439" y="1769823"/>
                  <a:pt x="638439" y="1770297"/>
                  <a:pt x="638202" y="1770712"/>
                </a:cubicBezTo>
                <a:lnTo>
                  <a:pt x="628904" y="1786761"/>
                </a:lnTo>
                <a:cubicBezTo>
                  <a:pt x="628667" y="1787176"/>
                  <a:pt x="628252" y="1787413"/>
                  <a:pt x="627778" y="1787413"/>
                </a:cubicBezTo>
                <a:lnTo>
                  <a:pt x="609241" y="1787413"/>
                </a:lnTo>
                <a:cubicBezTo>
                  <a:pt x="608767" y="1787413"/>
                  <a:pt x="608353" y="1787176"/>
                  <a:pt x="608116" y="1786761"/>
                </a:cubicBezTo>
                <a:lnTo>
                  <a:pt x="598877" y="1770712"/>
                </a:lnTo>
                <a:cubicBezTo>
                  <a:pt x="598640" y="1770297"/>
                  <a:pt x="598640" y="1769823"/>
                  <a:pt x="598877" y="1769409"/>
                </a:cubicBezTo>
                <a:lnTo>
                  <a:pt x="608175" y="1753358"/>
                </a:lnTo>
                <a:cubicBezTo>
                  <a:pt x="608412" y="1752944"/>
                  <a:pt x="608827" y="1752707"/>
                  <a:pt x="609300" y="1752707"/>
                </a:cubicBezTo>
                <a:close/>
                <a:moveTo>
                  <a:pt x="676877" y="1752588"/>
                </a:moveTo>
                <a:lnTo>
                  <a:pt x="695532" y="1752588"/>
                </a:lnTo>
                <a:cubicBezTo>
                  <a:pt x="696006" y="1752588"/>
                  <a:pt x="696421" y="1752825"/>
                  <a:pt x="696658" y="1753240"/>
                </a:cubicBezTo>
                <a:lnTo>
                  <a:pt x="705956" y="1769408"/>
                </a:lnTo>
                <a:cubicBezTo>
                  <a:pt x="706193" y="1769823"/>
                  <a:pt x="706193" y="1770297"/>
                  <a:pt x="705956" y="1770711"/>
                </a:cubicBezTo>
                <a:lnTo>
                  <a:pt x="696599" y="1786880"/>
                </a:lnTo>
                <a:cubicBezTo>
                  <a:pt x="696361" y="1787294"/>
                  <a:pt x="695947" y="1787531"/>
                  <a:pt x="695473" y="1787531"/>
                </a:cubicBezTo>
                <a:lnTo>
                  <a:pt x="676817" y="1787531"/>
                </a:lnTo>
                <a:cubicBezTo>
                  <a:pt x="676343" y="1787531"/>
                  <a:pt x="675929" y="1787294"/>
                  <a:pt x="675692" y="1786880"/>
                </a:cubicBezTo>
                <a:lnTo>
                  <a:pt x="666394" y="1770711"/>
                </a:lnTo>
                <a:cubicBezTo>
                  <a:pt x="666157" y="1770297"/>
                  <a:pt x="666157" y="1769823"/>
                  <a:pt x="666394" y="1769408"/>
                </a:cubicBezTo>
                <a:lnTo>
                  <a:pt x="675751" y="1753240"/>
                </a:lnTo>
                <a:cubicBezTo>
                  <a:pt x="675988" y="1752825"/>
                  <a:pt x="676403" y="1752588"/>
                  <a:pt x="676877" y="1752588"/>
                </a:cubicBezTo>
                <a:close/>
                <a:moveTo>
                  <a:pt x="3246713" y="1752411"/>
                </a:moveTo>
                <a:lnTo>
                  <a:pt x="3265606" y="1752411"/>
                </a:lnTo>
                <a:cubicBezTo>
                  <a:pt x="3266021" y="1752411"/>
                  <a:pt x="3266494" y="1752648"/>
                  <a:pt x="3266731" y="1753062"/>
                </a:cubicBezTo>
                <a:lnTo>
                  <a:pt x="3276148" y="1769409"/>
                </a:lnTo>
                <a:cubicBezTo>
                  <a:pt x="3276385" y="1769823"/>
                  <a:pt x="3276385" y="1770356"/>
                  <a:pt x="3276148" y="1770771"/>
                </a:cubicBezTo>
                <a:lnTo>
                  <a:pt x="3266731" y="1787117"/>
                </a:lnTo>
                <a:cubicBezTo>
                  <a:pt x="3266494" y="1787531"/>
                  <a:pt x="3266079" y="1787768"/>
                  <a:pt x="3265606" y="1787768"/>
                </a:cubicBezTo>
                <a:lnTo>
                  <a:pt x="3246713" y="1787768"/>
                </a:lnTo>
                <a:cubicBezTo>
                  <a:pt x="3246298" y="1787768"/>
                  <a:pt x="3245825" y="1787531"/>
                  <a:pt x="3245587" y="1787117"/>
                </a:cubicBezTo>
                <a:lnTo>
                  <a:pt x="3236171" y="1770771"/>
                </a:lnTo>
                <a:cubicBezTo>
                  <a:pt x="3235934" y="1770356"/>
                  <a:pt x="3235934" y="1769823"/>
                  <a:pt x="3236171" y="1769409"/>
                </a:cubicBezTo>
                <a:lnTo>
                  <a:pt x="3245587" y="1753062"/>
                </a:lnTo>
                <a:cubicBezTo>
                  <a:pt x="3245825" y="1752648"/>
                  <a:pt x="3246239" y="1752411"/>
                  <a:pt x="3246713" y="1752411"/>
                </a:cubicBezTo>
                <a:close/>
                <a:moveTo>
                  <a:pt x="1014874" y="1752292"/>
                </a:moveTo>
                <a:lnTo>
                  <a:pt x="1033885" y="1752292"/>
                </a:lnTo>
                <a:cubicBezTo>
                  <a:pt x="1034359" y="1752292"/>
                  <a:pt x="1034833" y="1752529"/>
                  <a:pt x="1035070" y="1752944"/>
                </a:cubicBezTo>
                <a:lnTo>
                  <a:pt x="1044546" y="1769408"/>
                </a:lnTo>
                <a:cubicBezTo>
                  <a:pt x="1044783" y="1769823"/>
                  <a:pt x="1044783" y="1770356"/>
                  <a:pt x="1044546" y="1770770"/>
                </a:cubicBezTo>
                <a:lnTo>
                  <a:pt x="1035070" y="1787235"/>
                </a:lnTo>
                <a:cubicBezTo>
                  <a:pt x="1034774" y="1787650"/>
                  <a:pt x="1034359" y="1787886"/>
                  <a:pt x="1033885" y="1787886"/>
                </a:cubicBezTo>
                <a:lnTo>
                  <a:pt x="1014874" y="1787886"/>
                </a:lnTo>
                <a:cubicBezTo>
                  <a:pt x="1014400" y="1787886"/>
                  <a:pt x="1013926" y="1787650"/>
                  <a:pt x="1013690" y="1787235"/>
                </a:cubicBezTo>
                <a:lnTo>
                  <a:pt x="1004214" y="1770770"/>
                </a:lnTo>
                <a:cubicBezTo>
                  <a:pt x="1003977" y="1770356"/>
                  <a:pt x="1003977" y="1769823"/>
                  <a:pt x="1004214" y="1769408"/>
                </a:cubicBezTo>
                <a:lnTo>
                  <a:pt x="1013690" y="1752944"/>
                </a:lnTo>
                <a:cubicBezTo>
                  <a:pt x="1013986" y="1752529"/>
                  <a:pt x="1014400" y="1752292"/>
                  <a:pt x="1014874" y="1752292"/>
                </a:cubicBezTo>
                <a:close/>
                <a:moveTo>
                  <a:pt x="879308" y="1751759"/>
                </a:moveTo>
                <a:lnTo>
                  <a:pt x="898853" y="1751759"/>
                </a:lnTo>
                <a:cubicBezTo>
                  <a:pt x="899326" y="1751759"/>
                  <a:pt x="899800" y="1752055"/>
                  <a:pt x="900037" y="1752470"/>
                </a:cubicBezTo>
                <a:lnTo>
                  <a:pt x="909809" y="1769408"/>
                </a:lnTo>
                <a:cubicBezTo>
                  <a:pt x="910046" y="1769823"/>
                  <a:pt x="910046" y="1770355"/>
                  <a:pt x="909809" y="1770770"/>
                </a:cubicBezTo>
                <a:lnTo>
                  <a:pt x="900037" y="1787709"/>
                </a:lnTo>
                <a:cubicBezTo>
                  <a:pt x="899800" y="1788123"/>
                  <a:pt x="899326" y="1788419"/>
                  <a:pt x="898853" y="1788419"/>
                </a:cubicBezTo>
                <a:lnTo>
                  <a:pt x="879308" y="1788419"/>
                </a:lnTo>
                <a:cubicBezTo>
                  <a:pt x="878834" y="1788419"/>
                  <a:pt x="878361" y="1788123"/>
                  <a:pt x="878124" y="1787709"/>
                </a:cubicBezTo>
                <a:lnTo>
                  <a:pt x="868352" y="1770770"/>
                </a:lnTo>
                <a:cubicBezTo>
                  <a:pt x="868115" y="1770355"/>
                  <a:pt x="868115" y="1769823"/>
                  <a:pt x="868352" y="1769408"/>
                </a:cubicBezTo>
                <a:lnTo>
                  <a:pt x="878124" y="1752470"/>
                </a:lnTo>
                <a:cubicBezTo>
                  <a:pt x="878361" y="1752055"/>
                  <a:pt x="878834" y="1751759"/>
                  <a:pt x="879308" y="1751759"/>
                </a:cubicBezTo>
                <a:close/>
                <a:moveTo>
                  <a:pt x="1082154" y="1751641"/>
                </a:moveTo>
                <a:lnTo>
                  <a:pt x="1101816" y="1751641"/>
                </a:lnTo>
                <a:cubicBezTo>
                  <a:pt x="1102290" y="1751641"/>
                  <a:pt x="1102764" y="1751937"/>
                  <a:pt x="1103001" y="1752352"/>
                </a:cubicBezTo>
                <a:lnTo>
                  <a:pt x="1112832" y="1769349"/>
                </a:lnTo>
                <a:cubicBezTo>
                  <a:pt x="1113069" y="1769764"/>
                  <a:pt x="1113069" y="1770297"/>
                  <a:pt x="1112832" y="1770712"/>
                </a:cubicBezTo>
                <a:lnTo>
                  <a:pt x="1103001" y="1787709"/>
                </a:lnTo>
                <a:cubicBezTo>
                  <a:pt x="1102764" y="1788123"/>
                  <a:pt x="1102290" y="1788420"/>
                  <a:pt x="1101816" y="1788420"/>
                </a:cubicBezTo>
                <a:lnTo>
                  <a:pt x="1082154" y="1788420"/>
                </a:lnTo>
                <a:cubicBezTo>
                  <a:pt x="1081680" y="1788420"/>
                  <a:pt x="1081206" y="1788123"/>
                  <a:pt x="1080969" y="1787709"/>
                </a:cubicBezTo>
                <a:lnTo>
                  <a:pt x="1071138" y="1770712"/>
                </a:lnTo>
                <a:cubicBezTo>
                  <a:pt x="1070901" y="1770297"/>
                  <a:pt x="1070901" y="1769764"/>
                  <a:pt x="1071138" y="1769349"/>
                </a:cubicBezTo>
                <a:lnTo>
                  <a:pt x="1080969" y="1752352"/>
                </a:lnTo>
                <a:cubicBezTo>
                  <a:pt x="1081206" y="1751937"/>
                  <a:pt x="1081680" y="1751641"/>
                  <a:pt x="1082154" y="1751641"/>
                </a:cubicBezTo>
                <a:close/>
                <a:moveTo>
                  <a:pt x="946825" y="1751582"/>
                </a:moveTo>
                <a:lnTo>
                  <a:pt x="966606" y="1751582"/>
                </a:lnTo>
                <a:cubicBezTo>
                  <a:pt x="967080" y="1751582"/>
                  <a:pt x="967554" y="1751878"/>
                  <a:pt x="967791" y="1752293"/>
                </a:cubicBezTo>
                <a:lnTo>
                  <a:pt x="977681" y="1769409"/>
                </a:lnTo>
                <a:cubicBezTo>
                  <a:pt x="977918" y="1769883"/>
                  <a:pt x="977918" y="1770416"/>
                  <a:pt x="977681" y="1770830"/>
                </a:cubicBezTo>
                <a:lnTo>
                  <a:pt x="967791" y="1787946"/>
                </a:lnTo>
                <a:cubicBezTo>
                  <a:pt x="967554" y="1788361"/>
                  <a:pt x="967080" y="1788657"/>
                  <a:pt x="966606" y="1788657"/>
                </a:cubicBezTo>
                <a:lnTo>
                  <a:pt x="946825" y="1788657"/>
                </a:lnTo>
                <a:cubicBezTo>
                  <a:pt x="946351" y="1788657"/>
                  <a:pt x="945877" y="1788361"/>
                  <a:pt x="945640" y="1787946"/>
                </a:cubicBezTo>
                <a:lnTo>
                  <a:pt x="935750" y="1770830"/>
                </a:lnTo>
                <a:cubicBezTo>
                  <a:pt x="935513" y="1770356"/>
                  <a:pt x="935513" y="1769823"/>
                  <a:pt x="935750" y="1769409"/>
                </a:cubicBezTo>
                <a:lnTo>
                  <a:pt x="945640" y="1752293"/>
                </a:lnTo>
                <a:cubicBezTo>
                  <a:pt x="945877" y="1751878"/>
                  <a:pt x="946351" y="1751582"/>
                  <a:pt x="946825" y="1751582"/>
                </a:cubicBezTo>
                <a:close/>
                <a:moveTo>
                  <a:pt x="4666338" y="1751167"/>
                </a:moveTo>
                <a:lnTo>
                  <a:pt x="4686534" y="1751167"/>
                </a:lnTo>
                <a:cubicBezTo>
                  <a:pt x="4687067" y="1751167"/>
                  <a:pt x="4687540" y="1751463"/>
                  <a:pt x="4687777" y="1751878"/>
                </a:cubicBezTo>
                <a:lnTo>
                  <a:pt x="4697845" y="1769349"/>
                </a:lnTo>
                <a:cubicBezTo>
                  <a:pt x="4698082" y="1769764"/>
                  <a:pt x="4698082" y="1770356"/>
                  <a:pt x="4697845" y="1770770"/>
                </a:cubicBezTo>
                <a:lnTo>
                  <a:pt x="4687718" y="1788242"/>
                </a:lnTo>
                <a:cubicBezTo>
                  <a:pt x="4687422" y="1788657"/>
                  <a:pt x="4686948" y="1788953"/>
                  <a:pt x="4686474" y="1788953"/>
                </a:cubicBezTo>
                <a:lnTo>
                  <a:pt x="4666279" y="1788953"/>
                </a:lnTo>
                <a:cubicBezTo>
                  <a:pt x="4665746" y="1788953"/>
                  <a:pt x="4665271" y="1788657"/>
                  <a:pt x="4665035" y="1788242"/>
                </a:cubicBezTo>
                <a:lnTo>
                  <a:pt x="4654966" y="1770770"/>
                </a:lnTo>
                <a:cubicBezTo>
                  <a:pt x="4654730" y="1770356"/>
                  <a:pt x="4654730" y="1769764"/>
                  <a:pt x="4654966" y="1769349"/>
                </a:cubicBezTo>
                <a:lnTo>
                  <a:pt x="4665094" y="1751878"/>
                </a:lnTo>
                <a:cubicBezTo>
                  <a:pt x="4665390" y="1751463"/>
                  <a:pt x="4665864" y="1751167"/>
                  <a:pt x="4666338" y="1751167"/>
                </a:cubicBezTo>
                <a:close/>
                <a:moveTo>
                  <a:pt x="1825784" y="1751049"/>
                </a:moveTo>
                <a:lnTo>
                  <a:pt x="1846098" y="1751049"/>
                </a:lnTo>
                <a:cubicBezTo>
                  <a:pt x="1846631" y="1751049"/>
                  <a:pt x="1847105" y="1751345"/>
                  <a:pt x="1847342" y="1751760"/>
                </a:cubicBezTo>
                <a:lnTo>
                  <a:pt x="1857469" y="1769349"/>
                </a:lnTo>
                <a:cubicBezTo>
                  <a:pt x="1857706" y="1769764"/>
                  <a:pt x="1857706" y="1770356"/>
                  <a:pt x="1857469" y="1770771"/>
                </a:cubicBezTo>
                <a:lnTo>
                  <a:pt x="1847283" y="1788361"/>
                </a:lnTo>
                <a:cubicBezTo>
                  <a:pt x="1847046" y="1788775"/>
                  <a:pt x="1846572" y="1789071"/>
                  <a:pt x="1846039" y="1789071"/>
                </a:cubicBezTo>
                <a:lnTo>
                  <a:pt x="1825725" y="1789071"/>
                </a:lnTo>
                <a:cubicBezTo>
                  <a:pt x="1825192" y="1789071"/>
                  <a:pt x="1824718" y="1788775"/>
                  <a:pt x="1824481" y="1788361"/>
                </a:cubicBezTo>
                <a:lnTo>
                  <a:pt x="1814354" y="1770771"/>
                </a:lnTo>
                <a:cubicBezTo>
                  <a:pt x="1814117" y="1770356"/>
                  <a:pt x="1814117" y="1769764"/>
                  <a:pt x="1814354" y="1769349"/>
                </a:cubicBezTo>
                <a:lnTo>
                  <a:pt x="1824540" y="1751760"/>
                </a:lnTo>
                <a:cubicBezTo>
                  <a:pt x="1824777" y="1751345"/>
                  <a:pt x="1825251" y="1751049"/>
                  <a:pt x="1825784" y="1751049"/>
                </a:cubicBezTo>
                <a:close/>
                <a:moveTo>
                  <a:pt x="3583999" y="1750752"/>
                </a:moveTo>
                <a:lnTo>
                  <a:pt x="3604669" y="1750752"/>
                </a:lnTo>
                <a:cubicBezTo>
                  <a:pt x="3605142" y="1750752"/>
                  <a:pt x="3605676" y="1750989"/>
                  <a:pt x="3605912" y="1751463"/>
                </a:cubicBezTo>
                <a:lnTo>
                  <a:pt x="3616218" y="1769349"/>
                </a:lnTo>
                <a:cubicBezTo>
                  <a:pt x="3616455" y="1769823"/>
                  <a:pt x="3616455" y="1770355"/>
                  <a:pt x="3616218" y="1770829"/>
                </a:cubicBezTo>
                <a:lnTo>
                  <a:pt x="3605912" y="1788715"/>
                </a:lnTo>
                <a:cubicBezTo>
                  <a:pt x="3605676" y="1789130"/>
                  <a:pt x="3605202" y="1789426"/>
                  <a:pt x="3604669" y="1789426"/>
                </a:cubicBezTo>
                <a:lnTo>
                  <a:pt x="3583999" y="1789426"/>
                </a:lnTo>
                <a:cubicBezTo>
                  <a:pt x="3583526" y="1789426"/>
                  <a:pt x="3582992" y="1789189"/>
                  <a:pt x="3582756" y="1788715"/>
                </a:cubicBezTo>
                <a:lnTo>
                  <a:pt x="3572451" y="1770829"/>
                </a:lnTo>
                <a:cubicBezTo>
                  <a:pt x="3572214" y="1770355"/>
                  <a:pt x="3572214" y="1769823"/>
                  <a:pt x="3572451" y="1769349"/>
                </a:cubicBezTo>
                <a:lnTo>
                  <a:pt x="3582756" y="1751463"/>
                </a:lnTo>
                <a:cubicBezTo>
                  <a:pt x="3582992" y="1751048"/>
                  <a:pt x="3583467" y="1750752"/>
                  <a:pt x="3583999" y="1750752"/>
                </a:cubicBezTo>
                <a:close/>
                <a:moveTo>
                  <a:pt x="1757912" y="1750516"/>
                </a:moveTo>
                <a:lnTo>
                  <a:pt x="1778760" y="1750516"/>
                </a:lnTo>
                <a:cubicBezTo>
                  <a:pt x="1779293" y="1750516"/>
                  <a:pt x="1779767" y="1750753"/>
                  <a:pt x="1780063" y="1751227"/>
                </a:cubicBezTo>
                <a:lnTo>
                  <a:pt x="1790486" y="1769290"/>
                </a:lnTo>
                <a:cubicBezTo>
                  <a:pt x="1790783" y="1769764"/>
                  <a:pt x="1790783" y="1770297"/>
                  <a:pt x="1790486" y="1770771"/>
                </a:cubicBezTo>
                <a:lnTo>
                  <a:pt x="1780063" y="1788835"/>
                </a:lnTo>
                <a:cubicBezTo>
                  <a:pt x="1779767" y="1789249"/>
                  <a:pt x="1779293" y="1789545"/>
                  <a:pt x="1778760" y="1789545"/>
                </a:cubicBezTo>
                <a:lnTo>
                  <a:pt x="1757912" y="1789545"/>
                </a:lnTo>
                <a:cubicBezTo>
                  <a:pt x="1757380" y="1789545"/>
                  <a:pt x="1756906" y="1789308"/>
                  <a:pt x="1756610" y="1788835"/>
                </a:cubicBezTo>
                <a:lnTo>
                  <a:pt x="1746186" y="1770771"/>
                </a:lnTo>
                <a:cubicBezTo>
                  <a:pt x="1745890" y="1770297"/>
                  <a:pt x="1745890" y="1769764"/>
                  <a:pt x="1746186" y="1769290"/>
                </a:cubicBezTo>
                <a:lnTo>
                  <a:pt x="1756610" y="1751227"/>
                </a:lnTo>
                <a:cubicBezTo>
                  <a:pt x="1756906" y="1750812"/>
                  <a:pt x="1757380" y="1750516"/>
                  <a:pt x="1757912" y="1750516"/>
                </a:cubicBezTo>
                <a:close/>
                <a:moveTo>
                  <a:pt x="1893004" y="1750338"/>
                </a:moveTo>
                <a:lnTo>
                  <a:pt x="1914088" y="1750338"/>
                </a:lnTo>
                <a:cubicBezTo>
                  <a:pt x="1914621" y="1750338"/>
                  <a:pt x="1915095" y="1750634"/>
                  <a:pt x="1915391" y="1751108"/>
                </a:cubicBezTo>
                <a:lnTo>
                  <a:pt x="1925933" y="1769349"/>
                </a:lnTo>
                <a:cubicBezTo>
                  <a:pt x="1926230" y="1769823"/>
                  <a:pt x="1926230" y="1770356"/>
                  <a:pt x="1925933" y="1770830"/>
                </a:cubicBezTo>
                <a:lnTo>
                  <a:pt x="1915391" y="1789071"/>
                </a:lnTo>
                <a:cubicBezTo>
                  <a:pt x="1915095" y="1789545"/>
                  <a:pt x="1914621" y="1789841"/>
                  <a:pt x="1914088" y="1789841"/>
                </a:cubicBezTo>
                <a:lnTo>
                  <a:pt x="1893004" y="1789841"/>
                </a:lnTo>
                <a:cubicBezTo>
                  <a:pt x="1892471" y="1789841"/>
                  <a:pt x="1891997" y="1789545"/>
                  <a:pt x="1891701" y="1789071"/>
                </a:cubicBezTo>
                <a:lnTo>
                  <a:pt x="1881159" y="1770830"/>
                </a:lnTo>
                <a:cubicBezTo>
                  <a:pt x="1880863" y="1770356"/>
                  <a:pt x="1880863" y="1769823"/>
                  <a:pt x="1881159" y="1769349"/>
                </a:cubicBezTo>
                <a:lnTo>
                  <a:pt x="1891701" y="1751108"/>
                </a:lnTo>
                <a:cubicBezTo>
                  <a:pt x="1891997" y="1750634"/>
                  <a:pt x="1892471" y="1750338"/>
                  <a:pt x="1893004" y="1750338"/>
                </a:cubicBezTo>
                <a:close/>
                <a:moveTo>
                  <a:pt x="3651220" y="1749983"/>
                </a:moveTo>
                <a:lnTo>
                  <a:pt x="3672659" y="1749983"/>
                </a:lnTo>
                <a:cubicBezTo>
                  <a:pt x="3673193" y="1749983"/>
                  <a:pt x="3673666" y="1750279"/>
                  <a:pt x="3673963" y="1750753"/>
                </a:cubicBezTo>
                <a:lnTo>
                  <a:pt x="3684682" y="1769290"/>
                </a:lnTo>
                <a:cubicBezTo>
                  <a:pt x="3684978" y="1769764"/>
                  <a:pt x="3684978" y="1770356"/>
                  <a:pt x="3684682" y="1770830"/>
                </a:cubicBezTo>
                <a:lnTo>
                  <a:pt x="3673963" y="1789367"/>
                </a:lnTo>
                <a:cubicBezTo>
                  <a:pt x="3673666" y="1789841"/>
                  <a:pt x="3673193" y="1790137"/>
                  <a:pt x="3672659" y="1790137"/>
                </a:cubicBezTo>
                <a:lnTo>
                  <a:pt x="3651220" y="1790137"/>
                </a:lnTo>
                <a:cubicBezTo>
                  <a:pt x="3650687" y="1790137"/>
                  <a:pt x="3650213" y="1789841"/>
                  <a:pt x="3649917" y="1789367"/>
                </a:cubicBezTo>
                <a:lnTo>
                  <a:pt x="3639197" y="1770830"/>
                </a:lnTo>
                <a:cubicBezTo>
                  <a:pt x="3638901" y="1770356"/>
                  <a:pt x="3638901" y="1769764"/>
                  <a:pt x="3639197" y="1769290"/>
                </a:cubicBezTo>
                <a:lnTo>
                  <a:pt x="3649917" y="1750753"/>
                </a:lnTo>
                <a:cubicBezTo>
                  <a:pt x="3650213" y="1750279"/>
                  <a:pt x="3650687" y="1749983"/>
                  <a:pt x="3651220" y="1749983"/>
                </a:cubicBezTo>
                <a:close/>
                <a:moveTo>
                  <a:pt x="1148900" y="1749923"/>
                </a:moveTo>
                <a:lnTo>
                  <a:pt x="1170399" y="1749923"/>
                </a:lnTo>
                <a:cubicBezTo>
                  <a:pt x="1170932" y="1749923"/>
                  <a:pt x="1171406" y="1750219"/>
                  <a:pt x="1171702" y="1750693"/>
                </a:cubicBezTo>
                <a:lnTo>
                  <a:pt x="1182481" y="1769349"/>
                </a:lnTo>
                <a:cubicBezTo>
                  <a:pt x="1182777" y="1769823"/>
                  <a:pt x="1182777" y="1770415"/>
                  <a:pt x="1182481" y="1770889"/>
                </a:cubicBezTo>
                <a:lnTo>
                  <a:pt x="1171702" y="1789545"/>
                </a:lnTo>
                <a:cubicBezTo>
                  <a:pt x="1171465" y="1790018"/>
                  <a:pt x="1170932" y="1790315"/>
                  <a:pt x="1170399" y="1790315"/>
                </a:cubicBezTo>
                <a:lnTo>
                  <a:pt x="1148900" y="1790315"/>
                </a:lnTo>
                <a:cubicBezTo>
                  <a:pt x="1148367" y="1790315"/>
                  <a:pt x="1147893" y="1790018"/>
                  <a:pt x="1147597" y="1789545"/>
                </a:cubicBezTo>
                <a:lnTo>
                  <a:pt x="1136818" y="1770889"/>
                </a:lnTo>
                <a:cubicBezTo>
                  <a:pt x="1136522" y="1770415"/>
                  <a:pt x="1136522" y="1769823"/>
                  <a:pt x="1136818" y="1769349"/>
                </a:cubicBezTo>
                <a:lnTo>
                  <a:pt x="1147597" y="1750693"/>
                </a:lnTo>
                <a:cubicBezTo>
                  <a:pt x="1147834" y="1750219"/>
                  <a:pt x="1148367" y="1749923"/>
                  <a:pt x="1148900" y="1749923"/>
                </a:cubicBezTo>
                <a:close/>
                <a:moveTo>
                  <a:pt x="1216358" y="1749568"/>
                </a:moveTo>
                <a:lnTo>
                  <a:pt x="1238212" y="1749568"/>
                </a:lnTo>
                <a:cubicBezTo>
                  <a:pt x="1238804" y="1749568"/>
                  <a:pt x="1239278" y="1749864"/>
                  <a:pt x="1239574" y="1750338"/>
                </a:cubicBezTo>
                <a:lnTo>
                  <a:pt x="1250472" y="1769290"/>
                </a:lnTo>
                <a:cubicBezTo>
                  <a:pt x="1250768" y="1769764"/>
                  <a:pt x="1250768" y="1770356"/>
                  <a:pt x="1250472" y="1770830"/>
                </a:cubicBezTo>
                <a:lnTo>
                  <a:pt x="1239515" y="1789782"/>
                </a:lnTo>
                <a:cubicBezTo>
                  <a:pt x="1239219" y="1790256"/>
                  <a:pt x="1238686" y="1790552"/>
                  <a:pt x="1238153" y="1790552"/>
                </a:cubicBezTo>
                <a:lnTo>
                  <a:pt x="1216299" y="1790552"/>
                </a:lnTo>
                <a:cubicBezTo>
                  <a:pt x="1215706" y="1790552"/>
                  <a:pt x="1215233" y="1790256"/>
                  <a:pt x="1214937" y="1789782"/>
                </a:cubicBezTo>
                <a:lnTo>
                  <a:pt x="1204039" y="1770830"/>
                </a:lnTo>
                <a:cubicBezTo>
                  <a:pt x="1203743" y="1770356"/>
                  <a:pt x="1203743" y="1769764"/>
                  <a:pt x="1204039" y="1769290"/>
                </a:cubicBezTo>
                <a:lnTo>
                  <a:pt x="1214996" y="1750338"/>
                </a:lnTo>
                <a:cubicBezTo>
                  <a:pt x="1215292" y="1749864"/>
                  <a:pt x="1215825" y="1749568"/>
                  <a:pt x="1216358" y="1749568"/>
                </a:cubicBezTo>
                <a:close/>
                <a:moveTo>
                  <a:pt x="4732906" y="1749272"/>
                </a:moveTo>
                <a:lnTo>
                  <a:pt x="4755116" y="1749272"/>
                </a:lnTo>
                <a:cubicBezTo>
                  <a:pt x="4755649" y="1749272"/>
                  <a:pt x="4756182" y="1749568"/>
                  <a:pt x="4756478" y="1750042"/>
                </a:cubicBezTo>
                <a:lnTo>
                  <a:pt x="4767553" y="1769290"/>
                </a:lnTo>
                <a:cubicBezTo>
                  <a:pt x="4767849" y="1769764"/>
                  <a:pt x="4767849" y="1770356"/>
                  <a:pt x="4767553" y="1770830"/>
                </a:cubicBezTo>
                <a:lnTo>
                  <a:pt x="4756478" y="1790078"/>
                </a:lnTo>
                <a:cubicBezTo>
                  <a:pt x="4756182" y="1790552"/>
                  <a:pt x="4755649" y="1790848"/>
                  <a:pt x="4755116" y="1790848"/>
                </a:cubicBezTo>
                <a:lnTo>
                  <a:pt x="4732906" y="1790848"/>
                </a:lnTo>
                <a:cubicBezTo>
                  <a:pt x="4732374" y="1790848"/>
                  <a:pt x="4731841" y="1790552"/>
                  <a:pt x="4731544" y="1790078"/>
                </a:cubicBezTo>
                <a:lnTo>
                  <a:pt x="4720469" y="1770830"/>
                </a:lnTo>
                <a:cubicBezTo>
                  <a:pt x="4720173" y="1770356"/>
                  <a:pt x="4720173" y="1769764"/>
                  <a:pt x="4720469" y="1769290"/>
                </a:cubicBezTo>
                <a:lnTo>
                  <a:pt x="4731544" y="1750042"/>
                </a:lnTo>
                <a:cubicBezTo>
                  <a:pt x="4731841" y="1749568"/>
                  <a:pt x="4732374" y="1749272"/>
                  <a:pt x="4732906" y="1749272"/>
                </a:cubicBezTo>
                <a:close/>
                <a:moveTo>
                  <a:pt x="3177418" y="1749272"/>
                </a:moveTo>
                <a:lnTo>
                  <a:pt x="3199628" y="1749272"/>
                </a:lnTo>
                <a:cubicBezTo>
                  <a:pt x="3200161" y="1749272"/>
                  <a:pt x="3200694" y="1749568"/>
                  <a:pt x="3200990" y="1750042"/>
                </a:cubicBezTo>
                <a:lnTo>
                  <a:pt x="3212065" y="1769290"/>
                </a:lnTo>
                <a:cubicBezTo>
                  <a:pt x="3212361" y="1769764"/>
                  <a:pt x="3212361" y="1770356"/>
                  <a:pt x="3212065" y="1770830"/>
                </a:cubicBezTo>
                <a:lnTo>
                  <a:pt x="3200990" y="1790078"/>
                </a:lnTo>
                <a:cubicBezTo>
                  <a:pt x="3200694" y="1790552"/>
                  <a:pt x="3200161" y="1790848"/>
                  <a:pt x="3199628" y="1790848"/>
                </a:cubicBezTo>
                <a:lnTo>
                  <a:pt x="3177418" y="1790848"/>
                </a:lnTo>
                <a:cubicBezTo>
                  <a:pt x="3176886" y="1790848"/>
                  <a:pt x="3176353" y="1790552"/>
                  <a:pt x="3176056" y="1790078"/>
                </a:cubicBezTo>
                <a:lnTo>
                  <a:pt x="3164981" y="1770830"/>
                </a:lnTo>
                <a:cubicBezTo>
                  <a:pt x="3164685" y="1770356"/>
                  <a:pt x="3164685" y="1769764"/>
                  <a:pt x="3164981" y="1769290"/>
                </a:cubicBezTo>
                <a:lnTo>
                  <a:pt x="3176056" y="1750042"/>
                </a:lnTo>
                <a:cubicBezTo>
                  <a:pt x="3176353" y="1749568"/>
                  <a:pt x="3176886" y="1749272"/>
                  <a:pt x="3177418" y="1749272"/>
                </a:cubicBezTo>
                <a:close/>
                <a:moveTo>
                  <a:pt x="1351332" y="1749153"/>
                </a:moveTo>
                <a:lnTo>
                  <a:pt x="1373659" y="1749153"/>
                </a:lnTo>
                <a:cubicBezTo>
                  <a:pt x="1374193" y="1749153"/>
                  <a:pt x="1374726" y="1749449"/>
                  <a:pt x="1375022" y="1749923"/>
                </a:cubicBezTo>
                <a:lnTo>
                  <a:pt x="1386156" y="1769230"/>
                </a:lnTo>
                <a:cubicBezTo>
                  <a:pt x="1386452" y="1769763"/>
                  <a:pt x="1386452" y="1770355"/>
                  <a:pt x="1386156" y="1770829"/>
                </a:cubicBezTo>
                <a:lnTo>
                  <a:pt x="1375022" y="1790137"/>
                </a:lnTo>
                <a:cubicBezTo>
                  <a:pt x="1374726" y="1790611"/>
                  <a:pt x="1374193" y="1790907"/>
                  <a:pt x="1373659" y="1790907"/>
                </a:cubicBezTo>
                <a:lnTo>
                  <a:pt x="1351332" y="1790907"/>
                </a:lnTo>
                <a:cubicBezTo>
                  <a:pt x="1350799" y="1790907"/>
                  <a:pt x="1350266" y="1790611"/>
                  <a:pt x="1349969" y="1790137"/>
                </a:cubicBezTo>
                <a:lnTo>
                  <a:pt x="1338835" y="1770829"/>
                </a:lnTo>
                <a:cubicBezTo>
                  <a:pt x="1338539" y="1770296"/>
                  <a:pt x="1338539" y="1769704"/>
                  <a:pt x="1338835" y="1769230"/>
                </a:cubicBezTo>
                <a:lnTo>
                  <a:pt x="1349969" y="1749923"/>
                </a:lnTo>
                <a:cubicBezTo>
                  <a:pt x="1350266" y="1749449"/>
                  <a:pt x="1350799" y="1749153"/>
                  <a:pt x="1351332" y="1749153"/>
                </a:cubicBezTo>
                <a:close/>
                <a:moveTo>
                  <a:pt x="1689448" y="1748976"/>
                </a:moveTo>
                <a:lnTo>
                  <a:pt x="1711954" y="1748976"/>
                </a:lnTo>
                <a:cubicBezTo>
                  <a:pt x="1712487" y="1748976"/>
                  <a:pt x="1713020" y="1749272"/>
                  <a:pt x="1713316" y="1749746"/>
                </a:cubicBezTo>
                <a:lnTo>
                  <a:pt x="1724568" y="1769231"/>
                </a:lnTo>
                <a:cubicBezTo>
                  <a:pt x="1724865" y="1769705"/>
                  <a:pt x="1724865" y="1770356"/>
                  <a:pt x="1724568" y="1770830"/>
                </a:cubicBezTo>
                <a:lnTo>
                  <a:pt x="1713316" y="1790315"/>
                </a:lnTo>
                <a:cubicBezTo>
                  <a:pt x="1713020" y="1790789"/>
                  <a:pt x="1712487" y="1791085"/>
                  <a:pt x="1711954" y="1791085"/>
                </a:cubicBezTo>
                <a:lnTo>
                  <a:pt x="1689448" y="1791085"/>
                </a:lnTo>
                <a:cubicBezTo>
                  <a:pt x="1688915" y="1791085"/>
                  <a:pt x="1688382" y="1790789"/>
                  <a:pt x="1688086" y="1790315"/>
                </a:cubicBezTo>
                <a:lnTo>
                  <a:pt x="1676833" y="1770830"/>
                </a:lnTo>
                <a:cubicBezTo>
                  <a:pt x="1676537" y="1770356"/>
                  <a:pt x="1676537" y="1769705"/>
                  <a:pt x="1676833" y="1769231"/>
                </a:cubicBezTo>
                <a:lnTo>
                  <a:pt x="1688086" y="1749746"/>
                </a:lnTo>
                <a:cubicBezTo>
                  <a:pt x="1688382" y="1749272"/>
                  <a:pt x="1688915" y="1748976"/>
                  <a:pt x="1689448" y="1748976"/>
                </a:cubicBezTo>
                <a:close/>
                <a:moveTo>
                  <a:pt x="4867762" y="1748443"/>
                </a:moveTo>
                <a:lnTo>
                  <a:pt x="4890860" y="1748443"/>
                </a:lnTo>
                <a:cubicBezTo>
                  <a:pt x="4891452" y="1748443"/>
                  <a:pt x="4891985" y="1748798"/>
                  <a:pt x="4892282" y="1749272"/>
                </a:cubicBezTo>
                <a:lnTo>
                  <a:pt x="4903830" y="1769231"/>
                </a:lnTo>
                <a:cubicBezTo>
                  <a:pt x="4904127" y="1769764"/>
                  <a:pt x="4904127" y="1770415"/>
                  <a:pt x="4903830" y="1770889"/>
                </a:cubicBezTo>
                <a:lnTo>
                  <a:pt x="4892282" y="1790848"/>
                </a:lnTo>
                <a:cubicBezTo>
                  <a:pt x="4891985" y="1791381"/>
                  <a:pt x="4891452" y="1791677"/>
                  <a:pt x="4890860" y="1791677"/>
                </a:cubicBezTo>
                <a:lnTo>
                  <a:pt x="4867762" y="1791677"/>
                </a:lnTo>
                <a:cubicBezTo>
                  <a:pt x="4867170" y="1791677"/>
                  <a:pt x="4866637" y="1791322"/>
                  <a:pt x="4866341" y="1790848"/>
                </a:cubicBezTo>
                <a:lnTo>
                  <a:pt x="4854792" y="1770889"/>
                </a:lnTo>
                <a:cubicBezTo>
                  <a:pt x="4854496" y="1770356"/>
                  <a:pt x="4854496" y="1769705"/>
                  <a:pt x="4854792" y="1769231"/>
                </a:cubicBezTo>
                <a:lnTo>
                  <a:pt x="4866341" y="1749272"/>
                </a:lnTo>
                <a:cubicBezTo>
                  <a:pt x="4866637" y="1748739"/>
                  <a:pt x="4867170" y="1748443"/>
                  <a:pt x="4867762" y="1748443"/>
                </a:cubicBezTo>
                <a:close/>
                <a:moveTo>
                  <a:pt x="1283342" y="1748324"/>
                </a:moveTo>
                <a:lnTo>
                  <a:pt x="1306499" y="1748324"/>
                </a:lnTo>
                <a:cubicBezTo>
                  <a:pt x="1307091" y="1748324"/>
                  <a:pt x="1307624" y="1748679"/>
                  <a:pt x="1307920" y="1749153"/>
                </a:cubicBezTo>
                <a:lnTo>
                  <a:pt x="1319528" y="1769231"/>
                </a:lnTo>
                <a:cubicBezTo>
                  <a:pt x="1319824" y="1769763"/>
                  <a:pt x="1319824" y="1770415"/>
                  <a:pt x="1319528" y="1770889"/>
                </a:cubicBezTo>
                <a:lnTo>
                  <a:pt x="1307920" y="1790966"/>
                </a:lnTo>
                <a:cubicBezTo>
                  <a:pt x="1307624" y="1791499"/>
                  <a:pt x="1307091" y="1791795"/>
                  <a:pt x="1306499" y="1791795"/>
                </a:cubicBezTo>
                <a:lnTo>
                  <a:pt x="1283342" y="1791795"/>
                </a:lnTo>
                <a:cubicBezTo>
                  <a:pt x="1282749" y="1791795"/>
                  <a:pt x="1282216" y="1791440"/>
                  <a:pt x="1281920" y="1790966"/>
                </a:cubicBezTo>
                <a:lnTo>
                  <a:pt x="1270312" y="1770889"/>
                </a:lnTo>
                <a:cubicBezTo>
                  <a:pt x="1270016" y="1770356"/>
                  <a:pt x="1270016" y="1769704"/>
                  <a:pt x="1270312" y="1769231"/>
                </a:cubicBezTo>
                <a:lnTo>
                  <a:pt x="1281920" y="1749153"/>
                </a:lnTo>
                <a:cubicBezTo>
                  <a:pt x="1282216" y="1748620"/>
                  <a:pt x="1282749" y="1748324"/>
                  <a:pt x="1283342" y="1748324"/>
                </a:cubicBezTo>
                <a:close/>
                <a:moveTo>
                  <a:pt x="2568230" y="1748265"/>
                </a:moveTo>
                <a:lnTo>
                  <a:pt x="2591505" y="1748265"/>
                </a:lnTo>
                <a:cubicBezTo>
                  <a:pt x="2592098" y="1748265"/>
                  <a:pt x="2592631" y="1748561"/>
                  <a:pt x="2592927" y="1749094"/>
                </a:cubicBezTo>
                <a:lnTo>
                  <a:pt x="2604535" y="1769290"/>
                </a:lnTo>
                <a:cubicBezTo>
                  <a:pt x="2604831" y="1769823"/>
                  <a:pt x="2604831" y="1770415"/>
                  <a:pt x="2604535" y="1770948"/>
                </a:cubicBezTo>
                <a:lnTo>
                  <a:pt x="2592868" y="1791144"/>
                </a:lnTo>
                <a:cubicBezTo>
                  <a:pt x="2592571" y="1791677"/>
                  <a:pt x="2592038" y="1791973"/>
                  <a:pt x="2591446" y="1791973"/>
                </a:cubicBezTo>
                <a:lnTo>
                  <a:pt x="2568171" y="1791973"/>
                </a:lnTo>
                <a:cubicBezTo>
                  <a:pt x="2567578" y="1791973"/>
                  <a:pt x="2567045" y="1791677"/>
                  <a:pt x="2566749" y="1791144"/>
                </a:cubicBezTo>
                <a:lnTo>
                  <a:pt x="2555141" y="1770948"/>
                </a:lnTo>
                <a:cubicBezTo>
                  <a:pt x="2554845" y="1770415"/>
                  <a:pt x="2554845" y="1769823"/>
                  <a:pt x="2555141" y="1769290"/>
                </a:cubicBezTo>
                <a:lnTo>
                  <a:pt x="2566808" y="1749094"/>
                </a:lnTo>
                <a:cubicBezTo>
                  <a:pt x="2567105" y="1748561"/>
                  <a:pt x="2567638" y="1748265"/>
                  <a:pt x="2568230" y="1748265"/>
                </a:cubicBezTo>
                <a:close/>
                <a:moveTo>
                  <a:pt x="2500476" y="1748028"/>
                </a:moveTo>
                <a:lnTo>
                  <a:pt x="2523989" y="1748028"/>
                </a:lnTo>
                <a:cubicBezTo>
                  <a:pt x="2524581" y="1748028"/>
                  <a:pt x="2525114" y="1748324"/>
                  <a:pt x="2525410" y="1748857"/>
                </a:cubicBezTo>
                <a:lnTo>
                  <a:pt x="2537136" y="1769231"/>
                </a:lnTo>
                <a:cubicBezTo>
                  <a:pt x="2537433" y="1769764"/>
                  <a:pt x="2537433" y="1770356"/>
                  <a:pt x="2537136" y="1770889"/>
                </a:cubicBezTo>
                <a:lnTo>
                  <a:pt x="2525351" y="1791262"/>
                </a:lnTo>
                <a:cubicBezTo>
                  <a:pt x="2525055" y="1791795"/>
                  <a:pt x="2524521" y="1792091"/>
                  <a:pt x="2523929" y="1792091"/>
                </a:cubicBezTo>
                <a:lnTo>
                  <a:pt x="2500417" y="1792091"/>
                </a:lnTo>
                <a:cubicBezTo>
                  <a:pt x="2499825" y="1792091"/>
                  <a:pt x="2499292" y="1791795"/>
                  <a:pt x="2498995" y="1791262"/>
                </a:cubicBezTo>
                <a:lnTo>
                  <a:pt x="2487269" y="1770889"/>
                </a:lnTo>
                <a:cubicBezTo>
                  <a:pt x="2486973" y="1770356"/>
                  <a:pt x="2486973" y="1769764"/>
                  <a:pt x="2487269" y="1769231"/>
                </a:cubicBezTo>
                <a:lnTo>
                  <a:pt x="2499055" y="1748857"/>
                </a:lnTo>
                <a:cubicBezTo>
                  <a:pt x="2499351" y="1748324"/>
                  <a:pt x="2499884" y="1748028"/>
                  <a:pt x="2500476" y="1748028"/>
                </a:cubicBezTo>
                <a:close/>
                <a:moveTo>
                  <a:pt x="4799891" y="1747910"/>
                </a:moveTo>
                <a:lnTo>
                  <a:pt x="4823521" y="1747910"/>
                </a:lnTo>
                <a:cubicBezTo>
                  <a:pt x="4824114" y="1747910"/>
                  <a:pt x="4824646" y="1748206"/>
                  <a:pt x="4824943" y="1748739"/>
                </a:cubicBezTo>
                <a:lnTo>
                  <a:pt x="4836729" y="1769231"/>
                </a:lnTo>
                <a:cubicBezTo>
                  <a:pt x="4837024" y="1769705"/>
                  <a:pt x="4837024" y="1770356"/>
                  <a:pt x="4836729" y="1770889"/>
                </a:cubicBezTo>
                <a:lnTo>
                  <a:pt x="4824883" y="1791381"/>
                </a:lnTo>
                <a:cubicBezTo>
                  <a:pt x="4824587" y="1791914"/>
                  <a:pt x="4824054" y="1792210"/>
                  <a:pt x="4823462" y="1792210"/>
                </a:cubicBezTo>
                <a:lnTo>
                  <a:pt x="4799831" y="1792210"/>
                </a:lnTo>
                <a:cubicBezTo>
                  <a:pt x="4799239" y="1792210"/>
                  <a:pt x="4798706" y="1791914"/>
                  <a:pt x="4798410" y="1791381"/>
                </a:cubicBezTo>
                <a:lnTo>
                  <a:pt x="4786624" y="1770889"/>
                </a:lnTo>
                <a:cubicBezTo>
                  <a:pt x="4786328" y="1770415"/>
                  <a:pt x="4786328" y="1769764"/>
                  <a:pt x="4786624" y="1769231"/>
                </a:cubicBezTo>
                <a:lnTo>
                  <a:pt x="4798469" y="1748739"/>
                </a:lnTo>
                <a:cubicBezTo>
                  <a:pt x="4798765" y="1748206"/>
                  <a:pt x="4799298" y="1747910"/>
                  <a:pt x="4799891" y="1747910"/>
                </a:cubicBezTo>
                <a:close/>
                <a:moveTo>
                  <a:pt x="2432664" y="1747732"/>
                </a:moveTo>
                <a:lnTo>
                  <a:pt x="2456532" y="1747732"/>
                </a:lnTo>
                <a:cubicBezTo>
                  <a:pt x="2457124" y="1747732"/>
                  <a:pt x="2457716" y="1748028"/>
                  <a:pt x="2458012" y="1748561"/>
                </a:cubicBezTo>
                <a:lnTo>
                  <a:pt x="2469917" y="1769231"/>
                </a:lnTo>
                <a:cubicBezTo>
                  <a:pt x="2470213" y="1769704"/>
                  <a:pt x="2470213" y="1770356"/>
                  <a:pt x="2469917" y="1770889"/>
                </a:cubicBezTo>
                <a:lnTo>
                  <a:pt x="2458012" y="1791558"/>
                </a:lnTo>
                <a:cubicBezTo>
                  <a:pt x="2457657" y="1792032"/>
                  <a:pt x="2457124" y="1792388"/>
                  <a:pt x="2456532" y="1792388"/>
                </a:cubicBezTo>
                <a:lnTo>
                  <a:pt x="2432664" y="1792388"/>
                </a:lnTo>
                <a:cubicBezTo>
                  <a:pt x="2432072" y="1792388"/>
                  <a:pt x="2431480" y="1792092"/>
                  <a:pt x="2431183" y="1791558"/>
                </a:cubicBezTo>
                <a:lnTo>
                  <a:pt x="2419279" y="1770889"/>
                </a:lnTo>
                <a:cubicBezTo>
                  <a:pt x="2418983" y="1770415"/>
                  <a:pt x="2418983" y="1769764"/>
                  <a:pt x="2419279" y="1769231"/>
                </a:cubicBezTo>
                <a:lnTo>
                  <a:pt x="2431183" y="1748561"/>
                </a:lnTo>
                <a:cubicBezTo>
                  <a:pt x="2431539" y="1748087"/>
                  <a:pt x="2432072" y="1747732"/>
                  <a:pt x="2432664" y="1747732"/>
                </a:cubicBezTo>
                <a:close/>
                <a:moveTo>
                  <a:pt x="2703026" y="1747436"/>
                </a:moveTo>
                <a:lnTo>
                  <a:pt x="2727190" y="1747436"/>
                </a:lnTo>
                <a:cubicBezTo>
                  <a:pt x="2727783" y="1747436"/>
                  <a:pt x="2728375" y="1747732"/>
                  <a:pt x="2728671" y="1748265"/>
                </a:cubicBezTo>
                <a:lnTo>
                  <a:pt x="2740753" y="1769231"/>
                </a:lnTo>
                <a:cubicBezTo>
                  <a:pt x="2741049" y="1769764"/>
                  <a:pt x="2741049" y="1770415"/>
                  <a:pt x="2740753" y="1770949"/>
                </a:cubicBezTo>
                <a:lnTo>
                  <a:pt x="2728671" y="1791914"/>
                </a:lnTo>
                <a:cubicBezTo>
                  <a:pt x="2728375" y="1792388"/>
                  <a:pt x="2727783" y="1792743"/>
                  <a:pt x="2727190" y="1792743"/>
                </a:cubicBezTo>
                <a:lnTo>
                  <a:pt x="2703026" y="1792743"/>
                </a:lnTo>
                <a:cubicBezTo>
                  <a:pt x="2702434" y="1792743"/>
                  <a:pt x="2701842" y="1792447"/>
                  <a:pt x="2701546" y="1791914"/>
                </a:cubicBezTo>
                <a:lnTo>
                  <a:pt x="2689464" y="1770949"/>
                </a:lnTo>
                <a:cubicBezTo>
                  <a:pt x="2689168" y="1770415"/>
                  <a:pt x="2689168" y="1769764"/>
                  <a:pt x="2689464" y="1769231"/>
                </a:cubicBezTo>
                <a:lnTo>
                  <a:pt x="2701546" y="1748265"/>
                </a:lnTo>
                <a:cubicBezTo>
                  <a:pt x="2701842" y="1747791"/>
                  <a:pt x="2702434" y="1747436"/>
                  <a:pt x="2703026" y="1747436"/>
                </a:cubicBezTo>
                <a:close/>
                <a:moveTo>
                  <a:pt x="2635095" y="1746784"/>
                </a:moveTo>
                <a:lnTo>
                  <a:pt x="2659911" y="1746784"/>
                </a:lnTo>
                <a:cubicBezTo>
                  <a:pt x="2660562" y="1746784"/>
                  <a:pt x="2661154" y="1747139"/>
                  <a:pt x="2661450" y="1747673"/>
                </a:cubicBezTo>
                <a:lnTo>
                  <a:pt x="2673888" y="1769171"/>
                </a:lnTo>
                <a:cubicBezTo>
                  <a:pt x="2674184" y="1769704"/>
                  <a:pt x="2674184" y="1770415"/>
                  <a:pt x="2673888" y="1770948"/>
                </a:cubicBezTo>
                <a:lnTo>
                  <a:pt x="2661450" y="1792447"/>
                </a:lnTo>
                <a:cubicBezTo>
                  <a:pt x="2661095" y="1792980"/>
                  <a:pt x="2660503" y="1793335"/>
                  <a:pt x="2659911" y="1793335"/>
                </a:cubicBezTo>
                <a:lnTo>
                  <a:pt x="2635095" y="1793335"/>
                </a:lnTo>
                <a:cubicBezTo>
                  <a:pt x="2634444" y="1793335"/>
                  <a:pt x="2633852" y="1792980"/>
                  <a:pt x="2633556" y="1792447"/>
                </a:cubicBezTo>
                <a:lnTo>
                  <a:pt x="2621118" y="1770948"/>
                </a:lnTo>
                <a:cubicBezTo>
                  <a:pt x="2620822" y="1770415"/>
                  <a:pt x="2620822" y="1769704"/>
                  <a:pt x="2621118" y="1769171"/>
                </a:cubicBezTo>
                <a:lnTo>
                  <a:pt x="2633556" y="1747673"/>
                </a:lnTo>
                <a:cubicBezTo>
                  <a:pt x="2633911" y="1747139"/>
                  <a:pt x="2634503" y="1746784"/>
                  <a:pt x="2635095" y="1746784"/>
                </a:cubicBezTo>
                <a:close/>
                <a:moveTo>
                  <a:pt x="2364437" y="1746607"/>
                </a:moveTo>
                <a:lnTo>
                  <a:pt x="2389489" y="1746607"/>
                </a:lnTo>
                <a:cubicBezTo>
                  <a:pt x="2390140" y="1746607"/>
                  <a:pt x="2390733" y="1746962"/>
                  <a:pt x="2391029" y="1747495"/>
                </a:cubicBezTo>
                <a:lnTo>
                  <a:pt x="2403525" y="1769231"/>
                </a:lnTo>
                <a:cubicBezTo>
                  <a:pt x="2403821" y="1769764"/>
                  <a:pt x="2403821" y="1770475"/>
                  <a:pt x="2403525" y="1771008"/>
                </a:cubicBezTo>
                <a:lnTo>
                  <a:pt x="2390969" y="1792743"/>
                </a:lnTo>
                <a:cubicBezTo>
                  <a:pt x="2390614" y="1793276"/>
                  <a:pt x="2390081" y="1793632"/>
                  <a:pt x="2389429" y="1793632"/>
                </a:cubicBezTo>
                <a:lnTo>
                  <a:pt x="2364377" y="1793632"/>
                </a:lnTo>
                <a:cubicBezTo>
                  <a:pt x="2363726" y="1793632"/>
                  <a:pt x="2363134" y="1793276"/>
                  <a:pt x="2362837" y="1792743"/>
                </a:cubicBezTo>
                <a:lnTo>
                  <a:pt x="2350341" y="1771008"/>
                </a:lnTo>
                <a:cubicBezTo>
                  <a:pt x="2350045" y="1770475"/>
                  <a:pt x="2350045" y="1769764"/>
                  <a:pt x="2350341" y="1769231"/>
                </a:cubicBezTo>
                <a:lnTo>
                  <a:pt x="2362897" y="1747495"/>
                </a:lnTo>
                <a:cubicBezTo>
                  <a:pt x="2363252" y="1746962"/>
                  <a:pt x="2363785" y="1746607"/>
                  <a:pt x="2364437" y="1746607"/>
                </a:cubicBezTo>
                <a:close/>
                <a:moveTo>
                  <a:pt x="1620391" y="1746370"/>
                </a:moveTo>
                <a:lnTo>
                  <a:pt x="1645680" y="1746370"/>
                </a:lnTo>
                <a:cubicBezTo>
                  <a:pt x="1646332" y="1746370"/>
                  <a:pt x="1646924" y="1746725"/>
                  <a:pt x="1647220" y="1747259"/>
                </a:cubicBezTo>
                <a:lnTo>
                  <a:pt x="1659835" y="1769172"/>
                </a:lnTo>
                <a:cubicBezTo>
                  <a:pt x="1660131" y="1769705"/>
                  <a:pt x="1660131" y="1770415"/>
                  <a:pt x="1659835" y="1770949"/>
                </a:cubicBezTo>
                <a:lnTo>
                  <a:pt x="1647161" y="1792862"/>
                </a:lnTo>
                <a:cubicBezTo>
                  <a:pt x="1646865" y="1793395"/>
                  <a:pt x="1646273" y="1793750"/>
                  <a:pt x="1645621" y="1793750"/>
                </a:cubicBezTo>
                <a:lnTo>
                  <a:pt x="1620332" y="1793750"/>
                </a:lnTo>
                <a:cubicBezTo>
                  <a:pt x="1619681" y="1793750"/>
                  <a:pt x="1619088" y="1793395"/>
                  <a:pt x="1618792" y="1792862"/>
                </a:cubicBezTo>
                <a:lnTo>
                  <a:pt x="1606177" y="1770949"/>
                </a:lnTo>
                <a:cubicBezTo>
                  <a:pt x="1605881" y="1770415"/>
                  <a:pt x="1605881" y="1769705"/>
                  <a:pt x="1606177" y="1769172"/>
                </a:cubicBezTo>
                <a:lnTo>
                  <a:pt x="1618851" y="1747259"/>
                </a:lnTo>
                <a:cubicBezTo>
                  <a:pt x="1619147" y="1746725"/>
                  <a:pt x="1619740" y="1746370"/>
                  <a:pt x="1620391" y="1746370"/>
                </a:cubicBezTo>
                <a:close/>
                <a:moveTo>
                  <a:pt x="1417250" y="1745896"/>
                </a:moveTo>
                <a:lnTo>
                  <a:pt x="1443072" y="1745896"/>
                </a:lnTo>
                <a:cubicBezTo>
                  <a:pt x="1443723" y="1745896"/>
                  <a:pt x="1444316" y="1746251"/>
                  <a:pt x="1444671" y="1746784"/>
                </a:cubicBezTo>
                <a:lnTo>
                  <a:pt x="1457582" y="1769171"/>
                </a:lnTo>
                <a:cubicBezTo>
                  <a:pt x="1457937" y="1769764"/>
                  <a:pt x="1457937" y="1770474"/>
                  <a:pt x="1457582" y="1771007"/>
                </a:cubicBezTo>
                <a:lnTo>
                  <a:pt x="1444671" y="1793394"/>
                </a:lnTo>
                <a:cubicBezTo>
                  <a:pt x="1444316" y="1793927"/>
                  <a:pt x="1443723" y="1794283"/>
                  <a:pt x="1443072" y="1794283"/>
                </a:cubicBezTo>
                <a:lnTo>
                  <a:pt x="1417250" y="1794283"/>
                </a:lnTo>
                <a:cubicBezTo>
                  <a:pt x="1416598" y="1794283"/>
                  <a:pt x="1416006" y="1793927"/>
                  <a:pt x="1415651" y="1793394"/>
                </a:cubicBezTo>
                <a:lnTo>
                  <a:pt x="1402740" y="1771007"/>
                </a:lnTo>
                <a:cubicBezTo>
                  <a:pt x="1402384" y="1770415"/>
                  <a:pt x="1402384" y="1769704"/>
                  <a:pt x="1402740" y="1769171"/>
                </a:cubicBezTo>
                <a:lnTo>
                  <a:pt x="1415651" y="1746784"/>
                </a:lnTo>
                <a:cubicBezTo>
                  <a:pt x="1416006" y="1746251"/>
                  <a:pt x="1416598" y="1745896"/>
                  <a:pt x="1417250" y="1745896"/>
                </a:cubicBezTo>
                <a:close/>
                <a:moveTo>
                  <a:pt x="2160939" y="1745363"/>
                </a:moveTo>
                <a:lnTo>
                  <a:pt x="2187294" y="1745363"/>
                </a:lnTo>
                <a:cubicBezTo>
                  <a:pt x="2187945" y="1745363"/>
                  <a:pt x="2188538" y="1745718"/>
                  <a:pt x="2188893" y="1746310"/>
                </a:cubicBezTo>
                <a:lnTo>
                  <a:pt x="2202100" y="1769172"/>
                </a:lnTo>
                <a:cubicBezTo>
                  <a:pt x="2202455" y="1769764"/>
                  <a:pt x="2202455" y="1770474"/>
                  <a:pt x="2202100" y="1771067"/>
                </a:cubicBezTo>
                <a:lnTo>
                  <a:pt x="2188893" y="1793928"/>
                </a:lnTo>
                <a:cubicBezTo>
                  <a:pt x="2188538" y="1794520"/>
                  <a:pt x="2187945" y="1794875"/>
                  <a:pt x="2187294" y="1794875"/>
                </a:cubicBezTo>
                <a:lnTo>
                  <a:pt x="2160939" y="1794875"/>
                </a:lnTo>
                <a:cubicBezTo>
                  <a:pt x="2160287" y="1794875"/>
                  <a:pt x="2159695" y="1794520"/>
                  <a:pt x="2159340" y="1793928"/>
                </a:cubicBezTo>
                <a:lnTo>
                  <a:pt x="2146133" y="1771067"/>
                </a:lnTo>
                <a:cubicBezTo>
                  <a:pt x="2145777" y="1770474"/>
                  <a:pt x="2145777" y="1769764"/>
                  <a:pt x="2146133" y="1769172"/>
                </a:cubicBezTo>
                <a:lnTo>
                  <a:pt x="2159340" y="1746310"/>
                </a:lnTo>
                <a:cubicBezTo>
                  <a:pt x="2159695" y="1745718"/>
                  <a:pt x="2160287" y="1745363"/>
                  <a:pt x="2160939" y="1745363"/>
                </a:cubicBezTo>
                <a:close/>
                <a:moveTo>
                  <a:pt x="1552046" y="1745067"/>
                </a:moveTo>
                <a:lnTo>
                  <a:pt x="1578756" y="1745067"/>
                </a:lnTo>
                <a:cubicBezTo>
                  <a:pt x="1579467" y="1745067"/>
                  <a:pt x="1580059" y="1745422"/>
                  <a:pt x="1580415" y="1746014"/>
                </a:cubicBezTo>
                <a:lnTo>
                  <a:pt x="1593740" y="1769172"/>
                </a:lnTo>
                <a:cubicBezTo>
                  <a:pt x="1594096" y="1769764"/>
                  <a:pt x="1594096" y="1770474"/>
                  <a:pt x="1593740" y="1771067"/>
                </a:cubicBezTo>
                <a:lnTo>
                  <a:pt x="1580355" y="1794224"/>
                </a:lnTo>
                <a:cubicBezTo>
                  <a:pt x="1580000" y="1794816"/>
                  <a:pt x="1579349" y="1795171"/>
                  <a:pt x="1578697" y="1795171"/>
                </a:cubicBezTo>
                <a:lnTo>
                  <a:pt x="1551987" y="1795171"/>
                </a:lnTo>
                <a:cubicBezTo>
                  <a:pt x="1551276" y="1795171"/>
                  <a:pt x="1550683" y="1794816"/>
                  <a:pt x="1550328" y="1794224"/>
                </a:cubicBezTo>
                <a:lnTo>
                  <a:pt x="1537003" y="1771067"/>
                </a:lnTo>
                <a:cubicBezTo>
                  <a:pt x="1536647" y="1770474"/>
                  <a:pt x="1536647" y="1769764"/>
                  <a:pt x="1537003" y="1769172"/>
                </a:cubicBezTo>
                <a:lnTo>
                  <a:pt x="1550387" y="1746014"/>
                </a:lnTo>
                <a:cubicBezTo>
                  <a:pt x="1550743" y="1745422"/>
                  <a:pt x="1551394" y="1745067"/>
                  <a:pt x="1552046" y="1745067"/>
                </a:cubicBezTo>
                <a:close/>
                <a:moveTo>
                  <a:pt x="1484233" y="1744712"/>
                </a:moveTo>
                <a:lnTo>
                  <a:pt x="1511299" y="1744712"/>
                </a:lnTo>
                <a:cubicBezTo>
                  <a:pt x="1511951" y="1744712"/>
                  <a:pt x="1512602" y="1745067"/>
                  <a:pt x="1512957" y="1745659"/>
                </a:cubicBezTo>
                <a:lnTo>
                  <a:pt x="1526461" y="1769113"/>
                </a:lnTo>
                <a:cubicBezTo>
                  <a:pt x="1526816" y="1769705"/>
                  <a:pt x="1526816" y="1770415"/>
                  <a:pt x="1526461" y="1771008"/>
                </a:cubicBezTo>
                <a:lnTo>
                  <a:pt x="1512898" y="1794461"/>
                </a:lnTo>
                <a:cubicBezTo>
                  <a:pt x="1512543" y="1795053"/>
                  <a:pt x="1511891" y="1795409"/>
                  <a:pt x="1511240" y="1795409"/>
                </a:cubicBezTo>
                <a:lnTo>
                  <a:pt x="1484174" y="1795409"/>
                </a:lnTo>
                <a:cubicBezTo>
                  <a:pt x="1483523" y="1795409"/>
                  <a:pt x="1482871" y="1795053"/>
                  <a:pt x="1482516" y="1794461"/>
                </a:cubicBezTo>
                <a:lnTo>
                  <a:pt x="1469013" y="1771008"/>
                </a:lnTo>
                <a:cubicBezTo>
                  <a:pt x="1468657" y="1770415"/>
                  <a:pt x="1468657" y="1769705"/>
                  <a:pt x="1469013" y="1769113"/>
                </a:cubicBezTo>
                <a:lnTo>
                  <a:pt x="1482575" y="1745659"/>
                </a:lnTo>
                <a:cubicBezTo>
                  <a:pt x="1482930" y="1745067"/>
                  <a:pt x="1483582" y="1744712"/>
                  <a:pt x="1484233" y="1744712"/>
                </a:cubicBezTo>
                <a:close/>
                <a:moveTo>
                  <a:pt x="2295735" y="1744652"/>
                </a:moveTo>
                <a:lnTo>
                  <a:pt x="2322920" y="1744652"/>
                </a:lnTo>
                <a:cubicBezTo>
                  <a:pt x="2323571" y="1744652"/>
                  <a:pt x="2324223" y="1745007"/>
                  <a:pt x="2324578" y="1745599"/>
                </a:cubicBezTo>
                <a:lnTo>
                  <a:pt x="2338141" y="1769112"/>
                </a:lnTo>
                <a:cubicBezTo>
                  <a:pt x="2338496" y="1769704"/>
                  <a:pt x="2338496" y="1770415"/>
                  <a:pt x="2338141" y="1771007"/>
                </a:cubicBezTo>
                <a:lnTo>
                  <a:pt x="2324578" y="1794519"/>
                </a:lnTo>
                <a:cubicBezTo>
                  <a:pt x="2324223" y="1795112"/>
                  <a:pt x="2323571" y="1795467"/>
                  <a:pt x="2322920" y="1795467"/>
                </a:cubicBezTo>
                <a:lnTo>
                  <a:pt x="2295735" y="1795467"/>
                </a:lnTo>
                <a:cubicBezTo>
                  <a:pt x="2295084" y="1795467"/>
                  <a:pt x="2294433" y="1795112"/>
                  <a:pt x="2294077" y="1794519"/>
                </a:cubicBezTo>
                <a:lnTo>
                  <a:pt x="2280515" y="1771007"/>
                </a:lnTo>
                <a:cubicBezTo>
                  <a:pt x="2280159" y="1770415"/>
                  <a:pt x="2280159" y="1769704"/>
                  <a:pt x="2280515" y="1769112"/>
                </a:cubicBezTo>
                <a:lnTo>
                  <a:pt x="2294077" y="1745599"/>
                </a:lnTo>
                <a:cubicBezTo>
                  <a:pt x="2294433" y="1745007"/>
                  <a:pt x="2295084" y="1744652"/>
                  <a:pt x="2295735" y="1744652"/>
                </a:cubicBezTo>
                <a:close/>
                <a:moveTo>
                  <a:pt x="2227982" y="1744297"/>
                </a:moveTo>
                <a:lnTo>
                  <a:pt x="2255462" y="1744297"/>
                </a:lnTo>
                <a:cubicBezTo>
                  <a:pt x="2256114" y="1744297"/>
                  <a:pt x="2256766" y="1744652"/>
                  <a:pt x="2257121" y="1745244"/>
                </a:cubicBezTo>
                <a:lnTo>
                  <a:pt x="2270861" y="1769053"/>
                </a:lnTo>
                <a:cubicBezTo>
                  <a:pt x="2271216" y="1769645"/>
                  <a:pt x="2271216" y="1770415"/>
                  <a:pt x="2270861" y="1771008"/>
                </a:cubicBezTo>
                <a:lnTo>
                  <a:pt x="2257121" y="1794816"/>
                </a:lnTo>
                <a:cubicBezTo>
                  <a:pt x="2256766" y="1795408"/>
                  <a:pt x="2256173" y="1795764"/>
                  <a:pt x="2255462" y="1795764"/>
                </a:cubicBezTo>
                <a:lnTo>
                  <a:pt x="2227982" y="1795764"/>
                </a:lnTo>
                <a:cubicBezTo>
                  <a:pt x="2227330" y="1795764"/>
                  <a:pt x="2226679" y="1795408"/>
                  <a:pt x="2226324" y="1794816"/>
                </a:cubicBezTo>
                <a:lnTo>
                  <a:pt x="2212584" y="1771008"/>
                </a:lnTo>
                <a:cubicBezTo>
                  <a:pt x="2212228" y="1770415"/>
                  <a:pt x="2212228" y="1769645"/>
                  <a:pt x="2212584" y="1769053"/>
                </a:cubicBezTo>
                <a:lnTo>
                  <a:pt x="2226324" y="1745244"/>
                </a:lnTo>
                <a:cubicBezTo>
                  <a:pt x="2226679" y="1744652"/>
                  <a:pt x="2227271" y="1744297"/>
                  <a:pt x="2227982" y="1744297"/>
                </a:cubicBezTo>
                <a:close/>
                <a:moveTo>
                  <a:pt x="4063663" y="1703787"/>
                </a:moveTo>
                <a:lnTo>
                  <a:pt x="4071836" y="1703787"/>
                </a:lnTo>
                <a:cubicBezTo>
                  <a:pt x="4072014" y="1703787"/>
                  <a:pt x="4072310" y="1704083"/>
                  <a:pt x="4072310" y="1704083"/>
                </a:cubicBezTo>
                <a:lnTo>
                  <a:pt x="4076397" y="1711131"/>
                </a:lnTo>
                <a:cubicBezTo>
                  <a:pt x="4076515" y="1711309"/>
                  <a:pt x="4076397" y="1711723"/>
                  <a:pt x="4076397" y="1711723"/>
                </a:cubicBezTo>
                <a:lnTo>
                  <a:pt x="4072310" y="1718771"/>
                </a:lnTo>
                <a:cubicBezTo>
                  <a:pt x="4072251" y="1718949"/>
                  <a:pt x="4071836" y="1719067"/>
                  <a:pt x="4071836" y="1719067"/>
                </a:cubicBezTo>
                <a:lnTo>
                  <a:pt x="4063663" y="1719067"/>
                </a:lnTo>
                <a:cubicBezTo>
                  <a:pt x="4063485" y="1719067"/>
                  <a:pt x="4063190" y="1718771"/>
                  <a:pt x="4063190" y="1718771"/>
                </a:cubicBezTo>
                <a:lnTo>
                  <a:pt x="4059103" y="1711723"/>
                </a:lnTo>
                <a:cubicBezTo>
                  <a:pt x="4058984" y="1711545"/>
                  <a:pt x="4059103" y="1711131"/>
                  <a:pt x="4059103" y="1711131"/>
                </a:cubicBezTo>
                <a:lnTo>
                  <a:pt x="4063190" y="1704083"/>
                </a:lnTo>
                <a:cubicBezTo>
                  <a:pt x="4063249" y="1703906"/>
                  <a:pt x="4063663" y="1703787"/>
                  <a:pt x="4063663" y="1703787"/>
                </a:cubicBezTo>
                <a:close/>
                <a:moveTo>
                  <a:pt x="4130173" y="1701714"/>
                </a:moveTo>
                <a:lnTo>
                  <a:pt x="4140537" y="1701714"/>
                </a:lnTo>
                <a:cubicBezTo>
                  <a:pt x="4140834" y="1701714"/>
                  <a:pt x="4141189" y="1702069"/>
                  <a:pt x="4141189" y="1702069"/>
                </a:cubicBezTo>
                <a:lnTo>
                  <a:pt x="4146401" y="1711072"/>
                </a:lnTo>
                <a:cubicBezTo>
                  <a:pt x="4146519" y="1711249"/>
                  <a:pt x="4146401" y="1711782"/>
                  <a:pt x="4146401" y="1711782"/>
                </a:cubicBezTo>
                <a:lnTo>
                  <a:pt x="4141189" y="1720784"/>
                </a:lnTo>
                <a:cubicBezTo>
                  <a:pt x="4141012" y="1721021"/>
                  <a:pt x="4140537" y="1721140"/>
                  <a:pt x="4140537" y="1721140"/>
                </a:cubicBezTo>
                <a:lnTo>
                  <a:pt x="4130173" y="1721140"/>
                </a:lnTo>
                <a:cubicBezTo>
                  <a:pt x="4129877" y="1721140"/>
                  <a:pt x="4129522" y="1720784"/>
                  <a:pt x="4129522" y="1720784"/>
                </a:cubicBezTo>
                <a:lnTo>
                  <a:pt x="4124310" y="1711782"/>
                </a:lnTo>
                <a:cubicBezTo>
                  <a:pt x="4124191" y="1711604"/>
                  <a:pt x="4124310" y="1711072"/>
                  <a:pt x="4124310" y="1711072"/>
                </a:cubicBezTo>
                <a:lnTo>
                  <a:pt x="4129522" y="1702069"/>
                </a:lnTo>
                <a:cubicBezTo>
                  <a:pt x="4129699" y="1701833"/>
                  <a:pt x="4130173" y="1701714"/>
                  <a:pt x="4130173" y="1701714"/>
                </a:cubicBezTo>
                <a:close/>
                <a:moveTo>
                  <a:pt x="1898275" y="1701536"/>
                </a:moveTo>
                <a:lnTo>
                  <a:pt x="1908877" y="1701536"/>
                </a:lnTo>
                <a:cubicBezTo>
                  <a:pt x="1909173" y="1701536"/>
                  <a:pt x="1909528" y="1701891"/>
                  <a:pt x="1909528" y="1701891"/>
                </a:cubicBezTo>
                <a:lnTo>
                  <a:pt x="1914799" y="1711072"/>
                </a:lnTo>
                <a:cubicBezTo>
                  <a:pt x="1914918" y="1711308"/>
                  <a:pt x="1914799" y="1711841"/>
                  <a:pt x="1914799" y="1711841"/>
                </a:cubicBezTo>
                <a:lnTo>
                  <a:pt x="1909469" y="1721021"/>
                </a:lnTo>
                <a:cubicBezTo>
                  <a:pt x="1909350" y="1721258"/>
                  <a:pt x="1908818" y="1721377"/>
                  <a:pt x="1908818" y="1721377"/>
                </a:cubicBezTo>
                <a:lnTo>
                  <a:pt x="1898216" y="1721377"/>
                </a:lnTo>
                <a:cubicBezTo>
                  <a:pt x="1897920" y="1721377"/>
                  <a:pt x="1897565" y="1721021"/>
                  <a:pt x="1897565" y="1721021"/>
                </a:cubicBezTo>
                <a:lnTo>
                  <a:pt x="1892294" y="1711841"/>
                </a:lnTo>
                <a:cubicBezTo>
                  <a:pt x="1892175" y="1711604"/>
                  <a:pt x="1892294" y="1711072"/>
                  <a:pt x="1892294" y="1711072"/>
                </a:cubicBezTo>
                <a:lnTo>
                  <a:pt x="1897624" y="1701891"/>
                </a:lnTo>
                <a:cubicBezTo>
                  <a:pt x="1897743" y="1701655"/>
                  <a:pt x="1898275" y="1701536"/>
                  <a:pt x="1898275" y="1701536"/>
                </a:cubicBezTo>
                <a:close/>
                <a:moveTo>
                  <a:pt x="3452934" y="1699997"/>
                </a:moveTo>
                <a:lnTo>
                  <a:pt x="3465194" y="1699997"/>
                </a:lnTo>
                <a:cubicBezTo>
                  <a:pt x="3465549" y="1699997"/>
                  <a:pt x="3465964" y="1700411"/>
                  <a:pt x="3465964" y="1700411"/>
                </a:cubicBezTo>
                <a:lnTo>
                  <a:pt x="3472064" y="1711013"/>
                </a:lnTo>
                <a:cubicBezTo>
                  <a:pt x="3472242" y="1711309"/>
                  <a:pt x="3472064" y="1711901"/>
                  <a:pt x="3472064" y="1711901"/>
                </a:cubicBezTo>
                <a:lnTo>
                  <a:pt x="3465905" y="1722502"/>
                </a:lnTo>
                <a:cubicBezTo>
                  <a:pt x="3465727" y="1722739"/>
                  <a:pt x="3465431" y="1722917"/>
                  <a:pt x="3465135" y="1722917"/>
                </a:cubicBezTo>
                <a:lnTo>
                  <a:pt x="3452875" y="1722917"/>
                </a:lnTo>
                <a:cubicBezTo>
                  <a:pt x="3452520" y="1722917"/>
                  <a:pt x="3452105" y="1722502"/>
                  <a:pt x="3452105" y="1722502"/>
                </a:cubicBezTo>
                <a:lnTo>
                  <a:pt x="3446005" y="1711901"/>
                </a:lnTo>
                <a:cubicBezTo>
                  <a:pt x="3445828" y="1711605"/>
                  <a:pt x="3446005" y="1711013"/>
                  <a:pt x="3446005" y="1711013"/>
                </a:cubicBezTo>
                <a:lnTo>
                  <a:pt x="3452164" y="1700411"/>
                </a:lnTo>
                <a:cubicBezTo>
                  <a:pt x="3452342" y="1700174"/>
                  <a:pt x="3452638" y="1699997"/>
                  <a:pt x="3452934" y="1699997"/>
                </a:cubicBezTo>
                <a:close/>
                <a:moveTo>
                  <a:pt x="4196741" y="1699641"/>
                </a:moveTo>
                <a:lnTo>
                  <a:pt x="4209297" y="1699641"/>
                </a:lnTo>
                <a:cubicBezTo>
                  <a:pt x="4209594" y="1699641"/>
                  <a:pt x="4210067" y="1700115"/>
                  <a:pt x="4210067" y="1700115"/>
                </a:cubicBezTo>
                <a:lnTo>
                  <a:pt x="4216345" y="1711012"/>
                </a:lnTo>
                <a:cubicBezTo>
                  <a:pt x="4216523" y="1711308"/>
                  <a:pt x="4216345" y="1711900"/>
                  <a:pt x="4216345" y="1711900"/>
                </a:cubicBezTo>
                <a:lnTo>
                  <a:pt x="4210067" y="1722798"/>
                </a:lnTo>
                <a:cubicBezTo>
                  <a:pt x="4209890" y="1723094"/>
                  <a:pt x="4209594" y="1723272"/>
                  <a:pt x="4209297" y="1723272"/>
                </a:cubicBezTo>
                <a:lnTo>
                  <a:pt x="4196741" y="1723272"/>
                </a:lnTo>
                <a:cubicBezTo>
                  <a:pt x="4196446" y="1723272"/>
                  <a:pt x="4195972" y="1722798"/>
                  <a:pt x="4195972" y="1722798"/>
                </a:cubicBezTo>
                <a:lnTo>
                  <a:pt x="4189694" y="1711900"/>
                </a:lnTo>
                <a:cubicBezTo>
                  <a:pt x="4189516" y="1711604"/>
                  <a:pt x="4189694" y="1711012"/>
                  <a:pt x="4189694" y="1711012"/>
                </a:cubicBezTo>
                <a:lnTo>
                  <a:pt x="4195972" y="1700115"/>
                </a:lnTo>
                <a:cubicBezTo>
                  <a:pt x="4196149" y="1699818"/>
                  <a:pt x="4196446" y="1699641"/>
                  <a:pt x="4196741" y="1699641"/>
                </a:cubicBezTo>
                <a:close/>
                <a:moveTo>
                  <a:pt x="3385062" y="1699464"/>
                </a:moveTo>
                <a:lnTo>
                  <a:pt x="3397855" y="1699464"/>
                </a:lnTo>
                <a:cubicBezTo>
                  <a:pt x="3398151" y="1699464"/>
                  <a:pt x="3398625" y="1699938"/>
                  <a:pt x="3398625" y="1699938"/>
                </a:cubicBezTo>
                <a:lnTo>
                  <a:pt x="3405021" y="1711013"/>
                </a:lnTo>
                <a:cubicBezTo>
                  <a:pt x="3405199" y="1711250"/>
                  <a:pt x="3405021" y="1711901"/>
                  <a:pt x="3405021" y="1711901"/>
                </a:cubicBezTo>
                <a:lnTo>
                  <a:pt x="3398625" y="1722976"/>
                </a:lnTo>
                <a:cubicBezTo>
                  <a:pt x="3398447" y="1723273"/>
                  <a:pt x="3398151" y="1723450"/>
                  <a:pt x="3397855" y="1723450"/>
                </a:cubicBezTo>
                <a:lnTo>
                  <a:pt x="3385062" y="1723450"/>
                </a:lnTo>
                <a:cubicBezTo>
                  <a:pt x="3384766" y="1723450"/>
                  <a:pt x="3384292" y="1722976"/>
                  <a:pt x="3384292" y="1722976"/>
                </a:cubicBezTo>
                <a:lnTo>
                  <a:pt x="3377896" y="1711901"/>
                </a:lnTo>
                <a:cubicBezTo>
                  <a:pt x="3377719" y="1711664"/>
                  <a:pt x="3377896" y="1711013"/>
                  <a:pt x="3377896" y="1711013"/>
                </a:cubicBezTo>
                <a:lnTo>
                  <a:pt x="3384292" y="1699938"/>
                </a:lnTo>
                <a:cubicBezTo>
                  <a:pt x="3384470" y="1699642"/>
                  <a:pt x="3384766" y="1699464"/>
                  <a:pt x="3385062" y="1699464"/>
                </a:cubicBezTo>
                <a:close/>
                <a:moveTo>
                  <a:pt x="3316420" y="1697568"/>
                </a:moveTo>
                <a:lnTo>
                  <a:pt x="3331227" y="1697568"/>
                </a:lnTo>
                <a:cubicBezTo>
                  <a:pt x="3331582" y="1697568"/>
                  <a:pt x="3331938" y="1697805"/>
                  <a:pt x="3332115" y="1698101"/>
                </a:cubicBezTo>
                <a:lnTo>
                  <a:pt x="3339518" y="1710894"/>
                </a:lnTo>
                <a:cubicBezTo>
                  <a:pt x="3339696" y="1711249"/>
                  <a:pt x="3339696" y="1711664"/>
                  <a:pt x="3339518" y="1711960"/>
                </a:cubicBezTo>
                <a:lnTo>
                  <a:pt x="3332115" y="1724752"/>
                </a:lnTo>
                <a:cubicBezTo>
                  <a:pt x="3331938" y="1725108"/>
                  <a:pt x="3331582" y="1725285"/>
                  <a:pt x="3331227" y="1725285"/>
                </a:cubicBezTo>
                <a:lnTo>
                  <a:pt x="3316420" y="1725285"/>
                </a:lnTo>
                <a:cubicBezTo>
                  <a:pt x="3316065" y="1725285"/>
                  <a:pt x="3315710" y="1725049"/>
                  <a:pt x="3315533" y="1724752"/>
                </a:cubicBezTo>
                <a:lnTo>
                  <a:pt x="3308129" y="1711960"/>
                </a:lnTo>
                <a:cubicBezTo>
                  <a:pt x="3307952" y="1711604"/>
                  <a:pt x="3307952" y="1711190"/>
                  <a:pt x="3308129" y="1710894"/>
                </a:cubicBezTo>
                <a:lnTo>
                  <a:pt x="3315533" y="1698101"/>
                </a:lnTo>
                <a:cubicBezTo>
                  <a:pt x="3315710" y="1697746"/>
                  <a:pt x="3316065" y="1697568"/>
                  <a:pt x="3316420" y="1697568"/>
                </a:cubicBezTo>
                <a:close/>
                <a:moveTo>
                  <a:pt x="746110" y="1696976"/>
                </a:moveTo>
                <a:lnTo>
                  <a:pt x="761568" y="1696976"/>
                </a:lnTo>
                <a:cubicBezTo>
                  <a:pt x="761983" y="1696976"/>
                  <a:pt x="762338" y="1697153"/>
                  <a:pt x="762515" y="1697509"/>
                </a:cubicBezTo>
                <a:lnTo>
                  <a:pt x="770215" y="1710894"/>
                </a:lnTo>
                <a:cubicBezTo>
                  <a:pt x="770393" y="1711190"/>
                  <a:pt x="770393" y="1711604"/>
                  <a:pt x="770215" y="1711960"/>
                </a:cubicBezTo>
                <a:lnTo>
                  <a:pt x="762457" y="1725345"/>
                </a:lnTo>
                <a:cubicBezTo>
                  <a:pt x="762279" y="1725641"/>
                  <a:pt x="761864" y="1725878"/>
                  <a:pt x="761509" y="1725878"/>
                </a:cubicBezTo>
                <a:lnTo>
                  <a:pt x="746051" y="1725878"/>
                </a:lnTo>
                <a:cubicBezTo>
                  <a:pt x="745636" y="1725878"/>
                  <a:pt x="745281" y="1725700"/>
                  <a:pt x="745104" y="1725345"/>
                </a:cubicBezTo>
                <a:lnTo>
                  <a:pt x="737404" y="1711960"/>
                </a:lnTo>
                <a:cubicBezTo>
                  <a:pt x="737227" y="1711664"/>
                  <a:pt x="737227" y="1711249"/>
                  <a:pt x="737404" y="1710894"/>
                </a:cubicBezTo>
                <a:lnTo>
                  <a:pt x="745163" y="1697509"/>
                </a:lnTo>
                <a:cubicBezTo>
                  <a:pt x="745340" y="1697213"/>
                  <a:pt x="745755" y="1696976"/>
                  <a:pt x="746110" y="1696976"/>
                </a:cubicBezTo>
                <a:close/>
                <a:moveTo>
                  <a:pt x="4465387" y="1696266"/>
                </a:moveTo>
                <a:lnTo>
                  <a:pt x="4481615" y="1696266"/>
                </a:lnTo>
                <a:cubicBezTo>
                  <a:pt x="4482030" y="1696266"/>
                  <a:pt x="4482385" y="1696503"/>
                  <a:pt x="4482622" y="1696858"/>
                </a:cubicBezTo>
                <a:lnTo>
                  <a:pt x="4490736" y="1710894"/>
                </a:lnTo>
                <a:cubicBezTo>
                  <a:pt x="4490973" y="1711250"/>
                  <a:pt x="4490973" y="1711664"/>
                  <a:pt x="4490736" y="1712020"/>
                </a:cubicBezTo>
                <a:lnTo>
                  <a:pt x="4482622" y="1726056"/>
                </a:lnTo>
                <a:cubicBezTo>
                  <a:pt x="4482385" y="1726411"/>
                  <a:pt x="4482030" y="1726649"/>
                  <a:pt x="4481615" y="1726649"/>
                </a:cubicBezTo>
                <a:lnTo>
                  <a:pt x="4465387" y="1726649"/>
                </a:lnTo>
                <a:cubicBezTo>
                  <a:pt x="4464973" y="1726649"/>
                  <a:pt x="4464618" y="1726411"/>
                  <a:pt x="4464381" y="1726056"/>
                </a:cubicBezTo>
                <a:lnTo>
                  <a:pt x="4456267" y="1712020"/>
                </a:lnTo>
                <a:cubicBezTo>
                  <a:pt x="4456030" y="1711664"/>
                  <a:pt x="4456030" y="1711250"/>
                  <a:pt x="4456267" y="1710894"/>
                </a:cubicBezTo>
                <a:lnTo>
                  <a:pt x="4464381" y="1696858"/>
                </a:lnTo>
                <a:cubicBezTo>
                  <a:pt x="4464618" y="1696503"/>
                  <a:pt x="4464973" y="1696266"/>
                  <a:pt x="4465387" y="1696266"/>
                </a:cubicBezTo>
                <a:close/>
                <a:moveTo>
                  <a:pt x="3518378" y="1695851"/>
                </a:moveTo>
                <a:lnTo>
                  <a:pt x="3535020" y="1695851"/>
                </a:lnTo>
                <a:cubicBezTo>
                  <a:pt x="3535435" y="1695851"/>
                  <a:pt x="3535790" y="1696088"/>
                  <a:pt x="3536027" y="1696443"/>
                </a:cubicBezTo>
                <a:lnTo>
                  <a:pt x="3544378" y="1710894"/>
                </a:lnTo>
                <a:cubicBezTo>
                  <a:pt x="3544615" y="1711249"/>
                  <a:pt x="3544615" y="1711723"/>
                  <a:pt x="3544378" y="1712079"/>
                </a:cubicBezTo>
                <a:lnTo>
                  <a:pt x="3536027" y="1726530"/>
                </a:lnTo>
                <a:cubicBezTo>
                  <a:pt x="3535849" y="1726885"/>
                  <a:pt x="3535435" y="1727122"/>
                  <a:pt x="3535020" y="1727122"/>
                </a:cubicBezTo>
                <a:lnTo>
                  <a:pt x="3518378" y="1727122"/>
                </a:lnTo>
                <a:cubicBezTo>
                  <a:pt x="3517963" y="1727122"/>
                  <a:pt x="3517608" y="1726885"/>
                  <a:pt x="3517371" y="1726530"/>
                </a:cubicBezTo>
                <a:lnTo>
                  <a:pt x="3509020" y="1712079"/>
                </a:lnTo>
                <a:cubicBezTo>
                  <a:pt x="3508784" y="1711723"/>
                  <a:pt x="3508784" y="1711249"/>
                  <a:pt x="3509020" y="1710894"/>
                </a:cubicBezTo>
                <a:lnTo>
                  <a:pt x="3517371" y="1696443"/>
                </a:lnTo>
                <a:cubicBezTo>
                  <a:pt x="3517549" y="1696088"/>
                  <a:pt x="3517963" y="1695851"/>
                  <a:pt x="3518378" y="1695851"/>
                </a:cubicBezTo>
                <a:close/>
                <a:moveTo>
                  <a:pt x="4397397" y="1695555"/>
                </a:moveTo>
                <a:lnTo>
                  <a:pt x="4414394" y="1695555"/>
                </a:lnTo>
                <a:cubicBezTo>
                  <a:pt x="4414869" y="1695555"/>
                  <a:pt x="4415224" y="1695792"/>
                  <a:pt x="4415461" y="1696147"/>
                </a:cubicBezTo>
                <a:lnTo>
                  <a:pt x="4423929" y="1710894"/>
                </a:lnTo>
                <a:cubicBezTo>
                  <a:pt x="4424167" y="1711249"/>
                  <a:pt x="4424167" y="1711723"/>
                  <a:pt x="4423929" y="1712079"/>
                </a:cubicBezTo>
                <a:lnTo>
                  <a:pt x="4415401" y="1726826"/>
                </a:lnTo>
                <a:cubicBezTo>
                  <a:pt x="4415164" y="1727181"/>
                  <a:pt x="4414750" y="1727418"/>
                  <a:pt x="4414335" y="1727418"/>
                </a:cubicBezTo>
                <a:lnTo>
                  <a:pt x="4397337" y="1727418"/>
                </a:lnTo>
                <a:cubicBezTo>
                  <a:pt x="4396864" y="1727418"/>
                  <a:pt x="4396509" y="1727181"/>
                  <a:pt x="4396272" y="1726826"/>
                </a:cubicBezTo>
                <a:lnTo>
                  <a:pt x="4387802" y="1712079"/>
                </a:lnTo>
                <a:cubicBezTo>
                  <a:pt x="4387566" y="1711723"/>
                  <a:pt x="4387566" y="1711249"/>
                  <a:pt x="4387802" y="1710894"/>
                </a:cubicBezTo>
                <a:lnTo>
                  <a:pt x="4396331" y="1696147"/>
                </a:lnTo>
                <a:cubicBezTo>
                  <a:pt x="4396568" y="1695792"/>
                  <a:pt x="4396982" y="1695555"/>
                  <a:pt x="4397397" y="1695555"/>
                </a:cubicBezTo>
                <a:close/>
                <a:moveTo>
                  <a:pt x="677588" y="1695318"/>
                </a:moveTo>
                <a:lnTo>
                  <a:pt x="694822" y="1695318"/>
                </a:lnTo>
                <a:cubicBezTo>
                  <a:pt x="695237" y="1695318"/>
                  <a:pt x="695651" y="1695555"/>
                  <a:pt x="695888" y="1695910"/>
                </a:cubicBezTo>
                <a:lnTo>
                  <a:pt x="704476" y="1710835"/>
                </a:lnTo>
                <a:cubicBezTo>
                  <a:pt x="704713" y="1711250"/>
                  <a:pt x="704713" y="1711723"/>
                  <a:pt x="704476" y="1712079"/>
                </a:cubicBezTo>
                <a:lnTo>
                  <a:pt x="695829" y="1727004"/>
                </a:lnTo>
                <a:cubicBezTo>
                  <a:pt x="695592" y="1727359"/>
                  <a:pt x="695177" y="1727596"/>
                  <a:pt x="694763" y="1727596"/>
                </a:cubicBezTo>
                <a:lnTo>
                  <a:pt x="677528" y="1727596"/>
                </a:lnTo>
                <a:cubicBezTo>
                  <a:pt x="677114" y="1727596"/>
                  <a:pt x="676699" y="1727359"/>
                  <a:pt x="676462" y="1727004"/>
                </a:cubicBezTo>
                <a:lnTo>
                  <a:pt x="667875" y="1712079"/>
                </a:lnTo>
                <a:cubicBezTo>
                  <a:pt x="667638" y="1711664"/>
                  <a:pt x="667638" y="1711190"/>
                  <a:pt x="667875" y="1710835"/>
                </a:cubicBezTo>
                <a:lnTo>
                  <a:pt x="676522" y="1695910"/>
                </a:lnTo>
                <a:cubicBezTo>
                  <a:pt x="676758" y="1695555"/>
                  <a:pt x="677173" y="1695318"/>
                  <a:pt x="677588" y="1695318"/>
                </a:cubicBezTo>
                <a:close/>
                <a:moveTo>
                  <a:pt x="4532489" y="1695200"/>
                </a:moveTo>
                <a:lnTo>
                  <a:pt x="4549841" y="1695200"/>
                </a:lnTo>
                <a:cubicBezTo>
                  <a:pt x="4550256" y="1695200"/>
                  <a:pt x="4550671" y="1695437"/>
                  <a:pt x="4550908" y="1695792"/>
                </a:cubicBezTo>
                <a:lnTo>
                  <a:pt x="4559554" y="1710776"/>
                </a:lnTo>
                <a:cubicBezTo>
                  <a:pt x="4559792" y="1711190"/>
                  <a:pt x="4559792" y="1711664"/>
                  <a:pt x="4559554" y="1712020"/>
                </a:cubicBezTo>
                <a:lnTo>
                  <a:pt x="4550908" y="1727004"/>
                </a:lnTo>
                <a:cubicBezTo>
                  <a:pt x="4550671" y="1727359"/>
                  <a:pt x="4550256" y="1727596"/>
                  <a:pt x="4549841" y="1727596"/>
                </a:cubicBezTo>
                <a:lnTo>
                  <a:pt x="4532489" y="1727596"/>
                </a:lnTo>
                <a:cubicBezTo>
                  <a:pt x="4532074" y="1727596"/>
                  <a:pt x="4531660" y="1727359"/>
                  <a:pt x="4531422" y="1727004"/>
                </a:cubicBezTo>
                <a:lnTo>
                  <a:pt x="4522776" y="1712020"/>
                </a:lnTo>
                <a:cubicBezTo>
                  <a:pt x="4522539" y="1711605"/>
                  <a:pt x="4522539" y="1711131"/>
                  <a:pt x="4522776" y="1710776"/>
                </a:cubicBezTo>
                <a:lnTo>
                  <a:pt x="4531422" y="1695792"/>
                </a:lnTo>
                <a:cubicBezTo>
                  <a:pt x="4531660" y="1695437"/>
                  <a:pt x="4532074" y="1695200"/>
                  <a:pt x="4532489" y="1695200"/>
                </a:cubicBezTo>
                <a:close/>
                <a:moveTo>
                  <a:pt x="4600065" y="1695140"/>
                </a:moveTo>
                <a:lnTo>
                  <a:pt x="4617536" y="1695140"/>
                </a:lnTo>
                <a:cubicBezTo>
                  <a:pt x="4617951" y="1695140"/>
                  <a:pt x="4618365" y="1695377"/>
                  <a:pt x="4618603" y="1695732"/>
                </a:cubicBezTo>
                <a:lnTo>
                  <a:pt x="4627309" y="1710834"/>
                </a:lnTo>
                <a:cubicBezTo>
                  <a:pt x="4627545" y="1711249"/>
                  <a:pt x="4627545" y="1711723"/>
                  <a:pt x="4627309" y="1712078"/>
                </a:cubicBezTo>
                <a:lnTo>
                  <a:pt x="4618603" y="1727181"/>
                </a:lnTo>
                <a:cubicBezTo>
                  <a:pt x="4618365" y="1727536"/>
                  <a:pt x="4617951" y="1727773"/>
                  <a:pt x="4617536" y="1727773"/>
                </a:cubicBezTo>
                <a:lnTo>
                  <a:pt x="4600065" y="1727773"/>
                </a:lnTo>
                <a:cubicBezTo>
                  <a:pt x="4599650" y="1727773"/>
                  <a:pt x="4599236" y="1727536"/>
                  <a:pt x="4598999" y="1727181"/>
                </a:cubicBezTo>
                <a:lnTo>
                  <a:pt x="4590293" y="1712078"/>
                </a:lnTo>
                <a:cubicBezTo>
                  <a:pt x="4590056" y="1711664"/>
                  <a:pt x="4590056" y="1711190"/>
                  <a:pt x="4590293" y="1710834"/>
                </a:cubicBezTo>
                <a:lnTo>
                  <a:pt x="4598999" y="1695732"/>
                </a:lnTo>
                <a:cubicBezTo>
                  <a:pt x="4599236" y="1695377"/>
                  <a:pt x="4599650" y="1695140"/>
                  <a:pt x="4600065" y="1695140"/>
                </a:cubicBezTo>
                <a:close/>
                <a:moveTo>
                  <a:pt x="4329465" y="1694903"/>
                </a:moveTo>
                <a:lnTo>
                  <a:pt x="4347114" y="1694903"/>
                </a:lnTo>
                <a:cubicBezTo>
                  <a:pt x="4347529" y="1694903"/>
                  <a:pt x="4347943" y="1695199"/>
                  <a:pt x="4348180" y="1695555"/>
                </a:cubicBezTo>
                <a:lnTo>
                  <a:pt x="4357005" y="1710835"/>
                </a:lnTo>
                <a:cubicBezTo>
                  <a:pt x="4357242" y="1711190"/>
                  <a:pt x="4357242" y="1711723"/>
                  <a:pt x="4357005" y="1712078"/>
                </a:cubicBezTo>
                <a:lnTo>
                  <a:pt x="4348180" y="1727359"/>
                </a:lnTo>
                <a:cubicBezTo>
                  <a:pt x="4347943" y="1727773"/>
                  <a:pt x="4347529" y="1728010"/>
                  <a:pt x="4347114" y="1728010"/>
                </a:cubicBezTo>
                <a:lnTo>
                  <a:pt x="4329465" y="1728010"/>
                </a:lnTo>
                <a:cubicBezTo>
                  <a:pt x="4329051" y="1728010"/>
                  <a:pt x="4328636" y="1727714"/>
                  <a:pt x="4328400" y="1727359"/>
                </a:cubicBezTo>
                <a:lnTo>
                  <a:pt x="4319574" y="1712078"/>
                </a:lnTo>
                <a:cubicBezTo>
                  <a:pt x="4319338" y="1711723"/>
                  <a:pt x="4319338" y="1711190"/>
                  <a:pt x="4319574" y="1710835"/>
                </a:cubicBezTo>
                <a:lnTo>
                  <a:pt x="4328400" y="1695555"/>
                </a:lnTo>
                <a:cubicBezTo>
                  <a:pt x="4328636" y="1695140"/>
                  <a:pt x="4329051" y="1694903"/>
                  <a:pt x="4329465" y="1694903"/>
                </a:cubicBezTo>
                <a:close/>
                <a:moveTo>
                  <a:pt x="4261772" y="1694785"/>
                </a:moveTo>
                <a:lnTo>
                  <a:pt x="4279540" y="1694785"/>
                </a:lnTo>
                <a:cubicBezTo>
                  <a:pt x="4279954" y="1694785"/>
                  <a:pt x="4280368" y="1695022"/>
                  <a:pt x="4280605" y="1695436"/>
                </a:cubicBezTo>
                <a:lnTo>
                  <a:pt x="4289489" y="1710835"/>
                </a:lnTo>
                <a:cubicBezTo>
                  <a:pt x="4289726" y="1711190"/>
                  <a:pt x="4289726" y="1711664"/>
                  <a:pt x="4289489" y="1712079"/>
                </a:cubicBezTo>
                <a:lnTo>
                  <a:pt x="4280605" y="1727477"/>
                </a:lnTo>
                <a:cubicBezTo>
                  <a:pt x="4280368" y="1727892"/>
                  <a:pt x="4279954" y="1728129"/>
                  <a:pt x="4279540" y="1728129"/>
                </a:cubicBezTo>
                <a:lnTo>
                  <a:pt x="4261772" y="1728129"/>
                </a:lnTo>
                <a:cubicBezTo>
                  <a:pt x="4261357" y="1728129"/>
                  <a:pt x="4260943" y="1727892"/>
                  <a:pt x="4260706" y="1727477"/>
                </a:cubicBezTo>
                <a:lnTo>
                  <a:pt x="4251822" y="1712079"/>
                </a:lnTo>
                <a:cubicBezTo>
                  <a:pt x="4251585" y="1711723"/>
                  <a:pt x="4251585" y="1711249"/>
                  <a:pt x="4251822" y="1710835"/>
                </a:cubicBezTo>
                <a:lnTo>
                  <a:pt x="4260706" y="1695436"/>
                </a:lnTo>
                <a:cubicBezTo>
                  <a:pt x="4260943" y="1695022"/>
                  <a:pt x="4261357" y="1694785"/>
                  <a:pt x="4261772" y="1694785"/>
                </a:cubicBezTo>
                <a:close/>
                <a:moveTo>
                  <a:pt x="609478" y="1694488"/>
                </a:moveTo>
                <a:lnTo>
                  <a:pt x="627601" y="1694488"/>
                </a:lnTo>
                <a:cubicBezTo>
                  <a:pt x="628075" y="1694488"/>
                  <a:pt x="628490" y="1694725"/>
                  <a:pt x="628727" y="1695140"/>
                </a:cubicBezTo>
                <a:lnTo>
                  <a:pt x="637788" y="1710834"/>
                </a:lnTo>
                <a:cubicBezTo>
                  <a:pt x="638025" y="1711249"/>
                  <a:pt x="638025" y="1711723"/>
                  <a:pt x="637788" y="1712137"/>
                </a:cubicBezTo>
                <a:lnTo>
                  <a:pt x="628727" y="1727832"/>
                </a:lnTo>
                <a:cubicBezTo>
                  <a:pt x="628490" y="1728246"/>
                  <a:pt x="628075" y="1728484"/>
                  <a:pt x="627601" y="1728484"/>
                </a:cubicBezTo>
                <a:lnTo>
                  <a:pt x="609478" y="1728484"/>
                </a:lnTo>
                <a:cubicBezTo>
                  <a:pt x="609005" y="1728484"/>
                  <a:pt x="608590" y="1728246"/>
                  <a:pt x="608353" y="1727832"/>
                </a:cubicBezTo>
                <a:lnTo>
                  <a:pt x="599292" y="1712137"/>
                </a:lnTo>
                <a:cubicBezTo>
                  <a:pt x="599055" y="1711723"/>
                  <a:pt x="599055" y="1711249"/>
                  <a:pt x="599292" y="1710834"/>
                </a:cubicBezTo>
                <a:lnTo>
                  <a:pt x="608353" y="1695140"/>
                </a:lnTo>
                <a:cubicBezTo>
                  <a:pt x="608590" y="1694725"/>
                  <a:pt x="609005" y="1694488"/>
                  <a:pt x="609478" y="1694488"/>
                </a:cubicBezTo>
                <a:close/>
                <a:moveTo>
                  <a:pt x="812325" y="1694370"/>
                </a:moveTo>
                <a:lnTo>
                  <a:pt x="830566" y="1694370"/>
                </a:lnTo>
                <a:cubicBezTo>
                  <a:pt x="831040" y="1694370"/>
                  <a:pt x="831454" y="1694607"/>
                  <a:pt x="831691" y="1695021"/>
                </a:cubicBezTo>
                <a:lnTo>
                  <a:pt x="840812" y="1710775"/>
                </a:lnTo>
                <a:cubicBezTo>
                  <a:pt x="841049" y="1711190"/>
                  <a:pt x="841049" y="1711664"/>
                  <a:pt x="840812" y="1712078"/>
                </a:cubicBezTo>
                <a:lnTo>
                  <a:pt x="831691" y="1727832"/>
                </a:lnTo>
                <a:cubicBezTo>
                  <a:pt x="831454" y="1728247"/>
                  <a:pt x="831040" y="1728484"/>
                  <a:pt x="830566" y="1728484"/>
                </a:cubicBezTo>
                <a:lnTo>
                  <a:pt x="812325" y="1728484"/>
                </a:lnTo>
                <a:cubicBezTo>
                  <a:pt x="811851" y="1728484"/>
                  <a:pt x="811436" y="1728247"/>
                  <a:pt x="811199" y="1727832"/>
                </a:cubicBezTo>
                <a:lnTo>
                  <a:pt x="802079" y="1712078"/>
                </a:lnTo>
                <a:cubicBezTo>
                  <a:pt x="801842" y="1711664"/>
                  <a:pt x="801842" y="1711190"/>
                  <a:pt x="802079" y="1710775"/>
                </a:cubicBezTo>
                <a:lnTo>
                  <a:pt x="811199" y="1695021"/>
                </a:lnTo>
                <a:cubicBezTo>
                  <a:pt x="811436" y="1694607"/>
                  <a:pt x="811851" y="1694370"/>
                  <a:pt x="812325" y="1694370"/>
                </a:cubicBezTo>
                <a:close/>
                <a:moveTo>
                  <a:pt x="3246949" y="1694192"/>
                </a:moveTo>
                <a:lnTo>
                  <a:pt x="3265368" y="1694192"/>
                </a:lnTo>
                <a:cubicBezTo>
                  <a:pt x="3265842" y="1694192"/>
                  <a:pt x="3266256" y="1694429"/>
                  <a:pt x="3266493" y="1694843"/>
                </a:cubicBezTo>
                <a:lnTo>
                  <a:pt x="3275732" y="1710834"/>
                </a:lnTo>
                <a:cubicBezTo>
                  <a:pt x="3275969" y="1711249"/>
                  <a:pt x="3275969" y="1711723"/>
                  <a:pt x="3275732" y="1712137"/>
                </a:cubicBezTo>
                <a:lnTo>
                  <a:pt x="3266493" y="1728128"/>
                </a:lnTo>
                <a:cubicBezTo>
                  <a:pt x="3266256" y="1728542"/>
                  <a:pt x="3265842" y="1728780"/>
                  <a:pt x="3265368" y="1728780"/>
                </a:cubicBezTo>
                <a:lnTo>
                  <a:pt x="3246949" y="1728780"/>
                </a:lnTo>
                <a:cubicBezTo>
                  <a:pt x="3246475" y="1728780"/>
                  <a:pt x="3246061" y="1728542"/>
                  <a:pt x="3245824" y="1728128"/>
                </a:cubicBezTo>
                <a:lnTo>
                  <a:pt x="3236584" y="1712137"/>
                </a:lnTo>
                <a:cubicBezTo>
                  <a:pt x="3236348" y="1711723"/>
                  <a:pt x="3236348" y="1711249"/>
                  <a:pt x="3236584" y="1710834"/>
                </a:cubicBezTo>
                <a:lnTo>
                  <a:pt x="3245824" y="1694843"/>
                </a:lnTo>
                <a:cubicBezTo>
                  <a:pt x="3246061" y="1694429"/>
                  <a:pt x="3246475" y="1694192"/>
                  <a:pt x="3246949" y="1694192"/>
                </a:cubicBezTo>
                <a:close/>
                <a:moveTo>
                  <a:pt x="1826554" y="1693896"/>
                </a:moveTo>
                <a:lnTo>
                  <a:pt x="1845328" y="1693896"/>
                </a:lnTo>
                <a:cubicBezTo>
                  <a:pt x="1845802" y="1693896"/>
                  <a:pt x="1846217" y="1694133"/>
                  <a:pt x="1846453" y="1694547"/>
                </a:cubicBezTo>
                <a:lnTo>
                  <a:pt x="1855811" y="1710775"/>
                </a:lnTo>
                <a:cubicBezTo>
                  <a:pt x="1856048" y="1711130"/>
                  <a:pt x="1856048" y="1711664"/>
                  <a:pt x="1855811" y="1712078"/>
                </a:cubicBezTo>
                <a:lnTo>
                  <a:pt x="1846394" y="1728306"/>
                </a:lnTo>
                <a:cubicBezTo>
                  <a:pt x="1846157" y="1728720"/>
                  <a:pt x="1845743" y="1728957"/>
                  <a:pt x="1845269" y="1728957"/>
                </a:cubicBezTo>
                <a:lnTo>
                  <a:pt x="1826495" y="1728957"/>
                </a:lnTo>
                <a:cubicBezTo>
                  <a:pt x="1826021" y="1728957"/>
                  <a:pt x="1825606" y="1728720"/>
                  <a:pt x="1825369" y="1728306"/>
                </a:cubicBezTo>
                <a:lnTo>
                  <a:pt x="1816012" y="1712078"/>
                </a:lnTo>
                <a:cubicBezTo>
                  <a:pt x="1815775" y="1711723"/>
                  <a:pt x="1815775" y="1711190"/>
                  <a:pt x="1816012" y="1710775"/>
                </a:cubicBezTo>
                <a:lnTo>
                  <a:pt x="1825429" y="1694547"/>
                </a:lnTo>
                <a:cubicBezTo>
                  <a:pt x="1825665" y="1694133"/>
                  <a:pt x="1826080" y="1693896"/>
                  <a:pt x="1826554" y="1693896"/>
                </a:cubicBezTo>
                <a:close/>
                <a:moveTo>
                  <a:pt x="879723" y="1693896"/>
                </a:moveTo>
                <a:lnTo>
                  <a:pt x="898497" y="1693896"/>
                </a:lnTo>
                <a:cubicBezTo>
                  <a:pt x="898971" y="1693896"/>
                  <a:pt x="899386" y="1694133"/>
                  <a:pt x="899622" y="1694547"/>
                </a:cubicBezTo>
                <a:lnTo>
                  <a:pt x="908980" y="1710775"/>
                </a:lnTo>
                <a:cubicBezTo>
                  <a:pt x="909217" y="1711130"/>
                  <a:pt x="909217" y="1711664"/>
                  <a:pt x="908980" y="1712078"/>
                </a:cubicBezTo>
                <a:lnTo>
                  <a:pt x="899563" y="1728306"/>
                </a:lnTo>
                <a:cubicBezTo>
                  <a:pt x="899326" y="1728720"/>
                  <a:pt x="898912" y="1728957"/>
                  <a:pt x="898438" y="1728957"/>
                </a:cubicBezTo>
                <a:lnTo>
                  <a:pt x="879664" y="1728957"/>
                </a:lnTo>
                <a:cubicBezTo>
                  <a:pt x="879190" y="1728957"/>
                  <a:pt x="878775" y="1728720"/>
                  <a:pt x="878538" y="1728306"/>
                </a:cubicBezTo>
                <a:lnTo>
                  <a:pt x="869181" y="1712078"/>
                </a:lnTo>
                <a:cubicBezTo>
                  <a:pt x="868944" y="1711723"/>
                  <a:pt x="868944" y="1711190"/>
                  <a:pt x="869181" y="1710775"/>
                </a:cubicBezTo>
                <a:lnTo>
                  <a:pt x="878598" y="1694547"/>
                </a:lnTo>
                <a:cubicBezTo>
                  <a:pt x="878834" y="1694133"/>
                  <a:pt x="879249" y="1693896"/>
                  <a:pt x="879723" y="1693896"/>
                </a:cubicBezTo>
                <a:close/>
                <a:moveTo>
                  <a:pt x="947299" y="1693778"/>
                </a:moveTo>
                <a:lnTo>
                  <a:pt x="966192" y="1693778"/>
                </a:lnTo>
                <a:cubicBezTo>
                  <a:pt x="966606" y="1693778"/>
                  <a:pt x="967080" y="1694015"/>
                  <a:pt x="967317" y="1694430"/>
                </a:cubicBezTo>
                <a:lnTo>
                  <a:pt x="976734" y="1710776"/>
                </a:lnTo>
                <a:cubicBezTo>
                  <a:pt x="976971" y="1711190"/>
                  <a:pt x="976971" y="1711723"/>
                  <a:pt x="976734" y="1712138"/>
                </a:cubicBezTo>
                <a:lnTo>
                  <a:pt x="967317" y="1728484"/>
                </a:lnTo>
                <a:cubicBezTo>
                  <a:pt x="967080" y="1728898"/>
                  <a:pt x="966665" y="1729136"/>
                  <a:pt x="966192" y="1729136"/>
                </a:cubicBezTo>
                <a:lnTo>
                  <a:pt x="947299" y="1729136"/>
                </a:lnTo>
                <a:cubicBezTo>
                  <a:pt x="946884" y="1729136"/>
                  <a:pt x="946411" y="1728898"/>
                  <a:pt x="946173" y="1728484"/>
                </a:cubicBezTo>
                <a:lnTo>
                  <a:pt x="936757" y="1712138"/>
                </a:lnTo>
                <a:cubicBezTo>
                  <a:pt x="936520" y="1711723"/>
                  <a:pt x="936520" y="1711190"/>
                  <a:pt x="936757" y="1710776"/>
                </a:cubicBezTo>
                <a:lnTo>
                  <a:pt x="946173" y="1694430"/>
                </a:lnTo>
                <a:cubicBezTo>
                  <a:pt x="946411" y="1694015"/>
                  <a:pt x="946825" y="1693778"/>
                  <a:pt x="947299" y="1693778"/>
                </a:cubicBezTo>
                <a:close/>
                <a:moveTo>
                  <a:pt x="1014815" y="1693541"/>
                </a:moveTo>
                <a:lnTo>
                  <a:pt x="1033885" y="1693541"/>
                </a:lnTo>
                <a:cubicBezTo>
                  <a:pt x="1034359" y="1693541"/>
                  <a:pt x="1034833" y="1693778"/>
                  <a:pt x="1035069" y="1694192"/>
                </a:cubicBezTo>
                <a:lnTo>
                  <a:pt x="1044605" y="1710716"/>
                </a:lnTo>
                <a:cubicBezTo>
                  <a:pt x="1044842" y="1711131"/>
                  <a:pt x="1044842" y="1711664"/>
                  <a:pt x="1044605" y="1712078"/>
                </a:cubicBezTo>
                <a:lnTo>
                  <a:pt x="1035069" y="1728602"/>
                </a:lnTo>
                <a:cubicBezTo>
                  <a:pt x="1034833" y="1729017"/>
                  <a:pt x="1034359" y="1729254"/>
                  <a:pt x="1033885" y="1729254"/>
                </a:cubicBezTo>
                <a:lnTo>
                  <a:pt x="1014815" y="1729254"/>
                </a:lnTo>
                <a:cubicBezTo>
                  <a:pt x="1014341" y="1729254"/>
                  <a:pt x="1013867" y="1729017"/>
                  <a:pt x="1013630" y="1728602"/>
                </a:cubicBezTo>
                <a:lnTo>
                  <a:pt x="1004095" y="1712078"/>
                </a:lnTo>
                <a:cubicBezTo>
                  <a:pt x="1003858" y="1711664"/>
                  <a:pt x="1003858" y="1711131"/>
                  <a:pt x="1004095" y="1710716"/>
                </a:cubicBezTo>
                <a:lnTo>
                  <a:pt x="1013630" y="1694192"/>
                </a:lnTo>
                <a:cubicBezTo>
                  <a:pt x="1013867" y="1693778"/>
                  <a:pt x="1014341" y="1693541"/>
                  <a:pt x="1014815" y="1693541"/>
                </a:cubicBezTo>
                <a:close/>
                <a:moveTo>
                  <a:pt x="1758446" y="1693067"/>
                </a:moveTo>
                <a:lnTo>
                  <a:pt x="1778108" y="1693067"/>
                </a:lnTo>
                <a:cubicBezTo>
                  <a:pt x="1778582" y="1693067"/>
                  <a:pt x="1779056" y="1693363"/>
                  <a:pt x="1779293" y="1693778"/>
                </a:cubicBezTo>
                <a:lnTo>
                  <a:pt x="1789124" y="1710775"/>
                </a:lnTo>
                <a:cubicBezTo>
                  <a:pt x="1789361" y="1711190"/>
                  <a:pt x="1789361" y="1711723"/>
                  <a:pt x="1789124" y="1712138"/>
                </a:cubicBezTo>
                <a:lnTo>
                  <a:pt x="1779293" y="1729135"/>
                </a:lnTo>
                <a:cubicBezTo>
                  <a:pt x="1779056" y="1729550"/>
                  <a:pt x="1778582" y="1729846"/>
                  <a:pt x="1778108" y="1729846"/>
                </a:cubicBezTo>
                <a:lnTo>
                  <a:pt x="1758446" y="1729846"/>
                </a:lnTo>
                <a:cubicBezTo>
                  <a:pt x="1757972" y="1729846"/>
                  <a:pt x="1757498" y="1729550"/>
                  <a:pt x="1757261" y="1729135"/>
                </a:cubicBezTo>
                <a:lnTo>
                  <a:pt x="1747430" y="1712138"/>
                </a:lnTo>
                <a:cubicBezTo>
                  <a:pt x="1747193" y="1711723"/>
                  <a:pt x="1747193" y="1711190"/>
                  <a:pt x="1747430" y="1710775"/>
                </a:cubicBezTo>
                <a:lnTo>
                  <a:pt x="1757261" y="1693778"/>
                </a:lnTo>
                <a:cubicBezTo>
                  <a:pt x="1757498" y="1693363"/>
                  <a:pt x="1757972" y="1693067"/>
                  <a:pt x="1758446" y="1693067"/>
                </a:cubicBezTo>
                <a:close/>
                <a:moveTo>
                  <a:pt x="1082095" y="1692949"/>
                </a:moveTo>
                <a:lnTo>
                  <a:pt x="1101876" y="1692949"/>
                </a:lnTo>
                <a:cubicBezTo>
                  <a:pt x="1102350" y="1692949"/>
                  <a:pt x="1102823" y="1693245"/>
                  <a:pt x="1103060" y="1693660"/>
                </a:cubicBezTo>
                <a:lnTo>
                  <a:pt x="1112951" y="1710775"/>
                </a:lnTo>
                <a:cubicBezTo>
                  <a:pt x="1113188" y="1711249"/>
                  <a:pt x="1113188" y="1711783"/>
                  <a:pt x="1112951" y="1712197"/>
                </a:cubicBezTo>
                <a:lnTo>
                  <a:pt x="1103060" y="1729313"/>
                </a:lnTo>
                <a:cubicBezTo>
                  <a:pt x="1102823" y="1729728"/>
                  <a:pt x="1102350" y="1730024"/>
                  <a:pt x="1101876" y="1730024"/>
                </a:cubicBezTo>
                <a:lnTo>
                  <a:pt x="1082095" y="1730024"/>
                </a:lnTo>
                <a:cubicBezTo>
                  <a:pt x="1081621" y="1730024"/>
                  <a:pt x="1081147" y="1729728"/>
                  <a:pt x="1080910" y="1729313"/>
                </a:cubicBezTo>
                <a:lnTo>
                  <a:pt x="1071020" y="1712197"/>
                </a:lnTo>
                <a:cubicBezTo>
                  <a:pt x="1070783" y="1711723"/>
                  <a:pt x="1070783" y="1711190"/>
                  <a:pt x="1071020" y="1710775"/>
                </a:cubicBezTo>
                <a:lnTo>
                  <a:pt x="1080910" y="1693660"/>
                </a:lnTo>
                <a:cubicBezTo>
                  <a:pt x="1081147" y="1693245"/>
                  <a:pt x="1081621" y="1692949"/>
                  <a:pt x="1082095" y="1692949"/>
                </a:cubicBezTo>
                <a:close/>
                <a:moveTo>
                  <a:pt x="3178604" y="1692712"/>
                </a:moveTo>
                <a:lnTo>
                  <a:pt x="3198563" y="1692712"/>
                </a:lnTo>
                <a:cubicBezTo>
                  <a:pt x="3199095" y="1692712"/>
                  <a:pt x="3199569" y="1693008"/>
                  <a:pt x="3199806" y="1693423"/>
                </a:cubicBezTo>
                <a:lnTo>
                  <a:pt x="3209815" y="1710717"/>
                </a:lnTo>
                <a:cubicBezTo>
                  <a:pt x="3210052" y="1711131"/>
                  <a:pt x="3210052" y="1711723"/>
                  <a:pt x="3209815" y="1712138"/>
                </a:cubicBezTo>
                <a:lnTo>
                  <a:pt x="3199806" y="1729432"/>
                </a:lnTo>
                <a:cubicBezTo>
                  <a:pt x="3199510" y="1729846"/>
                  <a:pt x="3199036" y="1730142"/>
                  <a:pt x="3198563" y="1730142"/>
                </a:cubicBezTo>
                <a:lnTo>
                  <a:pt x="3178604" y="1730142"/>
                </a:lnTo>
                <a:cubicBezTo>
                  <a:pt x="3178070" y="1730142"/>
                  <a:pt x="3177597" y="1729846"/>
                  <a:pt x="3177360" y="1729432"/>
                </a:cubicBezTo>
                <a:lnTo>
                  <a:pt x="3167351" y="1712138"/>
                </a:lnTo>
                <a:cubicBezTo>
                  <a:pt x="3167114" y="1711723"/>
                  <a:pt x="3167114" y="1711131"/>
                  <a:pt x="3167351" y="1710717"/>
                </a:cubicBezTo>
                <a:lnTo>
                  <a:pt x="3177360" y="1693423"/>
                </a:lnTo>
                <a:cubicBezTo>
                  <a:pt x="3177656" y="1693008"/>
                  <a:pt x="3178129" y="1692712"/>
                  <a:pt x="3178604" y="1692712"/>
                </a:cubicBezTo>
                <a:close/>
                <a:moveTo>
                  <a:pt x="3583940" y="1691883"/>
                </a:moveTo>
                <a:lnTo>
                  <a:pt x="3604787" y="1691883"/>
                </a:lnTo>
                <a:cubicBezTo>
                  <a:pt x="3605320" y="1691883"/>
                  <a:pt x="3605794" y="1692120"/>
                  <a:pt x="3606090" y="1692594"/>
                </a:cubicBezTo>
                <a:lnTo>
                  <a:pt x="3616514" y="1710658"/>
                </a:lnTo>
                <a:cubicBezTo>
                  <a:pt x="3616810" y="1711131"/>
                  <a:pt x="3616810" y="1711664"/>
                  <a:pt x="3616514" y="1712138"/>
                </a:cubicBezTo>
                <a:lnTo>
                  <a:pt x="3606090" y="1730202"/>
                </a:lnTo>
                <a:cubicBezTo>
                  <a:pt x="3605794" y="1730616"/>
                  <a:pt x="3605320" y="1730912"/>
                  <a:pt x="3604787" y="1730912"/>
                </a:cubicBezTo>
                <a:lnTo>
                  <a:pt x="3583940" y="1730912"/>
                </a:lnTo>
                <a:cubicBezTo>
                  <a:pt x="3583407" y="1730912"/>
                  <a:pt x="3582933" y="1730676"/>
                  <a:pt x="3582637" y="1730202"/>
                </a:cubicBezTo>
                <a:lnTo>
                  <a:pt x="3572213" y="1712138"/>
                </a:lnTo>
                <a:cubicBezTo>
                  <a:pt x="3571917" y="1711664"/>
                  <a:pt x="3571917" y="1711131"/>
                  <a:pt x="3572213" y="1710658"/>
                </a:cubicBezTo>
                <a:lnTo>
                  <a:pt x="3582637" y="1692594"/>
                </a:lnTo>
                <a:cubicBezTo>
                  <a:pt x="3582933" y="1692179"/>
                  <a:pt x="3583407" y="1691883"/>
                  <a:pt x="3583940" y="1691883"/>
                </a:cubicBezTo>
                <a:close/>
                <a:moveTo>
                  <a:pt x="4665864" y="1691705"/>
                </a:moveTo>
                <a:lnTo>
                  <a:pt x="4686948" y="1691705"/>
                </a:lnTo>
                <a:cubicBezTo>
                  <a:pt x="4687481" y="1691705"/>
                  <a:pt x="4687955" y="1692001"/>
                  <a:pt x="4688251" y="1692475"/>
                </a:cubicBezTo>
                <a:lnTo>
                  <a:pt x="4698793" y="1710716"/>
                </a:lnTo>
                <a:cubicBezTo>
                  <a:pt x="4699090" y="1711190"/>
                  <a:pt x="4699090" y="1711723"/>
                  <a:pt x="4698793" y="1712197"/>
                </a:cubicBezTo>
                <a:lnTo>
                  <a:pt x="4688251" y="1730438"/>
                </a:lnTo>
                <a:cubicBezTo>
                  <a:pt x="4687955" y="1730912"/>
                  <a:pt x="4687481" y="1731208"/>
                  <a:pt x="4686948" y="1731208"/>
                </a:cubicBezTo>
                <a:lnTo>
                  <a:pt x="4665864" y="1731208"/>
                </a:lnTo>
                <a:cubicBezTo>
                  <a:pt x="4665331" y="1731208"/>
                  <a:pt x="4664857" y="1730912"/>
                  <a:pt x="4664561" y="1730438"/>
                </a:cubicBezTo>
                <a:lnTo>
                  <a:pt x="4654019" y="1712197"/>
                </a:lnTo>
                <a:cubicBezTo>
                  <a:pt x="4653723" y="1711723"/>
                  <a:pt x="4653723" y="1711190"/>
                  <a:pt x="4654019" y="1710716"/>
                </a:cubicBezTo>
                <a:lnTo>
                  <a:pt x="4664561" y="1692475"/>
                </a:lnTo>
                <a:cubicBezTo>
                  <a:pt x="4664857" y="1692001"/>
                  <a:pt x="4665331" y="1691705"/>
                  <a:pt x="4665864" y="1691705"/>
                </a:cubicBezTo>
                <a:close/>
                <a:moveTo>
                  <a:pt x="1690040" y="1691587"/>
                </a:moveTo>
                <a:lnTo>
                  <a:pt x="1711243" y="1691587"/>
                </a:lnTo>
                <a:cubicBezTo>
                  <a:pt x="1711776" y="1691587"/>
                  <a:pt x="1712250" y="1691883"/>
                  <a:pt x="1712546" y="1692357"/>
                </a:cubicBezTo>
                <a:lnTo>
                  <a:pt x="1723147" y="1710717"/>
                </a:lnTo>
                <a:cubicBezTo>
                  <a:pt x="1723443" y="1711131"/>
                  <a:pt x="1723443" y="1711724"/>
                  <a:pt x="1723147" y="1712198"/>
                </a:cubicBezTo>
                <a:lnTo>
                  <a:pt x="1712546" y="1730557"/>
                </a:lnTo>
                <a:cubicBezTo>
                  <a:pt x="1712250" y="1731031"/>
                  <a:pt x="1711776" y="1731327"/>
                  <a:pt x="1711243" y="1731327"/>
                </a:cubicBezTo>
                <a:lnTo>
                  <a:pt x="1690040" y="1731327"/>
                </a:lnTo>
                <a:cubicBezTo>
                  <a:pt x="1689507" y="1731327"/>
                  <a:pt x="1689033" y="1731031"/>
                  <a:pt x="1688737" y="1730557"/>
                </a:cubicBezTo>
                <a:lnTo>
                  <a:pt x="1678136" y="1712198"/>
                </a:lnTo>
                <a:cubicBezTo>
                  <a:pt x="1677840" y="1711783"/>
                  <a:pt x="1677840" y="1711190"/>
                  <a:pt x="1678136" y="1710717"/>
                </a:cubicBezTo>
                <a:lnTo>
                  <a:pt x="1688737" y="1692357"/>
                </a:lnTo>
                <a:cubicBezTo>
                  <a:pt x="1689033" y="1691883"/>
                  <a:pt x="1689507" y="1691587"/>
                  <a:pt x="1690040" y="1691587"/>
                </a:cubicBezTo>
                <a:close/>
                <a:moveTo>
                  <a:pt x="1284171" y="1691290"/>
                </a:moveTo>
                <a:lnTo>
                  <a:pt x="1305670" y="1691290"/>
                </a:lnTo>
                <a:cubicBezTo>
                  <a:pt x="1306203" y="1691290"/>
                  <a:pt x="1306676" y="1691586"/>
                  <a:pt x="1306973" y="1692060"/>
                </a:cubicBezTo>
                <a:lnTo>
                  <a:pt x="1317751" y="1710716"/>
                </a:lnTo>
                <a:cubicBezTo>
                  <a:pt x="1318048" y="1711190"/>
                  <a:pt x="1318048" y="1711782"/>
                  <a:pt x="1317751" y="1712256"/>
                </a:cubicBezTo>
                <a:lnTo>
                  <a:pt x="1306973" y="1730912"/>
                </a:lnTo>
                <a:cubicBezTo>
                  <a:pt x="1306736" y="1731386"/>
                  <a:pt x="1306203" y="1731682"/>
                  <a:pt x="1305670" y="1731682"/>
                </a:cubicBezTo>
                <a:lnTo>
                  <a:pt x="1284171" y="1731682"/>
                </a:lnTo>
                <a:cubicBezTo>
                  <a:pt x="1283638" y="1731682"/>
                  <a:pt x="1283164" y="1731386"/>
                  <a:pt x="1282868" y="1730912"/>
                </a:cubicBezTo>
                <a:lnTo>
                  <a:pt x="1272089" y="1712256"/>
                </a:lnTo>
                <a:cubicBezTo>
                  <a:pt x="1271793" y="1711782"/>
                  <a:pt x="1271793" y="1711190"/>
                  <a:pt x="1272089" y="1710716"/>
                </a:cubicBezTo>
                <a:lnTo>
                  <a:pt x="1282868" y="1692060"/>
                </a:lnTo>
                <a:cubicBezTo>
                  <a:pt x="1283105" y="1691586"/>
                  <a:pt x="1283638" y="1691290"/>
                  <a:pt x="1284171" y="1691290"/>
                </a:cubicBezTo>
                <a:close/>
                <a:moveTo>
                  <a:pt x="1148782" y="1691054"/>
                </a:moveTo>
                <a:lnTo>
                  <a:pt x="1170518" y="1691054"/>
                </a:lnTo>
                <a:cubicBezTo>
                  <a:pt x="1171051" y="1691054"/>
                  <a:pt x="1171525" y="1691350"/>
                  <a:pt x="1171821" y="1691824"/>
                </a:cubicBezTo>
                <a:lnTo>
                  <a:pt x="1182659" y="1710657"/>
                </a:lnTo>
                <a:cubicBezTo>
                  <a:pt x="1182955" y="1711131"/>
                  <a:pt x="1182955" y="1711724"/>
                  <a:pt x="1182659" y="1712197"/>
                </a:cubicBezTo>
                <a:lnTo>
                  <a:pt x="1171762" y="1731031"/>
                </a:lnTo>
                <a:cubicBezTo>
                  <a:pt x="1171525" y="1731504"/>
                  <a:pt x="1170992" y="1731801"/>
                  <a:pt x="1170459" y="1731801"/>
                </a:cubicBezTo>
                <a:lnTo>
                  <a:pt x="1148723" y="1731801"/>
                </a:lnTo>
                <a:cubicBezTo>
                  <a:pt x="1148190" y="1731801"/>
                  <a:pt x="1147716" y="1731504"/>
                  <a:pt x="1147420" y="1731031"/>
                </a:cubicBezTo>
                <a:lnTo>
                  <a:pt x="1136582" y="1712197"/>
                </a:lnTo>
                <a:cubicBezTo>
                  <a:pt x="1136286" y="1711724"/>
                  <a:pt x="1136286" y="1711131"/>
                  <a:pt x="1136582" y="1710657"/>
                </a:cubicBezTo>
                <a:lnTo>
                  <a:pt x="1147479" y="1691824"/>
                </a:lnTo>
                <a:cubicBezTo>
                  <a:pt x="1147716" y="1691350"/>
                  <a:pt x="1148249" y="1691054"/>
                  <a:pt x="1148782" y="1691054"/>
                </a:cubicBezTo>
                <a:close/>
                <a:moveTo>
                  <a:pt x="4733144" y="1690994"/>
                </a:moveTo>
                <a:lnTo>
                  <a:pt x="4754998" y="1690994"/>
                </a:lnTo>
                <a:cubicBezTo>
                  <a:pt x="4755590" y="1690994"/>
                  <a:pt x="4756064" y="1691290"/>
                  <a:pt x="4756360" y="1691764"/>
                </a:cubicBezTo>
                <a:lnTo>
                  <a:pt x="4767258" y="1710716"/>
                </a:lnTo>
                <a:cubicBezTo>
                  <a:pt x="4767553" y="1711190"/>
                  <a:pt x="4767553" y="1711782"/>
                  <a:pt x="4767258" y="1712256"/>
                </a:cubicBezTo>
                <a:lnTo>
                  <a:pt x="4756301" y="1731208"/>
                </a:lnTo>
                <a:cubicBezTo>
                  <a:pt x="4756005" y="1731682"/>
                  <a:pt x="4755472" y="1731978"/>
                  <a:pt x="4754938" y="1731978"/>
                </a:cubicBezTo>
                <a:lnTo>
                  <a:pt x="4733085" y="1731978"/>
                </a:lnTo>
                <a:cubicBezTo>
                  <a:pt x="4732493" y="1731978"/>
                  <a:pt x="4732018" y="1731682"/>
                  <a:pt x="4731723" y="1731208"/>
                </a:cubicBezTo>
                <a:lnTo>
                  <a:pt x="4720825" y="1712256"/>
                </a:lnTo>
                <a:cubicBezTo>
                  <a:pt x="4720529" y="1711782"/>
                  <a:pt x="4720529" y="1711190"/>
                  <a:pt x="4720825" y="1710716"/>
                </a:cubicBezTo>
                <a:lnTo>
                  <a:pt x="4731782" y="1691764"/>
                </a:lnTo>
                <a:cubicBezTo>
                  <a:pt x="4732078" y="1691290"/>
                  <a:pt x="4732611" y="1690994"/>
                  <a:pt x="4733144" y="1690994"/>
                </a:cubicBezTo>
                <a:close/>
                <a:moveTo>
                  <a:pt x="2433671" y="1690994"/>
                </a:moveTo>
                <a:lnTo>
                  <a:pt x="2455525" y="1690994"/>
                </a:lnTo>
                <a:cubicBezTo>
                  <a:pt x="2456117" y="1690994"/>
                  <a:pt x="2456591" y="1691290"/>
                  <a:pt x="2456887" y="1691764"/>
                </a:cubicBezTo>
                <a:lnTo>
                  <a:pt x="2467785" y="1710716"/>
                </a:lnTo>
                <a:cubicBezTo>
                  <a:pt x="2468081" y="1711190"/>
                  <a:pt x="2468081" y="1711782"/>
                  <a:pt x="2467785" y="1712256"/>
                </a:cubicBezTo>
                <a:lnTo>
                  <a:pt x="2456828" y="1731208"/>
                </a:lnTo>
                <a:cubicBezTo>
                  <a:pt x="2456532" y="1731682"/>
                  <a:pt x="2455999" y="1731978"/>
                  <a:pt x="2455466" y="1731978"/>
                </a:cubicBezTo>
                <a:lnTo>
                  <a:pt x="2433612" y="1731978"/>
                </a:lnTo>
                <a:cubicBezTo>
                  <a:pt x="2433020" y="1731978"/>
                  <a:pt x="2432546" y="1731682"/>
                  <a:pt x="2432250" y="1731208"/>
                </a:cubicBezTo>
                <a:lnTo>
                  <a:pt x="2421352" y="1712256"/>
                </a:lnTo>
                <a:cubicBezTo>
                  <a:pt x="2421056" y="1711782"/>
                  <a:pt x="2421056" y="1711190"/>
                  <a:pt x="2421352" y="1710716"/>
                </a:cubicBezTo>
                <a:lnTo>
                  <a:pt x="2432309" y="1691764"/>
                </a:lnTo>
                <a:cubicBezTo>
                  <a:pt x="2432605" y="1691290"/>
                  <a:pt x="2433138" y="1690994"/>
                  <a:pt x="2433671" y="1690994"/>
                </a:cubicBezTo>
                <a:close/>
                <a:moveTo>
                  <a:pt x="2568644" y="1690343"/>
                </a:moveTo>
                <a:lnTo>
                  <a:pt x="2591149" y="1690343"/>
                </a:lnTo>
                <a:cubicBezTo>
                  <a:pt x="2591683" y="1690343"/>
                  <a:pt x="2592215" y="1690639"/>
                  <a:pt x="2592512" y="1691113"/>
                </a:cubicBezTo>
                <a:lnTo>
                  <a:pt x="2603764" y="1710598"/>
                </a:lnTo>
                <a:cubicBezTo>
                  <a:pt x="2604061" y="1711072"/>
                  <a:pt x="2604061" y="1711723"/>
                  <a:pt x="2603764" y="1712197"/>
                </a:cubicBezTo>
                <a:lnTo>
                  <a:pt x="2592512" y="1731682"/>
                </a:lnTo>
                <a:cubicBezTo>
                  <a:pt x="2592215" y="1732156"/>
                  <a:pt x="2591683" y="1732452"/>
                  <a:pt x="2591149" y="1732452"/>
                </a:cubicBezTo>
                <a:lnTo>
                  <a:pt x="2568644" y="1732452"/>
                </a:lnTo>
                <a:cubicBezTo>
                  <a:pt x="2568111" y="1732452"/>
                  <a:pt x="2567578" y="1732156"/>
                  <a:pt x="2567282" y="1731682"/>
                </a:cubicBezTo>
                <a:lnTo>
                  <a:pt x="2556029" y="1712197"/>
                </a:lnTo>
                <a:cubicBezTo>
                  <a:pt x="2555733" y="1711723"/>
                  <a:pt x="2555733" y="1711072"/>
                  <a:pt x="2556029" y="1710598"/>
                </a:cubicBezTo>
                <a:lnTo>
                  <a:pt x="2567282" y="1691113"/>
                </a:lnTo>
                <a:cubicBezTo>
                  <a:pt x="2567578" y="1690639"/>
                  <a:pt x="2568111" y="1690343"/>
                  <a:pt x="2568644" y="1690343"/>
                </a:cubicBezTo>
                <a:close/>
                <a:moveTo>
                  <a:pt x="2501009" y="1690343"/>
                </a:moveTo>
                <a:lnTo>
                  <a:pt x="2523514" y="1690343"/>
                </a:lnTo>
                <a:cubicBezTo>
                  <a:pt x="2524048" y="1690343"/>
                  <a:pt x="2524580" y="1690639"/>
                  <a:pt x="2524877" y="1691113"/>
                </a:cubicBezTo>
                <a:lnTo>
                  <a:pt x="2536129" y="1710598"/>
                </a:lnTo>
                <a:cubicBezTo>
                  <a:pt x="2536426" y="1711072"/>
                  <a:pt x="2536426" y="1711723"/>
                  <a:pt x="2536129" y="1712197"/>
                </a:cubicBezTo>
                <a:lnTo>
                  <a:pt x="2524877" y="1731682"/>
                </a:lnTo>
                <a:cubicBezTo>
                  <a:pt x="2524580" y="1732156"/>
                  <a:pt x="2524048" y="1732452"/>
                  <a:pt x="2523514" y="1732452"/>
                </a:cubicBezTo>
                <a:lnTo>
                  <a:pt x="2501009" y="1732452"/>
                </a:lnTo>
                <a:cubicBezTo>
                  <a:pt x="2500476" y="1732452"/>
                  <a:pt x="2499943" y="1732156"/>
                  <a:pt x="2499647" y="1731682"/>
                </a:cubicBezTo>
                <a:lnTo>
                  <a:pt x="2488394" y="1712197"/>
                </a:lnTo>
                <a:cubicBezTo>
                  <a:pt x="2488098" y="1711723"/>
                  <a:pt x="2488098" y="1711072"/>
                  <a:pt x="2488394" y="1710598"/>
                </a:cubicBezTo>
                <a:lnTo>
                  <a:pt x="2499647" y="1691113"/>
                </a:lnTo>
                <a:cubicBezTo>
                  <a:pt x="2499943" y="1690639"/>
                  <a:pt x="2500476" y="1690343"/>
                  <a:pt x="2501009" y="1690343"/>
                </a:cubicBezTo>
                <a:close/>
                <a:moveTo>
                  <a:pt x="1216002" y="1690343"/>
                </a:moveTo>
                <a:lnTo>
                  <a:pt x="1238508" y="1690343"/>
                </a:lnTo>
                <a:cubicBezTo>
                  <a:pt x="1239041" y="1690343"/>
                  <a:pt x="1239574" y="1690639"/>
                  <a:pt x="1239870" y="1691113"/>
                </a:cubicBezTo>
                <a:lnTo>
                  <a:pt x="1251122" y="1710598"/>
                </a:lnTo>
                <a:cubicBezTo>
                  <a:pt x="1251419" y="1711072"/>
                  <a:pt x="1251419" y="1711723"/>
                  <a:pt x="1251122" y="1712197"/>
                </a:cubicBezTo>
                <a:lnTo>
                  <a:pt x="1239870" y="1731682"/>
                </a:lnTo>
                <a:cubicBezTo>
                  <a:pt x="1239574" y="1732156"/>
                  <a:pt x="1239041" y="1732452"/>
                  <a:pt x="1238508" y="1732452"/>
                </a:cubicBezTo>
                <a:lnTo>
                  <a:pt x="1216002" y="1732452"/>
                </a:lnTo>
                <a:cubicBezTo>
                  <a:pt x="1215469" y="1732452"/>
                  <a:pt x="1214936" y="1732156"/>
                  <a:pt x="1214640" y="1731682"/>
                </a:cubicBezTo>
                <a:lnTo>
                  <a:pt x="1203387" y="1712197"/>
                </a:lnTo>
                <a:cubicBezTo>
                  <a:pt x="1203091" y="1711723"/>
                  <a:pt x="1203091" y="1711072"/>
                  <a:pt x="1203387" y="1710598"/>
                </a:cubicBezTo>
                <a:lnTo>
                  <a:pt x="1214640" y="1691113"/>
                </a:lnTo>
                <a:cubicBezTo>
                  <a:pt x="1214936" y="1690639"/>
                  <a:pt x="1215469" y="1690343"/>
                  <a:pt x="1216002" y="1690343"/>
                </a:cubicBezTo>
                <a:close/>
                <a:moveTo>
                  <a:pt x="2703736" y="1690165"/>
                </a:moveTo>
                <a:lnTo>
                  <a:pt x="2726479" y="1690165"/>
                </a:lnTo>
                <a:cubicBezTo>
                  <a:pt x="2727012" y="1690165"/>
                  <a:pt x="2727545" y="1690520"/>
                  <a:pt x="2727841" y="1690994"/>
                </a:cubicBezTo>
                <a:lnTo>
                  <a:pt x="2739212" y="1710716"/>
                </a:lnTo>
                <a:cubicBezTo>
                  <a:pt x="2739509" y="1711190"/>
                  <a:pt x="2739509" y="1711842"/>
                  <a:pt x="2739212" y="1712315"/>
                </a:cubicBezTo>
                <a:lnTo>
                  <a:pt x="2727841" y="1732037"/>
                </a:lnTo>
                <a:cubicBezTo>
                  <a:pt x="2727604" y="1732570"/>
                  <a:pt x="2727071" y="1732866"/>
                  <a:pt x="2726479" y="1732866"/>
                </a:cubicBezTo>
                <a:lnTo>
                  <a:pt x="2703736" y="1732866"/>
                </a:lnTo>
                <a:cubicBezTo>
                  <a:pt x="2703204" y="1732866"/>
                  <a:pt x="2702670" y="1732511"/>
                  <a:pt x="2702374" y="1732037"/>
                </a:cubicBezTo>
                <a:lnTo>
                  <a:pt x="2691003" y="1712315"/>
                </a:lnTo>
                <a:cubicBezTo>
                  <a:pt x="2690707" y="1711842"/>
                  <a:pt x="2690707" y="1711190"/>
                  <a:pt x="2691003" y="1710716"/>
                </a:cubicBezTo>
                <a:lnTo>
                  <a:pt x="2702374" y="1690994"/>
                </a:lnTo>
                <a:cubicBezTo>
                  <a:pt x="2702611" y="1690461"/>
                  <a:pt x="2703144" y="1690165"/>
                  <a:pt x="2703736" y="1690165"/>
                </a:cubicBezTo>
                <a:close/>
                <a:moveTo>
                  <a:pt x="2636102" y="1690165"/>
                </a:moveTo>
                <a:lnTo>
                  <a:pt x="2658844" y="1690165"/>
                </a:lnTo>
                <a:cubicBezTo>
                  <a:pt x="2659377" y="1690165"/>
                  <a:pt x="2659910" y="1690520"/>
                  <a:pt x="2660206" y="1690994"/>
                </a:cubicBezTo>
                <a:lnTo>
                  <a:pt x="2671577" y="1710716"/>
                </a:lnTo>
                <a:cubicBezTo>
                  <a:pt x="2671873" y="1711190"/>
                  <a:pt x="2671873" y="1711842"/>
                  <a:pt x="2671577" y="1712315"/>
                </a:cubicBezTo>
                <a:lnTo>
                  <a:pt x="2660206" y="1732037"/>
                </a:lnTo>
                <a:cubicBezTo>
                  <a:pt x="2659969" y="1732570"/>
                  <a:pt x="2659436" y="1732866"/>
                  <a:pt x="2658844" y="1732866"/>
                </a:cubicBezTo>
                <a:lnTo>
                  <a:pt x="2636102" y="1732866"/>
                </a:lnTo>
                <a:cubicBezTo>
                  <a:pt x="2635568" y="1732866"/>
                  <a:pt x="2635036" y="1732511"/>
                  <a:pt x="2634740" y="1732037"/>
                </a:cubicBezTo>
                <a:lnTo>
                  <a:pt x="2623368" y="1712315"/>
                </a:lnTo>
                <a:cubicBezTo>
                  <a:pt x="2623072" y="1711842"/>
                  <a:pt x="2623072" y="1711190"/>
                  <a:pt x="2623368" y="1710716"/>
                </a:cubicBezTo>
                <a:lnTo>
                  <a:pt x="2634740" y="1690994"/>
                </a:lnTo>
                <a:cubicBezTo>
                  <a:pt x="2634976" y="1690461"/>
                  <a:pt x="2635509" y="1690165"/>
                  <a:pt x="2636102" y="1690165"/>
                </a:cubicBezTo>
                <a:close/>
                <a:moveTo>
                  <a:pt x="2365443" y="1689810"/>
                </a:moveTo>
                <a:lnTo>
                  <a:pt x="2388541" y="1689810"/>
                </a:lnTo>
                <a:cubicBezTo>
                  <a:pt x="2389133" y="1689810"/>
                  <a:pt x="2389667" y="1690165"/>
                  <a:pt x="2389963" y="1690639"/>
                </a:cubicBezTo>
                <a:lnTo>
                  <a:pt x="2401512" y="1710598"/>
                </a:lnTo>
                <a:cubicBezTo>
                  <a:pt x="2401808" y="1711131"/>
                  <a:pt x="2401808" y="1711783"/>
                  <a:pt x="2401512" y="1712256"/>
                </a:cubicBezTo>
                <a:lnTo>
                  <a:pt x="2389963" y="1732215"/>
                </a:lnTo>
                <a:cubicBezTo>
                  <a:pt x="2389667" y="1732748"/>
                  <a:pt x="2389133" y="1733044"/>
                  <a:pt x="2388541" y="1733044"/>
                </a:cubicBezTo>
                <a:lnTo>
                  <a:pt x="2365443" y="1733044"/>
                </a:lnTo>
                <a:cubicBezTo>
                  <a:pt x="2364851" y="1733044"/>
                  <a:pt x="2364318" y="1732689"/>
                  <a:pt x="2364022" y="1732215"/>
                </a:cubicBezTo>
                <a:lnTo>
                  <a:pt x="2352473" y="1712256"/>
                </a:lnTo>
                <a:cubicBezTo>
                  <a:pt x="2352177" y="1711723"/>
                  <a:pt x="2352177" y="1711072"/>
                  <a:pt x="2352473" y="1710598"/>
                </a:cubicBezTo>
                <a:lnTo>
                  <a:pt x="2364022" y="1690639"/>
                </a:lnTo>
                <a:cubicBezTo>
                  <a:pt x="2364318" y="1690106"/>
                  <a:pt x="2364851" y="1689810"/>
                  <a:pt x="2365443" y="1689810"/>
                </a:cubicBezTo>
                <a:close/>
                <a:moveTo>
                  <a:pt x="3650391" y="1689751"/>
                </a:moveTo>
                <a:lnTo>
                  <a:pt x="3673548" y="1689751"/>
                </a:lnTo>
                <a:cubicBezTo>
                  <a:pt x="3674140" y="1689751"/>
                  <a:pt x="3674673" y="1690106"/>
                  <a:pt x="3674969" y="1690580"/>
                </a:cubicBezTo>
                <a:lnTo>
                  <a:pt x="3686577" y="1710658"/>
                </a:lnTo>
                <a:cubicBezTo>
                  <a:pt x="3686873" y="1711190"/>
                  <a:pt x="3686873" y="1711842"/>
                  <a:pt x="3686577" y="1712316"/>
                </a:cubicBezTo>
                <a:lnTo>
                  <a:pt x="3674969" y="1732393"/>
                </a:lnTo>
                <a:cubicBezTo>
                  <a:pt x="3674673" y="1732926"/>
                  <a:pt x="3674140" y="1733222"/>
                  <a:pt x="3673548" y="1733222"/>
                </a:cubicBezTo>
                <a:lnTo>
                  <a:pt x="3650391" y="1733222"/>
                </a:lnTo>
                <a:cubicBezTo>
                  <a:pt x="3649798" y="1733222"/>
                  <a:pt x="3649266" y="1732867"/>
                  <a:pt x="3648969" y="1732393"/>
                </a:cubicBezTo>
                <a:lnTo>
                  <a:pt x="3637361" y="1712316"/>
                </a:lnTo>
                <a:cubicBezTo>
                  <a:pt x="3637065" y="1711783"/>
                  <a:pt x="3637065" y="1711131"/>
                  <a:pt x="3637361" y="1710658"/>
                </a:cubicBezTo>
                <a:lnTo>
                  <a:pt x="3648969" y="1690580"/>
                </a:lnTo>
                <a:cubicBezTo>
                  <a:pt x="3649266" y="1690047"/>
                  <a:pt x="3649798" y="1689751"/>
                  <a:pt x="3650391" y="1689751"/>
                </a:cubicBezTo>
                <a:close/>
                <a:moveTo>
                  <a:pt x="4867466" y="1689336"/>
                </a:moveTo>
                <a:lnTo>
                  <a:pt x="4891097" y="1689336"/>
                </a:lnTo>
                <a:cubicBezTo>
                  <a:pt x="4891690" y="1689336"/>
                  <a:pt x="4892223" y="1689632"/>
                  <a:pt x="4892519" y="1690165"/>
                </a:cubicBezTo>
                <a:lnTo>
                  <a:pt x="4904305" y="1710657"/>
                </a:lnTo>
                <a:cubicBezTo>
                  <a:pt x="4904600" y="1711131"/>
                  <a:pt x="4904600" y="1711783"/>
                  <a:pt x="4904305" y="1712315"/>
                </a:cubicBezTo>
                <a:lnTo>
                  <a:pt x="4892460" y="1732807"/>
                </a:lnTo>
                <a:cubicBezTo>
                  <a:pt x="4892163" y="1733340"/>
                  <a:pt x="4891630" y="1733637"/>
                  <a:pt x="4891038" y="1733637"/>
                </a:cubicBezTo>
                <a:lnTo>
                  <a:pt x="4867407" y="1733637"/>
                </a:lnTo>
                <a:cubicBezTo>
                  <a:pt x="4866815" y="1733637"/>
                  <a:pt x="4866282" y="1733340"/>
                  <a:pt x="4865986" y="1732807"/>
                </a:cubicBezTo>
                <a:lnTo>
                  <a:pt x="4854200" y="1712315"/>
                </a:lnTo>
                <a:cubicBezTo>
                  <a:pt x="4853904" y="1711842"/>
                  <a:pt x="4853904" y="1711190"/>
                  <a:pt x="4854200" y="1710657"/>
                </a:cubicBezTo>
                <a:lnTo>
                  <a:pt x="4866045" y="1690165"/>
                </a:lnTo>
                <a:cubicBezTo>
                  <a:pt x="4866341" y="1689632"/>
                  <a:pt x="4866874" y="1689336"/>
                  <a:pt x="4867466" y="1689336"/>
                </a:cubicBezTo>
                <a:close/>
                <a:moveTo>
                  <a:pt x="1621102" y="1689040"/>
                </a:moveTo>
                <a:lnTo>
                  <a:pt x="1645029" y="1689040"/>
                </a:lnTo>
                <a:cubicBezTo>
                  <a:pt x="1645622" y="1689040"/>
                  <a:pt x="1646214" y="1689336"/>
                  <a:pt x="1646510" y="1689869"/>
                </a:cubicBezTo>
                <a:lnTo>
                  <a:pt x="1658473" y="1710598"/>
                </a:lnTo>
                <a:cubicBezTo>
                  <a:pt x="1658769" y="1711131"/>
                  <a:pt x="1658769" y="1711783"/>
                  <a:pt x="1658473" y="1712315"/>
                </a:cubicBezTo>
                <a:lnTo>
                  <a:pt x="1646510" y="1733044"/>
                </a:lnTo>
                <a:cubicBezTo>
                  <a:pt x="1646154" y="1733518"/>
                  <a:pt x="1645622" y="1733873"/>
                  <a:pt x="1645029" y="1733873"/>
                </a:cubicBezTo>
                <a:lnTo>
                  <a:pt x="1621102" y="1733873"/>
                </a:lnTo>
                <a:cubicBezTo>
                  <a:pt x="1620510" y="1733873"/>
                  <a:pt x="1619918" y="1733577"/>
                  <a:pt x="1619622" y="1733044"/>
                </a:cubicBezTo>
                <a:lnTo>
                  <a:pt x="1607658" y="1712315"/>
                </a:lnTo>
                <a:cubicBezTo>
                  <a:pt x="1607362" y="1711783"/>
                  <a:pt x="1607362" y="1711131"/>
                  <a:pt x="1607658" y="1710598"/>
                </a:cubicBezTo>
                <a:lnTo>
                  <a:pt x="1619622" y="1689869"/>
                </a:lnTo>
                <a:cubicBezTo>
                  <a:pt x="1619977" y="1689395"/>
                  <a:pt x="1620510" y="1689040"/>
                  <a:pt x="1621102" y="1689040"/>
                </a:cubicBezTo>
                <a:close/>
                <a:moveTo>
                  <a:pt x="1350325" y="1688625"/>
                </a:moveTo>
                <a:lnTo>
                  <a:pt x="1374726" y="1688625"/>
                </a:lnTo>
                <a:cubicBezTo>
                  <a:pt x="1375318" y="1688625"/>
                  <a:pt x="1375910" y="1688980"/>
                  <a:pt x="1376207" y="1689514"/>
                </a:cubicBezTo>
                <a:lnTo>
                  <a:pt x="1388407" y="1710657"/>
                </a:lnTo>
                <a:cubicBezTo>
                  <a:pt x="1388703" y="1711190"/>
                  <a:pt x="1388703" y="1711841"/>
                  <a:pt x="1388407" y="1712374"/>
                </a:cubicBezTo>
                <a:lnTo>
                  <a:pt x="1376207" y="1733518"/>
                </a:lnTo>
                <a:cubicBezTo>
                  <a:pt x="1375910" y="1734051"/>
                  <a:pt x="1375318" y="1734406"/>
                  <a:pt x="1374726" y="1734406"/>
                </a:cubicBezTo>
                <a:lnTo>
                  <a:pt x="1350325" y="1734406"/>
                </a:lnTo>
                <a:cubicBezTo>
                  <a:pt x="1349733" y="1734406"/>
                  <a:pt x="1349141" y="1734051"/>
                  <a:pt x="1348844" y="1733518"/>
                </a:cubicBezTo>
                <a:lnTo>
                  <a:pt x="1336644" y="1712374"/>
                </a:lnTo>
                <a:cubicBezTo>
                  <a:pt x="1336348" y="1711841"/>
                  <a:pt x="1336348" y="1711190"/>
                  <a:pt x="1336644" y="1710657"/>
                </a:cubicBezTo>
                <a:lnTo>
                  <a:pt x="1348844" y="1689514"/>
                </a:lnTo>
                <a:cubicBezTo>
                  <a:pt x="1349141" y="1688980"/>
                  <a:pt x="1349733" y="1688625"/>
                  <a:pt x="1350325" y="1688625"/>
                </a:cubicBezTo>
                <a:close/>
                <a:moveTo>
                  <a:pt x="4799416" y="1688507"/>
                </a:moveTo>
                <a:lnTo>
                  <a:pt x="4823935" y="1688507"/>
                </a:lnTo>
                <a:cubicBezTo>
                  <a:pt x="4824528" y="1688507"/>
                  <a:pt x="4825120" y="1688862"/>
                  <a:pt x="4825416" y="1689395"/>
                </a:cubicBezTo>
                <a:lnTo>
                  <a:pt x="4837676" y="1710598"/>
                </a:lnTo>
                <a:cubicBezTo>
                  <a:pt x="4837972" y="1711131"/>
                  <a:pt x="4837972" y="1711782"/>
                  <a:pt x="4837676" y="1712315"/>
                </a:cubicBezTo>
                <a:lnTo>
                  <a:pt x="4825416" y="1733518"/>
                </a:lnTo>
                <a:cubicBezTo>
                  <a:pt x="4825120" y="1734051"/>
                  <a:pt x="4824528" y="1734406"/>
                  <a:pt x="4823935" y="1734406"/>
                </a:cubicBezTo>
                <a:lnTo>
                  <a:pt x="4799416" y="1734406"/>
                </a:lnTo>
                <a:cubicBezTo>
                  <a:pt x="4798824" y="1734406"/>
                  <a:pt x="4798232" y="1734051"/>
                  <a:pt x="4797936" y="1733518"/>
                </a:cubicBezTo>
                <a:lnTo>
                  <a:pt x="4785676" y="1712315"/>
                </a:lnTo>
                <a:cubicBezTo>
                  <a:pt x="4785380" y="1711782"/>
                  <a:pt x="4785380" y="1711131"/>
                  <a:pt x="4785676" y="1710598"/>
                </a:cubicBezTo>
                <a:lnTo>
                  <a:pt x="4797936" y="1689395"/>
                </a:lnTo>
                <a:cubicBezTo>
                  <a:pt x="4798232" y="1688862"/>
                  <a:pt x="4798824" y="1688507"/>
                  <a:pt x="4799416" y="1688507"/>
                </a:cubicBezTo>
                <a:close/>
                <a:moveTo>
                  <a:pt x="1552401" y="1687026"/>
                </a:moveTo>
                <a:lnTo>
                  <a:pt x="1578460" y="1687026"/>
                </a:lnTo>
                <a:cubicBezTo>
                  <a:pt x="1579112" y="1687026"/>
                  <a:pt x="1579704" y="1687381"/>
                  <a:pt x="1580059" y="1687973"/>
                </a:cubicBezTo>
                <a:lnTo>
                  <a:pt x="1593089" y="1710538"/>
                </a:lnTo>
                <a:cubicBezTo>
                  <a:pt x="1593444" y="1711071"/>
                  <a:pt x="1593444" y="1711782"/>
                  <a:pt x="1593089" y="1712374"/>
                </a:cubicBezTo>
                <a:lnTo>
                  <a:pt x="1580059" y="1734939"/>
                </a:lnTo>
                <a:cubicBezTo>
                  <a:pt x="1579704" y="1735531"/>
                  <a:pt x="1579112" y="1735887"/>
                  <a:pt x="1578460" y="1735887"/>
                </a:cubicBezTo>
                <a:lnTo>
                  <a:pt x="1552401" y="1735887"/>
                </a:lnTo>
                <a:cubicBezTo>
                  <a:pt x="1551750" y="1735887"/>
                  <a:pt x="1551157" y="1735531"/>
                  <a:pt x="1550802" y="1734939"/>
                </a:cubicBezTo>
                <a:lnTo>
                  <a:pt x="1537773" y="1712374"/>
                </a:lnTo>
                <a:cubicBezTo>
                  <a:pt x="1537417" y="1711841"/>
                  <a:pt x="1537417" y="1711130"/>
                  <a:pt x="1537773" y="1710538"/>
                </a:cubicBezTo>
                <a:lnTo>
                  <a:pt x="1550802" y="1687973"/>
                </a:lnTo>
                <a:cubicBezTo>
                  <a:pt x="1551157" y="1687381"/>
                  <a:pt x="1551750" y="1687026"/>
                  <a:pt x="1552401" y="1687026"/>
                </a:cubicBezTo>
                <a:close/>
                <a:moveTo>
                  <a:pt x="2296208" y="1686849"/>
                </a:moveTo>
                <a:lnTo>
                  <a:pt x="2322504" y="1686849"/>
                </a:lnTo>
                <a:cubicBezTo>
                  <a:pt x="2323156" y="1686849"/>
                  <a:pt x="2323748" y="1687204"/>
                  <a:pt x="2324104" y="1687797"/>
                </a:cubicBezTo>
                <a:lnTo>
                  <a:pt x="2337251" y="1710539"/>
                </a:lnTo>
                <a:cubicBezTo>
                  <a:pt x="2337607" y="1711072"/>
                  <a:pt x="2337607" y="1711783"/>
                  <a:pt x="2337251" y="1712375"/>
                </a:cubicBezTo>
                <a:lnTo>
                  <a:pt x="2324104" y="1735118"/>
                </a:lnTo>
                <a:cubicBezTo>
                  <a:pt x="2323748" y="1735710"/>
                  <a:pt x="2323156" y="1736065"/>
                  <a:pt x="2322504" y="1736065"/>
                </a:cubicBezTo>
                <a:lnTo>
                  <a:pt x="2296208" y="1736065"/>
                </a:lnTo>
                <a:cubicBezTo>
                  <a:pt x="2295557" y="1736065"/>
                  <a:pt x="2294965" y="1735710"/>
                  <a:pt x="2294609" y="1735118"/>
                </a:cubicBezTo>
                <a:lnTo>
                  <a:pt x="2281462" y="1712375"/>
                </a:lnTo>
                <a:cubicBezTo>
                  <a:pt x="2281106" y="1711842"/>
                  <a:pt x="2281106" y="1711131"/>
                  <a:pt x="2281462" y="1710539"/>
                </a:cubicBezTo>
                <a:lnTo>
                  <a:pt x="2294609" y="1687797"/>
                </a:lnTo>
                <a:cubicBezTo>
                  <a:pt x="2294965" y="1687204"/>
                  <a:pt x="2295557" y="1686849"/>
                  <a:pt x="2296208" y="1686849"/>
                </a:cubicBezTo>
                <a:close/>
                <a:moveTo>
                  <a:pt x="1417012" y="1686849"/>
                </a:moveTo>
                <a:lnTo>
                  <a:pt x="1443308" y="1686849"/>
                </a:lnTo>
                <a:cubicBezTo>
                  <a:pt x="1443960" y="1686849"/>
                  <a:pt x="1444552" y="1687204"/>
                  <a:pt x="1444908" y="1687797"/>
                </a:cubicBezTo>
                <a:lnTo>
                  <a:pt x="1458055" y="1710539"/>
                </a:lnTo>
                <a:cubicBezTo>
                  <a:pt x="1458411" y="1711072"/>
                  <a:pt x="1458411" y="1711783"/>
                  <a:pt x="1458055" y="1712375"/>
                </a:cubicBezTo>
                <a:lnTo>
                  <a:pt x="1444908" y="1735118"/>
                </a:lnTo>
                <a:cubicBezTo>
                  <a:pt x="1444552" y="1735710"/>
                  <a:pt x="1443960" y="1736065"/>
                  <a:pt x="1443308" y="1736065"/>
                </a:cubicBezTo>
                <a:lnTo>
                  <a:pt x="1417012" y="1736065"/>
                </a:lnTo>
                <a:cubicBezTo>
                  <a:pt x="1416361" y="1736065"/>
                  <a:pt x="1415769" y="1735710"/>
                  <a:pt x="1415414" y="1735118"/>
                </a:cubicBezTo>
                <a:lnTo>
                  <a:pt x="1402266" y="1712375"/>
                </a:lnTo>
                <a:cubicBezTo>
                  <a:pt x="1401910" y="1711842"/>
                  <a:pt x="1401910" y="1711131"/>
                  <a:pt x="1402266" y="1710539"/>
                </a:cubicBezTo>
                <a:lnTo>
                  <a:pt x="1415414" y="1687797"/>
                </a:lnTo>
                <a:cubicBezTo>
                  <a:pt x="1415769" y="1687204"/>
                  <a:pt x="1416361" y="1686849"/>
                  <a:pt x="1417012" y="1686849"/>
                </a:cubicBezTo>
                <a:close/>
                <a:moveTo>
                  <a:pt x="2160643" y="1686316"/>
                </a:moveTo>
                <a:lnTo>
                  <a:pt x="2187472" y="1686316"/>
                </a:lnTo>
                <a:cubicBezTo>
                  <a:pt x="2188183" y="1686316"/>
                  <a:pt x="2188775" y="1686671"/>
                  <a:pt x="2189130" y="1687263"/>
                </a:cubicBezTo>
                <a:lnTo>
                  <a:pt x="2202515" y="1710480"/>
                </a:lnTo>
                <a:cubicBezTo>
                  <a:pt x="2202870" y="1711072"/>
                  <a:pt x="2202870" y="1711783"/>
                  <a:pt x="2202515" y="1712375"/>
                </a:cubicBezTo>
                <a:lnTo>
                  <a:pt x="2189071" y="1735591"/>
                </a:lnTo>
                <a:cubicBezTo>
                  <a:pt x="2188716" y="1736183"/>
                  <a:pt x="2188064" y="1736539"/>
                  <a:pt x="2187413" y="1736539"/>
                </a:cubicBezTo>
                <a:lnTo>
                  <a:pt x="2160584" y="1736539"/>
                </a:lnTo>
                <a:cubicBezTo>
                  <a:pt x="2159873" y="1736539"/>
                  <a:pt x="2159281" y="1736183"/>
                  <a:pt x="2158925" y="1735591"/>
                </a:cubicBezTo>
                <a:lnTo>
                  <a:pt x="2145541" y="1712375"/>
                </a:lnTo>
                <a:cubicBezTo>
                  <a:pt x="2145185" y="1711783"/>
                  <a:pt x="2145185" y="1711072"/>
                  <a:pt x="2145541" y="1710480"/>
                </a:cubicBezTo>
                <a:lnTo>
                  <a:pt x="2158985" y="1687263"/>
                </a:lnTo>
                <a:cubicBezTo>
                  <a:pt x="2159340" y="1686671"/>
                  <a:pt x="2159991" y="1686316"/>
                  <a:pt x="2160643" y="1686316"/>
                </a:cubicBezTo>
                <a:close/>
                <a:moveTo>
                  <a:pt x="1484351" y="1686316"/>
                </a:moveTo>
                <a:lnTo>
                  <a:pt x="1511180" y="1686316"/>
                </a:lnTo>
                <a:cubicBezTo>
                  <a:pt x="1511891" y="1686316"/>
                  <a:pt x="1512483" y="1686671"/>
                  <a:pt x="1512838" y="1687263"/>
                </a:cubicBezTo>
                <a:lnTo>
                  <a:pt x="1526223" y="1710480"/>
                </a:lnTo>
                <a:cubicBezTo>
                  <a:pt x="1526578" y="1711072"/>
                  <a:pt x="1526578" y="1711783"/>
                  <a:pt x="1526223" y="1712375"/>
                </a:cubicBezTo>
                <a:lnTo>
                  <a:pt x="1512779" y="1735591"/>
                </a:lnTo>
                <a:cubicBezTo>
                  <a:pt x="1512424" y="1736183"/>
                  <a:pt x="1511772" y="1736539"/>
                  <a:pt x="1511121" y="1736539"/>
                </a:cubicBezTo>
                <a:lnTo>
                  <a:pt x="1484292" y="1736539"/>
                </a:lnTo>
                <a:cubicBezTo>
                  <a:pt x="1483581" y="1736539"/>
                  <a:pt x="1482989" y="1736183"/>
                  <a:pt x="1482633" y="1735591"/>
                </a:cubicBezTo>
                <a:lnTo>
                  <a:pt x="1469249" y="1712375"/>
                </a:lnTo>
                <a:cubicBezTo>
                  <a:pt x="1468893" y="1711783"/>
                  <a:pt x="1468893" y="1711072"/>
                  <a:pt x="1469249" y="1710480"/>
                </a:cubicBezTo>
                <a:lnTo>
                  <a:pt x="1482693" y="1687263"/>
                </a:lnTo>
                <a:cubicBezTo>
                  <a:pt x="1483048" y="1686671"/>
                  <a:pt x="1483699" y="1686316"/>
                  <a:pt x="1484351" y="1686316"/>
                </a:cubicBezTo>
                <a:close/>
                <a:moveTo>
                  <a:pt x="2228159" y="1686138"/>
                </a:moveTo>
                <a:lnTo>
                  <a:pt x="2255225" y="1686138"/>
                </a:lnTo>
                <a:cubicBezTo>
                  <a:pt x="2255877" y="1686138"/>
                  <a:pt x="2256528" y="1686493"/>
                  <a:pt x="2256883" y="1687085"/>
                </a:cubicBezTo>
                <a:lnTo>
                  <a:pt x="2270387" y="1710539"/>
                </a:lnTo>
                <a:cubicBezTo>
                  <a:pt x="2270742" y="1711131"/>
                  <a:pt x="2270742" y="1711842"/>
                  <a:pt x="2270387" y="1712434"/>
                </a:cubicBezTo>
                <a:lnTo>
                  <a:pt x="2256824" y="1735887"/>
                </a:lnTo>
                <a:cubicBezTo>
                  <a:pt x="2256469" y="1736479"/>
                  <a:pt x="2255817" y="1736835"/>
                  <a:pt x="2255166" y="1736835"/>
                </a:cubicBezTo>
                <a:lnTo>
                  <a:pt x="2228100" y="1736835"/>
                </a:lnTo>
                <a:cubicBezTo>
                  <a:pt x="2227449" y="1736835"/>
                  <a:pt x="2226797" y="1736479"/>
                  <a:pt x="2226442" y="1735887"/>
                </a:cubicBezTo>
                <a:lnTo>
                  <a:pt x="2212939" y="1712434"/>
                </a:lnTo>
                <a:cubicBezTo>
                  <a:pt x="2212583" y="1711842"/>
                  <a:pt x="2212583" y="1711131"/>
                  <a:pt x="2212939" y="1710539"/>
                </a:cubicBezTo>
                <a:lnTo>
                  <a:pt x="2226501" y="1687085"/>
                </a:lnTo>
                <a:cubicBezTo>
                  <a:pt x="2226856" y="1686493"/>
                  <a:pt x="2227508" y="1686138"/>
                  <a:pt x="2228159" y="1686138"/>
                </a:cubicBezTo>
                <a:close/>
                <a:moveTo>
                  <a:pt x="1833602" y="1648471"/>
                </a:moveTo>
                <a:lnTo>
                  <a:pt x="1838222" y="1648471"/>
                </a:lnTo>
                <a:cubicBezTo>
                  <a:pt x="1838340" y="1648471"/>
                  <a:pt x="1838518" y="1648648"/>
                  <a:pt x="1838518" y="1648648"/>
                </a:cubicBezTo>
                <a:lnTo>
                  <a:pt x="1840828" y="1652676"/>
                </a:lnTo>
                <a:cubicBezTo>
                  <a:pt x="1840887" y="1652794"/>
                  <a:pt x="1840828" y="1653031"/>
                  <a:pt x="1840828" y="1653031"/>
                </a:cubicBezTo>
                <a:lnTo>
                  <a:pt x="1838518" y="1657059"/>
                </a:lnTo>
                <a:cubicBezTo>
                  <a:pt x="1838459" y="1657177"/>
                  <a:pt x="1838222" y="1657236"/>
                  <a:pt x="1838222" y="1657236"/>
                </a:cubicBezTo>
                <a:lnTo>
                  <a:pt x="1833602" y="1657236"/>
                </a:lnTo>
                <a:cubicBezTo>
                  <a:pt x="1833484" y="1657236"/>
                  <a:pt x="1833306" y="1657059"/>
                  <a:pt x="1833306" y="1657059"/>
                </a:cubicBezTo>
                <a:lnTo>
                  <a:pt x="1830996" y="1653031"/>
                </a:lnTo>
                <a:cubicBezTo>
                  <a:pt x="1830937" y="1652913"/>
                  <a:pt x="1830996" y="1652676"/>
                  <a:pt x="1830996" y="1652676"/>
                </a:cubicBezTo>
                <a:lnTo>
                  <a:pt x="1833306" y="1648648"/>
                </a:lnTo>
                <a:cubicBezTo>
                  <a:pt x="1833365" y="1648530"/>
                  <a:pt x="1833602" y="1648471"/>
                  <a:pt x="1833602" y="1648471"/>
                </a:cubicBezTo>
                <a:close/>
                <a:moveTo>
                  <a:pt x="4129522" y="1641897"/>
                </a:moveTo>
                <a:lnTo>
                  <a:pt x="4141248" y="1641897"/>
                </a:lnTo>
                <a:cubicBezTo>
                  <a:pt x="4141545" y="1641897"/>
                  <a:pt x="4141959" y="1642311"/>
                  <a:pt x="4141959" y="1642311"/>
                </a:cubicBezTo>
                <a:lnTo>
                  <a:pt x="4147822" y="1652439"/>
                </a:lnTo>
                <a:cubicBezTo>
                  <a:pt x="4148000" y="1652676"/>
                  <a:pt x="4147822" y="1653268"/>
                  <a:pt x="4147822" y="1653268"/>
                </a:cubicBezTo>
                <a:lnTo>
                  <a:pt x="4141959" y="1663395"/>
                </a:lnTo>
                <a:cubicBezTo>
                  <a:pt x="4141841" y="1663633"/>
                  <a:pt x="4141248" y="1663810"/>
                  <a:pt x="4141248" y="1663810"/>
                </a:cubicBezTo>
                <a:lnTo>
                  <a:pt x="4129522" y="1663810"/>
                </a:lnTo>
                <a:cubicBezTo>
                  <a:pt x="4129226" y="1663810"/>
                  <a:pt x="4128811" y="1663395"/>
                  <a:pt x="4128811" y="1663395"/>
                </a:cubicBezTo>
                <a:lnTo>
                  <a:pt x="4122948" y="1653268"/>
                </a:lnTo>
                <a:cubicBezTo>
                  <a:pt x="4122770" y="1653031"/>
                  <a:pt x="4122948" y="1652439"/>
                  <a:pt x="4122948" y="1652439"/>
                </a:cubicBezTo>
                <a:lnTo>
                  <a:pt x="4128811" y="1642311"/>
                </a:lnTo>
                <a:cubicBezTo>
                  <a:pt x="4128930" y="1642074"/>
                  <a:pt x="4129522" y="1641897"/>
                  <a:pt x="4129522" y="1641897"/>
                </a:cubicBezTo>
                <a:close/>
                <a:moveTo>
                  <a:pt x="3453053" y="1641541"/>
                </a:moveTo>
                <a:lnTo>
                  <a:pt x="3465076" y="1641541"/>
                </a:lnTo>
                <a:cubicBezTo>
                  <a:pt x="3465371" y="1641541"/>
                  <a:pt x="3465786" y="1641956"/>
                  <a:pt x="3465786" y="1641956"/>
                </a:cubicBezTo>
                <a:lnTo>
                  <a:pt x="3471827" y="1652379"/>
                </a:lnTo>
                <a:cubicBezTo>
                  <a:pt x="3472005" y="1652616"/>
                  <a:pt x="3471827" y="1653209"/>
                  <a:pt x="3471827" y="1653209"/>
                </a:cubicBezTo>
                <a:lnTo>
                  <a:pt x="3465786" y="1663632"/>
                </a:lnTo>
                <a:cubicBezTo>
                  <a:pt x="3465668" y="1663869"/>
                  <a:pt x="3465371" y="1664047"/>
                  <a:pt x="3465076" y="1664047"/>
                </a:cubicBezTo>
                <a:lnTo>
                  <a:pt x="3453053" y="1664047"/>
                </a:lnTo>
                <a:cubicBezTo>
                  <a:pt x="3452756" y="1664047"/>
                  <a:pt x="3452342" y="1663632"/>
                  <a:pt x="3452342" y="1663632"/>
                </a:cubicBezTo>
                <a:lnTo>
                  <a:pt x="3446301" y="1653209"/>
                </a:lnTo>
                <a:cubicBezTo>
                  <a:pt x="3446123" y="1652972"/>
                  <a:pt x="3446301" y="1652379"/>
                  <a:pt x="3446301" y="1652379"/>
                </a:cubicBezTo>
                <a:lnTo>
                  <a:pt x="3452342" y="1641956"/>
                </a:lnTo>
                <a:cubicBezTo>
                  <a:pt x="3452461" y="1641719"/>
                  <a:pt x="3452756" y="1641541"/>
                  <a:pt x="3453053" y="1641541"/>
                </a:cubicBezTo>
                <a:close/>
                <a:moveTo>
                  <a:pt x="3384528" y="1639942"/>
                </a:moveTo>
                <a:lnTo>
                  <a:pt x="3398328" y="1639942"/>
                </a:lnTo>
                <a:cubicBezTo>
                  <a:pt x="3398683" y="1639942"/>
                  <a:pt x="3398980" y="1640119"/>
                  <a:pt x="3399158" y="1640416"/>
                </a:cubicBezTo>
                <a:lnTo>
                  <a:pt x="3406027" y="1652379"/>
                </a:lnTo>
                <a:cubicBezTo>
                  <a:pt x="3406205" y="1652675"/>
                  <a:pt x="3406205" y="1653031"/>
                  <a:pt x="3406027" y="1653327"/>
                </a:cubicBezTo>
                <a:lnTo>
                  <a:pt x="3399098" y="1665290"/>
                </a:lnTo>
                <a:cubicBezTo>
                  <a:pt x="3398921" y="1665587"/>
                  <a:pt x="3398624" y="1665764"/>
                  <a:pt x="3398269" y="1665764"/>
                </a:cubicBezTo>
                <a:lnTo>
                  <a:pt x="3384470" y="1665764"/>
                </a:lnTo>
                <a:cubicBezTo>
                  <a:pt x="3384114" y="1665764"/>
                  <a:pt x="3383818" y="1665587"/>
                  <a:pt x="3383641" y="1665290"/>
                </a:cubicBezTo>
                <a:lnTo>
                  <a:pt x="3376770" y="1653327"/>
                </a:lnTo>
                <a:cubicBezTo>
                  <a:pt x="3376593" y="1653031"/>
                  <a:pt x="3376593" y="1652675"/>
                  <a:pt x="3376770" y="1652379"/>
                </a:cubicBezTo>
                <a:lnTo>
                  <a:pt x="3383700" y="1640416"/>
                </a:lnTo>
                <a:cubicBezTo>
                  <a:pt x="3383877" y="1640119"/>
                  <a:pt x="3384174" y="1639942"/>
                  <a:pt x="3384528" y="1639942"/>
                </a:cubicBezTo>
                <a:close/>
                <a:moveTo>
                  <a:pt x="4195972" y="1639705"/>
                </a:moveTo>
                <a:lnTo>
                  <a:pt x="4210008" y="1639705"/>
                </a:lnTo>
                <a:cubicBezTo>
                  <a:pt x="4210305" y="1639705"/>
                  <a:pt x="4210660" y="1639883"/>
                  <a:pt x="4210837" y="1640179"/>
                </a:cubicBezTo>
                <a:lnTo>
                  <a:pt x="4217826" y="1652320"/>
                </a:lnTo>
                <a:cubicBezTo>
                  <a:pt x="4218004" y="1652616"/>
                  <a:pt x="4218004" y="1653031"/>
                  <a:pt x="4217826" y="1653327"/>
                </a:cubicBezTo>
                <a:lnTo>
                  <a:pt x="4210837" y="1665468"/>
                </a:lnTo>
                <a:cubicBezTo>
                  <a:pt x="4210660" y="1665764"/>
                  <a:pt x="4210364" y="1665942"/>
                  <a:pt x="4210008" y="1665942"/>
                </a:cubicBezTo>
                <a:lnTo>
                  <a:pt x="4195972" y="1665942"/>
                </a:lnTo>
                <a:cubicBezTo>
                  <a:pt x="4195676" y="1665942"/>
                  <a:pt x="4195320" y="1665764"/>
                  <a:pt x="4195143" y="1665468"/>
                </a:cubicBezTo>
                <a:lnTo>
                  <a:pt x="4188154" y="1653327"/>
                </a:lnTo>
                <a:cubicBezTo>
                  <a:pt x="4187977" y="1653031"/>
                  <a:pt x="4187977" y="1652616"/>
                  <a:pt x="4188154" y="1652320"/>
                </a:cubicBezTo>
                <a:lnTo>
                  <a:pt x="4195143" y="1640179"/>
                </a:lnTo>
                <a:cubicBezTo>
                  <a:pt x="4195320" y="1639883"/>
                  <a:pt x="4195617" y="1639705"/>
                  <a:pt x="4195972" y="1639705"/>
                </a:cubicBezTo>
                <a:close/>
                <a:moveTo>
                  <a:pt x="678417" y="1638284"/>
                </a:moveTo>
                <a:lnTo>
                  <a:pt x="693993" y="1638284"/>
                </a:lnTo>
                <a:cubicBezTo>
                  <a:pt x="694407" y="1638284"/>
                  <a:pt x="694763" y="1638462"/>
                  <a:pt x="694940" y="1638817"/>
                </a:cubicBezTo>
                <a:lnTo>
                  <a:pt x="702699" y="1652320"/>
                </a:lnTo>
                <a:cubicBezTo>
                  <a:pt x="702877" y="1652676"/>
                  <a:pt x="702877" y="1653090"/>
                  <a:pt x="702699" y="1653446"/>
                </a:cubicBezTo>
                <a:lnTo>
                  <a:pt x="694881" y="1666949"/>
                </a:lnTo>
                <a:cubicBezTo>
                  <a:pt x="694704" y="1667245"/>
                  <a:pt x="694348" y="1667482"/>
                  <a:pt x="693934" y="1667482"/>
                </a:cubicBezTo>
                <a:lnTo>
                  <a:pt x="678357" y="1667482"/>
                </a:lnTo>
                <a:cubicBezTo>
                  <a:pt x="677943" y="1667482"/>
                  <a:pt x="677587" y="1667304"/>
                  <a:pt x="677410" y="1666949"/>
                </a:cubicBezTo>
                <a:lnTo>
                  <a:pt x="669651" y="1653446"/>
                </a:lnTo>
                <a:cubicBezTo>
                  <a:pt x="669474" y="1653090"/>
                  <a:pt x="669474" y="1652676"/>
                  <a:pt x="669651" y="1652320"/>
                </a:cubicBezTo>
                <a:lnTo>
                  <a:pt x="677469" y="1638817"/>
                </a:lnTo>
                <a:cubicBezTo>
                  <a:pt x="677647" y="1638521"/>
                  <a:pt x="678002" y="1638284"/>
                  <a:pt x="678417" y="1638284"/>
                </a:cubicBezTo>
                <a:close/>
                <a:moveTo>
                  <a:pt x="745460" y="1637099"/>
                </a:moveTo>
                <a:lnTo>
                  <a:pt x="762220" y="1637099"/>
                </a:lnTo>
                <a:cubicBezTo>
                  <a:pt x="762635" y="1637099"/>
                  <a:pt x="762990" y="1637336"/>
                  <a:pt x="763227" y="1637691"/>
                </a:cubicBezTo>
                <a:lnTo>
                  <a:pt x="771637" y="1652202"/>
                </a:lnTo>
                <a:cubicBezTo>
                  <a:pt x="771874" y="1652557"/>
                  <a:pt x="771874" y="1653031"/>
                  <a:pt x="771637" y="1653386"/>
                </a:cubicBezTo>
                <a:lnTo>
                  <a:pt x="763227" y="1667896"/>
                </a:lnTo>
                <a:cubicBezTo>
                  <a:pt x="763049" y="1668251"/>
                  <a:pt x="762635" y="1668489"/>
                  <a:pt x="762220" y="1668489"/>
                </a:cubicBezTo>
                <a:lnTo>
                  <a:pt x="745460" y="1668489"/>
                </a:lnTo>
                <a:cubicBezTo>
                  <a:pt x="745045" y="1668489"/>
                  <a:pt x="744690" y="1668251"/>
                  <a:pt x="744452" y="1667896"/>
                </a:cubicBezTo>
                <a:lnTo>
                  <a:pt x="736043" y="1653386"/>
                </a:lnTo>
                <a:cubicBezTo>
                  <a:pt x="735806" y="1653031"/>
                  <a:pt x="735806" y="1652557"/>
                  <a:pt x="736043" y="1652202"/>
                </a:cubicBezTo>
                <a:lnTo>
                  <a:pt x="744452" y="1637691"/>
                </a:lnTo>
                <a:cubicBezTo>
                  <a:pt x="744630" y="1637336"/>
                  <a:pt x="745045" y="1637099"/>
                  <a:pt x="745460" y="1637099"/>
                </a:cubicBezTo>
                <a:close/>
                <a:moveTo>
                  <a:pt x="4262186" y="1637040"/>
                </a:moveTo>
                <a:lnTo>
                  <a:pt x="4279065" y="1637040"/>
                </a:lnTo>
                <a:cubicBezTo>
                  <a:pt x="4279480" y="1637040"/>
                  <a:pt x="4279835" y="1637277"/>
                  <a:pt x="4280072" y="1637632"/>
                </a:cubicBezTo>
                <a:lnTo>
                  <a:pt x="4288481" y="1652261"/>
                </a:lnTo>
                <a:cubicBezTo>
                  <a:pt x="4288718" y="1652616"/>
                  <a:pt x="4288718" y="1653090"/>
                  <a:pt x="4288481" y="1653445"/>
                </a:cubicBezTo>
                <a:lnTo>
                  <a:pt x="4280013" y="1668074"/>
                </a:lnTo>
                <a:cubicBezTo>
                  <a:pt x="4279835" y="1668429"/>
                  <a:pt x="4279420" y="1668666"/>
                  <a:pt x="4279005" y="1668666"/>
                </a:cubicBezTo>
                <a:lnTo>
                  <a:pt x="4262126" y="1668666"/>
                </a:lnTo>
                <a:cubicBezTo>
                  <a:pt x="4261712" y="1668666"/>
                  <a:pt x="4261356" y="1668429"/>
                  <a:pt x="4261119" y="1668074"/>
                </a:cubicBezTo>
                <a:lnTo>
                  <a:pt x="4252710" y="1653445"/>
                </a:lnTo>
                <a:cubicBezTo>
                  <a:pt x="4252473" y="1653090"/>
                  <a:pt x="4252473" y="1652616"/>
                  <a:pt x="4252710" y="1652261"/>
                </a:cubicBezTo>
                <a:lnTo>
                  <a:pt x="4261179" y="1637632"/>
                </a:lnTo>
                <a:cubicBezTo>
                  <a:pt x="4261356" y="1637277"/>
                  <a:pt x="4261771" y="1637040"/>
                  <a:pt x="4262186" y="1637040"/>
                </a:cubicBezTo>
                <a:close/>
                <a:moveTo>
                  <a:pt x="3518141" y="1636803"/>
                </a:moveTo>
                <a:lnTo>
                  <a:pt x="3535257" y="1636803"/>
                </a:lnTo>
                <a:cubicBezTo>
                  <a:pt x="3535730" y="1636803"/>
                  <a:pt x="3536086" y="1637040"/>
                  <a:pt x="3536322" y="1637395"/>
                </a:cubicBezTo>
                <a:lnTo>
                  <a:pt x="3544851" y="1652202"/>
                </a:lnTo>
                <a:cubicBezTo>
                  <a:pt x="3545088" y="1652557"/>
                  <a:pt x="3545088" y="1653031"/>
                  <a:pt x="3544851" y="1653386"/>
                </a:cubicBezTo>
                <a:lnTo>
                  <a:pt x="3536264" y="1668192"/>
                </a:lnTo>
                <a:cubicBezTo>
                  <a:pt x="3536027" y="1668548"/>
                  <a:pt x="3535612" y="1668785"/>
                  <a:pt x="3535197" y="1668785"/>
                </a:cubicBezTo>
                <a:lnTo>
                  <a:pt x="3518081" y="1668785"/>
                </a:lnTo>
                <a:cubicBezTo>
                  <a:pt x="3517608" y="1668785"/>
                  <a:pt x="3517252" y="1668548"/>
                  <a:pt x="3517016" y="1668192"/>
                </a:cubicBezTo>
                <a:lnTo>
                  <a:pt x="3508487" y="1653386"/>
                </a:lnTo>
                <a:cubicBezTo>
                  <a:pt x="3508250" y="1653031"/>
                  <a:pt x="3508250" y="1652557"/>
                  <a:pt x="3508487" y="1652202"/>
                </a:cubicBezTo>
                <a:lnTo>
                  <a:pt x="3517074" y="1637395"/>
                </a:lnTo>
                <a:cubicBezTo>
                  <a:pt x="3517311" y="1637040"/>
                  <a:pt x="3517726" y="1636803"/>
                  <a:pt x="3518141" y="1636803"/>
                </a:cubicBezTo>
                <a:close/>
                <a:moveTo>
                  <a:pt x="4464854" y="1636626"/>
                </a:moveTo>
                <a:lnTo>
                  <a:pt x="4482208" y="1636626"/>
                </a:lnTo>
                <a:cubicBezTo>
                  <a:pt x="4482622" y="1636626"/>
                  <a:pt x="4483037" y="1636863"/>
                  <a:pt x="4483273" y="1637218"/>
                </a:cubicBezTo>
                <a:lnTo>
                  <a:pt x="4491921" y="1652202"/>
                </a:lnTo>
                <a:cubicBezTo>
                  <a:pt x="4492157" y="1652617"/>
                  <a:pt x="4492157" y="1653090"/>
                  <a:pt x="4491921" y="1653446"/>
                </a:cubicBezTo>
                <a:lnTo>
                  <a:pt x="4483273" y="1668430"/>
                </a:lnTo>
                <a:cubicBezTo>
                  <a:pt x="4483037" y="1668785"/>
                  <a:pt x="4482622" y="1669022"/>
                  <a:pt x="4482208" y="1669022"/>
                </a:cubicBezTo>
                <a:lnTo>
                  <a:pt x="4464854" y="1669022"/>
                </a:lnTo>
                <a:cubicBezTo>
                  <a:pt x="4464440" y="1669022"/>
                  <a:pt x="4464025" y="1668785"/>
                  <a:pt x="4463789" y="1668430"/>
                </a:cubicBezTo>
                <a:lnTo>
                  <a:pt x="4455141" y="1653446"/>
                </a:lnTo>
                <a:cubicBezTo>
                  <a:pt x="4454905" y="1653031"/>
                  <a:pt x="4454905" y="1652558"/>
                  <a:pt x="4455141" y="1652202"/>
                </a:cubicBezTo>
                <a:lnTo>
                  <a:pt x="4463789" y="1637218"/>
                </a:lnTo>
                <a:cubicBezTo>
                  <a:pt x="4464025" y="1636863"/>
                  <a:pt x="4464440" y="1636626"/>
                  <a:pt x="4464854" y="1636626"/>
                </a:cubicBezTo>
                <a:close/>
                <a:moveTo>
                  <a:pt x="4397219" y="1636626"/>
                </a:moveTo>
                <a:lnTo>
                  <a:pt x="4414571" y="1636626"/>
                </a:lnTo>
                <a:cubicBezTo>
                  <a:pt x="4414986" y="1636626"/>
                  <a:pt x="4415401" y="1636863"/>
                  <a:pt x="4415638" y="1637218"/>
                </a:cubicBezTo>
                <a:lnTo>
                  <a:pt x="4424284" y="1652202"/>
                </a:lnTo>
                <a:cubicBezTo>
                  <a:pt x="4424522" y="1652617"/>
                  <a:pt x="4424522" y="1653090"/>
                  <a:pt x="4424284" y="1653446"/>
                </a:cubicBezTo>
                <a:lnTo>
                  <a:pt x="4415638" y="1668430"/>
                </a:lnTo>
                <a:cubicBezTo>
                  <a:pt x="4415401" y="1668785"/>
                  <a:pt x="4414986" y="1669022"/>
                  <a:pt x="4414571" y="1669022"/>
                </a:cubicBezTo>
                <a:lnTo>
                  <a:pt x="4397219" y="1669022"/>
                </a:lnTo>
                <a:cubicBezTo>
                  <a:pt x="4396804" y="1669022"/>
                  <a:pt x="4396390" y="1668785"/>
                  <a:pt x="4396152" y="1668430"/>
                </a:cubicBezTo>
                <a:lnTo>
                  <a:pt x="4387506" y="1653446"/>
                </a:lnTo>
                <a:cubicBezTo>
                  <a:pt x="4387269" y="1653031"/>
                  <a:pt x="4387269" y="1652558"/>
                  <a:pt x="4387506" y="1652202"/>
                </a:cubicBezTo>
                <a:lnTo>
                  <a:pt x="4396152" y="1637218"/>
                </a:lnTo>
                <a:cubicBezTo>
                  <a:pt x="4396390" y="1636863"/>
                  <a:pt x="4396804" y="1636626"/>
                  <a:pt x="4397219" y="1636626"/>
                </a:cubicBezTo>
                <a:close/>
                <a:moveTo>
                  <a:pt x="3315117" y="1636626"/>
                </a:moveTo>
                <a:lnTo>
                  <a:pt x="3332471" y="1636626"/>
                </a:lnTo>
                <a:cubicBezTo>
                  <a:pt x="3332885" y="1636626"/>
                  <a:pt x="3333300" y="1636863"/>
                  <a:pt x="3333536" y="1637218"/>
                </a:cubicBezTo>
                <a:lnTo>
                  <a:pt x="3342184" y="1652202"/>
                </a:lnTo>
                <a:cubicBezTo>
                  <a:pt x="3342420" y="1652617"/>
                  <a:pt x="3342420" y="1653090"/>
                  <a:pt x="3342184" y="1653446"/>
                </a:cubicBezTo>
                <a:lnTo>
                  <a:pt x="3333536" y="1668430"/>
                </a:lnTo>
                <a:cubicBezTo>
                  <a:pt x="3333300" y="1668785"/>
                  <a:pt x="3332885" y="1669022"/>
                  <a:pt x="3332471" y="1669022"/>
                </a:cubicBezTo>
                <a:lnTo>
                  <a:pt x="3315117" y="1669022"/>
                </a:lnTo>
                <a:cubicBezTo>
                  <a:pt x="3314703" y="1669022"/>
                  <a:pt x="3314288" y="1668785"/>
                  <a:pt x="3314052" y="1668430"/>
                </a:cubicBezTo>
                <a:lnTo>
                  <a:pt x="3305404" y="1653446"/>
                </a:lnTo>
                <a:cubicBezTo>
                  <a:pt x="3305168" y="1653031"/>
                  <a:pt x="3305168" y="1652558"/>
                  <a:pt x="3305404" y="1652202"/>
                </a:cubicBezTo>
                <a:lnTo>
                  <a:pt x="3314052" y="1637218"/>
                </a:lnTo>
                <a:cubicBezTo>
                  <a:pt x="3314288" y="1636863"/>
                  <a:pt x="3314703" y="1636626"/>
                  <a:pt x="3315117" y="1636626"/>
                </a:cubicBezTo>
                <a:close/>
                <a:moveTo>
                  <a:pt x="609834" y="1636389"/>
                </a:moveTo>
                <a:lnTo>
                  <a:pt x="627365" y="1636389"/>
                </a:lnTo>
                <a:cubicBezTo>
                  <a:pt x="627779" y="1636389"/>
                  <a:pt x="628194" y="1636626"/>
                  <a:pt x="628431" y="1636981"/>
                </a:cubicBezTo>
                <a:lnTo>
                  <a:pt x="637196" y="1652202"/>
                </a:lnTo>
                <a:cubicBezTo>
                  <a:pt x="637433" y="1652558"/>
                  <a:pt x="637433" y="1653091"/>
                  <a:pt x="637196" y="1653446"/>
                </a:cubicBezTo>
                <a:lnTo>
                  <a:pt x="628431" y="1668667"/>
                </a:lnTo>
                <a:cubicBezTo>
                  <a:pt x="628194" y="1669022"/>
                  <a:pt x="627779" y="1669259"/>
                  <a:pt x="627365" y="1669259"/>
                </a:cubicBezTo>
                <a:lnTo>
                  <a:pt x="609834" y="1669259"/>
                </a:lnTo>
                <a:cubicBezTo>
                  <a:pt x="609419" y="1669259"/>
                  <a:pt x="609005" y="1669022"/>
                  <a:pt x="608768" y="1668667"/>
                </a:cubicBezTo>
                <a:lnTo>
                  <a:pt x="600003" y="1653446"/>
                </a:lnTo>
                <a:cubicBezTo>
                  <a:pt x="599766" y="1653091"/>
                  <a:pt x="599766" y="1652558"/>
                  <a:pt x="600003" y="1652202"/>
                </a:cubicBezTo>
                <a:lnTo>
                  <a:pt x="608768" y="1636981"/>
                </a:lnTo>
                <a:cubicBezTo>
                  <a:pt x="609005" y="1636626"/>
                  <a:pt x="609419" y="1636389"/>
                  <a:pt x="609834" y="1636389"/>
                </a:cubicBezTo>
                <a:close/>
                <a:moveTo>
                  <a:pt x="4329406" y="1636211"/>
                </a:moveTo>
                <a:lnTo>
                  <a:pt x="4347174" y="1636211"/>
                </a:lnTo>
                <a:cubicBezTo>
                  <a:pt x="4347589" y="1636211"/>
                  <a:pt x="4348003" y="1636448"/>
                  <a:pt x="4348240" y="1636862"/>
                </a:cubicBezTo>
                <a:lnTo>
                  <a:pt x="4357124" y="1652261"/>
                </a:lnTo>
                <a:cubicBezTo>
                  <a:pt x="4357360" y="1652616"/>
                  <a:pt x="4357360" y="1653090"/>
                  <a:pt x="4357124" y="1653505"/>
                </a:cubicBezTo>
                <a:lnTo>
                  <a:pt x="4348240" y="1668903"/>
                </a:lnTo>
                <a:cubicBezTo>
                  <a:pt x="4348003" y="1669318"/>
                  <a:pt x="4347589" y="1669555"/>
                  <a:pt x="4347174" y="1669555"/>
                </a:cubicBezTo>
                <a:lnTo>
                  <a:pt x="4329406" y="1669555"/>
                </a:lnTo>
                <a:cubicBezTo>
                  <a:pt x="4328992" y="1669555"/>
                  <a:pt x="4328577" y="1669318"/>
                  <a:pt x="4328341" y="1668903"/>
                </a:cubicBezTo>
                <a:lnTo>
                  <a:pt x="4319457" y="1653505"/>
                </a:lnTo>
                <a:cubicBezTo>
                  <a:pt x="4319220" y="1653149"/>
                  <a:pt x="4319220" y="1652675"/>
                  <a:pt x="4319457" y="1652261"/>
                </a:cubicBezTo>
                <a:lnTo>
                  <a:pt x="4328341" y="1636862"/>
                </a:lnTo>
                <a:cubicBezTo>
                  <a:pt x="4328577" y="1636448"/>
                  <a:pt x="4328992" y="1636211"/>
                  <a:pt x="4329406" y="1636211"/>
                </a:cubicBezTo>
                <a:close/>
                <a:moveTo>
                  <a:pt x="4532133" y="1635974"/>
                </a:moveTo>
                <a:lnTo>
                  <a:pt x="4550138" y="1635974"/>
                </a:lnTo>
                <a:cubicBezTo>
                  <a:pt x="4550611" y="1635974"/>
                  <a:pt x="4551026" y="1636211"/>
                  <a:pt x="4551263" y="1636625"/>
                </a:cubicBezTo>
                <a:lnTo>
                  <a:pt x="4560265" y="1652202"/>
                </a:lnTo>
                <a:cubicBezTo>
                  <a:pt x="4560502" y="1652557"/>
                  <a:pt x="4560502" y="1653030"/>
                  <a:pt x="4560265" y="1653445"/>
                </a:cubicBezTo>
                <a:lnTo>
                  <a:pt x="4551263" y="1669021"/>
                </a:lnTo>
                <a:cubicBezTo>
                  <a:pt x="4551026" y="1669436"/>
                  <a:pt x="4550611" y="1669673"/>
                  <a:pt x="4550138" y="1669673"/>
                </a:cubicBezTo>
                <a:lnTo>
                  <a:pt x="4532133" y="1669673"/>
                </a:lnTo>
                <a:cubicBezTo>
                  <a:pt x="4531660" y="1669673"/>
                  <a:pt x="4531245" y="1669436"/>
                  <a:pt x="4531008" y="1669021"/>
                </a:cubicBezTo>
                <a:lnTo>
                  <a:pt x="4522006" y="1653445"/>
                </a:lnTo>
                <a:cubicBezTo>
                  <a:pt x="4521769" y="1653090"/>
                  <a:pt x="4521769" y="1652616"/>
                  <a:pt x="4522006" y="1652202"/>
                </a:cubicBezTo>
                <a:lnTo>
                  <a:pt x="4531008" y="1636625"/>
                </a:lnTo>
                <a:cubicBezTo>
                  <a:pt x="4531245" y="1636211"/>
                  <a:pt x="4531660" y="1635974"/>
                  <a:pt x="4532133" y="1635974"/>
                </a:cubicBezTo>
                <a:close/>
                <a:moveTo>
                  <a:pt x="541962" y="1635974"/>
                </a:moveTo>
                <a:lnTo>
                  <a:pt x="559967" y="1635974"/>
                </a:lnTo>
                <a:cubicBezTo>
                  <a:pt x="560440" y="1635974"/>
                  <a:pt x="560855" y="1636211"/>
                  <a:pt x="561092" y="1636625"/>
                </a:cubicBezTo>
                <a:lnTo>
                  <a:pt x="570094" y="1652202"/>
                </a:lnTo>
                <a:cubicBezTo>
                  <a:pt x="570331" y="1652557"/>
                  <a:pt x="570331" y="1653030"/>
                  <a:pt x="570094" y="1653445"/>
                </a:cubicBezTo>
                <a:lnTo>
                  <a:pt x="561092" y="1669021"/>
                </a:lnTo>
                <a:cubicBezTo>
                  <a:pt x="560855" y="1669436"/>
                  <a:pt x="560440" y="1669673"/>
                  <a:pt x="559967" y="1669673"/>
                </a:cubicBezTo>
                <a:lnTo>
                  <a:pt x="541962" y="1669673"/>
                </a:lnTo>
                <a:cubicBezTo>
                  <a:pt x="541489" y="1669673"/>
                  <a:pt x="541074" y="1669436"/>
                  <a:pt x="540837" y="1669021"/>
                </a:cubicBezTo>
                <a:lnTo>
                  <a:pt x="531835" y="1653445"/>
                </a:lnTo>
                <a:cubicBezTo>
                  <a:pt x="531598" y="1653090"/>
                  <a:pt x="531598" y="1652616"/>
                  <a:pt x="531835" y="1652202"/>
                </a:cubicBezTo>
                <a:lnTo>
                  <a:pt x="540837" y="1636625"/>
                </a:lnTo>
                <a:cubicBezTo>
                  <a:pt x="541074" y="1636211"/>
                  <a:pt x="541489" y="1635974"/>
                  <a:pt x="541962" y="1635974"/>
                </a:cubicBezTo>
                <a:close/>
                <a:moveTo>
                  <a:pt x="1759156" y="1635797"/>
                </a:moveTo>
                <a:lnTo>
                  <a:pt x="1777397" y="1635797"/>
                </a:lnTo>
                <a:cubicBezTo>
                  <a:pt x="1777871" y="1635797"/>
                  <a:pt x="1778285" y="1636034"/>
                  <a:pt x="1778522" y="1636448"/>
                </a:cubicBezTo>
                <a:lnTo>
                  <a:pt x="1787643" y="1652202"/>
                </a:lnTo>
                <a:cubicBezTo>
                  <a:pt x="1787880" y="1652617"/>
                  <a:pt x="1787880" y="1653091"/>
                  <a:pt x="1787643" y="1653505"/>
                </a:cubicBezTo>
                <a:lnTo>
                  <a:pt x="1778522" y="1669259"/>
                </a:lnTo>
                <a:cubicBezTo>
                  <a:pt x="1778285" y="1669674"/>
                  <a:pt x="1777871" y="1669911"/>
                  <a:pt x="1777397" y="1669911"/>
                </a:cubicBezTo>
                <a:lnTo>
                  <a:pt x="1759156" y="1669911"/>
                </a:lnTo>
                <a:cubicBezTo>
                  <a:pt x="1758682" y="1669911"/>
                  <a:pt x="1758267" y="1669674"/>
                  <a:pt x="1758030" y="1669259"/>
                </a:cubicBezTo>
                <a:lnTo>
                  <a:pt x="1748910" y="1653505"/>
                </a:lnTo>
                <a:cubicBezTo>
                  <a:pt x="1748673" y="1653091"/>
                  <a:pt x="1748673" y="1652617"/>
                  <a:pt x="1748910" y="1652202"/>
                </a:cubicBezTo>
                <a:lnTo>
                  <a:pt x="1758030" y="1636448"/>
                </a:lnTo>
                <a:cubicBezTo>
                  <a:pt x="1758267" y="1636034"/>
                  <a:pt x="1758682" y="1635797"/>
                  <a:pt x="1759156" y="1635797"/>
                </a:cubicBezTo>
                <a:close/>
                <a:moveTo>
                  <a:pt x="1015230" y="1635797"/>
                </a:moveTo>
                <a:lnTo>
                  <a:pt x="1033471" y="1635797"/>
                </a:lnTo>
                <a:cubicBezTo>
                  <a:pt x="1033945" y="1635797"/>
                  <a:pt x="1034359" y="1636034"/>
                  <a:pt x="1034596" y="1636448"/>
                </a:cubicBezTo>
                <a:lnTo>
                  <a:pt x="1043717" y="1652202"/>
                </a:lnTo>
                <a:cubicBezTo>
                  <a:pt x="1043954" y="1652617"/>
                  <a:pt x="1043954" y="1653091"/>
                  <a:pt x="1043717" y="1653505"/>
                </a:cubicBezTo>
                <a:lnTo>
                  <a:pt x="1034596" y="1669259"/>
                </a:lnTo>
                <a:cubicBezTo>
                  <a:pt x="1034359" y="1669674"/>
                  <a:pt x="1033945" y="1669911"/>
                  <a:pt x="1033471" y="1669911"/>
                </a:cubicBezTo>
                <a:lnTo>
                  <a:pt x="1015230" y="1669911"/>
                </a:lnTo>
                <a:cubicBezTo>
                  <a:pt x="1014756" y="1669911"/>
                  <a:pt x="1014341" y="1669674"/>
                  <a:pt x="1014104" y="1669259"/>
                </a:cubicBezTo>
                <a:lnTo>
                  <a:pt x="1004984" y="1653505"/>
                </a:lnTo>
                <a:cubicBezTo>
                  <a:pt x="1004747" y="1653091"/>
                  <a:pt x="1004747" y="1652617"/>
                  <a:pt x="1004984" y="1652202"/>
                </a:cubicBezTo>
                <a:lnTo>
                  <a:pt x="1014104" y="1636448"/>
                </a:lnTo>
                <a:cubicBezTo>
                  <a:pt x="1014341" y="1636034"/>
                  <a:pt x="1014756" y="1635797"/>
                  <a:pt x="1015230" y="1635797"/>
                </a:cubicBezTo>
                <a:close/>
                <a:moveTo>
                  <a:pt x="879959" y="1635797"/>
                </a:moveTo>
                <a:lnTo>
                  <a:pt x="898201" y="1635797"/>
                </a:lnTo>
                <a:cubicBezTo>
                  <a:pt x="898675" y="1635797"/>
                  <a:pt x="899089" y="1636034"/>
                  <a:pt x="899326" y="1636448"/>
                </a:cubicBezTo>
                <a:lnTo>
                  <a:pt x="908447" y="1652202"/>
                </a:lnTo>
                <a:cubicBezTo>
                  <a:pt x="908684" y="1652617"/>
                  <a:pt x="908684" y="1653091"/>
                  <a:pt x="908447" y="1653505"/>
                </a:cubicBezTo>
                <a:lnTo>
                  <a:pt x="899326" y="1669259"/>
                </a:lnTo>
                <a:cubicBezTo>
                  <a:pt x="899089" y="1669674"/>
                  <a:pt x="898675" y="1669911"/>
                  <a:pt x="898201" y="1669911"/>
                </a:cubicBezTo>
                <a:lnTo>
                  <a:pt x="879959" y="1669911"/>
                </a:lnTo>
                <a:cubicBezTo>
                  <a:pt x="879486" y="1669911"/>
                  <a:pt x="879071" y="1669674"/>
                  <a:pt x="878834" y="1669259"/>
                </a:cubicBezTo>
                <a:lnTo>
                  <a:pt x="869714" y="1653505"/>
                </a:lnTo>
                <a:cubicBezTo>
                  <a:pt x="869477" y="1653091"/>
                  <a:pt x="869477" y="1652617"/>
                  <a:pt x="869714" y="1652202"/>
                </a:cubicBezTo>
                <a:lnTo>
                  <a:pt x="878834" y="1636448"/>
                </a:lnTo>
                <a:cubicBezTo>
                  <a:pt x="879071" y="1636034"/>
                  <a:pt x="879486" y="1635797"/>
                  <a:pt x="879959" y="1635797"/>
                </a:cubicBezTo>
                <a:close/>
                <a:moveTo>
                  <a:pt x="4599650" y="1635678"/>
                </a:moveTo>
                <a:lnTo>
                  <a:pt x="4617950" y="1635678"/>
                </a:lnTo>
                <a:cubicBezTo>
                  <a:pt x="4618425" y="1635678"/>
                  <a:pt x="4618839" y="1635915"/>
                  <a:pt x="4619076" y="1636330"/>
                </a:cubicBezTo>
                <a:lnTo>
                  <a:pt x="4628255" y="1652202"/>
                </a:lnTo>
                <a:cubicBezTo>
                  <a:pt x="4628493" y="1652617"/>
                  <a:pt x="4628493" y="1653090"/>
                  <a:pt x="4628255" y="1653505"/>
                </a:cubicBezTo>
                <a:lnTo>
                  <a:pt x="4619076" y="1669377"/>
                </a:lnTo>
                <a:cubicBezTo>
                  <a:pt x="4618839" y="1669792"/>
                  <a:pt x="4618425" y="1670029"/>
                  <a:pt x="4617950" y="1670029"/>
                </a:cubicBezTo>
                <a:lnTo>
                  <a:pt x="4599650" y="1670029"/>
                </a:lnTo>
                <a:cubicBezTo>
                  <a:pt x="4599176" y="1670029"/>
                  <a:pt x="4598761" y="1669792"/>
                  <a:pt x="4598525" y="1669377"/>
                </a:cubicBezTo>
                <a:lnTo>
                  <a:pt x="4589345" y="1653505"/>
                </a:lnTo>
                <a:cubicBezTo>
                  <a:pt x="4589108" y="1653090"/>
                  <a:pt x="4589108" y="1652617"/>
                  <a:pt x="4589345" y="1652202"/>
                </a:cubicBezTo>
                <a:lnTo>
                  <a:pt x="4598525" y="1636330"/>
                </a:lnTo>
                <a:cubicBezTo>
                  <a:pt x="4598761" y="1635915"/>
                  <a:pt x="4599176" y="1635678"/>
                  <a:pt x="4599650" y="1635678"/>
                </a:cubicBezTo>
                <a:close/>
                <a:moveTo>
                  <a:pt x="812324" y="1635678"/>
                </a:moveTo>
                <a:lnTo>
                  <a:pt x="830624" y="1635678"/>
                </a:lnTo>
                <a:cubicBezTo>
                  <a:pt x="831098" y="1635678"/>
                  <a:pt x="831513" y="1635915"/>
                  <a:pt x="831750" y="1636330"/>
                </a:cubicBezTo>
                <a:lnTo>
                  <a:pt x="840930" y="1652202"/>
                </a:lnTo>
                <a:cubicBezTo>
                  <a:pt x="841167" y="1652617"/>
                  <a:pt x="841167" y="1653090"/>
                  <a:pt x="840930" y="1653505"/>
                </a:cubicBezTo>
                <a:lnTo>
                  <a:pt x="831750" y="1669377"/>
                </a:lnTo>
                <a:cubicBezTo>
                  <a:pt x="831513" y="1669792"/>
                  <a:pt x="831098" y="1670029"/>
                  <a:pt x="830624" y="1670029"/>
                </a:cubicBezTo>
                <a:lnTo>
                  <a:pt x="812324" y="1670029"/>
                </a:lnTo>
                <a:cubicBezTo>
                  <a:pt x="811850" y="1670029"/>
                  <a:pt x="811435" y="1669792"/>
                  <a:pt x="811199" y="1669377"/>
                </a:cubicBezTo>
                <a:lnTo>
                  <a:pt x="802019" y="1653505"/>
                </a:lnTo>
                <a:cubicBezTo>
                  <a:pt x="801782" y="1653090"/>
                  <a:pt x="801782" y="1652617"/>
                  <a:pt x="802019" y="1652202"/>
                </a:cubicBezTo>
                <a:lnTo>
                  <a:pt x="811199" y="1636330"/>
                </a:lnTo>
                <a:cubicBezTo>
                  <a:pt x="811435" y="1635915"/>
                  <a:pt x="811850" y="1635678"/>
                  <a:pt x="812324" y="1635678"/>
                </a:cubicBezTo>
                <a:close/>
                <a:moveTo>
                  <a:pt x="947535" y="1635560"/>
                </a:moveTo>
                <a:lnTo>
                  <a:pt x="965954" y="1635560"/>
                </a:lnTo>
                <a:cubicBezTo>
                  <a:pt x="966428" y="1635560"/>
                  <a:pt x="966842" y="1635797"/>
                  <a:pt x="967079" y="1636211"/>
                </a:cubicBezTo>
                <a:lnTo>
                  <a:pt x="976319" y="1652202"/>
                </a:lnTo>
                <a:cubicBezTo>
                  <a:pt x="976555" y="1652617"/>
                  <a:pt x="976555" y="1653090"/>
                  <a:pt x="976319" y="1653505"/>
                </a:cubicBezTo>
                <a:lnTo>
                  <a:pt x="967079" y="1669496"/>
                </a:lnTo>
                <a:cubicBezTo>
                  <a:pt x="966842" y="1669910"/>
                  <a:pt x="966428" y="1670147"/>
                  <a:pt x="965954" y="1670147"/>
                </a:cubicBezTo>
                <a:lnTo>
                  <a:pt x="947535" y="1670147"/>
                </a:lnTo>
                <a:cubicBezTo>
                  <a:pt x="947061" y="1670147"/>
                  <a:pt x="946647" y="1669910"/>
                  <a:pt x="946410" y="1669496"/>
                </a:cubicBezTo>
                <a:lnTo>
                  <a:pt x="937171" y="1653505"/>
                </a:lnTo>
                <a:cubicBezTo>
                  <a:pt x="936934" y="1653090"/>
                  <a:pt x="936934" y="1652617"/>
                  <a:pt x="937171" y="1652202"/>
                </a:cubicBezTo>
                <a:lnTo>
                  <a:pt x="946410" y="1636211"/>
                </a:lnTo>
                <a:cubicBezTo>
                  <a:pt x="946647" y="1635797"/>
                  <a:pt x="947061" y="1635560"/>
                  <a:pt x="947535" y="1635560"/>
                </a:cubicBezTo>
                <a:close/>
                <a:moveTo>
                  <a:pt x="1217602" y="1634731"/>
                </a:moveTo>
                <a:lnTo>
                  <a:pt x="1236909" y="1634731"/>
                </a:lnTo>
                <a:cubicBezTo>
                  <a:pt x="1237383" y="1634731"/>
                  <a:pt x="1237857" y="1635027"/>
                  <a:pt x="1238094" y="1635442"/>
                </a:cubicBezTo>
                <a:lnTo>
                  <a:pt x="1247748" y="1652202"/>
                </a:lnTo>
                <a:cubicBezTo>
                  <a:pt x="1247984" y="1652617"/>
                  <a:pt x="1247984" y="1653150"/>
                  <a:pt x="1247748" y="1653565"/>
                </a:cubicBezTo>
                <a:lnTo>
                  <a:pt x="1238094" y="1670325"/>
                </a:lnTo>
                <a:cubicBezTo>
                  <a:pt x="1237857" y="1670799"/>
                  <a:pt x="1237383" y="1671036"/>
                  <a:pt x="1236909" y="1671036"/>
                </a:cubicBezTo>
                <a:lnTo>
                  <a:pt x="1217602" y="1671036"/>
                </a:lnTo>
                <a:cubicBezTo>
                  <a:pt x="1217128" y="1671036"/>
                  <a:pt x="1216654" y="1670740"/>
                  <a:pt x="1216417" y="1670325"/>
                </a:cubicBezTo>
                <a:lnTo>
                  <a:pt x="1206764" y="1653565"/>
                </a:lnTo>
                <a:cubicBezTo>
                  <a:pt x="1206527" y="1653150"/>
                  <a:pt x="1206527" y="1652617"/>
                  <a:pt x="1206764" y="1652202"/>
                </a:cubicBezTo>
                <a:lnTo>
                  <a:pt x="1216417" y="1635442"/>
                </a:lnTo>
                <a:cubicBezTo>
                  <a:pt x="1216654" y="1634968"/>
                  <a:pt x="1217128" y="1634731"/>
                  <a:pt x="1217602" y="1634731"/>
                </a:cubicBezTo>
                <a:close/>
                <a:moveTo>
                  <a:pt x="1690928" y="1634612"/>
                </a:moveTo>
                <a:lnTo>
                  <a:pt x="1710354" y="1634612"/>
                </a:lnTo>
                <a:cubicBezTo>
                  <a:pt x="1710828" y="1634612"/>
                  <a:pt x="1711302" y="1634908"/>
                  <a:pt x="1711539" y="1635323"/>
                </a:cubicBezTo>
                <a:lnTo>
                  <a:pt x="1721251" y="1652143"/>
                </a:lnTo>
                <a:cubicBezTo>
                  <a:pt x="1721488" y="1652557"/>
                  <a:pt x="1721488" y="1653090"/>
                  <a:pt x="1721251" y="1653505"/>
                </a:cubicBezTo>
                <a:lnTo>
                  <a:pt x="1711539" y="1670325"/>
                </a:lnTo>
                <a:cubicBezTo>
                  <a:pt x="1711302" y="1670798"/>
                  <a:pt x="1710828" y="1671036"/>
                  <a:pt x="1710354" y="1671036"/>
                </a:cubicBezTo>
                <a:lnTo>
                  <a:pt x="1690928" y="1671036"/>
                </a:lnTo>
                <a:cubicBezTo>
                  <a:pt x="1690455" y="1671036"/>
                  <a:pt x="1689981" y="1670740"/>
                  <a:pt x="1689744" y="1670325"/>
                </a:cubicBezTo>
                <a:lnTo>
                  <a:pt x="1680031" y="1653505"/>
                </a:lnTo>
                <a:cubicBezTo>
                  <a:pt x="1679794" y="1653090"/>
                  <a:pt x="1679794" y="1652557"/>
                  <a:pt x="1680031" y="1652143"/>
                </a:cubicBezTo>
                <a:lnTo>
                  <a:pt x="1689744" y="1635323"/>
                </a:lnTo>
                <a:cubicBezTo>
                  <a:pt x="1689981" y="1634849"/>
                  <a:pt x="1690455" y="1634612"/>
                  <a:pt x="1690928" y="1634612"/>
                </a:cubicBezTo>
                <a:close/>
                <a:moveTo>
                  <a:pt x="1082272" y="1634612"/>
                </a:moveTo>
                <a:lnTo>
                  <a:pt x="1101698" y="1634612"/>
                </a:lnTo>
                <a:cubicBezTo>
                  <a:pt x="1102172" y="1634612"/>
                  <a:pt x="1102646" y="1634908"/>
                  <a:pt x="1102882" y="1635323"/>
                </a:cubicBezTo>
                <a:lnTo>
                  <a:pt x="1112595" y="1652143"/>
                </a:lnTo>
                <a:cubicBezTo>
                  <a:pt x="1112832" y="1652557"/>
                  <a:pt x="1112832" y="1653090"/>
                  <a:pt x="1112595" y="1653505"/>
                </a:cubicBezTo>
                <a:lnTo>
                  <a:pt x="1102882" y="1670325"/>
                </a:lnTo>
                <a:cubicBezTo>
                  <a:pt x="1102646" y="1670798"/>
                  <a:pt x="1102172" y="1671036"/>
                  <a:pt x="1101698" y="1671036"/>
                </a:cubicBezTo>
                <a:lnTo>
                  <a:pt x="1082272" y="1671036"/>
                </a:lnTo>
                <a:cubicBezTo>
                  <a:pt x="1081798" y="1671036"/>
                  <a:pt x="1081324" y="1670740"/>
                  <a:pt x="1081088" y="1670325"/>
                </a:cubicBezTo>
                <a:lnTo>
                  <a:pt x="1071375" y="1653505"/>
                </a:lnTo>
                <a:cubicBezTo>
                  <a:pt x="1071138" y="1653090"/>
                  <a:pt x="1071138" y="1652557"/>
                  <a:pt x="1071375" y="1652143"/>
                </a:cubicBezTo>
                <a:lnTo>
                  <a:pt x="1081088" y="1635323"/>
                </a:lnTo>
                <a:cubicBezTo>
                  <a:pt x="1081324" y="1634849"/>
                  <a:pt x="1081798" y="1634612"/>
                  <a:pt x="1082272" y="1634612"/>
                </a:cubicBezTo>
                <a:close/>
                <a:moveTo>
                  <a:pt x="2501957" y="1633605"/>
                </a:moveTo>
                <a:lnTo>
                  <a:pt x="2522509" y="1633605"/>
                </a:lnTo>
                <a:cubicBezTo>
                  <a:pt x="2522982" y="1633605"/>
                  <a:pt x="2523515" y="1633842"/>
                  <a:pt x="2523752" y="1634316"/>
                </a:cubicBezTo>
                <a:lnTo>
                  <a:pt x="2533998" y="1652083"/>
                </a:lnTo>
                <a:cubicBezTo>
                  <a:pt x="2534235" y="1652557"/>
                  <a:pt x="2534235" y="1653090"/>
                  <a:pt x="2533998" y="1653564"/>
                </a:cubicBezTo>
                <a:lnTo>
                  <a:pt x="2523752" y="1671331"/>
                </a:lnTo>
                <a:cubicBezTo>
                  <a:pt x="2523515" y="1671746"/>
                  <a:pt x="2523041" y="1672042"/>
                  <a:pt x="2522509" y="1672042"/>
                </a:cubicBezTo>
                <a:lnTo>
                  <a:pt x="2501957" y="1672042"/>
                </a:lnTo>
                <a:cubicBezTo>
                  <a:pt x="2501484" y="1672042"/>
                  <a:pt x="2500951" y="1671805"/>
                  <a:pt x="2500714" y="1671331"/>
                </a:cubicBezTo>
                <a:lnTo>
                  <a:pt x="2490468" y="1653564"/>
                </a:lnTo>
                <a:cubicBezTo>
                  <a:pt x="2490231" y="1653090"/>
                  <a:pt x="2490231" y="1652557"/>
                  <a:pt x="2490468" y="1652083"/>
                </a:cubicBezTo>
                <a:lnTo>
                  <a:pt x="2500714" y="1634316"/>
                </a:lnTo>
                <a:cubicBezTo>
                  <a:pt x="2500951" y="1633901"/>
                  <a:pt x="2501424" y="1633605"/>
                  <a:pt x="2501957" y="1633605"/>
                </a:cubicBezTo>
                <a:close/>
                <a:moveTo>
                  <a:pt x="2434263" y="1633487"/>
                </a:moveTo>
                <a:lnTo>
                  <a:pt x="2454932" y="1633487"/>
                </a:lnTo>
                <a:cubicBezTo>
                  <a:pt x="2455406" y="1633487"/>
                  <a:pt x="2455939" y="1633724"/>
                  <a:pt x="2456176" y="1634198"/>
                </a:cubicBezTo>
                <a:lnTo>
                  <a:pt x="2466481" y="1652084"/>
                </a:lnTo>
                <a:cubicBezTo>
                  <a:pt x="2466718" y="1652558"/>
                  <a:pt x="2466718" y="1653090"/>
                  <a:pt x="2466481" y="1653564"/>
                </a:cubicBezTo>
                <a:lnTo>
                  <a:pt x="2456176" y="1671450"/>
                </a:lnTo>
                <a:cubicBezTo>
                  <a:pt x="2455939" y="1671865"/>
                  <a:pt x="2455465" y="1672161"/>
                  <a:pt x="2454932" y="1672161"/>
                </a:cubicBezTo>
                <a:lnTo>
                  <a:pt x="2434263" y="1672161"/>
                </a:lnTo>
                <a:cubicBezTo>
                  <a:pt x="2433789" y="1672161"/>
                  <a:pt x="2433256" y="1671924"/>
                  <a:pt x="2433019" y="1671450"/>
                </a:cubicBezTo>
                <a:lnTo>
                  <a:pt x="2422714" y="1653564"/>
                </a:lnTo>
                <a:cubicBezTo>
                  <a:pt x="2422477" y="1653090"/>
                  <a:pt x="2422477" y="1652558"/>
                  <a:pt x="2422714" y="1652084"/>
                </a:cubicBezTo>
                <a:lnTo>
                  <a:pt x="2433019" y="1634198"/>
                </a:lnTo>
                <a:cubicBezTo>
                  <a:pt x="2433256" y="1633783"/>
                  <a:pt x="2433730" y="1633487"/>
                  <a:pt x="2434263" y="1633487"/>
                </a:cubicBezTo>
                <a:close/>
                <a:moveTo>
                  <a:pt x="3245824" y="1633427"/>
                </a:moveTo>
                <a:lnTo>
                  <a:pt x="3266553" y="1633427"/>
                </a:lnTo>
                <a:cubicBezTo>
                  <a:pt x="3267027" y="1633427"/>
                  <a:pt x="3267501" y="1633664"/>
                  <a:pt x="3267796" y="1634138"/>
                </a:cubicBezTo>
                <a:lnTo>
                  <a:pt x="3278161" y="1652142"/>
                </a:lnTo>
                <a:cubicBezTo>
                  <a:pt x="3278457" y="1652616"/>
                  <a:pt x="3278457" y="1653149"/>
                  <a:pt x="3278161" y="1653623"/>
                </a:cubicBezTo>
                <a:lnTo>
                  <a:pt x="3267796" y="1671627"/>
                </a:lnTo>
                <a:cubicBezTo>
                  <a:pt x="3267559" y="1672042"/>
                  <a:pt x="3267086" y="1672338"/>
                  <a:pt x="3266553" y="1672338"/>
                </a:cubicBezTo>
                <a:lnTo>
                  <a:pt x="3245824" y="1672338"/>
                </a:lnTo>
                <a:cubicBezTo>
                  <a:pt x="3245350" y="1672338"/>
                  <a:pt x="3244876" y="1672101"/>
                  <a:pt x="3244581" y="1671627"/>
                </a:cubicBezTo>
                <a:lnTo>
                  <a:pt x="3234216" y="1653623"/>
                </a:lnTo>
                <a:cubicBezTo>
                  <a:pt x="3233920" y="1653149"/>
                  <a:pt x="3233920" y="1652616"/>
                  <a:pt x="3234216" y="1652142"/>
                </a:cubicBezTo>
                <a:lnTo>
                  <a:pt x="3244581" y="1634138"/>
                </a:lnTo>
                <a:cubicBezTo>
                  <a:pt x="3244817" y="1633723"/>
                  <a:pt x="3245291" y="1633427"/>
                  <a:pt x="3245824" y="1633427"/>
                </a:cubicBezTo>
                <a:close/>
                <a:moveTo>
                  <a:pt x="4665983" y="1633309"/>
                </a:moveTo>
                <a:lnTo>
                  <a:pt x="4686830" y="1633309"/>
                </a:lnTo>
                <a:cubicBezTo>
                  <a:pt x="4687363" y="1633309"/>
                  <a:pt x="4687837" y="1633546"/>
                  <a:pt x="4688133" y="1634020"/>
                </a:cubicBezTo>
                <a:lnTo>
                  <a:pt x="4698557" y="1652083"/>
                </a:lnTo>
                <a:cubicBezTo>
                  <a:pt x="4698852" y="1652557"/>
                  <a:pt x="4698852" y="1653090"/>
                  <a:pt x="4698557" y="1653564"/>
                </a:cubicBezTo>
                <a:lnTo>
                  <a:pt x="4688133" y="1671627"/>
                </a:lnTo>
                <a:cubicBezTo>
                  <a:pt x="4687837" y="1672042"/>
                  <a:pt x="4687363" y="1672338"/>
                  <a:pt x="4686830" y="1672338"/>
                </a:cubicBezTo>
                <a:lnTo>
                  <a:pt x="4665983" y="1672338"/>
                </a:lnTo>
                <a:cubicBezTo>
                  <a:pt x="4665449" y="1672338"/>
                  <a:pt x="4664976" y="1672101"/>
                  <a:pt x="4664679" y="1671627"/>
                </a:cubicBezTo>
                <a:lnTo>
                  <a:pt x="4654256" y="1653564"/>
                </a:lnTo>
                <a:cubicBezTo>
                  <a:pt x="4653960" y="1653090"/>
                  <a:pt x="4653960" y="1652557"/>
                  <a:pt x="4654256" y="1652083"/>
                </a:cubicBezTo>
                <a:lnTo>
                  <a:pt x="4664679" y="1634020"/>
                </a:lnTo>
                <a:cubicBezTo>
                  <a:pt x="4664976" y="1633605"/>
                  <a:pt x="4665449" y="1633309"/>
                  <a:pt x="4665983" y="1633309"/>
                </a:cubicBezTo>
                <a:close/>
                <a:moveTo>
                  <a:pt x="2569414" y="1633191"/>
                </a:moveTo>
                <a:lnTo>
                  <a:pt x="2590379" y="1633191"/>
                </a:lnTo>
                <a:cubicBezTo>
                  <a:pt x="2590913" y="1633191"/>
                  <a:pt x="2591386" y="1633487"/>
                  <a:pt x="2591682" y="1633961"/>
                </a:cubicBezTo>
                <a:lnTo>
                  <a:pt x="2602165" y="1652143"/>
                </a:lnTo>
                <a:cubicBezTo>
                  <a:pt x="2602461" y="1652617"/>
                  <a:pt x="2602461" y="1653150"/>
                  <a:pt x="2602165" y="1653624"/>
                </a:cubicBezTo>
                <a:lnTo>
                  <a:pt x="2591682" y="1671806"/>
                </a:lnTo>
                <a:cubicBezTo>
                  <a:pt x="2591386" y="1672279"/>
                  <a:pt x="2590913" y="1672576"/>
                  <a:pt x="2590379" y="1672576"/>
                </a:cubicBezTo>
                <a:lnTo>
                  <a:pt x="2569414" y="1672576"/>
                </a:lnTo>
                <a:cubicBezTo>
                  <a:pt x="2568881" y="1672576"/>
                  <a:pt x="2568407" y="1672279"/>
                  <a:pt x="2568111" y="1671806"/>
                </a:cubicBezTo>
                <a:lnTo>
                  <a:pt x="2557628" y="1653624"/>
                </a:lnTo>
                <a:cubicBezTo>
                  <a:pt x="2557332" y="1653150"/>
                  <a:pt x="2557332" y="1652617"/>
                  <a:pt x="2557628" y="1652143"/>
                </a:cubicBezTo>
                <a:lnTo>
                  <a:pt x="2568111" y="1633961"/>
                </a:lnTo>
                <a:cubicBezTo>
                  <a:pt x="2568407" y="1633487"/>
                  <a:pt x="2568881" y="1633191"/>
                  <a:pt x="2569414" y="1633191"/>
                </a:cubicBezTo>
                <a:close/>
                <a:moveTo>
                  <a:pt x="2636871" y="1633013"/>
                </a:moveTo>
                <a:lnTo>
                  <a:pt x="2658074" y="1633013"/>
                </a:lnTo>
                <a:cubicBezTo>
                  <a:pt x="2658607" y="1633013"/>
                  <a:pt x="2659081" y="1633309"/>
                  <a:pt x="2659377" y="1633783"/>
                </a:cubicBezTo>
                <a:lnTo>
                  <a:pt x="2669978" y="1652143"/>
                </a:lnTo>
                <a:cubicBezTo>
                  <a:pt x="2670274" y="1652557"/>
                  <a:pt x="2670274" y="1653149"/>
                  <a:pt x="2669978" y="1653623"/>
                </a:cubicBezTo>
                <a:lnTo>
                  <a:pt x="2659377" y="1671983"/>
                </a:lnTo>
                <a:cubicBezTo>
                  <a:pt x="2659081" y="1672457"/>
                  <a:pt x="2658607" y="1672753"/>
                  <a:pt x="2658074" y="1672753"/>
                </a:cubicBezTo>
                <a:lnTo>
                  <a:pt x="2636871" y="1672753"/>
                </a:lnTo>
                <a:cubicBezTo>
                  <a:pt x="2636338" y="1672753"/>
                  <a:pt x="2635865" y="1672457"/>
                  <a:pt x="2635568" y="1671983"/>
                </a:cubicBezTo>
                <a:lnTo>
                  <a:pt x="2624967" y="1653623"/>
                </a:lnTo>
                <a:cubicBezTo>
                  <a:pt x="2624671" y="1653209"/>
                  <a:pt x="2624671" y="1652616"/>
                  <a:pt x="2624967" y="1652143"/>
                </a:cubicBezTo>
                <a:lnTo>
                  <a:pt x="2635568" y="1633783"/>
                </a:lnTo>
                <a:cubicBezTo>
                  <a:pt x="2635865" y="1633309"/>
                  <a:pt x="2636338" y="1633013"/>
                  <a:pt x="2636871" y="1633013"/>
                </a:cubicBezTo>
                <a:close/>
                <a:moveTo>
                  <a:pt x="1622287" y="1632657"/>
                </a:moveTo>
                <a:lnTo>
                  <a:pt x="1643786" y="1632657"/>
                </a:lnTo>
                <a:cubicBezTo>
                  <a:pt x="1644319" y="1632657"/>
                  <a:pt x="1644793" y="1632953"/>
                  <a:pt x="1645089" y="1633427"/>
                </a:cubicBezTo>
                <a:lnTo>
                  <a:pt x="1655868" y="1652083"/>
                </a:lnTo>
                <a:cubicBezTo>
                  <a:pt x="1656164" y="1652557"/>
                  <a:pt x="1656164" y="1653149"/>
                  <a:pt x="1655868" y="1653623"/>
                </a:cubicBezTo>
                <a:lnTo>
                  <a:pt x="1645089" y="1672279"/>
                </a:lnTo>
                <a:cubicBezTo>
                  <a:pt x="1644852" y="1672753"/>
                  <a:pt x="1644319" y="1673049"/>
                  <a:pt x="1643786" y="1673049"/>
                </a:cubicBezTo>
                <a:lnTo>
                  <a:pt x="1622287" y="1673049"/>
                </a:lnTo>
                <a:cubicBezTo>
                  <a:pt x="1621754" y="1673049"/>
                  <a:pt x="1621280" y="1672753"/>
                  <a:pt x="1620984" y="1672279"/>
                </a:cubicBezTo>
                <a:lnTo>
                  <a:pt x="1610205" y="1653623"/>
                </a:lnTo>
                <a:cubicBezTo>
                  <a:pt x="1609909" y="1653149"/>
                  <a:pt x="1609909" y="1652557"/>
                  <a:pt x="1610205" y="1652083"/>
                </a:cubicBezTo>
                <a:lnTo>
                  <a:pt x="1620984" y="1633427"/>
                </a:lnTo>
                <a:cubicBezTo>
                  <a:pt x="1621221" y="1632953"/>
                  <a:pt x="1621754" y="1632657"/>
                  <a:pt x="1622287" y="1632657"/>
                </a:cubicBezTo>
                <a:close/>
                <a:moveTo>
                  <a:pt x="2704329" y="1632599"/>
                </a:moveTo>
                <a:lnTo>
                  <a:pt x="2725946" y="1632599"/>
                </a:lnTo>
                <a:cubicBezTo>
                  <a:pt x="2726480" y="1632599"/>
                  <a:pt x="2726953" y="1632895"/>
                  <a:pt x="2727250" y="1633369"/>
                </a:cubicBezTo>
                <a:lnTo>
                  <a:pt x="2738087" y="1652084"/>
                </a:lnTo>
                <a:cubicBezTo>
                  <a:pt x="2738384" y="1652558"/>
                  <a:pt x="2738384" y="1653150"/>
                  <a:pt x="2738087" y="1653624"/>
                </a:cubicBezTo>
                <a:lnTo>
                  <a:pt x="2727250" y="1672339"/>
                </a:lnTo>
                <a:cubicBezTo>
                  <a:pt x="2727012" y="1672813"/>
                  <a:pt x="2726480" y="1673109"/>
                  <a:pt x="2725946" y="1673109"/>
                </a:cubicBezTo>
                <a:lnTo>
                  <a:pt x="2704329" y="1673109"/>
                </a:lnTo>
                <a:cubicBezTo>
                  <a:pt x="2703796" y="1673109"/>
                  <a:pt x="2703322" y="1672813"/>
                  <a:pt x="2703026" y="1672339"/>
                </a:cubicBezTo>
                <a:lnTo>
                  <a:pt x="2692188" y="1653624"/>
                </a:lnTo>
                <a:cubicBezTo>
                  <a:pt x="2691892" y="1653150"/>
                  <a:pt x="2691892" y="1652558"/>
                  <a:pt x="2692188" y="1652084"/>
                </a:cubicBezTo>
                <a:lnTo>
                  <a:pt x="2703026" y="1633369"/>
                </a:lnTo>
                <a:cubicBezTo>
                  <a:pt x="2703263" y="1632895"/>
                  <a:pt x="2703796" y="1632599"/>
                  <a:pt x="2704329" y="1632599"/>
                </a:cubicBezTo>
                <a:close/>
                <a:moveTo>
                  <a:pt x="2366036" y="1632361"/>
                </a:moveTo>
                <a:lnTo>
                  <a:pt x="2387890" y="1632361"/>
                </a:lnTo>
                <a:cubicBezTo>
                  <a:pt x="2388482" y="1632361"/>
                  <a:pt x="2388956" y="1632657"/>
                  <a:pt x="2389252" y="1633131"/>
                </a:cubicBezTo>
                <a:lnTo>
                  <a:pt x="2400149" y="1652083"/>
                </a:lnTo>
                <a:cubicBezTo>
                  <a:pt x="2400446" y="1652557"/>
                  <a:pt x="2400446" y="1653149"/>
                  <a:pt x="2400149" y="1653623"/>
                </a:cubicBezTo>
                <a:lnTo>
                  <a:pt x="2389193" y="1672575"/>
                </a:lnTo>
                <a:cubicBezTo>
                  <a:pt x="2388897" y="1673049"/>
                  <a:pt x="2388364" y="1673345"/>
                  <a:pt x="2387831" y="1673345"/>
                </a:cubicBezTo>
                <a:lnTo>
                  <a:pt x="2365977" y="1673345"/>
                </a:lnTo>
                <a:cubicBezTo>
                  <a:pt x="2365384" y="1673345"/>
                  <a:pt x="2364911" y="1673049"/>
                  <a:pt x="2364614" y="1672575"/>
                </a:cubicBezTo>
                <a:lnTo>
                  <a:pt x="2353717" y="1653623"/>
                </a:lnTo>
                <a:cubicBezTo>
                  <a:pt x="2353421" y="1653149"/>
                  <a:pt x="2353421" y="1652557"/>
                  <a:pt x="2353717" y="1652083"/>
                </a:cubicBezTo>
                <a:lnTo>
                  <a:pt x="2364674" y="1633131"/>
                </a:lnTo>
                <a:cubicBezTo>
                  <a:pt x="2364970" y="1632657"/>
                  <a:pt x="2365503" y="1632361"/>
                  <a:pt x="2366036" y="1632361"/>
                </a:cubicBezTo>
                <a:close/>
                <a:moveTo>
                  <a:pt x="1148546" y="1632184"/>
                </a:moveTo>
                <a:lnTo>
                  <a:pt x="1170636" y="1632184"/>
                </a:lnTo>
                <a:cubicBezTo>
                  <a:pt x="1171228" y="1632184"/>
                  <a:pt x="1171702" y="1632480"/>
                  <a:pt x="1171998" y="1632954"/>
                </a:cubicBezTo>
                <a:lnTo>
                  <a:pt x="1183014" y="1652084"/>
                </a:lnTo>
                <a:cubicBezTo>
                  <a:pt x="1183311" y="1652557"/>
                  <a:pt x="1183311" y="1653150"/>
                  <a:pt x="1183014" y="1653623"/>
                </a:cubicBezTo>
                <a:lnTo>
                  <a:pt x="1171939" y="1672753"/>
                </a:lnTo>
                <a:cubicBezTo>
                  <a:pt x="1171643" y="1673227"/>
                  <a:pt x="1171110" y="1673523"/>
                  <a:pt x="1170577" y="1673523"/>
                </a:cubicBezTo>
                <a:lnTo>
                  <a:pt x="1148486" y="1673523"/>
                </a:lnTo>
                <a:cubicBezTo>
                  <a:pt x="1147894" y="1673523"/>
                  <a:pt x="1147420" y="1673227"/>
                  <a:pt x="1147124" y="1672753"/>
                </a:cubicBezTo>
                <a:lnTo>
                  <a:pt x="1136108" y="1653623"/>
                </a:lnTo>
                <a:cubicBezTo>
                  <a:pt x="1135812" y="1653150"/>
                  <a:pt x="1135812" y="1652557"/>
                  <a:pt x="1136108" y="1652084"/>
                </a:cubicBezTo>
                <a:lnTo>
                  <a:pt x="1147183" y="1632954"/>
                </a:lnTo>
                <a:cubicBezTo>
                  <a:pt x="1147479" y="1632480"/>
                  <a:pt x="1148012" y="1632184"/>
                  <a:pt x="1148546" y="1632184"/>
                </a:cubicBezTo>
                <a:close/>
                <a:moveTo>
                  <a:pt x="1283697" y="1631829"/>
                </a:moveTo>
                <a:lnTo>
                  <a:pt x="1306084" y="1631829"/>
                </a:lnTo>
                <a:cubicBezTo>
                  <a:pt x="1306617" y="1631829"/>
                  <a:pt x="1307150" y="1632125"/>
                  <a:pt x="1307446" y="1632599"/>
                </a:cubicBezTo>
                <a:lnTo>
                  <a:pt x="1318640" y="1652025"/>
                </a:lnTo>
                <a:cubicBezTo>
                  <a:pt x="1318936" y="1652499"/>
                  <a:pt x="1318936" y="1653150"/>
                  <a:pt x="1318640" y="1653624"/>
                </a:cubicBezTo>
                <a:lnTo>
                  <a:pt x="1307446" y="1673049"/>
                </a:lnTo>
                <a:cubicBezTo>
                  <a:pt x="1307150" y="1673523"/>
                  <a:pt x="1306617" y="1673819"/>
                  <a:pt x="1306084" y="1673819"/>
                </a:cubicBezTo>
                <a:lnTo>
                  <a:pt x="1283697" y="1673819"/>
                </a:lnTo>
                <a:cubicBezTo>
                  <a:pt x="1283164" y="1673819"/>
                  <a:pt x="1282631" y="1673523"/>
                  <a:pt x="1282335" y="1673049"/>
                </a:cubicBezTo>
                <a:lnTo>
                  <a:pt x="1271141" y="1653624"/>
                </a:lnTo>
                <a:cubicBezTo>
                  <a:pt x="1270845" y="1653150"/>
                  <a:pt x="1270845" y="1652499"/>
                  <a:pt x="1271141" y="1652025"/>
                </a:cubicBezTo>
                <a:lnTo>
                  <a:pt x="1282335" y="1632599"/>
                </a:lnTo>
                <a:cubicBezTo>
                  <a:pt x="1282631" y="1632125"/>
                  <a:pt x="1283164" y="1631829"/>
                  <a:pt x="1283697" y="1631829"/>
                </a:cubicBezTo>
                <a:close/>
                <a:moveTo>
                  <a:pt x="3583111" y="1631769"/>
                </a:moveTo>
                <a:lnTo>
                  <a:pt x="3605617" y="1631769"/>
                </a:lnTo>
                <a:cubicBezTo>
                  <a:pt x="3606149" y="1631769"/>
                  <a:pt x="3606682" y="1632065"/>
                  <a:pt x="3606979" y="1632539"/>
                </a:cubicBezTo>
                <a:lnTo>
                  <a:pt x="3618232" y="1652024"/>
                </a:lnTo>
                <a:cubicBezTo>
                  <a:pt x="3618527" y="1652498"/>
                  <a:pt x="3618527" y="1653149"/>
                  <a:pt x="3618232" y="1653623"/>
                </a:cubicBezTo>
                <a:lnTo>
                  <a:pt x="3606979" y="1673108"/>
                </a:lnTo>
                <a:cubicBezTo>
                  <a:pt x="3606682" y="1673582"/>
                  <a:pt x="3606149" y="1673878"/>
                  <a:pt x="3605617" y="1673878"/>
                </a:cubicBezTo>
                <a:lnTo>
                  <a:pt x="3583111" y="1673878"/>
                </a:lnTo>
                <a:cubicBezTo>
                  <a:pt x="3582578" y="1673878"/>
                  <a:pt x="3582045" y="1673582"/>
                  <a:pt x="3581749" y="1673108"/>
                </a:cubicBezTo>
                <a:lnTo>
                  <a:pt x="3570496" y="1653623"/>
                </a:lnTo>
                <a:cubicBezTo>
                  <a:pt x="3570200" y="1653149"/>
                  <a:pt x="3570200" y="1652498"/>
                  <a:pt x="3570496" y="1652024"/>
                </a:cubicBezTo>
                <a:lnTo>
                  <a:pt x="3581749" y="1632539"/>
                </a:lnTo>
                <a:cubicBezTo>
                  <a:pt x="3582045" y="1632065"/>
                  <a:pt x="3582578" y="1631769"/>
                  <a:pt x="3583111" y="1631769"/>
                </a:cubicBezTo>
                <a:close/>
                <a:moveTo>
                  <a:pt x="4732552" y="1631355"/>
                </a:moveTo>
                <a:lnTo>
                  <a:pt x="4755531" y="1631355"/>
                </a:lnTo>
                <a:cubicBezTo>
                  <a:pt x="4756123" y="1631355"/>
                  <a:pt x="4756656" y="1631710"/>
                  <a:pt x="4756952" y="1632184"/>
                </a:cubicBezTo>
                <a:lnTo>
                  <a:pt x="4768442" y="1652084"/>
                </a:lnTo>
                <a:cubicBezTo>
                  <a:pt x="4768738" y="1652558"/>
                  <a:pt x="4768738" y="1653209"/>
                  <a:pt x="4768442" y="1653683"/>
                </a:cubicBezTo>
                <a:lnTo>
                  <a:pt x="4756952" y="1673583"/>
                </a:lnTo>
                <a:cubicBezTo>
                  <a:pt x="4756656" y="1674115"/>
                  <a:pt x="4756123" y="1674412"/>
                  <a:pt x="4755531" y="1674412"/>
                </a:cubicBezTo>
                <a:lnTo>
                  <a:pt x="4732552" y="1674412"/>
                </a:lnTo>
                <a:cubicBezTo>
                  <a:pt x="4731959" y="1674412"/>
                  <a:pt x="4731426" y="1674056"/>
                  <a:pt x="4731130" y="1673583"/>
                </a:cubicBezTo>
                <a:lnTo>
                  <a:pt x="4719640" y="1653683"/>
                </a:lnTo>
                <a:cubicBezTo>
                  <a:pt x="4719344" y="1653209"/>
                  <a:pt x="4719344" y="1652558"/>
                  <a:pt x="4719640" y="1652084"/>
                </a:cubicBezTo>
                <a:lnTo>
                  <a:pt x="4731130" y="1632184"/>
                </a:lnTo>
                <a:cubicBezTo>
                  <a:pt x="4731426" y="1631651"/>
                  <a:pt x="4731959" y="1631355"/>
                  <a:pt x="4732552" y="1631355"/>
                </a:cubicBezTo>
                <a:close/>
                <a:moveTo>
                  <a:pt x="1553585" y="1630703"/>
                </a:moveTo>
                <a:lnTo>
                  <a:pt x="1577217" y="1630703"/>
                </a:lnTo>
                <a:cubicBezTo>
                  <a:pt x="1577809" y="1630703"/>
                  <a:pt x="1578341" y="1630999"/>
                  <a:pt x="1578638" y="1631532"/>
                </a:cubicBezTo>
                <a:lnTo>
                  <a:pt x="1590424" y="1652024"/>
                </a:lnTo>
                <a:cubicBezTo>
                  <a:pt x="1590720" y="1652498"/>
                  <a:pt x="1590720" y="1653149"/>
                  <a:pt x="1590424" y="1653682"/>
                </a:cubicBezTo>
                <a:lnTo>
                  <a:pt x="1578579" y="1674174"/>
                </a:lnTo>
                <a:cubicBezTo>
                  <a:pt x="1578283" y="1674707"/>
                  <a:pt x="1577749" y="1675003"/>
                  <a:pt x="1577157" y="1675003"/>
                </a:cubicBezTo>
                <a:lnTo>
                  <a:pt x="1553526" y="1675003"/>
                </a:lnTo>
                <a:cubicBezTo>
                  <a:pt x="1552934" y="1675003"/>
                  <a:pt x="1552401" y="1674707"/>
                  <a:pt x="1552105" y="1674174"/>
                </a:cubicBezTo>
                <a:lnTo>
                  <a:pt x="1540319" y="1653682"/>
                </a:lnTo>
                <a:cubicBezTo>
                  <a:pt x="1540023" y="1653208"/>
                  <a:pt x="1540023" y="1652557"/>
                  <a:pt x="1540319" y="1652024"/>
                </a:cubicBezTo>
                <a:lnTo>
                  <a:pt x="1552164" y="1631532"/>
                </a:lnTo>
                <a:cubicBezTo>
                  <a:pt x="1552460" y="1630999"/>
                  <a:pt x="1552993" y="1630703"/>
                  <a:pt x="1553585" y="1630703"/>
                </a:cubicBezTo>
                <a:close/>
                <a:moveTo>
                  <a:pt x="4799713" y="1630525"/>
                </a:moveTo>
                <a:lnTo>
                  <a:pt x="4823581" y="1630525"/>
                </a:lnTo>
                <a:cubicBezTo>
                  <a:pt x="4824173" y="1630525"/>
                  <a:pt x="4824765" y="1630821"/>
                  <a:pt x="4825062" y="1631354"/>
                </a:cubicBezTo>
                <a:lnTo>
                  <a:pt x="4836966" y="1652024"/>
                </a:lnTo>
                <a:cubicBezTo>
                  <a:pt x="4837262" y="1652498"/>
                  <a:pt x="4837262" y="1653149"/>
                  <a:pt x="4836966" y="1653682"/>
                </a:cubicBezTo>
                <a:lnTo>
                  <a:pt x="4825062" y="1674352"/>
                </a:lnTo>
                <a:cubicBezTo>
                  <a:pt x="4824706" y="1674826"/>
                  <a:pt x="4824173" y="1675181"/>
                  <a:pt x="4823581" y="1675181"/>
                </a:cubicBezTo>
                <a:lnTo>
                  <a:pt x="4799713" y="1675181"/>
                </a:lnTo>
                <a:cubicBezTo>
                  <a:pt x="4799121" y="1675181"/>
                  <a:pt x="4798528" y="1674885"/>
                  <a:pt x="4798233" y="1674352"/>
                </a:cubicBezTo>
                <a:lnTo>
                  <a:pt x="4786328" y="1653682"/>
                </a:lnTo>
                <a:cubicBezTo>
                  <a:pt x="4786032" y="1653208"/>
                  <a:pt x="4786032" y="1652557"/>
                  <a:pt x="4786328" y="1652024"/>
                </a:cubicBezTo>
                <a:lnTo>
                  <a:pt x="4798233" y="1631354"/>
                </a:lnTo>
                <a:cubicBezTo>
                  <a:pt x="4798588" y="1630880"/>
                  <a:pt x="4799121" y="1630525"/>
                  <a:pt x="4799713" y="1630525"/>
                </a:cubicBezTo>
                <a:close/>
                <a:moveTo>
                  <a:pt x="3650035" y="1630525"/>
                </a:moveTo>
                <a:lnTo>
                  <a:pt x="3673903" y="1630525"/>
                </a:lnTo>
                <a:cubicBezTo>
                  <a:pt x="3674495" y="1630525"/>
                  <a:pt x="3675087" y="1630821"/>
                  <a:pt x="3675384" y="1631354"/>
                </a:cubicBezTo>
                <a:lnTo>
                  <a:pt x="3687288" y="1652024"/>
                </a:lnTo>
                <a:cubicBezTo>
                  <a:pt x="3687584" y="1652498"/>
                  <a:pt x="3687584" y="1653149"/>
                  <a:pt x="3687288" y="1653682"/>
                </a:cubicBezTo>
                <a:lnTo>
                  <a:pt x="3675384" y="1674352"/>
                </a:lnTo>
                <a:cubicBezTo>
                  <a:pt x="3675028" y="1674826"/>
                  <a:pt x="3674495" y="1675181"/>
                  <a:pt x="3673903" y="1675181"/>
                </a:cubicBezTo>
                <a:lnTo>
                  <a:pt x="3650035" y="1675181"/>
                </a:lnTo>
                <a:cubicBezTo>
                  <a:pt x="3649443" y="1675181"/>
                  <a:pt x="3648850" y="1674885"/>
                  <a:pt x="3648555" y="1674352"/>
                </a:cubicBezTo>
                <a:lnTo>
                  <a:pt x="3636650" y="1653682"/>
                </a:lnTo>
                <a:cubicBezTo>
                  <a:pt x="3636354" y="1653208"/>
                  <a:pt x="3636354" y="1652557"/>
                  <a:pt x="3636650" y="1652024"/>
                </a:cubicBezTo>
                <a:lnTo>
                  <a:pt x="3648555" y="1631354"/>
                </a:lnTo>
                <a:cubicBezTo>
                  <a:pt x="3648910" y="1630880"/>
                  <a:pt x="3649443" y="1630525"/>
                  <a:pt x="3650035" y="1630525"/>
                </a:cubicBezTo>
                <a:close/>
                <a:moveTo>
                  <a:pt x="4867170" y="1630111"/>
                </a:moveTo>
                <a:lnTo>
                  <a:pt x="4891452" y="1630111"/>
                </a:lnTo>
                <a:cubicBezTo>
                  <a:pt x="4892044" y="1630111"/>
                  <a:pt x="4892636" y="1630407"/>
                  <a:pt x="4892933" y="1630940"/>
                </a:cubicBezTo>
                <a:lnTo>
                  <a:pt x="4905074" y="1651965"/>
                </a:lnTo>
                <a:cubicBezTo>
                  <a:pt x="4905370" y="1652498"/>
                  <a:pt x="4905370" y="1653150"/>
                  <a:pt x="4905074" y="1653683"/>
                </a:cubicBezTo>
                <a:lnTo>
                  <a:pt x="4892933" y="1674708"/>
                </a:lnTo>
                <a:cubicBezTo>
                  <a:pt x="4892636" y="1675182"/>
                  <a:pt x="4892044" y="1675537"/>
                  <a:pt x="4891452" y="1675537"/>
                </a:cubicBezTo>
                <a:lnTo>
                  <a:pt x="4867170" y="1675537"/>
                </a:lnTo>
                <a:cubicBezTo>
                  <a:pt x="4866578" y="1675537"/>
                  <a:pt x="4865985" y="1675240"/>
                  <a:pt x="4865689" y="1674708"/>
                </a:cubicBezTo>
                <a:lnTo>
                  <a:pt x="4853548" y="1653683"/>
                </a:lnTo>
                <a:cubicBezTo>
                  <a:pt x="4853252" y="1653150"/>
                  <a:pt x="4853252" y="1652498"/>
                  <a:pt x="4853548" y="1651965"/>
                </a:cubicBezTo>
                <a:lnTo>
                  <a:pt x="4865689" y="1630940"/>
                </a:lnTo>
                <a:cubicBezTo>
                  <a:pt x="4865985" y="1630466"/>
                  <a:pt x="4866578" y="1630111"/>
                  <a:pt x="4867170" y="1630111"/>
                </a:cubicBezTo>
                <a:close/>
                <a:moveTo>
                  <a:pt x="1349851" y="1629163"/>
                </a:moveTo>
                <a:lnTo>
                  <a:pt x="1375140" y="1629163"/>
                </a:lnTo>
                <a:cubicBezTo>
                  <a:pt x="1375792" y="1629163"/>
                  <a:pt x="1376384" y="1629518"/>
                  <a:pt x="1376680" y="1630052"/>
                </a:cubicBezTo>
                <a:lnTo>
                  <a:pt x="1389295" y="1651965"/>
                </a:lnTo>
                <a:cubicBezTo>
                  <a:pt x="1389591" y="1652498"/>
                  <a:pt x="1389591" y="1653208"/>
                  <a:pt x="1389295" y="1653742"/>
                </a:cubicBezTo>
                <a:lnTo>
                  <a:pt x="1376621" y="1675655"/>
                </a:lnTo>
                <a:cubicBezTo>
                  <a:pt x="1376325" y="1676188"/>
                  <a:pt x="1375733" y="1676543"/>
                  <a:pt x="1375081" y="1676543"/>
                </a:cubicBezTo>
                <a:lnTo>
                  <a:pt x="1349792" y="1676543"/>
                </a:lnTo>
                <a:cubicBezTo>
                  <a:pt x="1349141" y="1676543"/>
                  <a:pt x="1348548" y="1676188"/>
                  <a:pt x="1348252" y="1675655"/>
                </a:cubicBezTo>
                <a:lnTo>
                  <a:pt x="1335637" y="1653742"/>
                </a:lnTo>
                <a:cubicBezTo>
                  <a:pt x="1335341" y="1653208"/>
                  <a:pt x="1335341" y="1652498"/>
                  <a:pt x="1335637" y="1651965"/>
                </a:cubicBezTo>
                <a:lnTo>
                  <a:pt x="1348311" y="1630052"/>
                </a:lnTo>
                <a:cubicBezTo>
                  <a:pt x="1348607" y="1629518"/>
                  <a:pt x="1349200" y="1629163"/>
                  <a:pt x="1349851" y="1629163"/>
                </a:cubicBezTo>
                <a:close/>
                <a:moveTo>
                  <a:pt x="1485062" y="1629045"/>
                </a:moveTo>
                <a:lnTo>
                  <a:pt x="1510469" y="1629045"/>
                </a:lnTo>
                <a:cubicBezTo>
                  <a:pt x="1511121" y="1629045"/>
                  <a:pt x="1511654" y="1629400"/>
                  <a:pt x="1512009" y="1629934"/>
                </a:cubicBezTo>
                <a:lnTo>
                  <a:pt x="1524683" y="1651906"/>
                </a:lnTo>
                <a:cubicBezTo>
                  <a:pt x="1525039" y="1652439"/>
                  <a:pt x="1525039" y="1653150"/>
                  <a:pt x="1524683" y="1653683"/>
                </a:cubicBezTo>
                <a:lnTo>
                  <a:pt x="1511950" y="1675655"/>
                </a:lnTo>
                <a:cubicBezTo>
                  <a:pt x="1511654" y="1676188"/>
                  <a:pt x="1511061" y="1676544"/>
                  <a:pt x="1510410" y="1676544"/>
                </a:cubicBezTo>
                <a:lnTo>
                  <a:pt x="1485003" y="1676544"/>
                </a:lnTo>
                <a:cubicBezTo>
                  <a:pt x="1484351" y="1676544"/>
                  <a:pt x="1483818" y="1676188"/>
                  <a:pt x="1483463" y="1675655"/>
                </a:cubicBezTo>
                <a:lnTo>
                  <a:pt x="1470789" y="1653683"/>
                </a:lnTo>
                <a:cubicBezTo>
                  <a:pt x="1470433" y="1653150"/>
                  <a:pt x="1470433" y="1652439"/>
                  <a:pt x="1470789" y="1651906"/>
                </a:cubicBezTo>
                <a:lnTo>
                  <a:pt x="1483522" y="1629934"/>
                </a:lnTo>
                <a:cubicBezTo>
                  <a:pt x="1483818" y="1629400"/>
                  <a:pt x="1484410" y="1629045"/>
                  <a:pt x="1485062" y="1629045"/>
                </a:cubicBezTo>
                <a:close/>
                <a:moveTo>
                  <a:pt x="2296565" y="1628927"/>
                </a:moveTo>
                <a:lnTo>
                  <a:pt x="2322091" y="1628927"/>
                </a:lnTo>
                <a:cubicBezTo>
                  <a:pt x="2322683" y="1628927"/>
                  <a:pt x="2323275" y="1629282"/>
                  <a:pt x="2323631" y="1629815"/>
                </a:cubicBezTo>
                <a:lnTo>
                  <a:pt x="2336364" y="1651906"/>
                </a:lnTo>
                <a:cubicBezTo>
                  <a:pt x="2336719" y="1652439"/>
                  <a:pt x="2336719" y="1653150"/>
                  <a:pt x="2336364" y="1653683"/>
                </a:cubicBezTo>
                <a:lnTo>
                  <a:pt x="2323631" y="1675774"/>
                </a:lnTo>
                <a:cubicBezTo>
                  <a:pt x="2323334" y="1676307"/>
                  <a:pt x="2322742" y="1676662"/>
                  <a:pt x="2322091" y="1676662"/>
                </a:cubicBezTo>
                <a:lnTo>
                  <a:pt x="2296565" y="1676662"/>
                </a:lnTo>
                <a:cubicBezTo>
                  <a:pt x="2295972" y="1676662"/>
                  <a:pt x="2295380" y="1676307"/>
                  <a:pt x="2295025" y="1675774"/>
                </a:cubicBezTo>
                <a:lnTo>
                  <a:pt x="2282292" y="1653683"/>
                </a:lnTo>
                <a:cubicBezTo>
                  <a:pt x="2281936" y="1653150"/>
                  <a:pt x="2281936" y="1652439"/>
                  <a:pt x="2282292" y="1651906"/>
                </a:cubicBezTo>
                <a:lnTo>
                  <a:pt x="2295025" y="1629815"/>
                </a:lnTo>
                <a:cubicBezTo>
                  <a:pt x="2295321" y="1629282"/>
                  <a:pt x="2295913" y="1628927"/>
                  <a:pt x="2296565" y="1628927"/>
                </a:cubicBezTo>
                <a:close/>
                <a:moveTo>
                  <a:pt x="1417368" y="1628867"/>
                </a:moveTo>
                <a:lnTo>
                  <a:pt x="1442953" y="1628867"/>
                </a:lnTo>
                <a:cubicBezTo>
                  <a:pt x="1443546" y="1628867"/>
                  <a:pt x="1444138" y="1629222"/>
                  <a:pt x="1444493" y="1629755"/>
                </a:cubicBezTo>
                <a:lnTo>
                  <a:pt x="1457286" y="1651965"/>
                </a:lnTo>
                <a:cubicBezTo>
                  <a:pt x="1457641" y="1652557"/>
                  <a:pt x="1457641" y="1653268"/>
                  <a:pt x="1457286" y="1653801"/>
                </a:cubicBezTo>
                <a:lnTo>
                  <a:pt x="1444493" y="1676010"/>
                </a:lnTo>
                <a:cubicBezTo>
                  <a:pt x="1444197" y="1676543"/>
                  <a:pt x="1443605" y="1676898"/>
                  <a:pt x="1442953" y="1676898"/>
                </a:cubicBezTo>
                <a:lnTo>
                  <a:pt x="1417368" y="1676898"/>
                </a:lnTo>
                <a:cubicBezTo>
                  <a:pt x="1416776" y="1676898"/>
                  <a:pt x="1416184" y="1676543"/>
                  <a:pt x="1415828" y="1676010"/>
                </a:cubicBezTo>
                <a:lnTo>
                  <a:pt x="1403036" y="1653801"/>
                </a:lnTo>
                <a:cubicBezTo>
                  <a:pt x="1402680" y="1653208"/>
                  <a:pt x="1402680" y="1652498"/>
                  <a:pt x="1403036" y="1651965"/>
                </a:cubicBezTo>
                <a:lnTo>
                  <a:pt x="1415828" y="1629755"/>
                </a:lnTo>
                <a:cubicBezTo>
                  <a:pt x="1416124" y="1629222"/>
                  <a:pt x="1416716" y="1628867"/>
                  <a:pt x="1417368" y="1628867"/>
                </a:cubicBezTo>
                <a:close/>
                <a:moveTo>
                  <a:pt x="2160762" y="1627801"/>
                </a:moveTo>
                <a:lnTo>
                  <a:pt x="2187472" y="1627801"/>
                </a:lnTo>
                <a:cubicBezTo>
                  <a:pt x="2188183" y="1627801"/>
                  <a:pt x="2188775" y="1628156"/>
                  <a:pt x="2189130" y="1628748"/>
                </a:cubicBezTo>
                <a:lnTo>
                  <a:pt x="2202456" y="1651905"/>
                </a:lnTo>
                <a:cubicBezTo>
                  <a:pt x="2202811" y="1652498"/>
                  <a:pt x="2202811" y="1653208"/>
                  <a:pt x="2202456" y="1653801"/>
                </a:cubicBezTo>
                <a:lnTo>
                  <a:pt x="2189071" y="1676958"/>
                </a:lnTo>
                <a:cubicBezTo>
                  <a:pt x="2188716" y="1677550"/>
                  <a:pt x="2188064" y="1677905"/>
                  <a:pt x="2187413" y="1677905"/>
                </a:cubicBezTo>
                <a:lnTo>
                  <a:pt x="2160702" y="1677905"/>
                </a:lnTo>
                <a:cubicBezTo>
                  <a:pt x="2159992" y="1677905"/>
                  <a:pt x="2159399" y="1677550"/>
                  <a:pt x="2159044" y="1676958"/>
                </a:cubicBezTo>
                <a:lnTo>
                  <a:pt x="2145719" y="1653801"/>
                </a:lnTo>
                <a:cubicBezTo>
                  <a:pt x="2145363" y="1653208"/>
                  <a:pt x="2145363" y="1652498"/>
                  <a:pt x="2145719" y="1651905"/>
                </a:cubicBezTo>
                <a:lnTo>
                  <a:pt x="2159103" y="1628748"/>
                </a:lnTo>
                <a:cubicBezTo>
                  <a:pt x="2159459" y="1628156"/>
                  <a:pt x="2160110" y="1627801"/>
                  <a:pt x="2160762" y="1627801"/>
                </a:cubicBezTo>
                <a:close/>
                <a:moveTo>
                  <a:pt x="2228100" y="1627387"/>
                </a:moveTo>
                <a:lnTo>
                  <a:pt x="2255285" y="1627387"/>
                </a:lnTo>
                <a:cubicBezTo>
                  <a:pt x="2255936" y="1627387"/>
                  <a:pt x="2256588" y="1627742"/>
                  <a:pt x="2256943" y="1628334"/>
                </a:cubicBezTo>
                <a:lnTo>
                  <a:pt x="2270506" y="1651847"/>
                </a:lnTo>
                <a:cubicBezTo>
                  <a:pt x="2270861" y="1652439"/>
                  <a:pt x="2270861" y="1653150"/>
                  <a:pt x="2270506" y="1653742"/>
                </a:cubicBezTo>
                <a:lnTo>
                  <a:pt x="2256943" y="1677254"/>
                </a:lnTo>
                <a:cubicBezTo>
                  <a:pt x="2256588" y="1677847"/>
                  <a:pt x="2255936" y="1678202"/>
                  <a:pt x="2255285" y="1678202"/>
                </a:cubicBezTo>
                <a:lnTo>
                  <a:pt x="2228100" y="1678202"/>
                </a:lnTo>
                <a:cubicBezTo>
                  <a:pt x="2227449" y="1678202"/>
                  <a:pt x="2226798" y="1677847"/>
                  <a:pt x="2226442" y="1677254"/>
                </a:cubicBezTo>
                <a:lnTo>
                  <a:pt x="2212880" y="1653742"/>
                </a:lnTo>
                <a:cubicBezTo>
                  <a:pt x="2212524" y="1653150"/>
                  <a:pt x="2212524" y="1652439"/>
                  <a:pt x="2212880" y="1651847"/>
                </a:cubicBezTo>
                <a:lnTo>
                  <a:pt x="2226442" y="1628334"/>
                </a:lnTo>
                <a:cubicBezTo>
                  <a:pt x="2226798" y="1627742"/>
                  <a:pt x="2227449" y="1627387"/>
                  <a:pt x="2228100" y="1627387"/>
                </a:cubicBezTo>
                <a:close/>
                <a:moveTo>
                  <a:pt x="2104023" y="1589660"/>
                </a:moveTo>
                <a:lnTo>
                  <a:pt x="2108880" y="1589660"/>
                </a:lnTo>
                <a:cubicBezTo>
                  <a:pt x="2108999" y="1589660"/>
                  <a:pt x="2109176" y="1589837"/>
                  <a:pt x="2109176" y="1589837"/>
                </a:cubicBezTo>
                <a:lnTo>
                  <a:pt x="2111604" y="1594043"/>
                </a:lnTo>
                <a:cubicBezTo>
                  <a:pt x="2111664" y="1594161"/>
                  <a:pt x="2111604" y="1594398"/>
                  <a:pt x="2111604" y="1594398"/>
                </a:cubicBezTo>
                <a:lnTo>
                  <a:pt x="2109176" y="1598603"/>
                </a:lnTo>
                <a:cubicBezTo>
                  <a:pt x="2109117" y="1598721"/>
                  <a:pt x="2108880" y="1598781"/>
                  <a:pt x="2108880" y="1598781"/>
                </a:cubicBezTo>
                <a:lnTo>
                  <a:pt x="2104023" y="1598781"/>
                </a:lnTo>
                <a:cubicBezTo>
                  <a:pt x="2103905" y="1598781"/>
                  <a:pt x="2103727" y="1598603"/>
                  <a:pt x="2103727" y="1598603"/>
                </a:cubicBezTo>
                <a:lnTo>
                  <a:pt x="2101299" y="1594398"/>
                </a:lnTo>
                <a:cubicBezTo>
                  <a:pt x="2101240" y="1594279"/>
                  <a:pt x="2101299" y="1594043"/>
                  <a:pt x="2101299" y="1594043"/>
                </a:cubicBezTo>
                <a:lnTo>
                  <a:pt x="2103727" y="1589837"/>
                </a:lnTo>
                <a:cubicBezTo>
                  <a:pt x="2103787" y="1589719"/>
                  <a:pt x="2104023" y="1589660"/>
                  <a:pt x="2104023" y="1589660"/>
                </a:cubicBezTo>
                <a:close/>
                <a:moveTo>
                  <a:pt x="4129818" y="1583797"/>
                </a:moveTo>
                <a:lnTo>
                  <a:pt x="4140952" y="1583797"/>
                </a:lnTo>
                <a:cubicBezTo>
                  <a:pt x="4141188" y="1583797"/>
                  <a:pt x="4141603" y="1584212"/>
                  <a:pt x="4141603" y="1584212"/>
                </a:cubicBezTo>
                <a:lnTo>
                  <a:pt x="4147170" y="1593865"/>
                </a:lnTo>
                <a:cubicBezTo>
                  <a:pt x="4147289" y="1594102"/>
                  <a:pt x="4147170" y="1594635"/>
                  <a:pt x="4147170" y="1594635"/>
                </a:cubicBezTo>
                <a:lnTo>
                  <a:pt x="4141603" y="1604289"/>
                </a:lnTo>
                <a:cubicBezTo>
                  <a:pt x="4141485" y="1604526"/>
                  <a:pt x="4140952" y="1604703"/>
                  <a:pt x="4140952" y="1604703"/>
                </a:cubicBezTo>
                <a:lnTo>
                  <a:pt x="4129818" y="1604703"/>
                </a:lnTo>
                <a:cubicBezTo>
                  <a:pt x="4129580" y="1604703"/>
                  <a:pt x="4129166" y="1604289"/>
                  <a:pt x="4129166" y="1604289"/>
                </a:cubicBezTo>
                <a:lnTo>
                  <a:pt x="4123599" y="1594635"/>
                </a:lnTo>
                <a:cubicBezTo>
                  <a:pt x="4123480" y="1594398"/>
                  <a:pt x="4123599" y="1593865"/>
                  <a:pt x="4123599" y="1593865"/>
                </a:cubicBezTo>
                <a:lnTo>
                  <a:pt x="4129166" y="1584212"/>
                </a:lnTo>
                <a:cubicBezTo>
                  <a:pt x="4129284" y="1583975"/>
                  <a:pt x="4129818" y="1583797"/>
                  <a:pt x="4129818" y="1583797"/>
                </a:cubicBezTo>
                <a:close/>
                <a:moveTo>
                  <a:pt x="4196149" y="1581428"/>
                </a:moveTo>
                <a:lnTo>
                  <a:pt x="4209831" y="1581428"/>
                </a:lnTo>
                <a:cubicBezTo>
                  <a:pt x="4210186" y="1581428"/>
                  <a:pt x="4210482" y="1581606"/>
                  <a:pt x="4210660" y="1581902"/>
                </a:cubicBezTo>
                <a:lnTo>
                  <a:pt x="4217470" y="1593747"/>
                </a:lnTo>
                <a:cubicBezTo>
                  <a:pt x="4217648" y="1594043"/>
                  <a:pt x="4217648" y="1594398"/>
                  <a:pt x="4217470" y="1594694"/>
                </a:cubicBezTo>
                <a:lnTo>
                  <a:pt x="4210601" y="1606539"/>
                </a:lnTo>
                <a:cubicBezTo>
                  <a:pt x="4210423" y="1606835"/>
                  <a:pt x="4210126" y="1607013"/>
                  <a:pt x="4209771" y="1607013"/>
                </a:cubicBezTo>
                <a:lnTo>
                  <a:pt x="4196090" y="1607013"/>
                </a:lnTo>
                <a:cubicBezTo>
                  <a:pt x="4195735" y="1607013"/>
                  <a:pt x="4195439" y="1606835"/>
                  <a:pt x="4195261" y="1606539"/>
                </a:cubicBezTo>
                <a:lnTo>
                  <a:pt x="4188450" y="1594694"/>
                </a:lnTo>
                <a:cubicBezTo>
                  <a:pt x="4188273" y="1594398"/>
                  <a:pt x="4188273" y="1594043"/>
                  <a:pt x="4188450" y="1593747"/>
                </a:cubicBezTo>
                <a:lnTo>
                  <a:pt x="4195320" y="1581902"/>
                </a:lnTo>
                <a:cubicBezTo>
                  <a:pt x="4195498" y="1581606"/>
                  <a:pt x="4195794" y="1581428"/>
                  <a:pt x="4196149" y="1581428"/>
                </a:cubicBezTo>
                <a:close/>
                <a:moveTo>
                  <a:pt x="3384173" y="1580599"/>
                </a:moveTo>
                <a:lnTo>
                  <a:pt x="3398743" y="1580599"/>
                </a:lnTo>
                <a:cubicBezTo>
                  <a:pt x="3399098" y="1580599"/>
                  <a:pt x="3399453" y="1580836"/>
                  <a:pt x="3399631" y="1581132"/>
                </a:cubicBezTo>
                <a:lnTo>
                  <a:pt x="3406916" y="1593747"/>
                </a:lnTo>
                <a:cubicBezTo>
                  <a:pt x="3407094" y="1594043"/>
                  <a:pt x="3407094" y="1594458"/>
                  <a:pt x="3406916" y="1594754"/>
                </a:cubicBezTo>
                <a:lnTo>
                  <a:pt x="3399631" y="1607369"/>
                </a:lnTo>
                <a:cubicBezTo>
                  <a:pt x="3399453" y="1607724"/>
                  <a:pt x="3399098" y="1607902"/>
                  <a:pt x="3398743" y="1607902"/>
                </a:cubicBezTo>
                <a:lnTo>
                  <a:pt x="3384173" y="1607902"/>
                </a:lnTo>
                <a:cubicBezTo>
                  <a:pt x="3383818" y="1607902"/>
                  <a:pt x="3383463" y="1607665"/>
                  <a:pt x="3383285" y="1607369"/>
                </a:cubicBezTo>
                <a:lnTo>
                  <a:pt x="3376000" y="1594754"/>
                </a:lnTo>
                <a:cubicBezTo>
                  <a:pt x="3375823" y="1594458"/>
                  <a:pt x="3375823" y="1594043"/>
                  <a:pt x="3376000" y="1593747"/>
                </a:cubicBezTo>
                <a:lnTo>
                  <a:pt x="3383285" y="1581132"/>
                </a:lnTo>
                <a:cubicBezTo>
                  <a:pt x="3383463" y="1580777"/>
                  <a:pt x="3383818" y="1580599"/>
                  <a:pt x="3384173" y="1580599"/>
                </a:cubicBezTo>
                <a:close/>
                <a:moveTo>
                  <a:pt x="1760874" y="1580362"/>
                </a:moveTo>
                <a:lnTo>
                  <a:pt x="1775680" y="1580362"/>
                </a:lnTo>
                <a:cubicBezTo>
                  <a:pt x="1776035" y="1580362"/>
                  <a:pt x="1776391" y="1580599"/>
                  <a:pt x="1776568" y="1580895"/>
                </a:cubicBezTo>
                <a:lnTo>
                  <a:pt x="1783972" y="1593688"/>
                </a:lnTo>
                <a:cubicBezTo>
                  <a:pt x="1784149" y="1594043"/>
                  <a:pt x="1784149" y="1594458"/>
                  <a:pt x="1783972" y="1594754"/>
                </a:cubicBezTo>
                <a:lnTo>
                  <a:pt x="1776568" y="1607546"/>
                </a:lnTo>
                <a:cubicBezTo>
                  <a:pt x="1776391" y="1607901"/>
                  <a:pt x="1776035" y="1608079"/>
                  <a:pt x="1775680" y="1608079"/>
                </a:cubicBezTo>
                <a:lnTo>
                  <a:pt x="1760874" y="1608079"/>
                </a:lnTo>
                <a:cubicBezTo>
                  <a:pt x="1760518" y="1608079"/>
                  <a:pt x="1760163" y="1607843"/>
                  <a:pt x="1759986" y="1607546"/>
                </a:cubicBezTo>
                <a:lnTo>
                  <a:pt x="1752582" y="1594754"/>
                </a:lnTo>
                <a:cubicBezTo>
                  <a:pt x="1752405" y="1594398"/>
                  <a:pt x="1752405" y="1593984"/>
                  <a:pt x="1752582" y="1593688"/>
                </a:cubicBezTo>
                <a:lnTo>
                  <a:pt x="1759986" y="1580895"/>
                </a:lnTo>
                <a:cubicBezTo>
                  <a:pt x="1760163" y="1580540"/>
                  <a:pt x="1760518" y="1580362"/>
                  <a:pt x="1760874" y="1580362"/>
                </a:cubicBezTo>
                <a:close/>
                <a:moveTo>
                  <a:pt x="678475" y="1579770"/>
                </a:moveTo>
                <a:lnTo>
                  <a:pt x="693933" y="1579770"/>
                </a:lnTo>
                <a:cubicBezTo>
                  <a:pt x="694348" y="1579770"/>
                  <a:pt x="694703" y="1579948"/>
                  <a:pt x="694880" y="1580303"/>
                </a:cubicBezTo>
                <a:lnTo>
                  <a:pt x="702580" y="1593688"/>
                </a:lnTo>
                <a:cubicBezTo>
                  <a:pt x="702758" y="1593984"/>
                  <a:pt x="702758" y="1594399"/>
                  <a:pt x="702580" y="1594754"/>
                </a:cubicBezTo>
                <a:lnTo>
                  <a:pt x="694821" y="1608139"/>
                </a:lnTo>
                <a:cubicBezTo>
                  <a:pt x="694644" y="1608435"/>
                  <a:pt x="694229" y="1608672"/>
                  <a:pt x="693874" y="1608672"/>
                </a:cubicBezTo>
                <a:lnTo>
                  <a:pt x="678416" y="1608672"/>
                </a:lnTo>
                <a:cubicBezTo>
                  <a:pt x="678001" y="1608672"/>
                  <a:pt x="677646" y="1608494"/>
                  <a:pt x="677468" y="1608139"/>
                </a:cubicBezTo>
                <a:lnTo>
                  <a:pt x="669769" y="1594754"/>
                </a:lnTo>
                <a:cubicBezTo>
                  <a:pt x="669592" y="1594458"/>
                  <a:pt x="669592" y="1594043"/>
                  <a:pt x="669769" y="1593688"/>
                </a:cubicBezTo>
                <a:lnTo>
                  <a:pt x="677528" y="1580303"/>
                </a:lnTo>
                <a:cubicBezTo>
                  <a:pt x="677705" y="1580007"/>
                  <a:pt x="678120" y="1579770"/>
                  <a:pt x="678475" y="1579770"/>
                </a:cubicBezTo>
                <a:close/>
                <a:moveTo>
                  <a:pt x="3451276" y="1579651"/>
                </a:moveTo>
                <a:lnTo>
                  <a:pt x="3466852" y="1579651"/>
                </a:lnTo>
                <a:cubicBezTo>
                  <a:pt x="3467208" y="1579651"/>
                  <a:pt x="3467622" y="1579829"/>
                  <a:pt x="3467800" y="1580184"/>
                </a:cubicBezTo>
                <a:lnTo>
                  <a:pt x="3475558" y="1593687"/>
                </a:lnTo>
                <a:cubicBezTo>
                  <a:pt x="3475736" y="1594043"/>
                  <a:pt x="3475736" y="1594457"/>
                  <a:pt x="3475558" y="1594813"/>
                </a:cubicBezTo>
                <a:lnTo>
                  <a:pt x="3467740" y="1608316"/>
                </a:lnTo>
                <a:cubicBezTo>
                  <a:pt x="3467562" y="1608612"/>
                  <a:pt x="3467208" y="1608849"/>
                  <a:pt x="3466793" y="1608849"/>
                </a:cubicBezTo>
                <a:lnTo>
                  <a:pt x="3451216" y="1608849"/>
                </a:lnTo>
                <a:cubicBezTo>
                  <a:pt x="3450861" y="1608849"/>
                  <a:pt x="3450446" y="1608671"/>
                  <a:pt x="3450269" y="1608316"/>
                </a:cubicBezTo>
                <a:lnTo>
                  <a:pt x="3442510" y="1594813"/>
                </a:lnTo>
                <a:cubicBezTo>
                  <a:pt x="3442333" y="1594457"/>
                  <a:pt x="3442333" y="1594043"/>
                  <a:pt x="3442510" y="1593687"/>
                </a:cubicBezTo>
                <a:lnTo>
                  <a:pt x="3450329" y="1580184"/>
                </a:lnTo>
                <a:cubicBezTo>
                  <a:pt x="3450506" y="1579888"/>
                  <a:pt x="3450861" y="1579651"/>
                  <a:pt x="3451276" y="1579651"/>
                </a:cubicBezTo>
                <a:close/>
                <a:moveTo>
                  <a:pt x="745518" y="1578703"/>
                </a:moveTo>
                <a:lnTo>
                  <a:pt x="762101" y="1578703"/>
                </a:lnTo>
                <a:cubicBezTo>
                  <a:pt x="762515" y="1578703"/>
                  <a:pt x="762871" y="1578940"/>
                  <a:pt x="763108" y="1579295"/>
                </a:cubicBezTo>
                <a:lnTo>
                  <a:pt x="771399" y="1593628"/>
                </a:lnTo>
                <a:cubicBezTo>
                  <a:pt x="771636" y="1593983"/>
                  <a:pt x="771636" y="1594457"/>
                  <a:pt x="771399" y="1594812"/>
                </a:cubicBezTo>
                <a:lnTo>
                  <a:pt x="763108" y="1609145"/>
                </a:lnTo>
                <a:cubicBezTo>
                  <a:pt x="762871" y="1609500"/>
                  <a:pt x="762515" y="1609737"/>
                  <a:pt x="762101" y="1609737"/>
                </a:cubicBezTo>
                <a:lnTo>
                  <a:pt x="745518" y="1609737"/>
                </a:lnTo>
                <a:cubicBezTo>
                  <a:pt x="745104" y="1609737"/>
                  <a:pt x="744748" y="1609500"/>
                  <a:pt x="744511" y="1609145"/>
                </a:cubicBezTo>
                <a:lnTo>
                  <a:pt x="736220" y="1594812"/>
                </a:lnTo>
                <a:cubicBezTo>
                  <a:pt x="735983" y="1594457"/>
                  <a:pt x="735983" y="1593983"/>
                  <a:pt x="736220" y="1593628"/>
                </a:cubicBezTo>
                <a:lnTo>
                  <a:pt x="744511" y="1579295"/>
                </a:lnTo>
                <a:cubicBezTo>
                  <a:pt x="744748" y="1578940"/>
                  <a:pt x="745104" y="1578703"/>
                  <a:pt x="745518" y="1578703"/>
                </a:cubicBezTo>
                <a:close/>
                <a:moveTo>
                  <a:pt x="1692232" y="1578407"/>
                </a:moveTo>
                <a:lnTo>
                  <a:pt x="1709111" y="1578407"/>
                </a:lnTo>
                <a:cubicBezTo>
                  <a:pt x="1709525" y="1578407"/>
                  <a:pt x="1709881" y="1578644"/>
                  <a:pt x="1710118" y="1578999"/>
                </a:cubicBezTo>
                <a:lnTo>
                  <a:pt x="1718528" y="1593628"/>
                </a:lnTo>
                <a:cubicBezTo>
                  <a:pt x="1718765" y="1593983"/>
                  <a:pt x="1718765" y="1594457"/>
                  <a:pt x="1718528" y="1594812"/>
                </a:cubicBezTo>
                <a:lnTo>
                  <a:pt x="1710059" y="1609441"/>
                </a:lnTo>
                <a:cubicBezTo>
                  <a:pt x="1709881" y="1609796"/>
                  <a:pt x="1709466" y="1610033"/>
                  <a:pt x="1709052" y="1610033"/>
                </a:cubicBezTo>
                <a:lnTo>
                  <a:pt x="1692173" y="1610033"/>
                </a:lnTo>
                <a:cubicBezTo>
                  <a:pt x="1691758" y="1610033"/>
                  <a:pt x="1691403" y="1609796"/>
                  <a:pt x="1691166" y="1609441"/>
                </a:cubicBezTo>
                <a:lnTo>
                  <a:pt x="1682756" y="1594812"/>
                </a:lnTo>
                <a:cubicBezTo>
                  <a:pt x="1682519" y="1594457"/>
                  <a:pt x="1682519" y="1593983"/>
                  <a:pt x="1682756" y="1593628"/>
                </a:cubicBezTo>
                <a:lnTo>
                  <a:pt x="1691225" y="1578999"/>
                </a:lnTo>
                <a:cubicBezTo>
                  <a:pt x="1691403" y="1578644"/>
                  <a:pt x="1691817" y="1578407"/>
                  <a:pt x="1692232" y="1578407"/>
                </a:cubicBezTo>
                <a:close/>
                <a:moveTo>
                  <a:pt x="4532608" y="1578170"/>
                </a:moveTo>
                <a:lnTo>
                  <a:pt x="4549724" y="1578170"/>
                </a:lnTo>
                <a:cubicBezTo>
                  <a:pt x="4550197" y="1578170"/>
                  <a:pt x="4550552" y="1578407"/>
                  <a:pt x="4550789" y="1578762"/>
                </a:cubicBezTo>
                <a:lnTo>
                  <a:pt x="4559318" y="1593569"/>
                </a:lnTo>
                <a:cubicBezTo>
                  <a:pt x="4559555" y="1593924"/>
                  <a:pt x="4559555" y="1594398"/>
                  <a:pt x="4559318" y="1594753"/>
                </a:cubicBezTo>
                <a:lnTo>
                  <a:pt x="4550730" y="1609559"/>
                </a:lnTo>
                <a:cubicBezTo>
                  <a:pt x="4550494" y="1609915"/>
                  <a:pt x="4550079" y="1610152"/>
                  <a:pt x="4549664" y="1610152"/>
                </a:cubicBezTo>
                <a:lnTo>
                  <a:pt x="4532548" y="1610152"/>
                </a:lnTo>
                <a:cubicBezTo>
                  <a:pt x="4532074" y="1610152"/>
                  <a:pt x="4531719" y="1609915"/>
                  <a:pt x="4531482" y="1609559"/>
                </a:cubicBezTo>
                <a:lnTo>
                  <a:pt x="4522954" y="1594753"/>
                </a:lnTo>
                <a:cubicBezTo>
                  <a:pt x="4522717" y="1594398"/>
                  <a:pt x="4522717" y="1593924"/>
                  <a:pt x="4522954" y="1593569"/>
                </a:cubicBezTo>
                <a:lnTo>
                  <a:pt x="4531541" y="1578762"/>
                </a:lnTo>
                <a:cubicBezTo>
                  <a:pt x="4531778" y="1578407"/>
                  <a:pt x="4532193" y="1578170"/>
                  <a:pt x="4532608" y="1578170"/>
                </a:cubicBezTo>
                <a:close/>
                <a:moveTo>
                  <a:pt x="4262008" y="1578111"/>
                </a:moveTo>
                <a:lnTo>
                  <a:pt x="4279243" y="1578111"/>
                </a:lnTo>
                <a:cubicBezTo>
                  <a:pt x="4279657" y="1578111"/>
                  <a:pt x="4280072" y="1578348"/>
                  <a:pt x="4280309" y="1578703"/>
                </a:cubicBezTo>
                <a:lnTo>
                  <a:pt x="4288897" y="1593628"/>
                </a:lnTo>
                <a:cubicBezTo>
                  <a:pt x="4289134" y="1594043"/>
                  <a:pt x="4289134" y="1594516"/>
                  <a:pt x="4288897" y="1594872"/>
                </a:cubicBezTo>
                <a:lnTo>
                  <a:pt x="4280250" y="1609796"/>
                </a:lnTo>
                <a:cubicBezTo>
                  <a:pt x="4280013" y="1610152"/>
                  <a:pt x="4279598" y="1610389"/>
                  <a:pt x="4279184" y="1610389"/>
                </a:cubicBezTo>
                <a:lnTo>
                  <a:pt x="4261949" y="1610389"/>
                </a:lnTo>
                <a:cubicBezTo>
                  <a:pt x="4261535" y="1610389"/>
                  <a:pt x="4261120" y="1610152"/>
                  <a:pt x="4260883" y="1609796"/>
                </a:cubicBezTo>
                <a:lnTo>
                  <a:pt x="4252295" y="1594872"/>
                </a:lnTo>
                <a:cubicBezTo>
                  <a:pt x="4252059" y="1594457"/>
                  <a:pt x="4252059" y="1593983"/>
                  <a:pt x="4252295" y="1593628"/>
                </a:cubicBezTo>
                <a:lnTo>
                  <a:pt x="4260943" y="1578703"/>
                </a:lnTo>
                <a:cubicBezTo>
                  <a:pt x="4261179" y="1578348"/>
                  <a:pt x="4261594" y="1578111"/>
                  <a:pt x="4262008" y="1578111"/>
                </a:cubicBezTo>
                <a:close/>
                <a:moveTo>
                  <a:pt x="609953" y="1578111"/>
                </a:moveTo>
                <a:lnTo>
                  <a:pt x="627187" y="1578111"/>
                </a:lnTo>
                <a:cubicBezTo>
                  <a:pt x="627602" y="1578111"/>
                  <a:pt x="628016" y="1578348"/>
                  <a:pt x="628253" y="1578703"/>
                </a:cubicBezTo>
                <a:lnTo>
                  <a:pt x="636841" y="1593628"/>
                </a:lnTo>
                <a:cubicBezTo>
                  <a:pt x="637077" y="1594043"/>
                  <a:pt x="637077" y="1594516"/>
                  <a:pt x="636841" y="1594872"/>
                </a:cubicBezTo>
                <a:lnTo>
                  <a:pt x="628194" y="1609796"/>
                </a:lnTo>
                <a:cubicBezTo>
                  <a:pt x="627957" y="1610152"/>
                  <a:pt x="627542" y="1610389"/>
                  <a:pt x="627128" y="1610389"/>
                </a:cubicBezTo>
                <a:lnTo>
                  <a:pt x="609893" y="1610389"/>
                </a:lnTo>
                <a:cubicBezTo>
                  <a:pt x="609479" y="1610389"/>
                  <a:pt x="609064" y="1610152"/>
                  <a:pt x="608827" y="1609796"/>
                </a:cubicBezTo>
                <a:lnTo>
                  <a:pt x="600240" y="1594872"/>
                </a:lnTo>
                <a:cubicBezTo>
                  <a:pt x="600003" y="1594457"/>
                  <a:pt x="600003" y="1593983"/>
                  <a:pt x="600240" y="1593628"/>
                </a:cubicBezTo>
                <a:lnTo>
                  <a:pt x="608887" y="1578703"/>
                </a:lnTo>
                <a:cubicBezTo>
                  <a:pt x="609123" y="1578348"/>
                  <a:pt x="609538" y="1578111"/>
                  <a:pt x="609953" y="1578111"/>
                </a:cubicBezTo>
                <a:close/>
                <a:moveTo>
                  <a:pt x="880434" y="1577993"/>
                </a:moveTo>
                <a:lnTo>
                  <a:pt x="897786" y="1577993"/>
                </a:lnTo>
                <a:cubicBezTo>
                  <a:pt x="898201" y="1577993"/>
                  <a:pt x="898616" y="1578230"/>
                  <a:pt x="898852" y="1578585"/>
                </a:cubicBezTo>
                <a:lnTo>
                  <a:pt x="907499" y="1593569"/>
                </a:lnTo>
                <a:cubicBezTo>
                  <a:pt x="907736" y="1593984"/>
                  <a:pt x="907736" y="1594458"/>
                  <a:pt x="907499" y="1594813"/>
                </a:cubicBezTo>
                <a:lnTo>
                  <a:pt x="898852" y="1609797"/>
                </a:lnTo>
                <a:cubicBezTo>
                  <a:pt x="898616" y="1610152"/>
                  <a:pt x="898201" y="1610389"/>
                  <a:pt x="897786" y="1610389"/>
                </a:cubicBezTo>
                <a:lnTo>
                  <a:pt x="880434" y="1610389"/>
                </a:lnTo>
                <a:cubicBezTo>
                  <a:pt x="880019" y="1610389"/>
                  <a:pt x="879604" y="1610152"/>
                  <a:pt x="879368" y="1609797"/>
                </a:cubicBezTo>
                <a:lnTo>
                  <a:pt x="870721" y="1594813"/>
                </a:lnTo>
                <a:cubicBezTo>
                  <a:pt x="870484" y="1594398"/>
                  <a:pt x="870484" y="1593925"/>
                  <a:pt x="870721" y="1593569"/>
                </a:cubicBezTo>
                <a:lnTo>
                  <a:pt x="879368" y="1578585"/>
                </a:lnTo>
                <a:cubicBezTo>
                  <a:pt x="879604" y="1578230"/>
                  <a:pt x="880019" y="1577993"/>
                  <a:pt x="880434" y="1577993"/>
                </a:cubicBezTo>
                <a:close/>
                <a:moveTo>
                  <a:pt x="4464795" y="1577756"/>
                </a:moveTo>
                <a:lnTo>
                  <a:pt x="4482326" y="1577756"/>
                </a:lnTo>
                <a:cubicBezTo>
                  <a:pt x="4482740" y="1577756"/>
                  <a:pt x="4483154" y="1577993"/>
                  <a:pt x="4483391" y="1578348"/>
                </a:cubicBezTo>
                <a:lnTo>
                  <a:pt x="4492157" y="1593569"/>
                </a:lnTo>
                <a:cubicBezTo>
                  <a:pt x="4492394" y="1593924"/>
                  <a:pt x="4492394" y="1594458"/>
                  <a:pt x="4492157" y="1594813"/>
                </a:cubicBezTo>
                <a:lnTo>
                  <a:pt x="4483391" y="1610034"/>
                </a:lnTo>
                <a:cubicBezTo>
                  <a:pt x="4483154" y="1610389"/>
                  <a:pt x="4482740" y="1610626"/>
                  <a:pt x="4482326" y="1610626"/>
                </a:cubicBezTo>
                <a:lnTo>
                  <a:pt x="4464795" y="1610626"/>
                </a:lnTo>
                <a:cubicBezTo>
                  <a:pt x="4464380" y="1610626"/>
                  <a:pt x="4463965" y="1610389"/>
                  <a:pt x="4463729" y="1610034"/>
                </a:cubicBezTo>
                <a:lnTo>
                  <a:pt x="4454964" y="1594813"/>
                </a:lnTo>
                <a:cubicBezTo>
                  <a:pt x="4454727" y="1594458"/>
                  <a:pt x="4454727" y="1593924"/>
                  <a:pt x="4454964" y="1593569"/>
                </a:cubicBezTo>
                <a:lnTo>
                  <a:pt x="4463729" y="1578348"/>
                </a:lnTo>
                <a:cubicBezTo>
                  <a:pt x="4463965" y="1577993"/>
                  <a:pt x="4464380" y="1577756"/>
                  <a:pt x="4464795" y="1577756"/>
                </a:cubicBezTo>
                <a:close/>
                <a:moveTo>
                  <a:pt x="4329525" y="1577756"/>
                </a:moveTo>
                <a:lnTo>
                  <a:pt x="4347055" y="1577756"/>
                </a:lnTo>
                <a:cubicBezTo>
                  <a:pt x="4347470" y="1577756"/>
                  <a:pt x="4347885" y="1577993"/>
                  <a:pt x="4348122" y="1578348"/>
                </a:cubicBezTo>
                <a:lnTo>
                  <a:pt x="4356887" y="1593569"/>
                </a:lnTo>
                <a:cubicBezTo>
                  <a:pt x="4357124" y="1593924"/>
                  <a:pt x="4357124" y="1594458"/>
                  <a:pt x="4356887" y="1594813"/>
                </a:cubicBezTo>
                <a:lnTo>
                  <a:pt x="4348122" y="1610034"/>
                </a:lnTo>
                <a:cubicBezTo>
                  <a:pt x="4347885" y="1610389"/>
                  <a:pt x="4347470" y="1610626"/>
                  <a:pt x="4347055" y="1610626"/>
                </a:cubicBezTo>
                <a:lnTo>
                  <a:pt x="4329525" y="1610626"/>
                </a:lnTo>
                <a:cubicBezTo>
                  <a:pt x="4329111" y="1610626"/>
                  <a:pt x="4328696" y="1610389"/>
                  <a:pt x="4328459" y="1610034"/>
                </a:cubicBezTo>
                <a:lnTo>
                  <a:pt x="4319693" y="1594813"/>
                </a:lnTo>
                <a:cubicBezTo>
                  <a:pt x="4319457" y="1594458"/>
                  <a:pt x="4319457" y="1593924"/>
                  <a:pt x="4319693" y="1593569"/>
                </a:cubicBezTo>
                <a:lnTo>
                  <a:pt x="4328459" y="1578348"/>
                </a:lnTo>
                <a:cubicBezTo>
                  <a:pt x="4328696" y="1577993"/>
                  <a:pt x="4329111" y="1577756"/>
                  <a:pt x="4329525" y="1577756"/>
                </a:cubicBezTo>
                <a:close/>
                <a:moveTo>
                  <a:pt x="4396923" y="1577460"/>
                </a:moveTo>
                <a:lnTo>
                  <a:pt x="4414809" y="1577460"/>
                </a:lnTo>
                <a:cubicBezTo>
                  <a:pt x="4415223" y="1577460"/>
                  <a:pt x="4415638" y="1577697"/>
                  <a:pt x="4415874" y="1578112"/>
                </a:cubicBezTo>
                <a:lnTo>
                  <a:pt x="4424818" y="1593629"/>
                </a:lnTo>
                <a:cubicBezTo>
                  <a:pt x="4425055" y="1593984"/>
                  <a:pt x="4425055" y="1594458"/>
                  <a:pt x="4424818" y="1594872"/>
                </a:cubicBezTo>
                <a:lnTo>
                  <a:pt x="4415874" y="1610389"/>
                </a:lnTo>
                <a:cubicBezTo>
                  <a:pt x="4415697" y="1610804"/>
                  <a:pt x="4415282" y="1611041"/>
                  <a:pt x="4414809" y="1611041"/>
                </a:cubicBezTo>
                <a:lnTo>
                  <a:pt x="4396923" y="1611041"/>
                </a:lnTo>
                <a:cubicBezTo>
                  <a:pt x="4396508" y="1611041"/>
                  <a:pt x="4396093" y="1610804"/>
                  <a:pt x="4395856" y="1610389"/>
                </a:cubicBezTo>
                <a:lnTo>
                  <a:pt x="4386913" y="1594872"/>
                </a:lnTo>
                <a:cubicBezTo>
                  <a:pt x="4386677" y="1594517"/>
                  <a:pt x="4386677" y="1594043"/>
                  <a:pt x="4386913" y="1593629"/>
                </a:cubicBezTo>
                <a:lnTo>
                  <a:pt x="4395856" y="1578112"/>
                </a:lnTo>
                <a:cubicBezTo>
                  <a:pt x="4396034" y="1577697"/>
                  <a:pt x="4396449" y="1577460"/>
                  <a:pt x="4396923" y="1577460"/>
                </a:cubicBezTo>
                <a:close/>
                <a:moveTo>
                  <a:pt x="947713" y="1577341"/>
                </a:moveTo>
                <a:lnTo>
                  <a:pt x="965718" y="1577341"/>
                </a:lnTo>
                <a:cubicBezTo>
                  <a:pt x="966191" y="1577341"/>
                  <a:pt x="966606" y="1577578"/>
                  <a:pt x="966843" y="1577992"/>
                </a:cubicBezTo>
                <a:lnTo>
                  <a:pt x="975845" y="1593569"/>
                </a:lnTo>
                <a:cubicBezTo>
                  <a:pt x="976082" y="1593924"/>
                  <a:pt x="976082" y="1594398"/>
                  <a:pt x="975845" y="1594812"/>
                </a:cubicBezTo>
                <a:lnTo>
                  <a:pt x="966843" y="1610389"/>
                </a:lnTo>
                <a:cubicBezTo>
                  <a:pt x="966606" y="1610803"/>
                  <a:pt x="966191" y="1611040"/>
                  <a:pt x="965718" y="1611040"/>
                </a:cubicBezTo>
                <a:lnTo>
                  <a:pt x="947713" y="1611040"/>
                </a:lnTo>
                <a:cubicBezTo>
                  <a:pt x="947239" y="1611040"/>
                  <a:pt x="946825" y="1610803"/>
                  <a:pt x="946588" y="1610389"/>
                </a:cubicBezTo>
                <a:lnTo>
                  <a:pt x="937586" y="1594812"/>
                </a:lnTo>
                <a:cubicBezTo>
                  <a:pt x="937349" y="1594457"/>
                  <a:pt x="937349" y="1593983"/>
                  <a:pt x="937586" y="1593569"/>
                </a:cubicBezTo>
                <a:lnTo>
                  <a:pt x="946588" y="1577992"/>
                </a:lnTo>
                <a:cubicBezTo>
                  <a:pt x="946825" y="1577578"/>
                  <a:pt x="947239" y="1577341"/>
                  <a:pt x="947713" y="1577341"/>
                </a:cubicBezTo>
                <a:close/>
                <a:moveTo>
                  <a:pt x="1015170" y="1576986"/>
                </a:moveTo>
                <a:lnTo>
                  <a:pt x="1033589" y="1576986"/>
                </a:lnTo>
                <a:cubicBezTo>
                  <a:pt x="1034063" y="1576986"/>
                  <a:pt x="1034477" y="1577223"/>
                  <a:pt x="1034714" y="1577637"/>
                </a:cubicBezTo>
                <a:lnTo>
                  <a:pt x="1043953" y="1593628"/>
                </a:lnTo>
                <a:cubicBezTo>
                  <a:pt x="1044190" y="1594043"/>
                  <a:pt x="1044190" y="1594517"/>
                  <a:pt x="1043953" y="1594931"/>
                </a:cubicBezTo>
                <a:lnTo>
                  <a:pt x="1034714" y="1610922"/>
                </a:lnTo>
                <a:cubicBezTo>
                  <a:pt x="1034477" y="1611336"/>
                  <a:pt x="1034063" y="1611573"/>
                  <a:pt x="1033589" y="1611573"/>
                </a:cubicBezTo>
                <a:lnTo>
                  <a:pt x="1015170" y="1611573"/>
                </a:lnTo>
                <a:cubicBezTo>
                  <a:pt x="1014696" y="1611573"/>
                  <a:pt x="1014281" y="1611336"/>
                  <a:pt x="1014045" y="1610922"/>
                </a:cubicBezTo>
                <a:lnTo>
                  <a:pt x="1004806" y="1594931"/>
                </a:lnTo>
                <a:cubicBezTo>
                  <a:pt x="1004569" y="1594517"/>
                  <a:pt x="1004569" y="1594043"/>
                  <a:pt x="1004806" y="1593628"/>
                </a:cubicBezTo>
                <a:lnTo>
                  <a:pt x="1014045" y="1577637"/>
                </a:lnTo>
                <a:cubicBezTo>
                  <a:pt x="1014281" y="1577223"/>
                  <a:pt x="1014696" y="1576986"/>
                  <a:pt x="1015170" y="1576986"/>
                </a:cubicBezTo>
                <a:close/>
                <a:moveTo>
                  <a:pt x="812265" y="1576986"/>
                </a:moveTo>
                <a:lnTo>
                  <a:pt x="830684" y="1576986"/>
                </a:lnTo>
                <a:cubicBezTo>
                  <a:pt x="831158" y="1576986"/>
                  <a:pt x="831572" y="1577223"/>
                  <a:pt x="831809" y="1577637"/>
                </a:cubicBezTo>
                <a:lnTo>
                  <a:pt x="841048" y="1593628"/>
                </a:lnTo>
                <a:cubicBezTo>
                  <a:pt x="841285" y="1594043"/>
                  <a:pt x="841285" y="1594517"/>
                  <a:pt x="841048" y="1594931"/>
                </a:cubicBezTo>
                <a:lnTo>
                  <a:pt x="831809" y="1610922"/>
                </a:lnTo>
                <a:cubicBezTo>
                  <a:pt x="831572" y="1611336"/>
                  <a:pt x="831158" y="1611573"/>
                  <a:pt x="830684" y="1611573"/>
                </a:cubicBezTo>
                <a:lnTo>
                  <a:pt x="812265" y="1611573"/>
                </a:lnTo>
                <a:cubicBezTo>
                  <a:pt x="811791" y="1611573"/>
                  <a:pt x="811376" y="1611336"/>
                  <a:pt x="811140" y="1610922"/>
                </a:cubicBezTo>
                <a:lnTo>
                  <a:pt x="801901" y="1594931"/>
                </a:lnTo>
                <a:cubicBezTo>
                  <a:pt x="801664" y="1594517"/>
                  <a:pt x="801664" y="1594043"/>
                  <a:pt x="801901" y="1593628"/>
                </a:cubicBezTo>
                <a:lnTo>
                  <a:pt x="811140" y="1577637"/>
                </a:lnTo>
                <a:cubicBezTo>
                  <a:pt x="811376" y="1577223"/>
                  <a:pt x="811791" y="1576986"/>
                  <a:pt x="812265" y="1576986"/>
                </a:cubicBezTo>
                <a:close/>
                <a:moveTo>
                  <a:pt x="541606" y="1576749"/>
                </a:moveTo>
                <a:lnTo>
                  <a:pt x="560262" y="1576749"/>
                </a:lnTo>
                <a:cubicBezTo>
                  <a:pt x="560736" y="1576749"/>
                  <a:pt x="561151" y="1576986"/>
                  <a:pt x="561388" y="1577401"/>
                </a:cubicBezTo>
                <a:lnTo>
                  <a:pt x="570686" y="1593569"/>
                </a:lnTo>
                <a:cubicBezTo>
                  <a:pt x="570923" y="1593984"/>
                  <a:pt x="570923" y="1594457"/>
                  <a:pt x="570686" y="1594872"/>
                </a:cubicBezTo>
                <a:lnTo>
                  <a:pt x="561329" y="1611040"/>
                </a:lnTo>
                <a:cubicBezTo>
                  <a:pt x="561092" y="1611455"/>
                  <a:pt x="560677" y="1611692"/>
                  <a:pt x="560203" y="1611692"/>
                </a:cubicBezTo>
                <a:lnTo>
                  <a:pt x="541547" y="1611692"/>
                </a:lnTo>
                <a:cubicBezTo>
                  <a:pt x="541074" y="1611692"/>
                  <a:pt x="540659" y="1611455"/>
                  <a:pt x="540422" y="1611040"/>
                </a:cubicBezTo>
                <a:lnTo>
                  <a:pt x="531124" y="1594872"/>
                </a:lnTo>
                <a:cubicBezTo>
                  <a:pt x="530887" y="1594457"/>
                  <a:pt x="530887" y="1593984"/>
                  <a:pt x="531124" y="1593569"/>
                </a:cubicBezTo>
                <a:lnTo>
                  <a:pt x="540481" y="1577401"/>
                </a:lnTo>
                <a:cubicBezTo>
                  <a:pt x="540718" y="1576986"/>
                  <a:pt x="541133" y="1576749"/>
                  <a:pt x="541606" y="1576749"/>
                </a:cubicBezTo>
                <a:close/>
                <a:moveTo>
                  <a:pt x="3314407" y="1576631"/>
                </a:moveTo>
                <a:lnTo>
                  <a:pt x="3333181" y="1576631"/>
                </a:lnTo>
                <a:cubicBezTo>
                  <a:pt x="3333655" y="1576631"/>
                  <a:pt x="3334070" y="1576868"/>
                  <a:pt x="3334306" y="1577282"/>
                </a:cubicBezTo>
                <a:lnTo>
                  <a:pt x="3343664" y="1593510"/>
                </a:lnTo>
                <a:cubicBezTo>
                  <a:pt x="3343901" y="1593865"/>
                  <a:pt x="3343901" y="1594399"/>
                  <a:pt x="3343664" y="1594813"/>
                </a:cubicBezTo>
                <a:lnTo>
                  <a:pt x="3334247" y="1611041"/>
                </a:lnTo>
                <a:cubicBezTo>
                  <a:pt x="3334010" y="1611455"/>
                  <a:pt x="3333595" y="1611692"/>
                  <a:pt x="3333122" y="1611692"/>
                </a:cubicBezTo>
                <a:lnTo>
                  <a:pt x="3314347" y="1611692"/>
                </a:lnTo>
                <a:cubicBezTo>
                  <a:pt x="3313874" y="1611692"/>
                  <a:pt x="3313459" y="1611455"/>
                  <a:pt x="3313222" y="1611041"/>
                </a:cubicBezTo>
                <a:lnTo>
                  <a:pt x="3303864" y="1594813"/>
                </a:lnTo>
                <a:cubicBezTo>
                  <a:pt x="3303628" y="1594458"/>
                  <a:pt x="3303628" y="1593925"/>
                  <a:pt x="3303864" y="1593510"/>
                </a:cubicBezTo>
                <a:lnTo>
                  <a:pt x="3313282" y="1577282"/>
                </a:lnTo>
                <a:cubicBezTo>
                  <a:pt x="3313518" y="1576868"/>
                  <a:pt x="3313933" y="1576631"/>
                  <a:pt x="3314407" y="1576631"/>
                </a:cubicBezTo>
                <a:close/>
                <a:moveTo>
                  <a:pt x="4599354" y="1576571"/>
                </a:moveTo>
                <a:lnTo>
                  <a:pt x="4618247" y="1576571"/>
                </a:lnTo>
                <a:cubicBezTo>
                  <a:pt x="4618661" y="1576571"/>
                  <a:pt x="4619135" y="1576808"/>
                  <a:pt x="4619371" y="1577222"/>
                </a:cubicBezTo>
                <a:lnTo>
                  <a:pt x="4628789" y="1593569"/>
                </a:lnTo>
                <a:cubicBezTo>
                  <a:pt x="4629025" y="1593983"/>
                  <a:pt x="4629025" y="1594516"/>
                  <a:pt x="4628789" y="1594931"/>
                </a:cubicBezTo>
                <a:lnTo>
                  <a:pt x="4619371" y="1611277"/>
                </a:lnTo>
                <a:cubicBezTo>
                  <a:pt x="4619135" y="1611691"/>
                  <a:pt x="4618720" y="1611928"/>
                  <a:pt x="4618247" y="1611928"/>
                </a:cubicBezTo>
                <a:lnTo>
                  <a:pt x="4599354" y="1611928"/>
                </a:lnTo>
                <a:cubicBezTo>
                  <a:pt x="4598939" y="1611928"/>
                  <a:pt x="4598466" y="1611691"/>
                  <a:pt x="4598228" y="1611277"/>
                </a:cubicBezTo>
                <a:lnTo>
                  <a:pt x="4588812" y="1594931"/>
                </a:lnTo>
                <a:cubicBezTo>
                  <a:pt x="4588575" y="1594516"/>
                  <a:pt x="4588575" y="1593983"/>
                  <a:pt x="4588812" y="1593569"/>
                </a:cubicBezTo>
                <a:lnTo>
                  <a:pt x="4598228" y="1577222"/>
                </a:lnTo>
                <a:cubicBezTo>
                  <a:pt x="4598466" y="1576808"/>
                  <a:pt x="4598880" y="1576571"/>
                  <a:pt x="4599354" y="1576571"/>
                </a:cubicBezTo>
                <a:close/>
                <a:moveTo>
                  <a:pt x="1217780" y="1576571"/>
                </a:moveTo>
                <a:lnTo>
                  <a:pt x="1236673" y="1576571"/>
                </a:lnTo>
                <a:cubicBezTo>
                  <a:pt x="1237087" y="1576571"/>
                  <a:pt x="1237561" y="1576808"/>
                  <a:pt x="1237798" y="1577222"/>
                </a:cubicBezTo>
                <a:lnTo>
                  <a:pt x="1247215" y="1593569"/>
                </a:lnTo>
                <a:cubicBezTo>
                  <a:pt x="1247451" y="1593983"/>
                  <a:pt x="1247451" y="1594516"/>
                  <a:pt x="1247215" y="1594931"/>
                </a:cubicBezTo>
                <a:lnTo>
                  <a:pt x="1237798" y="1611277"/>
                </a:lnTo>
                <a:cubicBezTo>
                  <a:pt x="1237561" y="1611691"/>
                  <a:pt x="1237146" y="1611928"/>
                  <a:pt x="1236673" y="1611928"/>
                </a:cubicBezTo>
                <a:lnTo>
                  <a:pt x="1217780" y="1611928"/>
                </a:lnTo>
                <a:cubicBezTo>
                  <a:pt x="1217365" y="1611928"/>
                  <a:pt x="1216891" y="1611691"/>
                  <a:pt x="1216655" y="1611277"/>
                </a:cubicBezTo>
                <a:lnTo>
                  <a:pt x="1207238" y="1594931"/>
                </a:lnTo>
                <a:cubicBezTo>
                  <a:pt x="1207001" y="1594516"/>
                  <a:pt x="1207001" y="1593983"/>
                  <a:pt x="1207238" y="1593569"/>
                </a:cubicBezTo>
                <a:lnTo>
                  <a:pt x="1216655" y="1577222"/>
                </a:lnTo>
                <a:cubicBezTo>
                  <a:pt x="1216891" y="1576808"/>
                  <a:pt x="1217306" y="1576571"/>
                  <a:pt x="1217780" y="1576571"/>
                </a:cubicBezTo>
                <a:close/>
                <a:moveTo>
                  <a:pt x="3517193" y="1576335"/>
                </a:moveTo>
                <a:lnTo>
                  <a:pt x="3536264" y="1576335"/>
                </a:lnTo>
                <a:cubicBezTo>
                  <a:pt x="3536738" y="1576335"/>
                  <a:pt x="3537211" y="1576572"/>
                  <a:pt x="3537448" y="1576987"/>
                </a:cubicBezTo>
                <a:lnTo>
                  <a:pt x="3546984" y="1593510"/>
                </a:lnTo>
                <a:cubicBezTo>
                  <a:pt x="3547221" y="1593925"/>
                  <a:pt x="3547221" y="1594458"/>
                  <a:pt x="3546984" y="1594873"/>
                </a:cubicBezTo>
                <a:lnTo>
                  <a:pt x="3537448" y="1611396"/>
                </a:lnTo>
                <a:cubicBezTo>
                  <a:pt x="3537211" y="1611811"/>
                  <a:pt x="3536738" y="1612048"/>
                  <a:pt x="3536264" y="1612048"/>
                </a:cubicBezTo>
                <a:lnTo>
                  <a:pt x="3517193" y="1612048"/>
                </a:lnTo>
                <a:cubicBezTo>
                  <a:pt x="3516720" y="1612048"/>
                  <a:pt x="3516246" y="1611811"/>
                  <a:pt x="3516009" y="1611396"/>
                </a:cubicBezTo>
                <a:lnTo>
                  <a:pt x="3506474" y="1594873"/>
                </a:lnTo>
                <a:cubicBezTo>
                  <a:pt x="3506237" y="1594458"/>
                  <a:pt x="3506237" y="1593925"/>
                  <a:pt x="3506474" y="1593510"/>
                </a:cubicBezTo>
                <a:lnTo>
                  <a:pt x="3516009" y="1576987"/>
                </a:lnTo>
                <a:cubicBezTo>
                  <a:pt x="3516246" y="1576572"/>
                  <a:pt x="3516720" y="1576335"/>
                  <a:pt x="3517193" y="1576335"/>
                </a:cubicBezTo>
                <a:close/>
                <a:moveTo>
                  <a:pt x="1149670" y="1575624"/>
                </a:moveTo>
                <a:lnTo>
                  <a:pt x="1169570" y="1575624"/>
                </a:lnTo>
                <a:cubicBezTo>
                  <a:pt x="1170044" y="1575624"/>
                  <a:pt x="1170517" y="1575920"/>
                  <a:pt x="1170754" y="1576335"/>
                </a:cubicBezTo>
                <a:lnTo>
                  <a:pt x="1180704" y="1593569"/>
                </a:lnTo>
                <a:cubicBezTo>
                  <a:pt x="1180941" y="1594043"/>
                  <a:pt x="1180941" y="1594576"/>
                  <a:pt x="1180704" y="1594991"/>
                </a:cubicBezTo>
                <a:lnTo>
                  <a:pt x="1170754" y="1612225"/>
                </a:lnTo>
                <a:cubicBezTo>
                  <a:pt x="1170517" y="1612640"/>
                  <a:pt x="1170044" y="1612936"/>
                  <a:pt x="1169570" y="1612936"/>
                </a:cubicBezTo>
                <a:lnTo>
                  <a:pt x="1149670" y="1612936"/>
                </a:lnTo>
                <a:cubicBezTo>
                  <a:pt x="1149196" y="1612936"/>
                  <a:pt x="1148722" y="1612640"/>
                  <a:pt x="1148486" y="1612225"/>
                </a:cubicBezTo>
                <a:lnTo>
                  <a:pt x="1138536" y="1594991"/>
                </a:lnTo>
                <a:cubicBezTo>
                  <a:pt x="1138299" y="1594517"/>
                  <a:pt x="1138299" y="1593984"/>
                  <a:pt x="1138536" y="1593569"/>
                </a:cubicBezTo>
                <a:lnTo>
                  <a:pt x="1148486" y="1576335"/>
                </a:lnTo>
                <a:cubicBezTo>
                  <a:pt x="1148722" y="1575920"/>
                  <a:pt x="1149196" y="1575624"/>
                  <a:pt x="1149670" y="1575624"/>
                </a:cubicBezTo>
                <a:close/>
                <a:moveTo>
                  <a:pt x="1082035" y="1575624"/>
                </a:moveTo>
                <a:lnTo>
                  <a:pt x="1101935" y="1575624"/>
                </a:lnTo>
                <a:cubicBezTo>
                  <a:pt x="1102408" y="1575624"/>
                  <a:pt x="1102882" y="1575920"/>
                  <a:pt x="1103119" y="1576335"/>
                </a:cubicBezTo>
                <a:lnTo>
                  <a:pt x="1113069" y="1593569"/>
                </a:lnTo>
                <a:cubicBezTo>
                  <a:pt x="1113306" y="1594043"/>
                  <a:pt x="1113306" y="1594576"/>
                  <a:pt x="1113069" y="1594991"/>
                </a:cubicBezTo>
                <a:lnTo>
                  <a:pt x="1103119" y="1612225"/>
                </a:lnTo>
                <a:cubicBezTo>
                  <a:pt x="1102882" y="1612640"/>
                  <a:pt x="1102408" y="1612936"/>
                  <a:pt x="1101935" y="1612936"/>
                </a:cubicBezTo>
                <a:lnTo>
                  <a:pt x="1082035" y="1612936"/>
                </a:lnTo>
                <a:cubicBezTo>
                  <a:pt x="1081561" y="1612936"/>
                  <a:pt x="1081087" y="1612640"/>
                  <a:pt x="1080850" y="1612225"/>
                </a:cubicBezTo>
                <a:lnTo>
                  <a:pt x="1070901" y="1594991"/>
                </a:lnTo>
                <a:cubicBezTo>
                  <a:pt x="1070664" y="1594517"/>
                  <a:pt x="1070664" y="1593984"/>
                  <a:pt x="1070901" y="1593569"/>
                </a:cubicBezTo>
                <a:lnTo>
                  <a:pt x="1080850" y="1576335"/>
                </a:lnTo>
                <a:cubicBezTo>
                  <a:pt x="1081087" y="1575920"/>
                  <a:pt x="1081561" y="1575624"/>
                  <a:pt x="1082035" y="1575624"/>
                </a:cubicBezTo>
                <a:close/>
                <a:moveTo>
                  <a:pt x="2569710" y="1575209"/>
                </a:moveTo>
                <a:lnTo>
                  <a:pt x="2590024" y="1575209"/>
                </a:lnTo>
                <a:cubicBezTo>
                  <a:pt x="2590557" y="1575209"/>
                  <a:pt x="2591031" y="1575505"/>
                  <a:pt x="2591268" y="1575920"/>
                </a:cubicBezTo>
                <a:lnTo>
                  <a:pt x="2601396" y="1593510"/>
                </a:lnTo>
                <a:cubicBezTo>
                  <a:pt x="2601632" y="1593924"/>
                  <a:pt x="2601632" y="1594517"/>
                  <a:pt x="2601396" y="1594931"/>
                </a:cubicBezTo>
                <a:lnTo>
                  <a:pt x="2591209" y="1612521"/>
                </a:lnTo>
                <a:cubicBezTo>
                  <a:pt x="2590972" y="1612936"/>
                  <a:pt x="2590498" y="1613232"/>
                  <a:pt x="2589965" y="1613232"/>
                </a:cubicBezTo>
                <a:lnTo>
                  <a:pt x="2569651" y="1613232"/>
                </a:lnTo>
                <a:cubicBezTo>
                  <a:pt x="2569118" y="1613232"/>
                  <a:pt x="2568644" y="1612936"/>
                  <a:pt x="2568407" y="1612521"/>
                </a:cubicBezTo>
                <a:lnTo>
                  <a:pt x="2558280" y="1594931"/>
                </a:lnTo>
                <a:cubicBezTo>
                  <a:pt x="2558043" y="1594517"/>
                  <a:pt x="2558043" y="1593924"/>
                  <a:pt x="2558280" y="1593510"/>
                </a:cubicBezTo>
                <a:lnTo>
                  <a:pt x="2568466" y="1575920"/>
                </a:lnTo>
                <a:cubicBezTo>
                  <a:pt x="2568703" y="1575505"/>
                  <a:pt x="2569177" y="1575209"/>
                  <a:pt x="2569710" y="1575209"/>
                </a:cubicBezTo>
                <a:close/>
                <a:moveTo>
                  <a:pt x="2434440" y="1575209"/>
                </a:moveTo>
                <a:lnTo>
                  <a:pt x="2454754" y="1575209"/>
                </a:lnTo>
                <a:cubicBezTo>
                  <a:pt x="2455287" y="1575209"/>
                  <a:pt x="2455761" y="1575505"/>
                  <a:pt x="2455998" y="1575920"/>
                </a:cubicBezTo>
                <a:lnTo>
                  <a:pt x="2466126" y="1593510"/>
                </a:lnTo>
                <a:cubicBezTo>
                  <a:pt x="2466362" y="1593924"/>
                  <a:pt x="2466362" y="1594517"/>
                  <a:pt x="2466126" y="1594931"/>
                </a:cubicBezTo>
                <a:lnTo>
                  <a:pt x="2455939" y="1612521"/>
                </a:lnTo>
                <a:cubicBezTo>
                  <a:pt x="2455702" y="1612936"/>
                  <a:pt x="2455228" y="1613232"/>
                  <a:pt x="2454695" y="1613232"/>
                </a:cubicBezTo>
                <a:lnTo>
                  <a:pt x="2434381" y="1613232"/>
                </a:lnTo>
                <a:cubicBezTo>
                  <a:pt x="2433848" y="1613232"/>
                  <a:pt x="2433374" y="1612936"/>
                  <a:pt x="2433137" y="1612521"/>
                </a:cubicBezTo>
                <a:lnTo>
                  <a:pt x="2423010" y="1594931"/>
                </a:lnTo>
                <a:cubicBezTo>
                  <a:pt x="2422773" y="1594517"/>
                  <a:pt x="2422773" y="1593924"/>
                  <a:pt x="2423010" y="1593510"/>
                </a:cubicBezTo>
                <a:lnTo>
                  <a:pt x="2433196" y="1575920"/>
                </a:lnTo>
                <a:cubicBezTo>
                  <a:pt x="2433433" y="1575505"/>
                  <a:pt x="2433907" y="1575209"/>
                  <a:pt x="2434440" y="1575209"/>
                </a:cubicBezTo>
                <a:close/>
                <a:moveTo>
                  <a:pt x="2501957" y="1574972"/>
                </a:moveTo>
                <a:lnTo>
                  <a:pt x="2522509" y="1574972"/>
                </a:lnTo>
                <a:cubicBezTo>
                  <a:pt x="2522982" y="1574972"/>
                  <a:pt x="2523515" y="1575209"/>
                  <a:pt x="2523752" y="1575683"/>
                </a:cubicBezTo>
                <a:lnTo>
                  <a:pt x="2533998" y="1593450"/>
                </a:lnTo>
                <a:cubicBezTo>
                  <a:pt x="2534235" y="1593924"/>
                  <a:pt x="2534235" y="1594457"/>
                  <a:pt x="2533998" y="1594931"/>
                </a:cubicBezTo>
                <a:lnTo>
                  <a:pt x="2523752" y="1612698"/>
                </a:lnTo>
                <a:cubicBezTo>
                  <a:pt x="2523515" y="1613113"/>
                  <a:pt x="2523041" y="1613409"/>
                  <a:pt x="2522509" y="1613409"/>
                </a:cubicBezTo>
                <a:lnTo>
                  <a:pt x="2501957" y="1613409"/>
                </a:lnTo>
                <a:cubicBezTo>
                  <a:pt x="2501484" y="1613409"/>
                  <a:pt x="2500951" y="1613172"/>
                  <a:pt x="2500714" y="1612698"/>
                </a:cubicBezTo>
                <a:lnTo>
                  <a:pt x="2490468" y="1594931"/>
                </a:lnTo>
                <a:cubicBezTo>
                  <a:pt x="2490231" y="1594457"/>
                  <a:pt x="2490231" y="1593924"/>
                  <a:pt x="2490468" y="1593450"/>
                </a:cubicBezTo>
                <a:lnTo>
                  <a:pt x="2500714" y="1575683"/>
                </a:lnTo>
                <a:cubicBezTo>
                  <a:pt x="2500951" y="1575268"/>
                  <a:pt x="2501424" y="1574972"/>
                  <a:pt x="2501957" y="1574972"/>
                </a:cubicBezTo>
                <a:close/>
                <a:moveTo>
                  <a:pt x="1622760" y="1574972"/>
                </a:moveTo>
                <a:lnTo>
                  <a:pt x="1643311" y="1574972"/>
                </a:lnTo>
                <a:cubicBezTo>
                  <a:pt x="1643785" y="1574972"/>
                  <a:pt x="1644318" y="1575209"/>
                  <a:pt x="1644555" y="1575683"/>
                </a:cubicBezTo>
                <a:lnTo>
                  <a:pt x="1654801" y="1593450"/>
                </a:lnTo>
                <a:cubicBezTo>
                  <a:pt x="1655038" y="1593924"/>
                  <a:pt x="1655038" y="1594457"/>
                  <a:pt x="1654801" y="1594931"/>
                </a:cubicBezTo>
                <a:lnTo>
                  <a:pt x="1644555" y="1612698"/>
                </a:lnTo>
                <a:cubicBezTo>
                  <a:pt x="1644318" y="1613113"/>
                  <a:pt x="1643845" y="1613409"/>
                  <a:pt x="1643311" y="1613409"/>
                </a:cubicBezTo>
                <a:lnTo>
                  <a:pt x="1622760" y="1613409"/>
                </a:lnTo>
                <a:cubicBezTo>
                  <a:pt x="1622287" y="1613409"/>
                  <a:pt x="1621753" y="1613172"/>
                  <a:pt x="1621517" y="1612698"/>
                </a:cubicBezTo>
                <a:lnTo>
                  <a:pt x="1611271" y="1594931"/>
                </a:lnTo>
                <a:cubicBezTo>
                  <a:pt x="1611034" y="1594457"/>
                  <a:pt x="1611034" y="1593924"/>
                  <a:pt x="1611271" y="1593450"/>
                </a:cubicBezTo>
                <a:lnTo>
                  <a:pt x="1621517" y="1575683"/>
                </a:lnTo>
                <a:cubicBezTo>
                  <a:pt x="1621753" y="1575268"/>
                  <a:pt x="1622227" y="1574972"/>
                  <a:pt x="1622760" y="1574972"/>
                </a:cubicBezTo>
                <a:close/>
                <a:moveTo>
                  <a:pt x="4665864" y="1574499"/>
                </a:moveTo>
                <a:lnTo>
                  <a:pt x="4686948" y="1574499"/>
                </a:lnTo>
                <a:cubicBezTo>
                  <a:pt x="4687481" y="1574499"/>
                  <a:pt x="4687955" y="1574795"/>
                  <a:pt x="4688251" y="1575269"/>
                </a:cubicBezTo>
                <a:lnTo>
                  <a:pt x="4698793" y="1593510"/>
                </a:lnTo>
                <a:cubicBezTo>
                  <a:pt x="4699090" y="1593984"/>
                  <a:pt x="4699090" y="1594517"/>
                  <a:pt x="4698793" y="1594991"/>
                </a:cubicBezTo>
                <a:lnTo>
                  <a:pt x="4688251" y="1613232"/>
                </a:lnTo>
                <a:cubicBezTo>
                  <a:pt x="4687955" y="1613706"/>
                  <a:pt x="4687481" y="1614002"/>
                  <a:pt x="4686948" y="1614002"/>
                </a:cubicBezTo>
                <a:lnTo>
                  <a:pt x="4665864" y="1614002"/>
                </a:lnTo>
                <a:cubicBezTo>
                  <a:pt x="4665331" y="1614002"/>
                  <a:pt x="4664857" y="1613706"/>
                  <a:pt x="4664561" y="1613232"/>
                </a:cubicBezTo>
                <a:lnTo>
                  <a:pt x="4654019" y="1594991"/>
                </a:lnTo>
                <a:cubicBezTo>
                  <a:pt x="4653723" y="1594517"/>
                  <a:pt x="4653723" y="1593984"/>
                  <a:pt x="4654019" y="1593510"/>
                </a:cubicBezTo>
                <a:lnTo>
                  <a:pt x="4664561" y="1575269"/>
                </a:lnTo>
                <a:cubicBezTo>
                  <a:pt x="4664857" y="1574795"/>
                  <a:pt x="4665331" y="1574499"/>
                  <a:pt x="4665864" y="1574499"/>
                </a:cubicBezTo>
                <a:close/>
                <a:moveTo>
                  <a:pt x="2636931" y="1574499"/>
                </a:moveTo>
                <a:lnTo>
                  <a:pt x="2658015" y="1574499"/>
                </a:lnTo>
                <a:cubicBezTo>
                  <a:pt x="2658548" y="1574499"/>
                  <a:pt x="2659022" y="1574795"/>
                  <a:pt x="2659318" y="1575269"/>
                </a:cubicBezTo>
                <a:lnTo>
                  <a:pt x="2669860" y="1593510"/>
                </a:lnTo>
                <a:cubicBezTo>
                  <a:pt x="2670157" y="1593984"/>
                  <a:pt x="2670157" y="1594517"/>
                  <a:pt x="2669860" y="1594991"/>
                </a:cubicBezTo>
                <a:lnTo>
                  <a:pt x="2659318" y="1613232"/>
                </a:lnTo>
                <a:cubicBezTo>
                  <a:pt x="2659022" y="1613706"/>
                  <a:pt x="2658548" y="1614002"/>
                  <a:pt x="2658015" y="1614002"/>
                </a:cubicBezTo>
                <a:lnTo>
                  <a:pt x="2636931" y="1614002"/>
                </a:lnTo>
                <a:cubicBezTo>
                  <a:pt x="2636398" y="1614002"/>
                  <a:pt x="2635924" y="1613706"/>
                  <a:pt x="2635628" y="1613232"/>
                </a:cubicBezTo>
                <a:lnTo>
                  <a:pt x="2625086" y="1594991"/>
                </a:lnTo>
                <a:cubicBezTo>
                  <a:pt x="2624790" y="1594517"/>
                  <a:pt x="2624790" y="1593984"/>
                  <a:pt x="2625086" y="1593510"/>
                </a:cubicBezTo>
                <a:lnTo>
                  <a:pt x="2635628" y="1575269"/>
                </a:lnTo>
                <a:cubicBezTo>
                  <a:pt x="2635924" y="1574795"/>
                  <a:pt x="2636398" y="1574499"/>
                  <a:pt x="2636931" y="1574499"/>
                </a:cubicBezTo>
                <a:close/>
                <a:moveTo>
                  <a:pt x="1554889" y="1574499"/>
                </a:moveTo>
                <a:lnTo>
                  <a:pt x="1575973" y="1574499"/>
                </a:lnTo>
                <a:cubicBezTo>
                  <a:pt x="1576506" y="1574499"/>
                  <a:pt x="1576980" y="1574795"/>
                  <a:pt x="1577276" y="1575269"/>
                </a:cubicBezTo>
                <a:lnTo>
                  <a:pt x="1587818" y="1593510"/>
                </a:lnTo>
                <a:cubicBezTo>
                  <a:pt x="1588114" y="1593984"/>
                  <a:pt x="1588114" y="1594517"/>
                  <a:pt x="1587818" y="1594991"/>
                </a:cubicBezTo>
                <a:lnTo>
                  <a:pt x="1577276" y="1613232"/>
                </a:lnTo>
                <a:cubicBezTo>
                  <a:pt x="1576980" y="1613706"/>
                  <a:pt x="1576506" y="1614002"/>
                  <a:pt x="1575973" y="1614002"/>
                </a:cubicBezTo>
                <a:lnTo>
                  <a:pt x="1554889" y="1614002"/>
                </a:lnTo>
                <a:cubicBezTo>
                  <a:pt x="1554356" y="1614002"/>
                  <a:pt x="1553882" y="1613706"/>
                  <a:pt x="1553586" y="1613232"/>
                </a:cubicBezTo>
                <a:lnTo>
                  <a:pt x="1543044" y="1594991"/>
                </a:lnTo>
                <a:cubicBezTo>
                  <a:pt x="1542748" y="1594517"/>
                  <a:pt x="1542748" y="1593984"/>
                  <a:pt x="1543044" y="1593510"/>
                </a:cubicBezTo>
                <a:lnTo>
                  <a:pt x="1553586" y="1575269"/>
                </a:lnTo>
                <a:cubicBezTo>
                  <a:pt x="1553882" y="1574795"/>
                  <a:pt x="1554356" y="1574499"/>
                  <a:pt x="1554889" y="1574499"/>
                </a:cubicBezTo>
                <a:close/>
                <a:moveTo>
                  <a:pt x="2704448" y="1574262"/>
                </a:moveTo>
                <a:lnTo>
                  <a:pt x="2725769" y="1574262"/>
                </a:lnTo>
                <a:cubicBezTo>
                  <a:pt x="2726302" y="1574262"/>
                  <a:pt x="2726776" y="1574558"/>
                  <a:pt x="2727072" y="1575032"/>
                </a:cubicBezTo>
                <a:lnTo>
                  <a:pt x="2737732" y="1593510"/>
                </a:lnTo>
                <a:cubicBezTo>
                  <a:pt x="2738028" y="1593925"/>
                  <a:pt x="2738028" y="1594517"/>
                  <a:pt x="2737732" y="1594991"/>
                </a:cubicBezTo>
                <a:lnTo>
                  <a:pt x="2727072" y="1613469"/>
                </a:lnTo>
                <a:cubicBezTo>
                  <a:pt x="2726776" y="1613943"/>
                  <a:pt x="2726302" y="1614239"/>
                  <a:pt x="2725769" y="1614239"/>
                </a:cubicBezTo>
                <a:lnTo>
                  <a:pt x="2704448" y="1614239"/>
                </a:lnTo>
                <a:cubicBezTo>
                  <a:pt x="2703915" y="1614239"/>
                  <a:pt x="2703441" y="1613943"/>
                  <a:pt x="2703145" y="1613469"/>
                </a:cubicBezTo>
                <a:lnTo>
                  <a:pt x="2692484" y="1594991"/>
                </a:lnTo>
                <a:cubicBezTo>
                  <a:pt x="2692188" y="1594576"/>
                  <a:pt x="2692188" y="1593984"/>
                  <a:pt x="2692484" y="1593510"/>
                </a:cubicBezTo>
                <a:lnTo>
                  <a:pt x="2703145" y="1575032"/>
                </a:lnTo>
                <a:cubicBezTo>
                  <a:pt x="2703441" y="1574558"/>
                  <a:pt x="2703915" y="1574262"/>
                  <a:pt x="2704448" y="1574262"/>
                </a:cubicBezTo>
                <a:close/>
                <a:moveTo>
                  <a:pt x="3245469" y="1574084"/>
                </a:moveTo>
                <a:lnTo>
                  <a:pt x="3266967" y="1574084"/>
                </a:lnTo>
                <a:cubicBezTo>
                  <a:pt x="3267501" y="1574084"/>
                  <a:pt x="3267975" y="1574380"/>
                  <a:pt x="3268271" y="1574854"/>
                </a:cubicBezTo>
                <a:lnTo>
                  <a:pt x="3279050" y="1593510"/>
                </a:lnTo>
                <a:cubicBezTo>
                  <a:pt x="3279346" y="1593984"/>
                  <a:pt x="3279346" y="1594576"/>
                  <a:pt x="3279050" y="1595050"/>
                </a:cubicBezTo>
                <a:lnTo>
                  <a:pt x="3268271" y="1613706"/>
                </a:lnTo>
                <a:cubicBezTo>
                  <a:pt x="3268034" y="1614179"/>
                  <a:pt x="3267501" y="1614476"/>
                  <a:pt x="3266967" y="1614476"/>
                </a:cubicBezTo>
                <a:lnTo>
                  <a:pt x="3245469" y="1614476"/>
                </a:lnTo>
                <a:cubicBezTo>
                  <a:pt x="3244936" y="1614476"/>
                  <a:pt x="3244462" y="1614179"/>
                  <a:pt x="3244166" y="1613706"/>
                </a:cubicBezTo>
                <a:lnTo>
                  <a:pt x="3233387" y="1595050"/>
                </a:lnTo>
                <a:cubicBezTo>
                  <a:pt x="3233091" y="1594576"/>
                  <a:pt x="3233091" y="1593984"/>
                  <a:pt x="3233387" y="1593510"/>
                </a:cubicBezTo>
                <a:lnTo>
                  <a:pt x="3244166" y="1574854"/>
                </a:lnTo>
                <a:cubicBezTo>
                  <a:pt x="3244403" y="1574380"/>
                  <a:pt x="3244936" y="1574084"/>
                  <a:pt x="3245469" y="1574084"/>
                </a:cubicBezTo>
                <a:close/>
                <a:moveTo>
                  <a:pt x="2366154" y="1573966"/>
                </a:moveTo>
                <a:lnTo>
                  <a:pt x="2387771" y="1573966"/>
                </a:lnTo>
                <a:cubicBezTo>
                  <a:pt x="2388304" y="1573966"/>
                  <a:pt x="2388778" y="1574262"/>
                  <a:pt x="2389074" y="1574736"/>
                </a:cubicBezTo>
                <a:lnTo>
                  <a:pt x="2399912" y="1593451"/>
                </a:lnTo>
                <a:cubicBezTo>
                  <a:pt x="2400209" y="1593925"/>
                  <a:pt x="2400209" y="1594517"/>
                  <a:pt x="2399912" y="1594991"/>
                </a:cubicBezTo>
                <a:lnTo>
                  <a:pt x="2389074" y="1613706"/>
                </a:lnTo>
                <a:cubicBezTo>
                  <a:pt x="2388837" y="1614180"/>
                  <a:pt x="2388304" y="1614476"/>
                  <a:pt x="2387771" y="1614476"/>
                </a:cubicBezTo>
                <a:lnTo>
                  <a:pt x="2366154" y="1614476"/>
                </a:lnTo>
                <a:cubicBezTo>
                  <a:pt x="2365621" y="1614476"/>
                  <a:pt x="2365147" y="1614180"/>
                  <a:pt x="2364851" y="1613706"/>
                </a:cubicBezTo>
                <a:lnTo>
                  <a:pt x="2354013" y="1594991"/>
                </a:lnTo>
                <a:cubicBezTo>
                  <a:pt x="2353717" y="1594517"/>
                  <a:pt x="2353717" y="1593925"/>
                  <a:pt x="2354013" y="1593451"/>
                </a:cubicBezTo>
                <a:lnTo>
                  <a:pt x="2364851" y="1574736"/>
                </a:lnTo>
                <a:cubicBezTo>
                  <a:pt x="2365088" y="1574262"/>
                  <a:pt x="2365621" y="1573966"/>
                  <a:pt x="2366154" y="1573966"/>
                </a:cubicBezTo>
                <a:close/>
                <a:moveTo>
                  <a:pt x="4732848" y="1573314"/>
                </a:moveTo>
                <a:lnTo>
                  <a:pt x="4755176" y="1573314"/>
                </a:lnTo>
                <a:cubicBezTo>
                  <a:pt x="4755709" y="1573314"/>
                  <a:pt x="4756242" y="1573610"/>
                  <a:pt x="4756538" y="1574084"/>
                </a:cubicBezTo>
                <a:lnTo>
                  <a:pt x="4767672" y="1593391"/>
                </a:lnTo>
                <a:cubicBezTo>
                  <a:pt x="4767969" y="1593924"/>
                  <a:pt x="4767969" y="1594517"/>
                  <a:pt x="4767672" y="1594990"/>
                </a:cubicBezTo>
                <a:lnTo>
                  <a:pt x="4756538" y="1614298"/>
                </a:lnTo>
                <a:cubicBezTo>
                  <a:pt x="4756242" y="1614772"/>
                  <a:pt x="4755709" y="1615068"/>
                  <a:pt x="4755176" y="1615068"/>
                </a:cubicBezTo>
                <a:lnTo>
                  <a:pt x="4732848" y="1615068"/>
                </a:lnTo>
                <a:cubicBezTo>
                  <a:pt x="4732315" y="1615068"/>
                  <a:pt x="4731782" y="1614772"/>
                  <a:pt x="4731486" y="1614298"/>
                </a:cubicBezTo>
                <a:lnTo>
                  <a:pt x="4720351" y="1594990"/>
                </a:lnTo>
                <a:cubicBezTo>
                  <a:pt x="4720055" y="1594457"/>
                  <a:pt x="4720055" y="1593865"/>
                  <a:pt x="4720351" y="1593391"/>
                </a:cubicBezTo>
                <a:lnTo>
                  <a:pt x="4731486" y="1574084"/>
                </a:lnTo>
                <a:cubicBezTo>
                  <a:pt x="4731782" y="1573610"/>
                  <a:pt x="4732315" y="1573314"/>
                  <a:pt x="4732848" y="1573314"/>
                </a:cubicBezTo>
                <a:close/>
                <a:moveTo>
                  <a:pt x="1282986" y="1572011"/>
                </a:moveTo>
                <a:lnTo>
                  <a:pt x="1306735" y="1572011"/>
                </a:lnTo>
                <a:cubicBezTo>
                  <a:pt x="1307327" y="1572011"/>
                  <a:pt x="1307860" y="1572307"/>
                  <a:pt x="1308156" y="1572840"/>
                </a:cubicBezTo>
                <a:lnTo>
                  <a:pt x="1320001" y="1593391"/>
                </a:lnTo>
                <a:cubicBezTo>
                  <a:pt x="1320298" y="1593865"/>
                  <a:pt x="1320298" y="1594517"/>
                  <a:pt x="1320001" y="1595049"/>
                </a:cubicBezTo>
                <a:lnTo>
                  <a:pt x="1308097" y="1615601"/>
                </a:lnTo>
                <a:cubicBezTo>
                  <a:pt x="1307801" y="1616134"/>
                  <a:pt x="1307268" y="1616430"/>
                  <a:pt x="1306676" y="1616430"/>
                </a:cubicBezTo>
                <a:lnTo>
                  <a:pt x="1282927" y="1616430"/>
                </a:lnTo>
                <a:cubicBezTo>
                  <a:pt x="1282334" y="1616430"/>
                  <a:pt x="1281801" y="1616134"/>
                  <a:pt x="1281505" y="1615601"/>
                </a:cubicBezTo>
                <a:lnTo>
                  <a:pt x="1269660" y="1595049"/>
                </a:lnTo>
                <a:cubicBezTo>
                  <a:pt x="1269364" y="1594576"/>
                  <a:pt x="1269364" y="1593924"/>
                  <a:pt x="1269660" y="1593391"/>
                </a:cubicBezTo>
                <a:lnTo>
                  <a:pt x="1281564" y="1572840"/>
                </a:lnTo>
                <a:cubicBezTo>
                  <a:pt x="1281860" y="1572307"/>
                  <a:pt x="1282394" y="1572011"/>
                  <a:pt x="1282986" y="1572011"/>
                </a:cubicBezTo>
                <a:close/>
                <a:moveTo>
                  <a:pt x="4867348" y="1571893"/>
                </a:moveTo>
                <a:lnTo>
                  <a:pt x="4891215" y="1571893"/>
                </a:lnTo>
                <a:cubicBezTo>
                  <a:pt x="4891808" y="1571893"/>
                  <a:pt x="4892400" y="1572189"/>
                  <a:pt x="4892696" y="1572722"/>
                </a:cubicBezTo>
                <a:lnTo>
                  <a:pt x="4904600" y="1593392"/>
                </a:lnTo>
                <a:cubicBezTo>
                  <a:pt x="4904897" y="1593865"/>
                  <a:pt x="4904897" y="1594517"/>
                  <a:pt x="4904600" y="1595050"/>
                </a:cubicBezTo>
                <a:lnTo>
                  <a:pt x="4892696" y="1615720"/>
                </a:lnTo>
                <a:cubicBezTo>
                  <a:pt x="4892341" y="1616193"/>
                  <a:pt x="4891808" y="1616549"/>
                  <a:pt x="4891215" y="1616549"/>
                </a:cubicBezTo>
                <a:lnTo>
                  <a:pt x="4867348" y="1616549"/>
                </a:lnTo>
                <a:cubicBezTo>
                  <a:pt x="4866755" y="1616549"/>
                  <a:pt x="4866163" y="1616253"/>
                  <a:pt x="4865868" y="1615720"/>
                </a:cubicBezTo>
                <a:lnTo>
                  <a:pt x="4853963" y="1595050"/>
                </a:lnTo>
                <a:cubicBezTo>
                  <a:pt x="4853667" y="1594576"/>
                  <a:pt x="4853667" y="1593925"/>
                  <a:pt x="4853963" y="1593392"/>
                </a:cubicBezTo>
                <a:lnTo>
                  <a:pt x="4865868" y="1572722"/>
                </a:lnTo>
                <a:cubicBezTo>
                  <a:pt x="4866223" y="1572248"/>
                  <a:pt x="4866755" y="1571893"/>
                  <a:pt x="4867348" y="1571893"/>
                </a:cubicBezTo>
                <a:close/>
                <a:moveTo>
                  <a:pt x="3582341" y="1571656"/>
                </a:moveTo>
                <a:lnTo>
                  <a:pt x="3606387" y="1571656"/>
                </a:lnTo>
                <a:cubicBezTo>
                  <a:pt x="3606979" y="1571656"/>
                  <a:pt x="3607571" y="1571952"/>
                  <a:pt x="3607867" y="1572485"/>
                </a:cubicBezTo>
                <a:lnTo>
                  <a:pt x="3619890" y="1593332"/>
                </a:lnTo>
                <a:cubicBezTo>
                  <a:pt x="3620186" y="1593865"/>
                  <a:pt x="3620186" y="1594517"/>
                  <a:pt x="3619890" y="1595050"/>
                </a:cubicBezTo>
                <a:lnTo>
                  <a:pt x="3607867" y="1615897"/>
                </a:lnTo>
                <a:cubicBezTo>
                  <a:pt x="3607571" y="1616371"/>
                  <a:pt x="3606979" y="1616726"/>
                  <a:pt x="3606387" y="1616726"/>
                </a:cubicBezTo>
                <a:lnTo>
                  <a:pt x="3582341" y="1616726"/>
                </a:lnTo>
                <a:cubicBezTo>
                  <a:pt x="3581749" y="1616726"/>
                  <a:pt x="3581157" y="1616430"/>
                  <a:pt x="3580860" y="1615897"/>
                </a:cubicBezTo>
                <a:lnTo>
                  <a:pt x="3568838" y="1595050"/>
                </a:lnTo>
                <a:cubicBezTo>
                  <a:pt x="3568542" y="1594517"/>
                  <a:pt x="3568542" y="1593865"/>
                  <a:pt x="3568838" y="1593332"/>
                </a:cubicBezTo>
                <a:lnTo>
                  <a:pt x="3580860" y="1572485"/>
                </a:lnTo>
                <a:cubicBezTo>
                  <a:pt x="3581157" y="1572011"/>
                  <a:pt x="3581749" y="1571656"/>
                  <a:pt x="3582341" y="1571656"/>
                </a:cubicBezTo>
                <a:close/>
                <a:moveTo>
                  <a:pt x="1485773" y="1571656"/>
                </a:moveTo>
                <a:lnTo>
                  <a:pt x="1509818" y="1571656"/>
                </a:lnTo>
                <a:cubicBezTo>
                  <a:pt x="1510410" y="1571656"/>
                  <a:pt x="1511002" y="1571952"/>
                  <a:pt x="1511299" y="1572485"/>
                </a:cubicBezTo>
                <a:lnTo>
                  <a:pt x="1523321" y="1593332"/>
                </a:lnTo>
                <a:cubicBezTo>
                  <a:pt x="1523617" y="1593865"/>
                  <a:pt x="1523617" y="1594517"/>
                  <a:pt x="1523321" y="1595050"/>
                </a:cubicBezTo>
                <a:lnTo>
                  <a:pt x="1511299" y="1615897"/>
                </a:lnTo>
                <a:cubicBezTo>
                  <a:pt x="1511002" y="1616371"/>
                  <a:pt x="1510410" y="1616726"/>
                  <a:pt x="1509818" y="1616726"/>
                </a:cubicBezTo>
                <a:lnTo>
                  <a:pt x="1485773" y="1616726"/>
                </a:lnTo>
                <a:cubicBezTo>
                  <a:pt x="1485180" y="1616726"/>
                  <a:pt x="1484588" y="1616430"/>
                  <a:pt x="1484292" y="1615897"/>
                </a:cubicBezTo>
                <a:lnTo>
                  <a:pt x="1472269" y="1595050"/>
                </a:lnTo>
                <a:cubicBezTo>
                  <a:pt x="1471973" y="1594517"/>
                  <a:pt x="1471973" y="1593865"/>
                  <a:pt x="1472269" y="1593332"/>
                </a:cubicBezTo>
                <a:lnTo>
                  <a:pt x="1484292" y="1572485"/>
                </a:lnTo>
                <a:cubicBezTo>
                  <a:pt x="1484588" y="1572011"/>
                  <a:pt x="1485180" y="1571656"/>
                  <a:pt x="1485773" y="1571656"/>
                </a:cubicBezTo>
                <a:close/>
                <a:moveTo>
                  <a:pt x="4799535" y="1571478"/>
                </a:moveTo>
                <a:lnTo>
                  <a:pt x="4823817" y="1571478"/>
                </a:lnTo>
                <a:cubicBezTo>
                  <a:pt x="4824410" y="1571478"/>
                  <a:pt x="4825002" y="1571774"/>
                  <a:pt x="4825297" y="1572307"/>
                </a:cubicBezTo>
                <a:lnTo>
                  <a:pt x="4837439" y="1593332"/>
                </a:lnTo>
                <a:cubicBezTo>
                  <a:pt x="4837735" y="1593865"/>
                  <a:pt x="4837735" y="1594517"/>
                  <a:pt x="4837439" y="1595049"/>
                </a:cubicBezTo>
                <a:lnTo>
                  <a:pt x="4825297" y="1616074"/>
                </a:lnTo>
                <a:cubicBezTo>
                  <a:pt x="4825002" y="1616548"/>
                  <a:pt x="4824410" y="1616904"/>
                  <a:pt x="4823817" y="1616904"/>
                </a:cubicBezTo>
                <a:lnTo>
                  <a:pt x="4799535" y="1616904"/>
                </a:lnTo>
                <a:cubicBezTo>
                  <a:pt x="4798943" y="1616904"/>
                  <a:pt x="4798350" y="1616607"/>
                  <a:pt x="4798054" y="1616074"/>
                </a:cubicBezTo>
                <a:lnTo>
                  <a:pt x="4785913" y="1595049"/>
                </a:lnTo>
                <a:cubicBezTo>
                  <a:pt x="4785617" y="1594517"/>
                  <a:pt x="4785617" y="1593865"/>
                  <a:pt x="4785913" y="1593332"/>
                </a:cubicBezTo>
                <a:lnTo>
                  <a:pt x="4798054" y="1572307"/>
                </a:lnTo>
                <a:cubicBezTo>
                  <a:pt x="4798350" y="1571833"/>
                  <a:pt x="4798943" y="1571478"/>
                  <a:pt x="4799535" y="1571478"/>
                </a:cubicBezTo>
                <a:close/>
                <a:moveTo>
                  <a:pt x="3649739" y="1571360"/>
                </a:moveTo>
                <a:lnTo>
                  <a:pt x="3674140" y="1571360"/>
                </a:lnTo>
                <a:cubicBezTo>
                  <a:pt x="3674732" y="1571360"/>
                  <a:pt x="3675325" y="1571715"/>
                  <a:pt x="3675620" y="1572248"/>
                </a:cubicBezTo>
                <a:lnTo>
                  <a:pt x="3687821" y="1593392"/>
                </a:lnTo>
                <a:cubicBezTo>
                  <a:pt x="3688117" y="1593925"/>
                  <a:pt x="3688117" y="1594576"/>
                  <a:pt x="3687821" y="1595109"/>
                </a:cubicBezTo>
                <a:lnTo>
                  <a:pt x="3675620" y="1616253"/>
                </a:lnTo>
                <a:cubicBezTo>
                  <a:pt x="3675325" y="1616786"/>
                  <a:pt x="3674732" y="1617141"/>
                  <a:pt x="3674140" y="1617141"/>
                </a:cubicBezTo>
                <a:lnTo>
                  <a:pt x="3649739" y="1617141"/>
                </a:lnTo>
                <a:cubicBezTo>
                  <a:pt x="3649147" y="1617141"/>
                  <a:pt x="3648555" y="1616786"/>
                  <a:pt x="3648258" y="1616253"/>
                </a:cubicBezTo>
                <a:lnTo>
                  <a:pt x="3636058" y="1595109"/>
                </a:lnTo>
                <a:cubicBezTo>
                  <a:pt x="3635762" y="1594576"/>
                  <a:pt x="3635762" y="1593925"/>
                  <a:pt x="3636058" y="1593392"/>
                </a:cubicBezTo>
                <a:lnTo>
                  <a:pt x="3648258" y="1572248"/>
                </a:lnTo>
                <a:cubicBezTo>
                  <a:pt x="3648555" y="1571715"/>
                  <a:pt x="3649147" y="1571360"/>
                  <a:pt x="3649739" y="1571360"/>
                </a:cubicBezTo>
                <a:close/>
                <a:moveTo>
                  <a:pt x="3717077" y="1570767"/>
                </a:moveTo>
                <a:lnTo>
                  <a:pt x="3742129" y="1570767"/>
                </a:lnTo>
                <a:cubicBezTo>
                  <a:pt x="3742782" y="1570767"/>
                  <a:pt x="3743374" y="1571122"/>
                  <a:pt x="3743669" y="1571656"/>
                </a:cubicBezTo>
                <a:lnTo>
                  <a:pt x="3756166" y="1593391"/>
                </a:lnTo>
                <a:cubicBezTo>
                  <a:pt x="3756462" y="1593924"/>
                  <a:pt x="3756462" y="1594635"/>
                  <a:pt x="3756166" y="1595168"/>
                </a:cubicBezTo>
                <a:lnTo>
                  <a:pt x="3743610" y="1616903"/>
                </a:lnTo>
                <a:cubicBezTo>
                  <a:pt x="3743255" y="1617437"/>
                  <a:pt x="3742722" y="1617792"/>
                  <a:pt x="3742071" y="1617792"/>
                </a:cubicBezTo>
                <a:lnTo>
                  <a:pt x="3717018" y="1617792"/>
                </a:lnTo>
                <a:cubicBezTo>
                  <a:pt x="3716367" y="1617792"/>
                  <a:pt x="3715775" y="1617437"/>
                  <a:pt x="3715478" y="1616903"/>
                </a:cubicBezTo>
                <a:lnTo>
                  <a:pt x="3702982" y="1595168"/>
                </a:lnTo>
                <a:cubicBezTo>
                  <a:pt x="3702686" y="1594635"/>
                  <a:pt x="3702686" y="1593924"/>
                  <a:pt x="3702982" y="1593391"/>
                </a:cubicBezTo>
                <a:lnTo>
                  <a:pt x="3715537" y="1571656"/>
                </a:lnTo>
                <a:cubicBezTo>
                  <a:pt x="3715893" y="1571122"/>
                  <a:pt x="3716426" y="1570767"/>
                  <a:pt x="3717077" y="1570767"/>
                </a:cubicBezTo>
                <a:close/>
                <a:moveTo>
                  <a:pt x="2296742" y="1570649"/>
                </a:moveTo>
                <a:lnTo>
                  <a:pt x="2321913" y="1570649"/>
                </a:lnTo>
                <a:cubicBezTo>
                  <a:pt x="2322564" y="1570649"/>
                  <a:pt x="2323156" y="1571004"/>
                  <a:pt x="2323452" y="1571537"/>
                </a:cubicBezTo>
                <a:lnTo>
                  <a:pt x="2336008" y="1593332"/>
                </a:lnTo>
                <a:cubicBezTo>
                  <a:pt x="2336304" y="1593865"/>
                  <a:pt x="2336304" y="1594576"/>
                  <a:pt x="2336008" y="1595109"/>
                </a:cubicBezTo>
                <a:lnTo>
                  <a:pt x="2323393" y="1616904"/>
                </a:lnTo>
                <a:cubicBezTo>
                  <a:pt x="2323038" y="1617437"/>
                  <a:pt x="2322505" y="1617792"/>
                  <a:pt x="2321853" y="1617792"/>
                </a:cubicBezTo>
                <a:lnTo>
                  <a:pt x="2296683" y="1617792"/>
                </a:lnTo>
                <a:cubicBezTo>
                  <a:pt x="2296031" y="1617792"/>
                  <a:pt x="2295439" y="1617437"/>
                  <a:pt x="2295143" y="1616904"/>
                </a:cubicBezTo>
                <a:lnTo>
                  <a:pt x="2282587" y="1595109"/>
                </a:lnTo>
                <a:cubicBezTo>
                  <a:pt x="2282291" y="1594576"/>
                  <a:pt x="2282291" y="1593865"/>
                  <a:pt x="2282587" y="1593332"/>
                </a:cubicBezTo>
                <a:lnTo>
                  <a:pt x="2295202" y="1571537"/>
                </a:lnTo>
                <a:cubicBezTo>
                  <a:pt x="2295557" y="1571004"/>
                  <a:pt x="2296090" y="1570649"/>
                  <a:pt x="2296742" y="1570649"/>
                </a:cubicBezTo>
                <a:close/>
                <a:moveTo>
                  <a:pt x="1349851" y="1570531"/>
                </a:moveTo>
                <a:lnTo>
                  <a:pt x="1375140" y="1570531"/>
                </a:lnTo>
                <a:cubicBezTo>
                  <a:pt x="1375792" y="1570531"/>
                  <a:pt x="1376384" y="1570886"/>
                  <a:pt x="1376680" y="1571419"/>
                </a:cubicBezTo>
                <a:lnTo>
                  <a:pt x="1389295" y="1593333"/>
                </a:lnTo>
                <a:cubicBezTo>
                  <a:pt x="1389591" y="1593866"/>
                  <a:pt x="1389591" y="1594576"/>
                  <a:pt x="1389295" y="1595109"/>
                </a:cubicBezTo>
                <a:lnTo>
                  <a:pt x="1376621" y="1617023"/>
                </a:lnTo>
                <a:cubicBezTo>
                  <a:pt x="1376325" y="1617556"/>
                  <a:pt x="1375733" y="1617911"/>
                  <a:pt x="1375081" y="1617911"/>
                </a:cubicBezTo>
                <a:lnTo>
                  <a:pt x="1349792" y="1617911"/>
                </a:lnTo>
                <a:cubicBezTo>
                  <a:pt x="1349141" y="1617911"/>
                  <a:pt x="1348548" y="1617556"/>
                  <a:pt x="1348252" y="1617023"/>
                </a:cubicBezTo>
                <a:lnTo>
                  <a:pt x="1335637" y="1595109"/>
                </a:lnTo>
                <a:cubicBezTo>
                  <a:pt x="1335341" y="1594576"/>
                  <a:pt x="1335341" y="1593866"/>
                  <a:pt x="1335637" y="1593333"/>
                </a:cubicBezTo>
                <a:lnTo>
                  <a:pt x="1348311" y="1571419"/>
                </a:lnTo>
                <a:cubicBezTo>
                  <a:pt x="1348607" y="1570886"/>
                  <a:pt x="1349200" y="1570531"/>
                  <a:pt x="1349851" y="1570531"/>
                </a:cubicBezTo>
                <a:close/>
                <a:moveTo>
                  <a:pt x="1417368" y="1570234"/>
                </a:moveTo>
                <a:lnTo>
                  <a:pt x="1442953" y="1570234"/>
                </a:lnTo>
                <a:cubicBezTo>
                  <a:pt x="1443546" y="1570234"/>
                  <a:pt x="1444138" y="1570589"/>
                  <a:pt x="1444493" y="1571122"/>
                </a:cubicBezTo>
                <a:lnTo>
                  <a:pt x="1457286" y="1593332"/>
                </a:lnTo>
                <a:cubicBezTo>
                  <a:pt x="1457641" y="1593924"/>
                  <a:pt x="1457641" y="1594635"/>
                  <a:pt x="1457286" y="1595168"/>
                </a:cubicBezTo>
                <a:lnTo>
                  <a:pt x="1444493" y="1617377"/>
                </a:lnTo>
                <a:cubicBezTo>
                  <a:pt x="1444197" y="1617910"/>
                  <a:pt x="1443605" y="1618265"/>
                  <a:pt x="1442953" y="1618265"/>
                </a:cubicBezTo>
                <a:lnTo>
                  <a:pt x="1417368" y="1618265"/>
                </a:lnTo>
                <a:cubicBezTo>
                  <a:pt x="1416776" y="1618265"/>
                  <a:pt x="1416184" y="1617910"/>
                  <a:pt x="1415828" y="1617377"/>
                </a:cubicBezTo>
                <a:lnTo>
                  <a:pt x="1403036" y="1595168"/>
                </a:lnTo>
                <a:cubicBezTo>
                  <a:pt x="1402680" y="1594575"/>
                  <a:pt x="1402680" y="1593865"/>
                  <a:pt x="1403036" y="1593332"/>
                </a:cubicBezTo>
                <a:lnTo>
                  <a:pt x="1415828" y="1571122"/>
                </a:lnTo>
                <a:cubicBezTo>
                  <a:pt x="1416124" y="1570589"/>
                  <a:pt x="1416716" y="1570234"/>
                  <a:pt x="1417368" y="1570234"/>
                </a:cubicBezTo>
                <a:close/>
                <a:moveTo>
                  <a:pt x="2228278" y="1569109"/>
                </a:moveTo>
                <a:lnTo>
                  <a:pt x="2255107" y="1569109"/>
                </a:lnTo>
                <a:cubicBezTo>
                  <a:pt x="2255818" y="1569109"/>
                  <a:pt x="2256410" y="1569464"/>
                  <a:pt x="2256765" y="1570057"/>
                </a:cubicBezTo>
                <a:lnTo>
                  <a:pt x="2270150" y="1593273"/>
                </a:lnTo>
                <a:cubicBezTo>
                  <a:pt x="2270506" y="1593865"/>
                  <a:pt x="2270506" y="1594576"/>
                  <a:pt x="2270150" y="1595168"/>
                </a:cubicBezTo>
                <a:lnTo>
                  <a:pt x="2256706" y="1618384"/>
                </a:lnTo>
                <a:cubicBezTo>
                  <a:pt x="2256351" y="1618976"/>
                  <a:pt x="2255699" y="1619332"/>
                  <a:pt x="2255048" y="1619332"/>
                </a:cubicBezTo>
                <a:lnTo>
                  <a:pt x="2228219" y="1619332"/>
                </a:lnTo>
                <a:cubicBezTo>
                  <a:pt x="2227508" y="1619332"/>
                  <a:pt x="2226916" y="1618976"/>
                  <a:pt x="2226560" y="1618384"/>
                </a:cubicBezTo>
                <a:lnTo>
                  <a:pt x="2213176" y="1595168"/>
                </a:lnTo>
                <a:cubicBezTo>
                  <a:pt x="2212820" y="1594576"/>
                  <a:pt x="2212820" y="1593865"/>
                  <a:pt x="2213176" y="1593273"/>
                </a:cubicBezTo>
                <a:lnTo>
                  <a:pt x="2226620" y="1570057"/>
                </a:lnTo>
                <a:cubicBezTo>
                  <a:pt x="2226975" y="1569464"/>
                  <a:pt x="2227626" y="1569109"/>
                  <a:pt x="2228278" y="1569109"/>
                </a:cubicBezTo>
                <a:close/>
                <a:moveTo>
                  <a:pt x="2160583" y="1568991"/>
                </a:moveTo>
                <a:lnTo>
                  <a:pt x="2187531" y="1568991"/>
                </a:lnTo>
                <a:cubicBezTo>
                  <a:pt x="2188241" y="1568991"/>
                  <a:pt x="2188834" y="1569346"/>
                  <a:pt x="2189189" y="1569939"/>
                </a:cubicBezTo>
                <a:lnTo>
                  <a:pt x="2202633" y="1593273"/>
                </a:lnTo>
                <a:cubicBezTo>
                  <a:pt x="2202988" y="1593865"/>
                  <a:pt x="2202988" y="1594576"/>
                  <a:pt x="2202633" y="1595169"/>
                </a:cubicBezTo>
                <a:lnTo>
                  <a:pt x="2189130" y="1618503"/>
                </a:lnTo>
                <a:cubicBezTo>
                  <a:pt x="2188774" y="1619095"/>
                  <a:pt x="2188123" y="1619451"/>
                  <a:pt x="2187472" y="1619451"/>
                </a:cubicBezTo>
                <a:lnTo>
                  <a:pt x="2160524" y="1619451"/>
                </a:lnTo>
                <a:cubicBezTo>
                  <a:pt x="2159814" y="1619451"/>
                  <a:pt x="2159221" y="1619095"/>
                  <a:pt x="2158866" y="1618503"/>
                </a:cubicBezTo>
                <a:lnTo>
                  <a:pt x="2145422" y="1595169"/>
                </a:lnTo>
                <a:cubicBezTo>
                  <a:pt x="2145066" y="1594576"/>
                  <a:pt x="2145066" y="1593865"/>
                  <a:pt x="2145422" y="1593273"/>
                </a:cubicBezTo>
                <a:lnTo>
                  <a:pt x="2158925" y="1569939"/>
                </a:lnTo>
                <a:cubicBezTo>
                  <a:pt x="2159280" y="1569346"/>
                  <a:pt x="2159932" y="1568991"/>
                  <a:pt x="2160583" y="1568991"/>
                </a:cubicBezTo>
                <a:close/>
                <a:moveTo>
                  <a:pt x="3795196" y="1531797"/>
                </a:moveTo>
                <a:lnTo>
                  <a:pt x="3799282" y="1531797"/>
                </a:lnTo>
                <a:cubicBezTo>
                  <a:pt x="3799401" y="1531797"/>
                  <a:pt x="3799519" y="1531915"/>
                  <a:pt x="3799519" y="1531915"/>
                </a:cubicBezTo>
                <a:lnTo>
                  <a:pt x="3801533" y="1535469"/>
                </a:lnTo>
                <a:cubicBezTo>
                  <a:pt x="3801533" y="1535587"/>
                  <a:pt x="3801533" y="1535765"/>
                  <a:pt x="3801533" y="1535765"/>
                </a:cubicBezTo>
                <a:lnTo>
                  <a:pt x="3799460" y="1539319"/>
                </a:lnTo>
                <a:cubicBezTo>
                  <a:pt x="3799401" y="1539437"/>
                  <a:pt x="3799223" y="1539437"/>
                  <a:pt x="3799223" y="1539437"/>
                </a:cubicBezTo>
                <a:lnTo>
                  <a:pt x="3795137" y="1539437"/>
                </a:lnTo>
                <a:cubicBezTo>
                  <a:pt x="3795018" y="1539437"/>
                  <a:pt x="3794899" y="1539319"/>
                  <a:pt x="3794899" y="1539319"/>
                </a:cubicBezTo>
                <a:lnTo>
                  <a:pt x="3792886" y="1535765"/>
                </a:lnTo>
                <a:cubicBezTo>
                  <a:pt x="3792886" y="1535647"/>
                  <a:pt x="3792886" y="1535469"/>
                  <a:pt x="3792886" y="1535469"/>
                </a:cubicBezTo>
                <a:lnTo>
                  <a:pt x="3794959" y="1531915"/>
                </a:lnTo>
                <a:cubicBezTo>
                  <a:pt x="3795018" y="1531797"/>
                  <a:pt x="3795196" y="1531797"/>
                  <a:pt x="3795196" y="1531797"/>
                </a:cubicBezTo>
                <a:close/>
                <a:moveTo>
                  <a:pt x="4197039" y="1524453"/>
                </a:moveTo>
                <a:lnTo>
                  <a:pt x="4208943" y="1524453"/>
                </a:lnTo>
                <a:cubicBezTo>
                  <a:pt x="4209239" y="1524453"/>
                  <a:pt x="4209653" y="1524867"/>
                  <a:pt x="4209653" y="1524867"/>
                </a:cubicBezTo>
                <a:lnTo>
                  <a:pt x="4215635" y="1535173"/>
                </a:lnTo>
                <a:cubicBezTo>
                  <a:pt x="4215813" y="1535409"/>
                  <a:pt x="4215635" y="1536002"/>
                  <a:pt x="4215635" y="1536002"/>
                </a:cubicBezTo>
                <a:lnTo>
                  <a:pt x="4209653" y="1546307"/>
                </a:lnTo>
                <a:cubicBezTo>
                  <a:pt x="4209535" y="1546544"/>
                  <a:pt x="4209239" y="1546722"/>
                  <a:pt x="4208943" y="1546722"/>
                </a:cubicBezTo>
                <a:lnTo>
                  <a:pt x="4197039" y="1546722"/>
                </a:lnTo>
                <a:cubicBezTo>
                  <a:pt x="4196742" y="1546722"/>
                  <a:pt x="4196328" y="1546307"/>
                  <a:pt x="4196328" y="1546307"/>
                </a:cubicBezTo>
                <a:lnTo>
                  <a:pt x="4190346" y="1536002"/>
                </a:lnTo>
                <a:cubicBezTo>
                  <a:pt x="4190168" y="1535765"/>
                  <a:pt x="4190346" y="1535173"/>
                  <a:pt x="4190346" y="1535173"/>
                </a:cubicBezTo>
                <a:lnTo>
                  <a:pt x="4196328" y="1524867"/>
                </a:lnTo>
                <a:cubicBezTo>
                  <a:pt x="4196446" y="1524631"/>
                  <a:pt x="4196742" y="1524453"/>
                  <a:pt x="4197039" y="1524453"/>
                </a:cubicBezTo>
                <a:close/>
                <a:moveTo>
                  <a:pt x="612262" y="1523743"/>
                </a:moveTo>
                <a:lnTo>
                  <a:pt x="624936" y="1523743"/>
                </a:lnTo>
                <a:cubicBezTo>
                  <a:pt x="625232" y="1523743"/>
                  <a:pt x="625706" y="1524217"/>
                  <a:pt x="625706" y="1524217"/>
                </a:cubicBezTo>
                <a:lnTo>
                  <a:pt x="632043" y="1535233"/>
                </a:lnTo>
                <a:cubicBezTo>
                  <a:pt x="632221" y="1535470"/>
                  <a:pt x="632043" y="1536121"/>
                  <a:pt x="632043" y="1536121"/>
                </a:cubicBezTo>
                <a:lnTo>
                  <a:pt x="625706" y="1547137"/>
                </a:lnTo>
                <a:cubicBezTo>
                  <a:pt x="625528" y="1547433"/>
                  <a:pt x="625232" y="1547611"/>
                  <a:pt x="624936" y="1547611"/>
                </a:cubicBezTo>
                <a:lnTo>
                  <a:pt x="612262" y="1547611"/>
                </a:lnTo>
                <a:cubicBezTo>
                  <a:pt x="611966" y="1547611"/>
                  <a:pt x="611492" y="1547137"/>
                  <a:pt x="611492" y="1547137"/>
                </a:cubicBezTo>
                <a:lnTo>
                  <a:pt x="605155" y="1536121"/>
                </a:lnTo>
                <a:cubicBezTo>
                  <a:pt x="604977" y="1535884"/>
                  <a:pt x="605155" y="1535233"/>
                  <a:pt x="605155" y="1535233"/>
                </a:cubicBezTo>
                <a:lnTo>
                  <a:pt x="611492" y="1524217"/>
                </a:lnTo>
                <a:cubicBezTo>
                  <a:pt x="611670" y="1523921"/>
                  <a:pt x="611966" y="1523743"/>
                  <a:pt x="612262" y="1523743"/>
                </a:cubicBezTo>
                <a:close/>
                <a:moveTo>
                  <a:pt x="4128929" y="1523506"/>
                </a:moveTo>
                <a:lnTo>
                  <a:pt x="4141841" y="1523506"/>
                </a:lnTo>
                <a:cubicBezTo>
                  <a:pt x="4142136" y="1523506"/>
                  <a:pt x="4142610" y="1523980"/>
                  <a:pt x="4142610" y="1523980"/>
                </a:cubicBezTo>
                <a:lnTo>
                  <a:pt x="4149066" y="1535173"/>
                </a:lnTo>
                <a:cubicBezTo>
                  <a:pt x="4149244" y="1535410"/>
                  <a:pt x="4149066" y="1536062"/>
                  <a:pt x="4149066" y="1536062"/>
                </a:cubicBezTo>
                <a:lnTo>
                  <a:pt x="4142610" y="1547255"/>
                </a:lnTo>
                <a:cubicBezTo>
                  <a:pt x="4142492" y="1547551"/>
                  <a:pt x="4142136" y="1547729"/>
                  <a:pt x="4141841" y="1547729"/>
                </a:cubicBezTo>
                <a:lnTo>
                  <a:pt x="4128929" y="1547729"/>
                </a:lnTo>
                <a:cubicBezTo>
                  <a:pt x="4128633" y="1547729"/>
                  <a:pt x="4128159" y="1547255"/>
                  <a:pt x="4128159" y="1547255"/>
                </a:cubicBezTo>
                <a:lnTo>
                  <a:pt x="4121704" y="1536062"/>
                </a:lnTo>
                <a:cubicBezTo>
                  <a:pt x="4121526" y="1535825"/>
                  <a:pt x="4121704" y="1535173"/>
                  <a:pt x="4121704" y="1535173"/>
                </a:cubicBezTo>
                <a:lnTo>
                  <a:pt x="4128159" y="1523980"/>
                </a:lnTo>
                <a:cubicBezTo>
                  <a:pt x="4128278" y="1523684"/>
                  <a:pt x="4128633" y="1523506"/>
                  <a:pt x="4128929" y="1523506"/>
                </a:cubicBezTo>
                <a:close/>
                <a:moveTo>
                  <a:pt x="3384293" y="1522144"/>
                </a:moveTo>
                <a:lnTo>
                  <a:pt x="3398625" y="1522144"/>
                </a:lnTo>
                <a:cubicBezTo>
                  <a:pt x="3398981" y="1522144"/>
                  <a:pt x="3399336" y="1522381"/>
                  <a:pt x="3399513" y="1522677"/>
                </a:cubicBezTo>
                <a:lnTo>
                  <a:pt x="3406680" y="1535114"/>
                </a:lnTo>
                <a:cubicBezTo>
                  <a:pt x="3406857" y="1535410"/>
                  <a:pt x="3406857" y="1535825"/>
                  <a:pt x="3406680" y="1536121"/>
                </a:cubicBezTo>
                <a:lnTo>
                  <a:pt x="3399513" y="1548558"/>
                </a:lnTo>
                <a:cubicBezTo>
                  <a:pt x="3399336" y="1548914"/>
                  <a:pt x="3398981" y="1549091"/>
                  <a:pt x="3398625" y="1549091"/>
                </a:cubicBezTo>
                <a:lnTo>
                  <a:pt x="3384293" y="1549091"/>
                </a:lnTo>
                <a:cubicBezTo>
                  <a:pt x="3383937" y="1549091"/>
                  <a:pt x="3383582" y="1548855"/>
                  <a:pt x="3383404" y="1548558"/>
                </a:cubicBezTo>
                <a:lnTo>
                  <a:pt x="3376238" y="1536121"/>
                </a:lnTo>
                <a:cubicBezTo>
                  <a:pt x="3376061" y="1535825"/>
                  <a:pt x="3376061" y="1535410"/>
                  <a:pt x="3376238" y="1535114"/>
                </a:cubicBezTo>
                <a:lnTo>
                  <a:pt x="3383404" y="1522677"/>
                </a:lnTo>
                <a:cubicBezTo>
                  <a:pt x="3383582" y="1522322"/>
                  <a:pt x="3383937" y="1522144"/>
                  <a:pt x="3384293" y="1522144"/>
                </a:cubicBezTo>
                <a:close/>
                <a:moveTo>
                  <a:pt x="3519266" y="1521729"/>
                </a:moveTo>
                <a:lnTo>
                  <a:pt x="3534073" y="1521729"/>
                </a:lnTo>
                <a:cubicBezTo>
                  <a:pt x="3534428" y="1521729"/>
                  <a:pt x="3534784" y="1521966"/>
                  <a:pt x="3534961" y="1522262"/>
                </a:cubicBezTo>
                <a:lnTo>
                  <a:pt x="3542364" y="1535055"/>
                </a:lnTo>
                <a:cubicBezTo>
                  <a:pt x="3542542" y="1535410"/>
                  <a:pt x="3542542" y="1535825"/>
                  <a:pt x="3542364" y="1536121"/>
                </a:cubicBezTo>
                <a:lnTo>
                  <a:pt x="3534961" y="1548913"/>
                </a:lnTo>
                <a:cubicBezTo>
                  <a:pt x="3534784" y="1549269"/>
                  <a:pt x="3534428" y="1549446"/>
                  <a:pt x="3534073" y="1549446"/>
                </a:cubicBezTo>
                <a:lnTo>
                  <a:pt x="3519266" y="1549446"/>
                </a:lnTo>
                <a:cubicBezTo>
                  <a:pt x="3518911" y="1549446"/>
                  <a:pt x="3518556" y="1549210"/>
                  <a:pt x="3518379" y="1548913"/>
                </a:cubicBezTo>
                <a:lnTo>
                  <a:pt x="3510975" y="1536121"/>
                </a:lnTo>
                <a:cubicBezTo>
                  <a:pt x="3510798" y="1535765"/>
                  <a:pt x="3510798" y="1535351"/>
                  <a:pt x="3510975" y="1535055"/>
                </a:cubicBezTo>
                <a:lnTo>
                  <a:pt x="3518379" y="1522262"/>
                </a:lnTo>
                <a:cubicBezTo>
                  <a:pt x="3518556" y="1521907"/>
                  <a:pt x="3518911" y="1521729"/>
                  <a:pt x="3519266" y="1521729"/>
                </a:cubicBezTo>
                <a:close/>
                <a:moveTo>
                  <a:pt x="3451572" y="1521551"/>
                </a:moveTo>
                <a:lnTo>
                  <a:pt x="3466556" y="1521551"/>
                </a:lnTo>
                <a:cubicBezTo>
                  <a:pt x="3466911" y="1521551"/>
                  <a:pt x="3467267" y="1521729"/>
                  <a:pt x="3467444" y="1522084"/>
                </a:cubicBezTo>
                <a:lnTo>
                  <a:pt x="3474966" y="1535114"/>
                </a:lnTo>
                <a:cubicBezTo>
                  <a:pt x="3475144" y="1535469"/>
                  <a:pt x="3475144" y="1535824"/>
                  <a:pt x="3474966" y="1536180"/>
                </a:cubicBezTo>
                <a:lnTo>
                  <a:pt x="3467444" y="1549209"/>
                </a:lnTo>
                <a:cubicBezTo>
                  <a:pt x="3467267" y="1549565"/>
                  <a:pt x="3466911" y="1549742"/>
                  <a:pt x="3466556" y="1549742"/>
                </a:cubicBezTo>
                <a:lnTo>
                  <a:pt x="3451572" y="1549742"/>
                </a:lnTo>
                <a:cubicBezTo>
                  <a:pt x="3451216" y="1549742"/>
                  <a:pt x="3450861" y="1549565"/>
                  <a:pt x="3450684" y="1549209"/>
                </a:cubicBezTo>
                <a:lnTo>
                  <a:pt x="3443162" y="1536180"/>
                </a:lnTo>
                <a:cubicBezTo>
                  <a:pt x="3442985" y="1535824"/>
                  <a:pt x="3442985" y="1535469"/>
                  <a:pt x="3443162" y="1535114"/>
                </a:cubicBezTo>
                <a:lnTo>
                  <a:pt x="3450684" y="1522084"/>
                </a:lnTo>
                <a:cubicBezTo>
                  <a:pt x="3450861" y="1521729"/>
                  <a:pt x="3451216" y="1521551"/>
                  <a:pt x="3451572" y="1521551"/>
                </a:cubicBezTo>
                <a:close/>
                <a:moveTo>
                  <a:pt x="4262718" y="1520722"/>
                </a:moveTo>
                <a:lnTo>
                  <a:pt x="4278591" y="1520722"/>
                </a:lnTo>
                <a:cubicBezTo>
                  <a:pt x="4278946" y="1520722"/>
                  <a:pt x="4279361" y="1520900"/>
                  <a:pt x="4279539" y="1521255"/>
                </a:cubicBezTo>
                <a:lnTo>
                  <a:pt x="4287475" y="1535054"/>
                </a:lnTo>
                <a:cubicBezTo>
                  <a:pt x="4287652" y="1535410"/>
                  <a:pt x="4287652" y="1535824"/>
                  <a:pt x="4287475" y="1536180"/>
                </a:cubicBezTo>
                <a:lnTo>
                  <a:pt x="4279539" y="1549979"/>
                </a:lnTo>
                <a:cubicBezTo>
                  <a:pt x="4279361" y="1550275"/>
                  <a:pt x="4279005" y="1550512"/>
                  <a:pt x="4278591" y="1550512"/>
                </a:cubicBezTo>
                <a:lnTo>
                  <a:pt x="4262718" y="1550512"/>
                </a:lnTo>
                <a:cubicBezTo>
                  <a:pt x="4262363" y="1550512"/>
                  <a:pt x="4261948" y="1550335"/>
                  <a:pt x="4261771" y="1549979"/>
                </a:cubicBezTo>
                <a:lnTo>
                  <a:pt x="4253834" y="1536180"/>
                </a:lnTo>
                <a:cubicBezTo>
                  <a:pt x="4253657" y="1535824"/>
                  <a:pt x="4253657" y="1535410"/>
                  <a:pt x="4253834" y="1535054"/>
                </a:cubicBezTo>
                <a:lnTo>
                  <a:pt x="4261771" y="1521255"/>
                </a:lnTo>
                <a:cubicBezTo>
                  <a:pt x="4261948" y="1520959"/>
                  <a:pt x="4262304" y="1520722"/>
                  <a:pt x="4262718" y="1520722"/>
                </a:cubicBezTo>
                <a:close/>
                <a:moveTo>
                  <a:pt x="678120" y="1520426"/>
                </a:moveTo>
                <a:lnTo>
                  <a:pt x="694348" y="1520426"/>
                </a:lnTo>
                <a:cubicBezTo>
                  <a:pt x="694763" y="1520426"/>
                  <a:pt x="695118" y="1520663"/>
                  <a:pt x="695355" y="1521018"/>
                </a:cubicBezTo>
                <a:lnTo>
                  <a:pt x="703469" y="1535055"/>
                </a:lnTo>
                <a:cubicBezTo>
                  <a:pt x="703705" y="1535410"/>
                  <a:pt x="703705" y="1535825"/>
                  <a:pt x="703469" y="1536180"/>
                </a:cubicBezTo>
                <a:lnTo>
                  <a:pt x="695355" y="1550216"/>
                </a:lnTo>
                <a:cubicBezTo>
                  <a:pt x="695118" y="1550572"/>
                  <a:pt x="694763" y="1550809"/>
                  <a:pt x="694348" y="1550809"/>
                </a:cubicBezTo>
                <a:lnTo>
                  <a:pt x="678120" y="1550809"/>
                </a:lnTo>
                <a:cubicBezTo>
                  <a:pt x="677706" y="1550809"/>
                  <a:pt x="677351" y="1550572"/>
                  <a:pt x="677113" y="1550216"/>
                </a:cubicBezTo>
                <a:lnTo>
                  <a:pt x="669000" y="1536180"/>
                </a:lnTo>
                <a:cubicBezTo>
                  <a:pt x="668763" y="1535825"/>
                  <a:pt x="668763" y="1535410"/>
                  <a:pt x="669000" y="1535055"/>
                </a:cubicBezTo>
                <a:lnTo>
                  <a:pt x="677113" y="1521018"/>
                </a:lnTo>
                <a:cubicBezTo>
                  <a:pt x="677351" y="1520663"/>
                  <a:pt x="677706" y="1520426"/>
                  <a:pt x="678120" y="1520426"/>
                </a:cubicBezTo>
                <a:close/>
                <a:moveTo>
                  <a:pt x="1624715" y="1520012"/>
                </a:moveTo>
                <a:lnTo>
                  <a:pt x="1641357" y="1520012"/>
                </a:lnTo>
                <a:cubicBezTo>
                  <a:pt x="1641772" y="1520012"/>
                  <a:pt x="1642127" y="1520249"/>
                  <a:pt x="1642365" y="1520604"/>
                </a:cubicBezTo>
                <a:lnTo>
                  <a:pt x="1650715" y="1535055"/>
                </a:lnTo>
                <a:cubicBezTo>
                  <a:pt x="1650952" y="1535410"/>
                  <a:pt x="1650952" y="1535884"/>
                  <a:pt x="1650715" y="1536240"/>
                </a:cubicBezTo>
                <a:lnTo>
                  <a:pt x="1642365" y="1550691"/>
                </a:lnTo>
                <a:cubicBezTo>
                  <a:pt x="1642187" y="1551046"/>
                  <a:pt x="1641772" y="1551283"/>
                  <a:pt x="1641357" y="1551283"/>
                </a:cubicBezTo>
                <a:lnTo>
                  <a:pt x="1624715" y="1551283"/>
                </a:lnTo>
                <a:cubicBezTo>
                  <a:pt x="1624301" y="1551283"/>
                  <a:pt x="1623945" y="1551046"/>
                  <a:pt x="1623709" y="1550691"/>
                </a:cubicBezTo>
                <a:lnTo>
                  <a:pt x="1615358" y="1536240"/>
                </a:lnTo>
                <a:cubicBezTo>
                  <a:pt x="1615121" y="1535884"/>
                  <a:pt x="1615121" y="1535410"/>
                  <a:pt x="1615358" y="1535055"/>
                </a:cubicBezTo>
                <a:lnTo>
                  <a:pt x="1623709" y="1520604"/>
                </a:lnTo>
                <a:cubicBezTo>
                  <a:pt x="1623886" y="1520249"/>
                  <a:pt x="1624301" y="1520012"/>
                  <a:pt x="1624715" y="1520012"/>
                </a:cubicBezTo>
                <a:close/>
                <a:moveTo>
                  <a:pt x="813095" y="1519893"/>
                </a:moveTo>
                <a:lnTo>
                  <a:pt x="829855" y="1519893"/>
                </a:lnTo>
                <a:cubicBezTo>
                  <a:pt x="830270" y="1519893"/>
                  <a:pt x="830625" y="1520130"/>
                  <a:pt x="830862" y="1520485"/>
                </a:cubicBezTo>
                <a:lnTo>
                  <a:pt x="839272" y="1534996"/>
                </a:lnTo>
                <a:cubicBezTo>
                  <a:pt x="839509" y="1535351"/>
                  <a:pt x="839509" y="1535825"/>
                  <a:pt x="839272" y="1536180"/>
                </a:cubicBezTo>
                <a:lnTo>
                  <a:pt x="830862" y="1550690"/>
                </a:lnTo>
                <a:cubicBezTo>
                  <a:pt x="830684" y="1551045"/>
                  <a:pt x="830270" y="1551282"/>
                  <a:pt x="829855" y="1551282"/>
                </a:cubicBezTo>
                <a:lnTo>
                  <a:pt x="813095" y="1551282"/>
                </a:lnTo>
                <a:cubicBezTo>
                  <a:pt x="812680" y="1551282"/>
                  <a:pt x="812325" y="1551045"/>
                  <a:pt x="812088" y="1550690"/>
                </a:cubicBezTo>
                <a:lnTo>
                  <a:pt x="803678" y="1536180"/>
                </a:lnTo>
                <a:cubicBezTo>
                  <a:pt x="803441" y="1535825"/>
                  <a:pt x="803441" y="1535351"/>
                  <a:pt x="803678" y="1534996"/>
                </a:cubicBezTo>
                <a:lnTo>
                  <a:pt x="812088" y="1520485"/>
                </a:lnTo>
                <a:cubicBezTo>
                  <a:pt x="812265" y="1520130"/>
                  <a:pt x="812680" y="1519893"/>
                  <a:pt x="813095" y="1519893"/>
                </a:cubicBezTo>
                <a:close/>
                <a:moveTo>
                  <a:pt x="880493" y="1519478"/>
                </a:moveTo>
                <a:lnTo>
                  <a:pt x="897727" y="1519478"/>
                </a:lnTo>
                <a:cubicBezTo>
                  <a:pt x="898142" y="1519478"/>
                  <a:pt x="898556" y="1519715"/>
                  <a:pt x="898793" y="1520070"/>
                </a:cubicBezTo>
                <a:lnTo>
                  <a:pt x="907381" y="1534995"/>
                </a:lnTo>
                <a:cubicBezTo>
                  <a:pt x="907617" y="1535410"/>
                  <a:pt x="907617" y="1535883"/>
                  <a:pt x="907381" y="1536239"/>
                </a:cubicBezTo>
                <a:lnTo>
                  <a:pt x="898734" y="1551163"/>
                </a:lnTo>
                <a:cubicBezTo>
                  <a:pt x="898497" y="1551519"/>
                  <a:pt x="898082" y="1551756"/>
                  <a:pt x="897668" y="1551756"/>
                </a:cubicBezTo>
                <a:lnTo>
                  <a:pt x="880433" y="1551756"/>
                </a:lnTo>
                <a:cubicBezTo>
                  <a:pt x="880019" y="1551756"/>
                  <a:pt x="879604" y="1551519"/>
                  <a:pt x="879367" y="1551163"/>
                </a:cubicBezTo>
                <a:lnTo>
                  <a:pt x="870780" y="1536239"/>
                </a:lnTo>
                <a:cubicBezTo>
                  <a:pt x="870543" y="1535824"/>
                  <a:pt x="870543" y="1535350"/>
                  <a:pt x="870780" y="1534995"/>
                </a:cubicBezTo>
                <a:lnTo>
                  <a:pt x="879427" y="1520070"/>
                </a:lnTo>
                <a:cubicBezTo>
                  <a:pt x="879663" y="1519715"/>
                  <a:pt x="880078" y="1519478"/>
                  <a:pt x="880493" y="1519478"/>
                </a:cubicBezTo>
                <a:close/>
                <a:moveTo>
                  <a:pt x="4464795" y="1519182"/>
                </a:moveTo>
                <a:lnTo>
                  <a:pt x="4482326" y="1519182"/>
                </a:lnTo>
                <a:cubicBezTo>
                  <a:pt x="4482740" y="1519182"/>
                  <a:pt x="4483154" y="1519419"/>
                  <a:pt x="4483391" y="1519774"/>
                </a:cubicBezTo>
                <a:lnTo>
                  <a:pt x="4492157" y="1534995"/>
                </a:lnTo>
                <a:cubicBezTo>
                  <a:pt x="4492394" y="1535351"/>
                  <a:pt x="4492394" y="1535884"/>
                  <a:pt x="4492157" y="1536239"/>
                </a:cubicBezTo>
                <a:lnTo>
                  <a:pt x="4483391" y="1551460"/>
                </a:lnTo>
                <a:cubicBezTo>
                  <a:pt x="4483154" y="1551815"/>
                  <a:pt x="4482740" y="1552052"/>
                  <a:pt x="4482326" y="1552052"/>
                </a:cubicBezTo>
                <a:lnTo>
                  <a:pt x="4464795" y="1552052"/>
                </a:lnTo>
                <a:cubicBezTo>
                  <a:pt x="4464380" y="1552052"/>
                  <a:pt x="4463965" y="1551815"/>
                  <a:pt x="4463729" y="1551460"/>
                </a:cubicBezTo>
                <a:lnTo>
                  <a:pt x="4454964" y="1536239"/>
                </a:lnTo>
                <a:cubicBezTo>
                  <a:pt x="4454727" y="1535884"/>
                  <a:pt x="4454727" y="1535351"/>
                  <a:pt x="4454964" y="1534995"/>
                </a:cubicBezTo>
                <a:lnTo>
                  <a:pt x="4463729" y="1519774"/>
                </a:lnTo>
                <a:cubicBezTo>
                  <a:pt x="4463965" y="1519419"/>
                  <a:pt x="4464380" y="1519182"/>
                  <a:pt x="4464795" y="1519182"/>
                </a:cubicBezTo>
                <a:close/>
                <a:moveTo>
                  <a:pt x="474564" y="1519182"/>
                </a:moveTo>
                <a:lnTo>
                  <a:pt x="492095" y="1519182"/>
                </a:lnTo>
                <a:cubicBezTo>
                  <a:pt x="492509" y="1519182"/>
                  <a:pt x="492924" y="1519419"/>
                  <a:pt x="493161" y="1519774"/>
                </a:cubicBezTo>
                <a:lnTo>
                  <a:pt x="501926" y="1534995"/>
                </a:lnTo>
                <a:cubicBezTo>
                  <a:pt x="502163" y="1535351"/>
                  <a:pt x="502163" y="1535884"/>
                  <a:pt x="501926" y="1536239"/>
                </a:cubicBezTo>
                <a:lnTo>
                  <a:pt x="493161" y="1551460"/>
                </a:lnTo>
                <a:cubicBezTo>
                  <a:pt x="492924" y="1551815"/>
                  <a:pt x="492509" y="1552052"/>
                  <a:pt x="492095" y="1552052"/>
                </a:cubicBezTo>
                <a:lnTo>
                  <a:pt x="474564" y="1552052"/>
                </a:lnTo>
                <a:cubicBezTo>
                  <a:pt x="474150" y="1552052"/>
                  <a:pt x="473735" y="1551815"/>
                  <a:pt x="473498" y="1551460"/>
                </a:cubicBezTo>
                <a:lnTo>
                  <a:pt x="464733" y="1536239"/>
                </a:lnTo>
                <a:cubicBezTo>
                  <a:pt x="464496" y="1535884"/>
                  <a:pt x="464496" y="1535351"/>
                  <a:pt x="464733" y="1534995"/>
                </a:cubicBezTo>
                <a:lnTo>
                  <a:pt x="473498" y="1519774"/>
                </a:lnTo>
                <a:cubicBezTo>
                  <a:pt x="473735" y="1519419"/>
                  <a:pt x="474150" y="1519182"/>
                  <a:pt x="474564" y="1519182"/>
                </a:cubicBezTo>
                <a:close/>
                <a:moveTo>
                  <a:pt x="3585420" y="1518945"/>
                </a:moveTo>
                <a:lnTo>
                  <a:pt x="3603188" y="1518945"/>
                </a:lnTo>
                <a:cubicBezTo>
                  <a:pt x="3603603" y="1518945"/>
                  <a:pt x="3604017" y="1519182"/>
                  <a:pt x="3604254" y="1519597"/>
                </a:cubicBezTo>
                <a:lnTo>
                  <a:pt x="3613138" y="1534995"/>
                </a:lnTo>
                <a:cubicBezTo>
                  <a:pt x="3613374" y="1535350"/>
                  <a:pt x="3613374" y="1535824"/>
                  <a:pt x="3613138" y="1536239"/>
                </a:cubicBezTo>
                <a:lnTo>
                  <a:pt x="3604254" y="1551637"/>
                </a:lnTo>
                <a:cubicBezTo>
                  <a:pt x="3604017" y="1552052"/>
                  <a:pt x="3603603" y="1552289"/>
                  <a:pt x="3603188" y="1552289"/>
                </a:cubicBezTo>
                <a:lnTo>
                  <a:pt x="3585420" y="1552289"/>
                </a:lnTo>
                <a:cubicBezTo>
                  <a:pt x="3585006" y="1552289"/>
                  <a:pt x="3584591" y="1552052"/>
                  <a:pt x="3584355" y="1551637"/>
                </a:cubicBezTo>
                <a:lnTo>
                  <a:pt x="3575471" y="1536239"/>
                </a:lnTo>
                <a:cubicBezTo>
                  <a:pt x="3575234" y="1535883"/>
                  <a:pt x="3575234" y="1535410"/>
                  <a:pt x="3575471" y="1534995"/>
                </a:cubicBezTo>
                <a:lnTo>
                  <a:pt x="3584355" y="1519597"/>
                </a:lnTo>
                <a:cubicBezTo>
                  <a:pt x="3584591" y="1519182"/>
                  <a:pt x="3585006" y="1518945"/>
                  <a:pt x="3585420" y="1518945"/>
                </a:cubicBezTo>
                <a:close/>
                <a:moveTo>
                  <a:pt x="744867" y="1518886"/>
                </a:moveTo>
                <a:lnTo>
                  <a:pt x="762753" y="1518886"/>
                </a:lnTo>
                <a:cubicBezTo>
                  <a:pt x="763167" y="1518886"/>
                  <a:pt x="763582" y="1519123"/>
                  <a:pt x="763819" y="1519537"/>
                </a:cubicBezTo>
                <a:lnTo>
                  <a:pt x="772762" y="1535054"/>
                </a:lnTo>
                <a:cubicBezTo>
                  <a:pt x="772999" y="1535410"/>
                  <a:pt x="772999" y="1535884"/>
                  <a:pt x="772762" y="1536298"/>
                </a:cubicBezTo>
                <a:lnTo>
                  <a:pt x="763819" y="1551815"/>
                </a:lnTo>
                <a:cubicBezTo>
                  <a:pt x="763641" y="1552230"/>
                  <a:pt x="763227" y="1552467"/>
                  <a:pt x="762753" y="1552467"/>
                </a:cubicBezTo>
                <a:lnTo>
                  <a:pt x="744867" y="1552467"/>
                </a:lnTo>
                <a:cubicBezTo>
                  <a:pt x="744452" y="1552467"/>
                  <a:pt x="744037" y="1552230"/>
                  <a:pt x="743801" y="1551815"/>
                </a:cubicBezTo>
                <a:lnTo>
                  <a:pt x="734858" y="1536298"/>
                </a:lnTo>
                <a:cubicBezTo>
                  <a:pt x="734621" y="1535943"/>
                  <a:pt x="734621" y="1535469"/>
                  <a:pt x="734858" y="1535054"/>
                </a:cubicBezTo>
                <a:lnTo>
                  <a:pt x="743801" y="1519537"/>
                </a:lnTo>
                <a:cubicBezTo>
                  <a:pt x="743978" y="1519123"/>
                  <a:pt x="744393" y="1518886"/>
                  <a:pt x="744867" y="1518886"/>
                </a:cubicBezTo>
                <a:close/>
                <a:moveTo>
                  <a:pt x="4532133" y="1518768"/>
                </a:moveTo>
                <a:lnTo>
                  <a:pt x="4550138" y="1518768"/>
                </a:lnTo>
                <a:cubicBezTo>
                  <a:pt x="4550611" y="1518768"/>
                  <a:pt x="4551026" y="1519005"/>
                  <a:pt x="4551263" y="1519420"/>
                </a:cubicBezTo>
                <a:lnTo>
                  <a:pt x="4560265" y="1534996"/>
                </a:lnTo>
                <a:cubicBezTo>
                  <a:pt x="4560502" y="1535351"/>
                  <a:pt x="4560502" y="1535825"/>
                  <a:pt x="4560265" y="1536239"/>
                </a:cubicBezTo>
                <a:lnTo>
                  <a:pt x="4551263" y="1551816"/>
                </a:lnTo>
                <a:cubicBezTo>
                  <a:pt x="4551026" y="1552230"/>
                  <a:pt x="4550611" y="1552467"/>
                  <a:pt x="4550138" y="1552467"/>
                </a:cubicBezTo>
                <a:lnTo>
                  <a:pt x="4532133" y="1552467"/>
                </a:lnTo>
                <a:cubicBezTo>
                  <a:pt x="4531660" y="1552467"/>
                  <a:pt x="4531245" y="1552230"/>
                  <a:pt x="4531008" y="1551816"/>
                </a:cubicBezTo>
                <a:lnTo>
                  <a:pt x="4522006" y="1536239"/>
                </a:lnTo>
                <a:cubicBezTo>
                  <a:pt x="4521769" y="1535884"/>
                  <a:pt x="4521769" y="1535410"/>
                  <a:pt x="4522006" y="1534996"/>
                </a:cubicBezTo>
                <a:lnTo>
                  <a:pt x="4531008" y="1519420"/>
                </a:lnTo>
                <a:cubicBezTo>
                  <a:pt x="4531245" y="1519005"/>
                  <a:pt x="4531660" y="1518768"/>
                  <a:pt x="4532133" y="1518768"/>
                </a:cubicBezTo>
                <a:close/>
                <a:moveTo>
                  <a:pt x="4329169" y="1518649"/>
                </a:moveTo>
                <a:lnTo>
                  <a:pt x="4347292" y="1518649"/>
                </a:lnTo>
                <a:cubicBezTo>
                  <a:pt x="4347766" y="1518649"/>
                  <a:pt x="4348181" y="1518886"/>
                  <a:pt x="4348417" y="1519300"/>
                </a:cubicBezTo>
                <a:lnTo>
                  <a:pt x="4357479" y="1534995"/>
                </a:lnTo>
                <a:cubicBezTo>
                  <a:pt x="4357716" y="1535410"/>
                  <a:pt x="4357716" y="1535884"/>
                  <a:pt x="4357479" y="1536298"/>
                </a:cubicBezTo>
                <a:lnTo>
                  <a:pt x="4348417" y="1551993"/>
                </a:lnTo>
                <a:cubicBezTo>
                  <a:pt x="4348181" y="1552407"/>
                  <a:pt x="4347766" y="1552644"/>
                  <a:pt x="4347292" y="1552644"/>
                </a:cubicBezTo>
                <a:lnTo>
                  <a:pt x="4329169" y="1552644"/>
                </a:lnTo>
                <a:cubicBezTo>
                  <a:pt x="4328695" y="1552644"/>
                  <a:pt x="4328281" y="1552407"/>
                  <a:pt x="4328044" y="1551993"/>
                </a:cubicBezTo>
                <a:lnTo>
                  <a:pt x="4318982" y="1536298"/>
                </a:lnTo>
                <a:cubicBezTo>
                  <a:pt x="4318746" y="1535884"/>
                  <a:pt x="4318746" y="1535410"/>
                  <a:pt x="4318982" y="1534995"/>
                </a:cubicBezTo>
                <a:lnTo>
                  <a:pt x="4328044" y="1519300"/>
                </a:lnTo>
                <a:cubicBezTo>
                  <a:pt x="4328281" y="1518886"/>
                  <a:pt x="4328695" y="1518649"/>
                  <a:pt x="4329169" y="1518649"/>
                </a:cubicBezTo>
                <a:close/>
                <a:moveTo>
                  <a:pt x="1150500" y="1518472"/>
                </a:moveTo>
                <a:lnTo>
                  <a:pt x="1168800" y="1518472"/>
                </a:lnTo>
                <a:cubicBezTo>
                  <a:pt x="1169274" y="1518472"/>
                  <a:pt x="1169689" y="1518709"/>
                  <a:pt x="1169926" y="1519123"/>
                </a:cubicBezTo>
                <a:lnTo>
                  <a:pt x="1179106" y="1534996"/>
                </a:lnTo>
                <a:cubicBezTo>
                  <a:pt x="1179342" y="1535410"/>
                  <a:pt x="1179342" y="1535884"/>
                  <a:pt x="1179106" y="1536299"/>
                </a:cubicBezTo>
                <a:lnTo>
                  <a:pt x="1169926" y="1552171"/>
                </a:lnTo>
                <a:cubicBezTo>
                  <a:pt x="1169689" y="1552586"/>
                  <a:pt x="1169274" y="1552822"/>
                  <a:pt x="1168800" y="1552822"/>
                </a:cubicBezTo>
                <a:lnTo>
                  <a:pt x="1150500" y="1552822"/>
                </a:lnTo>
                <a:cubicBezTo>
                  <a:pt x="1150026" y="1552822"/>
                  <a:pt x="1149612" y="1552586"/>
                  <a:pt x="1149374" y="1552171"/>
                </a:cubicBezTo>
                <a:lnTo>
                  <a:pt x="1140195" y="1536299"/>
                </a:lnTo>
                <a:cubicBezTo>
                  <a:pt x="1139958" y="1535884"/>
                  <a:pt x="1139958" y="1535410"/>
                  <a:pt x="1140195" y="1534996"/>
                </a:cubicBezTo>
                <a:lnTo>
                  <a:pt x="1149374" y="1519123"/>
                </a:lnTo>
                <a:cubicBezTo>
                  <a:pt x="1149612" y="1518709"/>
                  <a:pt x="1150026" y="1518472"/>
                  <a:pt x="1150500" y="1518472"/>
                </a:cubicBezTo>
                <a:close/>
                <a:moveTo>
                  <a:pt x="4396686" y="1518353"/>
                </a:moveTo>
                <a:lnTo>
                  <a:pt x="4415105" y="1518353"/>
                </a:lnTo>
                <a:cubicBezTo>
                  <a:pt x="4415579" y="1518353"/>
                  <a:pt x="4415993" y="1518590"/>
                  <a:pt x="4416230" y="1519004"/>
                </a:cubicBezTo>
                <a:lnTo>
                  <a:pt x="4425469" y="1534995"/>
                </a:lnTo>
                <a:cubicBezTo>
                  <a:pt x="4425706" y="1535410"/>
                  <a:pt x="4425706" y="1535884"/>
                  <a:pt x="4425469" y="1536298"/>
                </a:cubicBezTo>
                <a:lnTo>
                  <a:pt x="4416230" y="1552289"/>
                </a:lnTo>
                <a:cubicBezTo>
                  <a:pt x="4415993" y="1552703"/>
                  <a:pt x="4415579" y="1552940"/>
                  <a:pt x="4415105" y="1552940"/>
                </a:cubicBezTo>
                <a:lnTo>
                  <a:pt x="4396686" y="1552940"/>
                </a:lnTo>
                <a:cubicBezTo>
                  <a:pt x="4396212" y="1552940"/>
                  <a:pt x="4395797" y="1552703"/>
                  <a:pt x="4395561" y="1552289"/>
                </a:cubicBezTo>
                <a:lnTo>
                  <a:pt x="4386321" y="1536298"/>
                </a:lnTo>
                <a:cubicBezTo>
                  <a:pt x="4386085" y="1535884"/>
                  <a:pt x="4386085" y="1535410"/>
                  <a:pt x="4386321" y="1534995"/>
                </a:cubicBezTo>
                <a:lnTo>
                  <a:pt x="4395561" y="1519004"/>
                </a:lnTo>
                <a:cubicBezTo>
                  <a:pt x="4395797" y="1518590"/>
                  <a:pt x="4396212" y="1518353"/>
                  <a:pt x="4396686" y="1518353"/>
                </a:cubicBezTo>
                <a:close/>
                <a:moveTo>
                  <a:pt x="947535" y="1518353"/>
                </a:moveTo>
                <a:lnTo>
                  <a:pt x="965954" y="1518353"/>
                </a:lnTo>
                <a:cubicBezTo>
                  <a:pt x="966428" y="1518353"/>
                  <a:pt x="966842" y="1518590"/>
                  <a:pt x="967079" y="1519004"/>
                </a:cubicBezTo>
                <a:lnTo>
                  <a:pt x="976319" y="1534995"/>
                </a:lnTo>
                <a:cubicBezTo>
                  <a:pt x="976555" y="1535410"/>
                  <a:pt x="976555" y="1535884"/>
                  <a:pt x="976319" y="1536298"/>
                </a:cubicBezTo>
                <a:lnTo>
                  <a:pt x="967079" y="1552289"/>
                </a:lnTo>
                <a:cubicBezTo>
                  <a:pt x="966842" y="1552703"/>
                  <a:pt x="966428" y="1552940"/>
                  <a:pt x="965954" y="1552940"/>
                </a:cubicBezTo>
                <a:lnTo>
                  <a:pt x="947535" y="1552940"/>
                </a:lnTo>
                <a:cubicBezTo>
                  <a:pt x="947061" y="1552940"/>
                  <a:pt x="946647" y="1552703"/>
                  <a:pt x="946410" y="1552289"/>
                </a:cubicBezTo>
                <a:lnTo>
                  <a:pt x="937171" y="1536298"/>
                </a:lnTo>
                <a:cubicBezTo>
                  <a:pt x="936934" y="1535884"/>
                  <a:pt x="936934" y="1535410"/>
                  <a:pt x="937171" y="1534995"/>
                </a:cubicBezTo>
                <a:lnTo>
                  <a:pt x="946410" y="1519004"/>
                </a:lnTo>
                <a:cubicBezTo>
                  <a:pt x="946647" y="1518590"/>
                  <a:pt x="947061" y="1518353"/>
                  <a:pt x="947535" y="1518353"/>
                </a:cubicBezTo>
                <a:close/>
                <a:moveTo>
                  <a:pt x="541429" y="1517820"/>
                </a:moveTo>
                <a:lnTo>
                  <a:pt x="560440" y="1517820"/>
                </a:lnTo>
                <a:cubicBezTo>
                  <a:pt x="560914" y="1517820"/>
                  <a:pt x="561388" y="1518057"/>
                  <a:pt x="561625" y="1518472"/>
                </a:cubicBezTo>
                <a:lnTo>
                  <a:pt x="571101" y="1534936"/>
                </a:lnTo>
                <a:cubicBezTo>
                  <a:pt x="571338" y="1535351"/>
                  <a:pt x="571338" y="1535884"/>
                  <a:pt x="571101" y="1536298"/>
                </a:cubicBezTo>
                <a:lnTo>
                  <a:pt x="561625" y="1552763"/>
                </a:lnTo>
                <a:cubicBezTo>
                  <a:pt x="561329" y="1553177"/>
                  <a:pt x="560914" y="1553414"/>
                  <a:pt x="560440" y="1553414"/>
                </a:cubicBezTo>
                <a:lnTo>
                  <a:pt x="541429" y="1553414"/>
                </a:lnTo>
                <a:cubicBezTo>
                  <a:pt x="540955" y="1553414"/>
                  <a:pt x="540481" y="1553177"/>
                  <a:pt x="540245" y="1552763"/>
                </a:cubicBezTo>
                <a:lnTo>
                  <a:pt x="530769" y="1536298"/>
                </a:lnTo>
                <a:cubicBezTo>
                  <a:pt x="530532" y="1535884"/>
                  <a:pt x="530532" y="1535351"/>
                  <a:pt x="530769" y="1534936"/>
                </a:cubicBezTo>
                <a:lnTo>
                  <a:pt x="540245" y="1518472"/>
                </a:lnTo>
                <a:cubicBezTo>
                  <a:pt x="540541" y="1518057"/>
                  <a:pt x="540955" y="1517820"/>
                  <a:pt x="541429" y="1517820"/>
                </a:cubicBezTo>
                <a:close/>
                <a:moveTo>
                  <a:pt x="4599295" y="1517702"/>
                </a:moveTo>
                <a:lnTo>
                  <a:pt x="4618365" y="1517702"/>
                </a:lnTo>
                <a:cubicBezTo>
                  <a:pt x="4618839" y="1517702"/>
                  <a:pt x="4619313" y="1517939"/>
                  <a:pt x="4619549" y="1518354"/>
                </a:cubicBezTo>
                <a:lnTo>
                  <a:pt x="4629085" y="1534877"/>
                </a:lnTo>
                <a:cubicBezTo>
                  <a:pt x="4629322" y="1535292"/>
                  <a:pt x="4629322" y="1535825"/>
                  <a:pt x="4629085" y="1536239"/>
                </a:cubicBezTo>
                <a:lnTo>
                  <a:pt x="4619549" y="1552763"/>
                </a:lnTo>
                <a:cubicBezTo>
                  <a:pt x="4619313" y="1553178"/>
                  <a:pt x="4618839" y="1553415"/>
                  <a:pt x="4618365" y="1553415"/>
                </a:cubicBezTo>
                <a:lnTo>
                  <a:pt x="4599295" y="1553415"/>
                </a:lnTo>
                <a:cubicBezTo>
                  <a:pt x="4598821" y="1553415"/>
                  <a:pt x="4598347" y="1553178"/>
                  <a:pt x="4598110" y="1552763"/>
                </a:cubicBezTo>
                <a:lnTo>
                  <a:pt x="4588575" y="1536239"/>
                </a:lnTo>
                <a:cubicBezTo>
                  <a:pt x="4588338" y="1535825"/>
                  <a:pt x="4588338" y="1535292"/>
                  <a:pt x="4588575" y="1534877"/>
                </a:cubicBezTo>
                <a:lnTo>
                  <a:pt x="4598110" y="1518354"/>
                </a:lnTo>
                <a:cubicBezTo>
                  <a:pt x="4598347" y="1517939"/>
                  <a:pt x="4598821" y="1517702"/>
                  <a:pt x="4599295" y="1517702"/>
                </a:cubicBezTo>
                <a:close/>
                <a:moveTo>
                  <a:pt x="2502668" y="1517642"/>
                </a:moveTo>
                <a:lnTo>
                  <a:pt x="2521857" y="1517642"/>
                </a:lnTo>
                <a:cubicBezTo>
                  <a:pt x="2522330" y="1517642"/>
                  <a:pt x="2522804" y="1517879"/>
                  <a:pt x="2523041" y="1518294"/>
                </a:cubicBezTo>
                <a:lnTo>
                  <a:pt x="2532635" y="1534936"/>
                </a:lnTo>
                <a:cubicBezTo>
                  <a:pt x="2532873" y="1535350"/>
                  <a:pt x="2532873" y="1535883"/>
                  <a:pt x="2532635" y="1536298"/>
                </a:cubicBezTo>
                <a:lnTo>
                  <a:pt x="2523041" y="1552940"/>
                </a:lnTo>
                <a:cubicBezTo>
                  <a:pt x="2522804" y="1553355"/>
                  <a:pt x="2522330" y="1553592"/>
                  <a:pt x="2521857" y="1553592"/>
                </a:cubicBezTo>
                <a:lnTo>
                  <a:pt x="2502668" y="1553592"/>
                </a:lnTo>
                <a:cubicBezTo>
                  <a:pt x="2502194" y="1553592"/>
                  <a:pt x="2501720" y="1553355"/>
                  <a:pt x="2501483" y="1552940"/>
                </a:cubicBezTo>
                <a:lnTo>
                  <a:pt x="2491889" y="1536298"/>
                </a:lnTo>
                <a:cubicBezTo>
                  <a:pt x="2491652" y="1535883"/>
                  <a:pt x="2491652" y="1535350"/>
                  <a:pt x="2491889" y="1534936"/>
                </a:cubicBezTo>
                <a:lnTo>
                  <a:pt x="2501483" y="1518294"/>
                </a:lnTo>
                <a:cubicBezTo>
                  <a:pt x="2501720" y="1517879"/>
                  <a:pt x="2502194" y="1517642"/>
                  <a:pt x="2502668" y="1517642"/>
                </a:cubicBezTo>
                <a:close/>
                <a:moveTo>
                  <a:pt x="2435033" y="1517642"/>
                </a:moveTo>
                <a:lnTo>
                  <a:pt x="2454221" y="1517642"/>
                </a:lnTo>
                <a:cubicBezTo>
                  <a:pt x="2454695" y="1517642"/>
                  <a:pt x="2455169" y="1517879"/>
                  <a:pt x="2455406" y="1518294"/>
                </a:cubicBezTo>
                <a:lnTo>
                  <a:pt x="2465000" y="1534936"/>
                </a:lnTo>
                <a:cubicBezTo>
                  <a:pt x="2465237" y="1535350"/>
                  <a:pt x="2465237" y="1535883"/>
                  <a:pt x="2465000" y="1536298"/>
                </a:cubicBezTo>
                <a:lnTo>
                  <a:pt x="2455406" y="1552940"/>
                </a:lnTo>
                <a:cubicBezTo>
                  <a:pt x="2455169" y="1553355"/>
                  <a:pt x="2454695" y="1553592"/>
                  <a:pt x="2454221" y="1553592"/>
                </a:cubicBezTo>
                <a:lnTo>
                  <a:pt x="2435033" y="1553592"/>
                </a:lnTo>
                <a:cubicBezTo>
                  <a:pt x="2434559" y="1553592"/>
                  <a:pt x="2434085" y="1553355"/>
                  <a:pt x="2433848" y="1552940"/>
                </a:cubicBezTo>
                <a:lnTo>
                  <a:pt x="2424254" y="1536298"/>
                </a:lnTo>
                <a:cubicBezTo>
                  <a:pt x="2424017" y="1535883"/>
                  <a:pt x="2424017" y="1535350"/>
                  <a:pt x="2424254" y="1534936"/>
                </a:cubicBezTo>
                <a:lnTo>
                  <a:pt x="2433848" y="1518294"/>
                </a:lnTo>
                <a:cubicBezTo>
                  <a:pt x="2434085" y="1517879"/>
                  <a:pt x="2434559" y="1517642"/>
                  <a:pt x="2435033" y="1517642"/>
                </a:cubicBezTo>
                <a:close/>
                <a:moveTo>
                  <a:pt x="2705335" y="1517287"/>
                </a:moveTo>
                <a:lnTo>
                  <a:pt x="2724880" y="1517287"/>
                </a:lnTo>
                <a:cubicBezTo>
                  <a:pt x="2725354" y="1517287"/>
                  <a:pt x="2725827" y="1517583"/>
                  <a:pt x="2726064" y="1517998"/>
                </a:cubicBezTo>
                <a:lnTo>
                  <a:pt x="2735836" y="1534936"/>
                </a:lnTo>
                <a:cubicBezTo>
                  <a:pt x="2736073" y="1535351"/>
                  <a:pt x="2736073" y="1535884"/>
                  <a:pt x="2735836" y="1536298"/>
                </a:cubicBezTo>
                <a:lnTo>
                  <a:pt x="2726064" y="1553237"/>
                </a:lnTo>
                <a:cubicBezTo>
                  <a:pt x="2725827" y="1553651"/>
                  <a:pt x="2725354" y="1553947"/>
                  <a:pt x="2724880" y="1553947"/>
                </a:cubicBezTo>
                <a:lnTo>
                  <a:pt x="2705335" y="1553947"/>
                </a:lnTo>
                <a:cubicBezTo>
                  <a:pt x="2704862" y="1553947"/>
                  <a:pt x="2704388" y="1553651"/>
                  <a:pt x="2704151" y="1553237"/>
                </a:cubicBezTo>
                <a:lnTo>
                  <a:pt x="2694379" y="1536298"/>
                </a:lnTo>
                <a:cubicBezTo>
                  <a:pt x="2694142" y="1535884"/>
                  <a:pt x="2694142" y="1535351"/>
                  <a:pt x="2694379" y="1534936"/>
                </a:cubicBezTo>
                <a:lnTo>
                  <a:pt x="2704151" y="1517998"/>
                </a:lnTo>
                <a:cubicBezTo>
                  <a:pt x="2704388" y="1517583"/>
                  <a:pt x="2704862" y="1517287"/>
                  <a:pt x="2705335" y="1517287"/>
                </a:cubicBezTo>
                <a:close/>
                <a:moveTo>
                  <a:pt x="1014519" y="1517228"/>
                </a:moveTo>
                <a:lnTo>
                  <a:pt x="1034181" y="1517228"/>
                </a:lnTo>
                <a:cubicBezTo>
                  <a:pt x="1034655" y="1517228"/>
                  <a:pt x="1035129" y="1517524"/>
                  <a:pt x="1035366" y="1517939"/>
                </a:cubicBezTo>
                <a:lnTo>
                  <a:pt x="1045197" y="1534936"/>
                </a:lnTo>
                <a:cubicBezTo>
                  <a:pt x="1045434" y="1535351"/>
                  <a:pt x="1045434" y="1535884"/>
                  <a:pt x="1045197" y="1536298"/>
                </a:cubicBezTo>
                <a:lnTo>
                  <a:pt x="1035366" y="1553296"/>
                </a:lnTo>
                <a:cubicBezTo>
                  <a:pt x="1035129" y="1553711"/>
                  <a:pt x="1034655" y="1554007"/>
                  <a:pt x="1034181" y="1554007"/>
                </a:cubicBezTo>
                <a:lnTo>
                  <a:pt x="1014519" y="1554007"/>
                </a:lnTo>
                <a:cubicBezTo>
                  <a:pt x="1014045" y="1554007"/>
                  <a:pt x="1013571" y="1553711"/>
                  <a:pt x="1013334" y="1553296"/>
                </a:cubicBezTo>
                <a:lnTo>
                  <a:pt x="1003503" y="1536298"/>
                </a:lnTo>
                <a:cubicBezTo>
                  <a:pt x="1003266" y="1535884"/>
                  <a:pt x="1003266" y="1535351"/>
                  <a:pt x="1003503" y="1534936"/>
                </a:cubicBezTo>
                <a:lnTo>
                  <a:pt x="1013334" y="1517939"/>
                </a:lnTo>
                <a:cubicBezTo>
                  <a:pt x="1013571" y="1517524"/>
                  <a:pt x="1014045" y="1517228"/>
                  <a:pt x="1014519" y="1517228"/>
                </a:cubicBezTo>
                <a:close/>
                <a:moveTo>
                  <a:pt x="1555363" y="1516813"/>
                </a:moveTo>
                <a:lnTo>
                  <a:pt x="1575440" y="1516813"/>
                </a:lnTo>
                <a:cubicBezTo>
                  <a:pt x="1575973" y="1516813"/>
                  <a:pt x="1576447" y="1517109"/>
                  <a:pt x="1576684" y="1517524"/>
                </a:cubicBezTo>
                <a:lnTo>
                  <a:pt x="1586693" y="1534936"/>
                </a:lnTo>
                <a:cubicBezTo>
                  <a:pt x="1586929" y="1535350"/>
                  <a:pt x="1586929" y="1535943"/>
                  <a:pt x="1586693" y="1536357"/>
                </a:cubicBezTo>
                <a:lnTo>
                  <a:pt x="1576624" y="1553769"/>
                </a:lnTo>
                <a:cubicBezTo>
                  <a:pt x="1576328" y="1554184"/>
                  <a:pt x="1575854" y="1554480"/>
                  <a:pt x="1575381" y="1554480"/>
                </a:cubicBezTo>
                <a:lnTo>
                  <a:pt x="1555303" y="1554480"/>
                </a:lnTo>
                <a:cubicBezTo>
                  <a:pt x="1554770" y="1554480"/>
                  <a:pt x="1554296" y="1554184"/>
                  <a:pt x="1554060" y="1553769"/>
                </a:cubicBezTo>
                <a:lnTo>
                  <a:pt x="1544051" y="1536357"/>
                </a:lnTo>
                <a:cubicBezTo>
                  <a:pt x="1543814" y="1535943"/>
                  <a:pt x="1543814" y="1535350"/>
                  <a:pt x="1544051" y="1534936"/>
                </a:cubicBezTo>
                <a:lnTo>
                  <a:pt x="1554119" y="1517524"/>
                </a:lnTo>
                <a:cubicBezTo>
                  <a:pt x="1554415" y="1517109"/>
                  <a:pt x="1554889" y="1516813"/>
                  <a:pt x="1555363" y="1516813"/>
                </a:cubicBezTo>
                <a:close/>
                <a:moveTo>
                  <a:pt x="1081917" y="1516695"/>
                </a:moveTo>
                <a:lnTo>
                  <a:pt x="1102113" y="1516695"/>
                </a:lnTo>
                <a:cubicBezTo>
                  <a:pt x="1102646" y="1516695"/>
                  <a:pt x="1103119" y="1516991"/>
                  <a:pt x="1103357" y="1517406"/>
                </a:cubicBezTo>
                <a:lnTo>
                  <a:pt x="1113424" y="1534877"/>
                </a:lnTo>
                <a:cubicBezTo>
                  <a:pt x="1113662" y="1535292"/>
                  <a:pt x="1113662" y="1535884"/>
                  <a:pt x="1113424" y="1536298"/>
                </a:cubicBezTo>
                <a:lnTo>
                  <a:pt x="1103297" y="1553770"/>
                </a:lnTo>
                <a:cubicBezTo>
                  <a:pt x="1103001" y="1554184"/>
                  <a:pt x="1102527" y="1554480"/>
                  <a:pt x="1102053" y="1554480"/>
                </a:cubicBezTo>
                <a:lnTo>
                  <a:pt x="1081858" y="1554480"/>
                </a:lnTo>
                <a:cubicBezTo>
                  <a:pt x="1081325" y="1554480"/>
                  <a:pt x="1080851" y="1554184"/>
                  <a:pt x="1080614" y="1553770"/>
                </a:cubicBezTo>
                <a:lnTo>
                  <a:pt x="1070546" y="1536298"/>
                </a:lnTo>
                <a:cubicBezTo>
                  <a:pt x="1070309" y="1535884"/>
                  <a:pt x="1070309" y="1535292"/>
                  <a:pt x="1070546" y="1534877"/>
                </a:cubicBezTo>
                <a:lnTo>
                  <a:pt x="1080673" y="1517406"/>
                </a:lnTo>
                <a:cubicBezTo>
                  <a:pt x="1080969" y="1516991"/>
                  <a:pt x="1081443" y="1516695"/>
                  <a:pt x="1081917" y="1516695"/>
                </a:cubicBezTo>
                <a:close/>
                <a:moveTo>
                  <a:pt x="2366628" y="1516280"/>
                </a:moveTo>
                <a:lnTo>
                  <a:pt x="2387297" y="1516280"/>
                </a:lnTo>
                <a:cubicBezTo>
                  <a:pt x="2387771" y="1516280"/>
                  <a:pt x="2388304" y="1516517"/>
                  <a:pt x="2388541" y="1516991"/>
                </a:cubicBezTo>
                <a:lnTo>
                  <a:pt x="2398846" y="1534877"/>
                </a:lnTo>
                <a:cubicBezTo>
                  <a:pt x="2399083" y="1535350"/>
                  <a:pt x="2399083" y="1535883"/>
                  <a:pt x="2398846" y="1536357"/>
                </a:cubicBezTo>
                <a:lnTo>
                  <a:pt x="2388541" y="1554243"/>
                </a:lnTo>
                <a:cubicBezTo>
                  <a:pt x="2388304" y="1554658"/>
                  <a:pt x="2387830" y="1554954"/>
                  <a:pt x="2387297" y="1554954"/>
                </a:cubicBezTo>
                <a:lnTo>
                  <a:pt x="2366628" y="1554954"/>
                </a:lnTo>
                <a:cubicBezTo>
                  <a:pt x="2366154" y="1554954"/>
                  <a:pt x="2365621" y="1554717"/>
                  <a:pt x="2365384" y="1554243"/>
                </a:cubicBezTo>
                <a:lnTo>
                  <a:pt x="2355079" y="1536357"/>
                </a:lnTo>
                <a:cubicBezTo>
                  <a:pt x="2354842" y="1535883"/>
                  <a:pt x="2354842" y="1535350"/>
                  <a:pt x="2355079" y="1534877"/>
                </a:cubicBezTo>
                <a:lnTo>
                  <a:pt x="2365384" y="1516991"/>
                </a:lnTo>
                <a:cubicBezTo>
                  <a:pt x="2365621" y="1516576"/>
                  <a:pt x="2366094" y="1516280"/>
                  <a:pt x="2366628" y="1516280"/>
                </a:cubicBezTo>
                <a:close/>
                <a:moveTo>
                  <a:pt x="1216831" y="1516043"/>
                </a:moveTo>
                <a:lnTo>
                  <a:pt x="1237679" y="1516043"/>
                </a:lnTo>
                <a:cubicBezTo>
                  <a:pt x="1238212" y="1516043"/>
                  <a:pt x="1238686" y="1516280"/>
                  <a:pt x="1238982" y="1516754"/>
                </a:cubicBezTo>
                <a:lnTo>
                  <a:pt x="1249405" y="1534817"/>
                </a:lnTo>
                <a:cubicBezTo>
                  <a:pt x="1249701" y="1535291"/>
                  <a:pt x="1249701" y="1535824"/>
                  <a:pt x="1249405" y="1536298"/>
                </a:cubicBezTo>
                <a:lnTo>
                  <a:pt x="1238982" y="1554362"/>
                </a:lnTo>
                <a:cubicBezTo>
                  <a:pt x="1238686" y="1554776"/>
                  <a:pt x="1238212" y="1555072"/>
                  <a:pt x="1237679" y="1555072"/>
                </a:cubicBezTo>
                <a:lnTo>
                  <a:pt x="1216831" y="1555072"/>
                </a:lnTo>
                <a:cubicBezTo>
                  <a:pt x="1216299" y="1555072"/>
                  <a:pt x="1215825" y="1554835"/>
                  <a:pt x="1215529" y="1554362"/>
                </a:cubicBezTo>
                <a:lnTo>
                  <a:pt x="1205105" y="1536298"/>
                </a:lnTo>
                <a:cubicBezTo>
                  <a:pt x="1204809" y="1535824"/>
                  <a:pt x="1204809" y="1535291"/>
                  <a:pt x="1205105" y="1534817"/>
                </a:cubicBezTo>
                <a:lnTo>
                  <a:pt x="1215529" y="1516754"/>
                </a:lnTo>
                <a:cubicBezTo>
                  <a:pt x="1215825" y="1516339"/>
                  <a:pt x="1216299" y="1516043"/>
                  <a:pt x="1216831" y="1516043"/>
                </a:cubicBezTo>
                <a:close/>
                <a:moveTo>
                  <a:pt x="3313281" y="1515866"/>
                </a:moveTo>
                <a:lnTo>
                  <a:pt x="3334365" y="1515866"/>
                </a:lnTo>
                <a:cubicBezTo>
                  <a:pt x="3334899" y="1515866"/>
                  <a:pt x="3335372" y="1516162"/>
                  <a:pt x="3335668" y="1516636"/>
                </a:cubicBezTo>
                <a:lnTo>
                  <a:pt x="3346210" y="1534877"/>
                </a:lnTo>
                <a:cubicBezTo>
                  <a:pt x="3346507" y="1535351"/>
                  <a:pt x="3346507" y="1535884"/>
                  <a:pt x="3346210" y="1536358"/>
                </a:cubicBezTo>
                <a:lnTo>
                  <a:pt x="3335668" y="1554599"/>
                </a:lnTo>
                <a:cubicBezTo>
                  <a:pt x="3335372" y="1555073"/>
                  <a:pt x="3334899" y="1555369"/>
                  <a:pt x="3334365" y="1555369"/>
                </a:cubicBezTo>
                <a:lnTo>
                  <a:pt x="3313281" y="1555369"/>
                </a:lnTo>
                <a:cubicBezTo>
                  <a:pt x="3312748" y="1555369"/>
                  <a:pt x="3312274" y="1555073"/>
                  <a:pt x="3311978" y="1554599"/>
                </a:cubicBezTo>
                <a:lnTo>
                  <a:pt x="3301436" y="1536358"/>
                </a:lnTo>
                <a:cubicBezTo>
                  <a:pt x="3301140" y="1535884"/>
                  <a:pt x="3301140" y="1535351"/>
                  <a:pt x="3301436" y="1534877"/>
                </a:cubicBezTo>
                <a:lnTo>
                  <a:pt x="3311978" y="1516636"/>
                </a:lnTo>
                <a:cubicBezTo>
                  <a:pt x="3312274" y="1516162"/>
                  <a:pt x="3312748" y="1515866"/>
                  <a:pt x="3313281" y="1515866"/>
                </a:cubicBezTo>
                <a:close/>
                <a:moveTo>
                  <a:pt x="2636931" y="1515866"/>
                </a:moveTo>
                <a:lnTo>
                  <a:pt x="2658015" y="1515866"/>
                </a:lnTo>
                <a:cubicBezTo>
                  <a:pt x="2658548" y="1515866"/>
                  <a:pt x="2659022" y="1516162"/>
                  <a:pt x="2659318" y="1516636"/>
                </a:cubicBezTo>
                <a:lnTo>
                  <a:pt x="2669860" y="1534877"/>
                </a:lnTo>
                <a:cubicBezTo>
                  <a:pt x="2670157" y="1535351"/>
                  <a:pt x="2670157" y="1535884"/>
                  <a:pt x="2669860" y="1536358"/>
                </a:cubicBezTo>
                <a:lnTo>
                  <a:pt x="2659318" y="1554599"/>
                </a:lnTo>
                <a:cubicBezTo>
                  <a:pt x="2659022" y="1555073"/>
                  <a:pt x="2658548" y="1555369"/>
                  <a:pt x="2658015" y="1555369"/>
                </a:cubicBezTo>
                <a:lnTo>
                  <a:pt x="2636931" y="1555369"/>
                </a:lnTo>
                <a:cubicBezTo>
                  <a:pt x="2636398" y="1555369"/>
                  <a:pt x="2635924" y="1555073"/>
                  <a:pt x="2635628" y="1554599"/>
                </a:cubicBezTo>
                <a:lnTo>
                  <a:pt x="2625086" y="1536358"/>
                </a:lnTo>
                <a:cubicBezTo>
                  <a:pt x="2624790" y="1535884"/>
                  <a:pt x="2624790" y="1535351"/>
                  <a:pt x="2625086" y="1534877"/>
                </a:cubicBezTo>
                <a:lnTo>
                  <a:pt x="2635628" y="1516636"/>
                </a:lnTo>
                <a:cubicBezTo>
                  <a:pt x="2635924" y="1516162"/>
                  <a:pt x="2636398" y="1515866"/>
                  <a:pt x="2636931" y="1515866"/>
                </a:cubicBezTo>
                <a:close/>
                <a:moveTo>
                  <a:pt x="2569237" y="1515747"/>
                </a:moveTo>
                <a:lnTo>
                  <a:pt x="2590439" y="1515747"/>
                </a:lnTo>
                <a:cubicBezTo>
                  <a:pt x="2590972" y="1515747"/>
                  <a:pt x="2591446" y="1516043"/>
                  <a:pt x="2591742" y="1516517"/>
                </a:cubicBezTo>
                <a:lnTo>
                  <a:pt x="2602343" y="1534877"/>
                </a:lnTo>
                <a:cubicBezTo>
                  <a:pt x="2602639" y="1535291"/>
                  <a:pt x="2602639" y="1535883"/>
                  <a:pt x="2602343" y="1536357"/>
                </a:cubicBezTo>
                <a:lnTo>
                  <a:pt x="2591742" y="1554717"/>
                </a:lnTo>
                <a:cubicBezTo>
                  <a:pt x="2591446" y="1555191"/>
                  <a:pt x="2590972" y="1555487"/>
                  <a:pt x="2590439" y="1555487"/>
                </a:cubicBezTo>
                <a:lnTo>
                  <a:pt x="2569237" y="1555487"/>
                </a:lnTo>
                <a:cubicBezTo>
                  <a:pt x="2568703" y="1555487"/>
                  <a:pt x="2568230" y="1555191"/>
                  <a:pt x="2567933" y="1554717"/>
                </a:cubicBezTo>
                <a:lnTo>
                  <a:pt x="2557332" y="1536357"/>
                </a:lnTo>
                <a:cubicBezTo>
                  <a:pt x="2557036" y="1535943"/>
                  <a:pt x="2557036" y="1535350"/>
                  <a:pt x="2557332" y="1534877"/>
                </a:cubicBezTo>
                <a:lnTo>
                  <a:pt x="2567933" y="1516517"/>
                </a:lnTo>
                <a:cubicBezTo>
                  <a:pt x="2568230" y="1516043"/>
                  <a:pt x="2568703" y="1515747"/>
                  <a:pt x="2569237" y="1515747"/>
                </a:cubicBezTo>
                <a:close/>
                <a:moveTo>
                  <a:pt x="4665567" y="1515214"/>
                </a:moveTo>
                <a:lnTo>
                  <a:pt x="4687303" y="1515214"/>
                </a:lnTo>
                <a:cubicBezTo>
                  <a:pt x="4687836" y="1515214"/>
                  <a:pt x="4688310" y="1515510"/>
                  <a:pt x="4688606" y="1515984"/>
                </a:cubicBezTo>
                <a:lnTo>
                  <a:pt x="4699444" y="1534817"/>
                </a:lnTo>
                <a:cubicBezTo>
                  <a:pt x="4699740" y="1535291"/>
                  <a:pt x="4699740" y="1535884"/>
                  <a:pt x="4699444" y="1536357"/>
                </a:cubicBezTo>
                <a:lnTo>
                  <a:pt x="4688547" y="1555191"/>
                </a:lnTo>
                <a:cubicBezTo>
                  <a:pt x="4688310" y="1555665"/>
                  <a:pt x="4687777" y="1555961"/>
                  <a:pt x="4687244" y="1555961"/>
                </a:cubicBezTo>
                <a:lnTo>
                  <a:pt x="4665508" y="1555961"/>
                </a:lnTo>
                <a:cubicBezTo>
                  <a:pt x="4664975" y="1555961"/>
                  <a:pt x="4664502" y="1555665"/>
                  <a:pt x="4664205" y="1555191"/>
                </a:cubicBezTo>
                <a:lnTo>
                  <a:pt x="4653367" y="1536357"/>
                </a:lnTo>
                <a:cubicBezTo>
                  <a:pt x="4653071" y="1535884"/>
                  <a:pt x="4653071" y="1535291"/>
                  <a:pt x="4653367" y="1534817"/>
                </a:cubicBezTo>
                <a:lnTo>
                  <a:pt x="4664265" y="1515984"/>
                </a:lnTo>
                <a:cubicBezTo>
                  <a:pt x="4664502" y="1515510"/>
                  <a:pt x="4665034" y="1515214"/>
                  <a:pt x="4665567" y="1515214"/>
                </a:cubicBezTo>
                <a:close/>
                <a:moveTo>
                  <a:pt x="3650864" y="1514800"/>
                </a:moveTo>
                <a:lnTo>
                  <a:pt x="3673074" y="1514800"/>
                </a:lnTo>
                <a:cubicBezTo>
                  <a:pt x="3673607" y="1514800"/>
                  <a:pt x="3674139" y="1515096"/>
                  <a:pt x="3674436" y="1515570"/>
                </a:cubicBezTo>
                <a:lnTo>
                  <a:pt x="3685511" y="1534818"/>
                </a:lnTo>
                <a:cubicBezTo>
                  <a:pt x="3685807" y="1535292"/>
                  <a:pt x="3685807" y="1535884"/>
                  <a:pt x="3685511" y="1536358"/>
                </a:cubicBezTo>
                <a:lnTo>
                  <a:pt x="3674436" y="1555606"/>
                </a:lnTo>
                <a:cubicBezTo>
                  <a:pt x="3674139" y="1556080"/>
                  <a:pt x="3673607" y="1556376"/>
                  <a:pt x="3673074" y="1556376"/>
                </a:cubicBezTo>
                <a:lnTo>
                  <a:pt x="3650864" y="1556376"/>
                </a:lnTo>
                <a:cubicBezTo>
                  <a:pt x="3650331" y="1556376"/>
                  <a:pt x="3649798" y="1556080"/>
                  <a:pt x="3649502" y="1555606"/>
                </a:cubicBezTo>
                <a:lnTo>
                  <a:pt x="3638427" y="1536358"/>
                </a:lnTo>
                <a:cubicBezTo>
                  <a:pt x="3638131" y="1535884"/>
                  <a:pt x="3638131" y="1535292"/>
                  <a:pt x="3638427" y="1534818"/>
                </a:cubicBezTo>
                <a:lnTo>
                  <a:pt x="3649502" y="1515570"/>
                </a:lnTo>
                <a:cubicBezTo>
                  <a:pt x="3649798" y="1515096"/>
                  <a:pt x="3650331" y="1514800"/>
                  <a:pt x="3650864" y="1514800"/>
                </a:cubicBezTo>
                <a:close/>
                <a:moveTo>
                  <a:pt x="1486128" y="1513793"/>
                </a:moveTo>
                <a:lnTo>
                  <a:pt x="1509403" y="1513793"/>
                </a:lnTo>
                <a:cubicBezTo>
                  <a:pt x="1509995" y="1513793"/>
                  <a:pt x="1510529" y="1514089"/>
                  <a:pt x="1510825" y="1514622"/>
                </a:cubicBezTo>
                <a:lnTo>
                  <a:pt x="1522433" y="1534818"/>
                </a:lnTo>
                <a:cubicBezTo>
                  <a:pt x="1522729" y="1535351"/>
                  <a:pt x="1522729" y="1535943"/>
                  <a:pt x="1522433" y="1536476"/>
                </a:cubicBezTo>
                <a:lnTo>
                  <a:pt x="1510765" y="1556672"/>
                </a:lnTo>
                <a:cubicBezTo>
                  <a:pt x="1510469" y="1557205"/>
                  <a:pt x="1509936" y="1557501"/>
                  <a:pt x="1509344" y="1557501"/>
                </a:cubicBezTo>
                <a:lnTo>
                  <a:pt x="1486069" y="1557501"/>
                </a:lnTo>
                <a:cubicBezTo>
                  <a:pt x="1485476" y="1557501"/>
                  <a:pt x="1484943" y="1557205"/>
                  <a:pt x="1484647" y="1556672"/>
                </a:cubicBezTo>
                <a:lnTo>
                  <a:pt x="1473039" y="1536476"/>
                </a:lnTo>
                <a:cubicBezTo>
                  <a:pt x="1472743" y="1535943"/>
                  <a:pt x="1472743" y="1535351"/>
                  <a:pt x="1473039" y="1534818"/>
                </a:cubicBezTo>
                <a:lnTo>
                  <a:pt x="1484706" y="1514622"/>
                </a:lnTo>
                <a:cubicBezTo>
                  <a:pt x="1485003" y="1514089"/>
                  <a:pt x="1485535" y="1513793"/>
                  <a:pt x="1486128" y="1513793"/>
                </a:cubicBezTo>
                <a:close/>
                <a:moveTo>
                  <a:pt x="4732196" y="1513378"/>
                </a:moveTo>
                <a:lnTo>
                  <a:pt x="4755945" y="1513378"/>
                </a:lnTo>
                <a:cubicBezTo>
                  <a:pt x="4756537" y="1513378"/>
                  <a:pt x="4757070" y="1513674"/>
                  <a:pt x="4757367" y="1514207"/>
                </a:cubicBezTo>
                <a:lnTo>
                  <a:pt x="4769212" y="1534758"/>
                </a:lnTo>
                <a:cubicBezTo>
                  <a:pt x="4769508" y="1535232"/>
                  <a:pt x="4769508" y="1535884"/>
                  <a:pt x="4769212" y="1536417"/>
                </a:cubicBezTo>
                <a:lnTo>
                  <a:pt x="4757307" y="1556968"/>
                </a:lnTo>
                <a:cubicBezTo>
                  <a:pt x="4757012" y="1557501"/>
                  <a:pt x="4756478" y="1557797"/>
                  <a:pt x="4755886" y="1557797"/>
                </a:cubicBezTo>
                <a:lnTo>
                  <a:pt x="4732137" y="1557797"/>
                </a:lnTo>
                <a:cubicBezTo>
                  <a:pt x="4731545" y="1557797"/>
                  <a:pt x="4731012" y="1557501"/>
                  <a:pt x="4730715" y="1556968"/>
                </a:cubicBezTo>
                <a:lnTo>
                  <a:pt x="4718870" y="1536417"/>
                </a:lnTo>
                <a:cubicBezTo>
                  <a:pt x="4718574" y="1535943"/>
                  <a:pt x="4718574" y="1535291"/>
                  <a:pt x="4718870" y="1534758"/>
                </a:cubicBezTo>
                <a:lnTo>
                  <a:pt x="4730775" y="1514207"/>
                </a:lnTo>
                <a:cubicBezTo>
                  <a:pt x="4731071" y="1513674"/>
                  <a:pt x="4731604" y="1513378"/>
                  <a:pt x="4732196" y="1513378"/>
                </a:cubicBezTo>
                <a:close/>
                <a:moveTo>
                  <a:pt x="4867111" y="1512786"/>
                </a:moveTo>
                <a:lnTo>
                  <a:pt x="4891512" y="1512786"/>
                </a:lnTo>
                <a:cubicBezTo>
                  <a:pt x="4892104" y="1512786"/>
                  <a:pt x="4892696" y="1513141"/>
                  <a:pt x="4892992" y="1513674"/>
                </a:cubicBezTo>
                <a:lnTo>
                  <a:pt x="4905192" y="1534818"/>
                </a:lnTo>
                <a:cubicBezTo>
                  <a:pt x="4905489" y="1535351"/>
                  <a:pt x="4905489" y="1536002"/>
                  <a:pt x="4905192" y="1536535"/>
                </a:cubicBezTo>
                <a:lnTo>
                  <a:pt x="4892992" y="1557679"/>
                </a:lnTo>
                <a:cubicBezTo>
                  <a:pt x="4892696" y="1558212"/>
                  <a:pt x="4892104" y="1558567"/>
                  <a:pt x="4891512" y="1558567"/>
                </a:cubicBezTo>
                <a:lnTo>
                  <a:pt x="4867111" y="1558567"/>
                </a:lnTo>
                <a:cubicBezTo>
                  <a:pt x="4866519" y="1558567"/>
                  <a:pt x="4865926" y="1558212"/>
                  <a:pt x="4865630" y="1557679"/>
                </a:cubicBezTo>
                <a:lnTo>
                  <a:pt x="4853430" y="1536535"/>
                </a:lnTo>
                <a:cubicBezTo>
                  <a:pt x="4853134" y="1536002"/>
                  <a:pt x="4853134" y="1535351"/>
                  <a:pt x="4853430" y="1534818"/>
                </a:cubicBezTo>
                <a:lnTo>
                  <a:pt x="4865630" y="1513674"/>
                </a:lnTo>
                <a:cubicBezTo>
                  <a:pt x="4865926" y="1513141"/>
                  <a:pt x="4866519" y="1512786"/>
                  <a:pt x="4867111" y="1512786"/>
                </a:cubicBezTo>
                <a:close/>
                <a:moveTo>
                  <a:pt x="2297039" y="1512549"/>
                </a:moveTo>
                <a:lnTo>
                  <a:pt x="2321676" y="1512549"/>
                </a:lnTo>
                <a:cubicBezTo>
                  <a:pt x="2322269" y="1512549"/>
                  <a:pt x="2322861" y="1512904"/>
                  <a:pt x="2323157" y="1513437"/>
                </a:cubicBezTo>
                <a:lnTo>
                  <a:pt x="2335476" y="1534758"/>
                </a:lnTo>
                <a:cubicBezTo>
                  <a:pt x="2335772" y="1535291"/>
                  <a:pt x="2335772" y="1535943"/>
                  <a:pt x="2335476" y="1536476"/>
                </a:cubicBezTo>
                <a:lnTo>
                  <a:pt x="2323157" y="1557797"/>
                </a:lnTo>
                <a:cubicBezTo>
                  <a:pt x="2322861" y="1558330"/>
                  <a:pt x="2322269" y="1558685"/>
                  <a:pt x="2321676" y="1558685"/>
                </a:cubicBezTo>
                <a:lnTo>
                  <a:pt x="2297039" y="1558685"/>
                </a:lnTo>
                <a:cubicBezTo>
                  <a:pt x="2296446" y="1558685"/>
                  <a:pt x="2295854" y="1558330"/>
                  <a:pt x="2295558" y="1557797"/>
                </a:cubicBezTo>
                <a:lnTo>
                  <a:pt x="2283239" y="1536476"/>
                </a:lnTo>
                <a:cubicBezTo>
                  <a:pt x="2282943" y="1535943"/>
                  <a:pt x="2282943" y="1535291"/>
                  <a:pt x="2283239" y="1534758"/>
                </a:cubicBezTo>
                <a:lnTo>
                  <a:pt x="2295558" y="1513437"/>
                </a:lnTo>
                <a:cubicBezTo>
                  <a:pt x="2295854" y="1512904"/>
                  <a:pt x="2296446" y="1512549"/>
                  <a:pt x="2297039" y="1512549"/>
                </a:cubicBezTo>
                <a:close/>
                <a:moveTo>
                  <a:pt x="3717197" y="1512431"/>
                </a:moveTo>
                <a:lnTo>
                  <a:pt x="3741953" y="1512431"/>
                </a:lnTo>
                <a:cubicBezTo>
                  <a:pt x="3742545" y="1512431"/>
                  <a:pt x="3743137" y="1512786"/>
                  <a:pt x="3743434" y="1513319"/>
                </a:cubicBezTo>
                <a:lnTo>
                  <a:pt x="3755812" y="1534759"/>
                </a:lnTo>
                <a:cubicBezTo>
                  <a:pt x="3756108" y="1535351"/>
                  <a:pt x="3756108" y="1536002"/>
                  <a:pt x="3755812" y="1536535"/>
                </a:cubicBezTo>
                <a:lnTo>
                  <a:pt x="3743434" y="1557975"/>
                </a:lnTo>
                <a:cubicBezTo>
                  <a:pt x="3743137" y="1558508"/>
                  <a:pt x="3742545" y="1558863"/>
                  <a:pt x="3741953" y="1558863"/>
                </a:cubicBezTo>
                <a:lnTo>
                  <a:pt x="3717197" y="1558863"/>
                </a:lnTo>
                <a:cubicBezTo>
                  <a:pt x="3716605" y="1558863"/>
                  <a:pt x="3716013" y="1558508"/>
                  <a:pt x="3715716" y="1557975"/>
                </a:cubicBezTo>
                <a:lnTo>
                  <a:pt x="3703338" y="1536535"/>
                </a:lnTo>
                <a:cubicBezTo>
                  <a:pt x="3703042" y="1535943"/>
                  <a:pt x="3703042" y="1535292"/>
                  <a:pt x="3703338" y="1534759"/>
                </a:cubicBezTo>
                <a:lnTo>
                  <a:pt x="3715716" y="1513319"/>
                </a:lnTo>
                <a:cubicBezTo>
                  <a:pt x="3716013" y="1512786"/>
                  <a:pt x="3716605" y="1512431"/>
                  <a:pt x="3717197" y="1512431"/>
                </a:cubicBezTo>
                <a:close/>
                <a:moveTo>
                  <a:pt x="4799180" y="1512135"/>
                </a:moveTo>
                <a:lnTo>
                  <a:pt x="4824232" y="1512135"/>
                </a:lnTo>
                <a:cubicBezTo>
                  <a:pt x="4824883" y="1512135"/>
                  <a:pt x="4825476" y="1512490"/>
                  <a:pt x="4825772" y="1513023"/>
                </a:cubicBezTo>
                <a:lnTo>
                  <a:pt x="4838268" y="1534759"/>
                </a:lnTo>
                <a:cubicBezTo>
                  <a:pt x="4838564" y="1535292"/>
                  <a:pt x="4838564" y="1536003"/>
                  <a:pt x="4838268" y="1536536"/>
                </a:cubicBezTo>
                <a:lnTo>
                  <a:pt x="4825713" y="1558271"/>
                </a:lnTo>
                <a:cubicBezTo>
                  <a:pt x="4825357" y="1558804"/>
                  <a:pt x="4824824" y="1559160"/>
                  <a:pt x="4824173" y="1559160"/>
                </a:cubicBezTo>
                <a:lnTo>
                  <a:pt x="4799121" y="1559160"/>
                </a:lnTo>
                <a:cubicBezTo>
                  <a:pt x="4798469" y="1559160"/>
                  <a:pt x="4797876" y="1558804"/>
                  <a:pt x="4797581" y="1558271"/>
                </a:cubicBezTo>
                <a:lnTo>
                  <a:pt x="4785084" y="1536536"/>
                </a:lnTo>
                <a:cubicBezTo>
                  <a:pt x="4784788" y="1536003"/>
                  <a:pt x="4784788" y="1535292"/>
                  <a:pt x="4785084" y="1534759"/>
                </a:cubicBezTo>
                <a:lnTo>
                  <a:pt x="4797640" y="1513023"/>
                </a:lnTo>
                <a:cubicBezTo>
                  <a:pt x="4797995" y="1512490"/>
                  <a:pt x="4798528" y="1512135"/>
                  <a:pt x="4799180" y="1512135"/>
                </a:cubicBezTo>
                <a:close/>
                <a:moveTo>
                  <a:pt x="1282157" y="1511838"/>
                </a:moveTo>
                <a:lnTo>
                  <a:pt x="1307564" y="1511838"/>
                </a:lnTo>
                <a:cubicBezTo>
                  <a:pt x="1308216" y="1511838"/>
                  <a:pt x="1308749" y="1512193"/>
                  <a:pt x="1309104" y="1512726"/>
                </a:cubicBezTo>
                <a:lnTo>
                  <a:pt x="1321779" y="1534699"/>
                </a:lnTo>
                <a:cubicBezTo>
                  <a:pt x="1322134" y="1535232"/>
                  <a:pt x="1322134" y="1535943"/>
                  <a:pt x="1321779" y="1536476"/>
                </a:cubicBezTo>
                <a:lnTo>
                  <a:pt x="1309045" y="1558448"/>
                </a:lnTo>
                <a:cubicBezTo>
                  <a:pt x="1308749" y="1558981"/>
                  <a:pt x="1308156" y="1559336"/>
                  <a:pt x="1307505" y="1559336"/>
                </a:cubicBezTo>
                <a:lnTo>
                  <a:pt x="1282098" y="1559336"/>
                </a:lnTo>
                <a:cubicBezTo>
                  <a:pt x="1281446" y="1559336"/>
                  <a:pt x="1280913" y="1558981"/>
                  <a:pt x="1280558" y="1558448"/>
                </a:cubicBezTo>
                <a:lnTo>
                  <a:pt x="1267884" y="1536476"/>
                </a:lnTo>
                <a:cubicBezTo>
                  <a:pt x="1267528" y="1535943"/>
                  <a:pt x="1267528" y="1535232"/>
                  <a:pt x="1267884" y="1534699"/>
                </a:cubicBezTo>
                <a:lnTo>
                  <a:pt x="1280617" y="1512726"/>
                </a:lnTo>
                <a:cubicBezTo>
                  <a:pt x="1280913" y="1512193"/>
                  <a:pt x="1281505" y="1511838"/>
                  <a:pt x="1282157" y="1511838"/>
                </a:cubicBezTo>
                <a:close/>
                <a:moveTo>
                  <a:pt x="1349673" y="1511542"/>
                </a:moveTo>
                <a:lnTo>
                  <a:pt x="1375377" y="1511542"/>
                </a:lnTo>
                <a:cubicBezTo>
                  <a:pt x="1376029" y="1511542"/>
                  <a:pt x="1376621" y="1511897"/>
                  <a:pt x="1376976" y="1512431"/>
                </a:cubicBezTo>
                <a:lnTo>
                  <a:pt x="1389828" y="1534699"/>
                </a:lnTo>
                <a:cubicBezTo>
                  <a:pt x="1390184" y="1535291"/>
                  <a:pt x="1390184" y="1536002"/>
                  <a:pt x="1389828" y="1536535"/>
                </a:cubicBezTo>
                <a:lnTo>
                  <a:pt x="1376976" y="1558804"/>
                </a:lnTo>
                <a:cubicBezTo>
                  <a:pt x="1376621" y="1559337"/>
                  <a:pt x="1376029" y="1559692"/>
                  <a:pt x="1375377" y="1559692"/>
                </a:cubicBezTo>
                <a:lnTo>
                  <a:pt x="1349673" y="1559692"/>
                </a:lnTo>
                <a:cubicBezTo>
                  <a:pt x="1349022" y="1559692"/>
                  <a:pt x="1348430" y="1559337"/>
                  <a:pt x="1348075" y="1558804"/>
                </a:cubicBezTo>
                <a:lnTo>
                  <a:pt x="1335223" y="1536535"/>
                </a:lnTo>
                <a:cubicBezTo>
                  <a:pt x="1334867" y="1535943"/>
                  <a:pt x="1334867" y="1535232"/>
                  <a:pt x="1335223" y="1534699"/>
                </a:cubicBezTo>
                <a:lnTo>
                  <a:pt x="1348075" y="1512431"/>
                </a:lnTo>
                <a:cubicBezTo>
                  <a:pt x="1348430" y="1511897"/>
                  <a:pt x="1349022" y="1511542"/>
                  <a:pt x="1349673" y="1511542"/>
                </a:cubicBezTo>
                <a:close/>
                <a:moveTo>
                  <a:pt x="2093363" y="1511128"/>
                </a:moveTo>
                <a:lnTo>
                  <a:pt x="2119541" y="1511128"/>
                </a:lnTo>
                <a:cubicBezTo>
                  <a:pt x="2120192" y="1511128"/>
                  <a:pt x="2120784" y="1511483"/>
                  <a:pt x="2121140" y="1512075"/>
                </a:cubicBezTo>
                <a:lnTo>
                  <a:pt x="2134229" y="1534759"/>
                </a:lnTo>
                <a:cubicBezTo>
                  <a:pt x="2134584" y="1535292"/>
                  <a:pt x="2134584" y="1536002"/>
                  <a:pt x="2134229" y="1536595"/>
                </a:cubicBezTo>
                <a:lnTo>
                  <a:pt x="2121140" y="1559278"/>
                </a:lnTo>
                <a:cubicBezTo>
                  <a:pt x="2120784" y="1559870"/>
                  <a:pt x="2120192" y="1560225"/>
                  <a:pt x="2119541" y="1560225"/>
                </a:cubicBezTo>
                <a:lnTo>
                  <a:pt x="2093363" y="1560225"/>
                </a:lnTo>
                <a:cubicBezTo>
                  <a:pt x="2092712" y="1560225"/>
                  <a:pt x="2092119" y="1559870"/>
                  <a:pt x="2091764" y="1559278"/>
                </a:cubicBezTo>
                <a:lnTo>
                  <a:pt x="2078676" y="1536595"/>
                </a:lnTo>
                <a:cubicBezTo>
                  <a:pt x="2078320" y="1536062"/>
                  <a:pt x="2078320" y="1535351"/>
                  <a:pt x="2078676" y="1534759"/>
                </a:cubicBezTo>
                <a:lnTo>
                  <a:pt x="2091764" y="1512075"/>
                </a:lnTo>
                <a:cubicBezTo>
                  <a:pt x="2092119" y="1511483"/>
                  <a:pt x="2092712" y="1511128"/>
                  <a:pt x="2093363" y="1511128"/>
                </a:cubicBezTo>
                <a:close/>
                <a:moveTo>
                  <a:pt x="2228515" y="1510772"/>
                </a:moveTo>
                <a:lnTo>
                  <a:pt x="2254989" y="1510772"/>
                </a:lnTo>
                <a:cubicBezTo>
                  <a:pt x="2255640" y="1510772"/>
                  <a:pt x="2256232" y="1511127"/>
                  <a:pt x="2256588" y="1511719"/>
                </a:cubicBezTo>
                <a:lnTo>
                  <a:pt x="2269795" y="1534699"/>
                </a:lnTo>
                <a:cubicBezTo>
                  <a:pt x="2270150" y="1535291"/>
                  <a:pt x="2270150" y="1536002"/>
                  <a:pt x="2269795" y="1536594"/>
                </a:cubicBezTo>
                <a:lnTo>
                  <a:pt x="2256528" y="1559573"/>
                </a:lnTo>
                <a:cubicBezTo>
                  <a:pt x="2256232" y="1560166"/>
                  <a:pt x="2255581" y="1560521"/>
                  <a:pt x="2254930" y="1560521"/>
                </a:cubicBezTo>
                <a:lnTo>
                  <a:pt x="2228456" y="1560521"/>
                </a:lnTo>
                <a:cubicBezTo>
                  <a:pt x="2227804" y="1560521"/>
                  <a:pt x="2227212" y="1560166"/>
                  <a:pt x="2226857" y="1559573"/>
                </a:cubicBezTo>
                <a:lnTo>
                  <a:pt x="2213650" y="1536594"/>
                </a:lnTo>
                <a:cubicBezTo>
                  <a:pt x="2213294" y="1536002"/>
                  <a:pt x="2213294" y="1535291"/>
                  <a:pt x="2213650" y="1534699"/>
                </a:cubicBezTo>
                <a:lnTo>
                  <a:pt x="2226916" y="1511719"/>
                </a:lnTo>
                <a:cubicBezTo>
                  <a:pt x="2227212" y="1511127"/>
                  <a:pt x="2227864" y="1510772"/>
                  <a:pt x="2228515" y="1510772"/>
                </a:cubicBezTo>
                <a:close/>
                <a:moveTo>
                  <a:pt x="1416657" y="1510358"/>
                </a:moveTo>
                <a:lnTo>
                  <a:pt x="1443604" y="1510358"/>
                </a:lnTo>
                <a:cubicBezTo>
                  <a:pt x="1444315" y="1510358"/>
                  <a:pt x="1444908" y="1510713"/>
                  <a:pt x="1445263" y="1511306"/>
                </a:cubicBezTo>
                <a:lnTo>
                  <a:pt x="1458707" y="1534640"/>
                </a:lnTo>
                <a:cubicBezTo>
                  <a:pt x="1459062" y="1535232"/>
                  <a:pt x="1459062" y="1535943"/>
                  <a:pt x="1458707" y="1536535"/>
                </a:cubicBezTo>
                <a:lnTo>
                  <a:pt x="1445204" y="1559870"/>
                </a:lnTo>
                <a:cubicBezTo>
                  <a:pt x="1444848" y="1560462"/>
                  <a:pt x="1444197" y="1560818"/>
                  <a:pt x="1443546" y="1560818"/>
                </a:cubicBezTo>
                <a:lnTo>
                  <a:pt x="1416598" y="1560818"/>
                </a:lnTo>
                <a:cubicBezTo>
                  <a:pt x="1415887" y="1560818"/>
                  <a:pt x="1415295" y="1560462"/>
                  <a:pt x="1414940" y="1559870"/>
                </a:cubicBezTo>
                <a:lnTo>
                  <a:pt x="1401496" y="1536535"/>
                </a:lnTo>
                <a:cubicBezTo>
                  <a:pt x="1401140" y="1535943"/>
                  <a:pt x="1401140" y="1535232"/>
                  <a:pt x="1401496" y="1534640"/>
                </a:cubicBezTo>
                <a:lnTo>
                  <a:pt x="1414999" y="1511306"/>
                </a:lnTo>
                <a:cubicBezTo>
                  <a:pt x="1415354" y="1510713"/>
                  <a:pt x="1416006" y="1510358"/>
                  <a:pt x="1416657" y="1510358"/>
                </a:cubicBezTo>
                <a:close/>
                <a:moveTo>
                  <a:pt x="2160465" y="1510180"/>
                </a:moveTo>
                <a:lnTo>
                  <a:pt x="2187650" y="1510180"/>
                </a:lnTo>
                <a:cubicBezTo>
                  <a:pt x="2188301" y="1510180"/>
                  <a:pt x="2188953" y="1510535"/>
                  <a:pt x="2189308" y="1511128"/>
                </a:cubicBezTo>
                <a:lnTo>
                  <a:pt x="2202870" y="1534640"/>
                </a:lnTo>
                <a:cubicBezTo>
                  <a:pt x="2203226" y="1535232"/>
                  <a:pt x="2203226" y="1535943"/>
                  <a:pt x="2202870" y="1536535"/>
                </a:cubicBezTo>
                <a:lnTo>
                  <a:pt x="2189308" y="1560047"/>
                </a:lnTo>
                <a:cubicBezTo>
                  <a:pt x="2188953" y="1560640"/>
                  <a:pt x="2188301" y="1560995"/>
                  <a:pt x="2187650" y="1560995"/>
                </a:cubicBezTo>
                <a:lnTo>
                  <a:pt x="2160465" y="1560995"/>
                </a:lnTo>
                <a:cubicBezTo>
                  <a:pt x="2159814" y="1560995"/>
                  <a:pt x="2159162" y="1560640"/>
                  <a:pt x="2158807" y="1560047"/>
                </a:cubicBezTo>
                <a:lnTo>
                  <a:pt x="2145245" y="1536535"/>
                </a:lnTo>
                <a:cubicBezTo>
                  <a:pt x="2144889" y="1535943"/>
                  <a:pt x="2144889" y="1535232"/>
                  <a:pt x="2145245" y="1534640"/>
                </a:cubicBezTo>
                <a:lnTo>
                  <a:pt x="2158807" y="1511128"/>
                </a:lnTo>
                <a:cubicBezTo>
                  <a:pt x="2159162" y="1510535"/>
                  <a:pt x="2159814" y="1510180"/>
                  <a:pt x="2160465" y="1510180"/>
                </a:cubicBezTo>
                <a:close/>
                <a:moveTo>
                  <a:pt x="4197216" y="1466117"/>
                </a:moveTo>
                <a:lnTo>
                  <a:pt x="4208824" y="1466117"/>
                </a:lnTo>
                <a:cubicBezTo>
                  <a:pt x="4209120" y="1466117"/>
                  <a:pt x="4209534" y="1466532"/>
                  <a:pt x="4209534" y="1466532"/>
                </a:cubicBezTo>
                <a:lnTo>
                  <a:pt x="4215338" y="1476600"/>
                </a:lnTo>
                <a:cubicBezTo>
                  <a:pt x="4215516" y="1476837"/>
                  <a:pt x="4215338" y="1477429"/>
                  <a:pt x="4215338" y="1477429"/>
                </a:cubicBezTo>
                <a:lnTo>
                  <a:pt x="4209534" y="1487497"/>
                </a:lnTo>
                <a:cubicBezTo>
                  <a:pt x="4209356" y="1487734"/>
                  <a:pt x="4208824" y="1487912"/>
                  <a:pt x="4208824" y="1487912"/>
                </a:cubicBezTo>
                <a:lnTo>
                  <a:pt x="4197216" y="1487912"/>
                </a:lnTo>
                <a:cubicBezTo>
                  <a:pt x="4196919" y="1487912"/>
                  <a:pt x="4196505" y="1487497"/>
                  <a:pt x="4196505" y="1487497"/>
                </a:cubicBezTo>
                <a:lnTo>
                  <a:pt x="4190701" y="1477429"/>
                </a:lnTo>
                <a:cubicBezTo>
                  <a:pt x="4190523" y="1477192"/>
                  <a:pt x="4190701" y="1476600"/>
                  <a:pt x="4190701" y="1476600"/>
                </a:cubicBezTo>
                <a:lnTo>
                  <a:pt x="4196505" y="1466532"/>
                </a:lnTo>
                <a:cubicBezTo>
                  <a:pt x="4196682" y="1466295"/>
                  <a:pt x="4197216" y="1466117"/>
                  <a:pt x="4197216" y="1466117"/>
                </a:cubicBezTo>
                <a:close/>
                <a:moveTo>
                  <a:pt x="3587671" y="1464577"/>
                </a:moveTo>
                <a:lnTo>
                  <a:pt x="3600938" y="1464577"/>
                </a:lnTo>
                <a:cubicBezTo>
                  <a:pt x="3601294" y="1464577"/>
                  <a:pt x="3601767" y="1465051"/>
                  <a:pt x="3601767" y="1465051"/>
                </a:cubicBezTo>
                <a:lnTo>
                  <a:pt x="3608400" y="1476540"/>
                </a:lnTo>
                <a:cubicBezTo>
                  <a:pt x="3608578" y="1476837"/>
                  <a:pt x="3608400" y="1477488"/>
                  <a:pt x="3608400" y="1477488"/>
                </a:cubicBezTo>
                <a:lnTo>
                  <a:pt x="3601767" y="1488978"/>
                </a:lnTo>
                <a:cubicBezTo>
                  <a:pt x="3601589" y="1489274"/>
                  <a:pt x="3601294" y="1489452"/>
                  <a:pt x="3600938" y="1489452"/>
                </a:cubicBezTo>
                <a:lnTo>
                  <a:pt x="3587671" y="1489452"/>
                </a:lnTo>
                <a:cubicBezTo>
                  <a:pt x="3587316" y="1489452"/>
                  <a:pt x="3586842" y="1488978"/>
                  <a:pt x="3586842" y="1488978"/>
                </a:cubicBezTo>
                <a:lnTo>
                  <a:pt x="3580209" y="1477488"/>
                </a:lnTo>
                <a:cubicBezTo>
                  <a:pt x="3580031" y="1477192"/>
                  <a:pt x="3580209" y="1476540"/>
                  <a:pt x="3580209" y="1476540"/>
                </a:cubicBezTo>
                <a:lnTo>
                  <a:pt x="3586842" y="1465051"/>
                </a:lnTo>
                <a:cubicBezTo>
                  <a:pt x="3587020" y="1464755"/>
                  <a:pt x="3587316" y="1464577"/>
                  <a:pt x="3587671" y="1464577"/>
                </a:cubicBezTo>
                <a:close/>
                <a:moveTo>
                  <a:pt x="3519859" y="1464162"/>
                </a:moveTo>
                <a:lnTo>
                  <a:pt x="3533540" y="1464162"/>
                </a:lnTo>
                <a:cubicBezTo>
                  <a:pt x="3533895" y="1464162"/>
                  <a:pt x="3534191" y="1464340"/>
                  <a:pt x="3534369" y="1464636"/>
                </a:cubicBezTo>
                <a:lnTo>
                  <a:pt x="3541180" y="1476481"/>
                </a:lnTo>
                <a:cubicBezTo>
                  <a:pt x="3541358" y="1476777"/>
                  <a:pt x="3541358" y="1477132"/>
                  <a:pt x="3541180" y="1477429"/>
                </a:cubicBezTo>
                <a:lnTo>
                  <a:pt x="3534310" y="1489274"/>
                </a:lnTo>
                <a:cubicBezTo>
                  <a:pt x="3534132" y="1489570"/>
                  <a:pt x="3533836" y="1489747"/>
                  <a:pt x="3533480" y="1489747"/>
                </a:cubicBezTo>
                <a:lnTo>
                  <a:pt x="3519800" y="1489747"/>
                </a:lnTo>
                <a:cubicBezTo>
                  <a:pt x="3519444" y="1489747"/>
                  <a:pt x="3519148" y="1489570"/>
                  <a:pt x="3518970" y="1489274"/>
                </a:cubicBezTo>
                <a:lnTo>
                  <a:pt x="3512159" y="1477429"/>
                </a:lnTo>
                <a:cubicBezTo>
                  <a:pt x="3511982" y="1477132"/>
                  <a:pt x="3511982" y="1476777"/>
                  <a:pt x="3512159" y="1476481"/>
                </a:cubicBezTo>
                <a:lnTo>
                  <a:pt x="3519030" y="1464636"/>
                </a:lnTo>
                <a:cubicBezTo>
                  <a:pt x="3519208" y="1464340"/>
                  <a:pt x="3519503" y="1464162"/>
                  <a:pt x="3519859" y="1464162"/>
                </a:cubicBezTo>
                <a:close/>
                <a:moveTo>
                  <a:pt x="4127982" y="1463155"/>
                </a:moveTo>
                <a:lnTo>
                  <a:pt x="4142788" y="1463155"/>
                </a:lnTo>
                <a:cubicBezTo>
                  <a:pt x="4143143" y="1463155"/>
                  <a:pt x="4143498" y="1463392"/>
                  <a:pt x="4143676" y="1463688"/>
                </a:cubicBezTo>
                <a:lnTo>
                  <a:pt x="4151079" y="1476481"/>
                </a:lnTo>
                <a:cubicBezTo>
                  <a:pt x="4151257" y="1476836"/>
                  <a:pt x="4151257" y="1477251"/>
                  <a:pt x="4151079" y="1477547"/>
                </a:cubicBezTo>
                <a:lnTo>
                  <a:pt x="4143676" y="1490339"/>
                </a:lnTo>
                <a:cubicBezTo>
                  <a:pt x="4143498" y="1490695"/>
                  <a:pt x="4143143" y="1490872"/>
                  <a:pt x="4142788" y="1490872"/>
                </a:cubicBezTo>
                <a:lnTo>
                  <a:pt x="4127982" y="1490872"/>
                </a:lnTo>
                <a:cubicBezTo>
                  <a:pt x="4127627" y="1490872"/>
                  <a:pt x="4127271" y="1490635"/>
                  <a:pt x="4127093" y="1490339"/>
                </a:cubicBezTo>
                <a:lnTo>
                  <a:pt x="4119690" y="1477547"/>
                </a:lnTo>
                <a:cubicBezTo>
                  <a:pt x="4119513" y="1477191"/>
                  <a:pt x="4119513" y="1476777"/>
                  <a:pt x="4119690" y="1476481"/>
                </a:cubicBezTo>
                <a:lnTo>
                  <a:pt x="4127093" y="1463688"/>
                </a:lnTo>
                <a:cubicBezTo>
                  <a:pt x="4127271" y="1463333"/>
                  <a:pt x="4127627" y="1463155"/>
                  <a:pt x="4127982" y="1463155"/>
                </a:cubicBezTo>
                <a:close/>
                <a:moveTo>
                  <a:pt x="678713" y="1463037"/>
                </a:moveTo>
                <a:lnTo>
                  <a:pt x="693638" y="1463037"/>
                </a:lnTo>
                <a:cubicBezTo>
                  <a:pt x="693993" y="1463037"/>
                  <a:pt x="694349" y="1463274"/>
                  <a:pt x="694526" y="1463570"/>
                </a:cubicBezTo>
                <a:lnTo>
                  <a:pt x="701988" y="1476481"/>
                </a:lnTo>
                <a:cubicBezTo>
                  <a:pt x="702166" y="1476837"/>
                  <a:pt x="702166" y="1477251"/>
                  <a:pt x="701988" y="1477547"/>
                </a:cubicBezTo>
                <a:lnTo>
                  <a:pt x="694526" y="1490458"/>
                </a:lnTo>
                <a:cubicBezTo>
                  <a:pt x="694349" y="1490814"/>
                  <a:pt x="693993" y="1490991"/>
                  <a:pt x="693638" y="1490991"/>
                </a:cubicBezTo>
                <a:lnTo>
                  <a:pt x="678713" y="1490991"/>
                </a:lnTo>
                <a:cubicBezTo>
                  <a:pt x="678358" y="1490991"/>
                  <a:pt x="678002" y="1490754"/>
                  <a:pt x="677825" y="1490458"/>
                </a:cubicBezTo>
                <a:lnTo>
                  <a:pt x="670362" y="1477547"/>
                </a:lnTo>
                <a:cubicBezTo>
                  <a:pt x="670185" y="1477192"/>
                  <a:pt x="670185" y="1476777"/>
                  <a:pt x="670362" y="1476481"/>
                </a:cubicBezTo>
                <a:lnTo>
                  <a:pt x="677825" y="1463570"/>
                </a:lnTo>
                <a:cubicBezTo>
                  <a:pt x="678002" y="1463215"/>
                  <a:pt x="678358" y="1463037"/>
                  <a:pt x="678713" y="1463037"/>
                </a:cubicBezTo>
                <a:close/>
                <a:moveTo>
                  <a:pt x="3451512" y="1462859"/>
                </a:moveTo>
                <a:lnTo>
                  <a:pt x="3466615" y="1462859"/>
                </a:lnTo>
                <a:cubicBezTo>
                  <a:pt x="3467029" y="1462859"/>
                  <a:pt x="3467385" y="1463037"/>
                  <a:pt x="3467562" y="1463392"/>
                </a:cubicBezTo>
                <a:lnTo>
                  <a:pt x="3475143" y="1476481"/>
                </a:lnTo>
                <a:cubicBezTo>
                  <a:pt x="3475321" y="1476777"/>
                  <a:pt x="3475321" y="1477192"/>
                  <a:pt x="3475143" y="1477547"/>
                </a:cubicBezTo>
                <a:lnTo>
                  <a:pt x="3467562" y="1490636"/>
                </a:lnTo>
                <a:cubicBezTo>
                  <a:pt x="3467326" y="1490991"/>
                  <a:pt x="3466970" y="1491169"/>
                  <a:pt x="3466615" y="1491169"/>
                </a:cubicBezTo>
                <a:lnTo>
                  <a:pt x="3451512" y="1491169"/>
                </a:lnTo>
                <a:cubicBezTo>
                  <a:pt x="3451098" y="1491169"/>
                  <a:pt x="3450742" y="1490991"/>
                  <a:pt x="3450565" y="1490636"/>
                </a:cubicBezTo>
                <a:lnTo>
                  <a:pt x="3442984" y="1477547"/>
                </a:lnTo>
                <a:cubicBezTo>
                  <a:pt x="3442807" y="1477251"/>
                  <a:pt x="3442807" y="1476836"/>
                  <a:pt x="3442984" y="1476481"/>
                </a:cubicBezTo>
                <a:lnTo>
                  <a:pt x="3450565" y="1463392"/>
                </a:lnTo>
                <a:cubicBezTo>
                  <a:pt x="3450802" y="1463037"/>
                  <a:pt x="3451157" y="1462859"/>
                  <a:pt x="3451512" y="1462859"/>
                </a:cubicBezTo>
                <a:close/>
                <a:moveTo>
                  <a:pt x="746170" y="1462622"/>
                </a:moveTo>
                <a:lnTo>
                  <a:pt x="761509" y="1462622"/>
                </a:lnTo>
                <a:cubicBezTo>
                  <a:pt x="761924" y="1462622"/>
                  <a:pt x="762279" y="1462800"/>
                  <a:pt x="762457" y="1463155"/>
                </a:cubicBezTo>
                <a:lnTo>
                  <a:pt x="770097" y="1476421"/>
                </a:lnTo>
                <a:cubicBezTo>
                  <a:pt x="770275" y="1476718"/>
                  <a:pt x="770275" y="1477132"/>
                  <a:pt x="770097" y="1477487"/>
                </a:cubicBezTo>
                <a:lnTo>
                  <a:pt x="762398" y="1490754"/>
                </a:lnTo>
                <a:cubicBezTo>
                  <a:pt x="762161" y="1491050"/>
                  <a:pt x="761806" y="1491287"/>
                  <a:pt x="761450" y="1491287"/>
                </a:cubicBezTo>
                <a:lnTo>
                  <a:pt x="746111" y="1491287"/>
                </a:lnTo>
                <a:cubicBezTo>
                  <a:pt x="745696" y="1491287"/>
                  <a:pt x="745341" y="1491109"/>
                  <a:pt x="745163" y="1490754"/>
                </a:cubicBezTo>
                <a:lnTo>
                  <a:pt x="737523" y="1477487"/>
                </a:lnTo>
                <a:cubicBezTo>
                  <a:pt x="737346" y="1477191"/>
                  <a:pt x="737346" y="1476777"/>
                  <a:pt x="737523" y="1476421"/>
                </a:cubicBezTo>
                <a:lnTo>
                  <a:pt x="745223" y="1463155"/>
                </a:lnTo>
                <a:cubicBezTo>
                  <a:pt x="745460" y="1462859"/>
                  <a:pt x="745815" y="1462622"/>
                  <a:pt x="746170" y="1462622"/>
                </a:cubicBezTo>
                <a:close/>
                <a:moveTo>
                  <a:pt x="4262778" y="1462326"/>
                </a:moveTo>
                <a:lnTo>
                  <a:pt x="4278472" y="1462326"/>
                </a:lnTo>
                <a:cubicBezTo>
                  <a:pt x="4278827" y="1462326"/>
                  <a:pt x="4279242" y="1462504"/>
                  <a:pt x="4279420" y="1462859"/>
                </a:cubicBezTo>
                <a:lnTo>
                  <a:pt x="4287238" y="1476422"/>
                </a:lnTo>
                <a:cubicBezTo>
                  <a:pt x="4287415" y="1476777"/>
                  <a:pt x="4287415" y="1477192"/>
                  <a:pt x="4287238" y="1477547"/>
                </a:cubicBezTo>
                <a:lnTo>
                  <a:pt x="4279420" y="1491109"/>
                </a:lnTo>
                <a:cubicBezTo>
                  <a:pt x="4279242" y="1491406"/>
                  <a:pt x="4278887" y="1491642"/>
                  <a:pt x="4278472" y="1491642"/>
                </a:cubicBezTo>
                <a:lnTo>
                  <a:pt x="4262778" y="1491642"/>
                </a:lnTo>
                <a:cubicBezTo>
                  <a:pt x="4262423" y="1491642"/>
                  <a:pt x="4262008" y="1491465"/>
                  <a:pt x="4261830" y="1491109"/>
                </a:cubicBezTo>
                <a:lnTo>
                  <a:pt x="4254012" y="1477547"/>
                </a:lnTo>
                <a:cubicBezTo>
                  <a:pt x="4253835" y="1477192"/>
                  <a:pt x="4253835" y="1476777"/>
                  <a:pt x="4254012" y="1476422"/>
                </a:cubicBezTo>
                <a:lnTo>
                  <a:pt x="4261830" y="1462859"/>
                </a:lnTo>
                <a:cubicBezTo>
                  <a:pt x="4262008" y="1462563"/>
                  <a:pt x="4262363" y="1462326"/>
                  <a:pt x="4262778" y="1462326"/>
                </a:cubicBezTo>
                <a:close/>
                <a:moveTo>
                  <a:pt x="813627" y="1462326"/>
                </a:moveTo>
                <a:lnTo>
                  <a:pt x="829322" y="1462326"/>
                </a:lnTo>
                <a:cubicBezTo>
                  <a:pt x="829677" y="1462326"/>
                  <a:pt x="830092" y="1462504"/>
                  <a:pt x="830270" y="1462859"/>
                </a:cubicBezTo>
                <a:lnTo>
                  <a:pt x="838087" y="1476422"/>
                </a:lnTo>
                <a:cubicBezTo>
                  <a:pt x="838265" y="1476777"/>
                  <a:pt x="838265" y="1477192"/>
                  <a:pt x="838087" y="1477547"/>
                </a:cubicBezTo>
                <a:lnTo>
                  <a:pt x="830270" y="1491109"/>
                </a:lnTo>
                <a:cubicBezTo>
                  <a:pt x="830092" y="1491406"/>
                  <a:pt x="829737" y="1491642"/>
                  <a:pt x="829322" y="1491642"/>
                </a:cubicBezTo>
                <a:lnTo>
                  <a:pt x="813627" y="1491642"/>
                </a:lnTo>
                <a:cubicBezTo>
                  <a:pt x="813272" y="1491642"/>
                  <a:pt x="812857" y="1491465"/>
                  <a:pt x="812680" y="1491109"/>
                </a:cubicBezTo>
                <a:lnTo>
                  <a:pt x="804862" y="1477547"/>
                </a:lnTo>
                <a:cubicBezTo>
                  <a:pt x="804685" y="1477192"/>
                  <a:pt x="804685" y="1476777"/>
                  <a:pt x="804862" y="1476422"/>
                </a:cubicBezTo>
                <a:lnTo>
                  <a:pt x="812680" y="1462859"/>
                </a:lnTo>
                <a:cubicBezTo>
                  <a:pt x="812857" y="1462563"/>
                  <a:pt x="813213" y="1462326"/>
                  <a:pt x="813627" y="1462326"/>
                </a:cubicBezTo>
                <a:close/>
                <a:moveTo>
                  <a:pt x="2436158" y="1461201"/>
                </a:moveTo>
                <a:lnTo>
                  <a:pt x="2453037" y="1461201"/>
                </a:lnTo>
                <a:cubicBezTo>
                  <a:pt x="2453451" y="1461201"/>
                  <a:pt x="2453807" y="1461438"/>
                  <a:pt x="2454044" y="1461793"/>
                </a:cubicBezTo>
                <a:lnTo>
                  <a:pt x="2462454" y="1476422"/>
                </a:lnTo>
                <a:cubicBezTo>
                  <a:pt x="2462690" y="1476777"/>
                  <a:pt x="2462690" y="1477251"/>
                  <a:pt x="2462454" y="1477606"/>
                </a:cubicBezTo>
                <a:lnTo>
                  <a:pt x="2453985" y="1492235"/>
                </a:lnTo>
                <a:cubicBezTo>
                  <a:pt x="2453807" y="1492590"/>
                  <a:pt x="2453392" y="1492827"/>
                  <a:pt x="2452978" y="1492827"/>
                </a:cubicBezTo>
                <a:lnTo>
                  <a:pt x="2436098" y="1492827"/>
                </a:lnTo>
                <a:cubicBezTo>
                  <a:pt x="2435684" y="1492827"/>
                  <a:pt x="2435328" y="1492590"/>
                  <a:pt x="2435092" y="1492235"/>
                </a:cubicBezTo>
                <a:lnTo>
                  <a:pt x="2426682" y="1477606"/>
                </a:lnTo>
                <a:cubicBezTo>
                  <a:pt x="2426445" y="1477251"/>
                  <a:pt x="2426445" y="1476777"/>
                  <a:pt x="2426682" y="1476422"/>
                </a:cubicBezTo>
                <a:lnTo>
                  <a:pt x="2435151" y="1461793"/>
                </a:lnTo>
                <a:cubicBezTo>
                  <a:pt x="2435328" y="1461438"/>
                  <a:pt x="2435743" y="1461201"/>
                  <a:pt x="2436158" y="1461201"/>
                </a:cubicBezTo>
                <a:close/>
                <a:moveTo>
                  <a:pt x="610071" y="1461083"/>
                </a:moveTo>
                <a:lnTo>
                  <a:pt x="627069" y="1461083"/>
                </a:lnTo>
                <a:cubicBezTo>
                  <a:pt x="627542" y="1461083"/>
                  <a:pt x="627898" y="1461320"/>
                  <a:pt x="628135" y="1461675"/>
                </a:cubicBezTo>
                <a:lnTo>
                  <a:pt x="636604" y="1476422"/>
                </a:lnTo>
                <a:cubicBezTo>
                  <a:pt x="636841" y="1476778"/>
                  <a:pt x="636841" y="1477252"/>
                  <a:pt x="636604" y="1477607"/>
                </a:cubicBezTo>
                <a:lnTo>
                  <a:pt x="628076" y="1492354"/>
                </a:lnTo>
                <a:cubicBezTo>
                  <a:pt x="627839" y="1492709"/>
                  <a:pt x="627424" y="1492946"/>
                  <a:pt x="627010" y="1492946"/>
                </a:cubicBezTo>
                <a:lnTo>
                  <a:pt x="610012" y="1492946"/>
                </a:lnTo>
                <a:cubicBezTo>
                  <a:pt x="609538" y="1492946"/>
                  <a:pt x="609183" y="1492709"/>
                  <a:pt x="608946" y="1492354"/>
                </a:cubicBezTo>
                <a:lnTo>
                  <a:pt x="600477" y="1477607"/>
                </a:lnTo>
                <a:cubicBezTo>
                  <a:pt x="600240" y="1477252"/>
                  <a:pt x="600240" y="1476778"/>
                  <a:pt x="600477" y="1476422"/>
                </a:cubicBezTo>
                <a:lnTo>
                  <a:pt x="609005" y="1461675"/>
                </a:lnTo>
                <a:cubicBezTo>
                  <a:pt x="609242" y="1461320"/>
                  <a:pt x="609656" y="1461083"/>
                  <a:pt x="610071" y="1461083"/>
                </a:cubicBezTo>
                <a:close/>
                <a:moveTo>
                  <a:pt x="4464854" y="1460786"/>
                </a:moveTo>
                <a:lnTo>
                  <a:pt x="4482208" y="1460786"/>
                </a:lnTo>
                <a:cubicBezTo>
                  <a:pt x="4482622" y="1460786"/>
                  <a:pt x="4483037" y="1461023"/>
                  <a:pt x="4483273" y="1461378"/>
                </a:cubicBezTo>
                <a:lnTo>
                  <a:pt x="4491921" y="1476362"/>
                </a:lnTo>
                <a:cubicBezTo>
                  <a:pt x="4492157" y="1476777"/>
                  <a:pt x="4492157" y="1477251"/>
                  <a:pt x="4491921" y="1477606"/>
                </a:cubicBezTo>
                <a:lnTo>
                  <a:pt x="4483273" y="1492590"/>
                </a:lnTo>
                <a:cubicBezTo>
                  <a:pt x="4483037" y="1492945"/>
                  <a:pt x="4482622" y="1493182"/>
                  <a:pt x="4482208" y="1493182"/>
                </a:cubicBezTo>
                <a:lnTo>
                  <a:pt x="4464854" y="1493182"/>
                </a:lnTo>
                <a:cubicBezTo>
                  <a:pt x="4464440" y="1493182"/>
                  <a:pt x="4464025" y="1492945"/>
                  <a:pt x="4463789" y="1492590"/>
                </a:cubicBezTo>
                <a:lnTo>
                  <a:pt x="4455141" y="1477606"/>
                </a:lnTo>
                <a:cubicBezTo>
                  <a:pt x="4454905" y="1477191"/>
                  <a:pt x="4454905" y="1476718"/>
                  <a:pt x="4455141" y="1476362"/>
                </a:cubicBezTo>
                <a:lnTo>
                  <a:pt x="4463789" y="1461378"/>
                </a:lnTo>
                <a:cubicBezTo>
                  <a:pt x="4464025" y="1461023"/>
                  <a:pt x="4464440" y="1460786"/>
                  <a:pt x="4464854" y="1460786"/>
                </a:cubicBezTo>
                <a:close/>
                <a:moveTo>
                  <a:pt x="4397160" y="1460550"/>
                </a:moveTo>
                <a:lnTo>
                  <a:pt x="4414691" y="1460550"/>
                </a:lnTo>
                <a:cubicBezTo>
                  <a:pt x="4415105" y="1460550"/>
                  <a:pt x="4415520" y="1460787"/>
                  <a:pt x="4415757" y="1461142"/>
                </a:cubicBezTo>
                <a:lnTo>
                  <a:pt x="4424522" y="1476363"/>
                </a:lnTo>
                <a:cubicBezTo>
                  <a:pt x="4424759" y="1476719"/>
                  <a:pt x="4424759" y="1477252"/>
                  <a:pt x="4424522" y="1477607"/>
                </a:cubicBezTo>
                <a:lnTo>
                  <a:pt x="4415757" y="1492828"/>
                </a:lnTo>
                <a:cubicBezTo>
                  <a:pt x="4415520" y="1493183"/>
                  <a:pt x="4415105" y="1493420"/>
                  <a:pt x="4414691" y="1493420"/>
                </a:cubicBezTo>
                <a:lnTo>
                  <a:pt x="4397160" y="1493420"/>
                </a:lnTo>
                <a:cubicBezTo>
                  <a:pt x="4396745" y="1493420"/>
                  <a:pt x="4396331" y="1493183"/>
                  <a:pt x="4396094" y="1492828"/>
                </a:cubicBezTo>
                <a:lnTo>
                  <a:pt x="4387329" y="1477607"/>
                </a:lnTo>
                <a:cubicBezTo>
                  <a:pt x="4387092" y="1477252"/>
                  <a:pt x="4387092" y="1476719"/>
                  <a:pt x="4387329" y="1476363"/>
                </a:cubicBezTo>
                <a:lnTo>
                  <a:pt x="4396094" y="1461142"/>
                </a:lnTo>
                <a:cubicBezTo>
                  <a:pt x="4396331" y="1460787"/>
                  <a:pt x="4396745" y="1460550"/>
                  <a:pt x="4397160" y="1460550"/>
                </a:cubicBezTo>
                <a:close/>
                <a:moveTo>
                  <a:pt x="3652997" y="1460253"/>
                </a:moveTo>
                <a:lnTo>
                  <a:pt x="3670883" y="1460253"/>
                </a:lnTo>
                <a:cubicBezTo>
                  <a:pt x="3671297" y="1460253"/>
                  <a:pt x="3671712" y="1460490"/>
                  <a:pt x="3671948" y="1460905"/>
                </a:cubicBezTo>
                <a:lnTo>
                  <a:pt x="3680892" y="1476422"/>
                </a:lnTo>
                <a:cubicBezTo>
                  <a:pt x="3681129" y="1476777"/>
                  <a:pt x="3681129" y="1477251"/>
                  <a:pt x="3680892" y="1477665"/>
                </a:cubicBezTo>
                <a:lnTo>
                  <a:pt x="3671948" y="1493182"/>
                </a:lnTo>
                <a:cubicBezTo>
                  <a:pt x="3671771" y="1493597"/>
                  <a:pt x="3671356" y="1493834"/>
                  <a:pt x="3670883" y="1493834"/>
                </a:cubicBezTo>
                <a:lnTo>
                  <a:pt x="3652997" y="1493834"/>
                </a:lnTo>
                <a:cubicBezTo>
                  <a:pt x="3652582" y="1493834"/>
                  <a:pt x="3652167" y="1493597"/>
                  <a:pt x="3651930" y="1493182"/>
                </a:cubicBezTo>
                <a:lnTo>
                  <a:pt x="3642987" y="1477665"/>
                </a:lnTo>
                <a:cubicBezTo>
                  <a:pt x="3642751" y="1477310"/>
                  <a:pt x="3642751" y="1476836"/>
                  <a:pt x="3642987" y="1476422"/>
                </a:cubicBezTo>
                <a:lnTo>
                  <a:pt x="3651930" y="1460905"/>
                </a:lnTo>
                <a:cubicBezTo>
                  <a:pt x="3652108" y="1460490"/>
                  <a:pt x="3652522" y="1460253"/>
                  <a:pt x="3652997" y="1460253"/>
                </a:cubicBezTo>
                <a:close/>
                <a:moveTo>
                  <a:pt x="880137" y="1460253"/>
                </a:moveTo>
                <a:lnTo>
                  <a:pt x="898023" y="1460253"/>
                </a:lnTo>
                <a:cubicBezTo>
                  <a:pt x="898437" y="1460253"/>
                  <a:pt x="898852" y="1460490"/>
                  <a:pt x="899089" y="1460905"/>
                </a:cubicBezTo>
                <a:lnTo>
                  <a:pt x="908032" y="1476422"/>
                </a:lnTo>
                <a:cubicBezTo>
                  <a:pt x="908269" y="1476777"/>
                  <a:pt x="908269" y="1477251"/>
                  <a:pt x="908032" y="1477665"/>
                </a:cubicBezTo>
                <a:lnTo>
                  <a:pt x="899089" y="1493182"/>
                </a:lnTo>
                <a:cubicBezTo>
                  <a:pt x="898911" y="1493597"/>
                  <a:pt x="898497" y="1493834"/>
                  <a:pt x="898023" y="1493834"/>
                </a:cubicBezTo>
                <a:lnTo>
                  <a:pt x="880137" y="1493834"/>
                </a:lnTo>
                <a:cubicBezTo>
                  <a:pt x="879722" y="1493834"/>
                  <a:pt x="879308" y="1493597"/>
                  <a:pt x="879071" y="1493182"/>
                </a:cubicBezTo>
                <a:lnTo>
                  <a:pt x="870128" y="1477665"/>
                </a:lnTo>
                <a:cubicBezTo>
                  <a:pt x="869891" y="1477310"/>
                  <a:pt x="869891" y="1476836"/>
                  <a:pt x="870128" y="1476422"/>
                </a:cubicBezTo>
                <a:lnTo>
                  <a:pt x="879071" y="1460905"/>
                </a:lnTo>
                <a:cubicBezTo>
                  <a:pt x="879248" y="1460490"/>
                  <a:pt x="879663" y="1460253"/>
                  <a:pt x="880137" y="1460253"/>
                </a:cubicBezTo>
                <a:close/>
                <a:moveTo>
                  <a:pt x="4532133" y="1460135"/>
                </a:moveTo>
                <a:lnTo>
                  <a:pt x="4550138" y="1460135"/>
                </a:lnTo>
                <a:cubicBezTo>
                  <a:pt x="4550611" y="1460135"/>
                  <a:pt x="4551026" y="1460372"/>
                  <a:pt x="4551263" y="1460787"/>
                </a:cubicBezTo>
                <a:lnTo>
                  <a:pt x="4560265" y="1476363"/>
                </a:lnTo>
                <a:cubicBezTo>
                  <a:pt x="4560502" y="1476718"/>
                  <a:pt x="4560502" y="1477192"/>
                  <a:pt x="4560265" y="1477606"/>
                </a:cubicBezTo>
                <a:lnTo>
                  <a:pt x="4551263" y="1493183"/>
                </a:lnTo>
                <a:cubicBezTo>
                  <a:pt x="4551026" y="1493597"/>
                  <a:pt x="4550611" y="1493834"/>
                  <a:pt x="4550138" y="1493834"/>
                </a:cubicBezTo>
                <a:lnTo>
                  <a:pt x="4532133" y="1493834"/>
                </a:lnTo>
                <a:cubicBezTo>
                  <a:pt x="4531660" y="1493834"/>
                  <a:pt x="4531245" y="1493597"/>
                  <a:pt x="4531008" y="1493183"/>
                </a:cubicBezTo>
                <a:lnTo>
                  <a:pt x="4522006" y="1477606"/>
                </a:lnTo>
                <a:cubicBezTo>
                  <a:pt x="4521769" y="1477251"/>
                  <a:pt x="4521769" y="1476777"/>
                  <a:pt x="4522006" y="1476363"/>
                </a:cubicBezTo>
                <a:lnTo>
                  <a:pt x="4531008" y="1460787"/>
                </a:lnTo>
                <a:cubicBezTo>
                  <a:pt x="4531245" y="1460372"/>
                  <a:pt x="4531660" y="1460135"/>
                  <a:pt x="4532133" y="1460135"/>
                </a:cubicBezTo>
                <a:close/>
                <a:moveTo>
                  <a:pt x="474149" y="1459839"/>
                </a:moveTo>
                <a:lnTo>
                  <a:pt x="492449" y="1459839"/>
                </a:lnTo>
                <a:cubicBezTo>
                  <a:pt x="492923" y="1459839"/>
                  <a:pt x="493338" y="1460076"/>
                  <a:pt x="493575" y="1460490"/>
                </a:cubicBezTo>
                <a:lnTo>
                  <a:pt x="502755" y="1476363"/>
                </a:lnTo>
                <a:cubicBezTo>
                  <a:pt x="502992" y="1476777"/>
                  <a:pt x="502992" y="1477251"/>
                  <a:pt x="502755" y="1477666"/>
                </a:cubicBezTo>
                <a:lnTo>
                  <a:pt x="493575" y="1493538"/>
                </a:lnTo>
                <a:cubicBezTo>
                  <a:pt x="493338" y="1493953"/>
                  <a:pt x="492923" y="1494189"/>
                  <a:pt x="492449" y="1494189"/>
                </a:cubicBezTo>
                <a:lnTo>
                  <a:pt x="474149" y="1494189"/>
                </a:lnTo>
                <a:cubicBezTo>
                  <a:pt x="473675" y="1494189"/>
                  <a:pt x="473261" y="1493953"/>
                  <a:pt x="473024" y="1493538"/>
                </a:cubicBezTo>
                <a:lnTo>
                  <a:pt x="463844" y="1477666"/>
                </a:lnTo>
                <a:cubicBezTo>
                  <a:pt x="463607" y="1477251"/>
                  <a:pt x="463607" y="1476777"/>
                  <a:pt x="463844" y="1476363"/>
                </a:cubicBezTo>
                <a:lnTo>
                  <a:pt x="473024" y="1460490"/>
                </a:lnTo>
                <a:cubicBezTo>
                  <a:pt x="473261" y="1460076"/>
                  <a:pt x="473675" y="1459839"/>
                  <a:pt x="474149" y="1459839"/>
                </a:cubicBezTo>
                <a:close/>
                <a:moveTo>
                  <a:pt x="2502964" y="1459602"/>
                </a:moveTo>
                <a:lnTo>
                  <a:pt x="2521501" y="1459602"/>
                </a:lnTo>
                <a:cubicBezTo>
                  <a:pt x="2521975" y="1459602"/>
                  <a:pt x="2522389" y="1459839"/>
                  <a:pt x="2522626" y="1460253"/>
                </a:cubicBezTo>
                <a:lnTo>
                  <a:pt x="2531865" y="1476304"/>
                </a:lnTo>
                <a:cubicBezTo>
                  <a:pt x="2532102" y="1476718"/>
                  <a:pt x="2532102" y="1477192"/>
                  <a:pt x="2531865" y="1477606"/>
                </a:cubicBezTo>
                <a:lnTo>
                  <a:pt x="2522567" y="1493656"/>
                </a:lnTo>
                <a:cubicBezTo>
                  <a:pt x="2522330" y="1494071"/>
                  <a:pt x="2521915" y="1494308"/>
                  <a:pt x="2521442" y="1494308"/>
                </a:cubicBezTo>
                <a:lnTo>
                  <a:pt x="2502904" y="1494308"/>
                </a:lnTo>
                <a:cubicBezTo>
                  <a:pt x="2502430" y="1494308"/>
                  <a:pt x="2502016" y="1494071"/>
                  <a:pt x="2501779" y="1493656"/>
                </a:cubicBezTo>
                <a:lnTo>
                  <a:pt x="2492540" y="1477606"/>
                </a:lnTo>
                <a:cubicBezTo>
                  <a:pt x="2492303" y="1477192"/>
                  <a:pt x="2492303" y="1476718"/>
                  <a:pt x="2492540" y="1476304"/>
                </a:cubicBezTo>
                <a:lnTo>
                  <a:pt x="2501838" y="1460253"/>
                </a:lnTo>
                <a:cubicBezTo>
                  <a:pt x="2502075" y="1459839"/>
                  <a:pt x="2502490" y="1459602"/>
                  <a:pt x="2502964" y="1459602"/>
                </a:cubicBezTo>
                <a:close/>
                <a:moveTo>
                  <a:pt x="1556014" y="1459424"/>
                </a:moveTo>
                <a:lnTo>
                  <a:pt x="1574788" y="1459424"/>
                </a:lnTo>
                <a:cubicBezTo>
                  <a:pt x="1575262" y="1459424"/>
                  <a:pt x="1575677" y="1459661"/>
                  <a:pt x="1575913" y="1460075"/>
                </a:cubicBezTo>
                <a:lnTo>
                  <a:pt x="1585271" y="1476303"/>
                </a:lnTo>
                <a:cubicBezTo>
                  <a:pt x="1585508" y="1476659"/>
                  <a:pt x="1585508" y="1477192"/>
                  <a:pt x="1585271" y="1477606"/>
                </a:cubicBezTo>
                <a:lnTo>
                  <a:pt x="1575854" y="1493834"/>
                </a:lnTo>
                <a:cubicBezTo>
                  <a:pt x="1575617" y="1494248"/>
                  <a:pt x="1575203" y="1494485"/>
                  <a:pt x="1574729" y="1494485"/>
                </a:cubicBezTo>
                <a:lnTo>
                  <a:pt x="1555955" y="1494485"/>
                </a:lnTo>
                <a:cubicBezTo>
                  <a:pt x="1555481" y="1494485"/>
                  <a:pt x="1555066" y="1494248"/>
                  <a:pt x="1554829" y="1493834"/>
                </a:cubicBezTo>
                <a:lnTo>
                  <a:pt x="1545472" y="1477606"/>
                </a:lnTo>
                <a:cubicBezTo>
                  <a:pt x="1545235" y="1477251"/>
                  <a:pt x="1545235" y="1476718"/>
                  <a:pt x="1545472" y="1476303"/>
                </a:cubicBezTo>
                <a:lnTo>
                  <a:pt x="1554889" y="1460075"/>
                </a:lnTo>
                <a:cubicBezTo>
                  <a:pt x="1555125" y="1459661"/>
                  <a:pt x="1555540" y="1459424"/>
                  <a:pt x="1556014" y="1459424"/>
                </a:cubicBezTo>
                <a:close/>
                <a:moveTo>
                  <a:pt x="1150204" y="1459424"/>
                </a:moveTo>
                <a:lnTo>
                  <a:pt x="1168978" y="1459424"/>
                </a:lnTo>
                <a:cubicBezTo>
                  <a:pt x="1169452" y="1459424"/>
                  <a:pt x="1169867" y="1459661"/>
                  <a:pt x="1170103" y="1460075"/>
                </a:cubicBezTo>
                <a:lnTo>
                  <a:pt x="1179461" y="1476303"/>
                </a:lnTo>
                <a:cubicBezTo>
                  <a:pt x="1179698" y="1476659"/>
                  <a:pt x="1179698" y="1477192"/>
                  <a:pt x="1179461" y="1477606"/>
                </a:cubicBezTo>
                <a:lnTo>
                  <a:pt x="1170044" y="1493834"/>
                </a:lnTo>
                <a:cubicBezTo>
                  <a:pt x="1169807" y="1494248"/>
                  <a:pt x="1169393" y="1494485"/>
                  <a:pt x="1168919" y="1494485"/>
                </a:cubicBezTo>
                <a:lnTo>
                  <a:pt x="1150144" y="1494485"/>
                </a:lnTo>
                <a:cubicBezTo>
                  <a:pt x="1149671" y="1494485"/>
                  <a:pt x="1149256" y="1494248"/>
                  <a:pt x="1149019" y="1493834"/>
                </a:cubicBezTo>
                <a:lnTo>
                  <a:pt x="1139662" y="1477606"/>
                </a:lnTo>
                <a:cubicBezTo>
                  <a:pt x="1139425" y="1477251"/>
                  <a:pt x="1139425" y="1476718"/>
                  <a:pt x="1139662" y="1476303"/>
                </a:cubicBezTo>
                <a:lnTo>
                  <a:pt x="1149078" y="1460075"/>
                </a:lnTo>
                <a:cubicBezTo>
                  <a:pt x="1149316" y="1459661"/>
                  <a:pt x="1149730" y="1459424"/>
                  <a:pt x="1150204" y="1459424"/>
                </a:cubicBezTo>
                <a:close/>
                <a:moveTo>
                  <a:pt x="1623590" y="1459306"/>
                </a:moveTo>
                <a:lnTo>
                  <a:pt x="1642483" y="1459306"/>
                </a:lnTo>
                <a:cubicBezTo>
                  <a:pt x="1642897" y="1459306"/>
                  <a:pt x="1643371" y="1459543"/>
                  <a:pt x="1643608" y="1459957"/>
                </a:cubicBezTo>
                <a:lnTo>
                  <a:pt x="1653025" y="1476304"/>
                </a:lnTo>
                <a:cubicBezTo>
                  <a:pt x="1653262" y="1476718"/>
                  <a:pt x="1653262" y="1477251"/>
                  <a:pt x="1653025" y="1477666"/>
                </a:cubicBezTo>
                <a:lnTo>
                  <a:pt x="1643608" y="1494012"/>
                </a:lnTo>
                <a:cubicBezTo>
                  <a:pt x="1643371" y="1494426"/>
                  <a:pt x="1642956" y="1494663"/>
                  <a:pt x="1642483" y="1494663"/>
                </a:cubicBezTo>
                <a:lnTo>
                  <a:pt x="1623590" y="1494663"/>
                </a:lnTo>
                <a:cubicBezTo>
                  <a:pt x="1623175" y="1494663"/>
                  <a:pt x="1622702" y="1494426"/>
                  <a:pt x="1622464" y="1494012"/>
                </a:cubicBezTo>
                <a:lnTo>
                  <a:pt x="1613048" y="1477666"/>
                </a:lnTo>
                <a:cubicBezTo>
                  <a:pt x="1612811" y="1477251"/>
                  <a:pt x="1612811" y="1476718"/>
                  <a:pt x="1613048" y="1476304"/>
                </a:cubicBezTo>
                <a:lnTo>
                  <a:pt x="1622464" y="1459957"/>
                </a:lnTo>
                <a:cubicBezTo>
                  <a:pt x="1622702" y="1459543"/>
                  <a:pt x="1623116" y="1459306"/>
                  <a:pt x="1623590" y="1459306"/>
                </a:cubicBezTo>
                <a:close/>
                <a:moveTo>
                  <a:pt x="4328755" y="1459187"/>
                </a:moveTo>
                <a:lnTo>
                  <a:pt x="4347766" y="1459187"/>
                </a:lnTo>
                <a:cubicBezTo>
                  <a:pt x="4348240" y="1459187"/>
                  <a:pt x="4348714" y="1459424"/>
                  <a:pt x="4348951" y="1459839"/>
                </a:cubicBezTo>
                <a:lnTo>
                  <a:pt x="4358427" y="1476303"/>
                </a:lnTo>
                <a:cubicBezTo>
                  <a:pt x="4358664" y="1476718"/>
                  <a:pt x="4358664" y="1477251"/>
                  <a:pt x="4358427" y="1477665"/>
                </a:cubicBezTo>
                <a:lnTo>
                  <a:pt x="4348951" y="1494130"/>
                </a:lnTo>
                <a:cubicBezTo>
                  <a:pt x="4348655" y="1494544"/>
                  <a:pt x="4348240" y="1494781"/>
                  <a:pt x="4347766" y="1494781"/>
                </a:cubicBezTo>
                <a:lnTo>
                  <a:pt x="4328755" y="1494781"/>
                </a:lnTo>
                <a:cubicBezTo>
                  <a:pt x="4328282" y="1494781"/>
                  <a:pt x="4327807" y="1494544"/>
                  <a:pt x="4327571" y="1494130"/>
                </a:cubicBezTo>
                <a:lnTo>
                  <a:pt x="4318094" y="1477665"/>
                </a:lnTo>
                <a:cubicBezTo>
                  <a:pt x="4317858" y="1477251"/>
                  <a:pt x="4317858" y="1476718"/>
                  <a:pt x="4318094" y="1476303"/>
                </a:cubicBezTo>
                <a:lnTo>
                  <a:pt x="4327571" y="1459839"/>
                </a:lnTo>
                <a:cubicBezTo>
                  <a:pt x="4327867" y="1459424"/>
                  <a:pt x="4328282" y="1459187"/>
                  <a:pt x="4328755" y="1459187"/>
                </a:cubicBezTo>
                <a:close/>
                <a:moveTo>
                  <a:pt x="541429" y="1459187"/>
                </a:moveTo>
                <a:lnTo>
                  <a:pt x="560440" y="1459187"/>
                </a:lnTo>
                <a:cubicBezTo>
                  <a:pt x="560914" y="1459187"/>
                  <a:pt x="561388" y="1459424"/>
                  <a:pt x="561625" y="1459839"/>
                </a:cubicBezTo>
                <a:lnTo>
                  <a:pt x="571101" y="1476303"/>
                </a:lnTo>
                <a:cubicBezTo>
                  <a:pt x="571338" y="1476718"/>
                  <a:pt x="571338" y="1477251"/>
                  <a:pt x="571101" y="1477665"/>
                </a:cubicBezTo>
                <a:lnTo>
                  <a:pt x="561625" y="1494130"/>
                </a:lnTo>
                <a:cubicBezTo>
                  <a:pt x="561329" y="1494544"/>
                  <a:pt x="560914" y="1494781"/>
                  <a:pt x="560440" y="1494781"/>
                </a:cubicBezTo>
                <a:lnTo>
                  <a:pt x="541429" y="1494781"/>
                </a:lnTo>
                <a:cubicBezTo>
                  <a:pt x="540955" y="1494781"/>
                  <a:pt x="540481" y="1494544"/>
                  <a:pt x="540245" y="1494130"/>
                </a:cubicBezTo>
                <a:lnTo>
                  <a:pt x="530769" y="1477665"/>
                </a:lnTo>
                <a:cubicBezTo>
                  <a:pt x="530532" y="1477251"/>
                  <a:pt x="530532" y="1476718"/>
                  <a:pt x="530769" y="1476303"/>
                </a:cubicBezTo>
                <a:lnTo>
                  <a:pt x="540245" y="1459839"/>
                </a:lnTo>
                <a:cubicBezTo>
                  <a:pt x="540541" y="1459424"/>
                  <a:pt x="540955" y="1459187"/>
                  <a:pt x="541429" y="1459187"/>
                </a:cubicBezTo>
                <a:close/>
                <a:moveTo>
                  <a:pt x="3381923" y="1459128"/>
                </a:moveTo>
                <a:lnTo>
                  <a:pt x="3400994" y="1459128"/>
                </a:lnTo>
                <a:cubicBezTo>
                  <a:pt x="3401468" y="1459128"/>
                  <a:pt x="3401942" y="1459365"/>
                  <a:pt x="3402179" y="1459779"/>
                </a:cubicBezTo>
                <a:lnTo>
                  <a:pt x="3411714" y="1476303"/>
                </a:lnTo>
                <a:cubicBezTo>
                  <a:pt x="3411950" y="1476718"/>
                  <a:pt x="3411950" y="1477251"/>
                  <a:pt x="3411714" y="1477665"/>
                </a:cubicBezTo>
                <a:lnTo>
                  <a:pt x="3402179" y="1494189"/>
                </a:lnTo>
                <a:cubicBezTo>
                  <a:pt x="3401942" y="1494604"/>
                  <a:pt x="3401468" y="1494841"/>
                  <a:pt x="3400994" y="1494841"/>
                </a:cubicBezTo>
                <a:lnTo>
                  <a:pt x="3381923" y="1494841"/>
                </a:lnTo>
                <a:cubicBezTo>
                  <a:pt x="3381450" y="1494841"/>
                  <a:pt x="3380976" y="1494604"/>
                  <a:pt x="3380739" y="1494189"/>
                </a:cubicBezTo>
                <a:lnTo>
                  <a:pt x="3371203" y="1477665"/>
                </a:lnTo>
                <a:cubicBezTo>
                  <a:pt x="3370967" y="1477251"/>
                  <a:pt x="3370967" y="1476718"/>
                  <a:pt x="3371203" y="1476303"/>
                </a:cubicBezTo>
                <a:lnTo>
                  <a:pt x="3380739" y="1459779"/>
                </a:lnTo>
                <a:cubicBezTo>
                  <a:pt x="3380976" y="1459365"/>
                  <a:pt x="3381450" y="1459128"/>
                  <a:pt x="3381923" y="1459128"/>
                </a:cubicBezTo>
                <a:close/>
                <a:moveTo>
                  <a:pt x="946765" y="1458358"/>
                </a:moveTo>
                <a:lnTo>
                  <a:pt x="966665" y="1458358"/>
                </a:lnTo>
                <a:cubicBezTo>
                  <a:pt x="967139" y="1458358"/>
                  <a:pt x="967612" y="1458654"/>
                  <a:pt x="967849" y="1459069"/>
                </a:cubicBezTo>
                <a:lnTo>
                  <a:pt x="977799" y="1476303"/>
                </a:lnTo>
                <a:cubicBezTo>
                  <a:pt x="978036" y="1476777"/>
                  <a:pt x="978036" y="1477310"/>
                  <a:pt x="977799" y="1477725"/>
                </a:cubicBezTo>
                <a:lnTo>
                  <a:pt x="967849" y="1494959"/>
                </a:lnTo>
                <a:cubicBezTo>
                  <a:pt x="967612" y="1495374"/>
                  <a:pt x="967139" y="1495670"/>
                  <a:pt x="966665" y="1495670"/>
                </a:cubicBezTo>
                <a:lnTo>
                  <a:pt x="946765" y="1495670"/>
                </a:lnTo>
                <a:cubicBezTo>
                  <a:pt x="946291" y="1495670"/>
                  <a:pt x="945817" y="1495374"/>
                  <a:pt x="945581" y="1494959"/>
                </a:cubicBezTo>
                <a:lnTo>
                  <a:pt x="935631" y="1477725"/>
                </a:lnTo>
                <a:cubicBezTo>
                  <a:pt x="935394" y="1477251"/>
                  <a:pt x="935394" y="1476718"/>
                  <a:pt x="935631" y="1476303"/>
                </a:cubicBezTo>
                <a:lnTo>
                  <a:pt x="945581" y="1459069"/>
                </a:lnTo>
                <a:cubicBezTo>
                  <a:pt x="945817" y="1458654"/>
                  <a:pt x="946291" y="1458358"/>
                  <a:pt x="946765" y="1458358"/>
                </a:cubicBezTo>
                <a:close/>
                <a:moveTo>
                  <a:pt x="1081917" y="1458062"/>
                </a:moveTo>
                <a:lnTo>
                  <a:pt x="1102113" y="1458062"/>
                </a:lnTo>
                <a:cubicBezTo>
                  <a:pt x="1102646" y="1458062"/>
                  <a:pt x="1103119" y="1458358"/>
                  <a:pt x="1103357" y="1458773"/>
                </a:cubicBezTo>
                <a:lnTo>
                  <a:pt x="1113424" y="1476244"/>
                </a:lnTo>
                <a:cubicBezTo>
                  <a:pt x="1113662" y="1476659"/>
                  <a:pt x="1113662" y="1477251"/>
                  <a:pt x="1113424" y="1477665"/>
                </a:cubicBezTo>
                <a:lnTo>
                  <a:pt x="1103297" y="1495137"/>
                </a:lnTo>
                <a:cubicBezTo>
                  <a:pt x="1103001" y="1495552"/>
                  <a:pt x="1102527" y="1495848"/>
                  <a:pt x="1102053" y="1495848"/>
                </a:cubicBezTo>
                <a:lnTo>
                  <a:pt x="1081858" y="1495848"/>
                </a:lnTo>
                <a:cubicBezTo>
                  <a:pt x="1081325" y="1495848"/>
                  <a:pt x="1080851" y="1495552"/>
                  <a:pt x="1080614" y="1495137"/>
                </a:cubicBezTo>
                <a:lnTo>
                  <a:pt x="1070546" y="1477665"/>
                </a:lnTo>
                <a:cubicBezTo>
                  <a:pt x="1070309" y="1477251"/>
                  <a:pt x="1070309" y="1476659"/>
                  <a:pt x="1070546" y="1476244"/>
                </a:cubicBezTo>
                <a:lnTo>
                  <a:pt x="1080673" y="1458773"/>
                </a:lnTo>
                <a:cubicBezTo>
                  <a:pt x="1080969" y="1458358"/>
                  <a:pt x="1081443" y="1458062"/>
                  <a:pt x="1081917" y="1458062"/>
                </a:cubicBezTo>
                <a:close/>
                <a:moveTo>
                  <a:pt x="2366805" y="1457944"/>
                </a:moveTo>
                <a:lnTo>
                  <a:pt x="2387120" y="1457944"/>
                </a:lnTo>
                <a:cubicBezTo>
                  <a:pt x="2387652" y="1457944"/>
                  <a:pt x="2388126" y="1458240"/>
                  <a:pt x="2388363" y="1458655"/>
                </a:cubicBezTo>
                <a:lnTo>
                  <a:pt x="2398491" y="1476245"/>
                </a:lnTo>
                <a:cubicBezTo>
                  <a:pt x="2398727" y="1476659"/>
                  <a:pt x="2398727" y="1477251"/>
                  <a:pt x="2398491" y="1477666"/>
                </a:cubicBezTo>
                <a:lnTo>
                  <a:pt x="2388304" y="1495256"/>
                </a:lnTo>
                <a:cubicBezTo>
                  <a:pt x="2388067" y="1495670"/>
                  <a:pt x="2387593" y="1495967"/>
                  <a:pt x="2387060" y="1495967"/>
                </a:cubicBezTo>
                <a:lnTo>
                  <a:pt x="2366746" y="1495967"/>
                </a:lnTo>
                <a:cubicBezTo>
                  <a:pt x="2366213" y="1495967"/>
                  <a:pt x="2365739" y="1495670"/>
                  <a:pt x="2365502" y="1495256"/>
                </a:cubicBezTo>
                <a:lnTo>
                  <a:pt x="2355375" y="1477666"/>
                </a:lnTo>
                <a:cubicBezTo>
                  <a:pt x="2355138" y="1477251"/>
                  <a:pt x="2355138" y="1476659"/>
                  <a:pt x="2355375" y="1476245"/>
                </a:cubicBezTo>
                <a:lnTo>
                  <a:pt x="2365561" y="1458655"/>
                </a:lnTo>
                <a:cubicBezTo>
                  <a:pt x="2365798" y="1458240"/>
                  <a:pt x="2366272" y="1457944"/>
                  <a:pt x="2366805" y="1457944"/>
                </a:cubicBezTo>
                <a:close/>
                <a:moveTo>
                  <a:pt x="1014164" y="1457884"/>
                </a:moveTo>
                <a:lnTo>
                  <a:pt x="1034596" y="1457884"/>
                </a:lnTo>
                <a:cubicBezTo>
                  <a:pt x="1035129" y="1457884"/>
                  <a:pt x="1035603" y="1458180"/>
                  <a:pt x="1035840" y="1458595"/>
                </a:cubicBezTo>
                <a:lnTo>
                  <a:pt x="1046027" y="1476303"/>
                </a:lnTo>
                <a:cubicBezTo>
                  <a:pt x="1046263" y="1476718"/>
                  <a:pt x="1046263" y="1477310"/>
                  <a:pt x="1046027" y="1477724"/>
                </a:cubicBezTo>
                <a:lnTo>
                  <a:pt x="1035780" y="1495433"/>
                </a:lnTo>
                <a:cubicBezTo>
                  <a:pt x="1035544" y="1495847"/>
                  <a:pt x="1035070" y="1496144"/>
                  <a:pt x="1034537" y="1496144"/>
                </a:cubicBezTo>
                <a:lnTo>
                  <a:pt x="1014104" y="1496144"/>
                </a:lnTo>
                <a:cubicBezTo>
                  <a:pt x="1013571" y="1496144"/>
                  <a:pt x="1013098" y="1495847"/>
                  <a:pt x="1012860" y="1495433"/>
                </a:cubicBezTo>
                <a:lnTo>
                  <a:pt x="1002674" y="1477724"/>
                </a:lnTo>
                <a:cubicBezTo>
                  <a:pt x="1002437" y="1477310"/>
                  <a:pt x="1002437" y="1476718"/>
                  <a:pt x="1002674" y="1476303"/>
                </a:cubicBezTo>
                <a:lnTo>
                  <a:pt x="1012920" y="1458595"/>
                </a:lnTo>
                <a:cubicBezTo>
                  <a:pt x="1013156" y="1458180"/>
                  <a:pt x="1013630" y="1457884"/>
                  <a:pt x="1014164" y="1457884"/>
                </a:cubicBezTo>
                <a:close/>
                <a:moveTo>
                  <a:pt x="4598229" y="1457233"/>
                </a:moveTo>
                <a:lnTo>
                  <a:pt x="4619314" y="1457233"/>
                </a:lnTo>
                <a:cubicBezTo>
                  <a:pt x="4619847" y="1457233"/>
                  <a:pt x="4620320" y="1457529"/>
                  <a:pt x="4620617" y="1458003"/>
                </a:cubicBezTo>
                <a:lnTo>
                  <a:pt x="4631159" y="1476244"/>
                </a:lnTo>
                <a:cubicBezTo>
                  <a:pt x="4631455" y="1476718"/>
                  <a:pt x="4631455" y="1477251"/>
                  <a:pt x="4631159" y="1477725"/>
                </a:cubicBezTo>
                <a:lnTo>
                  <a:pt x="4620617" y="1495966"/>
                </a:lnTo>
                <a:cubicBezTo>
                  <a:pt x="4620320" y="1496440"/>
                  <a:pt x="4619847" y="1496736"/>
                  <a:pt x="4619314" y="1496736"/>
                </a:cubicBezTo>
                <a:lnTo>
                  <a:pt x="4598229" y="1496736"/>
                </a:lnTo>
                <a:cubicBezTo>
                  <a:pt x="4597697" y="1496736"/>
                  <a:pt x="4597222" y="1496440"/>
                  <a:pt x="4596927" y="1495966"/>
                </a:cubicBezTo>
                <a:lnTo>
                  <a:pt x="4586384" y="1477725"/>
                </a:lnTo>
                <a:cubicBezTo>
                  <a:pt x="4586088" y="1477251"/>
                  <a:pt x="4586088" y="1476718"/>
                  <a:pt x="4586384" y="1476244"/>
                </a:cubicBezTo>
                <a:lnTo>
                  <a:pt x="4596927" y="1458003"/>
                </a:lnTo>
                <a:cubicBezTo>
                  <a:pt x="4597222" y="1457529"/>
                  <a:pt x="4597697" y="1457233"/>
                  <a:pt x="4598229" y="1457233"/>
                </a:cubicBezTo>
                <a:close/>
                <a:moveTo>
                  <a:pt x="2568823" y="1456345"/>
                </a:moveTo>
                <a:lnTo>
                  <a:pt x="2590913" y="1456345"/>
                </a:lnTo>
                <a:cubicBezTo>
                  <a:pt x="2591505" y="1456345"/>
                  <a:pt x="2591979" y="1456641"/>
                  <a:pt x="2592275" y="1457115"/>
                </a:cubicBezTo>
                <a:lnTo>
                  <a:pt x="2603292" y="1476245"/>
                </a:lnTo>
                <a:cubicBezTo>
                  <a:pt x="2603588" y="1476718"/>
                  <a:pt x="2603588" y="1477311"/>
                  <a:pt x="2603292" y="1477784"/>
                </a:cubicBezTo>
                <a:lnTo>
                  <a:pt x="2592216" y="1496914"/>
                </a:lnTo>
                <a:cubicBezTo>
                  <a:pt x="2591920" y="1497388"/>
                  <a:pt x="2591387" y="1497684"/>
                  <a:pt x="2590854" y="1497684"/>
                </a:cubicBezTo>
                <a:lnTo>
                  <a:pt x="2568763" y="1497684"/>
                </a:lnTo>
                <a:cubicBezTo>
                  <a:pt x="2568171" y="1497684"/>
                  <a:pt x="2567697" y="1497388"/>
                  <a:pt x="2567401" y="1496914"/>
                </a:cubicBezTo>
                <a:lnTo>
                  <a:pt x="2556385" y="1477784"/>
                </a:lnTo>
                <a:cubicBezTo>
                  <a:pt x="2556089" y="1477311"/>
                  <a:pt x="2556089" y="1476718"/>
                  <a:pt x="2556385" y="1476245"/>
                </a:cubicBezTo>
                <a:lnTo>
                  <a:pt x="2567460" y="1457115"/>
                </a:lnTo>
                <a:cubicBezTo>
                  <a:pt x="2567757" y="1456641"/>
                  <a:pt x="2568289" y="1456345"/>
                  <a:pt x="2568823" y="1456345"/>
                </a:cubicBezTo>
                <a:close/>
                <a:moveTo>
                  <a:pt x="4665213" y="1455989"/>
                </a:moveTo>
                <a:lnTo>
                  <a:pt x="4687600" y="1455989"/>
                </a:lnTo>
                <a:cubicBezTo>
                  <a:pt x="4688133" y="1455989"/>
                  <a:pt x="4688666" y="1456285"/>
                  <a:pt x="4688962" y="1456759"/>
                </a:cubicBezTo>
                <a:lnTo>
                  <a:pt x="4700155" y="1476185"/>
                </a:lnTo>
                <a:cubicBezTo>
                  <a:pt x="4700452" y="1476659"/>
                  <a:pt x="4700452" y="1477310"/>
                  <a:pt x="4700155" y="1477784"/>
                </a:cubicBezTo>
                <a:lnTo>
                  <a:pt x="4688962" y="1497210"/>
                </a:lnTo>
                <a:cubicBezTo>
                  <a:pt x="4688666" y="1497683"/>
                  <a:pt x="4688133" y="1497980"/>
                  <a:pt x="4687600" y="1497980"/>
                </a:cubicBezTo>
                <a:lnTo>
                  <a:pt x="4665213" y="1497980"/>
                </a:lnTo>
                <a:cubicBezTo>
                  <a:pt x="4664679" y="1497980"/>
                  <a:pt x="4664147" y="1497683"/>
                  <a:pt x="4663850" y="1497210"/>
                </a:cubicBezTo>
                <a:lnTo>
                  <a:pt x="4652657" y="1477784"/>
                </a:lnTo>
                <a:cubicBezTo>
                  <a:pt x="4652361" y="1477310"/>
                  <a:pt x="4652361" y="1476659"/>
                  <a:pt x="4652657" y="1476185"/>
                </a:cubicBezTo>
                <a:lnTo>
                  <a:pt x="4663850" y="1456759"/>
                </a:lnTo>
                <a:cubicBezTo>
                  <a:pt x="4664147" y="1456285"/>
                  <a:pt x="4664679" y="1455989"/>
                  <a:pt x="4665213" y="1455989"/>
                </a:cubicBezTo>
                <a:close/>
                <a:moveTo>
                  <a:pt x="3718381" y="1455989"/>
                </a:moveTo>
                <a:lnTo>
                  <a:pt x="3740768" y="1455989"/>
                </a:lnTo>
                <a:cubicBezTo>
                  <a:pt x="3741301" y="1455989"/>
                  <a:pt x="3741834" y="1456285"/>
                  <a:pt x="3742130" y="1456759"/>
                </a:cubicBezTo>
                <a:lnTo>
                  <a:pt x="3753323" y="1476185"/>
                </a:lnTo>
                <a:cubicBezTo>
                  <a:pt x="3753620" y="1476659"/>
                  <a:pt x="3753620" y="1477310"/>
                  <a:pt x="3753323" y="1477784"/>
                </a:cubicBezTo>
                <a:lnTo>
                  <a:pt x="3742130" y="1497210"/>
                </a:lnTo>
                <a:cubicBezTo>
                  <a:pt x="3741834" y="1497683"/>
                  <a:pt x="3741301" y="1497980"/>
                  <a:pt x="3740768" y="1497980"/>
                </a:cubicBezTo>
                <a:lnTo>
                  <a:pt x="3718381" y="1497980"/>
                </a:lnTo>
                <a:cubicBezTo>
                  <a:pt x="3717848" y="1497980"/>
                  <a:pt x="3717315" y="1497683"/>
                  <a:pt x="3717018" y="1497210"/>
                </a:cubicBezTo>
                <a:lnTo>
                  <a:pt x="3705825" y="1477784"/>
                </a:lnTo>
                <a:cubicBezTo>
                  <a:pt x="3705529" y="1477310"/>
                  <a:pt x="3705529" y="1476659"/>
                  <a:pt x="3705825" y="1476185"/>
                </a:cubicBezTo>
                <a:lnTo>
                  <a:pt x="3717018" y="1456759"/>
                </a:lnTo>
                <a:cubicBezTo>
                  <a:pt x="3717315" y="1456285"/>
                  <a:pt x="3717848" y="1455989"/>
                  <a:pt x="3718381" y="1455989"/>
                </a:cubicBezTo>
                <a:close/>
                <a:moveTo>
                  <a:pt x="1215943" y="1455811"/>
                </a:moveTo>
                <a:lnTo>
                  <a:pt x="1238567" y="1455811"/>
                </a:lnTo>
                <a:cubicBezTo>
                  <a:pt x="1239100" y="1455811"/>
                  <a:pt x="1239633" y="1456167"/>
                  <a:pt x="1239929" y="1456640"/>
                </a:cubicBezTo>
                <a:lnTo>
                  <a:pt x="1251241" y="1476244"/>
                </a:lnTo>
                <a:cubicBezTo>
                  <a:pt x="1251537" y="1476718"/>
                  <a:pt x="1251537" y="1477369"/>
                  <a:pt x="1251241" y="1477843"/>
                </a:cubicBezTo>
                <a:lnTo>
                  <a:pt x="1239929" y="1497446"/>
                </a:lnTo>
                <a:cubicBezTo>
                  <a:pt x="1239633" y="1497979"/>
                  <a:pt x="1239159" y="1498275"/>
                  <a:pt x="1238567" y="1498275"/>
                </a:cubicBezTo>
                <a:lnTo>
                  <a:pt x="1215943" y="1498275"/>
                </a:lnTo>
                <a:cubicBezTo>
                  <a:pt x="1215410" y="1498275"/>
                  <a:pt x="1214877" y="1497920"/>
                  <a:pt x="1214581" y="1497446"/>
                </a:cubicBezTo>
                <a:lnTo>
                  <a:pt x="1203269" y="1477843"/>
                </a:lnTo>
                <a:cubicBezTo>
                  <a:pt x="1202973" y="1477369"/>
                  <a:pt x="1202973" y="1476718"/>
                  <a:pt x="1203269" y="1476244"/>
                </a:cubicBezTo>
                <a:lnTo>
                  <a:pt x="1214581" y="1456640"/>
                </a:lnTo>
                <a:cubicBezTo>
                  <a:pt x="1214877" y="1456107"/>
                  <a:pt x="1215351" y="1455811"/>
                  <a:pt x="1215943" y="1455811"/>
                </a:cubicBezTo>
                <a:close/>
                <a:moveTo>
                  <a:pt x="4732374" y="1455101"/>
                </a:moveTo>
                <a:lnTo>
                  <a:pt x="4755768" y="1455101"/>
                </a:lnTo>
                <a:cubicBezTo>
                  <a:pt x="4756360" y="1455101"/>
                  <a:pt x="4756893" y="1455397"/>
                  <a:pt x="4757189" y="1455930"/>
                </a:cubicBezTo>
                <a:lnTo>
                  <a:pt x="4768857" y="1476185"/>
                </a:lnTo>
                <a:cubicBezTo>
                  <a:pt x="4769153" y="1476718"/>
                  <a:pt x="4769153" y="1477310"/>
                  <a:pt x="4768857" y="1477843"/>
                </a:cubicBezTo>
                <a:lnTo>
                  <a:pt x="4757130" y="1498098"/>
                </a:lnTo>
                <a:cubicBezTo>
                  <a:pt x="4756834" y="1498631"/>
                  <a:pt x="4756301" y="1498928"/>
                  <a:pt x="4755708" y="1498928"/>
                </a:cubicBezTo>
                <a:lnTo>
                  <a:pt x="4732315" y="1498928"/>
                </a:lnTo>
                <a:cubicBezTo>
                  <a:pt x="4731723" y="1498928"/>
                  <a:pt x="4731189" y="1498631"/>
                  <a:pt x="4730893" y="1498098"/>
                </a:cubicBezTo>
                <a:lnTo>
                  <a:pt x="4719226" y="1477843"/>
                </a:lnTo>
                <a:cubicBezTo>
                  <a:pt x="4718930" y="1477310"/>
                  <a:pt x="4718930" y="1476718"/>
                  <a:pt x="4719226" y="1476185"/>
                </a:cubicBezTo>
                <a:lnTo>
                  <a:pt x="4730953" y="1455930"/>
                </a:lnTo>
                <a:cubicBezTo>
                  <a:pt x="4731248" y="1455397"/>
                  <a:pt x="4731782" y="1455101"/>
                  <a:pt x="4732374" y="1455101"/>
                </a:cubicBezTo>
                <a:close/>
                <a:moveTo>
                  <a:pt x="3785483" y="1454982"/>
                </a:moveTo>
                <a:lnTo>
                  <a:pt x="3808996" y="1454982"/>
                </a:lnTo>
                <a:cubicBezTo>
                  <a:pt x="3809588" y="1454982"/>
                  <a:pt x="3810121" y="1455278"/>
                  <a:pt x="3810417" y="1455811"/>
                </a:cubicBezTo>
                <a:lnTo>
                  <a:pt x="3822143" y="1476185"/>
                </a:lnTo>
                <a:cubicBezTo>
                  <a:pt x="3822440" y="1476718"/>
                  <a:pt x="3822440" y="1477310"/>
                  <a:pt x="3822143" y="1477843"/>
                </a:cubicBezTo>
                <a:lnTo>
                  <a:pt x="3810358" y="1498216"/>
                </a:lnTo>
                <a:cubicBezTo>
                  <a:pt x="3810062" y="1498749"/>
                  <a:pt x="3809528" y="1499045"/>
                  <a:pt x="3808936" y="1499045"/>
                </a:cubicBezTo>
                <a:lnTo>
                  <a:pt x="3785424" y="1499045"/>
                </a:lnTo>
                <a:cubicBezTo>
                  <a:pt x="3784832" y="1499045"/>
                  <a:pt x="3784298" y="1498749"/>
                  <a:pt x="3784003" y="1498216"/>
                </a:cubicBezTo>
                <a:lnTo>
                  <a:pt x="3772276" y="1477843"/>
                </a:lnTo>
                <a:cubicBezTo>
                  <a:pt x="3771980" y="1477310"/>
                  <a:pt x="3771980" y="1476718"/>
                  <a:pt x="3772276" y="1476185"/>
                </a:cubicBezTo>
                <a:lnTo>
                  <a:pt x="3784062" y="1455811"/>
                </a:lnTo>
                <a:cubicBezTo>
                  <a:pt x="3784358" y="1455278"/>
                  <a:pt x="3784891" y="1454982"/>
                  <a:pt x="3785483" y="1454982"/>
                </a:cubicBezTo>
                <a:close/>
                <a:moveTo>
                  <a:pt x="2297512" y="1454864"/>
                </a:moveTo>
                <a:lnTo>
                  <a:pt x="2321143" y="1454864"/>
                </a:lnTo>
                <a:cubicBezTo>
                  <a:pt x="2321735" y="1454864"/>
                  <a:pt x="2322268" y="1455160"/>
                  <a:pt x="2322564" y="1455693"/>
                </a:cubicBezTo>
                <a:lnTo>
                  <a:pt x="2334350" y="1476185"/>
                </a:lnTo>
                <a:cubicBezTo>
                  <a:pt x="2334646" y="1476659"/>
                  <a:pt x="2334646" y="1477310"/>
                  <a:pt x="2334350" y="1477843"/>
                </a:cubicBezTo>
                <a:lnTo>
                  <a:pt x="2322505" y="1498335"/>
                </a:lnTo>
                <a:cubicBezTo>
                  <a:pt x="2322209" y="1498868"/>
                  <a:pt x="2321675" y="1499164"/>
                  <a:pt x="2321083" y="1499164"/>
                </a:cubicBezTo>
                <a:lnTo>
                  <a:pt x="2297452" y="1499164"/>
                </a:lnTo>
                <a:cubicBezTo>
                  <a:pt x="2296860" y="1499164"/>
                  <a:pt x="2296327" y="1498868"/>
                  <a:pt x="2296031" y="1498335"/>
                </a:cubicBezTo>
                <a:lnTo>
                  <a:pt x="2284245" y="1477843"/>
                </a:lnTo>
                <a:cubicBezTo>
                  <a:pt x="2283949" y="1477369"/>
                  <a:pt x="2283949" y="1476718"/>
                  <a:pt x="2284245" y="1476185"/>
                </a:cubicBezTo>
                <a:lnTo>
                  <a:pt x="2296090" y="1455693"/>
                </a:lnTo>
                <a:cubicBezTo>
                  <a:pt x="2296386" y="1455160"/>
                  <a:pt x="2296919" y="1454864"/>
                  <a:pt x="2297512" y="1454864"/>
                </a:cubicBezTo>
                <a:close/>
                <a:moveTo>
                  <a:pt x="3311860" y="1454686"/>
                </a:moveTo>
                <a:lnTo>
                  <a:pt x="3335727" y="1454686"/>
                </a:lnTo>
                <a:cubicBezTo>
                  <a:pt x="3336320" y="1454686"/>
                  <a:pt x="3336912" y="1454982"/>
                  <a:pt x="3337208" y="1455515"/>
                </a:cubicBezTo>
                <a:lnTo>
                  <a:pt x="3349112" y="1476185"/>
                </a:lnTo>
                <a:cubicBezTo>
                  <a:pt x="3349409" y="1476658"/>
                  <a:pt x="3349409" y="1477310"/>
                  <a:pt x="3349112" y="1477843"/>
                </a:cubicBezTo>
                <a:lnTo>
                  <a:pt x="3337208" y="1498513"/>
                </a:lnTo>
                <a:cubicBezTo>
                  <a:pt x="3336853" y="1498986"/>
                  <a:pt x="3336320" y="1499342"/>
                  <a:pt x="3335727" y="1499342"/>
                </a:cubicBezTo>
                <a:lnTo>
                  <a:pt x="3311860" y="1499342"/>
                </a:lnTo>
                <a:cubicBezTo>
                  <a:pt x="3311267" y="1499342"/>
                  <a:pt x="3310675" y="1499046"/>
                  <a:pt x="3310380" y="1498513"/>
                </a:cubicBezTo>
                <a:lnTo>
                  <a:pt x="3298475" y="1477843"/>
                </a:lnTo>
                <a:cubicBezTo>
                  <a:pt x="3298179" y="1477369"/>
                  <a:pt x="3298179" y="1476718"/>
                  <a:pt x="3298475" y="1476185"/>
                </a:cubicBezTo>
                <a:lnTo>
                  <a:pt x="3310380" y="1455515"/>
                </a:lnTo>
                <a:cubicBezTo>
                  <a:pt x="3310735" y="1455041"/>
                  <a:pt x="3311267" y="1454686"/>
                  <a:pt x="3311860" y="1454686"/>
                </a:cubicBezTo>
                <a:close/>
                <a:moveTo>
                  <a:pt x="2635568" y="1454568"/>
                </a:moveTo>
                <a:lnTo>
                  <a:pt x="2659495" y="1454568"/>
                </a:lnTo>
                <a:cubicBezTo>
                  <a:pt x="2660087" y="1454568"/>
                  <a:pt x="2660680" y="1454864"/>
                  <a:pt x="2660976" y="1455397"/>
                </a:cubicBezTo>
                <a:lnTo>
                  <a:pt x="2672939" y="1476126"/>
                </a:lnTo>
                <a:cubicBezTo>
                  <a:pt x="2673236" y="1476659"/>
                  <a:pt x="2673236" y="1477310"/>
                  <a:pt x="2672939" y="1477843"/>
                </a:cubicBezTo>
                <a:lnTo>
                  <a:pt x="2660976" y="1498572"/>
                </a:lnTo>
                <a:cubicBezTo>
                  <a:pt x="2660621" y="1499046"/>
                  <a:pt x="2660087" y="1499401"/>
                  <a:pt x="2659495" y="1499401"/>
                </a:cubicBezTo>
                <a:lnTo>
                  <a:pt x="2635568" y="1499401"/>
                </a:lnTo>
                <a:cubicBezTo>
                  <a:pt x="2634976" y="1499401"/>
                  <a:pt x="2634384" y="1499105"/>
                  <a:pt x="2634088" y="1498572"/>
                </a:cubicBezTo>
                <a:lnTo>
                  <a:pt x="2622124" y="1477843"/>
                </a:lnTo>
                <a:cubicBezTo>
                  <a:pt x="2621828" y="1477310"/>
                  <a:pt x="2621828" y="1476659"/>
                  <a:pt x="2622124" y="1476126"/>
                </a:cubicBezTo>
                <a:lnTo>
                  <a:pt x="2634088" y="1455397"/>
                </a:lnTo>
                <a:cubicBezTo>
                  <a:pt x="2634443" y="1454923"/>
                  <a:pt x="2634976" y="1454568"/>
                  <a:pt x="2635568" y="1454568"/>
                </a:cubicBezTo>
                <a:close/>
                <a:moveTo>
                  <a:pt x="4799476" y="1454153"/>
                </a:moveTo>
                <a:lnTo>
                  <a:pt x="4823877" y="1454153"/>
                </a:lnTo>
                <a:cubicBezTo>
                  <a:pt x="4824469" y="1454153"/>
                  <a:pt x="4825062" y="1454509"/>
                  <a:pt x="4825357" y="1455042"/>
                </a:cubicBezTo>
                <a:lnTo>
                  <a:pt x="4837558" y="1476185"/>
                </a:lnTo>
                <a:cubicBezTo>
                  <a:pt x="4837854" y="1476718"/>
                  <a:pt x="4837854" y="1477369"/>
                  <a:pt x="4837558" y="1477902"/>
                </a:cubicBezTo>
                <a:lnTo>
                  <a:pt x="4825357" y="1499046"/>
                </a:lnTo>
                <a:cubicBezTo>
                  <a:pt x="4825062" y="1499579"/>
                  <a:pt x="4824469" y="1499934"/>
                  <a:pt x="4823877" y="1499934"/>
                </a:cubicBezTo>
                <a:lnTo>
                  <a:pt x="4799476" y="1499934"/>
                </a:lnTo>
                <a:cubicBezTo>
                  <a:pt x="4798884" y="1499934"/>
                  <a:pt x="4798292" y="1499579"/>
                  <a:pt x="4797995" y="1499046"/>
                </a:cubicBezTo>
                <a:lnTo>
                  <a:pt x="4785795" y="1477902"/>
                </a:lnTo>
                <a:cubicBezTo>
                  <a:pt x="4785499" y="1477369"/>
                  <a:pt x="4785499" y="1476718"/>
                  <a:pt x="4785795" y="1476185"/>
                </a:cubicBezTo>
                <a:lnTo>
                  <a:pt x="4797995" y="1455042"/>
                </a:lnTo>
                <a:cubicBezTo>
                  <a:pt x="4798292" y="1454509"/>
                  <a:pt x="4798884" y="1454153"/>
                  <a:pt x="4799476" y="1454153"/>
                </a:cubicBezTo>
                <a:close/>
                <a:moveTo>
                  <a:pt x="1485595" y="1454153"/>
                </a:moveTo>
                <a:lnTo>
                  <a:pt x="1509996" y="1454153"/>
                </a:lnTo>
                <a:cubicBezTo>
                  <a:pt x="1510588" y="1454153"/>
                  <a:pt x="1511180" y="1454509"/>
                  <a:pt x="1511476" y="1455042"/>
                </a:cubicBezTo>
                <a:lnTo>
                  <a:pt x="1523677" y="1476185"/>
                </a:lnTo>
                <a:cubicBezTo>
                  <a:pt x="1523973" y="1476718"/>
                  <a:pt x="1523973" y="1477369"/>
                  <a:pt x="1523677" y="1477902"/>
                </a:cubicBezTo>
                <a:lnTo>
                  <a:pt x="1511476" y="1499046"/>
                </a:lnTo>
                <a:cubicBezTo>
                  <a:pt x="1511180" y="1499579"/>
                  <a:pt x="1510588" y="1499934"/>
                  <a:pt x="1509996" y="1499934"/>
                </a:cubicBezTo>
                <a:lnTo>
                  <a:pt x="1485595" y="1499934"/>
                </a:lnTo>
                <a:cubicBezTo>
                  <a:pt x="1485003" y="1499934"/>
                  <a:pt x="1484410" y="1499579"/>
                  <a:pt x="1484114" y="1499046"/>
                </a:cubicBezTo>
                <a:lnTo>
                  <a:pt x="1471914" y="1477902"/>
                </a:lnTo>
                <a:cubicBezTo>
                  <a:pt x="1471618" y="1477369"/>
                  <a:pt x="1471618" y="1476718"/>
                  <a:pt x="1471914" y="1476185"/>
                </a:cubicBezTo>
                <a:lnTo>
                  <a:pt x="1484114" y="1455042"/>
                </a:lnTo>
                <a:cubicBezTo>
                  <a:pt x="1484410" y="1454509"/>
                  <a:pt x="1485003" y="1454153"/>
                  <a:pt x="1485595" y="1454153"/>
                </a:cubicBezTo>
                <a:close/>
                <a:moveTo>
                  <a:pt x="1350028" y="1453620"/>
                </a:moveTo>
                <a:lnTo>
                  <a:pt x="1374962" y="1453620"/>
                </a:lnTo>
                <a:cubicBezTo>
                  <a:pt x="1375614" y="1453620"/>
                  <a:pt x="1376206" y="1453975"/>
                  <a:pt x="1376502" y="1454509"/>
                </a:cubicBezTo>
                <a:lnTo>
                  <a:pt x="1388939" y="1476126"/>
                </a:lnTo>
                <a:cubicBezTo>
                  <a:pt x="1389235" y="1476659"/>
                  <a:pt x="1389235" y="1477369"/>
                  <a:pt x="1388939" y="1477902"/>
                </a:cubicBezTo>
                <a:lnTo>
                  <a:pt x="1376443" y="1499519"/>
                </a:lnTo>
                <a:cubicBezTo>
                  <a:pt x="1376088" y="1500052"/>
                  <a:pt x="1375495" y="1500408"/>
                  <a:pt x="1374903" y="1500408"/>
                </a:cubicBezTo>
                <a:lnTo>
                  <a:pt x="1349969" y="1500408"/>
                </a:lnTo>
                <a:cubicBezTo>
                  <a:pt x="1349318" y="1500408"/>
                  <a:pt x="1348726" y="1500052"/>
                  <a:pt x="1348430" y="1499519"/>
                </a:cubicBezTo>
                <a:lnTo>
                  <a:pt x="1335992" y="1477902"/>
                </a:lnTo>
                <a:cubicBezTo>
                  <a:pt x="1335696" y="1477369"/>
                  <a:pt x="1335696" y="1476659"/>
                  <a:pt x="1335992" y="1476126"/>
                </a:cubicBezTo>
                <a:lnTo>
                  <a:pt x="1348488" y="1454509"/>
                </a:lnTo>
                <a:cubicBezTo>
                  <a:pt x="1348844" y="1453975"/>
                  <a:pt x="1349436" y="1453620"/>
                  <a:pt x="1350028" y="1453620"/>
                </a:cubicBezTo>
                <a:close/>
                <a:moveTo>
                  <a:pt x="4866814" y="1453502"/>
                </a:moveTo>
                <a:lnTo>
                  <a:pt x="4891866" y="1453502"/>
                </a:lnTo>
                <a:cubicBezTo>
                  <a:pt x="4892519" y="1453502"/>
                  <a:pt x="4893111" y="1453857"/>
                  <a:pt x="4893406" y="1454390"/>
                </a:cubicBezTo>
                <a:lnTo>
                  <a:pt x="4905903" y="1476126"/>
                </a:lnTo>
                <a:cubicBezTo>
                  <a:pt x="4906199" y="1476659"/>
                  <a:pt x="4906199" y="1477370"/>
                  <a:pt x="4905903" y="1477903"/>
                </a:cubicBezTo>
                <a:lnTo>
                  <a:pt x="4893347" y="1499638"/>
                </a:lnTo>
                <a:cubicBezTo>
                  <a:pt x="4892992" y="1500171"/>
                  <a:pt x="4892459" y="1500527"/>
                  <a:pt x="4891807" y="1500527"/>
                </a:cubicBezTo>
                <a:lnTo>
                  <a:pt x="4866755" y="1500527"/>
                </a:lnTo>
                <a:cubicBezTo>
                  <a:pt x="4866104" y="1500527"/>
                  <a:pt x="4865512" y="1500171"/>
                  <a:pt x="4865215" y="1499638"/>
                </a:cubicBezTo>
                <a:lnTo>
                  <a:pt x="4852719" y="1477903"/>
                </a:lnTo>
                <a:cubicBezTo>
                  <a:pt x="4852423" y="1477370"/>
                  <a:pt x="4852423" y="1476659"/>
                  <a:pt x="4852719" y="1476126"/>
                </a:cubicBezTo>
                <a:lnTo>
                  <a:pt x="4865274" y="1454390"/>
                </a:lnTo>
                <a:cubicBezTo>
                  <a:pt x="4865630" y="1453857"/>
                  <a:pt x="4866163" y="1453502"/>
                  <a:pt x="4866814" y="1453502"/>
                </a:cubicBezTo>
                <a:close/>
                <a:moveTo>
                  <a:pt x="1417368" y="1453087"/>
                </a:moveTo>
                <a:lnTo>
                  <a:pt x="1442894" y="1453087"/>
                </a:lnTo>
                <a:cubicBezTo>
                  <a:pt x="1443486" y="1453087"/>
                  <a:pt x="1444078" y="1453442"/>
                  <a:pt x="1444434" y="1453975"/>
                </a:cubicBezTo>
                <a:lnTo>
                  <a:pt x="1457167" y="1476066"/>
                </a:lnTo>
                <a:cubicBezTo>
                  <a:pt x="1457522" y="1476599"/>
                  <a:pt x="1457522" y="1477310"/>
                  <a:pt x="1457167" y="1477843"/>
                </a:cubicBezTo>
                <a:lnTo>
                  <a:pt x="1444434" y="1499934"/>
                </a:lnTo>
                <a:cubicBezTo>
                  <a:pt x="1444137" y="1500467"/>
                  <a:pt x="1443545" y="1500822"/>
                  <a:pt x="1442894" y="1500822"/>
                </a:cubicBezTo>
                <a:lnTo>
                  <a:pt x="1417368" y="1500822"/>
                </a:lnTo>
                <a:cubicBezTo>
                  <a:pt x="1416775" y="1500822"/>
                  <a:pt x="1416183" y="1500467"/>
                  <a:pt x="1415828" y="1499934"/>
                </a:cubicBezTo>
                <a:lnTo>
                  <a:pt x="1403095" y="1477843"/>
                </a:lnTo>
                <a:cubicBezTo>
                  <a:pt x="1402739" y="1477310"/>
                  <a:pt x="1402739" y="1476599"/>
                  <a:pt x="1403095" y="1476066"/>
                </a:cubicBezTo>
                <a:lnTo>
                  <a:pt x="1415828" y="1453975"/>
                </a:lnTo>
                <a:cubicBezTo>
                  <a:pt x="1416124" y="1453442"/>
                  <a:pt x="1416716" y="1453087"/>
                  <a:pt x="1417368" y="1453087"/>
                </a:cubicBezTo>
                <a:close/>
                <a:moveTo>
                  <a:pt x="2228752" y="1452673"/>
                </a:moveTo>
                <a:lnTo>
                  <a:pt x="2254692" y="1452673"/>
                </a:lnTo>
                <a:cubicBezTo>
                  <a:pt x="2255344" y="1452673"/>
                  <a:pt x="2255936" y="1452969"/>
                  <a:pt x="2256291" y="1453562"/>
                </a:cubicBezTo>
                <a:lnTo>
                  <a:pt x="2269262" y="1476008"/>
                </a:lnTo>
                <a:cubicBezTo>
                  <a:pt x="2269617" y="1476600"/>
                  <a:pt x="2269617" y="1477252"/>
                  <a:pt x="2269262" y="1477844"/>
                </a:cubicBezTo>
                <a:lnTo>
                  <a:pt x="2256291" y="1500290"/>
                </a:lnTo>
                <a:cubicBezTo>
                  <a:pt x="2255936" y="1500823"/>
                  <a:pt x="2255344" y="1501178"/>
                  <a:pt x="2254692" y="1501178"/>
                </a:cubicBezTo>
                <a:lnTo>
                  <a:pt x="2228752" y="1501178"/>
                </a:lnTo>
                <a:cubicBezTo>
                  <a:pt x="2228100" y="1501178"/>
                  <a:pt x="2227508" y="1500882"/>
                  <a:pt x="2227153" y="1500290"/>
                </a:cubicBezTo>
                <a:lnTo>
                  <a:pt x="2214183" y="1477844"/>
                </a:lnTo>
                <a:cubicBezTo>
                  <a:pt x="2213827" y="1477252"/>
                  <a:pt x="2213827" y="1476600"/>
                  <a:pt x="2214183" y="1476008"/>
                </a:cubicBezTo>
                <a:lnTo>
                  <a:pt x="2227153" y="1453562"/>
                </a:lnTo>
                <a:cubicBezTo>
                  <a:pt x="2227508" y="1453029"/>
                  <a:pt x="2228100" y="1452673"/>
                  <a:pt x="2228752" y="1452673"/>
                </a:cubicBezTo>
                <a:close/>
                <a:moveTo>
                  <a:pt x="2093303" y="1452376"/>
                </a:moveTo>
                <a:lnTo>
                  <a:pt x="2119599" y="1452376"/>
                </a:lnTo>
                <a:cubicBezTo>
                  <a:pt x="2120251" y="1452376"/>
                  <a:pt x="2120843" y="1452731"/>
                  <a:pt x="2121199" y="1453324"/>
                </a:cubicBezTo>
                <a:lnTo>
                  <a:pt x="2134346" y="1476066"/>
                </a:lnTo>
                <a:cubicBezTo>
                  <a:pt x="2134702" y="1476599"/>
                  <a:pt x="2134702" y="1477310"/>
                  <a:pt x="2134346" y="1477902"/>
                </a:cubicBezTo>
                <a:lnTo>
                  <a:pt x="2121199" y="1500644"/>
                </a:lnTo>
                <a:cubicBezTo>
                  <a:pt x="2120843" y="1501237"/>
                  <a:pt x="2120251" y="1501592"/>
                  <a:pt x="2119599" y="1501592"/>
                </a:cubicBezTo>
                <a:lnTo>
                  <a:pt x="2093303" y="1501592"/>
                </a:lnTo>
                <a:cubicBezTo>
                  <a:pt x="2092652" y="1501592"/>
                  <a:pt x="2092060" y="1501237"/>
                  <a:pt x="2091705" y="1500644"/>
                </a:cubicBezTo>
                <a:lnTo>
                  <a:pt x="2078557" y="1477902"/>
                </a:lnTo>
                <a:cubicBezTo>
                  <a:pt x="2078201" y="1477369"/>
                  <a:pt x="2078201" y="1476658"/>
                  <a:pt x="2078557" y="1476066"/>
                </a:cubicBezTo>
                <a:lnTo>
                  <a:pt x="2091705" y="1453324"/>
                </a:lnTo>
                <a:cubicBezTo>
                  <a:pt x="2092060" y="1452731"/>
                  <a:pt x="2092652" y="1452376"/>
                  <a:pt x="2093303" y="1452376"/>
                </a:cubicBezTo>
                <a:close/>
                <a:moveTo>
                  <a:pt x="1281742" y="1452376"/>
                </a:moveTo>
                <a:lnTo>
                  <a:pt x="1308038" y="1452376"/>
                </a:lnTo>
                <a:cubicBezTo>
                  <a:pt x="1308690" y="1452376"/>
                  <a:pt x="1309282" y="1452731"/>
                  <a:pt x="1309637" y="1453324"/>
                </a:cubicBezTo>
                <a:lnTo>
                  <a:pt x="1322785" y="1476066"/>
                </a:lnTo>
                <a:cubicBezTo>
                  <a:pt x="1323141" y="1476599"/>
                  <a:pt x="1323141" y="1477310"/>
                  <a:pt x="1322785" y="1477902"/>
                </a:cubicBezTo>
                <a:lnTo>
                  <a:pt x="1309637" y="1500644"/>
                </a:lnTo>
                <a:cubicBezTo>
                  <a:pt x="1309282" y="1501237"/>
                  <a:pt x="1308690" y="1501592"/>
                  <a:pt x="1308038" y="1501592"/>
                </a:cubicBezTo>
                <a:lnTo>
                  <a:pt x="1281742" y="1501592"/>
                </a:lnTo>
                <a:cubicBezTo>
                  <a:pt x="1281091" y="1501592"/>
                  <a:pt x="1280499" y="1501237"/>
                  <a:pt x="1280143" y="1500644"/>
                </a:cubicBezTo>
                <a:lnTo>
                  <a:pt x="1266996" y="1477902"/>
                </a:lnTo>
                <a:cubicBezTo>
                  <a:pt x="1266640" y="1477369"/>
                  <a:pt x="1266640" y="1476658"/>
                  <a:pt x="1266996" y="1476066"/>
                </a:cubicBezTo>
                <a:lnTo>
                  <a:pt x="1280143" y="1453324"/>
                </a:lnTo>
                <a:cubicBezTo>
                  <a:pt x="1280499" y="1452731"/>
                  <a:pt x="1281091" y="1452376"/>
                  <a:pt x="1281742" y="1452376"/>
                </a:cubicBezTo>
                <a:close/>
                <a:moveTo>
                  <a:pt x="2160524" y="1451666"/>
                </a:moveTo>
                <a:lnTo>
                  <a:pt x="2187590" y="1451666"/>
                </a:lnTo>
                <a:cubicBezTo>
                  <a:pt x="2188242" y="1451666"/>
                  <a:pt x="2188893" y="1452021"/>
                  <a:pt x="2189248" y="1452614"/>
                </a:cubicBezTo>
                <a:lnTo>
                  <a:pt x="2202752" y="1476067"/>
                </a:lnTo>
                <a:cubicBezTo>
                  <a:pt x="2203107" y="1476659"/>
                  <a:pt x="2203107" y="1477370"/>
                  <a:pt x="2202752" y="1477962"/>
                </a:cubicBezTo>
                <a:lnTo>
                  <a:pt x="2189189" y="1501415"/>
                </a:lnTo>
                <a:cubicBezTo>
                  <a:pt x="2188834" y="1502007"/>
                  <a:pt x="2188182" y="1502363"/>
                  <a:pt x="2187531" y="1502363"/>
                </a:cubicBezTo>
                <a:lnTo>
                  <a:pt x="2160465" y="1502363"/>
                </a:lnTo>
                <a:cubicBezTo>
                  <a:pt x="2159814" y="1502363"/>
                  <a:pt x="2159162" y="1502007"/>
                  <a:pt x="2158807" y="1501415"/>
                </a:cubicBezTo>
                <a:lnTo>
                  <a:pt x="2145304" y="1477962"/>
                </a:lnTo>
                <a:cubicBezTo>
                  <a:pt x="2144948" y="1477370"/>
                  <a:pt x="2144948" y="1476659"/>
                  <a:pt x="2145304" y="1476067"/>
                </a:cubicBezTo>
                <a:lnTo>
                  <a:pt x="2158866" y="1452614"/>
                </a:lnTo>
                <a:cubicBezTo>
                  <a:pt x="2159221" y="1452021"/>
                  <a:pt x="2159873" y="1451666"/>
                  <a:pt x="2160524" y="1451666"/>
                </a:cubicBezTo>
                <a:close/>
                <a:moveTo>
                  <a:pt x="412496" y="1412400"/>
                </a:moveTo>
                <a:lnTo>
                  <a:pt x="418892" y="1412400"/>
                </a:lnTo>
                <a:cubicBezTo>
                  <a:pt x="419070" y="1412400"/>
                  <a:pt x="419307" y="1412637"/>
                  <a:pt x="419307" y="1412637"/>
                </a:cubicBezTo>
                <a:lnTo>
                  <a:pt x="422505" y="1418204"/>
                </a:lnTo>
                <a:cubicBezTo>
                  <a:pt x="422564" y="1418382"/>
                  <a:pt x="422505" y="1418678"/>
                  <a:pt x="422505" y="1418678"/>
                </a:cubicBezTo>
                <a:lnTo>
                  <a:pt x="419307" y="1424245"/>
                </a:lnTo>
                <a:cubicBezTo>
                  <a:pt x="419188" y="1424423"/>
                  <a:pt x="418892" y="1424482"/>
                  <a:pt x="418892" y="1424482"/>
                </a:cubicBezTo>
                <a:lnTo>
                  <a:pt x="412496" y="1424482"/>
                </a:lnTo>
                <a:cubicBezTo>
                  <a:pt x="412319" y="1424482"/>
                  <a:pt x="412081" y="1424245"/>
                  <a:pt x="412081" y="1424245"/>
                </a:cubicBezTo>
                <a:lnTo>
                  <a:pt x="408883" y="1418678"/>
                </a:lnTo>
                <a:cubicBezTo>
                  <a:pt x="408824" y="1418500"/>
                  <a:pt x="408883" y="1418204"/>
                  <a:pt x="408883" y="1418204"/>
                </a:cubicBezTo>
                <a:lnTo>
                  <a:pt x="412081" y="1412637"/>
                </a:lnTo>
                <a:cubicBezTo>
                  <a:pt x="412200" y="1412459"/>
                  <a:pt x="412496" y="1412400"/>
                  <a:pt x="412496" y="1412400"/>
                </a:cubicBezTo>
                <a:close/>
                <a:moveTo>
                  <a:pt x="4197216" y="1407543"/>
                </a:moveTo>
                <a:lnTo>
                  <a:pt x="4208824" y="1407543"/>
                </a:lnTo>
                <a:cubicBezTo>
                  <a:pt x="4209120" y="1407543"/>
                  <a:pt x="4209534" y="1407958"/>
                  <a:pt x="4209534" y="1407958"/>
                </a:cubicBezTo>
                <a:lnTo>
                  <a:pt x="4215338" y="1418026"/>
                </a:lnTo>
                <a:cubicBezTo>
                  <a:pt x="4215516" y="1418263"/>
                  <a:pt x="4215338" y="1418855"/>
                  <a:pt x="4215338" y="1418855"/>
                </a:cubicBezTo>
                <a:lnTo>
                  <a:pt x="4209534" y="1428923"/>
                </a:lnTo>
                <a:cubicBezTo>
                  <a:pt x="4209356" y="1429160"/>
                  <a:pt x="4208824" y="1429338"/>
                  <a:pt x="4208824" y="1429338"/>
                </a:cubicBezTo>
                <a:lnTo>
                  <a:pt x="4197216" y="1429338"/>
                </a:lnTo>
                <a:cubicBezTo>
                  <a:pt x="4196919" y="1429338"/>
                  <a:pt x="4196505" y="1428923"/>
                  <a:pt x="4196505" y="1428923"/>
                </a:cubicBezTo>
                <a:lnTo>
                  <a:pt x="4190701" y="1418855"/>
                </a:lnTo>
                <a:cubicBezTo>
                  <a:pt x="4190523" y="1418618"/>
                  <a:pt x="4190701" y="1418026"/>
                  <a:pt x="4190701" y="1418026"/>
                </a:cubicBezTo>
                <a:lnTo>
                  <a:pt x="4196505" y="1407958"/>
                </a:lnTo>
                <a:cubicBezTo>
                  <a:pt x="4196682" y="1407721"/>
                  <a:pt x="4197216" y="1407543"/>
                  <a:pt x="4197216" y="1407543"/>
                </a:cubicBezTo>
                <a:close/>
                <a:moveTo>
                  <a:pt x="4264199" y="1406299"/>
                </a:moveTo>
                <a:lnTo>
                  <a:pt x="4277111" y="1406299"/>
                </a:lnTo>
                <a:cubicBezTo>
                  <a:pt x="4277406" y="1406299"/>
                  <a:pt x="4277881" y="1406773"/>
                  <a:pt x="4277881" y="1406773"/>
                </a:cubicBezTo>
                <a:lnTo>
                  <a:pt x="4284336" y="1417966"/>
                </a:lnTo>
                <a:cubicBezTo>
                  <a:pt x="4284514" y="1418203"/>
                  <a:pt x="4284336" y="1418855"/>
                  <a:pt x="4284336" y="1418855"/>
                </a:cubicBezTo>
                <a:lnTo>
                  <a:pt x="4277881" y="1430048"/>
                </a:lnTo>
                <a:cubicBezTo>
                  <a:pt x="4277762" y="1430344"/>
                  <a:pt x="4277406" y="1430522"/>
                  <a:pt x="4277111" y="1430522"/>
                </a:cubicBezTo>
                <a:lnTo>
                  <a:pt x="4264199" y="1430522"/>
                </a:lnTo>
                <a:cubicBezTo>
                  <a:pt x="4263904" y="1430522"/>
                  <a:pt x="4263429" y="1430048"/>
                  <a:pt x="4263429" y="1430048"/>
                </a:cubicBezTo>
                <a:lnTo>
                  <a:pt x="4256974" y="1418855"/>
                </a:lnTo>
                <a:cubicBezTo>
                  <a:pt x="4256796" y="1418618"/>
                  <a:pt x="4256974" y="1417966"/>
                  <a:pt x="4256974" y="1417966"/>
                </a:cubicBezTo>
                <a:lnTo>
                  <a:pt x="4263429" y="1406773"/>
                </a:lnTo>
                <a:cubicBezTo>
                  <a:pt x="4263548" y="1406477"/>
                  <a:pt x="4263904" y="1406299"/>
                  <a:pt x="4264199" y="1406299"/>
                </a:cubicBezTo>
                <a:close/>
                <a:moveTo>
                  <a:pt x="3587790" y="1406181"/>
                </a:moveTo>
                <a:lnTo>
                  <a:pt x="3600819" y="1406181"/>
                </a:lnTo>
                <a:cubicBezTo>
                  <a:pt x="3601115" y="1406181"/>
                  <a:pt x="3601589" y="1406655"/>
                  <a:pt x="3601589" y="1406655"/>
                </a:cubicBezTo>
                <a:lnTo>
                  <a:pt x="3608103" y="1417967"/>
                </a:lnTo>
                <a:cubicBezTo>
                  <a:pt x="3608281" y="1418263"/>
                  <a:pt x="3608103" y="1418914"/>
                  <a:pt x="3608103" y="1418914"/>
                </a:cubicBezTo>
                <a:lnTo>
                  <a:pt x="3601589" y="1430226"/>
                </a:lnTo>
                <a:cubicBezTo>
                  <a:pt x="3601470" y="1430522"/>
                  <a:pt x="3601115" y="1430700"/>
                  <a:pt x="3600819" y="1430700"/>
                </a:cubicBezTo>
                <a:lnTo>
                  <a:pt x="3587790" y="1430700"/>
                </a:lnTo>
                <a:cubicBezTo>
                  <a:pt x="3587493" y="1430700"/>
                  <a:pt x="3587020" y="1430226"/>
                  <a:pt x="3587020" y="1430226"/>
                </a:cubicBezTo>
                <a:lnTo>
                  <a:pt x="3580505" y="1418914"/>
                </a:lnTo>
                <a:cubicBezTo>
                  <a:pt x="3580327" y="1418618"/>
                  <a:pt x="3580505" y="1417967"/>
                  <a:pt x="3580505" y="1417967"/>
                </a:cubicBezTo>
                <a:lnTo>
                  <a:pt x="3587020" y="1406655"/>
                </a:lnTo>
                <a:cubicBezTo>
                  <a:pt x="3587138" y="1406359"/>
                  <a:pt x="3587493" y="1406181"/>
                  <a:pt x="3587790" y="1406181"/>
                </a:cubicBezTo>
                <a:close/>
                <a:moveTo>
                  <a:pt x="3519740" y="1405352"/>
                </a:moveTo>
                <a:lnTo>
                  <a:pt x="3533658" y="1405352"/>
                </a:lnTo>
                <a:cubicBezTo>
                  <a:pt x="3534013" y="1405352"/>
                  <a:pt x="3534309" y="1405530"/>
                  <a:pt x="3534487" y="1405826"/>
                </a:cubicBezTo>
                <a:lnTo>
                  <a:pt x="3541417" y="1417849"/>
                </a:lnTo>
                <a:cubicBezTo>
                  <a:pt x="3541594" y="1418145"/>
                  <a:pt x="3541594" y="1418559"/>
                  <a:pt x="3541417" y="1418855"/>
                </a:cubicBezTo>
                <a:lnTo>
                  <a:pt x="3534428" y="1430878"/>
                </a:lnTo>
                <a:cubicBezTo>
                  <a:pt x="3534250" y="1431174"/>
                  <a:pt x="3533954" y="1431352"/>
                  <a:pt x="3533598" y="1431352"/>
                </a:cubicBezTo>
                <a:lnTo>
                  <a:pt x="3519681" y="1431352"/>
                </a:lnTo>
                <a:cubicBezTo>
                  <a:pt x="3519325" y="1431352"/>
                  <a:pt x="3519029" y="1431174"/>
                  <a:pt x="3518851" y="1430878"/>
                </a:cubicBezTo>
                <a:lnTo>
                  <a:pt x="3511922" y="1418855"/>
                </a:lnTo>
                <a:cubicBezTo>
                  <a:pt x="3511745" y="1418559"/>
                  <a:pt x="3511745" y="1418145"/>
                  <a:pt x="3511922" y="1417849"/>
                </a:cubicBezTo>
                <a:lnTo>
                  <a:pt x="3518911" y="1405826"/>
                </a:lnTo>
                <a:cubicBezTo>
                  <a:pt x="3519089" y="1405530"/>
                  <a:pt x="3519384" y="1405352"/>
                  <a:pt x="3519740" y="1405352"/>
                </a:cubicBezTo>
                <a:close/>
                <a:moveTo>
                  <a:pt x="678949" y="1404759"/>
                </a:moveTo>
                <a:lnTo>
                  <a:pt x="693519" y="1404759"/>
                </a:lnTo>
                <a:cubicBezTo>
                  <a:pt x="693874" y="1404759"/>
                  <a:pt x="694229" y="1404996"/>
                  <a:pt x="694407" y="1405292"/>
                </a:cubicBezTo>
                <a:lnTo>
                  <a:pt x="701692" y="1417907"/>
                </a:lnTo>
                <a:cubicBezTo>
                  <a:pt x="701869" y="1418203"/>
                  <a:pt x="701869" y="1418618"/>
                  <a:pt x="701692" y="1418914"/>
                </a:cubicBezTo>
                <a:lnTo>
                  <a:pt x="694407" y="1431529"/>
                </a:lnTo>
                <a:cubicBezTo>
                  <a:pt x="694229" y="1431884"/>
                  <a:pt x="693874" y="1432062"/>
                  <a:pt x="693519" y="1432062"/>
                </a:cubicBezTo>
                <a:lnTo>
                  <a:pt x="678949" y="1432062"/>
                </a:lnTo>
                <a:cubicBezTo>
                  <a:pt x="678594" y="1432062"/>
                  <a:pt x="678239" y="1431825"/>
                  <a:pt x="678061" y="1431529"/>
                </a:cubicBezTo>
                <a:lnTo>
                  <a:pt x="670776" y="1418914"/>
                </a:lnTo>
                <a:cubicBezTo>
                  <a:pt x="670599" y="1418618"/>
                  <a:pt x="670599" y="1418203"/>
                  <a:pt x="670776" y="1417907"/>
                </a:cubicBezTo>
                <a:lnTo>
                  <a:pt x="678061" y="1405292"/>
                </a:lnTo>
                <a:cubicBezTo>
                  <a:pt x="678239" y="1404937"/>
                  <a:pt x="678594" y="1404759"/>
                  <a:pt x="678949" y="1404759"/>
                </a:cubicBezTo>
                <a:close/>
                <a:moveTo>
                  <a:pt x="3654418" y="1404226"/>
                </a:moveTo>
                <a:lnTo>
                  <a:pt x="3669520" y="1404226"/>
                </a:lnTo>
                <a:cubicBezTo>
                  <a:pt x="3669935" y="1404226"/>
                  <a:pt x="3670290" y="1404404"/>
                  <a:pt x="3670467" y="1404759"/>
                </a:cubicBezTo>
                <a:lnTo>
                  <a:pt x="3678048" y="1417848"/>
                </a:lnTo>
                <a:cubicBezTo>
                  <a:pt x="3678226" y="1418144"/>
                  <a:pt x="3678226" y="1418559"/>
                  <a:pt x="3678048" y="1418914"/>
                </a:cubicBezTo>
                <a:lnTo>
                  <a:pt x="3670467" y="1432003"/>
                </a:lnTo>
                <a:cubicBezTo>
                  <a:pt x="3670231" y="1432358"/>
                  <a:pt x="3669875" y="1432536"/>
                  <a:pt x="3669520" y="1432536"/>
                </a:cubicBezTo>
                <a:lnTo>
                  <a:pt x="3654418" y="1432536"/>
                </a:lnTo>
                <a:cubicBezTo>
                  <a:pt x="3654003" y="1432536"/>
                  <a:pt x="3653648" y="1432358"/>
                  <a:pt x="3653470" y="1432003"/>
                </a:cubicBezTo>
                <a:lnTo>
                  <a:pt x="3645889" y="1418914"/>
                </a:lnTo>
                <a:cubicBezTo>
                  <a:pt x="3645712" y="1418618"/>
                  <a:pt x="3645712" y="1418203"/>
                  <a:pt x="3645889" y="1417848"/>
                </a:cubicBezTo>
                <a:lnTo>
                  <a:pt x="3653470" y="1404759"/>
                </a:lnTo>
                <a:cubicBezTo>
                  <a:pt x="3653707" y="1404404"/>
                  <a:pt x="3654062" y="1404226"/>
                  <a:pt x="3654418" y="1404226"/>
                </a:cubicBezTo>
                <a:close/>
                <a:moveTo>
                  <a:pt x="4127686" y="1403989"/>
                </a:moveTo>
                <a:lnTo>
                  <a:pt x="4143025" y="1403989"/>
                </a:lnTo>
                <a:cubicBezTo>
                  <a:pt x="4143440" y="1403989"/>
                  <a:pt x="4143795" y="1404167"/>
                  <a:pt x="4143973" y="1404522"/>
                </a:cubicBezTo>
                <a:lnTo>
                  <a:pt x="4151613" y="1417789"/>
                </a:lnTo>
                <a:cubicBezTo>
                  <a:pt x="4151790" y="1418085"/>
                  <a:pt x="4151790" y="1418499"/>
                  <a:pt x="4151613" y="1418855"/>
                </a:cubicBezTo>
                <a:lnTo>
                  <a:pt x="4143914" y="1432121"/>
                </a:lnTo>
                <a:cubicBezTo>
                  <a:pt x="4143677" y="1432417"/>
                  <a:pt x="4143322" y="1432654"/>
                  <a:pt x="4142966" y="1432654"/>
                </a:cubicBezTo>
                <a:lnTo>
                  <a:pt x="4127627" y="1432654"/>
                </a:lnTo>
                <a:cubicBezTo>
                  <a:pt x="4127212" y="1432654"/>
                  <a:pt x="4126857" y="1432476"/>
                  <a:pt x="4126679" y="1432121"/>
                </a:cubicBezTo>
                <a:lnTo>
                  <a:pt x="4119039" y="1418855"/>
                </a:lnTo>
                <a:cubicBezTo>
                  <a:pt x="4118862" y="1418559"/>
                  <a:pt x="4118862" y="1418144"/>
                  <a:pt x="4119039" y="1417789"/>
                </a:cubicBezTo>
                <a:lnTo>
                  <a:pt x="4126738" y="1404522"/>
                </a:lnTo>
                <a:cubicBezTo>
                  <a:pt x="4126976" y="1404226"/>
                  <a:pt x="4127331" y="1403989"/>
                  <a:pt x="4127686" y="1403989"/>
                </a:cubicBezTo>
                <a:close/>
                <a:moveTo>
                  <a:pt x="746110" y="1403930"/>
                </a:moveTo>
                <a:lnTo>
                  <a:pt x="761568" y="1403930"/>
                </a:lnTo>
                <a:cubicBezTo>
                  <a:pt x="761983" y="1403930"/>
                  <a:pt x="762338" y="1404108"/>
                  <a:pt x="762515" y="1404463"/>
                </a:cubicBezTo>
                <a:lnTo>
                  <a:pt x="770215" y="1417848"/>
                </a:lnTo>
                <a:cubicBezTo>
                  <a:pt x="770393" y="1418144"/>
                  <a:pt x="770393" y="1418559"/>
                  <a:pt x="770215" y="1418914"/>
                </a:cubicBezTo>
                <a:lnTo>
                  <a:pt x="762457" y="1432299"/>
                </a:lnTo>
                <a:cubicBezTo>
                  <a:pt x="762279" y="1432595"/>
                  <a:pt x="761864" y="1432832"/>
                  <a:pt x="761509" y="1432832"/>
                </a:cubicBezTo>
                <a:lnTo>
                  <a:pt x="746051" y="1432832"/>
                </a:lnTo>
                <a:cubicBezTo>
                  <a:pt x="745636" y="1432832"/>
                  <a:pt x="745281" y="1432654"/>
                  <a:pt x="745104" y="1432299"/>
                </a:cubicBezTo>
                <a:lnTo>
                  <a:pt x="737404" y="1418914"/>
                </a:lnTo>
                <a:cubicBezTo>
                  <a:pt x="737227" y="1418618"/>
                  <a:pt x="737227" y="1418203"/>
                  <a:pt x="737404" y="1417848"/>
                </a:cubicBezTo>
                <a:lnTo>
                  <a:pt x="745163" y="1404463"/>
                </a:lnTo>
                <a:cubicBezTo>
                  <a:pt x="745340" y="1404167"/>
                  <a:pt x="745755" y="1403930"/>
                  <a:pt x="746110" y="1403930"/>
                </a:cubicBezTo>
                <a:close/>
                <a:moveTo>
                  <a:pt x="813153" y="1402746"/>
                </a:moveTo>
                <a:lnTo>
                  <a:pt x="829795" y="1402746"/>
                </a:lnTo>
                <a:cubicBezTo>
                  <a:pt x="830210" y="1402746"/>
                  <a:pt x="830565" y="1402983"/>
                  <a:pt x="830802" y="1403338"/>
                </a:cubicBezTo>
                <a:lnTo>
                  <a:pt x="839153" y="1417789"/>
                </a:lnTo>
                <a:cubicBezTo>
                  <a:pt x="839390" y="1418145"/>
                  <a:pt x="839390" y="1418618"/>
                  <a:pt x="839153" y="1418974"/>
                </a:cubicBezTo>
                <a:lnTo>
                  <a:pt x="830802" y="1433425"/>
                </a:lnTo>
                <a:cubicBezTo>
                  <a:pt x="830624" y="1433780"/>
                  <a:pt x="830210" y="1434017"/>
                  <a:pt x="829795" y="1434017"/>
                </a:cubicBezTo>
                <a:lnTo>
                  <a:pt x="813153" y="1434017"/>
                </a:lnTo>
                <a:cubicBezTo>
                  <a:pt x="812739" y="1434017"/>
                  <a:pt x="812383" y="1433780"/>
                  <a:pt x="812146" y="1433425"/>
                </a:cubicBezTo>
                <a:lnTo>
                  <a:pt x="803796" y="1418974"/>
                </a:lnTo>
                <a:cubicBezTo>
                  <a:pt x="803559" y="1418618"/>
                  <a:pt x="803559" y="1418145"/>
                  <a:pt x="803796" y="1417789"/>
                </a:cubicBezTo>
                <a:lnTo>
                  <a:pt x="812146" y="1403338"/>
                </a:lnTo>
                <a:cubicBezTo>
                  <a:pt x="812324" y="1402983"/>
                  <a:pt x="812739" y="1402746"/>
                  <a:pt x="813153" y="1402746"/>
                </a:cubicBezTo>
                <a:close/>
                <a:moveTo>
                  <a:pt x="4465091" y="1402568"/>
                </a:moveTo>
                <a:lnTo>
                  <a:pt x="4481970" y="1402568"/>
                </a:lnTo>
                <a:cubicBezTo>
                  <a:pt x="4482385" y="1402568"/>
                  <a:pt x="4482740" y="1402805"/>
                  <a:pt x="4482977" y="1403160"/>
                </a:cubicBezTo>
                <a:lnTo>
                  <a:pt x="4491386" y="1417789"/>
                </a:lnTo>
                <a:cubicBezTo>
                  <a:pt x="4491623" y="1418144"/>
                  <a:pt x="4491623" y="1418618"/>
                  <a:pt x="4491386" y="1418973"/>
                </a:cubicBezTo>
                <a:lnTo>
                  <a:pt x="4482918" y="1433602"/>
                </a:lnTo>
                <a:cubicBezTo>
                  <a:pt x="4482740" y="1433957"/>
                  <a:pt x="4482325" y="1434194"/>
                  <a:pt x="4481910" y="1434194"/>
                </a:cubicBezTo>
                <a:lnTo>
                  <a:pt x="4465031" y="1434194"/>
                </a:lnTo>
                <a:cubicBezTo>
                  <a:pt x="4464617" y="1434194"/>
                  <a:pt x="4464261" y="1433957"/>
                  <a:pt x="4464024" y="1433602"/>
                </a:cubicBezTo>
                <a:lnTo>
                  <a:pt x="4455615" y="1418973"/>
                </a:lnTo>
                <a:cubicBezTo>
                  <a:pt x="4455378" y="1418618"/>
                  <a:pt x="4455378" y="1418144"/>
                  <a:pt x="4455615" y="1417789"/>
                </a:cubicBezTo>
                <a:lnTo>
                  <a:pt x="4464084" y="1403160"/>
                </a:lnTo>
                <a:cubicBezTo>
                  <a:pt x="4464261" y="1402805"/>
                  <a:pt x="4464676" y="1402568"/>
                  <a:pt x="4465091" y="1402568"/>
                </a:cubicBezTo>
                <a:close/>
                <a:moveTo>
                  <a:pt x="4329821" y="1402568"/>
                </a:moveTo>
                <a:lnTo>
                  <a:pt x="4346700" y="1402568"/>
                </a:lnTo>
                <a:cubicBezTo>
                  <a:pt x="4347114" y="1402568"/>
                  <a:pt x="4347470" y="1402805"/>
                  <a:pt x="4347706" y="1403160"/>
                </a:cubicBezTo>
                <a:lnTo>
                  <a:pt x="4356116" y="1417789"/>
                </a:lnTo>
                <a:cubicBezTo>
                  <a:pt x="4356354" y="1418144"/>
                  <a:pt x="4356354" y="1418618"/>
                  <a:pt x="4356116" y="1418973"/>
                </a:cubicBezTo>
                <a:lnTo>
                  <a:pt x="4347648" y="1433602"/>
                </a:lnTo>
                <a:cubicBezTo>
                  <a:pt x="4347470" y="1433957"/>
                  <a:pt x="4347055" y="1434194"/>
                  <a:pt x="4346641" y="1434194"/>
                </a:cubicBezTo>
                <a:lnTo>
                  <a:pt x="4329762" y="1434194"/>
                </a:lnTo>
                <a:cubicBezTo>
                  <a:pt x="4329347" y="1434194"/>
                  <a:pt x="4328992" y="1433957"/>
                  <a:pt x="4328755" y="1433602"/>
                </a:cubicBezTo>
                <a:lnTo>
                  <a:pt x="4320344" y="1418973"/>
                </a:lnTo>
                <a:cubicBezTo>
                  <a:pt x="4320108" y="1418618"/>
                  <a:pt x="4320108" y="1418144"/>
                  <a:pt x="4320344" y="1417789"/>
                </a:cubicBezTo>
                <a:lnTo>
                  <a:pt x="4328814" y="1403160"/>
                </a:lnTo>
                <a:cubicBezTo>
                  <a:pt x="4328992" y="1402805"/>
                  <a:pt x="4329406" y="1402568"/>
                  <a:pt x="4329821" y="1402568"/>
                </a:cubicBezTo>
                <a:close/>
                <a:moveTo>
                  <a:pt x="3450388" y="1402154"/>
                </a:moveTo>
                <a:lnTo>
                  <a:pt x="3467740" y="1402154"/>
                </a:lnTo>
                <a:cubicBezTo>
                  <a:pt x="3468155" y="1402154"/>
                  <a:pt x="3468570" y="1402391"/>
                  <a:pt x="3468807" y="1402746"/>
                </a:cubicBezTo>
                <a:lnTo>
                  <a:pt x="3477453" y="1417730"/>
                </a:lnTo>
                <a:cubicBezTo>
                  <a:pt x="3477691" y="1418145"/>
                  <a:pt x="3477691" y="1418619"/>
                  <a:pt x="3477453" y="1418974"/>
                </a:cubicBezTo>
                <a:lnTo>
                  <a:pt x="3468807" y="1433958"/>
                </a:lnTo>
                <a:cubicBezTo>
                  <a:pt x="3468570" y="1434313"/>
                  <a:pt x="3468155" y="1434550"/>
                  <a:pt x="3467740" y="1434550"/>
                </a:cubicBezTo>
                <a:lnTo>
                  <a:pt x="3450388" y="1434550"/>
                </a:lnTo>
                <a:cubicBezTo>
                  <a:pt x="3449973" y="1434550"/>
                  <a:pt x="3449559" y="1434313"/>
                  <a:pt x="3449321" y="1433958"/>
                </a:cubicBezTo>
                <a:lnTo>
                  <a:pt x="3440675" y="1418974"/>
                </a:lnTo>
                <a:cubicBezTo>
                  <a:pt x="3440438" y="1418559"/>
                  <a:pt x="3440438" y="1418086"/>
                  <a:pt x="3440675" y="1417730"/>
                </a:cubicBezTo>
                <a:lnTo>
                  <a:pt x="3449321" y="1402746"/>
                </a:lnTo>
                <a:cubicBezTo>
                  <a:pt x="3449559" y="1402391"/>
                  <a:pt x="3449973" y="1402154"/>
                  <a:pt x="3450388" y="1402154"/>
                </a:cubicBezTo>
                <a:close/>
                <a:moveTo>
                  <a:pt x="4397160" y="1402035"/>
                </a:moveTo>
                <a:lnTo>
                  <a:pt x="4414631" y="1402035"/>
                </a:lnTo>
                <a:cubicBezTo>
                  <a:pt x="4415046" y="1402035"/>
                  <a:pt x="4415460" y="1402272"/>
                  <a:pt x="4415698" y="1402627"/>
                </a:cubicBezTo>
                <a:lnTo>
                  <a:pt x="4424404" y="1417730"/>
                </a:lnTo>
                <a:cubicBezTo>
                  <a:pt x="4424641" y="1418144"/>
                  <a:pt x="4424641" y="1418618"/>
                  <a:pt x="4424404" y="1418973"/>
                </a:cubicBezTo>
                <a:lnTo>
                  <a:pt x="4415698" y="1434076"/>
                </a:lnTo>
                <a:cubicBezTo>
                  <a:pt x="4415460" y="1434431"/>
                  <a:pt x="4415046" y="1434668"/>
                  <a:pt x="4414631" y="1434668"/>
                </a:cubicBezTo>
                <a:lnTo>
                  <a:pt x="4397160" y="1434668"/>
                </a:lnTo>
                <a:cubicBezTo>
                  <a:pt x="4396745" y="1434668"/>
                  <a:pt x="4396331" y="1434431"/>
                  <a:pt x="4396094" y="1434076"/>
                </a:cubicBezTo>
                <a:lnTo>
                  <a:pt x="4387388" y="1418973"/>
                </a:lnTo>
                <a:cubicBezTo>
                  <a:pt x="4387151" y="1418559"/>
                  <a:pt x="4387151" y="1418085"/>
                  <a:pt x="4387388" y="1417730"/>
                </a:cubicBezTo>
                <a:lnTo>
                  <a:pt x="4396094" y="1402627"/>
                </a:lnTo>
                <a:cubicBezTo>
                  <a:pt x="4396331" y="1402272"/>
                  <a:pt x="4396745" y="1402035"/>
                  <a:pt x="4397160" y="1402035"/>
                </a:cubicBezTo>
                <a:close/>
                <a:moveTo>
                  <a:pt x="609597" y="1401502"/>
                </a:moveTo>
                <a:lnTo>
                  <a:pt x="627601" y="1401502"/>
                </a:lnTo>
                <a:cubicBezTo>
                  <a:pt x="628075" y="1401502"/>
                  <a:pt x="628490" y="1401739"/>
                  <a:pt x="628727" y="1402153"/>
                </a:cubicBezTo>
                <a:lnTo>
                  <a:pt x="637729" y="1417730"/>
                </a:lnTo>
                <a:cubicBezTo>
                  <a:pt x="637966" y="1418085"/>
                  <a:pt x="637966" y="1418559"/>
                  <a:pt x="637729" y="1418973"/>
                </a:cubicBezTo>
                <a:lnTo>
                  <a:pt x="628727" y="1434550"/>
                </a:lnTo>
                <a:cubicBezTo>
                  <a:pt x="628490" y="1434964"/>
                  <a:pt x="628075" y="1435201"/>
                  <a:pt x="627601" y="1435201"/>
                </a:cubicBezTo>
                <a:lnTo>
                  <a:pt x="609597" y="1435201"/>
                </a:lnTo>
                <a:cubicBezTo>
                  <a:pt x="609123" y="1435201"/>
                  <a:pt x="608709" y="1434964"/>
                  <a:pt x="608472" y="1434550"/>
                </a:cubicBezTo>
                <a:lnTo>
                  <a:pt x="599470" y="1418973"/>
                </a:lnTo>
                <a:cubicBezTo>
                  <a:pt x="599233" y="1418618"/>
                  <a:pt x="599233" y="1418144"/>
                  <a:pt x="599470" y="1417730"/>
                </a:cubicBezTo>
                <a:lnTo>
                  <a:pt x="608472" y="1402153"/>
                </a:lnTo>
                <a:cubicBezTo>
                  <a:pt x="608709" y="1401739"/>
                  <a:pt x="609123" y="1401502"/>
                  <a:pt x="609597" y="1401502"/>
                </a:cubicBezTo>
                <a:close/>
                <a:moveTo>
                  <a:pt x="4532074" y="1401443"/>
                </a:moveTo>
                <a:lnTo>
                  <a:pt x="4550198" y="1401443"/>
                </a:lnTo>
                <a:cubicBezTo>
                  <a:pt x="4550671" y="1401443"/>
                  <a:pt x="4551086" y="1401680"/>
                  <a:pt x="4551323" y="1402095"/>
                </a:cubicBezTo>
                <a:lnTo>
                  <a:pt x="4560384" y="1417789"/>
                </a:lnTo>
                <a:cubicBezTo>
                  <a:pt x="4560621" y="1418204"/>
                  <a:pt x="4560621" y="1418678"/>
                  <a:pt x="4560384" y="1419092"/>
                </a:cubicBezTo>
                <a:lnTo>
                  <a:pt x="4551323" y="1434787"/>
                </a:lnTo>
                <a:cubicBezTo>
                  <a:pt x="4551086" y="1435201"/>
                  <a:pt x="4550671" y="1435438"/>
                  <a:pt x="4550198" y="1435438"/>
                </a:cubicBezTo>
                <a:lnTo>
                  <a:pt x="4532074" y="1435438"/>
                </a:lnTo>
                <a:cubicBezTo>
                  <a:pt x="4531601" y="1435438"/>
                  <a:pt x="4531187" y="1435201"/>
                  <a:pt x="4530949" y="1434787"/>
                </a:cubicBezTo>
                <a:lnTo>
                  <a:pt x="4521888" y="1419092"/>
                </a:lnTo>
                <a:cubicBezTo>
                  <a:pt x="4521651" y="1418678"/>
                  <a:pt x="4521651" y="1418204"/>
                  <a:pt x="4521888" y="1417789"/>
                </a:cubicBezTo>
                <a:lnTo>
                  <a:pt x="4530949" y="1402095"/>
                </a:lnTo>
                <a:cubicBezTo>
                  <a:pt x="4531187" y="1401680"/>
                  <a:pt x="4531601" y="1401443"/>
                  <a:pt x="4532074" y="1401443"/>
                </a:cubicBezTo>
                <a:close/>
                <a:moveTo>
                  <a:pt x="1082923" y="1401443"/>
                </a:moveTo>
                <a:lnTo>
                  <a:pt x="1101046" y="1401443"/>
                </a:lnTo>
                <a:cubicBezTo>
                  <a:pt x="1101520" y="1401443"/>
                  <a:pt x="1101935" y="1401680"/>
                  <a:pt x="1102172" y="1402095"/>
                </a:cubicBezTo>
                <a:lnTo>
                  <a:pt x="1111233" y="1417789"/>
                </a:lnTo>
                <a:cubicBezTo>
                  <a:pt x="1111470" y="1418204"/>
                  <a:pt x="1111470" y="1418678"/>
                  <a:pt x="1111233" y="1419092"/>
                </a:cubicBezTo>
                <a:lnTo>
                  <a:pt x="1102172" y="1434787"/>
                </a:lnTo>
                <a:cubicBezTo>
                  <a:pt x="1101935" y="1435201"/>
                  <a:pt x="1101520" y="1435438"/>
                  <a:pt x="1101046" y="1435438"/>
                </a:cubicBezTo>
                <a:lnTo>
                  <a:pt x="1082923" y="1435438"/>
                </a:lnTo>
                <a:cubicBezTo>
                  <a:pt x="1082450" y="1435438"/>
                  <a:pt x="1082035" y="1435201"/>
                  <a:pt x="1081798" y="1434787"/>
                </a:cubicBezTo>
                <a:lnTo>
                  <a:pt x="1072737" y="1419092"/>
                </a:lnTo>
                <a:cubicBezTo>
                  <a:pt x="1072500" y="1418678"/>
                  <a:pt x="1072500" y="1418204"/>
                  <a:pt x="1072737" y="1417789"/>
                </a:cubicBezTo>
                <a:lnTo>
                  <a:pt x="1081798" y="1402095"/>
                </a:lnTo>
                <a:cubicBezTo>
                  <a:pt x="1082035" y="1401680"/>
                  <a:pt x="1082450" y="1401443"/>
                  <a:pt x="1082923" y="1401443"/>
                </a:cubicBezTo>
                <a:close/>
                <a:moveTo>
                  <a:pt x="541902" y="1401443"/>
                </a:moveTo>
                <a:lnTo>
                  <a:pt x="560025" y="1401443"/>
                </a:lnTo>
                <a:cubicBezTo>
                  <a:pt x="560499" y="1401443"/>
                  <a:pt x="560914" y="1401680"/>
                  <a:pt x="561150" y="1402095"/>
                </a:cubicBezTo>
                <a:lnTo>
                  <a:pt x="570212" y="1417789"/>
                </a:lnTo>
                <a:cubicBezTo>
                  <a:pt x="570449" y="1418204"/>
                  <a:pt x="570449" y="1418678"/>
                  <a:pt x="570212" y="1419092"/>
                </a:cubicBezTo>
                <a:lnTo>
                  <a:pt x="561150" y="1434787"/>
                </a:lnTo>
                <a:cubicBezTo>
                  <a:pt x="560914" y="1435201"/>
                  <a:pt x="560499" y="1435438"/>
                  <a:pt x="560025" y="1435438"/>
                </a:cubicBezTo>
                <a:lnTo>
                  <a:pt x="541902" y="1435438"/>
                </a:lnTo>
                <a:cubicBezTo>
                  <a:pt x="541429" y="1435438"/>
                  <a:pt x="541014" y="1435201"/>
                  <a:pt x="540777" y="1434787"/>
                </a:cubicBezTo>
                <a:lnTo>
                  <a:pt x="531716" y="1419092"/>
                </a:lnTo>
                <a:cubicBezTo>
                  <a:pt x="531479" y="1418678"/>
                  <a:pt x="531479" y="1418204"/>
                  <a:pt x="531716" y="1417789"/>
                </a:cubicBezTo>
                <a:lnTo>
                  <a:pt x="540777" y="1402095"/>
                </a:lnTo>
                <a:cubicBezTo>
                  <a:pt x="541014" y="1401680"/>
                  <a:pt x="541429" y="1401443"/>
                  <a:pt x="541902" y="1401443"/>
                </a:cubicBezTo>
                <a:close/>
                <a:moveTo>
                  <a:pt x="879900" y="1401147"/>
                </a:moveTo>
                <a:lnTo>
                  <a:pt x="898319" y="1401147"/>
                </a:lnTo>
                <a:cubicBezTo>
                  <a:pt x="898793" y="1401147"/>
                  <a:pt x="899207" y="1401384"/>
                  <a:pt x="899445" y="1401798"/>
                </a:cubicBezTo>
                <a:lnTo>
                  <a:pt x="908684" y="1417789"/>
                </a:lnTo>
                <a:cubicBezTo>
                  <a:pt x="908920" y="1418204"/>
                  <a:pt x="908920" y="1418678"/>
                  <a:pt x="908684" y="1419092"/>
                </a:cubicBezTo>
                <a:lnTo>
                  <a:pt x="899445" y="1435083"/>
                </a:lnTo>
                <a:cubicBezTo>
                  <a:pt x="899207" y="1435497"/>
                  <a:pt x="898793" y="1435734"/>
                  <a:pt x="898319" y="1435734"/>
                </a:cubicBezTo>
                <a:lnTo>
                  <a:pt x="879900" y="1435734"/>
                </a:lnTo>
                <a:cubicBezTo>
                  <a:pt x="879426" y="1435734"/>
                  <a:pt x="879012" y="1435497"/>
                  <a:pt x="878775" y="1435083"/>
                </a:cubicBezTo>
                <a:lnTo>
                  <a:pt x="869536" y="1419092"/>
                </a:lnTo>
                <a:cubicBezTo>
                  <a:pt x="869299" y="1418678"/>
                  <a:pt x="869299" y="1418204"/>
                  <a:pt x="869536" y="1417789"/>
                </a:cubicBezTo>
                <a:lnTo>
                  <a:pt x="878775" y="1401798"/>
                </a:lnTo>
                <a:cubicBezTo>
                  <a:pt x="879012" y="1401384"/>
                  <a:pt x="879426" y="1401147"/>
                  <a:pt x="879900" y="1401147"/>
                </a:cubicBezTo>
                <a:close/>
                <a:moveTo>
                  <a:pt x="1150322" y="1400910"/>
                </a:moveTo>
                <a:lnTo>
                  <a:pt x="1168977" y="1400910"/>
                </a:lnTo>
                <a:cubicBezTo>
                  <a:pt x="1169451" y="1400910"/>
                  <a:pt x="1169866" y="1401147"/>
                  <a:pt x="1170103" y="1401562"/>
                </a:cubicBezTo>
                <a:lnTo>
                  <a:pt x="1179401" y="1417730"/>
                </a:lnTo>
                <a:cubicBezTo>
                  <a:pt x="1179638" y="1418145"/>
                  <a:pt x="1179638" y="1418618"/>
                  <a:pt x="1179401" y="1419033"/>
                </a:cubicBezTo>
                <a:lnTo>
                  <a:pt x="1170044" y="1435201"/>
                </a:lnTo>
                <a:cubicBezTo>
                  <a:pt x="1169806" y="1435616"/>
                  <a:pt x="1169392" y="1435853"/>
                  <a:pt x="1168918" y="1435853"/>
                </a:cubicBezTo>
                <a:lnTo>
                  <a:pt x="1150262" y="1435853"/>
                </a:lnTo>
                <a:cubicBezTo>
                  <a:pt x="1149788" y="1435853"/>
                  <a:pt x="1149374" y="1435616"/>
                  <a:pt x="1149137" y="1435201"/>
                </a:cubicBezTo>
                <a:lnTo>
                  <a:pt x="1139839" y="1419033"/>
                </a:lnTo>
                <a:cubicBezTo>
                  <a:pt x="1139602" y="1418618"/>
                  <a:pt x="1139602" y="1418145"/>
                  <a:pt x="1139839" y="1417730"/>
                </a:cubicBezTo>
                <a:lnTo>
                  <a:pt x="1149196" y="1401562"/>
                </a:lnTo>
                <a:cubicBezTo>
                  <a:pt x="1149433" y="1401147"/>
                  <a:pt x="1149848" y="1400910"/>
                  <a:pt x="1150322" y="1400910"/>
                </a:cubicBezTo>
                <a:close/>
                <a:moveTo>
                  <a:pt x="3720039" y="1400495"/>
                </a:moveTo>
                <a:lnTo>
                  <a:pt x="3739110" y="1400495"/>
                </a:lnTo>
                <a:cubicBezTo>
                  <a:pt x="3739584" y="1400495"/>
                  <a:pt x="3740057" y="1400732"/>
                  <a:pt x="3740294" y="1401147"/>
                </a:cubicBezTo>
                <a:lnTo>
                  <a:pt x="3749830" y="1417670"/>
                </a:lnTo>
                <a:cubicBezTo>
                  <a:pt x="3750067" y="1418085"/>
                  <a:pt x="3750067" y="1418618"/>
                  <a:pt x="3749830" y="1419032"/>
                </a:cubicBezTo>
                <a:lnTo>
                  <a:pt x="3740294" y="1435556"/>
                </a:lnTo>
                <a:cubicBezTo>
                  <a:pt x="3740057" y="1435971"/>
                  <a:pt x="3739584" y="1436208"/>
                  <a:pt x="3739110" y="1436208"/>
                </a:cubicBezTo>
                <a:lnTo>
                  <a:pt x="3720039" y="1436208"/>
                </a:lnTo>
                <a:cubicBezTo>
                  <a:pt x="3719566" y="1436208"/>
                  <a:pt x="3719092" y="1435971"/>
                  <a:pt x="3718855" y="1435556"/>
                </a:cubicBezTo>
                <a:lnTo>
                  <a:pt x="3709320" y="1419032"/>
                </a:lnTo>
                <a:cubicBezTo>
                  <a:pt x="3709083" y="1418618"/>
                  <a:pt x="3709083" y="1418085"/>
                  <a:pt x="3709320" y="1417670"/>
                </a:cubicBezTo>
                <a:lnTo>
                  <a:pt x="3718855" y="1401147"/>
                </a:lnTo>
                <a:cubicBezTo>
                  <a:pt x="3719092" y="1400732"/>
                  <a:pt x="3719566" y="1400495"/>
                  <a:pt x="3720039" y="1400495"/>
                </a:cubicBezTo>
                <a:close/>
                <a:moveTo>
                  <a:pt x="3381805" y="1400318"/>
                </a:moveTo>
                <a:lnTo>
                  <a:pt x="3401112" y="1400318"/>
                </a:lnTo>
                <a:cubicBezTo>
                  <a:pt x="3401586" y="1400318"/>
                  <a:pt x="3402060" y="1400614"/>
                  <a:pt x="3402296" y="1401029"/>
                </a:cubicBezTo>
                <a:lnTo>
                  <a:pt x="3411950" y="1417789"/>
                </a:lnTo>
                <a:cubicBezTo>
                  <a:pt x="3412187" y="1418204"/>
                  <a:pt x="3412187" y="1418737"/>
                  <a:pt x="3411950" y="1419152"/>
                </a:cubicBezTo>
                <a:lnTo>
                  <a:pt x="3402296" y="1435912"/>
                </a:lnTo>
                <a:cubicBezTo>
                  <a:pt x="3402060" y="1436386"/>
                  <a:pt x="3401586" y="1436623"/>
                  <a:pt x="3401112" y="1436623"/>
                </a:cubicBezTo>
                <a:lnTo>
                  <a:pt x="3381805" y="1436623"/>
                </a:lnTo>
                <a:cubicBezTo>
                  <a:pt x="3381331" y="1436623"/>
                  <a:pt x="3380857" y="1436327"/>
                  <a:pt x="3380621" y="1435912"/>
                </a:cubicBezTo>
                <a:lnTo>
                  <a:pt x="3370967" y="1419152"/>
                </a:lnTo>
                <a:cubicBezTo>
                  <a:pt x="3370730" y="1418737"/>
                  <a:pt x="3370730" y="1418204"/>
                  <a:pt x="3370967" y="1417789"/>
                </a:cubicBezTo>
                <a:lnTo>
                  <a:pt x="3380621" y="1401029"/>
                </a:lnTo>
                <a:cubicBezTo>
                  <a:pt x="3380857" y="1400555"/>
                  <a:pt x="3381331" y="1400318"/>
                  <a:pt x="3381805" y="1400318"/>
                </a:cubicBezTo>
                <a:close/>
                <a:moveTo>
                  <a:pt x="473676" y="1400318"/>
                </a:moveTo>
                <a:lnTo>
                  <a:pt x="492983" y="1400318"/>
                </a:lnTo>
                <a:cubicBezTo>
                  <a:pt x="493457" y="1400318"/>
                  <a:pt x="493931" y="1400614"/>
                  <a:pt x="494168" y="1401029"/>
                </a:cubicBezTo>
                <a:lnTo>
                  <a:pt x="503821" y="1417789"/>
                </a:lnTo>
                <a:cubicBezTo>
                  <a:pt x="504058" y="1418204"/>
                  <a:pt x="504058" y="1418737"/>
                  <a:pt x="503821" y="1419152"/>
                </a:cubicBezTo>
                <a:lnTo>
                  <a:pt x="494168" y="1435912"/>
                </a:lnTo>
                <a:cubicBezTo>
                  <a:pt x="493931" y="1436386"/>
                  <a:pt x="493457" y="1436623"/>
                  <a:pt x="492983" y="1436623"/>
                </a:cubicBezTo>
                <a:lnTo>
                  <a:pt x="473676" y="1436623"/>
                </a:lnTo>
                <a:cubicBezTo>
                  <a:pt x="473202" y="1436623"/>
                  <a:pt x="472728" y="1436327"/>
                  <a:pt x="472491" y="1435912"/>
                </a:cubicBezTo>
                <a:lnTo>
                  <a:pt x="462838" y="1419152"/>
                </a:lnTo>
                <a:cubicBezTo>
                  <a:pt x="462601" y="1418737"/>
                  <a:pt x="462601" y="1418204"/>
                  <a:pt x="462838" y="1417789"/>
                </a:cubicBezTo>
                <a:lnTo>
                  <a:pt x="472491" y="1401029"/>
                </a:lnTo>
                <a:cubicBezTo>
                  <a:pt x="472728" y="1400555"/>
                  <a:pt x="473202" y="1400318"/>
                  <a:pt x="473676" y="1400318"/>
                </a:cubicBezTo>
                <a:close/>
                <a:moveTo>
                  <a:pt x="946943" y="1400081"/>
                </a:moveTo>
                <a:lnTo>
                  <a:pt x="966488" y="1400081"/>
                </a:lnTo>
                <a:cubicBezTo>
                  <a:pt x="966961" y="1400081"/>
                  <a:pt x="967435" y="1400377"/>
                  <a:pt x="967672" y="1400792"/>
                </a:cubicBezTo>
                <a:lnTo>
                  <a:pt x="977444" y="1417730"/>
                </a:lnTo>
                <a:cubicBezTo>
                  <a:pt x="977681" y="1418145"/>
                  <a:pt x="977681" y="1418678"/>
                  <a:pt x="977444" y="1419092"/>
                </a:cubicBezTo>
                <a:lnTo>
                  <a:pt x="967672" y="1436030"/>
                </a:lnTo>
                <a:cubicBezTo>
                  <a:pt x="967435" y="1436445"/>
                  <a:pt x="966961" y="1436741"/>
                  <a:pt x="966488" y="1436741"/>
                </a:cubicBezTo>
                <a:lnTo>
                  <a:pt x="946943" y="1436741"/>
                </a:lnTo>
                <a:cubicBezTo>
                  <a:pt x="946470" y="1436741"/>
                  <a:pt x="945996" y="1436445"/>
                  <a:pt x="945759" y="1436030"/>
                </a:cubicBezTo>
                <a:lnTo>
                  <a:pt x="935987" y="1419092"/>
                </a:lnTo>
                <a:cubicBezTo>
                  <a:pt x="935750" y="1418678"/>
                  <a:pt x="935750" y="1418145"/>
                  <a:pt x="935987" y="1417730"/>
                </a:cubicBezTo>
                <a:lnTo>
                  <a:pt x="945759" y="1400792"/>
                </a:lnTo>
                <a:cubicBezTo>
                  <a:pt x="945996" y="1400377"/>
                  <a:pt x="946470" y="1400081"/>
                  <a:pt x="946943" y="1400081"/>
                </a:cubicBezTo>
                <a:close/>
                <a:moveTo>
                  <a:pt x="4598940" y="1399962"/>
                </a:moveTo>
                <a:lnTo>
                  <a:pt x="4618603" y="1399962"/>
                </a:lnTo>
                <a:cubicBezTo>
                  <a:pt x="4619076" y="1399962"/>
                  <a:pt x="4619550" y="1400258"/>
                  <a:pt x="4619787" y="1400673"/>
                </a:cubicBezTo>
                <a:lnTo>
                  <a:pt x="4629619" y="1417670"/>
                </a:lnTo>
                <a:cubicBezTo>
                  <a:pt x="4629855" y="1418085"/>
                  <a:pt x="4629855" y="1418618"/>
                  <a:pt x="4629619" y="1419032"/>
                </a:cubicBezTo>
                <a:lnTo>
                  <a:pt x="4619787" y="1436030"/>
                </a:lnTo>
                <a:cubicBezTo>
                  <a:pt x="4619550" y="1436445"/>
                  <a:pt x="4619076" y="1436741"/>
                  <a:pt x="4618603" y="1436741"/>
                </a:cubicBezTo>
                <a:lnTo>
                  <a:pt x="4598940" y="1436741"/>
                </a:lnTo>
                <a:cubicBezTo>
                  <a:pt x="4598466" y="1436741"/>
                  <a:pt x="4597992" y="1436445"/>
                  <a:pt x="4597755" y="1436030"/>
                </a:cubicBezTo>
                <a:lnTo>
                  <a:pt x="4587924" y="1419032"/>
                </a:lnTo>
                <a:cubicBezTo>
                  <a:pt x="4587687" y="1418618"/>
                  <a:pt x="4587687" y="1418085"/>
                  <a:pt x="4587924" y="1417670"/>
                </a:cubicBezTo>
                <a:lnTo>
                  <a:pt x="4597755" y="1400673"/>
                </a:lnTo>
                <a:cubicBezTo>
                  <a:pt x="4597992" y="1400258"/>
                  <a:pt x="4598466" y="1399962"/>
                  <a:pt x="4598940" y="1399962"/>
                </a:cubicBezTo>
                <a:close/>
                <a:moveTo>
                  <a:pt x="1014460" y="1399903"/>
                </a:moveTo>
                <a:lnTo>
                  <a:pt x="1034241" y="1399903"/>
                </a:lnTo>
                <a:cubicBezTo>
                  <a:pt x="1034715" y="1399903"/>
                  <a:pt x="1035189" y="1400199"/>
                  <a:pt x="1035425" y="1400614"/>
                </a:cubicBezTo>
                <a:lnTo>
                  <a:pt x="1045316" y="1417730"/>
                </a:lnTo>
                <a:cubicBezTo>
                  <a:pt x="1045553" y="1418204"/>
                  <a:pt x="1045553" y="1418737"/>
                  <a:pt x="1045316" y="1419151"/>
                </a:cubicBezTo>
                <a:lnTo>
                  <a:pt x="1035425" y="1436267"/>
                </a:lnTo>
                <a:cubicBezTo>
                  <a:pt x="1035189" y="1436682"/>
                  <a:pt x="1034715" y="1436978"/>
                  <a:pt x="1034241" y="1436978"/>
                </a:cubicBezTo>
                <a:lnTo>
                  <a:pt x="1014460" y="1436978"/>
                </a:lnTo>
                <a:cubicBezTo>
                  <a:pt x="1013986" y="1436978"/>
                  <a:pt x="1013512" y="1436682"/>
                  <a:pt x="1013275" y="1436267"/>
                </a:cubicBezTo>
                <a:lnTo>
                  <a:pt x="1003385" y="1419151"/>
                </a:lnTo>
                <a:cubicBezTo>
                  <a:pt x="1003148" y="1418677"/>
                  <a:pt x="1003148" y="1418144"/>
                  <a:pt x="1003385" y="1417730"/>
                </a:cubicBezTo>
                <a:lnTo>
                  <a:pt x="1013275" y="1400614"/>
                </a:lnTo>
                <a:cubicBezTo>
                  <a:pt x="1013512" y="1400199"/>
                  <a:pt x="1013986" y="1399903"/>
                  <a:pt x="1014460" y="1399903"/>
                </a:cubicBezTo>
                <a:close/>
                <a:moveTo>
                  <a:pt x="1554889" y="1398659"/>
                </a:moveTo>
                <a:lnTo>
                  <a:pt x="1575973" y="1398659"/>
                </a:lnTo>
                <a:cubicBezTo>
                  <a:pt x="1576506" y="1398659"/>
                  <a:pt x="1576980" y="1398955"/>
                  <a:pt x="1577276" y="1399429"/>
                </a:cubicBezTo>
                <a:lnTo>
                  <a:pt x="1587818" y="1417670"/>
                </a:lnTo>
                <a:cubicBezTo>
                  <a:pt x="1588114" y="1418144"/>
                  <a:pt x="1588114" y="1418677"/>
                  <a:pt x="1587818" y="1419151"/>
                </a:cubicBezTo>
                <a:lnTo>
                  <a:pt x="1577276" y="1437392"/>
                </a:lnTo>
                <a:cubicBezTo>
                  <a:pt x="1576980" y="1437866"/>
                  <a:pt x="1576506" y="1438162"/>
                  <a:pt x="1575973" y="1438162"/>
                </a:cubicBezTo>
                <a:lnTo>
                  <a:pt x="1554889" y="1438162"/>
                </a:lnTo>
                <a:cubicBezTo>
                  <a:pt x="1554356" y="1438162"/>
                  <a:pt x="1553882" y="1437866"/>
                  <a:pt x="1553586" y="1437392"/>
                </a:cubicBezTo>
                <a:lnTo>
                  <a:pt x="1543044" y="1419151"/>
                </a:lnTo>
                <a:cubicBezTo>
                  <a:pt x="1542748" y="1418677"/>
                  <a:pt x="1542748" y="1418144"/>
                  <a:pt x="1543044" y="1417670"/>
                </a:cubicBezTo>
                <a:lnTo>
                  <a:pt x="1553586" y="1399429"/>
                </a:lnTo>
                <a:cubicBezTo>
                  <a:pt x="1553882" y="1398955"/>
                  <a:pt x="1554356" y="1398659"/>
                  <a:pt x="1554889" y="1398659"/>
                </a:cubicBezTo>
                <a:close/>
                <a:moveTo>
                  <a:pt x="1216417" y="1398008"/>
                </a:moveTo>
                <a:lnTo>
                  <a:pt x="1238153" y="1398008"/>
                </a:lnTo>
                <a:cubicBezTo>
                  <a:pt x="1238686" y="1398008"/>
                  <a:pt x="1239160" y="1398304"/>
                  <a:pt x="1239456" y="1398778"/>
                </a:cubicBezTo>
                <a:lnTo>
                  <a:pt x="1250294" y="1417611"/>
                </a:lnTo>
                <a:cubicBezTo>
                  <a:pt x="1250590" y="1418085"/>
                  <a:pt x="1250590" y="1418678"/>
                  <a:pt x="1250294" y="1419151"/>
                </a:cubicBezTo>
                <a:lnTo>
                  <a:pt x="1239397" y="1437985"/>
                </a:lnTo>
                <a:cubicBezTo>
                  <a:pt x="1239160" y="1438459"/>
                  <a:pt x="1238627" y="1438755"/>
                  <a:pt x="1238094" y="1438755"/>
                </a:cubicBezTo>
                <a:lnTo>
                  <a:pt x="1216358" y="1438755"/>
                </a:lnTo>
                <a:cubicBezTo>
                  <a:pt x="1215825" y="1438755"/>
                  <a:pt x="1215351" y="1438459"/>
                  <a:pt x="1215055" y="1437985"/>
                </a:cubicBezTo>
                <a:lnTo>
                  <a:pt x="1204217" y="1419151"/>
                </a:lnTo>
                <a:cubicBezTo>
                  <a:pt x="1203921" y="1418678"/>
                  <a:pt x="1203921" y="1418085"/>
                  <a:pt x="1204217" y="1417611"/>
                </a:cubicBezTo>
                <a:lnTo>
                  <a:pt x="1215115" y="1398778"/>
                </a:lnTo>
                <a:cubicBezTo>
                  <a:pt x="1215351" y="1398304"/>
                  <a:pt x="1215885" y="1398008"/>
                  <a:pt x="1216417" y="1398008"/>
                </a:cubicBezTo>
                <a:close/>
                <a:moveTo>
                  <a:pt x="3786253" y="1397830"/>
                </a:moveTo>
                <a:lnTo>
                  <a:pt x="3808225" y="1397830"/>
                </a:lnTo>
                <a:cubicBezTo>
                  <a:pt x="3808818" y="1397830"/>
                  <a:pt x="3809292" y="1398126"/>
                  <a:pt x="3809587" y="1398600"/>
                </a:cubicBezTo>
                <a:lnTo>
                  <a:pt x="3820545" y="1417611"/>
                </a:lnTo>
                <a:cubicBezTo>
                  <a:pt x="3820840" y="1418085"/>
                  <a:pt x="3820840" y="1418677"/>
                  <a:pt x="3820545" y="1419151"/>
                </a:cubicBezTo>
                <a:lnTo>
                  <a:pt x="3809528" y="1438162"/>
                </a:lnTo>
                <a:cubicBezTo>
                  <a:pt x="3809233" y="1438636"/>
                  <a:pt x="3808700" y="1438932"/>
                  <a:pt x="3808166" y="1438932"/>
                </a:cubicBezTo>
                <a:lnTo>
                  <a:pt x="3786194" y="1438932"/>
                </a:lnTo>
                <a:cubicBezTo>
                  <a:pt x="3785602" y="1438932"/>
                  <a:pt x="3785127" y="1438636"/>
                  <a:pt x="3784832" y="1438162"/>
                </a:cubicBezTo>
                <a:lnTo>
                  <a:pt x="3773875" y="1419151"/>
                </a:lnTo>
                <a:cubicBezTo>
                  <a:pt x="3773579" y="1418677"/>
                  <a:pt x="3773579" y="1418085"/>
                  <a:pt x="3773875" y="1417611"/>
                </a:cubicBezTo>
                <a:lnTo>
                  <a:pt x="3784891" y="1398600"/>
                </a:lnTo>
                <a:cubicBezTo>
                  <a:pt x="3785187" y="1398126"/>
                  <a:pt x="3785720" y="1397830"/>
                  <a:pt x="3786253" y="1397830"/>
                </a:cubicBezTo>
                <a:close/>
                <a:moveTo>
                  <a:pt x="1419086" y="1397712"/>
                </a:moveTo>
                <a:lnTo>
                  <a:pt x="1441176" y="1397712"/>
                </a:lnTo>
                <a:cubicBezTo>
                  <a:pt x="1441768" y="1397712"/>
                  <a:pt x="1442242" y="1398008"/>
                  <a:pt x="1442538" y="1398482"/>
                </a:cubicBezTo>
                <a:lnTo>
                  <a:pt x="1453555" y="1417612"/>
                </a:lnTo>
                <a:cubicBezTo>
                  <a:pt x="1453851" y="1418085"/>
                  <a:pt x="1453851" y="1418678"/>
                  <a:pt x="1453555" y="1419152"/>
                </a:cubicBezTo>
                <a:lnTo>
                  <a:pt x="1442480" y="1438281"/>
                </a:lnTo>
                <a:cubicBezTo>
                  <a:pt x="1442183" y="1438755"/>
                  <a:pt x="1441650" y="1439051"/>
                  <a:pt x="1441117" y="1439051"/>
                </a:cubicBezTo>
                <a:lnTo>
                  <a:pt x="1419026" y="1439051"/>
                </a:lnTo>
                <a:cubicBezTo>
                  <a:pt x="1418434" y="1439051"/>
                  <a:pt x="1417960" y="1438755"/>
                  <a:pt x="1417664" y="1438281"/>
                </a:cubicBezTo>
                <a:lnTo>
                  <a:pt x="1406648" y="1419152"/>
                </a:lnTo>
                <a:cubicBezTo>
                  <a:pt x="1406352" y="1418678"/>
                  <a:pt x="1406352" y="1418085"/>
                  <a:pt x="1406648" y="1417612"/>
                </a:cubicBezTo>
                <a:lnTo>
                  <a:pt x="1417723" y="1398482"/>
                </a:lnTo>
                <a:cubicBezTo>
                  <a:pt x="1418020" y="1398008"/>
                  <a:pt x="1418552" y="1397712"/>
                  <a:pt x="1419086" y="1397712"/>
                </a:cubicBezTo>
                <a:close/>
                <a:moveTo>
                  <a:pt x="2433197" y="1397001"/>
                </a:moveTo>
                <a:lnTo>
                  <a:pt x="2456058" y="1397001"/>
                </a:lnTo>
                <a:cubicBezTo>
                  <a:pt x="2456650" y="1397001"/>
                  <a:pt x="2457183" y="1397356"/>
                  <a:pt x="2457479" y="1397830"/>
                </a:cubicBezTo>
                <a:lnTo>
                  <a:pt x="2468910" y="1417611"/>
                </a:lnTo>
                <a:cubicBezTo>
                  <a:pt x="2469206" y="1418085"/>
                  <a:pt x="2469206" y="1418737"/>
                  <a:pt x="2468910" y="1419210"/>
                </a:cubicBezTo>
                <a:lnTo>
                  <a:pt x="2457479" y="1438992"/>
                </a:lnTo>
                <a:cubicBezTo>
                  <a:pt x="2457183" y="1439525"/>
                  <a:pt x="2456650" y="1439821"/>
                  <a:pt x="2456058" y="1439821"/>
                </a:cubicBezTo>
                <a:lnTo>
                  <a:pt x="2433197" y="1439821"/>
                </a:lnTo>
                <a:cubicBezTo>
                  <a:pt x="2432605" y="1439821"/>
                  <a:pt x="2432071" y="1439465"/>
                  <a:pt x="2431775" y="1438992"/>
                </a:cubicBezTo>
                <a:lnTo>
                  <a:pt x="2420345" y="1419210"/>
                </a:lnTo>
                <a:cubicBezTo>
                  <a:pt x="2420049" y="1418737"/>
                  <a:pt x="2420049" y="1418085"/>
                  <a:pt x="2420345" y="1417611"/>
                </a:cubicBezTo>
                <a:lnTo>
                  <a:pt x="2431775" y="1397830"/>
                </a:lnTo>
                <a:cubicBezTo>
                  <a:pt x="2432071" y="1397297"/>
                  <a:pt x="2432605" y="1397001"/>
                  <a:pt x="2433197" y="1397001"/>
                </a:cubicBezTo>
                <a:close/>
                <a:moveTo>
                  <a:pt x="2365502" y="1396883"/>
                </a:moveTo>
                <a:lnTo>
                  <a:pt x="2388481" y="1396883"/>
                </a:lnTo>
                <a:cubicBezTo>
                  <a:pt x="2389074" y="1396883"/>
                  <a:pt x="2389607" y="1397238"/>
                  <a:pt x="2389903" y="1397712"/>
                </a:cubicBezTo>
                <a:lnTo>
                  <a:pt x="2401392" y="1417612"/>
                </a:lnTo>
                <a:cubicBezTo>
                  <a:pt x="2401689" y="1418086"/>
                  <a:pt x="2401689" y="1418737"/>
                  <a:pt x="2401392" y="1419211"/>
                </a:cubicBezTo>
                <a:lnTo>
                  <a:pt x="2389903" y="1439111"/>
                </a:lnTo>
                <a:cubicBezTo>
                  <a:pt x="2389607" y="1439644"/>
                  <a:pt x="2389074" y="1439940"/>
                  <a:pt x="2388481" y="1439940"/>
                </a:cubicBezTo>
                <a:lnTo>
                  <a:pt x="2365502" y="1439940"/>
                </a:lnTo>
                <a:cubicBezTo>
                  <a:pt x="2364910" y="1439940"/>
                  <a:pt x="2364377" y="1439584"/>
                  <a:pt x="2364081" y="1439111"/>
                </a:cubicBezTo>
                <a:lnTo>
                  <a:pt x="2352591" y="1419211"/>
                </a:lnTo>
                <a:cubicBezTo>
                  <a:pt x="2352295" y="1418737"/>
                  <a:pt x="2352295" y="1418086"/>
                  <a:pt x="2352591" y="1417612"/>
                </a:cubicBezTo>
                <a:lnTo>
                  <a:pt x="2364081" y="1397712"/>
                </a:lnTo>
                <a:cubicBezTo>
                  <a:pt x="2364377" y="1397179"/>
                  <a:pt x="2364910" y="1396883"/>
                  <a:pt x="2365502" y="1396883"/>
                </a:cubicBezTo>
                <a:close/>
                <a:moveTo>
                  <a:pt x="4664738" y="1396468"/>
                </a:moveTo>
                <a:lnTo>
                  <a:pt x="4688132" y="1396468"/>
                </a:lnTo>
                <a:cubicBezTo>
                  <a:pt x="4688725" y="1396468"/>
                  <a:pt x="4689257" y="1396764"/>
                  <a:pt x="4689554" y="1397297"/>
                </a:cubicBezTo>
                <a:lnTo>
                  <a:pt x="4701221" y="1417552"/>
                </a:lnTo>
                <a:cubicBezTo>
                  <a:pt x="4701517" y="1418085"/>
                  <a:pt x="4701517" y="1418677"/>
                  <a:pt x="4701221" y="1419210"/>
                </a:cubicBezTo>
                <a:lnTo>
                  <a:pt x="4689495" y="1439465"/>
                </a:lnTo>
                <a:cubicBezTo>
                  <a:pt x="4689198" y="1439998"/>
                  <a:pt x="4688665" y="1440295"/>
                  <a:pt x="4688073" y="1440295"/>
                </a:cubicBezTo>
                <a:lnTo>
                  <a:pt x="4664679" y="1440295"/>
                </a:lnTo>
                <a:cubicBezTo>
                  <a:pt x="4664087" y="1440295"/>
                  <a:pt x="4663554" y="1439998"/>
                  <a:pt x="4663257" y="1439465"/>
                </a:cubicBezTo>
                <a:lnTo>
                  <a:pt x="4651590" y="1419210"/>
                </a:lnTo>
                <a:cubicBezTo>
                  <a:pt x="4651294" y="1418677"/>
                  <a:pt x="4651294" y="1418085"/>
                  <a:pt x="4651590" y="1417552"/>
                </a:cubicBezTo>
                <a:lnTo>
                  <a:pt x="4663317" y="1397297"/>
                </a:lnTo>
                <a:cubicBezTo>
                  <a:pt x="4663613" y="1396764"/>
                  <a:pt x="4664146" y="1396468"/>
                  <a:pt x="4664738" y="1396468"/>
                </a:cubicBezTo>
                <a:close/>
                <a:moveTo>
                  <a:pt x="1485950" y="1396231"/>
                </a:moveTo>
                <a:lnTo>
                  <a:pt x="1509581" y="1396231"/>
                </a:lnTo>
                <a:cubicBezTo>
                  <a:pt x="1510174" y="1396231"/>
                  <a:pt x="1510706" y="1396527"/>
                  <a:pt x="1511003" y="1397060"/>
                </a:cubicBezTo>
                <a:lnTo>
                  <a:pt x="1522789" y="1417552"/>
                </a:lnTo>
                <a:cubicBezTo>
                  <a:pt x="1523085" y="1418026"/>
                  <a:pt x="1523085" y="1418677"/>
                  <a:pt x="1522789" y="1419210"/>
                </a:cubicBezTo>
                <a:lnTo>
                  <a:pt x="1510944" y="1439702"/>
                </a:lnTo>
                <a:cubicBezTo>
                  <a:pt x="1510647" y="1440235"/>
                  <a:pt x="1510114" y="1440531"/>
                  <a:pt x="1509522" y="1440531"/>
                </a:cubicBezTo>
                <a:lnTo>
                  <a:pt x="1485891" y="1440531"/>
                </a:lnTo>
                <a:cubicBezTo>
                  <a:pt x="1485299" y="1440531"/>
                  <a:pt x="1484766" y="1440235"/>
                  <a:pt x="1484470" y="1439702"/>
                </a:cubicBezTo>
                <a:lnTo>
                  <a:pt x="1472684" y="1419210"/>
                </a:lnTo>
                <a:cubicBezTo>
                  <a:pt x="1472388" y="1418737"/>
                  <a:pt x="1472388" y="1418085"/>
                  <a:pt x="1472684" y="1417552"/>
                </a:cubicBezTo>
                <a:lnTo>
                  <a:pt x="1484529" y="1397060"/>
                </a:lnTo>
                <a:cubicBezTo>
                  <a:pt x="1484825" y="1396527"/>
                  <a:pt x="1485358" y="1396231"/>
                  <a:pt x="1485950" y="1396231"/>
                </a:cubicBezTo>
                <a:close/>
                <a:moveTo>
                  <a:pt x="1350562" y="1396053"/>
                </a:moveTo>
                <a:lnTo>
                  <a:pt x="1374429" y="1396053"/>
                </a:lnTo>
                <a:cubicBezTo>
                  <a:pt x="1375022" y="1396053"/>
                  <a:pt x="1375614" y="1396349"/>
                  <a:pt x="1375910" y="1396882"/>
                </a:cubicBezTo>
                <a:lnTo>
                  <a:pt x="1387814" y="1417552"/>
                </a:lnTo>
                <a:cubicBezTo>
                  <a:pt x="1388110" y="1418026"/>
                  <a:pt x="1388110" y="1418677"/>
                  <a:pt x="1387814" y="1419210"/>
                </a:cubicBezTo>
                <a:lnTo>
                  <a:pt x="1375910" y="1439880"/>
                </a:lnTo>
                <a:cubicBezTo>
                  <a:pt x="1375555" y="1440353"/>
                  <a:pt x="1375022" y="1440709"/>
                  <a:pt x="1374429" y="1440709"/>
                </a:cubicBezTo>
                <a:lnTo>
                  <a:pt x="1350562" y="1440709"/>
                </a:lnTo>
                <a:cubicBezTo>
                  <a:pt x="1349970" y="1440709"/>
                  <a:pt x="1349377" y="1440413"/>
                  <a:pt x="1349081" y="1439880"/>
                </a:cubicBezTo>
                <a:lnTo>
                  <a:pt x="1337177" y="1419210"/>
                </a:lnTo>
                <a:cubicBezTo>
                  <a:pt x="1336881" y="1418736"/>
                  <a:pt x="1336881" y="1418085"/>
                  <a:pt x="1337177" y="1417552"/>
                </a:cubicBezTo>
                <a:lnTo>
                  <a:pt x="1349081" y="1396882"/>
                </a:lnTo>
                <a:cubicBezTo>
                  <a:pt x="1349437" y="1396408"/>
                  <a:pt x="1349970" y="1396053"/>
                  <a:pt x="1350562" y="1396053"/>
                </a:cubicBezTo>
                <a:close/>
                <a:moveTo>
                  <a:pt x="2297393" y="1395935"/>
                </a:moveTo>
                <a:lnTo>
                  <a:pt x="2321320" y="1395935"/>
                </a:lnTo>
                <a:cubicBezTo>
                  <a:pt x="2321913" y="1395935"/>
                  <a:pt x="2322505" y="1396231"/>
                  <a:pt x="2322801" y="1396764"/>
                </a:cubicBezTo>
                <a:lnTo>
                  <a:pt x="2334764" y="1417493"/>
                </a:lnTo>
                <a:cubicBezTo>
                  <a:pt x="2335060" y="1418026"/>
                  <a:pt x="2335060" y="1418677"/>
                  <a:pt x="2334764" y="1419210"/>
                </a:cubicBezTo>
                <a:lnTo>
                  <a:pt x="2322801" y="1439939"/>
                </a:lnTo>
                <a:cubicBezTo>
                  <a:pt x="2322445" y="1440413"/>
                  <a:pt x="2321913" y="1440768"/>
                  <a:pt x="2321320" y="1440768"/>
                </a:cubicBezTo>
                <a:lnTo>
                  <a:pt x="2297393" y="1440768"/>
                </a:lnTo>
                <a:cubicBezTo>
                  <a:pt x="2296801" y="1440768"/>
                  <a:pt x="2296209" y="1440472"/>
                  <a:pt x="2295913" y="1439939"/>
                </a:cubicBezTo>
                <a:lnTo>
                  <a:pt x="2283949" y="1419210"/>
                </a:lnTo>
                <a:cubicBezTo>
                  <a:pt x="2283653" y="1418677"/>
                  <a:pt x="2283653" y="1418026"/>
                  <a:pt x="2283949" y="1417493"/>
                </a:cubicBezTo>
                <a:lnTo>
                  <a:pt x="2295913" y="1396764"/>
                </a:lnTo>
                <a:cubicBezTo>
                  <a:pt x="2296268" y="1396290"/>
                  <a:pt x="2296801" y="1395935"/>
                  <a:pt x="2297393" y="1395935"/>
                </a:cubicBezTo>
                <a:close/>
                <a:moveTo>
                  <a:pt x="2094251" y="1395520"/>
                </a:moveTo>
                <a:lnTo>
                  <a:pt x="2118652" y="1395520"/>
                </a:lnTo>
                <a:cubicBezTo>
                  <a:pt x="2119244" y="1395520"/>
                  <a:pt x="2119837" y="1395875"/>
                  <a:pt x="2120133" y="1396408"/>
                </a:cubicBezTo>
                <a:lnTo>
                  <a:pt x="2132333" y="1417552"/>
                </a:lnTo>
                <a:cubicBezTo>
                  <a:pt x="2132629" y="1418085"/>
                  <a:pt x="2132629" y="1418736"/>
                  <a:pt x="2132333" y="1419269"/>
                </a:cubicBezTo>
                <a:lnTo>
                  <a:pt x="2120133" y="1440413"/>
                </a:lnTo>
                <a:cubicBezTo>
                  <a:pt x="2119837" y="1440946"/>
                  <a:pt x="2119244" y="1441301"/>
                  <a:pt x="2118652" y="1441301"/>
                </a:cubicBezTo>
                <a:lnTo>
                  <a:pt x="2094251" y="1441301"/>
                </a:lnTo>
                <a:cubicBezTo>
                  <a:pt x="2093659" y="1441301"/>
                  <a:pt x="2093067" y="1440946"/>
                  <a:pt x="2092771" y="1440413"/>
                </a:cubicBezTo>
                <a:lnTo>
                  <a:pt x="2080570" y="1419269"/>
                </a:lnTo>
                <a:cubicBezTo>
                  <a:pt x="2080274" y="1418736"/>
                  <a:pt x="2080274" y="1418085"/>
                  <a:pt x="2080570" y="1417552"/>
                </a:cubicBezTo>
                <a:lnTo>
                  <a:pt x="2092771" y="1396408"/>
                </a:lnTo>
                <a:cubicBezTo>
                  <a:pt x="2093067" y="1395875"/>
                  <a:pt x="2093659" y="1395520"/>
                  <a:pt x="2094251" y="1395520"/>
                </a:cubicBezTo>
                <a:close/>
                <a:moveTo>
                  <a:pt x="2635213" y="1395402"/>
                </a:moveTo>
                <a:lnTo>
                  <a:pt x="2659733" y="1395402"/>
                </a:lnTo>
                <a:cubicBezTo>
                  <a:pt x="2660325" y="1395402"/>
                  <a:pt x="2660917" y="1395757"/>
                  <a:pt x="2661213" y="1396290"/>
                </a:cubicBezTo>
                <a:lnTo>
                  <a:pt x="2673473" y="1417493"/>
                </a:lnTo>
                <a:cubicBezTo>
                  <a:pt x="2673769" y="1418026"/>
                  <a:pt x="2673769" y="1418677"/>
                  <a:pt x="2673473" y="1419210"/>
                </a:cubicBezTo>
                <a:lnTo>
                  <a:pt x="2661213" y="1440413"/>
                </a:lnTo>
                <a:cubicBezTo>
                  <a:pt x="2660917" y="1440946"/>
                  <a:pt x="2660325" y="1441301"/>
                  <a:pt x="2659733" y="1441301"/>
                </a:cubicBezTo>
                <a:lnTo>
                  <a:pt x="2635213" y="1441301"/>
                </a:lnTo>
                <a:cubicBezTo>
                  <a:pt x="2634621" y="1441301"/>
                  <a:pt x="2634029" y="1440946"/>
                  <a:pt x="2633733" y="1440413"/>
                </a:cubicBezTo>
                <a:lnTo>
                  <a:pt x="2621473" y="1419210"/>
                </a:lnTo>
                <a:cubicBezTo>
                  <a:pt x="2621177" y="1418677"/>
                  <a:pt x="2621177" y="1418026"/>
                  <a:pt x="2621473" y="1417493"/>
                </a:cubicBezTo>
                <a:lnTo>
                  <a:pt x="2633733" y="1396290"/>
                </a:lnTo>
                <a:cubicBezTo>
                  <a:pt x="2634029" y="1395757"/>
                  <a:pt x="2634621" y="1395402"/>
                  <a:pt x="2635213" y="1395402"/>
                </a:cubicBezTo>
                <a:close/>
                <a:moveTo>
                  <a:pt x="4866992" y="1395343"/>
                </a:moveTo>
                <a:lnTo>
                  <a:pt x="4891630" y="1395343"/>
                </a:lnTo>
                <a:cubicBezTo>
                  <a:pt x="4892222" y="1395343"/>
                  <a:pt x="4892815" y="1395698"/>
                  <a:pt x="4893111" y="1396231"/>
                </a:cubicBezTo>
                <a:lnTo>
                  <a:pt x="4905430" y="1417552"/>
                </a:lnTo>
                <a:cubicBezTo>
                  <a:pt x="4905726" y="1418085"/>
                  <a:pt x="4905726" y="1418737"/>
                  <a:pt x="4905430" y="1419270"/>
                </a:cubicBezTo>
                <a:lnTo>
                  <a:pt x="4893111" y="1440591"/>
                </a:lnTo>
                <a:cubicBezTo>
                  <a:pt x="4892815" y="1441124"/>
                  <a:pt x="4892222" y="1441479"/>
                  <a:pt x="4891630" y="1441479"/>
                </a:cubicBezTo>
                <a:lnTo>
                  <a:pt x="4866992" y="1441479"/>
                </a:lnTo>
                <a:cubicBezTo>
                  <a:pt x="4866400" y="1441479"/>
                  <a:pt x="4865808" y="1441124"/>
                  <a:pt x="4865512" y="1440591"/>
                </a:cubicBezTo>
                <a:lnTo>
                  <a:pt x="4853193" y="1419270"/>
                </a:lnTo>
                <a:cubicBezTo>
                  <a:pt x="4852897" y="1418737"/>
                  <a:pt x="4852897" y="1418085"/>
                  <a:pt x="4853193" y="1417552"/>
                </a:cubicBezTo>
                <a:lnTo>
                  <a:pt x="4865512" y="1396231"/>
                </a:lnTo>
                <a:cubicBezTo>
                  <a:pt x="4865808" y="1395698"/>
                  <a:pt x="4866400" y="1395343"/>
                  <a:pt x="4866992" y="1395343"/>
                </a:cubicBezTo>
                <a:close/>
                <a:moveTo>
                  <a:pt x="4731723" y="1395343"/>
                </a:moveTo>
                <a:lnTo>
                  <a:pt x="4756360" y="1395343"/>
                </a:lnTo>
                <a:cubicBezTo>
                  <a:pt x="4756953" y="1395343"/>
                  <a:pt x="4757545" y="1395698"/>
                  <a:pt x="4757840" y="1396231"/>
                </a:cubicBezTo>
                <a:lnTo>
                  <a:pt x="4770160" y="1417552"/>
                </a:lnTo>
                <a:cubicBezTo>
                  <a:pt x="4770455" y="1418085"/>
                  <a:pt x="4770455" y="1418737"/>
                  <a:pt x="4770160" y="1419270"/>
                </a:cubicBezTo>
                <a:lnTo>
                  <a:pt x="4757840" y="1440591"/>
                </a:lnTo>
                <a:cubicBezTo>
                  <a:pt x="4757545" y="1441124"/>
                  <a:pt x="4756953" y="1441479"/>
                  <a:pt x="4756360" y="1441479"/>
                </a:cubicBezTo>
                <a:lnTo>
                  <a:pt x="4731723" y="1441479"/>
                </a:lnTo>
                <a:cubicBezTo>
                  <a:pt x="4731131" y="1441479"/>
                  <a:pt x="4730538" y="1441124"/>
                  <a:pt x="4730242" y="1440591"/>
                </a:cubicBezTo>
                <a:lnTo>
                  <a:pt x="4717923" y="1419270"/>
                </a:lnTo>
                <a:cubicBezTo>
                  <a:pt x="4717627" y="1418737"/>
                  <a:pt x="4717627" y="1418085"/>
                  <a:pt x="4717923" y="1417552"/>
                </a:cubicBezTo>
                <a:lnTo>
                  <a:pt x="4730242" y="1396231"/>
                </a:lnTo>
                <a:cubicBezTo>
                  <a:pt x="4730538" y="1395698"/>
                  <a:pt x="4731131" y="1395343"/>
                  <a:pt x="4731723" y="1395343"/>
                </a:cubicBezTo>
                <a:close/>
                <a:moveTo>
                  <a:pt x="1282572" y="1395343"/>
                </a:moveTo>
                <a:lnTo>
                  <a:pt x="1307209" y="1395343"/>
                </a:lnTo>
                <a:cubicBezTo>
                  <a:pt x="1307801" y="1395343"/>
                  <a:pt x="1308394" y="1395698"/>
                  <a:pt x="1308690" y="1396231"/>
                </a:cubicBezTo>
                <a:lnTo>
                  <a:pt x="1321009" y="1417552"/>
                </a:lnTo>
                <a:cubicBezTo>
                  <a:pt x="1321305" y="1418085"/>
                  <a:pt x="1321305" y="1418737"/>
                  <a:pt x="1321009" y="1419270"/>
                </a:cubicBezTo>
                <a:lnTo>
                  <a:pt x="1308690" y="1440591"/>
                </a:lnTo>
                <a:cubicBezTo>
                  <a:pt x="1308394" y="1441124"/>
                  <a:pt x="1307801" y="1441479"/>
                  <a:pt x="1307209" y="1441479"/>
                </a:cubicBezTo>
                <a:lnTo>
                  <a:pt x="1282572" y="1441479"/>
                </a:lnTo>
                <a:cubicBezTo>
                  <a:pt x="1281979" y="1441479"/>
                  <a:pt x="1281387" y="1441124"/>
                  <a:pt x="1281091" y="1440591"/>
                </a:cubicBezTo>
                <a:lnTo>
                  <a:pt x="1268772" y="1419270"/>
                </a:lnTo>
                <a:cubicBezTo>
                  <a:pt x="1268476" y="1418737"/>
                  <a:pt x="1268476" y="1418085"/>
                  <a:pt x="1268772" y="1417552"/>
                </a:cubicBezTo>
                <a:lnTo>
                  <a:pt x="1281091" y="1396231"/>
                </a:lnTo>
                <a:cubicBezTo>
                  <a:pt x="1281387" y="1395698"/>
                  <a:pt x="1281979" y="1395343"/>
                  <a:pt x="1282572" y="1395343"/>
                </a:cubicBezTo>
                <a:close/>
                <a:moveTo>
                  <a:pt x="4799239" y="1394987"/>
                </a:moveTo>
                <a:lnTo>
                  <a:pt x="4824172" y="1394987"/>
                </a:lnTo>
                <a:cubicBezTo>
                  <a:pt x="4824824" y="1394987"/>
                  <a:pt x="4825416" y="1395342"/>
                  <a:pt x="4825712" y="1395875"/>
                </a:cubicBezTo>
                <a:lnTo>
                  <a:pt x="4838149" y="1417493"/>
                </a:lnTo>
                <a:cubicBezTo>
                  <a:pt x="4838446" y="1418026"/>
                  <a:pt x="4838446" y="1418736"/>
                  <a:pt x="4838149" y="1419269"/>
                </a:cubicBezTo>
                <a:lnTo>
                  <a:pt x="4825653" y="1440886"/>
                </a:lnTo>
                <a:cubicBezTo>
                  <a:pt x="4825297" y="1441419"/>
                  <a:pt x="4824705" y="1441775"/>
                  <a:pt x="4824113" y="1441775"/>
                </a:cubicBezTo>
                <a:lnTo>
                  <a:pt x="4799180" y="1441775"/>
                </a:lnTo>
                <a:cubicBezTo>
                  <a:pt x="4798527" y="1441775"/>
                  <a:pt x="4797935" y="1441419"/>
                  <a:pt x="4797640" y="1440886"/>
                </a:cubicBezTo>
                <a:lnTo>
                  <a:pt x="4785202" y="1419269"/>
                </a:lnTo>
                <a:cubicBezTo>
                  <a:pt x="4784906" y="1418736"/>
                  <a:pt x="4784906" y="1418026"/>
                  <a:pt x="4785202" y="1417493"/>
                </a:cubicBezTo>
                <a:lnTo>
                  <a:pt x="4797699" y="1395875"/>
                </a:lnTo>
                <a:cubicBezTo>
                  <a:pt x="4798054" y="1395342"/>
                  <a:pt x="4798646" y="1394987"/>
                  <a:pt x="4799239" y="1394987"/>
                </a:cubicBezTo>
                <a:close/>
                <a:moveTo>
                  <a:pt x="2567223" y="1394691"/>
                </a:moveTo>
                <a:lnTo>
                  <a:pt x="2592512" y="1394691"/>
                </a:lnTo>
                <a:cubicBezTo>
                  <a:pt x="2593164" y="1394691"/>
                  <a:pt x="2593756" y="1395046"/>
                  <a:pt x="2594052" y="1395579"/>
                </a:cubicBezTo>
                <a:lnTo>
                  <a:pt x="2606667" y="1417493"/>
                </a:lnTo>
                <a:cubicBezTo>
                  <a:pt x="2606963" y="1418026"/>
                  <a:pt x="2606963" y="1418736"/>
                  <a:pt x="2606667" y="1419269"/>
                </a:cubicBezTo>
                <a:lnTo>
                  <a:pt x="2593993" y="1441183"/>
                </a:lnTo>
                <a:cubicBezTo>
                  <a:pt x="2593697" y="1441716"/>
                  <a:pt x="2593105" y="1442071"/>
                  <a:pt x="2592453" y="1442071"/>
                </a:cubicBezTo>
                <a:lnTo>
                  <a:pt x="2567164" y="1442071"/>
                </a:lnTo>
                <a:cubicBezTo>
                  <a:pt x="2566513" y="1442071"/>
                  <a:pt x="2565920" y="1441716"/>
                  <a:pt x="2565624" y="1441183"/>
                </a:cubicBezTo>
                <a:lnTo>
                  <a:pt x="2553009" y="1419269"/>
                </a:lnTo>
                <a:cubicBezTo>
                  <a:pt x="2552713" y="1418736"/>
                  <a:pt x="2552713" y="1418026"/>
                  <a:pt x="2553009" y="1417493"/>
                </a:cubicBezTo>
                <a:lnTo>
                  <a:pt x="2565683" y="1395579"/>
                </a:lnTo>
                <a:cubicBezTo>
                  <a:pt x="2565979" y="1395046"/>
                  <a:pt x="2566572" y="1394691"/>
                  <a:pt x="2567223" y="1394691"/>
                </a:cubicBezTo>
                <a:close/>
                <a:moveTo>
                  <a:pt x="2229048" y="1394691"/>
                </a:moveTo>
                <a:lnTo>
                  <a:pt x="2254337" y="1394691"/>
                </a:lnTo>
                <a:cubicBezTo>
                  <a:pt x="2254988" y="1394691"/>
                  <a:pt x="2255581" y="1395046"/>
                  <a:pt x="2255877" y="1395579"/>
                </a:cubicBezTo>
                <a:lnTo>
                  <a:pt x="2268492" y="1417493"/>
                </a:lnTo>
                <a:cubicBezTo>
                  <a:pt x="2268788" y="1418026"/>
                  <a:pt x="2268788" y="1418736"/>
                  <a:pt x="2268492" y="1419269"/>
                </a:cubicBezTo>
                <a:lnTo>
                  <a:pt x="2255818" y="1441183"/>
                </a:lnTo>
                <a:cubicBezTo>
                  <a:pt x="2255522" y="1441716"/>
                  <a:pt x="2254930" y="1442071"/>
                  <a:pt x="2254278" y="1442071"/>
                </a:cubicBezTo>
                <a:lnTo>
                  <a:pt x="2228989" y="1442071"/>
                </a:lnTo>
                <a:cubicBezTo>
                  <a:pt x="2228337" y="1442071"/>
                  <a:pt x="2227745" y="1441716"/>
                  <a:pt x="2227449" y="1441183"/>
                </a:cubicBezTo>
                <a:lnTo>
                  <a:pt x="2214834" y="1419269"/>
                </a:lnTo>
                <a:cubicBezTo>
                  <a:pt x="2214538" y="1418736"/>
                  <a:pt x="2214538" y="1418026"/>
                  <a:pt x="2214834" y="1417493"/>
                </a:cubicBezTo>
                <a:lnTo>
                  <a:pt x="2227508" y="1395579"/>
                </a:lnTo>
                <a:cubicBezTo>
                  <a:pt x="2227804" y="1395046"/>
                  <a:pt x="2228396" y="1394691"/>
                  <a:pt x="2229048" y="1394691"/>
                </a:cubicBezTo>
                <a:close/>
                <a:moveTo>
                  <a:pt x="2161294" y="1394514"/>
                </a:moveTo>
                <a:lnTo>
                  <a:pt x="2186820" y="1394514"/>
                </a:lnTo>
                <a:cubicBezTo>
                  <a:pt x="2187412" y="1394514"/>
                  <a:pt x="2188004" y="1394869"/>
                  <a:pt x="2188360" y="1395402"/>
                </a:cubicBezTo>
                <a:lnTo>
                  <a:pt x="2201093" y="1417493"/>
                </a:lnTo>
                <a:cubicBezTo>
                  <a:pt x="2201448" y="1418026"/>
                  <a:pt x="2201448" y="1418737"/>
                  <a:pt x="2201093" y="1419270"/>
                </a:cubicBezTo>
                <a:lnTo>
                  <a:pt x="2188360" y="1441361"/>
                </a:lnTo>
                <a:cubicBezTo>
                  <a:pt x="2188063" y="1441894"/>
                  <a:pt x="2187471" y="1442249"/>
                  <a:pt x="2186820" y="1442249"/>
                </a:cubicBezTo>
                <a:lnTo>
                  <a:pt x="2161294" y="1442249"/>
                </a:lnTo>
                <a:cubicBezTo>
                  <a:pt x="2160701" y="1442249"/>
                  <a:pt x="2160109" y="1441894"/>
                  <a:pt x="2159754" y="1441361"/>
                </a:cubicBezTo>
                <a:lnTo>
                  <a:pt x="2147021" y="1419270"/>
                </a:lnTo>
                <a:cubicBezTo>
                  <a:pt x="2146665" y="1418737"/>
                  <a:pt x="2146665" y="1418026"/>
                  <a:pt x="2147021" y="1417493"/>
                </a:cubicBezTo>
                <a:lnTo>
                  <a:pt x="2159754" y="1395402"/>
                </a:lnTo>
                <a:cubicBezTo>
                  <a:pt x="2160050" y="1394869"/>
                  <a:pt x="2160642" y="1394514"/>
                  <a:pt x="2161294" y="1394514"/>
                </a:cubicBezTo>
                <a:close/>
                <a:moveTo>
                  <a:pt x="2498936" y="1393447"/>
                </a:moveTo>
                <a:lnTo>
                  <a:pt x="2525528" y="1393447"/>
                </a:lnTo>
                <a:cubicBezTo>
                  <a:pt x="2526180" y="1393447"/>
                  <a:pt x="2526772" y="1393803"/>
                  <a:pt x="2527127" y="1394395"/>
                </a:cubicBezTo>
                <a:lnTo>
                  <a:pt x="2540394" y="1417433"/>
                </a:lnTo>
                <a:cubicBezTo>
                  <a:pt x="2540749" y="1418026"/>
                  <a:pt x="2540749" y="1418736"/>
                  <a:pt x="2540394" y="1419329"/>
                </a:cubicBezTo>
                <a:lnTo>
                  <a:pt x="2527068" y="1442367"/>
                </a:lnTo>
                <a:cubicBezTo>
                  <a:pt x="2526772" y="1442959"/>
                  <a:pt x="2526120" y="1443315"/>
                  <a:pt x="2525469" y="1443315"/>
                </a:cubicBezTo>
                <a:lnTo>
                  <a:pt x="2498877" y="1443315"/>
                </a:lnTo>
                <a:cubicBezTo>
                  <a:pt x="2498225" y="1443315"/>
                  <a:pt x="2497633" y="1442959"/>
                  <a:pt x="2497278" y="1442367"/>
                </a:cubicBezTo>
                <a:lnTo>
                  <a:pt x="2484012" y="1419329"/>
                </a:lnTo>
                <a:cubicBezTo>
                  <a:pt x="2483656" y="1418736"/>
                  <a:pt x="2483656" y="1418026"/>
                  <a:pt x="2484012" y="1417433"/>
                </a:cubicBezTo>
                <a:lnTo>
                  <a:pt x="2497337" y="1394395"/>
                </a:lnTo>
                <a:cubicBezTo>
                  <a:pt x="2497633" y="1393803"/>
                  <a:pt x="2498285" y="1393447"/>
                  <a:pt x="2498936" y="1393447"/>
                </a:cubicBezTo>
                <a:close/>
                <a:moveTo>
                  <a:pt x="4197453" y="1349325"/>
                </a:moveTo>
                <a:lnTo>
                  <a:pt x="4208587" y="1349325"/>
                </a:lnTo>
                <a:cubicBezTo>
                  <a:pt x="4208824" y="1349325"/>
                  <a:pt x="4209239" y="1349740"/>
                  <a:pt x="4209239" y="1349740"/>
                </a:cubicBezTo>
                <a:lnTo>
                  <a:pt x="4214806" y="1359393"/>
                </a:lnTo>
                <a:cubicBezTo>
                  <a:pt x="4214925" y="1359630"/>
                  <a:pt x="4214806" y="1360163"/>
                  <a:pt x="4214806" y="1360163"/>
                </a:cubicBezTo>
                <a:lnTo>
                  <a:pt x="4209239" y="1369817"/>
                </a:lnTo>
                <a:cubicBezTo>
                  <a:pt x="4209121" y="1370054"/>
                  <a:pt x="4208587" y="1370231"/>
                  <a:pt x="4208587" y="1370231"/>
                </a:cubicBezTo>
                <a:lnTo>
                  <a:pt x="4197453" y="1370231"/>
                </a:lnTo>
                <a:cubicBezTo>
                  <a:pt x="4197216" y="1370231"/>
                  <a:pt x="4196802" y="1369817"/>
                  <a:pt x="4196802" y="1369817"/>
                </a:cubicBezTo>
                <a:lnTo>
                  <a:pt x="4191235" y="1360163"/>
                </a:lnTo>
                <a:cubicBezTo>
                  <a:pt x="4191116" y="1359926"/>
                  <a:pt x="4191235" y="1359393"/>
                  <a:pt x="4191235" y="1359393"/>
                </a:cubicBezTo>
                <a:lnTo>
                  <a:pt x="4196802" y="1349740"/>
                </a:lnTo>
                <a:cubicBezTo>
                  <a:pt x="4196920" y="1349503"/>
                  <a:pt x="4197453" y="1349325"/>
                  <a:pt x="4197453" y="1349325"/>
                </a:cubicBezTo>
                <a:close/>
                <a:moveTo>
                  <a:pt x="3587730" y="1347489"/>
                </a:moveTo>
                <a:lnTo>
                  <a:pt x="3600878" y="1347489"/>
                </a:lnTo>
                <a:cubicBezTo>
                  <a:pt x="3601234" y="1347489"/>
                  <a:pt x="3601707" y="1347963"/>
                  <a:pt x="3601707" y="1347963"/>
                </a:cubicBezTo>
                <a:lnTo>
                  <a:pt x="3608281" y="1359334"/>
                </a:lnTo>
                <a:cubicBezTo>
                  <a:pt x="3608459" y="1359630"/>
                  <a:pt x="3608281" y="1360282"/>
                  <a:pt x="3608281" y="1360282"/>
                </a:cubicBezTo>
                <a:lnTo>
                  <a:pt x="3601707" y="1371653"/>
                </a:lnTo>
                <a:cubicBezTo>
                  <a:pt x="3601529" y="1371949"/>
                  <a:pt x="3601234" y="1372127"/>
                  <a:pt x="3600878" y="1372127"/>
                </a:cubicBezTo>
                <a:lnTo>
                  <a:pt x="3587730" y="1372127"/>
                </a:lnTo>
                <a:cubicBezTo>
                  <a:pt x="3587374" y="1372127"/>
                  <a:pt x="3586901" y="1371653"/>
                  <a:pt x="3586901" y="1371653"/>
                </a:cubicBezTo>
                <a:lnTo>
                  <a:pt x="3580327" y="1360282"/>
                </a:lnTo>
                <a:cubicBezTo>
                  <a:pt x="3580149" y="1359985"/>
                  <a:pt x="3580327" y="1359334"/>
                  <a:pt x="3580327" y="1359334"/>
                </a:cubicBezTo>
                <a:lnTo>
                  <a:pt x="3586901" y="1347963"/>
                </a:lnTo>
                <a:cubicBezTo>
                  <a:pt x="3587079" y="1347667"/>
                  <a:pt x="3587374" y="1347489"/>
                  <a:pt x="3587730" y="1347489"/>
                </a:cubicBezTo>
                <a:close/>
                <a:moveTo>
                  <a:pt x="1558797" y="1347489"/>
                </a:moveTo>
                <a:lnTo>
                  <a:pt x="1571945" y="1347489"/>
                </a:lnTo>
                <a:cubicBezTo>
                  <a:pt x="1572301" y="1347489"/>
                  <a:pt x="1572774" y="1347963"/>
                  <a:pt x="1572774" y="1347963"/>
                </a:cubicBezTo>
                <a:lnTo>
                  <a:pt x="1579348" y="1359334"/>
                </a:lnTo>
                <a:cubicBezTo>
                  <a:pt x="1579526" y="1359630"/>
                  <a:pt x="1579348" y="1360282"/>
                  <a:pt x="1579348" y="1360282"/>
                </a:cubicBezTo>
                <a:lnTo>
                  <a:pt x="1572774" y="1371653"/>
                </a:lnTo>
                <a:cubicBezTo>
                  <a:pt x="1572597" y="1371949"/>
                  <a:pt x="1572301" y="1372127"/>
                  <a:pt x="1571945" y="1372127"/>
                </a:cubicBezTo>
                <a:lnTo>
                  <a:pt x="1558797" y="1372127"/>
                </a:lnTo>
                <a:cubicBezTo>
                  <a:pt x="1558442" y="1372127"/>
                  <a:pt x="1557968" y="1371653"/>
                  <a:pt x="1557968" y="1371653"/>
                </a:cubicBezTo>
                <a:lnTo>
                  <a:pt x="1551394" y="1360282"/>
                </a:lnTo>
                <a:cubicBezTo>
                  <a:pt x="1551216" y="1359985"/>
                  <a:pt x="1551394" y="1359334"/>
                  <a:pt x="1551394" y="1359334"/>
                </a:cubicBezTo>
                <a:lnTo>
                  <a:pt x="1557968" y="1347963"/>
                </a:lnTo>
                <a:cubicBezTo>
                  <a:pt x="1558146" y="1347667"/>
                  <a:pt x="1558442" y="1347489"/>
                  <a:pt x="1558797" y="1347489"/>
                </a:cubicBezTo>
                <a:close/>
                <a:moveTo>
                  <a:pt x="3519978" y="1347252"/>
                </a:moveTo>
                <a:lnTo>
                  <a:pt x="3533362" y="1347252"/>
                </a:lnTo>
                <a:cubicBezTo>
                  <a:pt x="3533718" y="1347252"/>
                  <a:pt x="3534191" y="1347726"/>
                  <a:pt x="3534191" y="1347726"/>
                </a:cubicBezTo>
                <a:lnTo>
                  <a:pt x="3540884" y="1359275"/>
                </a:lnTo>
                <a:cubicBezTo>
                  <a:pt x="3541062" y="1359571"/>
                  <a:pt x="3540884" y="1360222"/>
                  <a:pt x="3540884" y="1360222"/>
                </a:cubicBezTo>
                <a:lnTo>
                  <a:pt x="3534191" y="1371771"/>
                </a:lnTo>
                <a:cubicBezTo>
                  <a:pt x="3534014" y="1372067"/>
                  <a:pt x="3533718" y="1372245"/>
                  <a:pt x="3533362" y="1372245"/>
                </a:cubicBezTo>
                <a:lnTo>
                  <a:pt x="3519978" y="1372245"/>
                </a:lnTo>
                <a:cubicBezTo>
                  <a:pt x="3519622" y="1372245"/>
                  <a:pt x="3519149" y="1371771"/>
                  <a:pt x="3519149" y="1371771"/>
                </a:cubicBezTo>
                <a:lnTo>
                  <a:pt x="3512456" y="1360222"/>
                </a:lnTo>
                <a:cubicBezTo>
                  <a:pt x="3512278" y="1359926"/>
                  <a:pt x="3512456" y="1359275"/>
                  <a:pt x="3512456" y="1359275"/>
                </a:cubicBezTo>
                <a:lnTo>
                  <a:pt x="3519149" y="1347726"/>
                </a:lnTo>
                <a:cubicBezTo>
                  <a:pt x="3519326" y="1347430"/>
                  <a:pt x="3519622" y="1347252"/>
                  <a:pt x="3519978" y="1347252"/>
                </a:cubicBezTo>
                <a:close/>
                <a:moveTo>
                  <a:pt x="3384707" y="1347134"/>
                </a:moveTo>
                <a:lnTo>
                  <a:pt x="3398151" y="1347134"/>
                </a:lnTo>
                <a:cubicBezTo>
                  <a:pt x="3398507" y="1347134"/>
                  <a:pt x="3398980" y="1347608"/>
                  <a:pt x="3398980" y="1347608"/>
                </a:cubicBezTo>
                <a:lnTo>
                  <a:pt x="3405732" y="1359275"/>
                </a:lnTo>
                <a:cubicBezTo>
                  <a:pt x="3405910" y="1359571"/>
                  <a:pt x="3405732" y="1360223"/>
                  <a:pt x="3405732" y="1360223"/>
                </a:cubicBezTo>
                <a:lnTo>
                  <a:pt x="3398980" y="1371890"/>
                </a:lnTo>
                <a:cubicBezTo>
                  <a:pt x="3398802" y="1372186"/>
                  <a:pt x="3398507" y="1372364"/>
                  <a:pt x="3398151" y="1372364"/>
                </a:cubicBezTo>
                <a:lnTo>
                  <a:pt x="3384707" y="1372364"/>
                </a:lnTo>
                <a:cubicBezTo>
                  <a:pt x="3384352" y="1372364"/>
                  <a:pt x="3383877" y="1371890"/>
                  <a:pt x="3383877" y="1371890"/>
                </a:cubicBezTo>
                <a:lnTo>
                  <a:pt x="3377126" y="1360223"/>
                </a:lnTo>
                <a:cubicBezTo>
                  <a:pt x="3376949" y="1359927"/>
                  <a:pt x="3377126" y="1359275"/>
                  <a:pt x="3377126" y="1359275"/>
                </a:cubicBezTo>
                <a:lnTo>
                  <a:pt x="3383877" y="1347608"/>
                </a:lnTo>
                <a:cubicBezTo>
                  <a:pt x="3384055" y="1347312"/>
                  <a:pt x="3384352" y="1347134"/>
                  <a:pt x="3384707" y="1347134"/>
                </a:cubicBezTo>
                <a:close/>
                <a:moveTo>
                  <a:pt x="3654891" y="1346541"/>
                </a:moveTo>
                <a:lnTo>
                  <a:pt x="3669046" y="1346541"/>
                </a:lnTo>
                <a:cubicBezTo>
                  <a:pt x="3669402" y="1346541"/>
                  <a:pt x="3669757" y="1346719"/>
                  <a:pt x="3669935" y="1347015"/>
                </a:cubicBezTo>
                <a:lnTo>
                  <a:pt x="3676982" y="1359274"/>
                </a:lnTo>
                <a:cubicBezTo>
                  <a:pt x="3677160" y="1359570"/>
                  <a:pt x="3677160" y="1359985"/>
                  <a:pt x="3676982" y="1360281"/>
                </a:cubicBezTo>
                <a:lnTo>
                  <a:pt x="3669935" y="1372541"/>
                </a:lnTo>
                <a:cubicBezTo>
                  <a:pt x="3669698" y="1372837"/>
                  <a:pt x="3669402" y="1373015"/>
                  <a:pt x="3669046" y="1373015"/>
                </a:cubicBezTo>
                <a:lnTo>
                  <a:pt x="3654891" y="1373015"/>
                </a:lnTo>
                <a:cubicBezTo>
                  <a:pt x="3654536" y="1373015"/>
                  <a:pt x="3654181" y="1372837"/>
                  <a:pt x="3654003" y="1372541"/>
                </a:cubicBezTo>
                <a:lnTo>
                  <a:pt x="3646955" y="1360281"/>
                </a:lnTo>
                <a:cubicBezTo>
                  <a:pt x="3646778" y="1359985"/>
                  <a:pt x="3646778" y="1359570"/>
                  <a:pt x="3646955" y="1359274"/>
                </a:cubicBezTo>
                <a:lnTo>
                  <a:pt x="3654003" y="1347015"/>
                </a:lnTo>
                <a:cubicBezTo>
                  <a:pt x="3654240" y="1346719"/>
                  <a:pt x="3654536" y="1346541"/>
                  <a:pt x="3654891" y="1346541"/>
                </a:cubicBezTo>
                <a:close/>
                <a:moveTo>
                  <a:pt x="4127982" y="1345890"/>
                </a:moveTo>
                <a:lnTo>
                  <a:pt x="4142788" y="1345890"/>
                </a:lnTo>
                <a:cubicBezTo>
                  <a:pt x="4143143" y="1345890"/>
                  <a:pt x="4143498" y="1346127"/>
                  <a:pt x="4143676" y="1346423"/>
                </a:cubicBezTo>
                <a:lnTo>
                  <a:pt x="4151079" y="1359216"/>
                </a:lnTo>
                <a:cubicBezTo>
                  <a:pt x="4151257" y="1359571"/>
                  <a:pt x="4151257" y="1359986"/>
                  <a:pt x="4151079" y="1360282"/>
                </a:cubicBezTo>
                <a:lnTo>
                  <a:pt x="4143676" y="1373074"/>
                </a:lnTo>
                <a:cubicBezTo>
                  <a:pt x="4143498" y="1373430"/>
                  <a:pt x="4143143" y="1373607"/>
                  <a:pt x="4142788" y="1373607"/>
                </a:cubicBezTo>
                <a:lnTo>
                  <a:pt x="4127982" y="1373607"/>
                </a:lnTo>
                <a:cubicBezTo>
                  <a:pt x="4127627" y="1373607"/>
                  <a:pt x="4127271" y="1373371"/>
                  <a:pt x="4127093" y="1373074"/>
                </a:cubicBezTo>
                <a:lnTo>
                  <a:pt x="4119690" y="1360282"/>
                </a:lnTo>
                <a:cubicBezTo>
                  <a:pt x="4119513" y="1359926"/>
                  <a:pt x="4119513" y="1359512"/>
                  <a:pt x="4119690" y="1359216"/>
                </a:cubicBezTo>
                <a:lnTo>
                  <a:pt x="4127093" y="1346423"/>
                </a:lnTo>
                <a:cubicBezTo>
                  <a:pt x="4127271" y="1346068"/>
                  <a:pt x="4127627" y="1345890"/>
                  <a:pt x="4127982" y="1345890"/>
                </a:cubicBezTo>
                <a:close/>
                <a:moveTo>
                  <a:pt x="4263134" y="1345712"/>
                </a:moveTo>
                <a:lnTo>
                  <a:pt x="4278117" y="1345712"/>
                </a:lnTo>
                <a:cubicBezTo>
                  <a:pt x="4278473" y="1345712"/>
                  <a:pt x="4278828" y="1345890"/>
                  <a:pt x="4279006" y="1346245"/>
                </a:cubicBezTo>
                <a:lnTo>
                  <a:pt x="4286527" y="1359275"/>
                </a:lnTo>
                <a:cubicBezTo>
                  <a:pt x="4286705" y="1359630"/>
                  <a:pt x="4286705" y="1359985"/>
                  <a:pt x="4286527" y="1360341"/>
                </a:cubicBezTo>
                <a:lnTo>
                  <a:pt x="4279006" y="1373370"/>
                </a:lnTo>
                <a:cubicBezTo>
                  <a:pt x="4278828" y="1373726"/>
                  <a:pt x="4278473" y="1373903"/>
                  <a:pt x="4278117" y="1373903"/>
                </a:cubicBezTo>
                <a:lnTo>
                  <a:pt x="4263134" y="1373903"/>
                </a:lnTo>
                <a:cubicBezTo>
                  <a:pt x="4262778" y="1373903"/>
                  <a:pt x="4262423" y="1373726"/>
                  <a:pt x="4262245" y="1373370"/>
                </a:cubicBezTo>
                <a:lnTo>
                  <a:pt x="4254723" y="1360341"/>
                </a:lnTo>
                <a:cubicBezTo>
                  <a:pt x="4254546" y="1359985"/>
                  <a:pt x="4254546" y="1359630"/>
                  <a:pt x="4254723" y="1359275"/>
                </a:cubicBezTo>
                <a:lnTo>
                  <a:pt x="4262245" y="1346245"/>
                </a:lnTo>
                <a:cubicBezTo>
                  <a:pt x="4262423" y="1345890"/>
                  <a:pt x="4262778" y="1345712"/>
                  <a:pt x="4263134" y="1345712"/>
                </a:cubicBezTo>
                <a:close/>
                <a:moveTo>
                  <a:pt x="746229" y="1345475"/>
                </a:moveTo>
                <a:lnTo>
                  <a:pt x="761450" y="1345475"/>
                </a:lnTo>
                <a:cubicBezTo>
                  <a:pt x="761864" y="1345475"/>
                  <a:pt x="762220" y="1345653"/>
                  <a:pt x="762397" y="1346008"/>
                </a:cubicBezTo>
                <a:lnTo>
                  <a:pt x="770037" y="1359215"/>
                </a:lnTo>
                <a:cubicBezTo>
                  <a:pt x="770215" y="1359511"/>
                  <a:pt x="770215" y="1359926"/>
                  <a:pt x="770037" y="1360281"/>
                </a:cubicBezTo>
                <a:lnTo>
                  <a:pt x="762397" y="1373488"/>
                </a:lnTo>
                <a:cubicBezTo>
                  <a:pt x="762160" y="1373785"/>
                  <a:pt x="761805" y="1374021"/>
                  <a:pt x="761450" y="1374021"/>
                </a:cubicBezTo>
                <a:lnTo>
                  <a:pt x="746229" y="1374021"/>
                </a:lnTo>
                <a:cubicBezTo>
                  <a:pt x="745814" y="1374021"/>
                  <a:pt x="745459" y="1373844"/>
                  <a:pt x="745281" y="1373488"/>
                </a:cubicBezTo>
                <a:lnTo>
                  <a:pt x="737641" y="1360281"/>
                </a:lnTo>
                <a:cubicBezTo>
                  <a:pt x="737464" y="1359985"/>
                  <a:pt x="737464" y="1359570"/>
                  <a:pt x="737641" y="1359215"/>
                </a:cubicBezTo>
                <a:lnTo>
                  <a:pt x="745281" y="1346008"/>
                </a:lnTo>
                <a:cubicBezTo>
                  <a:pt x="745518" y="1345712"/>
                  <a:pt x="745873" y="1345475"/>
                  <a:pt x="746229" y="1345475"/>
                </a:cubicBezTo>
                <a:close/>
                <a:moveTo>
                  <a:pt x="678120" y="1344587"/>
                </a:moveTo>
                <a:lnTo>
                  <a:pt x="694348" y="1344587"/>
                </a:lnTo>
                <a:cubicBezTo>
                  <a:pt x="694763" y="1344587"/>
                  <a:pt x="695118" y="1344824"/>
                  <a:pt x="695355" y="1345179"/>
                </a:cubicBezTo>
                <a:lnTo>
                  <a:pt x="703469" y="1359216"/>
                </a:lnTo>
                <a:cubicBezTo>
                  <a:pt x="703705" y="1359571"/>
                  <a:pt x="703705" y="1359986"/>
                  <a:pt x="703469" y="1360341"/>
                </a:cubicBezTo>
                <a:lnTo>
                  <a:pt x="695355" y="1374377"/>
                </a:lnTo>
                <a:cubicBezTo>
                  <a:pt x="695118" y="1374733"/>
                  <a:pt x="694763" y="1374970"/>
                  <a:pt x="694348" y="1374970"/>
                </a:cubicBezTo>
                <a:lnTo>
                  <a:pt x="678120" y="1374970"/>
                </a:lnTo>
                <a:cubicBezTo>
                  <a:pt x="677706" y="1374970"/>
                  <a:pt x="677351" y="1374733"/>
                  <a:pt x="677113" y="1374377"/>
                </a:cubicBezTo>
                <a:lnTo>
                  <a:pt x="669000" y="1360341"/>
                </a:lnTo>
                <a:cubicBezTo>
                  <a:pt x="668763" y="1359986"/>
                  <a:pt x="668763" y="1359571"/>
                  <a:pt x="669000" y="1359216"/>
                </a:cubicBezTo>
                <a:lnTo>
                  <a:pt x="677113" y="1345179"/>
                </a:lnTo>
                <a:cubicBezTo>
                  <a:pt x="677351" y="1344824"/>
                  <a:pt x="677706" y="1344587"/>
                  <a:pt x="678120" y="1344587"/>
                </a:cubicBezTo>
                <a:close/>
                <a:moveTo>
                  <a:pt x="3721284" y="1344291"/>
                </a:moveTo>
                <a:lnTo>
                  <a:pt x="3737866" y="1344291"/>
                </a:lnTo>
                <a:cubicBezTo>
                  <a:pt x="3738281" y="1344291"/>
                  <a:pt x="3738636" y="1344528"/>
                  <a:pt x="3738873" y="1344883"/>
                </a:cubicBezTo>
                <a:lnTo>
                  <a:pt x="3747165" y="1359216"/>
                </a:lnTo>
                <a:cubicBezTo>
                  <a:pt x="3747401" y="1359571"/>
                  <a:pt x="3747401" y="1360045"/>
                  <a:pt x="3747165" y="1360400"/>
                </a:cubicBezTo>
                <a:lnTo>
                  <a:pt x="3738873" y="1374733"/>
                </a:lnTo>
                <a:cubicBezTo>
                  <a:pt x="3738636" y="1375088"/>
                  <a:pt x="3738281" y="1375325"/>
                  <a:pt x="3737866" y="1375325"/>
                </a:cubicBezTo>
                <a:lnTo>
                  <a:pt x="3721284" y="1375325"/>
                </a:lnTo>
                <a:cubicBezTo>
                  <a:pt x="3720869" y="1375325"/>
                  <a:pt x="3720514" y="1375088"/>
                  <a:pt x="3720277" y="1374733"/>
                </a:cubicBezTo>
                <a:lnTo>
                  <a:pt x="3711985" y="1360400"/>
                </a:lnTo>
                <a:cubicBezTo>
                  <a:pt x="3711748" y="1360045"/>
                  <a:pt x="3711748" y="1359571"/>
                  <a:pt x="3711985" y="1359216"/>
                </a:cubicBezTo>
                <a:lnTo>
                  <a:pt x="3720277" y="1344883"/>
                </a:lnTo>
                <a:cubicBezTo>
                  <a:pt x="3720514" y="1344528"/>
                  <a:pt x="3720869" y="1344291"/>
                  <a:pt x="3721284" y="1344291"/>
                </a:cubicBezTo>
                <a:close/>
                <a:moveTo>
                  <a:pt x="3450446" y="1343639"/>
                </a:moveTo>
                <a:lnTo>
                  <a:pt x="3467681" y="1343639"/>
                </a:lnTo>
                <a:cubicBezTo>
                  <a:pt x="3468096" y="1343639"/>
                  <a:pt x="3468510" y="1343876"/>
                  <a:pt x="3468747" y="1344231"/>
                </a:cubicBezTo>
                <a:lnTo>
                  <a:pt x="3477335" y="1359156"/>
                </a:lnTo>
                <a:cubicBezTo>
                  <a:pt x="3477572" y="1359570"/>
                  <a:pt x="3477572" y="1360044"/>
                  <a:pt x="3477335" y="1360400"/>
                </a:cubicBezTo>
                <a:lnTo>
                  <a:pt x="3468688" y="1375324"/>
                </a:lnTo>
                <a:cubicBezTo>
                  <a:pt x="3468451" y="1375680"/>
                  <a:pt x="3468037" y="1375917"/>
                  <a:pt x="3467622" y="1375917"/>
                </a:cubicBezTo>
                <a:lnTo>
                  <a:pt x="3450388" y="1375917"/>
                </a:lnTo>
                <a:cubicBezTo>
                  <a:pt x="3449973" y="1375917"/>
                  <a:pt x="3449558" y="1375680"/>
                  <a:pt x="3449321" y="1375324"/>
                </a:cubicBezTo>
                <a:lnTo>
                  <a:pt x="3440734" y="1360400"/>
                </a:lnTo>
                <a:cubicBezTo>
                  <a:pt x="3440497" y="1359985"/>
                  <a:pt x="3440497" y="1359511"/>
                  <a:pt x="3440734" y="1359156"/>
                </a:cubicBezTo>
                <a:lnTo>
                  <a:pt x="3449380" y="1344231"/>
                </a:lnTo>
                <a:cubicBezTo>
                  <a:pt x="3449618" y="1343876"/>
                  <a:pt x="3450032" y="1343639"/>
                  <a:pt x="3450446" y="1343639"/>
                </a:cubicBezTo>
                <a:close/>
                <a:moveTo>
                  <a:pt x="4329525" y="1343462"/>
                </a:moveTo>
                <a:lnTo>
                  <a:pt x="4346996" y="1343462"/>
                </a:lnTo>
                <a:cubicBezTo>
                  <a:pt x="4347411" y="1343462"/>
                  <a:pt x="4347825" y="1343699"/>
                  <a:pt x="4348062" y="1344054"/>
                </a:cubicBezTo>
                <a:lnTo>
                  <a:pt x="4356768" y="1359157"/>
                </a:lnTo>
                <a:cubicBezTo>
                  <a:pt x="4357005" y="1359571"/>
                  <a:pt x="4357005" y="1360045"/>
                  <a:pt x="4356768" y="1360400"/>
                </a:cubicBezTo>
                <a:lnTo>
                  <a:pt x="4348062" y="1375503"/>
                </a:lnTo>
                <a:cubicBezTo>
                  <a:pt x="4347825" y="1375858"/>
                  <a:pt x="4347411" y="1376095"/>
                  <a:pt x="4346996" y="1376095"/>
                </a:cubicBezTo>
                <a:lnTo>
                  <a:pt x="4329525" y="1376095"/>
                </a:lnTo>
                <a:cubicBezTo>
                  <a:pt x="4329110" y="1376095"/>
                  <a:pt x="4328695" y="1375858"/>
                  <a:pt x="4328458" y="1375503"/>
                </a:cubicBezTo>
                <a:lnTo>
                  <a:pt x="4319752" y="1360400"/>
                </a:lnTo>
                <a:cubicBezTo>
                  <a:pt x="4319516" y="1359986"/>
                  <a:pt x="4319516" y="1359512"/>
                  <a:pt x="4319752" y="1359157"/>
                </a:cubicBezTo>
                <a:lnTo>
                  <a:pt x="4328458" y="1344054"/>
                </a:lnTo>
                <a:cubicBezTo>
                  <a:pt x="4328695" y="1343699"/>
                  <a:pt x="4329110" y="1343462"/>
                  <a:pt x="4329525" y="1343462"/>
                </a:cubicBezTo>
                <a:close/>
                <a:moveTo>
                  <a:pt x="1083101" y="1343106"/>
                </a:moveTo>
                <a:lnTo>
                  <a:pt x="1100869" y="1343106"/>
                </a:lnTo>
                <a:cubicBezTo>
                  <a:pt x="1101283" y="1343106"/>
                  <a:pt x="1101698" y="1343343"/>
                  <a:pt x="1101935" y="1343758"/>
                </a:cubicBezTo>
                <a:lnTo>
                  <a:pt x="1110819" y="1359156"/>
                </a:lnTo>
                <a:cubicBezTo>
                  <a:pt x="1111056" y="1359511"/>
                  <a:pt x="1111056" y="1359985"/>
                  <a:pt x="1110819" y="1360400"/>
                </a:cubicBezTo>
                <a:lnTo>
                  <a:pt x="1101935" y="1375798"/>
                </a:lnTo>
                <a:cubicBezTo>
                  <a:pt x="1101698" y="1376213"/>
                  <a:pt x="1101283" y="1376450"/>
                  <a:pt x="1100869" y="1376450"/>
                </a:cubicBezTo>
                <a:lnTo>
                  <a:pt x="1083101" y="1376450"/>
                </a:lnTo>
                <a:cubicBezTo>
                  <a:pt x="1082687" y="1376450"/>
                  <a:pt x="1082272" y="1376213"/>
                  <a:pt x="1082035" y="1375798"/>
                </a:cubicBezTo>
                <a:lnTo>
                  <a:pt x="1073152" y="1360400"/>
                </a:lnTo>
                <a:cubicBezTo>
                  <a:pt x="1072915" y="1360044"/>
                  <a:pt x="1072915" y="1359571"/>
                  <a:pt x="1073152" y="1359156"/>
                </a:cubicBezTo>
                <a:lnTo>
                  <a:pt x="1082035" y="1343758"/>
                </a:lnTo>
                <a:cubicBezTo>
                  <a:pt x="1082272" y="1343343"/>
                  <a:pt x="1082687" y="1343106"/>
                  <a:pt x="1083101" y="1343106"/>
                </a:cubicBezTo>
                <a:close/>
                <a:moveTo>
                  <a:pt x="4396863" y="1342928"/>
                </a:moveTo>
                <a:lnTo>
                  <a:pt x="4414868" y="1342928"/>
                </a:lnTo>
                <a:cubicBezTo>
                  <a:pt x="4415341" y="1342928"/>
                  <a:pt x="4415756" y="1343165"/>
                  <a:pt x="4415993" y="1343580"/>
                </a:cubicBezTo>
                <a:lnTo>
                  <a:pt x="4424995" y="1359156"/>
                </a:lnTo>
                <a:cubicBezTo>
                  <a:pt x="4425232" y="1359511"/>
                  <a:pt x="4425232" y="1359985"/>
                  <a:pt x="4424995" y="1360399"/>
                </a:cubicBezTo>
                <a:lnTo>
                  <a:pt x="4415993" y="1375976"/>
                </a:lnTo>
                <a:cubicBezTo>
                  <a:pt x="4415756" y="1376390"/>
                  <a:pt x="4415341" y="1376627"/>
                  <a:pt x="4414868" y="1376627"/>
                </a:cubicBezTo>
                <a:lnTo>
                  <a:pt x="4396863" y="1376627"/>
                </a:lnTo>
                <a:cubicBezTo>
                  <a:pt x="4396390" y="1376627"/>
                  <a:pt x="4395975" y="1376390"/>
                  <a:pt x="4395738" y="1375976"/>
                </a:cubicBezTo>
                <a:lnTo>
                  <a:pt x="4386736" y="1360399"/>
                </a:lnTo>
                <a:cubicBezTo>
                  <a:pt x="4386499" y="1360044"/>
                  <a:pt x="4386499" y="1359570"/>
                  <a:pt x="4386736" y="1359156"/>
                </a:cubicBezTo>
                <a:lnTo>
                  <a:pt x="4395738" y="1343580"/>
                </a:lnTo>
                <a:cubicBezTo>
                  <a:pt x="4395975" y="1343165"/>
                  <a:pt x="4396390" y="1342928"/>
                  <a:pt x="4396863" y="1342928"/>
                </a:cubicBezTo>
                <a:close/>
                <a:moveTo>
                  <a:pt x="4464439" y="1342810"/>
                </a:moveTo>
                <a:lnTo>
                  <a:pt x="4482562" y="1342810"/>
                </a:lnTo>
                <a:cubicBezTo>
                  <a:pt x="4483036" y="1342810"/>
                  <a:pt x="4483450" y="1343047"/>
                  <a:pt x="4483688" y="1343462"/>
                </a:cubicBezTo>
                <a:lnTo>
                  <a:pt x="4492749" y="1359156"/>
                </a:lnTo>
                <a:cubicBezTo>
                  <a:pt x="4492986" y="1359571"/>
                  <a:pt x="4492986" y="1360045"/>
                  <a:pt x="4492749" y="1360459"/>
                </a:cubicBezTo>
                <a:lnTo>
                  <a:pt x="4483688" y="1376154"/>
                </a:lnTo>
                <a:cubicBezTo>
                  <a:pt x="4483450" y="1376568"/>
                  <a:pt x="4483036" y="1376805"/>
                  <a:pt x="4482562" y="1376805"/>
                </a:cubicBezTo>
                <a:lnTo>
                  <a:pt x="4464439" y="1376805"/>
                </a:lnTo>
                <a:cubicBezTo>
                  <a:pt x="4463965" y="1376805"/>
                  <a:pt x="4463551" y="1376568"/>
                  <a:pt x="4463314" y="1376154"/>
                </a:cubicBezTo>
                <a:lnTo>
                  <a:pt x="4454253" y="1360459"/>
                </a:lnTo>
                <a:cubicBezTo>
                  <a:pt x="4454016" y="1360045"/>
                  <a:pt x="4454016" y="1359571"/>
                  <a:pt x="4454253" y="1359156"/>
                </a:cubicBezTo>
                <a:lnTo>
                  <a:pt x="4463314" y="1343462"/>
                </a:lnTo>
                <a:cubicBezTo>
                  <a:pt x="4463551" y="1343047"/>
                  <a:pt x="4463965" y="1342810"/>
                  <a:pt x="4464439" y="1342810"/>
                </a:cubicBezTo>
                <a:close/>
                <a:moveTo>
                  <a:pt x="609478" y="1342810"/>
                </a:moveTo>
                <a:lnTo>
                  <a:pt x="627601" y="1342810"/>
                </a:lnTo>
                <a:cubicBezTo>
                  <a:pt x="628075" y="1342810"/>
                  <a:pt x="628490" y="1343047"/>
                  <a:pt x="628727" y="1343462"/>
                </a:cubicBezTo>
                <a:lnTo>
                  <a:pt x="637788" y="1359156"/>
                </a:lnTo>
                <a:cubicBezTo>
                  <a:pt x="638025" y="1359571"/>
                  <a:pt x="638025" y="1360045"/>
                  <a:pt x="637788" y="1360459"/>
                </a:cubicBezTo>
                <a:lnTo>
                  <a:pt x="628727" y="1376154"/>
                </a:lnTo>
                <a:cubicBezTo>
                  <a:pt x="628490" y="1376568"/>
                  <a:pt x="628075" y="1376805"/>
                  <a:pt x="627601" y="1376805"/>
                </a:cubicBezTo>
                <a:lnTo>
                  <a:pt x="609478" y="1376805"/>
                </a:lnTo>
                <a:cubicBezTo>
                  <a:pt x="609005" y="1376805"/>
                  <a:pt x="608590" y="1376568"/>
                  <a:pt x="608353" y="1376154"/>
                </a:cubicBezTo>
                <a:lnTo>
                  <a:pt x="599292" y="1360459"/>
                </a:lnTo>
                <a:cubicBezTo>
                  <a:pt x="599055" y="1360045"/>
                  <a:pt x="599055" y="1359571"/>
                  <a:pt x="599292" y="1359156"/>
                </a:cubicBezTo>
                <a:lnTo>
                  <a:pt x="608353" y="1343462"/>
                </a:lnTo>
                <a:cubicBezTo>
                  <a:pt x="608590" y="1343047"/>
                  <a:pt x="609005" y="1342810"/>
                  <a:pt x="609478" y="1342810"/>
                </a:cubicBezTo>
                <a:close/>
                <a:moveTo>
                  <a:pt x="812206" y="1342395"/>
                </a:moveTo>
                <a:lnTo>
                  <a:pt x="830744" y="1342395"/>
                </a:lnTo>
                <a:cubicBezTo>
                  <a:pt x="831218" y="1342395"/>
                  <a:pt x="831632" y="1342632"/>
                  <a:pt x="831869" y="1343047"/>
                </a:cubicBezTo>
                <a:lnTo>
                  <a:pt x="841108" y="1359097"/>
                </a:lnTo>
                <a:cubicBezTo>
                  <a:pt x="841345" y="1359511"/>
                  <a:pt x="841345" y="1359985"/>
                  <a:pt x="841108" y="1360399"/>
                </a:cubicBezTo>
                <a:lnTo>
                  <a:pt x="831810" y="1376449"/>
                </a:lnTo>
                <a:cubicBezTo>
                  <a:pt x="831573" y="1376864"/>
                  <a:pt x="831158" y="1377101"/>
                  <a:pt x="830684" y="1377101"/>
                </a:cubicBezTo>
                <a:lnTo>
                  <a:pt x="812147" y="1377101"/>
                </a:lnTo>
                <a:cubicBezTo>
                  <a:pt x="811673" y="1377101"/>
                  <a:pt x="811259" y="1376864"/>
                  <a:pt x="811022" y="1376449"/>
                </a:cubicBezTo>
                <a:lnTo>
                  <a:pt x="801783" y="1360399"/>
                </a:lnTo>
                <a:cubicBezTo>
                  <a:pt x="801546" y="1359985"/>
                  <a:pt x="801546" y="1359511"/>
                  <a:pt x="801783" y="1359097"/>
                </a:cubicBezTo>
                <a:lnTo>
                  <a:pt x="811081" y="1343047"/>
                </a:lnTo>
                <a:cubicBezTo>
                  <a:pt x="811318" y="1342632"/>
                  <a:pt x="811733" y="1342395"/>
                  <a:pt x="812206" y="1342395"/>
                </a:cubicBezTo>
                <a:close/>
                <a:moveTo>
                  <a:pt x="541547" y="1342218"/>
                </a:moveTo>
                <a:lnTo>
                  <a:pt x="560322" y="1342218"/>
                </a:lnTo>
                <a:cubicBezTo>
                  <a:pt x="560796" y="1342218"/>
                  <a:pt x="561210" y="1342455"/>
                  <a:pt x="561447" y="1342870"/>
                </a:cubicBezTo>
                <a:lnTo>
                  <a:pt x="570805" y="1359097"/>
                </a:lnTo>
                <a:cubicBezTo>
                  <a:pt x="571042" y="1359453"/>
                  <a:pt x="571042" y="1359986"/>
                  <a:pt x="570805" y="1360400"/>
                </a:cubicBezTo>
                <a:lnTo>
                  <a:pt x="561388" y="1376628"/>
                </a:lnTo>
                <a:cubicBezTo>
                  <a:pt x="561151" y="1377042"/>
                  <a:pt x="560737" y="1377279"/>
                  <a:pt x="560263" y="1377279"/>
                </a:cubicBezTo>
                <a:lnTo>
                  <a:pt x="541489" y="1377279"/>
                </a:lnTo>
                <a:cubicBezTo>
                  <a:pt x="541015" y="1377279"/>
                  <a:pt x="540600" y="1377042"/>
                  <a:pt x="540363" y="1376628"/>
                </a:cubicBezTo>
                <a:lnTo>
                  <a:pt x="531006" y="1360400"/>
                </a:lnTo>
                <a:cubicBezTo>
                  <a:pt x="530769" y="1360045"/>
                  <a:pt x="530769" y="1359512"/>
                  <a:pt x="531006" y="1359097"/>
                </a:cubicBezTo>
                <a:lnTo>
                  <a:pt x="540422" y="1342870"/>
                </a:lnTo>
                <a:cubicBezTo>
                  <a:pt x="540659" y="1342455"/>
                  <a:pt x="541074" y="1342218"/>
                  <a:pt x="541547" y="1342218"/>
                </a:cubicBezTo>
                <a:close/>
                <a:moveTo>
                  <a:pt x="1488320" y="1342099"/>
                </a:moveTo>
                <a:lnTo>
                  <a:pt x="1507213" y="1342099"/>
                </a:lnTo>
                <a:cubicBezTo>
                  <a:pt x="1507627" y="1342099"/>
                  <a:pt x="1508101" y="1342336"/>
                  <a:pt x="1508338" y="1342750"/>
                </a:cubicBezTo>
                <a:lnTo>
                  <a:pt x="1517755" y="1359097"/>
                </a:lnTo>
                <a:cubicBezTo>
                  <a:pt x="1517992" y="1359511"/>
                  <a:pt x="1517992" y="1360044"/>
                  <a:pt x="1517755" y="1360459"/>
                </a:cubicBezTo>
                <a:lnTo>
                  <a:pt x="1508338" y="1376805"/>
                </a:lnTo>
                <a:cubicBezTo>
                  <a:pt x="1508101" y="1377219"/>
                  <a:pt x="1507686" y="1377456"/>
                  <a:pt x="1507213" y="1377456"/>
                </a:cubicBezTo>
                <a:lnTo>
                  <a:pt x="1488320" y="1377456"/>
                </a:lnTo>
                <a:cubicBezTo>
                  <a:pt x="1487905" y="1377456"/>
                  <a:pt x="1487431" y="1377219"/>
                  <a:pt x="1487195" y="1376805"/>
                </a:cubicBezTo>
                <a:lnTo>
                  <a:pt x="1477778" y="1360459"/>
                </a:lnTo>
                <a:cubicBezTo>
                  <a:pt x="1477541" y="1360044"/>
                  <a:pt x="1477541" y="1359511"/>
                  <a:pt x="1477778" y="1359097"/>
                </a:cubicBezTo>
                <a:lnTo>
                  <a:pt x="1487195" y="1342750"/>
                </a:lnTo>
                <a:cubicBezTo>
                  <a:pt x="1487431" y="1342336"/>
                  <a:pt x="1487846" y="1342099"/>
                  <a:pt x="1488320" y="1342099"/>
                </a:cubicBezTo>
                <a:close/>
                <a:moveTo>
                  <a:pt x="879604" y="1341981"/>
                </a:moveTo>
                <a:lnTo>
                  <a:pt x="898615" y="1341981"/>
                </a:lnTo>
                <a:cubicBezTo>
                  <a:pt x="899089" y="1341981"/>
                  <a:pt x="899563" y="1342218"/>
                  <a:pt x="899800" y="1342632"/>
                </a:cubicBezTo>
                <a:lnTo>
                  <a:pt x="909276" y="1359097"/>
                </a:lnTo>
                <a:cubicBezTo>
                  <a:pt x="909513" y="1359512"/>
                  <a:pt x="909513" y="1360045"/>
                  <a:pt x="909276" y="1360459"/>
                </a:cubicBezTo>
                <a:lnTo>
                  <a:pt x="899800" y="1376924"/>
                </a:lnTo>
                <a:cubicBezTo>
                  <a:pt x="899504" y="1377338"/>
                  <a:pt x="899089" y="1377575"/>
                  <a:pt x="898615" y="1377575"/>
                </a:cubicBezTo>
                <a:lnTo>
                  <a:pt x="879604" y="1377575"/>
                </a:lnTo>
                <a:cubicBezTo>
                  <a:pt x="879130" y="1377575"/>
                  <a:pt x="878657" y="1377338"/>
                  <a:pt x="878419" y="1376924"/>
                </a:cubicBezTo>
                <a:lnTo>
                  <a:pt x="868944" y="1360459"/>
                </a:lnTo>
                <a:cubicBezTo>
                  <a:pt x="868707" y="1360045"/>
                  <a:pt x="868707" y="1359512"/>
                  <a:pt x="868944" y="1359097"/>
                </a:cubicBezTo>
                <a:lnTo>
                  <a:pt x="878419" y="1342632"/>
                </a:lnTo>
                <a:cubicBezTo>
                  <a:pt x="878716" y="1342218"/>
                  <a:pt x="879130" y="1341981"/>
                  <a:pt x="879604" y="1341981"/>
                </a:cubicBezTo>
                <a:close/>
                <a:moveTo>
                  <a:pt x="406100" y="1341803"/>
                </a:moveTo>
                <a:lnTo>
                  <a:pt x="425289" y="1341803"/>
                </a:lnTo>
                <a:cubicBezTo>
                  <a:pt x="425762" y="1341803"/>
                  <a:pt x="426236" y="1342040"/>
                  <a:pt x="426473" y="1342455"/>
                </a:cubicBezTo>
                <a:lnTo>
                  <a:pt x="436067" y="1359097"/>
                </a:lnTo>
                <a:cubicBezTo>
                  <a:pt x="436305" y="1359511"/>
                  <a:pt x="436305" y="1360044"/>
                  <a:pt x="436067" y="1360459"/>
                </a:cubicBezTo>
                <a:lnTo>
                  <a:pt x="426473" y="1377101"/>
                </a:lnTo>
                <a:cubicBezTo>
                  <a:pt x="426236" y="1377516"/>
                  <a:pt x="425762" y="1377753"/>
                  <a:pt x="425289" y="1377753"/>
                </a:cubicBezTo>
                <a:lnTo>
                  <a:pt x="406100" y="1377753"/>
                </a:lnTo>
                <a:cubicBezTo>
                  <a:pt x="405626" y="1377753"/>
                  <a:pt x="405152" y="1377516"/>
                  <a:pt x="404915" y="1377101"/>
                </a:cubicBezTo>
                <a:lnTo>
                  <a:pt x="395321" y="1360459"/>
                </a:lnTo>
                <a:cubicBezTo>
                  <a:pt x="395084" y="1360044"/>
                  <a:pt x="395084" y="1359511"/>
                  <a:pt x="395321" y="1359097"/>
                </a:cubicBezTo>
                <a:lnTo>
                  <a:pt x="404915" y="1342455"/>
                </a:lnTo>
                <a:cubicBezTo>
                  <a:pt x="405152" y="1342040"/>
                  <a:pt x="405626" y="1341803"/>
                  <a:pt x="406100" y="1341803"/>
                </a:cubicBezTo>
                <a:close/>
                <a:moveTo>
                  <a:pt x="1149788" y="1341389"/>
                </a:moveTo>
                <a:lnTo>
                  <a:pt x="1169451" y="1341389"/>
                </a:lnTo>
                <a:cubicBezTo>
                  <a:pt x="1169925" y="1341389"/>
                  <a:pt x="1170399" y="1341685"/>
                  <a:pt x="1170636" y="1342100"/>
                </a:cubicBezTo>
                <a:lnTo>
                  <a:pt x="1180467" y="1359097"/>
                </a:lnTo>
                <a:cubicBezTo>
                  <a:pt x="1180704" y="1359512"/>
                  <a:pt x="1180704" y="1360045"/>
                  <a:pt x="1180467" y="1360459"/>
                </a:cubicBezTo>
                <a:lnTo>
                  <a:pt x="1170636" y="1377457"/>
                </a:lnTo>
                <a:cubicBezTo>
                  <a:pt x="1170399" y="1377872"/>
                  <a:pt x="1169925" y="1378168"/>
                  <a:pt x="1169451" y="1378168"/>
                </a:cubicBezTo>
                <a:lnTo>
                  <a:pt x="1149788" y="1378168"/>
                </a:lnTo>
                <a:cubicBezTo>
                  <a:pt x="1149315" y="1378168"/>
                  <a:pt x="1148841" y="1377872"/>
                  <a:pt x="1148604" y="1377457"/>
                </a:cubicBezTo>
                <a:lnTo>
                  <a:pt x="1138773" y="1360459"/>
                </a:lnTo>
                <a:cubicBezTo>
                  <a:pt x="1138536" y="1360045"/>
                  <a:pt x="1138536" y="1359512"/>
                  <a:pt x="1138773" y="1359097"/>
                </a:cubicBezTo>
                <a:lnTo>
                  <a:pt x="1148604" y="1342100"/>
                </a:lnTo>
                <a:cubicBezTo>
                  <a:pt x="1148841" y="1341685"/>
                  <a:pt x="1149315" y="1341389"/>
                  <a:pt x="1149788" y="1341389"/>
                </a:cubicBezTo>
                <a:close/>
                <a:moveTo>
                  <a:pt x="946883" y="1341389"/>
                </a:moveTo>
                <a:lnTo>
                  <a:pt x="966546" y="1341389"/>
                </a:lnTo>
                <a:cubicBezTo>
                  <a:pt x="967020" y="1341389"/>
                  <a:pt x="967494" y="1341685"/>
                  <a:pt x="967731" y="1342100"/>
                </a:cubicBezTo>
                <a:lnTo>
                  <a:pt x="977562" y="1359097"/>
                </a:lnTo>
                <a:cubicBezTo>
                  <a:pt x="977799" y="1359512"/>
                  <a:pt x="977799" y="1360045"/>
                  <a:pt x="977562" y="1360459"/>
                </a:cubicBezTo>
                <a:lnTo>
                  <a:pt x="967731" y="1377457"/>
                </a:lnTo>
                <a:cubicBezTo>
                  <a:pt x="967494" y="1377872"/>
                  <a:pt x="967020" y="1378168"/>
                  <a:pt x="966546" y="1378168"/>
                </a:cubicBezTo>
                <a:lnTo>
                  <a:pt x="946883" y="1378168"/>
                </a:lnTo>
                <a:cubicBezTo>
                  <a:pt x="946410" y="1378168"/>
                  <a:pt x="945936" y="1377872"/>
                  <a:pt x="945699" y="1377457"/>
                </a:cubicBezTo>
                <a:lnTo>
                  <a:pt x="935868" y="1360459"/>
                </a:lnTo>
                <a:cubicBezTo>
                  <a:pt x="935631" y="1360045"/>
                  <a:pt x="935631" y="1359512"/>
                  <a:pt x="935868" y="1359097"/>
                </a:cubicBezTo>
                <a:lnTo>
                  <a:pt x="945699" y="1342100"/>
                </a:lnTo>
                <a:cubicBezTo>
                  <a:pt x="945936" y="1341685"/>
                  <a:pt x="946410" y="1341389"/>
                  <a:pt x="946883" y="1341389"/>
                </a:cubicBezTo>
                <a:close/>
                <a:moveTo>
                  <a:pt x="1014460" y="1341270"/>
                </a:moveTo>
                <a:lnTo>
                  <a:pt x="1034241" y="1341270"/>
                </a:lnTo>
                <a:cubicBezTo>
                  <a:pt x="1034715" y="1341270"/>
                  <a:pt x="1035189" y="1341566"/>
                  <a:pt x="1035425" y="1341981"/>
                </a:cubicBezTo>
                <a:lnTo>
                  <a:pt x="1045316" y="1359097"/>
                </a:lnTo>
                <a:cubicBezTo>
                  <a:pt x="1045553" y="1359571"/>
                  <a:pt x="1045553" y="1360104"/>
                  <a:pt x="1045316" y="1360518"/>
                </a:cubicBezTo>
                <a:lnTo>
                  <a:pt x="1035425" y="1377634"/>
                </a:lnTo>
                <a:cubicBezTo>
                  <a:pt x="1035189" y="1378049"/>
                  <a:pt x="1034715" y="1378345"/>
                  <a:pt x="1034241" y="1378345"/>
                </a:cubicBezTo>
                <a:lnTo>
                  <a:pt x="1014460" y="1378345"/>
                </a:lnTo>
                <a:cubicBezTo>
                  <a:pt x="1013986" y="1378345"/>
                  <a:pt x="1013512" y="1378049"/>
                  <a:pt x="1013275" y="1377634"/>
                </a:cubicBezTo>
                <a:lnTo>
                  <a:pt x="1003385" y="1360518"/>
                </a:lnTo>
                <a:cubicBezTo>
                  <a:pt x="1003148" y="1360044"/>
                  <a:pt x="1003148" y="1359511"/>
                  <a:pt x="1003385" y="1359097"/>
                </a:cubicBezTo>
                <a:lnTo>
                  <a:pt x="1013275" y="1341981"/>
                </a:lnTo>
                <a:cubicBezTo>
                  <a:pt x="1013512" y="1341566"/>
                  <a:pt x="1013986" y="1341270"/>
                  <a:pt x="1014460" y="1341270"/>
                </a:cubicBezTo>
                <a:close/>
                <a:moveTo>
                  <a:pt x="473439" y="1341270"/>
                </a:moveTo>
                <a:lnTo>
                  <a:pt x="493220" y="1341270"/>
                </a:lnTo>
                <a:cubicBezTo>
                  <a:pt x="493694" y="1341270"/>
                  <a:pt x="494167" y="1341566"/>
                  <a:pt x="494405" y="1341981"/>
                </a:cubicBezTo>
                <a:lnTo>
                  <a:pt x="504295" y="1359097"/>
                </a:lnTo>
                <a:cubicBezTo>
                  <a:pt x="504532" y="1359571"/>
                  <a:pt x="504532" y="1360104"/>
                  <a:pt x="504295" y="1360518"/>
                </a:cubicBezTo>
                <a:lnTo>
                  <a:pt x="494405" y="1377634"/>
                </a:lnTo>
                <a:cubicBezTo>
                  <a:pt x="494167" y="1378049"/>
                  <a:pt x="493694" y="1378345"/>
                  <a:pt x="493220" y="1378345"/>
                </a:cubicBezTo>
                <a:lnTo>
                  <a:pt x="473439" y="1378345"/>
                </a:lnTo>
                <a:cubicBezTo>
                  <a:pt x="472965" y="1378345"/>
                  <a:pt x="472491" y="1378049"/>
                  <a:pt x="472254" y="1377634"/>
                </a:cubicBezTo>
                <a:lnTo>
                  <a:pt x="462364" y="1360518"/>
                </a:lnTo>
                <a:cubicBezTo>
                  <a:pt x="462127" y="1360044"/>
                  <a:pt x="462127" y="1359511"/>
                  <a:pt x="462364" y="1359097"/>
                </a:cubicBezTo>
                <a:lnTo>
                  <a:pt x="472254" y="1341981"/>
                </a:lnTo>
                <a:cubicBezTo>
                  <a:pt x="472491" y="1341566"/>
                  <a:pt x="472965" y="1341270"/>
                  <a:pt x="473439" y="1341270"/>
                </a:cubicBezTo>
                <a:close/>
                <a:moveTo>
                  <a:pt x="2434558" y="1340974"/>
                </a:moveTo>
                <a:lnTo>
                  <a:pt x="2454636" y="1340974"/>
                </a:lnTo>
                <a:cubicBezTo>
                  <a:pt x="2455169" y="1340974"/>
                  <a:pt x="2455643" y="1341270"/>
                  <a:pt x="2455880" y="1341685"/>
                </a:cubicBezTo>
                <a:lnTo>
                  <a:pt x="2465889" y="1359097"/>
                </a:lnTo>
                <a:cubicBezTo>
                  <a:pt x="2466125" y="1359511"/>
                  <a:pt x="2466125" y="1360104"/>
                  <a:pt x="2465889" y="1360518"/>
                </a:cubicBezTo>
                <a:lnTo>
                  <a:pt x="2455820" y="1377930"/>
                </a:lnTo>
                <a:cubicBezTo>
                  <a:pt x="2455524" y="1378345"/>
                  <a:pt x="2455050" y="1378641"/>
                  <a:pt x="2454577" y="1378641"/>
                </a:cubicBezTo>
                <a:lnTo>
                  <a:pt x="2434499" y="1378641"/>
                </a:lnTo>
                <a:cubicBezTo>
                  <a:pt x="2433966" y="1378641"/>
                  <a:pt x="2433492" y="1378345"/>
                  <a:pt x="2433256" y="1377930"/>
                </a:cubicBezTo>
                <a:lnTo>
                  <a:pt x="2423247" y="1360518"/>
                </a:lnTo>
                <a:cubicBezTo>
                  <a:pt x="2423010" y="1360104"/>
                  <a:pt x="2423010" y="1359511"/>
                  <a:pt x="2423247" y="1359097"/>
                </a:cubicBezTo>
                <a:lnTo>
                  <a:pt x="2433315" y="1341685"/>
                </a:lnTo>
                <a:cubicBezTo>
                  <a:pt x="2433611" y="1341270"/>
                  <a:pt x="2434085" y="1340974"/>
                  <a:pt x="2434558" y="1340974"/>
                </a:cubicBezTo>
                <a:close/>
                <a:moveTo>
                  <a:pt x="4598703" y="1340856"/>
                </a:moveTo>
                <a:lnTo>
                  <a:pt x="4618899" y="1340856"/>
                </a:lnTo>
                <a:cubicBezTo>
                  <a:pt x="4619431" y="1340856"/>
                  <a:pt x="4619906" y="1341152"/>
                  <a:pt x="4620142" y="1341567"/>
                </a:cubicBezTo>
                <a:lnTo>
                  <a:pt x="4630211" y="1359038"/>
                </a:lnTo>
                <a:cubicBezTo>
                  <a:pt x="4630448" y="1359453"/>
                  <a:pt x="4630448" y="1360045"/>
                  <a:pt x="4630211" y="1360459"/>
                </a:cubicBezTo>
                <a:lnTo>
                  <a:pt x="4620083" y="1377931"/>
                </a:lnTo>
                <a:cubicBezTo>
                  <a:pt x="4619787" y="1378345"/>
                  <a:pt x="4619314" y="1378641"/>
                  <a:pt x="4618839" y="1378641"/>
                </a:cubicBezTo>
                <a:lnTo>
                  <a:pt x="4598643" y="1378641"/>
                </a:lnTo>
                <a:cubicBezTo>
                  <a:pt x="4598110" y="1378641"/>
                  <a:pt x="4597637" y="1378345"/>
                  <a:pt x="4597400" y="1377931"/>
                </a:cubicBezTo>
                <a:lnTo>
                  <a:pt x="4587332" y="1360459"/>
                </a:lnTo>
                <a:cubicBezTo>
                  <a:pt x="4587095" y="1360045"/>
                  <a:pt x="4587095" y="1359453"/>
                  <a:pt x="4587332" y="1359038"/>
                </a:cubicBezTo>
                <a:lnTo>
                  <a:pt x="4597459" y="1341567"/>
                </a:lnTo>
                <a:cubicBezTo>
                  <a:pt x="4597756" y="1341152"/>
                  <a:pt x="4598229" y="1340856"/>
                  <a:pt x="4598703" y="1340856"/>
                </a:cubicBezTo>
                <a:close/>
                <a:moveTo>
                  <a:pt x="2366865" y="1340856"/>
                </a:moveTo>
                <a:lnTo>
                  <a:pt x="2387061" y="1340856"/>
                </a:lnTo>
                <a:cubicBezTo>
                  <a:pt x="2387593" y="1340856"/>
                  <a:pt x="2388067" y="1341152"/>
                  <a:pt x="2388304" y="1341567"/>
                </a:cubicBezTo>
                <a:lnTo>
                  <a:pt x="2398372" y="1359038"/>
                </a:lnTo>
                <a:cubicBezTo>
                  <a:pt x="2398609" y="1359453"/>
                  <a:pt x="2398609" y="1360045"/>
                  <a:pt x="2398372" y="1360459"/>
                </a:cubicBezTo>
                <a:lnTo>
                  <a:pt x="2388245" y="1377931"/>
                </a:lnTo>
                <a:cubicBezTo>
                  <a:pt x="2387949" y="1378345"/>
                  <a:pt x="2387475" y="1378641"/>
                  <a:pt x="2387001" y="1378641"/>
                </a:cubicBezTo>
                <a:lnTo>
                  <a:pt x="2366805" y="1378641"/>
                </a:lnTo>
                <a:cubicBezTo>
                  <a:pt x="2366273" y="1378641"/>
                  <a:pt x="2365799" y="1378345"/>
                  <a:pt x="2365562" y="1377931"/>
                </a:cubicBezTo>
                <a:lnTo>
                  <a:pt x="2355494" y="1360459"/>
                </a:lnTo>
                <a:cubicBezTo>
                  <a:pt x="2355257" y="1360045"/>
                  <a:pt x="2355257" y="1359453"/>
                  <a:pt x="2355494" y="1359038"/>
                </a:cubicBezTo>
                <a:lnTo>
                  <a:pt x="2365621" y="1341567"/>
                </a:lnTo>
                <a:cubicBezTo>
                  <a:pt x="2365917" y="1341152"/>
                  <a:pt x="2366391" y="1340856"/>
                  <a:pt x="2366865" y="1340856"/>
                </a:cubicBezTo>
                <a:close/>
                <a:moveTo>
                  <a:pt x="4530949" y="1340619"/>
                </a:moveTo>
                <a:lnTo>
                  <a:pt x="4551382" y="1340619"/>
                </a:lnTo>
                <a:cubicBezTo>
                  <a:pt x="4551915" y="1340619"/>
                  <a:pt x="4552389" y="1340915"/>
                  <a:pt x="4552626" y="1341330"/>
                </a:cubicBezTo>
                <a:lnTo>
                  <a:pt x="4562812" y="1359038"/>
                </a:lnTo>
                <a:cubicBezTo>
                  <a:pt x="4563050" y="1359453"/>
                  <a:pt x="4563050" y="1360045"/>
                  <a:pt x="4562812" y="1360459"/>
                </a:cubicBezTo>
                <a:lnTo>
                  <a:pt x="4552567" y="1378168"/>
                </a:lnTo>
                <a:cubicBezTo>
                  <a:pt x="4552330" y="1378582"/>
                  <a:pt x="4551856" y="1378878"/>
                  <a:pt x="4551322" y="1378878"/>
                </a:cubicBezTo>
                <a:lnTo>
                  <a:pt x="4530890" y="1378878"/>
                </a:lnTo>
                <a:cubicBezTo>
                  <a:pt x="4530357" y="1378878"/>
                  <a:pt x="4529883" y="1378582"/>
                  <a:pt x="4529647" y="1378168"/>
                </a:cubicBezTo>
                <a:lnTo>
                  <a:pt x="4519459" y="1360459"/>
                </a:lnTo>
                <a:cubicBezTo>
                  <a:pt x="4519223" y="1360045"/>
                  <a:pt x="4519223" y="1359453"/>
                  <a:pt x="4519459" y="1359038"/>
                </a:cubicBezTo>
                <a:lnTo>
                  <a:pt x="4529706" y="1341330"/>
                </a:lnTo>
                <a:cubicBezTo>
                  <a:pt x="4529942" y="1340915"/>
                  <a:pt x="4530417" y="1340619"/>
                  <a:pt x="4530949" y="1340619"/>
                </a:cubicBezTo>
                <a:close/>
                <a:moveTo>
                  <a:pt x="3786490" y="1339730"/>
                </a:moveTo>
                <a:lnTo>
                  <a:pt x="3807930" y="1339730"/>
                </a:lnTo>
                <a:cubicBezTo>
                  <a:pt x="3808462" y="1339730"/>
                  <a:pt x="3808936" y="1340026"/>
                  <a:pt x="3809232" y="1340500"/>
                </a:cubicBezTo>
                <a:lnTo>
                  <a:pt x="3819952" y="1359037"/>
                </a:lnTo>
                <a:cubicBezTo>
                  <a:pt x="3820248" y="1359511"/>
                  <a:pt x="3820248" y="1360103"/>
                  <a:pt x="3819952" y="1360577"/>
                </a:cubicBezTo>
                <a:lnTo>
                  <a:pt x="3809232" y="1379115"/>
                </a:lnTo>
                <a:cubicBezTo>
                  <a:pt x="3808936" y="1379588"/>
                  <a:pt x="3808462" y="1379885"/>
                  <a:pt x="3807930" y="1379885"/>
                </a:cubicBezTo>
                <a:lnTo>
                  <a:pt x="3786490" y="1379885"/>
                </a:lnTo>
                <a:cubicBezTo>
                  <a:pt x="3785957" y="1379885"/>
                  <a:pt x="3785483" y="1379588"/>
                  <a:pt x="3785187" y="1379115"/>
                </a:cubicBezTo>
                <a:lnTo>
                  <a:pt x="3774467" y="1360577"/>
                </a:lnTo>
                <a:cubicBezTo>
                  <a:pt x="3774171" y="1360103"/>
                  <a:pt x="3774171" y="1359511"/>
                  <a:pt x="3774467" y="1359037"/>
                </a:cubicBezTo>
                <a:lnTo>
                  <a:pt x="3785187" y="1340500"/>
                </a:lnTo>
                <a:cubicBezTo>
                  <a:pt x="3785483" y="1340026"/>
                  <a:pt x="3785957" y="1339730"/>
                  <a:pt x="3786490" y="1339730"/>
                </a:cubicBezTo>
                <a:close/>
                <a:moveTo>
                  <a:pt x="1419441" y="1339612"/>
                </a:moveTo>
                <a:lnTo>
                  <a:pt x="1440940" y="1339612"/>
                </a:lnTo>
                <a:cubicBezTo>
                  <a:pt x="1441473" y="1339612"/>
                  <a:pt x="1441947" y="1339908"/>
                  <a:pt x="1442243" y="1340382"/>
                </a:cubicBezTo>
                <a:lnTo>
                  <a:pt x="1453022" y="1359038"/>
                </a:lnTo>
                <a:cubicBezTo>
                  <a:pt x="1453318" y="1359512"/>
                  <a:pt x="1453318" y="1360104"/>
                  <a:pt x="1453022" y="1360578"/>
                </a:cubicBezTo>
                <a:lnTo>
                  <a:pt x="1442243" y="1379234"/>
                </a:lnTo>
                <a:cubicBezTo>
                  <a:pt x="1442006" y="1379708"/>
                  <a:pt x="1441473" y="1380004"/>
                  <a:pt x="1440940" y="1380004"/>
                </a:cubicBezTo>
                <a:lnTo>
                  <a:pt x="1419441" y="1380004"/>
                </a:lnTo>
                <a:cubicBezTo>
                  <a:pt x="1418908" y="1380004"/>
                  <a:pt x="1418434" y="1379708"/>
                  <a:pt x="1418138" y="1379234"/>
                </a:cubicBezTo>
                <a:lnTo>
                  <a:pt x="1407359" y="1360578"/>
                </a:lnTo>
                <a:cubicBezTo>
                  <a:pt x="1407063" y="1360104"/>
                  <a:pt x="1407063" y="1359512"/>
                  <a:pt x="1407359" y="1359038"/>
                </a:cubicBezTo>
                <a:lnTo>
                  <a:pt x="1418138" y="1340382"/>
                </a:lnTo>
                <a:cubicBezTo>
                  <a:pt x="1418375" y="1339908"/>
                  <a:pt x="1418908" y="1339612"/>
                  <a:pt x="1419441" y="1339612"/>
                </a:cubicBezTo>
                <a:close/>
                <a:moveTo>
                  <a:pt x="1351510" y="1339197"/>
                </a:moveTo>
                <a:lnTo>
                  <a:pt x="1373483" y="1339197"/>
                </a:lnTo>
                <a:cubicBezTo>
                  <a:pt x="1374075" y="1339197"/>
                  <a:pt x="1374549" y="1339493"/>
                  <a:pt x="1374845" y="1339967"/>
                </a:cubicBezTo>
                <a:lnTo>
                  <a:pt x="1385801" y="1358978"/>
                </a:lnTo>
                <a:cubicBezTo>
                  <a:pt x="1386097" y="1359452"/>
                  <a:pt x="1386097" y="1360044"/>
                  <a:pt x="1385801" y="1360518"/>
                </a:cubicBezTo>
                <a:lnTo>
                  <a:pt x="1374785" y="1379529"/>
                </a:lnTo>
                <a:cubicBezTo>
                  <a:pt x="1374489" y="1380003"/>
                  <a:pt x="1373956" y="1380299"/>
                  <a:pt x="1373423" y="1380299"/>
                </a:cubicBezTo>
                <a:lnTo>
                  <a:pt x="1351451" y="1380299"/>
                </a:lnTo>
                <a:cubicBezTo>
                  <a:pt x="1350858" y="1380299"/>
                  <a:pt x="1350385" y="1380003"/>
                  <a:pt x="1350089" y="1379529"/>
                </a:cubicBezTo>
                <a:lnTo>
                  <a:pt x="1339132" y="1360518"/>
                </a:lnTo>
                <a:cubicBezTo>
                  <a:pt x="1338836" y="1360044"/>
                  <a:pt x="1338836" y="1359452"/>
                  <a:pt x="1339132" y="1358978"/>
                </a:cubicBezTo>
                <a:lnTo>
                  <a:pt x="1350148" y="1339967"/>
                </a:lnTo>
                <a:cubicBezTo>
                  <a:pt x="1350444" y="1339493"/>
                  <a:pt x="1350977" y="1339197"/>
                  <a:pt x="1351510" y="1339197"/>
                </a:cubicBezTo>
                <a:close/>
                <a:moveTo>
                  <a:pt x="4665153" y="1338664"/>
                </a:moveTo>
                <a:lnTo>
                  <a:pt x="4687658" y="1338664"/>
                </a:lnTo>
                <a:cubicBezTo>
                  <a:pt x="4688192" y="1338664"/>
                  <a:pt x="4688725" y="1338960"/>
                  <a:pt x="4689020" y="1339434"/>
                </a:cubicBezTo>
                <a:lnTo>
                  <a:pt x="4700273" y="1358919"/>
                </a:lnTo>
                <a:cubicBezTo>
                  <a:pt x="4700570" y="1359393"/>
                  <a:pt x="4700570" y="1360044"/>
                  <a:pt x="4700273" y="1360518"/>
                </a:cubicBezTo>
                <a:lnTo>
                  <a:pt x="4689020" y="1380003"/>
                </a:lnTo>
                <a:cubicBezTo>
                  <a:pt x="4688725" y="1380477"/>
                  <a:pt x="4688192" y="1380773"/>
                  <a:pt x="4687658" y="1380773"/>
                </a:cubicBezTo>
                <a:lnTo>
                  <a:pt x="4665153" y="1380773"/>
                </a:lnTo>
                <a:cubicBezTo>
                  <a:pt x="4664620" y="1380773"/>
                  <a:pt x="4664087" y="1380477"/>
                  <a:pt x="4663790" y="1380003"/>
                </a:cubicBezTo>
                <a:lnTo>
                  <a:pt x="4652538" y="1360518"/>
                </a:lnTo>
                <a:cubicBezTo>
                  <a:pt x="4652242" y="1360044"/>
                  <a:pt x="4652242" y="1359393"/>
                  <a:pt x="4652538" y="1358919"/>
                </a:cubicBezTo>
                <a:lnTo>
                  <a:pt x="4663790" y="1339434"/>
                </a:lnTo>
                <a:cubicBezTo>
                  <a:pt x="4664087" y="1338960"/>
                  <a:pt x="4664620" y="1338664"/>
                  <a:pt x="4665153" y="1338664"/>
                </a:cubicBezTo>
                <a:close/>
                <a:moveTo>
                  <a:pt x="1216002" y="1338664"/>
                </a:moveTo>
                <a:lnTo>
                  <a:pt x="1238508" y="1338664"/>
                </a:lnTo>
                <a:cubicBezTo>
                  <a:pt x="1239041" y="1338664"/>
                  <a:pt x="1239574" y="1338960"/>
                  <a:pt x="1239870" y="1339434"/>
                </a:cubicBezTo>
                <a:lnTo>
                  <a:pt x="1251122" y="1358919"/>
                </a:lnTo>
                <a:cubicBezTo>
                  <a:pt x="1251419" y="1359393"/>
                  <a:pt x="1251419" y="1360044"/>
                  <a:pt x="1251122" y="1360518"/>
                </a:cubicBezTo>
                <a:lnTo>
                  <a:pt x="1239870" y="1380003"/>
                </a:lnTo>
                <a:cubicBezTo>
                  <a:pt x="1239574" y="1380477"/>
                  <a:pt x="1239041" y="1380773"/>
                  <a:pt x="1238508" y="1380773"/>
                </a:cubicBezTo>
                <a:lnTo>
                  <a:pt x="1216002" y="1380773"/>
                </a:lnTo>
                <a:cubicBezTo>
                  <a:pt x="1215469" y="1380773"/>
                  <a:pt x="1214936" y="1380477"/>
                  <a:pt x="1214640" y="1380003"/>
                </a:cubicBezTo>
                <a:lnTo>
                  <a:pt x="1203387" y="1360518"/>
                </a:lnTo>
                <a:cubicBezTo>
                  <a:pt x="1203091" y="1360044"/>
                  <a:pt x="1203091" y="1359393"/>
                  <a:pt x="1203387" y="1358919"/>
                </a:cubicBezTo>
                <a:lnTo>
                  <a:pt x="1214640" y="1339434"/>
                </a:lnTo>
                <a:cubicBezTo>
                  <a:pt x="1214936" y="1338960"/>
                  <a:pt x="1215469" y="1338664"/>
                  <a:pt x="1216002" y="1338664"/>
                </a:cubicBezTo>
                <a:close/>
                <a:moveTo>
                  <a:pt x="2298045" y="1338546"/>
                </a:moveTo>
                <a:lnTo>
                  <a:pt x="2320669" y="1338546"/>
                </a:lnTo>
                <a:cubicBezTo>
                  <a:pt x="2321203" y="1338546"/>
                  <a:pt x="2321735" y="1338901"/>
                  <a:pt x="2322031" y="1339375"/>
                </a:cubicBezTo>
                <a:lnTo>
                  <a:pt x="2333344" y="1358979"/>
                </a:lnTo>
                <a:cubicBezTo>
                  <a:pt x="2333640" y="1359452"/>
                  <a:pt x="2333640" y="1360104"/>
                  <a:pt x="2333344" y="1360578"/>
                </a:cubicBezTo>
                <a:lnTo>
                  <a:pt x="2322031" y="1380181"/>
                </a:lnTo>
                <a:cubicBezTo>
                  <a:pt x="2321735" y="1380714"/>
                  <a:pt x="2321261" y="1381010"/>
                  <a:pt x="2320669" y="1381010"/>
                </a:cubicBezTo>
                <a:lnTo>
                  <a:pt x="2298045" y="1381010"/>
                </a:lnTo>
                <a:cubicBezTo>
                  <a:pt x="2297512" y="1381010"/>
                  <a:pt x="2296979" y="1380655"/>
                  <a:pt x="2296683" y="1380181"/>
                </a:cubicBezTo>
                <a:lnTo>
                  <a:pt x="2285371" y="1360578"/>
                </a:lnTo>
                <a:cubicBezTo>
                  <a:pt x="2285075" y="1360104"/>
                  <a:pt x="2285075" y="1359452"/>
                  <a:pt x="2285371" y="1358979"/>
                </a:cubicBezTo>
                <a:lnTo>
                  <a:pt x="2296683" y="1339375"/>
                </a:lnTo>
                <a:cubicBezTo>
                  <a:pt x="2296979" y="1338842"/>
                  <a:pt x="2297453" y="1338546"/>
                  <a:pt x="2298045" y="1338546"/>
                </a:cubicBezTo>
                <a:close/>
                <a:moveTo>
                  <a:pt x="3853296" y="1338072"/>
                </a:moveTo>
                <a:lnTo>
                  <a:pt x="3876453" y="1338072"/>
                </a:lnTo>
                <a:cubicBezTo>
                  <a:pt x="3877045" y="1338072"/>
                  <a:pt x="3877578" y="1338427"/>
                  <a:pt x="3877874" y="1338901"/>
                </a:cubicBezTo>
                <a:lnTo>
                  <a:pt x="3889482" y="1358978"/>
                </a:lnTo>
                <a:cubicBezTo>
                  <a:pt x="3889778" y="1359511"/>
                  <a:pt x="3889778" y="1360163"/>
                  <a:pt x="3889482" y="1360637"/>
                </a:cubicBezTo>
                <a:lnTo>
                  <a:pt x="3877874" y="1380714"/>
                </a:lnTo>
                <a:cubicBezTo>
                  <a:pt x="3877578" y="1381247"/>
                  <a:pt x="3877045" y="1381543"/>
                  <a:pt x="3876453" y="1381543"/>
                </a:cubicBezTo>
                <a:lnTo>
                  <a:pt x="3853296" y="1381543"/>
                </a:lnTo>
                <a:cubicBezTo>
                  <a:pt x="3852703" y="1381543"/>
                  <a:pt x="3852171" y="1381188"/>
                  <a:pt x="3851874" y="1380714"/>
                </a:cubicBezTo>
                <a:lnTo>
                  <a:pt x="3840266" y="1360637"/>
                </a:lnTo>
                <a:cubicBezTo>
                  <a:pt x="3839970" y="1360104"/>
                  <a:pt x="3839970" y="1359452"/>
                  <a:pt x="3840266" y="1358978"/>
                </a:cubicBezTo>
                <a:lnTo>
                  <a:pt x="3851874" y="1338901"/>
                </a:lnTo>
                <a:cubicBezTo>
                  <a:pt x="3852171" y="1338368"/>
                  <a:pt x="3852703" y="1338072"/>
                  <a:pt x="3853296" y="1338072"/>
                </a:cubicBezTo>
                <a:close/>
                <a:moveTo>
                  <a:pt x="1283104" y="1337717"/>
                </a:moveTo>
                <a:lnTo>
                  <a:pt x="1306617" y="1337717"/>
                </a:lnTo>
                <a:cubicBezTo>
                  <a:pt x="1307209" y="1337717"/>
                  <a:pt x="1307742" y="1338013"/>
                  <a:pt x="1308038" y="1338546"/>
                </a:cubicBezTo>
                <a:lnTo>
                  <a:pt x="1319764" y="1358920"/>
                </a:lnTo>
                <a:cubicBezTo>
                  <a:pt x="1320061" y="1359453"/>
                  <a:pt x="1320061" y="1360045"/>
                  <a:pt x="1319764" y="1360578"/>
                </a:cubicBezTo>
                <a:lnTo>
                  <a:pt x="1307979" y="1380951"/>
                </a:lnTo>
                <a:cubicBezTo>
                  <a:pt x="1307683" y="1381484"/>
                  <a:pt x="1307149" y="1381780"/>
                  <a:pt x="1306557" y="1381780"/>
                </a:cubicBezTo>
                <a:lnTo>
                  <a:pt x="1283045" y="1381780"/>
                </a:lnTo>
                <a:cubicBezTo>
                  <a:pt x="1282453" y="1381780"/>
                  <a:pt x="1281920" y="1381484"/>
                  <a:pt x="1281623" y="1380951"/>
                </a:cubicBezTo>
                <a:lnTo>
                  <a:pt x="1269897" y="1360578"/>
                </a:lnTo>
                <a:cubicBezTo>
                  <a:pt x="1269601" y="1360045"/>
                  <a:pt x="1269601" y="1359453"/>
                  <a:pt x="1269897" y="1358920"/>
                </a:cubicBezTo>
                <a:lnTo>
                  <a:pt x="1281683" y="1338546"/>
                </a:lnTo>
                <a:cubicBezTo>
                  <a:pt x="1281979" y="1338013"/>
                  <a:pt x="1282512" y="1337717"/>
                  <a:pt x="1283104" y="1337717"/>
                </a:cubicBezTo>
                <a:close/>
                <a:moveTo>
                  <a:pt x="4732078" y="1337421"/>
                </a:moveTo>
                <a:lnTo>
                  <a:pt x="4755946" y="1337421"/>
                </a:lnTo>
                <a:cubicBezTo>
                  <a:pt x="4756538" y="1337421"/>
                  <a:pt x="4757130" y="1337717"/>
                  <a:pt x="4757426" y="1338250"/>
                </a:cubicBezTo>
                <a:lnTo>
                  <a:pt x="4769331" y="1358920"/>
                </a:lnTo>
                <a:cubicBezTo>
                  <a:pt x="4769627" y="1359393"/>
                  <a:pt x="4769627" y="1360045"/>
                  <a:pt x="4769331" y="1360578"/>
                </a:cubicBezTo>
                <a:lnTo>
                  <a:pt x="4757426" y="1381248"/>
                </a:lnTo>
                <a:cubicBezTo>
                  <a:pt x="4757071" y="1381721"/>
                  <a:pt x="4756538" y="1382077"/>
                  <a:pt x="4755946" y="1382077"/>
                </a:cubicBezTo>
                <a:lnTo>
                  <a:pt x="4732078" y="1382077"/>
                </a:lnTo>
                <a:cubicBezTo>
                  <a:pt x="4731486" y="1382077"/>
                  <a:pt x="4730893" y="1381781"/>
                  <a:pt x="4730597" y="1381248"/>
                </a:cubicBezTo>
                <a:lnTo>
                  <a:pt x="4718693" y="1360578"/>
                </a:lnTo>
                <a:cubicBezTo>
                  <a:pt x="4718397" y="1360104"/>
                  <a:pt x="4718397" y="1359453"/>
                  <a:pt x="4718693" y="1358920"/>
                </a:cubicBezTo>
                <a:lnTo>
                  <a:pt x="4730597" y="1338250"/>
                </a:lnTo>
                <a:cubicBezTo>
                  <a:pt x="4730953" y="1337776"/>
                  <a:pt x="4731486" y="1337421"/>
                  <a:pt x="4732078" y="1337421"/>
                </a:cubicBezTo>
                <a:close/>
                <a:moveTo>
                  <a:pt x="2229759" y="1337421"/>
                </a:moveTo>
                <a:lnTo>
                  <a:pt x="2253626" y="1337421"/>
                </a:lnTo>
                <a:cubicBezTo>
                  <a:pt x="2254219" y="1337421"/>
                  <a:pt x="2254811" y="1337717"/>
                  <a:pt x="2255107" y="1338250"/>
                </a:cubicBezTo>
                <a:lnTo>
                  <a:pt x="2267011" y="1358920"/>
                </a:lnTo>
                <a:cubicBezTo>
                  <a:pt x="2267307" y="1359393"/>
                  <a:pt x="2267307" y="1360045"/>
                  <a:pt x="2267011" y="1360578"/>
                </a:cubicBezTo>
                <a:lnTo>
                  <a:pt x="2255107" y="1381248"/>
                </a:lnTo>
                <a:cubicBezTo>
                  <a:pt x="2254752" y="1381721"/>
                  <a:pt x="2254219" y="1382077"/>
                  <a:pt x="2253626" y="1382077"/>
                </a:cubicBezTo>
                <a:lnTo>
                  <a:pt x="2229759" y="1382077"/>
                </a:lnTo>
                <a:cubicBezTo>
                  <a:pt x="2229167" y="1382077"/>
                  <a:pt x="2228574" y="1381781"/>
                  <a:pt x="2228278" y="1381248"/>
                </a:cubicBezTo>
                <a:lnTo>
                  <a:pt x="2216374" y="1360578"/>
                </a:lnTo>
                <a:cubicBezTo>
                  <a:pt x="2216078" y="1360104"/>
                  <a:pt x="2216078" y="1359453"/>
                  <a:pt x="2216374" y="1358920"/>
                </a:cubicBezTo>
                <a:lnTo>
                  <a:pt x="2228278" y="1338250"/>
                </a:lnTo>
                <a:cubicBezTo>
                  <a:pt x="2228634" y="1337776"/>
                  <a:pt x="2229167" y="1337421"/>
                  <a:pt x="2229759" y="1337421"/>
                </a:cubicBezTo>
                <a:close/>
                <a:moveTo>
                  <a:pt x="4867349" y="1337361"/>
                </a:moveTo>
                <a:lnTo>
                  <a:pt x="4891275" y="1337361"/>
                </a:lnTo>
                <a:cubicBezTo>
                  <a:pt x="4891867" y="1337361"/>
                  <a:pt x="4892460" y="1337657"/>
                  <a:pt x="4892756" y="1338190"/>
                </a:cubicBezTo>
                <a:lnTo>
                  <a:pt x="4904719" y="1358919"/>
                </a:lnTo>
                <a:cubicBezTo>
                  <a:pt x="4905016" y="1359452"/>
                  <a:pt x="4905016" y="1360104"/>
                  <a:pt x="4904719" y="1360637"/>
                </a:cubicBezTo>
                <a:lnTo>
                  <a:pt x="4892756" y="1381365"/>
                </a:lnTo>
                <a:cubicBezTo>
                  <a:pt x="4892401" y="1381839"/>
                  <a:pt x="4891867" y="1382194"/>
                  <a:pt x="4891275" y="1382194"/>
                </a:cubicBezTo>
                <a:lnTo>
                  <a:pt x="4867349" y="1382194"/>
                </a:lnTo>
                <a:cubicBezTo>
                  <a:pt x="4866756" y="1382194"/>
                  <a:pt x="4866164" y="1381898"/>
                  <a:pt x="4865868" y="1381365"/>
                </a:cubicBezTo>
                <a:lnTo>
                  <a:pt x="4853904" y="1360637"/>
                </a:lnTo>
                <a:cubicBezTo>
                  <a:pt x="4853608" y="1360104"/>
                  <a:pt x="4853608" y="1359452"/>
                  <a:pt x="4853904" y="1358919"/>
                </a:cubicBezTo>
                <a:lnTo>
                  <a:pt x="4865868" y="1338190"/>
                </a:lnTo>
                <a:cubicBezTo>
                  <a:pt x="4866223" y="1337717"/>
                  <a:pt x="4866756" y="1337361"/>
                  <a:pt x="4867349" y="1337361"/>
                </a:cubicBezTo>
                <a:close/>
                <a:moveTo>
                  <a:pt x="2161946" y="1337006"/>
                </a:moveTo>
                <a:lnTo>
                  <a:pt x="2186228" y="1337006"/>
                </a:lnTo>
                <a:cubicBezTo>
                  <a:pt x="2186821" y="1337006"/>
                  <a:pt x="2187413" y="1337302"/>
                  <a:pt x="2187709" y="1337835"/>
                </a:cubicBezTo>
                <a:lnTo>
                  <a:pt x="2199850" y="1358860"/>
                </a:lnTo>
                <a:cubicBezTo>
                  <a:pt x="2200146" y="1359393"/>
                  <a:pt x="2200146" y="1360045"/>
                  <a:pt x="2199850" y="1360578"/>
                </a:cubicBezTo>
                <a:lnTo>
                  <a:pt x="2187709" y="1381602"/>
                </a:lnTo>
                <a:cubicBezTo>
                  <a:pt x="2187413" y="1382076"/>
                  <a:pt x="2186821" y="1382432"/>
                  <a:pt x="2186228" y="1382432"/>
                </a:cubicBezTo>
                <a:lnTo>
                  <a:pt x="2161946" y="1382432"/>
                </a:lnTo>
                <a:cubicBezTo>
                  <a:pt x="2161354" y="1382432"/>
                  <a:pt x="2160761" y="1382136"/>
                  <a:pt x="2160465" y="1381602"/>
                </a:cubicBezTo>
                <a:lnTo>
                  <a:pt x="2148324" y="1360578"/>
                </a:lnTo>
                <a:cubicBezTo>
                  <a:pt x="2148028" y="1360045"/>
                  <a:pt x="2148028" y="1359393"/>
                  <a:pt x="2148324" y="1358860"/>
                </a:cubicBezTo>
                <a:lnTo>
                  <a:pt x="2160465" y="1337835"/>
                </a:lnTo>
                <a:cubicBezTo>
                  <a:pt x="2160761" y="1337361"/>
                  <a:pt x="2161354" y="1337006"/>
                  <a:pt x="2161946" y="1337006"/>
                </a:cubicBezTo>
                <a:close/>
                <a:moveTo>
                  <a:pt x="2500062" y="1336947"/>
                </a:moveTo>
                <a:lnTo>
                  <a:pt x="2524463" y="1336947"/>
                </a:lnTo>
                <a:cubicBezTo>
                  <a:pt x="2525055" y="1336947"/>
                  <a:pt x="2525647" y="1337302"/>
                  <a:pt x="2525943" y="1337835"/>
                </a:cubicBezTo>
                <a:lnTo>
                  <a:pt x="2538144" y="1358979"/>
                </a:lnTo>
                <a:cubicBezTo>
                  <a:pt x="2538440" y="1359512"/>
                  <a:pt x="2538440" y="1360163"/>
                  <a:pt x="2538144" y="1360696"/>
                </a:cubicBezTo>
                <a:lnTo>
                  <a:pt x="2525943" y="1381840"/>
                </a:lnTo>
                <a:cubicBezTo>
                  <a:pt x="2525647" y="1382373"/>
                  <a:pt x="2525055" y="1382728"/>
                  <a:pt x="2524463" y="1382728"/>
                </a:cubicBezTo>
                <a:lnTo>
                  <a:pt x="2500062" y="1382728"/>
                </a:lnTo>
                <a:cubicBezTo>
                  <a:pt x="2499470" y="1382728"/>
                  <a:pt x="2498878" y="1382373"/>
                  <a:pt x="2498581" y="1381840"/>
                </a:cubicBezTo>
                <a:lnTo>
                  <a:pt x="2486381" y="1360696"/>
                </a:lnTo>
                <a:cubicBezTo>
                  <a:pt x="2486085" y="1360163"/>
                  <a:pt x="2486085" y="1359512"/>
                  <a:pt x="2486381" y="1358979"/>
                </a:cubicBezTo>
                <a:lnTo>
                  <a:pt x="2498581" y="1337835"/>
                </a:lnTo>
                <a:cubicBezTo>
                  <a:pt x="2498878" y="1337302"/>
                  <a:pt x="2499470" y="1336947"/>
                  <a:pt x="2500062" y="1336947"/>
                </a:cubicBezTo>
                <a:close/>
                <a:moveTo>
                  <a:pt x="2635036" y="1336414"/>
                </a:moveTo>
                <a:lnTo>
                  <a:pt x="2659969" y="1336414"/>
                </a:lnTo>
                <a:cubicBezTo>
                  <a:pt x="2660621" y="1336414"/>
                  <a:pt x="2661213" y="1336769"/>
                  <a:pt x="2661509" y="1337302"/>
                </a:cubicBezTo>
                <a:lnTo>
                  <a:pt x="2673947" y="1358919"/>
                </a:lnTo>
                <a:cubicBezTo>
                  <a:pt x="2674243" y="1359452"/>
                  <a:pt x="2674243" y="1360163"/>
                  <a:pt x="2673947" y="1360696"/>
                </a:cubicBezTo>
                <a:lnTo>
                  <a:pt x="2661450" y="1382313"/>
                </a:lnTo>
                <a:cubicBezTo>
                  <a:pt x="2661094" y="1382846"/>
                  <a:pt x="2660502" y="1383202"/>
                  <a:pt x="2659910" y="1383202"/>
                </a:cubicBezTo>
                <a:lnTo>
                  <a:pt x="2634976" y="1383202"/>
                </a:lnTo>
                <a:cubicBezTo>
                  <a:pt x="2634325" y="1383202"/>
                  <a:pt x="2633732" y="1382846"/>
                  <a:pt x="2633436" y="1382313"/>
                </a:cubicBezTo>
                <a:lnTo>
                  <a:pt x="2620999" y="1360696"/>
                </a:lnTo>
                <a:cubicBezTo>
                  <a:pt x="2620703" y="1360163"/>
                  <a:pt x="2620703" y="1359452"/>
                  <a:pt x="2620999" y="1358919"/>
                </a:cubicBezTo>
                <a:lnTo>
                  <a:pt x="2633496" y="1337302"/>
                </a:lnTo>
                <a:cubicBezTo>
                  <a:pt x="2633851" y="1336769"/>
                  <a:pt x="2634443" y="1336414"/>
                  <a:pt x="2635036" y="1336414"/>
                </a:cubicBezTo>
                <a:close/>
                <a:moveTo>
                  <a:pt x="4799180" y="1336295"/>
                </a:moveTo>
                <a:lnTo>
                  <a:pt x="4824232" y="1336295"/>
                </a:lnTo>
                <a:cubicBezTo>
                  <a:pt x="4824883" y="1336295"/>
                  <a:pt x="4825476" y="1336650"/>
                  <a:pt x="4825772" y="1337183"/>
                </a:cubicBezTo>
                <a:lnTo>
                  <a:pt x="4838268" y="1358919"/>
                </a:lnTo>
                <a:cubicBezTo>
                  <a:pt x="4838564" y="1359452"/>
                  <a:pt x="4838564" y="1360163"/>
                  <a:pt x="4838268" y="1360696"/>
                </a:cubicBezTo>
                <a:lnTo>
                  <a:pt x="4825713" y="1382431"/>
                </a:lnTo>
                <a:cubicBezTo>
                  <a:pt x="4825357" y="1382964"/>
                  <a:pt x="4824824" y="1383320"/>
                  <a:pt x="4824173" y="1383320"/>
                </a:cubicBezTo>
                <a:lnTo>
                  <a:pt x="4799121" y="1383320"/>
                </a:lnTo>
                <a:cubicBezTo>
                  <a:pt x="4798469" y="1383320"/>
                  <a:pt x="4797876" y="1382964"/>
                  <a:pt x="4797581" y="1382431"/>
                </a:cubicBezTo>
                <a:lnTo>
                  <a:pt x="4785084" y="1360696"/>
                </a:lnTo>
                <a:cubicBezTo>
                  <a:pt x="4784788" y="1360163"/>
                  <a:pt x="4784788" y="1359452"/>
                  <a:pt x="4785084" y="1358919"/>
                </a:cubicBezTo>
                <a:lnTo>
                  <a:pt x="4797640" y="1337183"/>
                </a:lnTo>
                <a:cubicBezTo>
                  <a:pt x="4797995" y="1336650"/>
                  <a:pt x="4798528" y="1336295"/>
                  <a:pt x="4799180" y="1336295"/>
                </a:cubicBezTo>
                <a:close/>
                <a:moveTo>
                  <a:pt x="2567164" y="1335999"/>
                </a:moveTo>
                <a:lnTo>
                  <a:pt x="2592571" y="1335999"/>
                </a:lnTo>
                <a:cubicBezTo>
                  <a:pt x="2593223" y="1335999"/>
                  <a:pt x="2593756" y="1336354"/>
                  <a:pt x="2594111" y="1336887"/>
                </a:cubicBezTo>
                <a:lnTo>
                  <a:pt x="2606785" y="1358860"/>
                </a:lnTo>
                <a:cubicBezTo>
                  <a:pt x="2607141" y="1359393"/>
                  <a:pt x="2607141" y="1360104"/>
                  <a:pt x="2606785" y="1360637"/>
                </a:cubicBezTo>
                <a:lnTo>
                  <a:pt x="2594052" y="1382609"/>
                </a:lnTo>
                <a:cubicBezTo>
                  <a:pt x="2593756" y="1383142"/>
                  <a:pt x="2593163" y="1383497"/>
                  <a:pt x="2592512" y="1383497"/>
                </a:cubicBezTo>
                <a:lnTo>
                  <a:pt x="2567104" y="1383497"/>
                </a:lnTo>
                <a:cubicBezTo>
                  <a:pt x="2566453" y="1383497"/>
                  <a:pt x="2565920" y="1383142"/>
                  <a:pt x="2565564" y="1382609"/>
                </a:cubicBezTo>
                <a:lnTo>
                  <a:pt x="2552891" y="1360637"/>
                </a:lnTo>
                <a:cubicBezTo>
                  <a:pt x="2552535" y="1360104"/>
                  <a:pt x="2552535" y="1359393"/>
                  <a:pt x="2552891" y="1358860"/>
                </a:cubicBezTo>
                <a:lnTo>
                  <a:pt x="2565624" y="1336887"/>
                </a:lnTo>
                <a:cubicBezTo>
                  <a:pt x="2565920" y="1336354"/>
                  <a:pt x="2566512" y="1335999"/>
                  <a:pt x="2567164" y="1335999"/>
                </a:cubicBezTo>
                <a:close/>
                <a:moveTo>
                  <a:pt x="3588855" y="1290929"/>
                </a:moveTo>
                <a:lnTo>
                  <a:pt x="3599813" y="1290929"/>
                </a:lnTo>
                <a:cubicBezTo>
                  <a:pt x="3600049" y="1290929"/>
                  <a:pt x="3600464" y="1291344"/>
                  <a:pt x="3600464" y="1291344"/>
                </a:cubicBezTo>
                <a:lnTo>
                  <a:pt x="3605912" y="1300820"/>
                </a:lnTo>
                <a:cubicBezTo>
                  <a:pt x="3606031" y="1301057"/>
                  <a:pt x="3605912" y="1301590"/>
                  <a:pt x="3605912" y="1301590"/>
                </a:cubicBezTo>
                <a:lnTo>
                  <a:pt x="3600464" y="1311066"/>
                </a:lnTo>
                <a:cubicBezTo>
                  <a:pt x="3600345" y="1311302"/>
                  <a:pt x="3599813" y="1311480"/>
                  <a:pt x="3599813" y="1311480"/>
                </a:cubicBezTo>
                <a:lnTo>
                  <a:pt x="3588855" y="1311480"/>
                </a:lnTo>
                <a:cubicBezTo>
                  <a:pt x="3588619" y="1311480"/>
                  <a:pt x="3588204" y="1311066"/>
                  <a:pt x="3588204" y="1311066"/>
                </a:cubicBezTo>
                <a:lnTo>
                  <a:pt x="3582756" y="1301590"/>
                </a:lnTo>
                <a:cubicBezTo>
                  <a:pt x="3582637" y="1301353"/>
                  <a:pt x="3582756" y="1300820"/>
                  <a:pt x="3582756" y="1300820"/>
                </a:cubicBezTo>
                <a:lnTo>
                  <a:pt x="3588204" y="1291344"/>
                </a:lnTo>
                <a:cubicBezTo>
                  <a:pt x="3588323" y="1291107"/>
                  <a:pt x="3588855" y="1290929"/>
                  <a:pt x="3588855" y="1290929"/>
                </a:cubicBezTo>
                <a:close/>
                <a:moveTo>
                  <a:pt x="4196979" y="1289863"/>
                </a:moveTo>
                <a:lnTo>
                  <a:pt x="4209002" y="1289863"/>
                </a:lnTo>
                <a:cubicBezTo>
                  <a:pt x="4209297" y="1289863"/>
                  <a:pt x="4209712" y="1290278"/>
                  <a:pt x="4209712" y="1290278"/>
                </a:cubicBezTo>
                <a:lnTo>
                  <a:pt x="4215694" y="1300701"/>
                </a:lnTo>
                <a:cubicBezTo>
                  <a:pt x="4215872" y="1300938"/>
                  <a:pt x="4215694" y="1301530"/>
                  <a:pt x="4215694" y="1301530"/>
                </a:cubicBezTo>
                <a:lnTo>
                  <a:pt x="4209653" y="1311954"/>
                </a:lnTo>
                <a:cubicBezTo>
                  <a:pt x="4209534" y="1312191"/>
                  <a:pt x="4209238" y="1312369"/>
                  <a:pt x="4208942" y="1312369"/>
                </a:cubicBezTo>
                <a:lnTo>
                  <a:pt x="4196920" y="1312369"/>
                </a:lnTo>
                <a:cubicBezTo>
                  <a:pt x="4196624" y="1312369"/>
                  <a:pt x="4196209" y="1311954"/>
                  <a:pt x="4196209" y="1311954"/>
                </a:cubicBezTo>
                <a:lnTo>
                  <a:pt x="4190227" y="1301530"/>
                </a:lnTo>
                <a:cubicBezTo>
                  <a:pt x="4190049" y="1301293"/>
                  <a:pt x="4190227" y="1300701"/>
                  <a:pt x="4190227" y="1300701"/>
                </a:cubicBezTo>
                <a:lnTo>
                  <a:pt x="4196268" y="1290278"/>
                </a:lnTo>
                <a:cubicBezTo>
                  <a:pt x="4196387" y="1290041"/>
                  <a:pt x="4196682" y="1289863"/>
                  <a:pt x="4196979" y="1289863"/>
                </a:cubicBezTo>
                <a:close/>
                <a:moveTo>
                  <a:pt x="4264555" y="1289803"/>
                </a:moveTo>
                <a:lnTo>
                  <a:pt x="4276696" y="1289803"/>
                </a:lnTo>
                <a:cubicBezTo>
                  <a:pt x="4277052" y="1289803"/>
                  <a:pt x="4277466" y="1290218"/>
                  <a:pt x="4277466" y="1290218"/>
                </a:cubicBezTo>
                <a:lnTo>
                  <a:pt x="4283507" y="1300760"/>
                </a:lnTo>
                <a:cubicBezTo>
                  <a:pt x="4283685" y="1300997"/>
                  <a:pt x="4283507" y="1301589"/>
                  <a:pt x="4283507" y="1301589"/>
                </a:cubicBezTo>
                <a:lnTo>
                  <a:pt x="4277407" y="1312131"/>
                </a:lnTo>
                <a:cubicBezTo>
                  <a:pt x="4277230" y="1312368"/>
                  <a:pt x="4276933" y="1312546"/>
                  <a:pt x="4276637" y="1312546"/>
                </a:cubicBezTo>
                <a:lnTo>
                  <a:pt x="4264496" y="1312546"/>
                </a:lnTo>
                <a:cubicBezTo>
                  <a:pt x="4264140" y="1312546"/>
                  <a:pt x="4263726" y="1312131"/>
                  <a:pt x="4263726" y="1312131"/>
                </a:cubicBezTo>
                <a:lnTo>
                  <a:pt x="4257685" y="1301589"/>
                </a:lnTo>
                <a:cubicBezTo>
                  <a:pt x="4257507" y="1301352"/>
                  <a:pt x="4257685" y="1300760"/>
                  <a:pt x="4257685" y="1300760"/>
                </a:cubicBezTo>
                <a:lnTo>
                  <a:pt x="4263785" y="1290218"/>
                </a:lnTo>
                <a:cubicBezTo>
                  <a:pt x="4263963" y="1289981"/>
                  <a:pt x="4264259" y="1289803"/>
                  <a:pt x="4264555" y="1289803"/>
                </a:cubicBezTo>
                <a:close/>
                <a:moveTo>
                  <a:pt x="3655188" y="1288441"/>
                </a:moveTo>
                <a:lnTo>
                  <a:pt x="3668751" y="1288441"/>
                </a:lnTo>
                <a:cubicBezTo>
                  <a:pt x="3669106" y="1288441"/>
                  <a:pt x="3669580" y="1288915"/>
                  <a:pt x="3669580" y="1288915"/>
                </a:cubicBezTo>
                <a:lnTo>
                  <a:pt x="3676391" y="1300701"/>
                </a:lnTo>
                <a:cubicBezTo>
                  <a:pt x="3676568" y="1300997"/>
                  <a:pt x="3676391" y="1301648"/>
                  <a:pt x="3676391" y="1301648"/>
                </a:cubicBezTo>
                <a:lnTo>
                  <a:pt x="3669580" y="1313434"/>
                </a:lnTo>
                <a:cubicBezTo>
                  <a:pt x="3669402" y="1313730"/>
                  <a:pt x="3669106" y="1313908"/>
                  <a:pt x="3668751" y="1313908"/>
                </a:cubicBezTo>
                <a:lnTo>
                  <a:pt x="3655188" y="1313908"/>
                </a:lnTo>
                <a:cubicBezTo>
                  <a:pt x="3654833" y="1313908"/>
                  <a:pt x="3654359" y="1313434"/>
                  <a:pt x="3654359" y="1313434"/>
                </a:cubicBezTo>
                <a:lnTo>
                  <a:pt x="3647548" y="1301648"/>
                </a:lnTo>
                <a:cubicBezTo>
                  <a:pt x="3647370" y="1301352"/>
                  <a:pt x="3647548" y="1300701"/>
                  <a:pt x="3647548" y="1300701"/>
                </a:cubicBezTo>
                <a:lnTo>
                  <a:pt x="3654359" y="1288915"/>
                </a:lnTo>
                <a:cubicBezTo>
                  <a:pt x="3654537" y="1288619"/>
                  <a:pt x="3654833" y="1288441"/>
                  <a:pt x="3655188" y="1288441"/>
                </a:cubicBezTo>
                <a:close/>
                <a:moveTo>
                  <a:pt x="4128041" y="1287435"/>
                </a:moveTo>
                <a:lnTo>
                  <a:pt x="4142729" y="1287435"/>
                </a:lnTo>
                <a:cubicBezTo>
                  <a:pt x="4143085" y="1287435"/>
                  <a:pt x="4143440" y="1287672"/>
                  <a:pt x="4143617" y="1287968"/>
                </a:cubicBezTo>
                <a:lnTo>
                  <a:pt x="4150961" y="1300702"/>
                </a:lnTo>
                <a:cubicBezTo>
                  <a:pt x="4151139" y="1301057"/>
                  <a:pt x="4151139" y="1301471"/>
                  <a:pt x="4150961" y="1301768"/>
                </a:cubicBezTo>
                <a:lnTo>
                  <a:pt x="4143617" y="1314501"/>
                </a:lnTo>
                <a:cubicBezTo>
                  <a:pt x="4143440" y="1314856"/>
                  <a:pt x="4143085" y="1315034"/>
                  <a:pt x="4142729" y="1315034"/>
                </a:cubicBezTo>
                <a:lnTo>
                  <a:pt x="4128041" y="1315034"/>
                </a:lnTo>
                <a:cubicBezTo>
                  <a:pt x="4127686" y="1315034"/>
                  <a:pt x="4127331" y="1314797"/>
                  <a:pt x="4127153" y="1314501"/>
                </a:cubicBezTo>
                <a:lnTo>
                  <a:pt x="4119809" y="1301768"/>
                </a:lnTo>
                <a:cubicBezTo>
                  <a:pt x="4119632" y="1301412"/>
                  <a:pt x="4119632" y="1300998"/>
                  <a:pt x="4119809" y="1300702"/>
                </a:cubicBezTo>
                <a:lnTo>
                  <a:pt x="4127153" y="1287968"/>
                </a:lnTo>
                <a:cubicBezTo>
                  <a:pt x="4127331" y="1287613"/>
                  <a:pt x="4127686" y="1287435"/>
                  <a:pt x="4128041" y="1287435"/>
                </a:cubicBezTo>
                <a:close/>
                <a:moveTo>
                  <a:pt x="3519029" y="1286783"/>
                </a:moveTo>
                <a:lnTo>
                  <a:pt x="3534368" y="1286783"/>
                </a:lnTo>
                <a:cubicBezTo>
                  <a:pt x="3534783" y="1286783"/>
                  <a:pt x="3535138" y="1286961"/>
                  <a:pt x="3535316" y="1287316"/>
                </a:cubicBezTo>
                <a:lnTo>
                  <a:pt x="3542956" y="1300582"/>
                </a:lnTo>
                <a:cubicBezTo>
                  <a:pt x="3543133" y="1300879"/>
                  <a:pt x="3543133" y="1301293"/>
                  <a:pt x="3542956" y="1301648"/>
                </a:cubicBezTo>
                <a:lnTo>
                  <a:pt x="3535257" y="1314915"/>
                </a:lnTo>
                <a:cubicBezTo>
                  <a:pt x="3535020" y="1315211"/>
                  <a:pt x="3534665" y="1315448"/>
                  <a:pt x="3534309" y="1315448"/>
                </a:cubicBezTo>
                <a:lnTo>
                  <a:pt x="3518970" y="1315448"/>
                </a:lnTo>
                <a:cubicBezTo>
                  <a:pt x="3518555" y="1315448"/>
                  <a:pt x="3518200" y="1315270"/>
                  <a:pt x="3518022" y="1314915"/>
                </a:cubicBezTo>
                <a:lnTo>
                  <a:pt x="3510382" y="1301648"/>
                </a:lnTo>
                <a:cubicBezTo>
                  <a:pt x="3510205" y="1301352"/>
                  <a:pt x="3510205" y="1300938"/>
                  <a:pt x="3510382" y="1300582"/>
                </a:cubicBezTo>
                <a:lnTo>
                  <a:pt x="3518081" y="1287316"/>
                </a:lnTo>
                <a:cubicBezTo>
                  <a:pt x="3518319" y="1287020"/>
                  <a:pt x="3518674" y="1286783"/>
                  <a:pt x="3519029" y="1286783"/>
                </a:cubicBezTo>
                <a:close/>
                <a:moveTo>
                  <a:pt x="3721817" y="1286605"/>
                </a:moveTo>
                <a:lnTo>
                  <a:pt x="3737393" y="1286605"/>
                </a:lnTo>
                <a:cubicBezTo>
                  <a:pt x="3737807" y="1286605"/>
                  <a:pt x="3738163" y="1286783"/>
                  <a:pt x="3738341" y="1287138"/>
                </a:cubicBezTo>
                <a:lnTo>
                  <a:pt x="3746099" y="1300641"/>
                </a:lnTo>
                <a:cubicBezTo>
                  <a:pt x="3746277" y="1300997"/>
                  <a:pt x="3746277" y="1301411"/>
                  <a:pt x="3746099" y="1301767"/>
                </a:cubicBezTo>
                <a:lnTo>
                  <a:pt x="3738281" y="1315270"/>
                </a:lnTo>
                <a:cubicBezTo>
                  <a:pt x="3738103" y="1315566"/>
                  <a:pt x="3737748" y="1315803"/>
                  <a:pt x="3737334" y="1315803"/>
                </a:cubicBezTo>
                <a:lnTo>
                  <a:pt x="3721757" y="1315803"/>
                </a:lnTo>
                <a:cubicBezTo>
                  <a:pt x="3721343" y="1315803"/>
                  <a:pt x="3720987" y="1315625"/>
                  <a:pt x="3720809" y="1315270"/>
                </a:cubicBezTo>
                <a:lnTo>
                  <a:pt x="3713051" y="1301767"/>
                </a:lnTo>
                <a:cubicBezTo>
                  <a:pt x="3712874" y="1301411"/>
                  <a:pt x="3712874" y="1300997"/>
                  <a:pt x="3713051" y="1300641"/>
                </a:cubicBezTo>
                <a:lnTo>
                  <a:pt x="3720869" y="1287138"/>
                </a:lnTo>
                <a:cubicBezTo>
                  <a:pt x="3721047" y="1286842"/>
                  <a:pt x="3721402" y="1286605"/>
                  <a:pt x="3721817" y="1286605"/>
                </a:cubicBezTo>
                <a:close/>
                <a:moveTo>
                  <a:pt x="4330354" y="1286250"/>
                </a:moveTo>
                <a:lnTo>
                  <a:pt x="4346226" y="1286250"/>
                </a:lnTo>
                <a:cubicBezTo>
                  <a:pt x="4346582" y="1286250"/>
                  <a:pt x="4346996" y="1286428"/>
                  <a:pt x="4347174" y="1286783"/>
                </a:cubicBezTo>
                <a:lnTo>
                  <a:pt x="4355110" y="1300582"/>
                </a:lnTo>
                <a:cubicBezTo>
                  <a:pt x="4355288" y="1300938"/>
                  <a:pt x="4355288" y="1301352"/>
                  <a:pt x="4355110" y="1301708"/>
                </a:cubicBezTo>
                <a:lnTo>
                  <a:pt x="4347174" y="1315507"/>
                </a:lnTo>
                <a:cubicBezTo>
                  <a:pt x="4346996" y="1315803"/>
                  <a:pt x="4346641" y="1316040"/>
                  <a:pt x="4346226" y="1316040"/>
                </a:cubicBezTo>
                <a:lnTo>
                  <a:pt x="4330354" y="1316040"/>
                </a:lnTo>
                <a:cubicBezTo>
                  <a:pt x="4329998" y="1316040"/>
                  <a:pt x="4329584" y="1315863"/>
                  <a:pt x="4329406" y="1315507"/>
                </a:cubicBezTo>
                <a:lnTo>
                  <a:pt x="4321470" y="1301708"/>
                </a:lnTo>
                <a:cubicBezTo>
                  <a:pt x="4321293" y="1301352"/>
                  <a:pt x="4321293" y="1300938"/>
                  <a:pt x="4321470" y="1300582"/>
                </a:cubicBezTo>
                <a:lnTo>
                  <a:pt x="4329406" y="1286783"/>
                </a:lnTo>
                <a:cubicBezTo>
                  <a:pt x="4329584" y="1286487"/>
                  <a:pt x="4329939" y="1286250"/>
                  <a:pt x="4330354" y="1286250"/>
                </a:cubicBezTo>
                <a:close/>
                <a:moveTo>
                  <a:pt x="745874" y="1286191"/>
                </a:moveTo>
                <a:lnTo>
                  <a:pt x="761865" y="1286191"/>
                </a:lnTo>
                <a:cubicBezTo>
                  <a:pt x="762220" y="1286191"/>
                  <a:pt x="762635" y="1286428"/>
                  <a:pt x="762813" y="1286783"/>
                </a:cubicBezTo>
                <a:lnTo>
                  <a:pt x="770808" y="1300642"/>
                </a:lnTo>
                <a:cubicBezTo>
                  <a:pt x="770986" y="1300997"/>
                  <a:pt x="770986" y="1301412"/>
                  <a:pt x="770808" y="1301767"/>
                </a:cubicBezTo>
                <a:lnTo>
                  <a:pt x="762813" y="1315626"/>
                </a:lnTo>
                <a:cubicBezTo>
                  <a:pt x="762635" y="1315981"/>
                  <a:pt x="762280" y="1316218"/>
                  <a:pt x="761865" y="1316218"/>
                </a:cubicBezTo>
                <a:lnTo>
                  <a:pt x="745874" y="1316218"/>
                </a:lnTo>
                <a:cubicBezTo>
                  <a:pt x="745519" y="1316218"/>
                  <a:pt x="745104" y="1315981"/>
                  <a:pt x="744927" y="1315626"/>
                </a:cubicBezTo>
                <a:lnTo>
                  <a:pt x="736931" y="1301767"/>
                </a:lnTo>
                <a:cubicBezTo>
                  <a:pt x="736754" y="1301412"/>
                  <a:pt x="736754" y="1300997"/>
                  <a:pt x="736931" y="1300642"/>
                </a:cubicBezTo>
                <a:lnTo>
                  <a:pt x="744927" y="1286783"/>
                </a:lnTo>
                <a:cubicBezTo>
                  <a:pt x="745104" y="1286428"/>
                  <a:pt x="745460" y="1286191"/>
                  <a:pt x="745874" y="1286191"/>
                </a:cubicBezTo>
                <a:close/>
                <a:moveTo>
                  <a:pt x="678002" y="1285836"/>
                </a:moveTo>
                <a:lnTo>
                  <a:pt x="694348" y="1285836"/>
                </a:lnTo>
                <a:cubicBezTo>
                  <a:pt x="694762" y="1285836"/>
                  <a:pt x="695118" y="1286073"/>
                  <a:pt x="695355" y="1286428"/>
                </a:cubicBezTo>
                <a:lnTo>
                  <a:pt x="703528" y="1300583"/>
                </a:lnTo>
                <a:cubicBezTo>
                  <a:pt x="703764" y="1300938"/>
                  <a:pt x="703764" y="1301412"/>
                  <a:pt x="703528" y="1301768"/>
                </a:cubicBezTo>
                <a:lnTo>
                  <a:pt x="695355" y="1315922"/>
                </a:lnTo>
                <a:cubicBezTo>
                  <a:pt x="695118" y="1316278"/>
                  <a:pt x="694762" y="1316515"/>
                  <a:pt x="694348" y="1316515"/>
                </a:cubicBezTo>
                <a:lnTo>
                  <a:pt x="678002" y="1316515"/>
                </a:lnTo>
                <a:cubicBezTo>
                  <a:pt x="677587" y="1316515"/>
                  <a:pt x="677232" y="1316278"/>
                  <a:pt x="676995" y="1315922"/>
                </a:cubicBezTo>
                <a:lnTo>
                  <a:pt x="668822" y="1301768"/>
                </a:lnTo>
                <a:cubicBezTo>
                  <a:pt x="668585" y="1301412"/>
                  <a:pt x="668585" y="1300938"/>
                  <a:pt x="668822" y="1300583"/>
                </a:cubicBezTo>
                <a:lnTo>
                  <a:pt x="676995" y="1286428"/>
                </a:lnTo>
                <a:cubicBezTo>
                  <a:pt x="677232" y="1286073"/>
                  <a:pt x="677587" y="1285836"/>
                  <a:pt x="678002" y="1285836"/>
                </a:cubicBezTo>
                <a:close/>
                <a:moveTo>
                  <a:pt x="3450743" y="1285539"/>
                </a:moveTo>
                <a:lnTo>
                  <a:pt x="3467386" y="1285539"/>
                </a:lnTo>
                <a:cubicBezTo>
                  <a:pt x="3467800" y="1285539"/>
                  <a:pt x="3468156" y="1285776"/>
                  <a:pt x="3468392" y="1286131"/>
                </a:cubicBezTo>
                <a:lnTo>
                  <a:pt x="3476743" y="1300582"/>
                </a:lnTo>
                <a:cubicBezTo>
                  <a:pt x="3476980" y="1300938"/>
                  <a:pt x="3476980" y="1301411"/>
                  <a:pt x="3476743" y="1301767"/>
                </a:cubicBezTo>
                <a:lnTo>
                  <a:pt x="3468392" y="1316218"/>
                </a:lnTo>
                <a:cubicBezTo>
                  <a:pt x="3468214" y="1316573"/>
                  <a:pt x="3467800" y="1316810"/>
                  <a:pt x="3467386" y="1316810"/>
                </a:cubicBezTo>
                <a:lnTo>
                  <a:pt x="3450743" y="1316810"/>
                </a:lnTo>
                <a:cubicBezTo>
                  <a:pt x="3450329" y="1316810"/>
                  <a:pt x="3449973" y="1316573"/>
                  <a:pt x="3449736" y="1316218"/>
                </a:cubicBezTo>
                <a:lnTo>
                  <a:pt x="3441386" y="1301767"/>
                </a:lnTo>
                <a:cubicBezTo>
                  <a:pt x="3441149" y="1301411"/>
                  <a:pt x="3441149" y="1300938"/>
                  <a:pt x="3441386" y="1300582"/>
                </a:cubicBezTo>
                <a:lnTo>
                  <a:pt x="3449736" y="1286131"/>
                </a:lnTo>
                <a:cubicBezTo>
                  <a:pt x="3449914" y="1285776"/>
                  <a:pt x="3450329" y="1285539"/>
                  <a:pt x="3450743" y="1285539"/>
                </a:cubicBezTo>
                <a:close/>
                <a:moveTo>
                  <a:pt x="2436158" y="1285362"/>
                </a:moveTo>
                <a:lnTo>
                  <a:pt x="2453037" y="1285362"/>
                </a:lnTo>
                <a:cubicBezTo>
                  <a:pt x="2453451" y="1285362"/>
                  <a:pt x="2453807" y="1285599"/>
                  <a:pt x="2454044" y="1285954"/>
                </a:cubicBezTo>
                <a:lnTo>
                  <a:pt x="2462454" y="1300583"/>
                </a:lnTo>
                <a:cubicBezTo>
                  <a:pt x="2462690" y="1300938"/>
                  <a:pt x="2462690" y="1301412"/>
                  <a:pt x="2462454" y="1301767"/>
                </a:cubicBezTo>
                <a:lnTo>
                  <a:pt x="2453985" y="1316396"/>
                </a:lnTo>
                <a:cubicBezTo>
                  <a:pt x="2453807" y="1316751"/>
                  <a:pt x="2453392" y="1316988"/>
                  <a:pt x="2452978" y="1316988"/>
                </a:cubicBezTo>
                <a:lnTo>
                  <a:pt x="2436098" y="1316988"/>
                </a:lnTo>
                <a:cubicBezTo>
                  <a:pt x="2435684" y="1316988"/>
                  <a:pt x="2435328" y="1316751"/>
                  <a:pt x="2435092" y="1316396"/>
                </a:cubicBezTo>
                <a:lnTo>
                  <a:pt x="2426682" y="1301767"/>
                </a:lnTo>
                <a:cubicBezTo>
                  <a:pt x="2426445" y="1301412"/>
                  <a:pt x="2426445" y="1300938"/>
                  <a:pt x="2426682" y="1300583"/>
                </a:cubicBezTo>
                <a:lnTo>
                  <a:pt x="2435151" y="1285954"/>
                </a:lnTo>
                <a:cubicBezTo>
                  <a:pt x="2435328" y="1285599"/>
                  <a:pt x="2435743" y="1285362"/>
                  <a:pt x="2436158" y="1285362"/>
                </a:cubicBezTo>
                <a:close/>
                <a:moveTo>
                  <a:pt x="610130" y="1285362"/>
                </a:moveTo>
                <a:lnTo>
                  <a:pt x="627009" y="1285362"/>
                </a:lnTo>
                <a:cubicBezTo>
                  <a:pt x="627423" y="1285362"/>
                  <a:pt x="627779" y="1285599"/>
                  <a:pt x="628016" y="1285954"/>
                </a:cubicBezTo>
                <a:lnTo>
                  <a:pt x="636426" y="1300583"/>
                </a:lnTo>
                <a:cubicBezTo>
                  <a:pt x="636662" y="1300938"/>
                  <a:pt x="636662" y="1301412"/>
                  <a:pt x="636426" y="1301767"/>
                </a:cubicBezTo>
                <a:lnTo>
                  <a:pt x="627957" y="1316396"/>
                </a:lnTo>
                <a:cubicBezTo>
                  <a:pt x="627779" y="1316751"/>
                  <a:pt x="627364" y="1316988"/>
                  <a:pt x="626950" y="1316988"/>
                </a:cubicBezTo>
                <a:lnTo>
                  <a:pt x="610070" y="1316988"/>
                </a:lnTo>
                <a:cubicBezTo>
                  <a:pt x="609656" y="1316988"/>
                  <a:pt x="609300" y="1316751"/>
                  <a:pt x="609064" y="1316396"/>
                </a:cubicBezTo>
                <a:lnTo>
                  <a:pt x="600654" y="1301767"/>
                </a:lnTo>
                <a:cubicBezTo>
                  <a:pt x="600417" y="1301412"/>
                  <a:pt x="600417" y="1300938"/>
                  <a:pt x="600654" y="1300583"/>
                </a:cubicBezTo>
                <a:lnTo>
                  <a:pt x="609123" y="1285954"/>
                </a:lnTo>
                <a:cubicBezTo>
                  <a:pt x="609300" y="1285599"/>
                  <a:pt x="609715" y="1285362"/>
                  <a:pt x="610130" y="1285362"/>
                </a:cubicBezTo>
                <a:close/>
                <a:moveTo>
                  <a:pt x="4397397" y="1285243"/>
                </a:moveTo>
                <a:lnTo>
                  <a:pt x="4414394" y="1285243"/>
                </a:lnTo>
                <a:cubicBezTo>
                  <a:pt x="4414869" y="1285243"/>
                  <a:pt x="4415224" y="1285480"/>
                  <a:pt x="4415461" y="1285835"/>
                </a:cubicBezTo>
                <a:lnTo>
                  <a:pt x="4423929" y="1300582"/>
                </a:lnTo>
                <a:cubicBezTo>
                  <a:pt x="4424167" y="1300938"/>
                  <a:pt x="4424167" y="1301412"/>
                  <a:pt x="4423929" y="1301767"/>
                </a:cubicBezTo>
                <a:lnTo>
                  <a:pt x="4415401" y="1316514"/>
                </a:lnTo>
                <a:cubicBezTo>
                  <a:pt x="4415164" y="1316869"/>
                  <a:pt x="4414750" y="1317106"/>
                  <a:pt x="4414335" y="1317106"/>
                </a:cubicBezTo>
                <a:lnTo>
                  <a:pt x="4397337" y="1317106"/>
                </a:lnTo>
                <a:cubicBezTo>
                  <a:pt x="4396864" y="1317106"/>
                  <a:pt x="4396509" y="1316869"/>
                  <a:pt x="4396272" y="1316514"/>
                </a:cubicBezTo>
                <a:lnTo>
                  <a:pt x="4387802" y="1301767"/>
                </a:lnTo>
                <a:cubicBezTo>
                  <a:pt x="4387566" y="1301412"/>
                  <a:pt x="4387566" y="1300938"/>
                  <a:pt x="4387802" y="1300582"/>
                </a:cubicBezTo>
                <a:lnTo>
                  <a:pt x="4396331" y="1285835"/>
                </a:lnTo>
                <a:cubicBezTo>
                  <a:pt x="4396568" y="1285480"/>
                  <a:pt x="4396982" y="1285243"/>
                  <a:pt x="4397397" y="1285243"/>
                </a:cubicBezTo>
                <a:close/>
                <a:moveTo>
                  <a:pt x="1015585" y="1284829"/>
                </a:moveTo>
                <a:lnTo>
                  <a:pt x="1033056" y="1284829"/>
                </a:lnTo>
                <a:cubicBezTo>
                  <a:pt x="1033471" y="1284829"/>
                  <a:pt x="1033885" y="1285066"/>
                  <a:pt x="1034122" y="1285421"/>
                </a:cubicBezTo>
                <a:lnTo>
                  <a:pt x="1042828" y="1300524"/>
                </a:lnTo>
                <a:cubicBezTo>
                  <a:pt x="1043065" y="1300938"/>
                  <a:pt x="1043065" y="1301412"/>
                  <a:pt x="1042828" y="1301767"/>
                </a:cubicBezTo>
                <a:lnTo>
                  <a:pt x="1034122" y="1316870"/>
                </a:lnTo>
                <a:cubicBezTo>
                  <a:pt x="1033885" y="1317225"/>
                  <a:pt x="1033471" y="1317462"/>
                  <a:pt x="1033056" y="1317462"/>
                </a:cubicBezTo>
                <a:lnTo>
                  <a:pt x="1015585" y="1317462"/>
                </a:lnTo>
                <a:cubicBezTo>
                  <a:pt x="1015170" y="1317462"/>
                  <a:pt x="1014756" y="1317225"/>
                  <a:pt x="1014519" y="1316870"/>
                </a:cubicBezTo>
                <a:lnTo>
                  <a:pt x="1005813" y="1301767"/>
                </a:lnTo>
                <a:cubicBezTo>
                  <a:pt x="1005576" y="1301353"/>
                  <a:pt x="1005576" y="1300879"/>
                  <a:pt x="1005813" y="1300524"/>
                </a:cubicBezTo>
                <a:lnTo>
                  <a:pt x="1014519" y="1285421"/>
                </a:lnTo>
                <a:cubicBezTo>
                  <a:pt x="1014756" y="1285066"/>
                  <a:pt x="1015170" y="1284829"/>
                  <a:pt x="1015585" y="1284829"/>
                </a:cubicBezTo>
                <a:close/>
                <a:moveTo>
                  <a:pt x="1082983" y="1284296"/>
                </a:moveTo>
                <a:lnTo>
                  <a:pt x="1100987" y="1284296"/>
                </a:lnTo>
                <a:cubicBezTo>
                  <a:pt x="1101461" y="1284296"/>
                  <a:pt x="1101876" y="1284533"/>
                  <a:pt x="1102113" y="1284948"/>
                </a:cubicBezTo>
                <a:lnTo>
                  <a:pt x="1111115" y="1300524"/>
                </a:lnTo>
                <a:cubicBezTo>
                  <a:pt x="1111352" y="1300879"/>
                  <a:pt x="1111352" y="1301353"/>
                  <a:pt x="1111115" y="1301767"/>
                </a:cubicBezTo>
                <a:lnTo>
                  <a:pt x="1102113" y="1317344"/>
                </a:lnTo>
                <a:cubicBezTo>
                  <a:pt x="1101876" y="1317758"/>
                  <a:pt x="1101461" y="1317995"/>
                  <a:pt x="1100987" y="1317995"/>
                </a:cubicBezTo>
                <a:lnTo>
                  <a:pt x="1082983" y="1317995"/>
                </a:lnTo>
                <a:cubicBezTo>
                  <a:pt x="1082509" y="1317995"/>
                  <a:pt x="1082095" y="1317758"/>
                  <a:pt x="1081858" y="1317344"/>
                </a:cubicBezTo>
                <a:lnTo>
                  <a:pt x="1072856" y="1301767"/>
                </a:lnTo>
                <a:cubicBezTo>
                  <a:pt x="1072619" y="1301412"/>
                  <a:pt x="1072619" y="1300938"/>
                  <a:pt x="1072856" y="1300524"/>
                </a:cubicBezTo>
                <a:lnTo>
                  <a:pt x="1081858" y="1284948"/>
                </a:lnTo>
                <a:cubicBezTo>
                  <a:pt x="1082095" y="1284533"/>
                  <a:pt x="1082509" y="1284296"/>
                  <a:pt x="1082983" y="1284296"/>
                </a:cubicBezTo>
                <a:close/>
                <a:moveTo>
                  <a:pt x="541962" y="1284296"/>
                </a:moveTo>
                <a:lnTo>
                  <a:pt x="559967" y="1284296"/>
                </a:lnTo>
                <a:cubicBezTo>
                  <a:pt x="560440" y="1284296"/>
                  <a:pt x="560855" y="1284533"/>
                  <a:pt x="561092" y="1284948"/>
                </a:cubicBezTo>
                <a:lnTo>
                  <a:pt x="570094" y="1300524"/>
                </a:lnTo>
                <a:cubicBezTo>
                  <a:pt x="570331" y="1300879"/>
                  <a:pt x="570331" y="1301353"/>
                  <a:pt x="570094" y="1301767"/>
                </a:cubicBezTo>
                <a:lnTo>
                  <a:pt x="561092" y="1317344"/>
                </a:lnTo>
                <a:cubicBezTo>
                  <a:pt x="560855" y="1317758"/>
                  <a:pt x="560440" y="1317995"/>
                  <a:pt x="559967" y="1317995"/>
                </a:cubicBezTo>
                <a:lnTo>
                  <a:pt x="541962" y="1317995"/>
                </a:lnTo>
                <a:cubicBezTo>
                  <a:pt x="541489" y="1317995"/>
                  <a:pt x="541074" y="1317758"/>
                  <a:pt x="540837" y="1317344"/>
                </a:cubicBezTo>
                <a:lnTo>
                  <a:pt x="531835" y="1301767"/>
                </a:lnTo>
                <a:cubicBezTo>
                  <a:pt x="531598" y="1301412"/>
                  <a:pt x="531598" y="1300938"/>
                  <a:pt x="531835" y="1300524"/>
                </a:cubicBezTo>
                <a:lnTo>
                  <a:pt x="540837" y="1284948"/>
                </a:lnTo>
                <a:cubicBezTo>
                  <a:pt x="541074" y="1284533"/>
                  <a:pt x="541489" y="1284296"/>
                  <a:pt x="541962" y="1284296"/>
                </a:cubicBezTo>
                <a:close/>
                <a:moveTo>
                  <a:pt x="811969" y="1283289"/>
                </a:moveTo>
                <a:lnTo>
                  <a:pt x="831039" y="1283289"/>
                </a:lnTo>
                <a:cubicBezTo>
                  <a:pt x="831513" y="1283289"/>
                  <a:pt x="831987" y="1283526"/>
                  <a:pt x="832223" y="1283940"/>
                </a:cubicBezTo>
                <a:lnTo>
                  <a:pt x="841759" y="1300464"/>
                </a:lnTo>
                <a:cubicBezTo>
                  <a:pt x="841996" y="1300879"/>
                  <a:pt x="841996" y="1301412"/>
                  <a:pt x="841759" y="1301826"/>
                </a:cubicBezTo>
                <a:lnTo>
                  <a:pt x="832223" y="1318350"/>
                </a:lnTo>
                <a:cubicBezTo>
                  <a:pt x="831987" y="1318765"/>
                  <a:pt x="831513" y="1319002"/>
                  <a:pt x="831039" y="1319002"/>
                </a:cubicBezTo>
                <a:lnTo>
                  <a:pt x="811969" y="1319002"/>
                </a:lnTo>
                <a:cubicBezTo>
                  <a:pt x="811495" y="1319002"/>
                  <a:pt x="811021" y="1318765"/>
                  <a:pt x="810784" y="1318350"/>
                </a:cubicBezTo>
                <a:lnTo>
                  <a:pt x="801249" y="1301826"/>
                </a:lnTo>
                <a:cubicBezTo>
                  <a:pt x="801012" y="1301412"/>
                  <a:pt x="801012" y="1300879"/>
                  <a:pt x="801249" y="1300464"/>
                </a:cubicBezTo>
                <a:lnTo>
                  <a:pt x="810784" y="1283940"/>
                </a:lnTo>
                <a:cubicBezTo>
                  <a:pt x="811021" y="1283526"/>
                  <a:pt x="811495" y="1283289"/>
                  <a:pt x="811969" y="1283289"/>
                </a:cubicBezTo>
                <a:close/>
                <a:moveTo>
                  <a:pt x="3787497" y="1282934"/>
                </a:moveTo>
                <a:lnTo>
                  <a:pt x="3806923" y="1282934"/>
                </a:lnTo>
                <a:cubicBezTo>
                  <a:pt x="3807397" y="1282934"/>
                  <a:pt x="3807871" y="1283230"/>
                  <a:pt x="3808107" y="1283645"/>
                </a:cubicBezTo>
                <a:lnTo>
                  <a:pt x="3817820" y="1300465"/>
                </a:lnTo>
                <a:cubicBezTo>
                  <a:pt x="3818057" y="1300879"/>
                  <a:pt x="3818057" y="1301412"/>
                  <a:pt x="3817820" y="1301827"/>
                </a:cubicBezTo>
                <a:lnTo>
                  <a:pt x="3808107" y="1318647"/>
                </a:lnTo>
                <a:cubicBezTo>
                  <a:pt x="3807871" y="1319120"/>
                  <a:pt x="3807397" y="1319357"/>
                  <a:pt x="3806923" y="1319357"/>
                </a:cubicBezTo>
                <a:lnTo>
                  <a:pt x="3787497" y="1319357"/>
                </a:lnTo>
                <a:cubicBezTo>
                  <a:pt x="3787024" y="1319357"/>
                  <a:pt x="3786549" y="1319061"/>
                  <a:pt x="3786313" y="1318647"/>
                </a:cubicBezTo>
                <a:lnTo>
                  <a:pt x="3776600" y="1301827"/>
                </a:lnTo>
                <a:cubicBezTo>
                  <a:pt x="3776363" y="1301412"/>
                  <a:pt x="3776363" y="1300879"/>
                  <a:pt x="3776600" y="1300465"/>
                </a:cubicBezTo>
                <a:lnTo>
                  <a:pt x="3786313" y="1283645"/>
                </a:lnTo>
                <a:cubicBezTo>
                  <a:pt x="3786549" y="1283171"/>
                  <a:pt x="3787024" y="1282934"/>
                  <a:pt x="3787497" y="1282934"/>
                </a:cubicBezTo>
                <a:close/>
                <a:moveTo>
                  <a:pt x="4463729" y="1282874"/>
                </a:moveTo>
                <a:lnTo>
                  <a:pt x="4483273" y="1282874"/>
                </a:lnTo>
                <a:cubicBezTo>
                  <a:pt x="4483747" y="1282874"/>
                  <a:pt x="4484221" y="1283170"/>
                  <a:pt x="4484458" y="1283585"/>
                </a:cubicBezTo>
                <a:lnTo>
                  <a:pt x="4494230" y="1300523"/>
                </a:lnTo>
                <a:cubicBezTo>
                  <a:pt x="4494467" y="1300938"/>
                  <a:pt x="4494467" y="1301471"/>
                  <a:pt x="4494230" y="1301885"/>
                </a:cubicBezTo>
                <a:lnTo>
                  <a:pt x="4484458" y="1318824"/>
                </a:lnTo>
                <a:cubicBezTo>
                  <a:pt x="4484221" y="1319238"/>
                  <a:pt x="4483747" y="1319534"/>
                  <a:pt x="4483273" y="1319534"/>
                </a:cubicBezTo>
                <a:lnTo>
                  <a:pt x="4463729" y="1319534"/>
                </a:lnTo>
                <a:cubicBezTo>
                  <a:pt x="4463255" y="1319534"/>
                  <a:pt x="4462782" y="1319238"/>
                  <a:pt x="4462544" y="1318824"/>
                </a:cubicBezTo>
                <a:lnTo>
                  <a:pt x="4452773" y="1301885"/>
                </a:lnTo>
                <a:cubicBezTo>
                  <a:pt x="4452536" y="1301471"/>
                  <a:pt x="4452536" y="1300938"/>
                  <a:pt x="4452773" y="1300523"/>
                </a:cubicBezTo>
                <a:lnTo>
                  <a:pt x="4462544" y="1283585"/>
                </a:lnTo>
                <a:cubicBezTo>
                  <a:pt x="4462782" y="1283170"/>
                  <a:pt x="4463255" y="1282874"/>
                  <a:pt x="4463729" y="1282874"/>
                </a:cubicBezTo>
                <a:close/>
                <a:moveTo>
                  <a:pt x="946943" y="1282874"/>
                </a:moveTo>
                <a:lnTo>
                  <a:pt x="966488" y="1282874"/>
                </a:lnTo>
                <a:cubicBezTo>
                  <a:pt x="966961" y="1282874"/>
                  <a:pt x="967435" y="1283170"/>
                  <a:pt x="967672" y="1283585"/>
                </a:cubicBezTo>
                <a:lnTo>
                  <a:pt x="977444" y="1300523"/>
                </a:lnTo>
                <a:cubicBezTo>
                  <a:pt x="977681" y="1300938"/>
                  <a:pt x="977681" y="1301471"/>
                  <a:pt x="977444" y="1301885"/>
                </a:cubicBezTo>
                <a:lnTo>
                  <a:pt x="967672" y="1318824"/>
                </a:lnTo>
                <a:cubicBezTo>
                  <a:pt x="967435" y="1319238"/>
                  <a:pt x="966961" y="1319534"/>
                  <a:pt x="966488" y="1319534"/>
                </a:cubicBezTo>
                <a:lnTo>
                  <a:pt x="946943" y="1319534"/>
                </a:lnTo>
                <a:cubicBezTo>
                  <a:pt x="946470" y="1319534"/>
                  <a:pt x="945996" y="1319238"/>
                  <a:pt x="945759" y="1318824"/>
                </a:cubicBezTo>
                <a:lnTo>
                  <a:pt x="935987" y="1301885"/>
                </a:lnTo>
                <a:cubicBezTo>
                  <a:pt x="935750" y="1301471"/>
                  <a:pt x="935750" y="1300938"/>
                  <a:pt x="935987" y="1300523"/>
                </a:cubicBezTo>
                <a:lnTo>
                  <a:pt x="945759" y="1283585"/>
                </a:lnTo>
                <a:cubicBezTo>
                  <a:pt x="945996" y="1283170"/>
                  <a:pt x="946470" y="1282874"/>
                  <a:pt x="946943" y="1282874"/>
                </a:cubicBezTo>
                <a:close/>
                <a:moveTo>
                  <a:pt x="473261" y="1282341"/>
                </a:moveTo>
                <a:lnTo>
                  <a:pt x="493338" y="1282341"/>
                </a:lnTo>
                <a:cubicBezTo>
                  <a:pt x="493871" y="1282341"/>
                  <a:pt x="494345" y="1282637"/>
                  <a:pt x="494582" y="1283052"/>
                </a:cubicBezTo>
                <a:lnTo>
                  <a:pt x="504591" y="1300464"/>
                </a:lnTo>
                <a:cubicBezTo>
                  <a:pt x="504828" y="1300878"/>
                  <a:pt x="504828" y="1301471"/>
                  <a:pt x="504591" y="1301885"/>
                </a:cubicBezTo>
                <a:lnTo>
                  <a:pt x="494522" y="1319297"/>
                </a:lnTo>
                <a:cubicBezTo>
                  <a:pt x="494226" y="1319712"/>
                  <a:pt x="493753" y="1320008"/>
                  <a:pt x="493279" y="1320008"/>
                </a:cubicBezTo>
                <a:lnTo>
                  <a:pt x="473201" y="1320008"/>
                </a:lnTo>
                <a:cubicBezTo>
                  <a:pt x="472669" y="1320008"/>
                  <a:pt x="472195" y="1319712"/>
                  <a:pt x="471958" y="1319297"/>
                </a:cubicBezTo>
                <a:lnTo>
                  <a:pt x="461949" y="1301885"/>
                </a:lnTo>
                <a:cubicBezTo>
                  <a:pt x="461712" y="1301471"/>
                  <a:pt x="461712" y="1300878"/>
                  <a:pt x="461949" y="1300464"/>
                </a:cubicBezTo>
                <a:lnTo>
                  <a:pt x="472017" y="1283052"/>
                </a:lnTo>
                <a:cubicBezTo>
                  <a:pt x="472313" y="1282637"/>
                  <a:pt x="472787" y="1282341"/>
                  <a:pt x="473261" y="1282341"/>
                </a:cubicBezTo>
                <a:close/>
                <a:moveTo>
                  <a:pt x="2366865" y="1282223"/>
                </a:moveTo>
                <a:lnTo>
                  <a:pt x="2387061" y="1282223"/>
                </a:lnTo>
                <a:cubicBezTo>
                  <a:pt x="2387593" y="1282223"/>
                  <a:pt x="2388067" y="1282519"/>
                  <a:pt x="2388304" y="1282934"/>
                </a:cubicBezTo>
                <a:lnTo>
                  <a:pt x="2398372" y="1300405"/>
                </a:lnTo>
                <a:cubicBezTo>
                  <a:pt x="2398609" y="1300820"/>
                  <a:pt x="2398609" y="1301412"/>
                  <a:pt x="2398372" y="1301826"/>
                </a:cubicBezTo>
                <a:lnTo>
                  <a:pt x="2388245" y="1319298"/>
                </a:lnTo>
                <a:cubicBezTo>
                  <a:pt x="2387949" y="1319713"/>
                  <a:pt x="2387475" y="1320009"/>
                  <a:pt x="2387001" y="1320009"/>
                </a:cubicBezTo>
                <a:lnTo>
                  <a:pt x="2366805" y="1320009"/>
                </a:lnTo>
                <a:cubicBezTo>
                  <a:pt x="2366273" y="1320009"/>
                  <a:pt x="2365799" y="1319713"/>
                  <a:pt x="2365562" y="1319298"/>
                </a:cubicBezTo>
                <a:lnTo>
                  <a:pt x="2355494" y="1301826"/>
                </a:lnTo>
                <a:cubicBezTo>
                  <a:pt x="2355257" y="1301412"/>
                  <a:pt x="2355257" y="1300820"/>
                  <a:pt x="2355494" y="1300405"/>
                </a:cubicBezTo>
                <a:lnTo>
                  <a:pt x="2365621" y="1282934"/>
                </a:lnTo>
                <a:cubicBezTo>
                  <a:pt x="2365917" y="1282519"/>
                  <a:pt x="2366391" y="1282223"/>
                  <a:pt x="2366865" y="1282223"/>
                </a:cubicBezTo>
                <a:close/>
                <a:moveTo>
                  <a:pt x="1487668" y="1282223"/>
                </a:moveTo>
                <a:lnTo>
                  <a:pt x="1507864" y="1282223"/>
                </a:lnTo>
                <a:cubicBezTo>
                  <a:pt x="1508396" y="1282223"/>
                  <a:pt x="1508870" y="1282519"/>
                  <a:pt x="1509108" y="1282934"/>
                </a:cubicBezTo>
                <a:lnTo>
                  <a:pt x="1519175" y="1300405"/>
                </a:lnTo>
                <a:cubicBezTo>
                  <a:pt x="1519413" y="1300820"/>
                  <a:pt x="1519413" y="1301412"/>
                  <a:pt x="1519175" y="1301826"/>
                </a:cubicBezTo>
                <a:lnTo>
                  <a:pt x="1509048" y="1319298"/>
                </a:lnTo>
                <a:cubicBezTo>
                  <a:pt x="1508752" y="1319713"/>
                  <a:pt x="1508278" y="1320009"/>
                  <a:pt x="1507804" y="1320009"/>
                </a:cubicBezTo>
                <a:lnTo>
                  <a:pt x="1487609" y="1320009"/>
                </a:lnTo>
                <a:cubicBezTo>
                  <a:pt x="1487076" y="1320009"/>
                  <a:pt x="1486602" y="1319713"/>
                  <a:pt x="1486365" y="1319298"/>
                </a:cubicBezTo>
                <a:lnTo>
                  <a:pt x="1476297" y="1301826"/>
                </a:lnTo>
                <a:cubicBezTo>
                  <a:pt x="1476060" y="1301412"/>
                  <a:pt x="1476060" y="1300820"/>
                  <a:pt x="1476297" y="1300405"/>
                </a:cubicBezTo>
                <a:lnTo>
                  <a:pt x="1486424" y="1282934"/>
                </a:lnTo>
                <a:cubicBezTo>
                  <a:pt x="1486720" y="1282519"/>
                  <a:pt x="1487194" y="1282223"/>
                  <a:pt x="1487668" y="1282223"/>
                </a:cubicBezTo>
                <a:close/>
                <a:moveTo>
                  <a:pt x="1420033" y="1282223"/>
                </a:moveTo>
                <a:lnTo>
                  <a:pt x="1440229" y="1282223"/>
                </a:lnTo>
                <a:cubicBezTo>
                  <a:pt x="1440761" y="1282223"/>
                  <a:pt x="1441235" y="1282519"/>
                  <a:pt x="1441472" y="1282934"/>
                </a:cubicBezTo>
                <a:lnTo>
                  <a:pt x="1451540" y="1300405"/>
                </a:lnTo>
                <a:cubicBezTo>
                  <a:pt x="1451777" y="1300820"/>
                  <a:pt x="1451777" y="1301412"/>
                  <a:pt x="1451540" y="1301826"/>
                </a:cubicBezTo>
                <a:lnTo>
                  <a:pt x="1441413" y="1319298"/>
                </a:lnTo>
                <a:cubicBezTo>
                  <a:pt x="1441117" y="1319713"/>
                  <a:pt x="1440643" y="1320009"/>
                  <a:pt x="1440169" y="1320009"/>
                </a:cubicBezTo>
                <a:lnTo>
                  <a:pt x="1419973" y="1320009"/>
                </a:lnTo>
                <a:cubicBezTo>
                  <a:pt x="1419441" y="1320009"/>
                  <a:pt x="1418967" y="1319713"/>
                  <a:pt x="1418730" y="1319298"/>
                </a:cubicBezTo>
                <a:lnTo>
                  <a:pt x="1408662" y="1301826"/>
                </a:lnTo>
                <a:cubicBezTo>
                  <a:pt x="1408425" y="1301412"/>
                  <a:pt x="1408425" y="1300820"/>
                  <a:pt x="1408662" y="1300405"/>
                </a:cubicBezTo>
                <a:lnTo>
                  <a:pt x="1418789" y="1282934"/>
                </a:lnTo>
                <a:cubicBezTo>
                  <a:pt x="1419085" y="1282519"/>
                  <a:pt x="1419559" y="1282223"/>
                  <a:pt x="1420033" y="1282223"/>
                </a:cubicBezTo>
                <a:close/>
                <a:moveTo>
                  <a:pt x="2502016" y="1282045"/>
                </a:moveTo>
                <a:lnTo>
                  <a:pt x="2522449" y="1282045"/>
                </a:lnTo>
                <a:cubicBezTo>
                  <a:pt x="2522982" y="1282045"/>
                  <a:pt x="2523456" y="1282341"/>
                  <a:pt x="2523693" y="1282756"/>
                </a:cubicBezTo>
                <a:lnTo>
                  <a:pt x="2533879" y="1300464"/>
                </a:lnTo>
                <a:cubicBezTo>
                  <a:pt x="2534116" y="1300879"/>
                  <a:pt x="2534116" y="1301471"/>
                  <a:pt x="2533879" y="1301885"/>
                </a:cubicBezTo>
                <a:lnTo>
                  <a:pt x="2523634" y="1319594"/>
                </a:lnTo>
                <a:cubicBezTo>
                  <a:pt x="2523396" y="1320008"/>
                  <a:pt x="2522923" y="1320305"/>
                  <a:pt x="2522390" y="1320305"/>
                </a:cubicBezTo>
                <a:lnTo>
                  <a:pt x="2501957" y="1320305"/>
                </a:lnTo>
                <a:cubicBezTo>
                  <a:pt x="2501424" y="1320305"/>
                  <a:pt x="2500950" y="1320008"/>
                  <a:pt x="2500713" y="1319594"/>
                </a:cubicBezTo>
                <a:lnTo>
                  <a:pt x="2490527" y="1301885"/>
                </a:lnTo>
                <a:cubicBezTo>
                  <a:pt x="2490290" y="1301471"/>
                  <a:pt x="2490290" y="1300879"/>
                  <a:pt x="2490527" y="1300464"/>
                </a:cubicBezTo>
                <a:lnTo>
                  <a:pt x="2500772" y="1282756"/>
                </a:lnTo>
                <a:cubicBezTo>
                  <a:pt x="2501010" y="1282341"/>
                  <a:pt x="2501483" y="1282045"/>
                  <a:pt x="2502016" y="1282045"/>
                </a:cubicBezTo>
                <a:close/>
                <a:moveTo>
                  <a:pt x="878893" y="1282045"/>
                </a:moveTo>
                <a:lnTo>
                  <a:pt x="899326" y="1282045"/>
                </a:lnTo>
                <a:cubicBezTo>
                  <a:pt x="899859" y="1282045"/>
                  <a:pt x="900333" y="1282341"/>
                  <a:pt x="900570" y="1282756"/>
                </a:cubicBezTo>
                <a:lnTo>
                  <a:pt x="910756" y="1300464"/>
                </a:lnTo>
                <a:cubicBezTo>
                  <a:pt x="910993" y="1300879"/>
                  <a:pt x="910993" y="1301471"/>
                  <a:pt x="910756" y="1301885"/>
                </a:cubicBezTo>
                <a:lnTo>
                  <a:pt x="900511" y="1319594"/>
                </a:lnTo>
                <a:cubicBezTo>
                  <a:pt x="900273" y="1320008"/>
                  <a:pt x="899800" y="1320305"/>
                  <a:pt x="899267" y="1320305"/>
                </a:cubicBezTo>
                <a:lnTo>
                  <a:pt x="878834" y="1320305"/>
                </a:lnTo>
                <a:cubicBezTo>
                  <a:pt x="878301" y="1320305"/>
                  <a:pt x="877827" y="1320008"/>
                  <a:pt x="877590" y="1319594"/>
                </a:cubicBezTo>
                <a:lnTo>
                  <a:pt x="867404" y="1301885"/>
                </a:lnTo>
                <a:cubicBezTo>
                  <a:pt x="867167" y="1301471"/>
                  <a:pt x="867167" y="1300879"/>
                  <a:pt x="867404" y="1300464"/>
                </a:cubicBezTo>
                <a:lnTo>
                  <a:pt x="877649" y="1282756"/>
                </a:lnTo>
                <a:cubicBezTo>
                  <a:pt x="877887" y="1282341"/>
                  <a:pt x="878360" y="1282045"/>
                  <a:pt x="878893" y="1282045"/>
                </a:cubicBezTo>
                <a:close/>
                <a:moveTo>
                  <a:pt x="4530890" y="1281927"/>
                </a:moveTo>
                <a:lnTo>
                  <a:pt x="4551441" y="1281927"/>
                </a:lnTo>
                <a:cubicBezTo>
                  <a:pt x="4551915" y="1281927"/>
                  <a:pt x="4552448" y="1282164"/>
                  <a:pt x="4552685" y="1282638"/>
                </a:cubicBezTo>
                <a:lnTo>
                  <a:pt x="4562931" y="1300405"/>
                </a:lnTo>
                <a:cubicBezTo>
                  <a:pt x="4563168" y="1300879"/>
                  <a:pt x="4563168" y="1301412"/>
                  <a:pt x="4562931" y="1301886"/>
                </a:cubicBezTo>
                <a:lnTo>
                  <a:pt x="4552685" y="1319653"/>
                </a:lnTo>
                <a:cubicBezTo>
                  <a:pt x="4552448" y="1320068"/>
                  <a:pt x="4551975" y="1320364"/>
                  <a:pt x="4551441" y="1320364"/>
                </a:cubicBezTo>
                <a:lnTo>
                  <a:pt x="4530890" y="1320364"/>
                </a:lnTo>
                <a:cubicBezTo>
                  <a:pt x="4530417" y="1320364"/>
                  <a:pt x="4529883" y="1320127"/>
                  <a:pt x="4529647" y="1319653"/>
                </a:cubicBezTo>
                <a:lnTo>
                  <a:pt x="4519401" y="1301886"/>
                </a:lnTo>
                <a:cubicBezTo>
                  <a:pt x="4519164" y="1301412"/>
                  <a:pt x="4519164" y="1300879"/>
                  <a:pt x="4519401" y="1300405"/>
                </a:cubicBezTo>
                <a:lnTo>
                  <a:pt x="4529647" y="1282638"/>
                </a:lnTo>
                <a:cubicBezTo>
                  <a:pt x="4529883" y="1282223"/>
                  <a:pt x="4530357" y="1281927"/>
                  <a:pt x="4530890" y="1281927"/>
                </a:cubicBezTo>
                <a:close/>
                <a:moveTo>
                  <a:pt x="2299051" y="1281927"/>
                </a:moveTo>
                <a:lnTo>
                  <a:pt x="2319603" y="1281927"/>
                </a:lnTo>
                <a:cubicBezTo>
                  <a:pt x="2320076" y="1281927"/>
                  <a:pt x="2320609" y="1282164"/>
                  <a:pt x="2320846" y="1282638"/>
                </a:cubicBezTo>
                <a:lnTo>
                  <a:pt x="2331092" y="1300405"/>
                </a:lnTo>
                <a:cubicBezTo>
                  <a:pt x="2331329" y="1300879"/>
                  <a:pt x="2331329" y="1301412"/>
                  <a:pt x="2331092" y="1301886"/>
                </a:cubicBezTo>
                <a:lnTo>
                  <a:pt x="2320846" y="1319653"/>
                </a:lnTo>
                <a:cubicBezTo>
                  <a:pt x="2320609" y="1320068"/>
                  <a:pt x="2320135" y="1320364"/>
                  <a:pt x="2319603" y="1320364"/>
                </a:cubicBezTo>
                <a:lnTo>
                  <a:pt x="2299051" y="1320364"/>
                </a:lnTo>
                <a:cubicBezTo>
                  <a:pt x="2298578" y="1320364"/>
                  <a:pt x="2298045" y="1320127"/>
                  <a:pt x="2297808" y="1319653"/>
                </a:cubicBezTo>
                <a:lnTo>
                  <a:pt x="2287562" y="1301886"/>
                </a:lnTo>
                <a:cubicBezTo>
                  <a:pt x="2287325" y="1301412"/>
                  <a:pt x="2287325" y="1300879"/>
                  <a:pt x="2287562" y="1300405"/>
                </a:cubicBezTo>
                <a:lnTo>
                  <a:pt x="2297808" y="1282638"/>
                </a:lnTo>
                <a:cubicBezTo>
                  <a:pt x="2298045" y="1282223"/>
                  <a:pt x="2298518" y="1281927"/>
                  <a:pt x="2299051" y="1281927"/>
                </a:cubicBezTo>
                <a:close/>
                <a:moveTo>
                  <a:pt x="337695" y="1281808"/>
                </a:moveTo>
                <a:lnTo>
                  <a:pt x="358364" y="1281808"/>
                </a:lnTo>
                <a:cubicBezTo>
                  <a:pt x="358838" y="1281808"/>
                  <a:pt x="359371" y="1282045"/>
                  <a:pt x="359608" y="1282519"/>
                </a:cubicBezTo>
                <a:lnTo>
                  <a:pt x="369913" y="1300405"/>
                </a:lnTo>
                <a:cubicBezTo>
                  <a:pt x="370150" y="1300878"/>
                  <a:pt x="370150" y="1301411"/>
                  <a:pt x="369913" y="1301885"/>
                </a:cubicBezTo>
                <a:lnTo>
                  <a:pt x="359608" y="1319771"/>
                </a:lnTo>
                <a:cubicBezTo>
                  <a:pt x="359371" y="1320186"/>
                  <a:pt x="358897" y="1320482"/>
                  <a:pt x="358364" y="1320482"/>
                </a:cubicBezTo>
                <a:lnTo>
                  <a:pt x="337695" y="1320482"/>
                </a:lnTo>
                <a:cubicBezTo>
                  <a:pt x="337221" y="1320482"/>
                  <a:pt x="336688" y="1320245"/>
                  <a:pt x="336451" y="1319771"/>
                </a:cubicBezTo>
                <a:lnTo>
                  <a:pt x="326146" y="1301885"/>
                </a:lnTo>
                <a:cubicBezTo>
                  <a:pt x="325909" y="1301411"/>
                  <a:pt x="325909" y="1300878"/>
                  <a:pt x="326146" y="1300405"/>
                </a:cubicBezTo>
                <a:lnTo>
                  <a:pt x="336451" y="1282519"/>
                </a:lnTo>
                <a:cubicBezTo>
                  <a:pt x="336688" y="1282104"/>
                  <a:pt x="337162" y="1281808"/>
                  <a:pt x="337695" y="1281808"/>
                </a:cubicBezTo>
                <a:close/>
                <a:moveTo>
                  <a:pt x="1352161" y="1281690"/>
                </a:moveTo>
                <a:lnTo>
                  <a:pt x="1372890" y="1281690"/>
                </a:lnTo>
                <a:cubicBezTo>
                  <a:pt x="1373364" y="1281690"/>
                  <a:pt x="1373838" y="1281927"/>
                  <a:pt x="1374134" y="1282401"/>
                </a:cubicBezTo>
                <a:lnTo>
                  <a:pt x="1384498" y="1300405"/>
                </a:lnTo>
                <a:cubicBezTo>
                  <a:pt x="1384794" y="1300879"/>
                  <a:pt x="1384794" y="1301412"/>
                  <a:pt x="1384498" y="1301886"/>
                </a:cubicBezTo>
                <a:lnTo>
                  <a:pt x="1374134" y="1319890"/>
                </a:lnTo>
                <a:cubicBezTo>
                  <a:pt x="1373897" y="1320305"/>
                  <a:pt x="1373423" y="1320601"/>
                  <a:pt x="1372890" y="1320601"/>
                </a:cubicBezTo>
                <a:lnTo>
                  <a:pt x="1352161" y="1320601"/>
                </a:lnTo>
                <a:cubicBezTo>
                  <a:pt x="1351687" y="1320601"/>
                  <a:pt x="1351213" y="1320364"/>
                  <a:pt x="1350917" y="1319890"/>
                </a:cubicBezTo>
                <a:lnTo>
                  <a:pt x="1340553" y="1301886"/>
                </a:lnTo>
                <a:cubicBezTo>
                  <a:pt x="1340257" y="1301412"/>
                  <a:pt x="1340257" y="1300879"/>
                  <a:pt x="1340553" y="1300405"/>
                </a:cubicBezTo>
                <a:lnTo>
                  <a:pt x="1350917" y="1282401"/>
                </a:lnTo>
                <a:cubicBezTo>
                  <a:pt x="1351154" y="1281986"/>
                  <a:pt x="1351628" y="1281690"/>
                  <a:pt x="1352161" y="1281690"/>
                </a:cubicBezTo>
                <a:close/>
                <a:moveTo>
                  <a:pt x="1149197" y="1281631"/>
                </a:moveTo>
                <a:lnTo>
                  <a:pt x="1170044" y="1281631"/>
                </a:lnTo>
                <a:cubicBezTo>
                  <a:pt x="1170577" y="1281631"/>
                  <a:pt x="1171051" y="1281868"/>
                  <a:pt x="1171347" y="1282342"/>
                </a:cubicBezTo>
                <a:lnTo>
                  <a:pt x="1181771" y="1300405"/>
                </a:lnTo>
                <a:cubicBezTo>
                  <a:pt x="1182067" y="1300879"/>
                  <a:pt x="1182067" y="1301412"/>
                  <a:pt x="1181771" y="1301886"/>
                </a:cubicBezTo>
                <a:lnTo>
                  <a:pt x="1171347" y="1319950"/>
                </a:lnTo>
                <a:cubicBezTo>
                  <a:pt x="1171051" y="1320364"/>
                  <a:pt x="1170577" y="1320660"/>
                  <a:pt x="1170044" y="1320660"/>
                </a:cubicBezTo>
                <a:lnTo>
                  <a:pt x="1149197" y="1320660"/>
                </a:lnTo>
                <a:cubicBezTo>
                  <a:pt x="1148664" y="1320660"/>
                  <a:pt x="1148190" y="1320423"/>
                  <a:pt x="1147894" y="1319950"/>
                </a:cubicBezTo>
                <a:lnTo>
                  <a:pt x="1137470" y="1301886"/>
                </a:lnTo>
                <a:cubicBezTo>
                  <a:pt x="1137174" y="1301412"/>
                  <a:pt x="1137174" y="1300879"/>
                  <a:pt x="1137470" y="1300405"/>
                </a:cubicBezTo>
                <a:lnTo>
                  <a:pt x="1147894" y="1282342"/>
                </a:lnTo>
                <a:cubicBezTo>
                  <a:pt x="1148190" y="1281927"/>
                  <a:pt x="1148664" y="1281631"/>
                  <a:pt x="1149197" y="1281631"/>
                </a:cubicBezTo>
                <a:close/>
                <a:moveTo>
                  <a:pt x="405271" y="1281631"/>
                </a:moveTo>
                <a:lnTo>
                  <a:pt x="426118" y="1281631"/>
                </a:lnTo>
                <a:cubicBezTo>
                  <a:pt x="426651" y="1281631"/>
                  <a:pt x="427125" y="1281868"/>
                  <a:pt x="427421" y="1282342"/>
                </a:cubicBezTo>
                <a:lnTo>
                  <a:pt x="437845" y="1300405"/>
                </a:lnTo>
                <a:cubicBezTo>
                  <a:pt x="438141" y="1300879"/>
                  <a:pt x="438141" y="1301412"/>
                  <a:pt x="437845" y="1301886"/>
                </a:cubicBezTo>
                <a:lnTo>
                  <a:pt x="427421" y="1319950"/>
                </a:lnTo>
                <a:cubicBezTo>
                  <a:pt x="427125" y="1320364"/>
                  <a:pt x="426651" y="1320660"/>
                  <a:pt x="426118" y="1320660"/>
                </a:cubicBezTo>
                <a:lnTo>
                  <a:pt x="405271" y="1320660"/>
                </a:lnTo>
                <a:cubicBezTo>
                  <a:pt x="404738" y="1320660"/>
                  <a:pt x="404264" y="1320423"/>
                  <a:pt x="403968" y="1319950"/>
                </a:cubicBezTo>
                <a:lnTo>
                  <a:pt x="393544" y="1301886"/>
                </a:lnTo>
                <a:cubicBezTo>
                  <a:pt x="393248" y="1301412"/>
                  <a:pt x="393248" y="1300879"/>
                  <a:pt x="393544" y="1300405"/>
                </a:cubicBezTo>
                <a:lnTo>
                  <a:pt x="403968" y="1282342"/>
                </a:lnTo>
                <a:cubicBezTo>
                  <a:pt x="404264" y="1281927"/>
                  <a:pt x="404738" y="1281631"/>
                  <a:pt x="405271" y="1281631"/>
                </a:cubicBezTo>
                <a:close/>
                <a:moveTo>
                  <a:pt x="3854006" y="1280801"/>
                </a:moveTo>
                <a:lnTo>
                  <a:pt x="3875742" y="1280801"/>
                </a:lnTo>
                <a:cubicBezTo>
                  <a:pt x="3876275" y="1280801"/>
                  <a:pt x="3876749" y="1281097"/>
                  <a:pt x="3877045" y="1281571"/>
                </a:cubicBezTo>
                <a:lnTo>
                  <a:pt x="3887884" y="1300404"/>
                </a:lnTo>
                <a:cubicBezTo>
                  <a:pt x="3888179" y="1300878"/>
                  <a:pt x="3888179" y="1301471"/>
                  <a:pt x="3887884" y="1301944"/>
                </a:cubicBezTo>
                <a:lnTo>
                  <a:pt x="3876986" y="1320778"/>
                </a:lnTo>
                <a:cubicBezTo>
                  <a:pt x="3876749" y="1321252"/>
                  <a:pt x="3876216" y="1321548"/>
                  <a:pt x="3875683" y="1321548"/>
                </a:cubicBezTo>
                <a:lnTo>
                  <a:pt x="3853947" y="1321548"/>
                </a:lnTo>
                <a:cubicBezTo>
                  <a:pt x="3853414" y="1321548"/>
                  <a:pt x="3852941" y="1321252"/>
                  <a:pt x="3852644" y="1320778"/>
                </a:cubicBezTo>
                <a:lnTo>
                  <a:pt x="3841806" y="1301944"/>
                </a:lnTo>
                <a:cubicBezTo>
                  <a:pt x="3841510" y="1301471"/>
                  <a:pt x="3841510" y="1300878"/>
                  <a:pt x="3841806" y="1300404"/>
                </a:cubicBezTo>
                <a:lnTo>
                  <a:pt x="3852704" y="1281571"/>
                </a:lnTo>
                <a:cubicBezTo>
                  <a:pt x="3852941" y="1281097"/>
                  <a:pt x="3853473" y="1280801"/>
                  <a:pt x="3854006" y="1280801"/>
                </a:cubicBezTo>
                <a:close/>
                <a:moveTo>
                  <a:pt x="1283874" y="1280564"/>
                </a:moveTo>
                <a:lnTo>
                  <a:pt x="1305847" y="1280564"/>
                </a:lnTo>
                <a:cubicBezTo>
                  <a:pt x="1306439" y="1280564"/>
                  <a:pt x="1306913" y="1280860"/>
                  <a:pt x="1307209" y="1281334"/>
                </a:cubicBezTo>
                <a:lnTo>
                  <a:pt x="1318165" y="1300345"/>
                </a:lnTo>
                <a:cubicBezTo>
                  <a:pt x="1318462" y="1300819"/>
                  <a:pt x="1318462" y="1301411"/>
                  <a:pt x="1318165" y="1301885"/>
                </a:cubicBezTo>
                <a:lnTo>
                  <a:pt x="1307150" y="1320896"/>
                </a:lnTo>
                <a:cubicBezTo>
                  <a:pt x="1306854" y="1321370"/>
                  <a:pt x="1306320" y="1321666"/>
                  <a:pt x="1305788" y="1321666"/>
                </a:cubicBezTo>
                <a:lnTo>
                  <a:pt x="1283815" y="1321666"/>
                </a:lnTo>
                <a:cubicBezTo>
                  <a:pt x="1283223" y="1321666"/>
                  <a:pt x="1282749" y="1321370"/>
                  <a:pt x="1282453" y="1320896"/>
                </a:cubicBezTo>
                <a:lnTo>
                  <a:pt x="1271496" y="1301885"/>
                </a:lnTo>
                <a:cubicBezTo>
                  <a:pt x="1271200" y="1301411"/>
                  <a:pt x="1271200" y="1300819"/>
                  <a:pt x="1271496" y="1300345"/>
                </a:cubicBezTo>
                <a:lnTo>
                  <a:pt x="1282512" y="1281334"/>
                </a:lnTo>
                <a:cubicBezTo>
                  <a:pt x="1282808" y="1280860"/>
                  <a:pt x="1283341" y="1280564"/>
                  <a:pt x="1283874" y="1280564"/>
                </a:cubicBezTo>
                <a:close/>
                <a:moveTo>
                  <a:pt x="2162952" y="1280387"/>
                </a:moveTo>
                <a:lnTo>
                  <a:pt x="2185162" y="1280387"/>
                </a:lnTo>
                <a:cubicBezTo>
                  <a:pt x="2185695" y="1280387"/>
                  <a:pt x="2186228" y="1280683"/>
                  <a:pt x="2186524" y="1281157"/>
                </a:cubicBezTo>
                <a:lnTo>
                  <a:pt x="2197599" y="1300405"/>
                </a:lnTo>
                <a:cubicBezTo>
                  <a:pt x="2197895" y="1300879"/>
                  <a:pt x="2197895" y="1301471"/>
                  <a:pt x="2197599" y="1301945"/>
                </a:cubicBezTo>
                <a:lnTo>
                  <a:pt x="2186524" y="1321193"/>
                </a:lnTo>
                <a:cubicBezTo>
                  <a:pt x="2186228" y="1321667"/>
                  <a:pt x="2185695" y="1321963"/>
                  <a:pt x="2185162" y="1321963"/>
                </a:cubicBezTo>
                <a:lnTo>
                  <a:pt x="2162952" y="1321963"/>
                </a:lnTo>
                <a:cubicBezTo>
                  <a:pt x="2162419" y="1321963"/>
                  <a:pt x="2161886" y="1321667"/>
                  <a:pt x="2161590" y="1321193"/>
                </a:cubicBezTo>
                <a:lnTo>
                  <a:pt x="2150515" y="1301945"/>
                </a:lnTo>
                <a:cubicBezTo>
                  <a:pt x="2150219" y="1301471"/>
                  <a:pt x="2150219" y="1300879"/>
                  <a:pt x="2150515" y="1300405"/>
                </a:cubicBezTo>
                <a:lnTo>
                  <a:pt x="2161590" y="1281157"/>
                </a:lnTo>
                <a:cubicBezTo>
                  <a:pt x="2161886" y="1280683"/>
                  <a:pt x="2162419" y="1280387"/>
                  <a:pt x="2162952" y="1280387"/>
                </a:cubicBezTo>
                <a:close/>
                <a:moveTo>
                  <a:pt x="2230469" y="1280091"/>
                </a:moveTo>
                <a:lnTo>
                  <a:pt x="2252974" y="1280091"/>
                </a:lnTo>
                <a:cubicBezTo>
                  <a:pt x="2253507" y="1280091"/>
                  <a:pt x="2254040" y="1280387"/>
                  <a:pt x="2254337" y="1280861"/>
                </a:cubicBezTo>
                <a:lnTo>
                  <a:pt x="2265589" y="1300346"/>
                </a:lnTo>
                <a:cubicBezTo>
                  <a:pt x="2265886" y="1300820"/>
                  <a:pt x="2265886" y="1301471"/>
                  <a:pt x="2265589" y="1301945"/>
                </a:cubicBezTo>
                <a:lnTo>
                  <a:pt x="2254337" y="1321430"/>
                </a:lnTo>
                <a:cubicBezTo>
                  <a:pt x="2254040" y="1321904"/>
                  <a:pt x="2253507" y="1322200"/>
                  <a:pt x="2252974" y="1322200"/>
                </a:cubicBezTo>
                <a:lnTo>
                  <a:pt x="2230469" y="1322200"/>
                </a:lnTo>
                <a:cubicBezTo>
                  <a:pt x="2229936" y="1322200"/>
                  <a:pt x="2229403" y="1321904"/>
                  <a:pt x="2229107" y="1321430"/>
                </a:cubicBezTo>
                <a:lnTo>
                  <a:pt x="2217854" y="1301945"/>
                </a:lnTo>
                <a:cubicBezTo>
                  <a:pt x="2217558" y="1301471"/>
                  <a:pt x="2217558" y="1300820"/>
                  <a:pt x="2217854" y="1300346"/>
                </a:cubicBezTo>
                <a:lnTo>
                  <a:pt x="2229107" y="1280861"/>
                </a:lnTo>
                <a:cubicBezTo>
                  <a:pt x="2229403" y="1280387"/>
                  <a:pt x="2229936" y="1280091"/>
                  <a:pt x="2230469" y="1280091"/>
                </a:cubicBezTo>
                <a:close/>
                <a:moveTo>
                  <a:pt x="1215885" y="1279854"/>
                </a:moveTo>
                <a:lnTo>
                  <a:pt x="1238627" y="1279854"/>
                </a:lnTo>
                <a:cubicBezTo>
                  <a:pt x="1239160" y="1279854"/>
                  <a:pt x="1239693" y="1280209"/>
                  <a:pt x="1239989" y="1280683"/>
                </a:cubicBezTo>
                <a:lnTo>
                  <a:pt x="1251360" y="1300405"/>
                </a:lnTo>
                <a:cubicBezTo>
                  <a:pt x="1251656" y="1300879"/>
                  <a:pt x="1251656" y="1301530"/>
                  <a:pt x="1251360" y="1302004"/>
                </a:cubicBezTo>
                <a:lnTo>
                  <a:pt x="1239989" y="1321726"/>
                </a:lnTo>
                <a:cubicBezTo>
                  <a:pt x="1239752" y="1322259"/>
                  <a:pt x="1239219" y="1322555"/>
                  <a:pt x="1238627" y="1322555"/>
                </a:cubicBezTo>
                <a:lnTo>
                  <a:pt x="1215885" y="1322555"/>
                </a:lnTo>
                <a:cubicBezTo>
                  <a:pt x="1215351" y="1322555"/>
                  <a:pt x="1214819" y="1322200"/>
                  <a:pt x="1214522" y="1321726"/>
                </a:cubicBezTo>
                <a:lnTo>
                  <a:pt x="1203151" y="1302004"/>
                </a:lnTo>
                <a:cubicBezTo>
                  <a:pt x="1202855" y="1301530"/>
                  <a:pt x="1202855" y="1300879"/>
                  <a:pt x="1203151" y="1300405"/>
                </a:cubicBezTo>
                <a:lnTo>
                  <a:pt x="1214522" y="1280683"/>
                </a:lnTo>
                <a:cubicBezTo>
                  <a:pt x="1214759" y="1280150"/>
                  <a:pt x="1215292" y="1279854"/>
                  <a:pt x="1215885" y="1279854"/>
                </a:cubicBezTo>
                <a:close/>
                <a:moveTo>
                  <a:pt x="4664028" y="1277899"/>
                </a:moveTo>
                <a:lnTo>
                  <a:pt x="4688844" y="1277899"/>
                </a:lnTo>
                <a:cubicBezTo>
                  <a:pt x="4689495" y="1277899"/>
                  <a:pt x="4690088" y="1278254"/>
                  <a:pt x="4690384" y="1278787"/>
                </a:cubicBezTo>
                <a:lnTo>
                  <a:pt x="4702821" y="1300286"/>
                </a:lnTo>
                <a:cubicBezTo>
                  <a:pt x="4703117" y="1300819"/>
                  <a:pt x="4703117" y="1301530"/>
                  <a:pt x="4702821" y="1302063"/>
                </a:cubicBezTo>
                <a:lnTo>
                  <a:pt x="4690384" y="1323561"/>
                </a:lnTo>
                <a:cubicBezTo>
                  <a:pt x="4690028" y="1324095"/>
                  <a:pt x="4689436" y="1324450"/>
                  <a:pt x="4688844" y="1324450"/>
                </a:cubicBezTo>
                <a:lnTo>
                  <a:pt x="4664028" y="1324450"/>
                </a:lnTo>
                <a:cubicBezTo>
                  <a:pt x="4663377" y="1324450"/>
                  <a:pt x="4662785" y="1324095"/>
                  <a:pt x="4662488" y="1323561"/>
                </a:cubicBezTo>
                <a:lnTo>
                  <a:pt x="4650051" y="1302063"/>
                </a:lnTo>
                <a:cubicBezTo>
                  <a:pt x="4649755" y="1301530"/>
                  <a:pt x="4649755" y="1300819"/>
                  <a:pt x="4650051" y="1300286"/>
                </a:cubicBezTo>
                <a:lnTo>
                  <a:pt x="4662488" y="1278787"/>
                </a:lnTo>
                <a:cubicBezTo>
                  <a:pt x="4662844" y="1278254"/>
                  <a:pt x="4663436" y="1277899"/>
                  <a:pt x="4664028" y="1277899"/>
                </a:cubicBezTo>
                <a:close/>
                <a:moveTo>
                  <a:pt x="4799180" y="1277662"/>
                </a:moveTo>
                <a:lnTo>
                  <a:pt x="4824232" y="1277662"/>
                </a:lnTo>
                <a:cubicBezTo>
                  <a:pt x="4824883" y="1277662"/>
                  <a:pt x="4825476" y="1278017"/>
                  <a:pt x="4825772" y="1278550"/>
                </a:cubicBezTo>
                <a:lnTo>
                  <a:pt x="4838268" y="1300286"/>
                </a:lnTo>
                <a:cubicBezTo>
                  <a:pt x="4838564" y="1300819"/>
                  <a:pt x="4838564" y="1301530"/>
                  <a:pt x="4838268" y="1302063"/>
                </a:cubicBezTo>
                <a:lnTo>
                  <a:pt x="4825713" y="1323798"/>
                </a:lnTo>
                <a:cubicBezTo>
                  <a:pt x="4825357" y="1324331"/>
                  <a:pt x="4824824" y="1324687"/>
                  <a:pt x="4824173" y="1324687"/>
                </a:cubicBezTo>
                <a:lnTo>
                  <a:pt x="4799121" y="1324687"/>
                </a:lnTo>
                <a:cubicBezTo>
                  <a:pt x="4798469" y="1324687"/>
                  <a:pt x="4797876" y="1324331"/>
                  <a:pt x="4797581" y="1323798"/>
                </a:cubicBezTo>
                <a:lnTo>
                  <a:pt x="4785084" y="1302063"/>
                </a:lnTo>
                <a:cubicBezTo>
                  <a:pt x="4784788" y="1301530"/>
                  <a:pt x="4784788" y="1300819"/>
                  <a:pt x="4785084" y="1300286"/>
                </a:cubicBezTo>
                <a:lnTo>
                  <a:pt x="4797640" y="1278550"/>
                </a:lnTo>
                <a:cubicBezTo>
                  <a:pt x="4797995" y="1278017"/>
                  <a:pt x="4798528" y="1277662"/>
                  <a:pt x="4799180" y="1277662"/>
                </a:cubicBezTo>
                <a:close/>
                <a:moveTo>
                  <a:pt x="2567342" y="1277662"/>
                </a:moveTo>
                <a:lnTo>
                  <a:pt x="2592394" y="1277662"/>
                </a:lnTo>
                <a:cubicBezTo>
                  <a:pt x="2593045" y="1277662"/>
                  <a:pt x="2593638" y="1278017"/>
                  <a:pt x="2593934" y="1278550"/>
                </a:cubicBezTo>
                <a:lnTo>
                  <a:pt x="2606430" y="1300286"/>
                </a:lnTo>
                <a:cubicBezTo>
                  <a:pt x="2606726" y="1300819"/>
                  <a:pt x="2606726" y="1301530"/>
                  <a:pt x="2606430" y="1302063"/>
                </a:cubicBezTo>
                <a:lnTo>
                  <a:pt x="2593874" y="1323798"/>
                </a:lnTo>
                <a:cubicBezTo>
                  <a:pt x="2593519" y="1324331"/>
                  <a:pt x="2592986" y="1324687"/>
                  <a:pt x="2592334" y="1324687"/>
                </a:cubicBezTo>
                <a:lnTo>
                  <a:pt x="2567282" y="1324687"/>
                </a:lnTo>
                <a:cubicBezTo>
                  <a:pt x="2566631" y="1324687"/>
                  <a:pt x="2566039" y="1324331"/>
                  <a:pt x="2565742" y="1323798"/>
                </a:cubicBezTo>
                <a:lnTo>
                  <a:pt x="2553246" y="1302063"/>
                </a:lnTo>
                <a:cubicBezTo>
                  <a:pt x="2552950" y="1301530"/>
                  <a:pt x="2552950" y="1300819"/>
                  <a:pt x="2553246" y="1300286"/>
                </a:cubicBezTo>
                <a:lnTo>
                  <a:pt x="2565802" y="1278550"/>
                </a:lnTo>
                <a:cubicBezTo>
                  <a:pt x="2566157" y="1278017"/>
                  <a:pt x="2566690" y="1277662"/>
                  <a:pt x="2567342" y="1277662"/>
                </a:cubicBezTo>
                <a:close/>
                <a:moveTo>
                  <a:pt x="4731486" y="1277603"/>
                </a:moveTo>
                <a:lnTo>
                  <a:pt x="4756656" y="1277603"/>
                </a:lnTo>
                <a:cubicBezTo>
                  <a:pt x="4757308" y="1277603"/>
                  <a:pt x="4757900" y="1277958"/>
                  <a:pt x="4758196" y="1278492"/>
                </a:cubicBezTo>
                <a:lnTo>
                  <a:pt x="4770752" y="1300286"/>
                </a:lnTo>
                <a:cubicBezTo>
                  <a:pt x="4771048" y="1300819"/>
                  <a:pt x="4771048" y="1301530"/>
                  <a:pt x="4770752" y="1302063"/>
                </a:cubicBezTo>
                <a:lnTo>
                  <a:pt x="4758137" y="1323858"/>
                </a:lnTo>
                <a:cubicBezTo>
                  <a:pt x="4757782" y="1324391"/>
                  <a:pt x="4757248" y="1324746"/>
                  <a:pt x="4756597" y="1324746"/>
                </a:cubicBezTo>
                <a:lnTo>
                  <a:pt x="4731426" y="1324746"/>
                </a:lnTo>
                <a:cubicBezTo>
                  <a:pt x="4730775" y="1324746"/>
                  <a:pt x="4730183" y="1324391"/>
                  <a:pt x="4729886" y="1323858"/>
                </a:cubicBezTo>
                <a:lnTo>
                  <a:pt x="4717331" y="1302063"/>
                </a:lnTo>
                <a:cubicBezTo>
                  <a:pt x="4717035" y="1301530"/>
                  <a:pt x="4717035" y="1300819"/>
                  <a:pt x="4717331" y="1300286"/>
                </a:cubicBezTo>
                <a:lnTo>
                  <a:pt x="4729946" y="1278492"/>
                </a:lnTo>
                <a:cubicBezTo>
                  <a:pt x="4730301" y="1277958"/>
                  <a:pt x="4730834" y="1277603"/>
                  <a:pt x="4731486" y="1277603"/>
                </a:cubicBezTo>
                <a:close/>
                <a:moveTo>
                  <a:pt x="4866519" y="1277248"/>
                </a:moveTo>
                <a:lnTo>
                  <a:pt x="4892045" y="1277248"/>
                </a:lnTo>
                <a:cubicBezTo>
                  <a:pt x="4892637" y="1277248"/>
                  <a:pt x="4893230" y="1277603"/>
                  <a:pt x="4893585" y="1278136"/>
                </a:cubicBezTo>
                <a:lnTo>
                  <a:pt x="4906318" y="1300227"/>
                </a:lnTo>
                <a:cubicBezTo>
                  <a:pt x="4906673" y="1300760"/>
                  <a:pt x="4906673" y="1301471"/>
                  <a:pt x="4906318" y="1302004"/>
                </a:cubicBezTo>
                <a:lnTo>
                  <a:pt x="4893585" y="1324095"/>
                </a:lnTo>
                <a:cubicBezTo>
                  <a:pt x="4893288" y="1324628"/>
                  <a:pt x="4892696" y="1324983"/>
                  <a:pt x="4892045" y="1324983"/>
                </a:cubicBezTo>
                <a:lnTo>
                  <a:pt x="4866519" y="1324983"/>
                </a:lnTo>
                <a:cubicBezTo>
                  <a:pt x="4865926" y="1324983"/>
                  <a:pt x="4865334" y="1324628"/>
                  <a:pt x="4864979" y="1324095"/>
                </a:cubicBezTo>
                <a:lnTo>
                  <a:pt x="4852246" y="1302004"/>
                </a:lnTo>
                <a:cubicBezTo>
                  <a:pt x="4851890" y="1301471"/>
                  <a:pt x="4851890" y="1300760"/>
                  <a:pt x="4852246" y="1300227"/>
                </a:cubicBezTo>
                <a:lnTo>
                  <a:pt x="4864979" y="1278136"/>
                </a:lnTo>
                <a:cubicBezTo>
                  <a:pt x="4865275" y="1277603"/>
                  <a:pt x="4865868" y="1277248"/>
                  <a:pt x="4866519" y="1277248"/>
                </a:cubicBezTo>
                <a:close/>
                <a:moveTo>
                  <a:pt x="4595564" y="1276359"/>
                </a:moveTo>
                <a:lnTo>
                  <a:pt x="4622038" y="1276359"/>
                </a:lnTo>
                <a:cubicBezTo>
                  <a:pt x="4622689" y="1276359"/>
                  <a:pt x="4623281" y="1276714"/>
                  <a:pt x="4623637" y="1277307"/>
                </a:cubicBezTo>
                <a:lnTo>
                  <a:pt x="4636844" y="1300286"/>
                </a:lnTo>
                <a:cubicBezTo>
                  <a:pt x="4637199" y="1300878"/>
                  <a:pt x="4637199" y="1301589"/>
                  <a:pt x="4636844" y="1302181"/>
                </a:cubicBezTo>
                <a:lnTo>
                  <a:pt x="4623578" y="1325160"/>
                </a:lnTo>
                <a:cubicBezTo>
                  <a:pt x="4623281" y="1325753"/>
                  <a:pt x="4622630" y="1326108"/>
                  <a:pt x="4621978" y="1326108"/>
                </a:cubicBezTo>
                <a:lnTo>
                  <a:pt x="4595505" y="1326108"/>
                </a:lnTo>
                <a:cubicBezTo>
                  <a:pt x="4594854" y="1326108"/>
                  <a:pt x="4594261" y="1325753"/>
                  <a:pt x="4593906" y="1325160"/>
                </a:cubicBezTo>
                <a:lnTo>
                  <a:pt x="4580699" y="1302181"/>
                </a:lnTo>
                <a:cubicBezTo>
                  <a:pt x="4580343" y="1301589"/>
                  <a:pt x="4580343" y="1300878"/>
                  <a:pt x="4580699" y="1300286"/>
                </a:cubicBezTo>
                <a:lnTo>
                  <a:pt x="4593965" y="1277307"/>
                </a:lnTo>
                <a:cubicBezTo>
                  <a:pt x="4594261" y="1276714"/>
                  <a:pt x="4594913" y="1276359"/>
                  <a:pt x="4595564" y="1276359"/>
                </a:cubicBezTo>
                <a:close/>
                <a:moveTo>
                  <a:pt x="2633496" y="1274879"/>
                </a:moveTo>
                <a:lnTo>
                  <a:pt x="2661509" y="1274879"/>
                </a:lnTo>
                <a:cubicBezTo>
                  <a:pt x="2662220" y="1274879"/>
                  <a:pt x="2662871" y="1275294"/>
                  <a:pt x="2663227" y="1275886"/>
                </a:cubicBezTo>
                <a:lnTo>
                  <a:pt x="2677263" y="1300168"/>
                </a:lnTo>
                <a:cubicBezTo>
                  <a:pt x="2677618" y="1300760"/>
                  <a:pt x="2677618" y="1301530"/>
                  <a:pt x="2677263" y="1302123"/>
                </a:cubicBezTo>
                <a:lnTo>
                  <a:pt x="2663227" y="1326405"/>
                </a:lnTo>
                <a:cubicBezTo>
                  <a:pt x="2662871" y="1327056"/>
                  <a:pt x="2662220" y="1327412"/>
                  <a:pt x="2661509" y="1327412"/>
                </a:cubicBezTo>
                <a:lnTo>
                  <a:pt x="2633496" y="1327412"/>
                </a:lnTo>
                <a:cubicBezTo>
                  <a:pt x="2632785" y="1327412"/>
                  <a:pt x="2632134" y="1326997"/>
                  <a:pt x="2631778" y="1326405"/>
                </a:cubicBezTo>
                <a:lnTo>
                  <a:pt x="2617742" y="1302123"/>
                </a:lnTo>
                <a:cubicBezTo>
                  <a:pt x="2617386" y="1301530"/>
                  <a:pt x="2617386" y="1300760"/>
                  <a:pt x="2617742" y="1300168"/>
                </a:cubicBezTo>
                <a:lnTo>
                  <a:pt x="2631778" y="1275886"/>
                </a:lnTo>
                <a:cubicBezTo>
                  <a:pt x="2632134" y="1275234"/>
                  <a:pt x="2632785" y="1274879"/>
                  <a:pt x="2633496" y="1274879"/>
                </a:cubicBezTo>
                <a:close/>
                <a:moveTo>
                  <a:pt x="4131062" y="1234487"/>
                </a:moveTo>
                <a:lnTo>
                  <a:pt x="4139649" y="1234487"/>
                </a:lnTo>
                <a:cubicBezTo>
                  <a:pt x="4139886" y="1234487"/>
                  <a:pt x="4140183" y="1234783"/>
                  <a:pt x="4140183" y="1234783"/>
                </a:cubicBezTo>
                <a:lnTo>
                  <a:pt x="4144506" y="1242245"/>
                </a:lnTo>
                <a:cubicBezTo>
                  <a:pt x="4144625" y="1242423"/>
                  <a:pt x="4144506" y="1242838"/>
                  <a:pt x="4144506" y="1242838"/>
                </a:cubicBezTo>
                <a:lnTo>
                  <a:pt x="4140183" y="1250300"/>
                </a:lnTo>
                <a:cubicBezTo>
                  <a:pt x="4140064" y="1250478"/>
                  <a:pt x="4139649" y="1250596"/>
                  <a:pt x="4139649" y="1250596"/>
                </a:cubicBezTo>
                <a:lnTo>
                  <a:pt x="4131062" y="1250596"/>
                </a:lnTo>
                <a:cubicBezTo>
                  <a:pt x="4130825" y="1250596"/>
                  <a:pt x="4130529" y="1250300"/>
                  <a:pt x="4130529" y="1250300"/>
                </a:cubicBezTo>
                <a:lnTo>
                  <a:pt x="4126206" y="1242838"/>
                </a:lnTo>
                <a:cubicBezTo>
                  <a:pt x="4126087" y="1242660"/>
                  <a:pt x="4126206" y="1242245"/>
                  <a:pt x="4126206" y="1242245"/>
                </a:cubicBezTo>
                <a:lnTo>
                  <a:pt x="4130529" y="1234783"/>
                </a:lnTo>
                <a:cubicBezTo>
                  <a:pt x="4130648" y="1234606"/>
                  <a:pt x="4131062" y="1234487"/>
                  <a:pt x="4131062" y="1234487"/>
                </a:cubicBezTo>
                <a:close/>
                <a:moveTo>
                  <a:pt x="4265087" y="1232118"/>
                </a:moveTo>
                <a:lnTo>
                  <a:pt x="4276222" y="1232118"/>
                </a:lnTo>
                <a:cubicBezTo>
                  <a:pt x="4276459" y="1232118"/>
                  <a:pt x="4276873" y="1232533"/>
                  <a:pt x="4276873" y="1232533"/>
                </a:cubicBezTo>
                <a:lnTo>
                  <a:pt x="4282441" y="1242186"/>
                </a:lnTo>
                <a:cubicBezTo>
                  <a:pt x="4282558" y="1242423"/>
                  <a:pt x="4282441" y="1242956"/>
                  <a:pt x="4282441" y="1242956"/>
                </a:cubicBezTo>
                <a:lnTo>
                  <a:pt x="4276873" y="1252610"/>
                </a:lnTo>
                <a:cubicBezTo>
                  <a:pt x="4276754" y="1252847"/>
                  <a:pt x="4276222" y="1253024"/>
                  <a:pt x="4276222" y="1253024"/>
                </a:cubicBezTo>
                <a:lnTo>
                  <a:pt x="4265087" y="1253024"/>
                </a:lnTo>
                <a:cubicBezTo>
                  <a:pt x="4264850" y="1253024"/>
                  <a:pt x="4264436" y="1252610"/>
                  <a:pt x="4264436" y="1252610"/>
                </a:cubicBezTo>
                <a:lnTo>
                  <a:pt x="4258868" y="1242956"/>
                </a:lnTo>
                <a:cubicBezTo>
                  <a:pt x="4258751" y="1242719"/>
                  <a:pt x="4258868" y="1242186"/>
                  <a:pt x="4258868" y="1242186"/>
                </a:cubicBezTo>
                <a:lnTo>
                  <a:pt x="4264436" y="1232533"/>
                </a:lnTo>
                <a:cubicBezTo>
                  <a:pt x="4264554" y="1232296"/>
                  <a:pt x="4265087" y="1232118"/>
                  <a:pt x="4265087" y="1232118"/>
                </a:cubicBezTo>
                <a:close/>
                <a:moveTo>
                  <a:pt x="4941083" y="1231467"/>
                </a:moveTo>
                <a:lnTo>
                  <a:pt x="4952869" y="1231467"/>
                </a:lnTo>
                <a:cubicBezTo>
                  <a:pt x="4953165" y="1231467"/>
                  <a:pt x="4953580" y="1231881"/>
                  <a:pt x="4953580" y="1231881"/>
                </a:cubicBezTo>
                <a:lnTo>
                  <a:pt x="4959502" y="1242127"/>
                </a:lnTo>
                <a:cubicBezTo>
                  <a:pt x="4959680" y="1242364"/>
                  <a:pt x="4959502" y="1242957"/>
                  <a:pt x="4959502" y="1242957"/>
                </a:cubicBezTo>
                <a:lnTo>
                  <a:pt x="4953580" y="1253203"/>
                </a:lnTo>
                <a:cubicBezTo>
                  <a:pt x="4953461" y="1253439"/>
                  <a:pt x="4952869" y="1253617"/>
                  <a:pt x="4952869" y="1253617"/>
                </a:cubicBezTo>
                <a:lnTo>
                  <a:pt x="4941083" y="1253617"/>
                </a:lnTo>
                <a:cubicBezTo>
                  <a:pt x="4940787" y="1253617"/>
                  <a:pt x="4940373" y="1253203"/>
                  <a:pt x="4940373" y="1253203"/>
                </a:cubicBezTo>
                <a:lnTo>
                  <a:pt x="4934450" y="1242957"/>
                </a:lnTo>
                <a:cubicBezTo>
                  <a:pt x="4934272" y="1242720"/>
                  <a:pt x="4934450" y="1242127"/>
                  <a:pt x="4934450" y="1242127"/>
                </a:cubicBezTo>
                <a:lnTo>
                  <a:pt x="4940373" y="1231881"/>
                </a:lnTo>
                <a:cubicBezTo>
                  <a:pt x="4940491" y="1231645"/>
                  <a:pt x="4941083" y="1231467"/>
                  <a:pt x="4941083" y="1231467"/>
                </a:cubicBezTo>
                <a:close/>
                <a:moveTo>
                  <a:pt x="4332190" y="1231171"/>
                </a:moveTo>
                <a:lnTo>
                  <a:pt x="4344331" y="1231171"/>
                </a:lnTo>
                <a:cubicBezTo>
                  <a:pt x="4344687" y="1231171"/>
                  <a:pt x="4345101" y="1231586"/>
                  <a:pt x="4345101" y="1231586"/>
                </a:cubicBezTo>
                <a:lnTo>
                  <a:pt x="4351142" y="1242128"/>
                </a:lnTo>
                <a:cubicBezTo>
                  <a:pt x="4351320" y="1242365"/>
                  <a:pt x="4351142" y="1242957"/>
                  <a:pt x="4351142" y="1242957"/>
                </a:cubicBezTo>
                <a:lnTo>
                  <a:pt x="4345042" y="1253499"/>
                </a:lnTo>
                <a:cubicBezTo>
                  <a:pt x="4344864" y="1253736"/>
                  <a:pt x="4344568" y="1253913"/>
                  <a:pt x="4344272" y="1253913"/>
                </a:cubicBezTo>
                <a:lnTo>
                  <a:pt x="4332130" y="1253913"/>
                </a:lnTo>
                <a:cubicBezTo>
                  <a:pt x="4331775" y="1253913"/>
                  <a:pt x="4331361" y="1253499"/>
                  <a:pt x="4331361" y="1253499"/>
                </a:cubicBezTo>
                <a:lnTo>
                  <a:pt x="4325320" y="1242957"/>
                </a:lnTo>
                <a:cubicBezTo>
                  <a:pt x="4325142" y="1242720"/>
                  <a:pt x="4325320" y="1242128"/>
                  <a:pt x="4325320" y="1242128"/>
                </a:cubicBezTo>
                <a:lnTo>
                  <a:pt x="4331420" y="1231586"/>
                </a:lnTo>
                <a:cubicBezTo>
                  <a:pt x="4331598" y="1231349"/>
                  <a:pt x="4331894" y="1231171"/>
                  <a:pt x="4332190" y="1231171"/>
                </a:cubicBezTo>
                <a:close/>
                <a:moveTo>
                  <a:pt x="3926262" y="1230993"/>
                </a:moveTo>
                <a:lnTo>
                  <a:pt x="3938639" y="1230993"/>
                </a:lnTo>
                <a:cubicBezTo>
                  <a:pt x="3938936" y="1230993"/>
                  <a:pt x="3939409" y="1231408"/>
                  <a:pt x="3939409" y="1231408"/>
                </a:cubicBezTo>
                <a:lnTo>
                  <a:pt x="3945569" y="1242127"/>
                </a:lnTo>
                <a:cubicBezTo>
                  <a:pt x="3945746" y="1242423"/>
                  <a:pt x="3945569" y="1243016"/>
                  <a:pt x="3945569" y="1243016"/>
                </a:cubicBezTo>
                <a:lnTo>
                  <a:pt x="3939409" y="1253735"/>
                </a:lnTo>
                <a:cubicBezTo>
                  <a:pt x="3939232" y="1253972"/>
                  <a:pt x="3938936" y="1254150"/>
                  <a:pt x="3938639" y="1254150"/>
                </a:cubicBezTo>
                <a:lnTo>
                  <a:pt x="3926262" y="1254150"/>
                </a:lnTo>
                <a:cubicBezTo>
                  <a:pt x="3925965" y="1254150"/>
                  <a:pt x="3925492" y="1253735"/>
                  <a:pt x="3925492" y="1253735"/>
                </a:cubicBezTo>
                <a:lnTo>
                  <a:pt x="3919332" y="1243016"/>
                </a:lnTo>
                <a:cubicBezTo>
                  <a:pt x="3919154" y="1242720"/>
                  <a:pt x="3919332" y="1242127"/>
                  <a:pt x="3919332" y="1242127"/>
                </a:cubicBezTo>
                <a:lnTo>
                  <a:pt x="3925492" y="1231408"/>
                </a:lnTo>
                <a:cubicBezTo>
                  <a:pt x="3925670" y="1231171"/>
                  <a:pt x="3925965" y="1230993"/>
                  <a:pt x="3926262" y="1230993"/>
                </a:cubicBezTo>
                <a:close/>
                <a:moveTo>
                  <a:pt x="4196565" y="1230460"/>
                </a:moveTo>
                <a:lnTo>
                  <a:pt x="4209475" y="1230460"/>
                </a:lnTo>
                <a:cubicBezTo>
                  <a:pt x="4209772" y="1230460"/>
                  <a:pt x="4210245" y="1230934"/>
                  <a:pt x="4210245" y="1230934"/>
                </a:cubicBezTo>
                <a:lnTo>
                  <a:pt x="4216701" y="1242127"/>
                </a:lnTo>
                <a:cubicBezTo>
                  <a:pt x="4216879" y="1242364"/>
                  <a:pt x="4216701" y="1243016"/>
                  <a:pt x="4216701" y="1243016"/>
                </a:cubicBezTo>
                <a:lnTo>
                  <a:pt x="4210245" y="1254209"/>
                </a:lnTo>
                <a:cubicBezTo>
                  <a:pt x="4210127" y="1254505"/>
                  <a:pt x="4209772" y="1254683"/>
                  <a:pt x="4209475" y="1254683"/>
                </a:cubicBezTo>
                <a:lnTo>
                  <a:pt x="4196565" y="1254683"/>
                </a:lnTo>
                <a:cubicBezTo>
                  <a:pt x="4196268" y="1254683"/>
                  <a:pt x="4195795" y="1254209"/>
                  <a:pt x="4195795" y="1254209"/>
                </a:cubicBezTo>
                <a:lnTo>
                  <a:pt x="4189339" y="1243016"/>
                </a:lnTo>
                <a:cubicBezTo>
                  <a:pt x="4189162" y="1242779"/>
                  <a:pt x="4189339" y="1242127"/>
                  <a:pt x="4189339" y="1242127"/>
                </a:cubicBezTo>
                <a:lnTo>
                  <a:pt x="4195795" y="1230934"/>
                </a:lnTo>
                <a:cubicBezTo>
                  <a:pt x="4195913" y="1230638"/>
                  <a:pt x="4196268" y="1230460"/>
                  <a:pt x="4196565" y="1230460"/>
                </a:cubicBezTo>
                <a:close/>
                <a:moveTo>
                  <a:pt x="3587790" y="1230342"/>
                </a:moveTo>
                <a:lnTo>
                  <a:pt x="3600819" y="1230342"/>
                </a:lnTo>
                <a:cubicBezTo>
                  <a:pt x="3601115" y="1230342"/>
                  <a:pt x="3601589" y="1230816"/>
                  <a:pt x="3601589" y="1230816"/>
                </a:cubicBezTo>
                <a:lnTo>
                  <a:pt x="3608103" y="1242128"/>
                </a:lnTo>
                <a:cubicBezTo>
                  <a:pt x="3608281" y="1242424"/>
                  <a:pt x="3608103" y="1243075"/>
                  <a:pt x="3608103" y="1243075"/>
                </a:cubicBezTo>
                <a:lnTo>
                  <a:pt x="3601589" y="1254387"/>
                </a:lnTo>
                <a:cubicBezTo>
                  <a:pt x="3601470" y="1254683"/>
                  <a:pt x="3601115" y="1254861"/>
                  <a:pt x="3600819" y="1254861"/>
                </a:cubicBezTo>
                <a:lnTo>
                  <a:pt x="3587790" y="1254861"/>
                </a:lnTo>
                <a:cubicBezTo>
                  <a:pt x="3587493" y="1254861"/>
                  <a:pt x="3587020" y="1254387"/>
                  <a:pt x="3587020" y="1254387"/>
                </a:cubicBezTo>
                <a:lnTo>
                  <a:pt x="3580505" y="1243075"/>
                </a:lnTo>
                <a:cubicBezTo>
                  <a:pt x="3580327" y="1242779"/>
                  <a:pt x="3580505" y="1242128"/>
                  <a:pt x="3580505" y="1242128"/>
                </a:cubicBezTo>
                <a:lnTo>
                  <a:pt x="3587020" y="1230816"/>
                </a:lnTo>
                <a:cubicBezTo>
                  <a:pt x="3587138" y="1230520"/>
                  <a:pt x="3587493" y="1230342"/>
                  <a:pt x="3587790" y="1230342"/>
                </a:cubicBezTo>
                <a:close/>
                <a:moveTo>
                  <a:pt x="3655247" y="1230045"/>
                </a:moveTo>
                <a:lnTo>
                  <a:pt x="3668632" y="1230045"/>
                </a:lnTo>
                <a:cubicBezTo>
                  <a:pt x="3668987" y="1230045"/>
                  <a:pt x="3669461" y="1230519"/>
                  <a:pt x="3669461" y="1230519"/>
                </a:cubicBezTo>
                <a:lnTo>
                  <a:pt x="3676153" y="1242068"/>
                </a:lnTo>
                <a:cubicBezTo>
                  <a:pt x="3676331" y="1242364"/>
                  <a:pt x="3676153" y="1243015"/>
                  <a:pt x="3676153" y="1243015"/>
                </a:cubicBezTo>
                <a:lnTo>
                  <a:pt x="3669461" y="1254564"/>
                </a:lnTo>
                <a:cubicBezTo>
                  <a:pt x="3669283" y="1254860"/>
                  <a:pt x="3668987" y="1255038"/>
                  <a:pt x="3668632" y="1255038"/>
                </a:cubicBezTo>
                <a:lnTo>
                  <a:pt x="3655247" y="1255038"/>
                </a:lnTo>
                <a:cubicBezTo>
                  <a:pt x="3654891" y="1255038"/>
                  <a:pt x="3654418" y="1254564"/>
                  <a:pt x="3654418" y="1254564"/>
                </a:cubicBezTo>
                <a:lnTo>
                  <a:pt x="3647725" y="1243015"/>
                </a:lnTo>
                <a:cubicBezTo>
                  <a:pt x="3647547" y="1242719"/>
                  <a:pt x="3647725" y="1242068"/>
                  <a:pt x="3647725" y="1242068"/>
                </a:cubicBezTo>
                <a:lnTo>
                  <a:pt x="3654418" y="1230519"/>
                </a:lnTo>
                <a:cubicBezTo>
                  <a:pt x="3654595" y="1230223"/>
                  <a:pt x="3654891" y="1230045"/>
                  <a:pt x="3655247" y="1230045"/>
                </a:cubicBezTo>
                <a:close/>
                <a:moveTo>
                  <a:pt x="3722764" y="1229749"/>
                </a:moveTo>
                <a:lnTo>
                  <a:pt x="3736445" y="1229749"/>
                </a:lnTo>
                <a:cubicBezTo>
                  <a:pt x="3736800" y="1229749"/>
                  <a:pt x="3737096" y="1229927"/>
                  <a:pt x="3737274" y="1230223"/>
                </a:cubicBezTo>
                <a:lnTo>
                  <a:pt x="3744085" y="1242068"/>
                </a:lnTo>
                <a:cubicBezTo>
                  <a:pt x="3744263" y="1242364"/>
                  <a:pt x="3744263" y="1242719"/>
                  <a:pt x="3744085" y="1243015"/>
                </a:cubicBezTo>
                <a:lnTo>
                  <a:pt x="3737215" y="1254860"/>
                </a:lnTo>
                <a:cubicBezTo>
                  <a:pt x="3737037" y="1255157"/>
                  <a:pt x="3736741" y="1255334"/>
                  <a:pt x="3736385" y="1255334"/>
                </a:cubicBezTo>
                <a:lnTo>
                  <a:pt x="3722705" y="1255334"/>
                </a:lnTo>
                <a:cubicBezTo>
                  <a:pt x="3722349" y="1255334"/>
                  <a:pt x="3722053" y="1255157"/>
                  <a:pt x="3721875" y="1254860"/>
                </a:cubicBezTo>
                <a:lnTo>
                  <a:pt x="3715064" y="1243015"/>
                </a:lnTo>
                <a:cubicBezTo>
                  <a:pt x="3714887" y="1242719"/>
                  <a:pt x="3714887" y="1242364"/>
                  <a:pt x="3715064" y="1242068"/>
                </a:cubicBezTo>
                <a:lnTo>
                  <a:pt x="3721935" y="1230223"/>
                </a:lnTo>
                <a:cubicBezTo>
                  <a:pt x="3722112" y="1229927"/>
                  <a:pt x="3722408" y="1229749"/>
                  <a:pt x="3722764" y="1229749"/>
                </a:cubicBezTo>
                <a:close/>
                <a:moveTo>
                  <a:pt x="3518911" y="1227973"/>
                </a:moveTo>
                <a:lnTo>
                  <a:pt x="3534487" y="1227973"/>
                </a:lnTo>
                <a:cubicBezTo>
                  <a:pt x="3534901" y="1227973"/>
                  <a:pt x="3535257" y="1228151"/>
                  <a:pt x="3535435" y="1228506"/>
                </a:cubicBezTo>
                <a:lnTo>
                  <a:pt x="3543193" y="1242009"/>
                </a:lnTo>
                <a:cubicBezTo>
                  <a:pt x="3543371" y="1242365"/>
                  <a:pt x="3543371" y="1242779"/>
                  <a:pt x="3543193" y="1243135"/>
                </a:cubicBezTo>
                <a:lnTo>
                  <a:pt x="3535375" y="1256638"/>
                </a:lnTo>
                <a:cubicBezTo>
                  <a:pt x="3535197" y="1256934"/>
                  <a:pt x="3534842" y="1257171"/>
                  <a:pt x="3534428" y="1257171"/>
                </a:cubicBezTo>
                <a:lnTo>
                  <a:pt x="3518851" y="1257171"/>
                </a:lnTo>
                <a:cubicBezTo>
                  <a:pt x="3518437" y="1257171"/>
                  <a:pt x="3518081" y="1256993"/>
                  <a:pt x="3517903" y="1256638"/>
                </a:cubicBezTo>
                <a:lnTo>
                  <a:pt x="3510145" y="1243135"/>
                </a:lnTo>
                <a:cubicBezTo>
                  <a:pt x="3509968" y="1242779"/>
                  <a:pt x="3509968" y="1242365"/>
                  <a:pt x="3510145" y="1242009"/>
                </a:cubicBezTo>
                <a:lnTo>
                  <a:pt x="3517963" y="1228506"/>
                </a:lnTo>
                <a:cubicBezTo>
                  <a:pt x="3518141" y="1228210"/>
                  <a:pt x="3518496" y="1227973"/>
                  <a:pt x="3518911" y="1227973"/>
                </a:cubicBezTo>
                <a:close/>
                <a:moveTo>
                  <a:pt x="610663" y="1227676"/>
                </a:moveTo>
                <a:lnTo>
                  <a:pt x="626535" y="1227676"/>
                </a:lnTo>
                <a:cubicBezTo>
                  <a:pt x="626891" y="1227676"/>
                  <a:pt x="627305" y="1227854"/>
                  <a:pt x="627483" y="1228209"/>
                </a:cubicBezTo>
                <a:lnTo>
                  <a:pt x="635419" y="1242009"/>
                </a:lnTo>
                <a:cubicBezTo>
                  <a:pt x="635597" y="1242364"/>
                  <a:pt x="635597" y="1242779"/>
                  <a:pt x="635419" y="1243134"/>
                </a:cubicBezTo>
                <a:lnTo>
                  <a:pt x="627483" y="1256933"/>
                </a:lnTo>
                <a:cubicBezTo>
                  <a:pt x="627305" y="1257229"/>
                  <a:pt x="626950" y="1257466"/>
                  <a:pt x="626535" y="1257466"/>
                </a:cubicBezTo>
                <a:lnTo>
                  <a:pt x="610663" y="1257466"/>
                </a:lnTo>
                <a:cubicBezTo>
                  <a:pt x="610308" y="1257466"/>
                  <a:pt x="609893" y="1257289"/>
                  <a:pt x="609715" y="1256933"/>
                </a:cubicBezTo>
                <a:lnTo>
                  <a:pt x="601779" y="1243134"/>
                </a:lnTo>
                <a:cubicBezTo>
                  <a:pt x="601602" y="1242779"/>
                  <a:pt x="601602" y="1242364"/>
                  <a:pt x="601779" y="1242009"/>
                </a:cubicBezTo>
                <a:lnTo>
                  <a:pt x="609715" y="1228209"/>
                </a:lnTo>
                <a:cubicBezTo>
                  <a:pt x="609893" y="1227913"/>
                  <a:pt x="610249" y="1227676"/>
                  <a:pt x="610663" y="1227676"/>
                </a:cubicBezTo>
                <a:close/>
                <a:moveTo>
                  <a:pt x="3789155" y="1227439"/>
                </a:moveTo>
                <a:lnTo>
                  <a:pt x="3805264" y="1227439"/>
                </a:lnTo>
                <a:cubicBezTo>
                  <a:pt x="3805679" y="1227439"/>
                  <a:pt x="3806093" y="1227676"/>
                  <a:pt x="3806271" y="1228031"/>
                </a:cubicBezTo>
                <a:lnTo>
                  <a:pt x="3814326" y="1242009"/>
                </a:lnTo>
                <a:cubicBezTo>
                  <a:pt x="3814504" y="1242364"/>
                  <a:pt x="3814504" y="1242778"/>
                  <a:pt x="3814326" y="1243134"/>
                </a:cubicBezTo>
                <a:lnTo>
                  <a:pt x="3806271" y="1257111"/>
                </a:lnTo>
                <a:cubicBezTo>
                  <a:pt x="3806034" y="1257466"/>
                  <a:pt x="3805679" y="1257703"/>
                  <a:pt x="3805264" y="1257703"/>
                </a:cubicBezTo>
                <a:lnTo>
                  <a:pt x="3789155" y="1257703"/>
                </a:lnTo>
                <a:cubicBezTo>
                  <a:pt x="3788740" y="1257703"/>
                  <a:pt x="3788326" y="1257466"/>
                  <a:pt x="3788148" y="1257111"/>
                </a:cubicBezTo>
                <a:lnTo>
                  <a:pt x="3780093" y="1243134"/>
                </a:lnTo>
                <a:cubicBezTo>
                  <a:pt x="3779916" y="1242778"/>
                  <a:pt x="3779916" y="1242364"/>
                  <a:pt x="3780093" y="1242009"/>
                </a:cubicBezTo>
                <a:lnTo>
                  <a:pt x="3788148" y="1228031"/>
                </a:lnTo>
                <a:cubicBezTo>
                  <a:pt x="3788385" y="1227676"/>
                  <a:pt x="3788740" y="1227439"/>
                  <a:pt x="3789155" y="1227439"/>
                </a:cubicBezTo>
                <a:close/>
                <a:moveTo>
                  <a:pt x="3451039" y="1227439"/>
                </a:moveTo>
                <a:lnTo>
                  <a:pt x="3467148" y="1227439"/>
                </a:lnTo>
                <a:cubicBezTo>
                  <a:pt x="3467562" y="1227439"/>
                  <a:pt x="3467977" y="1227676"/>
                  <a:pt x="3468155" y="1228031"/>
                </a:cubicBezTo>
                <a:lnTo>
                  <a:pt x="3476210" y="1242009"/>
                </a:lnTo>
                <a:cubicBezTo>
                  <a:pt x="3476387" y="1242364"/>
                  <a:pt x="3476387" y="1242778"/>
                  <a:pt x="3476210" y="1243134"/>
                </a:cubicBezTo>
                <a:lnTo>
                  <a:pt x="3468155" y="1257111"/>
                </a:lnTo>
                <a:cubicBezTo>
                  <a:pt x="3467918" y="1257466"/>
                  <a:pt x="3467562" y="1257703"/>
                  <a:pt x="3467148" y="1257703"/>
                </a:cubicBezTo>
                <a:lnTo>
                  <a:pt x="3451039" y="1257703"/>
                </a:lnTo>
                <a:cubicBezTo>
                  <a:pt x="3450624" y="1257703"/>
                  <a:pt x="3450210" y="1257466"/>
                  <a:pt x="3450032" y="1257111"/>
                </a:cubicBezTo>
                <a:lnTo>
                  <a:pt x="3441977" y="1243134"/>
                </a:lnTo>
                <a:cubicBezTo>
                  <a:pt x="3441800" y="1242778"/>
                  <a:pt x="3441800" y="1242364"/>
                  <a:pt x="3441977" y="1242009"/>
                </a:cubicBezTo>
                <a:lnTo>
                  <a:pt x="3450032" y="1228031"/>
                </a:lnTo>
                <a:cubicBezTo>
                  <a:pt x="3450269" y="1227676"/>
                  <a:pt x="3450624" y="1227439"/>
                  <a:pt x="3451039" y="1227439"/>
                </a:cubicBezTo>
                <a:close/>
                <a:moveTo>
                  <a:pt x="677883" y="1227025"/>
                </a:moveTo>
                <a:lnTo>
                  <a:pt x="694466" y="1227025"/>
                </a:lnTo>
                <a:cubicBezTo>
                  <a:pt x="694881" y="1227025"/>
                  <a:pt x="695236" y="1227262"/>
                  <a:pt x="695473" y="1227617"/>
                </a:cubicBezTo>
                <a:lnTo>
                  <a:pt x="703764" y="1241950"/>
                </a:lnTo>
                <a:cubicBezTo>
                  <a:pt x="704001" y="1242305"/>
                  <a:pt x="704001" y="1242779"/>
                  <a:pt x="703764" y="1243134"/>
                </a:cubicBezTo>
                <a:lnTo>
                  <a:pt x="695473" y="1257467"/>
                </a:lnTo>
                <a:cubicBezTo>
                  <a:pt x="695236" y="1257822"/>
                  <a:pt x="694881" y="1258059"/>
                  <a:pt x="694466" y="1258059"/>
                </a:cubicBezTo>
                <a:lnTo>
                  <a:pt x="677883" y="1258059"/>
                </a:lnTo>
                <a:cubicBezTo>
                  <a:pt x="677468" y="1258059"/>
                  <a:pt x="677113" y="1257822"/>
                  <a:pt x="676876" y="1257467"/>
                </a:cubicBezTo>
                <a:lnTo>
                  <a:pt x="668585" y="1243134"/>
                </a:lnTo>
                <a:cubicBezTo>
                  <a:pt x="668348" y="1242779"/>
                  <a:pt x="668348" y="1242305"/>
                  <a:pt x="668585" y="1241950"/>
                </a:cubicBezTo>
                <a:lnTo>
                  <a:pt x="676876" y="1227617"/>
                </a:lnTo>
                <a:cubicBezTo>
                  <a:pt x="677113" y="1227262"/>
                  <a:pt x="677468" y="1227025"/>
                  <a:pt x="677883" y="1227025"/>
                </a:cubicBezTo>
                <a:close/>
                <a:moveTo>
                  <a:pt x="745281" y="1226492"/>
                </a:moveTo>
                <a:lnTo>
                  <a:pt x="762397" y="1226492"/>
                </a:lnTo>
                <a:cubicBezTo>
                  <a:pt x="762871" y="1226492"/>
                  <a:pt x="763227" y="1226729"/>
                  <a:pt x="763463" y="1227084"/>
                </a:cubicBezTo>
                <a:lnTo>
                  <a:pt x="771992" y="1241890"/>
                </a:lnTo>
                <a:cubicBezTo>
                  <a:pt x="772229" y="1242246"/>
                  <a:pt x="772229" y="1242720"/>
                  <a:pt x="771992" y="1243075"/>
                </a:cubicBezTo>
                <a:lnTo>
                  <a:pt x="763404" y="1257881"/>
                </a:lnTo>
                <a:cubicBezTo>
                  <a:pt x="763167" y="1258237"/>
                  <a:pt x="762753" y="1258474"/>
                  <a:pt x="762338" y="1258474"/>
                </a:cubicBezTo>
                <a:lnTo>
                  <a:pt x="745222" y="1258474"/>
                </a:lnTo>
                <a:cubicBezTo>
                  <a:pt x="744748" y="1258474"/>
                  <a:pt x="744393" y="1258237"/>
                  <a:pt x="744156" y="1257881"/>
                </a:cubicBezTo>
                <a:lnTo>
                  <a:pt x="735628" y="1243075"/>
                </a:lnTo>
                <a:cubicBezTo>
                  <a:pt x="735391" y="1242720"/>
                  <a:pt x="735391" y="1242246"/>
                  <a:pt x="735628" y="1241890"/>
                </a:cubicBezTo>
                <a:lnTo>
                  <a:pt x="744215" y="1227084"/>
                </a:lnTo>
                <a:cubicBezTo>
                  <a:pt x="744452" y="1226729"/>
                  <a:pt x="744867" y="1226492"/>
                  <a:pt x="745281" y="1226492"/>
                </a:cubicBezTo>
                <a:close/>
                <a:moveTo>
                  <a:pt x="1015762" y="1226433"/>
                </a:moveTo>
                <a:lnTo>
                  <a:pt x="1032997" y="1226433"/>
                </a:lnTo>
                <a:cubicBezTo>
                  <a:pt x="1033412" y="1226433"/>
                  <a:pt x="1033826" y="1226670"/>
                  <a:pt x="1034063" y="1227025"/>
                </a:cubicBezTo>
                <a:lnTo>
                  <a:pt x="1042651" y="1241950"/>
                </a:lnTo>
                <a:cubicBezTo>
                  <a:pt x="1042888" y="1242365"/>
                  <a:pt x="1042888" y="1242838"/>
                  <a:pt x="1042651" y="1243194"/>
                </a:cubicBezTo>
                <a:lnTo>
                  <a:pt x="1034004" y="1258118"/>
                </a:lnTo>
                <a:cubicBezTo>
                  <a:pt x="1033767" y="1258474"/>
                  <a:pt x="1033353" y="1258711"/>
                  <a:pt x="1032938" y="1258711"/>
                </a:cubicBezTo>
                <a:lnTo>
                  <a:pt x="1015703" y="1258711"/>
                </a:lnTo>
                <a:cubicBezTo>
                  <a:pt x="1015289" y="1258711"/>
                  <a:pt x="1014874" y="1258474"/>
                  <a:pt x="1014637" y="1258118"/>
                </a:cubicBezTo>
                <a:lnTo>
                  <a:pt x="1006050" y="1243194"/>
                </a:lnTo>
                <a:cubicBezTo>
                  <a:pt x="1005813" y="1242779"/>
                  <a:pt x="1005813" y="1242305"/>
                  <a:pt x="1006050" y="1241950"/>
                </a:cubicBezTo>
                <a:lnTo>
                  <a:pt x="1014696" y="1227025"/>
                </a:lnTo>
                <a:cubicBezTo>
                  <a:pt x="1014934" y="1226670"/>
                  <a:pt x="1015348" y="1226433"/>
                  <a:pt x="1015762" y="1226433"/>
                </a:cubicBezTo>
                <a:close/>
                <a:moveTo>
                  <a:pt x="2435802" y="1226018"/>
                </a:moveTo>
                <a:lnTo>
                  <a:pt x="2453451" y="1226018"/>
                </a:lnTo>
                <a:cubicBezTo>
                  <a:pt x="2453866" y="1226018"/>
                  <a:pt x="2454281" y="1226314"/>
                  <a:pt x="2454517" y="1226670"/>
                </a:cubicBezTo>
                <a:lnTo>
                  <a:pt x="2463342" y="1241950"/>
                </a:lnTo>
                <a:cubicBezTo>
                  <a:pt x="2463579" y="1242305"/>
                  <a:pt x="2463579" y="1242838"/>
                  <a:pt x="2463342" y="1243193"/>
                </a:cubicBezTo>
                <a:lnTo>
                  <a:pt x="2454517" y="1258473"/>
                </a:lnTo>
                <a:cubicBezTo>
                  <a:pt x="2454281" y="1258888"/>
                  <a:pt x="2453866" y="1259125"/>
                  <a:pt x="2453451" y="1259125"/>
                </a:cubicBezTo>
                <a:lnTo>
                  <a:pt x="2435802" y="1259125"/>
                </a:lnTo>
                <a:cubicBezTo>
                  <a:pt x="2435388" y="1259125"/>
                  <a:pt x="2434973" y="1258829"/>
                  <a:pt x="2434736" y="1258473"/>
                </a:cubicBezTo>
                <a:lnTo>
                  <a:pt x="2425912" y="1243193"/>
                </a:lnTo>
                <a:cubicBezTo>
                  <a:pt x="2425675" y="1242838"/>
                  <a:pt x="2425675" y="1242305"/>
                  <a:pt x="2425912" y="1241950"/>
                </a:cubicBezTo>
                <a:lnTo>
                  <a:pt x="2434736" y="1226670"/>
                </a:lnTo>
                <a:cubicBezTo>
                  <a:pt x="2434973" y="1226255"/>
                  <a:pt x="2435388" y="1226018"/>
                  <a:pt x="2435802" y="1226018"/>
                </a:cubicBezTo>
                <a:close/>
                <a:moveTo>
                  <a:pt x="2502964" y="1225189"/>
                </a:moveTo>
                <a:lnTo>
                  <a:pt x="2521501" y="1225189"/>
                </a:lnTo>
                <a:cubicBezTo>
                  <a:pt x="2521975" y="1225189"/>
                  <a:pt x="2522389" y="1225426"/>
                  <a:pt x="2522626" y="1225840"/>
                </a:cubicBezTo>
                <a:lnTo>
                  <a:pt x="2531865" y="1241890"/>
                </a:lnTo>
                <a:cubicBezTo>
                  <a:pt x="2532102" y="1242305"/>
                  <a:pt x="2532102" y="1242779"/>
                  <a:pt x="2531865" y="1243193"/>
                </a:cubicBezTo>
                <a:lnTo>
                  <a:pt x="2522567" y="1259243"/>
                </a:lnTo>
                <a:cubicBezTo>
                  <a:pt x="2522330" y="1259658"/>
                  <a:pt x="2521915" y="1259895"/>
                  <a:pt x="2521442" y="1259895"/>
                </a:cubicBezTo>
                <a:lnTo>
                  <a:pt x="2502904" y="1259895"/>
                </a:lnTo>
                <a:cubicBezTo>
                  <a:pt x="2502430" y="1259895"/>
                  <a:pt x="2502016" y="1259658"/>
                  <a:pt x="2501779" y="1259243"/>
                </a:cubicBezTo>
                <a:lnTo>
                  <a:pt x="2492540" y="1243193"/>
                </a:lnTo>
                <a:cubicBezTo>
                  <a:pt x="2492303" y="1242779"/>
                  <a:pt x="2492303" y="1242305"/>
                  <a:pt x="2492540" y="1241890"/>
                </a:cubicBezTo>
                <a:lnTo>
                  <a:pt x="2501838" y="1225840"/>
                </a:lnTo>
                <a:cubicBezTo>
                  <a:pt x="2502075" y="1225426"/>
                  <a:pt x="2502490" y="1225189"/>
                  <a:pt x="2502964" y="1225189"/>
                </a:cubicBezTo>
                <a:close/>
                <a:moveTo>
                  <a:pt x="541606" y="1225071"/>
                </a:moveTo>
                <a:lnTo>
                  <a:pt x="560262" y="1225071"/>
                </a:lnTo>
                <a:cubicBezTo>
                  <a:pt x="560736" y="1225071"/>
                  <a:pt x="561151" y="1225308"/>
                  <a:pt x="561388" y="1225723"/>
                </a:cubicBezTo>
                <a:lnTo>
                  <a:pt x="570686" y="1241891"/>
                </a:lnTo>
                <a:cubicBezTo>
                  <a:pt x="570923" y="1242306"/>
                  <a:pt x="570923" y="1242779"/>
                  <a:pt x="570686" y="1243194"/>
                </a:cubicBezTo>
                <a:lnTo>
                  <a:pt x="561329" y="1259362"/>
                </a:lnTo>
                <a:cubicBezTo>
                  <a:pt x="561092" y="1259777"/>
                  <a:pt x="560677" y="1260014"/>
                  <a:pt x="560203" y="1260014"/>
                </a:cubicBezTo>
                <a:lnTo>
                  <a:pt x="541547" y="1260014"/>
                </a:lnTo>
                <a:cubicBezTo>
                  <a:pt x="541074" y="1260014"/>
                  <a:pt x="540659" y="1259777"/>
                  <a:pt x="540422" y="1259362"/>
                </a:cubicBezTo>
                <a:lnTo>
                  <a:pt x="531124" y="1243194"/>
                </a:lnTo>
                <a:cubicBezTo>
                  <a:pt x="530887" y="1242779"/>
                  <a:pt x="530887" y="1242306"/>
                  <a:pt x="531124" y="1241891"/>
                </a:cubicBezTo>
                <a:lnTo>
                  <a:pt x="540481" y="1225723"/>
                </a:lnTo>
                <a:cubicBezTo>
                  <a:pt x="540718" y="1225308"/>
                  <a:pt x="541133" y="1225071"/>
                  <a:pt x="541606" y="1225071"/>
                </a:cubicBezTo>
                <a:close/>
                <a:moveTo>
                  <a:pt x="1082628" y="1224952"/>
                </a:moveTo>
                <a:lnTo>
                  <a:pt x="1101402" y="1224952"/>
                </a:lnTo>
                <a:cubicBezTo>
                  <a:pt x="1101876" y="1224952"/>
                  <a:pt x="1102291" y="1225189"/>
                  <a:pt x="1102527" y="1225603"/>
                </a:cubicBezTo>
                <a:lnTo>
                  <a:pt x="1111885" y="1241831"/>
                </a:lnTo>
                <a:cubicBezTo>
                  <a:pt x="1112122" y="1242187"/>
                  <a:pt x="1112122" y="1242720"/>
                  <a:pt x="1111885" y="1243134"/>
                </a:cubicBezTo>
                <a:lnTo>
                  <a:pt x="1102468" y="1259362"/>
                </a:lnTo>
                <a:cubicBezTo>
                  <a:pt x="1102231" y="1259776"/>
                  <a:pt x="1101817" y="1260013"/>
                  <a:pt x="1101343" y="1260013"/>
                </a:cubicBezTo>
                <a:lnTo>
                  <a:pt x="1082569" y="1260013"/>
                </a:lnTo>
                <a:cubicBezTo>
                  <a:pt x="1082095" y="1260013"/>
                  <a:pt x="1081680" y="1259776"/>
                  <a:pt x="1081443" y="1259362"/>
                </a:cubicBezTo>
                <a:lnTo>
                  <a:pt x="1072086" y="1243134"/>
                </a:lnTo>
                <a:cubicBezTo>
                  <a:pt x="1071849" y="1242779"/>
                  <a:pt x="1071849" y="1242246"/>
                  <a:pt x="1072086" y="1241831"/>
                </a:cubicBezTo>
                <a:lnTo>
                  <a:pt x="1081503" y="1225603"/>
                </a:lnTo>
                <a:cubicBezTo>
                  <a:pt x="1081739" y="1225189"/>
                  <a:pt x="1082154" y="1224952"/>
                  <a:pt x="1082628" y="1224952"/>
                </a:cubicBezTo>
                <a:close/>
                <a:moveTo>
                  <a:pt x="1488261" y="1224656"/>
                </a:moveTo>
                <a:lnTo>
                  <a:pt x="1507331" y="1224656"/>
                </a:lnTo>
                <a:cubicBezTo>
                  <a:pt x="1507805" y="1224656"/>
                  <a:pt x="1508279" y="1224893"/>
                  <a:pt x="1508515" y="1225308"/>
                </a:cubicBezTo>
                <a:lnTo>
                  <a:pt x="1518051" y="1241831"/>
                </a:lnTo>
                <a:cubicBezTo>
                  <a:pt x="1518288" y="1242246"/>
                  <a:pt x="1518288" y="1242779"/>
                  <a:pt x="1518051" y="1243193"/>
                </a:cubicBezTo>
                <a:lnTo>
                  <a:pt x="1508515" y="1259717"/>
                </a:lnTo>
                <a:cubicBezTo>
                  <a:pt x="1508279" y="1260132"/>
                  <a:pt x="1507805" y="1260369"/>
                  <a:pt x="1507331" y="1260369"/>
                </a:cubicBezTo>
                <a:lnTo>
                  <a:pt x="1488261" y="1260369"/>
                </a:lnTo>
                <a:cubicBezTo>
                  <a:pt x="1487787" y="1260369"/>
                  <a:pt x="1487313" y="1260132"/>
                  <a:pt x="1487076" y="1259717"/>
                </a:cubicBezTo>
                <a:lnTo>
                  <a:pt x="1477541" y="1243193"/>
                </a:lnTo>
                <a:cubicBezTo>
                  <a:pt x="1477304" y="1242779"/>
                  <a:pt x="1477304" y="1242246"/>
                  <a:pt x="1477541" y="1241831"/>
                </a:cubicBezTo>
                <a:lnTo>
                  <a:pt x="1487076" y="1225308"/>
                </a:lnTo>
                <a:cubicBezTo>
                  <a:pt x="1487313" y="1224893"/>
                  <a:pt x="1487787" y="1224656"/>
                  <a:pt x="1488261" y="1224656"/>
                </a:cubicBezTo>
                <a:close/>
                <a:moveTo>
                  <a:pt x="947239" y="1224656"/>
                </a:moveTo>
                <a:lnTo>
                  <a:pt x="966310" y="1224656"/>
                </a:lnTo>
                <a:cubicBezTo>
                  <a:pt x="966784" y="1224656"/>
                  <a:pt x="967257" y="1224893"/>
                  <a:pt x="967495" y="1225308"/>
                </a:cubicBezTo>
                <a:lnTo>
                  <a:pt x="977030" y="1241831"/>
                </a:lnTo>
                <a:cubicBezTo>
                  <a:pt x="977266" y="1242246"/>
                  <a:pt x="977266" y="1242779"/>
                  <a:pt x="977030" y="1243193"/>
                </a:cubicBezTo>
                <a:lnTo>
                  <a:pt x="967495" y="1259717"/>
                </a:lnTo>
                <a:cubicBezTo>
                  <a:pt x="967257" y="1260132"/>
                  <a:pt x="966784" y="1260369"/>
                  <a:pt x="966310" y="1260369"/>
                </a:cubicBezTo>
                <a:lnTo>
                  <a:pt x="947239" y="1260369"/>
                </a:lnTo>
                <a:cubicBezTo>
                  <a:pt x="946766" y="1260369"/>
                  <a:pt x="946292" y="1260132"/>
                  <a:pt x="946055" y="1259717"/>
                </a:cubicBezTo>
                <a:lnTo>
                  <a:pt x="936520" y="1243193"/>
                </a:lnTo>
                <a:cubicBezTo>
                  <a:pt x="936283" y="1242779"/>
                  <a:pt x="936283" y="1242246"/>
                  <a:pt x="936520" y="1241831"/>
                </a:cubicBezTo>
                <a:lnTo>
                  <a:pt x="946055" y="1225308"/>
                </a:lnTo>
                <a:cubicBezTo>
                  <a:pt x="946292" y="1224893"/>
                  <a:pt x="946766" y="1224656"/>
                  <a:pt x="947239" y="1224656"/>
                </a:cubicBezTo>
                <a:close/>
                <a:moveTo>
                  <a:pt x="2367398" y="1224538"/>
                </a:moveTo>
                <a:lnTo>
                  <a:pt x="2386586" y="1224538"/>
                </a:lnTo>
                <a:cubicBezTo>
                  <a:pt x="2387060" y="1224538"/>
                  <a:pt x="2387534" y="1224775"/>
                  <a:pt x="2387771" y="1225190"/>
                </a:cubicBezTo>
                <a:lnTo>
                  <a:pt x="2397365" y="1241832"/>
                </a:lnTo>
                <a:cubicBezTo>
                  <a:pt x="2397602" y="1242246"/>
                  <a:pt x="2397602" y="1242779"/>
                  <a:pt x="2397365" y="1243194"/>
                </a:cubicBezTo>
                <a:lnTo>
                  <a:pt x="2387771" y="1259836"/>
                </a:lnTo>
                <a:cubicBezTo>
                  <a:pt x="2387534" y="1260251"/>
                  <a:pt x="2387060" y="1260488"/>
                  <a:pt x="2386586" y="1260488"/>
                </a:cubicBezTo>
                <a:lnTo>
                  <a:pt x="2367398" y="1260488"/>
                </a:lnTo>
                <a:cubicBezTo>
                  <a:pt x="2366924" y="1260488"/>
                  <a:pt x="2366450" y="1260251"/>
                  <a:pt x="2366213" y="1259836"/>
                </a:cubicBezTo>
                <a:lnTo>
                  <a:pt x="2356619" y="1243194"/>
                </a:lnTo>
                <a:cubicBezTo>
                  <a:pt x="2356382" y="1242779"/>
                  <a:pt x="2356382" y="1242246"/>
                  <a:pt x="2356619" y="1241832"/>
                </a:cubicBezTo>
                <a:lnTo>
                  <a:pt x="2366213" y="1225190"/>
                </a:lnTo>
                <a:cubicBezTo>
                  <a:pt x="2366450" y="1224775"/>
                  <a:pt x="2366924" y="1224538"/>
                  <a:pt x="2367398" y="1224538"/>
                </a:cubicBezTo>
                <a:close/>
                <a:moveTo>
                  <a:pt x="811732" y="1224360"/>
                </a:moveTo>
                <a:lnTo>
                  <a:pt x="831158" y="1224360"/>
                </a:lnTo>
                <a:cubicBezTo>
                  <a:pt x="831632" y="1224360"/>
                  <a:pt x="832105" y="1224656"/>
                  <a:pt x="832342" y="1225071"/>
                </a:cubicBezTo>
                <a:lnTo>
                  <a:pt x="842055" y="1241891"/>
                </a:lnTo>
                <a:cubicBezTo>
                  <a:pt x="842292" y="1242305"/>
                  <a:pt x="842292" y="1242838"/>
                  <a:pt x="842055" y="1243253"/>
                </a:cubicBezTo>
                <a:lnTo>
                  <a:pt x="832342" y="1260073"/>
                </a:lnTo>
                <a:cubicBezTo>
                  <a:pt x="832105" y="1260547"/>
                  <a:pt x="831632" y="1260783"/>
                  <a:pt x="831158" y="1260783"/>
                </a:cubicBezTo>
                <a:lnTo>
                  <a:pt x="811732" y="1260783"/>
                </a:lnTo>
                <a:cubicBezTo>
                  <a:pt x="811258" y="1260783"/>
                  <a:pt x="810784" y="1260487"/>
                  <a:pt x="810548" y="1260073"/>
                </a:cubicBezTo>
                <a:lnTo>
                  <a:pt x="800835" y="1243253"/>
                </a:lnTo>
                <a:cubicBezTo>
                  <a:pt x="800598" y="1242838"/>
                  <a:pt x="800598" y="1242305"/>
                  <a:pt x="800835" y="1241891"/>
                </a:cubicBezTo>
                <a:lnTo>
                  <a:pt x="810548" y="1225071"/>
                </a:lnTo>
                <a:cubicBezTo>
                  <a:pt x="810784" y="1224597"/>
                  <a:pt x="811258" y="1224360"/>
                  <a:pt x="811732" y="1224360"/>
                </a:cubicBezTo>
                <a:close/>
                <a:moveTo>
                  <a:pt x="4396093" y="1224241"/>
                </a:moveTo>
                <a:lnTo>
                  <a:pt x="4415638" y="1224241"/>
                </a:lnTo>
                <a:cubicBezTo>
                  <a:pt x="4416111" y="1224241"/>
                  <a:pt x="4416585" y="1224537"/>
                  <a:pt x="4416822" y="1224952"/>
                </a:cubicBezTo>
                <a:lnTo>
                  <a:pt x="4426594" y="1241890"/>
                </a:lnTo>
                <a:cubicBezTo>
                  <a:pt x="4426832" y="1242305"/>
                  <a:pt x="4426832" y="1242838"/>
                  <a:pt x="4426594" y="1243252"/>
                </a:cubicBezTo>
                <a:lnTo>
                  <a:pt x="4416822" y="1260190"/>
                </a:lnTo>
                <a:cubicBezTo>
                  <a:pt x="4416585" y="1260605"/>
                  <a:pt x="4416111" y="1260901"/>
                  <a:pt x="4415638" y="1260901"/>
                </a:cubicBezTo>
                <a:lnTo>
                  <a:pt x="4396093" y="1260901"/>
                </a:lnTo>
                <a:cubicBezTo>
                  <a:pt x="4395620" y="1260901"/>
                  <a:pt x="4395146" y="1260605"/>
                  <a:pt x="4394909" y="1260190"/>
                </a:cubicBezTo>
                <a:lnTo>
                  <a:pt x="4385137" y="1243252"/>
                </a:lnTo>
                <a:cubicBezTo>
                  <a:pt x="4384900" y="1242838"/>
                  <a:pt x="4384900" y="1242305"/>
                  <a:pt x="4385137" y="1241890"/>
                </a:cubicBezTo>
                <a:lnTo>
                  <a:pt x="4394909" y="1224952"/>
                </a:lnTo>
                <a:cubicBezTo>
                  <a:pt x="4395146" y="1224537"/>
                  <a:pt x="4395620" y="1224241"/>
                  <a:pt x="4396093" y="1224241"/>
                </a:cubicBezTo>
                <a:close/>
                <a:moveTo>
                  <a:pt x="879248" y="1224123"/>
                </a:moveTo>
                <a:lnTo>
                  <a:pt x="898911" y="1224123"/>
                </a:lnTo>
                <a:cubicBezTo>
                  <a:pt x="899385" y="1224123"/>
                  <a:pt x="899859" y="1224419"/>
                  <a:pt x="900096" y="1224834"/>
                </a:cubicBezTo>
                <a:lnTo>
                  <a:pt x="909927" y="1241831"/>
                </a:lnTo>
                <a:cubicBezTo>
                  <a:pt x="910164" y="1242246"/>
                  <a:pt x="910164" y="1242779"/>
                  <a:pt x="909927" y="1243193"/>
                </a:cubicBezTo>
                <a:lnTo>
                  <a:pt x="900096" y="1260191"/>
                </a:lnTo>
                <a:cubicBezTo>
                  <a:pt x="899859" y="1260606"/>
                  <a:pt x="899385" y="1260902"/>
                  <a:pt x="898911" y="1260902"/>
                </a:cubicBezTo>
                <a:lnTo>
                  <a:pt x="879248" y="1260902"/>
                </a:lnTo>
                <a:cubicBezTo>
                  <a:pt x="878774" y="1260902"/>
                  <a:pt x="878301" y="1260606"/>
                  <a:pt x="878064" y="1260191"/>
                </a:cubicBezTo>
                <a:lnTo>
                  <a:pt x="868233" y="1243193"/>
                </a:lnTo>
                <a:cubicBezTo>
                  <a:pt x="867996" y="1242779"/>
                  <a:pt x="867996" y="1242246"/>
                  <a:pt x="868233" y="1241831"/>
                </a:cubicBezTo>
                <a:lnTo>
                  <a:pt x="878064" y="1224834"/>
                </a:lnTo>
                <a:cubicBezTo>
                  <a:pt x="878301" y="1224419"/>
                  <a:pt x="878774" y="1224123"/>
                  <a:pt x="879248" y="1224123"/>
                </a:cubicBezTo>
                <a:close/>
                <a:moveTo>
                  <a:pt x="1420211" y="1223945"/>
                </a:moveTo>
                <a:lnTo>
                  <a:pt x="1440111" y="1223945"/>
                </a:lnTo>
                <a:cubicBezTo>
                  <a:pt x="1440585" y="1223945"/>
                  <a:pt x="1441058" y="1224241"/>
                  <a:pt x="1441295" y="1224656"/>
                </a:cubicBezTo>
                <a:lnTo>
                  <a:pt x="1451245" y="1241890"/>
                </a:lnTo>
                <a:cubicBezTo>
                  <a:pt x="1451482" y="1242364"/>
                  <a:pt x="1451482" y="1242897"/>
                  <a:pt x="1451245" y="1243312"/>
                </a:cubicBezTo>
                <a:lnTo>
                  <a:pt x="1441295" y="1260546"/>
                </a:lnTo>
                <a:cubicBezTo>
                  <a:pt x="1441058" y="1260961"/>
                  <a:pt x="1440585" y="1261257"/>
                  <a:pt x="1440111" y="1261257"/>
                </a:cubicBezTo>
                <a:lnTo>
                  <a:pt x="1420211" y="1261257"/>
                </a:lnTo>
                <a:cubicBezTo>
                  <a:pt x="1419737" y="1261257"/>
                  <a:pt x="1419263" y="1260961"/>
                  <a:pt x="1419027" y="1260546"/>
                </a:cubicBezTo>
                <a:lnTo>
                  <a:pt x="1409077" y="1243312"/>
                </a:lnTo>
                <a:cubicBezTo>
                  <a:pt x="1408840" y="1242838"/>
                  <a:pt x="1408840" y="1242305"/>
                  <a:pt x="1409077" y="1241890"/>
                </a:cubicBezTo>
                <a:lnTo>
                  <a:pt x="1419027" y="1224656"/>
                </a:lnTo>
                <a:cubicBezTo>
                  <a:pt x="1419263" y="1224241"/>
                  <a:pt x="1419737" y="1223945"/>
                  <a:pt x="1420211" y="1223945"/>
                </a:cubicBezTo>
                <a:close/>
                <a:moveTo>
                  <a:pt x="1149612" y="1223708"/>
                </a:moveTo>
                <a:lnTo>
                  <a:pt x="1169689" y="1223708"/>
                </a:lnTo>
                <a:cubicBezTo>
                  <a:pt x="1170222" y="1223708"/>
                  <a:pt x="1170696" y="1224004"/>
                  <a:pt x="1170933" y="1224419"/>
                </a:cubicBezTo>
                <a:lnTo>
                  <a:pt x="1180942" y="1241831"/>
                </a:lnTo>
                <a:cubicBezTo>
                  <a:pt x="1181178" y="1242245"/>
                  <a:pt x="1181178" y="1242838"/>
                  <a:pt x="1180942" y="1243252"/>
                </a:cubicBezTo>
                <a:lnTo>
                  <a:pt x="1170873" y="1260664"/>
                </a:lnTo>
                <a:cubicBezTo>
                  <a:pt x="1170577" y="1261079"/>
                  <a:pt x="1170103" y="1261375"/>
                  <a:pt x="1169630" y="1261375"/>
                </a:cubicBezTo>
                <a:lnTo>
                  <a:pt x="1149552" y="1261375"/>
                </a:lnTo>
                <a:cubicBezTo>
                  <a:pt x="1149019" y="1261375"/>
                  <a:pt x="1148546" y="1261079"/>
                  <a:pt x="1148309" y="1260664"/>
                </a:cubicBezTo>
                <a:lnTo>
                  <a:pt x="1138300" y="1243252"/>
                </a:lnTo>
                <a:cubicBezTo>
                  <a:pt x="1138063" y="1242838"/>
                  <a:pt x="1138063" y="1242245"/>
                  <a:pt x="1138300" y="1241831"/>
                </a:cubicBezTo>
                <a:lnTo>
                  <a:pt x="1148368" y="1224419"/>
                </a:lnTo>
                <a:cubicBezTo>
                  <a:pt x="1148664" y="1224004"/>
                  <a:pt x="1149138" y="1223708"/>
                  <a:pt x="1149612" y="1223708"/>
                </a:cubicBezTo>
                <a:close/>
                <a:moveTo>
                  <a:pt x="473261" y="1223708"/>
                </a:moveTo>
                <a:lnTo>
                  <a:pt x="493338" y="1223708"/>
                </a:lnTo>
                <a:cubicBezTo>
                  <a:pt x="493871" y="1223708"/>
                  <a:pt x="494345" y="1224004"/>
                  <a:pt x="494582" y="1224419"/>
                </a:cubicBezTo>
                <a:lnTo>
                  <a:pt x="504591" y="1241831"/>
                </a:lnTo>
                <a:cubicBezTo>
                  <a:pt x="504828" y="1242245"/>
                  <a:pt x="504828" y="1242838"/>
                  <a:pt x="504591" y="1243252"/>
                </a:cubicBezTo>
                <a:lnTo>
                  <a:pt x="494522" y="1260664"/>
                </a:lnTo>
                <a:cubicBezTo>
                  <a:pt x="494226" y="1261079"/>
                  <a:pt x="493753" y="1261375"/>
                  <a:pt x="493279" y="1261375"/>
                </a:cubicBezTo>
                <a:lnTo>
                  <a:pt x="473201" y="1261375"/>
                </a:lnTo>
                <a:cubicBezTo>
                  <a:pt x="472669" y="1261375"/>
                  <a:pt x="472195" y="1261079"/>
                  <a:pt x="471958" y="1260664"/>
                </a:cubicBezTo>
                <a:lnTo>
                  <a:pt x="461949" y="1243252"/>
                </a:lnTo>
                <a:cubicBezTo>
                  <a:pt x="461712" y="1242838"/>
                  <a:pt x="461712" y="1242245"/>
                  <a:pt x="461949" y="1241831"/>
                </a:cubicBezTo>
                <a:lnTo>
                  <a:pt x="472017" y="1224419"/>
                </a:lnTo>
                <a:cubicBezTo>
                  <a:pt x="472313" y="1224004"/>
                  <a:pt x="472787" y="1223708"/>
                  <a:pt x="473261" y="1223708"/>
                </a:cubicBezTo>
                <a:close/>
                <a:moveTo>
                  <a:pt x="2299111" y="1223412"/>
                </a:moveTo>
                <a:lnTo>
                  <a:pt x="2319544" y="1223412"/>
                </a:lnTo>
                <a:cubicBezTo>
                  <a:pt x="2320077" y="1223412"/>
                  <a:pt x="2320551" y="1223708"/>
                  <a:pt x="2320788" y="1224123"/>
                </a:cubicBezTo>
                <a:lnTo>
                  <a:pt x="2330974" y="1241831"/>
                </a:lnTo>
                <a:cubicBezTo>
                  <a:pt x="2331212" y="1242246"/>
                  <a:pt x="2331212" y="1242838"/>
                  <a:pt x="2330974" y="1243252"/>
                </a:cubicBezTo>
                <a:lnTo>
                  <a:pt x="2320729" y="1260961"/>
                </a:lnTo>
                <a:cubicBezTo>
                  <a:pt x="2320492" y="1261375"/>
                  <a:pt x="2320018" y="1261671"/>
                  <a:pt x="2319485" y="1261671"/>
                </a:cubicBezTo>
                <a:lnTo>
                  <a:pt x="2299052" y="1261671"/>
                </a:lnTo>
                <a:cubicBezTo>
                  <a:pt x="2298519" y="1261671"/>
                  <a:pt x="2298045" y="1261375"/>
                  <a:pt x="2297808" y="1260961"/>
                </a:cubicBezTo>
                <a:lnTo>
                  <a:pt x="2287622" y="1243252"/>
                </a:lnTo>
                <a:cubicBezTo>
                  <a:pt x="2287385" y="1242838"/>
                  <a:pt x="2287385" y="1242246"/>
                  <a:pt x="2287622" y="1241831"/>
                </a:cubicBezTo>
                <a:lnTo>
                  <a:pt x="2297868" y="1224123"/>
                </a:lnTo>
                <a:cubicBezTo>
                  <a:pt x="2298105" y="1223708"/>
                  <a:pt x="2298578" y="1223412"/>
                  <a:pt x="2299111" y="1223412"/>
                </a:cubicBezTo>
                <a:close/>
                <a:moveTo>
                  <a:pt x="337813" y="1223412"/>
                </a:moveTo>
                <a:lnTo>
                  <a:pt x="358246" y="1223412"/>
                </a:lnTo>
                <a:cubicBezTo>
                  <a:pt x="358779" y="1223412"/>
                  <a:pt x="359253" y="1223708"/>
                  <a:pt x="359489" y="1224123"/>
                </a:cubicBezTo>
                <a:lnTo>
                  <a:pt x="369676" y="1241831"/>
                </a:lnTo>
                <a:cubicBezTo>
                  <a:pt x="369913" y="1242246"/>
                  <a:pt x="369913" y="1242838"/>
                  <a:pt x="369676" y="1243252"/>
                </a:cubicBezTo>
                <a:lnTo>
                  <a:pt x="359430" y="1260961"/>
                </a:lnTo>
                <a:cubicBezTo>
                  <a:pt x="359193" y="1261375"/>
                  <a:pt x="358720" y="1261671"/>
                  <a:pt x="358187" y="1261671"/>
                </a:cubicBezTo>
                <a:lnTo>
                  <a:pt x="337754" y="1261671"/>
                </a:lnTo>
                <a:cubicBezTo>
                  <a:pt x="337221" y="1261671"/>
                  <a:pt x="336747" y="1261375"/>
                  <a:pt x="336510" y="1260961"/>
                </a:cubicBezTo>
                <a:lnTo>
                  <a:pt x="326324" y="1243252"/>
                </a:lnTo>
                <a:cubicBezTo>
                  <a:pt x="326087" y="1242838"/>
                  <a:pt x="326087" y="1242246"/>
                  <a:pt x="326324" y="1241831"/>
                </a:cubicBezTo>
                <a:lnTo>
                  <a:pt x="336569" y="1224123"/>
                </a:lnTo>
                <a:cubicBezTo>
                  <a:pt x="336807" y="1223708"/>
                  <a:pt x="337280" y="1223412"/>
                  <a:pt x="337813" y="1223412"/>
                </a:cubicBezTo>
                <a:close/>
                <a:moveTo>
                  <a:pt x="4463195" y="1223235"/>
                </a:moveTo>
                <a:lnTo>
                  <a:pt x="4483866" y="1223235"/>
                </a:lnTo>
                <a:cubicBezTo>
                  <a:pt x="4484339" y="1223235"/>
                  <a:pt x="4484872" y="1223472"/>
                  <a:pt x="4485109" y="1223946"/>
                </a:cubicBezTo>
                <a:lnTo>
                  <a:pt x="4495414" y="1241832"/>
                </a:lnTo>
                <a:cubicBezTo>
                  <a:pt x="4495651" y="1242305"/>
                  <a:pt x="4495651" y="1242838"/>
                  <a:pt x="4495414" y="1243312"/>
                </a:cubicBezTo>
                <a:lnTo>
                  <a:pt x="4485109" y="1261198"/>
                </a:lnTo>
                <a:cubicBezTo>
                  <a:pt x="4484872" y="1261613"/>
                  <a:pt x="4484398" y="1261909"/>
                  <a:pt x="4483866" y="1261909"/>
                </a:cubicBezTo>
                <a:lnTo>
                  <a:pt x="4463195" y="1261909"/>
                </a:lnTo>
                <a:cubicBezTo>
                  <a:pt x="4462722" y="1261909"/>
                  <a:pt x="4462189" y="1261672"/>
                  <a:pt x="4461952" y="1261198"/>
                </a:cubicBezTo>
                <a:lnTo>
                  <a:pt x="4451647" y="1243312"/>
                </a:lnTo>
                <a:cubicBezTo>
                  <a:pt x="4451410" y="1242838"/>
                  <a:pt x="4451410" y="1242305"/>
                  <a:pt x="4451647" y="1241832"/>
                </a:cubicBezTo>
                <a:lnTo>
                  <a:pt x="4461952" y="1223946"/>
                </a:lnTo>
                <a:cubicBezTo>
                  <a:pt x="4462189" y="1223531"/>
                  <a:pt x="4462663" y="1223235"/>
                  <a:pt x="4463195" y="1223235"/>
                </a:cubicBezTo>
                <a:close/>
                <a:moveTo>
                  <a:pt x="1352161" y="1223235"/>
                </a:moveTo>
                <a:lnTo>
                  <a:pt x="1372830" y="1223235"/>
                </a:lnTo>
                <a:cubicBezTo>
                  <a:pt x="1373304" y="1223235"/>
                  <a:pt x="1373837" y="1223472"/>
                  <a:pt x="1374074" y="1223946"/>
                </a:cubicBezTo>
                <a:lnTo>
                  <a:pt x="1384379" y="1241832"/>
                </a:lnTo>
                <a:cubicBezTo>
                  <a:pt x="1384616" y="1242305"/>
                  <a:pt x="1384616" y="1242838"/>
                  <a:pt x="1384379" y="1243312"/>
                </a:cubicBezTo>
                <a:lnTo>
                  <a:pt x="1374074" y="1261198"/>
                </a:lnTo>
                <a:cubicBezTo>
                  <a:pt x="1373837" y="1261613"/>
                  <a:pt x="1373363" y="1261909"/>
                  <a:pt x="1372830" y="1261909"/>
                </a:cubicBezTo>
                <a:lnTo>
                  <a:pt x="1352161" y="1261909"/>
                </a:lnTo>
                <a:cubicBezTo>
                  <a:pt x="1351687" y="1261909"/>
                  <a:pt x="1351154" y="1261672"/>
                  <a:pt x="1350917" y="1261198"/>
                </a:cubicBezTo>
                <a:lnTo>
                  <a:pt x="1340612" y="1243312"/>
                </a:lnTo>
                <a:cubicBezTo>
                  <a:pt x="1340375" y="1242838"/>
                  <a:pt x="1340375" y="1242305"/>
                  <a:pt x="1340612" y="1241832"/>
                </a:cubicBezTo>
                <a:lnTo>
                  <a:pt x="1350917" y="1223946"/>
                </a:lnTo>
                <a:cubicBezTo>
                  <a:pt x="1351154" y="1223531"/>
                  <a:pt x="1351628" y="1223235"/>
                  <a:pt x="1352161" y="1223235"/>
                </a:cubicBezTo>
                <a:close/>
                <a:moveTo>
                  <a:pt x="2704625" y="1222879"/>
                </a:moveTo>
                <a:lnTo>
                  <a:pt x="2725591" y="1222879"/>
                </a:lnTo>
                <a:cubicBezTo>
                  <a:pt x="2726124" y="1222879"/>
                  <a:pt x="2726597" y="1223175"/>
                  <a:pt x="2726894" y="1223649"/>
                </a:cubicBezTo>
                <a:lnTo>
                  <a:pt x="2737376" y="1241831"/>
                </a:lnTo>
                <a:cubicBezTo>
                  <a:pt x="2737672" y="1242305"/>
                  <a:pt x="2737672" y="1242838"/>
                  <a:pt x="2737376" y="1243312"/>
                </a:cubicBezTo>
                <a:lnTo>
                  <a:pt x="2726894" y="1261494"/>
                </a:lnTo>
                <a:cubicBezTo>
                  <a:pt x="2726597" y="1261968"/>
                  <a:pt x="2726124" y="1262264"/>
                  <a:pt x="2725591" y="1262264"/>
                </a:cubicBezTo>
                <a:lnTo>
                  <a:pt x="2704625" y="1262264"/>
                </a:lnTo>
                <a:cubicBezTo>
                  <a:pt x="2704092" y="1262264"/>
                  <a:pt x="2703618" y="1261968"/>
                  <a:pt x="2703322" y="1261494"/>
                </a:cubicBezTo>
                <a:lnTo>
                  <a:pt x="2692839" y="1243312"/>
                </a:lnTo>
                <a:cubicBezTo>
                  <a:pt x="2692543" y="1242838"/>
                  <a:pt x="2692543" y="1242305"/>
                  <a:pt x="2692839" y="1241831"/>
                </a:cubicBezTo>
                <a:lnTo>
                  <a:pt x="2703322" y="1223649"/>
                </a:lnTo>
                <a:cubicBezTo>
                  <a:pt x="2703618" y="1223175"/>
                  <a:pt x="2704092" y="1222879"/>
                  <a:pt x="2704625" y="1222879"/>
                </a:cubicBezTo>
                <a:close/>
                <a:moveTo>
                  <a:pt x="2569355" y="1222820"/>
                </a:moveTo>
                <a:lnTo>
                  <a:pt x="2590439" y="1222820"/>
                </a:lnTo>
                <a:cubicBezTo>
                  <a:pt x="2590972" y="1222820"/>
                  <a:pt x="2591446" y="1223116"/>
                  <a:pt x="2591742" y="1223590"/>
                </a:cubicBezTo>
                <a:lnTo>
                  <a:pt x="2602284" y="1241831"/>
                </a:lnTo>
                <a:cubicBezTo>
                  <a:pt x="2602580" y="1242305"/>
                  <a:pt x="2602580" y="1242838"/>
                  <a:pt x="2602284" y="1243312"/>
                </a:cubicBezTo>
                <a:lnTo>
                  <a:pt x="2591742" y="1261553"/>
                </a:lnTo>
                <a:cubicBezTo>
                  <a:pt x="2591446" y="1262027"/>
                  <a:pt x="2590972" y="1262323"/>
                  <a:pt x="2590439" y="1262323"/>
                </a:cubicBezTo>
                <a:lnTo>
                  <a:pt x="2569355" y="1262323"/>
                </a:lnTo>
                <a:cubicBezTo>
                  <a:pt x="2568822" y="1262323"/>
                  <a:pt x="2568348" y="1262027"/>
                  <a:pt x="2568052" y="1261553"/>
                </a:cubicBezTo>
                <a:lnTo>
                  <a:pt x="2557510" y="1243312"/>
                </a:lnTo>
                <a:cubicBezTo>
                  <a:pt x="2557214" y="1242838"/>
                  <a:pt x="2557214" y="1242305"/>
                  <a:pt x="2557510" y="1241831"/>
                </a:cubicBezTo>
                <a:lnTo>
                  <a:pt x="2568052" y="1223590"/>
                </a:lnTo>
                <a:cubicBezTo>
                  <a:pt x="2568348" y="1223116"/>
                  <a:pt x="2568822" y="1222820"/>
                  <a:pt x="2569355" y="1222820"/>
                </a:cubicBezTo>
                <a:close/>
                <a:moveTo>
                  <a:pt x="405092" y="1222702"/>
                </a:moveTo>
                <a:lnTo>
                  <a:pt x="426295" y="1222702"/>
                </a:lnTo>
                <a:cubicBezTo>
                  <a:pt x="426828" y="1222702"/>
                  <a:pt x="427302" y="1222998"/>
                  <a:pt x="427598" y="1223472"/>
                </a:cubicBezTo>
                <a:lnTo>
                  <a:pt x="438199" y="1241832"/>
                </a:lnTo>
                <a:cubicBezTo>
                  <a:pt x="438495" y="1242246"/>
                  <a:pt x="438495" y="1242838"/>
                  <a:pt x="438199" y="1243312"/>
                </a:cubicBezTo>
                <a:lnTo>
                  <a:pt x="427598" y="1261672"/>
                </a:lnTo>
                <a:cubicBezTo>
                  <a:pt x="427302" y="1262146"/>
                  <a:pt x="426828" y="1262442"/>
                  <a:pt x="426295" y="1262442"/>
                </a:cubicBezTo>
                <a:lnTo>
                  <a:pt x="405092" y="1262442"/>
                </a:lnTo>
                <a:cubicBezTo>
                  <a:pt x="404560" y="1262442"/>
                  <a:pt x="404086" y="1262146"/>
                  <a:pt x="403790" y="1261672"/>
                </a:cubicBezTo>
                <a:lnTo>
                  <a:pt x="393188" y="1243312"/>
                </a:lnTo>
                <a:cubicBezTo>
                  <a:pt x="392892" y="1242898"/>
                  <a:pt x="392892" y="1242305"/>
                  <a:pt x="393188" y="1241832"/>
                </a:cubicBezTo>
                <a:lnTo>
                  <a:pt x="403790" y="1223472"/>
                </a:lnTo>
                <a:cubicBezTo>
                  <a:pt x="404086" y="1222998"/>
                  <a:pt x="404560" y="1222702"/>
                  <a:pt x="405092" y="1222702"/>
                </a:cubicBezTo>
                <a:close/>
                <a:moveTo>
                  <a:pt x="3854184" y="1222583"/>
                </a:moveTo>
                <a:lnTo>
                  <a:pt x="3875505" y="1222583"/>
                </a:lnTo>
                <a:cubicBezTo>
                  <a:pt x="3876039" y="1222583"/>
                  <a:pt x="3876512" y="1222879"/>
                  <a:pt x="3876809" y="1223353"/>
                </a:cubicBezTo>
                <a:lnTo>
                  <a:pt x="3887469" y="1241831"/>
                </a:lnTo>
                <a:cubicBezTo>
                  <a:pt x="3887765" y="1242246"/>
                  <a:pt x="3887765" y="1242838"/>
                  <a:pt x="3887469" y="1243312"/>
                </a:cubicBezTo>
                <a:lnTo>
                  <a:pt x="3876809" y="1261790"/>
                </a:lnTo>
                <a:cubicBezTo>
                  <a:pt x="3876512" y="1262264"/>
                  <a:pt x="3876039" y="1262560"/>
                  <a:pt x="3875505" y="1262560"/>
                </a:cubicBezTo>
                <a:lnTo>
                  <a:pt x="3854184" y="1262560"/>
                </a:lnTo>
                <a:cubicBezTo>
                  <a:pt x="3853652" y="1262560"/>
                  <a:pt x="3853177" y="1262264"/>
                  <a:pt x="3852882" y="1261790"/>
                </a:cubicBezTo>
                <a:lnTo>
                  <a:pt x="3842221" y="1243312"/>
                </a:lnTo>
                <a:cubicBezTo>
                  <a:pt x="3841925" y="1242897"/>
                  <a:pt x="3841925" y="1242305"/>
                  <a:pt x="3842221" y="1241831"/>
                </a:cubicBezTo>
                <a:lnTo>
                  <a:pt x="3852882" y="1223353"/>
                </a:lnTo>
                <a:cubicBezTo>
                  <a:pt x="3853177" y="1222879"/>
                  <a:pt x="3853652" y="1222583"/>
                  <a:pt x="3854184" y="1222583"/>
                </a:cubicBezTo>
                <a:close/>
                <a:moveTo>
                  <a:pt x="1284171" y="1222405"/>
                </a:moveTo>
                <a:lnTo>
                  <a:pt x="1305670" y="1222405"/>
                </a:lnTo>
                <a:cubicBezTo>
                  <a:pt x="1306203" y="1222405"/>
                  <a:pt x="1306676" y="1222701"/>
                  <a:pt x="1306973" y="1223175"/>
                </a:cubicBezTo>
                <a:lnTo>
                  <a:pt x="1317751" y="1241831"/>
                </a:lnTo>
                <a:cubicBezTo>
                  <a:pt x="1318048" y="1242305"/>
                  <a:pt x="1318048" y="1242897"/>
                  <a:pt x="1317751" y="1243371"/>
                </a:cubicBezTo>
                <a:lnTo>
                  <a:pt x="1306973" y="1262027"/>
                </a:lnTo>
                <a:cubicBezTo>
                  <a:pt x="1306736" y="1262500"/>
                  <a:pt x="1306203" y="1262796"/>
                  <a:pt x="1305670" y="1262796"/>
                </a:cubicBezTo>
                <a:lnTo>
                  <a:pt x="1284171" y="1262796"/>
                </a:lnTo>
                <a:cubicBezTo>
                  <a:pt x="1283638" y="1262796"/>
                  <a:pt x="1283164" y="1262500"/>
                  <a:pt x="1282868" y="1262027"/>
                </a:cubicBezTo>
                <a:lnTo>
                  <a:pt x="1272089" y="1243371"/>
                </a:lnTo>
                <a:cubicBezTo>
                  <a:pt x="1271793" y="1242897"/>
                  <a:pt x="1271793" y="1242305"/>
                  <a:pt x="1272089" y="1241831"/>
                </a:cubicBezTo>
                <a:lnTo>
                  <a:pt x="1282868" y="1223175"/>
                </a:lnTo>
                <a:cubicBezTo>
                  <a:pt x="1283105" y="1222701"/>
                  <a:pt x="1283638" y="1222405"/>
                  <a:pt x="1284171" y="1222405"/>
                </a:cubicBezTo>
                <a:close/>
                <a:moveTo>
                  <a:pt x="1216536" y="1222405"/>
                </a:moveTo>
                <a:lnTo>
                  <a:pt x="1238035" y="1222405"/>
                </a:lnTo>
                <a:cubicBezTo>
                  <a:pt x="1238568" y="1222405"/>
                  <a:pt x="1239042" y="1222701"/>
                  <a:pt x="1239338" y="1223175"/>
                </a:cubicBezTo>
                <a:lnTo>
                  <a:pt x="1250117" y="1241831"/>
                </a:lnTo>
                <a:cubicBezTo>
                  <a:pt x="1250413" y="1242305"/>
                  <a:pt x="1250413" y="1242897"/>
                  <a:pt x="1250117" y="1243371"/>
                </a:cubicBezTo>
                <a:lnTo>
                  <a:pt x="1239338" y="1262027"/>
                </a:lnTo>
                <a:cubicBezTo>
                  <a:pt x="1239101" y="1262500"/>
                  <a:pt x="1238568" y="1262796"/>
                  <a:pt x="1238035" y="1262796"/>
                </a:cubicBezTo>
                <a:lnTo>
                  <a:pt x="1216536" y="1262796"/>
                </a:lnTo>
                <a:cubicBezTo>
                  <a:pt x="1216003" y="1262796"/>
                  <a:pt x="1215529" y="1262500"/>
                  <a:pt x="1215233" y="1262027"/>
                </a:cubicBezTo>
                <a:lnTo>
                  <a:pt x="1204454" y="1243371"/>
                </a:lnTo>
                <a:cubicBezTo>
                  <a:pt x="1204158" y="1242897"/>
                  <a:pt x="1204158" y="1242305"/>
                  <a:pt x="1204454" y="1241831"/>
                </a:cubicBezTo>
                <a:lnTo>
                  <a:pt x="1215233" y="1223175"/>
                </a:lnTo>
                <a:cubicBezTo>
                  <a:pt x="1215470" y="1222701"/>
                  <a:pt x="1216003" y="1222405"/>
                  <a:pt x="1216536" y="1222405"/>
                </a:cubicBezTo>
                <a:close/>
                <a:moveTo>
                  <a:pt x="4597578" y="1221576"/>
                </a:moveTo>
                <a:lnTo>
                  <a:pt x="4619965" y="1221576"/>
                </a:lnTo>
                <a:cubicBezTo>
                  <a:pt x="4620498" y="1221576"/>
                  <a:pt x="4621031" y="1221872"/>
                  <a:pt x="4621327" y="1222346"/>
                </a:cubicBezTo>
                <a:lnTo>
                  <a:pt x="4632521" y="1241772"/>
                </a:lnTo>
                <a:cubicBezTo>
                  <a:pt x="4632817" y="1242246"/>
                  <a:pt x="4632817" y="1242897"/>
                  <a:pt x="4632521" y="1243371"/>
                </a:cubicBezTo>
                <a:lnTo>
                  <a:pt x="4621327" y="1262797"/>
                </a:lnTo>
                <a:cubicBezTo>
                  <a:pt x="4621031" y="1263271"/>
                  <a:pt x="4620498" y="1263567"/>
                  <a:pt x="4619965" y="1263567"/>
                </a:cubicBezTo>
                <a:lnTo>
                  <a:pt x="4597578" y="1263567"/>
                </a:lnTo>
                <a:cubicBezTo>
                  <a:pt x="4597045" y="1263567"/>
                  <a:pt x="4596512" y="1263271"/>
                  <a:pt x="4596216" y="1262797"/>
                </a:cubicBezTo>
                <a:lnTo>
                  <a:pt x="4585022" y="1243371"/>
                </a:lnTo>
                <a:cubicBezTo>
                  <a:pt x="4584726" y="1242897"/>
                  <a:pt x="4584726" y="1242246"/>
                  <a:pt x="4585022" y="1241772"/>
                </a:cubicBezTo>
                <a:lnTo>
                  <a:pt x="4596216" y="1222346"/>
                </a:lnTo>
                <a:cubicBezTo>
                  <a:pt x="4596512" y="1221872"/>
                  <a:pt x="4597045" y="1221576"/>
                  <a:pt x="4597578" y="1221576"/>
                </a:cubicBezTo>
                <a:close/>
                <a:moveTo>
                  <a:pt x="2230232" y="1221043"/>
                </a:moveTo>
                <a:lnTo>
                  <a:pt x="2253211" y="1221043"/>
                </a:lnTo>
                <a:cubicBezTo>
                  <a:pt x="2253804" y="1221043"/>
                  <a:pt x="2254337" y="1221398"/>
                  <a:pt x="2254633" y="1221872"/>
                </a:cubicBezTo>
                <a:lnTo>
                  <a:pt x="2266122" y="1241772"/>
                </a:lnTo>
                <a:cubicBezTo>
                  <a:pt x="2266419" y="1242246"/>
                  <a:pt x="2266419" y="1242897"/>
                  <a:pt x="2266122" y="1243371"/>
                </a:cubicBezTo>
                <a:lnTo>
                  <a:pt x="2254633" y="1263271"/>
                </a:lnTo>
                <a:cubicBezTo>
                  <a:pt x="2254337" y="1263804"/>
                  <a:pt x="2253804" y="1264100"/>
                  <a:pt x="2253211" y="1264100"/>
                </a:cubicBezTo>
                <a:lnTo>
                  <a:pt x="2230232" y="1264100"/>
                </a:lnTo>
                <a:cubicBezTo>
                  <a:pt x="2229640" y="1264100"/>
                  <a:pt x="2229107" y="1263744"/>
                  <a:pt x="2228811" y="1263271"/>
                </a:cubicBezTo>
                <a:lnTo>
                  <a:pt x="2217321" y="1243371"/>
                </a:lnTo>
                <a:cubicBezTo>
                  <a:pt x="2217025" y="1242897"/>
                  <a:pt x="2217025" y="1242246"/>
                  <a:pt x="2217321" y="1241772"/>
                </a:cubicBezTo>
                <a:lnTo>
                  <a:pt x="2228811" y="1221872"/>
                </a:lnTo>
                <a:cubicBezTo>
                  <a:pt x="2229107" y="1221339"/>
                  <a:pt x="2229640" y="1221043"/>
                  <a:pt x="2230232" y="1221043"/>
                </a:cubicBezTo>
                <a:close/>
                <a:moveTo>
                  <a:pt x="4664502" y="1220214"/>
                </a:moveTo>
                <a:lnTo>
                  <a:pt x="4688369" y="1220214"/>
                </a:lnTo>
                <a:cubicBezTo>
                  <a:pt x="4688962" y="1220214"/>
                  <a:pt x="4689554" y="1220510"/>
                  <a:pt x="4689850" y="1221043"/>
                </a:cubicBezTo>
                <a:lnTo>
                  <a:pt x="4701754" y="1241713"/>
                </a:lnTo>
                <a:cubicBezTo>
                  <a:pt x="4702051" y="1242187"/>
                  <a:pt x="4702051" y="1242838"/>
                  <a:pt x="4701754" y="1243371"/>
                </a:cubicBezTo>
                <a:lnTo>
                  <a:pt x="4689850" y="1264041"/>
                </a:lnTo>
                <a:cubicBezTo>
                  <a:pt x="4689495" y="1264514"/>
                  <a:pt x="4688962" y="1264870"/>
                  <a:pt x="4688369" y="1264870"/>
                </a:cubicBezTo>
                <a:lnTo>
                  <a:pt x="4664502" y="1264870"/>
                </a:lnTo>
                <a:cubicBezTo>
                  <a:pt x="4663909" y="1264870"/>
                  <a:pt x="4663317" y="1264574"/>
                  <a:pt x="4663022" y="1264041"/>
                </a:cubicBezTo>
                <a:lnTo>
                  <a:pt x="4651117" y="1243371"/>
                </a:lnTo>
                <a:cubicBezTo>
                  <a:pt x="4650821" y="1242897"/>
                  <a:pt x="4650821" y="1242246"/>
                  <a:pt x="4651117" y="1241713"/>
                </a:cubicBezTo>
                <a:lnTo>
                  <a:pt x="4663022" y="1221043"/>
                </a:lnTo>
                <a:cubicBezTo>
                  <a:pt x="4663377" y="1220570"/>
                  <a:pt x="4663909" y="1220214"/>
                  <a:pt x="4664502" y="1220214"/>
                </a:cubicBezTo>
                <a:close/>
                <a:moveTo>
                  <a:pt x="4528758" y="1219267"/>
                </a:moveTo>
                <a:lnTo>
                  <a:pt x="4553573" y="1219267"/>
                </a:lnTo>
                <a:cubicBezTo>
                  <a:pt x="4554225" y="1219267"/>
                  <a:pt x="4554818" y="1219622"/>
                  <a:pt x="4555113" y="1220155"/>
                </a:cubicBezTo>
                <a:lnTo>
                  <a:pt x="4567550" y="1241654"/>
                </a:lnTo>
                <a:cubicBezTo>
                  <a:pt x="4567847" y="1242187"/>
                  <a:pt x="4567847" y="1242898"/>
                  <a:pt x="4567550" y="1243431"/>
                </a:cubicBezTo>
                <a:lnTo>
                  <a:pt x="4555113" y="1264929"/>
                </a:lnTo>
                <a:cubicBezTo>
                  <a:pt x="4554758" y="1265463"/>
                  <a:pt x="4554166" y="1265818"/>
                  <a:pt x="4553573" y="1265818"/>
                </a:cubicBezTo>
                <a:lnTo>
                  <a:pt x="4528758" y="1265818"/>
                </a:lnTo>
                <a:cubicBezTo>
                  <a:pt x="4528107" y="1265818"/>
                  <a:pt x="4527515" y="1265463"/>
                  <a:pt x="4527218" y="1264929"/>
                </a:cubicBezTo>
                <a:lnTo>
                  <a:pt x="4514781" y="1243431"/>
                </a:lnTo>
                <a:cubicBezTo>
                  <a:pt x="4514485" y="1242898"/>
                  <a:pt x="4514485" y="1242187"/>
                  <a:pt x="4514781" y="1241654"/>
                </a:cubicBezTo>
                <a:lnTo>
                  <a:pt x="4527218" y="1220155"/>
                </a:lnTo>
                <a:cubicBezTo>
                  <a:pt x="4527573" y="1219622"/>
                  <a:pt x="4528166" y="1219267"/>
                  <a:pt x="4528758" y="1219267"/>
                </a:cubicBezTo>
                <a:close/>
                <a:moveTo>
                  <a:pt x="4799180" y="1219089"/>
                </a:moveTo>
                <a:lnTo>
                  <a:pt x="4824232" y="1219089"/>
                </a:lnTo>
                <a:cubicBezTo>
                  <a:pt x="4824883" y="1219089"/>
                  <a:pt x="4825476" y="1219444"/>
                  <a:pt x="4825772" y="1219977"/>
                </a:cubicBezTo>
                <a:lnTo>
                  <a:pt x="4838268" y="1241713"/>
                </a:lnTo>
                <a:cubicBezTo>
                  <a:pt x="4838564" y="1242246"/>
                  <a:pt x="4838564" y="1242957"/>
                  <a:pt x="4838268" y="1243490"/>
                </a:cubicBezTo>
                <a:lnTo>
                  <a:pt x="4825713" y="1265225"/>
                </a:lnTo>
                <a:cubicBezTo>
                  <a:pt x="4825357" y="1265758"/>
                  <a:pt x="4824824" y="1266114"/>
                  <a:pt x="4824173" y="1266114"/>
                </a:cubicBezTo>
                <a:lnTo>
                  <a:pt x="4799121" y="1266114"/>
                </a:lnTo>
                <a:cubicBezTo>
                  <a:pt x="4798469" y="1266114"/>
                  <a:pt x="4797876" y="1265758"/>
                  <a:pt x="4797581" y="1265225"/>
                </a:cubicBezTo>
                <a:lnTo>
                  <a:pt x="4785084" y="1243490"/>
                </a:lnTo>
                <a:cubicBezTo>
                  <a:pt x="4784788" y="1242957"/>
                  <a:pt x="4784788" y="1242246"/>
                  <a:pt x="4785084" y="1241713"/>
                </a:cubicBezTo>
                <a:lnTo>
                  <a:pt x="4797640" y="1219977"/>
                </a:lnTo>
                <a:cubicBezTo>
                  <a:pt x="4797995" y="1219444"/>
                  <a:pt x="4798528" y="1219089"/>
                  <a:pt x="4799180" y="1219089"/>
                </a:cubicBezTo>
                <a:close/>
                <a:moveTo>
                  <a:pt x="4731248" y="1218674"/>
                </a:moveTo>
                <a:lnTo>
                  <a:pt x="4756775" y="1218674"/>
                </a:lnTo>
                <a:cubicBezTo>
                  <a:pt x="4757367" y="1218674"/>
                  <a:pt x="4757959" y="1219029"/>
                  <a:pt x="4758315" y="1219562"/>
                </a:cubicBezTo>
                <a:lnTo>
                  <a:pt x="4771048" y="1241653"/>
                </a:lnTo>
                <a:cubicBezTo>
                  <a:pt x="4771403" y="1242186"/>
                  <a:pt x="4771403" y="1242897"/>
                  <a:pt x="4771048" y="1243430"/>
                </a:cubicBezTo>
                <a:lnTo>
                  <a:pt x="4758315" y="1265521"/>
                </a:lnTo>
                <a:cubicBezTo>
                  <a:pt x="4758018" y="1266054"/>
                  <a:pt x="4757426" y="1266409"/>
                  <a:pt x="4756775" y="1266409"/>
                </a:cubicBezTo>
                <a:lnTo>
                  <a:pt x="4731248" y="1266409"/>
                </a:lnTo>
                <a:cubicBezTo>
                  <a:pt x="4730656" y="1266409"/>
                  <a:pt x="4730064" y="1266054"/>
                  <a:pt x="4729709" y="1265521"/>
                </a:cubicBezTo>
                <a:lnTo>
                  <a:pt x="4716976" y="1243430"/>
                </a:lnTo>
                <a:cubicBezTo>
                  <a:pt x="4716620" y="1242897"/>
                  <a:pt x="4716620" y="1242186"/>
                  <a:pt x="4716976" y="1241653"/>
                </a:cubicBezTo>
                <a:lnTo>
                  <a:pt x="4729709" y="1219562"/>
                </a:lnTo>
                <a:cubicBezTo>
                  <a:pt x="4730005" y="1219029"/>
                  <a:pt x="4730597" y="1218674"/>
                  <a:pt x="4731248" y="1218674"/>
                </a:cubicBezTo>
                <a:close/>
                <a:moveTo>
                  <a:pt x="2634443" y="1218141"/>
                </a:moveTo>
                <a:lnTo>
                  <a:pt x="2660502" y="1218141"/>
                </a:lnTo>
                <a:cubicBezTo>
                  <a:pt x="2661154" y="1218141"/>
                  <a:pt x="2661746" y="1218496"/>
                  <a:pt x="2662101" y="1219089"/>
                </a:cubicBezTo>
                <a:lnTo>
                  <a:pt x="2675131" y="1241653"/>
                </a:lnTo>
                <a:cubicBezTo>
                  <a:pt x="2675486" y="1242186"/>
                  <a:pt x="2675486" y="1242897"/>
                  <a:pt x="2675131" y="1243489"/>
                </a:cubicBezTo>
                <a:lnTo>
                  <a:pt x="2662101" y="1266054"/>
                </a:lnTo>
                <a:cubicBezTo>
                  <a:pt x="2661746" y="1266646"/>
                  <a:pt x="2661154" y="1267002"/>
                  <a:pt x="2660502" y="1267002"/>
                </a:cubicBezTo>
                <a:lnTo>
                  <a:pt x="2634443" y="1267002"/>
                </a:lnTo>
                <a:cubicBezTo>
                  <a:pt x="2633792" y="1267002"/>
                  <a:pt x="2633199" y="1266646"/>
                  <a:pt x="2632844" y="1266054"/>
                </a:cubicBezTo>
                <a:lnTo>
                  <a:pt x="2619815" y="1243489"/>
                </a:lnTo>
                <a:cubicBezTo>
                  <a:pt x="2619459" y="1242956"/>
                  <a:pt x="2619459" y="1242245"/>
                  <a:pt x="2619815" y="1241653"/>
                </a:cubicBezTo>
                <a:lnTo>
                  <a:pt x="2632844" y="1219089"/>
                </a:lnTo>
                <a:cubicBezTo>
                  <a:pt x="2633199" y="1218496"/>
                  <a:pt x="2633792" y="1218141"/>
                  <a:pt x="2634443" y="1218141"/>
                </a:cubicBezTo>
                <a:close/>
                <a:moveTo>
                  <a:pt x="4865690" y="1217016"/>
                </a:moveTo>
                <a:lnTo>
                  <a:pt x="4892933" y="1217016"/>
                </a:lnTo>
                <a:cubicBezTo>
                  <a:pt x="4893585" y="1217016"/>
                  <a:pt x="4894236" y="1217371"/>
                  <a:pt x="4894592" y="1217964"/>
                </a:cubicBezTo>
                <a:lnTo>
                  <a:pt x="4908213" y="1241594"/>
                </a:lnTo>
                <a:cubicBezTo>
                  <a:pt x="4908569" y="1242187"/>
                  <a:pt x="4908569" y="1242957"/>
                  <a:pt x="4908213" y="1243549"/>
                </a:cubicBezTo>
                <a:lnTo>
                  <a:pt x="4894592" y="1267180"/>
                </a:lnTo>
                <a:cubicBezTo>
                  <a:pt x="4894236" y="1267772"/>
                  <a:pt x="4893585" y="1268127"/>
                  <a:pt x="4892933" y="1268127"/>
                </a:cubicBezTo>
                <a:lnTo>
                  <a:pt x="4865690" y="1268127"/>
                </a:lnTo>
                <a:cubicBezTo>
                  <a:pt x="4865038" y="1268127"/>
                  <a:pt x="4864387" y="1267772"/>
                  <a:pt x="4864031" y="1267180"/>
                </a:cubicBezTo>
                <a:lnTo>
                  <a:pt x="4850409" y="1243549"/>
                </a:lnTo>
                <a:cubicBezTo>
                  <a:pt x="4850054" y="1242957"/>
                  <a:pt x="4850054" y="1242187"/>
                  <a:pt x="4850409" y="1241594"/>
                </a:cubicBezTo>
                <a:lnTo>
                  <a:pt x="4864031" y="1217964"/>
                </a:lnTo>
                <a:cubicBezTo>
                  <a:pt x="4864387" y="1217371"/>
                  <a:pt x="4865038" y="1217016"/>
                  <a:pt x="4865690" y="1217016"/>
                </a:cubicBezTo>
                <a:close/>
                <a:moveTo>
                  <a:pt x="1495130" y="1179053"/>
                </a:moveTo>
                <a:lnTo>
                  <a:pt x="1500342" y="1179053"/>
                </a:lnTo>
                <a:cubicBezTo>
                  <a:pt x="1500461" y="1179053"/>
                  <a:pt x="1500638" y="1179231"/>
                  <a:pt x="1500638" y="1179231"/>
                </a:cubicBezTo>
                <a:lnTo>
                  <a:pt x="1503244" y="1183732"/>
                </a:lnTo>
                <a:cubicBezTo>
                  <a:pt x="1503303" y="1183850"/>
                  <a:pt x="1503244" y="1184087"/>
                  <a:pt x="1503244" y="1184087"/>
                </a:cubicBezTo>
                <a:lnTo>
                  <a:pt x="1500638" y="1188588"/>
                </a:lnTo>
                <a:cubicBezTo>
                  <a:pt x="1500579" y="1188707"/>
                  <a:pt x="1500342" y="1188766"/>
                  <a:pt x="1500342" y="1188766"/>
                </a:cubicBezTo>
                <a:lnTo>
                  <a:pt x="1495130" y="1188766"/>
                </a:lnTo>
                <a:cubicBezTo>
                  <a:pt x="1495012" y="1188766"/>
                  <a:pt x="1494834" y="1188588"/>
                  <a:pt x="1494834" y="1188588"/>
                </a:cubicBezTo>
                <a:lnTo>
                  <a:pt x="1492228" y="1184087"/>
                </a:lnTo>
                <a:cubicBezTo>
                  <a:pt x="1492169" y="1183969"/>
                  <a:pt x="1492228" y="1183732"/>
                  <a:pt x="1492228" y="1183732"/>
                </a:cubicBezTo>
                <a:lnTo>
                  <a:pt x="1494834" y="1179231"/>
                </a:lnTo>
                <a:cubicBezTo>
                  <a:pt x="1494894" y="1179112"/>
                  <a:pt x="1495130" y="1179053"/>
                  <a:pt x="1495130" y="1179053"/>
                </a:cubicBezTo>
                <a:close/>
                <a:moveTo>
                  <a:pt x="4265502" y="1174315"/>
                </a:moveTo>
                <a:lnTo>
                  <a:pt x="4275748" y="1174315"/>
                </a:lnTo>
                <a:cubicBezTo>
                  <a:pt x="4276044" y="1174315"/>
                  <a:pt x="4276400" y="1174671"/>
                  <a:pt x="4276400" y="1174671"/>
                </a:cubicBezTo>
                <a:lnTo>
                  <a:pt x="4281552" y="1183554"/>
                </a:lnTo>
                <a:cubicBezTo>
                  <a:pt x="4281671" y="1183791"/>
                  <a:pt x="4281552" y="1184265"/>
                  <a:pt x="4281552" y="1184265"/>
                </a:cubicBezTo>
                <a:lnTo>
                  <a:pt x="4276400" y="1193149"/>
                </a:lnTo>
                <a:cubicBezTo>
                  <a:pt x="4276222" y="1193385"/>
                  <a:pt x="4275748" y="1193504"/>
                  <a:pt x="4275748" y="1193504"/>
                </a:cubicBezTo>
                <a:lnTo>
                  <a:pt x="4265502" y="1193504"/>
                </a:lnTo>
                <a:cubicBezTo>
                  <a:pt x="4265206" y="1193504"/>
                  <a:pt x="4264850" y="1193149"/>
                  <a:pt x="4264850" y="1193149"/>
                </a:cubicBezTo>
                <a:lnTo>
                  <a:pt x="4259698" y="1184265"/>
                </a:lnTo>
                <a:cubicBezTo>
                  <a:pt x="4259579" y="1184028"/>
                  <a:pt x="4259698" y="1183554"/>
                  <a:pt x="4259698" y="1183554"/>
                </a:cubicBezTo>
                <a:lnTo>
                  <a:pt x="4264850" y="1174671"/>
                </a:lnTo>
                <a:cubicBezTo>
                  <a:pt x="4265028" y="1174434"/>
                  <a:pt x="4265502" y="1174315"/>
                  <a:pt x="4265502" y="1174315"/>
                </a:cubicBezTo>
                <a:close/>
                <a:moveTo>
                  <a:pt x="3723652" y="1172775"/>
                </a:moveTo>
                <a:lnTo>
                  <a:pt x="3735556" y="1172775"/>
                </a:lnTo>
                <a:cubicBezTo>
                  <a:pt x="3735853" y="1172775"/>
                  <a:pt x="3736267" y="1173190"/>
                  <a:pt x="3736267" y="1173190"/>
                </a:cubicBezTo>
                <a:lnTo>
                  <a:pt x="3742249" y="1183495"/>
                </a:lnTo>
                <a:cubicBezTo>
                  <a:pt x="3742427" y="1183732"/>
                  <a:pt x="3742249" y="1184324"/>
                  <a:pt x="3742249" y="1184324"/>
                </a:cubicBezTo>
                <a:lnTo>
                  <a:pt x="3736267" y="1194629"/>
                </a:lnTo>
                <a:cubicBezTo>
                  <a:pt x="3736149" y="1194866"/>
                  <a:pt x="3735853" y="1195044"/>
                  <a:pt x="3735556" y="1195044"/>
                </a:cubicBezTo>
                <a:lnTo>
                  <a:pt x="3723652" y="1195044"/>
                </a:lnTo>
                <a:cubicBezTo>
                  <a:pt x="3723356" y="1195044"/>
                  <a:pt x="3722942" y="1194629"/>
                  <a:pt x="3722942" y="1194629"/>
                </a:cubicBezTo>
                <a:lnTo>
                  <a:pt x="3716960" y="1184324"/>
                </a:lnTo>
                <a:cubicBezTo>
                  <a:pt x="3716783" y="1184087"/>
                  <a:pt x="3716960" y="1183495"/>
                  <a:pt x="3716960" y="1183495"/>
                </a:cubicBezTo>
                <a:lnTo>
                  <a:pt x="3722942" y="1173190"/>
                </a:lnTo>
                <a:cubicBezTo>
                  <a:pt x="3723060" y="1172953"/>
                  <a:pt x="3723356" y="1172775"/>
                  <a:pt x="3723652" y="1172775"/>
                </a:cubicBezTo>
                <a:close/>
                <a:moveTo>
                  <a:pt x="4331893" y="1171946"/>
                </a:moveTo>
                <a:lnTo>
                  <a:pt x="4344686" y="1171946"/>
                </a:lnTo>
                <a:cubicBezTo>
                  <a:pt x="4344982" y="1171946"/>
                  <a:pt x="4345456" y="1172420"/>
                  <a:pt x="4345456" y="1172420"/>
                </a:cubicBezTo>
                <a:lnTo>
                  <a:pt x="4351852" y="1183495"/>
                </a:lnTo>
                <a:cubicBezTo>
                  <a:pt x="4352030" y="1183732"/>
                  <a:pt x="4351852" y="1184383"/>
                  <a:pt x="4351852" y="1184383"/>
                </a:cubicBezTo>
                <a:lnTo>
                  <a:pt x="4345456" y="1195458"/>
                </a:lnTo>
                <a:cubicBezTo>
                  <a:pt x="4345278" y="1195755"/>
                  <a:pt x="4344982" y="1195932"/>
                  <a:pt x="4344686" y="1195932"/>
                </a:cubicBezTo>
                <a:lnTo>
                  <a:pt x="4331893" y="1195932"/>
                </a:lnTo>
                <a:cubicBezTo>
                  <a:pt x="4331597" y="1195932"/>
                  <a:pt x="4331123" y="1195458"/>
                  <a:pt x="4331123" y="1195458"/>
                </a:cubicBezTo>
                <a:lnTo>
                  <a:pt x="4324727" y="1184383"/>
                </a:lnTo>
                <a:cubicBezTo>
                  <a:pt x="4324550" y="1184146"/>
                  <a:pt x="4324727" y="1183495"/>
                  <a:pt x="4324727" y="1183495"/>
                </a:cubicBezTo>
                <a:lnTo>
                  <a:pt x="4331123" y="1172420"/>
                </a:lnTo>
                <a:cubicBezTo>
                  <a:pt x="4331301" y="1172124"/>
                  <a:pt x="4331597" y="1171946"/>
                  <a:pt x="4331893" y="1171946"/>
                </a:cubicBezTo>
                <a:close/>
                <a:moveTo>
                  <a:pt x="4196446" y="1171650"/>
                </a:moveTo>
                <a:lnTo>
                  <a:pt x="4209594" y="1171650"/>
                </a:lnTo>
                <a:cubicBezTo>
                  <a:pt x="4209950" y="1171650"/>
                  <a:pt x="4210423" y="1172124"/>
                  <a:pt x="4210423" y="1172124"/>
                </a:cubicBezTo>
                <a:lnTo>
                  <a:pt x="4216997" y="1183495"/>
                </a:lnTo>
                <a:cubicBezTo>
                  <a:pt x="4217175" y="1183791"/>
                  <a:pt x="4216997" y="1184443"/>
                  <a:pt x="4216997" y="1184443"/>
                </a:cubicBezTo>
                <a:lnTo>
                  <a:pt x="4210423" y="1195814"/>
                </a:lnTo>
                <a:cubicBezTo>
                  <a:pt x="4210245" y="1196110"/>
                  <a:pt x="4209950" y="1196288"/>
                  <a:pt x="4209594" y="1196288"/>
                </a:cubicBezTo>
                <a:lnTo>
                  <a:pt x="4196446" y="1196288"/>
                </a:lnTo>
                <a:cubicBezTo>
                  <a:pt x="4196090" y="1196288"/>
                  <a:pt x="4195617" y="1195814"/>
                  <a:pt x="4195617" y="1195814"/>
                </a:cubicBezTo>
                <a:lnTo>
                  <a:pt x="4189043" y="1184443"/>
                </a:lnTo>
                <a:cubicBezTo>
                  <a:pt x="4188865" y="1184146"/>
                  <a:pt x="4189043" y="1183495"/>
                  <a:pt x="4189043" y="1183495"/>
                </a:cubicBezTo>
                <a:lnTo>
                  <a:pt x="4195617" y="1172124"/>
                </a:lnTo>
                <a:cubicBezTo>
                  <a:pt x="4195795" y="1171828"/>
                  <a:pt x="4196090" y="1171650"/>
                  <a:pt x="4196446" y="1171650"/>
                </a:cubicBezTo>
                <a:close/>
                <a:moveTo>
                  <a:pt x="3655128" y="1171117"/>
                </a:moveTo>
                <a:lnTo>
                  <a:pt x="3668809" y="1171117"/>
                </a:lnTo>
                <a:cubicBezTo>
                  <a:pt x="3669165" y="1171117"/>
                  <a:pt x="3669461" y="1171295"/>
                  <a:pt x="3669638" y="1171591"/>
                </a:cubicBezTo>
                <a:lnTo>
                  <a:pt x="3676449" y="1183436"/>
                </a:lnTo>
                <a:cubicBezTo>
                  <a:pt x="3676627" y="1183732"/>
                  <a:pt x="3676627" y="1184087"/>
                  <a:pt x="3676449" y="1184383"/>
                </a:cubicBezTo>
                <a:lnTo>
                  <a:pt x="3669579" y="1196228"/>
                </a:lnTo>
                <a:cubicBezTo>
                  <a:pt x="3669402" y="1196524"/>
                  <a:pt x="3669105" y="1196702"/>
                  <a:pt x="3668750" y="1196702"/>
                </a:cubicBezTo>
                <a:lnTo>
                  <a:pt x="3655069" y="1196702"/>
                </a:lnTo>
                <a:cubicBezTo>
                  <a:pt x="3654714" y="1196702"/>
                  <a:pt x="3654418" y="1196524"/>
                  <a:pt x="3654240" y="1196228"/>
                </a:cubicBezTo>
                <a:lnTo>
                  <a:pt x="3647429" y="1184383"/>
                </a:lnTo>
                <a:cubicBezTo>
                  <a:pt x="3647252" y="1184087"/>
                  <a:pt x="3647252" y="1183732"/>
                  <a:pt x="3647429" y="1183436"/>
                </a:cubicBezTo>
                <a:lnTo>
                  <a:pt x="3654299" y="1171591"/>
                </a:lnTo>
                <a:cubicBezTo>
                  <a:pt x="3654477" y="1171295"/>
                  <a:pt x="3654773" y="1171117"/>
                  <a:pt x="3655128" y="1171117"/>
                </a:cubicBezTo>
                <a:close/>
                <a:moveTo>
                  <a:pt x="3586842" y="1169991"/>
                </a:moveTo>
                <a:lnTo>
                  <a:pt x="3601767" y="1169991"/>
                </a:lnTo>
                <a:cubicBezTo>
                  <a:pt x="3602122" y="1169991"/>
                  <a:pt x="3602477" y="1170228"/>
                  <a:pt x="3602655" y="1170524"/>
                </a:cubicBezTo>
                <a:lnTo>
                  <a:pt x="3610118" y="1183435"/>
                </a:lnTo>
                <a:cubicBezTo>
                  <a:pt x="3610295" y="1183790"/>
                  <a:pt x="3610295" y="1184205"/>
                  <a:pt x="3610118" y="1184501"/>
                </a:cubicBezTo>
                <a:lnTo>
                  <a:pt x="3602655" y="1197412"/>
                </a:lnTo>
                <a:cubicBezTo>
                  <a:pt x="3602477" y="1197768"/>
                  <a:pt x="3602122" y="1197945"/>
                  <a:pt x="3601767" y="1197945"/>
                </a:cubicBezTo>
                <a:lnTo>
                  <a:pt x="3586842" y="1197945"/>
                </a:lnTo>
                <a:cubicBezTo>
                  <a:pt x="3586487" y="1197945"/>
                  <a:pt x="3586131" y="1197708"/>
                  <a:pt x="3585953" y="1197412"/>
                </a:cubicBezTo>
                <a:lnTo>
                  <a:pt x="3578491" y="1184501"/>
                </a:lnTo>
                <a:cubicBezTo>
                  <a:pt x="3578314" y="1184146"/>
                  <a:pt x="3578314" y="1183731"/>
                  <a:pt x="3578491" y="1183435"/>
                </a:cubicBezTo>
                <a:lnTo>
                  <a:pt x="3585953" y="1170524"/>
                </a:lnTo>
                <a:cubicBezTo>
                  <a:pt x="3586131" y="1170169"/>
                  <a:pt x="3586487" y="1169991"/>
                  <a:pt x="3586842" y="1169991"/>
                </a:cubicBezTo>
                <a:close/>
                <a:moveTo>
                  <a:pt x="3789510" y="1169458"/>
                </a:moveTo>
                <a:lnTo>
                  <a:pt x="3804969" y="1169458"/>
                </a:lnTo>
                <a:cubicBezTo>
                  <a:pt x="3805383" y="1169458"/>
                  <a:pt x="3805739" y="1169636"/>
                  <a:pt x="3805916" y="1169991"/>
                </a:cubicBezTo>
                <a:lnTo>
                  <a:pt x="3813615" y="1183376"/>
                </a:lnTo>
                <a:cubicBezTo>
                  <a:pt x="3813793" y="1183672"/>
                  <a:pt x="3813793" y="1184087"/>
                  <a:pt x="3813615" y="1184442"/>
                </a:cubicBezTo>
                <a:lnTo>
                  <a:pt x="3805856" y="1197827"/>
                </a:lnTo>
                <a:cubicBezTo>
                  <a:pt x="3805679" y="1198123"/>
                  <a:pt x="3805264" y="1198360"/>
                  <a:pt x="3804909" y="1198360"/>
                </a:cubicBezTo>
                <a:lnTo>
                  <a:pt x="3789452" y="1198360"/>
                </a:lnTo>
                <a:cubicBezTo>
                  <a:pt x="3789037" y="1198360"/>
                  <a:pt x="3788682" y="1198182"/>
                  <a:pt x="3788504" y="1197827"/>
                </a:cubicBezTo>
                <a:lnTo>
                  <a:pt x="3780804" y="1184442"/>
                </a:lnTo>
                <a:cubicBezTo>
                  <a:pt x="3780627" y="1184146"/>
                  <a:pt x="3780627" y="1183731"/>
                  <a:pt x="3780804" y="1183376"/>
                </a:cubicBezTo>
                <a:lnTo>
                  <a:pt x="3788563" y="1169991"/>
                </a:lnTo>
                <a:cubicBezTo>
                  <a:pt x="3788740" y="1169695"/>
                  <a:pt x="3789155" y="1169458"/>
                  <a:pt x="3789510" y="1169458"/>
                </a:cubicBezTo>
                <a:close/>
                <a:moveTo>
                  <a:pt x="610248" y="1168451"/>
                </a:moveTo>
                <a:lnTo>
                  <a:pt x="626831" y="1168451"/>
                </a:lnTo>
                <a:cubicBezTo>
                  <a:pt x="627246" y="1168451"/>
                  <a:pt x="627601" y="1168688"/>
                  <a:pt x="627838" y="1169043"/>
                </a:cubicBezTo>
                <a:lnTo>
                  <a:pt x="636129" y="1183376"/>
                </a:lnTo>
                <a:cubicBezTo>
                  <a:pt x="636366" y="1183731"/>
                  <a:pt x="636366" y="1184205"/>
                  <a:pt x="636129" y="1184560"/>
                </a:cubicBezTo>
                <a:lnTo>
                  <a:pt x="627838" y="1198893"/>
                </a:lnTo>
                <a:cubicBezTo>
                  <a:pt x="627601" y="1199248"/>
                  <a:pt x="627246" y="1199485"/>
                  <a:pt x="626831" y="1199485"/>
                </a:cubicBezTo>
                <a:lnTo>
                  <a:pt x="610248" y="1199485"/>
                </a:lnTo>
                <a:cubicBezTo>
                  <a:pt x="609833" y="1199485"/>
                  <a:pt x="609478" y="1199248"/>
                  <a:pt x="609241" y="1198893"/>
                </a:cubicBezTo>
                <a:lnTo>
                  <a:pt x="600950" y="1184560"/>
                </a:lnTo>
                <a:cubicBezTo>
                  <a:pt x="600713" y="1184205"/>
                  <a:pt x="600713" y="1183731"/>
                  <a:pt x="600950" y="1183376"/>
                </a:cubicBezTo>
                <a:lnTo>
                  <a:pt x="609241" y="1169043"/>
                </a:lnTo>
                <a:cubicBezTo>
                  <a:pt x="609478" y="1168688"/>
                  <a:pt x="609833" y="1168451"/>
                  <a:pt x="610248" y="1168451"/>
                </a:cubicBezTo>
                <a:close/>
                <a:moveTo>
                  <a:pt x="948186" y="1167918"/>
                </a:moveTo>
                <a:lnTo>
                  <a:pt x="965302" y="1167918"/>
                </a:lnTo>
                <a:cubicBezTo>
                  <a:pt x="965776" y="1167918"/>
                  <a:pt x="966131" y="1168155"/>
                  <a:pt x="966368" y="1168510"/>
                </a:cubicBezTo>
                <a:lnTo>
                  <a:pt x="974897" y="1183317"/>
                </a:lnTo>
                <a:cubicBezTo>
                  <a:pt x="975134" y="1183672"/>
                  <a:pt x="975134" y="1184146"/>
                  <a:pt x="974897" y="1184501"/>
                </a:cubicBezTo>
                <a:lnTo>
                  <a:pt x="966309" y="1199307"/>
                </a:lnTo>
                <a:cubicBezTo>
                  <a:pt x="966072" y="1199663"/>
                  <a:pt x="965658" y="1199900"/>
                  <a:pt x="965243" y="1199900"/>
                </a:cubicBezTo>
                <a:lnTo>
                  <a:pt x="948127" y="1199900"/>
                </a:lnTo>
                <a:cubicBezTo>
                  <a:pt x="947653" y="1199900"/>
                  <a:pt x="947298" y="1199663"/>
                  <a:pt x="947061" y="1199307"/>
                </a:cubicBezTo>
                <a:lnTo>
                  <a:pt x="938533" y="1184501"/>
                </a:lnTo>
                <a:cubicBezTo>
                  <a:pt x="938296" y="1184146"/>
                  <a:pt x="938296" y="1183672"/>
                  <a:pt x="938533" y="1183317"/>
                </a:cubicBezTo>
                <a:lnTo>
                  <a:pt x="947120" y="1168510"/>
                </a:lnTo>
                <a:cubicBezTo>
                  <a:pt x="947357" y="1168155"/>
                  <a:pt x="947772" y="1167918"/>
                  <a:pt x="948186" y="1167918"/>
                </a:cubicBezTo>
                <a:close/>
                <a:moveTo>
                  <a:pt x="4397160" y="1167504"/>
                </a:moveTo>
                <a:lnTo>
                  <a:pt x="4414691" y="1167504"/>
                </a:lnTo>
                <a:cubicBezTo>
                  <a:pt x="4415105" y="1167504"/>
                  <a:pt x="4415520" y="1167741"/>
                  <a:pt x="4415757" y="1168096"/>
                </a:cubicBezTo>
                <a:lnTo>
                  <a:pt x="4424522" y="1183317"/>
                </a:lnTo>
                <a:cubicBezTo>
                  <a:pt x="4424759" y="1183673"/>
                  <a:pt x="4424759" y="1184206"/>
                  <a:pt x="4424522" y="1184561"/>
                </a:cubicBezTo>
                <a:lnTo>
                  <a:pt x="4415757" y="1199782"/>
                </a:lnTo>
                <a:cubicBezTo>
                  <a:pt x="4415520" y="1200137"/>
                  <a:pt x="4415105" y="1200374"/>
                  <a:pt x="4414691" y="1200374"/>
                </a:cubicBezTo>
                <a:lnTo>
                  <a:pt x="4397160" y="1200374"/>
                </a:lnTo>
                <a:cubicBezTo>
                  <a:pt x="4396745" y="1200374"/>
                  <a:pt x="4396331" y="1200137"/>
                  <a:pt x="4396094" y="1199782"/>
                </a:cubicBezTo>
                <a:lnTo>
                  <a:pt x="4387329" y="1184561"/>
                </a:lnTo>
                <a:cubicBezTo>
                  <a:pt x="4387092" y="1184206"/>
                  <a:pt x="4387092" y="1183673"/>
                  <a:pt x="4387329" y="1183317"/>
                </a:cubicBezTo>
                <a:lnTo>
                  <a:pt x="4396094" y="1168096"/>
                </a:lnTo>
                <a:cubicBezTo>
                  <a:pt x="4396331" y="1167741"/>
                  <a:pt x="4396745" y="1167504"/>
                  <a:pt x="4397160" y="1167504"/>
                </a:cubicBezTo>
                <a:close/>
                <a:moveTo>
                  <a:pt x="1015525" y="1167385"/>
                </a:moveTo>
                <a:lnTo>
                  <a:pt x="1033174" y="1167385"/>
                </a:lnTo>
                <a:cubicBezTo>
                  <a:pt x="1033589" y="1167385"/>
                  <a:pt x="1034004" y="1167681"/>
                  <a:pt x="1034240" y="1168036"/>
                </a:cubicBezTo>
                <a:lnTo>
                  <a:pt x="1043065" y="1183317"/>
                </a:lnTo>
                <a:cubicBezTo>
                  <a:pt x="1043302" y="1183672"/>
                  <a:pt x="1043302" y="1184205"/>
                  <a:pt x="1043065" y="1184560"/>
                </a:cubicBezTo>
                <a:lnTo>
                  <a:pt x="1034240" y="1199840"/>
                </a:lnTo>
                <a:cubicBezTo>
                  <a:pt x="1034004" y="1200255"/>
                  <a:pt x="1033589" y="1200492"/>
                  <a:pt x="1033174" y="1200492"/>
                </a:cubicBezTo>
                <a:lnTo>
                  <a:pt x="1015525" y="1200492"/>
                </a:lnTo>
                <a:cubicBezTo>
                  <a:pt x="1015111" y="1200492"/>
                  <a:pt x="1014696" y="1200196"/>
                  <a:pt x="1014459" y="1199840"/>
                </a:cubicBezTo>
                <a:lnTo>
                  <a:pt x="1005635" y="1184560"/>
                </a:lnTo>
                <a:cubicBezTo>
                  <a:pt x="1005398" y="1184205"/>
                  <a:pt x="1005398" y="1183672"/>
                  <a:pt x="1005635" y="1183317"/>
                </a:cubicBezTo>
                <a:lnTo>
                  <a:pt x="1014459" y="1168036"/>
                </a:lnTo>
                <a:cubicBezTo>
                  <a:pt x="1014696" y="1167622"/>
                  <a:pt x="1015111" y="1167385"/>
                  <a:pt x="1015525" y="1167385"/>
                </a:cubicBezTo>
                <a:close/>
                <a:moveTo>
                  <a:pt x="677409" y="1167385"/>
                </a:moveTo>
                <a:lnTo>
                  <a:pt x="695058" y="1167385"/>
                </a:lnTo>
                <a:cubicBezTo>
                  <a:pt x="695473" y="1167385"/>
                  <a:pt x="695887" y="1167681"/>
                  <a:pt x="696124" y="1168036"/>
                </a:cubicBezTo>
                <a:lnTo>
                  <a:pt x="704949" y="1183317"/>
                </a:lnTo>
                <a:cubicBezTo>
                  <a:pt x="705186" y="1183672"/>
                  <a:pt x="705186" y="1184205"/>
                  <a:pt x="704949" y="1184560"/>
                </a:cubicBezTo>
                <a:lnTo>
                  <a:pt x="696124" y="1199840"/>
                </a:lnTo>
                <a:cubicBezTo>
                  <a:pt x="695887" y="1200255"/>
                  <a:pt x="695473" y="1200492"/>
                  <a:pt x="695058" y="1200492"/>
                </a:cubicBezTo>
                <a:lnTo>
                  <a:pt x="677409" y="1200492"/>
                </a:lnTo>
                <a:cubicBezTo>
                  <a:pt x="676995" y="1200492"/>
                  <a:pt x="676580" y="1200196"/>
                  <a:pt x="676343" y="1199840"/>
                </a:cubicBezTo>
                <a:lnTo>
                  <a:pt x="667519" y="1184560"/>
                </a:lnTo>
                <a:cubicBezTo>
                  <a:pt x="667282" y="1184205"/>
                  <a:pt x="667282" y="1183672"/>
                  <a:pt x="667519" y="1183317"/>
                </a:cubicBezTo>
                <a:lnTo>
                  <a:pt x="676343" y="1168036"/>
                </a:lnTo>
                <a:cubicBezTo>
                  <a:pt x="676580" y="1167622"/>
                  <a:pt x="676995" y="1167385"/>
                  <a:pt x="677409" y="1167385"/>
                </a:cubicBezTo>
                <a:close/>
                <a:moveTo>
                  <a:pt x="3517785" y="1167267"/>
                </a:moveTo>
                <a:lnTo>
                  <a:pt x="3535553" y="1167267"/>
                </a:lnTo>
                <a:cubicBezTo>
                  <a:pt x="3535968" y="1167267"/>
                  <a:pt x="3536382" y="1167504"/>
                  <a:pt x="3536619" y="1167918"/>
                </a:cubicBezTo>
                <a:lnTo>
                  <a:pt x="3545503" y="1183317"/>
                </a:lnTo>
                <a:cubicBezTo>
                  <a:pt x="3545740" y="1183672"/>
                  <a:pt x="3545740" y="1184146"/>
                  <a:pt x="3545503" y="1184561"/>
                </a:cubicBezTo>
                <a:lnTo>
                  <a:pt x="3536619" y="1199959"/>
                </a:lnTo>
                <a:cubicBezTo>
                  <a:pt x="3536382" y="1200374"/>
                  <a:pt x="3535968" y="1200611"/>
                  <a:pt x="3535553" y="1200611"/>
                </a:cubicBezTo>
                <a:lnTo>
                  <a:pt x="3517785" y="1200611"/>
                </a:lnTo>
                <a:cubicBezTo>
                  <a:pt x="3517371" y="1200611"/>
                  <a:pt x="3516957" y="1200374"/>
                  <a:pt x="3516720" y="1199959"/>
                </a:cubicBezTo>
                <a:lnTo>
                  <a:pt x="3507836" y="1184561"/>
                </a:lnTo>
                <a:cubicBezTo>
                  <a:pt x="3507599" y="1184205"/>
                  <a:pt x="3507599" y="1183732"/>
                  <a:pt x="3507836" y="1183317"/>
                </a:cubicBezTo>
                <a:lnTo>
                  <a:pt x="3516720" y="1167918"/>
                </a:lnTo>
                <a:cubicBezTo>
                  <a:pt x="3516957" y="1167504"/>
                  <a:pt x="3517371" y="1167267"/>
                  <a:pt x="3517785" y="1167267"/>
                </a:cubicBezTo>
                <a:close/>
                <a:moveTo>
                  <a:pt x="2503319" y="1167208"/>
                </a:moveTo>
                <a:lnTo>
                  <a:pt x="2521205" y="1167208"/>
                </a:lnTo>
                <a:cubicBezTo>
                  <a:pt x="2521619" y="1167208"/>
                  <a:pt x="2522034" y="1167445"/>
                  <a:pt x="2522271" y="1167859"/>
                </a:cubicBezTo>
                <a:lnTo>
                  <a:pt x="2531214" y="1183376"/>
                </a:lnTo>
                <a:cubicBezTo>
                  <a:pt x="2531451" y="1183732"/>
                  <a:pt x="2531451" y="1184206"/>
                  <a:pt x="2531214" y="1184620"/>
                </a:cubicBezTo>
                <a:lnTo>
                  <a:pt x="2522271" y="1200137"/>
                </a:lnTo>
                <a:cubicBezTo>
                  <a:pt x="2522093" y="1200552"/>
                  <a:pt x="2521679" y="1200789"/>
                  <a:pt x="2521205" y="1200789"/>
                </a:cubicBezTo>
                <a:lnTo>
                  <a:pt x="2503319" y="1200789"/>
                </a:lnTo>
                <a:cubicBezTo>
                  <a:pt x="2502904" y="1200789"/>
                  <a:pt x="2502490" y="1200552"/>
                  <a:pt x="2502253" y="1200137"/>
                </a:cubicBezTo>
                <a:lnTo>
                  <a:pt x="2493310" y="1184620"/>
                </a:lnTo>
                <a:cubicBezTo>
                  <a:pt x="2493073" y="1184265"/>
                  <a:pt x="2493073" y="1183791"/>
                  <a:pt x="2493310" y="1183376"/>
                </a:cubicBezTo>
                <a:lnTo>
                  <a:pt x="2502253" y="1167859"/>
                </a:lnTo>
                <a:cubicBezTo>
                  <a:pt x="2502430" y="1167445"/>
                  <a:pt x="2502845" y="1167208"/>
                  <a:pt x="2503319" y="1167208"/>
                </a:cubicBezTo>
                <a:close/>
                <a:moveTo>
                  <a:pt x="2435684" y="1167208"/>
                </a:moveTo>
                <a:lnTo>
                  <a:pt x="2453570" y="1167208"/>
                </a:lnTo>
                <a:cubicBezTo>
                  <a:pt x="2453984" y="1167208"/>
                  <a:pt x="2454399" y="1167445"/>
                  <a:pt x="2454636" y="1167859"/>
                </a:cubicBezTo>
                <a:lnTo>
                  <a:pt x="2463579" y="1183376"/>
                </a:lnTo>
                <a:cubicBezTo>
                  <a:pt x="2463816" y="1183732"/>
                  <a:pt x="2463816" y="1184206"/>
                  <a:pt x="2463579" y="1184620"/>
                </a:cubicBezTo>
                <a:lnTo>
                  <a:pt x="2454636" y="1200137"/>
                </a:lnTo>
                <a:cubicBezTo>
                  <a:pt x="2454458" y="1200552"/>
                  <a:pt x="2454044" y="1200789"/>
                  <a:pt x="2453570" y="1200789"/>
                </a:cubicBezTo>
                <a:lnTo>
                  <a:pt x="2435684" y="1200789"/>
                </a:lnTo>
                <a:cubicBezTo>
                  <a:pt x="2435269" y="1200789"/>
                  <a:pt x="2434855" y="1200552"/>
                  <a:pt x="2434618" y="1200137"/>
                </a:cubicBezTo>
                <a:lnTo>
                  <a:pt x="2425675" y="1184620"/>
                </a:lnTo>
                <a:cubicBezTo>
                  <a:pt x="2425438" y="1184265"/>
                  <a:pt x="2425438" y="1183791"/>
                  <a:pt x="2425675" y="1183376"/>
                </a:cubicBezTo>
                <a:lnTo>
                  <a:pt x="2434618" y="1167859"/>
                </a:lnTo>
                <a:cubicBezTo>
                  <a:pt x="2434795" y="1167445"/>
                  <a:pt x="2435210" y="1167208"/>
                  <a:pt x="2435684" y="1167208"/>
                </a:cubicBezTo>
                <a:close/>
                <a:moveTo>
                  <a:pt x="542021" y="1167208"/>
                </a:moveTo>
                <a:lnTo>
                  <a:pt x="559907" y="1167208"/>
                </a:lnTo>
                <a:cubicBezTo>
                  <a:pt x="560321" y="1167208"/>
                  <a:pt x="560736" y="1167445"/>
                  <a:pt x="560973" y="1167859"/>
                </a:cubicBezTo>
                <a:lnTo>
                  <a:pt x="569916" y="1183376"/>
                </a:lnTo>
                <a:cubicBezTo>
                  <a:pt x="570153" y="1183732"/>
                  <a:pt x="570153" y="1184206"/>
                  <a:pt x="569916" y="1184620"/>
                </a:cubicBezTo>
                <a:lnTo>
                  <a:pt x="560973" y="1200137"/>
                </a:lnTo>
                <a:cubicBezTo>
                  <a:pt x="560795" y="1200552"/>
                  <a:pt x="560381" y="1200789"/>
                  <a:pt x="559907" y="1200789"/>
                </a:cubicBezTo>
                <a:lnTo>
                  <a:pt x="542021" y="1200789"/>
                </a:lnTo>
                <a:cubicBezTo>
                  <a:pt x="541606" y="1200789"/>
                  <a:pt x="541191" y="1200552"/>
                  <a:pt x="540955" y="1200137"/>
                </a:cubicBezTo>
                <a:lnTo>
                  <a:pt x="532012" y="1184620"/>
                </a:lnTo>
                <a:cubicBezTo>
                  <a:pt x="531775" y="1184265"/>
                  <a:pt x="531775" y="1183791"/>
                  <a:pt x="532012" y="1183376"/>
                </a:cubicBezTo>
                <a:lnTo>
                  <a:pt x="540955" y="1167859"/>
                </a:lnTo>
                <a:cubicBezTo>
                  <a:pt x="541132" y="1167445"/>
                  <a:pt x="541547" y="1167208"/>
                  <a:pt x="542021" y="1167208"/>
                </a:cubicBezTo>
                <a:close/>
                <a:moveTo>
                  <a:pt x="744690" y="1166852"/>
                </a:moveTo>
                <a:lnTo>
                  <a:pt x="762931" y="1166852"/>
                </a:lnTo>
                <a:cubicBezTo>
                  <a:pt x="763405" y="1166852"/>
                  <a:pt x="763819" y="1167089"/>
                  <a:pt x="764056" y="1167503"/>
                </a:cubicBezTo>
                <a:lnTo>
                  <a:pt x="773177" y="1183257"/>
                </a:lnTo>
                <a:cubicBezTo>
                  <a:pt x="773414" y="1183672"/>
                  <a:pt x="773414" y="1184146"/>
                  <a:pt x="773177" y="1184560"/>
                </a:cubicBezTo>
                <a:lnTo>
                  <a:pt x="764056" y="1200314"/>
                </a:lnTo>
                <a:cubicBezTo>
                  <a:pt x="763819" y="1200729"/>
                  <a:pt x="763405" y="1200966"/>
                  <a:pt x="762931" y="1200966"/>
                </a:cubicBezTo>
                <a:lnTo>
                  <a:pt x="744690" y="1200966"/>
                </a:lnTo>
                <a:cubicBezTo>
                  <a:pt x="744216" y="1200966"/>
                  <a:pt x="743801" y="1200729"/>
                  <a:pt x="743564" y="1200314"/>
                </a:cubicBezTo>
                <a:lnTo>
                  <a:pt x="734444" y="1184560"/>
                </a:lnTo>
                <a:cubicBezTo>
                  <a:pt x="734207" y="1184146"/>
                  <a:pt x="734207" y="1183672"/>
                  <a:pt x="734444" y="1183257"/>
                </a:cubicBezTo>
                <a:lnTo>
                  <a:pt x="743564" y="1167503"/>
                </a:lnTo>
                <a:cubicBezTo>
                  <a:pt x="743801" y="1167089"/>
                  <a:pt x="744216" y="1166852"/>
                  <a:pt x="744690" y="1166852"/>
                </a:cubicBezTo>
                <a:close/>
                <a:moveTo>
                  <a:pt x="1082865" y="1166793"/>
                </a:moveTo>
                <a:lnTo>
                  <a:pt x="1101165" y="1166793"/>
                </a:lnTo>
                <a:cubicBezTo>
                  <a:pt x="1101639" y="1166793"/>
                  <a:pt x="1102054" y="1167030"/>
                  <a:pt x="1102291" y="1167445"/>
                </a:cubicBezTo>
                <a:lnTo>
                  <a:pt x="1111471" y="1183317"/>
                </a:lnTo>
                <a:cubicBezTo>
                  <a:pt x="1111707" y="1183731"/>
                  <a:pt x="1111707" y="1184205"/>
                  <a:pt x="1111471" y="1184620"/>
                </a:cubicBezTo>
                <a:lnTo>
                  <a:pt x="1102291" y="1200492"/>
                </a:lnTo>
                <a:cubicBezTo>
                  <a:pt x="1102054" y="1200907"/>
                  <a:pt x="1101639" y="1201143"/>
                  <a:pt x="1101165" y="1201143"/>
                </a:cubicBezTo>
                <a:lnTo>
                  <a:pt x="1082865" y="1201143"/>
                </a:lnTo>
                <a:cubicBezTo>
                  <a:pt x="1082391" y="1201143"/>
                  <a:pt x="1081976" y="1200907"/>
                  <a:pt x="1081739" y="1200492"/>
                </a:cubicBezTo>
                <a:lnTo>
                  <a:pt x="1072560" y="1184620"/>
                </a:lnTo>
                <a:cubicBezTo>
                  <a:pt x="1072323" y="1184205"/>
                  <a:pt x="1072323" y="1183731"/>
                  <a:pt x="1072560" y="1183317"/>
                </a:cubicBezTo>
                <a:lnTo>
                  <a:pt x="1081739" y="1167445"/>
                </a:lnTo>
                <a:cubicBezTo>
                  <a:pt x="1081976" y="1167030"/>
                  <a:pt x="1082391" y="1166793"/>
                  <a:pt x="1082865" y="1166793"/>
                </a:cubicBezTo>
                <a:close/>
                <a:moveTo>
                  <a:pt x="879960" y="1166793"/>
                </a:moveTo>
                <a:lnTo>
                  <a:pt x="898260" y="1166793"/>
                </a:lnTo>
                <a:cubicBezTo>
                  <a:pt x="898734" y="1166793"/>
                  <a:pt x="899149" y="1167030"/>
                  <a:pt x="899386" y="1167445"/>
                </a:cubicBezTo>
                <a:lnTo>
                  <a:pt x="908566" y="1183317"/>
                </a:lnTo>
                <a:cubicBezTo>
                  <a:pt x="908802" y="1183731"/>
                  <a:pt x="908802" y="1184205"/>
                  <a:pt x="908566" y="1184620"/>
                </a:cubicBezTo>
                <a:lnTo>
                  <a:pt x="899386" y="1200492"/>
                </a:lnTo>
                <a:cubicBezTo>
                  <a:pt x="899149" y="1200907"/>
                  <a:pt x="898734" y="1201143"/>
                  <a:pt x="898260" y="1201143"/>
                </a:cubicBezTo>
                <a:lnTo>
                  <a:pt x="879960" y="1201143"/>
                </a:lnTo>
                <a:cubicBezTo>
                  <a:pt x="879486" y="1201143"/>
                  <a:pt x="879072" y="1200907"/>
                  <a:pt x="878834" y="1200492"/>
                </a:cubicBezTo>
                <a:lnTo>
                  <a:pt x="869655" y="1184620"/>
                </a:lnTo>
                <a:cubicBezTo>
                  <a:pt x="869418" y="1184205"/>
                  <a:pt x="869418" y="1183731"/>
                  <a:pt x="869655" y="1183317"/>
                </a:cubicBezTo>
                <a:lnTo>
                  <a:pt x="878834" y="1167445"/>
                </a:lnTo>
                <a:cubicBezTo>
                  <a:pt x="879072" y="1167030"/>
                  <a:pt x="879486" y="1166793"/>
                  <a:pt x="879960" y="1166793"/>
                </a:cubicBezTo>
                <a:close/>
                <a:moveTo>
                  <a:pt x="271303" y="1166793"/>
                </a:moveTo>
                <a:lnTo>
                  <a:pt x="289603" y="1166793"/>
                </a:lnTo>
                <a:cubicBezTo>
                  <a:pt x="290077" y="1166793"/>
                  <a:pt x="290492" y="1167030"/>
                  <a:pt x="290729" y="1167445"/>
                </a:cubicBezTo>
                <a:lnTo>
                  <a:pt x="299909" y="1183317"/>
                </a:lnTo>
                <a:cubicBezTo>
                  <a:pt x="300146" y="1183731"/>
                  <a:pt x="300146" y="1184205"/>
                  <a:pt x="299909" y="1184620"/>
                </a:cubicBezTo>
                <a:lnTo>
                  <a:pt x="290729" y="1200492"/>
                </a:lnTo>
                <a:cubicBezTo>
                  <a:pt x="290492" y="1200907"/>
                  <a:pt x="290077" y="1201143"/>
                  <a:pt x="289603" y="1201143"/>
                </a:cubicBezTo>
                <a:lnTo>
                  <a:pt x="271303" y="1201143"/>
                </a:lnTo>
                <a:cubicBezTo>
                  <a:pt x="270829" y="1201143"/>
                  <a:pt x="270415" y="1200907"/>
                  <a:pt x="270178" y="1200492"/>
                </a:cubicBezTo>
                <a:lnTo>
                  <a:pt x="260998" y="1184620"/>
                </a:lnTo>
                <a:cubicBezTo>
                  <a:pt x="260761" y="1184205"/>
                  <a:pt x="260761" y="1183731"/>
                  <a:pt x="260998" y="1183317"/>
                </a:cubicBezTo>
                <a:lnTo>
                  <a:pt x="270178" y="1167445"/>
                </a:lnTo>
                <a:cubicBezTo>
                  <a:pt x="270415" y="1167030"/>
                  <a:pt x="270829" y="1166793"/>
                  <a:pt x="271303" y="1166793"/>
                </a:cubicBezTo>
                <a:close/>
                <a:moveTo>
                  <a:pt x="2367753" y="1166675"/>
                </a:moveTo>
                <a:lnTo>
                  <a:pt x="2386172" y="1166675"/>
                </a:lnTo>
                <a:cubicBezTo>
                  <a:pt x="2386646" y="1166675"/>
                  <a:pt x="2387061" y="1166912"/>
                  <a:pt x="2387297" y="1167326"/>
                </a:cubicBezTo>
                <a:lnTo>
                  <a:pt x="2396537" y="1183317"/>
                </a:lnTo>
                <a:cubicBezTo>
                  <a:pt x="2396773" y="1183732"/>
                  <a:pt x="2396773" y="1184206"/>
                  <a:pt x="2396537" y="1184620"/>
                </a:cubicBezTo>
                <a:lnTo>
                  <a:pt x="2387297" y="1200611"/>
                </a:lnTo>
                <a:cubicBezTo>
                  <a:pt x="2387061" y="1201025"/>
                  <a:pt x="2386646" y="1201262"/>
                  <a:pt x="2386172" y="1201262"/>
                </a:cubicBezTo>
                <a:lnTo>
                  <a:pt x="2367753" y="1201262"/>
                </a:lnTo>
                <a:cubicBezTo>
                  <a:pt x="2367279" y="1201262"/>
                  <a:pt x="2366865" y="1201025"/>
                  <a:pt x="2366628" y="1200611"/>
                </a:cubicBezTo>
                <a:lnTo>
                  <a:pt x="2357389" y="1184620"/>
                </a:lnTo>
                <a:cubicBezTo>
                  <a:pt x="2357152" y="1184206"/>
                  <a:pt x="2357152" y="1183732"/>
                  <a:pt x="2357389" y="1183317"/>
                </a:cubicBezTo>
                <a:lnTo>
                  <a:pt x="2366628" y="1167326"/>
                </a:lnTo>
                <a:cubicBezTo>
                  <a:pt x="2366865" y="1166912"/>
                  <a:pt x="2367279" y="1166675"/>
                  <a:pt x="2367753" y="1166675"/>
                </a:cubicBezTo>
                <a:close/>
                <a:moveTo>
                  <a:pt x="811910" y="1165964"/>
                </a:moveTo>
                <a:lnTo>
                  <a:pt x="831098" y="1165964"/>
                </a:lnTo>
                <a:cubicBezTo>
                  <a:pt x="831572" y="1165964"/>
                  <a:pt x="832046" y="1166201"/>
                  <a:pt x="832283" y="1166615"/>
                </a:cubicBezTo>
                <a:lnTo>
                  <a:pt x="841877" y="1183258"/>
                </a:lnTo>
                <a:cubicBezTo>
                  <a:pt x="842114" y="1183672"/>
                  <a:pt x="842114" y="1184205"/>
                  <a:pt x="841877" y="1184620"/>
                </a:cubicBezTo>
                <a:lnTo>
                  <a:pt x="832283" y="1201262"/>
                </a:lnTo>
                <a:cubicBezTo>
                  <a:pt x="832046" y="1201677"/>
                  <a:pt x="831572" y="1201913"/>
                  <a:pt x="831098" y="1201913"/>
                </a:cubicBezTo>
                <a:lnTo>
                  <a:pt x="811910" y="1201913"/>
                </a:lnTo>
                <a:cubicBezTo>
                  <a:pt x="811436" y="1201913"/>
                  <a:pt x="810962" y="1201677"/>
                  <a:pt x="810725" y="1201262"/>
                </a:cubicBezTo>
                <a:lnTo>
                  <a:pt x="801131" y="1184620"/>
                </a:lnTo>
                <a:cubicBezTo>
                  <a:pt x="800894" y="1184205"/>
                  <a:pt x="800894" y="1183672"/>
                  <a:pt x="801131" y="1183258"/>
                </a:cubicBezTo>
                <a:lnTo>
                  <a:pt x="810725" y="1166615"/>
                </a:lnTo>
                <a:cubicBezTo>
                  <a:pt x="810962" y="1166201"/>
                  <a:pt x="811436" y="1165964"/>
                  <a:pt x="811910" y="1165964"/>
                </a:cubicBezTo>
                <a:close/>
                <a:moveTo>
                  <a:pt x="2570244" y="1165845"/>
                </a:moveTo>
                <a:lnTo>
                  <a:pt x="2589551" y="1165845"/>
                </a:lnTo>
                <a:cubicBezTo>
                  <a:pt x="2590025" y="1165845"/>
                  <a:pt x="2590499" y="1166141"/>
                  <a:pt x="2590736" y="1166556"/>
                </a:cubicBezTo>
                <a:lnTo>
                  <a:pt x="2600389" y="1183316"/>
                </a:lnTo>
                <a:cubicBezTo>
                  <a:pt x="2600626" y="1183731"/>
                  <a:pt x="2600626" y="1184264"/>
                  <a:pt x="2600389" y="1184679"/>
                </a:cubicBezTo>
                <a:lnTo>
                  <a:pt x="2590736" y="1201439"/>
                </a:lnTo>
                <a:cubicBezTo>
                  <a:pt x="2590499" y="1201913"/>
                  <a:pt x="2590025" y="1202150"/>
                  <a:pt x="2589551" y="1202150"/>
                </a:cubicBezTo>
                <a:lnTo>
                  <a:pt x="2570244" y="1202150"/>
                </a:lnTo>
                <a:cubicBezTo>
                  <a:pt x="2569770" y="1202150"/>
                  <a:pt x="2569296" y="1201854"/>
                  <a:pt x="2569059" y="1201439"/>
                </a:cubicBezTo>
                <a:lnTo>
                  <a:pt x="2559406" y="1184679"/>
                </a:lnTo>
                <a:cubicBezTo>
                  <a:pt x="2559169" y="1184264"/>
                  <a:pt x="2559169" y="1183731"/>
                  <a:pt x="2559406" y="1183316"/>
                </a:cubicBezTo>
                <a:lnTo>
                  <a:pt x="2569059" y="1166556"/>
                </a:lnTo>
                <a:cubicBezTo>
                  <a:pt x="2569296" y="1166082"/>
                  <a:pt x="2569770" y="1165845"/>
                  <a:pt x="2570244" y="1165845"/>
                </a:cubicBezTo>
                <a:close/>
                <a:moveTo>
                  <a:pt x="1420447" y="1165727"/>
                </a:moveTo>
                <a:lnTo>
                  <a:pt x="1439873" y="1165727"/>
                </a:lnTo>
                <a:cubicBezTo>
                  <a:pt x="1440347" y="1165727"/>
                  <a:pt x="1440821" y="1166023"/>
                  <a:pt x="1441057" y="1166438"/>
                </a:cubicBezTo>
                <a:lnTo>
                  <a:pt x="1450770" y="1183258"/>
                </a:lnTo>
                <a:cubicBezTo>
                  <a:pt x="1451007" y="1183672"/>
                  <a:pt x="1451007" y="1184205"/>
                  <a:pt x="1450770" y="1184620"/>
                </a:cubicBezTo>
                <a:lnTo>
                  <a:pt x="1441057" y="1201440"/>
                </a:lnTo>
                <a:cubicBezTo>
                  <a:pt x="1440821" y="1201913"/>
                  <a:pt x="1440347" y="1202150"/>
                  <a:pt x="1439873" y="1202150"/>
                </a:cubicBezTo>
                <a:lnTo>
                  <a:pt x="1420447" y="1202150"/>
                </a:lnTo>
                <a:cubicBezTo>
                  <a:pt x="1419973" y="1202150"/>
                  <a:pt x="1419500" y="1201854"/>
                  <a:pt x="1419263" y="1201440"/>
                </a:cubicBezTo>
                <a:lnTo>
                  <a:pt x="1409550" y="1184620"/>
                </a:lnTo>
                <a:cubicBezTo>
                  <a:pt x="1409313" y="1184205"/>
                  <a:pt x="1409313" y="1183672"/>
                  <a:pt x="1409550" y="1183258"/>
                </a:cubicBezTo>
                <a:lnTo>
                  <a:pt x="1419263" y="1166438"/>
                </a:lnTo>
                <a:cubicBezTo>
                  <a:pt x="1419500" y="1165964"/>
                  <a:pt x="1419973" y="1165727"/>
                  <a:pt x="1420447" y="1165727"/>
                </a:cubicBezTo>
                <a:close/>
                <a:moveTo>
                  <a:pt x="1149907" y="1165727"/>
                </a:moveTo>
                <a:lnTo>
                  <a:pt x="1169333" y="1165727"/>
                </a:lnTo>
                <a:cubicBezTo>
                  <a:pt x="1169807" y="1165727"/>
                  <a:pt x="1170281" y="1166023"/>
                  <a:pt x="1170517" y="1166438"/>
                </a:cubicBezTo>
                <a:lnTo>
                  <a:pt x="1180230" y="1183258"/>
                </a:lnTo>
                <a:cubicBezTo>
                  <a:pt x="1180467" y="1183672"/>
                  <a:pt x="1180467" y="1184205"/>
                  <a:pt x="1180230" y="1184620"/>
                </a:cubicBezTo>
                <a:lnTo>
                  <a:pt x="1170517" y="1201440"/>
                </a:lnTo>
                <a:cubicBezTo>
                  <a:pt x="1170281" y="1201913"/>
                  <a:pt x="1169807" y="1202150"/>
                  <a:pt x="1169333" y="1202150"/>
                </a:cubicBezTo>
                <a:lnTo>
                  <a:pt x="1149907" y="1202150"/>
                </a:lnTo>
                <a:cubicBezTo>
                  <a:pt x="1149433" y="1202150"/>
                  <a:pt x="1148959" y="1201854"/>
                  <a:pt x="1148723" y="1201440"/>
                </a:cubicBezTo>
                <a:lnTo>
                  <a:pt x="1139010" y="1184620"/>
                </a:lnTo>
                <a:cubicBezTo>
                  <a:pt x="1138773" y="1184205"/>
                  <a:pt x="1138773" y="1183672"/>
                  <a:pt x="1139010" y="1183258"/>
                </a:cubicBezTo>
                <a:lnTo>
                  <a:pt x="1148723" y="1166438"/>
                </a:lnTo>
                <a:cubicBezTo>
                  <a:pt x="1148959" y="1165964"/>
                  <a:pt x="1149433" y="1165727"/>
                  <a:pt x="1149907" y="1165727"/>
                </a:cubicBezTo>
                <a:close/>
                <a:moveTo>
                  <a:pt x="473556" y="1165608"/>
                </a:moveTo>
                <a:lnTo>
                  <a:pt x="493101" y="1165608"/>
                </a:lnTo>
                <a:cubicBezTo>
                  <a:pt x="493574" y="1165608"/>
                  <a:pt x="494048" y="1165904"/>
                  <a:pt x="494285" y="1166319"/>
                </a:cubicBezTo>
                <a:lnTo>
                  <a:pt x="504057" y="1183257"/>
                </a:lnTo>
                <a:cubicBezTo>
                  <a:pt x="504294" y="1183672"/>
                  <a:pt x="504294" y="1184205"/>
                  <a:pt x="504057" y="1184619"/>
                </a:cubicBezTo>
                <a:lnTo>
                  <a:pt x="494285" y="1201558"/>
                </a:lnTo>
                <a:cubicBezTo>
                  <a:pt x="494048" y="1201972"/>
                  <a:pt x="493574" y="1202268"/>
                  <a:pt x="493101" y="1202268"/>
                </a:cubicBezTo>
                <a:lnTo>
                  <a:pt x="473556" y="1202268"/>
                </a:lnTo>
                <a:cubicBezTo>
                  <a:pt x="473082" y="1202268"/>
                  <a:pt x="472609" y="1201972"/>
                  <a:pt x="472372" y="1201558"/>
                </a:cubicBezTo>
                <a:lnTo>
                  <a:pt x="462600" y="1184619"/>
                </a:lnTo>
                <a:cubicBezTo>
                  <a:pt x="462363" y="1184205"/>
                  <a:pt x="462363" y="1183672"/>
                  <a:pt x="462600" y="1183257"/>
                </a:cubicBezTo>
                <a:lnTo>
                  <a:pt x="472372" y="1166319"/>
                </a:lnTo>
                <a:cubicBezTo>
                  <a:pt x="472609" y="1165904"/>
                  <a:pt x="473082" y="1165608"/>
                  <a:pt x="473556" y="1165608"/>
                </a:cubicBezTo>
                <a:close/>
                <a:moveTo>
                  <a:pt x="1352575" y="1165194"/>
                </a:moveTo>
                <a:lnTo>
                  <a:pt x="1372534" y="1165194"/>
                </a:lnTo>
                <a:cubicBezTo>
                  <a:pt x="1373067" y="1165194"/>
                  <a:pt x="1373541" y="1165490"/>
                  <a:pt x="1373778" y="1165905"/>
                </a:cubicBezTo>
                <a:lnTo>
                  <a:pt x="1383787" y="1183198"/>
                </a:lnTo>
                <a:cubicBezTo>
                  <a:pt x="1384024" y="1183613"/>
                  <a:pt x="1384024" y="1184205"/>
                  <a:pt x="1383787" y="1184620"/>
                </a:cubicBezTo>
                <a:lnTo>
                  <a:pt x="1373778" y="1201913"/>
                </a:lnTo>
                <a:cubicBezTo>
                  <a:pt x="1373482" y="1202328"/>
                  <a:pt x="1373008" y="1202624"/>
                  <a:pt x="1372534" y="1202624"/>
                </a:cubicBezTo>
                <a:lnTo>
                  <a:pt x="1352575" y="1202624"/>
                </a:lnTo>
                <a:cubicBezTo>
                  <a:pt x="1352043" y="1202624"/>
                  <a:pt x="1351569" y="1202328"/>
                  <a:pt x="1351332" y="1201913"/>
                </a:cubicBezTo>
                <a:lnTo>
                  <a:pt x="1341323" y="1184620"/>
                </a:lnTo>
                <a:cubicBezTo>
                  <a:pt x="1341086" y="1184205"/>
                  <a:pt x="1341086" y="1183613"/>
                  <a:pt x="1341323" y="1183198"/>
                </a:cubicBezTo>
                <a:lnTo>
                  <a:pt x="1351332" y="1165905"/>
                </a:lnTo>
                <a:cubicBezTo>
                  <a:pt x="1351628" y="1165490"/>
                  <a:pt x="1352102" y="1165194"/>
                  <a:pt x="1352575" y="1165194"/>
                </a:cubicBezTo>
                <a:close/>
                <a:moveTo>
                  <a:pt x="1217187" y="1165016"/>
                </a:moveTo>
                <a:lnTo>
                  <a:pt x="1237383" y="1165016"/>
                </a:lnTo>
                <a:cubicBezTo>
                  <a:pt x="1237915" y="1165016"/>
                  <a:pt x="1238389" y="1165312"/>
                  <a:pt x="1238626" y="1165727"/>
                </a:cubicBezTo>
                <a:lnTo>
                  <a:pt x="1248694" y="1183198"/>
                </a:lnTo>
                <a:cubicBezTo>
                  <a:pt x="1248931" y="1183613"/>
                  <a:pt x="1248931" y="1184205"/>
                  <a:pt x="1248694" y="1184619"/>
                </a:cubicBezTo>
                <a:lnTo>
                  <a:pt x="1238567" y="1202091"/>
                </a:lnTo>
                <a:cubicBezTo>
                  <a:pt x="1238271" y="1202505"/>
                  <a:pt x="1237797" y="1202802"/>
                  <a:pt x="1237323" y="1202802"/>
                </a:cubicBezTo>
                <a:lnTo>
                  <a:pt x="1217127" y="1202802"/>
                </a:lnTo>
                <a:cubicBezTo>
                  <a:pt x="1216595" y="1202802"/>
                  <a:pt x="1216121" y="1202505"/>
                  <a:pt x="1215884" y="1202091"/>
                </a:cubicBezTo>
                <a:lnTo>
                  <a:pt x="1205816" y="1184619"/>
                </a:lnTo>
                <a:cubicBezTo>
                  <a:pt x="1205579" y="1184205"/>
                  <a:pt x="1205579" y="1183613"/>
                  <a:pt x="1205816" y="1183198"/>
                </a:cubicBezTo>
                <a:lnTo>
                  <a:pt x="1215943" y="1165727"/>
                </a:lnTo>
                <a:cubicBezTo>
                  <a:pt x="1216239" y="1165312"/>
                  <a:pt x="1216713" y="1165016"/>
                  <a:pt x="1217187" y="1165016"/>
                </a:cubicBezTo>
                <a:close/>
                <a:moveTo>
                  <a:pt x="1284644" y="1164779"/>
                </a:moveTo>
                <a:lnTo>
                  <a:pt x="1305077" y="1164779"/>
                </a:lnTo>
                <a:cubicBezTo>
                  <a:pt x="1305610" y="1164779"/>
                  <a:pt x="1306084" y="1165075"/>
                  <a:pt x="1306320" y="1165490"/>
                </a:cubicBezTo>
                <a:lnTo>
                  <a:pt x="1316507" y="1183198"/>
                </a:lnTo>
                <a:cubicBezTo>
                  <a:pt x="1316744" y="1183613"/>
                  <a:pt x="1316744" y="1184205"/>
                  <a:pt x="1316507" y="1184619"/>
                </a:cubicBezTo>
                <a:lnTo>
                  <a:pt x="1306262" y="1202328"/>
                </a:lnTo>
                <a:cubicBezTo>
                  <a:pt x="1306024" y="1202742"/>
                  <a:pt x="1305551" y="1203038"/>
                  <a:pt x="1305018" y="1203038"/>
                </a:cubicBezTo>
                <a:lnTo>
                  <a:pt x="1284585" y="1203038"/>
                </a:lnTo>
                <a:cubicBezTo>
                  <a:pt x="1284052" y="1203038"/>
                  <a:pt x="1283578" y="1202742"/>
                  <a:pt x="1283341" y="1202328"/>
                </a:cubicBezTo>
                <a:lnTo>
                  <a:pt x="1273155" y="1184619"/>
                </a:lnTo>
                <a:cubicBezTo>
                  <a:pt x="1272918" y="1184205"/>
                  <a:pt x="1272918" y="1183613"/>
                  <a:pt x="1273155" y="1183198"/>
                </a:cubicBezTo>
                <a:lnTo>
                  <a:pt x="1283400" y="1165490"/>
                </a:lnTo>
                <a:cubicBezTo>
                  <a:pt x="1283638" y="1165075"/>
                  <a:pt x="1284111" y="1164779"/>
                  <a:pt x="1284644" y="1164779"/>
                </a:cubicBezTo>
                <a:close/>
                <a:moveTo>
                  <a:pt x="4530831" y="1164483"/>
                </a:moveTo>
                <a:lnTo>
                  <a:pt x="4551560" y="1164483"/>
                </a:lnTo>
                <a:cubicBezTo>
                  <a:pt x="4552034" y="1164483"/>
                  <a:pt x="4552508" y="1164720"/>
                  <a:pt x="4552803" y="1165194"/>
                </a:cubicBezTo>
                <a:lnTo>
                  <a:pt x="4563168" y="1183198"/>
                </a:lnTo>
                <a:cubicBezTo>
                  <a:pt x="4563464" y="1183672"/>
                  <a:pt x="4563464" y="1184205"/>
                  <a:pt x="4563168" y="1184679"/>
                </a:cubicBezTo>
                <a:lnTo>
                  <a:pt x="4552803" y="1202683"/>
                </a:lnTo>
                <a:cubicBezTo>
                  <a:pt x="4552567" y="1203098"/>
                  <a:pt x="4552093" y="1203394"/>
                  <a:pt x="4551560" y="1203394"/>
                </a:cubicBezTo>
                <a:lnTo>
                  <a:pt x="4530831" y="1203394"/>
                </a:lnTo>
                <a:cubicBezTo>
                  <a:pt x="4530358" y="1203394"/>
                  <a:pt x="4529824" y="1203157"/>
                  <a:pt x="4529588" y="1202683"/>
                </a:cubicBezTo>
                <a:lnTo>
                  <a:pt x="4519223" y="1184679"/>
                </a:lnTo>
                <a:cubicBezTo>
                  <a:pt x="4518927" y="1184205"/>
                  <a:pt x="4518927" y="1183672"/>
                  <a:pt x="4519223" y="1183198"/>
                </a:cubicBezTo>
                <a:lnTo>
                  <a:pt x="4529588" y="1165194"/>
                </a:lnTo>
                <a:cubicBezTo>
                  <a:pt x="4529824" y="1164779"/>
                  <a:pt x="4530298" y="1164483"/>
                  <a:pt x="4530831" y="1164483"/>
                </a:cubicBezTo>
                <a:close/>
                <a:moveTo>
                  <a:pt x="2298874" y="1164306"/>
                </a:moveTo>
                <a:lnTo>
                  <a:pt x="2319839" y="1164306"/>
                </a:lnTo>
                <a:cubicBezTo>
                  <a:pt x="2320373" y="1164306"/>
                  <a:pt x="2320846" y="1164602"/>
                  <a:pt x="2321142" y="1165076"/>
                </a:cubicBezTo>
                <a:lnTo>
                  <a:pt x="2331625" y="1183258"/>
                </a:lnTo>
                <a:cubicBezTo>
                  <a:pt x="2331921" y="1183732"/>
                  <a:pt x="2331921" y="1184265"/>
                  <a:pt x="2331625" y="1184739"/>
                </a:cubicBezTo>
                <a:lnTo>
                  <a:pt x="2321142" y="1202921"/>
                </a:lnTo>
                <a:cubicBezTo>
                  <a:pt x="2320846" y="1203394"/>
                  <a:pt x="2320373" y="1203691"/>
                  <a:pt x="2319839" y="1203691"/>
                </a:cubicBezTo>
                <a:lnTo>
                  <a:pt x="2298874" y="1203691"/>
                </a:lnTo>
                <a:cubicBezTo>
                  <a:pt x="2298341" y="1203691"/>
                  <a:pt x="2297867" y="1203394"/>
                  <a:pt x="2297571" y="1202921"/>
                </a:cubicBezTo>
                <a:lnTo>
                  <a:pt x="2287088" y="1184739"/>
                </a:lnTo>
                <a:cubicBezTo>
                  <a:pt x="2286792" y="1184265"/>
                  <a:pt x="2286792" y="1183732"/>
                  <a:pt x="2287088" y="1183258"/>
                </a:cubicBezTo>
                <a:lnTo>
                  <a:pt x="2297571" y="1165076"/>
                </a:lnTo>
                <a:cubicBezTo>
                  <a:pt x="2297867" y="1164602"/>
                  <a:pt x="2298341" y="1164306"/>
                  <a:pt x="2298874" y="1164306"/>
                </a:cubicBezTo>
                <a:close/>
                <a:moveTo>
                  <a:pt x="4936226" y="1163891"/>
                </a:moveTo>
                <a:lnTo>
                  <a:pt x="4957667" y="1163891"/>
                </a:lnTo>
                <a:cubicBezTo>
                  <a:pt x="4958199" y="1163891"/>
                  <a:pt x="4958673" y="1164187"/>
                  <a:pt x="4958969" y="1164661"/>
                </a:cubicBezTo>
                <a:lnTo>
                  <a:pt x="4969689" y="1183198"/>
                </a:lnTo>
                <a:cubicBezTo>
                  <a:pt x="4969985" y="1183672"/>
                  <a:pt x="4969985" y="1184264"/>
                  <a:pt x="4969689" y="1184738"/>
                </a:cubicBezTo>
                <a:lnTo>
                  <a:pt x="4958969" y="1203276"/>
                </a:lnTo>
                <a:cubicBezTo>
                  <a:pt x="4958673" y="1203749"/>
                  <a:pt x="4958199" y="1204046"/>
                  <a:pt x="4957667" y="1204046"/>
                </a:cubicBezTo>
                <a:lnTo>
                  <a:pt x="4936226" y="1204046"/>
                </a:lnTo>
                <a:cubicBezTo>
                  <a:pt x="4935694" y="1204046"/>
                  <a:pt x="4935220" y="1203749"/>
                  <a:pt x="4934924" y="1203276"/>
                </a:cubicBezTo>
                <a:lnTo>
                  <a:pt x="4924204" y="1184738"/>
                </a:lnTo>
                <a:cubicBezTo>
                  <a:pt x="4923908" y="1184264"/>
                  <a:pt x="4923908" y="1183672"/>
                  <a:pt x="4924204" y="1183198"/>
                </a:cubicBezTo>
                <a:lnTo>
                  <a:pt x="4934924" y="1164661"/>
                </a:lnTo>
                <a:cubicBezTo>
                  <a:pt x="4935220" y="1164187"/>
                  <a:pt x="4935694" y="1163891"/>
                  <a:pt x="4936226" y="1163891"/>
                </a:cubicBezTo>
                <a:close/>
                <a:moveTo>
                  <a:pt x="404796" y="1163536"/>
                </a:moveTo>
                <a:lnTo>
                  <a:pt x="426532" y="1163536"/>
                </a:lnTo>
                <a:cubicBezTo>
                  <a:pt x="427065" y="1163536"/>
                  <a:pt x="427539" y="1163832"/>
                  <a:pt x="427835" y="1164306"/>
                </a:cubicBezTo>
                <a:lnTo>
                  <a:pt x="438673" y="1183139"/>
                </a:lnTo>
                <a:cubicBezTo>
                  <a:pt x="438969" y="1183613"/>
                  <a:pt x="438969" y="1184206"/>
                  <a:pt x="438673" y="1184679"/>
                </a:cubicBezTo>
                <a:lnTo>
                  <a:pt x="427776" y="1203513"/>
                </a:lnTo>
                <a:cubicBezTo>
                  <a:pt x="427539" y="1203987"/>
                  <a:pt x="427006" y="1204283"/>
                  <a:pt x="426473" y="1204283"/>
                </a:cubicBezTo>
                <a:lnTo>
                  <a:pt x="404737" y="1204283"/>
                </a:lnTo>
                <a:cubicBezTo>
                  <a:pt x="404204" y="1204283"/>
                  <a:pt x="403730" y="1203987"/>
                  <a:pt x="403434" y="1203513"/>
                </a:cubicBezTo>
                <a:lnTo>
                  <a:pt x="392596" y="1184679"/>
                </a:lnTo>
                <a:cubicBezTo>
                  <a:pt x="392300" y="1184206"/>
                  <a:pt x="392300" y="1183613"/>
                  <a:pt x="392596" y="1183139"/>
                </a:cubicBezTo>
                <a:lnTo>
                  <a:pt x="403493" y="1164306"/>
                </a:lnTo>
                <a:cubicBezTo>
                  <a:pt x="403730" y="1163832"/>
                  <a:pt x="404263" y="1163536"/>
                  <a:pt x="404796" y="1163536"/>
                </a:cubicBezTo>
                <a:close/>
                <a:moveTo>
                  <a:pt x="337220" y="1163536"/>
                </a:moveTo>
                <a:lnTo>
                  <a:pt x="358956" y="1163536"/>
                </a:lnTo>
                <a:cubicBezTo>
                  <a:pt x="359489" y="1163536"/>
                  <a:pt x="359963" y="1163832"/>
                  <a:pt x="360259" y="1164306"/>
                </a:cubicBezTo>
                <a:lnTo>
                  <a:pt x="371097" y="1183139"/>
                </a:lnTo>
                <a:cubicBezTo>
                  <a:pt x="371393" y="1183613"/>
                  <a:pt x="371393" y="1184206"/>
                  <a:pt x="371097" y="1184679"/>
                </a:cubicBezTo>
                <a:lnTo>
                  <a:pt x="360200" y="1203513"/>
                </a:lnTo>
                <a:cubicBezTo>
                  <a:pt x="359963" y="1203987"/>
                  <a:pt x="359430" y="1204283"/>
                  <a:pt x="358897" y="1204283"/>
                </a:cubicBezTo>
                <a:lnTo>
                  <a:pt x="337161" y="1204283"/>
                </a:lnTo>
                <a:cubicBezTo>
                  <a:pt x="336628" y="1204283"/>
                  <a:pt x="336154" y="1203987"/>
                  <a:pt x="335858" y="1203513"/>
                </a:cubicBezTo>
                <a:lnTo>
                  <a:pt x="325020" y="1184679"/>
                </a:lnTo>
                <a:cubicBezTo>
                  <a:pt x="324724" y="1184206"/>
                  <a:pt x="324724" y="1183613"/>
                  <a:pt x="325020" y="1183139"/>
                </a:cubicBezTo>
                <a:lnTo>
                  <a:pt x="335918" y="1164306"/>
                </a:lnTo>
                <a:cubicBezTo>
                  <a:pt x="336154" y="1163832"/>
                  <a:pt x="336688" y="1163536"/>
                  <a:pt x="337220" y="1163536"/>
                </a:cubicBezTo>
                <a:close/>
                <a:moveTo>
                  <a:pt x="4462426" y="1163121"/>
                </a:moveTo>
                <a:lnTo>
                  <a:pt x="4484635" y="1163121"/>
                </a:lnTo>
                <a:cubicBezTo>
                  <a:pt x="4485169" y="1163121"/>
                  <a:pt x="4485702" y="1163417"/>
                  <a:pt x="4485998" y="1163891"/>
                </a:cubicBezTo>
                <a:lnTo>
                  <a:pt x="4497073" y="1183139"/>
                </a:lnTo>
                <a:cubicBezTo>
                  <a:pt x="4497369" y="1183613"/>
                  <a:pt x="4497369" y="1184205"/>
                  <a:pt x="4497073" y="1184679"/>
                </a:cubicBezTo>
                <a:lnTo>
                  <a:pt x="4485998" y="1203927"/>
                </a:lnTo>
                <a:cubicBezTo>
                  <a:pt x="4485702" y="1204401"/>
                  <a:pt x="4485169" y="1204697"/>
                  <a:pt x="4484635" y="1204697"/>
                </a:cubicBezTo>
                <a:lnTo>
                  <a:pt x="4462426" y="1204697"/>
                </a:lnTo>
                <a:cubicBezTo>
                  <a:pt x="4461893" y="1204697"/>
                  <a:pt x="4461360" y="1204401"/>
                  <a:pt x="4461064" y="1203927"/>
                </a:cubicBezTo>
                <a:lnTo>
                  <a:pt x="4449989" y="1184679"/>
                </a:lnTo>
                <a:cubicBezTo>
                  <a:pt x="4449693" y="1184205"/>
                  <a:pt x="4449693" y="1183613"/>
                  <a:pt x="4449989" y="1183139"/>
                </a:cubicBezTo>
                <a:lnTo>
                  <a:pt x="4461064" y="1163891"/>
                </a:lnTo>
                <a:cubicBezTo>
                  <a:pt x="4461360" y="1163417"/>
                  <a:pt x="4461893" y="1163121"/>
                  <a:pt x="4462426" y="1163121"/>
                </a:cubicBezTo>
                <a:close/>
                <a:moveTo>
                  <a:pt x="2230528" y="1162943"/>
                </a:moveTo>
                <a:lnTo>
                  <a:pt x="2252915" y="1162943"/>
                </a:lnTo>
                <a:cubicBezTo>
                  <a:pt x="2253448" y="1162943"/>
                  <a:pt x="2253981" y="1163239"/>
                  <a:pt x="2254277" y="1163713"/>
                </a:cubicBezTo>
                <a:lnTo>
                  <a:pt x="2265471" y="1183139"/>
                </a:lnTo>
                <a:cubicBezTo>
                  <a:pt x="2265767" y="1183613"/>
                  <a:pt x="2265767" y="1184264"/>
                  <a:pt x="2265471" y="1184738"/>
                </a:cubicBezTo>
                <a:lnTo>
                  <a:pt x="2254277" y="1204164"/>
                </a:lnTo>
                <a:cubicBezTo>
                  <a:pt x="2253981" y="1204638"/>
                  <a:pt x="2253448" y="1204934"/>
                  <a:pt x="2252915" y="1204934"/>
                </a:cubicBezTo>
                <a:lnTo>
                  <a:pt x="2230528" y="1204934"/>
                </a:lnTo>
                <a:cubicBezTo>
                  <a:pt x="2229995" y="1204934"/>
                  <a:pt x="2229462" y="1204638"/>
                  <a:pt x="2229166" y="1204164"/>
                </a:cubicBezTo>
                <a:lnTo>
                  <a:pt x="2217972" y="1184738"/>
                </a:lnTo>
                <a:cubicBezTo>
                  <a:pt x="2217676" y="1184264"/>
                  <a:pt x="2217676" y="1183613"/>
                  <a:pt x="2217972" y="1183139"/>
                </a:cubicBezTo>
                <a:lnTo>
                  <a:pt x="2229166" y="1163713"/>
                </a:lnTo>
                <a:cubicBezTo>
                  <a:pt x="2229462" y="1163239"/>
                  <a:pt x="2229995" y="1162943"/>
                  <a:pt x="2230528" y="1162943"/>
                </a:cubicBezTo>
                <a:close/>
                <a:moveTo>
                  <a:pt x="3853592" y="1162825"/>
                </a:moveTo>
                <a:lnTo>
                  <a:pt x="3876097" y="1162825"/>
                </a:lnTo>
                <a:cubicBezTo>
                  <a:pt x="3876631" y="1162825"/>
                  <a:pt x="3877164" y="1163121"/>
                  <a:pt x="3877460" y="1163595"/>
                </a:cubicBezTo>
                <a:lnTo>
                  <a:pt x="3888712" y="1183080"/>
                </a:lnTo>
                <a:cubicBezTo>
                  <a:pt x="3889009" y="1183554"/>
                  <a:pt x="3889009" y="1184205"/>
                  <a:pt x="3888712" y="1184679"/>
                </a:cubicBezTo>
                <a:lnTo>
                  <a:pt x="3877460" y="1204164"/>
                </a:lnTo>
                <a:cubicBezTo>
                  <a:pt x="3877164" y="1204638"/>
                  <a:pt x="3876631" y="1204934"/>
                  <a:pt x="3876097" y="1204934"/>
                </a:cubicBezTo>
                <a:lnTo>
                  <a:pt x="3853592" y="1204934"/>
                </a:lnTo>
                <a:cubicBezTo>
                  <a:pt x="3853059" y="1204934"/>
                  <a:pt x="3852526" y="1204638"/>
                  <a:pt x="3852230" y="1204164"/>
                </a:cubicBezTo>
                <a:lnTo>
                  <a:pt x="3840977" y="1184679"/>
                </a:lnTo>
                <a:cubicBezTo>
                  <a:pt x="3840681" y="1184205"/>
                  <a:pt x="3840681" y="1183554"/>
                  <a:pt x="3840977" y="1183080"/>
                </a:cubicBezTo>
                <a:lnTo>
                  <a:pt x="3852230" y="1163595"/>
                </a:lnTo>
                <a:cubicBezTo>
                  <a:pt x="3852526" y="1163121"/>
                  <a:pt x="3853059" y="1162825"/>
                  <a:pt x="3853592" y="1162825"/>
                </a:cubicBezTo>
                <a:close/>
                <a:moveTo>
                  <a:pt x="3920634" y="1161818"/>
                </a:moveTo>
                <a:lnTo>
                  <a:pt x="3944265" y="1161818"/>
                </a:lnTo>
                <a:cubicBezTo>
                  <a:pt x="3944858" y="1161818"/>
                  <a:pt x="3945391" y="1162114"/>
                  <a:pt x="3945686" y="1162647"/>
                </a:cubicBezTo>
                <a:lnTo>
                  <a:pt x="3957473" y="1183139"/>
                </a:lnTo>
                <a:cubicBezTo>
                  <a:pt x="3957768" y="1183613"/>
                  <a:pt x="3957768" y="1184264"/>
                  <a:pt x="3957473" y="1184797"/>
                </a:cubicBezTo>
                <a:lnTo>
                  <a:pt x="3945628" y="1205289"/>
                </a:lnTo>
                <a:cubicBezTo>
                  <a:pt x="3945331" y="1205822"/>
                  <a:pt x="3944798" y="1206118"/>
                  <a:pt x="3944206" y="1206118"/>
                </a:cubicBezTo>
                <a:lnTo>
                  <a:pt x="3920575" y="1206118"/>
                </a:lnTo>
                <a:cubicBezTo>
                  <a:pt x="3919983" y="1206118"/>
                  <a:pt x="3919450" y="1205822"/>
                  <a:pt x="3919154" y="1205289"/>
                </a:cubicBezTo>
                <a:lnTo>
                  <a:pt x="3907368" y="1184797"/>
                </a:lnTo>
                <a:cubicBezTo>
                  <a:pt x="3907072" y="1184323"/>
                  <a:pt x="3907072" y="1183672"/>
                  <a:pt x="3907368" y="1183139"/>
                </a:cubicBezTo>
                <a:lnTo>
                  <a:pt x="3919213" y="1162647"/>
                </a:lnTo>
                <a:cubicBezTo>
                  <a:pt x="3919509" y="1162114"/>
                  <a:pt x="3920042" y="1161818"/>
                  <a:pt x="3920634" y="1161818"/>
                </a:cubicBezTo>
                <a:close/>
                <a:moveTo>
                  <a:pt x="4596867" y="1161581"/>
                </a:moveTo>
                <a:lnTo>
                  <a:pt x="4620735" y="1161581"/>
                </a:lnTo>
                <a:cubicBezTo>
                  <a:pt x="4621327" y="1161581"/>
                  <a:pt x="4621919" y="1161877"/>
                  <a:pt x="4622216" y="1162410"/>
                </a:cubicBezTo>
                <a:lnTo>
                  <a:pt x="4634120" y="1183080"/>
                </a:lnTo>
                <a:cubicBezTo>
                  <a:pt x="4634416" y="1183554"/>
                  <a:pt x="4634416" y="1184205"/>
                  <a:pt x="4634120" y="1184738"/>
                </a:cubicBezTo>
                <a:lnTo>
                  <a:pt x="4622216" y="1205408"/>
                </a:lnTo>
                <a:cubicBezTo>
                  <a:pt x="4621860" y="1205881"/>
                  <a:pt x="4621327" y="1206237"/>
                  <a:pt x="4620735" y="1206237"/>
                </a:cubicBezTo>
                <a:lnTo>
                  <a:pt x="4596867" y="1206237"/>
                </a:lnTo>
                <a:cubicBezTo>
                  <a:pt x="4596275" y="1206237"/>
                  <a:pt x="4595682" y="1205941"/>
                  <a:pt x="4595387" y="1205408"/>
                </a:cubicBezTo>
                <a:lnTo>
                  <a:pt x="4583482" y="1184738"/>
                </a:lnTo>
                <a:cubicBezTo>
                  <a:pt x="4583186" y="1184264"/>
                  <a:pt x="4583186" y="1183613"/>
                  <a:pt x="4583482" y="1183080"/>
                </a:cubicBezTo>
                <a:lnTo>
                  <a:pt x="4595387" y="1162410"/>
                </a:lnTo>
                <a:cubicBezTo>
                  <a:pt x="4595742" y="1161936"/>
                  <a:pt x="4596275" y="1161581"/>
                  <a:pt x="4596867" y="1161581"/>
                </a:cubicBezTo>
                <a:close/>
                <a:moveTo>
                  <a:pt x="2702730" y="1160693"/>
                </a:moveTo>
                <a:lnTo>
                  <a:pt x="2727546" y="1160693"/>
                </a:lnTo>
                <a:cubicBezTo>
                  <a:pt x="2728197" y="1160693"/>
                  <a:pt x="2728789" y="1161048"/>
                  <a:pt x="2729086" y="1161581"/>
                </a:cubicBezTo>
                <a:lnTo>
                  <a:pt x="2741523" y="1183080"/>
                </a:lnTo>
                <a:cubicBezTo>
                  <a:pt x="2741819" y="1183613"/>
                  <a:pt x="2741819" y="1184324"/>
                  <a:pt x="2741523" y="1184857"/>
                </a:cubicBezTo>
                <a:lnTo>
                  <a:pt x="2729086" y="1206355"/>
                </a:lnTo>
                <a:cubicBezTo>
                  <a:pt x="2728730" y="1206889"/>
                  <a:pt x="2728138" y="1207244"/>
                  <a:pt x="2727546" y="1207244"/>
                </a:cubicBezTo>
                <a:lnTo>
                  <a:pt x="2702730" y="1207244"/>
                </a:lnTo>
                <a:cubicBezTo>
                  <a:pt x="2702079" y="1207244"/>
                  <a:pt x="2701486" y="1206889"/>
                  <a:pt x="2701190" y="1206355"/>
                </a:cubicBezTo>
                <a:lnTo>
                  <a:pt x="2688753" y="1184857"/>
                </a:lnTo>
                <a:cubicBezTo>
                  <a:pt x="2688457" y="1184324"/>
                  <a:pt x="2688457" y="1183613"/>
                  <a:pt x="2688753" y="1183080"/>
                </a:cubicBezTo>
                <a:lnTo>
                  <a:pt x="2701190" y="1161581"/>
                </a:lnTo>
                <a:cubicBezTo>
                  <a:pt x="2701546" y="1161048"/>
                  <a:pt x="2702138" y="1160693"/>
                  <a:pt x="2702730" y="1160693"/>
                </a:cubicBezTo>
                <a:close/>
                <a:moveTo>
                  <a:pt x="2634977" y="1160456"/>
                </a:moveTo>
                <a:lnTo>
                  <a:pt x="2660029" y="1160456"/>
                </a:lnTo>
                <a:cubicBezTo>
                  <a:pt x="2660680" y="1160456"/>
                  <a:pt x="2661273" y="1160811"/>
                  <a:pt x="2661569" y="1161345"/>
                </a:cubicBezTo>
                <a:lnTo>
                  <a:pt x="2674065" y="1183080"/>
                </a:lnTo>
                <a:cubicBezTo>
                  <a:pt x="2674361" y="1183613"/>
                  <a:pt x="2674361" y="1184324"/>
                  <a:pt x="2674065" y="1184857"/>
                </a:cubicBezTo>
                <a:lnTo>
                  <a:pt x="2661509" y="1206592"/>
                </a:lnTo>
                <a:cubicBezTo>
                  <a:pt x="2661154" y="1207125"/>
                  <a:pt x="2660621" y="1207481"/>
                  <a:pt x="2659969" y="1207481"/>
                </a:cubicBezTo>
                <a:lnTo>
                  <a:pt x="2634917" y="1207481"/>
                </a:lnTo>
                <a:cubicBezTo>
                  <a:pt x="2634266" y="1207481"/>
                  <a:pt x="2633674" y="1207125"/>
                  <a:pt x="2633377" y="1206592"/>
                </a:cubicBezTo>
                <a:lnTo>
                  <a:pt x="2620881" y="1184857"/>
                </a:lnTo>
                <a:cubicBezTo>
                  <a:pt x="2620585" y="1184324"/>
                  <a:pt x="2620585" y="1183613"/>
                  <a:pt x="2620881" y="1183080"/>
                </a:cubicBezTo>
                <a:lnTo>
                  <a:pt x="2633437" y="1161345"/>
                </a:lnTo>
                <a:cubicBezTo>
                  <a:pt x="2633792" y="1160811"/>
                  <a:pt x="2634325" y="1160456"/>
                  <a:pt x="2634977" y="1160456"/>
                </a:cubicBezTo>
                <a:close/>
                <a:moveTo>
                  <a:pt x="4663436" y="1159627"/>
                </a:moveTo>
                <a:lnTo>
                  <a:pt x="4689377" y="1159627"/>
                </a:lnTo>
                <a:cubicBezTo>
                  <a:pt x="4690028" y="1159627"/>
                  <a:pt x="4690620" y="1159923"/>
                  <a:pt x="4690976" y="1160515"/>
                </a:cubicBezTo>
                <a:lnTo>
                  <a:pt x="4703946" y="1182962"/>
                </a:lnTo>
                <a:cubicBezTo>
                  <a:pt x="4704301" y="1183554"/>
                  <a:pt x="4704301" y="1184205"/>
                  <a:pt x="4703946" y="1184798"/>
                </a:cubicBezTo>
                <a:lnTo>
                  <a:pt x="4690976" y="1207244"/>
                </a:lnTo>
                <a:cubicBezTo>
                  <a:pt x="4690620" y="1207777"/>
                  <a:pt x="4690028" y="1208132"/>
                  <a:pt x="4689377" y="1208132"/>
                </a:cubicBezTo>
                <a:lnTo>
                  <a:pt x="4663436" y="1208132"/>
                </a:lnTo>
                <a:cubicBezTo>
                  <a:pt x="4662785" y="1208132"/>
                  <a:pt x="4662192" y="1207836"/>
                  <a:pt x="4661837" y="1207244"/>
                </a:cubicBezTo>
                <a:lnTo>
                  <a:pt x="4648867" y="1184798"/>
                </a:lnTo>
                <a:cubicBezTo>
                  <a:pt x="4648511" y="1184205"/>
                  <a:pt x="4648511" y="1183554"/>
                  <a:pt x="4648867" y="1182962"/>
                </a:cubicBezTo>
                <a:lnTo>
                  <a:pt x="4661837" y="1160515"/>
                </a:lnTo>
                <a:cubicBezTo>
                  <a:pt x="4662192" y="1159982"/>
                  <a:pt x="4662785" y="1159627"/>
                  <a:pt x="4663436" y="1159627"/>
                </a:cubicBezTo>
                <a:close/>
                <a:moveTo>
                  <a:pt x="4798647" y="1159508"/>
                </a:moveTo>
                <a:lnTo>
                  <a:pt x="4824706" y="1159508"/>
                </a:lnTo>
                <a:cubicBezTo>
                  <a:pt x="4825357" y="1159508"/>
                  <a:pt x="4825949" y="1159864"/>
                  <a:pt x="4826305" y="1160456"/>
                </a:cubicBezTo>
                <a:lnTo>
                  <a:pt x="4839334" y="1183020"/>
                </a:lnTo>
                <a:cubicBezTo>
                  <a:pt x="4839690" y="1183554"/>
                  <a:pt x="4839690" y="1184264"/>
                  <a:pt x="4839334" y="1184856"/>
                </a:cubicBezTo>
                <a:lnTo>
                  <a:pt x="4826305" y="1207421"/>
                </a:lnTo>
                <a:cubicBezTo>
                  <a:pt x="4825949" y="1208013"/>
                  <a:pt x="4825357" y="1208369"/>
                  <a:pt x="4824706" y="1208369"/>
                </a:cubicBezTo>
                <a:lnTo>
                  <a:pt x="4798647" y="1208369"/>
                </a:lnTo>
                <a:cubicBezTo>
                  <a:pt x="4797995" y="1208369"/>
                  <a:pt x="4797403" y="1208013"/>
                  <a:pt x="4797047" y="1207421"/>
                </a:cubicBezTo>
                <a:lnTo>
                  <a:pt x="4784018" y="1184856"/>
                </a:lnTo>
                <a:cubicBezTo>
                  <a:pt x="4783663" y="1184323"/>
                  <a:pt x="4783663" y="1183613"/>
                  <a:pt x="4784018" y="1183020"/>
                </a:cubicBezTo>
                <a:lnTo>
                  <a:pt x="4797047" y="1160456"/>
                </a:lnTo>
                <a:cubicBezTo>
                  <a:pt x="4797403" y="1159864"/>
                  <a:pt x="4797995" y="1159508"/>
                  <a:pt x="4798647" y="1159508"/>
                </a:cubicBezTo>
                <a:close/>
                <a:moveTo>
                  <a:pt x="4866163" y="1159331"/>
                </a:moveTo>
                <a:lnTo>
                  <a:pt x="4892460" y="1159331"/>
                </a:lnTo>
                <a:cubicBezTo>
                  <a:pt x="4893111" y="1159331"/>
                  <a:pt x="4893703" y="1159686"/>
                  <a:pt x="4894058" y="1160279"/>
                </a:cubicBezTo>
                <a:lnTo>
                  <a:pt x="4907207" y="1183021"/>
                </a:lnTo>
                <a:cubicBezTo>
                  <a:pt x="4907562" y="1183554"/>
                  <a:pt x="4907562" y="1184265"/>
                  <a:pt x="4907207" y="1184857"/>
                </a:cubicBezTo>
                <a:lnTo>
                  <a:pt x="4894058" y="1207600"/>
                </a:lnTo>
                <a:cubicBezTo>
                  <a:pt x="4893703" y="1208192"/>
                  <a:pt x="4893111" y="1208547"/>
                  <a:pt x="4892460" y="1208547"/>
                </a:cubicBezTo>
                <a:lnTo>
                  <a:pt x="4866163" y="1208547"/>
                </a:lnTo>
                <a:cubicBezTo>
                  <a:pt x="4865512" y="1208547"/>
                  <a:pt x="4864920" y="1208192"/>
                  <a:pt x="4864564" y="1207600"/>
                </a:cubicBezTo>
                <a:lnTo>
                  <a:pt x="4851416" y="1184857"/>
                </a:lnTo>
                <a:cubicBezTo>
                  <a:pt x="4851061" y="1184324"/>
                  <a:pt x="4851061" y="1183613"/>
                  <a:pt x="4851416" y="1183021"/>
                </a:cubicBezTo>
                <a:lnTo>
                  <a:pt x="4864564" y="1160279"/>
                </a:lnTo>
                <a:cubicBezTo>
                  <a:pt x="4864920" y="1159686"/>
                  <a:pt x="4865512" y="1159331"/>
                  <a:pt x="4866163" y="1159331"/>
                </a:cubicBezTo>
                <a:close/>
                <a:moveTo>
                  <a:pt x="4730301" y="1158205"/>
                </a:moveTo>
                <a:lnTo>
                  <a:pt x="4757782" y="1158205"/>
                </a:lnTo>
                <a:cubicBezTo>
                  <a:pt x="4758433" y="1158205"/>
                  <a:pt x="4759085" y="1158561"/>
                  <a:pt x="4759440" y="1159153"/>
                </a:cubicBezTo>
                <a:lnTo>
                  <a:pt x="4773180" y="1182961"/>
                </a:lnTo>
                <a:cubicBezTo>
                  <a:pt x="4773535" y="1183554"/>
                  <a:pt x="4773535" y="1184323"/>
                  <a:pt x="4773180" y="1184916"/>
                </a:cubicBezTo>
                <a:lnTo>
                  <a:pt x="4759440" y="1208724"/>
                </a:lnTo>
                <a:cubicBezTo>
                  <a:pt x="4759085" y="1209316"/>
                  <a:pt x="4758493" y="1209672"/>
                  <a:pt x="4757782" y="1209672"/>
                </a:cubicBezTo>
                <a:lnTo>
                  <a:pt x="4730301" y="1209672"/>
                </a:lnTo>
                <a:cubicBezTo>
                  <a:pt x="4729650" y="1209672"/>
                  <a:pt x="4728998" y="1209316"/>
                  <a:pt x="4728643" y="1208724"/>
                </a:cubicBezTo>
                <a:lnTo>
                  <a:pt x="4714902" y="1184916"/>
                </a:lnTo>
                <a:cubicBezTo>
                  <a:pt x="4714547" y="1184323"/>
                  <a:pt x="4714547" y="1183554"/>
                  <a:pt x="4714902" y="1182961"/>
                </a:cubicBezTo>
                <a:lnTo>
                  <a:pt x="4728643" y="1159153"/>
                </a:lnTo>
                <a:cubicBezTo>
                  <a:pt x="4728998" y="1158561"/>
                  <a:pt x="4729591" y="1158205"/>
                  <a:pt x="4730301" y="1158205"/>
                </a:cubicBezTo>
                <a:close/>
                <a:moveTo>
                  <a:pt x="886296" y="1120065"/>
                </a:moveTo>
                <a:lnTo>
                  <a:pt x="891923" y="1120065"/>
                </a:lnTo>
                <a:cubicBezTo>
                  <a:pt x="892100" y="1120065"/>
                  <a:pt x="892278" y="1120243"/>
                  <a:pt x="892278" y="1120243"/>
                </a:cubicBezTo>
                <a:lnTo>
                  <a:pt x="895062" y="1125099"/>
                </a:lnTo>
                <a:cubicBezTo>
                  <a:pt x="895121" y="1125218"/>
                  <a:pt x="895062" y="1125514"/>
                  <a:pt x="895062" y="1125514"/>
                </a:cubicBezTo>
                <a:lnTo>
                  <a:pt x="892219" y="1130370"/>
                </a:lnTo>
                <a:cubicBezTo>
                  <a:pt x="892160" y="1130488"/>
                  <a:pt x="891864" y="1130548"/>
                  <a:pt x="891864" y="1130548"/>
                </a:cubicBezTo>
                <a:lnTo>
                  <a:pt x="886237" y="1130548"/>
                </a:lnTo>
                <a:cubicBezTo>
                  <a:pt x="886060" y="1130548"/>
                  <a:pt x="885882" y="1130370"/>
                  <a:pt x="885882" y="1130370"/>
                </a:cubicBezTo>
                <a:lnTo>
                  <a:pt x="883098" y="1125514"/>
                </a:lnTo>
                <a:cubicBezTo>
                  <a:pt x="883039" y="1125395"/>
                  <a:pt x="883098" y="1125099"/>
                  <a:pt x="883098" y="1125099"/>
                </a:cubicBezTo>
                <a:lnTo>
                  <a:pt x="885941" y="1120243"/>
                </a:lnTo>
                <a:cubicBezTo>
                  <a:pt x="886000" y="1120124"/>
                  <a:pt x="886296" y="1120065"/>
                  <a:pt x="886296" y="1120065"/>
                </a:cubicBezTo>
                <a:close/>
                <a:moveTo>
                  <a:pt x="3523234" y="1118821"/>
                </a:moveTo>
                <a:lnTo>
                  <a:pt x="3530164" y="1118821"/>
                </a:lnTo>
                <a:cubicBezTo>
                  <a:pt x="3530342" y="1118821"/>
                  <a:pt x="3530578" y="1119058"/>
                  <a:pt x="3530578" y="1119058"/>
                </a:cubicBezTo>
                <a:lnTo>
                  <a:pt x="3534072" y="1125099"/>
                </a:lnTo>
                <a:cubicBezTo>
                  <a:pt x="3534191" y="1125217"/>
                  <a:pt x="3534072" y="1125573"/>
                  <a:pt x="3534072" y="1125573"/>
                </a:cubicBezTo>
                <a:lnTo>
                  <a:pt x="3530578" y="1131614"/>
                </a:lnTo>
                <a:cubicBezTo>
                  <a:pt x="3530519" y="1131732"/>
                  <a:pt x="3530164" y="1131851"/>
                  <a:pt x="3530164" y="1131851"/>
                </a:cubicBezTo>
                <a:lnTo>
                  <a:pt x="3523234" y="1131851"/>
                </a:lnTo>
                <a:cubicBezTo>
                  <a:pt x="3523057" y="1131851"/>
                  <a:pt x="3522820" y="1131614"/>
                  <a:pt x="3522820" y="1131614"/>
                </a:cubicBezTo>
                <a:lnTo>
                  <a:pt x="3519325" y="1125573"/>
                </a:lnTo>
                <a:cubicBezTo>
                  <a:pt x="3519208" y="1125454"/>
                  <a:pt x="3519325" y="1125099"/>
                  <a:pt x="3519325" y="1125099"/>
                </a:cubicBezTo>
                <a:lnTo>
                  <a:pt x="3522820" y="1119058"/>
                </a:lnTo>
                <a:cubicBezTo>
                  <a:pt x="3522879" y="1118940"/>
                  <a:pt x="3523234" y="1118821"/>
                  <a:pt x="3523234" y="1118821"/>
                </a:cubicBezTo>
                <a:close/>
                <a:moveTo>
                  <a:pt x="2777235" y="1114971"/>
                </a:moveTo>
                <a:lnTo>
                  <a:pt x="2788251" y="1114971"/>
                </a:lnTo>
                <a:cubicBezTo>
                  <a:pt x="2788488" y="1114971"/>
                  <a:pt x="2788902" y="1115386"/>
                  <a:pt x="2788902" y="1115386"/>
                </a:cubicBezTo>
                <a:lnTo>
                  <a:pt x="2794410" y="1124921"/>
                </a:lnTo>
                <a:cubicBezTo>
                  <a:pt x="2794529" y="1125158"/>
                  <a:pt x="2794410" y="1125691"/>
                  <a:pt x="2794410" y="1125691"/>
                </a:cubicBezTo>
                <a:lnTo>
                  <a:pt x="2788902" y="1135226"/>
                </a:lnTo>
                <a:cubicBezTo>
                  <a:pt x="2788784" y="1135463"/>
                  <a:pt x="2788251" y="1135641"/>
                  <a:pt x="2788251" y="1135641"/>
                </a:cubicBezTo>
                <a:lnTo>
                  <a:pt x="2777235" y="1135641"/>
                </a:lnTo>
                <a:cubicBezTo>
                  <a:pt x="2776998" y="1135641"/>
                  <a:pt x="2776583" y="1135226"/>
                  <a:pt x="2776583" y="1135226"/>
                </a:cubicBezTo>
                <a:lnTo>
                  <a:pt x="2771076" y="1125691"/>
                </a:lnTo>
                <a:cubicBezTo>
                  <a:pt x="2770957" y="1125454"/>
                  <a:pt x="2771076" y="1124921"/>
                  <a:pt x="2771076" y="1124921"/>
                </a:cubicBezTo>
                <a:lnTo>
                  <a:pt x="2776583" y="1115386"/>
                </a:lnTo>
                <a:cubicBezTo>
                  <a:pt x="2776702" y="1115149"/>
                  <a:pt x="2777235" y="1114971"/>
                  <a:pt x="2777235" y="1114971"/>
                </a:cubicBezTo>
                <a:close/>
                <a:moveTo>
                  <a:pt x="4265028" y="1114793"/>
                </a:moveTo>
                <a:lnTo>
                  <a:pt x="4276281" y="1114793"/>
                </a:lnTo>
                <a:cubicBezTo>
                  <a:pt x="4276578" y="1114793"/>
                  <a:pt x="4276992" y="1115208"/>
                  <a:pt x="4276992" y="1115208"/>
                </a:cubicBezTo>
                <a:lnTo>
                  <a:pt x="4282618" y="1124980"/>
                </a:lnTo>
                <a:cubicBezTo>
                  <a:pt x="4282737" y="1125217"/>
                  <a:pt x="4282618" y="1125750"/>
                  <a:pt x="4282618" y="1125750"/>
                </a:cubicBezTo>
                <a:lnTo>
                  <a:pt x="4276992" y="1135522"/>
                </a:lnTo>
                <a:cubicBezTo>
                  <a:pt x="4276814" y="1135759"/>
                  <a:pt x="4276281" y="1135936"/>
                  <a:pt x="4276281" y="1135936"/>
                </a:cubicBezTo>
                <a:lnTo>
                  <a:pt x="4265028" y="1135936"/>
                </a:lnTo>
                <a:cubicBezTo>
                  <a:pt x="4264733" y="1135936"/>
                  <a:pt x="4264318" y="1135522"/>
                  <a:pt x="4264318" y="1135522"/>
                </a:cubicBezTo>
                <a:lnTo>
                  <a:pt x="4258692" y="1125750"/>
                </a:lnTo>
                <a:cubicBezTo>
                  <a:pt x="4258573" y="1125513"/>
                  <a:pt x="4258692" y="1124980"/>
                  <a:pt x="4258692" y="1124980"/>
                </a:cubicBezTo>
                <a:lnTo>
                  <a:pt x="4264318" y="1115208"/>
                </a:lnTo>
                <a:cubicBezTo>
                  <a:pt x="4264496" y="1114971"/>
                  <a:pt x="4265028" y="1114793"/>
                  <a:pt x="4265028" y="1114793"/>
                </a:cubicBezTo>
                <a:close/>
                <a:moveTo>
                  <a:pt x="4331834" y="1113194"/>
                </a:moveTo>
                <a:lnTo>
                  <a:pt x="4344745" y="1113194"/>
                </a:lnTo>
                <a:cubicBezTo>
                  <a:pt x="4345041" y="1113194"/>
                  <a:pt x="4345515" y="1113668"/>
                  <a:pt x="4345515" y="1113668"/>
                </a:cubicBezTo>
                <a:lnTo>
                  <a:pt x="4351971" y="1124861"/>
                </a:lnTo>
                <a:cubicBezTo>
                  <a:pt x="4352148" y="1125098"/>
                  <a:pt x="4351971" y="1125750"/>
                  <a:pt x="4351971" y="1125750"/>
                </a:cubicBezTo>
                <a:lnTo>
                  <a:pt x="4345515" y="1136943"/>
                </a:lnTo>
                <a:cubicBezTo>
                  <a:pt x="4345397" y="1137239"/>
                  <a:pt x="4345041" y="1137417"/>
                  <a:pt x="4344745" y="1137417"/>
                </a:cubicBezTo>
                <a:lnTo>
                  <a:pt x="4331834" y="1137417"/>
                </a:lnTo>
                <a:cubicBezTo>
                  <a:pt x="4331538" y="1137417"/>
                  <a:pt x="4331064" y="1136943"/>
                  <a:pt x="4331064" y="1136943"/>
                </a:cubicBezTo>
                <a:lnTo>
                  <a:pt x="4324609" y="1125750"/>
                </a:lnTo>
                <a:cubicBezTo>
                  <a:pt x="4324431" y="1125513"/>
                  <a:pt x="4324609" y="1124861"/>
                  <a:pt x="4324609" y="1124861"/>
                </a:cubicBezTo>
                <a:lnTo>
                  <a:pt x="4331064" y="1113668"/>
                </a:lnTo>
                <a:cubicBezTo>
                  <a:pt x="4331183" y="1113372"/>
                  <a:pt x="4331538" y="1113194"/>
                  <a:pt x="4331834" y="1113194"/>
                </a:cubicBezTo>
                <a:close/>
                <a:moveTo>
                  <a:pt x="3723119" y="1113194"/>
                </a:moveTo>
                <a:lnTo>
                  <a:pt x="3736031" y="1113194"/>
                </a:lnTo>
                <a:cubicBezTo>
                  <a:pt x="3736326" y="1113194"/>
                  <a:pt x="3736801" y="1113668"/>
                  <a:pt x="3736801" y="1113668"/>
                </a:cubicBezTo>
                <a:lnTo>
                  <a:pt x="3743256" y="1124861"/>
                </a:lnTo>
                <a:cubicBezTo>
                  <a:pt x="3743434" y="1125098"/>
                  <a:pt x="3743256" y="1125750"/>
                  <a:pt x="3743256" y="1125750"/>
                </a:cubicBezTo>
                <a:lnTo>
                  <a:pt x="3736801" y="1136943"/>
                </a:lnTo>
                <a:cubicBezTo>
                  <a:pt x="3736682" y="1137239"/>
                  <a:pt x="3736326" y="1137417"/>
                  <a:pt x="3736031" y="1137417"/>
                </a:cubicBezTo>
                <a:lnTo>
                  <a:pt x="3723119" y="1137417"/>
                </a:lnTo>
                <a:cubicBezTo>
                  <a:pt x="3722824" y="1137417"/>
                  <a:pt x="3722349" y="1136943"/>
                  <a:pt x="3722349" y="1136943"/>
                </a:cubicBezTo>
                <a:lnTo>
                  <a:pt x="3715894" y="1125750"/>
                </a:lnTo>
                <a:cubicBezTo>
                  <a:pt x="3715716" y="1125513"/>
                  <a:pt x="3715894" y="1124861"/>
                  <a:pt x="3715894" y="1124861"/>
                </a:cubicBezTo>
                <a:lnTo>
                  <a:pt x="3722349" y="1113668"/>
                </a:lnTo>
                <a:cubicBezTo>
                  <a:pt x="3722468" y="1113372"/>
                  <a:pt x="3722824" y="1113194"/>
                  <a:pt x="3723119" y="1113194"/>
                </a:cubicBezTo>
                <a:close/>
                <a:moveTo>
                  <a:pt x="4195795" y="1111773"/>
                </a:moveTo>
                <a:lnTo>
                  <a:pt x="4210246" y="1111773"/>
                </a:lnTo>
                <a:cubicBezTo>
                  <a:pt x="4210601" y="1111773"/>
                  <a:pt x="4210956" y="1112010"/>
                  <a:pt x="4211134" y="1112306"/>
                </a:cubicBezTo>
                <a:lnTo>
                  <a:pt x="4218360" y="1124862"/>
                </a:lnTo>
                <a:cubicBezTo>
                  <a:pt x="4218537" y="1125158"/>
                  <a:pt x="4218537" y="1125573"/>
                  <a:pt x="4218360" y="1125869"/>
                </a:cubicBezTo>
                <a:lnTo>
                  <a:pt x="4211134" y="1138424"/>
                </a:lnTo>
                <a:cubicBezTo>
                  <a:pt x="4210956" y="1138780"/>
                  <a:pt x="4210601" y="1138957"/>
                  <a:pt x="4210246" y="1138957"/>
                </a:cubicBezTo>
                <a:lnTo>
                  <a:pt x="4195795" y="1138957"/>
                </a:lnTo>
                <a:cubicBezTo>
                  <a:pt x="4195439" y="1138957"/>
                  <a:pt x="4195085" y="1138721"/>
                  <a:pt x="4194907" y="1138424"/>
                </a:cubicBezTo>
                <a:lnTo>
                  <a:pt x="4187681" y="1125869"/>
                </a:lnTo>
                <a:cubicBezTo>
                  <a:pt x="4187504" y="1125573"/>
                  <a:pt x="4187504" y="1125158"/>
                  <a:pt x="4187681" y="1124862"/>
                </a:cubicBezTo>
                <a:lnTo>
                  <a:pt x="4194907" y="1112306"/>
                </a:lnTo>
                <a:cubicBezTo>
                  <a:pt x="4195085" y="1111951"/>
                  <a:pt x="4195439" y="1111773"/>
                  <a:pt x="4195795" y="1111773"/>
                </a:cubicBezTo>
                <a:close/>
                <a:moveTo>
                  <a:pt x="3653885" y="1110233"/>
                </a:moveTo>
                <a:lnTo>
                  <a:pt x="3669994" y="1110233"/>
                </a:lnTo>
                <a:cubicBezTo>
                  <a:pt x="3670408" y="1110233"/>
                  <a:pt x="3670823" y="1110470"/>
                  <a:pt x="3671001" y="1110825"/>
                </a:cubicBezTo>
                <a:lnTo>
                  <a:pt x="3679056" y="1124802"/>
                </a:lnTo>
                <a:cubicBezTo>
                  <a:pt x="3679233" y="1125158"/>
                  <a:pt x="3679233" y="1125572"/>
                  <a:pt x="3679056" y="1125928"/>
                </a:cubicBezTo>
                <a:lnTo>
                  <a:pt x="3671001" y="1139905"/>
                </a:lnTo>
                <a:cubicBezTo>
                  <a:pt x="3670764" y="1140260"/>
                  <a:pt x="3670408" y="1140497"/>
                  <a:pt x="3669994" y="1140497"/>
                </a:cubicBezTo>
                <a:lnTo>
                  <a:pt x="3653885" y="1140497"/>
                </a:lnTo>
                <a:cubicBezTo>
                  <a:pt x="3653470" y="1140497"/>
                  <a:pt x="3653056" y="1140260"/>
                  <a:pt x="3652878" y="1139905"/>
                </a:cubicBezTo>
                <a:lnTo>
                  <a:pt x="3644823" y="1125928"/>
                </a:lnTo>
                <a:cubicBezTo>
                  <a:pt x="3644646" y="1125572"/>
                  <a:pt x="3644646" y="1125158"/>
                  <a:pt x="3644823" y="1124802"/>
                </a:cubicBezTo>
                <a:lnTo>
                  <a:pt x="3652878" y="1110825"/>
                </a:lnTo>
                <a:cubicBezTo>
                  <a:pt x="3653115" y="1110470"/>
                  <a:pt x="3653470" y="1110233"/>
                  <a:pt x="3653885" y="1110233"/>
                </a:cubicBezTo>
                <a:close/>
                <a:moveTo>
                  <a:pt x="2436276" y="1109819"/>
                </a:moveTo>
                <a:lnTo>
                  <a:pt x="2452859" y="1109819"/>
                </a:lnTo>
                <a:cubicBezTo>
                  <a:pt x="2453274" y="1109819"/>
                  <a:pt x="2453629" y="1110056"/>
                  <a:pt x="2453866" y="1110411"/>
                </a:cubicBezTo>
                <a:lnTo>
                  <a:pt x="2462158" y="1124744"/>
                </a:lnTo>
                <a:cubicBezTo>
                  <a:pt x="2462394" y="1125099"/>
                  <a:pt x="2462394" y="1125573"/>
                  <a:pt x="2462158" y="1125928"/>
                </a:cubicBezTo>
                <a:lnTo>
                  <a:pt x="2453866" y="1140261"/>
                </a:lnTo>
                <a:cubicBezTo>
                  <a:pt x="2453629" y="1140616"/>
                  <a:pt x="2453274" y="1140853"/>
                  <a:pt x="2452859" y="1140853"/>
                </a:cubicBezTo>
                <a:lnTo>
                  <a:pt x="2436276" y="1140853"/>
                </a:lnTo>
                <a:cubicBezTo>
                  <a:pt x="2435862" y="1140853"/>
                  <a:pt x="2435506" y="1140616"/>
                  <a:pt x="2435269" y="1140261"/>
                </a:cubicBezTo>
                <a:lnTo>
                  <a:pt x="2426978" y="1125928"/>
                </a:lnTo>
                <a:cubicBezTo>
                  <a:pt x="2426741" y="1125573"/>
                  <a:pt x="2426741" y="1125099"/>
                  <a:pt x="2426978" y="1124744"/>
                </a:cubicBezTo>
                <a:lnTo>
                  <a:pt x="2435269" y="1110411"/>
                </a:lnTo>
                <a:cubicBezTo>
                  <a:pt x="2435506" y="1110056"/>
                  <a:pt x="2435862" y="1109819"/>
                  <a:pt x="2436276" y="1109819"/>
                </a:cubicBezTo>
                <a:close/>
                <a:moveTo>
                  <a:pt x="948423" y="1109700"/>
                </a:moveTo>
                <a:lnTo>
                  <a:pt x="965065" y="1109700"/>
                </a:lnTo>
                <a:cubicBezTo>
                  <a:pt x="965480" y="1109700"/>
                  <a:pt x="965835" y="1109937"/>
                  <a:pt x="966072" y="1110292"/>
                </a:cubicBezTo>
                <a:lnTo>
                  <a:pt x="974423" y="1124743"/>
                </a:lnTo>
                <a:cubicBezTo>
                  <a:pt x="974660" y="1125098"/>
                  <a:pt x="974660" y="1125572"/>
                  <a:pt x="974423" y="1125928"/>
                </a:cubicBezTo>
                <a:lnTo>
                  <a:pt x="966072" y="1140379"/>
                </a:lnTo>
                <a:cubicBezTo>
                  <a:pt x="965895" y="1140734"/>
                  <a:pt x="965480" y="1140971"/>
                  <a:pt x="965065" y="1140971"/>
                </a:cubicBezTo>
                <a:lnTo>
                  <a:pt x="948423" y="1140971"/>
                </a:lnTo>
                <a:cubicBezTo>
                  <a:pt x="948009" y="1140971"/>
                  <a:pt x="947653" y="1140734"/>
                  <a:pt x="947416" y="1140379"/>
                </a:cubicBezTo>
                <a:lnTo>
                  <a:pt x="939066" y="1125928"/>
                </a:lnTo>
                <a:cubicBezTo>
                  <a:pt x="938829" y="1125572"/>
                  <a:pt x="938829" y="1125098"/>
                  <a:pt x="939066" y="1124743"/>
                </a:cubicBezTo>
                <a:lnTo>
                  <a:pt x="947416" y="1110292"/>
                </a:lnTo>
                <a:cubicBezTo>
                  <a:pt x="947594" y="1109937"/>
                  <a:pt x="948009" y="1109700"/>
                  <a:pt x="948423" y="1109700"/>
                </a:cubicBezTo>
                <a:close/>
                <a:moveTo>
                  <a:pt x="3585777" y="1109286"/>
                </a:moveTo>
                <a:lnTo>
                  <a:pt x="3602893" y="1109286"/>
                </a:lnTo>
                <a:cubicBezTo>
                  <a:pt x="3603366" y="1109286"/>
                  <a:pt x="3603721" y="1109523"/>
                  <a:pt x="3603958" y="1109878"/>
                </a:cubicBezTo>
                <a:lnTo>
                  <a:pt x="3612487" y="1124685"/>
                </a:lnTo>
                <a:cubicBezTo>
                  <a:pt x="3612724" y="1125040"/>
                  <a:pt x="3612724" y="1125514"/>
                  <a:pt x="3612487" y="1125869"/>
                </a:cubicBezTo>
                <a:lnTo>
                  <a:pt x="3603899" y="1140675"/>
                </a:lnTo>
                <a:cubicBezTo>
                  <a:pt x="3603662" y="1141031"/>
                  <a:pt x="3603248" y="1141268"/>
                  <a:pt x="3602833" y="1141268"/>
                </a:cubicBezTo>
                <a:lnTo>
                  <a:pt x="3585717" y="1141268"/>
                </a:lnTo>
                <a:cubicBezTo>
                  <a:pt x="3585243" y="1141268"/>
                  <a:pt x="3584888" y="1141031"/>
                  <a:pt x="3584651" y="1140675"/>
                </a:cubicBezTo>
                <a:lnTo>
                  <a:pt x="3576123" y="1125869"/>
                </a:lnTo>
                <a:cubicBezTo>
                  <a:pt x="3575886" y="1125514"/>
                  <a:pt x="3575886" y="1125040"/>
                  <a:pt x="3576123" y="1124685"/>
                </a:cubicBezTo>
                <a:lnTo>
                  <a:pt x="3584710" y="1109878"/>
                </a:lnTo>
                <a:cubicBezTo>
                  <a:pt x="3584947" y="1109523"/>
                  <a:pt x="3585362" y="1109286"/>
                  <a:pt x="3585777" y="1109286"/>
                </a:cubicBezTo>
                <a:close/>
                <a:moveTo>
                  <a:pt x="2503556" y="1109108"/>
                </a:moveTo>
                <a:lnTo>
                  <a:pt x="2520908" y="1109108"/>
                </a:lnTo>
                <a:cubicBezTo>
                  <a:pt x="2521323" y="1109108"/>
                  <a:pt x="2521738" y="1109345"/>
                  <a:pt x="2521974" y="1109700"/>
                </a:cubicBezTo>
                <a:lnTo>
                  <a:pt x="2530621" y="1124684"/>
                </a:lnTo>
                <a:cubicBezTo>
                  <a:pt x="2530858" y="1125099"/>
                  <a:pt x="2530858" y="1125573"/>
                  <a:pt x="2530621" y="1125928"/>
                </a:cubicBezTo>
                <a:lnTo>
                  <a:pt x="2521974" y="1140912"/>
                </a:lnTo>
                <a:cubicBezTo>
                  <a:pt x="2521738" y="1141267"/>
                  <a:pt x="2521323" y="1141504"/>
                  <a:pt x="2520908" y="1141504"/>
                </a:cubicBezTo>
                <a:lnTo>
                  <a:pt x="2503556" y="1141504"/>
                </a:lnTo>
                <a:cubicBezTo>
                  <a:pt x="2503141" y="1141504"/>
                  <a:pt x="2502726" y="1141267"/>
                  <a:pt x="2502490" y="1140912"/>
                </a:cubicBezTo>
                <a:lnTo>
                  <a:pt x="2493843" y="1125928"/>
                </a:lnTo>
                <a:cubicBezTo>
                  <a:pt x="2493606" y="1125513"/>
                  <a:pt x="2493606" y="1125040"/>
                  <a:pt x="2493843" y="1124684"/>
                </a:cubicBezTo>
                <a:lnTo>
                  <a:pt x="2502490" y="1109700"/>
                </a:lnTo>
                <a:cubicBezTo>
                  <a:pt x="2502726" y="1109345"/>
                  <a:pt x="2503141" y="1109108"/>
                  <a:pt x="2503556" y="1109108"/>
                </a:cubicBezTo>
                <a:close/>
                <a:moveTo>
                  <a:pt x="3788444" y="1108989"/>
                </a:moveTo>
                <a:lnTo>
                  <a:pt x="3805915" y="1108989"/>
                </a:lnTo>
                <a:cubicBezTo>
                  <a:pt x="3806330" y="1108989"/>
                  <a:pt x="3806744" y="1109226"/>
                  <a:pt x="3806982" y="1109581"/>
                </a:cubicBezTo>
                <a:lnTo>
                  <a:pt x="3815688" y="1124684"/>
                </a:lnTo>
                <a:cubicBezTo>
                  <a:pt x="3815925" y="1125098"/>
                  <a:pt x="3815925" y="1125572"/>
                  <a:pt x="3815688" y="1125927"/>
                </a:cubicBezTo>
                <a:lnTo>
                  <a:pt x="3806982" y="1141030"/>
                </a:lnTo>
                <a:cubicBezTo>
                  <a:pt x="3806744" y="1141385"/>
                  <a:pt x="3806330" y="1141622"/>
                  <a:pt x="3805915" y="1141622"/>
                </a:cubicBezTo>
                <a:lnTo>
                  <a:pt x="3788444" y="1141622"/>
                </a:lnTo>
                <a:cubicBezTo>
                  <a:pt x="3788029" y="1141622"/>
                  <a:pt x="3787615" y="1141385"/>
                  <a:pt x="3787378" y="1141030"/>
                </a:cubicBezTo>
                <a:lnTo>
                  <a:pt x="3778672" y="1125927"/>
                </a:lnTo>
                <a:cubicBezTo>
                  <a:pt x="3778435" y="1125513"/>
                  <a:pt x="3778435" y="1125039"/>
                  <a:pt x="3778672" y="1124684"/>
                </a:cubicBezTo>
                <a:lnTo>
                  <a:pt x="3787378" y="1109581"/>
                </a:lnTo>
                <a:cubicBezTo>
                  <a:pt x="3787615" y="1109226"/>
                  <a:pt x="3788029" y="1108989"/>
                  <a:pt x="3788444" y="1108989"/>
                </a:cubicBezTo>
                <a:close/>
                <a:moveTo>
                  <a:pt x="2367990" y="1108456"/>
                </a:moveTo>
                <a:lnTo>
                  <a:pt x="2385995" y="1108456"/>
                </a:lnTo>
                <a:cubicBezTo>
                  <a:pt x="2386468" y="1108456"/>
                  <a:pt x="2386883" y="1108693"/>
                  <a:pt x="2387120" y="1109108"/>
                </a:cubicBezTo>
                <a:lnTo>
                  <a:pt x="2396122" y="1124684"/>
                </a:lnTo>
                <a:cubicBezTo>
                  <a:pt x="2396359" y="1125039"/>
                  <a:pt x="2396359" y="1125513"/>
                  <a:pt x="2396122" y="1125927"/>
                </a:cubicBezTo>
                <a:lnTo>
                  <a:pt x="2387120" y="1141504"/>
                </a:lnTo>
                <a:cubicBezTo>
                  <a:pt x="2386883" y="1141918"/>
                  <a:pt x="2386468" y="1142155"/>
                  <a:pt x="2385995" y="1142155"/>
                </a:cubicBezTo>
                <a:lnTo>
                  <a:pt x="2367990" y="1142155"/>
                </a:lnTo>
                <a:cubicBezTo>
                  <a:pt x="2367516" y="1142155"/>
                  <a:pt x="2367102" y="1141918"/>
                  <a:pt x="2366865" y="1141504"/>
                </a:cubicBezTo>
                <a:lnTo>
                  <a:pt x="2357863" y="1125927"/>
                </a:lnTo>
                <a:cubicBezTo>
                  <a:pt x="2357626" y="1125572"/>
                  <a:pt x="2357626" y="1125098"/>
                  <a:pt x="2357863" y="1124684"/>
                </a:cubicBezTo>
                <a:lnTo>
                  <a:pt x="2366865" y="1109108"/>
                </a:lnTo>
                <a:cubicBezTo>
                  <a:pt x="2367102" y="1108693"/>
                  <a:pt x="2367516" y="1108456"/>
                  <a:pt x="2367990" y="1108456"/>
                </a:cubicBezTo>
                <a:close/>
                <a:moveTo>
                  <a:pt x="1015348" y="1108456"/>
                </a:moveTo>
                <a:lnTo>
                  <a:pt x="1033353" y="1108456"/>
                </a:lnTo>
                <a:cubicBezTo>
                  <a:pt x="1033827" y="1108456"/>
                  <a:pt x="1034241" y="1108693"/>
                  <a:pt x="1034478" y="1109108"/>
                </a:cubicBezTo>
                <a:lnTo>
                  <a:pt x="1043480" y="1124684"/>
                </a:lnTo>
                <a:cubicBezTo>
                  <a:pt x="1043717" y="1125039"/>
                  <a:pt x="1043717" y="1125513"/>
                  <a:pt x="1043480" y="1125927"/>
                </a:cubicBezTo>
                <a:lnTo>
                  <a:pt x="1034478" y="1141504"/>
                </a:lnTo>
                <a:cubicBezTo>
                  <a:pt x="1034241" y="1141918"/>
                  <a:pt x="1033827" y="1142155"/>
                  <a:pt x="1033353" y="1142155"/>
                </a:cubicBezTo>
                <a:lnTo>
                  <a:pt x="1015348" y="1142155"/>
                </a:lnTo>
                <a:cubicBezTo>
                  <a:pt x="1014875" y="1142155"/>
                  <a:pt x="1014460" y="1141918"/>
                  <a:pt x="1014223" y="1141504"/>
                </a:cubicBezTo>
                <a:lnTo>
                  <a:pt x="1005221" y="1125927"/>
                </a:lnTo>
                <a:cubicBezTo>
                  <a:pt x="1004984" y="1125572"/>
                  <a:pt x="1004984" y="1125098"/>
                  <a:pt x="1005221" y="1124684"/>
                </a:cubicBezTo>
                <a:lnTo>
                  <a:pt x="1014223" y="1109108"/>
                </a:lnTo>
                <a:cubicBezTo>
                  <a:pt x="1014460" y="1108693"/>
                  <a:pt x="1014875" y="1108456"/>
                  <a:pt x="1015348" y="1108456"/>
                </a:cubicBezTo>
                <a:close/>
                <a:moveTo>
                  <a:pt x="1150558" y="1108338"/>
                </a:moveTo>
                <a:lnTo>
                  <a:pt x="1168681" y="1108338"/>
                </a:lnTo>
                <a:cubicBezTo>
                  <a:pt x="1169155" y="1108338"/>
                  <a:pt x="1169570" y="1108575"/>
                  <a:pt x="1169807" y="1108989"/>
                </a:cubicBezTo>
                <a:lnTo>
                  <a:pt x="1178868" y="1124684"/>
                </a:lnTo>
                <a:cubicBezTo>
                  <a:pt x="1179105" y="1125099"/>
                  <a:pt x="1179105" y="1125573"/>
                  <a:pt x="1178868" y="1125987"/>
                </a:cubicBezTo>
                <a:lnTo>
                  <a:pt x="1169807" y="1141682"/>
                </a:lnTo>
                <a:cubicBezTo>
                  <a:pt x="1169570" y="1142096"/>
                  <a:pt x="1169155" y="1142333"/>
                  <a:pt x="1168681" y="1142333"/>
                </a:cubicBezTo>
                <a:lnTo>
                  <a:pt x="1150558" y="1142333"/>
                </a:lnTo>
                <a:cubicBezTo>
                  <a:pt x="1150084" y="1142333"/>
                  <a:pt x="1149670" y="1142096"/>
                  <a:pt x="1149433" y="1141682"/>
                </a:cubicBezTo>
                <a:lnTo>
                  <a:pt x="1140372" y="1125987"/>
                </a:lnTo>
                <a:cubicBezTo>
                  <a:pt x="1140135" y="1125573"/>
                  <a:pt x="1140135" y="1125099"/>
                  <a:pt x="1140372" y="1124684"/>
                </a:cubicBezTo>
                <a:lnTo>
                  <a:pt x="1149433" y="1108989"/>
                </a:lnTo>
                <a:cubicBezTo>
                  <a:pt x="1149670" y="1108575"/>
                  <a:pt x="1150084" y="1108338"/>
                  <a:pt x="1150558" y="1108338"/>
                </a:cubicBezTo>
                <a:close/>
                <a:moveTo>
                  <a:pt x="812383" y="1108338"/>
                </a:moveTo>
                <a:lnTo>
                  <a:pt x="830506" y="1108338"/>
                </a:lnTo>
                <a:cubicBezTo>
                  <a:pt x="830980" y="1108338"/>
                  <a:pt x="831395" y="1108575"/>
                  <a:pt x="831632" y="1108989"/>
                </a:cubicBezTo>
                <a:lnTo>
                  <a:pt x="840693" y="1124684"/>
                </a:lnTo>
                <a:cubicBezTo>
                  <a:pt x="840930" y="1125099"/>
                  <a:pt x="840930" y="1125573"/>
                  <a:pt x="840693" y="1125987"/>
                </a:cubicBezTo>
                <a:lnTo>
                  <a:pt x="831632" y="1141682"/>
                </a:lnTo>
                <a:cubicBezTo>
                  <a:pt x="831395" y="1142096"/>
                  <a:pt x="830980" y="1142333"/>
                  <a:pt x="830506" y="1142333"/>
                </a:cubicBezTo>
                <a:lnTo>
                  <a:pt x="812383" y="1142333"/>
                </a:lnTo>
                <a:cubicBezTo>
                  <a:pt x="811910" y="1142333"/>
                  <a:pt x="811495" y="1142096"/>
                  <a:pt x="811258" y="1141682"/>
                </a:cubicBezTo>
                <a:lnTo>
                  <a:pt x="802197" y="1125987"/>
                </a:lnTo>
                <a:cubicBezTo>
                  <a:pt x="801960" y="1125573"/>
                  <a:pt x="801960" y="1125099"/>
                  <a:pt x="802197" y="1124684"/>
                </a:cubicBezTo>
                <a:lnTo>
                  <a:pt x="811258" y="1108989"/>
                </a:lnTo>
                <a:cubicBezTo>
                  <a:pt x="811495" y="1108575"/>
                  <a:pt x="811910" y="1108338"/>
                  <a:pt x="812383" y="1108338"/>
                </a:cubicBezTo>
                <a:close/>
                <a:moveTo>
                  <a:pt x="677054" y="1108279"/>
                </a:moveTo>
                <a:lnTo>
                  <a:pt x="695296" y="1108279"/>
                </a:lnTo>
                <a:cubicBezTo>
                  <a:pt x="695770" y="1108279"/>
                  <a:pt x="696184" y="1108516"/>
                  <a:pt x="696421" y="1108931"/>
                </a:cubicBezTo>
                <a:lnTo>
                  <a:pt x="705542" y="1124684"/>
                </a:lnTo>
                <a:cubicBezTo>
                  <a:pt x="705779" y="1125099"/>
                  <a:pt x="705779" y="1125573"/>
                  <a:pt x="705542" y="1125987"/>
                </a:cubicBezTo>
                <a:lnTo>
                  <a:pt x="696421" y="1141741"/>
                </a:lnTo>
                <a:cubicBezTo>
                  <a:pt x="696184" y="1142156"/>
                  <a:pt x="695770" y="1142393"/>
                  <a:pt x="695296" y="1142393"/>
                </a:cubicBezTo>
                <a:lnTo>
                  <a:pt x="677054" y="1142393"/>
                </a:lnTo>
                <a:cubicBezTo>
                  <a:pt x="676581" y="1142393"/>
                  <a:pt x="676166" y="1142156"/>
                  <a:pt x="675929" y="1141741"/>
                </a:cubicBezTo>
                <a:lnTo>
                  <a:pt x="666809" y="1125987"/>
                </a:lnTo>
                <a:cubicBezTo>
                  <a:pt x="666572" y="1125573"/>
                  <a:pt x="666572" y="1125099"/>
                  <a:pt x="666809" y="1124684"/>
                </a:cubicBezTo>
                <a:lnTo>
                  <a:pt x="675929" y="1108931"/>
                </a:lnTo>
                <a:cubicBezTo>
                  <a:pt x="676166" y="1108516"/>
                  <a:pt x="676581" y="1108279"/>
                  <a:pt x="677054" y="1108279"/>
                </a:cubicBezTo>
                <a:close/>
                <a:moveTo>
                  <a:pt x="474090" y="1108042"/>
                </a:moveTo>
                <a:lnTo>
                  <a:pt x="492509" y="1108042"/>
                </a:lnTo>
                <a:cubicBezTo>
                  <a:pt x="492983" y="1108042"/>
                  <a:pt x="493398" y="1108279"/>
                  <a:pt x="493634" y="1108693"/>
                </a:cubicBezTo>
                <a:lnTo>
                  <a:pt x="502874" y="1124684"/>
                </a:lnTo>
                <a:cubicBezTo>
                  <a:pt x="503110" y="1125099"/>
                  <a:pt x="503110" y="1125573"/>
                  <a:pt x="502874" y="1125987"/>
                </a:cubicBezTo>
                <a:lnTo>
                  <a:pt x="493634" y="1141978"/>
                </a:lnTo>
                <a:cubicBezTo>
                  <a:pt x="493398" y="1142392"/>
                  <a:pt x="492983" y="1142629"/>
                  <a:pt x="492509" y="1142629"/>
                </a:cubicBezTo>
                <a:lnTo>
                  <a:pt x="474090" y="1142629"/>
                </a:lnTo>
                <a:cubicBezTo>
                  <a:pt x="473616" y="1142629"/>
                  <a:pt x="473202" y="1142392"/>
                  <a:pt x="472965" y="1141978"/>
                </a:cubicBezTo>
                <a:lnTo>
                  <a:pt x="463726" y="1125987"/>
                </a:lnTo>
                <a:cubicBezTo>
                  <a:pt x="463489" y="1125573"/>
                  <a:pt x="463489" y="1125099"/>
                  <a:pt x="463726" y="1124684"/>
                </a:cubicBezTo>
                <a:lnTo>
                  <a:pt x="472965" y="1108693"/>
                </a:lnTo>
                <a:cubicBezTo>
                  <a:pt x="473202" y="1108279"/>
                  <a:pt x="473616" y="1108042"/>
                  <a:pt x="474090" y="1108042"/>
                </a:cubicBezTo>
                <a:close/>
                <a:moveTo>
                  <a:pt x="1082746" y="1107923"/>
                </a:moveTo>
                <a:lnTo>
                  <a:pt x="1101284" y="1107923"/>
                </a:lnTo>
                <a:cubicBezTo>
                  <a:pt x="1101758" y="1107923"/>
                  <a:pt x="1102172" y="1108160"/>
                  <a:pt x="1102409" y="1108575"/>
                </a:cubicBezTo>
                <a:lnTo>
                  <a:pt x="1111648" y="1124625"/>
                </a:lnTo>
                <a:cubicBezTo>
                  <a:pt x="1111885" y="1125039"/>
                  <a:pt x="1111885" y="1125513"/>
                  <a:pt x="1111648" y="1125927"/>
                </a:cubicBezTo>
                <a:lnTo>
                  <a:pt x="1102350" y="1141977"/>
                </a:lnTo>
                <a:cubicBezTo>
                  <a:pt x="1102113" y="1142392"/>
                  <a:pt x="1101698" y="1142629"/>
                  <a:pt x="1101224" y="1142629"/>
                </a:cubicBezTo>
                <a:lnTo>
                  <a:pt x="1082687" y="1142629"/>
                </a:lnTo>
                <a:cubicBezTo>
                  <a:pt x="1082213" y="1142629"/>
                  <a:pt x="1081799" y="1142392"/>
                  <a:pt x="1081562" y="1141977"/>
                </a:cubicBezTo>
                <a:lnTo>
                  <a:pt x="1072323" y="1125927"/>
                </a:lnTo>
                <a:cubicBezTo>
                  <a:pt x="1072086" y="1125513"/>
                  <a:pt x="1072086" y="1125039"/>
                  <a:pt x="1072323" y="1124625"/>
                </a:cubicBezTo>
                <a:lnTo>
                  <a:pt x="1081621" y="1108575"/>
                </a:lnTo>
                <a:cubicBezTo>
                  <a:pt x="1081858" y="1108160"/>
                  <a:pt x="1082273" y="1107923"/>
                  <a:pt x="1082746" y="1107923"/>
                </a:cubicBezTo>
                <a:close/>
                <a:moveTo>
                  <a:pt x="4396567" y="1107864"/>
                </a:moveTo>
                <a:lnTo>
                  <a:pt x="4415223" y="1107864"/>
                </a:lnTo>
                <a:cubicBezTo>
                  <a:pt x="4415697" y="1107864"/>
                  <a:pt x="4416112" y="1108101"/>
                  <a:pt x="4416349" y="1108516"/>
                </a:cubicBezTo>
                <a:lnTo>
                  <a:pt x="4425647" y="1124684"/>
                </a:lnTo>
                <a:cubicBezTo>
                  <a:pt x="4425884" y="1125099"/>
                  <a:pt x="4425884" y="1125572"/>
                  <a:pt x="4425647" y="1125987"/>
                </a:cubicBezTo>
                <a:lnTo>
                  <a:pt x="4416290" y="1142155"/>
                </a:lnTo>
                <a:cubicBezTo>
                  <a:pt x="4416052" y="1142570"/>
                  <a:pt x="4415638" y="1142807"/>
                  <a:pt x="4415164" y="1142807"/>
                </a:cubicBezTo>
                <a:lnTo>
                  <a:pt x="4396509" y="1142807"/>
                </a:lnTo>
                <a:cubicBezTo>
                  <a:pt x="4396034" y="1142807"/>
                  <a:pt x="4395620" y="1142570"/>
                  <a:pt x="4395383" y="1142155"/>
                </a:cubicBezTo>
                <a:lnTo>
                  <a:pt x="4386085" y="1125987"/>
                </a:lnTo>
                <a:cubicBezTo>
                  <a:pt x="4385848" y="1125572"/>
                  <a:pt x="4385848" y="1125099"/>
                  <a:pt x="4386085" y="1124684"/>
                </a:cubicBezTo>
                <a:lnTo>
                  <a:pt x="4395442" y="1108516"/>
                </a:lnTo>
                <a:cubicBezTo>
                  <a:pt x="4395679" y="1108101"/>
                  <a:pt x="4396094" y="1107864"/>
                  <a:pt x="4396567" y="1107864"/>
                </a:cubicBezTo>
                <a:close/>
                <a:moveTo>
                  <a:pt x="2570540" y="1107864"/>
                </a:moveTo>
                <a:lnTo>
                  <a:pt x="2589196" y="1107864"/>
                </a:lnTo>
                <a:cubicBezTo>
                  <a:pt x="2589669" y="1107864"/>
                  <a:pt x="2590084" y="1108101"/>
                  <a:pt x="2590321" y="1108516"/>
                </a:cubicBezTo>
                <a:lnTo>
                  <a:pt x="2599619" y="1124684"/>
                </a:lnTo>
                <a:cubicBezTo>
                  <a:pt x="2599856" y="1125099"/>
                  <a:pt x="2599856" y="1125572"/>
                  <a:pt x="2599619" y="1125987"/>
                </a:cubicBezTo>
                <a:lnTo>
                  <a:pt x="2590262" y="1142155"/>
                </a:lnTo>
                <a:cubicBezTo>
                  <a:pt x="2590024" y="1142570"/>
                  <a:pt x="2589610" y="1142807"/>
                  <a:pt x="2589136" y="1142807"/>
                </a:cubicBezTo>
                <a:lnTo>
                  <a:pt x="2570480" y="1142807"/>
                </a:lnTo>
                <a:cubicBezTo>
                  <a:pt x="2570006" y="1142807"/>
                  <a:pt x="2569592" y="1142570"/>
                  <a:pt x="2569355" y="1142155"/>
                </a:cubicBezTo>
                <a:lnTo>
                  <a:pt x="2560057" y="1125987"/>
                </a:lnTo>
                <a:cubicBezTo>
                  <a:pt x="2559820" y="1125572"/>
                  <a:pt x="2559820" y="1125099"/>
                  <a:pt x="2560057" y="1124684"/>
                </a:cubicBezTo>
                <a:lnTo>
                  <a:pt x="2569414" y="1108516"/>
                </a:lnTo>
                <a:cubicBezTo>
                  <a:pt x="2569651" y="1108101"/>
                  <a:pt x="2570066" y="1107864"/>
                  <a:pt x="2570540" y="1107864"/>
                </a:cubicBezTo>
                <a:close/>
                <a:moveTo>
                  <a:pt x="744275" y="1107331"/>
                </a:moveTo>
                <a:lnTo>
                  <a:pt x="763463" y="1107331"/>
                </a:lnTo>
                <a:cubicBezTo>
                  <a:pt x="763937" y="1107331"/>
                  <a:pt x="764411" y="1107568"/>
                  <a:pt x="764648" y="1107983"/>
                </a:cubicBezTo>
                <a:lnTo>
                  <a:pt x="774242" y="1124625"/>
                </a:lnTo>
                <a:cubicBezTo>
                  <a:pt x="774479" y="1125039"/>
                  <a:pt x="774479" y="1125572"/>
                  <a:pt x="774242" y="1125987"/>
                </a:cubicBezTo>
                <a:lnTo>
                  <a:pt x="764648" y="1142629"/>
                </a:lnTo>
                <a:cubicBezTo>
                  <a:pt x="764411" y="1143044"/>
                  <a:pt x="763937" y="1143281"/>
                  <a:pt x="763463" y="1143281"/>
                </a:cubicBezTo>
                <a:lnTo>
                  <a:pt x="744275" y="1143281"/>
                </a:lnTo>
                <a:cubicBezTo>
                  <a:pt x="743801" y="1143281"/>
                  <a:pt x="743327" y="1143044"/>
                  <a:pt x="743090" y="1142629"/>
                </a:cubicBezTo>
                <a:lnTo>
                  <a:pt x="733496" y="1125987"/>
                </a:lnTo>
                <a:cubicBezTo>
                  <a:pt x="733259" y="1125572"/>
                  <a:pt x="733259" y="1125039"/>
                  <a:pt x="733496" y="1124625"/>
                </a:cubicBezTo>
                <a:lnTo>
                  <a:pt x="743090" y="1107983"/>
                </a:lnTo>
                <a:cubicBezTo>
                  <a:pt x="743327" y="1107568"/>
                  <a:pt x="743801" y="1107331"/>
                  <a:pt x="744275" y="1107331"/>
                </a:cubicBezTo>
                <a:close/>
                <a:moveTo>
                  <a:pt x="270770" y="1107213"/>
                </a:moveTo>
                <a:lnTo>
                  <a:pt x="290077" y="1107213"/>
                </a:lnTo>
                <a:cubicBezTo>
                  <a:pt x="290551" y="1107213"/>
                  <a:pt x="291025" y="1107509"/>
                  <a:pt x="291262" y="1107924"/>
                </a:cubicBezTo>
                <a:lnTo>
                  <a:pt x="300916" y="1124684"/>
                </a:lnTo>
                <a:cubicBezTo>
                  <a:pt x="301152" y="1125099"/>
                  <a:pt x="301152" y="1125632"/>
                  <a:pt x="300916" y="1126047"/>
                </a:cubicBezTo>
                <a:lnTo>
                  <a:pt x="291262" y="1142807"/>
                </a:lnTo>
                <a:cubicBezTo>
                  <a:pt x="291025" y="1143281"/>
                  <a:pt x="290551" y="1143518"/>
                  <a:pt x="290077" y="1143518"/>
                </a:cubicBezTo>
                <a:lnTo>
                  <a:pt x="270770" y="1143518"/>
                </a:lnTo>
                <a:cubicBezTo>
                  <a:pt x="270296" y="1143518"/>
                  <a:pt x="269822" y="1143222"/>
                  <a:pt x="269585" y="1142807"/>
                </a:cubicBezTo>
                <a:lnTo>
                  <a:pt x="259932" y="1126047"/>
                </a:lnTo>
                <a:cubicBezTo>
                  <a:pt x="259695" y="1125632"/>
                  <a:pt x="259695" y="1125099"/>
                  <a:pt x="259932" y="1124684"/>
                </a:cubicBezTo>
                <a:lnTo>
                  <a:pt x="269585" y="1107924"/>
                </a:lnTo>
                <a:cubicBezTo>
                  <a:pt x="269822" y="1107450"/>
                  <a:pt x="270296" y="1107213"/>
                  <a:pt x="270770" y="1107213"/>
                </a:cubicBezTo>
                <a:close/>
                <a:moveTo>
                  <a:pt x="4531423" y="1107094"/>
                </a:moveTo>
                <a:lnTo>
                  <a:pt x="4550849" y="1107094"/>
                </a:lnTo>
                <a:cubicBezTo>
                  <a:pt x="4551323" y="1107094"/>
                  <a:pt x="4551797" y="1107390"/>
                  <a:pt x="4552033" y="1107805"/>
                </a:cubicBezTo>
                <a:lnTo>
                  <a:pt x="4561746" y="1124625"/>
                </a:lnTo>
                <a:cubicBezTo>
                  <a:pt x="4561983" y="1125039"/>
                  <a:pt x="4561983" y="1125572"/>
                  <a:pt x="4561746" y="1125987"/>
                </a:cubicBezTo>
                <a:lnTo>
                  <a:pt x="4552033" y="1142807"/>
                </a:lnTo>
                <a:cubicBezTo>
                  <a:pt x="4551797" y="1143280"/>
                  <a:pt x="4551323" y="1143517"/>
                  <a:pt x="4550849" y="1143517"/>
                </a:cubicBezTo>
                <a:lnTo>
                  <a:pt x="4531423" y="1143517"/>
                </a:lnTo>
                <a:cubicBezTo>
                  <a:pt x="4530950" y="1143517"/>
                  <a:pt x="4530476" y="1143221"/>
                  <a:pt x="4530239" y="1142807"/>
                </a:cubicBezTo>
                <a:lnTo>
                  <a:pt x="4520526" y="1125987"/>
                </a:lnTo>
                <a:cubicBezTo>
                  <a:pt x="4520289" y="1125572"/>
                  <a:pt x="4520289" y="1125039"/>
                  <a:pt x="4520526" y="1124625"/>
                </a:cubicBezTo>
                <a:lnTo>
                  <a:pt x="4530239" y="1107805"/>
                </a:lnTo>
                <a:cubicBezTo>
                  <a:pt x="4530476" y="1107331"/>
                  <a:pt x="4530950" y="1107094"/>
                  <a:pt x="4531423" y="1107094"/>
                </a:cubicBezTo>
                <a:close/>
                <a:moveTo>
                  <a:pt x="1420388" y="1107035"/>
                </a:moveTo>
                <a:lnTo>
                  <a:pt x="1439933" y="1107035"/>
                </a:lnTo>
                <a:cubicBezTo>
                  <a:pt x="1440406" y="1107035"/>
                  <a:pt x="1440880" y="1107331"/>
                  <a:pt x="1441117" y="1107746"/>
                </a:cubicBezTo>
                <a:lnTo>
                  <a:pt x="1450889" y="1124684"/>
                </a:lnTo>
                <a:cubicBezTo>
                  <a:pt x="1451126" y="1125099"/>
                  <a:pt x="1451126" y="1125632"/>
                  <a:pt x="1450889" y="1126046"/>
                </a:cubicBezTo>
                <a:lnTo>
                  <a:pt x="1441117" y="1142985"/>
                </a:lnTo>
                <a:cubicBezTo>
                  <a:pt x="1440880" y="1143399"/>
                  <a:pt x="1440406" y="1143695"/>
                  <a:pt x="1439933" y="1143695"/>
                </a:cubicBezTo>
                <a:lnTo>
                  <a:pt x="1420388" y="1143695"/>
                </a:lnTo>
                <a:cubicBezTo>
                  <a:pt x="1419914" y="1143695"/>
                  <a:pt x="1419441" y="1143399"/>
                  <a:pt x="1419204" y="1142985"/>
                </a:cubicBezTo>
                <a:lnTo>
                  <a:pt x="1409432" y="1126046"/>
                </a:lnTo>
                <a:cubicBezTo>
                  <a:pt x="1409195" y="1125632"/>
                  <a:pt x="1409195" y="1125099"/>
                  <a:pt x="1409432" y="1124684"/>
                </a:cubicBezTo>
                <a:lnTo>
                  <a:pt x="1419204" y="1107746"/>
                </a:lnTo>
                <a:cubicBezTo>
                  <a:pt x="1419441" y="1107331"/>
                  <a:pt x="1419914" y="1107035"/>
                  <a:pt x="1420388" y="1107035"/>
                </a:cubicBezTo>
                <a:close/>
                <a:moveTo>
                  <a:pt x="1217483" y="1107035"/>
                </a:moveTo>
                <a:lnTo>
                  <a:pt x="1237028" y="1107035"/>
                </a:lnTo>
                <a:cubicBezTo>
                  <a:pt x="1237501" y="1107035"/>
                  <a:pt x="1237975" y="1107331"/>
                  <a:pt x="1238212" y="1107746"/>
                </a:cubicBezTo>
                <a:lnTo>
                  <a:pt x="1247984" y="1124684"/>
                </a:lnTo>
                <a:cubicBezTo>
                  <a:pt x="1248221" y="1125099"/>
                  <a:pt x="1248221" y="1125632"/>
                  <a:pt x="1247984" y="1126046"/>
                </a:cubicBezTo>
                <a:lnTo>
                  <a:pt x="1238212" y="1142985"/>
                </a:lnTo>
                <a:cubicBezTo>
                  <a:pt x="1237975" y="1143399"/>
                  <a:pt x="1237501" y="1143695"/>
                  <a:pt x="1237028" y="1143695"/>
                </a:cubicBezTo>
                <a:lnTo>
                  <a:pt x="1217483" y="1143695"/>
                </a:lnTo>
                <a:cubicBezTo>
                  <a:pt x="1217010" y="1143695"/>
                  <a:pt x="1216536" y="1143399"/>
                  <a:pt x="1216299" y="1142985"/>
                </a:cubicBezTo>
                <a:lnTo>
                  <a:pt x="1206527" y="1126046"/>
                </a:lnTo>
                <a:cubicBezTo>
                  <a:pt x="1206290" y="1125632"/>
                  <a:pt x="1206290" y="1125099"/>
                  <a:pt x="1206527" y="1124684"/>
                </a:cubicBezTo>
                <a:lnTo>
                  <a:pt x="1216299" y="1107746"/>
                </a:lnTo>
                <a:cubicBezTo>
                  <a:pt x="1216536" y="1107331"/>
                  <a:pt x="1217010" y="1107035"/>
                  <a:pt x="1217483" y="1107035"/>
                </a:cubicBezTo>
                <a:close/>
                <a:moveTo>
                  <a:pt x="1352694" y="1106917"/>
                </a:moveTo>
                <a:lnTo>
                  <a:pt x="1372356" y="1106917"/>
                </a:lnTo>
                <a:cubicBezTo>
                  <a:pt x="1372830" y="1106917"/>
                  <a:pt x="1373304" y="1107213"/>
                  <a:pt x="1373541" y="1107628"/>
                </a:cubicBezTo>
                <a:lnTo>
                  <a:pt x="1383372" y="1124625"/>
                </a:lnTo>
                <a:cubicBezTo>
                  <a:pt x="1383609" y="1125040"/>
                  <a:pt x="1383609" y="1125573"/>
                  <a:pt x="1383372" y="1125987"/>
                </a:cubicBezTo>
                <a:lnTo>
                  <a:pt x="1373541" y="1142985"/>
                </a:lnTo>
                <a:cubicBezTo>
                  <a:pt x="1373304" y="1143399"/>
                  <a:pt x="1372830" y="1143696"/>
                  <a:pt x="1372356" y="1143696"/>
                </a:cubicBezTo>
                <a:lnTo>
                  <a:pt x="1352694" y="1143696"/>
                </a:lnTo>
                <a:cubicBezTo>
                  <a:pt x="1352220" y="1143696"/>
                  <a:pt x="1351746" y="1143399"/>
                  <a:pt x="1351509" y="1142985"/>
                </a:cubicBezTo>
                <a:lnTo>
                  <a:pt x="1341678" y="1125987"/>
                </a:lnTo>
                <a:cubicBezTo>
                  <a:pt x="1341441" y="1125573"/>
                  <a:pt x="1341441" y="1125040"/>
                  <a:pt x="1341678" y="1124625"/>
                </a:cubicBezTo>
                <a:lnTo>
                  <a:pt x="1351509" y="1107628"/>
                </a:lnTo>
                <a:cubicBezTo>
                  <a:pt x="1351746" y="1107213"/>
                  <a:pt x="1352220" y="1106917"/>
                  <a:pt x="1352694" y="1106917"/>
                </a:cubicBezTo>
                <a:close/>
                <a:moveTo>
                  <a:pt x="541133" y="1106917"/>
                </a:moveTo>
                <a:lnTo>
                  <a:pt x="560795" y="1106917"/>
                </a:lnTo>
                <a:cubicBezTo>
                  <a:pt x="561269" y="1106917"/>
                  <a:pt x="561743" y="1107213"/>
                  <a:pt x="561980" y="1107628"/>
                </a:cubicBezTo>
                <a:lnTo>
                  <a:pt x="571811" y="1124625"/>
                </a:lnTo>
                <a:cubicBezTo>
                  <a:pt x="572048" y="1125040"/>
                  <a:pt x="572048" y="1125573"/>
                  <a:pt x="571811" y="1125987"/>
                </a:cubicBezTo>
                <a:lnTo>
                  <a:pt x="561980" y="1142985"/>
                </a:lnTo>
                <a:cubicBezTo>
                  <a:pt x="561743" y="1143399"/>
                  <a:pt x="561269" y="1143696"/>
                  <a:pt x="560795" y="1143696"/>
                </a:cubicBezTo>
                <a:lnTo>
                  <a:pt x="541133" y="1143696"/>
                </a:lnTo>
                <a:cubicBezTo>
                  <a:pt x="540659" y="1143696"/>
                  <a:pt x="540185" y="1143399"/>
                  <a:pt x="539948" y="1142985"/>
                </a:cubicBezTo>
                <a:lnTo>
                  <a:pt x="530117" y="1125987"/>
                </a:lnTo>
                <a:cubicBezTo>
                  <a:pt x="529880" y="1125573"/>
                  <a:pt x="529880" y="1125040"/>
                  <a:pt x="530117" y="1124625"/>
                </a:cubicBezTo>
                <a:lnTo>
                  <a:pt x="539948" y="1107628"/>
                </a:lnTo>
                <a:cubicBezTo>
                  <a:pt x="540185" y="1107213"/>
                  <a:pt x="540659" y="1106917"/>
                  <a:pt x="541133" y="1106917"/>
                </a:cubicBezTo>
                <a:close/>
                <a:moveTo>
                  <a:pt x="608590" y="1106680"/>
                </a:moveTo>
                <a:lnTo>
                  <a:pt x="628490" y="1106680"/>
                </a:lnTo>
                <a:cubicBezTo>
                  <a:pt x="628963" y="1106680"/>
                  <a:pt x="629437" y="1106976"/>
                  <a:pt x="629674" y="1107391"/>
                </a:cubicBezTo>
                <a:lnTo>
                  <a:pt x="639624" y="1124625"/>
                </a:lnTo>
                <a:cubicBezTo>
                  <a:pt x="639861" y="1125099"/>
                  <a:pt x="639861" y="1125632"/>
                  <a:pt x="639624" y="1126047"/>
                </a:cubicBezTo>
                <a:lnTo>
                  <a:pt x="629674" y="1143281"/>
                </a:lnTo>
                <a:cubicBezTo>
                  <a:pt x="629437" y="1143696"/>
                  <a:pt x="628963" y="1143992"/>
                  <a:pt x="628490" y="1143992"/>
                </a:cubicBezTo>
                <a:lnTo>
                  <a:pt x="608590" y="1143992"/>
                </a:lnTo>
                <a:cubicBezTo>
                  <a:pt x="608116" y="1143992"/>
                  <a:pt x="607642" y="1143696"/>
                  <a:pt x="607406" y="1143281"/>
                </a:cubicBezTo>
                <a:lnTo>
                  <a:pt x="597456" y="1126047"/>
                </a:lnTo>
                <a:cubicBezTo>
                  <a:pt x="597219" y="1125573"/>
                  <a:pt x="597219" y="1125040"/>
                  <a:pt x="597456" y="1124625"/>
                </a:cubicBezTo>
                <a:lnTo>
                  <a:pt x="607406" y="1107391"/>
                </a:lnTo>
                <a:cubicBezTo>
                  <a:pt x="607642" y="1106976"/>
                  <a:pt x="608116" y="1106680"/>
                  <a:pt x="608590" y="1106680"/>
                </a:cubicBezTo>
                <a:close/>
                <a:moveTo>
                  <a:pt x="405507" y="1106265"/>
                </a:moveTo>
                <a:lnTo>
                  <a:pt x="425821" y="1106265"/>
                </a:lnTo>
                <a:cubicBezTo>
                  <a:pt x="426355" y="1106265"/>
                  <a:pt x="426828" y="1106561"/>
                  <a:pt x="427065" y="1106976"/>
                </a:cubicBezTo>
                <a:lnTo>
                  <a:pt x="437193" y="1124566"/>
                </a:lnTo>
                <a:cubicBezTo>
                  <a:pt x="437430" y="1124980"/>
                  <a:pt x="437430" y="1125572"/>
                  <a:pt x="437193" y="1125987"/>
                </a:cubicBezTo>
                <a:lnTo>
                  <a:pt x="427006" y="1143577"/>
                </a:lnTo>
                <a:cubicBezTo>
                  <a:pt x="426769" y="1143991"/>
                  <a:pt x="426295" y="1144288"/>
                  <a:pt x="425762" y="1144288"/>
                </a:cubicBezTo>
                <a:lnTo>
                  <a:pt x="405448" y="1144288"/>
                </a:lnTo>
                <a:cubicBezTo>
                  <a:pt x="404915" y="1144288"/>
                  <a:pt x="404441" y="1143991"/>
                  <a:pt x="404204" y="1143577"/>
                </a:cubicBezTo>
                <a:lnTo>
                  <a:pt x="394077" y="1125987"/>
                </a:lnTo>
                <a:cubicBezTo>
                  <a:pt x="393840" y="1125572"/>
                  <a:pt x="393840" y="1124980"/>
                  <a:pt x="394077" y="1124566"/>
                </a:cubicBezTo>
                <a:lnTo>
                  <a:pt x="404263" y="1106976"/>
                </a:lnTo>
                <a:cubicBezTo>
                  <a:pt x="404501" y="1106561"/>
                  <a:pt x="404974" y="1106265"/>
                  <a:pt x="405507" y="1106265"/>
                </a:cubicBezTo>
                <a:close/>
                <a:moveTo>
                  <a:pt x="337872" y="1106265"/>
                </a:moveTo>
                <a:lnTo>
                  <a:pt x="358186" y="1106265"/>
                </a:lnTo>
                <a:cubicBezTo>
                  <a:pt x="358719" y="1106265"/>
                  <a:pt x="359193" y="1106561"/>
                  <a:pt x="359430" y="1106976"/>
                </a:cubicBezTo>
                <a:lnTo>
                  <a:pt x="369558" y="1124566"/>
                </a:lnTo>
                <a:cubicBezTo>
                  <a:pt x="369794" y="1124980"/>
                  <a:pt x="369794" y="1125572"/>
                  <a:pt x="369558" y="1125987"/>
                </a:cubicBezTo>
                <a:lnTo>
                  <a:pt x="359371" y="1143577"/>
                </a:lnTo>
                <a:cubicBezTo>
                  <a:pt x="359134" y="1143991"/>
                  <a:pt x="358660" y="1144288"/>
                  <a:pt x="358127" y="1144288"/>
                </a:cubicBezTo>
                <a:lnTo>
                  <a:pt x="337813" y="1144288"/>
                </a:lnTo>
                <a:cubicBezTo>
                  <a:pt x="337280" y="1144288"/>
                  <a:pt x="336806" y="1143991"/>
                  <a:pt x="336569" y="1143577"/>
                </a:cubicBezTo>
                <a:lnTo>
                  <a:pt x="326442" y="1125987"/>
                </a:lnTo>
                <a:cubicBezTo>
                  <a:pt x="326205" y="1125572"/>
                  <a:pt x="326205" y="1124980"/>
                  <a:pt x="326442" y="1124566"/>
                </a:cubicBezTo>
                <a:lnTo>
                  <a:pt x="336628" y="1106976"/>
                </a:lnTo>
                <a:cubicBezTo>
                  <a:pt x="336865" y="1106561"/>
                  <a:pt x="337339" y="1106265"/>
                  <a:pt x="337872" y="1106265"/>
                </a:cubicBezTo>
                <a:close/>
                <a:moveTo>
                  <a:pt x="4463314" y="1106206"/>
                </a:moveTo>
                <a:lnTo>
                  <a:pt x="4483747" y="1106206"/>
                </a:lnTo>
                <a:cubicBezTo>
                  <a:pt x="4484280" y="1106206"/>
                  <a:pt x="4484754" y="1106502"/>
                  <a:pt x="4484991" y="1106917"/>
                </a:cubicBezTo>
                <a:lnTo>
                  <a:pt x="4495177" y="1124625"/>
                </a:lnTo>
                <a:cubicBezTo>
                  <a:pt x="4495414" y="1125040"/>
                  <a:pt x="4495414" y="1125632"/>
                  <a:pt x="4495177" y="1126046"/>
                </a:cubicBezTo>
                <a:lnTo>
                  <a:pt x="4484931" y="1143755"/>
                </a:lnTo>
                <a:cubicBezTo>
                  <a:pt x="4484694" y="1144169"/>
                  <a:pt x="4484221" y="1144466"/>
                  <a:pt x="4483688" y="1144466"/>
                </a:cubicBezTo>
                <a:lnTo>
                  <a:pt x="4463255" y="1144466"/>
                </a:lnTo>
                <a:cubicBezTo>
                  <a:pt x="4462722" y="1144466"/>
                  <a:pt x="4462249" y="1144169"/>
                  <a:pt x="4462011" y="1143755"/>
                </a:cubicBezTo>
                <a:lnTo>
                  <a:pt x="4451825" y="1126046"/>
                </a:lnTo>
                <a:cubicBezTo>
                  <a:pt x="4451588" y="1125632"/>
                  <a:pt x="4451588" y="1125040"/>
                  <a:pt x="4451825" y="1124625"/>
                </a:cubicBezTo>
                <a:lnTo>
                  <a:pt x="4462071" y="1106917"/>
                </a:lnTo>
                <a:cubicBezTo>
                  <a:pt x="4462308" y="1106502"/>
                  <a:pt x="4462781" y="1106206"/>
                  <a:pt x="4463314" y="1106206"/>
                </a:cubicBezTo>
                <a:close/>
                <a:moveTo>
                  <a:pt x="2299051" y="1106087"/>
                </a:moveTo>
                <a:lnTo>
                  <a:pt x="2319603" y="1106087"/>
                </a:lnTo>
                <a:cubicBezTo>
                  <a:pt x="2320076" y="1106087"/>
                  <a:pt x="2320609" y="1106324"/>
                  <a:pt x="2320846" y="1106798"/>
                </a:cubicBezTo>
                <a:lnTo>
                  <a:pt x="2331092" y="1124565"/>
                </a:lnTo>
                <a:cubicBezTo>
                  <a:pt x="2331329" y="1125039"/>
                  <a:pt x="2331329" y="1125572"/>
                  <a:pt x="2331092" y="1126046"/>
                </a:cubicBezTo>
                <a:lnTo>
                  <a:pt x="2320846" y="1143813"/>
                </a:lnTo>
                <a:cubicBezTo>
                  <a:pt x="2320609" y="1144228"/>
                  <a:pt x="2320135" y="1144524"/>
                  <a:pt x="2319603" y="1144524"/>
                </a:cubicBezTo>
                <a:lnTo>
                  <a:pt x="2299051" y="1144524"/>
                </a:lnTo>
                <a:cubicBezTo>
                  <a:pt x="2298578" y="1144524"/>
                  <a:pt x="2298045" y="1144287"/>
                  <a:pt x="2297808" y="1143813"/>
                </a:cubicBezTo>
                <a:lnTo>
                  <a:pt x="2287562" y="1126046"/>
                </a:lnTo>
                <a:cubicBezTo>
                  <a:pt x="2287325" y="1125572"/>
                  <a:pt x="2287325" y="1125039"/>
                  <a:pt x="2287562" y="1124565"/>
                </a:cubicBezTo>
                <a:lnTo>
                  <a:pt x="2297808" y="1106798"/>
                </a:lnTo>
                <a:cubicBezTo>
                  <a:pt x="2298045" y="1106383"/>
                  <a:pt x="2298518" y="1106087"/>
                  <a:pt x="2299051" y="1106087"/>
                </a:cubicBezTo>
                <a:close/>
                <a:moveTo>
                  <a:pt x="1284585" y="1106087"/>
                </a:moveTo>
                <a:lnTo>
                  <a:pt x="1305137" y="1106087"/>
                </a:lnTo>
                <a:cubicBezTo>
                  <a:pt x="1305610" y="1106087"/>
                  <a:pt x="1306143" y="1106324"/>
                  <a:pt x="1306380" y="1106798"/>
                </a:cubicBezTo>
                <a:lnTo>
                  <a:pt x="1316626" y="1124565"/>
                </a:lnTo>
                <a:cubicBezTo>
                  <a:pt x="1316863" y="1125039"/>
                  <a:pt x="1316863" y="1125572"/>
                  <a:pt x="1316626" y="1126046"/>
                </a:cubicBezTo>
                <a:lnTo>
                  <a:pt x="1306380" y="1143813"/>
                </a:lnTo>
                <a:cubicBezTo>
                  <a:pt x="1306143" y="1144228"/>
                  <a:pt x="1305669" y="1144524"/>
                  <a:pt x="1305137" y="1144524"/>
                </a:cubicBezTo>
                <a:lnTo>
                  <a:pt x="1284585" y="1144524"/>
                </a:lnTo>
                <a:cubicBezTo>
                  <a:pt x="1284111" y="1144524"/>
                  <a:pt x="1283579" y="1144287"/>
                  <a:pt x="1283341" y="1143813"/>
                </a:cubicBezTo>
                <a:lnTo>
                  <a:pt x="1273096" y="1126046"/>
                </a:lnTo>
                <a:cubicBezTo>
                  <a:pt x="1272859" y="1125572"/>
                  <a:pt x="1272859" y="1125039"/>
                  <a:pt x="1273096" y="1124565"/>
                </a:cubicBezTo>
                <a:lnTo>
                  <a:pt x="1283341" y="1106798"/>
                </a:lnTo>
                <a:cubicBezTo>
                  <a:pt x="1283579" y="1106383"/>
                  <a:pt x="1284052" y="1106087"/>
                  <a:pt x="1284585" y="1106087"/>
                </a:cubicBezTo>
                <a:close/>
                <a:moveTo>
                  <a:pt x="2231239" y="1105673"/>
                </a:moveTo>
                <a:lnTo>
                  <a:pt x="2252205" y="1105673"/>
                </a:lnTo>
                <a:cubicBezTo>
                  <a:pt x="2252738" y="1105673"/>
                  <a:pt x="2253211" y="1105969"/>
                  <a:pt x="2253507" y="1106443"/>
                </a:cubicBezTo>
                <a:lnTo>
                  <a:pt x="2263990" y="1124625"/>
                </a:lnTo>
                <a:cubicBezTo>
                  <a:pt x="2264286" y="1125099"/>
                  <a:pt x="2264286" y="1125632"/>
                  <a:pt x="2263990" y="1126106"/>
                </a:cubicBezTo>
                <a:lnTo>
                  <a:pt x="2253507" y="1144288"/>
                </a:lnTo>
                <a:cubicBezTo>
                  <a:pt x="2253211" y="1144762"/>
                  <a:pt x="2252738" y="1145058"/>
                  <a:pt x="2252205" y="1145058"/>
                </a:cubicBezTo>
                <a:lnTo>
                  <a:pt x="2231239" y="1145058"/>
                </a:lnTo>
                <a:cubicBezTo>
                  <a:pt x="2230706" y="1145058"/>
                  <a:pt x="2230232" y="1144762"/>
                  <a:pt x="2229936" y="1144288"/>
                </a:cubicBezTo>
                <a:lnTo>
                  <a:pt x="2219453" y="1126106"/>
                </a:lnTo>
                <a:cubicBezTo>
                  <a:pt x="2219157" y="1125632"/>
                  <a:pt x="2219157" y="1125099"/>
                  <a:pt x="2219453" y="1124625"/>
                </a:cubicBezTo>
                <a:lnTo>
                  <a:pt x="2229936" y="1106443"/>
                </a:lnTo>
                <a:cubicBezTo>
                  <a:pt x="2230232" y="1105969"/>
                  <a:pt x="2230706" y="1105673"/>
                  <a:pt x="2231239" y="1105673"/>
                </a:cubicBezTo>
                <a:close/>
                <a:moveTo>
                  <a:pt x="2636871" y="1105436"/>
                </a:moveTo>
                <a:lnTo>
                  <a:pt x="2658074" y="1105436"/>
                </a:lnTo>
                <a:cubicBezTo>
                  <a:pt x="2658607" y="1105436"/>
                  <a:pt x="2659081" y="1105732"/>
                  <a:pt x="2659377" y="1106206"/>
                </a:cubicBezTo>
                <a:lnTo>
                  <a:pt x="2669978" y="1124566"/>
                </a:lnTo>
                <a:cubicBezTo>
                  <a:pt x="2670274" y="1124980"/>
                  <a:pt x="2670274" y="1125572"/>
                  <a:pt x="2669978" y="1126046"/>
                </a:cubicBezTo>
                <a:lnTo>
                  <a:pt x="2659377" y="1144406"/>
                </a:lnTo>
                <a:cubicBezTo>
                  <a:pt x="2659081" y="1144880"/>
                  <a:pt x="2658607" y="1145176"/>
                  <a:pt x="2658074" y="1145176"/>
                </a:cubicBezTo>
                <a:lnTo>
                  <a:pt x="2636871" y="1145176"/>
                </a:lnTo>
                <a:cubicBezTo>
                  <a:pt x="2636338" y="1145176"/>
                  <a:pt x="2635865" y="1144880"/>
                  <a:pt x="2635568" y="1144406"/>
                </a:cubicBezTo>
                <a:lnTo>
                  <a:pt x="2624967" y="1126046"/>
                </a:lnTo>
                <a:cubicBezTo>
                  <a:pt x="2624671" y="1125632"/>
                  <a:pt x="2624671" y="1125039"/>
                  <a:pt x="2624967" y="1124566"/>
                </a:cubicBezTo>
                <a:lnTo>
                  <a:pt x="2635568" y="1106206"/>
                </a:lnTo>
                <a:cubicBezTo>
                  <a:pt x="2635865" y="1105732"/>
                  <a:pt x="2636338" y="1105436"/>
                  <a:pt x="2636871" y="1105436"/>
                </a:cubicBezTo>
                <a:close/>
                <a:moveTo>
                  <a:pt x="4597045" y="1103304"/>
                </a:moveTo>
                <a:lnTo>
                  <a:pt x="4620557" y="1103304"/>
                </a:lnTo>
                <a:cubicBezTo>
                  <a:pt x="4621149" y="1103304"/>
                  <a:pt x="4621682" y="1103600"/>
                  <a:pt x="4621978" y="1104133"/>
                </a:cubicBezTo>
                <a:lnTo>
                  <a:pt x="4633705" y="1124507"/>
                </a:lnTo>
                <a:cubicBezTo>
                  <a:pt x="4634001" y="1125040"/>
                  <a:pt x="4634001" y="1125632"/>
                  <a:pt x="4633705" y="1126165"/>
                </a:cubicBezTo>
                <a:lnTo>
                  <a:pt x="4621919" y="1146538"/>
                </a:lnTo>
                <a:cubicBezTo>
                  <a:pt x="4621622" y="1147071"/>
                  <a:pt x="4621090" y="1147367"/>
                  <a:pt x="4620497" y="1147367"/>
                </a:cubicBezTo>
                <a:lnTo>
                  <a:pt x="4596985" y="1147367"/>
                </a:lnTo>
                <a:cubicBezTo>
                  <a:pt x="4596393" y="1147367"/>
                  <a:pt x="4595860" y="1147071"/>
                  <a:pt x="4595564" y="1146538"/>
                </a:cubicBezTo>
                <a:lnTo>
                  <a:pt x="4583837" y="1126165"/>
                </a:lnTo>
                <a:cubicBezTo>
                  <a:pt x="4583541" y="1125632"/>
                  <a:pt x="4583541" y="1125040"/>
                  <a:pt x="4583837" y="1124507"/>
                </a:cubicBezTo>
                <a:lnTo>
                  <a:pt x="4595623" y="1104133"/>
                </a:lnTo>
                <a:cubicBezTo>
                  <a:pt x="4595919" y="1103600"/>
                  <a:pt x="4596452" y="1103304"/>
                  <a:pt x="4597045" y="1103304"/>
                </a:cubicBezTo>
                <a:close/>
                <a:moveTo>
                  <a:pt x="3920339" y="1102593"/>
                </a:moveTo>
                <a:lnTo>
                  <a:pt x="3944621" y="1102593"/>
                </a:lnTo>
                <a:cubicBezTo>
                  <a:pt x="3945213" y="1102593"/>
                  <a:pt x="3945805" y="1102889"/>
                  <a:pt x="3946102" y="1103422"/>
                </a:cubicBezTo>
                <a:lnTo>
                  <a:pt x="3958243" y="1124447"/>
                </a:lnTo>
                <a:cubicBezTo>
                  <a:pt x="3958539" y="1124980"/>
                  <a:pt x="3958539" y="1125631"/>
                  <a:pt x="3958243" y="1126165"/>
                </a:cubicBezTo>
                <a:lnTo>
                  <a:pt x="3946102" y="1147189"/>
                </a:lnTo>
                <a:cubicBezTo>
                  <a:pt x="3945805" y="1147663"/>
                  <a:pt x="3945213" y="1148019"/>
                  <a:pt x="3944621" y="1148019"/>
                </a:cubicBezTo>
                <a:lnTo>
                  <a:pt x="3920339" y="1148019"/>
                </a:lnTo>
                <a:cubicBezTo>
                  <a:pt x="3919747" y="1148019"/>
                  <a:pt x="3919154" y="1147722"/>
                  <a:pt x="3918858" y="1147189"/>
                </a:cubicBezTo>
                <a:lnTo>
                  <a:pt x="3906717" y="1126165"/>
                </a:lnTo>
                <a:cubicBezTo>
                  <a:pt x="3906421" y="1125631"/>
                  <a:pt x="3906421" y="1124980"/>
                  <a:pt x="3906717" y="1124447"/>
                </a:cubicBezTo>
                <a:lnTo>
                  <a:pt x="3918858" y="1103422"/>
                </a:lnTo>
                <a:cubicBezTo>
                  <a:pt x="3919154" y="1102948"/>
                  <a:pt x="3919747" y="1102593"/>
                  <a:pt x="3920339" y="1102593"/>
                </a:cubicBezTo>
                <a:close/>
                <a:moveTo>
                  <a:pt x="4664206" y="1102475"/>
                </a:moveTo>
                <a:lnTo>
                  <a:pt x="4688607" y="1102475"/>
                </a:lnTo>
                <a:cubicBezTo>
                  <a:pt x="4689199" y="1102475"/>
                  <a:pt x="4689791" y="1102830"/>
                  <a:pt x="4690087" y="1103363"/>
                </a:cubicBezTo>
                <a:lnTo>
                  <a:pt x="4702287" y="1124507"/>
                </a:lnTo>
                <a:cubicBezTo>
                  <a:pt x="4702584" y="1125040"/>
                  <a:pt x="4702584" y="1125691"/>
                  <a:pt x="4702287" y="1126224"/>
                </a:cubicBezTo>
                <a:lnTo>
                  <a:pt x="4690087" y="1147368"/>
                </a:lnTo>
                <a:cubicBezTo>
                  <a:pt x="4689791" y="1147901"/>
                  <a:pt x="4689199" y="1148256"/>
                  <a:pt x="4688607" y="1148256"/>
                </a:cubicBezTo>
                <a:lnTo>
                  <a:pt x="4664206" y="1148256"/>
                </a:lnTo>
                <a:cubicBezTo>
                  <a:pt x="4663614" y="1148256"/>
                  <a:pt x="4663022" y="1147901"/>
                  <a:pt x="4662725" y="1147368"/>
                </a:cubicBezTo>
                <a:lnTo>
                  <a:pt x="4650525" y="1126224"/>
                </a:lnTo>
                <a:cubicBezTo>
                  <a:pt x="4650229" y="1125691"/>
                  <a:pt x="4650229" y="1125040"/>
                  <a:pt x="4650525" y="1124507"/>
                </a:cubicBezTo>
                <a:lnTo>
                  <a:pt x="4662725" y="1103363"/>
                </a:lnTo>
                <a:cubicBezTo>
                  <a:pt x="4663022" y="1102830"/>
                  <a:pt x="4663614" y="1102475"/>
                  <a:pt x="4664206" y="1102475"/>
                </a:cubicBezTo>
                <a:close/>
                <a:moveTo>
                  <a:pt x="2702849" y="1102356"/>
                </a:moveTo>
                <a:lnTo>
                  <a:pt x="2727367" y="1102356"/>
                </a:lnTo>
                <a:cubicBezTo>
                  <a:pt x="2727960" y="1102356"/>
                  <a:pt x="2728552" y="1102711"/>
                  <a:pt x="2728848" y="1103244"/>
                </a:cubicBezTo>
                <a:lnTo>
                  <a:pt x="2741108" y="1124447"/>
                </a:lnTo>
                <a:cubicBezTo>
                  <a:pt x="2741404" y="1124980"/>
                  <a:pt x="2741404" y="1125631"/>
                  <a:pt x="2741108" y="1126165"/>
                </a:cubicBezTo>
                <a:lnTo>
                  <a:pt x="2728848" y="1147367"/>
                </a:lnTo>
                <a:cubicBezTo>
                  <a:pt x="2728552" y="1147900"/>
                  <a:pt x="2727960" y="1148255"/>
                  <a:pt x="2727367" y="1148255"/>
                </a:cubicBezTo>
                <a:lnTo>
                  <a:pt x="2702849" y="1148255"/>
                </a:lnTo>
                <a:cubicBezTo>
                  <a:pt x="2702256" y="1148255"/>
                  <a:pt x="2701664" y="1147900"/>
                  <a:pt x="2701368" y="1147367"/>
                </a:cubicBezTo>
                <a:lnTo>
                  <a:pt x="2689108" y="1126165"/>
                </a:lnTo>
                <a:cubicBezTo>
                  <a:pt x="2688812" y="1125631"/>
                  <a:pt x="2688812" y="1124980"/>
                  <a:pt x="2689108" y="1124447"/>
                </a:cubicBezTo>
                <a:lnTo>
                  <a:pt x="2701368" y="1103244"/>
                </a:lnTo>
                <a:cubicBezTo>
                  <a:pt x="2701664" y="1102711"/>
                  <a:pt x="2702256" y="1102356"/>
                  <a:pt x="2702849" y="1102356"/>
                </a:cubicBezTo>
                <a:close/>
                <a:moveTo>
                  <a:pt x="4934628" y="1102238"/>
                </a:moveTo>
                <a:lnTo>
                  <a:pt x="4959265" y="1102238"/>
                </a:lnTo>
                <a:cubicBezTo>
                  <a:pt x="4959858" y="1102238"/>
                  <a:pt x="4960450" y="1102593"/>
                  <a:pt x="4960745" y="1103126"/>
                </a:cubicBezTo>
                <a:lnTo>
                  <a:pt x="4973065" y="1124447"/>
                </a:lnTo>
                <a:cubicBezTo>
                  <a:pt x="4973360" y="1124980"/>
                  <a:pt x="4973360" y="1125632"/>
                  <a:pt x="4973065" y="1126165"/>
                </a:cubicBezTo>
                <a:lnTo>
                  <a:pt x="4960745" y="1147486"/>
                </a:lnTo>
                <a:cubicBezTo>
                  <a:pt x="4960450" y="1148019"/>
                  <a:pt x="4959858" y="1148374"/>
                  <a:pt x="4959265" y="1148374"/>
                </a:cubicBezTo>
                <a:lnTo>
                  <a:pt x="4934628" y="1148374"/>
                </a:lnTo>
                <a:cubicBezTo>
                  <a:pt x="4934035" y="1148374"/>
                  <a:pt x="4933443" y="1148019"/>
                  <a:pt x="4933147" y="1147486"/>
                </a:cubicBezTo>
                <a:lnTo>
                  <a:pt x="4920828" y="1126165"/>
                </a:lnTo>
                <a:cubicBezTo>
                  <a:pt x="4920532" y="1125632"/>
                  <a:pt x="4920532" y="1124980"/>
                  <a:pt x="4920828" y="1124447"/>
                </a:cubicBezTo>
                <a:lnTo>
                  <a:pt x="4933147" y="1103126"/>
                </a:lnTo>
                <a:cubicBezTo>
                  <a:pt x="4933443" y="1102593"/>
                  <a:pt x="4934035" y="1102238"/>
                  <a:pt x="4934628" y="1102238"/>
                </a:cubicBezTo>
                <a:close/>
                <a:moveTo>
                  <a:pt x="3852466" y="1102178"/>
                </a:moveTo>
                <a:lnTo>
                  <a:pt x="3877223" y="1102178"/>
                </a:lnTo>
                <a:cubicBezTo>
                  <a:pt x="3877815" y="1102178"/>
                  <a:pt x="3878407" y="1102533"/>
                  <a:pt x="3878703" y="1103066"/>
                </a:cubicBezTo>
                <a:lnTo>
                  <a:pt x="3891081" y="1124506"/>
                </a:lnTo>
                <a:cubicBezTo>
                  <a:pt x="3891378" y="1125098"/>
                  <a:pt x="3891378" y="1125750"/>
                  <a:pt x="3891081" y="1126283"/>
                </a:cubicBezTo>
                <a:lnTo>
                  <a:pt x="3878703" y="1147722"/>
                </a:lnTo>
                <a:cubicBezTo>
                  <a:pt x="3878407" y="1148255"/>
                  <a:pt x="3877815" y="1148610"/>
                  <a:pt x="3877223" y="1148610"/>
                </a:cubicBezTo>
                <a:lnTo>
                  <a:pt x="3852466" y="1148610"/>
                </a:lnTo>
                <a:cubicBezTo>
                  <a:pt x="3851874" y="1148610"/>
                  <a:pt x="3851282" y="1148255"/>
                  <a:pt x="3850986" y="1147722"/>
                </a:cubicBezTo>
                <a:lnTo>
                  <a:pt x="3838608" y="1126283"/>
                </a:lnTo>
                <a:cubicBezTo>
                  <a:pt x="3838312" y="1125690"/>
                  <a:pt x="3838312" y="1125039"/>
                  <a:pt x="3838608" y="1124506"/>
                </a:cubicBezTo>
                <a:lnTo>
                  <a:pt x="3850986" y="1103066"/>
                </a:lnTo>
                <a:cubicBezTo>
                  <a:pt x="3851282" y="1102533"/>
                  <a:pt x="3851874" y="1102178"/>
                  <a:pt x="3852466" y="1102178"/>
                </a:cubicBezTo>
                <a:close/>
                <a:moveTo>
                  <a:pt x="4866756" y="1101764"/>
                </a:moveTo>
                <a:lnTo>
                  <a:pt x="4891926" y="1101764"/>
                </a:lnTo>
                <a:cubicBezTo>
                  <a:pt x="4892578" y="1101764"/>
                  <a:pt x="4893171" y="1102120"/>
                  <a:pt x="4893466" y="1102653"/>
                </a:cubicBezTo>
                <a:lnTo>
                  <a:pt x="4906022" y="1124447"/>
                </a:lnTo>
                <a:cubicBezTo>
                  <a:pt x="4906318" y="1124980"/>
                  <a:pt x="4906318" y="1125691"/>
                  <a:pt x="4906022" y="1126224"/>
                </a:cubicBezTo>
                <a:lnTo>
                  <a:pt x="4893407" y="1148019"/>
                </a:lnTo>
                <a:cubicBezTo>
                  <a:pt x="4893052" y="1148552"/>
                  <a:pt x="4892519" y="1148907"/>
                  <a:pt x="4891867" y="1148907"/>
                </a:cubicBezTo>
                <a:lnTo>
                  <a:pt x="4866696" y="1148907"/>
                </a:lnTo>
                <a:cubicBezTo>
                  <a:pt x="4866045" y="1148907"/>
                  <a:pt x="4865453" y="1148552"/>
                  <a:pt x="4865156" y="1148019"/>
                </a:cubicBezTo>
                <a:lnTo>
                  <a:pt x="4852601" y="1126224"/>
                </a:lnTo>
                <a:cubicBezTo>
                  <a:pt x="4852305" y="1125691"/>
                  <a:pt x="4852305" y="1124980"/>
                  <a:pt x="4852601" y="1124447"/>
                </a:cubicBezTo>
                <a:lnTo>
                  <a:pt x="4865216" y="1102653"/>
                </a:lnTo>
                <a:cubicBezTo>
                  <a:pt x="4865571" y="1102120"/>
                  <a:pt x="4866104" y="1101764"/>
                  <a:pt x="4866756" y="1101764"/>
                </a:cubicBezTo>
                <a:close/>
                <a:moveTo>
                  <a:pt x="4731248" y="1101408"/>
                </a:moveTo>
                <a:lnTo>
                  <a:pt x="4756775" y="1101408"/>
                </a:lnTo>
                <a:cubicBezTo>
                  <a:pt x="4757367" y="1101408"/>
                  <a:pt x="4757959" y="1101763"/>
                  <a:pt x="4758315" y="1102297"/>
                </a:cubicBezTo>
                <a:lnTo>
                  <a:pt x="4771048" y="1124387"/>
                </a:lnTo>
                <a:cubicBezTo>
                  <a:pt x="4771403" y="1124920"/>
                  <a:pt x="4771403" y="1125631"/>
                  <a:pt x="4771048" y="1126164"/>
                </a:cubicBezTo>
                <a:lnTo>
                  <a:pt x="4758315" y="1148255"/>
                </a:lnTo>
                <a:cubicBezTo>
                  <a:pt x="4758018" y="1148788"/>
                  <a:pt x="4757426" y="1149143"/>
                  <a:pt x="4756775" y="1149143"/>
                </a:cubicBezTo>
                <a:lnTo>
                  <a:pt x="4731248" y="1149143"/>
                </a:lnTo>
                <a:cubicBezTo>
                  <a:pt x="4730656" y="1149143"/>
                  <a:pt x="4730064" y="1148788"/>
                  <a:pt x="4729709" y="1148255"/>
                </a:cubicBezTo>
                <a:lnTo>
                  <a:pt x="4716976" y="1126164"/>
                </a:lnTo>
                <a:cubicBezTo>
                  <a:pt x="4716620" y="1125631"/>
                  <a:pt x="4716620" y="1124920"/>
                  <a:pt x="4716976" y="1124387"/>
                </a:cubicBezTo>
                <a:lnTo>
                  <a:pt x="4729709" y="1102297"/>
                </a:lnTo>
                <a:cubicBezTo>
                  <a:pt x="4730005" y="1101763"/>
                  <a:pt x="4730597" y="1101408"/>
                  <a:pt x="4731248" y="1101408"/>
                </a:cubicBezTo>
                <a:close/>
                <a:moveTo>
                  <a:pt x="4798765" y="1101112"/>
                </a:moveTo>
                <a:lnTo>
                  <a:pt x="4824587" y="1101112"/>
                </a:lnTo>
                <a:cubicBezTo>
                  <a:pt x="4825238" y="1101112"/>
                  <a:pt x="4825831" y="1101467"/>
                  <a:pt x="4826186" y="1102000"/>
                </a:cubicBezTo>
                <a:lnTo>
                  <a:pt x="4839097" y="1124387"/>
                </a:lnTo>
                <a:cubicBezTo>
                  <a:pt x="4839452" y="1124980"/>
                  <a:pt x="4839452" y="1125690"/>
                  <a:pt x="4839097" y="1126223"/>
                </a:cubicBezTo>
                <a:lnTo>
                  <a:pt x="4826186" y="1148610"/>
                </a:lnTo>
                <a:cubicBezTo>
                  <a:pt x="4825831" y="1149143"/>
                  <a:pt x="4825238" y="1149499"/>
                  <a:pt x="4824587" y="1149499"/>
                </a:cubicBezTo>
                <a:lnTo>
                  <a:pt x="4798765" y="1149499"/>
                </a:lnTo>
                <a:cubicBezTo>
                  <a:pt x="4798113" y="1149499"/>
                  <a:pt x="4797521" y="1149143"/>
                  <a:pt x="4797165" y="1148610"/>
                </a:cubicBezTo>
                <a:lnTo>
                  <a:pt x="4784255" y="1126223"/>
                </a:lnTo>
                <a:cubicBezTo>
                  <a:pt x="4783899" y="1125631"/>
                  <a:pt x="4783899" y="1124920"/>
                  <a:pt x="4784255" y="1124387"/>
                </a:cubicBezTo>
                <a:lnTo>
                  <a:pt x="4797165" y="1102000"/>
                </a:lnTo>
                <a:cubicBezTo>
                  <a:pt x="4797521" y="1101467"/>
                  <a:pt x="4798113" y="1101112"/>
                  <a:pt x="4798765" y="1101112"/>
                </a:cubicBezTo>
                <a:close/>
                <a:moveTo>
                  <a:pt x="209413" y="1060425"/>
                </a:moveTo>
                <a:lnTo>
                  <a:pt x="216164" y="1060425"/>
                </a:lnTo>
                <a:cubicBezTo>
                  <a:pt x="216342" y="1060425"/>
                  <a:pt x="216579" y="1060662"/>
                  <a:pt x="216579" y="1060662"/>
                </a:cubicBezTo>
                <a:lnTo>
                  <a:pt x="219955" y="1066466"/>
                </a:lnTo>
                <a:cubicBezTo>
                  <a:pt x="220014" y="1066584"/>
                  <a:pt x="219955" y="1066940"/>
                  <a:pt x="219955" y="1066940"/>
                </a:cubicBezTo>
                <a:lnTo>
                  <a:pt x="216579" y="1072744"/>
                </a:lnTo>
                <a:cubicBezTo>
                  <a:pt x="216461" y="1072862"/>
                  <a:pt x="216164" y="1072981"/>
                  <a:pt x="216164" y="1072981"/>
                </a:cubicBezTo>
                <a:lnTo>
                  <a:pt x="209413" y="1072981"/>
                </a:lnTo>
                <a:cubicBezTo>
                  <a:pt x="209235" y="1072981"/>
                  <a:pt x="208998" y="1072744"/>
                  <a:pt x="208998" y="1072744"/>
                </a:cubicBezTo>
                <a:lnTo>
                  <a:pt x="205622" y="1066940"/>
                </a:lnTo>
                <a:cubicBezTo>
                  <a:pt x="205563" y="1066821"/>
                  <a:pt x="205622" y="1066466"/>
                  <a:pt x="205622" y="1066466"/>
                </a:cubicBezTo>
                <a:lnTo>
                  <a:pt x="208998" y="1060662"/>
                </a:lnTo>
                <a:cubicBezTo>
                  <a:pt x="209117" y="1060543"/>
                  <a:pt x="209413" y="1060425"/>
                  <a:pt x="209413" y="1060425"/>
                </a:cubicBezTo>
                <a:close/>
                <a:moveTo>
                  <a:pt x="815048" y="1054739"/>
                </a:moveTo>
                <a:lnTo>
                  <a:pt x="827841" y="1054739"/>
                </a:lnTo>
                <a:cubicBezTo>
                  <a:pt x="828137" y="1054739"/>
                  <a:pt x="828611" y="1055213"/>
                  <a:pt x="828611" y="1055213"/>
                </a:cubicBezTo>
                <a:lnTo>
                  <a:pt x="835007" y="1066288"/>
                </a:lnTo>
                <a:cubicBezTo>
                  <a:pt x="835185" y="1066525"/>
                  <a:pt x="835007" y="1067176"/>
                  <a:pt x="835007" y="1067176"/>
                </a:cubicBezTo>
                <a:lnTo>
                  <a:pt x="828611" y="1078251"/>
                </a:lnTo>
                <a:cubicBezTo>
                  <a:pt x="828433" y="1078547"/>
                  <a:pt x="828137" y="1078725"/>
                  <a:pt x="827841" y="1078725"/>
                </a:cubicBezTo>
                <a:lnTo>
                  <a:pt x="815048" y="1078725"/>
                </a:lnTo>
                <a:cubicBezTo>
                  <a:pt x="814752" y="1078725"/>
                  <a:pt x="814278" y="1078251"/>
                  <a:pt x="814278" y="1078251"/>
                </a:cubicBezTo>
                <a:lnTo>
                  <a:pt x="807882" y="1067176"/>
                </a:lnTo>
                <a:cubicBezTo>
                  <a:pt x="807704" y="1066939"/>
                  <a:pt x="807882" y="1066288"/>
                  <a:pt x="807882" y="1066288"/>
                </a:cubicBezTo>
                <a:lnTo>
                  <a:pt x="814278" y="1055213"/>
                </a:lnTo>
                <a:cubicBezTo>
                  <a:pt x="814456" y="1054917"/>
                  <a:pt x="814752" y="1054739"/>
                  <a:pt x="815048" y="1054739"/>
                </a:cubicBezTo>
                <a:close/>
                <a:moveTo>
                  <a:pt x="4263962" y="1054325"/>
                </a:moveTo>
                <a:lnTo>
                  <a:pt x="4277229" y="1054325"/>
                </a:lnTo>
                <a:cubicBezTo>
                  <a:pt x="4277584" y="1054325"/>
                  <a:pt x="4278058" y="1054799"/>
                  <a:pt x="4278058" y="1054799"/>
                </a:cubicBezTo>
                <a:lnTo>
                  <a:pt x="4284691" y="1066288"/>
                </a:lnTo>
                <a:cubicBezTo>
                  <a:pt x="4284868" y="1066585"/>
                  <a:pt x="4284691" y="1067236"/>
                  <a:pt x="4284691" y="1067236"/>
                </a:cubicBezTo>
                <a:lnTo>
                  <a:pt x="4278058" y="1078726"/>
                </a:lnTo>
                <a:cubicBezTo>
                  <a:pt x="4277880" y="1079022"/>
                  <a:pt x="4277584" y="1079199"/>
                  <a:pt x="4277229" y="1079199"/>
                </a:cubicBezTo>
                <a:lnTo>
                  <a:pt x="4263962" y="1079199"/>
                </a:lnTo>
                <a:cubicBezTo>
                  <a:pt x="4263607" y="1079199"/>
                  <a:pt x="4263133" y="1078726"/>
                  <a:pt x="4263133" y="1078726"/>
                </a:cubicBezTo>
                <a:lnTo>
                  <a:pt x="4256500" y="1067236"/>
                </a:lnTo>
                <a:cubicBezTo>
                  <a:pt x="4256322" y="1066940"/>
                  <a:pt x="4256500" y="1066288"/>
                  <a:pt x="4256500" y="1066288"/>
                </a:cubicBezTo>
                <a:lnTo>
                  <a:pt x="4263133" y="1054799"/>
                </a:lnTo>
                <a:cubicBezTo>
                  <a:pt x="4263310" y="1054503"/>
                  <a:pt x="4263607" y="1054325"/>
                  <a:pt x="4263962" y="1054325"/>
                </a:cubicBezTo>
                <a:close/>
                <a:moveTo>
                  <a:pt x="4331419" y="1053910"/>
                </a:moveTo>
                <a:lnTo>
                  <a:pt x="4345101" y="1053910"/>
                </a:lnTo>
                <a:cubicBezTo>
                  <a:pt x="4345456" y="1053910"/>
                  <a:pt x="4345752" y="1054088"/>
                  <a:pt x="4345930" y="1054384"/>
                </a:cubicBezTo>
                <a:lnTo>
                  <a:pt x="4352741" y="1066229"/>
                </a:lnTo>
                <a:cubicBezTo>
                  <a:pt x="4352918" y="1066525"/>
                  <a:pt x="4352918" y="1066880"/>
                  <a:pt x="4352741" y="1067176"/>
                </a:cubicBezTo>
                <a:lnTo>
                  <a:pt x="4345871" y="1079021"/>
                </a:lnTo>
                <a:cubicBezTo>
                  <a:pt x="4345693" y="1079318"/>
                  <a:pt x="4345397" y="1079495"/>
                  <a:pt x="4345041" y="1079495"/>
                </a:cubicBezTo>
                <a:lnTo>
                  <a:pt x="4331361" y="1079495"/>
                </a:lnTo>
                <a:cubicBezTo>
                  <a:pt x="4331005" y="1079495"/>
                  <a:pt x="4330709" y="1079318"/>
                  <a:pt x="4330531" y="1079021"/>
                </a:cubicBezTo>
                <a:lnTo>
                  <a:pt x="4323720" y="1067176"/>
                </a:lnTo>
                <a:cubicBezTo>
                  <a:pt x="4323543" y="1066880"/>
                  <a:pt x="4323543" y="1066525"/>
                  <a:pt x="4323720" y="1066229"/>
                </a:cubicBezTo>
                <a:lnTo>
                  <a:pt x="4330591" y="1054384"/>
                </a:lnTo>
                <a:cubicBezTo>
                  <a:pt x="4330768" y="1054088"/>
                  <a:pt x="4331064" y="1053910"/>
                  <a:pt x="4331419" y="1053910"/>
                </a:cubicBezTo>
                <a:close/>
                <a:moveTo>
                  <a:pt x="3790103" y="1053495"/>
                </a:moveTo>
                <a:lnTo>
                  <a:pt x="3804257" y="1053495"/>
                </a:lnTo>
                <a:cubicBezTo>
                  <a:pt x="3804612" y="1053495"/>
                  <a:pt x="3804968" y="1053673"/>
                  <a:pt x="3805145" y="1053969"/>
                </a:cubicBezTo>
                <a:lnTo>
                  <a:pt x="3812193" y="1066228"/>
                </a:lnTo>
                <a:cubicBezTo>
                  <a:pt x="3812371" y="1066525"/>
                  <a:pt x="3812371" y="1066939"/>
                  <a:pt x="3812193" y="1067235"/>
                </a:cubicBezTo>
                <a:lnTo>
                  <a:pt x="3805145" y="1079495"/>
                </a:lnTo>
                <a:cubicBezTo>
                  <a:pt x="3804909" y="1079791"/>
                  <a:pt x="3804612" y="1079969"/>
                  <a:pt x="3804257" y="1079969"/>
                </a:cubicBezTo>
                <a:lnTo>
                  <a:pt x="3790103" y="1079969"/>
                </a:lnTo>
                <a:cubicBezTo>
                  <a:pt x="3789747" y="1079969"/>
                  <a:pt x="3789392" y="1079791"/>
                  <a:pt x="3789214" y="1079495"/>
                </a:cubicBezTo>
                <a:lnTo>
                  <a:pt x="3782166" y="1067235"/>
                </a:lnTo>
                <a:cubicBezTo>
                  <a:pt x="3781989" y="1066939"/>
                  <a:pt x="3781989" y="1066525"/>
                  <a:pt x="3782166" y="1066228"/>
                </a:cubicBezTo>
                <a:lnTo>
                  <a:pt x="3789214" y="1053969"/>
                </a:lnTo>
                <a:cubicBezTo>
                  <a:pt x="3789451" y="1053673"/>
                  <a:pt x="3789747" y="1053495"/>
                  <a:pt x="3790103" y="1053495"/>
                </a:cubicBezTo>
                <a:close/>
                <a:moveTo>
                  <a:pt x="3722112" y="1052725"/>
                </a:moveTo>
                <a:lnTo>
                  <a:pt x="3737036" y="1052725"/>
                </a:lnTo>
                <a:cubicBezTo>
                  <a:pt x="3737392" y="1052725"/>
                  <a:pt x="3737747" y="1052962"/>
                  <a:pt x="3737925" y="1053258"/>
                </a:cubicBezTo>
                <a:lnTo>
                  <a:pt x="3745387" y="1066169"/>
                </a:lnTo>
                <a:cubicBezTo>
                  <a:pt x="3745565" y="1066525"/>
                  <a:pt x="3745565" y="1066939"/>
                  <a:pt x="3745387" y="1067235"/>
                </a:cubicBezTo>
                <a:lnTo>
                  <a:pt x="3737925" y="1080146"/>
                </a:lnTo>
                <a:cubicBezTo>
                  <a:pt x="3737747" y="1080502"/>
                  <a:pt x="3737392" y="1080679"/>
                  <a:pt x="3737036" y="1080679"/>
                </a:cubicBezTo>
                <a:lnTo>
                  <a:pt x="3722112" y="1080679"/>
                </a:lnTo>
                <a:cubicBezTo>
                  <a:pt x="3721757" y="1080679"/>
                  <a:pt x="3721401" y="1080442"/>
                  <a:pt x="3721224" y="1080146"/>
                </a:cubicBezTo>
                <a:lnTo>
                  <a:pt x="3713761" y="1067235"/>
                </a:lnTo>
                <a:cubicBezTo>
                  <a:pt x="3713584" y="1066880"/>
                  <a:pt x="3713584" y="1066465"/>
                  <a:pt x="3713761" y="1066169"/>
                </a:cubicBezTo>
                <a:lnTo>
                  <a:pt x="3721224" y="1053258"/>
                </a:lnTo>
                <a:cubicBezTo>
                  <a:pt x="3721401" y="1052903"/>
                  <a:pt x="3721757" y="1052725"/>
                  <a:pt x="3722112" y="1052725"/>
                </a:cubicBezTo>
                <a:close/>
                <a:moveTo>
                  <a:pt x="2504622" y="1052429"/>
                </a:moveTo>
                <a:lnTo>
                  <a:pt x="2519843" y="1052429"/>
                </a:lnTo>
                <a:cubicBezTo>
                  <a:pt x="2520257" y="1052429"/>
                  <a:pt x="2520613" y="1052607"/>
                  <a:pt x="2520790" y="1052962"/>
                </a:cubicBezTo>
                <a:lnTo>
                  <a:pt x="2528430" y="1066169"/>
                </a:lnTo>
                <a:cubicBezTo>
                  <a:pt x="2528608" y="1066465"/>
                  <a:pt x="2528608" y="1066880"/>
                  <a:pt x="2528430" y="1067235"/>
                </a:cubicBezTo>
                <a:lnTo>
                  <a:pt x="2520790" y="1080443"/>
                </a:lnTo>
                <a:cubicBezTo>
                  <a:pt x="2520553" y="1080739"/>
                  <a:pt x="2520198" y="1080976"/>
                  <a:pt x="2519843" y="1080976"/>
                </a:cubicBezTo>
                <a:lnTo>
                  <a:pt x="2504622" y="1080976"/>
                </a:lnTo>
                <a:cubicBezTo>
                  <a:pt x="2504207" y="1080976"/>
                  <a:pt x="2503852" y="1080798"/>
                  <a:pt x="2503674" y="1080443"/>
                </a:cubicBezTo>
                <a:lnTo>
                  <a:pt x="2496034" y="1067235"/>
                </a:lnTo>
                <a:cubicBezTo>
                  <a:pt x="2495857" y="1066939"/>
                  <a:pt x="2495857" y="1066525"/>
                  <a:pt x="2496034" y="1066169"/>
                </a:cubicBezTo>
                <a:lnTo>
                  <a:pt x="2503674" y="1052962"/>
                </a:lnTo>
                <a:cubicBezTo>
                  <a:pt x="2503911" y="1052666"/>
                  <a:pt x="2504266" y="1052429"/>
                  <a:pt x="2504622" y="1052429"/>
                </a:cubicBezTo>
                <a:close/>
                <a:moveTo>
                  <a:pt x="4195144" y="1052015"/>
                </a:moveTo>
                <a:lnTo>
                  <a:pt x="4210838" y="1052015"/>
                </a:lnTo>
                <a:cubicBezTo>
                  <a:pt x="4211194" y="1052015"/>
                  <a:pt x="4211608" y="1052193"/>
                  <a:pt x="4211786" y="1052548"/>
                </a:cubicBezTo>
                <a:lnTo>
                  <a:pt x="4219603" y="1066111"/>
                </a:lnTo>
                <a:cubicBezTo>
                  <a:pt x="4219781" y="1066466"/>
                  <a:pt x="4219781" y="1066881"/>
                  <a:pt x="4219603" y="1067236"/>
                </a:cubicBezTo>
                <a:lnTo>
                  <a:pt x="4211786" y="1080798"/>
                </a:lnTo>
                <a:cubicBezTo>
                  <a:pt x="4211608" y="1081095"/>
                  <a:pt x="4211253" y="1081331"/>
                  <a:pt x="4210838" y="1081331"/>
                </a:cubicBezTo>
                <a:lnTo>
                  <a:pt x="4195144" y="1081331"/>
                </a:lnTo>
                <a:cubicBezTo>
                  <a:pt x="4194788" y="1081331"/>
                  <a:pt x="4194374" y="1081154"/>
                  <a:pt x="4194196" y="1080798"/>
                </a:cubicBezTo>
                <a:lnTo>
                  <a:pt x="4186378" y="1067236"/>
                </a:lnTo>
                <a:cubicBezTo>
                  <a:pt x="4186201" y="1066881"/>
                  <a:pt x="4186201" y="1066466"/>
                  <a:pt x="4186378" y="1066111"/>
                </a:cubicBezTo>
                <a:lnTo>
                  <a:pt x="4194196" y="1052548"/>
                </a:lnTo>
                <a:cubicBezTo>
                  <a:pt x="4194374" y="1052252"/>
                  <a:pt x="4194729" y="1052015"/>
                  <a:pt x="4195144" y="1052015"/>
                </a:cubicBezTo>
                <a:close/>
                <a:moveTo>
                  <a:pt x="2436691" y="1051896"/>
                </a:moveTo>
                <a:lnTo>
                  <a:pt x="2452504" y="1051896"/>
                </a:lnTo>
                <a:cubicBezTo>
                  <a:pt x="2452859" y="1051896"/>
                  <a:pt x="2453274" y="1052074"/>
                  <a:pt x="2453451" y="1052429"/>
                </a:cubicBezTo>
                <a:lnTo>
                  <a:pt x="2461328" y="1066110"/>
                </a:lnTo>
                <a:cubicBezTo>
                  <a:pt x="2461506" y="1066465"/>
                  <a:pt x="2461506" y="1066880"/>
                  <a:pt x="2461328" y="1067235"/>
                </a:cubicBezTo>
                <a:lnTo>
                  <a:pt x="2453451" y="1080916"/>
                </a:lnTo>
                <a:cubicBezTo>
                  <a:pt x="2453274" y="1081212"/>
                  <a:pt x="2452919" y="1081449"/>
                  <a:pt x="2452504" y="1081449"/>
                </a:cubicBezTo>
                <a:lnTo>
                  <a:pt x="2436691" y="1081449"/>
                </a:lnTo>
                <a:cubicBezTo>
                  <a:pt x="2436336" y="1081449"/>
                  <a:pt x="2435921" y="1081272"/>
                  <a:pt x="2435743" y="1080916"/>
                </a:cubicBezTo>
                <a:lnTo>
                  <a:pt x="2427866" y="1067235"/>
                </a:lnTo>
                <a:cubicBezTo>
                  <a:pt x="2427689" y="1066880"/>
                  <a:pt x="2427689" y="1066465"/>
                  <a:pt x="2427866" y="1066110"/>
                </a:cubicBezTo>
                <a:lnTo>
                  <a:pt x="2435743" y="1052429"/>
                </a:lnTo>
                <a:cubicBezTo>
                  <a:pt x="2435921" y="1052133"/>
                  <a:pt x="2436276" y="1051896"/>
                  <a:pt x="2436691" y="1051896"/>
                </a:cubicBezTo>
                <a:close/>
                <a:moveTo>
                  <a:pt x="1422165" y="1051719"/>
                </a:moveTo>
                <a:lnTo>
                  <a:pt x="1438156" y="1051719"/>
                </a:lnTo>
                <a:cubicBezTo>
                  <a:pt x="1438511" y="1051719"/>
                  <a:pt x="1438926" y="1051956"/>
                  <a:pt x="1439104" y="1052311"/>
                </a:cubicBezTo>
                <a:lnTo>
                  <a:pt x="1447099" y="1066170"/>
                </a:lnTo>
                <a:cubicBezTo>
                  <a:pt x="1447277" y="1066525"/>
                  <a:pt x="1447277" y="1066940"/>
                  <a:pt x="1447099" y="1067295"/>
                </a:cubicBezTo>
                <a:lnTo>
                  <a:pt x="1439104" y="1081154"/>
                </a:lnTo>
                <a:cubicBezTo>
                  <a:pt x="1438926" y="1081509"/>
                  <a:pt x="1438571" y="1081746"/>
                  <a:pt x="1438156" y="1081746"/>
                </a:cubicBezTo>
                <a:lnTo>
                  <a:pt x="1422165" y="1081746"/>
                </a:lnTo>
                <a:cubicBezTo>
                  <a:pt x="1421810" y="1081746"/>
                  <a:pt x="1421395" y="1081509"/>
                  <a:pt x="1421218" y="1081154"/>
                </a:cubicBezTo>
                <a:lnTo>
                  <a:pt x="1413222" y="1067295"/>
                </a:lnTo>
                <a:cubicBezTo>
                  <a:pt x="1413045" y="1066940"/>
                  <a:pt x="1413045" y="1066525"/>
                  <a:pt x="1413222" y="1066170"/>
                </a:cubicBezTo>
                <a:lnTo>
                  <a:pt x="1421218" y="1052311"/>
                </a:lnTo>
                <a:cubicBezTo>
                  <a:pt x="1421395" y="1051956"/>
                  <a:pt x="1421751" y="1051719"/>
                  <a:pt x="1422165" y="1051719"/>
                </a:cubicBezTo>
                <a:close/>
                <a:moveTo>
                  <a:pt x="3991763" y="1051008"/>
                </a:moveTo>
                <a:lnTo>
                  <a:pt x="4008525" y="1051008"/>
                </a:lnTo>
                <a:cubicBezTo>
                  <a:pt x="4008939" y="1051008"/>
                  <a:pt x="4009295" y="1051245"/>
                  <a:pt x="4009531" y="1051600"/>
                </a:cubicBezTo>
                <a:lnTo>
                  <a:pt x="4017941" y="1066110"/>
                </a:lnTo>
                <a:cubicBezTo>
                  <a:pt x="4018178" y="1066466"/>
                  <a:pt x="4018178" y="1066940"/>
                  <a:pt x="4017941" y="1067295"/>
                </a:cubicBezTo>
                <a:lnTo>
                  <a:pt x="4009531" y="1081805"/>
                </a:lnTo>
                <a:cubicBezTo>
                  <a:pt x="4009353" y="1082160"/>
                  <a:pt x="4008939" y="1082397"/>
                  <a:pt x="4008525" y="1082397"/>
                </a:cubicBezTo>
                <a:lnTo>
                  <a:pt x="3991763" y="1082397"/>
                </a:lnTo>
                <a:cubicBezTo>
                  <a:pt x="3991349" y="1082397"/>
                  <a:pt x="3990993" y="1082160"/>
                  <a:pt x="3990757" y="1081805"/>
                </a:cubicBezTo>
                <a:lnTo>
                  <a:pt x="3982347" y="1067295"/>
                </a:lnTo>
                <a:cubicBezTo>
                  <a:pt x="3982110" y="1066940"/>
                  <a:pt x="3982110" y="1066466"/>
                  <a:pt x="3982347" y="1066110"/>
                </a:cubicBezTo>
                <a:lnTo>
                  <a:pt x="3990757" y="1051600"/>
                </a:lnTo>
                <a:cubicBezTo>
                  <a:pt x="3990934" y="1051245"/>
                  <a:pt x="3991349" y="1051008"/>
                  <a:pt x="3991763" y="1051008"/>
                </a:cubicBezTo>
                <a:close/>
                <a:moveTo>
                  <a:pt x="272073" y="1051008"/>
                </a:moveTo>
                <a:lnTo>
                  <a:pt x="288834" y="1051008"/>
                </a:lnTo>
                <a:cubicBezTo>
                  <a:pt x="289249" y="1051008"/>
                  <a:pt x="289604" y="1051245"/>
                  <a:pt x="289841" y="1051600"/>
                </a:cubicBezTo>
                <a:lnTo>
                  <a:pt x="298251" y="1066110"/>
                </a:lnTo>
                <a:cubicBezTo>
                  <a:pt x="298488" y="1066466"/>
                  <a:pt x="298488" y="1066940"/>
                  <a:pt x="298251" y="1067295"/>
                </a:cubicBezTo>
                <a:lnTo>
                  <a:pt x="289841" y="1081805"/>
                </a:lnTo>
                <a:cubicBezTo>
                  <a:pt x="289663" y="1082160"/>
                  <a:pt x="289249" y="1082397"/>
                  <a:pt x="288834" y="1082397"/>
                </a:cubicBezTo>
                <a:lnTo>
                  <a:pt x="272073" y="1082397"/>
                </a:lnTo>
                <a:cubicBezTo>
                  <a:pt x="271659" y="1082397"/>
                  <a:pt x="271304" y="1082160"/>
                  <a:pt x="271066" y="1081805"/>
                </a:cubicBezTo>
                <a:lnTo>
                  <a:pt x="262657" y="1067295"/>
                </a:lnTo>
                <a:cubicBezTo>
                  <a:pt x="262420" y="1066940"/>
                  <a:pt x="262420" y="1066466"/>
                  <a:pt x="262657" y="1066110"/>
                </a:cubicBezTo>
                <a:lnTo>
                  <a:pt x="271066" y="1051600"/>
                </a:lnTo>
                <a:cubicBezTo>
                  <a:pt x="271244" y="1051245"/>
                  <a:pt x="271659" y="1051008"/>
                  <a:pt x="272073" y="1051008"/>
                </a:cubicBezTo>
                <a:close/>
                <a:moveTo>
                  <a:pt x="4397456" y="1050889"/>
                </a:moveTo>
                <a:lnTo>
                  <a:pt x="4414335" y="1050889"/>
                </a:lnTo>
                <a:cubicBezTo>
                  <a:pt x="4414750" y="1050889"/>
                  <a:pt x="4415105" y="1051126"/>
                  <a:pt x="4415342" y="1051481"/>
                </a:cubicBezTo>
                <a:lnTo>
                  <a:pt x="4423752" y="1066110"/>
                </a:lnTo>
                <a:cubicBezTo>
                  <a:pt x="4423988" y="1066465"/>
                  <a:pt x="4423988" y="1066939"/>
                  <a:pt x="4423752" y="1067294"/>
                </a:cubicBezTo>
                <a:lnTo>
                  <a:pt x="4415283" y="1081923"/>
                </a:lnTo>
                <a:cubicBezTo>
                  <a:pt x="4415105" y="1082278"/>
                  <a:pt x="4414690" y="1082515"/>
                  <a:pt x="4414276" y="1082515"/>
                </a:cubicBezTo>
                <a:lnTo>
                  <a:pt x="4397396" y="1082515"/>
                </a:lnTo>
                <a:cubicBezTo>
                  <a:pt x="4396982" y="1082515"/>
                  <a:pt x="4396626" y="1082278"/>
                  <a:pt x="4396390" y="1081923"/>
                </a:cubicBezTo>
                <a:lnTo>
                  <a:pt x="4387980" y="1067294"/>
                </a:lnTo>
                <a:cubicBezTo>
                  <a:pt x="4387743" y="1066939"/>
                  <a:pt x="4387743" y="1066465"/>
                  <a:pt x="4387980" y="1066110"/>
                </a:cubicBezTo>
                <a:lnTo>
                  <a:pt x="4396449" y="1051481"/>
                </a:lnTo>
                <a:cubicBezTo>
                  <a:pt x="4396626" y="1051126"/>
                  <a:pt x="4397041" y="1050889"/>
                  <a:pt x="4397456" y="1050889"/>
                </a:cubicBezTo>
                <a:close/>
                <a:moveTo>
                  <a:pt x="2571428" y="1050889"/>
                </a:moveTo>
                <a:lnTo>
                  <a:pt x="2588307" y="1050889"/>
                </a:lnTo>
                <a:cubicBezTo>
                  <a:pt x="2588721" y="1050889"/>
                  <a:pt x="2589077" y="1051126"/>
                  <a:pt x="2589314" y="1051481"/>
                </a:cubicBezTo>
                <a:lnTo>
                  <a:pt x="2597724" y="1066110"/>
                </a:lnTo>
                <a:cubicBezTo>
                  <a:pt x="2597961" y="1066465"/>
                  <a:pt x="2597961" y="1066939"/>
                  <a:pt x="2597724" y="1067294"/>
                </a:cubicBezTo>
                <a:lnTo>
                  <a:pt x="2589254" y="1081923"/>
                </a:lnTo>
                <a:cubicBezTo>
                  <a:pt x="2589077" y="1082278"/>
                  <a:pt x="2588662" y="1082515"/>
                  <a:pt x="2588248" y="1082515"/>
                </a:cubicBezTo>
                <a:lnTo>
                  <a:pt x="2571369" y="1082515"/>
                </a:lnTo>
                <a:cubicBezTo>
                  <a:pt x="2570954" y="1082515"/>
                  <a:pt x="2570599" y="1082278"/>
                  <a:pt x="2570361" y="1081923"/>
                </a:cubicBezTo>
                <a:lnTo>
                  <a:pt x="2561952" y="1067294"/>
                </a:lnTo>
                <a:cubicBezTo>
                  <a:pt x="2561715" y="1066939"/>
                  <a:pt x="2561715" y="1066465"/>
                  <a:pt x="2561952" y="1066110"/>
                </a:cubicBezTo>
                <a:lnTo>
                  <a:pt x="2570421" y="1051481"/>
                </a:lnTo>
                <a:cubicBezTo>
                  <a:pt x="2570599" y="1051126"/>
                  <a:pt x="2571013" y="1050889"/>
                  <a:pt x="2571428" y="1050889"/>
                </a:cubicBezTo>
                <a:close/>
                <a:moveTo>
                  <a:pt x="880611" y="1050771"/>
                </a:moveTo>
                <a:lnTo>
                  <a:pt x="897609" y="1050771"/>
                </a:lnTo>
                <a:cubicBezTo>
                  <a:pt x="898082" y="1050771"/>
                  <a:pt x="898438" y="1051008"/>
                  <a:pt x="898675" y="1051363"/>
                </a:cubicBezTo>
                <a:lnTo>
                  <a:pt x="907144" y="1066110"/>
                </a:lnTo>
                <a:cubicBezTo>
                  <a:pt x="907381" y="1066466"/>
                  <a:pt x="907381" y="1066940"/>
                  <a:pt x="907144" y="1067295"/>
                </a:cubicBezTo>
                <a:lnTo>
                  <a:pt x="898616" y="1082042"/>
                </a:lnTo>
                <a:cubicBezTo>
                  <a:pt x="898379" y="1082397"/>
                  <a:pt x="897964" y="1082634"/>
                  <a:pt x="897550" y="1082634"/>
                </a:cubicBezTo>
                <a:lnTo>
                  <a:pt x="880552" y="1082634"/>
                </a:lnTo>
                <a:cubicBezTo>
                  <a:pt x="880078" y="1082634"/>
                  <a:pt x="879723" y="1082397"/>
                  <a:pt x="879486" y="1082042"/>
                </a:cubicBezTo>
                <a:lnTo>
                  <a:pt x="871017" y="1067295"/>
                </a:lnTo>
                <a:cubicBezTo>
                  <a:pt x="870780" y="1066940"/>
                  <a:pt x="870780" y="1066466"/>
                  <a:pt x="871017" y="1066110"/>
                </a:cubicBezTo>
                <a:lnTo>
                  <a:pt x="879545" y="1051363"/>
                </a:lnTo>
                <a:cubicBezTo>
                  <a:pt x="879782" y="1051008"/>
                  <a:pt x="880197" y="1050771"/>
                  <a:pt x="880611" y="1050771"/>
                </a:cubicBezTo>
                <a:close/>
                <a:moveTo>
                  <a:pt x="3653411" y="1050653"/>
                </a:moveTo>
                <a:lnTo>
                  <a:pt x="3670527" y="1050653"/>
                </a:lnTo>
                <a:cubicBezTo>
                  <a:pt x="3671001" y="1050653"/>
                  <a:pt x="3671356" y="1050890"/>
                  <a:pt x="3671594" y="1051245"/>
                </a:cubicBezTo>
                <a:lnTo>
                  <a:pt x="3680122" y="1066051"/>
                </a:lnTo>
                <a:cubicBezTo>
                  <a:pt x="3680359" y="1066407"/>
                  <a:pt x="3680359" y="1066881"/>
                  <a:pt x="3680122" y="1067236"/>
                </a:cubicBezTo>
                <a:lnTo>
                  <a:pt x="3671534" y="1082042"/>
                </a:lnTo>
                <a:cubicBezTo>
                  <a:pt x="3671297" y="1082398"/>
                  <a:pt x="3670883" y="1082635"/>
                  <a:pt x="3670468" y="1082635"/>
                </a:cubicBezTo>
                <a:lnTo>
                  <a:pt x="3653352" y="1082635"/>
                </a:lnTo>
                <a:cubicBezTo>
                  <a:pt x="3652878" y="1082635"/>
                  <a:pt x="3652523" y="1082398"/>
                  <a:pt x="3652286" y="1082042"/>
                </a:cubicBezTo>
                <a:lnTo>
                  <a:pt x="3643757" y="1067236"/>
                </a:lnTo>
                <a:cubicBezTo>
                  <a:pt x="3643521" y="1066881"/>
                  <a:pt x="3643521" y="1066407"/>
                  <a:pt x="3643757" y="1066051"/>
                </a:cubicBezTo>
                <a:lnTo>
                  <a:pt x="3652345" y="1051245"/>
                </a:lnTo>
                <a:cubicBezTo>
                  <a:pt x="3652582" y="1050890"/>
                  <a:pt x="3652997" y="1050653"/>
                  <a:pt x="3653411" y="1050653"/>
                </a:cubicBezTo>
                <a:close/>
                <a:moveTo>
                  <a:pt x="474623" y="1050475"/>
                </a:moveTo>
                <a:lnTo>
                  <a:pt x="491975" y="1050475"/>
                </a:lnTo>
                <a:cubicBezTo>
                  <a:pt x="492390" y="1050475"/>
                  <a:pt x="492805" y="1050712"/>
                  <a:pt x="493041" y="1051067"/>
                </a:cubicBezTo>
                <a:lnTo>
                  <a:pt x="501688" y="1066051"/>
                </a:lnTo>
                <a:cubicBezTo>
                  <a:pt x="501925" y="1066466"/>
                  <a:pt x="501925" y="1066940"/>
                  <a:pt x="501688" y="1067295"/>
                </a:cubicBezTo>
                <a:lnTo>
                  <a:pt x="493041" y="1082279"/>
                </a:lnTo>
                <a:cubicBezTo>
                  <a:pt x="492805" y="1082634"/>
                  <a:pt x="492390" y="1082871"/>
                  <a:pt x="491975" y="1082871"/>
                </a:cubicBezTo>
                <a:lnTo>
                  <a:pt x="474623" y="1082871"/>
                </a:lnTo>
                <a:cubicBezTo>
                  <a:pt x="474208" y="1082871"/>
                  <a:pt x="473793" y="1082634"/>
                  <a:pt x="473557" y="1082279"/>
                </a:cubicBezTo>
                <a:lnTo>
                  <a:pt x="464910" y="1067295"/>
                </a:lnTo>
                <a:cubicBezTo>
                  <a:pt x="464673" y="1066880"/>
                  <a:pt x="464673" y="1066406"/>
                  <a:pt x="464910" y="1066051"/>
                </a:cubicBezTo>
                <a:lnTo>
                  <a:pt x="473557" y="1051067"/>
                </a:lnTo>
                <a:cubicBezTo>
                  <a:pt x="473793" y="1050712"/>
                  <a:pt x="474208" y="1050475"/>
                  <a:pt x="474623" y="1050475"/>
                </a:cubicBezTo>
                <a:close/>
                <a:moveTo>
                  <a:pt x="1015585" y="1050356"/>
                </a:moveTo>
                <a:lnTo>
                  <a:pt x="1033056" y="1050356"/>
                </a:lnTo>
                <a:cubicBezTo>
                  <a:pt x="1033471" y="1050356"/>
                  <a:pt x="1033885" y="1050593"/>
                  <a:pt x="1034122" y="1050948"/>
                </a:cubicBezTo>
                <a:lnTo>
                  <a:pt x="1042828" y="1066051"/>
                </a:lnTo>
                <a:cubicBezTo>
                  <a:pt x="1043065" y="1066465"/>
                  <a:pt x="1043065" y="1066939"/>
                  <a:pt x="1042828" y="1067294"/>
                </a:cubicBezTo>
                <a:lnTo>
                  <a:pt x="1034122" y="1082397"/>
                </a:lnTo>
                <a:cubicBezTo>
                  <a:pt x="1033885" y="1082752"/>
                  <a:pt x="1033471" y="1082989"/>
                  <a:pt x="1033056" y="1082989"/>
                </a:cubicBezTo>
                <a:lnTo>
                  <a:pt x="1015585" y="1082989"/>
                </a:lnTo>
                <a:cubicBezTo>
                  <a:pt x="1015170" y="1082989"/>
                  <a:pt x="1014756" y="1082752"/>
                  <a:pt x="1014519" y="1082397"/>
                </a:cubicBezTo>
                <a:lnTo>
                  <a:pt x="1005813" y="1067294"/>
                </a:lnTo>
                <a:cubicBezTo>
                  <a:pt x="1005576" y="1066880"/>
                  <a:pt x="1005576" y="1066406"/>
                  <a:pt x="1005813" y="1066051"/>
                </a:cubicBezTo>
                <a:lnTo>
                  <a:pt x="1014519" y="1050948"/>
                </a:lnTo>
                <a:cubicBezTo>
                  <a:pt x="1014756" y="1050593"/>
                  <a:pt x="1015170" y="1050356"/>
                  <a:pt x="1015585" y="1050356"/>
                </a:cubicBezTo>
                <a:close/>
                <a:moveTo>
                  <a:pt x="1083220" y="1050238"/>
                </a:moveTo>
                <a:lnTo>
                  <a:pt x="1100751" y="1050238"/>
                </a:lnTo>
                <a:cubicBezTo>
                  <a:pt x="1101165" y="1050238"/>
                  <a:pt x="1101580" y="1050475"/>
                  <a:pt x="1101817" y="1050830"/>
                </a:cubicBezTo>
                <a:lnTo>
                  <a:pt x="1110582" y="1066051"/>
                </a:lnTo>
                <a:cubicBezTo>
                  <a:pt x="1110819" y="1066406"/>
                  <a:pt x="1110819" y="1066940"/>
                  <a:pt x="1110582" y="1067295"/>
                </a:cubicBezTo>
                <a:lnTo>
                  <a:pt x="1101817" y="1082516"/>
                </a:lnTo>
                <a:cubicBezTo>
                  <a:pt x="1101580" y="1082871"/>
                  <a:pt x="1101165" y="1083108"/>
                  <a:pt x="1100751" y="1083108"/>
                </a:cubicBezTo>
                <a:lnTo>
                  <a:pt x="1083220" y="1083108"/>
                </a:lnTo>
                <a:cubicBezTo>
                  <a:pt x="1082805" y="1083108"/>
                  <a:pt x="1082391" y="1082871"/>
                  <a:pt x="1082154" y="1082516"/>
                </a:cubicBezTo>
                <a:lnTo>
                  <a:pt x="1073389" y="1067295"/>
                </a:lnTo>
                <a:cubicBezTo>
                  <a:pt x="1073152" y="1066940"/>
                  <a:pt x="1073152" y="1066406"/>
                  <a:pt x="1073389" y="1066051"/>
                </a:cubicBezTo>
                <a:lnTo>
                  <a:pt x="1082154" y="1050830"/>
                </a:lnTo>
                <a:cubicBezTo>
                  <a:pt x="1082391" y="1050475"/>
                  <a:pt x="1082805" y="1050238"/>
                  <a:pt x="1083220" y="1050238"/>
                </a:cubicBezTo>
                <a:close/>
                <a:moveTo>
                  <a:pt x="947773" y="1049942"/>
                </a:moveTo>
                <a:lnTo>
                  <a:pt x="965659" y="1049942"/>
                </a:lnTo>
                <a:cubicBezTo>
                  <a:pt x="966073" y="1049942"/>
                  <a:pt x="966488" y="1050179"/>
                  <a:pt x="966725" y="1050594"/>
                </a:cubicBezTo>
                <a:lnTo>
                  <a:pt x="975668" y="1066111"/>
                </a:lnTo>
                <a:cubicBezTo>
                  <a:pt x="975905" y="1066466"/>
                  <a:pt x="975905" y="1066940"/>
                  <a:pt x="975668" y="1067354"/>
                </a:cubicBezTo>
                <a:lnTo>
                  <a:pt x="966725" y="1082871"/>
                </a:lnTo>
                <a:cubicBezTo>
                  <a:pt x="966547" y="1083286"/>
                  <a:pt x="966132" y="1083523"/>
                  <a:pt x="965659" y="1083523"/>
                </a:cubicBezTo>
                <a:lnTo>
                  <a:pt x="947773" y="1083523"/>
                </a:lnTo>
                <a:cubicBezTo>
                  <a:pt x="947358" y="1083523"/>
                  <a:pt x="946943" y="1083286"/>
                  <a:pt x="946707" y="1082871"/>
                </a:cubicBezTo>
                <a:lnTo>
                  <a:pt x="937764" y="1067354"/>
                </a:lnTo>
                <a:cubicBezTo>
                  <a:pt x="937527" y="1066999"/>
                  <a:pt x="937527" y="1066525"/>
                  <a:pt x="937764" y="1066111"/>
                </a:cubicBezTo>
                <a:lnTo>
                  <a:pt x="946707" y="1050594"/>
                </a:lnTo>
                <a:cubicBezTo>
                  <a:pt x="946884" y="1050179"/>
                  <a:pt x="947299" y="1049942"/>
                  <a:pt x="947773" y="1049942"/>
                </a:cubicBezTo>
                <a:close/>
                <a:moveTo>
                  <a:pt x="406692" y="1049823"/>
                </a:moveTo>
                <a:lnTo>
                  <a:pt x="424696" y="1049823"/>
                </a:lnTo>
                <a:cubicBezTo>
                  <a:pt x="425170" y="1049823"/>
                  <a:pt x="425585" y="1050060"/>
                  <a:pt x="425822" y="1050475"/>
                </a:cubicBezTo>
                <a:lnTo>
                  <a:pt x="434824" y="1066051"/>
                </a:lnTo>
                <a:cubicBezTo>
                  <a:pt x="435061" y="1066406"/>
                  <a:pt x="435061" y="1066880"/>
                  <a:pt x="434824" y="1067294"/>
                </a:cubicBezTo>
                <a:lnTo>
                  <a:pt x="425822" y="1082871"/>
                </a:lnTo>
                <a:cubicBezTo>
                  <a:pt x="425585" y="1083285"/>
                  <a:pt x="425170" y="1083522"/>
                  <a:pt x="424696" y="1083522"/>
                </a:cubicBezTo>
                <a:lnTo>
                  <a:pt x="406692" y="1083522"/>
                </a:lnTo>
                <a:cubicBezTo>
                  <a:pt x="406218" y="1083522"/>
                  <a:pt x="405804" y="1083285"/>
                  <a:pt x="405567" y="1082871"/>
                </a:cubicBezTo>
                <a:lnTo>
                  <a:pt x="396565" y="1067294"/>
                </a:lnTo>
                <a:cubicBezTo>
                  <a:pt x="396328" y="1066939"/>
                  <a:pt x="396328" y="1066465"/>
                  <a:pt x="396565" y="1066051"/>
                </a:cubicBezTo>
                <a:lnTo>
                  <a:pt x="405567" y="1050475"/>
                </a:lnTo>
                <a:cubicBezTo>
                  <a:pt x="405804" y="1050060"/>
                  <a:pt x="406218" y="1049823"/>
                  <a:pt x="406692" y="1049823"/>
                </a:cubicBezTo>
                <a:close/>
                <a:moveTo>
                  <a:pt x="2367575" y="1049113"/>
                </a:moveTo>
                <a:lnTo>
                  <a:pt x="2386349" y="1049113"/>
                </a:lnTo>
                <a:cubicBezTo>
                  <a:pt x="2386823" y="1049113"/>
                  <a:pt x="2387238" y="1049350"/>
                  <a:pt x="2387475" y="1049764"/>
                </a:cubicBezTo>
                <a:lnTo>
                  <a:pt x="2396832" y="1065992"/>
                </a:lnTo>
                <a:cubicBezTo>
                  <a:pt x="2397069" y="1066348"/>
                  <a:pt x="2397069" y="1066881"/>
                  <a:pt x="2396832" y="1067295"/>
                </a:cubicBezTo>
                <a:lnTo>
                  <a:pt x="2387415" y="1083523"/>
                </a:lnTo>
                <a:cubicBezTo>
                  <a:pt x="2387178" y="1083937"/>
                  <a:pt x="2386764" y="1084174"/>
                  <a:pt x="2386290" y="1084174"/>
                </a:cubicBezTo>
                <a:lnTo>
                  <a:pt x="2367515" y="1084174"/>
                </a:lnTo>
                <a:cubicBezTo>
                  <a:pt x="2367042" y="1084174"/>
                  <a:pt x="2366627" y="1083937"/>
                  <a:pt x="2366391" y="1083523"/>
                </a:cubicBezTo>
                <a:lnTo>
                  <a:pt x="2357033" y="1067295"/>
                </a:lnTo>
                <a:cubicBezTo>
                  <a:pt x="2356796" y="1066940"/>
                  <a:pt x="2356796" y="1066407"/>
                  <a:pt x="2357033" y="1065992"/>
                </a:cubicBezTo>
                <a:lnTo>
                  <a:pt x="2366449" y="1049764"/>
                </a:lnTo>
                <a:cubicBezTo>
                  <a:pt x="2366687" y="1049350"/>
                  <a:pt x="2367101" y="1049113"/>
                  <a:pt x="2367575" y="1049113"/>
                </a:cubicBezTo>
                <a:close/>
                <a:moveTo>
                  <a:pt x="338642" y="1049113"/>
                </a:moveTo>
                <a:lnTo>
                  <a:pt x="357416" y="1049113"/>
                </a:lnTo>
                <a:cubicBezTo>
                  <a:pt x="357890" y="1049113"/>
                  <a:pt x="358304" y="1049350"/>
                  <a:pt x="358541" y="1049764"/>
                </a:cubicBezTo>
                <a:lnTo>
                  <a:pt x="367899" y="1065992"/>
                </a:lnTo>
                <a:cubicBezTo>
                  <a:pt x="368136" y="1066348"/>
                  <a:pt x="368136" y="1066881"/>
                  <a:pt x="367899" y="1067295"/>
                </a:cubicBezTo>
                <a:lnTo>
                  <a:pt x="358482" y="1083523"/>
                </a:lnTo>
                <a:cubicBezTo>
                  <a:pt x="358245" y="1083937"/>
                  <a:pt x="357831" y="1084174"/>
                  <a:pt x="357357" y="1084174"/>
                </a:cubicBezTo>
                <a:lnTo>
                  <a:pt x="338583" y="1084174"/>
                </a:lnTo>
                <a:cubicBezTo>
                  <a:pt x="338109" y="1084174"/>
                  <a:pt x="337694" y="1083937"/>
                  <a:pt x="337457" y="1083523"/>
                </a:cubicBezTo>
                <a:lnTo>
                  <a:pt x="328100" y="1067295"/>
                </a:lnTo>
                <a:cubicBezTo>
                  <a:pt x="327863" y="1066940"/>
                  <a:pt x="327863" y="1066407"/>
                  <a:pt x="328100" y="1065992"/>
                </a:cubicBezTo>
                <a:lnTo>
                  <a:pt x="337517" y="1049764"/>
                </a:lnTo>
                <a:cubicBezTo>
                  <a:pt x="337753" y="1049350"/>
                  <a:pt x="338168" y="1049113"/>
                  <a:pt x="338642" y="1049113"/>
                </a:cubicBezTo>
                <a:close/>
                <a:moveTo>
                  <a:pt x="541429" y="1048817"/>
                </a:moveTo>
                <a:lnTo>
                  <a:pt x="560499" y="1048817"/>
                </a:lnTo>
                <a:cubicBezTo>
                  <a:pt x="560973" y="1048817"/>
                  <a:pt x="561447" y="1049054"/>
                  <a:pt x="561683" y="1049468"/>
                </a:cubicBezTo>
                <a:lnTo>
                  <a:pt x="571219" y="1065992"/>
                </a:lnTo>
                <a:cubicBezTo>
                  <a:pt x="571456" y="1066407"/>
                  <a:pt x="571456" y="1066940"/>
                  <a:pt x="571219" y="1067354"/>
                </a:cubicBezTo>
                <a:lnTo>
                  <a:pt x="561683" y="1083878"/>
                </a:lnTo>
                <a:cubicBezTo>
                  <a:pt x="561447" y="1084293"/>
                  <a:pt x="560973" y="1084530"/>
                  <a:pt x="560499" y="1084530"/>
                </a:cubicBezTo>
                <a:lnTo>
                  <a:pt x="541429" y="1084530"/>
                </a:lnTo>
                <a:cubicBezTo>
                  <a:pt x="540955" y="1084530"/>
                  <a:pt x="540481" y="1084293"/>
                  <a:pt x="540244" y="1083878"/>
                </a:cubicBezTo>
                <a:lnTo>
                  <a:pt x="530709" y="1067354"/>
                </a:lnTo>
                <a:cubicBezTo>
                  <a:pt x="530472" y="1066940"/>
                  <a:pt x="530472" y="1066407"/>
                  <a:pt x="530709" y="1065992"/>
                </a:cubicBezTo>
                <a:lnTo>
                  <a:pt x="540244" y="1049468"/>
                </a:lnTo>
                <a:cubicBezTo>
                  <a:pt x="540481" y="1049054"/>
                  <a:pt x="540955" y="1048817"/>
                  <a:pt x="541429" y="1048817"/>
                </a:cubicBezTo>
                <a:close/>
                <a:moveTo>
                  <a:pt x="1217602" y="1048639"/>
                </a:moveTo>
                <a:lnTo>
                  <a:pt x="1236909" y="1048639"/>
                </a:lnTo>
                <a:cubicBezTo>
                  <a:pt x="1237383" y="1048639"/>
                  <a:pt x="1237857" y="1048935"/>
                  <a:pt x="1238094" y="1049350"/>
                </a:cubicBezTo>
                <a:lnTo>
                  <a:pt x="1247748" y="1066110"/>
                </a:lnTo>
                <a:cubicBezTo>
                  <a:pt x="1247984" y="1066525"/>
                  <a:pt x="1247984" y="1067058"/>
                  <a:pt x="1247748" y="1067473"/>
                </a:cubicBezTo>
                <a:lnTo>
                  <a:pt x="1238094" y="1084233"/>
                </a:lnTo>
                <a:cubicBezTo>
                  <a:pt x="1237857" y="1084707"/>
                  <a:pt x="1237383" y="1084944"/>
                  <a:pt x="1236909" y="1084944"/>
                </a:cubicBezTo>
                <a:lnTo>
                  <a:pt x="1217602" y="1084944"/>
                </a:lnTo>
                <a:cubicBezTo>
                  <a:pt x="1217128" y="1084944"/>
                  <a:pt x="1216654" y="1084648"/>
                  <a:pt x="1216417" y="1084233"/>
                </a:cubicBezTo>
                <a:lnTo>
                  <a:pt x="1206764" y="1067473"/>
                </a:lnTo>
                <a:cubicBezTo>
                  <a:pt x="1206527" y="1067058"/>
                  <a:pt x="1206527" y="1066525"/>
                  <a:pt x="1206764" y="1066110"/>
                </a:cubicBezTo>
                <a:lnTo>
                  <a:pt x="1216417" y="1049350"/>
                </a:lnTo>
                <a:cubicBezTo>
                  <a:pt x="1216654" y="1048876"/>
                  <a:pt x="1217128" y="1048639"/>
                  <a:pt x="1217602" y="1048639"/>
                </a:cubicBezTo>
                <a:close/>
                <a:moveTo>
                  <a:pt x="4531423" y="1048521"/>
                </a:moveTo>
                <a:lnTo>
                  <a:pt x="4550849" y="1048521"/>
                </a:lnTo>
                <a:cubicBezTo>
                  <a:pt x="4551323" y="1048521"/>
                  <a:pt x="4551797" y="1048817"/>
                  <a:pt x="4552033" y="1049232"/>
                </a:cubicBezTo>
                <a:lnTo>
                  <a:pt x="4561746" y="1066052"/>
                </a:lnTo>
                <a:cubicBezTo>
                  <a:pt x="4561983" y="1066466"/>
                  <a:pt x="4561983" y="1066999"/>
                  <a:pt x="4561746" y="1067414"/>
                </a:cubicBezTo>
                <a:lnTo>
                  <a:pt x="4552033" y="1084234"/>
                </a:lnTo>
                <a:cubicBezTo>
                  <a:pt x="4551797" y="1084708"/>
                  <a:pt x="4551323" y="1084944"/>
                  <a:pt x="4550849" y="1084944"/>
                </a:cubicBezTo>
                <a:lnTo>
                  <a:pt x="4531423" y="1084944"/>
                </a:lnTo>
                <a:cubicBezTo>
                  <a:pt x="4530950" y="1084944"/>
                  <a:pt x="4530476" y="1084648"/>
                  <a:pt x="4530239" y="1084234"/>
                </a:cubicBezTo>
                <a:lnTo>
                  <a:pt x="4520526" y="1067414"/>
                </a:lnTo>
                <a:cubicBezTo>
                  <a:pt x="4520289" y="1066999"/>
                  <a:pt x="4520289" y="1066466"/>
                  <a:pt x="4520526" y="1066052"/>
                </a:cubicBezTo>
                <a:lnTo>
                  <a:pt x="4530239" y="1049232"/>
                </a:lnTo>
                <a:cubicBezTo>
                  <a:pt x="4530476" y="1048758"/>
                  <a:pt x="4530950" y="1048521"/>
                  <a:pt x="4531423" y="1048521"/>
                </a:cubicBezTo>
                <a:close/>
                <a:moveTo>
                  <a:pt x="4463788" y="1048521"/>
                </a:moveTo>
                <a:lnTo>
                  <a:pt x="4483214" y="1048521"/>
                </a:lnTo>
                <a:cubicBezTo>
                  <a:pt x="4483688" y="1048521"/>
                  <a:pt x="4484161" y="1048817"/>
                  <a:pt x="4484398" y="1049232"/>
                </a:cubicBezTo>
                <a:lnTo>
                  <a:pt x="4494111" y="1066052"/>
                </a:lnTo>
                <a:cubicBezTo>
                  <a:pt x="4494348" y="1066466"/>
                  <a:pt x="4494348" y="1066999"/>
                  <a:pt x="4494111" y="1067414"/>
                </a:cubicBezTo>
                <a:lnTo>
                  <a:pt x="4484398" y="1084234"/>
                </a:lnTo>
                <a:cubicBezTo>
                  <a:pt x="4484161" y="1084708"/>
                  <a:pt x="4483688" y="1084944"/>
                  <a:pt x="4483214" y="1084944"/>
                </a:cubicBezTo>
                <a:lnTo>
                  <a:pt x="4463788" y="1084944"/>
                </a:lnTo>
                <a:cubicBezTo>
                  <a:pt x="4463314" y="1084944"/>
                  <a:pt x="4462840" y="1084648"/>
                  <a:pt x="4462603" y="1084234"/>
                </a:cubicBezTo>
                <a:lnTo>
                  <a:pt x="4452890" y="1067414"/>
                </a:lnTo>
                <a:cubicBezTo>
                  <a:pt x="4452654" y="1066999"/>
                  <a:pt x="4452654" y="1066466"/>
                  <a:pt x="4452890" y="1066052"/>
                </a:cubicBezTo>
                <a:lnTo>
                  <a:pt x="4462603" y="1049232"/>
                </a:lnTo>
                <a:cubicBezTo>
                  <a:pt x="4462840" y="1048758"/>
                  <a:pt x="4463314" y="1048521"/>
                  <a:pt x="4463788" y="1048521"/>
                </a:cubicBezTo>
                <a:close/>
                <a:moveTo>
                  <a:pt x="1149907" y="1048521"/>
                </a:moveTo>
                <a:lnTo>
                  <a:pt x="1169333" y="1048521"/>
                </a:lnTo>
                <a:cubicBezTo>
                  <a:pt x="1169807" y="1048521"/>
                  <a:pt x="1170281" y="1048817"/>
                  <a:pt x="1170517" y="1049232"/>
                </a:cubicBezTo>
                <a:lnTo>
                  <a:pt x="1180230" y="1066052"/>
                </a:lnTo>
                <a:cubicBezTo>
                  <a:pt x="1180467" y="1066466"/>
                  <a:pt x="1180467" y="1066999"/>
                  <a:pt x="1180230" y="1067414"/>
                </a:cubicBezTo>
                <a:lnTo>
                  <a:pt x="1170517" y="1084234"/>
                </a:lnTo>
                <a:cubicBezTo>
                  <a:pt x="1170281" y="1084708"/>
                  <a:pt x="1169807" y="1084944"/>
                  <a:pt x="1169333" y="1084944"/>
                </a:cubicBezTo>
                <a:lnTo>
                  <a:pt x="1149907" y="1084944"/>
                </a:lnTo>
                <a:cubicBezTo>
                  <a:pt x="1149433" y="1084944"/>
                  <a:pt x="1148959" y="1084648"/>
                  <a:pt x="1148723" y="1084234"/>
                </a:cubicBezTo>
                <a:lnTo>
                  <a:pt x="1139010" y="1067414"/>
                </a:lnTo>
                <a:cubicBezTo>
                  <a:pt x="1138773" y="1066999"/>
                  <a:pt x="1138773" y="1066466"/>
                  <a:pt x="1139010" y="1066052"/>
                </a:cubicBezTo>
                <a:lnTo>
                  <a:pt x="1148723" y="1049232"/>
                </a:lnTo>
                <a:cubicBezTo>
                  <a:pt x="1148959" y="1048758"/>
                  <a:pt x="1149433" y="1048521"/>
                  <a:pt x="1149907" y="1048521"/>
                </a:cubicBezTo>
                <a:close/>
                <a:moveTo>
                  <a:pt x="3584355" y="1047988"/>
                </a:moveTo>
                <a:lnTo>
                  <a:pt x="3604314" y="1047988"/>
                </a:lnTo>
                <a:cubicBezTo>
                  <a:pt x="3604846" y="1047988"/>
                  <a:pt x="3605320" y="1048284"/>
                  <a:pt x="3605557" y="1048699"/>
                </a:cubicBezTo>
                <a:lnTo>
                  <a:pt x="3615566" y="1065992"/>
                </a:lnTo>
                <a:cubicBezTo>
                  <a:pt x="3615803" y="1066407"/>
                  <a:pt x="3615803" y="1066999"/>
                  <a:pt x="3615566" y="1067414"/>
                </a:cubicBezTo>
                <a:lnTo>
                  <a:pt x="3605557" y="1084708"/>
                </a:lnTo>
                <a:cubicBezTo>
                  <a:pt x="3605261" y="1085122"/>
                  <a:pt x="3604787" y="1085418"/>
                  <a:pt x="3604314" y="1085418"/>
                </a:cubicBezTo>
                <a:lnTo>
                  <a:pt x="3584355" y="1085418"/>
                </a:lnTo>
                <a:cubicBezTo>
                  <a:pt x="3583821" y="1085418"/>
                  <a:pt x="3583348" y="1085122"/>
                  <a:pt x="3583111" y="1084708"/>
                </a:cubicBezTo>
                <a:lnTo>
                  <a:pt x="3573102" y="1067414"/>
                </a:lnTo>
                <a:cubicBezTo>
                  <a:pt x="3572865" y="1066999"/>
                  <a:pt x="3572865" y="1066407"/>
                  <a:pt x="3573102" y="1065992"/>
                </a:cubicBezTo>
                <a:lnTo>
                  <a:pt x="3583111" y="1048699"/>
                </a:lnTo>
                <a:cubicBezTo>
                  <a:pt x="3583407" y="1048284"/>
                  <a:pt x="3583880" y="1047988"/>
                  <a:pt x="3584355" y="1047988"/>
                </a:cubicBezTo>
                <a:close/>
                <a:moveTo>
                  <a:pt x="3854836" y="1047869"/>
                </a:moveTo>
                <a:lnTo>
                  <a:pt x="3874913" y="1047869"/>
                </a:lnTo>
                <a:cubicBezTo>
                  <a:pt x="3875446" y="1047869"/>
                  <a:pt x="3875920" y="1048165"/>
                  <a:pt x="3876156" y="1048580"/>
                </a:cubicBezTo>
                <a:lnTo>
                  <a:pt x="3886166" y="1065992"/>
                </a:lnTo>
                <a:cubicBezTo>
                  <a:pt x="3886403" y="1066406"/>
                  <a:pt x="3886403" y="1066999"/>
                  <a:pt x="3886166" y="1067413"/>
                </a:cubicBezTo>
                <a:lnTo>
                  <a:pt x="3876097" y="1084825"/>
                </a:lnTo>
                <a:cubicBezTo>
                  <a:pt x="3875801" y="1085240"/>
                  <a:pt x="3875328" y="1085536"/>
                  <a:pt x="3874854" y="1085536"/>
                </a:cubicBezTo>
                <a:lnTo>
                  <a:pt x="3854776" y="1085536"/>
                </a:lnTo>
                <a:cubicBezTo>
                  <a:pt x="3854243" y="1085536"/>
                  <a:pt x="3853770" y="1085240"/>
                  <a:pt x="3853533" y="1084825"/>
                </a:cubicBezTo>
                <a:lnTo>
                  <a:pt x="3843523" y="1067413"/>
                </a:lnTo>
                <a:cubicBezTo>
                  <a:pt x="3843287" y="1066999"/>
                  <a:pt x="3843287" y="1066406"/>
                  <a:pt x="3843523" y="1065992"/>
                </a:cubicBezTo>
                <a:lnTo>
                  <a:pt x="3853592" y="1048580"/>
                </a:lnTo>
                <a:cubicBezTo>
                  <a:pt x="3853888" y="1048165"/>
                  <a:pt x="3854362" y="1047869"/>
                  <a:pt x="3854836" y="1047869"/>
                </a:cubicBezTo>
                <a:close/>
                <a:moveTo>
                  <a:pt x="1352457" y="1047869"/>
                </a:moveTo>
                <a:lnTo>
                  <a:pt x="1372534" y="1047869"/>
                </a:lnTo>
                <a:cubicBezTo>
                  <a:pt x="1373067" y="1047869"/>
                  <a:pt x="1373541" y="1048165"/>
                  <a:pt x="1373778" y="1048580"/>
                </a:cubicBezTo>
                <a:lnTo>
                  <a:pt x="1383787" y="1065992"/>
                </a:lnTo>
                <a:cubicBezTo>
                  <a:pt x="1384023" y="1066406"/>
                  <a:pt x="1384023" y="1066999"/>
                  <a:pt x="1383787" y="1067413"/>
                </a:cubicBezTo>
                <a:lnTo>
                  <a:pt x="1373718" y="1084825"/>
                </a:lnTo>
                <a:cubicBezTo>
                  <a:pt x="1373422" y="1085240"/>
                  <a:pt x="1372948" y="1085536"/>
                  <a:pt x="1372475" y="1085536"/>
                </a:cubicBezTo>
                <a:lnTo>
                  <a:pt x="1352397" y="1085536"/>
                </a:lnTo>
                <a:cubicBezTo>
                  <a:pt x="1351864" y="1085536"/>
                  <a:pt x="1351391" y="1085240"/>
                  <a:pt x="1351154" y="1084825"/>
                </a:cubicBezTo>
                <a:lnTo>
                  <a:pt x="1341145" y="1067413"/>
                </a:lnTo>
                <a:cubicBezTo>
                  <a:pt x="1340908" y="1066999"/>
                  <a:pt x="1340908" y="1066406"/>
                  <a:pt x="1341145" y="1065992"/>
                </a:cubicBezTo>
                <a:lnTo>
                  <a:pt x="1351213" y="1048580"/>
                </a:lnTo>
                <a:cubicBezTo>
                  <a:pt x="1351509" y="1048165"/>
                  <a:pt x="1351983" y="1047869"/>
                  <a:pt x="1352457" y="1047869"/>
                </a:cubicBezTo>
                <a:close/>
                <a:moveTo>
                  <a:pt x="2637405" y="1047810"/>
                </a:moveTo>
                <a:lnTo>
                  <a:pt x="2657601" y="1047810"/>
                </a:lnTo>
                <a:cubicBezTo>
                  <a:pt x="2658133" y="1047810"/>
                  <a:pt x="2658607" y="1048106"/>
                  <a:pt x="2658844" y="1048521"/>
                </a:cubicBezTo>
                <a:lnTo>
                  <a:pt x="2668912" y="1065992"/>
                </a:lnTo>
                <a:cubicBezTo>
                  <a:pt x="2669150" y="1066407"/>
                  <a:pt x="2669150" y="1066999"/>
                  <a:pt x="2668912" y="1067413"/>
                </a:cubicBezTo>
                <a:lnTo>
                  <a:pt x="2658785" y="1084885"/>
                </a:lnTo>
                <a:cubicBezTo>
                  <a:pt x="2658489" y="1085299"/>
                  <a:pt x="2658015" y="1085596"/>
                  <a:pt x="2657541" y="1085596"/>
                </a:cubicBezTo>
                <a:lnTo>
                  <a:pt x="2637346" y="1085596"/>
                </a:lnTo>
                <a:cubicBezTo>
                  <a:pt x="2636813" y="1085596"/>
                  <a:pt x="2636339" y="1085299"/>
                  <a:pt x="2636102" y="1084885"/>
                </a:cubicBezTo>
                <a:lnTo>
                  <a:pt x="2626034" y="1067413"/>
                </a:lnTo>
                <a:cubicBezTo>
                  <a:pt x="2625797" y="1066999"/>
                  <a:pt x="2625797" y="1066407"/>
                  <a:pt x="2626034" y="1065992"/>
                </a:cubicBezTo>
                <a:lnTo>
                  <a:pt x="2636161" y="1048521"/>
                </a:lnTo>
                <a:cubicBezTo>
                  <a:pt x="2636457" y="1048106"/>
                  <a:pt x="2636931" y="1047810"/>
                  <a:pt x="2637405" y="1047810"/>
                </a:cubicBezTo>
                <a:close/>
                <a:moveTo>
                  <a:pt x="2299111" y="1047573"/>
                </a:moveTo>
                <a:lnTo>
                  <a:pt x="2319544" y="1047573"/>
                </a:lnTo>
                <a:cubicBezTo>
                  <a:pt x="2320077" y="1047573"/>
                  <a:pt x="2320551" y="1047869"/>
                  <a:pt x="2320788" y="1048284"/>
                </a:cubicBezTo>
                <a:lnTo>
                  <a:pt x="2330974" y="1065992"/>
                </a:lnTo>
                <a:cubicBezTo>
                  <a:pt x="2331212" y="1066407"/>
                  <a:pt x="2331212" y="1066999"/>
                  <a:pt x="2330974" y="1067413"/>
                </a:cubicBezTo>
                <a:lnTo>
                  <a:pt x="2320729" y="1085122"/>
                </a:lnTo>
                <a:cubicBezTo>
                  <a:pt x="2320492" y="1085536"/>
                  <a:pt x="2320018" y="1085833"/>
                  <a:pt x="2319485" y="1085833"/>
                </a:cubicBezTo>
                <a:lnTo>
                  <a:pt x="2299052" y="1085833"/>
                </a:lnTo>
                <a:cubicBezTo>
                  <a:pt x="2298519" y="1085833"/>
                  <a:pt x="2298045" y="1085536"/>
                  <a:pt x="2297808" y="1085122"/>
                </a:cubicBezTo>
                <a:lnTo>
                  <a:pt x="2287622" y="1067413"/>
                </a:lnTo>
                <a:cubicBezTo>
                  <a:pt x="2287385" y="1066999"/>
                  <a:pt x="2287385" y="1066407"/>
                  <a:pt x="2287622" y="1065992"/>
                </a:cubicBezTo>
                <a:lnTo>
                  <a:pt x="2297868" y="1048284"/>
                </a:lnTo>
                <a:cubicBezTo>
                  <a:pt x="2298105" y="1047869"/>
                  <a:pt x="2298578" y="1047573"/>
                  <a:pt x="2299111" y="1047573"/>
                </a:cubicBezTo>
                <a:close/>
                <a:moveTo>
                  <a:pt x="608353" y="1047573"/>
                </a:moveTo>
                <a:lnTo>
                  <a:pt x="628786" y="1047573"/>
                </a:lnTo>
                <a:cubicBezTo>
                  <a:pt x="629319" y="1047573"/>
                  <a:pt x="629793" y="1047869"/>
                  <a:pt x="630029" y="1048284"/>
                </a:cubicBezTo>
                <a:lnTo>
                  <a:pt x="640216" y="1065992"/>
                </a:lnTo>
                <a:cubicBezTo>
                  <a:pt x="640453" y="1066407"/>
                  <a:pt x="640453" y="1066999"/>
                  <a:pt x="640216" y="1067413"/>
                </a:cubicBezTo>
                <a:lnTo>
                  <a:pt x="629971" y="1085122"/>
                </a:lnTo>
                <a:cubicBezTo>
                  <a:pt x="629733" y="1085536"/>
                  <a:pt x="629260" y="1085833"/>
                  <a:pt x="628727" y="1085833"/>
                </a:cubicBezTo>
                <a:lnTo>
                  <a:pt x="608294" y="1085833"/>
                </a:lnTo>
                <a:cubicBezTo>
                  <a:pt x="607761" y="1085833"/>
                  <a:pt x="607287" y="1085536"/>
                  <a:pt x="607050" y="1085122"/>
                </a:cubicBezTo>
                <a:lnTo>
                  <a:pt x="596864" y="1067413"/>
                </a:lnTo>
                <a:cubicBezTo>
                  <a:pt x="596627" y="1066999"/>
                  <a:pt x="596627" y="1066407"/>
                  <a:pt x="596864" y="1065992"/>
                </a:cubicBezTo>
                <a:lnTo>
                  <a:pt x="607109" y="1048284"/>
                </a:lnTo>
                <a:cubicBezTo>
                  <a:pt x="607347" y="1047869"/>
                  <a:pt x="607820" y="1047573"/>
                  <a:pt x="608353" y="1047573"/>
                </a:cubicBezTo>
                <a:close/>
                <a:moveTo>
                  <a:pt x="1284585" y="1047455"/>
                </a:moveTo>
                <a:lnTo>
                  <a:pt x="1305137" y="1047455"/>
                </a:lnTo>
                <a:cubicBezTo>
                  <a:pt x="1305610" y="1047455"/>
                  <a:pt x="1306143" y="1047692"/>
                  <a:pt x="1306380" y="1048166"/>
                </a:cubicBezTo>
                <a:lnTo>
                  <a:pt x="1316626" y="1065933"/>
                </a:lnTo>
                <a:cubicBezTo>
                  <a:pt x="1316863" y="1066407"/>
                  <a:pt x="1316863" y="1066940"/>
                  <a:pt x="1316626" y="1067414"/>
                </a:cubicBezTo>
                <a:lnTo>
                  <a:pt x="1306380" y="1085181"/>
                </a:lnTo>
                <a:cubicBezTo>
                  <a:pt x="1306143" y="1085596"/>
                  <a:pt x="1305669" y="1085892"/>
                  <a:pt x="1305137" y="1085892"/>
                </a:cubicBezTo>
                <a:lnTo>
                  <a:pt x="1284585" y="1085892"/>
                </a:lnTo>
                <a:cubicBezTo>
                  <a:pt x="1284111" y="1085892"/>
                  <a:pt x="1283579" y="1085655"/>
                  <a:pt x="1283341" y="1085181"/>
                </a:cubicBezTo>
                <a:lnTo>
                  <a:pt x="1273096" y="1067414"/>
                </a:lnTo>
                <a:cubicBezTo>
                  <a:pt x="1272859" y="1066940"/>
                  <a:pt x="1272859" y="1066407"/>
                  <a:pt x="1273096" y="1065933"/>
                </a:cubicBezTo>
                <a:lnTo>
                  <a:pt x="1283341" y="1048166"/>
                </a:lnTo>
                <a:cubicBezTo>
                  <a:pt x="1283579" y="1047751"/>
                  <a:pt x="1284052" y="1047455"/>
                  <a:pt x="1284585" y="1047455"/>
                </a:cubicBezTo>
                <a:close/>
                <a:moveTo>
                  <a:pt x="743505" y="1047395"/>
                </a:moveTo>
                <a:lnTo>
                  <a:pt x="764174" y="1047395"/>
                </a:lnTo>
                <a:cubicBezTo>
                  <a:pt x="764648" y="1047395"/>
                  <a:pt x="765181" y="1047632"/>
                  <a:pt x="765418" y="1048106"/>
                </a:cubicBezTo>
                <a:lnTo>
                  <a:pt x="775723" y="1065992"/>
                </a:lnTo>
                <a:cubicBezTo>
                  <a:pt x="775960" y="1066465"/>
                  <a:pt x="775960" y="1066998"/>
                  <a:pt x="775723" y="1067472"/>
                </a:cubicBezTo>
                <a:lnTo>
                  <a:pt x="765418" y="1085358"/>
                </a:lnTo>
                <a:cubicBezTo>
                  <a:pt x="765181" y="1085773"/>
                  <a:pt x="764707" y="1086069"/>
                  <a:pt x="764174" y="1086069"/>
                </a:cubicBezTo>
                <a:lnTo>
                  <a:pt x="743505" y="1086069"/>
                </a:lnTo>
                <a:cubicBezTo>
                  <a:pt x="743031" y="1086069"/>
                  <a:pt x="742498" y="1085832"/>
                  <a:pt x="742261" y="1085358"/>
                </a:cubicBezTo>
                <a:lnTo>
                  <a:pt x="731956" y="1067472"/>
                </a:lnTo>
                <a:cubicBezTo>
                  <a:pt x="731719" y="1066998"/>
                  <a:pt x="731719" y="1066465"/>
                  <a:pt x="731956" y="1065992"/>
                </a:cubicBezTo>
                <a:lnTo>
                  <a:pt x="742261" y="1048106"/>
                </a:lnTo>
                <a:cubicBezTo>
                  <a:pt x="742498" y="1047691"/>
                  <a:pt x="742971" y="1047395"/>
                  <a:pt x="743505" y="1047395"/>
                </a:cubicBezTo>
                <a:close/>
                <a:moveTo>
                  <a:pt x="675100" y="1045915"/>
                </a:moveTo>
                <a:lnTo>
                  <a:pt x="697309" y="1045915"/>
                </a:lnTo>
                <a:cubicBezTo>
                  <a:pt x="697842" y="1045915"/>
                  <a:pt x="698375" y="1046211"/>
                  <a:pt x="698671" y="1046685"/>
                </a:cubicBezTo>
                <a:lnTo>
                  <a:pt x="709746" y="1065933"/>
                </a:lnTo>
                <a:cubicBezTo>
                  <a:pt x="710042" y="1066407"/>
                  <a:pt x="710042" y="1066999"/>
                  <a:pt x="709746" y="1067473"/>
                </a:cubicBezTo>
                <a:lnTo>
                  <a:pt x="698671" y="1086721"/>
                </a:lnTo>
                <a:cubicBezTo>
                  <a:pt x="698375" y="1087195"/>
                  <a:pt x="697842" y="1087491"/>
                  <a:pt x="697309" y="1087491"/>
                </a:cubicBezTo>
                <a:lnTo>
                  <a:pt x="675100" y="1087491"/>
                </a:lnTo>
                <a:cubicBezTo>
                  <a:pt x="674566" y="1087491"/>
                  <a:pt x="674034" y="1087195"/>
                  <a:pt x="673737" y="1086721"/>
                </a:cubicBezTo>
                <a:lnTo>
                  <a:pt x="662662" y="1067473"/>
                </a:lnTo>
                <a:cubicBezTo>
                  <a:pt x="662366" y="1066999"/>
                  <a:pt x="662366" y="1066407"/>
                  <a:pt x="662662" y="1065933"/>
                </a:cubicBezTo>
                <a:lnTo>
                  <a:pt x="673737" y="1046685"/>
                </a:lnTo>
                <a:cubicBezTo>
                  <a:pt x="674034" y="1046211"/>
                  <a:pt x="674566" y="1045915"/>
                  <a:pt x="675100" y="1045915"/>
                </a:cubicBezTo>
                <a:close/>
                <a:moveTo>
                  <a:pt x="3921286" y="1045796"/>
                </a:moveTo>
                <a:lnTo>
                  <a:pt x="3943614" y="1045796"/>
                </a:lnTo>
                <a:cubicBezTo>
                  <a:pt x="3944148" y="1045796"/>
                  <a:pt x="3944681" y="1046092"/>
                  <a:pt x="3944976" y="1046566"/>
                </a:cubicBezTo>
                <a:lnTo>
                  <a:pt x="3956111" y="1065873"/>
                </a:lnTo>
                <a:cubicBezTo>
                  <a:pt x="3956407" y="1066406"/>
                  <a:pt x="3956407" y="1066999"/>
                  <a:pt x="3956111" y="1067472"/>
                </a:cubicBezTo>
                <a:lnTo>
                  <a:pt x="3944976" y="1086780"/>
                </a:lnTo>
                <a:cubicBezTo>
                  <a:pt x="3944681" y="1087254"/>
                  <a:pt x="3944148" y="1087550"/>
                  <a:pt x="3943614" y="1087550"/>
                </a:cubicBezTo>
                <a:lnTo>
                  <a:pt x="3921286" y="1087550"/>
                </a:lnTo>
                <a:cubicBezTo>
                  <a:pt x="3920753" y="1087550"/>
                  <a:pt x="3920221" y="1087254"/>
                  <a:pt x="3919924" y="1086780"/>
                </a:cubicBezTo>
                <a:lnTo>
                  <a:pt x="3908790" y="1067472"/>
                </a:lnTo>
                <a:cubicBezTo>
                  <a:pt x="3908494" y="1066939"/>
                  <a:pt x="3908494" y="1066347"/>
                  <a:pt x="3908790" y="1065873"/>
                </a:cubicBezTo>
                <a:lnTo>
                  <a:pt x="3919924" y="1046566"/>
                </a:lnTo>
                <a:cubicBezTo>
                  <a:pt x="3920221" y="1046092"/>
                  <a:pt x="3920753" y="1045796"/>
                  <a:pt x="3921286" y="1045796"/>
                </a:cubicBezTo>
                <a:close/>
                <a:moveTo>
                  <a:pt x="4597281" y="1045204"/>
                </a:moveTo>
                <a:lnTo>
                  <a:pt x="4620260" y="1045204"/>
                </a:lnTo>
                <a:cubicBezTo>
                  <a:pt x="4620852" y="1045204"/>
                  <a:pt x="4621386" y="1045559"/>
                  <a:pt x="4621682" y="1046033"/>
                </a:cubicBezTo>
                <a:lnTo>
                  <a:pt x="4633172" y="1065933"/>
                </a:lnTo>
                <a:cubicBezTo>
                  <a:pt x="4633467" y="1066407"/>
                  <a:pt x="4633467" y="1067058"/>
                  <a:pt x="4633172" y="1067532"/>
                </a:cubicBezTo>
                <a:lnTo>
                  <a:pt x="4621682" y="1087432"/>
                </a:lnTo>
                <a:cubicBezTo>
                  <a:pt x="4621386" y="1087965"/>
                  <a:pt x="4620852" y="1088261"/>
                  <a:pt x="4620260" y="1088261"/>
                </a:cubicBezTo>
                <a:lnTo>
                  <a:pt x="4597281" y="1088261"/>
                </a:lnTo>
                <a:cubicBezTo>
                  <a:pt x="4596689" y="1088261"/>
                  <a:pt x="4596156" y="1087905"/>
                  <a:pt x="4595860" y="1087432"/>
                </a:cubicBezTo>
                <a:lnTo>
                  <a:pt x="4584370" y="1067532"/>
                </a:lnTo>
                <a:cubicBezTo>
                  <a:pt x="4584074" y="1067058"/>
                  <a:pt x="4584074" y="1066407"/>
                  <a:pt x="4584370" y="1065933"/>
                </a:cubicBezTo>
                <a:lnTo>
                  <a:pt x="4595860" y="1046033"/>
                </a:lnTo>
                <a:cubicBezTo>
                  <a:pt x="4596156" y="1045500"/>
                  <a:pt x="4596689" y="1045204"/>
                  <a:pt x="4597281" y="1045204"/>
                </a:cubicBezTo>
                <a:close/>
                <a:moveTo>
                  <a:pt x="4935279" y="1044789"/>
                </a:moveTo>
                <a:lnTo>
                  <a:pt x="4958673" y="1044789"/>
                </a:lnTo>
                <a:cubicBezTo>
                  <a:pt x="4959265" y="1044789"/>
                  <a:pt x="4959798" y="1045085"/>
                  <a:pt x="4960094" y="1045618"/>
                </a:cubicBezTo>
                <a:lnTo>
                  <a:pt x="4971761" y="1065873"/>
                </a:lnTo>
                <a:cubicBezTo>
                  <a:pt x="4972058" y="1066406"/>
                  <a:pt x="4972058" y="1066998"/>
                  <a:pt x="4971761" y="1067531"/>
                </a:cubicBezTo>
                <a:lnTo>
                  <a:pt x="4960035" y="1087786"/>
                </a:lnTo>
                <a:cubicBezTo>
                  <a:pt x="4959739" y="1088319"/>
                  <a:pt x="4959206" y="1088616"/>
                  <a:pt x="4958613" y="1088616"/>
                </a:cubicBezTo>
                <a:lnTo>
                  <a:pt x="4935220" y="1088616"/>
                </a:lnTo>
                <a:cubicBezTo>
                  <a:pt x="4934628" y="1088616"/>
                  <a:pt x="4934094" y="1088319"/>
                  <a:pt x="4933798" y="1087786"/>
                </a:cubicBezTo>
                <a:lnTo>
                  <a:pt x="4922131" y="1067531"/>
                </a:lnTo>
                <a:cubicBezTo>
                  <a:pt x="4921835" y="1066998"/>
                  <a:pt x="4921835" y="1066406"/>
                  <a:pt x="4922131" y="1065873"/>
                </a:cubicBezTo>
                <a:lnTo>
                  <a:pt x="4933858" y="1045618"/>
                </a:lnTo>
                <a:cubicBezTo>
                  <a:pt x="4934153" y="1045085"/>
                  <a:pt x="4934687" y="1044789"/>
                  <a:pt x="4935279" y="1044789"/>
                </a:cubicBezTo>
                <a:close/>
                <a:moveTo>
                  <a:pt x="2771016" y="1044671"/>
                </a:moveTo>
                <a:lnTo>
                  <a:pt x="2794529" y="1044671"/>
                </a:lnTo>
                <a:cubicBezTo>
                  <a:pt x="2795121" y="1044671"/>
                  <a:pt x="2795654" y="1044967"/>
                  <a:pt x="2795950" y="1045500"/>
                </a:cubicBezTo>
                <a:lnTo>
                  <a:pt x="2807676" y="1065874"/>
                </a:lnTo>
                <a:cubicBezTo>
                  <a:pt x="2807973" y="1066407"/>
                  <a:pt x="2807973" y="1066999"/>
                  <a:pt x="2807676" y="1067532"/>
                </a:cubicBezTo>
                <a:lnTo>
                  <a:pt x="2795891" y="1087905"/>
                </a:lnTo>
                <a:cubicBezTo>
                  <a:pt x="2795595" y="1088438"/>
                  <a:pt x="2795061" y="1088734"/>
                  <a:pt x="2794469" y="1088734"/>
                </a:cubicBezTo>
                <a:lnTo>
                  <a:pt x="2770957" y="1088734"/>
                </a:lnTo>
                <a:cubicBezTo>
                  <a:pt x="2770365" y="1088734"/>
                  <a:pt x="2769832" y="1088438"/>
                  <a:pt x="2769535" y="1087905"/>
                </a:cubicBezTo>
                <a:lnTo>
                  <a:pt x="2757809" y="1067532"/>
                </a:lnTo>
                <a:cubicBezTo>
                  <a:pt x="2757513" y="1066999"/>
                  <a:pt x="2757513" y="1066407"/>
                  <a:pt x="2757809" y="1065874"/>
                </a:cubicBezTo>
                <a:lnTo>
                  <a:pt x="2769595" y="1045500"/>
                </a:lnTo>
                <a:cubicBezTo>
                  <a:pt x="2769891" y="1044967"/>
                  <a:pt x="2770424" y="1044671"/>
                  <a:pt x="2771016" y="1044671"/>
                </a:cubicBezTo>
                <a:close/>
                <a:moveTo>
                  <a:pt x="2703204" y="1044256"/>
                </a:moveTo>
                <a:lnTo>
                  <a:pt x="2727131" y="1044256"/>
                </a:lnTo>
                <a:cubicBezTo>
                  <a:pt x="2727723" y="1044256"/>
                  <a:pt x="2728316" y="1044552"/>
                  <a:pt x="2728612" y="1045085"/>
                </a:cubicBezTo>
                <a:lnTo>
                  <a:pt x="2740575" y="1065814"/>
                </a:lnTo>
                <a:cubicBezTo>
                  <a:pt x="2740871" y="1066347"/>
                  <a:pt x="2740871" y="1066998"/>
                  <a:pt x="2740575" y="1067531"/>
                </a:cubicBezTo>
                <a:lnTo>
                  <a:pt x="2728612" y="1088260"/>
                </a:lnTo>
                <a:cubicBezTo>
                  <a:pt x="2728256" y="1088734"/>
                  <a:pt x="2727723" y="1089089"/>
                  <a:pt x="2727131" y="1089089"/>
                </a:cubicBezTo>
                <a:lnTo>
                  <a:pt x="2703204" y="1089089"/>
                </a:lnTo>
                <a:cubicBezTo>
                  <a:pt x="2702612" y="1089089"/>
                  <a:pt x="2702020" y="1088793"/>
                  <a:pt x="2701724" y="1088260"/>
                </a:cubicBezTo>
                <a:lnTo>
                  <a:pt x="2689760" y="1067531"/>
                </a:lnTo>
                <a:cubicBezTo>
                  <a:pt x="2689464" y="1066998"/>
                  <a:pt x="2689464" y="1066347"/>
                  <a:pt x="2689760" y="1065814"/>
                </a:cubicBezTo>
                <a:lnTo>
                  <a:pt x="2701724" y="1045085"/>
                </a:lnTo>
                <a:cubicBezTo>
                  <a:pt x="2702079" y="1044611"/>
                  <a:pt x="2702612" y="1044256"/>
                  <a:pt x="2703204" y="1044256"/>
                </a:cubicBezTo>
                <a:close/>
                <a:moveTo>
                  <a:pt x="4866104" y="1041887"/>
                </a:moveTo>
                <a:lnTo>
                  <a:pt x="4892577" y="1041887"/>
                </a:lnTo>
                <a:cubicBezTo>
                  <a:pt x="4893229" y="1041887"/>
                  <a:pt x="4893821" y="1042242"/>
                  <a:pt x="4894176" y="1042835"/>
                </a:cubicBezTo>
                <a:lnTo>
                  <a:pt x="4907384" y="1065814"/>
                </a:lnTo>
                <a:cubicBezTo>
                  <a:pt x="4907739" y="1066406"/>
                  <a:pt x="4907739" y="1067117"/>
                  <a:pt x="4907384" y="1067709"/>
                </a:cubicBezTo>
                <a:lnTo>
                  <a:pt x="4894117" y="1090688"/>
                </a:lnTo>
                <a:cubicBezTo>
                  <a:pt x="4893821" y="1091281"/>
                  <a:pt x="4893170" y="1091636"/>
                  <a:pt x="4892519" y="1091636"/>
                </a:cubicBezTo>
                <a:lnTo>
                  <a:pt x="4866045" y="1091636"/>
                </a:lnTo>
                <a:cubicBezTo>
                  <a:pt x="4865393" y="1091636"/>
                  <a:pt x="4864801" y="1091281"/>
                  <a:pt x="4864445" y="1090688"/>
                </a:cubicBezTo>
                <a:lnTo>
                  <a:pt x="4851238" y="1067709"/>
                </a:lnTo>
                <a:cubicBezTo>
                  <a:pt x="4850883" y="1067117"/>
                  <a:pt x="4850883" y="1066406"/>
                  <a:pt x="4851238" y="1065814"/>
                </a:cubicBezTo>
                <a:lnTo>
                  <a:pt x="4864505" y="1042835"/>
                </a:lnTo>
                <a:cubicBezTo>
                  <a:pt x="4864801" y="1042242"/>
                  <a:pt x="4865452" y="1041887"/>
                  <a:pt x="4866104" y="1041887"/>
                </a:cubicBezTo>
                <a:close/>
                <a:moveTo>
                  <a:pt x="4798291" y="1041591"/>
                </a:moveTo>
                <a:lnTo>
                  <a:pt x="4825120" y="1041591"/>
                </a:lnTo>
                <a:cubicBezTo>
                  <a:pt x="4825831" y="1041591"/>
                  <a:pt x="4826423" y="1041946"/>
                  <a:pt x="4826778" y="1042538"/>
                </a:cubicBezTo>
                <a:lnTo>
                  <a:pt x="4840163" y="1065755"/>
                </a:lnTo>
                <a:cubicBezTo>
                  <a:pt x="4840518" y="1066347"/>
                  <a:pt x="4840518" y="1067058"/>
                  <a:pt x="4840163" y="1067650"/>
                </a:cubicBezTo>
                <a:lnTo>
                  <a:pt x="4826719" y="1090866"/>
                </a:lnTo>
                <a:cubicBezTo>
                  <a:pt x="4826364" y="1091458"/>
                  <a:pt x="4825712" y="1091814"/>
                  <a:pt x="4825061" y="1091814"/>
                </a:cubicBezTo>
                <a:lnTo>
                  <a:pt x="4798232" y="1091814"/>
                </a:lnTo>
                <a:cubicBezTo>
                  <a:pt x="4797521" y="1091814"/>
                  <a:pt x="4796929" y="1091458"/>
                  <a:pt x="4796573" y="1090866"/>
                </a:cubicBezTo>
                <a:lnTo>
                  <a:pt x="4783188" y="1067650"/>
                </a:lnTo>
                <a:cubicBezTo>
                  <a:pt x="4782833" y="1067058"/>
                  <a:pt x="4782833" y="1066347"/>
                  <a:pt x="4783188" y="1065755"/>
                </a:cubicBezTo>
                <a:lnTo>
                  <a:pt x="4796632" y="1042538"/>
                </a:lnTo>
                <a:cubicBezTo>
                  <a:pt x="4796988" y="1041946"/>
                  <a:pt x="4797640" y="1041591"/>
                  <a:pt x="4798291" y="1041591"/>
                </a:cubicBezTo>
                <a:close/>
                <a:moveTo>
                  <a:pt x="4662666" y="1040940"/>
                </a:moveTo>
                <a:lnTo>
                  <a:pt x="4690147" y="1040940"/>
                </a:lnTo>
                <a:cubicBezTo>
                  <a:pt x="4690798" y="1040940"/>
                  <a:pt x="4691449" y="1041295"/>
                  <a:pt x="4691805" y="1041888"/>
                </a:cubicBezTo>
                <a:lnTo>
                  <a:pt x="4705545" y="1065696"/>
                </a:lnTo>
                <a:cubicBezTo>
                  <a:pt x="4705901" y="1066288"/>
                  <a:pt x="4705901" y="1067058"/>
                  <a:pt x="4705545" y="1067651"/>
                </a:cubicBezTo>
                <a:lnTo>
                  <a:pt x="4691805" y="1091459"/>
                </a:lnTo>
                <a:cubicBezTo>
                  <a:pt x="4691449" y="1092051"/>
                  <a:pt x="4690857" y="1092407"/>
                  <a:pt x="4690147" y="1092407"/>
                </a:cubicBezTo>
                <a:lnTo>
                  <a:pt x="4662666" y="1092407"/>
                </a:lnTo>
                <a:cubicBezTo>
                  <a:pt x="4662015" y="1092407"/>
                  <a:pt x="4661363" y="1092051"/>
                  <a:pt x="4661008" y="1091459"/>
                </a:cubicBezTo>
                <a:lnTo>
                  <a:pt x="4647268" y="1067651"/>
                </a:lnTo>
                <a:cubicBezTo>
                  <a:pt x="4646912" y="1067058"/>
                  <a:pt x="4646912" y="1066288"/>
                  <a:pt x="4647268" y="1065696"/>
                </a:cubicBezTo>
                <a:lnTo>
                  <a:pt x="4661008" y="1041888"/>
                </a:lnTo>
                <a:cubicBezTo>
                  <a:pt x="4661363" y="1041295"/>
                  <a:pt x="4661955" y="1040940"/>
                  <a:pt x="4662666" y="1040940"/>
                </a:cubicBezTo>
                <a:close/>
                <a:moveTo>
                  <a:pt x="4730064" y="1040466"/>
                </a:moveTo>
                <a:lnTo>
                  <a:pt x="4758078" y="1040466"/>
                </a:lnTo>
                <a:cubicBezTo>
                  <a:pt x="4758788" y="1040466"/>
                  <a:pt x="4759440" y="1040880"/>
                  <a:pt x="4759795" y="1041473"/>
                </a:cubicBezTo>
                <a:lnTo>
                  <a:pt x="4773832" y="1065755"/>
                </a:lnTo>
                <a:cubicBezTo>
                  <a:pt x="4774187" y="1066347"/>
                  <a:pt x="4774187" y="1067117"/>
                  <a:pt x="4773832" y="1067709"/>
                </a:cubicBezTo>
                <a:lnTo>
                  <a:pt x="4759795" y="1091992"/>
                </a:lnTo>
                <a:cubicBezTo>
                  <a:pt x="4759440" y="1092643"/>
                  <a:pt x="4758788" y="1092999"/>
                  <a:pt x="4758078" y="1092999"/>
                </a:cubicBezTo>
                <a:lnTo>
                  <a:pt x="4730064" y="1092999"/>
                </a:lnTo>
                <a:cubicBezTo>
                  <a:pt x="4729354" y="1092999"/>
                  <a:pt x="4728702" y="1092584"/>
                  <a:pt x="4728347" y="1091992"/>
                </a:cubicBezTo>
                <a:lnTo>
                  <a:pt x="4714310" y="1067709"/>
                </a:lnTo>
                <a:cubicBezTo>
                  <a:pt x="4713955" y="1067117"/>
                  <a:pt x="4713955" y="1066347"/>
                  <a:pt x="4714310" y="1065755"/>
                </a:cubicBezTo>
                <a:lnTo>
                  <a:pt x="4728347" y="1041473"/>
                </a:lnTo>
                <a:cubicBezTo>
                  <a:pt x="4728702" y="1040821"/>
                  <a:pt x="4729354" y="1040466"/>
                  <a:pt x="4730064" y="1040466"/>
                </a:cubicBezTo>
                <a:close/>
                <a:moveTo>
                  <a:pt x="4332664" y="997528"/>
                </a:moveTo>
                <a:lnTo>
                  <a:pt x="4343917" y="997528"/>
                </a:lnTo>
                <a:cubicBezTo>
                  <a:pt x="4344213" y="997528"/>
                  <a:pt x="4344628" y="997942"/>
                  <a:pt x="4344628" y="997942"/>
                </a:cubicBezTo>
                <a:lnTo>
                  <a:pt x="4350254" y="1007715"/>
                </a:lnTo>
                <a:cubicBezTo>
                  <a:pt x="4350372" y="1007951"/>
                  <a:pt x="4350254" y="1008484"/>
                  <a:pt x="4350254" y="1008484"/>
                </a:cubicBezTo>
                <a:lnTo>
                  <a:pt x="4344628" y="1018257"/>
                </a:lnTo>
                <a:cubicBezTo>
                  <a:pt x="4344450" y="1018494"/>
                  <a:pt x="4343917" y="1018671"/>
                  <a:pt x="4343917" y="1018671"/>
                </a:cubicBezTo>
                <a:lnTo>
                  <a:pt x="4332664" y="1018671"/>
                </a:lnTo>
                <a:cubicBezTo>
                  <a:pt x="4332368" y="1018671"/>
                  <a:pt x="4331954" y="1018257"/>
                  <a:pt x="4331954" y="1018257"/>
                </a:cubicBezTo>
                <a:lnTo>
                  <a:pt x="4326327" y="1008484"/>
                </a:lnTo>
                <a:cubicBezTo>
                  <a:pt x="4326208" y="1008248"/>
                  <a:pt x="4326327" y="1007715"/>
                  <a:pt x="4326327" y="1007715"/>
                </a:cubicBezTo>
                <a:lnTo>
                  <a:pt x="4331954" y="997942"/>
                </a:lnTo>
                <a:cubicBezTo>
                  <a:pt x="4332131" y="997706"/>
                  <a:pt x="4332664" y="997528"/>
                  <a:pt x="4332664" y="997528"/>
                </a:cubicBezTo>
                <a:close/>
                <a:moveTo>
                  <a:pt x="2505451" y="995396"/>
                </a:moveTo>
                <a:lnTo>
                  <a:pt x="2519014" y="995396"/>
                </a:lnTo>
                <a:cubicBezTo>
                  <a:pt x="2519369" y="995396"/>
                  <a:pt x="2519843" y="995870"/>
                  <a:pt x="2519843" y="995870"/>
                </a:cubicBezTo>
                <a:lnTo>
                  <a:pt x="2526654" y="1007656"/>
                </a:lnTo>
                <a:cubicBezTo>
                  <a:pt x="2526831" y="1007952"/>
                  <a:pt x="2526654" y="1008603"/>
                  <a:pt x="2526654" y="1008603"/>
                </a:cubicBezTo>
                <a:lnTo>
                  <a:pt x="2519843" y="1020389"/>
                </a:lnTo>
                <a:cubicBezTo>
                  <a:pt x="2519665" y="1020685"/>
                  <a:pt x="2519369" y="1020863"/>
                  <a:pt x="2519014" y="1020863"/>
                </a:cubicBezTo>
                <a:lnTo>
                  <a:pt x="2505451" y="1020863"/>
                </a:lnTo>
                <a:cubicBezTo>
                  <a:pt x="2505096" y="1020863"/>
                  <a:pt x="2504622" y="1020389"/>
                  <a:pt x="2504622" y="1020389"/>
                </a:cubicBezTo>
                <a:lnTo>
                  <a:pt x="2497811" y="1008603"/>
                </a:lnTo>
                <a:cubicBezTo>
                  <a:pt x="2497633" y="1008307"/>
                  <a:pt x="2497811" y="1007656"/>
                  <a:pt x="2497811" y="1007656"/>
                </a:cubicBezTo>
                <a:lnTo>
                  <a:pt x="2504622" y="995870"/>
                </a:lnTo>
                <a:cubicBezTo>
                  <a:pt x="2504800" y="995574"/>
                  <a:pt x="2505096" y="995396"/>
                  <a:pt x="2505451" y="995396"/>
                </a:cubicBezTo>
                <a:close/>
                <a:moveTo>
                  <a:pt x="4196149" y="995277"/>
                </a:moveTo>
                <a:lnTo>
                  <a:pt x="4209831" y="995277"/>
                </a:lnTo>
                <a:cubicBezTo>
                  <a:pt x="4210186" y="995277"/>
                  <a:pt x="4210482" y="995455"/>
                  <a:pt x="4210660" y="995751"/>
                </a:cubicBezTo>
                <a:lnTo>
                  <a:pt x="4217470" y="1007596"/>
                </a:lnTo>
                <a:cubicBezTo>
                  <a:pt x="4217648" y="1007892"/>
                  <a:pt x="4217648" y="1008247"/>
                  <a:pt x="4217470" y="1008543"/>
                </a:cubicBezTo>
                <a:lnTo>
                  <a:pt x="4210601" y="1020388"/>
                </a:lnTo>
                <a:cubicBezTo>
                  <a:pt x="4210423" y="1020685"/>
                  <a:pt x="4210126" y="1020862"/>
                  <a:pt x="4209771" y="1020862"/>
                </a:cubicBezTo>
                <a:lnTo>
                  <a:pt x="4196090" y="1020862"/>
                </a:lnTo>
                <a:cubicBezTo>
                  <a:pt x="4195735" y="1020862"/>
                  <a:pt x="4195439" y="1020685"/>
                  <a:pt x="4195261" y="1020388"/>
                </a:cubicBezTo>
                <a:lnTo>
                  <a:pt x="4188450" y="1008543"/>
                </a:lnTo>
                <a:cubicBezTo>
                  <a:pt x="4188273" y="1008247"/>
                  <a:pt x="4188273" y="1007892"/>
                  <a:pt x="4188450" y="1007596"/>
                </a:cubicBezTo>
                <a:lnTo>
                  <a:pt x="4195320" y="995751"/>
                </a:lnTo>
                <a:cubicBezTo>
                  <a:pt x="4195498" y="995455"/>
                  <a:pt x="4195794" y="995277"/>
                  <a:pt x="4196149" y="995277"/>
                </a:cubicBezTo>
                <a:close/>
                <a:moveTo>
                  <a:pt x="4263726" y="995159"/>
                </a:moveTo>
                <a:lnTo>
                  <a:pt x="4277525" y="995159"/>
                </a:lnTo>
                <a:cubicBezTo>
                  <a:pt x="4277881" y="995159"/>
                  <a:pt x="4278176" y="995337"/>
                  <a:pt x="4278354" y="995633"/>
                </a:cubicBezTo>
                <a:lnTo>
                  <a:pt x="4285224" y="1007596"/>
                </a:lnTo>
                <a:cubicBezTo>
                  <a:pt x="4285402" y="1007893"/>
                  <a:pt x="4285402" y="1008248"/>
                  <a:pt x="4285224" y="1008544"/>
                </a:cubicBezTo>
                <a:lnTo>
                  <a:pt x="4278295" y="1020507"/>
                </a:lnTo>
                <a:cubicBezTo>
                  <a:pt x="4278117" y="1020804"/>
                  <a:pt x="4277821" y="1020981"/>
                  <a:pt x="4277466" y="1020981"/>
                </a:cubicBezTo>
                <a:lnTo>
                  <a:pt x="4263666" y="1020981"/>
                </a:lnTo>
                <a:cubicBezTo>
                  <a:pt x="4263311" y="1020981"/>
                  <a:pt x="4263015" y="1020804"/>
                  <a:pt x="4262837" y="1020507"/>
                </a:cubicBezTo>
                <a:lnTo>
                  <a:pt x="4255967" y="1008544"/>
                </a:lnTo>
                <a:cubicBezTo>
                  <a:pt x="4255790" y="1008248"/>
                  <a:pt x="4255790" y="1007893"/>
                  <a:pt x="4255967" y="1007596"/>
                </a:cubicBezTo>
                <a:lnTo>
                  <a:pt x="4262896" y="995633"/>
                </a:lnTo>
                <a:cubicBezTo>
                  <a:pt x="4263074" y="995337"/>
                  <a:pt x="4263370" y="995159"/>
                  <a:pt x="4263726" y="995159"/>
                </a:cubicBezTo>
                <a:close/>
                <a:moveTo>
                  <a:pt x="3790280" y="995040"/>
                </a:moveTo>
                <a:lnTo>
                  <a:pt x="3804198" y="995040"/>
                </a:lnTo>
                <a:cubicBezTo>
                  <a:pt x="3804553" y="995040"/>
                  <a:pt x="3804850" y="995218"/>
                  <a:pt x="3805027" y="995514"/>
                </a:cubicBezTo>
                <a:lnTo>
                  <a:pt x="3811956" y="1007537"/>
                </a:lnTo>
                <a:cubicBezTo>
                  <a:pt x="3812134" y="1007833"/>
                  <a:pt x="3812134" y="1008247"/>
                  <a:pt x="3811956" y="1008543"/>
                </a:cubicBezTo>
                <a:lnTo>
                  <a:pt x="3804968" y="1020566"/>
                </a:lnTo>
                <a:cubicBezTo>
                  <a:pt x="3804790" y="1020862"/>
                  <a:pt x="3804494" y="1021040"/>
                  <a:pt x="3804139" y="1021040"/>
                </a:cubicBezTo>
                <a:lnTo>
                  <a:pt x="3790220" y="1021040"/>
                </a:lnTo>
                <a:cubicBezTo>
                  <a:pt x="3789866" y="1021040"/>
                  <a:pt x="3789569" y="1020862"/>
                  <a:pt x="3789392" y="1020566"/>
                </a:cubicBezTo>
                <a:lnTo>
                  <a:pt x="3782462" y="1008543"/>
                </a:lnTo>
                <a:cubicBezTo>
                  <a:pt x="3782285" y="1008247"/>
                  <a:pt x="3782285" y="1007833"/>
                  <a:pt x="3782462" y="1007537"/>
                </a:cubicBezTo>
                <a:lnTo>
                  <a:pt x="3789451" y="995514"/>
                </a:lnTo>
                <a:cubicBezTo>
                  <a:pt x="3789628" y="995218"/>
                  <a:pt x="3789925" y="995040"/>
                  <a:pt x="3790280" y="995040"/>
                </a:cubicBezTo>
                <a:close/>
                <a:moveTo>
                  <a:pt x="2572317" y="993915"/>
                </a:moveTo>
                <a:lnTo>
                  <a:pt x="2587419" y="993915"/>
                </a:lnTo>
                <a:cubicBezTo>
                  <a:pt x="2587833" y="993915"/>
                  <a:pt x="2588189" y="994093"/>
                  <a:pt x="2588367" y="994448"/>
                </a:cubicBezTo>
                <a:lnTo>
                  <a:pt x="2595947" y="1007537"/>
                </a:lnTo>
                <a:cubicBezTo>
                  <a:pt x="2596125" y="1007833"/>
                  <a:pt x="2596125" y="1008248"/>
                  <a:pt x="2595947" y="1008603"/>
                </a:cubicBezTo>
                <a:lnTo>
                  <a:pt x="2588367" y="1021692"/>
                </a:lnTo>
                <a:cubicBezTo>
                  <a:pt x="2588130" y="1022047"/>
                  <a:pt x="2587774" y="1022225"/>
                  <a:pt x="2587419" y="1022225"/>
                </a:cubicBezTo>
                <a:lnTo>
                  <a:pt x="2572317" y="1022225"/>
                </a:lnTo>
                <a:cubicBezTo>
                  <a:pt x="2571902" y="1022225"/>
                  <a:pt x="2571547" y="1022047"/>
                  <a:pt x="2571369" y="1021692"/>
                </a:cubicBezTo>
                <a:lnTo>
                  <a:pt x="2563788" y="1008603"/>
                </a:lnTo>
                <a:cubicBezTo>
                  <a:pt x="2563611" y="1008307"/>
                  <a:pt x="2563611" y="1007892"/>
                  <a:pt x="2563788" y="1007537"/>
                </a:cubicBezTo>
                <a:lnTo>
                  <a:pt x="2571369" y="994448"/>
                </a:lnTo>
                <a:cubicBezTo>
                  <a:pt x="2571606" y="994093"/>
                  <a:pt x="2571961" y="993915"/>
                  <a:pt x="2572317" y="993915"/>
                </a:cubicBezTo>
                <a:close/>
                <a:moveTo>
                  <a:pt x="272428" y="993086"/>
                </a:moveTo>
                <a:lnTo>
                  <a:pt x="288419" y="993086"/>
                </a:lnTo>
                <a:cubicBezTo>
                  <a:pt x="288774" y="993086"/>
                  <a:pt x="289189" y="993323"/>
                  <a:pt x="289367" y="993678"/>
                </a:cubicBezTo>
                <a:lnTo>
                  <a:pt x="297362" y="1007537"/>
                </a:lnTo>
                <a:cubicBezTo>
                  <a:pt x="297540" y="1007892"/>
                  <a:pt x="297540" y="1008307"/>
                  <a:pt x="297362" y="1008662"/>
                </a:cubicBezTo>
                <a:lnTo>
                  <a:pt x="289367" y="1022521"/>
                </a:lnTo>
                <a:cubicBezTo>
                  <a:pt x="289189" y="1022876"/>
                  <a:pt x="288834" y="1023113"/>
                  <a:pt x="288419" y="1023113"/>
                </a:cubicBezTo>
                <a:lnTo>
                  <a:pt x="272428" y="1023113"/>
                </a:lnTo>
                <a:cubicBezTo>
                  <a:pt x="272073" y="1023113"/>
                  <a:pt x="271658" y="1022876"/>
                  <a:pt x="271481" y="1022521"/>
                </a:cubicBezTo>
                <a:lnTo>
                  <a:pt x="263485" y="1008662"/>
                </a:lnTo>
                <a:cubicBezTo>
                  <a:pt x="263308" y="1008307"/>
                  <a:pt x="263308" y="1007892"/>
                  <a:pt x="263485" y="1007537"/>
                </a:cubicBezTo>
                <a:lnTo>
                  <a:pt x="271481" y="993678"/>
                </a:lnTo>
                <a:cubicBezTo>
                  <a:pt x="271658" y="993323"/>
                  <a:pt x="272014" y="993086"/>
                  <a:pt x="272428" y="993086"/>
                </a:cubicBezTo>
                <a:close/>
                <a:moveTo>
                  <a:pt x="4397574" y="992612"/>
                </a:moveTo>
                <a:lnTo>
                  <a:pt x="4414157" y="992612"/>
                </a:lnTo>
                <a:cubicBezTo>
                  <a:pt x="4414571" y="992612"/>
                  <a:pt x="4414927" y="992849"/>
                  <a:pt x="4415164" y="993204"/>
                </a:cubicBezTo>
                <a:lnTo>
                  <a:pt x="4423455" y="1007537"/>
                </a:lnTo>
                <a:cubicBezTo>
                  <a:pt x="4423692" y="1007892"/>
                  <a:pt x="4423692" y="1008366"/>
                  <a:pt x="4423455" y="1008721"/>
                </a:cubicBezTo>
                <a:lnTo>
                  <a:pt x="4415164" y="1023054"/>
                </a:lnTo>
                <a:cubicBezTo>
                  <a:pt x="4414927" y="1023409"/>
                  <a:pt x="4414571" y="1023646"/>
                  <a:pt x="4414157" y="1023646"/>
                </a:cubicBezTo>
                <a:lnTo>
                  <a:pt x="4397574" y="1023646"/>
                </a:lnTo>
                <a:cubicBezTo>
                  <a:pt x="4397160" y="1023646"/>
                  <a:pt x="4396804" y="1023409"/>
                  <a:pt x="4396567" y="1023054"/>
                </a:cubicBezTo>
                <a:lnTo>
                  <a:pt x="4388276" y="1008721"/>
                </a:lnTo>
                <a:cubicBezTo>
                  <a:pt x="4388039" y="1008366"/>
                  <a:pt x="4388039" y="1007892"/>
                  <a:pt x="4388276" y="1007537"/>
                </a:cubicBezTo>
                <a:lnTo>
                  <a:pt x="4396567" y="993204"/>
                </a:lnTo>
                <a:cubicBezTo>
                  <a:pt x="4396804" y="992849"/>
                  <a:pt x="4397160" y="992612"/>
                  <a:pt x="4397574" y="992612"/>
                </a:cubicBezTo>
                <a:close/>
                <a:moveTo>
                  <a:pt x="3856316" y="992079"/>
                </a:moveTo>
                <a:lnTo>
                  <a:pt x="3873432" y="992079"/>
                </a:lnTo>
                <a:cubicBezTo>
                  <a:pt x="3873906" y="992079"/>
                  <a:pt x="3874261" y="992316"/>
                  <a:pt x="3874499" y="992671"/>
                </a:cubicBezTo>
                <a:lnTo>
                  <a:pt x="3883027" y="1007478"/>
                </a:lnTo>
                <a:cubicBezTo>
                  <a:pt x="3883264" y="1007833"/>
                  <a:pt x="3883264" y="1008307"/>
                  <a:pt x="3883027" y="1008662"/>
                </a:cubicBezTo>
                <a:lnTo>
                  <a:pt x="3874439" y="1023468"/>
                </a:lnTo>
                <a:cubicBezTo>
                  <a:pt x="3874202" y="1023824"/>
                  <a:pt x="3873788" y="1024061"/>
                  <a:pt x="3873373" y="1024061"/>
                </a:cubicBezTo>
                <a:lnTo>
                  <a:pt x="3856257" y="1024061"/>
                </a:lnTo>
                <a:cubicBezTo>
                  <a:pt x="3855783" y="1024061"/>
                  <a:pt x="3855428" y="1023824"/>
                  <a:pt x="3855191" y="1023468"/>
                </a:cubicBezTo>
                <a:lnTo>
                  <a:pt x="3846662" y="1008662"/>
                </a:lnTo>
                <a:cubicBezTo>
                  <a:pt x="3846426" y="1008307"/>
                  <a:pt x="3846426" y="1007833"/>
                  <a:pt x="3846662" y="1007478"/>
                </a:cubicBezTo>
                <a:lnTo>
                  <a:pt x="3855250" y="992671"/>
                </a:lnTo>
                <a:cubicBezTo>
                  <a:pt x="3855487" y="992316"/>
                  <a:pt x="3855902" y="992079"/>
                  <a:pt x="3856316" y="992079"/>
                </a:cubicBezTo>
                <a:close/>
                <a:moveTo>
                  <a:pt x="1083398" y="991961"/>
                </a:moveTo>
                <a:lnTo>
                  <a:pt x="1100632" y="991961"/>
                </a:lnTo>
                <a:cubicBezTo>
                  <a:pt x="1101047" y="991961"/>
                  <a:pt x="1101461" y="992198"/>
                  <a:pt x="1101698" y="992553"/>
                </a:cubicBezTo>
                <a:lnTo>
                  <a:pt x="1110286" y="1007478"/>
                </a:lnTo>
                <a:cubicBezTo>
                  <a:pt x="1110523" y="1007893"/>
                  <a:pt x="1110523" y="1008366"/>
                  <a:pt x="1110286" y="1008722"/>
                </a:cubicBezTo>
                <a:lnTo>
                  <a:pt x="1101639" y="1023646"/>
                </a:lnTo>
                <a:cubicBezTo>
                  <a:pt x="1101402" y="1024002"/>
                  <a:pt x="1100988" y="1024239"/>
                  <a:pt x="1100573" y="1024239"/>
                </a:cubicBezTo>
                <a:lnTo>
                  <a:pt x="1083339" y="1024239"/>
                </a:lnTo>
                <a:cubicBezTo>
                  <a:pt x="1082924" y="1024239"/>
                  <a:pt x="1082509" y="1024002"/>
                  <a:pt x="1082273" y="1023646"/>
                </a:cubicBezTo>
                <a:lnTo>
                  <a:pt x="1073685" y="1008722"/>
                </a:lnTo>
                <a:cubicBezTo>
                  <a:pt x="1073448" y="1008307"/>
                  <a:pt x="1073448" y="1007833"/>
                  <a:pt x="1073685" y="1007478"/>
                </a:cubicBezTo>
                <a:lnTo>
                  <a:pt x="1082331" y="992553"/>
                </a:lnTo>
                <a:cubicBezTo>
                  <a:pt x="1082569" y="992198"/>
                  <a:pt x="1082983" y="991961"/>
                  <a:pt x="1083398" y="991961"/>
                </a:cubicBezTo>
                <a:close/>
                <a:moveTo>
                  <a:pt x="204083" y="991842"/>
                </a:moveTo>
                <a:lnTo>
                  <a:pt x="221435" y="991842"/>
                </a:lnTo>
                <a:cubicBezTo>
                  <a:pt x="221850" y="991842"/>
                  <a:pt x="222265" y="992079"/>
                  <a:pt x="222501" y="992434"/>
                </a:cubicBezTo>
                <a:lnTo>
                  <a:pt x="231148" y="1007418"/>
                </a:lnTo>
                <a:cubicBezTo>
                  <a:pt x="231385" y="1007833"/>
                  <a:pt x="231385" y="1008307"/>
                  <a:pt x="231148" y="1008662"/>
                </a:cubicBezTo>
                <a:lnTo>
                  <a:pt x="222501" y="1023646"/>
                </a:lnTo>
                <a:cubicBezTo>
                  <a:pt x="222265" y="1024001"/>
                  <a:pt x="221850" y="1024238"/>
                  <a:pt x="221435" y="1024238"/>
                </a:cubicBezTo>
                <a:lnTo>
                  <a:pt x="204083" y="1024238"/>
                </a:lnTo>
                <a:cubicBezTo>
                  <a:pt x="203668" y="1024238"/>
                  <a:pt x="203253" y="1024001"/>
                  <a:pt x="203017" y="1023646"/>
                </a:cubicBezTo>
                <a:lnTo>
                  <a:pt x="194370" y="1008662"/>
                </a:lnTo>
                <a:cubicBezTo>
                  <a:pt x="194133" y="1008247"/>
                  <a:pt x="194133" y="1007774"/>
                  <a:pt x="194370" y="1007418"/>
                </a:cubicBezTo>
                <a:lnTo>
                  <a:pt x="203017" y="992434"/>
                </a:lnTo>
                <a:cubicBezTo>
                  <a:pt x="203253" y="992079"/>
                  <a:pt x="203668" y="991842"/>
                  <a:pt x="204083" y="991842"/>
                </a:cubicBezTo>
                <a:close/>
                <a:moveTo>
                  <a:pt x="474564" y="991783"/>
                </a:moveTo>
                <a:lnTo>
                  <a:pt x="492035" y="991783"/>
                </a:lnTo>
                <a:cubicBezTo>
                  <a:pt x="492450" y="991783"/>
                  <a:pt x="492864" y="992020"/>
                  <a:pt x="493101" y="992375"/>
                </a:cubicBezTo>
                <a:lnTo>
                  <a:pt x="501808" y="1007478"/>
                </a:lnTo>
                <a:cubicBezTo>
                  <a:pt x="502044" y="1007892"/>
                  <a:pt x="502044" y="1008366"/>
                  <a:pt x="501808" y="1008721"/>
                </a:cubicBezTo>
                <a:lnTo>
                  <a:pt x="493101" y="1023824"/>
                </a:lnTo>
                <a:cubicBezTo>
                  <a:pt x="492864" y="1024179"/>
                  <a:pt x="492450" y="1024416"/>
                  <a:pt x="492035" y="1024416"/>
                </a:cubicBezTo>
                <a:lnTo>
                  <a:pt x="474564" y="1024416"/>
                </a:lnTo>
                <a:cubicBezTo>
                  <a:pt x="474150" y="1024416"/>
                  <a:pt x="473735" y="1024179"/>
                  <a:pt x="473498" y="1023824"/>
                </a:cubicBezTo>
                <a:lnTo>
                  <a:pt x="464792" y="1008721"/>
                </a:lnTo>
                <a:cubicBezTo>
                  <a:pt x="464555" y="1008307"/>
                  <a:pt x="464555" y="1007833"/>
                  <a:pt x="464792" y="1007478"/>
                </a:cubicBezTo>
                <a:lnTo>
                  <a:pt x="473498" y="992375"/>
                </a:lnTo>
                <a:cubicBezTo>
                  <a:pt x="473735" y="992020"/>
                  <a:pt x="474150" y="991783"/>
                  <a:pt x="474564" y="991783"/>
                </a:cubicBezTo>
                <a:close/>
                <a:moveTo>
                  <a:pt x="2638589" y="991428"/>
                </a:moveTo>
                <a:lnTo>
                  <a:pt x="2656357" y="991428"/>
                </a:lnTo>
                <a:cubicBezTo>
                  <a:pt x="2656771" y="991428"/>
                  <a:pt x="2657186" y="991665"/>
                  <a:pt x="2657423" y="992079"/>
                </a:cubicBezTo>
                <a:lnTo>
                  <a:pt x="2666307" y="1007478"/>
                </a:lnTo>
                <a:cubicBezTo>
                  <a:pt x="2666544" y="1007833"/>
                  <a:pt x="2666544" y="1008307"/>
                  <a:pt x="2666307" y="1008722"/>
                </a:cubicBezTo>
                <a:lnTo>
                  <a:pt x="2657423" y="1024120"/>
                </a:lnTo>
                <a:cubicBezTo>
                  <a:pt x="2657186" y="1024535"/>
                  <a:pt x="2656771" y="1024772"/>
                  <a:pt x="2656357" y="1024772"/>
                </a:cubicBezTo>
                <a:lnTo>
                  <a:pt x="2638589" y="1024772"/>
                </a:lnTo>
                <a:cubicBezTo>
                  <a:pt x="2638175" y="1024772"/>
                  <a:pt x="2637760" y="1024535"/>
                  <a:pt x="2637523" y="1024120"/>
                </a:cubicBezTo>
                <a:lnTo>
                  <a:pt x="2628640" y="1008722"/>
                </a:lnTo>
                <a:cubicBezTo>
                  <a:pt x="2628403" y="1008366"/>
                  <a:pt x="2628403" y="1007893"/>
                  <a:pt x="2628640" y="1007478"/>
                </a:cubicBezTo>
                <a:lnTo>
                  <a:pt x="2637523" y="992079"/>
                </a:lnTo>
                <a:cubicBezTo>
                  <a:pt x="2637760" y="991665"/>
                  <a:pt x="2638175" y="991428"/>
                  <a:pt x="2638589" y="991428"/>
                </a:cubicBezTo>
                <a:close/>
                <a:moveTo>
                  <a:pt x="2435625" y="991250"/>
                </a:moveTo>
                <a:lnTo>
                  <a:pt x="2453630" y="991250"/>
                </a:lnTo>
                <a:cubicBezTo>
                  <a:pt x="2454104" y="991250"/>
                  <a:pt x="2454518" y="991487"/>
                  <a:pt x="2454755" y="991901"/>
                </a:cubicBezTo>
                <a:lnTo>
                  <a:pt x="2463757" y="1007478"/>
                </a:lnTo>
                <a:cubicBezTo>
                  <a:pt x="2463994" y="1007833"/>
                  <a:pt x="2463994" y="1008307"/>
                  <a:pt x="2463757" y="1008721"/>
                </a:cubicBezTo>
                <a:lnTo>
                  <a:pt x="2454755" y="1024298"/>
                </a:lnTo>
                <a:cubicBezTo>
                  <a:pt x="2454518" y="1024712"/>
                  <a:pt x="2454104" y="1024949"/>
                  <a:pt x="2453630" y="1024949"/>
                </a:cubicBezTo>
                <a:lnTo>
                  <a:pt x="2435625" y="1024949"/>
                </a:lnTo>
                <a:cubicBezTo>
                  <a:pt x="2435152" y="1024949"/>
                  <a:pt x="2434737" y="1024712"/>
                  <a:pt x="2434500" y="1024298"/>
                </a:cubicBezTo>
                <a:lnTo>
                  <a:pt x="2425498" y="1008721"/>
                </a:lnTo>
                <a:cubicBezTo>
                  <a:pt x="2425261" y="1008366"/>
                  <a:pt x="2425261" y="1007892"/>
                  <a:pt x="2425498" y="1007478"/>
                </a:cubicBezTo>
                <a:lnTo>
                  <a:pt x="2434500" y="991901"/>
                </a:lnTo>
                <a:cubicBezTo>
                  <a:pt x="2434737" y="991487"/>
                  <a:pt x="2435152" y="991250"/>
                  <a:pt x="2435625" y="991250"/>
                </a:cubicBezTo>
                <a:close/>
                <a:moveTo>
                  <a:pt x="2367990" y="991250"/>
                </a:moveTo>
                <a:lnTo>
                  <a:pt x="2385995" y="991250"/>
                </a:lnTo>
                <a:cubicBezTo>
                  <a:pt x="2386468" y="991250"/>
                  <a:pt x="2386883" y="991487"/>
                  <a:pt x="2387120" y="991901"/>
                </a:cubicBezTo>
                <a:lnTo>
                  <a:pt x="2396122" y="1007478"/>
                </a:lnTo>
                <a:cubicBezTo>
                  <a:pt x="2396359" y="1007833"/>
                  <a:pt x="2396359" y="1008307"/>
                  <a:pt x="2396122" y="1008721"/>
                </a:cubicBezTo>
                <a:lnTo>
                  <a:pt x="2387120" y="1024298"/>
                </a:lnTo>
                <a:cubicBezTo>
                  <a:pt x="2386883" y="1024712"/>
                  <a:pt x="2386468" y="1024949"/>
                  <a:pt x="2385995" y="1024949"/>
                </a:cubicBezTo>
                <a:lnTo>
                  <a:pt x="2367990" y="1024949"/>
                </a:lnTo>
                <a:cubicBezTo>
                  <a:pt x="2367516" y="1024949"/>
                  <a:pt x="2367102" y="1024712"/>
                  <a:pt x="2366865" y="1024298"/>
                </a:cubicBezTo>
                <a:lnTo>
                  <a:pt x="2357863" y="1008721"/>
                </a:lnTo>
                <a:cubicBezTo>
                  <a:pt x="2357626" y="1008366"/>
                  <a:pt x="2357626" y="1007892"/>
                  <a:pt x="2357863" y="1007478"/>
                </a:cubicBezTo>
                <a:lnTo>
                  <a:pt x="2366865" y="991901"/>
                </a:lnTo>
                <a:cubicBezTo>
                  <a:pt x="2367102" y="991487"/>
                  <a:pt x="2367516" y="991250"/>
                  <a:pt x="2367990" y="991250"/>
                </a:cubicBezTo>
                <a:close/>
                <a:moveTo>
                  <a:pt x="1015348" y="991250"/>
                </a:moveTo>
                <a:lnTo>
                  <a:pt x="1033353" y="991250"/>
                </a:lnTo>
                <a:cubicBezTo>
                  <a:pt x="1033827" y="991250"/>
                  <a:pt x="1034241" y="991487"/>
                  <a:pt x="1034478" y="991901"/>
                </a:cubicBezTo>
                <a:lnTo>
                  <a:pt x="1043480" y="1007478"/>
                </a:lnTo>
                <a:cubicBezTo>
                  <a:pt x="1043717" y="1007833"/>
                  <a:pt x="1043717" y="1008307"/>
                  <a:pt x="1043480" y="1008721"/>
                </a:cubicBezTo>
                <a:lnTo>
                  <a:pt x="1034478" y="1024298"/>
                </a:lnTo>
                <a:cubicBezTo>
                  <a:pt x="1034241" y="1024712"/>
                  <a:pt x="1033827" y="1024949"/>
                  <a:pt x="1033353" y="1024949"/>
                </a:cubicBezTo>
                <a:lnTo>
                  <a:pt x="1015348" y="1024949"/>
                </a:lnTo>
                <a:cubicBezTo>
                  <a:pt x="1014875" y="1024949"/>
                  <a:pt x="1014460" y="1024712"/>
                  <a:pt x="1014223" y="1024298"/>
                </a:cubicBezTo>
                <a:lnTo>
                  <a:pt x="1005221" y="1008721"/>
                </a:lnTo>
                <a:cubicBezTo>
                  <a:pt x="1004984" y="1008366"/>
                  <a:pt x="1004984" y="1007892"/>
                  <a:pt x="1005221" y="1007478"/>
                </a:cubicBezTo>
                <a:lnTo>
                  <a:pt x="1014223" y="991901"/>
                </a:lnTo>
                <a:cubicBezTo>
                  <a:pt x="1014460" y="991487"/>
                  <a:pt x="1014875" y="991250"/>
                  <a:pt x="1015348" y="991250"/>
                </a:cubicBezTo>
                <a:close/>
                <a:moveTo>
                  <a:pt x="3720454" y="991013"/>
                </a:moveTo>
                <a:lnTo>
                  <a:pt x="3738695" y="991013"/>
                </a:lnTo>
                <a:cubicBezTo>
                  <a:pt x="3739168" y="991013"/>
                  <a:pt x="3739583" y="991250"/>
                  <a:pt x="3739820" y="991664"/>
                </a:cubicBezTo>
                <a:lnTo>
                  <a:pt x="3748941" y="1007418"/>
                </a:lnTo>
                <a:cubicBezTo>
                  <a:pt x="3749178" y="1007833"/>
                  <a:pt x="3749178" y="1008307"/>
                  <a:pt x="3748941" y="1008721"/>
                </a:cubicBezTo>
                <a:lnTo>
                  <a:pt x="3739820" y="1024475"/>
                </a:lnTo>
                <a:cubicBezTo>
                  <a:pt x="3739583" y="1024890"/>
                  <a:pt x="3739168" y="1025127"/>
                  <a:pt x="3738695" y="1025127"/>
                </a:cubicBezTo>
                <a:lnTo>
                  <a:pt x="3720454" y="1025127"/>
                </a:lnTo>
                <a:cubicBezTo>
                  <a:pt x="3719979" y="1025127"/>
                  <a:pt x="3719565" y="1024890"/>
                  <a:pt x="3719328" y="1024475"/>
                </a:cubicBezTo>
                <a:lnTo>
                  <a:pt x="3710208" y="1008721"/>
                </a:lnTo>
                <a:cubicBezTo>
                  <a:pt x="3709971" y="1008307"/>
                  <a:pt x="3709971" y="1007833"/>
                  <a:pt x="3710208" y="1007418"/>
                </a:cubicBezTo>
                <a:lnTo>
                  <a:pt x="3719328" y="991664"/>
                </a:lnTo>
                <a:cubicBezTo>
                  <a:pt x="3719565" y="991250"/>
                  <a:pt x="3719979" y="991013"/>
                  <a:pt x="3720454" y="991013"/>
                </a:cubicBezTo>
                <a:close/>
                <a:moveTo>
                  <a:pt x="338939" y="991013"/>
                </a:moveTo>
                <a:lnTo>
                  <a:pt x="357180" y="991013"/>
                </a:lnTo>
                <a:cubicBezTo>
                  <a:pt x="357654" y="991013"/>
                  <a:pt x="358068" y="991250"/>
                  <a:pt x="358305" y="991664"/>
                </a:cubicBezTo>
                <a:lnTo>
                  <a:pt x="367426" y="1007418"/>
                </a:lnTo>
                <a:cubicBezTo>
                  <a:pt x="367663" y="1007833"/>
                  <a:pt x="367663" y="1008307"/>
                  <a:pt x="367426" y="1008721"/>
                </a:cubicBezTo>
                <a:lnTo>
                  <a:pt x="358305" y="1024475"/>
                </a:lnTo>
                <a:cubicBezTo>
                  <a:pt x="358068" y="1024890"/>
                  <a:pt x="357654" y="1025127"/>
                  <a:pt x="357180" y="1025127"/>
                </a:cubicBezTo>
                <a:lnTo>
                  <a:pt x="338939" y="1025127"/>
                </a:lnTo>
                <a:cubicBezTo>
                  <a:pt x="338465" y="1025127"/>
                  <a:pt x="338050" y="1024890"/>
                  <a:pt x="337813" y="1024475"/>
                </a:cubicBezTo>
                <a:lnTo>
                  <a:pt x="328693" y="1008721"/>
                </a:lnTo>
                <a:cubicBezTo>
                  <a:pt x="328456" y="1008307"/>
                  <a:pt x="328456" y="1007833"/>
                  <a:pt x="328693" y="1007418"/>
                </a:cubicBezTo>
                <a:lnTo>
                  <a:pt x="337813" y="991664"/>
                </a:lnTo>
                <a:cubicBezTo>
                  <a:pt x="338050" y="991250"/>
                  <a:pt x="338465" y="991013"/>
                  <a:pt x="338939" y="991013"/>
                </a:cubicBezTo>
                <a:close/>
                <a:moveTo>
                  <a:pt x="541784" y="990954"/>
                </a:moveTo>
                <a:lnTo>
                  <a:pt x="560084" y="990954"/>
                </a:lnTo>
                <a:cubicBezTo>
                  <a:pt x="560558" y="990954"/>
                  <a:pt x="560973" y="991191"/>
                  <a:pt x="561210" y="991606"/>
                </a:cubicBezTo>
                <a:lnTo>
                  <a:pt x="570390" y="1007478"/>
                </a:lnTo>
                <a:cubicBezTo>
                  <a:pt x="570627" y="1007892"/>
                  <a:pt x="570627" y="1008366"/>
                  <a:pt x="570390" y="1008781"/>
                </a:cubicBezTo>
                <a:lnTo>
                  <a:pt x="561210" y="1024653"/>
                </a:lnTo>
                <a:cubicBezTo>
                  <a:pt x="560973" y="1025068"/>
                  <a:pt x="560558" y="1025305"/>
                  <a:pt x="560084" y="1025305"/>
                </a:cubicBezTo>
                <a:lnTo>
                  <a:pt x="541784" y="1025305"/>
                </a:lnTo>
                <a:cubicBezTo>
                  <a:pt x="541310" y="1025305"/>
                  <a:pt x="540895" y="1025068"/>
                  <a:pt x="540659" y="1024653"/>
                </a:cubicBezTo>
                <a:lnTo>
                  <a:pt x="531479" y="1008781"/>
                </a:lnTo>
                <a:cubicBezTo>
                  <a:pt x="531242" y="1008366"/>
                  <a:pt x="531242" y="1007892"/>
                  <a:pt x="531479" y="1007478"/>
                </a:cubicBezTo>
                <a:lnTo>
                  <a:pt x="540659" y="991606"/>
                </a:lnTo>
                <a:cubicBezTo>
                  <a:pt x="540895" y="991191"/>
                  <a:pt x="541310" y="990954"/>
                  <a:pt x="541784" y="990954"/>
                </a:cubicBezTo>
                <a:close/>
                <a:moveTo>
                  <a:pt x="1150382" y="990717"/>
                </a:moveTo>
                <a:lnTo>
                  <a:pt x="1168919" y="990717"/>
                </a:lnTo>
                <a:cubicBezTo>
                  <a:pt x="1169393" y="990717"/>
                  <a:pt x="1169807" y="990954"/>
                  <a:pt x="1170044" y="991369"/>
                </a:cubicBezTo>
                <a:lnTo>
                  <a:pt x="1179283" y="1007419"/>
                </a:lnTo>
                <a:cubicBezTo>
                  <a:pt x="1179520" y="1007833"/>
                  <a:pt x="1179520" y="1008307"/>
                  <a:pt x="1179283" y="1008721"/>
                </a:cubicBezTo>
                <a:lnTo>
                  <a:pt x="1169985" y="1024771"/>
                </a:lnTo>
                <a:cubicBezTo>
                  <a:pt x="1169748" y="1025186"/>
                  <a:pt x="1169333" y="1025423"/>
                  <a:pt x="1168860" y="1025423"/>
                </a:cubicBezTo>
                <a:lnTo>
                  <a:pt x="1150322" y="1025423"/>
                </a:lnTo>
                <a:cubicBezTo>
                  <a:pt x="1149848" y="1025423"/>
                  <a:pt x="1149434" y="1025186"/>
                  <a:pt x="1149197" y="1024771"/>
                </a:cubicBezTo>
                <a:lnTo>
                  <a:pt x="1139958" y="1008721"/>
                </a:lnTo>
                <a:cubicBezTo>
                  <a:pt x="1139721" y="1008307"/>
                  <a:pt x="1139721" y="1007833"/>
                  <a:pt x="1139958" y="1007419"/>
                </a:cubicBezTo>
                <a:lnTo>
                  <a:pt x="1149256" y="991369"/>
                </a:lnTo>
                <a:cubicBezTo>
                  <a:pt x="1149493" y="990954"/>
                  <a:pt x="1149908" y="990717"/>
                  <a:pt x="1150382" y="990717"/>
                </a:cubicBezTo>
                <a:close/>
                <a:moveTo>
                  <a:pt x="406396" y="990717"/>
                </a:moveTo>
                <a:lnTo>
                  <a:pt x="424933" y="990717"/>
                </a:lnTo>
                <a:cubicBezTo>
                  <a:pt x="425407" y="990717"/>
                  <a:pt x="425821" y="990954"/>
                  <a:pt x="426058" y="991369"/>
                </a:cubicBezTo>
                <a:lnTo>
                  <a:pt x="435297" y="1007419"/>
                </a:lnTo>
                <a:cubicBezTo>
                  <a:pt x="435534" y="1007833"/>
                  <a:pt x="435534" y="1008307"/>
                  <a:pt x="435297" y="1008721"/>
                </a:cubicBezTo>
                <a:lnTo>
                  <a:pt x="425999" y="1024771"/>
                </a:lnTo>
                <a:cubicBezTo>
                  <a:pt x="425762" y="1025186"/>
                  <a:pt x="425347" y="1025423"/>
                  <a:pt x="424874" y="1025423"/>
                </a:cubicBezTo>
                <a:lnTo>
                  <a:pt x="406336" y="1025423"/>
                </a:lnTo>
                <a:cubicBezTo>
                  <a:pt x="405862" y="1025423"/>
                  <a:pt x="405448" y="1025186"/>
                  <a:pt x="405211" y="1024771"/>
                </a:cubicBezTo>
                <a:lnTo>
                  <a:pt x="395972" y="1008721"/>
                </a:lnTo>
                <a:cubicBezTo>
                  <a:pt x="395735" y="1008307"/>
                  <a:pt x="395735" y="1007833"/>
                  <a:pt x="395972" y="1007419"/>
                </a:cubicBezTo>
                <a:lnTo>
                  <a:pt x="405270" y="991369"/>
                </a:lnTo>
                <a:cubicBezTo>
                  <a:pt x="405507" y="990954"/>
                  <a:pt x="405922" y="990717"/>
                  <a:pt x="406396" y="990717"/>
                </a:cubicBezTo>
                <a:close/>
                <a:moveTo>
                  <a:pt x="879723" y="990539"/>
                </a:moveTo>
                <a:lnTo>
                  <a:pt x="898497" y="990539"/>
                </a:lnTo>
                <a:cubicBezTo>
                  <a:pt x="898971" y="990539"/>
                  <a:pt x="899386" y="990776"/>
                  <a:pt x="899622" y="991191"/>
                </a:cubicBezTo>
                <a:lnTo>
                  <a:pt x="908980" y="1007418"/>
                </a:lnTo>
                <a:cubicBezTo>
                  <a:pt x="909217" y="1007774"/>
                  <a:pt x="909217" y="1008307"/>
                  <a:pt x="908980" y="1008721"/>
                </a:cubicBezTo>
                <a:lnTo>
                  <a:pt x="899563" y="1024949"/>
                </a:lnTo>
                <a:cubicBezTo>
                  <a:pt x="899326" y="1025363"/>
                  <a:pt x="898912" y="1025600"/>
                  <a:pt x="898438" y="1025600"/>
                </a:cubicBezTo>
                <a:lnTo>
                  <a:pt x="879664" y="1025600"/>
                </a:lnTo>
                <a:cubicBezTo>
                  <a:pt x="879190" y="1025600"/>
                  <a:pt x="878775" y="1025363"/>
                  <a:pt x="878538" y="1024949"/>
                </a:cubicBezTo>
                <a:lnTo>
                  <a:pt x="869181" y="1008721"/>
                </a:lnTo>
                <a:cubicBezTo>
                  <a:pt x="868944" y="1008366"/>
                  <a:pt x="868944" y="1007833"/>
                  <a:pt x="869181" y="1007418"/>
                </a:cubicBezTo>
                <a:lnTo>
                  <a:pt x="878598" y="991191"/>
                </a:lnTo>
                <a:cubicBezTo>
                  <a:pt x="878834" y="990776"/>
                  <a:pt x="879249" y="990539"/>
                  <a:pt x="879723" y="990539"/>
                </a:cubicBezTo>
                <a:close/>
                <a:moveTo>
                  <a:pt x="947121" y="990125"/>
                </a:moveTo>
                <a:lnTo>
                  <a:pt x="966309" y="990125"/>
                </a:lnTo>
                <a:cubicBezTo>
                  <a:pt x="966783" y="990125"/>
                  <a:pt x="967257" y="990362"/>
                  <a:pt x="967494" y="990776"/>
                </a:cubicBezTo>
                <a:lnTo>
                  <a:pt x="977088" y="1007419"/>
                </a:lnTo>
                <a:cubicBezTo>
                  <a:pt x="977325" y="1007833"/>
                  <a:pt x="977325" y="1008366"/>
                  <a:pt x="977088" y="1008781"/>
                </a:cubicBezTo>
                <a:lnTo>
                  <a:pt x="967494" y="1025423"/>
                </a:lnTo>
                <a:cubicBezTo>
                  <a:pt x="967257" y="1025838"/>
                  <a:pt x="966783" y="1026074"/>
                  <a:pt x="966309" y="1026074"/>
                </a:cubicBezTo>
                <a:lnTo>
                  <a:pt x="947121" y="1026074"/>
                </a:lnTo>
                <a:cubicBezTo>
                  <a:pt x="946647" y="1026074"/>
                  <a:pt x="946173" y="1025838"/>
                  <a:pt x="945936" y="1025423"/>
                </a:cubicBezTo>
                <a:lnTo>
                  <a:pt x="936342" y="1008781"/>
                </a:lnTo>
                <a:cubicBezTo>
                  <a:pt x="936105" y="1008366"/>
                  <a:pt x="936105" y="1007833"/>
                  <a:pt x="936342" y="1007419"/>
                </a:cubicBezTo>
                <a:lnTo>
                  <a:pt x="945936" y="990776"/>
                </a:lnTo>
                <a:cubicBezTo>
                  <a:pt x="946173" y="990362"/>
                  <a:pt x="946647" y="990125"/>
                  <a:pt x="947121" y="990125"/>
                </a:cubicBezTo>
                <a:close/>
                <a:moveTo>
                  <a:pt x="4463906" y="990006"/>
                </a:moveTo>
                <a:lnTo>
                  <a:pt x="4483213" y="990006"/>
                </a:lnTo>
                <a:cubicBezTo>
                  <a:pt x="4483687" y="990006"/>
                  <a:pt x="4484161" y="990302"/>
                  <a:pt x="4484398" y="990717"/>
                </a:cubicBezTo>
                <a:lnTo>
                  <a:pt x="4494052" y="1007477"/>
                </a:lnTo>
                <a:cubicBezTo>
                  <a:pt x="4494288" y="1007892"/>
                  <a:pt x="4494288" y="1008425"/>
                  <a:pt x="4494052" y="1008840"/>
                </a:cubicBezTo>
                <a:lnTo>
                  <a:pt x="4484398" y="1025600"/>
                </a:lnTo>
                <a:cubicBezTo>
                  <a:pt x="4484161" y="1026074"/>
                  <a:pt x="4483687" y="1026311"/>
                  <a:pt x="4483213" y="1026311"/>
                </a:cubicBezTo>
                <a:lnTo>
                  <a:pt x="4463906" y="1026311"/>
                </a:lnTo>
                <a:cubicBezTo>
                  <a:pt x="4463432" y="1026311"/>
                  <a:pt x="4462959" y="1026015"/>
                  <a:pt x="4462722" y="1025600"/>
                </a:cubicBezTo>
                <a:lnTo>
                  <a:pt x="4453068" y="1008840"/>
                </a:lnTo>
                <a:cubicBezTo>
                  <a:pt x="4452831" y="1008425"/>
                  <a:pt x="4452831" y="1007892"/>
                  <a:pt x="4453068" y="1007477"/>
                </a:cubicBezTo>
                <a:lnTo>
                  <a:pt x="4462722" y="990717"/>
                </a:lnTo>
                <a:cubicBezTo>
                  <a:pt x="4462959" y="990243"/>
                  <a:pt x="4463432" y="990006"/>
                  <a:pt x="4463906" y="990006"/>
                </a:cubicBezTo>
                <a:close/>
                <a:moveTo>
                  <a:pt x="1285237" y="990006"/>
                </a:moveTo>
                <a:lnTo>
                  <a:pt x="1304544" y="990006"/>
                </a:lnTo>
                <a:cubicBezTo>
                  <a:pt x="1305018" y="990006"/>
                  <a:pt x="1305492" y="990302"/>
                  <a:pt x="1305729" y="990717"/>
                </a:cubicBezTo>
                <a:lnTo>
                  <a:pt x="1315383" y="1007477"/>
                </a:lnTo>
                <a:cubicBezTo>
                  <a:pt x="1315619" y="1007892"/>
                  <a:pt x="1315619" y="1008425"/>
                  <a:pt x="1315383" y="1008840"/>
                </a:cubicBezTo>
                <a:lnTo>
                  <a:pt x="1305729" y="1025600"/>
                </a:lnTo>
                <a:cubicBezTo>
                  <a:pt x="1305492" y="1026074"/>
                  <a:pt x="1305018" y="1026311"/>
                  <a:pt x="1304544" y="1026311"/>
                </a:cubicBezTo>
                <a:lnTo>
                  <a:pt x="1285237" y="1026311"/>
                </a:lnTo>
                <a:cubicBezTo>
                  <a:pt x="1284763" y="1026311"/>
                  <a:pt x="1284289" y="1026015"/>
                  <a:pt x="1284053" y="1025600"/>
                </a:cubicBezTo>
                <a:lnTo>
                  <a:pt x="1274399" y="1008840"/>
                </a:lnTo>
                <a:cubicBezTo>
                  <a:pt x="1274162" y="1008425"/>
                  <a:pt x="1274162" y="1007892"/>
                  <a:pt x="1274399" y="1007477"/>
                </a:cubicBezTo>
                <a:lnTo>
                  <a:pt x="1284053" y="990717"/>
                </a:lnTo>
                <a:cubicBezTo>
                  <a:pt x="1284289" y="990243"/>
                  <a:pt x="1284763" y="990006"/>
                  <a:pt x="1285237" y="990006"/>
                </a:cubicBezTo>
                <a:close/>
                <a:moveTo>
                  <a:pt x="3652227" y="989888"/>
                </a:moveTo>
                <a:lnTo>
                  <a:pt x="3671653" y="989888"/>
                </a:lnTo>
                <a:cubicBezTo>
                  <a:pt x="3672127" y="989888"/>
                  <a:pt x="3672600" y="990184"/>
                  <a:pt x="3672837" y="990599"/>
                </a:cubicBezTo>
                <a:lnTo>
                  <a:pt x="3682550" y="1007419"/>
                </a:lnTo>
                <a:cubicBezTo>
                  <a:pt x="3682787" y="1007833"/>
                  <a:pt x="3682787" y="1008366"/>
                  <a:pt x="3682550" y="1008781"/>
                </a:cubicBezTo>
                <a:lnTo>
                  <a:pt x="3672837" y="1025601"/>
                </a:lnTo>
                <a:cubicBezTo>
                  <a:pt x="3672600" y="1026074"/>
                  <a:pt x="3672127" y="1026311"/>
                  <a:pt x="3671653" y="1026311"/>
                </a:cubicBezTo>
                <a:lnTo>
                  <a:pt x="3652227" y="1026311"/>
                </a:lnTo>
                <a:cubicBezTo>
                  <a:pt x="3651754" y="1026311"/>
                  <a:pt x="3651279" y="1026015"/>
                  <a:pt x="3651042" y="1025601"/>
                </a:cubicBezTo>
                <a:lnTo>
                  <a:pt x="3641330" y="1008781"/>
                </a:lnTo>
                <a:cubicBezTo>
                  <a:pt x="3641093" y="1008366"/>
                  <a:pt x="3641093" y="1007833"/>
                  <a:pt x="3641330" y="1007419"/>
                </a:cubicBezTo>
                <a:lnTo>
                  <a:pt x="3651042" y="990599"/>
                </a:lnTo>
                <a:cubicBezTo>
                  <a:pt x="3651279" y="990125"/>
                  <a:pt x="3651754" y="989888"/>
                  <a:pt x="3652227" y="989888"/>
                </a:cubicBezTo>
                <a:close/>
                <a:moveTo>
                  <a:pt x="1217542" y="989888"/>
                </a:moveTo>
                <a:lnTo>
                  <a:pt x="1236968" y="989888"/>
                </a:lnTo>
                <a:cubicBezTo>
                  <a:pt x="1237442" y="989888"/>
                  <a:pt x="1237916" y="990184"/>
                  <a:pt x="1238153" y="990599"/>
                </a:cubicBezTo>
                <a:lnTo>
                  <a:pt x="1247865" y="1007419"/>
                </a:lnTo>
                <a:cubicBezTo>
                  <a:pt x="1248102" y="1007833"/>
                  <a:pt x="1248102" y="1008366"/>
                  <a:pt x="1247865" y="1008781"/>
                </a:cubicBezTo>
                <a:lnTo>
                  <a:pt x="1238153" y="1025601"/>
                </a:lnTo>
                <a:cubicBezTo>
                  <a:pt x="1237916" y="1026074"/>
                  <a:pt x="1237442" y="1026311"/>
                  <a:pt x="1236968" y="1026311"/>
                </a:cubicBezTo>
                <a:lnTo>
                  <a:pt x="1217542" y="1026311"/>
                </a:lnTo>
                <a:cubicBezTo>
                  <a:pt x="1217068" y="1026311"/>
                  <a:pt x="1216595" y="1026015"/>
                  <a:pt x="1216357" y="1025601"/>
                </a:cubicBezTo>
                <a:lnTo>
                  <a:pt x="1206645" y="1008781"/>
                </a:lnTo>
                <a:cubicBezTo>
                  <a:pt x="1206408" y="1008366"/>
                  <a:pt x="1206408" y="1007833"/>
                  <a:pt x="1206645" y="1007419"/>
                </a:cubicBezTo>
                <a:lnTo>
                  <a:pt x="1216357" y="990599"/>
                </a:lnTo>
                <a:cubicBezTo>
                  <a:pt x="1216595" y="990125"/>
                  <a:pt x="1217068" y="989888"/>
                  <a:pt x="1217542" y="989888"/>
                </a:cubicBezTo>
                <a:close/>
                <a:moveTo>
                  <a:pt x="1352753" y="989769"/>
                </a:moveTo>
                <a:lnTo>
                  <a:pt x="1372298" y="989769"/>
                </a:lnTo>
                <a:cubicBezTo>
                  <a:pt x="1372771" y="989769"/>
                  <a:pt x="1373245" y="990065"/>
                  <a:pt x="1373482" y="990480"/>
                </a:cubicBezTo>
                <a:lnTo>
                  <a:pt x="1383254" y="1007418"/>
                </a:lnTo>
                <a:cubicBezTo>
                  <a:pt x="1383491" y="1007833"/>
                  <a:pt x="1383491" y="1008366"/>
                  <a:pt x="1383254" y="1008780"/>
                </a:cubicBezTo>
                <a:lnTo>
                  <a:pt x="1373482" y="1025718"/>
                </a:lnTo>
                <a:cubicBezTo>
                  <a:pt x="1373245" y="1026133"/>
                  <a:pt x="1372771" y="1026429"/>
                  <a:pt x="1372298" y="1026429"/>
                </a:cubicBezTo>
                <a:lnTo>
                  <a:pt x="1352753" y="1026429"/>
                </a:lnTo>
                <a:cubicBezTo>
                  <a:pt x="1352279" y="1026429"/>
                  <a:pt x="1351806" y="1026133"/>
                  <a:pt x="1351569" y="1025718"/>
                </a:cubicBezTo>
                <a:lnTo>
                  <a:pt x="1341797" y="1008780"/>
                </a:lnTo>
                <a:cubicBezTo>
                  <a:pt x="1341560" y="1008366"/>
                  <a:pt x="1341560" y="1007833"/>
                  <a:pt x="1341797" y="1007418"/>
                </a:cubicBezTo>
                <a:lnTo>
                  <a:pt x="1351569" y="990480"/>
                </a:lnTo>
                <a:cubicBezTo>
                  <a:pt x="1351806" y="990065"/>
                  <a:pt x="1352279" y="989769"/>
                  <a:pt x="1352753" y="989769"/>
                </a:cubicBezTo>
                <a:close/>
                <a:moveTo>
                  <a:pt x="743920" y="989592"/>
                </a:moveTo>
                <a:lnTo>
                  <a:pt x="763701" y="989592"/>
                </a:lnTo>
                <a:cubicBezTo>
                  <a:pt x="764175" y="989592"/>
                  <a:pt x="764649" y="989888"/>
                  <a:pt x="764885" y="990303"/>
                </a:cubicBezTo>
                <a:lnTo>
                  <a:pt x="774776" y="1007419"/>
                </a:lnTo>
                <a:cubicBezTo>
                  <a:pt x="775013" y="1007893"/>
                  <a:pt x="775013" y="1008426"/>
                  <a:pt x="774776" y="1008840"/>
                </a:cubicBezTo>
                <a:lnTo>
                  <a:pt x="764885" y="1025956"/>
                </a:lnTo>
                <a:cubicBezTo>
                  <a:pt x="764649" y="1026371"/>
                  <a:pt x="764175" y="1026667"/>
                  <a:pt x="763701" y="1026667"/>
                </a:cubicBezTo>
                <a:lnTo>
                  <a:pt x="743920" y="1026667"/>
                </a:lnTo>
                <a:cubicBezTo>
                  <a:pt x="743446" y="1026667"/>
                  <a:pt x="742972" y="1026371"/>
                  <a:pt x="742735" y="1025956"/>
                </a:cubicBezTo>
                <a:lnTo>
                  <a:pt x="732845" y="1008840"/>
                </a:lnTo>
                <a:cubicBezTo>
                  <a:pt x="732608" y="1008366"/>
                  <a:pt x="732608" y="1007833"/>
                  <a:pt x="732845" y="1007419"/>
                </a:cubicBezTo>
                <a:lnTo>
                  <a:pt x="742735" y="990303"/>
                </a:lnTo>
                <a:cubicBezTo>
                  <a:pt x="742972" y="989888"/>
                  <a:pt x="743446" y="989592"/>
                  <a:pt x="743920" y="989592"/>
                </a:cubicBezTo>
                <a:close/>
                <a:moveTo>
                  <a:pt x="2299348" y="989355"/>
                </a:moveTo>
                <a:lnTo>
                  <a:pt x="2319307" y="989355"/>
                </a:lnTo>
                <a:cubicBezTo>
                  <a:pt x="2319840" y="989355"/>
                  <a:pt x="2320314" y="989651"/>
                  <a:pt x="2320551" y="990066"/>
                </a:cubicBezTo>
                <a:lnTo>
                  <a:pt x="2330560" y="1007359"/>
                </a:lnTo>
                <a:cubicBezTo>
                  <a:pt x="2330797" y="1007774"/>
                  <a:pt x="2330797" y="1008366"/>
                  <a:pt x="2330560" y="1008781"/>
                </a:cubicBezTo>
                <a:lnTo>
                  <a:pt x="2320551" y="1026074"/>
                </a:lnTo>
                <a:cubicBezTo>
                  <a:pt x="2320255" y="1026489"/>
                  <a:pt x="2319781" y="1026785"/>
                  <a:pt x="2319307" y="1026785"/>
                </a:cubicBezTo>
                <a:lnTo>
                  <a:pt x="2299348" y="1026785"/>
                </a:lnTo>
                <a:cubicBezTo>
                  <a:pt x="2298815" y="1026785"/>
                  <a:pt x="2298341" y="1026489"/>
                  <a:pt x="2298105" y="1026074"/>
                </a:cubicBezTo>
                <a:lnTo>
                  <a:pt x="2288096" y="1008781"/>
                </a:lnTo>
                <a:cubicBezTo>
                  <a:pt x="2287859" y="1008366"/>
                  <a:pt x="2287859" y="1007774"/>
                  <a:pt x="2288096" y="1007359"/>
                </a:cubicBezTo>
                <a:lnTo>
                  <a:pt x="2298105" y="990066"/>
                </a:lnTo>
                <a:cubicBezTo>
                  <a:pt x="2298401" y="989651"/>
                  <a:pt x="2298875" y="989355"/>
                  <a:pt x="2299348" y="989355"/>
                </a:cubicBezTo>
                <a:close/>
                <a:moveTo>
                  <a:pt x="3922233" y="988940"/>
                </a:moveTo>
                <a:lnTo>
                  <a:pt x="3942666" y="988940"/>
                </a:lnTo>
                <a:cubicBezTo>
                  <a:pt x="3943199" y="988940"/>
                  <a:pt x="3943673" y="989236"/>
                  <a:pt x="3943910" y="989651"/>
                </a:cubicBezTo>
                <a:lnTo>
                  <a:pt x="3954096" y="1007359"/>
                </a:lnTo>
                <a:cubicBezTo>
                  <a:pt x="3954333" y="1007774"/>
                  <a:pt x="3954333" y="1008366"/>
                  <a:pt x="3954096" y="1008780"/>
                </a:cubicBezTo>
                <a:lnTo>
                  <a:pt x="3943850" y="1026489"/>
                </a:lnTo>
                <a:cubicBezTo>
                  <a:pt x="3943613" y="1026903"/>
                  <a:pt x="3943140" y="1027199"/>
                  <a:pt x="3942607" y="1027199"/>
                </a:cubicBezTo>
                <a:lnTo>
                  <a:pt x="3922174" y="1027199"/>
                </a:lnTo>
                <a:cubicBezTo>
                  <a:pt x="3921641" y="1027199"/>
                  <a:pt x="3921168" y="1026903"/>
                  <a:pt x="3920930" y="1026489"/>
                </a:cubicBezTo>
                <a:lnTo>
                  <a:pt x="3910744" y="1008780"/>
                </a:lnTo>
                <a:cubicBezTo>
                  <a:pt x="3910507" y="1008366"/>
                  <a:pt x="3910507" y="1007774"/>
                  <a:pt x="3910744" y="1007359"/>
                </a:cubicBezTo>
                <a:lnTo>
                  <a:pt x="3920990" y="989651"/>
                </a:lnTo>
                <a:cubicBezTo>
                  <a:pt x="3921227" y="989236"/>
                  <a:pt x="3921700" y="988940"/>
                  <a:pt x="3922233" y="988940"/>
                </a:cubicBezTo>
                <a:close/>
                <a:moveTo>
                  <a:pt x="3989750" y="988762"/>
                </a:moveTo>
                <a:lnTo>
                  <a:pt x="4010420" y="988762"/>
                </a:lnTo>
                <a:cubicBezTo>
                  <a:pt x="4010893" y="988762"/>
                  <a:pt x="4011427" y="988999"/>
                  <a:pt x="4011663" y="989473"/>
                </a:cubicBezTo>
                <a:lnTo>
                  <a:pt x="4021969" y="1007359"/>
                </a:lnTo>
                <a:cubicBezTo>
                  <a:pt x="4022206" y="1007832"/>
                  <a:pt x="4022206" y="1008365"/>
                  <a:pt x="4021969" y="1008839"/>
                </a:cubicBezTo>
                <a:lnTo>
                  <a:pt x="4011663" y="1026725"/>
                </a:lnTo>
                <a:cubicBezTo>
                  <a:pt x="4011427" y="1027140"/>
                  <a:pt x="4010953" y="1027436"/>
                  <a:pt x="4010420" y="1027436"/>
                </a:cubicBezTo>
                <a:lnTo>
                  <a:pt x="3989750" y="1027436"/>
                </a:lnTo>
                <a:cubicBezTo>
                  <a:pt x="3989277" y="1027436"/>
                  <a:pt x="3988743" y="1027199"/>
                  <a:pt x="3988507" y="1026725"/>
                </a:cubicBezTo>
                <a:lnTo>
                  <a:pt x="3978202" y="1008839"/>
                </a:lnTo>
                <a:cubicBezTo>
                  <a:pt x="3977965" y="1008365"/>
                  <a:pt x="3977965" y="1007832"/>
                  <a:pt x="3978202" y="1007359"/>
                </a:cubicBezTo>
                <a:lnTo>
                  <a:pt x="3988507" y="989473"/>
                </a:lnTo>
                <a:cubicBezTo>
                  <a:pt x="3988743" y="989058"/>
                  <a:pt x="3989218" y="988762"/>
                  <a:pt x="3989750" y="988762"/>
                </a:cubicBezTo>
                <a:close/>
                <a:moveTo>
                  <a:pt x="608235" y="988762"/>
                </a:moveTo>
                <a:lnTo>
                  <a:pt x="628904" y="988762"/>
                </a:lnTo>
                <a:cubicBezTo>
                  <a:pt x="629378" y="988762"/>
                  <a:pt x="629911" y="988999"/>
                  <a:pt x="630148" y="989473"/>
                </a:cubicBezTo>
                <a:lnTo>
                  <a:pt x="640453" y="1007359"/>
                </a:lnTo>
                <a:cubicBezTo>
                  <a:pt x="640690" y="1007832"/>
                  <a:pt x="640690" y="1008365"/>
                  <a:pt x="640453" y="1008839"/>
                </a:cubicBezTo>
                <a:lnTo>
                  <a:pt x="630148" y="1026725"/>
                </a:lnTo>
                <a:cubicBezTo>
                  <a:pt x="629911" y="1027140"/>
                  <a:pt x="629437" y="1027436"/>
                  <a:pt x="628904" y="1027436"/>
                </a:cubicBezTo>
                <a:lnTo>
                  <a:pt x="608235" y="1027436"/>
                </a:lnTo>
                <a:cubicBezTo>
                  <a:pt x="607761" y="1027436"/>
                  <a:pt x="607228" y="1027199"/>
                  <a:pt x="606991" y="1026725"/>
                </a:cubicBezTo>
                <a:lnTo>
                  <a:pt x="596686" y="1008839"/>
                </a:lnTo>
                <a:cubicBezTo>
                  <a:pt x="596449" y="1008365"/>
                  <a:pt x="596449" y="1007832"/>
                  <a:pt x="596686" y="1007359"/>
                </a:cubicBezTo>
                <a:lnTo>
                  <a:pt x="606991" y="989473"/>
                </a:lnTo>
                <a:cubicBezTo>
                  <a:pt x="607228" y="989058"/>
                  <a:pt x="607702" y="988762"/>
                  <a:pt x="608235" y="988762"/>
                </a:cubicBezTo>
                <a:close/>
                <a:moveTo>
                  <a:pt x="675811" y="988525"/>
                </a:moveTo>
                <a:lnTo>
                  <a:pt x="696658" y="988525"/>
                </a:lnTo>
                <a:cubicBezTo>
                  <a:pt x="697191" y="988525"/>
                  <a:pt x="697665" y="988762"/>
                  <a:pt x="697961" y="989236"/>
                </a:cubicBezTo>
                <a:lnTo>
                  <a:pt x="708385" y="1007299"/>
                </a:lnTo>
                <a:cubicBezTo>
                  <a:pt x="708681" y="1007773"/>
                  <a:pt x="708681" y="1008306"/>
                  <a:pt x="708385" y="1008780"/>
                </a:cubicBezTo>
                <a:lnTo>
                  <a:pt x="697961" y="1026844"/>
                </a:lnTo>
                <a:cubicBezTo>
                  <a:pt x="697665" y="1027258"/>
                  <a:pt x="697191" y="1027554"/>
                  <a:pt x="696658" y="1027554"/>
                </a:cubicBezTo>
                <a:lnTo>
                  <a:pt x="675811" y="1027554"/>
                </a:lnTo>
                <a:cubicBezTo>
                  <a:pt x="675278" y="1027554"/>
                  <a:pt x="674804" y="1027318"/>
                  <a:pt x="674508" y="1026844"/>
                </a:cubicBezTo>
                <a:lnTo>
                  <a:pt x="664084" y="1008780"/>
                </a:lnTo>
                <a:cubicBezTo>
                  <a:pt x="663788" y="1008306"/>
                  <a:pt x="663788" y="1007773"/>
                  <a:pt x="664084" y="1007299"/>
                </a:cubicBezTo>
                <a:lnTo>
                  <a:pt x="674508" y="989236"/>
                </a:lnTo>
                <a:cubicBezTo>
                  <a:pt x="674804" y="988821"/>
                  <a:pt x="675278" y="988525"/>
                  <a:pt x="675811" y="988525"/>
                </a:cubicBezTo>
                <a:close/>
                <a:moveTo>
                  <a:pt x="4598229" y="988348"/>
                </a:moveTo>
                <a:lnTo>
                  <a:pt x="4619314" y="988348"/>
                </a:lnTo>
                <a:cubicBezTo>
                  <a:pt x="4619847" y="988348"/>
                  <a:pt x="4620320" y="988644"/>
                  <a:pt x="4620617" y="989118"/>
                </a:cubicBezTo>
                <a:lnTo>
                  <a:pt x="4631159" y="1007359"/>
                </a:lnTo>
                <a:cubicBezTo>
                  <a:pt x="4631455" y="1007833"/>
                  <a:pt x="4631455" y="1008366"/>
                  <a:pt x="4631159" y="1008840"/>
                </a:cubicBezTo>
                <a:lnTo>
                  <a:pt x="4620617" y="1027081"/>
                </a:lnTo>
                <a:cubicBezTo>
                  <a:pt x="4620320" y="1027555"/>
                  <a:pt x="4619847" y="1027851"/>
                  <a:pt x="4619314" y="1027851"/>
                </a:cubicBezTo>
                <a:lnTo>
                  <a:pt x="4598229" y="1027851"/>
                </a:lnTo>
                <a:cubicBezTo>
                  <a:pt x="4597697" y="1027851"/>
                  <a:pt x="4597222" y="1027555"/>
                  <a:pt x="4596927" y="1027081"/>
                </a:cubicBezTo>
                <a:lnTo>
                  <a:pt x="4586384" y="1008840"/>
                </a:lnTo>
                <a:cubicBezTo>
                  <a:pt x="4586088" y="1008366"/>
                  <a:pt x="4586088" y="1007833"/>
                  <a:pt x="4586384" y="1007359"/>
                </a:cubicBezTo>
                <a:lnTo>
                  <a:pt x="4596927" y="989118"/>
                </a:lnTo>
                <a:cubicBezTo>
                  <a:pt x="4597222" y="988644"/>
                  <a:pt x="4597697" y="988348"/>
                  <a:pt x="4598229" y="988348"/>
                </a:cubicBezTo>
                <a:close/>
                <a:moveTo>
                  <a:pt x="4529824" y="986867"/>
                </a:moveTo>
                <a:lnTo>
                  <a:pt x="4552448" y="986867"/>
                </a:lnTo>
                <a:cubicBezTo>
                  <a:pt x="4552981" y="986867"/>
                  <a:pt x="4553514" y="987222"/>
                  <a:pt x="4553810" y="987696"/>
                </a:cubicBezTo>
                <a:lnTo>
                  <a:pt x="4565122" y="1007300"/>
                </a:lnTo>
                <a:cubicBezTo>
                  <a:pt x="4565418" y="1007773"/>
                  <a:pt x="4565418" y="1008425"/>
                  <a:pt x="4565122" y="1008899"/>
                </a:cubicBezTo>
                <a:lnTo>
                  <a:pt x="4553810" y="1028502"/>
                </a:lnTo>
                <a:cubicBezTo>
                  <a:pt x="4553514" y="1029035"/>
                  <a:pt x="4553040" y="1029331"/>
                  <a:pt x="4552448" y="1029331"/>
                </a:cubicBezTo>
                <a:lnTo>
                  <a:pt x="4529824" y="1029331"/>
                </a:lnTo>
                <a:cubicBezTo>
                  <a:pt x="4529291" y="1029331"/>
                  <a:pt x="4528758" y="1028976"/>
                  <a:pt x="4528462" y="1028502"/>
                </a:cubicBezTo>
                <a:lnTo>
                  <a:pt x="4517150" y="1008899"/>
                </a:lnTo>
                <a:cubicBezTo>
                  <a:pt x="4516854" y="1008425"/>
                  <a:pt x="4516854" y="1007773"/>
                  <a:pt x="4517150" y="1007300"/>
                </a:cubicBezTo>
                <a:lnTo>
                  <a:pt x="4528462" y="987696"/>
                </a:lnTo>
                <a:cubicBezTo>
                  <a:pt x="4528758" y="987163"/>
                  <a:pt x="4529232" y="986867"/>
                  <a:pt x="4529824" y="986867"/>
                </a:cubicBezTo>
                <a:close/>
                <a:moveTo>
                  <a:pt x="2703678" y="986690"/>
                </a:moveTo>
                <a:lnTo>
                  <a:pt x="2726539" y="986690"/>
                </a:lnTo>
                <a:cubicBezTo>
                  <a:pt x="2727131" y="986690"/>
                  <a:pt x="2727664" y="987045"/>
                  <a:pt x="2727960" y="987519"/>
                </a:cubicBezTo>
                <a:lnTo>
                  <a:pt x="2739391" y="1007300"/>
                </a:lnTo>
                <a:cubicBezTo>
                  <a:pt x="2739687" y="1007774"/>
                  <a:pt x="2739687" y="1008426"/>
                  <a:pt x="2739391" y="1008899"/>
                </a:cubicBezTo>
                <a:lnTo>
                  <a:pt x="2727960" y="1028681"/>
                </a:lnTo>
                <a:cubicBezTo>
                  <a:pt x="2727664" y="1029214"/>
                  <a:pt x="2727131" y="1029510"/>
                  <a:pt x="2726539" y="1029510"/>
                </a:cubicBezTo>
                <a:lnTo>
                  <a:pt x="2703678" y="1029510"/>
                </a:lnTo>
                <a:cubicBezTo>
                  <a:pt x="2703086" y="1029510"/>
                  <a:pt x="2702552" y="1029154"/>
                  <a:pt x="2702256" y="1028681"/>
                </a:cubicBezTo>
                <a:lnTo>
                  <a:pt x="2690826" y="1008899"/>
                </a:lnTo>
                <a:cubicBezTo>
                  <a:pt x="2690530" y="1008426"/>
                  <a:pt x="2690530" y="1007774"/>
                  <a:pt x="2690826" y="1007300"/>
                </a:cubicBezTo>
                <a:lnTo>
                  <a:pt x="2702256" y="987519"/>
                </a:lnTo>
                <a:cubicBezTo>
                  <a:pt x="2702552" y="986986"/>
                  <a:pt x="2703086" y="986690"/>
                  <a:pt x="2703678" y="986690"/>
                </a:cubicBezTo>
                <a:close/>
                <a:moveTo>
                  <a:pt x="4935102" y="985979"/>
                </a:moveTo>
                <a:lnTo>
                  <a:pt x="4958732" y="985979"/>
                </a:lnTo>
                <a:cubicBezTo>
                  <a:pt x="4959325" y="985979"/>
                  <a:pt x="4959858" y="986275"/>
                  <a:pt x="4960154" y="986808"/>
                </a:cubicBezTo>
                <a:lnTo>
                  <a:pt x="4971940" y="1007300"/>
                </a:lnTo>
                <a:cubicBezTo>
                  <a:pt x="4972236" y="1007774"/>
                  <a:pt x="4972236" y="1008425"/>
                  <a:pt x="4971940" y="1008958"/>
                </a:cubicBezTo>
                <a:lnTo>
                  <a:pt x="4960094" y="1029450"/>
                </a:lnTo>
                <a:cubicBezTo>
                  <a:pt x="4959799" y="1029983"/>
                  <a:pt x="4959265" y="1030279"/>
                  <a:pt x="4958673" y="1030279"/>
                </a:cubicBezTo>
                <a:lnTo>
                  <a:pt x="4935042" y="1030279"/>
                </a:lnTo>
                <a:cubicBezTo>
                  <a:pt x="4934450" y="1030279"/>
                  <a:pt x="4933917" y="1029983"/>
                  <a:pt x="4933621" y="1029450"/>
                </a:cubicBezTo>
                <a:lnTo>
                  <a:pt x="4921835" y="1008958"/>
                </a:lnTo>
                <a:cubicBezTo>
                  <a:pt x="4921539" y="1008484"/>
                  <a:pt x="4921539" y="1007833"/>
                  <a:pt x="4921835" y="1007300"/>
                </a:cubicBezTo>
                <a:lnTo>
                  <a:pt x="4933680" y="986808"/>
                </a:lnTo>
                <a:cubicBezTo>
                  <a:pt x="4933977" y="986275"/>
                  <a:pt x="4934510" y="985979"/>
                  <a:pt x="4935102" y="985979"/>
                </a:cubicBezTo>
                <a:close/>
                <a:moveTo>
                  <a:pt x="4664560" y="985860"/>
                </a:moveTo>
                <a:lnTo>
                  <a:pt x="4688310" y="985860"/>
                </a:lnTo>
                <a:cubicBezTo>
                  <a:pt x="4688903" y="985860"/>
                  <a:pt x="4689435" y="986156"/>
                  <a:pt x="4689731" y="986689"/>
                </a:cubicBezTo>
                <a:lnTo>
                  <a:pt x="4701576" y="1007240"/>
                </a:lnTo>
                <a:cubicBezTo>
                  <a:pt x="4701873" y="1007714"/>
                  <a:pt x="4701873" y="1008365"/>
                  <a:pt x="4701576" y="1008898"/>
                </a:cubicBezTo>
                <a:lnTo>
                  <a:pt x="4689673" y="1029450"/>
                </a:lnTo>
                <a:cubicBezTo>
                  <a:pt x="4689376" y="1029983"/>
                  <a:pt x="4688843" y="1030279"/>
                  <a:pt x="4688250" y="1030279"/>
                </a:cubicBezTo>
                <a:lnTo>
                  <a:pt x="4664502" y="1030279"/>
                </a:lnTo>
                <a:cubicBezTo>
                  <a:pt x="4663909" y="1030279"/>
                  <a:pt x="4663376" y="1029983"/>
                  <a:pt x="4663080" y="1029450"/>
                </a:cubicBezTo>
                <a:lnTo>
                  <a:pt x="4651235" y="1008898"/>
                </a:lnTo>
                <a:cubicBezTo>
                  <a:pt x="4650939" y="1008425"/>
                  <a:pt x="4650939" y="1007773"/>
                  <a:pt x="4651235" y="1007240"/>
                </a:cubicBezTo>
                <a:lnTo>
                  <a:pt x="4663139" y="986689"/>
                </a:lnTo>
                <a:cubicBezTo>
                  <a:pt x="4663435" y="986156"/>
                  <a:pt x="4663968" y="985860"/>
                  <a:pt x="4664560" y="985860"/>
                </a:cubicBezTo>
                <a:close/>
                <a:moveTo>
                  <a:pt x="4732077" y="985624"/>
                </a:moveTo>
                <a:lnTo>
                  <a:pt x="4756004" y="985624"/>
                </a:lnTo>
                <a:cubicBezTo>
                  <a:pt x="4756596" y="985624"/>
                  <a:pt x="4757188" y="985920"/>
                  <a:pt x="4757485" y="986453"/>
                </a:cubicBezTo>
                <a:lnTo>
                  <a:pt x="4769448" y="1007182"/>
                </a:lnTo>
                <a:cubicBezTo>
                  <a:pt x="4769744" y="1007715"/>
                  <a:pt x="4769744" y="1008366"/>
                  <a:pt x="4769448" y="1008899"/>
                </a:cubicBezTo>
                <a:lnTo>
                  <a:pt x="4757485" y="1029628"/>
                </a:lnTo>
                <a:cubicBezTo>
                  <a:pt x="4757129" y="1030102"/>
                  <a:pt x="4756596" y="1030457"/>
                  <a:pt x="4756004" y="1030457"/>
                </a:cubicBezTo>
                <a:lnTo>
                  <a:pt x="4732077" y="1030457"/>
                </a:lnTo>
                <a:cubicBezTo>
                  <a:pt x="4731485" y="1030457"/>
                  <a:pt x="4730893" y="1030161"/>
                  <a:pt x="4730596" y="1029628"/>
                </a:cubicBezTo>
                <a:lnTo>
                  <a:pt x="4718633" y="1008899"/>
                </a:lnTo>
                <a:cubicBezTo>
                  <a:pt x="4718337" y="1008366"/>
                  <a:pt x="4718337" y="1007715"/>
                  <a:pt x="4718633" y="1007182"/>
                </a:cubicBezTo>
                <a:lnTo>
                  <a:pt x="4730596" y="986453"/>
                </a:lnTo>
                <a:cubicBezTo>
                  <a:pt x="4730952" y="985979"/>
                  <a:pt x="4731485" y="985624"/>
                  <a:pt x="4732077" y="985624"/>
                </a:cubicBezTo>
                <a:close/>
                <a:moveTo>
                  <a:pt x="2770602" y="985327"/>
                </a:moveTo>
                <a:lnTo>
                  <a:pt x="2794884" y="985327"/>
                </a:lnTo>
                <a:cubicBezTo>
                  <a:pt x="2795476" y="985327"/>
                  <a:pt x="2796069" y="985623"/>
                  <a:pt x="2796365" y="986156"/>
                </a:cubicBezTo>
                <a:lnTo>
                  <a:pt x="2808506" y="1007181"/>
                </a:lnTo>
                <a:cubicBezTo>
                  <a:pt x="2808802" y="1007714"/>
                  <a:pt x="2808802" y="1008365"/>
                  <a:pt x="2808506" y="1008898"/>
                </a:cubicBezTo>
                <a:lnTo>
                  <a:pt x="2796365" y="1029923"/>
                </a:lnTo>
                <a:cubicBezTo>
                  <a:pt x="2796069" y="1030397"/>
                  <a:pt x="2795476" y="1030753"/>
                  <a:pt x="2794884" y="1030753"/>
                </a:cubicBezTo>
                <a:lnTo>
                  <a:pt x="2770602" y="1030753"/>
                </a:lnTo>
                <a:cubicBezTo>
                  <a:pt x="2770010" y="1030753"/>
                  <a:pt x="2769418" y="1030456"/>
                  <a:pt x="2769121" y="1029923"/>
                </a:cubicBezTo>
                <a:lnTo>
                  <a:pt x="2756980" y="1008898"/>
                </a:lnTo>
                <a:cubicBezTo>
                  <a:pt x="2756684" y="1008365"/>
                  <a:pt x="2756684" y="1007714"/>
                  <a:pt x="2756980" y="1007181"/>
                </a:cubicBezTo>
                <a:lnTo>
                  <a:pt x="2769121" y="986156"/>
                </a:lnTo>
                <a:cubicBezTo>
                  <a:pt x="2769418" y="985682"/>
                  <a:pt x="2770010" y="985327"/>
                  <a:pt x="2770602" y="985327"/>
                </a:cubicBezTo>
                <a:close/>
                <a:moveTo>
                  <a:pt x="4866756" y="984498"/>
                </a:moveTo>
                <a:lnTo>
                  <a:pt x="4891926" y="984498"/>
                </a:lnTo>
                <a:cubicBezTo>
                  <a:pt x="4892578" y="984498"/>
                  <a:pt x="4893171" y="984853"/>
                  <a:pt x="4893466" y="985386"/>
                </a:cubicBezTo>
                <a:lnTo>
                  <a:pt x="4906022" y="1007181"/>
                </a:lnTo>
                <a:cubicBezTo>
                  <a:pt x="4906318" y="1007714"/>
                  <a:pt x="4906318" y="1008425"/>
                  <a:pt x="4906022" y="1008958"/>
                </a:cubicBezTo>
                <a:lnTo>
                  <a:pt x="4893407" y="1030753"/>
                </a:lnTo>
                <a:cubicBezTo>
                  <a:pt x="4893052" y="1031286"/>
                  <a:pt x="4892519" y="1031641"/>
                  <a:pt x="4891867" y="1031641"/>
                </a:cubicBezTo>
                <a:lnTo>
                  <a:pt x="4866696" y="1031641"/>
                </a:lnTo>
                <a:cubicBezTo>
                  <a:pt x="4866045" y="1031641"/>
                  <a:pt x="4865453" y="1031286"/>
                  <a:pt x="4865156" y="1030753"/>
                </a:cubicBezTo>
                <a:lnTo>
                  <a:pt x="4852601" y="1008958"/>
                </a:lnTo>
                <a:cubicBezTo>
                  <a:pt x="4852305" y="1008425"/>
                  <a:pt x="4852305" y="1007714"/>
                  <a:pt x="4852601" y="1007181"/>
                </a:cubicBezTo>
                <a:lnTo>
                  <a:pt x="4865216" y="985386"/>
                </a:lnTo>
                <a:cubicBezTo>
                  <a:pt x="4865571" y="984853"/>
                  <a:pt x="4866104" y="984498"/>
                  <a:pt x="4866756" y="984498"/>
                </a:cubicBezTo>
                <a:close/>
                <a:moveTo>
                  <a:pt x="4798943" y="984321"/>
                </a:moveTo>
                <a:lnTo>
                  <a:pt x="4824350" y="984321"/>
                </a:lnTo>
                <a:cubicBezTo>
                  <a:pt x="4824943" y="984321"/>
                  <a:pt x="4825535" y="984676"/>
                  <a:pt x="4825890" y="985209"/>
                </a:cubicBezTo>
                <a:lnTo>
                  <a:pt x="4838564" y="1007182"/>
                </a:lnTo>
                <a:cubicBezTo>
                  <a:pt x="4838920" y="1007715"/>
                  <a:pt x="4838920" y="1008426"/>
                  <a:pt x="4838564" y="1008959"/>
                </a:cubicBezTo>
                <a:lnTo>
                  <a:pt x="4825831" y="1030931"/>
                </a:lnTo>
                <a:cubicBezTo>
                  <a:pt x="4825535" y="1031464"/>
                  <a:pt x="4824943" y="1031819"/>
                  <a:pt x="4824291" y="1031819"/>
                </a:cubicBezTo>
                <a:lnTo>
                  <a:pt x="4798883" y="1031819"/>
                </a:lnTo>
                <a:cubicBezTo>
                  <a:pt x="4798291" y="1031819"/>
                  <a:pt x="4797699" y="1031464"/>
                  <a:pt x="4797343" y="1030931"/>
                </a:cubicBezTo>
                <a:lnTo>
                  <a:pt x="4784669" y="1008959"/>
                </a:lnTo>
                <a:cubicBezTo>
                  <a:pt x="4784314" y="1008426"/>
                  <a:pt x="4784314" y="1007715"/>
                  <a:pt x="4784669" y="1007182"/>
                </a:cubicBezTo>
                <a:lnTo>
                  <a:pt x="4797403" y="985209"/>
                </a:lnTo>
                <a:cubicBezTo>
                  <a:pt x="4797699" y="984676"/>
                  <a:pt x="4798291" y="984321"/>
                  <a:pt x="4798943" y="984321"/>
                </a:cubicBezTo>
                <a:close/>
                <a:moveTo>
                  <a:pt x="817359" y="941856"/>
                </a:moveTo>
                <a:lnTo>
                  <a:pt x="825532" y="941856"/>
                </a:lnTo>
                <a:cubicBezTo>
                  <a:pt x="825710" y="941856"/>
                  <a:pt x="826006" y="942152"/>
                  <a:pt x="826006" y="942152"/>
                </a:cubicBezTo>
                <a:lnTo>
                  <a:pt x="830092" y="949200"/>
                </a:lnTo>
                <a:cubicBezTo>
                  <a:pt x="830211" y="949378"/>
                  <a:pt x="830092" y="949792"/>
                  <a:pt x="830092" y="949792"/>
                </a:cubicBezTo>
                <a:lnTo>
                  <a:pt x="826006" y="956840"/>
                </a:lnTo>
                <a:cubicBezTo>
                  <a:pt x="825946" y="957018"/>
                  <a:pt x="825532" y="957136"/>
                  <a:pt x="825532" y="957136"/>
                </a:cubicBezTo>
                <a:lnTo>
                  <a:pt x="817359" y="957136"/>
                </a:lnTo>
                <a:cubicBezTo>
                  <a:pt x="817181" y="957136"/>
                  <a:pt x="816885" y="956840"/>
                  <a:pt x="816885" y="956840"/>
                </a:cubicBezTo>
                <a:lnTo>
                  <a:pt x="812799" y="949792"/>
                </a:lnTo>
                <a:cubicBezTo>
                  <a:pt x="812680" y="949615"/>
                  <a:pt x="812799" y="949200"/>
                  <a:pt x="812799" y="949200"/>
                </a:cubicBezTo>
                <a:lnTo>
                  <a:pt x="816885" y="942152"/>
                </a:lnTo>
                <a:cubicBezTo>
                  <a:pt x="816944" y="941975"/>
                  <a:pt x="817359" y="941856"/>
                  <a:pt x="817359" y="941856"/>
                </a:cubicBezTo>
                <a:close/>
                <a:moveTo>
                  <a:pt x="2305152" y="941619"/>
                </a:moveTo>
                <a:lnTo>
                  <a:pt x="2313561" y="941619"/>
                </a:lnTo>
                <a:cubicBezTo>
                  <a:pt x="2313799" y="941619"/>
                  <a:pt x="2314095" y="941915"/>
                  <a:pt x="2314095" y="941915"/>
                </a:cubicBezTo>
                <a:lnTo>
                  <a:pt x="2318299" y="949200"/>
                </a:lnTo>
                <a:cubicBezTo>
                  <a:pt x="2318418" y="949377"/>
                  <a:pt x="2318299" y="949792"/>
                  <a:pt x="2318299" y="949792"/>
                </a:cubicBezTo>
                <a:lnTo>
                  <a:pt x="2314095" y="957077"/>
                </a:lnTo>
                <a:cubicBezTo>
                  <a:pt x="2313976" y="957254"/>
                  <a:pt x="2313561" y="957373"/>
                  <a:pt x="2313561" y="957373"/>
                </a:cubicBezTo>
                <a:lnTo>
                  <a:pt x="2305152" y="957373"/>
                </a:lnTo>
                <a:cubicBezTo>
                  <a:pt x="2304915" y="957373"/>
                  <a:pt x="2304618" y="957077"/>
                  <a:pt x="2304618" y="957077"/>
                </a:cubicBezTo>
                <a:lnTo>
                  <a:pt x="2300414" y="949792"/>
                </a:lnTo>
                <a:cubicBezTo>
                  <a:pt x="2300295" y="949614"/>
                  <a:pt x="2300414" y="949200"/>
                  <a:pt x="2300414" y="949200"/>
                </a:cubicBezTo>
                <a:lnTo>
                  <a:pt x="2304618" y="941915"/>
                </a:lnTo>
                <a:cubicBezTo>
                  <a:pt x="2304737" y="941737"/>
                  <a:pt x="2305152" y="941619"/>
                  <a:pt x="2305152" y="941619"/>
                </a:cubicBezTo>
                <a:close/>
                <a:moveTo>
                  <a:pt x="4332427" y="938599"/>
                </a:moveTo>
                <a:lnTo>
                  <a:pt x="4344035" y="938599"/>
                </a:lnTo>
                <a:cubicBezTo>
                  <a:pt x="4344331" y="938599"/>
                  <a:pt x="4344745" y="939014"/>
                  <a:pt x="4344745" y="939014"/>
                </a:cubicBezTo>
                <a:lnTo>
                  <a:pt x="4350550" y="949082"/>
                </a:lnTo>
                <a:cubicBezTo>
                  <a:pt x="4350727" y="949319"/>
                  <a:pt x="4350550" y="949911"/>
                  <a:pt x="4350550" y="949911"/>
                </a:cubicBezTo>
                <a:lnTo>
                  <a:pt x="4344745" y="959979"/>
                </a:lnTo>
                <a:cubicBezTo>
                  <a:pt x="4344568" y="960216"/>
                  <a:pt x="4344035" y="960394"/>
                  <a:pt x="4344035" y="960394"/>
                </a:cubicBezTo>
                <a:lnTo>
                  <a:pt x="4332427" y="960394"/>
                </a:lnTo>
                <a:cubicBezTo>
                  <a:pt x="4332130" y="960394"/>
                  <a:pt x="4331716" y="959979"/>
                  <a:pt x="4331716" y="959979"/>
                </a:cubicBezTo>
                <a:lnTo>
                  <a:pt x="4325912" y="949911"/>
                </a:lnTo>
                <a:cubicBezTo>
                  <a:pt x="4325734" y="949674"/>
                  <a:pt x="4325912" y="949082"/>
                  <a:pt x="4325912" y="949082"/>
                </a:cubicBezTo>
                <a:lnTo>
                  <a:pt x="4331716" y="939014"/>
                </a:lnTo>
                <a:cubicBezTo>
                  <a:pt x="4331894" y="938777"/>
                  <a:pt x="4332427" y="938599"/>
                  <a:pt x="4332427" y="938599"/>
                </a:cubicBezTo>
                <a:close/>
                <a:moveTo>
                  <a:pt x="4264318" y="937592"/>
                </a:moveTo>
                <a:lnTo>
                  <a:pt x="4276992" y="937592"/>
                </a:lnTo>
                <a:cubicBezTo>
                  <a:pt x="4277288" y="937592"/>
                  <a:pt x="4277762" y="938066"/>
                  <a:pt x="4277762" y="938066"/>
                </a:cubicBezTo>
                <a:lnTo>
                  <a:pt x="4284099" y="949082"/>
                </a:lnTo>
                <a:cubicBezTo>
                  <a:pt x="4284277" y="949319"/>
                  <a:pt x="4284099" y="949970"/>
                  <a:pt x="4284099" y="949970"/>
                </a:cubicBezTo>
                <a:lnTo>
                  <a:pt x="4277762" y="960986"/>
                </a:lnTo>
                <a:cubicBezTo>
                  <a:pt x="4277584" y="961282"/>
                  <a:pt x="4277288" y="961460"/>
                  <a:pt x="4276992" y="961460"/>
                </a:cubicBezTo>
                <a:lnTo>
                  <a:pt x="4264318" y="961460"/>
                </a:lnTo>
                <a:cubicBezTo>
                  <a:pt x="4264021" y="961460"/>
                  <a:pt x="4263548" y="960986"/>
                  <a:pt x="4263548" y="960986"/>
                </a:cubicBezTo>
                <a:lnTo>
                  <a:pt x="4257211" y="949970"/>
                </a:lnTo>
                <a:cubicBezTo>
                  <a:pt x="4257033" y="949733"/>
                  <a:pt x="4257211" y="949082"/>
                  <a:pt x="4257211" y="949082"/>
                </a:cubicBezTo>
                <a:lnTo>
                  <a:pt x="4263548" y="938066"/>
                </a:lnTo>
                <a:cubicBezTo>
                  <a:pt x="4263726" y="937770"/>
                  <a:pt x="4264021" y="937592"/>
                  <a:pt x="4264318" y="937592"/>
                </a:cubicBezTo>
                <a:close/>
                <a:moveTo>
                  <a:pt x="2573264" y="937177"/>
                </a:moveTo>
                <a:lnTo>
                  <a:pt x="2586412" y="937177"/>
                </a:lnTo>
                <a:cubicBezTo>
                  <a:pt x="2586767" y="937177"/>
                  <a:pt x="2587241" y="937651"/>
                  <a:pt x="2587241" y="937651"/>
                </a:cubicBezTo>
                <a:lnTo>
                  <a:pt x="2593815" y="949022"/>
                </a:lnTo>
                <a:cubicBezTo>
                  <a:pt x="2593993" y="949318"/>
                  <a:pt x="2593815" y="949970"/>
                  <a:pt x="2593815" y="949970"/>
                </a:cubicBezTo>
                <a:lnTo>
                  <a:pt x="2587241" y="961341"/>
                </a:lnTo>
                <a:cubicBezTo>
                  <a:pt x="2587063" y="961637"/>
                  <a:pt x="2586767" y="961815"/>
                  <a:pt x="2586412" y="961815"/>
                </a:cubicBezTo>
                <a:lnTo>
                  <a:pt x="2573264" y="961815"/>
                </a:lnTo>
                <a:cubicBezTo>
                  <a:pt x="2572909" y="961815"/>
                  <a:pt x="2572435" y="961341"/>
                  <a:pt x="2572435" y="961341"/>
                </a:cubicBezTo>
                <a:lnTo>
                  <a:pt x="2565861" y="949970"/>
                </a:lnTo>
                <a:cubicBezTo>
                  <a:pt x="2565683" y="949673"/>
                  <a:pt x="2565861" y="949022"/>
                  <a:pt x="2565861" y="949022"/>
                </a:cubicBezTo>
                <a:lnTo>
                  <a:pt x="2572435" y="937651"/>
                </a:lnTo>
                <a:cubicBezTo>
                  <a:pt x="2572612" y="937355"/>
                  <a:pt x="2572909" y="937177"/>
                  <a:pt x="2573264" y="937177"/>
                </a:cubicBezTo>
                <a:close/>
                <a:moveTo>
                  <a:pt x="3790163" y="936348"/>
                </a:moveTo>
                <a:lnTo>
                  <a:pt x="3804199" y="936348"/>
                </a:lnTo>
                <a:cubicBezTo>
                  <a:pt x="3804495" y="936348"/>
                  <a:pt x="3804850" y="936526"/>
                  <a:pt x="3805027" y="936822"/>
                </a:cubicBezTo>
                <a:lnTo>
                  <a:pt x="3812016" y="948963"/>
                </a:lnTo>
                <a:cubicBezTo>
                  <a:pt x="3812194" y="949259"/>
                  <a:pt x="3812194" y="949674"/>
                  <a:pt x="3812016" y="949970"/>
                </a:cubicBezTo>
                <a:lnTo>
                  <a:pt x="3805027" y="962111"/>
                </a:lnTo>
                <a:cubicBezTo>
                  <a:pt x="3804850" y="962407"/>
                  <a:pt x="3804554" y="962585"/>
                  <a:pt x="3804199" y="962585"/>
                </a:cubicBezTo>
                <a:lnTo>
                  <a:pt x="3790163" y="962585"/>
                </a:lnTo>
                <a:cubicBezTo>
                  <a:pt x="3789866" y="962585"/>
                  <a:pt x="3789510" y="962407"/>
                  <a:pt x="3789333" y="962111"/>
                </a:cubicBezTo>
                <a:lnTo>
                  <a:pt x="3782344" y="949970"/>
                </a:lnTo>
                <a:cubicBezTo>
                  <a:pt x="3782167" y="949674"/>
                  <a:pt x="3782167" y="949259"/>
                  <a:pt x="3782344" y="948963"/>
                </a:cubicBezTo>
                <a:lnTo>
                  <a:pt x="3789333" y="936822"/>
                </a:lnTo>
                <a:cubicBezTo>
                  <a:pt x="3789510" y="936526"/>
                  <a:pt x="3789807" y="936348"/>
                  <a:pt x="3790163" y="936348"/>
                </a:cubicBezTo>
                <a:close/>
                <a:moveTo>
                  <a:pt x="2505036" y="935934"/>
                </a:moveTo>
                <a:lnTo>
                  <a:pt x="2519487" y="935934"/>
                </a:lnTo>
                <a:cubicBezTo>
                  <a:pt x="2519842" y="935934"/>
                  <a:pt x="2520198" y="936171"/>
                  <a:pt x="2520376" y="936467"/>
                </a:cubicBezTo>
                <a:lnTo>
                  <a:pt x="2527601" y="949023"/>
                </a:lnTo>
                <a:cubicBezTo>
                  <a:pt x="2527779" y="949319"/>
                  <a:pt x="2527779" y="949734"/>
                  <a:pt x="2527601" y="950030"/>
                </a:cubicBezTo>
                <a:lnTo>
                  <a:pt x="2520376" y="962585"/>
                </a:lnTo>
                <a:cubicBezTo>
                  <a:pt x="2520198" y="962941"/>
                  <a:pt x="2519842" y="963118"/>
                  <a:pt x="2519487" y="963118"/>
                </a:cubicBezTo>
                <a:lnTo>
                  <a:pt x="2505036" y="963118"/>
                </a:lnTo>
                <a:cubicBezTo>
                  <a:pt x="2504681" y="963118"/>
                  <a:pt x="2504326" y="962882"/>
                  <a:pt x="2504148" y="962585"/>
                </a:cubicBezTo>
                <a:lnTo>
                  <a:pt x="2496922" y="950030"/>
                </a:lnTo>
                <a:cubicBezTo>
                  <a:pt x="2496745" y="949734"/>
                  <a:pt x="2496745" y="949319"/>
                  <a:pt x="2496922" y="949023"/>
                </a:cubicBezTo>
                <a:lnTo>
                  <a:pt x="2504148" y="936467"/>
                </a:lnTo>
                <a:cubicBezTo>
                  <a:pt x="2504326" y="936112"/>
                  <a:pt x="2504681" y="935934"/>
                  <a:pt x="2505036" y="935934"/>
                </a:cubicBezTo>
                <a:close/>
                <a:moveTo>
                  <a:pt x="4195498" y="935401"/>
                </a:moveTo>
                <a:lnTo>
                  <a:pt x="4210482" y="935401"/>
                </a:lnTo>
                <a:cubicBezTo>
                  <a:pt x="4210837" y="935401"/>
                  <a:pt x="4211193" y="935579"/>
                  <a:pt x="4211371" y="935934"/>
                </a:cubicBezTo>
                <a:lnTo>
                  <a:pt x="4218892" y="948964"/>
                </a:lnTo>
                <a:cubicBezTo>
                  <a:pt x="4219070" y="949319"/>
                  <a:pt x="4219070" y="949674"/>
                  <a:pt x="4218892" y="950030"/>
                </a:cubicBezTo>
                <a:lnTo>
                  <a:pt x="4211371" y="963059"/>
                </a:lnTo>
                <a:cubicBezTo>
                  <a:pt x="4211193" y="963415"/>
                  <a:pt x="4210837" y="963592"/>
                  <a:pt x="4210482" y="963592"/>
                </a:cubicBezTo>
                <a:lnTo>
                  <a:pt x="4195498" y="963592"/>
                </a:lnTo>
                <a:cubicBezTo>
                  <a:pt x="4195143" y="963592"/>
                  <a:pt x="4194787" y="963415"/>
                  <a:pt x="4194610" y="963059"/>
                </a:cubicBezTo>
                <a:lnTo>
                  <a:pt x="4187088" y="950030"/>
                </a:lnTo>
                <a:cubicBezTo>
                  <a:pt x="4186911" y="949674"/>
                  <a:pt x="4186911" y="949319"/>
                  <a:pt x="4187088" y="948964"/>
                </a:cubicBezTo>
                <a:lnTo>
                  <a:pt x="4194610" y="935934"/>
                </a:lnTo>
                <a:cubicBezTo>
                  <a:pt x="4194787" y="935579"/>
                  <a:pt x="4195143" y="935401"/>
                  <a:pt x="4195498" y="935401"/>
                </a:cubicBezTo>
                <a:close/>
                <a:moveTo>
                  <a:pt x="272607" y="934927"/>
                </a:moveTo>
                <a:lnTo>
                  <a:pt x="288183" y="934927"/>
                </a:lnTo>
                <a:cubicBezTo>
                  <a:pt x="288597" y="934927"/>
                  <a:pt x="288953" y="935105"/>
                  <a:pt x="289130" y="935460"/>
                </a:cubicBezTo>
                <a:lnTo>
                  <a:pt x="296889" y="948963"/>
                </a:lnTo>
                <a:cubicBezTo>
                  <a:pt x="297067" y="949319"/>
                  <a:pt x="297067" y="949733"/>
                  <a:pt x="296889" y="950089"/>
                </a:cubicBezTo>
                <a:lnTo>
                  <a:pt x="289071" y="963592"/>
                </a:lnTo>
                <a:cubicBezTo>
                  <a:pt x="288893" y="963888"/>
                  <a:pt x="288538" y="964125"/>
                  <a:pt x="288124" y="964125"/>
                </a:cubicBezTo>
                <a:lnTo>
                  <a:pt x="272547" y="964125"/>
                </a:lnTo>
                <a:cubicBezTo>
                  <a:pt x="272133" y="964125"/>
                  <a:pt x="271777" y="963947"/>
                  <a:pt x="271600" y="963592"/>
                </a:cubicBezTo>
                <a:lnTo>
                  <a:pt x="263841" y="950089"/>
                </a:lnTo>
                <a:cubicBezTo>
                  <a:pt x="263664" y="949733"/>
                  <a:pt x="263664" y="949319"/>
                  <a:pt x="263841" y="948963"/>
                </a:cubicBezTo>
                <a:lnTo>
                  <a:pt x="271659" y="935460"/>
                </a:lnTo>
                <a:cubicBezTo>
                  <a:pt x="271837" y="935164"/>
                  <a:pt x="272192" y="934927"/>
                  <a:pt x="272607" y="934927"/>
                </a:cubicBezTo>
                <a:close/>
                <a:moveTo>
                  <a:pt x="204912" y="934808"/>
                </a:moveTo>
                <a:lnTo>
                  <a:pt x="220606" y="934808"/>
                </a:lnTo>
                <a:cubicBezTo>
                  <a:pt x="220962" y="934808"/>
                  <a:pt x="221376" y="934986"/>
                  <a:pt x="221554" y="935341"/>
                </a:cubicBezTo>
                <a:lnTo>
                  <a:pt x="229372" y="948903"/>
                </a:lnTo>
                <a:cubicBezTo>
                  <a:pt x="229549" y="949259"/>
                  <a:pt x="229549" y="949673"/>
                  <a:pt x="229372" y="950029"/>
                </a:cubicBezTo>
                <a:lnTo>
                  <a:pt x="221554" y="963591"/>
                </a:lnTo>
                <a:cubicBezTo>
                  <a:pt x="221376" y="963887"/>
                  <a:pt x="221021" y="964124"/>
                  <a:pt x="220606" y="964124"/>
                </a:cubicBezTo>
                <a:lnTo>
                  <a:pt x="204912" y="964124"/>
                </a:lnTo>
                <a:cubicBezTo>
                  <a:pt x="204556" y="964124"/>
                  <a:pt x="204142" y="963947"/>
                  <a:pt x="203964" y="963591"/>
                </a:cubicBezTo>
                <a:lnTo>
                  <a:pt x="196146" y="950029"/>
                </a:lnTo>
                <a:cubicBezTo>
                  <a:pt x="195969" y="949673"/>
                  <a:pt x="195969" y="949259"/>
                  <a:pt x="196146" y="948903"/>
                </a:cubicBezTo>
                <a:lnTo>
                  <a:pt x="203964" y="935341"/>
                </a:lnTo>
                <a:cubicBezTo>
                  <a:pt x="204142" y="935045"/>
                  <a:pt x="204497" y="934808"/>
                  <a:pt x="204912" y="934808"/>
                </a:cubicBezTo>
                <a:close/>
                <a:moveTo>
                  <a:pt x="3856790" y="934394"/>
                </a:moveTo>
                <a:lnTo>
                  <a:pt x="3872899" y="934394"/>
                </a:lnTo>
                <a:cubicBezTo>
                  <a:pt x="3873313" y="934394"/>
                  <a:pt x="3873728" y="934631"/>
                  <a:pt x="3873905" y="934986"/>
                </a:cubicBezTo>
                <a:lnTo>
                  <a:pt x="3881961" y="948963"/>
                </a:lnTo>
                <a:cubicBezTo>
                  <a:pt x="3882138" y="949319"/>
                  <a:pt x="3882138" y="949733"/>
                  <a:pt x="3881961" y="950089"/>
                </a:cubicBezTo>
                <a:lnTo>
                  <a:pt x="3873905" y="964066"/>
                </a:lnTo>
                <a:cubicBezTo>
                  <a:pt x="3873669" y="964421"/>
                  <a:pt x="3873313" y="964658"/>
                  <a:pt x="3872899" y="964658"/>
                </a:cubicBezTo>
                <a:lnTo>
                  <a:pt x="3856790" y="964658"/>
                </a:lnTo>
                <a:cubicBezTo>
                  <a:pt x="3856375" y="964658"/>
                  <a:pt x="3855961" y="964421"/>
                  <a:pt x="3855783" y="964066"/>
                </a:cubicBezTo>
                <a:lnTo>
                  <a:pt x="3847728" y="950089"/>
                </a:lnTo>
                <a:cubicBezTo>
                  <a:pt x="3847551" y="949733"/>
                  <a:pt x="3847551" y="949319"/>
                  <a:pt x="3847728" y="948963"/>
                </a:cubicBezTo>
                <a:lnTo>
                  <a:pt x="3855783" y="934986"/>
                </a:lnTo>
                <a:cubicBezTo>
                  <a:pt x="3856020" y="934631"/>
                  <a:pt x="3856375" y="934394"/>
                  <a:pt x="3856790" y="934394"/>
                </a:cubicBezTo>
                <a:close/>
                <a:moveTo>
                  <a:pt x="2436573" y="934394"/>
                </a:moveTo>
                <a:lnTo>
                  <a:pt x="2452682" y="934394"/>
                </a:lnTo>
                <a:cubicBezTo>
                  <a:pt x="2453096" y="934394"/>
                  <a:pt x="2453511" y="934631"/>
                  <a:pt x="2453689" y="934986"/>
                </a:cubicBezTo>
                <a:lnTo>
                  <a:pt x="2461743" y="948963"/>
                </a:lnTo>
                <a:cubicBezTo>
                  <a:pt x="2461921" y="949319"/>
                  <a:pt x="2461921" y="949733"/>
                  <a:pt x="2461743" y="950089"/>
                </a:cubicBezTo>
                <a:lnTo>
                  <a:pt x="2453689" y="964066"/>
                </a:lnTo>
                <a:cubicBezTo>
                  <a:pt x="2453452" y="964421"/>
                  <a:pt x="2453096" y="964658"/>
                  <a:pt x="2452682" y="964658"/>
                </a:cubicBezTo>
                <a:lnTo>
                  <a:pt x="2436573" y="964658"/>
                </a:lnTo>
                <a:cubicBezTo>
                  <a:pt x="2436158" y="964658"/>
                  <a:pt x="2435743" y="964421"/>
                  <a:pt x="2435566" y="964066"/>
                </a:cubicBezTo>
                <a:lnTo>
                  <a:pt x="2427511" y="950089"/>
                </a:lnTo>
                <a:cubicBezTo>
                  <a:pt x="2427334" y="949733"/>
                  <a:pt x="2427334" y="949319"/>
                  <a:pt x="2427511" y="948963"/>
                </a:cubicBezTo>
                <a:lnTo>
                  <a:pt x="2435566" y="934986"/>
                </a:lnTo>
                <a:cubicBezTo>
                  <a:pt x="2435803" y="934631"/>
                  <a:pt x="2436158" y="934394"/>
                  <a:pt x="2436573" y="934394"/>
                </a:cubicBezTo>
                <a:close/>
                <a:moveTo>
                  <a:pt x="340005" y="934394"/>
                </a:moveTo>
                <a:lnTo>
                  <a:pt x="356114" y="934394"/>
                </a:lnTo>
                <a:cubicBezTo>
                  <a:pt x="356528" y="934394"/>
                  <a:pt x="356943" y="934631"/>
                  <a:pt x="357121" y="934986"/>
                </a:cubicBezTo>
                <a:lnTo>
                  <a:pt x="365175" y="948963"/>
                </a:lnTo>
                <a:cubicBezTo>
                  <a:pt x="365353" y="949319"/>
                  <a:pt x="365353" y="949733"/>
                  <a:pt x="365175" y="950089"/>
                </a:cubicBezTo>
                <a:lnTo>
                  <a:pt x="357121" y="964066"/>
                </a:lnTo>
                <a:cubicBezTo>
                  <a:pt x="356884" y="964421"/>
                  <a:pt x="356528" y="964658"/>
                  <a:pt x="356114" y="964658"/>
                </a:cubicBezTo>
                <a:lnTo>
                  <a:pt x="340005" y="964658"/>
                </a:lnTo>
                <a:cubicBezTo>
                  <a:pt x="339590" y="964658"/>
                  <a:pt x="339175" y="964421"/>
                  <a:pt x="338998" y="964066"/>
                </a:cubicBezTo>
                <a:lnTo>
                  <a:pt x="330943" y="950089"/>
                </a:lnTo>
                <a:cubicBezTo>
                  <a:pt x="330766" y="949733"/>
                  <a:pt x="330766" y="949319"/>
                  <a:pt x="330943" y="948963"/>
                </a:cubicBezTo>
                <a:lnTo>
                  <a:pt x="338998" y="934986"/>
                </a:lnTo>
                <a:cubicBezTo>
                  <a:pt x="339235" y="934631"/>
                  <a:pt x="339590" y="934394"/>
                  <a:pt x="340005" y="934394"/>
                </a:cubicBezTo>
                <a:close/>
                <a:moveTo>
                  <a:pt x="1354293" y="934098"/>
                </a:moveTo>
                <a:lnTo>
                  <a:pt x="1370757" y="934098"/>
                </a:lnTo>
                <a:cubicBezTo>
                  <a:pt x="1371172" y="934098"/>
                  <a:pt x="1371527" y="934335"/>
                  <a:pt x="1371764" y="934690"/>
                </a:cubicBezTo>
                <a:lnTo>
                  <a:pt x="1379996" y="948964"/>
                </a:lnTo>
                <a:cubicBezTo>
                  <a:pt x="1380234" y="949319"/>
                  <a:pt x="1380234" y="949793"/>
                  <a:pt x="1379996" y="950148"/>
                </a:cubicBezTo>
                <a:lnTo>
                  <a:pt x="1371764" y="964421"/>
                </a:lnTo>
                <a:cubicBezTo>
                  <a:pt x="1371527" y="964777"/>
                  <a:pt x="1371172" y="965014"/>
                  <a:pt x="1370757" y="965014"/>
                </a:cubicBezTo>
                <a:lnTo>
                  <a:pt x="1354293" y="965014"/>
                </a:lnTo>
                <a:cubicBezTo>
                  <a:pt x="1353878" y="965014"/>
                  <a:pt x="1353523" y="964777"/>
                  <a:pt x="1353286" y="964421"/>
                </a:cubicBezTo>
                <a:lnTo>
                  <a:pt x="1345054" y="950148"/>
                </a:lnTo>
                <a:cubicBezTo>
                  <a:pt x="1344817" y="949793"/>
                  <a:pt x="1344817" y="949319"/>
                  <a:pt x="1345054" y="948964"/>
                </a:cubicBezTo>
                <a:lnTo>
                  <a:pt x="1353286" y="934690"/>
                </a:lnTo>
                <a:cubicBezTo>
                  <a:pt x="1353523" y="934335"/>
                  <a:pt x="1353878" y="934098"/>
                  <a:pt x="1354293" y="934098"/>
                </a:cubicBezTo>
                <a:close/>
                <a:moveTo>
                  <a:pt x="2639181" y="933979"/>
                </a:moveTo>
                <a:lnTo>
                  <a:pt x="2655764" y="933979"/>
                </a:lnTo>
                <a:cubicBezTo>
                  <a:pt x="2656179" y="933979"/>
                  <a:pt x="2656534" y="934216"/>
                  <a:pt x="2656771" y="934571"/>
                </a:cubicBezTo>
                <a:lnTo>
                  <a:pt x="2665063" y="948904"/>
                </a:lnTo>
                <a:cubicBezTo>
                  <a:pt x="2665299" y="949259"/>
                  <a:pt x="2665299" y="949733"/>
                  <a:pt x="2665063" y="950088"/>
                </a:cubicBezTo>
                <a:lnTo>
                  <a:pt x="2656771" y="964421"/>
                </a:lnTo>
                <a:cubicBezTo>
                  <a:pt x="2656534" y="964776"/>
                  <a:pt x="2656179" y="965013"/>
                  <a:pt x="2655764" y="965013"/>
                </a:cubicBezTo>
                <a:lnTo>
                  <a:pt x="2639181" y="965013"/>
                </a:lnTo>
                <a:cubicBezTo>
                  <a:pt x="2638767" y="965013"/>
                  <a:pt x="2638411" y="964776"/>
                  <a:pt x="2638174" y="964421"/>
                </a:cubicBezTo>
                <a:lnTo>
                  <a:pt x="2629883" y="950088"/>
                </a:lnTo>
                <a:cubicBezTo>
                  <a:pt x="2629646" y="949733"/>
                  <a:pt x="2629646" y="949259"/>
                  <a:pt x="2629883" y="948904"/>
                </a:cubicBezTo>
                <a:lnTo>
                  <a:pt x="2638174" y="934571"/>
                </a:lnTo>
                <a:cubicBezTo>
                  <a:pt x="2638411" y="934216"/>
                  <a:pt x="2638767" y="933979"/>
                  <a:pt x="2639181" y="933979"/>
                </a:cubicBezTo>
                <a:close/>
                <a:moveTo>
                  <a:pt x="1083694" y="933861"/>
                </a:moveTo>
                <a:lnTo>
                  <a:pt x="1100336" y="933861"/>
                </a:lnTo>
                <a:cubicBezTo>
                  <a:pt x="1100751" y="933861"/>
                  <a:pt x="1101106" y="934098"/>
                  <a:pt x="1101343" y="934453"/>
                </a:cubicBezTo>
                <a:lnTo>
                  <a:pt x="1109694" y="948904"/>
                </a:lnTo>
                <a:cubicBezTo>
                  <a:pt x="1109931" y="949259"/>
                  <a:pt x="1109931" y="949733"/>
                  <a:pt x="1109694" y="950089"/>
                </a:cubicBezTo>
                <a:lnTo>
                  <a:pt x="1101343" y="964540"/>
                </a:lnTo>
                <a:cubicBezTo>
                  <a:pt x="1101166" y="964895"/>
                  <a:pt x="1100751" y="965132"/>
                  <a:pt x="1100336" y="965132"/>
                </a:cubicBezTo>
                <a:lnTo>
                  <a:pt x="1083694" y="965132"/>
                </a:lnTo>
                <a:cubicBezTo>
                  <a:pt x="1083280" y="965132"/>
                  <a:pt x="1082924" y="964895"/>
                  <a:pt x="1082688" y="964540"/>
                </a:cubicBezTo>
                <a:lnTo>
                  <a:pt x="1074337" y="950089"/>
                </a:lnTo>
                <a:cubicBezTo>
                  <a:pt x="1074100" y="949733"/>
                  <a:pt x="1074100" y="949259"/>
                  <a:pt x="1074337" y="948904"/>
                </a:cubicBezTo>
                <a:lnTo>
                  <a:pt x="1082688" y="934453"/>
                </a:lnTo>
                <a:cubicBezTo>
                  <a:pt x="1082865" y="934098"/>
                  <a:pt x="1083280" y="933861"/>
                  <a:pt x="1083694" y="933861"/>
                </a:cubicBezTo>
                <a:close/>
                <a:moveTo>
                  <a:pt x="407165" y="933565"/>
                </a:moveTo>
                <a:lnTo>
                  <a:pt x="424163" y="933565"/>
                </a:lnTo>
                <a:cubicBezTo>
                  <a:pt x="424636" y="933565"/>
                  <a:pt x="424992" y="933802"/>
                  <a:pt x="425229" y="934157"/>
                </a:cubicBezTo>
                <a:lnTo>
                  <a:pt x="433698" y="948904"/>
                </a:lnTo>
                <a:cubicBezTo>
                  <a:pt x="433935" y="949260"/>
                  <a:pt x="433935" y="949734"/>
                  <a:pt x="433698" y="950089"/>
                </a:cubicBezTo>
                <a:lnTo>
                  <a:pt x="425170" y="964836"/>
                </a:lnTo>
                <a:cubicBezTo>
                  <a:pt x="424933" y="965191"/>
                  <a:pt x="424518" y="965428"/>
                  <a:pt x="424104" y="965428"/>
                </a:cubicBezTo>
                <a:lnTo>
                  <a:pt x="407106" y="965428"/>
                </a:lnTo>
                <a:cubicBezTo>
                  <a:pt x="406632" y="965428"/>
                  <a:pt x="406277" y="965191"/>
                  <a:pt x="406040" y="964836"/>
                </a:cubicBezTo>
                <a:lnTo>
                  <a:pt x="397571" y="950089"/>
                </a:lnTo>
                <a:cubicBezTo>
                  <a:pt x="397334" y="949734"/>
                  <a:pt x="397334" y="949260"/>
                  <a:pt x="397571" y="948904"/>
                </a:cubicBezTo>
                <a:lnTo>
                  <a:pt x="406099" y="934157"/>
                </a:lnTo>
                <a:cubicBezTo>
                  <a:pt x="406336" y="933802"/>
                  <a:pt x="406751" y="933565"/>
                  <a:pt x="407165" y="933565"/>
                </a:cubicBezTo>
                <a:close/>
                <a:moveTo>
                  <a:pt x="1015762" y="933328"/>
                </a:moveTo>
                <a:lnTo>
                  <a:pt x="1032997" y="933328"/>
                </a:lnTo>
                <a:cubicBezTo>
                  <a:pt x="1033412" y="933328"/>
                  <a:pt x="1033826" y="933565"/>
                  <a:pt x="1034063" y="933920"/>
                </a:cubicBezTo>
                <a:lnTo>
                  <a:pt x="1042651" y="948845"/>
                </a:lnTo>
                <a:cubicBezTo>
                  <a:pt x="1042888" y="949259"/>
                  <a:pt x="1042888" y="949733"/>
                  <a:pt x="1042651" y="950089"/>
                </a:cubicBezTo>
                <a:lnTo>
                  <a:pt x="1034004" y="965013"/>
                </a:lnTo>
                <a:cubicBezTo>
                  <a:pt x="1033767" y="965369"/>
                  <a:pt x="1033353" y="965606"/>
                  <a:pt x="1032938" y="965606"/>
                </a:cubicBezTo>
                <a:lnTo>
                  <a:pt x="1015703" y="965606"/>
                </a:lnTo>
                <a:cubicBezTo>
                  <a:pt x="1015289" y="965606"/>
                  <a:pt x="1014874" y="965369"/>
                  <a:pt x="1014637" y="965013"/>
                </a:cubicBezTo>
                <a:lnTo>
                  <a:pt x="1006050" y="950089"/>
                </a:lnTo>
                <a:cubicBezTo>
                  <a:pt x="1005813" y="949674"/>
                  <a:pt x="1005813" y="949200"/>
                  <a:pt x="1006050" y="948845"/>
                </a:cubicBezTo>
                <a:lnTo>
                  <a:pt x="1014696" y="933920"/>
                </a:lnTo>
                <a:cubicBezTo>
                  <a:pt x="1014934" y="933565"/>
                  <a:pt x="1015348" y="933328"/>
                  <a:pt x="1015762" y="933328"/>
                </a:cubicBezTo>
                <a:close/>
                <a:moveTo>
                  <a:pt x="2367930" y="932499"/>
                </a:moveTo>
                <a:lnTo>
                  <a:pt x="2386053" y="932499"/>
                </a:lnTo>
                <a:cubicBezTo>
                  <a:pt x="2386527" y="932499"/>
                  <a:pt x="2386942" y="932736"/>
                  <a:pt x="2387178" y="933150"/>
                </a:cubicBezTo>
                <a:lnTo>
                  <a:pt x="2396240" y="948845"/>
                </a:lnTo>
                <a:cubicBezTo>
                  <a:pt x="2396477" y="949260"/>
                  <a:pt x="2396477" y="949734"/>
                  <a:pt x="2396240" y="950148"/>
                </a:cubicBezTo>
                <a:lnTo>
                  <a:pt x="2387178" y="965843"/>
                </a:lnTo>
                <a:cubicBezTo>
                  <a:pt x="2386942" y="966257"/>
                  <a:pt x="2386527" y="966494"/>
                  <a:pt x="2386053" y="966494"/>
                </a:cubicBezTo>
                <a:lnTo>
                  <a:pt x="2367930" y="966494"/>
                </a:lnTo>
                <a:cubicBezTo>
                  <a:pt x="2367457" y="966494"/>
                  <a:pt x="2367042" y="966257"/>
                  <a:pt x="2366805" y="965843"/>
                </a:cubicBezTo>
                <a:lnTo>
                  <a:pt x="2357744" y="950148"/>
                </a:lnTo>
                <a:cubicBezTo>
                  <a:pt x="2357507" y="949734"/>
                  <a:pt x="2357507" y="949260"/>
                  <a:pt x="2357744" y="948845"/>
                </a:cubicBezTo>
                <a:lnTo>
                  <a:pt x="2366805" y="933150"/>
                </a:lnTo>
                <a:cubicBezTo>
                  <a:pt x="2367042" y="932736"/>
                  <a:pt x="2367457" y="932499"/>
                  <a:pt x="2367930" y="932499"/>
                </a:cubicBezTo>
                <a:close/>
                <a:moveTo>
                  <a:pt x="474149" y="932321"/>
                </a:moveTo>
                <a:lnTo>
                  <a:pt x="492449" y="932321"/>
                </a:lnTo>
                <a:cubicBezTo>
                  <a:pt x="492923" y="932321"/>
                  <a:pt x="493338" y="932558"/>
                  <a:pt x="493575" y="932972"/>
                </a:cubicBezTo>
                <a:lnTo>
                  <a:pt x="502755" y="948845"/>
                </a:lnTo>
                <a:cubicBezTo>
                  <a:pt x="502992" y="949259"/>
                  <a:pt x="502992" y="949733"/>
                  <a:pt x="502755" y="950148"/>
                </a:cubicBezTo>
                <a:lnTo>
                  <a:pt x="493575" y="966020"/>
                </a:lnTo>
                <a:cubicBezTo>
                  <a:pt x="493338" y="966435"/>
                  <a:pt x="492923" y="966671"/>
                  <a:pt x="492449" y="966671"/>
                </a:cubicBezTo>
                <a:lnTo>
                  <a:pt x="474149" y="966671"/>
                </a:lnTo>
                <a:cubicBezTo>
                  <a:pt x="473675" y="966671"/>
                  <a:pt x="473261" y="966435"/>
                  <a:pt x="473024" y="966020"/>
                </a:cubicBezTo>
                <a:lnTo>
                  <a:pt x="463844" y="950148"/>
                </a:lnTo>
                <a:cubicBezTo>
                  <a:pt x="463607" y="949733"/>
                  <a:pt x="463607" y="949259"/>
                  <a:pt x="463844" y="948845"/>
                </a:cubicBezTo>
                <a:lnTo>
                  <a:pt x="473024" y="932972"/>
                </a:lnTo>
                <a:cubicBezTo>
                  <a:pt x="473261" y="932558"/>
                  <a:pt x="473675" y="932321"/>
                  <a:pt x="474149" y="932321"/>
                </a:cubicBezTo>
                <a:close/>
                <a:moveTo>
                  <a:pt x="3720395" y="932203"/>
                </a:moveTo>
                <a:lnTo>
                  <a:pt x="3738814" y="932203"/>
                </a:lnTo>
                <a:cubicBezTo>
                  <a:pt x="3739288" y="932203"/>
                  <a:pt x="3739703" y="932440"/>
                  <a:pt x="3739939" y="932854"/>
                </a:cubicBezTo>
                <a:lnTo>
                  <a:pt x="3749179" y="948845"/>
                </a:lnTo>
                <a:cubicBezTo>
                  <a:pt x="3749416" y="949260"/>
                  <a:pt x="3749416" y="949734"/>
                  <a:pt x="3749179" y="950148"/>
                </a:cubicBezTo>
                <a:lnTo>
                  <a:pt x="3739939" y="966139"/>
                </a:lnTo>
                <a:cubicBezTo>
                  <a:pt x="3739703" y="966553"/>
                  <a:pt x="3739288" y="966790"/>
                  <a:pt x="3738814" y="966790"/>
                </a:cubicBezTo>
                <a:lnTo>
                  <a:pt x="3720395" y="966790"/>
                </a:lnTo>
                <a:cubicBezTo>
                  <a:pt x="3719921" y="966790"/>
                  <a:pt x="3719507" y="966553"/>
                  <a:pt x="3719270" y="966139"/>
                </a:cubicBezTo>
                <a:lnTo>
                  <a:pt x="3710031" y="950148"/>
                </a:lnTo>
                <a:cubicBezTo>
                  <a:pt x="3709794" y="949734"/>
                  <a:pt x="3709794" y="949260"/>
                  <a:pt x="3710031" y="948845"/>
                </a:cubicBezTo>
                <a:lnTo>
                  <a:pt x="3719270" y="932854"/>
                </a:lnTo>
                <a:cubicBezTo>
                  <a:pt x="3719507" y="932440"/>
                  <a:pt x="3719921" y="932203"/>
                  <a:pt x="3720395" y="932203"/>
                </a:cubicBezTo>
                <a:close/>
                <a:moveTo>
                  <a:pt x="1218075" y="932203"/>
                </a:moveTo>
                <a:lnTo>
                  <a:pt x="1236494" y="932203"/>
                </a:lnTo>
                <a:cubicBezTo>
                  <a:pt x="1236968" y="932203"/>
                  <a:pt x="1237383" y="932440"/>
                  <a:pt x="1237619" y="932854"/>
                </a:cubicBezTo>
                <a:lnTo>
                  <a:pt x="1246859" y="948845"/>
                </a:lnTo>
                <a:cubicBezTo>
                  <a:pt x="1247095" y="949260"/>
                  <a:pt x="1247095" y="949734"/>
                  <a:pt x="1246859" y="950148"/>
                </a:cubicBezTo>
                <a:lnTo>
                  <a:pt x="1237619" y="966139"/>
                </a:lnTo>
                <a:cubicBezTo>
                  <a:pt x="1237383" y="966553"/>
                  <a:pt x="1236968" y="966790"/>
                  <a:pt x="1236494" y="966790"/>
                </a:cubicBezTo>
                <a:lnTo>
                  <a:pt x="1218075" y="966790"/>
                </a:lnTo>
                <a:cubicBezTo>
                  <a:pt x="1217601" y="966790"/>
                  <a:pt x="1217187" y="966553"/>
                  <a:pt x="1216950" y="966139"/>
                </a:cubicBezTo>
                <a:lnTo>
                  <a:pt x="1207711" y="950148"/>
                </a:lnTo>
                <a:cubicBezTo>
                  <a:pt x="1207474" y="949734"/>
                  <a:pt x="1207474" y="949260"/>
                  <a:pt x="1207711" y="948845"/>
                </a:cubicBezTo>
                <a:lnTo>
                  <a:pt x="1216950" y="932854"/>
                </a:lnTo>
                <a:cubicBezTo>
                  <a:pt x="1217187" y="932440"/>
                  <a:pt x="1217601" y="932203"/>
                  <a:pt x="1218075" y="932203"/>
                </a:cubicBezTo>
                <a:close/>
                <a:moveTo>
                  <a:pt x="1285474" y="931906"/>
                </a:moveTo>
                <a:lnTo>
                  <a:pt x="1304248" y="931906"/>
                </a:lnTo>
                <a:cubicBezTo>
                  <a:pt x="1304722" y="931906"/>
                  <a:pt x="1305137" y="932143"/>
                  <a:pt x="1305373" y="932558"/>
                </a:cubicBezTo>
                <a:lnTo>
                  <a:pt x="1314731" y="948785"/>
                </a:lnTo>
                <a:cubicBezTo>
                  <a:pt x="1314968" y="949141"/>
                  <a:pt x="1314968" y="949674"/>
                  <a:pt x="1314731" y="950088"/>
                </a:cubicBezTo>
                <a:lnTo>
                  <a:pt x="1305314" y="966316"/>
                </a:lnTo>
                <a:cubicBezTo>
                  <a:pt x="1305077" y="966730"/>
                  <a:pt x="1304663" y="966967"/>
                  <a:pt x="1304189" y="966967"/>
                </a:cubicBezTo>
                <a:lnTo>
                  <a:pt x="1285415" y="966967"/>
                </a:lnTo>
                <a:cubicBezTo>
                  <a:pt x="1284941" y="966967"/>
                  <a:pt x="1284526" y="966730"/>
                  <a:pt x="1284289" y="966316"/>
                </a:cubicBezTo>
                <a:lnTo>
                  <a:pt x="1274932" y="950088"/>
                </a:lnTo>
                <a:cubicBezTo>
                  <a:pt x="1274695" y="949733"/>
                  <a:pt x="1274695" y="949200"/>
                  <a:pt x="1274932" y="948785"/>
                </a:cubicBezTo>
                <a:lnTo>
                  <a:pt x="1284349" y="932558"/>
                </a:lnTo>
                <a:cubicBezTo>
                  <a:pt x="1284585" y="932143"/>
                  <a:pt x="1285000" y="931906"/>
                  <a:pt x="1285474" y="931906"/>
                </a:cubicBezTo>
                <a:close/>
                <a:moveTo>
                  <a:pt x="676818" y="931906"/>
                </a:moveTo>
                <a:lnTo>
                  <a:pt x="695592" y="931906"/>
                </a:lnTo>
                <a:cubicBezTo>
                  <a:pt x="696066" y="931906"/>
                  <a:pt x="696481" y="932143"/>
                  <a:pt x="696717" y="932558"/>
                </a:cubicBezTo>
                <a:lnTo>
                  <a:pt x="706075" y="948785"/>
                </a:lnTo>
                <a:cubicBezTo>
                  <a:pt x="706312" y="949141"/>
                  <a:pt x="706312" y="949674"/>
                  <a:pt x="706075" y="950088"/>
                </a:cubicBezTo>
                <a:lnTo>
                  <a:pt x="696658" y="966316"/>
                </a:lnTo>
                <a:cubicBezTo>
                  <a:pt x="696421" y="966730"/>
                  <a:pt x="696007" y="966967"/>
                  <a:pt x="695533" y="966967"/>
                </a:cubicBezTo>
                <a:lnTo>
                  <a:pt x="676759" y="966967"/>
                </a:lnTo>
                <a:cubicBezTo>
                  <a:pt x="676285" y="966967"/>
                  <a:pt x="675870" y="966730"/>
                  <a:pt x="675633" y="966316"/>
                </a:cubicBezTo>
                <a:lnTo>
                  <a:pt x="666276" y="950088"/>
                </a:lnTo>
                <a:cubicBezTo>
                  <a:pt x="666039" y="949733"/>
                  <a:pt x="666039" y="949200"/>
                  <a:pt x="666276" y="948785"/>
                </a:cubicBezTo>
                <a:lnTo>
                  <a:pt x="675693" y="932558"/>
                </a:lnTo>
                <a:cubicBezTo>
                  <a:pt x="675929" y="932143"/>
                  <a:pt x="676344" y="931906"/>
                  <a:pt x="676818" y="931906"/>
                </a:cubicBezTo>
                <a:close/>
                <a:moveTo>
                  <a:pt x="3923004" y="931788"/>
                </a:moveTo>
                <a:lnTo>
                  <a:pt x="3941897" y="931788"/>
                </a:lnTo>
                <a:cubicBezTo>
                  <a:pt x="3942311" y="931788"/>
                  <a:pt x="3942785" y="932025"/>
                  <a:pt x="3943022" y="932439"/>
                </a:cubicBezTo>
                <a:lnTo>
                  <a:pt x="3952438" y="948786"/>
                </a:lnTo>
                <a:cubicBezTo>
                  <a:pt x="3952675" y="949200"/>
                  <a:pt x="3952675" y="949733"/>
                  <a:pt x="3952438" y="950148"/>
                </a:cubicBezTo>
                <a:lnTo>
                  <a:pt x="3943022" y="966494"/>
                </a:lnTo>
                <a:cubicBezTo>
                  <a:pt x="3942785" y="966908"/>
                  <a:pt x="3942370" y="967145"/>
                  <a:pt x="3941897" y="967145"/>
                </a:cubicBezTo>
                <a:lnTo>
                  <a:pt x="3923004" y="967145"/>
                </a:lnTo>
                <a:cubicBezTo>
                  <a:pt x="3922589" y="967145"/>
                  <a:pt x="3922115" y="966908"/>
                  <a:pt x="3921879" y="966494"/>
                </a:cubicBezTo>
                <a:lnTo>
                  <a:pt x="3912461" y="950148"/>
                </a:lnTo>
                <a:cubicBezTo>
                  <a:pt x="3912225" y="949733"/>
                  <a:pt x="3912225" y="949200"/>
                  <a:pt x="3912461" y="948786"/>
                </a:cubicBezTo>
                <a:lnTo>
                  <a:pt x="3921879" y="932439"/>
                </a:lnTo>
                <a:cubicBezTo>
                  <a:pt x="3922115" y="932025"/>
                  <a:pt x="3922530" y="931788"/>
                  <a:pt x="3923004" y="931788"/>
                </a:cubicBezTo>
                <a:close/>
                <a:moveTo>
                  <a:pt x="541429" y="931610"/>
                </a:moveTo>
                <a:lnTo>
                  <a:pt x="560499" y="931610"/>
                </a:lnTo>
                <a:cubicBezTo>
                  <a:pt x="560973" y="931610"/>
                  <a:pt x="561447" y="931847"/>
                  <a:pt x="561683" y="932261"/>
                </a:cubicBezTo>
                <a:lnTo>
                  <a:pt x="571219" y="948785"/>
                </a:lnTo>
                <a:cubicBezTo>
                  <a:pt x="571456" y="949200"/>
                  <a:pt x="571456" y="949733"/>
                  <a:pt x="571219" y="950147"/>
                </a:cubicBezTo>
                <a:lnTo>
                  <a:pt x="561683" y="966671"/>
                </a:lnTo>
                <a:cubicBezTo>
                  <a:pt x="561447" y="967086"/>
                  <a:pt x="560973" y="967323"/>
                  <a:pt x="560499" y="967323"/>
                </a:cubicBezTo>
                <a:lnTo>
                  <a:pt x="541429" y="967323"/>
                </a:lnTo>
                <a:cubicBezTo>
                  <a:pt x="540955" y="967323"/>
                  <a:pt x="540481" y="967086"/>
                  <a:pt x="540244" y="966671"/>
                </a:cubicBezTo>
                <a:lnTo>
                  <a:pt x="530709" y="950147"/>
                </a:lnTo>
                <a:cubicBezTo>
                  <a:pt x="530472" y="949733"/>
                  <a:pt x="530472" y="949200"/>
                  <a:pt x="530709" y="948785"/>
                </a:cubicBezTo>
                <a:lnTo>
                  <a:pt x="540244" y="932261"/>
                </a:lnTo>
                <a:cubicBezTo>
                  <a:pt x="540481" y="931847"/>
                  <a:pt x="540955" y="931610"/>
                  <a:pt x="541429" y="931610"/>
                </a:cubicBezTo>
                <a:close/>
                <a:moveTo>
                  <a:pt x="879545" y="931492"/>
                </a:moveTo>
                <a:lnTo>
                  <a:pt x="898733" y="931492"/>
                </a:lnTo>
                <a:cubicBezTo>
                  <a:pt x="899207" y="931492"/>
                  <a:pt x="899681" y="931729"/>
                  <a:pt x="899918" y="932144"/>
                </a:cubicBezTo>
                <a:lnTo>
                  <a:pt x="909512" y="948786"/>
                </a:lnTo>
                <a:cubicBezTo>
                  <a:pt x="909750" y="949200"/>
                  <a:pt x="909750" y="949733"/>
                  <a:pt x="909512" y="950148"/>
                </a:cubicBezTo>
                <a:lnTo>
                  <a:pt x="899918" y="966790"/>
                </a:lnTo>
                <a:cubicBezTo>
                  <a:pt x="899681" y="967205"/>
                  <a:pt x="899207" y="967442"/>
                  <a:pt x="898733" y="967442"/>
                </a:cubicBezTo>
                <a:lnTo>
                  <a:pt x="879545" y="967442"/>
                </a:lnTo>
                <a:cubicBezTo>
                  <a:pt x="879071" y="967442"/>
                  <a:pt x="878597" y="967205"/>
                  <a:pt x="878360" y="966790"/>
                </a:cubicBezTo>
                <a:lnTo>
                  <a:pt x="868766" y="950148"/>
                </a:lnTo>
                <a:cubicBezTo>
                  <a:pt x="868529" y="949733"/>
                  <a:pt x="868529" y="949200"/>
                  <a:pt x="868766" y="948786"/>
                </a:cubicBezTo>
                <a:lnTo>
                  <a:pt x="878360" y="932144"/>
                </a:lnTo>
                <a:cubicBezTo>
                  <a:pt x="878597" y="931729"/>
                  <a:pt x="879071" y="931492"/>
                  <a:pt x="879545" y="931492"/>
                </a:cubicBezTo>
                <a:close/>
                <a:moveTo>
                  <a:pt x="4396272" y="931373"/>
                </a:moveTo>
                <a:lnTo>
                  <a:pt x="4415579" y="931373"/>
                </a:lnTo>
                <a:cubicBezTo>
                  <a:pt x="4416053" y="931373"/>
                  <a:pt x="4416526" y="931669"/>
                  <a:pt x="4416764" y="932084"/>
                </a:cubicBezTo>
                <a:lnTo>
                  <a:pt x="4426417" y="948844"/>
                </a:lnTo>
                <a:cubicBezTo>
                  <a:pt x="4426654" y="949259"/>
                  <a:pt x="4426654" y="949792"/>
                  <a:pt x="4426417" y="950207"/>
                </a:cubicBezTo>
                <a:lnTo>
                  <a:pt x="4416764" y="966967"/>
                </a:lnTo>
                <a:cubicBezTo>
                  <a:pt x="4416526" y="967441"/>
                  <a:pt x="4416053" y="967678"/>
                  <a:pt x="4415579" y="967678"/>
                </a:cubicBezTo>
                <a:lnTo>
                  <a:pt x="4396272" y="967678"/>
                </a:lnTo>
                <a:cubicBezTo>
                  <a:pt x="4395798" y="967678"/>
                  <a:pt x="4395324" y="967382"/>
                  <a:pt x="4395087" y="966967"/>
                </a:cubicBezTo>
                <a:lnTo>
                  <a:pt x="4385433" y="950207"/>
                </a:lnTo>
                <a:cubicBezTo>
                  <a:pt x="4385197" y="949792"/>
                  <a:pt x="4385197" y="949259"/>
                  <a:pt x="4385433" y="948844"/>
                </a:cubicBezTo>
                <a:lnTo>
                  <a:pt x="4395087" y="932084"/>
                </a:lnTo>
                <a:cubicBezTo>
                  <a:pt x="4395324" y="931610"/>
                  <a:pt x="4395798" y="931373"/>
                  <a:pt x="4396272" y="931373"/>
                </a:cubicBezTo>
                <a:close/>
                <a:moveTo>
                  <a:pt x="4463729" y="931196"/>
                </a:moveTo>
                <a:lnTo>
                  <a:pt x="4483273" y="931196"/>
                </a:lnTo>
                <a:cubicBezTo>
                  <a:pt x="4483747" y="931196"/>
                  <a:pt x="4484221" y="931492"/>
                  <a:pt x="4484458" y="931907"/>
                </a:cubicBezTo>
                <a:lnTo>
                  <a:pt x="4494230" y="948845"/>
                </a:lnTo>
                <a:cubicBezTo>
                  <a:pt x="4494467" y="949260"/>
                  <a:pt x="4494467" y="949793"/>
                  <a:pt x="4494230" y="950207"/>
                </a:cubicBezTo>
                <a:lnTo>
                  <a:pt x="4484458" y="967146"/>
                </a:lnTo>
                <a:cubicBezTo>
                  <a:pt x="4484221" y="967560"/>
                  <a:pt x="4483747" y="967856"/>
                  <a:pt x="4483273" y="967856"/>
                </a:cubicBezTo>
                <a:lnTo>
                  <a:pt x="4463729" y="967856"/>
                </a:lnTo>
                <a:cubicBezTo>
                  <a:pt x="4463255" y="967856"/>
                  <a:pt x="4462782" y="967560"/>
                  <a:pt x="4462544" y="967146"/>
                </a:cubicBezTo>
                <a:lnTo>
                  <a:pt x="4452773" y="950207"/>
                </a:lnTo>
                <a:cubicBezTo>
                  <a:pt x="4452536" y="949793"/>
                  <a:pt x="4452536" y="949260"/>
                  <a:pt x="4452773" y="948845"/>
                </a:cubicBezTo>
                <a:lnTo>
                  <a:pt x="4462544" y="931907"/>
                </a:lnTo>
                <a:cubicBezTo>
                  <a:pt x="4462782" y="931492"/>
                  <a:pt x="4463255" y="931196"/>
                  <a:pt x="4463729" y="931196"/>
                </a:cubicBezTo>
                <a:close/>
                <a:moveTo>
                  <a:pt x="1149730" y="930959"/>
                </a:moveTo>
                <a:lnTo>
                  <a:pt x="1169511" y="930959"/>
                </a:lnTo>
                <a:cubicBezTo>
                  <a:pt x="1169985" y="930959"/>
                  <a:pt x="1170458" y="931255"/>
                  <a:pt x="1170696" y="931670"/>
                </a:cubicBezTo>
                <a:lnTo>
                  <a:pt x="1180586" y="948786"/>
                </a:lnTo>
                <a:cubicBezTo>
                  <a:pt x="1180823" y="949260"/>
                  <a:pt x="1180823" y="949793"/>
                  <a:pt x="1180586" y="950207"/>
                </a:cubicBezTo>
                <a:lnTo>
                  <a:pt x="1170696" y="967323"/>
                </a:lnTo>
                <a:cubicBezTo>
                  <a:pt x="1170458" y="967738"/>
                  <a:pt x="1169985" y="968034"/>
                  <a:pt x="1169511" y="968034"/>
                </a:cubicBezTo>
                <a:lnTo>
                  <a:pt x="1149730" y="968034"/>
                </a:lnTo>
                <a:cubicBezTo>
                  <a:pt x="1149256" y="968034"/>
                  <a:pt x="1148782" y="967738"/>
                  <a:pt x="1148545" y="967323"/>
                </a:cubicBezTo>
                <a:lnTo>
                  <a:pt x="1138655" y="950207"/>
                </a:lnTo>
                <a:cubicBezTo>
                  <a:pt x="1138418" y="949733"/>
                  <a:pt x="1138418" y="949200"/>
                  <a:pt x="1138655" y="948786"/>
                </a:cubicBezTo>
                <a:lnTo>
                  <a:pt x="1148545" y="931670"/>
                </a:lnTo>
                <a:cubicBezTo>
                  <a:pt x="1148782" y="931255"/>
                  <a:pt x="1149256" y="930959"/>
                  <a:pt x="1149730" y="930959"/>
                </a:cubicBezTo>
                <a:close/>
                <a:moveTo>
                  <a:pt x="3651990" y="930840"/>
                </a:moveTo>
                <a:lnTo>
                  <a:pt x="3671889" y="930840"/>
                </a:lnTo>
                <a:cubicBezTo>
                  <a:pt x="3672363" y="930840"/>
                  <a:pt x="3672837" y="931136"/>
                  <a:pt x="3673074" y="931551"/>
                </a:cubicBezTo>
                <a:lnTo>
                  <a:pt x="3683024" y="948785"/>
                </a:lnTo>
                <a:cubicBezTo>
                  <a:pt x="3683261" y="949259"/>
                  <a:pt x="3683261" y="949792"/>
                  <a:pt x="3683024" y="950207"/>
                </a:cubicBezTo>
                <a:lnTo>
                  <a:pt x="3673074" y="967441"/>
                </a:lnTo>
                <a:cubicBezTo>
                  <a:pt x="3672837" y="967856"/>
                  <a:pt x="3672363" y="968152"/>
                  <a:pt x="3671889" y="968152"/>
                </a:cubicBezTo>
                <a:lnTo>
                  <a:pt x="3651990" y="968152"/>
                </a:lnTo>
                <a:cubicBezTo>
                  <a:pt x="3651516" y="968152"/>
                  <a:pt x="3651042" y="967856"/>
                  <a:pt x="3650805" y="967441"/>
                </a:cubicBezTo>
                <a:lnTo>
                  <a:pt x="3640855" y="950207"/>
                </a:lnTo>
                <a:cubicBezTo>
                  <a:pt x="3640619" y="949733"/>
                  <a:pt x="3640619" y="949200"/>
                  <a:pt x="3640855" y="948785"/>
                </a:cubicBezTo>
                <a:lnTo>
                  <a:pt x="3650805" y="931551"/>
                </a:lnTo>
                <a:cubicBezTo>
                  <a:pt x="3651042" y="931136"/>
                  <a:pt x="3651516" y="930840"/>
                  <a:pt x="3651990" y="930840"/>
                </a:cubicBezTo>
                <a:close/>
                <a:moveTo>
                  <a:pt x="946765" y="930781"/>
                </a:moveTo>
                <a:lnTo>
                  <a:pt x="966724" y="930781"/>
                </a:lnTo>
                <a:cubicBezTo>
                  <a:pt x="967257" y="930781"/>
                  <a:pt x="967731" y="931077"/>
                  <a:pt x="967968" y="931492"/>
                </a:cubicBezTo>
                <a:lnTo>
                  <a:pt x="977977" y="948785"/>
                </a:lnTo>
                <a:cubicBezTo>
                  <a:pt x="978214" y="949200"/>
                  <a:pt x="978214" y="949792"/>
                  <a:pt x="977977" y="950207"/>
                </a:cubicBezTo>
                <a:lnTo>
                  <a:pt x="967968" y="967501"/>
                </a:lnTo>
                <a:cubicBezTo>
                  <a:pt x="967672" y="967915"/>
                  <a:pt x="967198" y="968211"/>
                  <a:pt x="966724" y="968211"/>
                </a:cubicBezTo>
                <a:lnTo>
                  <a:pt x="946765" y="968211"/>
                </a:lnTo>
                <a:cubicBezTo>
                  <a:pt x="946232" y="968211"/>
                  <a:pt x="945758" y="967915"/>
                  <a:pt x="945522" y="967501"/>
                </a:cubicBezTo>
                <a:lnTo>
                  <a:pt x="935513" y="950207"/>
                </a:lnTo>
                <a:cubicBezTo>
                  <a:pt x="935276" y="949792"/>
                  <a:pt x="935276" y="949200"/>
                  <a:pt x="935513" y="948785"/>
                </a:cubicBezTo>
                <a:lnTo>
                  <a:pt x="945522" y="931492"/>
                </a:lnTo>
                <a:cubicBezTo>
                  <a:pt x="945818" y="931077"/>
                  <a:pt x="946292" y="930781"/>
                  <a:pt x="946765" y="930781"/>
                </a:cubicBezTo>
                <a:close/>
                <a:moveTo>
                  <a:pt x="608590" y="930781"/>
                </a:moveTo>
                <a:lnTo>
                  <a:pt x="628549" y="930781"/>
                </a:lnTo>
                <a:cubicBezTo>
                  <a:pt x="629082" y="930781"/>
                  <a:pt x="629556" y="931077"/>
                  <a:pt x="629793" y="931492"/>
                </a:cubicBezTo>
                <a:lnTo>
                  <a:pt x="639802" y="948785"/>
                </a:lnTo>
                <a:cubicBezTo>
                  <a:pt x="640039" y="949200"/>
                  <a:pt x="640039" y="949792"/>
                  <a:pt x="639802" y="950207"/>
                </a:cubicBezTo>
                <a:lnTo>
                  <a:pt x="629793" y="967501"/>
                </a:lnTo>
                <a:cubicBezTo>
                  <a:pt x="629497" y="967915"/>
                  <a:pt x="629023" y="968211"/>
                  <a:pt x="628549" y="968211"/>
                </a:cubicBezTo>
                <a:lnTo>
                  <a:pt x="608590" y="968211"/>
                </a:lnTo>
                <a:cubicBezTo>
                  <a:pt x="608058" y="968211"/>
                  <a:pt x="607584" y="967915"/>
                  <a:pt x="607347" y="967501"/>
                </a:cubicBezTo>
                <a:lnTo>
                  <a:pt x="597338" y="950207"/>
                </a:lnTo>
                <a:cubicBezTo>
                  <a:pt x="597101" y="949792"/>
                  <a:pt x="597101" y="949200"/>
                  <a:pt x="597338" y="948785"/>
                </a:cubicBezTo>
                <a:lnTo>
                  <a:pt x="607347" y="931492"/>
                </a:lnTo>
                <a:cubicBezTo>
                  <a:pt x="607643" y="931077"/>
                  <a:pt x="608117" y="930781"/>
                  <a:pt x="608590" y="930781"/>
                </a:cubicBezTo>
                <a:close/>
                <a:moveTo>
                  <a:pt x="2704803" y="930130"/>
                </a:moveTo>
                <a:lnTo>
                  <a:pt x="2725472" y="930130"/>
                </a:lnTo>
                <a:cubicBezTo>
                  <a:pt x="2725946" y="930130"/>
                  <a:pt x="2726479" y="930367"/>
                  <a:pt x="2726716" y="930841"/>
                </a:cubicBezTo>
                <a:lnTo>
                  <a:pt x="2737021" y="948727"/>
                </a:lnTo>
                <a:cubicBezTo>
                  <a:pt x="2737258" y="949200"/>
                  <a:pt x="2737258" y="949733"/>
                  <a:pt x="2737021" y="950207"/>
                </a:cubicBezTo>
                <a:lnTo>
                  <a:pt x="2726716" y="968093"/>
                </a:lnTo>
                <a:cubicBezTo>
                  <a:pt x="2726479" y="968508"/>
                  <a:pt x="2726005" y="968804"/>
                  <a:pt x="2725472" y="968804"/>
                </a:cubicBezTo>
                <a:lnTo>
                  <a:pt x="2704803" y="968804"/>
                </a:lnTo>
                <a:cubicBezTo>
                  <a:pt x="2704329" y="968804"/>
                  <a:pt x="2703796" y="968567"/>
                  <a:pt x="2703559" y="968093"/>
                </a:cubicBezTo>
                <a:lnTo>
                  <a:pt x="2693254" y="950207"/>
                </a:lnTo>
                <a:cubicBezTo>
                  <a:pt x="2693017" y="949733"/>
                  <a:pt x="2693017" y="949200"/>
                  <a:pt x="2693254" y="948727"/>
                </a:cubicBezTo>
                <a:lnTo>
                  <a:pt x="2703559" y="930841"/>
                </a:lnTo>
                <a:cubicBezTo>
                  <a:pt x="2703796" y="930426"/>
                  <a:pt x="2704270" y="930130"/>
                  <a:pt x="2704803" y="930130"/>
                </a:cubicBezTo>
                <a:close/>
                <a:moveTo>
                  <a:pt x="3989454" y="929537"/>
                </a:moveTo>
                <a:lnTo>
                  <a:pt x="4010776" y="929537"/>
                </a:lnTo>
                <a:cubicBezTo>
                  <a:pt x="4011309" y="929537"/>
                  <a:pt x="4011782" y="929833"/>
                  <a:pt x="4012079" y="930307"/>
                </a:cubicBezTo>
                <a:lnTo>
                  <a:pt x="4022739" y="948785"/>
                </a:lnTo>
                <a:cubicBezTo>
                  <a:pt x="4023035" y="949200"/>
                  <a:pt x="4023035" y="949792"/>
                  <a:pt x="4022739" y="950266"/>
                </a:cubicBezTo>
                <a:lnTo>
                  <a:pt x="4012079" y="968744"/>
                </a:lnTo>
                <a:cubicBezTo>
                  <a:pt x="4011782" y="969218"/>
                  <a:pt x="4011309" y="969514"/>
                  <a:pt x="4010776" y="969514"/>
                </a:cubicBezTo>
                <a:lnTo>
                  <a:pt x="3989454" y="969514"/>
                </a:lnTo>
                <a:cubicBezTo>
                  <a:pt x="3988921" y="969514"/>
                  <a:pt x="3988448" y="969218"/>
                  <a:pt x="3988151" y="968744"/>
                </a:cubicBezTo>
                <a:lnTo>
                  <a:pt x="3977491" y="950266"/>
                </a:lnTo>
                <a:cubicBezTo>
                  <a:pt x="3977195" y="949851"/>
                  <a:pt x="3977195" y="949259"/>
                  <a:pt x="3977491" y="948785"/>
                </a:cubicBezTo>
                <a:lnTo>
                  <a:pt x="3988151" y="930307"/>
                </a:lnTo>
                <a:cubicBezTo>
                  <a:pt x="3988448" y="929833"/>
                  <a:pt x="3988921" y="929537"/>
                  <a:pt x="3989454" y="929537"/>
                </a:cubicBezTo>
                <a:close/>
                <a:moveTo>
                  <a:pt x="2839658" y="929300"/>
                </a:moveTo>
                <a:lnTo>
                  <a:pt x="2861157" y="929300"/>
                </a:lnTo>
                <a:cubicBezTo>
                  <a:pt x="2861690" y="929300"/>
                  <a:pt x="2862164" y="929596"/>
                  <a:pt x="2862460" y="930070"/>
                </a:cubicBezTo>
                <a:lnTo>
                  <a:pt x="2873239" y="948726"/>
                </a:lnTo>
                <a:cubicBezTo>
                  <a:pt x="2873535" y="949200"/>
                  <a:pt x="2873535" y="949792"/>
                  <a:pt x="2873239" y="950266"/>
                </a:cubicBezTo>
                <a:lnTo>
                  <a:pt x="2862460" y="968922"/>
                </a:lnTo>
                <a:cubicBezTo>
                  <a:pt x="2862223" y="969396"/>
                  <a:pt x="2861690" y="969692"/>
                  <a:pt x="2861157" y="969692"/>
                </a:cubicBezTo>
                <a:lnTo>
                  <a:pt x="2839658" y="969692"/>
                </a:lnTo>
                <a:cubicBezTo>
                  <a:pt x="2839125" y="969692"/>
                  <a:pt x="2838651" y="969396"/>
                  <a:pt x="2838355" y="968922"/>
                </a:cubicBezTo>
                <a:lnTo>
                  <a:pt x="2827576" y="950266"/>
                </a:lnTo>
                <a:cubicBezTo>
                  <a:pt x="2827280" y="949792"/>
                  <a:pt x="2827280" y="949200"/>
                  <a:pt x="2827576" y="948726"/>
                </a:cubicBezTo>
                <a:lnTo>
                  <a:pt x="2838355" y="930070"/>
                </a:lnTo>
                <a:cubicBezTo>
                  <a:pt x="2838592" y="929596"/>
                  <a:pt x="2839125" y="929300"/>
                  <a:pt x="2839658" y="929300"/>
                </a:cubicBezTo>
                <a:close/>
                <a:moveTo>
                  <a:pt x="4597814" y="928886"/>
                </a:moveTo>
                <a:lnTo>
                  <a:pt x="4619787" y="928886"/>
                </a:lnTo>
                <a:cubicBezTo>
                  <a:pt x="4620379" y="928886"/>
                  <a:pt x="4620852" y="929182"/>
                  <a:pt x="4621149" y="929656"/>
                </a:cubicBezTo>
                <a:lnTo>
                  <a:pt x="4632105" y="948667"/>
                </a:lnTo>
                <a:cubicBezTo>
                  <a:pt x="4632402" y="949141"/>
                  <a:pt x="4632402" y="949733"/>
                  <a:pt x="4632105" y="950207"/>
                </a:cubicBezTo>
                <a:lnTo>
                  <a:pt x="4621089" y="969218"/>
                </a:lnTo>
                <a:cubicBezTo>
                  <a:pt x="4620794" y="969692"/>
                  <a:pt x="4620260" y="969988"/>
                  <a:pt x="4619727" y="969988"/>
                </a:cubicBezTo>
                <a:lnTo>
                  <a:pt x="4597755" y="969988"/>
                </a:lnTo>
                <a:cubicBezTo>
                  <a:pt x="4597162" y="969988"/>
                  <a:pt x="4596689" y="969692"/>
                  <a:pt x="4596393" y="969218"/>
                </a:cubicBezTo>
                <a:lnTo>
                  <a:pt x="4585436" y="950207"/>
                </a:lnTo>
                <a:cubicBezTo>
                  <a:pt x="4585140" y="949733"/>
                  <a:pt x="4585140" y="949141"/>
                  <a:pt x="4585436" y="948667"/>
                </a:cubicBezTo>
                <a:lnTo>
                  <a:pt x="4596452" y="929656"/>
                </a:lnTo>
                <a:cubicBezTo>
                  <a:pt x="4596748" y="929182"/>
                  <a:pt x="4597281" y="928886"/>
                  <a:pt x="4597814" y="928886"/>
                </a:cubicBezTo>
                <a:close/>
                <a:moveTo>
                  <a:pt x="4530179" y="928886"/>
                </a:moveTo>
                <a:lnTo>
                  <a:pt x="4552151" y="928886"/>
                </a:lnTo>
                <a:cubicBezTo>
                  <a:pt x="4552744" y="928886"/>
                  <a:pt x="4553218" y="929182"/>
                  <a:pt x="4553513" y="929656"/>
                </a:cubicBezTo>
                <a:lnTo>
                  <a:pt x="4564471" y="948667"/>
                </a:lnTo>
                <a:cubicBezTo>
                  <a:pt x="4564766" y="949141"/>
                  <a:pt x="4564766" y="949733"/>
                  <a:pt x="4564471" y="950207"/>
                </a:cubicBezTo>
                <a:lnTo>
                  <a:pt x="4553455" y="969218"/>
                </a:lnTo>
                <a:cubicBezTo>
                  <a:pt x="4553159" y="969692"/>
                  <a:pt x="4552626" y="969988"/>
                  <a:pt x="4552092" y="969988"/>
                </a:cubicBezTo>
                <a:lnTo>
                  <a:pt x="4530120" y="969988"/>
                </a:lnTo>
                <a:cubicBezTo>
                  <a:pt x="4529528" y="969988"/>
                  <a:pt x="4529053" y="969692"/>
                  <a:pt x="4528758" y="969218"/>
                </a:cubicBezTo>
                <a:lnTo>
                  <a:pt x="4517801" y="950207"/>
                </a:lnTo>
                <a:cubicBezTo>
                  <a:pt x="4517505" y="949733"/>
                  <a:pt x="4517505" y="949141"/>
                  <a:pt x="4517801" y="948667"/>
                </a:cubicBezTo>
                <a:lnTo>
                  <a:pt x="4528817" y="929656"/>
                </a:lnTo>
                <a:cubicBezTo>
                  <a:pt x="4529113" y="929182"/>
                  <a:pt x="4529646" y="928886"/>
                  <a:pt x="4530179" y="928886"/>
                </a:cubicBezTo>
                <a:close/>
                <a:moveTo>
                  <a:pt x="4664857" y="927879"/>
                </a:moveTo>
                <a:lnTo>
                  <a:pt x="4687955" y="927879"/>
                </a:lnTo>
                <a:cubicBezTo>
                  <a:pt x="4688547" y="927879"/>
                  <a:pt x="4689080" y="928234"/>
                  <a:pt x="4689377" y="928708"/>
                </a:cubicBezTo>
                <a:lnTo>
                  <a:pt x="4700925" y="948667"/>
                </a:lnTo>
                <a:cubicBezTo>
                  <a:pt x="4701222" y="949200"/>
                  <a:pt x="4701222" y="949851"/>
                  <a:pt x="4700925" y="950325"/>
                </a:cubicBezTo>
                <a:lnTo>
                  <a:pt x="4689377" y="970284"/>
                </a:lnTo>
                <a:cubicBezTo>
                  <a:pt x="4689080" y="970817"/>
                  <a:pt x="4688547" y="971113"/>
                  <a:pt x="4687955" y="971113"/>
                </a:cubicBezTo>
                <a:lnTo>
                  <a:pt x="4664857" y="971113"/>
                </a:lnTo>
                <a:cubicBezTo>
                  <a:pt x="4664265" y="971113"/>
                  <a:pt x="4663732" y="970758"/>
                  <a:pt x="4663436" y="970284"/>
                </a:cubicBezTo>
                <a:lnTo>
                  <a:pt x="4651887" y="950325"/>
                </a:lnTo>
                <a:cubicBezTo>
                  <a:pt x="4651591" y="949792"/>
                  <a:pt x="4651591" y="949141"/>
                  <a:pt x="4651887" y="948667"/>
                </a:cubicBezTo>
                <a:lnTo>
                  <a:pt x="4663436" y="928708"/>
                </a:lnTo>
                <a:cubicBezTo>
                  <a:pt x="4663732" y="928175"/>
                  <a:pt x="4664265" y="927879"/>
                  <a:pt x="4664857" y="927879"/>
                </a:cubicBezTo>
                <a:close/>
                <a:moveTo>
                  <a:pt x="4732374" y="927583"/>
                </a:moveTo>
                <a:lnTo>
                  <a:pt x="4755768" y="927583"/>
                </a:lnTo>
                <a:cubicBezTo>
                  <a:pt x="4756360" y="927583"/>
                  <a:pt x="4756893" y="927879"/>
                  <a:pt x="4757189" y="928412"/>
                </a:cubicBezTo>
                <a:lnTo>
                  <a:pt x="4768857" y="948667"/>
                </a:lnTo>
                <a:cubicBezTo>
                  <a:pt x="4769153" y="949200"/>
                  <a:pt x="4769153" y="949792"/>
                  <a:pt x="4768857" y="950325"/>
                </a:cubicBezTo>
                <a:lnTo>
                  <a:pt x="4757130" y="970580"/>
                </a:lnTo>
                <a:cubicBezTo>
                  <a:pt x="4756834" y="971113"/>
                  <a:pt x="4756301" y="971410"/>
                  <a:pt x="4755708" y="971410"/>
                </a:cubicBezTo>
                <a:lnTo>
                  <a:pt x="4732315" y="971410"/>
                </a:lnTo>
                <a:cubicBezTo>
                  <a:pt x="4731723" y="971410"/>
                  <a:pt x="4731189" y="971113"/>
                  <a:pt x="4730893" y="970580"/>
                </a:cubicBezTo>
                <a:lnTo>
                  <a:pt x="4719226" y="950325"/>
                </a:lnTo>
                <a:cubicBezTo>
                  <a:pt x="4718930" y="949792"/>
                  <a:pt x="4718930" y="949200"/>
                  <a:pt x="4719226" y="948667"/>
                </a:cubicBezTo>
                <a:lnTo>
                  <a:pt x="4730953" y="928412"/>
                </a:lnTo>
                <a:cubicBezTo>
                  <a:pt x="4731248" y="927879"/>
                  <a:pt x="4731782" y="927583"/>
                  <a:pt x="4732374" y="927583"/>
                </a:cubicBezTo>
                <a:close/>
                <a:moveTo>
                  <a:pt x="2770839" y="927050"/>
                </a:moveTo>
                <a:lnTo>
                  <a:pt x="2794766" y="927050"/>
                </a:lnTo>
                <a:cubicBezTo>
                  <a:pt x="2795359" y="927050"/>
                  <a:pt x="2795951" y="927346"/>
                  <a:pt x="2796247" y="927879"/>
                </a:cubicBezTo>
                <a:lnTo>
                  <a:pt x="2808210" y="948608"/>
                </a:lnTo>
                <a:cubicBezTo>
                  <a:pt x="2808506" y="949141"/>
                  <a:pt x="2808506" y="949793"/>
                  <a:pt x="2808210" y="950326"/>
                </a:cubicBezTo>
                <a:lnTo>
                  <a:pt x="2796247" y="971054"/>
                </a:lnTo>
                <a:cubicBezTo>
                  <a:pt x="2795891" y="971528"/>
                  <a:pt x="2795359" y="971883"/>
                  <a:pt x="2794766" y="971883"/>
                </a:cubicBezTo>
                <a:lnTo>
                  <a:pt x="2770839" y="971883"/>
                </a:lnTo>
                <a:cubicBezTo>
                  <a:pt x="2770247" y="971883"/>
                  <a:pt x="2769655" y="971587"/>
                  <a:pt x="2769359" y="971054"/>
                </a:cubicBezTo>
                <a:lnTo>
                  <a:pt x="2757395" y="950326"/>
                </a:lnTo>
                <a:cubicBezTo>
                  <a:pt x="2757099" y="949793"/>
                  <a:pt x="2757099" y="949141"/>
                  <a:pt x="2757395" y="948608"/>
                </a:cubicBezTo>
                <a:lnTo>
                  <a:pt x="2769359" y="927879"/>
                </a:lnTo>
                <a:cubicBezTo>
                  <a:pt x="2769714" y="927406"/>
                  <a:pt x="2770247" y="927050"/>
                  <a:pt x="2770839" y="927050"/>
                </a:cubicBezTo>
                <a:close/>
                <a:moveTo>
                  <a:pt x="4934923" y="926931"/>
                </a:moveTo>
                <a:lnTo>
                  <a:pt x="4958969" y="926931"/>
                </a:lnTo>
                <a:cubicBezTo>
                  <a:pt x="4959561" y="926931"/>
                  <a:pt x="4960153" y="927227"/>
                  <a:pt x="4960450" y="927760"/>
                </a:cubicBezTo>
                <a:lnTo>
                  <a:pt x="4972472" y="948607"/>
                </a:lnTo>
                <a:cubicBezTo>
                  <a:pt x="4972768" y="949140"/>
                  <a:pt x="4972768" y="949792"/>
                  <a:pt x="4972472" y="950325"/>
                </a:cubicBezTo>
                <a:lnTo>
                  <a:pt x="4960450" y="971172"/>
                </a:lnTo>
                <a:cubicBezTo>
                  <a:pt x="4960153" y="971646"/>
                  <a:pt x="4959561" y="972001"/>
                  <a:pt x="4958969" y="972001"/>
                </a:cubicBezTo>
                <a:lnTo>
                  <a:pt x="4934923" y="972001"/>
                </a:lnTo>
                <a:cubicBezTo>
                  <a:pt x="4934331" y="972001"/>
                  <a:pt x="4933739" y="971705"/>
                  <a:pt x="4933443" y="971172"/>
                </a:cubicBezTo>
                <a:lnTo>
                  <a:pt x="4921420" y="950325"/>
                </a:lnTo>
                <a:cubicBezTo>
                  <a:pt x="4921124" y="949792"/>
                  <a:pt x="4921124" y="949140"/>
                  <a:pt x="4921420" y="948607"/>
                </a:cubicBezTo>
                <a:lnTo>
                  <a:pt x="4933443" y="927760"/>
                </a:lnTo>
                <a:cubicBezTo>
                  <a:pt x="4933739" y="927286"/>
                  <a:pt x="4934331" y="926931"/>
                  <a:pt x="4934923" y="926931"/>
                </a:cubicBezTo>
                <a:close/>
                <a:moveTo>
                  <a:pt x="4866756" y="925925"/>
                </a:moveTo>
                <a:lnTo>
                  <a:pt x="4891926" y="925925"/>
                </a:lnTo>
                <a:cubicBezTo>
                  <a:pt x="4892578" y="925925"/>
                  <a:pt x="4893171" y="926280"/>
                  <a:pt x="4893466" y="926813"/>
                </a:cubicBezTo>
                <a:lnTo>
                  <a:pt x="4906022" y="948608"/>
                </a:lnTo>
                <a:cubicBezTo>
                  <a:pt x="4906318" y="949141"/>
                  <a:pt x="4906318" y="949852"/>
                  <a:pt x="4906022" y="950385"/>
                </a:cubicBezTo>
                <a:lnTo>
                  <a:pt x="4893407" y="972180"/>
                </a:lnTo>
                <a:cubicBezTo>
                  <a:pt x="4893052" y="972713"/>
                  <a:pt x="4892519" y="973068"/>
                  <a:pt x="4891867" y="973068"/>
                </a:cubicBezTo>
                <a:lnTo>
                  <a:pt x="4866696" y="973068"/>
                </a:lnTo>
                <a:cubicBezTo>
                  <a:pt x="4866045" y="973068"/>
                  <a:pt x="4865453" y="972713"/>
                  <a:pt x="4865156" y="972180"/>
                </a:cubicBezTo>
                <a:lnTo>
                  <a:pt x="4852601" y="950385"/>
                </a:lnTo>
                <a:cubicBezTo>
                  <a:pt x="4852305" y="949852"/>
                  <a:pt x="4852305" y="949141"/>
                  <a:pt x="4852601" y="948608"/>
                </a:cubicBezTo>
                <a:lnTo>
                  <a:pt x="4865216" y="926813"/>
                </a:lnTo>
                <a:cubicBezTo>
                  <a:pt x="4865571" y="926280"/>
                  <a:pt x="4866104" y="925925"/>
                  <a:pt x="4866756" y="925925"/>
                </a:cubicBezTo>
                <a:close/>
                <a:moveTo>
                  <a:pt x="4799120" y="925925"/>
                </a:moveTo>
                <a:lnTo>
                  <a:pt x="4824291" y="925925"/>
                </a:lnTo>
                <a:cubicBezTo>
                  <a:pt x="4824942" y="925925"/>
                  <a:pt x="4825534" y="926280"/>
                  <a:pt x="4825831" y="926813"/>
                </a:cubicBezTo>
                <a:lnTo>
                  <a:pt x="4838386" y="948608"/>
                </a:lnTo>
                <a:cubicBezTo>
                  <a:pt x="4838682" y="949141"/>
                  <a:pt x="4838682" y="949852"/>
                  <a:pt x="4838386" y="950385"/>
                </a:cubicBezTo>
                <a:lnTo>
                  <a:pt x="4825771" y="972180"/>
                </a:lnTo>
                <a:cubicBezTo>
                  <a:pt x="4825416" y="972713"/>
                  <a:pt x="4824883" y="973068"/>
                  <a:pt x="4824232" y="973068"/>
                </a:cubicBezTo>
                <a:lnTo>
                  <a:pt x="4799061" y="973068"/>
                </a:lnTo>
                <a:cubicBezTo>
                  <a:pt x="4798410" y="973068"/>
                  <a:pt x="4797817" y="972713"/>
                  <a:pt x="4797521" y="972180"/>
                </a:cubicBezTo>
                <a:lnTo>
                  <a:pt x="4784965" y="950385"/>
                </a:lnTo>
                <a:cubicBezTo>
                  <a:pt x="4784669" y="949852"/>
                  <a:pt x="4784669" y="949141"/>
                  <a:pt x="4784965" y="948608"/>
                </a:cubicBezTo>
                <a:lnTo>
                  <a:pt x="4797580" y="926813"/>
                </a:lnTo>
                <a:cubicBezTo>
                  <a:pt x="4797935" y="926280"/>
                  <a:pt x="4798469" y="925925"/>
                  <a:pt x="4799120" y="925925"/>
                </a:cubicBezTo>
                <a:close/>
                <a:moveTo>
                  <a:pt x="4332130" y="879374"/>
                </a:moveTo>
                <a:lnTo>
                  <a:pt x="4344390" y="879374"/>
                </a:lnTo>
                <a:cubicBezTo>
                  <a:pt x="4344745" y="879374"/>
                  <a:pt x="4345160" y="879789"/>
                  <a:pt x="4345160" y="879789"/>
                </a:cubicBezTo>
                <a:lnTo>
                  <a:pt x="4351260" y="890390"/>
                </a:lnTo>
                <a:cubicBezTo>
                  <a:pt x="4351437" y="890686"/>
                  <a:pt x="4351260" y="891278"/>
                  <a:pt x="4351260" y="891278"/>
                </a:cubicBezTo>
                <a:lnTo>
                  <a:pt x="4345101" y="901879"/>
                </a:lnTo>
                <a:cubicBezTo>
                  <a:pt x="4344923" y="902116"/>
                  <a:pt x="4344627" y="902294"/>
                  <a:pt x="4344331" y="902294"/>
                </a:cubicBezTo>
                <a:lnTo>
                  <a:pt x="4332071" y="902294"/>
                </a:lnTo>
                <a:cubicBezTo>
                  <a:pt x="4331716" y="902294"/>
                  <a:pt x="4331301" y="901879"/>
                  <a:pt x="4331301" y="901879"/>
                </a:cubicBezTo>
                <a:lnTo>
                  <a:pt x="4325201" y="891278"/>
                </a:lnTo>
                <a:cubicBezTo>
                  <a:pt x="4325023" y="890982"/>
                  <a:pt x="4325201" y="890390"/>
                  <a:pt x="4325201" y="890390"/>
                </a:cubicBezTo>
                <a:lnTo>
                  <a:pt x="4331361" y="879789"/>
                </a:lnTo>
                <a:cubicBezTo>
                  <a:pt x="4331538" y="879552"/>
                  <a:pt x="4331834" y="879374"/>
                  <a:pt x="4332130" y="879374"/>
                </a:cubicBezTo>
                <a:close/>
                <a:moveTo>
                  <a:pt x="3655721" y="879196"/>
                </a:moveTo>
                <a:lnTo>
                  <a:pt x="3668218" y="879196"/>
                </a:lnTo>
                <a:cubicBezTo>
                  <a:pt x="3668514" y="879196"/>
                  <a:pt x="3668988" y="879611"/>
                  <a:pt x="3668988" y="879611"/>
                </a:cubicBezTo>
                <a:lnTo>
                  <a:pt x="3675206" y="890390"/>
                </a:lnTo>
                <a:cubicBezTo>
                  <a:pt x="3675384" y="890686"/>
                  <a:pt x="3675206" y="891278"/>
                  <a:pt x="3675206" y="891278"/>
                </a:cubicBezTo>
                <a:lnTo>
                  <a:pt x="3668988" y="902057"/>
                </a:lnTo>
                <a:cubicBezTo>
                  <a:pt x="3668810" y="902294"/>
                  <a:pt x="3668514" y="902471"/>
                  <a:pt x="3668218" y="902471"/>
                </a:cubicBezTo>
                <a:lnTo>
                  <a:pt x="3655721" y="902471"/>
                </a:lnTo>
                <a:cubicBezTo>
                  <a:pt x="3655426" y="902471"/>
                  <a:pt x="3654951" y="902057"/>
                  <a:pt x="3654951" y="902057"/>
                </a:cubicBezTo>
                <a:lnTo>
                  <a:pt x="3648733" y="891278"/>
                </a:lnTo>
                <a:cubicBezTo>
                  <a:pt x="3648555" y="890982"/>
                  <a:pt x="3648733" y="890390"/>
                  <a:pt x="3648733" y="890390"/>
                </a:cubicBezTo>
                <a:lnTo>
                  <a:pt x="3654951" y="879611"/>
                </a:lnTo>
                <a:cubicBezTo>
                  <a:pt x="3655129" y="879374"/>
                  <a:pt x="3655426" y="879196"/>
                  <a:pt x="3655721" y="879196"/>
                </a:cubicBezTo>
                <a:close/>
                <a:moveTo>
                  <a:pt x="4264258" y="878900"/>
                </a:moveTo>
                <a:lnTo>
                  <a:pt x="4277051" y="878900"/>
                </a:lnTo>
                <a:cubicBezTo>
                  <a:pt x="4277347" y="878900"/>
                  <a:pt x="4277821" y="879374"/>
                  <a:pt x="4277821" y="879374"/>
                </a:cubicBezTo>
                <a:lnTo>
                  <a:pt x="4284217" y="890449"/>
                </a:lnTo>
                <a:cubicBezTo>
                  <a:pt x="4284395" y="890686"/>
                  <a:pt x="4284217" y="891337"/>
                  <a:pt x="4284217" y="891337"/>
                </a:cubicBezTo>
                <a:lnTo>
                  <a:pt x="4277821" y="902412"/>
                </a:lnTo>
                <a:cubicBezTo>
                  <a:pt x="4277643" y="902708"/>
                  <a:pt x="4277347" y="902886"/>
                  <a:pt x="4277051" y="902886"/>
                </a:cubicBezTo>
                <a:lnTo>
                  <a:pt x="4264258" y="902886"/>
                </a:lnTo>
                <a:cubicBezTo>
                  <a:pt x="4263962" y="902886"/>
                  <a:pt x="4263488" y="902412"/>
                  <a:pt x="4263488" y="902412"/>
                </a:cubicBezTo>
                <a:lnTo>
                  <a:pt x="4257092" y="891337"/>
                </a:lnTo>
                <a:cubicBezTo>
                  <a:pt x="4256914" y="891100"/>
                  <a:pt x="4257092" y="890449"/>
                  <a:pt x="4257092" y="890449"/>
                </a:cubicBezTo>
                <a:lnTo>
                  <a:pt x="4263488" y="879374"/>
                </a:lnTo>
                <a:cubicBezTo>
                  <a:pt x="4263666" y="879078"/>
                  <a:pt x="4263962" y="878900"/>
                  <a:pt x="4264258" y="878900"/>
                </a:cubicBezTo>
                <a:close/>
                <a:moveTo>
                  <a:pt x="2573264" y="878545"/>
                </a:moveTo>
                <a:lnTo>
                  <a:pt x="2586412" y="878545"/>
                </a:lnTo>
                <a:cubicBezTo>
                  <a:pt x="2586767" y="878545"/>
                  <a:pt x="2587241" y="879019"/>
                  <a:pt x="2587241" y="879019"/>
                </a:cubicBezTo>
                <a:lnTo>
                  <a:pt x="2593815" y="890390"/>
                </a:lnTo>
                <a:cubicBezTo>
                  <a:pt x="2593993" y="890686"/>
                  <a:pt x="2593815" y="891337"/>
                  <a:pt x="2593815" y="891337"/>
                </a:cubicBezTo>
                <a:lnTo>
                  <a:pt x="2587241" y="902709"/>
                </a:lnTo>
                <a:cubicBezTo>
                  <a:pt x="2587063" y="903005"/>
                  <a:pt x="2586767" y="903182"/>
                  <a:pt x="2586412" y="903182"/>
                </a:cubicBezTo>
                <a:lnTo>
                  <a:pt x="2573264" y="903182"/>
                </a:lnTo>
                <a:cubicBezTo>
                  <a:pt x="2572909" y="903182"/>
                  <a:pt x="2572435" y="902709"/>
                  <a:pt x="2572435" y="902709"/>
                </a:cubicBezTo>
                <a:lnTo>
                  <a:pt x="2565861" y="891337"/>
                </a:lnTo>
                <a:cubicBezTo>
                  <a:pt x="2565683" y="891041"/>
                  <a:pt x="2565861" y="890390"/>
                  <a:pt x="2565861" y="890390"/>
                </a:cubicBezTo>
                <a:lnTo>
                  <a:pt x="2572435" y="879019"/>
                </a:lnTo>
                <a:cubicBezTo>
                  <a:pt x="2572612" y="878723"/>
                  <a:pt x="2572909" y="878545"/>
                  <a:pt x="2573264" y="878545"/>
                </a:cubicBezTo>
                <a:close/>
                <a:moveTo>
                  <a:pt x="4195912" y="877656"/>
                </a:moveTo>
                <a:lnTo>
                  <a:pt x="4210067" y="877656"/>
                </a:lnTo>
                <a:cubicBezTo>
                  <a:pt x="4210423" y="877656"/>
                  <a:pt x="4210778" y="877834"/>
                  <a:pt x="4210956" y="878130"/>
                </a:cubicBezTo>
                <a:lnTo>
                  <a:pt x="4218004" y="890390"/>
                </a:lnTo>
                <a:cubicBezTo>
                  <a:pt x="4218181" y="890686"/>
                  <a:pt x="4218181" y="891100"/>
                  <a:pt x="4218004" y="891396"/>
                </a:cubicBezTo>
                <a:lnTo>
                  <a:pt x="4210956" y="903656"/>
                </a:lnTo>
                <a:cubicBezTo>
                  <a:pt x="4210719" y="903952"/>
                  <a:pt x="4210423" y="904130"/>
                  <a:pt x="4210067" y="904130"/>
                </a:cubicBezTo>
                <a:lnTo>
                  <a:pt x="4195912" y="904130"/>
                </a:lnTo>
                <a:cubicBezTo>
                  <a:pt x="4195557" y="904130"/>
                  <a:pt x="4195202" y="903952"/>
                  <a:pt x="4195025" y="903656"/>
                </a:cubicBezTo>
                <a:lnTo>
                  <a:pt x="4187976" y="891396"/>
                </a:lnTo>
                <a:cubicBezTo>
                  <a:pt x="4187799" y="891100"/>
                  <a:pt x="4187799" y="890686"/>
                  <a:pt x="4187976" y="890390"/>
                </a:cubicBezTo>
                <a:lnTo>
                  <a:pt x="4195025" y="878130"/>
                </a:lnTo>
                <a:cubicBezTo>
                  <a:pt x="4195261" y="877834"/>
                  <a:pt x="4195557" y="877656"/>
                  <a:pt x="4195912" y="877656"/>
                </a:cubicBezTo>
                <a:close/>
                <a:moveTo>
                  <a:pt x="205326" y="876886"/>
                </a:moveTo>
                <a:lnTo>
                  <a:pt x="220251" y="876886"/>
                </a:lnTo>
                <a:cubicBezTo>
                  <a:pt x="220606" y="876886"/>
                  <a:pt x="220962" y="877123"/>
                  <a:pt x="221139" y="877419"/>
                </a:cubicBezTo>
                <a:lnTo>
                  <a:pt x="228601" y="890330"/>
                </a:lnTo>
                <a:cubicBezTo>
                  <a:pt x="228779" y="890686"/>
                  <a:pt x="228779" y="891100"/>
                  <a:pt x="228601" y="891396"/>
                </a:cubicBezTo>
                <a:lnTo>
                  <a:pt x="221139" y="904307"/>
                </a:lnTo>
                <a:cubicBezTo>
                  <a:pt x="220962" y="904663"/>
                  <a:pt x="220606" y="904840"/>
                  <a:pt x="220251" y="904840"/>
                </a:cubicBezTo>
                <a:lnTo>
                  <a:pt x="205326" y="904840"/>
                </a:lnTo>
                <a:cubicBezTo>
                  <a:pt x="204971" y="904840"/>
                  <a:pt x="204615" y="904603"/>
                  <a:pt x="204438" y="904307"/>
                </a:cubicBezTo>
                <a:lnTo>
                  <a:pt x="196975" y="891396"/>
                </a:lnTo>
                <a:cubicBezTo>
                  <a:pt x="196798" y="891041"/>
                  <a:pt x="196798" y="890626"/>
                  <a:pt x="196975" y="890330"/>
                </a:cubicBezTo>
                <a:lnTo>
                  <a:pt x="204438" y="877419"/>
                </a:lnTo>
                <a:cubicBezTo>
                  <a:pt x="204615" y="877064"/>
                  <a:pt x="204971" y="876886"/>
                  <a:pt x="205326" y="876886"/>
                </a:cubicBezTo>
                <a:close/>
                <a:moveTo>
                  <a:pt x="2640010" y="876827"/>
                </a:moveTo>
                <a:lnTo>
                  <a:pt x="2654994" y="876827"/>
                </a:lnTo>
                <a:cubicBezTo>
                  <a:pt x="2655349" y="876827"/>
                  <a:pt x="2655705" y="877005"/>
                  <a:pt x="2655882" y="877360"/>
                </a:cubicBezTo>
                <a:lnTo>
                  <a:pt x="2663404" y="890390"/>
                </a:lnTo>
                <a:cubicBezTo>
                  <a:pt x="2663582" y="890745"/>
                  <a:pt x="2663582" y="891100"/>
                  <a:pt x="2663404" y="891456"/>
                </a:cubicBezTo>
                <a:lnTo>
                  <a:pt x="2655882" y="904485"/>
                </a:lnTo>
                <a:cubicBezTo>
                  <a:pt x="2655705" y="904840"/>
                  <a:pt x="2655349" y="905018"/>
                  <a:pt x="2654994" y="905018"/>
                </a:cubicBezTo>
                <a:lnTo>
                  <a:pt x="2640010" y="905018"/>
                </a:lnTo>
                <a:cubicBezTo>
                  <a:pt x="2639655" y="905018"/>
                  <a:pt x="2639299" y="904840"/>
                  <a:pt x="2639122" y="904485"/>
                </a:cubicBezTo>
                <a:lnTo>
                  <a:pt x="2631600" y="891456"/>
                </a:lnTo>
                <a:cubicBezTo>
                  <a:pt x="2631423" y="891100"/>
                  <a:pt x="2631423" y="890745"/>
                  <a:pt x="2631600" y="890390"/>
                </a:cubicBezTo>
                <a:lnTo>
                  <a:pt x="2639122" y="877360"/>
                </a:lnTo>
                <a:cubicBezTo>
                  <a:pt x="2639299" y="877005"/>
                  <a:pt x="2639655" y="876827"/>
                  <a:pt x="2640010" y="876827"/>
                </a:cubicBezTo>
                <a:close/>
                <a:moveTo>
                  <a:pt x="4398226" y="876472"/>
                </a:moveTo>
                <a:lnTo>
                  <a:pt x="4413565" y="876472"/>
                </a:lnTo>
                <a:cubicBezTo>
                  <a:pt x="4413980" y="876472"/>
                  <a:pt x="4414335" y="876650"/>
                  <a:pt x="4414513" y="877005"/>
                </a:cubicBezTo>
                <a:lnTo>
                  <a:pt x="4422153" y="890271"/>
                </a:lnTo>
                <a:cubicBezTo>
                  <a:pt x="4422331" y="890568"/>
                  <a:pt x="4422331" y="890982"/>
                  <a:pt x="4422153" y="891337"/>
                </a:cubicBezTo>
                <a:lnTo>
                  <a:pt x="4414454" y="904604"/>
                </a:lnTo>
                <a:cubicBezTo>
                  <a:pt x="4414217" y="904900"/>
                  <a:pt x="4413862" y="905137"/>
                  <a:pt x="4413507" y="905137"/>
                </a:cubicBezTo>
                <a:lnTo>
                  <a:pt x="4398167" y="905137"/>
                </a:lnTo>
                <a:cubicBezTo>
                  <a:pt x="4397752" y="905137"/>
                  <a:pt x="4397397" y="904959"/>
                  <a:pt x="4397220" y="904604"/>
                </a:cubicBezTo>
                <a:lnTo>
                  <a:pt x="4389579" y="891337"/>
                </a:lnTo>
                <a:cubicBezTo>
                  <a:pt x="4389402" y="891041"/>
                  <a:pt x="4389402" y="890627"/>
                  <a:pt x="4389579" y="890271"/>
                </a:cubicBezTo>
                <a:lnTo>
                  <a:pt x="4397278" y="877005"/>
                </a:lnTo>
                <a:cubicBezTo>
                  <a:pt x="4397515" y="876709"/>
                  <a:pt x="4397871" y="876472"/>
                  <a:pt x="4398226" y="876472"/>
                </a:cubicBezTo>
                <a:close/>
                <a:moveTo>
                  <a:pt x="3857205" y="876472"/>
                </a:moveTo>
                <a:lnTo>
                  <a:pt x="3872544" y="876472"/>
                </a:lnTo>
                <a:cubicBezTo>
                  <a:pt x="3872959" y="876472"/>
                  <a:pt x="3873314" y="876650"/>
                  <a:pt x="3873492" y="877005"/>
                </a:cubicBezTo>
                <a:lnTo>
                  <a:pt x="3881132" y="890271"/>
                </a:lnTo>
                <a:cubicBezTo>
                  <a:pt x="3881309" y="890568"/>
                  <a:pt x="3881309" y="890982"/>
                  <a:pt x="3881132" y="891337"/>
                </a:cubicBezTo>
                <a:lnTo>
                  <a:pt x="3873433" y="904604"/>
                </a:lnTo>
                <a:cubicBezTo>
                  <a:pt x="3873196" y="904900"/>
                  <a:pt x="3872841" y="905137"/>
                  <a:pt x="3872485" y="905137"/>
                </a:cubicBezTo>
                <a:lnTo>
                  <a:pt x="3857146" y="905137"/>
                </a:lnTo>
                <a:cubicBezTo>
                  <a:pt x="3856731" y="905137"/>
                  <a:pt x="3856376" y="904959"/>
                  <a:pt x="3856198" y="904604"/>
                </a:cubicBezTo>
                <a:lnTo>
                  <a:pt x="3848558" y="891337"/>
                </a:lnTo>
                <a:cubicBezTo>
                  <a:pt x="3848381" y="891041"/>
                  <a:pt x="3848381" y="890627"/>
                  <a:pt x="3848558" y="890271"/>
                </a:cubicBezTo>
                <a:lnTo>
                  <a:pt x="3856257" y="877005"/>
                </a:lnTo>
                <a:cubicBezTo>
                  <a:pt x="3856494" y="876709"/>
                  <a:pt x="3856849" y="876472"/>
                  <a:pt x="3857205" y="876472"/>
                </a:cubicBezTo>
                <a:close/>
                <a:moveTo>
                  <a:pt x="3789510" y="876412"/>
                </a:moveTo>
                <a:lnTo>
                  <a:pt x="3804969" y="876412"/>
                </a:lnTo>
                <a:cubicBezTo>
                  <a:pt x="3805383" y="876412"/>
                  <a:pt x="3805739" y="876590"/>
                  <a:pt x="3805916" y="876945"/>
                </a:cubicBezTo>
                <a:lnTo>
                  <a:pt x="3813615" y="890330"/>
                </a:lnTo>
                <a:cubicBezTo>
                  <a:pt x="3813793" y="890626"/>
                  <a:pt x="3813793" y="891041"/>
                  <a:pt x="3813615" y="891396"/>
                </a:cubicBezTo>
                <a:lnTo>
                  <a:pt x="3805856" y="904781"/>
                </a:lnTo>
                <a:cubicBezTo>
                  <a:pt x="3805679" y="905077"/>
                  <a:pt x="3805264" y="905314"/>
                  <a:pt x="3804909" y="905314"/>
                </a:cubicBezTo>
                <a:lnTo>
                  <a:pt x="3789452" y="905314"/>
                </a:lnTo>
                <a:cubicBezTo>
                  <a:pt x="3789037" y="905314"/>
                  <a:pt x="3788682" y="905136"/>
                  <a:pt x="3788504" y="904781"/>
                </a:cubicBezTo>
                <a:lnTo>
                  <a:pt x="3780804" y="891396"/>
                </a:lnTo>
                <a:cubicBezTo>
                  <a:pt x="3780627" y="891100"/>
                  <a:pt x="3780627" y="890685"/>
                  <a:pt x="3780804" y="890330"/>
                </a:cubicBezTo>
                <a:lnTo>
                  <a:pt x="3788563" y="876945"/>
                </a:lnTo>
                <a:cubicBezTo>
                  <a:pt x="3788740" y="876649"/>
                  <a:pt x="3789155" y="876412"/>
                  <a:pt x="3789510" y="876412"/>
                </a:cubicBezTo>
                <a:close/>
                <a:moveTo>
                  <a:pt x="2436810" y="876294"/>
                </a:moveTo>
                <a:lnTo>
                  <a:pt x="2452386" y="876294"/>
                </a:lnTo>
                <a:cubicBezTo>
                  <a:pt x="2452741" y="876294"/>
                  <a:pt x="2453156" y="876472"/>
                  <a:pt x="2453334" y="876827"/>
                </a:cubicBezTo>
                <a:lnTo>
                  <a:pt x="2461092" y="890330"/>
                </a:lnTo>
                <a:cubicBezTo>
                  <a:pt x="2461270" y="890686"/>
                  <a:pt x="2461270" y="891100"/>
                  <a:pt x="2461092" y="891456"/>
                </a:cubicBezTo>
                <a:lnTo>
                  <a:pt x="2453274" y="904959"/>
                </a:lnTo>
                <a:cubicBezTo>
                  <a:pt x="2453096" y="905255"/>
                  <a:pt x="2452741" y="905492"/>
                  <a:pt x="2452327" y="905492"/>
                </a:cubicBezTo>
                <a:lnTo>
                  <a:pt x="2436750" y="905492"/>
                </a:lnTo>
                <a:cubicBezTo>
                  <a:pt x="2436395" y="905492"/>
                  <a:pt x="2435981" y="905314"/>
                  <a:pt x="2435803" y="904959"/>
                </a:cubicBezTo>
                <a:lnTo>
                  <a:pt x="2428044" y="891456"/>
                </a:lnTo>
                <a:cubicBezTo>
                  <a:pt x="2427867" y="891100"/>
                  <a:pt x="2427867" y="890686"/>
                  <a:pt x="2428044" y="890330"/>
                </a:cubicBezTo>
                <a:lnTo>
                  <a:pt x="2435862" y="876827"/>
                </a:lnTo>
                <a:cubicBezTo>
                  <a:pt x="2436040" y="876531"/>
                  <a:pt x="2436395" y="876294"/>
                  <a:pt x="2436810" y="876294"/>
                </a:cubicBezTo>
                <a:close/>
                <a:moveTo>
                  <a:pt x="2504386" y="876175"/>
                </a:moveTo>
                <a:lnTo>
                  <a:pt x="2520080" y="876175"/>
                </a:lnTo>
                <a:cubicBezTo>
                  <a:pt x="2520435" y="876175"/>
                  <a:pt x="2520850" y="876353"/>
                  <a:pt x="2521028" y="876708"/>
                </a:cubicBezTo>
                <a:lnTo>
                  <a:pt x="2528846" y="890271"/>
                </a:lnTo>
                <a:cubicBezTo>
                  <a:pt x="2529023" y="890626"/>
                  <a:pt x="2529023" y="891041"/>
                  <a:pt x="2528846" y="891396"/>
                </a:cubicBezTo>
                <a:lnTo>
                  <a:pt x="2521028" y="904958"/>
                </a:lnTo>
                <a:cubicBezTo>
                  <a:pt x="2520850" y="905255"/>
                  <a:pt x="2520495" y="905491"/>
                  <a:pt x="2520080" y="905491"/>
                </a:cubicBezTo>
                <a:lnTo>
                  <a:pt x="2504386" y="905491"/>
                </a:lnTo>
                <a:cubicBezTo>
                  <a:pt x="2504030" y="905491"/>
                  <a:pt x="2503616" y="905314"/>
                  <a:pt x="2503438" y="904958"/>
                </a:cubicBezTo>
                <a:lnTo>
                  <a:pt x="2495620" y="891396"/>
                </a:lnTo>
                <a:cubicBezTo>
                  <a:pt x="2495443" y="891041"/>
                  <a:pt x="2495443" y="890626"/>
                  <a:pt x="2495620" y="890271"/>
                </a:cubicBezTo>
                <a:lnTo>
                  <a:pt x="2503438" y="876708"/>
                </a:lnTo>
                <a:cubicBezTo>
                  <a:pt x="2503616" y="876412"/>
                  <a:pt x="2503971" y="876175"/>
                  <a:pt x="2504386" y="876175"/>
                </a:cubicBezTo>
                <a:close/>
                <a:moveTo>
                  <a:pt x="272488" y="875998"/>
                </a:moveTo>
                <a:lnTo>
                  <a:pt x="288360" y="875998"/>
                </a:lnTo>
                <a:cubicBezTo>
                  <a:pt x="288715" y="875998"/>
                  <a:pt x="289130" y="876176"/>
                  <a:pt x="289308" y="876531"/>
                </a:cubicBezTo>
                <a:lnTo>
                  <a:pt x="297244" y="890331"/>
                </a:lnTo>
                <a:cubicBezTo>
                  <a:pt x="297422" y="890686"/>
                  <a:pt x="297422" y="891101"/>
                  <a:pt x="297244" y="891456"/>
                </a:cubicBezTo>
                <a:lnTo>
                  <a:pt x="289308" y="905255"/>
                </a:lnTo>
                <a:cubicBezTo>
                  <a:pt x="289130" y="905551"/>
                  <a:pt x="288775" y="905788"/>
                  <a:pt x="288360" y="905788"/>
                </a:cubicBezTo>
                <a:lnTo>
                  <a:pt x="272488" y="905788"/>
                </a:lnTo>
                <a:cubicBezTo>
                  <a:pt x="272133" y="905788"/>
                  <a:pt x="271718" y="905611"/>
                  <a:pt x="271540" y="905255"/>
                </a:cubicBezTo>
                <a:lnTo>
                  <a:pt x="263604" y="891456"/>
                </a:lnTo>
                <a:cubicBezTo>
                  <a:pt x="263427" y="891101"/>
                  <a:pt x="263427" y="890686"/>
                  <a:pt x="263604" y="890331"/>
                </a:cubicBezTo>
                <a:lnTo>
                  <a:pt x="271540" y="876531"/>
                </a:lnTo>
                <a:cubicBezTo>
                  <a:pt x="271718" y="876235"/>
                  <a:pt x="272073" y="875998"/>
                  <a:pt x="272488" y="875998"/>
                </a:cubicBezTo>
                <a:close/>
                <a:moveTo>
                  <a:pt x="1016236" y="875642"/>
                </a:moveTo>
                <a:lnTo>
                  <a:pt x="1032464" y="875642"/>
                </a:lnTo>
                <a:cubicBezTo>
                  <a:pt x="1032879" y="875642"/>
                  <a:pt x="1033234" y="875879"/>
                  <a:pt x="1033471" y="876234"/>
                </a:cubicBezTo>
                <a:lnTo>
                  <a:pt x="1041585" y="890271"/>
                </a:lnTo>
                <a:cubicBezTo>
                  <a:pt x="1041822" y="890626"/>
                  <a:pt x="1041822" y="891041"/>
                  <a:pt x="1041585" y="891396"/>
                </a:cubicBezTo>
                <a:lnTo>
                  <a:pt x="1033471" y="905432"/>
                </a:lnTo>
                <a:cubicBezTo>
                  <a:pt x="1033234" y="905788"/>
                  <a:pt x="1032879" y="906025"/>
                  <a:pt x="1032464" y="906025"/>
                </a:cubicBezTo>
                <a:lnTo>
                  <a:pt x="1016236" y="906025"/>
                </a:lnTo>
                <a:cubicBezTo>
                  <a:pt x="1015822" y="906025"/>
                  <a:pt x="1015466" y="905788"/>
                  <a:pt x="1015230" y="905432"/>
                </a:cubicBezTo>
                <a:lnTo>
                  <a:pt x="1007116" y="891396"/>
                </a:lnTo>
                <a:cubicBezTo>
                  <a:pt x="1006879" y="891041"/>
                  <a:pt x="1006879" y="890626"/>
                  <a:pt x="1007116" y="890271"/>
                </a:cubicBezTo>
                <a:lnTo>
                  <a:pt x="1015230" y="876234"/>
                </a:lnTo>
                <a:cubicBezTo>
                  <a:pt x="1015466" y="875879"/>
                  <a:pt x="1015822" y="875642"/>
                  <a:pt x="1016236" y="875642"/>
                </a:cubicBezTo>
                <a:close/>
                <a:moveTo>
                  <a:pt x="1286658" y="875465"/>
                </a:moveTo>
                <a:lnTo>
                  <a:pt x="1303122" y="875465"/>
                </a:lnTo>
                <a:cubicBezTo>
                  <a:pt x="1303537" y="875465"/>
                  <a:pt x="1303892" y="875702"/>
                  <a:pt x="1304129" y="876057"/>
                </a:cubicBezTo>
                <a:lnTo>
                  <a:pt x="1312362" y="890331"/>
                </a:lnTo>
                <a:cubicBezTo>
                  <a:pt x="1312598" y="890686"/>
                  <a:pt x="1312598" y="891160"/>
                  <a:pt x="1312362" y="891515"/>
                </a:cubicBezTo>
                <a:lnTo>
                  <a:pt x="1304129" y="905788"/>
                </a:lnTo>
                <a:cubicBezTo>
                  <a:pt x="1303892" y="906144"/>
                  <a:pt x="1303537" y="906381"/>
                  <a:pt x="1303122" y="906381"/>
                </a:cubicBezTo>
                <a:lnTo>
                  <a:pt x="1286658" y="906381"/>
                </a:lnTo>
                <a:cubicBezTo>
                  <a:pt x="1286243" y="906381"/>
                  <a:pt x="1285888" y="906144"/>
                  <a:pt x="1285651" y="905788"/>
                </a:cubicBezTo>
                <a:lnTo>
                  <a:pt x="1277419" y="891515"/>
                </a:lnTo>
                <a:cubicBezTo>
                  <a:pt x="1277182" y="891160"/>
                  <a:pt x="1277182" y="890686"/>
                  <a:pt x="1277419" y="890331"/>
                </a:cubicBezTo>
                <a:lnTo>
                  <a:pt x="1285651" y="876057"/>
                </a:lnTo>
                <a:cubicBezTo>
                  <a:pt x="1285888" y="875702"/>
                  <a:pt x="1286243" y="875465"/>
                  <a:pt x="1286658" y="875465"/>
                </a:cubicBezTo>
                <a:close/>
                <a:moveTo>
                  <a:pt x="339530" y="874932"/>
                </a:moveTo>
                <a:lnTo>
                  <a:pt x="356528" y="874932"/>
                </a:lnTo>
                <a:cubicBezTo>
                  <a:pt x="357001" y="874932"/>
                  <a:pt x="357357" y="875169"/>
                  <a:pt x="357594" y="875524"/>
                </a:cubicBezTo>
                <a:lnTo>
                  <a:pt x="366063" y="890271"/>
                </a:lnTo>
                <a:cubicBezTo>
                  <a:pt x="366300" y="890627"/>
                  <a:pt x="366300" y="891101"/>
                  <a:pt x="366063" y="891456"/>
                </a:cubicBezTo>
                <a:lnTo>
                  <a:pt x="357535" y="906203"/>
                </a:lnTo>
                <a:cubicBezTo>
                  <a:pt x="357298" y="906558"/>
                  <a:pt x="356883" y="906795"/>
                  <a:pt x="356468" y="906795"/>
                </a:cubicBezTo>
                <a:lnTo>
                  <a:pt x="339471" y="906795"/>
                </a:lnTo>
                <a:cubicBezTo>
                  <a:pt x="338997" y="906795"/>
                  <a:pt x="338642" y="906558"/>
                  <a:pt x="338405" y="906203"/>
                </a:cubicBezTo>
                <a:lnTo>
                  <a:pt x="329936" y="891456"/>
                </a:lnTo>
                <a:cubicBezTo>
                  <a:pt x="329699" y="891101"/>
                  <a:pt x="329699" y="890627"/>
                  <a:pt x="329936" y="890271"/>
                </a:cubicBezTo>
                <a:lnTo>
                  <a:pt x="338464" y="875524"/>
                </a:lnTo>
                <a:cubicBezTo>
                  <a:pt x="338701" y="875169"/>
                  <a:pt x="339115" y="874932"/>
                  <a:pt x="339530" y="874932"/>
                </a:cubicBezTo>
                <a:close/>
                <a:moveTo>
                  <a:pt x="1083398" y="874754"/>
                </a:moveTo>
                <a:lnTo>
                  <a:pt x="1100632" y="874754"/>
                </a:lnTo>
                <a:cubicBezTo>
                  <a:pt x="1101047" y="874754"/>
                  <a:pt x="1101461" y="874991"/>
                  <a:pt x="1101698" y="875346"/>
                </a:cubicBezTo>
                <a:lnTo>
                  <a:pt x="1110286" y="890271"/>
                </a:lnTo>
                <a:cubicBezTo>
                  <a:pt x="1110523" y="890686"/>
                  <a:pt x="1110523" y="891159"/>
                  <a:pt x="1110286" y="891515"/>
                </a:cubicBezTo>
                <a:lnTo>
                  <a:pt x="1101639" y="906439"/>
                </a:lnTo>
                <a:cubicBezTo>
                  <a:pt x="1101402" y="906795"/>
                  <a:pt x="1100988" y="907032"/>
                  <a:pt x="1100573" y="907032"/>
                </a:cubicBezTo>
                <a:lnTo>
                  <a:pt x="1083339" y="907032"/>
                </a:lnTo>
                <a:cubicBezTo>
                  <a:pt x="1082924" y="907032"/>
                  <a:pt x="1082509" y="906795"/>
                  <a:pt x="1082273" y="906439"/>
                </a:cubicBezTo>
                <a:lnTo>
                  <a:pt x="1073685" y="891515"/>
                </a:lnTo>
                <a:cubicBezTo>
                  <a:pt x="1073448" y="891100"/>
                  <a:pt x="1073448" y="890626"/>
                  <a:pt x="1073685" y="890271"/>
                </a:cubicBezTo>
                <a:lnTo>
                  <a:pt x="1082331" y="875346"/>
                </a:lnTo>
                <a:cubicBezTo>
                  <a:pt x="1082569" y="874991"/>
                  <a:pt x="1082983" y="874754"/>
                  <a:pt x="1083398" y="874754"/>
                </a:cubicBezTo>
                <a:close/>
                <a:moveTo>
                  <a:pt x="2368285" y="874636"/>
                </a:moveTo>
                <a:lnTo>
                  <a:pt x="2385639" y="874636"/>
                </a:lnTo>
                <a:cubicBezTo>
                  <a:pt x="2386053" y="874636"/>
                  <a:pt x="2386468" y="874873"/>
                  <a:pt x="2386705" y="875228"/>
                </a:cubicBezTo>
                <a:lnTo>
                  <a:pt x="2395351" y="890212"/>
                </a:lnTo>
                <a:cubicBezTo>
                  <a:pt x="2395589" y="890627"/>
                  <a:pt x="2395589" y="891101"/>
                  <a:pt x="2395351" y="891456"/>
                </a:cubicBezTo>
                <a:lnTo>
                  <a:pt x="2386705" y="906440"/>
                </a:lnTo>
                <a:cubicBezTo>
                  <a:pt x="2386468" y="906795"/>
                  <a:pt x="2386053" y="907032"/>
                  <a:pt x="2385639" y="907032"/>
                </a:cubicBezTo>
                <a:lnTo>
                  <a:pt x="2368285" y="907032"/>
                </a:lnTo>
                <a:cubicBezTo>
                  <a:pt x="2367871" y="907032"/>
                  <a:pt x="2367457" y="906795"/>
                  <a:pt x="2367219" y="906440"/>
                </a:cubicBezTo>
                <a:lnTo>
                  <a:pt x="2358573" y="891456"/>
                </a:lnTo>
                <a:cubicBezTo>
                  <a:pt x="2358336" y="891041"/>
                  <a:pt x="2358336" y="890568"/>
                  <a:pt x="2358573" y="890212"/>
                </a:cubicBezTo>
                <a:lnTo>
                  <a:pt x="2367219" y="875228"/>
                </a:lnTo>
                <a:cubicBezTo>
                  <a:pt x="2367457" y="874873"/>
                  <a:pt x="2367871" y="874636"/>
                  <a:pt x="2368285" y="874636"/>
                </a:cubicBezTo>
                <a:close/>
                <a:moveTo>
                  <a:pt x="1218490" y="874399"/>
                </a:moveTo>
                <a:lnTo>
                  <a:pt x="1236021" y="874399"/>
                </a:lnTo>
                <a:cubicBezTo>
                  <a:pt x="1236435" y="874399"/>
                  <a:pt x="1236850" y="874636"/>
                  <a:pt x="1237087" y="874991"/>
                </a:cubicBezTo>
                <a:lnTo>
                  <a:pt x="1245852" y="890212"/>
                </a:lnTo>
                <a:cubicBezTo>
                  <a:pt x="1246089" y="890568"/>
                  <a:pt x="1246089" y="891101"/>
                  <a:pt x="1245852" y="891456"/>
                </a:cubicBezTo>
                <a:lnTo>
                  <a:pt x="1237087" y="906677"/>
                </a:lnTo>
                <a:cubicBezTo>
                  <a:pt x="1236850" y="907032"/>
                  <a:pt x="1236435" y="907269"/>
                  <a:pt x="1236021" y="907269"/>
                </a:cubicBezTo>
                <a:lnTo>
                  <a:pt x="1218490" y="907269"/>
                </a:lnTo>
                <a:cubicBezTo>
                  <a:pt x="1218076" y="907269"/>
                  <a:pt x="1217661" y="907032"/>
                  <a:pt x="1217424" y="906677"/>
                </a:cubicBezTo>
                <a:lnTo>
                  <a:pt x="1208659" y="891456"/>
                </a:lnTo>
                <a:cubicBezTo>
                  <a:pt x="1208422" y="891101"/>
                  <a:pt x="1208422" y="890568"/>
                  <a:pt x="1208659" y="890212"/>
                </a:cubicBezTo>
                <a:lnTo>
                  <a:pt x="1217424" y="874991"/>
                </a:lnTo>
                <a:cubicBezTo>
                  <a:pt x="1217661" y="874636"/>
                  <a:pt x="1218076" y="874399"/>
                  <a:pt x="1218490" y="874399"/>
                </a:cubicBezTo>
                <a:close/>
                <a:moveTo>
                  <a:pt x="406632" y="873925"/>
                </a:moveTo>
                <a:lnTo>
                  <a:pt x="424755" y="873925"/>
                </a:lnTo>
                <a:cubicBezTo>
                  <a:pt x="425229" y="873925"/>
                  <a:pt x="425644" y="874162"/>
                  <a:pt x="425881" y="874577"/>
                </a:cubicBezTo>
                <a:lnTo>
                  <a:pt x="434942" y="890271"/>
                </a:lnTo>
                <a:cubicBezTo>
                  <a:pt x="435179" y="890686"/>
                  <a:pt x="435179" y="891160"/>
                  <a:pt x="434942" y="891574"/>
                </a:cubicBezTo>
                <a:lnTo>
                  <a:pt x="425881" y="907269"/>
                </a:lnTo>
                <a:cubicBezTo>
                  <a:pt x="425644" y="907683"/>
                  <a:pt x="425229" y="907920"/>
                  <a:pt x="424755" y="907920"/>
                </a:cubicBezTo>
                <a:lnTo>
                  <a:pt x="406632" y="907920"/>
                </a:lnTo>
                <a:cubicBezTo>
                  <a:pt x="406159" y="907920"/>
                  <a:pt x="405744" y="907683"/>
                  <a:pt x="405507" y="907269"/>
                </a:cubicBezTo>
                <a:lnTo>
                  <a:pt x="396446" y="891574"/>
                </a:lnTo>
                <a:cubicBezTo>
                  <a:pt x="396209" y="891160"/>
                  <a:pt x="396209" y="890686"/>
                  <a:pt x="396446" y="890271"/>
                </a:cubicBezTo>
                <a:lnTo>
                  <a:pt x="405507" y="874577"/>
                </a:lnTo>
                <a:cubicBezTo>
                  <a:pt x="405744" y="874162"/>
                  <a:pt x="406159" y="873925"/>
                  <a:pt x="406632" y="873925"/>
                </a:cubicBezTo>
                <a:close/>
                <a:moveTo>
                  <a:pt x="677054" y="873807"/>
                </a:moveTo>
                <a:lnTo>
                  <a:pt x="695296" y="873807"/>
                </a:lnTo>
                <a:cubicBezTo>
                  <a:pt x="695770" y="873807"/>
                  <a:pt x="696184" y="874044"/>
                  <a:pt x="696421" y="874459"/>
                </a:cubicBezTo>
                <a:lnTo>
                  <a:pt x="705542" y="890212"/>
                </a:lnTo>
                <a:cubicBezTo>
                  <a:pt x="705779" y="890627"/>
                  <a:pt x="705779" y="891101"/>
                  <a:pt x="705542" y="891515"/>
                </a:cubicBezTo>
                <a:lnTo>
                  <a:pt x="696421" y="907269"/>
                </a:lnTo>
                <a:cubicBezTo>
                  <a:pt x="696184" y="907684"/>
                  <a:pt x="695770" y="907921"/>
                  <a:pt x="695296" y="907921"/>
                </a:cubicBezTo>
                <a:lnTo>
                  <a:pt x="677054" y="907921"/>
                </a:lnTo>
                <a:cubicBezTo>
                  <a:pt x="676581" y="907921"/>
                  <a:pt x="676166" y="907684"/>
                  <a:pt x="675929" y="907269"/>
                </a:cubicBezTo>
                <a:lnTo>
                  <a:pt x="666809" y="891515"/>
                </a:lnTo>
                <a:cubicBezTo>
                  <a:pt x="666572" y="891101"/>
                  <a:pt x="666572" y="890627"/>
                  <a:pt x="666809" y="890212"/>
                </a:cubicBezTo>
                <a:lnTo>
                  <a:pt x="675929" y="874459"/>
                </a:lnTo>
                <a:cubicBezTo>
                  <a:pt x="676166" y="874044"/>
                  <a:pt x="676581" y="873807"/>
                  <a:pt x="677054" y="873807"/>
                </a:cubicBezTo>
                <a:close/>
                <a:moveTo>
                  <a:pt x="541725" y="873570"/>
                </a:moveTo>
                <a:lnTo>
                  <a:pt x="560144" y="873570"/>
                </a:lnTo>
                <a:cubicBezTo>
                  <a:pt x="560618" y="873570"/>
                  <a:pt x="561032" y="873807"/>
                  <a:pt x="561269" y="874222"/>
                </a:cubicBezTo>
                <a:lnTo>
                  <a:pt x="570508" y="890212"/>
                </a:lnTo>
                <a:cubicBezTo>
                  <a:pt x="570745" y="890627"/>
                  <a:pt x="570745" y="891101"/>
                  <a:pt x="570508" y="891515"/>
                </a:cubicBezTo>
                <a:lnTo>
                  <a:pt x="561269" y="907506"/>
                </a:lnTo>
                <a:cubicBezTo>
                  <a:pt x="561032" y="907921"/>
                  <a:pt x="560618" y="908158"/>
                  <a:pt x="560144" y="908158"/>
                </a:cubicBezTo>
                <a:lnTo>
                  <a:pt x="541725" y="908158"/>
                </a:lnTo>
                <a:cubicBezTo>
                  <a:pt x="541251" y="908158"/>
                  <a:pt x="540836" y="907921"/>
                  <a:pt x="540600" y="907506"/>
                </a:cubicBezTo>
                <a:lnTo>
                  <a:pt x="531361" y="891515"/>
                </a:lnTo>
                <a:cubicBezTo>
                  <a:pt x="531124" y="891101"/>
                  <a:pt x="531124" y="890627"/>
                  <a:pt x="531361" y="890212"/>
                </a:cubicBezTo>
                <a:lnTo>
                  <a:pt x="540600" y="874222"/>
                </a:lnTo>
                <a:cubicBezTo>
                  <a:pt x="540836" y="873807"/>
                  <a:pt x="541251" y="873570"/>
                  <a:pt x="541725" y="873570"/>
                </a:cubicBezTo>
                <a:close/>
                <a:moveTo>
                  <a:pt x="3923241" y="873510"/>
                </a:moveTo>
                <a:lnTo>
                  <a:pt x="3941778" y="873510"/>
                </a:lnTo>
                <a:cubicBezTo>
                  <a:pt x="3942252" y="873510"/>
                  <a:pt x="3942667" y="873747"/>
                  <a:pt x="3942903" y="874161"/>
                </a:cubicBezTo>
                <a:lnTo>
                  <a:pt x="3952142" y="890211"/>
                </a:lnTo>
                <a:cubicBezTo>
                  <a:pt x="3952379" y="890626"/>
                  <a:pt x="3952379" y="891100"/>
                  <a:pt x="3952142" y="891514"/>
                </a:cubicBezTo>
                <a:lnTo>
                  <a:pt x="3942844" y="907564"/>
                </a:lnTo>
                <a:cubicBezTo>
                  <a:pt x="3942607" y="907979"/>
                  <a:pt x="3942192" y="908216"/>
                  <a:pt x="3941719" y="908216"/>
                </a:cubicBezTo>
                <a:lnTo>
                  <a:pt x="3923181" y="908216"/>
                </a:lnTo>
                <a:cubicBezTo>
                  <a:pt x="3922708" y="908216"/>
                  <a:pt x="3922293" y="907979"/>
                  <a:pt x="3922056" y="907564"/>
                </a:cubicBezTo>
                <a:lnTo>
                  <a:pt x="3912817" y="891514"/>
                </a:lnTo>
                <a:cubicBezTo>
                  <a:pt x="3912580" y="891100"/>
                  <a:pt x="3912580" y="890626"/>
                  <a:pt x="3912817" y="890211"/>
                </a:cubicBezTo>
                <a:lnTo>
                  <a:pt x="3922115" y="874161"/>
                </a:lnTo>
                <a:cubicBezTo>
                  <a:pt x="3922352" y="873747"/>
                  <a:pt x="3922766" y="873510"/>
                  <a:pt x="3923241" y="873510"/>
                </a:cubicBezTo>
                <a:close/>
                <a:moveTo>
                  <a:pt x="473972" y="873392"/>
                </a:moveTo>
                <a:lnTo>
                  <a:pt x="492628" y="873392"/>
                </a:lnTo>
                <a:cubicBezTo>
                  <a:pt x="493101" y="873392"/>
                  <a:pt x="493516" y="873629"/>
                  <a:pt x="493753" y="874044"/>
                </a:cubicBezTo>
                <a:lnTo>
                  <a:pt x="503051" y="890212"/>
                </a:lnTo>
                <a:cubicBezTo>
                  <a:pt x="503288" y="890627"/>
                  <a:pt x="503288" y="891100"/>
                  <a:pt x="503051" y="891515"/>
                </a:cubicBezTo>
                <a:lnTo>
                  <a:pt x="493694" y="907683"/>
                </a:lnTo>
                <a:cubicBezTo>
                  <a:pt x="493456" y="908098"/>
                  <a:pt x="493042" y="908335"/>
                  <a:pt x="492568" y="908335"/>
                </a:cubicBezTo>
                <a:lnTo>
                  <a:pt x="473912" y="908335"/>
                </a:lnTo>
                <a:cubicBezTo>
                  <a:pt x="473438" y="908335"/>
                  <a:pt x="473024" y="908098"/>
                  <a:pt x="472787" y="907683"/>
                </a:cubicBezTo>
                <a:lnTo>
                  <a:pt x="463489" y="891515"/>
                </a:lnTo>
                <a:cubicBezTo>
                  <a:pt x="463252" y="891100"/>
                  <a:pt x="463252" y="890627"/>
                  <a:pt x="463489" y="890212"/>
                </a:cubicBezTo>
                <a:lnTo>
                  <a:pt x="472846" y="874044"/>
                </a:lnTo>
                <a:cubicBezTo>
                  <a:pt x="473083" y="873629"/>
                  <a:pt x="473498" y="873392"/>
                  <a:pt x="473972" y="873392"/>
                </a:cubicBezTo>
                <a:close/>
                <a:moveTo>
                  <a:pt x="3720217" y="873274"/>
                </a:moveTo>
                <a:lnTo>
                  <a:pt x="3738991" y="873274"/>
                </a:lnTo>
                <a:cubicBezTo>
                  <a:pt x="3739465" y="873274"/>
                  <a:pt x="3739879" y="873511"/>
                  <a:pt x="3740116" y="873925"/>
                </a:cubicBezTo>
                <a:lnTo>
                  <a:pt x="3749474" y="890153"/>
                </a:lnTo>
                <a:cubicBezTo>
                  <a:pt x="3749711" y="890509"/>
                  <a:pt x="3749711" y="891042"/>
                  <a:pt x="3749474" y="891456"/>
                </a:cubicBezTo>
                <a:lnTo>
                  <a:pt x="3740057" y="907684"/>
                </a:lnTo>
                <a:cubicBezTo>
                  <a:pt x="3739820" y="908098"/>
                  <a:pt x="3739405" y="908335"/>
                  <a:pt x="3738932" y="908335"/>
                </a:cubicBezTo>
                <a:lnTo>
                  <a:pt x="3720157" y="908335"/>
                </a:lnTo>
                <a:cubicBezTo>
                  <a:pt x="3719684" y="908335"/>
                  <a:pt x="3719269" y="908098"/>
                  <a:pt x="3719032" y="907684"/>
                </a:cubicBezTo>
                <a:lnTo>
                  <a:pt x="3709674" y="891456"/>
                </a:lnTo>
                <a:cubicBezTo>
                  <a:pt x="3709438" y="891101"/>
                  <a:pt x="3709438" y="890568"/>
                  <a:pt x="3709674" y="890153"/>
                </a:cubicBezTo>
                <a:lnTo>
                  <a:pt x="3719092" y="873925"/>
                </a:lnTo>
                <a:cubicBezTo>
                  <a:pt x="3719328" y="873511"/>
                  <a:pt x="3719743" y="873274"/>
                  <a:pt x="3720217" y="873274"/>
                </a:cubicBezTo>
                <a:close/>
                <a:moveTo>
                  <a:pt x="609123" y="873155"/>
                </a:moveTo>
                <a:lnTo>
                  <a:pt x="628016" y="873155"/>
                </a:lnTo>
                <a:cubicBezTo>
                  <a:pt x="628430" y="873155"/>
                  <a:pt x="628904" y="873392"/>
                  <a:pt x="629141" y="873806"/>
                </a:cubicBezTo>
                <a:lnTo>
                  <a:pt x="638558" y="890153"/>
                </a:lnTo>
                <a:cubicBezTo>
                  <a:pt x="638795" y="890567"/>
                  <a:pt x="638795" y="891100"/>
                  <a:pt x="638558" y="891515"/>
                </a:cubicBezTo>
                <a:lnTo>
                  <a:pt x="629141" y="907861"/>
                </a:lnTo>
                <a:cubicBezTo>
                  <a:pt x="628904" y="908275"/>
                  <a:pt x="628490" y="908512"/>
                  <a:pt x="628016" y="908512"/>
                </a:cubicBezTo>
                <a:lnTo>
                  <a:pt x="609123" y="908512"/>
                </a:lnTo>
                <a:cubicBezTo>
                  <a:pt x="608708" y="908512"/>
                  <a:pt x="608234" y="908275"/>
                  <a:pt x="607998" y="907861"/>
                </a:cubicBezTo>
                <a:lnTo>
                  <a:pt x="598581" y="891515"/>
                </a:lnTo>
                <a:cubicBezTo>
                  <a:pt x="598344" y="891100"/>
                  <a:pt x="598344" y="890567"/>
                  <a:pt x="598581" y="890153"/>
                </a:cubicBezTo>
                <a:lnTo>
                  <a:pt x="607998" y="873806"/>
                </a:lnTo>
                <a:cubicBezTo>
                  <a:pt x="608234" y="873392"/>
                  <a:pt x="608649" y="873155"/>
                  <a:pt x="609123" y="873155"/>
                </a:cubicBezTo>
                <a:close/>
                <a:moveTo>
                  <a:pt x="947239" y="873096"/>
                </a:moveTo>
                <a:lnTo>
                  <a:pt x="966250" y="873096"/>
                </a:lnTo>
                <a:cubicBezTo>
                  <a:pt x="966724" y="873096"/>
                  <a:pt x="967198" y="873333"/>
                  <a:pt x="967435" y="873747"/>
                </a:cubicBezTo>
                <a:lnTo>
                  <a:pt x="976911" y="890212"/>
                </a:lnTo>
                <a:cubicBezTo>
                  <a:pt x="977148" y="890627"/>
                  <a:pt x="977148" y="891160"/>
                  <a:pt x="976911" y="891574"/>
                </a:cubicBezTo>
                <a:lnTo>
                  <a:pt x="967435" y="908039"/>
                </a:lnTo>
                <a:cubicBezTo>
                  <a:pt x="967139" y="908453"/>
                  <a:pt x="966724" y="908690"/>
                  <a:pt x="966250" y="908690"/>
                </a:cubicBezTo>
                <a:lnTo>
                  <a:pt x="947239" y="908690"/>
                </a:lnTo>
                <a:cubicBezTo>
                  <a:pt x="946765" y="908690"/>
                  <a:pt x="946292" y="908453"/>
                  <a:pt x="946055" y="908039"/>
                </a:cubicBezTo>
                <a:lnTo>
                  <a:pt x="936579" y="891574"/>
                </a:lnTo>
                <a:cubicBezTo>
                  <a:pt x="936342" y="891160"/>
                  <a:pt x="936342" y="890627"/>
                  <a:pt x="936579" y="890212"/>
                </a:cubicBezTo>
                <a:lnTo>
                  <a:pt x="946055" y="873747"/>
                </a:lnTo>
                <a:cubicBezTo>
                  <a:pt x="946351" y="873333"/>
                  <a:pt x="946765" y="873096"/>
                  <a:pt x="947239" y="873096"/>
                </a:cubicBezTo>
                <a:close/>
                <a:moveTo>
                  <a:pt x="1150085" y="872977"/>
                </a:moveTo>
                <a:lnTo>
                  <a:pt x="1169156" y="872977"/>
                </a:lnTo>
                <a:cubicBezTo>
                  <a:pt x="1169630" y="872977"/>
                  <a:pt x="1170103" y="873214"/>
                  <a:pt x="1170341" y="873628"/>
                </a:cubicBezTo>
                <a:lnTo>
                  <a:pt x="1179876" y="890152"/>
                </a:lnTo>
                <a:cubicBezTo>
                  <a:pt x="1180112" y="890567"/>
                  <a:pt x="1180112" y="891100"/>
                  <a:pt x="1179876" y="891514"/>
                </a:cubicBezTo>
                <a:lnTo>
                  <a:pt x="1170341" y="908038"/>
                </a:lnTo>
                <a:cubicBezTo>
                  <a:pt x="1170103" y="908453"/>
                  <a:pt x="1169630" y="908690"/>
                  <a:pt x="1169156" y="908690"/>
                </a:cubicBezTo>
                <a:lnTo>
                  <a:pt x="1150085" y="908690"/>
                </a:lnTo>
                <a:cubicBezTo>
                  <a:pt x="1149612" y="908690"/>
                  <a:pt x="1149138" y="908453"/>
                  <a:pt x="1148901" y="908038"/>
                </a:cubicBezTo>
                <a:lnTo>
                  <a:pt x="1139366" y="891514"/>
                </a:lnTo>
                <a:cubicBezTo>
                  <a:pt x="1139129" y="891100"/>
                  <a:pt x="1139129" y="890567"/>
                  <a:pt x="1139366" y="890152"/>
                </a:cubicBezTo>
                <a:lnTo>
                  <a:pt x="1148901" y="873628"/>
                </a:lnTo>
                <a:cubicBezTo>
                  <a:pt x="1149138" y="873214"/>
                  <a:pt x="1149612" y="872977"/>
                  <a:pt x="1150085" y="872977"/>
                </a:cubicBezTo>
                <a:close/>
                <a:moveTo>
                  <a:pt x="2705573" y="872859"/>
                </a:moveTo>
                <a:lnTo>
                  <a:pt x="2724761" y="872859"/>
                </a:lnTo>
                <a:cubicBezTo>
                  <a:pt x="2725235" y="872859"/>
                  <a:pt x="2725709" y="873096"/>
                  <a:pt x="2725946" y="873511"/>
                </a:cubicBezTo>
                <a:lnTo>
                  <a:pt x="2735540" y="890153"/>
                </a:lnTo>
                <a:cubicBezTo>
                  <a:pt x="2735778" y="890567"/>
                  <a:pt x="2735778" y="891100"/>
                  <a:pt x="2735540" y="891515"/>
                </a:cubicBezTo>
                <a:lnTo>
                  <a:pt x="2725946" y="908157"/>
                </a:lnTo>
                <a:cubicBezTo>
                  <a:pt x="2725709" y="908572"/>
                  <a:pt x="2725235" y="908809"/>
                  <a:pt x="2724761" y="908809"/>
                </a:cubicBezTo>
                <a:lnTo>
                  <a:pt x="2705573" y="908809"/>
                </a:lnTo>
                <a:cubicBezTo>
                  <a:pt x="2705099" y="908809"/>
                  <a:pt x="2704625" y="908572"/>
                  <a:pt x="2704388" y="908157"/>
                </a:cubicBezTo>
                <a:lnTo>
                  <a:pt x="2694794" y="891515"/>
                </a:lnTo>
                <a:cubicBezTo>
                  <a:pt x="2694557" y="891100"/>
                  <a:pt x="2694557" y="890567"/>
                  <a:pt x="2694794" y="890153"/>
                </a:cubicBezTo>
                <a:lnTo>
                  <a:pt x="2704388" y="873511"/>
                </a:lnTo>
                <a:cubicBezTo>
                  <a:pt x="2704625" y="873096"/>
                  <a:pt x="2705099" y="872859"/>
                  <a:pt x="2705573" y="872859"/>
                </a:cubicBezTo>
                <a:close/>
                <a:moveTo>
                  <a:pt x="4058037" y="872681"/>
                </a:moveTo>
                <a:lnTo>
                  <a:pt x="4077463" y="872681"/>
                </a:lnTo>
                <a:cubicBezTo>
                  <a:pt x="4077937" y="872681"/>
                  <a:pt x="4078410" y="872977"/>
                  <a:pt x="4078647" y="873392"/>
                </a:cubicBezTo>
                <a:lnTo>
                  <a:pt x="4088360" y="890212"/>
                </a:lnTo>
                <a:cubicBezTo>
                  <a:pt x="4088597" y="890626"/>
                  <a:pt x="4088597" y="891159"/>
                  <a:pt x="4088360" y="891574"/>
                </a:cubicBezTo>
                <a:lnTo>
                  <a:pt x="4078647" y="908394"/>
                </a:lnTo>
                <a:cubicBezTo>
                  <a:pt x="4078410" y="908868"/>
                  <a:pt x="4077937" y="909104"/>
                  <a:pt x="4077463" y="909104"/>
                </a:cubicBezTo>
                <a:lnTo>
                  <a:pt x="4058037" y="909104"/>
                </a:lnTo>
                <a:cubicBezTo>
                  <a:pt x="4057563" y="909104"/>
                  <a:pt x="4057089" y="908808"/>
                  <a:pt x="4056852" y="908394"/>
                </a:cubicBezTo>
                <a:lnTo>
                  <a:pt x="4047139" y="891574"/>
                </a:lnTo>
                <a:cubicBezTo>
                  <a:pt x="4046903" y="891159"/>
                  <a:pt x="4046903" y="890626"/>
                  <a:pt x="4047139" y="890212"/>
                </a:cubicBezTo>
                <a:lnTo>
                  <a:pt x="4056852" y="873392"/>
                </a:lnTo>
                <a:cubicBezTo>
                  <a:pt x="4057089" y="872918"/>
                  <a:pt x="4057563" y="872681"/>
                  <a:pt x="4058037" y="872681"/>
                </a:cubicBezTo>
                <a:close/>
                <a:moveTo>
                  <a:pt x="4463670" y="872444"/>
                </a:moveTo>
                <a:lnTo>
                  <a:pt x="4483332" y="872444"/>
                </a:lnTo>
                <a:cubicBezTo>
                  <a:pt x="4483806" y="872444"/>
                  <a:pt x="4484280" y="872740"/>
                  <a:pt x="4484517" y="873155"/>
                </a:cubicBezTo>
                <a:lnTo>
                  <a:pt x="4494348" y="890152"/>
                </a:lnTo>
                <a:cubicBezTo>
                  <a:pt x="4494585" y="890567"/>
                  <a:pt x="4494585" y="891100"/>
                  <a:pt x="4494348" y="891514"/>
                </a:cubicBezTo>
                <a:lnTo>
                  <a:pt x="4484517" y="908512"/>
                </a:lnTo>
                <a:cubicBezTo>
                  <a:pt x="4484280" y="908927"/>
                  <a:pt x="4483806" y="909223"/>
                  <a:pt x="4483332" y="909223"/>
                </a:cubicBezTo>
                <a:lnTo>
                  <a:pt x="4463670" y="909223"/>
                </a:lnTo>
                <a:cubicBezTo>
                  <a:pt x="4463195" y="909223"/>
                  <a:pt x="4462722" y="908927"/>
                  <a:pt x="4462485" y="908512"/>
                </a:cubicBezTo>
                <a:lnTo>
                  <a:pt x="4452654" y="891514"/>
                </a:lnTo>
                <a:cubicBezTo>
                  <a:pt x="4452417" y="891100"/>
                  <a:pt x="4452417" y="890567"/>
                  <a:pt x="4452654" y="890152"/>
                </a:cubicBezTo>
                <a:lnTo>
                  <a:pt x="4462485" y="873155"/>
                </a:lnTo>
                <a:cubicBezTo>
                  <a:pt x="4462722" y="872740"/>
                  <a:pt x="4463195" y="872444"/>
                  <a:pt x="4463670" y="872444"/>
                </a:cubicBezTo>
                <a:close/>
                <a:moveTo>
                  <a:pt x="879248" y="872444"/>
                </a:moveTo>
                <a:lnTo>
                  <a:pt x="898911" y="872444"/>
                </a:lnTo>
                <a:cubicBezTo>
                  <a:pt x="899385" y="872444"/>
                  <a:pt x="899859" y="872740"/>
                  <a:pt x="900096" y="873155"/>
                </a:cubicBezTo>
                <a:lnTo>
                  <a:pt x="909927" y="890152"/>
                </a:lnTo>
                <a:cubicBezTo>
                  <a:pt x="910164" y="890567"/>
                  <a:pt x="910164" y="891100"/>
                  <a:pt x="909927" y="891514"/>
                </a:cubicBezTo>
                <a:lnTo>
                  <a:pt x="900096" y="908512"/>
                </a:lnTo>
                <a:cubicBezTo>
                  <a:pt x="899859" y="908927"/>
                  <a:pt x="899385" y="909223"/>
                  <a:pt x="898911" y="909223"/>
                </a:cubicBezTo>
                <a:lnTo>
                  <a:pt x="879248" y="909223"/>
                </a:lnTo>
                <a:cubicBezTo>
                  <a:pt x="878774" y="909223"/>
                  <a:pt x="878301" y="908927"/>
                  <a:pt x="878064" y="908512"/>
                </a:cubicBezTo>
                <a:lnTo>
                  <a:pt x="868233" y="891514"/>
                </a:lnTo>
                <a:cubicBezTo>
                  <a:pt x="867996" y="891100"/>
                  <a:pt x="867996" y="890567"/>
                  <a:pt x="868233" y="890152"/>
                </a:cubicBezTo>
                <a:lnTo>
                  <a:pt x="878064" y="873155"/>
                </a:lnTo>
                <a:cubicBezTo>
                  <a:pt x="878301" y="872740"/>
                  <a:pt x="878774" y="872444"/>
                  <a:pt x="879248" y="872444"/>
                </a:cubicBezTo>
                <a:close/>
                <a:moveTo>
                  <a:pt x="4530949" y="871734"/>
                </a:moveTo>
                <a:lnTo>
                  <a:pt x="4551382" y="871734"/>
                </a:lnTo>
                <a:cubicBezTo>
                  <a:pt x="4551915" y="871734"/>
                  <a:pt x="4552389" y="872030"/>
                  <a:pt x="4552626" y="872445"/>
                </a:cubicBezTo>
                <a:lnTo>
                  <a:pt x="4562812" y="890153"/>
                </a:lnTo>
                <a:cubicBezTo>
                  <a:pt x="4563050" y="890568"/>
                  <a:pt x="4563050" y="891160"/>
                  <a:pt x="4562812" y="891574"/>
                </a:cubicBezTo>
                <a:lnTo>
                  <a:pt x="4552567" y="909283"/>
                </a:lnTo>
                <a:cubicBezTo>
                  <a:pt x="4552330" y="909697"/>
                  <a:pt x="4551856" y="909994"/>
                  <a:pt x="4551322" y="909994"/>
                </a:cubicBezTo>
                <a:lnTo>
                  <a:pt x="4530890" y="909994"/>
                </a:lnTo>
                <a:cubicBezTo>
                  <a:pt x="4530357" y="909994"/>
                  <a:pt x="4529883" y="909697"/>
                  <a:pt x="4529647" y="909283"/>
                </a:cubicBezTo>
                <a:lnTo>
                  <a:pt x="4519459" y="891574"/>
                </a:lnTo>
                <a:cubicBezTo>
                  <a:pt x="4519223" y="891160"/>
                  <a:pt x="4519223" y="890568"/>
                  <a:pt x="4519459" y="890153"/>
                </a:cubicBezTo>
                <a:lnTo>
                  <a:pt x="4529706" y="872445"/>
                </a:lnTo>
                <a:cubicBezTo>
                  <a:pt x="4529942" y="872030"/>
                  <a:pt x="4530417" y="871734"/>
                  <a:pt x="4530949" y="871734"/>
                </a:cubicBezTo>
                <a:close/>
                <a:moveTo>
                  <a:pt x="4598110" y="870905"/>
                </a:moveTo>
                <a:lnTo>
                  <a:pt x="4619431" y="870905"/>
                </a:lnTo>
                <a:cubicBezTo>
                  <a:pt x="4619965" y="870905"/>
                  <a:pt x="4620438" y="871201"/>
                  <a:pt x="4620735" y="871675"/>
                </a:cubicBezTo>
                <a:lnTo>
                  <a:pt x="4631395" y="890153"/>
                </a:lnTo>
                <a:cubicBezTo>
                  <a:pt x="4631691" y="890568"/>
                  <a:pt x="4631691" y="891160"/>
                  <a:pt x="4631395" y="891634"/>
                </a:cubicBezTo>
                <a:lnTo>
                  <a:pt x="4620735" y="910112"/>
                </a:lnTo>
                <a:cubicBezTo>
                  <a:pt x="4620438" y="910586"/>
                  <a:pt x="4619965" y="910882"/>
                  <a:pt x="4619431" y="910882"/>
                </a:cubicBezTo>
                <a:lnTo>
                  <a:pt x="4598110" y="910882"/>
                </a:lnTo>
                <a:cubicBezTo>
                  <a:pt x="4597578" y="910882"/>
                  <a:pt x="4597104" y="910586"/>
                  <a:pt x="4596808" y="910112"/>
                </a:cubicBezTo>
                <a:lnTo>
                  <a:pt x="4586147" y="891634"/>
                </a:lnTo>
                <a:cubicBezTo>
                  <a:pt x="4585851" y="891219"/>
                  <a:pt x="4585851" y="890627"/>
                  <a:pt x="4586147" y="890153"/>
                </a:cubicBezTo>
                <a:lnTo>
                  <a:pt x="4596808" y="871675"/>
                </a:lnTo>
                <a:cubicBezTo>
                  <a:pt x="4597104" y="871201"/>
                  <a:pt x="4597578" y="870905"/>
                  <a:pt x="4598110" y="870905"/>
                </a:cubicBezTo>
                <a:close/>
                <a:moveTo>
                  <a:pt x="3989394" y="870786"/>
                </a:moveTo>
                <a:lnTo>
                  <a:pt x="4010834" y="870786"/>
                </a:lnTo>
                <a:cubicBezTo>
                  <a:pt x="4011367" y="870786"/>
                  <a:pt x="4011841" y="871082"/>
                  <a:pt x="4012137" y="871556"/>
                </a:cubicBezTo>
                <a:lnTo>
                  <a:pt x="4022857" y="890093"/>
                </a:lnTo>
                <a:cubicBezTo>
                  <a:pt x="4023153" y="890567"/>
                  <a:pt x="4023153" y="891159"/>
                  <a:pt x="4022857" y="891633"/>
                </a:cubicBezTo>
                <a:lnTo>
                  <a:pt x="4012137" y="910171"/>
                </a:lnTo>
                <a:cubicBezTo>
                  <a:pt x="4011841" y="910645"/>
                  <a:pt x="4011367" y="910941"/>
                  <a:pt x="4010834" y="910941"/>
                </a:cubicBezTo>
                <a:lnTo>
                  <a:pt x="3989394" y="910941"/>
                </a:lnTo>
                <a:cubicBezTo>
                  <a:pt x="3988862" y="910941"/>
                  <a:pt x="3988388" y="910645"/>
                  <a:pt x="3988092" y="910171"/>
                </a:cubicBezTo>
                <a:lnTo>
                  <a:pt x="3977372" y="891633"/>
                </a:lnTo>
                <a:cubicBezTo>
                  <a:pt x="3977076" y="891159"/>
                  <a:pt x="3977076" y="890567"/>
                  <a:pt x="3977372" y="890093"/>
                </a:cubicBezTo>
                <a:lnTo>
                  <a:pt x="3988092" y="871556"/>
                </a:lnTo>
                <a:cubicBezTo>
                  <a:pt x="3988388" y="871082"/>
                  <a:pt x="3988862" y="870786"/>
                  <a:pt x="3989394" y="870786"/>
                </a:cubicBezTo>
                <a:close/>
                <a:moveTo>
                  <a:pt x="810666" y="870608"/>
                </a:moveTo>
                <a:lnTo>
                  <a:pt x="832283" y="870608"/>
                </a:lnTo>
                <a:cubicBezTo>
                  <a:pt x="832817" y="870608"/>
                  <a:pt x="833290" y="870904"/>
                  <a:pt x="833586" y="871378"/>
                </a:cubicBezTo>
                <a:lnTo>
                  <a:pt x="844424" y="890093"/>
                </a:lnTo>
                <a:cubicBezTo>
                  <a:pt x="844721" y="890567"/>
                  <a:pt x="844721" y="891159"/>
                  <a:pt x="844424" y="891633"/>
                </a:cubicBezTo>
                <a:lnTo>
                  <a:pt x="833586" y="910348"/>
                </a:lnTo>
                <a:cubicBezTo>
                  <a:pt x="833349" y="910822"/>
                  <a:pt x="832817" y="911118"/>
                  <a:pt x="832283" y="911118"/>
                </a:cubicBezTo>
                <a:lnTo>
                  <a:pt x="810666" y="911118"/>
                </a:lnTo>
                <a:cubicBezTo>
                  <a:pt x="810133" y="911118"/>
                  <a:pt x="809659" y="910822"/>
                  <a:pt x="809363" y="910348"/>
                </a:cubicBezTo>
                <a:lnTo>
                  <a:pt x="798525" y="891633"/>
                </a:lnTo>
                <a:cubicBezTo>
                  <a:pt x="798229" y="891159"/>
                  <a:pt x="798229" y="890567"/>
                  <a:pt x="798525" y="890093"/>
                </a:cubicBezTo>
                <a:lnTo>
                  <a:pt x="809363" y="871378"/>
                </a:lnTo>
                <a:cubicBezTo>
                  <a:pt x="809600" y="870904"/>
                  <a:pt x="810133" y="870608"/>
                  <a:pt x="810666" y="870608"/>
                </a:cubicBezTo>
                <a:close/>
                <a:moveTo>
                  <a:pt x="4665390" y="870194"/>
                </a:moveTo>
                <a:lnTo>
                  <a:pt x="4687481" y="870194"/>
                </a:lnTo>
                <a:cubicBezTo>
                  <a:pt x="4688074" y="870194"/>
                  <a:pt x="4688547" y="870490"/>
                  <a:pt x="4688844" y="870964"/>
                </a:cubicBezTo>
                <a:lnTo>
                  <a:pt x="4699859" y="890094"/>
                </a:lnTo>
                <a:cubicBezTo>
                  <a:pt x="4700155" y="890567"/>
                  <a:pt x="4700155" y="891160"/>
                  <a:pt x="4699859" y="891633"/>
                </a:cubicBezTo>
                <a:lnTo>
                  <a:pt x="4688784" y="910763"/>
                </a:lnTo>
                <a:cubicBezTo>
                  <a:pt x="4688488" y="911237"/>
                  <a:pt x="4687955" y="911533"/>
                  <a:pt x="4687422" y="911533"/>
                </a:cubicBezTo>
                <a:lnTo>
                  <a:pt x="4665331" y="911533"/>
                </a:lnTo>
                <a:cubicBezTo>
                  <a:pt x="4664739" y="911533"/>
                  <a:pt x="4664265" y="911237"/>
                  <a:pt x="4663969" y="910763"/>
                </a:cubicBezTo>
                <a:lnTo>
                  <a:pt x="4652953" y="891633"/>
                </a:lnTo>
                <a:cubicBezTo>
                  <a:pt x="4652657" y="891160"/>
                  <a:pt x="4652657" y="890567"/>
                  <a:pt x="4652953" y="890094"/>
                </a:cubicBezTo>
                <a:lnTo>
                  <a:pt x="4664028" y="870964"/>
                </a:lnTo>
                <a:cubicBezTo>
                  <a:pt x="4664324" y="870490"/>
                  <a:pt x="4664857" y="870194"/>
                  <a:pt x="4665390" y="870194"/>
                </a:cubicBezTo>
                <a:close/>
                <a:moveTo>
                  <a:pt x="2771431" y="869661"/>
                </a:moveTo>
                <a:lnTo>
                  <a:pt x="2794055" y="869661"/>
                </a:lnTo>
                <a:cubicBezTo>
                  <a:pt x="2794588" y="869661"/>
                  <a:pt x="2795121" y="870016"/>
                  <a:pt x="2795417" y="870490"/>
                </a:cubicBezTo>
                <a:lnTo>
                  <a:pt x="2806729" y="890094"/>
                </a:lnTo>
                <a:cubicBezTo>
                  <a:pt x="2807026" y="890567"/>
                  <a:pt x="2807026" y="891219"/>
                  <a:pt x="2806729" y="891693"/>
                </a:cubicBezTo>
                <a:lnTo>
                  <a:pt x="2795417" y="911296"/>
                </a:lnTo>
                <a:cubicBezTo>
                  <a:pt x="2795121" y="911829"/>
                  <a:pt x="2794648" y="912125"/>
                  <a:pt x="2794055" y="912125"/>
                </a:cubicBezTo>
                <a:lnTo>
                  <a:pt x="2771431" y="912125"/>
                </a:lnTo>
                <a:cubicBezTo>
                  <a:pt x="2770898" y="912125"/>
                  <a:pt x="2770365" y="911770"/>
                  <a:pt x="2770069" y="911296"/>
                </a:cubicBezTo>
                <a:lnTo>
                  <a:pt x="2758757" y="891693"/>
                </a:lnTo>
                <a:cubicBezTo>
                  <a:pt x="2758461" y="891219"/>
                  <a:pt x="2758461" y="890567"/>
                  <a:pt x="2758757" y="890094"/>
                </a:cubicBezTo>
                <a:lnTo>
                  <a:pt x="2770069" y="870490"/>
                </a:lnTo>
                <a:cubicBezTo>
                  <a:pt x="2770365" y="869957"/>
                  <a:pt x="2770839" y="869661"/>
                  <a:pt x="2771431" y="869661"/>
                </a:cubicBezTo>
                <a:close/>
                <a:moveTo>
                  <a:pt x="2839007" y="869542"/>
                </a:moveTo>
                <a:lnTo>
                  <a:pt x="2861749" y="869542"/>
                </a:lnTo>
                <a:cubicBezTo>
                  <a:pt x="2862282" y="869542"/>
                  <a:pt x="2862815" y="869897"/>
                  <a:pt x="2863111" y="870371"/>
                </a:cubicBezTo>
                <a:lnTo>
                  <a:pt x="2874482" y="890093"/>
                </a:lnTo>
                <a:cubicBezTo>
                  <a:pt x="2874778" y="890567"/>
                  <a:pt x="2874778" y="891218"/>
                  <a:pt x="2874482" y="891692"/>
                </a:cubicBezTo>
                <a:lnTo>
                  <a:pt x="2863111" y="911414"/>
                </a:lnTo>
                <a:cubicBezTo>
                  <a:pt x="2862874" y="911947"/>
                  <a:pt x="2862341" y="912243"/>
                  <a:pt x="2861749" y="912243"/>
                </a:cubicBezTo>
                <a:lnTo>
                  <a:pt x="2839007" y="912243"/>
                </a:lnTo>
                <a:cubicBezTo>
                  <a:pt x="2838473" y="912243"/>
                  <a:pt x="2837941" y="911888"/>
                  <a:pt x="2837644" y="911414"/>
                </a:cubicBezTo>
                <a:lnTo>
                  <a:pt x="2826273" y="891692"/>
                </a:lnTo>
                <a:cubicBezTo>
                  <a:pt x="2825977" y="891218"/>
                  <a:pt x="2825977" y="890567"/>
                  <a:pt x="2826273" y="890093"/>
                </a:cubicBezTo>
                <a:lnTo>
                  <a:pt x="2837644" y="870371"/>
                </a:lnTo>
                <a:cubicBezTo>
                  <a:pt x="2837881" y="869838"/>
                  <a:pt x="2838414" y="869542"/>
                  <a:pt x="2839007" y="869542"/>
                </a:cubicBezTo>
                <a:close/>
                <a:moveTo>
                  <a:pt x="4935457" y="869365"/>
                </a:moveTo>
                <a:lnTo>
                  <a:pt x="4958435" y="869365"/>
                </a:lnTo>
                <a:cubicBezTo>
                  <a:pt x="4959028" y="869365"/>
                  <a:pt x="4959561" y="869720"/>
                  <a:pt x="4959857" y="870194"/>
                </a:cubicBezTo>
                <a:lnTo>
                  <a:pt x="4971347" y="890094"/>
                </a:lnTo>
                <a:cubicBezTo>
                  <a:pt x="4971643" y="890568"/>
                  <a:pt x="4971643" y="891219"/>
                  <a:pt x="4971347" y="891693"/>
                </a:cubicBezTo>
                <a:lnTo>
                  <a:pt x="4959857" y="911593"/>
                </a:lnTo>
                <a:cubicBezTo>
                  <a:pt x="4959561" y="912126"/>
                  <a:pt x="4959028" y="912422"/>
                  <a:pt x="4958435" y="912422"/>
                </a:cubicBezTo>
                <a:lnTo>
                  <a:pt x="4935457" y="912422"/>
                </a:lnTo>
                <a:cubicBezTo>
                  <a:pt x="4934864" y="912422"/>
                  <a:pt x="4934331" y="912066"/>
                  <a:pt x="4934035" y="911593"/>
                </a:cubicBezTo>
                <a:lnTo>
                  <a:pt x="4922545" y="891693"/>
                </a:lnTo>
                <a:cubicBezTo>
                  <a:pt x="4922249" y="891219"/>
                  <a:pt x="4922249" y="890568"/>
                  <a:pt x="4922545" y="890094"/>
                </a:cubicBezTo>
                <a:lnTo>
                  <a:pt x="4934035" y="870194"/>
                </a:lnTo>
                <a:cubicBezTo>
                  <a:pt x="4934331" y="869661"/>
                  <a:pt x="4934864" y="869365"/>
                  <a:pt x="4935457" y="869365"/>
                </a:cubicBezTo>
                <a:close/>
                <a:moveTo>
                  <a:pt x="4732256" y="868713"/>
                </a:moveTo>
                <a:lnTo>
                  <a:pt x="4755886" y="868713"/>
                </a:lnTo>
                <a:cubicBezTo>
                  <a:pt x="4756479" y="868713"/>
                  <a:pt x="4757012" y="869009"/>
                  <a:pt x="4757308" y="869542"/>
                </a:cubicBezTo>
                <a:lnTo>
                  <a:pt x="4769094" y="890034"/>
                </a:lnTo>
                <a:cubicBezTo>
                  <a:pt x="4769390" y="890508"/>
                  <a:pt x="4769390" y="891159"/>
                  <a:pt x="4769094" y="891692"/>
                </a:cubicBezTo>
                <a:lnTo>
                  <a:pt x="4757248" y="912184"/>
                </a:lnTo>
                <a:cubicBezTo>
                  <a:pt x="4756953" y="912717"/>
                  <a:pt x="4756419" y="913013"/>
                  <a:pt x="4755827" y="913013"/>
                </a:cubicBezTo>
                <a:lnTo>
                  <a:pt x="4732196" y="913013"/>
                </a:lnTo>
                <a:cubicBezTo>
                  <a:pt x="4731604" y="913013"/>
                  <a:pt x="4731071" y="912717"/>
                  <a:pt x="4730775" y="912184"/>
                </a:cubicBezTo>
                <a:lnTo>
                  <a:pt x="4718989" y="891692"/>
                </a:lnTo>
                <a:cubicBezTo>
                  <a:pt x="4718693" y="891218"/>
                  <a:pt x="4718693" y="890567"/>
                  <a:pt x="4718989" y="890034"/>
                </a:cubicBezTo>
                <a:lnTo>
                  <a:pt x="4730834" y="869542"/>
                </a:lnTo>
                <a:cubicBezTo>
                  <a:pt x="4731131" y="869009"/>
                  <a:pt x="4731664" y="868713"/>
                  <a:pt x="4732256" y="868713"/>
                </a:cubicBezTo>
                <a:close/>
                <a:moveTo>
                  <a:pt x="4867289" y="868299"/>
                </a:moveTo>
                <a:lnTo>
                  <a:pt x="4891334" y="868299"/>
                </a:lnTo>
                <a:cubicBezTo>
                  <a:pt x="4891926" y="868299"/>
                  <a:pt x="4892519" y="868595"/>
                  <a:pt x="4892814" y="869128"/>
                </a:cubicBezTo>
                <a:lnTo>
                  <a:pt x="4904837" y="889975"/>
                </a:lnTo>
                <a:cubicBezTo>
                  <a:pt x="4905133" y="890508"/>
                  <a:pt x="4905133" y="891160"/>
                  <a:pt x="4904837" y="891693"/>
                </a:cubicBezTo>
                <a:lnTo>
                  <a:pt x="4892814" y="912540"/>
                </a:lnTo>
                <a:cubicBezTo>
                  <a:pt x="4892519" y="913014"/>
                  <a:pt x="4891926" y="913369"/>
                  <a:pt x="4891334" y="913369"/>
                </a:cubicBezTo>
                <a:lnTo>
                  <a:pt x="4867289" y="913369"/>
                </a:lnTo>
                <a:cubicBezTo>
                  <a:pt x="4866696" y="913369"/>
                  <a:pt x="4866104" y="913073"/>
                  <a:pt x="4865808" y="912540"/>
                </a:cubicBezTo>
                <a:lnTo>
                  <a:pt x="4853785" y="891693"/>
                </a:lnTo>
                <a:cubicBezTo>
                  <a:pt x="4853489" y="891160"/>
                  <a:pt x="4853489" y="890508"/>
                  <a:pt x="4853785" y="889975"/>
                </a:cubicBezTo>
                <a:lnTo>
                  <a:pt x="4865808" y="869128"/>
                </a:lnTo>
                <a:cubicBezTo>
                  <a:pt x="4866104" y="868654"/>
                  <a:pt x="4866696" y="868299"/>
                  <a:pt x="4867289" y="868299"/>
                </a:cubicBezTo>
                <a:close/>
                <a:moveTo>
                  <a:pt x="4799595" y="868239"/>
                </a:moveTo>
                <a:lnTo>
                  <a:pt x="4823758" y="868239"/>
                </a:lnTo>
                <a:cubicBezTo>
                  <a:pt x="4824351" y="868239"/>
                  <a:pt x="4824943" y="868535"/>
                  <a:pt x="4825239" y="869068"/>
                </a:cubicBezTo>
                <a:lnTo>
                  <a:pt x="4837321" y="890034"/>
                </a:lnTo>
                <a:cubicBezTo>
                  <a:pt x="4837617" y="890567"/>
                  <a:pt x="4837617" y="891218"/>
                  <a:pt x="4837321" y="891751"/>
                </a:cubicBezTo>
                <a:lnTo>
                  <a:pt x="4825239" y="912717"/>
                </a:lnTo>
                <a:cubicBezTo>
                  <a:pt x="4824943" y="913191"/>
                  <a:pt x="4824351" y="913546"/>
                  <a:pt x="4823758" y="913546"/>
                </a:cubicBezTo>
                <a:lnTo>
                  <a:pt x="4799595" y="913546"/>
                </a:lnTo>
                <a:cubicBezTo>
                  <a:pt x="4799002" y="913546"/>
                  <a:pt x="4798410" y="913250"/>
                  <a:pt x="4798114" y="912717"/>
                </a:cubicBezTo>
                <a:lnTo>
                  <a:pt x="4786032" y="891751"/>
                </a:lnTo>
                <a:cubicBezTo>
                  <a:pt x="4785736" y="891218"/>
                  <a:pt x="4785736" y="890567"/>
                  <a:pt x="4786032" y="890034"/>
                </a:cubicBezTo>
                <a:lnTo>
                  <a:pt x="4798114" y="869068"/>
                </a:lnTo>
                <a:cubicBezTo>
                  <a:pt x="4798410" y="868594"/>
                  <a:pt x="4799002" y="868239"/>
                  <a:pt x="4799595" y="868239"/>
                </a:cubicBezTo>
                <a:close/>
                <a:moveTo>
                  <a:pt x="1292877" y="828559"/>
                </a:moveTo>
                <a:lnTo>
                  <a:pt x="1296845" y="828559"/>
                </a:lnTo>
                <a:cubicBezTo>
                  <a:pt x="1296963" y="828559"/>
                  <a:pt x="1297081" y="828677"/>
                  <a:pt x="1297081" y="828677"/>
                </a:cubicBezTo>
                <a:lnTo>
                  <a:pt x="1299095" y="832112"/>
                </a:lnTo>
                <a:cubicBezTo>
                  <a:pt x="1299095" y="832231"/>
                  <a:pt x="1299095" y="832409"/>
                  <a:pt x="1299095" y="832409"/>
                </a:cubicBezTo>
                <a:lnTo>
                  <a:pt x="1297081" y="835844"/>
                </a:lnTo>
                <a:cubicBezTo>
                  <a:pt x="1297022" y="835962"/>
                  <a:pt x="1296845" y="835962"/>
                  <a:pt x="1296845" y="835962"/>
                </a:cubicBezTo>
                <a:lnTo>
                  <a:pt x="1292877" y="835962"/>
                </a:lnTo>
                <a:cubicBezTo>
                  <a:pt x="1292758" y="835962"/>
                  <a:pt x="1292639" y="835844"/>
                  <a:pt x="1292639" y="835844"/>
                </a:cubicBezTo>
                <a:lnTo>
                  <a:pt x="1290626" y="832409"/>
                </a:lnTo>
                <a:cubicBezTo>
                  <a:pt x="1290626" y="832290"/>
                  <a:pt x="1290626" y="832112"/>
                  <a:pt x="1290626" y="832112"/>
                </a:cubicBezTo>
                <a:lnTo>
                  <a:pt x="1292639" y="828677"/>
                </a:lnTo>
                <a:cubicBezTo>
                  <a:pt x="1292699" y="828559"/>
                  <a:pt x="1292877" y="828559"/>
                  <a:pt x="1292877" y="828559"/>
                </a:cubicBezTo>
                <a:close/>
                <a:moveTo>
                  <a:pt x="4400417" y="821925"/>
                </a:moveTo>
                <a:lnTo>
                  <a:pt x="4411432" y="821925"/>
                </a:lnTo>
                <a:cubicBezTo>
                  <a:pt x="4411670" y="821925"/>
                  <a:pt x="4412084" y="822340"/>
                  <a:pt x="4412084" y="822340"/>
                </a:cubicBezTo>
                <a:lnTo>
                  <a:pt x="4417592" y="831875"/>
                </a:lnTo>
                <a:cubicBezTo>
                  <a:pt x="4417711" y="832112"/>
                  <a:pt x="4417592" y="832645"/>
                  <a:pt x="4417592" y="832645"/>
                </a:cubicBezTo>
                <a:lnTo>
                  <a:pt x="4412084" y="842180"/>
                </a:lnTo>
                <a:cubicBezTo>
                  <a:pt x="4411966" y="842417"/>
                  <a:pt x="4411432" y="842595"/>
                  <a:pt x="4411432" y="842595"/>
                </a:cubicBezTo>
                <a:lnTo>
                  <a:pt x="4400417" y="842595"/>
                </a:lnTo>
                <a:cubicBezTo>
                  <a:pt x="4400180" y="842595"/>
                  <a:pt x="4399765" y="842180"/>
                  <a:pt x="4399765" y="842180"/>
                </a:cubicBezTo>
                <a:lnTo>
                  <a:pt x="4394258" y="832645"/>
                </a:lnTo>
                <a:cubicBezTo>
                  <a:pt x="4394139" y="832408"/>
                  <a:pt x="4394258" y="831875"/>
                  <a:pt x="4394258" y="831875"/>
                </a:cubicBezTo>
                <a:lnTo>
                  <a:pt x="4399765" y="822340"/>
                </a:lnTo>
                <a:cubicBezTo>
                  <a:pt x="4399884" y="822103"/>
                  <a:pt x="4400417" y="821925"/>
                  <a:pt x="4400417" y="821925"/>
                </a:cubicBezTo>
                <a:close/>
                <a:moveTo>
                  <a:pt x="4332723" y="821807"/>
                </a:moveTo>
                <a:lnTo>
                  <a:pt x="4343857" y="821807"/>
                </a:lnTo>
                <a:cubicBezTo>
                  <a:pt x="4344093" y="821807"/>
                  <a:pt x="4344508" y="822222"/>
                  <a:pt x="4344508" y="822222"/>
                </a:cubicBezTo>
                <a:lnTo>
                  <a:pt x="4350075" y="831875"/>
                </a:lnTo>
                <a:cubicBezTo>
                  <a:pt x="4350194" y="832112"/>
                  <a:pt x="4350075" y="832645"/>
                  <a:pt x="4350075" y="832645"/>
                </a:cubicBezTo>
                <a:lnTo>
                  <a:pt x="4344508" y="842299"/>
                </a:lnTo>
                <a:cubicBezTo>
                  <a:pt x="4344390" y="842536"/>
                  <a:pt x="4343857" y="842713"/>
                  <a:pt x="4343857" y="842713"/>
                </a:cubicBezTo>
                <a:lnTo>
                  <a:pt x="4332723" y="842713"/>
                </a:lnTo>
                <a:cubicBezTo>
                  <a:pt x="4332485" y="842713"/>
                  <a:pt x="4332071" y="842299"/>
                  <a:pt x="4332071" y="842299"/>
                </a:cubicBezTo>
                <a:lnTo>
                  <a:pt x="4326504" y="832645"/>
                </a:lnTo>
                <a:cubicBezTo>
                  <a:pt x="4326385" y="832408"/>
                  <a:pt x="4326504" y="831875"/>
                  <a:pt x="4326504" y="831875"/>
                </a:cubicBezTo>
                <a:lnTo>
                  <a:pt x="4332071" y="822222"/>
                </a:lnTo>
                <a:cubicBezTo>
                  <a:pt x="4332189" y="821985"/>
                  <a:pt x="4332723" y="821807"/>
                  <a:pt x="4332723" y="821807"/>
                </a:cubicBezTo>
                <a:close/>
                <a:moveTo>
                  <a:pt x="4264436" y="820682"/>
                </a:moveTo>
                <a:lnTo>
                  <a:pt x="4276814" y="820682"/>
                </a:lnTo>
                <a:cubicBezTo>
                  <a:pt x="4277111" y="820682"/>
                  <a:pt x="4277584" y="821097"/>
                  <a:pt x="4277584" y="821097"/>
                </a:cubicBezTo>
                <a:lnTo>
                  <a:pt x="4283744" y="831816"/>
                </a:lnTo>
                <a:cubicBezTo>
                  <a:pt x="4283922" y="832112"/>
                  <a:pt x="4283744" y="832705"/>
                  <a:pt x="4283744" y="832705"/>
                </a:cubicBezTo>
                <a:lnTo>
                  <a:pt x="4277584" y="843424"/>
                </a:lnTo>
                <a:cubicBezTo>
                  <a:pt x="4277406" y="843661"/>
                  <a:pt x="4277111" y="843839"/>
                  <a:pt x="4276814" y="843839"/>
                </a:cubicBezTo>
                <a:lnTo>
                  <a:pt x="4264436" y="843839"/>
                </a:lnTo>
                <a:cubicBezTo>
                  <a:pt x="4264140" y="843839"/>
                  <a:pt x="4263666" y="843424"/>
                  <a:pt x="4263666" y="843424"/>
                </a:cubicBezTo>
                <a:lnTo>
                  <a:pt x="4257507" y="832705"/>
                </a:lnTo>
                <a:cubicBezTo>
                  <a:pt x="4257330" y="832409"/>
                  <a:pt x="4257507" y="831816"/>
                  <a:pt x="4257507" y="831816"/>
                </a:cubicBezTo>
                <a:lnTo>
                  <a:pt x="4263666" y="821097"/>
                </a:lnTo>
                <a:cubicBezTo>
                  <a:pt x="4263844" y="820860"/>
                  <a:pt x="4264140" y="820682"/>
                  <a:pt x="4264436" y="820682"/>
                </a:cubicBezTo>
                <a:close/>
                <a:moveTo>
                  <a:pt x="205800" y="819201"/>
                </a:moveTo>
                <a:lnTo>
                  <a:pt x="219718" y="819201"/>
                </a:lnTo>
                <a:cubicBezTo>
                  <a:pt x="220073" y="819201"/>
                  <a:pt x="220369" y="819379"/>
                  <a:pt x="220547" y="819675"/>
                </a:cubicBezTo>
                <a:lnTo>
                  <a:pt x="227476" y="831698"/>
                </a:lnTo>
                <a:cubicBezTo>
                  <a:pt x="227654" y="831994"/>
                  <a:pt x="227654" y="832408"/>
                  <a:pt x="227476" y="832704"/>
                </a:cubicBezTo>
                <a:lnTo>
                  <a:pt x="220488" y="844727"/>
                </a:lnTo>
                <a:cubicBezTo>
                  <a:pt x="220310" y="845023"/>
                  <a:pt x="220014" y="845201"/>
                  <a:pt x="219659" y="845201"/>
                </a:cubicBezTo>
                <a:lnTo>
                  <a:pt x="205741" y="845201"/>
                </a:lnTo>
                <a:cubicBezTo>
                  <a:pt x="205386" y="845201"/>
                  <a:pt x="205089" y="845023"/>
                  <a:pt x="204912" y="844727"/>
                </a:cubicBezTo>
                <a:lnTo>
                  <a:pt x="197982" y="832704"/>
                </a:lnTo>
                <a:cubicBezTo>
                  <a:pt x="197805" y="832408"/>
                  <a:pt x="197805" y="831994"/>
                  <a:pt x="197982" y="831698"/>
                </a:cubicBezTo>
                <a:lnTo>
                  <a:pt x="204971" y="819675"/>
                </a:lnTo>
                <a:cubicBezTo>
                  <a:pt x="205148" y="819379"/>
                  <a:pt x="205444" y="819201"/>
                  <a:pt x="205800" y="819201"/>
                </a:cubicBezTo>
                <a:close/>
                <a:moveTo>
                  <a:pt x="138106" y="819142"/>
                </a:moveTo>
                <a:lnTo>
                  <a:pt x="152142" y="819142"/>
                </a:lnTo>
                <a:cubicBezTo>
                  <a:pt x="152439" y="819142"/>
                  <a:pt x="152794" y="819320"/>
                  <a:pt x="152971" y="819616"/>
                </a:cubicBezTo>
                <a:lnTo>
                  <a:pt x="159960" y="831757"/>
                </a:lnTo>
                <a:cubicBezTo>
                  <a:pt x="160138" y="832053"/>
                  <a:pt x="160138" y="832468"/>
                  <a:pt x="159960" y="832764"/>
                </a:cubicBezTo>
                <a:lnTo>
                  <a:pt x="152971" y="844905"/>
                </a:lnTo>
                <a:cubicBezTo>
                  <a:pt x="152794" y="845201"/>
                  <a:pt x="152498" y="845379"/>
                  <a:pt x="152142" y="845379"/>
                </a:cubicBezTo>
                <a:lnTo>
                  <a:pt x="138106" y="845379"/>
                </a:lnTo>
                <a:cubicBezTo>
                  <a:pt x="137810" y="845379"/>
                  <a:pt x="137454" y="845201"/>
                  <a:pt x="137277" y="844905"/>
                </a:cubicBezTo>
                <a:lnTo>
                  <a:pt x="130288" y="832764"/>
                </a:lnTo>
                <a:cubicBezTo>
                  <a:pt x="130111" y="832468"/>
                  <a:pt x="130111" y="832053"/>
                  <a:pt x="130288" y="831757"/>
                </a:cubicBezTo>
                <a:lnTo>
                  <a:pt x="137277" y="819616"/>
                </a:lnTo>
                <a:cubicBezTo>
                  <a:pt x="137454" y="819320"/>
                  <a:pt x="137751" y="819142"/>
                  <a:pt x="138106" y="819142"/>
                </a:cubicBezTo>
                <a:close/>
                <a:moveTo>
                  <a:pt x="2640247" y="818727"/>
                </a:moveTo>
                <a:lnTo>
                  <a:pt x="2654698" y="818727"/>
                </a:lnTo>
                <a:cubicBezTo>
                  <a:pt x="2655053" y="818727"/>
                  <a:pt x="2655409" y="818964"/>
                  <a:pt x="2655586" y="819260"/>
                </a:cubicBezTo>
                <a:lnTo>
                  <a:pt x="2662812" y="831816"/>
                </a:lnTo>
                <a:cubicBezTo>
                  <a:pt x="2662989" y="832112"/>
                  <a:pt x="2662989" y="832526"/>
                  <a:pt x="2662812" y="832823"/>
                </a:cubicBezTo>
                <a:lnTo>
                  <a:pt x="2655586" y="845378"/>
                </a:lnTo>
                <a:cubicBezTo>
                  <a:pt x="2655409" y="845734"/>
                  <a:pt x="2655053" y="845911"/>
                  <a:pt x="2654698" y="845911"/>
                </a:cubicBezTo>
                <a:lnTo>
                  <a:pt x="2640247" y="845911"/>
                </a:lnTo>
                <a:cubicBezTo>
                  <a:pt x="2639892" y="845911"/>
                  <a:pt x="2639537" y="845674"/>
                  <a:pt x="2639359" y="845378"/>
                </a:cubicBezTo>
                <a:lnTo>
                  <a:pt x="2632133" y="832823"/>
                </a:lnTo>
                <a:cubicBezTo>
                  <a:pt x="2631956" y="832526"/>
                  <a:pt x="2631956" y="832112"/>
                  <a:pt x="2632133" y="831816"/>
                </a:cubicBezTo>
                <a:lnTo>
                  <a:pt x="2639359" y="819260"/>
                </a:lnTo>
                <a:cubicBezTo>
                  <a:pt x="2639537" y="818905"/>
                  <a:pt x="2639892" y="818727"/>
                  <a:pt x="2640247" y="818727"/>
                </a:cubicBezTo>
                <a:close/>
                <a:moveTo>
                  <a:pt x="2572376" y="818313"/>
                </a:moveTo>
                <a:lnTo>
                  <a:pt x="2587301" y="818313"/>
                </a:lnTo>
                <a:cubicBezTo>
                  <a:pt x="2587656" y="818313"/>
                  <a:pt x="2588011" y="818550"/>
                  <a:pt x="2588189" y="818846"/>
                </a:cubicBezTo>
                <a:lnTo>
                  <a:pt x="2595651" y="831757"/>
                </a:lnTo>
                <a:cubicBezTo>
                  <a:pt x="2595829" y="832112"/>
                  <a:pt x="2595829" y="832527"/>
                  <a:pt x="2595651" y="832823"/>
                </a:cubicBezTo>
                <a:lnTo>
                  <a:pt x="2588189" y="845734"/>
                </a:lnTo>
                <a:cubicBezTo>
                  <a:pt x="2588011" y="846090"/>
                  <a:pt x="2587656" y="846267"/>
                  <a:pt x="2587301" y="846267"/>
                </a:cubicBezTo>
                <a:lnTo>
                  <a:pt x="2572376" y="846267"/>
                </a:lnTo>
                <a:cubicBezTo>
                  <a:pt x="2572021" y="846267"/>
                  <a:pt x="2571665" y="846030"/>
                  <a:pt x="2571487" y="845734"/>
                </a:cubicBezTo>
                <a:lnTo>
                  <a:pt x="2564025" y="832823"/>
                </a:lnTo>
                <a:cubicBezTo>
                  <a:pt x="2563848" y="832468"/>
                  <a:pt x="2563848" y="832053"/>
                  <a:pt x="2564025" y="831757"/>
                </a:cubicBezTo>
                <a:lnTo>
                  <a:pt x="2571487" y="818846"/>
                </a:lnTo>
                <a:cubicBezTo>
                  <a:pt x="2571665" y="818491"/>
                  <a:pt x="2572021" y="818313"/>
                  <a:pt x="2572376" y="818313"/>
                </a:cubicBezTo>
                <a:close/>
                <a:moveTo>
                  <a:pt x="3857383" y="818194"/>
                </a:moveTo>
                <a:lnTo>
                  <a:pt x="3872367" y="818194"/>
                </a:lnTo>
                <a:cubicBezTo>
                  <a:pt x="3872722" y="818194"/>
                  <a:pt x="3873077" y="818372"/>
                  <a:pt x="3873255" y="818727"/>
                </a:cubicBezTo>
                <a:lnTo>
                  <a:pt x="3880776" y="831756"/>
                </a:lnTo>
                <a:cubicBezTo>
                  <a:pt x="3880954" y="832112"/>
                  <a:pt x="3880954" y="832467"/>
                  <a:pt x="3880776" y="832823"/>
                </a:cubicBezTo>
                <a:lnTo>
                  <a:pt x="3873255" y="845852"/>
                </a:lnTo>
                <a:cubicBezTo>
                  <a:pt x="3873077" y="846207"/>
                  <a:pt x="3872722" y="846385"/>
                  <a:pt x="3872367" y="846385"/>
                </a:cubicBezTo>
                <a:lnTo>
                  <a:pt x="3857383" y="846385"/>
                </a:lnTo>
                <a:cubicBezTo>
                  <a:pt x="3857027" y="846385"/>
                  <a:pt x="3856672" y="846207"/>
                  <a:pt x="3856494" y="845852"/>
                </a:cubicBezTo>
                <a:lnTo>
                  <a:pt x="3848972" y="832823"/>
                </a:lnTo>
                <a:cubicBezTo>
                  <a:pt x="3848795" y="832467"/>
                  <a:pt x="3848795" y="832112"/>
                  <a:pt x="3848972" y="831756"/>
                </a:cubicBezTo>
                <a:lnTo>
                  <a:pt x="3856494" y="818727"/>
                </a:lnTo>
                <a:cubicBezTo>
                  <a:pt x="3856672" y="818372"/>
                  <a:pt x="3857027" y="818194"/>
                  <a:pt x="3857383" y="818194"/>
                </a:cubicBezTo>
                <a:close/>
                <a:moveTo>
                  <a:pt x="2706994" y="817069"/>
                </a:moveTo>
                <a:lnTo>
                  <a:pt x="2723222" y="817069"/>
                </a:lnTo>
                <a:cubicBezTo>
                  <a:pt x="2723636" y="817069"/>
                  <a:pt x="2723992" y="817306"/>
                  <a:pt x="2724229" y="817661"/>
                </a:cubicBezTo>
                <a:lnTo>
                  <a:pt x="2732343" y="831698"/>
                </a:lnTo>
                <a:cubicBezTo>
                  <a:pt x="2732579" y="832053"/>
                  <a:pt x="2732579" y="832467"/>
                  <a:pt x="2732343" y="832823"/>
                </a:cubicBezTo>
                <a:lnTo>
                  <a:pt x="2724229" y="846859"/>
                </a:lnTo>
                <a:cubicBezTo>
                  <a:pt x="2723992" y="847215"/>
                  <a:pt x="2723636" y="847452"/>
                  <a:pt x="2723222" y="847452"/>
                </a:cubicBezTo>
                <a:lnTo>
                  <a:pt x="2706994" y="847452"/>
                </a:lnTo>
                <a:cubicBezTo>
                  <a:pt x="2706579" y="847452"/>
                  <a:pt x="2706224" y="847215"/>
                  <a:pt x="2705987" y="846859"/>
                </a:cubicBezTo>
                <a:lnTo>
                  <a:pt x="2697874" y="832823"/>
                </a:lnTo>
                <a:cubicBezTo>
                  <a:pt x="2697637" y="832467"/>
                  <a:pt x="2697637" y="832053"/>
                  <a:pt x="2697874" y="831698"/>
                </a:cubicBezTo>
                <a:lnTo>
                  <a:pt x="2705987" y="817661"/>
                </a:lnTo>
                <a:cubicBezTo>
                  <a:pt x="2706224" y="817306"/>
                  <a:pt x="2706579" y="817069"/>
                  <a:pt x="2706994" y="817069"/>
                </a:cubicBezTo>
                <a:close/>
                <a:moveTo>
                  <a:pt x="1219083" y="816950"/>
                </a:moveTo>
                <a:lnTo>
                  <a:pt x="1235429" y="816950"/>
                </a:lnTo>
                <a:cubicBezTo>
                  <a:pt x="1235843" y="816950"/>
                  <a:pt x="1236199" y="817187"/>
                  <a:pt x="1236436" y="817542"/>
                </a:cubicBezTo>
                <a:lnTo>
                  <a:pt x="1244609" y="831697"/>
                </a:lnTo>
                <a:cubicBezTo>
                  <a:pt x="1244845" y="832053"/>
                  <a:pt x="1244845" y="832526"/>
                  <a:pt x="1244609" y="832882"/>
                </a:cubicBezTo>
                <a:lnTo>
                  <a:pt x="1236436" y="847036"/>
                </a:lnTo>
                <a:cubicBezTo>
                  <a:pt x="1236199" y="847392"/>
                  <a:pt x="1235843" y="847629"/>
                  <a:pt x="1235429" y="847629"/>
                </a:cubicBezTo>
                <a:lnTo>
                  <a:pt x="1219083" y="847629"/>
                </a:lnTo>
                <a:cubicBezTo>
                  <a:pt x="1218668" y="847629"/>
                  <a:pt x="1218313" y="847392"/>
                  <a:pt x="1218076" y="847036"/>
                </a:cubicBezTo>
                <a:lnTo>
                  <a:pt x="1209903" y="832882"/>
                </a:lnTo>
                <a:cubicBezTo>
                  <a:pt x="1209666" y="832526"/>
                  <a:pt x="1209666" y="832053"/>
                  <a:pt x="1209903" y="831697"/>
                </a:cubicBezTo>
                <a:lnTo>
                  <a:pt x="1218076" y="817542"/>
                </a:lnTo>
                <a:cubicBezTo>
                  <a:pt x="1218313" y="817187"/>
                  <a:pt x="1218668" y="816950"/>
                  <a:pt x="1219083" y="816950"/>
                </a:cubicBezTo>
                <a:close/>
                <a:moveTo>
                  <a:pt x="2503971" y="816832"/>
                </a:moveTo>
                <a:lnTo>
                  <a:pt x="2520435" y="816832"/>
                </a:lnTo>
                <a:cubicBezTo>
                  <a:pt x="2520850" y="816832"/>
                  <a:pt x="2521205" y="817069"/>
                  <a:pt x="2521442" y="817424"/>
                </a:cubicBezTo>
                <a:lnTo>
                  <a:pt x="2529674" y="831698"/>
                </a:lnTo>
                <a:cubicBezTo>
                  <a:pt x="2529912" y="832053"/>
                  <a:pt x="2529912" y="832527"/>
                  <a:pt x="2529674" y="832882"/>
                </a:cubicBezTo>
                <a:lnTo>
                  <a:pt x="2521442" y="847155"/>
                </a:lnTo>
                <a:cubicBezTo>
                  <a:pt x="2521205" y="847511"/>
                  <a:pt x="2520850" y="847748"/>
                  <a:pt x="2520435" y="847748"/>
                </a:cubicBezTo>
                <a:lnTo>
                  <a:pt x="2503971" y="847748"/>
                </a:lnTo>
                <a:cubicBezTo>
                  <a:pt x="2503556" y="847748"/>
                  <a:pt x="2503201" y="847511"/>
                  <a:pt x="2502964" y="847155"/>
                </a:cubicBezTo>
                <a:lnTo>
                  <a:pt x="2494732" y="832882"/>
                </a:lnTo>
                <a:cubicBezTo>
                  <a:pt x="2494495" y="832527"/>
                  <a:pt x="2494495" y="832053"/>
                  <a:pt x="2494732" y="831698"/>
                </a:cubicBezTo>
                <a:lnTo>
                  <a:pt x="2502964" y="817424"/>
                </a:lnTo>
                <a:cubicBezTo>
                  <a:pt x="2503201" y="817069"/>
                  <a:pt x="2503556" y="816832"/>
                  <a:pt x="2503971" y="816832"/>
                </a:cubicBezTo>
                <a:close/>
                <a:moveTo>
                  <a:pt x="2436218" y="816536"/>
                </a:moveTo>
                <a:lnTo>
                  <a:pt x="2452978" y="816536"/>
                </a:lnTo>
                <a:cubicBezTo>
                  <a:pt x="2453393" y="816536"/>
                  <a:pt x="2453748" y="816773"/>
                  <a:pt x="2453985" y="817128"/>
                </a:cubicBezTo>
                <a:lnTo>
                  <a:pt x="2462395" y="831638"/>
                </a:lnTo>
                <a:cubicBezTo>
                  <a:pt x="2462632" y="831994"/>
                  <a:pt x="2462632" y="832467"/>
                  <a:pt x="2462395" y="832823"/>
                </a:cubicBezTo>
                <a:lnTo>
                  <a:pt x="2453985" y="847333"/>
                </a:lnTo>
                <a:cubicBezTo>
                  <a:pt x="2453807" y="847688"/>
                  <a:pt x="2453393" y="847925"/>
                  <a:pt x="2452978" y="847925"/>
                </a:cubicBezTo>
                <a:lnTo>
                  <a:pt x="2436218" y="847925"/>
                </a:lnTo>
                <a:cubicBezTo>
                  <a:pt x="2435803" y="847925"/>
                  <a:pt x="2435448" y="847688"/>
                  <a:pt x="2435211" y="847333"/>
                </a:cubicBezTo>
                <a:lnTo>
                  <a:pt x="2426801" y="832823"/>
                </a:lnTo>
                <a:cubicBezTo>
                  <a:pt x="2426564" y="832467"/>
                  <a:pt x="2426564" y="831994"/>
                  <a:pt x="2426801" y="831638"/>
                </a:cubicBezTo>
                <a:lnTo>
                  <a:pt x="2435211" y="817128"/>
                </a:lnTo>
                <a:cubicBezTo>
                  <a:pt x="2435388" y="816773"/>
                  <a:pt x="2435803" y="816536"/>
                  <a:pt x="2436218" y="816536"/>
                </a:cubicBezTo>
                <a:close/>
                <a:moveTo>
                  <a:pt x="271777" y="816121"/>
                </a:moveTo>
                <a:lnTo>
                  <a:pt x="289011" y="816121"/>
                </a:lnTo>
                <a:cubicBezTo>
                  <a:pt x="289426" y="816121"/>
                  <a:pt x="289840" y="816358"/>
                  <a:pt x="290077" y="816713"/>
                </a:cubicBezTo>
                <a:lnTo>
                  <a:pt x="298665" y="831638"/>
                </a:lnTo>
                <a:cubicBezTo>
                  <a:pt x="298902" y="832053"/>
                  <a:pt x="298902" y="832526"/>
                  <a:pt x="298665" y="832882"/>
                </a:cubicBezTo>
                <a:lnTo>
                  <a:pt x="290018" y="847806"/>
                </a:lnTo>
                <a:cubicBezTo>
                  <a:pt x="289781" y="848162"/>
                  <a:pt x="289367" y="848399"/>
                  <a:pt x="288952" y="848399"/>
                </a:cubicBezTo>
                <a:lnTo>
                  <a:pt x="271717" y="848399"/>
                </a:lnTo>
                <a:cubicBezTo>
                  <a:pt x="271303" y="848399"/>
                  <a:pt x="270888" y="848162"/>
                  <a:pt x="270651" y="847806"/>
                </a:cubicBezTo>
                <a:lnTo>
                  <a:pt x="262064" y="832882"/>
                </a:lnTo>
                <a:cubicBezTo>
                  <a:pt x="261827" y="832467"/>
                  <a:pt x="261827" y="831993"/>
                  <a:pt x="262064" y="831638"/>
                </a:cubicBezTo>
                <a:lnTo>
                  <a:pt x="270711" y="816713"/>
                </a:lnTo>
                <a:cubicBezTo>
                  <a:pt x="270947" y="816358"/>
                  <a:pt x="271362" y="816121"/>
                  <a:pt x="271777" y="816121"/>
                </a:cubicBezTo>
                <a:close/>
                <a:moveTo>
                  <a:pt x="609834" y="815944"/>
                </a:moveTo>
                <a:lnTo>
                  <a:pt x="627305" y="815944"/>
                </a:lnTo>
                <a:cubicBezTo>
                  <a:pt x="627720" y="815944"/>
                  <a:pt x="628135" y="816181"/>
                  <a:pt x="628371" y="816536"/>
                </a:cubicBezTo>
                <a:lnTo>
                  <a:pt x="637077" y="831639"/>
                </a:lnTo>
                <a:cubicBezTo>
                  <a:pt x="637314" y="832053"/>
                  <a:pt x="637314" y="832527"/>
                  <a:pt x="637077" y="832882"/>
                </a:cubicBezTo>
                <a:lnTo>
                  <a:pt x="628371" y="847985"/>
                </a:lnTo>
                <a:cubicBezTo>
                  <a:pt x="628135" y="848340"/>
                  <a:pt x="627720" y="848577"/>
                  <a:pt x="627305" y="848577"/>
                </a:cubicBezTo>
                <a:lnTo>
                  <a:pt x="609834" y="848577"/>
                </a:lnTo>
                <a:cubicBezTo>
                  <a:pt x="609419" y="848577"/>
                  <a:pt x="609005" y="848340"/>
                  <a:pt x="608768" y="847985"/>
                </a:cubicBezTo>
                <a:lnTo>
                  <a:pt x="600062" y="832882"/>
                </a:lnTo>
                <a:cubicBezTo>
                  <a:pt x="599825" y="832468"/>
                  <a:pt x="599825" y="831994"/>
                  <a:pt x="600062" y="831639"/>
                </a:cubicBezTo>
                <a:lnTo>
                  <a:pt x="608768" y="816536"/>
                </a:lnTo>
                <a:cubicBezTo>
                  <a:pt x="609005" y="816181"/>
                  <a:pt x="609419" y="815944"/>
                  <a:pt x="609834" y="815944"/>
                </a:cubicBezTo>
                <a:close/>
                <a:moveTo>
                  <a:pt x="3788385" y="815707"/>
                </a:moveTo>
                <a:lnTo>
                  <a:pt x="3806034" y="815707"/>
                </a:lnTo>
                <a:cubicBezTo>
                  <a:pt x="3806449" y="815707"/>
                  <a:pt x="3806863" y="816003"/>
                  <a:pt x="3807100" y="816359"/>
                </a:cubicBezTo>
                <a:lnTo>
                  <a:pt x="3815925" y="831639"/>
                </a:lnTo>
                <a:cubicBezTo>
                  <a:pt x="3816161" y="831994"/>
                  <a:pt x="3816161" y="832527"/>
                  <a:pt x="3815925" y="832882"/>
                </a:cubicBezTo>
                <a:lnTo>
                  <a:pt x="3807100" y="848162"/>
                </a:lnTo>
                <a:cubicBezTo>
                  <a:pt x="3806863" y="848577"/>
                  <a:pt x="3806449" y="848814"/>
                  <a:pt x="3806034" y="848814"/>
                </a:cubicBezTo>
                <a:lnTo>
                  <a:pt x="3788385" y="848814"/>
                </a:lnTo>
                <a:cubicBezTo>
                  <a:pt x="3787971" y="848814"/>
                  <a:pt x="3787556" y="848518"/>
                  <a:pt x="3787319" y="848162"/>
                </a:cubicBezTo>
                <a:lnTo>
                  <a:pt x="3778494" y="832882"/>
                </a:lnTo>
                <a:cubicBezTo>
                  <a:pt x="3778258" y="832527"/>
                  <a:pt x="3778258" y="831994"/>
                  <a:pt x="3778494" y="831639"/>
                </a:cubicBezTo>
                <a:lnTo>
                  <a:pt x="3787319" y="816359"/>
                </a:lnTo>
                <a:cubicBezTo>
                  <a:pt x="3787556" y="815944"/>
                  <a:pt x="3787971" y="815707"/>
                  <a:pt x="3788385" y="815707"/>
                </a:cubicBezTo>
                <a:close/>
                <a:moveTo>
                  <a:pt x="2368167" y="815707"/>
                </a:moveTo>
                <a:lnTo>
                  <a:pt x="2385816" y="815707"/>
                </a:lnTo>
                <a:cubicBezTo>
                  <a:pt x="2386231" y="815707"/>
                  <a:pt x="2386646" y="816003"/>
                  <a:pt x="2386882" y="816359"/>
                </a:cubicBezTo>
                <a:lnTo>
                  <a:pt x="2395707" y="831639"/>
                </a:lnTo>
                <a:cubicBezTo>
                  <a:pt x="2395944" y="831994"/>
                  <a:pt x="2395944" y="832527"/>
                  <a:pt x="2395707" y="832882"/>
                </a:cubicBezTo>
                <a:lnTo>
                  <a:pt x="2386882" y="848162"/>
                </a:lnTo>
                <a:cubicBezTo>
                  <a:pt x="2386646" y="848577"/>
                  <a:pt x="2386231" y="848814"/>
                  <a:pt x="2385816" y="848814"/>
                </a:cubicBezTo>
                <a:lnTo>
                  <a:pt x="2368167" y="848814"/>
                </a:lnTo>
                <a:cubicBezTo>
                  <a:pt x="2367753" y="848814"/>
                  <a:pt x="2367338" y="848518"/>
                  <a:pt x="2367101" y="848162"/>
                </a:cubicBezTo>
                <a:lnTo>
                  <a:pt x="2358277" y="832882"/>
                </a:lnTo>
                <a:cubicBezTo>
                  <a:pt x="2358040" y="832527"/>
                  <a:pt x="2358040" y="831994"/>
                  <a:pt x="2358277" y="831639"/>
                </a:cubicBezTo>
                <a:lnTo>
                  <a:pt x="2367101" y="816359"/>
                </a:lnTo>
                <a:cubicBezTo>
                  <a:pt x="2367338" y="815944"/>
                  <a:pt x="2367753" y="815707"/>
                  <a:pt x="2368167" y="815707"/>
                </a:cubicBezTo>
                <a:close/>
                <a:moveTo>
                  <a:pt x="339116" y="815529"/>
                </a:moveTo>
                <a:lnTo>
                  <a:pt x="357002" y="815529"/>
                </a:lnTo>
                <a:cubicBezTo>
                  <a:pt x="357416" y="815529"/>
                  <a:pt x="357831" y="815766"/>
                  <a:pt x="358068" y="816180"/>
                </a:cubicBezTo>
                <a:lnTo>
                  <a:pt x="367011" y="831698"/>
                </a:lnTo>
                <a:cubicBezTo>
                  <a:pt x="367248" y="832053"/>
                  <a:pt x="367248" y="832527"/>
                  <a:pt x="367011" y="832941"/>
                </a:cubicBezTo>
                <a:lnTo>
                  <a:pt x="358068" y="848458"/>
                </a:lnTo>
                <a:cubicBezTo>
                  <a:pt x="357890" y="848873"/>
                  <a:pt x="357476" y="849110"/>
                  <a:pt x="357002" y="849110"/>
                </a:cubicBezTo>
                <a:lnTo>
                  <a:pt x="339116" y="849110"/>
                </a:lnTo>
                <a:cubicBezTo>
                  <a:pt x="338701" y="849110"/>
                  <a:pt x="338287" y="848873"/>
                  <a:pt x="338050" y="848458"/>
                </a:cubicBezTo>
                <a:lnTo>
                  <a:pt x="329107" y="832941"/>
                </a:lnTo>
                <a:cubicBezTo>
                  <a:pt x="328870" y="832586"/>
                  <a:pt x="328870" y="832112"/>
                  <a:pt x="329107" y="831698"/>
                </a:cubicBezTo>
                <a:lnTo>
                  <a:pt x="338050" y="816180"/>
                </a:lnTo>
                <a:cubicBezTo>
                  <a:pt x="338227" y="815766"/>
                  <a:pt x="338642" y="815529"/>
                  <a:pt x="339116" y="815529"/>
                </a:cubicBezTo>
                <a:close/>
                <a:moveTo>
                  <a:pt x="1082923" y="815292"/>
                </a:moveTo>
                <a:lnTo>
                  <a:pt x="1101046" y="815292"/>
                </a:lnTo>
                <a:cubicBezTo>
                  <a:pt x="1101520" y="815292"/>
                  <a:pt x="1101935" y="815529"/>
                  <a:pt x="1102172" y="815944"/>
                </a:cubicBezTo>
                <a:lnTo>
                  <a:pt x="1111233" y="831638"/>
                </a:lnTo>
                <a:cubicBezTo>
                  <a:pt x="1111470" y="832053"/>
                  <a:pt x="1111470" y="832527"/>
                  <a:pt x="1111233" y="832941"/>
                </a:cubicBezTo>
                <a:lnTo>
                  <a:pt x="1102172" y="848636"/>
                </a:lnTo>
                <a:cubicBezTo>
                  <a:pt x="1101935" y="849050"/>
                  <a:pt x="1101520" y="849287"/>
                  <a:pt x="1101046" y="849287"/>
                </a:cubicBezTo>
                <a:lnTo>
                  <a:pt x="1082923" y="849287"/>
                </a:lnTo>
                <a:cubicBezTo>
                  <a:pt x="1082450" y="849287"/>
                  <a:pt x="1082035" y="849050"/>
                  <a:pt x="1081798" y="848636"/>
                </a:cubicBezTo>
                <a:lnTo>
                  <a:pt x="1072737" y="832941"/>
                </a:lnTo>
                <a:cubicBezTo>
                  <a:pt x="1072500" y="832527"/>
                  <a:pt x="1072500" y="832053"/>
                  <a:pt x="1072737" y="831638"/>
                </a:cubicBezTo>
                <a:lnTo>
                  <a:pt x="1081798" y="815944"/>
                </a:lnTo>
                <a:cubicBezTo>
                  <a:pt x="1082035" y="815529"/>
                  <a:pt x="1082450" y="815292"/>
                  <a:pt x="1082923" y="815292"/>
                </a:cubicBezTo>
                <a:close/>
                <a:moveTo>
                  <a:pt x="1015288" y="815292"/>
                </a:moveTo>
                <a:lnTo>
                  <a:pt x="1033411" y="815292"/>
                </a:lnTo>
                <a:cubicBezTo>
                  <a:pt x="1033885" y="815292"/>
                  <a:pt x="1034300" y="815529"/>
                  <a:pt x="1034537" y="815944"/>
                </a:cubicBezTo>
                <a:lnTo>
                  <a:pt x="1043598" y="831638"/>
                </a:lnTo>
                <a:cubicBezTo>
                  <a:pt x="1043835" y="832053"/>
                  <a:pt x="1043835" y="832527"/>
                  <a:pt x="1043598" y="832941"/>
                </a:cubicBezTo>
                <a:lnTo>
                  <a:pt x="1034537" y="848636"/>
                </a:lnTo>
                <a:cubicBezTo>
                  <a:pt x="1034300" y="849050"/>
                  <a:pt x="1033885" y="849287"/>
                  <a:pt x="1033411" y="849287"/>
                </a:cubicBezTo>
                <a:lnTo>
                  <a:pt x="1015288" y="849287"/>
                </a:lnTo>
                <a:cubicBezTo>
                  <a:pt x="1014815" y="849287"/>
                  <a:pt x="1014400" y="849050"/>
                  <a:pt x="1014163" y="848636"/>
                </a:cubicBezTo>
                <a:lnTo>
                  <a:pt x="1005102" y="832941"/>
                </a:lnTo>
                <a:cubicBezTo>
                  <a:pt x="1004865" y="832527"/>
                  <a:pt x="1004865" y="832053"/>
                  <a:pt x="1005102" y="831638"/>
                </a:cubicBezTo>
                <a:lnTo>
                  <a:pt x="1014163" y="815944"/>
                </a:lnTo>
                <a:cubicBezTo>
                  <a:pt x="1014400" y="815529"/>
                  <a:pt x="1014815" y="815292"/>
                  <a:pt x="1015288" y="815292"/>
                </a:cubicBezTo>
                <a:close/>
                <a:moveTo>
                  <a:pt x="474149" y="815114"/>
                </a:moveTo>
                <a:lnTo>
                  <a:pt x="492449" y="815114"/>
                </a:lnTo>
                <a:cubicBezTo>
                  <a:pt x="492923" y="815114"/>
                  <a:pt x="493338" y="815351"/>
                  <a:pt x="493575" y="815766"/>
                </a:cubicBezTo>
                <a:lnTo>
                  <a:pt x="502755" y="831638"/>
                </a:lnTo>
                <a:cubicBezTo>
                  <a:pt x="502992" y="832052"/>
                  <a:pt x="502992" y="832526"/>
                  <a:pt x="502755" y="832941"/>
                </a:cubicBezTo>
                <a:lnTo>
                  <a:pt x="493575" y="848813"/>
                </a:lnTo>
                <a:cubicBezTo>
                  <a:pt x="493338" y="849228"/>
                  <a:pt x="492923" y="849465"/>
                  <a:pt x="492449" y="849465"/>
                </a:cubicBezTo>
                <a:lnTo>
                  <a:pt x="474149" y="849465"/>
                </a:lnTo>
                <a:cubicBezTo>
                  <a:pt x="473675" y="849465"/>
                  <a:pt x="473261" y="849228"/>
                  <a:pt x="473024" y="848813"/>
                </a:cubicBezTo>
                <a:lnTo>
                  <a:pt x="463844" y="832941"/>
                </a:lnTo>
                <a:cubicBezTo>
                  <a:pt x="463607" y="832526"/>
                  <a:pt x="463607" y="832052"/>
                  <a:pt x="463844" y="831638"/>
                </a:cubicBezTo>
                <a:lnTo>
                  <a:pt x="473024" y="815766"/>
                </a:lnTo>
                <a:cubicBezTo>
                  <a:pt x="473261" y="815351"/>
                  <a:pt x="473675" y="815114"/>
                  <a:pt x="474149" y="815114"/>
                </a:cubicBezTo>
                <a:close/>
                <a:moveTo>
                  <a:pt x="1150382" y="814878"/>
                </a:moveTo>
                <a:lnTo>
                  <a:pt x="1168919" y="814878"/>
                </a:lnTo>
                <a:cubicBezTo>
                  <a:pt x="1169393" y="814878"/>
                  <a:pt x="1169807" y="815115"/>
                  <a:pt x="1170044" y="815529"/>
                </a:cubicBezTo>
                <a:lnTo>
                  <a:pt x="1179283" y="831579"/>
                </a:lnTo>
                <a:cubicBezTo>
                  <a:pt x="1179520" y="831994"/>
                  <a:pt x="1179520" y="832468"/>
                  <a:pt x="1179283" y="832882"/>
                </a:cubicBezTo>
                <a:lnTo>
                  <a:pt x="1169985" y="848932"/>
                </a:lnTo>
                <a:cubicBezTo>
                  <a:pt x="1169748" y="849347"/>
                  <a:pt x="1169333" y="849584"/>
                  <a:pt x="1168860" y="849584"/>
                </a:cubicBezTo>
                <a:lnTo>
                  <a:pt x="1150322" y="849584"/>
                </a:lnTo>
                <a:cubicBezTo>
                  <a:pt x="1149848" y="849584"/>
                  <a:pt x="1149434" y="849347"/>
                  <a:pt x="1149197" y="848932"/>
                </a:cubicBezTo>
                <a:lnTo>
                  <a:pt x="1139958" y="832882"/>
                </a:lnTo>
                <a:cubicBezTo>
                  <a:pt x="1139721" y="832468"/>
                  <a:pt x="1139721" y="831994"/>
                  <a:pt x="1139958" y="831579"/>
                </a:cubicBezTo>
                <a:lnTo>
                  <a:pt x="1149256" y="815529"/>
                </a:lnTo>
                <a:cubicBezTo>
                  <a:pt x="1149493" y="815115"/>
                  <a:pt x="1149908" y="814878"/>
                  <a:pt x="1150382" y="814878"/>
                </a:cubicBezTo>
                <a:close/>
                <a:moveTo>
                  <a:pt x="406396" y="814878"/>
                </a:moveTo>
                <a:lnTo>
                  <a:pt x="424933" y="814878"/>
                </a:lnTo>
                <a:cubicBezTo>
                  <a:pt x="425407" y="814878"/>
                  <a:pt x="425821" y="815115"/>
                  <a:pt x="426058" y="815529"/>
                </a:cubicBezTo>
                <a:lnTo>
                  <a:pt x="435297" y="831579"/>
                </a:lnTo>
                <a:cubicBezTo>
                  <a:pt x="435534" y="831994"/>
                  <a:pt x="435534" y="832468"/>
                  <a:pt x="435297" y="832882"/>
                </a:cubicBezTo>
                <a:lnTo>
                  <a:pt x="425999" y="848932"/>
                </a:lnTo>
                <a:cubicBezTo>
                  <a:pt x="425762" y="849347"/>
                  <a:pt x="425347" y="849584"/>
                  <a:pt x="424874" y="849584"/>
                </a:cubicBezTo>
                <a:lnTo>
                  <a:pt x="406336" y="849584"/>
                </a:lnTo>
                <a:cubicBezTo>
                  <a:pt x="405862" y="849584"/>
                  <a:pt x="405448" y="849347"/>
                  <a:pt x="405211" y="848932"/>
                </a:cubicBezTo>
                <a:lnTo>
                  <a:pt x="395972" y="832882"/>
                </a:lnTo>
                <a:cubicBezTo>
                  <a:pt x="395735" y="832468"/>
                  <a:pt x="395735" y="831994"/>
                  <a:pt x="395972" y="831579"/>
                </a:cubicBezTo>
                <a:lnTo>
                  <a:pt x="405270" y="815529"/>
                </a:lnTo>
                <a:cubicBezTo>
                  <a:pt x="405507" y="815115"/>
                  <a:pt x="405922" y="814878"/>
                  <a:pt x="406396" y="814878"/>
                </a:cubicBezTo>
                <a:close/>
                <a:moveTo>
                  <a:pt x="3720276" y="814759"/>
                </a:moveTo>
                <a:lnTo>
                  <a:pt x="3738932" y="814759"/>
                </a:lnTo>
                <a:cubicBezTo>
                  <a:pt x="3739405" y="814759"/>
                  <a:pt x="3739820" y="814996"/>
                  <a:pt x="3740057" y="815411"/>
                </a:cubicBezTo>
                <a:lnTo>
                  <a:pt x="3749356" y="831579"/>
                </a:lnTo>
                <a:cubicBezTo>
                  <a:pt x="3749592" y="831994"/>
                  <a:pt x="3749592" y="832467"/>
                  <a:pt x="3749356" y="832882"/>
                </a:cubicBezTo>
                <a:lnTo>
                  <a:pt x="3739998" y="849050"/>
                </a:lnTo>
                <a:cubicBezTo>
                  <a:pt x="3739761" y="849465"/>
                  <a:pt x="3739346" y="849702"/>
                  <a:pt x="3738873" y="849702"/>
                </a:cubicBezTo>
                <a:lnTo>
                  <a:pt x="3720217" y="849702"/>
                </a:lnTo>
                <a:cubicBezTo>
                  <a:pt x="3719743" y="849702"/>
                  <a:pt x="3719328" y="849465"/>
                  <a:pt x="3719092" y="849050"/>
                </a:cubicBezTo>
                <a:lnTo>
                  <a:pt x="3709793" y="832882"/>
                </a:lnTo>
                <a:cubicBezTo>
                  <a:pt x="3709556" y="832467"/>
                  <a:pt x="3709556" y="831994"/>
                  <a:pt x="3709793" y="831579"/>
                </a:cubicBezTo>
                <a:lnTo>
                  <a:pt x="3719150" y="815411"/>
                </a:lnTo>
                <a:cubicBezTo>
                  <a:pt x="3719387" y="814996"/>
                  <a:pt x="3719802" y="814759"/>
                  <a:pt x="3720276" y="814759"/>
                </a:cubicBezTo>
                <a:close/>
                <a:moveTo>
                  <a:pt x="541488" y="814581"/>
                </a:moveTo>
                <a:lnTo>
                  <a:pt x="560381" y="814581"/>
                </a:lnTo>
                <a:cubicBezTo>
                  <a:pt x="560795" y="814581"/>
                  <a:pt x="561269" y="814818"/>
                  <a:pt x="561506" y="815233"/>
                </a:cubicBezTo>
                <a:lnTo>
                  <a:pt x="570923" y="831579"/>
                </a:lnTo>
                <a:cubicBezTo>
                  <a:pt x="571159" y="831993"/>
                  <a:pt x="571159" y="832526"/>
                  <a:pt x="570923" y="832941"/>
                </a:cubicBezTo>
                <a:lnTo>
                  <a:pt x="561506" y="849287"/>
                </a:lnTo>
                <a:cubicBezTo>
                  <a:pt x="561269" y="849701"/>
                  <a:pt x="560854" y="849938"/>
                  <a:pt x="560381" y="849938"/>
                </a:cubicBezTo>
                <a:lnTo>
                  <a:pt x="541488" y="849938"/>
                </a:lnTo>
                <a:cubicBezTo>
                  <a:pt x="541073" y="849938"/>
                  <a:pt x="540599" y="849701"/>
                  <a:pt x="540363" y="849287"/>
                </a:cubicBezTo>
                <a:lnTo>
                  <a:pt x="530946" y="832941"/>
                </a:lnTo>
                <a:cubicBezTo>
                  <a:pt x="530709" y="832526"/>
                  <a:pt x="530709" y="831993"/>
                  <a:pt x="530946" y="831579"/>
                </a:cubicBezTo>
                <a:lnTo>
                  <a:pt x="540363" y="815233"/>
                </a:lnTo>
                <a:cubicBezTo>
                  <a:pt x="540599" y="814818"/>
                  <a:pt x="541014" y="814581"/>
                  <a:pt x="541488" y="814581"/>
                </a:cubicBezTo>
                <a:close/>
                <a:moveTo>
                  <a:pt x="3922944" y="814463"/>
                </a:moveTo>
                <a:lnTo>
                  <a:pt x="3941956" y="814463"/>
                </a:lnTo>
                <a:cubicBezTo>
                  <a:pt x="3942429" y="814463"/>
                  <a:pt x="3942903" y="814700"/>
                  <a:pt x="3943140" y="815114"/>
                </a:cubicBezTo>
                <a:lnTo>
                  <a:pt x="3952616" y="831579"/>
                </a:lnTo>
                <a:cubicBezTo>
                  <a:pt x="3952853" y="831994"/>
                  <a:pt x="3952853" y="832527"/>
                  <a:pt x="3952616" y="832941"/>
                </a:cubicBezTo>
                <a:lnTo>
                  <a:pt x="3943140" y="849406"/>
                </a:lnTo>
                <a:cubicBezTo>
                  <a:pt x="3942843" y="849820"/>
                  <a:pt x="3942429" y="850057"/>
                  <a:pt x="3941956" y="850057"/>
                </a:cubicBezTo>
                <a:lnTo>
                  <a:pt x="3922944" y="850057"/>
                </a:lnTo>
                <a:cubicBezTo>
                  <a:pt x="3922470" y="850057"/>
                  <a:pt x="3921996" y="849820"/>
                  <a:pt x="3921760" y="849406"/>
                </a:cubicBezTo>
                <a:lnTo>
                  <a:pt x="3912284" y="832941"/>
                </a:lnTo>
                <a:cubicBezTo>
                  <a:pt x="3912047" y="832527"/>
                  <a:pt x="3912047" y="831994"/>
                  <a:pt x="3912284" y="831579"/>
                </a:cubicBezTo>
                <a:lnTo>
                  <a:pt x="3921760" y="815114"/>
                </a:lnTo>
                <a:cubicBezTo>
                  <a:pt x="3922055" y="814700"/>
                  <a:pt x="3922470" y="814463"/>
                  <a:pt x="3922944" y="814463"/>
                </a:cubicBezTo>
                <a:close/>
                <a:moveTo>
                  <a:pt x="947239" y="814344"/>
                </a:moveTo>
                <a:lnTo>
                  <a:pt x="966310" y="814344"/>
                </a:lnTo>
                <a:cubicBezTo>
                  <a:pt x="966784" y="814344"/>
                  <a:pt x="967257" y="814581"/>
                  <a:pt x="967495" y="814996"/>
                </a:cubicBezTo>
                <a:lnTo>
                  <a:pt x="977030" y="831519"/>
                </a:lnTo>
                <a:cubicBezTo>
                  <a:pt x="977266" y="831934"/>
                  <a:pt x="977266" y="832467"/>
                  <a:pt x="977030" y="832881"/>
                </a:cubicBezTo>
                <a:lnTo>
                  <a:pt x="967495" y="849405"/>
                </a:lnTo>
                <a:cubicBezTo>
                  <a:pt x="967257" y="849820"/>
                  <a:pt x="966784" y="850057"/>
                  <a:pt x="966310" y="850057"/>
                </a:cubicBezTo>
                <a:lnTo>
                  <a:pt x="947239" y="850057"/>
                </a:lnTo>
                <a:cubicBezTo>
                  <a:pt x="946766" y="850057"/>
                  <a:pt x="946292" y="849820"/>
                  <a:pt x="946055" y="849405"/>
                </a:cubicBezTo>
                <a:lnTo>
                  <a:pt x="936520" y="832881"/>
                </a:lnTo>
                <a:cubicBezTo>
                  <a:pt x="936283" y="832467"/>
                  <a:pt x="936283" y="831934"/>
                  <a:pt x="936520" y="831519"/>
                </a:cubicBezTo>
                <a:lnTo>
                  <a:pt x="946055" y="814996"/>
                </a:lnTo>
                <a:cubicBezTo>
                  <a:pt x="946292" y="814581"/>
                  <a:pt x="946766" y="814344"/>
                  <a:pt x="947239" y="814344"/>
                </a:cubicBezTo>
                <a:close/>
                <a:moveTo>
                  <a:pt x="4463965" y="814285"/>
                </a:moveTo>
                <a:lnTo>
                  <a:pt x="4483154" y="814285"/>
                </a:lnTo>
                <a:cubicBezTo>
                  <a:pt x="4483629" y="814285"/>
                  <a:pt x="4484102" y="814522"/>
                  <a:pt x="4484339" y="814936"/>
                </a:cubicBezTo>
                <a:lnTo>
                  <a:pt x="4493934" y="831579"/>
                </a:lnTo>
                <a:cubicBezTo>
                  <a:pt x="4494171" y="831993"/>
                  <a:pt x="4494171" y="832526"/>
                  <a:pt x="4493934" y="832941"/>
                </a:cubicBezTo>
                <a:lnTo>
                  <a:pt x="4484339" y="849583"/>
                </a:lnTo>
                <a:cubicBezTo>
                  <a:pt x="4484102" y="849998"/>
                  <a:pt x="4483629" y="850234"/>
                  <a:pt x="4483154" y="850234"/>
                </a:cubicBezTo>
                <a:lnTo>
                  <a:pt x="4463965" y="850234"/>
                </a:lnTo>
                <a:cubicBezTo>
                  <a:pt x="4463492" y="850234"/>
                  <a:pt x="4463018" y="849998"/>
                  <a:pt x="4462781" y="849583"/>
                </a:cubicBezTo>
                <a:lnTo>
                  <a:pt x="4453187" y="832941"/>
                </a:lnTo>
                <a:cubicBezTo>
                  <a:pt x="4452950" y="832526"/>
                  <a:pt x="4452950" y="831993"/>
                  <a:pt x="4453187" y="831579"/>
                </a:cubicBezTo>
                <a:lnTo>
                  <a:pt x="4462781" y="814936"/>
                </a:lnTo>
                <a:cubicBezTo>
                  <a:pt x="4463018" y="814522"/>
                  <a:pt x="4463492" y="814285"/>
                  <a:pt x="4463965" y="814285"/>
                </a:cubicBezTo>
                <a:close/>
                <a:moveTo>
                  <a:pt x="879545" y="814285"/>
                </a:moveTo>
                <a:lnTo>
                  <a:pt x="898733" y="814285"/>
                </a:lnTo>
                <a:cubicBezTo>
                  <a:pt x="899207" y="814285"/>
                  <a:pt x="899681" y="814522"/>
                  <a:pt x="899918" y="814936"/>
                </a:cubicBezTo>
                <a:lnTo>
                  <a:pt x="909512" y="831579"/>
                </a:lnTo>
                <a:cubicBezTo>
                  <a:pt x="909750" y="831993"/>
                  <a:pt x="909750" y="832526"/>
                  <a:pt x="909512" y="832941"/>
                </a:cubicBezTo>
                <a:lnTo>
                  <a:pt x="899918" y="849583"/>
                </a:lnTo>
                <a:cubicBezTo>
                  <a:pt x="899681" y="849998"/>
                  <a:pt x="899207" y="850234"/>
                  <a:pt x="898733" y="850234"/>
                </a:cubicBezTo>
                <a:lnTo>
                  <a:pt x="879545" y="850234"/>
                </a:lnTo>
                <a:cubicBezTo>
                  <a:pt x="879071" y="850234"/>
                  <a:pt x="878597" y="849998"/>
                  <a:pt x="878360" y="849583"/>
                </a:cubicBezTo>
                <a:lnTo>
                  <a:pt x="868766" y="832941"/>
                </a:lnTo>
                <a:cubicBezTo>
                  <a:pt x="868529" y="832526"/>
                  <a:pt x="868529" y="831993"/>
                  <a:pt x="868766" y="831579"/>
                </a:cubicBezTo>
                <a:lnTo>
                  <a:pt x="878360" y="814936"/>
                </a:lnTo>
                <a:cubicBezTo>
                  <a:pt x="878597" y="814522"/>
                  <a:pt x="879071" y="814285"/>
                  <a:pt x="879545" y="814285"/>
                </a:cubicBezTo>
                <a:close/>
                <a:moveTo>
                  <a:pt x="811435" y="813456"/>
                </a:moveTo>
                <a:lnTo>
                  <a:pt x="831513" y="813456"/>
                </a:lnTo>
                <a:cubicBezTo>
                  <a:pt x="832046" y="813456"/>
                  <a:pt x="832520" y="813752"/>
                  <a:pt x="832757" y="814167"/>
                </a:cubicBezTo>
                <a:lnTo>
                  <a:pt x="842766" y="831579"/>
                </a:lnTo>
                <a:cubicBezTo>
                  <a:pt x="843002" y="831993"/>
                  <a:pt x="843002" y="832586"/>
                  <a:pt x="842766" y="833000"/>
                </a:cubicBezTo>
                <a:lnTo>
                  <a:pt x="832697" y="850413"/>
                </a:lnTo>
                <a:cubicBezTo>
                  <a:pt x="832401" y="850827"/>
                  <a:pt x="831927" y="851123"/>
                  <a:pt x="831454" y="851123"/>
                </a:cubicBezTo>
                <a:lnTo>
                  <a:pt x="811376" y="851123"/>
                </a:lnTo>
                <a:cubicBezTo>
                  <a:pt x="810843" y="851123"/>
                  <a:pt x="810369" y="850827"/>
                  <a:pt x="810133" y="850413"/>
                </a:cubicBezTo>
                <a:lnTo>
                  <a:pt x="800124" y="833000"/>
                </a:lnTo>
                <a:cubicBezTo>
                  <a:pt x="799887" y="832586"/>
                  <a:pt x="799887" y="831993"/>
                  <a:pt x="800124" y="831579"/>
                </a:cubicBezTo>
                <a:lnTo>
                  <a:pt x="810192" y="814167"/>
                </a:lnTo>
                <a:cubicBezTo>
                  <a:pt x="810488" y="813752"/>
                  <a:pt x="810962" y="813456"/>
                  <a:pt x="811435" y="813456"/>
                </a:cubicBezTo>
                <a:close/>
                <a:moveTo>
                  <a:pt x="4531068" y="813338"/>
                </a:moveTo>
                <a:lnTo>
                  <a:pt x="4551264" y="813338"/>
                </a:lnTo>
                <a:cubicBezTo>
                  <a:pt x="4551797" y="813338"/>
                  <a:pt x="4552271" y="813634"/>
                  <a:pt x="4552508" y="814049"/>
                </a:cubicBezTo>
                <a:lnTo>
                  <a:pt x="4562576" y="831520"/>
                </a:lnTo>
                <a:cubicBezTo>
                  <a:pt x="4562813" y="831935"/>
                  <a:pt x="4562813" y="832527"/>
                  <a:pt x="4562576" y="832941"/>
                </a:cubicBezTo>
                <a:lnTo>
                  <a:pt x="4552448" y="850413"/>
                </a:lnTo>
                <a:cubicBezTo>
                  <a:pt x="4552152" y="850827"/>
                  <a:pt x="4551679" y="851124"/>
                  <a:pt x="4551205" y="851124"/>
                </a:cubicBezTo>
                <a:lnTo>
                  <a:pt x="4531009" y="851124"/>
                </a:lnTo>
                <a:cubicBezTo>
                  <a:pt x="4530476" y="851124"/>
                  <a:pt x="4530002" y="850827"/>
                  <a:pt x="4529766" y="850413"/>
                </a:cubicBezTo>
                <a:lnTo>
                  <a:pt x="4519697" y="832941"/>
                </a:lnTo>
                <a:cubicBezTo>
                  <a:pt x="4519460" y="832527"/>
                  <a:pt x="4519460" y="831935"/>
                  <a:pt x="4519697" y="831520"/>
                </a:cubicBezTo>
                <a:lnTo>
                  <a:pt x="4529824" y="814049"/>
                </a:lnTo>
                <a:cubicBezTo>
                  <a:pt x="4530121" y="813634"/>
                  <a:pt x="4530594" y="813338"/>
                  <a:pt x="4531068" y="813338"/>
                </a:cubicBezTo>
                <a:close/>
                <a:moveTo>
                  <a:pt x="3989987" y="813338"/>
                </a:moveTo>
                <a:lnTo>
                  <a:pt x="4010183" y="813338"/>
                </a:lnTo>
                <a:cubicBezTo>
                  <a:pt x="4010716" y="813338"/>
                  <a:pt x="4011190" y="813634"/>
                  <a:pt x="4011427" y="814049"/>
                </a:cubicBezTo>
                <a:lnTo>
                  <a:pt x="4021495" y="831520"/>
                </a:lnTo>
                <a:cubicBezTo>
                  <a:pt x="4021732" y="831935"/>
                  <a:pt x="4021732" y="832527"/>
                  <a:pt x="4021495" y="832941"/>
                </a:cubicBezTo>
                <a:lnTo>
                  <a:pt x="4011367" y="850413"/>
                </a:lnTo>
                <a:cubicBezTo>
                  <a:pt x="4011071" y="850827"/>
                  <a:pt x="4010598" y="851124"/>
                  <a:pt x="4010123" y="851124"/>
                </a:cubicBezTo>
                <a:lnTo>
                  <a:pt x="3989928" y="851124"/>
                </a:lnTo>
                <a:cubicBezTo>
                  <a:pt x="3989394" y="851124"/>
                  <a:pt x="3988921" y="850827"/>
                  <a:pt x="3988684" y="850413"/>
                </a:cubicBezTo>
                <a:lnTo>
                  <a:pt x="3978616" y="832941"/>
                </a:lnTo>
                <a:cubicBezTo>
                  <a:pt x="3978379" y="832527"/>
                  <a:pt x="3978379" y="831935"/>
                  <a:pt x="3978616" y="831520"/>
                </a:cubicBezTo>
                <a:lnTo>
                  <a:pt x="3988743" y="814049"/>
                </a:lnTo>
                <a:cubicBezTo>
                  <a:pt x="3989040" y="813634"/>
                  <a:pt x="3989513" y="813338"/>
                  <a:pt x="3989987" y="813338"/>
                </a:cubicBezTo>
                <a:close/>
                <a:moveTo>
                  <a:pt x="2772497" y="813042"/>
                </a:moveTo>
                <a:lnTo>
                  <a:pt x="2793049" y="813042"/>
                </a:lnTo>
                <a:cubicBezTo>
                  <a:pt x="2793522" y="813042"/>
                  <a:pt x="2794055" y="813279"/>
                  <a:pt x="2794292" y="813753"/>
                </a:cubicBezTo>
                <a:lnTo>
                  <a:pt x="2804538" y="831520"/>
                </a:lnTo>
                <a:cubicBezTo>
                  <a:pt x="2804775" y="831994"/>
                  <a:pt x="2804775" y="832527"/>
                  <a:pt x="2804538" y="833001"/>
                </a:cubicBezTo>
                <a:lnTo>
                  <a:pt x="2794292" y="850769"/>
                </a:lnTo>
                <a:cubicBezTo>
                  <a:pt x="2794055" y="851183"/>
                  <a:pt x="2793581" y="851479"/>
                  <a:pt x="2793049" y="851479"/>
                </a:cubicBezTo>
                <a:lnTo>
                  <a:pt x="2772497" y="851479"/>
                </a:lnTo>
                <a:cubicBezTo>
                  <a:pt x="2772024" y="851479"/>
                  <a:pt x="2771491" y="851242"/>
                  <a:pt x="2771254" y="850769"/>
                </a:cubicBezTo>
                <a:lnTo>
                  <a:pt x="2761008" y="833001"/>
                </a:lnTo>
                <a:cubicBezTo>
                  <a:pt x="2760771" y="832527"/>
                  <a:pt x="2760771" y="831994"/>
                  <a:pt x="2761008" y="831520"/>
                </a:cubicBezTo>
                <a:lnTo>
                  <a:pt x="2771254" y="813753"/>
                </a:lnTo>
                <a:cubicBezTo>
                  <a:pt x="2771491" y="813338"/>
                  <a:pt x="2771964" y="813042"/>
                  <a:pt x="2772497" y="813042"/>
                </a:cubicBezTo>
                <a:close/>
                <a:moveTo>
                  <a:pt x="4598406" y="812805"/>
                </a:moveTo>
                <a:lnTo>
                  <a:pt x="4619135" y="812805"/>
                </a:lnTo>
                <a:cubicBezTo>
                  <a:pt x="4619609" y="812805"/>
                  <a:pt x="4620083" y="813042"/>
                  <a:pt x="4620379" y="813516"/>
                </a:cubicBezTo>
                <a:lnTo>
                  <a:pt x="4630743" y="831520"/>
                </a:lnTo>
                <a:cubicBezTo>
                  <a:pt x="4631039" y="831994"/>
                  <a:pt x="4631039" y="832527"/>
                  <a:pt x="4630743" y="833001"/>
                </a:cubicBezTo>
                <a:lnTo>
                  <a:pt x="4620379" y="851005"/>
                </a:lnTo>
                <a:cubicBezTo>
                  <a:pt x="4620142" y="851420"/>
                  <a:pt x="4619668" y="851716"/>
                  <a:pt x="4619135" y="851716"/>
                </a:cubicBezTo>
                <a:lnTo>
                  <a:pt x="4598406" y="851716"/>
                </a:lnTo>
                <a:cubicBezTo>
                  <a:pt x="4597932" y="851716"/>
                  <a:pt x="4597399" y="851479"/>
                  <a:pt x="4597162" y="851005"/>
                </a:cubicBezTo>
                <a:lnTo>
                  <a:pt x="4586798" y="833001"/>
                </a:lnTo>
                <a:cubicBezTo>
                  <a:pt x="4586502" y="832527"/>
                  <a:pt x="4586502" y="831994"/>
                  <a:pt x="4586798" y="831520"/>
                </a:cubicBezTo>
                <a:lnTo>
                  <a:pt x="4597162" y="813516"/>
                </a:lnTo>
                <a:cubicBezTo>
                  <a:pt x="4597399" y="813101"/>
                  <a:pt x="4597874" y="812805"/>
                  <a:pt x="4598406" y="812805"/>
                </a:cubicBezTo>
                <a:close/>
                <a:moveTo>
                  <a:pt x="4057030" y="812094"/>
                </a:moveTo>
                <a:lnTo>
                  <a:pt x="4078529" y="812094"/>
                </a:lnTo>
                <a:cubicBezTo>
                  <a:pt x="4079061" y="812094"/>
                  <a:pt x="4079536" y="812390"/>
                  <a:pt x="4079831" y="812864"/>
                </a:cubicBezTo>
                <a:lnTo>
                  <a:pt x="4090611" y="831520"/>
                </a:lnTo>
                <a:cubicBezTo>
                  <a:pt x="4090906" y="831994"/>
                  <a:pt x="4090906" y="832586"/>
                  <a:pt x="4090611" y="833060"/>
                </a:cubicBezTo>
                <a:lnTo>
                  <a:pt x="4079831" y="851715"/>
                </a:lnTo>
                <a:cubicBezTo>
                  <a:pt x="4079595" y="852189"/>
                  <a:pt x="4079061" y="852485"/>
                  <a:pt x="4078529" y="852485"/>
                </a:cubicBezTo>
                <a:lnTo>
                  <a:pt x="4057030" y="852485"/>
                </a:lnTo>
                <a:cubicBezTo>
                  <a:pt x="4056497" y="852485"/>
                  <a:pt x="4056023" y="852189"/>
                  <a:pt x="4055727" y="851715"/>
                </a:cubicBezTo>
                <a:lnTo>
                  <a:pt x="4044948" y="833060"/>
                </a:lnTo>
                <a:cubicBezTo>
                  <a:pt x="4044652" y="832586"/>
                  <a:pt x="4044652" y="831994"/>
                  <a:pt x="4044948" y="831520"/>
                </a:cubicBezTo>
                <a:lnTo>
                  <a:pt x="4055727" y="812864"/>
                </a:lnTo>
                <a:cubicBezTo>
                  <a:pt x="4055964" y="812390"/>
                  <a:pt x="4056497" y="812094"/>
                  <a:pt x="4057030" y="812094"/>
                </a:cubicBezTo>
                <a:close/>
                <a:moveTo>
                  <a:pt x="4665153" y="811146"/>
                </a:moveTo>
                <a:lnTo>
                  <a:pt x="4687658" y="811146"/>
                </a:lnTo>
                <a:cubicBezTo>
                  <a:pt x="4688192" y="811146"/>
                  <a:pt x="4688725" y="811442"/>
                  <a:pt x="4689020" y="811916"/>
                </a:cubicBezTo>
                <a:lnTo>
                  <a:pt x="4700273" y="831401"/>
                </a:lnTo>
                <a:cubicBezTo>
                  <a:pt x="4700570" y="831875"/>
                  <a:pt x="4700570" y="832526"/>
                  <a:pt x="4700273" y="833000"/>
                </a:cubicBezTo>
                <a:lnTo>
                  <a:pt x="4689020" y="852485"/>
                </a:lnTo>
                <a:cubicBezTo>
                  <a:pt x="4688725" y="852959"/>
                  <a:pt x="4688192" y="853255"/>
                  <a:pt x="4687658" y="853255"/>
                </a:cubicBezTo>
                <a:lnTo>
                  <a:pt x="4665153" y="853255"/>
                </a:lnTo>
                <a:cubicBezTo>
                  <a:pt x="4664620" y="853255"/>
                  <a:pt x="4664087" y="852959"/>
                  <a:pt x="4663790" y="852485"/>
                </a:cubicBezTo>
                <a:lnTo>
                  <a:pt x="4652538" y="833000"/>
                </a:lnTo>
                <a:cubicBezTo>
                  <a:pt x="4652242" y="832526"/>
                  <a:pt x="4652242" y="831875"/>
                  <a:pt x="4652538" y="831401"/>
                </a:cubicBezTo>
                <a:lnTo>
                  <a:pt x="4663790" y="811916"/>
                </a:lnTo>
                <a:cubicBezTo>
                  <a:pt x="4664087" y="811442"/>
                  <a:pt x="4664620" y="811146"/>
                  <a:pt x="4665153" y="811146"/>
                </a:cubicBezTo>
                <a:close/>
                <a:moveTo>
                  <a:pt x="2838830" y="810554"/>
                </a:moveTo>
                <a:lnTo>
                  <a:pt x="2861987" y="810554"/>
                </a:lnTo>
                <a:cubicBezTo>
                  <a:pt x="2862579" y="810554"/>
                  <a:pt x="2863112" y="810909"/>
                  <a:pt x="2863408" y="811383"/>
                </a:cubicBezTo>
                <a:lnTo>
                  <a:pt x="2875016" y="831460"/>
                </a:lnTo>
                <a:cubicBezTo>
                  <a:pt x="2875312" y="831993"/>
                  <a:pt x="2875312" y="832645"/>
                  <a:pt x="2875016" y="833119"/>
                </a:cubicBezTo>
                <a:lnTo>
                  <a:pt x="2863408" y="853196"/>
                </a:lnTo>
                <a:cubicBezTo>
                  <a:pt x="2863112" y="853729"/>
                  <a:pt x="2862579" y="854025"/>
                  <a:pt x="2861987" y="854025"/>
                </a:cubicBezTo>
                <a:lnTo>
                  <a:pt x="2838830" y="854025"/>
                </a:lnTo>
                <a:cubicBezTo>
                  <a:pt x="2838238" y="854025"/>
                  <a:pt x="2837704" y="853670"/>
                  <a:pt x="2837408" y="853196"/>
                </a:cubicBezTo>
                <a:lnTo>
                  <a:pt x="2825800" y="833119"/>
                </a:lnTo>
                <a:cubicBezTo>
                  <a:pt x="2825504" y="832586"/>
                  <a:pt x="2825504" y="831934"/>
                  <a:pt x="2825800" y="831460"/>
                </a:cubicBezTo>
                <a:lnTo>
                  <a:pt x="2837408" y="811383"/>
                </a:lnTo>
                <a:cubicBezTo>
                  <a:pt x="2837704" y="810850"/>
                  <a:pt x="2838238" y="810554"/>
                  <a:pt x="2838830" y="810554"/>
                </a:cubicBezTo>
                <a:close/>
                <a:moveTo>
                  <a:pt x="4934983" y="809903"/>
                </a:moveTo>
                <a:lnTo>
                  <a:pt x="4958851" y="809903"/>
                </a:lnTo>
                <a:cubicBezTo>
                  <a:pt x="4959443" y="809903"/>
                  <a:pt x="4960035" y="810199"/>
                  <a:pt x="4960331" y="810732"/>
                </a:cubicBezTo>
                <a:lnTo>
                  <a:pt x="4972236" y="831402"/>
                </a:lnTo>
                <a:cubicBezTo>
                  <a:pt x="4972531" y="831876"/>
                  <a:pt x="4972531" y="832527"/>
                  <a:pt x="4972236" y="833060"/>
                </a:cubicBezTo>
                <a:lnTo>
                  <a:pt x="4960331" y="853730"/>
                </a:lnTo>
                <a:cubicBezTo>
                  <a:pt x="4959976" y="854203"/>
                  <a:pt x="4959443" y="854559"/>
                  <a:pt x="4958851" y="854559"/>
                </a:cubicBezTo>
                <a:lnTo>
                  <a:pt x="4934983" y="854559"/>
                </a:lnTo>
                <a:cubicBezTo>
                  <a:pt x="4934391" y="854559"/>
                  <a:pt x="4933798" y="854263"/>
                  <a:pt x="4933502" y="853730"/>
                </a:cubicBezTo>
                <a:lnTo>
                  <a:pt x="4921598" y="833060"/>
                </a:lnTo>
                <a:cubicBezTo>
                  <a:pt x="4921302" y="832586"/>
                  <a:pt x="4921302" y="831935"/>
                  <a:pt x="4921598" y="831402"/>
                </a:cubicBezTo>
                <a:lnTo>
                  <a:pt x="4933502" y="810732"/>
                </a:lnTo>
                <a:cubicBezTo>
                  <a:pt x="4933858" y="810258"/>
                  <a:pt x="4934391" y="809903"/>
                  <a:pt x="4934983" y="809903"/>
                </a:cubicBezTo>
                <a:close/>
                <a:moveTo>
                  <a:pt x="4867348" y="809903"/>
                </a:moveTo>
                <a:lnTo>
                  <a:pt x="4891215" y="809903"/>
                </a:lnTo>
                <a:cubicBezTo>
                  <a:pt x="4891808" y="809903"/>
                  <a:pt x="4892400" y="810199"/>
                  <a:pt x="4892696" y="810732"/>
                </a:cubicBezTo>
                <a:lnTo>
                  <a:pt x="4904600" y="831402"/>
                </a:lnTo>
                <a:cubicBezTo>
                  <a:pt x="4904897" y="831876"/>
                  <a:pt x="4904897" y="832527"/>
                  <a:pt x="4904600" y="833060"/>
                </a:cubicBezTo>
                <a:lnTo>
                  <a:pt x="4892696" y="853730"/>
                </a:lnTo>
                <a:cubicBezTo>
                  <a:pt x="4892341" y="854203"/>
                  <a:pt x="4891808" y="854559"/>
                  <a:pt x="4891215" y="854559"/>
                </a:cubicBezTo>
                <a:lnTo>
                  <a:pt x="4867348" y="854559"/>
                </a:lnTo>
                <a:cubicBezTo>
                  <a:pt x="4866755" y="854559"/>
                  <a:pt x="4866163" y="854263"/>
                  <a:pt x="4865868" y="853730"/>
                </a:cubicBezTo>
                <a:lnTo>
                  <a:pt x="4853963" y="833060"/>
                </a:lnTo>
                <a:cubicBezTo>
                  <a:pt x="4853667" y="832586"/>
                  <a:pt x="4853667" y="831935"/>
                  <a:pt x="4853963" y="831402"/>
                </a:cubicBezTo>
                <a:lnTo>
                  <a:pt x="4865868" y="810732"/>
                </a:lnTo>
                <a:cubicBezTo>
                  <a:pt x="4866223" y="810258"/>
                  <a:pt x="4866755" y="809903"/>
                  <a:pt x="4867348" y="809903"/>
                </a:cubicBezTo>
                <a:close/>
                <a:moveTo>
                  <a:pt x="4799595" y="809607"/>
                </a:moveTo>
                <a:lnTo>
                  <a:pt x="4823758" y="809607"/>
                </a:lnTo>
                <a:cubicBezTo>
                  <a:pt x="4824351" y="809607"/>
                  <a:pt x="4824943" y="809903"/>
                  <a:pt x="4825239" y="810436"/>
                </a:cubicBezTo>
                <a:lnTo>
                  <a:pt x="4837321" y="831402"/>
                </a:lnTo>
                <a:cubicBezTo>
                  <a:pt x="4837617" y="831935"/>
                  <a:pt x="4837617" y="832586"/>
                  <a:pt x="4837321" y="833119"/>
                </a:cubicBezTo>
                <a:lnTo>
                  <a:pt x="4825239" y="854085"/>
                </a:lnTo>
                <a:cubicBezTo>
                  <a:pt x="4824943" y="854559"/>
                  <a:pt x="4824351" y="854914"/>
                  <a:pt x="4823758" y="854914"/>
                </a:cubicBezTo>
                <a:lnTo>
                  <a:pt x="4799595" y="854914"/>
                </a:lnTo>
                <a:cubicBezTo>
                  <a:pt x="4799002" y="854914"/>
                  <a:pt x="4798410" y="854618"/>
                  <a:pt x="4798114" y="854085"/>
                </a:cubicBezTo>
                <a:lnTo>
                  <a:pt x="4786032" y="833119"/>
                </a:lnTo>
                <a:cubicBezTo>
                  <a:pt x="4785736" y="832586"/>
                  <a:pt x="4785736" y="831935"/>
                  <a:pt x="4786032" y="831402"/>
                </a:cubicBezTo>
                <a:lnTo>
                  <a:pt x="4798114" y="810436"/>
                </a:lnTo>
                <a:cubicBezTo>
                  <a:pt x="4798410" y="809962"/>
                  <a:pt x="4799002" y="809607"/>
                  <a:pt x="4799595" y="809607"/>
                </a:cubicBezTo>
                <a:close/>
                <a:moveTo>
                  <a:pt x="4731781" y="809310"/>
                </a:moveTo>
                <a:lnTo>
                  <a:pt x="4756301" y="809310"/>
                </a:lnTo>
                <a:cubicBezTo>
                  <a:pt x="4756893" y="809310"/>
                  <a:pt x="4757485" y="809665"/>
                  <a:pt x="4757781" y="810198"/>
                </a:cubicBezTo>
                <a:lnTo>
                  <a:pt x="4770041" y="831401"/>
                </a:lnTo>
                <a:cubicBezTo>
                  <a:pt x="4770337" y="831934"/>
                  <a:pt x="4770337" y="832585"/>
                  <a:pt x="4770041" y="833118"/>
                </a:cubicBezTo>
                <a:lnTo>
                  <a:pt x="4757781" y="854321"/>
                </a:lnTo>
                <a:cubicBezTo>
                  <a:pt x="4757485" y="854854"/>
                  <a:pt x="4756893" y="855209"/>
                  <a:pt x="4756301" y="855209"/>
                </a:cubicBezTo>
                <a:lnTo>
                  <a:pt x="4731781" y="855209"/>
                </a:lnTo>
                <a:cubicBezTo>
                  <a:pt x="4731189" y="855209"/>
                  <a:pt x="4730596" y="854854"/>
                  <a:pt x="4730301" y="854321"/>
                </a:cubicBezTo>
                <a:lnTo>
                  <a:pt x="4718041" y="833118"/>
                </a:lnTo>
                <a:cubicBezTo>
                  <a:pt x="4717745" y="832585"/>
                  <a:pt x="4717745" y="831934"/>
                  <a:pt x="4718041" y="831401"/>
                </a:cubicBezTo>
                <a:lnTo>
                  <a:pt x="4730301" y="810198"/>
                </a:lnTo>
                <a:cubicBezTo>
                  <a:pt x="4730596" y="809665"/>
                  <a:pt x="4731189" y="809310"/>
                  <a:pt x="4731781" y="809310"/>
                </a:cubicBezTo>
                <a:close/>
                <a:moveTo>
                  <a:pt x="4400121" y="762878"/>
                </a:moveTo>
                <a:lnTo>
                  <a:pt x="4411611" y="762878"/>
                </a:lnTo>
                <a:cubicBezTo>
                  <a:pt x="4411907" y="762878"/>
                  <a:pt x="4412321" y="763293"/>
                  <a:pt x="4412321" y="763293"/>
                </a:cubicBezTo>
                <a:lnTo>
                  <a:pt x="4418066" y="773242"/>
                </a:lnTo>
                <a:cubicBezTo>
                  <a:pt x="4418185" y="773479"/>
                  <a:pt x="4418066" y="774072"/>
                  <a:pt x="4418066" y="774072"/>
                </a:cubicBezTo>
                <a:lnTo>
                  <a:pt x="4412321" y="784021"/>
                </a:lnTo>
                <a:cubicBezTo>
                  <a:pt x="4412144" y="784258"/>
                  <a:pt x="4411611" y="784436"/>
                  <a:pt x="4411611" y="784436"/>
                </a:cubicBezTo>
                <a:lnTo>
                  <a:pt x="4400121" y="784436"/>
                </a:lnTo>
                <a:cubicBezTo>
                  <a:pt x="4399825" y="784436"/>
                  <a:pt x="4399411" y="784021"/>
                  <a:pt x="4399411" y="784021"/>
                </a:cubicBezTo>
                <a:lnTo>
                  <a:pt x="4393665" y="774072"/>
                </a:lnTo>
                <a:cubicBezTo>
                  <a:pt x="4393548" y="773835"/>
                  <a:pt x="4393665" y="773242"/>
                  <a:pt x="4393665" y="773242"/>
                </a:cubicBezTo>
                <a:lnTo>
                  <a:pt x="4399411" y="763293"/>
                </a:lnTo>
                <a:cubicBezTo>
                  <a:pt x="4399588" y="763056"/>
                  <a:pt x="4400121" y="762878"/>
                  <a:pt x="4400121" y="762878"/>
                </a:cubicBezTo>
                <a:close/>
                <a:moveTo>
                  <a:pt x="4332367" y="762582"/>
                </a:moveTo>
                <a:lnTo>
                  <a:pt x="4344153" y="762582"/>
                </a:lnTo>
                <a:cubicBezTo>
                  <a:pt x="4344449" y="762582"/>
                  <a:pt x="4344864" y="762997"/>
                  <a:pt x="4344864" y="762997"/>
                </a:cubicBezTo>
                <a:lnTo>
                  <a:pt x="4350786" y="773242"/>
                </a:lnTo>
                <a:cubicBezTo>
                  <a:pt x="4350964" y="773479"/>
                  <a:pt x="4350786" y="774072"/>
                  <a:pt x="4350786" y="774072"/>
                </a:cubicBezTo>
                <a:lnTo>
                  <a:pt x="4344864" y="784318"/>
                </a:lnTo>
                <a:cubicBezTo>
                  <a:pt x="4344745" y="784554"/>
                  <a:pt x="4344153" y="784732"/>
                  <a:pt x="4344153" y="784732"/>
                </a:cubicBezTo>
                <a:lnTo>
                  <a:pt x="4332367" y="784732"/>
                </a:lnTo>
                <a:cubicBezTo>
                  <a:pt x="4332072" y="784732"/>
                  <a:pt x="4331657" y="784318"/>
                  <a:pt x="4331657" y="784318"/>
                </a:cubicBezTo>
                <a:lnTo>
                  <a:pt x="4325734" y="774072"/>
                </a:lnTo>
                <a:cubicBezTo>
                  <a:pt x="4325556" y="773835"/>
                  <a:pt x="4325734" y="773242"/>
                  <a:pt x="4325734" y="773242"/>
                </a:cubicBezTo>
                <a:lnTo>
                  <a:pt x="4331657" y="762997"/>
                </a:lnTo>
                <a:cubicBezTo>
                  <a:pt x="4331775" y="762760"/>
                  <a:pt x="4332367" y="762582"/>
                  <a:pt x="4332367" y="762582"/>
                </a:cubicBezTo>
                <a:close/>
                <a:moveTo>
                  <a:pt x="4264555" y="762286"/>
                </a:moveTo>
                <a:lnTo>
                  <a:pt x="4276696" y="762286"/>
                </a:lnTo>
                <a:cubicBezTo>
                  <a:pt x="4277052" y="762286"/>
                  <a:pt x="4277466" y="762700"/>
                  <a:pt x="4277466" y="762700"/>
                </a:cubicBezTo>
                <a:lnTo>
                  <a:pt x="4283507" y="773242"/>
                </a:lnTo>
                <a:cubicBezTo>
                  <a:pt x="4283685" y="773479"/>
                  <a:pt x="4283507" y="774072"/>
                  <a:pt x="4283507" y="774072"/>
                </a:cubicBezTo>
                <a:lnTo>
                  <a:pt x="4277407" y="784614"/>
                </a:lnTo>
                <a:cubicBezTo>
                  <a:pt x="4277230" y="784851"/>
                  <a:pt x="4276933" y="785028"/>
                  <a:pt x="4276637" y="785028"/>
                </a:cubicBezTo>
                <a:lnTo>
                  <a:pt x="4264496" y="785028"/>
                </a:lnTo>
                <a:cubicBezTo>
                  <a:pt x="4264140" y="785028"/>
                  <a:pt x="4263726" y="784614"/>
                  <a:pt x="4263726" y="784614"/>
                </a:cubicBezTo>
                <a:lnTo>
                  <a:pt x="4257685" y="774072"/>
                </a:lnTo>
                <a:cubicBezTo>
                  <a:pt x="4257507" y="773835"/>
                  <a:pt x="4257685" y="773242"/>
                  <a:pt x="4257685" y="773242"/>
                </a:cubicBezTo>
                <a:lnTo>
                  <a:pt x="4263785" y="762700"/>
                </a:lnTo>
                <a:cubicBezTo>
                  <a:pt x="4263963" y="762464"/>
                  <a:pt x="4264259" y="762286"/>
                  <a:pt x="4264555" y="762286"/>
                </a:cubicBezTo>
                <a:close/>
                <a:moveTo>
                  <a:pt x="138580" y="761338"/>
                </a:moveTo>
                <a:lnTo>
                  <a:pt x="151728" y="761338"/>
                </a:lnTo>
                <a:cubicBezTo>
                  <a:pt x="152084" y="761338"/>
                  <a:pt x="152557" y="761812"/>
                  <a:pt x="152557" y="761812"/>
                </a:cubicBezTo>
                <a:lnTo>
                  <a:pt x="159131" y="773183"/>
                </a:lnTo>
                <a:cubicBezTo>
                  <a:pt x="159309" y="773479"/>
                  <a:pt x="159131" y="774131"/>
                  <a:pt x="159131" y="774131"/>
                </a:cubicBezTo>
                <a:lnTo>
                  <a:pt x="152557" y="785502"/>
                </a:lnTo>
                <a:cubicBezTo>
                  <a:pt x="152380" y="785798"/>
                  <a:pt x="152084" y="785976"/>
                  <a:pt x="151728" y="785976"/>
                </a:cubicBezTo>
                <a:lnTo>
                  <a:pt x="138580" y="785976"/>
                </a:lnTo>
                <a:cubicBezTo>
                  <a:pt x="138225" y="785976"/>
                  <a:pt x="137751" y="785502"/>
                  <a:pt x="137751" y="785502"/>
                </a:cubicBezTo>
                <a:lnTo>
                  <a:pt x="131177" y="774131"/>
                </a:lnTo>
                <a:cubicBezTo>
                  <a:pt x="130999" y="773834"/>
                  <a:pt x="131177" y="773183"/>
                  <a:pt x="131177" y="773183"/>
                </a:cubicBezTo>
                <a:lnTo>
                  <a:pt x="137751" y="761812"/>
                </a:lnTo>
                <a:cubicBezTo>
                  <a:pt x="137929" y="761516"/>
                  <a:pt x="138225" y="761338"/>
                  <a:pt x="138580" y="761338"/>
                </a:cubicBezTo>
                <a:close/>
                <a:moveTo>
                  <a:pt x="205444" y="759917"/>
                </a:moveTo>
                <a:lnTo>
                  <a:pt x="220132" y="759917"/>
                </a:lnTo>
                <a:cubicBezTo>
                  <a:pt x="220488" y="759917"/>
                  <a:pt x="220843" y="760154"/>
                  <a:pt x="221021" y="760450"/>
                </a:cubicBezTo>
                <a:lnTo>
                  <a:pt x="228365" y="773184"/>
                </a:lnTo>
                <a:cubicBezTo>
                  <a:pt x="228542" y="773539"/>
                  <a:pt x="228542" y="773953"/>
                  <a:pt x="228365" y="774250"/>
                </a:cubicBezTo>
                <a:lnTo>
                  <a:pt x="221021" y="786983"/>
                </a:lnTo>
                <a:cubicBezTo>
                  <a:pt x="220843" y="787338"/>
                  <a:pt x="220488" y="787516"/>
                  <a:pt x="220132" y="787516"/>
                </a:cubicBezTo>
                <a:lnTo>
                  <a:pt x="205444" y="787516"/>
                </a:lnTo>
                <a:cubicBezTo>
                  <a:pt x="205089" y="787516"/>
                  <a:pt x="204734" y="787279"/>
                  <a:pt x="204556" y="786983"/>
                </a:cubicBezTo>
                <a:lnTo>
                  <a:pt x="197212" y="774250"/>
                </a:lnTo>
                <a:cubicBezTo>
                  <a:pt x="197035" y="773894"/>
                  <a:pt x="197035" y="773480"/>
                  <a:pt x="197212" y="773184"/>
                </a:cubicBezTo>
                <a:lnTo>
                  <a:pt x="204556" y="760450"/>
                </a:lnTo>
                <a:cubicBezTo>
                  <a:pt x="204734" y="760095"/>
                  <a:pt x="205089" y="759917"/>
                  <a:pt x="205444" y="759917"/>
                </a:cubicBezTo>
                <a:close/>
                <a:moveTo>
                  <a:pt x="2707646" y="759680"/>
                </a:moveTo>
                <a:lnTo>
                  <a:pt x="2722571" y="759680"/>
                </a:lnTo>
                <a:cubicBezTo>
                  <a:pt x="2722926" y="759680"/>
                  <a:pt x="2723281" y="759917"/>
                  <a:pt x="2723459" y="760213"/>
                </a:cubicBezTo>
                <a:lnTo>
                  <a:pt x="2730921" y="773124"/>
                </a:lnTo>
                <a:cubicBezTo>
                  <a:pt x="2731099" y="773479"/>
                  <a:pt x="2731099" y="773894"/>
                  <a:pt x="2730921" y="774190"/>
                </a:cubicBezTo>
                <a:lnTo>
                  <a:pt x="2723459" y="787101"/>
                </a:lnTo>
                <a:cubicBezTo>
                  <a:pt x="2723281" y="787457"/>
                  <a:pt x="2722926" y="787634"/>
                  <a:pt x="2722571" y="787634"/>
                </a:cubicBezTo>
                <a:lnTo>
                  <a:pt x="2707646" y="787634"/>
                </a:lnTo>
                <a:cubicBezTo>
                  <a:pt x="2707291" y="787634"/>
                  <a:pt x="2706935" y="787397"/>
                  <a:pt x="2706758" y="787101"/>
                </a:cubicBezTo>
                <a:lnTo>
                  <a:pt x="2699295" y="774190"/>
                </a:lnTo>
                <a:cubicBezTo>
                  <a:pt x="2699118" y="773835"/>
                  <a:pt x="2699118" y="773420"/>
                  <a:pt x="2699295" y="773124"/>
                </a:cubicBezTo>
                <a:lnTo>
                  <a:pt x="2706758" y="760213"/>
                </a:lnTo>
                <a:cubicBezTo>
                  <a:pt x="2706935" y="759858"/>
                  <a:pt x="2707291" y="759680"/>
                  <a:pt x="2707646" y="759680"/>
                </a:cubicBezTo>
                <a:close/>
                <a:moveTo>
                  <a:pt x="3856908" y="758851"/>
                </a:moveTo>
                <a:lnTo>
                  <a:pt x="3872722" y="758851"/>
                </a:lnTo>
                <a:cubicBezTo>
                  <a:pt x="3873077" y="758851"/>
                  <a:pt x="3873492" y="759029"/>
                  <a:pt x="3873669" y="759384"/>
                </a:cubicBezTo>
                <a:lnTo>
                  <a:pt x="3881546" y="773065"/>
                </a:lnTo>
                <a:cubicBezTo>
                  <a:pt x="3881724" y="773421"/>
                  <a:pt x="3881724" y="773835"/>
                  <a:pt x="3881546" y="774190"/>
                </a:cubicBezTo>
                <a:lnTo>
                  <a:pt x="3873669" y="787871"/>
                </a:lnTo>
                <a:cubicBezTo>
                  <a:pt x="3873492" y="788167"/>
                  <a:pt x="3873136" y="788404"/>
                  <a:pt x="3872722" y="788404"/>
                </a:cubicBezTo>
                <a:lnTo>
                  <a:pt x="3856908" y="788404"/>
                </a:lnTo>
                <a:cubicBezTo>
                  <a:pt x="3856553" y="788404"/>
                  <a:pt x="3856138" y="788227"/>
                  <a:pt x="3855961" y="787871"/>
                </a:cubicBezTo>
                <a:lnTo>
                  <a:pt x="3848084" y="774190"/>
                </a:lnTo>
                <a:cubicBezTo>
                  <a:pt x="3847907" y="773835"/>
                  <a:pt x="3847907" y="773421"/>
                  <a:pt x="3848084" y="773065"/>
                </a:cubicBezTo>
                <a:lnTo>
                  <a:pt x="3855961" y="759384"/>
                </a:lnTo>
                <a:cubicBezTo>
                  <a:pt x="3856138" y="759088"/>
                  <a:pt x="3856494" y="758851"/>
                  <a:pt x="3856908" y="758851"/>
                </a:cubicBezTo>
                <a:close/>
                <a:moveTo>
                  <a:pt x="2639596" y="758851"/>
                </a:moveTo>
                <a:lnTo>
                  <a:pt x="2655409" y="758851"/>
                </a:lnTo>
                <a:cubicBezTo>
                  <a:pt x="2655764" y="758851"/>
                  <a:pt x="2656179" y="759029"/>
                  <a:pt x="2656356" y="759384"/>
                </a:cubicBezTo>
                <a:lnTo>
                  <a:pt x="2664233" y="773065"/>
                </a:lnTo>
                <a:cubicBezTo>
                  <a:pt x="2664411" y="773421"/>
                  <a:pt x="2664411" y="773835"/>
                  <a:pt x="2664233" y="774190"/>
                </a:cubicBezTo>
                <a:lnTo>
                  <a:pt x="2656356" y="787871"/>
                </a:lnTo>
                <a:cubicBezTo>
                  <a:pt x="2656179" y="788167"/>
                  <a:pt x="2655824" y="788404"/>
                  <a:pt x="2655409" y="788404"/>
                </a:cubicBezTo>
                <a:lnTo>
                  <a:pt x="2639596" y="788404"/>
                </a:lnTo>
                <a:cubicBezTo>
                  <a:pt x="2639240" y="788404"/>
                  <a:pt x="2638826" y="788227"/>
                  <a:pt x="2638648" y="787871"/>
                </a:cubicBezTo>
                <a:lnTo>
                  <a:pt x="2630771" y="774190"/>
                </a:lnTo>
                <a:cubicBezTo>
                  <a:pt x="2630594" y="773835"/>
                  <a:pt x="2630594" y="773421"/>
                  <a:pt x="2630771" y="773065"/>
                </a:cubicBezTo>
                <a:lnTo>
                  <a:pt x="2638648" y="759384"/>
                </a:lnTo>
                <a:cubicBezTo>
                  <a:pt x="2638826" y="759088"/>
                  <a:pt x="2639181" y="758851"/>
                  <a:pt x="2639596" y="758851"/>
                </a:cubicBezTo>
                <a:close/>
                <a:moveTo>
                  <a:pt x="2571546" y="758022"/>
                </a:moveTo>
                <a:lnTo>
                  <a:pt x="2588188" y="758022"/>
                </a:lnTo>
                <a:cubicBezTo>
                  <a:pt x="2588603" y="758022"/>
                  <a:pt x="2588958" y="758259"/>
                  <a:pt x="2589195" y="758614"/>
                </a:cubicBezTo>
                <a:lnTo>
                  <a:pt x="2597546" y="773065"/>
                </a:lnTo>
                <a:cubicBezTo>
                  <a:pt x="2597783" y="773421"/>
                  <a:pt x="2597783" y="773894"/>
                  <a:pt x="2597546" y="774250"/>
                </a:cubicBezTo>
                <a:lnTo>
                  <a:pt x="2589195" y="788701"/>
                </a:lnTo>
                <a:cubicBezTo>
                  <a:pt x="2589018" y="789056"/>
                  <a:pt x="2588603" y="789293"/>
                  <a:pt x="2588188" y="789293"/>
                </a:cubicBezTo>
                <a:lnTo>
                  <a:pt x="2571546" y="789293"/>
                </a:lnTo>
                <a:cubicBezTo>
                  <a:pt x="2571132" y="789293"/>
                  <a:pt x="2570776" y="789056"/>
                  <a:pt x="2570539" y="788701"/>
                </a:cubicBezTo>
                <a:lnTo>
                  <a:pt x="2562189" y="774250"/>
                </a:lnTo>
                <a:cubicBezTo>
                  <a:pt x="2561952" y="773894"/>
                  <a:pt x="2561952" y="773421"/>
                  <a:pt x="2562189" y="773065"/>
                </a:cubicBezTo>
                <a:lnTo>
                  <a:pt x="2570539" y="758614"/>
                </a:lnTo>
                <a:cubicBezTo>
                  <a:pt x="2570717" y="758259"/>
                  <a:pt x="2571132" y="758022"/>
                  <a:pt x="2571546" y="758022"/>
                </a:cubicBezTo>
                <a:close/>
                <a:moveTo>
                  <a:pt x="2503911" y="758022"/>
                </a:moveTo>
                <a:lnTo>
                  <a:pt x="2520553" y="758022"/>
                </a:lnTo>
                <a:cubicBezTo>
                  <a:pt x="2520968" y="758022"/>
                  <a:pt x="2521323" y="758259"/>
                  <a:pt x="2521560" y="758614"/>
                </a:cubicBezTo>
                <a:lnTo>
                  <a:pt x="2529911" y="773065"/>
                </a:lnTo>
                <a:cubicBezTo>
                  <a:pt x="2530148" y="773421"/>
                  <a:pt x="2530148" y="773894"/>
                  <a:pt x="2529911" y="774250"/>
                </a:cubicBezTo>
                <a:lnTo>
                  <a:pt x="2521560" y="788701"/>
                </a:lnTo>
                <a:cubicBezTo>
                  <a:pt x="2521383" y="789056"/>
                  <a:pt x="2520968" y="789293"/>
                  <a:pt x="2520553" y="789293"/>
                </a:cubicBezTo>
                <a:lnTo>
                  <a:pt x="2503911" y="789293"/>
                </a:lnTo>
                <a:cubicBezTo>
                  <a:pt x="2503497" y="789293"/>
                  <a:pt x="2503141" y="789056"/>
                  <a:pt x="2502905" y="788701"/>
                </a:cubicBezTo>
                <a:lnTo>
                  <a:pt x="2494554" y="774250"/>
                </a:lnTo>
                <a:cubicBezTo>
                  <a:pt x="2494317" y="773894"/>
                  <a:pt x="2494317" y="773421"/>
                  <a:pt x="2494554" y="773065"/>
                </a:cubicBezTo>
                <a:lnTo>
                  <a:pt x="2502905" y="758614"/>
                </a:lnTo>
                <a:cubicBezTo>
                  <a:pt x="2503082" y="758259"/>
                  <a:pt x="2503497" y="758022"/>
                  <a:pt x="2503911" y="758022"/>
                </a:cubicBezTo>
                <a:close/>
                <a:moveTo>
                  <a:pt x="2436099" y="757725"/>
                </a:moveTo>
                <a:lnTo>
                  <a:pt x="2453097" y="757725"/>
                </a:lnTo>
                <a:cubicBezTo>
                  <a:pt x="2453570" y="757725"/>
                  <a:pt x="2453926" y="757962"/>
                  <a:pt x="2454163" y="758317"/>
                </a:cubicBezTo>
                <a:lnTo>
                  <a:pt x="2462632" y="773064"/>
                </a:lnTo>
                <a:cubicBezTo>
                  <a:pt x="2462869" y="773420"/>
                  <a:pt x="2462869" y="773894"/>
                  <a:pt x="2462632" y="774249"/>
                </a:cubicBezTo>
                <a:lnTo>
                  <a:pt x="2454104" y="788996"/>
                </a:lnTo>
                <a:cubicBezTo>
                  <a:pt x="2453867" y="789351"/>
                  <a:pt x="2453452" y="789588"/>
                  <a:pt x="2453037" y="789588"/>
                </a:cubicBezTo>
                <a:lnTo>
                  <a:pt x="2436040" y="789588"/>
                </a:lnTo>
                <a:cubicBezTo>
                  <a:pt x="2435566" y="789588"/>
                  <a:pt x="2435211" y="789351"/>
                  <a:pt x="2434974" y="788996"/>
                </a:cubicBezTo>
                <a:lnTo>
                  <a:pt x="2426505" y="774249"/>
                </a:lnTo>
                <a:cubicBezTo>
                  <a:pt x="2426268" y="773894"/>
                  <a:pt x="2426268" y="773420"/>
                  <a:pt x="2426505" y="773064"/>
                </a:cubicBezTo>
                <a:lnTo>
                  <a:pt x="2435033" y="758317"/>
                </a:lnTo>
                <a:cubicBezTo>
                  <a:pt x="2435270" y="757962"/>
                  <a:pt x="2435684" y="757725"/>
                  <a:pt x="2436099" y="757725"/>
                </a:cubicBezTo>
                <a:close/>
                <a:moveTo>
                  <a:pt x="4464913" y="757489"/>
                </a:moveTo>
                <a:lnTo>
                  <a:pt x="4482148" y="757489"/>
                </a:lnTo>
                <a:cubicBezTo>
                  <a:pt x="4482562" y="757489"/>
                  <a:pt x="4482977" y="757726"/>
                  <a:pt x="4483214" y="758081"/>
                </a:cubicBezTo>
                <a:lnTo>
                  <a:pt x="4491802" y="773006"/>
                </a:lnTo>
                <a:cubicBezTo>
                  <a:pt x="4492038" y="773421"/>
                  <a:pt x="4492038" y="773894"/>
                  <a:pt x="4491802" y="774250"/>
                </a:cubicBezTo>
                <a:lnTo>
                  <a:pt x="4483154" y="789174"/>
                </a:lnTo>
                <a:cubicBezTo>
                  <a:pt x="4482918" y="789530"/>
                  <a:pt x="4482503" y="789767"/>
                  <a:pt x="4482089" y="789767"/>
                </a:cubicBezTo>
                <a:lnTo>
                  <a:pt x="4464854" y="789767"/>
                </a:lnTo>
                <a:cubicBezTo>
                  <a:pt x="4464440" y="789767"/>
                  <a:pt x="4464025" y="789530"/>
                  <a:pt x="4463788" y="789174"/>
                </a:cubicBezTo>
                <a:lnTo>
                  <a:pt x="4455200" y="774250"/>
                </a:lnTo>
                <a:cubicBezTo>
                  <a:pt x="4454964" y="773835"/>
                  <a:pt x="4454964" y="773361"/>
                  <a:pt x="4455200" y="773006"/>
                </a:cubicBezTo>
                <a:lnTo>
                  <a:pt x="4463848" y="758081"/>
                </a:lnTo>
                <a:cubicBezTo>
                  <a:pt x="4464084" y="757726"/>
                  <a:pt x="4464499" y="757489"/>
                  <a:pt x="4464913" y="757489"/>
                </a:cubicBezTo>
                <a:close/>
                <a:moveTo>
                  <a:pt x="745223" y="757489"/>
                </a:moveTo>
                <a:lnTo>
                  <a:pt x="762457" y="757489"/>
                </a:lnTo>
                <a:cubicBezTo>
                  <a:pt x="762872" y="757489"/>
                  <a:pt x="763286" y="757726"/>
                  <a:pt x="763523" y="758081"/>
                </a:cubicBezTo>
                <a:lnTo>
                  <a:pt x="772111" y="773006"/>
                </a:lnTo>
                <a:cubicBezTo>
                  <a:pt x="772348" y="773421"/>
                  <a:pt x="772348" y="773894"/>
                  <a:pt x="772111" y="774250"/>
                </a:cubicBezTo>
                <a:lnTo>
                  <a:pt x="763464" y="789174"/>
                </a:lnTo>
                <a:cubicBezTo>
                  <a:pt x="763227" y="789530"/>
                  <a:pt x="762813" y="789767"/>
                  <a:pt x="762398" y="789767"/>
                </a:cubicBezTo>
                <a:lnTo>
                  <a:pt x="745163" y="789767"/>
                </a:lnTo>
                <a:cubicBezTo>
                  <a:pt x="744749" y="789767"/>
                  <a:pt x="744334" y="789530"/>
                  <a:pt x="744097" y="789174"/>
                </a:cubicBezTo>
                <a:lnTo>
                  <a:pt x="735510" y="774250"/>
                </a:lnTo>
                <a:cubicBezTo>
                  <a:pt x="735273" y="773835"/>
                  <a:pt x="735273" y="773361"/>
                  <a:pt x="735510" y="773006"/>
                </a:cubicBezTo>
                <a:lnTo>
                  <a:pt x="744157" y="758081"/>
                </a:lnTo>
                <a:cubicBezTo>
                  <a:pt x="744393" y="757726"/>
                  <a:pt x="744808" y="757489"/>
                  <a:pt x="745223" y="757489"/>
                </a:cubicBezTo>
                <a:close/>
                <a:moveTo>
                  <a:pt x="947832" y="757015"/>
                </a:moveTo>
                <a:lnTo>
                  <a:pt x="965599" y="757015"/>
                </a:lnTo>
                <a:cubicBezTo>
                  <a:pt x="966014" y="757015"/>
                  <a:pt x="966428" y="757252"/>
                  <a:pt x="966665" y="757667"/>
                </a:cubicBezTo>
                <a:lnTo>
                  <a:pt x="975549" y="773065"/>
                </a:lnTo>
                <a:cubicBezTo>
                  <a:pt x="975786" y="773420"/>
                  <a:pt x="975786" y="773894"/>
                  <a:pt x="975549" y="774309"/>
                </a:cubicBezTo>
                <a:lnTo>
                  <a:pt x="966665" y="789707"/>
                </a:lnTo>
                <a:cubicBezTo>
                  <a:pt x="966428" y="790122"/>
                  <a:pt x="966014" y="790359"/>
                  <a:pt x="965599" y="790359"/>
                </a:cubicBezTo>
                <a:lnTo>
                  <a:pt x="947832" y="790359"/>
                </a:lnTo>
                <a:cubicBezTo>
                  <a:pt x="947417" y="790359"/>
                  <a:pt x="947002" y="790122"/>
                  <a:pt x="946766" y="789707"/>
                </a:cubicBezTo>
                <a:lnTo>
                  <a:pt x="937882" y="774309"/>
                </a:lnTo>
                <a:cubicBezTo>
                  <a:pt x="937645" y="773953"/>
                  <a:pt x="937645" y="773480"/>
                  <a:pt x="937882" y="773065"/>
                </a:cubicBezTo>
                <a:lnTo>
                  <a:pt x="946766" y="757667"/>
                </a:lnTo>
                <a:cubicBezTo>
                  <a:pt x="947002" y="757252"/>
                  <a:pt x="947417" y="757015"/>
                  <a:pt x="947832" y="757015"/>
                </a:cubicBezTo>
                <a:close/>
                <a:moveTo>
                  <a:pt x="474386" y="756896"/>
                </a:moveTo>
                <a:lnTo>
                  <a:pt x="492272" y="756896"/>
                </a:lnTo>
                <a:cubicBezTo>
                  <a:pt x="492686" y="756896"/>
                  <a:pt x="493101" y="757133"/>
                  <a:pt x="493338" y="757547"/>
                </a:cubicBezTo>
                <a:lnTo>
                  <a:pt x="502281" y="773064"/>
                </a:lnTo>
                <a:cubicBezTo>
                  <a:pt x="502518" y="773420"/>
                  <a:pt x="502518" y="773894"/>
                  <a:pt x="502281" y="774308"/>
                </a:cubicBezTo>
                <a:lnTo>
                  <a:pt x="493338" y="789825"/>
                </a:lnTo>
                <a:cubicBezTo>
                  <a:pt x="493160" y="790240"/>
                  <a:pt x="492745" y="790477"/>
                  <a:pt x="492272" y="790477"/>
                </a:cubicBezTo>
                <a:lnTo>
                  <a:pt x="474386" y="790477"/>
                </a:lnTo>
                <a:cubicBezTo>
                  <a:pt x="473971" y="790477"/>
                  <a:pt x="473556" y="790240"/>
                  <a:pt x="473320" y="789825"/>
                </a:cubicBezTo>
                <a:lnTo>
                  <a:pt x="464377" y="774308"/>
                </a:lnTo>
                <a:cubicBezTo>
                  <a:pt x="464140" y="773953"/>
                  <a:pt x="464140" y="773479"/>
                  <a:pt x="464377" y="773064"/>
                </a:cubicBezTo>
                <a:lnTo>
                  <a:pt x="473320" y="757547"/>
                </a:lnTo>
                <a:cubicBezTo>
                  <a:pt x="473497" y="757133"/>
                  <a:pt x="473912" y="756896"/>
                  <a:pt x="474386" y="756896"/>
                </a:cubicBezTo>
                <a:close/>
                <a:moveTo>
                  <a:pt x="406692" y="756778"/>
                </a:moveTo>
                <a:lnTo>
                  <a:pt x="424696" y="756778"/>
                </a:lnTo>
                <a:cubicBezTo>
                  <a:pt x="425170" y="756778"/>
                  <a:pt x="425585" y="757015"/>
                  <a:pt x="425822" y="757430"/>
                </a:cubicBezTo>
                <a:lnTo>
                  <a:pt x="434824" y="773006"/>
                </a:lnTo>
                <a:cubicBezTo>
                  <a:pt x="435061" y="773361"/>
                  <a:pt x="435061" y="773835"/>
                  <a:pt x="434824" y="774249"/>
                </a:cubicBezTo>
                <a:lnTo>
                  <a:pt x="425822" y="789826"/>
                </a:lnTo>
                <a:cubicBezTo>
                  <a:pt x="425585" y="790240"/>
                  <a:pt x="425170" y="790477"/>
                  <a:pt x="424696" y="790477"/>
                </a:cubicBezTo>
                <a:lnTo>
                  <a:pt x="406692" y="790477"/>
                </a:lnTo>
                <a:cubicBezTo>
                  <a:pt x="406218" y="790477"/>
                  <a:pt x="405804" y="790240"/>
                  <a:pt x="405567" y="789826"/>
                </a:cubicBezTo>
                <a:lnTo>
                  <a:pt x="396565" y="774249"/>
                </a:lnTo>
                <a:cubicBezTo>
                  <a:pt x="396328" y="773894"/>
                  <a:pt x="396328" y="773420"/>
                  <a:pt x="396565" y="773006"/>
                </a:cubicBezTo>
                <a:lnTo>
                  <a:pt x="405567" y="757430"/>
                </a:lnTo>
                <a:cubicBezTo>
                  <a:pt x="405804" y="757015"/>
                  <a:pt x="406218" y="756778"/>
                  <a:pt x="406692" y="756778"/>
                </a:cubicBezTo>
                <a:close/>
                <a:moveTo>
                  <a:pt x="1218016" y="756245"/>
                </a:moveTo>
                <a:lnTo>
                  <a:pt x="1236554" y="756245"/>
                </a:lnTo>
                <a:cubicBezTo>
                  <a:pt x="1237028" y="756245"/>
                  <a:pt x="1237442" y="756482"/>
                  <a:pt x="1237679" y="756897"/>
                </a:cubicBezTo>
                <a:lnTo>
                  <a:pt x="1246918" y="772947"/>
                </a:lnTo>
                <a:cubicBezTo>
                  <a:pt x="1247155" y="773361"/>
                  <a:pt x="1247155" y="773835"/>
                  <a:pt x="1246918" y="774249"/>
                </a:cubicBezTo>
                <a:lnTo>
                  <a:pt x="1237620" y="790299"/>
                </a:lnTo>
                <a:cubicBezTo>
                  <a:pt x="1237383" y="790714"/>
                  <a:pt x="1236968" y="790951"/>
                  <a:pt x="1236494" y="790951"/>
                </a:cubicBezTo>
                <a:lnTo>
                  <a:pt x="1217957" y="790951"/>
                </a:lnTo>
                <a:cubicBezTo>
                  <a:pt x="1217483" y="790951"/>
                  <a:pt x="1217068" y="790714"/>
                  <a:pt x="1216832" y="790299"/>
                </a:cubicBezTo>
                <a:lnTo>
                  <a:pt x="1207593" y="774249"/>
                </a:lnTo>
                <a:cubicBezTo>
                  <a:pt x="1207356" y="773835"/>
                  <a:pt x="1207356" y="773361"/>
                  <a:pt x="1207593" y="772947"/>
                </a:cubicBezTo>
                <a:lnTo>
                  <a:pt x="1216891" y="756897"/>
                </a:lnTo>
                <a:cubicBezTo>
                  <a:pt x="1217128" y="756482"/>
                  <a:pt x="1217542" y="756245"/>
                  <a:pt x="1218016" y="756245"/>
                </a:cubicBezTo>
                <a:close/>
                <a:moveTo>
                  <a:pt x="271185" y="756245"/>
                </a:moveTo>
                <a:lnTo>
                  <a:pt x="289723" y="756245"/>
                </a:lnTo>
                <a:cubicBezTo>
                  <a:pt x="290196" y="756245"/>
                  <a:pt x="290611" y="756482"/>
                  <a:pt x="290848" y="756897"/>
                </a:cubicBezTo>
                <a:lnTo>
                  <a:pt x="300087" y="772947"/>
                </a:lnTo>
                <a:cubicBezTo>
                  <a:pt x="300324" y="773361"/>
                  <a:pt x="300324" y="773835"/>
                  <a:pt x="300087" y="774249"/>
                </a:cubicBezTo>
                <a:lnTo>
                  <a:pt x="290789" y="790299"/>
                </a:lnTo>
                <a:cubicBezTo>
                  <a:pt x="290552" y="790714"/>
                  <a:pt x="290137" y="790951"/>
                  <a:pt x="289663" y="790951"/>
                </a:cubicBezTo>
                <a:lnTo>
                  <a:pt x="271126" y="790951"/>
                </a:lnTo>
                <a:cubicBezTo>
                  <a:pt x="270652" y="790951"/>
                  <a:pt x="270237" y="790714"/>
                  <a:pt x="270001" y="790299"/>
                </a:cubicBezTo>
                <a:lnTo>
                  <a:pt x="260762" y="774249"/>
                </a:lnTo>
                <a:cubicBezTo>
                  <a:pt x="260525" y="773835"/>
                  <a:pt x="260525" y="773361"/>
                  <a:pt x="260762" y="772947"/>
                </a:cubicBezTo>
                <a:lnTo>
                  <a:pt x="270060" y="756897"/>
                </a:lnTo>
                <a:cubicBezTo>
                  <a:pt x="270297" y="756482"/>
                  <a:pt x="270711" y="756245"/>
                  <a:pt x="271185" y="756245"/>
                </a:cubicBezTo>
                <a:close/>
                <a:moveTo>
                  <a:pt x="541488" y="755949"/>
                </a:moveTo>
                <a:lnTo>
                  <a:pt x="560381" y="755949"/>
                </a:lnTo>
                <a:cubicBezTo>
                  <a:pt x="560795" y="755949"/>
                  <a:pt x="561269" y="756186"/>
                  <a:pt x="561506" y="756600"/>
                </a:cubicBezTo>
                <a:lnTo>
                  <a:pt x="570923" y="772947"/>
                </a:lnTo>
                <a:cubicBezTo>
                  <a:pt x="571159" y="773361"/>
                  <a:pt x="571159" y="773894"/>
                  <a:pt x="570923" y="774309"/>
                </a:cubicBezTo>
                <a:lnTo>
                  <a:pt x="561506" y="790655"/>
                </a:lnTo>
                <a:cubicBezTo>
                  <a:pt x="561269" y="791069"/>
                  <a:pt x="560854" y="791306"/>
                  <a:pt x="560381" y="791306"/>
                </a:cubicBezTo>
                <a:lnTo>
                  <a:pt x="541488" y="791306"/>
                </a:lnTo>
                <a:cubicBezTo>
                  <a:pt x="541073" y="791306"/>
                  <a:pt x="540599" y="791069"/>
                  <a:pt x="540363" y="790655"/>
                </a:cubicBezTo>
                <a:lnTo>
                  <a:pt x="530946" y="774309"/>
                </a:lnTo>
                <a:cubicBezTo>
                  <a:pt x="530709" y="773894"/>
                  <a:pt x="530709" y="773361"/>
                  <a:pt x="530946" y="772947"/>
                </a:cubicBezTo>
                <a:lnTo>
                  <a:pt x="540363" y="756600"/>
                </a:lnTo>
                <a:cubicBezTo>
                  <a:pt x="540599" y="756186"/>
                  <a:pt x="541014" y="755949"/>
                  <a:pt x="541488" y="755949"/>
                </a:cubicBezTo>
                <a:close/>
                <a:moveTo>
                  <a:pt x="3787674" y="755830"/>
                </a:moveTo>
                <a:lnTo>
                  <a:pt x="3806685" y="755830"/>
                </a:lnTo>
                <a:cubicBezTo>
                  <a:pt x="3807159" y="755830"/>
                  <a:pt x="3807633" y="756067"/>
                  <a:pt x="3807870" y="756481"/>
                </a:cubicBezTo>
                <a:lnTo>
                  <a:pt x="3817346" y="772946"/>
                </a:lnTo>
                <a:cubicBezTo>
                  <a:pt x="3817583" y="773361"/>
                  <a:pt x="3817583" y="773894"/>
                  <a:pt x="3817346" y="774308"/>
                </a:cubicBezTo>
                <a:lnTo>
                  <a:pt x="3807870" y="790773"/>
                </a:lnTo>
                <a:cubicBezTo>
                  <a:pt x="3807574" y="791187"/>
                  <a:pt x="3807159" y="791424"/>
                  <a:pt x="3806685" y="791424"/>
                </a:cubicBezTo>
                <a:lnTo>
                  <a:pt x="3787674" y="791424"/>
                </a:lnTo>
                <a:cubicBezTo>
                  <a:pt x="3787201" y="791424"/>
                  <a:pt x="3786726" y="791187"/>
                  <a:pt x="3786490" y="790773"/>
                </a:cubicBezTo>
                <a:lnTo>
                  <a:pt x="3777013" y="774308"/>
                </a:lnTo>
                <a:cubicBezTo>
                  <a:pt x="3776777" y="773894"/>
                  <a:pt x="3776777" y="773361"/>
                  <a:pt x="3777013" y="772946"/>
                </a:cubicBezTo>
                <a:lnTo>
                  <a:pt x="3786490" y="756481"/>
                </a:lnTo>
                <a:cubicBezTo>
                  <a:pt x="3786786" y="756067"/>
                  <a:pt x="3787201" y="755830"/>
                  <a:pt x="3787674" y="755830"/>
                </a:cubicBezTo>
                <a:close/>
                <a:moveTo>
                  <a:pt x="3990579" y="755771"/>
                </a:moveTo>
                <a:lnTo>
                  <a:pt x="4009650" y="755771"/>
                </a:lnTo>
                <a:cubicBezTo>
                  <a:pt x="4010123" y="755771"/>
                  <a:pt x="4010598" y="756008"/>
                  <a:pt x="4010834" y="756422"/>
                </a:cubicBezTo>
                <a:lnTo>
                  <a:pt x="4020370" y="772946"/>
                </a:lnTo>
                <a:cubicBezTo>
                  <a:pt x="4020606" y="773361"/>
                  <a:pt x="4020606" y="773894"/>
                  <a:pt x="4020370" y="774308"/>
                </a:cubicBezTo>
                <a:lnTo>
                  <a:pt x="4010834" y="790832"/>
                </a:lnTo>
                <a:cubicBezTo>
                  <a:pt x="4010598" y="791247"/>
                  <a:pt x="4010123" y="791484"/>
                  <a:pt x="4009650" y="791484"/>
                </a:cubicBezTo>
                <a:lnTo>
                  <a:pt x="3990579" y="791484"/>
                </a:lnTo>
                <a:cubicBezTo>
                  <a:pt x="3990105" y="791484"/>
                  <a:pt x="3989632" y="791247"/>
                  <a:pt x="3989394" y="790832"/>
                </a:cubicBezTo>
                <a:lnTo>
                  <a:pt x="3979859" y="774308"/>
                </a:lnTo>
                <a:cubicBezTo>
                  <a:pt x="3979623" y="773894"/>
                  <a:pt x="3979623" y="773361"/>
                  <a:pt x="3979859" y="772946"/>
                </a:cubicBezTo>
                <a:lnTo>
                  <a:pt x="3989394" y="756422"/>
                </a:lnTo>
                <a:cubicBezTo>
                  <a:pt x="3989632" y="756008"/>
                  <a:pt x="3990105" y="755771"/>
                  <a:pt x="3990579" y="755771"/>
                </a:cubicBezTo>
                <a:close/>
                <a:moveTo>
                  <a:pt x="338523" y="755771"/>
                </a:moveTo>
                <a:lnTo>
                  <a:pt x="357594" y="755771"/>
                </a:lnTo>
                <a:cubicBezTo>
                  <a:pt x="358068" y="755771"/>
                  <a:pt x="358541" y="756008"/>
                  <a:pt x="358778" y="756422"/>
                </a:cubicBezTo>
                <a:lnTo>
                  <a:pt x="368313" y="772946"/>
                </a:lnTo>
                <a:cubicBezTo>
                  <a:pt x="368550" y="773361"/>
                  <a:pt x="368550" y="773894"/>
                  <a:pt x="368313" y="774308"/>
                </a:cubicBezTo>
                <a:lnTo>
                  <a:pt x="358778" y="790832"/>
                </a:lnTo>
                <a:cubicBezTo>
                  <a:pt x="358541" y="791247"/>
                  <a:pt x="358068" y="791484"/>
                  <a:pt x="357594" y="791484"/>
                </a:cubicBezTo>
                <a:lnTo>
                  <a:pt x="338523" y="791484"/>
                </a:lnTo>
                <a:cubicBezTo>
                  <a:pt x="338049" y="791484"/>
                  <a:pt x="337576" y="791247"/>
                  <a:pt x="337339" y="790832"/>
                </a:cubicBezTo>
                <a:lnTo>
                  <a:pt x="327804" y="774308"/>
                </a:lnTo>
                <a:cubicBezTo>
                  <a:pt x="327567" y="773894"/>
                  <a:pt x="327567" y="773361"/>
                  <a:pt x="327804" y="772946"/>
                </a:cubicBezTo>
                <a:lnTo>
                  <a:pt x="337339" y="756422"/>
                </a:lnTo>
                <a:cubicBezTo>
                  <a:pt x="337576" y="756008"/>
                  <a:pt x="338049" y="755771"/>
                  <a:pt x="338523" y="755771"/>
                </a:cubicBezTo>
                <a:close/>
                <a:moveTo>
                  <a:pt x="811732" y="755416"/>
                </a:moveTo>
                <a:lnTo>
                  <a:pt x="831158" y="755416"/>
                </a:lnTo>
                <a:cubicBezTo>
                  <a:pt x="831632" y="755416"/>
                  <a:pt x="832105" y="755712"/>
                  <a:pt x="832342" y="756127"/>
                </a:cubicBezTo>
                <a:lnTo>
                  <a:pt x="842055" y="772947"/>
                </a:lnTo>
                <a:cubicBezTo>
                  <a:pt x="842292" y="773361"/>
                  <a:pt x="842292" y="773894"/>
                  <a:pt x="842055" y="774309"/>
                </a:cubicBezTo>
                <a:lnTo>
                  <a:pt x="832342" y="791129"/>
                </a:lnTo>
                <a:cubicBezTo>
                  <a:pt x="832105" y="791602"/>
                  <a:pt x="831632" y="791839"/>
                  <a:pt x="831158" y="791839"/>
                </a:cubicBezTo>
                <a:lnTo>
                  <a:pt x="811732" y="791839"/>
                </a:lnTo>
                <a:cubicBezTo>
                  <a:pt x="811258" y="791839"/>
                  <a:pt x="810784" y="791543"/>
                  <a:pt x="810548" y="791129"/>
                </a:cubicBezTo>
                <a:lnTo>
                  <a:pt x="800835" y="774309"/>
                </a:lnTo>
                <a:cubicBezTo>
                  <a:pt x="800598" y="773894"/>
                  <a:pt x="800598" y="773361"/>
                  <a:pt x="800835" y="772947"/>
                </a:cubicBezTo>
                <a:lnTo>
                  <a:pt x="810548" y="756127"/>
                </a:lnTo>
                <a:cubicBezTo>
                  <a:pt x="810784" y="755653"/>
                  <a:pt x="811258" y="755416"/>
                  <a:pt x="811732" y="755416"/>
                </a:cubicBezTo>
                <a:close/>
                <a:moveTo>
                  <a:pt x="3922708" y="755356"/>
                </a:moveTo>
                <a:lnTo>
                  <a:pt x="3942251" y="755356"/>
                </a:lnTo>
                <a:cubicBezTo>
                  <a:pt x="3942725" y="755356"/>
                  <a:pt x="3943199" y="755652"/>
                  <a:pt x="3943436" y="756067"/>
                </a:cubicBezTo>
                <a:lnTo>
                  <a:pt x="3953208" y="773005"/>
                </a:lnTo>
                <a:cubicBezTo>
                  <a:pt x="3953445" y="773420"/>
                  <a:pt x="3953445" y="773953"/>
                  <a:pt x="3953208" y="774367"/>
                </a:cubicBezTo>
                <a:lnTo>
                  <a:pt x="3943436" y="791306"/>
                </a:lnTo>
                <a:cubicBezTo>
                  <a:pt x="3943199" y="791720"/>
                  <a:pt x="3942725" y="792016"/>
                  <a:pt x="3942251" y="792016"/>
                </a:cubicBezTo>
                <a:lnTo>
                  <a:pt x="3922708" y="792016"/>
                </a:lnTo>
                <a:cubicBezTo>
                  <a:pt x="3922233" y="792016"/>
                  <a:pt x="3921760" y="791720"/>
                  <a:pt x="3921523" y="791306"/>
                </a:cubicBezTo>
                <a:lnTo>
                  <a:pt x="3911750" y="774367"/>
                </a:lnTo>
                <a:cubicBezTo>
                  <a:pt x="3911514" y="773953"/>
                  <a:pt x="3911514" y="773420"/>
                  <a:pt x="3911750" y="773005"/>
                </a:cubicBezTo>
                <a:lnTo>
                  <a:pt x="3921523" y="756067"/>
                </a:lnTo>
                <a:cubicBezTo>
                  <a:pt x="3921760" y="755652"/>
                  <a:pt x="3922233" y="755356"/>
                  <a:pt x="3922708" y="755356"/>
                </a:cubicBezTo>
                <a:close/>
                <a:moveTo>
                  <a:pt x="4598821" y="755001"/>
                </a:moveTo>
                <a:lnTo>
                  <a:pt x="4618720" y="755001"/>
                </a:lnTo>
                <a:cubicBezTo>
                  <a:pt x="4619194" y="755001"/>
                  <a:pt x="4619668" y="755297"/>
                  <a:pt x="4619905" y="755712"/>
                </a:cubicBezTo>
                <a:lnTo>
                  <a:pt x="4629855" y="772946"/>
                </a:lnTo>
                <a:cubicBezTo>
                  <a:pt x="4630092" y="773420"/>
                  <a:pt x="4630092" y="773953"/>
                  <a:pt x="4629855" y="774368"/>
                </a:cubicBezTo>
                <a:lnTo>
                  <a:pt x="4619905" y="791602"/>
                </a:lnTo>
                <a:cubicBezTo>
                  <a:pt x="4619668" y="792017"/>
                  <a:pt x="4619194" y="792313"/>
                  <a:pt x="4618720" y="792313"/>
                </a:cubicBezTo>
                <a:lnTo>
                  <a:pt x="4598821" y="792313"/>
                </a:lnTo>
                <a:cubicBezTo>
                  <a:pt x="4598347" y="792313"/>
                  <a:pt x="4597874" y="792017"/>
                  <a:pt x="4597636" y="791602"/>
                </a:cubicBezTo>
                <a:lnTo>
                  <a:pt x="4587686" y="774368"/>
                </a:lnTo>
                <a:cubicBezTo>
                  <a:pt x="4587450" y="773894"/>
                  <a:pt x="4587450" y="773361"/>
                  <a:pt x="4587686" y="772946"/>
                </a:cubicBezTo>
                <a:lnTo>
                  <a:pt x="4597636" y="755712"/>
                </a:lnTo>
                <a:cubicBezTo>
                  <a:pt x="4597874" y="755297"/>
                  <a:pt x="4598347" y="755001"/>
                  <a:pt x="4598821" y="755001"/>
                </a:cubicBezTo>
                <a:close/>
                <a:moveTo>
                  <a:pt x="1014400" y="754942"/>
                </a:moveTo>
                <a:lnTo>
                  <a:pt x="1034359" y="754942"/>
                </a:lnTo>
                <a:cubicBezTo>
                  <a:pt x="1034893" y="754942"/>
                  <a:pt x="1035366" y="755238"/>
                  <a:pt x="1035603" y="755653"/>
                </a:cubicBezTo>
                <a:lnTo>
                  <a:pt x="1045612" y="772946"/>
                </a:lnTo>
                <a:cubicBezTo>
                  <a:pt x="1045849" y="773361"/>
                  <a:pt x="1045849" y="773953"/>
                  <a:pt x="1045612" y="774368"/>
                </a:cubicBezTo>
                <a:lnTo>
                  <a:pt x="1035603" y="791662"/>
                </a:lnTo>
                <a:cubicBezTo>
                  <a:pt x="1035307" y="792076"/>
                  <a:pt x="1034833" y="792372"/>
                  <a:pt x="1034359" y="792372"/>
                </a:cubicBezTo>
                <a:lnTo>
                  <a:pt x="1014400" y="792372"/>
                </a:lnTo>
                <a:cubicBezTo>
                  <a:pt x="1013867" y="792372"/>
                  <a:pt x="1013394" y="792076"/>
                  <a:pt x="1013157" y="791662"/>
                </a:cubicBezTo>
                <a:lnTo>
                  <a:pt x="1003148" y="774368"/>
                </a:lnTo>
                <a:cubicBezTo>
                  <a:pt x="1002911" y="773953"/>
                  <a:pt x="1002911" y="773361"/>
                  <a:pt x="1003148" y="772946"/>
                </a:cubicBezTo>
                <a:lnTo>
                  <a:pt x="1013157" y="755653"/>
                </a:lnTo>
                <a:cubicBezTo>
                  <a:pt x="1013453" y="755238"/>
                  <a:pt x="1013927" y="754942"/>
                  <a:pt x="1014400" y="754942"/>
                </a:cubicBezTo>
                <a:close/>
                <a:moveTo>
                  <a:pt x="879071" y="754823"/>
                </a:moveTo>
                <a:lnTo>
                  <a:pt x="899148" y="754823"/>
                </a:lnTo>
                <a:cubicBezTo>
                  <a:pt x="899681" y="754823"/>
                  <a:pt x="900155" y="755119"/>
                  <a:pt x="900392" y="755534"/>
                </a:cubicBezTo>
                <a:lnTo>
                  <a:pt x="910401" y="772946"/>
                </a:lnTo>
                <a:cubicBezTo>
                  <a:pt x="910637" y="773360"/>
                  <a:pt x="910637" y="773953"/>
                  <a:pt x="910401" y="774367"/>
                </a:cubicBezTo>
                <a:lnTo>
                  <a:pt x="900332" y="791779"/>
                </a:lnTo>
                <a:cubicBezTo>
                  <a:pt x="900036" y="792194"/>
                  <a:pt x="899562" y="792490"/>
                  <a:pt x="899089" y="792490"/>
                </a:cubicBezTo>
                <a:lnTo>
                  <a:pt x="879011" y="792490"/>
                </a:lnTo>
                <a:cubicBezTo>
                  <a:pt x="878478" y="792490"/>
                  <a:pt x="878004" y="792194"/>
                  <a:pt x="877768" y="791779"/>
                </a:cubicBezTo>
                <a:lnTo>
                  <a:pt x="867759" y="774367"/>
                </a:lnTo>
                <a:cubicBezTo>
                  <a:pt x="867522" y="773953"/>
                  <a:pt x="867522" y="773360"/>
                  <a:pt x="867759" y="772946"/>
                </a:cubicBezTo>
                <a:lnTo>
                  <a:pt x="877827" y="755534"/>
                </a:lnTo>
                <a:cubicBezTo>
                  <a:pt x="878123" y="755119"/>
                  <a:pt x="878597" y="754823"/>
                  <a:pt x="879071" y="754823"/>
                </a:cubicBezTo>
                <a:close/>
                <a:moveTo>
                  <a:pt x="4531068" y="754705"/>
                </a:moveTo>
                <a:lnTo>
                  <a:pt x="4551264" y="754705"/>
                </a:lnTo>
                <a:cubicBezTo>
                  <a:pt x="4551797" y="754705"/>
                  <a:pt x="4552271" y="755001"/>
                  <a:pt x="4552508" y="755416"/>
                </a:cubicBezTo>
                <a:lnTo>
                  <a:pt x="4562576" y="772887"/>
                </a:lnTo>
                <a:cubicBezTo>
                  <a:pt x="4562813" y="773302"/>
                  <a:pt x="4562813" y="773894"/>
                  <a:pt x="4562576" y="774308"/>
                </a:cubicBezTo>
                <a:lnTo>
                  <a:pt x="4552448" y="791780"/>
                </a:lnTo>
                <a:cubicBezTo>
                  <a:pt x="4552152" y="792194"/>
                  <a:pt x="4551679" y="792490"/>
                  <a:pt x="4551205" y="792490"/>
                </a:cubicBezTo>
                <a:lnTo>
                  <a:pt x="4531009" y="792490"/>
                </a:lnTo>
                <a:cubicBezTo>
                  <a:pt x="4530476" y="792490"/>
                  <a:pt x="4530002" y="792194"/>
                  <a:pt x="4529766" y="791780"/>
                </a:cubicBezTo>
                <a:lnTo>
                  <a:pt x="4519697" y="774308"/>
                </a:lnTo>
                <a:cubicBezTo>
                  <a:pt x="4519460" y="773894"/>
                  <a:pt x="4519460" y="773302"/>
                  <a:pt x="4519697" y="772887"/>
                </a:cubicBezTo>
                <a:lnTo>
                  <a:pt x="4529824" y="755416"/>
                </a:lnTo>
                <a:cubicBezTo>
                  <a:pt x="4530121" y="755001"/>
                  <a:pt x="4530594" y="754705"/>
                  <a:pt x="4531068" y="754705"/>
                </a:cubicBezTo>
                <a:close/>
                <a:moveTo>
                  <a:pt x="4057503" y="754527"/>
                </a:moveTo>
                <a:lnTo>
                  <a:pt x="4077936" y="754527"/>
                </a:lnTo>
                <a:cubicBezTo>
                  <a:pt x="4078469" y="754527"/>
                  <a:pt x="4078943" y="754823"/>
                  <a:pt x="4079180" y="755238"/>
                </a:cubicBezTo>
                <a:lnTo>
                  <a:pt x="4089366" y="772946"/>
                </a:lnTo>
                <a:cubicBezTo>
                  <a:pt x="4089603" y="773361"/>
                  <a:pt x="4089603" y="773953"/>
                  <a:pt x="4089366" y="774367"/>
                </a:cubicBezTo>
                <a:lnTo>
                  <a:pt x="4079120" y="792076"/>
                </a:lnTo>
                <a:cubicBezTo>
                  <a:pt x="4078884" y="792490"/>
                  <a:pt x="4078410" y="792786"/>
                  <a:pt x="4077877" y="792786"/>
                </a:cubicBezTo>
                <a:lnTo>
                  <a:pt x="4057445" y="792786"/>
                </a:lnTo>
                <a:cubicBezTo>
                  <a:pt x="4056911" y="792786"/>
                  <a:pt x="4056438" y="792490"/>
                  <a:pt x="4056200" y="792076"/>
                </a:cubicBezTo>
                <a:lnTo>
                  <a:pt x="4046014" y="774367"/>
                </a:lnTo>
                <a:cubicBezTo>
                  <a:pt x="4045777" y="773953"/>
                  <a:pt x="4045777" y="773361"/>
                  <a:pt x="4046014" y="772946"/>
                </a:cubicBezTo>
                <a:lnTo>
                  <a:pt x="4056260" y="755238"/>
                </a:lnTo>
                <a:cubicBezTo>
                  <a:pt x="4056497" y="754823"/>
                  <a:pt x="4056970" y="754527"/>
                  <a:pt x="4057503" y="754527"/>
                </a:cubicBezTo>
                <a:close/>
                <a:moveTo>
                  <a:pt x="1149138" y="753994"/>
                </a:moveTo>
                <a:lnTo>
                  <a:pt x="1170103" y="753994"/>
                </a:lnTo>
                <a:cubicBezTo>
                  <a:pt x="1170637" y="753994"/>
                  <a:pt x="1171110" y="754290"/>
                  <a:pt x="1171406" y="754764"/>
                </a:cubicBezTo>
                <a:lnTo>
                  <a:pt x="1181889" y="772946"/>
                </a:lnTo>
                <a:cubicBezTo>
                  <a:pt x="1182185" y="773420"/>
                  <a:pt x="1182185" y="773953"/>
                  <a:pt x="1181889" y="774427"/>
                </a:cubicBezTo>
                <a:lnTo>
                  <a:pt x="1171406" y="792609"/>
                </a:lnTo>
                <a:cubicBezTo>
                  <a:pt x="1171110" y="793083"/>
                  <a:pt x="1170637" y="793379"/>
                  <a:pt x="1170103" y="793379"/>
                </a:cubicBezTo>
                <a:lnTo>
                  <a:pt x="1149138" y="793379"/>
                </a:lnTo>
                <a:cubicBezTo>
                  <a:pt x="1148605" y="793379"/>
                  <a:pt x="1148131" y="793083"/>
                  <a:pt x="1147835" y="792609"/>
                </a:cubicBezTo>
                <a:lnTo>
                  <a:pt x="1137352" y="774427"/>
                </a:lnTo>
                <a:cubicBezTo>
                  <a:pt x="1137056" y="773953"/>
                  <a:pt x="1137056" y="773420"/>
                  <a:pt x="1137352" y="772946"/>
                </a:cubicBezTo>
                <a:lnTo>
                  <a:pt x="1147835" y="754764"/>
                </a:lnTo>
                <a:cubicBezTo>
                  <a:pt x="1148131" y="754290"/>
                  <a:pt x="1148605" y="753994"/>
                  <a:pt x="1149138" y="753994"/>
                </a:cubicBezTo>
                <a:close/>
                <a:moveTo>
                  <a:pt x="2772023" y="753461"/>
                </a:moveTo>
                <a:lnTo>
                  <a:pt x="2793522" y="753461"/>
                </a:lnTo>
                <a:cubicBezTo>
                  <a:pt x="2794055" y="753461"/>
                  <a:pt x="2794529" y="753757"/>
                  <a:pt x="2794825" y="754231"/>
                </a:cubicBezTo>
                <a:lnTo>
                  <a:pt x="2805604" y="772887"/>
                </a:lnTo>
                <a:cubicBezTo>
                  <a:pt x="2805900" y="773361"/>
                  <a:pt x="2805900" y="773953"/>
                  <a:pt x="2805604" y="774427"/>
                </a:cubicBezTo>
                <a:lnTo>
                  <a:pt x="2794825" y="793083"/>
                </a:lnTo>
                <a:cubicBezTo>
                  <a:pt x="2794588" y="793557"/>
                  <a:pt x="2794055" y="793853"/>
                  <a:pt x="2793522" y="793853"/>
                </a:cubicBezTo>
                <a:lnTo>
                  <a:pt x="2772023" y="793853"/>
                </a:lnTo>
                <a:cubicBezTo>
                  <a:pt x="2771490" y="793853"/>
                  <a:pt x="2771016" y="793557"/>
                  <a:pt x="2770720" y="793083"/>
                </a:cubicBezTo>
                <a:lnTo>
                  <a:pt x="2759941" y="774427"/>
                </a:lnTo>
                <a:cubicBezTo>
                  <a:pt x="2759645" y="773953"/>
                  <a:pt x="2759645" y="773361"/>
                  <a:pt x="2759941" y="772887"/>
                </a:cubicBezTo>
                <a:lnTo>
                  <a:pt x="2770720" y="754231"/>
                </a:lnTo>
                <a:cubicBezTo>
                  <a:pt x="2770957" y="753757"/>
                  <a:pt x="2771490" y="753461"/>
                  <a:pt x="2772023" y="753461"/>
                </a:cubicBezTo>
                <a:close/>
                <a:moveTo>
                  <a:pt x="4665627" y="753343"/>
                </a:moveTo>
                <a:lnTo>
                  <a:pt x="4687245" y="753343"/>
                </a:lnTo>
                <a:cubicBezTo>
                  <a:pt x="4687777" y="753343"/>
                  <a:pt x="4688251" y="753639"/>
                  <a:pt x="4688547" y="754113"/>
                </a:cubicBezTo>
                <a:lnTo>
                  <a:pt x="4699385" y="772828"/>
                </a:lnTo>
                <a:cubicBezTo>
                  <a:pt x="4699682" y="773302"/>
                  <a:pt x="4699682" y="773894"/>
                  <a:pt x="4699385" y="774368"/>
                </a:cubicBezTo>
                <a:lnTo>
                  <a:pt x="4688547" y="793083"/>
                </a:lnTo>
                <a:cubicBezTo>
                  <a:pt x="4688310" y="793557"/>
                  <a:pt x="4687777" y="793853"/>
                  <a:pt x="4687245" y="793853"/>
                </a:cubicBezTo>
                <a:lnTo>
                  <a:pt x="4665627" y="793853"/>
                </a:lnTo>
                <a:cubicBezTo>
                  <a:pt x="4665094" y="793853"/>
                  <a:pt x="4664620" y="793557"/>
                  <a:pt x="4664324" y="793083"/>
                </a:cubicBezTo>
                <a:lnTo>
                  <a:pt x="4653486" y="774368"/>
                </a:lnTo>
                <a:cubicBezTo>
                  <a:pt x="4653190" y="773894"/>
                  <a:pt x="4653190" y="773302"/>
                  <a:pt x="4653486" y="772828"/>
                </a:cubicBezTo>
                <a:lnTo>
                  <a:pt x="4664324" y="754113"/>
                </a:lnTo>
                <a:cubicBezTo>
                  <a:pt x="4664561" y="753639"/>
                  <a:pt x="4665094" y="753343"/>
                  <a:pt x="4665627" y="753343"/>
                </a:cubicBezTo>
                <a:close/>
                <a:moveTo>
                  <a:pt x="1080613" y="752336"/>
                </a:moveTo>
                <a:lnTo>
                  <a:pt x="1103356" y="752336"/>
                </a:lnTo>
                <a:cubicBezTo>
                  <a:pt x="1103889" y="752336"/>
                  <a:pt x="1104422" y="752692"/>
                  <a:pt x="1104718" y="753165"/>
                </a:cubicBezTo>
                <a:lnTo>
                  <a:pt x="1116089" y="772887"/>
                </a:lnTo>
                <a:cubicBezTo>
                  <a:pt x="1116385" y="773361"/>
                  <a:pt x="1116385" y="774012"/>
                  <a:pt x="1116089" y="774486"/>
                </a:cubicBezTo>
                <a:lnTo>
                  <a:pt x="1104718" y="794208"/>
                </a:lnTo>
                <a:cubicBezTo>
                  <a:pt x="1104481" y="794741"/>
                  <a:pt x="1103948" y="795037"/>
                  <a:pt x="1103356" y="795037"/>
                </a:cubicBezTo>
                <a:lnTo>
                  <a:pt x="1080613" y="795037"/>
                </a:lnTo>
                <a:cubicBezTo>
                  <a:pt x="1080081" y="795037"/>
                  <a:pt x="1079547" y="794682"/>
                  <a:pt x="1079251" y="794208"/>
                </a:cubicBezTo>
                <a:lnTo>
                  <a:pt x="1067880" y="774486"/>
                </a:lnTo>
                <a:cubicBezTo>
                  <a:pt x="1067584" y="774012"/>
                  <a:pt x="1067584" y="773361"/>
                  <a:pt x="1067880" y="772887"/>
                </a:cubicBezTo>
                <a:lnTo>
                  <a:pt x="1079251" y="753165"/>
                </a:lnTo>
                <a:cubicBezTo>
                  <a:pt x="1079488" y="752632"/>
                  <a:pt x="1080021" y="752336"/>
                  <a:pt x="1080613" y="752336"/>
                </a:cubicBezTo>
                <a:close/>
                <a:moveTo>
                  <a:pt x="4732196" y="751388"/>
                </a:moveTo>
                <a:lnTo>
                  <a:pt x="4755945" y="751388"/>
                </a:lnTo>
                <a:cubicBezTo>
                  <a:pt x="4756537" y="751388"/>
                  <a:pt x="4757070" y="751684"/>
                  <a:pt x="4757367" y="752217"/>
                </a:cubicBezTo>
                <a:lnTo>
                  <a:pt x="4769212" y="772768"/>
                </a:lnTo>
                <a:cubicBezTo>
                  <a:pt x="4769508" y="773242"/>
                  <a:pt x="4769508" y="773893"/>
                  <a:pt x="4769212" y="774426"/>
                </a:cubicBezTo>
                <a:lnTo>
                  <a:pt x="4757307" y="794978"/>
                </a:lnTo>
                <a:cubicBezTo>
                  <a:pt x="4757012" y="795511"/>
                  <a:pt x="4756478" y="795807"/>
                  <a:pt x="4755886" y="795807"/>
                </a:cubicBezTo>
                <a:lnTo>
                  <a:pt x="4732137" y="795807"/>
                </a:lnTo>
                <a:cubicBezTo>
                  <a:pt x="4731545" y="795807"/>
                  <a:pt x="4731012" y="795511"/>
                  <a:pt x="4730715" y="794978"/>
                </a:cubicBezTo>
                <a:lnTo>
                  <a:pt x="4718870" y="774426"/>
                </a:lnTo>
                <a:cubicBezTo>
                  <a:pt x="4718574" y="773953"/>
                  <a:pt x="4718574" y="773301"/>
                  <a:pt x="4718870" y="772768"/>
                </a:cubicBezTo>
                <a:lnTo>
                  <a:pt x="4730775" y="752217"/>
                </a:lnTo>
                <a:cubicBezTo>
                  <a:pt x="4731071" y="751684"/>
                  <a:pt x="4731604" y="751388"/>
                  <a:pt x="4732196" y="751388"/>
                </a:cubicBezTo>
                <a:close/>
                <a:moveTo>
                  <a:pt x="4934983" y="751329"/>
                </a:moveTo>
                <a:lnTo>
                  <a:pt x="4958851" y="751329"/>
                </a:lnTo>
                <a:cubicBezTo>
                  <a:pt x="4959443" y="751329"/>
                  <a:pt x="4960035" y="751625"/>
                  <a:pt x="4960331" y="752158"/>
                </a:cubicBezTo>
                <a:lnTo>
                  <a:pt x="4972236" y="772828"/>
                </a:lnTo>
                <a:cubicBezTo>
                  <a:pt x="4972531" y="773301"/>
                  <a:pt x="4972531" y="773953"/>
                  <a:pt x="4972236" y="774486"/>
                </a:cubicBezTo>
                <a:lnTo>
                  <a:pt x="4960331" y="795156"/>
                </a:lnTo>
                <a:cubicBezTo>
                  <a:pt x="4959976" y="795629"/>
                  <a:pt x="4959443" y="795985"/>
                  <a:pt x="4958851" y="795985"/>
                </a:cubicBezTo>
                <a:lnTo>
                  <a:pt x="4934983" y="795985"/>
                </a:lnTo>
                <a:cubicBezTo>
                  <a:pt x="4934391" y="795985"/>
                  <a:pt x="4933798" y="795689"/>
                  <a:pt x="4933502" y="795156"/>
                </a:cubicBezTo>
                <a:lnTo>
                  <a:pt x="4921598" y="774486"/>
                </a:lnTo>
                <a:cubicBezTo>
                  <a:pt x="4921302" y="774012"/>
                  <a:pt x="4921302" y="773361"/>
                  <a:pt x="4921598" y="772828"/>
                </a:cubicBezTo>
                <a:lnTo>
                  <a:pt x="4933502" y="752158"/>
                </a:lnTo>
                <a:cubicBezTo>
                  <a:pt x="4933858" y="751684"/>
                  <a:pt x="4934391" y="751329"/>
                  <a:pt x="4934983" y="751329"/>
                </a:cubicBezTo>
                <a:close/>
                <a:moveTo>
                  <a:pt x="4799239" y="750263"/>
                </a:moveTo>
                <a:lnTo>
                  <a:pt x="4824172" y="750263"/>
                </a:lnTo>
                <a:cubicBezTo>
                  <a:pt x="4824824" y="750263"/>
                  <a:pt x="4825416" y="750618"/>
                  <a:pt x="4825712" y="751151"/>
                </a:cubicBezTo>
                <a:lnTo>
                  <a:pt x="4838149" y="772768"/>
                </a:lnTo>
                <a:cubicBezTo>
                  <a:pt x="4838446" y="773301"/>
                  <a:pt x="4838446" y="774012"/>
                  <a:pt x="4838149" y="774545"/>
                </a:cubicBezTo>
                <a:lnTo>
                  <a:pt x="4825653" y="796162"/>
                </a:lnTo>
                <a:cubicBezTo>
                  <a:pt x="4825297" y="796695"/>
                  <a:pt x="4824705" y="797051"/>
                  <a:pt x="4824113" y="797051"/>
                </a:cubicBezTo>
                <a:lnTo>
                  <a:pt x="4799180" y="797051"/>
                </a:lnTo>
                <a:cubicBezTo>
                  <a:pt x="4798527" y="797051"/>
                  <a:pt x="4797935" y="796695"/>
                  <a:pt x="4797640" y="796162"/>
                </a:cubicBezTo>
                <a:lnTo>
                  <a:pt x="4785202" y="774545"/>
                </a:lnTo>
                <a:cubicBezTo>
                  <a:pt x="4784906" y="774012"/>
                  <a:pt x="4784906" y="773301"/>
                  <a:pt x="4785202" y="772768"/>
                </a:cubicBezTo>
                <a:lnTo>
                  <a:pt x="4797699" y="751151"/>
                </a:lnTo>
                <a:cubicBezTo>
                  <a:pt x="4798054" y="750618"/>
                  <a:pt x="4798646" y="750263"/>
                  <a:pt x="4799239" y="750263"/>
                </a:cubicBezTo>
                <a:close/>
                <a:moveTo>
                  <a:pt x="2837882" y="750144"/>
                </a:moveTo>
                <a:lnTo>
                  <a:pt x="2862934" y="750144"/>
                </a:lnTo>
                <a:cubicBezTo>
                  <a:pt x="2863585" y="750144"/>
                  <a:pt x="2864178" y="750499"/>
                  <a:pt x="2864474" y="751032"/>
                </a:cubicBezTo>
                <a:lnTo>
                  <a:pt x="2876970" y="772768"/>
                </a:lnTo>
                <a:cubicBezTo>
                  <a:pt x="2877266" y="773301"/>
                  <a:pt x="2877266" y="774012"/>
                  <a:pt x="2876970" y="774545"/>
                </a:cubicBezTo>
                <a:lnTo>
                  <a:pt x="2864414" y="796280"/>
                </a:lnTo>
                <a:cubicBezTo>
                  <a:pt x="2864059" y="796813"/>
                  <a:pt x="2863526" y="797169"/>
                  <a:pt x="2862874" y="797169"/>
                </a:cubicBezTo>
                <a:lnTo>
                  <a:pt x="2837822" y="797169"/>
                </a:lnTo>
                <a:cubicBezTo>
                  <a:pt x="2837171" y="797169"/>
                  <a:pt x="2836579" y="796813"/>
                  <a:pt x="2836282" y="796280"/>
                </a:cubicBezTo>
                <a:lnTo>
                  <a:pt x="2823786" y="774545"/>
                </a:lnTo>
                <a:cubicBezTo>
                  <a:pt x="2823490" y="774012"/>
                  <a:pt x="2823490" y="773301"/>
                  <a:pt x="2823786" y="772768"/>
                </a:cubicBezTo>
                <a:lnTo>
                  <a:pt x="2836342" y="751032"/>
                </a:lnTo>
                <a:cubicBezTo>
                  <a:pt x="2836697" y="750499"/>
                  <a:pt x="2837230" y="750144"/>
                  <a:pt x="2837882" y="750144"/>
                </a:cubicBezTo>
                <a:close/>
                <a:moveTo>
                  <a:pt x="4866756" y="750085"/>
                </a:moveTo>
                <a:lnTo>
                  <a:pt x="4891926" y="750085"/>
                </a:lnTo>
                <a:cubicBezTo>
                  <a:pt x="4892578" y="750085"/>
                  <a:pt x="4893171" y="750440"/>
                  <a:pt x="4893466" y="750973"/>
                </a:cubicBezTo>
                <a:lnTo>
                  <a:pt x="4906022" y="772768"/>
                </a:lnTo>
                <a:cubicBezTo>
                  <a:pt x="4906318" y="773301"/>
                  <a:pt x="4906318" y="774012"/>
                  <a:pt x="4906022" y="774545"/>
                </a:cubicBezTo>
                <a:lnTo>
                  <a:pt x="4893407" y="796340"/>
                </a:lnTo>
                <a:cubicBezTo>
                  <a:pt x="4893052" y="796873"/>
                  <a:pt x="4892519" y="797228"/>
                  <a:pt x="4891867" y="797228"/>
                </a:cubicBezTo>
                <a:lnTo>
                  <a:pt x="4866696" y="797228"/>
                </a:lnTo>
                <a:cubicBezTo>
                  <a:pt x="4866045" y="797228"/>
                  <a:pt x="4865453" y="796873"/>
                  <a:pt x="4865156" y="796340"/>
                </a:cubicBezTo>
                <a:lnTo>
                  <a:pt x="4852601" y="774545"/>
                </a:lnTo>
                <a:cubicBezTo>
                  <a:pt x="4852305" y="774012"/>
                  <a:pt x="4852305" y="773301"/>
                  <a:pt x="4852601" y="772768"/>
                </a:cubicBezTo>
                <a:lnTo>
                  <a:pt x="4865216" y="750973"/>
                </a:lnTo>
                <a:cubicBezTo>
                  <a:pt x="4865571" y="750440"/>
                  <a:pt x="4866104" y="750085"/>
                  <a:pt x="4866756" y="750085"/>
                </a:cubicBezTo>
                <a:close/>
                <a:moveTo>
                  <a:pt x="4131417" y="707562"/>
                </a:moveTo>
                <a:lnTo>
                  <a:pt x="4139353" y="707562"/>
                </a:lnTo>
                <a:cubicBezTo>
                  <a:pt x="4139530" y="707562"/>
                  <a:pt x="4139826" y="707858"/>
                  <a:pt x="4139826" y="707858"/>
                </a:cubicBezTo>
                <a:lnTo>
                  <a:pt x="4143794" y="714728"/>
                </a:lnTo>
                <a:cubicBezTo>
                  <a:pt x="4143913" y="714847"/>
                  <a:pt x="4143794" y="715261"/>
                  <a:pt x="4143794" y="715261"/>
                </a:cubicBezTo>
                <a:lnTo>
                  <a:pt x="4139826" y="722132"/>
                </a:lnTo>
                <a:cubicBezTo>
                  <a:pt x="4139708" y="722309"/>
                  <a:pt x="4139353" y="722428"/>
                  <a:pt x="4139353" y="722428"/>
                </a:cubicBezTo>
                <a:lnTo>
                  <a:pt x="4131417" y="722428"/>
                </a:lnTo>
                <a:cubicBezTo>
                  <a:pt x="4131239" y="722428"/>
                  <a:pt x="4130942" y="722132"/>
                  <a:pt x="4130942" y="722132"/>
                </a:cubicBezTo>
                <a:lnTo>
                  <a:pt x="4126975" y="715261"/>
                </a:lnTo>
                <a:cubicBezTo>
                  <a:pt x="4126856" y="715143"/>
                  <a:pt x="4126975" y="714728"/>
                  <a:pt x="4126975" y="714728"/>
                </a:cubicBezTo>
                <a:lnTo>
                  <a:pt x="4130942" y="707858"/>
                </a:lnTo>
                <a:cubicBezTo>
                  <a:pt x="4131061" y="707681"/>
                  <a:pt x="4131417" y="707562"/>
                  <a:pt x="4131417" y="707562"/>
                </a:cubicBezTo>
                <a:close/>
                <a:moveTo>
                  <a:pt x="72366" y="705311"/>
                </a:moveTo>
                <a:lnTo>
                  <a:pt x="82730" y="705311"/>
                </a:lnTo>
                <a:cubicBezTo>
                  <a:pt x="83026" y="705311"/>
                  <a:pt x="83382" y="705666"/>
                  <a:pt x="83382" y="705666"/>
                </a:cubicBezTo>
                <a:lnTo>
                  <a:pt x="88594" y="714668"/>
                </a:lnTo>
                <a:cubicBezTo>
                  <a:pt x="88712" y="714846"/>
                  <a:pt x="88594" y="715379"/>
                  <a:pt x="88594" y="715379"/>
                </a:cubicBezTo>
                <a:lnTo>
                  <a:pt x="83382" y="724381"/>
                </a:lnTo>
                <a:cubicBezTo>
                  <a:pt x="83204" y="724618"/>
                  <a:pt x="82730" y="724737"/>
                  <a:pt x="82730" y="724737"/>
                </a:cubicBezTo>
                <a:lnTo>
                  <a:pt x="72366" y="724737"/>
                </a:lnTo>
                <a:cubicBezTo>
                  <a:pt x="72070" y="724737"/>
                  <a:pt x="71714" y="724381"/>
                  <a:pt x="71714" y="724381"/>
                </a:cubicBezTo>
                <a:lnTo>
                  <a:pt x="66503" y="715379"/>
                </a:lnTo>
                <a:cubicBezTo>
                  <a:pt x="66384" y="715201"/>
                  <a:pt x="66503" y="714668"/>
                  <a:pt x="66503" y="714668"/>
                </a:cubicBezTo>
                <a:lnTo>
                  <a:pt x="71714" y="705666"/>
                </a:lnTo>
                <a:cubicBezTo>
                  <a:pt x="71892" y="705429"/>
                  <a:pt x="72366" y="705311"/>
                  <a:pt x="72366" y="705311"/>
                </a:cubicBezTo>
                <a:close/>
                <a:moveTo>
                  <a:pt x="1221807" y="704897"/>
                </a:moveTo>
                <a:lnTo>
                  <a:pt x="1232645" y="704897"/>
                </a:lnTo>
                <a:cubicBezTo>
                  <a:pt x="1232882" y="704897"/>
                  <a:pt x="1233296" y="705252"/>
                  <a:pt x="1233296" y="705252"/>
                </a:cubicBezTo>
                <a:lnTo>
                  <a:pt x="1238686" y="714610"/>
                </a:lnTo>
                <a:cubicBezTo>
                  <a:pt x="1238804" y="714847"/>
                  <a:pt x="1238686" y="715380"/>
                  <a:pt x="1238686" y="715380"/>
                </a:cubicBezTo>
                <a:lnTo>
                  <a:pt x="1233296" y="724737"/>
                </a:lnTo>
                <a:cubicBezTo>
                  <a:pt x="1233178" y="724974"/>
                  <a:pt x="1232645" y="725093"/>
                  <a:pt x="1232645" y="725093"/>
                </a:cubicBezTo>
                <a:lnTo>
                  <a:pt x="1221807" y="725093"/>
                </a:lnTo>
                <a:cubicBezTo>
                  <a:pt x="1221570" y="725093"/>
                  <a:pt x="1221155" y="724737"/>
                  <a:pt x="1221155" y="724737"/>
                </a:cubicBezTo>
                <a:lnTo>
                  <a:pt x="1215766" y="715380"/>
                </a:lnTo>
                <a:cubicBezTo>
                  <a:pt x="1215647" y="715143"/>
                  <a:pt x="1215766" y="714610"/>
                  <a:pt x="1215766" y="714610"/>
                </a:cubicBezTo>
                <a:lnTo>
                  <a:pt x="1221155" y="705252"/>
                </a:lnTo>
                <a:cubicBezTo>
                  <a:pt x="1221274" y="705015"/>
                  <a:pt x="1221807" y="704897"/>
                  <a:pt x="1221807" y="704897"/>
                </a:cubicBezTo>
                <a:close/>
                <a:moveTo>
                  <a:pt x="4332427" y="704186"/>
                </a:moveTo>
                <a:lnTo>
                  <a:pt x="4344035" y="704186"/>
                </a:lnTo>
                <a:cubicBezTo>
                  <a:pt x="4344331" y="704186"/>
                  <a:pt x="4344745" y="704600"/>
                  <a:pt x="4344745" y="704600"/>
                </a:cubicBezTo>
                <a:lnTo>
                  <a:pt x="4350550" y="714669"/>
                </a:lnTo>
                <a:cubicBezTo>
                  <a:pt x="4350727" y="714906"/>
                  <a:pt x="4350550" y="715498"/>
                  <a:pt x="4350550" y="715498"/>
                </a:cubicBezTo>
                <a:lnTo>
                  <a:pt x="4344745" y="725566"/>
                </a:lnTo>
                <a:cubicBezTo>
                  <a:pt x="4344568" y="725803"/>
                  <a:pt x="4344035" y="725981"/>
                  <a:pt x="4344035" y="725981"/>
                </a:cubicBezTo>
                <a:lnTo>
                  <a:pt x="4332427" y="725981"/>
                </a:lnTo>
                <a:cubicBezTo>
                  <a:pt x="4332130" y="725981"/>
                  <a:pt x="4331716" y="725566"/>
                  <a:pt x="4331716" y="725566"/>
                </a:cubicBezTo>
                <a:lnTo>
                  <a:pt x="4325912" y="715498"/>
                </a:lnTo>
                <a:cubicBezTo>
                  <a:pt x="4325734" y="715261"/>
                  <a:pt x="4325912" y="714669"/>
                  <a:pt x="4325912" y="714669"/>
                </a:cubicBezTo>
                <a:lnTo>
                  <a:pt x="4331716" y="704600"/>
                </a:lnTo>
                <a:cubicBezTo>
                  <a:pt x="4331894" y="704364"/>
                  <a:pt x="4332427" y="704186"/>
                  <a:pt x="4332427" y="704186"/>
                </a:cubicBezTo>
                <a:close/>
                <a:moveTo>
                  <a:pt x="4399352" y="702824"/>
                </a:moveTo>
                <a:lnTo>
                  <a:pt x="4412381" y="702824"/>
                </a:lnTo>
                <a:cubicBezTo>
                  <a:pt x="4412677" y="702824"/>
                  <a:pt x="4413151" y="703298"/>
                  <a:pt x="4413151" y="703298"/>
                </a:cubicBezTo>
                <a:lnTo>
                  <a:pt x="4419665" y="714610"/>
                </a:lnTo>
                <a:cubicBezTo>
                  <a:pt x="4419843" y="714906"/>
                  <a:pt x="4419665" y="715557"/>
                  <a:pt x="4419665" y="715557"/>
                </a:cubicBezTo>
                <a:lnTo>
                  <a:pt x="4413151" y="726869"/>
                </a:lnTo>
                <a:cubicBezTo>
                  <a:pt x="4413032" y="727165"/>
                  <a:pt x="4412677" y="727343"/>
                  <a:pt x="4412381" y="727343"/>
                </a:cubicBezTo>
                <a:lnTo>
                  <a:pt x="4399352" y="727343"/>
                </a:lnTo>
                <a:cubicBezTo>
                  <a:pt x="4399055" y="727343"/>
                  <a:pt x="4398582" y="726869"/>
                  <a:pt x="4398582" y="726869"/>
                </a:cubicBezTo>
                <a:lnTo>
                  <a:pt x="4392067" y="715557"/>
                </a:lnTo>
                <a:cubicBezTo>
                  <a:pt x="4391889" y="715261"/>
                  <a:pt x="4392067" y="714610"/>
                  <a:pt x="4392067" y="714610"/>
                </a:cubicBezTo>
                <a:lnTo>
                  <a:pt x="4398582" y="703298"/>
                </a:lnTo>
                <a:cubicBezTo>
                  <a:pt x="4398700" y="703002"/>
                  <a:pt x="4399055" y="702824"/>
                  <a:pt x="4399352" y="702824"/>
                </a:cubicBezTo>
                <a:close/>
                <a:moveTo>
                  <a:pt x="138639" y="702824"/>
                </a:moveTo>
                <a:lnTo>
                  <a:pt x="151668" y="702824"/>
                </a:lnTo>
                <a:cubicBezTo>
                  <a:pt x="151964" y="702824"/>
                  <a:pt x="152438" y="703298"/>
                  <a:pt x="152438" y="703298"/>
                </a:cubicBezTo>
                <a:lnTo>
                  <a:pt x="158953" y="714610"/>
                </a:lnTo>
                <a:cubicBezTo>
                  <a:pt x="159131" y="714906"/>
                  <a:pt x="158953" y="715557"/>
                  <a:pt x="158953" y="715557"/>
                </a:cubicBezTo>
                <a:lnTo>
                  <a:pt x="152438" y="726869"/>
                </a:lnTo>
                <a:cubicBezTo>
                  <a:pt x="152320" y="727165"/>
                  <a:pt x="151964" y="727343"/>
                  <a:pt x="151668" y="727343"/>
                </a:cubicBezTo>
                <a:lnTo>
                  <a:pt x="138639" y="727343"/>
                </a:lnTo>
                <a:cubicBezTo>
                  <a:pt x="138343" y="727343"/>
                  <a:pt x="137869" y="726869"/>
                  <a:pt x="137869" y="726869"/>
                </a:cubicBezTo>
                <a:lnTo>
                  <a:pt x="131354" y="715557"/>
                </a:lnTo>
                <a:cubicBezTo>
                  <a:pt x="131176" y="715261"/>
                  <a:pt x="131354" y="714610"/>
                  <a:pt x="131354" y="714610"/>
                </a:cubicBezTo>
                <a:lnTo>
                  <a:pt x="137869" y="703298"/>
                </a:lnTo>
                <a:cubicBezTo>
                  <a:pt x="137987" y="703002"/>
                  <a:pt x="138343" y="702824"/>
                  <a:pt x="138639" y="702824"/>
                </a:cubicBezTo>
                <a:close/>
                <a:moveTo>
                  <a:pt x="4263667" y="701994"/>
                </a:moveTo>
                <a:lnTo>
                  <a:pt x="4277585" y="701994"/>
                </a:lnTo>
                <a:cubicBezTo>
                  <a:pt x="4277940" y="701994"/>
                  <a:pt x="4278236" y="702172"/>
                  <a:pt x="4278414" y="702468"/>
                </a:cubicBezTo>
                <a:lnTo>
                  <a:pt x="4285343" y="714491"/>
                </a:lnTo>
                <a:cubicBezTo>
                  <a:pt x="4285520" y="714787"/>
                  <a:pt x="4285520" y="715201"/>
                  <a:pt x="4285343" y="715497"/>
                </a:cubicBezTo>
                <a:lnTo>
                  <a:pt x="4278354" y="727520"/>
                </a:lnTo>
                <a:cubicBezTo>
                  <a:pt x="4278177" y="727816"/>
                  <a:pt x="4277881" y="727994"/>
                  <a:pt x="4277525" y="727994"/>
                </a:cubicBezTo>
                <a:lnTo>
                  <a:pt x="4263607" y="727994"/>
                </a:lnTo>
                <a:cubicBezTo>
                  <a:pt x="4263253" y="727994"/>
                  <a:pt x="4262956" y="727816"/>
                  <a:pt x="4262778" y="727520"/>
                </a:cubicBezTo>
                <a:lnTo>
                  <a:pt x="4255849" y="715497"/>
                </a:lnTo>
                <a:cubicBezTo>
                  <a:pt x="4255672" y="715201"/>
                  <a:pt x="4255672" y="714787"/>
                  <a:pt x="4255849" y="714491"/>
                </a:cubicBezTo>
                <a:lnTo>
                  <a:pt x="4262838" y="702468"/>
                </a:lnTo>
                <a:cubicBezTo>
                  <a:pt x="4263015" y="702172"/>
                  <a:pt x="4263311" y="701994"/>
                  <a:pt x="4263667" y="701994"/>
                </a:cubicBezTo>
                <a:close/>
                <a:moveTo>
                  <a:pt x="4465920" y="700751"/>
                </a:moveTo>
                <a:lnTo>
                  <a:pt x="4481140" y="700751"/>
                </a:lnTo>
                <a:cubicBezTo>
                  <a:pt x="4481555" y="700751"/>
                  <a:pt x="4481910" y="700929"/>
                  <a:pt x="4482088" y="701284"/>
                </a:cubicBezTo>
                <a:lnTo>
                  <a:pt x="4489729" y="714491"/>
                </a:lnTo>
                <a:cubicBezTo>
                  <a:pt x="4489906" y="714787"/>
                  <a:pt x="4489906" y="715202"/>
                  <a:pt x="4489729" y="715557"/>
                </a:cubicBezTo>
                <a:lnTo>
                  <a:pt x="4482088" y="728765"/>
                </a:lnTo>
                <a:cubicBezTo>
                  <a:pt x="4481851" y="729061"/>
                  <a:pt x="4481496" y="729298"/>
                  <a:pt x="4481140" y="729298"/>
                </a:cubicBezTo>
                <a:lnTo>
                  <a:pt x="4465920" y="729298"/>
                </a:lnTo>
                <a:cubicBezTo>
                  <a:pt x="4465505" y="729298"/>
                  <a:pt x="4465150" y="729120"/>
                  <a:pt x="4464972" y="728765"/>
                </a:cubicBezTo>
                <a:lnTo>
                  <a:pt x="4457332" y="715557"/>
                </a:lnTo>
                <a:cubicBezTo>
                  <a:pt x="4457155" y="715261"/>
                  <a:pt x="4457155" y="714847"/>
                  <a:pt x="4457332" y="714491"/>
                </a:cubicBezTo>
                <a:lnTo>
                  <a:pt x="4464972" y="701284"/>
                </a:lnTo>
                <a:cubicBezTo>
                  <a:pt x="4465209" y="700988"/>
                  <a:pt x="4465564" y="700751"/>
                  <a:pt x="4465920" y="700751"/>
                </a:cubicBezTo>
                <a:close/>
                <a:moveTo>
                  <a:pt x="2436928" y="700632"/>
                </a:moveTo>
                <a:lnTo>
                  <a:pt x="2452268" y="700632"/>
                </a:lnTo>
                <a:cubicBezTo>
                  <a:pt x="2452682" y="700632"/>
                  <a:pt x="2453037" y="700810"/>
                  <a:pt x="2453215" y="701165"/>
                </a:cubicBezTo>
                <a:lnTo>
                  <a:pt x="2460855" y="714431"/>
                </a:lnTo>
                <a:cubicBezTo>
                  <a:pt x="2461033" y="714728"/>
                  <a:pt x="2461033" y="715142"/>
                  <a:pt x="2460855" y="715497"/>
                </a:cubicBezTo>
                <a:lnTo>
                  <a:pt x="2453156" y="728764"/>
                </a:lnTo>
                <a:cubicBezTo>
                  <a:pt x="2452919" y="729060"/>
                  <a:pt x="2452564" y="729297"/>
                  <a:pt x="2452208" y="729297"/>
                </a:cubicBezTo>
                <a:lnTo>
                  <a:pt x="2436869" y="729297"/>
                </a:lnTo>
                <a:cubicBezTo>
                  <a:pt x="2436454" y="729297"/>
                  <a:pt x="2436099" y="729119"/>
                  <a:pt x="2435921" y="728764"/>
                </a:cubicBezTo>
                <a:lnTo>
                  <a:pt x="2428281" y="715497"/>
                </a:lnTo>
                <a:cubicBezTo>
                  <a:pt x="2428104" y="715201"/>
                  <a:pt x="2428104" y="714787"/>
                  <a:pt x="2428281" y="714431"/>
                </a:cubicBezTo>
                <a:lnTo>
                  <a:pt x="2435981" y="701165"/>
                </a:lnTo>
                <a:cubicBezTo>
                  <a:pt x="2436217" y="700869"/>
                  <a:pt x="2436573" y="700632"/>
                  <a:pt x="2436928" y="700632"/>
                </a:cubicBezTo>
                <a:close/>
                <a:moveTo>
                  <a:pt x="3789452" y="700455"/>
                </a:moveTo>
                <a:lnTo>
                  <a:pt x="3805027" y="700455"/>
                </a:lnTo>
                <a:cubicBezTo>
                  <a:pt x="3805442" y="700455"/>
                  <a:pt x="3805797" y="700633"/>
                  <a:pt x="3805975" y="700988"/>
                </a:cubicBezTo>
                <a:lnTo>
                  <a:pt x="3813734" y="714491"/>
                </a:lnTo>
                <a:cubicBezTo>
                  <a:pt x="3813911" y="714847"/>
                  <a:pt x="3813911" y="715261"/>
                  <a:pt x="3813734" y="715617"/>
                </a:cubicBezTo>
                <a:lnTo>
                  <a:pt x="3805916" y="729120"/>
                </a:lnTo>
                <a:cubicBezTo>
                  <a:pt x="3805739" y="729416"/>
                  <a:pt x="3805383" y="729653"/>
                  <a:pt x="3804969" y="729653"/>
                </a:cubicBezTo>
                <a:lnTo>
                  <a:pt x="3789392" y="729653"/>
                </a:lnTo>
                <a:cubicBezTo>
                  <a:pt x="3788978" y="729653"/>
                  <a:pt x="3788623" y="729475"/>
                  <a:pt x="3788445" y="729120"/>
                </a:cubicBezTo>
                <a:lnTo>
                  <a:pt x="3780686" y="715617"/>
                </a:lnTo>
                <a:cubicBezTo>
                  <a:pt x="3780509" y="715261"/>
                  <a:pt x="3780509" y="714847"/>
                  <a:pt x="3780686" y="714491"/>
                </a:cubicBezTo>
                <a:lnTo>
                  <a:pt x="3788504" y="700988"/>
                </a:lnTo>
                <a:cubicBezTo>
                  <a:pt x="3788682" y="700692"/>
                  <a:pt x="3789037" y="700455"/>
                  <a:pt x="3789452" y="700455"/>
                </a:cubicBezTo>
                <a:close/>
                <a:moveTo>
                  <a:pt x="3856849" y="700040"/>
                </a:moveTo>
                <a:lnTo>
                  <a:pt x="3872840" y="700040"/>
                </a:lnTo>
                <a:cubicBezTo>
                  <a:pt x="3873254" y="700040"/>
                  <a:pt x="3873669" y="700277"/>
                  <a:pt x="3873847" y="700632"/>
                </a:cubicBezTo>
                <a:lnTo>
                  <a:pt x="3881842" y="714491"/>
                </a:lnTo>
                <a:cubicBezTo>
                  <a:pt x="3882019" y="714846"/>
                  <a:pt x="3882019" y="715261"/>
                  <a:pt x="3881842" y="715616"/>
                </a:cubicBezTo>
                <a:lnTo>
                  <a:pt x="3873847" y="729475"/>
                </a:lnTo>
                <a:cubicBezTo>
                  <a:pt x="3873669" y="729830"/>
                  <a:pt x="3873313" y="730067"/>
                  <a:pt x="3872899" y="730067"/>
                </a:cubicBezTo>
                <a:lnTo>
                  <a:pt x="3856908" y="730067"/>
                </a:lnTo>
                <a:cubicBezTo>
                  <a:pt x="3856494" y="730067"/>
                  <a:pt x="3856079" y="729830"/>
                  <a:pt x="3855902" y="729475"/>
                </a:cubicBezTo>
                <a:lnTo>
                  <a:pt x="3847906" y="715616"/>
                </a:lnTo>
                <a:cubicBezTo>
                  <a:pt x="3847729" y="715261"/>
                  <a:pt x="3847729" y="714846"/>
                  <a:pt x="3847906" y="714491"/>
                </a:cubicBezTo>
                <a:lnTo>
                  <a:pt x="3855902" y="700632"/>
                </a:lnTo>
                <a:cubicBezTo>
                  <a:pt x="3856079" y="700277"/>
                  <a:pt x="3856434" y="700040"/>
                  <a:pt x="3856849" y="700040"/>
                </a:cubicBezTo>
                <a:close/>
                <a:moveTo>
                  <a:pt x="2639359" y="699803"/>
                </a:moveTo>
                <a:lnTo>
                  <a:pt x="2655587" y="699803"/>
                </a:lnTo>
                <a:cubicBezTo>
                  <a:pt x="2656002" y="699803"/>
                  <a:pt x="2656357" y="700040"/>
                  <a:pt x="2656594" y="700395"/>
                </a:cubicBezTo>
                <a:lnTo>
                  <a:pt x="2664708" y="714432"/>
                </a:lnTo>
                <a:cubicBezTo>
                  <a:pt x="2664945" y="714787"/>
                  <a:pt x="2664945" y="715202"/>
                  <a:pt x="2664708" y="715557"/>
                </a:cubicBezTo>
                <a:lnTo>
                  <a:pt x="2656594" y="729593"/>
                </a:lnTo>
                <a:cubicBezTo>
                  <a:pt x="2656357" y="729949"/>
                  <a:pt x="2656002" y="730186"/>
                  <a:pt x="2655587" y="730186"/>
                </a:cubicBezTo>
                <a:lnTo>
                  <a:pt x="2639359" y="730186"/>
                </a:lnTo>
                <a:cubicBezTo>
                  <a:pt x="2638945" y="730186"/>
                  <a:pt x="2638589" y="729949"/>
                  <a:pt x="2638353" y="729593"/>
                </a:cubicBezTo>
                <a:lnTo>
                  <a:pt x="2630239" y="715557"/>
                </a:lnTo>
                <a:cubicBezTo>
                  <a:pt x="2630002" y="715202"/>
                  <a:pt x="2630002" y="714787"/>
                  <a:pt x="2630239" y="714432"/>
                </a:cubicBezTo>
                <a:lnTo>
                  <a:pt x="2638353" y="700395"/>
                </a:lnTo>
                <a:cubicBezTo>
                  <a:pt x="2638589" y="700040"/>
                  <a:pt x="2638945" y="699803"/>
                  <a:pt x="2639359" y="699803"/>
                </a:cubicBezTo>
                <a:close/>
                <a:moveTo>
                  <a:pt x="2706935" y="699744"/>
                </a:moveTo>
                <a:lnTo>
                  <a:pt x="2723281" y="699744"/>
                </a:lnTo>
                <a:cubicBezTo>
                  <a:pt x="2723695" y="699744"/>
                  <a:pt x="2724051" y="699981"/>
                  <a:pt x="2724288" y="700336"/>
                </a:cubicBezTo>
                <a:lnTo>
                  <a:pt x="2732461" y="714491"/>
                </a:lnTo>
                <a:cubicBezTo>
                  <a:pt x="2732698" y="714846"/>
                  <a:pt x="2732698" y="715320"/>
                  <a:pt x="2732461" y="715676"/>
                </a:cubicBezTo>
                <a:lnTo>
                  <a:pt x="2724288" y="729830"/>
                </a:lnTo>
                <a:cubicBezTo>
                  <a:pt x="2724051" y="730186"/>
                  <a:pt x="2723695" y="730423"/>
                  <a:pt x="2723281" y="730423"/>
                </a:cubicBezTo>
                <a:lnTo>
                  <a:pt x="2706935" y="730423"/>
                </a:lnTo>
                <a:cubicBezTo>
                  <a:pt x="2706520" y="730423"/>
                  <a:pt x="2706165" y="730186"/>
                  <a:pt x="2705928" y="729830"/>
                </a:cubicBezTo>
                <a:lnTo>
                  <a:pt x="2697755" y="715676"/>
                </a:lnTo>
                <a:cubicBezTo>
                  <a:pt x="2697518" y="715320"/>
                  <a:pt x="2697518" y="714846"/>
                  <a:pt x="2697755" y="714491"/>
                </a:cubicBezTo>
                <a:lnTo>
                  <a:pt x="2705928" y="700336"/>
                </a:lnTo>
                <a:cubicBezTo>
                  <a:pt x="2706165" y="699981"/>
                  <a:pt x="2706520" y="699744"/>
                  <a:pt x="2706935" y="699744"/>
                </a:cubicBezTo>
                <a:close/>
                <a:moveTo>
                  <a:pt x="204616" y="699744"/>
                </a:moveTo>
                <a:lnTo>
                  <a:pt x="220962" y="699744"/>
                </a:lnTo>
                <a:cubicBezTo>
                  <a:pt x="221376" y="699744"/>
                  <a:pt x="221732" y="699981"/>
                  <a:pt x="221969" y="700336"/>
                </a:cubicBezTo>
                <a:lnTo>
                  <a:pt x="230142" y="714491"/>
                </a:lnTo>
                <a:cubicBezTo>
                  <a:pt x="230379" y="714846"/>
                  <a:pt x="230379" y="715320"/>
                  <a:pt x="230142" y="715676"/>
                </a:cubicBezTo>
                <a:lnTo>
                  <a:pt x="221969" y="729830"/>
                </a:lnTo>
                <a:cubicBezTo>
                  <a:pt x="221732" y="730186"/>
                  <a:pt x="221376" y="730423"/>
                  <a:pt x="220962" y="730423"/>
                </a:cubicBezTo>
                <a:lnTo>
                  <a:pt x="204616" y="730423"/>
                </a:lnTo>
                <a:cubicBezTo>
                  <a:pt x="204201" y="730423"/>
                  <a:pt x="203846" y="730186"/>
                  <a:pt x="203609" y="729830"/>
                </a:cubicBezTo>
                <a:lnTo>
                  <a:pt x="195436" y="715676"/>
                </a:lnTo>
                <a:cubicBezTo>
                  <a:pt x="195199" y="715320"/>
                  <a:pt x="195199" y="714846"/>
                  <a:pt x="195436" y="714491"/>
                </a:cubicBezTo>
                <a:lnTo>
                  <a:pt x="203609" y="700336"/>
                </a:lnTo>
                <a:cubicBezTo>
                  <a:pt x="203846" y="699981"/>
                  <a:pt x="204201" y="699744"/>
                  <a:pt x="204616" y="699744"/>
                </a:cubicBezTo>
                <a:close/>
                <a:moveTo>
                  <a:pt x="948483" y="699625"/>
                </a:moveTo>
                <a:lnTo>
                  <a:pt x="964947" y="699625"/>
                </a:lnTo>
                <a:cubicBezTo>
                  <a:pt x="965362" y="699625"/>
                  <a:pt x="965717" y="699862"/>
                  <a:pt x="965954" y="700217"/>
                </a:cubicBezTo>
                <a:lnTo>
                  <a:pt x="974187" y="714491"/>
                </a:lnTo>
                <a:cubicBezTo>
                  <a:pt x="974423" y="714846"/>
                  <a:pt x="974423" y="715320"/>
                  <a:pt x="974187" y="715675"/>
                </a:cubicBezTo>
                <a:lnTo>
                  <a:pt x="965954" y="729948"/>
                </a:lnTo>
                <a:cubicBezTo>
                  <a:pt x="965717" y="730304"/>
                  <a:pt x="965362" y="730541"/>
                  <a:pt x="964947" y="730541"/>
                </a:cubicBezTo>
                <a:lnTo>
                  <a:pt x="948483" y="730541"/>
                </a:lnTo>
                <a:cubicBezTo>
                  <a:pt x="948068" y="730541"/>
                  <a:pt x="947713" y="730304"/>
                  <a:pt x="947476" y="729948"/>
                </a:cubicBezTo>
                <a:lnTo>
                  <a:pt x="939244" y="715675"/>
                </a:lnTo>
                <a:cubicBezTo>
                  <a:pt x="939007" y="715320"/>
                  <a:pt x="939007" y="714846"/>
                  <a:pt x="939244" y="714491"/>
                </a:cubicBezTo>
                <a:lnTo>
                  <a:pt x="947476" y="700217"/>
                </a:lnTo>
                <a:cubicBezTo>
                  <a:pt x="947713" y="699862"/>
                  <a:pt x="948068" y="699625"/>
                  <a:pt x="948483" y="699625"/>
                </a:cubicBezTo>
                <a:close/>
                <a:moveTo>
                  <a:pt x="542555" y="699329"/>
                </a:moveTo>
                <a:lnTo>
                  <a:pt x="559315" y="699329"/>
                </a:lnTo>
                <a:cubicBezTo>
                  <a:pt x="559730" y="699329"/>
                  <a:pt x="560085" y="699566"/>
                  <a:pt x="560322" y="699921"/>
                </a:cubicBezTo>
                <a:lnTo>
                  <a:pt x="568732" y="714431"/>
                </a:lnTo>
                <a:cubicBezTo>
                  <a:pt x="568969" y="714787"/>
                  <a:pt x="568969" y="715261"/>
                  <a:pt x="568732" y="715616"/>
                </a:cubicBezTo>
                <a:lnTo>
                  <a:pt x="560322" y="730126"/>
                </a:lnTo>
                <a:cubicBezTo>
                  <a:pt x="560144" y="730481"/>
                  <a:pt x="559730" y="730718"/>
                  <a:pt x="559315" y="730718"/>
                </a:cubicBezTo>
                <a:lnTo>
                  <a:pt x="542555" y="730718"/>
                </a:lnTo>
                <a:cubicBezTo>
                  <a:pt x="542140" y="730718"/>
                  <a:pt x="541785" y="730481"/>
                  <a:pt x="541547" y="730126"/>
                </a:cubicBezTo>
                <a:lnTo>
                  <a:pt x="533138" y="715616"/>
                </a:lnTo>
                <a:cubicBezTo>
                  <a:pt x="532901" y="715261"/>
                  <a:pt x="532901" y="714787"/>
                  <a:pt x="533138" y="714431"/>
                </a:cubicBezTo>
                <a:lnTo>
                  <a:pt x="541547" y="699921"/>
                </a:lnTo>
                <a:cubicBezTo>
                  <a:pt x="541725" y="699566"/>
                  <a:pt x="542140" y="699329"/>
                  <a:pt x="542555" y="699329"/>
                </a:cubicBezTo>
                <a:close/>
                <a:moveTo>
                  <a:pt x="812916" y="698974"/>
                </a:moveTo>
                <a:lnTo>
                  <a:pt x="830032" y="698974"/>
                </a:lnTo>
                <a:cubicBezTo>
                  <a:pt x="830506" y="698974"/>
                  <a:pt x="830862" y="699211"/>
                  <a:pt x="831098" y="699566"/>
                </a:cubicBezTo>
                <a:lnTo>
                  <a:pt x="839627" y="714373"/>
                </a:lnTo>
                <a:cubicBezTo>
                  <a:pt x="839864" y="714728"/>
                  <a:pt x="839864" y="715202"/>
                  <a:pt x="839627" y="715557"/>
                </a:cubicBezTo>
                <a:lnTo>
                  <a:pt x="831039" y="730363"/>
                </a:lnTo>
                <a:cubicBezTo>
                  <a:pt x="830802" y="730719"/>
                  <a:pt x="830388" y="730956"/>
                  <a:pt x="829973" y="730956"/>
                </a:cubicBezTo>
                <a:lnTo>
                  <a:pt x="812857" y="730956"/>
                </a:lnTo>
                <a:cubicBezTo>
                  <a:pt x="812383" y="730956"/>
                  <a:pt x="812028" y="730719"/>
                  <a:pt x="811791" y="730363"/>
                </a:cubicBezTo>
                <a:lnTo>
                  <a:pt x="803263" y="715557"/>
                </a:lnTo>
                <a:cubicBezTo>
                  <a:pt x="803026" y="715202"/>
                  <a:pt x="803026" y="714728"/>
                  <a:pt x="803263" y="714373"/>
                </a:cubicBezTo>
                <a:lnTo>
                  <a:pt x="811850" y="699566"/>
                </a:lnTo>
                <a:cubicBezTo>
                  <a:pt x="812087" y="699211"/>
                  <a:pt x="812502" y="698974"/>
                  <a:pt x="812916" y="698974"/>
                </a:cubicBezTo>
                <a:close/>
                <a:moveTo>
                  <a:pt x="745281" y="698974"/>
                </a:moveTo>
                <a:lnTo>
                  <a:pt x="762397" y="698974"/>
                </a:lnTo>
                <a:cubicBezTo>
                  <a:pt x="762871" y="698974"/>
                  <a:pt x="763227" y="699211"/>
                  <a:pt x="763463" y="699566"/>
                </a:cubicBezTo>
                <a:lnTo>
                  <a:pt x="771992" y="714373"/>
                </a:lnTo>
                <a:cubicBezTo>
                  <a:pt x="772229" y="714728"/>
                  <a:pt x="772229" y="715202"/>
                  <a:pt x="771992" y="715557"/>
                </a:cubicBezTo>
                <a:lnTo>
                  <a:pt x="763404" y="730363"/>
                </a:lnTo>
                <a:cubicBezTo>
                  <a:pt x="763167" y="730719"/>
                  <a:pt x="762753" y="730956"/>
                  <a:pt x="762338" y="730956"/>
                </a:cubicBezTo>
                <a:lnTo>
                  <a:pt x="745222" y="730956"/>
                </a:lnTo>
                <a:cubicBezTo>
                  <a:pt x="744748" y="730956"/>
                  <a:pt x="744393" y="730719"/>
                  <a:pt x="744156" y="730363"/>
                </a:cubicBezTo>
                <a:lnTo>
                  <a:pt x="735628" y="715557"/>
                </a:lnTo>
                <a:cubicBezTo>
                  <a:pt x="735391" y="715202"/>
                  <a:pt x="735391" y="714728"/>
                  <a:pt x="735628" y="714373"/>
                </a:cubicBezTo>
                <a:lnTo>
                  <a:pt x="744215" y="699566"/>
                </a:lnTo>
                <a:cubicBezTo>
                  <a:pt x="744452" y="699211"/>
                  <a:pt x="744867" y="698974"/>
                  <a:pt x="745281" y="698974"/>
                </a:cubicBezTo>
                <a:close/>
                <a:moveTo>
                  <a:pt x="2571132" y="698678"/>
                </a:moveTo>
                <a:lnTo>
                  <a:pt x="2588603" y="698678"/>
                </a:lnTo>
                <a:cubicBezTo>
                  <a:pt x="2589018" y="698678"/>
                  <a:pt x="2589432" y="698915"/>
                  <a:pt x="2589669" y="699270"/>
                </a:cubicBezTo>
                <a:lnTo>
                  <a:pt x="2598376" y="714373"/>
                </a:lnTo>
                <a:cubicBezTo>
                  <a:pt x="2598612" y="714787"/>
                  <a:pt x="2598612" y="715261"/>
                  <a:pt x="2598376" y="715616"/>
                </a:cubicBezTo>
                <a:lnTo>
                  <a:pt x="2589669" y="730719"/>
                </a:lnTo>
                <a:cubicBezTo>
                  <a:pt x="2589432" y="731074"/>
                  <a:pt x="2589018" y="731311"/>
                  <a:pt x="2588603" y="731311"/>
                </a:cubicBezTo>
                <a:lnTo>
                  <a:pt x="2571132" y="731311"/>
                </a:lnTo>
                <a:cubicBezTo>
                  <a:pt x="2570718" y="731311"/>
                  <a:pt x="2570303" y="731074"/>
                  <a:pt x="2570066" y="730719"/>
                </a:cubicBezTo>
                <a:lnTo>
                  <a:pt x="2561360" y="715616"/>
                </a:lnTo>
                <a:cubicBezTo>
                  <a:pt x="2561123" y="715202"/>
                  <a:pt x="2561123" y="714728"/>
                  <a:pt x="2561360" y="714373"/>
                </a:cubicBezTo>
                <a:lnTo>
                  <a:pt x="2570066" y="699270"/>
                </a:lnTo>
                <a:cubicBezTo>
                  <a:pt x="2570303" y="698915"/>
                  <a:pt x="2570718" y="698678"/>
                  <a:pt x="2571132" y="698678"/>
                </a:cubicBezTo>
                <a:close/>
                <a:moveTo>
                  <a:pt x="2503497" y="698559"/>
                </a:moveTo>
                <a:lnTo>
                  <a:pt x="2521028" y="698559"/>
                </a:lnTo>
                <a:cubicBezTo>
                  <a:pt x="2521442" y="698559"/>
                  <a:pt x="2521857" y="698796"/>
                  <a:pt x="2522094" y="699151"/>
                </a:cubicBezTo>
                <a:lnTo>
                  <a:pt x="2530859" y="714372"/>
                </a:lnTo>
                <a:cubicBezTo>
                  <a:pt x="2531096" y="714728"/>
                  <a:pt x="2531096" y="715261"/>
                  <a:pt x="2530859" y="715616"/>
                </a:cubicBezTo>
                <a:lnTo>
                  <a:pt x="2522094" y="730837"/>
                </a:lnTo>
                <a:cubicBezTo>
                  <a:pt x="2521857" y="731192"/>
                  <a:pt x="2521442" y="731429"/>
                  <a:pt x="2521028" y="731429"/>
                </a:cubicBezTo>
                <a:lnTo>
                  <a:pt x="2503497" y="731429"/>
                </a:lnTo>
                <a:cubicBezTo>
                  <a:pt x="2503082" y="731429"/>
                  <a:pt x="2502668" y="731192"/>
                  <a:pt x="2502431" y="730837"/>
                </a:cubicBezTo>
                <a:lnTo>
                  <a:pt x="2493666" y="715616"/>
                </a:lnTo>
                <a:cubicBezTo>
                  <a:pt x="2493429" y="715261"/>
                  <a:pt x="2493429" y="714728"/>
                  <a:pt x="2493666" y="714372"/>
                </a:cubicBezTo>
                <a:lnTo>
                  <a:pt x="2502431" y="699151"/>
                </a:lnTo>
                <a:cubicBezTo>
                  <a:pt x="2502668" y="698796"/>
                  <a:pt x="2503082" y="698559"/>
                  <a:pt x="2503497" y="698559"/>
                </a:cubicBezTo>
                <a:close/>
                <a:moveTo>
                  <a:pt x="406692" y="698145"/>
                </a:moveTo>
                <a:lnTo>
                  <a:pt x="424696" y="698145"/>
                </a:lnTo>
                <a:cubicBezTo>
                  <a:pt x="425170" y="698145"/>
                  <a:pt x="425585" y="698382"/>
                  <a:pt x="425822" y="698797"/>
                </a:cubicBezTo>
                <a:lnTo>
                  <a:pt x="434824" y="714373"/>
                </a:lnTo>
                <a:cubicBezTo>
                  <a:pt x="435061" y="714728"/>
                  <a:pt x="435061" y="715202"/>
                  <a:pt x="434824" y="715616"/>
                </a:cubicBezTo>
                <a:lnTo>
                  <a:pt x="425822" y="731193"/>
                </a:lnTo>
                <a:cubicBezTo>
                  <a:pt x="425585" y="731607"/>
                  <a:pt x="425170" y="731844"/>
                  <a:pt x="424696" y="731844"/>
                </a:cubicBezTo>
                <a:lnTo>
                  <a:pt x="406692" y="731844"/>
                </a:lnTo>
                <a:cubicBezTo>
                  <a:pt x="406218" y="731844"/>
                  <a:pt x="405804" y="731607"/>
                  <a:pt x="405567" y="731193"/>
                </a:cubicBezTo>
                <a:lnTo>
                  <a:pt x="396565" y="715616"/>
                </a:lnTo>
                <a:cubicBezTo>
                  <a:pt x="396328" y="715261"/>
                  <a:pt x="396328" y="714787"/>
                  <a:pt x="396565" y="714373"/>
                </a:cubicBezTo>
                <a:lnTo>
                  <a:pt x="405567" y="698797"/>
                </a:lnTo>
                <a:cubicBezTo>
                  <a:pt x="405804" y="698382"/>
                  <a:pt x="406218" y="698145"/>
                  <a:pt x="406692" y="698145"/>
                </a:cubicBezTo>
                <a:close/>
                <a:moveTo>
                  <a:pt x="3923419" y="698086"/>
                </a:moveTo>
                <a:lnTo>
                  <a:pt x="3941541" y="698086"/>
                </a:lnTo>
                <a:cubicBezTo>
                  <a:pt x="3942015" y="698086"/>
                  <a:pt x="3942430" y="698323"/>
                  <a:pt x="3942667" y="698737"/>
                </a:cubicBezTo>
                <a:lnTo>
                  <a:pt x="3951728" y="714432"/>
                </a:lnTo>
                <a:cubicBezTo>
                  <a:pt x="3951965" y="714847"/>
                  <a:pt x="3951965" y="715320"/>
                  <a:pt x="3951728" y="715735"/>
                </a:cubicBezTo>
                <a:lnTo>
                  <a:pt x="3942667" y="731430"/>
                </a:lnTo>
                <a:cubicBezTo>
                  <a:pt x="3942430" y="731844"/>
                  <a:pt x="3942015" y="732081"/>
                  <a:pt x="3941541" y="732081"/>
                </a:cubicBezTo>
                <a:lnTo>
                  <a:pt x="3923419" y="732081"/>
                </a:lnTo>
                <a:cubicBezTo>
                  <a:pt x="3922944" y="732081"/>
                  <a:pt x="3922530" y="731844"/>
                  <a:pt x="3922293" y="731430"/>
                </a:cubicBezTo>
                <a:lnTo>
                  <a:pt x="3913231" y="715735"/>
                </a:lnTo>
                <a:cubicBezTo>
                  <a:pt x="3912995" y="715320"/>
                  <a:pt x="3912995" y="714847"/>
                  <a:pt x="3913231" y="714432"/>
                </a:cubicBezTo>
                <a:lnTo>
                  <a:pt x="3922293" y="698737"/>
                </a:lnTo>
                <a:cubicBezTo>
                  <a:pt x="3922530" y="698323"/>
                  <a:pt x="3922944" y="698086"/>
                  <a:pt x="3923419" y="698086"/>
                </a:cubicBezTo>
                <a:close/>
                <a:moveTo>
                  <a:pt x="1150500" y="697849"/>
                </a:moveTo>
                <a:lnTo>
                  <a:pt x="1168800" y="697849"/>
                </a:lnTo>
                <a:cubicBezTo>
                  <a:pt x="1169274" y="697849"/>
                  <a:pt x="1169689" y="698086"/>
                  <a:pt x="1169926" y="698500"/>
                </a:cubicBezTo>
                <a:lnTo>
                  <a:pt x="1179106" y="714373"/>
                </a:lnTo>
                <a:cubicBezTo>
                  <a:pt x="1179342" y="714787"/>
                  <a:pt x="1179342" y="715261"/>
                  <a:pt x="1179106" y="715676"/>
                </a:cubicBezTo>
                <a:lnTo>
                  <a:pt x="1169926" y="731548"/>
                </a:lnTo>
                <a:cubicBezTo>
                  <a:pt x="1169689" y="731963"/>
                  <a:pt x="1169274" y="732199"/>
                  <a:pt x="1168800" y="732199"/>
                </a:cubicBezTo>
                <a:lnTo>
                  <a:pt x="1150500" y="732199"/>
                </a:lnTo>
                <a:cubicBezTo>
                  <a:pt x="1150026" y="732199"/>
                  <a:pt x="1149612" y="731963"/>
                  <a:pt x="1149374" y="731548"/>
                </a:cubicBezTo>
                <a:lnTo>
                  <a:pt x="1140195" y="715676"/>
                </a:lnTo>
                <a:cubicBezTo>
                  <a:pt x="1139958" y="715261"/>
                  <a:pt x="1139958" y="714787"/>
                  <a:pt x="1140195" y="714373"/>
                </a:cubicBezTo>
                <a:lnTo>
                  <a:pt x="1149374" y="698500"/>
                </a:lnTo>
                <a:cubicBezTo>
                  <a:pt x="1149612" y="698086"/>
                  <a:pt x="1150026" y="697849"/>
                  <a:pt x="1150500" y="697849"/>
                </a:cubicBezTo>
                <a:close/>
                <a:moveTo>
                  <a:pt x="1015111" y="697671"/>
                </a:moveTo>
                <a:lnTo>
                  <a:pt x="1033649" y="697671"/>
                </a:lnTo>
                <a:cubicBezTo>
                  <a:pt x="1034123" y="697671"/>
                  <a:pt x="1034537" y="697908"/>
                  <a:pt x="1034774" y="698322"/>
                </a:cubicBezTo>
                <a:lnTo>
                  <a:pt x="1044013" y="714373"/>
                </a:lnTo>
                <a:cubicBezTo>
                  <a:pt x="1044250" y="714787"/>
                  <a:pt x="1044250" y="715261"/>
                  <a:pt x="1044013" y="715675"/>
                </a:cubicBezTo>
                <a:lnTo>
                  <a:pt x="1034715" y="731725"/>
                </a:lnTo>
                <a:cubicBezTo>
                  <a:pt x="1034478" y="732140"/>
                  <a:pt x="1034063" y="732377"/>
                  <a:pt x="1033589" y="732377"/>
                </a:cubicBezTo>
                <a:lnTo>
                  <a:pt x="1015052" y="732377"/>
                </a:lnTo>
                <a:cubicBezTo>
                  <a:pt x="1014578" y="732377"/>
                  <a:pt x="1014164" y="732140"/>
                  <a:pt x="1013927" y="731725"/>
                </a:cubicBezTo>
                <a:lnTo>
                  <a:pt x="1004688" y="715675"/>
                </a:lnTo>
                <a:cubicBezTo>
                  <a:pt x="1004451" y="715261"/>
                  <a:pt x="1004451" y="714787"/>
                  <a:pt x="1004688" y="714373"/>
                </a:cubicBezTo>
                <a:lnTo>
                  <a:pt x="1013986" y="698322"/>
                </a:lnTo>
                <a:cubicBezTo>
                  <a:pt x="1014223" y="697908"/>
                  <a:pt x="1014637" y="697671"/>
                  <a:pt x="1015111" y="697671"/>
                </a:cubicBezTo>
                <a:close/>
                <a:moveTo>
                  <a:pt x="879842" y="697671"/>
                </a:moveTo>
                <a:lnTo>
                  <a:pt x="898379" y="697671"/>
                </a:lnTo>
                <a:cubicBezTo>
                  <a:pt x="898853" y="697671"/>
                  <a:pt x="899267" y="697908"/>
                  <a:pt x="899504" y="698322"/>
                </a:cubicBezTo>
                <a:lnTo>
                  <a:pt x="908743" y="714373"/>
                </a:lnTo>
                <a:cubicBezTo>
                  <a:pt x="908980" y="714787"/>
                  <a:pt x="908980" y="715261"/>
                  <a:pt x="908743" y="715675"/>
                </a:cubicBezTo>
                <a:lnTo>
                  <a:pt x="899445" y="731725"/>
                </a:lnTo>
                <a:cubicBezTo>
                  <a:pt x="899208" y="732140"/>
                  <a:pt x="898793" y="732377"/>
                  <a:pt x="898320" y="732377"/>
                </a:cubicBezTo>
                <a:lnTo>
                  <a:pt x="879782" y="732377"/>
                </a:lnTo>
                <a:cubicBezTo>
                  <a:pt x="879308" y="732377"/>
                  <a:pt x="878894" y="732140"/>
                  <a:pt x="878657" y="731725"/>
                </a:cubicBezTo>
                <a:lnTo>
                  <a:pt x="869418" y="715675"/>
                </a:lnTo>
                <a:cubicBezTo>
                  <a:pt x="869181" y="715261"/>
                  <a:pt x="869181" y="714787"/>
                  <a:pt x="869418" y="714373"/>
                </a:cubicBezTo>
                <a:lnTo>
                  <a:pt x="878716" y="698322"/>
                </a:lnTo>
                <a:cubicBezTo>
                  <a:pt x="878953" y="697908"/>
                  <a:pt x="879368" y="697671"/>
                  <a:pt x="879842" y="697671"/>
                </a:cubicBezTo>
                <a:close/>
                <a:moveTo>
                  <a:pt x="3990758" y="697553"/>
                </a:moveTo>
                <a:lnTo>
                  <a:pt x="4009413" y="697553"/>
                </a:lnTo>
                <a:cubicBezTo>
                  <a:pt x="4009887" y="697553"/>
                  <a:pt x="4010302" y="697790"/>
                  <a:pt x="4010539" y="698205"/>
                </a:cubicBezTo>
                <a:lnTo>
                  <a:pt x="4019837" y="714373"/>
                </a:lnTo>
                <a:cubicBezTo>
                  <a:pt x="4020074" y="714788"/>
                  <a:pt x="4020074" y="715261"/>
                  <a:pt x="4019837" y="715676"/>
                </a:cubicBezTo>
                <a:lnTo>
                  <a:pt x="4010480" y="731844"/>
                </a:lnTo>
                <a:cubicBezTo>
                  <a:pt x="4010242" y="732259"/>
                  <a:pt x="4009828" y="732496"/>
                  <a:pt x="4009354" y="732496"/>
                </a:cubicBezTo>
                <a:lnTo>
                  <a:pt x="3990699" y="732496"/>
                </a:lnTo>
                <a:cubicBezTo>
                  <a:pt x="3990224" y="732496"/>
                  <a:pt x="3989810" y="732259"/>
                  <a:pt x="3989573" y="731844"/>
                </a:cubicBezTo>
                <a:lnTo>
                  <a:pt x="3980275" y="715676"/>
                </a:lnTo>
                <a:cubicBezTo>
                  <a:pt x="3980038" y="715261"/>
                  <a:pt x="3980038" y="714788"/>
                  <a:pt x="3980275" y="714373"/>
                </a:cubicBezTo>
                <a:lnTo>
                  <a:pt x="3989632" y="698205"/>
                </a:lnTo>
                <a:cubicBezTo>
                  <a:pt x="3989869" y="697790"/>
                  <a:pt x="3990284" y="697553"/>
                  <a:pt x="3990758" y="697553"/>
                </a:cubicBezTo>
                <a:close/>
                <a:moveTo>
                  <a:pt x="271126" y="697553"/>
                </a:moveTo>
                <a:lnTo>
                  <a:pt x="289782" y="697553"/>
                </a:lnTo>
                <a:cubicBezTo>
                  <a:pt x="290255" y="697553"/>
                  <a:pt x="290670" y="697790"/>
                  <a:pt x="290907" y="698205"/>
                </a:cubicBezTo>
                <a:lnTo>
                  <a:pt x="300205" y="714373"/>
                </a:lnTo>
                <a:cubicBezTo>
                  <a:pt x="300442" y="714788"/>
                  <a:pt x="300442" y="715261"/>
                  <a:pt x="300205" y="715676"/>
                </a:cubicBezTo>
                <a:lnTo>
                  <a:pt x="290848" y="731844"/>
                </a:lnTo>
                <a:cubicBezTo>
                  <a:pt x="290610" y="732259"/>
                  <a:pt x="290196" y="732496"/>
                  <a:pt x="289722" y="732496"/>
                </a:cubicBezTo>
                <a:lnTo>
                  <a:pt x="271066" y="732496"/>
                </a:lnTo>
                <a:cubicBezTo>
                  <a:pt x="270592" y="732496"/>
                  <a:pt x="270178" y="732259"/>
                  <a:pt x="269941" y="731844"/>
                </a:cubicBezTo>
                <a:lnTo>
                  <a:pt x="260643" y="715676"/>
                </a:lnTo>
                <a:cubicBezTo>
                  <a:pt x="260406" y="715261"/>
                  <a:pt x="260406" y="714788"/>
                  <a:pt x="260643" y="714373"/>
                </a:cubicBezTo>
                <a:lnTo>
                  <a:pt x="270000" y="698205"/>
                </a:lnTo>
                <a:cubicBezTo>
                  <a:pt x="270237" y="697790"/>
                  <a:pt x="270652" y="697553"/>
                  <a:pt x="271126" y="697553"/>
                </a:cubicBezTo>
                <a:close/>
                <a:moveTo>
                  <a:pt x="4599354" y="697316"/>
                </a:moveTo>
                <a:lnTo>
                  <a:pt x="4618247" y="697316"/>
                </a:lnTo>
                <a:cubicBezTo>
                  <a:pt x="4618661" y="697316"/>
                  <a:pt x="4619135" y="697553"/>
                  <a:pt x="4619371" y="697967"/>
                </a:cubicBezTo>
                <a:lnTo>
                  <a:pt x="4628789" y="714314"/>
                </a:lnTo>
                <a:cubicBezTo>
                  <a:pt x="4629025" y="714728"/>
                  <a:pt x="4629025" y="715261"/>
                  <a:pt x="4628789" y="715676"/>
                </a:cubicBezTo>
                <a:lnTo>
                  <a:pt x="4619371" y="732022"/>
                </a:lnTo>
                <a:cubicBezTo>
                  <a:pt x="4619135" y="732436"/>
                  <a:pt x="4618720" y="732673"/>
                  <a:pt x="4618247" y="732673"/>
                </a:cubicBezTo>
                <a:lnTo>
                  <a:pt x="4599354" y="732673"/>
                </a:lnTo>
                <a:cubicBezTo>
                  <a:pt x="4598939" y="732673"/>
                  <a:pt x="4598466" y="732436"/>
                  <a:pt x="4598228" y="732022"/>
                </a:cubicBezTo>
                <a:lnTo>
                  <a:pt x="4588812" y="715676"/>
                </a:lnTo>
                <a:cubicBezTo>
                  <a:pt x="4588575" y="715261"/>
                  <a:pt x="4588575" y="714728"/>
                  <a:pt x="4588812" y="714314"/>
                </a:cubicBezTo>
                <a:lnTo>
                  <a:pt x="4598228" y="697967"/>
                </a:lnTo>
                <a:cubicBezTo>
                  <a:pt x="4598466" y="697553"/>
                  <a:pt x="4598880" y="697316"/>
                  <a:pt x="4599354" y="697316"/>
                </a:cubicBezTo>
                <a:close/>
                <a:moveTo>
                  <a:pt x="4058214" y="697257"/>
                </a:moveTo>
                <a:lnTo>
                  <a:pt x="4077226" y="697257"/>
                </a:lnTo>
                <a:cubicBezTo>
                  <a:pt x="4077699" y="697257"/>
                  <a:pt x="4078173" y="697494"/>
                  <a:pt x="4078410" y="697909"/>
                </a:cubicBezTo>
                <a:lnTo>
                  <a:pt x="4087886" y="714373"/>
                </a:lnTo>
                <a:cubicBezTo>
                  <a:pt x="4088123" y="714788"/>
                  <a:pt x="4088123" y="715321"/>
                  <a:pt x="4087886" y="715735"/>
                </a:cubicBezTo>
                <a:lnTo>
                  <a:pt x="4078410" y="732200"/>
                </a:lnTo>
                <a:cubicBezTo>
                  <a:pt x="4078114" y="732614"/>
                  <a:pt x="4077699" y="732851"/>
                  <a:pt x="4077226" y="732851"/>
                </a:cubicBezTo>
                <a:lnTo>
                  <a:pt x="4058214" y="732851"/>
                </a:lnTo>
                <a:cubicBezTo>
                  <a:pt x="4057740" y="732851"/>
                  <a:pt x="4057267" y="732614"/>
                  <a:pt x="4057030" y="732200"/>
                </a:cubicBezTo>
                <a:lnTo>
                  <a:pt x="4047554" y="715735"/>
                </a:lnTo>
                <a:cubicBezTo>
                  <a:pt x="4047317" y="715321"/>
                  <a:pt x="4047317" y="714788"/>
                  <a:pt x="4047554" y="714373"/>
                </a:cubicBezTo>
                <a:lnTo>
                  <a:pt x="4057030" y="697909"/>
                </a:lnTo>
                <a:cubicBezTo>
                  <a:pt x="4057326" y="697494"/>
                  <a:pt x="4057740" y="697257"/>
                  <a:pt x="4058214" y="697257"/>
                </a:cubicBezTo>
                <a:close/>
                <a:moveTo>
                  <a:pt x="473616" y="696842"/>
                </a:moveTo>
                <a:lnTo>
                  <a:pt x="493042" y="696842"/>
                </a:lnTo>
                <a:cubicBezTo>
                  <a:pt x="493516" y="696842"/>
                  <a:pt x="493990" y="697138"/>
                  <a:pt x="494226" y="697553"/>
                </a:cubicBezTo>
                <a:lnTo>
                  <a:pt x="503939" y="714373"/>
                </a:lnTo>
                <a:cubicBezTo>
                  <a:pt x="504176" y="714787"/>
                  <a:pt x="504176" y="715320"/>
                  <a:pt x="503939" y="715735"/>
                </a:cubicBezTo>
                <a:lnTo>
                  <a:pt x="494226" y="732555"/>
                </a:lnTo>
                <a:cubicBezTo>
                  <a:pt x="493990" y="733029"/>
                  <a:pt x="493516" y="733265"/>
                  <a:pt x="493042" y="733265"/>
                </a:cubicBezTo>
                <a:lnTo>
                  <a:pt x="473616" y="733265"/>
                </a:lnTo>
                <a:cubicBezTo>
                  <a:pt x="473142" y="733265"/>
                  <a:pt x="472669" y="732969"/>
                  <a:pt x="472432" y="732555"/>
                </a:cubicBezTo>
                <a:lnTo>
                  <a:pt x="462719" y="715735"/>
                </a:lnTo>
                <a:cubicBezTo>
                  <a:pt x="462482" y="715320"/>
                  <a:pt x="462482" y="714787"/>
                  <a:pt x="462719" y="714373"/>
                </a:cubicBezTo>
                <a:lnTo>
                  <a:pt x="472432" y="697553"/>
                </a:lnTo>
                <a:cubicBezTo>
                  <a:pt x="472669" y="697079"/>
                  <a:pt x="473142" y="696842"/>
                  <a:pt x="473616" y="696842"/>
                </a:cubicBezTo>
                <a:close/>
                <a:moveTo>
                  <a:pt x="1082213" y="696724"/>
                </a:moveTo>
                <a:lnTo>
                  <a:pt x="1101758" y="696724"/>
                </a:lnTo>
                <a:cubicBezTo>
                  <a:pt x="1102232" y="696724"/>
                  <a:pt x="1102705" y="697020"/>
                  <a:pt x="1102942" y="697435"/>
                </a:cubicBezTo>
                <a:lnTo>
                  <a:pt x="1112714" y="714373"/>
                </a:lnTo>
                <a:cubicBezTo>
                  <a:pt x="1112951" y="714788"/>
                  <a:pt x="1112951" y="715321"/>
                  <a:pt x="1112714" y="715735"/>
                </a:cubicBezTo>
                <a:lnTo>
                  <a:pt x="1102942" y="732674"/>
                </a:lnTo>
                <a:cubicBezTo>
                  <a:pt x="1102705" y="733088"/>
                  <a:pt x="1102232" y="733384"/>
                  <a:pt x="1101758" y="733384"/>
                </a:cubicBezTo>
                <a:lnTo>
                  <a:pt x="1082213" y="733384"/>
                </a:lnTo>
                <a:cubicBezTo>
                  <a:pt x="1081740" y="733384"/>
                  <a:pt x="1081266" y="733088"/>
                  <a:pt x="1081029" y="732674"/>
                </a:cubicBezTo>
                <a:lnTo>
                  <a:pt x="1071257" y="715735"/>
                </a:lnTo>
                <a:cubicBezTo>
                  <a:pt x="1071020" y="715321"/>
                  <a:pt x="1071020" y="714788"/>
                  <a:pt x="1071257" y="714373"/>
                </a:cubicBezTo>
                <a:lnTo>
                  <a:pt x="1081029" y="697435"/>
                </a:lnTo>
                <a:cubicBezTo>
                  <a:pt x="1081266" y="697020"/>
                  <a:pt x="1081740" y="696724"/>
                  <a:pt x="1082213" y="696724"/>
                </a:cubicBezTo>
                <a:close/>
                <a:moveTo>
                  <a:pt x="4531187" y="696309"/>
                </a:moveTo>
                <a:lnTo>
                  <a:pt x="4551146" y="696309"/>
                </a:lnTo>
                <a:cubicBezTo>
                  <a:pt x="4551678" y="696309"/>
                  <a:pt x="4552152" y="696605"/>
                  <a:pt x="4552389" y="697020"/>
                </a:cubicBezTo>
                <a:lnTo>
                  <a:pt x="4562398" y="714313"/>
                </a:lnTo>
                <a:cubicBezTo>
                  <a:pt x="4562635" y="714728"/>
                  <a:pt x="4562635" y="715320"/>
                  <a:pt x="4562398" y="715735"/>
                </a:cubicBezTo>
                <a:lnTo>
                  <a:pt x="4552389" y="733029"/>
                </a:lnTo>
                <a:cubicBezTo>
                  <a:pt x="4552093" y="733443"/>
                  <a:pt x="4551619" y="733739"/>
                  <a:pt x="4551146" y="733739"/>
                </a:cubicBezTo>
                <a:lnTo>
                  <a:pt x="4531187" y="733739"/>
                </a:lnTo>
                <a:cubicBezTo>
                  <a:pt x="4530653" y="733739"/>
                  <a:pt x="4530180" y="733443"/>
                  <a:pt x="4529943" y="733029"/>
                </a:cubicBezTo>
                <a:lnTo>
                  <a:pt x="4519934" y="715735"/>
                </a:lnTo>
                <a:cubicBezTo>
                  <a:pt x="4519697" y="715320"/>
                  <a:pt x="4519697" y="714728"/>
                  <a:pt x="4519934" y="714313"/>
                </a:cubicBezTo>
                <a:lnTo>
                  <a:pt x="4529943" y="697020"/>
                </a:lnTo>
                <a:cubicBezTo>
                  <a:pt x="4530239" y="696605"/>
                  <a:pt x="4530712" y="696309"/>
                  <a:pt x="4531187" y="696309"/>
                </a:cubicBezTo>
                <a:close/>
                <a:moveTo>
                  <a:pt x="337813" y="695894"/>
                </a:moveTo>
                <a:lnTo>
                  <a:pt x="358246" y="695894"/>
                </a:lnTo>
                <a:cubicBezTo>
                  <a:pt x="358779" y="695894"/>
                  <a:pt x="359253" y="696190"/>
                  <a:pt x="359489" y="696605"/>
                </a:cubicBezTo>
                <a:lnTo>
                  <a:pt x="369676" y="714313"/>
                </a:lnTo>
                <a:cubicBezTo>
                  <a:pt x="369913" y="714728"/>
                  <a:pt x="369913" y="715320"/>
                  <a:pt x="369676" y="715734"/>
                </a:cubicBezTo>
                <a:lnTo>
                  <a:pt x="359430" y="733443"/>
                </a:lnTo>
                <a:cubicBezTo>
                  <a:pt x="359193" y="733857"/>
                  <a:pt x="358720" y="734154"/>
                  <a:pt x="358187" y="734154"/>
                </a:cubicBezTo>
                <a:lnTo>
                  <a:pt x="337754" y="734154"/>
                </a:lnTo>
                <a:cubicBezTo>
                  <a:pt x="337221" y="734154"/>
                  <a:pt x="336747" y="733857"/>
                  <a:pt x="336510" y="733443"/>
                </a:cubicBezTo>
                <a:lnTo>
                  <a:pt x="326324" y="715734"/>
                </a:lnTo>
                <a:cubicBezTo>
                  <a:pt x="326087" y="715320"/>
                  <a:pt x="326087" y="714728"/>
                  <a:pt x="326324" y="714313"/>
                </a:cubicBezTo>
                <a:lnTo>
                  <a:pt x="336569" y="696605"/>
                </a:lnTo>
                <a:cubicBezTo>
                  <a:pt x="336807" y="696190"/>
                  <a:pt x="337280" y="695894"/>
                  <a:pt x="337813" y="695894"/>
                </a:cubicBezTo>
                <a:close/>
                <a:moveTo>
                  <a:pt x="4665509" y="694532"/>
                </a:moveTo>
                <a:lnTo>
                  <a:pt x="4687363" y="694532"/>
                </a:lnTo>
                <a:cubicBezTo>
                  <a:pt x="4687955" y="694532"/>
                  <a:pt x="4688429" y="694828"/>
                  <a:pt x="4688725" y="695302"/>
                </a:cubicBezTo>
                <a:lnTo>
                  <a:pt x="4699623" y="714254"/>
                </a:lnTo>
                <a:cubicBezTo>
                  <a:pt x="4699919" y="714728"/>
                  <a:pt x="4699919" y="715320"/>
                  <a:pt x="4699623" y="715794"/>
                </a:cubicBezTo>
                <a:lnTo>
                  <a:pt x="4688666" y="734746"/>
                </a:lnTo>
                <a:cubicBezTo>
                  <a:pt x="4688370" y="735220"/>
                  <a:pt x="4687837" y="735516"/>
                  <a:pt x="4687304" y="735516"/>
                </a:cubicBezTo>
                <a:lnTo>
                  <a:pt x="4665450" y="735516"/>
                </a:lnTo>
                <a:cubicBezTo>
                  <a:pt x="4664857" y="735516"/>
                  <a:pt x="4664384" y="735220"/>
                  <a:pt x="4664088" y="734746"/>
                </a:cubicBezTo>
                <a:lnTo>
                  <a:pt x="4653190" y="715794"/>
                </a:lnTo>
                <a:cubicBezTo>
                  <a:pt x="4652894" y="715320"/>
                  <a:pt x="4652894" y="714728"/>
                  <a:pt x="4653190" y="714254"/>
                </a:cubicBezTo>
                <a:lnTo>
                  <a:pt x="4664147" y="695302"/>
                </a:lnTo>
                <a:cubicBezTo>
                  <a:pt x="4664443" y="694828"/>
                  <a:pt x="4664976" y="694532"/>
                  <a:pt x="4665509" y="694532"/>
                </a:cubicBezTo>
                <a:close/>
                <a:moveTo>
                  <a:pt x="4732078" y="692696"/>
                </a:moveTo>
                <a:lnTo>
                  <a:pt x="4755946" y="692696"/>
                </a:lnTo>
                <a:cubicBezTo>
                  <a:pt x="4756538" y="692696"/>
                  <a:pt x="4757130" y="692992"/>
                  <a:pt x="4757426" y="693525"/>
                </a:cubicBezTo>
                <a:lnTo>
                  <a:pt x="4769331" y="714195"/>
                </a:lnTo>
                <a:cubicBezTo>
                  <a:pt x="4769627" y="714668"/>
                  <a:pt x="4769627" y="715320"/>
                  <a:pt x="4769331" y="715853"/>
                </a:cubicBezTo>
                <a:lnTo>
                  <a:pt x="4757426" y="736523"/>
                </a:lnTo>
                <a:cubicBezTo>
                  <a:pt x="4757071" y="736996"/>
                  <a:pt x="4756538" y="737352"/>
                  <a:pt x="4755946" y="737352"/>
                </a:cubicBezTo>
                <a:lnTo>
                  <a:pt x="4732078" y="737352"/>
                </a:lnTo>
                <a:cubicBezTo>
                  <a:pt x="4731486" y="737352"/>
                  <a:pt x="4730893" y="737056"/>
                  <a:pt x="4730597" y="736523"/>
                </a:cubicBezTo>
                <a:lnTo>
                  <a:pt x="4718693" y="715853"/>
                </a:lnTo>
                <a:cubicBezTo>
                  <a:pt x="4718397" y="715379"/>
                  <a:pt x="4718397" y="714728"/>
                  <a:pt x="4718693" y="714195"/>
                </a:cubicBezTo>
                <a:lnTo>
                  <a:pt x="4730597" y="693525"/>
                </a:lnTo>
                <a:cubicBezTo>
                  <a:pt x="4730953" y="693051"/>
                  <a:pt x="4731486" y="692696"/>
                  <a:pt x="4732078" y="692696"/>
                </a:cubicBezTo>
                <a:close/>
                <a:moveTo>
                  <a:pt x="2906050" y="692696"/>
                </a:moveTo>
                <a:lnTo>
                  <a:pt x="2929917" y="692696"/>
                </a:lnTo>
                <a:cubicBezTo>
                  <a:pt x="2930510" y="692696"/>
                  <a:pt x="2931102" y="692992"/>
                  <a:pt x="2931398" y="693525"/>
                </a:cubicBezTo>
                <a:lnTo>
                  <a:pt x="2943302" y="714195"/>
                </a:lnTo>
                <a:cubicBezTo>
                  <a:pt x="2943598" y="714668"/>
                  <a:pt x="2943598" y="715320"/>
                  <a:pt x="2943302" y="715853"/>
                </a:cubicBezTo>
                <a:lnTo>
                  <a:pt x="2931398" y="736523"/>
                </a:lnTo>
                <a:cubicBezTo>
                  <a:pt x="2931043" y="736996"/>
                  <a:pt x="2930510" y="737352"/>
                  <a:pt x="2929917" y="737352"/>
                </a:cubicBezTo>
                <a:lnTo>
                  <a:pt x="2906050" y="737352"/>
                </a:lnTo>
                <a:cubicBezTo>
                  <a:pt x="2905458" y="737352"/>
                  <a:pt x="2904865" y="737056"/>
                  <a:pt x="2904569" y="736523"/>
                </a:cubicBezTo>
                <a:lnTo>
                  <a:pt x="2892665" y="715853"/>
                </a:lnTo>
                <a:cubicBezTo>
                  <a:pt x="2892369" y="715379"/>
                  <a:pt x="2892369" y="714728"/>
                  <a:pt x="2892665" y="714195"/>
                </a:cubicBezTo>
                <a:lnTo>
                  <a:pt x="2904569" y="693525"/>
                </a:lnTo>
                <a:cubicBezTo>
                  <a:pt x="2904925" y="693051"/>
                  <a:pt x="2905458" y="692696"/>
                  <a:pt x="2906050" y="692696"/>
                </a:cubicBezTo>
                <a:close/>
                <a:moveTo>
                  <a:pt x="4934509" y="691630"/>
                </a:moveTo>
                <a:lnTo>
                  <a:pt x="4959442" y="691630"/>
                </a:lnTo>
                <a:cubicBezTo>
                  <a:pt x="4960094" y="691630"/>
                  <a:pt x="4960686" y="691986"/>
                  <a:pt x="4960982" y="692519"/>
                </a:cubicBezTo>
                <a:lnTo>
                  <a:pt x="4973419" y="714136"/>
                </a:lnTo>
                <a:cubicBezTo>
                  <a:pt x="4973716" y="714669"/>
                  <a:pt x="4973716" y="715379"/>
                  <a:pt x="4973419" y="715912"/>
                </a:cubicBezTo>
                <a:lnTo>
                  <a:pt x="4960923" y="737529"/>
                </a:lnTo>
                <a:cubicBezTo>
                  <a:pt x="4960568" y="738063"/>
                  <a:pt x="4959975" y="738418"/>
                  <a:pt x="4959383" y="738418"/>
                </a:cubicBezTo>
                <a:lnTo>
                  <a:pt x="4934449" y="738418"/>
                </a:lnTo>
                <a:cubicBezTo>
                  <a:pt x="4933798" y="738418"/>
                  <a:pt x="4933206" y="738063"/>
                  <a:pt x="4932909" y="737529"/>
                </a:cubicBezTo>
                <a:lnTo>
                  <a:pt x="4920472" y="715912"/>
                </a:lnTo>
                <a:cubicBezTo>
                  <a:pt x="4920176" y="715379"/>
                  <a:pt x="4920176" y="714669"/>
                  <a:pt x="4920472" y="714136"/>
                </a:cubicBezTo>
                <a:lnTo>
                  <a:pt x="4932969" y="692519"/>
                </a:lnTo>
                <a:cubicBezTo>
                  <a:pt x="4933324" y="691986"/>
                  <a:pt x="4933917" y="691630"/>
                  <a:pt x="4934509" y="691630"/>
                </a:cubicBezTo>
                <a:close/>
                <a:moveTo>
                  <a:pt x="4799180" y="691571"/>
                </a:moveTo>
                <a:lnTo>
                  <a:pt x="4824232" y="691571"/>
                </a:lnTo>
                <a:cubicBezTo>
                  <a:pt x="4824883" y="691571"/>
                  <a:pt x="4825476" y="691926"/>
                  <a:pt x="4825772" y="692459"/>
                </a:cubicBezTo>
                <a:lnTo>
                  <a:pt x="4838268" y="714195"/>
                </a:lnTo>
                <a:cubicBezTo>
                  <a:pt x="4838564" y="714728"/>
                  <a:pt x="4838564" y="715439"/>
                  <a:pt x="4838268" y="715972"/>
                </a:cubicBezTo>
                <a:lnTo>
                  <a:pt x="4825713" y="737707"/>
                </a:lnTo>
                <a:cubicBezTo>
                  <a:pt x="4825357" y="738240"/>
                  <a:pt x="4824824" y="738596"/>
                  <a:pt x="4824173" y="738596"/>
                </a:cubicBezTo>
                <a:lnTo>
                  <a:pt x="4799121" y="738596"/>
                </a:lnTo>
                <a:cubicBezTo>
                  <a:pt x="4798469" y="738596"/>
                  <a:pt x="4797876" y="738240"/>
                  <a:pt x="4797581" y="737707"/>
                </a:cubicBezTo>
                <a:lnTo>
                  <a:pt x="4785084" y="715972"/>
                </a:lnTo>
                <a:cubicBezTo>
                  <a:pt x="4784788" y="715439"/>
                  <a:pt x="4784788" y="714728"/>
                  <a:pt x="4785084" y="714195"/>
                </a:cubicBezTo>
                <a:lnTo>
                  <a:pt x="4797640" y="692459"/>
                </a:lnTo>
                <a:cubicBezTo>
                  <a:pt x="4797995" y="691926"/>
                  <a:pt x="4798528" y="691571"/>
                  <a:pt x="4799180" y="691571"/>
                </a:cubicBezTo>
                <a:close/>
                <a:moveTo>
                  <a:pt x="2837526" y="690919"/>
                </a:moveTo>
                <a:lnTo>
                  <a:pt x="2863230" y="690919"/>
                </a:lnTo>
                <a:cubicBezTo>
                  <a:pt x="2863882" y="690919"/>
                  <a:pt x="2864474" y="691274"/>
                  <a:pt x="2864829" y="691807"/>
                </a:cubicBezTo>
                <a:lnTo>
                  <a:pt x="2877681" y="714076"/>
                </a:lnTo>
                <a:cubicBezTo>
                  <a:pt x="2878036" y="714668"/>
                  <a:pt x="2878036" y="715379"/>
                  <a:pt x="2877681" y="715912"/>
                </a:cubicBezTo>
                <a:lnTo>
                  <a:pt x="2864829" y="738181"/>
                </a:lnTo>
                <a:cubicBezTo>
                  <a:pt x="2864474" y="738714"/>
                  <a:pt x="2863882" y="739069"/>
                  <a:pt x="2863230" y="739069"/>
                </a:cubicBezTo>
                <a:lnTo>
                  <a:pt x="2837526" y="739069"/>
                </a:lnTo>
                <a:cubicBezTo>
                  <a:pt x="2836875" y="739069"/>
                  <a:pt x="2836283" y="738714"/>
                  <a:pt x="2835927" y="738181"/>
                </a:cubicBezTo>
                <a:lnTo>
                  <a:pt x="2823076" y="715912"/>
                </a:lnTo>
                <a:cubicBezTo>
                  <a:pt x="2822720" y="715320"/>
                  <a:pt x="2822720" y="714609"/>
                  <a:pt x="2823076" y="714076"/>
                </a:cubicBezTo>
                <a:lnTo>
                  <a:pt x="2835927" y="691807"/>
                </a:lnTo>
                <a:cubicBezTo>
                  <a:pt x="2836283" y="691274"/>
                  <a:pt x="2836875" y="690919"/>
                  <a:pt x="2837526" y="690919"/>
                </a:cubicBezTo>
                <a:close/>
                <a:moveTo>
                  <a:pt x="4866282" y="690623"/>
                </a:moveTo>
                <a:lnTo>
                  <a:pt x="4892341" y="690623"/>
                </a:lnTo>
                <a:cubicBezTo>
                  <a:pt x="4892993" y="690623"/>
                  <a:pt x="4893585" y="690978"/>
                  <a:pt x="4893941" y="691571"/>
                </a:cubicBezTo>
                <a:lnTo>
                  <a:pt x="4906970" y="714135"/>
                </a:lnTo>
                <a:cubicBezTo>
                  <a:pt x="4907326" y="714668"/>
                  <a:pt x="4907326" y="715379"/>
                  <a:pt x="4906970" y="715971"/>
                </a:cubicBezTo>
                <a:lnTo>
                  <a:pt x="4893941" y="738536"/>
                </a:lnTo>
                <a:cubicBezTo>
                  <a:pt x="4893585" y="739128"/>
                  <a:pt x="4892993" y="739484"/>
                  <a:pt x="4892341" y="739484"/>
                </a:cubicBezTo>
                <a:lnTo>
                  <a:pt x="4866282" y="739484"/>
                </a:lnTo>
                <a:cubicBezTo>
                  <a:pt x="4865631" y="739484"/>
                  <a:pt x="4865039" y="739128"/>
                  <a:pt x="4864683" y="738536"/>
                </a:cubicBezTo>
                <a:lnTo>
                  <a:pt x="4851654" y="715971"/>
                </a:lnTo>
                <a:cubicBezTo>
                  <a:pt x="4851298" y="715438"/>
                  <a:pt x="4851298" y="714728"/>
                  <a:pt x="4851654" y="714135"/>
                </a:cubicBezTo>
                <a:lnTo>
                  <a:pt x="4864683" y="691571"/>
                </a:lnTo>
                <a:cubicBezTo>
                  <a:pt x="4865039" y="690978"/>
                  <a:pt x="4865631" y="690623"/>
                  <a:pt x="4866282" y="690623"/>
                </a:cubicBezTo>
                <a:close/>
                <a:moveTo>
                  <a:pt x="2769654" y="690505"/>
                </a:moveTo>
                <a:lnTo>
                  <a:pt x="2795832" y="690505"/>
                </a:lnTo>
                <a:cubicBezTo>
                  <a:pt x="2796483" y="690505"/>
                  <a:pt x="2797075" y="690860"/>
                  <a:pt x="2797431" y="691452"/>
                </a:cubicBezTo>
                <a:lnTo>
                  <a:pt x="2810520" y="714136"/>
                </a:lnTo>
                <a:cubicBezTo>
                  <a:pt x="2810875" y="714669"/>
                  <a:pt x="2810875" y="715379"/>
                  <a:pt x="2810520" y="715972"/>
                </a:cubicBezTo>
                <a:lnTo>
                  <a:pt x="2797431" y="738655"/>
                </a:lnTo>
                <a:cubicBezTo>
                  <a:pt x="2797075" y="739247"/>
                  <a:pt x="2796483" y="739602"/>
                  <a:pt x="2795832" y="739602"/>
                </a:cubicBezTo>
                <a:lnTo>
                  <a:pt x="2769654" y="739602"/>
                </a:lnTo>
                <a:cubicBezTo>
                  <a:pt x="2769003" y="739602"/>
                  <a:pt x="2768410" y="739247"/>
                  <a:pt x="2768055" y="738655"/>
                </a:cubicBezTo>
                <a:lnTo>
                  <a:pt x="2754967" y="715972"/>
                </a:lnTo>
                <a:cubicBezTo>
                  <a:pt x="2754611" y="715439"/>
                  <a:pt x="2754611" y="714728"/>
                  <a:pt x="2754967" y="714136"/>
                </a:cubicBezTo>
                <a:lnTo>
                  <a:pt x="2768055" y="691452"/>
                </a:lnTo>
                <a:cubicBezTo>
                  <a:pt x="2768410" y="690860"/>
                  <a:pt x="2769003" y="690505"/>
                  <a:pt x="2769654" y="690505"/>
                </a:cubicBezTo>
                <a:close/>
                <a:moveTo>
                  <a:pt x="4332072" y="644842"/>
                </a:moveTo>
                <a:lnTo>
                  <a:pt x="4344449" y="644842"/>
                </a:lnTo>
                <a:cubicBezTo>
                  <a:pt x="4344745" y="644842"/>
                  <a:pt x="4345219" y="645257"/>
                  <a:pt x="4345219" y="645257"/>
                </a:cubicBezTo>
                <a:lnTo>
                  <a:pt x="4351378" y="655976"/>
                </a:lnTo>
                <a:cubicBezTo>
                  <a:pt x="4351556" y="656272"/>
                  <a:pt x="4351378" y="656865"/>
                  <a:pt x="4351378" y="656865"/>
                </a:cubicBezTo>
                <a:lnTo>
                  <a:pt x="4345219" y="667584"/>
                </a:lnTo>
                <a:cubicBezTo>
                  <a:pt x="4345042" y="667821"/>
                  <a:pt x="4344745" y="667999"/>
                  <a:pt x="4344449" y="667999"/>
                </a:cubicBezTo>
                <a:lnTo>
                  <a:pt x="4332072" y="667999"/>
                </a:lnTo>
                <a:cubicBezTo>
                  <a:pt x="4331775" y="667999"/>
                  <a:pt x="4331302" y="667584"/>
                  <a:pt x="4331302" y="667584"/>
                </a:cubicBezTo>
                <a:lnTo>
                  <a:pt x="4325142" y="656865"/>
                </a:lnTo>
                <a:cubicBezTo>
                  <a:pt x="4324964" y="656569"/>
                  <a:pt x="4325142" y="655976"/>
                  <a:pt x="4325142" y="655976"/>
                </a:cubicBezTo>
                <a:lnTo>
                  <a:pt x="4331302" y="645257"/>
                </a:lnTo>
                <a:cubicBezTo>
                  <a:pt x="4331479" y="645020"/>
                  <a:pt x="4331775" y="644842"/>
                  <a:pt x="4332072" y="644842"/>
                </a:cubicBezTo>
                <a:close/>
                <a:moveTo>
                  <a:pt x="71122" y="644428"/>
                </a:moveTo>
                <a:lnTo>
                  <a:pt x="83915" y="644428"/>
                </a:lnTo>
                <a:cubicBezTo>
                  <a:pt x="84211" y="644428"/>
                  <a:pt x="84685" y="644902"/>
                  <a:pt x="84685" y="644902"/>
                </a:cubicBezTo>
                <a:lnTo>
                  <a:pt x="91081" y="655977"/>
                </a:lnTo>
                <a:cubicBezTo>
                  <a:pt x="91259" y="656214"/>
                  <a:pt x="91081" y="656865"/>
                  <a:pt x="91081" y="656865"/>
                </a:cubicBezTo>
                <a:lnTo>
                  <a:pt x="84685" y="667940"/>
                </a:lnTo>
                <a:cubicBezTo>
                  <a:pt x="84507" y="668237"/>
                  <a:pt x="84211" y="668414"/>
                  <a:pt x="83915" y="668414"/>
                </a:cubicBezTo>
                <a:lnTo>
                  <a:pt x="71122" y="668414"/>
                </a:lnTo>
                <a:cubicBezTo>
                  <a:pt x="70826" y="668414"/>
                  <a:pt x="70352" y="667940"/>
                  <a:pt x="70352" y="667940"/>
                </a:cubicBezTo>
                <a:lnTo>
                  <a:pt x="63956" y="656865"/>
                </a:lnTo>
                <a:cubicBezTo>
                  <a:pt x="63778" y="656629"/>
                  <a:pt x="63956" y="655977"/>
                  <a:pt x="63956" y="655977"/>
                </a:cubicBezTo>
                <a:lnTo>
                  <a:pt x="70352" y="644902"/>
                </a:lnTo>
                <a:cubicBezTo>
                  <a:pt x="70530" y="644606"/>
                  <a:pt x="70826" y="644428"/>
                  <a:pt x="71122" y="644428"/>
                </a:cubicBezTo>
                <a:close/>
                <a:moveTo>
                  <a:pt x="4399352" y="644191"/>
                </a:moveTo>
                <a:lnTo>
                  <a:pt x="4412381" y="644191"/>
                </a:lnTo>
                <a:cubicBezTo>
                  <a:pt x="4412677" y="644191"/>
                  <a:pt x="4413151" y="644665"/>
                  <a:pt x="4413151" y="644665"/>
                </a:cubicBezTo>
                <a:lnTo>
                  <a:pt x="4419665" y="655977"/>
                </a:lnTo>
                <a:cubicBezTo>
                  <a:pt x="4419843" y="656273"/>
                  <a:pt x="4419665" y="656924"/>
                  <a:pt x="4419665" y="656924"/>
                </a:cubicBezTo>
                <a:lnTo>
                  <a:pt x="4413151" y="668236"/>
                </a:lnTo>
                <a:cubicBezTo>
                  <a:pt x="4413032" y="668532"/>
                  <a:pt x="4412677" y="668710"/>
                  <a:pt x="4412381" y="668710"/>
                </a:cubicBezTo>
                <a:lnTo>
                  <a:pt x="4399352" y="668710"/>
                </a:lnTo>
                <a:cubicBezTo>
                  <a:pt x="4399055" y="668710"/>
                  <a:pt x="4398582" y="668236"/>
                  <a:pt x="4398582" y="668236"/>
                </a:cubicBezTo>
                <a:lnTo>
                  <a:pt x="4392067" y="656924"/>
                </a:lnTo>
                <a:cubicBezTo>
                  <a:pt x="4391889" y="656628"/>
                  <a:pt x="4392067" y="655977"/>
                  <a:pt x="4392067" y="655977"/>
                </a:cubicBezTo>
                <a:lnTo>
                  <a:pt x="4398582" y="644665"/>
                </a:lnTo>
                <a:cubicBezTo>
                  <a:pt x="4398700" y="644369"/>
                  <a:pt x="4399055" y="644191"/>
                  <a:pt x="4399352" y="644191"/>
                </a:cubicBezTo>
                <a:close/>
                <a:moveTo>
                  <a:pt x="4466572" y="643362"/>
                </a:moveTo>
                <a:lnTo>
                  <a:pt x="4480490" y="643362"/>
                </a:lnTo>
                <a:cubicBezTo>
                  <a:pt x="4480845" y="643362"/>
                  <a:pt x="4481141" y="643540"/>
                  <a:pt x="4481319" y="643836"/>
                </a:cubicBezTo>
                <a:lnTo>
                  <a:pt x="4488249" y="655859"/>
                </a:lnTo>
                <a:cubicBezTo>
                  <a:pt x="4488426" y="656155"/>
                  <a:pt x="4488426" y="656569"/>
                  <a:pt x="4488249" y="656865"/>
                </a:cubicBezTo>
                <a:lnTo>
                  <a:pt x="4481260" y="668888"/>
                </a:lnTo>
                <a:cubicBezTo>
                  <a:pt x="4481082" y="669184"/>
                  <a:pt x="4480786" y="669362"/>
                  <a:pt x="4480430" y="669362"/>
                </a:cubicBezTo>
                <a:lnTo>
                  <a:pt x="4466513" y="669362"/>
                </a:lnTo>
                <a:cubicBezTo>
                  <a:pt x="4466157" y="669362"/>
                  <a:pt x="4465861" y="669184"/>
                  <a:pt x="4465683" y="668888"/>
                </a:cubicBezTo>
                <a:lnTo>
                  <a:pt x="4458754" y="656865"/>
                </a:lnTo>
                <a:cubicBezTo>
                  <a:pt x="4458577" y="656569"/>
                  <a:pt x="4458577" y="656155"/>
                  <a:pt x="4458754" y="655859"/>
                </a:cubicBezTo>
                <a:lnTo>
                  <a:pt x="4465743" y="643836"/>
                </a:lnTo>
                <a:cubicBezTo>
                  <a:pt x="4465921" y="643540"/>
                  <a:pt x="4466216" y="643362"/>
                  <a:pt x="4466572" y="643362"/>
                </a:cubicBezTo>
                <a:close/>
                <a:moveTo>
                  <a:pt x="4263607" y="643303"/>
                </a:moveTo>
                <a:lnTo>
                  <a:pt x="4277643" y="643303"/>
                </a:lnTo>
                <a:cubicBezTo>
                  <a:pt x="4277940" y="643303"/>
                  <a:pt x="4278294" y="643481"/>
                  <a:pt x="4278472" y="643777"/>
                </a:cubicBezTo>
                <a:lnTo>
                  <a:pt x="4285461" y="655918"/>
                </a:lnTo>
                <a:cubicBezTo>
                  <a:pt x="4285638" y="656214"/>
                  <a:pt x="4285638" y="656629"/>
                  <a:pt x="4285461" y="656925"/>
                </a:cubicBezTo>
                <a:lnTo>
                  <a:pt x="4278472" y="669066"/>
                </a:lnTo>
                <a:cubicBezTo>
                  <a:pt x="4278294" y="669362"/>
                  <a:pt x="4277999" y="669540"/>
                  <a:pt x="4277643" y="669540"/>
                </a:cubicBezTo>
                <a:lnTo>
                  <a:pt x="4263607" y="669540"/>
                </a:lnTo>
                <a:cubicBezTo>
                  <a:pt x="4263310" y="669540"/>
                  <a:pt x="4262955" y="669362"/>
                  <a:pt x="4262778" y="669066"/>
                </a:cubicBezTo>
                <a:lnTo>
                  <a:pt x="4255789" y="656925"/>
                </a:lnTo>
                <a:cubicBezTo>
                  <a:pt x="4255612" y="656629"/>
                  <a:pt x="4255612" y="656214"/>
                  <a:pt x="4255789" y="655918"/>
                </a:cubicBezTo>
                <a:lnTo>
                  <a:pt x="4262778" y="643777"/>
                </a:lnTo>
                <a:cubicBezTo>
                  <a:pt x="4262955" y="643481"/>
                  <a:pt x="4263252" y="643303"/>
                  <a:pt x="4263607" y="643303"/>
                </a:cubicBezTo>
                <a:close/>
                <a:moveTo>
                  <a:pt x="138106" y="643303"/>
                </a:moveTo>
                <a:lnTo>
                  <a:pt x="152142" y="643303"/>
                </a:lnTo>
                <a:cubicBezTo>
                  <a:pt x="152439" y="643303"/>
                  <a:pt x="152794" y="643481"/>
                  <a:pt x="152971" y="643777"/>
                </a:cubicBezTo>
                <a:lnTo>
                  <a:pt x="159960" y="655918"/>
                </a:lnTo>
                <a:cubicBezTo>
                  <a:pt x="160138" y="656214"/>
                  <a:pt x="160138" y="656629"/>
                  <a:pt x="159960" y="656925"/>
                </a:cubicBezTo>
                <a:lnTo>
                  <a:pt x="152971" y="669066"/>
                </a:lnTo>
                <a:cubicBezTo>
                  <a:pt x="152794" y="669362"/>
                  <a:pt x="152498" y="669540"/>
                  <a:pt x="152142" y="669540"/>
                </a:cubicBezTo>
                <a:lnTo>
                  <a:pt x="138106" y="669540"/>
                </a:lnTo>
                <a:cubicBezTo>
                  <a:pt x="137810" y="669540"/>
                  <a:pt x="137454" y="669362"/>
                  <a:pt x="137277" y="669066"/>
                </a:cubicBezTo>
                <a:lnTo>
                  <a:pt x="130288" y="656925"/>
                </a:lnTo>
                <a:cubicBezTo>
                  <a:pt x="130111" y="656629"/>
                  <a:pt x="130111" y="656214"/>
                  <a:pt x="130288" y="655918"/>
                </a:cubicBezTo>
                <a:lnTo>
                  <a:pt x="137277" y="643777"/>
                </a:lnTo>
                <a:cubicBezTo>
                  <a:pt x="137454" y="643481"/>
                  <a:pt x="137751" y="643303"/>
                  <a:pt x="138106" y="643303"/>
                </a:cubicBezTo>
                <a:close/>
                <a:moveTo>
                  <a:pt x="2639182" y="640815"/>
                </a:moveTo>
                <a:lnTo>
                  <a:pt x="2655824" y="640815"/>
                </a:lnTo>
                <a:cubicBezTo>
                  <a:pt x="2656238" y="640815"/>
                  <a:pt x="2656594" y="641052"/>
                  <a:pt x="2656830" y="641407"/>
                </a:cubicBezTo>
                <a:lnTo>
                  <a:pt x="2665181" y="655858"/>
                </a:lnTo>
                <a:cubicBezTo>
                  <a:pt x="2665418" y="656214"/>
                  <a:pt x="2665418" y="656687"/>
                  <a:pt x="2665181" y="657043"/>
                </a:cubicBezTo>
                <a:lnTo>
                  <a:pt x="2656830" y="671494"/>
                </a:lnTo>
                <a:cubicBezTo>
                  <a:pt x="2656653" y="671849"/>
                  <a:pt x="2656238" y="672086"/>
                  <a:pt x="2655824" y="672086"/>
                </a:cubicBezTo>
                <a:lnTo>
                  <a:pt x="2639182" y="672086"/>
                </a:lnTo>
                <a:cubicBezTo>
                  <a:pt x="2638767" y="672086"/>
                  <a:pt x="2638412" y="671849"/>
                  <a:pt x="2638174" y="671494"/>
                </a:cubicBezTo>
                <a:lnTo>
                  <a:pt x="2629824" y="657043"/>
                </a:lnTo>
                <a:cubicBezTo>
                  <a:pt x="2629587" y="656687"/>
                  <a:pt x="2629587" y="656214"/>
                  <a:pt x="2629824" y="655858"/>
                </a:cubicBezTo>
                <a:lnTo>
                  <a:pt x="2638174" y="641407"/>
                </a:lnTo>
                <a:cubicBezTo>
                  <a:pt x="2638352" y="641052"/>
                  <a:pt x="2638767" y="640815"/>
                  <a:pt x="2639182" y="640815"/>
                </a:cubicBezTo>
                <a:close/>
                <a:moveTo>
                  <a:pt x="3924130" y="640697"/>
                </a:moveTo>
                <a:lnTo>
                  <a:pt x="3940890" y="640697"/>
                </a:lnTo>
                <a:cubicBezTo>
                  <a:pt x="3941304" y="640697"/>
                  <a:pt x="3941660" y="640934"/>
                  <a:pt x="3941897" y="641289"/>
                </a:cubicBezTo>
                <a:lnTo>
                  <a:pt x="3950307" y="655799"/>
                </a:lnTo>
                <a:cubicBezTo>
                  <a:pt x="3950544" y="656155"/>
                  <a:pt x="3950544" y="656629"/>
                  <a:pt x="3950307" y="656984"/>
                </a:cubicBezTo>
                <a:lnTo>
                  <a:pt x="3941897" y="671494"/>
                </a:lnTo>
                <a:cubicBezTo>
                  <a:pt x="3941719" y="671849"/>
                  <a:pt x="3941304" y="672086"/>
                  <a:pt x="3940890" y="672086"/>
                </a:cubicBezTo>
                <a:lnTo>
                  <a:pt x="3924130" y="672086"/>
                </a:lnTo>
                <a:cubicBezTo>
                  <a:pt x="3923715" y="672086"/>
                  <a:pt x="3923360" y="671849"/>
                  <a:pt x="3923123" y="671494"/>
                </a:cubicBezTo>
                <a:lnTo>
                  <a:pt x="3914712" y="656984"/>
                </a:lnTo>
                <a:cubicBezTo>
                  <a:pt x="3914476" y="656629"/>
                  <a:pt x="3914476" y="656155"/>
                  <a:pt x="3914712" y="655799"/>
                </a:cubicBezTo>
                <a:lnTo>
                  <a:pt x="3923123" y="641289"/>
                </a:lnTo>
                <a:cubicBezTo>
                  <a:pt x="3923300" y="640934"/>
                  <a:pt x="3923715" y="640697"/>
                  <a:pt x="3924130" y="640697"/>
                </a:cubicBezTo>
                <a:close/>
                <a:moveTo>
                  <a:pt x="3856494" y="640697"/>
                </a:moveTo>
                <a:lnTo>
                  <a:pt x="3873255" y="640697"/>
                </a:lnTo>
                <a:cubicBezTo>
                  <a:pt x="3873670" y="640697"/>
                  <a:pt x="3874025" y="640934"/>
                  <a:pt x="3874262" y="641289"/>
                </a:cubicBezTo>
                <a:lnTo>
                  <a:pt x="3882672" y="655799"/>
                </a:lnTo>
                <a:cubicBezTo>
                  <a:pt x="3882909" y="656155"/>
                  <a:pt x="3882909" y="656629"/>
                  <a:pt x="3882672" y="656984"/>
                </a:cubicBezTo>
                <a:lnTo>
                  <a:pt x="3874262" y="671494"/>
                </a:lnTo>
                <a:cubicBezTo>
                  <a:pt x="3874084" y="671849"/>
                  <a:pt x="3873670" y="672086"/>
                  <a:pt x="3873255" y="672086"/>
                </a:cubicBezTo>
                <a:lnTo>
                  <a:pt x="3856494" y="672086"/>
                </a:lnTo>
                <a:cubicBezTo>
                  <a:pt x="3856080" y="672086"/>
                  <a:pt x="3855724" y="671849"/>
                  <a:pt x="3855487" y="671494"/>
                </a:cubicBezTo>
                <a:lnTo>
                  <a:pt x="3847078" y="656984"/>
                </a:lnTo>
                <a:cubicBezTo>
                  <a:pt x="3846841" y="656629"/>
                  <a:pt x="3846841" y="656155"/>
                  <a:pt x="3847078" y="655799"/>
                </a:cubicBezTo>
                <a:lnTo>
                  <a:pt x="3855487" y="641289"/>
                </a:lnTo>
                <a:cubicBezTo>
                  <a:pt x="3855665" y="640934"/>
                  <a:pt x="3856080" y="640697"/>
                  <a:pt x="3856494" y="640697"/>
                </a:cubicBezTo>
                <a:close/>
                <a:moveTo>
                  <a:pt x="2706758" y="640697"/>
                </a:moveTo>
                <a:lnTo>
                  <a:pt x="2723518" y="640697"/>
                </a:lnTo>
                <a:cubicBezTo>
                  <a:pt x="2723933" y="640697"/>
                  <a:pt x="2724288" y="640934"/>
                  <a:pt x="2724525" y="641289"/>
                </a:cubicBezTo>
                <a:lnTo>
                  <a:pt x="2732935" y="655799"/>
                </a:lnTo>
                <a:cubicBezTo>
                  <a:pt x="2733172" y="656155"/>
                  <a:pt x="2733172" y="656629"/>
                  <a:pt x="2732935" y="656984"/>
                </a:cubicBezTo>
                <a:lnTo>
                  <a:pt x="2724525" y="671494"/>
                </a:lnTo>
                <a:cubicBezTo>
                  <a:pt x="2724347" y="671849"/>
                  <a:pt x="2723933" y="672086"/>
                  <a:pt x="2723518" y="672086"/>
                </a:cubicBezTo>
                <a:lnTo>
                  <a:pt x="2706758" y="672086"/>
                </a:lnTo>
                <a:cubicBezTo>
                  <a:pt x="2706343" y="672086"/>
                  <a:pt x="2705988" y="671849"/>
                  <a:pt x="2705751" y="671494"/>
                </a:cubicBezTo>
                <a:lnTo>
                  <a:pt x="2697341" y="656984"/>
                </a:lnTo>
                <a:cubicBezTo>
                  <a:pt x="2697104" y="656629"/>
                  <a:pt x="2697104" y="656155"/>
                  <a:pt x="2697341" y="655799"/>
                </a:cubicBezTo>
                <a:lnTo>
                  <a:pt x="2705751" y="641289"/>
                </a:lnTo>
                <a:cubicBezTo>
                  <a:pt x="2705928" y="640934"/>
                  <a:pt x="2706343" y="640697"/>
                  <a:pt x="2706758" y="640697"/>
                </a:cubicBezTo>
                <a:close/>
                <a:moveTo>
                  <a:pt x="4126738" y="640282"/>
                </a:moveTo>
                <a:lnTo>
                  <a:pt x="4143973" y="640282"/>
                </a:lnTo>
                <a:cubicBezTo>
                  <a:pt x="4144387" y="640282"/>
                  <a:pt x="4144802" y="640519"/>
                  <a:pt x="4145038" y="640874"/>
                </a:cubicBezTo>
                <a:lnTo>
                  <a:pt x="4153626" y="655799"/>
                </a:lnTo>
                <a:cubicBezTo>
                  <a:pt x="4153863" y="656214"/>
                  <a:pt x="4153863" y="656687"/>
                  <a:pt x="4153626" y="657043"/>
                </a:cubicBezTo>
                <a:lnTo>
                  <a:pt x="4144979" y="671967"/>
                </a:lnTo>
                <a:cubicBezTo>
                  <a:pt x="4144743" y="672323"/>
                  <a:pt x="4144328" y="672560"/>
                  <a:pt x="4143913" y="672560"/>
                </a:cubicBezTo>
                <a:lnTo>
                  <a:pt x="4126679" y="672560"/>
                </a:lnTo>
                <a:cubicBezTo>
                  <a:pt x="4126264" y="672560"/>
                  <a:pt x="4125849" y="672323"/>
                  <a:pt x="4125612" y="671967"/>
                </a:cubicBezTo>
                <a:lnTo>
                  <a:pt x="4117025" y="657043"/>
                </a:lnTo>
                <a:cubicBezTo>
                  <a:pt x="4116788" y="656628"/>
                  <a:pt x="4116788" y="656154"/>
                  <a:pt x="4117025" y="655799"/>
                </a:cubicBezTo>
                <a:lnTo>
                  <a:pt x="4125671" y="640874"/>
                </a:lnTo>
                <a:cubicBezTo>
                  <a:pt x="4125909" y="640519"/>
                  <a:pt x="4126323" y="640282"/>
                  <a:pt x="4126738" y="640282"/>
                </a:cubicBezTo>
                <a:close/>
                <a:moveTo>
                  <a:pt x="812857" y="640282"/>
                </a:moveTo>
                <a:lnTo>
                  <a:pt x="830092" y="640282"/>
                </a:lnTo>
                <a:cubicBezTo>
                  <a:pt x="830507" y="640282"/>
                  <a:pt x="830921" y="640519"/>
                  <a:pt x="831158" y="640874"/>
                </a:cubicBezTo>
                <a:lnTo>
                  <a:pt x="839746" y="655799"/>
                </a:lnTo>
                <a:cubicBezTo>
                  <a:pt x="839983" y="656214"/>
                  <a:pt x="839983" y="656687"/>
                  <a:pt x="839746" y="657043"/>
                </a:cubicBezTo>
                <a:lnTo>
                  <a:pt x="831099" y="671967"/>
                </a:lnTo>
                <a:cubicBezTo>
                  <a:pt x="830862" y="672323"/>
                  <a:pt x="830448" y="672560"/>
                  <a:pt x="830033" y="672560"/>
                </a:cubicBezTo>
                <a:lnTo>
                  <a:pt x="812799" y="672560"/>
                </a:lnTo>
                <a:cubicBezTo>
                  <a:pt x="812384" y="672560"/>
                  <a:pt x="811969" y="672323"/>
                  <a:pt x="811733" y="671967"/>
                </a:cubicBezTo>
                <a:lnTo>
                  <a:pt x="803145" y="657043"/>
                </a:lnTo>
                <a:cubicBezTo>
                  <a:pt x="802908" y="656628"/>
                  <a:pt x="802908" y="656154"/>
                  <a:pt x="803145" y="655799"/>
                </a:cubicBezTo>
                <a:lnTo>
                  <a:pt x="811791" y="640874"/>
                </a:lnTo>
                <a:cubicBezTo>
                  <a:pt x="812029" y="640519"/>
                  <a:pt x="812443" y="640282"/>
                  <a:pt x="812857" y="640282"/>
                </a:cubicBezTo>
                <a:close/>
                <a:moveTo>
                  <a:pt x="745223" y="640282"/>
                </a:moveTo>
                <a:lnTo>
                  <a:pt x="762457" y="640282"/>
                </a:lnTo>
                <a:cubicBezTo>
                  <a:pt x="762872" y="640282"/>
                  <a:pt x="763286" y="640519"/>
                  <a:pt x="763523" y="640874"/>
                </a:cubicBezTo>
                <a:lnTo>
                  <a:pt x="772111" y="655799"/>
                </a:lnTo>
                <a:cubicBezTo>
                  <a:pt x="772348" y="656214"/>
                  <a:pt x="772348" y="656687"/>
                  <a:pt x="772111" y="657043"/>
                </a:cubicBezTo>
                <a:lnTo>
                  <a:pt x="763464" y="671967"/>
                </a:lnTo>
                <a:cubicBezTo>
                  <a:pt x="763227" y="672323"/>
                  <a:pt x="762813" y="672560"/>
                  <a:pt x="762398" y="672560"/>
                </a:cubicBezTo>
                <a:lnTo>
                  <a:pt x="745163" y="672560"/>
                </a:lnTo>
                <a:cubicBezTo>
                  <a:pt x="744749" y="672560"/>
                  <a:pt x="744334" y="672323"/>
                  <a:pt x="744097" y="671967"/>
                </a:cubicBezTo>
                <a:lnTo>
                  <a:pt x="735510" y="657043"/>
                </a:lnTo>
                <a:cubicBezTo>
                  <a:pt x="735273" y="656628"/>
                  <a:pt x="735273" y="656154"/>
                  <a:pt x="735510" y="655799"/>
                </a:cubicBezTo>
                <a:lnTo>
                  <a:pt x="744157" y="640874"/>
                </a:lnTo>
                <a:cubicBezTo>
                  <a:pt x="744393" y="640519"/>
                  <a:pt x="744808" y="640282"/>
                  <a:pt x="745223" y="640282"/>
                </a:cubicBezTo>
                <a:close/>
                <a:moveTo>
                  <a:pt x="880374" y="640104"/>
                </a:moveTo>
                <a:lnTo>
                  <a:pt x="897845" y="640104"/>
                </a:lnTo>
                <a:cubicBezTo>
                  <a:pt x="898260" y="640104"/>
                  <a:pt x="898675" y="640341"/>
                  <a:pt x="898911" y="640696"/>
                </a:cubicBezTo>
                <a:lnTo>
                  <a:pt x="907617" y="655799"/>
                </a:lnTo>
                <a:cubicBezTo>
                  <a:pt x="907854" y="656213"/>
                  <a:pt x="907854" y="656687"/>
                  <a:pt x="907617" y="657042"/>
                </a:cubicBezTo>
                <a:lnTo>
                  <a:pt x="898911" y="672145"/>
                </a:lnTo>
                <a:cubicBezTo>
                  <a:pt x="898675" y="672500"/>
                  <a:pt x="898260" y="672737"/>
                  <a:pt x="897845" y="672737"/>
                </a:cubicBezTo>
                <a:lnTo>
                  <a:pt x="880374" y="672737"/>
                </a:lnTo>
                <a:cubicBezTo>
                  <a:pt x="879959" y="672737"/>
                  <a:pt x="879545" y="672500"/>
                  <a:pt x="879308" y="672145"/>
                </a:cubicBezTo>
                <a:lnTo>
                  <a:pt x="870602" y="657042"/>
                </a:lnTo>
                <a:cubicBezTo>
                  <a:pt x="870365" y="656628"/>
                  <a:pt x="870365" y="656154"/>
                  <a:pt x="870602" y="655799"/>
                </a:cubicBezTo>
                <a:lnTo>
                  <a:pt x="879308" y="640696"/>
                </a:lnTo>
                <a:cubicBezTo>
                  <a:pt x="879545" y="640341"/>
                  <a:pt x="879959" y="640104"/>
                  <a:pt x="880374" y="640104"/>
                </a:cubicBezTo>
                <a:close/>
                <a:moveTo>
                  <a:pt x="4058984" y="639986"/>
                </a:moveTo>
                <a:lnTo>
                  <a:pt x="4076515" y="639986"/>
                </a:lnTo>
                <a:cubicBezTo>
                  <a:pt x="4076929" y="639986"/>
                  <a:pt x="4077344" y="640223"/>
                  <a:pt x="4077580" y="640578"/>
                </a:cubicBezTo>
                <a:lnTo>
                  <a:pt x="4086346" y="655799"/>
                </a:lnTo>
                <a:cubicBezTo>
                  <a:pt x="4086583" y="656155"/>
                  <a:pt x="4086583" y="656688"/>
                  <a:pt x="4086346" y="657043"/>
                </a:cubicBezTo>
                <a:lnTo>
                  <a:pt x="4077580" y="672264"/>
                </a:lnTo>
                <a:cubicBezTo>
                  <a:pt x="4077344" y="672619"/>
                  <a:pt x="4076929" y="672856"/>
                  <a:pt x="4076515" y="672856"/>
                </a:cubicBezTo>
                <a:lnTo>
                  <a:pt x="4058984" y="672856"/>
                </a:lnTo>
                <a:cubicBezTo>
                  <a:pt x="4058569" y="672856"/>
                  <a:pt x="4058155" y="672619"/>
                  <a:pt x="4057918" y="672264"/>
                </a:cubicBezTo>
                <a:lnTo>
                  <a:pt x="4049153" y="657043"/>
                </a:lnTo>
                <a:cubicBezTo>
                  <a:pt x="4048916" y="656688"/>
                  <a:pt x="4048916" y="656155"/>
                  <a:pt x="4049153" y="655799"/>
                </a:cubicBezTo>
                <a:lnTo>
                  <a:pt x="4057918" y="640578"/>
                </a:lnTo>
                <a:cubicBezTo>
                  <a:pt x="4058155" y="640223"/>
                  <a:pt x="4058569" y="639986"/>
                  <a:pt x="4058984" y="639986"/>
                </a:cubicBezTo>
                <a:close/>
                <a:moveTo>
                  <a:pt x="1083220" y="639986"/>
                </a:moveTo>
                <a:lnTo>
                  <a:pt x="1100751" y="639986"/>
                </a:lnTo>
                <a:cubicBezTo>
                  <a:pt x="1101165" y="639986"/>
                  <a:pt x="1101580" y="640223"/>
                  <a:pt x="1101817" y="640578"/>
                </a:cubicBezTo>
                <a:lnTo>
                  <a:pt x="1110582" y="655799"/>
                </a:lnTo>
                <a:cubicBezTo>
                  <a:pt x="1110819" y="656155"/>
                  <a:pt x="1110819" y="656688"/>
                  <a:pt x="1110582" y="657043"/>
                </a:cubicBezTo>
                <a:lnTo>
                  <a:pt x="1101817" y="672264"/>
                </a:lnTo>
                <a:cubicBezTo>
                  <a:pt x="1101580" y="672619"/>
                  <a:pt x="1101165" y="672856"/>
                  <a:pt x="1100751" y="672856"/>
                </a:cubicBezTo>
                <a:lnTo>
                  <a:pt x="1083220" y="672856"/>
                </a:lnTo>
                <a:cubicBezTo>
                  <a:pt x="1082805" y="672856"/>
                  <a:pt x="1082391" y="672619"/>
                  <a:pt x="1082154" y="672264"/>
                </a:cubicBezTo>
                <a:lnTo>
                  <a:pt x="1073389" y="657043"/>
                </a:lnTo>
                <a:cubicBezTo>
                  <a:pt x="1073152" y="656688"/>
                  <a:pt x="1073152" y="656155"/>
                  <a:pt x="1073389" y="655799"/>
                </a:cubicBezTo>
                <a:lnTo>
                  <a:pt x="1082154" y="640578"/>
                </a:lnTo>
                <a:cubicBezTo>
                  <a:pt x="1082391" y="640223"/>
                  <a:pt x="1082805" y="639986"/>
                  <a:pt x="1083220" y="639986"/>
                </a:cubicBezTo>
                <a:close/>
                <a:moveTo>
                  <a:pt x="1150618" y="639571"/>
                </a:moveTo>
                <a:lnTo>
                  <a:pt x="1168622" y="639571"/>
                </a:lnTo>
                <a:cubicBezTo>
                  <a:pt x="1169096" y="639571"/>
                  <a:pt x="1169511" y="639808"/>
                  <a:pt x="1169748" y="640222"/>
                </a:cubicBezTo>
                <a:lnTo>
                  <a:pt x="1178750" y="655799"/>
                </a:lnTo>
                <a:cubicBezTo>
                  <a:pt x="1178987" y="656154"/>
                  <a:pt x="1178987" y="656628"/>
                  <a:pt x="1178750" y="657042"/>
                </a:cubicBezTo>
                <a:lnTo>
                  <a:pt x="1169748" y="672619"/>
                </a:lnTo>
                <a:cubicBezTo>
                  <a:pt x="1169511" y="673033"/>
                  <a:pt x="1169096" y="673270"/>
                  <a:pt x="1168622" y="673270"/>
                </a:cubicBezTo>
                <a:lnTo>
                  <a:pt x="1150618" y="673270"/>
                </a:lnTo>
                <a:cubicBezTo>
                  <a:pt x="1150144" y="673270"/>
                  <a:pt x="1149730" y="673033"/>
                  <a:pt x="1149493" y="672619"/>
                </a:cubicBezTo>
                <a:lnTo>
                  <a:pt x="1140491" y="657042"/>
                </a:lnTo>
                <a:cubicBezTo>
                  <a:pt x="1140254" y="656687"/>
                  <a:pt x="1140254" y="656213"/>
                  <a:pt x="1140491" y="655799"/>
                </a:cubicBezTo>
                <a:lnTo>
                  <a:pt x="1149493" y="640222"/>
                </a:lnTo>
                <a:cubicBezTo>
                  <a:pt x="1149730" y="639808"/>
                  <a:pt x="1150144" y="639571"/>
                  <a:pt x="1150618" y="639571"/>
                </a:cubicBezTo>
                <a:close/>
                <a:moveTo>
                  <a:pt x="474327" y="639571"/>
                </a:moveTo>
                <a:lnTo>
                  <a:pt x="492331" y="639571"/>
                </a:lnTo>
                <a:cubicBezTo>
                  <a:pt x="492805" y="639571"/>
                  <a:pt x="493220" y="639808"/>
                  <a:pt x="493457" y="640222"/>
                </a:cubicBezTo>
                <a:lnTo>
                  <a:pt x="502459" y="655799"/>
                </a:lnTo>
                <a:cubicBezTo>
                  <a:pt x="502696" y="656154"/>
                  <a:pt x="502696" y="656628"/>
                  <a:pt x="502459" y="657042"/>
                </a:cubicBezTo>
                <a:lnTo>
                  <a:pt x="493457" y="672619"/>
                </a:lnTo>
                <a:cubicBezTo>
                  <a:pt x="493220" y="673033"/>
                  <a:pt x="492805" y="673270"/>
                  <a:pt x="492331" y="673270"/>
                </a:cubicBezTo>
                <a:lnTo>
                  <a:pt x="474327" y="673270"/>
                </a:lnTo>
                <a:cubicBezTo>
                  <a:pt x="473853" y="673270"/>
                  <a:pt x="473439" y="673033"/>
                  <a:pt x="473202" y="672619"/>
                </a:cubicBezTo>
                <a:lnTo>
                  <a:pt x="464200" y="657042"/>
                </a:lnTo>
                <a:cubicBezTo>
                  <a:pt x="463963" y="656687"/>
                  <a:pt x="463963" y="656213"/>
                  <a:pt x="464200" y="655799"/>
                </a:cubicBezTo>
                <a:lnTo>
                  <a:pt x="473202" y="640222"/>
                </a:lnTo>
                <a:cubicBezTo>
                  <a:pt x="473439" y="639808"/>
                  <a:pt x="473853" y="639571"/>
                  <a:pt x="474327" y="639571"/>
                </a:cubicBezTo>
                <a:close/>
                <a:moveTo>
                  <a:pt x="2503082" y="639334"/>
                </a:moveTo>
                <a:lnTo>
                  <a:pt x="2521324" y="639334"/>
                </a:lnTo>
                <a:cubicBezTo>
                  <a:pt x="2521798" y="639334"/>
                  <a:pt x="2522212" y="639571"/>
                  <a:pt x="2522449" y="639985"/>
                </a:cubicBezTo>
                <a:lnTo>
                  <a:pt x="2531570" y="655739"/>
                </a:lnTo>
                <a:cubicBezTo>
                  <a:pt x="2531807" y="656154"/>
                  <a:pt x="2531807" y="656628"/>
                  <a:pt x="2531570" y="657042"/>
                </a:cubicBezTo>
                <a:lnTo>
                  <a:pt x="2522449" y="672796"/>
                </a:lnTo>
                <a:cubicBezTo>
                  <a:pt x="2522212" y="673211"/>
                  <a:pt x="2521798" y="673448"/>
                  <a:pt x="2521324" y="673448"/>
                </a:cubicBezTo>
                <a:lnTo>
                  <a:pt x="2503082" y="673448"/>
                </a:lnTo>
                <a:cubicBezTo>
                  <a:pt x="2502609" y="673448"/>
                  <a:pt x="2502194" y="673211"/>
                  <a:pt x="2501957" y="672796"/>
                </a:cubicBezTo>
                <a:lnTo>
                  <a:pt x="2492837" y="657042"/>
                </a:lnTo>
                <a:cubicBezTo>
                  <a:pt x="2492600" y="656628"/>
                  <a:pt x="2492600" y="656154"/>
                  <a:pt x="2492837" y="655739"/>
                </a:cubicBezTo>
                <a:lnTo>
                  <a:pt x="2501957" y="639985"/>
                </a:lnTo>
                <a:cubicBezTo>
                  <a:pt x="2502194" y="639571"/>
                  <a:pt x="2502609" y="639334"/>
                  <a:pt x="2503082" y="639334"/>
                </a:cubicBezTo>
                <a:close/>
                <a:moveTo>
                  <a:pt x="947594" y="639334"/>
                </a:moveTo>
                <a:lnTo>
                  <a:pt x="965836" y="639334"/>
                </a:lnTo>
                <a:cubicBezTo>
                  <a:pt x="966310" y="639334"/>
                  <a:pt x="966724" y="639571"/>
                  <a:pt x="966961" y="639985"/>
                </a:cubicBezTo>
                <a:lnTo>
                  <a:pt x="976082" y="655739"/>
                </a:lnTo>
                <a:cubicBezTo>
                  <a:pt x="976319" y="656154"/>
                  <a:pt x="976319" y="656628"/>
                  <a:pt x="976082" y="657042"/>
                </a:cubicBezTo>
                <a:lnTo>
                  <a:pt x="966961" y="672796"/>
                </a:lnTo>
                <a:cubicBezTo>
                  <a:pt x="966724" y="673211"/>
                  <a:pt x="966310" y="673448"/>
                  <a:pt x="965836" y="673448"/>
                </a:cubicBezTo>
                <a:lnTo>
                  <a:pt x="947594" y="673448"/>
                </a:lnTo>
                <a:cubicBezTo>
                  <a:pt x="947121" y="673448"/>
                  <a:pt x="946706" y="673211"/>
                  <a:pt x="946469" y="672796"/>
                </a:cubicBezTo>
                <a:lnTo>
                  <a:pt x="937349" y="657042"/>
                </a:lnTo>
                <a:cubicBezTo>
                  <a:pt x="937112" y="656628"/>
                  <a:pt x="937112" y="656154"/>
                  <a:pt x="937349" y="655739"/>
                </a:cubicBezTo>
                <a:lnTo>
                  <a:pt x="946469" y="639985"/>
                </a:lnTo>
                <a:cubicBezTo>
                  <a:pt x="946706" y="639571"/>
                  <a:pt x="947121" y="639334"/>
                  <a:pt x="947594" y="639334"/>
                </a:cubicBezTo>
                <a:close/>
                <a:moveTo>
                  <a:pt x="4531778" y="638861"/>
                </a:moveTo>
                <a:lnTo>
                  <a:pt x="4550552" y="638861"/>
                </a:lnTo>
                <a:cubicBezTo>
                  <a:pt x="4551026" y="638861"/>
                  <a:pt x="4551441" y="639098"/>
                  <a:pt x="4551678" y="639512"/>
                </a:cubicBezTo>
                <a:lnTo>
                  <a:pt x="4561035" y="655740"/>
                </a:lnTo>
                <a:cubicBezTo>
                  <a:pt x="4561272" y="656095"/>
                  <a:pt x="4561272" y="656629"/>
                  <a:pt x="4561035" y="657043"/>
                </a:cubicBezTo>
                <a:lnTo>
                  <a:pt x="4551618" y="673271"/>
                </a:lnTo>
                <a:cubicBezTo>
                  <a:pt x="4551381" y="673685"/>
                  <a:pt x="4550967" y="673922"/>
                  <a:pt x="4550493" y="673922"/>
                </a:cubicBezTo>
                <a:lnTo>
                  <a:pt x="4531719" y="673922"/>
                </a:lnTo>
                <a:cubicBezTo>
                  <a:pt x="4531245" y="673922"/>
                  <a:pt x="4530830" y="673685"/>
                  <a:pt x="4530593" y="673271"/>
                </a:cubicBezTo>
                <a:lnTo>
                  <a:pt x="4521236" y="657043"/>
                </a:lnTo>
                <a:cubicBezTo>
                  <a:pt x="4520999" y="656688"/>
                  <a:pt x="4520999" y="656155"/>
                  <a:pt x="4521236" y="655740"/>
                </a:cubicBezTo>
                <a:lnTo>
                  <a:pt x="4530652" y="639512"/>
                </a:lnTo>
                <a:cubicBezTo>
                  <a:pt x="4530890" y="639098"/>
                  <a:pt x="4531304" y="638861"/>
                  <a:pt x="4531778" y="638861"/>
                </a:cubicBezTo>
                <a:close/>
                <a:moveTo>
                  <a:pt x="1014992" y="638861"/>
                </a:moveTo>
                <a:lnTo>
                  <a:pt x="1033767" y="638861"/>
                </a:lnTo>
                <a:cubicBezTo>
                  <a:pt x="1034241" y="638861"/>
                  <a:pt x="1034655" y="639098"/>
                  <a:pt x="1034892" y="639512"/>
                </a:cubicBezTo>
                <a:lnTo>
                  <a:pt x="1044250" y="655740"/>
                </a:lnTo>
                <a:cubicBezTo>
                  <a:pt x="1044487" y="656095"/>
                  <a:pt x="1044487" y="656629"/>
                  <a:pt x="1044250" y="657043"/>
                </a:cubicBezTo>
                <a:lnTo>
                  <a:pt x="1034833" y="673271"/>
                </a:lnTo>
                <a:cubicBezTo>
                  <a:pt x="1034596" y="673685"/>
                  <a:pt x="1034182" y="673922"/>
                  <a:pt x="1033708" y="673922"/>
                </a:cubicBezTo>
                <a:lnTo>
                  <a:pt x="1014934" y="673922"/>
                </a:lnTo>
                <a:cubicBezTo>
                  <a:pt x="1014460" y="673922"/>
                  <a:pt x="1014045" y="673685"/>
                  <a:pt x="1013808" y="673271"/>
                </a:cubicBezTo>
                <a:lnTo>
                  <a:pt x="1004451" y="657043"/>
                </a:lnTo>
                <a:cubicBezTo>
                  <a:pt x="1004214" y="656688"/>
                  <a:pt x="1004214" y="656155"/>
                  <a:pt x="1004451" y="655740"/>
                </a:cubicBezTo>
                <a:lnTo>
                  <a:pt x="1013867" y="639512"/>
                </a:lnTo>
                <a:cubicBezTo>
                  <a:pt x="1014104" y="639098"/>
                  <a:pt x="1014519" y="638861"/>
                  <a:pt x="1014992" y="638861"/>
                </a:cubicBezTo>
                <a:close/>
                <a:moveTo>
                  <a:pt x="406277" y="638861"/>
                </a:moveTo>
                <a:lnTo>
                  <a:pt x="425051" y="638861"/>
                </a:lnTo>
                <a:cubicBezTo>
                  <a:pt x="425525" y="638861"/>
                  <a:pt x="425940" y="639098"/>
                  <a:pt x="426176" y="639512"/>
                </a:cubicBezTo>
                <a:lnTo>
                  <a:pt x="435534" y="655740"/>
                </a:lnTo>
                <a:cubicBezTo>
                  <a:pt x="435771" y="656095"/>
                  <a:pt x="435771" y="656629"/>
                  <a:pt x="435534" y="657043"/>
                </a:cubicBezTo>
                <a:lnTo>
                  <a:pt x="426117" y="673271"/>
                </a:lnTo>
                <a:cubicBezTo>
                  <a:pt x="425880" y="673685"/>
                  <a:pt x="425466" y="673922"/>
                  <a:pt x="424992" y="673922"/>
                </a:cubicBezTo>
                <a:lnTo>
                  <a:pt x="406218" y="673922"/>
                </a:lnTo>
                <a:cubicBezTo>
                  <a:pt x="405744" y="673922"/>
                  <a:pt x="405329" y="673685"/>
                  <a:pt x="405092" y="673271"/>
                </a:cubicBezTo>
                <a:lnTo>
                  <a:pt x="395735" y="657043"/>
                </a:lnTo>
                <a:cubicBezTo>
                  <a:pt x="395498" y="656688"/>
                  <a:pt x="395498" y="656155"/>
                  <a:pt x="395735" y="655740"/>
                </a:cubicBezTo>
                <a:lnTo>
                  <a:pt x="405152" y="639512"/>
                </a:lnTo>
                <a:cubicBezTo>
                  <a:pt x="405388" y="639098"/>
                  <a:pt x="405803" y="638861"/>
                  <a:pt x="406277" y="638861"/>
                </a:cubicBezTo>
                <a:close/>
                <a:moveTo>
                  <a:pt x="4599295" y="638505"/>
                </a:moveTo>
                <a:lnTo>
                  <a:pt x="4618365" y="638505"/>
                </a:lnTo>
                <a:cubicBezTo>
                  <a:pt x="4618839" y="638505"/>
                  <a:pt x="4619313" y="638742"/>
                  <a:pt x="4619549" y="639157"/>
                </a:cubicBezTo>
                <a:lnTo>
                  <a:pt x="4629085" y="655680"/>
                </a:lnTo>
                <a:cubicBezTo>
                  <a:pt x="4629322" y="656095"/>
                  <a:pt x="4629322" y="656628"/>
                  <a:pt x="4629085" y="657042"/>
                </a:cubicBezTo>
                <a:lnTo>
                  <a:pt x="4619549" y="673566"/>
                </a:lnTo>
                <a:cubicBezTo>
                  <a:pt x="4619313" y="673981"/>
                  <a:pt x="4618839" y="674218"/>
                  <a:pt x="4618365" y="674218"/>
                </a:cubicBezTo>
                <a:lnTo>
                  <a:pt x="4599295" y="674218"/>
                </a:lnTo>
                <a:cubicBezTo>
                  <a:pt x="4598821" y="674218"/>
                  <a:pt x="4598347" y="673981"/>
                  <a:pt x="4598110" y="673566"/>
                </a:cubicBezTo>
                <a:lnTo>
                  <a:pt x="4588575" y="657042"/>
                </a:lnTo>
                <a:cubicBezTo>
                  <a:pt x="4588338" y="656628"/>
                  <a:pt x="4588338" y="656095"/>
                  <a:pt x="4588575" y="655680"/>
                </a:cubicBezTo>
                <a:lnTo>
                  <a:pt x="4598110" y="639157"/>
                </a:lnTo>
                <a:cubicBezTo>
                  <a:pt x="4598347" y="638742"/>
                  <a:pt x="4598821" y="638505"/>
                  <a:pt x="4599295" y="638505"/>
                </a:cubicBezTo>
                <a:close/>
                <a:moveTo>
                  <a:pt x="2570361" y="638505"/>
                </a:moveTo>
                <a:lnTo>
                  <a:pt x="2589432" y="638505"/>
                </a:lnTo>
                <a:cubicBezTo>
                  <a:pt x="2589906" y="638505"/>
                  <a:pt x="2590379" y="638742"/>
                  <a:pt x="2590617" y="639157"/>
                </a:cubicBezTo>
                <a:lnTo>
                  <a:pt x="2600152" y="655680"/>
                </a:lnTo>
                <a:cubicBezTo>
                  <a:pt x="2600388" y="656095"/>
                  <a:pt x="2600388" y="656628"/>
                  <a:pt x="2600152" y="657042"/>
                </a:cubicBezTo>
                <a:lnTo>
                  <a:pt x="2590617" y="673566"/>
                </a:lnTo>
                <a:cubicBezTo>
                  <a:pt x="2590379" y="673981"/>
                  <a:pt x="2589906" y="674218"/>
                  <a:pt x="2589432" y="674218"/>
                </a:cubicBezTo>
                <a:lnTo>
                  <a:pt x="2570361" y="674218"/>
                </a:lnTo>
                <a:cubicBezTo>
                  <a:pt x="2569888" y="674218"/>
                  <a:pt x="2569414" y="673981"/>
                  <a:pt x="2569177" y="673566"/>
                </a:cubicBezTo>
                <a:lnTo>
                  <a:pt x="2559642" y="657042"/>
                </a:lnTo>
                <a:cubicBezTo>
                  <a:pt x="2559405" y="656628"/>
                  <a:pt x="2559405" y="656095"/>
                  <a:pt x="2559642" y="655680"/>
                </a:cubicBezTo>
                <a:lnTo>
                  <a:pt x="2569177" y="639157"/>
                </a:lnTo>
                <a:cubicBezTo>
                  <a:pt x="2569414" y="638742"/>
                  <a:pt x="2569888" y="638505"/>
                  <a:pt x="2570361" y="638505"/>
                </a:cubicBezTo>
                <a:close/>
                <a:moveTo>
                  <a:pt x="270652" y="638091"/>
                </a:moveTo>
                <a:lnTo>
                  <a:pt x="290196" y="638091"/>
                </a:lnTo>
                <a:cubicBezTo>
                  <a:pt x="290670" y="638091"/>
                  <a:pt x="291144" y="638387"/>
                  <a:pt x="291381" y="638802"/>
                </a:cubicBezTo>
                <a:lnTo>
                  <a:pt x="301153" y="655740"/>
                </a:lnTo>
                <a:cubicBezTo>
                  <a:pt x="301390" y="656155"/>
                  <a:pt x="301390" y="656688"/>
                  <a:pt x="301153" y="657102"/>
                </a:cubicBezTo>
                <a:lnTo>
                  <a:pt x="291381" y="674040"/>
                </a:lnTo>
                <a:cubicBezTo>
                  <a:pt x="291144" y="674455"/>
                  <a:pt x="290670" y="674751"/>
                  <a:pt x="290196" y="674751"/>
                </a:cubicBezTo>
                <a:lnTo>
                  <a:pt x="270652" y="674751"/>
                </a:lnTo>
                <a:cubicBezTo>
                  <a:pt x="270179" y="674751"/>
                  <a:pt x="269705" y="674455"/>
                  <a:pt x="269468" y="674040"/>
                </a:cubicBezTo>
                <a:lnTo>
                  <a:pt x="259696" y="657102"/>
                </a:lnTo>
                <a:cubicBezTo>
                  <a:pt x="259459" y="656688"/>
                  <a:pt x="259459" y="656155"/>
                  <a:pt x="259696" y="655740"/>
                </a:cubicBezTo>
                <a:lnTo>
                  <a:pt x="269468" y="638802"/>
                </a:lnTo>
                <a:cubicBezTo>
                  <a:pt x="269705" y="638387"/>
                  <a:pt x="270179" y="638091"/>
                  <a:pt x="270652" y="638091"/>
                </a:cubicBezTo>
                <a:close/>
                <a:moveTo>
                  <a:pt x="338168" y="637913"/>
                </a:moveTo>
                <a:lnTo>
                  <a:pt x="357949" y="637913"/>
                </a:lnTo>
                <a:cubicBezTo>
                  <a:pt x="358423" y="637913"/>
                  <a:pt x="358897" y="638209"/>
                  <a:pt x="359133" y="638624"/>
                </a:cubicBezTo>
                <a:lnTo>
                  <a:pt x="369024" y="655740"/>
                </a:lnTo>
                <a:cubicBezTo>
                  <a:pt x="369261" y="656214"/>
                  <a:pt x="369261" y="656747"/>
                  <a:pt x="369024" y="657161"/>
                </a:cubicBezTo>
                <a:lnTo>
                  <a:pt x="359133" y="674277"/>
                </a:lnTo>
                <a:cubicBezTo>
                  <a:pt x="358897" y="674692"/>
                  <a:pt x="358423" y="674988"/>
                  <a:pt x="357949" y="674988"/>
                </a:cubicBezTo>
                <a:lnTo>
                  <a:pt x="338168" y="674988"/>
                </a:lnTo>
                <a:cubicBezTo>
                  <a:pt x="337694" y="674988"/>
                  <a:pt x="337220" y="674692"/>
                  <a:pt x="336983" y="674277"/>
                </a:cubicBezTo>
                <a:lnTo>
                  <a:pt x="327093" y="657161"/>
                </a:lnTo>
                <a:cubicBezTo>
                  <a:pt x="326856" y="656687"/>
                  <a:pt x="326856" y="656154"/>
                  <a:pt x="327093" y="655740"/>
                </a:cubicBezTo>
                <a:lnTo>
                  <a:pt x="336983" y="638624"/>
                </a:lnTo>
                <a:cubicBezTo>
                  <a:pt x="337220" y="638209"/>
                  <a:pt x="337694" y="637913"/>
                  <a:pt x="338168" y="637913"/>
                </a:cubicBezTo>
                <a:close/>
                <a:moveTo>
                  <a:pt x="3990165" y="637794"/>
                </a:moveTo>
                <a:lnTo>
                  <a:pt x="4010065" y="637794"/>
                </a:lnTo>
                <a:cubicBezTo>
                  <a:pt x="4010538" y="637794"/>
                  <a:pt x="4011012" y="638090"/>
                  <a:pt x="4011249" y="638505"/>
                </a:cubicBezTo>
                <a:lnTo>
                  <a:pt x="4021199" y="655739"/>
                </a:lnTo>
                <a:cubicBezTo>
                  <a:pt x="4021436" y="656213"/>
                  <a:pt x="4021436" y="656746"/>
                  <a:pt x="4021199" y="657161"/>
                </a:cubicBezTo>
                <a:lnTo>
                  <a:pt x="4011249" y="674395"/>
                </a:lnTo>
                <a:cubicBezTo>
                  <a:pt x="4011012" y="674810"/>
                  <a:pt x="4010538" y="675106"/>
                  <a:pt x="4010065" y="675106"/>
                </a:cubicBezTo>
                <a:lnTo>
                  <a:pt x="3990165" y="675106"/>
                </a:lnTo>
                <a:cubicBezTo>
                  <a:pt x="3989691" y="675106"/>
                  <a:pt x="3989218" y="674810"/>
                  <a:pt x="3988980" y="674395"/>
                </a:cubicBezTo>
                <a:lnTo>
                  <a:pt x="3979030" y="657161"/>
                </a:lnTo>
                <a:cubicBezTo>
                  <a:pt x="3978794" y="656687"/>
                  <a:pt x="3978794" y="656154"/>
                  <a:pt x="3979030" y="655739"/>
                </a:cubicBezTo>
                <a:lnTo>
                  <a:pt x="3988980" y="638505"/>
                </a:lnTo>
                <a:cubicBezTo>
                  <a:pt x="3989218" y="638090"/>
                  <a:pt x="3989691" y="637794"/>
                  <a:pt x="3990165" y="637794"/>
                </a:cubicBezTo>
                <a:close/>
                <a:moveTo>
                  <a:pt x="202721" y="637498"/>
                </a:moveTo>
                <a:lnTo>
                  <a:pt x="222917" y="637498"/>
                </a:lnTo>
                <a:cubicBezTo>
                  <a:pt x="223450" y="637498"/>
                  <a:pt x="223924" y="637794"/>
                  <a:pt x="224160" y="638209"/>
                </a:cubicBezTo>
                <a:lnTo>
                  <a:pt x="234229" y="655680"/>
                </a:lnTo>
                <a:cubicBezTo>
                  <a:pt x="234466" y="656095"/>
                  <a:pt x="234466" y="656687"/>
                  <a:pt x="234229" y="657101"/>
                </a:cubicBezTo>
                <a:lnTo>
                  <a:pt x="224101" y="674573"/>
                </a:lnTo>
                <a:cubicBezTo>
                  <a:pt x="223805" y="674987"/>
                  <a:pt x="223331" y="675284"/>
                  <a:pt x="222857" y="675284"/>
                </a:cubicBezTo>
                <a:lnTo>
                  <a:pt x="202662" y="675284"/>
                </a:lnTo>
                <a:cubicBezTo>
                  <a:pt x="202128" y="675284"/>
                  <a:pt x="201655" y="674987"/>
                  <a:pt x="201418" y="674573"/>
                </a:cubicBezTo>
                <a:lnTo>
                  <a:pt x="191350" y="657101"/>
                </a:lnTo>
                <a:cubicBezTo>
                  <a:pt x="191113" y="656687"/>
                  <a:pt x="191113" y="656095"/>
                  <a:pt x="191350" y="655680"/>
                </a:cubicBezTo>
                <a:lnTo>
                  <a:pt x="201477" y="638209"/>
                </a:lnTo>
                <a:cubicBezTo>
                  <a:pt x="201773" y="637794"/>
                  <a:pt x="202247" y="637498"/>
                  <a:pt x="202721" y="637498"/>
                </a:cubicBezTo>
                <a:close/>
                <a:moveTo>
                  <a:pt x="4665864" y="636669"/>
                </a:moveTo>
                <a:lnTo>
                  <a:pt x="4686948" y="636669"/>
                </a:lnTo>
                <a:cubicBezTo>
                  <a:pt x="4687481" y="636669"/>
                  <a:pt x="4687955" y="636965"/>
                  <a:pt x="4688251" y="637439"/>
                </a:cubicBezTo>
                <a:lnTo>
                  <a:pt x="4698793" y="655680"/>
                </a:lnTo>
                <a:cubicBezTo>
                  <a:pt x="4699090" y="656154"/>
                  <a:pt x="4699090" y="656687"/>
                  <a:pt x="4698793" y="657161"/>
                </a:cubicBezTo>
                <a:lnTo>
                  <a:pt x="4688251" y="675402"/>
                </a:lnTo>
                <a:cubicBezTo>
                  <a:pt x="4687955" y="675876"/>
                  <a:pt x="4687481" y="676172"/>
                  <a:pt x="4686948" y="676172"/>
                </a:cubicBezTo>
                <a:lnTo>
                  <a:pt x="4665864" y="676172"/>
                </a:lnTo>
                <a:cubicBezTo>
                  <a:pt x="4665331" y="676172"/>
                  <a:pt x="4664857" y="675876"/>
                  <a:pt x="4664561" y="675402"/>
                </a:cubicBezTo>
                <a:lnTo>
                  <a:pt x="4654019" y="657161"/>
                </a:lnTo>
                <a:cubicBezTo>
                  <a:pt x="4653723" y="656687"/>
                  <a:pt x="4653723" y="656154"/>
                  <a:pt x="4654019" y="655680"/>
                </a:cubicBezTo>
                <a:lnTo>
                  <a:pt x="4664561" y="637439"/>
                </a:lnTo>
                <a:cubicBezTo>
                  <a:pt x="4664857" y="636965"/>
                  <a:pt x="4665331" y="636669"/>
                  <a:pt x="4665864" y="636669"/>
                </a:cubicBezTo>
                <a:close/>
                <a:moveTo>
                  <a:pt x="2771490" y="635307"/>
                </a:moveTo>
                <a:lnTo>
                  <a:pt x="2793995" y="635307"/>
                </a:lnTo>
                <a:cubicBezTo>
                  <a:pt x="2794529" y="635307"/>
                  <a:pt x="2795061" y="635603"/>
                  <a:pt x="2795358" y="636077"/>
                </a:cubicBezTo>
                <a:lnTo>
                  <a:pt x="2806610" y="655562"/>
                </a:lnTo>
                <a:cubicBezTo>
                  <a:pt x="2806907" y="656036"/>
                  <a:pt x="2806907" y="656687"/>
                  <a:pt x="2806610" y="657161"/>
                </a:cubicBezTo>
                <a:lnTo>
                  <a:pt x="2795358" y="676646"/>
                </a:lnTo>
                <a:cubicBezTo>
                  <a:pt x="2795061" y="677120"/>
                  <a:pt x="2794529" y="677416"/>
                  <a:pt x="2793995" y="677416"/>
                </a:cubicBezTo>
                <a:lnTo>
                  <a:pt x="2771490" y="677416"/>
                </a:lnTo>
                <a:cubicBezTo>
                  <a:pt x="2770957" y="677416"/>
                  <a:pt x="2770424" y="677120"/>
                  <a:pt x="2770128" y="676646"/>
                </a:cubicBezTo>
                <a:lnTo>
                  <a:pt x="2758875" y="657161"/>
                </a:lnTo>
                <a:cubicBezTo>
                  <a:pt x="2758579" y="656687"/>
                  <a:pt x="2758579" y="656036"/>
                  <a:pt x="2758875" y="655562"/>
                </a:cubicBezTo>
                <a:lnTo>
                  <a:pt x="2770128" y="636077"/>
                </a:lnTo>
                <a:cubicBezTo>
                  <a:pt x="2770424" y="635603"/>
                  <a:pt x="2770957" y="635307"/>
                  <a:pt x="2771490" y="635307"/>
                </a:cubicBezTo>
                <a:close/>
                <a:moveTo>
                  <a:pt x="2838830" y="634715"/>
                </a:moveTo>
                <a:lnTo>
                  <a:pt x="2861987" y="634715"/>
                </a:lnTo>
                <a:cubicBezTo>
                  <a:pt x="2862579" y="634715"/>
                  <a:pt x="2863112" y="635070"/>
                  <a:pt x="2863408" y="635544"/>
                </a:cubicBezTo>
                <a:lnTo>
                  <a:pt x="2875016" y="655621"/>
                </a:lnTo>
                <a:cubicBezTo>
                  <a:pt x="2875312" y="656154"/>
                  <a:pt x="2875312" y="656806"/>
                  <a:pt x="2875016" y="657280"/>
                </a:cubicBezTo>
                <a:lnTo>
                  <a:pt x="2863408" y="677357"/>
                </a:lnTo>
                <a:cubicBezTo>
                  <a:pt x="2863112" y="677890"/>
                  <a:pt x="2862579" y="678186"/>
                  <a:pt x="2861987" y="678186"/>
                </a:cubicBezTo>
                <a:lnTo>
                  <a:pt x="2838830" y="678186"/>
                </a:lnTo>
                <a:cubicBezTo>
                  <a:pt x="2838238" y="678186"/>
                  <a:pt x="2837704" y="677831"/>
                  <a:pt x="2837408" y="677357"/>
                </a:cubicBezTo>
                <a:lnTo>
                  <a:pt x="2825800" y="657280"/>
                </a:lnTo>
                <a:cubicBezTo>
                  <a:pt x="2825504" y="656747"/>
                  <a:pt x="2825504" y="656095"/>
                  <a:pt x="2825800" y="655621"/>
                </a:cubicBezTo>
                <a:lnTo>
                  <a:pt x="2837408" y="635544"/>
                </a:lnTo>
                <a:cubicBezTo>
                  <a:pt x="2837704" y="635011"/>
                  <a:pt x="2838238" y="634715"/>
                  <a:pt x="2838830" y="634715"/>
                </a:cubicBezTo>
                <a:close/>
                <a:moveTo>
                  <a:pt x="2906346" y="634478"/>
                </a:moveTo>
                <a:lnTo>
                  <a:pt x="2929740" y="634478"/>
                </a:lnTo>
                <a:cubicBezTo>
                  <a:pt x="2930332" y="634478"/>
                  <a:pt x="2930865" y="634774"/>
                  <a:pt x="2931162" y="635307"/>
                </a:cubicBezTo>
                <a:lnTo>
                  <a:pt x="2942829" y="655562"/>
                </a:lnTo>
                <a:cubicBezTo>
                  <a:pt x="2943125" y="656095"/>
                  <a:pt x="2943125" y="656687"/>
                  <a:pt x="2942829" y="657220"/>
                </a:cubicBezTo>
                <a:lnTo>
                  <a:pt x="2931102" y="677475"/>
                </a:lnTo>
                <a:cubicBezTo>
                  <a:pt x="2930806" y="678008"/>
                  <a:pt x="2930273" y="678305"/>
                  <a:pt x="2929681" y="678305"/>
                </a:cubicBezTo>
                <a:lnTo>
                  <a:pt x="2906287" y="678305"/>
                </a:lnTo>
                <a:cubicBezTo>
                  <a:pt x="2905695" y="678305"/>
                  <a:pt x="2905162" y="678008"/>
                  <a:pt x="2904866" y="677475"/>
                </a:cubicBezTo>
                <a:lnTo>
                  <a:pt x="2893198" y="657220"/>
                </a:lnTo>
                <a:cubicBezTo>
                  <a:pt x="2892902" y="656687"/>
                  <a:pt x="2892902" y="656095"/>
                  <a:pt x="2893198" y="655562"/>
                </a:cubicBezTo>
                <a:lnTo>
                  <a:pt x="2904925" y="635307"/>
                </a:lnTo>
                <a:cubicBezTo>
                  <a:pt x="2905221" y="634774"/>
                  <a:pt x="2905754" y="634478"/>
                  <a:pt x="2906346" y="634478"/>
                </a:cubicBezTo>
                <a:close/>
                <a:moveTo>
                  <a:pt x="4934628" y="633353"/>
                </a:moveTo>
                <a:lnTo>
                  <a:pt x="4959265" y="633353"/>
                </a:lnTo>
                <a:cubicBezTo>
                  <a:pt x="4959858" y="633353"/>
                  <a:pt x="4960450" y="633708"/>
                  <a:pt x="4960745" y="634242"/>
                </a:cubicBezTo>
                <a:lnTo>
                  <a:pt x="4973065" y="655562"/>
                </a:lnTo>
                <a:cubicBezTo>
                  <a:pt x="4973360" y="656095"/>
                  <a:pt x="4973360" y="656747"/>
                  <a:pt x="4973065" y="657280"/>
                </a:cubicBezTo>
                <a:lnTo>
                  <a:pt x="4960745" y="678601"/>
                </a:lnTo>
                <a:cubicBezTo>
                  <a:pt x="4960450" y="679134"/>
                  <a:pt x="4959858" y="679489"/>
                  <a:pt x="4959265" y="679489"/>
                </a:cubicBezTo>
                <a:lnTo>
                  <a:pt x="4934628" y="679489"/>
                </a:lnTo>
                <a:cubicBezTo>
                  <a:pt x="4934035" y="679489"/>
                  <a:pt x="4933443" y="679134"/>
                  <a:pt x="4933147" y="678601"/>
                </a:cubicBezTo>
                <a:lnTo>
                  <a:pt x="4920828" y="657280"/>
                </a:lnTo>
                <a:cubicBezTo>
                  <a:pt x="4920532" y="656747"/>
                  <a:pt x="4920532" y="656095"/>
                  <a:pt x="4920828" y="655562"/>
                </a:cubicBezTo>
                <a:lnTo>
                  <a:pt x="4933147" y="634242"/>
                </a:lnTo>
                <a:cubicBezTo>
                  <a:pt x="4933443" y="633708"/>
                  <a:pt x="4934035" y="633353"/>
                  <a:pt x="4934628" y="633353"/>
                </a:cubicBezTo>
                <a:close/>
                <a:moveTo>
                  <a:pt x="4731604" y="633057"/>
                </a:moveTo>
                <a:lnTo>
                  <a:pt x="4756537" y="633057"/>
                </a:lnTo>
                <a:cubicBezTo>
                  <a:pt x="4757189" y="633057"/>
                  <a:pt x="4757781" y="633412"/>
                  <a:pt x="4758077" y="633945"/>
                </a:cubicBezTo>
                <a:lnTo>
                  <a:pt x="4770514" y="655562"/>
                </a:lnTo>
                <a:cubicBezTo>
                  <a:pt x="4770811" y="656095"/>
                  <a:pt x="4770811" y="656806"/>
                  <a:pt x="4770514" y="657339"/>
                </a:cubicBezTo>
                <a:lnTo>
                  <a:pt x="4758018" y="678956"/>
                </a:lnTo>
                <a:cubicBezTo>
                  <a:pt x="4757663" y="679489"/>
                  <a:pt x="4757070" y="679845"/>
                  <a:pt x="4756478" y="679845"/>
                </a:cubicBezTo>
                <a:lnTo>
                  <a:pt x="4731544" y="679845"/>
                </a:lnTo>
                <a:cubicBezTo>
                  <a:pt x="4730893" y="679845"/>
                  <a:pt x="4730301" y="679489"/>
                  <a:pt x="4730004" y="678956"/>
                </a:cubicBezTo>
                <a:lnTo>
                  <a:pt x="4717567" y="657339"/>
                </a:lnTo>
                <a:cubicBezTo>
                  <a:pt x="4717271" y="656806"/>
                  <a:pt x="4717271" y="656095"/>
                  <a:pt x="4717567" y="655562"/>
                </a:cubicBezTo>
                <a:lnTo>
                  <a:pt x="4730064" y="633945"/>
                </a:lnTo>
                <a:cubicBezTo>
                  <a:pt x="4730419" y="633412"/>
                  <a:pt x="4731012" y="633057"/>
                  <a:pt x="4731604" y="633057"/>
                </a:cubicBezTo>
                <a:close/>
                <a:moveTo>
                  <a:pt x="4798943" y="632642"/>
                </a:moveTo>
                <a:lnTo>
                  <a:pt x="4824350" y="632642"/>
                </a:lnTo>
                <a:cubicBezTo>
                  <a:pt x="4824943" y="632642"/>
                  <a:pt x="4825535" y="632997"/>
                  <a:pt x="4825890" y="633530"/>
                </a:cubicBezTo>
                <a:lnTo>
                  <a:pt x="4838564" y="655503"/>
                </a:lnTo>
                <a:cubicBezTo>
                  <a:pt x="4838920" y="656036"/>
                  <a:pt x="4838920" y="656747"/>
                  <a:pt x="4838564" y="657280"/>
                </a:cubicBezTo>
                <a:lnTo>
                  <a:pt x="4825831" y="679252"/>
                </a:lnTo>
                <a:cubicBezTo>
                  <a:pt x="4825535" y="679785"/>
                  <a:pt x="4824943" y="680141"/>
                  <a:pt x="4824291" y="680141"/>
                </a:cubicBezTo>
                <a:lnTo>
                  <a:pt x="4798883" y="680141"/>
                </a:lnTo>
                <a:cubicBezTo>
                  <a:pt x="4798291" y="680141"/>
                  <a:pt x="4797699" y="679785"/>
                  <a:pt x="4797343" y="679252"/>
                </a:cubicBezTo>
                <a:lnTo>
                  <a:pt x="4784669" y="657280"/>
                </a:lnTo>
                <a:cubicBezTo>
                  <a:pt x="4784314" y="656747"/>
                  <a:pt x="4784314" y="656036"/>
                  <a:pt x="4784669" y="655503"/>
                </a:cubicBezTo>
                <a:lnTo>
                  <a:pt x="4797403" y="633530"/>
                </a:lnTo>
                <a:cubicBezTo>
                  <a:pt x="4797699" y="632997"/>
                  <a:pt x="4798291" y="632642"/>
                  <a:pt x="4798943" y="632642"/>
                </a:cubicBezTo>
                <a:close/>
                <a:moveTo>
                  <a:pt x="4866282" y="631991"/>
                </a:moveTo>
                <a:lnTo>
                  <a:pt x="4892341" y="631991"/>
                </a:lnTo>
                <a:cubicBezTo>
                  <a:pt x="4892993" y="631991"/>
                  <a:pt x="4893585" y="632346"/>
                  <a:pt x="4893941" y="632939"/>
                </a:cubicBezTo>
                <a:lnTo>
                  <a:pt x="4906970" y="655503"/>
                </a:lnTo>
                <a:cubicBezTo>
                  <a:pt x="4907326" y="656036"/>
                  <a:pt x="4907326" y="656747"/>
                  <a:pt x="4906970" y="657339"/>
                </a:cubicBezTo>
                <a:lnTo>
                  <a:pt x="4893941" y="679904"/>
                </a:lnTo>
                <a:cubicBezTo>
                  <a:pt x="4893585" y="680496"/>
                  <a:pt x="4892993" y="680852"/>
                  <a:pt x="4892341" y="680852"/>
                </a:cubicBezTo>
                <a:lnTo>
                  <a:pt x="4866282" y="680852"/>
                </a:lnTo>
                <a:cubicBezTo>
                  <a:pt x="4865631" y="680852"/>
                  <a:pt x="4865039" y="680496"/>
                  <a:pt x="4864683" y="679904"/>
                </a:cubicBezTo>
                <a:lnTo>
                  <a:pt x="4851654" y="657339"/>
                </a:lnTo>
                <a:cubicBezTo>
                  <a:pt x="4851298" y="656806"/>
                  <a:pt x="4851298" y="656095"/>
                  <a:pt x="4851654" y="655503"/>
                </a:cubicBezTo>
                <a:lnTo>
                  <a:pt x="4864683" y="632939"/>
                </a:lnTo>
                <a:cubicBezTo>
                  <a:pt x="4865039" y="632346"/>
                  <a:pt x="4865631" y="631991"/>
                  <a:pt x="4866282" y="631991"/>
                </a:cubicBezTo>
                <a:close/>
                <a:moveTo>
                  <a:pt x="5442" y="589408"/>
                </a:moveTo>
                <a:lnTo>
                  <a:pt x="14385" y="589408"/>
                </a:lnTo>
                <a:cubicBezTo>
                  <a:pt x="14622" y="589408"/>
                  <a:pt x="14918" y="589704"/>
                  <a:pt x="14918" y="589704"/>
                </a:cubicBezTo>
                <a:lnTo>
                  <a:pt x="19360" y="597463"/>
                </a:lnTo>
                <a:cubicBezTo>
                  <a:pt x="19478" y="597699"/>
                  <a:pt x="19360" y="598114"/>
                  <a:pt x="19360" y="598114"/>
                </a:cubicBezTo>
                <a:lnTo>
                  <a:pt x="14859" y="605873"/>
                </a:lnTo>
                <a:cubicBezTo>
                  <a:pt x="14740" y="606050"/>
                  <a:pt x="14326" y="606169"/>
                  <a:pt x="14326" y="606169"/>
                </a:cubicBezTo>
                <a:lnTo>
                  <a:pt x="5383" y="606169"/>
                </a:lnTo>
                <a:cubicBezTo>
                  <a:pt x="5146" y="606169"/>
                  <a:pt x="4850" y="605873"/>
                  <a:pt x="4850" y="605873"/>
                </a:cubicBezTo>
                <a:lnTo>
                  <a:pt x="408" y="598114"/>
                </a:lnTo>
                <a:cubicBezTo>
                  <a:pt x="289" y="597877"/>
                  <a:pt x="408" y="597463"/>
                  <a:pt x="408" y="597463"/>
                </a:cubicBezTo>
                <a:lnTo>
                  <a:pt x="4909" y="589704"/>
                </a:lnTo>
                <a:cubicBezTo>
                  <a:pt x="5027" y="589526"/>
                  <a:pt x="5442" y="589408"/>
                  <a:pt x="5442" y="589408"/>
                </a:cubicBezTo>
                <a:close/>
                <a:moveTo>
                  <a:pt x="4467223" y="585913"/>
                </a:moveTo>
                <a:lnTo>
                  <a:pt x="4479897" y="585913"/>
                </a:lnTo>
                <a:cubicBezTo>
                  <a:pt x="4480193" y="585913"/>
                  <a:pt x="4480667" y="586387"/>
                  <a:pt x="4480667" y="586387"/>
                </a:cubicBezTo>
                <a:lnTo>
                  <a:pt x="4487004" y="597403"/>
                </a:lnTo>
                <a:cubicBezTo>
                  <a:pt x="4487182" y="597639"/>
                  <a:pt x="4487004" y="598291"/>
                  <a:pt x="4487004" y="598291"/>
                </a:cubicBezTo>
                <a:lnTo>
                  <a:pt x="4480667" y="609307"/>
                </a:lnTo>
                <a:cubicBezTo>
                  <a:pt x="4480489" y="609603"/>
                  <a:pt x="4480193" y="609781"/>
                  <a:pt x="4479897" y="609781"/>
                </a:cubicBezTo>
                <a:lnTo>
                  <a:pt x="4467223" y="609781"/>
                </a:lnTo>
                <a:cubicBezTo>
                  <a:pt x="4466926" y="609781"/>
                  <a:pt x="4466453" y="609307"/>
                  <a:pt x="4466453" y="609307"/>
                </a:cubicBezTo>
                <a:lnTo>
                  <a:pt x="4460116" y="598291"/>
                </a:lnTo>
                <a:cubicBezTo>
                  <a:pt x="4459938" y="598054"/>
                  <a:pt x="4460116" y="597403"/>
                  <a:pt x="4460116" y="597403"/>
                </a:cubicBezTo>
                <a:lnTo>
                  <a:pt x="4466453" y="586387"/>
                </a:lnTo>
                <a:cubicBezTo>
                  <a:pt x="4466631" y="586091"/>
                  <a:pt x="4466926" y="585913"/>
                  <a:pt x="4467223" y="585913"/>
                </a:cubicBezTo>
                <a:close/>
                <a:moveTo>
                  <a:pt x="4399232" y="585380"/>
                </a:moveTo>
                <a:lnTo>
                  <a:pt x="4412499" y="585380"/>
                </a:lnTo>
                <a:cubicBezTo>
                  <a:pt x="4412854" y="585380"/>
                  <a:pt x="4413328" y="585854"/>
                  <a:pt x="4413328" y="585854"/>
                </a:cubicBezTo>
                <a:lnTo>
                  <a:pt x="4419961" y="597343"/>
                </a:lnTo>
                <a:cubicBezTo>
                  <a:pt x="4420139" y="597639"/>
                  <a:pt x="4419961" y="598291"/>
                  <a:pt x="4419961" y="598291"/>
                </a:cubicBezTo>
                <a:lnTo>
                  <a:pt x="4413328" y="609781"/>
                </a:lnTo>
                <a:cubicBezTo>
                  <a:pt x="4413150" y="610077"/>
                  <a:pt x="4412854" y="610254"/>
                  <a:pt x="4412499" y="610254"/>
                </a:cubicBezTo>
                <a:lnTo>
                  <a:pt x="4399232" y="610254"/>
                </a:lnTo>
                <a:cubicBezTo>
                  <a:pt x="4398877" y="610254"/>
                  <a:pt x="4398403" y="609781"/>
                  <a:pt x="4398403" y="609781"/>
                </a:cubicBezTo>
                <a:lnTo>
                  <a:pt x="4391770" y="598291"/>
                </a:lnTo>
                <a:cubicBezTo>
                  <a:pt x="4391592" y="597995"/>
                  <a:pt x="4391770" y="597343"/>
                  <a:pt x="4391770" y="597343"/>
                </a:cubicBezTo>
                <a:lnTo>
                  <a:pt x="4398403" y="585854"/>
                </a:lnTo>
                <a:cubicBezTo>
                  <a:pt x="4398581" y="585558"/>
                  <a:pt x="4398877" y="585380"/>
                  <a:pt x="4399232" y="585380"/>
                </a:cubicBezTo>
                <a:close/>
                <a:moveTo>
                  <a:pt x="4331361" y="584847"/>
                </a:moveTo>
                <a:lnTo>
                  <a:pt x="4345160" y="584847"/>
                </a:lnTo>
                <a:cubicBezTo>
                  <a:pt x="4345515" y="584847"/>
                  <a:pt x="4345812" y="585025"/>
                  <a:pt x="4345990" y="585321"/>
                </a:cubicBezTo>
                <a:lnTo>
                  <a:pt x="4352859" y="597284"/>
                </a:lnTo>
                <a:cubicBezTo>
                  <a:pt x="4353037" y="597581"/>
                  <a:pt x="4353037" y="597936"/>
                  <a:pt x="4352859" y="598232"/>
                </a:cubicBezTo>
                <a:lnTo>
                  <a:pt x="4345930" y="610195"/>
                </a:lnTo>
                <a:cubicBezTo>
                  <a:pt x="4345753" y="610492"/>
                  <a:pt x="4345456" y="610669"/>
                  <a:pt x="4345101" y="610669"/>
                </a:cubicBezTo>
                <a:lnTo>
                  <a:pt x="4331302" y="610669"/>
                </a:lnTo>
                <a:cubicBezTo>
                  <a:pt x="4330946" y="610669"/>
                  <a:pt x="4330650" y="610492"/>
                  <a:pt x="4330473" y="610195"/>
                </a:cubicBezTo>
                <a:lnTo>
                  <a:pt x="4323602" y="598232"/>
                </a:lnTo>
                <a:cubicBezTo>
                  <a:pt x="4323425" y="597936"/>
                  <a:pt x="4323425" y="597581"/>
                  <a:pt x="4323602" y="597284"/>
                </a:cubicBezTo>
                <a:lnTo>
                  <a:pt x="4330532" y="585321"/>
                </a:lnTo>
                <a:cubicBezTo>
                  <a:pt x="4330709" y="585025"/>
                  <a:pt x="4331006" y="584847"/>
                  <a:pt x="4331361" y="584847"/>
                </a:cubicBezTo>
                <a:close/>
                <a:moveTo>
                  <a:pt x="70530" y="584670"/>
                </a:moveTo>
                <a:lnTo>
                  <a:pt x="84566" y="584670"/>
                </a:lnTo>
                <a:cubicBezTo>
                  <a:pt x="84862" y="584670"/>
                  <a:pt x="85218" y="584848"/>
                  <a:pt x="85396" y="585144"/>
                </a:cubicBezTo>
                <a:lnTo>
                  <a:pt x="92384" y="597285"/>
                </a:lnTo>
                <a:cubicBezTo>
                  <a:pt x="92562" y="597581"/>
                  <a:pt x="92562" y="597996"/>
                  <a:pt x="92384" y="598292"/>
                </a:cubicBezTo>
                <a:lnTo>
                  <a:pt x="85396" y="610433"/>
                </a:lnTo>
                <a:cubicBezTo>
                  <a:pt x="85218" y="610729"/>
                  <a:pt x="84922" y="610907"/>
                  <a:pt x="84566" y="610907"/>
                </a:cubicBezTo>
                <a:lnTo>
                  <a:pt x="70530" y="610907"/>
                </a:lnTo>
                <a:cubicBezTo>
                  <a:pt x="70234" y="610907"/>
                  <a:pt x="69878" y="610729"/>
                  <a:pt x="69701" y="610433"/>
                </a:cubicBezTo>
                <a:lnTo>
                  <a:pt x="62712" y="598292"/>
                </a:lnTo>
                <a:cubicBezTo>
                  <a:pt x="62535" y="597996"/>
                  <a:pt x="62535" y="597581"/>
                  <a:pt x="62712" y="597285"/>
                </a:cubicBezTo>
                <a:lnTo>
                  <a:pt x="69701" y="585144"/>
                </a:lnTo>
                <a:cubicBezTo>
                  <a:pt x="69878" y="584848"/>
                  <a:pt x="70175" y="584670"/>
                  <a:pt x="70530" y="584670"/>
                </a:cubicBezTo>
                <a:close/>
                <a:moveTo>
                  <a:pt x="137218" y="582893"/>
                </a:moveTo>
                <a:lnTo>
                  <a:pt x="153090" y="582893"/>
                </a:lnTo>
                <a:cubicBezTo>
                  <a:pt x="153446" y="582893"/>
                  <a:pt x="153860" y="583071"/>
                  <a:pt x="154038" y="583426"/>
                </a:cubicBezTo>
                <a:lnTo>
                  <a:pt x="161974" y="597226"/>
                </a:lnTo>
                <a:cubicBezTo>
                  <a:pt x="162152" y="597581"/>
                  <a:pt x="162152" y="597995"/>
                  <a:pt x="161974" y="598351"/>
                </a:cubicBezTo>
                <a:lnTo>
                  <a:pt x="154038" y="612150"/>
                </a:lnTo>
                <a:cubicBezTo>
                  <a:pt x="153860" y="612446"/>
                  <a:pt x="153505" y="612683"/>
                  <a:pt x="153090" y="612683"/>
                </a:cubicBezTo>
                <a:lnTo>
                  <a:pt x="137218" y="612683"/>
                </a:lnTo>
                <a:cubicBezTo>
                  <a:pt x="136863" y="612683"/>
                  <a:pt x="136448" y="612506"/>
                  <a:pt x="136270" y="612150"/>
                </a:cubicBezTo>
                <a:lnTo>
                  <a:pt x="128334" y="598351"/>
                </a:lnTo>
                <a:cubicBezTo>
                  <a:pt x="128157" y="597995"/>
                  <a:pt x="128157" y="597581"/>
                  <a:pt x="128334" y="597226"/>
                </a:cubicBezTo>
                <a:lnTo>
                  <a:pt x="136270" y="583426"/>
                </a:lnTo>
                <a:cubicBezTo>
                  <a:pt x="136448" y="583130"/>
                  <a:pt x="136804" y="582893"/>
                  <a:pt x="137218" y="582893"/>
                </a:cubicBezTo>
                <a:close/>
                <a:moveTo>
                  <a:pt x="4127389" y="582834"/>
                </a:moveTo>
                <a:lnTo>
                  <a:pt x="4143380" y="582834"/>
                </a:lnTo>
                <a:cubicBezTo>
                  <a:pt x="4143795" y="582834"/>
                  <a:pt x="4144209" y="583071"/>
                  <a:pt x="4144387" y="583426"/>
                </a:cubicBezTo>
                <a:lnTo>
                  <a:pt x="4152382" y="597285"/>
                </a:lnTo>
                <a:cubicBezTo>
                  <a:pt x="4152560" y="597640"/>
                  <a:pt x="4152560" y="598055"/>
                  <a:pt x="4152382" y="598410"/>
                </a:cubicBezTo>
                <a:lnTo>
                  <a:pt x="4144387" y="612269"/>
                </a:lnTo>
                <a:cubicBezTo>
                  <a:pt x="4144209" y="612624"/>
                  <a:pt x="4143854" y="612861"/>
                  <a:pt x="4143439" y="612861"/>
                </a:cubicBezTo>
                <a:lnTo>
                  <a:pt x="4127449" y="612861"/>
                </a:lnTo>
                <a:cubicBezTo>
                  <a:pt x="4127034" y="612861"/>
                  <a:pt x="4126619" y="612624"/>
                  <a:pt x="4126442" y="612269"/>
                </a:cubicBezTo>
                <a:lnTo>
                  <a:pt x="4118446" y="598410"/>
                </a:lnTo>
                <a:cubicBezTo>
                  <a:pt x="4118269" y="598055"/>
                  <a:pt x="4118269" y="597640"/>
                  <a:pt x="4118446" y="597285"/>
                </a:cubicBezTo>
                <a:lnTo>
                  <a:pt x="4126442" y="583426"/>
                </a:lnTo>
                <a:cubicBezTo>
                  <a:pt x="4126619" y="583071"/>
                  <a:pt x="4126975" y="582834"/>
                  <a:pt x="4127389" y="582834"/>
                </a:cubicBezTo>
                <a:close/>
                <a:moveTo>
                  <a:pt x="1083990" y="582834"/>
                </a:moveTo>
                <a:lnTo>
                  <a:pt x="1099981" y="582834"/>
                </a:lnTo>
                <a:cubicBezTo>
                  <a:pt x="1100336" y="582834"/>
                  <a:pt x="1100751" y="583071"/>
                  <a:pt x="1100928" y="583426"/>
                </a:cubicBezTo>
                <a:lnTo>
                  <a:pt x="1108924" y="597285"/>
                </a:lnTo>
                <a:cubicBezTo>
                  <a:pt x="1109102" y="597640"/>
                  <a:pt x="1109102" y="598055"/>
                  <a:pt x="1108924" y="598410"/>
                </a:cubicBezTo>
                <a:lnTo>
                  <a:pt x="1100928" y="612269"/>
                </a:lnTo>
                <a:cubicBezTo>
                  <a:pt x="1100751" y="612624"/>
                  <a:pt x="1100396" y="612861"/>
                  <a:pt x="1099981" y="612861"/>
                </a:cubicBezTo>
                <a:lnTo>
                  <a:pt x="1083990" y="612861"/>
                </a:lnTo>
                <a:cubicBezTo>
                  <a:pt x="1083635" y="612861"/>
                  <a:pt x="1083220" y="612624"/>
                  <a:pt x="1083043" y="612269"/>
                </a:cubicBezTo>
                <a:lnTo>
                  <a:pt x="1075047" y="598410"/>
                </a:lnTo>
                <a:cubicBezTo>
                  <a:pt x="1074870" y="598055"/>
                  <a:pt x="1074870" y="597640"/>
                  <a:pt x="1075047" y="597285"/>
                </a:cubicBezTo>
                <a:lnTo>
                  <a:pt x="1083043" y="583426"/>
                </a:lnTo>
                <a:cubicBezTo>
                  <a:pt x="1083220" y="583071"/>
                  <a:pt x="1083576" y="582834"/>
                  <a:pt x="1083990" y="582834"/>
                </a:cubicBezTo>
                <a:close/>
                <a:moveTo>
                  <a:pt x="2639419" y="582715"/>
                </a:moveTo>
                <a:lnTo>
                  <a:pt x="2655528" y="582715"/>
                </a:lnTo>
                <a:cubicBezTo>
                  <a:pt x="2655942" y="582715"/>
                  <a:pt x="2656357" y="582952"/>
                  <a:pt x="2656535" y="583307"/>
                </a:cubicBezTo>
                <a:lnTo>
                  <a:pt x="2664589" y="597284"/>
                </a:lnTo>
                <a:cubicBezTo>
                  <a:pt x="2664767" y="597640"/>
                  <a:pt x="2664767" y="598054"/>
                  <a:pt x="2664589" y="598410"/>
                </a:cubicBezTo>
                <a:lnTo>
                  <a:pt x="2656535" y="612387"/>
                </a:lnTo>
                <a:cubicBezTo>
                  <a:pt x="2656298" y="612742"/>
                  <a:pt x="2655942" y="612979"/>
                  <a:pt x="2655528" y="612979"/>
                </a:cubicBezTo>
                <a:lnTo>
                  <a:pt x="2639419" y="612979"/>
                </a:lnTo>
                <a:cubicBezTo>
                  <a:pt x="2639004" y="612979"/>
                  <a:pt x="2638589" y="612742"/>
                  <a:pt x="2638412" y="612387"/>
                </a:cubicBezTo>
                <a:lnTo>
                  <a:pt x="2630357" y="598410"/>
                </a:lnTo>
                <a:cubicBezTo>
                  <a:pt x="2630180" y="598054"/>
                  <a:pt x="2630180" y="597640"/>
                  <a:pt x="2630357" y="597284"/>
                </a:cubicBezTo>
                <a:lnTo>
                  <a:pt x="2638412" y="583307"/>
                </a:lnTo>
                <a:cubicBezTo>
                  <a:pt x="2638649" y="582952"/>
                  <a:pt x="2639004" y="582715"/>
                  <a:pt x="2639419" y="582715"/>
                </a:cubicBezTo>
                <a:close/>
                <a:moveTo>
                  <a:pt x="2706758" y="582064"/>
                </a:moveTo>
                <a:lnTo>
                  <a:pt x="2723518" y="582064"/>
                </a:lnTo>
                <a:cubicBezTo>
                  <a:pt x="2723933" y="582064"/>
                  <a:pt x="2724288" y="582301"/>
                  <a:pt x="2724525" y="582656"/>
                </a:cubicBezTo>
                <a:lnTo>
                  <a:pt x="2732935" y="597167"/>
                </a:lnTo>
                <a:cubicBezTo>
                  <a:pt x="2733172" y="597522"/>
                  <a:pt x="2733172" y="597996"/>
                  <a:pt x="2732935" y="598351"/>
                </a:cubicBezTo>
                <a:lnTo>
                  <a:pt x="2724525" y="612861"/>
                </a:lnTo>
                <a:cubicBezTo>
                  <a:pt x="2724347" y="613216"/>
                  <a:pt x="2723933" y="613453"/>
                  <a:pt x="2723518" y="613453"/>
                </a:cubicBezTo>
                <a:lnTo>
                  <a:pt x="2706758" y="613453"/>
                </a:lnTo>
                <a:cubicBezTo>
                  <a:pt x="2706343" y="613453"/>
                  <a:pt x="2705988" y="613216"/>
                  <a:pt x="2705751" y="612861"/>
                </a:cubicBezTo>
                <a:lnTo>
                  <a:pt x="2697341" y="598351"/>
                </a:lnTo>
                <a:cubicBezTo>
                  <a:pt x="2697104" y="597996"/>
                  <a:pt x="2697104" y="597522"/>
                  <a:pt x="2697341" y="597167"/>
                </a:cubicBezTo>
                <a:lnTo>
                  <a:pt x="2705751" y="582656"/>
                </a:lnTo>
                <a:cubicBezTo>
                  <a:pt x="2705928" y="582301"/>
                  <a:pt x="2706343" y="582064"/>
                  <a:pt x="2706758" y="582064"/>
                </a:cubicBezTo>
                <a:close/>
                <a:moveTo>
                  <a:pt x="745460" y="582064"/>
                </a:moveTo>
                <a:lnTo>
                  <a:pt x="762220" y="582064"/>
                </a:lnTo>
                <a:cubicBezTo>
                  <a:pt x="762635" y="582064"/>
                  <a:pt x="762990" y="582301"/>
                  <a:pt x="763227" y="582656"/>
                </a:cubicBezTo>
                <a:lnTo>
                  <a:pt x="771637" y="597167"/>
                </a:lnTo>
                <a:cubicBezTo>
                  <a:pt x="771874" y="597522"/>
                  <a:pt x="771874" y="597996"/>
                  <a:pt x="771637" y="598351"/>
                </a:cubicBezTo>
                <a:lnTo>
                  <a:pt x="763227" y="612861"/>
                </a:lnTo>
                <a:cubicBezTo>
                  <a:pt x="763049" y="613216"/>
                  <a:pt x="762635" y="613453"/>
                  <a:pt x="762220" y="613453"/>
                </a:cubicBezTo>
                <a:lnTo>
                  <a:pt x="745460" y="613453"/>
                </a:lnTo>
                <a:cubicBezTo>
                  <a:pt x="745045" y="613453"/>
                  <a:pt x="744690" y="613216"/>
                  <a:pt x="744452" y="612861"/>
                </a:cubicBezTo>
                <a:lnTo>
                  <a:pt x="736043" y="598351"/>
                </a:lnTo>
                <a:cubicBezTo>
                  <a:pt x="735806" y="597996"/>
                  <a:pt x="735806" y="597522"/>
                  <a:pt x="736043" y="597167"/>
                </a:cubicBezTo>
                <a:lnTo>
                  <a:pt x="744452" y="582656"/>
                </a:lnTo>
                <a:cubicBezTo>
                  <a:pt x="744630" y="582301"/>
                  <a:pt x="745045" y="582064"/>
                  <a:pt x="745460" y="582064"/>
                </a:cubicBezTo>
                <a:close/>
                <a:moveTo>
                  <a:pt x="3923893" y="581768"/>
                </a:moveTo>
                <a:lnTo>
                  <a:pt x="3941009" y="581768"/>
                </a:lnTo>
                <a:cubicBezTo>
                  <a:pt x="3941482" y="581768"/>
                  <a:pt x="3941838" y="582005"/>
                  <a:pt x="3942074" y="582360"/>
                </a:cubicBezTo>
                <a:lnTo>
                  <a:pt x="3950603" y="597167"/>
                </a:lnTo>
                <a:cubicBezTo>
                  <a:pt x="3950840" y="597522"/>
                  <a:pt x="3950840" y="597996"/>
                  <a:pt x="3950603" y="598351"/>
                </a:cubicBezTo>
                <a:lnTo>
                  <a:pt x="3942015" y="613157"/>
                </a:lnTo>
                <a:cubicBezTo>
                  <a:pt x="3941779" y="613513"/>
                  <a:pt x="3941364" y="613750"/>
                  <a:pt x="3940949" y="613750"/>
                </a:cubicBezTo>
                <a:lnTo>
                  <a:pt x="3923833" y="613750"/>
                </a:lnTo>
                <a:cubicBezTo>
                  <a:pt x="3923360" y="613750"/>
                  <a:pt x="3923004" y="613513"/>
                  <a:pt x="3922767" y="613157"/>
                </a:cubicBezTo>
                <a:lnTo>
                  <a:pt x="3914239" y="598351"/>
                </a:lnTo>
                <a:cubicBezTo>
                  <a:pt x="3914002" y="597996"/>
                  <a:pt x="3914002" y="597522"/>
                  <a:pt x="3914239" y="597167"/>
                </a:cubicBezTo>
                <a:lnTo>
                  <a:pt x="3922826" y="582360"/>
                </a:lnTo>
                <a:cubicBezTo>
                  <a:pt x="3923063" y="582005"/>
                  <a:pt x="3923478" y="581768"/>
                  <a:pt x="3923893" y="581768"/>
                </a:cubicBezTo>
                <a:close/>
                <a:moveTo>
                  <a:pt x="948128" y="581649"/>
                </a:moveTo>
                <a:lnTo>
                  <a:pt x="965362" y="581649"/>
                </a:lnTo>
                <a:cubicBezTo>
                  <a:pt x="965777" y="581649"/>
                  <a:pt x="966191" y="581886"/>
                  <a:pt x="966428" y="582241"/>
                </a:cubicBezTo>
                <a:lnTo>
                  <a:pt x="975016" y="597166"/>
                </a:lnTo>
                <a:cubicBezTo>
                  <a:pt x="975253" y="597581"/>
                  <a:pt x="975253" y="598054"/>
                  <a:pt x="975016" y="598410"/>
                </a:cubicBezTo>
                <a:lnTo>
                  <a:pt x="966369" y="613334"/>
                </a:lnTo>
                <a:cubicBezTo>
                  <a:pt x="966132" y="613690"/>
                  <a:pt x="965718" y="613927"/>
                  <a:pt x="965303" y="613927"/>
                </a:cubicBezTo>
                <a:lnTo>
                  <a:pt x="948068" y="613927"/>
                </a:lnTo>
                <a:cubicBezTo>
                  <a:pt x="947654" y="613927"/>
                  <a:pt x="947239" y="613690"/>
                  <a:pt x="947002" y="613334"/>
                </a:cubicBezTo>
                <a:lnTo>
                  <a:pt x="938415" y="598410"/>
                </a:lnTo>
                <a:cubicBezTo>
                  <a:pt x="938178" y="597995"/>
                  <a:pt x="938178" y="597521"/>
                  <a:pt x="938415" y="597166"/>
                </a:cubicBezTo>
                <a:lnTo>
                  <a:pt x="947062" y="582241"/>
                </a:lnTo>
                <a:cubicBezTo>
                  <a:pt x="947298" y="581886"/>
                  <a:pt x="947713" y="581649"/>
                  <a:pt x="948128" y="581649"/>
                </a:cubicBezTo>
                <a:close/>
                <a:moveTo>
                  <a:pt x="4532489" y="581590"/>
                </a:moveTo>
                <a:lnTo>
                  <a:pt x="4549841" y="581590"/>
                </a:lnTo>
                <a:cubicBezTo>
                  <a:pt x="4550256" y="581590"/>
                  <a:pt x="4550671" y="581827"/>
                  <a:pt x="4550908" y="582182"/>
                </a:cubicBezTo>
                <a:lnTo>
                  <a:pt x="4559554" y="597166"/>
                </a:lnTo>
                <a:cubicBezTo>
                  <a:pt x="4559792" y="597581"/>
                  <a:pt x="4559792" y="598055"/>
                  <a:pt x="4559554" y="598410"/>
                </a:cubicBezTo>
                <a:lnTo>
                  <a:pt x="4550908" y="613394"/>
                </a:lnTo>
                <a:cubicBezTo>
                  <a:pt x="4550671" y="613749"/>
                  <a:pt x="4550256" y="613986"/>
                  <a:pt x="4549841" y="613986"/>
                </a:cubicBezTo>
                <a:lnTo>
                  <a:pt x="4532489" y="613986"/>
                </a:lnTo>
                <a:cubicBezTo>
                  <a:pt x="4532074" y="613986"/>
                  <a:pt x="4531660" y="613749"/>
                  <a:pt x="4531422" y="613394"/>
                </a:cubicBezTo>
                <a:lnTo>
                  <a:pt x="4522776" y="598410"/>
                </a:lnTo>
                <a:cubicBezTo>
                  <a:pt x="4522539" y="597995"/>
                  <a:pt x="4522539" y="597522"/>
                  <a:pt x="4522776" y="597166"/>
                </a:cubicBezTo>
                <a:lnTo>
                  <a:pt x="4531422" y="582182"/>
                </a:lnTo>
                <a:cubicBezTo>
                  <a:pt x="4531660" y="581827"/>
                  <a:pt x="4532074" y="581590"/>
                  <a:pt x="4532489" y="581590"/>
                </a:cubicBezTo>
                <a:close/>
                <a:moveTo>
                  <a:pt x="4058984" y="581472"/>
                </a:moveTo>
                <a:lnTo>
                  <a:pt x="4076456" y="581472"/>
                </a:lnTo>
                <a:cubicBezTo>
                  <a:pt x="4076871" y="581472"/>
                  <a:pt x="4077285" y="581709"/>
                  <a:pt x="4077522" y="582064"/>
                </a:cubicBezTo>
                <a:lnTo>
                  <a:pt x="4086229" y="597167"/>
                </a:lnTo>
                <a:cubicBezTo>
                  <a:pt x="4086465" y="597581"/>
                  <a:pt x="4086465" y="598055"/>
                  <a:pt x="4086229" y="598410"/>
                </a:cubicBezTo>
                <a:lnTo>
                  <a:pt x="4077522" y="613513"/>
                </a:lnTo>
                <a:cubicBezTo>
                  <a:pt x="4077285" y="613868"/>
                  <a:pt x="4076871" y="614105"/>
                  <a:pt x="4076456" y="614105"/>
                </a:cubicBezTo>
                <a:lnTo>
                  <a:pt x="4058984" y="614105"/>
                </a:lnTo>
                <a:cubicBezTo>
                  <a:pt x="4058570" y="614105"/>
                  <a:pt x="4058156" y="613868"/>
                  <a:pt x="4057919" y="613513"/>
                </a:cubicBezTo>
                <a:lnTo>
                  <a:pt x="4049213" y="598410"/>
                </a:lnTo>
                <a:cubicBezTo>
                  <a:pt x="4048976" y="597996"/>
                  <a:pt x="4048976" y="597522"/>
                  <a:pt x="4049213" y="597167"/>
                </a:cubicBezTo>
                <a:lnTo>
                  <a:pt x="4057919" y="582064"/>
                </a:lnTo>
                <a:cubicBezTo>
                  <a:pt x="4058156" y="581709"/>
                  <a:pt x="4058570" y="581472"/>
                  <a:pt x="4058984" y="581472"/>
                </a:cubicBezTo>
                <a:close/>
                <a:moveTo>
                  <a:pt x="880374" y="581472"/>
                </a:moveTo>
                <a:lnTo>
                  <a:pt x="897845" y="581472"/>
                </a:lnTo>
                <a:cubicBezTo>
                  <a:pt x="898260" y="581472"/>
                  <a:pt x="898675" y="581709"/>
                  <a:pt x="898911" y="582064"/>
                </a:cubicBezTo>
                <a:lnTo>
                  <a:pt x="907617" y="597167"/>
                </a:lnTo>
                <a:cubicBezTo>
                  <a:pt x="907854" y="597581"/>
                  <a:pt x="907854" y="598055"/>
                  <a:pt x="907617" y="598410"/>
                </a:cubicBezTo>
                <a:lnTo>
                  <a:pt x="898911" y="613513"/>
                </a:lnTo>
                <a:cubicBezTo>
                  <a:pt x="898675" y="613868"/>
                  <a:pt x="898260" y="614105"/>
                  <a:pt x="897845" y="614105"/>
                </a:cubicBezTo>
                <a:lnTo>
                  <a:pt x="880374" y="614105"/>
                </a:lnTo>
                <a:cubicBezTo>
                  <a:pt x="879959" y="614105"/>
                  <a:pt x="879545" y="613868"/>
                  <a:pt x="879308" y="613513"/>
                </a:cubicBezTo>
                <a:lnTo>
                  <a:pt x="870602" y="598410"/>
                </a:lnTo>
                <a:cubicBezTo>
                  <a:pt x="870365" y="597996"/>
                  <a:pt x="870365" y="597522"/>
                  <a:pt x="870602" y="597167"/>
                </a:cubicBezTo>
                <a:lnTo>
                  <a:pt x="879308" y="582064"/>
                </a:lnTo>
                <a:cubicBezTo>
                  <a:pt x="879545" y="581709"/>
                  <a:pt x="879959" y="581472"/>
                  <a:pt x="880374" y="581472"/>
                </a:cubicBezTo>
                <a:close/>
                <a:moveTo>
                  <a:pt x="4599947" y="581235"/>
                </a:moveTo>
                <a:lnTo>
                  <a:pt x="4617596" y="581235"/>
                </a:lnTo>
                <a:cubicBezTo>
                  <a:pt x="4618010" y="581235"/>
                  <a:pt x="4618425" y="581531"/>
                  <a:pt x="4618661" y="581886"/>
                </a:cubicBezTo>
                <a:lnTo>
                  <a:pt x="4627487" y="597167"/>
                </a:lnTo>
                <a:cubicBezTo>
                  <a:pt x="4627723" y="597522"/>
                  <a:pt x="4627723" y="598055"/>
                  <a:pt x="4627487" y="598410"/>
                </a:cubicBezTo>
                <a:lnTo>
                  <a:pt x="4618661" y="613690"/>
                </a:lnTo>
                <a:cubicBezTo>
                  <a:pt x="4618425" y="614105"/>
                  <a:pt x="4618010" y="614342"/>
                  <a:pt x="4617596" y="614342"/>
                </a:cubicBezTo>
                <a:lnTo>
                  <a:pt x="4599947" y="614342"/>
                </a:lnTo>
                <a:cubicBezTo>
                  <a:pt x="4599532" y="614342"/>
                  <a:pt x="4599117" y="614046"/>
                  <a:pt x="4598880" y="613690"/>
                </a:cubicBezTo>
                <a:lnTo>
                  <a:pt x="4590056" y="598410"/>
                </a:lnTo>
                <a:cubicBezTo>
                  <a:pt x="4589819" y="598055"/>
                  <a:pt x="4589819" y="597522"/>
                  <a:pt x="4590056" y="597167"/>
                </a:cubicBezTo>
                <a:lnTo>
                  <a:pt x="4598880" y="581886"/>
                </a:lnTo>
                <a:cubicBezTo>
                  <a:pt x="4599117" y="581472"/>
                  <a:pt x="4599532" y="581235"/>
                  <a:pt x="4599947" y="581235"/>
                </a:cubicBezTo>
                <a:close/>
                <a:moveTo>
                  <a:pt x="3856021" y="581235"/>
                </a:moveTo>
                <a:lnTo>
                  <a:pt x="3873670" y="581235"/>
                </a:lnTo>
                <a:cubicBezTo>
                  <a:pt x="3874084" y="581235"/>
                  <a:pt x="3874499" y="581531"/>
                  <a:pt x="3874735" y="581886"/>
                </a:cubicBezTo>
                <a:lnTo>
                  <a:pt x="3883560" y="597167"/>
                </a:lnTo>
                <a:cubicBezTo>
                  <a:pt x="3883797" y="597522"/>
                  <a:pt x="3883797" y="598055"/>
                  <a:pt x="3883560" y="598410"/>
                </a:cubicBezTo>
                <a:lnTo>
                  <a:pt x="3874735" y="613690"/>
                </a:lnTo>
                <a:cubicBezTo>
                  <a:pt x="3874499" y="614105"/>
                  <a:pt x="3874084" y="614342"/>
                  <a:pt x="3873670" y="614342"/>
                </a:cubicBezTo>
                <a:lnTo>
                  <a:pt x="3856021" y="614342"/>
                </a:lnTo>
                <a:cubicBezTo>
                  <a:pt x="3855606" y="614342"/>
                  <a:pt x="3855191" y="614046"/>
                  <a:pt x="3854954" y="613690"/>
                </a:cubicBezTo>
                <a:lnTo>
                  <a:pt x="3846130" y="598410"/>
                </a:lnTo>
                <a:cubicBezTo>
                  <a:pt x="3845893" y="598055"/>
                  <a:pt x="3845893" y="597522"/>
                  <a:pt x="3846130" y="597167"/>
                </a:cubicBezTo>
                <a:lnTo>
                  <a:pt x="3854954" y="581886"/>
                </a:lnTo>
                <a:cubicBezTo>
                  <a:pt x="3855191" y="581472"/>
                  <a:pt x="3855606" y="581235"/>
                  <a:pt x="3856021" y="581235"/>
                </a:cubicBezTo>
                <a:close/>
                <a:moveTo>
                  <a:pt x="812679" y="581235"/>
                </a:moveTo>
                <a:lnTo>
                  <a:pt x="830328" y="581235"/>
                </a:lnTo>
                <a:cubicBezTo>
                  <a:pt x="830743" y="581235"/>
                  <a:pt x="831158" y="581531"/>
                  <a:pt x="831394" y="581886"/>
                </a:cubicBezTo>
                <a:lnTo>
                  <a:pt x="840219" y="597167"/>
                </a:lnTo>
                <a:cubicBezTo>
                  <a:pt x="840456" y="597522"/>
                  <a:pt x="840456" y="598055"/>
                  <a:pt x="840219" y="598410"/>
                </a:cubicBezTo>
                <a:lnTo>
                  <a:pt x="831394" y="613690"/>
                </a:lnTo>
                <a:cubicBezTo>
                  <a:pt x="831158" y="614105"/>
                  <a:pt x="830743" y="614342"/>
                  <a:pt x="830328" y="614342"/>
                </a:cubicBezTo>
                <a:lnTo>
                  <a:pt x="812679" y="614342"/>
                </a:lnTo>
                <a:cubicBezTo>
                  <a:pt x="812265" y="614342"/>
                  <a:pt x="811850" y="614046"/>
                  <a:pt x="811613" y="613690"/>
                </a:cubicBezTo>
                <a:lnTo>
                  <a:pt x="802789" y="598410"/>
                </a:lnTo>
                <a:cubicBezTo>
                  <a:pt x="802552" y="598055"/>
                  <a:pt x="802552" y="597522"/>
                  <a:pt x="802789" y="597167"/>
                </a:cubicBezTo>
                <a:lnTo>
                  <a:pt x="811613" y="581886"/>
                </a:lnTo>
                <a:cubicBezTo>
                  <a:pt x="811850" y="581472"/>
                  <a:pt x="812265" y="581235"/>
                  <a:pt x="812679" y="581235"/>
                </a:cubicBezTo>
                <a:close/>
                <a:moveTo>
                  <a:pt x="1015466" y="581175"/>
                </a:moveTo>
                <a:lnTo>
                  <a:pt x="1033234" y="581175"/>
                </a:lnTo>
                <a:cubicBezTo>
                  <a:pt x="1033648" y="581175"/>
                  <a:pt x="1034063" y="581412"/>
                  <a:pt x="1034300" y="581827"/>
                </a:cubicBezTo>
                <a:lnTo>
                  <a:pt x="1043184" y="597225"/>
                </a:lnTo>
                <a:cubicBezTo>
                  <a:pt x="1043421" y="597580"/>
                  <a:pt x="1043421" y="598054"/>
                  <a:pt x="1043184" y="598469"/>
                </a:cubicBezTo>
                <a:lnTo>
                  <a:pt x="1034300" y="613867"/>
                </a:lnTo>
                <a:cubicBezTo>
                  <a:pt x="1034063" y="614282"/>
                  <a:pt x="1033648" y="614519"/>
                  <a:pt x="1033234" y="614519"/>
                </a:cubicBezTo>
                <a:lnTo>
                  <a:pt x="1015466" y="614519"/>
                </a:lnTo>
                <a:cubicBezTo>
                  <a:pt x="1015052" y="614519"/>
                  <a:pt x="1014637" y="614282"/>
                  <a:pt x="1014400" y="613867"/>
                </a:cubicBezTo>
                <a:lnTo>
                  <a:pt x="1005517" y="598469"/>
                </a:lnTo>
                <a:cubicBezTo>
                  <a:pt x="1005280" y="598113"/>
                  <a:pt x="1005280" y="597640"/>
                  <a:pt x="1005517" y="597225"/>
                </a:cubicBezTo>
                <a:lnTo>
                  <a:pt x="1014400" y="581827"/>
                </a:lnTo>
                <a:cubicBezTo>
                  <a:pt x="1014637" y="581412"/>
                  <a:pt x="1015052" y="581175"/>
                  <a:pt x="1015466" y="581175"/>
                </a:cubicBezTo>
                <a:close/>
                <a:moveTo>
                  <a:pt x="2773563" y="580524"/>
                </a:moveTo>
                <a:lnTo>
                  <a:pt x="2791982" y="580524"/>
                </a:lnTo>
                <a:cubicBezTo>
                  <a:pt x="2792456" y="580524"/>
                  <a:pt x="2792870" y="580761"/>
                  <a:pt x="2793107" y="581175"/>
                </a:cubicBezTo>
                <a:lnTo>
                  <a:pt x="2802347" y="597166"/>
                </a:lnTo>
                <a:cubicBezTo>
                  <a:pt x="2802583" y="597581"/>
                  <a:pt x="2802583" y="598055"/>
                  <a:pt x="2802347" y="598469"/>
                </a:cubicBezTo>
                <a:lnTo>
                  <a:pt x="2793107" y="614460"/>
                </a:lnTo>
                <a:cubicBezTo>
                  <a:pt x="2792870" y="614874"/>
                  <a:pt x="2792456" y="615111"/>
                  <a:pt x="2791982" y="615111"/>
                </a:cubicBezTo>
                <a:lnTo>
                  <a:pt x="2773563" y="615111"/>
                </a:lnTo>
                <a:cubicBezTo>
                  <a:pt x="2773089" y="615111"/>
                  <a:pt x="2772675" y="614874"/>
                  <a:pt x="2772438" y="614460"/>
                </a:cubicBezTo>
                <a:lnTo>
                  <a:pt x="2763199" y="598469"/>
                </a:lnTo>
                <a:cubicBezTo>
                  <a:pt x="2762962" y="598055"/>
                  <a:pt x="2762962" y="597581"/>
                  <a:pt x="2763199" y="597166"/>
                </a:cubicBezTo>
                <a:lnTo>
                  <a:pt x="2772438" y="581175"/>
                </a:lnTo>
                <a:cubicBezTo>
                  <a:pt x="2772675" y="580761"/>
                  <a:pt x="2773089" y="580524"/>
                  <a:pt x="2773563" y="580524"/>
                </a:cubicBezTo>
                <a:close/>
                <a:moveTo>
                  <a:pt x="4667049" y="580228"/>
                </a:moveTo>
                <a:lnTo>
                  <a:pt x="4685823" y="580228"/>
                </a:lnTo>
                <a:cubicBezTo>
                  <a:pt x="4686297" y="580228"/>
                  <a:pt x="4686712" y="580465"/>
                  <a:pt x="4686948" y="580880"/>
                </a:cubicBezTo>
                <a:lnTo>
                  <a:pt x="4696306" y="597107"/>
                </a:lnTo>
                <a:cubicBezTo>
                  <a:pt x="4696543" y="597463"/>
                  <a:pt x="4696543" y="597996"/>
                  <a:pt x="4696306" y="598410"/>
                </a:cubicBezTo>
                <a:lnTo>
                  <a:pt x="4686889" y="614638"/>
                </a:lnTo>
                <a:cubicBezTo>
                  <a:pt x="4686652" y="615052"/>
                  <a:pt x="4686237" y="615289"/>
                  <a:pt x="4685764" y="615289"/>
                </a:cubicBezTo>
                <a:lnTo>
                  <a:pt x="4666989" y="615289"/>
                </a:lnTo>
                <a:cubicBezTo>
                  <a:pt x="4666516" y="615289"/>
                  <a:pt x="4666101" y="615052"/>
                  <a:pt x="4665864" y="614638"/>
                </a:cubicBezTo>
                <a:lnTo>
                  <a:pt x="4656506" y="598410"/>
                </a:lnTo>
                <a:cubicBezTo>
                  <a:pt x="4656270" y="598055"/>
                  <a:pt x="4656270" y="597522"/>
                  <a:pt x="4656506" y="597107"/>
                </a:cubicBezTo>
                <a:lnTo>
                  <a:pt x="4665924" y="580880"/>
                </a:lnTo>
                <a:cubicBezTo>
                  <a:pt x="4666160" y="580465"/>
                  <a:pt x="4666575" y="580228"/>
                  <a:pt x="4667049" y="580228"/>
                </a:cubicBezTo>
                <a:close/>
                <a:moveTo>
                  <a:pt x="406218" y="580109"/>
                </a:moveTo>
                <a:lnTo>
                  <a:pt x="425111" y="580109"/>
                </a:lnTo>
                <a:cubicBezTo>
                  <a:pt x="425525" y="580109"/>
                  <a:pt x="425999" y="580346"/>
                  <a:pt x="426236" y="580760"/>
                </a:cubicBezTo>
                <a:lnTo>
                  <a:pt x="435653" y="597107"/>
                </a:lnTo>
                <a:cubicBezTo>
                  <a:pt x="435890" y="597521"/>
                  <a:pt x="435890" y="598054"/>
                  <a:pt x="435653" y="598469"/>
                </a:cubicBezTo>
                <a:lnTo>
                  <a:pt x="426236" y="614815"/>
                </a:lnTo>
                <a:cubicBezTo>
                  <a:pt x="425999" y="615229"/>
                  <a:pt x="425584" y="615466"/>
                  <a:pt x="425111" y="615466"/>
                </a:cubicBezTo>
                <a:lnTo>
                  <a:pt x="406218" y="615466"/>
                </a:lnTo>
                <a:cubicBezTo>
                  <a:pt x="405803" y="615466"/>
                  <a:pt x="405329" y="615229"/>
                  <a:pt x="405092" y="614815"/>
                </a:cubicBezTo>
                <a:lnTo>
                  <a:pt x="395676" y="598469"/>
                </a:lnTo>
                <a:cubicBezTo>
                  <a:pt x="395439" y="598054"/>
                  <a:pt x="395439" y="597521"/>
                  <a:pt x="395676" y="597107"/>
                </a:cubicBezTo>
                <a:lnTo>
                  <a:pt x="405092" y="580760"/>
                </a:lnTo>
                <a:cubicBezTo>
                  <a:pt x="405329" y="580346"/>
                  <a:pt x="405744" y="580109"/>
                  <a:pt x="406218" y="580109"/>
                </a:cubicBezTo>
                <a:close/>
                <a:moveTo>
                  <a:pt x="2502727" y="579991"/>
                </a:moveTo>
                <a:lnTo>
                  <a:pt x="2521738" y="579991"/>
                </a:lnTo>
                <a:cubicBezTo>
                  <a:pt x="2522212" y="579991"/>
                  <a:pt x="2522686" y="580228"/>
                  <a:pt x="2522923" y="580642"/>
                </a:cubicBezTo>
                <a:lnTo>
                  <a:pt x="2532399" y="597107"/>
                </a:lnTo>
                <a:cubicBezTo>
                  <a:pt x="2532636" y="597522"/>
                  <a:pt x="2532636" y="598055"/>
                  <a:pt x="2532399" y="598469"/>
                </a:cubicBezTo>
                <a:lnTo>
                  <a:pt x="2522923" y="614934"/>
                </a:lnTo>
                <a:cubicBezTo>
                  <a:pt x="2522627" y="615348"/>
                  <a:pt x="2522212" y="615585"/>
                  <a:pt x="2521738" y="615585"/>
                </a:cubicBezTo>
                <a:lnTo>
                  <a:pt x="2502727" y="615585"/>
                </a:lnTo>
                <a:cubicBezTo>
                  <a:pt x="2502253" y="615585"/>
                  <a:pt x="2501780" y="615348"/>
                  <a:pt x="2501542" y="614934"/>
                </a:cubicBezTo>
                <a:lnTo>
                  <a:pt x="2492067" y="598469"/>
                </a:lnTo>
                <a:cubicBezTo>
                  <a:pt x="2491830" y="598055"/>
                  <a:pt x="2491830" y="597522"/>
                  <a:pt x="2492067" y="597107"/>
                </a:cubicBezTo>
                <a:lnTo>
                  <a:pt x="2501542" y="580642"/>
                </a:lnTo>
                <a:cubicBezTo>
                  <a:pt x="2501839" y="580228"/>
                  <a:pt x="2502253" y="579991"/>
                  <a:pt x="2502727" y="579991"/>
                </a:cubicBezTo>
                <a:close/>
                <a:moveTo>
                  <a:pt x="338465" y="579813"/>
                </a:moveTo>
                <a:lnTo>
                  <a:pt x="357653" y="579813"/>
                </a:lnTo>
                <a:cubicBezTo>
                  <a:pt x="358127" y="579813"/>
                  <a:pt x="358601" y="580050"/>
                  <a:pt x="358838" y="580464"/>
                </a:cubicBezTo>
                <a:lnTo>
                  <a:pt x="368432" y="597107"/>
                </a:lnTo>
                <a:cubicBezTo>
                  <a:pt x="368669" y="597521"/>
                  <a:pt x="368669" y="598054"/>
                  <a:pt x="368432" y="598469"/>
                </a:cubicBezTo>
                <a:lnTo>
                  <a:pt x="358838" y="615111"/>
                </a:lnTo>
                <a:cubicBezTo>
                  <a:pt x="358601" y="615526"/>
                  <a:pt x="358127" y="615762"/>
                  <a:pt x="357653" y="615762"/>
                </a:cubicBezTo>
                <a:lnTo>
                  <a:pt x="338465" y="615762"/>
                </a:lnTo>
                <a:cubicBezTo>
                  <a:pt x="337991" y="615762"/>
                  <a:pt x="337517" y="615526"/>
                  <a:pt x="337280" y="615111"/>
                </a:cubicBezTo>
                <a:lnTo>
                  <a:pt x="327686" y="598469"/>
                </a:lnTo>
                <a:cubicBezTo>
                  <a:pt x="327449" y="598054"/>
                  <a:pt x="327449" y="597521"/>
                  <a:pt x="327686" y="597107"/>
                </a:cubicBezTo>
                <a:lnTo>
                  <a:pt x="337280" y="580464"/>
                </a:lnTo>
                <a:cubicBezTo>
                  <a:pt x="337517" y="580050"/>
                  <a:pt x="337991" y="579813"/>
                  <a:pt x="338465" y="579813"/>
                </a:cubicBezTo>
                <a:close/>
                <a:moveTo>
                  <a:pt x="2570244" y="579695"/>
                </a:moveTo>
                <a:lnTo>
                  <a:pt x="2589551" y="579695"/>
                </a:lnTo>
                <a:cubicBezTo>
                  <a:pt x="2590025" y="579695"/>
                  <a:pt x="2590499" y="579991"/>
                  <a:pt x="2590736" y="580406"/>
                </a:cubicBezTo>
                <a:lnTo>
                  <a:pt x="2600389" y="597166"/>
                </a:lnTo>
                <a:cubicBezTo>
                  <a:pt x="2600626" y="597581"/>
                  <a:pt x="2600626" y="598114"/>
                  <a:pt x="2600389" y="598529"/>
                </a:cubicBezTo>
                <a:lnTo>
                  <a:pt x="2590736" y="615289"/>
                </a:lnTo>
                <a:cubicBezTo>
                  <a:pt x="2590499" y="615763"/>
                  <a:pt x="2590025" y="616000"/>
                  <a:pt x="2589551" y="616000"/>
                </a:cubicBezTo>
                <a:lnTo>
                  <a:pt x="2570244" y="616000"/>
                </a:lnTo>
                <a:cubicBezTo>
                  <a:pt x="2569770" y="616000"/>
                  <a:pt x="2569296" y="615704"/>
                  <a:pt x="2569059" y="615289"/>
                </a:cubicBezTo>
                <a:lnTo>
                  <a:pt x="2559406" y="598529"/>
                </a:lnTo>
                <a:cubicBezTo>
                  <a:pt x="2559169" y="598114"/>
                  <a:pt x="2559169" y="597581"/>
                  <a:pt x="2559406" y="597166"/>
                </a:cubicBezTo>
                <a:lnTo>
                  <a:pt x="2569059" y="580406"/>
                </a:lnTo>
                <a:cubicBezTo>
                  <a:pt x="2569296" y="579932"/>
                  <a:pt x="2569770" y="579695"/>
                  <a:pt x="2570244" y="579695"/>
                </a:cubicBezTo>
                <a:close/>
                <a:moveTo>
                  <a:pt x="203076" y="579576"/>
                </a:moveTo>
                <a:lnTo>
                  <a:pt x="222502" y="579576"/>
                </a:lnTo>
                <a:cubicBezTo>
                  <a:pt x="222976" y="579576"/>
                  <a:pt x="223450" y="579872"/>
                  <a:pt x="223686" y="580287"/>
                </a:cubicBezTo>
                <a:lnTo>
                  <a:pt x="233399" y="597107"/>
                </a:lnTo>
                <a:cubicBezTo>
                  <a:pt x="233636" y="597521"/>
                  <a:pt x="233636" y="598054"/>
                  <a:pt x="233399" y="598469"/>
                </a:cubicBezTo>
                <a:lnTo>
                  <a:pt x="223686" y="615289"/>
                </a:lnTo>
                <a:cubicBezTo>
                  <a:pt x="223450" y="615762"/>
                  <a:pt x="222976" y="615999"/>
                  <a:pt x="222502" y="615999"/>
                </a:cubicBezTo>
                <a:lnTo>
                  <a:pt x="203076" y="615999"/>
                </a:lnTo>
                <a:cubicBezTo>
                  <a:pt x="202602" y="615999"/>
                  <a:pt x="202128" y="615703"/>
                  <a:pt x="201892" y="615289"/>
                </a:cubicBezTo>
                <a:lnTo>
                  <a:pt x="192179" y="598469"/>
                </a:lnTo>
                <a:cubicBezTo>
                  <a:pt x="191942" y="598054"/>
                  <a:pt x="191942" y="597521"/>
                  <a:pt x="192179" y="597107"/>
                </a:cubicBezTo>
                <a:lnTo>
                  <a:pt x="201892" y="580287"/>
                </a:lnTo>
                <a:cubicBezTo>
                  <a:pt x="202128" y="579813"/>
                  <a:pt x="202602" y="579576"/>
                  <a:pt x="203076" y="579576"/>
                </a:cubicBezTo>
                <a:close/>
                <a:moveTo>
                  <a:pt x="270474" y="579102"/>
                </a:moveTo>
                <a:lnTo>
                  <a:pt x="290433" y="579102"/>
                </a:lnTo>
                <a:cubicBezTo>
                  <a:pt x="290966" y="579102"/>
                  <a:pt x="291440" y="579398"/>
                  <a:pt x="291677" y="579813"/>
                </a:cubicBezTo>
                <a:lnTo>
                  <a:pt x="301686" y="597106"/>
                </a:lnTo>
                <a:cubicBezTo>
                  <a:pt x="301923" y="597521"/>
                  <a:pt x="301923" y="598113"/>
                  <a:pt x="301686" y="598528"/>
                </a:cubicBezTo>
                <a:lnTo>
                  <a:pt x="291677" y="615822"/>
                </a:lnTo>
                <a:cubicBezTo>
                  <a:pt x="291381" y="616236"/>
                  <a:pt x="290907" y="616532"/>
                  <a:pt x="290433" y="616532"/>
                </a:cubicBezTo>
                <a:lnTo>
                  <a:pt x="270474" y="616532"/>
                </a:lnTo>
                <a:cubicBezTo>
                  <a:pt x="269941" y="616532"/>
                  <a:pt x="269467" y="616236"/>
                  <a:pt x="269231" y="615822"/>
                </a:cubicBezTo>
                <a:lnTo>
                  <a:pt x="259222" y="598528"/>
                </a:lnTo>
                <a:cubicBezTo>
                  <a:pt x="258985" y="598113"/>
                  <a:pt x="258985" y="597521"/>
                  <a:pt x="259222" y="597106"/>
                </a:cubicBezTo>
                <a:lnTo>
                  <a:pt x="269231" y="579813"/>
                </a:lnTo>
                <a:cubicBezTo>
                  <a:pt x="269527" y="579398"/>
                  <a:pt x="270001" y="579102"/>
                  <a:pt x="270474" y="579102"/>
                </a:cubicBezTo>
                <a:close/>
                <a:moveTo>
                  <a:pt x="3990105" y="578984"/>
                </a:moveTo>
                <a:lnTo>
                  <a:pt x="4010183" y="578984"/>
                </a:lnTo>
                <a:cubicBezTo>
                  <a:pt x="4010716" y="578984"/>
                  <a:pt x="4011190" y="579280"/>
                  <a:pt x="4011427" y="579695"/>
                </a:cubicBezTo>
                <a:lnTo>
                  <a:pt x="4021436" y="597107"/>
                </a:lnTo>
                <a:cubicBezTo>
                  <a:pt x="4021673" y="597521"/>
                  <a:pt x="4021673" y="598114"/>
                  <a:pt x="4021436" y="598528"/>
                </a:cubicBezTo>
                <a:lnTo>
                  <a:pt x="4011368" y="615940"/>
                </a:lnTo>
                <a:cubicBezTo>
                  <a:pt x="4011071" y="616355"/>
                  <a:pt x="4010598" y="616651"/>
                  <a:pt x="4010123" y="616651"/>
                </a:cubicBezTo>
                <a:lnTo>
                  <a:pt x="3990047" y="616651"/>
                </a:lnTo>
                <a:cubicBezTo>
                  <a:pt x="3989513" y="616651"/>
                  <a:pt x="3989040" y="616355"/>
                  <a:pt x="3988803" y="615940"/>
                </a:cubicBezTo>
                <a:lnTo>
                  <a:pt x="3978794" y="598528"/>
                </a:lnTo>
                <a:cubicBezTo>
                  <a:pt x="3978557" y="598114"/>
                  <a:pt x="3978557" y="597521"/>
                  <a:pt x="3978794" y="597107"/>
                </a:cubicBezTo>
                <a:lnTo>
                  <a:pt x="3988862" y="579695"/>
                </a:lnTo>
                <a:cubicBezTo>
                  <a:pt x="3989158" y="579280"/>
                  <a:pt x="3989632" y="578984"/>
                  <a:pt x="3990105" y="578984"/>
                </a:cubicBezTo>
                <a:close/>
                <a:moveTo>
                  <a:pt x="2839481" y="577326"/>
                </a:moveTo>
                <a:lnTo>
                  <a:pt x="2861335" y="577326"/>
                </a:lnTo>
                <a:cubicBezTo>
                  <a:pt x="2861927" y="577326"/>
                  <a:pt x="2862401" y="577622"/>
                  <a:pt x="2862697" y="578096"/>
                </a:cubicBezTo>
                <a:lnTo>
                  <a:pt x="2873594" y="597048"/>
                </a:lnTo>
                <a:cubicBezTo>
                  <a:pt x="2873890" y="597522"/>
                  <a:pt x="2873890" y="598114"/>
                  <a:pt x="2873594" y="598588"/>
                </a:cubicBezTo>
                <a:lnTo>
                  <a:pt x="2862638" y="617540"/>
                </a:lnTo>
                <a:cubicBezTo>
                  <a:pt x="2862342" y="618014"/>
                  <a:pt x="2861809" y="618310"/>
                  <a:pt x="2861276" y="618310"/>
                </a:cubicBezTo>
                <a:lnTo>
                  <a:pt x="2839422" y="618310"/>
                </a:lnTo>
                <a:cubicBezTo>
                  <a:pt x="2838829" y="618310"/>
                  <a:pt x="2838355" y="618014"/>
                  <a:pt x="2838059" y="617540"/>
                </a:cubicBezTo>
                <a:lnTo>
                  <a:pt x="2827162" y="598588"/>
                </a:lnTo>
                <a:cubicBezTo>
                  <a:pt x="2826866" y="598114"/>
                  <a:pt x="2826866" y="597522"/>
                  <a:pt x="2827162" y="597048"/>
                </a:cubicBezTo>
                <a:lnTo>
                  <a:pt x="2838119" y="578096"/>
                </a:lnTo>
                <a:cubicBezTo>
                  <a:pt x="2838415" y="577622"/>
                  <a:pt x="2838948" y="577326"/>
                  <a:pt x="2839481" y="577326"/>
                </a:cubicBezTo>
                <a:close/>
                <a:moveTo>
                  <a:pt x="4935871" y="577148"/>
                </a:moveTo>
                <a:lnTo>
                  <a:pt x="4957962" y="577148"/>
                </a:lnTo>
                <a:cubicBezTo>
                  <a:pt x="4958554" y="577148"/>
                  <a:pt x="4959029" y="577444"/>
                  <a:pt x="4959324" y="577918"/>
                </a:cubicBezTo>
                <a:lnTo>
                  <a:pt x="4970340" y="597048"/>
                </a:lnTo>
                <a:cubicBezTo>
                  <a:pt x="4970637" y="597521"/>
                  <a:pt x="4970637" y="598114"/>
                  <a:pt x="4970340" y="598587"/>
                </a:cubicBezTo>
                <a:lnTo>
                  <a:pt x="4959265" y="617717"/>
                </a:lnTo>
                <a:cubicBezTo>
                  <a:pt x="4958969" y="618191"/>
                  <a:pt x="4958436" y="618487"/>
                  <a:pt x="4957903" y="618487"/>
                </a:cubicBezTo>
                <a:lnTo>
                  <a:pt x="4935812" y="618487"/>
                </a:lnTo>
                <a:cubicBezTo>
                  <a:pt x="4935220" y="618487"/>
                  <a:pt x="4934746" y="618191"/>
                  <a:pt x="4934450" y="617717"/>
                </a:cubicBezTo>
                <a:lnTo>
                  <a:pt x="4923434" y="598587"/>
                </a:lnTo>
                <a:cubicBezTo>
                  <a:pt x="4923138" y="598114"/>
                  <a:pt x="4923138" y="597521"/>
                  <a:pt x="4923434" y="597048"/>
                </a:cubicBezTo>
                <a:lnTo>
                  <a:pt x="4934509" y="577918"/>
                </a:lnTo>
                <a:cubicBezTo>
                  <a:pt x="4934805" y="577444"/>
                  <a:pt x="4935339" y="577148"/>
                  <a:pt x="4935871" y="577148"/>
                </a:cubicBezTo>
                <a:close/>
                <a:moveTo>
                  <a:pt x="2974455" y="576911"/>
                </a:moveTo>
                <a:lnTo>
                  <a:pt x="2996782" y="576911"/>
                </a:lnTo>
                <a:cubicBezTo>
                  <a:pt x="2997316" y="576911"/>
                  <a:pt x="2997849" y="577207"/>
                  <a:pt x="2998145" y="577681"/>
                </a:cubicBezTo>
                <a:lnTo>
                  <a:pt x="3009279" y="596988"/>
                </a:lnTo>
                <a:cubicBezTo>
                  <a:pt x="3009575" y="597521"/>
                  <a:pt x="3009575" y="598114"/>
                  <a:pt x="3009279" y="598587"/>
                </a:cubicBezTo>
                <a:lnTo>
                  <a:pt x="2998145" y="617895"/>
                </a:lnTo>
                <a:cubicBezTo>
                  <a:pt x="2997849" y="618369"/>
                  <a:pt x="2997316" y="618665"/>
                  <a:pt x="2996782" y="618665"/>
                </a:cubicBezTo>
                <a:lnTo>
                  <a:pt x="2974455" y="618665"/>
                </a:lnTo>
                <a:cubicBezTo>
                  <a:pt x="2973922" y="618665"/>
                  <a:pt x="2973389" y="618369"/>
                  <a:pt x="2973092" y="617895"/>
                </a:cubicBezTo>
                <a:lnTo>
                  <a:pt x="2961958" y="598587"/>
                </a:lnTo>
                <a:cubicBezTo>
                  <a:pt x="2961662" y="598054"/>
                  <a:pt x="2961662" y="597462"/>
                  <a:pt x="2961958" y="596988"/>
                </a:cubicBezTo>
                <a:lnTo>
                  <a:pt x="2973092" y="577681"/>
                </a:lnTo>
                <a:cubicBezTo>
                  <a:pt x="2973389" y="577207"/>
                  <a:pt x="2973922" y="576911"/>
                  <a:pt x="2974455" y="576911"/>
                </a:cubicBezTo>
                <a:close/>
                <a:moveTo>
                  <a:pt x="2906050" y="575490"/>
                </a:moveTo>
                <a:lnTo>
                  <a:pt x="2929917" y="575490"/>
                </a:lnTo>
                <a:cubicBezTo>
                  <a:pt x="2930510" y="575490"/>
                  <a:pt x="2931102" y="575786"/>
                  <a:pt x="2931398" y="576319"/>
                </a:cubicBezTo>
                <a:lnTo>
                  <a:pt x="2943302" y="596989"/>
                </a:lnTo>
                <a:cubicBezTo>
                  <a:pt x="2943598" y="597462"/>
                  <a:pt x="2943598" y="598114"/>
                  <a:pt x="2943302" y="598647"/>
                </a:cubicBezTo>
                <a:lnTo>
                  <a:pt x="2931398" y="619317"/>
                </a:lnTo>
                <a:cubicBezTo>
                  <a:pt x="2931043" y="619790"/>
                  <a:pt x="2930510" y="620146"/>
                  <a:pt x="2929917" y="620146"/>
                </a:cubicBezTo>
                <a:lnTo>
                  <a:pt x="2906050" y="620146"/>
                </a:lnTo>
                <a:cubicBezTo>
                  <a:pt x="2905458" y="620146"/>
                  <a:pt x="2904865" y="619850"/>
                  <a:pt x="2904569" y="619317"/>
                </a:cubicBezTo>
                <a:lnTo>
                  <a:pt x="2892665" y="598647"/>
                </a:lnTo>
                <a:cubicBezTo>
                  <a:pt x="2892369" y="598173"/>
                  <a:pt x="2892369" y="597522"/>
                  <a:pt x="2892665" y="596989"/>
                </a:cubicBezTo>
                <a:lnTo>
                  <a:pt x="2904569" y="576319"/>
                </a:lnTo>
                <a:cubicBezTo>
                  <a:pt x="2904925" y="575845"/>
                  <a:pt x="2905458" y="575490"/>
                  <a:pt x="2906050" y="575490"/>
                </a:cubicBezTo>
                <a:close/>
                <a:moveTo>
                  <a:pt x="4867289" y="575253"/>
                </a:moveTo>
                <a:lnTo>
                  <a:pt x="4891334" y="575253"/>
                </a:lnTo>
                <a:cubicBezTo>
                  <a:pt x="4891926" y="575253"/>
                  <a:pt x="4892519" y="575549"/>
                  <a:pt x="4892814" y="576082"/>
                </a:cubicBezTo>
                <a:lnTo>
                  <a:pt x="4904837" y="596929"/>
                </a:lnTo>
                <a:cubicBezTo>
                  <a:pt x="4905133" y="597462"/>
                  <a:pt x="4905133" y="598114"/>
                  <a:pt x="4904837" y="598647"/>
                </a:cubicBezTo>
                <a:lnTo>
                  <a:pt x="4892814" y="619494"/>
                </a:lnTo>
                <a:cubicBezTo>
                  <a:pt x="4892519" y="619968"/>
                  <a:pt x="4891926" y="620323"/>
                  <a:pt x="4891334" y="620323"/>
                </a:cubicBezTo>
                <a:lnTo>
                  <a:pt x="4867289" y="620323"/>
                </a:lnTo>
                <a:cubicBezTo>
                  <a:pt x="4866696" y="620323"/>
                  <a:pt x="4866104" y="620027"/>
                  <a:pt x="4865808" y="619494"/>
                </a:cubicBezTo>
                <a:lnTo>
                  <a:pt x="4853785" y="598647"/>
                </a:lnTo>
                <a:cubicBezTo>
                  <a:pt x="4853489" y="598114"/>
                  <a:pt x="4853489" y="597462"/>
                  <a:pt x="4853785" y="596929"/>
                </a:cubicBezTo>
                <a:lnTo>
                  <a:pt x="4865808" y="576082"/>
                </a:lnTo>
                <a:cubicBezTo>
                  <a:pt x="4866104" y="575608"/>
                  <a:pt x="4866696" y="575253"/>
                  <a:pt x="4867289" y="575253"/>
                </a:cubicBezTo>
                <a:close/>
                <a:moveTo>
                  <a:pt x="4799357" y="574720"/>
                </a:moveTo>
                <a:lnTo>
                  <a:pt x="4823995" y="574720"/>
                </a:lnTo>
                <a:cubicBezTo>
                  <a:pt x="4824587" y="574720"/>
                  <a:pt x="4825180" y="575075"/>
                  <a:pt x="4825476" y="575608"/>
                </a:cubicBezTo>
                <a:lnTo>
                  <a:pt x="4837795" y="596929"/>
                </a:lnTo>
                <a:cubicBezTo>
                  <a:pt x="4838091" y="597462"/>
                  <a:pt x="4838091" y="598114"/>
                  <a:pt x="4837795" y="598647"/>
                </a:cubicBezTo>
                <a:lnTo>
                  <a:pt x="4825476" y="619968"/>
                </a:lnTo>
                <a:cubicBezTo>
                  <a:pt x="4825180" y="620501"/>
                  <a:pt x="4824587" y="620856"/>
                  <a:pt x="4823995" y="620856"/>
                </a:cubicBezTo>
                <a:lnTo>
                  <a:pt x="4799357" y="620856"/>
                </a:lnTo>
                <a:cubicBezTo>
                  <a:pt x="4798765" y="620856"/>
                  <a:pt x="4798173" y="620501"/>
                  <a:pt x="4797877" y="619968"/>
                </a:cubicBezTo>
                <a:lnTo>
                  <a:pt x="4785558" y="598647"/>
                </a:lnTo>
                <a:cubicBezTo>
                  <a:pt x="4785262" y="598114"/>
                  <a:pt x="4785262" y="597462"/>
                  <a:pt x="4785558" y="596929"/>
                </a:cubicBezTo>
                <a:lnTo>
                  <a:pt x="4797877" y="575608"/>
                </a:lnTo>
                <a:cubicBezTo>
                  <a:pt x="4798173" y="575075"/>
                  <a:pt x="4798765" y="574720"/>
                  <a:pt x="4799357" y="574720"/>
                </a:cubicBezTo>
                <a:close/>
                <a:moveTo>
                  <a:pt x="4731663" y="574542"/>
                </a:moveTo>
                <a:lnTo>
                  <a:pt x="4756478" y="574542"/>
                </a:lnTo>
                <a:cubicBezTo>
                  <a:pt x="4757130" y="574542"/>
                  <a:pt x="4757723" y="574897"/>
                  <a:pt x="4758018" y="575430"/>
                </a:cubicBezTo>
                <a:lnTo>
                  <a:pt x="4770455" y="596929"/>
                </a:lnTo>
                <a:cubicBezTo>
                  <a:pt x="4770752" y="597462"/>
                  <a:pt x="4770752" y="598173"/>
                  <a:pt x="4770455" y="598706"/>
                </a:cubicBezTo>
                <a:lnTo>
                  <a:pt x="4758018" y="620204"/>
                </a:lnTo>
                <a:cubicBezTo>
                  <a:pt x="4757663" y="620738"/>
                  <a:pt x="4757070" y="621093"/>
                  <a:pt x="4756478" y="621093"/>
                </a:cubicBezTo>
                <a:lnTo>
                  <a:pt x="4731663" y="621093"/>
                </a:lnTo>
                <a:cubicBezTo>
                  <a:pt x="4731012" y="621093"/>
                  <a:pt x="4730419" y="620738"/>
                  <a:pt x="4730123" y="620204"/>
                </a:cubicBezTo>
                <a:lnTo>
                  <a:pt x="4717686" y="598706"/>
                </a:lnTo>
                <a:cubicBezTo>
                  <a:pt x="4717390" y="598173"/>
                  <a:pt x="4717390" y="597462"/>
                  <a:pt x="4717686" y="596929"/>
                </a:cubicBezTo>
                <a:lnTo>
                  <a:pt x="4730123" y="575430"/>
                </a:lnTo>
                <a:cubicBezTo>
                  <a:pt x="4730478" y="574897"/>
                  <a:pt x="4731071" y="574542"/>
                  <a:pt x="4731663" y="574542"/>
                </a:cubicBezTo>
                <a:close/>
                <a:moveTo>
                  <a:pt x="5012331" y="535039"/>
                </a:moveTo>
                <a:lnTo>
                  <a:pt x="5016773" y="535039"/>
                </a:lnTo>
                <a:cubicBezTo>
                  <a:pt x="5016891" y="535039"/>
                  <a:pt x="5017068" y="535217"/>
                  <a:pt x="5017068" y="535217"/>
                </a:cubicBezTo>
                <a:lnTo>
                  <a:pt x="5019260" y="539066"/>
                </a:lnTo>
                <a:cubicBezTo>
                  <a:pt x="5019260" y="539125"/>
                  <a:pt x="5019260" y="539362"/>
                  <a:pt x="5019260" y="539362"/>
                </a:cubicBezTo>
                <a:lnTo>
                  <a:pt x="5017068" y="543212"/>
                </a:lnTo>
                <a:cubicBezTo>
                  <a:pt x="5017009" y="543330"/>
                  <a:pt x="5016773" y="543390"/>
                  <a:pt x="5016773" y="543390"/>
                </a:cubicBezTo>
                <a:lnTo>
                  <a:pt x="5012331" y="543390"/>
                </a:lnTo>
                <a:cubicBezTo>
                  <a:pt x="5012212" y="543390"/>
                  <a:pt x="5012034" y="543212"/>
                  <a:pt x="5012034" y="543212"/>
                </a:cubicBezTo>
                <a:lnTo>
                  <a:pt x="5009843" y="539362"/>
                </a:lnTo>
                <a:cubicBezTo>
                  <a:pt x="5009843" y="539303"/>
                  <a:pt x="5009843" y="539066"/>
                  <a:pt x="5009843" y="539066"/>
                </a:cubicBezTo>
                <a:lnTo>
                  <a:pt x="5012034" y="535217"/>
                </a:lnTo>
                <a:cubicBezTo>
                  <a:pt x="5012094" y="535098"/>
                  <a:pt x="5012331" y="535039"/>
                  <a:pt x="5012331" y="535039"/>
                </a:cubicBezTo>
                <a:close/>
                <a:moveTo>
                  <a:pt x="682739" y="532670"/>
                </a:moveTo>
                <a:lnTo>
                  <a:pt x="689669" y="532670"/>
                </a:lnTo>
                <a:cubicBezTo>
                  <a:pt x="689846" y="532670"/>
                  <a:pt x="690083" y="532907"/>
                  <a:pt x="690083" y="532907"/>
                </a:cubicBezTo>
                <a:lnTo>
                  <a:pt x="693578" y="538948"/>
                </a:lnTo>
                <a:cubicBezTo>
                  <a:pt x="693696" y="539066"/>
                  <a:pt x="693578" y="539422"/>
                  <a:pt x="693578" y="539422"/>
                </a:cubicBezTo>
                <a:lnTo>
                  <a:pt x="690083" y="545463"/>
                </a:lnTo>
                <a:cubicBezTo>
                  <a:pt x="690024" y="545581"/>
                  <a:pt x="689669" y="545700"/>
                  <a:pt x="689669" y="545700"/>
                </a:cubicBezTo>
                <a:lnTo>
                  <a:pt x="682739" y="545700"/>
                </a:lnTo>
                <a:cubicBezTo>
                  <a:pt x="682562" y="545700"/>
                  <a:pt x="682325" y="545463"/>
                  <a:pt x="682325" y="545463"/>
                </a:cubicBezTo>
                <a:lnTo>
                  <a:pt x="678831" y="539422"/>
                </a:lnTo>
                <a:cubicBezTo>
                  <a:pt x="678712" y="539303"/>
                  <a:pt x="678831" y="538948"/>
                  <a:pt x="678831" y="538948"/>
                </a:cubicBezTo>
                <a:lnTo>
                  <a:pt x="682325" y="532907"/>
                </a:lnTo>
                <a:cubicBezTo>
                  <a:pt x="682384" y="532789"/>
                  <a:pt x="682739" y="532670"/>
                  <a:pt x="682739" y="532670"/>
                </a:cubicBezTo>
                <a:close/>
                <a:moveTo>
                  <a:pt x="411904" y="532137"/>
                </a:moveTo>
                <a:lnTo>
                  <a:pt x="419425" y="532137"/>
                </a:lnTo>
                <a:cubicBezTo>
                  <a:pt x="419603" y="532137"/>
                  <a:pt x="419899" y="532374"/>
                  <a:pt x="419899" y="532374"/>
                </a:cubicBezTo>
                <a:lnTo>
                  <a:pt x="423630" y="538889"/>
                </a:lnTo>
                <a:cubicBezTo>
                  <a:pt x="423749" y="539066"/>
                  <a:pt x="423630" y="539422"/>
                  <a:pt x="423630" y="539422"/>
                </a:cubicBezTo>
                <a:lnTo>
                  <a:pt x="419899" y="545937"/>
                </a:lnTo>
                <a:cubicBezTo>
                  <a:pt x="419780" y="546055"/>
                  <a:pt x="419425" y="546173"/>
                  <a:pt x="419425" y="546173"/>
                </a:cubicBezTo>
                <a:lnTo>
                  <a:pt x="411904" y="546173"/>
                </a:lnTo>
                <a:cubicBezTo>
                  <a:pt x="411726" y="546173"/>
                  <a:pt x="411430" y="545937"/>
                  <a:pt x="411430" y="545937"/>
                </a:cubicBezTo>
                <a:lnTo>
                  <a:pt x="407699" y="539422"/>
                </a:lnTo>
                <a:cubicBezTo>
                  <a:pt x="407580" y="539244"/>
                  <a:pt x="407699" y="538889"/>
                  <a:pt x="407699" y="538889"/>
                </a:cubicBezTo>
                <a:lnTo>
                  <a:pt x="411430" y="532374"/>
                </a:lnTo>
                <a:cubicBezTo>
                  <a:pt x="411548" y="532256"/>
                  <a:pt x="411904" y="532137"/>
                  <a:pt x="411904" y="532137"/>
                </a:cubicBezTo>
                <a:close/>
                <a:moveTo>
                  <a:pt x="4131535" y="531959"/>
                </a:moveTo>
                <a:lnTo>
                  <a:pt x="4139235" y="531959"/>
                </a:lnTo>
                <a:cubicBezTo>
                  <a:pt x="4139412" y="531959"/>
                  <a:pt x="4139708" y="532255"/>
                  <a:pt x="4139708" y="532255"/>
                </a:cubicBezTo>
                <a:lnTo>
                  <a:pt x="4143558" y="538948"/>
                </a:lnTo>
                <a:cubicBezTo>
                  <a:pt x="4143676" y="539125"/>
                  <a:pt x="4143558" y="539481"/>
                  <a:pt x="4143558" y="539481"/>
                </a:cubicBezTo>
                <a:lnTo>
                  <a:pt x="4139708" y="546173"/>
                </a:lnTo>
                <a:cubicBezTo>
                  <a:pt x="4139590" y="546351"/>
                  <a:pt x="4139235" y="546469"/>
                  <a:pt x="4139235" y="546469"/>
                </a:cubicBezTo>
                <a:lnTo>
                  <a:pt x="4131535" y="546469"/>
                </a:lnTo>
                <a:cubicBezTo>
                  <a:pt x="4131358" y="546469"/>
                  <a:pt x="4131061" y="546173"/>
                  <a:pt x="4131061" y="546173"/>
                </a:cubicBezTo>
                <a:lnTo>
                  <a:pt x="4127212" y="539481"/>
                </a:lnTo>
                <a:cubicBezTo>
                  <a:pt x="4127093" y="539303"/>
                  <a:pt x="4127212" y="538948"/>
                  <a:pt x="4127212" y="538948"/>
                </a:cubicBezTo>
                <a:lnTo>
                  <a:pt x="4131061" y="532255"/>
                </a:lnTo>
                <a:cubicBezTo>
                  <a:pt x="4131180" y="532078"/>
                  <a:pt x="4131535" y="531959"/>
                  <a:pt x="4131535" y="531959"/>
                </a:cubicBezTo>
                <a:close/>
                <a:moveTo>
                  <a:pt x="5264" y="530479"/>
                </a:moveTo>
                <a:lnTo>
                  <a:pt x="14563" y="530479"/>
                </a:lnTo>
                <a:cubicBezTo>
                  <a:pt x="14800" y="530479"/>
                  <a:pt x="15155" y="530834"/>
                  <a:pt x="15155" y="530834"/>
                </a:cubicBezTo>
                <a:lnTo>
                  <a:pt x="19775" y="538889"/>
                </a:lnTo>
                <a:cubicBezTo>
                  <a:pt x="19893" y="539067"/>
                  <a:pt x="19775" y="539540"/>
                  <a:pt x="19775" y="539540"/>
                </a:cubicBezTo>
                <a:lnTo>
                  <a:pt x="15155" y="547595"/>
                </a:lnTo>
                <a:cubicBezTo>
                  <a:pt x="15037" y="547832"/>
                  <a:pt x="14563" y="547950"/>
                  <a:pt x="14563" y="547950"/>
                </a:cubicBezTo>
                <a:lnTo>
                  <a:pt x="5264" y="547950"/>
                </a:lnTo>
                <a:cubicBezTo>
                  <a:pt x="5028" y="547950"/>
                  <a:pt x="4672" y="547595"/>
                  <a:pt x="4672" y="547595"/>
                </a:cubicBezTo>
                <a:lnTo>
                  <a:pt x="53" y="539540"/>
                </a:lnTo>
                <a:cubicBezTo>
                  <a:pt x="-66" y="539363"/>
                  <a:pt x="53" y="538889"/>
                  <a:pt x="53" y="538889"/>
                </a:cubicBezTo>
                <a:lnTo>
                  <a:pt x="4672" y="530834"/>
                </a:lnTo>
                <a:cubicBezTo>
                  <a:pt x="4791" y="530598"/>
                  <a:pt x="5264" y="530479"/>
                  <a:pt x="5264" y="530479"/>
                </a:cubicBezTo>
                <a:close/>
                <a:moveTo>
                  <a:pt x="4467520" y="527932"/>
                </a:moveTo>
                <a:lnTo>
                  <a:pt x="4479542" y="527932"/>
                </a:lnTo>
                <a:cubicBezTo>
                  <a:pt x="4479838" y="527932"/>
                  <a:pt x="4480253" y="528347"/>
                  <a:pt x="4480253" y="528347"/>
                </a:cubicBezTo>
                <a:lnTo>
                  <a:pt x="4486234" y="538770"/>
                </a:lnTo>
                <a:cubicBezTo>
                  <a:pt x="4486412" y="539007"/>
                  <a:pt x="4486234" y="539599"/>
                  <a:pt x="4486234" y="539599"/>
                </a:cubicBezTo>
                <a:lnTo>
                  <a:pt x="4480193" y="550023"/>
                </a:lnTo>
                <a:cubicBezTo>
                  <a:pt x="4480075" y="550260"/>
                  <a:pt x="4479779" y="550437"/>
                  <a:pt x="4479483" y="550437"/>
                </a:cubicBezTo>
                <a:lnTo>
                  <a:pt x="4467461" y="550437"/>
                </a:lnTo>
                <a:cubicBezTo>
                  <a:pt x="4467164" y="550437"/>
                  <a:pt x="4466750" y="550023"/>
                  <a:pt x="4466750" y="550023"/>
                </a:cubicBezTo>
                <a:lnTo>
                  <a:pt x="4460768" y="539599"/>
                </a:lnTo>
                <a:cubicBezTo>
                  <a:pt x="4460590" y="539362"/>
                  <a:pt x="4460768" y="538770"/>
                  <a:pt x="4460768" y="538770"/>
                </a:cubicBezTo>
                <a:lnTo>
                  <a:pt x="4466809" y="528347"/>
                </a:lnTo>
                <a:cubicBezTo>
                  <a:pt x="4466927" y="528110"/>
                  <a:pt x="4467223" y="527932"/>
                  <a:pt x="4467520" y="527932"/>
                </a:cubicBezTo>
                <a:close/>
                <a:moveTo>
                  <a:pt x="3858566" y="527399"/>
                </a:moveTo>
                <a:lnTo>
                  <a:pt x="3871122" y="527399"/>
                </a:lnTo>
                <a:cubicBezTo>
                  <a:pt x="3871419" y="527399"/>
                  <a:pt x="3871892" y="527873"/>
                  <a:pt x="3871892" y="527873"/>
                </a:cubicBezTo>
                <a:lnTo>
                  <a:pt x="3878170" y="538770"/>
                </a:lnTo>
                <a:cubicBezTo>
                  <a:pt x="3878347" y="539066"/>
                  <a:pt x="3878170" y="539659"/>
                  <a:pt x="3878170" y="539659"/>
                </a:cubicBezTo>
                <a:lnTo>
                  <a:pt x="3871892" y="550556"/>
                </a:lnTo>
                <a:cubicBezTo>
                  <a:pt x="3871714" y="550852"/>
                  <a:pt x="3871419" y="551030"/>
                  <a:pt x="3871122" y="551030"/>
                </a:cubicBezTo>
                <a:lnTo>
                  <a:pt x="3858566" y="551030"/>
                </a:lnTo>
                <a:cubicBezTo>
                  <a:pt x="3858271" y="551030"/>
                  <a:pt x="3857797" y="550556"/>
                  <a:pt x="3857797" y="550556"/>
                </a:cubicBezTo>
                <a:lnTo>
                  <a:pt x="3851519" y="539659"/>
                </a:lnTo>
                <a:cubicBezTo>
                  <a:pt x="3851341" y="539362"/>
                  <a:pt x="3851519" y="538770"/>
                  <a:pt x="3851519" y="538770"/>
                </a:cubicBezTo>
                <a:lnTo>
                  <a:pt x="3857797" y="527873"/>
                </a:lnTo>
                <a:cubicBezTo>
                  <a:pt x="3857974" y="527577"/>
                  <a:pt x="3858271" y="527399"/>
                  <a:pt x="3858566" y="527399"/>
                </a:cubicBezTo>
                <a:close/>
                <a:moveTo>
                  <a:pt x="4399054" y="526392"/>
                </a:moveTo>
                <a:lnTo>
                  <a:pt x="4412736" y="526392"/>
                </a:lnTo>
                <a:cubicBezTo>
                  <a:pt x="4413091" y="526392"/>
                  <a:pt x="4413387" y="526570"/>
                  <a:pt x="4413564" y="526866"/>
                </a:cubicBezTo>
                <a:lnTo>
                  <a:pt x="4420375" y="538711"/>
                </a:lnTo>
                <a:cubicBezTo>
                  <a:pt x="4420553" y="539007"/>
                  <a:pt x="4420553" y="539362"/>
                  <a:pt x="4420375" y="539659"/>
                </a:cubicBezTo>
                <a:lnTo>
                  <a:pt x="4413506" y="551504"/>
                </a:lnTo>
                <a:cubicBezTo>
                  <a:pt x="4413328" y="551800"/>
                  <a:pt x="4413031" y="551977"/>
                  <a:pt x="4412676" y="551977"/>
                </a:cubicBezTo>
                <a:lnTo>
                  <a:pt x="4398995" y="551977"/>
                </a:lnTo>
                <a:cubicBezTo>
                  <a:pt x="4398640" y="551977"/>
                  <a:pt x="4398344" y="551800"/>
                  <a:pt x="4398166" y="551504"/>
                </a:cubicBezTo>
                <a:lnTo>
                  <a:pt x="4391355" y="539659"/>
                </a:lnTo>
                <a:cubicBezTo>
                  <a:pt x="4391178" y="539362"/>
                  <a:pt x="4391178" y="539007"/>
                  <a:pt x="4391355" y="538711"/>
                </a:cubicBezTo>
                <a:lnTo>
                  <a:pt x="4398225" y="526866"/>
                </a:lnTo>
                <a:cubicBezTo>
                  <a:pt x="4398403" y="526570"/>
                  <a:pt x="4398699" y="526392"/>
                  <a:pt x="4399054" y="526392"/>
                </a:cubicBezTo>
                <a:close/>
                <a:moveTo>
                  <a:pt x="70411" y="525859"/>
                </a:moveTo>
                <a:lnTo>
                  <a:pt x="84626" y="525859"/>
                </a:lnTo>
                <a:cubicBezTo>
                  <a:pt x="84981" y="525859"/>
                  <a:pt x="85336" y="526096"/>
                  <a:pt x="85514" y="526392"/>
                </a:cubicBezTo>
                <a:lnTo>
                  <a:pt x="92621" y="538711"/>
                </a:lnTo>
                <a:cubicBezTo>
                  <a:pt x="92799" y="539007"/>
                  <a:pt x="92799" y="539422"/>
                  <a:pt x="92621" y="539718"/>
                </a:cubicBezTo>
                <a:lnTo>
                  <a:pt x="85514" y="552037"/>
                </a:lnTo>
                <a:cubicBezTo>
                  <a:pt x="85336" y="552392"/>
                  <a:pt x="84981" y="552570"/>
                  <a:pt x="84626" y="552570"/>
                </a:cubicBezTo>
                <a:lnTo>
                  <a:pt x="70411" y="552570"/>
                </a:lnTo>
                <a:cubicBezTo>
                  <a:pt x="70056" y="552570"/>
                  <a:pt x="69701" y="552333"/>
                  <a:pt x="69523" y="552037"/>
                </a:cubicBezTo>
                <a:lnTo>
                  <a:pt x="62416" y="539718"/>
                </a:lnTo>
                <a:cubicBezTo>
                  <a:pt x="62239" y="539422"/>
                  <a:pt x="62239" y="539007"/>
                  <a:pt x="62416" y="538711"/>
                </a:cubicBezTo>
                <a:lnTo>
                  <a:pt x="69523" y="526392"/>
                </a:lnTo>
                <a:cubicBezTo>
                  <a:pt x="69701" y="526037"/>
                  <a:pt x="70056" y="525859"/>
                  <a:pt x="70411" y="525859"/>
                </a:cubicBezTo>
                <a:close/>
                <a:moveTo>
                  <a:pt x="4533910" y="525622"/>
                </a:moveTo>
                <a:lnTo>
                  <a:pt x="4548361" y="525622"/>
                </a:lnTo>
                <a:cubicBezTo>
                  <a:pt x="4548716" y="525622"/>
                  <a:pt x="4549071" y="525859"/>
                  <a:pt x="4549249" y="526155"/>
                </a:cubicBezTo>
                <a:lnTo>
                  <a:pt x="4556475" y="538711"/>
                </a:lnTo>
                <a:cubicBezTo>
                  <a:pt x="4556652" y="539007"/>
                  <a:pt x="4556652" y="539422"/>
                  <a:pt x="4556475" y="539718"/>
                </a:cubicBezTo>
                <a:lnTo>
                  <a:pt x="4549249" y="552273"/>
                </a:lnTo>
                <a:cubicBezTo>
                  <a:pt x="4549071" y="552629"/>
                  <a:pt x="4548716" y="552806"/>
                  <a:pt x="4548361" y="552806"/>
                </a:cubicBezTo>
                <a:lnTo>
                  <a:pt x="4533910" y="552806"/>
                </a:lnTo>
                <a:cubicBezTo>
                  <a:pt x="4533554" y="552806"/>
                  <a:pt x="4533200" y="552570"/>
                  <a:pt x="4533022" y="552273"/>
                </a:cubicBezTo>
                <a:lnTo>
                  <a:pt x="4525796" y="539718"/>
                </a:lnTo>
                <a:cubicBezTo>
                  <a:pt x="4525619" y="539422"/>
                  <a:pt x="4525619" y="539007"/>
                  <a:pt x="4525796" y="538711"/>
                </a:cubicBezTo>
                <a:lnTo>
                  <a:pt x="4533022" y="526155"/>
                </a:lnTo>
                <a:cubicBezTo>
                  <a:pt x="4533200" y="525800"/>
                  <a:pt x="4533554" y="525622"/>
                  <a:pt x="4533910" y="525622"/>
                </a:cubicBezTo>
                <a:close/>
                <a:moveTo>
                  <a:pt x="2707705" y="525326"/>
                </a:moveTo>
                <a:lnTo>
                  <a:pt x="2722511" y="525326"/>
                </a:lnTo>
                <a:cubicBezTo>
                  <a:pt x="2722866" y="525326"/>
                  <a:pt x="2723222" y="525563"/>
                  <a:pt x="2723399" y="525859"/>
                </a:cubicBezTo>
                <a:lnTo>
                  <a:pt x="2730803" y="538652"/>
                </a:lnTo>
                <a:cubicBezTo>
                  <a:pt x="2730980" y="539007"/>
                  <a:pt x="2730980" y="539422"/>
                  <a:pt x="2730803" y="539718"/>
                </a:cubicBezTo>
                <a:lnTo>
                  <a:pt x="2723399" y="552510"/>
                </a:lnTo>
                <a:cubicBezTo>
                  <a:pt x="2723222" y="552866"/>
                  <a:pt x="2722866" y="553043"/>
                  <a:pt x="2722511" y="553043"/>
                </a:cubicBezTo>
                <a:lnTo>
                  <a:pt x="2707705" y="553043"/>
                </a:lnTo>
                <a:cubicBezTo>
                  <a:pt x="2707349" y="553043"/>
                  <a:pt x="2706994" y="552807"/>
                  <a:pt x="2706817" y="552510"/>
                </a:cubicBezTo>
                <a:lnTo>
                  <a:pt x="2699413" y="539718"/>
                </a:lnTo>
                <a:cubicBezTo>
                  <a:pt x="2699236" y="539362"/>
                  <a:pt x="2699236" y="538948"/>
                  <a:pt x="2699413" y="538652"/>
                </a:cubicBezTo>
                <a:lnTo>
                  <a:pt x="2706817" y="525859"/>
                </a:lnTo>
                <a:cubicBezTo>
                  <a:pt x="2706994" y="525504"/>
                  <a:pt x="2707349" y="525326"/>
                  <a:pt x="2707705" y="525326"/>
                </a:cubicBezTo>
                <a:close/>
                <a:moveTo>
                  <a:pt x="4330708" y="525030"/>
                </a:moveTo>
                <a:lnTo>
                  <a:pt x="4345811" y="525030"/>
                </a:lnTo>
                <a:cubicBezTo>
                  <a:pt x="4346225" y="525030"/>
                  <a:pt x="4346581" y="525208"/>
                  <a:pt x="4346759" y="525563"/>
                </a:cubicBezTo>
                <a:lnTo>
                  <a:pt x="4354339" y="538652"/>
                </a:lnTo>
                <a:cubicBezTo>
                  <a:pt x="4354517" y="538948"/>
                  <a:pt x="4354517" y="539362"/>
                  <a:pt x="4354339" y="539718"/>
                </a:cubicBezTo>
                <a:lnTo>
                  <a:pt x="4346759" y="552807"/>
                </a:lnTo>
                <a:cubicBezTo>
                  <a:pt x="4346522" y="553162"/>
                  <a:pt x="4346167" y="553340"/>
                  <a:pt x="4345811" y="553340"/>
                </a:cubicBezTo>
                <a:lnTo>
                  <a:pt x="4330708" y="553340"/>
                </a:lnTo>
                <a:cubicBezTo>
                  <a:pt x="4330294" y="553340"/>
                  <a:pt x="4329938" y="553162"/>
                  <a:pt x="4329761" y="552807"/>
                </a:cubicBezTo>
                <a:lnTo>
                  <a:pt x="4322180" y="539718"/>
                </a:lnTo>
                <a:cubicBezTo>
                  <a:pt x="4322003" y="539422"/>
                  <a:pt x="4322003" y="539007"/>
                  <a:pt x="4322180" y="538652"/>
                </a:cubicBezTo>
                <a:lnTo>
                  <a:pt x="4329761" y="525563"/>
                </a:lnTo>
                <a:cubicBezTo>
                  <a:pt x="4329998" y="525208"/>
                  <a:pt x="4330353" y="525030"/>
                  <a:pt x="4330708" y="525030"/>
                </a:cubicBezTo>
                <a:close/>
                <a:moveTo>
                  <a:pt x="1084109" y="524497"/>
                </a:moveTo>
                <a:lnTo>
                  <a:pt x="1099803" y="524497"/>
                </a:lnTo>
                <a:cubicBezTo>
                  <a:pt x="1100158" y="524497"/>
                  <a:pt x="1100573" y="524675"/>
                  <a:pt x="1100751" y="525030"/>
                </a:cubicBezTo>
                <a:lnTo>
                  <a:pt x="1108569" y="538593"/>
                </a:lnTo>
                <a:cubicBezTo>
                  <a:pt x="1108746" y="538948"/>
                  <a:pt x="1108746" y="539363"/>
                  <a:pt x="1108569" y="539718"/>
                </a:cubicBezTo>
                <a:lnTo>
                  <a:pt x="1100751" y="553280"/>
                </a:lnTo>
                <a:cubicBezTo>
                  <a:pt x="1100573" y="553577"/>
                  <a:pt x="1100218" y="553813"/>
                  <a:pt x="1099803" y="553813"/>
                </a:cubicBezTo>
                <a:lnTo>
                  <a:pt x="1084109" y="553813"/>
                </a:lnTo>
                <a:cubicBezTo>
                  <a:pt x="1083753" y="553813"/>
                  <a:pt x="1083339" y="553636"/>
                  <a:pt x="1083161" y="553280"/>
                </a:cubicBezTo>
                <a:lnTo>
                  <a:pt x="1075343" y="539718"/>
                </a:lnTo>
                <a:cubicBezTo>
                  <a:pt x="1075166" y="539363"/>
                  <a:pt x="1075166" y="538948"/>
                  <a:pt x="1075343" y="538593"/>
                </a:cubicBezTo>
                <a:lnTo>
                  <a:pt x="1083161" y="525030"/>
                </a:lnTo>
                <a:cubicBezTo>
                  <a:pt x="1083339" y="524734"/>
                  <a:pt x="1083694" y="524497"/>
                  <a:pt x="1084109" y="524497"/>
                </a:cubicBezTo>
                <a:close/>
                <a:moveTo>
                  <a:pt x="4803563" y="523964"/>
                </a:moveTo>
                <a:lnTo>
                  <a:pt x="4819790" y="523964"/>
                </a:lnTo>
                <a:cubicBezTo>
                  <a:pt x="4820205" y="523964"/>
                  <a:pt x="4820560" y="524201"/>
                  <a:pt x="4820797" y="524556"/>
                </a:cubicBezTo>
                <a:lnTo>
                  <a:pt x="4828911" y="538593"/>
                </a:lnTo>
                <a:cubicBezTo>
                  <a:pt x="4829148" y="538948"/>
                  <a:pt x="4829148" y="539363"/>
                  <a:pt x="4828911" y="539718"/>
                </a:cubicBezTo>
                <a:lnTo>
                  <a:pt x="4820797" y="553754"/>
                </a:lnTo>
                <a:cubicBezTo>
                  <a:pt x="4820560" y="554110"/>
                  <a:pt x="4820205" y="554347"/>
                  <a:pt x="4819790" y="554347"/>
                </a:cubicBezTo>
                <a:lnTo>
                  <a:pt x="4803563" y="554347"/>
                </a:lnTo>
                <a:cubicBezTo>
                  <a:pt x="4803148" y="554347"/>
                  <a:pt x="4802793" y="554110"/>
                  <a:pt x="4802556" y="553754"/>
                </a:cubicBezTo>
                <a:lnTo>
                  <a:pt x="4794442" y="539718"/>
                </a:lnTo>
                <a:cubicBezTo>
                  <a:pt x="4794205" y="539363"/>
                  <a:pt x="4794205" y="538948"/>
                  <a:pt x="4794442" y="538593"/>
                </a:cubicBezTo>
                <a:lnTo>
                  <a:pt x="4802556" y="524556"/>
                </a:lnTo>
                <a:cubicBezTo>
                  <a:pt x="4802793" y="524201"/>
                  <a:pt x="4803148" y="523964"/>
                  <a:pt x="4803563" y="523964"/>
                </a:cubicBezTo>
                <a:close/>
                <a:moveTo>
                  <a:pt x="2774629" y="523964"/>
                </a:moveTo>
                <a:lnTo>
                  <a:pt x="2790857" y="523964"/>
                </a:lnTo>
                <a:cubicBezTo>
                  <a:pt x="2791272" y="523964"/>
                  <a:pt x="2791627" y="524201"/>
                  <a:pt x="2791864" y="524556"/>
                </a:cubicBezTo>
                <a:lnTo>
                  <a:pt x="2799978" y="538593"/>
                </a:lnTo>
                <a:cubicBezTo>
                  <a:pt x="2800215" y="538948"/>
                  <a:pt x="2800215" y="539363"/>
                  <a:pt x="2799978" y="539718"/>
                </a:cubicBezTo>
                <a:lnTo>
                  <a:pt x="2791864" y="553754"/>
                </a:lnTo>
                <a:cubicBezTo>
                  <a:pt x="2791627" y="554110"/>
                  <a:pt x="2791272" y="554347"/>
                  <a:pt x="2790857" y="554347"/>
                </a:cubicBezTo>
                <a:lnTo>
                  <a:pt x="2774629" y="554347"/>
                </a:lnTo>
                <a:cubicBezTo>
                  <a:pt x="2774215" y="554347"/>
                  <a:pt x="2773860" y="554110"/>
                  <a:pt x="2773622" y="553754"/>
                </a:cubicBezTo>
                <a:lnTo>
                  <a:pt x="2765509" y="539718"/>
                </a:lnTo>
                <a:cubicBezTo>
                  <a:pt x="2765272" y="539363"/>
                  <a:pt x="2765272" y="538948"/>
                  <a:pt x="2765509" y="538593"/>
                </a:cubicBezTo>
                <a:lnTo>
                  <a:pt x="2773622" y="524556"/>
                </a:lnTo>
                <a:cubicBezTo>
                  <a:pt x="2773860" y="524201"/>
                  <a:pt x="2774215" y="523964"/>
                  <a:pt x="2774629" y="523964"/>
                </a:cubicBezTo>
                <a:close/>
                <a:moveTo>
                  <a:pt x="136922" y="523786"/>
                </a:moveTo>
                <a:lnTo>
                  <a:pt x="153386" y="523786"/>
                </a:lnTo>
                <a:cubicBezTo>
                  <a:pt x="153801" y="523786"/>
                  <a:pt x="154156" y="524023"/>
                  <a:pt x="154393" y="524378"/>
                </a:cubicBezTo>
                <a:lnTo>
                  <a:pt x="162625" y="538652"/>
                </a:lnTo>
                <a:cubicBezTo>
                  <a:pt x="162862" y="539007"/>
                  <a:pt x="162862" y="539481"/>
                  <a:pt x="162625" y="539836"/>
                </a:cubicBezTo>
                <a:lnTo>
                  <a:pt x="154393" y="554109"/>
                </a:lnTo>
                <a:cubicBezTo>
                  <a:pt x="154156" y="554465"/>
                  <a:pt x="153801" y="554702"/>
                  <a:pt x="153386" y="554702"/>
                </a:cubicBezTo>
                <a:lnTo>
                  <a:pt x="136922" y="554702"/>
                </a:lnTo>
                <a:cubicBezTo>
                  <a:pt x="136507" y="554702"/>
                  <a:pt x="136152" y="554465"/>
                  <a:pt x="135915" y="554109"/>
                </a:cubicBezTo>
                <a:lnTo>
                  <a:pt x="127683" y="539836"/>
                </a:lnTo>
                <a:cubicBezTo>
                  <a:pt x="127446" y="539481"/>
                  <a:pt x="127446" y="539007"/>
                  <a:pt x="127683" y="538652"/>
                </a:cubicBezTo>
                <a:lnTo>
                  <a:pt x="135915" y="524378"/>
                </a:lnTo>
                <a:cubicBezTo>
                  <a:pt x="136152" y="524023"/>
                  <a:pt x="136507" y="523786"/>
                  <a:pt x="136922" y="523786"/>
                </a:cubicBezTo>
                <a:close/>
                <a:moveTo>
                  <a:pt x="3924189" y="523668"/>
                </a:moveTo>
                <a:lnTo>
                  <a:pt x="3940771" y="523668"/>
                </a:lnTo>
                <a:cubicBezTo>
                  <a:pt x="3941186" y="523668"/>
                  <a:pt x="3941541" y="523905"/>
                  <a:pt x="3941778" y="524260"/>
                </a:cubicBezTo>
                <a:lnTo>
                  <a:pt x="3950070" y="538593"/>
                </a:lnTo>
                <a:cubicBezTo>
                  <a:pt x="3950306" y="538948"/>
                  <a:pt x="3950306" y="539422"/>
                  <a:pt x="3950070" y="539777"/>
                </a:cubicBezTo>
                <a:lnTo>
                  <a:pt x="3941778" y="554110"/>
                </a:lnTo>
                <a:cubicBezTo>
                  <a:pt x="3941541" y="554465"/>
                  <a:pt x="3941186" y="554702"/>
                  <a:pt x="3940771" y="554702"/>
                </a:cubicBezTo>
                <a:lnTo>
                  <a:pt x="3924189" y="554702"/>
                </a:lnTo>
                <a:cubicBezTo>
                  <a:pt x="3923774" y="554702"/>
                  <a:pt x="3923419" y="554465"/>
                  <a:pt x="3923182" y="554110"/>
                </a:cubicBezTo>
                <a:lnTo>
                  <a:pt x="3914890" y="539777"/>
                </a:lnTo>
                <a:cubicBezTo>
                  <a:pt x="3914653" y="539422"/>
                  <a:pt x="3914653" y="538948"/>
                  <a:pt x="3914890" y="538593"/>
                </a:cubicBezTo>
                <a:lnTo>
                  <a:pt x="3923182" y="524260"/>
                </a:lnTo>
                <a:cubicBezTo>
                  <a:pt x="3923419" y="523905"/>
                  <a:pt x="3923774" y="523668"/>
                  <a:pt x="3924189" y="523668"/>
                </a:cubicBezTo>
                <a:close/>
                <a:moveTo>
                  <a:pt x="4870605" y="522957"/>
                </a:moveTo>
                <a:lnTo>
                  <a:pt x="4887959" y="522957"/>
                </a:lnTo>
                <a:cubicBezTo>
                  <a:pt x="4888373" y="522957"/>
                  <a:pt x="4888788" y="523194"/>
                  <a:pt x="4889024" y="523549"/>
                </a:cubicBezTo>
                <a:lnTo>
                  <a:pt x="4897672" y="538533"/>
                </a:lnTo>
                <a:cubicBezTo>
                  <a:pt x="4897908" y="538948"/>
                  <a:pt x="4897908" y="539422"/>
                  <a:pt x="4897672" y="539777"/>
                </a:cubicBezTo>
                <a:lnTo>
                  <a:pt x="4889024" y="554761"/>
                </a:lnTo>
                <a:cubicBezTo>
                  <a:pt x="4888788" y="555116"/>
                  <a:pt x="4888373" y="555353"/>
                  <a:pt x="4887959" y="555353"/>
                </a:cubicBezTo>
                <a:lnTo>
                  <a:pt x="4870605" y="555353"/>
                </a:lnTo>
                <a:cubicBezTo>
                  <a:pt x="4870191" y="555353"/>
                  <a:pt x="4869776" y="555116"/>
                  <a:pt x="4869540" y="554761"/>
                </a:cubicBezTo>
                <a:lnTo>
                  <a:pt x="4860892" y="539777"/>
                </a:lnTo>
                <a:cubicBezTo>
                  <a:pt x="4860656" y="539362"/>
                  <a:pt x="4860656" y="538889"/>
                  <a:pt x="4860892" y="538533"/>
                </a:cubicBezTo>
                <a:lnTo>
                  <a:pt x="4869540" y="523549"/>
                </a:lnTo>
                <a:cubicBezTo>
                  <a:pt x="4869776" y="523194"/>
                  <a:pt x="4870191" y="522957"/>
                  <a:pt x="4870605" y="522957"/>
                </a:cubicBezTo>
                <a:close/>
                <a:moveTo>
                  <a:pt x="4059043" y="522957"/>
                </a:moveTo>
                <a:lnTo>
                  <a:pt x="4076397" y="522957"/>
                </a:lnTo>
                <a:cubicBezTo>
                  <a:pt x="4076811" y="522957"/>
                  <a:pt x="4077226" y="523194"/>
                  <a:pt x="4077462" y="523549"/>
                </a:cubicBezTo>
                <a:lnTo>
                  <a:pt x="4086110" y="538533"/>
                </a:lnTo>
                <a:cubicBezTo>
                  <a:pt x="4086346" y="538948"/>
                  <a:pt x="4086346" y="539422"/>
                  <a:pt x="4086110" y="539777"/>
                </a:cubicBezTo>
                <a:lnTo>
                  <a:pt x="4077462" y="554761"/>
                </a:lnTo>
                <a:cubicBezTo>
                  <a:pt x="4077226" y="555116"/>
                  <a:pt x="4076811" y="555353"/>
                  <a:pt x="4076397" y="555353"/>
                </a:cubicBezTo>
                <a:lnTo>
                  <a:pt x="4059043" y="555353"/>
                </a:lnTo>
                <a:cubicBezTo>
                  <a:pt x="4058629" y="555353"/>
                  <a:pt x="4058214" y="555116"/>
                  <a:pt x="4057978" y="554761"/>
                </a:cubicBezTo>
                <a:lnTo>
                  <a:pt x="4049330" y="539777"/>
                </a:lnTo>
                <a:cubicBezTo>
                  <a:pt x="4049094" y="539362"/>
                  <a:pt x="4049094" y="538889"/>
                  <a:pt x="4049330" y="538533"/>
                </a:cubicBezTo>
                <a:lnTo>
                  <a:pt x="4057978" y="523549"/>
                </a:lnTo>
                <a:cubicBezTo>
                  <a:pt x="4058214" y="523194"/>
                  <a:pt x="4058629" y="522957"/>
                  <a:pt x="4059043" y="522957"/>
                </a:cubicBezTo>
                <a:close/>
                <a:moveTo>
                  <a:pt x="880434" y="522957"/>
                </a:moveTo>
                <a:lnTo>
                  <a:pt x="897786" y="522957"/>
                </a:lnTo>
                <a:cubicBezTo>
                  <a:pt x="898201" y="522957"/>
                  <a:pt x="898616" y="523194"/>
                  <a:pt x="898852" y="523549"/>
                </a:cubicBezTo>
                <a:lnTo>
                  <a:pt x="907499" y="538533"/>
                </a:lnTo>
                <a:cubicBezTo>
                  <a:pt x="907736" y="538948"/>
                  <a:pt x="907736" y="539422"/>
                  <a:pt x="907499" y="539777"/>
                </a:cubicBezTo>
                <a:lnTo>
                  <a:pt x="898852" y="554761"/>
                </a:lnTo>
                <a:cubicBezTo>
                  <a:pt x="898616" y="555116"/>
                  <a:pt x="898201" y="555353"/>
                  <a:pt x="897786" y="555353"/>
                </a:cubicBezTo>
                <a:lnTo>
                  <a:pt x="880434" y="555353"/>
                </a:lnTo>
                <a:cubicBezTo>
                  <a:pt x="880019" y="555353"/>
                  <a:pt x="879604" y="555116"/>
                  <a:pt x="879368" y="554761"/>
                </a:cubicBezTo>
                <a:lnTo>
                  <a:pt x="870721" y="539777"/>
                </a:lnTo>
                <a:cubicBezTo>
                  <a:pt x="870484" y="539362"/>
                  <a:pt x="870484" y="538889"/>
                  <a:pt x="870721" y="538533"/>
                </a:cubicBezTo>
                <a:lnTo>
                  <a:pt x="879368" y="523549"/>
                </a:lnTo>
                <a:cubicBezTo>
                  <a:pt x="879604" y="523194"/>
                  <a:pt x="880019" y="522957"/>
                  <a:pt x="880434" y="522957"/>
                </a:cubicBezTo>
                <a:close/>
                <a:moveTo>
                  <a:pt x="204083" y="522957"/>
                </a:moveTo>
                <a:lnTo>
                  <a:pt x="221435" y="522957"/>
                </a:lnTo>
                <a:cubicBezTo>
                  <a:pt x="221850" y="522957"/>
                  <a:pt x="222265" y="523194"/>
                  <a:pt x="222501" y="523549"/>
                </a:cubicBezTo>
                <a:lnTo>
                  <a:pt x="231148" y="538533"/>
                </a:lnTo>
                <a:cubicBezTo>
                  <a:pt x="231385" y="538948"/>
                  <a:pt x="231385" y="539422"/>
                  <a:pt x="231148" y="539777"/>
                </a:cubicBezTo>
                <a:lnTo>
                  <a:pt x="222501" y="554761"/>
                </a:lnTo>
                <a:cubicBezTo>
                  <a:pt x="222265" y="555116"/>
                  <a:pt x="221850" y="555353"/>
                  <a:pt x="221435" y="555353"/>
                </a:cubicBezTo>
                <a:lnTo>
                  <a:pt x="204083" y="555353"/>
                </a:lnTo>
                <a:cubicBezTo>
                  <a:pt x="203668" y="555353"/>
                  <a:pt x="203253" y="555116"/>
                  <a:pt x="203017" y="554761"/>
                </a:cubicBezTo>
                <a:lnTo>
                  <a:pt x="194370" y="539777"/>
                </a:lnTo>
                <a:cubicBezTo>
                  <a:pt x="194133" y="539362"/>
                  <a:pt x="194133" y="538889"/>
                  <a:pt x="194370" y="538533"/>
                </a:cubicBezTo>
                <a:lnTo>
                  <a:pt x="203017" y="523549"/>
                </a:lnTo>
                <a:cubicBezTo>
                  <a:pt x="203253" y="523194"/>
                  <a:pt x="203668" y="522957"/>
                  <a:pt x="204083" y="522957"/>
                </a:cubicBezTo>
                <a:close/>
                <a:moveTo>
                  <a:pt x="4600065" y="522839"/>
                </a:moveTo>
                <a:lnTo>
                  <a:pt x="4617536" y="522839"/>
                </a:lnTo>
                <a:cubicBezTo>
                  <a:pt x="4617951" y="522839"/>
                  <a:pt x="4618365" y="523076"/>
                  <a:pt x="4618603" y="523431"/>
                </a:cubicBezTo>
                <a:lnTo>
                  <a:pt x="4627309" y="538534"/>
                </a:lnTo>
                <a:cubicBezTo>
                  <a:pt x="4627545" y="538948"/>
                  <a:pt x="4627545" y="539422"/>
                  <a:pt x="4627309" y="539777"/>
                </a:cubicBezTo>
                <a:lnTo>
                  <a:pt x="4618603" y="554880"/>
                </a:lnTo>
                <a:cubicBezTo>
                  <a:pt x="4618365" y="555235"/>
                  <a:pt x="4617951" y="555472"/>
                  <a:pt x="4617536" y="555472"/>
                </a:cubicBezTo>
                <a:lnTo>
                  <a:pt x="4600065" y="555472"/>
                </a:lnTo>
                <a:cubicBezTo>
                  <a:pt x="4599650" y="555472"/>
                  <a:pt x="4599236" y="555235"/>
                  <a:pt x="4598999" y="554880"/>
                </a:cubicBezTo>
                <a:lnTo>
                  <a:pt x="4590293" y="539777"/>
                </a:lnTo>
                <a:cubicBezTo>
                  <a:pt x="4590056" y="539363"/>
                  <a:pt x="4590056" y="538889"/>
                  <a:pt x="4590293" y="538534"/>
                </a:cubicBezTo>
                <a:lnTo>
                  <a:pt x="4598999" y="523431"/>
                </a:lnTo>
                <a:cubicBezTo>
                  <a:pt x="4599236" y="523076"/>
                  <a:pt x="4599650" y="522839"/>
                  <a:pt x="4600065" y="522839"/>
                </a:cubicBezTo>
                <a:close/>
                <a:moveTo>
                  <a:pt x="2638767" y="522720"/>
                </a:moveTo>
                <a:lnTo>
                  <a:pt x="2656298" y="522720"/>
                </a:lnTo>
                <a:cubicBezTo>
                  <a:pt x="2656712" y="522720"/>
                  <a:pt x="2657127" y="522957"/>
                  <a:pt x="2657364" y="523312"/>
                </a:cubicBezTo>
                <a:lnTo>
                  <a:pt x="2666129" y="538533"/>
                </a:lnTo>
                <a:cubicBezTo>
                  <a:pt x="2666366" y="538889"/>
                  <a:pt x="2666366" y="539422"/>
                  <a:pt x="2666129" y="539777"/>
                </a:cubicBezTo>
                <a:lnTo>
                  <a:pt x="2657364" y="554998"/>
                </a:lnTo>
                <a:cubicBezTo>
                  <a:pt x="2657127" y="555353"/>
                  <a:pt x="2656712" y="555590"/>
                  <a:pt x="2656298" y="555590"/>
                </a:cubicBezTo>
                <a:lnTo>
                  <a:pt x="2638767" y="555590"/>
                </a:lnTo>
                <a:cubicBezTo>
                  <a:pt x="2638353" y="555590"/>
                  <a:pt x="2637938" y="555353"/>
                  <a:pt x="2637701" y="554998"/>
                </a:cubicBezTo>
                <a:lnTo>
                  <a:pt x="2628936" y="539777"/>
                </a:lnTo>
                <a:cubicBezTo>
                  <a:pt x="2628699" y="539422"/>
                  <a:pt x="2628699" y="538889"/>
                  <a:pt x="2628936" y="538533"/>
                </a:cubicBezTo>
                <a:lnTo>
                  <a:pt x="2637701" y="523312"/>
                </a:lnTo>
                <a:cubicBezTo>
                  <a:pt x="2637938" y="522957"/>
                  <a:pt x="2638353" y="522720"/>
                  <a:pt x="2638767" y="522720"/>
                </a:cubicBezTo>
                <a:close/>
                <a:moveTo>
                  <a:pt x="1015525" y="522661"/>
                </a:moveTo>
                <a:lnTo>
                  <a:pt x="1033174" y="522661"/>
                </a:lnTo>
                <a:cubicBezTo>
                  <a:pt x="1033589" y="522661"/>
                  <a:pt x="1034004" y="522957"/>
                  <a:pt x="1034240" y="523313"/>
                </a:cubicBezTo>
                <a:lnTo>
                  <a:pt x="1043065" y="538593"/>
                </a:lnTo>
                <a:cubicBezTo>
                  <a:pt x="1043302" y="538948"/>
                  <a:pt x="1043302" y="539481"/>
                  <a:pt x="1043065" y="539836"/>
                </a:cubicBezTo>
                <a:lnTo>
                  <a:pt x="1034240" y="555116"/>
                </a:lnTo>
                <a:cubicBezTo>
                  <a:pt x="1034004" y="555531"/>
                  <a:pt x="1033589" y="555768"/>
                  <a:pt x="1033174" y="555768"/>
                </a:cubicBezTo>
                <a:lnTo>
                  <a:pt x="1015525" y="555768"/>
                </a:lnTo>
                <a:cubicBezTo>
                  <a:pt x="1015111" y="555768"/>
                  <a:pt x="1014696" y="555472"/>
                  <a:pt x="1014459" y="555116"/>
                </a:cubicBezTo>
                <a:lnTo>
                  <a:pt x="1005635" y="539836"/>
                </a:lnTo>
                <a:cubicBezTo>
                  <a:pt x="1005398" y="539481"/>
                  <a:pt x="1005398" y="538948"/>
                  <a:pt x="1005635" y="538593"/>
                </a:cubicBezTo>
                <a:lnTo>
                  <a:pt x="1014459" y="523313"/>
                </a:lnTo>
                <a:cubicBezTo>
                  <a:pt x="1014696" y="522898"/>
                  <a:pt x="1015111" y="522661"/>
                  <a:pt x="1015525" y="522661"/>
                </a:cubicBezTo>
                <a:close/>
                <a:moveTo>
                  <a:pt x="3991172" y="522424"/>
                </a:moveTo>
                <a:lnTo>
                  <a:pt x="4009058" y="522424"/>
                </a:lnTo>
                <a:cubicBezTo>
                  <a:pt x="4009472" y="522424"/>
                  <a:pt x="4009887" y="522661"/>
                  <a:pt x="4010123" y="523075"/>
                </a:cubicBezTo>
                <a:lnTo>
                  <a:pt x="4019066" y="538592"/>
                </a:lnTo>
                <a:cubicBezTo>
                  <a:pt x="4019303" y="538948"/>
                  <a:pt x="4019303" y="539422"/>
                  <a:pt x="4019066" y="539836"/>
                </a:cubicBezTo>
                <a:lnTo>
                  <a:pt x="4010123" y="555353"/>
                </a:lnTo>
                <a:cubicBezTo>
                  <a:pt x="4009946" y="555768"/>
                  <a:pt x="4009531" y="556005"/>
                  <a:pt x="4009058" y="556005"/>
                </a:cubicBezTo>
                <a:lnTo>
                  <a:pt x="3991172" y="556005"/>
                </a:lnTo>
                <a:cubicBezTo>
                  <a:pt x="3990757" y="556005"/>
                  <a:pt x="3990342" y="555768"/>
                  <a:pt x="3990105" y="555353"/>
                </a:cubicBezTo>
                <a:lnTo>
                  <a:pt x="3981163" y="539836"/>
                </a:lnTo>
                <a:cubicBezTo>
                  <a:pt x="3980926" y="539481"/>
                  <a:pt x="3980926" y="539007"/>
                  <a:pt x="3981163" y="538592"/>
                </a:cubicBezTo>
                <a:lnTo>
                  <a:pt x="3990105" y="523075"/>
                </a:lnTo>
                <a:cubicBezTo>
                  <a:pt x="3990283" y="522661"/>
                  <a:pt x="3990698" y="522424"/>
                  <a:pt x="3991172" y="522424"/>
                </a:cubicBezTo>
                <a:close/>
                <a:moveTo>
                  <a:pt x="744808" y="522306"/>
                </a:moveTo>
                <a:lnTo>
                  <a:pt x="762813" y="522306"/>
                </a:lnTo>
                <a:cubicBezTo>
                  <a:pt x="763286" y="522306"/>
                  <a:pt x="763701" y="522543"/>
                  <a:pt x="763938" y="522958"/>
                </a:cubicBezTo>
                <a:lnTo>
                  <a:pt x="772940" y="538534"/>
                </a:lnTo>
                <a:cubicBezTo>
                  <a:pt x="773177" y="538889"/>
                  <a:pt x="773177" y="539363"/>
                  <a:pt x="772940" y="539777"/>
                </a:cubicBezTo>
                <a:lnTo>
                  <a:pt x="763938" y="555354"/>
                </a:lnTo>
                <a:cubicBezTo>
                  <a:pt x="763701" y="555768"/>
                  <a:pt x="763286" y="556005"/>
                  <a:pt x="762813" y="556005"/>
                </a:cubicBezTo>
                <a:lnTo>
                  <a:pt x="744808" y="556005"/>
                </a:lnTo>
                <a:cubicBezTo>
                  <a:pt x="744335" y="556005"/>
                  <a:pt x="743920" y="555768"/>
                  <a:pt x="743683" y="555354"/>
                </a:cubicBezTo>
                <a:lnTo>
                  <a:pt x="734681" y="539777"/>
                </a:lnTo>
                <a:cubicBezTo>
                  <a:pt x="734444" y="539422"/>
                  <a:pt x="734444" y="538948"/>
                  <a:pt x="734681" y="538534"/>
                </a:cubicBezTo>
                <a:lnTo>
                  <a:pt x="743683" y="522958"/>
                </a:lnTo>
                <a:cubicBezTo>
                  <a:pt x="743920" y="522543"/>
                  <a:pt x="744335" y="522306"/>
                  <a:pt x="744808" y="522306"/>
                </a:cubicBezTo>
                <a:close/>
                <a:moveTo>
                  <a:pt x="338819" y="521832"/>
                </a:moveTo>
                <a:lnTo>
                  <a:pt x="357357" y="521832"/>
                </a:lnTo>
                <a:cubicBezTo>
                  <a:pt x="357831" y="521832"/>
                  <a:pt x="358245" y="522069"/>
                  <a:pt x="358482" y="522483"/>
                </a:cubicBezTo>
                <a:lnTo>
                  <a:pt x="367721" y="538534"/>
                </a:lnTo>
                <a:cubicBezTo>
                  <a:pt x="367958" y="538948"/>
                  <a:pt x="367958" y="539422"/>
                  <a:pt x="367721" y="539836"/>
                </a:cubicBezTo>
                <a:lnTo>
                  <a:pt x="358423" y="555886"/>
                </a:lnTo>
                <a:cubicBezTo>
                  <a:pt x="358186" y="556301"/>
                  <a:pt x="357771" y="556538"/>
                  <a:pt x="357297" y="556538"/>
                </a:cubicBezTo>
                <a:lnTo>
                  <a:pt x="338760" y="556538"/>
                </a:lnTo>
                <a:cubicBezTo>
                  <a:pt x="338286" y="556538"/>
                  <a:pt x="337872" y="556301"/>
                  <a:pt x="337635" y="555886"/>
                </a:cubicBezTo>
                <a:lnTo>
                  <a:pt x="328396" y="539836"/>
                </a:lnTo>
                <a:cubicBezTo>
                  <a:pt x="328159" y="539422"/>
                  <a:pt x="328159" y="538948"/>
                  <a:pt x="328396" y="538534"/>
                </a:cubicBezTo>
                <a:lnTo>
                  <a:pt x="337694" y="522483"/>
                </a:lnTo>
                <a:cubicBezTo>
                  <a:pt x="337931" y="522069"/>
                  <a:pt x="338345" y="521832"/>
                  <a:pt x="338819" y="521832"/>
                </a:cubicBezTo>
                <a:close/>
                <a:moveTo>
                  <a:pt x="2570481" y="521595"/>
                </a:moveTo>
                <a:lnTo>
                  <a:pt x="2589255" y="521595"/>
                </a:lnTo>
                <a:cubicBezTo>
                  <a:pt x="2589729" y="521595"/>
                  <a:pt x="2590144" y="521832"/>
                  <a:pt x="2590380" y="522247"/>
                </a:cubicBezTo>
                <a:lnTo>
                  <a:pt x="2599738" y="538474"/>
                </a:lnTo>
                <a:cubicBezTo>
                  <a:pt x="2599975" y="538830"/>
                  <a:pt x="2599975" y="539363"/>
                  <a:pt x="2599738" y="539777"/>
                </a:cubicBezTo>
                <a:lnTo>
                  <a:pt x="2590321" y="556005"/>
                </a:lnTo>
                <a:cubicBezTo>
                  <a:pt x="2590084" y="556419"/>
                  <a:pt x="2589670" y="556656"/>
                  <a:pt x="2589196" y="556656"/>
                </a:cubicBezTo>
                <a:lnTo>
                  <a:pt x="2570421" y="556656"/>
                </a:lnTo>
                <a:cubicBezTo>
                  <a:pt x="2569948" y="556656"/>
                  <a:pt x="2569533" y="556419"/>
                  <a:pt x="2569296" y="556005"/>
                </a:cubicBezTo>
                <a:lnTo>
                  <a:pt x="2559939" y="539777"/>
                </a:lnTo>
                <a:cubicBezTo>
                  <a:pt x="2559702" y="539422"/>
                  <a:pt x="2559702" y="538889"/>
                  <a:pt x="2559939" y="538474"/>
                </a:cubicBezTo>
                <a:lnTo>
                  <a:pt x="2569355" y="522247"/>
                </a:lnTo>
                <a:cubicBezTo>
                  <a:pt x="2569593" y="521832"/>
                  <a:pt x="2570007" y="521595"/>
                  <a:pt x="2570481" y="521595"/>
                </a:cubicBezTo>
                <a:close/>
                <a:moveTo>
                  <a:pt x="947358" y="521595"/>
                </a:moveTo>
                <a:lnTo>
                  <a:pt x="966132" y="521595"/>
                </a:lnTo>
                <a:cubicBezTo>
                  <a:pt x="966606" y="521595"/>
                  <a:pt x="967021" y="521832"/>
                  <a:pt x="967257" y="522247"/>
                </a:cubicBezTo>
                <a:lnTo>
                  <a:pt x="976615" y="538474"/>
                </a:lnTo>
                <a:cubicBezTo>
                  <a:pt x="976852" y="538830"/>
                  <a:pt x="976852" y="539363"/>
                  <a:pt x="976615" y="539777"/>
                </a:cubicBezTo>
                <a:lnTo>
                  <a:pt x="967198" y="556005"/>
                </a:lnTo>
                <a:cubicBezTo>
                  <a:pt x="966961" y="556419"/>
                  <a:pt x="966547" y="556656"/>
                  <a:pt x="966073" y="556656"/>
                </a:cubicBezTo>
                <a:lnTo>
                  <a:pt x="947298" y="556656"/>
                </a:lnTo>
                <a:cubicBezTo>
                  <a:pt x="946825" y="556656"/>
                  <a:pt x="946410" y="556419"/>
                  <a:pt x="946173" y="556005"/>
                </a:cubicBezTo>
                <a:lnTo>
                  <a:pt x="936816" y="539777"/>
                </a:lnTo>
                <a:cubicBezTo>
                  <a:pt x="936579" y="539422"/>
                  <a:pt x="936579" y="538889"/>
                  <a:pt x="936816" y="538474"/>
                </a:cubicBezTo>
                <a:lnTo>
                  <a:pt x="946232" y="522247"/>
                </a:lnTo>
                <a:cubicBezTo>
                  <a:pt x="946470" y="521832"/>
                  <a:pt x="946884" y="521595"/>
                  <a:pt x="947358" y="521595"/>
                </a:cubicBezTo>
                <a:close/>
                <a:moveTo>
                  <a:pt x="270947" y="521476"/>
                </a:moveTo>
                <a:lnTo>
                  <a:pt x="289840" y="521476"/>
                </a:lnTo>
                <a:cubicBezTo>
                  <a:pt x="290255" y="521476"/>
                  <a:pt x="290729" y="521713"/>
                  <a:pt x="290966" y="522127"/>
                </a:cubicBezTo>
                <a:lnTo>
                  <a:pt x="300383" y="538474"/>
                </a:lnTo>
                <a:cubicBezTo>
                  <a:pt x="300619" y="538888"/>
                  <a:pt x="300619" y="539421"/>
                  <a:pt x="300383" y="539836"/>
                </a:cubicBezTo>
                <a:lnTo>
                  <a:pt x="290966" y="556182"/>
                </a:lnTo>
                <a:cubicBezTo>
                  <a:pt x="290729" y="556596"/>
                  <a:pt x="290314" y="556833"/>
                  <a:pt x="289840" y="556833"/>
                </a:cubicBezTo>
                <a:lnTo>
                  <a:pt x="270947" y="556833"/>
                </a:lnTo>
                <a:cubicBezTo>
                  <a:pt x="270533" y="556833"/>
                  <a:pt x="270059" y="556596"/>
                  <a:pt x="269823" y="556182"/>
                </a:cubicBezTo>
                <a:lnTo>
                  <a:pt x="260406" y="539836"/>
                </a:lnTo>
                <a:cubicBezTo>
                  <a:pt x="260169" y="539421"/>
                  <a:pt x="260169" y="538888"/>
                  <a:pt x="260406" y="538474"/>
                </a:cubicBezTo>
                <a:lnTo>
                  <a:pt x="269823" y="522127"/>
                </a:lnTo>
                <a:cubicBezTo>
                  <a:pt x="270059" y="521713"/>
                  <a:pt x="270474" y="521476"/>
                  <a:pt x="270947" y="521476"/>
                </a:cubicBezTo>
                <a:close/>
                <a:moveTo>
                  <a:pt x="811969" y="521417"/>
                </a:moveTo>
                <a:lnTo>
                  <a:pt x="830981" y="521417"/>
                </a:lnTo>
                <a:cubicBezTo>
                  <a:pt x="831454" y="521417"/>
                  <a:pt x="831928" y="521654"/>
                  <a:pt x="832165" y="522069"/>
                </a:cubicBezTo>
                <a:lnTo>
                  <a:pt x="841641" y="538533"/>
                </a:lnTo>
                <a:cubicBezTo>
                  <a:pt x="841878" y="538948"/>
                  <a:pt x="841878" y="539481"/>
                  <a:pt x="841641" y="539895"/>
                </a:cubicBezTo>
                <a:lnTo>
                  <a:pt x="832165" y="556360"/>
                </a:lnTo>
                <a:cubicBezTo>
                  <a:pt x="831869" y="556774"/>
                  <a:pt x="831454" y="557011"/>
                  <a:pt x="830981" y="557011"/>
                </a:cubicBezTo>
                <a:lnTo>
                  <a:pt x="811969" y="557011"/>
                </a:lnTo>
                <a:cubicBezTo>
                  <a:pt x="811495" y="557011"/>
                  <a:pt x="811021" y="556774"/>
                  <a:pt x="810785" y="556360"/>
                </a:cubicBezTo>
                <a:lnTo>
                  <a:pt x="801309" y="539895"/>
                </a:lnTo>
                <a:cubicBezTo>
                  <a:pt x="801072" y="539481"/>
                  <a:pt x="801072" y="538948"/>
                  <a:pt x="801309" y="538533"/>
                </a:cubicBezTo>
                <a:lnTo>
                  <a:pt x="810785" y="522069"/>
                </a:lnTo>
                <a:cubicBezTo>
                  <a:pt x="811081" y="521654"/>
                  <a:pt x="811495" y="521417"/>
                  <a:pt x="811969" y="521417"/>
                </a:cubicBezTo>
                <a:close/>
                <a:moveTo>
                  <a:pt x="4937055" y="520707"/>
                </a:moveTo>
                <a:lnTo>
                  <a:pt x="4956837" y="520707"/>
                </a:lnTo>
                <a:cubicBezTo>
                  <a:pt x="4957311" y="520707"/>
                  <a:pt x="4957784" y="521003"/>
                  <a:pt x="4958021" y="521418"/>
                </a:cubicBezTo>
                <a:lnTo>
                  <a:pt x="4967912" y="538534"/>
                </a:lnTo>
                <a:cubicBezTo>
                  <a:pt x="4968149" y="539008"/>
                  <a:pt x="4968149" y="539541"/>
                  <a:pt x="4967912" y="539955"/>
                </a:cubicBezTo>
                <a:lnTo>
                  <a:pt x="4958021" y="557071"/>
                </a:lnTo>
                <a:cubicBezTo>
                  <a:pt x="4957784" y="557486"/>
                  <a:pt x="4957311" y="557782"/>
                  <a:pt x="4956837" y="557782"/>
                </a:cubicBezTo>
                <a:lnTo>
                  <a:pt x="4937055" y="557782"/>
                </a:lnTo>
                <a:cubicBezTo>
                  <a:pt x="4936582" y="557782"/>
                  <a:pt x="4936108" y="557486"/>
                  <a:pt x="4935871" y="557071"/>
                </a:cubicBezTo>
                <a:lnTo>
                  <a:pt x="4925980" y="539955"/>
                </a:lnTo>
                <a:cubicBezTo>
                  <a:pt x="4925744" y="539481"/>
                  <a:pt x="4925744" y="538948"/>
                  <a:pt x="4925980" y="538534"/>
                </a:cubicBezTo>
                <a:lnTo>
                  <a:pt x="4935871" y="521418"/>
                </a:lnTo>
                <a:cubicBezTo>
                  <a:pt x="4936108" y="521003"/>
                  <a:pt x="4936582" y="520707"/>
                  <a:pt x="4937055" y="520707"/>
                </a:cubicBezTo>
                <a:close/>
                <a:moveTo>
                  <a:pt x="4666456" y="520588"/>
                </a:moveTo>
                <a:lnTo>
                  <a:pt x="4686356" y="520588"/>
                </a:lnTo>
                <a:cubicBezTo>
                  <a:pt x="4686829" y="520588"/>
                  <a:pt x="4687304" y="520884"/>
                  <a:pt x="4687540" y="521299"/>
                </a:cubicBezTo>
                <a:lnTo>
                  <a:pt x="4697490" y="538533"/>
                </a:lnTo>
                <a:cubicBezTo>
                  <a:pt x="4697727" y="539007"/>
                  <a:pt x="4697727" y="539540"/>
                  <a:pt x="4697490" y="539955"/>
                </a:cubicBezTo>
                <a:lnTo>
                  <a:pt x="4687540" y="557189"/>
                </a:lnTo>
                <a:cubicBezTo>
                  <a:pt x="4687304" y="557604"/>
                  <a:pt x="4686829" y="557900"/>
                  <a:pt x="4686356" y="557900"/>
                </a:cubicBezTo>
                <a:lnTo>
                  <a:pt x="4666456" y="557900"/>
                </a:lnTo>
                <a:cubicBezTo>
                  <a:pt x="4665983" y="557900"/>
                  <a:pt x="4665508" y="557604"/>
                  <a:pt x="4665271" y="557189"/>
                </a:cubicBezTo>
                <a:lnTo>
                  <a:pt x="4655322" y="539955"/>
                </a:lnTo>
                <a:cubicBezTo>
                  <a:pt x="4655085" y="539481"/>
                  <a:pt x="4655085" y="538948"/>
                  <a:pt x="4655322" y="538533"/>
                </a:cubicBezTo>
                <a:lnTo>
                  <a:pt x="4665271" y="521299"/>
                </a:lnTo>
                <a:cubicBezTo>
                  <a:pt x="4665508" y="520884"/>
                  <a:pt x="4665983" y="520588"/>
                  <a:pt x="4666456" y="520588"/>
                </a:cubicBezTo>
                <a:close/>
                <a:moveTo>
                  <a:pt x="4734032" y="520351"/>
                </a:moveTo>
                <a:lnTo>
                  <a:pt x="4754109" y="520351"/>
                </a:lnTo>
                <a:cubicBezTo>
                  <a:pt x="4754642" y="520351"/>
                  <a:pt x="4755116" y="520647"/>
                  <a:pt x="4755353" y="521062"/>
                </a:cubicBezTo>
                <a:lnTo>
                  <a:pt x="4765362" y="538474"/>
                </a:lnTo>
                <a:cubicBezTo>
                  <a:pt x="4765599" y="538888"/>
                  <a:pt x="4765599" y="539481"/>
                  <a:pt x="4765362" y="539895"/>
                </a:cubicBezTo>
                <a:lnTo>
                  <a:pt x="4755294" y="557307"/>
                </a:lnTo>
                <a:cubicBezTo>
                  <a:pt x="4754997" y="557722"/>
                  <a:pt x="4754524" y="558018"/>
                  <a:pt x="4754050" y="558018"/>
                </a:cubicBezTo>
                <a:lnTo>
                  <a:pt x="4733973" y="558018"/>
                </a:lnTo>
                <a:cubicBezTo>
                  <a:pt x="4733439" y="558018"/>
                  <a:pt x="4732966" y="557722"/>
                  <a:pt x="4732729" y="557307"/>
                </a:cubicBezTo>
                <a:lnTo>
                  <a:pt x="4722720" y="539895"/>
                </a:lnTo>
                <a:cubicBezTo>
                  <a:pt x="4722483" y="539481"/>
                  <a:pt x="4722483" y="538888"/>
                  <a:pt x="4722720" y="538474"/>
                </a:cubicBezTo>
                <a:lnTo>
                  <a:pt x="4732788" y="521062"/>
                </a:lnTo>
                <a:cubicBezTo>
                  <a:pt x="4733084" y="520647"/>
                  <a:pt x="4733558" y="520351"/>
                  <a:pt x="4734032" y="520351"/>
                </a:cubicBezTo>
                <a:close/>
                <a:moveTo>
                  <a:pt x="2840133" y="519937"/>
                </a:moveTo>
                <a:lnTo>
                  <a:pt x="2860683" y="519937"/>
                </a:lnTo>
                <a:cubicBezTo>
                  <a:pt x="2861157" y="519937"/>
                  <a:pt x="2861690" y="520174"/>
                  <a:pt x="2861927" y="520648"/>
                </a:cubicBezTo>
                <a:lnTo>
                  <a:pt x="2872173" y="538415"/>
                </a:lnTo>
                <a:cubicBezTo>
                  <a:pt x="2872410" y="538889"/>
                  <a:pt x="2872410" y="539422"/>
                  <a:pt x="2872173" y="539896"/>
                </a:cubicBezTo>
                <a:lnTo>
                  <a:pt x="2861927" y="557663"/>
                </a:lnTo>
                <a:cubicBezTo>
                  <a:pt x="2861690" y="558078"/>
                  <a:pt x="2861217" y="558374"/>
                  <a:pt x="2860683" y="558374"/>
                </a:cubicBezTo>
                <a:lnTo>
                  <a:pt x="2840133" y="558374"/>
                </a:lnTo>
                <a:cubicBezTo>
                  <a:pt x="2839659" y="558374"/>
                  <a:pt x="2839125" y="558137"/>
                  <a:pt x="2838889" y="557663"/>
                </a:cubicBezTo>
                <a:lnTo>
                  <a:pt x="2828643" y="539896"/>
                </a:lnTo>
                <a:cubicBezTo>
                  <a:pt x="2828406" y="539422"/>
                  <a:pt x="2828406" y="538889"/>
                  <a:pt x="2828643" y="538415"/>
                </a:cubicBezTo>
                <a:lnTo>
                  <a:pt x="2838889" y="520648"/>
                </a:lnTo>
                <a:cubicBezTo>
                  <a:pt x="2839125" y="520233"/>
                  <a:pt x="2839599" y="519937"/>
                  <a:pt x="2840133" y="519937"/>
                </a:cubicBezTo>
                <a:close/>
                <a:moveTo>
                  <a:pt x="2906405" y="517390"/>
                </a:moveTo>
                <a:lnTo>
                  <a:pt x="2929680" y="517390"/>
                </a:lnTo>
                <a:cubicBezTo>
                  <a:pt x="2930272" y="517390"/>
                  <a:pt x="2930806" y="517686"/>
                  <a:pt x="2931102" y="518219"/>
                </a:cubicBezTo>
                <a:lnTo>
                  <a:pt x="2942710" y="538415"/>
                </a:lnTo>
                <a:cubicBezTo>
                  <a:pt x="2943006" y="538948"/>
                  <a:pt x="2943006" y="539540"/>
                  <a:pt x="2942710" y="540073"/>
                </a:cubicBezTo>
                <a:lnTo>
                  <a:pt x="2931042" y="560269"/>
                </a:lnTo>
                <a:cubicBezTo>
                  <a:pt x="2930746" y="560802"/>
                  <a:pt x="2930213" y="561098"/>
                  <a:pt x="2929621" y="561098"/>
                </a:cubicBezTo>
                <a:lnTo>
                  <a:pt x="2906346" y="561098"/>
                </a:lnTo>
                <a:cubicBezTo>
                  <a:pt x="2905753" y="561098"/>
                  <a:pt x="2905220" y="560802"/>
                  <a:pt x="2904924" y="560269"/>
                </a:cubicBezTo>
                <a:lnTo>
                  <a:pt x="2893316" y="540073"/>
                </a:lnTo>
                <a:cubicBezTo>
                  <a:pt x="2893020" y="539540"/>
                  <a:pt x="2893020" y="538948"/>
                  <a:pt x="2893316" y="538415"/>
                </a:cubicBezTo>
                <a:lnTo>
                  <a:pt x="2904983" y="518219"/>
                </a:lnTo>
                <a:cubicBezTo>
                  <a:pt x="2905280" y="517686"/>
                  <a:pt x="2905812" y="517390"/>
                  <a:pt x="2906405" y="517390"/>
                </a:cubicBezTo>
                <a:close/>
                <a:moveTo>
                  <a:pt x="2973862" y="517035"/>
                </a:moveTo>
                <a:lnTo>
                  <a:pt x="2997494" y="517035"/>
                </a:lnTo>
                <a:cubicBezTo>
                  <a:pt x="2998086" y="517035"/>
                  <a:pt x="2998619" y="517331"/>
                  <a:pt x="2998915" y="517864"/>
                </a:cubicBezTo>
                <a:lnTo>
                  <a:pt x="3010701" y="538356"/>
                </a:lnTo>
                <a:cubicBezTo>
                  <a:pt x="3010997" y="538830"/>
                  <a:pt x="3010997" y="539481"/>
                  <a:pt x="3010701" y="540014"/>
                </a:cubicBezTo>
                <a:lnTo>
                  <a:pt x="2998856" y="560506"/>
                </a:lnTo>
                <a:cubicBezTo>
                  <a:pt x="2998560" y="561039"/>
                  <a:pt x="2998026" y="561335"/>
                  <a:pt x="2997434" y="561335"/>
                </a:cubicBezTo>
                <a:lnTo>
                  <a:pt x="2973803" y="561335"/>
                </a:lnTo>
                <a:cubicBezTo>
                  <a:pt x="2973211" y="561335"/>
                  <a:pt x="2972678" y="561039"/>
                  <a:pt x="2972382" y="560506"/>
                </a:cubicBezTo>
                <a:lnTo>
                  <a:pt x="2960596" y="540014"/>
                </a:lnTo>
                <a:cubicBezTo>
                  <a:pt x="2960300" y="539540"/>
                  <a:pt x="2960300" y="538889"/>
                  <a:pt x="2960596" y="538356"/>
                </a:cubicBezTo>
                <a:lnTo>
                  <a:pt x="2972441" y="517864"/>
                </a:lnTo>
                <a:cubicBezTo>
                  <a:pt x="2972737" y="517331"/>
                  <a:pt x="2973270" y="517035"/>
                  <a:pt x="2973862" y="517035"/>
                </a:cubicBezTo>
                <a:close/>
                <a:moveTo>
                  <a:pt x="4333848" y="472320"/>
                </a:moveTo>
                <a:lnTo>
                  <a:pt x="4342673" y="472320"/>
                </a:lnTo>
                <a:cubicBezTo>
                  <a:pt x="4342910" y="472320"/>
                  <a:pt x="4343206" y="472616"/>
                  <a:pt x="4343206" y="472616"/>
                </a:cubicBezTo>
                <a:lnTo>
                  <a:pt x="4347648" y="480256"/>
                </a:lnTo>
                <a:cubicBezTo>
                  <a:pt x="4347766" y="480493"/>
                  <a:pt x="4347648" y="480908"/>
                  <a:pt x="4347648" y="480908"/>
                </a:cubicBezTo>
                <a:lnTo>
                  <a:pt x="4343206" y="488548"/>
                </a:lnTo>
                <a:cubicBezTo>
                  <a:pt x="4343088" y="488725"/>
                  <a:pt x="4342673" y="488844"/>
                  <a:pt x="4342673" y="488844"/>
                </a:cubicBezTo>
                <a:lnTo>
                  <a:pt x="4333848" y="488844"/>
                </a:lnTo>
                <a:cubicBezTo>
                  <a:pt x="4333611" y="488844"/>
                  <a:pt x="4333316" y="488548"/>
                  <a:pt x="4333316" y="488548"/>
                </a:cubicBezTo>
                <a:lnTo>
                  <a:pt x="4328874" y="480908"/>
                </a:lnTo>
                <a:cubicBezTo>
                  <a:pt x="4328755" y="480671"/>
                  <a:pt x="4328874" y="480256"/>
                  <a:pt x="4328874" y="480256"/>
                </a:cubicBezTo>
                <a:lnTo>
                  <a:pt x="4333316" y="472616"/>
                </a:lnTo>
                <a:cubicBezTo>
                  <a:pt x="4333434" y="472439"/>
                  <a:pt x="4333848" y="472320"/>
                  <a:pt x="4333848" y="472320"/>
                </a:cubicBezTo>
                <a:close/>
                <a:moveTo>
                  <a:pt x="4671194" y="470780"/>
                </a:moveTo>
                <a:lnTo>
                  <a:pt x="4681677" y="470780"/>
                </a:lnTo>
                <a:cubicBezTo>
                  <a:pt x="4681973" y="470780"/>
                  <a:pt x="4682328" y="471135"/>
                  <a:pt x="4682328" y="471135"/>
                </a:cubicBezTo>
                <a:lnTo>
                  <a:pt x="4687540" y="480197"/>
                </a:lnTo>
                <a:cubicBezTo>
                  <a:pt x="4687659" y="480434"/>
                  <a:pt x="4687540" y="480967"/>
                  <a:pt x="4687540" y="480967"/>
                </a:cubicBezTo>
                <a:lnTo>
                  <a:pt x="4682270" y="490028"/>
                </a:lnTo>
                <a:cubicBezTo>
                  <a:pt x="4682151" y="490265"/>
                  <a:pt x="4681618" y="490383"/>
                  <a:pt x="4681618" y="490383"/>
                </a:cubicBezTo>
                <a:lnTo>
                  <a:pt x="4671135" y="490383"/>
                </a:lnTo>
                <a:cubicBezTo>
                  <a:pt x="4670839" y="490383"/>
                  <a:pt x="4670483" y="490028"/>
                  <a:pt x="4670483" y="490028"/>
                </a:cubicBezTo>
                <a:lnTo>
                  <a:pt x="4665271" y="480967"/>
                </a:lnTo>
                <a:cubicBezTo>
                  <a:pt x="4665154" y="480730"/>
                  <a:pt x="4665271" y="480197"/>
                  <a:pt x="4665271" y="480197"/>
                </a:cubicBezTo>
                <a:lnTo>
                  <a:pt x="4670542" y="471135"/>
                </a:lnTo>
                <a:cubicBezTo>
                  <a:pt x="4670661" y="470898"/>
                  <a:pt x="4671194" y="470780"/>
                  <a:pt x="4671194" y="470780"/>
                </a:cubicBezTo>
                <a:close/>
                <a:moveTo>
                  <a:pt x="71478" y="469181"/>
                </a:moveTo>
                <a:lnTo>
                  <a:pt x="83619" y="469181"/>
                </a:lnTo>
                <a:cubicBezTo>
                  <a:pt x="83975" y="469181"/>
                  <a:pt x="84389" y="469596"/>
                  <a:pt x="84389" y="469596"/>
                </a:cubicBezTo>
                <a:lnTo>
                  <a:pt x="90430" y="480138"/>
                </a:lnTo>
                <a:cubicBezTo>
                  <a:pt x="90608" y="480375"/>
                  <a:pt x="90430" y="480967"/>
                  <a:pt x="90430" y="480967"/>
                </a:cubicBezTo>
                <a:lnTo>
                  <a:pt x="84330" y="491509"/>
                </a:lnTo>
                <a:cubicBezTo>
                  <a:pt x="84152" y="491746"/>
                  <a:pt x="83856" y="491923"/>
                  <a:pt x="83560" y="491923"/>
                </a:cubicBezTo>
                <a:lnTo>
                  <a:pt x="71419" y="491923"/>
                </a:lnTo>
                <a:cubicBezTo>
                  <a:pt x="71063" y="491923"/>
                  <a:pt x="70649" y="491509"/>
                  <a:pt x="70649" y="491509"/>
                </a:cubicBezTo>
                <a:lnTo>
                  <a:pt x="64608" y="480967"/>
                </a:lnTo>
                <a:cubicBezTo>
                  <a:pt x="64430" y="480730"/>
                  <a:pt x="64608" y="480138"/>
                  <a:pt x="64608" y="480138"/>
                </a:cubicBezTo>
                <a:lnTo>
                  <a:pt x="70708" y="469596"/>
                </a:lnTo>
                <a:cubicBezTo>
                  <a:pt x="70886" y="469359"/>
                  <a:pt x="71182" y="469181"/>
                  <a:pt x="71478" y="469181"/>
                </a:cubicBezTo>
                <a:close/>
                <a:moveTo>
                  <a:pt x="4467104" y="468589"/>
                </a:moveTo>
                <a:lnTo>
                  <a:pt x="4479897" y="468589"/>
                </a:lnTo>
                <a:cubicBezTo>
                  <a:pt x="4480193" y="468589"/>
                  <a:pt x="4480667" y="469063"/>
                  <a:pt x="4480667" y="469063"/>
                </a:cubicBezTo>
                <a:lnTo>
                  <a:pt x="4487063" y="480138"/>
                </a:lnTo>
                <a:cubicBezTo>
                  <a:pt x="4487241" y="480375"/>
                  <a:pt x="4487063" y="481026"/>
                  <a:pt x="4487063" y="481026"/>
                </a:cubicBezTo>
                <a:lnTo>
                  <a:pt x="4480667" y="492101"/>
                </a:lnTo>
                <a:cubicBezTo>
                  <a:pt x="4480489" y="492397"/>
                  <a:pt x="4480193" y="492575"/>
                  <a:pt x="4479897" y="492575"/>
                </a:cubicBezTo>
                <a:lnTo>
                  <a:pt x="4467104" y="492575"/>
                </a:lnTo>
                <a:cubicBezTo>
                  <a:pt x="4466808" y="492575"/>
                  <a:pt x="4466334" y="492101"/>
                  <a:pt x="4466334" y="492101"/>
                </a:cubicBezTo>
                <a:lnTo>
                  <a:pt x="4459938" y="481026"/>
                </a:lnTo>
                <a:cubicBezTo>
                  <a:pt x="4459760" y="480789"/>
                  <a:pt x="4459938" y="480138"/>
                  <a:pt x="4459938" y="480138"/>
                </a:cubicBezTo>
                <a:lnTo>
                  <a:pt x="4466334" y="469063"/>
                </a:lnTo>
                <a:cubicBezTo>
                  <a:pt x="4466512" y="468767"/>
                  <a:pt x="4466808" y="468589"/>
                  <a:pt x="4467104" y="468589"/>
                </a:cubicBezTo>
                <a:close/>
                <a:moveTo>
                  <a:pt x="4737349" y="467937"/>
                </a:moveTo>
                <a:lnTo>
                  <a:pt x="4750793" y="467937"/>
                </a:lnTo>
                <a:cubicBezTo>
                  <a:pt x="4751148" y="467937"/>
                  <a:pt x="4751622" y="468411"/>
                  <a:pt x="4751622" y="468411"/>
                </a:cubicBezTo>
                <a:lnTo>
                  <a:pt x="4758374" y="480078"/>
                </a:lnTo>
                <a:cubicBezTo>
                  <a:pt x="4758551" y="480374"/>
                  <a:pt x="4758374" y="481026"/>
                  <a:pt x="4758374" y="481026"/>
                </a:cubicBezTo>
                <a:lnTo>
                  <a:pt x="4751622" y="492693"/>
                </a:lnTo>
                <a:cubicBezTo>
                  <a:pt x="4751444" y="492989"/>
                  <a:pt x="4751148" y="493167"/>
                  <a:pt x="4750793" y="493167"/>
                </a:cubicBezTo>
                <a:lnTo>
                  <a:pt x="4737349" y="493167"/>
                </a:lnTo>
                <a:cubicBezTo>
                  <a:pt x="4736994" y="493167"/>
                  <a:pt x="4736519" y="492693"/>
                  <a:pt x="4736519" y="492693"/>
                </a:cubicBezTo>
                <a:lnTo>
                  <a:pt x="4729768" y="481026"/>
                </a:lnTo>
                <a:cubicBezTo>
                  <a:pt x="4729591" y="480730"/>
                  <a:pt x="4729768" y="480078"/>
                  <a:pt x="4729768" y="480078"/>
                </a:cubicBezTo>
                <a:lnTo>
                  <a:pt x="4736519" y="468411"/>
                </a:lnTo>
                <a:cubicBezTo>
                  <a:pt x="4736697" y="468115"/>
                  <a:pt x="4736994" y="467937"/>
                  <a:pt x="4737349" y="467937"/>
                </a:cubicBezTo>
                <a:close/>
                <a:moveTo>
                  <a:pt x="4533910" y="467049"/>
                </a:moveTo>
                <a:lnTo>
                  <a:pt x="4548361" y="467049"/>
                </a:lnTo>
                <a:cubicBezTo>
                  <a:pt x="4548716" y="467049"/>
                  <a:pt x="4549071" y="467286"/>
                  <a:pt x="4549249" y="467582"/>
                </a:cubicBezTo>
                <a:lnTo>
                  <a:pt x="4556475" y="480138"/>
                </a:lnTo>
                <a:cubicBezTo>
                  <a:pt x="4556652" y="480434"/>
                  <a:pt x="4556652" y="480848"/>
                  <a:pt x="4556475" y="481145"/>
                </a:cubicBezTo>
                <a:lnTo>
                  <a:pt x="4549249" y="493700"/>
                </a:lnTo>
                <a:cubicBezTo>
                  <a:pt x="4549071" y="494056"/>
                  <a:pt x="4548716" y="494233"/>
                  <a:pt x="4548361" y="494233"/>
                </a:cubicBezTo>
                <a:lnTo>
                  <a:pt x="4533910" y="494233"/>
                </a:lnTo>
                <a:cubicBezTo>
                  <a:pt x="4533554" y="494233"/>
                  <a:pt x="4533200" y="493996"/>
                  <a:pt x="4533022" y="493700"/>
                </a:cubicBezTo>
                <a:lnTo>
                  <a:pt x="4525796" y="481145"/>
                </a:lnTo>
                <a:cubicBezTo>
                  <a:pt x="4525619" y="480848"/>
                  <a:pt x="4525619" y="480434"/>
                  <a:pt x="4525796" y="480138"/>
                </a:cubicBezTo>
                <a:lnTo>
                  <a:pt x="4533022" y="467582"/>
                </a:lnTo>
                <a:cubicBezTo>
                  <a:pt x="4533200" y="467227"/>
                  <a:pt x="4533554" y="467049"/>
                  <a:pt x="4533910" y="467049"/>
                </a:cubicBezTo>
                <a:close/>
                <a:moveTo>
                  <a:pt x="2775458" y="466930"/>
                </a:moveTo>
                <a:lnTo>
                  <a:pt x="2790028" y="466930"/>
                </a:lnTo>
                <a:cubicBezTo>
                  <a:pt x="2790383" y="466930"/>
                  <a:pt x="2790738" y="467167"/>
                  <a:pt x="2790916" y="467463"/>
                </a:cubicBezTo>
                <a:lnTo>
                  <a:pt x="2798201" y="480078"/>
                </a:lnTo>
                <a:cubicBezTo>
                  <a:pt x="2798378" y="480374"/>
                  <a:pt x="2798378" y="480789"/>
                  <a:pt x="2798201" y="481085"/>
                </a:cubicBezTo>
                <a:lnTo>
                  <a:pt x="2790916" y="493700"/>
                </a:lnTo>
                <a:cubicBezTo>
                  <a:pt x="2790738" y="494055"/>
                  <a:pt x="2790383" y="494233"/>
                  <a:pt x="2790028" y="494233"/>
                </a:cubicBezTo>
                <a:lnTo>
                  <a:pt x="2775458" y="494233"/>
                </a:lnTo>
                <a:cubicBezTo>
                  <a:pt x="2775103" y="494233"/>
                  <a:pt x="2774748" y="493996"/>
                  <a:pt x="2774570" y="493700"/>
                </a:cubicBezTo>
                <a:lnTo>
                  <a:pt x="2767285" y="481085"/>
                </a:lnTo>
                <a:cubicBezTo>
                  <a:pt x="2767108" y="480789"/>
                  <a:pt x="2767108" y="480374"/>
                  <a:pt x="2767285" y="480078"/>
                </a:cubicBezTo>
                <a:lnTo>
                  <a:pt x="2774570" y="467463"/>
                </a:lnTo>
                <a:cubicBezTo>
                  <a:pt x="2774748" y="467108"/>
                  <a:pt x="2775103" y="466930"/>
                  <a:pt x="2775458" y="466930"/>
                </a:cubicBezTo>
                <a:close/>
                <a:moveTo>
                  <a:pt x="4398463" y="466693"/>
                </a:moveTo>
                <a:lnTo>
                  <a:pt x="4413269" y="466693"/>
                </a:lnTo>
                <a:cubicBezTo>
                  <a:pt x="4413624" y="466693"/>
                  <a:pt x="4413980" y="466930"/>
                  <a:pt x="4414158" y="467226"/>
                </a:cubicBezTo>
                <a:lnTo>
                  <a:pt x="4421561" y="480019"/>
                </a:lnTo>
                <a:cubicBezTo>
                  <a:pt x="4421738" y="480374"/>
                  <a:pt x="4421738" y="480789"/>
                  <a:pt x="4421561" y="481085"/>
                </a:cubicBezTo>
                <a:lnTo>
                  <a:pt x="4414158" y="493877"/>
                </a:lnTo>
                <a:cubicBezTo>
                  <a:pt x="4413980" y="494233"/>
                  <a:pt x="4413624" y="494410"/>
                  <a:pt x="4413269" y="494410"/>
                </a:cubicBezTo>
                <a:lnTo>
                  <a:pt x="4398463" y="494410"/>
                </a:lnTo>
                <a:cubicBezTo>
                  <a:pt x="4398107" y="494410"/>
                  <a:pt x="4397752" y="494173"/>
                  <a:pt x="4397575" y="493877"/>
                </a:cubicBezTo>
                <a:lnTo>
                  <a:pt x="4390171" y="481085"/>
                </a:lnTo>
                <a:cubicBezTo>
                  <a:pt x="4389994" y="480729"/>
                  <a:pt x="4389994" y="480315"/>
                  <a:pt x="4390171" y="480019"/>
                </a:cubicBezTo>
                <a:lnTo>
                  <a:pt x="4397575" y="467226"/>
                </a:lnTo>
                <a:cubicBezTo>
                  <a:pt x="4397752" y="466871"/>
                  <a:pt x="4398107" y="466693"/>
                  <a:pt x="4398463" y="466693"/>
                </a:cubicBezTo>
                <a:close/>
                <a:moveTo>
                  <a:pt x="3925076" y="466693"/>
                </a:moveTo>
                <a:lnTo>
                  <a:pt x="3939883" y="466693"/>
                </a:lnTo>
                <a:cubicBezTo>
                  <a:pt x="3940238" y="466693"/>
                  <a:pt x="3940593" y="466930"/>
                  <a:pt x="3940771" y="467226"/>
                </a:cubicBezTo>
                <a:lnTo>
                  <a:pt x="3948174" y="480019"/>
                </a:lnTo>
                <a:cubicBezTo>
                  <a:pt x="3948352" y="480374"/>
                  <a:pt x="3948352" y="480789"/>
                  <a:pt x="3948174" y="481085"/>
                </a:cubicBezTo>
                <a:lnTo>
                  <a:pt x="3940771" y="493877"/>
                </a:lnTo>
                <a:cubicBezTo>
                  <a:pt x="3940593" y="494233"/>
                  <a:pt x="3940238" y="494410"/>
                  <a:pt x="3939883" y="494410"/>
                </a:cubicBezTo>
                <a:lnTo>
                  <a:pt x="3925076" y="494410"/>
                </a:lnTo>
                <a:cubicBezTo>
                  <a:pt x="3924721" y="494410"/>
                  <a:pt x="3924366" y="494173"/>
                  <a:pt x="3924189" y="493877"/>
                </a:cubicBezTo>
                <a:lnTo>
                  <a:pt x="3916785" y="481085"/>
                </a:lnTo>
                <a:cubicBezTo>
                  <a:pt x="3916608" y="480729"/>
                  <a:pt x="3916608" y="480315"/>
                  <a:pt x="3916785" y="480019"/>
                </a:cubicBezTo>
                <a:lnTo>
                  <a:pt x="3924189" y="467226"/>
                </a:lnTo>
                <a:cubicBezTo>
                  <a:pt x="3924366" y="466871"/>
                  <a:pt x="3924721" y="466693"/>
                  <a:pt x="3925076" y="466693"/>
                </a:cubicBezTo>
                <a:close/>
                <a:moveTo>
                  <a:pt x="137691" y="466516"/>
                </a:moveTo>
                <a:lnTo>
                  <a:pt x="152675" y="466516"/>
                </a:lnTo>
                <a:cubicBezTo>
                  <a:pt x="153030" y="466516"/>
                  <a:pt x="153386" y="466694"/>
                  <a:pt x="153564" y="467049"/>
                </a:cubicBezTo>
                <a:lnTo>
                  <a:pt x="161085" y="480078"/>
                </a:lnTo>
                <a:cubicBezTo>
                  <a:pt x="161263" y="480434"/>
                  <a:pt x="161263" y="480789"/>
                  <a:pt x="161085" y="481145"/>
                </a:cubicBezTo>
                <a:lnTo>
                  <a:pt x="153564" y="494174"/>
                </a:lnTo>
                <a:cubicBezTo>
                  <a:pt x="153386" y="494529"/>
                  <a:pt x="153030" y="494707"/>
                  <a:pt x="152675" y="494707"/>
                </a:cubicBezTo>
                <a:lnTo>
                  <a:pt x="137691" y="494707"/>
                </a:lnTo>
                <a:cubicBezTo>
                  <a:pt x="137336" y="494707"/>
                  <a:pt x="136980" y="494529"/>
                  <a:pt x="136803" y="494174"/>
                </a:cubicBezTo>
                <a:lnTo>
                  <a:pt x="129281" y="481145"/>
                </a:lnTo>
                <a:cubicBezTo>
                  <a:pt x="129104" y="480789"/>
                  <a:pt x="129104" y="480434"/>
                  <a:pt x="129281" y="480078"/>
                </a:cubicBezTo>
                <a:lnTo>
                  <a:pt x="136803" y="467049"/>
                </a:lnTo>
                <a:cubicBezTo>
                  <a:pt x="136980" y="466694"/>
                  <a:pt x="137336" y="466516"/>
                  <a:pt x="137691" y="466516"/>
                </a:cubicBezTo>
                <a:close/>
                <a:moveTo>
                  <a:pt x="2707349" y="465983"/>
                </a:moveTo>
                <a:lnTo>
                  <a:pt x="2722926" y="465983"/>
                </a:lnTo>
                <a:cubicBezTo>
                  <a:pt x="2723281" y="465983"/>
                  <a:pt x="2723695" y="466161"/>
                  <a:pt x="2723873" y="466516"/>
                </a:cubicBezTo>
                <a:lnTo>
                  <a:pt x="2731632" y="480019"/>
                </a:lnTo>
                <a:cubicBezTo>
                  <a:pt x="2731809" y="480375"/>
                  <a:pt x="2731809" y="480789"/>
                  <a:pt x="2731632" y="481145"/>
                </a:cubicBezTo>
                <a:lnTo>
                  <a:pt x="2723814" y="494648"/>
                </a:lnTo>
                <a:cubicBezTo>
                  <a:pt x="2723636" y="494944"/>
                  <a:pt x="2723281" y="495181"/>
                  <a:pt x="2722866" y="495181"/>
                </a:cubicBezTo>
                <a:lnTo>
                  <a:pt x="2707290" y="495181"/>
                </a:lnTo>
                <a:cubicBezTo>
                  <a:pt x="2706935" y="495181"/>
                  <a:pt x="2706520" y="495003"/>
                  <a:pt x="2706343" y="494648"/>
                </a:cubicBezTo>
                <a:lnTo>
                  <a:pt x="2698584" y="481145"/>
                </a:lnTo>
                <a:cubicBezTo>
                  <a:pt x="2698407" y="480789"/>
                  <a:pt x="2698407" y="480375"/>
                  <a:pt x="2698584" y="480019"/>
                </a:cubicBezTo>
                <a:lnTo>
                  <a:pt x="2706402" y="466516"/>
                </a:lnTo>
                <a:cubicBezTo>
                  <a:pt x="2706579" y="466220"/>
                  <a:pt x="2706935" y="465983"/>
                  <a:pt x="2707349" y="465983"/>
                </a:cubicBezTo>
                <a:close/>
                <a:moveTo>
                  <a:pt x="3992238" y="465864"/>
                </a:moveTo>
                <a:lnTo>
                  <a:pt x="4007932" y="465864"/>
                </a:lnTo>
                <a:cubicBezTo>
                  <a:pt x="4008288" y="465864"/>
                  <a:pt x="4008702" y="466042"/>
                  <a:pt x="4008880" y="466397"/>
                </a:cubicBezTo>
                <a:lnTo>
                  <a:pt x="4016698" y="479960"/>
                </a:lnTo>
                <a:cubicBezTo>
                  <a:pt x="4016875" y="480315"/>
                  <a:pt x="4016875" y="480730"/>
                  <a:pt x="4016698" y="481085"/>
                </a:cubicBezTo>
                <a:lnTo>
                  <a:pt x="4008880" y="494647"/>
                </a:lnTo>
                <a:cubicBezTo>
                  <a:pt x="4008702" y="494944"/>
                  <a:pt x="4008347" y="495180"/>
                  <a:pt x="4007932" y="495180"/>
                </a:cubicBezTo>
                <a:lnTo>
                  <a:pt x="3992238" y="495180"/>
                </a:lnTo>
                <a:cubicBezTo>
                  <a:pt x="3991882" y="495180"/>
                  <a:pt x="3991468" y="495003"/>
                  <a:pt x="3991290" y="494647"/>
                </a:cubicBezTo>
                <a:lnTo>
                  <a:pt x="3983472" y="481085"/>
                </a:lnTo>
                <a:cubicBezTo>
                  <a:pt x="3983295" y="480730"/>
                  <a:pt x="3983295" y="480315"/>
                  <a:pt x="3983472" y="479960"/>
                </a:cubicBezTo>
                <a:lnTo>
                  <a:pt x="3991290" y="466397"/>
                </a:lnTo>
                <a:cubicBezTo>
                  <a:pt x="3991468" y="466101"/>
                  <a:pt x="3991823" y="465864"/>
                  <a:pt x="3992238" y="465864"/>
                </a:cubicBezTo>
                <a:close/>
                <a:moveTo>
                  <a:pt x="678298" y="465805"/>
                </a:moveTo>
                <a:lnTo>
                  <a:pt x="694111" y="465805"/>
                </a:lnTo>
                <a:cubicBezTo>
                  <a:pt x="694466" y="465805"/>
                  <a:pt x="694881" y="465983"/>
                  <a:pt x="695059" y="466338"/>
                </a:cubicBezTo>
                <a:lnTo>
                  <a:pt x="702935" y="480019"/>
                </a:lnTo>
                <a:cubicBezTo>
                  <a:pt x="703113" y="480374"/>
                  <a:pt x="703113" y="480789"/>
                  <a:pt x="702935" y="481144"/>
                </a:cubicBezTo>
                <a:lnTo>
                  <a:pt x="695059" y="494825"/>
                </a:lnTo>
                <a:cubicBezTo>
                  <a:pt x="694881" y="495121"/>
                  <a:pt x="694525" y="495358"/>
                  <a:pt x="694111" y="495358"/>
                </a:cubicBezTo>
                <a:lnTo>
                  <a:pt x="678298" y="495358"/>
                </a:lnTo>
                <a:cubicBezTo>
                  <a:pt x="677943" y="495358"/>
                  <a:pt x="677528" y="495181"/>
                  <a:pt x="677350" y="494825"/>
                </a:cubicBezTo>
                <a:lnTo>
                  <a:pt x="669473" y="481144"/>
                </a:lnTo>
                <a:cubicBezTo>
                  <a:pt x="669296" y="480789"/>
                  <a:pt x="669296" y="480374"/>
                  <a:pt x="669473" y="480019"/>
                </a:cubicBezTo>
                <a:lnTo>
                  <a:pt x="677350" y="466338"/>
                </a:lnTo>
                <a:cubicBezTo>
                  <a:pt x="677528" y="466042"/>
                  <a:pt x="677883" y="465805"/>
                  <a:pt x="678298" y="465805"/>
                </a:cubicBezTo>
                <a:close/>
                <a:moveTo>
                  <a:pt x="4059637" y="465390"/>
                </a:moveTo>
                <a:lnTo>
                  <a:pt x="4075864" y="465390"/>
                </a:lnTo>
                <a:cubicBezTo>
                  <a:pt x="4076279" y="465390"/>
                  <a:pt x="4076634" y="465627"/>
                  <a:pt x="4076871" y="465982"/>
                </a:cubicBezTo>
                <a:lnTo>
                  <a:pt x="4084985" y="480019"/>
                </a:lnTo>
                <a:cubicBezTo>
                  <a:pt x="4085222" y="480374"/>
                  <a:pt x="4085222" y="480789"/>
                  <a:pt x="4084985" y="481144"/>
                </a:cubicBezTo>
                <a:lnTo>
                  <a:pt x="4076871" y="495180"/>
                </a:lnTo>
                <a:cubicBezTo>
                  <a:pt x="4076634" y="495536"/>
                  <a:pt x="4076279" y="495773"/>
                  <a:pt x="4075864" y="495773"/>
                </a:cubicBezTo>
                <a:lnTo>
                  <a:pt x="4059637" y="495773"/>
                </a:lnTo>
                <a:cubicBezTo>
                  <a:pt x="4059222" y="495773"/>
                  <a:pt x="4058867" y="495536"/>
                  <a:pt x="4058630" y="495180"/>
                </a:cubicBezTo>
                <a:lnTo>
                  <a:pt x="4050516" y="481144"/>
                </a:lnTo>
                <a:cubicBezTo>
                  <a:pt x="4050279" y="480789"/>
                  <a:pt x="4050279" y="480374"/>
                  <a:pt x="4050516" y="480019"/>
                </a:cubicBezTo>
                <a:lnTo>
                  <a:pt x="4058630" y="465982"/>
                </a:lnTo>
                <a:cubicBezTo>
                  <a:pt x="4058867" y="465627"/>
                  <a:pt x="4059222" y="465390"/>
                  <a:pt x="4059637" y="465390"/>
                </a:cubicBezTo>
                <a:close/>
                <a:moveTo>
                  <a:pt x="1016059" y="465035"/>
                </a:moveTo>
                <a:lnTo>
                  <a:pt x="1032642" y="465035"/>
                </a:lnTo>
                <a:cubicBezTo>
                  <a:pt x="1033057" y="465035"/>
                  <a:pt x="1033412" y="465272"/>
                  <a:pt x="1033649" y="465627"/>
                </a:cubicBezTo>
                <a:lnTo>
                  <a:pt x="1041941" y="479960"/>
                </a:lnTo>
                <a:cubicBezTo>
                  <a:pt x="1042177" y="480315"/>
                  <a:pt x="1042177" y="480789"/>
                  <a:pt x="1041941" y="481144"/>
                </a:cubicBezTo>
                <a:lnTo>
                  <a:pt x="1033649" y="495477"/>
                </a:lnTo>
                <a:cubicBezTo>
                  <a:pt x="1033412" y="495832"/>
                  <a:pt x="1033057" y="496069"/>
                  <a:pt x="1032642" y="496069"/>
                </a:cubicBezTo>
                <a:lnTo>
                  <a:pt x="1016059" y="496069"/>
                </a:lnTo>
                <a:cubicBezTo>
                  <a:pt x="1015645" y="496069"/>
                  <a:pt x="1015289" y="495832"/>
                  <a:pt x="1015052" y="495477"/>
                </a:cubicBezTo>
                <a:lnTo>
                  <a:pt x="1006761" y="481144"/>
                </a:lnTo>
                <a:cubicBezTo>
                  <a:pt x="1006524" y="480789"/>
                  <a:pt x="1006524" y="480315"/>
                  <a:pt x="1006761" y="479960"/>
                </a:cubicBezTo>
                <a:lnTo>
                  <a:pt x="1015052" y="465627"/>
                </a:lnTo>
                <a:cubicBezTo>
                  <a:pt x="1015289" y="465272"/>
                  <a:pt x="1015645" y="465035"/>
                  <a:pt x="1016059" y="465035"/>
                </a:cubicBezTo>
                <a:close/>
                <a:moveTo>
                  <a:pt x="4803385" y="464976"/>
                </a:moveTo>
                <a:lnTo>
                  <a:pt x="4820027" y="464976"/>
                </a:lnTo>
                <a:cubicBezTo>
                  <a:pt x="4820442" y="464976"/>
                  <a:pt x="4820797" y="465213"/>
                  <a:pt x="4821034" y="465568"/>
                </a:cubicBezTo>
                <a:lnTo>
                  <a:pt x="4829385" y="480019"/>
                </a:lnTo>
                <a:cubicBezTo>
                  <a:pt x="4829621" y="480375"/>
                  <a:pt x="4829621" y="480848"/>
                  <a:pt x="4829385" y="481204"/>
                </a:cubicBezTo>
                <a:lnTo>
                  <a:pt x="4821034" y="495655"/>
                </a:lnTo>
                <a:cubicBezTo>
                  <a:pt x="4820856" y="496010"/>
                  <a:pt x="4820442" y="496247"/>
                  <a:pt x="4820027" y="496247"/>
                </a:cubicBezTo>
                <a:lnTo>
                  <a:pt x="4803385" y="496247"/>
                </a:lnTo>
                <a:cubicBezTo>
                  <a:pt x="4802970" y="496247"/>
                  <a:pt x="4802615" y="496010"/>
                  <a:pt x="4802378" y="495655"/>
                </a:cubicBezTo>
                <a:lnTo>
                  <a:pt x="4794028" y="481204"/>
                </a:lnTo>
                <a:cubicBezTo>
                  <a:pt x="4793791" y="480848"/>
                  <a:pt x="4793791" y="480375"/>
                  <a:pt x="4794028" y="480019"/>
                </a:cubicBezTo>
                <a:lnTo>
                  <a:pt x="4802378" y="465568"/>
                </a:lnTo>
                <a:cubicBezTo>
                  <a:pt x="4802556" y="465213"/>
                  <a:pt x="4802970" y="464976"/>
                  <a:pt x="4803385" y="464976"/>
                </a:cubicBezTo>
                <a:close/>
                <a:moveTo>
                  <a:pt x="203905" y="463910"/>
                </a:moveTo>
                <a:lnTo>
                  <a:pt x="221672" y="463910"/>
                </a:lnTo>
                <a:cubicBezTo>
                  <a:pt x="222086" y="463910"/>
                  <a:pt x="222501" y="464147"/>
                  <a:pt x="222738" y="464561"/>
                </a:cubicBezTo>
                <a:lnTo>
                  <a:pt x="231622" y="479960"/>
                </a:lnTo>
                <a:cubicBezTo>
                  <a:pt x="231859" y="480315"/>
                  <a:pt x="231859" y="480789"/>
                  <a:pt x="231622" y="481204"/>
                </a:cubicBezTo>
                <a:lnTo>
                  <a:pt x="222738" y="496602"/>
                </a:lnTo>
                <a:cubicBezTo>
                  <a:pt x="222501" y="497017"/>
                  <a:pt x="222086" y="497254"/>
                  <a:pt x="221672" y="497254"/>
                </a:cubicBezTo>
                <a:lnTo>
                  <a:pt x="203905" y="497254"/>
                </a:lnTo>
                <a:cubicBezTo>
                  <a:pt x="203490" y="497254"/>
                  <a:pt x="203075" y="497017"/>
                  <a:pt x="202838" y="496602"/>
                </a:cubicBezTo>
                <a:lnTo>
                  <a:pt x="193955" y="481204"/>
                </a:lnTo>
                <a:cubicBezTo>
                  <a:pt x="193718" y="480848"/>
                  <a:pt x="193718" y="480375"/>
                  <a:pt x="193955" y="479960"/>
                </a:cubicBezTo>
                <a:lnTo>
                  <a:pt x="202838" y="464561"/>
                </a:lnTo>
                <a:cubicBezTo>
                  <a:pt x="203075" y="464147"/>
                  <a:pt x="203490" y="463910"/>
                  <a:pt x="203905" y="463910"/>
                </a:cubicBezTo>
                <a:close/>
                <a:moveTo>
                  <a:pt x="4599769" y="463732"/>
                </a:moveTo>
                <a:lnTo>
                  <a:pt x="4617774" y="463732"/>
                </a:lnTo>
                <a:cubicBezTo>
                  <a:pt x="4618247" y="463732"/>
                  <a:pt x="4618662" y="463969"/>
                  <a:pt x="4618899" y="464383"/>
                </a:cubicBezTo>
                <a:lnTo>
                  <a:pt x="4627901" y="479960"/>
                </a:lnTo>
                <a:cubicBezTo>
                  <a:pt x="4628138" y="480315"/>
                  <a:pt x="4628138" y="480789"/>
                  <a:pt x="4627901" y="481203"/>
                </a:cubicBezTo>
                <a:lnTo>
                  <a:pt x="4618899" y="496780"/>
                </a:lnTo>
                <a:cubicBezTo>
                  <a:pt x="4618662" y="497194"/>
                  <a:pt x="4618247" y="497431"/>
                  <a:pt x="4617774" y="497431"/>
                </a:cubicBezTo>
                <a:lnTo>
                  <a:pt x="4599769" y="497431"/>
                </a:lnTo>
                <a:cubicBezTo>
                  <a:pt x="4599296" y="497431"/>
                  <a:pt x="4598881" y="497194"/>
                  <a:pt x="4598643" y="496780"/>
                </a:cubicBezTo>
                <a:lnTo>
                  <a:pt x="4589642" y="481203"/>
                </a:lnTo>
                <a:cubicBezTo>
                  <a:pt x="4589405" y="480848"/>
                  <a:pt x="4589405" y="480374"/>
                  <a:pt x="4589642" y="479960"/>
                </a:cubicBezTo>
                <a:lnTo>
                  <a:pt x="4598643" y="464383"/>
                </a:lnTo>
                <a:cubicBezTo>
                  <a:pt x="4598881" y="463969"/>
                  <a:pt x="4599296" y="463732"/>
                  <a:pt x="4599769" y="463732"/>
                </a:cubicBezTo>
                <a:close/>
                <a:moveTo>
                  <a:pt x="2638411" y="463613"/>
                </a:moveTo>
                <a:lnTo>
                  <a:pt x="2656534" y="463613"/>
                </a:lnTo>
                <a:cubicBezTo>
                  <a:pt x="2657008" y="463613"/>
                  <a:pt x="2657423" y="463850"/>
                  <a:pt x="2657660" y="464265"/>
                </a:cubicBezTo>
                <a:lnTo>
                  <a:pt x="2666721" y="479959"/>
                </a:lnTo>
                <a:cubicBezTo>
                  <a:pt x="2666958" y="480374"/>
                  <a:pt x="2666958" y="480848"/>
                  <a:pt x="2666721" y="481262"/>
                </a:cubicBezTo>
                <a:lnTo>
                  <a:pt x="2657660" y="496957"/>
                </a:lnTo>
                <a:cubicBezTo>
                  <a:pt x="2657423" y="497371"/>
                  <a:pt x="2657008" y="497608"/>
                  <a:pt x="2656534" y="497608"/>
                </a:cubicBezTo>
                <a:lnTo>
                  <a:pt x="2638411" y="497608"/>
                </a:lnTo>
                <a:cubicBezTo>
                  <a:pt x="2637938" y="497608"/>
                  <a:pt x="2637523" y="497371"/>
                  <a:pt x="2637286" y="496957"/>
                </a:cubicBezTo>
                <a:lnTo>
                  <a:pt x="2628225" y="481262"/>
                </a:lnTo>
                <a:cubicBezTo>
                  <a:pt x="2627988" y="480848"/>
                  <a:pt x="2627988" y="480374"/>
                  <a:pt x="2628225" y="479959"/>
                </a:cubicBezTo>
                <a:lnTo>
                  <a:pt x="2637286" y="464265"/>
                </a:lnTo>
                <a:cubicBezTo>
                  <a:pt x="2637523" y="463850"/>
                  <a:pt x="2637938" y="463613"/>
                  <a:pt x="2638411" y="463613"/>
                </a:cubicBezTo>
                <a:close/>
                <a:moveTo>
                  <a:pt x="271304" y="463495"/>
                </a:moveTo>
                <a:lnTo>
                  <a:pt x="289545" y="463495"/>
                </a:lnTo>
                <a:cubicBezTo>
                  <a:pt x="290019" y="463495"/>
                  <a:pt x="290433" y="463732"/>
                  <a:pt x="290670" y="464147"/>
                </a:cubicBezTo>
                <a:lnTo>
                  <a:pt x="299791" y="479900"/>
                </a:lnTo>
                <a:cubicBezTo>
                  <a:pt x="300028" y="480315"/>
                  <a:pt x="300028" y="480789"/>
                  <a:pt x="299791" y="481203"/>
                </a:cubicBezTo>
                <a:lnTo>
                  <a:pt x="290670" y="496957"/>
                </a:lnTo>
                <a:cubicBezTo>
                  <a:pt x="290433" y="497372"/>
                  <a:pt x="290019" y="497609"/>
                  <a:pt x="289545" y="497609"/>
                </a:cubicBezTo>
                <a:lnTo>
                  <a:pt x="271304" y="497609"/>
                </a:lnTo>
                <a:cubicBezTo>
                  <a:pt x="270830" y="497609"/>
                  <a:pt x="270415" y="497372"/>
                  <a:pt x="270178" y="496957"/>
                </a:cubicBezTo>
                <a:lnTo>
                  <a:pt x="261058" y="481203"/>
                </a:lnTo>
                <a:cubicBezTo>
                  <a:pt x="260821" y="480789"/>
                  <a:pt x="260821" y="480315"/>
                  <a:pt x="261058" y="479900"/>
                </a:cubicBezTo>
                <a:lnTo>
                  <a:pt x="270178" y="464147"/>
                </a:lnTo>
                <a:cubicBezTo>
                  <a:pt x="270415" y="463732"/>
                  <a:pt x="270830" y="463495"/>
                  <a:pt x="271304" y="463495"/>
                </a:cubicBezTo>
                <a:close/>
                <a:moveTo>
                  <a:pt x="4870191" y="463436"/>
                </a:moveTo>
                <a:lnTo>
                  <a:pt x="4888491" y="463436"/>
                </a:lnTo>
                <a:cubicBezTo>
                  <a:pt x="4888965" y="463436"/>
                  <a:pt x="4889380" y="463673"/>
                  <a:pt x="4889616" y="464088"/>
                </a:cubicBezTo>
                <a:lnTo>
                  <a:pt x="4898796" y="479960"/>
                </a:lnTo>
                <a:cubicBezTo>
                  <a:pt x="4899034" y="480374"/>
                  <a:pt x="4899034" y="480848"/>
                  <a:pt x="4898796" y="481263"/>
                </a:cubicBezTo>
                <a:lnTo>
                  <a:pt x="4889616" y="497135"/>
                </a:lnTo>
                <a:cubicBezTo>
                  <a:pt x="4889380" y="497550"/>
                  <a:pt x="4888965" y="497787"/>
                  <a:pt x="4888491" y="497787"/>
                </a:cubicBezTo>
                <a:lnTo>
                  <a:pt x="4870191" y="497787"/>
                </a:lnTo>
                <a:cubicBezTo>
                  <a:pt x="4869717" y="497787"/>
                  <a:pt x="4869302" y="497550"/>
                  <a:pt x="4869065" y="497135"/>
                </a:cubicBezTo>
                <a:lnTo>
                  <a:pt x="4859886" y="481263"/>
                </a:lnTo>
                <a:cubicBezTo>
                  <a:pt x="4859649" y="480848"/>
                  <a:pt x="4859649" y="480374"/>
                  <a:pt x="4859886" y="479960"/>
                </a:cubicBezTo>
                <a:lnTo>
                  <a:pt x="4869065" y="464088"/>
                </a:lnTo>
                <a:cubicBezTo>
                  <a:pt x="4869302" y="463673"/>
                  <a:pt x="4869717" y="463436"/>
                  <a:pt x="4870191" y="463436"/>
                </a:cubicBezTo>
                <a:close/>
                <a:moveTo>
                  <a:pt x="947239" y="462666"/>
                </a:moveTo>
                <a:lnTo>
                  <a:pt x="966310" y="462666"/>
                </a:lnTo>
                <a:cubicBezTo>
                  <a:pt x="966784" y="462666"/>
                  <a:pt x="967257" y="462903"/>
                  <a:pt x="967495" y="463317"/>
                </a:cubicBezTo>
                <a:lnTo>
                  <a:pt x="977030" y="479841"/>
                </a:lnTo>
                <a:cubicBezTo>
                  <a:pt x="977266" y="480256"/>
                  <a:pt x="977266" y="480789"/>
                  <a:pt x="977030" y="481203"/>
                </a:cubicBezTo>
                <a:lnTo>
                  <a:pt x="967495" y="497727"/>
                </a:lnTo>
                <a:cubicBezTo>
                  <a:pt x="967257" y="498142"/>
                  <a:pt x="966784" y="498379"/>
                  <a:pt x="966310" y="498379"/>
                </a:cubicBezTo>
                <a:lnTo>
                  <a:pt x="947239" y="498379"/>
                </a:lnTo>
                <a:cubicBezTo>
                  <a:pt x="946766" y="498379"/>
                  <a:pt x="946292" y="498142"/>
                  <a:pt x="946055" y="497727"/>
                </a:cubicBezTo>
                <a:lnTo>
                  <a:pt x="936520" y="481203"/>
                </a:lnTo>
                <a:cubicBezTo>
                  <a:pt x="936283" y="480789"/>
                  <a:pt x="936283" y="480256"/>
                  <a:pt x="936520" y="479841"/>
                </a:cubicBezTo>
                <a:lnTo>
                  <a:pt x="946055" y="463317"/>
                </a:lnTo>
                <a:cubicBezTo>
                  <a:pt x="946292" y="462903"/>
                  <a:pt x="946766" y="462666"/>
                  <a:pt x="947239" y="462666"/>
                </a:cubicBezTo>
                <a:close/>
                <a:moveTo>
                  <a:pt x="879604" y="462666"/>
                </a:moveTo>
                <a:lnTo>
                  <a:pt x="898675" y="462666"/>
                </a:lnTo>
                <a:cubicBezTo>
                  <a:pt x="899149" y="462666"/>
                  <a:pt x="899622" y="462903"/>
                  <a:pt x="899859" y="463317"/>
                </a:cubicBezTo>
                <a:lnTo>
                  <a:pt x="909395" y="479841"/>
                </a:lnTo>
                <a:cubicBezTo>
                  <a:pt x="909631" y="480256"/>
                  <a:pt x="909631" y="480789"/>
                  <a:pt x="909395" y="481203"/>
                </a:cubicBezTo>
                <a:lnTo>
                  <a:pt x="899859" y="497727"/>
                </a:lnTo>
                <a:cubicBezTo>
                  <a:pt x="899622" y="498142"/>
                  <a:pt x="899149" y="498379"/>
                  <a:pt x="898675" y="498379"/>
                </a:cubicBezTo>
                <a:lnTo>
                  <a:pt x="879604" y="498379"/>
                </a:lnTo>
                <a:cubicBezTo>
                  <a:pt x="879130" y="498379"/>
                  <a:pt x="878657" y="498142"/>
                  <a:pt x="878420" y="497727"/>
                </a:cubicBezTo>
                <a:lnTo>
                  <a:pt x="868885" y="481203"/>
                </a:lnTo>
                <a:cubicBezTo>
                  <a:pt x="868648" y="480789"/>
                  <a:pt x="868648" y="480256"/>
                  <a:pt x="868885" y="479841"/>
                </a:cubicBezTo>
                <a:lnTo>
                  <a:pt x="878420" y="463317"/>
                </a:lnTo>
                <a:cubicBezTo>
                  <a:pt x="878657" y="462903"/>
                  <a:pt x="879130" y="462666"/>
                  <a:pt x="879604" y="462666"/>
                </a:cubicBezTo>
                <a:close/>
                <a:moveTo>
                  <a:pt x="5004987" y="462607"/>
                </a:moveTo>
                <a:lnTo>
                  <a:pt x="5024176" y="462607"/>
                </a:lnTo>
                <a:cubicBezTo>
                  <a:pt x="5024650" y="462607"/>
                  <a:pt x="5025123" y="462844"/>
                  <a:pt x="5025360" y="463258"/>
                </a:cubicBezTo>
                <a:lnTo>
                  <a:pt x="5034955" y="479901"/>
                </a:lnTo>
                <a:cubicBezTo>
                  <a:pt x="5035192" y="480315"/>
                  <a:pt x="5035192" y="480848"/>
                  <a:pt x="5034955" y="481263"/>
                </a:cubicBezTo>
                <a:lnTo>
                  <a:pt x="5025360" y="497905"/>
                </a:lnTo>
                <a:cubicBezTo>
                  <a:pt x="5025123" y="498320"/>
                  <a:pt x="5024650" y="498557"/>
                  <a:pt x="5024176" y="498557"/>
                </a:cubicBezTo>
                <a:lnTo>
                  <a:pt x="5004987" y="498557"/>
                </a:lnTo>
                <a:cubicBezTo>
                  <a:pt x="5004513" y="498557"/>
                  <a:pt x="5004039" y="498320"/>
                  <a:pt x="5003802" y="497905"/>
                </a:cubicBezTo>
                <a:lnTo>
                  <a:pt x="4994208" y="481263"/>
                </a:lnTo>
                <a:cubicBezTo>
                  <a:pt x="4993971" y="480848"/>
                  <a:pt x="4993971" y="480315"/>
                  <a:pt x="4994208" y="479901"/>
                </a:cubicBezTo>
                <a:lnTo>
                  <a:pt x="5003802" y="463258"/>
                </a:lnTo>
                <a:cubicBezTo>
                  <a:pt x="5004039" y="462844"/>
                  <a:pt x="5004513" y="462607"/>
                  <a:pt x="5004987" y="462607"/>
                </a:cubicBezTo>
                <a:close/>
                <a:moveTo>
                  <a:pt x="2840725" y="462488"/>
                </a:moveTo>
                <a:lnTo>
                  <a:pt x="2860032" y="462488"/>
                </a:lnTo>
                <a:cubicBezTo>
                  <a:pt x="2860506" y="462488"/>
                  <a:pt x="2860980" y="462784"/>
                  <a:pt x="2861217" y="463199"/>
                </a:cubicBezTo>
                <a:lnTo>
                  <a:pt x="2870871" y="479959"/>
                </a:lnTo>
                <a:cubicBezTo>
                  <a:pt x="2871107" y="480374"/>
                  <a:pt x="2871107" y="480907"/>
                  <a:pt x="2870871" y="481322"/>
                </a:cubicBezTo>
                <a:lnTo>
                  <a:pt x="2861217" y="498082"/>
                </a:lnTo>
                <a:cubicBezTo>
                  <a:pt x="2860980" y="498556"/>
                  <a:pt x="2860506" y="498793"/>
                  <a:pt x="2860032" y="498793"/>
                </a:cubicBezTo>
                <a:lnTo>
                  <a:pt x="2840725" y="498793"/>
                </a:lnTo>
                <a:cubicBezTo>
                  <a:pt x="2840251" y="498793"/>
                  <a:pt x="2839777" y="498497"/>
                  <a:pt x="2839540" y="498082"/>
                </a:cubicBezTo>
                <a:lnTo>
                  <a:pt x="2829887" y="481322"/>
                </a:lnTo>
                <a:cubicBezTo>
                  <a:pt x="2829650" y="480907"/>
                  <a:pt x="2829650" y="480374"/>
                  <a:pt x="2829887" y="479959"/>
                </a:cubicBezTo>
                <a:lnTo>
                  <a:pt x="2839540" y="463199"/>
                </a:lnTo>
                <a:cubicBezTo>
                  <a:pt x="2839777" y="462725"/>
                  <a:pt x="2840251" y="462488"/>
                  <a:pt x="2840725" y="462488"/>
                </a:cubicBezTo>
                <a:close/>
                <a:moveTo>
                  <a:pt x="743920" y="462074"/>
                </a:moveTo>
                <a:lnTo>
                  <a:pt x="763701" y="462074"/>
                </a:lnTo>
                <a:cubicBezTo>
                  <a:pt x="764175" y="462074"/>
                  <a:pt x="764649" y="462370"/>
                  <a:pt x="764885" y="462785"/>
                </a:cubicBezTo>
                <a:lnTo>
                  <a:pt x="774776" y="479901"/>
                </a:lnTo>
                <a:cubicBezTo>
                  <a:pt x="775013" y="480375"/>
                  <a:pt x="775013" y="480908"/>
                  <a:pt x="774776" y="481322"/>
                </a:cubicBezTo>
                <a:lnTo>
                  <a:pt x="764885" y="498438"/>
                </a:lnTo>
                <a:cubicBezTo>
                  <a:pt x="764649" y="498853"/>
                  <a:pt x="764175" y="499149"/>
                  <a:pt x="763701" y="499149"/>
                </a:cubicBezTo>
                <a:lnTo>
                  <a:pt x="743920" y="499149"/>
                </a:lnTo>
                <a:cubicBezTo>
                  <a:pt x="743446" y="499149"/>
                  <a:pt x="742972" y="498853"/>
                  <a:pt x="742735" y="498438"/>
                </a:cubicBezTo>
                <a:lnTo>
                  <a:pt x="732845" y="481322"/>
                </a:lnTo>
                <a:cubicBezTo>
                  <a:pt x="732608" y="480848"/>
                  <a:pt x="732608" y="480315"/>
                  <a:pt x="732845" y="479901"/>
                </a:cubicBezTo>
                <a:lnTo>
                  <a:pt x="742735" y="462785"/>
                </a:lnTo>
                <a:cubicBezTo>
                  <a:pt x="742972" y="462370"/>
                  <a:pt x="743446" y="462074"/>
                  <a:pt x="743920" y="462074"/>
                </a:cubicBezTo>
                <a:close/>
                <a:moveTo>
                  <a:pt x="811495" y="461837"/>
                </a:moveTo>
                <a:lnTo>
                  <a:pt x="831454" y="461837"/>
                </a:lnTo>
                <a:cubicBezTo>
                  <a:pt x="831987" y="461837"/>
                  <a:pt x="832461" y="462133"/>
                  <a:pt x="832698" y="462548"/>
                </a:cubicBezTo>
                <a:lnTo>
                  <a:pt x="842707" y="479841"/>
                </a:lnTo>
                <a:cubicBezTo>
                  <a:pt x="842944" y="480256"/>
                  <a:pt x="842944" y="480848"/>
                  <a:pt x="842707" y="481263"/>
                </a:cubicBezTo>
                <a:lnTo>
                  <a:pt x="832698" y="498557"/>
                </a:lnTo>
                <a:cubicBezTo>
                  <a:pt x="832402" y="498971"/>
                  <a:pt x="831928" y="499267"/>
                  <a:pt x="831454" y="499267"/>
                </a:cubicBezTo>
                <a:lnTo>
                  <a:pt x="811495" y="499267"/>
                </a:lnTo>
                <a:cubicBezTo>
                  <a:pt x="810963" y="499267"/>
                  <a:pt x="810489" y="498971"/>
                  <a:pt x="810252" y="498557"/>
                </a:cubicBezTo>
                <a:lnTo>
                  <a:pt x="800243" y="481263"/>
                </a:lnTo>
                <a:cubicBezTo>
                  <a:pt x="800006" y="480848"/>
                  <a:pt x="800006" y="480256"/>
                  <a:pt x="800243" y="479841"/>
                </a:cubicBezTo>
                <a:lnTo>
                  <a:pt x="810252" y="462548"/>
                </a:lnTo>
                <a:cubicBezTo>
                  <a:pt x="810548" y="462133"/>
                  <a:pt x="811021" y="461837"/>
                  <a:pt x="811495" y="461837"/>
                </a:cubicBezTo>
                <a:close/>
                <a:moveTo>
                  <a:pt x="4936226" y="460534"/>
                </a:moveTo>
                <a:lnTo>
                  <a:pt x="4957667" y="460534"/>
                </a:lnTo>
                <a:cubicBezTo>
                  <a:pt x="4958199" y="460534"/>
                  <a:pt x="4958673" y="460830"/>
                  <a:pt x="4958969" y="461304"/>
                </a:cubicBezTo>
                <a:lnTo>
                  <a:pt x="4969689" y="479841"/>
                </a:lnTo>
                <a:cubicBezTo>
                  <a:pt x="4969985" y="480315"/>
                  <a:pt x="4969985" y="480907"/>
                  <a:pt x="4969689" y="481381"/>
                </a:cubicBezTo>
                <a:lnTo>
                  <a:pt x="4958969" y="499919"/>
                </a:lnTo>
                <a:cubicBezTo>
                  <a:pt x="4958673" y="500393"/>
                  <a:pt x="4958199" y="500689"/>
                  <a:pt x="4957667" y="500689"/>
                </a:cubicBezTo>
                <a:lnTo>
                  <a:pt x="4936226" y="500689"/>
                </a:lnTo>
                <a:cubicBezTo>
                  <a:pt x="4935694" y="500689"/>
                  <a:pt x="4935220" y="500393"/>
                  <a:pt x="4934924" y="499919"/>
                </a:cubicBezTo>
                <a:lnTo>
                  <a:pt x="4924204" y="481381"/>
                </a:lnTo>
                <a:cubicBezTo>
                  <a:pt x="4923908" y="480907"/>
                  <a:pt x="4923908" y="480315"/>
                  <a:pt x="4924204" y="479841"/>
                </a:cubicBezTo>
                <a:lnTo>
                  <a:pt x="4934924" y="461304"/>
                </a:lnTo>
                <a:cubicBezTo>
                  <a:pt x="4935220" y="460830"/>
                  <a:pt x="4935694" y="460534"/>
                  <a:pt x="4936226" y="460534"/>
                </a:cubicBezTo>
                <a:close/>
                <a:moveTo>
                  <a:pt x="2906760" y="459468"/>
                </a:moveTo>
                <a:lnTo>
                  <a:pt x="2929265" y="459468"/>
                </a:lnTo>
                <a:cubicBezTo>
                  <a:pt x="2929798" y="459468"/>
                  <a:pt x="2930331" y="459764"/>
                  <a:pt x="2930628" y="460238"/>
                </a:cubicBezTo>
                <a:lnTo>
                  <a:pt x="2941880" y="479723"/>
                </a:lnTo>
                <a:cubicBezTo>
                  <a:pt x="2942177" y="480197"/>
                  <a:pt x="2942177" y="480848"/>
                  <a:pt x="2941880" y="481322"/>
                </a:cubicBezTo>
                <a:lnTo>
                  <a:pt x="2930628" y="500807"/>
                </a:lnTo>
                <a:cubicBezTo>
                  <a:pt x="2930331" y="501281"/>
                  <a:pt x="2929798" y="501577"/>
                  <a:pt x="2929265" y="501577"/>
                </a:cubicBezTo>
                <a:lnTo>
                  <a:pt x="2906760" y="501577"/>
                </a:lnTo>
                <a:cubicBezTo>
                  <a:pt x="2906227" y="501577"/>
                  <a:pt x="2905694" y="501281"/>
                  <a:pt x="2905398" y="500807"/>
                </a:cubicBezTo>
                <a:lnTo>
                  <a:pt x="2894145" y="481322"/>
                </a:lnTo>
                <a:cubicBezTo>
                  <a:pt x="2893849" y="480848"/>
                  <a:pt x="2893849" y="480197"/>
                  <a:pt x="2894145" y="479723"/>
                </a:cubicBezTo>
                <a:lnTo>
                  <a:pt x="2905398" y="460238"/>
                </a:lnTo>
                <a:cubicBezTo>
                  <a:pt x="2905694" y="459764"/>
                  <a:pt x="2906227" y="459468"/>
                  <a:pt x="2906760" y="459468"/>
                </a:cubicBezTo>
                <a:close/>
                <a:moveTo>
                  <a:pt x="2974100" y="458876"/>
                </a:moveTo>
                <a:lnTo>
                  <a:pt x="2997256" y="458876"/>
                </a:lnTo>
                <a:cubicBezTo>
                  <a:pt x="2997849" y="458876"/>
                  <a:pt x="2998382" y="459231"/>
                  <a:pt x="2998678" y="459705"/>
                </a:cubicBezTo>
                <a:lnTo>
                  <a:pt x="3010286" y="479782"/>
                </a:lnTo>
                <a:cubicBezTo>
                  <a:pt x="3010582" y="480315"/>
                  <a:pt x="3010582" y="480967"/>
                  <a:pt x="3010286" y="481441"/>
                </a:cubicBezTo>
                <a:lnTo>
                  <a:pt x="2998678" y="501518"/>
                </a:lnTo>
                <a:cubicBezTo>
                  <a:pt x="2998382" y="502051"/>
                  <a:pt x="2997849" y="502347"/>
                  <a:pt x="2997256" y="502347"/>
                </a:cubicBezTo>
                <a:lnTo>
                  <a:pt x="2974100" y="502347"/>
                </a:lnTo>
                <a:cubicBezTo>
                  <a:pt x="2973507" y="502347"/>
                  <a:pt x="2972974" y="501992"/>
                  <a:pt x="2972678" y="501518"/>
                </a:cubicBezTo>
                <a:lnTo>
                  <a:pt x="2961070" y="481441"/>
                </a:lnTo>
                <a:cubicBezTo>
                  <a:pt x="2960774" y="480908"/>
                  <a:pt x="2960774" y="480256"/>
                  <a:pt x="2961070" y="479782"/>
                </a:cubicBezTo>
                <a:lnTo>
                  <a:pt x="2972678" y="459705"/>
                </a:lnTo>
                <a:cubicBezTo>
                  <a:pt x="2972974" y="459172"/>
                  <a:pt x="2973507" y="458876"/>
                  <a:pt x="2974100" y="458876"/>
                </a:cubicBezTo>
                <a:close/>
                <a:moveTo>
                  <a:pt x="3041616" y="458639"/>
                </a:moveTo>
                <a:lnTo>
                  <a:pt x="3065010" y="458639"/>
                </a:lnTo>
                <a:cubicBezTo>
                  <a:pt x="3065602" y="458639"/>
                  <a:pt x="3066135" y="458935"/>
                  <a:pt x="3066431" y="459468"/>
                </a:cubicBezTo>
                <a:lnTo>
                  <a:pt x="3078099" y="479723"/>
                </a:lnTo>
                <a:cubicBezTo>
                  <a:pt x="3078395" y="480256"/>
                  <a:pt x="3078395" y="480848"/>
                  <a:pt x="3078099" y="481381"/>
                </a:cubicBezTo>
                <a:lnTo>
                  <a:pt x="3066372" y="501636"/>
                </a:lnTo>
                <a:cubicBezTo>
                  <a:pt x="3066076" y="502169"/>
                  <a:pt x="3065543" y="502466"/>
                  <a:pt x="3064951" y="502466"/>
                </a:cubicBezTo>
                <a:lnTo>
                  <a:pt x="3041557" y="502466"/>
                </a:lnTo>
                <a:cubicBezTo>
                  <a:pt x="3040964" y="502466"/>
                  <a:pt x="3040432" y="502169"/>
                  <a:pt x="3040135" y="501636"/>
                </a:cubicBezTo>
                <a:lnTo>
                  <a:pt x="3028468" y="481381"/>
                </a:lnTo>
                <a:cubicBezTo>
                  <a:pt x="3028172" y="480848"/>
                  <a:pt x="3028172" y="480256"/>
                  <a:pt x="3028468" y="479723"/>
                </a:cubicBezTo>
                <a:lnTo>
                  <a:pt x="3040194" y="459468"/>
                </a:lnTo>
                <a:cubicBezTo>
                  <a:pt x="3040491" y="458935"/>
                  <a:pt x="3041024" y="458639"/>
                  <a:pt x="3041616" y="458639"/>
                </a:cubicBezTo>
                <a:close/>
                <a:moveTo>
                  <a:pt x="4671728" y="413154"/>
                </a:moveTo>
                <a:lnTo>
                  <a:pt x="4681085" y="413154"/>
                </a:lnTo>
                <a:cubicBezTo>
                  <a:pt x="4681322" y="413154"/>
                  <a:pt x="4681677" y="413509"/>
                  <a:pt x="4681677" y="413509"/>
                </a:cubicBezTo>
                <a:lnTo>
                  <a:pt x="4686356" y="421623"/>
                </a:lnTo>
                <a:cubicBezTo>
                  <a:pt x="4686475" y="421801"/>
                  <a:pt x="4686356" y="422275"/>
                  <a:pt x="4686356" y="422275"/>
                </a:cubicBezTo>
                <a:lnTo>
                  <a:pt x="4681677" y="430389"/>
                </a:lnTo>
                <a:cubicBezTo>
                  <a:pt x="4681559" y="430625"/>
                  <a:pt x="4681085" y="430744"/>
                  <a:pt x="4681085" y="430744"/>
                </a:cubicBezTo>
                <a:lnTo>
                  <a:pt x="4671728" y="430744"/>
                </a:lnTo>
                <a:cubicBezTo>
                  <a:pt x="4671491" y="430744"/>
                  <a:pt x="4671136" y="430389"/>
                  <a:pt x="4671136" y="430389"/>
                </a:cubicBezTo>
                <a:lnTo>
                  <a:pt x="4666457" y="422275"/>
                </a:lnTo>
                <a:cubicBezTo>
                  <a:pt x="4666338" y="422097"/>
                  <a:pt x="4666457" y="421623"/>
                  <a:pt x="4666457" y="421623"/>
                </a:cubicBezTo>
                <a:lnTo>
                  <a:pt x="4671136" y="413509"/>
                </a:lnTo>
                <a:cubicBezTo>
                  <a:pt x="4671254" y="413272"/>
                  <a:pt x="4671728" y="413154"/>
                  <a:pt x="4671728" y="413154"/>
                </a:cubicBezTo>
                <a:close/>
                <a:moveTo>
                  <a:pt x="4738769" y="412028"/>
                </a:moveTo>
                <a:lnTo>
                  <a:pt x="4749371" y="412028"/>
                </a:lnTo>
                <a:cubicBezTo>
                  <a:pt x="4749667" y="412028"/>
                  <a:pt x="4750022" y="412383"/>
                  <a:pt x="4750022" y="412383"/>
                </a:cubicBezTo>
                <a:lnTo>
                  <a:pt x="4755294" y="421563"/>
                </a:lnTo>
                <a:cubicBezTo>
                  <a:pt x="4755412" y="421800"/>
                  <a:pt x="4755294" y="422333"/>
                  <a:pt x="4755294" y="422333"/>
                </a:cubicBezTo>
                <a:lnTo>
                  <a:pt x="4749963" y="431513"/>
                </a:lnTo>
                <a:cubicBezTo>
                  <a:pt x="4749845" y="431750"/>
                  <a:pt x="4749312" y="431868"/>
                  <a:pt x="4749312" y="431868"/>
                </a:cubicBezTo>
                <a:lnTo>
                  <a:pt x="4738710" y="431868"/>
                </a:lnTo>
                <a:cubicBezTo>
                  <a:pt x="4738415" y="431868"/>
                  <a:pt x="4738059" y="431513"/>
                  <a:pt x="4738059" y="431513"/>
                </a:cubicBezTo>
                <a:lnTo>
                  <a:pt x="4732788" y="422333"/>
                </a:lnTo>
                <a:cubicBezTo>
                  <a:pt x="4732669" y="422096"/>
                  <a:pt x="4732788" y="421563"/>
                  <a:pt x="4732788" y="421563"/>
                </a:cubicBezTo>
                <a:lnTo>
                  <a:pt x="4738118" y="412383"/>
                </a:lnTo>
                <a:cubicBezTo>
                  <a:pt x="4738237" y="412147"/>
                  <a:pt x="4738769" y="412028"/>
                  <a:pt x="4738769" y="412028"/>
                </a:cubicBezTo>
                <a:close/>
                <a:moveTo>
                  <a:pt x="4534739" y="409956"/>
                </a:moveTo>
                <a:lnTo>
                  <a:pt x="4547532" y="409956"/>
                </a:lnTo>
                <a:cubicBezTo>
                  <a:pt x="4547828" y="409956"/>
                  <a:pt x="4548302" y="410430"/>
                  <a:pt x="4548302" y="410430"/>
                </a:cubicBezTo>
                <a:lnTo>
                  <a:pt x="4554698" y="421505"/>
                </a:lnTo>
                <a:cubicBezTo>
                  <a:pt x="4554876" y="421742"/>
                  <a:pt x="4554698" y="422393"/>
                  <a:pt x="4554698" y="422393"/>
                </a:cubicBezTo>
                <a:lnTo>
                  <a:pt x="4548302" y="433468"/>
                </a:lnTo>
                <a:cubicBezTo>
                  <a:pt x="4548124" y="433765"/>
                  <a:pt x="4547828" y="433942"/>
                  <a:pt x="4547532" y="433942"/>
                </a:cubicBezTo>
                <a:lnTo>
                  <a:pt x="4534739" y="433942"/>
                </a:lnTo>
                <a:cubicBezTo>
                  <a:pt x="4534443" y="433942"/>
                  <a:pt x="4533969" y="433468"/>
                  <a:pt x="4533969" y="433468"/>
                </a:cubicBezTo>
                <a:lnTo>
                  <a:pt x="4527573" y="422393"/>
                </a:lnTo>
                <a:cubicBezTo>
                  <a:pt x="4527396" y="422156"/>
                  <a:pt x="4527573" y="421505"/>
                  <a:pt x="4527573" y="421505"/>
                </a:cubicBezTo>
                <a:lnTo>
                  <a:pt x="4533969" y="410430"/>
                </a:lnTo>
                <a:cubicBezTo>
                  <a:pt x="4534147" y="410134"/>
                  <a:pt x="4534443" y="409956"/>
                  <a:pt x="4534739" y="409956"/>
                </a:cubicBezTo>
                <a:close/>
                <a:moveTo>
                  <a:pt x="4398877" y="408830"/>
                </a:moveTo>
                <a:lnTo>
                  <a:pt x="4412913" y="408830"/>
                </a:lnTo>
                <a:cubicBezTo>
                  <a:pt x="4413210" y="408830"/>
                  <a:pt x="4413564" y="409008"/>
                  <a:pt x="4413742" y="409304"/>
                </a:cubicBezTo>
                <a:lnTo>
                  <a:pt x="4420731" y="421445"/>
                </a:lnTo>
                <a:cubicBezTo>
                  <a:pt x="4420909" y="421741"/>
                  <a:pt x="4420909" y="422156"/>
                  <a:pt x="4420731" y="422452"/>
                </a:cubicBezTo>
                <a:lnTo>
                  <a:pt x="4413742" y="434593"/>
                </a:lnTo>
                <a:cubicBezTo>
                  <a:pt x="4413564" y="434889"/>
                  <a:pt x="4413269" y="435067"/>
                  <a:pt x="4412913" y="435067"/>
                </a:cubicBezTo>
                <a:lnTo>
                  <a:pt x="4398877" y="435067"/>
                </a:lnTo>
                <a:cubicBezTo>
                  <a:pt x="4398581" y="435067"/>
                  <a:pt x="4398225" y="434889"/>
                  <a:pt x="4398048" y="434593"/>
                </a:cubicBezTo>
                <a:lnTo>
                  <a:pt x="4391059" y="422452"/>
                </a:lnTo>
                <a:cubicBezTo>
                  <a:pt x="4390882" y="422156"/>
                  <a:pt x="4390882" y="421741"/>
                  <a:pt x="4391059" y="421445"/>
                </a:cubicBezTo>
                <a:lnTo>
                  <a:pt x="4398048" y="409304"/>
                </a:lnTo>
                <a:cubicBezTo>
                  <a:pt x="4398225" y="409008"/>
                  <a:pt x="4398522" y="408830"/>
                  <a:pt x="4398877" y="408830"/>
                </a:cubicBezTo>
                <a:close/>
                <a:moveTo>
                  <a:pt x="2775695" y="408712"/>
                </a:moveTo>
                <a:lnTo>
                  <a:pt x="2789850" y="408712"/>
                </a:lnTo>
                <a:cubicBezTo>
                  <a:pt x="2790206" y="408712"/>
                  <a:pt x="2790561" y="408890"/>
                  <a:pt x="2790738" y="409186"/>
                </a:cubicBezTo>
                <a:lnTo>
                  <a:pt x="2797786" y="421445"/>
                </a:lnTo>
                <a:cubicBezTo>
                  <a:pt x="2797964" y="421742"/>
                  <a:pt x="2797964" y="422156"/>
                  <a:pt x="2797786" y="422452"/>
                </a:cubicBezTo>
                <a:lnTo>
                  <a:pt x="2790738" y="434712"/>
                </a:lnTo>
                <a:cubicBezTo>
                  <a:pt x="2790561" y="435008"/>
                  <a:pt x="2790206" y="435186"/>
                  <a:pt x="2789850" y="435186"/>
                </a:cubicBezTo>
                <a:lnTo>
                  <a:pt x="2775695" y="435186"/>
                </a:lnTo>
                <a:cubicBezTo>
                  <a:pt x="2775340" y="435186"/>
                  <a:pt x="2774985" y="435008"/>
                  <a:pt x="2774807" y="434712"/>
                </a:cubicBezTo>
                <a:lnTo>
                  <a:pt x="2767759" y="422452"/>
                </a:lnTo>
                <a:cubicBezTo>
                  <a:pt x="2767582" y="422156"/>
                  <a:pt x="2767582" y="421742"/>
                  <a:pt x="2767759" y="421445"/>
                </a:cubicBezTo>
                <a:lnTo>
                  <a:pt x="2774807" y="409186"/>
                </a:lnTo>
                <a:cubicBezTo>
                  <a:pt x="2774985" y="408890"/>
                  <a:pt x="2775340" y="408712"/>
                  <a:pt x="2775695" y="408712"/>
                </a:cubicBezTo>
                <a:close/>
                <a:moveTo>
                  <a:pt x="4466216" y="408297"/>
                </a:moveTo>
                <a:lnTo>
                  <a:pt x="4480786" y="408297"/>
                </a:lnTo>
                <a:cubicBezTo>
                  <a:pt x="4481141" y="408297"/>
                  <a:pt x="4481496" y="408534"/>
                  <a:pt x="4481674" y="408830"/>
                </a:cubicBezTo>
                <a:lnTo>
                  <a:pt x="4488959" y="421445"/>
                </a:lnTo>
                <a:cubicBezTo>
                  <a:pt x="4489136" y="421741"/>
                  <a:pt x="4489136" y="422156"/>
                  <a:pt x="4488959" y="422452"/>
                </a:cubicBezTo>
                <a:lnTo>
                  <a:pt x="4481674" y="435067"/>
                </a:lnTo>
                <a:cubicBezTo>
                  <a:pt x="4481496" y="435422"/>
                  <a:pt x="4481141" y="435600"/>
                  <a:pt x="4480786" y="435600"/>
                </a:cubicBezTo>
                <a:lnTo>
                  <a:pt x="4466216" y="435600"/>
                </a:lnTo>
                <a:cubicBezTo>
                  <a:pt x="4465861" y="435600"/>
                  <a:pt x="4465505" y="435363"/>
                  <a:pt x="4465328" y="435067"/>
                </a:cubicBezTo>
                <a:lnTo>
                  <a:pt x="4458043" y="422452"/>
                </a:lnTo>
                <a:cubicBezTo>
                  <a:pt x="4457866" y="422156"/>
                  <a:pt x="4457866" y="421741"/>
                  <a:pt x="4458043" y="421445"/>
                </a:cubicBezTo>
                <a:lnTo>
                  <a:pt x="4465328" y="408830"/>
                </a:lnTo>
                <a:cubicBezTo>
                  <a:pt x="4465505" y="408475"/>
                  <a:pt x="4465861" y="408297"/>
                  <a:pt x="4466216" y="408297"/>
                </a:cubicBezTo>
                <a:close/>
                <a:moveTo>
                  <a:pt x="1016829" y="407824"/>
                </a:moveTo>
                <a:lnTo>
                  <a:pt x="1031931" y="407824"/>
                </a:lnTo>
                <a:cubicBezTo>
                  <a:pt x="1032346" y="407824"/>
                  <a:pt x="1032701" y="408002"/>
                  <a:pt x="1032879" y="408357"/>
                </a:cubicBezTo>
                <a:lnTo>
                  <a:pt x="1040460" y="421446"/>
                </a:lnTo>
                <a:cubicBezTo>
                  <a:pt x="1040637" y="421742"/>
                  <a:pt x="1040637" y="422156"/>
                  <a:pt x="1040460" y="422512"/>
                </a:cubicBezTo>
                <a:lnTo>
                  <a:pt x="1032879" y="435601"/>
                </a:lnTo>
                <a:cubicBezTo>
                  <a:pt x="1032642" y="435956"/>
                  <a:pt x="1032287" y="436134"/>
                  <a:pt x="1031931" y="436134"/>
                </a:cubicBezTo>
                <a:lnTo>
                  <a:pt x="1016829" y="436134"/>
                </a:lnTo>
                <a:cubicBezTo>
                  <a:pt x="1016414" y="436134"/>
                  <a:pt x="1016059" y="435956"/>
                  <a:pt x="1015881" y="435601"/>
                </a:cubicBezTo>
                <a:lnTo>
                  <a:pt x="1008300" y="422512"/>
                </a:lnTo>
                <a:cubicBezTo>
                  <a:pt x="1008123" y="422216"/>
                  <a:pt x="1008123" y="421801"/>
                  <a:pt x="1008300" y="421446"/>
                </a:cubicBezTo>
                <a:lnTo>
                  <a:pt x="1015881" y="408357"/>
                </a:lnTo>
                <a:cubicBezTo>
                  <a:pt x="1016118" y="408002"/>
                  <a:pt x="1016473" y="407824"/>
                  <a:pt x="1016829" y="407824"/>
                </a:cubicBezTo>
                <a:close/>
                <a:moveTo>
                  <a:pt x="4803859" y="407409"/>
                </a:moveTo>
                <a:lnTo>
                  <a:pt x="4819435" y="407409"/>
                </a:lnTo>
                <a:cubicBezTo>
                  <a:pt x="4819850" y="407409"/>
                  <a:pt x="4820205" y="407587"/>
                  <a:pt x="4820383" y="407942"/>
                </a:cubicBezTo>
                <a:lnTo>
                  <a:pt x="4828141" y="421445"/>
                </a:lnTo>
                <a:cubicBezTo>
                  <a:pt x="4828319" y="421801"/>
                  <a:pt x="4828319" y="422215"/>
                  <a:pt x="4828141" y="422571"/>
                </a:cubicBezTo>
                <a:lnTo>
                  <a:pt x="4820323" y="436074"/>
                </a:lnTo>
                <a:cubicBezTo>
                  <a:pt x="4820145" y="436370"/>
                  <a:pt x="4819791" y="436607"/>
                  <a:pt x="4819376" y="436607"/>
                </a:cubicBezTo>
                <a:lnTo>
                  <a:pt x="4803799" y="436607"/>
                </a:lnTo>
                <a:cubicBezTo>
                  <a:pt x="4803385" y="436607"/>
                  <a:pt x="4803029" y="436429"/>
                  <a:pt x="4802852" y="436074"/>
                </a:cubicBezTo>
                <a:lnTo>
                  <a:pt x="4795093" y="422571"/>
                </a:lnTo>
                <a:cubicBezTo>
                  <a:pt x="4794916" y="422215"/>
                  <a:pt x="4794916" y="421801"/>
                  <a:pt x="4795093" y="421445"/>
                </a:cubicBezTo>
                <a:lnTo>
                  <a:pt x="4802912" y="407942"/>
                </a:lnTo>
                <a:cubicBezTo>
                  <a:pt x="4803089" y="407646"/>
                  <a:pt x="4803444" y="407409"/>
                  <a:pt x="4803859" y="407409"/>
                </a:cubicBezTo>
                <a:close/>
                <a:moveTo>
                  <a:pt x="4600658" y="406758"/>
                </a:moveTo>
                <a:lnTo>
                  <a:pt x="4616885" y="406758"/>
                </a:lnTo>
                <a:cubicBezTo>
                  <a:pt x="4617300" y="406758"/>
                  <a:pt x="4617655" y="406995"/>
                  <a:pt x="4617892" y="407350"/>
                </a:cubicBezTo>
                <a:lnTo>
                  <a:pt x="4626006" y="421387"/>
                </a:lnTo>
                <a:cubicBezTo>
                  <a:pt x="4626243" y="421742"/>
                  <a:pt x="4626243" y="422156"/>
                  <a:pt x="4626006" y="422512"/>
                </a:cubicBezTo>
                <a:lnTo>
                  <a:pt x="4617892" y="436548"/>
                </a:lnTo>
                <a:cubicBezTo>
                  <a:pt x="4617655" y="436904"/>
                  <a:pt x="4617300" y="437140"/>
                  <a:pt x="4616885" y="437140"/>
                </a:cubicBezTo>
                <a:lnTo>
                  <a:pt x="4600658" y="437140"/>
                </a:lnTo>
                <a:cubicBezTo>
                  <a:pt x="4600243" y="437140"/>
                  <a:pt x="4599888" y="436904"/>
                  <a:pt x="4599651" y="436548"/>
                </a:cubicBezTo>
                <a:lnTo>
                  <a:pt x="4591537" y="422512"/>
                </a:lnTo>
                <a:cubicBezTo>
                  <a:pt x="4591300" y="422156"/>
                  <a:pt x="4591300" y="421742"/>
                  <a:pt x="4591537" y="421387"/>
                </a:cubicBezTo>
                <a:lnTo>
                  <a:pt x="4599651" y="407350"/>
                </a:lnTo>
                <a:cubicBezTo>
                  <a:pt x="4599888" y="406995"/>
                  <a:pt x="4600243" y="406758"/>
                  <a:pt x="4600658" y="406758"/>
                </a:cubicBezTo>
                <a:close/>
                <a:moveTo>
                  <a:pt x="2842205" y="406639"/>
                </a:moveTo>
                <a:lnTo>
                  <a:pt x="2858552" y="406639"/>
                </a:lnTo>
                <a:cubicBezTo>
                  <a:pt x="2858966" y="406639"/>
                  <a:pt x="2859322" y="406876"/>
                  <a:pt x="2859558" y="407231"/>
                </a:cubicBezTo>
                <a:lnTo>
                  <a:pt x="2867731" y="421386"/>
                </a:lnTo>
                <a:cubicBezTo>
                  <a:pt x="2867968" y="421742"/>
                  <a:pt x="2867968" y="422215"/>
                  <a:pt x="2867731" y="422571"/>
                </a:cubicBezTo>
                <a:lnTo>
                  <a:pt x="2859558" y="436725"/>
                </a:lnTo>
                <a:cubicBezTo>
                  <a:pt x="2859322" y="437081"/>
                  <a:pt x="2858966" y="437318"/>
                  <a:pt x="2858552" y="437318"/>
                </a:cubicBezTo>
                <a:lnTo>
                  <a:pt x="2842205" y="437318"/>
                </a:lnTo>
                <a:cubicBezTo>
                  <a:pt x="2841791" y="437318"/>
                  <a:pt x="2841435" y="437081"/>
                  <a:pt x="2841199" y="436725"/>
                </a:cubicBezTo>
                <a:lnTo>
                  <a:pt x="2833026" y="422571"/>
                </a:lnTo>
                <a:cubicBezTo>
                  <a:pt x="2832789" y="422215"/>
                  <a:pt x="2832789" y="421742"/>
                  <a:pt x="2833026" y="421386"/>
                </a:cubicBezTo>
                <a:lnTo>
                  <a:pt x="2841199" y="407231"/>
                </a:lnTo>
                <a:cubicBezTo>
                  <a:pt x="2841435" y="406876"/>
                  <a:pt x="2841791" y="406639"/>
                  <a:pt x="2842205" y="406639"/>
                </a:cubicBezTo>
                <a:close/>
                <a:moveTo>
                  <a:pt x="2639004" y="406047"/>
                </a:moveTo>
                <a:lnTo>
                  <a:pt x="2656002" y="406047"/>
                </a:lnTo>
                <a:cubicBezTo>
                  <a:pt x="2656475" y="406047"/>
                  <a:pt x="2656831" y="406284"/>
                  <a:pt x="2657068" y="406639"/>
                </a:cubicBezTo>
                <a:lnTo>
                  <a:pt x="2665537" y="421386"/>
                </a:lnTo>
                <a:cubicBezTo>
                  <a:pt x="2665774" y="421742"/>
                  <a:pt x="2665774" y="422216"/>
                  <a:pt x="2665537" y="422571"/>
                </a:cubicBezTo>
                <a:lnTo>
                  <a:pt x="2657008" y="437318"/>
                </a:lnTo>
                <a:cubicBezTo>
                  <a:pt x="2656772" y="437673"/>
                  <a:pt x="2656357" y="437910"/>
                  <a:pt x="2655942" y="437910"/>
                </a:cubicBezTo>
                <a:lnTo>
                  <a:pt x="2638945" y="437910"/>
                </a:lnTo>
                <a:cubicBezTo>
                  <a:pt x="2638471" y="437910"/>
                  <a:pt x="2638115" y="437673"/>
                  <a:pt x="2637879" y="437318"/>
                </a:cubicBezTo>
                <a:lnTo>
                  <a:pt x="2629410" y="422571"/>
                </a:lnTo>
                <a:cubicBezTo>
                  <a:pt x="2629173" y="422216"/>
                  <a:pt x="2629173" y="421742"/>
                  <a:pt x="2629410" y="421386"/>
                </a:cubicBezTo>
                <a:lnTo>
                  <a:pt x="2637938" y="406639"/>
                </a:lnTo>
                <a:cubicBezTo>
                  <a:pt x="2638175" y="406284"/>
                  <a:pt x="2638589" y="406047"/>
                  <a:pt x="2639004" y="406047"/>
                </a:cubicBezTo>
                <a:close/>
                <a:moveTo>
                  <a:pt x="677113" y="404981"/>
                </a:moveTo>
                <a:lnTo>
                  <a:pt x="695236" y="404981"/>
                </a:lnTo>
                <a:cubicBezTo>
                  <a:pt x="695710" y="404981"/>
                  <a:pt x="696125" y="405218"/>
                  <a:pt x="696362" y="405633"/>
                </a:cubicBezTo>
                <a:lnTo>
                  <a:pt x="705423" y="421327"/>
                </a:lnTo>
                <a:cubicBezTo>
                  <a:pt x="705660" y="421742"/>
                  <a:pt x="705660" y="422216"/>
                  <a:pt x="705423" y="422630"/>
                </a:cubicBezTo>
                <a:lnTo>
                  <a:pt x="696362" y="438325"/>
                </a:lnTo>
                <a:cubicBezTo>
                  <a:pt x="696125" y="438739"/>
                  <a:pt x="695710" y="438976"/>
                  <a:pt x="695236" y="438976"/>
                </a:cubicBezTo>
                <a:lnTo>
                  <a:pt x="677113" y="438976"/>
                </a:lnTo>
                <a:cubicBezTo>
                  <a:pt x="676639" y="438976"/>
                  <a:pt x="676225" y="438739"/>
                  <a:pt x="675988" y="438325"/>
                </a:cubicBezTo>
                <a:lnTo>
                  <a:pt x="666927" y="422630"/>
                </a:lnTo>
                <a:cubicBezTo>
                  <a:pt x="666690" y="422216"/>
                  <a:pt x="666690" y="421742"/>
                  <a:pt x="666927" y="421327"/>
                </a:cubicBezTo>
                <a:lnTo>
                  <a:pt x="675988" y="405633"/>
                </a:lnTo>
                <a:cubicBezTo>
                  <a:pt x="676225" y="405218"/>
                  <a:pt x="676639" y="404981"/>
                  <a:pt x="677113" y="404981"/>
                </a:cubicBezTo>
                <a:close/>
                <a:moveTo>
                  <a:pt x="4870191" y="404922"/>
                </a:moveTo>
                <a:lnTo>
                  <a:pt x="4888432" y="404922"/>
                </a:lnTo>
                <a:cubicBezTo>
                  <a:pt x="4888905" y="404922"/>
                  <a:pt x="4889320" y="405159"/>
                  <a:pt x="4889557" y="405573"/>
                </a:cubicBezTo>
                <a:lnTo>
                  <a:pt x="4898678" y="421327"/>
                </a:lnTo>
                <a:cubicBezTo>
                  <a:pt x="4898915" y="421742"/>
                  <a:pt x="4898915" y="422216"/>
                  <a:pt x="4898678" y="422630"/>
                </a:cubicBezTo>
                <a:lnTo>
                  <a:pt x="4889557" y="438384"/>
                </a:lnTo>
                <a:cubicBezTo>
                  <a:pt x="4889320" y="438799"/>
                  <a:pt x="4888905" y="439036"/>
                  <a:pt x="4888432" y="439036"/>
                </a:cubicBezTo>
                <a:lnTo>
                  <a:pt x="4870191" y="439036"/>
                </a:lnTo>
                <a:cubicBezTo>
                  <a:pt x="4869716" y="439036"/>
                  <a:pt x="4869302" y="438799"/>
                  <a:pt x="4869065" y="438384"/>
                </a:cubicBezTo>
                <a:lnTo>
                  <a:pt x="4859945" y="422630"/>
                </a:lnTo>
                <a:cubicBezTo>
                  <a:pt x="4859708" y="422216"/>
                  <a:pt x="4859708" y="421742"/>
                  <a:pt x="4859945" y="421327"/>
                </a:cubicBezTo>
                <a:lnTo>
                  <a:pt x="4869065" y="405573"/>
                </a:lnTo>
                <a:cubicBezTo>
                  <a:pt x="4869302" y="405159"/>
                  <a:pt x="4869716" y="404922"/>
                  <a:pt x="4870191" y="404922"/>
                </a:cubicBezTo>
                <a:close/>
                <a:moveTo>
                  <a:pt x="3111798" y="404922"/>
                </a:moveTo>
                <a:lnTo>
                  <a:pt x="3130039" y="404922"/>
                </a:lnTo>
                <a:cubicBezTo>
                  <a:pt x="3130513" y="404922"/>
                  <a:pt x="3130927" y="405159"/>
                  <a:pt x="3131164" y="405573"/>
                </a:cubicBezTo>
                <a:lnTo>
                  <a:pt x="3140285" y="421327"/>
                </a:lnTo>
                <a:cubicBezTo>
                  <a:pt x="3140522" y="421742"/>
                  <a:pt x="3140522" y="422216"/>
                  <a:pt x="3140285" y="422630"/>
                </a:cubicBezTo>
                <a:lnTo>
                  <a:pt x="3131164" y="438384"/>
                </a:lnTo>
                <a:cubicBezTo>
                  <a:pt x="3130927" y="438799"/>
                  <a:pt x="3130513" y="439036"/>
                  <a:pt x="3130039" y="439036"/>
                </a:cubicBezTo>
                <a:lnTo>
                  <a:pt x="3111798" y="439036"/>
                </a:lnTo>
                <a:cubicBezTo>
                  <a:pt x="3111324" y="439036"/>
                  <a:pt x="3110909" y="438799"/>
                  <a:pt x="3110672" y="438384"/>
                </a:cubicBezTo>
                <a:lnTo>
                  <a:pt x="3101552" y="422630"/>
                </a:lnTo>
                <a:cubicBezTo>
                  <a:pt x="3101315" y="422216"/>
                  <a:pt x="3101315" y="421742"/>
                  <a:pt x="3101552" y="421327"/>
                </a:cubicBezTo>
                <a:lnTo>
                  <a:pt x="3110672" y="405573"/>
                </a:lnTo>
                <a:cubicBezTo>
                  <a:pt x="3110909" y="405159"/>
                  <a:pt x="3111324" y="404922"/>
                  <a:pt x="3111798" y="404922"/>
                </a:cubicBezTo>
                <a:close/>
                <a:moveTo>
                  <a:pt x="2705988" y="404922"/>
                </a:moveTo>
                <a:lnTo>
                  <a:pt x="2724229" y="404922"/>
                </a:lnTo>
                <a:cubicBezTo>
                  <a:pt x="2724703" y="404922"/>
                  <a:pt x="2725117" y="405159"/>
                  <a:pt x="2725354" y="405573"/>
                </a:cubicBezTo>
                <a:lnTo>
                  <a:pt x="2734475" y="421327"/>
                </a:lnTo>
                <a:cubicBezTo>
                  <a:pt x="2734712" y="421742"/>
                  <a:pt x="2734712" y="422216"/>
                  <a:pt x="2734475" y="422630"/>
                </a:cubicBezTo>
                <a:lnTo>
                  <a:pt x="2725354" y="438384"/>
                </a:lnTo>
                <a:cubicBezTo>
                  <a:pt x="2725117" y="438799"/>
                  <a:pt x="2724703" y="439036"/>
                  <a:pt x="2724229" y="439036"/>
                </a:cubicBezTo>
                <a:lnTo>
                  <a:pt x="2705988" y="439036"/>
                </a:lnTo>
                <a:cubicBezTo>
                  <a:pt x="2705514" y="439036"/>
                  <a:pt x="2705099" y="438799"/>
                  <a:pt x="2704862" y="438384"/>
                </a:cubicBezTo>
                <a:lnTo>
                  <a:pt x="2695742" y="422630"/>
                </a:lnTo>
                <a:cubicBezTo>
                  <a:pt x="2695505" y="422216"/>
                  <a:pt x="2695505" y="421742"/>
                  <a:pt x="2695742" y="421327"/>
                </a:cubicBezTo>
                <a:lnTo>
                  <a:pt x="2704862" y="405573"/>
                </a:lnTo>
                <a:cubicBezTo>
                  <a:pt x="2705099" y="405159"/>
                  <a:pt x="2705514" y="404922"/>
                  <a:pt x="2705988" y="404922"/>
                </a:cubicBezTo>
                <a:close/>
                <a:moveTo>
                  <a:pt x="947417" y="404507"/>
                </a:moveTo>
                <a:lnTo>
                  <a:pt x="966073" y="404507"/>
                </a:lnTo>
                <a:cubicBezTo>
                  <a:pt x="966546" y="404507"/>
                  <a:pt x="966961" y="404744"/>
                  <a:pt x="967198" y="405158"/>
                </a:cubicBezTo>
                <a:lnTo>
                  <a:pt x="976496" y="421327"/>
                </a:lnTo>
                <a:cubicBezTo>
                  <a:pt x="976733" y="421742"/>
                  <a:pt x="976733" y="422215"/>
                  <a:pt x="976496" y="422630"/>
                </a:cubicBezTo>
                <a:lnTo>
                  <a:pt x="967139" y="438798"/>
                </a:lnTo>
                <a:cubicBezTo>
                  <a:pt x="966901" y="439213"/>
                  <a:pt x="966487" y="439450"/>
                  <a:pt x="966013" y="439450"/>
                </a:cubicBezTo>
                <a:lnTo>
                  <a:pt x="947357" y="439450"/>
                </a:lnTo>
                <a:cubicBezTo>
                  <a:pt x="946883" y="439450"/>
                  <a:pt x="946469" y="439213"/>
                  <a:pt x="946232" y="438798"/>
                </a:cubicBezTo>
                <a:lnTo>
                  <a:pt x="936934" y="422630"/>
                </a:lnTo>
                <a:cubicBezTo>
                  <a:pt x="936697" y="422215"/>
                  <a:pt x="936697" y="421742"/>
                  <a:pt x="936934" y="421327"/>
                </a:cubicBezTo>
                <a:lnTo>
                  <a:pt x="946291" y="405158"/>
                </a:lnTo>
                <a:cubicBezTo>
                  <a:pt x="946528" y="404744"/>
                  <a:pt x="946943" y="404507"/>
                  <a:pt x="947417" y="404507"/>
                </a:cubicBezTo>
                <a:close/>
                <a:moveTo>
                  <a:pt x="879248" y="403559"/>
                </a:moveTo>
                <a:lnTo>
                  <a:pt x="898911" y="403559"/>
                </a:lnTo>
                <a:cubicBezTo>
                  <a:pt x="899385" y="403559"/>
                  <a:pt x="899859" y="403855"/>
                  <a:pt x="900096" y="404270"/>
                </a:cubicBezTo>
                <a:lnTo>
                  <a:pt x="909927" y="421267"/>
                </a:lnTo>
                <a:cubicBezTo>
                  <a:pt x="910164" y="421682"/>
                  <a:pt x="910164" y="422215"/>
                  <a:pt x="909927" y="422629"/>
                </a:cubicBezTo>
                <a:lnTo>
                  <a:pt x="900096" y="439627"/>
                </a:lnTo>
                <a:cubicBezTo>
                  <a:pt x="899859" y="440042"/>
                  <a:pt x="899385" y="440338"/>
                  <a:pt x="898911" y="440338"/>
                </a:cubicBezTo>
                <a:lnTo>
                  <a:pt x="879248" y="440338"/>
                </a:lnTo>
                <a:cubicBezTo>
                  <a:pt x="878774" y="440338"/>
                  <a:pt x="878301" y="440042"/>
                  <a:pt x="878064" y="439627"/>
                </a:cubicBezTo>
                <a:lnTo>
                  <a:pt x="868233" y="422629"/>
                </a:lnTo>
                <a:cubicBezTo>
                  <a:pt x="867996" y="422215"/>
                  <a:pt x="867996" y="421682"/>
                  <a:pt x="868233" y="421267"/>
                </a:cubicBezTo>
                <a:lnTo>
                  <a:pt x="878064" y="404270"/>
                </a:lnTo>
                <a:cubicBezTo>
                  <a:pt x="878301" y="403855"/>
                  <a:pt x="878774" y="403559"/>
                  <a:pt x="879248" y="403559"/>
                </a:cubicBezTo>
                <a:close/>
                <a:moveTo>
                  <a:pt x="5004513" y="403145"/>
                </a:moveTo>
                <a:lnTo>
                  <a:pt x="5024591" y="403145"/>
                </a:lnTo>
                <a:cubicBezTo>
                  <a:pt x="5025124" y="403145"/>
                  <a:pt x="5025598" y="403441"/>
                  <a:pt x="5025834" y="403856"/>
                </a:cubicBezTo>
                <a:lnTo>
                  <a:pt x="5035844" y="421268"/>
                </a:lnTo>
                <a:cubicBezTo>
                  <a:pt x="5036081" y="421682"/>
                  <a:pt x="5036081" y="422275"/>
                  <a:pt x="5035844" y="422689"/>
                </a:cubicBezTo>
                <a:lnTo>
                  <a:pt x="5025776" y="440101"/>
                </a:lnTo>
                <a:cubicBezTo>
                  <a:pt x="5025479" y="440516"/>
                  <a:pt x="5025006" y="440812"/>
                  <a:pt x="5024531" y="440812"/>
                </a:cubicBezTo>
                <a:lnTo>
                  <a:pt x="5004454" y="440812"/>
                </a:lnTo>
                <a:cubicBezTo>
                  <a:pt x="5003921" y="440812"/>
                  <a:pt x="5003448" y="440516"/>
                  <a:pt x="5003211" y="440101"/>
                </a:cubicBezTo>
                <a:lnTo>
                  <a:pt x="4993202" y="422689"/>
                </a:lnTo>
                <a:cubicBezTo>
                  <a:pt x="4992965" y="422275"/>
                  <a:pt x="4992965" y="421682"/>
                  <a:pt x="4993202" y="421268"/>
                </a:cubicBezTo>
                <a:lnTo>
                  <a:pt x="5003270" y="403856"/>
                </a:lnTo>
                <a:cubicBezTo>
                  <a:pt x="5003566" y="403441"/>
                  <a:pt x="5004040" y="403145"/>
                  <a:pt x="5004513" y="403145"/>
                </a:cubicBezTo>
                <a:close/>
                <a:moveTo>
                  <a:pt x="4936523" y="402434"/>
                </a:moveTo>
                <a:lnTo>
                  <a:pt x="4957370" y="402434"/>
                </a:lnTo>
                <a:cubicBezTo>
                  <a:pt x="4957903" y="402434"/>
                  <a:pt x="4958377" y="402671"/>
                  <a:pt x="4958673" y="403145"/>
                </a:cubicBezTo>
                <a:lnTo>
                  <a:pt x="4969097" y="421208"/>
                </a:lnTo>
                <a:cubicBezTo>
                  <a:pt x="4969393" y="421682"/>
                  <a:pt x="4969393" y="422215"/>
                  <a:pt x="4969097" y="422689"/>
                </a:cubicBezTo>
                <a:lnTo>
                  <a:pt x="4958673" y="440753"/>
                </a:lnTo>
                <a:cubicBezTo>
                  <a:pt x="4958377" y="441167"/>
                  <a:pt x="4957903" y="441463"/>
                  <a:pt x="4957370" y="441463"/>
                </a:cubicBezTo>
                <a:lnTo>
                  <a:pt x="4936523" y="441463"/>
                </a:lnTo>
                <a:cubicBezTo>
                  <a:pt x="4935990" y="441463"/>
                  <a:pt x="4935516" y="441226"/>
                  <a:pt x="4935220" y="440753"/>
                </a:cubicBezTo>
                <a:lnTo>
                  <a:pt x="4924796" y="422689"/>
                </a:lnTo>
                <a:cubicBezTo>
                  <a:pt x="4924500" y="422215"/>
                  <a:pt x="4924500" y="421682"/>
                  <a:pt x="4924796" y="421208"/>
                </a:cubicBezTo>
                <a:lnTo>
                  <a:pt x="4935220" y="403145"/>
                </a:lnTo>
                <a:cubicBezTo>
                  <a:pt x="4935516" y="402730"/>
                  <a:pt x="4935990" y="402434"/>
                  <a:pt x="4936523" y="402434"/>
                </a:cubicBezTo>
                <a:close/>
                <a:moveTo>
                  <a:pt x="811080" y="402434"/>
                </a:moveTo>
                <a:lnTo>
                  <a:pt x="831928" y="402434"/>
                </a:lnTo>
                <a:cubicBezTo>
                  <a:pt x="832461" y="402434"/>
                  <a:pt x="832935" y="402671"/>
                  <a:pt x="833231" y="403145"/>
                </a:cubicBezTo>
                <a:lnTo>
                  <a:pt x="843654" y="421208"/>
                </a:lnTo>
                <a:cubicBezTo>
                  <a:pt x="843950" y="421682"/>
                  <a:pt x="843950" y="422215"/>
                  <a:pt x="843654" y="422689"/>
                </a:cubicBezTo>
                <a:lnTo>
                  <a:pt x="833231" y="440753"/>
                </a:lnTo>
                <a:cubicBezTo>
                  <a:pt x="832935" y="441167"/>
                  <a:pt x="832461" y="441463"/>
                  <a:pt x="831928" y="441463"/>
                </a:cubicBezTo>
                <a:lnTo>
                  <a:pt x="811080" y="441463"/>
                </a:lnTo>
                <a:cubicBezTo>
                  <a:pt x="810548" y="441463"/>
                  <a:pt x="810074" y="441226"/>
                  <a:pt x="809778" y="440753"/>
                </a:cubicBezTo>
                <a:lnTo>
                  <a:pt x="799354" y="422689"/>
                </a:lnTo>
                <a:cubicBezTo>
                  <a:pt x="799058" y="422215"/>
                  <a:pt x="799058" y="421682"/>
                  <a:pt x="799354" y="421208"/>
                </a:cubicBezTo>
                <a:lnTo>
                  <a:pt x="809778" y="403145"/>
                </a:lnTo>
                <a:cubicBezTo>
                  <a:pt x="810074" y="402730"/>
                  <a:pt x="810548" y="402434"/>
                  <a:pt x="811080" y="402434"/>
                </a:cubicBezTo>
                <a:close/>
                <a:moveTo>
                  <a:pt x="2907471" y="402197"/>
                </a:moveTo>
                <a:lnTo>
                  <a:pt x="2928555" y="402197"/>
                </a:lnTo>
                <a:cubicBezTo>
                  <a:pt x="2929088" y="402197"/>
                  <a:pt x="2929562" y="402493"/>
                  <a:pt x="2929858" y="402967"/>
                </a:cubicBezTo>
                <a:lnTo>
                  <a:pt x="2940400" y="421208"/>
                </a:lnTo>
                <a:cubicBezTo>
                  <a:pt x="2940696" y="421682"/>
                  <a:pt x="2940696" y="422215"/>
                  <a:pt x="2940400" y="422689"/>
                </a:cubicBezTo>
                <a:lnTo>
                  <a:pt x="2929858" y="440930"/>
                </a:lnTo>
                <a:cubicBezTo>
                  <a:pt x="2929562" y="441404"/>
                  <a:pt x="2929088" y="441700"/>
                  <a:pt x="2928555" y="441700"/>
                </a:cubicBezTo>
                <a:lnTo>
                  <a:pt x="2907471" y="441700"/>
                </a:lnTo>
                <a:cubicBezTo>
                  <a:pt x="2906938" y="441700"/>
                  <a:pt x="2906464" y="441404"/>
                  <a:pt x="2906168" y="440930"/>
                </a:cubicBezTo>
                <a:lnTo>
                  <a:pt x="2895626" y="422689"/>
                </a:lnTo>
                <a:cubicBezTo>
                  <a:pt x="2895330" y="422215"/>
                  <a:pt x="2895330" y="421682"/>
                  <a:pt x="2895626" y="421208"/>
                </a:cubicBezTo>
                <a:lnTo>
                  <a:pt x="2906168" y="402967"/>
                </a:lnTo>
                <a:cubicBezTo>
                  <a:pt x="2906464" y="402493"/>
                  <a:pt x="2906938" y="402197"/>
                  <a:pt x="2907471" y="402197"/>
                </a:cubicBezTo>
                <a:close/>
                <a:moveTo>
                  <a:pt x="743208" y="402079"/>
                </a:moveTo>
                <a:lnTo>
                  <a:pt x="764411" y="402079"/>
                </a:lnTo>
                <a:cubicBezTo>
                  <a:pt x="764944" y="402079"/>
                  <a:pt x="765418" y="402375"/>
                  <a:pt x="765714" y="402849"/>
                </a:cubicBezTo>
                <a:lnTo>
                  <a:pt x="776315" y="421209"/>
                </a:lnTo>
                <a:cubicBezTo>
                  <a:pt x="776611" y="421623"/>
                  <a:pt x="776611" y="422215"/>
                  <a:pt x="776315" y="422689"/>
                </a:cubicBezTo>
                <a:lnTo>
                  <a:pt x="765714" y="441049"/>
                </a:lnTo>
                <a:cubicBezTo>
                  <a:pt x="765418" y="441523"/>
                  <a:pt x="764944" y="441819"/>
                  <a:pt x="764411" y="441819"/>
                </a:cubicBezTo>
                <a:lnTo>
                  <a:pt x="743208" y="441819"/>
                </a:lnTo>
                <a:cubicBezTo>
                  <a:pt x="742675" y="441819"/>
                  <a:pt x="742201" y="441523"/>
                  <a:pt x="741905" y="441049"/>
                </a:cubicBezTo>
                <a:lnTo>
                  <a:pt x="731304" y="422689"/>
                </a:lnTo>
                <a:cubicBezTo>
                  <a:pt x="731008" y="422275"/>
                  <a:pt x="731008" y="421682"/>
                  <a:pt x="731304" y="421209"/>
                </a:cubicBezTo>
                <a:lnTo>
                  <a:pt x="741905" y="402849"/>
                </a:lnTo>
                <a:cubicBezTo>
                  <a:pt x="742201" y="402375"/>
                  <a:pt x="742675" y="402079"/>
                  <a:pt x="743208" y="402079"/>
                </a:cubicBezTo>
                <a:close/>
                <a:moveTo>
                  <a:pt x="2974573" y="401249"/>
                </a:moveTo>
                <a:lnTo>
                  <a:pt x="2996664" y="401249"/>
                </a:lnTo>
                <a:cubicBezTo>
                  <a:pt x="2997256" y="401249"/>
                  <a:pt x="2997730" y="401545"/>
                  <a:pt x="2998026" y="402019"/>
                </a:cubicBezTo>
                <a:lnTo>
                  <a:pt x="3009042" y="421149"/>
                </a:lnTo>
                <a:cubicBezTo>
                  <a:pt x="3009339" y="421622"/>
                  <a:pt x="3009339" y="422215"/>
                  <a:pt x="3009042" y="422689"/>
                </a:cubicBezTo>
                <a:lnTo>
                  <a:pt x="2997967" y="441818"/>
                </a:lnTo>
                <a:cubicBezTo>
                  <a:pt x="2997671" y="442292"/>
                  <a:pt x="2997138" y="442588"/>
                  <a:pt x="2996605" y="442588"/>
                </a:cubicBezTo>
                <a:lnTo>
                  <a:pt x="2974514" y="442588"/>
                </a:lnTo>
                <a:cubicBezTo>
                  <a:pt x="2973922" y="442588"/>
                  <a:pt x="2973448" y="442292"/>
                  <a:pt x="2973152" y="441818"/>
                </a:cubicBezTo>
                <a:lnTo>
                  <a:pt x="2962136" y="422689"/>
                </a:lnTo>
                <a:cubicBezTo>
                  <a:pt x="2961840" y="422215"/>
                  <a:pt x="2961840" y="421622"/>
                  <a:pt x="2962136" y="421149"/>
                </a:cubicBezTo>
                <a:lnTo>
                  <a:pt x="2973211" y="402019"/>
                </a:lnTo>
                <a:cubicBezTo>
                  <a:pt x="2973507" y="401545"/>
                  <a:pt x="2974040" y="401249"/>
                  <a:pt x="2974573" y="401249"/>
                </a:cubicBezTo>
                <a:close/>
                <a:moveTo>
                  <a:pt x="3041439" y="399828"/>
                </a:moveTo>
                <a:lnTo>
                  <a:pt x="3065069" y="399828"/>
                </a:lnTo>
                <a:cubicBezTo>
                  <a:pt x="3065662" y="399828"/>
                  <a:pt x="3066195" y="400124"/>
                  <a:pt x="3066491" y="400657"/>
                </a:cubicBezTo>
                <a:lnTo>
                  <a:pt x="3078277" y="421149"/>
                </a:lnTo>
                <a:cubicBezTo>
                  <a:pt x="3078573" y="421623"/>
                  <a:pt x="3078573" y="422274"/>
                  <a:pt x="3078277" y="422807"/>
                </a:cubicBezTo>
                <a:lnTo>
                  <a:pt x="3066431" y="443299"/>
                </a:lnTo>
                <a:cubicBezTo>
                  <a:pt x="3066135" y="443832"/>
                  <a:pt x="3065603" y="444128"/>
                  <a:pt x="3065010" y="444128"/>
                </a:cubicBezTo>
                <a:lnTo>
                  <a:pt x="3041379" y="444128"/>
                </a:lnTo>
                <a:cubicBezTo>
                  <a:pt x="3040787" y="444128"/>
                  <a:pt x="3040254" y="443832"/>
                  <a:pt x="3039958" y="443299"/>
                </a:cubicBezTo>
                <a:lnTo>
                  <a:pt x="3028172" y="422807"/>
                </a:lnTo>
                <a:cubicBezTo>
                  <a:pt x="3027876" y="422333"/>
                  <a:pt x="3027876" y="421682"/>
                  <a:pt x="3028172" y="421149"/>
                </a:cubicBezTo>
                <a:lnTo>
                  <a:pt x="3040017" y="400657"/>
                </a:lnTo>
                <a:cubicBezTo>
                  <a:pt x="3040313" y="400124"/>
                  <a:pt x="3040846" y="399828"/>
                  <a:pt x="3041439" y="399828"/>
                </a:cubicBezTo>
                <a:close/>
                <a:moveTo>
                  <a:pt x="5080203" y="359614"/>
                </a:moveTo>
                <a:lnTo>
                  <a:pt x="5084171" y="359614"/>
                </a:lnTo>
                <a:cubicBezTo>
                  <a:pt x="5084289" y="359614"/>
                  <a:pt x="5084407" y="359733"/>
                  <a:pt x="5084407" y="359733"/>
                </a:cubicBezTo>
                <a:lnTo>
                  <a:pt x="5086422" y="363168"/>
                </a:lnTo>
                <a:cubicBezTo>
                  <a:pt x="5086422" y="363286"/>
                  <a:pt x="5086422" y="363464"/>
                  <a:pt x="5086422" y="363464"/>
                </a:cubicBezTo>
                <a:lnTo>
                  <a:pt x="5084407" y="366899"/>
                </a:lnTo>
                <a:cubicBezTo>
                  <a:pt x="5084348" y="367017"/>
                  <a:pt x="5084171" y="367017"/>
                  <a:pt x="5084171" y="367017"/>
                </a:cubicBezTo>
                <a:lnTo>
                  <a:pt x="5080203" y="367017"/>
                </a:lnTo>
                <a:cubicBezTo>
                  <a:pt x="5080084" y="367017"/>
                  <a:pt x="5079965" y="366899"/>
                  <a:pt x="5079965" y="366899"/>
                </a:cubicBezTo>
                <a:lnTo>
                  <a:pt x="5077952" y="363464"/>
                </a:lnTo>
                <a:cubicBezTo>
                  <a:pt x="5077952" y="363345"/>
                  <a:pt x="5077952" y="363168"/>
                  <a:pt x="5077952" y="363168"/>
                </a:cubicBezTo>
                <a:lnTo>
                  <a:pt x="5079965" y="359733"/>
                </a:lnTo>
                <a:cubicBezTo>
                  <a:pt x="5080025" y="359614"/>
                  <a:pt x="5080203" y="359614"/>
                  <a:pt x="5080203" y="359614"/>
                </a:cubicBezTo>
                <a:close/>
                <a:moveTo>
                  <a:pt x="4740428" y="356535"/>
                </a:moveTo>
                <a:lnTo>
                  <a:pt x="4747713" y="356535"/>
                </a:lnTo>
                <a:cubicBezTo>
                  <a:pt x="4747950" y="356535"/>
                  <a:pt x="4748186" y="356772"/>
                  <a:pt x="4748186" y="356772"/>
                </a:cubicBezTo>
                <a:lnTo>
                  <a:pt x="4751800" y="363109"/>
                </a:lnTo>
                <a:cubicBezTo>
                  <a:pt x="4751917" y="363287"/>
                  <a:pt x="4751800" y="363642"/>
                  <a:pt x="4751800" y="363642"/>
                </a:cubicBezTo>
                <a:lnTo>
                  <a:pt x="4748128" y="369979"/>
                </a:lnTo>
                <a:cubicBezTo>
                  <a:pt x="4748009" y="370098"/>
                  <a:pt x="4747653" y="370216"/>
                  <a:pt x="4747653" y="370216"/>
                </a:cubicBezTo>
                <a:lnTo>
                  <a:pt x="4740369" y="370216"/>
                </a:lnTo>
                <a:cubicBezTo>
                  <a:pt x="4740132" y="370216"/>
                  <a:pt x="4739895" y="369979"/>
                  <a:pt x="4739895" y="369979"/>
                </a:cubicBezTo>
                <a:lnTo>
                  <a:pt x="4736283" y="363642"/>
                </a:lnTo>
                <a:cubicBezTo>
                  <a:pt x="4736164" y="363464"/>
                  <a:pt x="4736283" y="363109"/>
                  <a:pt x="4736283" y="363109"/>
                </a:cubicBezTo>
                <a:lnTo>
                  <a:pt x="4739955" y="356772"/>
                </a:lnTo>
                <a:cubicBezTo>
                  <a:pt x="4740072" y="356653"/>
                  <a:pt x="4740428" y="356535"/>
                  <a:pt x="4740428" y="356535"/>
                </a:cubicBezTo>
                <a:close/>
                <a:moveTo>
                  <a:pt x="2711199" y="356002"/>
                </a:moveTo>
                <a:lnTo>
                  <a:pt x="2719017" y="356002"/>
                </a:lnTo>
                <a:cubicBezTo>
                  <a:pt x="2719195" y="356002"/>
                  <a:pt x="2719491" y="356298"/>
                  <a:pt x="2719491" y="356298"/>
                </a:cubicBezTo>
                <a:lnTo>
                  <a:pt x="2723400" y="363109"/>
                </a:lnTo>
                <a:cubicBezTo>
                  <a:pt x="2723518" y="363287"/>
                  <a:pt x="2723400" y="363642"/>
                  <a:pt x="2723400" y="363642"/>
                </a:cubicBezTo>
                <a:lnTo>
                  <a:pt x="2719491" y="370453"/>
                </a:lnTo>
                <a:cubicBezTo>
                  <a:pt x="2719372" y="370631"/>
                  <a:pt x="2719017" y="370749"/>
                  <a:pt x="2719017" y="370749"/>
                </a:cubicBezTo>
                <a:lnTo>
                  <a:pt x="2711199" y="370749"/>
                </a:lnTo>
                <a:cubicBezTo>
                  <a:pt x="2711021" y="370749"/>
                  <a:pt x="2710725" y="370453"/>
                  <a:pt x="2710725" y="370453"/>
                </a:cubicBezTo>
                <a:lnTo>
                  <a:pt x="2706817" y="363642"/>
                </a:lnTo>
                <a:cubicBezTo>
                  <a:pt x="2706698" y="363464"/>
                  <a:pt x="2706817" y="363109"/>
                  <a:pt x="2706817" y="363109"/>
                </a:cubicBezTo>
                <a:lnTo>
                  <a:pt x="2710725" y="356298"/>
                </a:lnTo>
                <a:cubicBezTo>
                  <a:pt x="2710844" y="356120"/>
                  <a:pt x="2711199" y="356002"/>
                  <a:pt x="2711199" y="356002"/>
                </a:cubicBezTo>
                <a:close/>
                <a:moveTo>
                  <a:pt x="614631" y="355883"/>
                </a:moveTo>
                <a:lnTo>
                  <a:pt x="622567" y="355883"/>
                </a:lnTo>
                <a:cubicBezTo>
                  <a:pt x="622744" y="355883"/>
                  <a:pt x="623040" y="356179"/>
                  <a:pt x="623040" y="356179"/>
                </a:cubicBezTo>
                <a:lnTo>
                  <a:pt x="627009" y="363049"/>
                </a:lnTo>
                <a:cubicBezTo>
                  <a:pt x="627127" y="363168"/>
                  <a:pt x="627009" y="363582"/>
                  <a:pt x="627009" y="363582"/>
                </a:cubicBezTo>
                <a:lnTo>
                  <a:pt x="623040" y="370452"/>
                </a:lnTo>
                <a:cubicBezTo>
                  <a:pt x="622922" y="370630"/>
                  <a:pt x="622567" y="370748"/>
                  <a:pt x="622567" y="370748"/>
                </a:cubicBezTo>
                <a:lnTo>
                  <a:pt x="614631" y="370748"/>
                </a:lnTo>
                <a:cubicBezTo>
                  <a:pt x="614453" y="370748"/>
                  <a:pt x="614157" y="370452"/>
                  <a:pt x="614157" y="370452"/>
                </a:cubicBezTo>
                <a:lnTo>
                  <a:pt x="610189" y="363582"/>
                </a:lnTo>
                <a:cubicBezTo>
                  <a:pt x="610070" y="363464"/>
                  <a:pt x="610189" y="363049"/>
                  <a:pt x="610189" y="363049"/>
                </a:cubicBezTo>
                <a:lnTo>
                  <a:pt x="614157" y="356179"/>
                </a:lnTo>
                <a:cubicBezTo>
                  <a:pt x="614275" y="356001"/>
                  <a:pt x="614631" y="355883"/>
                  <a:pt x="614631" y="355883"/>
                </a:cubicBezTo>
                <a:close/>
                <a:moveTo>
                  <a:pt x="4805162" y="351145"/>
                </a:moveTo>
                <a:lnTo>
                  <a:pt x="4818191" y="351145"/>
                </a:lnTo>
                <a:cubicBezTo>
                  <a:pt x="4818488" y="351145"/>
                  <a:pt x="4818961" y="351619"/>
                  <a:pt x="4818961" y="351619"/>
                </a:cubicBezTo>
                <a:lnTo>
                  <a:pt x="4825476" y="362931"/>
                </a:lnTo>
                <a:cubicBezTo>
                  <a:pt x="4825654" y="363227"/>
                  <a:pt x="4825476" y="363878"/>
                  <a:pt x="4825476" y="363878"/>
                </a:cubicBezTo>
                <a:lnTo>
                  <a:pt x="4818961" y="375190"/>
                </a:lnTo>
                <a:cubicBezTo>
                  <a:pt x="4818843" y="375487"/>
                  <a:pt x="4818488" y="375664"/>
                  <a:pt x="4818191" y="375664"/>
                </a:cubicBezTo>
                <a:lnTo>
                  <a:pt x="4805162" y="375664"/>
                </a:lnTo>
                <a:cubicBezTo>
                  <a:pt x="4804866" y="375664"/>
                  <a:pt x="4804392" y="375190"/>
                  <a:pt x="4804392" y="375190"/>
                </a:cubicBezTo>
                <a:lnTo>
                  <a:pt x="4797877" y="363878"/>
                </a:lnTo>
                <a:cubicBezTo>
                  <a:pt x="4797700" y="363582"/>
                  <a:pt x="4797877" y="362931"/>
                  <a:pt x="4797877" y="362931"/>
                </a:cubicBezTo>
                <a:lnTo>
                  <a:pt x="4804392" y="351619"/>
                </a:lnTo>
                <a:cubicBezTo>
                  <a:pt x="4804510" y="351323"/>
                  <a:pt x="4804866" y="351145"/>
                  <a:pt x="4805162" y="351145"/>
                </a:cubicBezTo>
                <a:close/>
                <a:moveTo>
                  <a:pt x="4534207" y="350316"/>
                </a:moveTo>
                <a:lnTo>
                  <a:pt x="4548124" y="350316"/>
                </a:lnTo>
                <a:cubicBezTo>
                  <a:pt x="4548479" y="350316"/>
                  <a:pt x="4548776" y="350494"/>
                  <a:pt x="4548953" y="350790"/>
                </a:cubicBezTo>
                <a:lnTo>
                  <a:pt x="4555882" y="362812"/>
                </a:lnTo>
                <a:cubicBezTo>
                  <a:pt x="4556060" y="363108"/>
                  <a:pt x="4556060" y="363523"/>
                  <a:pt x="4555882" y="363819"/>
                </a:cubicBezTo>
                <a:lnTo>
                  <a:pt x="4548894" y="375842"/>
                </a:lnTo>
                <a:cubicBezTo>
                  <a:pt x="4548716" y="376138"/>
                  <a:pt x="4548420" y="376316"/>
                  <a:pt x="4548065" y="376316"/>
                </a:cubicBezTo>
                <a:lnTo>
                  <a:pt x="4534147" y="376316"/>
                </a:lnTo>
                <a:cubicBezTo>
                  <a:pt x="4533792" y="376316"/>
                  <a:pt x="4533495" y="376138"/>
                  <a:pt x="4533318" y="375842"/>
                </a:cubicBezTo>
                <a:lnTo>
                  <a:pt x="4526388" y="363819"/>
                </a:lnTo>
                <a:cubicBezTo>
                  <a:pt x="4526211" y="363523"/>
                  <a:pt x="4526211" y="363108"/>
                  <a:pt x="4526388" y="362812"/>
                </a:cubicBezTo>
                <a:lnTo>
                  <a:pt x="4533377" y="350790"/>
                </a:lnTo>
                <a:cubicBezTo>
                  <a:pt x="4533554" y="350494"/>
                  <a:pt x="4533851" y="350316"/>
                  <a:pt x="4534207" y="350316"/>
                </a:cubicBezTo>
                <a:close/>
                <a:moveTo>
                  <a:pt x="2843153" y="349783"/>
                </a:moveTo>
                <a:lnTo>
                  <a:pt x="2857604" y="349783"/>
                </a:lnTo>
                <a:cubicBezTo>
                  <a:pt x="2857960" y="349783"/>
                  <a:pt x="2858315" y="350020"/>
                  <a:pt x="2858492" y="350316"/>
                </a:cubicBezTo>
                <a:lnTo>
                  <a:pt x="2865718" y="362872"/>
                </a:lnTo>
                <a:cubicBezTo>
                  <a:pt x="2865896" y="363168"/>
                  <a:pt x="2865896" y="363583"/>
                  <a:pt x="2865718" y="363879"/>
                </a:cubicBezTo>
                <a:lnTo>
                  <a:pt x="2858492" y="376434"/>
                </a:lnTo>
                <a:cubicBezTo>
                  <a:pt x="2858315" y="376790"/>
                  <a:pt x="2857960" y="376967"/>
                  <a:pt x="2857604" y="376967"/>
                </a:cubicBezTo>
                <a:lnTo>
                  <a:pt x="2843153" y="376967"/>
                </a:lnTo>
                <a:cubicBezTo>
                  <a:pt x="2842798" y="376967"/>
                  <a:pt x="2842442" y="376731"/>
                  <a:pt x="2842265" y="376434"/>
                </a:cubicBezTo>
                <a:lnTo>
                  <a:pt x="2835039" y="363879"/>
                </a:lnTo>
                <a:cubicBezTo>
                  <a:pt x="2834862" y="363583"/>
                  <a:pt x="2834862" y="363168"/>
                  <a:pt x="2835039" y="362872"/>
                </a:cubicBezTo>
                <a:lnTo>
                  <a:pt x="2842265" y="350316"/>
                </a:lnTo>
                <a:cubicBezTo>
                  <a:pt x="2842442" y="349961"/>
                  <a:pt x="2842798" y="349783"/>
                  <a:pt x="2843153" y="349783"/>
                </a:cubicBezTo>
                <a:close/>
                <a:moveTo>
                  <a:pt x="4398522" y="349605"/>
                </a:moveTo>
                <a:lnTo>
                  <a:pt x="4413209" y="349605"/>
                </a:lnTo>
                <a:cubicBezTo>
                  <a:pt x="4413564" y="349605"/>
                  <a:pt x="4413920" y="349842"/>
                  <a:pt x="4414098" y="350138"/>
                </a:cubicBezTo>
                <a:lnTo>
                  <a:pt x="4421442" y="362872"/>
                </a:lnTo>
                <a:cubicBezTo>
                  <a:pt x="4421620" y="363227"/>
                  <a:pt x="4421620" y="363641"/>
                  <a:pt x="4421442" y="363938"/>
                </a:cubicBezTo>
                <a:lnTo>
                  <a:pt x="4414098" y="376671"/>
                </a:lnTo>
                <a:cubicBezTo>
                  <a:pt x="4413920" y="377026"/>
                  <a:pt x="4413564" y="377204"/>
                  <a:pt x="4413209" y="377204"/>
                </a:cubicBezTo>
                <a:lnTo>
                  <a:pt x="4398522" y="377204"/>
                </a:lnTo>
                <a:cubicBezTo>
                  <a:pt x="4398166" y="377204"/>
                  <a:pt x="4397811" y="376967"/>
                  <a:pt x="4397633" y="376671"/>
                </a:cubicBezTo>
                <a:lnTo>
                  <a:pt x="4390289" y="363938"/>
                </a:lnTo>
                <a:cubicBezTo>
                  <a:pt x="4390112" y="363582"/>
                  <a:pt x="4390112" y="363168"/>
                  <a:pt x="4390289" y="362872"/>
                </a:cubicBezTo>
                <a:lnTo>
                  <a:pt x="4397633" y="350138"/>
                </a:lnTo>
                <a:cubicBezTo>
                  <a:pt x="4397811" y="349783"/>
                  <a:pt x="4398166" y="349605"/>
                  <a:pt x="4398522" y="349605"/>
                </a:cubicBezTo>
                <a:close/>
                <a:moveTo>
                  <a:pt x="4465684" y="348658"/>
                </a:moveTo>
                <a:lnTo>
                  <a:pt x="4481378" y="348658"/>
                </a:lnTo>
                <a:cubicBezTo>
                  <a:pt x="4481733" y="348658"/>
                  <a:pt x="4482148" y="348836"/>
                  <a:pt x="4482326" y="349191"/>
                </a:cubicBezTo>
                <a:lnTo>
                  <a:pt x="4490144" y="362753"/>
                </a:lnTo>
                <a:cubicBezTo>
                  <a:pt x="4490321" y="363109"/>
                  <a:pt x="4490321" y="363523"/>
                  <a:pt x="4490144" y="363879"/>
                </a:cubicBezTo>
                <a:lnTo>
                  <a:pt x="4482326" y="377441"/>
                </a:lnTo>
                <a:cubicBezTo>
                  <a:pt x="4482148" y="377737"/>
                  <a:pt x="4481793" y="377974"/>
                  <a:pt x="4481378" y="377974"/>
                </a:cubicBezTo>
                <a:lnTo>
                  <a:pt x="4465684" y="377974"/>
                </a:lnTo>
                <a:cubicBezTo>
                  <a:pt x="4465329" y="377974"/>
                  <a:pt x="4464914" y="377797"/>
                  <a:pt x="4464736" y="377441"/>
                </a:cubicBezTo>
                <a:lnTo>
                  <a:pt x="4456918" y="363879"/>
                </a:lnTo>
                <a:cubicBezTo>
                  <a:pt x="4456741" y="363523"/>
                  <a:pt x="4456741" y="363109"/>
                  <a:pt x="4456918" y="362753"/>
                </a:cubicBezTo>
                <a:lnTo>
                  <a:pt x="4464736" y="349191"/>
                </a:lnTo>
                <a:cubicBezTo>
                  <a:pt x="4464914" y="348895"/>
                  <a:pt x="4465269" y="348658"/>
                  <a:pt x="4465684" y="348658"/>
                </a:cubicBezTo>
                <a:close/>
                <a:moveTo>
                  <a:pt x="2774747" y="348361"/>
                </a:moveTo>
                <a:lnTo>
                  <a:pt x="2790738" y="348361"/>
                </a:lnTo>
                <a:cubicBezTo>
                  <a:pt x="2791093" y="348361"/>
                  <a:pt x="2791508" y="348598"/>
                  <a:pt x="2791686" y="348953"/>
                </a:cubicBezTo>
                <a:lnTo>
                  <a:pt x="2799681" y="362812"/>
                </a:lnTo>
                <a:cubicBezTo>
                  <a:pt x="2799859" y="363167"/>
                  <a:pt x="2799859" y="363582"/>
                  <a:pt x="2799681" y="363937"/>
                </a:cubicBezTo>
                <a:lnTo>
                  <a:pt x="2791686" y="377796"/>
                </a:lnTo>
                <a:cubicBezTo>
                  <a:pt x="2791508" y="378151"/>
                  <a:pt x="2791153" y="378388"/>
                  <a:pt x="2790738" y="378388"/>
                </a:cubicBezTo>
                <a:lnTo>
                  <a:pt x="2774747" y="378388"/>
                </a:lnTo>
                <a:cubicBezTo>
                  <a:pt x="2774392" y="378388"/>
                  <a:pt x="2773977" y="378151"/>
                  <a:pt x="2773800" y="377796"/>
                </a:cubicBezTo>
                <a:lnTo>
                  <a:pt x="2765804" y="363937"/>
                </a:lnTo>
                <a:cubicBezTo>
                  <a:pt x="2765627" y="363582"/>
                  <a:pt x="2765627" y="363167"/>
                  <a:pt x="2765804" y="362812"/>
                </a:cubicBezTo>
                <a:lnTo>
                  <a:pt x="2773800" y="348953"/>
                </a:lnTo>
                <a:cubicBezTo>
                  <a:pt x="2773977" y="348598"/>
                  <a:pt x="2774333" y="348361"/>
                  <a:pt x="2774747" y="348361"/>
                </a:cubicBezTo>
                <a:close/>
                <a:moveTo>
                  <a:pt x="4871256" y="348243"/>
                </a:moveTo>
                <a:lnTo>
                  <a:pt x="4887366" y="348243"/>
                </a:lnTo>
                <a:cubicBezTo>
                  <a:pt x="4887780" y="348243"/>
                  <a:pt x="4888195" y="348480"/>
                  <a:pt x="4888373" y="348835"/>
                </a:cubicBezTo>
                <a:lnTo>
                  <a:pt x="4896427" y="362812"/>
                </a:lnTo>
                <a:cubicBezTo>
                  <a:pt x="4896605" y="363168"/>
                  <a:pt x="4896605" y="363582"/>
                  <a:pt x="4896427" y="363938"/>
                </a:cubicBezTo>
                <a:lnTo>
                  <a:pt x="4888373" y="377915"/>
                </a:lnTo>
                <a:cubicBezTo>
                  <a:pt x="4888135" y="378270"/>
                  <a:pt x="4887780" y="378507"/>
                  <a:pt x="4887366" y="378507"/>
                </a:cubicBezTo>
                <a:lnTo>
                  <a:pt x="4871256" y="378507"/>
                </a:lnTo>
                <a:cubicBezTo>
                  <a:pt x="4870842" y="378507"/>
                  <a:pt x="4870427" y="378270"/>
                  <a:pt x="4870250" y="377915"/>
                </a:cubicBezTo>
                <a:lnTo>
                  <a:pt x="4862195" y="363938"/>
                </a:lnTo>
                <a:cubicBezTo>
                  <a:pt x="4862018" y="363582"/>
                  <a:pt x="4862018" y="363168"/>
                  <a:pt x="4862195" y="362812"/>
                </a:cubicBezTo>
                <a:lnTo>
                  <a:pt x="4870250" y="348835"/>
                </a:lnTo>
                <a:cubicBezTo>
                  <a:pt x="4870487" y="348480"/>
                  <a:pt x="4870842" y="348243"/>
                  <a:pt x="4871256" y="348243"/>
                </a:cubicBezTo>
                <a:close/>
                <a:moveTo>
                  <a:pt x="4600539" y="347947"/>
                </a:moveTo>
                <a:lnTo>
                  <a:pt x="4617004" y="347947"/>
                </a:lnTo>
                <a:cubicBezTo>
                  <a:pt x="4617418" y="347947"/>
                  <a:pt x="4617773" y="348184"/>
                  <a:pt x="4618010" y="348539"/>
                </a:cubicBezTo>
                <a:lnTo>
                  <a:pt x="4626242" y="362813"/>
                </a:lnTo>
                <a:cubicBezTo>
                  <a:pt x="4626479" y="363168"/>
                  <a:pt x="4626479" y="363642"/>
                  <a:pt x="4626242" y="363997"/>
                </a:cubicBezTo>
                <a:lnTo>
                  <a:pt x="4618010" y="378270"/>
                </a:lnTo>
                <a:cubicBezTo>
                  <a:pt x="4617773" y="378626"/>
                  <a:pt x="4617418" y="378863"/>
                  <a:pt x="4617004" y="378863"/>
                </a:cubicBezTo>
                <a:lnTo>
                  <a:pt x="4600539" y="378863"/>
                </a:lnTo>
                <a:cubicBezTo>
                  <a:pt x="4600124" y="378863"/>
                  <a:pt x="4599769" y="378626"/>
                  <a:pt x="4599532" y="378270"/>
                </a:cubicBezTo>
                <a:lnTo>
                  <a:pt x="4591299" y="363997"/>
                </a:lnTo>
                <a:cubicBezTo>
                  <a:pt x="4591063" y="363642"/>
                  <a:pt x="4591063" y="363168"/>
                  <a:pt x="4591299" y="362813"/>
                </a:cubicBezTo>
                <a:lnTo>
                  <a:pt x="4599532" y="348539"/>
                </a:lnTo>
                <a:cubicBezTo>
                  <a:pt x="4599769" y="348184"/>
                  <a:pt x="4600124" y="347947"/>
                  <a:pt x="4600539" y="347947"/>
                </a:cubicBezTo>
                <a:close/>
                <a:moveTo>
                  <a:pt x="4667463" y="346585"/>
                </a:moveTo>
                <a:lnTo>
                  <a:pt x="4685349" y="346585"/>
                </a:lnTo>
                <a:cubicBezTo>
                  <a:pt x="4685764" y="346585"/>
                  <a:pt x="4686178" y="346822"/>
                  <a:pt x="4686415" y="347236"/>
                </a:cubicBezTo>
                <a:lnTo>
                  <a:pt x="4695358" y="362753"/>
                </a:lnTo>
                <a:cubicBezTo>
                  <a:pt x="4695595" y="363109"/>
                  <a:pt x="4695595" y="363583"/>
                  <a:pt x="4695358" y="363997"/>
                </a:cubicBezTo>
                <a:lnTo>
                  <a:pt x="4686415" y="379514"/>
                </a:lnTo>
                <a:cubicBezTo>
                  <a:pt x="4686237" y="379929"/>
                  <a:pt x="4685823" y="380166"/>
                  <a:pt x="4685349" y="380166"/>
                </a:cubicBezTo>
                <a:lnTo>
                  <a:pt x="4667463" y="380166"/>
                </a:lnTo>
                <a:cubicBezTo>
                  <a:pt x="4667048" y="380166"/>
                  <a:pt x="4666634" y="379929"/>
                  <a:pt x="4666397" y="379514"/>
                </a:cubicBezTo>
                <a:lnTo>
                  <a:pt x="4657454" y="363997"/>
                </a:lnTo>
                <a:cubicBezTo>
                  <a:pt x="4657217" y="363642"/>
                  <a:pt x="4657217" y="363168"/>
                  <a:pt x="4657454" y="362753"/>
                </a:cubicBezTo>
                <a:lnTo>
                  <a:pt x="4666397" y="347236"/>
                </a:lnTo>
                <a:cubicBezTo>
                  <a:pt x="4666575" y="346822"/>
                  <a:pt x="4666989" y="346585"/>
                  <a:pt x="4667463" y="346585"/>
                </a:cubicBezTo>
                <a:close/>
                <a:moveTo>
                  <a:pt x="947713" y="346466"/>
                </a:moveTo>
                <a:lnTo>
                  <a:pt x="965718" y="346466"/>
                </a:lnTo>
                <a:cubicBezTo>
                  <a:pt x="966191" y="346466"/>
                  <a:pt x="966606" y="346703"/>
                  <a:pt x="966843" y="347118"/>
                </a:cubicBezTo>
                <a:lnTo>
                  <a:pt x="975845" y="362694"/>
                </a:lnTo>
                <a:cubicBezTo>
                  <a:pt x="976082" y="363049"/>
                  <a:pt x="976082" y="363523"/>
                  <a:pt x="975845" y="363937"/>
                </a:cubicBezTo>
                <a:lnTo>
                  <a:pt x="966843" y="379514"/>
                </a:lnTo>
                <a:cubicBezTo>
                  <a:pt x="966606" y="379928"/>
                  <a:pt x="966191" y="380165"/>
                  <a:pt x="965718" y="380165"/>
                </a:cubicBezTo>
                <a:lnTo>
                  <a:pt x="947713" y="380165"/>
                </a:lnTo>
                <a:cubicBezTo>
                  <a:pt x="947239" y="380165"/>
                  <a:pt x="946825" y="379928"/>
                  <a:pt x="946588" y="379514"/>
                </a:cubicBezTo>
                <a:lnTo>
                  <a:pt x="937586" y="363937"/>
                </a:lnTo>
                <a:cubicBezTo>
                  <a:pt x="937349" y="363582"/>
                  <a:pt x="937349" y="363108"/>
                  <a:pt x="937586" y="362694"/>
                </a:cubicBezTo>
                <a:lnTo>
                  <a:pt x="946588" y="347118"/>
                </a:lnTo>
                <a:cubicBezTo>
                  <a:pt x="946825" y="346703"/>
                  <a:pt x="947239" y="346466"/>
                  <a:pt x="947713" y="346466"/>
                </a:cubicBezTo>
                <a:close/>
                <a:moveTo>
                  <a:pt x="4937884" y="346407"/>
                </a:moveTo>
                <a:lnTo>
                  <a:pt x="4956008" y="346407"/>
                </a:lnTo>
                <a:cubicBezTo>
                  <a:pt x="4956481" y="346407"/>
                  <a:pt x="4956896" y="346644"/>
                  <a:pt x="4957133" y="347058"/>
                </a:cubicBezTo>
                <a:lnTo>
                  <a:pt x="4966194" y="362753"/>
                </a:lnTo>
                <a:cubicBezTo>
                  <a:pt x="4966431" y="363168"/>
                  <a:pt x="4966431" y="363642"/>
                  <a:pt x="4966194" y="364056"/>
                </a:cubicBezTo>
                <a:lnTo>
                  <a:pt x="4957133" y="379751"/>
                </a:lnTo>
                <a:cubicBezTo>
                  <a:pt x="4956896" y="380165"/>
                  <a:pt x="4956481" y="380402"/>
                  <a:pt x="4956008" y="380402"/>
                </a:cubicBezTo>
                <a:lnTo>
                  <a:pt x="4937884" y="380402"/>
                </a:lnTo>
                <a:cubicBezTo>
                  <a:pt x="4937411" y="380402"/>
                  <a:pt x="4936996" y="380165"/>
                  <a:pt x="4936759" y="379751"/>
                </a:cubicBezTo>
                <a:lnTo>
                  <a:pt x="4927698" y="364056"/>
                </a:lnTo>
                <a:cubicBezTo>
                  <a:pt x="4927461" y="363642"/>
                  <a:pt x="4927461" y="363168"/>
                  <a:pt x="4927698" y="362753"/>
                </a:cubicBezTo>
                <a:lnTo>
                  <a:pt x="4936759" y="347058"/>
                </a:lnTo>
                <a:cubicBezTo>
                  <a:pt x="4936996" y="346644"/>
                  <a:pt x="4937411" y="346407"/>
                  <a:pt x="4937884" y="346407"/>
                </a:cubicBezTo>
                <a:close/>
                <a:moveTo>
                  <a:pt x="879723" y="345756"/>
                </a:moveTo>
                <a:lnTo>
                  <a:pt x="898497" y="345756"/>
                </a:lnTo>
                <a:cubicBezTo>
                  <a:pt x="898971" y="345756"/>
                  <a:pt x="899386" y="345993"/>
                  <a:pt x="899622" y="346408"/>
                </a:cubicBezTo>
                <a:lnTo>
                  <a:pt x="908980" y="362635"/>
                </a:lnTo>
                <a:cubicBezTo>
                  <a:pt x="909217" y="362991"/>
                  <a:pt x="909217" y="363524"/>
                  <a:pt x="908980" y="363938"/>
                </a:cubicBezTo>
                <a:lnTo>
                  <a:pt x="899563" y="380166"/>
                </a:lnTo>
                <a:cubicBezTo>
                  <a:pt x="899326" y="380580"/>
                  <a:pt x="898912" y="380817"/>
                  <a:pt x="898438" y="380817"/>
                </a:cubicBezTo>
                <a:lnTo>
                  <a:pt x="879664" y="380817"/>
                </a:lnTo>
                <a:cubicBezTo>
                  <a:pt x="879190" y="380817"/>
                  <a:pt x="878775" y="380580"/>
                  <a:pt x="878538" y="380166"/>
                </a:cubicBezTo>
                <a:lnTo>
                  <a:pt x="869181" y="363938"/>
                </a:lnTo>
                <a:cubicBezTo>
                  <a:pt x="868944" y="363583"/>
                  <a:pt x="868944" y="363050"/>
                  <a:pt x="869181" y="362635"/>
                </a:cubicBezTo>
                <a:lnTo>
                  <a:pt x="878598" y="346408"/>
                </a:lnTo>
                <a:cubicBezTo>
                  <a:pt x="878834" y="345993"/>
                  <a:pt x="879249" y="345756"/>
                  <a:pt x="879723" y="345756"/>
                </a:cubicBezTo>
                <a:close/>
                <a:moveTo>
                  <a:pt x="5005105" y="345637"/>
                </a:moveTo>
                <a:lnTo>
                  <a:pt x="5023999" y="345637"/>
                </a:lnTo>
                <a:cubicBezTo>
                  <a:pt x="5024413" y="345637"/>
                  <a:pt x="5024887" y="345874"/>
                  <a:pt x="5025123" y="346288"/>
                </a:cubicBezTo>
                <a:lnTo>
                  <a:pt x="5034541" y="362635"/>
                </a:lnTo>
                <a:cubicBezTo>
                  <a:pt x="5034777" y="363049"/>
                  <a:pt x="5034777" y="363582"/>
                  <a:pt x="5034541" y="363997"/>
                </a:cubicBezTo>
                <a:lnTo>
                  <a:pt x="5025123" y="380343"/>
                </a:lnTo>
                <a:cubicBezTo>
                  <a:pt x="5024887" y="380757"/>
                  <a:pt x="5024472" y="380994"/>
                  <a:pt x="5023999" y="380994"/>
                </a:cubicBezTo>
                <a:lnTo>
                  <a:pt x="5005105" y="380994"/>
                </a:lnTo>
                <a:cubicBezTo>
                  <a:pt x="5004691" y="380994"/>
                  <a:pt x="5004218" y="380757"/>
                  <a:pt x="5003980" y="380343"/>
                </a:cubicBezTo>
                <a:lnTo>
                  <a:pt x="4994564" y="363997"/>
                </a:lnTo>
                <a:cubicBezTo>
                  <a:pt x="4994327" y="363582"/>
                  <a:pt x="4994327" y="363049"/>
                  <a:pt x="4994564" y="362635"/>
                </a:cubicBezTo>
                <a:lnTo>
                  <a:pt x="5003980" y="346288"/>
                </a:lnTo>
                <a:cubicBezTo>
                  <a:pt x="5004218" y="345874"/>
                  <a:pt x="5004632" y="345637"/>
                  <a:pt x="5005105" y="345637"/>
                </a:cubicBezTo>
                <a:close/>
                <a:moveTo>
                  <a:pt x="2908419" y="345341"/>
                </a:moveTo>
                <a:lnTo>
                  <a:pt x="2927607" y="345341"/>
                </a:lnTo>
                <a:cubicBezTo>
                  <a:pt x="2928081" y="345341"/>
                  <a:pt x="2928555" y="345578"/>
                  <a:pt x="2928792" y="345993"/>
                </a:cubicBezTo>
                <a:lnTo>
                  <a:pt x="2938386" y="362635"/>
                </a:lnTo>
                <a:cubicBezTo>
                  <a:pt x="2938624" y="363049"/>
                  <a:pt x="2938624" y="363582"/>
                  <a:pt x="2938386" y="363997"/>
                </a:cubicBezTo>
                <a:lnTo>
                  <a:pt x="2928792" y="380639"/>
                </a:lnTo>
                <a:cubicBezTo>
                  <a:pt x="2928555" y="381054"/>
                  <a:pt x="2928081" y="381291"/>
                  <a:pt x="2927607" y="381291"/>
                </a:cubicBezTo>
                <a:lnTo>
                  <a:pt x="2908419" y="381291"/>
                </a:lnTo>
                <a:cubicBezTo>
                  <a:pt x="2907945" y="381291"/>
                  <a:pt x="2907471" y="381054"/>
                  <a:pt x="2907234" y="380639"/>
                </a:cubicBezTo>
                <a:lnTo>
                  <a:pt x="2897640" y="363997"/>
                </a:lnTo>
                <a:cubicBezTo>
                  <a:pt x="2897403" y="363582"/>
                  <a:pt x="2897403" y="363049"/>
                  <a:pt x="2897640" y="362635"/>
                </a:cubicBezTo>
                <a:lnTo>
                  <a:pt x="2907234" y="345993"/>
                </a:lnTo>
                <a:cubicBezTo>
                  <a:pt x="2907471" y="345578"/>
                  <a:pt x="2907945" y="345341"/>
                  <a:pt x="2908419" y="345341"/>
                </a:cubicBezTo>
                <a:close/>
                <a:moveTo>
                  <a:pt x="676343" y="344927"/>
                </a:moveTo>
                <a:lnTo>
                  <a:pt x="696006" y="344927"/>
                </a:lnTo>
                <a:cubicBezTo>
                  <a:pt x="696480" y="344927"/>
                  <a:pt x="696954" y="345223"/>
                  <a:pt x="697191" y="345638"/>
                </a:cubicBezTo>
                <a:lnTo>
                  <a:pt x="707022" y="362635"/>
                </a:lnTo>
                <a:cubicBezTo>
                  <a:pt x="707259" y="363050"/>
                  <a:pt x="707259" y="363583"/>
                  <a:pt x="707022" y="363997"/>
                </a:cubicBezTo>
                <a:lnTo>
                  <a:pt x="697191" y="380995"/>
                </a:lnTo>
                <a:cubicBezTo>
                  <a:pt x="696954" y="381410"/>
                  <a:pt x="696480" y="381706"/>
                  <a:pt x="696006" y="381706"/>
                </a:cubicBezTo>
                <a:lnTo>
                  <a:pt x="676343" y="381706"/>
                </a:lnTo>
                <a:cubicBezTo>
                  <a:pt x="675870" y="381706"/>
                  <a:pt x="675396" y="381410"/>
                  <a:pt x="675159" y="380995"/>
                </a:cubicBezTo>
                <a:lnTo>
                  <a:pt x="665328" y="363997"/>
                </a:lnTo>
                <a:cubicBezTo>
                  <a:pt x="665091" y="363583"/>
                  <a:pt x="665091" y="363050"/>
                  <a:pt x="665328" y="362635"/>
                </a:cubicBezTo>
                <a:lnTo>
                  <a:pt x="675159" y="345638"/>
                </a:lnTo>
                <a:cubicBezTo>
                  <a:pt x="675396" y="345223"/>
                  <a:pt x="675870" y="344927"/>
                  <a:pt x="676343" y="344927"/>
                </a:cubicBezTo>
                <a:close/>
                <a:moveTo>
                  <a:pt x="2975284" y="343920"/>
                </a:moveTo>
                <a:lnTo>
                  <a:pt x="2996013" y="343920"/>
                </a:lnTo>
                <a:cubicBezTo>
                  <a:pt x="2996487" y="343920"/>
                  <a:pt x="2996961" y="344157"/>
                  <a:pt x="2997257" y="344631"/>
                </a:cubicBezTo>
                <a:lnTo>
                  <a:pt x="3007621" y="362635"/>
                </a:lnTo>
                <a:cubicBezTo>
                  <a:pt x="3007917" y="363109"/>
                  <a:pt x="3007917" y="363642"/>
                  <a:pt x="3007621" y="364116"/>
                </a:cubicBezTo>
                <a:lnTo>
                  <a:pt x="2997257" y="382120"/>
                </a:lnTo>
                <a:cubicBezTo>
                  <a:pt x="2997020" y="382535"/>
                  <a:pt x="2996546" y="382831"/>
                  <a:pt x="2996013" y="382831"/>
                </a:cubicBezTo>
                <a:lnTo>
                  <a:pt x="2975284" y="382831"/>
                </a:lnTo>
                <a:cubicBezTo>
                  <a:pt x="2974810" y="382831"/>
                  <a:pt x="2974336" y="382594"/>
                  <a:pt x="2974040" y="382120"/>
                </a:cubicBezTo>
                <a:lnTo>
                  <a:pt x="2963676" y="364116"/>
                </a:lnTo>
                <a:cubicBezTo>
                  <a:pt x="2963380" y="363642"/>
                  <a:pt x="2963380" y="363109"/>
                  <a:pt x="2963676" y="362635"/>
                </a:cubicBezTo>
                <a:lnTo>
                  <a:pt x="2974040" y="344631"/>
                </a:lnTo>
                <a:cubicBezTo>
                  <a:pt x="2974277" y="344216"/>
                  <a:pt x="2974751" y="343920"/>
                  <a:pt x="2975284" y="343920"/>
                </a:cubicBezTo>
                <a:close/>
                <a:moveTo>
                  <a:pt x="743505" y="343920"/>
                </a:moveTo>
                <a:lnTo>
                  <a:pt x="764234" y="343920"/>
                </a:lnTo>
                <a:cubicBezTo>
                  <a:pt x="764708" y="343920"/>
                  <a:pt x="765182" y="344157"/>
                  <a:pt x="765478" y="344631"/>
                </a:cubicBezTo>
                <a:lnTo>
                  <a:pt x="775842" y="362635"/>
                </a:lnTo>
                <a:cubicBezTo>
                  <a:pt x="776138" y="363109"/>
                  <a:pt x="776138" y="363642"/>
                  <a:pt x="775842" y="364116"/>
                </a:cubicBezTo>
                <a:lnTo>
                  <a:pt x="765478" y="382120"/>
                </a:lnTo>
                <a:cubicBezTo>
                  <a:pt x="765241" y="382535"/>
                  <a:pt x="764767" y="382831"/>
                  <a:pt x="764234" y="382831"/>
                </a:cubicBezTo>
                <a:lnTo>
                  <a:pt x="743505" y="382831"/>
                </a:lnTo>
                <a:cubicBezTo>
                  <a:pt x="743031" y="382831"/>
                  <a:pt x="742557" y="382594"/>
                  <a:pt x="742261" y="382120"/>
                </a:cubicBezTo>
                <a:lnTo>
                  <a:pt x="731897" y="364116"/>
                </a:lnTo>
                <a:cubicBezTo>
                  <a:pt x="731601" y="363642"/>
                  <a:pt x="731601" y="363109"/>
                  <a:pt x="731897" y="362635"/>
                </a:cubicBezTo>
                <a:lnTo>
                  <a:pt x="742261" y="344631"/>
                </a:lnTo>
                <a:cubicBezTo>
                  <a:pt x="742499" y="344216"/>
                  <a:pt x="742972" y="343920"/>
                  <a:pt x="743505" y="343920"/>
                </a:cubicBezTo>
                <a:close/>
                <a:moveTo>
                  <a:pt x="811080" y="343801"/>
                </a:moveTo>
                <a:lnTo>
                  <a:pt x="831928" y="343801"/>
                </a:lnTo>
                <a:cubicBezTo>
                  <a:pt x="832461" y="343801"/>
                  <a:pt x="832935" y="344038"/>
                  <a:pt x="833231" y="344512"/>
                </a:cubicBezTo>
                <a:lnTo>
                  <a:pt x="843654" y="362575"/>
                </a:lnTo>
                <a:cubicBezTo>
                  <a:pt x="843950" y="363049"/>
                  <a:pt x="843950" y="363582"/>
                  <a:pt x="843654" y="364056"/>
                </a:cubicBezTo>
                <a:lnTo>
                  <a:pt x="833231" y="382120"/>
                </a:lnTo>
                <a:cubicBezTo>
                  <a:pt x="832935" y="382534"/>
                  <a:pt x="832461" y="382830"/>
                  <a:pt x="831928" y="382830"/>
                </a:cubicBezTo>
                <a:lnTo>
                  <a:pt x="811080" y="382830"/>
                </a:lnTo>
                <a:cubicBezTo>
                  <a:pt x="810548" y="382830"/>
                  <a:pt x="810074" y="382593"/>
                  <a:pt x="809778" y="382120"/>
                </a:cubicBezTo>
                <a:lnTo>
                  <a:pt x="799354" y="364056"/>
                </a:lnTo>
                <a:cubicBezTo>
                  <a:pt x="799058" y="363582"/>
                  <a:pt x="799058" y="363049"/>
                  <a:pt x="799354" y="362575"/>
                </a:cubicBezTo>
                <a:lnTo>
                  <a:pt x="809778" y="344512"/>
                </a:lnTo>
                <a:cubicBezTo>
                  <a:pt x="810074" y="344097"/>
                  <a:pt x="810548" y="343801"/>
                  <a:pt x="811080" y="343801"/>
                </a:cubicBezTo>
                <a:close/>
                <a:moveTo>
                  <a:pt x="3042149" y="342558"/>
                </a:moveTo>
                <a:lnTo>
                  <a:pt x="3064359" y="342558"/>
                </a:lnTo>
                <a:cubicBezTo>
                  <a:pt x="3064892" y="342558"/>
                  <a:pt x="3065425" y="342854"/>
                  <a:pt x="3065721" y="343328"/>
                </a:cubicBezTo>
                <a:lnTo>
                  <a:pt x="3076796" y="362576"/>
                </a:lnTo>
                <a:cubicBezTo>
                  <a:pt x="3077092" y="363050"/>
                  <a:pt x="3077092" y="363642"/>
                  <a:pt x="3076796" y="364116"/>
                </a:cubicBezTo>
                <a:lnTo>
                  <a:pt x="3065721" y="383364"/>
                </a:lnTo>
                <a:cubicBezTo>
                  <a:pt x="3065425" y="383838"/>
                  <a:pt x="3064892" y="384134"/>
                  <a:pt x="3064359" y="384134"/>
                </a:cubicBezTo>
                <a:lnTo>
                  <a:pt x="3042149" y="384134"/>
                </a:lnTo>
                <a:cubicBezTo>
                  <a:pt x="3041616" y="384134"/>
                  <a:pt x="3041083" y="383838"/>
                  <a:pt x="3040787" y="383364"/>
                </a:cubicBezTo>
                <a:lnTo>
                  <a:pt x="3029712" y="364116"/>
                </a:lnTo>
                <a:cubicBezTo>
                  <a:pt x="3029416" y="363642"/>
                  <a:pt x="3029416" y="363050"/>
                  <a:pt x="3029712" y="362576"/>
                </a:cubicBezTo>
                <a:lnTo>
                  <a:pt x="3040787" y="343328"/>
                </a:lnTo>
                <a:cubicBezTo>
                  <a:pt x="3041083" y="342854"/>
                  <a:pt x="3041616" y="342558"/>
                  <a:pt x="3042149" y="342558"/>
                </a:cubicBezTo>
                <a:close/>
                <a:moveTo>
                  <a:pt x="3109665" y="342261"/>
                </a:moveTo>
                <a:lnTo>
                  <a:pt x="3132171" y="342261"/>
                </a:lnTo>
                <a:cubicBezTo>
                  <a:pt x="3132704" y="342261"/>
                  <a:pt x="3133237" y="342557"/>
                  <a:pt x="3133533" y="343031"/>
                </a:cubicBezTo>
                <a:lnTo>
                  <a:pt x="3144786" y="362516"/>
                </a:lnTo>
                <a:cubicBezTo>
                  <a:pt x="3145082" y="362990"/>
                  <a:pt x="3145082" y="363641"/>
                  <a:pt x="3144786" y="364115"/>
                </a:cubicBezTo>
                <a:lnTo>
                  <a:pt x="3133533" y="383600"/>
                </a:lnTo>
                <a:cubicBezTo>
                  <a:pt x="3133237" y="384074"/>
                  <a:pt x="3132704" y="384370"/>
                  <a:pt x="3132171" y="384370"/>
                </a:cubicBezTo>
                <a:lnTo>
                  <a:pt x="3109665" y="384370"/>
                </a:lnTo>
                <a:cubicBezTo>
                  <a:pt x="3109132" y="384370"/>
                  <a:pt x="3108599" y="384074"/>
                  <a:pt x="3108303" y="383600"/>
                </a:cubicBezTo>
                <a:lnTo>
                  <a:pt x="3097050" y="364115"/>
                </a:lnTo>
                <a:cubicBezTo>
                  <a:pt x="3096754" y="363641"/>
                  <a:pt x="3096754" y="362990"/>
                  <a:pt x="3097050" y="362516"/>
                </a:cubicBezTo>
                <a:lnTo>
                  <a:pt x="3108303" y="343031"/>
                </a:lnTo>
                <a:cubicBezTo>
                  <a:pt x="3108599" y="342557"/>
                  <a:pt x="3109132" y="342261"/>
                  <a:pt x="3109665" y="342261"/>
                </a:cubicBezTo>
                <a:close/>
                <a:moveTo>
                  <a:pt x="4740428" y="297902"/>
                </a:moveTo>
                <a:lnTo>
                  <a:pt x="4747713" y="297902"/>
                </a:lnTo>
                <a:cubicBezTo>
                  <a:pt x="4747950" y="297902"/>
                  <a:pt x="4748186" y="298139"/>
                  <a:pt x="4748186" y="298139"/>
                </a:cubicBezTo>
                <a:lnTo>
                  <a:pt x="4751800" y="304476"/>
                </a:lnTo>
                <a:cubicBezTo>
                  <a:pt x="4751917" y="304654"/>
                  <a:pt x="4751800" y="305009"/>
                  <a:pt x="4751800" y="305009"/>
                </a:cubicBezTo>
                <a:lnTo>
                  <a:pt x="4748128" y="311346"/>
                </a:lnTo>
                <a:cubicBezTo>
                  <a:pt x="4748009" y="311465"/>
                  <a:pt x="4747653" y="311583"/>
                  <a:pt x="4747653" y="311583"/>
                </a:cubicBezTo>
                <a:lnTo>
                  <a:pt x="4740369" y="311583"/>
                </a:lnTo>
                <a:cubicBezTo>
                  <a:pt x="4740132" y="311583"/>
                  <a:pt x="4739895" y="311346"/>
                  <a:pt x="4739895" y="311346"/>
                </a:cubicBezTo>
                <a:lnTo>
                  <a:pt x="4736283" y="305009"/>
                </a:lnTo>
                <a:cubicBezTo>
                  <a:pt x="4736164" y="304831"/>
                  <a:pt x="4736283" y="304476"/>
                  <a:pt x="4736283" y="304476"/>
                </a:cubicBezTo>
                <a:lnTo>
                  <a:pt x="4739955" y="298139"/>
                </a:lnTo>
                <a:cubicBezTo>
                  <a:pt x="4740072" y="298020"/>
                  <a:pt x="4740428" y="297902"/>
                  <a:pt x="4740428" y="297902"/>
                </a:cubicBezTo>
                <a:close/>
                <a:moveTo>
                  <a:pt x="951918" y="295770"/>
                </a:moveTo>
                <a:lnTo>
                  <a:pt x="961513" y="295770"/>
                </a:lnTo>
                <a:cubicBezTo>
                  <a:pt x="961749" y="295770"/>
                  <a:pt x="962105" y="296125"/>
                  <a:pt x="962105" y="296125"/>
                </a:cubicBezTo>
                <a:lnTo>
                  <a:pt x="966902" y="304417"/>
                </a:lnTo>
                <a:cubicBezTo>
                  <a:pt x="967021" y="304595"/>
                  <a:pt x="966902" y="305068"/>
                  <a:pt x="966902" y="305068"/>
                </a:cubicBezTo>
                <a:lnTo>
                  <a:pt x="962105" y="313360"/>
                </a:lnTo>
                <a:cubicBezTo>
                  <a:pt x="961987" y="313597"/>
                  <a:pt x="961513" y="313715"/>
                  <a:pt x="961513" y="313715"/>
                </a:cubicBezTo>
                <a:lnTo>
                  <a:pt x="951918" y="313715"/>
                </a:lnTo>
                <a:cubicBezTo>
                  <a:pt x="951681" y="313715"/>
                  <a:pt x="951326" y="313360"/>
                  <a:pt x="951326" y="313360"/>
                </a:cubicBezTo>
                <a:lnTo>
                  <a:pt x="946529" y="305068"/>
                </a:lnTo>
                <a:cubicBezTo>
                  <a:pt x="946410" y="304891"/>
                  <a:pt x="946529" y="304417"/>
                  <a:pt x="946529" y="304417"/>
                </a:cubicBezTo>
                <a:lnTo>
                  <a:pt x="951326" y="296125"/>
                </a:lnTo>
                <a:cubicBezTo>
                  <a:pt x="951444" y="295889"/>
                  <a:pt x="951918" y="295770"/>
                  <a:pt x="951918" y="295770"/>
                </a:cubicBezTo>
                <a:close/>
                <a:moveTo>
                  <a:pt x="4806168" y="294408"/>
                </a:moveTo>
                <a:lnTo>
                  <a:pt x="4817184" y="294408"/>
                </a:lnTo>
                <a:cubicBezTo>
                  <a:pt x="4817421" y="294408"/>
                  <a:pt x="4817835" y="294822"/>
                  <a:pt x="4817835" y="294822"/>
                </a:cubicBezTo>
                <a:lnTo>
                  <a:pt x="4823343" y="304358"/>
                </a:lnTo>
                <a:cubicBezTo>
                  <a:pt x="4823462" y="304595"/>
                  <a:pt x="4823343" y="305128"/>
                  <a:pt x="4823343" y="305128"/>
                </a:cubicBezTo>
                <a:lnTo>
                  <a:pt x="4817835" y="314663"/>
                </a:lnTo>
                <a:cubicBezTo>
                  <a:pt x="4817717" y="314900"/>
                  <a:pt x="4817184" y="315078"/>
                  <a:pt x="4817184" y="315078"/>
                </a:cubicBezTo>
                <a:lnTo>
                  <a:pt x="4806168" y="315078"/>
                </a:lnTo>
                <a:cubicBezTo>
                  <a:pt x="4805931" y="315078"/>
                  <a:pt x="4805517" y="314663"/>
                  <a:pt x="4805517" y="314663"/>
                </a:cubicBezTo>
                <a:lnTo>
                  <a:pt x="4800008" y="305128"/>
                </a:lnTo>
                <a:cubicBezTo>
                  <a:pt x="4799891" y="304891"/>
                  <a:pt x="4800008" y="304358"/>
                  <a:pt x="4800008" y="304358"/>
                </a:cubicBezTo>
                <a:lnTo>
                  <a:pt x="4805517" y="294822"/>
                </a:lnTo>
                <a:cubicBezTo>
                  <a:pt x="4805635" y="294586"/>
                  <a:pt x="4806168" y="294408"/>
                  <a:pt x="4806168" y="294408"/>
                </a:cubicBezTo>
                <a:close/>
                <a:moveTo>
                  <a:pt x="2776287" y="292631"/>
                </a:moveTo>
                <a:lnTo>
                  <a:pt x="2789198" y="292631"/>
                </a:lnTo>
                <a:cubicBezTo>
                  <a:pt x="2789494" y="292631"/>
                  <a:pt x="2789968" y="293105"/>
                  <a:pt x="2789968" y="293105"/>
                </a:cubicBezTo>
                <a:lnTo>
                  <a:pt x="2796424" y="304298"/>
                </a:lnTo>
                <a:cubicBezTo>
                  <a:pt x="2796601" y="304535"/>
                  <a:pt x="2796424" y="305187"/>
                  <a:pt x="2796424" y="305187"/>
                </a:cubicBezTo>
                <a:lnTo>
                  <a:pt x="2789968" y="316380"/>
                </a:lnTo>
                <a:cubicBezTo>
                  <a:pt x="2789850" y="316676"/>
                  <a:pt x="2789494" y="316854"/>
                  <a:pt x="2789198" y="316854"/>
                </a:cubicBezTo>
                <a:lnTo>
                  <a:pt x="2776287" y="316854"/>
                </a:lnTo>
                <a:cubicBezTo>
                  <a:pt x="2775991" y="316854"/>
                  <a:pt x="2775517" y="316380"/>
                  <a:pt x="2775517" y="316380"/>
                </a:cubicBezTo>
                <a:lnTo>
                  <a:pt x="2769062" y="305187"/>
                </a:lnTo>
                <a:cubicBezTo>
                  <a:pt x="2768884" y="304950"/>
                  <a:pt x="2769062" y="304298"/>
                  <a:pt x="2769062" y="304298"/>
                </a:cubicBezTo>
                <a:lnTo>
                  <a:pt x="2775517" y="293105"/>
                </a:lnTo>
                <a:cubicBezTo>
                  <a:pt x="2775636" y="292809"/>
                  <a:pt x="2775991" y="292631"/>
                  <a:pt x="2776287" y="292631"/>
                </a:cubicBezTo>
                <a:close/>
                <a:moveTo>
                  <a:pt x="4602256" y="292512"/>
                </a:moveTo>
                <a:lnTo>
                  <a:pt x="4615285" y="292512"/>
                </a:lnTo>
                <a:cubicBezTo>
                  <a:pt x="4615582" y="292512"/>
                  <a:pt x="4616055" y="292986"/>
                  <a:pt x="4616055" y="292986"/>
                </a:cubicBezTo>
                <a:lnTo>
                  <a:pt x="4622570" y="304298"/>
                </a:lnTo>
                <a:cubicBezTo>
                  <a:pt x="4622748" y="304594"/>
                  <a:pt x="4622570" y="305245"/>
                  <a:pt x="4622570" y="305245"/>
                </a:cubicBezTo>
                <a:lnTo>
                  <a:pt x="4616055" y="316557"/>
                </a:lnTo>
                <a:cubicBezTo>
                  <a:pt x="4615937" y="316853"/>
                  <a:pt x="4615582" y="317031"/>
                  <a:pt x="4615285" y="317031"/>
                </a:cubicBezTo>
                <a:lnTo>
                  <a:pt x="4602256" y="317031"/>
                </a:lnTo>
                <a:cubicBezTo>
                  <a:pt x="4601960" y="317031"/>
                  <a:pt x="4601486" y="316557"/>
                  <a:pt x="4601486" y="316557"/>
                </a:cubicBezTo>
                <a:lnTo>
                  <a:pt x="4594971" y="305245"/>
                </a:lnTo>
                <a:cubicBezTo>
                  <a:pt x="4594794" y="304949"/>
                  <a:pt x="4594971" y="304298"/>
                  <a:pt x="4594971" y="304298"/>
                </a:cubicBezTo>
                <a:lnTo>
                  <a:pt x="4601486" y="292986"/>
                </a:lnTo>
                <a:cubicBezTo>
                  <a:pt x="4601604" y="292690"/>
                  <a:pt x="4601960" y="292512"/>
                  <a:pt x="4602256" y="292512"/>
                </a:cubicBezTo>
                <a:close/>
                <a:moveTo>
                  <a:pt x="4466453" y="291505"/>
                </a:moveTo>
                <a:lnTo>
                  <a:pt x="4480608" y="291505"/>
                </a:lnTo>
                <a:cubicBezTo>
                  <a:pt x="4480963" y="291505"/>
                  <a:pt x="4481319" y="291683"/>
                  <a:pt x="4481497" y="291979"/>
                </a:cubicBezTo>
                <a:lnTo>
                  <a:pt x="4488544" y="304239"/>
                </a:lnTo>
                <a:cubicBezTo>
                  <a:pt x="4488722" y="304535"/>
                  <a:pt x="4488722" y="304949"/>
                  <a:pt x="4488544" y="305245"/>
                </a:cubicBezTo>
                <a:lnTo>
                  <a:pt x="4481497" y="317505"/>
                </a:lnTo>
                <a:cubicBezTo>
                  <a:pt x="4481260" y="317801"/>
                  <a:pt x="4480963" y="317979"/>
                  <a:pt x="4480608" y="317979"/>
                </a:cubicBezTo>
                <a:lnTo>
                  <a:pt x="4466453" y="317979"/>
                </a:lnTo>
                <a:cubicBezTo>
                  <a:pt x="4466098" y="317979"/>
                  <a:pt x="4465743" y="317801"/>
                  <a:pt x="4465565" y="317505"/>
                </a:cubicBezTo>
                <a:lnTo>
                  <a:pt x="4458517" y="305245"/>
                </a:lnTo>
                <a:cubicBezTo>
                  <a:pt x="4458340" y="304949"/>
                  <a:pt x="4458340" y="304535"/>
                  <a:pt x="4458517" y="304239"/>
                </a:cubicBezTo>
                <a:lnTo>
                  <a:pt x="4465565" y="291979"/>
                </a:lnTo>
                <a:cubicBezTo>
                  <a:pt x="4465802" y="291683"/>
                  <a:pt x="4466098" y="291505"/>
                  <a:pt x="4466453" y="291505"/>
                </a:cubicBezTo>
                <a:close/>
                <a:moveTo>
                  <a:pt x="4533674" y="290795"/>
                </a:moveTo>
                <a:lnTo>
                  <a:pt x="4548598" y="290795"/>
                </a:lnTo>
                <a:cubicBezTo>
                  <a:pt x="4548954" y="290795"/>
                  <a:pt x="4549309" y="291032"/>
                  <a:pt x="4549487" y="291328"/>
                </a:cubicBezTo>
                <a:lnTo>
                  <a:pt x="4556949" y="304239"/>
                </a:lnTo>
                <a:cubicBezTo>
                  <a:pt x="4557127" y="304595"/>
                  <a:pt x="4557127" y="305009"/>
                  <a:pt x="4556949" y="305305"/>
                </a:cubicBezTo>
                <a:lnTo>
                  <a:pt x="4549487" y="318216"/>
                </a:lnTo>
                <a:cubicBezTo>
                  <a:pt x="4549309" y="318572"/>
                  <a:pt x="4548954" y="318749"/>
                  <a:pt x="4548598" y="318749"/>
                </a:cubicBezTo>
                <a:lnTo>
                  <a:pt x="4533674" y="318749"/>
                </a:lnTo>
                <a:cubicBezTo>
                  <a:pt x="4533319" y="318749"/>
                  <a:pt x="4532963" y="318512"/>
                  <a:pt x="4532785" y="318216"/>
                </a:cubicBezTo>
                <a:lnTo>
                  <a:pt x="4525323" y="305305"/>
                </a:lnTo>
                <a:cubicBezTo>
                  <a:pt x="4525146" y="304950"/>
                  <a:pt x="4525146" y="304535"/>
                  <a:pt x="4525323" y="304239"/>
                </a:cubicBezTo>
                <a:lnTo>
                  <a:pt x="4532785" y="291328"/>
                </a:lnTo>
                <a:cubicBezTo>
                  <a:pt x="4532963" y="290973"/>
                  <a:pt x="4533319" y="290795"/>
                  <a:pt x="4533674" y="290795"/>
                </a:cubicBezTo>
                <a:close/>
                <a:moveTo>
                  <a:pt x="4871730" y="290439"/>
                </a:moveTo>
                <a:lnTo>
                  <a:pt x="4886951" y="290439"/>
                </a:lnTo>
                <a:cubicBezTo>
                  <a:pt x="4887365" y="290439"/>
                  <a:pt x="4887721" y="290617"/>
                  <a:pt x="4887899" y="290972"/>
                </a:cubicBezTo>
                <a:lnTo>
                  <a:pt x="4895538" y="304179"/>
                </a:lnTo>
                <a:cubicBezTo>
                  <a:pt x="4895716" y="304475"/>
                  <a:pt x="4895716" y="304890"/>
                  <a:pt x="4895538" y="305245"/>
                </a:cubicBezTo>
                <a:lnTo>
                  <a:pt x="4887899" y="318453"/>
                </a:lnTo>
                <a:cubicBezTo>
                  <a:pt x="4887662" y="318749"/>
                  <a:pt x="4887307" y="318986"/>
                  <a:pt x="4886951" y="318986"/>
                </a:cubicBezTo>
                <a:lnTo>
                  <a:pt x="4871730" y="318986"/>
                </a:lnTo>
                <a:cubicBezTo>
                  <a:pt x="4871315" y="318986"/>
                  <a:pt x="4870961" y="318808"/>
                  <a:pt x="4870783" y="318453"/>
                </a:cubicBezTo>
                <a:lnTo>
                  <a:pt x="4863142" y="305245"/>
                </a:lnTo>
                <a:cubicBezTo>
                  <a:pt x="4862965" y="304949"/>
                  <a:pt x="4862965" y="304535"/>
                  <a:pt x="4863142" y="304179"/>
                </a:cubicBezTo>
                <a:lnTo>
                  <a:pt x="4870783" y="290972"/>
                </a:lnTo>
                <a:cubicBezTo>
                  <a:pt x="4871020" y="290676"/>
                  <a:pt x="4871375" y="290439"/>
                  <a:pt x="4871730" y="290439"/>
                </a:cubicBezTo>
                <a:close/>
                <a:moveTo>
                  <a:pt x="2842442" y="289847"/>
                </a:moveTo>
                <a:lnTo>
                  <a:pt x="2858315" y="289847"/>
                </a:lnTo>
                <a:cubicBezTo>
                  <a:pt x="2858670" y="289847"/>
                  <a:pt x="2859084" y="290025"/>
                  <a:pt x="2859262" y="290380"/>
                </a:cubicBezTo>
                <a:lnTo>
                  <a:pt x="2867198" y="304180"/>
                </a:lnTo>
                <a:cubicBezTo>
                  <a:pt x="2867376" y="304535"/>
                  <a:pt x="2867376" y="304950"/>
                  <a:pt x="2867198" y="305305"/>
                </a:cubicBezTo>
                <a:lnTo>
                  <a:pt x="2859262" y="319104"/>
                </a:lnTo>
                <a:cubicBezTo>
                  <a:pt x="2859084" y="319400"/>
                  <a:pt x="2858729" y="319637"/>
                  <a:pt x="2858315" y="319637"/>
                </a:cubicBezTo>
                <a:lnTo>
                  <a:pt x="2842442" y="319637"/>
                </a:lnTo>
                <a:cubicBezTo>
                  <a:pt x="2842087" y="319637"/>
                  <a:pt x="2841672" y="319460"/>
                  <a:pt x="2841494" y="319104"/>
                </a:cubicBezTo>
                <a:lnTo>
                  <a:pt x="2833558" y="305305"/>
                </a:lnTo>
                <a:cubicBezTo>
                  <a:pt x="2833381" y="304950"/>
                  <a:pt x="2833381" y="304535"/>
                  <a:pt x="2833558" y="304180"/>
                </a:cubicBezTo>
                <a:lnTo>
                  <a:pt x="2841494" y="290380"/>
                </a:lnTo>
                <a:cubicBezTo>
                  <a:pt x="2841672" y="290084"/>
                  <a:pt x="2842028" y="289847"/>
                  <a:pt x="2842442" y="289847"/>
                </a:cubicBezTo>
                <a:close/>
                <a:moveTo>
                  <a:pt x="4938714" y="289314"/>
                </a:moveTo>
                <a:lnTo>
                  <a:pt x="4955178" y="289314"/>
                </a:lnTo>
                <a:cubicBezTo>
                  <a:pt x="4955593" y="289314"/>
                  <a:pt x="4955948" y="289551"/>
                  <a:pt x="4956185" y="289906"/>
                </a:cubicBezTo>
                <a:lnTo>
                  <a:pt x="4964417" y="304180"/>
                </a:lnTo>
                <a:cubicBezTo>
                  <a:pt x="4964654" y="304535"/>
                  <a:pt x="4964654" y="305009"/>
                  <a:pt x="4964417" y="305364"/>
                </a:cubicBezTo>
                <a:lnTo>
                  <a:pt x="4956185" y="319637"/>
                </a:lnTo>
                <a:cubicBezTo>
                  <a:pt x="4955948" y="319993"/>
                  <a:pt x="4955593" y="320230"/>
                  <a:pt x="4955178" y="320230"/>
                </a:cubicBezTo>
                <a:lnTo>
                  <a:pt x="4938714" y="320230"/>
                </a:lnTo>
                <a:cubicBezTo>
                  <a:pt x="4938299" y="320230"/>
                  <a:pt x="4937944" y="319993"/>
                  <a:pt x="4937707" y="319637"/>
                </a:cubicBezTo>
                <a:lnTo>
                  <a:pt x="4929475" y="305364"/>
                </a:lnTo>
                <a:cubicBezTo>
                  <a:pt x="4929238" y="305009"/>
                  <a:pt x="4929238" y="304535"/>
                  <a:pt x="4929475" y="304180"/>
                </a:cubicBezTo>
                <a:lnTo>
                  <a:pt x="4937707" y="289906"/>
                </a:lnTo>
                <a:cubicBezTo>
                  <a:pt x="4937944" y="289551"/>
                  <a:pt x="4938299" y="289314"/>
                  <a:pt x="4938714" y="289314"/>
                </a:cubicBezTo>
                <a:close/>
                <a:moveTo>
                  <a:pt x="5073925" y="289196"/>
                </a:moveTo>
                <a:lnTo>
                  <a:pt x="5090508" y="289196"/>
                </a:lnTo>
                <a:cubicBezTo>
                  <a:pt x="5090923" y="289196"/>
                  <a:pt x="5091278" y="289433"/>
                  <a:pt x="5091515" y="289788"/>
                </a:cubicBezTo>
                <a:lnTo>
                  <a:pt x="5099807" y="304121"/>
                </a:lnTo>
                <a:cubicBezTo>
                  <a:pt x="5100043" y="304476"/>
                  <a:pt x="5100043" y="304950"/>
                  <a:pt x="5099807" y="305305"/>
                </a:cubicBezTo>
                <a:lnTo>
                  <a:pt x="5091515" y="319638"/>
                </a:lnTo>
                <a:cubicBezTo>
                  <a:pt x="5091278" y="319993"/>
                  <a:pt x="5090923" y="320230"/>
                  <a:pt x="5090508" y="320230"/>
                </a:cubicBezTo>
                <a:lnTo>
                  <a:pt x="5073925" y="320230"/>
                </a:lnTo>
                <a:cubicBezTo>
                  <a:pt x="5073511" y="320230"/>
                  <a:pt x="5073156" y="319993"/>
                  <a:pt x="5072919" y="319638"/>
                </a:cubicBezTo>
                <a:lnTo>
                  <a:pt x="5064627" y="305305"/>
                </a:lnTo>
                <a:cubicBezTo>
                  <a:pt x="5064390" y="304950"/>
                  <a:pt x="5064390" y="304476"/>
                  <a:pt x="5064627" y="304121"/>
                </a:cubicBezTo>
                <a:lnTo>
                  <a:pt x="5072919" y="289788"/>
                </a:lnTo>
                <a:cubicBezTo>
                  <a:pt x="5073156" y="289433"/>
                  <a:pt x="5073511" y="289196"/>
                  <a:pt x="5073925" y="289196"/>
                </a:cubicBezTo>
                <a:close/>
                <a:moveTo>
                  <a:pt x="677647" y="288722"/>
                </a:moveTo>
                <a:lnTo>
                  <a:pt x="694763" y="288722"/>
                </a:lnTo>
                <a:cubicBezTo>
                  <a:pt x="695236" y="288722"/>
                  <a:pt x="695592" y="288959"/>
                  <a:pt x="695829" y="289314"/>
                </a:cubicBezTo>
                <a:lnTo>
                  <a:pt x="704357" y="304121"/>
                </a:lnTo>
                <a:cubicBezTo>
                  <a:pt x="704594" y="304476"/>
                  <a:pt x="704594" y="304950"/>
                  <a:pt x="704357" y="305305"/>
                </a:cubicBezTo>
                <a:lnTo>
                  <a:pt x="695769" y="320111"/>
                </a:lnTo>
                <a:cubicBezTo>
                  <a:pt x="695532" y="320467"/>
                  <a:pt x="695118" y="320704"/>
                  <a:pt x="694703" y="320704"/>
                </a:cubicBezTo>
                <a:lnTo>
                  <a:pt x="677587" y="320704"/>
                </a:lnTo>
                <a:cubicBezTo>
                  <a:pt x="677113" y="320704"/>
                  <a:pt x="676758" y="320467"/>
                  <a:pt x="676521" y="320111"/>
                </a:cubicBezTo>
                <a:lnTo>
                  <a:pt x="667993" y="305305"/>
                </a:lnTo>
                <a:cubicBezTo>
                  <a:pt x="667756" y="304950"/>
                  <a:pt x="667756" y="304476"/>
                  <a:pt x="667993" y="304121"/>
                </a:cubicBezTo>
                <a:lnTo>
                  <a:pt x="676581" y="289314"/>
                </a:lnTo>
                <a:cubicBezTo>
                  <a:pt x="676817" y="288959"/>
                  <a:pt x="677232" y="288722"/>
                  <a:pt x="677647" y="288722"/>
                </a:cubicBezTo>
                <a:close/>
                <a:moveTo>
                  <a:pt x="880374" y="288307"/>
                </a:moveTo>
                <a:lnTo>
                  <a:pt x="897905" y="288307"/>
                </a:lnTo>
                <a:cubicBezTo>
                  <a:pt x="898319" y="288307"/>
                  <a:pt x="898734" y="288544"/>
                  <a:pt x="898971" y="288899"/>
                </a:cubicBezTo>
                <a:lnTo>
                  <a:pt x="907736" y="304120"/>
                </a:lnTo>
                <a:cubicBezTo>
                  <a:pt x="907973" y="304475"/>
                  <a:pt x="907973" y="305008"/>
                  <a:pt x="907736" y="305364"/>
                </a:cubicBezTo>
                <a:lnTo>
                  <a:pt x="898971" y="320585"/>
                </a:lnTo>
                <a:cubicBezTo>
                  <a:pt x="898734" y="320940"/>
                  <a:pt x="898319" y="321177"/>
                  <a:pt x="897905" y="321177"/>
                </a:cubicBezTo>
                <a:lnTo>
                  <a:pt x="880374" y="321177"/>
                </a:lnTo>
                <a:cubicBezTo>
                  <a:pt x="879959" y="321177"/>
                  <a:pt x="879545" y="320940"/>
                  <a:pt x="879308" y="320585"/>
                </a:cubicBezTo>
                <a:lnTo>
                  <a:pt x="870543" y="305364"/>
                </a:lnTo>
                <a:cubicBezTo>
                  <a:pt x="870306" y="305008"/>
                  <a:pt x="870306" y="304475"/>
                  <a:pt x="870543" y="304120"/>
                </a:cubicBezTo>
                <a:lnTo>
                  <a:pt x="879308" y="288899"/>
                </a:lnTo>
                <a:cubicBezTo>
                  <a:pt x="879545" y="288544"/>
                  <a:pt x="879959" y="288307"/>
                  <a:pt x="880374" y="288307"/>
                </a:cubicBezTo>
                <a:close/>
                <a:moveTo>
                  <a:pt x="5005698" y="288070"/>
                </a:moveTo>
                <a:lnTo>
                  <a:pt x="5023466" y="288070"/>
                </a:lnTo>
                <a:cubicBezTo>
                  <a:pt x="5023880" y="288070"/>
                  <a:pt x="5024295" y="288307"/>
                  <a:pt x="5024531" y="288721"/>
                </a:cubicBezTo>
                <a:lnTo>
                  <a:pt x="5033415" y="304120"/>
                </a:lnTo>
                <a:cubicBezTo>
                  <a:pt x="5033652" y="304475"/>
                  <a:pt x="5033652" y="304949"/>
                  <a:pt x="5033415" y="305364"/>
                </a:cubicBezTo>
                <a:lnTo>
                  <a:pt x="5024531" y="320762"/>
                </a:lnTo>
                <a:cubicBezTo>
                  <a:pt x="5024295" y="321177"/>
                  <a:pt x="5023880" y="321414"/>
                  <a:pt x="5023466" y="321414"/>
                </a:cubicBezTo>
                <a:lnTo>
                  <a:pt x="5005698" y="321414"/>
                </a:lnTo>
                <a:cubicBezTo>
                  <a:pt x="5005283" y="321414"/>
                  <a:pt x="5004869" y="321177"/>
                  <a:pt x="5004632" y="320762"/>
                </a:cubicBezTo>
                <a:lnTo>
                  <a:pt x="4995748" y="305364"/>
                </a:lnTo>
                <a:cubicBezTo>
                  <a:pt x="4995511" y="305008"/>
                  <a:pt x="4995511" y="304535"/>
                  <a:pt x="4995748" y="304120"/>
                </a:cubicBezTo>
                <a:lnTo>
                  <a:pt x="5004632" y="288721"/>
                </a:lnTo>
                <a:cubicBezTo>
                  <a:pt x="5004869" y="288307"/>
                  <a:pt x="5005283" y="288070"/>
                  <a:pt x="5005698" y="288070"/>
                </a:cubicBezTo>
                <a:close/>
                <a:moveTo>
                  <a:pt x="2908951" y="287774"/>
                </a:moveTo>
                <a:lnTo>
                  <a:pt x="2927074" y="287774"/>
                </a:lnTo>
                <a:cubicBezTo>
                  <a:pt x="2927548" y="287774"/>
                  <a:pt x="2927963" y="288011"/>
                  <a:pt x="2928200" y="288425"/>
                </a:cubicBezTo>
                <a:lnTo>
                  <a:pt x="2937261" y="304120"/>
                </a:lnTo>
                <a:cubicBezTo>
                  <a:pt x="2937498" y="304535"/>
                  <a:pt x="2937498" y="305008"/>
                  <a:pt x="2937261" y="305423"/>
                </a:cubicBezTo>
                <a:lnTo>
                  <a:pt x="2928200" y="321118"/>
                </a:lnTo>
                <a:cubicBezTo>
                  <a:pt x="2927963" y="321532"/>
                  <a:pt x="2927548" y="321769"/>
                  <a:pt x="2927074" y="321769"/>
                </a:cubicBezTo>
                <a:lnTo>
                  <a:pt x="2908951" y="321769"/>
                </a:lnTo>
                <a:cubicBezTo>
                  <a:pt x="2908478" y="321769"/>
                  <a:pt x="2908063" y="321532"/>
                  <a:pt x="2907826" y="321118"/>
                </a:cubicBezTo>
                <a:lnTo>
                  <a:pt x="2898765" y="305423"/>
                </a:lnTo>
                <a:cubicBezTo>
                  <a:pt x="2898528" y="305008"/>
                  <a:pt x="2898528" y="304535"/>
                  <a:pt x="2898765" y="304120"/>
                </a:cubicBezTo>
                <a:lnTo>
                  <a:pt x="2907826" y="288425"/>
                </a:lnTo>
                <a:cubicBezTo>
                  <a:pt x="2908063" y="288011"/>
                  <a:pt x="2908478" y="287774"/>
                  <a:pt x="2908951" y="287774"/>
                </a:cubicBezTo>
                <a:close/>
                <a:moveTo>
                  <a:pt x="744512" y="287241"/>
                </a:moveTo>
                <a:lnTo>
                  <a:pt x="763168" y="287241"/>
                </a:lnTo>
                <a:cubicBezTo>
                  <a:pt x="763641" y="287241"/>
                  <a:pt x="764056" y="287478"/>
                  <a:pt x="764293" y="287893"/>
                </a:cubicBezTo>
                <a:lnTo>
                  <a:pt x="773591" y="304061"/>
                </a:lnTo>
                <a:cubicBezTo>
                  <a:pt x="773828" y="304476"/>
                  <a:pt x="773828" y="304949"/>
                  <a:pt x="773591" y="305364"/>
                </a:cubicBezTo>
                <a:lnTo>
                  <a:pt x="764234" y="321532"/>
                </a:lnTo>
                <a:cubicBezTo>
                  <a:pt x="763996" y="321947"/>
                  <a:pt x="763582" y="322184"/>
                  <a:pt x="763108" y="322184"/>
                </a:cubicBezTo>
                <a:lnTo>
                  <a:pt x="744452" y="322184"/>
                </a:lnTo>
                <a:cubicBezTo>
                  <a:pt x="743979" y="322184"/>
                  <a:pt x="743564" y="321947"/>
                  <a:pt x="743327" y="321532"/>
                </a:cubicBezTo>
                <a:lnTo>
                  <a:pt x="734029" y="305364"/>
                </a:lnTo>
                <a:cubicBezTo>
                  <a:pt x="733792" y="304949"/>
                  <a:pt x="733792" y="304476"/>
                  <a:pt x="734029" y="304061"/>
                </a:cubicBezTo>
                <a:lnTo>
                  <a:pt x="743386" y="287893"/>
                </a:lnTo>
                <a:cubicBezTo>
                  <a:pt x="743623" y="287478"/>
                  <a:pt x="744038" y="287241"/>
                  <a:pt x="744512" y="287241"/>
                </a:cubicBezTo>
                <a:close/>
                <a:moveTo>
                  <a:pt x="811435" y="285938"/>
                </a:moveTo>
                <a:lnTo>
                  <a:pt x="831513" y="285938"/>
                </a:lnTo>
                <a:cubicBezTo>
                  <a:pt x="832046" y="285938"/>
                  <a:pt x="832520" y="286234"/>
                  <a:pt x="832757" y="286649"/>
                </a:cubicBezTo>
                <a:lnTo>
                  <a:pt x="842766" y="304061"/>
                </a:lnTo>
                <a:cubicBezTo>
                  <a:pt x="843002" y="304475"/>
                  <a:pt x="843002" y="305068"/>
                  <a:pt x="842766" y="305482"/>
                </a:cubicBezTo>
                <a:lnTo>
                  <a:pt x="832697" y="322895"/>
                </a:lnTo>
                <a:cubicBezTo>
                  <a:pt x="832401" y="323309"/>
                  <a:pt x="831927" y="323605"/>
                  <a:pt x="831454" y="323605"/>
                </a:cubicBezTo>
                <a:lnTo>
                  <a:pt x="811376" y="323605"/>
                </a:lnTo>
                <a:cubicBezTo>
                  <a:pt x="810843" y="323605"/>
                  <a:pt x="810369" y="323309"/>
                  <a:pt x="810133" y="322895"/>
                </a:cubicBezTo>
                <a:lnTo>
                  <a:pt x="800124" y="305482"/>
                </a:lnTo>
                <a:cubicBezTo>
                  <a:pt x="799887" y="305068"/>
                  <a:pt x="799887" y="304475"/>
                  <a:pt x="800124" y="304061"/>
                </a:cubicBezTo>
                <a:lnTo>
                  <a:pt x="810192" y="286649"/>
                </a:lnTo>
                <a:cubicBezTo>
                  <a:pt x="810488" y="286234"/>
                  <a:pt x="810962" y="285938"/>
                  <a:pt x="811435" y="285938"/>
                </a:cubicBezTo>
                <a:close/>
                <a:moveTo>
                  <a:pt x="2975106" y="284991"/>
                </a:moveTo>
                <a:lnTo>
                  <a:pt x="2996190" y="284991"/>
                </a:lnTo>
                <a:cubicBezTo>
                  <a:pt x="2996723" y="284991"/>
                  <a:pt x="2997197" y="285287"/>
                  <a:pt x="2997493" y="285761"/>
                </a:cubicBezTo>
                <a:lnTo>
                  <a:pt x="3008035" y="304002"/>
                </a:lnTo>
                <a:cubicBezTo>
                  <a:pt x="3008331" y="304476"/>
                  <a:pt x="3008331" y="305009"/>
                  <a:pt x="3008035" y="305483"/>
                </a:cubicBezTo>
                <a:lnTo>
                  <a:pt x="2997493" y="323724"/>
                </a:lnTo>
                <a:cubicBezTo>
                  <a:pt x="2997197" y="324198"/>
                  <a:pt x="2996723" y="324494"/>
                  <a:pt x="2996190" y="324494"/>
                </a:cubicBezTo>
                <a:lnTo>
                  <a:pt x="2975106" y="324494"/>
                </a:lnTo>
                <a:cubicBezTo>
                  <a:pt x="2974573" y="324494"/>
                  <a:pt x="2974099" y="324198"/>
                  <a:pt x="2973803" y="323724"/>
                </a:cubicBezTo>
                <a:lnTo>
                  <a:pt x="2963261" y="305483"/>
                </a:lnTo>
                <a:cubicBezTo>
                  <a:pt x="2962965" y="305009"/>
                  <a:pt x="2962965" y="304476"/>
                  <a:pt x="2963261" y="304002"/>
                </a:cubicBezTo>
                <a:lnTo>
                  <a:pt x="2973803" y="285761"/>
                </a:lnTo>
                <a:cubicBezTo>
                  <a:pt x="2974099" y="285287"/>
                  <a:pt x="2974573" y="284991"/>
                  <a:pt x="2975106" y="284991"/>
                </a:cubicBezTo>
                <a:close/>
                <a:moveTo>
                  <a:pt x="4665746" y="284754"/>
                </a:moveTo>
                <a:lnTo>
                  <a:pt x="4687067" y="284754"/>
                </a:lnTo>
                <a:cubicBezTo>
                  <a:pt x="4687600" y="284754"/>
                  <a:pt x="4688074" y="285050"/>
                  <a:pt x="4688370" y="285524"/>
                </a:cubicBezTo>
                <a:lnTo>
                  <a:pt x="4699030" y="304002"/>
                </a:lnTo>
                <a:cubicBezTo>
                  <a:pt x="4699326" y="304417"/>
                  <a:pt x="4699326" y="305009"/>
                  <a:pt x="4699030" y="305483"/>
                </a:cubicBezTo>
                <a:lnTo>
                  <a:pt x="4688370" y="323961"/>
                </a:lnTo>
                <a:cubicBezTo>
                  <a:pt x="4688074" y="324435"/>
                  <a:pt x="4687600" y="324731"/>
                  <a:pt x="4687067" y="324731"/>
                </a:cubicBezTo>
                <a:lnTo>
                  <a:pt x="4665746" y="324731"/>
                </a:lnTo>
                <a:cubicBezTo>
                  <a:pt x="4665213" y="324731"/>
                  <a:pt x="4664739" y="324435"/>
                  <a:pt x="4664443" y="323961"/>
                </a:cubicBezTo>
                <a:lnTo>
                  <a:pt x="4653782" y="305483"/>
                </a:lnTo>
                <a:cubicBezTo>
                  <a:pt x="4653486" y="305068"/>
                  <a:pt x="4653486" y="304476"/>
                  <a:pt x="4653782" y="304002"/>
                </a:cubicBezTo>
                <a:lnTo>
                  <a:pt x="4664443" y="285524"/>
                </a:lnTo>
                <a:cubicBezTo>
                  <a:pt x="4664739" y="285050"/>
                  <a:pt x="4665213" y="284754"/>
                  <a:pt x="4665746" y="284754"/>
                </a:cubicBezTo>
                <a:close/>
                <a:moveTo>
                  <a:pt x="3042030" y="283628"/>
                </a:moveTo>
                <a:lnTo>
                  <a:pt x="3064535" y="283628"/>
                </a:lnTo>
                <a:cubicBezTo>
                  <a:pt x="3065069" y="283628"/>
                  <a:pt x="3065602" y="283924"/>
                  <a:pt x="3065898" y="284398"/>
                </a:cubicBezTo>
                <a:lnTo>
                  <a:pt x="3077150" y="303883"/>
                </a:lnTo>
                <a:cubicBezTo>
                  <a:pt x="3077447" y="304357"/>
                  <a:pt x="3077447" y="305008"/>
                  <a:pt x="3077150" y="305482"/>
                </a:cubicBezTo>
                <a:lnTo>
                  <a:pt x="3065898" y="324967"/>
                </a:lnTo>
                <a:cubicBezTo>
                  <a:pt x="3065602" y="325441"/>
                  <a:pt x="3065069" y="325737"/>
                  <a:pt x="3064535" y="325737"/>
                </a:cubicBezTo>
                <a:lnTo>
                  <a:pt x="3042030" y="325737"/>
                </a:lnTo>
                <a:cubicBezTo>
                  <a:pt x="3041497" y="325737"/>
                  <a:pt x="3040964" y="325441"/>
                  <a:pt x="3040668" y="324967"/>
                </a:cubicBezTo>
                <a:lnTo>
                  <a:pt x="3029415" y="305482"/>
                </a:lnTo>
                <a:cubicBezTo>
                  <a:pt x="3029119" y="305008"/>
                  <a:pt x="3029119" y="304357"/>
                  <a:pt x="3029415" y="303883"/>
                </a:cubicBezTo>
                <a:lnTo>
                  <a:pt x="3040668" y="284398"/>
                </a:lnTo>
                <a:cubicBezTo>
                  <a:pt x="3040964" y="283924"/>
                  <a:pt x="3041497" y="283628"/>
                  <a:pt x="3042030" y="283628"/>
                </a:cubicBezTo>
                <a:close/>
                <a:moveTo>
                  <a:pt x="3109606" y="283510"/>
                </a:moveTo>
                <a:lnTo>
                  <a:pt x="3132230" y="283510"/>
                </a:lnTo>
                <a:cubicBezTo>
                  <a:pt x="3132763" y="283510"/>
                  <a:pt x="3133296" y="283865"/>
                  <a:pt x="3133592" y="284339"/>
                </a:cubicBezTo>
                <a:lnTo>
                  <a:pt x="3144904" y="303943"/>
                </a:lnTo>
                <a:cubicBezTo>
                  <a:pt x="3145201" y="304416"/>
                  <a:pt x="3145201" y="305068"/>
                  <a:pt x="3144904" y="305542"/>
                </a:cubicBezTo>
                <a:lnTo>
                  <a:pt x="3133592" y="325145"/>
                </a:lnTo>
                <a:cubicBezTo>
                  <a:pt x="3133296" y="325678"/>
                  <a:pt x="3132822" y="325974"/>
                  <a:pt x="3132230" y="325974"/>
                </a:cubicBezTo>
                <a:lnTo>
                  <a:pt x="3109606" y="325974"/>
                </a:lnTo>
                <a:cubicBezTo>
                  <a:pt x="3109073" y="325974"/>
                  <a:pt x="3108540" y="325619"/>
                  <a:pt x="3108244" y="325145"/>
                </a:cubicBezTo>
                <a:lnTo>
                  <a:pt x="3096932" y="305542"/>
                </a:lnTo>
                <a:cubicBezTo>
                  <a:pt x="3096636" y="305068"/>
                  <a:pt x="3096636" y="304416"/>
                  <a:pt x="3096932" y="303943"/>
                </a:cubicBezTo>
                <a:lnTo>
                  <a:pt x="3108244" y="284339"/>
                </a:lnTo>
                <a:cubicBezTo>
                  <a:pt x="3108540" y="283806"/>
                  <a:pt x="3109014" y="283510"/>
                  <a:pt x="3109606" y="283510"/>
                </a:cubicBezTo>
                <a:close/>
                <a:moveTo>
                  <a:pt x="818543" y="240631"/>
                </a:moveTo>
                <a:lnTo>
                  <a:pt x="824406" y="240631"/>
                </a:lnTo>
                <a:cubicBezTo>
                  <a:pt x="824524" y="240631"/>
                  <a:pt x="824761" y="240809"/>
                  <a:pt x="824761" y="240809"/>
                </a:cubicBezTo>
                <a:lnTo>
                  <a:pt x="827663" y="245902"/>
                </a:lnTo>
                <a:cubicBezTo>
                  <a:pt x="827722" y="246021"/>
                  <a:pt x="827663" y="246317"/>
                  <a:pt x="827663" y="246317"/>
                </a:cubicBezTo>
                <a:lnTo>
                  <a:pt x="824761" y="251410"/>
                </a:lnTo>
                <a:cubicBezTo>
                  <a:pt x="824702" y="251528"/>
                  <a:pt x="824406" y="251588"/>
                  <a:pt x="824406" y="251588"/>
                </a:cubicBezTo>
                <a:lnTo>
                  <a:pt x="818543" y="251588"/>
                </a:lnTo>
                <a:cubicBezTo>
                  <a:pt x="818424" y="251588"/>
                  <a:pt x="818187" y="251410"/>
                  <a:pt x="818187" y="251410"/>
                </a:cubicBezTo>
                <a:lnTo>
                  <a:pt x="815285" y="246317"/>
                </a:lnTo>
                <a:cubicBezTo>
                  <a:pt x="815226" y="246198"/>
                  <a:pt x="815285" y="245902"/>
                  <a:pt x="815285" y="245902"/>
                </a:cubicBezTo>
                <a:lnTo>
                  <a:pt x="818187" y="240809"/>
                </a:lnTo>
                <a:cubicBezTo>
                  <a:pt x="818247" y="240690"/>
                  <a:pt x="818543" y="240631"/>
                  <a:pt x="818543" y="240631"/>
                </a:cubicBezTo>
                <a:close/>
                <a:moveTo>
                  <a:pt x="750789" y="240453"/>
                </a:moveTo>
                <a:lnTo>
                  <a:pt x="756890" y="240453"/>
                </a:lnTo>
                <a:cubicBezTo>
                  <a:pt x="757008" y="240453"/>
                  <a:pt x="757245" y="240690"/>
                  <a:pt x="757245" y="240690"/>
                </a:cubicBezTo>
                <a:lnTo>
                  <a:pt x="760265" y="245961"/>
                </a:lnTo>
                <a:cubicBezTo>
                  <a:pt x="760324" y="246079"/>
                  <a:pt x="760265" y="246376"/>
                  <a:pt x="760265" y="246376"/>
                </a:cubicBezTo>
                <a:lnTo>
                  <a:pt x="757245" y="251647"/>
                </a:lnTo>
                <a:cubicBezTo>
                  <a:pt x="757186" y="251824"/>
                  <a:pt x="756890" y="251883"/>
                  <a:pt x="756890" y="251883"/>
                </a:cubicBezTo>
                <a:lnTo>
                  <a:pt x="750789" y="251883"/>
                </a:lnTo>
                <a:cubicBezTo>
                  <a:pt x="750671" y="251883"/>
                  <a:pt x="750434" y="251647"/>
                  <a:pt x="750434" y="251647"/>
                </a:cubicBezTo>
                <a:lnTo>
                  <a:pt x="747413" y="246376"/>
                </a:lnTo>
                <a:cubicBezTo>
                  <a:pt x="747354" y="246257"/>
                  <a:pt x="747413" y="245961"/>
                  <a:pt x="747413" y="245961"/>
                </a:cubicBezTo>
                <a:lnTo>
                  <a:pt x="750434" y="240690"/>
                </a:lnTo>
                <a:cubicBezTo>
                  <a:pt x="750493" y="240512"/>
                  <a:pt x="750789" y="240453"/>
                  <a:pt x="750789" y="240453"/>
                </a:cubicBezTo>
                <a:close/>
                <a:moveTo>
                  <a:pt x="3184467" y="238499"/>
                </a:moveTo>
                <a:lnTo>
                  <a:pt x="3192640" y="238499"/>
                </a:lnTo>
                <a:cubicBezTo>
                  <a:pt x="3192817" y="238499"/>
                  <a:pt x="3193114" y="238795"/>
                  <a:pt x="3193114" y="238795"/>
                </a:cubicBezTo>
                <a:lnTo>
                  <a:pt x="3197201" y="245843"/>
                </a:lnTo>
                <a:cubicBezTo>
                  <a:pt x="3197319" y="246021"/>
                  <a:pt x="3197201" y="246435"/>
                  <a:pt x="3197201" y="246435"/>
                </a:cubicBezTo>
                <a:lnTo>
                  <a:pt x="3193114" y="253483"/>
                </a:lnTo>
                <a:cubicBezTo>
                  <a:pt x="3193054" y="253661"/>
                  <a:pt x="3192640" y="253779"/>
                  <a:pt x="3192640" y="253779"/>
                </a:cubicBezTo>
                <a:lnTo>
                  <a:pt x="3184467" y="253779"/>
                </a:lnTo>
                <a:cubicBezTo>
                  <a:pt x="3184289" y="253779"/>
                  <a:pt x="3183993" y="253483"/>
                  <a:pt x="3183993" y="253483"/>
                </a:cubicBezTo>
                <a:lnTo>
                  <a:pt x="3179907" y="246435"/>
                </a:lnTo>
                <a:cubicBezTo>
                  <a:pt x="3179788" y="246257"/>
                  <a:pt x="3179907" y="245843"/>
                  <a:pt x="3179907" y="245843"/>
                </a:cubicBezTo>
                <a:lnTo>
                  <a:pt x="3183993" y="238795"/>
                </a:lnTo>
                <a:cubicBezTo>
                  <a:pt x="3184052" y="238617"/>
                  <a:pt x="3184467" y="238499"/>
                  <a:pt x="3184467" y="238499"/>
                </a:cubicBezTo>
                <a:close/>
                <a:moveTo>
                  <a:pt x="4739481" y="237670"/>
                </a:moveTo>
                <a:lnTo>
                  <a:pt x="4748542" y="237670"/>
                </a:lnTo>
                <a:cubicBezTo>
                  <a:pt x="4748720" y="237670"/>
                  <a:pt x="4749075" y="237966"/>
                  <a:pt x="4749075" y="237966"/>
                </a:cubicBezTo>
                <a:lnTo>
                  <a:pt x="4753576" y="245784"/>
                </a:lnTo>
                <a:cubicBezTo>
                  <a:pt x="4753695" y="246021"/>
                  <a:pt x="4753576" y="246435"/>
                  <a:pt x="4753576" y="246435"/>
                </a:cubicBezTo>
                <a:lnTo>
                  <a:pt x="4749075" y="254253"/>
                </a:lnTo>
                <a:cubicBezTo>
                  <a:pt x="4748957" y="254431"/>
                  <a:pt x="4748542" y="254549"/>
                  <a:pt x="4748542" y="254549"/>
                </a:cubicBezTo>
                <a:lnTo>
                  <a:pt x="4739481" y="254549"/>
                </a:lnTo>
                <a:cubicBezTo>
                  <a:pt x="4739303" y="254549"/>
                  <a:pt x="4738948" y="254253"/>
                  <a:pt x="4738948" y="254253"/>
                </a:cubicBezTo>
                <a:lnTo>
                  <a:pt x="4734447" y="246435"/>
                </a:lnTo>
                <a:cubicBezTo>
                  <a:pt x="4734328" y="246198"/>
                  <a:pt x="4734447" y="245784"/>
                  <a:pt x="4734447" y="245784"/>
                </a:cubicBezTo>
                <a:lnTo>
                  <a:pt x="4738948" y="237966"/>
                </a:lnTo>
                <a:cubicBezTo>
                  <a:pt x="4739066" y="237789"/>
                  <a:pt x="4739481" y="237670"/>
                  <a:pt x="4739481" y="237670"/>
                </a:cubicBezTo>
                <a:close/>
                <a:moveTo>
                  <a:pt x="4806168" y="235775"/>
                </a:moveTo>
                <a:lnTo>
                  <a:pt x="4817184" y="235775"/>
                </a:lnTo>
                <a:cubicBezTo>
                  <a:pt x="4817421" y="235775"/>
                  <a:pt x="4817835" y="236190"/>
                  <a:pt x="4817835" y="236190"/>
                </a:cubicBezTo>
                <a:lnTo>
                  <a:pt x="4823343" y="245725"/>
                </a:lnTo>
                <a:cubicBezTo>
                  <a:pt x="4823462" y="245962"/>
                  <a:pt x="4823343" y="246495"/>
                  <a:pt x="4823343" y="246495"/>
                </a:cubicBezTo>
                <a:lnTo>
                  <a:pt x="4817835" y="256030"/>
                </a:lnTo>
                <a:cubicBezTo>
                  <a:pt x="4817717" y="256267"/>
                  <a:pt x="4817184" y="256445"/>
                  <a:pt x="4817184" y="256445"/>
                </a:cubicBezTo>
                <a:lnTo>
                  <a:pt x="4806168" y="256445"/>
                </a:lnTo>
                <a:cubicBezTo>
                  <a:pt x="4805931" y="256445"/>
                  <a:pt x="4805517" y="256030"/>
                  <a:pt x="4805517" y="256030"/>
                </a:cubicBezTo>
                <a:lnTo>
                  <a:pt x="4800008" y="246495"/>
                </a:lnTo>
                <a:cubicBezTo>
                  <a:pt x="4799891" y="246258"/>
                  <a:pt x="4800008" y="245725"/>
                  <a:pt x="4800008" y="245725"/>
                </a:cubicBezTo>
                <a:lnTo>
                  <a:pt x="4805517" y="236190"/>
                </a:lnTo>
                <a:cubicBezTo>
                  <a:pt x="4805635" y="235953"/>
                  <a:pt x="4806168" y="235775"/>
                  <a:pt x="4806168" y="235775"/>
                </a:cubicBezTo>
                <a:close/>
                <a:moveTo>
                  <a:pt x="4602552" y="234412"/>
                </a:moveTo>
                <a:lnTo>
                  <a:pt x="4615049" y="234412"/>
                </a:lnTo>
                <a:cubicBezTo>
                  <a:pt x="4615345" y="234412"/>
                  <a:pt x="4615819" y="234827"/>
                  <a:pt x="4615819" y="234827"/>
                </a:cubicBezTo>
                <a:lnTo>
                  <a:pt x="4622037" y="245605"/>
                </a:lnTo>
                <a:cubicBezTo>
                  <a:pt x="4622215" y="245902"/>
                  <a:pt x="4622037" y="246494"/>
                  <a:pt x="4622037" y="246494"/>
                </a:cubicBezTo>
                <a:lnTo>
                  <a:pt x="4615819" y="257273"/>
                </a:lnTo>
                <a:cubicBezTo>
                  <a:pt x="4615641" y="257510"/>
                  <a:pt x="4615345" y="257687"/>
                  <a:pt x="4615049" y="257687"/>
                </a:cubicBezTo>
                <a:lnTo>
                  <a:pt x="4602552" y="257687"/>
                </a:lnTo>
                <a:cubicBezTo>
                  <a:pt x="4602257" y="257687"/>
                  <a:pt x="4601782" y="257273"/>
                  <a:pt x="4601782" y="257273"/>
                </a:cubicBezTo>
                <a:lnTo>
                  <a:pt x="4595564" y="246494"/>
                </a:lnTo>
                <a:cubicBezTo>
                  <a:pt x="4595386" y="246198"/>
                  <a:pt x="4595564" y="245605"/>
                  <a:pt x="4595564" y="245605"/>
                </a:cubicBezTo>
                <a:lnTo>
                  <a:pt x="4601782" y="234827"/>
                </a:lnTo>
                <a:cubicBezTo>
                  <a:pt x="4601960" y="234590"/>
                  <a:pt x="4602257" y="234412"/>
                  <a:pt x="4602552" y="234412"/>
                </a:cubicBezTo>
                <a:close/>
                <a:moveTo>
                  <a:pt x="2911736" y="234353"/>
                </a:moveTo>
                <a:lnTo>
                  <a:pt x="2924291" y="234353"/>
                </a:lnTo>
                <a:cubicBezTo>
                  <a:pt x="2924588" y="234353"/>
                  <a:pt x="2925061" y="234827"/>
                  <a:pt x="2925061" y="234827"/>
                </a:cubicBezTo>
                <a:lnTo>
                  <a:pt x="2931339" y="245724"/>
                </a:lnTo>
                <a:cubicBezTo>
                  <a:pt x="2931517" y="246020"/>
                  <a:pt x="2931339" y="246613"/>
                  <a:pt x="2931339" y="246613"/>
                </a:cubicBezTo>
                <a:lnTo>
                  <a:pt x="2925061" y="257510"/>
                </a:lnTo>
                <a:cubicBezTo>
                  <a:pt x="2924884" y="257806"/>
                  <a:pt x="2924588" y="257984"/>
                  <a:pt x="2924291" y="257984"/>
                </a:cubicBezTo>
                <a:lnTo>
                  <a:pt x="2911736" y="257984"/>
                </a:lnTo>
                <a:cubicBezTo>
                  <a:pt x="2911440" y="257984"/>
                  <a:pt x="2910966" y="257510"/>
                  <a:pt x="2910966" y="257510"/>
                </a:cubicBezTo>
                <a:lnTo>
                  <a:pt x="2904688" y="246613"/>
                </a:lnTo>
                <a:cubicBezTo>
                  <a:pt x="2904510" y="246317"/>
                  <a:pt x="2904688" y="245724"/>
                  <a:pt x="2904688" y="245724"/>
                </a:cubicBezTo>
                <a:lnTo>
                  <a:pt x="2910966" y="234827"/>
                </a:lnTo>
                <a:cubicBezTo>
                  <a:pt x="2911144" y="234531"/>
                  <a:pt x="2911440" y="234353"/>
                  <a:pt x="2911736" y="234353"/>
                </a:cubicBezTo>
                <a:close/>
                <a:moveTo>
                  <a:pt x="2843922" y="233998"/>
                </a:moveTo>
                <a:lnTo>
                  <a:pt x="2856834" y="233998"/>
                </a:lnTo>
                <a:cubicBezTo>
                  <a:pt x="2857130" y="233998"/>
                  <a:pt x="2857603" y="234472"/>
                  <a:pt x="2857603" y="234472"/>
                </a:cubicBezTo>
                <a:lnTo>
                  <a:pt x="2864059" y="245665"/>
                </a:lnTo>
                <a:cubicBezTo>
                  <a:pt x="2864237" y="245902"/>
                  <a:pt x="2864059" y="246554"/>
                  <a:pt x="2864059" y="246554"/>
                </a:cubicBezTo>
                <a:lnTo>
                  <a:pt x="2857603" y="257747"/>
                </a:lnTo>
                <a:cubicBezTo>
                  <a:pt x="2857485" y="258043"/>
                  <a:pt x="2857130" y="258221"/>
                  <a:pt x="2856834" y="258221"/>
                </a:cubicBezTo>
                <a:lnTo>
                  <a:pt x="2843922" y="258221"/>
                </a:lnTo>
                <a:cubicBezTo>
                  <a:pt x="2843626" y="258221"/>
                  <a:pt x="2843153" y="257747"/>
                  <a:pt x="2843153" y="257747"/>
                </a:cubicBezTo>
                <a:lnTo>
                  <a:pt x="2836697" y="246554"/>
                </a:lnTo>
                <a:cubicBezTo>
                  <a:pt x="2836519" y="246317"/>
                  <a:pt x="2836697" y="245665"/>
                  <a:pt x="2836697" y="245665"/>
                </a:cubicBezTo>
                <a:lnTo>
                  <a:pt x="2843153" y="234472"/>
                </a:lnTo>
                <a:cubicBezTo>
                  <a:pt x="2843271" y="234176"/>
                  <a:pt x="2843626" y="233998"/>
                  <a:pt x="2843922" y="233998"/>
                </a:cubicBezTo>
                <a:close/>
                <a:moveTo>
                  <a:pt x="4872797" y="233939"/>
                </a:moveTo>
                <a:lnTo>
                  <a:pt x="4885827" y="233939"/>
                </a:lnTo>
                <a:cubicBezTo>
                  <a:pt x="4886122" y="233939"/>
                  <a:pt x="4886597" y="234413"/>
                  <a:pt x="4886597" y="234413"/>
                </a:cubicBezTo>
                <a:lnTo>
                  <a:pt x="4893111" y="245725"/>
                </a:lnTo>
                <a:cubicBezTo>
                  <a:pt x="4893288" y="246021"/>
                  <a:pt x="4893111" y="246673"/>
                  <a:pt x="4893111" y="246673"/>
                </a:cubicBezTo>
                <a:lnTo>
                  <a:pt x="4886597" y="257984"/>
                </a:lnTo>
                <a:cubicBezTo>
                  <a:pt x="4886478" y="258281"/>
                  <a:pt x="4886122" y="258458"/>
                  <a:pt x="4885827" y="258458"/>
                </a:cubicBezTo>
                <a:lnTo>
                  <a:pt x="4872797" y="258458"/>
                </a:lnTo>
                <a:cubicBezTo>
                  <a:pt x="4872501" y="258458"/>
                  <a:pt x="4872027" y="257984"/>
                  <a:pt x="4872027" y="257984"/>
                </a:cubicBezTo>
                <a:lnTo>
                  <a:pt x="4865512" y="246673"/>
                </a:lnTo>
                <a:cubicBezTo>
                  <a:pt x="4865334" y="246376"/>
                  <a:pt x="4865512" y="245725"/>
                  <a:pt x="4865512" y="245725"/>
                </a:cubicBezTo>
                <a:lnTo>
                  <a:pt x="4872027" y="234413"/>
                </a:lnTo>
                <a:cubicBezTo>
                  <a:pt x="4872145" y="234117"/>
                  <a:pt x="4872501" y="233939"/>
                  <a:pt x="4872797" y="233939"/>
                </a:cubicBezTo>
                <a:close/>
                <a:moveTo>
                  <a:pt x="4939958" y="233109"/>
                </a:moveTo>
                <a:lnTo>
                  <a:pt x="4953876" y="233109"/>
                </a:lnTo>
                <a:cubicBezTo>
                  <a:pt x="4954231" y="233109"/>
                  <a:pt x="4954528" y="233287"/>
                  <a:pt x="4954705" y="233583"/>
                </a:cubicBezTo>
                <a:lnTo>
                  <a:pt x="4961634" y="245605"/>
                </a:lnTo>
                <a:cubicBezTo>
                  <a:pt x="4961812" y="245902"/>
                  <a:pt x="4961812" y="246316"/>
                  <a:pt x="4961634" y="246612"/>
                </a:cubicBezTo>
                <a:lnTo>
                  <a:pt x="4954646" y="258635"/>
                </a:lnTo>
                <a:cubicBezTo>
                  <a:pt x="4954468" y="258931"/>
                  <a:pt x="4954172" y="259109"/>
                  <a:pt x="4953817" y="259109"/>
                </a:cubicBezTo>
                <a:lnTo>
                  <a:pt x="4939899" y="259109"/>
                </a:lnTo>
                <a:cubicBezTo>
                  <a:pt x="4939544" y="259109"/>
                  <a:pt x="4939247" y="258931"/>
                  <a:pt x="4939070" y="258635"/>
                </a:cubicBezTo>
                <a:lnTo>
                  <a:pt x="4932140" y="246612"/>
                </a:lnTo>
                <a:cubicBezTo>
                  <a:pt x="4931963" y="246316"/>
                  <a:pt x="4931963" y="245902"/>
                  <a:pt x="4932140" y="245605"/>
                </a:cubicBezTo>
                <a:lnTo>
                  <a:pt x="4939129" y="233583"/>
                </a:lnTo>
                <a:cubicBezTo>
                  <a:pt x="4939306" y="233287"/>
                  <a:pt x="4939603" y="233109"/>
                  <a:pt x="4939958" y="233109"/>
                </a:cubicBezTo>
                <a:close/>
                <a:moveTo>
                  <a:pt x="4533614" y="231984"/>
                </a:moveTo>
                <a:lnTo>
                  <a:pt x="4548717" y="231984"/>
                </a:lnTo>
                <a:cubicBezTo>
                  <a:pt x="4549131" y="231984"/>
                  <a:pt x="4549487" y="232162"/>
                  <a:pt x="4549665" y="232517"/>
                </a:cubicBezTo>
                <a:lnTo>
                  <a:pt x="4557245" y="245606"/>
                </a:lnTo>
                <a:cubicBezTo>
                  <a:pt x="4557423" y="245902"/>
                  <a:pt x="4557423" y="246317"/>
                  <a:pt x="4557245" y="246672"/>
                </a:cubicBezTo>
                <a:lnTo>
                  <a:pt x="4549665" y="259761"/>
                </a:lnTo>
                <a:cubicBezTo>
                  <a:pt x="4549428" y="260116"/>
                  <a:pt x="4549072" y="260294"/>
                  <a:pt x="4548717" y="260294"/>
                </a:cubicBezTo>
                <a:lnTo>
                  <a:pt x="4533614" y="260294"/>
                </a:lnTo>
                <a:cubicBezTo>
                  <a:pt x="4533200" y="260294"/>
                  <a:pt x="4532844" y="260116"/>
                  <a:pt x="4532667" y="259761"/>
                </a:cubicBezTo>
                <a:lnTo>
                  <a:pt x="4525086" y="246672"/>
                </a:lnTo>
                <a:cubicBezTo>
                  <a:pt x="4524909" y="246376"/>
                  <a:pt x="4524909" y="245961"/>
                  <a:pt x="4525086" y="245606"/>
                </a:cubicBezTo>
                <a:lnTo>
                  <a:pt x="4532667" y="232517"/>
                </a:lnTo>
                <a:cubicBezTo>
                  <a:pt x="4532904" y="232162"/>
                  <a:pt x="4533259" y="231984"/>
                  <a:pt x="4533614" y="231984"/>
                </a:cubicBezTo>
                <a:close/>
                <a:moveTo>
                  <a:pt x="5006645" y="231214"/>
                </a:moveTo>
                <a:lnTo>
                  <a:pt x="5022517" y="231214"/>
                </a:lnTo>
                <a:cubicBezTo>
                  <a:pt x="5022872" y="231214"/>
                  <a:pt x="5023287" y="231392"/>
                  <a:pt x="5023465" y="231747"/>
                </a:cubicBezTo>
                <a:lnTo>
                  <a:pt x="5031401" y="245547"/>
                </a:lnTo>
                <a:cubicBezTo>
                  <a:pt x="5031579" y="245902"/>
                  <a:pt x="5031579" y="246317"/>
                  <a:pt x="5031401" y="246672"/>
                </a:cubicBezTo>
                <a:lnTo>
                  <a:pt x="5023465" y="260471"/>
                </a:lnTo>
                <a:cubicBezTo>
                  <a:pt x="5023287" y="260767"/>
                  <a:pt x="5022932" y="261004"/>
                  <a:pt x="5022517" y="261004"/>
                </a:cubicBezTo>
                <a:lnTo>
                  <a:pt x="5006645" y="261004"/>
                </a:lnTo>
                <a:cubicBezTo>
                  <a:pt x="5006290" y="261004"/>
                  <a:pt x="5005875" y="260827"/>
                  <a:pt x="5005698" y="260471"/>
                </a:cubicBezTo>
                <a:lnTo>
                  <a:pt x="4997761" y="246672"/>
                </a:lnTo>
                <a:cubicBezTo>
                  <a:pt x="4997584" y="246317"/>
                  <a:pt x="4997584" y="245902"/>
                  <a:pt x="4997761" y="245547"/>
                </a:cubicBezTo>
                <a:lnTo>
                  <a:pt x="5005698" y="231747"/>
                </a:lnTo>
                <a:cubicBezTo>
                  <a:pt x="5005875" y="231451"/>
                  <a:pt x="5006230" y="231214"/>
                  <a:pt x="5006645" y="231214"/>
                </a:cubicBezTo>
                <a:close/>
                <a:moveTo>
                  <a:pt x="4668174" y="230741"/>
                </a:moveTo>
                <a:lnTo>
                  <a:pt x="4684638" y="230741"/>
                </a:lnTo>
                <a:cubicBezTo>
                  <a:pt x="4685053" y="230741"/>
                  <a:pt x="4685408" y="230978"/>
                  <a:pt x="4685645" y="231333"/>
                </a:cubicBezTo>
                <a:lnTo>
                  <a:pt x="4693878" y="245606"/>
                </a:lnTo>
                <a:cubicBezTo>
                  <a:pt x="4694115" y="245962"/>
                  <a:pt x="4694115" y="246436"/>
                  <a:pt x="4693878" y="246791"/>
                </a:cubicBezTo>
                <a:lnTo>
                  <a:pt x="4685645" y="261064"/>
                </a:lnTo>
                <a:cubicBezTo>
                  <a:pt x="4685408" y="261420"/>
                  <a:pt x="4685053" y="261657"/>
                  <a:pt x="4684638" y="261657"/>
                </a:cubicBezTo>
                <a:lnTo>
                  <a:pt x="4668174" y="261657"/>
                </a:lnTo>
                <a:cubicBezTo>
                  <a:pt x="4667759" y="261657"/>
                  <a:pt x="4667404" y="261420"/>
                  <a:pt x="4667167" y="261064"/>
                </a:cubicBezTo>
                <a:lnTo>
                  <a:pt x="4658935" y="246791"/>
                </a:lnTo>
                <a:cubicBezTo>
                  <a:pt x="4658698" y="246436"/>
                  <a:pt x="4658698" y="245962"/>
                  <a:pt x="4658935" y="245606"/>
                </a:cubicBezTo>
                <a:lnTo>
                  <a:pt x="4667167" y="231333"/>
                </a:lnTo>
                <a:cubicBezTo>
                  <a:pt x="4667404" y="230978"/>
                  <a:pt x="4667759" y="230741"/>
                  <a:pt x="4668174" y="230741"/>
                </a:cubicBezTo>
                <a:close/>
                <a:moveTo>
                  <a:pt x="5073451" y="229793"/>
                </a:moveTo>
                <a:lnTo>
                  <a:pt x="5090922" y="229793"/>
                </a:lnTo>
                <a:cubicBezTo>
                  <a:pt x="5091337" y="229793"/>
                  <a:pt x="5091751" y="230030"/>
                  <a:pt x="5091988" y="230385"/>
                </a:cubicBezTo>
                <a:lnTo>
                  <a:pt x="5100694" y="245488"/>
                </a:lnTo>
                <a:cubicBezTo>
                  <a:pt x="5100931" y="245902"/>
                  <a:pt x="5100931" y="246376"/>
                  <a:pt x="5100694" y="246731"/>
                </a:cubicBezTo>
                <a:lnTo>
                  <a:pt x="5091988" y="261834"/>
                </a:lnTo>
                <a:cubicBezTo>
                  <a:pt x="5091751" y="262189"/>
                  <a:pt x="5091337" y="262426"/>
                  <a:pt x="5090922" y="262426"/>
                </a:cubicBezTo>
                <a:lnTo>
                  <a:pt x="5073451" y="262426"/>
                </a:lnTo>
                <a:cubicBezTo>
                  <a:pt x="5073036" y="262426"/>
                  <a:pt x="5072621" y="262189"/>
                  <a:pt x="5072385" y="261834"/>
                </a:cubicBezTo>
                <a:lnTo>
                  <a:pt x="5063678" y="246731"/>
                </a:lnTo>
                <a:cubicBezTo>
                  <a:pt x="5063442" y="246317"/>
                  <a:pt x="5063442" y="245843"/>
                  <a:pt x="5063678" y="245488"/>
                </a:cubicBezTo>
                <a:lnTo>
                  <a:pt x="5072385" y="230385"/>
                </a:lnTo>
                <a:cubicBezTo>
                  <a:pt x="5072621" y="230030"/>
                  <a:pt x="5073036" y="229793"/>
                  <a:pt x="5073451" y="229793"/>
                </a:cubicBezTo>
                <a:close/>
                <a:moveTo>
                  <a:pt x="2975876" y="227838"/>
                </a:moveTo>
                <a:lnTo>
                  <a:pt x="2995421" y="227838"/>
                </a:lnTo>
                <a:cubicBezTo>
                  <a:pt x="2995894" y="227838"/>
                  <a:pt x="2996368" y="228134"/>
                  <a:pt x="2996605" y="228549"/>
                </a:cubicBezTo>
                <a:lnTo>
                  <a:pt x="3006377" y="245487"/>
                </a:lnTo>
                <a:cubicBezTo>
                  <a:pt x="3006614" y="245902"/>
                  <a:pt x="3006614" y="246435"/>
                  <a:pt x="3006377" y="246849"/>
                </a:cubicBezTo>
                <a:lnTo>
                  <a:pt x="2996605" y="263788"/>
                </a:lnTo>
                <a:cubicBezTo>
                  <a:pt x="2996368" y="264202"/>
                  <a:pt x="2995894" y="264498"/>
                  <a:pt x="2995421" y="264498"/>
                </a:cubicBezTo>
                <a:lnTo>
                  <a:pt x="2975876" y="264498"/>
                </a:lnTo>
                <a:cubicBezTo>
                  <a:pt x="2975402" y="264498"/>
                  <a:pt x="2974929" y="264202"/>
                  <a:pt x="2974692" y="263788"/>
                </a:cubicBezTo>
                <a:lnTo>
                  <a:pt x="2964920" y="246849"/>
                </a:lnTo>
                <a:cubicBezTo>
                  <a:pt x="2964683" y="246435"/>
                  <a:pt x="2964683" y="245902"/>
                  <a:pt x="2964920" y="245487"/>
                </a:cubicBezTo>
                <a:lnTo>
                  <a:pt x="2974692" y="228549"/>
                </a:lnTo>
                <a:cubicBezTo>
                  <a:pt x="2974929" y="228134"/>
                  <a:pt x="2975402" y="227838"/>
                  <a:pt x="2975876" y="227838"/>
                </a:cubicBezTo>
                <a:close/>
                <a:moveTo>
                  <a:pt x="3109902" y="225529"/>
                </a:moveTo>
                <a:lnTo>
                  <a:pt x="3131875" y="225529"/>
                </a:lnTo>
                <a:cubicBezTo>
                  <a:pt x="3132467" y="225529"/>
                  <a:pt x="3132941" y="225825"/>
                  <a:pt x="3133237" y="226299"/>
                </a:cubicBezTo>
                <a:lnTo>
                  <a:pt x="3144193" y="245310"/>
                </a:lnTo>
                <a:cubicBezTo>
                  <a:pt x="3144489" y="245784"/>
                  <a:pt x="3144489" y="246376"/>
                  <a:pt x="3144193" y="246850"/>
                </a:cubicBezTo>
                <a:lnTo>
                  <a:pt x="3133178" y="265861"/>
                </a:lnTo>
                <a:cubicBezTo>
                  <a:pt x="3132882" y="266335"/>
                  <a:pt x="3132348" y="266631"/>
                  <a:pt x="3131816" y="266631"/>
                </a:cubicBezTo>
                <a:lnTo>
                  <a:pt x="3109843" y="266631"/>
                </a:lnTo>
                <a:cubicBezTo>
                  <a:pt x="3109251" y="266631"/>
                  <a:pt x="3108777" y="266335"/>
                  <a:pt x="3108481" y="265861"/>
                </a:cubicBezTo>
                <a:lnTo>
                  <a:pt x="3097524" y="246850"/>
                </a:lnTo>
                <a:cubicBezTo>
                  <a:pt x="3097228" y="246376"/>
                  <a:pt x="3097228" y="245784"/>
                  <a:pt x="3097524" y="245310"/>
                </a:cubicBezTo>
                <a:lnTo>
                  <a:pt x="3108540" y="226299"/>
                </a:lnTo>
                <a:cubicBezTo>
                  <a:pt x="3108836" y="225825"/>
                  <a:pt x="3109369" y="225529"/>
                  <a:pt x="3109902" y="225529"/>
                </a:cubicBezTo>
                <a:close/>
                <a:moveTo>
                  <a:pt x="3042209" y="225410"/>
                </a:moveTo>
                <a:lnTo>
                  <a:pt x="3064299" y="225410"/>
                </a:lnTo>
                <a:cubicBezTo>
                  <a:pt x="3064891" y="225410"/>
                  <a:pt x="3065365" y="225706"/>
                  <a:pt x="3065661" y="226180"/>
                </a:cubicBezTo>
                <a:lnTo>
                  <a:pt x="3076678" y="245310"/>
                </a:lnTo>
                <a:cubicBezTo>
                  <a:pt x="3076974" y="245783"/>
                  <a:pt x="3076974" y="246376"/>
                  <a:pt x="3076678" y="246850"/>
                </a:cubicBezTo>
                <a:lnTo>
                  <a:pt x="3065603" y="265979"/>
                </a:lnTo>
                <a:cubicBezTo>
                  <a:pt x="3065306" y="266453"/>
                  <a:pt x="3064773" y="266749"/>
                  <a:pt x="3064240" y="266749"/>
                </a:cubicBezTo>
                <a:lnTo>
                  <a:pt x="3042149" y="266749"/>
                </a:lnTo>
                <a:cubicBezTo>
                  <a:pt x="3041557" y="266749"/>
                  <a:pt x="3041083" y="266453"/>
                  <a:pt x="3040787" y="265979"/>
                </a:cubicBezTo>
                <a:lnTo>
                  <a:pt x="3029771" y="246850"/>
                </a:lnTo>
                <a:cubicBezTo>
                  <a:pt x="3029475" y="246376"/>
                  <a:pt x="3029475" y="245783"/>
                  <a:pt x="3029771" y="245310"/>
                </a:cubicBezTo>
                <a:lnTo>
                  <a:pt x="3040846" y="226180"/>
                </a:lnTo>
                <a:cubicBezTo>
                  <a:pt x="3041143" y="225706"/>
                  <a:pt x="3041675" y="225410"/>
                  <a:pt x="3042209" y="225410"/>
                </a:cubicBezTo>
                <a:close/>
                <a:moveTo>
                  <a:pt x="3186124" y="182946"/>
                </a:moveTo>
                <a:lnTo>
                  <a:pt x="3190981" y="182946"/>
                </a:lnTo>
                <a:cubicBezTo>
                  <a:pt x="3191100" y="182946"/>
                  <a:pt x="3191278" y="183124"/>
                  <a:pt x="3191278" y="183124"/>
                </a:cubicBezTo>
                <a:lnTo>
                  <a:pt x="3193705" y="187329"/>
                </a:lnTo>
                <a:cubicBezTo>
                  <a:pt x="3193765" y="187447"/>
                  <a:pt x="3193705" y="187684"/>
                  <a:pt x="3193705" y="187684"/>
                </a:cubicBezTo>
                <a:lnTo>
                  <a:pt x="3191278" y="191889"/>
                </a:lnTo>
                <a:cubicBezTo>
                  <a:pt x="3191218" y="192007"/>
                  <a:pt x="3190981" y="192067"/>
                  <a:pt x="3190981" y="192067"/>
                </a:cubicBezTo>
                <a:lnTo>
                  <a:pt x="3186124" y="192067"/>
                </a:lnTo>
                <a:cubicBezTo>
                  <a:pt x="3186007" y="192067"/>
                  <a:pt x="3185829" y="191889"/>
                  <a:pt x="3185829" y="191889"/>
                </a:cubicBezTo>
                <a:lnTo>
                  <a:pt x="3183400" y="187684"/>
                </a:lnTo>
                <a:cubicBezTo>
                  <a:pt x="3183341" y="187566"/>
                  <a:pt x="3183400" y="187329"/>
                  <a:pt x="3183400" y="187329"/>
                </a:cubicBezTo>
                <a:lnTo>
                  <a:pt x="3185829" y="183124"/>
                </a:lnTo>
                <a:cubicBezTo>
                  <a:pt x="3185888" y="183005"/>
                  <a:pt x="3186124" y="182946"/>
                  <a:pt x="3186124" y="182946"/>
                </a:cubicBezTo>
                <a:close/>
                <a:moveTo>
                  <a:pt x="4806701" y="178208"/>
                </a:moveTo>
                <a:lnTo>
                  <a:pt x="4816651" y="178208"/>
                </a:lnTo>
                <a:cubicBezTo>
                  <a:pt x="4816888" y="178208"/>
                  <a:pt x="4817243" y="178563"/>
                  <a:pt x="4817243" y="178563"/>
                </a:cubicBezTo>
                <a:lnTo>
                  <a:pt x="4822217" y="187151"/>
                </a:lnTo>
                <a:cubicBezTo>
                  <a:pt x="4822336" y="187388"/>
                  <a:pt x="4822217" y="187862"/>
                  <a:pt x="4822217" y="187862"/>
                </a:cubicBezTo>
                <a:lnTo>
                  <a:pt x="4817243" y="196449"/>
                </a:lnTo>
                <a:cubicBezTo>
                  <a:pt x="4817124" y="196686"/>
                  <a:pt x="4816651" y="196805"/>
                  <a:pt x="4816651" y="196805"/>
                </a:cubicBezTo>
                <a:lnTo>
                  <a:pt x="4806701" y="196805"/>
                </a:lnTo>
                <a:cubicBezTo>
                  <a:pt x="4806464" y="196805"/>
                  <a:pt x="4806108" y="196449"/>
                  <a:pt x="4806108" y="196449"/>
                </a:cubicBezTo>
                <a:lnTo>
                  <a:pt x="4801134" y="187862"/>
                </a:lnTo>
                <a:cubicBezTo>
                  <a:pt x="4801015" y="187625"/>
                  <a:pt x="4801134" y="187151"/>
                  <a:pt x="4801134" y="187151"/>
                </a:cubicBezTo>
                <a:lnTo>
                  <a:pt x="4806108" y="178563"/>
                </a:lnTo>
                <a:cubicBezTo>
                  <a:pt x="4806227" y="178326"/>
                  <a:pt x="4806701" y="178208"/>
                  <a:pt x="4806701" y="178208"/>
                </a:cubicBezTo>
                <a:close/>
                <a:moveTo>
                  <a:pt x="2845048" y="177497"/>
                </a:moveTo>
                <a:lnTo>
                  <a:pt x="2855768" y="177497"/>
                </a:lnTo>
                <a:cubicBezTo>
                  <a:pt x="2856005" y="177497"/>
                  <a:pt x="2856420" y="177852"/>
                  <a:pt x="2856420" y="177852"/>
                </a:cubicBezTo>
                <a:lnTo>
                  <a:pt x="2861750" y="187151"/>
                </a:lnTo>
                <a:cubicBezTo>
                  <a:pt x="2861868" y="187388"/>
                  <a:pt x="2861750" y="187921"/>
                  <a:pt x="2861750" y="187921"/>
                </a:cubicBezTo>
                <a:lnTo>
                  <a:pt x="2856420" y="197219"/>
                </a:lnTo>
                <a:cubicBezTo>
                  <a:pt x="2856301" y="197456"/>
                  <a:pt x="2855768" y="197574"/>
                  <a:pt x="2855768" y="197574"/>
                </a:cubicBezTo>
                <a:lnTo>
                  <a:pt x="2845048" y="197574"/>
                </a:lnTo>
                <a:cubicBezTo>
                  <a:pt x="2844811" y="197574"/>
                  <a:pt x="2844397" y="197219"/>
                  <a:pt x="2844397" y="197219"/>
                </a:cubicBezTo>
                <a:lnTo>
                  <a:pt x="2839067" y="187921"/>
                </a:lnTo>
                <a:cubicBezTo>
                  <a:pt x="2838948" y="187684"/>
                  <a:pt x="2839067" y="187151"/>
                  <a:pt x="2839067" y="187151"/>
                </a:cubicBezTo>
                <a:lnTo>
                  <a:pt x="2844397" y="177852"/>
                </a:lnTo>
                <a:cubicBezTo>
                  <a:pt x="2844515" y="177616"/>
                  <a:pt x="2845048" y="177497"/>
                  <a:pt x="2845048" y="177497"/>
                </a:cubicBezTo>
                <a:close/>
                <a:moveTo>
                  <a:pt x="4873211" y="176135"/>
                </a:moveTo>
                <a:lnTo>
                  <a:pt x="4885352" y="176135"/>
                </a:lnTo>
                <a:cubicBezTo>
                  <a:pt x="4885708" y="176135"/>
                  <a:pt x="4886122" y="176549"/>
                  <a:pt x="4886122" y="176549"/>
                </a:cubicBezTo>
                <a:lnTo>
                  <a:pt x="4892163" y="187092"/>
                </a:lnTo>
                <a:cubicBezTo>
                  <a:pt x="4892341" y="187328"/>
                  <a:pt x="4892163" y="187921"/>
                  <a:pt x="4892163" y="187921"/>
                </a:cubicBezTo>
                <a:lnTo>
                  <a:pt x="4886063" y="198463"/>
                </a:lnTo>
                <a:cubicBezTo>
                  <a:pt x="4885885" y="198700"/>
                  <a:pt x="4885589" y="198877"/>
                  <a:pt x="4885293" y="198877"/>
                </a:cubicBezTo>
                <a:lnTo>
                  <a:pt x="4873152" y="198877"/>
                </a:lnTo>
                <a:cubicBezTo>
                  <a:pt x="4872796" y="198877"/>
                  <a:pt x="4872382" y="198463"/>
                  <a:pt x="4872382" y="198463"/>
                </a:cubicBezTo>
                <a:lnTo>
                  <a:pt x="4866341" y="187921"/>
                </a:lnTo>
                <a:cubicBezTo>
                  <a:pt x="4866163" y="187684"/>
                  <a:pt x="4866341" y="187092"/>
                  <a:pt x="4866341" y="187092"/>
                </a:cubicBezTo>
                <a:lnTo>
                  <a:pt x="4872441" y="176549"/>
                </a:lnTo>
                <a:cubicBezTo>
                  <a:pt x="4872619" y="176313"/>
                  <a:pt x="4872915" y="176135"/>
                  <a:pt x="4873211" y="176135"/>
                </a:cubicBezTo>
                <a:close/>
                <a:moveTo>
                  <a:pt x="4670128" y="175720"/>
                </a:moveTo>
                <a:lnTo>
                  <a:pt x="4682684" y="175720"/>
                </a:lnTo>
                <a:cubicBezTo>
                  <a:pt x="4682980" y="175720"/>
                  <a:pt x="4683454" y="176194"/>
                  <a:pt x="4683454" y="176194"/>
                </a:cubicBezTo>
                <a:lnTo>
                  <a:pt x="4689731" y="187091"/>
                </a:lnTo>
                <a:cubicBezTo>
                  <a:pt x="4689909" y="187387"/>
                  <a:pt x="4689731" y="187980"/>
                  <a:pt x="4689731" y="187980"/>
                </a:cubicBezTo>
                <a:lnTo>
                  <a:pt x="4683454" y="198877"/>
                </a:lnTo>
                <a:cubicBezTo>
                  <a:pt x="4683276" y="199173"/>
                  <a:pt x="4682980" y="199351"/>
                  <a:pt x="4682684" y="199351"/>
                </a:cubicBezTo>
                <a:lnTo>
                  <a:pt x="4670128" y="199351"/>
                </a:lnTo>
                <a:cubicBezTo>
                  <a:pt x="4669831" y="199351"/>
                  <a:pt x="4669358" y="198877"/>
                  <a:pt x="4669358" y="198877"/>
                </a:cubicBezTo>
                <a:lnTo>
                  <a:pt x="4663080" y="187980"/>
                </a:lnTo>
                <a:cubicBezTo>
                  <a:pt x="4662903" y="187683"/>
                  <a:pt x="4663080" y="187091"/>
                  <a:pt x="4663080" y="187091"/>
                </a:cubicBezTo>
                <a:lnTo>
                  <a:pt x="4669358" y="176194"/>
                </a:lnTo>
                <a:cubicBezTo>
                  <a:pt x="4669536" y="175898"/>
                  <a:pt x="4669831" y="175720"/>
                  <a:pt x="4670128" y="175720"/>
                </a:cubicBezTo>
                <a:close/>
                <a:moveTo>
                  <a:pt x="4940136" y="174773"/>
                </a:moveTo>
                <a:lnTo>
                  <a:pt x="4953698" y="174773"/>
                </a:lnTo>
                <a:cubicBezTo>
                  <a:pt x="4954053" y="174773"/>
                  <a:pt x="4954528" y="175247"/>
                  <a:pt x="4954528" y="175247"/>
                </a:cubicBezTo>
                <a:lnTo>
                  <a:pt x="4961339" y="187033"/>
                </a:lnTo>
                <a:cubicBezTo>
                  <a:pt x="4961516" y="187329"/>
                  <a:pt x="4961339" y="187980"/>
                  <a:pt x="4961339" y="187980"/>
                </a:cubicBezTo>
                <a:lnTo>
                  <a:pt x="4954528" y="199766"/>
                </a:lnTo>
                <a:cubicBezTo>
                  <a:pt x="4954350" y="200062"/>
                  <a:pt x="4954053" y="200240"/>
                  <a:pt x="4953698" y="200240"/>
                </a:cubicBezTo>
                <a:lnTo>
                  <a:pt x="4940136" y="200240"/>
                </a:lnTo>
                <a:cubicBezTo>
                  <a:pt x="4939781" y="200240"/>
                  <a:pt x="4939306" y="199766"/>
                  <a:pt x="4939306" y="199766"/>
                </a:cubicBezTo>
                <a:lnTo>
                  <a:pt x="4932496" y="187980"/>
                </a:lnTo>
                <a:cubicBezTo>
                  <a:pt x="4932318" y="187684"/>
                  <a:pt x="4932496" y="187033"/>
                  <a:pt x="4932496" y="187033"/>
                </a:cubicBezTo>
                <a:lnTo>
                  <a:pt x="4939306" y="175247"/>
                </a:lnTo>
                <a:cubicBezTo>
                  <a:pt x="4939484" y="174951"/>
                  <a:pt x="4939781" y="174773"/>
                  <a:pt x="4940136" y="174773"/>
                </a:cubicBezTo>
                <a:close/>
                <a:moveTo>
                  <a:pt x="4601960" y="174713"/>
                </a:moveTo>
                <a:lnTo>
                  <a:pt x="4615642" y="174713"/>
                </a:lnTo>
                <a:cubicBezTo>
                  <a:pt x="4615997" y="174713"/>
                  <a:pt x="4616293" y="174891"/>
                  <a:pt x="4616470" y="175187"/>
                </a:cubicBezTo>
                <a:lnTo>
                  <a:pt x="4623281" y="187032"/>
                </a:lnTo>
                <a:cubicBezTo>
                  <a:pt x="4623459" y="187328"/>
                  <a:pt x="4623459" y="187683"/>
                  <a:pt x="4623281" y="187980"/>
                </a:cubicBezTo>
                <a:lnTo>
                  <a:pt x="4616411" y="199825"/>
                </a:lnTo>
                <a:cubicBezTo>
                  <a:pt x="4616234" y="200121"/>
                  <a:pt x="4615937" y="200298"/>
                  <a:pt x="4615582" y="200298"/>
                </a:cubicBezTo>
                <a:lnTo>
                  <a:pt x="4601901" y="200298"/>
                </a:lnTo>
                <a:cubicBezTo>
                  <a:pt x="4601546" y="200298"/>
                  <a:pt x="4601250" y="200121"/>
                  <a:pt x="4601072" y="199825"/>
                </a:cubicBezTo>
                <a:lnTo>
                  <a:pt x="4594261" y="187980"/>
                </a:lnTo>
                <a:cubicBezTo>
                  <a:pt x="4594084" y="187683"/>
                  <a:pt x="4594084" y="187328"/>
                  <a:pt x="4594261" y="187032"/>
                </a:cubicBezTo>
                <a:lnTo>
                  <a:pt x="4601131" y="175187"/>
                </a:lnTo>
                <a:cubicBezTo>
                  <a:pt x="4601309" y="174891"/>
                  <a:pt x="4601605" y="174713"/>
                  <a:pt x="4601960" y="174713"/>
                </a:cubicBezTo>
                <a:close/>
                <a:moveTo>
                  <a:pt x="2911203" y="174713"/>
                </a:moveTo>
                <a:lnTo>
                  <a:pt x="2924884" y="174713"/>
                </a:lnTo>
                <a:cubicBezTo>
                  <a:pt x="2925239" y="174713"/>
                  <a:pt x="2925535" y="174891"/>
                  <a:pt x="2925713" y="175187"/>
                </a:cubicBezTo>
                <a:lnTo>
                  <a:pt x="2932524" y="187032"/>
                </a:lnTo>
                <a:cubicBezTo>
                  <a:pt x="2932701" y="187328"/>
                  <a:pt x="2932701" y="187683"/>
                  <a:pt x="2932524" y="187980"/>
                </a:cubicBezTo>
                <a:lnTo>
                  <a:pt x="2925654" y="199825"/>
                </a:lnTo>
                <a:cubicBezTo>
                  <a:pt x="2925476" y="200121"/>
                  <a:pt x="2925180" y="200298"/>
                  <a:pt x="2924824" y="200298"/>
                </a:cubicBezTo>
                <a:lnTo>
                  <a:pt x="2911143" y="200298"/>
                </a:lnTo>
                <a:cubicBezTo>
                  <a:pt x="2910788" y="200298"/>
                  <a:pt x="2910492" y="200121"/>
                  <a:pt x="2910314" y="199825"/>
                </a:cubicBezTo>
                <a:lnTo>
                  <a:pt x="2903503" y="187980"/>
                </a:lnTo>
                <a:cubicBezTo>
                  <a:pt x="2903326" y="187683"/>
                  <a:pt x="2903326" y="187328"/>
                  <a:pt x="2903503" y="187032"/>
                </a:cubicBezTo>
                <a:lnTo>
                  <a:pt x="2910373" y="175187"/>
                </a:lnTo>
                <a:cubicBezTo>
                  <a:pt x="2910551" y="174891"/>
                  <a:pt x="2910847" y="174713"/>
                  <a:pt x="2911203" y="174713"/>
                </a:cubicBezTo>
                <a:close/>
                <a:moveTo>
                  <a:pt x="4533496" y="173114"/>
                </a:moveTo>
                <a:lnTo>
                  <a:pt x="4548836" y="173114"/>
                </a:lnTo>
                <a:cubicBezTo>
                  <a:pt x="4549250" y="173114"/>
                  <a:pt x="4549606" y="173292"/>
                  <a:pt x="4549783" y="173647"/>
                </a:cubicBezTo>
                <a:lnTo>
                  <a:pt x="4557423" y="186913"/>
                </a:lnTo>
                <a:cubicBezTo>
                  <a:pt x="4557601" y="187210"/>
                  <a:pt x="4557601" y="187624"/>
                  <a:pt x="4557423" y="187980"/>
                </a:cubicBezTo>
                <a:lnTo>
                  <a:pt x="4549724" y="201246"/>
                </a:lnTo>
                <a:cubicBezTo>
                  <a:pt x="4549487" y="201542"/>
                  <a:pt x="4549132" y="201779"/>
                  <a:pt x="4548777" y="201779"/>
                </a:cubicBezTo>
                <a:lnTo>
                  <a:pt x="4533437" y="201779"/>
                </a:lnTo>
                <a:cubicBezTo>
                  <a:pt x="4533022" y="201779"/>
                  <a:pt x="4532668" y="201601"/>
                  <a:pt x="4532490" y="201246"/>
                </a:cubicBezTo>
                <a:lnTo>
                  <a:pt x="4524849" y="187980"/>
                </a:lnTo>
                <a:cubicBezTo>
                  <a:pt x="4524672" y="187683"/>
                  <a:pt x="4524672" y="187269"/>
                  <a:pt x="4524849" y="186913"/>
                </a:cubicBezTo>
                <a:lnTo>
                  <a:pt x="4532549" y="173647"/>
                </a:lnTo>
                <a:cubicBezTo>
                  <a:pt x="4532785" y="173351"/>
                  <a:pt x="4533141" y="173114"/>
                  <a:pt x="4533496" y="173114"/>
                </a:cubicBezTo>
                <a:close/>
                <a:moveTo>
                  <a:pt x="4736341" y="173055"/>
                </a:moveTo>
                <a:lnTo>
                  <a:pt x="4751800" y="173055"/>
                </a:lnTo>
                <a:cubicBezTo>
                  <a:pt x="4752214" y="173055"/>
                  <a:pt x="4752570" y="173233"/>
                  <a:pt x="4752747" y="173588"/>
                </a:cubicBezTo>
                <a:lnTo>
                  <a:pt x="4760446" y="186973"/>
                </a:lnTo>
                <a:cubicBezTo>
                  <a:pt x="4760624" y="187269"/>
                  <a:pt x="4760624" y="187684"/>
                  <a:pt x="4760446" y="188039"/>
                </a:cubicBezTo>
                <a:lnTo>
                  <a:pt x="4752687" y="201424"/>
                </a:lnTo>
                <a:cubicBezTo>
                  <a:pt x="4752510" y="201720"/>
                  <a:pt x="4752095" y="201957"/>
                  <a:pt x="4751740" y="201957"/>
                </a:cubicBezTo>
                <a:lnTo>
                  <a:pt x="4736283" y="201957"/>
                </a:lnTo>
                <a:cubicBezTo>
                  <a:pt x="4735868" y="201957"/>
                  <a:pt x="4735513" y="201779"/>
                  <a:pt x="4735335" y="201424"/>
                </a:cubicBezTo>
                <a:lnTo>
                  <a:pt x="4727635" y="188039"/>
                </a:lnTo>
                <a:cubicBezTo>
                  <a:pt x="4727458" y="187743"/>
                  <a:pt x="4727458" y="187328"/>
                  <a:pt x="4727635" y="186973"/>
                </a:cubicBezTo>
                <a:lnTo>
                  <a:pt x="4735394" y="173588"/>
                </a:lnTo>
                <a:cubicBezTo>
                  <a:pt x="4735572" y="173292"/>
                  <a:pt x="4735986" y="173055"/>
                  <a:pt x="4736341" y="173055"/>
                </a:cubicBezTo>
                <a:close/>
                <a:moveTo>
                  <a:pt x="5006705" y="172818"/>
                </a:moveTo>
                <a:lnTo>
                  <a:pt x="5022399" y="172818"/>
                </a:lnTo>
                <a:cubicBezTo>
                  <a:pt x="5022755" y="172818"/>
                  <a:pt x="5023169" y="172996"/>
                  <a:pt x="5023347" y="173351"/>
                </a:cubicBezTo>
                <a:lnTo>
                  <a:pt x="5031165" y="186913"/>
                </a:lnTo>
                <a:cubicBezTo>
                  <a:pt x="5031342" y="187269"/>
                  <a:pt x="5031342" y="187683"/>
                  <a:pt x="5031165" y="188039"/>
                </a:cubicBezTo>
                <a:lnTo>
                  <a:pt x="5023347" y="201601"/>
                </a:lnTo>
                <a:cubicBezTo>
                  <a:pt x="5023169" y="201898"/>
                  <a:pt x="5022814" y="202134"/>
                  <a:pt x="5022399" y="202134"/>
                </a:cubicBezTo>
                <a:lnTo>
                  <a:pt x="5006705" y="202134"/>
                </a:lnTo>
                <a:cubicBezTo>
                  <a:pt x="5006350" y="202134"/>
                  <a:pt x="5005935" y="201957"/>
                  <a:pt x="5005758" y="201601"/>
                </a:cubicBezTo>
                <a:lnTo>
                  <a:pt x="4997939" y="188039"/>
                </a:lnTo>
                <a:cubicBezTo>
                  <a:pt x="4997762" y="187683"/>
                  <a:pt x="4997762" y="187269"/>
                  <a:pt x="4997939" y="186913"/>
                </a:cubicBezTo>
                <a:lnTo>
                  <a:pt x="5005758" y="173351"/>
                </a:lnTo>
                <a:cubicBezTo>
                  <a:pt x="5005935" y="173055"/>
                  <a:pt x="5006290" y="172818"/>
                  <a:pt x="5006705" y="172818"/>
                </a:cubicBezTo>
                <a:close/>
                <a:moveTo>
                  <a:pt x="5073451" y="171160"/>
                </a:moveTo>
                <a:lnTo>
                  <a:pt x="5090922" y="171160"/>
                </a:lnTo>
                <a:cubicBezTo>
                  <a:pt x="5091337" y="171160"/>
                  <a:pt x="5091751" y="171397"/>
                  <a:pt x="5091988" y="171752"/>
                </a:cubicBezTo>
                <a:lnTo>
                  <a:pt x="5100694" y="186855"/>
                </a:lnTo>
                <a:cubicBezTo>
                  <a:pt x="5100931" y="187269"/>
                  <a:pt x="5100931" y="187743"/>
                  <a:pt x="5100694" y="188098"/>
                </a:cubicBezTo>
                <a:lnTo>
                  <a:pt x="5091988" y="203201"/>
                </a:lnTo>
                <a:cubicBezTo>
                  <a:pt x="5091751" y="203556"/>
                  <a:pt x="5091337" y="203793"/>
                  <a:pt x="5090922" y="203793"/>
                </a:cubicBezTo>
                <a:lnTo>
                  <a:pt x="5073451" y="203793"/>
                </a:lnTo>
                <a:cubicBezTo>
                  <a:pt x="5073036" y="203793"/>
                  <a:pt x="5072621" y="203556"/>
                  <a:pt x="5072385" y="203201"/>
                </a:cubicBezTo>
                <a:lnTo>
                  <a:pt x="5063678" y="188098"/>
                </a:lnTo>
                <a:cubicBezTo>
                  <a:pt x="5063442" y="187684"/>
                  <a:pt x="5063442" y="187210"/>
                  <a:pt x="5063678" y="186855"/>
                </a:cubicBezTo>
                <a:lnTo>
                  <a:pt x="5072385" y="171752"/>
                </a:lnTo>
                <a:cubicBezTo>
                  <a:pt x="5072621" y="171397"/>
                  <a:pt x="5073036" y="171160"/>
                  <a:pt x="5073451" y="171160"/>
                </a:cubicBezTo>
                <a:close/>
                <a:moveTo>
                  <a:pt x="2976823" y="170982"/>
                </a:moveTo>
                <a:lnTo>
                  <a:pt x="2994472" y="170982"/>
                </a:lnTo>
                <a:cubicBezTo>
                  <a:pt x="2994887" y="170982"/>
                  <a:pt x="2995301" y="171278"/>
                  <a:pt x="2995538" y="171633"/>
                </a:cubicBezTo>
                <a:lnTo>
                  <a:pt x="3004363" y="186913"/>
                </a:lnTo>
                <a:cubicBezTo>
                  <a:pt x="3004600" y="187269"/>
                  <a:pt x="3004600" y="187802"/>
                  <a:pt x="3004363" y="188157"/>
                </a:cubicBezTo>
                <a:lnTo>
                  <a:pt x="2995538" y="203437"/>
                </a:lnTo>
                <a:cubicBezTo>
                  <a:pt x="2995301" y="203852"/>
                  <a:pt x="2994887" y="204089"/>
                  <a:pt x="2994472" y="204089"/>
                </a:cubicBezTo>
                <a:lnTo>
                  <a:pt x="2976823" y="204089"/>
                </a:lnTo>
                <a:cubicBezTo>
                  <a:pt x="2976409" y="204089"/>
                  <a:pt x="2975994" y="203793"/>
                  <a:pt x="2975757" y="203437"/>
                </a:cubicBezTo>
                <a:lnTo>
                  <a:pt x="2966933" y="188157"/>
                </a:lnTo>
                <a:cubicBezTo>
                  <a:pt x="2966696" y="187802"/>
                  <a:pt x="2966696" y="187269"/>
                  <a:pt x="2966933" y="186913"/>
                </a:cubicBezTo>
                <a:lnTo>
                  <a:pt x="2975757" y="171633"/>
                </a:lnTo>
                <a:cubicBezTo>
                  <a:pt x="2975994" y="171219"/>
                  <a:pt x="2976409" y="170982"/>
                  <a:pt x="2976823" y="170982"/>
                </a:cubicBezTo>
                <a:close/>
                <a:moveTo>
                  <a:pt x="3043393" y="168969"/>
                </a:moveTo>
                <a:lnTo>
                  <a:pt x="3063174" y="168969"/>
                </a:lnTo>
                <a:cubicBezTo>
                  <a:pt x="3063648" y="168969"/>
                  <a:pt x="3064122" y="169265"/>
                  <a:pt x="3064359" y="169680"/>
                </a:cubicBezTo>
                <a:lnTo>
                  <a:pt x="3074249" y="186796"/>
                </a:lnTo>
                <a:cubicBezTo>
                  <a:pt x="3074486" y="187270"/>
                  <a:pt x="3074486" y="187803"/>
                  <a:pt x="3074249" y="188217"/>
                </a:cubicBezTo>
                <a:lnTo>
                  <a:pt x="3064359" y="205333"/>
                </a:lnTo>
                <a:cubicBezTo>
                  <a:pt x="3064122" y="205748"/>
                  <a:pt x="3063648" y="206044"/>
                  <a:pt x="3063174" y="206044"/>
                </a:cubicBezTo>
                <a:lnTo>
                  <a:pt x="3043393" y="206044"/>
                </a:lnTo>
                <a:cubicBezTo>
                  <a:pt x="3042919" y="206044"/>
                  <a:pt x="3042445" y="205748"/>
                  <a:pt x="3042208" y="205333"/>
                </a:cubicBezTo>
                <a:lnTo>
                  <a:pt x="3032318" y="188217"/>
                </a:lnTo>
                <a:cubicBezTo>
                  <a:pt x="3032081" y="187743"/>
                  <a:pt x="3032081" y="187210"/>
                  <a:pt x="3032318" y="186796"/>
                </a:cubicBezTo>
                <a:lnTo>
                  <a:pt x="3042208" y="169680"/>
                </a:lnTo>
                <a:cubicBezTo>
                  <a:pt x="3042445" y="169265"/>
                  <a:pt x="3042919" y="168969"/>
                  <a:pt x="3043393" y="168969"/>
                </a:cubicBezTo>
                <a:close/>
                <a:moveTo>
                  <a:pt x="3110258" y="167547"/>
                </a:moveTo>
                <a:lnTo>
                  <a:pt x="3131579" y="167547"/>
                </a:lnTo>
                <a:cubicBezTo>
                  <a:pt x="3132112" y="167547"/>
                  <a:pt x="3132586" y="167843"/>
                  <a:pt x="3132882" y="168317"/>
                </a:cubicBezTo>
                <a:lnTo>
                  <a:pt x="3143542" y="186795"/>
                </a:lnTo>
                <a:cubicBezTo>
                  <a:pt x="3143838" y="187210"/>
                  <a:pt x="3143838" y="187802"/>
                  <a:pt x="3143542" y="188276"/>
                </a:cubicBezTo>
                <a:lnTo>
                  <a:pt x="3132882" y="206754"/>
                </a:lnTo>
                <a:cubicBezTo>
                  <a:pt x="3132586" y="207228"/>
                  <a:pt x="3132112" y="207524"/>
                  <a:pt x="3131579" y="207524"/>
                </a:cubicBezTo>
                <a:lnTo>
                  <a:pt x="3110258" y="207524"/>
                </a:lnTo>
                <a:cubicBezTo>
                  <a:pt x="3109724" y="207524"/>
                  <a:pt x="3109251" y="207228"/>
                  <a:pt x="3108954" y="206754"/>
                </a:cubicBezTo>
                <a:lnTo>
                  <a:pt x="3098294" y="188276"/>
                </a:lnTo>
                <a:cubicBezTo>
                  <a:pt x="3097998" y="187861"/>
                  <a:pt x="3097998" y="187269"/>
                  <a:pt x="3098294" y="186795"/>
                </a:cubicBezTo>
                <a:lnTo>
                  <a:pt x="3108954" y="168317"/>
                </a:lnTo>
                <a:cubicBezTo>
                  <a:pt x="3109251" y="167843"/>
                  <a:pt x="3109724" y="167547"/>
                  <a:pt x="3110258" y="167547"/>
                </a:cubicBezTo>
                <a:close/>
                <a:moveTo>
                  <a:pt x="5145587" y="121056"/>
                </a:moveTo>
                <a:lnTo>
                  <a:pt x="5153996" y="121056"/>
                </a:lnTo>
                <a:cubicBezTo>
                  <a:pt x="5154234" y="121056"/>
                  <a:pt x="5154530" y="121352"/>
                  <a:pt x="5154530" y="121352"/>
                </a:cubicBezTo>
                <a:lnTo>
                  <a:pt x="5158735" y="128637"/>
                </a:lnTo>
                <a:cubicBezTo>
                  <a:pt x="5158853" y="128814"/>
                  <a:pt x="5158735" y="129229"/>
                  <a:pt x="5158735" y="129229"/>
                </a:cubicBezTo>
                <a:lnTo>
                  <a:pt x="5154530" y="136514"/>
                </a:lnTo>
                <a:cubicBezTo>
                  <a:pt x="5154411" y="136692"/>
                  <a:pt x="5153996" y="136810"/>
                  <a:pt x="5153996" y="136810"/>
                </a:cubicBezTo>
                <a:lnTo>
                  <a:pt x="5145587" y="136810"/>
                </a:lnTo>
                <a:cubicBezTo>
                  <a:pt x="5145350" y="136810"/>
                  <a:pt x="5145053" y="136514"/>
                  <a:pt x="5145053" y="136514"/>
                </a:cubicBezTo>
                <a:lnTo>
                  <a:pt x="5140849" y="129229"/>
                </a:lnTo>
                <a:cubicBezTo>
                  <a:pt x="5140730" y="129051"/>
                  <a:pt x="5140849" y="128637"/>
                  <a:pt x="5140849" y="128637"/>
                </a:cubicBezTo>
                <a:lnTo>
                  <a:pt x="5145053" y="121352"/>
                </a:lnTo>
                <a:cubicBezTo>
                  <a:pt x="5145172" y="121175"/>
                  <a:pt x="5145587" y="121056"/>
                  <a:pt x="5145587" y="121056"/>
                </a:cubicBezTo>
                <a:close/>
                <a:moveTo>
                  <a:pt x="4806643" y="119397"/>
                </a:moveTo>
                <a:lnTo>
                  <a:pt x="4816770" y="119397"/>
                </a:lnTo>
                <a:cubicBezTo>
                  <a:pt x="4817007" y="119397"/>
                  <a:pt x="4817362" y="119752"/>
                  <a:pt x="4817362" y="119752"/>
                </a:cubicBezTo>
                <a:lnTo>
                  <a:pt x="4822455" y="128577"/>
                </a:lnTo>
                <a:cubicBezTo>
                  <a:pt x="4822574" y="128814"/>
                  <a:pt x="4822455" y="129288"/>
                  <a:pt x="4822455" y="129288"/>
                </a:cubicBezTo>
                <a:lnTo>
                  <a:pt x="4817362" y="138112"/>
                </a:lnTo>
                <a:cubicBezTo>
                  <a:pt x="4817244" y="138349"/>
                  <a:pt x="4816770" y="138467"/>
                  <a:pt x="4816770" y="138467"/>
                </a:cubicBezTo>
                <a:lnTo>
                  <a:pt x="4806643" y="138467"/>
                </a:lnTo>
                <a:cubicBezTo>
                  <a:pt x="4806406" y="138467"/>
                  <a:pt x="4806050" y="138112"/>
                  <a:pt x="4806050" y="138112"/>
                </a:cubicBezTo>
                <a:lnTo>
                  <a:pt x="4800957" y="129288"/>
                </a:lnTo>
                <a:cubicBezTo>
                  <a:pt x="4800838" y="129051"/>
                  <a:pt x="4800957" y="128577"/>
                  <a:pt x="4800957" y="128577"/>
                </a:cubicBezTo>
                <a:lnTo>
                  <a:pt x="4806050" y="119752"/>
                </a:lnTo>
                <a:cubicBezTo>
                  <a:pt x="4806169" y="119516"/>
                  <a:pt x="4806643" y="119397"/>
                  <a:pt x="4806643" y="119397"/>
                </a:cubicBezTo>
                <a:close/>
                <a:moveTo>
                  <a:pt x="4873211" y="117502"/>
                </a:moveTo>
                <a:lnTo>
                  <a:pt x="4885352" y="117502"/>
                </a:lnTo>
                <a:cubicBezTo>
                  <a:pt x="4885708" y="117502"/>
                  <a:pt x="4886122" y="117916"/>
                  <a:pt x="4886122" y="117916"/>
                </a:cubicBezTo>
                <a:lnTo>
                  <a:pt x="4892163" y="128458"/>
                </a:lnTo>
                <a:cubicBezTo>
                  <a:pt x="4892341" y="128695"/>
                  <a:pt x="4892163" y="129288"/>
                  <a:pt x="4892163" y="129288"/>
                </a:cubicBezTo>
                <a:lnTo>
                  <a:pt x="4886063" y="139830"/>
                </a:lnTo>
                <a:cubicBezTo>
                  <a:pt x="4885885" y="140067"/>
                  <a:pt x="4885589" y="140244"/>
                  <a:pt x="4885293" y="140244"/>
                </a:cubicBezTo>
                <a:lnTo>
                  <a:pt x="4873152" y="140244"/>
                </a:lnTo>
                <a:cubicBezTo>
                  <a:pt x="4872796" y="140244"/>
                  <a:pt x="4872382" y="139830"/>
                  <a:pt x="4872382" y="139830"/>
                </a:cubicBezTo>
                <a:lnTo>
                  <a:pt x="4866341" y="129288"/>
                </a:lnTo>
                <a:cubicBezTo>
                  <a:pt x="4866163" y="129051"/>
                  <a:pt x="4866341" y="128458"/>
                  <a:pt x="4866341" y="128458"/>
                </a:cubicBezTo>
                <a:lnTo>
                  <a:pt x="4872441" y="117916"/>
                </a:lnTo>
                <a:cubicBezTo>
                  <a:pt x="4872619" y="117680"/>
                  <a:pt x="4872915" y="117502"/>
                  <a:pt x="4873211" y="117502"/>
                </a:cubicBezTo>
                <a:close/>
                <a:moveTo>
                  <a:pt x="2979015" y="116495"/>
                </a:moveTo>
                <a:lnTo>
                  <a:pt x="2992282" y="116495"/>
                </a:lnTo>
                <a:cubicBezTo>
                  <a:pt x="2992637" y="116495"/>
                  <a:pt x="2993111" y="116969"/>
                  <a:pt x="2993111" y="116969"/>
                </a:cubicBezTo>
                <a:lnTo>
                  <a:pt x="2999744" y="128458"/>
                </a:lnTo>
                <a:cubicBezTo>
                  <a:pt x="2999922" y="128755"/>
                  <a:pt x="2999744" y="129406"/>
                  <a:pt x="2999744" y="129406"/>
                </a:cubicBezTo>
                <a:lnTo>
                  <a:pt x="2993111" y="140896"/>
                </a:lnTo>
                <a:cubicBezTo>
                  <a:pt x="2992933" y="141192"/>
                  <a:pt x="2992637" y="141370"/>
                  <a:pt x="2992282" y="141370"/>
                </a:cubicBezTo>
                <a:lnTo>
                  <a:pt x="2979015" y="141370"/>
                </a:lnTo>
                <a:cubicBezTo>
                  <a:pt x="2978660" y="141370"/>
                  <a:pt x="2978186" y="140896"/>
                  <a:pt x="2978186" y="140896"/>
                </a:cubicBezTo>
                <a:lnTo>
                  <a:pt x="2971553" y="129406"/>
                </a:lnTo>
                <a:cubicBezTo>
                  <a:pt x="2971375" y="129110"/>
                  <a:pt x="2971553" y="128458"/>
                  <a:pt x="2971553" y="128458"/>
                </a:cubicBezTo>
                <a:lnTo>
                  <a:pt x="2978186" y="116969"/>
                </a:lnTo>
                <a:cubicBezTo>
                  <a:pt x="2978364" y="116673"/>
                  <a:pt x="2978660" y="116495"/>
                  <a:pt x="2979015" y="116495"/>
                </a:cubicBezTo>
                <a:close/>
                <a:moveTo>
                  <a:pt x="4669595" y="116081"/>
                </a:moveTo>
                <a:lnTo>
                  <a:pt x="4683276" y="116081"/>
                </a:lnTo>
                <a:cubicBezTo>
                  <a:pt x="4683631" y="116081"/>
                  <a:pt x="4683927" y="116259"/>
                  <a:pt x="4684105" y="116555"/>
                </a:cubicBezTo>
                <a:lnTo>
                  <a:pt x="4690916" y="128400"/>
                </a:lnTo>
                <a:cubicBezTo>
                  <a:pt x="4691094" y="128696"/>
                  <a:pt x="4691094" y="129051"/>
                  <a:pt x="4690916" y="129348"/>
                </a:cubicBezTo>
                <a:lnTo>
                  <a:pt x="4684046" y="141193"/>
                </a:lnTo>
                <a:cubicBezTo>
                  <a:pt x="4683868" y="141489"/>
                  <a:pt x="4683572" y="141666"/>
                  <a:pt x="4683216" y="141666"/>
                </a:cubicBezTo>
                <a:lnTo>
                  <a:pt x="4669536" y="141666"/>
                </a:lnTo>
                <a:cubicBezTo>
                  <a:pt x="4669180" y="141666"/>
                  <a:pt x="4668884" y="141489"/>
                  <a:pt x="4668706" y="141193"/>
                </a:cubicBezTo>
                <a:lnTo>
                  <a:pt x="4661895" y="129348"/>
                </a:lnTo>
                <a:cubicBezTo>
                  <a:pt x="4661718" y="129051"/>
                  <a:pt x="4661718" y="128696"/>
                  <a:pt x="4661895" y="128400"/>
                </a:cubicBezTo>
                <a:lnTo>
                  <a:pt x="4668766" y="116555"/>
                </a:lnTo>
                <a:cubicBezTo>
                  <a:pt x="4668944" y="116259"/>
                  <a:pt x="4669239" y="116081"/>
                  <a:pt x="4669595" y="116081"/>
                </a:cubicBezTo>
                <a:close/>
                <a:moveTo>
                  <a:pt x="4601428" y="115133"/>
                </a:moveTo>
                <a:lnTo>
                  <a:pt x="4616115" y="115133"/>
                </a:lnTo>
                <a:cubicBezTo>
                  <a:pt x="4616470" y="115133"/>
                  <a:pt x="4616826" y="115370"/>
                  <a:pt x="4617004" y="115666"/>
                </a:cubicBezTo>
                <a:lnTo>
                  <a:pt x="4624348" y="128400"/>
                </a:lnTo>
                <a:cubicBezTo>
                  <a:pt x="4624526" y="128755"/>
                  <a:pt x="4624526" y="129169"/>
                  <a:pt x="4624348" y="129466"/>
                </a:cubicBezTo>
                <a:lnTo>
                  <a:pt x="4617004" y="142199"/>
                </a:lnTo>
                <a:cubicBezTo>
                  <a:pt x="4616826" y="142554"/>
                  <a:pt x="4616470" y="142732"/>
                  <a:pt x="4616115" y="142732"/>
                </a:cubicBezTo>
                <a:lnTo>
                  <a:pt x="4601428" y="142732"/>
                </a:lnTo>
                <a:cubicBezTo>
                  <a:pt x="4601072" y="142732"/>
                  <a:pt x="4600717" y="142495"/>
                  <a:pt x="4600539" y="142199"/>
                </a:cubicBezTo>
                <a:lnTo>
                  <a:pt x="4593195" y="129466"/>
                </a:lnTo>
                <a:cubicBezTo>
                  <a:pt x="4593018" y="129110"/>
                  <a:pt x="4593018" y="128696"/>
                  <a:pt x="4593195" y="128400"/>
                </a:cubicBezTo>
                <a:lnTo>
                  <a:pt x="4600539" y="115666"/>
                </a:lnTo>
                <a:cubicBezTo>
                  <a:pt x="4600717" y="115311"/>
                  <a:pt x="4601072" y="115133"/>
                  <a:pt x="4601428" y="115133"/>
                </a:cubicBezTo>
                <a:close/>
                <a:moveTo>
                  <a:pt x="4939543" y="115015"/>
                </a:moveTo>
                <a:lnTo>
                  <a:pt x="4954349" y="115015"/>
                </a:lnTo>
                <a:cubicBezTo>
                  <a:pt x="4954705" y="115015"/>
                  <a:pt x="4955060" y="115252"/>
                  <a:pt x="4955238" y="115548"/>
                </a:cubicBezTo>
                <a:lnTo>
                  <a:pt x="4962641" y="128341"/>
                </a:lnTo>
                <a:cubicBezTo>
                  <a:pt x="4962819" y="128696"/>
                  <a:pt x="4962819" y="129111"/>
                  <a:pt x="4962641" y="129407"/>
                </a:cubicBezTo>
                <a:lnTo>
                  <a:pt x="4955238" y="142199"/>
                </a:lnTo>
                <a:cubicBezTo>
                  <a:pt x="4955060" y="142555"/>
                  <a:pt x="4954705" y="142732"/>
                  <a:pt x="4954349" y="142732"/>
                </a:cubicBezTo>
                <a:lnTo>
                  <a:pt x="4939543" y="142732"/>
                </a:lnTo>
                <a:cubicBezTo>
                  <a:pt x="4939187" y="142732"/>
                  <a:pt x="4938832" y="142495"/>
                  <a:pt x="4938655" y="142199"/>
                </a:cubicBezTo>
                <a:lnTo>
                  <a:pt x="4931251" y="129407"/>
                </a:lnTo>
                <a:cubicBezTo>
                  <a:pt x="4931074" y="129051"/>
                  <a:pt x="4931074" y="128637"/>
                  <a:pt x="4931251" y="128341"/>
                </a:cubicBezTo>
                <a:lnTo>
                  <a:pt x="4938655" y="115548"/>
                </a:lnTo>
                <a:cubicBezTo>
                  <a:pt x="4938832" y="115193"/>
                  <a:pt x="4939187" y="115015"/>
                  <a:pt x="4939543" y="115015"/>
                </a:cubicBezTo>
                <a:close/>
                <a:moveTo>
                  <a:pt x="2910551" y="114837"/>
                </a:moveTo>
                <a:lnTo>
                  <a:pt x="2925535" y="114837"/>
                </a:lnTo>
                <a:cubicBezTo>
                  <a:pt x="2925890" y="114837"/>
                  <a:pt x="2926246" y="115015"/>
                  <a:pt x="2926424" y="115370"/>
                </a:cubicBezTo>
                <a:lnTo>
                  <a:pt x="2933945" y="128400"/>
                </a:lnTo>
                <a:cubicBezTo>
                  <a:pt x="2934123" y="128755"/>
                  <a:pt x="2934123" y="129110"/>
                  <a:pt x="2933945" y="129466"/>
                </a:cubicBezTo>
                <a:lnTo>
                  <a:pt x="2926424" y="142495"/>
                </a:lnTo>
                <a:cubicBezTo>
                  <a:pt x="2926246" y="142851"/>
                  <a:pt x="2925890" y="143028"/>
                  <a:pt x="2925535" y="143028"/>
                </a:cubicBezTo>
                <a:lnTo>
                  <a:pt x="2910551" y="143028"/>
                </a:lnTo>
                <a:cubicBezTo>
                  <a:pt x="2910196" y="143028"/>
                  <a:pt x="2909840" y="142851"/>
                  <a:pt x="2909663" y="142495"/>
                </a:cubicBezTo>
                <a:lnTo>
                  <a:pt x="2902141" y="129466"/>
                </a:lnTo>
                <a:cubicBezTo>
                  <a:pt x="2901964" y="129110"/>
                  <a:pt x="2901964" y="128755"/>
                  <a:pt x="2902141" y="128400"/>
                </a:cubicBezTo>
                <a:lnTo>
                  <a:pt x="2909663" y="115370"/>
                </a:lnTo>
                <a:cubicBezTo>
                  <a:pt x="2909840" y="115015"/>
                  <a:pt x="2910196" y="114837"/>
                  <a:pt x="2910551" y="114837"/>
                </a:cubicBezTo>
                <a:close/>
                <a:moveTo>
                  <a:pt x="4736401" y="114541"/>
                </a:moveTo>
                <a:lnTo>
                  <a:pt x="4751741" y="114541"/>
                </a:lnTo>
                <a:cubicBezTo>
                  <a:pt x="4752155" y="114541"/>
                  <a:pt x="4752511" y="114719"/>
                  <a:pt x="4752688" y="115074"/>
                </a:cubicBezTo>
                <a:lnTo>
                  <a:pt x="4760328" y="128340"/>
                </a:lnTo>
                <a:cubicBezTo>
                  <a:pt x="4760506" y="128636"/>
                  <a:pt x="4760506" y="129051"/>
                  <a:pt x="4760328" y="129406"/>
                </a:cubicBezTo>
                <a:lnTo>
                  <a:pt x="4752629" y="142673"/>
                </a:lnTo>
                <a:cubicBezTo>
                  <a:pt x="4752392" y="142969"/>
                  <a:pt x="4752037" y="143206"/>
                  <a:pt x="4751682" y="143206"/>
                </a:cubicBezTo>
                <a:lnTo>
                  <a:pt x="4736342" y="143206"/>
                </a:lnTo>
                <a:cubicBezTo>
                  <a:pt x="4735927" y="143206"/>
                  <a:pt x="4735573" y="143028"/>
                  <a:pt x="4735395" y="142673"/>
                </a:cubicBezTo>
                <a:lnTo>
                  <a:pt x="4727754" y="129406"/>
                </a:lnTo>
                <a:cubicBezTo>
                  <a:pt x="4727577" y="129110"/>
                  <a:pt x="4727577" y="128696"/>
                  <a:pt x="4727754" y="128340"/>
                </a:cubicBezTo>
                <a:lnTo>
                  <a:pt x="4735454" y="115074"/>
                </a:lnTo>
                <a:cubicBezTo>
                  <a:pt x="4735690" y="114778"/>
                  <a:pt x="4736046" y="114541"/>
                  <a:pt x="4736401" y="114541"/>
                </a:cubicBezTo>
                <a:close/>
                <a:moveTo>
                  <a:pt x="5006645" y="114126"/>
                </a:moveTo>
                <a:lnTo>
                  <a:pt x="5022459" y="114126"/>
                </a:lnTo>
                <a:cubicBezTo>
                  <a:pt x="5022814" y="114126"/>
                  <a:pt x="5023229" y="114304"/>
                  <a:pt x="5023406" y="114659"/>
                </a:cubicBezTo>
                <a:lnTo>
                  <a:pt x="5031283" y="128340"/>
                </a:lnTo>
                <a:cubicBezTo>
                  <a:pt x="5031461" y="128695"/>
                  <a:pt x="5031461" y="129110"/>
                  <a:pt x="5031283" y="129465"/>
                </a:cubicBezTo>
                <a:lnTo>
                  <a:pt x="5023406" y="143146"/>
                </a:lnTo>
                <a:cubicBezTo>
                  <a:pt x="5023229" y="143442"/>
                  <a:pt x="5022873" y="143679"/>
                  <a:pt x="5022459" y="143679"/>
                </a:cubicBezTo>
                <a:lnTo>
                  <a:pt x="5006645" y="143679"/>
                </a:lnTo>
                <a:cubicBezTo>
                  <a:pt x="5006290" y="143679"/>
                  <a:pt x="5005875" y="143502"/>
                  <a:pt x="5005698" y="143146"/>
                </a:cubicBezTo>
                <a:lnTo>
                  <a:pt x="4997821" y="129465"/>
                </a:lnTo>
                <a:cubicBezTo>
                  <a:pt x="4997644" y="129110"/>
                  <a:pt x="4997644" y="128695"/>
                  <a:pt x="4997821" y="128340"/>
                </a:cubicBezTo>
                <a:lnTo>
                  <a:pt x="5005698" y="114659"/>
                </a:lnTo>
                <a:cubicBezTo>
                  <a:pt x="5005875" y="114363"/>
                  <a:pt x="5006231" y="114126"/>
                  <a:pt x="5006645" y="114126"/>
                </a:cubicBezTo>
                <a:close/>
                <a:moveTo>
                  <a:pt x="5073748" y="113060"/>
                </a:moveTo>
                <a:lnTo>
                  <a:pt x="5090627" y="113060"/>
                </a:lnTo>
                <a:cubicBezTo>
                  <a:pt x="5091041" y="113060"/>
                  <a:pt x="5091397" y="113297"/>
                  <a:pt x="5091634" y="113652"/>
                </a:cubicBezTo>
                <a:lnTo>
                  <a:pt x="5100043" y="128281"/>
                </a:lnTo>
                <a:cubicBezTo>
                  <a:pt x="5100280" y="128636"/>
                  <a:pt x="5100280" y="129110"/>
                  <a:pt x="5100043" y="129465"/>
                </a:cubicBezTo>
                <a:lnTo>
                  <a:pt x="5091575" y="144094"/>
                </a:lnTo>
                <a:cubicBezTo>
                  <a:pt x="5091397" y="144449"/>
                  <a:pt x="5090982" y="144686"/>
                  <a:pt x="5090567" y="144686"/>
                </a:cubicBezTo>
                <a:lnTo>
                  <a:pt x="5073688" y="144686"/>
                </a:lnTo>
                <a:cubicBezTo>
                  <a:pt x="5073273" y="144686"/>
                  <a:pt x="5072918" y="144449"/>
                  <a:pt x="5072681" y="144094"/>
                </a:cubicBezTo>
                <a:lnTo>
                  <a:pt x="5064272" y="129465"/>
                </a:lnTo>
                <a:cubicBezTo>
                  <a:pt x="5064035" y="129110"/>
                  <a:pt x="5064035" y="128636"/>
                  <a:pt x="5064272" y="128281"/>
                </a:cubicBezTo>
                <a:lnTo>
                  <a:pt x="5072741" y="113652"/>
                </a:lnTo>
                <a:cubicBezTo>
                  <a:pt x="5072918" y="113297"/>
                  <a:pt x="5073333" y="113060"/>
                  <a:pt x="5073748" y="113060"/>
                </a:cubicBezTo>
                <a:close/>
                <a:moveTo>
                  <a:pt x="3044577" y="112646"/>
                </a:moveTo>
                <a:lnTo>
                  <a:pt x="3061930" y="112646"/>
                </a:lnTo>
                <a:cubicBezTo>
                  <a:pt x="3062345" y="112646"/>
                  <a:pt x="3062760" y="112883"/>
                  <a:pt x="3062997" y="113238"/>
                </a:cubicBezTo>
                <a:lnTo>
                  <a:pt x="3071643" y="128222"/>
                </a:lnTo>
                <a:cubicBezTo>
                  <a:pt x="3071881" y="128637"/>
                  <a:pt x="3071881" y="129111"/>
                  <a:pt x="3071643" y="129466"/>
                </a:cubicBezTo>
                <a:lnTo>
                  <a:pt x="3062997" y="144450"/>
                </a:lnTo>
                <a:cubicBezTo>
                  <a:pt x="3062760" y="144805"/>
                  <a:pt x="3062345" y="145042"/>
                  <a:pt x="3061930" y="145042"/>
                </a:cubicBezTo>
                <a:lnTo>
                  <a:pt x="3044577" y="145042"/>
                </a:lnTo>
                <a:cubicBezTo>
                  <a:pt x="3044163" y="145042"/>
                  <a:pt x="3043749" y="144805"/>
                  <a:pt x="3043511" y="144450"/>
                </a:cubicBezTo>
                <a:lnTo>
                  <a:pt x="3034865" y="129466"/>
                </a:lnTo>
                <a:cubicBezTo>
                  <a:pt x="3034628" y="129051"/>
                  <a:pt x="3034628" y="128578"/>
                  <a:pt x="3034865" y="128222"/>
                </a:cubicBezTo>
                <a:lnTo>
                  <a:pt x="3043511" y="113238"/>
                </a:lnTo>
                <a:cubicBezTo>
                  <a:pt x="3043749" y="112883"/>
                  <a:pt x="3044163" y="112646"/>
                  <a:pt x="3044577" y="112646"/>
                </a:cubicBezTo>
                <a:close/>
                <a:moveTo>
                  <a:pt x="3111798" y="111757"/>
                </a:moveTo>
                <a:lnTo>
                  <a:pt x="3130098" y="111757"/>
                </a:lnTo>
                <a:cubicBezTo>
                  <a:pt x="3130572" y="111757"/>
                  <a:pt x="3130987" y="111994"/>
                  <a:pt x="3131224" y="112408"/>
                </a:cubicBezTo>
                <a:lnTo>
                  <a:pt x="3140403" y="128281"/>
                </a:lnTo>
                <a:cubicBezTo>
                  <a:pt x="3140641" y="128695"/>
                  <a:pt x="3140641" y="129169"/>
                  <a:pt x="3140403" y="129584"/>
                </a:cubicBezTo>
                <a:lnTo>
                  <a:pt x="3131224" y="145456"/>
                </a:lnTo>
                <a:cubicBezTo>
                  <a:pt x="3130987" y="145871"/>
                  <a:pt x="3130572" y="146107"/>
                  <a:pt x="3130098" y="146107"/>
                </a:cubicBezTo>
                <a:lnTo>
                  <a:pt x="3111798" y="146107"/>
                </a:lnTo>
                <a:cubicBezTo>
                  <a:pt x="3111324" y="146107"/>
                  <a:pt x="3110909" y="145871"/>
                  <a:pt x="3110673" y="145456"/>
                </a:cubicBezTo>
                <a:lnTo>
                  <a:pt x="3101493" y="129584"/>
                </a:lnTo>
                <a:cubicBezTo>
                  <a:pt x="3101256" y="129169"/>
                  <a:pt x="3101256" y="128695"/>
                  <a:pt x="3101493" y="128281"/>
                </a:cubicBezTo>
                <a:lnTo>
                  <a:pt x="3110673" y="112408"/>
                </a:lnTo>
                <a:cubicBezTo>
                  <a:pt x="3110909" y="111994"/>
                  <a:pt x="3111324" y="111757"/>
                  <a:pt x="3111798" y="111757"/>
                </a:cubicBezTo>
                <a:close/>
                <a:moveTo>
                  <a:pt x="4807471" y="62423"/>
                </a:moveTo>
                <a:lnTo>
                  <a:pt x="4815881" y="62423"/>
                </a:lnTo>
                <a:cubicBezTo>
                  <a:pt x="4816119" y="62423"/>
                  <a:pt x="4816414" y="62719"/>
                  <a:pt x="4816414" y="62719"/>
                </a:cubicBezTo>
                <a:lnTo>
                  <a:pt x="4820620" y="70004"/>
                </a:lnTo>
                <a:cubicBezTo>
                  <a:pt x="4820738" y="70181"/>
                  <a:pt x="4820620" y="70596"/>
                  <a:pt x="4820620" y="70596"/>
                </a:cubicBezTo>
                <a:lnTo>
                  <a:pt x="4816414" y="77881"/>
                </a:lnTo>
                <a:cubicBezTo>
                  <a:pt x="4816296" y="78059"/>
                  <a:pt x="4815881" y="78177"/>
                  <a:pt x="4815881" y="78177"/>
                </a:cubicBezTo>
                <a:lnTo>
                  <a:pt x="4807471" y="78177"/>
                </a:lnTo>
                <a:cubicBezTo>
                  <a:pt x="4807235" y="78177"/>
                  <a:pt x="4806938" y="77881"/>
                  <a:pt x="4806938" y="77881"/>
                </a:cubicBezTo>
                <a:lnTo>
                  <a:pt x="4802734" y="70596"/>
                </a:lnTo>
                <a:cubicBezTo>
                  <a:pt x="4802615" y="70418"/>
                  <a:pt x="4802734" y="70004"/>
                  <a:pt x="4802734" y="70004"/>
                </a:cubicBezTo>
                <a:lnTo>
                  <a:pt x="4806938" y="62719"/>
                </a:lnTo>
                <a:cubicBezTo>
                  <a:pt x="4807057" y="62541"/>
                  <a:pt x="4807471" y="62423"/>
                  <a:pt x="4807471" y="62423"/>
                </a:cubicBezTo>
                <a:close/>
                <a:moveTo>
                  <a:pt x="4873211" y="58928"/>
                </a:moveTo>
                <a:lnTo>
                  <a:pt x="4885352" y="58928"/>
                </a:lnTo>
                <a:cubicBezTo>
                  <a:pt x="4885708" y="58928"/>
                  <a:pt x="4886122" y="59343"/>
                  <a:pt x="4886122" y="59343"/>
                </a:cubicBezTo>
                <a:lnTo>
                  <a:pt x="4892163" y="69885"/>
                </a:lnTo>
                <a:cubicBezTo>
                  <a:pt x="4892341" y="70122"/>
                  <a:pt x="4892163" y="70714"/>
                  <a:pt x="4892163" y="70714"/>
                </a:cubicBezTo>
                <a:lnTo>
                  <a:pt x="4886063" y="81256"/>
                </a:lnTo>
                <a:cubicBezTo>
                  <a:pt x="4885885" y="81493"/>
                  <a:pt x="4885589" y="81670"/>
                  <a:pt x="4885293" y="81670"/>
                </a:cubicBezTo>
                <a:lnTo>
                  <a:pt x="4873152" y="81670"/>
                </a:lnTo>
                <a:cubicBezTo>
                  <a:pt x="4872796" y="81670"/>
                  <a:pt x="4872382" y="81256"/>
                  <a:pt x="4872382" y="81256"/>
                </a:cubicBezTo>
                <a:lnTo>
                  <a:pt x="4866341" y="70714"/>
                </a:lnTo>
                <a:cubicBezTo>
                  <a:pt x="4866163" y="70477"/>
                  <a:pt x="4866341" y="69885"/>
                  <a:pt x="4866341" y="69885"/>
                </a:cubicBezTo>
                <a:lnTo>
                  <a:pt x="4872441" y="59343"/>
                </a:lnTo>
                <a:cubicBezTo>
                  <a:pt x="4872619" y="59106"/>
                  <a:pt x="4872915" y="58928"/>
                  <a:pt x="4873211" y="58928"/>
                </a:cubicBezTo>
                <a:close/>
                <a:moveTo>
                  <a:pt x="4737822" y="58693"/>
                </a:moveTo>
                <a:lnTo>
                  <a:pt x="4750200" y="58693"/>
                </a:lnTo>
                <a:cubicBezTo>
                  <a:pt x="4750496" y="58693"/>
                  <a:pt x="4750970" y="59108"/>
                  <a:pt x="4750970" y="59108"/>
                </a:cubicBezTo>
                <a:lnTo>
                  <a:pt x="4757129" y="69826"/>
                </a:lnTo>
                <a:cubicBezTo>
                  <a:pt x="4757307" y="70122"/>
                  <a:pt x="4757129" y="70716"/>
                  <a:pt x="4757129" y="70716"/>
                </a:cubicBezTo>
                <a:lnTo>
                  <a:pt x="4750970" y="81434"/>
                </a:lnTo>
                <a:cubicBezTo>
                  <a:pt x="4750793" y="81671"/>
                  <a:pt x="4750496" y="81850"/>
                  <a:pt x="4750200" y="81850"/>
                </a:cubicBezTo>
                <a:lnTo>
                  <a:pt x="4737822" y="81850"/>
                </a:lnTo>
                <a:cubicBezTo>
                  <a:pt x="4737526" y="81850"/>
                  <a:pt x="4737053" y="81434"/>
                  <a:pt x="4737053" y="81434"/>
                </a:cubicBezTo>
                <a:lnTo>
                  <a:pt x="4730893" y="70716"/>
                </a:lnTo>
                <a:cubicBezTo>
                  <a:pt x="4730715" y="70420"/>
                  <a:pt x="4730893" y="69826"/>
                  <a:pt x="4730893" y="69826"/>
                </a:cubicBezTo>
                <a:lnTo>
                  <a:pt x="4737053" y="59108"/>
                </a:lnTo>
                <a:cubicBezTo>
                  <a:pt x="4737230" y="58871"/>
                  <a:pt x="4737526" y="58693"/>
                  <a:pt x="4737822" y="58693"/>
                </a:cubicBezTo>
                <a:close/>
                <a:moveTo>
                  <a:pt x="3114225" y="57746"/>
                </a:moveTo>
                <a:lnTo>
                  <a:pt x="3127610" y="57746"/>
                </a:lnTo>
                <a:cubicBezTo>
                  <a:pt x="3127966" y="57746"/>
                  <a:pt x="3128440" y="58226"/>
                  <a:pt x="3128440" y="58226"/>
                </a:cubicBezTo>
                <a:lnTo>
                  <a:pt x="3135132" y="69769"/>
                </a:lnTo>
                <a:cubicBezTo>
                  <a:pt x="3135310" y="70071"/>
                  <a:pt x="3135132" y="70719"/>
                  <a:pt x="3135132" y="70719"/>
                </a:cubicBezTo>
                <a:lnTo>
                  <a:pt x="3128440" y="82272"/>
                </a:lnTo>
                <a:cubicBezTo>
                  <a:pt x="3128262" y="82564"/>
                  <a:pt x="3127966" y="82740"/>
                  <a:pt x="3127610" y="82740"/>
                </a:cubicBezTo>
                <a:lnTo>
                  <a:pt x="3114225" y="82740"/>
                </a:lnTo>
                <a:cubicBezTo>
                  <a:pt x="3113870" y="82740"/>
                  <a:pt x="3113396" y="82272"/>
                  <a:pt x="3113396" y="82272"/>
                </a:cubicBezTo>
                <a:lnTo>
                  <a:pt x="3106704" y="70719"/>
                </a:lnTo>
                <a:cubicBezTo>
                  <a:pt x="3106526" y="70426"/>
                  <a:pt x="3106704" y="69769"/>
                  <a:pt x="3106704" y="69769"/>
                </a:cubicBezTo>
                <a:lnTo>
                  <a:pt x="3113396" y="58226"/>
                </a:lnTo>
                <a:cubicBezTo>
                  <a:pt x="3113574" y="57923"/>
                  <a:pt x="3113870" y="57746"/>
                  <a:pt x="3114225" y="57746"/>
                </a:cubicBezTo>
                <a:close/>
                <a:moveTo>
                  <a:pt x="2978660" y="57273"/>
                </a:moveTo>
                <a:lnTo>
                  <a:pt x="2992578" y="57273"/>
                </a:lnTo>
                <a:cubicBezTo>
                  <a:pt x="2992933" y="57273"/>
                  <a:pt x="2993229" y="57451"/>
                  <a:pt x="2993407" y="57747"/>
                </a:cubicBezTo>
                <a:lnTo>
                  <a:pt x="3000336" y="69769"/>
                </a:lnTo>
                <a:cubicBezTo>
                  <a:pt x="3000514" y="70071"/>
                  <a:pt x="3000514" y="70485"/>
                  <a:pt x="3000336" y="70778"/>
                </a:cubicBezTo>
                <a:lnTo>
                  <a:pt x="2993348" y="82799"/>
                </a:lnTo>
                <a:cubicBezTo>
                  <a:pt x="2993170" y="83094"/>
                  <a:pt x="2992874" y="83272"/>
                  <a:pt x="2992519" y="83272"/>
                </a:cubicBezTo>
                <a:lnTo>
                  <a:pt x="2978601" y="83272"/>
                </a:lnTo>
                <a:cubicBezTo>
                  <a:pt x="2978246" y="83272"/>
                  <a:pt x="2977949" y="83094"/>
                  <a:pt x="2977772" y="82799"/>
                </a:cubicBezTo>
                <a:lnTo>
                  <a:pt x="2970842" y="70778"/>
                </a:lnTo>
                <a:cubicBezTo>
                  <a:pt x="2970665" y="70485"/>
                  <a:pt x="2970665" y="70071"/>
                  <a:pt x="2970842" y="69769"/>
                </a:cubicBezTo>
                <a:lnTo>
                  <a:pt x="2977831" y="57747"/>
                </a:lnTo>
                <a:cubicBezTo>
                  <a:pt x="2978008" y="57451"/>
                  <a:pt x="2978304" y="57273"/>
                  <a:pt x="2978660" y="57273"/>
                </a:cubicBezTo>
                <a:close/>
                <a:moveTo>
                  <a:pt x="5007534" y="57152"/>
                </a:moveTo>
                <a:lnTo>
                  <a:pt x="5021570" y="57152"/>
                </a:lnTo>
                <a:cubicBezTo>
                  <a:pt x="5021867" y="57152"/>
                  <a:pt x="5022221" y="57330"/>
                  <a:pt x="5022399" y="57626"/>
                </a:cubicBezTo>
                <a:lnTo>
                  <a:pt x="5029388" y="69767"/>
                </a:lnTo>
                <a:cubicBezTo>
                  <a:pt x="5029565" y="70063"/>
                  <a:pt x="5029565" y="70478"/>
                  <a:pt x="5029388" y="70774"/>
                </a:cubicBezTo>
                <a:lnTo>
                  <a:pt x="5022399" y="82915"/>
                </a:lnTo>
                <a:cubicBezTo>
                  <a:pt x="5022221" y="83211"/>
                  <a:pt x="5021926" y="83389"/>
                  <a:pt x="5021570" y="83389"/>
                </a:cubicBezTo>
                <a:lnTo>
                  <a:pt x="5007534" y="83389"/>
                </a:lnTo>
                <a:cubicBezTo>
                  <a:pt x="5007238" y="83389"/>
                  <a:pt x="5006882" y="83211"/>
                  <a:pt x="5006705" y="82915"/>
                </a:cubicBezTo>
                <a:lnTo>
                  <a:pt x="4999716" y="70774"/>
                </a:lnTo>
                <a:cubicBezTo>
                  <a:pt x="4999539" y="70478"/>
                  <a:pt x="4999539" y="70063"/>
                  <a:pt x="4999716" y="69767"/>
                </a:cubicBezTo>
                <a:lnTo>
                  <a:pt x="5006705" y="57626"/>
                </a:lnTo>
                <a:cubicBezTo>
                  <a:pt x="5006882" y="57330"/>
                  <a:pt x="5007179" y="57152"/>
                  <a:pt x="5007534" y="57152"/>
                </a:cubicBezTo>
                <a:close/>
                <a:moveTo>
                  <a:pt x="4669418" y="57152"/>
                </a:moveTo>
                <a:lnTo>
                  <a:pt x="4683454" y="57152"/>
                </a:lnTo>
                <a:cubicBezTo>
                  <a:pt x="4683751" y="57152"/>
                  <a:pt x="4684106" y="57330"/>
                  <a:pt x="4684284" y="57627"/>
                </a:cubicBezTo>
                <a:lnTo>
                  <a:pt x="4691272" y="69767"/>
                </a:lnTo>
                <a:cubicBezTo>
                  <a:pt x="4691450" y="70063"/>
                  <a:pt x="4691450" y="70479"/>
                  <a:pt x="4691272" y="70775"/>
                </a:cubicBezTo>
                <a:lnTo>
                  <a:pt x="4684284" y="82915"/>
                </a:lnTo>
                <a:cubicBezTo>
                  <a:pt x="4684106" y="83212"/>
                  <a:pt x="4683809" y="83390"/>
                  <a:pt x="4683454" y="83390"/>
                </a:cubicBezTo>
                <a:lnTo>
                  <a:pt x="4669418" y="83390"/>
                </a:lnTo>
                <a:cubicBezTo>
                  <a:pt x="4669122" y="83390"/>
                  <a:pt x="4668767" y="83212"/>
                  <a:pt x="4668589" y="82915"/>
                </a:cubicBezTo>
                <a:lnTo>
                  <a:pt x="4661600" y="70775"/>
                </a:lnTo>
                <a:cubicBezTo>
                  <a:pt x="4661423" y="70479"/>
                  <a:pt x="4661423" y="70063"/>
                  <a:pt x="4661600" y="69767"/>
                </a:cubicBezTo>
                <a:lnTo>
                  <a:pt x="4668589" y="57627"/>
                </a:lnTo>
                <a:cubicBezTo>
                  <a:pt x="4668767" y="57330"/>
                  <a:pt x="4669062" y="57152"/>
                  <a:pt x="4669418" y="57152"/>
                </a:cubicBezTo>
                <a:close/>
                <a:moveTo>
                  <a:pt x="4939721" y="56737"/>
                </a:moveTo>
                <a:lnTo>
                  <a:pt x="4954172" y="56737"/>
                </a:lnTo>
                <a:cubicBezTo>
                  <a:pt x="4954527" y="56737"/>
                  <a:pt x="4954882" y="56974"/>
                  <a:pt x="4955060" y="57270"/>
                </a:cubicBezTo>
                <a:lnTo>
                  <a:pt x="4962286" y="69826"/>
                </a:lnTo>
                <a:cubicBezTo>
                  <a:pt x="4962463" y="70122"/>
                  <a:pt x="4962463" y="70536"/>
                  <a:pt x="4962286" y="70833"/>
                </a:cubicBezTo>
                <a:lnTo>
                  <a:pt x="4955060" y="83388"/>
                </a:lnTo>
                <a:cubicBezTo>
                  <a:pt x="4954882" y="83744"/>
                  <a:pt x="4954527" y="83921"/>
                  <a:pt x="4954172" y="83921"/>
                </a:cubicBezTo>
                <a:lnTo>
                  <a:pt x="4939721" y="83921"/>
                </a:lnTo>
                <a:cubicBezTo>
                  <a:pt x="4939365" y="83921"/>
                  <a:pt x="4939011" y="83684"/>
                  <a:pt x="4938833" y="83388"/>
                </a:cubicBezTo>
                <a:lnTo>
                  <a:pt x="4931607" y="70833"/>
                </a:lnTo>
                <a:cubicBezTo>
                  <a:pt x="4931430" y="70536"/>
                  <a:pt x="4931430" y="70122"/>
                  <a:pt x="4931607" y="69826"/>
                </a:cubicBezTo>
                <a:lnTo>
                  <a:pt x="4938833" y="57270"/>
                </a:lnTo>
                <a:cubicBezTo>
                  <a:pt x="4939011" y="56915"/>
                  <a:pt x="4939365" y="56737"/>
                  <a:pt x="4939721" y="56737"/>
                </a:cubicBezTo>
                <a:close/>
                <a:moveTo>
                  <a:pt x="5074754" y="56323"/>
                </a:moveTo>
                <a:lnTo>
                  <a:pt x="5089678" y="56323"/>
                </a:lnTo>
                <a:cubicBezTo>
                  <a:pt x="5090034" y="56323"/>
                  <a:pt x="5090389" y="56560"/>
                  <a:pt x="5090567" y="56856"/>
                </a:cubicBezTo>
                <a:lnTo>
                  <a:pt x="5098029" y="69767"/>
                </a:lnTo>
                <a:cubicBezTo>
                  <a:pt x="5098207" y="70123"/>
                  <a:pt x="5098207" y="70537"/>
                  <a:pt x="5098029" y="70833"/>
                </a:cubicBezTo>
                <a:lnTo>
                  <a:pt x="5090567" y="83744"/>
                </a:lnTo>
                <a:cubicBezTo>
                  <a:pt x="5090389" y="84101"/>
                  <a:pt x="5090034" y="84277"/>
                  <a:pt x="5089678" y="84277"/>
                </a:cubicBezTo>
                <a:lnTo>
                  <a:pt x="5074754" y="84277"/>
                </a:lnTo>
                <a:cubicBezTo>
                  <a:pt x="5074399" y="84277"/>
                  <a:pt x="5074043" y="84040"/>
                  <a:pt x="5073866" y="83744"/>
                </a:cubicBezTo>
                <a:lnTo>
                  <a:pt x="5066403" y="70833"/>
                </a:lnTo>
                <a:cubicBezTo>
                  <a:pt x="5066226" y="70478"/>
                  <a:pt x="5066226" y="70063"/>
                  <a:pt x="5066403" y="69767"/>
                </a:cubicBezTo>
                <a:lnTo>
                  <a:pt x="5073866" y="56856"/>
                </a:lnTo>
                <a:cubicBezTo>
                  <a:pt x="5074043" y="56501"/>
                  <a:pt x="5074399" y="56323"/>
                  <a:pt x="5074754" y="56323"/>
                </a:cubicBezTo>
                <a:close/>
                <a:moveTo>
                  <a:pt x="3045288" y="55318"/>
                </a:moveTo>
                <a:lnTo>
                  <a:pt x="3061279" y="55318"/>
                </a:lnTo>
                <a:cubicBezTo>
                  <a:pt x="3061634" y="55318"/>
                  <a:pt x="3062049" y="55555"/>
                  <a:pt x="3062227" y="55911"/>
                </a:cubicBezTo>
                <a:lnTo>
                  <a:pt x="3070222" y="69769"/>
                </a:lnTo>
                <a:cubicBezTo>
                  <a:pt x="3070400" y="70131"/>
                  <a:pt x="3070400" y="70543"/>
                  <a:pt x="3070222" y="70896"/>
                </a:cubicBezTo>
                <a:lnTo>
                  <a:pt x="3062227" y="84753"/>
                </a:lnTo>
                <a:cubicBezTo>
                  <a:pt x="3062049" y="85109"/>
                  <a:pt x="3061694" y="85345"/>
                  <a:pt x="3061279" y="85345"/>
                </a:cubicBezTo>
                <a:lnTo>
                  <a:pt x="3045288" y="85345"/>
                </a:lnTo>
                <a:cubicBezTo>
                  <a:pt x="3044933" y="85345"/>
                  <a:pt x="3044518" y="85109"/>
                  <a:pt x="3044341" y="84753"/>
                </a:cubicBezTo>
                <a:lnTo>
                  <a:pt x="3036345" y="70896"/>
                </a:lnTo>
                <a:cubicBezTo>
                  <a:pt x="3036168" y="70543"/>
                  <a:pt x="3036168" y="70131"/>
                  <a:pt x="3036345" y="69769"/>
                </a:cubicBezTo>
                <a:lnTo>
                  <a:pt x="3044341" y="55911"/>
                </a:lnTo>
                <a:cubicBezTo>
                  <a:pt x="3044518" y="55555"/>
                  <a:pt x="3044874" y="55318"/>
                  <a:pt x="3045288" y="55318"/>
                </a:cubicBezTo>
                <a:close/>
                <a:moveTo>
                  <a:pt x="5077656" y="3198"/>
                </a:moveTo>
                <a:lnTo>
                  <a:pt x="5086717" y="3198"/>
                </a:lnTo>
                <a:cubicBezTo>
                  <a:pt x="5086895" y="3198"/>
                  <a:pt x="5087250" y="3494"/>
                  <a:pt x="5087250" y="3494"/>
                </a:cubicBezTo>
                <a:lnTo>
                  <a:pt x="5091751" y="11312"/>
                </a:lnTo>
                <a:cubicBezTo>
                  <a:pt x="5091870" y="11549"/>
                  <a:pt x="5091751" y="11963"/>
                  <a:pt x="5091751" y="11963"/>
                </a:cubicBezTo>
                <a:lnTo>
                  <a:pt x="5087250" y="19781"/>
                </a:lnTo>
                <a:cubicBezTo>
                  <a:pt x="5087132" y="19959"/>
                  <a:pt x="5086717" y="20077"/>
                  <a:pt x="5086717" y="20077"/>
                </a:cubicBezTo>
                <a:lnTo>
                  <a:pt x="5077656" y="20077"/>
                </a:lnTo>
                <a:cubicBezTo>
                  <a:pt x="5077479" y="20077"/>
                  <a:pt x="5077123" y="19781"/>
                  <a:pt x="5077123" y="19781"/>
                </a:cubicBezTo>
                <a:lnTo>
                  <a:pt x="5072622" y="11963"/>
                </a:lnTo>
                <a:cubicBezTo>
                  <a:pt x="5072503" y="11726"/>
                  <a:pt x="5072622" y="11312"/>
                  <a:pt x="5072622" y="11312"/>
                </a:cubicBezTo>
                <a:lnTo>
                  <a:pt x="5077123" y="3494"/>
                </a:lnTo>
                <a:cubicBezTo>
                  <a:pt x="5077241" y="3316"/>
                  <a:pt x="5077656" y="3198"/>
                  <a:pt x="5077656" y="3198"/>
                </a:cubicBezTo>
                <a:close/>
                <a:moveTo>
                  <a:pt x="5009607" y="2368"/>
                </a:moveTo>
                <a:lnTo>
                  <a:pt x="5019557" y="2368"/>
                </a:lnTo>
                <a:cubicBezTo>
                  <a:pt x="5019794" y="2368"/>
                  <a:pt x="5020149" y="2723"/>
                  <a:pt x="5020149" y="2723"/>
                </a:cubicBezTo>
                <a:lnTo>
                  <a:pt x="5025123" y="11311"/>
                </a:lnTo>
                <a:cubicBezTo>
                  <a:pt x="5025242" y="11548"/>
                  <a:pt x="5025123" y="12022"/>
                  <a:pt x="5025123" y="12022"/>
                </a:cubicBezTo>
                <a:lnTo>
                  <a:pt x="5020149" y="20609"/>
                </a:lnTo>
                <a:cubicBezTo>
                  <a:pt x="5020030" y="20846"/>
                  <a:pt x="5019557" y="20965"/>
                  <a:pt x="5019557" y="20965"/>
                </a:cubicBezTo>
                <a:lnTo>
                  <a:pt x="5009607" y="20965"/>
                </a:lnTo>
                <a:cubicBezTo>
                  <a:pt x="5009370" y="20965"/>
                  <a:pt x="5009014" y="20609"/>
                  <a:pt x="5009014" y="20609"/>
                </a:cubicBezTo>
                <a:lnTo>
                  <a:pt x="5004040" y="12022"/>
                </a:lnTo>
                <a:cubicBezTo>
                  <a:pt x="5003921" y="11785"/>
                  <a:pt x="5004040" y="11311"/>
                  <a:pt x="5004040" y="11311"/>
                </a:cubicBezTo>
                <a:lnTo>
                  <a:pt x="5009014" y="2723"/>
                </a:lnTo>
                <a:cubicBezTo>
                  <a:pt x="5009133" y="2486"/>
                  <a:pt x="5009607" y="2368"/>
                  <a:pt x="5009607" y="2368"/>
                </a:cubicBezTo>
                <a:close/>
                <a:moveTo>
                  <a:pt x="4873626" y="1006"/>
                </a:moveTo>
                <a:lnTo>
                  <a:pt x="4884997" y="1006"/>
                </a:lnTo>
                <a:cubicBezTo>
                  <a:pt x="4885293" y="1006"/>
                  <a:pt x="4885708" y="1421"/>
                  <a:pt x="4885708" y="1421"/>
                </a:cubicBezTo>
                <a:lnTo>
                  <a:pt x="4891393" y="11252"/>
                </a:lnTo>
                <a:cubicBezTo>
                  <a:pt x="4891512" y="11548"/>
                  <a:pt x="4891393" y="12081"/>
                  <a:pt x="4891393" y="12081"/>
                </a:cubicBezTo>
                <a:lnTo>
                  <a:pt x="4885708" y="21912"/>
                </a:lnTo>
                <a:cubicBezTo>
                  <a:pt x="4885530" y="22149"/>
                  <a:pt x="4884997" y="22327"/>
                  <a:pt x="4884997" y="22327"/>
                </a:cubicBezTo>
                <a:lnTo>
                  <a:pt x="4873626" y="22327"/>
                </a:lnTo>
                <a:cubicBezTo>
                  <a:pt x="4873329" y="22327"/>
                  <a:pt x="4872915" y="21912"/>
                  <a:pt x="4872915" y="21912"/>
                </a:cubicBezTo>
                <a:lnTo>
                  <a:pt x="4867230" y="12081"/>
                </a:lnTo>
                <a:cubicBezTo>
                  <a:pt x="4867111" y="11785"/>
                  <a:pt x="4867230" y="11252"/>
                  <a:pt x="4867230" y="11252"/>
                </a:cubicBezTo>
                <a:lnTo>
                  <a:pt x="4872915" y="1421"/>
                </a:lnTo>
                <a:cubicBezTo>
                  <a:pt x="4873093" y="1184"/>
                  <a:pt x="4873626" y="1006"/>
                  <a:pt x="4873626" y="1006"/>
                </a:cubicBezTo>
                <a:close/>
                <a:moveTo>
                  <a:pt x="4940846" y="296"/>
                </a:moveTo>
                <a:lnTo>
                  <a:pt x="4952987" y="296"/>
                </a:lnTo>
                <a:cubicBezTo>
                  <a:pt x="4953342" y="296"/>
                  <a:pt x="4953757" y="711"/>
                  <a:pt x="4953757" y="711"/>
                </a:cubicBezTo>
                <a:lnTo>
                  <a:pt x="4959798" y="11253"/>
                </a:lnTo>
                <a:cubicBezTo>
                  <a:pt x="4959975" y="11490"/>
                  <a:pt x="4959798" y="12082"/>
                  <a:pt x="4959798" y="12082"/>
                </a:cubicBezTo>
                <a:lnTo>
                  <a:pt x="4953698" y="22624"/>
                </a:lnTo>
                <a:cubicBezTo>
                  <a:pt x="4953520" y="22861"/>
                  <a:pt x="4953224" y="23038"/>
                  <a:pt x="4952928" y="23038"/>
                </a:cubicBezTo>
                <a:lnTo>
                  <a:pt x="4940786" y="23038"/>
                </a:lnTo>
                <a:cubicBezTo>
                  <a:pt x="4940431" y="23038"/>
                  <a:pt x="4940016" y="22624"/>
                  <a:pt x="4940016" y="22624"/>
                </a:cubicBezTo>
                <a:lnTo>
                  <a:pt x="4933976" y="12082"/>
                </a:lnTo>
                <a:cubicBezTo>
                  <a:pt x="4933798" y="11845"/>
                  <a:pt x="4933976" y="11253"/>
                  <a:pt x="4933976" y="11253"/>
                </a:cubicBezTo>
                <a:lnTo>
                  <a:pt x="4940076" y="711"/>
                </a:lnTo>
                <a:cubicBezTo>
                  <a:pt x="4940254" y="474"/>
                  <a:pt x="4940550" y="296"/>
                  <a:pt x="4940846" y="296"/>
                </a:cubicBezTo>
                <a:close/>
                <a:moveTo>
                  <a:pt x="4805398" y="0"/>
                </a:moveTo>
                <a:lnTo>
                  <a:pt x="4817895" y="0"/>
                </a:lnTo>
                <a:cubicBezTo>
                  <a:pt x="4818191" y="0"/>
                  <a:pt x="4818665" y="415"/>
                  <a:pt x="4818665" y="415"/>
                </a:cubicBezTo>
                <a:lnTo>
                  <a:pt x="4824883" y="11194"/>
                </a:lnTo>
                <a:cubicBezTo>
                  <a:pt x="4825061" y="11490"/>
                  <a:pt x="4824883" y="12082"/>
                  <a:pt x="4824883" y="12082"/>
                </a:cubicBezTo>
                <a:lnTo>
                  <a:pt x="4818665" y="22861"/>
                </a:lnTo>
                <a:cubicBezTo>
                  <a:pt x="4818487" y="23098"/>
                  <a:pt x="4818191" y="23275"/>
                  <a:pt x="4817895" y="23275"/>
                </a:cubicBezTo>
                <a:lnTo>
                  <a:pt x="4805398" y="23275"/>
                </a:lnTo>
                <a:cubicBezTo>
                  <a:pt x="4805103" y="23275"/>
                  <a:pt x="4804628" y="22861"/>
                  <a:pt x="4804628" y="22861"/>
                </a:cubicBezTo>
                <a:lnTo>
                  <a:pt x="4798410" y="12082"/>
                </a:lnTo>
                <a:cubicBezTo>
                  <a:pt x="4798232" y="11786"/>
                  <a:pt x="4798410" y="11194"/>
                  <a:pt x="4798410" y="11194"/>
                </a:cubicBezTo>
                <a:lnTo>
                  <a:pt x="4804628" y="415"/>
                </a:lnTo>
                <a:cubicBezTo>
                  <a:pt x="4804806" y="178"/>
                  <a:pt x="4805103" y="0"/>
                  <a:pt x="4805398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8204480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Piller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9"/>
            <a:ext cx="4857544" cy="1099310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5" y="1895666"/>
            <a:ext cx="2857379" cy="439724"/>
          </a:xfrm>
        </p:spPr>
        <p:txBody>
          <a:bodyPr wrap="square">
            <a:spAutoFit/>
          </a:bodyPr>
          <a:lstStyle>
            <a:lvl1pPr marL="0" indent="0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4" name="Friform 3">
            <a:extLst>
              <a:ext uri="{FF2B5EF4-FFF2-40B4-BE49-F238E27FC236}">
                <a16:creationId xmlns:a16="http://schemas.microsoft.com/office/drawing/2014/main" id="{1DFA19DC-4FE0-548B-FDC9-804F6564D05D}"/>
              </a:ext>
            </a:extLst>
          </p:cNvPr>
          <p:cNvSpPr/>
          <p:nvPr userDrawn="1"/>
        </p:nvSpPr>
        <p:spPr>
          <a:xfrm rot="9900000">
            <a:off x="4369218" y="745824"/>
            <a:ext cx="4158279" cy="3597637"/>
          </a:xfrm>
          <a:custGeom>
            <a:avLst/>
            <a:gdLst>
              <a:gd name="connsiteX0" fmla="*/ 4071579 w 5799173"/>
              <a:gd name="connsiteY0" fmla="*/ 265349 h 5017219"/>
              <a:gd name="connsiteX1" fmla="*/ 4071164 w 5799173"/>
              <a:gd name="connsiteY1" fmla="*/ 265100 h 5017219"/>
              <a:gd name="connsiteX2" fmla="*/ 4067840 w 5799173"/>
              <a:gd name="connsiteY2" fmla="*/ 259285 h 5017219"/>
              <a:gd name="connsiteX3" fmla="*/ 4067841 w 5799173"/>
              <a:gd name="connsiteY3" fmla="*/ 258786 h 5017219"/>
              <a:gd name="connsiteX4" fmla="*/ 4071164 w 5799173"/>
              <a:gd name="connsiteY4" fmla="*/ 252970 h 5017219"/>
              <a:gd name="connsiteX5" fmla="*/ 4071579 w 5799173"/>
              <a:gd name="connsiteY5" fmla="*/ 252721 h 5017219"/>
              <a:gd name="connsiteX6" fmla="*/ 4078309 w 5799173"/>
              <a:gd name="connsiteY6" fmla="*/ 252720 h 5017219"/>
              <a:gd name="connsiteX7" fmla="*/ 4078724 w 5799173"/>
              <a:gd name="connsiteY7" fmla="*/ 252970 h 5017219"/>
              <a:gd name="connsiteX8" fmla="*/ 4082047 w 5799173"/>
              <a:gd name="connsiteY8" fmla="*/ 258786 h 5017219"/>
              <a:gd name="connsiteX9" fmla="*/ 4082046 w 5799173"/>
              <a:gd name="connsiteY9" fmla="*/ 259285 h 5017219"/>
              <a:gd name="connsiteX10" fmla="*/ 4078724 w 5799173"/>
              <a:gd name="connsiteY10" fmla="*/ 265100 h 5017219"/>
              <a:gd name="connsiteX11" fmla="*/ 4078309 w 5799173"/>
              <a:gd name="connsiteY11" fmla="*/ 265349 h 5017219"/>
              <a:gd name="connsiteX12" fmla="*/ 4126439 w 5799173"/>
              <a:gd name="connsiteY12" fmla="*/ 291350 h 5017219"/>
              <a:gd name="connsiteX13" fmla="*/ 4125359 w 5799173"/>
              <a:gd name="connsiteY13" fmla="*/ 290768 h 5017219"/>
              <a:gd name="connsiteX14" fmla="*/ 4116719 w 5799173"/>
              <a:gd name="connsiteY14" fmla="*/ 275814 h 5017219"/>
              <a:gd name="connsiteX15" fmla="*/ 4116719 w 5799173"/>
              <a:gd name="connsiteY15" fmla="*/ 274568 h 5017219"/>
              <a:gd name="connsiteX16" fmla="*/ 4125359 w 5799173"/>
              <a:gd name="connsiteY16" fmla="*/ 259614 h 5017219"/>
              <a:gd name="connsiteX17" fmla="*/ 4126439 w 5799173"/>
              <a:gd name="connsiteY17" fmla="*/ 259033 h 5017219"/>
              <a:gd name="connsiteX18" fmla="*/ 4143719 w 5799173"/>
              <a:gd name="connsiteY18" fmla="*/ 259033 h 5017219"/>
              <a:gd name="connsiteX19" fmla="*/ 4144800 w 5799173"/>
              <a:gd name="connsiteY19" fmla="*/ 259615 h 5017219"/>
              <a:gd name="connsiteX20" fmla="*/ 4153440 w 5799173"/>
              <a:gd name="connsiteY20" fmla="*/ 274568 h 5017219"/>
              <a:gd name="connsiteX21" fmla="*/ 4153440 w 5799173"/>
              <a:gd name="connsiteY21" fmla="*/ 275814 h 5017219"/>
              <a:gd name="connsiteX22" fmla="*/ 4144800 w 5799173"/>
              <a:gd name="connsiteY22" fmla="*/ 290768 h 5017219"/>
              <a:gd name="connsiteX23" fmla="*/ 4143719 w 5799173"/>
              <a:gd name="connsiteY23" fmla="*/ 291350 h 5017219"/>
              <a:gd name="connsiteX24" fmla="*/ 4186398 w 5799173"/>
              <a:gd name="connsiteY24" fmla="*/ 307977 h 5017219"/>
              <a:gd name="connsiteX25" fmla="*/ 4185318 w 5799173"/>
              <a:gd name="connsiteY25" fmla="*/ 307312 h 5017219"/>
              <a:gd name="connsiteX26" fmla="*/ 4176429 w 5799173"/>
              <a:gd name="connsiteY26" fmla="*/ 291860 h 5017219"/>
              <a:gd name="connsiteX27" fmla="*/ 4176429 w 5799173"/>
              <a:gd name="connsiteY27" fmla="*/ 290613 h 5017219"/>
              <a:gd name="connsiteX28" fmla="*/ 4185318 w 5799173"/>
              <a:gd name="connsiteY28" fmla="*/ 275161 h 5017219"/>
              <a:gd name="connsiteX29" fmla="*/ 4186398 w 5799173"/>
              <a:gd name="connsiteY29" fmla="*/ 274496 h 5017219"/>
              <a:gd name="connsiteX30" fmla="*/ 4204177 w 5799173"/>
              <a:gd name="connsiteY30" fmla="*/ 274496 h 5017219"/>
              <a:gd name="connsiteX31" fmla="*/ 4205257 w 5799173"/>
              <a:gd name="connsiteY31" fmla="*/ 275161 h 5017219"/>
              <a:gd name="connsiteX32" fmla="*/ 4214147 w 5799173"/>
              <a:gd name="connsiteY32" fmla="*/ 290613 h 5017219"/>
              <a:gd name="connsiteX33" fmla="*/ 4214147 w 5799173"/>
              <a:gd name="connsiteY33" fmla="*/ 291860 h 5017219"/>
              <a:gd name="connsiteX34" fmla="*/ 4205257 w 5799173"/>
              <a:gd name="connsiteY34" fmla="*/ 307312 h 5017219"/>
              <a:gd name="connsiteX35" fmla="*/ 4204177 w 5799173"/>
              <a:gd name="connsiteY35" fmla="*/ 307977 h 5017219"/>
              <a:gd name="connsiteX36" fmla="*/ 3933408 w 5799173"/>
              <a:gd name="connsiteY36" fmla="*/ 292402 h 5017219"/>
              <a:gd name="connsiteX37" fmla="*/ 3932494 w 5799173"/>
              <a:gd name="connsiteY37" fmla="*/ 291903 h 5017219"/>
              <a:gd name="connsiteX38" fmla="*/ 3925350 w 5799173"/>
              <a:gd name="connsiteY38" fmla="*/ 279441 h 5017219"/>
              <a:gd name="connsiteX39" fmla="*/ 3925350 w 5799173"/>
              <a:gd name="connsiteY39" fmla="*/ 278444 h 5017219"/>
              <a:gd name="connsiteX40" fmla="*/ 3932494 w 5799173"/>
              <a:gd name="connsiteY40" fmla="*/ 265982 h 5017219"/>
              <a:gd name="connsiteX41" fmla="*/ 3933408 w 5799173"/>
              <a:gd name="connsiteY41" fmla="*/ 265484 h 5017219"/>
              <a:gd name="connsiteX42" fmla="*/ 3947781 w 5799173"/>
              <a:gd name="connsiteY42" fmla="*/ 265484 h 5017219"/>
              <a:gd name="connsiteX43" fmla="*/ 3948695 w 5799173"/>
              <a:gd name="connsiteY43" fmla="*/ 265982 h 5017219"/>
              <a:gd name="connsiteX44" fmla="*/ 3955840 w 5799173"/>
              <a:gd name="connsiteY44" fmla="*/ 278444 h 5017219"/>
              <a:gd name="connsiteX45" fmla="*/ 3955840 w 5799173"/>
              <a:gd name="connsiteY45" fmla="*/ 279441 h 5017219"/>
              <a:gd name="connsiteX46" fmla="*/ 3948695 w 5799173"/>
              <a:gd name="connsiteY46" fmla="*/ 291903 h 5017219"/>
              <a:gd name="connsiteX47" fmla="*/ 3947781 w 5799173"/>
              <a:gd name="connsiteY47" fmla="*/ 292402 h 5017219"/>
              <a:gd name="connsiteX48" fmla="*/ 4353955 w 5799173"/>
              <a:gd name="connsiteY48" fmla="*/ 406607 h 5017219"/>
              <a:gd name="connsiteX49" fmla="*/ 4352958 w 5799173"/>
              <a:gd name="connsiteY49" fmla="*/ 406025 h 5017219"/>
              <a:gd name="connsiteX50" fmla="*/ 4345066 w 5799173"/>
              <a:gd name="connsiteY50" fmla="*/ 392400 h 5017219"/>
              <a:gd name="connsiteX51" fmla="*/ 4345066 w 5799173"/>
              <a:gd name="connsiteY51" fmla="*/ 391320 h 5017219"/>
              <a:gd name="connsiteX52" fmla="*/ 4352958 w 5799173"/>
              <a:gd name="connsiteY52" fmla="*/ 377695 h 5017219"/>
              <a:gd name="connsiteX53" fmla="*/ 4353955 w 5799173"/>
              <a:gd name="connsiteY53" fmla="*/ 377113 h 5017219"/>
              <a:gd name="connsiteX54" fmla="*/ 4369740 w 5799173"/>
              <a:gd name="connsiteY54" fmla="*/ 377113 h 5017219"/>
              <a:gd name="connsiteX55" fmla="*/ 4370737 w 5799173"/>
              <a:gd name="connsiteY55" fmla="*/ 377695 h 5017219"/>
              <a:gd name="connsiteX56" fmla="*/ 4378630 w 5799173"/>
              <a:gd name="connsiteY56" fmla="*/ 391320 h 5017219"/>
              <a:gd name="connsiteX57" fmla="*/ 4378630 w 5799173"/>
              <a:gd name="connsiteY57" fmla="*/ 392400 h 5017219"/>
              <a:gd name="connsiteX58" fmla="*/ 4370737 w 5799173"/>
              <a:gd name="connsiteY58" fmla="*/ 406025 h 5017219"/>
              <a:gd name="connsiteX59" fmla="*/ 4369740 w 5799173"/>
              <a:gd name="connsiteY59" fmla="*/ 406607 h 5017219"/>
              <a:gd name="connsiteX60" fmla="*/ 3992351 w 5799173"/>
              <a:gd name="connsiteY60" fmla="*/ 310760 h 5017219"/>
              <a:gd name="connsiteX61" fmla="*/ 3991354 w 5799173"/>
              <a:gd name="connsiteY61" fmla="*/ 310179 h 5017219"/>
              <a:gd name="connsiteX62" fmla="*/ 3982963 w 5799173"/>
              <a:gd name="connsiteY62" fmla="*/ 295640 h 5017219"/>
              <a:gd name="connsiteX63" fmla="*/ 3982963 w 5799173"/>
              <a:gd name="connsiteY63" fmla="*/ 294476 h 5017219"/>
              <a:gd name="connsiteX64" fmla="*/ 3991354 w 5799173"/>
              <a:gd name="connsiteY64" fmla="*/ 279938 h 5017219"/>
              <a:gd name="connsiteX65" fmla="*/ 3992351 w 5799173"/>
              <a:gd name="connsiteY65" fmla="*/ 279356 h 5017219"/>
              <a:gd name="connsiteX66" fmla="*/ 4009133 w 5799173"/>
              <a:gd name="connsiteY66" fmla="*/ 279356 h 5017219"/>
              <a:gd name="connsiteX67" fmla="*/ 4010130 w 5799173"/>
              <a:gd name="connsiteY67" fmla="*/ 279938 h 5017219"/>
              <a:gd name="connsiteX68" fmla="*/ 4018521 w 5799173"/>
              <a:gd name="connsiteY68" fmla="*/ 294476 h 5017219"/>
              <a:gd name="connsiteX69" fmla="*/ 4018521 w 5799173"/>
              <a:gd name="connsiteY69" fmla="*/ 295640 h 5017219"/>
              <a:gd name="connsiteX70" fmla="*/ 4010129 w 5799173"/>
              <a:gd name="connsiteY70" fmla="*/ 310179 h 5017219"/>
              <a:gd name="connsiteX71" fmla="*/ 4009133 w 5799173"/>
              <a:gd name="connsiteY71" fmla="*/ 310760 h 5017219"/>
              <a:gd name="connsiteX72" fmla="*/ 4051352 w 5799173"/>
              <a:gd name="connsiteY72" fmla="*/ 329044 h 5017219"/>
              <a:gd name="connsiteX73" fmla="*/ 4050189 w 5799173"/>
              <a:gd name="connsiteY73" fmla="*/ 328379 h 5017219"/>
              <a:gd name="connsiteX74" fmla="*/ 4040718 w 5799173"/>
              <a:gd name="connsiteY74" fmla="*/ 311930 h 5017219"/>
              <a:gd name="connsiteX75" fmla="*/ 4040718 w 5799173"/>
              <a:gd name="connsiteY75" fmla="*/ 310600 h 5017219"/>
              <a:gd name="connsiteX76" fmla="*/ 4050272 w 5799173"/>
              <a:gd name="connsiteY76" fmla="*/ 294151 h 5017219"/>
              <a:gd name="connsiteX77" fmla="*/ 4051435 w 5799173"/>
              <a:gd name="connsiteY77" fmla="*/ 293486 h 5017219"/>
              <a:gd name="connsiteX78" fmla="*/ 4070460 w 5799173"/>
              <a:gd name="connsiteY78" fmla="*/ 293486 h 5017219"/>
              <a:gd name="connsiteX79" fmla="*/ 4071623 w 5799173"/>
              <a:gd name="connsiteY79" fmla="*/ 294151 h 5017219"/>
              <a:gd name="connsiteX80" fmla="*/ 4081094 w 5799173"/>
              <a:gd name="connsiteY80" fmla="*/ 310600 h 5017219"/>
              <a:gd name="connsiteX81" fmla="*/ 4081094 w 5799173"/>
              <a:gd name="connsiteY81" fmla="*/ 311930 h 5017219"/>
              <a:gd name="connsiteX82" fmla="*/ 4071540 w 5799173"/>
              <a:gd name="connsiteY82" fmla="*/ 328379 h 5017219"/>
              <a:gd name="connsiteX83" fmla="*/ 4070377 w 5799173"/>
              <a:gd name="connsiteY83" fmla="*/ 329044 h 5017219"/>
              <a:gd name="connsiteX84" fmla="*/ 4291144 w 5799173"/>
              <a:gd name="connsiteY84" fmla="*/ 395376 h 5017219"/>
              <a:gd name="connsiteX85" fmla="*/ 4289897 w 5799173"/>
              <a:gd name="connsiteY85" fmla="*/ 394628 h 5017219"/>
              <a:gd name="connsiteX86" fmla="*/ 4279347 w 5799173"/>
              <a:gd name="connsiteY86" fmla="*/ 376350 h 5017219"/>
              <a:gd name="connsiteX87" fmla="*/ 4279347 w 5799173"/>
              <a:gd name="connsiteY87" fmla="*/ 374855 h 5017219"/>
              <a:gd name="connsiteX88" fmla="*/ 4289898 w 5799173"/>
              <a:gd name="connsiteY88" fmla="*/ 356577 h 5017219"/>
              <a:gd name="connsiteX89" fmla="*/ 4291144 w 5799173"/>
              <a:gd name="connsiteY89" fmla="*/ 355830 h 5017219"/>
              <a:gd name="connsiteX90" fmla="*/ 4312163 w 5799173"/>
              <a:gd name="connsiteY90" fmla="*/ 355829 h 5017219"/>
              <a:gd name="connsiteX91" fmla="*/ 4313409 w 5799173"/>
              <a:gd name="connsiteY91" fmla="*/ 356576 h 5017219"/>
              <a:gd name="connsiteX92" fmla="*/ 4323960 w 5799173"/>
              <a:gd name="connsiteY92" fmla="*/ 374854 h 5017219"/>
              <a:gd name="connsiteX93" fmla="*/ 4323960 w 5799173"/>
              <a:gd name="connsiteY93" fmla="*/ 376349 h 5017219"/>
              <a:gd name="connsiteX94" fmla="*/ 4313409 w 5799173"/>
              <a:gd name="connsiteY94" fmla="*/ 394627 h 5017219"/>
              <a:gd name="connsiteX95" fmla="*/ 4312163 w 5799173"/>
              <a:gd name="connsiteY95" fmla="*/ 395375 h 5017219"/>
              <a:gd name="connsiteX96" fmla="*/ 4110242 w 5799173"/>
              <a:gd name="connsiteY96" fmla="*/ 347667 h 5017219"/>
              <a:gd name="connsiteX97" fmla="*/ 4108912 w 5799173"/>
              <a:gd name="connsiteY97" fmla="*/ 346920 h 5017219"/>
              <a:gd name="connsiteX98" fmla="*/ 4098029 w 5799173"/>
              <a:gd name="connsiteY98" fmla="*/ 328060 h 5017219"/>
              <a:gd name="connsiteX99" fmla="*/ 4098029 w 5799173"/>
              <a:gd name="connsiteY99" fmla="*/ 326482 h 5017219"/>
              <a:gd name="connsiteX100" fmla="*/ 4108912 w 5799173"/>
              <a:gd name="connsiteY100" fmla="*/ 307624 h 5017219"/>
              <a:gd name="connsiteX101" fmla="*/ 4110242 w 5799173"/>
              <a:gd name="connsiteY101" fmla="*/ 306875 h 5017219"/>
              <a:gd name="connsiteX102" fmla="*/ 4132009 w 5799173"/>
              <a:gd name="connsiteY102" fmla="*/ 306875 h 5017219"/>
              <a:gd name="connsiteX103" fmla="*/ 4133338 w 5799173"/>
              <a:gd name="connsiteY103" fmla="*/ 307623 h 5017219"/>
              <a:gd name="connsiteX104" fmla="*/ 4144221 w 5799173"/>
              <a:gd name="connsiteY104" fmla="*/ 326482 h 5017219"/>
              <a:gd name="connsiteX105" fmla="*/ 4144221 w 5799173"/>
              <a:gd name="connsiteY105" fmla="*/ 328060 h 5017219"/>
              <a:gd name="connsiteX106" fmla="*/ 4133338 w 5799173"/>
              <a:gd name="connsiteY106" fmla="*/ 346919 h 5017219"/>
              <a:gd name="connsiteX107" fmla="*/ 4132008 w 5799173"/>
              <a:gd name="connsiteY107" fmla="*/ 347667 h 5017219"/>
              <a:gd name="connsiteX108" fmla="*/ 4230343 w 5799173"/>
              <a:gd name="connsiteY108" fmla="*/ 380334 h 5017219"/>
              <a:gd name="connsiteX109" fmla="*/ 4229013 w 5799173"/>
              <a:gd name="connsiteY109" fmla="*/ 379587 h 5017219"/>
              <a:gd name="connsiteX110" fmla="*/ 4217964 w 5799173"/>
              <a:gd name="connsiteY110" fmla="*/ 360396 h 5017219"/>
              <a:gd name="connsiteX111" fmla="*/ 4217964 w 5799173"/>
              <a:gd name="connsiteY111" fmla="*/ 358817 h 5017219"/>
              <a:gd name="connsiteX112" fmla="*/ 4229096 w 5799173"/>
              <a:gd name="connsiteY112" fmla="*/ 339626 h 5017219"/>
              <a:gd name="connsiteX113" fmla="*/ 4230426 w 5799173"/>
              <a:gd name="connsiteY113" fmla="*/ 338878 h 5017219"/>
              <a:gd name="connsiteX114" fmla="*/ 4252608 w 5799173"/>
              <a:gd name="connsiteY114" fmla="*/ 338878 h 5017219"/>
              <a:gd name="connsiteX115" fmla="*/ 4253937 w 5799173"/>
              <a:gd name="connsiteY115" fmla="*/ 339626 h 5017219"/>
              <a:gd name="connsiteX116" fmla="*/ 4264987 w 5799173"/>
              <a:gd name="connsiteY116" fmla="*/ 358817 h 5017219"/>
              <a:gd name="connsiteX117" fmla="*/ 4264987 w 5799173"/>
              <a:gd name="connsiteY117" fmla="*/ 360396 h 5017219"/>
              <a:gd name="connsiteX118" fmla="*/ 4253854 w 5799173"/>
              <a:gd name="connsiteY118" fmla="*/ 379587 h 5017219"/>
              <a:gd name="connsiteX119" fmla="*/ 4252525 w 5799173"/>
              <a:gd name="connsiteY119" fmla="*/ 380334 h 5017219"/>
              <a:gd name="connsiteX120" fmla="*/ 4169420 w 5799173"/>
              <a:gd name="connsiteY120" fmla="*/ 365611 h 5017219"/>
              <a:gd name="connsiteX121" fmla="*/ 4168008 w 5799173"/>
              <a:gd name="connsiteY121" fmla="*/ 364780 h 5017219"/>
              <a:gd name="connsiteX122" fmla="*/ 4156128 w 5799173"/>
              <a:gd name="connsiteY122" fmla="*/ 344260 h 5017219"/>
              <a:gd name="connsiteX123" fmla="*/ 4156128 w 5799173"/>
              <a:gd name="connsiteY123" fmla="*/ 342598 h 5017219"/>
              <a:gd name="connsiteX124" fmla="*/ 4168008 w 5799173"/>
              <a:gd name="connsiteY124" fmla="*/ 322078 h 5017219"/>
              <a:gd name="connsiteX125" fmla="*/ 4169421 w 5799173"/>
              <a:gd name="connsiteY125" fmla="*/ 321247 h 5017219"/>
              <a:gd name="connsiteX126" fmla="*/ 4193097 w 5799173"/>
              <a:gd name="connsiteY126" fmla="*/ 321247 h 5017219"/>
              <a:gd name="connsiteX127" fmla="*/ 4194510 w 5799173"/>
              <a:gd name="connsiteY127" fmla="*/ 322078 h 5017219"/>
              <a:gd name="connsiteX128" fmla="*/ 4206390 w 5799173"/>
              <a:gd name="connsiteY128" fmla="*/ 342598 h 5017219"/>
              <a:gd name="connsiteX129" fmla="*/ 4206391 w 5799173"/>
              <a:gd name="connsiteY129" fmla="*/ 344260 h 5017219"/>
              <a:gd name="connsiteX130" fmla="*/ 4194510 w 5799173"/>
              <a:gd name="connsiteY130" fmla="*/ 364780 h 5017219"/>
              <a:gd name="connsiteX131" fmla="*/ 4193098 w 5799173"/>
              <a:gd name="connsiteY131" fmla="*/ 365611 h 5017219"/>
              <a:gd name="connsiteX132" fmla="*/ 3859226 w 5799173"/>
              <a:gd name="connsiteY132" fmla="*/ 328328 h 5017219"/>
              <a:gd name="connsiteX133" fmla="*/ 3858396 w 5799173"/>
              <a:gd name="connsiteY133" fmla="*/ 327830 h 5017219"/>
              <a:gd name="connsiteX134" fmla="*/ 3851252 w 5799173"/>
              <a:gd name="connsiteY134" fmla="*/ 315534 h 5017219"/>
              <a:gd name="connsiteX135" fmla="*/ 3851252 w 5799173"/>
              <a:gd name="connsiteY135" fmla="*/ 314537 h 5017219"/>
              <a:gd name="connsiteX136" fmla="*/ 3858395 w 5799173"/>
              <a:gd name="connsiteY136" fmla="*/ 302241 h 5017219"/>
              <a:gd name="connsiteX137" fmla="*/ 3859226 w 5799173"/>
              <a:gd name="connsiteY137" fmla="*/ 301743 h 5017219"/>
              <a:gd name="connsiteX138" fmla="*/ 3873433 w 5799173"/>
              <a:gd name="connsiteY138" fmla="*/ 301743 h 5017219"/>
              <a:gd name="connsiteX139" fmla="*/ 3874264 w 5799173"/>
              <a:gd name="connsiteY139" fmla="*/ 302241 h 5017219"/>
              <a:gd name="connsiteX140" fmla="*/ 3881409 w 5799173"/>
              <a:gd name="connsiteY140" fmla="*/ 314536 h 5017219"/>
              <a:gd name="connsiteX141" fmla="*/ 3881409 w 5799173"/>
              <a:gd name="connsiteY141" fmla="*/ 315533 h 5017219"/>
              <a:gd name="connsiteX142" fmla="*/ 3874264 w 5799173"/>
              <a:gd name="connsiteY142" fmla="*/ 327830 h 5017219"/>
              <a:gd name="connsiteX143" fmla="*/ 3873434 w 5799173"/>
              <a:gd name="connsiteY143" fmla="*/ 328328 h 5017219"/>
              <a:gd name="connsiteX144" fmla="*/ 3916454 w 5799173"/>
              <a:gd name="connsiteY144" fmla="*/ 350037 h 5017219"/>
              <a:gd name="connsiteX145" fmla="*/ 3915208 w 5799173"/>
              <a:gd name="connsiteY145" fmla="*/ 349289 h 5017219"/>
              <a:gd name="connsiteX146" fmla="*/ 3905072 w 5799173"/>
              <a:gd name="connsiteY146" fmla="*/ 331760 h 5017219"/>
              <a:gd name="connsiteX147" fmla="*/ 3905072 w 5799173"/>
              <a:gd name="connsiteY147" fmla="*/ 330348 h 5017219"/>
              <a:gd name="connsiteX148" fmla="*/ 3915208 w 5799173"/>
              <a:gd name="connsiteY148" fmla="*/ 312818 h 5017219"/>
              <a:gd name="connsiteX149" fmla="*/ 3916454 w 5799173"/>
              <a:gd name="connsiteY149" fmla="*/ 312070 h 5017219"/>
              <a:gd name="connsiteX150" fmla="*/ 3936725 w 5799173"/>
              <a:gd name="connsiteY150" fmla="*/ 312070 h 5017219"/>
              <a:gd name="connsiteX151" fmla="*/ 3937971 w 5799173"/>
              <a:gd name="connsiteY151" fmla="*/ 312818 h 5017219"/>
              <a:gd name="connsiteX152" fmla="*/ 3948107 w 5799173"/>
              <a:gd name="connsiteY152" fmla="*/ 330348 h 5017219"/>
              <a:gd name="connsiteX153" fmla="*/ 3948107 w 5799173"/>
              <a:gd name="connsiteY153" fmla="*/ 331759 h 5017219"/>
              <a:gd name="connsiteX154" fmla="*/ 3937971 w 5799173"/>
              <a:gd name="connsiteY154" fmla="*/ 349289 h 5017219"/>
              <a:gd name="connsiteX155" fmla="*/ 3936725 w 5799173"/>
              <a:gd name="connsiteY155" fmla="*/ 350037 h 5017219"/>
              <a:gd name="connsiteX156" fmla="*/ 3975965 w 5799173"/>
              <a:gd name="connsiteY156" fmla="*/ 367408 h 5017219"/>
              <a:gd name="connsiteX157" fmla="*/ 3974635 w 5799173"/>
              <a:gd name="connsiteY157" fmla="*/ 366661 h 5017219"/>
              <a:gd name="connsiteX158" fmla="*/ 3963835 w 5799173"/>
              <a:gd name="connsiteY158" fmla="*/ 347968 h 5017219"/>
              <a:gd name="connsiteX159" fmla="*/ 3963835 w 5799173"/>
              <a:gd name="connsiteY159" fmla="*/ 346472 h 5017219"/>
              <a:gd name="connsiteX160" fmla="*/ 3974635 w 5799173"/>
              <a:gd name="connsiteY160" fmla="*/ 327779 h 5017219"/>
              <a:gd name="connsiteX161" fmla="*/ 3975965 w 5799173"/>
              <a:gd name="connsiteY161" fmla="*/ 327032 h 5017219"/>
              <a:gd name="connsiteX162" fmla="*/ 3997565 w 5799173"/>
              <a:gd name="connsiteY162" fmla="*/ 327032 h 5017219"/>
              <a:gd name="connsiteX163" fmla="*/ 3998894 w 5799173"/>
              <a:gd name="connsiteY163" fmla="*/ 327779 h 5017219"/>
              <a:gd name="connsiteX164" fmla="*/ 4009695 w 5799173"/>
              <a:gd name="connsiteY164" fmla="*/ 346472 h 5017219"/>
              <a:gd name="connsiteX165" fmla="*/ 4009695 w 5799173"/>
              <a:gd name="connsiteY165" fmla="*/ 347968 h 5017219"/>
              <a:gd name="connsiteX166" fmla="*/ 3998894 w 5799173"/>
              <a:gd name="connsiteY166" fmla="*/ 366661 h 5017219"/>
              <a:gd name="connsiteX167" fmla="*/ 3997565 w 5799173"/>
              <a:gd name="connsiteY167" fmla="*/ 367408 h 5017219"/>
              <a:gd name="connsiteX168" fmla="*/ 4035891 w 5799173"/>
              <a:gd name="connsiteY168" fmla="*/ 384031 h 5017219"/>
              <a:gd name="connsiteX169" fmla="*/ 4034562 w 5799173"/>
              <a:gd name="connsiteY169" fmla="*/ 383284 h 5017219"/>
              <a:gd name="connsiteX170" fmla="*/ 4023512 w 5799173"/>
              <a:gd name="connsiteY170" fmla="*/ 364176 h 5017219"/>
              <a:gd name="connsiteX171" fmla="*/ 4023512 w 5799173"/>
              <a:gd name="connsiteY171" fmla="*/ 362598 h 5017219"/>
              <a:gd name="connsiteX172" fmla="*/ 4034562 w 5799173"/>
              <a:gd name="connsiteY172" fmla="*/ 343488 h 5017219"/>
              <a:gd name="connsiteX173" fmla="*/ 4035891 w 5799173"/>
              <a:gd name="connsiteY173" fmla="*/ 342741 h 5017219"/>
              <a:gd name="connsiteX174" fmla="*/ 4057990 w 5799173"/>
              <a:gd name="connsiteY174" fmla="*/ 342742 h 5017219"/>
              <a:gd name="connsiteX175" fmla="*/ 4059319 w 5799173"/>
              <a:gd name="connsiteY175" fmla="*/ 343488 h 5017219"/>
              <a:gd name="connsiteX176" fmla="*/ 4070369 w 5799173"/>
              <a:gd name="connsiteY176" fmla="*/ 362598 h 5017219"/>
              <a:gd name="connsiteX177" fmla="*/ 4070369 w 5799173"/>
              <a:gd name="connsiteY177" fmla="*/ 364176 h 5017219"/>
              <a:gd name="connsiteX178" fmla="*/ 4059319 w 5799173"/>
              <a:gd name="connsiteY178" fmla="*/ 383284 h 5017219"/>
              <a:gd name="connsiteX179" fmla="*/ 4057990 w 5799173"/>
              <a:gd name="connsiteY179" fmla="*/ 384032 h 5017219"/>
              <a:gd name="connsiteX180" fmla="*/ 4095994 w 5799173"/>
              <a:gd name="connsiteY180" fmla="*/ 400241 h 5017219"/>
              <a:gd name="connsiteX181" fmla="*/ 4094664 w 5799173"/>
              <a:gd name="connsiteY181" fmla="*/ 399494 h 5017219"/>
              <a:gd name="connsiteX182" fmla="*/ 4083615 w 5799173"/>
              <a:gd name="connsiteY182" fmla="*/ 380303 h 5017219"/>
              <a:gd name="connsiteX183" fmla="*/ 4083615 w 5799173"/>
              <a:gd name="connsiteY183" fmla="*/ 378724 h 5017219"/>
              <a:gd name="connsiteX184" fmla="*/ 4094747 w 5799173"/>
              <a:gd name="connsiteY184" fmla="*/ 359533 h 5017219"/>
              <a:gd name="connsiteX185" fmla="*/ 4096077 w 5799173"/>
              <a:gd name="connsiteY185" fmla="*/ 358785 h 5017219"/>
              <a:gd name="connsiteX186" fmla="*/ 4118259 w 5799173"/>
              <a:gd name="connsiteY186" fmla="*/ 358786 h 5017219"/>
              <a:gd name="connsiteX187" fmla="*/ 4119588 w 5799173"/>
              <a:gd name="connsiteY187" fmla="*/ 359533 h 5017219"/>
              <a:gd name="connsiteX188" fmla="*/ 4130638 w 5799173"/>
              <a:gd name="connsiteY188" fmla="*/ 378724 h 5017219"/>
              <a:gd name="connsiteX189" fmla="*/ 4130638 w 5799173"/>
              <a:gd name="connsiteY189" fmla="*/ 380303 h 5017219"/>
              <a:gd name="connsiteX190" fmla="*/ 4119505 w 5799173"/>
              <a:gd name="connsiteY190" fmla="*/ 399494 h 5017219"/>
              <a:gd name="connsiteX191" fmla="*/ 4118176 w 5799173"/>
              <a:gd name="connsiteY191" fmla="*/ 400242 h 5017219"/>
              <a:gd name="connsiteX192" fmla="*/ 4396925 w 5799173"/>
              <a:gd name="connsiteY192" fmla="*/ 480876 h 5017219"/>
              <a:gd name="connsiteX193" fmla="*/ 4395595 w 5799173"/>
              <a:gd name="connsiteY193" fmla="*/ 480129 h 5017219"/>
              <a:gd name="connsiteX194" fmla="*/ 4384546 w 5799173"/>
              <a:gd name="connsiteY194" fmla="*/ 460937 h 5017219"/>
              <a:gd name="connsiteX195" fmla="*/ 4384546 w 5799173"/>
              <a:gd name="connsiteY195" fmla="*/ 459359 h 5017219"/>
              <a:gd name="connsiteX196" fmla="*/ 4395678 w 5799173"/>
              <a:gd name="connsiteY196" fmla="*/ 440167 h 5017219"/>
              <a:gd name="connsiteX197" fmla="*/ 4397008 w 5799173"/>
              <a:gd name="connsiteY197" fmla="*/ 439420 h 5017219"/>
              <a:gd name="connsiteX198" fmla="*/ 4419190 w 5799173"/>
              <a:gd name="connsiteY198" fmla="*/ 439420 h 5017219"/>
              <a:gd name="connsiteX199" fmla="*/ 4420519 w 5799173"/>
              <a:gd name="connsiteY199" fmla="*/ 440168 h 5017219"/>
              <a:gd name="connsiteX200" fmla="*/ 4431569 w 5799173"/>
              <a:gd name="connsiteY200" fmla="*/ 459359 h 5017219"/>
              <a:gd name="connsiteX201" fmla="*/ 4431570 w 5799173"/>
              <a:gd name="connsiteY201" fmla="*/ 460937 h 5017219"/>
              <a:gd name="connsiteX202" fmla="*/ 4420436 w 5799173"/>
              <a:gd name="connsiteY202" fmla="*/ 480128 h 5017219"/>
              <a:gd name="connsiteX203" fmla="*/ 4419107 w 5799173"/>
              <a:gd name="connsiteY203" fmla="*/ 480876 h 5017219"/>
              <a:gd name="connsiteX204" fmla="*/ 4336675 w 5799173"/>
              <a:gd name="connsiteY204" fmla="*/ 465012 h 5017219"/>
              <a:gd name="connsiteX205" fmla="*/ 4335263 w 5799173"/>
              <a:gd name="connsiteY205" fmla="*/ 464182 h 5017219"/>
              <a:gd name="connsiteX206" fmla="*/ 4324047 w 5799173"/>
              <a:gd name="connsiteY206" fmla="*/ 444741 h 5017219"/>
              <a:gd name="connsiteX207" fmla="*/ 4324047 w 5799173"/>
              <a:gd name="connsiteY207" fmla="*/ 443162 h 5017219"/>
              <a:gd name="connsiteX208" fmla="*/ 4335263 w 5799173"/>
              <a:gd name="connsiteY208" fmla="*/ 423723 h 5017219"/>
              <a:gd name="connsiteX209" fmla="*/ 4336675 w 5799173"/>
              <a:gd name="connsiteY209" fmla="*/ 422891 h 5017219"/>
              <a:gd name="connsiteX210" fmla="*/ 4359190 w 5799173"/>
              <a:gd name="connsiteY210" fmla="*/ 422891 h 5017219"/>
              <a:gd name="connsiteX211" fmla="*/ 4360602 w 5799173"/>
              <a:gd name="connsiteY211" fmla="*/ 423722 h 5017219"/>
              <a:gd name="connsiteX212" fmla="*/ 4371818 w 5799173"/>
              <a:gd name="connsiteY212" fmla="*/ 443162 h 5017219"/>
              <a:gd name="connsiteX213" fmla="*/ 4371818 w 5799173"/>
              <a:gd name="connsiteY213" fmla="*/ 444741 h 5017219"/>
              <a:gd name="connsiteX214" fmla="*/ 4360603 w 5799173"/>
              <a:gd name="connsiteY214" fmla="*/ 464182 h 5017219"/>
              <a:gd name="connsiteX215" fmla="*/ 4359191 w 5799173"/>
              <a:gd name="connsiteY215" fmla="*/ 465012 h 5017219"/>
              <a:gd name="connsiteX216" fmla="*/ 4156014 w 5799173"/>
              <a:gd name="connsiteY216" fmla="*/ 416783 h 5017219"/>
              <a:gd name="connsiteX217" fmla="*/ 4154602 w 5799173"/>
              <a:gd name="connsiteY217" fmla="*/ 415952 h 5017219"/>
              <a:gd name="connsiteX218" fmla="*/ 4143303 w 5799173"/>
              <a:gd name="connsiteY218" fmla="*/ 396429 h 5017219"/>
              <a:gd name="connsiteX219" fmla="*/ 4143303 w 5799173"/>
              <a:gd name="connsiteY219" fmla="*/ 394850 h 5017219"/>
              <a:gd name="connsiteX220" fmla="*/ 4154602 w 5799173"/>
              <a:gd name="connsiteY220" fmla="*/ 375327 h 5017219"/>
              <a:gd name="connsiteX221" fmla="*/ 4156014 w 5799173"/>
              <a:gd name="connsiteY221" fmla="*/ 374496 h 5017219"/>
              <a:gd name="connsiteX222" fmla="*/ 4178612 w 5799173"/>
              <a:gd name="connsiteY222" fmla="*/ 374496 h 5017219"/>
              <a:gd name="connsiteX223" fmla="*/ 4180024 w 5799173"/>
              <a:gd name="connsiteY223" fmla="*/ 375327 h 5017219"/>
              <a:gd name="connsiteX224" fmla="*/ 4191323 w 5799173"/>
              <a:gd name="connsiteY224" fmla="*/ 394850 h 5017219"/>
              <a:gd name="connsiteX225" fmla="*/ 4191323 w 5799173"/>
              <a:gd name="connsiteY225" fmla="*/ 396429 h 5017219"/>
              <a:gd name="connsiteX226" fmla="*/ 4180024 w 5799173"/>
              <a:gd name="connsiteY226" fmla="*/ 415952 h 5017219"/>
              <a:gd name="connsiteX227" fmla="*/ 4178612 w 5799173"/>
              <a:gd name="connsiteY227" fmla="*/ 416783 h 5017219"/>
              <a:gd name="connsiteX228" fmla="*/ 4276387 w 5799173"/>
              <a:gd name="connsiteY228" fmla="*/ 449037 h 5017219"/>
              <a:gd name="connsiteX229" fmla="*/ 4274975 w 5799173"/>
              <a:gd name="connsiteY229" fmla="*/ 448206 h 5017219"/>
              <a:gd name="connsiteX230" fmla="*/ 4263676 w 5799173"/>
              <a:gd name="connsiteY230" fmla="*/ 428683 h 5017219"/>
              <a:gd name="connsiteX231" fmla="*/ 4263676 w 5799173"/>
              <a:gd name="connsiteY231" fmla="*/ 427104 h 5017219"/>
              <a:gd name="connsiteX232" fmla="*/ 4274975 w 5799173"/>
              <a:gd name="connsiteY232" fmla="*/ 407581 h 5017219"/>
              <a:gd name="connsiteX233" fmla="*/ 4276387 w 5799173"/>
              <a:gd name="connsiteY233" fmla="*/ 406750 h 5017219"/>
              <a:gd name="connsiteX234" fmla="*/ 4298985 w 5799173"/>
              <a:gd name="connsiteY234" fmla="*/ 406750 h 5017219"/>
              <a:gd name="connsiteX235" fmla="*/ 4300397 w 5799173"/>
              <a:gd name="connsiteY235" fmla="*/ 407581 h 5017219"/>
              <a:gd name="connsiteX236" fmla="*/ 4311696 w 5799173"/>
              <a:gd name="connsiteY236" fmla="*/ 427104 h 5017219"/>
              <a:gd name="connsiteX237" fmla="*/ 4311696 w 5799173"/>
              <a:gd name="connsiteY237" fmla="*/ 428683 h 5017219"/>
              <a:gd name="connsiteX238" fmla="*/ 4300397 w 5799173"/>
              <a:gd name="connsiteY238" fmla="*/ 448206 h 5017219"/>
              <a:gd name="connsiteX239" fmla="*/ 4298985 w 5799173"/>
              <a:gd name="connsiteY239" fmla="*/ 449037 h 5017219"/>
              <a:gd name="connsiteX240" fmla="*/ 4216139 w 5799173"/>
              <a:gd name="connsiteY240" fmla="*/ 433081 h 5017219"/>
              <a:gd name="connsiteX241" fmla="*/ 4214726 w 5799173"/>
              <a:gd name="connsiteY241" fmla="*/ 432250 h 5017219"/>
              <a:gd name="connsiteX242" fmla="*/ 4203344 w 5799173"/>
              <a:gd name="connsiteY242" fmla="*/ 412477 h 5017219"/>
              <a:gd name="connsiteX243" fmla="*/ 4203344 w 5799173"/>
              <a:gd name="connsiteY243" fmla="*/ 410898 h 5017219"/>
              <a:gd name="connsiteX244" fmla="*/ 4214726 w 5799173"/>
              <a:gd name="connsiteY244" fmla="*/ 391126 h 5017219"/>
              <a:gd name="connsiteX245" fmla="*/ 4216139 w 5799173"/>
              <a:gd name="connsiteY245" fmla="*/ 390295 h 5017219"/>
              <a:gd name="connsiteX246" fmla="*/ 4238902 w 5799173"/>
              <a:gd name="connsiteY246" fmla="*/ 390295 h 5017219"/>
              <a:gd name="connsiteX247" fmla="*/ 4240315 w 5799173"/>
              <a:gd name="connsiteY247" fmla="*/ 391126 h 5017219"/>
              <a:gd name="connsiteX248" fmla="*/ 4251696 w 5799173"/>
              <a:gd name="connsiteY248" fmla="*/ 410898 h 5017219"/>
              <a:gd name="connsiteX249" fmla="*/ 4251696 w 5799173"/>
              <a:gd name="connsiteY249" fmla="*/ 412477 h 5017219"/>
              <a:gd name="connsiteX250" fmla="*/ 4240315 w 5799173"/>
              <a:gd name="connsiteY250" fmla="*/ 432250 h 5017219"/>
              <a:gd name="connsiteX251" fmla="*/ 4238902 w 5799173"/>
              <a:gd name="connsiteY251" fmla="*/ 433081 h 5017219"/>
              <a:gd name="connsiteX252" fmla="*/ 3786331 w 5799173"/>
              <a:gd name="connsiteY252" fmla="*/ 362050 h 5017219"/>
              <a:gd name="connsiteX253" fmla="*/ 3785584 w 5799173"/>
              <a:gd name="connsiteY253" fmla="*/ 361635 h 5017219"/>
              <a:gd name="connsiteX254" fmla="*/ 3779685 w 5799173"/>
              <a:gd name="connsiteY254" fmla="*/ 351416 h 5017219"/>
              <a:gd name="connsiteX255" fmla="*/ 3779685 w 5799173"/>
              <a:gd name="connsiteY255" fmla="*/ 350586 h 5017219"/>
              <a:gd name="connsiteX256" fmla="*/ 3785584 w 5799173"/>
              <a:gd name="connsiteY256" fmla="*/ 340367 h 5017219"/>
              <a:gd name="connsiteX257" fmla="*/ 3786331 w 5799173"/>
              <a:gd name="connsiteY257" fmla="*/ 339951 h 5017219"/>
              <a:gd name="connsiteX258" fmla="*/ 3798128 w 5799173"/>
              <a:gd name="connsiteY258" fmla="*/ 339952 h 5017219"/>
              <a:gd name="connsiteX259" fmla="*/ 3798876 w 5799173"/>
              <a:gd name="connsiteY259" fmla="*/ 340366 h 5017219"/>
              <a:gd name="connsiteX260" fmla="*/ 3804775 w 5799173"/>
              <a:gd name="connsiteY260" fmla="*/ 350585 h 5017219"/>
              <a:gd name="connsiteX261" fmla="*/ 3804775 w 5799173"/>
              <a:gd name="connsiteY261" fmla="*/ 351417 h 5017219"/>
              <a:gd name="connsiteX262" fmla="*/ 3798876 w 5799173"/>
              <a:gd name="connsiteY262" fmla="*/ 361636 h 5017219"/>
              <a:gd name="connsiteX263" fmla="*/ 3798128 w 5799173"/>
              <a:gd name="connsiteY263" fmla="*/ 362051 h 5017219"/>
              <a:gd name="connsiteX264" fmla="*/ 3842516 w 5799173"/>
              <a:gd name="connsiteY264" fmla="*/ 385745 h 5017219"/>
              <a:gd name="connsiteX265" fmla="*/ 3841270 w 5799173"/>
              <a:gd name="connsiteY265" fmla="*/ 385081 h 5017219"/>
              <a:gd name="connsiteX266" fmla="*/ 3831384 w 5799173"/>
              <a:gd name="connsiteY266" fmla="*/ 367884 h 5017219"/>
              <a:gd name="connsiteX267" fmla="*/ 3831384 w 5799173"/>
              <a:gd name="connsiteY267" fmla="*/ 366472 h 5017219"/>
              <a:gd name="connsiteX268" fmla="*/ 3841270 w 5799173"/>
              <a:gd name="connsiteY268" fmla="*/ 349274 h 5017219"/>
              <a:gd name="connsiteX269" fmla="*/ 3842516 w 5799173"/>
              <a:gd name="connsiteY269" fmla="*/ 348610 h 5017219"/>
              <a:gd name="connsiteX270" fmla="*/ 3862373 w 5799173"/>
              <a:gd name="connsiteY270" fmla="*/ 348609 h 5017219"/>
              <a:gd name="connsiteX271" fmla="*/ 3863619 w 5799173"/>
              <a:gd name="connsiteY271" fmla="*/ 349275 h 5017219"/>
              <a:gd name="connsiteX272" fmla="*/ 3873505 w 5799173"/>
              <a:gd name="connsiteY272" fmla="*/ 366471 h 5017219"/>
              <a:gd name="connsiteX273" fmla="*/ 3873505 w 5799173"/>
              <a:gd name="connsiteY273" fmla="*/ 367883 h 5017219"/>
              <a:gd name="connsiteX274" fmla="*/ 3863619 w 5799173"/>
              <a:gd name="connsiteY274" fmla="*/ 385082 h 5017219"/>
              <a:gd name="connsiteX275" fmla="*/ 3862373 w 5799173"/>
              <a:gd name="connsiteY275" fmla="*/ 385745 h 5017219"/>
              <a:gd name="connsiteX276" fmla="*/ 4263408 w 5799173"/>
              <a:gd name="connsiteY276" fmla="*/ 499278 h 5017219"/>
              <a:gd name="connsiteX277" fmla="*/ 4262162 w 5799173"/>
              <a:gd name="connsiteY277" fmla="*/ 498530 h 5017219"/>
              <a:gd name="connsiteX278" fmla="*/ 4251860 w 5799173"/>
              <a:gd name="connsiteY278" fmla="*/ 480751 h 5017219"/>
              <a:gd name="connsiteX279" fmla="*/ 4251860 w 5799173"/>
              <a:gd name="connsiteY279" fmla="*/ 479338 h 5017219"/>
              <a:gd name="connsiteX280" fmla="*/ 4262162 w 5799173"/>
              <a:gd name="connsiteY280" fmla="*/ 461560 h 5017219"/>
              <a:gd name="connsiteX281" fmla="*/ 4263409 w 5799173"/>
              <a:gd name="connsiteY281" fmla="*/ 460812 h 5017219"/>
              <a:gd name="connsiteX282" fmla="*/ 4283928 w 5799173"/>
              <a:gd name="connsiteY282" fmla="*/ 460812 h 5017219"/>
              <a:gd name="connsiteX283" fmla="*/ 4285176 w 5799173"/>
              <a:gd name="connsiteY283" fmla="*/ 461560 h 5017219"/>
              <a:gd name="connsiteX284" fmla="*/ 4295476 w 5799173"/>
              <a:gd name="connsiteY284" fmla="*/ 479338 h 5017219"/>
              <a:gd name="connsiteX285" fmla="*/ 4295477 w 5799173"/>
              <a:gd name="connsiteY285" fmla="*/ 480751 h 5017219"/>
              <a:gd name="connsiteX286" fmla="*/ 4285176 w 5799173"/>
              <a:gd name="connsiteY286" fmla="*/ 498530 h 5017219"/>
              <a:gd name="connsiteX287" fmla="*/ 4283929 w 5799173"/>
              <a:gd name="connsiteY287" fmla="*/ 499278 h 5017219"/>
              <a:gd name="connsiteX288" fmla="*/ 4143044 w 5799173"/>
              <a:gd name="connsiteY288" fmla="*/ 467129 h 5017219"/>
              <a:gd name="connsiteX289" fmla="*/ 4141798 w 5799173"/>
              <a:gd name="connsiteY289" fmla="*/ 466382 h 5017219"/>
              <a:gd name="connsiteX290" fmla="*/ 4131496 w 5799173"/>
              <a:gd name="connsiteY290" fmla="*/ 448520 h 5017219"/>
              <a:gd name="connsiteX291" fmla="*/ 4131496 w 5799173"/>
              <a:gd name="connsiteY291" fmla="*/ 447025 h 5017219"/>
              <a:gd name="connsiteX292" fmla="*/ 4141798 w 5799173"/>
              <a:gd name="connsiteY292" fmla="*/ 429162 h 5017219"/>
              <a:gd name="connsiteX293" fmla="*/ 4143044 w 5799173"/>
              <a:gd name="connsiteY293" fmla="*/ 428414 h 5017219"/>
              <a:gd name="connsiteX294" fmla="*/ 4163731 w 5799173"/>
              <a:gd name="connsiteY294" fmla="*/ 428414 h 5017219"/>
              <a:gd name="connsiteX295" fmla="*/ 4164977 w 5799173"/>
              <a:gd name="connsiteY295" fmla="*/ 429162 h 5017219"/>
              <a:gd name="connsiteX296" fmla="*/ 4175279 w 5799173"/>
              <a:gd name="connsiteY296" fmla="*/ 447024 h 5017219"/>
              <a:gd name="connsiteX297" fmla="*/ 4175279 w 5799173"/>
              <a:gd name="connsiteY297" fmla="*/ 448520 h 5017219"/>
              <a:gd name="connsiteX298" fmla="*/ 4164977 w 5799173"/>
              <a:gd name="connsiteY298" fmla="*/ 466381 h 5017219"/>
              <a:gd name="connsiteX299" fmla="*/ 4163731 w 5799173"/>
              <a:gd name="connsiteY299" fmla="*/ 467129 h 5017219"/>
              <a:gd name="connsiteX300" fmla="*/ 4082776 w 5799173"/>
              <a:gd name="connsiteY300" fmla="*/ 451076 h 5017219"/>
              <a:gd name="connsiteX301" fmla="*/ 4081530 w 5799173"/>
              <a:gd name="connsiteY301" fmla="*/ 450329 h 5017219"/>
              <a:gd name="connsiteX302" fmla="*/ 4071145 w 5799173"/>
              <a:gd name="connsiteY302" fmla="*/ 432384 h 5017219"/>
              <a:gd name="connsiteX303" fmla="*/ 4071145 w 5799173"/>
              <a:gd name="connsiteY303" fmla="*/ 430888 h 5017219"/>
              <a:gd name="connsiteX304" fmla="*/ 4081530 w 5799173"/>
              <a:gd name="connsiteY304" fmla="*/ 412943 h 5017219"/>
              <a:gd name="connsiteX305" fmla="*/ 4082776 w 5799173"/>
              <a:gd name="connsiteY305" fmla="*/ 412195 h 5017219"/>
              <a:gd name="connsiteX306" fmla="*/ 4103546 w 5799173"/>
              <a:gd name="connsiteY306" fmla="*/ 412195 h 5017219"/>
              <a:gd name="connsiteX307" fmla="*/ 4104792 w 5799173"/>
              <a:gd name="connsiteY307" fmla="*/ 412943 h 5017219"/>
              <a:gd name="connsiteX308" fmla="*/ 4115177 w 5799173"/>
              <a:gd name="connsiteY308" fmla="*/ 430888 h 5017219"/>
              <a:gd name="connsiteX309" fmla="*/ 4115177 w 5799173"/>
              <a:gd name="connsiteY309" fmla="*/ 432384 h 5017219"/>
              <a:gd name="connsiteX310" fmla="*/ 4104792 w 5799173"/>
              <a:gd name="connsiteY310" fmla="*/ 450329 h 5017219"/>
              <a:gd name="connsiteX311" fmla="*/ 4103546 w 5799173"/>
              <a:gd name="connsiteY311" fmla="*/ 451076 h 5017219"/>
              <a:gd name="connsiteX312" fmla="*/ 4203148 w 5799173"/>
              <a:gd name="connsiteY312" fmla="*/ 483330 h 5017219"/>
              <a:gd name="connsiteX313" fmla="*/ 4201902 w 5799173"/>
              <a:gd name="connsiteY313" fmla="*/ 482582 h 5017219"/>
              <a:gd name="connsiteX314" fmla="*/ 4191517 w 5799173"/>
              <a:gd name="connsiteY314" fmla="*/ 464637 h 5017219"/>
              <a:gd name="connsiteX315" fmla="*/ 4191517 w 5799173"/>
              <a:gd name="connsiteY315" fmla="*/ 463141 h 5017219"/>
              <a:gd name="connsiteX316" fmla="*/ 4201902 w 5799173"/>
              <a:gd name="connsiteY316" fmla="*/ 445196 h 5017219"/>
              <a:gd name="connsiteX317" fmla="*/ 4203148 w 5799173"/>
              <a:gd name="connsiteY317" fmla="*/ 444448 h 5017219"/>
              <a:gd name="connsiteX318" fmla="*/ 4223918 w 5799173"/>
              <a:gd name="connsiteY318" fmla="*/ 444448 h 5017219"/>
              <a:gd name="connsiteX319" fmla="*/ 4225164 w 5799173"/>
              <a:gd name="connsiteY319" fmla="*/ 445196 h 5017219"/>
              <a:gd name="connsiteX320" fmla="*/ 4235549 w 5799173"/>
              <a:gd name="connsiteY320" fmla="*/ 463141 h 5017219"/>
              <a:gd name="connsiteX321" fmla="*/ 4235549 w 5799173"/>
              <a:gd name="connsiteY321" fmla="*/ 464637 h 5017219"/>
              <a:gd name="connsiteX322" fmla="*/ 4225164 w 5799173"/>
              <a:gd name="connsiteY322" fmla="*/ 482582 h 5017219"/>
              <a:gd name="connsiteX323" fmla="*/ 4223918 w 5799173"/>
              <a:gd name="connsiteY323" fmla="*/ 483329 h 5017219"/>
              <a:gd name="connsiteX324" fmla="*/ 4022446 w 5799173"/>
              <a:gd name="connsiteY324" fmla="*/ 435191 h 5017219"/>
              <a:gd name="connsiteX325" fmla="*/ 4021200 w 5799173"/>
              <a:gd name="connsiteY325" fmla="*/ 434443 h 5017219"/>
              <a:gd name="connsiteX326" fmla="*/ 4010649 w 5799173"/>
              <a:gd name="connsiteY326" fmla="*/ 416165 h 5017219"/>
              <a:gd name="connsiteX327" fmla="*/ 4010649 w 5799173"/>
              <a:gd name="connsiteY327" fmla="*/ 414670 h 5017219"/>
              <a:gd name="connsiteX328" fmla="*/ 4021200 w 5799173"/>
              <a:gd name="connsiteY328" fmla="*/ 396392 h 5017219"/>
              <a:gd name="connsiteX329" fmla="*/ 4022446 w 5799173"/>
              <a:gd name="connsiteY329" fmla="*/ 395645 h 5017219"/>
              <a:gd name="connsiteX330" fmla="*/ 4043465 w 5799173"/>
              <a:gd name="connsiteY330" fmla="*/ 395645 h 5017219"/>
              <a:gd name="connsiteX331" fmla="*/ 4044711 w 5799173"/>
              <a:gd name="connsiteY331" fmla="*/ 396392 h 5017219"/>
              <a:gd name="connsiteX332" fmla="*/ 4055262 w 5799173"/>
              <a:gd name="connsiteY332" fmla="*/ 414670 h 5017219"/>
              <a:gd name="connsiteX333" fmla="*/ 4055262 w 5799173"/>
              <a:gd name="connsiteY333" fmla="*/ 416165 h 5017219"/>
              <a:gd name="connsiteX334" fmla="*/ 4044711 w 5799173"/>
              <a:gd name="connsiteY334" fmla="*/ 434443 h 5017219"/>
              <a:gd name="connsiteX335" fmla="*/ 4043465 w 5799173"/>
              <a:gd name="connsiteY335" fmla="*/ 435191 h 5017219"/>
              <a:gd name="connsiteX336" fmla="*/ 3901968 w 5799173"/>
              <a:gd name="connsiteY336" fmla="*/ 403193 h 5017219"/>
              <a:gd name="connsiteX337" fmla="*/ 3900638 w 5799173"/>
              <a:gd name="connsiteY337" fmla="*/ 402445 h 5017219"/>
              <a:gd name="connsiteX338" fmla="*/ 3890005 w 5799173"/>
              <a:gd name="connsiteY338" fmla="*/ 384002 h 5017219"/>
              <a:gd name="connsiteX339" fmla="*/ 3890005 w 5799173"/>
              <a:gd name="connsiteY339" fmla="*/ 382506 h 5017219"/>
              <a:gd name="connsiteX340" fmla="*/ 3900639 w 5799173"/>
              <a:gd name="connsiteY340" fmla="*/ 364063 h 5017219"/>
              <a:gd name="connsiteX341" fmla="*/ 3901968 w 5799173"/>
              <a:gd name="connsiteY341" fmla="*/ 363315 h 5017219"/>
              <a:gd name="connsiteX342" fmla="*/ 3923237 w 5799173"/>
              <a:gd name="connsiteY342" fmla="*/ 363315 h 5017219"/>
              <a:gd name="connsiteX343" fmla="*/ 3924566 w 5799173"/>
              <a:gd name="connsiteY343" fmla="*/ 364063 h 5017219"/>
              <a:gd name="connsiteX344" fmla="*/ 3935200 w 5799173"/>
              <a:gd name="connsiteY344" fmla="*/ 382506 h 5017219"/>
              <a:gd name="connsiteX345" fmla="*/ 3935200 w 5799173"/>
              <a:gd name="connsiteY345" fmla="*/ 384002 h 5017219"/>
              <a:gd name="connsiteX346" fmla="*/ 3924566 w 5799173"/>
              <a:gd name="connsiteY346" fmla="*/ 402445 h 5017219"/>
              <a:gd name="connsiteX347" fmla="*/ 3923236 w 5799173"/>
              <a:gd name="connsiteY347" fmla="*/ 403193 h 5017219"/>
              <a:gd name="connsiteX348" fmla="*/ 3962070 w 5799173"/>
              <a:gd name="connsiteY348" fmla="*/ 419486 h 5017219"/>
              <a:gd name="connsiteX349" fmla="*/ 3960741 w 5799173"/>
              <a:gd name="connsiteY349" fmla="*/ 418739 h 5017219"/>
              <a:gd name="connsiteX350" fmla="*/ 3950024 w 5799173"/>
              <a:gd name="connsiteY350" fmla="*/ 400129 h 5017219"/>
              <a:gd name="connsiteX351" fmla="*/ 3950024 w 5799173"/>
              <a:gd name="connsiteY351" fmla="*/ 398633 h 5017219"/>
              <a:gd name="connsiteX352" fmla="*/ 3960742 w 5799173"/>
              <a:gd name="connsiteY352" fmla="*/ 380023 h 5017219"/>
              <a:gd name="connsiteX353" fmla="*/ 3962070 w 5799173"/>
              <a:gd name="connsiteY353" fmla="*/ 379276 h 5017219"/>
              <a:gd name="connsiteX354" fmla="*/ 3983506 w 5799173"/>
              <a:gd name="connsiteY354" fmla="*/ 379276 h 5017219"/>
              <a:gd name="connsiteX355" fmla="*/ 3984835 w 5799173"/>
              <a:gd name="connsiteY355" fmla="*/ 380023 h 5017219"/>
              <a:gd name="connsiteX356" fmla="*/ 3995552 w 5799173"/>
              <a:gd name="connsiteY356" fmla="*/ 398633 h 5017219"/>
              <a:gd name="connsiteX357" fmla="*/ 3995551 w 5799173"/>
              <a:gd name="connsiteY357" fmla="*/ 400129 h 5017219"/>
              <a:gd name="connsiteX358" fmla="*/ 3984834 w 5799173"/>
              <a:gd name="connsiteY358" fmla="*/ 418739 h 5017219"/>
              <a:gd name="connsiteX359" fmla="*/ 3983506 w 5799173"/>
              <a:gd name="connsiteY359" fmla="*/ 419486 h 5017219"/>
              <a:gd name="connsiteX360" fmla="*/ 4443560 w 5799173"/>
              <a:gd name="connsiteY360" fmla="*/ 548501 h 5017219"/>
              <a:gd name="connsiteX361" fmla="*/ 4442231 w 5799173"/>
              <a:gd name="connsiteY361" fmla="*/ 547754 h 5017219"/>
              <a:gd name="connsiteX362" fmla="*/ 4431514 w 5799173"/>
              <a:gd name="connsiteY362" fmla="*/ 529144 h 5017219"/>
              <a:gd name="connsiteX363" fmla="*/ 4431514 w 5799173"/>
              <a:gd name="connsiteY363" fmla="*/ 527648 h 5017219"/>
              <a:gd name="connsiteX364" fmla="*/ 4442232 w 5799173"/>
              <a:gd name="connsiteY364" fmla="*/ 509038 h 5017219"/>
              <a:gd name="connsiteX365" fmla="*/ 4443560 w 5799173"/>
              <a:gd name="connsiteY365" fmla="*/ 508291 h 5017219"/>
              <a:gd name="connsiteX366" fmla="*/ 4464996 w 5799173"/>
              <a:gd name="connsiteY366" fmla="*/ 508291 h 5017219"/>
              <a:gd name="connsiteX367" fmla="*/ 4466325 w 5799173"/>
              <a:gd name="connsiteY367" fmla="*/ 509038 h 5017219"/>
              <a:gd name="connsiteX368" fmla="*/ 4477042 w 5799173"/>
              <a:gd name="connsiteY368" fmla="*/ 527648 h 5017219"/>
              <a:gd name="connsiteX369" fmla="*/ 4477041 w 5799173"/>
              <a:gd name="connsiteY369" fmla="*/ 529144 h 5017219"/>
              <a:gd name="connsiteX370" fmla="*/ 4466324 w 5799173"/>
              <a:gd name="connsiteY370" fmla="*/ 547754 h 5017219"/>
              <a:gd name="connsiteX371" fmla="*/ 4464995 w 5799173"/>
              <a:gd name="connsiteY371" fmla="*/ 548501 h 5017219"/>
              <a:gd name="connsiteX372" fmla="*/ 4323103 w 5799173"/>
              <a:gd name="connsiteY372" fmla="*/ 516425 h 5017219"/>
              <a:gd name="connsiteX373" fmla="*/ 4321774 w 5799173"/>
              <a:gd name="connsiteY373" fmla="*/ 515677 h 5017219"/>
              <a:gd name="connsiteX374" fmla="*/ 4310974 w 5799173"/>
              <a:gd name="connsiteY374" fmla="*/ 496901 h 5017219"/>
              <a:gd name="connsiteX375" fmla="*/ 4310974 w 5799173"/>
              <a:gd name="connsiteY375" fmla="*/ 495405 h 5017219"/>
              <a:gd name="connsiteX376" fmla="*/ 4321774 w 5799173"/>
              <a:gd name="connsiteY376" fmla="*/ 476630 h 5017219"/>
              <a:gd name="connsiteX377" fmla="*/ 4323103 w 5799173"/>
              <a:gd name="connsiteY377" fmla="*/ 475882 h 5017219"/>
              <a:gd name="connsiteX378" fmla="*/ 4344787 w 5799173"/>
              <a:gd name="connsiteY378" fmla="*/ 475882 h 5017219"/>
              <a:gd name="connsiteX379" fmla="*/ 4346116 w 5799173"/>
              <a:gd name="connsiteY379" fmla="*/ 476630 h 5017219"/>
              <a:gd name="connsiteX380" fmla="*/ 4356917 w 5799173"/>
              <a:gd name="connsiteY380" fmla="*/ 495405 h 5017219"/>
              <a:gd name="connsiteX381" fmla="*/ 4356917 w 5799173"/>
              <a:gd name="connsiteY381" fmla="*/ 496901 h 5017219"/>
              <a:gd name="connsiteX382" fmla="*/ 4346116 w 5799173"/>
              <a:gd name="connsiteY382" fmla="*/ 515677 h 5017219"/>
              <a:gd name="connsiteX383" fmla="*/ 4344787 w 5799173"/>
              <a:gd name="connsiteY383" fmla="*/ 516425 h 5017219"/>
              <a:gd name="connsiteX384" fmla="*/ 4382887 w 5799173"/>
              <a:gd name="connsiteY384" fmla="*/ 533196 h 5017219"/>
              <a:gd name="connsiteX385" fmla="*/ 4381559 w 5799173"/>
              <a:gd name="connsiteY385" fmla="*/ 532365 h 5017219"/>
              <a:gd name="connsiteX386" fmla="*/ 4370343 w 5799173"/>
              <a:gd name="connsiteY386" fmla="*/ 513007 h 5017219"/>
              <a:gd name="connsiteX387" fmla="*/ 4370343 w 5799173"/>
              <a:gd name="connsiteY387" fmla="*/ 511429 h 5017219"/>
              <a:gd name="connsiteX388" fmla="*/ 4381558 w 5799173"/>
              <a:gd name="connsiteY388" fmla="*/ 492071 h 5017219"/>
              <a:gd name="connsiteX389" fmla="*/ 4382888 w 5799173"/>
              <a:gd name="connsiteY389" fmla="*/ 491241 h 5017219"/>
              <a:gd name="connsiteX390" fmla="*/ 4405236 w 5799173"/>
              <a:gd name="connsiteY390" fmla="*/ 491240 h 5017219"/>
              <a:gd name="connsiteX391" fmla="*/ 4406566 w 5799173"/>
              <a:gd name="connsiteY391" fmla="*/ 492071 h 5017219"/>
              <a:gd name="connsiteX392" fmla="*/ 4417781 w 5799173"/>
              <a:gd name="connsiteY392" fmla="*/ 511429 h 5017219"/>
              <a:gd name="connsiteX393" fmla="*/ 4417781 w 5799173"/>
              <a:gd name="connsiteY393" fmla="*/ 513007 h 5017219"/>
              <a:gd name="connsiteX394" fmla="*/ 4406565 w 5799173"/>
              <a:gd name="connsiteY394" fmla="*/ 532365 h 5017219"/>
              <a:gd name="connsiteX395" fmla="*/ 4405236 w 5799173"/>
              <a:gd name="connsiteY395" fmla="*/ 533195 h 5017219"/>
              <a:gd name="connsiteX396" fmla="*/ 3713497 w 5799173"/>
              <a:gd name="connsiteY396" fmla="*/ 395594 h 5017219"/>
              <a:gd name="connsiteX397" fmla="*/ 3712915 w 5799173"/>
              <a:gd name="connsiteY397" fmla="*/ 395261 h 5017219"/>
              <a:gd name="connsiteX398" fmla="*/ 3708346 w 5799173"/>
              <a:gd name="connsiteY398" fmla="*/ 387369 h 5017219"/>
              <a:gd name="connsiteX399" fmla="*/ 3708346 w 5799173"/>
              <a:gd name="connsiteY399" fmla="*/ 386704 h 5017219"/>
              <a:gd name="connsiteX400" fmla="*/ 3712915 w 5799173"/>
              <a:gd name="connsiteY400" fmla="*/ 378812 h 5017219"/>
              <a:gd name="connsiteX401" fmla="*/ 3713497 w 5799173"/>
              <a:gd name="connsiteY401" fmla="*/ 378478 h 5017219"/>
              <a:gd name="connsiteX402" fmla="*/ 3722635 w 5799173"/>
              <a:gd name="connsiteY402" fmla="*/ 378479 h 5017219"/>
              <a:gd name="connsiteX403" fmla="*/ 3723217 w 5799173"/>
              <a:gd name="connsiteY403" fmla="*/ 378812 h 5017219"/>
              <a:gd name="connsiteX404" fmla="*/ 3727787 w 5799173"/>
              <a:gd name="connsiteY404" fmla="*/ 386704 h 5017219"/>
              <a:gd name="connsiteX405" fmla="*/ 3727787 w 5799173"/>
              <a:gd name="connsiteY405" fmla="*/ 387368 h 5017219"/>
              <a:gd name="connsiteX406" fmla="*/ 3723218 w 5799173"/>
              <a:gd name="connsiteY406" fmla="*/ 395261 h 5017219"/>
              <a:gd name="connsiteX407" fmla="*/ 3722635 w 5799173"/>
              <a:gd name="connsiteY407" fmla="*/ 395594 h 5017219"/>
              <a:gd name="connsiteX408" fmla="*/ 2325132 w 5799173"/>
              <a:gd name="connsiteY408" fmla="*/ 32317 h 5017219"/>
              <a:gd name="connsiteX409" fmla="*/ 2324052 w 5799173"/>
              <a:gd name="connsiteY409" fmla="*/ 31736 h 5017219"/>
              <a:gd name="connsiteX410" fmla="*/ 2315412 w 5799173"/>
              <a:gd name="connsiteY410" fmla="*/ 16781 h 5017219"/>
              <a:gd name="connsiteX411" fmla="*/ 2315412 w 5799173"/>
              <a:gd name="connsiteY411" fmla="*/ 15535 h 5017219"/>
              <a:gd name="connsiteX412" fmla="*/ 2324052 w 5799173"/>
              <a:gd name="connsiteY412" fmla="*/ 581 h 5017219"/>
              <a:gd name="connsiteX413" fmla="*/ 2325132 w 5799173"/>
              <a:gd name="connsiteY413" fmla="*/ 0 h 5017219"/>
              <a:gd name="connsiteX414" fmla="*/ 2342412 w 5799173"/>
              <a:gd name="connsiteY414" fmla="*/ 0 h 5017219"/>
              <a:gd name="connsiteX415" fmla="*/ 2343492 w 5799173"/>
              <a:gd name="connsiteY415" fmla="*/ 581 h 5017219"/>
              <a:gd name="connsiteX416" fmla="*/ 2352133 w 5799173"/>
              <a:gd name="connsiteY416" fmla="*/ 15535 h 5017219"/>
              <a:gd name="connsiteX417" fmla="*/ 2352133 w 5799173"/>
              <a:gd name="connsiteY417" fmla="*/ 16781 h 5017219"/>
              <a:gd name="connsiteX418" fmla="*/ 2343492 w 5799173"/>
              <a:gd name="connsiteY418" fmla="*/ 31735 h 5017219"/>
              <a:gd name="connsiteX419" fmla="*/ 2342412 w 5799173"/>
              <a:gd name="connsiteY419" fmla="*/ 32317 h 5017219"/>
              <a:gd name="connsiteX420" fmla="*/ 2384583 w 5799173"/>
              <a:gd name="connsiteY420" fmla="*/ 49763 h 5017219"/>
              <a:gd name="connsiteX421" fmla="*/ 2383420 w 5799173"/>
              <a:gd name="connsiteY421" fmla="*/ 49099 h 5017219"/>
              <a:gd name="connsiteX422" fmla="*/ 2374032 w 5799173"/>
              <a:gd name="connsiteY422" fmla="*/ 32898 h 5017219"/>
              <a:gd name="connsiteX423" fmla="*/ 2374032 w 5799173"/>
              <a:gd name="connsiteY423" fmla="*/ 31569 h 5017219"/>
              <a:gd name="connsiteX424" fmla="*/ 2383420 w 5799173"/>
              <a:gd name="connsiteY424" fmla="*/ 15368 h 5017219"/>
              <a:gd name="connsiteX425" fmla="*/ 2384583 w 5799173"/>
              <a:gd name="connsiteY425" fmla="*/ 14704 h 5017219"/>
              <a:gd name="connsiteX426" fmla="*/ 2403276 w 5799173"/>
              <a:gd name="connsiteY426" fmla="*/ 14704 h 5017219"/>
              <a:gd name="connsiteX427" fmla="*/ 2404439 w 5799173"/>
              <a:gd name="connsiteY427" fmla="*/ 15368 h 5017219"/>
              <a:gd name="connsiteX428" fmla="*/ 2413827 w 5799173"/>
              <a:gd name="connsiteY428" fmla="*/ 31569 h 5017219"/>
              <a:gd name="connsiteX429" fmla="*/ 2413827 w 5799173"/>
              <a:gd name="connsiteY429" fmla="*/ 32898 h 5017219"/>
              <a:gd name="connsiteX430" fmla="*/ 2404439 w 5799173"/>
              <a:gd name="connsiteY430" fmla="*/ 49099 h 5017219"/>
              <a:gd name="connsiteX431" fmla="*/ 2403276 w 5799173"/>
              <a:gd name="connsiteY431" fmla="*/ 49763 h 5017219"/>
              <a:gd name="connsiteX432" fmla="*/ 3768677 w 5799173"/>
              <a:gd name="connsiteY432" fmla="*/ 421104 h 5017219"/>
              <a:gd name="connsiteX433" fmla="*/ 3767514 w 5799173"/>
              <a:gd name="connsiteY433" fmla="*/ 420440 h 5017219"/>
              <a:gd name="connsiteX434" fmla="*/ 3757960 w 5799173"/>
              <a:gd name="connsiteY434" fmla="*/ 403907 h 5017219"/>
              <a:gd name="connsiteX435" fmla="*/ 3757960 w 5799173"/>
              <a:gd name="connsiteY435" fmla="*/ 402577 h 5017219"/>
              <a:gd name="connsiteX436" fmla="*/ 3767514 w 5799173"/>
              <a:gd name="connsiteY436" fmla="*/ 386045 h 5017219"/>
              <a:gd name="connsiteX437" fmla="*/ 3768677 w 5799173"/>
              <a:gd name="connsiteY437" fmla="*/ 385381 h 5017219"/>
              <a:gd name="connsiteX438" fmla="*/ 3787785 w 5799173"/>
              <a:gd name="connsiteY438" fmla="*/ 385381 h 5017219"/>
              <a:gd name="connsiteX439" fmla="*/ 3788948 w 5799173"/>
              <a:gd name="connsiteY439" fmla="*/ 386044 h 5017219"/>
              <a:gd name="connsiteX440" fmla="*/ 3798502 w 5799173"/>
              <a:gd name="connsiteY440" fmla="*/ 402577 h 5017219"/>
              <a:gd name="connsiteX441" fmla="*/ 3798502 w 5799173"/>
              <a:gd name="connsiteY441" fmla="*/ 403907 h 5017219"/>
              <a:gd name="connsiteX442" fmla="*/ 3788948 w 5799173"/>
              <a:gd name="connsiteY442" fmla="*/ 420439 h 5017219"/>
              <a:gd name="connsiteX443" fmla="*/ 3787785 w 5799173"/>
              <a:gd name="connsiteY443" fmla="*/ 421104 h 5017219"/>
              <a:gd name="connsiteX444" fmla="*/ 2444256 w 5799173"/>
              <a:gd name="connsiteY444" fmla="*/ 66990 h 5017219"/>
              <a:gd name="connsiteX445" fmla="*/ 2443011 w 5799173"/>
              <a:gd name="connsiteY445" fmla="*/ 66326 h 5017219"/>
              <a:gd name="connsiteX446" fmla="*/ 2433124 w 5799173"/>
              <a:gd name="connsiteY446" fmla="*/ 49128 h 5017219"/>
              <a:gd name="connsiteX447" fmla="*/ 2433124 w 5799173"/>
              <a:gd name="connsiteY447" fmla="*/ 47716 h 5017219"/>
              <a:gd name="connsiteX448" fmla="*/ 2443011 w 5799173"/>
              <a:gd name="connsiteY448" fmla="*/ 30519 h 5017219"/>
              <a:gd name="connsiteX449" fmla="*/ 2444256 w 5799173"/>
              <a:gd name="connsiteY449" fmla="*/ 29854 h 5017219"/>
              <a:gd name="connsiteX450" fmla="*/ 2464112 w 5799173"/>
              <a:gd name="connsiteY450" fmla="*/ 29854 h 5017219"/>
              <a:gd name="connsiteX451" fmla="*/ 2465359 w 5799173"/>
              <a:gd name="connsiteY451" fmla="*/ 30519 h 5017219"/>
              <a:gd name="connsiteX452" fmla="*/ 2475245 w 5799173"/>
              <a:gd name="connsiteY452" fmla="*/ 47716 h 5017219"/>
              <a:gd name="connsiteX453" fmla="*/ 2475245 w 5799173"/>
              <a:gd name="connsiteY453" fmla="*/ 49128 h 5017219"/>
              <a:gd name="connsiteX454" fmla="*/ 2465359 w 5799173"/>
              <a:gd name="connsiteY454" fmla="*/ 66326 h 5017219"/>
              <a:gd name="connsiteX455" fmla="*/ 2464112 w 5799173"/>
              <a:gd name="connsiteY455" fmla="*/ 66990 h 5017219"/>
              <a:gd name="connsiteX456" fmla="*/ 2504300 w 5799173"/>
              <a:gd name="connsiteY456" fmla="*/ 83275 h 5017219"/>
              <a:gd name="connsiteX457" fmla="*/ 2503054 w 5799173"/>
              <a:gd name="connsiteY457" fmla="*/ 82527 h 5017219"/>
              <a:gd name="connsiteX458" fmla="*/ 2493084 w 5799173"/>
              <a:gd name="connsiteY458" fmla="*/ 65164 h 5017219"/>
              <a:gd name="connsiteX459" fmla="*/ 2493084 w 5799173"/>
              <a:gd name="connsiteY459" fmla="*/ 63751 h 5017219"/>
              <a:gd name="connsiteX460" fmla="*/ 2503137 w 5799173"/>
              <a:gd name="connsiteY460" fmla="*/ 46388 h 5017219"/>
              <a:gd name="connsiteX461" fmla="*/ 2504383 w 5799173"/>
              <a:gd name="connsiteY461" fmla="*/ 45640 h 5017219"/>
              <a:gd name="connsiteX462" fmla="*/ 2524405 w 5799173"/>
              <a:gd name="connsiteY462" fmla="*/ 45640 h 5017219"/>
              <a:gd name="connsiteX463" fmla="*/ 2525651 w 5799173"/>
              <a:gd name="connsiteY463" fmla="*/ 46388 h 5017219"/>
              <a:gd name="connsiteX464" fmla="*/ 2535621 w 5799173"/>
              <a:gd name="connsiteY464" fmla="*/ 63751 h 5017219"/>
              <a:gd name="connsiteX465" fmla="*/ 2535621 w 5799173"/>
              <a:gd name="connsiteY465" fmla="*/ 65164 h 5017219"/>
              <a:gd name="connsiteX466" fmla="*/ 2525568 w 5799173"/>
              <a:gd name="connsiteY466" fmla="*/ 82527 h 5017219"/>
              <a:gd name="connsiteX467" fmla="*/ 2524322 w 5799173"/>
              <a:gd name="connsiteY467" fmla="*/ 83275 h 5017219"/>
              <a:gd name="connsiteX468" fmla="*/ 2564487 w 5799173"/>
              <a:gd name="connsiteY468" fmla="*/ 99402 h 5017219"/>
              <a:gd name="connsiteX469" fmla="*/ 2563241 w 5799173"/>
              <a:gd name="connsiteY469" fmla="*/ 98654 h 5017219"/>
              <a:gd name="connsiteX470" fmla="*/ 2553271 w 5799173"/>
              <a:gd name="connsiteY470" fmla="*/ 81291 h 5017219"/>
              <a:gd name="connsiteX471" fmla="*/ 2553271 w 5799173"/>
              <a:gd name="connsiteY471" fmla="*/ 79878 h 5017219"/>
              <a:gd name="connsiteX472" fmla="*/ 2563324 w 5799173"/>
              <a:gd name="connsiteY472" fmla="*/ 62515 h 5017219"/>
              <a:gd name="connsiteX473" fmla="*/ 2564570 w 5799173"/>
              <a:gd name="connsiteY473" fmla="*/ 61767 h 5017219"/>
              <a:gd name="connsiteX474" fmla="*/ 2584592 w 5799173"/>
              <a:gd name="connsiteY474" fmla="*/ 61767 h 5017219"/>
              <a:gd name="connsiteX475" fmla="*/ 2585838 w 5799173"/>
              <a:gd name="connsiteY475" fmla="*/ 62515 h 5017219"/>
              <a:gd name="connsiteX476" fmla="*/ 2595808 w 5799173"/>
              <a:gd name="connsiteY476" fmla="*/ 79878 h 5017219"/>
              <a:gd name="connsiteX477" fmla="*/ 2595808 w 5799173"/>
              <a:gd name="connsiteY477" fmla="*/ 81291 h 5017219"/>
              <a:gd name="connsiteX478" fmla="*/ 2585755 w 5799173"/>
              <a:gd name="connsiteY478" fmla="*/ 98654 h 5017219"/>
              <a:gd name="connsiteX479" fmla="*/ 2584509 w 5799173"/>
              <a:gd name="connsiteY479" fmla="*/ 99402 h 5017219"/>
              <a:gd name="connsiteX480" fmla="*/ 3948687 w 5799173"/>
              <a:gd name="connsiteY480" fmla="*/ 470487 h 5017219"/>
              <a:gd name="connsiteX481" fmla="*/ 3947442 w 5799173"/>
              <a:gd name="connsiteY481" fmla="*/ 469739 h 5017219"/>
              <a:gd name="connsiteX482" fmla="*/ 3937305 w 5799173"/>
              <a:gd name="connsiteY482" fmla="*/ 452210 h 5017219"/>
              <a:gd name="connsiteX483" fmla="*/ 3937305 w 5799173"/>
              <a:gd name="connsiteY483" fmla="*/ 450797 h 5017219"/>
              <a:gd name="connsiteX484" fmla="*/ 3947441 w 5799173"/>
              <a:gd name="connsiteY484" fmla="*/ 433268 h 5017219"/>
              <a:gd name="connsiteX485" fmla="*/ 3948687 w 5799173"/>
              <a:gd name="connsiteY485" fmla="*/ 432520 h 5017219"/>
              <a:gd name="connsiteX486" fmla="*/ 3968959 w 5799173"/>
              <a:gd name="connsiteY486" fmla="*/ 432520 h 5017219"/>
              <a:gd name="connsiteX487" fmla="*/ 3970204 w 5799173"/>
              <a:gd name="connsiteY487" fmla="*/ 433268 h 5017219"/>
              <a:gd name="connsiteX488" fmla="*/ 3980340 w 5799173"/>
              <a:gd name="connsiteY488" fmla="*/ 450798 h 5017219"/>
              <a:gd name="connsiteX489" fmla="*/ 3980340 w 5799173"/>
              <a:gd name="connsiteY489" fmla="*/ 452209 h 5017219"/>
              <a:gd name="connsiteX490" fmla="*/ 3970204 w 5799173"/>
              <a:gd name="connsiteY490" fmla="*/ 469739 h 5017219"/>
              <a:gd name="connsiteX491" fmla="*/ 3968958 w 5799173"/>
              <a:gd name="connsiteY491" fmla="*/ 470487 h 5017219"/>
              <a:gd name="connsiteX492" fmla="*/ 4008873 w 5799173"/>
              <a:gd name="connsiteY492" fmla="*/ 486613 h 5017219"/>
              <a:gd name="connsiteX493" fmla="*/ 4007628 w 5799173"/>
              <a:gd name="connsiteY493" fmla="*/ 485866 h 5017219"/>
              <a:gd name="connsiteX494" fmla="*/ 3997491 w 5799173"/>
              <a:gd name="connsiteY494" fmla="*/ 468336 h 5017219"/>
              <a:gd name="connsiteX495" fmla="*/ 3997491 w 5799173"/>
              <a:gd name="connsiteY495" fmla="*/ 466924 h 5017219"/>
              <a:gd name="connsiteX496" fmla="*/ 4007627 w 5799173"/>
              <a:gd name="connsiteY496" fmla="*/ 449394 h 5017219"/>
              <a:gd name="connsiteX497" fmla="*/ 4008873 w 5799173"/>
              <a:gd name="connsiteY497" fmla="*/ 448646 h 5017219"/>
              <a:gd name="connsiteX498" fmla="*/ 4029144 w 5799173"/>
              <a:gd name="connsiteY498" fmla="*/ 448646 h 5017219"/>
              <a:gd name="connsiteX499" fmla="*/ 4030390 w 5799173"/>
              <a:gd name="connsiteY499" fmla="*/ 449394 h 5017219"/>
              <a:gd name="connsiteX500" fmla="*/ 4040526 w 5799173"/>
              <a:gd name="connsiteY500" fmla="*/ 466924 h 5017219"/>
              <a:gd name="connsiteX501" fmla="*/ 4040526 w 5799173"/>
              <a:gd name="connsiteY501" fmla="*/ 468336 h 5017219"/>
              <a:gd name="connsiteX502" fmla="*/ 4030390 w 5799173"/>
              <a:gd name="connsiteY502" fmla="*/ 485866 h 5017219"/>
              <a:gd name="connsiteX503" fmla="*/ 4029144 w 5799173"/>
              <a:gd name="connsiteY503" fmla="*/ 486614 h 5017219"/>
              <a:gd name="connsiteX504" fmla="*/ 4069059 w 5799173"/>
              <a:gd name="connsiteY504" fmla="*/ 502740 h 5017219"/>
              <a:gd name="connsiteX505" fmla="*/ 4067813 w 5799173"/>
              <a:gd name="connsiteY505" fmla="*/ 501993 h 5017219"/>
              <a:gd name="connsiteX506" fmla="*/ 4057677 w 5799173"/>
              <a:gd name="connsiteY506" fmla="*/ 484463 h 5017219"/>
              <a:gd name="connsiteX507" fmla="*/ 4057677 w 5799173"/>
              <a:gd name="connsiteY507" fmla="*/ 483051 h 5017219"/>
              <a:gd name="connsiteX508" fmla="*/ 4067813 w 5799173"/>
              <a:gd name="connsiteY508" fmla="*/ 465521 h 5017219"/>
              <a:gd name="connsiteX509" fmla="*/ 4069059 w 5799173"/>
              <a:gd name="connsiteY509" fmla="*/ 464773 h 5017219"/>
              <a:gd name="connsiteX510" fmla="*/ 4089330 w 5799173"/>
              <a:gd name="connsiteY510" fmla="*/ 464773 h 5017219"/>
              <a:gd name="connsiteX511" fmla="*/ 4090576 w 5799173"/>
              <a:gd name="connsiteY511" fmla="*/ 465521 h 5017219"/>
              <a:gd name="connsiteX512" fmla="*/ 4100712 w 5799173"/>
              <a:gd name="connsiteY512" fmla="*/ 483051 h 5017219"/>
              <a:gd name="connsiteX513" fmla="*/ 4100712 w 5799173"/>
              <a:gd name="connsiteY513" fmla="*/ 484463 h 5017219"/>
              <a:gd name="connsiteX514" fmla="*/ 4090576 w 5799173"/>
              <a:gd name="connsiteY514" fmla="*/ 501993 h 5017219"/>
              <a:gd name="connsiteX515" fmla="*/ 4089330 w 5799173"/>
              <a:gd name="connsiteY515" fmla="*/ 502740 h 5017219"/>
              <a:gd name="connsiteX516" fmla="*/ 4129059 w 5799173"/>
              <a:gd name="connsiteY516" fmla="*/ 519186 h 5017219"/>
              <a:gd name="connsiteX517" fmla="*/ 4127813 w 5799173"/>
              <a:gd name="connsiteY517" fmla="*/ 518438 h 5017219"/>
              <a:gd name="connsiteX518" fmla="*/ 4117511 w 5799173"/>
              <a:gd name="connsiteY518" fmla="*/ 500660 h 5017219"/>
              <a:gd name="connsiteX519" fmla="*/ 4117511 w 5799173"/>
              <a:gd name="connsiteY519" fmla="*/ 499246 h 5017219"/>
              <a:gd name="connsiteX520" fmla="*/ 4127813 w 5799173"/>
              <a:gd name="connsiteY520" fmla="*/ 481469 h 5017219"/>
              <a:gd name="connsiteX521" fmla="*/ 4129059 w 5799173"/>
              <a:gd name="connsiteY521" fmla="*/ 480721 h 5017219"/>
              <a:gd name="connsiteX522" fmla="*/ 4149579 w 5799173"/>
              <a:gd name="connsiteY522" fmla="*/ 480720 h 5017219"/>
              <a:gd name="connsiteX523" fmla="*/ 4150826 w 5799173"/>
              <a:gd name="connsiteY523" fmla="*/ 481468 h 5017219"/>
              <a:gd name="connsiteX524" fmla="*/ 4161127 w 5799173"/>
              <a:gd name="connsiteY524" fmla="*/ 499246 h 5017219"/>
              <a:gd name="connsiteX525" fmla="*/ 4161127 w 5799173"/>
              <a:gd name="connsiteY525" fmla="*/ 500659 h 5017219"/>
              <a:gd name="connsiteX526" fmla="*/ 4150826 w 5799173"/>
              <a:gd name="connsiteY526" fmla="*/ 518438 h 5017219"/>
              <a:gd name="connsiteX527" fmla="*/ 4149579 w 5799173"/>
              <a:gd name="connsiteY527" fmla="*/ 519186 h 5017219"/>
              <a:gd name="connsiteX528" fmla="*/ 4189245 w 5799173"/>
              <a:gd name="connsiteY528" fmla="*/ 535313 h 5017219"/>
              <a:gd name="connsiteX529" fmla="*/ 4187999 w 5799173"/>
              <a:gd name="connsiteY529" fmla="*/ 534565 h 5017219"/>
              <a:gd name="connsiteX530" fmla="*/ 4177697 w 5799173"/>
              <a:gd name="connsiteY530" fmla="*/ 516786 h 5017219"/>
              <a:gd name="connsiteX531" fmla="*/ 4177697 w 5799173"/>
              <a:gd name="connsiteY531" fmla="*/ 515373 h 5017219"/>
              <a:gd name="connsiteX532" fmla="*/ 4187999 w 5799173"/>
              <a:gd name="connsiteY532" fmla="*/ 497595 h 5017219"/>
              <a:gd name="connsiteX533" fmla="*/ 4189245 w 5799173"/>
              <a:gd name="connsiteY533" fmla="*/ 496847 h 5017219"/>
              <a:gd name="connsiteX534" fmla="*/ 4209765 w 5799173"/>
              <a:gd name="connsiteY534" fmla="*/ 496847 h 5017219"/>
              <a:gd name="connsiteX535" fmla="*/ 4211012 w 5799173"/>
              <a:gd name="connsiteY535" fmla="*/ 497595 h 5017219"/>
              <a:gd name="connsiteX536" fmla="*/ 4221313 w 5799173"/>
              <a:gd name="connsiteY536" fmla="*/ 515373 h 5017219"/>
              <a:gd name="connsiteX537" fmla="*/ 4221313 w 5799173"/>
              <a:gd name="connsiteY537" fmla="*/ 516786 h 5017219"/>
              <a:gd name="connsiteX538" fmla="*/ 4211012 w 5799173"/>
              <a:gd name="connsiteY538" fmla="*/ 534565 h 5017219"/>
              <a:gd name="connsiteX539" fmla="*/ 4209765 w 5799173"/>
              <a:gd name="connsiteY539" fmla="*/ 535313 h 5017219"/>
              <a:gd name="connsiteX540" fmla="*/ 4249432 w 5799173"/>
              <a:gd name="connsiteY540" fmla="*/ 551440 h 5017219"/>
              <a:gd name="connsiteX541" fmla="*/ 4248186 w 5799173"/>
              <a:gd name="connsiteY541" fmla="*/ 550692 h 5017219"/>
              <a:gd name="connsiteX542" fmla="*/ 4237884 w 5799173"/>
              <a:gd name="connsiteY542" fmla="*/ 532913 h 5017219"/>
              <a:gd name="connsiteX543" fmla="*/ 4237883 w 5799173"/>
              <a:gd name="connsiteY543" fmla="*/ 531500 h 5017219"/>
              <a:gd name="connsiteX544" fmla="*/ 4248186 w 5799173"/>
              <a:gd name="connsiteY544" fmla="*/ 513722 h 5017219"/>
              <a:gd name="connsiteX545" fmla="*/ 4249432 w 5799173"/>
              <a:gd name="connsiteY545" fmla="*/ 512974 h 5017219"/>
              <a:gd name="connsiteX546" fmla="*/ 4269951 w 5799173"/>
              <a:gd name="connsiteY546" fmla="*/ 512974 h 5017219"/>
              <a:gd name="connsiteX547" fmla="*/ 4271199 w 5799173"/>
              <a:gd name="connsiteY547" fmla="*/ 513722 h 5017219"/>
              <a:gd name="connsiteX548" fmla="*/ 4281500 w 5799173"/>
              <a:gd name="connsiteY548" fmla="*/ 531500 h 5017219"/>
              <a:gd name="connsiteX549" fmla="*/ 4281500 w 5799173"/>
              <a:gd name="connsiteY549" fmla="*/ 532913 h 5017219"/>
              <a:gd name="connsiteX550" fmla="*/ 4271199 w 5799173"/>
              <a:gd name="connsiteY550" fmla="*/ 550692 h 5017219"/>
              <a:gd name="connsiteX551" fmla="*/ 4269952 w 5799173"/>
              <a:gd name="connsiteY551" fmla="*/ 551440 h 5017219"/>
              <a:gd name="connsiteX552" fmla="*/ 3828136 w 5799173"/>
              <a:gd name="connsiteY552" fmla="*/ 438657 h 5017219"/>
              <a:gd name="connsiteX553" fmla="*/ 3826890 w 5799173"/>
              <a:gd name="connsiteY553" fmla="*/ 437909 h 5017219"/>
              <a:gd name="connsiteX554" fmla="*/ 3816588 w 5799173"/>
              <a:gd name="connsiteY554" fmla="*/ 420048 h 5017219"/>
              <a:gd name="connsiteX555" fmla="*/ 3816588 w 5799173"/>
              <a:gd name="connsiteY555" fmla="*/ 418552 h 5017219"/>
              <a:gd name="connsiteX556" fmla="*/ 3826890 w 5799173"/>
              <a:gd name="connsiteY556" fmla="*/ 400690 h 5017219"/>
              <a:gd name="connsiteX557" fmla="*/ 3828136 w 5799173"/>
              <a:gd name="connsiteY557" fmla="*/ 399942 h 5017219"/>
              <a:gd name="connsiteX558" fmla="*/ 3848823 w 5799173"/>
              <a:gd name="connsiteY558" fmla="*/ 399942 h 5017219"/>
              <a:gd name="connsiteX559" fmla="*/ 3850069 w 5799173"/>
              <a:gd name="connsiteY559" fmla="*/ 400690 h 5017219"/>
              <a:gd name="connsiteX560" fmla="*/ 3860371 w 5799173"/>
              <a:gd name="connsiteY560" fmla="*/ 418552 h 5017219"/>
              <a:gd name="connsiteX561" fmla="*/ 3860371 w 5799173"/>
              <a:gd name="connsiteY561" fmla="*/ 420048 h 5017219"/>
              <a:gd name="connsiteX562" fmla="*/ 3850069 w 5799173"/>
              <a:gd name="connsiteY562" fmla="*/ 437909 h 5017219"/>
              <a:gd name="connsiteX563" fmla="*/ 3848823 w 5799173"/>
              <a:gd name="connsiteY563" fmla="*/ 438657 h 5017219"/>
              <a:gd name="connsiteX564" fmla="*/ 4309626 w 5799173"/>
              <a:gd name="connsiteY564" fmla="*/ 567672 h 5017219"/>
              <a:gd name="connsiteX565" fmla="*/ 4308380 w 5799173"/>
              <a:gd name="connsiteY565" fmla="*/ 566924 h 5017219"/>
              <a:gd name="connsiteX566" fmla="*/ 4298077 w 5799173"/>
              <a:gd name="connsiteY566" fmla="*/ 549063 h 5017219"/>
              <a:gd name="connsiteX567" fmla="*/ 4298078 w 5799173"/>
              <a:gd name="connsiteY567" fmla="*/ 547567 h 5017219"/>
              <a:gd name="connsiteX568" fmla="*/ 4308380 w 5799173"/>
              <a:gd name="connsiteY568" fmla="*/ 529705 h 5017219"/>
              <a:gd name="connsiteX569" fmla="*/ 4309626 w 5799173"/>
              <a:gd name="connsiteY569" fmla="*/ 528957 h 5017219"/>
              <a:gd name="connsiteX570" fmla="*/ 4330313 w 5799173"/>
              <a:gd name="connsiteY570" fmla="*/ 528957 h 5017219"/>
              <a:gd name="connsiteX571" fmla="*/ 4331558 w 5799173"/>
              <a:gd name="connsiteY571" fmla="*/ 529705 h 5017219"/>
              <a:gd name="connsiteX572" fmla="*/ 4341860 w 5799173"/>
              <a:gd name="connsiteY572" fmla="*/ 547567 h 5017219"/>
              <a:gd name="connsiteX573" fmla="*/ 4341861 w 5799173"/>
              <a:gd name="connsiteY573" fmla="*/ 549063 h 5017219"/>
              <a:gd name="connsiteX574" fmla="*/ 4331559 w 5799173"/>
              <a:gd name="connsiteY574" fmla="*/ 566924 h 5017219"/>
              <a:gd name="connsiteX575" fmla="*/ 4330313 w 5799173"/>
              <a:gd name="connsiteY575" fmla="*/ 567672 h 5017219"/>
              <a:gd name="connsiteX576" fmla="*/ 4369647 w 5799173"/>
              <a:gd name="connsiteY576" fmla="*/ 583955 h 5017219"/>
              <a:gd name="connsiteX577" fmla="*/ 4368401 w 5799173"/>
              <a:gd name="connsiteY577" fmla="*/ 583207 h 5017219"/>
              <a:gd name="connsiteX578" fmla="*/ 4358016 w 5799173"/>
              <a:gd name="connsiteY578" fmla="*/ 565179 h 5017219"/>
              <a:gd name="connsiteX579" fmla="*/ 4358016 w 5799173"/>
              <a:gd name="connsiteY579" fmla="*/ 563683 h 5017219"/>
              <a:gd name="connsiteX580" fmla="*/ 4368484 w 5799173"/>
              <a:gd name="connsiteY580" fmla="*/ 545655 h 5017219"/>
              <a:gd name="connsiteX581" fmla="*/ 4369730 w 5799173"/>
              <a:gd name="connsiteY581" fmla="*/ 544908 h 5017219"/>
              <a:gd name="connsiteX582" fmla="*/ 4390583 w 5799173"/>
              <a:gd name="connsiteY582" fmla="*/ 544908 h 5017219"/>
              <a:gd name="connsiteX583" fmla="*/ 4391829 w 5799173"/>
              <a:gd name="connsiteY583" fmla="*/ 545655 h 5017219"/>
              <a:gd name="connsiteX584" fmla="*/ 4402214 w 5799173"/>
              <a:gd name="connsiteY584" fmla="*/ 563683 h 5017219"/>
              <a:gd name="connsiteX585" fmla="*/ 4402214 w 5799173"/>
              <a:gd name="connsiteY585" fmla="*/ 565179 h 5017219"/>
              <a:gd name="connsiteX586" fmla="*/ 4391746 w 5799173"/>
              <a:gd name="connsiteY586" fmla="*/ 583207 h 5017219"/>
              <a:gd name="connsiteX587" fmla="*/ 4390500 w 5799173"/>
              <a:gd name="connsiteY587" fmla="*/ 583955 h 5017219"/>
              <a:gd name="connsiteX588" fmla="*/ 3887991 w 5799173"/>
              <a:gd name="connsiteY588" fmla="*/ 455354 h 5017219"/>
              <a:gd name="connsiteX589" fmla="*/ 3886662 w 5799173"/>
              <a:gd name="connsiteY589" fmla="*/ 454606 h 5017219"/>
              <a:gd name="connsiteX590" fmla="*/ 3876028 w 5799173"/>
              <a:gd name="connsiteY590" fmla="*/ 436163 h 5017219"/>
              <a:gd name="connsiteX591" fmla="*/ 3876028 w 5799173"/>
              <a:gd name="connsiteY591" fmla="*/ 434667 h 5017219"/>
              <a:gd name="connsiteX592" fmla="*/ 3886662 w 5799173"/>
              <a:gd name="connsiteY592" fmla="*/ 416224 h 5017219"/>
              <a:gd name="connsiteX593" fmla="*/ 3887991 w 5799173"/>
              <a:gd name="connsiteY593" fmla="*/ 415476 h 5017219"/>
              <a:gd name="connsiteX594" fmla="*/ 3909260 w 5799173"/>
              <a:gd name="connsiteY594" fmla="*/ 415476 h 5017219"/>
              <a:gd name="connsiteX595" fmla="*/ 3910589 w 5799173"/>
              <a:gd name="connsiteY595" fmla="*/ 416224 h 5017219"/>
              <a:gd name="connsiteX596" fmla="*/ 3921223 w 5799173"/>
              <a:gd name="connsiteY596" fmla="*/ 434667 h 5017219"/>
              <a:gd name="connsiteX597" fmla="*/ 3921223 w 5799173"/>
              <a:gd name="connsiteY597" fmla="*/ 436163 h 5017219"/>
              <a:gd name="connsiteX598" fmla="*/ 3910589 w 5799173"/>
              <a:gd name="connsiteY598" fmla="*/ 454606 h 5017219"/>
              <a:gd name="connsiteX599" fmla="*/ 3909260 w 5799173"/>
              <a:gd name="connsiteY599" fmla="*/ 455354 h 5017219"/>
              <a:gd name="connsiteX600" fmla="*/ 4489615 w 5799173"/>
              <a:gd name="connsiteY600" fmla="*/ 617040 h 5017219"/>
              <a:gd name="connsiteX601" fmla="*/ 4488285 w 5799173"/>
              <a:gd name="connsiteY601" fmla="*/ 616292 h 5017219"/>
              <a:gd name="connsiteX602" fmla="*/ 4477402 w 5799173"/>
              <a:gd name="connsiteY602" fmla="*/ 597433 h 5017219"/>
              <a:gd name="connsiteX603" fmla="*/ 4477403 w 5799173"/>
              <a:gd name="connsiteY603" fmla="*/ 595855 h 5017219"/>
              <a:gd name="connsiteX604" fmla="*/ 4488285 w 5799173"/>
              <a:gd name="connsiteY604" fmla="*/ 576996 h 5017219"/>
              <a:gd name="connsiteX605" fmla="*/ 4489615 w 5799173"/>
              <a:gd name="connsiteY605" fmla="*/ 576248 h 5017219"/>
              <a:gd name="connsiteX606" fmla="*/ 4511382 w 5799173"/>
              <a:gd name="connsiteY606" fmla="*/ 576248 h 5017219"/>
              <a:gd name="connsiteX607" fmla="*/ 4512711 w 5799173"/>
              <a:gd name="connsiteY607" fmla="*/ 576996 h 5017219"/>
              <a:gd name="connsiteX608" fmla="*/ 4523595 w 5799173"/>
              <a:gd name="connsiteY608" fmla="*/ 595855 h 5017219"/>
              <a:gd name="connsiteX609" fmla="*/ 4523594 w 5799173"/>
              <a:gd name="connsiteY609" fmla="*/ 597433 h 5017219"/>
              <a:gd name="connsiteX610" fmla="*/ 4512711 w 5799173"/>
              <a:gd name="connsiteY610" fmla="*/ 616292 h 5017219"/>
              <a:gd name="connsiteX611" fmla="*/ 4511381 w 5799173"/>
              <a:gd name="connsiteY611" fmla="*/ 617040 h 5017219"/>
              <a:gd name="connsiteX612" fmla="*/ 4429158 w 5799173"/>
              <a:gd name="connsiteY612" fmla="*/ 601325 h 5017219"/>
              <a:gd name="connsiteX613" fmla="*/ 4427828 w 5799173"/>
              <a:gd name="connsiteY613" fmla="*/ 600578 h 5017219"/>
              <a:gd name="connsiteX614" fmla="*/ 4416779 w 5799173"/>
              <a:gd name="connsiteY614" fmla="*/ 581387 h 5017219"/>
              <a:gd name="connsiteX615" fmla="*/ 4416779 w 5799173"/>
              <a:gd name="connsiteY615" fmla="*/ 579808 h 5017219"/>
              <a:gd name="connsiteX616" fmla="*/ 4427911 w 5799173"/>
              <a:gd name="connsiteY616" fmla="*/ 560617 h 5017219"/>
              <a:gd name="connsiteX617" fmla="*/ 4429241 w 5799173"/>
              <a:gd name="connsiteY617" fmla="*/ 559869 h 5017219"/>
              <a:gd name="connsiteX618" fmla="*/ 4451423 w 5799173"/>
              <a:gd name="connsiteY618" fmla="*/ 559869 h 5017219"/>
              <a:gd name="connsiteX619" fmla="*/ 4452752 w 5799173"/>
              <a:gd name="connsiteY619" fmla="*/ 560617 h 5017219"/>
              <a:gd name="connsiteX620" fmla="*/ 4463802 w 5799173"/>
              <a:gd name="connsiteY620" fmla="*/ 579808 h 5017219"/>
              <a:gd name="connsiteX621" fmla="*/ 4463802 w 5799173"/>
              <a:gd name="connsiteY621" fmla="*/ 581387 h 5017219"/>
              <a:gd name="connsiteX622" fmla="*/ 4452669 w 5799173"/>
              <a:gd name="connsiteY622" fmla="*/ 600578 h 5017219"/>
              <a:gd name="connsiteX623" fmla="*/ 4451340 w 5799173"/>
              <a:gd name="connsiteY623" fmla="*/ 601326 h 5017219"/>
              <a:gd name="connsiteX624" fmla="*/ 3699863 w 5799173"/>
              <a:gd name="connsiteY624" fmla="*/ 447185 h 5017219"/>
              <a:gd name="connsiteX625" fmla="*/ 3699364 w 5799173"/>
              <a:gd name="connsiteY625" fmla="*/ 446853 h 5017219"/>
              <a:gd name="connsiteX626" fmla="*/ 3695127 w 5799173"/>
              <a:gd name="connsiteY626" fmla="*/ 439459 h 5017219"/>
              <a:gd name="connsiteX627" fmla="*/ 3695127 w 5799173"/>
              <a:gd name="connsiteY627" fmla="*/ 438877 h 5017219"/>
              <a:gd name="connsiteX628" fmla="*/ 3699364 w 5799173"/>
              <a:gd name="connsiteY628" fmla="*/ 431484 h 5017219"/>
              <a:gd name="connsiteX629" fmla="*/ 3699863 w 5799173"/>
              <a:gd name="connsiteY629" fmla="*/ 431151 h 5017219"/>
              <a:gd name="connsiteX630" fmla="*/ 3708420 w 5799173"/>
              <a:gd name="connsiteY630" fmla="*/ 431151 h 5017219"/>
              <a:gd name="connsiteX631" fmla="*/ 3708918 w 5799173"/>
              <a:gd name="connsiteY631" fmla="*/ 431484 h 5017219"/>
              <a:gd name="connsiteX632" fmla="*/ 3713155 w 5799173"/>
              <a:gd name="connsiteY632" fmla="*/ 438877 h 5017219"/>
              <a:gd name="connsiteX633" fmla="*/ 3713155 w 5799173"/>
              <a:gd name="connsiteY633" fmla="*/ 439459 h 5017219"/>
              <a:gd name="connsiteX634" fmla="*/ 3708918 w 5799173"/>
              <a:gd name="connsiteY634" fmla="*/ 446852 h 5017219"/>
              <a:gd name="connsiteX635" fmla="*/ 3708420 w 5799173"/>
              <a:gd name="connsiteY635" fmla="*/ 447184 h 5017219"/>
              <a:gd name="connsiteX636" fmla="*/ 2195125 w 5799173"/>
              <a:gd name="connsiteY636" fmla="*/ 44085 h 5017219"/>
              <a:gd name="connsiteX637" fmla="*/ 2194627 w 5799173"/>
              <a:gd name="connsiteY637" fmla="*/ 43753 h 5017219"/>
              <a:gd name="connsiteX638" fmla="*/ 2190307 w 5799173"/>
              <a:gd name="connsiteY638" fmla="*/ 36276 h 5017219"/>
              <a:gd name="connsiteX639" fmla="*/ 2190307 w 5799173"/>
              <a:gd name="connsiteY639" fmla="*/ 35694 h 5017219"/>
              <a:gd name="connsiteX640" fmla="*/ 2194627 w 5799173"/>
              <a:gd name="connsiteY640" fmla="*/ 28217 h 5017219"/>
              <a:gd name="connsiteX641" fmla="*/ 2195125 w 5799173"/>
              <a:gd name="connsiteY641" fmla="*/ 27885 h 5017219"/>
              <a:gd name="connsiteX642" fmla="*/ 2203766 w 5799173"/>
              <a:gd name="connsiteY642" fmla="*/ 27885 h 5017219"/>
              <a:gd name="connsiteX643" fmla="*/ 2204264 w 5799173"/>
              <a:gd name="connsiteY643" fmla="*/ 28217 h 5017219"/>
              <a:gd name="connsiteX644" fmla="*/ 2208584 w 5799173"/>
              <a:gd name="connsiteY644" fmla="*/ 35694 h 5017219"/>
              <a:gd name="connsiteX645" fmla="*/ 2208584 w 5799173"/>
              <a:gd name="connsiteY645" fmla="*/ 36276 h 5017219"/>
              <a:gd name="connsiteX646" fmla="*/ 2204264 w 5799173"/>
              <a:gd name="connsiteY646" fmla="*/ 43753 h 5017219"/>
              <a:gd name="connsiteX647" fmla="*/ 2203766 w 5799173"/>
              <a:gd name="connsiteY647" fmla="*/ 44085 h 5017219"/>
              <a:gd name="connsiteX648" fmla="*/ 2251584 w 5799173"/>
              <a:gd name="connsiteY648" fmla="*/ 67182 h 5017219"/>
              <a:gd name="connsiteX649" fmla="*/ 2250587 w 5799173"/>
              <a:gd name="connsiteY649" fmla="*/ 66600 h 5017219"/>
              <a:gd name="connsiteX650" fmla="*/ 2242529 w 5799173"/>
              <a:gd name="connsiteY650" fmla="*/ 52643 h 5017219"/>
              <a:gd name="connsiteX651" fmla="*/ 2242529 w 5799173"/>
              <a:gd name="connsiteY651" fmla="*/ 51480 h 5017219"/>
              <a:gd name="connsiteX652" fmla="*/ 2250587 w 5799173"/>
              <a:gd name="connsiteY652" fmla="*/ 37523 h 5017219"/>
              <a:gd name="connsiteX653" fmla="*/ 2251584 w 5799173"/>
              <a:gd name="connsiteY653" fmla="*/ 36941 h 5017219"/>
              <a:gd name="connsiteX654" fmla="*/ 2267618 w 5799173"/>
              <a:gd name="connsiteY654" fmla="*/ 36941 h 5017219"/>
              <a:gd name="connsiteX655" fmla="*/ 2268616 w 5799173"/>
              <a:gd name="connsiteY655" fmla="*/ 37523 h 5017219"/>
              <a:gd name="connsiteX656" fmla="*/ 2276674 w 5799173"/>
              <a:gd name="connsiteY656" fmla="*/ 51480 h 5017219"/>
              <a:gd name="connsiteX657" fmla="*/ 2276674 w 5799173"/>
              <a:gd name="connsiteY657" fmla="*/ 52643 h 5017219"/>
              <a:gd name="connsiteX658" fmla="*/ 2268616 w 5799173"/>
              <a:gd name="connsiteY658" fmla="*/ 66600 h 5017219"/>
              <a:gd name="connsiteX659" fmla="*/ 2267618 w 5799173"/>
              <a:gd name="connsiteY659" fmla="*/ 67182 h 5017219"/>
              <a:gd name="connsiteX660" fmla="*/ 2311499 w 5799173"/>
              <a:gd name="connsiteY660" fmla="*/ 83816 h 5017219"/>
              <a:gd name="connsiteX661" fmla="*/ 2310502 w 5799173"/>
              <a:gd name="connsiteY661" fmla="*/ 83234 h 5017219"/>
              <a:gd name="connsiteX662" fmla="*/ 2302194 w 5799173"/>
              <a:gd name="connsiteY662" fmla="*/ 68861 h 5017219"/>
              <a:gd name="connsiteX663" fmla="*/ 2302194 w 5799173"/>
              <a:gd name="connsiteY663" fmla="*/ 67698 h 5017219"/>
              <a:gd name="connsiteX664" fmla="*/ 2310502 w 5799173"/>
              <a:gd name="connsiteY664" fmla="*/ 53326 h 5017219"/>
              <a:gd name="connsiteX665" fmla="*/ 2311499 w 5799173"/>
              <a:gd name="connsiteY665" fmla="*/ 52744 h 5017219"/>
              <a:gd name="connsiteX666" fmla="*/ 2328115 w 5799173"/>
              <a:gd name="connsiteY666" fmla="*/ 52744 h 5017219"/>
              <a:gd name="connsiteX667" fmla="*/ 2329111 w 5799173"/>
              <a:gd name="connsiteY667" fmla="*/ 53326 h 5017219"/>
              <a:gd name="connsiteX668" fmla="*/ 2337419 w 5799173"/>
              <a:gd name="connsiteY668" fmla="*/ 67698 h 5017219"/>
              <a:gd name="connsiteX669" fmla="*/ 2337419 w 5799173"/>
              <a:gd name="connsiteY669" fmla="*/ 68861 h 5017219"/>
              <a:gd name="connsiteX670" fmla="*/ 2329111 w 5799173"/>
              <a:gd name="connsiteY670" fmla="*/ 83234 h 5017219"/>
              <a:gd name="connsiteX671" fmla="*/ 2328115 w 5799173"/>
              <a:gd name="connsiteY671" fmla="*/ 83816 h 5017219"/>
              <a:gd name="connsiteX672" fmla="*/ 3754377 w 5799173"/>
              <a:gd name="connsiteY672" fmla="*/ 473942 h 5017219"/>
              <a:gd name="connsiteX673" fmla="*/ 3753131 w 5799173"/>
              <a:gd name="connsiteY673" fmla="*/ 473277 h 5017219"/>
              <a:gd name="connsiteX674" fmla="*/ 3743245 w 5799173"/>
              <a:gd name="connsiteY674" fmla="*/ 456080 h 5017219"/>
              <a:gd name="connsiteX675" fmla="*/ 3743245 w 5799173"/>
              <a:gd name="connsiteY675" fmla="*/ 454668 h 5017219"/>
              <a:gd name="connsiteX676" fmla="*/ 3753131 w 5799173"/>
              <a:gd name="connsiteY676" fmla="*/ 437470 h 5017219"/>
              <a:gd name="connsiteX677" fmla="*/ 3754377 w 5799173"/>
              <a:gd name="connsiteY677" fmla="*/ 436806 h 5017219"/>
              <a:gd name="connsiteX678" fmla="*/ 3774234 w 5799173"/>
              <a:gd name="connsiteY678" fmla="*/ 436806 h 5017219"/>
              <a:gd name="connsiteX679" fmla="*/ 3775479 w 5799173"/>
              <a:gd name="connsiteY679" fmla="*/ 437471 h 5017219"/>
              <a:gd name="connsiteX680" fmla="*/ 3785366 w 5799173"/>
              <a:gd name="connsiteY680" fmla="*/ 454667 h 5017219"/>
              <a:gd name="connsiteX681" fmla="*/ 3785366 w 5799173"/>
              <a:gd name="connsiteY681" fmla="*/ 456080 h 5017219"/>
              <a:gd name="connsiteX682" fmla="*/ 3775479 w 5799173"/>
              <a:gd name="connsiteY682" fmla="*/ 473278 h 5017219"/>
              <a:gd name="connsiteX683" fmla="*/ 3774234 w 5799173"/>
              <a:gd name="connsiteY683" fmla="*/ 473942 h 5017219"/>
              <a:gd name="connsiteX684" fmla="*/ 4295971 w 5799173"/>
              <a:gd name="connsiteY684" fmla="*/ 619157 h 5017219"/>
              <a:gd name="connsiteX685" fmla="*/ 4294724 w 5799173"/>
              <a:gd name="connsiteY685" fmla="*/ 618492 h 5017219"/>
              <a:gd name="connsiteX686" fmla="*/ 4284756 w 5799173"/>
              <a:gd name="connsiteY686" fmla="*/ 601212 h 5017219"/>
              <a:gd name="connsiteX687" fmla="*/ 4284755 w 5799173"/>
              <a:gd name="connsiteY687" fmla="*/ 599799 h 5017219"/>
              <a:gd name="connsiteX688" fmla="*/ 4294724 w 5799173"/>
              <a:gd name="connsiteY688" fmla="*/ 582520 h 5017219"/>
              <a:gd name="connsiteX689" fmla="*/ 4295971 w 5799173"/>
              <a:gd name="connsiteY689" fmla="*/ 581854 h 5017219"/>
              <a:gd name="connsiteX690" fmla="*/ 4315911 w 5799173"/>
              <a:gd name="connsiteY690" fmla="*/ 581854 h 5017219"/>
              <a:gd name="connsiteX691" fmla="*/ 4317156 w 5799173"/>
              <a:gd name="connsiteY691" fmla="*/ 582519 h 5017219"/>
              <a:gd name="connsiteX692" fmla="*/ 4327126 w 5799173"/>
              <a:gd name="connsiteY692" fmla="*/ 599799 h 5017219"/>
              <a:gd name="connsiteX693" fmla="*/ 4327125 w 5799173"/>
              <a:gd name="connsiteY693" fmla="*/ 601213 h 5017219"/>
              <a:gd name="connsiteX694" fmla="*/ 4317156 w 5799173"/>
              <a:gd name="connsiteY694" fmla="*/ 618492 h 5017219"/>
              <a:gd name="connsiteX695" fmla="*/ 4315911 w 5799173"/>
              <a:gd name="connsiteY695" fmla="*/ 619156 h 5017219"/>
              <a:gd name="connsiteX696" fmla="*/ 3994897 w 5799173"/>
              <a:gd name="connsiteY696" fmla="*/ 538774 h 5017219"/>
              <a:gd name="connsiteX697" fmla="*/ 3993651 w 5799173"/>
              <a:gd name="connsiteY697" fmla="*/ 538027 h 5017219"/>
              <a:gd name="connsiteX698" fmla="*/ 3983515 w 5799173"/>
              <a:gd name="connsiteY698" fmla="*/ 520497 h 5017219"/>
              <a:gd name="connsiteX699" fmla="*/ 3983515 w 5799173"/>
              <a:gd name="connsiteY699" fmla="*/ 519085 h 5017219"/>
              <a:gd name="connsiteX700" fmla="*/ 3993651 w 5799173"/>
              <a:gd name="connsiteY700" fmla="*/ 501555 h 5017219"/>
              <a:gd name="connsiteX701" fmla="*/ 3994897 w 5799173"/>
              <a:gd name="connsiteY701" fmla="*/ 500807 h 5017219"/>
              <a:gd name="connsiteX702" fmla="*/ 4015168 w 5799173"/>
              <a:gd name="connsiteY702" fmla="*/ 500807 h 5017219"/>
              <a:gd name="connsiteX703" fmla="*/ 4016414 w 5799173"/>
              <a:gd name="connsiteY703" fmla="*/ 501555 h 5017219"/>
              <a:gd name="connsiteX704" fmla="*/ 4026550 w 5799173"/>
              <a:gd name="connsiteY704" fmla="*/ 519085 h 5017219"/>
              <a:gd name="connsiteX705" fmla="*/ 4026550 w 5799173"/>
              <a:gd name="connsiteY705" fmla="*/ 520497 h 5017219"/>
              <a:gd name="connsiteX706" fmla="*/ 4016414 w 5799173"/>
              <a:gd name="connsiteY706" fmla="*/ 538027 h 5017219"/>
              <a:gd name="connsiteX707" fmla="*/ 4015168 w 5799173"/>
              <a:gd name="connsiteY707" fmla="*/ 538774 h 5017219"/>
              <a:gd name="connsiteX708" fmla="*/ 4115269 w 5799173"/>
              <a:gd name="connsiteY708" fmla="*/ 571028 h 5017219"/>
              <a:gd name="connsiteX709" fmla="*/ 4114024 w 5799173"/>
              <a:gd name="connsiteY709" fmla="*/ 570281 h 5017219"/>
              <a:gd name="connsiteX710" fmla="*/ 4103887 w 5799173"/>
              <a:gd name="connsiteY710" fmla="*/ 552751 h 5017219"/>
              <a:gd name="connsiteX711" fmla="*/ 4103887 w 5799173"/>
              <a:gd name="connsiteY711" fmla="*/ 551339 h 5017219"/>
              <a:gd name="connsiteX712" fmla="*/ 4114023 w 5799173"/>
              <a:gd name="connsiteY712" fmla="*/ 533809 h 5017219"/>
              <a:gd name="connsiteX713" fmla="*/ 4115269 w 5799173"/>
              <a:gd name="connsiteY713" fmla="*/ 533061 h 5017219"/>
              <a:gd name="connsiteX714" fmla="*/ 4135541 w 5799173"/>
              <a:gd name="connsiteY714" fmla="*/ 533061 h 5017219"/>
              <a:gd name="connsiteX715" fmla="*/ 4136787 w 5799173"/>
              <a:gd name="connsiteY715" fmla="*/ 533809 h 5017219"/>
              <a:gd name="connsiteX716" fmla="*/ 4146922 w 5799173"/>
              <a:gd name="connsiteY716" fmla="*/ 551339 h 5017219"/>
              <a:gd name="connsiteX717" fmla="*/ 4146922 w 5799173"/>
              <a:gd name="connsiteY717" fmla="*/ 552751 h 5017219"/>
              <a:gd name="connsiteX718" fmla="*/ 4136786 w 5799173"/>
              <a:gd name="connsiteY718" fmla="*/ 570281 h 5017219"/>
              <a:gd name="connsiteX719" fmla="*/ 4135541 w 5799173"/>
              <a:gd name="connsiteY719" fmla="*/ 571028 h 5017219"/>
              <a:gd name="connsiteX720" fmla="*/ 3934606 w 5799173"/>
              <a:gd name="connsiteY720" fmla="*/ 522893 h 5017219"/>
              <a:gd name="connsiteX721" fmla="*/ 3933359 w 5799173"/>
              <a:gd name="connsiteY721" fmla="*/ 522146 h 5017219"/>
              <a:gd name="connsiteX722" fmla="*/ 3923140 w 5799173"/>
              <a:gd name="connsiteY722" fmla="*/ 504450 h 5017219"/>
              <a:gd name="connsiteX723" fmla="*/ 3923141 w 5799173"/>
              <a:gd name="connsiteY723" fmla="*/ 503037 h 5017219"/>
              <a:gd name="connsiteX724" fmla="*/ 3933360 w 5799173"/>
              <a:gd name="connsiteY724" fmla="*/ 485342 h 5017219"/>
              <a:gd name="connsiteX725" fmla="*/ 3934606 w 5799173"/>
              <a:gd name="connsiteY725" fmla="*/ 484594 h 5017219"/>
              <a:gd name="connsiteX726" fmla="*/ 3955042 w 5799173"/>
              <a:gd name="connsiteY726" fmla="*/ 484595 h 5017219"/>
              <a:gd name="connsiteX727" fmla="*/ 3956289 w 5799173"/>
              <a:gd name="connsiteY727" fmla="*/ 485342 h 5017219"/>
              <a:gd name="connsiteX728" fmla="*/ 3966508 w 5799173"/>
              <a:gd name="connsiteY728" fmla="*/ 503038 h 5017219"/>
              <a:gd name="connsiteX729" fmla="*/ 3966507 w 5799173"/>
              <a:gd name="connsiteY729" fmla="*/ 504451 h 5017219"/>
              <a:gd name="connsiteX730" fmla="*/ 3956289 w 5799173"/>
              <a:gd name="connsiteY730" fmla="*/ 522146 h 5017219"/>
              <a:gd name="connsiteX731" fmla="*/ 3955042 w 5799173"/>
              <a:gd name="connsiteY731" fmla="*/ 522894 h 5017219"/>
              <a:gd name="connsiteX732" fmla="*/ 4054978 w 5799173"/>
              <a:gd name="connsiteY732" fmla="*/ 555147 h 5017219"/>
              <a:gd name="connsiteX733" fmla="*/ 4053732 w 5799173"/>
              <a:gd name="connsiteY733" fmla="*/ 554400 h 5017219"/>
              <a:gd name="connsiteX734" fmla="*/ 4043513 w 5799173"/>
              <a:gd name="connsiteY734" fmla="*/ 536704 h 5017219"/>
              <a:gd name="connsiteX735" fmla="*/ 4043513 w 5799173"/>
              <a:gd name="connsiteY735" fmla="*/ 535291 h 5017219"/>
              <a:gd name="connsiteX736" fmla="*/ 4053732 w 5799173"/>
              <a:gd name="connsiteY736" fmla="*/ 517596 h 5017219"/>
              <a:gd name="connsiteX737" fmla="*/ 4054978 w 5799173"/>
              <a:gd name="connsiteY737" fmla="*/ 516848 h 5017219"/>
              <a:gd name="connsiteX738" fmla="*/ 4075415 w 5799173"/>
              <a:gd name="connsiteY738" fmla="*/ 516849 h 5017219"/>
              <a:gd name="connsiteX739" fmla="*/ 4076662 w 5799173"/>
              <a:gd name="connsiteY739" fmla="*/ 517596 h 5017219"/>
              <a:gd name="connsiteX740" fmla="*/ 4086880 w 5799173"/>
              <a:gd name="connsiteY740" fmla="*/ 535291 h 5017219"/>
              <a:gd name="connsiteX741" fmla="*/ 4086880 w 5799173"/>
              <a:gd name="connsiteY741" fmla="*/ 536704 h 5017219"/>
              <a:gd name="connsiteX742" fmla="*/ 4076662 w 5799173"/>
              <a:gd name="connsiteY742" fmla="*/ 554400 h 5017219"/>
              <a:gd name="connsiteX743" fmla="*/ 4075415 w 5799173"/>
              <a:gd name="connsiteY743" fmla="*/ 555148 h 5017219"/>
              <a:gd name="connsiteX744" fmla="*/ 3814151 w 5799173"/>
              <a:gd name="connsiteY744" fmla="*/ 490713 h 5017219"/>
              <a:gd name="connsiteX745" fmla="*/ 3812905 w 5799173"/>
              <a:gd name="connsiteY745" fmla="*/ 489965 h 5017219"/>
              <a:gd name="connsiteX746" fmla="*/ 3802603 w 5799173"/>
              <a:gd name="connsiteY746" fmla="*/ 472186 h 5017219"/>
              <a:gd name="connsiteX747" fmla="*/ 3802603 w 5799173"/>
              <a:gd name="connsiteY747" fmla="*/ 470773 h 5017219"/>
              <a:gd name="connsiteX748" fmla="*/ 3812905 w 5799173"/>
              <a:gd name="connsiteY748" fmla="*/ 452995 h 5017219"/>
              <a:gd name="connsiteX749" fmla="*/ 3814151 w 5799173"/>
              <a:gd name="connsiteY749" fmla="*/ 452247 h 5017219"/>
              <a:gd name="connsiteX750" fmla="*/ 3834671 w 5799173"/>
              <a:gd name="connsiteY750" fmla="*/ 452247 h 5017219"/>
              <a:gd name="connsiteX751" fmla="*/ 3835918 w 5799173"/>
              <a:gd name="connsiteY751" fmla="*/ 452995 h 5017219"/>
              <a:gd name="connsiteX752" fmla="*/ 3846219 w 5799173"/>
              <a:gd name="connsiteY752" fmla="*/ 470773 h 5017219"/>
              <a:gd name="connsiteX753" fmla="*/ 3846219 w 5799173"/>
              <a:gd name="connsiteY753" fmla="*/ 472186 h 5017219"/>
              <a:gd name="connsiteX754" fmla="*/ 3835918 w 5799173"/>
              <a:gd name="connsiteY754" fmla="*/ 489965 h 5017219"/>
              <a:gd name="connsiteX755" fmla="*/ 3834671 w 5799173"/>
              <a:gd name="connsiteY755" fmla="*/ 490713 h 5017219"/>
              <a:gd name="connsiteX756" fmla="*/ 3874337 w 5799173"/>
              <a:gd name="connsiteY756" fmla="*/ 506840 h 5017219"/>
              <a:gd name="connsiteX757" fmla="*/ 3873091 w 5799173"/>
              <a:gd name="connsiteY757" fmla="*/ 506092 h 5017219"/>
              <a:gd name="connsiteX758" fmla="*/ 3862789 w 5799173"/>
              <a:gd name="connsiteY758" fmla="*/ 488313 h 5017219"/>
              <a:gd name="connsiteX759" fmla="*/ 3862789 w 5799173"/>
              <a:gd name="connsiteY759" fmla="*/ 486900 h 5017219"/>
              <a:gd name="connsiteX760" fmla="*/ 3873091 w 5799173"/>
              <a:gd name="connsiteY760" fmla="*/ 469122 h 5017219"/>
              <a:gd name="connsiteX761" fmla="*/ 3874337 w 5799173"/>
              <a:gd name="connsiteY761" fmla="*/ 468374 h 5017219"/>
              <a:gd name="connsiteX762" fmla="*/ 3894857 w 5799173"/>
              <a:gd name="connsiteY762" fmla="*/ 468374 h 5017219"/>
              <a:gd name="connsiteX763" fmla="*/ 3896104 w 5799173"/>
              <a:gd name="connsiteY763" fmla="*/ 469122 h 5017219"/>
              <a:gd name="connsiteX764" fmla="*/ 3906405 w 5799173"/>
              <a:gd name="connsiteY764" fmla="*/ 486900 h 5017219"/>
              <a:gd name="connsiteX765" fmla="*/ 3906405 w 5799173"/>
              <a:gd name="connsiteY765" fmla="*/ 488313 h 5017219"/>
              <a:gd name="connsiteX766" fmla="*/ 3896104 w 5799173"/>
              <a:gd name="connsiteY766" fmla="*/ 506092 h 5017219"/>
              <a:gd name="connsiteX767" fmla="*/ 3894857 w 5799173"/>
              <a:gd name="connsiteY767" fmla="*/ 506840 h 5017219"/>
              <a:gd name="connsiteX768" fmla="*/ 4235455 w 5799173"/>
              <a:gd name="connsiteY768" fmla="*/ 603601 h 5017219"/>
              <a:gd name="connsiteX769" fmla="*/ 4234209 w 5799173"/>
              <a:gd name="connsiteY769" fmla="*/ 602853 h 5017219"/>
              <a:gd name="connsiteX770" fmla="*/ 4223907 w 5799173"/>
              <a:gd name="connsiteY770" fmla="*/ 585074 h 5017219"/>
              <a:gd name="connsiteX771" fmla="*/ 4223907 w 5799173"/>
              <a:gd name="connsiteY771" fmla="*/ 583661 h 5017219"/>
              <a:gd name="connsiteX772" fmla="*/ 4234209 w 5799173"/>
              <a:gd name="connsiteY772" fmla="*/ 565883 h 5017219"/>
              <a:gd name="connsiteX773" fmla="*/ 4235455 w 5799173"/>
              <a:gd name="connsiteY773" fmla="*/ 565135 h 5017219"/>
              <a:gd name="connsiteX774" fmla="*/ 4255975 w 5799173"/>
              <a:gd name="connsiteY774" fmla="*/ 565135 h 5017219"/>
              <a:gd name="connsiteX775" fmla="*/ 4257222 w 5799173"/>
              <a:gd name="connsiteY775" fmla="*/ 565883 h 5017219"/>
              <a:gd name="connsiteX776" fmla="*/ 4267523 w 5799173"/>
              <a:gd name="connsiteY776" fmla="*/ 583661 h 5017219"/>
              <a:gd name="connsiteX777" fmla="*/ 4267523 w 5799173"/>
              <a:gd name="connsiteY777" fmla="*/ 585074 h 5017219"/>
              <a:gd name="connsiteX778" fmla="*/ 4257222 w 5799173"/>
              <a:gd name="connsiteY778" fmla="*/ 602853 h 5017219"/>
              <a:gd name="connsiteX779" fmla="*/ 4255975 w 5799173"/>
              <a:gd name="connsiteY779" fmla="*/ 603601 h 5017219"/>
              <a:gd name="connsiteX780" fmla="*/ 4175277 w 5799173"/>
              <a:gd name="connsiteY780" fmla="*/ 587579 h 5017219"/>
              <a:gd name="connsiteX781" fmla="*/ 4174031 w 5799173"/>
              <a:gd name="connsiteY781" fmla="*/ 586831 h 5017219"/>
              <a:gd name="connsiteX782" fmla="*/ 4163729 w 5799173"/>
              <a:gd name="connsiteY782" fmla="*/ 568970 h 5017219"/>
              <a:gd name="connsiteX783" fmla="*/ 4163729 w 5799173"/>
              <a:gd name="connsiteY783" fmla="*/ 567474 h 5017219"/>
              <a:gd name="connsiteX784" fmla="*/ 4174031 w 5799173"/>
              <a:gd name="connsiteY784" fmla="*/ 549612 h 5017219"/>
              <a:gd name="connsiteX785" fmla="*/ 4175278 w 5799173"/>
              <a:gd name="connsiteY785" fmla="*/ 548864 h 5017219"/>
              <a:gd name="connsiteX786" fmla="*/ 4195964 w 5799173"/>
              <a:gd name="connsiteY786" fmla="*/ 548864 h 5017219"/>
              <a:gd name="connsiteX787" fmla="*/ 4197210 w 5799173"/>
              <a:gd name="connsiteY787" fmla="*/ 549612 h 5017219"/>
              <a:gd name="connsiteX788" fmla="*/ 4207512 w 5799173"/>
              <a:gd name="connsiteY788" fmla="*/ 567474 h 5017219"/>
              <a:gd name="connsiteX789" fmla="*/ 4207513 w 5799173"/>
              <a:gd name="connsiteY789" fmla="*/ 568970 h 5017219"/>
              <a:gd name="connsiteX790" fmla="*/ 4197210 w 5799173"/>
              <a:gd name="connsiteY790" fmla="*/ 586831 h 5017219"/>
              <a:gd name="connsiteX791" fmla="*/ 4195964 w 5799173"/>
              <a:gd name="connsiteY791" fmla="*/ 587579 h 5017219"/>
              <a:gd name="connsiteX792" fmla="*/ 4355836 w 5799173"/>
              <a:gd name="connsiteY792" fmla="*/ 635960 h 5017219"/>
              <a:gd name="connsiteX793" fmla="*/ 4354590 w 5799173"/>
              <a:gd name="connsiteY793" fmla="*/ 635212 h 5017219"/>
              <a:gd name="connsiteX794" fmla="*/ 4344288 w 5799173"/>
              <a:gd name="connsiteY794" fmla="*/ 617351 h 5017219"/>
              <a:gd name="connsiteX795" fmla="*/ 4344288 w 5799173"/>
              <a:gd name="connsiteY795" fmla="*/ 615855 h 5017219"/>
              <a:gd name="connsiteX796" fmla="*/ 4354590 w 5799173"/>
              <a:gd name="connsiteY796" fmla="*/ 597993 h 5017219"/>
              <a:gd name="connsiteX797" fmla="*/ 4355836 w 5799173"/>
              <a:gd name="connsiteY797" fmla="*/ 597245 h 5017219"/>
              <a:gd name="connsiteX798" fmla="*/ 4376523 w 5799173"/>
              <a:gd name="connsiteY798" fmla="*/ 597245 h 5017219"/>
              <a:gd name="connsiteX799" fmla="*/ 4377769 w 5799173"/>
              <a:gd name="connsiteY799" fmla="*/ 597993 h 5017219"/>
              <a:gd name="connsiteX800" fmla="*/ 4388071 w 5799173"/>
              <a:gd name="connsiteY800" fmla="*/ 615855 h 5017219"/>
              <a:gd name="connsiteX801" fmla="*/ 4388071 w 5799173"/>
              <a:gd name="connsiteY801" fmla="*/ 617351 h 5017219"/>
              <a:gd name="connsiteX802" fmla="*/ 4377769 w 5799173"/>
              <a:gd name="connsiteY802" fmla="*/ 635212 h 5017219"/>
              <a:gd name="connsiteX803" fmla="*/ 4376523 w 5799173"/>
              <a:gd name="connsiteY803" fmla="*/ 635960 h 5017219"/>
              <a:gd name="connsiteX804" fmla="*/ 4415691 w 5799173"/>
              <a:gd name="connsiteY804" fmla="*/ 652658 h 5017219"/>
              <a:gd name="connsiteX805" fmla="*/ 4414362 w 5799173"/>
              <a:gd name="connsiteY805" fmla="*/ 651910 h 5017219"/>
              <a:gd name="connsiteX806" fmla="*/ 4403728 w 5799173"/>
              <a:gd name="connsiteY806" fmla="*/ 633467 h 5017219"/>
              <a:gd name="connsiteX807" fmla="*/ 4403728 w 5799173"/>
              <a:gd name="connsiteY807" fmla="*/ 631971 h 5017219"/>
              <a:gd name="connsiteX808" fmla="*/ 4414362 w 5799173"/>
              <a:gd name="connsiteY808" fmla="*/ 613528 h 5017219"/>
              <a:gd name="connsiteX809" fmla="*/ 4415691 w 5799173"/>
              <a:gd name="connsiteY809" fmla="*/ 612780 h 5017219"/>
              <a:gd name="connsiteX810" fmla="*/ 4436960 w 5799173"/>
              <a:gd name="connsiteY810" fmla="*/ 612780 h 5017219"/>
              <a:gd name="connsiteX811" fmla="*/ 4438289 w 5799173"/>
              <a:gd name="connsiteY811" fmla="*/ 613528 h 5017219"/>
              <a:gd name="connsiteX812" fmla="*/ 4448923 w 5799173"/>
              <a:gd name="connsiteY812" fmla="*/ 631971 h 5017219"/>
              <a:gd name="connsiteX813" fmla="*/ 4448923 w 5799173"/>
              <a:gd name="connsiteY813" fmla="*/ 633467 h 5017219"/>
              <a:gd name="connsiteX814" fmla="*/ 4438289 w 5799173"/>
              <a:gd name="connsiteY814" fmla="*/ 651910 h 5017219"/>
              <a:gd name="connsiteX815" fmla="*/ 4436960 w 5799173"/>
              <a:gd name="connsiteY815" fmla="*/ 652658 h 5017219"/>
              <a:gd name="connsiteX816" fmla="*/ 2369015 w 5799173"/>
              <a:gd name="connsiteY816" fmla="*/ 104925 h 5017219"/>
              <a:gd name="connsiteX817" fmla="*/ 2367685 w 5799173"/>
              <a:gd name="connsiteY817" fmla="*/ 104177 h 5017219"/>
              <a:gd name="connsiteX818" fmla="*/ 2356802 w 5799173"/>
              <a:gd name="connsiteY818" fmla="*/ 85235 h 5017219"/>
              <a:gd name="connsiteX819" fmla="*/ 2356802 w 5799173"/>
              <a:gd name="connsiteY819" fmla="*/ 83657 h 5017219"/>
              <a:gd name="connsiteX820" fmla="*/ 2367769 w 5799173"/>
              <a:gd name="connsiteY820" fmla="*/ 64714 h 5017219"/>
              <a:gd name="connsiteX821" fmla="*/ 2369098 w 5799173"/>
              <a:gd name="connsiteY821" fmla="*/ 63967 h 5017219"/>
              <a:gd name="connsiteX822" fmla="*/ 2390948 w 5799173"/>
              <a:gd name="connsiteY822" fmla="*/ 63967 h 5017219"/>
              <a:gd name="connsiteX823" fmla="*/ 2392277 w 5799173"/>
              <a:gd name="connsiteY823" fmla="*/ 64714 h 5017219"/>
              <a:gd name="connsiteX824" fmla="*/ 2403160 w 5799173"/>
              <a:gd name="connsiteY824" fmla="*/ 83657 h 5017219"/>
              <a:gd name="connsiteX825" fmla="*/ 2403160 w 5799173"/>
              <a:gd name="connsiteY825" fmla="*/ 85235 h 5017219"/>
              <a:gd name="connsiteX826" fmla="*/ 2392193 w 5799173"/>
              <a:gd name="connsiteY826" fmla="*/ 104177 h 5017219"/>
              <a:gd name="connsiteX827" fmla="*/ 2390864 w 5799173"/>
              <a:gd name="connsiteY827" fmla="*/ 104925 h 5017219"/>
              <a:gd name="connsiteX828" fmla="*/ 4475534 w 5799173"/>
              <a:gd name="connsiteY828" fmla="*/ 669365 h 5017219"/>
              <a:gd name="connsiteX829" fmla="*/ 4474204 w 5799173"/>
              <a:gd name="connsiteY829" fmla="*/ 668617 h 5017219"/>
              <a:gd name="connsiteX830" fmla="*/ 4463321 w 5799173"/>
              <a:gd name="connsiteY830" fmla="*/ 649675 h 5017219"/>
              <a:gd name="connsiteX831" fmla="*/ 4463321 w 5799173"/>
              <a:gd name="connsiteY831" fmla="*/ 648097 h 5017219"/>
              <a:gd name="connsiteX832" fmla="*/ 4474287 w 5799173"/>
              <a:gd name="connsiteY832" fmla="*/ 629154 h 5017219"/>
              <a:gd name="connsiteX833" fmla="*/ 4475617 w 5799173"/>
              <a:gd name="connsiteY833" fmla="*/ 628407 h 5017219"/>
              <a:gd name="connsiteX834" fmla="*/ 4497467 w 5799173"/>
              <a:gd name="connsiteY834" fmla="*/ 628407 h 5017219"/>
              <a:gd name="connsiteX835" fmla="*/ 4498796 w 5799173"/>
              <a:gd name="connsiteY835" fmla="*/ 629154 h 5017219"/>
              <a:gd name="connsiteX836" fmla="*/ 4509679 w 5799173"/>
              <a:gd name="connsiteY836" fmla="*/ 648097 h 5017219"/>
              <a:gd name="connsiteX837" fmla="*/ 4509679 w 5799173"/>
              <a:gd name="connsiteY837" fmla="*/ 649675 h 5017219"/>
              <a:gd name="connsiteX838" fmla="*/ 4498713 w 5799173"/>
              <a:gd name="connsiteY838" fmla="*/ 668617 h 5017219"/>
              <a:gd name="connsiteX839" fmla="*/ 4497383 w 5799173"/>
              <a:gd name="connsiteY839" fmla="*/ 669365 h 5017219"/>
              <a:gd name="connsiteX840" fmla="*/ 2609344 w 5799173"/>
              <a:gd name="connsiteY840" fmla="*/ 170180 h 5017219"/>
              <a:gd name="connsiteX841" fmla="*/ 2607933 w 5799173"/>
              <a:gd name="connsiteY841" fmla="*/ 169350 h 5017219"/>
              <a:gd name="connsiteX842" fmla="*/ 2596634 w 5799173"/>
              <a:gd name="connsiteY842" fmla="*/ 149743 h 5017219"/>
              <a:gd name="connsiteX843" fmla="*/ 2596634 w 5799173"/>
              <a:gd name="connsiteY843" fmla="*/ 148165 h 5017219"/>
              <a:gd name="connsiteX844" fmla="*/ 2608016 w 5799173"/>
              <a:gd name="connsiteY844" fmla="*/ 128558 h 5017219"/>
              <a:gd name="connsiteX845" fmla="*/ 2609428 w 5799173"/>
              <a:gd name="connsiteY845" fmla="*/ 127727 h 5017219"/>
              <a:gd name="connsiteX846" fmla="*/ 2632109 w 5799173"/>
              <a:gd name="connsiteY846" fmla="*/ 127727 h 5017219"/>
              <a:gd name="connsiteX847" fmla="*/ 2633521 w 5799173"/>
              <a:gd name="connsiteY847" fmla="*/ 128558 h 5017219"/>
              <a:gd name="connsiteX848" fmla="*/ 2644820 w 5799173"/>
              <a:gd name="connsiteY848" fmla="*/ 148165 h 5017219"/>
              <a:gd name="connsiteX849" fmla="*/ 2644820 w 5799173"/>
              <a:gd name="connsiteY849" fmla="*/ 149743 h 5017219"/>
              <a:gd name="connsiteX850" fmla="*/ 2633439 w 5799173"/>
              <a:gd name="connsiteY850" fmla="*/ 169350 h 5017219"/>
              <a:gd name="connsiteX851" fmla="*/ 2632026 w 5799173"/>
              <a:gd name="connsiteY851" fmla="*/ 170180 h 5017219"/>
              <a:gd name="connsiteX852" fmla="*/ 2428808 w 5799173"/>
              <a:gd name="connsiteY852" fmla="*/ 121886 h 5017219"/>
              <a:gd name="connsiteX853" fmla="*/ 2427396 w 5799173"/>
              <a:gd name="connsiteY853" fmla="*/ 121055 h 5017219"/>
              <a:gd name="connsiteX854" fmla="*/ 2416013 w 5799173"/>
              <a:gd name="connsiteY854" fmla="*/ 101282 h 5017219"/>
              <a:gd name="connsiteX855" fmla="*/ 2416014 w 5799173"/>
              <a:gd name="connsiteY855" fmla="*/ 99703 h 5017219"/>
              <a:gd name="connsiteX856" fmla="*/ 2427395 w 5799173"/>
              <a:gd name="connsiteY856" fmla="*/ 79931 h 5017219"/>
              <a:gd name="connsiteX857" fmla="*/ 2428807 w 5799173"/>
              <a:gd name="connsiteY857" fmla="*/ 79100 h 5017219"/>
              <a:gd name="connsiteX858" fmla="*/ 2451572 w 5799173"/>
              <a:gd name="connsiteY858" fmla="*/ 79100 h 5017219"/>
              <a:gd name="connsiteX859" fmla="*/ 2452984 w 5799173"/>
              <a:gd name="connsiteY859" fmla="*/ 79931 h 5017219"/>
              <a:gd name="connsiteX860" fmla="*/ 2464366 w 5799173"/>
              <a:gd name="connsiteY860" fmla="*/ 99703 h 5017219"/>
              <a:gd name="connsiteX861" fmla="*/ 2464365 w 5799173"/>
              <a:gd name="connsiteY861" fmla="*/ 101282 h 5017219"/>
              <a:gd name="connsiteX862" fmla="*/ 2452983 w 5799173"/>
              <a:gd name="connsiteY862" fmla="*/ 121055 h 5017219"/>
              <a:gd name="connsiteX863" fmla="*/ 2451571 w 5799173"/>
              <a:gd name="connsiteY863" fmla="*/ 121886 h 5017219"/>
              <a:gd name="connsiteX864" fmla="*/ 2548920 w 5799173"/>
              <a:gd name="connsiteY864" fmla="*/ 154552 h 5017219"/>
              <a:gd name="connsiteX865" fmla="*/ 2547507 w 5799173"/>
              <a:gd name="connsiteY865" fmla="*/ 153722 h 5017219"/>
              <a:gd name="connsiteX866" fmla="*/ 2535960 w 5799173"/>
              <a:gd name="connsiteY866" fmla="*/ 133616 h 5017219"/>
              <a:gd name="connsiteX867" fmla="*/ 2535960 w 5799173"/>
              <a:gd name="connsiteY867" fmla="*/ 131955 h 5017219"/>
              <a:gd name="connsiteX868" fmla="*/ 2547590 w 5799173"/>
              <a:gd name="connsiteY868" fmla="*/ 111850 h 5017219"/>
              <a:gd name="connsiteX869" fmla="*/ 2549004 w 5799173"/>
              <a:gd name="connsiteY869" fmla="*/ 111019 h 5017219"/>
              <a:gd name="connsiteX870" fmla="*/ 2572183 w 5799173"/>
              <a:gd name="connsiteY870" fmla="*/ 111019 h 5017219"/>
              <a:gd name="connsiteX871" fmla="*/ 2573595 w 5799173"/>
              <a:gd name="connsiteY871" fmla="*/ 111850 h 5017219"/>
              <a:gd name="connsiteX872" fmla="*/ 2585142 w 5799173"/>
              <a:gd name="connsiteY872" fmla="*/ 131955 h 5017219"/>
              <a:gd name="connsiteX873" fmla="*/ 2585143 w 5799173"/>
              <a:gd name="connsiteY873" fmla="*/ 133616 h 5017219"/>
              <a:gd name="connsiteX874" fmla="*/ 2573511 w 5799173"/>
              <a:gd name="connsiteY874" fmla="*/ 153722 h 5017219"/>
              <a:gd name="connsiteX875" fmla="*/ 2572099 w 5799173"/>
              <a:gd name="connsiteY875" fmla="*/ 154552 h 5017219"/>
              <a:gd name="connsiteX876" fmla="*/ 2488568 w 5799173"/>
              <a:gd name="connsiteY876" fmla="*/ 138675 h 5017219"/>
              <a:gd name="connsiteX877" fmla="*/ 2487155 w 5799173"/>
              <a:gd name="connsiteY877" fmla="*/ 137844 h 5017219"/>
              <a:gd name="connsiteX878" fmla="*/ 2475442 w 5799173"/>
              <a:gd name="connsiteY878" fmla="*/ 117491 h 5017219"/>
              <a:gd name="connsiteX879" fmla="*/ 2475442 w 5799173"/>
              <a:gd name="connsiteY879" fmla="*/ 115830 h 5017219"/>
              <a:gd name="connsiteX880" fmla="*/ 2487238 w 5799173"/>
              <a:gd name="connsiteY880" fmla="*/ 95474 h 5017219"/>
              <a:gd name="connsiteX881" fmla="*/ 2488652 w 5799173"/>
              <a:gd name="connsiteY881" fmla="*/ 94644 h 5017219"/>
              <a:gd name="connsiteX882" fmla="*/ 2512163 w 5799173"/>
              <a:gd name="connsiteY882" fmla="*/ 94644 h 5017219"/>
              <a:gd name="connsiteX883" fmla="*/ 2513576 w 5799173"/>
              <a:gd name="connsiteY883" fmla="*/ 95474 h 5017219"/>
              <a:gd name="connsiteX884" fmla="*/ 2525290 w 5799173"/>
              <a:gd name="connsiteY884" fmla="*/ 115830 h 5017219"/>
              <a:gd name="connsiteX885" fmla="*/ 2525290 w 5799173"/>
              <a:gd name="connsiteY885" fmla="*/ 117490 h 5017219"/>
              <a:gd name="connsiteX886" fmla="*/ 2513493 w 5799173"/>
              <a:gd name="connsiteY886" fmla="*/ 137845 h 5017219"/>
              <a:gd name="connsiteX887" fmla="*/ 2512080 w 5799173"/>
              <a:gd name="connsiteY887" fmla="*/ 138676 h 5017219"/>
              <a:gd name="connsiteX888" fmla="*/ 2117617 w 5799173"/>
              <a:gd name="connsiteY888" fmla="*/ 86348 h 5017219"/>
              <a:gd name="connsiteX889" fmla="*/ 2116703 w 5799173"/>
              <a:gd name="connsiteY889" fmla="*/ 85850 h 5017219"/>
              <a:gd name="connsiteX890" fmla="*/ 2109060 w 5799173"/>
              <a:gd name="connsiteY890" fmla="*/ 72640 h 5017219"/>
              <a:gd name="connsiteX891" fmla="*/ 2109060 w 5799173"/>
              <a:gd name="connsiteY891" fmla="*/ 71560 h 5017219"/>
              <a:gd name="connsiteX892" fmla="*/ 2116703 w 5799173"/>
              <a:gd name="connsiteY892" fmla="*/ 58350 h 5017219"/>
              <a:gd name="connsiteX893" fmla="*/ 2117617 w 5799173"/>
              <a:gd name="connsiteY893" fmla="*/ 57852 h 5017219"/>
              <a:gd name="connsiteX894" fmla="*/ 2132903 w 5799173"/>
              <a:gd name="connsiteY894" fmla="*/ 57852 h 5017219"/>
              <a:gd name="connsiteX895" fmla="*/ 2133818 w 5799173"/>
              <a:gd name="connsiteY895" fmla="*/ 58350 h 5017219"/>
              <a:gd name="connsiteX896" fmla="*/ 2141461 w 5799173"/>
              <a:gd name="connsiteY896" fmla="*/ 71560 h 5017219"/>
              <a:gd name="connsiteX897" fmla="*/ 2141461 w 5799173"/>
              <a:gd name="connsiteY897" fmla="*/ 72640 h 5017219"/>
              <a:gd name="connsiteX898" fmla="*/ 2133818 w 5799173"/>
              <a:gd name="connsiteY898" fmla="*/ 85850 h 5017219"/>
              <a:gd name="connsiteX899" fmla="*/ 2132903 w 5799173"/>
              <a:gd name="connsiteY899" fmla="*/ 86348 h 5017219"/>
              <a:gd name="connsiteX900" fmla="*/ 2177421 w 5799173"/>
              <a:gd name="connsiteY900" fmla="*/ 103217 h 5017219"/>
              <a:gd name="connsiteX901" fmla="*/ 2176423 w 5799173"/>
              <a:gd name="connsiteY901" fmla="*/ 102635 h 5017219"/>
              <a:gd name="connsiteX902" fmla="*/ 2168366 w 5799173"/>
              <a:gd name="connsiteY902" fmla="*/ 88678 h 5017219"/>
              <a:gd name="connsiteX903" fmla="*/ 2168366 w 5799173"/>
              <a:gd name="connsiteY903" fmla="*/ 87515 h 5017219"/>
              <a:gd name="connsiteX904" fmla="*/ 2176424 w 5799173"/>
              <a:gd name="connsiteY904" fmla="*/ 73558 h 5017219"/>
              <a:gd name="connsiteX905" fmla="*/ 2177421 w 5799173"/>
              <a:gd name="connsiteY905" fmla="*/ 72976 h 5017219"/>
              <a:gd name="connsiteX906" fmla="*/ 2193454 w 5799173"/>
              <a:gd name="connsiteY906" fmla="*/ 72976 h 5017219"/>
              <a:gd name="connsiteX907" fmla="*/ 2194452 w 5799173"/>
              <a:gd name="connsiteY907" fmla="*/ 73558 h 5017219"/>
              <a:gd name="connsiteX908" fmla="*/ 2202511 w 5799173"/>
              <a:gd name="connsiteY908" fmla="*/ 87515 h 5017219"/>
              <a:gd name="connsiteX909" fmla="*/ 2202511 w 5799173"/>
              <a:gd name="connsiteY909" fmla="*/ 88678 h 5017219"/>
              <a:gd name="connsiteX910" fmla="*/ 2194453 w 5799173"/>
              <a:gd name="connsiteY910" fmla="*/ 102635 h 5017219"/>
              <a:gd name="connsiteX911" fmla="*/ 2193454 w 5799173"/>
              <a:gd name="connsiteY911" fmla="*/ 103217 h 5017219"/>
              <a:gd name="connsiteX912" fmla="*/ 2237076 w 5799173"/>
              <a:gd name="connsiteY912" fmla="*/ 120346 h 5017219"/>
              <a:gd name="connsiteX913" fmla="*/ 2235996 w 5799173"/>
              <a:gd name="connsiteY913" fmla="*/ 119764 h 5017219"/>
              <a:gd name="connsiteX914" fmla="*/ 2227439 w 5799173"/>
              <a:gd name="connsiteY914" fmla="*/ 104976 h 5017219"/>
              <a:gd name="connsiteX915" fmla="*/ 2227439 w 5799173"/>
              <a:gd name="connsiteY915" fmla="*/ 103729 h 5017219"/>
              <a:gd name="connsiteX916" fmla="*/ 2235996 w 5799173"/>
              <a:gd name="connsiteY916" fmla="*/ 88943 h 5017219"/>
              <a:gd name="connsiteX917" fmla="*/ 2237076 w 5799173"/>
              <a:gd name="connsiteY917" fmla="*/ 88360 h 5017219"/>
              <a:gd name="connsiteX918" fmla="*/ 2254190 w 5799173"/>
              <a:gd name="connsiteY918" fmla="*/ 88360 h 5017219"/>
              <a:gd name="connsiteX919" fmla="*/ 2255270 w 5799173"/>
              <a:gd name="connsiteY919" fmla="*/ 88943 h 5017219"/>
              <a:gd name="connsiteX920" fmla="*/ 2263827 w 5799173"/>
              <a:gd name="connsiteY920" fmla="*/ 103730 h 5017219"/>
              <a:gd name="connsiteX921" fmla="*/ 2263827 w 5799173"/>
              <a:gd name="connsiteY921" fmla="*/ 104977 h 5017219"/>
              <a:gd name="connsiteX922" fmla="*/ 2255270 w 5799173"/>
              <a:gd name="connsiteY922" fmla="*/ 119764 h 5017219"/>
              <a:gd name="connsiteX923" fmla="*/ 2254190 w 5799173"/>
              <a:gd name="connsiteY923" fmla="*/ 120346 h 5017219"/>
              <a:gd name="connsiteX924" fmla="*/ 3680725 w 5799173"/>
              <a:gd name="connsiteY924" fmla="*/ 508970 h 5017219"/>
              <a:gd name="connsiteX925" fmla="*/ 3679562 w 5799173"/>
              <a:gd name="connsiteY925" fmla="*/ 508306 h 5017219"/>
              <a:gd name="connsiteX926" fmla="*/ 3670174 w 5799173"/>
              <a:gd name="connsiteY926" fmla="*/ 492024 h 5017219"/>
              <a:gd name="connsiteX927" fmla="*/ 3670174 w 5799173"/>
              <a:gd name="connsiteY927" fmla="*/ 490693 h 5017219"/>
              <a:gd name="connsiteX928" fmla="*/ 3679562 w 5799173"/>
              <a:gd name="connsiteY928" fmla="*/ 474410 h 5017219"/>
              <a:gd name="connsiteX929" fmla="*/ 3680725 w 5799173"/>
              <a:gd name="connsiteY929" fmla="*/ 473746 h 5017219"/>
              <a:gd name="connsiteX930" fmla="*/ 3699501 w 5799173"/>
              <a:gd name="connsiteY930" fmla="*/ 473745 h 5017219"/>
              <a:gd name="connsiteX931" fmla="*/ 3700664 w 5799173"/>
              <a:gd name="connsiteY931" fmla="*/ 474410 h 5017219"/>
              <a:gd name="connsiteX932" fmla="*/ 3710052 w 5799173"/>
              <a:gd name="connsiteY932" fmla="*/ 490693 h 5017219"/>
              <a:gd name="connsiteX933" fmla="*/ 3710052 w 5799173"/>
              <a:gd name="connsiteY933" fmla="*/ 492023 h 5017219"/>
              <a:gd name="connsiteX934" fmla="*/ 3700664 w 5799173"/>
              <a:gd name="connsiteY934" fmla="*/ 508306 h 5017219"/>
              <a:gd name="connsiteX935" fmla="*/ 3699501 w 5799173"/>
              <a:gd name="connsiteY935" fmla="*/ 508970 h 5017219"/>
              <a:gd name="connsiteX936" fmla="*/ 3740174 w 5799173"/>
              <a:gd name="connsiteY936" fmla="*/ 526429 h 5017219"/>
              <a:gd name="connsiteX937" fmla="*/ 3738929 w 5799173"/>
              <a:gd name="connsiteY937" fmla="*/ 525681 h 5017219"/>
              <a:gd name="connsiteX938" fmla="*/ 3728793 w 5799173"/>
              <a:gd name="connsiteY938" fmla="*/ 508152 h 5017219"/>
              <a:gd name="connsiteX939" fmla="*/ 3728793 w 5799173"/>
              <a:gd name="connsiteY939" fmla="*/ 506740 h 5017219"/>
              <a:gd name="connsiteX940" fmla="*/ 3738929 w 5799173"/>
              <a:gd name="connsiteY940" fmla="*/ 489210 h 5017219"/>
              <a:gd name="connsiteX941" fmla="*/ 3740175 w 5799173"/>
              <a:gd name="connsiteY941" fmla="*/ 488462 h 5017219"/>
              <a:gd name="connsiteX942" fmla="*/ 3760446 w 5799173"/>
              <a:gd name="connsiteY942" fmla="*/ 488462 h 5017219"/>
              <a:gd name="connsiteX943" fmla="*/ 3761692 w 5799173"/>
              <a:gd name="connsiteY943" fmla="*/ 489210 h 5017219"/>
              <a:gd name="connsiteX944" fmla="*/ 3771827 w 5799173"/>
              <a:gd name="connsiteY944" fmla="*/ 506740 h 5017219"/>
              <a:gd name="connsiteX945" fmla="*/ 3771828 w 5799173"/>
              <a:gd name="connsiteY945" fmla="*/ 508151 h 5017219"/>
              <a:gd name="connsiteX946" fmla="*/ 3761692 w 5799173"/>
              <a:gd name="connsiteY946" fmla="*/ 525681 h 5017219"/>
              <a:gd name="connsiteX947" fmla="*/ 3760446 w 5799173"/>
              <a:gd name="connsiteY947" fmla="*/ 526429 h 5017219"/>
              <a:gd name="connsiteX948" fmla="*/ 3800361 w 5799173"/>
              <a:gd name="connsiteY948" fmla="*/ 542556 h 5017219"/>
              <a:gd name="connsiteX949" fmla="*/ 3799116 w 5799173"/>
              <a:gd name="connsiteY949" fmla="*/ 541808 h 5017219"/>
              <a:gd name="connsiteX950" fmla="*/ 3788979 w 5799173"/>
              <a:gd name="connsiteY950" fmla="*/ 524279 h 5017219"/>
              <a:gd name="connsiteX951" fmla="*/ 3788979 w 5799173"/>
              <a:gd name="connsiteY951" fmla="*/ 522867 h 5017219"/>
              <a:gd name="connsiteX952" fmla="*/ 3799115 w 5799173"/>
              <a:gd name="connsiteY952" fmla="*/ 505337 h 5017219"/>
              <a:gd name="connsiteX953" fmla="*/ 3800361 w 5799173"/>
              <a:gd name="connsiteY953" fmla="*/ 504589 h 5017219"/>
              <a:gd name="connsiteX954" fmla="*/ 3820633 w 5799173"/>
              <a:gd name="connsiteY954" fmla="*/ 504589 h 5017219"/>
              <a:gd name="connsiteX955" fmla="*/ 3821879 w 5799173"/>
              <a:gd name="connsiteY955" fmla="*/ 505337 h 5017219"/>
              <a:gd name="connsiteX956" fmla="*/ 3832014 w 5799173"/>
              <a:gd name="connsiteY956" fmla="*/ 522867 h 5017219"/>
              <a:gd name="connsiteX957" fmla="*/ 3832014 w 5799173"/>
              <a:gd name="connsiteY957" fmla="*/ 524278 h 5017219"/>
              <a:gd name="connsiteX958" fmla="*/ 3821878 w 5799173"/>
              <a:gd name="connsiteY958" fmla="*/ 541808 h 5017219"/>
              <a:gd name="connsiteX959" fmla="*/ 3820633 w 5799173"/>
              <a:gd name="connsiteY959" fmla="*/ 542556 h 5017219"/>
              <a:gd name="connsiteX960" fmla="*/ 3920734 w 5799173"/>
              <a:gd name="connsiteY960" fmla="*/ 574810 h 5017219"/>
              <a:gd name="connsiteX961" fmla="*/ 3919488 w 5799173"/>
              <a:gd name="connsiteY961" fmla="*/ 574062 h 5017219"/>
              <a:gd name="connsiteX962" fmla="*/ 3909352 w 5799173"/>
              <a:gd name="connsiteY962" fmla="*/ 556532 h 5017219"/>
              <a:gd name="connsiteX963" fmla="*/ 3909352 w 5799173"/>
              <a:gd name="connsiteY963" fmla="*/ 555120 h 5017219"/>
              <a:gd name="connsiteX964" fmla="*/ 3919488 w 5799173"/>
              <a:gd name="connsiteY964" fmla="*/ 537590 h 5017219"/>
              <a:gd name="connsiteX965" fmla="*/ 3920734 w 5799173"/>
              <a:gd name="connsiteY965" fmla="*/ 536842 h 5017219"/>
              <a:gd name="connsiteX966" fmla="*/ 3941005 w 5799173"/>
              <a:gd name="connsiteY966" fmla="*/ 536842 h 5017219"/>
              <a:gd name="connsiteX967" fmla="*/ 3942251 w 5799173"/>
              <a:gd name="connsiteY967" fmla="*/ 537590 h 5017219"/>
              <a:gd name="connsiteX968" fmla="*/ 3952387 w 5799173"/>
              <a:gd name="connsiteY968" fmla="*/ 555121 h 5017219"/>
              <a:gd name="connsiteX969" fmla="*/ 3952387 w 5799173"/>
              <a:gd name="connsiteY969" fmla="*/ 556532 h 5017219"/>
              <a:gd name="connsiteX970" fmla="*/ 3942251 w 5799173"/>
              <a:gd name="connsiteY970" fmla="*/ 574062 h 5017219"/>
              <a:gd name="connsiteX971" fmla="*/ 3941005 w 5799173"/>
              <a:gd name="connsiteY971" fmla="*/ 574810 h 5017219"/>
              <a:gd name="connsiteX972" fmla="*/ 4041106 w 5799173"/>
              <a:gd name="connsiteY972" fmla="*/ 607063 h 5017219"/>
              <a:gd name="connsiteX973" fmla="*/ 4039860 w 5799173"/>
              <a:gd name="connsiteY973" fmla="*/ 606316 h 5017219"/>
              <a:gd name="connsiteX974" fmla="*/ 4029724 w 5799173"/>
              <a:gd name="connsiteY974" fmla="*/ 588786 h 5017219"/>
              <a:gd name="connsiteX975" fmla="*/ 4029724 w 5799173"/>
              <a:gd name="connsiteY975" fmla="*/ 587374 h 5017219"/>
              <a:gd name="connsiteX976" fmla="*/ 4039860 w 5799173"/>
              <a:gd name="connsiteY976" fmla="*/ 569844 h 5017219"/>
              <a:gd name="connsiteX977" fmla="*/ 4041106 w 5799173"/>
              <a:gd name="connsiteY977" fmla="*/ 569096 h 5017219"/>
              <a:gd name="connsiteX978" fmla="*/ 4061377 w 5799173"/>
              <a:gd name="connsiteY978" fmla="*/ 569096 h 5017219"/>
              <a:gd name="connsiteX979" fmla="*/ 4062623 w 5799173"/>
              <a:gd name="connsiteY979" fmla="*/ 569844 h 5017219"/>
              <a:gd name="connsiteX980" fmla="*/ 4072759 w 5799173"/>
              <a:gd name="connsiteY980" fmla="*/ 587374 h 5017219"/>
              <a:gd name="connsiteX981" fmla="*/ 4072759 w 5799173"/>
              <a:gd name="connsiteY981" fmla="*/ 588786 h 5017219"/>
              <a:gd name="connsiteX982" fmla="*/ 4062623 w 5799173"/>
              <a:gd name="connsiteY982" fmla="*/ 606316 h 5017219"/>
              <a:gd name="connsiteX983" fmla="*/ 4061377 w 5799173"/>
              <a:gd name="connsiteY983" fmla="*/ 607063 h 5017219"/>
              <a:gd name="connsiteX984" fmla="*/ 4281851 w 5799173"/>
              <a:gd name="connsiteY984" fmla="*/ 671571 h 5017219"/>
              <a:gd name="connsiteX985" fmla="*/ 4280606 w 5799173"/>
              <a:gd name="connsiteY985" fmla="*/ 670823 h 5017219"/>
              <a:gd name="connsiteX986" fmla="*/ 4270469 w 5799173"/>
              <a:gd name="connsiteY986" fmla="*/ 653294 h 5017219"/>
              <a:gd name="connsiteX987" fmla="*/ 4270469 w 5799173"/>
              <a:gd name="connsiteY987" fmla="*/ 651881 h 5017219"/>
              <a:gd name="connsiteX988" fmla="*/ 4280605 w 5799173"/>
              <a:gd name="connsiteY988" fmla="*/ 634351 h 5017219"/>
              <a:gd name="connsiteX989" fmla="*/ 4281851 w 5799173"/>
              <a:gd name="connsiteY989" fmla="*/ 633603 h 5017219"/>
              <a:gd name="connsiteX990" fmla="*/ 4302123 w 5799173"/>
              <a:gd name="connsiteY990" fmla="*/ 633604 h 5017219"/>
              <a:gd name="connsiteX991" fmla="*/ 4303368 w 5799173"/>
              <a:gd name="connsiteY991" fmla="*/ 634351 h 5017219"/>
              <a:gd name="connsiteX992" fmla="*/ 4313504 w 5799173"/>
              <a:gd name="connsiteY992" fmla="*/ 651882 h 5017219"/>
              <a:gd name="connsiteX993" fmla="*/ 4313504 w 5799173"/>
              <a:gd name="connsiteY993" fmla="*/ 653293 h 5017219"/>
              <a:gd name="connsiteX994" fmla="*/ 4303368 w 5799173"/>
              <a:gd name="connsiteY994" fmla="*/ 670823 h 5017219"/>
              <a:gd name="connsiteX995" fmla="*/ 4302122 w 5799173"/>
              <a:gd name="connsiteY995" fmla="*/ 671571 h 5017219"/>
              <a:gd name="connsiteX996" fmla="*/ 3860442 w 5799173"/>
              <a:gd name="connsiteY996" fmla="*/ 558927 h 5017219"/>
              <a:gd name="connsiteX997" fmla="*/ 3859196 w 5799173"/>
              <a:gd name="connsiteY997" fmla="*/ 558180 h 5017219"/>
              <a:gd name="connsiteX998" fmla="*/ 3848977 w 5799173"/>
              <a:gd name="connsiteY998" fmla="*/ 540484 h 5017219"/>
              <a:gd name="connsiteX999" fmla="*/ 3848977 w 5799173"/>
              <a:gd name="connsiteY999" fmla="*/ 539071 h 5017219"/>
              <a:gd name="connsiteX1000" fmla="*/ 3859196 w 5799173"/>
              <a:gd name="connsiteY1000" fmla="*/ 521376 h 5017219"/>
              <a:gd name="connsiteX1001" fmla="*/ 3860442 w 5799173"/>
              <a:gd name="connsiteY1001" fmla="*/ 520628 h 5017219"/>
              <a:gd name="connsiteX1002" fmla="*/ 3880879 w 5799173"/>
              <a:gd name="connsiteY1002" fmla="*/ 520629 h 5017219"/>
              <a:gd name="connsiteX1003" fmla="*/ 3882126 w 5799173"/>
              <a:gd name="connsiteY1003" fmla="*/ 521376 h 5017219"/>
              <a:gd name="connsiteX1004" fmla="*/ 3892344 w 5799173"/>
              <a:gd name="connsiteY1004" fmla="*/ 539072 h 5017219"/>
              <a:gd name="connsiteX1005" fmla="*/ 3892344 w 5799173"/>
              <a:gd name="connsiteY1005" fmla="*/ 540485 h 5017219"/>
              <a:gd name="connsiteX1006" fmla="*/ 3882126 w 5799173"/>
              <a:gd name="connsiteY1006" fmla="*/ 558180 h 5017219"/>
              <a:gd name="connsiteX1007" fmla="*/ 3880879 w 5799173"/>
              <a:gd name="connsiteY1007" fmla="*/ 558928 h 5017219"/>
              <a:gd name="connsiteX1008" fmla="*/ 3980815 w 5799173"/>
              <a:gd name="connsiteY1008" fmla="*/ 591181 h 5017219"/>
              <a:gd name="connsiteX1009" fmla="*/ 3979569 w 5799173"/>
              <a:gd name="connsiteY1009" fmla="*/ 590434 h 5017219"/>
              <a:gd name="connsiteX1010" fmla="*/ 3969350 w 5799173"/>
              <a:gd name="connsiteY1010" fmla="*/ 572738 h 5017219"/>
              <a:gd name="connsiteX1011" fmla="*/ 3969350 w 5799173"/>
              <a:gd name="connsiteY1011" fmla="*/ 571325 h 5017219"/>
              <a:gd name="connsiteX1012" fmla="*/ 3979569 w 5799173"/>
              <a:gd name="connsiteY1012" fmla="*/ 553630 h 5017219"/>
              <a:gd name="connsiteX1013" fmla="*/ 3980815 w 5799173"/>
              <a:gd name="connsiteY1013" fmla="*/ 552882 h 5017219"/>
              <a:gd name="connsiteX1014" fmla="*/ 4001252 w 5799173"/>
              <a:gd name="connsiteY1014" fmla="*/ 552882 h 5017219"/>
              <a:gd name="connsiteX1015" fmla="*/ 4002499 w 5799173"/>
              <a:gd name="connsiteY1015" fmla="*/ 553630 h 5017219"/>
              <a:gd name="connsiteX1016" fmla="*/ 4012717 w 5799173"/>
              <a:gd name="connsiteY1016" fmla="*/ 571325 h 5017219"/>
              <a:gd name="connsiteX1017" fmla="*/ 4012717 w 5799173"/>
              <a:gd name="connsiteY1017" fmla="*/ 572738 h 5017219"/>
              <a:gd name="connsiteX1018" fmla="*/ 4002499 w 5799173"/>
              <a:gd name="connsiteY1018" fmla="*/ 590434 h 5017219"/>
              <a:gd name="connsiteX1019" fmla="*/ 4001252 w 5799173"/>
              <a:gd name="connsiteY1019" fmla="*/ 591181 h 5017219"/>
              <a:gd name="connsiteX1020" fmla="*/ 4101188 w 5799173"/>
              <a:gd name="connsiteY1020" fmla="*/ 623435 h 5017219"/>
              <a:gd name="connsiteX1021" fmla="*/ 4099942 w 5799173"/>
              <a:gd name="connsiteY1021" fmla="*/ 622688 h 5017219"/>
              <a:gd name="connsiteX1022" fmla="*/ 4089722 w 5799173"/>
              <a:gd name="connsiteY1022" fmla="*/ 604992 h 5017219"/>
              <a:gd name="connsiteX1023" fmla="*/ 4089723 w 5799173"/>
              <a:gd name="connsiteY1023" fmla="*/ 603579 h 5017219"/>
              <a:gd name="connsiteX1024" fmla="*/ 4099942 w 5799173"/>
              <a:gd name="connsiteY1024" fmla="*/ 585884 h 5017219"/>
              <a:gd name="connsiteX1025" fmla="*/ 4101188 w 5799173"/>
              <a:gd name="connsiteY1025" fmla="*/ 585136 h 5017219"/>
              <a:gd name="connsiteX1026" fmla="*/ 4121624 w 5799173"/>
              <a:gd name="connsiteY1026" fmla="*/ 585136 h 5017219"/>
              <a:gd name="connsiteX1027" fmla="*/ 4122871 w 5799173"/>
              <a:gd name="connsiteY1027" fmla="*/ 585884 h 5017219"/>
              <a:gd name="connsiteX1028" fmla="*/ 4133090 w 5799173"/>
              <a:gd name="connsiteY1028" fmla="*/ 603579 h 5017219"/>
              <a:gd name="connsiteX1029" fmla="*/ 4133090 w 5799173"/>
              <a:gd name="connsiteY1029" fmla="*/ 604992 h 5017219"/>
              <a:gd name="connsiteX1030" fmla="*/ 4122871 w 5799173"/>
              <a:gd name="connsiteY1030" fmla="*/ 622688 h 5017219"/>
              <a:gd name="connsiteX1031" fmla="*/ 4121624 w 5799173"/>
              <a:gd name="connsiteY1031" fmla="*/ 623435 h 5017219"/>
              <a:gd name="connsiteX1032" fmla="*/ 4161292 w 5799173"/>
              <a:gd name="connsiteY1032" fmla="*/ 639636 h 5017219"/>
              <a:gd name="connsiteX1033" fmla="*/ 4160046 w 5799173"/>
              <a:gd name="connsiteY1033" fmla="*/ 638888 h 5017219"/>
              <a:gd name="connsiteX1034" fmla="*/ 4149744 w 5799173"/>
              <a:gd name="connsiteY1034" fmla="*/ 621109 h 5017219"/>
              <a:gd name="connsiteX1035" fmla="*/ 4149743 w 5799173"/>
              <a:gd name="connsiteY1035" fmla="*/ 619696 h 5017219"/>
              <a:gd name="connsiteX1036" fmla="*/ 4160046 w 5799173"/>
              <a:gd name="connsiteY1036" fmla="*/ 601918 h 5017219"/>
              <a:gd name="connsiteX1037" fmla="*/ 4161292 w 5799173"/>
              <a:gd name="connsiteY1037" fmla="*/ 601170 h 5017219"/>
              <a:gd name="connsiteX1038" fmla="*/ 4181811 w 5799173"/>
              <a:gd name="connsiteY1038" fmla="*/ 601170 h 5017219"/>
              <a:gd name="connsiteX1039" fmla="*/ 4183059 w 5799173"/>
              <a:gd name="connsiteY1039" fmla="*/ 601918 h 5017219"/>
              <a:gd name="connsiteX1040" fmla="*/ 4193360 w 5799173"/>
              <a:gd name="connsiteY1040" fmla="*/ 619696 h 5017219"/>
              <a:gd name="connsiteX1041" fmla="*/ 4193360 w 5799173"/>
              <a:gd name="connsiteY1041" fmla="*/ 621109 h 5017219"/>
              <a:gd name="connsiteX1042" fmla="*/ 4183059 w 5799173"/>
              <a:gd name="connsiteY1042" fmla="*/ 638888 h 5017219"/>
              <a:gd name="connsiteX1043" fmla="*/ 4181812 w 5799173"/>
              <a:gd name="connsiteY1043" fmla="*/ 639636 h 5017219"/>
              <a:gd name="connsiteX1044" fmla="*/ 4221486 w 5799173"/>
              <a:gd name="connsiteY1044" fmla="*/ 655868 h 5017219"/>
              <a:gd name="connsiteX1045" fmla="*/ 4220241 w 5799173"/>
              <a:gd name="connsiteY1045" fmla="*/ 655120 h 5017219"/>
              <a:gd name="connsiteX1046" fmla="*/ 4209938 w 5799173"/>
              <a:gd name="connsiteY1046" fmla="*/ 637259 h 5017219"/>
              <a:gd name="connsiteX1047" fmla="*/ 4209938 w 5799173"/>
              <a:gd name="connsiteY1047" fmla="*/ 635763 h 5017219"/>
              <a:gd name="connsiteX1048" fmla="*/ 4220241 w 5799173"/>
              <a:gd name="connsiteY1048" fmla="*/ 617901 h 5017219"/>
              <a:gd name="connsiteX1049" fmla="*/ 4221487 w 5799173"/>
              <a:gd name="connsiteY1049" fmla="*/ 617153 h 5017219"/>
              <a:gd name="connsiteX1050" fmla="*/ 4242173 w 5799173"/>
              <a:gd name="connsiteY1050" fmla="*/ 617153 h 5017219"/>
              <a:gd name="connsiteX1051" fmla="*/ 4243419 w 5799173"/>
              <a:gd name="connsiteY1051" fmla="*/ 617901 h 5017219"/>
              <a:gd name="connsiteX1052" fmla="*/ 4253721 w 5799173"/>
              <a:gd name="connsiteY1052" fmla="*/ 635763 h 5017219"/>
              <a:gd name="connsiteX1053" fmla="*/ 4253722 w 5799173"/>
              <a:gd name="connsiteY1053" fmla="*/ 637259 h 5017219"/>
              <a:gd name="connsiteX1054" fmla="*/ 4243419 w 5799173"/>
              <a:gd name="connsiteY1054" fmla="*/ 655120 h 5017219"/>
              <a:gd name="connsiteX1055" fmla="*/ 4242173 w 5799173"/>
              <a:gd name="connsiteY1055" fmla="*/ 655868 h 5017219"/>
              <a:gd name="connsiteX1056" fmla="*/ 4341859 w 5799173"/>
              <a:gd name="connsiteY1056" fmla="*/ 688122 h 5017219"/>
              <a:gd name="connsiteX1057" fmla="*/ 4340613 w 5799173"/>
              <a:gd name="connsiteY1057" fmla="*/ 687374 h 5017219"/>
              <a:gd name="connsiteX1058" fmla="*/ 4330311 w 5799173"/>
              <a:gd name="connsiteY1058" fmla="*/ 669513 h 5017219"/>
              <a:gd name="connsiteX1059" fmla="*/ 4330311 w 5799173"/>
              <a:gd name="connsiteY1059" fmla="*/ 668017 h 5017219"/>
              <a:gd name="connsiteX1060" fmla="*/ 4340613 w 5799173"/>
              <a:gd name="connsiteY1060" fmla="*/ 650155 h 5017219"/>
              <a:gd name="connsiteX1061" fmla="*/ 4341859 w 5799173"/>
              <a:gd name="connsiteY1061" fmla="*/ 649407 h 5017219"/>
              <a:gd name="connsiteX1062" fmla="*/ 4362546 w 5799173"/>
              <a:gd name="connsiteY1062" fmla="*/ 649407 h 5017219"/>
              <a:gd name="connsiteX1063" fmla="*/ 4363792 w 5799173"/>
              <a:gd name="connsiteY1063" fmla="*/ 650155 h 5017219"/>
              <a:gd name="connsiteX1064" fmla="*/ 4374094 w 5799173"/>
              <a:gd name="connsiteY1064" fmla="*/ 668017 h 5017219"/>
              <a:gd name="connsiteX1065" fmla="*/ 4374094 w 5799173"/>
              <a:gd name="connsiteY1065" fmla="*/ 669513 h 5017219"/>
              <a:gd name="connsiteX1066" fmla="*/ 4363792 w 5799173"/>
              <a:gd name="connsiteY1066" fmla="*/ 687373 h 5017219"/>
              <a:gd name="connsiteX1067" fmla="*/ 4362546 w 5799173"/>
              <a:gd name="connsiteY1067" fmla="*/ 688121 h 5017219"/>
              <a:gd name="connsiteX1068" fmla="*/ 4402045 w 5799173"/>
              <a:gd name="connsiteY1068" fmla="*/ 704249 h 5017219"/>
              <a:gd name="connsiteX1069" fmla="*/ 4400799 w 5799173"/>
              <a:gd name="connsiteY1069" fmla="*/ 703501 h 5017219"/>
              <a:gd name="connsiteX1070" fmla="*/ 4390497 w 5799173"/>
              <a:gd name="connsiteY1070" fmla="*/ 685640 h 5017219"/>
              <a:gd name="connsiteX1071" fmla="*/ 4390497 w 5799173"/>
              <a:gd name="connsiteY1071" fmla="*/ 684144 h 5017219"/>
              <a:gd name="connsiteX1072" fmla="*/ 4400799 w 5799173"/>
              <a:gd name="connsiteY1072" fmla="*/ 666281 h 5017219"/>
              <a:gd name="connsiteX1073" fmla="*/ 4402045 w 5799173"/>
              <a:gd name="connsiteY1073" fmla="*/ 665533 h 5017219"/>
              <a:gd name="connsiteX1074" fmla="*/ 4422732 w 5799173"/>
              <a:gd name="connsiteY1074" fmla="*/ 665534 h 5017219"/>
              <a:gd name="connsiteX1075" fmla="*/ 4423978 w 5799173"/>
              <a:gd name="connsiteY1075" fmla="*/ 666282 h 5017219"/>
              <a:gd name="connsiteX1076" fmla="*/ 4434280 w 5799173"/>
              <a:gd name="connsiteY1076" fmla="*/ 684144 h 5017219"/>
              <a:gd name="connsiteX1077" fmla="*/ 4434280 w 5799173"/>
              <a:gd name="connsiteY1077" fmla="*/ 685640 h 5017219"/>
              <a:gd name="connsiteX1078" fmla="*/ 4423978 w 5799173"/>
              <a:gd name="connsiteY1078" fmla="*/ 703500 h 5017219"/>
              <a:gd name="connsiteX1079" fmla="*/ 4422732 w 5799173"/>
              <a:gd name="connsiteY1079" fmla="*/ 704248 h 5017219"/>
              <a:gd name="connsiteX1080" fmla="*/ 4461816 w 5799173"/>
              <a:gd name="connsiteY1080" fmla="*/ 721112 h 5017219"/>
              <a:gd name="connsiteX1081" fmla="*/ 4460487 w 5799173"/>
              <a:gd name="connsiteY1081" fmla="*/ 720365 h 5017219"/>
              <a:gd name="connsiteX1082" fmla="*/ 4449770 w 5799173"/>
              <a:gd name="connsiteY1082" fmla="*/ 701754 h 5017219"/>
              <a:gd name="connsiteX1083" fmla="*/ 4449770 w 5799173"/>
              <a:gd name="connsiteY1083" fmla="*/ 700258 h 5017219"/>
              <a:gd name="connsiteX1084" fmla="*/ 4460488 w 5799173"/>
              <a:gd name="connsiteY1084" fmla="*/ 681649 h 5017219"/>
              <a:gd name="connsiteX1085" fmla="*/ 4461816 w 5799173"/>
              <a:gd name="connsiteY1085" fmla="*/ 680901 h 5017219"/>
              <a:gd name="connsiteX1086" fmla="*/ 4483252 w 5799173"/>
              <a:gd name="connsiteY1086" fmla="*/ 680901 h 5017219"/>
              <a:gd name="connsiteX1087" fmla="*/ 4484581 w 5799173"/>
              <a:gd name="connsiteY1087" fmla="*/ 681648 h 5017219"/>
              <a:gd name="connsiteX1088" fmla="*/ 4495298 w 5799173"/>
              <a:gd name="connsiteY1088" fmla="*/ 700259 h 5017219"/>
              <a:gd name="connsiteX1089" fmla="*/ 4495297 w 5799173"/>
              <a:gd name="connsiteY1089" fmla="*/ 701755 h 5017219"/>
              <a:gd name="connsiteX1090" fmla="*/ 4484580 w 5799173"/>
              <a:gd name="connsiteY1090" fmla="*/ 720364 h 5017219"/>
              <a:gd name="connsiteX1091" fmla="*/ 4483252 w 5799173"/>
              <a:gd name="connsiteY1091" fmla="*/ 721111 h 5017219"/>
              <a:gd name="connsiteX1092" fmla="*/ 4522002 w 5799173"/>
              <a:gd name="connsiteY1092" fmla="*/ 737238 h 5017219"/>
              <a:gd name="connsiteX1093" fmla="*/ 4520673 w 5799173"/>
              <a:gd name="connsiteY1093" fmla="*/ 736491 h 5017219"/>
              <a:gd name="connsiteX1094" fmla="*/ 4509956 w 5799173"/>
              <a:gd name="connsiteY1094" fmla="*/ 717881 h 5017219"/>
              <a:gd name="connsiteX1095" fmla="*/ 4509956 w 5799173"/>
              <a:gd name="connsiteY1095" fmla="*/ 716385 h 5017219"/>
              <a:gd name="connsiteX1096" fmla="*/ 4520674 w 5799173"/>
              <a:gd name="connsiteY1096" fmla="*/ 697775 h 5017219"/>
              <a:gd name="connsiteX1097" fmla="*/ 4522002 w 5799173"/>
              <a:gd name="connsiteY1097" fmla="*/ 697028 h 5017219"/>
              <a:gd name="connsiteX1098" fmla="*/ 4543438 w 5799173"/>
              <a:gd name="connsiteY1098" fmla="*/ 697028 h 5017219"/>
              <a:gd name="connsiteX1099" fmla="*/ 4544767 w 5799173"/>
              <a:gd name="connsiteY1099" fmla="*/ 697775 h 5017219"/>
              <a:gd name="connsiteX1100" fmla="*/ 4555484 w 5799173"/>
              <a:gd name="connsiteY1100" fmla="*/ 716385 h 5017219"/>
              <a:gd name="connsiteX1101" fmla="*/ 4555483 w 5799173"/>
              <a:gd name="connsiteY1101" fmla="*/ 717881 h 5017219"/>
              <a:gd name="connsiteX1102" fmla="*/ 4544766 w 5799173"/>
              <a:gd name="connsiteY1102" fmla="*/ 736491 h 5017219"/>
              <a:gd name="connsiteX1103" fmla="*/ 4543437 w 5799173"/>
              <a:gd name="connsiteY1103" fmla="*/ 737238 h 5017219"/>
              <a:gd name="connsiteX1104" fmla="*/ 2655970 w 5799173"/>
              <a:gd name="connsiteY1104" fmla="*/ 237721 h 5017219"/>
              <a:gd name="connsiteX1105" fmla="*/ 2654640 w 5799173"/>
              <a:gd name="connsiteY1105" fmla="*/ 236973 h 5017219"/>
              <a:gd name="connsiteX1106" fmla="*/ 2643757 w 5799173"/>
              <a:gd name="connsiteY1106" fmla="*/ 218032 h 5017219"/>
              <a:gd name="connsiteX1107" fmla="*/ 2643756 w 5799173"/>
              <a:gd name="connsiteY1107" fmla="*/ 216453 h 5017219"/>
              <a:gd name="connsiteX1108" fmla="*/ 2654723 w 5799173"/>
              <a:gd name="connsiteY1108" fmla="*/ 197510 h 5017219"/>
              <a:gd name="connsiteX1109" fmla="*/ 2656053 w 5799173"/>
              <a:gd name="connsiteY1109" fmla="*/ 196763 h 5017219"/>
              <a:gd name="connsiteX1110" fmla="*/ 2677903 w 5799173"/>
              <a:gd name="connsiteY1110" fmla="*/ 196764 h 5017219"/>
              <a:gd name="connsiteX1111" fmla="*/ 2679232 w 5799173"/>
              <a:gd name="connsiteY1111" fmla="*/ 197510 h 5017219"/>
              <a:gd name="connsiteX1112" fmla="*/ 2690115 w 5799173"/>
              <a:gd name="connsiteY1112" fmla="*/ 216453 h 5017219"/>
              <a:gd name="connsiteX1113" fmla="*/ 2690115 w 5799173"/>
              <a:gd name="connsiteY1113" fmla="*/ 218031 h 5017219"/>
              <a:gd name="connsiteX1114" fmla="*/ 2679148 w 5799173"/>
              <a:gd name="connsiteY1114" fmla="*/ 236973 h 5017219"/>
              <a:gd name="connsiteX1115" fmla="*/ 2677819 w 5799173"/>
              <a:gd name="connsiteY1115" fmla="*/ 237721 h 5017219"/>
              <a:gd name="connsiteX1116" fmla="*/ 2355039 w 5799173"/>
              <a:gd name="connsiteY1116" fmla="*/ 157170 h 5017219"/>
              <a:gd name="connsiteX1117" fmla="*/ 2353711 w 5799173"/>
              <a:gd name="connsiteY1117" fmla="*/ 156422 h 5017219"/>
              <a:gd name="connsiteX1118" fmla="*/ 2342743 w 5799173"/>
              <a:gd name="connsiteY1118" fmla="*/ 137397 h 5017219"/>
              <a:gd name="connsiteX1119" fmla="*/ 2342743 w 5799173"/>
              <a:gd name="connsiteY1119" fmla="*/ 135819 h 5017219"/>
              <a:gd name="connsiteX1120" fmla="*/ 2353710 w 5799173"/>
              <a:gd name="connsiteY1120" fmla="*/ 116793 h 5017219"/>
              <a:gd name="connsiteX1121" fmla="*/ 2355039 w 5799173"/>
              <a:gd name="connsiteY1121" fmla="*/ 116047 h 5017219"/>
              <a:gd name="connsiteX1122" fmla="*/ 2376972 w 5799173"/>
              <a:gd name="connsiteY1122" fmla="*/ 116046 h 5017219"/>
              <a:gd name="connsiteX1123" fmla="*/ 2378301 w 5799173"/>
              <a:gd name="connsiteY1123" fmla="*/ 116793 h 5017219"/>
              <a:gd name="connsiteX1124" fmla="*/ 2389268 w 5799173"/>
              <a:gd name="connsiteY1124" fmla="*/ 135819 h 5017219"/>
              <a:gd name="connsiteX1125" fmla="*/ 2389267 w 5799173"/>
              <a:gd name="connsiteY1125" fmla="*/ 137397 h 5017219"/>
              <a:gd name="connsiteX1126" fmla="*/ 2378301 w 5799173"/>
              <a:gd name="connsiteY1126" fmla="*/ 156422 h 5017219"/>
              <a:gd name="connsiteX1127" fmla="*/ 2376973 w 5799173"/>
              <a:gd name="connsiteY1127" fmla="*/ 157171 h 5017219"/>
              <a:gd name="connsiteX1128" fmla="*/ 2415142 w 5799173"/>
              <a:gd name="connsiteY1128" fmla="*/ 173379 h 5017219"/>
              <a:gd name="connsiteX1129" fmla="*/ 2413813 w 5799173"/>
              <a:gd name="connsiteY1129" fmla="*/ 172632 h 5017219"/>
              <a:gd name="connsiteX1130" fmla="*/ 2402764 w 5799173"/>
              <a:gd name="connsiteY1130" fmla="*/ 153524 h 5017219"/>
              <a:gd name="connsiteX1131" fmla="*/ 2402763 w 5799173"/>
              <a:gd name="connsiteY1131" fmla="*/ 151945 h 5017219"/>
              <a:gd name="connsiteX1132" fmla="*/ 2413813 w 5799173"/>
              <a:gd name="connsiteY1132" fmla="*/ 132836 h 5017219"/>
              <a:gd name="connsiteX1133" fmla="*/ 2415141 w 5799173"/>
              <a:gd name="connsiteY1133" fmla="*/ 132089 h 5017219"/>
              <a:gd name="connsiteX1134" fmla="*/ 2437241 w 5799173"/>
              <a:gd name="connsiteY1134" fmla="*/ 132089 h 5017219"/>
              <a:gd name="connsiteX1135" fmla="*/ 2438570 w 5799173"/>
              <a:gd name="connsiteY1135" fmla="*/ 132836 h 5017219"/>
              <a:gd name="connsiteX1136" fmla="*/ 2449620 w 5799173"/>
              <a:gd name="connsiteY1136" fmla="*/ 151945 h 5017219"/>
              <a:gd name="connsiteX1137" fmla="*/ 2449620 w 5799173"/>
              <a:gd name="connsiteY1137" fmla="*/ 153524 h 5017219"/>
              <a:gd name="connsiteX1138" fmla="*/ 2438570 w 5799173"/>
              <a:gd name="connsiteY1138" fmla="*/ 172632 h 5017219"/>
              <a:gd name="connsiteX1139" fmla="*/ 2437242 w 5799173"/>
              <a:gd name="connsiteY1139" fmla="*/ 173379 h 5017219"/>
              <a:gd name="connsiteX1140" fmla="*/ 2294686 w 5799173"/>
              <a:gd name="connsiteY1140" fmla="*/ 141208 h 5017219"/>
              <a:gd name="connsiteX1141" fmla="*/ 2293357 w 5799173"/>
              <a:gd name="connsiteY1141" fmla="*/ 140461 h 5017219"/>
              <a:gd name="connsiteX1142" fmla="*/ 2282308 w 5799173"/>
              <a:gd name="connsiteY1142" fmla="*/ 121270 h 5017219"/>
              <a:gd name="connsiteX1143" fmla="*/ 2282308 w 5799173"/>
              <a:gd name="connsiteY1143" fmla="*/ 119691 h 5017219"/>
              <a:gd name="connsiteX1144" fmla="*/ 2293441 w 5799173"/>
              <a:gd name="connsiteY1144" fmla="*/ 100500 h 5017219"/>
              <a:gd name="connsiteX1145" fmla="*/ 2294769 w 5799173"/>
              <a:gd name="connsiteY1145" fmla="*/ 99752 h 5017219"/>
              <a:gd name="connsiteX1146" fmla="*/ 2316952 w 5799173"/>
              <a:gd name="connsiteY1146" fmla="*/ 99753 h 5017219"/>
              <a:gd name="connsiteX1147" fmla="*/ 2318280 w 5799173"/>
              <a:gd name="connsiteY1147" fmla="*/ 100500 h 5017219"/>
              <a:gd name="connsiteX1148" fmla="*/ 2329331 w 5799173"/>
              <a:gd name="connsiteY1148" fmla="*/ 119691 h 5017219"/>
              <a:gd name="connsiteX1149" fmla="*/ 2329331 w 5799173"/>
              <a:gd name="connsiteY1149" fmla="*/ 121270 h 5017219"/>
              <a:gd name="connsiteX1150" fmla="*/ 2318198 w 5799173"/>
              <a:gd name="connsiteY1150" fmla="*/ 140461 h 5017219"/>
              <a:gd name="connsiteX1151" fmla="*/ 2316869 w 5799173"/>
              <a:gd name="connsiteY1151" fmla="*/ 141209 h 5017219"/>
              <a:gd name="connsiteX1152" fmla="*/ 2475182 w 5799173"/>
              <a:gd name="connsiteY1152" fmla="*/ 189852 h 5017219"/>
              <a:gd name="connsiteX1153" fmla="*/ 2473770 w 5799173"/>
              <a:gd name="connsiteY1153" fmla="*/ 189022 h 5017219"/>
              <a:gd name="connsiteX1154" fmla="*/ 2462554 w 5799173"/>
              <a:gd name="connsiteY1154" fmla="*/ 169581 h 5017219"/>
              <a:gd name="connsiteX1155" fmla="*/ 2462554 w 5799173"/>
              <a:gd name="connsiteY1155" fmla="*/ 168002 h 5017219"/>
              <a:gd name="connsiteX1156" fmla="*/ 2473769 w 5799173"/>
              <a:gd name="connsiteY1156" fmla="*/ 148562 h 5017219"/>
              <a:gd name="connsiteX1157" fmla="*/ 2475182 w 5799173"/>
              <a:gd name="connsiteY1157" fmla="*/ 147730 h 5017219"/>
              <a:gd name="connsiteX1158" fmla="*/ 2497696 w 5799173"/>
              <a:gd name="connsiteY1158" fmla="*/ 147730 h 5017219"/>
              <a:gd name="connsiteX1159" fmla="*/ 2499109 w 5799173"/>
              <a:gd name="connsiteY1159" fmla="*/ 148562 h 5017219"/>
              <a:gd name="connsiteX1160" fmla="*/ 2510325 w 5799173"/>
              <a:gd name="connsiteY1160" fmla="*/ 168002 h 5017219"/>
              <a:gd name="connsiteX1161" fmla="*/ 2510325 w 5799173"/>
              <a:gd name="connsiteY1161" fmla="*/ 169580 h 5017219"/>
              <a:gd name="connsiteX1162" fmla="*/ 2499110 w 5799173"/>
              <a:gd name="connsiteY1162" fmla="*/ 189022 h 5017219"/>
              <a:gd name="connsiteX1163" fmla="*/ 2497697 w 5799173"/>
              <a:gd name="connsiteY1163" fmla="*/ 189852 h 5017219"/>
              <a:gd name="connsiteX1164" fmla="*/ 2595309 w 5799173"/>
              <a:gd name="connsiteY1164" fmla="*/ 222500 h 5017219"/>
              <a:gd name="connsiteX1165" fmla="*/ 2593896 w 5799173"/>
              <a:gd name="connsiteY1165" fmla="*/ 221669 h 5017219"/>
              <a:gd name="connsiteX1166" fmla="*/ 2582431 w 5799173"/>
              <a:gd name="connsiteY1166" fmla="*/ 201813 h 5017219"/>
              <a:gd name="connsiteX1167" fmla="*/ 2582431 w 5799173"/>
              <a:gd name="connsiteY1167" fmla="*/ 200235 h 5017219"/>
              <a:gd name="connsiteX1168" fmla="*/ 2593896 w 5799173"/>
              <a:gd name="connsiteY1168" fmla="*/ 180379 h 5017219"/>
              <a:gd name="connsiteX1169" fmla="*/ 2595309 w 5799173"/>
              <a:gd name="connsiteY1169" fmla="*/ 179548 h 5017219"/>
              <a:gd name="connsiteX1170" fmla="*/ 2618155 w 5799173"/>
              <a:gd name="connsiteY1170" fmla="*/ 179548 h 5017219"/>
              <a:gd name="connsiteX1171" fmla="*/ 2619568 w 5799173"/>
              <a:gd name="connsiteY1171" fmla="*/ 180379 h 5017219"/>
              <a:gd name="connsiteX1172" fmla="*/ 2631033 w 5799173"/>
              <a:gd name="connsiteY1172" fmla="*/ 200234 h 5017219"/>
              <a:gd name="connsiteX1173" fmla="*/ 2631033 w 5799173"/>
              <a:gd name="connsiteY1173" fmla="*/ 201813 h 5017219"/>
              <a:gd name="connsiteX1174" fmla="*/ 2619568 w 5799173"/>
              <a:gd name="connsiteY1174" fmla="*/ 221669 h 5017219"/>
              <a:gd name="connsiteX1175" fmla="*/ 2618155 w 5799173"/>
              <a:gd name="connsiteY1175" fmla="*/ 222500 h 5017219"/>
              <a:gd name="connsiteX1176" fmla="*/ 2535130 w 5799173"/>
              <a:gd name="connsiteY1176" fmla="*/ 206479 h 5017219"/>
              <a:gd name="connsiteX1177" fmla="*/ 2533718 w 5799173"/>
              <a:gd name="connsiteY1177" fmla="*/ 205649 h 5017219"/>
              <a:gd name="connsiteX1178" fmla="*/ 2522253 w 5799173"/>
              <a:gd name="connsiteY1178" fmla="*/ 185709 h 5017219"/>
              <a:gd name="connsiteX1179" fmla="*/ 2522253 w 5799173"/>
              <a:gd name="connsiteY1179" fmla="*/ 184048 h 5017219"/>
              <a:gd name="connsiteX1180" fmla="*/ 2533718 w 5799173"/>
              <a:gd name="connsiteY1180" fmla="*/ 164109 h 5017219"/>
              <a:gd name="connsiteX1181" fmla="*/ 2535130 w 5799173"/>
              <a:gd name="connsiteY1181" fmla="*/ 163278 h 5017219"/>
              <a:gd name="connsiteX1182" fmla="*/ 2558143 w 5799173"/>
              <a:gd name="connsiteY1182" fmla="*/ 163278 h 5017219"/>
              <a:gd name="connsiteX1183" fmla="*/ 2559556 w 5799173"/>
              <a:gd name="connsiteY1183" fmla="*/ 164109 h 5017219"/>
              <a:gd name="connsiteX1184" fmla="*/ 2571021 w 5799173"/>
              <a:gd name="connsiteY1184" fmla="*/ 184048 h 5017219"/>
              <a:gd name="connsiteX1185" fmla="*/ 2571021 w 5799173"/>
              <a:gd name="connsiteY1185" fmla="*/ 185709 h 5017219"/>
              <a:gd name="connsiteX1186" fmla="*/ 2559556 w 5799173"/>
              <a:gd name="connsiteY1186" fmla="*/ 205649 h 5017219"/>
              <a:gd name="connsiteX1187" fmla="*/ 2558143 w 5799173"/>
              <a:gd name="connsiteY1187" fmla="*/ 206479 h 5017219"/>
              <a:gd name="connsiteX1188" fmla="*/ 2043963 w 5799173"/>
              <a:gd name="connsiteY1188" fmla="*/ 121564 h 5017219"/>
              <a:gd name="connsiteX1189" fmla="*/ 2043049 w 5799173"/>
              <a:gd name="connsiteY1189" fmla="*/ 121065 h 5017219"/>
              <a:gd name="connsiteX1190" fmla="*/ 2035904 w 5799173"/>
              <a:gd name="connsiteY1190" fmla="*/ 108603 h 5017219"/>
              <a:gd name="connsiteX1191" fmla="*/ 2035904 w 5799173"/>
              <a:gd name="connsiteY1191" fmla="*/ 107606 h 5017219"/>
              <a:gd name="connsiteX1192" fmla="*/ 2043049 w 5799173"/>
              <a:gd name="connsiteY1192" fmla="*/ 95144 h 5017219"/>
              <a:gd name="connsiteX1193" fmla="*/ 2043963 w 5799173"/>
              <a:gd name="connsiteY1193" fmla="*/ 94646 h 5017219"/>
              <a:gd name="connsiteX1194" fmla="*/ 2058335 w 5799173"/>
              <a:gd name="connsiteY1194" fmla="*/ 94646 h 5017219"/>
              <a:gd name="connsiteX1195" fmla="*/ 2059249 w 5799173"/>
              <a:gd name="connsiteY1195" fmla="*/ 95144 h 5017219"/>
              <a:gd name="connsiteX1196" fmla="*/ 2066394 w 5799173"/>
              <a:gd name="connsiteY1196" fmla="*/ 107606 h 5017219"/>
              <a:gd name="connsiteX1197" fmla="*/ 2066394 w 5799173"/>
              <a:gd name="connsiteY1197" fmla="*/ 108603 h 5017219"/>
              <a:gd name="connsiteX1198" fmla="*/ 2059249 w 5799173"/>
              <a:gd name="connsiteY1198" fmla="*/ 121065 h 5017219"/>
              <a:gd name="connsiteX1199" fmla="*/ 2058335 w 5799173"/>
              <a:gd name="connsiteY1199" fmla="*/ 121564 h 5017219"/>
              <a:gd name="connsiteX1200" fmla="*/ 2103070 w 5799173"/>
              <a:gd name="connsiteY1200" fmla="*/ 139591 h 5017219"/>
              <a:gd name="connsiteX1201" fmla="*/ 2102073 w 5799173"/>
              <a:gd name="connsiteY1201" fmla="*/ 139010 h 5017219"/>
              <a:gd name="connsiteX1202" fmla="*/ 2093931 w 5799173"/>
              <a:gd name="connsiteY1202" fmla="*/ 124803 h 5017219"/>
              <a:gd name="connsiteX1203" fmla="*/ 2093931 w 5799173"/>
              <a:gd name="connsiteY1203" fmla="*/ 123640 h 5017219"/>
              <a:gd name="connsiteX1204" fmla="*/ 2102156 w 5799173"/>
              <a:gd name="connsiteY1204" fmla="*/ 109433 h 5017219"/>
              <a:gd name="connsiteX1205" fmla="*/ 2103153 w 5799173"/>
              <a:gd name="connsiteY1205" fmla="*/ 108852 h 5017219"/>
              <a:gd name="connsiteX1206" fmla="*/ 2119519 w 5799173"/>
              <a:gd name="connsiteY1206" fmla="*/ 108852 h 5017219"/>
              <a:gd name="connsiteX1207" fmla="*/ 2120516 w 5799173"/>
              <a:gd name="connsiteY1207" fmla="*/ 109433 h 5017219"/>
              <a:gd name="connsiteX1208" fmla="*/ 2128658 w 5799173"/>
              <a:gd name="connsiteY1208" fmla="*/ 123640 h 5017219"/>
              <a:gd name="connsiteX1209" fmla="*/ 2128658 w 5799173"/>
              <a:gd name="connsiteY1209" fmla="*/ 124803 h 5017219"/>
              <a:gd name="connsiteX1210" fmla="*/ 2120433 w 5799173"/>
              <a:gd name="connsiteY1210" fmla="*/ 139010 h 5017219"/>
              <a:gd name="connsiteX1211" fmla="*/ 2119436 w 5799173"/>
              <a:gd name="connsiteY1211" fmla="*/ 139591 h 5017219"/>
              <a:gd name="connsiteX1212" fmla="*/ 2163170 w 5799173"/>
              <a:gd name="connsiteY1212" fmla="*/ 155979 h 5017219"/>
              <a:gd name="connsiteX1213" fmla="*/ 2162175 w 5799173"/>
              <a:gd name="connsiteY1213" fmla="*/ 155397 h 5017219"/>
              <a:gd name="connsiteX1214" fmla="*/ 2153867 w 5799173"/>
              <a:gd name="connsiteY1214" fmla="*/ 140942 h 5017219"/>
              <a:gd name="connsiteX1215" fmla="*/ 2153866 w 5799173"/>
              <a:gd name="connsiteY1215" fmla="*/ 139778 h 5017219"/>
              <a:gd name="connsiteX1216" fmla="*/ 2162174 w 5799173"/>
              <a:gd name="connsiteY1216" fmla="*/ 125323 h 5017219"/>
              <a:gd name="connsiteX1217" fmla="*/ 2163170 w 5799173"/>
              <a:gd name="connsiteY1217" fmla="*/ 124741 h 5017219"/>
              <a:gd name="connsiteX1218" fmla="*/ 2179869 w 5799173"/>
              <a:gd name="connsiteY1218" fmla="*/ 124741 h 5017219"/>
              <a:gd name="connsiteX1219" fmla="*/ 2180867 w 5799173"/>
              <a:gd name="connsiteY1219" fmla="*/ 125323 h 5017219"/>
              <a:gd name="connsiteX1220" fmla="*/ 2189175 w 5799173"/>
              <a:gd name="connsiteY1220" fmla="*/ 139778 h 5017219"/>
              <a:gd name="connsiteX1221" fmla="*/ 2189174 w 5799173"/>
              <a:gd name="connsiteY1221" fmla="*/ 140942 h 5017219"/>
              <a:gd name="connsiteX1222" fmla="*/ 2180867 w 5799173"/>
              <a:gd name="connsiteY1222" fmla="*/ 155397 h 5017219"/>
              <a:gd name="connsiteX1223" fmla="*/ 2179869 w 5799173"/>
              <a:gd name="connsiteY1223" fmla="*/ 155979 h 5017219"/>
              <a:gd name="connsiteX1224" fmla="*/ 3666561 w 5799173"/>
              <a:gd name="connsiteY1224" fmla="*/ 561462 h 5017219"/>
              <a:gd name="connsiteX1225" fmla="*/ 3665398 w 5799173"/>
              <a:gd name="connsiteY1225" fmla="*/ 560798 h 5017219"/>
              <a:gd name="connsiteX1226" fmla="*/ 3655844 w 5799173"/>
              <a:gd name="connsiteY1226" fmla="*/ 544265 h 5017219"/>
              <a:gd name="connsiteX1227" fmla="*/ 3655844 w 5799173"/>
              <a:gd name="connsiteY1227" fmla="*/ 542935 h 5017219"/>
              <a:gd name="connsiteX1228" fmla="*/ 3665398 w 5799173"/>
              <a:gd name="connsiteY1228" fmla="*/ 526403 h 5017219"/>
              <a:gd name="connsiteX1229" fmla="*/ 3666561 w 5799173"/>
              <a:gd name="connsiteY1229" fmla="*/ 525739 h 5017219"/>
              <a:gd name="connsiteX1230" fmla="*/ 3685669 w 5799173"/>
              <a:gd name="connsiteY1230" fmla="*/ 525739 h 5017219"/>
              <a:gd name="connsiteX1231" fmla="*/ 3686832 w 5799173"/>
              <a:gd name="connsiteY1231" fmla="*/ 526402 h 5017219"/>
              <a:gd name="connsiteX1232" fmla="*/ 3696386 w 5799173"/>
              <a:gd name="connsiteY1232" fmla="*/ 542935 h 5017219"/>
              <a:gd name="connsiteX1233" fmla="*/ 3696386 w 5799173"/>
              <a:gd name="connsiteY1233" fmla="*/ 544265 h 5017219"/>
              <a:gd name="connsiteX1234" fmla="*/ 3686832 w 5799173"/>
              <a:gd name="connsiteY1234" fmla="*/ 560797 h 5017219"/>
              <a:gd name="connsiteX1235" fmla="*/ 3685669 w 5799173"/>
              <a:gd name="connsiteY1235" fmla="*/ 561462 h 5017219"/>
              <a:gd name="connsiteX1236" fmla="*/ 2703177 w 5799173"/>
              <a:gd name="connsiteY1236" fmla="*/ 304180 h 5017219"/>
              <a:gd name="connsiteX1237" fmla="*/ 2701931 w 5799173"/>
              <a:gd name="connsiteY1237" fmla="*/ 303517 h 5017219"/>
              <a:gd name="connsiteX1238" fmla="*/ 2691961 w 5799173"/>
              <a:gd name="connsiteY1238" fmla="*/ 286236 h 5017219"/>
              <a:gd name="connsiteX1239" fmla="*/ 2691961 w 5799173"/>
              <a:gd name="connsiteY1239" fmla="*/ 284823 h 5017219"/>
              <a:gd name="connsiteX1240" fmla="*/ 2701931 w 5799173"/>
              <a:gd name="connsiteY1240" fmla="*/ 267543 h 5017219"/>
              <a:gd name="connsiteX1241" fmla="*/ 2703177 w 5799173"/>
              <a:gd name="connsiteY1241" fmla="*/ 266878 h 5017219"/>
              <a:gd name="connsiteX1242" fmla="*/ 2723116 w 5799173"/>
              <a:gd name="connsiteY1242" fmla="*/ 266878 h 5017219"/>
              <a:gd name="connsiteX1243" fmla="*/ 2724362 w 5799173"/>
              <a:gd name="connsiteY1243" fmla="*/ 267543 h 5017219"/>
              <a:gd name="connsiteX1244" fmla="*/ 2734331 w 5799173"/>
              <a:gd name="connsiteY1244" fmla="*/ 284823 h 5017219"/>
              <a:gd name="connsiteX1245" fmla="*/ 2734331 w 5799173"/>
              <a:gd name="connsiteY1245" fmla="*/ 286236 h 5017219"/>
              <a:gd name="connsiteX1246" fmla="*/ 2724362 w 5799173"/>
              <a:gd name="connsiteY1246" fmla="*/ 303516 h 5017219"/>
              <a:gd name="connsiteX1247" fmla="*/ 2723116 w 5799173"/>
              <a:gd name="connsiteY1247" fmla="*/ 304180 h 5017219"/>
              <a:gd name="connsiteX1248" fmla="*/ 4267958 w 5799173"/>
              <a:gd name="connsiteY1248" fmla="*/ 723648 h 5017219"/>
              <a:gd name="connsiteX1249" fmla="*/ 4266712 w 5799173"/>
              <a:gd name="connsiteY1249" fmla="*/ 722900 h 5017219"/>
              <a:gd name="connsiteX1250" fmla="*/ 4256659 w 5799173"/>
              <a:gd name="connsiteY1250" fmla="*/ 705454 h 5017219"/>
              <a:gd name="connsiteX1251" fmla="*/ 4256659 w 5799173"/>
              <a:gd name="connsiteY1251" fmla="*/ 704041 h 5017219"/>
              <a:gd name="connsiteX1252" fmla="*/ 4266712 w 5799173"/>
              <a:gd name="connsiteY1252" fmla="*/ 686595 h 5017219"/>
              <a:gd name="connsiteX1253" fmla="*/ 4267958 w 5799173"/>
              <a:gd name="connsiteY1253" fmla="*/ 685847 h 5017219"/>
              <a:gd name="connsiteX1254" fmla="*/ 4288063 w 5799173"/>
              <a:gd name="connsiteY1254" fmla="*/ 685847 h 5017219"/>
              <a:gd name="connsiteX1255" fmla="*/ 4289309 w 5799173"/>
              <a:gd name="connsiteY1255" fmla="*/ 686595 h 5017219"/>
              <a:gd name="connsiteX1256" fmla="*/ 4299362 w 5799173"/>
              <a:gd name="connsiteY1256" fmla="*/ 704042 h 5017219"/>
              <a:gd name="connsiteX1257" fmla="*/ 4299362 w 5799173"/>
              <a:gd name="connsiteY1257" fmla="*/ 705454 h 5017219"/>
              <a:gd name="connsiteX1258" fmla="*/ 4289309 w 5799173"/>
              <a:gd name="connsiteY1258" fmla="*/ 722900 h 5017219"/>
              <a:gd name="connsiteX1259" fmla="*/ 4288063 w 5799173"/>
              <a:gd name="connsiteY1259" fmla="*/ 723648 h 5017219"/>
              <a:gd name="connsiteX1260" fmla="*/ 3726198 w 5799173"/>
              <a:gd name="connsiteY1260" fmla="*/ 578590 h 5017219"/>
              <a:gd name="connsiteX1261" fmla="*/ 3724952 w 5799173"/>
              <a:gd name="connsiteY1261" fmla="*/ 577842 h 5017219"/>
              <a:gd name="connsiteX1262" fmla="*/ 3714816 w 5799173"/>
              <a:gd name="connsiteY1262" fmla="*/ 560313 h 5017219"/>
              <a:gd name="connsiteX1263" fmla="*/ 3714816 w 5799173"/>
              <a:gd name="connsiteY1263" fmla="*/ 558901 h 5017219"/>
              <a:gd name="connsiteX1264" fmla="*/ 3724952 w 5799173"/>
              <a:gd name="connsiteY1264" fmla="*/ 541371 h 5017219"/>
              <a:gd name="connsiteX1265" fmla="*/ 3726198 w 5799173"/>
              <a:gd name="connsiteY1265" fmla="*/ 540623 h 5017219"/>
              <a:gd name="connsiteX1266" fmla="*/ 3746469 w 5799173"/>
              <a:gd name="connsiteY1266" fmla="*/ 540623 h 5017219"/>
              <a:gd name="connsiteX1267" fmla="*/ 3747715 w 5799173"/>
              <a:gd name="connsiteY1267" fmla="*/ 541371 h 5017219"/>
              <a:gd name="connsiteX1268" fmla="*/ 3757851 w 5799173"/>
              <a:gd name="connsiteY1268" fmla="*/ 558901 h 5017219"/>
              <a:gd name="connsiteX1269" fmla="*/ 3757851 w 5799173"/>
              <a:gd name="connsiteY1269" fmla="*/ 560312 h 5017219"/>
              <a:gd name="connsiteX1270" fmla="*/ 3747715 w 5799173"/>
              <a:gd name="connsiteY1270" fmla="*/ 577842 h 5017219"/>
              <a:gd name="connsiteX1271" fmla="*/ 3746469 w 5799173"/>
              <a:gd name="connsiteY1271" fmla="*/ 578590 h 5017219"/>
              <a:gd name="connsiteX1272" fmla="*/ 3966943 w 5799173"/>
              <a:gd name="connsiteY1272" fmla="*/ 643097 h 5017219"/>
              <a:gd name="connsiteX1273" fmla="*/ 3965698 w 5799173"/>
              <a:gd name="connsiteY1273" fmla="*/ 642350 h 5017219"/>
              <a:gd name="connsiteX1274" fmla="*/ 3955562 w 5799173"/>
              <a:gd name="connsiteY1274" fmla="*/ 624820 h 5017219"/>
              <a:gd name="connsiteX1275" fmla="*/ 3955562 w 5799173"/>
              <a:gd name="connsiteY1275" fmla="*/ 623408 h 5017219"/>
              <a:gd name="connsiteX1276" fmla="*/ 3965697 w 5799173"/>
              <a:gd name="connsiteY1276" fmla="*/ 605878 h 5017219"/>
              <a:gd name="connsiteX1277" fmla="*/ 3966944 w 5799173"/>
              <a:gd name="connsiteY1277" fmla="*/ 605130 h 5017219"/>
              <a:gd name="connsiteX1278" fmla="*/ 3987215 w 5799173"/>
              <a:gd name="connsiteY1278" fmla="*/ 605130 h 5017219"/>
              <a:gd name="connsiteX1279" fmla="*/ 3988461 w 5799173"/>
              <a:gd name="connsiteY1279" fmla="*/ 605878 h 5017219"/>
              <a:gd name="connsiteX1280" fmla="*/ 3998596 w 5799173"/>
              <a:gd name="connsiteY1280" fmla="*/ 623408 h 5017219"/>
              <a:gd name="connsiteX1281" fmla="*/ 3998596 w 5799173"/>
              <a:gd name="connsiteY1281" fmla="*/ 624820 h 5017219"/>
              <a:gd name="connsiteX1282" fmla="*/ 3988461 w 5799173"/>
              <a:gd name="connsiteY1282" fmla="*/ 642350 h 5017219"/>
              <a:gd name="connsiteX1283" fmla="*/ 3987215 w 5799173"/>
              <a:gd name="connsiteY1283" fmla="*/ 643097 h 5017219"/>
              <a:gd name="connsiteX1284" fmla="*/ 4087316 w 5799173"/>
              <a:gd name="connsiteY1284" fmla="*/ 675351 h 5017219"/>
              <a:gd name="connsiteX1285" fmla="*/ 4086071 w 5799173"/>
              <a:gd name="connsiteY1285" fmla="*/ 674604 h 5017219"/>
              <a:gd name="connsiteX1286" fmla="*/ 4075934 w 5799173"/>
              <a:gd name="connsiteY1286" fmla="*/ 657074 h 5017219"/>
              <a:gd name="connsiteX1287" fmla="*/ 4075934 w 5799173"/>
              <a:gd name="connsiteY1287" fmla="*/ 655662 h 5017219"/>
              <a:gd name="connsiteX1288" fmla="*/ 4086070 w 5799173"/>
              <a:gd name="connsiteY1288" fmla="*/ 638132 h 5017219"/>
              <a:gd name="connsiteX1289" fmla="*/ 4087316 w 5799173"/>
              <a:gd name="connsiteY1289" fmla="*/ 637384 h 5017219"/>
              <a:gd name="connsiteX1290" fmla="*/ 4107587 w 5799173"/>
              <a:gd name="connsiteY1290" fmla="*/ 637384 h 5017219"/>
              <a:gd name="connsiteX1291" fmla="*/ 4108833 w 5799173"/>
              <a:gd name="connsiteY1291" fmla="*/ 638132 h 5017219"/>
              <a:gd name="connsiteX1292" fmla="*/ 4118969 w 5799173"/>
              <a:gd name="connsiteY1292" fmla="*/ 655662 h 5017219"/>
              <a:gd name="connsiteX1293" fmla="*/ 4118969 w 5799173"/>
              <a:gd name="connsiteY1293" fmla="*/ 657074 h 5017219"/>
              <a:gd name="connsiteX1294" fmla="*/ 4108833 w 5799173"/>
              <a:gd name="connsiteY1294" fmla="*/ 674604 h 5017219"/>
              <a:gd name="connsiteX1295" fmla="*/ 4107587 w 5799173"/>
              <a:gd name="connsiteY1295" fmla="*/ 675351 h 5017219"/>
              <a:gd name="connsiteX1296" fmla="*/ 4147397 w 5799173"/>
              <a:gd name="connsiteY1296" fmla="*/ 691723 h 5017219"/>
              <a:gd name="connsiteX1297" fmla="*/ 4146151 w 5799173"/>
              <a:gd name="connsiteY1297" fmla="*/ 690976 h 5017219"/>
              <a:gd name="connsiteX1298" fmla="*/ 4135932 w 5799173"/>
              <a:gd name="connsiteY1298" fmla="*/ 673281 h 5017219"/>
              <a:gd name="connsiteX1299" fmla="*/ 4135932 w 5799173"/>
              <a:gd name="connsiteY1299" fmla="*/ 671868 h 5017219"/>
              <a:gd name="connsiteX1300" fmla="*/ 4146151 w 5799173"/>
              <a:gd name="connsiteY1300" fmla="*/ 654172 h 5017219"/>
              <a:gd name="connsiteX1301" fmla="*/ 4147397 w 5799173"/>
              <a:gd name="connsiteY1301" fmla="*/ 653424 h 5017219"/>
              <a:gd name="connsiteX1302" fmla="*/ 4167834 w 5799173"/>
              <a:gd name="connsiteY1302" fmla="*/ 653425 h 5017219"/>
              <a:gd name="connsiteX1303" fmla="*/ 4169081 w 5799173"/>
              <a:gd name="connsiteY1303" fmla="*/ 654173 h 5017219"/>
              <a:gd name="connsiteX1304" fmla="*/ 4179299 w 5799173"/>
              <a:gd name="connsiteY1304" fmla="*/ 671868 h 5017219"/>
              <a:gd name="connsiteX1305" fmla="*/ 4179299 w 5799173"/>
              <a:gd name="connsiteY1305" fmla="*/ 673281 h 5017219"/>
              <a:gd name="connsiteX1306" fmla="*/ 4169080 w 5799173"/>
              <a:gd name="connsiteY1306" fmla="*/ 690977 h 5017219"/>
              <a:gd name="connsiteX1307" fmla="*/ 4167834 w 5799173"/>
              <a:gd name="connsiteY1307" fmla="*/ 691724 h 5017219"/>
              <a:gd name="connsiteX1308" fmla="*/ 3786198 w 5799173"/>
              <a:gd name="connsiteY1308" fmla="*/ 595036 h 5017219"/>
              <a:gd name="connsiteX1309" fmla="*/ 3784952 w 5799173"/>
              <a:gd name="connsiteY1309" fmla="*/ 594288 h 5017219"/>
              <a:gd name="connsiteX1310" fmla="*/ 3774650 w 5799173"/>
              <a:gd name="connsiteY1310" fmla="*/ 576509 h 5017219"/>
              <a:gd name="connsiteX1311" fmla="*/ 3774650 w 5799173"/>
              <a:gd name="connsiteY1311" fmla="*/ 575096 h 5017219"/>
              <a:gd name="connsiteX1312" fmla="*/ 3784952 w 5799173"/>
              <a:gd name="connsiteY1312" fmla="*/ 557318 h 5017219"/>
              <a:gd name="connsiteX1313" fmla="*/ 3786198 w 5799173"/>
              <a:gd name="connsiteY1313" fmla="*/ 556570 h 5017219"/>
              <a:gd name="connsiteX1314" fmla="*/ 3806718 w 5799173"/>
              <a:gd name="connsiteY1314" fmla="*/ 556570 h 5017219"/>
              <a:gd name="connsiteX1315" fmla="*/ 3807965 w 5799173"/>
              <a:gd name="connsiteY1315" fmla="*/ 557318 h 5017219"/>
              <a:gd name="connsiteX1316" fmla="*/ 3818266 w 5799173"/>
              <a:gd name="connsiteY1316" fmla="*/ 575096 h 5017219"/>
              <a:gd name="connsiteX1317" fmla="*/ 3818266 w 5799173"/>
              <a:gd name="connsiteY1317" fmla="*/ 576509 h 5017219"/>
              <a:gd name="connsiteX1318" fmla="*/ 3807965 w 5799173"/>
              <a:gd name="connsiteY1318" fmla="*/ 594288 h 5017219"/>
              <a:gd name="connsiteX1319" fmla="*/ 3806718 w 5799173"/>
              <a:gd name="connsiteY1319" fmla="*/ 595036 h 5017219"/>
              <a:gd name="connsiteX1320" fmla="*/ 3906571 w 5799173"/>
              <a:gd name="connsiteY1320" fmla="*/ 627290 h 5017219"/>
              <a:gd name="connsiteX1321" fmla="*/ 3905325 w 5799173"/>
              <a:gd name="connsiteY1321" fmla="*/ 626542 h 5017219"/>
              <a:gd name="connsiteX1322" fmla="*/ 3895023 w 5799173"/>
              <a:gd name="connsiteY1322" fmla="*/ 608763 h 5017219"/>
              <a:gd name="connsiteX1323" fmla="*/ 3895022 w 5799173"/>
              <a:gd name="connsiteY1323" fmla="*/ 607350 h 5017219"/>
              <a:gd name="connsiteX1324" fmla="*/ 3905325 w 5799173"/>
              <a:gd name="connsiteY1324" fmla="*/ 589572 h 5017219"/>
              <a:gd name="connsiteX1325" fmla="*/ 3906571 w 5799173"/>
              <a:gd name="connsiteY1325" fmla="*/ 588824 h 5017219"/>
              <a:gd name="connsiteX1326" fmla="*/ 3927090 w 5799173"/>
              <a:gd name="connsiteY1326" fmla="*/ 588824 h 5017219"/>
              <a:gd name="connsiteX1327" fmla="*/ 3928338 w 5799173"/>
              <a:gd name="connsiteY1327" fmla="*/ 589572 h 5017219"/>
              <a:gd name="connsiteX1328" fmla="*/ 3938639 w 5799173"/>
              <a:gd name="connsiteY1328" fmla="*/ 607349 h 5017219"/>
              <a:gd name="connsiteX1329" fmla="*/ 3938639 w 5799173"/>
              <a:gd name="connsiteY1329" fmla="*/ 608763 h 5017219"/>
              <a:gd name="connsiteX1330" fmla="*/ 3928338 w 5799173"/>
              <a:gd name="connsiteY1330" fmla="*/ 626542 h 5017219"/>
              <a:gd name="connsiteX1331" fmla="*/ 3927091 w 5799173"/>
              <a:gd name="connsiteY1331" fmla="*/ 627290 h 5017219"/>
              <a:gd name="connsiteX1332" fmla="*/ 4026942 w 5799173"/>
              <a:gd name="connsiteY1332" fmla="*/ 659543 h 5017219"/>
              <a:gd name="connsiteX1333" fmla="*/ 4025696 w 5799173"/>
              <a:gd name="connsiteY1333" fmla="*/ 658795 h 5017219"/>
              <a:gd name="connsiteX1334" fmla="*/ 4015394 w 5799173"/>
              <a:gd name="connsiteY1334" fmla="*/ 641016 h 5017219"/>
              <a:gd name="connsiteX1335" fmla="*/ 4015394 w 5799173"/>
              <a:gd name="connsiteY1335" fmla="*/ 639603 h 5017219"/>
              <a:gd name="connsiteX1336" fmla="*/ 4025696 w 5799173"/>
              <a:gd name="connsiteY1336" fmla="*/ 621825 h 5017219"/>
              <a:gd name="connsiteX1337" fmla="*/ 4026942 w 5799173"/>
              <a:gd name="connsiteY1337" fmla="*/ 621077 h 5017219"/>
              <a:gd name="connsiteX1338" fmla="*/ 4047462 w 5799173"/>
              <a:gd name="connsiteY1338" fmla="*/ 621077 h 5017219"/>
              <a:gd name="connsiteX1339" fmla="*/ 4048710 w 5799173"/>
              <a:gd name="connsiteY1339" fmla="*/ 621825 h 5017219"/>
              <a:gd name="connsiteX1340" fmla="*/ 4059010 w 5799173"/>
              <a:gd name="connsiteY1340" fmla="*/ 639603 h 5017219"/>
              <a:gd name="connsiteX1341" fmla="*/ 4059011 w 5799173"/>
              <a:gd name="connsiteY1341" fmla="*/ 641016 h 5017219"/>
              <a:gd name="connsiteX1342" fmla="*/ 4048710 w 5799173"/>
              <a:gd name="connsiteY1342" fmla="*/ 658795 h 5017219"/>
              <a:gd name="connsiteX1343" fmla="*/ 4047463 w 5799173"/>
              <a:gd name="connsiteY1343" fmla="*/ 659543 h 5017219"/>
              <a:gd name="connsiteX1344" fmla="*/ 4327874 w 5799173"/>
              <a:gd name="connsiteY1344" fmla="*/ 740177 h 5017219"/>
              <a:gd name="connsiteX1345" fmla="*/ 4326628 w 5799173"/>
              <a:gd name="connsiteY1345" fmla="*/ 739429 h 5017219"/>
              <a:gd name="connsiteX1346" fmla="*/ 4316326 w 5799173"/>
              <a:gd name="connsiteY1346" fmla="*/ 721651 h 5017219"/>
              <a:gd name="connsiteX1347" fmla="*/ 4316325 w 5799173"/>
              <a:gd name="connsiteY1347" fmla="*/ 720238 h 5017219"/>
              <a:gd name="connsiteX1348" fmla="*/ 4326628 w 5799173"/>
              <a:gd name="connsiteY1348" fmla="*/ 702460 h 5017219"/>
              <a:gd name="connsiteX1349" fmla="*/ 4327874 w 5799173"/>
              <a:gd name="connsiteY1349" fmla="*/ 701712 h 5017219"/>
              <a:gd name="connsiteX1350" fmla="*/ 4348393 w 5799173"/>
              <a:gd name="connsiteY1350" fmla="*/ 701712 h 5017219"/>
              <a:gd name="connsiteX1351" fmla="*/ 4349641 w 5799173"/>
              <a:gd name="connsiteY1351" fmla="*/ 702459 h 5017219"/>
              <a:gd name="connsiteX1352" fmla="*/ 4359942 w 5799173"/>
              <a:gd name="connsiteY1352" fmla="*/ 720237 h 5017219"/>
              <a:gd name="connsiteX1353" fmla="*/ 4359942 w 5799173"/>
              <a:gd name="connsiteY1353" fmla="*/ 721650 h 5017219"/>
              <a:gd name="connsiteX1354" fmla="*/ 4349641 w 5799173"/>
              <a:gd name="connsiteY1354" fmla="*/ 739430 h 5017219"/>
              <a:gd name="connsiteX1355" fmla="*/ 4348394 w 5799173"/>
              <a:gd name="connsiteY1355" fmla="*/ 740177 h 5017219"/>
              <a:gd name="connsiteX1356" fmla="*/ 4388060 w 5799173"/>
              <a:gd name="connsiteY1356" fmla="*/ 756304 h 5017219"/>
              <a:gd name="connsiteX1357" fmla="*/ 4386815 w 5799173"/>
              <a:gd name="connsiteY1357" fmla="*/ 755556 h 5017219"/>
              <a:gd name="connsiteX1358" fmla="*/ 4376513 w 5799173"/>
              <a:gd name="connsiteY1358" fmla="*/ 737778 h 5017219"/>
              <a:gd name="connsiteX1359" fmla="*/ 4376512 w 5799173"/>
              <a:gd name="connsiteY1359" fmla="*/ 736365 h 5017219"/>
              <a:gd name="connsiteX1360" fmla="*/ 4386815 w 5799173"/>
              <a:gd name="connsiteY1360" fmla="*/ 718587 h 5017219"/>
              <a:gd name="connsiteX1361" fmla="*/ 4388061 w 5799173"/>
              <a:gd name="connsiteY1361" fmla="*/ 717839 h 5017219"/>
              <a:gd name="connsiteX1362" fmla="*/ 4408580 w 5799173"/>
              <a:gd name="connsiteY1362" fmla="*/ 717839 h 5017219"/>
              <a:gd name="connsiteX1363" fmla="*/ 4409828 w 5799173"/>
              <a:gd name="connsiteY1363" fmla="*/ 718586 h 5017219"/>
              <a:gd name="connsiteX1364" fmla="*/ 4420129 w 5799173"/>
              <a:gd name="connsiteY1364" fmla="*/ 736364 h 5017219"/>
              <a:gd name="connsiteX1365" fmla="*/ 4420129 w 5799173"/>
              <a:gd name="connsiteY1365" fmla="*/ 737777 h 5017219"/>
              <a:gd name="connsiteX1366" fmla="*/ 4409828 w 5799173"/>
              <a:gd name="connsiteY1366" fmla="*/ 755557 h 5017219"/>
              <a:gd name="connsiteX1367" fmla="*/ 4408581 w 5799173"/>
              <a:gd name="connsiteY1367" fmla="*/ 756304 h 5017219"/>
              <a:gd name="connsiteX1368" fmla="*/ 3846311 w 5799173"/>
              <a:gd name="connsiteY1368" fmla="*/ 611340 h 5017219"/>
              <a:gd name="connsiteX1369" fmla="*/ 3845065 w 5799173"/>
              <a:gd name="connsiteY1369" fmla="*/ 610593 h 5017219"/>
              <a:gd name="connsiteX1370" fmla="*/ 3834680 w 5799173"/>
              <a:gd name="connsiteY1370" fmla="*/ 592648 h 5017219"/>
              <a:gd name="connsiteX1371" fmla="*/ 3834680 w 5799173"/>
              <a:gd name="connsiteY1371" fmla="*/ 591152 h 5017219"/>
              <a:gd name="connsiteX1372" fmla="*/ 3845065 w 5799173"/>
              <a:gd name="connsiteY1372" fmla="*/ 573207 h 5017219"/>
              <a:gd name="connsiteX1373" fmla="*/ 3846311 w 5799173"/>
              <a:gd name="connsiteY1373" fmla="*/ 572459 h 5017219"/>
              <a:gd name="connsiteX1374" fmla="*/ 3867081 w 5799173"/>
              <a:gd name="connsiteY1374" fmla="*/ 572459 h 5017219"/>
              <a:gd name="connsiteX1375" fmla="*/ 3868327 w 5799173"/>
              <a:gd name="connsiteY1375" fmla="*/ 573207 h 5017219"/>
              <a:gd name="connsiteX1376" fmla="*/ 3878712 w 5799173"/>
              <a:gd name="connsiteY1376" fmla="*/ 591152 h 5017219"/>
              <a:gd name="connsiteX1377" fmla="*/ 3878712 w 5799173"/>
              <a:gd name="connsiteY1377" fmla="*/ 592648 h 5017219"/>
              <a:gd name="connsiteX1378" fmla="*/ 3868327 w 5799173"/>
              <a:gd name="connsiteY1378" fmla="*/ 610593 h 5017219"/>
              <a:gd name="connsiteX1379" fmla="*/ 3867081 w 5799173"/>
              <a:gd name="connsiteY1379" fmla="*/ 611340 h 5017219"/>
              <a:gd name="connsiteX1380" fmla="*/ 4207428 w 5799173"/>
              <a:gd name="connsiteY1380" fmla="*/ 708101 h 5017219"/>
              <a:gd name="connsiteX1381" fmla="*/ 4206182 w 5799173"/>
              <a:gd name="connsiteY1381" fmla="*/ 707354 h 5017219"/>
              <a:gd name="connsiteX1382" fmla="*/ 4195798 w 5799173"/>
              <a:gd name="connsiteY1382" fmla="*/ 689409 h 5017219"/>
              <a:gd name="connsiteX1383" fmla="*/ 4195797 w 5799173"/>
              <a:gd name="connsiteY1383" fmla="*/ 687913 h 5017219"/>
              <a:gd name="connsiteX1384" fmla="*/ 4206183 w 5799173"/>
              <a:gd name="connsiteY1384" fmla="*/ 669968 h 5017219"/>
              <a:gd name="connsiteX1385" fmla="*/ 4207429 w 5799173"/>
              <a:gd name="connsiteY1385" fmla="*/ 669220 h 5017219"/>
              <a:gd name="connsiteX1386" fmla="*/ 4228198 w 5799173"/>
              <a:gd name="connsiteY1386" fmla="*/ 669220 h 5017219"/>
              <a:gd name="connsiteX1387" fmla="*/ 4229444 w 5799173"/>
              <a:gd name="connsiteY1387" fmla="*/ 669968 h 5017219"/>
              <a:gd name="connsiteX1388" fmla="*/ 4239830 w 5799173"/>
              <a:gd name="connsiteY1388" fmla="*/ 687913 h 5017219"/>
              <a:gd name="connsiteX1389" fmla="*/ 4239829 w 5799173"/>
              <a:gd name="connsiteY1389" fmla="*/ 689409 h 5017219"/>
              <a:gd name="connsiteX1390" fmla="*/ 4229445 w 5799173"/>
              <a:gd name="connsiteY1390" fmla="*/ 707354 h 5017219"/>
              <a:gd name="connsiteX1391" fmla="*/ 4228198 w 5799173"/>
              <a:gd name="connsiteY1391" fmla="*/ 708101 h 5017219"/>
              <a:gd name="connsiteX1392" fmla="*/ 4448090 w 5799173"/>
              <a:gd name="connsiteY1392" fmla="*/ 772693 h 5017219"/>
              <a:gd name="connsiteX1393" fmla="*/ 4446843 w 5799173"/>
              <a:gd name="connsiteY1393" fmla="*/ 771944 h 5017219"/>
              <a:gd name="connsiteX1394" fmla="*/ 4436459 w 5799173"/>
              <a:gd name="connsiteY1394" fmla="*/ 753916 h 5017219"/>
              <a:gd name="connsiteX1395" fmla="*/ 4436459 w 5799173"/>
              <a:gd name="connsiteY1395" fmla="*/ 752420 h 5017219"/>
              <a:gd name="connsiteX1396" fmla="*/ 4446927 w 5799173"/>
              <a:gd name="connsiteY1396" fmla="*/ 734392 h 5017219"/>
              <a:gd name="connsiteX1397" fmla="*/ 4448173 w 5799173"/>
              <a:gd name="connsiteY1397" fmla="*/ 733645 h 5017219"/>
              <a:gd name="connsiteX1398" fmla="*/ 4469026 w 5799173"/>
              <a:gd name="connsiteY1398" fmla="*/ 733646 h 5017219"/>
              <a:gd name="connsiteX1399" fmla="*/ 4470272 w 5799173"/>
              <a:gd name="connsiteY1399" fmla="*/ 734393 h 5017219"/>
              <a:gd name="connsiteX1400" fmla="*/ 4480657 w 5799173"/>
              <a:gd name="connsiteY1400" fmla="*/ 752421 h 5017219"/>
              <a:gd name="connsiteX1401" fmla="*/ 4480657 w 5799173"/>
              <a:gd name="connsiteY1401" fmla="*/ 753917 h 5017219"/>
              <a:gd name="connsiteX1402" fmla="*/ 4470189 w 5799173"/>
              <a:gd name="connsiteY1402" fmla="*/ 771945 h 5017219"/>
              <a:gd name="connsiteX1403" fmla="*/ 4468943 w 5799173"/>
              <a:gd name="connsiteY1403" fmla="*/ 772693 h 5017219"/>
              <a:gd name="connsiteX1404" fmla="*/ 4508026 w 5799173"/>
              <a:gd name="connsiteY1404" fmla="*/ 789318 h 5017219"/>
              <a:gd name="connsiteX1405" fmla="*/ 4506696 w 5799173"/>
              <a:gd name="connsiteY1405" fmla="*/ 788570 h 5017219"/>
              <a:gd name="connsiteX1406" fmla="*/ 4496062 w 5799173"/>
              <a:gd name="connsiteY1406" fmla="*/ 770044 h 5017219"/>
              <a:gd name="connsiteX1407" fmla="*/ 4496063 w 5799173"/>
              <a:gd name="connsiteY1407" fmla="*/ 768548 h 5017219"/>
              <a:gd name="connsiteX1408" fmla="*/ 4506779 w 5799173"/>
              <a:gd name="connsiteY1408" fmla="*/ 750021 h 5017219"/>
              <a:gd name="connsiteX1409" fmla="*/ 4508110 w 5799173"/>
              <a:gd name="connsiteY1409" fmla="*/ 749274 h 5017219"/>
              <a:gd name="connsiteX1410" fmla="*/ 4529461 w 5799173"/>
              <a:gd name="connsiteY1410" fmla="*/ 749274 h 5017219"/>
              <a:gd name="connsiteX1411" fmla="*/ 4530790 w 5799173"/>
              <a:gd name="connsiteY1411" fmla="*/ 750021 h 5017219"/>
              <a:gd name="connsiteX1412" fmla="*/ 4541423 w 5799173"/>
              <a:gd name="connsiteY1412" fmla="*/ 768548 h 5017219"/>
              <a:gd name="connsiteX1413" fmla="*/ 4541424 w 5799173"/>
              <a:gd name="connsiteY1413" fmla="*/ 770044 h 5017219"/>
              <a:gd name="connsiteX1414" fmla="*/ 4530706 w 5799173"/>
              <a:gd name="connsiteY1414" fmla="*/ 788570 h 5017219"/>
              <a:gd name="connsiteX1415" fmla="*/ 4529378 w 5799173"/>
              <a:gd name="connsiteY1415" fmla="*/ 789318 h 5017219"/>
              <a:gd name="connsiteX1416" fmla="*/ 2220866 w 5799173"/>
              <a:gd name="connsiteY1416" fmla="*/ 176663 h 5017219"/>
              <a:gd name="connsiteX1417" fmla="*/ 2219537 w 5799173"/>
              <a:gd name="connsiteY1417" fmla="*/ 175916 h 5017219"/>
              <a:gd name="connsiteX1418" fmla="*/ 2208737 w 5799173"/>
              <a:gd name="connsiteY1418" fmla="*/ 157223 h 5017219"/>
              <a:gd name="connsiteX1419" fmla="*/ 2208737 w 5799173"/>
              <a:gd name="connsiteY1419" fmla="*/ 155727 h 5017219"/>
              <a:gd name="connsiteX1420" fmla="*/ 2219537 w 5799173"/>
              <a:gd name="connsiteY1420" fmla="*/ 137034 h 5017219"/>
              <a:gd name="connsiteX1421" fmla="*/ 2220866 w 5799173"/>
              <a:gd name="connsiteY1421" fmla="*/ 136287 h 5017219"/>
              <a:gd name="connsiteX1422" fmla="*/ 2242467 w 5799173"/>
              <a:gd name="connsiteY1422" fmla="*/ 136287 h 5017219"/>
              <a:gd name="connsiteX1423" fmla="*/ 2243796 w 5799173"/>
              <a:gd name="connsiteY1423" fmla="*/ 137034 h 5017219"/>
              <a:gd name="connsiteX1424" fmla="*/ 2254597 w 5799173"/>
              <a:gd name="connsiteY1424" fmla="*/ 155727 h 5017219"/>
              <a:gd name="connsiteX1425" fmla="*/ 2254597 w 5799173"/>
              <a:gd name="connsiteY1425" fmla="*/ 157223 h 5017219"/>
              <a:gd name="connsiteX1426" fmla="*/ 2243796 w 5799173"/>
              <a:gd name="connsiteY1426" fmla="*/ 175916 h 5017219"/>
              <a:gd name="connsiteX1427" fmla="*/ 2242467 w 5799173"/>
              <a:gd name="connsiteY1427" fmla="*/ 176663 h 5017219"/>
              <a:gd name="connsiteX1428" fmla="*/ 2461540 w 5799173"/>
              <a:gd name="connsiteY1428" fmla="*/ 241338 h 5017219"/>
              <a:gd name="connsiteX1429" fmla="*/ 2460211 w 5799173"/>
              <a:gd name="connsiteY1429" fmla="*/ 240590 h 5017219"/>
              <a:gd name="connsiteX1430" fmla="*/ 2449327 w 5799173"/>
              <a:gd name="connsiteY1430" fmla="*/ 221731 h 5017219"/>
              <a:gd name="connsiteX1431" fmla="*/ 2449327 w 5799173"/>
              <a:gd name="connsiteY1431" fmla="*/ 220153 h 5017219"/>
              <a:gd name="connsiteX1432" fmla="*/ 2460211 w 5799173"/>
              <a:gd name="connsiteY1432" fmla="*/ 201294 h 5017219"/>
              <a:gd name="connsiteX1433" fmla="*/ 2461540 w 5799173"/>
              <a:gd name="connsiteY1433" fmla="*/ 200546 h 5017219"/>
              <a:gd name="connsiteX1434" fmla="*/ 2483306 w 5799173"/>
              <a:gd name="connsiteY1434" fmla="*/ 200546 h 5017219"/>
              <a:gd name="connsiteX1435" fmla="*/ 2484635 w 5799173"/>
              <a:gd name="connsiteY1435" fmla="*/ 201294 h 5017219"/>
              <a:gd name="connsiteX1436" fmla="*/ 2495519 w 5799173"/>
              <a:gd name="connsiteY1436" fmla="*/ 220153 h 5017219"/>
              <a:gd name="connsiteX1437" fmla="*/ 2495519 w 5799173"/>
              <a:gd name="connsiteY1437" fmla="*/ 221731 h 5017219"/>
              <a:gd name="connsiteX1438" fmla="*/ 2484635 w 5799173"/>
              <a:gd name="connsiteY1438" fmla="*/ 240590 h 5017219"/>
              <a:gd name="connsiteX1439" fmla="*/ 2483306 w 5799173"/>
              <a:gd name="connsiteY1439" fmla="*/ 241338 h 5017219"/>
              <a:gd name="connsiteX1440" fmla="*/ 2280876 w 5799173"/>
              <a:gd name="connsiteY1440" fmla="*/ 193121 h 5017219"/>
              <a:gd name="connsiteX1441" fmla="*/ 2279546 w 5799173"/>
              <a:gd name="connsiteY1441" fmla="*/ 192373 h 5017219"/>
              <a:gd name="connsiteX1442" fmla="*/ 2268663 w 5799173"/>
              <a:gd name="connsiteY1442" fmla="*/ 173431 h 5017219"/>
              <a:gd name="connsiteX1443" fmla="*/ 2268663 w 5799173"/>
              <a:gd name="connsiteY1443" fmla="*/ 171853 h 5017219"/>
              <a:gd name="connsiteX1444" fmla="*/ 2279630 w 5799173"/>
              <a:gd name="connsiteY1444" fmla="*/ 152910 h 5017219"/>
              <a:gd name="connsiteX1445" fmla="*/ 2280959 w 5799173"/>
              <a:gd name="connsiteY1445" fmla="*/ 152163 h 5017219"/>
              <a:gd name="connsiteX1446" fmla="*/ 2302809 w 5799173"/>
              <a:gd name="connsiteY1446" fmla="*/ 152163 h 5017219"/>
              <a:gd name="connsiteX1447" fmla="*/ 2304138 w 5799173"/>
              <a:gd name="connsiteY1447" fmla="*/ 152910 h 5017219"/>
              <a:gd name="connsiteX1448" fmla="*/ 2315021 w 5799173"/>
              <a:gd name="connsiteY1448" fmla="*/ 171853 h 5017219"/>
              <a:gd name="connsiteX1449" fmla="*/ 2315021 w 5799173"/>
              <a:gd name="connsiteY1449" fmla="*/ 173431 h 5017219"/>
              <a:gd name="connsiteX1450" fmla="*/ 2304054 w 5799173"/>
              <a:gd name="connsiteY1450" fmla="*/ 192373 h 5017219"/>
              <a:gd name="connsiteX1451" fmla="*/ 2302725 w 5799173"/>
              <a:gd name="connsiteY1451" fmla="*/ 193121 h 5017219"/>
              <a:gd name="connsiteX1452" fmla="*/ 2341062 w 5799173"/>
              <a:gd name="connsiteY1452" fmla="*/ 209248 h 5017219"/>
              <a:gd name="connsiteX1453" fmla="*/ 2339732 w 5799173"/>
              <a:gd name="connsiteY1453" fmla="*/ 208500 h 5017219"/>
              <a:gd name="connsiteX1454" fmla="*/ 2328849 w 5799173"/>
              <a:gd name="connsiteY1454" fmla="*/ 189558 h 5017219"/>
              <a:gd name="connsiteX1455" fmla="*/ 2328849 w 5799173"/>
              <a:gd name="connsiteY1455" fmla="*/ 187980 h 5017219"/>
              <a:gd name="connsiteX1456" fmla="*/ 2339816 w 5799173"/>
              <a:gd name="connsiteY1456" fmla="*/ 169037 h 5017219"/>
              <a:gd name="connsiteX1457" fmla="*/ 2341145 w 5799173"/>
              <a:gd name="connsiteY1457" fmla="*/ 168290 h 5017219"/>
              <a:gd name="connsiteX1458" fmla="*/ 2362995 w 5799173"/>
              <a:gd name="connsiteY1458" fmla="*/ 168290 h 5017219"/>
              <a:gd name="connsiteX1459" fmla="*/ 2364324 w 5799173"/>
              <a:gd name="connsiteY1459" fmla="*/ 169037 h 5017219"/>
              <a:gd name="connsiteX1460" fmla="*/ 2375207 w 5799173"/>
              <a:gd name="connsiteY1460" fmla="*/ 187980 h 5017219"/>
              <a:gd name="connsiteX1461" fmla="*/ 2375207 w 5799173"/>
              <a:gd name="connsiteY1461" fmla="*/ 189558 h 5017219"/>
              <a:gd name="connsiteX1462" fmla="*/ 2364240 w 5799173"/>
              <a:gd name="connsiteY1462" fmla="*/ 208500 h 5017219"/>
              <a:gd name="connsiteX1463" fmla="*/ 2362911 w 5799173"/>
              <a:gd name="connsiteY1463" fmla="*/ 209248 h 5017219"/>
              <a:gd name="connsiteX1464" fmla="*/ 2401249 w 5799173"/>
              <a:gd name="connsiteY1464" fmla="*/ 225375 h 5017219"/>
              <a:gd name="connsiteX1465" fmla="*/ 2399919 w 5799173"/>
              <a:gd name="connsiteY1465" fmla="*/ 224627 h 5017219"/>
              <a:gd name="connsiteX1466" fmla="*/ 2389036 w 5799173"/>
              <a:gd name="connsiteY1466" fmla="*/ 205685 h 5017219"/>
              <a:gd name="connsiteX1467" fmla="*/ 2389036 w 5799173"/>
              <a:gd name="connsiteY1467" fmla="*/ 204107 h 5017219"/>
              <a:gd name="connsiteX1468" fmla="*/ 2400003 w 5799173"/>
              <a:gd name="connsiteY1468" fmla="*/ 185164 h 5017219"/>
              <a:gd name="connsiteX1469" fmla="*/ 2401332 w 5799173"/>
              <a:gd name="connsiteY1469" fmla="*/ 184417 h 5017219"/>
              <a:gd name="connsiteX1470" fmla="*/ 2423182 w 5799173"/>
              <a:gd name="connsiteY1470" fmla="*/ 184417 h 5017219"/>
              <a:gd name="connsiteX1471" fmla="*/ 2424511 w 5799173"/>
              <a:gd name="connsiteY1471" fmla="*/ 185164 h 5017219"/>
              <a:gd name="connsiteX1472" fmla="*/ 2435394 w 5799173"/>
              <a:gd name="connsiteY1472" fmla="*/ 204107 h 5017219"/>
              <a:gd name="connsiteX1473" fmla="*/ 2435394 w 5799173"/>
              <a:gd name="connsiteY1473" fmla="*/ 205685 h 5017219"/>
              <a:gd name="connsiteX1474" fmla="*/ 2424427 w 5799173"/>
              <a:gd name="connsiteY1474" fmla="*/ 224627 h 5017219"/>
              <a:gd name="connsiteX1475" fmla="*/ 2423098 w 5799173"/>
              <a:gd name="connsiteY1475" fmla="*/ 225375 h 5017219"/>
              <a:gd name="connsiteX1476" fmla="*/ 2521538 w 5799173"/>
              <a:gd name="connsiteY1476" fmla="*/ 257794 h 5017219"/>
              <a:gd name="connsiteX1477" fmla="*/ 2520209 w 5799173"/>
              <a:gd name="connsiteY1477" fmla="*/ 257047 h 5017219"/>
              <a:gd name="connsiteX1478" fmla="*/ 2509160 w 5799173"/>
              <a:gd name="connsiteY1478" fmla="*/ 237939 h 5017219"/>
              <a:gd name="connsiteX1479" fmla="*/ 2509160 w 5799173"/>
              <a:gd name="connsiteY1479" fmla="*/ 236360 h 5017219"/>
              <a:gd name="connsiteX1480" fmla="*/ 2520209 w 5799173"/>
              <a:gd name="connsiteY1480" fmla="*/ 217251 h 5017219"/>
              <a:gd name="connsiteX1481" fmla="*/ 2521537 w 5799173"/>
              <a:gd name="connsiteY1481" fmla="*/ 216504 h 5017219"/>
              <a:gd name="connsiteX1482" fmla="*/ 2543637 w 5799173"/>
              <a:gd name="connsiteY1482" fmla="*/ 216504 h 5017219"/>
              <a:gd name="connsiteX1483" fmla="*/ 2544966 w 5799173"/>
              <a:gd name="connsiteY1483" fmla="*/ 217251 h 5017219"/>
              <a:gd name="connsiteX1484" fmla="*/ 2556017 w 5799173"/>
              <a:gd name="connsiteY1484" fmla="*/ 236360 h 5017219"/>
              <a:gd name="connsiteX1485" fmla="*/ 2556017 w 5799173"/>
              <a:gd name="connsiteY1485" fmla="*/ 237939 h 5017219"/>
              <a:gd name="connsiteX1486" fmla="*/ 2544966 w 5799173"/>
              <a:gd name="connsiteY1486" fmla="*/ 257047 h 5017219"/>
              <a:gd name="connsiteX1487" fmla="*/ 2543638 w 5799173"/>
              <a:gd name="connsiteY1487" fmla="*/ 257794 h 5017219"/>
              <a:gd name="connsiteX1488" fmla="*/ 2581641 w 5799173"/>
              <a:gd name="connsiteY1488" fmla="*/ 274089 h 5017219"/>
              <a:gd name="connsiteX1489" fmla="*/ 2580312 w 5799173"/>
              <a:gd name="connsiteY1489" fmla="*/ 273341 h 5017219"/>
              <a:gd name="connsiteX1490" fmla="*/ 2569179 w 5799173"/>
              <a:gd name="connsiteY1490" fmla="*/ 254066 h 5017219"/>
              <a:gd name="connsiteX1491" fmla="*/ 2569179 w 5799173"/>
              <a:gd name="connsiteY1491" fmla="*/ 252488 h 5017219"/>
              <a:gd name="connsiteX1492" fmla="*/ 2580312 w 5799173"/>
              <a:gd name="connsiteY1492" fmla="*/ 233214 h 5017219"/>
              <a:gd name="connsiteX1493" fmla="*/ 2581641 w 5799173"/>
              <a:gd name="connsiteY1493" fmla="*/ 232466 h 5017219"/>
              <a:gd name="connsiteX1494" fmla="*/ 2603906 w 5799173"/>
              <a:gd name="connsiteY1494" fmla="*/ 232465 h 5017219"/>
              <a:gd name="connsiteX1495" fmla="*/ 2605235 w 5799173"/>
              <a:gd name="connsiteY1495" fmla="*/ 233213 h 5017219"/>
              <a:gd name="connsiteX1496" fmla="*/ 2616368 w 5799173"/>
              <a:gd name="connsiteY1496" fmla="*/ 252488 h 5017219"/>
              <a:gd name="connsiteX1497" fmla="*/ 2616368 w 5799173"/>
              <a:gd name="connsiteY1497" fmla="*/ 254066 h 5017219"/>
              <a:gd name="connsiteX1498" fmla="*/ 2605235 w 5799173"/>
              <a:gd name="connsiteY1498" fmla="*/ 273341 h 5017219"/>
              <a:gd name="connsiteX1499" fmla="*/ 2603906 w 5799173"/>
              <a:gd name="connsiteY1499" fmla="*/ 274089 h 5017219"/>
              <a:gd name="connsiteX1500" fmla="*/ 2641767 w 5799173"/>
              <a:gd name="connsiteY1500" fmla="*/ 290290 h 5017219"/>
              <a:gd name="connsiteX1501" fmla="*/ 2640438 w 5799173"/>
              <a:gd name="connsiteY1501" fmla="*/ 289459 h 5017219"/>
              <a:gd name="connsiteX1502" fmla="*/ 2629222 w 5799173"/>
              <a:gd name="connsiteY1502" fmla="*/ 270102 h 5017219"/>
              <a:gd name="connsiteX1503" fmla="*/ 2629222 w 5799173"/>
              <a:gd name="connsiteY1503" fmla="*/ 268523 h 5017219"/>
              <a:gd name="connsiteX1504" fmla="*/ 2640438 w 5799173"/>
              <a:gd name="connsiteY1504" fmla="*/ 249165 h 5017219"/>
              <a:gd name="connsiteX1505" fmla="*/ 2641767 w 5799173"/>
              <a:gd name="connsiteY1505" fmla="*/ 248335 h 5017219"/>
              <a:gd name="connsiteX1506" fmla="*/ 2664115 w 5799173"/>
              <a:gd name="connsiteY1506" fmla="*/ 248334 h 5017219"/>
              <a:gd name="connsiteX1507" fmla="*/ 2665445 w 5799173"/>
              <a:gd name="connsiteY1507" fmla="*/ 249165 h 5017219"/>
              <a:gd name="connsiteX1508" fmla="*/ 2676660 w 5799173"/>
              <a:gd name="connsiteY1508" fmla="*/ 268523 h 5017219"/>
              <a:gd name="connsiteX1509" fmla="*/ 2676660 w 5799173"/>
              <a:gd name="connsiteY1509" fmla="*/ 270101 h 5017219"/>
              <a:gd name="connsiteX1510" fmla="*/ 2665445 w 5799173"/>
              <a:gd name="connsiteY1510" fmla="*/ 289459 h 5017219"/>
              <a:gd name="connsiteX1511" fmla="*/ 2664115 w 5799173"/>
              <a:gd name="connsiteY1511" fmla="*/ 290289 h 5017219"/>
              <a:gd name="connsiteX1512" fmla="*/ 3596894 w 5799173"/>
              <a:gd name="connsiteY1512" fmla="*/ 589106 h 5017219"/>
              <a:gd name="connsiteX1513" fmla="*/ 3596313 w 5799173"/>
              <a:gd name="connsiteY1513" fmla="*/ 588774 h 5017219"/>
              <a:gd name="connsiteX1514" fmla="*/ 3591246 w 5799173"/>
              <a:gd name="connsiteY1514" fmla="*/ 579967 h 5017219"/>
              <a:gd name="connsiteX1515" fmla="*/ 3591245 w 5799173"/>
              <a:gd name="connsiteY1515" fmla="*/ 579220 h 5017219"/>
              <a:gd name="connsiteX1516" fmla="*/ 3596313 w 5799173"/>
              <a:gd name="connsiteY1516" fmla="*/ 570414 h 5017219"/>
              <a:gd name="connsiteX1517" fmla="*/ 3596894 w 5799173"/>
              <a:gd name="connsiteY1517" fmla="*/ 570081 h 5017219"/>
              <a:gd name="connsiteX1518" fmla="*/ 3607031 w 5799173"/>
              <a:gd name="connsiteY1518" fmla="*/ 570081 h 5017219"/>
              <a:gd name="connsiteX1519" fmla="*/ 3607611 w 5799173"/>
              <a:gd name="connsiteY1519" fmla="*/ 570414 h 5017219"/>
              <a:gd name="connsiteX1520" fmla="*/ 3612679 w 5799173"/>
              <a:gd name="connsiteY1520" fmla="*/ 579220 h 5017219"/>
              <a:gd name="connsiteX1521" fmla="*/ 3612679 w 5799173"/>
              <a:gd name="connsiteY1521" fmla="*/ 579967 h 5017219"/>
              <a:gd name="connsiteX1522" fmla="*/ 3607611 w 5799173"/>
              <a:gd name="connsiteY1522" fmla="*/ 588774 h 5017219"/>
              <a:gd name="connsiteX1523" fmla="*/ 3607031 w 5799173"/>
              <a:gd name="connsiteY1523" fmla="*/ 589106 h 5017219"/>
              <a:gd name="connsiteX1524" fmla="*/ 1969230 w 5799173"/>
              <a:gd name="connsiteY1524" fmla="*/ 158587 h 5017219"/>
              <a:gd name="connsiteX1525" fmla="*/ 1968316 w 5799173"/>
              <a:gd name="connsiteY1525" fmla="*/ 158005 h 5017219"/>
              <a:gd name="connsiteX1526" fmla="*/ 1960590 w 5799173"/>
              <a:gd name="connsiteY1526" fmla="*/ 144629 h 5017219"/>
              <a:gd name="connsiteX1527" fmla="*/ 1960590 w 5799173"/>
              <a:gd name="connsiteY1527" fmla="*/ 143549 h 5017219"/>
              <a:gd name="connsiteX1528" fmla="*/ 1968316 w 5799173"/>
              <a:gd name="connsiteY1528" fmla="*/ 130174 h 5017219"/>
              <a:gd name="connsiteX1529" fmla="*/ 1969229 w 5799173"/>
              <a:gd name="connsiteY1529" fmla="*/ 129592 h 5017219"/>
              <a:gd name="connsiteX1530" fmla="*/ 1984683 w 5799173"/>
              <a:gd name="connsiteY1530" fmla="*/ 129592 h 5017219"/>
              <a:gd name="connsiteX1531" fmla="*/ 1985595 w 5799173"/>
              <a:gd name="connsiteY1531" fmla="*/ 130174 h 5017219"/>
              <a:gd name="connsiteX1532" fmla="*/ 1993323 w 5799173"/>
              <a:gd name="connsiteY1532" fmla="*/ 143549 h 5017219"/>
              <a:gd name="connsiteX1533" fmla="*/ 1993323 w 5799173"/>
              <a:gd name="connsiteY1533" fmla="*/ 144629 h 5017219"/>
              <a:gd name="connsiteX1534" fmla="*/ 1985596 w 5799173"/>
              <a:gd name="connsiteY1534" fmla="*/ 158005 h 5017219"/>
              <a:gd name="connsiteX1535" fmla="*/ 1984683 w 5799173"/>
              <a:gd name="connsiteY1535" fmla="*/ 158587 h 5017219"/>
              <a:gd name="connsiteX1536" fmla="*/ 2028908 w 5799173"/>
              <a:gd name="connsiteY1536" fmla="*/ 175708 h 5017219"/>
              <a:gd name="connsiteX1537" fmla="*/ 2027910 w 5799173"/>
              <a:gd name="connsiteY1537" fmla="*/ 175127 h 5017219"/>
              <a:gd name="connsiteX1538" fmla="*/ 2019686 w 5799173"/>
              <a:gd name="connsiteY1538" fmla="*/ 160837 h 5017219"/>
              <a:gd name="connsiteX1539" fmla="*/ 2019686 w 5799173"/>
              <a:gd name="connsiteY1539" fmla="*/ 159674 h 5017219"/>
              <a:gd name="connsiteX1540" fmla="*/ 2027911 w 5799173"/>
              <a:gd name="connsiteY1540" fmla="*/ 145386 h 5017219"/>
              <a:gd name="connsiteX1541" fmla="*/ 2028908 w 5799173"/>
              <a:gd name="connsiteY1541" fmla="*/ 144803 h 5017219"/>
              <a:gd name="connsiteX1542" fmla="*/ 2045357 w 5799173"/>
              <a:gd name="connsiteY1542" fmla="*/ 144803 h 5017219"/>
              <a:gd name="connsiteX1543" fmla="*/ 2046354 w 5799173"/>
              <a:gd name="connsiteY1543" fmla="*/ 145385 h 5017219"/>
              <a:gd name="connsiteX1544" fmla="*/ 2054579 w 5799173"/>
              <a:gd name="connsiteY1544" fmla="*/ 159674 h 5017219"/>
              <a:gd name="connsiteX1545" fmla="*/ 2054579 w 5799173"/>
              <a:gd name="connsiteY1545" fmla="*/ 160837 h 5017219"/>
              <a:gd name="connsiteX1546" fmla="*/ 2046354 w 5799173"/>
              <a:gd name="connsiteY1546" fmla="*/ 175127 h 5017219"/>
              <a:gd name="connsiteX1547" fmla="*/ 2045357 w 5799173"/>
              <a:gd name="connsiteY1547" fmla="*/ 175708 h 5017219"/>
              <a:gd name="connsiteX1548" fmla="*/ 3652450 w 5799173"/>
              <a:gd name="connsiteY1548" fmla="*/ 613877 h 5017219"/>
              <a:gd name="connsiteX1549" fmla="*/ 3651287 w 5799173"/>
              <a:gd name="connsiteY1549" fmla="*/ 613211 h 5017219"/>
              <a:gd name="connsiteX1550" fmla="*/ 3641567 w 5799173"/>
              <a:gd name="connsiteY1550" fmla="*/ 596347 h 5017219"/>
              <a:gd name="connsiteX1551" fmla="*/ 3641567 w 5799173"/>
              <a:gd name="connsiteY1551" fmla="*/ 594935 h 5017219"/>
              <a:gd name="connsiteX1552" fmla="*/ 3651287 w 5799173"/>
              <a:gd name="connsiteY1552" fmla="*/ 578070 h 5017219"/>
              <a:gd name="connsiteX1553" fmla="*/ 3652450 w 5799173"/>
              <a:gd name="connsiteY1553" fmla="*/ 577404 h 5017219"/>
              <a:gd name="connsiteX1554" fmla="*/ 3671891 w 5799173"/>
              <a:gd name="connsiteY1554" fmla="*/ 577405 h 5017219"/>
              <a:gd name="connsiteX1555" fmla="*/ 3673054 w 5799173"/>
              <a:gd name="connsiteY1555" fmla="*/ 578070 h 5017219"/>
              <a:gd name="connsiteX1556" fmla="*/ 3682774 w 5799173"/>
              <a:gd name="connsiteY1556" fmla="*/ 594935 h 5017219"/>
              <a:gd name="connsiteX1557" fmla="*/ 3682774 w 5799173"/>
              <a:gd name="connsiteY1557" fmla="*/ 596347 h 5017219"/>
              <a:gd name="connsiteX1558" fmla="*/ 3673054 w 5799173"/>
              <a:gd name="connsiteY1558" fmla="*/ 613212 h 5017219"/>
              <a:gd name="connsiteX1559" fmla="*/ 3671891 w 5799173"/>
              <a:gd name="connsiteY1559" fmla="*/ 613877 h 5017219"/>
              <a:gd name="connsiteX1560" fmla="*/ 4193795 w 5799173"/>
              <a:gd name="connsiteY1560" fmla="*/ 759599 h 5017219"/>
              <a:gd name="connsiteX1561" fmla="*/ 4192548 w 5799173"/>
              <a:gd name="connsiteY1561" fmla="*/ 758851 h 5017219"/>
              <a:gd name="connsiteX1562" fmla="*/ 4182579 w 5799173"/>
              <a:gd name="connsiteY1562" fmla="*/ 741488 h 5017219"/>
              <a:gd name="connsiteX1563" fmla="*/ 4182579 w 5799173"/>
              <a:gd name="connsiteY1563" fmla="*/ 740075 h 5017219"/>
              <a:gd name="connsiteX1564" fmla="*/ 4192631 w 5799173"/>
              <a:gd name="connsiteY1564" fmla="*/ 722712 h 5017219"/>
              <a:gd name="connsiteX1565" fmla="*/ 4193878 w 5799173"/>
              <a:gd name="connsiteY1565" fmla="*/ 721965 h 5017219"/>
              <a:gd name="connsiteX1566" fmla="*/ 4213899 w 5799173"/>
              <a:gd name="connsiteY1566" fmla="*/ 721965 h 5017219"/>
              <a:gd name="connsiteX1567" fmla="*/ 4215146 w 5799173"/>
              <a:gd name="connsiteY1567" fmla="*/ 722713 h 5017219"/>
              <a:gd name="connsiteX1568" fmla="*/ 4225115 w 5799173"/>
              <a:gd name="connsiteY1568" fmla="*/ 740075 h 5017219"/>
              <a:gd name="connsiteX1569" fmla="*/ 4225114 w 5799173"/>
              <a:gd name="connsiteY1569" fmla="*/ 741488 h 5017219"/>
              <a:gd name="connsiteX1570" fmla="*/ 4215062 w 5799173"/>
              <a:gd name="connsiteY1570" fmla="*/ 758851 h 5017219"/>
              <a:gd name="connsiteX1571" fmla="*/ 4213816 w 5799173"/>
              <a:gd name="connsiteY1571" fmla="*/ 759599 h 5017219"/>
              <a:gd name="connsiteX1572" fmla="*/ 3952967 w 5799173"/>
              <a:gd name="connsiteY1572" fmla="*/ 695258 h 5017219"/>
              <a:gd name="connsiteX1573" fmla="*/ 3951721 w 5799173"/>
              <a:gd name="connsiteY1573" fmla="*/ 694511 h 5017219"/>
              <a:gd name="connsiteX1574" fmla="*/ 3941585 w 5799173"/>
              <a:gd name="connsiteY1574" fmla="*/ 676981 h 5017219"/>
              <a:gd name="connsiteX1575" fmla="*/ 3941585 w 5799173"/>
              <a:gd name="connsiteY1575" fmla="*/ 675569 h 5017219"/>
              <a:gd name="connsiteX1576" fmla="*/ 3951721 w 5799173"/>
              <a:gd name="connsiteY1576" fmla="*/ 658039 h 5017219"/>
              <a:gd name="connsiteX1577" fmla="*/ 3952967 w 5799173"/>
              <a:gd name="connsiteY1577" fmla="*/ 657291 h 5017219"/>
              <a:gd name="connsiteX1578" fmla="*/ 3973238 w 5799173"/>
              <a:gd name="connsiteY1578" fmla="*/ 657291 h 5017219"/>
              <a:gd name="connsiteX1579" fmla="*/ 3974484 w 5799173"/>
              <a:gd name="connsiteY1579" fmla="*/ 658039 h 5017219"/>
              <a:gd name="connsiteX1580" fmla="*/ 3984620 w 5799173"/>
              <a:gd name="connsiteY1580" fmla="*/ 675569 h 5017219"/>
              <a:gd name="connsiteX1581" fmla="*/ 3984620 w 5799173"/>
              <a:gd name="connsiteY1581" fmla="*/ 676981 h 5017219"/>
              <a:gd name="connsiteX1582" fmla="*/ 3974484 w 5799173"/>
              <a:gd name="connsiteY1582" fmla="*/ 694511 h 5017219"/>
              <a:gd name="connsiteX1583" fmla="*/ 3973238 w 5799173"/>
              <a:gd name="connsiteY1583" fmla="*/ 695258 h 5017219"/>
              <a:gd name="connsiteX1584" fmla="*/ 4253898 w 5799173"/>
              <a:gd name="connsiteY1584" fmla="*/ 775893 h 5017219"/>
              <a:gd name="connsiteX1585" fmla="*/ 4252653 w 5799173"/>
              <a:gd name="connsiteY1585" fmla="*/ 775145 h 5017219"/>
              <a:gd name="connsiteX1586" fmla="*/ 4242516 w 5799173"/>
              <a:gd name="connsiteY1586" fmla="*/ 757615 h 5017219"/>
              <a:gd name="connsiteX1587" fmla="*/ 4242516 w 5799173"/>
              <a:gd name="connsiteY1587" fmla="*/ 756203 h 5017219"/>
              <a:gd name="connsiteX1588" fmla="*/ 4252652 w 5799173"/>
              <a:gd name="connsiteY1588" fmla="*/ 738673 h 5017219"/>
              <a:gd name="connsiteX1589" fmla="*/ 4253898 w 5799173"/>
              <a:gd name="connsiteY1589" fmla="*/ 737925 h 5017219"/>
              <a:gd name="connsiteX1590" fmla="*/ 4274170 w 5799173"/>
              <a:gd name="connsiteY1590" fmla="*/ 737925 h 5017219"/>
              <a:gd name="connsiteX1591" fmla="*/ 4275415 w 5799173"/>
              <a:gd name="connsiteY1591" fmla="*/ 738673 h 5017219"/>
              <a:gd name="connsiteX1592" fmla="*/ 4285551 w 5799173"/>
              <a:gd name="connsiteY1592" fmla="*/ 756204 h 5017219"/>
              <a:gd name="connsiteX1593" fmla="*/ 4285551 w 5799173"/>
              <a:gd name="connsiteY1593" fmla="*/ 757615 h 5017219"/>
              <a:gd name="connsiteX1594" fmla="*/ 4275415 w 5799173"/>
              <a:gd name="connsiteY1594" fmla="*/ 775145 h 5017219"/>
              <a:gd name="connsiteX1595" fmla="*/ 4274169 w 5799173"/>
              <a:gd name="connsiteY1595" fmla="*/ 775893 h 5017219"/>
              <a:gd name="connsiteX1596" fmla="*/ 4314084 w 5799173"/>
              <a:gd name="connsiteY1596" fmla="*/ 792019 h 5017219"/>
              <a:gd name="connsiteX1597" fmla="*/ 4312839 w 5799173"/>
              <a:gd name="connsiteY1597" fmla="*/ 791272 h 5017219"/>
              <a:gd name="connsiteX1598" fmla="*/ 4302702 w 5799173"/>
              <a:gd name="connsiteY1598" fmla="*/ 773742 h 5017219"/>
              <a:gd name="connsiteX1599" fmla="*/ 4302702 w 5799173"/>
              <a:gd name="connsiteY1599" fmla="*/ 772330 h 5017219"/>
              <a:gd name="connsiteX1600" fmla="*/ 4312838 w 5799173"/>
              <a:gd name="connsiteY1600" fmla="*/ 754800 h 5017219"/>
              <a:gd name="connsiteX1601" fmla="*/ 4314084 w 5799173"/>
              <a:gd name="connsiteY1601" fmla="*/ 754052 h 5017219"/>
              <a:gd name="connsiteX1602" fmla="*/ 4334355 w 5799173"/>
              <a:gd name="connsiteY1602" fmla="*/ 754052 h 5017219"/>
              <a:gd name="connsiteX1603" fmla="*/ 4335601 w 5799173"/>
              <a:gd name="connsiteY1603" fmla="*/ 754800 h 5017219"/>
              <a:gd name="connsiteX1604" fmla="*/ 4345737 w 5799173"/>
              <a:gd name="connsiteY1604" fmla="*/ 772330 h 5017219"/>
              <a:gd name="connsiteX1605" fmla="*/ 4345737 w 5799173"/>
              <a:gd name="connsiteY1605" fmla="*/ 773742 h 5017219"/>
              <a:gd name="connsiteX1606" fmla="*/ 4335601 w 5799173"/>
              <a:gd name="connsiteY1606" fmla="*/ 791272 h 5017219"/>
              <a:gd name="connsiteX1607" fmla="*/ 4334355 w 5799173"/>
              <a:gd name="connsiteY1607" fmla="*/ 792019 h 5017219"/>
              <a:gd name="connsiteX1608" fmla="*/ 2087110 w 5799173"/>
              <a:gd name="connsiteY1608" fmla="*/ 195409 h 5017219"/>
              <a:gd name="connsiteX1609" fmla="*/ 2085864 w 5799173"/>
              <a:gd name="connsiteY1609" fmla="*/ 194662 h 5017219"/>
              <a:gd name="connsiteX1610" fmla="*/ 2075729 w 5799173"/>
              <a:gd name="connsiteY1610" fmla="*/ 177049 h 5017219"/>
              <a:gd name="connsiteX1611" fmla="*/ 2075728 w 5799173"/>
              <a:gd name="connsiteY1611" fmla="*/ 175635 h 5017219"/>
              <a:gd name="connsiteX1612" fmla="*/ 2085948 w 5799173"/>
              <a:gd name="connsiteY1612" fmla="*/ 158023 h 5017219"/>
              <a:gd name="connsiteX1613" fmla="*/ 2087193 w 5799173"/>
              <a:gd name="connsiteY1613" fmla="*/ 157276 h 5017219"/>
              <a:gd name="connsiteX1614" fmla="*/ 2107547 w 5799173"/>
              <a:gd name="connsiteY1614" fmla="*/ 157276 h 5017219"/>
              <a:gd name="connsiteX1615" fmla="*/ 2108794 w 5799173"/>
              <a:gd name="connsiteY1615" fmla="*/ 158023 h 5017219"/>
              <a:gd name="connsiteX1616" fmla="*/ 2118929 w 5799173"/>
              <a:gd name="connsiteY1616" fmla="*/ 175636 h 5017219"/>
              <a:gd name="connsiteX1617" fmla="*/ 2118930 w 5799173"/>
              <a:gd name="connsiteY1617" fmla="*/ 177048 h 5017219"/>
              <a:gd name="connsiteX1618" fmla="*/ 2108710 w 5799173"/>
              <a:gd name="connsiteY1618" fmla="*/ 194662 h 5017219"/>
              <a:gd name="connsiteX1619" fmla="*/ 2107465 w 5799173"/>
              <a:gd name="connsiteY1619" fmla="*/ 195409 h 5017219"/>
              <a:gd name="connsiteX1620" fmla="*/ 4133420 w 5799173"/>
              <a:gd name="connsiteY1620" fmla="*/ 743884 h 5017219"/>
              <a:gd name="connsiteX1621" fmla="*/ 4132174 w 5799173"/>
              <a:gd name="connsiteY1621" fmla="*/ 743137 h 5017219"/>
              <a:gd name="connsiteX1622" fmla="*/ 4121955 w 5799173"/>
              <a:gd name="connsiteY1622" fmla="*/ 725442 h 5017219"/>
              <a:gd name="connsiteX1623" fmla="*/ 4121955 w 5799173"/>
              <a:gd name="connsiteY1623" fmla="*/ 724028 h 5017219"/>
              <a:gd name="connsiteX1624" fmla="*/ 4132174 w 5799173"/>
              <a:gd name="connsiteY1624" fmla="*/ 706333 h 5017219"/>
              <a:gd name="connsiteX1625" fmla="*/ 4133420 w 5799173"/>
              <a:gd name="connsiteY1625" fmla="*/ 705585 h 5017219"/>
              <a:gd name="connsiteX1626" fmla="*/ 4153857 w 5799173"/>
              <a:gd name="connsiteY1626" fmla="*/ 705586 h 5017219"/>
              <a:gd name="connsiteX1627" fmla="*/ 4155104 w 5799173"/>
              <a:gd name="connsiteY1627" fmla="*/ 706334 h 5017219"/>
              <a:gd name="connsiteX1628" fmla="*/ 4165322 w 5799173"/>
              <a:gd name="connsiteY1628" fmla="*/ 724029 h 5017219"/>
              <a:gd name="connsiteX1629" fmla="*/ 4165322 w 5799173"/>
              <a:gd name="connsiteY1629" fmla="*/ 725442 h 5017219"/>
              <a:gd name="connsiteX1630" fmla="*/ 4155104 w 5799173"/>
              <a:gd name="connsiteY1630" fmla="*/ 743138 h 5017219"/>
              <a:gd name="connsiteX1631" fmla="*/ 4153857 w 5799173"/>
              <a:gd name="connsiteY1631" fmla="*/ 743885 h 5017219"/>
              <a:gd name="connsiteX1632" fmla="*/ 4374166 w 5799173"/>
              <a:gd name="connsiteY1632" fmla="*/ 808392 h 5017219"/>
              <a:gd name="connsiteX1633" fmla="*/ 4372920 w 5799173"/>
              <a:gd name="connsiteY1633" fmla="*/ 807645 h 5017219"/>
              <a:gd name="connsiteX1634" fmla="*/ 4362700 w 5799173"/>
              <a:gd name="connsiteY1634" fmla="*/ 789949 h 5017219"/>
              <a:gd name="connsiteX1635" fmla="*/ 4362701 w 5799173"/>
              <a:gd name="connsiteY1635" fmla="*/ 788536 h 5017219"/>
              <a:gd name="connsiteX1636" fmla="*/ 4372920 w 5799173"/>
              <a:gd name="connsiteY1636" fmla="*/ 770841 h 5017219"/>
              <a:gd name="connsiteX1637" fmla="*/ 4374166 w 5799173"/>
              <a:gd name="connsiteY1637" fmla="*/ 770093 h 5017219"/>
              <a:gd name="connsiteX1638" fmla="*/ 4394603 w 5799173"/>
              <a:gd name="connsiteY1638" fmla="*/ 770093 h 5017219"/>
              <a:gd name="connsiteX1639" fmla="*/ 4395849 w 5799173"/>
              <a:gd name="connsiteY1639" fmla="*/ 770841 h 5017219"/>
              <a:gd name="connsiteX1640" fmla="*/ 4406068 w 5799173"/>
              <a:gd name="connsiteY1640" fmla="*/ 788536 h 5017219"/>
              <a:gd name="connsiteX1641" fmla="*/ 4406068 w 5799173"/>
              <a:gd name="connsiteY1641" fmla="*/ 789949 h 5017219"/>
              <a:gd name="connsiteX1642" fmla="*/ 4395849 w 5799173"/>
              <a:gd name="connsiteY1642" fmla="*/ 807645 h 5017219"/>
              <a:gd name="connsiteX1643" fmla="*/ 4394603 w 5799173"/>
              <a:gd name="connsiteY1643" fmla="*/ 808392 h 5017219"/>
              <a:gd name="connsiteX1644" fmla="*/ 4434270 w 5799173"/>
              <a:gd name="connsiteY1644" fmla="*/ 824593 h 5017219"/>
              <a:gd name="connsiteX1645" fmla="*/ 4433024 w 5799173"/>
              <a:gd name="connsiteY1645" fmla="*/ 823845 h 5017219"/>
              <a:gd name="connsiteX1646" fmla="*/ 4422722 w 5799173"/>
              <a:gd name="connsiteY1646" fmla="*/ 806066 h 5017219"/>
              <a:gd name="connsiteX1647" fmla="*/ 4422721 w 5799173"/>
              <a:gd name="connsiteY1647" fmla="*/ 804653 h 5017219"/>
              <a:gd name="connsiteX1648" fmla="*/ 4433024 w 5799173"/>
              <a:gd name="connsiteY1648" fmla="*/ 786875 h 5017219"/>
              <a:gd name="connsiteX1649" fmla="*/ 4434270 w 5799173"/>
              <a:gd name="connsiteY1649" fmla="*/ 786127 h 5017219"/>
              <a:gd name="connsiteX1650" fmla="*/ 4454789 w 5799173"/>
              <a:gd name="connsiteY1650" fmla="*/ 786127 h 5017219"/>
              <a:gd name="connsiteX1651" fmla="*/ 4456037 w 5799173"/>
              <a:gd name="connsiteY1651" fmla="*/ 786875 h 5017219"/>
              <a:gd name="connsiteX1652" fmla="*/ 4466338 w 5799173"/>
              <a:gd name="connsiteY1652" fmla="*/ 804653 h 5017219"/>
              <a:gd name="connsiteX1653" fmla="*/ 4466338 w 5799173"/>
              <a:gd name="connsiteY1653" fmla="*/ 806066 h 5017219"/>
              <a:gd name="connsiteX1654" fmla="*/ 4456037 w 5799173"/>
              <a:gd name="connsiteY1654" fmla="*/ 823845 h 5017219"/>
              <a:gd name="connsiteX1655" fmla="*/ 4454790 w 5799173"/>
              <a:gd name="connsiteY1655" fmla="*/ 824593 h 5017219"/>
              <a:gd name="connsiteX1656" fmla="*/ 3772229 w 5799173"/>
              <a:gd name="connsiteY1656" fmla="*/ 647303 h 5017219"/>
              <a:gd name="connsiteX1657" fmla="*/ 3770983 w 5799173"/>
              <a:gd name="connsiteY1657" fmla="*/ 646555 h 5017219"/>
              <a:gd name="connsiteX1658" fmla="*/ 3760681 w 5799173"/>
              <a:gd name="connsiteY1658" fmla="*/ 628694 h 5017219"/>
              <a:gd name="connsiteX1659" fmla="*/ 3760681 w 5799173"/>
              <a:gd name="connsiteY1659" fmla="*/ 627198 h 5017219"/>
              <a:gd name="connsiteX1660" fmla="*/ 3770983 w 5799173"/>
              <a:gd name="connsiteY1660" fmla="*/ 609336 h 5017219"/>
              <a:gd name="connsiteX1661" fmla="*/ 3772229 w 5799173"/>
              <a:gd name="connsiteY1661" fmla="*/ 608588 h 5017219"/>
              <a:gd name="connsiteX1662" fmla="*/ 3792916 w 5799173"/>
              <a:gd name="connsiteY1662" fmla="*/ 608588 h 5017219"/>
              <a:gd name="connsiteX1663" fmla="*/ 3794162 w 5799173"/>
              <a:gd name="connsiteY1663" fmla="*/ 609336 h 5017219"/>
              <a:gd name="connsiteX1664" fmla="*/ 3804464 w 5799173"/>
              <a:gd name="connsiteY1664" fmla="*/ 627198 h 5017219"/>
              <a:gd name="connsiteX1665" fmla="*/ 3804464 w 5799173"/>
              <a:gd name="connsiteY1665" fmla="*/ 628694 h 5017219"/>
              <a:gd name="connsiteX1666" fmla="*/ 3794162 w 5799173"/>
              <a:gd name="connsiteY1666" fmla="*/ 646555 h 5017219"/>
              <a:gd name="connsiteX1667" fmla="*/ 3792916 w 5799173"/>
              <a:gd name="connsiteY1667" fmla="*/ 647303 h 5017219"/>
              <a:gd name="connsiteX1668" fmla="*/ 3832416 w 5799173"/>
              <a:gd name="connsiteY1668" fmla="*/ 663430 h 5017219"/>
              <a:gd name="connsiteX1669" fmla="*/ 3831170 w 5799173"/>
              <a:gd name="connsiteY1669" fmla="*/ 662682 h 5017219"/>
              <a:gd name="connsiteX1670" fmla="*/ 3820868 w 5799173"/>
              <a:gd name="connsiteY1670" fmla="*/ 644821 h 5017219"/>
              <a:gd name="connsiteX1671" fmla="*/ 3820868 w 5799173"/>
              <a:gd name="connsiteY1671" fmla="*/ 643325 h 5017219"/>
              <a:gd name="connsiteX1672" fmla="*/ 3831170 w 5799173"/>
              <a:gd name="connsiteY1672" fmla="*/ 625463 h 5017219"/>
              <a:gd name="connsiteX1673" fmla="*/ 3832416 w 5799173"/>
              <a:gd name="connsiteY1673" fmla="*/ 624715 h 5017219"/>
              <a:gd name="connsiteX1674" fmla="*/ 3853103 w 5799173"/>
              <a:gd name="connsiteY1674" fmla="*/ 624715 h 5017219"/>
              <a:gd name="connsiteX1675" fmla="*/ 3854349 w 5799173"/>
              <a:gd name="connsiteY1675" fmla="*/ 625463 h 5017219"/>
              <a:gd name="connsiteX1676" fmla="*/ 3864651 w 5799173"/>
              <a:gd name="connsiteY1676" fmla="*/ 643325 h 5017219"/>
              <a:gd name="connsiteX1677" fmla="*/ 3864651 w 5799173"/>
              <a:gd name="connsiteY1677" fmla="*/ 644821 h 5017219"/>
              <a:gd name="connsiteX1678" fmla="*/ 3854349 w 5799173"/>
              <a:gd name="connsiteY1678" fmla="*/ 662682 h 5017219"/>
              <a:gd name="connsiteX1679" fmla="*/ 3853103 w 5799173"/>
              <a:gd name="connsiteY1679" fmla="*/ 663430 h 5017219"/>
              <a:gd name="connsiteX1680" fmla="*/ 3892602 w 5799173"/>
              <a:gd name="connsiteY1680" fmla="*/ 679557 h 5017219"/>
              <a:gd name="connsiteX1681" fmla="*/ 3891356 w 5799173"/>
              <a:gd name="connsiteY1681" fmla="*/ 678809 h 5017219"/>
              <a:gd name="connsiteX1682" fmla="*/ 3881054 w 5799173"/>
              <a:gd name="connsiteY1682" fmla="*/ 660948 h 5017219"/>
              <a:gd name="connsiteX1683" fmla="*/ 3881054 w 5799173"/>
              <a:gd name="connsiteY1683" fmla="*/ 659452 h 5017219"/>
              <a:gd name="connsiteX1684" fmla="*/ 3891356 w 5799173"/>
              <a:gd name="connsiteY1684" fmla="*/ 641589 h 5017219"/>
              <a:gd name="connsiteX1685" fmla="*/ 3892602 w 5799173"/>
              <a:gd name="connsiteY1685" fmla="*/ 640841 h 5017219"/>
              <a:gd name="connsiteX1686" fmla="*/ 3913289 w 5799173"/>
              <a:gd name="connsiteY1686" fmla="*/ 640842 h 5017219"/>
              <a:gd name="connsiteX1687" fmla="*/ 3914535 w 5799173"/>
              <a:gd name="connsiteY1687" fmla="*/ 641590 h 5017219"/>
              <a:gd name="connsiteX1688" fmla="*/ 3924837 w 5799173"/>
              <a:gd name="connsiteY1688" fmla="*/ 659452 h 5017219"/>
              <a:gd name="connsiteX1689" fmla="*/ 3924837 w 5799173"/>
              <a:gd name="connsiteY1689" fmla="*/ 660948 h 5017219"/>
              <a:gd name="connsiteX1690" fmla="*/ 3914535 w 5799173"/>
              <a:gd name="connsiteY1690" fmla="*/ 678808 h 5017219"/>
              <a:gd name="connsiteX1691" fmla="*/ 3913289 w 5799173"/>
              <a:gd name="connsiteY1691" fmla="*/ 679556 h 5017219"/>
              <a:gd name="connsiteX1692" fmla="*/ 4012975 w 5799173"/>
              <a:gd name="connsiteY1692" fmla="*/ 711810 h 5017219"/>
              <a:gd name="connsiteX1693" fmla="*/ 4011729 w 5799173"/>
              <a:gd name="connsiteY1693" fmla="*/ 711062 h 5017219"/>
              <a:gd name="connsiteX1694" fmla="*/ 4001426 w 5799173"/>
              <a:gd name="connsiteY1694" fmla="*/ 693201 h 5017219"/>
              <a:gd name="connsiteX1695" fmla="*/ 4001427 w 5799173"/>
              <a:gd name="connsiteY1695" fmla="*/ 691705 h 5017219"/>
              <a:gd name="connsiteX1696" fmla="*/ 4011729 w 5799173"/>
              <a:gd name="connsiteY1696" fmla="*/ 673843 h 5017219"/>
              <a:gd name="connsiteX1697" fmla="*/ 4012975 w 5799173"/>
              <a:gd name="connsiteY1697" fmla="*/ 673095 h 5017219"/>
              <a:gd name="connsiteX1698" fmla="*/ 4033662 w 5799173"/>
              <a:gd name="connsiteY1698" fmla="*/ 673095 h 5017219"/>
              <a:gd name="connsiteX1699" fmla="*/ 4034908 w 5799173"/>
              <a:gd name="connsiteY1699" fmla="*/ 673843 h 5017219"/>
              <a:gd name="connsiteX1700" fmla="*/ 4045210 w 5799173"/>
              <a:gd name="connsiteY1700" fmla="*/ 691705 h 5017219"/>
              <a:gd name="connsiteX1701" fmla="*/ 4045210 w 5799173"/>
              <a:gd name="connsiteY1701" fmla="*/ 693201 h 5017219"/>
              <a:gd name="connsiteX1702" fmla="*/ 4034908 w 5799173"/>
              <a:gd name="connsiteY1702" fmla="*/ 711062 h 5017219"/>
              <a:gd name="connsiteX1703" fmla="*/ 4033662 w 5799173"/>
              <a:gd name="connsiteY1703" fmla="*/ 711810 h 5017219"/>
              <a:gd name="connsiteX1704" fmla="*/ 4073079 w 5799173"/>
              <a:gd name="connsiteY1704" fmla="*/ 728010 h 5017219"/>
              <a:gd name="connsiteX1705" fmla="*/ 4071833 w 5799173"/>
              <a:gd name="connsiteY1705" fmla="*/ 727262 h 5017219"/>
              <a:gd name="connsiteX1706" fmla="*/ 4061448 w 5799173"/>
              <a:gd name="connsiteY1706" fmla="*/ 709317 h 5017219"/>
              <a:gd name="connsiteX1707" fmla="*/ 4061448 w 5799173"/>
              <a:gd name="connsiteY1707" fmla="*/ 707821 h 5017219"/>
              <a:gd name="connsiteX1708" fmla="*/ 4071833 w 5799173"/>
              <a:gd name="connsiteY1708" fmla="*/ 689876 h 5017219"/>
              <a:gd name="connsiteX1709" fmla="*/ 4073079 w 5799173"/>
              <a:gd name="connsiteY1709" fmla="*/ 689128 h 5017219"/>
              <a:gd name="connsiteX1710" fmla="*/ 4093849 w 5799173"/>
              <a:gd name="connsiteY1710" fmla="*/ 689128 h 5017219"/>
              <a:gd name="connsiteX1711" fmla="*/ 4095095 w 5799173"/>
              <a:gd name="connsiteY1711" fmla="*/ 689876 h 5017219"/>
              <a:gd name="connsiteX1712" fmla="*/ 4105480 w 5799173"/>
              <a:gd name="connsiteY1712" fmla="*/ 707821 h 5017219"/>
              <a:gd name="connsiteX1713" fmla="*/ 4105480 w 5799173"/>
              <a:gd name="connsiteY1713" fmla="*/ 709317 h 5017219"/>
              <a:gd name="connsiteX1714" fmla="*/ 4095095 w 5799173"/>
              <a:gd name="connsiteY1714" fmla="*/ 727262 h 5017219"/>
              <a:gd name="connsiteX1715" fmla="*/ 4093849 w 5799173"/>
              <a:gd name="connsiteY1715" fmla="*/ 728009 h 5017219"/>
              <a:gd name="connsiteX1716" fmla="*/ 3711878 w 5799173"/>
              <a:gd name="connsiteY1716" fmla="*/ 631332 h 5017219"/>
              <a:gd name="connsiteX1717" fmla="*/ 3710631 w 5799173"/>
              <a:gd name="connsiteY1717" fmla="*/ 630584 h 5017219"/>
              <a:gd name="connsiteX1718" fmla="*/ 3700247 w 5799173"/>
              <a:gd name="connsiteY1718" fmla="*/ 612556 h 5017219"/>
              <a:gd name="connsiteX1719" fmla="*/ 3700247 w 5799173"/>
              <a:gd name="connsiteY1719" fmla="*/ 611060 h 5017219"/>
              <a:gd name="connsiteX1720" fmla="*/ 3710714 w 5799173"/>
              <a:gd name="connsiteY1720" fmla="*/ 593032 h 5017219"/>
              <a:gd name="connsiteX1721" fmla="*/ 3711961 w 5799173"/>
              <a:gd name="connsiteY1721" fmla="*/ 592285 h 5017219"/>
              <a:gd name="connsiteX1722" fmla="*/ 3732814 w 5799173"/>
              <a:gd name="connsiteY1722" fmla="*/ 592285 h 5017219"/>
              <a:gd name="connsiteX1723" fmla="*/ 3734060 w 5799173"/>
              <a:gd name="connsiteY1723" fmla="*/ 593032 h 5017219"/>
              <a:gd name="connsiteX1724" fmla="*/ 3744445 w 5799173"/>
              <a:gd name="connsiteY1724" fmla="*/ 611060 h 5017219"/>
              <a:gd name="connsiteX1725" fmla="*/ 3744445 w 5799173"/>
              <a:gd name="connsiteY1725" fmla="*/ 612556 h 5017219"/>
              <a:gd name="connsiteX1726" fmla="*/ 3733977 w 5799173"/>
              <a:gd name="connsiteY1726" fmla="*/ 630584 h 5017219"/>
              <a:gd name="connsiteX1727" fmla="*/ 3732731 w 5799173"/>
              <a:gd name="connsiteY1727" fmla="*/ 631332 h 5017219"/>
              <a:gd name="connsiteX1728" fmla="*/ 2387721 w 5799173"/>
              <a:gd name="connsiteY1728" fmla="*/ 276700 h 5017219"/>
              <a:gd name="connsiteX1729" fmla="*/ 2386475 w 5799173"/>
              <a:gd name="connsiteY1729" fmla="*/ 275952 h 5017219"/>
              <a:gd name="connsiteX1730" fmla="*/ 2375924 w 5799173"/>
              <a:gd name="connsiteY1730" fmla="*/ 257674 h 5017219"/>
              <a:gd name="connsiteX1731" fmla="*/ 2375924 w 5799173"/>
              <a:gd name="connsiteY1731" fmla="*/ 256179 h 5017219"/>
              <a:gd name="connsiteX1732" fmla="*/ 2386475 w 5799173"/>
              <a:gd name="connsiteY1732" fmla="*/ 237901 h 5017219"/>
              <a:gd name="connsiteX1733" fmla="*/ 2387721 w 5799173"/>
              <a:gd name="connsiteY1733" fmla="*/ 237154 h 5017219"/>
              <a:gd name="connsiteX1734" fmla="*/ 2408740 w 5799173"/>
              <a:gd name="connsiteY1734" fmla="*/ 237153 h 5017219"/>
              <a:gd name="connsiteX1735" fmla="*/ 2409986 w 5799173"/>
              <a:gd name="connsiteY1735" fmla="*/ 237900 h 5017219"/>
              <a:gd name="connsiteX1736" fmla="*/ 2420538 w 5799173"/>
              <a:gd name="connsiteY1736" fmla="*/ 256179 h 5017219"/>
              <a:gd name="connsiteX1737" fmla="*/ 2420538 w 5799173"/>
              <a:gd name="connsiteY1737" fmla="*/ 257674 h 5017219"/>
              <a:gd name="connsiteX1738" fmla="*/ 2409986 w 5799173"/>
              <a:gd name="connsiteY1738" fmla="*/ 275951 h 5017219"/>
              <a:gd name="connsiteX1739" fmla="*/ 2408740 w 5799173"/>
              <a:gd name="connsiteY1739" fmla="*/ 276699 h 5017219"/>
              <a:gd name="connsiteX1740" fmla="*/ 2447907 w 5799173"/>
              <a:gd name="connsiteY1740" fmla="*/ 292826 h 5017219"/>
              <a:gd name="connsiteX1741" fmla="*/ 2446660 w 5799173"/>
              <a:gd name="connsiteY1741" fmla="*/ 292078 h 5017219"/>
              <a:gd name="connsiteX1742" fmla="*/ 2436110 w 5799173"/>
              <a:gd name="connsiteY1742" fmla="*/ 273800 h 5017219"/>
              <a:gd name="connsiteX1743" fmla="*/ 2436109 w 5799173"/>
              <a:gd name="connsiteY1743" fmla="*/ 272305 h 5017219"/>
              <a:gd name="connsiteX1744" fmla="*/ 2446661 w 5799173"/>
              <a:gd name="connsiteY1744" fmla="*/ 254027 h 5017219"/>
              <a:gd name="connsiteX1745" fmla="*/ 2447906 w 5799173"/>
              <a:gd name="connsiteY1745" fmla="*/ 253280 h 5017219"/>
              <a:gd name="connsiteX1746" fmla="*/ 2468926 w 5799173"/>
              <a:gd name="connsiteY1746" fmla="*/ 253280 h 5017219"/>
              <a:gd name="connsiteX1747" fmla="*/ 2470172 w 5799173"/>
              <a:gd name="connsiteY1747" fmla="*/ 254027 h 5017219"/>
              <a:gd name="connsiteX1748" fmla="*/ 2480724 w 5799173"/>
              <a:gd name="connsiteY1748" fmla="*/ 272305 h 5017219"/>
              <a:gd name="connsiteX1749" fmla="*/ 2480724 w 5799173"/>
              <a:gd name="connsiteY1749" fmla="*/ 273800 h 5017219"/>
              <a:gd name="connsiteX1750" fmla="*/ 2470172 w 5799173"/>
              <a:gd name="connsiteY1750" fmla="*/ 292078 h 5017219"/>
              <a:gd name="connsiteX1751" fmla="*/ 2468926 w 5799173"/>
              <a:gd name="connsiteY1751" fmla="*/ 292826 h 5017219"/>
              <a:gd name="connsiteX1752" fmla="*/ 2327346 w 5799173"/>
              <a:gd name="connsiteY1752" fmla="*/ 260913 h 5017219"/>
              <a:gd name="connsiteX1753" fmla="*/ 2326016 w 5799173"/>
              <a:gd name="connsiteY1753" fmla="*/ 260164 h 5017219"/>
              <a:gd name="connsiteX1754" fmla="*/ 2315382 w 5799173"/>
              <a:gd name="connsiteY1754" fmla="*/ 241638 h 5017219"/>
              <a:gd name="connsiteX1755" fmla="*/ 2315382 w 5799173"/>
              <a:gd name="connsiteY1755" fmla="*/ 240142 h 5017219"/>
              <a:gd name="connsiteX1756" fmla="*/ 2326099 w 5799173"/>
              <a:gd name="connsiteY1756" fmla="*/ 221615 h 5017219"/>
              <a:gd name="connsiteX1757" fmla="*/ 2327428 w 5799173"/>
              <a:gd name="connsiteY1757" fmla="*/ 220868 h 5017219"/>
              <a:gd name="connsiteX1758" fmla="*/ 2348780 w 5799173"/>
              <a:gd name="connsiteY1758" fmla="*/ 220869 h 5017219"/>
              <a:gd name="connsiteX1759" fmla="*/ 2350109 w 5799173"/>
              <a:gd name="connsiteY1759" fmla="*/ 221616 h 5017219"/>
              <a:gd name="connsiteX1760" fmla="*/ 2360743 w 5799173"/>
              <a:gd name="connsiteY1760" fmla="*/ 240143 h 5017219"/>
              <a:gd name="connsiteX1761" fmla="*/ 2360743 w 5799173"/>
              <a:gd name="connsiteY1761" fmla="*/ 241639 h 5017219"/>
              <a:gd name="connsiteX1762" fmla="*/ 2350026 w 5799173"/>
              <a:gd name="connsiteY1762" fmla="*/ 260165 h 5017219"/>
              <a:gd name="connsiteX1763" fmla="*/ 2348697 w 5799173"/>
              <a:gd name="connsiteY1763" fmla="*/ 260913 h 5017219"/>
              <a:gd name="connsiteX1764" fmla="*/ 2507905 w 5799173"/>
              <a:gd name="connsiteY1764" fmla="*/ 309293 h 5017219"/>
              <a:gd name="connsiteX1765" fmla="*/ 2506575 w 5799173"/>
              <a:gd name="connsiteY1765" fmla="*/ 308545 h 5017219"/>
              <a:gd name="connsiteX1766" fmla="*/ 2495941 w 5799173"/>
              <a:gd name="connsiteY1766" fmla="*/ 290019 h 5017219"/>
              <a:gd name="connsiteX1767" fmla="*/ 2495941 w 5799173"/>
              <a:gd name="connsiteY1767" fmla="*/ 288523 h 5017219"/>
              <a:gd name="connsiteX1768" fmla="*/ 2506658 w 5799173"/>
              <a:gd name="connsiteY1768" fmla="*/ 269996 h 5017219"/>
              <a:gd name="connsiteX1769" fmla="*/ 2507987 w 5799173"/>
              <a:gd name="connsiteY1769" fmla="*/ 269249 h 5017219"/>
              <a:gd name="connsiteX1770" fmla="*/ 2529339 w 5799173"/>
              <a:gd name="connsiteY1770" fmla="*/ 269249 h 5017219"/>
              <a:gd name="connsiteX1771" fmla="*/ 2530668 w 5799173"/>
              <a:gd name="connsiteY1771" fmla="*/ 269996 h 5017219"/>
              <a:gd name="connsiteX1772" fmla="*/ 2541301 w 5799173"/>
              <a:gd name="connsiteY1772" fmla="*/ 288523 h 5017219"/>
              <a:gd name="connsiteX1773" fmla="*/ 2541302 w 5799173"/>
              <a:gd name="connsiteY1773" fmla="*/ 290019 h 5017219"/>
              <a:gd name="connsiteX1774" fmla="*/ 2530585 w 5799173"/>
              <a:gd name="connsiteY1774" fmla="*/ 308545 h 5017219"/>
              <a:gd name="connsiteX1775" fmla="*/ 2529256 w 5799173"/>
              <a:gd name="connsiteY1775" fmla="*/ 309293 h 5017219"/>
              <a:gd name="connsiteX1776" fmla="*/ 2267160 w 5799173"/>
              <a:gd name="connsiteY1776" fmla="*/ 244868 h 5017219"/>
              <a:gd name="connsiteX1777" fmla="*/ 2265830 w 5799173"/>
              <a:gd name="connsiteY1777" fmla="*/ 244121 h 5017219"/>
              <a:gd name="connsiteX1778" fmla="*/ 2255113 w 5799173"/>
              <a:gd name="connsiteY1778" fmla="*/ 225511 h 5017219"/>
              <a:gd name="connsiteX1779" fmla="*/ 2255113 w 5799173"/>
              <a:gd name="connsiteY1779" fmla="*/ 224015 h 5017219"/>
              <a:gd name="connsiteX1780" fmla="*/ 2265831 w 5799173"/>
              <a:gd name="connsiteY1780" fmla="*/ 205405 h 5017219"/>
              <a:gd name="connsiteX1781" fmla="*/ 2267160 w 5799173"/>
              <a:gd name="connsiteY1781" fmla="*/ 204658 h 5017219"/>
              <a:gd name="connsiteX1782" fmla="*/ 2288595 w 5799173"/>
              <a:gd name="connsiteY1782" fmla="*/ 204658 h 5017219"/>
              <a:gd name="connsiteX1783" fmla="*/ 2289924 w 5799173"/>
              <a:gd name="connsiteY1783" fmla="*/ 205405 h 5017219"/>
              <a:gd name="connsiteX1784" fmla="*/ 2300640 w 5799173"/>
              <a:gd name="connsiteY1784" fmla="*/ 224015 h 5017219"/>
              <a:gd name="connsiteX1785" fmla="*/ 2300640 w 5799173"/>
              <a:gd name="connsiteY1785" fmla="*/ 225511 h 5017219"/>
              <a:gd name="connsiteX1786" fmla="*/ 2289923 w 5799173"/>
              <a:gd name="connsiteY1786" fmla="*/ 244121 h 5017219"/>
              <a:gd name="connsiteX1787" fmla="*/ 2288594 w 5799173"/>
              <a:gd name="connsiteY1787" fmla="*/ 244868 h 5017219"/>
              <a:gd name="connsiteX1788" fmla="*/ 4494049 w 5799173"/>
              <a:gd name="connsiteY1788" fmla="*/ 841561 h 5017219"/>
              <a:gd name="connsiteX1789" fmla="*/ 4492720 w 5799173"/>
              <a:gd name="connsiteY1789" fmla="*/ 840814 h 5017219"/>
              <a:gd name="connsiteX1790" fmla="*/ 4482003 w 5799173"/>
              <a:gd name="connsiteY1790" fmla="*/ 822204 h 5017219"/>
              <a:gd name="connsiteX1791" fmla="*/ 4482003 w 5799173"/>
              <a:gd name="connsiteY1791" fmla="*/ 820708 h 5017219"/>
              <a:gd name="connsiteX1792" fmla="*/ 4492720 w 5799173"/>
              <a:gd name="connsiteY1792" fmla="*/ 802098 h 5017219"/>
              <a:gd name="connsiteX1793" fmla="*/ 4494049 w 5799173"/>
              <a:gd name="connsiteY1793" fmla="*/ 801351 h 5017219"/>
              <a:gd name="connsiteX1794" fmla="*/ 4515484 w 5799173"/>
              <a:gd name="connsiteY1794" fmla="*/ 801351 h 5017219"/>
              <a:gd name="connsiteX1795" fmla="*/ 4516813 w 5799173"/>
              <a:gd name="connsiteY1795" fmla="*/ 802098 h 5017219"/>
              <a:gd name="connsiteX1796" fmla="*/ 4527530 w 5799173"/>
              <a:gd name="connsiteY1796" fmla="*/ 820708 h 5017219"/>
              <a:gd name="connsiteX1797" fmla="*/ 4527530 w 5799173"/>
              <a:gd name="connsiteY1797" fmla="*/ 822204 h 5017219"/>
              <a:gd name="connsiteX1798" fmla="*/ 4516813 w 5799173"/>
              <a:gd name="connsiteY1798" fmla="*/ 840814 h 5017219"/>
              <a:gd name="connsiteX1799" fmla="*/ 4515484 w 5799173"/>
              <a:gd name="connsiteY1799" fmla="*/ 841561 h 5017219"/>
              <a:gd name="connsiteX1800" fmla="*/ 2206889 w 5799173"/>
              <a:gd name="connsiteY1800" fmla="*/ 228824 h 5017219"/>
              <a:gd name="connsiteX1801" fmla="*/ 2205560 w 5799173"/>
              <a:gd name="connsiteY1801" fmla="*/ 228077 h 5017219"/>
              <a:gd name="connsiteX1802" fmla="*/ 2194761 w 5799173"/>
              <a:gd name="connsiteY1802" fmla="*/ 209384 h 5017219"/>
              <a:gd name="connsiteX1803" fmla="*/ 2194760 w 5799173"/>
              <a:gd name="connsiteY1803" fmla="*/ 207888 h 5017219"/>
              <a:gd name="connsiteX1804" fmla="*/ 2205560 w 5799173"/>
              <a:gd name="connsiteY1804" fmla="*/ 189195 h 5017219"/>
              <a:gd name="connsiteX1805" fmla="*/ 2206889 w 5799173"/>
              <a:gd name="connsiteY1805" fmla="*/ 188448 h 5017219"/>
              <a:gd name="connsiteX1806" fmla="*/ 2228491 w 5799173"/>
              <a:gd name="connsiteY1806" fmla="*/ 188448 h 5017219"/>
              <a:gd name="connsiteX1807" fmla="*/ 2229819 w 5799173"/>
              <a:gd name="connsiteY1807" fmla="*/ 189195 h 5017219"/>
              <a:gd name="connsiteX1808" fmla="*/ 2240620 w 5799173"/>
              <a:gd name="connsiteY1808" fmla="*/ 207888 h 5017219"/>
              <a:gd name="connsiteX1809" fmla="*/ 2240621 w 5799173"/>
              <a:gd name="connsiteY1809" fmla="*/ 209384 h 5017219"/>
              <a:gd name="connsiteX1810" fmla="*/ 2229820 w 5799173"/>
              <a:gd name="connsiteY1810" fmla="*/ 228077 h 5017219"/>
              <a:gd name="connsiteX1811" fmla="*/ 2228490 w 5799173"/>
              <a:gd name="connsiteY1811" fmla="*/ 228824 h 5017219"/>
              <a:gd name="connsiteX1812" fmla="*/ 2568008 w 5799173"/>
              <a:gd name="connsiteY1812" fmla="*/ 325585 h 5017219"/>
              <a:gd name="connsiteX1813" fmla="*/ 2566679 w 5799173"/>
              <a:gd name="connsiteY1813" fmla="*/ 324838 h 5017219"/>
              <a:gd name="connsiteX1814" fmla="*/ 2555879 w 5799173"/>
              <a:gd name="connsiteY1814" fmla="*/ 306145 h 5017219"/>
              <a:gd name="connsiteX1815" fmla="*/ 2555878 w 5799173"/>
              <a:gd name="connsiteY1815" fmla="*/ 304649 h 5017219"/>
              <a:gd name="connsiteX1816" fmla="*/ 2566678 w 5799173"/>
              <a:gd name="connsiteY1816" fmla="*/ 285956 h 5017219"/>
              <a:gd name="connsiteX1817" fmla="*/ 2568008 w 5799173"/>
              <a:gd name="connsiteY1817" fmla="*/ 285209 h 5017219"/>
              <a:gd name="connsiteX1818" fmla="*/ 2589609 w 5799173"/>
              <a:gd name="connsiteY1818" fmla="*/ 285209 h 5017219"/>
              <a:gd name="connsiteX1819" fmla="*/ 2590938 w 5799173"/>
              <a:gd name="connsiteY1819" fmla="*/ 285956 h 5017219"/>
              <a:gd name="connsiteX1820" fmla="*/ 2601739 w 5799173"/>
              <a:gd name="connsiteY1820" fmla="*/ 304649 h 5017219"/>
              <a:gd name="connsiteX1821" fmla="*/ 2601739 w 5799173"/>
              <a:gd name="connsiteY1821" fmla="*/ 306145 h 5017219"/>
              <a:gd name="connsiteX1822" fmla="*/ 2590938 w 5799173"/>
              <a:gd name="connsiteY1822" fmla="*/ 324838 h 5017219"/>
              <a:gd name="connsiteX1823" fmla="*/ 2589609 w 5799173"/>
              <a:gd name="connsiteY1823" fmla="*/ 325585 h 5017219"/>
              <a:gd name="connsiteX1824" fmla="*/ 2688379 w 5799173"/>
              <a:gd name="connsiteY1824" fmla="*/ 357839 h 5017219"/>
              <a:gd name="connsiteX1825" fmla="*/ 2687050 w 5799173"/>
              <a:gd name="connsiteY1825" fmla="*/ 357092 h 5017219"/>
              <a:gd name="connsiteX1826" fmla="*/ 2676250 w 5799173"/>
              <a:gd name="connsiteY1826" fmla="*/ 338399 h 5017219"/>
              <a:gd name="connsiteX1827" fmla="*/ 2676250 w 5799173"/>
              <a:gd name="connsiteY1827" fmla="*/ 336902 h 5017219"/>
              <a:gd name="connsiteX1828" fmla="*/ 2687050 w 5799173"/>
              <a:gd name="connsiteY1828" fmla="*/ 318210 h 5017219"/>
              <a:gd name="connsiteX1829" fmla="*/ 2688379 w 5799173"/>
              <a:gd name="connsiteY1829" fmla="*/ 317463 h 5017219"/>
              <a:gd name="connsiteX1830" fmla="*/ 2709980 w 5799173"/>
              <a:gd name="connsiteY1830" fmla="*/ 317463 h 5017219"/>
              <a:gd name="connsiteX1831" fmla="*/ 2711309 w 5799173"/>
              <a:gd name="connsiteY1831" fmla="*/ 318210 h 5017219"/>
              <a:gd name="connsiteX1832" fmla="*/ 2722110 w 5799173"/>
              <a:gd name="connsiteY1832" fmla="*/ 336902 h 5017219"/>
              <a:gd name="connsiteX1833" fmla="*/ 2722111 w 5799173"/>
              <a:gd name="connsiteY1833" fmla="*/ 338398 h 5017219"/>
              <a:gd name="connsiteX1834" fmla="*/ 2711309 w 5799173"/>
              <a:gd name="connsiteY1834" fmla="*/ 357091 h 5017219"/>
              <a:gd name="connsiteX1835" fmla="*/ 2709980 w 5799173"/>
              <a:gd name="connsiteY1835" fmla="*/ 357838 h 5017219"/>
              <a:gd name="connsiteX1836" fmla="*/ 2628016 w 5799173"/>
              <a:gd name="connsiteY1836" fmla="*/ 342127 h 5017219"/>
              <a:gd name="connsiteX1837" fmla="*/ 2626688 w 5799173"/>
              <a:gd name="connsiteY1837" fmla="*/ 341379 h 5017219"/>
              <a:gd name="connsiteX1838" fmla="*/ 2615721 w 5799173"/>
              <a:gd name="connsiteY1838" fmla="*/ 322354 h 5017219"/>
              <a:gd name="connsiteX1839" fmla="*/ 2615720 w 5799173"/>
              <a:gd name="connsiteY1839" fmla="*/ 320776 h 5017219"/>
              <a:gd name="connsiteX1840" fmla="*/ 2626687 w 5799173"/>
              <a:gd name="connsiteY1840" fmla="*/ 301750 h 5017219"/>
              <a:gd name="connsiteX1841" fmla="*/ 2628016 w 5799173"/>
              <a:gd name="connsiteY1841" fmla="*/ 301003 h 5017219"/>
              <a:gd name="connsiteX1842" fmla="*/ 2649949 w 5799173"/>
              <a:gd name="connsiteY1842" fmla="*/ 301003 h 5017219"/>
              <a:gd name="connsiteX1843" fmla="*/ 2651278 w 5799173"/>
              <a:gd name="connsiteY1843" fmla="*/ 301750 h 5017219"/>
              <a:gd name="connsiteX1844" fmla="*/ 2662245 w 5799173"/>
              <a:gd name="connsiteY1844" fmla="*/ 320776 h 5017219"/>
              <a:gd name="connsiteX1845" fmla="*/ 2662244 w 5799173"/>
              <a:gd name="connsiteY1845" fmla="*/ 322354 h 5017219"/>
              <a:gd name="connsiteX1846" fmla="*/ 2651279 w 5799173"/>
              <a:gd name="connsiteY1846" fmla="*/ 341379 h 5017219"/>
              <a:gd name="connsiteX1847" fmla="*/ 2649950 w 5799173"/>
              <a:gd name="connsiteY1847" fmla="*/ 342127 h 5017219"/>
              <a:gd name="connsiteX1848" fmla="*/ 2146443 w 5799173"/>
              <a:gd name="connsiteY1848" fmla="*/ 213195 h 5017219"/>
              <a:gd name="connsiteX1849" fmla="*/ 2145114 w 5799173"/>
              <a:gd name="connsiteY1849" fmla="*/ 212448 h 5017219"/>
              <a:gd name="connsiteX1850" fmla="*/ 2134065 w 5799173"/>
              <a:gd name="connsiteY1850" fmla="*/ 193339 h 5017219"/>
              <a:gd name="connsiteX1851" fmla="*/ 2134065 w 5799173"/>
              <a:gd name="connsiteY1851" fmla="*/ 191760 h 5017219"/>
              <a:gd name="connsiteX1852" fmla="*/ 2145114 w 5799173"/>
              <a:gd name="connsiteY1852" fmla="*/ 172652 h 5017219"/>
              <a:gd name="connsiteX1853" fmla="*/ 2146443 w 5799173"/>
              <a:gd name="connsiteY1853" fmla="*/ 171904 h 5017219"/>
              <a:gd name="connsiteX1854" fmla="*/ 2168543 w 5799173"/>
              <a:gd name="connsiteY1854" fmla="*/ 171904 h 5017219"/>
              <a:gd name="connsiteX1855" fmla="*/ 2169872 w 5799173"/>
              <a:gd name="connsiteY1855" fmla="*/ 172651 h 5017219"/>
              <a:gd name="connsiteX1856" fmla="*/ 2180922 w 5799173"/>
              <a:gd name="connsiteY1856" fmla="*/ 191760 h 5017219"/>
              <a:gd name="connsiteX1857" fmla="*/ 2180922 w 5799173"/>
              <a:gd name="connsiteY1857" fmla="*/ 193339 h 5017219"/>
              <a:gd name="connsiteX1858" fmla="*/ 2169872 w 5799173"/>
              <a:gd name="connsiteY1858" fmla="*/ 212447 h 5017219"/>
              <a:gd name="connsiteX1859" fmla="*/ 2168543 w 5799173"/>
              <a:gd name="connsiteY1859" fmla="*/ 213194 h 5017219"/>
              <a:gd name="connsiteX1860" fmla="*/ 1894807 w 5799173"/>
              <a:gd name="connsiteY1860" fmla="*/ 195117 h 5017219"/>
              <a:gd name="connsiteX1861" fmla="*/ 1893810 w 5799173"/>
              <a:gd name="connsiteY1861" fmla="*/ 194537 h 5017219"/>
              <a:gd name="connsiteX1862" fmla="*/ 1885835 w 5799173"/>
              <a:gd name="connsiteY1862" fmla="*/ 180746 h 5017219"/>
              <a:gd name="connsiteX1863" fmla="*/ 1885835 w 5799173"/>
              <a:gd name="connsiteY1863" fmla="*/ 179582 h 5017219"/>
              <a:gd name="connsiteX1864" fmla="*/ 1893810 w 5799173"/>
              <a:gd name="connsiteY1864" fmla="*/ 165792 h 5017219"/>
              <a:gd name="connsiteX1865" fmla="*/ 1894807 w 5799173"/>
              <a:gd name="connsiteY1865" fmla="*/ 165210 h 5017219"/>
              <a:gd name="connsiteX1866" fmla="*/ 1910760 w 5799173"/>
              <a:gd name="connsiteY1866" fmla="*/ 165210 h 5017219"/>
              <a:gd name="connsiteX1867" fmla="*/ 1911756 w 5799173"/>
              <a:gd name="connsiteY1867" fmla="*/ 165791 h 5017219"/>
              <a:gd name="connsiteX1868" fmla="*/ 1919731 w 5799173"/>
              <a:gd name="connsiteY1868" fmla="*/ 179582 h 5017219"/>
              <a:gd name="connsiteX1869" fmla="*/ 1919731 w 5799173"/>
              <a:gd name="connsiteY1869" fmla="*/ 180746 h 5017219"/>
              <a:gd name="connsiteX1870" fmla="*/ 1911756 w 5799173"/>
              <a:gd name="connsiteY1870" fmla="*/ 194536 h 5017219"/>
              <a:gd name="connsiteX1871" fmla="*/ 1910759 w 5799173"/>
              <a:gd name="connsiteY1871" fmla="*/ 195118 h 5017219"/>
              <a:gd name="connsiteX1872" fmla="*/ 1954745 w 5799173"/>
              <a:gd name="connsiteY1872" fmla="*/ 211661 h 5017219"/>
              <a:gd name="connsiteX1873" fmla="*/ 1953748 w 5799173"/>
              <a:gd name="connsiteY1873" fmla="*/ 211079 h 5017219"/>
              <a:gd name="connsiteX1874" fmla="*/ 1945606 w 5799173"/>
              <a:gd name="connsiteY1874" fmla="*/ 196873 h 5017219"/>
              <a:gd name="connsiteX1875" fmla="*/ 1945607 w 5799173"/>
              <a:gd name="connsiteY1875" fmla="*/ 195709 h 5017219"/>
              <a:gd name="connsiteX1876" fmla="*/ 1953831 w 5799173"/>
              <a:gd name="connsiteY1876" fmla="*/ 181503 h 5017219"/>
              <a:gd name="connsiteX1877" fmla="*/ 1954828 w 5799173"/>
              <a:gd name="connsiteY1877" fmla="*/ 180921 h 5017219"/>
              <a:gd name="connsiteX1878" fmla="*/ 1971194 w 5799173"/>
              <a:gd name="connsiteY1878" fmla="*/ 180922 h 5017219"/>
              <a:gd name="connsiteX1879" fmla="*/ 1972191 w 5799173"/>
              <a:gd name="connsiteY1879" fmla="*/ 181503 h 5017219"/>
              <a:gd name="connsiteX1880" fmla="*/ 1980333 w 5799173"/>
              <a:gd name="connsiteY1880" fmla="*/ 195709 h 5017219"/>
              <a:gd name="connsiteX1881" fmla="*/ 1980333 w 5799173"/>
              <a:gd name="connsiteY1881" fmla="*/ 196873 h 5017219"/>
              <a:gd name="connsiteX1882" fmla="*/ 1972109 w 5799173"/>
              <a:gd name="connsiteY1882" fmla="*/ 211079 h 5017219"/>
              <a:gd name="connsiteX1883" fmla="*/ 1971111 w 5799173"/>
              <a:gd name="connsiteY1883" fmla="*/ 211661 h 5017219"/>
              <a:gd name="connsiteX1884" fmla="*/ 3578879 w 5799173"/>
              <a:gd name="connsiteY1884" fmla="*/ 648833 h 5017219"/>
              <a:gd name="connsiteX1885" fmla="*/ 3577799 w 5799173"/>
              <a:gd name="connsiteY1885" fmla="*/ 648168 h 5017219"/>
              <a:gd name="connsiteX1886" fmla="*/ 3568661 w 5799173"/>
              <a:gd name="connsiteY1886" fmla="*/ 632300 h 5017219"/>
              <a:gd name="connsiteX1887" fmla="*/ 3568661 w 5799173"/>
              <a:gd name="connsiteY1887" fmla="*/ 630971 h 5017219"/>
              <a:gd name="connsiteX1888" fmla="*/ 3577799 w 5799173"/>
              <a:gd name="connsiteY1888" fmla="*/ 615103 h 5017219"/>
              <a:gd name="connsiteX1889" fmla="*/ 3578879 w 5799173"/>
              <a:gd name="connsiteY1889" fmla="*/ 614438 h 5017219"/>
              <a:gd name="connsiteX1890" fmla="*/ 3597157 w 5799173"/>
              <a:gd name="connsiteY1890" fmla="*/ 614438 h 5017219"/>
              <a:gd name="connsiteX1891" fmla="*/ 3598237 w 5799173"/>
              <a:gd name="connsiteY1891" fmla="*/ 615103 h 5017219"/>
              <a:gd name="connsiteX1892" fmla="*/ 3607375 w 5799173"/>
              <a:gd name="connsiteY1892" fmla="*/ 630971 h 5017219"/>
              <a:gd name="connsiteX1893" fmla="*/ 3607375 w 5799173"/>
              <a:gd name="connsiteY1893" fmla="*/ 632300 h 5017219"/>
              <a:gd name="connsiteX1894" fmla="*/ 3598237 w 5799173"/>
              <a:gd name="connsiteY1894" fmla="*/ 648168 h 5017219"/>
              <a:gd name="connsiteX1895" fmla="*/ 3597157 w 5799173"/>
              <a:gd name="connsiteY1895" fmla="*/ 648833 h 5017219"/>
              <a:gd name="connsiteX1896" fmla="*/ 2013363 w 5799173"/>
              <a:gd name="connsiteY1896" fmla="*/ 230779 h 5017219"/>
              <a:gd name="connsiteX1897" fmla="*/ 2012199 w 5799173"/>
              <a:gd name="connsiteY1897" fmla="*/ 230115 h 5017219"/>
              <a:gd name="connsiteX1898" fmla="*/ 2002396 w 5799173"/>
              <a:gd name="connsiteY1898" fmla="*/ 213084 h 5017219"/>
              <a:gd name="connsiteX1899" fmla="*/ 2002396 w 5799173"/>
              <a:gd name="connsiteY1899" fmla="*/ 211671 h 5017219"/>
              <a:gd name="connsiteX1900" fmla="*/ 2012199 w 5799173"/>
              <a:gd name="connsiteY1900" fmla="*/ 194639 h 5017219"/>
              <a:gd name="connsiteX1901" fmla="*/ 2013363 w 5799173"/>
              <a:gd name="connsiteY1901" fmla="*/ 193974 h 5017219"/>
              <a:gd name="connsiteX1902" fmla="*/ 2032969 w 5799173"/>
              <a:gd name="connsiteY1902" fmla="*/ 193974 h 5017219"/>
              <a:gd name="connsiteX1903" fmla="*/ 2034132 w 5799173"/>
              <a:gd name="connsiteY1903" fmla="*/ 194640 h 5017219"/>
              <a:gd name="connsiteX1904" fmla="*/ 2043936 w 5799173"/>
              <a:gd name="connsiteY1904" fmla="*/ 211671 h 5017219"/>
              <a:gd name="connsiteX1905" fmla="*/ 2043936 w 5799173"/>
              <a:gd name="connsiteY1905" fmla="*/ 213083 h 5017219"/>
              <a:gd name="connsiteX1906" fmla="*/ 2034132 w 5799173"/>
              <a:gd name="connsiteY1906" fmla="*/ 230115 h 5017219"/>
              <a:gd name="connsiteX1907" fmla="*/ 2032969 w 5799173"/>
              <a:gd name="connsiteY1907" fmla="*/ 230778 h 5017219"/>
              <a:gd name="connsiteX1908" fmla="*/ 3638390 w 5799173"/>
              <a:gd name="connsiteY1908" fmla="*/ 666204 h 5017219"/>
              <a:gd name="connsiteX1909" fmla="*/ 3637227 w 5799173"/>
              <a:gd name="connsiteY1909" fmla="*/ 665540 h 5017219"/>
              <a:gd name="connsiteX1910" fmla="*/ 3627424 w 5799173"/>
              <a:gd name="connsiteY1910" fmla="*/ 648509 h 5017219"/>
              <a:gd name="connsiteX1911" fmla="*/ 3627424 w 5799173"/>
              <a:gd name="connsiteY1911" fmla="*/ 647096 h 5017219"/>
              <a:gd name="connsiteX1912" fmla="*/ 3637227 w 5799173"/>
              <a:gd name="connsiteY1912" fmla="*/ 630064 h 5017219"/>
              <a:gd name="connsiteX1913" fmla="*/ 3638390 w 5799173"/>
              <a:gd name="connsiteY1913" fmla="*/ 629400 h 5017219"/>
              <a:gd name="connsiteX1914" fmla="*/ 3657997 w 5799173"/>
              <a:gd name="connsiteY1914" fmla="*/ 629399 h 5017219"/>
              <a:gd name="connsiteX1915" fmla="*/ 3659160 w 5799173"/>
              <a:gd name="connsiteY1915" fmla="*/ 630065 h 5017219"/>
              <a:gd name="connsiteX1916" fmla="*/ 3668964 w 5799173"/>
              <a:gd name="connsiteY1916" fmla="*/ 647096 h 5017219"/>
              <a:gd name="connsiteX1917" fmla="*/ 3668964 w 5799173"/>
              <a:gd name="connsiteY1917" fmla="*/ 648508 h 5017219"/>
              <a:gd name="connsiteX1918" fmla="*/ 3659160 w 5799173"/>
              <a:gd name="connsiteY1918" fmla="*/ 665540 h 5017219"/>
              <a:gd name="connsiteX1919" fmla="*/ 3657997 w 5799173"/>
              <a:gd name="connsiteY1919" fmla="*/ 666203 h 5017219"/>
              <a:gd name="connsiteX1920" fmla="*/ 3999259 w 5799173"/>
              <a:gd name="connsiteY1920" fmla="*/ 763464 h 5017219"/>
              <a:gd name="connsiteX1921" fmla="*/ 3998013 w 5799173"/>
              <a:gd name="connsiteY1921" fmla="*/ 762716 h 5017219"/>
              <a:gd name="connsiteX1922" fmla="*/ 3987960 w 5799173"/>
              <a:gd name="connsiteY1922" fmla="*/ 745270 h 5017219"/>
              <a:gd name="connsiteX1923" fmla="*/ 3987960 w 5799173"/>
              <a:gd name="connsiteY1923" fmla="*/ 743857 h 5017219"/>
              <a:gd name="connsiteX1924" fmla="*/ 3998013 w 5799173"/>
              <a:gd name="connsiteY1924" fmla="*/ 726411 h 5017219"/>
              <a:gd name="connsiteX1925" fmla="*/ 3999259 w 5799173"/>
              <a:gd name="connsiteY1925" fmla="*/ 725663 h 5017219"/>
              <a:gd name="connsiteX1926" fmla="*/ 4019364 w 5799173"/>
              <a:gd name="connsiteY1926" fmla="*/ 725663 h 5017219"/>
              <a:gd name="connsiteX1927" fmla="*/ 4020610 w 5799173"/>
              <a:gd name="connsiteY1927" fmla="*/ 726411 h 5017219"/>
              <a:gd name="connsiteX1928" fmla="*/ 4030663 w 5799173"/>
              <a:gd name="connsiteY1928" fmla="*/ 743857 h 5017219"/>
              <a:gd name="connsiteX1929" fmla="*/ 4030663 w 5799173"/>
              <a:gd name="connsiteY1929" fmla="*/ 745270 h 5017219"/>
              <a:gd name="connsiteX1930" fmla="*/ 4020610 w 5799173"/>
              <a:gd name="connsiteY1930" fmla="*/ 762716 h 5017219"/>
              <a:gd name="connsiteX1931" fmla="*/ 4019364 w 5799173"/>
              <a:gd name="connsiteY1931" fmla="*/ 763464 h 5017219"/>
              <a:gd name="connsiteX1932" fmla="*/ 4059363 w 5799173"/>
              <a:gd name="connsiteY1932" fmla="*/ 779674 h 5017219"/>
              <a:gd name="connsiteX1933" fmla="*/ 4058117 w 5799173"/>
              <a:gd name="connsiteY1933" fmla="*/ 778927 h 5017219"/>
              <a:gd name="connsiteX1934" fmla="*/ 4047981 w 5799173"/>
              <a:gd name="connsiteY1934" fmla="*/ 761397 h 5017219"/>
              <a:gd name="connsiteX1935" fmla="*/ 4047981 w 5799173"/>
              <a:gd name="connsiteY1935" fmla="*/ 759985 h 5017219"/>
              <a:gd name="connsiteX1936" fmla="*/ 4058117 w 5799173"/>
              <a:gd name="connsiteY1936" fmla="*/ 742455 h 5017219"/>
              <a:gd name="connsiteX1937" fmla="*/ 4059363 w 5799173"/>
              <a:gd name="connsiteY1937" fmla="*/ 741707 h 5017219"/>
              <a:gd name="connsiteX1938" fmla="*/ 4079634 w 5799173"/>
              <a:gd name="connsiteY1938" fmla="*/ 741707 h 5017219"/>
              <a:gd name="connsiteX1939" fmla="*/ 4080880 w 5799173"/>
              <a:gd name="connsiteY1939" fmla="*/ 742455 h 5017219"/>
              <a:gd name="connsiteX1940" fmla="*/ 4091016 w 5799173"/>
              <a:gd name="connsiteY1940" fmla="*/ 759985 h 5017219"/>
              <a:gd name="connsiteX1941" fmla="*/ 4091016 w 5799173"/>
              <a:gd name="connsiteY1941" fmla="*/ 761397 h 5017219"/>
              <a:gd name="connsiteX1942" fmla="*/ 4080880 w 5799173"/>
              <a:gd name="connsiteY1942" fmla="*/ 778927 h 5017219"/>
              <a:gd name="connsiteX1943" fmla="*/ 4079634 w 5799173"/>
              <a:gd name="connsiteY1943" fmla="*/ 779674 h 5017219"/>
              <a:gd name="connsiteX1944" fmla="*/ 4300107 w 5799173"/>
              <a:gd name="connsiteY1944" fmla="*/ 844181 h 5017219"/>
              <a:gd name="connsiteX1945" fmla="*/ 4298862 w 5799173"/>
              <a:gd name="connsiteY1945" fmla="*/ 843434 h 5017219"/>
              <a:gd name="connsiteX1946" fmla="*/ 4288725 w 5799173"/>
              <a:gd name="connsiteY1946" fmla="*/ 825904 h 5017219"/>
              <a:gd name="connsiteX1947" fmla="*/ 4288725 w 5799173"/>
              <a:gd name="connsiteY1947" fmla="*/ 824492 h 5017219"/>
              <a:gd name="connsiteX1948" fmla="*/ 4298861 w 5799173"/>
              <a:gd name="connsiteY1948" fmla="*/ 806962 h 5017219"/>
              <a:gd name="connsiteX1949" fmla="*/ 4300107 w 5799173"/>
              <a:gd name="connsiteY1949" fmla="*/ 806214 h 5017219"/>
              <a:gd name="connsiteX1950" fmla="*/ 4320379 w 5799173"/>
              <a:gd name="connsiteY1950" fmla="*/ 806214 h 5017219"/>
              <a:gd name="connsiteX1951" fmla="*/ 4321625 w 5799173"/>
              <a:gd name="connsiteY1951" fmla="*/ 806962 h 5017219"/>
              <a:gd name="connsiteX1952" fmla="*/ 4331760 w 5799173"/>
              <a:gd name="connsiteY1952" fmla="*/ 824492 h 5017219"/>
              <a:gd name="connsiteX1953" fmla="*/ 4331760 w 5799173"/>
              <a:gd name="connsiteY1953" fmla="*/ 825904 h 5017219"/>
              <a:gd name="connsiteX1954" fmla="*/ 4321624 w 5799173"/>
              <a:gd name="connsiteY1954" fmla="*/ 843434 h 5017219"/>
              <a:gd name="connsiteX1955" fmla="*/ 4320379 w 5799173"/>
              <a:gd name="connsiteY1955" fmla="*/ 844181 h 5017219"/>
              <a:gd name="connsiteX1956" fmla="*/ 4420480 w 5799173"/>
              <a:gd name="connsiteY1956" fmla="*/ 876435 h 5017219"/>
              <a:gd name="connsiteX1957" fmla="*/ 4419235 w 5799173"/>
              <a:gd name="connsiteY1957" fmla="*/ 875688 h 5017219"/>
              <a:gd name="connsiteX1958" fmla="*/ 4409098 w 5799173"/>
              <a:gd name="connsiteY1958" fmla="*/ 858158 h 5017219"/>
              <a:gd name="connsiteX1959" fmla="*/ 4409098 w 5799173"/>
              <a:gd name="connsiteY1959" fmla="*/ 856746 h 5017219"/>
              <a:gd name="connsiteX1960" fmla="*/ 4419234 w 5799173"/>
              <a:gd name="connsiteY1960" fmla="*/ 839216 h 5017219"/>
              <a:gd name="connsiteX1961" fmla="*/ 4420480 w 5799173"/>
              <a:gd name="connsiteY1961" fmla="*/ 838468 h 5017219"/>
              <a:gd name="connsiteX1962" fmla="*/ 4440751 w 5799173"/>
              <a:gd name="connsiteY1962" fmla="*/ 838468 h 5017219"/>
              <a:gd name="connsiteX1963" fmla="*/ 4441997 w 5799173"/>
              <a:gd name="connsiteY1963" fmla="*/ 839216 h 5017219"/>
              <a:gd name="connsiteX1964" fmla="*/ 4452133 w 5799173"/>
              <a:gd name="connsiteY1964" fmla="*/ 856746 h 5017219"/>
              <a:gd name="connsiteX1965" fmla="*/ 4452133 w 5799173"/>
              <a:gd name="connsiteY1965" fmla="*/ 858158 h 5017219"/>
              <a:gd name="connsiteX1966" fmla="*/ 4441997 w 5799173"/>
              <a:gd name="connsiteY1966" fmla="*/ 875688 h 5017219"/>
              <a:gd name="connsiteX1967" fmla="*/ 4440751 w 5799173"/>
              <a:gd name="connsiteY1967" fmla="*/ 876435 h 5017219"/>
              <a:gd name="connsiteX1968" fmla="*/ 3698162 w 5799173"/>
              <a:gd name="connsiteY1968" fmla="*/ 682996 h 5017219"/>
              <a:gd name="connsiteX1969" fmla="*/ 3696916 w 5799173"/>
              <a:gd name="connsiteY1969" fmla="*/ 682249 h 5017219"/>
              <a:gd name="connsiteX1970" fmla="*/ 3686780 w 5799173"/>
              <a:gd name="connsiteY1970" fmla="*/ 664636 h 5017219"/>
              <a:gd name="connsiteX1971" fmla="*/ 3686780 w 5799173"/>
              <a:gd name="connsiteY1971" fmla="*/ 663222 h 5017219"/>
              <a:gd name="connsiteX1972" fmla="*/ 3696999 w 5799173"/>
              <a:gd name="connsiteY1972" fmla="*/ 645610 h 5017219"/>
              <a:gd name="connsiteX1973" fmla="*/ 3698245 w 5799173"/>
              <a:gd name="connsiteY1973" fmla="*/ 644863 h 5017219"/>
              <a:gd name="connsiteX1974" fmla="*/ 3718599 w 5799173"/>
              <a:gd name="connsiteY1974" fmla="*/ 644863 h 5017219"/>
              <a:gd name="connsiteX1975" fmla="*/ 3719846 w 5799173"/>
              <a:gd name="connsiteY1975" fmla="*/ 645609 h 5017219"/>
              <a:gd name="connsiteX1976" fmla="*/ 3729981 w 5799173"/>
              <a:gd name="connsiteY1976" fmla="*/ 663223 h 5017219"/>
              <a:gd name="connsiteX1977" fmla="*/ 3729981 w 5799173"/>
              <a:gd name="connsiteY1977" fmla="*/ 664636 h 5017219"/>
              <a:gd name="connsiteX1978" fmla="*/ 3719762 w 5799173"/>
              <a:gd name="connsiteY1978" fmla="*/ 682249 h 5017219"/>
              <a:gd name="connsiteX1979" fmla="*/ 3718516 w 5799173"/>
              <a:gd name="connsiteY1979" fmla="*/ 682996 h 5017219"/>
              <a:gd name="connsiteX1980" fmla="*/ 3758348 w 5799173"/>
              <a:gd name="connsiteY1980" fmla="*/ 699122 h 5017219"/>
              <a:gd name="connsiteX1981" fmla="*/ 3757102 w 5799173"/>
              <a:gd name="connsiteY1981" fmla="*/ 698375 h 5017219"/>
              <a:gd name="connsiteX1982" fmla="*/ 3746966 w 5799173"/>
              <a:gd name="connsiteY1982" fmla="*/ 680762 h 5017219"/>
              <a:gd name="connsiteX1983" fmla="*/ 3746966 w 5799173"/>
              <a:gd name="connsiteY1983" fmla="*/ 679349 h 5017219"/>
              <a:gd name="connsiteX1984" fmla="*/ 3757185 w 5799173"/>
              <a:gd name="connsiteY1984" fmla="*/ 661736 h 5017219"/>
              <a:gd name="connsiteX1985" fmla="*/ 3758431 w 5799173"/>
              <a:gd name="connsiteY1985" fmla="*/ 660989 h 5017219"/>
              <a:gd name="connsiteX1986" fmla="*/ 3778785 w 5799173"/>
              <a:gd name="connsiteY1986" fmla="*/ 660989 h 5017219"/>
              <a:gd name="connsiteX1987" fmla="*/ 3780032 w 5799173"/>
              <a:gd name="connsiteY1987" fmla="*/ 661736 h 5017219"/>
              <a:gd name="connsiteX1988" fmla="*/ 3790167 w 5799173"/>
              <a:gd name="connsiteY1988" fmla="*/ 679349 h 5017219"/>
              <a:gd name="connsiteX1989" fmla="*/ 3790167 w 5799173"/>
              <a:gd name="connsiteY1989" fmla="*/ 680763 h 5017219"/>
              <a:gd name="connsiteX1990" fmla="*/ 3779948 w 5799173"/>
              <a:gd name="connsiteY1990" fmla="*/ 698375 h 5017219"/>
              <a:gd name="connsiteX1991" fmla="*/ 3778702 w 5799173"/>
              <a:gd name="connsiteY1991" fmla="*/ 699122 h 5017219"/>
              <a:gd name="connsiteX1992" fmla="*/ 4239838 w 5799173"/>
              <a:gd name="connsiteY1992" fmla="*/ 828137 h 5017219"/>
              <a:gd name="connsiteX1993" fmla="*/ 4238592 w 5799173"/>
              <a:gd name="connsiteY1993" fmla="*/ 827390 h 5017219"/>
              <a:gd name="connsiteX1994" fmla="*/ 4228456 w 5799173"/>
              <a:gd name="connsiteY1994" fmla="*/ 809777 h 5017219"/>
              <a:gd name="connsiteX1995" fmla="*/ 4228456 w 5799173"/>
              <a:gd name="connsiteY1995" fmla="*/ 808364 h 5017219"/>
              <a:gd name="connsiteX1996" fmla="*/ 4238675 w 5799173"/>
              <a:gd name="connsiteY1996" fmla="*/ 790751 h 5017219"/>
              <a:gd name="connsiteX1997" fmla="*/ 4239921 w 5799173"/>
              <a:gd name="connsiteY1997" fmla="*/ 790004 h 5017219"/>
              <a:gd name="connsiteX1998" fmla="*/ 4260275 w 5799173"/>
              <a:gd name="connsiteY1998" fmla="*/ 790004 h 5017219"/>
              <a:gd name="connsiteX1999" fmla="*/ 4261522 w 5799173"/>
              <a:gd name="connsiteY1999" fmla="*/ 790751 h 5017219"/>
              <a:gd name="connsiteX2000" fmla="*/ 4271657 w 5799173"/>
              <a:gd name="connsiteY2000" fmla="*/ 808364 h 5017219"/>
              <a:gd name="connsiteX2001" fmla="*/ 4271657 w 5799173"/>
              <a:gd name="connsiteY2001" fmla="*/ 809777 h 5017219"/>
              <a:gd name="connsiteX2002" fmla="*/ 4261438 w 5799173"/>
              <a:gd name="connsiteY2002" fmla="*/ 827390 h 5017219"/>
              <a:gd name="connsiteX2003" fmla="*/ 4260192 w 5799173"/>
              <a:gd name="connsiteY2003" fmla="*/ 828137 h 5017219"/>
              <a:gd name="connsiteX2004" fmla="*/ 3818512 w 5799173"/>
              <a:gd name="connsiteY2004" fmla="*/ 715412 h 5017219"/>
              <a:gd name="connsiteX2005" fmla="*/ 3817266 w 5799173"/>
              <a:gd name="connsiteY2005" fmla="*/ 714665 h 5017219"/>
              <a:gd name="connsiteX2006" fmla="*/ 3807047 w 5799173"/>
              <a:gd name="connsiteY2006" fmla="*/ 696969 h 5017219"/>
              <a:gd name="connsiteX2007" fmla="*/ 3807047 w 5799173"/>
              <a:gd name="connsiteY2007" fmla="*/ 695556 h 5017219"/>
              <a:gd name="connsiteX2008" fmla="*/ 3817266 w 5799173"/>
              <a:gd name="connsiteY2008" fmla="*/ 677861 h 5017219"/>
              <a:gd name="connsiteX2009" fmla="*/ 3818512 w 5799173"/>
              <a:gd name="connsiteY2009" fmla="*/ 677113 h 5017219"/>
              <a:gd name="connsiteX2010" fmla="*/ 3838949 w 5799173"/>
              <a:gd name="connsiteY2010" fmla="*/ 677113 h 5017219"/>
              <a:gd name="connsiteX2011" fmla="*/ 3840196 w 5799173"/>
              <a:gd name="connsiteY2011" fmla="*/ 677861 h 5017219"/>
              <a:gd name="connsiteX2012" fmla="*/ 3850414 w 5799173"/>
              <a:gd name="connsiteY2012" fmla="*/ 695556 h 5017219"/>
              <a:gd name="connsiteX2013" fmla="*/ 3850414 w 5799173"/>
              <a:gd name="connsiteY2013" fmla="*/ 696969 h 5017219"/>
              <a:gd name="connsiteX2014" fmla="*/ 3840196 w 5799173"/>
              <a:gd name="connsiteY2014" fmla="*/ 714665 h 5017219"/>
              <a:gd name="connsiteX2015" fmla="*/ 3838949 w 5799173"/>
              <a:gd name="connsiteY2015" fmla="*/ 715412 h 5017219"/>
              <a:gd name="connsiteX2016" fmla="*/ 2434148 w 5799173"/>
              <a:gd name="connsiteY2016" fmla="*/ 344568 h 5017219"/>
              <a:gd name="connsiteX2017" fmla="*/ 2432902 w 5799173"/>
              <a:gd name="connsiteY2017" fmla="*/ 343820 h 5017219"/>
              <a:gd name="connsiteX2018" fmla="*/ 2422600 w 5799173"/>
              <a:gd name="connsiteY2018" fmla="*/ 326041 h 5017219"/>
              <a:gd name="connsiteX2019" fmla="*/ 2422600 w 5799173"/>
              <a:gd name="connsiteY2019" fmla="*/ 324628 h 5017219"/>
              <a:gd name="connsiteX2020" fmla="*/ 2432902 w 5799173"/>
              <a:gd name="connsiteY2020" fmla="*/ 306850 h 5017219"/>
              <a:gd name="connsiteX2021" fmla="*/ 2434148 w 5799173"/>
              <a:gd name="connsiteY2021" fmla="*/ 306102 h 5017219"/>
              <a:gd name="connsiteX2022" fmla="*/ 2454669 w 5799173"/>
              <a:gd name="connsiteY2022" fmla="*/ 306102 h 5017219"/>
              <a:gd name="connsiteX2023" fmla="*/ 2455915 w 5799173"/>
              <a:gd name="connsiteY2023" fmla="*/ 306850 h 5017219"/>
              <a:gd name="connsiteX2024" fmla="*/ 2466217 w 5799173"/>
              <a:gd name="connsiteY2024" fmla="*/ 324628 h 5017219"/>
              <a:gd name="connsiteX2025" fmla="*/ 2466217 w 5799173"/>
              <a:gd name="connsiteY2025" fmla="*/ 326041 h 5017219"/>
              <a:gd name="connsiteX2026" fmla="*/ 2455915 w 5799173"/>
              <a:gd name="connsiteY2026" fmla="*/ 343820 h 5017219"/>
              <a:gd name="connsiteX2027" fmla="*/ 2454669 w 5799173"/>
              <a:gd name="connsiteY2027" fmla="*/ 344568 h 5017219"/>
              <a:gd name="connsiteX2028" fmla="*/ 4119362 w 5799173"/>
              <a:gd name="connsiteY2028" fmla="*/ 796120 h 5017219"/>
              <a:gd name="connsiteX2029" fmla="*/ 4118116 w 5799173"/>
              <a:gd name="connsiteY2029" fmla="*/ 795372 h 5017219"/>
              <a:gd name="connsiteX2030" fmla="*/ 4107814 w 5799173"/>
              <a:gd name="connsiteY2030" fmla="*/ 777593 h 5017219"/>
              <a:gd name="connsiteX2031" fmla="*/ 4107814 w 5799173"/>
              <a:gd name="connsiteY2031" fmla="*/ 776180 h 5017219"/>
              <a:gd name="connsiteX2032" fmla="*/ 4118116 w 5799173"/>
              <a:gd name="connsiteY2032" fmla="*/ 758402 h 5017219"/>
              <a:gd name="connsiteX2033" fmla="*/ 4119362 w 5799173"/>
              <a:gd name="connsiteY2033" fmla="*/ 757654 h 5017219"/>
              <a:gd name="connsiteX2034" fmla="*/ 4139882 w 5799173"/>
              <a:gd name="connsiteY2034" fmla="*/ 757654 h 5017219"/>
              <a:gd name="connsiteX2035" fmla="*/ 4141129 w 5799173"/>
              <a:gd name="connsiteY2035" fmla="*/ 758402 h 5017219"/>
              <a:gd name="connsiteX2036" fmla="*/ 4151430 w 5799173"/>
              <a:gd name="connsiteY2036" fmla="*/ 776180 h 5017219"/>
              <a:gd name="connsiteX2037" fmla="*/ 4151430 w 5799173"/>
              <a:gd name="connsiteY2037" fmla="*/ 777593 h 5017219"/>
              <a:gd name="connsiteX2038" fmla="*/ 4141129 w 5799173"/>
              <a:gd name="connsiteY2038" fmla="*/ 795372 h 5017219"/>
              <a:gd name="connsiteX2039" fmla="*/ 4139882 w 5799173"/>
              <a:gd name="connsiteY2039" fmla="*/ 796120 h 5017219"/>
              <a:gd name="connsiteX2040" fmla="*/ 2554528 w 5799173"/>
              <a:gd name="connsiteY2040" fmla="*/ 376927 h 5017219"/>
              <a:gd name="connsiteX2041" fmla="*/ 2553282 w 5799173"/>
              <a:gd name="connsiteY2041" fmla="*/ 376179 h 5017219"/>
              <a:gd name="connsiteX2042" fmla="*/ 2542980 w 5799173"/>
              <a:gd name="connsiteY2042" fmla="*/ 358318 h 5017219"/>
              <a:gd name="connsiteX2043" fmla="*/ 2542981 w 5799173"/>
              <a:gd name="connsiteY2043" fmla="*/ 356822 h 5017219"/>
              <a:gd name="connsiteX2044" fmla="*/ 2553282 w 5799173"/>
              <a:gd name="connsiteY2044" fmla="*/ 338960 h 5017219"/>
              <a:gd name="connsiteX2045" fmla="*/ 2554529 w 5799173"/>
              <a:gd name="connsiteY2045" fmla="*/ 338212 h 5017219"/>
              <a:gd name="connsiteX2046" fmla="*/ 2575215 w 5799173"/>
              <a:gd name="connsiteY2046" fmla="*/ 338212 h 5017219"/>
              <a:gd name="connsiteX2047" fmla="*/ 2576461 w 5799173"/>
              <a:gd name="connsiteY2047" fmla="*/ 338960 h 5017219"/>
              <a:gd name="connsiteX2048" fmla="*/ 2586763 w 5799173"/>
              <a:gd name="connsiteY2048" fmla="*/ 356822 h 5017219"/>
              <a:gd name="connsiteX2049" fmla="*/ 2586764 w 5799173"/>
              <a:gd name="connsiteY2049" fmla="*/ 358318 h 5017219"/>
              <a:gd name="connsiteX2050" fmla="*/ 2576462 w 5799173"/>
              <a:gd name="connsiteY2050" fmla="*/ 376179 h 5017219"/>
              <a:gd name="connsiteX2051" fmla="*/ 2575214 w 5799173"/>
              <a:gd name="connsiteY2051" fmla="*/ 376927 h 5017219"/>
              <a:gd name="connsiteX2052" fmla="*/ 3938811 w 5799173"/>
              <a:gd name="connsiteY2052" fmla="*/ 747844 h 5017219"/>
              <a:gd name="connsiteX2053" fmla="*/ 3937565 w 5799173"/>
              <a:gd name="connsiteY2053" fmla="*/ 747096 h 5017219"/>
              <a:gd name="connsiteX2054" fmla="*/ 3927263 w 5799173"/>
              <a:gd name="connsiteY2054" fmla="*/ 729235 h 5017219"/>
              <a:gd name="connsiteX2055" fmla="*/ 3927263 w 5799173"/>
              <a:gd name="connsiteY2055" fmla="*/ 727739 h 5017219"/>
              <a:gd name="connsiteX2056" fmla="*/ 3937565 w 5799173"/>
              <a:gd name="connsiteY2056" fmla="*/ 709877 h 5017219"/>
              <a:gd name="connsiteX2057" fmla="*/ 3938812 w 5799173"/>
              <a:gd name="connsiteY2057" fmla="*/ 709129 h 5017219"/>
              <a:gd name="connsiteX2058" fmla="*/ 3959498 w 5799173"/>
              <a:gd name="connsiteY2058" fmla="*/ 709129 h 5017219"/>
              <a:gd name="connsiteX2059" fmla="*/ 3960744 w 5799173"/>
              <a:gd name="connsiteY2059" fmla="*/ 709877 h 5017219"/>
              <a:gd name="connsiteX2060" fmla="*/ 3971046 w 5799173"/>
              <a:gd name="connsiteY2060" fmla="*/ 727739 h 5017219"/>
              <a:gd name="connsiteX2061" fmla="*/ 3971047 w 5799173"/>
              <a:gd name="connsiteY2061" fmla="*/ 729235 h 5017219"/>
              <a:gd name="connsiteX2062" fmla="*/ 3960744 w 5799173"/>
              <a:gd name="connsiteY2062" fmla="*/ 747096 h 5017219"/>
              <a:gd name="connsiteX2063" fmla="*/ 3959498 w 5799173"/>
              <a:gd name="connsiteY2063" fmla="*/ 747844 h 5017219"/>
              <a:gd name="connsiteX2064" fmla="*/ 4179557 w 5799173"/>
              <a:gd name="connsiteY2064" fmla="*/ 812352 h 5017219"/>
              <a:gd name="connsiteX2065" fmla="*/ 4178311 w 5799173"/>
              <a:gd name="connsiteY2065" fmla="*/ 811604 h 5017219"/>
              <a:gd name="connsiteX2066" fmla="*/ 4168009 w 5799173"/>
              <a:gd name="connsiteY2066" fmla="*/ 793743 h 5017219"/>
              <a:gd name="connsiteX2067" fmla="*/ 4168009 w 5799173"/>
              <a:gd name="connsiteY2067" fmla="*/ 792247 h 5017219"/>
              <a:gd name="connsiteX2068" fmla="*/ 4178311 w 5799173"/>
              <a:gd name="connsiteY2068" fmla="*/ 774385 h 5017219"/>
              <a:gd name="connsiteX2069" fmla="*/ 4179557 w 5799173"/>
              <a:gd name="connsiteY2069" fmla="*/ 773637 h 5017219"/>
              <a:gd name="connsiteX2070" fmla="*/ 4200244 w 5799173"/>
              <a:gd name="connsiteY2070" fmla="*/ 773637 h 5017219"/>
              <a:gd name="connsiteX2071" fmla="*/ 4201490 w 5799173"/>
              <a:gd name="connsiteY2071" fmla="*/ 774385 h 5017219"/>
              <a:gd name="connsiteX2072" fmla="*/ 4211792 w 5799173"/>
              <a:gd name="connsiteY2072" fmla="*/ 792247 h 5017219"/>
              <a:gd name="connsiteX2073" fmla="*/ 4211792 w 5799173"/>
              <a:gd name="connsiteY2073" fmla="*/ 793743 h 5017219"/>
              <a:gd name="connsiteX2074" fmla="*/ 4201490 w 5799173"/>
              <a:gd name="connsiteY2074" fmla="*/ 811604 h 5017219"/>
              <a:gd name="connsiteX2075" fmla="*/ 4200244 w 5799173"/>
              <a:gd name="connsiteY2075" fmla="*/ 812352 h 5017219"/>
              <a:gd name="connsiteX2076" fmla="*/ 4360115 w 5799173"/>
              <a:gd name="connsiteY2076" fmla="*/ 860732 h 5017219"/>
              <a:gd name="connsiteX2077" fmla="*/ 4358869 w 5799173"/>
              <a:gd name="connsiteY2077" fmla="*/ 859984 h 5017219"/>
              <a:gd name="connsiteX2078" fmla="*/ 4348567 w 5799173"/>
              <a:gd name="connsiteY2078" fmla="*/ 842123 h 5017219"/>
              <a:gd name="connsiteX2079" fmla="*/ 4348567 w 5799173"/>
              <a:gd name="connsiteY2079" fmla="*/ 840628 h 5017219"/>
              <a:gd name="connsiteX2080" fmla="*/ 4358869 w 5799173"/>
              <a:gd name="connsiteY2080" fmla="*/ 822765 h 5017219"/>
              <a:gd name="connsiteX2081" fmla="*/ 4360116 w 5799173"/>
              <a:gd name="connsiteY2081" fmla="*/ 822017 h 5017219"/>
              <a:gd name="connsiteX2082" fmla="*/ 4380802 w 5799173"/>
              <a:gd name="connsiteY2082" fmla="*/ 822017 h 5017219"/>
              <a:gd name="connsiteX2083" fmla="*/ 4382048 w 5799173"/>
              <a:gd name="connsiteY2083" fmla="*/ 822765 h 5017219"/>
              <a:gd name="connsiteX2084" fmla="*/ 4392350 w 5799173"/>
              <a:gd name="connsiteY2084" fmla="*/ 840627 h 5017219"/>
              <a:gd name="connsiteX2085" fmla="*/ 4392351 w 5799173"/>
              <a:gd name="connsiteY2085" fmla="*/ 842123 h 5017219"/>
              <a:gd name="connsiteX2086" fmla="*/ 4382048 w 5799173"/>
              <a:gd name="connsiteY2086" fmla="*/ 859984 h 5017219"/>
              <a:gd name="connsiteX2087" fmla="*/ 4380802 w 5799173"/>
              <a:gd name="connsiteY2087" fmla="*/ 860732 h 5017219"/>
              <a:gd name="connsiteX2088" fmla="*/ 2373888 w 5799173"/>
              <a:gd name="connsiteY2088" fmla="*/ 328619 h 5017219"/>
              <a:gd name="connsiteX2089" fmla="*/ 2372642 w 5799173"/>
              <a:gd name="connsiteY2089" fmla="*/ 327871 h 5017219"/>
              <a:gd name="connsiteX2090" fmla="*/ 2362257 w 5799173"/>
              <a:gd name="connsiteY2090" fmla="*/ 309926 h 5017219"/>
              <a:gd name="connsiteX2091" fmla="*/ 2362257 w 5799173"/>
              <a:gd name="connsiteY2091" fmla="*/ 308430 h 5017219"/>
              <a:gd name="connsiteX2092" fmla="*/ 2372643 w 5799173"/>
              <a:gd name="connsiteY2092" fmla="*/ 290485 h 5017219"/>
              <a:gd name="connsiteX2093" fmla="*/ 2373889 w 5799173"/>
              <a:gd name="connsiteY2093" fmla="*/ 289737 h 5017219"/>
              <a:gd name="connsiteX2094" fmla="*/ 2394658 w 5799173"/>
              <a:gd name="connsiteY2094" fmla="*/ 289738 h 5017219"/>
              <a:gd name="connsiteX2095" fmla="*/ 2395904 w 5799173"/>
              <a:gd name="connsiteY2095" fmla="*/ 290485 h 5017219"/>
              <a:gd name="connsiteX2096" fmla="*/ 2406290 w 5799173"/>
              <a:gd name="connsiteY2096" fmla="*/ 308430 h 5017219"/>
              <a:gd name="connsiteX2097" fmla="*/ 2406289 w 5799173"/>
              <a:gd name="connsiteY2097" fmla="*/ 309926 h 5017219"/>
              <a:gd name="connsiteX2098" fmla="*/ 2395904 w 5799173"/>
              <a:gd name="connsiteY2098" fmla="*/ 327871 h 5017219"/>
              <a:gd name="connsiteX2099" fmla="*/ 2394658 w 5799173"/>
              <a:gd name="connsiteY2099" fmla="*/ 328618 h 5017219"/>
              <a:gd name="connsiteX2100" fmla="*/ 2313619 w 5799173"/>
              <a:gd name="connsiteY2100" fmla="*/ 312576 h 5017219"/>
              <a:gd name="connsiteX2101" fmla="*/ 2312372 w 5799173"/>
              <a:gd name="connsiteY2101" fmla="*/ 311828 h 5017219"/>
              <a:gd name="connsiteX2102" fmla="*/ 2301987 w 5799173"/>
              <a:gd name="connsiteY2102" fmla="*/ 293799 h 5017219"/>
              <a:gd name="connsiteX2103" fmla="*/ 2301988 w 5799173"/>
              <a:gd name="connsiteY2103" fmla="*/ 292303 h 5017219"/>
              <a:gd name="connsiteX2104" fmla="*/ 2312455 w 5799173"/>
              <a:gd name="connsiteY2104" fmla="*/ 274275 h 5017219"/>
              <a:gd name="connsiteX2105" fmla="*/ 2313701 w 5799173"/>
              <a:gd name="connsiteY2105" fmla="*/ 273529 h 5017219"/>
              <a:gd name="connsiteX2106" fmla="*/ 2334554 w 5799173"/>
              <a:gd name="connsiteY2106" fmla="*/ 273529 h 5017219"/>
              <a:gd name="connsiteX2107" fmla="*/ 2335801 w 5799173"/>
              <a:gd name="connsiteY2107" fmla="*/ 274276 h 5017219"/>
              <a:gd name="connsiteX2108" fmla="*/ 2346186 w 5799173"/>
              <a:gd name="connsiteY2108" fmla="*/ 292303 h 5017219"/>
              <a:gd name="connsiteX2109" fmla="*/ 2346185 w 5799173"/>
              <a:gd name="connsiteY2109" fmla="*/ 293799 h 5017219"/>
              <a:gd name="connsiteX2110" fmla="*/ 2335718 w 5799173"/>
              <a:gd name="connsiteY2110" fmla="*/ 311828 h 5017219"/>
              <a:gd name="connsiteX2111" fmla="*/ 2334472 w 5799173"/>
              <a:gd name="connsiteY2111" fmla="*/ 312576 h 5017219"/>
              <a:gd name="connsiteX2112" fmla="*/ 2494177 w 5799173"/>
              <a:gd name="connsiteY2112" fmla="*/ 360956 h 5017219"/>
              <a:gd name="connsiteX2113" fmla="*/ 2492931 w 5799173"/>
              <a:gd name="connsiteY2113" fmla="*/ 360208 h 5017219"/>
              <a:gd name="connsiteX2114" fmla="*/ 2482546 w 5799173"/>
              <a:gd name="connsiteY2114" fmla="*/ 342180 h 5017219"/>
              <a:gd name="connsiteX2115" fmla="*/ 2482546 w 5799173"/>
              <a:gd name="connsiteY2115" fmla="*/ 340684 h 5017219"/>
              <a:gd name="connsiteX2116" fmla="*/ 2493014 w 5799173"/>
              <a:gd name="connsiteY2116" fmla="*/ 322656 h 5017219"/>
              <a:gd name="connsiteX2117" fmla="*/ 2494260 w 5799173"/>
              <a:gd name="connsiteY2117" fmla="*/ 321909 h 5017219"/>
              <a:gd name="connsiteX2118" fmla="*/ 2515113 w 5799173"/>
              <a:gd name="connsiteY2118" fmla="*/ 321909 h 5017219"/>
              <a:gd name="connsiteX2119" fmla="*/ 2516359 w 5799173"/>
              <a:gd name="connsiteY2119" fmla="*/ 322656 h 5017219"/>
              <a:gd name="connsiteX2120" fmla="*/ 2526744 w 5799173"/>
              <a:gd name="connsiteY2120" fmla="*/ 340684 h 5017219"/>
              <a:gd name="connsiteX2121" fmla="*/ 2526744 w 5799173"/>
              <a:gd name="connsiteY2121" fmla="*/ 342180 h 5017219"/>
              <a:gd name="connsiteX2122" fmla="*/ 2516276 w 5799173"/>
              <a:gd name="connsiteY2122" fmla="*/ 360208 h 5017219"/>
              <a:gd name="connsiteX2123" fmla="*/ 2515030 w 5799173"/>
              <a:gd name="connsiteY2123" fmla="*/ 360956 h 5017219"/>
              <a:gd name="connsiteX2124" fmla="*/ 3878460 w 5799173"/>
              <a:gd name="connsiteY2124" fmla="*/ 731955 h 5017219"/>
              <a:gd name="connsiteX2125" fmla="*/ 3877214 w 5799173"/>
              <a:gd name="connsiteY2125" fmla="*/ 731208 h 5017219"/>
              <a:gd name="connsiteX2126" fmla="*/ 3866746 w 5799173"/>
              <a:gd name="connsiteY2126" fmla="*/ 713096 h 5017219"/>
              <a:gd name="connsiteX2127" fmla="*/ 3866746 w 5799173"/>
              <a:gd name="connsiteY2127" fmla="*/ 711602 h 5017219"/>
              <a:gd name="connsiteX2128" fmla="*/ 3877214 w 5799173"/>
              <a:gd name="connsiteY2128" fmla="*/ 693490 h 5017219"/>
              <a:gd name="connsiteX2129" fmla="*/ 3878460 w 5799173"/>
              <a:gd name="connsiteY2129" fmla="*/ 692743 h 5017219"/>
              <a:gd name="connsiteX2130" fmla="*/ 3899396 w 5799173"/>
              <a:gd name="connsiteY2130" fmla="*/ 692743 h 5017219"/>
              <a:gd name="connsiteX2131" fmla="*/ 3900642 w 5799173"/>
              <a:gd name="connsiteY2131" fmla="*/ 693490 h 5017219"/>
              <a:gd name="connsiteX2132" fmla="*/ 3911110 w 5799173"/>
              <a:gd name="connsiteY2132" fmla="*/ 711602 h 5017219"/>
              <a:gd name="connsiteX2133" fmla="*/ 3911110 w 5799173"/>
              <a:gd name="connsiteY2133" fmla="*/ 713097 h 5017219"/>
              <a:gd name="connsiteX2134" fmla="*/ 3900642 w 5799173"/>
              <a:gd name="connsiteY2134" fmla="*/ 731209 h 5017219"/>
              <a:gd name="connsiteX2135" fmla="*/ 3899396 w 5799173"/>
              <a:gd name="connsiteY2135" fmla="*/ 731956 h 5017219"/>
              <a:gd name="connsiteX2136" fmla="*/ 2253372 w 5799173"/>
              <a:gd name="connsiteY2136" fmla="*/ 296607 h 5017219"/>
              <a:gd name="connsiteX2137" fmla="*/ 2252125 w 5799173"/>
              <a:gd name="connsiteY2137" fmla="*/ 295859 h 5017219"/>
              <a:gd name="connsiteX2138" fmla="*/ 2241575 w 5799173"/>
              <a:gd name="connsiteY2138" fmla="*/ 277581 h 5017219"/>
              <a:gd name="connsiteX2139" fmla="*/ 2241574 w 5799173"/>
              <a:gd name="connsiteY2139" fmla="*/ 276086 h 5017219"/>
              <a:gd name="connsiteX2140" fmla="*/ 2252126 w 5799173"/>
              <a:gd name="connsiteY2140" fmla="*/ 257808 h 5017219"/>
              <a:gd name="connsiteX2141" fmla="*/ 2253371 w 5799173"/>
              <a:gd name="connsiteY2141" fmla="*/ 257061 h 5017219"/>
              <a:gd name="connsiteX2142" fmla="*/ 2274391 w 5799173"/>
              <a:gd name="connsiteY2142" fmla="*/ 257061 h 5017219"/>
              <a:gd name="connsiteX2143" fmla="*/ 2275637 w 5799173"/>
              <a:gd name="connsiteY2143" fmla="*/ 257808 h 5017219"/>
              <a:gd name="connsiteX2144" fmla="*/ 2286189 w 5799173"/>
              <a:gd name="connsiteY2144" fmla="*/ 276086 h 5017219"/>
              <a:gd name="connsiteX2145" fmla="*/ 2286189 w 5799173"/>
              <a:gd name="connsiteY2145" fmla="*/ 277581 h 5017219"/>
              <a:gd name="connsiteX2146" fmla="*/ 2275637 w 5799173"/>
              <a:gd name="connsiteY2146" fmla="*/ 295858 h 5017219"/>
              <a:gd name="connsiteX2147" fmla="*/ 2274390 w 5799173"/>
              <a:gd name="connsiteY2147" fmla="*/ 296606 h 5017219"/>
              <a:gd name="connsiteX2148" fmla="*/ 4480238 w 5799173"/>
              <a:gd name="connsiteY2148" fmla="*/ 893485 h 5017219"/>
              <a:gd name="connsiteX2149" fmla="*/ 4478909 w 5799173"/>
              <a:gd name="connsiteY2149" fmla="*/ 892737 h 5017219"/>
              <a:gd name="connsiteX2150" fmla="*/ 4468358 w 5799173"/>
              <a:gd name="connsiteY2150" fmla="*/ 874377 h 5017219"/>
              <a:gd name="connsiteX2151" fmla="*/ 4468358 w 5799173"/>
              <a:gd name="connsiteY2151" fmla="*/ 872881 h 5017219"/>
              <a:gd name="connsiteX2152" fmla="*/ 4478909 w 5799173"/>
              <a:gd name="connsiteY2152" fmla="*/ 854521 h 5017219"/>
              <a:gd name="connsiteX2153" fmla="*/ 4480238 w 5799173"/>
              <a:gd name="connsiteY2153" fmla="*/ 853773 h 5017219"/>
              <a:gd name="connsiteX2154" fmla="*/ 4501423 w 5799173"/>
              <a:gd name="connsiteY2154" fmla="*/ 853773 h 5017219"/>
              <a:gd name="connsiteX2155" fmla="*/ 4502753 w 5799173"/>
              <a:gd name="connsiteY2155" fmla="*/ 854521 h 5017219"/>
              <a:gd name="connsiteX2156" fmla="*/ 4513304 w 5799173"/>
              <a:gd name="connsiteY2156" fmla="*/ 872881 h 5017219"/>
              <a:gd name="connsiteX2157" fmla="*/ 4513304 w 5799173"/>
              <a:gd name="connsiteY2157" fmla="*/ 874377 h 5017219"/>
              <a:gd name="connsiteX2158" fmla="*/ 4502753 w 5799173"/>
              <a:gd name="connsiteY2158" fmla="*/ 892737 h 5017219"/>
              <a:gd name="connsiteX2159" fmla="*/ 4501423 w 5799173"/>
              <a:gd name="connsiteY2159" fmla="*/ 893485 h 5017219"/>
              <a:gd name="connsiteX2160" fmla="*/ 2132727 w 5799173"/>
              <a:gd name="connsiteY2160" fmla="*/ 264859 h 5017219"/>
              <a:gd name="connsiteX2161" fmla="*/ 2131398 w 5799173"/>
              <a:gd name="connsiteY2161" fmla="*/ 264112 h 5017219"/>
              <a:gd name="connsiteX2162" fmla="*/ 2120598 w 5799173"/>
              <a:gd name="connsiteY2162" fmla="*/ 245419 h 5017219"/>
              <a:gd name="connsiteX2163" fmla="*/ 2120598 w 5799173"/>
              <a:gd name="connsiteY2163" fmla="*/ 243923 h 5017219"/>
              <a:gd name="connsiteX2164" fmla="*/ 2131398 w 5799173"/>
              <a:gd name="connsiteY2164" fmla="*/ 225230 h 5017219"/>
              <a:gd name="connsiteX2165" fmla="*/ 2132727 w 5799173"/>
              <a:gd name="connsiteY2165" fmla="*/ 224483 h 5017219"/>
              <a:gd name="connsiteX2166" fmla="*/ 2154328 w 5799173"/>
              <a:gd name="connsiteY2166" fmla="*/ 224483 h 5017219"/>
              <a:gd name="connsiteX2167" fmla="*/ 2155657 w 5799173"/>
              <a:gd name="connsiteY2167" fmla="*/ 225230 h 5017219"/>
              <a:gd name="connsiteX2168" fmla="*/ 2166458 w 5799173"/>
              <a:gd name="connsiteY2168" fmla="*/ 243923 h 5017219"/>
              <a:gd name="connsiteX2169" fmla="*/ 2166458 w 5799173"/>
              <a:gd name="connsiteY2169" fmla="*/ 245419 h 5017219"/>
              <a:gd name="connsiteX2170" fmla="*/ 2155657 w 5799173"/>
              <a:gd name="connsiteY2170" fmla="*/ 264112 h 5017219"/>
              <a:gd name="connsiteX2171" fmla="*/ 2154328 w 5799173"/>
              <a:gd name="connsiteY2171" fmla="*/ 264859 h 5017219"/>
              <a:gd name="connsiteX2172" fmla="*/ 2192913 w 5799173"/>
              <a:gd name="connsiteY2172" fmla="*/ 280986 h 5017219"/>
              <a:gd name="connsiteX2173" fmla="*/ 2191584 w 5799173"/>
              <a:gd name="connsiteY2173" fmla="*/ 280239 h 5017219"/>
              <a:gd name="connsiteX2174" fmla="*/ 2180784 w 5799173"/>
              <a:gd name="connsiteY2174" fmla="*/ 261546 h 5017219"/>
              <a:gd name="connsiteX2175" fmla="*/ 2180784 w 5799173"/>
              <a:gd name="connsiteY2175" fmla="*/ 260050 h 5017219"/>
              <a:gd name="connsiteX2176" fmla="*/ 2191584 w 5799173"/>
              <a:gd name="connsiteY2176" fmla="*/ 241357 h 5017219"/>
              <a:gd name="connsiteX2177" fmla="*/ 2192913 w 5799173"/>
              <a:gd name="connsiteY2177" fmla="*/ 240610 h 5017219"/>
              <a:gd name="connsiteX2178" fmla="*/ 2214514 w 5799173"/>
              <a:gd name="connsiteY2178" fmla="*/ 240610 h 5017219"/>
              <a:gd name="connsiteX2179" fmla="*/ 2215843 w 5799173"/>
              <a:gd name="connsiteY2179" fmla="*/ 241357 h 5017219"/>
              <a:gd name="connsiteX2180" fmla="*/ 2226644 w 5799173"/>
              <a:gd name="connsiteY2180" fmla="*/ 260050 h 5017219"/>
              <a:gd name="connsiteX2181" fmla="*/ 2226644 w 5799173"/>
              <a:gd name="connsiteY2181" fmla="*/ 261546 h 5017219"/>
              <a:gd name="connsiteX2182" fmla="*/ 2215843 w 5799173"/>
              <a:gd name="connsiteY2182" fmla="*/ 280239 h 5017219"/>
              <a:gd name="connsiteX2183" fmla="*/ 2214514 w 5799173"/>
              <a:gd name="connsiteY2183" fmla="*/ 280985 h 5017219"/>
              <a:gd name="connsiteX2184" fmla="*/ 2674403 w 5799173"/>
              <a:gd name="connsiteY2184" fmla="*/ 410001 h 5017219"/>
              <a:gd name="connsiteX2185" fmla="*/ 2673074 w 5799173"/>
              <a:gd name="connsiteY2185" fmla="*/ 409254 h 5017219"/>
              <a:gd name="connsiteX2186" fmla="*/ 2662274 w 5799173"/>
              <a:gd name="connsiteY2186" fmla="*/ 390560 h 5017219"/>
              <a:gd name="connsiteX2187" fmla="*/ 2662273 w 5799173"/>
              <a:gd name="connsiteY2187" fmla="*/ 389064 h 5017219"/>
              <a:gd name="connsiteX2188" fmla="*/ 2673073 w 5799173"/>
              <a:gd name="connsiteY2188" fmla="*/ 370372 h 5017219"/>
              <a:gd name="connsiteX2189" fmla="*/ 2674403 w 5799173"/>
              <a:gd name="connsiteY2189" fmla="*/ 369625 h 5017219"/>
              <a:gd name="connsiteX2190" fmla="*/ 2696004 w 5799173"/>
              <a:gd name="connsiteY2190" fmla="*/ 369625 h 5017219"/>
              <a:gd name="connsiteX2191" fmla="*/ 2697333 w 5799173"/>
              <a:gd name="connsiteY2191" fmla="*/ 370371 h 5017219"/>
              <a:gd name="connsiteX2192" fmla="*/ 2708134 w 5799173"/>
              <a:gd name="connsiteY2192" fmla="*/ 389064 h 5017219"/>
              <a:gd name="connsiteX2193" fmla="*/ 2708134 w 5799173"/>
              <a:gd name="connsiteY2193" fmla="*/ 390560 h 5017219"/>
              <a:gd name="connsiteX2194" fmla="*/ 2697333 w 5799173"/>
              <a:gd name="connsiteY2194" fmla="*/ 409253 h 5017219"/>
              <a:gd name="connsiteX2195" fmla="*/ 2696004 w 5799173"/>
              <a:gd name="connsiteY2195" fmla="*/ 410000 h 5017219"/>
              <a:gd name="connsiteX2196" fmla="*/ 2072470 w 5799173"/>
              <a:gd name="connsiteY2196" fmla="*/ 248899 h 5017219"/>
              <a:gd name="connsiteX2197" fmla="*/ 2071141 w 5799173"/>
              <a:gd name="connsiteY2197" fmla="*/ 248152 h 5017219"/>
              <a:gd name="connsiteX2198" fmla="*/ 2060257 w 5799173"/>
              <a:gd name="connsiteY2198" fmla="*/ 229292 h 5017219"/>
              <a:gd name="connsiteX2199" fmla="*/ 2060257 w 5799173"/>
              <a:gd name="connsiteY2199" fmla="*/ 227715 h 5017219"/>
              <a:gd name="connsiteX2200" fmla="*/ 2071141 w 5799173"/>
              <a:gd name="connsiteY2200" fmla="*/ 208856 h 5017219"/>
              <a:gd name="connsiteX2201" fmla="*/ 2072470 w 5799173"/>
              <a:gd name="connsiteY2201" fmla="*/ 208108 h 5017219"/>
              <a:gd name="connsiteX2202" fmla="*/ 2094236 w 5799173"/>
              <a:gd name="connsiteY2202" fmla="*/ 208108 h 5017219"/>
              <a:gd name="connsiteX2203" fmla="*/ 2095565 w 5799173"/>
              <a:gd name="connsiteY2203" fmla="*/ 208855 h 5017219"/>
              <a:gd name="connsiteX2204" fmla="*/ 2106449 w 5799173"/>
              <a:gd name="connsiteY2204" fmla="*/ 227715 h 5017219"/>
              <a:gd name="connsiteX2205" fmla="*/ 2106449 w 5799173"/>
              <a:gd name="connsiteY2205" fmla="*/ 229293 h 5017219"/>
              <a:gd name="connsiteX2206" fmla="*/ 2095565 w 5799173"/>
              <a:gd name="connsiteY2206" fmla="*/ 248151 h 5017219"/>
              <a:gd name="connsiteX2207" fmla="*/ 2094236 w 5799173"/>
              <a:gd name="connsiteY2207" fmla="*/ 248899 h 5017219"/>
              <a:gd name="connsiteX2208" fmla="*/ 2614145 w 5799173"/>
              <a:gd name="connsiteY2208" fmla="*/ 394041 h 5017219"/>
              <a:gd name="connsiteX2209" fmla="*/ 2612817 w 5799173"/>
              <a:gd name="connsiteY2209" fmla="*/ 393293 h 5017219"/>
              <a:gd name="connsiteX2210" fmla="*/ 2601932 w 5799173"/>
              <a:gd name="connsiteY2210" fmla="*/ 374434 h 5017219"/>
              <a:gd name="connsiteX2211" fmla="*/ 2601933 w 5799173"/>
              <a:gd name="connsiteY2211" fmla="*/ 372856 h 5017219"/>
              <a:gd name="connsiteX2212" fmla="*/ 2612817 w 5799173"/>
              <a:gd name="connsiteY2212" fmla="*/ 353997 h 5017219"/>
              <a:gd name="connsiteX2213" fmla="*/ 2614146 w 5799173"/>
              <a:gd name="connsiteY2213" fmla="*/ 353249 h 5017219"/>
              <a:gd name="connsiteX2214" fmla="*/ 2635912 w 5799173"/>
              <a:gd name="connsiteY2214" fmla="*/ 353249 h 5017219"/>
              <a:gd name="connsiteX2215" fmla="*/ 2637241 w 5799173"/>
              <a:gd name="connsiteY2215" fmla="*/ 353997 h 5017219"/>
              <a:gd name="connsiteX2216" fmla="*/ 2648125 w 5799173"/>
              <a:gd name="connsiteY2216" fmla="*/ 372856 h 5017219"/>
              <a:gd name="connsiteX2217" fmla="*/ 2648124 w 5799173"/>
              <a:gd name="connsiteY2217" fmla="*/ 374434 h 5017219"/>
              <a:gd name="connsiteX2218" fmla="*/ 2637240 w 5799173"/>
              <a:gd name="connsiteY2218" fmla="*/ 393293 h 5017219"/>
              <a:gd name="connsiteX2219" fmla="*/ 2635912 w 5799173"/>
              <a:gd name="connsiteY2219" fmla="*/ 394041 h 5017219"/>
              <a:gd name="connsiteX2220" fmla="*/ 4530269 w 5799173"/>
              <a:gd name="connsiteY2220" fmla="*/ 954629 h 5017219"/>
              <a:gd name="connsiteX2221" fmla="*/ 4529438 w 5799173"/>
              <a:gd name="connsiteY2221" fmla="*/ 954130 h 5017219"/>
              <a:gd name="connsiteX2222" fmla="*/ 4522709 w 5799173"/>
              <a:gd name="connsiteY2222" fmla="*/ 942416 h 5017219"/>
              <a:gd name="connsiteX2223" fmla="*/ 4522709 w 5799173"/>
              <a:gd name="connsiteY2223" fmla="*/ 941419 h 5017219"/>
              <a:gd name="connsiteX2224" fmla="*/ 4529439 w 5799173"/>
              <a:gd name="connsiteY2224" fmla="*/ 929705 h 5017219"/>
              <a:gd name="connsiteX2225" fmla="*/ 4530269 w 5799173"/>
              <a:gd name="connsiteY2225" fmla="*/ 929206 h 5017219"/>
              <a:gd name="connsiteX2226" fmla="*/ 4543811 w 5799173"/>
              <a:gd name="connsiteY2226" fmla="*/ 929206 h 5017219"/>
              <a:gd name="connsiteX2227" fmla="*/ 4544643 w 5799173"/>
              <a:gd name="connsiteY2227" fmla="*/ 929705 h 5017219"/>
              <a:gd name="connsiteX2228" fmla="*/ 4551371 w 5799173"/>
              <a:gd name="connsiteY2228" fmla="*/ 941419 h 5017219"/>
              <a:gd name="connsiteX2229" fmla="*/ 4551371 w 5799173"/>
              <a:gd name="connsiteY2229" fmla="*/ 942416 h 5017219"/>
              <a:gd name="connsiteX2230" fmla="*/ 4544642 w 5799173"/>
              <a:gd name="connsiteY2230" fmla="*/ 954130 h 5017219"/>
              <a:gd name="connsiteX2231" fmla="*/ 4543811 w 5799173"/>
              <a:gd name="connsiteY2231" fmla="*/ 954629 h 5017219"/>
              <a:gd name="connsiteX2232" fmla="*/ 1820581 w 5799173"/>
              <a:gd name="connsiteY2232" fmla="*/ 231332 h 5017219"/>
              <a:gd name="connsiteX2233" fmla="*/ 1819584 w 5799173"/>
              <a:gd name="connsiteY2233" fmla="*/ 230751 h 5017219"/>
              <a:gd name="connsiteX2234" fmla="*/ 1811525 w 5799173"/>
              <a:gd name="connsiteY2234" fmla="*/ 216710 h 5017219"/>
              <a:gd name="connsiteX2235" fmla="*/ 1811525 w 5799173"/>
              <a:gd name="connsiteY2235" fmla="*/ 215547 h 5017219"/>
              <a:gd name="connsiteX2236" fmla="*/ 1819584 w 5799173"/>
              <a:gd name="connsiteY2236" fmla="*/ 201507 h 5017219"/>
              <a:gd name="connsiteX2237" fmla="*/ 1820581 w 5799173"/>
              <a:gd name="connsiteY2237" fmla="*/ 200925 h 5017219"/>
              <a:gd name="connsiteX2238" fmla="*/ 1836781 w 5799173"/>
              <a:gd name="connsiteY2238" fmla="*/ 200925 h 5017219"/>
              <a:gd name="connsiteX2239" fmla="*/ 1837778 w 5799173"/>
              <a:gd name="connsiteY2239" fmla="*/ 201507 h 5017219"/>
              <a:gd name="connsiteX2240" fmla="*/ 1845836 w 5799173"/>
              <a:gd name="connsiteY2240" fmla="*/ 215547 h 5017219"/>
              <a:gd name="connsiteX2241" fmla="*/ 1845836 w 5799173"/>
              <a:gd name="connsiteY2241" fmla="*/ 216710 h 5017219"/>
              <a:gd name="connsiteX2242" fmla="*/ 1837778 w 5799173"/>
              <a:gd name="connsiteY2242" fmla="*/ 230751 h 5017219"/>
              <a:gd name="connsiteX2243" fmla="*/ 1836781 w 5799173"/>
              <a:gd name="connsiteY2243" fmla="*/ 231332 h 5017219"/>
              <a:gd name="connsiteX2244" fmla="*/ 3565878 w 5799173"/>
              <a:gd name="connsiteY2244" fmla="*/ 699164 h 5017219"/>
              <a:gd name="connsiteX2245" fmla="*/ 3564881 w 5799173"/>
              <a:gd name="connsiteY2245" fmla="*/ 698582 h 5017219"/>
              <a:gd name="connsiteX2246" fmla="*/ 3556740 w 5799173"/>
              <a:gd name="connsiteY2246" fmla="*/ 684458 h 5017219"/>
              <a:gd name="connsiteX2247" fmla="*/ 3556740 w 5799173"/>
              <a:gd name="connsiteY2247" fmla="*/ 683295 h 5017219"/>
              <a:gd name="connsiteX2248" fmla="*/ 3564881 w 5799173"/>
              <a:gd name="connsiteY2248" fmla="*/ 669172 h 5017219"/>
              <a:gd name="connsiteX2249" fmla="*/ 3565878 w 5799173"/>
              <a:gd name="connsiteY2249" fmla="*/ 668590 h 5017219"/>
              <a:gd name="connsiteX2250" fmla="*/ 3582162 w 5799173"/>
              <a:gd name="connsiteY2250" fmla="*/ 668590 h 5017219"/>
              <a:gd name="connsiteX2251" fmla="*/ 3583159 w 5799173"/>
              <a:gd name="connsiteY2251" fmla="*/ 669172 h 5017219"/>
              <a:gd name="connsiteX2252" fmla="*/ 3591300 w 5799173"/>
              <a:gd name="connsiteY2252" fmla="*/ 683295 h 5017219"/>
              <a:gd name="connsiteX2253" fmla="*/ 3591300 w 5799173"/>
              <a:gd name="connsiteY2253" fmla="*/ 684458 h 5017219"/>
              <a:gd name="connsiteX2254" fmla="*/ 3583159 w 5799173"/>
              <a:gd name="connsiteY2254" fmla="*/ 698582 h 5017219"/>
              <a:gd name="connsiteX2255" fmla="*/ 3582162 w 5799173"/>
              <a:gd name="connsiteY2255" fmla="*/ 699164 h 5017219"/>
              <a:gd name="connsiteX2256" fmla="*/ 1880498 w 5799173"/>
              <a:gd name="connsiteY2256" fmla="*/ 247861 h 5017219"/>
              <a:gd name="connsiteX2257" fmla="*/ 1879501 w 5799173"/>
              <a:gd name="connsiteY2257" fmla="*/ 247279 h 5017219"/>
              <a:gd name="connsiteX2258" fmla="*/ 1871193 w 5799173"/>
              <a:gd name="connsiteY2258" fmla="*/ 232906 h 5017219"/>
              <a:gd name="connsiteX2259" fmla="*/ 1871193 w 5799173"/>
              <a:gd name="connsiteY2259" fmla="*/ 231744 h 5017219"/>
              <a:gd name="connsiteX2260" fmla="*/ 1879501 w 5799173"/>
              <a:gd name="connsiteY2260" fmla="*/ 217371 h 5017219"/>
              <a:gd name="connsiteX2261" fmla="*/ 1880498 w 5799173"/>
              <a:gd name="connsiteY2261" fmla="*/ 216789 h 5017219"/>
              <a:gd name="connsiteX2262" fmla="*/ 1897114 w 5799173"/>
              <a:gd name="connsiteY2262" fmla="*/ 216789 h 5017219"/>
              <a:gd name="connsiteX2263" fmla="*/ 1898110 w 5799173"/>
              <a:gd name="connsiteY2263" fmla="*/ 217371 h 5017219"/>
              <a:gd name="connsiteX2264" fmla="*/ 1906418 w 5799173"/>
              <a:gd name="connsiteY2264" fmla="*/ 231744 h 5017219"/>
              <a:gd name="connsiteX2265" fmla="*/ 1906418 w 5799173"/>
              <a:gd name="connsiteY2265" fmla="*/ 232906 h 5017219"/>
              <a:gd name="connsiteX2266" fmla="*/ 1898110 w 5799173"/>
              <a:gd name="connsiteY2266" fmla="*/ 247280 h 5017219"/>
              <a:gd name="connsiteX2267" fmla="*/ 1897114 w 5799173"/>
              <a:gd name="connsiteY2267" fmla="*/ 247861 h 5017219"/>
              <a:gd name="connsiteX2268" fmla="*/ 2060402 w 5799173"/>
              <a:gd name="connsiteY2268" fmla="*/ 297582 h 5017219"/>
              <a:gd name="connsiteX2269" fmla="*/ 2059323 w 5799173"/>
              <a:gd name="connsiteY2269" fmla="*/ 296919 h 5017219"/>
              <a:gd name="connsiteX2270" fmla="*/ 2050350 w 5799173"/>
              <a:gd name="connsiteY2270" fmla="*/ 281299 h 5017219"/>
              <a:gd name="connsiteX2271" fmla="*/ 2050350 w 5799173"/>
              <a:gd name="connsiteY2271" fmla="*/ 280053 h 5017219"/>
              <a:gd name="connsiteX2272" fmla="*/ 2059323 w 5799173"/>
              <a:gd name="connsiteY2272" fmla="*/ 264434 h 5017219"/>
              <a:gd name="connsiteX2273" fmla="*/ 2060402 w 5799173"/>
              <a:gd name="connsiteY2273" fmla="*/ 263769 h 5017219"/>
              <a:gd name="connsiteX2274" fmla="*/ 2078431 w 5799173"/>
              <a:gd name="connsiteY2274" fmla="*/ 263769 h 5017219"/>
              <a:gd name="connsiteX2275" fmla="*/ 2079511 w 5799173"/>
              <a:gd name="connsiteY2275" fmla="*/ 264434 h 5017219"/>
              <a:gd name="connsiteX2276" fmla="*/ 2088483 w 5799173"/>
              <a:gd name="connsiteY2276" fmla="*/ 280053 h 5017219"/>
              <a:gd name="connsiteX2277" fmla="*/ 2088483 w 5799173"/>
              <a:gd name="connsiteY2277" fmla="*/ 281299 h 5017219"/>
              <a:gd name="connsiteX2278" fmla="*/ 2079511 w 5799173"/>
              <a:gd name="connsiteY2278" fmla="*/ 296919 h 5017219"/>
              <a:gd name="connsiteX2279" fmla="*/ 2078431 w 5799173"/>
              <a:gd name="connsiteY2279" fmla="*/ 297582 h 5017219"/>
              <a:gd name="connsiteX2280" fmla="*/ 3624226 w 5799173"/>
              <a:gd name="connsiteY2280" fmla="*/ 718695 h 5017219"/>
              <a:gd name="connsiteX2281" fmla="*/ 3622980 w 5799173"/>
              <a:gd name="connsiteY2281" fmla="*/ 718031 h 5017219"/>
              <a:gd name="connsiteX2282" fmla="*/ 3613011 w 5799173"/>
              <a:gd name="connsiteY2282" fmla="*/ 700751 h 5017219"/>
              <a:gd name="connsiteX2283" fmla="*/ 3613011 w 5799173"/>
              <a:gd name="connsiteY2283" fmla="*/ 699338 h 5017219"/>
              <a:gd name="connsiteX2284" fmla="*/ 3622980 w 5799173"/>
              <a:gd name="connsiteY2284" fmla="*/ 682058 h 5017219"/>
              <a:gd name="connsiteX2285" fmla="*/ 3624226 w 5799173"/>
              <a:gd name="connsiteY2285" fmla="*/ 681393 h 5017219"/>
              <a:gd name="connsiteX2286" fmla="*/ 3644166 w 5799173"/>
              <a:gd name="connsiteY2286" fmla="*/ 681393 h 5017219"/>
              <a:gd name="connsiteX2287" fmla="*/ 3645412 w 5799173"/>
              <a:gd name="connsiteY2287" fmla="*/ 682058 h 5017219"/>
              <a:gd name="connsiteX2288" fmla="*/ 3655381 w 5799173"/>
              <a:gd name="connsiteY2288" fmla="*/ 699338 h 5017219"/>
              <a:gd name="connsiteX2289" fmla="*/ 3655381 w 5799173"/>
              <a:gd name="connsiteY2289" fmla="*/ 700751 h 5017219"/>
              <a:gd name="connsiteX2290" fmla="*/ 3645412 w 5799173"/>
              <a:gd name="connsiteY2290" fmla="*/ 718031 h 5017219"/>
              <a:gd name="connsiteX2291" fmla="*/ 3644166 w 5799173"/>
              <a:gd name="connsiteY2291" fmla="*/ 718695 h 5017219"/>
              <a:gd name="connsiteX2292" fmla="*/ 3684412 w 5799173"/>
              <a:gd name="connsiteY2292" fmla="*/ 734822 h 5017219"/>
              <a:gd name="connsiteX2293" fmla="*/ 3683166 w 5799173"/>
              <a:gd name="connsiteY2293" fmla="*/ 734158 h 5017219"/>
              <a:gd name="connsiteX2294" fmla="*/ 3673197 w 5799173"/>
              <a:gd name="connsiteY2294" fmla="*/ 716878 h 5017219"/>
              <a:gd name="connsiteX2295" fmla="*/ 3673197 w 5799173"/>
              <a:gd name="connsiteY2295" fmla="*/ 715464 h 5017219"/>
              <a:gd name="connsiteX2296" fmla="*/ 3683166 w 5799173"/>
              <a:gd name="connsiteY2296" fmla="*/ 698185 h 5017219"/>
              <a:gd name="connsiteX2297" fmla="*/ 3684412 w 5799173"/>
              <a:gd name="connsiteY2297" fmla="*/ 697520 h 5017219"/>
              <a:gd name="connsiteX2298" fmla="*/ 3704352 w 5799173"/>
              <a:gd name="connsiteY2298" fmla="*/ 697519 h 5017219"/>
              <a:gd name="connsiteX2299" fmla="*/ 3705598 w 5799173"/>
              <a:gd name="connsiteY2299" fmla="*/ 698185 h 5017219"/>
              <a:gd name="connsiteX2300" fmla="*/ 3715567 w 5799173"/>
              <a:gd name="connsiteY2300" fmla="*/ 715465 h 5017219"/>
              <a:gd name="connsiteX2301" fmla="*/ 3715567 w 5799173"/>
              <a:gd name="connsiteY2301" fmla="*/ 716878 h 5017219"/>
              <a:gd name="connsiteX2302" fmla="*/ 3705598 w 5799173"/>
              <a:gd name="connsiteY2302" fmla="*/ 734157 h 5017219"/>
              <a:gd name="connsiteX2303" fmla="*/ 3704352 w 5799173"/>
              <a:gd name="connsiteY2303" fmla="*/ 734822 h 5017219"/>
              <a:gd name="connsiteX2304" fmla="*/ 2299985 w 5799173"/>
              <a:gd name="connsiteY2304" fmla="*/ 364156 h 5017219"/>
              <a:gd name="connsiteX2305" fmla="*/ 2298740 w 5799173"/>
              <a:gd name="connsiteY2305" fmla="*/ 363409 h 5017219"/>
              <a:gd name="connsiteX2306" fmla="*/ 2288604 w 5799173"/>
              <a:gd name="connsiteY2306" fmla="*/ 345879 h 5017219"/>
              <a:gd name="connsiteX2307" fmla="*/ 2288604 w 5799173"/>
              <a:gd name="connsiteY2307" fmla="*/ 344467 h 5017219"/>
              <a:gd name="connsiteX2308" fmla="*/ 2298740 w 5799173"/>
              <a:gd name="connsiteY2308" fmla="*/ 326937 h 5017219"/>
              <a:gd name="connsiteX2309" fmla="*/ 2299986 w 5799173"/>
              <a:gd name="connsiteY2309" fmla="*/ 326189 h 5017219"/>
              <a:gd name="connsiteX2310" fmla="*/ 2320257 w 5799173"/>
              <a:gd name="connsiteY2310" fmla="*/ 326189 h 5017219"/>
              <a:gd name="connsiteX2311" fmla="*/ 2321503 w 5799173"/>
              <a:gd name="connsiteY2311" fmla="*/ 326937 h 5017219"/>
              <a:gd name="connsiteX2312" fmla="*/ 2331638 w 5799173"/>
              <a:gd name="connsiteY2312" fmla="*/ 344467 h 5017219"/>
              <a:gd name="connsiteX2313" fmla="*/ 2331639 w 5799173"/>
              <a:gd name="connsiteY2313" fmla="*/ 345879 h 5017219"/>
              <a:gd name="connsiteX2314" fmla="*/ 2321503 w 5799173"/>
              <a:gd name="connsiteY2314" fmla="*/ 363409 h 5017219"/>
              <a:gd name="connsiteX2315" fmla="*/ 2320257 w 5799173"/>
              <a:gd name="connsiteY2315" fmla="*/ 364156 h 5017219"/>
              <a:gd name="connsiteX2316" fmla="*/ 3864828 w 5799173"/>
              <a:gd name="connsiteY2316" fmla="*/ 783454 h 5017219"/>
              <a:gd name="connsiteX2317" fmla="*/ 3863582 w 5799173"/>
              <a:gd name="connsiteY2317" fmla="*/ 782707 h 5017219"/>
              <a:gd name="connsiteX2318" fmla="*/ 3853446 w 5799173"/>
              <a:gd name="connsiteY2318" fmla="*/ 765177 h 5017219"/>
              <a:gd name="connsiteX2319" fmla="*/ 3853446 w 5799173"/>
              <a:gd name="connsiteY2319" fmla="*/ 763765 h 5017219"/>
              <a:gd name="connsiteX2320" fmla="*/ 3863582 w 5799173"/>
              <a:gd name="connsiteY2320" fmla="*/ 746235 h 5017219"/>
              <a:gd name="connsiteX2321" fmla="*/ 3864828 w 5799173"/>
              <a:gd name="connsiteY2321" fmla="*/ 745487 h 5017219"/>
              <a:gd name="connsiteX2322" fmla="*/ 3885099 w 5799173"/>
              <a:gd name="connsiteY2322" fmla="*/ 745487 h 5017219"/>
              <a:gd name="connsiteX2323" fmla="*/ 3886345 w 5799173"/>
              <a:gd name="connsiteY2323" fmla="*/ 746235 h 5017219"/>
              <a:gd name="connsiteX2324" fmla="*/ 3896481 w 5799173"/>
              <a:gd name="connsiteY2324" fmla="*/ 763765 h 5017219"/>
              <a:gd name="connsiteX2325" fmla="*/ 3896481 w 5799173"/>
              <a:gd name="connsiteY2325" fmla="*/ 765177 h 5017219"/>
              <a:gd name="connsiteX2326" fmla="*/ 3886345 w 5799173"/>
              <a:gd name="connsiteY2326" fmla="*/ 782707 h 5017219"/>
              <a:gd name="connsiteX2327" fmla="*/ 3885099 w 5799173"/>
              <a:gd name="connsiteY2327" fmla="*/ 783454 h 5017219"/>
              <a:gd name="connsiteX2328" fmla="*/ 3924930 w 5799173"/>
              <a:gd name="connsiteY2328" fmla="*/ 799664 h 5017219"/>
              <a:gd name="connsiteX2329" fmla="*/ 3923684 w 5799173"/>
              <a:gd name="connsiteY2329" fmla="*/ 798917 h 5017219"/>
              <a:gd name="connsiteX2330" fmla="*/ 3913548 w 5799173"/>
              <a:gd name="connsiteY2330" fmla="*/ 781304 h 5017219"/>
              <a:gd name="connsiteX2331" fmla="*/ 3913548 w 5799173"/>
              <a:gd name="connsiteY2331" fmla="*/ 779891 h 5017219"/>
              <a:gd name="connsiteX2332" fmla="*/ 3923767 w 5799173"/>
              <a:gd name="connsiteY2332" fmla="*/ 762278 h 5017219"/>
              <a:gd name="connsiteX2333" fmla="*/ 3925013 w 5799173"/>
              <a:gd name="connsiteY2333" fmla="*/ 761531 h 5017219"/>
              <a:gd name="connsiteX2334" fmla="*/ 3945367 w 5799173"/>
              <a:gd name="connsiteY2334" fmla="*/ 761531 h 5017219"/>
              <a:gd name="connsiteX2335" fmla="*/ 3946614 w 5799173"/>
              <a:gd name="connsiteY2335" fmla="*/ 762278 h 5017219"/>
              <a:gd name="connsiteX2336" fmla="*/ 3956749 w 5799173"/>
              <a:gd name="connsiteY2336" fmla="*/ 779891 h 5017219"/>
              <a:gd name="connsiteX2337" fmla="*/ 3956749 w 5799173"/>
              <a:gd name="connsiteY2337" fmla="*/ 781304 h 5017219"/>
              <a:gd name="connsiteX2338" fmla="*/ 3946530 w 5799173"/>
              <a:gd name="connsiteY2338" fmla="*/ 798917 h 5017219"/>
              <a:gd name="connsiteX2339" fmla="*/ 3945284 w 5799173"/>
              <a:gd name="connsiteY2339" fmla="*/ 799664 h 5017219"/>
              <a:gd name="connsiteX2340" fmla="*/ 4406420 w 5799173"/>
              <a:gd name="connsiteY2340" fmla="*/ 928679 h 5017219"/>
              <a:gd name="connsiteX2341" fmla="*/ 4405174 w 5799173"/>
              <a:gd name="connsiteY2341" fmla="*/ 927932 h 5017219"/>
              <a:gd name="connsiteX2342" fmla="*/ 4395038 w 5799173"/>
              <a:gd name="connsiteY2342" fmla="*/ 910319 h 5017219"/>
              <a:gd name="connsiteX2343" fmla="*/ 4395038 w 5799173"/>
              <a:gd name="connsiteY2343" fmla="*/ 908905 h 5017219"/>
              <a:gd name="connsiteX2344" fmla="*/ 4405257 w 5799173"/>
              <a:gd name="connsiteY2344" fmla="*/ 891293 h 5017219"/>
              <a:gd name="connsiteX2345" fmla="*/ 4406503 w 5799173"/>
              <a:gd name="connsiteY2345" fmla="*/ 890546 h 5017219"/>
              <a:gd name="connsiteX2346" fmla="*/ 4426857 w 5799173"/>
              <a:gd name="connsiteY2346" fmla="*/ 890546 h 5017219"/>
              <a:gd name="connsiteX2347" fmla="*/ 4428104 w 5799173"/>
              <a:gd name="connsiteY2347" fmla="*/ 891292 h 5017219"/>
              <a:gd name="connsiteX2348" fmla="*/ 4438239 w 5799173"/>
              <a:gd name="connsiteY2348" fmla="*/ 908906 h 5017219"/>
              <a:gd name="connsiteX2349" fmla="*/ 4438239 w 5799173"/>
              <a:gd name="connsiteY2349" fmla="*/ 910319 h 5017219"/>
              <a:gd name="connsiteX2350" fmla="*/ 4428020 w 5799173"/>
              <a:gd name="connsiteY2350" fmla="*/ 927932 h 5017219"/>
              <a:gd name="connsiteX2351" fmla="*/ 4426774 w 5799173"/>
              <a:gd name="connsiteY2351" fmla="*/ 928679 h 5017219"/>
              <a:gd name="connsiteX2352" fmla="*/ 4225840 w 5799173"/>
              <a:gd name="connsiteY2352" fmla="*/ 880461 h 5017219"/>
              <a:gd name="connsiteX2353" fmla="*/ 4224594 w 5799173"/>
              <a:gd name="connsiteY2353" fmla="*/ 879714 h 5017219"/>
              <a:gd name="connsiteX2354" fmla="*/ 4214374 w 5799173"/>
              <a:gd name="connsiteY2354" fmla="*/ 862018 h 5017219"/>
              <a:gd name="connsiteX2355" fmla="*/ 4214375 w 5799173"/>
              <a:gd name="connsiteY2355" fmla="*/ 860605 h 5017219"/>
              <a:gd name="connsiteX2356" fmla="*/ 4224594 w 5799173"/>
              <a:gd name="connsiteY2356" fmla="*/ 842910 h 5017219"/>
              <a:gd name="connsiteX2357" fmla="*/ 4225840 w 5799173"/>
              <a:gd name="connsiteY2357" fmla="*/ 842162 h 5017219"/>
              <a:gd name="connsiteX2358" fmla="*/ 4246277 w 5799173"/>
              <a:gd name="connsiteY2358" fmla="*/ 842163 h 5017219"/>
              <a:gd name="connsiteX2359" fmla="*/ 4247524 w 5799173"/>
              <a:gd name="connsiteY2359" fmla="*/ 842910 h 5017219"/>
              <a:gd name="connsiteX2360" fmla="*/ 4257742 w 5799173"/>
              <a:gd name="connsiteY2360" fmla="*/ 860605 h 5017219"/>
              <a:gd name="connsiteX2361" fmla="*/ 4257742 w 5799173"/>
              <a:gd name="connsiteY2361" fmla="*/ 862018 h 5017219"/>
              <a:gd name="connsiteX2362" fmla="*/ 4247523 w 5799173"/>
              <a:gd name="connsiteY2362" fmla="*/ 879714 h 5017219"/>
              <a:gd name="connsiteX2363" fmla="*/ 4246277 w 5799173"/>
              <a:gd name="connsiteY2363" fmla="*/ 880462 h 5017219"/>
              <a:gd name="connsiteX2364" fmla="*/ 2540544 w 5799173"/>
              <a:gd name="connsiteY2364" fmla="*/ 428983 h 5017219"/>
              <a:gd name="connsiteX2365" fmla="*/ 2539298 w 5799173"/>
              <a:gd name="connsiteY2365" fmla="*/ 428235 h 5017219"/>
              <a:gd name="connsiteX2366" fmla="*/ 2528996 w 5799173"/>
              <a:gd name="connsiteY2366" fmla="*/ 410456 h 5017219"/>
              <a:gd name="connsiteX2367" fmla="*/ 2528996 w 5799173"/>
              <a:gd name="connsiteY2367" fmla="*/ 409043 h 5017219"/>
              <a:gd name="connsiteX2368" fmla="*/ 2539298 w 5799173"/>
              <a:gd name="connsiteY2368" fmla="*/ 391265 h 5017219"/>
              <a:gd name="connsiteX2369" fmla="*/ 2540544 w 5799173"/>
              <a:gd name="connsiteY2369" fmla="*/ 390517 h 5017219"/>
              <a:gd name="connsiteX2370" fmla="*/ 2561065 w 5799173"/>
              <a:gd name="connsiteY2370" fmla="*/ 390517 h 5017219"/>
              <a:gd name="connsiteX2371" fmla="*/ 2562311 w 5799173"/>
              <a:gd name="connsiteY2371" fmla="*/ 391265 h 5017219"/>
              <a:gd name="connsiteX2372" fmla="*/ 2572613 w 5799173"/>
              <a:gd name="connsiteY2372" fmla="*/ 409043 h 5017219"/>
              <a:gd name="connsiteX2373" fmla="*/ 2572613 w 5799173"/>
              <a:gd name="connsiteY2373" fmla="*/ 410456 h 5017219"/>
              <a:gd name="connsiteX2374" fmla="*/ 2562311 w 5799173"/>
              <a:gd name="connsiteY2374" fmla="*/ 428235 h 5017219"/>
              <a:gd name="connsiteX2375" fmla="*/ 2561065 w 5799173"/>
              <a:gd name="connsiteY2375" fmla="*/ 428983 h 5017219"/>
              <a:gd name="connsiteX2376" fmla="*/ 3744268 w 5799173"/>
              <a:gd name="connsiteY2376" fmla="*/ 751520 h 5017219"/>
              <a:gd name="connsiteX2377" fmla="*/ 3743022 w 5799173"/>
              <a:gd name="connsiteY2377" fmla="*/ 750772 h 5017219"/>
              <a:gd name="connsiteX2378" fmla="*/ 3732720 w 5799173"/>
              <a:gd name="connsiteY2378" fmla="*/ 732993 h 5017219"/>
              <a:gd name="connsiteX2379" fmla="*/ 3732720 w 5799173"/>
              <a:gd name="connsiteY2379" fmla="*/ 731580 h 5017219"/>
              <a:gd name="connsiteX2380" fmla="*/ 3743022 w 5799173"/>
              <a:gd name="connsiteY2380" fmla="*/ 713802 h 5017219"/>
              <a:gd name="connsiteX2381" fmla="*/ 3744268 w 5799173"/>
              <a:gd name="connsiteY2381" fmla="*/ 713054 h 5017219"/>
              <a:gd name="connsiteX2382" fmla="*/ 3764788 w 5799173"/>
              <a:gd name="connsiteY2382" fmla="*/ 713054 h 5017219"/>
              <a:gd name="connsiteX2383" fmla="*/ 3766035 w 5799173"/>
              <a:gd name="connsiteY2383" fmla="*/ 713802 h 5017219"/>
              <a:gd name="connsiteX2384" fmla="*/ 3776336 w 5799173"/>
              <a:gd name="connsiteY2384" fmla="*/ 731579 h 5017219"/>
              <a:gd name="connsiteX2385" fmla="*/ 3776336 w 5799173"/>
              <a:gd name="connsiteY2385" fmla="*/ 732993 h 5017219"/>
              <a:gd name="connsiteX2386" fmla="*/ 3766035 w 5799173"/>
              <a:gd name="connsiteY2386" fmla="*/ 750772 h 5017219"/>
              <a:gd name="connsiteX2387" fmla="*/ 3764788 w 5799173"/>
              <a:gd name="connsiteY2387" fmla="*/ 751520 h 5017219"/>
              <a:gd name="connsiteX2388" fmla="*/ 3804454 w 5799173"/>
              <a:gd name="connsiteY2388" fmla="*/ 767646 h 5017219"/>
              <a:gd name="connsiteX2389" fmla="*/ 3803208 w 5799173"/>
              <a:gd name="connsiteY2389" fmla="*/ 766898 h 5017219"/>
              <a:gd name="connsiteX2390" fmla="*/ 3792906 w 5799173"/>
              <a:gd name="connsiteY2390" fmla="*/ 749120 h 5017219"/>
              <a:gd name="connsiteX2391" fmla="*/ 3792906 w 5799173"/>
              <a:gd name="connsiteY2391" fmla="*/ 747707 h 5017219"/>
              <a:gd name="connsiteX2392" fmla="*/ 3803208 w 5799173"/>
              <a:gd name="connsiteY2392" fmla="*/ 729929 h 5017219"/>
              <a:gd name="connsiteX2393" fmla="*/ 3804454 w 5799173"/>
              <a:gd name="connsiteY2393" fmla="*/ 729181 h 5017219"/>
              <a:gd name="connsiteX2394" fmla="*/ 3824974 w 5799173"/>
              <a:gd name="connsiteY2394" fmla="*/ 729181 h 5017219"/>
              <a:gd name="connsiteX2395" fmla="*/ 3826221 w 5799173"/>
              <a:gd name="connsiteY2395" fmla="*/ 729928 h 5017219"/>
              <a:gd name="connsiteX2396" fmla="*/ 3836522 w 5799173"/>
              <a:gd name="connsiteY2396" fmla="*/ 747706 h 5017219"/>
              <a:gd name="connsiteX2397" fmla="*/ 3836522 w 5799173"/>
              <a:gd name="connsiteY2397" fmla="*/ 749119 h 5017219"/>
              <a:gd name="connsiteX2398" fmla="*/ 3826221 w 5799173"/>
              <a:gd name="connsiteY2398" fmla="*/ 766899 h 5017219"/>
              <a:gd name="connsiteX2399" fmla="*/ 3824974 w 5799173"/>
              <a:gd name="connsiteY2399" fmla="*/ 767646 h 5017219"/>
              <a:gd name="connsiteX2400" fmla="*/ 3985013 w 5799173"/>
              <a:gd name="connsiteY2400" fmla="*/ 816027 h 5017219"/>
              <a:gd name="connsiteX2401" fmla="*/ 3983767 w 5799173"/>
              <a:gd name="connsiteY2401" fmla="*/ 815279 h 5017219"/>
              <a:gd name="connsiteX2402" fmla="*/ 3973465 w 5799173"/>
              <a:gd name="connsiteY2402" fmla="*/ 797500 h 5017219"/>
              <a:gd name="connsiteX2403" fmla="*/ 3973464 w 5799173"/>
              <a:gd name="connsiteY2403" fmla="*/ 796087 h 5017219"/>
              <a:gd name="connsiteX2404" fmla="*/ 3983767 w 5799173"/>
              <a:gd name="connsiteY2404" fmla="*/ 778309 h 5017219"/>
              <a:gd name="connsiteX2405" fmla="*/ 3985013 w 5799173"/>
              <a:gd name="connsiteY2405" fmla="*/ 777561 h 5017219"/>
              <a:gd name="connsiteX2406" fmla="*/ 4005532 w 5799173"/>
              <a:gd name="connsiteY2406" fmla="*/ 777561 h 5017219"/>
              <a:gd name="connsiteX2407" fmla="*/ 4006780 w 5799173"/>
              <a:gd name="connsiteY2407" fmla="*/ 778309 h 5017219"/>
              <a:gd name="connsiteX2408" fmla="*/ 4017081 w 5799173"/>
              <a:gd name="connsiteY2408" fmla="*/ 796087 h 5017219"/>
              <a:gd name="connsiteX2409" fmla="*/ 4017081 w 5799173"/>
              <a:gd name="connsiteY2409" fmla="*/ 797500 h 5017219"/>
              <a:gd name="connsiteX2410" fmla="*/ 4006780 w 5799173"/>
              <a:gd name="connsiteY2410" fmla="*/ 815279 h 5017219"/>
              <a:gd name="connsiteX2411" fmla="*/ 4005533 w 5799173"/>
              <a:gd name="connsiteY2411" fmla="*/ 816027 h 5017219"/>
              <a:gd name="connsiteX2412" fmla="*/ 4165572 w 5799173"/>
              <a:gd name="connsiteY2412" fmla="*/ 864408 h 5017219"/>
              <a:gd name="connsiteX2413" fmla="*/ 4164326 w 5799173"/>
              <a:gd name="connsiteY2413" fmla="*/ 863660 h 5017219"/>
              <a:gd name="connsiteX2414" fmla="*/ 4154024 w 5799173"/>
              <a:gd name="connsiteY2414" fmla="*/ 845881 h 5017219"/>
              <a:gd name="connsiteX2415" fmla="*/ 4154024 w 5799173"/>
              <a:gd name="connsiteY2415" fmla="*/ 844468 h 5017219"/>
              <a:gd name="connsiteX2416" fmla="*/ 4164326 w 5799173"/>
              <a:gd name="connsiteY2416" fmla="*/ 826690 h 5017219"/>
              <a:gd name="connsiteX2417" fmla="*/ 4165572 w 5799173"/>
              <a:gd name="connsiteY2417" fmla="*/ 825942 h 5017219"/>
              <a:gd name="connsiteX2418" fmla="*/ 4186092 w 5799173"/>
              <a:gd name="connsiteY2418" fmla="*/ 825942 h 5017219"/>
              <a:gd name="connsiteX2419" fmla="*/ 4187339 w 5799173"/>
              <a:gd name="connsiteY2419" fmla="*/ 826690 h 5017219"/>
              <a:gd name="connsiteX2420" fmla="*/ 4197640 w 5799173"/>
              <a:gd name="connsiteY2420" fmla="*/ 844468 h 5017219"/>
              <a:gd name="connsiteX2421" fmla="*/ 4197640 w 5799173"/>
              <a:gd name="connsiteY2421" fmla="*/ 845881 h 5017219"/>
              <a:gd name="connsiteX2422" fmla="*/ 4187339 w 5799173"/>
              <a:gd name="connsiteY2422" fmla="*/ 863660 h 5017219"/>
              <a:gd name="connsiteX2423" fmla="*/ 4186092 w 5799173"/>
              <a:gd name="connsiteY2423" fmla="*/ 864408 h 5017219"/>
              <a:gd name="connsiteX2424" fmla="*/ 4285944 w 5799173"/>
              <a:gd name="connsiteY2424" fmla="*/ 896661 h 5017219"/>
              <a:gd name="connsiteX2425" fmla="*/ 4284698 w 5799173"/>
              <a:gd name="connsiteY2425" fmla="*/ 895913 h 5017219"/>
              <a:gd name="connsiteX2426" fmla="*/ 4274396 w 5799173"/>
              <a:gd name="connsiteY2426" fmla="*/ 878135 h 5017219"/>
              <a:gd name="connsiteX2427" fmla="*/ 4274396 w 5799173"/>
              <a:gd name="connsiteY2427" fmla="*/ 876721 h 5017219"/>
              <a:gd name="connsiteX2428" fmla="*/ 4284698 w 5799173"/>
              <a:gd name="connsiteY2428" fmla="*/ 858944 h 5017219"/>
              <a:gd name="connsiteX2429" fmla="*/ 4285944 w 5799173"/>
              <a:gd name="connsiteY2429" fmla="*/ 858196 h 5017219"/>
              <a:gd name="connsiteX2430" fmla="*/ 4306464 w 5799173"/>
              <a:gd name="connsiteY2430" fmla="*/ 858195 h 5017219"/>
              <a:gd name="connsiteX2431" fmla="*/ 4307711 w 5799173"/>
              <a:gd name="connsiteY2431" fmla="*/ 858943 h 5017219"/>
              <a:gd name="connsiteX2432" fmla="*/ 4318012 w 5799173"/>
              <a:gd name="connsiteY2432" fmla="*/ 876721 h 5017219"/>
              <a:gd name="connsiteX2433" fmla="*/ 4318012 w 5799173"/>
              <a:gd name="connsiteY2433" fmla="*/ 878134 h 5017219"/>
              <a:gd name="connsiteX2434" fmla="*/ 4307711 w 5799173"/>
              <a:gd name="connsiteY2434" fmla="*/ 895913 h 5017219"/>
              <a:gd name="connsiteX2435" fmla="*/ 4306464 w 5799173"/>
              <a:gd name="connsiteY2435" fmla="*/ 896661 h 5017219"/>
              <a:gd name="connsiteX2436" fmla="*/ 2480365 w 5799173"/>
              <a:gd name="connsiteY2436" fmla="*/ 412962 h 5017219"/>
              <a:gd name="connsiteX2437" fmla="*/ 2479118 w 5799173"/>
              <a:gd name="connsiteY2437" fmla="*/ 412214 h 5017219"/>
              <a:gd name="connsiteX2438" fmla="*/ 2468817 w 5799173"/>
              <a:gd name="connsiteY2438" fmla="*/ 394353 h 5017219"/>
              <a:gd name="connsiteX2439" fmla="*/ 2468817 w 5799173"/>
              <a:gd name="connsiteY2439" fmla="*/ 392857 h 5017219"/>
              <a:gd name="connsiteX2440" fmla="*/ 2479118 w 5799173"/>
              <a:gd name="connsiteY2440" fmla="*/ 374995 h 5017219"/>
              <a:gd name="connsiteX2441" fmla="*/ 2480365 w 5799173"/>
              <a:gd name="connsiteY2441" fmla="*/ 374247 h 5017219"/>
              <a:gd name="connsiteX2442" fmla="*/ 2501051 w 5799173"/>
              <a:gd name="connsiteY2442" fmla="*/ 374247 h 5017219"/>
              <a:gd name="connsiteX2443" fmla="*/ 2502298 w 5799173"/>
              <a:gd name="connsiteY2443" fmla="*/ 374995 h 5017219"/>
              <a:gd name="connsiteX2444" fmla="*/ 2512600 w 5799173"/>
              <a:gd name="connsiteY2444" fmla="*/ 392857 h 5017219"/>
              <a:gd name="connsiteX2445" fmla="*/ 2512600 w 5799173"/>
              <a:gd name="connsiteY2445" fmla="*/ 394353 h 5017219"/>
              <a:gd name="connsiteX2446" fmla="*/ 2502298 w 5799173"/>
              <a:gd name="connsiteY2446" fmla="*/ 412213 h 5017219"/>
              <a:gd name="connsiteX2447" fmla="*/ 2501051 w 5799173"/>
              <a:gd name="connsiteY2447" fmla="*/ 412962 h 5017219"/>
              <a:gd name="connsiteX2448" fmla="*/ 4346139 w 5799173"/>
              <a:gd name="connsiteY2448" fmla="*/ 912894 h 5017219"/>
              <a:gd name="connsiteX2449" fmla="*/ 4344893 w 5799173"/>
              <a:gd name="connsiteY2449" fmla="*/ 912146 h 5017219"/>
              <a:gd name="connsiteX2450" fmla="*/ 4334590 w 5799173"/>
              <a:gd name="connsiteY2450" fmla="*/ 894285 h 5017219"/>
              <a:gd name="connsiteX2451" fmla="*/ 4334591 w 5799173"/>
              <a:gd name="connsiteY2451" fmla="*/ 892789 h 5017219"/>
              <a:gd name="connsiteX2452" fmla="*/ 4344893 w 5799173"/>
              <a:gd name="connsiteY2452" fmla="*/ 874927 h 5017219"/>
              <a:gd name="connsiteX2453" fmla="*/ 4346139 w 5799173"/>
              <a:gd name="connsiteY2453" fmla="*/ 874179 h 5017219"/>
              <a:gd name="connsiteX2454" fmla="*/ 4366826 w 5799173"/>
              <a:gd name="connsiteY2454" fmla="*/ 874179 h 5017219"/>
              <a:gd name="connsiteX2455" fmla="*/ 4368071 w 5799173"/>
              <a:gd name="connsiteY2455" fmla="*/ 874927 h 5017219"/>
              <a:gd name="connsiteX2456" fmla="*/ 4378373 w 5799173"/>
              <a:gd name="connsiteY2456" fmla="*/ 892789 h 5017219"/>
              <a:gd name="connsiteX2457" fmla="*/ 4378374 w 5799173"/>
              <a:gd name="connsiteY2457" fmla="*/ 894285 h 5017219"/>
              <a:gd name="connsiteX2458" fmla="*/ 4368072 w 5799173"/>
              <a:gd name="connsiteY2458" fmla="*/ 912146 h 5017219"/>
              <a:gd name="connsiteX2459" fmla="*/ 4366826 w 5799173"/>
              <a:gd name="connsiteY2459" fmla="*/ 912894 h 5017219"/>
              <a:gd name="connsiteX2460" fmla="*/ 2119166 w 5799173"/>
              <a:gd name="connsiteY2460" fmla="*/ 316273 h 5017219"/>
              <a:gd name="connsiteX2461" fmla="*/ 2117920 w 5799173"/>
              <a:gd name="connsiteY2461" fmla="*/ 315526 h 5017219"/>
              <a:gd name="connsiteX2462" fmla="*/ 2107535 w 5799173"/>
              <a:gd name="connsiteY2462" fmla="*/ 297581 h 5017219"/>
              <a:gd name="connsiteX2463" fmla="*/ 2107535 w 5799173"/>
              <a:gd name="connsiteY2463" fmla="*/ 296085 h 5017219"/>
              <a:gd name="connsiteX2464" fmla="*/ 2117920 w 5799173"/>
              <a:gd name="connsiteY2464" fmla="*/ 278140 h 5017219"/>
              <a:gd name="connsiteX2465" fmla="*/ 2119166 w 5799173"/>
              <a:gd name="connsiteY2465" fmla="*/ 277392 h 5017219"/>
              <a:gd name="connsiteX2466" fmla="*/ 2139936 w 5799173"/>
              <a:gd name="connsiteY2466" fmla="*/ 277392 h 5017219"/>
              <a:gd name="connsiteX2467" fmla="*/ 2141182 w 5799173"/>
              <a:gd name="connsiteY2467" fmla="*/ 278140 h 5017219"/>
              <a:gd name="connsiteX2468" fmla="*/ 2151567 w 5799173"/>
              <a:gd name="connsiteY2468" fmla="*/ 296085 h 5017219"/>
              <a:gd name="connsiteX2469" fmla="*/ 2151567 w 5799173"/>
              <a:gd name="connsiteY2469" fmla="*/ 297581 h 5017219"/>
              <a:gd name="connsiteX2470" fmla="*/ 2141182 w 5799173"/>
              <a:gd name="connsiteY2470" fmla="*/ 315526 h 5017219"/>
              <a:gd name="connsiteX2471" fmla="*/ 2139936 w 5799173"/>
              <a:gd name="connsiteY2471" fmla="*/ 316273 h 5017219"/>
              <a:gd name="connsiteX2472" fmla="*/ 4045126 w 5799173"/>
              <a:gd name="connsiteY2472" fmla="*/ 832332 h 5017219"/>
              <a:gd name="connsiteX2473" fmla="*/ 4043880 w 5799173"/>
              <a:gd name="connsiteY2473" fmla="*/ 831585 h 5017219"/>
              <a:gd name="connsiteX2474" fmla="*/ 4033495 w 5799173"/>
              <a:gd name="connsiteY2474" fmla="*/ 813640 h 5017219"/>
              <a:gd name="connsiteX2475" fmla="*/ 4033495 w 5799173"/>
              <a:gd name="connsiteY2475" fmla="*/ 812144 h 5017219"/>
              <a:gd name="connsiteX2476" fmla="*/ 4043880 w 5799173"/>
              <a:gd name="connsiteY2476" fmla="*/ 794199 h 5017219"/>
              <a:gd name="connsiteX2477" fmla="*/ 4045126 w 5799173"/>
              <a:gd name="connsiteY2477" fmla="*/ 793451 h 5017219"/>
              <a:gd name="connsiteX2478" fmla="*/ 4065896 w 5799173"/>
              <a:gd name="connsiteY2478" fmla="*/ 793451 h 5017219"/>
              <a:gd name="connsiteX2479" fmla="*/ 4067142 w 5799173"/>
              <a:gd name="connsiteY2479" fmla="*/ 794199 h 5017219"/>
              <a:gd name="connsiteX2480" fmla="*/ 4077527 w 5799173"/>
              <a:gd name="connsiteY2480" fmla="*/ 812144 h 5017219"/>
              <a:gd name="connsiteX2481" fmla="*/ 4077527 w 5799173"/>
              <a:gd name="connsiteY2481" fmla="*/ 813640 h 5017219"/>
              <a:gd name="connsiteX2482" fmla="*/ 4067142 w 5799173"/>
              <a:gd name="connsiteY2482" fmla="*/ 831585 h 5017219"/>
              <a:gd name="connsiteX2483" fmla="*/ 4065896 w 5799173"/>
              <a:gd name="connsiteY2483" fmla="*/ 832332 h 5017219"/>
              <a:gd name="connsiteX2484" fmla="*/ 2359829 w 5799173"/>
              <a:gd name="connsiteY2484" fmla="*/ 380864 h 5017219"/>
              <a:gd name="connsiteX2485" fmla="*/ 2358583 w 5799173"/>
              <a:gd name="connsiteY2485" fmla="*/ 380115 h 5017219"/>
              <a:gd name="connsiteX2486" fmla="*/ 2348198 w 5799173"/>
              <a:gd name="connsiteY2486" fmla="*/ 362087 h 5017219"/>
              <a:gd name="connsiteX2487" fmla="*/ 2348198 w 5799173"/>
              <a:gd name="connsiteY2487" fmla="*/ 360591 h 5017219"/>
              <a:gd name="connsiteX2488" fmla="*/ 2358666 w 5799173"/>
              <a:gd name="connsiteY2488" fmla="*/ 342563 h 5017219"/>
              <a:gd name="connsiteX2489" fmla="*/ 2359912 w 5799173"/>
              <a:gd name="connsiteY2489" fmla="*/ 341817 h 5017219"/>
              <a:gd name="connsiteX2490" fmla="*/ 2380765 w 5799173"/>
              <a:gd name="connsiteY2490" fmla="*/ 341817 h 5017219"/>
              <a:gd name="connsiteX2491" fmla="*/ 2382011 w 5799173"/>
              <a:gd name="connsiteY2491" fmla="*/ 342564 h 5017219"/>
              <a:gd name="connsiteX2492" fmla="*/ 2392396 w 5799173"/>
              <a:gd name="connsiteY2492" fmla="*/ 360591 h 5017219"/>
              <a:gd name="connsiteX2493" fmla="*/ 2392396 w 5799173"/>
              <a:gd name="connsiteY2493" fmla="*/ 362087 h 5017219"/>
              <a:gd name="connsiteX2494" fmla="*/ 2381928 w 5799173"/>
              <a:gd name="connsiteY2494" fmla="*/ 380116 h 5017219"/>
              <a:gd name="connsiteX2495" fmla="*/ 2380682 w 5799173"/>
              <a:gd name="connsiteY2495" fmla="*/ 380864 h 5017219"/>
              <a:gd name="connsiteX2496" fmla="*/ 2660760 w 5799173"/>
              <a:gd name="connsiteY2496" fmla="*/ 461498 h 5017219"/>
              <a:gd name="connsiteX2497" fmla="*/ 2659514 w 5799173"/>
              <a:gd name="connsiteY2497" fmla="*/ 460750 h 5017219"/>
              <a:gd name="connsiteX2498" fmla="*/ 2649129 w 5799173"/>
              <a:gd name="connsiteY2498" fmla="*/ 442722 h 5017219"/>
              <a:gd name="connsiteX2499" fmla="*/ 2649129 w 5799173"/>
              <a:gd name="connsiteY2499" fmla="*/ 441226 h 5017219"/>
              <a:gd name="connsiteX2500" fmla="*/ 2659597 w 5799173"/>
              <a:gd name="connsiteY2500" fmla="*/ 423198 h 5017219"/>
              <a:gd name="connsiteX2501" fmla="*/ 2660843 w 5799173"/>
              <a:gd name="connsiteY2501" fmla="*/ 422451 h 5017219"/>
              <a:gd name="connsiteX2502" fmla="*/ 2681696 w 5799173"/>
              <a:gd name="connsiteY2502" fmla="*/ 422451 h 5017219"/>
              <a:gd name="connsiteX2503" fmla="*/ 2682942 w 5799173"/>
              <a:gd name="connsiteY2503" fmla="*/ 423198 h 5017219"/>
              <a:gd name="connsiteX2504" fmla="*/ 2693327 w 5799173"/>
              <a:gd name="connsiteY2504" fmla="*/ 441226 h 5017219"/>
              <a:gd name="connsiteX2505" fmla="*/ 2693327 w 5799173"/>
              <a:gd name="connsiteY2505" fmla="*/ 442721 h 5017219"/>
              <a:gd name="connsiteX2506" fmla="*/ 2682859 w 5799173"/>
              <a:gd name="connsiteY2506" fmla="*/ 460750 h 5017219"/>
              <a:gd name="connsiteX2507" fmla="*/ 2681613 w 5799173"/>
              <a:gd name="connsiteY2507" fmla="*/ 461498 h 5017219"/>
              <a:gd name="connsiteX2508" fmla="*/ 4105229 w 5799173"/>
              <a:gd name="connsiteY2508" fmla="*/ 848542 h 5017219"/>
              <a:gd name="connsiteX2509" fmla="*/ 4103982 w 5799173"/>
              <a:gd name="connsiteY2509" fmla="*/ 847794 h 5017219"/>
              <a:gd name="connsiteX2510" fmla="*/ 4093598 w 5799173"/>
              <a:gd name="connsiteY2510" fmla="*/ 829766 h 5017219"/>
              <a:gd name="connsiteX2511" fmla="*/ 4093598 w 5799173"/>
              <a:gd name="connsiteY2511" fmla="*/ 828270 h 5017219"/>
              <a:gd name="connsiteX2512" fmla="*/ 4104066 w 5799173"/>
              <a:gd name="connsiteY2512" fmla="*/ 810242 h 5017219"/>
              <a:gd name="connsiteX2513" fmla="*/ 4105312 w 5799173"/>
              <a:gd name="connsiteY2513" fmla="*/ 809495 h 5017219"/>
              <a:gd name="connsiteX2514" fmla="*/ 4126165 w 5799173"/>
              <a:gd name="connsiteY2514" fmla="*/ 809495 h 5017219"/>
              <a:gd name="connsiteX2515" fmla="*/ 4127411 w 5799173"/>
              <a:gd name="connsiteY2515" fmla="*/ 810242 h 5017219"/>
              <a:gd name="connsiteX2516" fmla="*/ 4137796 w 5799173"/>
              <a:gd name="connsiteY2516" fmla="*/ 828270 h 5017219"/>
              <a:gd name="connsiteX2517" fmla="*/ 4137796 w 5799173"/>
              <a:gd name="connsiteY2517" fmla="*/ 829766 h 5017219"/>
              <a:gd name="connsiteX2518" fmla="*/ 4127328 w 5799173"/>
              <a:gd name="connsiteY2518" fmla="*/ 847794 h 5017219"/>
              <a:gd name="connsiteX2519" fmla="*/ 4126082 w 5799173"/>
              <a:gd name="connsiteY2519" fmla="*/ 848542 h 5017219"/>
              <a:gd name="connsiteX2520" fmla="*/ 2420013 w 5799173"/>
              <a:gd name="connsiteY2520" fmla="*/ 397073 h 5017219"/>
              <a:gd name="connsiteX2521" fmla="*/ 2418768 w 5799173"/>
              <a:gd name="connsiteY2521" fmla="*/ 396326 h 5017219"/>
              <a:gd name="connsiteX2522" fmla="*/ 2408300 w 5799173"/>
              <a:gd name="connsiteY2522" fmla="*/ 378214 h 5017219"/>
              <a:gd name="connsiteX2523" fmla="*/ 2408300 w 5799173"/>
              <a:gd name="connsiteY2523" fmla="*/ 376719 h 5017219"/>
              <a:gd name="connsiteX2524" fmla="*/ 2418768 w 5799173"/>
              <a:gd name="connsiteY2524" fmla="*/ 358607 h 5017219"/>
              <a:gd name="connsiteX2525" fmla="*/ 2420013 w 5799173"/>
              <a:gd name="connsiteY2525" fmla="*/ 357860 h 5017219"/>
              <a:gd name="connsiteX2526" fmla="*/ 2440950 w 5799173"/>
              <a:gd name="connsiteY2526" fmla="*/ 357860 h 5017219"/>
              <a:gd name="connsiteX2527" fmla="*/ 2442195 w 5799173"/>
              <a:gd name="connsiteY2527" fmla="*/ 358607 h 5017219"/>
              <a:gd name="connsiteX2528" fmla="*/ 2452663 w 5799173"/>
              <a:gd name="connsiteY2528" fmla="*/ 376719 h 5017219"/>
              <a:gd name="connsiteX2529" fmla="*/ 2452663 w 5799173"/>
              <a:gd name="connsiteY2529" fmla="*/ 378214 h 5017219"/>
              <a:gd name="connsiteX2530" fmla="*/ 2442195 w 5799173"/>
              <a:gd name="connsiteY2530" fmla="*/ 396326 h 5017219"/>
              <a:gd name="connsiteX2531" fmla="*/ 2440950 w 5799173"/>
              <a:gd name="connsiteY2531" fmla="*/ 397073 h 5017219"/>
              <a:gd name="connsiteX2532" fmla="*/ 2600513 w 5799173"/>
              <a:gd name="connsiteY2532" fmla="*/ 445530 h 5017219"/>
              <a:gd name="connsiteX2533" fmla="*/ 2599267 w 5799173"/>
              <a:gd name="connsiteY2533" fmla="*/ 444782 h 5017219"/>
              <a:gd name="connsiteX2534" fmla="*/ 2588716 w 5799173"/>
              <a:gd name="connsiteY2534" fmla="*/ 426504 h 5017219"/>
              <a:gd name="connsiteX2535" fmla="*/ 2588716 w 5799173"/>
              <a:gd name="connsiteY2535" fmla="*/ 425009 h 5017219"/>
              <a:gd name="connsiteX2536" fmla="*/ 2599267 w 5799173"/>
              <a:gd name="connsiteY2536" fmla="*/ 406731 h 5017219"/>
              <a:gd name="connsiteX2537" fmla="*/ 2600513 w 5799173"/>
              <a:gd name="connsiteY2537" fmla="*/ 405984 h 5017219"/>
              <a:gd name="connsiteX2538" fmla="*/ 2621532 w 5799173"/>
              <a:gd name="connsiteY2538" fmla="*/ 405984 h 5017219"/>
              <a:gd name="connsiteX2539" fmla="*/ 2622778 w 5799173"/>
              <a:gd name="connsiteY2539" fmla="*/ 406731 h 5017219"/>
              <a:gd name="connsiteX2540" fmla="*/ 2633330 w 5799173"/>
              <a:gd name="connsiteY2540" fmla="*/ 425009 h 5017219"/>
              <a:gd name="connsiteX2541" fmla="*/ 2633330 w 5799173"/>
              <a:gd name="connsiteY2541" fmla="*/ 426504 h 5017219"/>
              <a:gd name="connsiteX2542" fmla="*/ 2622778 w 5799173"/>
              <a:gd name="connsiteY2542" fmla="*/ 444782 h 5017219"/>
              <a:gd name="connsiteX2543" fmla="*/ 2621532 w 5799173"/>
              <a:gd name="connsiteY2543" fmla="*/ 445530 h 5017219"/>
              <a:gd name="connsiteX2544" fmla="*/ 2239289 w 5799173"/>
              <a:gd name="connsiteY2544" fmla="*/ 349025 h 5017219"/>
              <a:gd name="connsiteX2545" fmla="*/ 2237960 w 5799173"/>
              <a:gd name="connsiteY2545" fmla="*/ 348277 h 5017219"/>
              <a:gd name="connsiteX2546" fmla="*/ 2227326 w 5799173"/>
              <a:gd name="connsiteY2546" fmla="*/ 329833 h 5017219"/>
              <a:gd name="connsiteX2547" fmla="*/ 2227326 w 5799173"/>
              <a:gd name="connsiteY2547" fmla="*/ 328338 h 5017219"/>
              <a:gd name="connsiteX2548" fmla="*/ 2237960 w 5799173"/>
              <a:gd name="connsiteY2548" fmla="*/ 309894 h 5017219"/>
              <a:gd name="connsiteX2549" fmla="*/ 2239289 w 5799173"/>
              <a:gd name="connsiteY2549" fmla="*/ 309146 h 5017219"/>
              <a:gd name="connsiteX2550" fmla="*/ 2260558 w 5799173"/>
              <a:gd name="connsiteY2550" fmla="*/ 309147 h 5017219"/>
              <a:gd name="connsiteX2551" fmla="*/ 2261887 w 5799173"/>
              <a:gd name="connsiteY2551" fmla="*/ 309895 h 5017219"/>
              <a:gd name="connsiteX2552" fmla="*/ 2272521 w 5799173"/>
              <a:gd name="connsiteY2552" fmla="*/ 328337 h 5017219"/>
              <a:gd name="connsiteX2553" fmla="*/ 2272521 w 5799173"/>
              <a:gd name="connsiteY2553" fmla="*/ 329833 h 5017219"/>
              <a:gd name="connsiteX2554" fmla="*/ 2261887 w 5799173"/>
              <a:gd name="connsiteY2554" fmla="*/ 348277 h 5017219"/>
              <a:gd name="connsiteX2555" fmla="*/ 2260558 w 5799173"/>
              <a:gd name="connsiteY2555" fmla="*/ 349024 h 5017219"/>
              <a:gd name="connsiteX2556" fmla="*/ 2179020 w 5799173"/>
              <a:gd name="connsiteY2556" fmla="*/ 332982 h 5017219"/>
              <a:gd name="connsiteX2557" fmla="*/ 2177690 w 5799173"/>
              <a:gd name="connsiteY2557" fmla="*/ 332234 h 5017219"/>
              <a:gd name="connsiteX2558" fmla="*/ 2167056 w 5799173"/>
              <a:gd name="connsiteY2558" fmla="*/ 313707 h 5017219"/>
              <a:gd name="connsiteX2559" fmla="*/ 2167056 w 5799173"/>
              <a:gd name="connsiteY2559" fmla="*/ 312212 h 5017219"/>
              <a:gd name="connsiteX2560" fmla="*/ 2177773 w 5799173"/>
              <a:gd name="connsiteY2560" fmla="*/ 293684 h 5017219"/>
              <a:gd name="connsiteX2561" fmla="*/ 2179102 w 5799173"/>
              <a:gd name="connsiteY2561" fmla="*/ 292938 h 5017219"/>
              <a:gd name="connsiteX2562" fmla="*/ 2200454 w 5799173"/>
              <a:gd name="connsiteY2562" fmla="*/ 292938 h 5017219"/>
              <a:gd name="connsiteX2563" fmla="*/ 2201783 w 5799173"/>
              <a:gd name="connsiteY2563" fmla="*/ 293685 h 5017219"/>
              <a:gd name="connsiteX2564" fmla="*/ 2212417 w 5799173"/>
              <a:gd name="connsiteY2564" fmla="*/ 312212 h 5017219"/>
              <a:gd name="connsiteX2565" fmla="*/ 2212417 w 5799173"/>
              <a:gd name="connsiteY2565" fmla="*/ 313708 h 5017219"/>
              <a:gd name="connsiteX2566" fmla="*/ 2201700 w 5799173"/>
              <a:gd name="connsiteY2566" fmla="*/ 332234 h 5017219"/>
              <a:gd name="connsiteX2567" fmla="*/ 2200371 w 5799173"/>
              <a:gd name="connsiteY2567" fmla="*/ 332982 h 5017219"/>
              <a:gd name="connsiteX2568" fmla="*/ 4466096 w 5799173"/>
              <a:gd name="connsiteY2568" fmla="*/ 945802 h 5017219"/>
              <a:gd name="connsiteX2569" fmla="*/ 4464767 w 5799173"/>
              <a:gd name="connsiteY2569" fmla="*/ 945054 h 5017219"/>
              <a:gd name="connsiteX2570" fmla="*/ 4454133 w 5799173"/>
              <a:gd name="connsiteY2570" fmla="*/ 926528 h 5017219"/>
              <a:gd name="connsiteX2571" fmla="*/ 4454133 w 5799173"/>
              <a:gd name="connsiteY2571" fmla="*/ 925032 h 5017219"/>
              <a:gd name="connsiteX2572" fmla="*/ 4464850 w 5799173"/>
              <a:gd name="connsiteY2572" fmla="*/ 906505 h 5017219"/>
              <a:gd name="connsiteX2573" fmla="*/ 4466180 w 5799173"/>
              <a:gd name="connsiteY2573" fmla="*/ 905758 h 5017219"/>
              <a:gd name="connsiteX2574" fmla="*/ 4487531 w 5799173"/>
              <a:gd name="connsiteY2574" fmla="*/ 905758 h 5017219"/>
              <a:gd name="connsiteX2575" fmla="*/ 4488860 w 5799173"/>
              <a:gd name="connsiteY2575" fmla="*/ 906505 h 5017219"/>
              <a:gd name="connsiteX2576" fmla="*/ 4499494 w 5799173"/>
              <a:gd name="connsiteY2576" fmla="*/ 925032 h 5017219"/>
              <a:gd name="connsiteX2577" fmla="*/ 4499494 w 5799173"/>
              <a:gd name="connsiteY2577" fmla="*/ 926528 h 5017219"/>
              <a:gd name="connsiteX2578" fmla="*/ 4488777 w 5799173"/>
              <a:gd name="connsiteY2578" fmla="*/ 945054 h 5017219"/>
              <a:gd name="connsiteX2579" fmla="*/ 4487448 w 5799173"/>
              <a:gd name="connsiteY2579" fmla="*/ 945802 h 5017219"/>
              <a:gd name="connsiteX2580" fmla="*/ 1937599 w 5799173"/>
              <a:gd name="connsiteY2580" fmla="*/ 269718 h 5017219"/>
              <a:gd name="connsiteX2581" fmla="*/ 1936187 w 5799173"/>
              <a:gd name="connsiteY2581" fmla="*/ 268888 h 5017219"/>
              <a:gd name="connsiteX2582" fmla="*/ 1924888 w 5799173"/>
              <a:gd name="connsiteY2582" fmla="*/ 249281 h 5017219"/>
              <a:gd name="connsiteX2583" fmla="*/ 1924888 w 5799173"/>
              <a:gd name="connsiteY2583" fmla="*/ 247703 h 5017219"/>
              <a:gd name="connsiteX2584" fmla="*/ 1936270 w 5799173"/>
              <a:gd name="connsiteY2584" fmla="*/ 228096 h 5017219"/>
              <a:gd name="connsiteX2585" fmla="*/ 1937683 w 5799173"/>
              <a:gd name="connsiteY2585" fmla="*/ 227265 h 5017219"/>
              <a:gd name="connsiteX2586" fmla="*/ 1960363 w 5799173"/>
              <a:gd name="connsiteY2586" fmla="*/ 227265 h 5017219"/>
              <a:gd name="connsiteX2587" fmla="*/ 1961775 w 5799173"/>
              <a:gd name="connsiteY2587" fmla="*/ 228096 h 5017219"/>
              <a:gd name="connsiteX2588" fmla="*/ 1973074 w 5799173"/>
              <a:gd name="connsiteY2588" fmla="*/ 247703 h 5017219"/>
              <a:gd name="connsiteX2589" fmla="*/ 1973074 w 5799173"/>
              <a:gd name="connsiteY2589" fmla="*/ 249281 h 5017219"/>
              <a:gd name="connsiteX2590" fmla="*/ 1961693 w 5799173"/>
              <a:gd name="connsiteY2590" fmla="*/ 268888 h 5017219"/>
              <a:gd name="connsiteX2591" fmla="*/ 1960280 w 5799173"/>
              <a:gd name="connsiteY2591" fmla="*/ 269718 h 5017219"/>
              <a:gd name="connsiteX2592" fmla="*/ 1997651 w 5799173"/>
              <a:gd name="connsiteY2592" fmla="*/ 286181 h 5017219"/>
              <a:gd name="connsiteX2593" fmla="*/ 1996239 w 5799173"/>
              <a:gd name="connsiteY2593" fmla="*/ 285350 h 5017219"/>
              <a:gd name="connsiteX2594" fmla="*/ 1984691 w 5799173"/>
              <a:gd name="connsiteY2594" fmla="*/ 265328 h 5017219"/>
              <a:gd name="connsiteX2595" fmla="*/ 1984691 w 5799173"/>
              <a:gd name="connsiteY2595" fmla="*/ 263666 h 5017219"/>
              <a:gd name="connsiteX2596" fmla="*/ 1996239 w 5799173"/>
              <a:gd name="connsiteY2596" fmla="*/ 243645 h 5017219"/>
              <a:gd name="connsiteX2597" fmla="*/ 1997651 w 5799173"/>
              <a:gd name="connsiteY2597" fmla="*/ 242814 h 5017219"/>
              <a:gd name="connsiteX2598" fmla="*/ 2020748 w 5799173"/>
              <a:gd name="connsiteY2598" fmla="*/ 242814 h 5017219"/>
              <a:gd name="connsiteX2599" fmla="*/ 2022160 w 5799173"/>
              <a:gd name="connsiteY2599" fmla="*/ 243645 h 5017219"/>
              <a:gd name="connsiteX2600" fmla="*/ 2033708 w 5799173"/>
              <a:gd name="connsiteY2600" fmla="*/ 263666 h 5017219"/>
              <a:gd name="connsiteX2601" fmla="*/ 2033708 w 5799173"/>
              <a:gd name="connsiteY2601" fmla="*/ 265328 h 5017219"/>
              <a:gd name="connsiteX2602" fmla="*/ 2022160 w 5799173"/>
              <a:gd name="connsiteY2602" fmla="*/ 285350 h 5017219"/>
              <a:gd name="connsiteX2603" fmla="*/ 2020748 w 5799173"/>
              <a:gd name="connsiteY2603" fmla="*/ 286181 h 5017219"/>
              <a:gd name="connsiteX2604" fmla="*/ 1689453 w 5799173"/>
              <a:gd name="connsiteY2604" fmla="*/ 245078 h 5017219"/>
              <a:gd name="connsiteX2605" fmla="*/ 1688871 w 5799173"/>
              <a:gd name="connsiteY2605" fmla="*/ 244746 h 5017219"/>
              <a:gd name="connsiteX2606" fmla="*/ 1684136 w 5799173"/>
              <a:gd name="connsiteY2606" fmla="*/ 236438 h 5017219"/>
              <a:gd name="connsiteX2607" fmla="*/ 1684136 w 5799173"/>
              <a:gd name="connsiteY2607" fmla="*/ 235774 h 5017219"/>
              <a:gd name="connsiteX2608" fmla="*/ 1688954 w 5799173"/>
              <a:gd name="connsiteY2608" fmla="*/ 227466 h 5017219"/>
              <a:gd name="connsiteX2609" fmla="*/ 1689536 w 5799173"/>
              <a:gd name="connsiteY2609" fmla="*/ 227133 h 5017219"/>
              <a:gd name="connsiteX2610" fmla="*/ 1699090 w 5799173"/>
              <a:gd name="connsiteY2610" fmla="*/ 227133 h 5017219"/>
              <a:gd name="connsiteX2611" fmla="*/ 1699672 w 5799173"/>
              <a:gd name="connsiteY2611" fmla="*/ 227466 h 5017219"/>
              <a:gd name="connsiteX2612" fmla="*/ 1704407 w 5799173"/>
              <a:gd name="connsiteY2612" fmla="*/ 235774 h 5017219"/>
              <a:gd name="connsiteX2613" fmla="*/ 1704406 w 5799173"/>
              <a:gd name="connsiteY2613" fmla="*/ 236438 h 5017219"/>
              <a:gd name="connsiteX2614" fmla="*/ 1699589 w 5799173"/>
              <a:gd name="connsiteY2614" fmla="*/ 244746 h 5017219"/>
              <a:gd name="connsiteX2615" fmla="*/ 1699007 w 5799173"/>
              <a:gd name="connsiteY2615" fmla="*/ 245078 h 5017219"/>
              <a:gd name="connsiteX2616" fmla="*/ 1806333 w 5799173"/>
              <a:gd name="connsiteY2616" fmla="*/ 283989 h 5017219"/>
              <a:gd name="connsiteX2617" fmla="*/ 1805337 w 5799173"/>
              <a:gd name="connsiteY2617" fmla="*/ 283407 h 5017219"/>
              <a:gd name="connsiteX2618" fmla="*/ 1797029 w 5799173"/>
              <a:gd name="connsiteY2618" fmla="*/ 268952 h 5017219"/>
              <a:gd name="connsiteX2619" fmla="*/ 1797029 w 5799173"/>
              <a:gd name="connsiteY2619" fmla="*/ 267788 h 5017219"/>
              <a:gd name="connsiteX2620" fmla="*/ 1805337 w 5799173"/>
              <a:gd name="connsiteY2620" fmla="*/ 253333 h 5017219"/>
              <a:gd name="connsiteX2621" fmla="*/ 1806333 w 5799173"/>
              <a:gd name="connsiteY2621" fmla="*/ 252751 h 5017219"/>
              <a:gd name="connsiteX2622" fmla="*/ 1823032 w 5799173"/>
              <a:gd name="connsiteY2622" fmla="*/ 252751 h 5017219"/>
              <a:gd name="connsiteX2623" fmla="*/ 1824029 w 5799173"/>
              <a:gd name="connsiteY2623" fmla="*/ 253333 h 5017219"/>
              <a:gd name="connsiteX2624" fmla="*/ 1832337 w 5799173"/>
              <a:gd name="connsiteY2624" fmla="*/ 267788 h 5017219"/>
              <a:gd name="connsiteX2625" fmla="*/ 1832337 w 5799173"/>
              <a:gd name="connsiteY2625" fmla="*/ 268952 h 5017219"/>
              <a:gd name="connsiteX2626" fmla="*/ 1824029 w 5799173"/>
              <a:gd name="connsiteY2626" fmla="*/ 283407 h 5017219"/>
              <a:gd name="connsiteX2627" fmla="*/ 1823032 w 5799173"/>
              <a:gd name="connsiteY2627" fmla="*/ 283989 h 5017219"/>
              <a:gd name="connsiteX2628" fmla="*/ 1746067 w 5799173"/>
              <a:gd name="connsiteY2628" fmla="*/ 267935 h 5017219"/>
              <a:gd name="connsiteX2629" fmla="*/ 1745069 w 5799173"/>
              <a:gd name="connsiteY2629" fmla="*/ 267354 h 5017219"/>
              <a:gd name="connsiteX2630" fmla="*/ 1736679 w 5799173"/>
              <a:gd name="connsiteY2630" fmla="*/ 252815 h 5017219"/>
              <a:gd name="connsiteX2631" fmla="*/ 1736678 w 5799173"/>
              <a:gd name="connsiteY2631" fmla="*/ 251650 h 5017219"/>
              <a:gd name="connsiteX2632" fmla="*/ 1745069 w 5799173"/>
              <a:gd name="connsiteY2632" fmla="*/ 237113 h 5017219"/>
              <a:gd name="connsiteX2633" fmla="*/ 1746067 w 5799173"/>
              <a:gd name="connsiteY2633" fmla="*/ 236531 h 5017219"/>
              <a:gd name="connsiteX2634" fmla="*/ 1762848 w 5799173"/>
              <a:gd name="connsiteY2634" fmla="*/ 236531 h 5017219"/>
              <a:gd name="connsiteX2635" fmla="*/ 1763846 w 5799173"/>
              <a:gd name="connsiteY2635" fmla="*/ 237113 h 5017219"/>
              <a:gd name="connsiteX2636" fmla="*/ 1772236 w 5799173"/>
              <a:gd name="connsiteY2636" fmla="*/ 251651 h 5017219"/>
              <a:gd name="connsiteX2637" fmla="*/ 1772237 w 5799173"/>
              <a:gd name="connsiteY2637" fmla="*/ 252815 h 5017219"/>
              <a:gd name="connsiteX2638" fmla="*/ 1763845 w 5799173"/>
              <a:gd name="connsiteY2638" fmla="*/ 267354 h 5017219"/>
              <a:gd name="connsiteX2639" fmla="*/ 1762848 w 5799173"/>
              <a:gd name="connsiteY2639" fmla="*/ 267935 h 5017219"/>
              <a:gd name="connsiteX2640" fmla="*/ 3551083 w 5799173"/>
              <a:gd name="connsiteY2640" fmla="*/ 752811 h 5017219"/>
              <a:gd name="connsiteX2641" fmla="*/ 3550003 w 5799173"/>
              <a:gd name="connsiteY2641" fmla="*/ 752147 h 5017219"/>
              <a:gd name="connsiteX2642" fmla="*/ 3541031 w 5799173"/>
              <a:gd name="connsiteY2642" fmla="*/ 736611 h 5017219"/>
              <a:gd name="connsiteX2643" fmla="*/ 3541031 w 5799173"/>
              <a:gd name="connsiteY2643" fmla="*/ 735365 h 5017219"/>
              <a:gd name="connsiteX2644" fmla="*/ 3550003 w 5799173"/>
              <a:gd name="connsiteY2644" fmla="*/ 719829 h 5017219"/>
              <a:gd name="connsiteX2645" fmla="*/ 3551083 w 5799173"/>
              <a:gd name="connsiteY2645" fmla="*/ 719164 h 5017219"/>
              <a:gd name="connsiteX2646" fmla="*/ 3568945 w 5799173"/>
              <a:gd name="connsiteY2646" fmla="*/ 719164 h 5017219"/>
              <a:gd name="connsiteX2647" fmla="*/ 3570026 w 5799173"/>
              <a:gd name="connsiteY2647" fmla="*/ 719829 h 5017219"/>
              <a:gd name="connsiteX2648" fmla="*/ 3578998 w 5799173"/>
              <a:gd name="connsiteY2648" fmla="*/ 735365 h 5017219"/>
              <a:gd name="connsiteX2649" fmla="*/ 3578998 w 5799173"/>
              <a:gd name="connsiteY2649" fmla="*/ 736611 h 5017219"/>
              <a:gd name="connsiteX2650" fmla="*/ 3570026 w 5799173"/>
              <a:gd name="connsiteY2650" fmla="*/ 752147 h 5017219"/>
              <a:gd name="connsiteX2651" fmla="*/ 3568946 w 5799173"/>
              <a:gd name="connsiteY2651" fmla="*/ 752811 h 5017219"/>
              <a:gd name="connsiteX2652" fmla="*/ 2106353 w 5799173"/>
              <a:gd name="connsiteY2652" fmla="*/ 366274 h 5017219"/>
              <a:gd name="connsiteX2653" fmla="*/ 2105190 w 5799173"/>
              <a:gd name="connsiteY2653" fmla="*/ 365609 h 5017219"/>
              <a:gd name="connsiteX2654" fmla="*/ 2095969 w 5799173"/>
              <a:gd name="connsiteY2654" fmla="*/ 349658 h 5017219"/>
              <a:gd name="connsiteX2655" fmla="*/ 2095969 w 5799173"/>
              <a:gd name="connsiteY2655" fmla="*/ 348329 h 5017219"/>
              <a:gd name="connsiteX2656" fmla="*/ 2105191 w 5799173"/>
              <a:gd name="connsiteY2656" fmla="*/ 332378 h 5017219"/>
              <a:gd name="connsiteX2657" fmla="*/ 2106354 w 5799173"/>
              <a:gd name="connsiteY2657" fmla="*/ 331713 h 5017219"/>
              <a:gd name="connsiteX2658" fmla="*/ 2124796 w 5799173"/>
              <a:gd name="connsiteY2658" fmla="*/ 331713 h 5017219"/>
              <a:gd name="connsiteX2659" fmla="*/ 2125959 w 5799173"/>
              <a:gd name="connsiteY2659" fmla="*/ 332378 h 5017219"/>
              <a:gd name="connsiteX2660" fmla="*/ 2135182 w 5799173"/>
              <a:gd name="connsiteY2660" fmla="*/ 348329 h 5017219"/>
              <a:gd name="connsiteX2661" fmla="*/ 2135182 w 5799173"/>
              <a:gd name="connsiteY2661" fmla="*/ 349658 h 5017219"/>
              <a:gd name="connsiteX2662" fmla="*/ 2125960 w 5799173"/>
              <a:gd name="connsiteY2662" fmla="*/ 365609 h 5017219"/>
              <a:gd name="connsiteX2663" fmla="*/ 2124797 w 5799173"/>
              <a:gd name="connsiteY2663" fmla="*/ 366274 h 5017219"/>
              <a:gd name="connsiteX2664" fmla="*/ 3610335 w 5799173"/>
              <a:gd name="connsiteY2664" fmla="*/ 770680 h 5017219"/>
              <a:gd name="connsiteX2665" fmla="*/ 3609171 w 5799173"/>
              <a:gd name="connsiteY2665" fmla="*/ 770016 h 5017219"/>
              <a:gd name="connsiteX2666" fmla="*/ 3599285 w 5799173"/>
              <a:gd name="connsiteY2666" fmla="*/ 752901 h 5017219"/>
              <a:gd name="connsiteX2667" fmla="*/ 3599285 w 5799173"/>
              <a:gd name="connsiteY2667" fmla="*/ 751489 h 5017219"/>
              <a:gd name="connsiteX2668" fmla="*/ 3609171 w 5799173"/>
              <a:gd name="connsiteY2668" fmla="*/ 734374 h 5017219"/>
              <a:gd name="connsiteX2669" fmla="*/ 3610335 w 5799173"/>
              <a:gd name="connsiteY2669" fmla="*/ 733710 h 5017219"/>
              <a:gd name="connsiteX2670" fmla="*/ 3630024 w 5799173"/>
              <a:gd name="connsiteY2670" fmla="*/ 733710 h 5017219"/>
              <a:gd name="connsiteX2671" fmla="*/ 3631187 w 5799173"/>
              <a:gd name="connsiteY2671" fmla="*/ 734374 h 5017219"/>
              <a:gd name="connsiteX2672" fmla="*/ 3641074 w 5799173"/>
              <a:gd name="connsiteY2672" fmla="*/ 751489 h 5017219"/>
              <a:gd name="connsiteX2673" fmla="*/ 3641074 w 5799173"/>
              <a:gd name="connsiteY2673" fmla="*/ 752901 h 5017219"/>
              <a:gd name="connsiteX2674" fmla="*/ 3631187 w 5799173"/>
              <a:gd name="connsiteY2674" fmla="*/ 770016 h 5017219"/>
              <a:gd name="connsiteX2675" fmla="*/ 3630024 w 5799173"/>
              <a:gd name="connsiteY2675" fmla="*/ 770680 h 5017219"/>
              <a:gd name="connsiteX2676" fmla="*/ 2466651 w 5799173"/>
              <a:gd name="connsiteY2676" fmla="*/ 464532 h 5017219"/>
              <a:gd name="connsiteX2677" fmla="*/ 2465405 w 5799173"/>
              <a:gd name="connsiteY2677" fmla="*/ 463783 h 5017219"/>
              <a:gd name="connsiteX2678" fmla="*/ 2455435 w 5799173"/>
              <a:gd name="connsiteY2678" fmla="*/ 446420 h 5017219"/>
              <a:gd name="connsiteX2679" fmla="*/ 2455435 w 5799173"/>
              <a:gd name="connsiteY2679" fmla="*/ 445007 h 5017219"/>
              <a:gd name="connsiteX2680" fmla="*/ 2465488 w 5799173"/>
              <a:gd name="connsiteY2680" fmla="*/ 427645 h 5017219"/>
              <a:gd name="connsiteX2681" fmla="*/ 2466734 w 5799173"/>
              <a:gd name="connsiteY2681" fmla="*/ 426897 h 5017219"/>
              <a:gd name="connsiteX2682" fmla="*/ 2486756 w 5799173"/>
              <a:gd name="connsiteY2682" fmla="*/ 426897 h 5017219"/>
              <a:gd name="connsiteX2683" fmla="*/ 2488002 w 5799173"/>
              <a:gd name="connsiteY2683" fmla="*/ 427645 h 5017219"/>
              <a:gd name="connsiteX2684" fmla="*/ 2497972 w 5799173"/>
              <a:gd name="connsiteY2684" fmla="*/ 445008 h 5017219"/>
              <a:gd name="connsiteX2685" fmla="*/ 2497972 w 5799173"/>
              <a:gd name="connsiteY2685" fmla="*/ 446420 h 5017219"/>
              <a:gd name="connsiteX2686" fmla="*/ 2487919 w 5799173"/>
              <a:gd name="connsiteY2686" fmla="*/ 463784 h 5017219"/>
              <a:gd name="connsiteX2687" fmla="*/ 2486673 w 5799173"/>
              <a:gd name="connsiteY2687" fmla="*/ 464532 h 5017219"/>
              <a:gd name="connsiteX2688" fmla="*/ 2587024 w 5799173"/>
              <a:gd name="connsiteY2688" fmla="*/ 496785 h 5017219"/>
              <a:gd name="connsiteX2689" fmla="*/ 2585777 w 5799173"/>
              <a:gd name="connsiteY2689" fmla="*/ 496037 h 5017219"/>
              <a:gd name="connsiteX2690" fmla="*/ 2575807 w 5799173"/>
              <a:gd name="connsiteY2690" fmla="*/ 478674 h 5017219"/>
              <a:gd name="connsiteX2691" fmla="*/ 2575808 w 5799173"/>
              <a:gd name="connsiteY2691" fmla="*/ 477261 h 5017219"/>
              <a:gd name="connsiteX2692" fmla="*/ 2585861 w 5799173"/>
              <a:gd name="connsiteY2692" fmla="*/ 459898 h 5017219"/>
              <a:gd name="connsiteX2693" fmla="*/ 2587107 w 5799173"/>
              <a:gd name="connsiteY2693" fmla="*/ 459150 h 5017219"/>
              <a:gd name="connsiteX2694" fmla="*/ 2607128 w 5799173"/>
              <a:gd name="connsiteY2694" fmla="*/ 459150 h 5017219"/>
              <a:gd name="connsiteX2695" fmla="*/ 2608375 w 5799173"/>
              <a:gd name="connsiteY2695" fmla="*/ 459898 h 5017219"/>
              <a:gd name="connsiteX2696" fmla="*/ 2618344 w 5799173"/>
              <a:gd name="connsiteY2696" fmla="*/ 477261 h 5017219"/>
              <a:gd name="connsiteX2697" fmla="*/ 2618344 w 5799173"/>
              <a:gd name="connsiteY2697" fmla="*/ 478674 h 5017219"/>
              <a:gd name="connsiteX2698" fmla="*/ 2608291 w 5799173"/>
              <a:gd name="connsiteY2698" fmla="*/ 496037 h 5017219"/>
              <a:gd name="connsiteX2699" fmla="*/ 2607045 w 5799173"/>
              <a:gd name="connsiteY2699" fmla="*/ 496785 h 5017219"/>
              <a:gd name="connsiteX2700" fmla="*/ 2647209 w 5799173"/>
              <a:gd name="connsiteY2700" fmla="*/ 512912 h 5017219"/>
              <a:gd name="connsiteX2701" fmla="*/ 2645963 w 5799173"/>
              <a:gd name="connsiteY2701" fmla="*/ 512164 h 5017219"/>
              <a:gd name="connsiteX2702" fmla="*/ 2635993 w 5799173"/>
              <a:gd name="connsiteY2702" fmla="*/ 494801 h 5017219"/>
              <a:gd name="connsiteX2703" fmla="*/ 2635994 w 5799173"/>
              <a:gd name="connsiteY2703" fmla="*/ 493388 h 5017219"/>
              <a:gd name="connsiteX2704" fmla="*/ 2646046 w 5799173"/>
              <a:gd name="connsiteY2704" fmla="*/ 476025 h 5017219"/>
              <a:gd name="connsiteX2705" fmla="*/ 2647292 w 5799173"/>
              <a:gd name="connsiteY2705" fmla="*/ 475277 h 5017219"/>
              <a:gd name="connsiteX2706" fmla="*/ 2667314 w 5799173"/>
              <a:gd name="connsiteY2706" fmla="*/ 475277 h 5017219"/>
              <a:gd name="connsiteX2707" fmla="*/ 2668561 w 5799173"/>
              <a:gd name="connsiteY2707" fmla="*/ 476025 h 5017219"/>
              <a:gd name="connsiteX2708" fmla="*/ 2678530 w 5799173"/>
              <a:gd name="connsiteY2708" fmla="*/ 493388 h 5017219"/>
              <a:gd name="connsiteX2709" fmla="*/ 2678530 w 5799173"/>
              <a:gd name="connsiteY2709" fmla="*/ 494801 h 5017219"/>
              <a:gd name="connsiteX2710" fmla="*/ 2668477 w 5799173"/>
              <a:gd name="connsiteY2710" fmla="*/ 512164 h 5017219"/>
              <a:gd name="connsiteX2711" fmla="*/ 2667231 w 5799173"/>
              <a:gd name="connsiteY2711" fmla="*/ 512912 h 5017219"/>
              <a:gd name="connsiteX2712" fmla="*/ 3850851 w 5799173"/>
              <a:gd name="connsiteY2712" fmla="*/ 835616 h 5017219"/>
              <a:gd name="connsiteX2713" fmla="*/ 3849606 w 5799173"/>
              <a:gd name="connsiteY2713" fmla="*/ 834869 h 5017219"/>
              <a:gd name="connsiteX2714" fmla="*/ 3839469 w 5799173"/>
              <a:gd name="connsiteY2714" fmla="*/ 817339 h 5017219"/>
              <a:gd name="connsiteX2715" fmla="*/ 3839469 w 5799173"/>
              <a:gd name="connsiteY2715" fmla="*/ 815927 h 5017219"/>
              <a:gd name="connsiteX2716" fmla="*/ 3849605 w 5799173"/>
              <a:gd name="connsiteY2716" fmla="*/ 798397 h 5017219"/>
              <a:gd name="connsiteX2717" fmla="*/ 3850851 w 5799173"/>
              <a:gd name="connsiteY2717" fmla="*/ 797649 h 5017219"/>
              <a:gd name="connsiteX2718" fmla="*/ 3871122 w 5799173"/>
              <a:gd name="connsiteY2718" fmla="*/ 797649 h 5017219"/>
              <a:gd name="connsiteX2719" fmla="*/ 3872368 w 5799173"/>
              <a:gd name="connsiteY2719" fmla="*/ 798397 h 5017219"/>
              <a:gd name="connsiteX2720" fmla="*/ 3882504 w 5799173"/>
              <a:gd name="connsiteY2720" fmla="*/ 815927 h 5017219"/>
              <a:gd name="connsiteX2721" fmla="*/ 3882504 w 5799173"/>
              <a:gd name="connsiteY2721" fmla="*/ 817339 h 5017219"/>
              <a:gd name="connsiteX2722" fmla="*/ 3872368 w 5799173"/>
              <a:gd name="connsiteY2722" fmla="*/ 834869 h 5017219"/>
              <a:gd name="connsiteX2723" fmla="*/ 3871122 w 5799173"/>
              <a:gd name="connsiteY2723" fmla="*/ 835616 h 5017219"/>
              <a:gd name="connsiteX2724" fmla="*/ 2406194 w 5799173"/>
              <a:gd name="connsiteY2724" fmla="*/ 448891 h 5017219"/>
              <a:gd name="connsiteX2725" fmla="*/ 2404949 w 5799173"/>
              <a:gd name="connsiteY2725" fmla="*/ 448143 h 5017219"/>
              <a:gd name="connsiteX2726" fmla="*/ 2394647 w 5799173"/>
              <a:gd name="connsiteY2726" fmla="*/ 430364 h 5017219"/>
              <a:gd name="connsiteX2727" fmla="*/ 2394646 w 5799173"/>
              <a:gd name="connsiteY2727" fmla="*/ 428951 h 5017219"/>
              <a:gd name="connsiteX2728" fmla="*/ 2404949 w 5799173"/>
              <a:gd name="connsiteY2728" fmla="*/ 411173 h 5017219"/>
              <a:gd name="connsiteX2729" fmla="*/ 2406195 w 5799173"/>
              <a:gd name="connsiteY2729" fmla="*/ 410425 h 5017219"/>
              <a:gd name="connsiteX2730" fmla="*/ 2426715 w 5799173"/>
              <a:gd name="connsiteY2730" fmla="*/ 410425 h 5017219"/>
              <a:gd name="connsiteX2731" fmla="*/ 2427962 w 5799173"/>
              <a:gd name="connsiteY2731" fmla="*/ 411173 h 5017219"/>
              <a:gd name="connsiteX2732" fmla="*/ 2438264 w 5799173"/>
              <a:gd name="connsiteY2732" fmla="*/ 428951 h 5017219"/>
              <a:gd name="connsiteX2733" fmla="*/ 2438263 w 5799173"/>
              <a:gd name="connsiteY2733" fmla="*/ 430364 h 5017219"/>
              <a:gd name="connsiteX2734" fmla="*/ 2427962 w 5799173"/>
              <a:gd name="connsiteY2734" fmla="*/ 448143 h 5017219"/>
              <a:gd name="connsiteX2735" fmla="*/ 2426716 w 5799173"/>
              <a:gd name="connsiteY2735" fmla="*/ 448891 h 5017219"/>
              <a:gd name="connsiteX2736" fmla="*/ 2526567 w 5799173"/>
              <a:gd name="connsiteY2736" fmla="*/ 481145 h 5017219"/>
              <a:gd name="connsiteX2737" fmla="*/ 2525321 w 5799173"/>
              <a:gd name="connsiteY2737" fmla="*/ 480397 h 5017219"/>
              <a:gd name="connsiteX2738" fmla="*/ 2515019 w 5799173"/>
              <a:gd name="connsiteY2738" fmla="*/ 462618 h 5017219"/>
              <a:gd name="connsiteX2739" fmla="*/ 2515019 w 5799173"/>
              <a:gd name="connsiteY2739" fmla="*/ 461205 h 5017219"/>
              <a:gd name="connsiteX2740" fmla="*/ 2525321 w 5799173"/>
              <a:gd name="connsiteY2740" fmla="*/ 443427 h 5017219"/>
              <a:gd name="connsiteX2741" fmla="*/ 2526567 w 5799173"/>
              <a:gd name="connsiteY2741" fmla="*/ 442679 h 5017219"/>
              <a:gd name="connsiteX2742" fmla="*/ 2547088 w 5799173"/>
              <a:gd name="connsiteY2742" fmla="*/ 442679 h 5017219"/>
              <a:gd name="connsiteX2743" fmla="*/ 2548335 w 5799173"/>
              <a:gd name="connsiteY2743" fmla="*/ 443427 h 5017219"/>
              <a:gd name="connsiteX2744" fmla="*/ 2558636 w 5799173"/>
              <a:gd name="connsiteY2744" fmla="*/ 461205 h 5017219"/>
              <a:gd name="connsiteX2745" fmla="*/ 2558636 w 5799173"/>
              <a:gd name="connsiteY2745" fmla="*/ 462618 h 5017219"/>
              <a:gd name="connsiteX2746" fmla="*/ 2548334 w 5799173"/>
              <a:gd name="connsiteY2746" fmla="*/ 480397 h 5017219"/>
              <a:gd name="connsiteX2747" fmla="*/ 2547088 w 5799173"/>
              <a:gd name="connsiteY2747" fmla="*/ 481145 h 5017219"/>
              <a:gd name="connsiteX2748" fmla="*/ 3910850 w 5799173"/>
              <a:gd name="connsiteY2748" fmla="*/ 852062 h 5017219"/>
              <a:gd name="connsiteX2749" fmla="*/ 3909604 w 5799173"/>
              <a:gd name="connsiteY2749" fmla="*/ 851314 h 5017219"/>
              <a:gd name="connsiteX2750" fmla="*/ 3899302 w 5799173"/>
              <a:gd name="connsiteY2750" fmla="*/ 833535 h 5017219"/>
              <a:gd name="connsiteX2751" fmla="*/ 3899302 w 5799173"/>
              <a:gd name="connsiteY2751" fmla="*/ 832122 h 5017219"/>
              <a:gd name="connsiteX2752" fmla="*/ 3909604 w 5799173"/>
              <a:gd name="connsiteY2752" fmla="*/ 814344 h 5017219"/>
              <a:gd name="connsiteX2753" fmla="*/ 3910850 w 5799173"/>
              <a:gd name="connsiteY2753" fmla="*/ 813596 h 5017219"/>
              <a:gd name="connsiteX2754" fmla="*/ 3931370 w 5799173"/>
              <a:gd name="connsiteY2754" fmla="*/ 813596 h 5017219"/>
              <a:gd name="connsiteX2755" fmla="*/ 3932617 w 5799173"/>
              <a:gd name="connsiteY2755" fmla="*/ 814344 h 5017219"/>
              <a:gd name="connsiteX2756" fmla="*/ 3942918 w 5799173"/>
              <a:gd name="connsiteY2756" fmla="*/ 832122 h 5017219"/>
              <a:gd name="connsiteX2757" fmla="*/ 3942918 w 5799173"/>
              <a:gd name="connsiteY2757" fmla="*/ 833535 h 5017219"/>
              <a:gd name="connsiteX2758" fmla="*/ 3932617 w 5799173"/>
              <a:gd name="connsiteY2758" fmla="*/ 851314 h 5017219"/>
              <a:gd name="connsiteX2759" fmla="*/ 3931370 w 5799173"/>
              <a:gd name="connsiteY2759" fmla="*/ 852062 h 5017219"/>
              <a:gd name="connsiteX2760" fmla="*/ 4091409 w 5799173"/>
              <a:gd name="connsiteY2760" fmla="*/ 900443 h 5017219"/>
              <a:gd name="connsiteX2761" fmla="*/ 4090163 w 5799173"/>
              <a:gd name="connsiteY2761" fmla="*/ 899695 h 5017219"/>
              <a:gd name="connsiteX2762" fmla="*/ 4079861 w 5799173"/>
              <a:gd name="connsiteY2762" fmla="*/ 881916 h 5017219"/>
              <a:gd name="connsiteX2763" fmla="*/ 4079860 w 5799173"/>
              <a:gd name="connsiteY2763" fmla="*/ 880503 h 5017219"/>
              <a:gd name="connsiteX2764" fmla="*/ 4090163 w 5799173"/>
              <a:gd name="connsiteY2764" fmla="*/ 862725 h 5017219"/>
              <a:gd name="connsiteX2765" fmla="*/ 4091409 w 5799173"/>
              <a:gd name="connsiteY2765" fmla="*/ 861977 h 5017219"/>
              <a:gd name="connsiteX2766" fmla="*/ 4111928 w 5799173"/>
              <a:gd name="connsiteY2766" fmla="*/ 861977 h 5017219"/>
              <a:gd name="connsiteX2767" fmla="*/ 4113176 w 5799173"/>
              <a:gd name="connsiteY2767" fmla="*/ 862725 h 5017219"/>
              <a:gd name="connsiteX2768" fmla="*/ 4123477 w 5799173"/>
              <a:gd name="connsiteY2768" fmla="*/ 880502 h 5017219"/>
              <a:gd name="connsiteX2769" fmla="*/ 4123477 w 5799173"/>
              <a:gd name="connsiteY2769" fmla="*/ 881916 h 5017219"/>
              <a:gd name="connsiteX2770" fmla="*/ 4113176 w 5799173"/>
              <a:gd name="connsiteY2770" fmla="*/ 899695 h 5017219"/>
              <a:gd name="connsiteX2771" fmla="*/ 4111929 w 5799173"/>
              <a:gd name="connsiteY2771" fmla="*/ 900443 h 5017219"/>
              <a:gd name="connsiteX2772" fmla="*/ 4211781 w 5799173"/>
              <a:gd name="connsiteY2772" fmla="*/ 932696 h 5017219"/>
              <a:gd name="connsiteX2773" fmla="*/ 4210535 w 5799173"/>
              <a:gd name="connsiteY2773" fmla="*/ 931948 h 5017219"/>
              <a:gd name="connsiteX2774" fmla="*/ 4200233 w 5799173"/>
              <a:gd name="connsiteY2774" fmla="*/ 914170 h 5017219"/>
              <a:gd name="connsiteX2775" fmla="*/ 4200233 w 5799173"/>
              <a:gd name="connsiteY2775" fmla="*/ 912757 h 5017219"/>
              <a:gd name="connsiteX2776" fmla="*/ 4210535 w 5799173"/>
              <a:gd name="connsiteY2776" fmla="*/ 894979 h 5017219"/>
              <a:gd name="connsiteX2777" fmla="*/ 4211781 w 5799173"/>
              <a:gd name="connsiteY2777" fmla="*/ 894231 h 5017219"/>
              <a:gd name="connsiteX2778" fmla="*/ 4232301 w 5799173"/>
              <a:gd name="connsiteY2778" fmla="*/ 894231 h 5017219"/>
              <a:gd name="connsiteX2779" fmla="*/ 4233549 w 5799173"/>
              <a:gd name="connsiteY2779" fmla="*/ 894978 h 5017219"/>
              <a:gd name="connsiteX2780" fmla="*/ 4243849 w 5799173"/>
              <a:gd name="connsiteY2780" fmla="*/ 912756 h 5017219"/>
              <a:gd name="connsiteX2781" fmla="*/ 4243850 w 5799173"/>
              <a:gd name="connsiteY2781" fmla="*/ 914169 h 5017219"/>
              <a:gd name="connsiteX2782" fmla="*/ 4233549 w 5799173"/>
              <a:gd name="connsiteY2782" fmla="*/ 931949 h 5017219"/>
              <a:gd name="connsiteX2783" fmla="*/ 4232301 w 5799173"/>
              <a:gd name="connsiteY2783" fmla="*/ 932696 h 5017219"/>
              <a:gd name="connsiteX2784" fmla="*/ 4271967 w 5799173"/>
              <a:gd name="connsiteY2784" fmla="*/ 948823 h 5017219"/>
              <a:gd name="connsiteX2785" fmla="*/ 4270721 w 5799173"/>
              <a:gd name="connsiteY2785" fmla="*/ 948075 h 5017219"/>
              <a:gd name="connsiteX2786" fmla="*/ 4260419 w 5799173"/>
              <a:gd name="connsiteY2786" fmla="*/ 930296 h 5017219"/>
              <a:gd name="connsiteX2787" fmla="*/ 4260419 w 5799173"/>
              <a:gd name="connsiteY2787" fmla="*/ 928883 h 5017219"/>
              <a:gd name="connsiteX2788" fmla="*/ 4270721 w 5799173"/>
              <a:gd name="connsiteY2788" fmla="*/ 911105 h 5017219"/>
              <a:gd name="connsiteX2789" fmla="*/ 4271967 w 5799173"/>
              <a:gd name="connsiteY2789" fmla="*/ 910357 h 5017219"/>
              <a:gd name="connsiteX2790" fmla="*/ 4292487 w 5799173"/>
              <a:gd name="connsiteY2790" fmla="*/ 910357 h 5017219"/>
              <a:gd name="connsiteX2791" fmla="*/ 4293734 w 5799173"/>
              <a:gd name="connsiteY2791" fmla="*/ 911105 h 5017219"/>
              <a:gd name="connsiteX2792" fmla="*/ 4304035 w 5799173"/>
              <a:gd name="connsiteY2792" fmla="*/ 928883 h 5017219"/>
              <a:gd name="connsiteX2793" fmla="*/ 4304035 w 5799173"/>
              <a:gd name="connsiteY2793" fmla="*/ 930296 h 5017219"/>
              <a:gd name="connsiteX2794" fmla="*/ 4293734 w 5799173"/>
              <a:gd name="connsiteY2794" fmla="*/ 948075 h 5017219"/>
              <a:gd name="connsiteX2795" fmla="*/ 4292487 w 5799173"/>
              <a:gd name="connsiteY2795" fmla="*/ 948823 h 5017219"/>
              <a:gd name="connsiteX2796" fmla="*/ 2285830 w 5799173"/>
              <a:gd name="connsiteY2796" fmla="*/ 416742 h 5017219"/>
              <a:gd name="connsiteX2797" fmla="*/ 2284583 w 5799173"/>
              <a:gd name="connsiteY2797" fmla="*/ 415994 h 5017219"/>
              <a:gd name="connsiteX2798" fmla="*/ 2274282 w 5799173"/>
              <a:gd name="connsiteY2798" fmla="*/ 398133 h 5017219"/>
              <a:gd name="connsiteX2799" fmla="*/ 2274282 w 5799173"/>
              <a:gd name="connsiteY2799" fmla="*/ 396637 h 5017219"/>
              <a:gd name="connsiteX2800" fmla="*/ 2284583 w 5799173"/>
              <a:gd name="connsiteY2800" fmla="*/ 378775 h 5017219"/>
              <a:gd name="connsiteX2801" fmla="*/ 2285830 w 5799173"/>
              <a:gd name="connsiteY2801" fmla="*/ 378027 h 5017219"/>
              <a:gd name="connsiteX2802" fmla="*/ 2306516 w 5799173"/>
              <a:gd name="connsiteY2802" fmla="*/ 378027 h 5017219"/>
              <a:gd name="connsiteX2803" fmla="*/ 2307763 w 5799173"/>
              <a:gd name="connsiteY2803" fmla="*/ 378775 h 5017219"/>
              <a:gd name="connsiteX2804" fmla="*/ 2318065 w 5799173"/>
              <a:gd name="connsiteY2804" fmla="*/ 396637 h 5017219"/>
              <a:gd name="connsiteX2805" fmla="*/ 2318065 w 5799173"/>
              <a:gd name="connsiteY2805" fmla="*/ 398133 h 5017219"/>
              <a:gd name="connsiteX2806" fmla="*/ 2307763 w 5799173"/>
              <a:gd name="connsiteY2806" fmla="*/ 415994 h 5017219"/>
              <a:gd name="connsiteX2807" fmla="*/ 2306516 w 5799173"/>
              <a:gd name="connsiteY2807" fmla="*/ 416742 h 5017219"/>
              <a:gd name="connsiteX2808" fmla="*/ 3790486 w 5799173"/>
              <a:gd name="connsiteY2808" fmla="*/ 819914 h 5017219"/>
              <a:gd name="connsiteX2809" fmla="*/ 3789240 w 5799173"/>
              <a:gd name="connsiteY2809" fmla="*/ 819166 h 5017219"/>
              <a:gd name="connsiteX2810" fmla="*/ 3778938 w 5799173"/>
              <a:gd name="connsiteY2810" fmla="*/ 801305 h 5017219"/>
              <a:gd name="connsiteX2811" fmla="*/ 3778938 w 5799173"/>
              <a:gd name="connsiteY2811" fmla="*/ 799809 h 5017219"/>
              <a:gd name="connsiteX2812" fmla="*/ 3789240 w 5799173"/>
              <a:gd name="connsiteY2812" fmla="*/ 781947 h 5017219"/>
              <a:gd name="connsiteX2813" fmla="*/ 3790487 w 5799173"/>
              <a:gd name="connsiteY2813" fmla="*/ 781199 h 5017219"/>
              <a:gd name="connsiteX2814" fmla="*/ 3811173 w 5799173"/>
              <a:gd name="connsiteY2814" fmla="*/ 781199 h 5017219"/>
              <a:gd name="connsiteX2815" fmla="*/ 3812419 w 5799173"/>
              <a:gd name="connsiteY2815" fmla="*/ 781947 h 5017219"/>
              <a:gd name="connsiteX2816" fmla="*/ 3822721 w 5799173"/>
              <a:gd name="connsiteY2816" fmla="*/ 799809 h 5017219"/>
              <a:gd name="connsiteX2817" fmla="*/ 3822722 w 5799173"/>
              <a:gd name="connsiteY2817" fmla="*/ 801305 h 5017219"/>
              <a:gd name="connsiteX2818" fmla="*/ 3812419 w 5799173"/>
              <a:gd name="connsiteY2818" fmla="*/ 819165 h 5017219"/>
              <a:gd name="connsiteX2819" fmla="*/ 3811173 w 5799173"/>
              <a:gd name="connsiteY2819" fmla="*/ 819913 h 5017219"/>
              <a:gd name="connsiteX2820" fmla="*/ 4031231 w 5799173"/>
              <a:gd name="connsiteY2820" fmla="*/ 884421 h 5017219"/>
              <a:gd name="connsiteX2821" fmla="*/ 4029985 w 5799173"/>
              <a:gd name="connsiteY2821" fmla="*/ 883673 h 5017219"/>
              <a:gd name="connsiteX2822" fmla="*/ 4019683 w 5799173"/>
              <a:gd name="connsiteY2822" fmla="*/ 865812 h 5017219"/>
              <a:gd name="connsiteX2823" fmla="*/ 4019683 w 5799173"/>
              <a:gd name="connsiteY2823" fmla="*/ 864316 h 5017219"/>
              <a:gd name="connsiteX2824" fmla="*/ 4029985 w 5799173"/>
              <a:gd name="connsiteY2824" fmla="*/ 846454 h 5017219"/>
              <a:gd name="connsiteX2825" fmla="*/ 4031231 w 5799173"/>
              <a:gd name="connsiteY2825" fmla="*/ 845706 h 5017219"/>
              <a:gd name="connsiteX2826" fmla="*/ 4051918 w 5799173"/>
              <a:gd name="connsiteY2826" fmla="*/ 845706 h 5017219"/>
              <a:gd name="connsiteX2827" fmla="*/ 4053164 w 5799173"/>
              <a:gd name="connsiteY2827" fmla="*/ 846454 h 5017219"/>
              <a:gd name="connsiteX2828" fmla="*/ 4063466 w 5799173"/>
              <a:gd name="connsiteY2828" fmla="*/ 864316 h 5017219"/>
              <a:gd name="connsiteX2829" fmla="*/ 4063466 w 5799173"/>
              <a:gd name="connsiteY2829" fmla="*/ 865812 h 5017219"/>
              <a:gd name="connsiteX2830" fmla="*/ 4053164 w 5799173"/>
              <a:gd name="connsiteY2830" fmla="*/ 883673 h 5017219"/>
              <a:gd name="connsiteX2831" fmla="*/ 4051918 w 5799173"/>
              <a:gd name="connsiteY2831" fmla="*/ 884421 h 5017219"/>
              <a:gd name="connsiteX2832" fmla="*/ 2345935 w 5799173"/>
              <a:gd name="connsiteY2832" fmla="*/ 432942 h 5017219"/>
              <a:gd name="connsiteX2833" fmla="*/ 2344689 w 5799173"/>
              <a:gd name="connsiteY2833" fmla="*/ 432194 h 5017219"/>
              <a:gd name="connsiteX2834" fmla="*/ 2334304 w 5799173"/>
              <a:gd name="connsiteY2834" fmla="*/ 414249 h 5017219"/>
              <a:gd name="connsiteX2835" fmla="*/ 2334304 w 5799173"/>
              <a:gd name="connsiteY2835" fmla="*/ 412753 h 5017219"/>
              <a:gd name="connsiteX2836" fmla="*/ 2344689 w 5799173"/>
              <a:gd name="connsiteY2836" fmla="*/ 394808 h 5017219"/>
              <a:gd name="connsiteX2837" fmla="*/ 2345935 w 5799173"/>
              <a:gd name="connsiteY2837" fmla="*/ 394060 h 5017219"/>
              <a:gd name="connsiteX2838" fmla="*/ 2366705 w 5799173"/>
              <a:gd name="connsiteY2838" fmla="*/ 394060 h 5017219"/>
              <a:gd name="connsiteX2839" fmla="*/ 2367951 w 5799173"/>
              <a:gd name="connsiteY2839" fmla="*/ 394808 h 5017219"/>
              <a:gd name="connsiteX2840" fmla="*/ 2378336 w 5799173"/>
              <a:gd name="connsiteY2840" fmla="*/ 412753 h 5017219"/>
              <a:gd name="connsiteX2841" fmla="*/ 2378336 w 5799173"/>
              <a:gd name="connsiteY2841" fmla="*/ 414249 h 5017219"/>
              <a:gd name="connsiteX2842" fmla="*/ 2367951 w 5799173"/>
              <a:gd name="connsiteY2842" fmla="*/ 432194 h 5017219"/>
              <a:gd name="connsiteX2843" fmla="*/ 2366705 w 5799173"/>
              <a:gd name="connsiteY2843" fmla="*/ 432941 h 5017219"/>
              <a:gd name="connsiteX2844" fmla="*/ 3670032 w 5799173"/>
              <a:gd name="connsiteY2844" fmla="*/ 787732 h 5017219"/>
              <a:gd name="connsiteX2845" fmla="*/ 3668786 w 5799173"/>
              <a:gd name="connsiteY2845" fmla="*/ 786985 h 5017219"/>
              <a:gd name="connsiteX2846" fmla="*/ 3658401 w 5799173"/>
              <a:gd name="connsiteY2846" fmla="*/ 769040 h 5017219"/>
              <a:gd name="connsiteX2847" fmla="*/ 3658401 w 5799173"/>
              <a:gd name="connsiteY2847" fmla="*/ 767544 h 5017219"/>
              <a:gd name="connsiteX2848" fmla="*/ 3668786 w 5799173"/>
              <a:gd name="connsiteY2848" fmla="*/ 749599 h 5017219"/>
              <a:gd name="connsiteX2849" fmla="*/ 3670032 w 5799173"/>
              <a:gd name="connsiteY2849" fmla="*/ 748851 h 5017219"/>
              <a:gd name="connsiteX2850" fmla="*/ 3690802 w 5799173"/>
              <a:gd name="connsiteY2850" fmla="*/ 748851 h 5017219"/>
              <a:gd name="connsiteX2851" fmla="*/ 3692048 w 5799173"/>
              <a:gd name="connsiteY2851" fmla="*/ 749599 h 5017219"/>
              <a:gd name="connsiteX2852" fmla="*/ 3702433 w 5799173"/>
              <a:gd name="connsiteY2852" fmla="*/ 767544 h 5017219"/>
              <a:gd name="connsiteX2853" fmla="*/ 3702433 w 5799173"/>
              <a:gd name="connsiteY2853" fmla="*/ 769040 h 5017219"/>
              <a:gd name="connsiteX2854" fmla="*/ 3692048 w 5799173"/>
              <a:gd name="connsiteY2854" fmla="*/ 786985 h 5017219"/>
              <a:gd name="connsiteX2855" fmla="*/ 3690802 w 5799173"/>
              <a:gd name="connsiteY2855" fmla="*/ 787732 h 5017219"/>
              <a:gd name="connsiteX2856" fmla="*/ 3730218 w 5799173"/>
              <a:gd name="connsiteY2856" fmla="*/ 803859 h 5017219"/>
              <a:gd name="connsiteX2857" fmla="*/ 3728972 w 5799173"/>
              <a:gd name="connsiteY2857" fmla="*/ 803112 h 5017219"/>
              <a:gd name="connsiteX2858" fmla="*/ 3718587 w 5799173"/>
              <a:gd name="connsiteY2858" fmla="*/ 785167 h 5017219"/>
              <a:gd name="connsiteX2859" fmla="*/ 3718587 w 5799173"/>
              <a:gd name="connsiteY2859" fmla="*/ 783671 h 5017219"/>
              <a:gd name="connsiteX2860" fmla="*/ 3728972 w 5799173"/>
              <a:gd name="connsiteY2860" fmla="*/ 765726 h 5017219"/>
              <a:gd name="connsiteX2861" fmla="*/ 3730218 w 5799173"/>
              <a:gd name="connsiteY2861" fmla="*/ 764978 h 5017219"/>
              <a:gd name="connsiteX2862" fmla="*/ 3750988 w 5799173"/>
              <a:gd name="connsiteY2862" fmla="*/ 764978 h 5017219"/>
              <a:gd name="connsiteX2863" fmla="*/ 3752234 w 5799173"/>
              <a:gd name="connsiteY2863" fmla="*/ 765726 h 5017219"/>
              <a:gd name="connsiteX2864" fmla="*/ 3762619 w 5799173"/>
              <a:gd name="connsiteY2864" fmla="*/ 783671 h 5017219"/>
              <a:gd name="connsiteX2865" fmla="*/ 3762619 w 5799173"/>
              <a:gd name="connsiteY2865" fmla="*/ 785167 h 5017219"/>
              <a:gd name="connsiteX2866" fmla="*/ 3752234 w 5799173"/>
              <a:gd name="connsiteY2866" fmla="*/ 803112 h 5017219"/>
              <a:gd name="connsiteX2867" fmla="*/ 3750988 w 5799173"/>
              <a:gd name="connsiteY2867" fmla="*/ 803859 h 5017219"/>
              <a:gd name="connsiteX2868" fmla="*/ 3970963 w 5799173"/>
              <a:gd name="connsiteY2868" fmla="*/ 868367 h 5017219"/>
              <a:gd name="connsiteX2869" fmla="*/ 3969717 w 5799173"/>
              <a:gd name="connsiteY2869" fmla="*/ 867619 h 5017219"/>
              <a:gd name="connsiteX2870" fmla="*/ 3959332 w 5799173"/>
              <a:gd name="connsiteY2870" fmla="*/ 849674 h 5017219"/>
              <a:gd name="connsiteX2871" fmla="*/ 3959332 w 5799173"/>
              <a:gd name="connsiteY2871" fmla="*/ 848178 h 5017219"/>
              <a:gd name="connsiteX2872" fmla="*/ 3969718 w 5799173"/>
              <a:gd name="connsiteY2872" fmla="*/ 830233 h 5017219"/>
              <a:gd name="connsiteX2873" fmla="*/ 3970964 w 5799173"/>
              <a:gd name="connsiteY2873" fmla="*/ 829485 h 5017219"/>
              <a:gd name="connsiteX2874" fmla="*/ 3991733 w 5799173"/>
              <a:gd name="connsiteY2874" fmla="*/ 829485 h 5017219"/>
              <a:gd name="connsiteX2875" fmla="*/ 3992979 w 5799173"/>
              <a:gd name="connsiteY2875" fmla="*/ 830233 h 5017219"/>
              <a:gd name="connsiteX2876" fmla="*/ 4003365 w 5799173"/>
              <a:gd name="connsiteY2876" fmla="*/ 848178 h 5017219"/>
              <a:gd name="connsiteX2877" fmla="*/ 4003364 w 5799173"/>
              <a:gd name="connsiteY2877" fmla="*/ 849674 h 5017219"/>
              <a:gd name="connsiteX2878" fmla="*/ 3992979 w 5799173"/>
              <a:gd name="connsiteY2878" fmla="*/ 867619 h 5017219"/>
              <a:gd name="connsiteX2879" fmla="*/ 3991733 w 5799173"/>
              <a:gd name="connsiteY2879" fmla="*/ 868366 h 5017219"/>
              <a:gd name="connsiteX2880" fmla="*/ 4332081 w 5799173"/>
              <a:gd name="connsiteY2880" fmla="*/ 965128 h 5017219"/>
              <a:gd name="connsiteX2881" fmla="*/ 4330835 w 5799173"/>
              <a:gd name="connsiteY2881" fmla="*/ 964380 h 5017219"/>
              <a:gd name="connsiteX2882" fmla="*/ 4320450 w 5799173"/>
              <a:gd name="connsiteY2882" fmla="*/ 946435 h 5017219"/>
              <a:gd name="connsiteX2883" fmla="*/ 4320449 w 5799173"/>
              <a:gd name="connsiteY2883" fmla="*/ 944939 h 5017219"/>
              <a:gd name="connsiteX2884" fmla="*/ 4330835 w 5799173"/>
              <a:gd name="connsiteY2884" fmla="*/ 926994 h 5017219"/>
              <a:gd name="connsiteX2885" fmla="*/ 4332081 w 5799173"/>
              <a:gd name="connsiteY2885" fmla="*/ 926246 h 5017219"/>
              <a:gd name="connsiteX2886" fmla="*/ 4352850 w 5799173"/>
              <a:gd name="connsiteY2886" fmla="*/ 926246 h 5017219"/>
              <a:gd name="connsiteX2887" fmla="*/ 4354096 w 5799173"/>
              <a:gd name="connsiteY2887" fmla="*/ 926994 h 5017219"/>
              <a:gd name="connsiteX2888" fmla="*/ 4364482 w 5799173"/>
              <a:gd name="connsiteY2888" fmla="*/ 944939 h 5017219"/>
              <a:gd name="connsiteX2889" fmla="*/ 4364482 w 5799173"/>
              <a:gd name="connsiteY2889" fmla="*/ 946435 h 5017219"/>
              <a:gd name="connsiteX2890" fmla="*/ 4354097 w 5799173"/>
              <a:gd name="connsiteY2890" fmla="*/ 964380 h 5017219"/>
              <a:gd name="connsiteX2891" fmla="*/ 4352850 w 5799173"/>
              <a:gd name="connsiteY2891" fmla="*/ 965127 h 5017219"/>
              <a:gd name="connsiteX2892" fmla="*/ 2225479 w 5799173"/>
              <a:gd name="connsiteY2892" fmla="*/ 400772 h 5017219"/>
              <a:gd name="connsiteX2893" fmla="*/ 2224233 w 5799173"/>
              <a:gd name="connsiteY2893" fmla="*/ 400024 h 5017219"/>
              <a:gd name="connsiteX2894" fmla="*/ 2213848 w 5799173"/>
              <a:gd name="connsiteY2894" fmla="*/ 381996 h 5017219"/>
              <a:gd name="connsiteX2895" fmla="*/ 2213848 w 5799173"/>
              <a:gd name="connsiteY2895" fmla="*/ 380500 h 5017219"/>
              <a:gd name="connsiteX2896" fmla="*/ 2224316 w 5799173"/>
              <a:gd name="connsiteY2896" fmla="*/ 362472 h 5017219"/>
              <a:gd name="connsiteX2897" fmla="*/ 2225562 w 5799173"/>
              <a:gd name="connsiteY2897" fmla="*/ 361725 h 5017219"/>
              <a:gd name="connsiteX2898" fmla="*/ 2246415 w 5799173"/>
              <a:gd name="connsiteY2898" fmla="*/ 361725 h 5017219"/>
              <a:gd name="connsiteX2899" fmla="*/ 2247662 w 5799173"/>
              <a:gd name="connsiteY2899" fmla="*/ 362472 h 5017219"/>
              <a:gd name="connsiteX2900" fmla="*/ 2258046 w 5799173"/>
              <a:gd name="connsiteY2900" fmla="*/ 380499 h 5017219"/>
              <a:gd name="connsiteX2901" fmla="*/ 2258046 w 5799173"/>
              <a:gd name="connsiteY2901" fmla="*/ 381995 h 5017219"/>
              <a:gd name="connsiteX2902" fmla="*/ 2247578 w 5799173"/>
              <a:gd name="connsiteY2902" fmla="*/ 400024 h 5017219"/>
              <a:gd name="connsiteX2903" fmla="*/ 2246332 w 5799173"/>
              <a:gd name="connsiteY2903" fmla="*/ 400772 h 5017219"/>
              <a:gd name="connsiteX2904" fmla="*/ 4151438 w 5799173"/>
              <a:gd name="connsiteY2904" fmla="*/ 916831 h 5017219"/>
              <a:gd name="connsiteX2905" fmla="*/ 4150192 w 5799173"/>
              <a:gd name="connsiteY2905" fmla="*/ 916083 h 5017219"/>
              <a:gd name="connsiteX2906" fmla="*/ 4139807 w 5799173"/>
              <a:gd name="connsiteY2906" fmla="*/ 898055 h 5017219"/>
              <a:gd name="connsiteX2907" fmla="*/ 4139807 w 5799173"/>
              <a:gd name="connsiteY2907" fmla="*/ 896559 h 5017219"/>
              <a:gd name="connsiteX2908" fmla="*/ 4150275 w 5799173"/>
              <a:gd name="connsiteY2908" fmla="*/ 878531 h 5017219"/>
              <a:gd name="connsiteX2909" fmla="*/ 4151521 w 5799173"/>
              <a:gd name="connsiteY2909" fmla="*/ 877784 h 5017219"/>
              <a:gd name="connsiteX2910" fmla="*/ 4172374 w 5799173"/>
              <a:gd name="connsiteY2910" fmla="*/ 877784 h 5017219"/>
              <a:gd name="connsiteX2911" fmla="*/ 4173620 w 5799173"/>
              <a:gd name="connsiteY2911" fmla="*/ 878531 h 5017219"/>
              <a:gd name="connsiteX2912" fmla="*/ 4184005 w 5799173"/>
              <a:gd name="connsiteY2912" fmla="*/ 896559 h 5017219"/>
              <a:gd name="connsiteX2913" fmla="*/ 4184005 w 5799173"/>
              <a:gd name="connsiteY2913" fmla="*/ 898055 h 5017219"/>
              <a:gd name="connsiteX2914" fmla="*/ 4173537 w 5799173"/>
              <a:gd name="connsiteY2914" fmla="*/ 916083 h 5017219"/>
              <a:gd name="connsiteX2915" fmla="*/ 4172291 w 5799173"/>
              <a:gd name="connsiteY2915" fmla="*/ 916831 h 5017219"/>
              <a:gd name="connsiteX2916" fmla="*/ 2165233 w 5799173"/>
              <a:gd name="connsiteY2916" fmla="*/ 384803 h 5017219"/>
              <a:gd name="connsiteX2917" fmla="*/ 2163986 w 5799173"/>
              <a:gd name="connsiteY2917" fmla="*/ 384055 h 5017219"/>
              <a:gd name="connsiteX2918" fmla="*/ 2153435 w 5799173"/>
              <a:gd name="connsiteY2918" fmla="*/ 365777 h 5017219"/>
              <a:gd name="connsiteX2919" fmla="*/ 2153435 w 5799173"/>
              <a:gd name="connsiteY2919" fmla="*/ 364282 h 5017219"/>
              <a:gd name="connsiteX2920" fmla="*/ 2163987 w 5799173"/>
              <a:gd name="connsiteY2920" fmla="*/ 346004 h 5017219"/>
              <a:gd name="connsiteX2921" fmla="*/ 2165232 w 5799173"/>
              <a:gd name="connsiteY2921" fmla="*/ 345257 h 5017219"/>
              <a:gd name="connsiteX2922" fmla="*/ 2186252 w 5799173"/>
              <a:gd name="connsiteY2922" fmla="*/ 345257 h 5017219"/>
              <a:gd name="connsiteX2923" fmla="*/ 2187498 w 5799173"/>
              <a:gd name="connsiteY2923" fmla="*/ 346004 h 5017219"/>
              <a:gd name="connsiteX2924" fmla="*/ 2198050 w 5799173"/>
              <a:gd name="connsiteY2924" fmla="*/ 364282 h 5017219"/>
              <a:gd name="connsiteX2925" fmla="*/ 2198050 w 5799173"/>
              <a:gd name="connsiteY2925" fmla="*/ 365777 h 5017219"/>
              <a:gd name="connsiteX2926" fmla="*/ 2187497 w 5799173"/>
              <a:gd name="connsiteY2926" fmla="*/ 384055 h 5017219"/>
              <a:gd name="connsiteX2927" fmla="*/ 2186251 w 5799173"/>
              <a:gd name="connsiteY2927" fmla="*/ 384803 h 5017219"/>
              <a:gd name="connsiteX2928" fmla="*/ 4392123 w 5799173"/>
              <a:gd name="connsiteY2928" fmla="*/ 981497 h 5017219"/>
              <a:gd name="connsiteX2929" fmla="*/ 4390877 w 5799173"/>
              <a:gd name="connsiteY2929" fmla="*/ 980749 h 5017219"/>
              <a:gd name="connsiteX2930" fmla="*/ 4380326 w 5799173"/>
              <a:gd name="connsiteY2930" fmla="*/ 962471 h 5017219"/>
              <a:gd name="connsiteX2931" fmla="*/ 4380326 w 5799173"/>
              <a:gd name="connsiteY2931" fmla="*/ 960976 h 5017219"/>
              <a:gd name="connsiteX2932" fmla="*/ 4390877 w 5799173"/>
              <a:gd name="connsiteY2932" fmla="*/ 942698 h 5017219"/>
              <a:gd name="connsiteX2933" fmla="*/ 4392123 w 5799173"/>
              <a:gd name="connsiteY2933" fmla="*/ 941951 h 5017219"/>
              <a:gd name="connsiteX2934" fmla="*/ 4413142 w 5799173"/>
              <a:gd name="connsiteY2934" fmla="*/ 941950 h 5017219"/>
              <a:gd name="connsiteX2935" fmla="*/ 4414389 w 5799173"/>
              <a:gd name="connsiteY2935" fmla="*/ 942697 h 5017219"/>
              <a:gd name="connsiteX2936" fmla="*/ 4424939 w 5799173"/>
              <a:gd name="connsiteY2936" fmla="*/ 960975 h 5017219"/>
              <a:gd name="connsiteX2937" fmla="*/ 4424939 w 5799173"/>
              <a:gd name="connsiteY2937" fmla="*/ 962470 h 5017219"/>
              <a:gd name="connsiteX2938" fmla="*/ 4414388 w 5799173"/>
              <a:gd name="connsiteY2938" fmla="*/ 980748 h 5017219"/>
              <a:gd name="connsiteX2939" fmla="*/ 4413142 w 5799173"/>
              <a:gd name="connsiteY2939" fmla="*/ 981496 h 5017219"/>
              <a:gd name="connsiteX2940" fmla="*/ 4452309 w 5799173"/>
              <a:gd name="connsiteY2940" fmla="*/ 997623 h 5017219"/>
              <a:gd name="connsiteX2941" fmla="*/ 4451063 w 5799173"/>
              <a:gd name="connsiteY2941" fmla="*/ 996875 h 5017219"/>
              <a:gd name="connsiteX2942" fmla="*/ 4440512 w 5799173"/>
              <a:gd name="connsiteY2942" fmla="*/ 978597 h 5017219"/>
              <a:gd name="connsiteX2943" fmla="*/ 4440512 w 5799173"/>
              <a:gd name="connsiteY2943" fmla="*/ 977102 h 5017219"/>
              <a:gd name="connsiteX2944" fmla="*/ 4451063 w 5799173"/>
              <a:gd name="connsiteY2944" fmla="*/ 958824 h 5017219"/>
              <a:gd name="connsiteX2945" fmla="*/ 4452309 w 5799173"/>
              <a:gd name="connsiteY2945" fmla="*/ 958077 h 5017219"/>
              <a:gd name="connsiteX2946" fmla="*/ 4473328 w 5799173"/>
              <a:gd name="connsiteY2946" fmla="*/ 958077 h 5017219"/>
              <a:gd name="connsiteX2947" fmla="*/ 4474574 w 5799173"/>
              <a:gd name="connsiteY2947" fmla="*/ 958824 h 5017219"/>
              <a:gd name="connsiteX2948" fmla="*/ 4485125 w 5799173"/>
              <a:gd name="connsiteY2948" fmla="*/ 977102 h 5017219"/>
              <a:gd name="connsiteX2949" fmla="*/ 4485125 w 5799173"/>
              <a:gd name="connsiteY2949" fmla="*/ 978597 h 5017219"/>
              <a:gd name="connsiteX2950" fmla="*/ 4474574 w 5799173"/>
              <a:gd name="connsiteY2950" fmla="*/ 996875 h 5017219"/>
              <a:gd name="connsiteX2951" fmla="*/ 4473328 w 5799173"/>
              <a:gd name="connsiteY2951" fmla="*/ 997623 h 5017219"/>
              <a:gd name="connsiteX2952" fmla="*/ 2044516 w 5799173"/>
              <a:gd name="connsiteY2952" fmla="*/ 353222 h 5017219"/>
              <a:gd name="connsiteX2953" fmla="*/ 2043188 w 5799173"/>
              <a:gd name="connsiteY2953" fmla="*/ 352474 h 5017219"/>
              <a:gd name="connsiteX2954" fmla="*/ 2032303 w 5799173"/>
              <a:gd name="connsiteY2954" fmla="*/ 333615 h 5017219"/>
              <a:gd name="connsiteX2955" fmla="*/ 2032304 w 5799173"/>
              <a:gd name="connsiteY2955" fmla="*/ 332038 h 5017219"/>
              <a:gd name="connsiteX2956" fmla="*/ 2043188 w 5799173"/>
              <a:gd name="connsiteY2956" fmla="*/ 313178 h 5017219"/>
              <a:gd name="connsiteX2957" fmla="*/ 2044517 w 5799173"/>
              <a:gd name="connsiteY2957" fmla="*/ 312430 h 5017219"/>
              <a:gd name="connsiteX2958" fmla="*/ 2066283 w 5799173"/>
              <a:gd name="connsiteY2958" fmla="*/ 312430 h 5017219"/>
              <a:gd name="connsiteX2959" fmla="*/ 2067612 w 5799173"/>
              <a:gd name="connsiteY2959" fmla="*/ 313178 h 5017219"/>
              <a:gd name="connsiteX2960" fmla="*/ 2078496 w 5799173"/>
              <a:gd name="connsiteY2960" fmla="*/ 332037 h 5017219"/>
              <a:gd name="connsiteX2961" fmla="*/ 2078495 w 5799173"/>
              <a:gd name="connsiteY2961" fmla="*/ 333616 h 5017219"/>
              <a:gd name="connsiteX2962" fmla="*/ 2067611 w 5799173"/>
              <a:gd name="connsiteY2962" fmla="*/ 352474 h 5017219"/>
              <a:gd name="connsiteX2963" fmla="*/ 2066283 w 5799173"/>
              <a:gd name="connsiteY2963" fmla="*/ 353222 h 5017219"/>
              <a:gd name="connsiteX2964" fmla="*/ 1923871 w 5799173"/>
              <a:gd name="connsiteY2964" fmla="*/ 321381 h 5017219"/>
              <a:gd name="connsiteX2965" fmla="*/ 1922542 w 5799173"/>
              <a:gd name="connsiteY2965" fmla="*/ 320634 h 5017219"/>
              <a:gd name="connsiteX2966" fmla="*/ 1911493 w 5799173"/>
              <a:gd name="connsiteY2966" fmla="*/ 301443 h 5017219"/>
              <a:gd name="connsiteX2967" fmla="*/ 1911493 w 5799173"/>
              <a:gd name="connsiteY2967" fmla="*/ 299864 h 5017219"/>
              <a:gd name="connsiteX2968" fmla="*/ 1922626 w 5799173"/>
              <a:gd name="connsiteY2968" fmla="*/ 280673 h 5017219"/>
              <a:gd name="connsiteX2969" fmla="*/ 1923955 w 5799173"/>
              <a:gd name="connsiteY2969" fmla="*/ 279925 h 5017219"/>
              <a:gd name="connsiteX2970" fmla="*/ 1946138 w 5799173"/>
              <a:gd name="connsiteY2970" fmla="*/ 279925 h 5017219"/>
              <a:gd name="connsiteX2971" fmla="*/ 1947466 w 5799173"/>
              <a:gd name="connsiteY2971" fmla="*/ 280673 h 5017219"/>
              <a:gd name="connsiteX2972" fmla="*/ 1958516 w 5799173"/>
              <a:gd name="connsiteY2972" fmla="*/ 299864 h 5017219"/>
              <a:gd name="connsiteX2973" fmla="*/ 1958517 w 5799173"/>
              <a:gd name="connsiteY2973" fmla="*/ 301443 h 5017219"/>
              <a:gd name="connsiteX2974" fmla="*/ 1947383 w 5799173"/>
              <a:gd name="connsiteY2974" fmla="*/ 320633 h 5017219"/>
              <a:gd name="connsiteX2975" fmla="*/ 1946055 w 5799173"/>
              <a:gd name="connsiteY2975" fmla="*/ 321381 h 5017219"/>
              <a:gd name="connsiteX2976" fmla="*/ 1863625 w 5799173"/>
              <a:gd name="connsiteY2976" fmla="*/ 305413 h 5017219"/>
              <a:gd name="connsiteX2977" fmla="*/ 1862297 w 5799173"/>
              <a:gd name="connsiteY2977" fmla="*/ 304582 h 5017219"/>
              <a:gd name="connsiteX2978" fmla="*/ 1851080 w 5799173"/>
              <a:gd name="connsiteY2978" fmla="*/ 285225 h 5017219"/>
              <a:gd name="connsiteX2979" fmla="*/ 1851080 w 5799173"/>
              <a:gd name="connsiteY2979" fmla="*/ 283646 h 5017219"/>
              <a:gd name="connsiteX2980" fmla="*/ 1862296 w 5799173"/>
              <a:gd name="connsiteY2980" fmla="*/ 264289 h 5017219"/>
              <a:gd name="connsiteX2981" fmla="*/ 1863625 w 5799173"/>
              <a:gd name="connsiteY2981" fmla="*/ 263458 h 5017219"/>
              <a:gd name="connsiteX2982" fmla="*/ 1885974 w 5799173"/>
              <a:gd name="connsiteY2982" fmla="*/ 263458 h 5017219"/>
              <a:gd name="connsiteX2983" fmla="*/ 1887303 w 5799173"/>
              <a:gd name="connsiteY2983" fmla="*/ 264289 h 5017219"/>
              <a:gd name="connsiteX2984" fmla="*/ 1898518 w 5799173"/>
              <a:gd name="connsiteY2984" fmla="*/ 283646 h 5017219"/>
              <a:gd name="connsiteX2985" fmla="*/ 1898518 w 5799173"/>
              <a:gd name="connsiteY2985" fmla="*/ 285225 h 5017219"/>
              <a:gd name="connsiteX2986" fmla="*/ 1887303 w 5799173"/>
              <a:gd name="connsiteY2986" fmla="*/ 304582 h 5017219"/>
              <a:gd name="connsiteX2987" fmla="*/ 1885973 w 5799173"/>
              <a:gd name="connsiteY2987" fmla="*/ 305413 h 5017219"/>
              <a:gd name="connsiteX2988" fmla="*/ 1983995 w 5799173"/>
              <a:gd name="connsiteY2988" fmla="*/ 337771 h 5017219"/>
              <a:gd name="connsiteX2989" fmla="*/ 1982582 w 5799173"/>
              <a:gd name="connsiteY2989" fmla="*/ 336941 h 5017219"/>
              <a:gd name="connsiteX2990" fmla="*/ 1971367 w 5799173"/>
              <a:gd name="connsiteY2990" fmla="*/ 317500 h 5017219"/>
              <a:gd name="connsiteX2991" fmla="*/ 1971367 w 5799173"/>
              <a:gd name="connsiteY2991" fmla="*/ 315921 h 5017219"/>
              <a:gd name="connsiteX2992" fmla="*/ 1982582 w 5799173"/>
              <a:gd name="connsiteY2992" fmla="*/ 296481 h 5017219"/>
              <a:gd name="connsiteX2993" fmla="*/ 1983995 w 5799173"/>
              <a:gd name="connsiteY2993" fmla="*/ 295650 h 5017219"/>
              <a:gd name="connsiteX2994" fmla="*/ 2006509 w 5799173"/>
              <a:gd name="connsiteY2994" fmla="*/ 295650 h 5017219"/>
              <a:gd name="connsiteX2995" fmla="*/ 2007922 w 5799173"/>
              <a:gd name="connsiteY2995" fmla="*/ 296481 h 5017219"/>
              <a:gd name="connsiteX2996" fmla="*/ 2019137 w 5799173"/>
              <a:gd name="connsiteY2996" fmla="*/ 315921 h 5017219"/>
              <a:gd name="connsiteX2997" fmla="*/ 2019137 w 5799173"/>
              <a:gd name="connsiteY2997" fmla="*/ 317500 h 5017219"/>
              <a:gd name="connsiteX2998" fmla="*/ 2007922 w 5799173"/>
              <a:gd name="connsiteY2998" fmla="*/ 336941 h 5017219"/>
              <a:gd name="connsiteX2999" fmla="*/ 2006509 w 5799173"/>
              <a:gd name="connsiteY2999" fmla="*/ 337771 h 5017219"/>
              <a:gd name="connsiteX3000" fmla="*/ 1615373 w 5799173"/>
              <a:gd name="connsiteY3000" fmla="*/ 281029 h 5017219"/>
              <a:gd name="connsiteX3001" fmla="*/ 1614791 w 5799173"/>
              <a:gd name="connsiteY3001" fmla="*/ 280697 h 5017219"/>
              <a:gd name="connsiteX3002" fmla="*/ 1610056 w 5799173"/>
              <a:gd name="connsiteY3002" fmla="*/ 272472 h 5017219"/>
              <a:gd name="connsiteX3003" fmla="*/ 1610056 w 5799173"/>
              <a:gd name="connsiteY3003" fmla="*/ 271807 h 5017219"/>
              <a:gd name="connsiteX3004" fmla="*/ 1614792 w 5799173"/>
              <a:gd name="connsiteY3004" fmla="*/ 263582 h 5017219"/>
              <a:gd name="connsiteX3005" fmla="*/ 1615373 w 5799173"/>
              <a:gd name="connsiteY3005" fmla="*/ 263250 h 5017219"/>
              <a:gd name="connsiteX3006" fmla="*/ 1624845 w 5799173"/>
              <a:gd name="connsiteY3006" fmla="*/ 263250 h 5017219"/>
              <a:gd name="connsiteX3007" fmla="*/ 1625426 w 5799173"/>
              <a:gd name="connsiteY3007" fmla="*/ 263582 h 5017219"/>
              <a:gd name="connsiteX3008" fmla="*/ 1630161 w 5799173"/>
              <a:gd name="connsiteY3008" fmla="*/ 271807 h 5017219"/>
              <a:gd name="connsiteX3009" fmla="*/ 1630161 w 5799173"/>
              <a:gd name="connsiteY3009" fmla="*/ 272472 h 5017219"/>
              <a:gd name="connsiteX3010" fmla="*/ 1625426 w 5799173"/>
              <a:gd name="connsiteY3010" fmla="*/ 280697 h 5017219"/>
              <a:gd name="connsiteX3011" fmla="*/ 1624844 w 5799173"/>
              <a:gd name="connsiteY3011" fmla="*/ 281029 h 5017219"/>
              <a:gd name="connsiteX3012" fmla="*/ 1672579 w 5799173"/>
              <a:gd name="connsiteY3012" fmla="*/ 302640 h 5017219"/>
              <a:gd name="connsiteX3013" fmla="*/ 1671665 w 5799173"/>
              <a:gd name="connsiteY3013" fmla="*/ 302059 h 5017219"/>
              <a:gd name="connsiteX3014" fmla="*/ 1664022 w 5799173"/>
              <a:gd name="connsiteY3014" fmla="*/ 288766 h 5017219"/>
              <a:gd name="connsiteX3015" fmla="*/ 1664022 w 5799173"/>
              <a:gd name="connsiteY3015" fmla="*/ 287686 h 5017219"/>
              <a:gd name="connsiteX3016" fmla="*/ 1671748 w 5799173"/>
              <a:gd name="connsiteY3016" fmla="*/ 274394 h 5017219"/>
              <a:gd name="connsiteX3017" fmla="*/ 1672662 w 5799173"/>
              <a:gd name="connsiteY3017" fmla="*/ 273813 h 5017219"/>
              <a:gd name="connsiteX3018" fmla="*/ 1688032 w 5799173"/>
              <a:gd name="connsiteY3018" fmla="*/ 273812 h 5017219"/>
              <a:gd name="connsiteX3019" fmla="*/ 1688945 w 5799173"/>
              <a:gd name="connsiteY3019" fmla="*/ 274394 h 5017219"/>
              <a:gd name="connsiteX3020" fmla="*/ 1696589 w 5799173"/>
              <a:gd name="connsiteY3020" fmla="*/ 287687 h 5017219"/>
              <a:gd name="connsiteX3021" fmla="*/ 1696589 w 5799173"/>
              <a:gd name="connsiteY3021" fmla="*/ 288766 h 5017219"/>
              <a:gd name="connsiteX3022" fmla="*/ 1688863 w 5799173"/>
              <a:gd name="connsiteY3022" fmla="*/ 302059 h 5017219"/>
              <a:gd name="connsiteX3023" fmla="*/ 1687949 w 5799173"/>
              <a:gd name="connsiteY3023" fmla="*/ 302640 h 5017219"/>
              <a:gd name="connsiteX3024" fmla="*/ 1731985 w 5799173"/>
              <a:gd name="connsiteY3024" fmla="*/ 320342 h 5017219"/>
              <a:gd name="connsiteX3025" fmla="*/ 1730989 w 5799173"/>
              <a:gd name="connsiteY3025" fmla="*/ 319761 h 5017219"/>
              <a:gd name="connsiteX3026" fmla="*/ 1722514 w 5799173"/>
              <a:gd name="connsiteY3026" fmla="*/ 305056 h 5017219"/>
              <a:gd name="connsiteX3027" fmla="*/ 1722515 w 5799173"/>
              <a:gd name="connsiteY3027" fmla="*/ 303892 h 5017219"/>
              <a:gd name="connsiteX3028" fmla="*/ 1730989 w 5799173"/>
              <a:gd name="connsiteY3028" fmla="*/ 289188 h 5017219"/>
              <a:gd name="connsiteX3029" fmla="*/ 1731986 w 5799173"/>
              <a:gd name="connsiteY3029" fmla="*/ 288606 h 5017219"/>
              <a:gd name="connsiteX3030" fmla="*/ 1748934 w 5799173"/>
              <a:gd name="connsiteY3030" fmla="*/ 288606 h 5017219"/>
              <a:gd name="connsiteX3031" fmla="*/ 1749930 w 5799173"/>
              <a:gd name="connsiteY3031" fmla="*/ 289188 h 5017219"/>
              <a:gd name="connsiteX3032" fmla="*/ 1758405 w 5799173"/>
              <a:gd name="connsiteY3032" fmla="*/ 303892 h 5017219"/>
              <a:gd name="connsiteX3033" fmla="*/ 1758404 w 5799173"/>
              <a:gd name="connsiteY3033" fmla="*/ 305056 h 5017219"/>
              <a:gd name="connsiteX3034" fmla="*/ 1749931 w 5799173"/>
              <a:gd name="connsiteY3034" fmla="*/ 319761 h 5017219"/>
              <a:gd name="connsiteX3035" fmla="*/ 1748933 w 5799173"/>
              <a:gd name="connsiteY3035" fmla="*/ 320342 h 5017219"/>
              <a:gd name="connsiteX3036" fmla="*/ 2092210 w 5799173"/>
              <a:gd name="connsiteY3036" fmla="*/ 418768 h 5017219"/>
              <a:gd name="connsiteX3037" fmla="*/ 2091047 w 5799173"/>
              <a:gd name="connsiteY3037" fmla="*/ 418104 h 5017219"/>
              <a:gd name="connsiteX3038" fmla="*/ 2081659 w 5799173"/>
              <a:gd name="connsiteY3038" fmla="*/ 401821 h 5017219"/>
              <a:gd name="connsiteX3039" fmla="*/ 2081659 w 5799173"/>
              <a:gd name="connsiteY3039" fmla="*/ 400491 h 5017219"/>
              <a:gd name="connsiteX3040" fmla="*/ 2091047 w 5799173"/>
              <a:gd name="connsiteY3040" fmla="*/ 384208 h 5017219"/>
              <a:gd name="connsiteX3041" fmla="*/ 2092210 w 5799173"/>
              <a:gd name="connsiteY3041" fmla="*/ 383543 h 5017219"/>
              <a:gd name="connsiteX3042" fmla="*/ 2110986 w 5799173"/>
              <a:gd name="connsiteY3042" fmla="*/ 383543 h 5017219"/>
              <a:gd name="connsiteX3043" fmla="*/ 2112149 w 5799173"/>
              <a:gd name="connsiteY3043" fmla="*/ 384208 h 5017219"/>
              <a:gd name="connsiteX3044" fmla="*/ 2121537 w 5799173"/>
              <a:gd name="connsiteY3044" fmla="*/ 400491 h 5017219"/>
              <a:gd name="connsiteX3045" fmla="*/ 2121537 w 5799173"/>
              <a:gd name="connsiteY3045" fmla="*/ 401821 h 5017219"/>
              <a:gd name="connsiteX3046" fmla="*/ 2112149 w 5799173"/>
              <a:gd name="connsiteY3046" fmla="*/ 418104 h 5017219"/>
              <a:gd name="connsiteX3047" fmla="*/ 2110986 w 5799173"/>
              <a:gd name="connsiteY3047" fmla="*/ 418768 h 5017219"/>
              <a:gd name="connsiteX3048" fmla="*/ 3596597 w 5799173"/>
              <a:gd name="connsiteY3048" fmla="*/ 822341 h 5017219"/>
              <a:gd name="connsiteX3049" fmla="*/ 3595434 w 5799173"/>
              <a:gd name="connsiteY3049" fmla="*/ 821675 h 5017219"/>
              <a:gd name="connsiteX3050" fmla="*/ 3585796 w 5799173"/>
              <a:gd name="connsiteY3050" fmla="*/ 805060 h 5017219"/>
              <a:gd name="connsiteX3051" fmla="*/ 3585797 w 5799173"/>
              <a:gd name="connsiteY3051" fmla="*/ 803731 h 5017219"/>
              <a:gd name="connsiteX3052" fmla="*/ 3595434 w 5799173"/>
              <a:gd name="connsiteY3052" fmla="*/ 787115 h 5017219"/>
              <a:gd name="connsiteX3053" fmla="*/ 3596597 w 5799173"/>
              <a:gd name="connsiteY3053" fmla="*/ 786451 h 5017219"/>
              <a:gd name="connsiteX3054" fmla="*/ 3615789 w 5799173"/>
              <a:gd name="connsiteY3054" fmla="*/ 786450 h 5017219"/>
              <a:gd name="connsiteX3055" fmla="*/ 3616951 w 5799173"/>
              <a:gd name="connsiteY3055" fmla="*/ 787114 h 5017219"/>
              <a:gd name="connsiteX3056" fmla="*/ 3626589 w 5799173"/>
              <a:gd name="connsiteY3056" fmla="*/ 803730 h 5017219"/>
              <a:gd name="connsiteX3057" fmla="*/ 3626588 w 5799173"/>
              <a:gd name="connsiteY3057" fmla="*/ 805061 h 5017219"/>
              <a:gd name="connsiteX3058" fmla="*/ 3616952 w 5799173"/>
              <a:gd name="connsiteY3058" fmla="*/ 821676 h 5017219"/>
              <a:gd name="connsiteX3059" fmla="*/ 3615788 w 5799173"/>
              <a:gd name="connsiteY3059" fmla="*/ 822341 h 5017219"/>
              <a:gd name="connsiteX3060" fmla="*/ 3536408 w 5799173"/>
              <a:gd name="connsiteY3060" fmla="*/ 806318 h 5017219"/>
              <a:gd name="connsiteX3061" fmla="*/ 3535245 w 5799173"/>
              <a:gd name="connsiteY3061" fmla="*/ 805654 h 5017219"/>
              <a:gd name="connsiteX3062" fmla="*/ 3525608 w 5799173"/>
              <a:gd name="connsiteY3062" fmla="*/ 788955 h 5017219"/>
              <a:gd name="connsiteX3063" fmla="*/ 3525608 w 5799173"/>
              <a:gd name="connsiteY3063" fmla="*/ 787625 h 5017219"/>
              <a:gd name="connsiteX3064" fmla="*/ 3535245 w 5799173"/>
              <a:gd name="connsiteY3064" fmla="*/ 770927 h 5017219"/>
              <a:gd name="connsiteX3065" fmla="*/ 3536408 w 5799173"/>
              <a:gd name="connsiteY3065" fmla="*/ 770263 h 5017219"/>
              <a:gd name="connsiteX3066" fmla="*/ 3555766 w 5799173"/>
              <a:gd name="connsiteY3066" fmla="*/ 770262 h 5017219"/>
              <a:gd name="connsiteX3067" fmla="*/ 3556929 w 5799173"/>
              <a:gd name="connsiteY3067" fmla="*/ 770927 h 5017219"/>
              <a:gd name="connsiteX3068" fmla="*/ 3566566 w 5799173"/>
              <a:gd name="connsiteY3068" fmla="*/ 787625 h 5017219"/>
              <a:gd name="connsiteX3069" fmla="*/ 3566566 w 5799173"/>
              <a:gd name="connsiteY3069" fmla="*/ 788955 h 5017219"/>
              <a:gd name="connsiteX3070" fmla="*/ 3556929 w 5799173"/>
              <a:gd name="connsiteY3070" fmla="*/ 805654 h 5017219"/>
              <a:gd name="connsiteX3071" fmla="*/ 3555766 w 5799173"/>
              <a:gd name="connsiteY3071" fmla="*/ 806318 h 5017219"/>
              <a:gd name="connsiteX3072" fmla="*/ 2573296 w 5799173"/>
              <a:gd name="connsiteY3072" fmla="*/ 548532 h 5017219"/>
              <a:gd name="connsiteX3073" fmla="*/ 2572131 w 5799173"/>
              <a:gd name="connsiteY3073" fmla="*/ 547868 h 5017219"/>
              <a:gd name="connsiteX3074" fmla="*/ 2562328 w 5799173"/>
              <a:gd name="connsiteY3074" fmla="*/ 530837 h 5017219"/>
              <a:gd name="connsiteX3075" fmla="*/ 2562329 w 5799173"/>
              <a:gd name="connsiteY3075" fmla="*/ 529424 h 5017219"/>
              <a:gd name="connsiteX3076" fmla="*/ 2572132 w 5799173"/>
              <a:gd name="connsiteY3076" fmla="*/ 512393 h 5017219"/>
              <a:gd name="connsiteX3077" fmla="*/ 2573295 w 5799173"/>
              <a:gd name="connsiteY3077" fmla="*/ 511728 h 5017219"/>
              <a:gd name="connsiteX3078" fmla="*/ 2592901 w 5799173"/>
              <a:gd name="connsiteY3078" fmla="*/ 511728 h 5017219"/>
              <a:gd name="connsiteX3079" fmla="*/ 2594064 w 5799173"/>
              <a:gd name="connsiteY3079" fmla="*/ 512393 h 5017219"/>
              <a:gd name="connsiteX3080" fmla="*/ 2603868 w 5799173"/>
              <a:gd name="connsiteY3080" fmla="*/ 529424 h 5017219"/>
              <a:gd name="connsiteX3081" fmla="*/ 2603868 w 5799173"/>
              <a:gd name="connsiteY3081" fmla="*/ 530837 h 5017219"/>
              <a:gd name="connsiteX3082" fmla="*/ 2594065 w 5799173"/>
              <a:gd name="connsiteY3082" fmla="*/ 547868 h 5017219"/>
              <a:gd name="connsiteX3083" fmla="*/ 2592901 w 5799173"/>
              <a:gd name="connsiteY3083" fmla="*/ 548532 h 5017219"/>
              <a:gd name="connsiteX3084" fmla="*/ 4017517 w 5799173"/>
              <a:gd name="connsiteY3084" fmla="*/ 936075 h 5017219"/>
              <a:gd name="connsiteX3085" fmla="*/ 4016270 w 5799173"/>
              <a:gd name="connsiteY3085" fmla="*/ 935326 h 5017219"/>
              <a:gd name="connsiteX3086" fmla="*/ 4006217 w 5799173"/>
              <a:gd name="connsiteY3086" fmla="*/ 917881 h 5017219"/>
              <a:gd name="connsiteX3087" fmla="*/ 4006217 w 5799173"/>
              <a:gd name="connsiteY3087" fmla="*/ 916467 h 5017219"/>
              <a:gd name="connsiteX3088" fmla="*/ 4016271 w 5799173"/>
              <a:gd name="connsiteY3088" fmla="*/ 899022 h 5017219"/>
              <a:gd name="connsiteX3089" fmla="*/ 4017516 w 5799173"/>
              <a:gd name="connsiteY3089" fmla="*/ 898273 h 5017219"/>
              <a:gd name="connsiteX3090" fmla="*/ 4037621 w 5799173"/>
              <a:gd name="connsiteY3090" fmla="*/ 898273 h 5017219"/>
              <a:gd name="connsiteX3091" fmla="*/ 4038868 w 5799173"/>
              <a:gd name="connsiteY3091" fmla="*/ 899022 h 5017219"/>
              <a:gd name="connsiteX3092" fmla="*/ 4048920 w 5799173"/>
              <a:gd name="connsiteY3092" fmla="*/ 916468 h 5017219"/>
              <a:gd name="connsiteX3093" fmla="*/ 4048921 w 5799173"/>
              <a:gd name="connsiteY3093" fmla="*/ 917881 h 5017219"/>
              <a:gd name="connsiteX3094" fmla="*/ 4038867 w 5799173"/>
              <a:gd name="connsiteY3094" fmla="*/ 935326 h 5017219"/>
              <a:gd name="connsiteX3095" fmla="*/ 4037622 w 5799173"/>
              <a:gd name="connsiteY3095" fmla="*/ 936075 h 5017219"/>
              <a:gd name="connsiteX3096" fmla="*/ 2452673 w 5799173"/>
              <a:gd name="connsiteY3096" fmla="*/ 516777 h 5017219"/>
              <a:gd name="connsiteX3097" fmla="*/ 2451427 w 5799173"/>
              <a:gd name="connsiteY3097" fmla="*/ 516028 h 5017219"/>
              <a:gd name="connsiteX3098" fmla="*/ 2441375 w 5799173"/>
              <a:gd name="connsiteY3098" fmla="*/ 498582 h 5017219"/>
              <a:gd name="connsiteX3099" fmla="*/ 2441375 w 5799173"/>
              <a:gd name="connsiteY3099" fmla="*/ 497169 h 5017219"/>
              <a:gd name="connsiteX3100" fmla="*/ 2451427 w 5799173"/>
              <a:gd name="connsiteY3100" fmla="*/ 479724 h 5017219"/>
              <a:gd name="connsiteX3101" fmla="*/ 2452673 w 5799173"/>
              <a:gd name="connsiteY3101" fmla="*/ 478975 h 5017219"/>
              <a:gd name="connsiteX3102" fmla="*/ 2472779 w 5799173"/>
              <a:gd name="connsiteY3102" fmla="*/ 478975 h 5017219"/>
              <a:gd name="connsiteX3103" fmla="*/ 2474025 w 5799173"/>
              <a:gd name="connsiteY3103" fmla="*/ 479723 h 5017219"/>
              <a:gd name="connsiteX3104" fmla="*/ 2484078 w 5799173"/>
              <a:gd name="connsiteY3104" fmla="*/ 497170 h 5017219"/>
              <a:gd name="connsiteX3105" fmla="*/ 2484078 w 5799173"/>
              <a:gd name="connsiteY3105" fmla="*/ 498582 h 5017219"/>
              <a:gd name="connsiteX3106" fmla="*/ 2474025 w 5799173"/>
              <a:gd name="connsiteY3106" fmla="*/ 516028 h 5017219"/>
              <a:gd name="connsiteX3107" fmla="*/ 2472779 w 5799173"/>
              <a:gd name="connsiteY3107" fmla="*/ 516776 h 5017219"/>
              <a:gd name="connsiteX3108" fmla="*/ 2512859 w 5799173"/>
              <a:gd name="connsiteY3108" fmla="*/ 532903 h 5017219"/>
              <a:gd name="connsiteX3109" fmla="*/ 2511613 w 5799173"/>
              <a:gd name="connsiteY3109" fmla="*/ 532155 h 5017219"/>
              <a:gd name="connsiteX3110" fmla="*/ 2501561 w 5799173"/>
              <a:gd name="connsiteY3110" fmla="*/ 514709 h 5017219"/>
              <a:gd name="connsiteX3111" fmla="*/ 2501561 w 5799173"/>
              <a:gd name="connsiteY3111" fmla="*/ 513296 h 5017219"/>
              <a:gd name="connsiteX3112" fmla="*/ 2511613 w 5799173"/>
              <a:gd name="connsiteY3112" fmla="*/ 495850 h 5017219"/>
              <a:gd name="connsiteX3113" fmla="*/ 2512859 w 5799173"/>
              <a:gd name="connsiteY3113" fmla="*/ 495102 h 5017219"/>
              <a:gd name="connsiteX3114" fmla="*/ 2532965 w 5799173"/>
              <a:gd name="connsiteY3114" fmla="*/ 495102 h 5017219"/>
              <a:gd name="connsiteX3115" fmla="*/ 2534211 w 5799173"/>
              <a:gd name="connsiteY3115" fmla="*/ 495850 h 5017219"/>
              <a:gd name="connsiteX3116" fmla="*/ 2544264 w 5799173"/>
              <a:gd name="connsiteY3116" fmla="*/ 513296 h 5017219"/>
              <a:gd name="connsiteX3117" fmla="*/ 2544264 w 5799173"/>
              <a:gd name="connsiteY3117" fmla="*/ 514709 h 5017219"/>
              <a:gd name="connsiteX3118" fmla="*/ 2534211 w 5799173"/>
              <a:gd name="connsiteY3118" fmla="*/ 532155 h 5017219"/>
              <a:gd name="connsiteX3119" fmla="*/ 2532965 w 5799173"/>
              <a:gd name="connsiteY3119" fmla="*/ 532903 h 5017219"/>
              <a:gd name="connsiteX3120" fmla="*/ 3776583 w 5799173"/>
              <a:gd name="connsiteY3120" fmla="*/ 871896 h 5017219"/>
              <a:gd name="connsiteX3121" fmla="*/ 3775336 w 5799173"/>
              <a:gd name="connsiteY3121" fmla="*/ 871149 h 5017219"/>
              <a:gd name="connsiteX3122" fmla="*/ 3765117 w 5799173"/>
              <a:gd name="connsiteY3122" fmla="*/ 853453 h 5017219"/>
              <a:gd name="connsiteX3123" fmla="*/ 3765118 w 5799173"/>
              <a:gd name="connsiteY3123" fmla="*/ 852040 h 5017219"/>
              <a:gd name="connsiteX3124" fmla="*/ 3775337 w 5799173"/>
              <a:gd name="connsiteY3124" fmla="*/ 834345 h 5017219"/>
              <a:gd name="connsiteX3125" fmla="*/ 3776583 w 5799173"/>
              <a:gd name="connsiteY3125" fmla="*/ 833597 h 5017219"/>
              <a:gd name="connsiteX3126" fmla="*/ 3797019 w 5799173"/>
              <a:gd name="connsiteY3126" fmla="*/ 833597 h 5017219"/>
              <a:gd name="connsiteX3127" fmla="*/ 3798266 w 5799173"/>
              <a:gd name="connsiteY3127" fmla="*/ 834345 h 5017219"/>
              <a:gd name="connsiteX3128" fmla="*/ 3808485 w 5799173"/>
              <a:gd name="connsiteY3128" fmla="*/ 852040 h 5017219"/>
              <a:gd name="connsiteX3129" fmla="*/ 3808484 w 5799173"/>
              <a:gd name="connsiteY3129" fmla="*/ 853453 h 5017219"/>
              <a:gd name="connsiteX3130" fmla="*/ 3798266 w 5799173"/>
              <a:gd name="connsiteY3130" fmla="*/ 871149 h 5017219"/>
              <a:gd name="connsiteX3131" fmla="*/ 3797019 w 5799173"/>
              <a:gd name="connsiteY3131" fmla="*/ 871896 h 5017219"/>
              <a:gd name="connsiteX3132" fmla="*/ 4077514 w 5799173"/>
              <a:gd name="connsiteY3132" fmla="*/ 952530 h 5017219"/>
              <a:gd name="connsiteX3133" fmla="*/ 4076268 w 5799173"/>
              <a:gd name="connsiteY3133" fmla="*/ 951783 h 5017219"/>
              <a:gd name="connsiteX3134" fmla="*/ 4066049 w 5799173"/>
              <a:gd name="connsiteY3134" fmla="*/ 934087 h 5017219"/>
              <a:gd name="connsiteX3135" fmla="*/ 4066049 w 5799173"/>
              <a:gd name="connsiteY3135" fmla="*/ 932674 h 5017219"/>
              <a:gd name="connsiteX3136" fmla="*/ 4076268 w 5799173"/>
              <a:gd name="connsiteY3136" fmla="*/ 914979 h 5017219"/>
              <a:gd name="connsiteX3137" fmla="*/ 4077514 w 5799173"/>
              <a:gd name="connsiteY3137" fmla="*/ 914231 h 5017219"/>
              <a:gd name="connsiteX3138" fmla="*/ 4097951 w 5799173"/>
              <a:gd name="connsiteY3138" fmla="*/ 914232 h 5017219"/>
              <a:gd name="connsiteX3139" fmla="*/ 4099198 w 5799173"/>
              <a:gd name="connsiteY3139" fmla="*/ 914979 h 5017219"/>
              <a:gd name="connsiteX3140" fmla="*/ 4109416 w 5799173"/>
              <a:gd name="connsiteY3140" fmla="*/ 932674 h 5017219"/>
              <a:gd name="connsiteX3141" fmla="*/ 4109416 w 5799173"/>
              <a:gd name="connsiteY3141" fmla="*/ 934088 h 5017219"/>
              <a:gd name="connsiteX3142" fmla="*/ 4099198 w 5799173"/>
              <a:gd name="connsiteY3142" fmla="*/ 951783 h 5017219"/>
              <a:gd name="connsiteX3143" fmla="*/ 4097951 w 5799173"/>
              <a:gd name="connsiteY3143" fmla="*/ 952531 h 5017219"/>
              <a:gd name="connsiteX3144" fmla="*/ 3957059 w 5799173"/>
              <a:gd name="connsiteY3144" fmla="*/ 920350 h 5017219"/>
              <a:gd name="connsiteX3145" fmla="*/ 3955814 w 5799173"/>
              <a:gd name="connsiteY3145" fmla="*/ 919602 h 5017219"/>
              <a:gd name="connsiteX3146" fmla="*/ 3945511 w 5799173"/>
              <a:gd name="connsiteY3146" fmla="*/ 901823 h 5017219"/>
              <a:gd name="connsiteX3147" fmla="*/ 3945511 w 5799173"/>
              <a:gd name="connsiteY3147" fmla="*/ 900410 h 5017219"/>
              <a:gd name="connsiteX3148" fmla="*/ 3955813 w 5799173"/>
              <a:gd name="connsiteY3148" fmla="*/ 882632 h 5017219"/>
              <a:gd name="connsiteX3149" fmla="*/ 3957060 w 5799173"/>
              <a:gd name="connsiteY3149" fmla="*/ 881884 h 5017219"/>
              <a:gd name="connsiteX3150" fmla="*/ 3977579 w 5799173"/>
              <a:gd name="connsiteY3150" fmla="*/ 881884 h 5017219"/>
              <a:gd name="connsiteX3151" fmla="*/ 3978827 w 5799173"/>
              <a:gd name="connsiteY3151" fmla="*/ 882632 h 5017219"/>
              <a:gd name="connsiteX3152" fmla="*/ 3989127 w 5799173"/>
              <a:gd name="connsiteY3152" fmla="*/ 900410 h 5017219"/>
              <a:gd name="connsiteX3153" fmla="*/ 3989128 w 5799173"/>
              <a:gd name="connsiteY3153" fmla="*/ 901823 h 5017219"/>
              <a:gd name="connsiteX3154" fmla="*/ 3978827 w 5799173"/>
              <a:gd name="connsiteY3154" fmla="*/ 919602 h 5017219"/>
              <a:gd name="connsiteX3155" fmla="*/ 3977580 w 5799173"/>
              <a:gd name="connsiteY3155" fmla="*/ 920350 h 5017219"/>
              <a:gd name="connsiteX3156" fmla="*/ 4378363 w 5799173"/>
              <a:gd name="connsiteY3156" fmla="*/ 1033238 h 5017219"/>
              <a:gd name="connsiteX3157" fmla="*/ 4377118 w 5799173"/>
              <a:gd name="connsiteY3157" fmla="*/ 1032490 h 5017219"/>
              <a:gd name="connsiteX3158" fmla="*/ 4366815 w 5799173"/>
              <a:gd name="connsiteY3158" fmla="*/ 1014711 h 5017219"/>
              <a:gd name="connsiteX3159" fmla="*/ 4366815 w 5799173"/>
              <a:gd name="connsiteY3159" fmla="*/ 1013298 h 5017219"/>
              <a:gd name="connsiteX3160" fmla="*/ 4377117 w 5799173"/>
              <a:gd name="connsiteY3160" fmla="*/ 995520 h 5017219"/>
              <a:gd name="connsiteX3161" fmla="*/ 4378364 w 5799173"/>
              <a:gd name="connsiteY3161" fmla="*/ 994772 h 5017219"/>
              <a:gd name="connsiteX3162" fmla="*/ 4398883 w 5799173"/>
              <a:gd name="connsiteY3162" fmla="*/ 994772 h 5017219"/>
              <a:gd name="connsiteX3163" fmla="*/ 4400131 w 5799173"/>
              <a:gd name="connsiteY3163" fmla="*/ 995520 h 5017219"/>
              <a:gd name="connsiteX3164" fmla="*/ 4410431 w 5799173"/>
              <a:gd name="connsiteY3164" fmla="*/ 1013298 h 5017219"/>
              <a:gd name="connsiteX3165" fmla="*/ 4410432 w 5799173"/>
              <a:gd name="connsiteY3165" fmla="*/ 1014711 h 5017219"/>
              <a:gd name="connsiteX3166" fmla="*/ 4400131 w 5799173"/>
              <a:gd name="connsiteY3166" fmla="*/ 1032490 h 5017219"/>
              <a:gd name="connsiteX3167" fmla="*/ 4398884 w 5799173"/>
              <a:gd name="connsiteY3167" fmla="*/ 1033238 h 5017219"/>
              <a:gd name="connsiteX3168" fmla="*/ 4438549 w 5799173"/>
              <a:gd name="connsiteY3168" fmla="*/ 1049365 h 5017219"/>
              <a:gd name="connsiteX3169" fmla="*/ 4437303 w 5799173"/>
              <a:gd name="connsiteY3169" fmla="*/ 1048617 h 5017219"/>
              <a:gd name="connsiteX3170" fmla="*/ 4427001 w 5799173"/>
              <a:gd name="connsiteY3170" fmla="*/ 1030838 h 5017219"/>
              <a:gd name="connsiteX3171" fmla="*/ 4427001 w 5799173"/>
              <a:gd name="connsiteY3171" fmla="*/ 1029425 h 5017219"/>
              <a:gd name="connsiteX3172" fmla="*/ 4437303 w 5799173"/>
              <a:gd name="connsiteY3172" fmla="*/ 1011647 h 5017219"/>
              <a:gd name="connsiteX3173" fmla="*/ 4438549 w 5799173"/>
              <a:gd name="connsiteY3173" fmla="*/ 1010899 h 5017219"/>
              <a:gd name="connsiteX3174" fmla="*/ 4459069 w 5799173"/>
              <a:gd name="connsiteY3174" fmla="*/ 1010899 h 5017219"/>
              <a:gd name="connsiteX3175" fmla="*/ 4460317 w 5799173"/>
              <a:gd name="connsiteY3175" fmla="*/ 1011647 h 5017219"/>
              <a:gd name="connsiteX3176" fmla="*/ 4470617 w 5799173"/>
              <a:gd name="connsiteY3176" fmla="*/ 1029424 h 5017219"/>
              <a:gd name="connsiteX3177" fmla="*/ 4470618 w 5799173"/>
              <a:gd name="connsiteY3177" fmla="*/ 1030838 h 5017219"/>
              <a:gd name="connsiteX3178" fmla="*/ 4460316 w 5799173"/>
              <a:gd name="connsiteY3178" fmla="*/ 1048617 h 5017219"/>
              <a:gd name="connsiteX3179" fmla="*/ 4459069 w 5799173"/>
              <a:gd name="connsiteY3179" fmla="*/ 1049365 h 5017219"/>
              <a:gd name="connsiteX3180" fmla="*/ 3716323 w 5799173"/>
              <a:gd name="connsiteY3180" fmla="*/ 855949 h 5017219"/>
              <a:gd name="connsiteX3181" fmla="*/ 3715077 w 5799173"/>
              <a:gd name="connsiteY3181" fmla="*/ 855201 h 5017219"/>
              <a:gd name="connsiteX3182" fmla="*/ 3704775 w 5799173"/>
              <a:gd name="connsiteY3182" fmla="*/ 837340 h 5017219"/>
              <a:gd name="connsiteX3183" fmla="*/ 3704775 w 5799173"/>
              <a:gd name="connsiteY3183" fmla="*/ 835844 h 5017219"/>
              <a:gd name="connsiteX3184" fmla="*/ 3715077 w 5799173"/>
              <a:gd name="connsiteY3184" fmla="*/ 817981 h 5017219"/>
              <a:gd name="connsiteX3185" fmla="*/ 3716323 w 5799173"/>
              <a:gd name="connsiteY3185" fmla="*/ 817233 h 5017219"/>
              <a:gd name="connsiteX3186" fmla="*/ 3737010 w 5799173"/>
              <a:gd name="connsiteY3186" fmla="*/ 817234 h 5017219"/>
              <a:gd name="connsiteX3187" fmla="*/ 3738256 w 5799173"/>
              <a:gd name="connsiteY3187" fmla="*/ 817982 h 5017219"/>
              <a:gd name="connsiteX3188" fmla="*/ 3748558 w 5799173"/>
              <a:gd name="connsiteY3188" fmla="*/ 835844 h 5017219"/>
              <a:gd name="connsiteX3189" fmla="*/ 3748558 w 5799173"/>
              <a:gd name="connsiteY3189" fmla="*/ 837340 h 5017219"/>
              <a:gd name="connsiteX3190" fmla="*/ 3738256 w 5799173"/>
              <a:gd name="connsiteY3190" fmla="*/ 855200 h 5017219"/>
              <a:gd name="connsiteX3191" fmla="*/ 3737010 w 5799173"/>
              <a:gd name="connsiteY3191" fmla="*/ 855948 h 5017219"/>
              <a:gd name="connsiteX3192" fmla="*/ 3896881 w 5799173"/>
              <a:gd name="connsiteY3192" fmla="*/ 904329 h 5017219"/>
              <a:gd name="connsiteX3193" fmla="*/ 3895635 w 5799173"/>
              <a:gd name="connsiteY3193" fmla="*/ 903581 h 5017219"/>
              <a:gd name="connsiteX3194" fmla="*/ 3885333 w 5799173"/>
              <a:gd name="connsiteY3194" fmla="*/ 885720 h 5017219"/>
              <a:gd name="connsiteX3195" fmla="*/ 3885333 w 5799173"/>
              <a:gd name="connsiteY3195" fmla="*/ 884224 h 5017219"/>
              <a:gd name="connsiteX3196" fmla="*/ 3895635 w 5799173"/>
              <a:gd name="connsiteY3196" fmla="*/ 866362 h 5017219"/>
              <a:gd name="connsiteX3197" fmla="*/ 3896882 w 5799173"/>
              <a:gd name="connsiteY3197" fmla="*/ 865614 h 5017219"/>
              <a:gd name="connsiteX3198" fmla="*/ 3917568 w 5799173"/>
              <a:gd name="connsiteY3198" fmla="*/ 865614 h 5017219"/>
              <a:gd name="connsiteX3199" fmla="*/ 3918814 w 5799173"/>
              <a:gd name="connsiteY3199" fmla="*/ 866362 h 5017219"/>
              <a:gd name="connsiteX3200" fmla="*/ 3929116 w 5799173"/>
              <a:gd name="connsiteY3200" fmla="*/ 884224 h 5017219"/>
              <a:gd name="connsiteX3201" fmla="*/ 3929117 w 5799173"/>
              <a:gd name="connsiteY3201" fmla="*/ 885720 h 5017219"/>
              <a:gd name="connsiteX3202" fmla="*/ 3918814 w 5799173"/>
              <a:gd name="connsiteY3202" fmla="*/ 903581 h 5017219"/>
              <a:gd name="connsiteX3203" fmla="*/ 3917568 w 5799173"/>
              <a:gd name="connsiteY3203" fmla="*/ 904329 h 5017219"/>
              <a:gd name="connsiteX3204" fmla="*/ 4257999 w 5799173"/>
              <a:gd name="connsiteY3204" fmla="*/ 1001090 h 5017219"/>
              <a:gd name="connsiteX3205" fmla="*/ 4256754 w 5799173"/>
              <a:gd name="connsiteY3205" fmla="*/ 1000343 h 5017219"/>
              <a:gd name="connsiteX3206" fmla="*/ 4246451 w 5799173"/>
              <a:gd name="connsiteY3206" fmla="*/ 982481 h 5017219"/>
              <a:gd name="connsiteX3207" fmla="*/ 4246451 w 5799173"/>
              <a:gd name="connsiteY3207" fmla="*/ 980986 h 5017219"/>
              <a:gd name="connsiteX3208" fmla="*/ 4256754 w 5799173"/>
              <a:gd name="connsiteY3208" fmla="*/ 963123 h 5017219"/>
              <a:gd name="connsiteX3209" fmla="*/ 4258000 w 5799173"/>
              <a:gd name="connsiteY3209" fmla="*/ 962375 h 5017219"/>
              <a:gd name="connsiteX3210" fmla="*/ 4278687 w 5799173"/>
              <a:gd name="connsiteY3210" fmla="*/ 962375 h 5017219"/>
              <a:gd name="connsiteX3211" fmla="*/ 4279932 w 5799173"/>
              <a:gd name="connsiteY3211" fmla="*/ 963123 h 5017219"/>
              <a:gd name="connsiteX3212" fmla="*/ 4290234 w 5799173"/>
              <a:gd name="connsiteY3212" fmla="*/ 980985 h 5017219"/>
              <a:gd name="connsiteX3213" fmla="*/ 4290235 w 5799173"/>
              <a:gd name="connsiteY3213" fmla="*/ 982481 h 5017219"/>
              <a:gd name="connsiteX3214" fmla="*/ 4279932 w 5799173"/>
              <a:gd name="connsiteY3214" fmla="*/ 1000342 h 5017219"/>
              <a:gd name="connsiteX3215" fmla="*/ 4278686 w 5799173"/>
              <a:gd name="connsiteY3215" fmla="*/ 1001090 h 5017219"/>
              <a:gd name="connsiteX3216" fmla="*/ 4318185 w 5799173"/>
              <a:gd name="connsiteY3216" fmla="*/ 1017217 h 5017219"/>
              <a:gd name="connsiteX3217" fmla="*/ 4316939 w 5799173"/>
              <a:gd name="connsiteY3217" fmla="*/ 1016469 h 5017219"/>
              <a:gd name="connsiteX3218" fmla="*/ 4306637 w 5799173"/>
              <a:gd name="connsiteY3218" fmla="*/ 998608 h 5017219"/>
              <a:gd name="connsiteX3219" fmla="*/ 4306637 w 5799173"/>
              <a:gd name="connsiteY3219" fmla="*/ 997112 h 5017219"/>
              <a:gd name="connsiteX3220" fmla="*/ 4316939 w 5799173"/>
              <a:gd name="connsiteY3220" fmla="*/ 979250 h 5017219"/>
              <a:gd name="connsiteX3221" fmla="*/ 4318186 w 5799173"/>
              <a:gd name="connsiteY3221" fmla="*/ 978502 h 5017219"/>
              <a:gd name="connsiteX3222" fmla="*/ 4338872 w 5799173"/>
              <a:gd name="connsiteY3222" fmla="*/ 978502 h 5017219"/>
              <a:gd name="connsiteX3223" fmla="*/ 4340118 w 5799173"/>
              <a:gd name="connsiteY3223" fmla="*/ 979250 h 5017219"/>
              <a:gd name="connsiteX3224" fmla="*/ 4350420 w 5799173"/>
              <a:gd name="connsiteY3224" fmla="*/ 997112 h 5017219"/>
              <a:gd name="connsiteX3225" fmla="*/ 4350421 w 5799173"/>
              <a:gd name="connsiteY3225" fmla="*/ 998608 h 5017219"/>
              <a:gd name="connsiteX3226" fmla="*/ 4340118 w 5799173"/>
              <a:gd name="connsiteY3226" fmla="*/ 1016469 h 5017219"/>
              <a:gd name="connsiteX3227" fmla="*/ 4338872 w 5799173"/>
              <a:gd name="connsiteY3227" fmla="*/ 1017217 h 5017219"/>
              <a:gd name="connsiteX3228" fmla="*/ 2151400 w 5799173"/>
              <a:gd name="connsiteY3228" fmla="*/ 436723 h 5017219"/>
              <a:gd name="connsiteX3229" fmla="*/ 2150154 w 5799173"/>
              <a:gd name="connsiteY3229" fmla="*/ 435976 h 5017219"/>
              <a:gd name="connsiteX3230" fmla="*/ 2139769 w 5799173"/>
              <a:gd name="connsiteY3230" fmla="*/ 418031 h 5017219"/>
              <a:gd name="connsiteX3231" fmla="*/ 2139769 w 5799173"/>
              <a:gd name="connsiteY3231" fmla="*/ 416535 h 5017219"/>
              <a:gd name="connsiteX3232" fmla="*/ 2150154 w 5799173"/>
              <a:gd name="connsiteY3232" fmla="*/ 398590 h 5017219"/>
              <a:gd name="connsiteX3233" fmla="*/ 2151400 w 5799173"/>
              <a:gd name="connsiteY3233" fmla="*/ 397842 h 5017219"/>
              <a:gd name="connsiteX3234" fmla="*/ 2172170 w 5799173"/>
              <a:gd name="connsiteY3234" fmla="*/ 397842 h 5017219"/>
              <a:gd name="connsiteX3235" fmla="*/ 2173416 w 5799173"/>
              <a:gd name="connsiteY3235" fmla="*/ 398590 h 5017219"/>
              <a:gd name="connsiteX3236" fmla="*/ 2183801 w 5799173"/>
              <a:gd name="connsiteY3236" fmla="*/ 416535 h 5017219"/>
              <a:gd name="connsiteX3237" fmla="*/ 2183801 w 5799173"/>
              <a:gd name="connsiteY3237" fmla="*/ 418031 h 5017219"/>
              <a:gd name="connsiteX3238" fmla="*/ 2173416 w 5799173"/>
              <a:gd name="connsiteY3238" fmla="*/ 435976 h 5017219"/>
              <a:gd name="connsiteX3239" fmla="*/ 2172170 w 5799173"/>
              <a:gd name="connsiteY3239" fmla="*/ 436723 h 5017219"/>
              <a:gd name="connsiteX3240" fmla="*/ 4137545 w 5799173"/>
              <a:gd name="connsiteY3240" fmla="*/ 968909 h 5017219"/>
              <a:gd name="connsiteX3241" fmla="*/ 4136299 w 5799173"/>
              <a:gd name="connsiteY3241" fmla="*/ 968162 h 5017219"/>
              <a:gd name="connsiteX3242" fmla="*/ 4125914 w 5799173"/>
              <a:gd name="connsiteY3242" fmla="*/ 950217 h 5017219"/>
              <a:gd name="connsiteX3243" fmla="*/ 4125914 w 5799173"/>
              <a:gd name="connsiteY3243" fmla="*/ 948721 h 5017219"/>
              <a:gd name="connsiteX3244" fmla="*/ 4136299 w 5799173"/>
              <a:gd name="connsiteY3244" fmla="*/ 930776 h 5017219"/>
              <a:gd name="connsiteX3245" fmla="*/ 4137545 w 5799173"/>
              <a:gd name="connsiteY3245" fmla="*/ 930028 h 5017219"/>
              <a:gd name="connsiteX3246" fmla="*/ 4158315 w 5799173"/>
              <a:gd name="connsiteY3246" fmla="*/ 930028 h 5017219"/>
              <a:gd name="connsiteX3247" fmla="*/ 4159561 w 5799173"/>
              <a:gd name="connsiteY3247" fmla="*/ 930776 h 5017219"/>
              <a:gd name="connsiteX3248" fmla="*/ 4169946 w 5799173"/>
              <a:gd name="connsiteY3248" fmla="*/ 948721 h 5017219"/>
              <a:gd name="connsiteX3249" fmla="*/ 4169946 w 5799173"/>
              <a:gd name="connsiteY3249" fmla="*/ 950217 h 5017219"/>
              <a:gd name="connsiteX3250" fmla="*/ 4159561 w 5799173"/>
              <a:gd name="connsiteY3250" fmla="*/ 968162 h 5017219"/>
              <a:gd name="connsiteX3251" fmla="*/ 4158315 w 5799173"/>
              <a:gd name="connsiteY3251" fmla="*/ 968909 h 5017219"/>
              <a:gd name="connsiteX3252" fmla="*/ 3836530 w 5799173"/>
              <a:gd name="connsiteY3252" fmla="*/ 888357 h 5017219"/>
              <a:gd name="connsiteX3253" fmla="*/ 3835284 w 5799173"/>
              <a:gd name="connsiteY3253" fmla="*/ 887609 h 5017219"/>
              <a:gd name="connsiteX3254" fmla="*/ 3824899 w 5799173"/>
              <a:gd name="connsiteY3254" fmla="*/ 869581 h 5017219"/>
              <a:gd name="connsiteX3255" fmla="*/ 3824899 w 5799173"/>
              <a:gd name="connsiteY3255" fmla="*/ 868085 h 5017219"/>
              <a:gd name="connsiteX3256" fmla="*/ 3835367 w 5799173"/>
              <a:gd name="connsiteY3256" fmla="*/ 850057 h 5017219"/>
              <a:gd name="connsiteX3257" fmla="*/ 3836613 w 5799173"/>
              <a:gd name="connsiteY3257" fmla="*/ 849310 h 5017219"/>
              <a:gd name="connsiteX3258" fmla="*/ 3857466 w 5799173"/>
              <a:gd name="connsiteY3258" fmla="*/ 849311 h 5017219"/>
              <a:gd name="connsiteX3259" fmla="*/ 3858712 w 5799173"/>
              <a:gd name="connsiteY3259" fmla="*/ 850058 h 5017219"/>
              <a:gd name="connsiteX3260" fmla="*/ 3869097 w 5799173"/>
              <a:gd name="connsiteY3260" fmla="*/ 868086 h 5017219"/>
              <a:gd name="connsiteX3261" fmla="*/ 3869097 w 5799173"/>
              <a:gd name="connsiteY3261" fmla="*/ 869582 h 5017219"/>
              <a:gd name="connsiteX3262" fmla="*/ 3858629 w 5799173"/>
              <a:gd name="connsiteY3262" fmla="*/ 887610 h 5017219"/>
              <a:gd name="connsiteX3263" fmla="*/ 3857383 w 5799173"/>
              <a:gd name="connsiteY3263" fmla="*/ 888358 h 5017219"/>
              <a:gd name="connsiteX3264" fmla="*/ 2271687 w 5799173"/>
              <a:gd name="connsiteY3264" fmla="*/ 469142 h 5017219"/>
              <a:gd name="connsiteX3265" fmla="*/ 2270442 w 5799173"/>
              <a:gd name="connsiteY3265" fmla="*/ 468395 h 5017219"/>
              <a:gd name="connsiteX3266" fmla="*/ 2259974 w 5799173"/>
              <a:gd name="connsiteY3266" fmla="*/ 450283 h 5017219"/>
              <a:gd name="connsiteX3267" fmla="*/ 2259974 w 5799173"/>
              <a:gd name="connsiteY3267" fmla="*/ 448788 h 5017219"/>
              <a:gd name="connsiteX3268" fmla="*/ 2270442 w 5799173"/>
              <a:gd name="connsiteY3268" fmla="*/ 430676 h 5017219"/>
              <a:gd name="connsiteX3269" fmla="*/ 2271687 w 5799173"/>
              <a:gd name="connsiteY3269" fmla="*/ 429929 h 5017219"/>
              <a:gd name="connsiteX3270" fmla="*/ 2292624 w 5799173"/>
              <a:gd name="connsiteY3270" fmla="*/ 429929 h 5017219"/>
              <a:gd name="connsiteX3271" fmla="*/ 2293869 w 5799173"/>
              <a:gd name="connsiteY3271" fmla="*/ 430676 h 5017219"/>
              <a:gd name="connsiteX3272" fmla="*/ 2304337 w 5799173"/>
              <a:gd name="connsiteY3272" fmla="*/ 448788 h 5017219"/>
              <a:gd name="connsiteX3273" fmla="*/ 2304337 w 5799173"/>
              <a:gd name="connsiteY3273" fmla="*/ 450283 h 5017219"/>
              <a:gd name="connsiteX3274" fmla="*/ 2293870 w 5799173"/>
              <a:gd name="connsiteY3274" fmla="*/ 468395 h 5017219"/>
              <a:gd name="connsiteX3275" fmla="*/ 2292624 w 5799173"/>
              <a:gd name="connsiteY3275" fmla="*/ 469142 h 5017219"/>
              <a:gd name="connsiteX3276" fmla="*/ 2331874 w 5799173"/>
              <a:gd name="connsiteY3276" fmla="*/ 485269 h 5017219"/>
              <a:gd name="connsiteX3277" fmla="*/ 2330629 w 5799173"/>
              <a:gd name="connsiteY3277" fmla="*/ 484522 h 5017219"/>
              <a:gd name="connsiteX3278" fmla="*/ 2320161 w 5799173"/>
              <a:gd name="connsiteY3278" fmla="*/ 466410 h 5017219"/>
              <a:gd name="connsiteX3279" fmla="*/ 2320161 w 5799173"/>
              <a:gd name="connsiteY3279" fmla="*/ 464915 h 5017219"/>
              <a:gd name="connsiteX3280" fmla="*/ 2330628 w 5799173"/>
              <a:gd name="connsiteY3280" fmla="*/ 446803 h 5017219"/>
              <a:gd name="connsiteX3281" fmla="*/ 2331874 w 5799173"/>
              <a:gd name="connsiteY3281" fmla="*/ 446056 h 5017219"/>
              <a:gd name="connsiteX3282" fmla="*/ 2352811 w 5799173"/>
              <a:gd name="connsiteY3282" fmla="*/ 446056 h 5017219"/>
              <a:gd name="connsiteX3283" fmla="*/ 2354056 w 5799173"/>
              <a:gd name="connsiteY3283" fmla="*/ 446803 h 5017219"/>
              <a:gd name="connsiteX3284" fmla="*/ 2364524 w 5799173"/>
              <a:gd name="connsiteY3284" fmla="*/ 464915 h 5017219"/>
              <a:gd name="connsiteX3285" fmla="*/ 2364524 w 5799173"/>
              <a:gd name="connsiteY3285" fmla="*/ 466410 h 5017219"/>
              <a:gd name="connsiteX3286" fmla="*/ 2354056 w 5799173"/>
              <a:gd name="connsiteY3286" fmla="*/ 484522 h 5017219"/>
              <a:gd name="connsiteX3287" fmla="*/ 2352811 w 5799173"/>
              <a:gd name="connsiteY3287" fmla="*/ 485269 h 5017219"/>
              <a:gd name="connsiteX3288" fmla="*/ 3655971 w 5799173"/>
              <a:gd name="connsiteY3288" fmla="*/ 840060 h 5017219"/>
              <a:gd name="connsiteX3289" fmla="*/ 3654726 w 5799173"/>
              <a:gd name="connsiteY3289" fmla="*/ 839313 h 5017219"/>
              <a:gd name="connsiteX3290" fmla="*/ 3644258 w 5799173"/>
              <a:gd name="connsiteY3290" fmla="*/ 821201 h 5017219"/>
              <a:gd name="connsiteX3291" fmla="*/ 3644257 w 5799173"/>
              <a:gd name="connsiteY3291" fmla="*/ 819706 h 5017219"/>
              <a:gd name="connsiteX3292" fmla="*/ 3654725 w 5799173"/>
              <a:gd name="connsiteY3292" fmla="*/ 801594 h 5017219"/>
              <a:gd name="connsiteX3293" fmla="*/ 3655971 w 5799173"/>
              <a:gd name="connsiteY3293" fmla="*/ 800847 h 5017219"/>
              <a:gd name="connsiteX3294" fmla="*/ 3676907 w 5799173"/>
              <a:gd name="connsiteY3294" fmla="*/ 800847 h 5017219"/>
              <a:gd name="connsiteX3295" fmla="*/ 3678153 w 5799173"/>
              <a:gd name="connsiteY3295" fmla="*/ 801594 h 5017219"/>
              <a:gd name="connsiteX3296" fmla="*/ 3688621 w 5799173"/>
              <a:gd name="connsiteY3296" fmla="*/ 819706 h 5017219"/>
              <a:gd name="connsiteX3297" fmla="*/ 3688621 w 5799173"/>
              <a:gd name="connsiteY3297" fmla="*/ 821201 h 5017219"/>
              <a:gd name="connsiteX3298" fmla="*/ 3678153 w 5799173"/>
              <a:gd name="connsiteY3298" fmla="*/ 839313 h 5017219"/>
              <a:gd name="connsiteX3299" fmla="*/ 3676908 w 5799173"/>
              <a:gd name="connsiteY3299" fmla="*/ 840060 h 5017219"/>
              <a:gd name="connsiteX3300" fmla="*/ 4197648 w 5799173"/>
              <a:gd name="connsiteY3300" fmla="*/ 985201 h 5017219"/>
              <a:gd name="connsiteX3301" fmla="*/ 4196402 w 5799173"/>
              <a:gd name="connsiteY3301" fmla="*/ 984455 h 5017219"/>
              <a:gd name="connsiteX3302" fmla="*/ 4185934 w 5799173"/>
              <a:gd name="connsiteY3302" fmla="*/ 966343 h 5017219"/>
              <a:gd name="connsiteX3303" fmla="*/ 4185934 w 5799173"/>
              <a:gd name="connsiteY3303" fmla="*/ 964848 h 5017219"/>
              <a:gd name="connsiteX3304" fmla="*/ 4196402 w 5799173"/>
              <a:gd name="connsiteY3304" fmla="*/ 946736 h 5017219"/>
              <a:gd name="connsiteX3305" fmla="*/ 4197648 w 5799173"/>
              <a:gd name="connsiteY3305" fmla="*/ 945989 h 5017219"/>
              <a:gd name="connsiteX3306" fmla="*/ 4218584 w 5799173"/>
              <a:gd name="connsiteY3306" fmla="*/ 945989 h 5017219"/>
              <a:gd name="connsiteX3307" fmla="*/ 4219830 w 5799173"/>
              <a:gd name="connsiteY3307" fmla="*/ 946736 h 5017219"/>
              <a:gd name="connsiteX3308" fmla="*/ 4230298 w 5799173"/>
              <a:gd name="connsiteY3308" fmla="*/ 964848 h 5017219"/>
              <a:gd name="connsiteX3309" fmla="*/ 4230298 w 5799173"/>
              <a:gd name="connsiteY3309" fmla="*/ 966343 h 5017219"/>
              <a:gd name="connsiteX3310" fmla="*/ 4219830 w 5799173"/>
              <a:gd name="connsiteY3310" fmla="*/ 984455 h 5017219"/>
              <a:gd name="connsiteX3311" fmla="*/ 4218584 w 5799173"/>
              <a:gd name="connsiteY3311" fmla="*/ 985202 h 5017219"/>
              <a:gd name="connsiteX3312" fmla="*/ 2211442 w 5799173"/>
              <a:gd name="connsiteY3312" fmla="*/ 453092 h 5017219"/>
              <a:gd name="connsiteX3313" fmla="*/ 2210195 w 5799173"/>
              <a:gd name="connsiteY3313" fmla="*/ 452344 h 5017219"/>
              <a:gd name="connsiteX3314" fmla="*/ 2199645 w 5799173"/>
              <a:gd name="connsiteY3314" fmla="*/ 434066 h 5017219"/>
              <a:gd name="connsiteX3315" fmla="*/ 2199644 w 5799173"/>
              <a:gd name="connsiteY3315" fmla="*/ 432571 h 5017219"/>
              <a:gd name="connsiteX3316" fmla="*/ 2210196 w 5799173"/>
              <a:gd name="connsiteY3316" fmla="*/ 414293 h 5017219"/>
              <a:gd name="connsiteX3317" fmla="*/ 2211441 w 5799173"/>
              <a:gd name="connsiteY3317" fmla="*/ 413546 h 5017219"/>
              <a:gd name="connsiteX3318" fmla="*/ 2232461 w 5799173"/>
              <a:gd name="connsiteY3318" fmla="*/ 413545 h 5017219"/>
              <a:gd name="connsiteX3319" fmla="*/ 2233707 w 5799173"/>
              <a:gd name="connsiteY3319" fmla="*/ 414292 h 5017219"/>
              <a:gd name="connsiteX3320" fmla="*/ 2244259 w 5799173"/>
              <a:gd name="connsiteY3320" fmla="*/ 432571 h 5017219"/>
              <a:gd name="connsiteX3321" fmla="*/ 2244259 w 5799173"/>
              <a:gd name="connsiteY3321" fmla="*/ 434066 h 5017219"/>
              <a:gd name="connsiteX3322" fmla="*/ 2233707 w 5799173"/>
              <a:gd name="connsiteY3322" fmla="*/ 452343 h 5017219"/>
              <a:gd name="connsiteX3323" fmla="*/ 2232460 w 5799173"/>
              <a:gd name="connsiteY3323" fmla="*/ 453091 h 5017219"/>
              <a:gd name="connsiteX3324" fmla="*/ 2391976 w 5799173"/>
              <a:gd name="connsiteY3324" fmla="*/ 501656 h 5017219"/>
              <a:gd name="connsiteX3325" fmla="*/ 2390647 w 5799173"/>
              <a:gd name="connsiteY3325" fmla="*/ 500908 h 5017219"/>
              <a:gd name="connsiteX3326" fmla="*/ 2380096 w 5799173"/>
              <a:gd name="connsiteY3326" fmla="*/ 482548 h 5017219"/>
              <a:gd name="connsiteX3327" fmla="*/ 2380096 w 5799173"/>
              <a:gd name="connsiteY3327" fmla="*/ 481052 h 5017219"/>
              <a:gd name="connsiteX3328" fmla="*/ 2390647 w 5799173"/>
              <a:gd name="connsiteY3328" fmla="*/ 462692 h 5017219"/>
              <a:gd name="connsiteX3329" fmla="*/ 2391976 w 5799173"/>
              <a:gd name="connsiteY3329" fmla="*/ 461944 h 5017219"/>
              <a:gd name="connsiteX3330" fmla="*/ 2413162 w 5799173"/>
              <a:gd name="connsiteY3330" fmla="*/ 461944 h 5017219"/>
              <a:gd name="connsiteX3331" fmla="*/ 2414491 w 5799173"/>
              <a:gd name="connsiteY3331" fmla="*/ 462692 h 5017219"/>
              <a:gd name="connsiteX3332" fmla="*/ 2425042 w 5799173"/>
              <a:gd name="connsiteY3332" fmla="*/ 481052 h 5017219"/>
              <a:gd name="connsiteX3333" fmla="*/ 2425042 w 5799173"/>
              <a:gd name="connsiteY3333" fmla="*/ 482548 h 5017219"/>
              <a:gd name="connsiteX3334" fmla="*/ 2414491 w 5799173"/>
              <a:gd name="connsiteY3334" fmla="*/ 500908 h 5017219"/>
              <a:gd name="connsiteX3335" fmla="*/ 2413162 w 5799173"/>
              <a:gd name="connsiteY3335" fmla="*/ 501656 h 5017219"/>
              <a:gd name="connsiteX3336" fmla="*/ 1970423 w 5799173"/>
              <a:gd name="connsiteY3336" fmla="*/ 389184 h 5017219"/>
              <a:gd name="connsiteX3337" fmla="*/ 1969094 w 5799173"/>
              <a:gd name="connsiteY3337" fmla="*/ 388436 h 5017219"/>
              <a:gd name="connsiteX3338" fmla="*/ 1958294 w 5799173"/>
              <a:gd name="connsiteY3338" fmla="*/ 369660 h 5017219"/>
              <a:gd name="connsiteX3339" fmla="*/ 1958294 w 5799173"/>
              <a:gd name="connsiteY3339" fmla="*/ 368164 h 5017219"/>
              <a:gd name="connsiteX3340" fmla="*/ 1969094 w 5799173"/>
              <a:gd name="connsiteY3340" fmla="*/ 349389 h 5017219"/>
              <a:gd name="connsiteX3341" fmla="*/ 1970423 w 5799173"/>
              <a:gd name="connsiteY3341" fmla="*/ 348641 h 5017219"/>
              <a:gd name="connsiteX3342" fmla="*/ 1992107 w 5799173"/>
              <a:gd name="connsiteY3342" fmla="*/ 348641 h 5017219"/>
              <a:gd name="connsiteX3343" fmla="*/ 1993437 w 5799173"/>
              <a:gd name="connsiteY3343" fmla="*/ 349389 h 5017219"/>
              <a:gd name="connsiteX3344" fmla="*/ 2004237 w 5799173"/>
              <a:gd name="connsiteY3344" fmla="*/ 368164 h 5017219"/>
              <a:gd name="connsiteX3345" fmla="*/ 2004237 w 5799173"/>
              <a:gd name="connsiteY3345" fmla="*/ 369660 h 5017219"/>
              <a:gd name="connsiteX3346" fmla="*/ 1993437 w 5799173"/>
              <a:gd name="connsiteY3346" fmla="*/ 388436 h 5017219"/>
              <a:gd name="connsiteX3347" fmla="*/ 1992107 w 5799173"/>
              <a:gd name="connsiteY3347" fmla="*/ 389184 h 5017219"/>
              <a:gd name="connsiteX3348" fmla="*/ 1789690 w 5799173"/>
              <a:gd name="connsiteY3348" fmla="*/ 341123 h 5017219"/>
              <a:gd name="connsiteX3349" fmla="*/ 1788361 w 5799173"/>
              <a:gd name="connsiteY3349" fmla="*/ 340375 h 5017219"/>
              <a:gd name="connsiteX3350" fmla="*/ 1777394 w 5799173"/>
              <a:gd name="connsiteY3350" fmla="*/ 321350 h 5017219"/>
              <a:gd name="connsiteX3351" fmla="*/ 1777394 w 5799173"/>
              <a:gd name="connsiteY3351" fmla="*/ 319772 h 5017219"/>
              <a:gd name="connsiteX3352" fmla="*/ 1788361 w 5799173"/>
              <a:gd name="connsiteY3352" fmla="*/ 300746 h 5017219"/>
              <a:gd name="connsiteX3353" fmla="*/ 1789690 w 5799173"/>
              <a:gd name="connsiteY3353" fmla="*/ 299999 h 5017219"/>
              <a:gd name="connsiteX3354" fmla="*/ 1811623 w 5799173"/>
              <a:gd name="connsiteY3354" fmla="*/ 299999 h 5017219"/>
              <a:gd name="connsiteX3355" fmla="*/ 1812952 w 5799173"/>
              <a:gd name="connsiteY3355" fmla="*/ 300746 h 5017219"/>
              <a:gd name="connsiteX3356" fmla="*/ 1823918 w 5799173"/>
              <a:gd name="connsiteY3356" fmla="*/ 319772 h 5017219"/>
              <a:gd name="connsiteX3357" fmla="*/ 1823918 w 5799173"/>
              <a:gd name="connsiteY3357" fmla="*/ 321350 h 5017219"/>
              <a:gd name="connsiteX3358" fmla="*/ 1812952 w 5799173"/>
              <a:gd name="connsiteY3358" fmla="*/ 340375 h 5017219"/>
              <a:gd name="connsiteX3359" fmla="*/ 1811623 w 5799173"/>
              <a:gd name="connsiteY3359" fmla="*/ 341123 h 5017219"/>
              <a:gd name="connsiteX3360" fmla="*/ 1849709 w 5799173"/>
              <a:gd name="connsiteY3360" fmla="*/ 357416 h 5017219"/>
              <a:gd name="connsiteX3361" fmla="*/ 1848380 w 5799173"/>
              <a:gd name="connsiteY3361" fmla="*/ 356669 h 5017219"/>
              <a:gd name="connsiteX3362" fmla="*/ 1837331 w 5799173"/>
              <a:gd name="connsiteY3362" fmla="*/ 337478 h 5017219"/>
              <a:gd name="connsiteX3363" fmla="*/ 1837331 w 5799173"/>
              <a:gd name="connsiteY3363" fmla="*/ 335899 h 5017219"/>
              <a:gd name="connsiteX3364" fmla="*/ 1848464 w 5799173"/>
              <a:gd name="connsiteY3364" fmla="*/ 316708 h 5017219"/>
              <a:gd name="connsiteX3365" fmla="*/ 1849793 w 5799173"/>
              <a:gd name="connsiteY3365" fmla="*/ 315960 h 5017219"/>
              <a:gd name="connsiteX3366" fmla="*/ 1871975 w 5799173"/>
              <a:gd name="connsiteY3366" fmla="*/ 315960 h 5017219"/>
              <a:gd name="connsiteX3367" fmla="*/ 1873304 w 5799173"/>
              <a:gd name="connsiteY3367" fmla="*/ 316708 h 5017219"/>
              <a:gd name="connsiteX3368" fmla="*/ 1884354 w 5799173"/>
              <a:gd name="connsiteY3368" fmla="*/ 335899 h 5017219"/>
              <a:gd name="connsiteX3369" fmla="*/ 1884354 w 5799173"/>
              <a:gd name="connsiteY3369" fmla="*/ 337478 h 5017219"/>
              <a:gd name="connsiteX3370" fmla="*/ 1873221 w 5799173"/>
              <a:gd name="connsiteY3370" fmla="*/ 356669 h 5017219"/>
              <a:gd name="connsiteX3371" fmla="*/ 1871892 w 5799173"/>
              <a:gd name="connsiteY3371" fmla="*/ 357416 h 5017219"/>
              <a:gd name="connsiteX3372" fmla="*/ 1909895 w 5799173"/>
              <a:gd name="connsiteY3372" fmla="*/ 373543 h 5017219"/>
              <a:gd name="connsiteX3373" fmla="*/ 1908566 w 5799173"/>
              <a:gd name="connsiteY3373" fmla="*/ 372796 h 5017219"/>
              <a:gd name="connsiteX3374" fmla="*/ 1897517 w 5799173"/>
              <a:gd name="connsiteY3374" fmla="*/ 353605 h 5017219"/>
              <a:gd name="connsiteX3375" fmla="*/ 1897517 w 5799173"/>
              <a:gd name="connsiteY3375" fmla="*/ 352026 h 5017219"/>
              <a:gd name="connsiteX3376" fmla="*/ 1908650 w 5799173"/>
              <a:gd name="connsiteY3376" fmla="*/ 332835 h 5017219"/>
              <a:gd name="connsiteX3377" fmla="*/ 1909978 w 5799173"/>
              <a:gd name="connsiteY3377" fmla="*/ 332087 h 5017219"/>
              <a:gd name="connsiteX3378" fmla="*/ 1932161 w 5799173"/>
              <a:gd name="connsiteY3378" fmla="*/ 332087 h 5017219"/>
              <a:gd name="connsiteX3379" fmla="*/ 1933489 w 5799173"/>
              <a:gd name="connsiteY3379" fmla="*/ 332835 h 5017219"/>
              <a:gd name="connsiteX3380" fmla="*/ 1944540 w 5799173"/>
              <a:gd name="connsiteY3380" fmla="*/ 352026 h 5017219"/>
              <a:gd name="connsiteX3381" fmla="*/ 1944540 w 5799173"/>
              <a:gd name="connsiteY3381" fmla="*/ 353605 h 5017219"/>
              <a:gd name="connsiteX3382" fmla="*/ 1933407 w 5799173"/>
              <a:gd name="connsiteY3382" fmla="*/ 372795 h 5017219"/>
              <a:gd name="connsiteX3383" fmla="*/ 1932078 w 5799173"/>
              <a:gd name="connsiteY3383" fmla="*/ 373543 h 5017219"/>
              <a:gd name="connsiteX3384" fmla="*/ 2030205 w 5799173"/>
              <a:gd name="connsiteY3384" fmla="*/ 406059 h 5017219"/>
              <a:gd name="connsiteX3385" fmla="*/ 2028792 w 5799173"/>
              <a:gd name="connsiteY3385" fmla="*/ 405229 h 5017219"/>
              <a:gd name="connsiteX3386" fmla="*/ 2017576 w 5799173"/>
              <a:gd name="connsiteY3386" fmla="*/ 385788 h 5017219"/>
              <a:gd name="connsiteX3387" fmla="*/ 2017577 w 5799173"/>
              <a:gd name="connsiteY3387" fmla="*/ 384209 h 5017219"/>
              <a:gd name="connsiteX3388" fmla="*/ 2028792 w 5799173"/>
              <a:gd name="connsiteY3388" fmla="*/ 364769 h 5017219"/>
              <a:gd name="connsiteX3389" fmla="*/ 2030204 w 5799173"/>
              <a:gd name="connsiteY3389" fmla="*/ 363938 h 5017219"/>
              <a:gd name="connsiteX3390" fmla="*/ 2052719 w 5799173"/>
              <a:gd name="connsiteY3390" fmla="*/ 363938 h 5017219"/>
              <a:gd name="connsiteX3391" fmla="*/ 2054132 w 5799173"/>
              <a:gd name="connsiteY3391" fmla="*/ 364769 h 5017219"/>
              <a:gd name="connsiteX3392" fmla="*/ 2065347 w 5799173"/>
              <a:gd name="connsiteY3392" fmla="*/ 384209 h 5017219"/>
              <a:gd name="connsiteX3393" fmla="*/ 2065347 w 5799173"/>
              <a:gd name="connsiteY3393" fmla="*/ 385788 h 5017219"/>
              <a:gd name="connsiteX3394" fmla="*/ 2054132 w 5799173"/>
              <a:gd name="connsiteY3394" fmla="*/ 405229 h 5017219"/>
              <a:gd name="connsiteX3395" fmla="*/ 2052719 w 5799173"/>
              <a:gd name="connsiteY3395" fmla="*/ 406059 h 5017219"/>
              <a:gd name="connsiteX3396" fmla="*/ 2632067 w 5799173"/>
              <a:gd name="connsiteY3396" fmla="*/ 567328 h 5017219"/>
              <a:gd name="connsiteX3397" fmla="*/ 2630654 w 5799173"/>
              <a:gd name="connsiteY3397" fmla="*/ 566498 h 5017219"/>
              <a:gd name="connsiteX3398" fmla="*/ 2619439 w 5799173"/>
              <a:gd name="connsiteY3398" fmla="*/ 547056 h 5017219"/>
              <a:gd name="connsiteX3399" fmla="*/ 2619439 w 5799173"/>
              <a:gd name="connsiteY3399" fmla="*/ 545478 h 5017219"/>
              <a:gd name="connsiteX3400" fmla="*/ 2630654 w 5799173"/>
              <a:gd name="connsiteY3400" fmla="*/ 526037 h 5017219"/>
              <a:gd name="connsiteX3401" fmla="*/ 2632067 w 5799173"/>
              <a:gd name="connsiteY3401" fmla="*/ 525206 h 5017219"/>
              <a:gd name="connsiteX3402" fmla="*/ 2654581 w 5799173"/>
              <a:gd name="connsiteY3402" fmla="*/ 525206 h 5017219"/>
              <a:gd name="connsiteX3403" fmla="*/ 2655994 w 5799173"/>
              <a:gd name="connsiteY3403" fmla="*/ 526037 h 5017219"/>
              <a:gd name="connsiteX3404" fmla="*/ 2667209 w 5799173"/>
              <a:gd name="connsiteY3404" fmla="*/ 545478 h 5017219"/>
              <a:gd name="connsiteX3405" fmla="*/ 2667209 w 5799173"/>
              <a:gd name="connsiteY3405" fmla="*/ 547056 h 5017219"/>
              <a:gd name="connsiteX3406" fmla="*/ 2655994 w 5799173"/>
              <a:gd name="connsiteY3406" fmla="*/ 566498 h 5017219"/>
              <a:gd name="connsiteX3407" fmla="*/ 2654581 w 5799173"/>
              <a:gd name="connsiteY3407" fmla="*/ 567328 h 5017219"/>
              <a:gd name="connsiteX3408" fmla="*/ 1600399 w 5799173"/>
              <a:gd name="connsiteY3408" fmla="*/ 335102 h 5017219"/>
              <a:gd name="connsiteX3409" fmla="*/ 1599735 w 5799173"/>
              <a:gd name="connsiteY3409" fmla="*/ 334687 h 5017219"/>
              <a:gd name="connsiteX3410" fmla="*/ 1594002 w 5799173"/>
              <a:gd name="connsiteY3410" fmla="*/ 324717 h 5017219"/>
              <a:gd name="connsiteX3411" fmla="*/ 1594003 w 5799173"/>
              <a:gd name="connsiteY3411" fmla="*/ 323887 h 5017219"/>
              <a:gd name="connsiteX3412" fmla="*/ 1599734 w 5799173"/>
              <a:gd name="connsiteY3412" fmla="*/ 313917 h 5017219"/>
              <a:gd name="connsiteX3413" fmla="*/ 1600399 w 5799173"/>
              <a:gd name="connsiteY3413" fmla="*/ 313502 h 5017219"/>
              <a:gd name="connsiteX3414" fmla="*/ 1611865 w 5799173"/>
              <a:gd name="connsiteY3414" fmla="*/ 313502 h 5017219"/>
              <a:gd name="connsiteX3415" fmla="*/ 1612529 w 5799173"/>
              <a:gd name="connsiteY3415" fmla="*/ 313917 h 5017219"/>
              <a:gd name="connsiteX3416" fmla="*/ 1618262 w 5799173"/>
              <a:gd name="connsiteY3416" fmla="*/ 323887 h 5017219"/>
              <a:gd name="connsiteX3417" fmla="*/ 1618261 w 5799173"/>
              <a:gd name="connsiteY3417" fmla="*/ 324717 h 5017219"/>
              <a:gd name="connsiteX3418" fmla="*/ 1612530 w 5799173"/>
              <a:gd name="connsiteY3418" fmla="*/ 334687 h 5017219"/>
              <a:gd name="connsiteX3419" fmla="*/ 1611865 w 5799173"/>
              <a:gd name="connsiteY3419" fmla="*/ 335102 h 5017219"/>
              <a:gd name="connsiteX3420" fmla="*/ 2621986 w 5799173"/>
              <a:gd name="connsiteY3420" fmla="*/ 612167 h 5017219"/>
              <a:gd name="connsiteX3421" fmla="*/ 2621072 w 5799173"/>
              <a:gd name="connsiteY3421" fmla="*/ 611668 h 5017219"/>
              <a:gd name="connsiteX3422" fmla="*/ 2613761 w 5799173"/>
              <a:gd name="connsiteY3422" fmla="*/ 598957 h 5017219"/>
              <a:gd name="connsiteX3423" fmla="*/ 2613761 w 5799173"/>
              <a:gd name="connsiteY3423" fmla="*/ 597960 h 5017219"/>
              <a:gd name="connsiteX3424" fmla="*/ 2621072 w 5799173"/>
              <a:gd name="connsiteY3424" fmla="*/ 585248 h 5017219"/>
              <a:gd name="connsiteX3425" fmla="*/ 2621986 w 5799173"/>
              <a:gd name="connsiteY3425" fmla="*/ 584750 h 5017219"/>
              <a:gd name="connsiteX3426" fmla="*/ 2636608 w 5799173"/>
              <a:gd name="connsiteY3426" fmla="*/ 584750 h 5017219"/>
              <a:gd name="connsiteX3427" fmla="*/ 2637521 w 5799173"/>
              <a:gd name="connsiteY3427" fmla="*/ 585248 h 5017219"/>
              <a:gd name="connsiteX3428" fmla="*/ 2644832 w 5799173"/>
              <a:gd name="connsiteY3428" fmla="*/ 597960 h 5017219"/>
              <a:gd name="connsiteX3429" fmla="*/ 2644832 w 5799173"/>
              <a:gd name="connsiteY3429" fmla="*/ 598957 h 5017219"/>
              <a:gd name="connsiteX3430" fmla="*/ 2637521 w 5799173"/>
              <a:gd name="connsiteY3430" fmla="*/ 611668 h 5017219"/>
              <a:gd name="connsiteX3431" fmla="*/ 2636608 w 5799173"/>
              <a:gd name="connsiteY3431" fmla="*/ 612167 h 5017219"/>
              <a:gd name="connsiteX3432" fmla="*/ 4607134 w 5799173"/>
              <a:gd name="connsiteY3432" fmla="*/ 1146274 h 5017219"/>
              <a:gd name="connsiteX3433" fmla="*/ 4606137 w 5799173"/>
              <a:gd name="connsiteY3433" fmla="*/ 1145692 h 5017219"/>
              <a:gd name="connsiteX3434" fmla="*/ 4597829 w 5799173"/>
              <a:gd name="connsiteY3434" fmla="*/ 1131238 h 5017219"/>
              <a:gd name="connsiteX3435" fmla="*/ 4597829 w 5799173"/>
              <a:gd name="connsiteY3435" fmla="*/ 1130073 h 5017219"/>
              <a:gd name="connsiteX3436" fmla="*/ 4606137 w 5799173"/>
              <a:gd name="connsiteY3436" fmla="*/ 1115619 h 5017219"/>
              <a:gd name="connsiteX3437" fmla="*/ 4607134 w 5799173"/>
              <a:gd name="connsiteY3437" fmla="*/ 1115036 h 5017219"/>
              <a:gd name="connsiteX3438" fmla="*/ 4623833 w 5799173"/>
              <a:gd name="connsiteY3438" fmla="*/ 1115036 h 5017219"/>
              <a:gd name="connsiteX3439" fmla="*/ 4624829 w 5799173"/>
              <a:gd name="connsiteY3439" fmla="*/ 1115618 h 5017219"/>
              <a:gd name="connsiteX3440" fmla="*/ 4633137 w 5799173"/>
              <a:gd name="connsiteY3440" fmla="*/ 1130073 h 5017219"/>
              <a:gd name="connsiteX3441" fmla="*/ 4633137 w 5799173"/>
              <a:gd name="connsiteY3441" fmla="*/ 1131237 h 5017219"/>
              <a:gd name="connsiteX3442" fmla="*/ 4624829 w 5799173"/>
              <a:gd name="connsiteY3442" fmla="*/ 1145692 h 5017219"/>
              <a:gd name="connsiteX3443" fmla="*/ 4623833 w 5799173"/>
              <a:gd name="connsiteY3443" fmla="*/ 1146274 h 5017219"/>
              <a:gd name="connsiteX3444" fmla="*/ 2139416 w 5799173"/>
              <a:gd name="connsiteY3444" fmla="*/ 485145 h 5017219"/>
              <a:gd name="connsiteX3445" fmla="*/ 2138419 w 5799173"/>
              <a:gd name="connsiteY3445" fmla="*/ 484565 h 5017219"/>
              <a:gd name="connsiteX3446" fmla="*/ 2130028 w 5799173"/>
              <a:gd name="connsiteY3446" fmla="*/ 470025 h 5017219"/>
              <a:gd name="connsiteX3447" fmla="*/ 2130028 w 5799173"/>
              <a:gd name="connsiteY3447" fmla="*/ 468861 h 5017219"/>
              <a:gd name="connsiteX3448" fmla="*/ 2138419 w 5799173"/>
              <a:gd name="connsiteY3448" fmla="*/ 454324 h 5017219"/>
              <a:gd name="connsiteX3449" fmla="*/ 2139416 w 5799173"/>
              <a:gd name="connsiteY3449" fmla="*/ 453741 h 5017219"/>
              <a:gd name="connsiteX3450" fmla="*/ 2156198 w 5799173"/>
              <a:gd name="connsiteY3450" fmla="*/ 453741 h 5017219"/>
              <a:gd name="connsiteX3451" fmla="*/ 2157195 w 5799173"/>
              <a:gd name="connsiteY3451" fmla="*/ 454324 h 5017219"/>
              <a:gd name="connsiteX3452" fmla="*/ 2165586 w 5799173"/>
              <a:gd name="connsiteY3452" fmla="*/ 468861 h 5017219"/>
              <a:gd name="connsiteX3453" fmla="*/ 2165586 w 5799173"/>
              <a:gd name="connsiteY3453" fmla="*/ 470026 h 5017219"/>
              <a:gd name="connsiteX3454" fmla="*/ 2157195 w 5799173"/>
              <a:gd name="connsiteY3454" fmla="*/ 484565 h 5017219"/>
              <a:gd name="connsiteX3455" fmla="*/ 2156198 w 5799173"/>
              <a:gd name="connsiteY3455" fmla="*/ 485145 h 5017219"/>
              <a:gd name="connsiteX3456" fmla="*/ 4667061 w 5799173"/>
              <a:gd name="connsiteY3456" fmla="*/ 1162804 h 5017219"/>
              <a:gd name="connsiteX3457" fmla="*/ 4665981 w 5799173"/>
              <a:gd name="connsiteY3457" fmla="*/ 1162223 h 5017219"/>
              <a:gd name="connsiteX3458" fmla="*/ 4657425 w 5799173"/>
              <a:gd name="connsiteY3458" fmla="*/ 1147435 h 5017219"/>
              <a:gd name="connsiteX3459" fmla="*/ 4657425 w 5799173"/>
              <a:gd name="connsiteY3459" fmla="*/ 1146188 h 5017219"/>
              <a:gd name="connsiteX3460" fmla="*/ 4665982 w 5799173"/>
              <a:gd name="connsiteY3460" fmla="*/ 1131401 h 5017219"/>
              <a:gd name="connsiteX3461" fmla="*/ 4667062 w 5799173"/>
              <a:gd name="connsiteY3461" fmla="*/ 1130819 h 5017219"/>
              <a:gd name="connsiteX3462" fmla="*/ 4684176 w 5799173"/>
              <a:gd name="connsiteY3462" fmla="*/ 1130819 h 5017219"/>
              <a:gd name="connsiteX3463" fmla="*/ 4685255 w 5799173"/>
              <a:gd name="connsiteY3463" fmla="*/ 1131401 h 5017219"/>
              <a:gd name="connsiteX3464" fmla="*/ 4693812 w 5799173"/>
              <a:gd name="connsiteY3464" fmla="*/ 1146188 h 5017219"/>
              <a:gd name="connsiteX3465" fmla="*/ 4693813 w 5799173"/>
              <a:gd name="connsiteY3465" fmla="*/ 1147435 h 5017219"/>
              <a:gd name="connsiteX3466" fmla="*/ 4685256 w 5799173"/>
              <a:gd name="connsiteY3466" fmla="*/ 1162223 h 5017219"/>
              <a:gd name="connsiteX3467" fmla="*/ 4684175 w 5799173"/>
              <a:gd name="connsiteY3467" fmla="*/ 1162804 h 5017219"/>
              <a:gd name="connsiteX3468" fmla="*/ 1657438 w 5799173"/>
              <a:gd name="connsiteY3468" fmla="*/ 357046 h 5017219"/>
              <a:gd name="connsiteX3469" fmla="*/ 1656358 w 5799173"/>
              <a:gd name="connsiteY3469" fmla="*/ 356381 h 5017219"/>
              <a:gd name="connsiteX3470" fmla="*/ 1647553 w 5799173"/>
              <a:gd name="connsiteY3470" fmla="*/ 341012 h 5017219"/>
              <a:gd name="connsiteX3471" fmla="*/ 1647552 w 5799173"/>
              <a:gd name="connsiteY3471" fmla="*/ 339765 h 5017219"/>
              <a:gd name="connsiteX3472" fmla="*/ 1656441 w 5799173"/>
              <a:gd name="connsiteY3472" fmla="*/ 324396 h 5017219"/>
              <a:gd name="connsiteX3473" fmla="*/ 1657521 w 5799173"/>
              <a:gd name="connsiteY3473" fmla="*/ 323731 h 5017219"/>
              <a:gd name="connsiteX3474" fmla="*/ 1675217 w 5799173"/>
              <a:gd name="connsiteY3474" fmla="*/ 323731 h 5017219"/>
              <a:gd name="connsiteX3475" fmla="*/ 1676297 w 5799173"/>
              <a:gd name="connsiteY3475" fmla="*/ 324396 h 5017219"/>
              <a:gd name="connsiteX3476" fmla="*/ 1685104 w 5799173"/>
              <a:gd name="connsiteY3476" fmla="*/ 339765 h 5017219"/>
              <a:gd name="connsiteX3477" fmla="*/ 1685104 w 5799173"/>
              <a:gd name="connsiteY3477" fmla="*/ 341012 h 5017219"/>
              <a:gd name="connsiteX3478" fmla="*/ 1676214 w 5799173"/>
              <a:gd name="connsiteY3478" fmla="*/ 356381 h 5017219"/>
              <a:gd name="connsiteX3479" fmla="*/ 1675134 w 5799173"/>
              <a:gd name="connsiteY3479" fmla="*/ 357046 h 5017219"/>
              <a:gd name="connsiteX3480" fmla="*/ 4967600 w 5799173"/>
              <a:gd name="connsiteY3480" fmla="*/ 1244179 h 5017219"/>
              <a:gd name="connsiteX3481" fmla="*/ 4966520 w 5799173"/>
              <a:gd name="connsiteY3481" fmla="*/ 1243514 h 5017219"/>
              <a:gd name="connsiteX3482" fmla="*/ 4957548 w 5799173"/>
              <a:gd name="connsiteY3482" fmla="*/ 1227978 h 5017219"/>
              <a:gd name="connsiteX3483" fmla="*/ 4957548 w 5799173"/>
              <a:gd name="connsiteY3483" fmla="*/ 1226732 h 5017219"/>
              <a:gd name="connsiteX3484" fmla="*/ 4966520 w 5799173"/>
              <a:gd name="connsiteY3484" fmla="*/ 1211196 h 5017219"/>
              <a:gd name="connsiteX3485" fmla="*/ 4967600 w 5799173"/>
              <a:gd name="connsiteY3485" fmla="*/ 1210532 h 5017219"/>
              <a:gd name="connsiteX3486" fmla="*/ 4985462 w 5799173"/>
              <a:gd name="connsiteY3486" fmla="*/ 1210531 h 5017219"/>
              <a:gd name="connsiteX3487" fmla="*/ 4986542 w 5799173"/>
              <a:gd name="connsiteY3487" fmla="*/ 1211196 h 5017219"/>
              <a:gd name="connsiteX3488" fmla="*/ 4995515 w 5799173"/>
              <a:gd name="connsiteY3488" fmla="*/ 1226733 h 5017219"/>
              <a:gd name="connsiteX3489" fmla="*/ 4995515 w 5799173"/>
              <a:gd name="connsiteY3489" fmla="*/ 1227978 h 5017219"/>
              <a:gd name="connsiteX3490" fmla="*/ 4986542 w 5799173"/>
              <a:gd name="connsiteY3490" fmla="*/ 1243515 h 5017219"/>
              <a:gd name="connsiteX3491" fmla="*/ 4985462 w 5799173"/>
              <a:gd name="connsiteY3491" fmla="*/ 1244178 h 5017219"/>
              <a:gd name="connsiteX3492" fmla="*/ 3583313 w 5799173"/>
              <a:gd name="connsiteY3492" fmla="*/ 873365 h 5017219"/>
              <a:gd name="connsiteX3493" fmla="*/ 3582233 w 5799173"/>
              <a:gd name="connsiteY3493" fmla="*/ 872701 h 5017219"/>
              <a:gd name="connsiteX3494" fmla="*/ 3573261 w 5799173"/>
              <a:gd name="connsiteY3494" fmla="*/ 857082 h 5017219"/>
              <a:gd name="connsiteX3495" fmla="*/ 3573261 w 5799173"/>
              <a:gd name="connsiteY3495" fmla="*/ 855836 h 5017219"/>
              <a:gd name="connsiteX3496" fmla="*/ 3582233 w 5799173"/>
              <a:gd name="connsiteY3496" fmla="*/ 840217 h 5017219"/>
              <a:gd name="connsiteX3497" fmla="*/ 3583313 w 5799173"/>
              <a:gd name="connsiteY3497" fmla="*/ 839552 h 5017219"/>
              <a:gd name="connsiteX3498" fmla="*/ 3601341 w 5799173"/>
              <a:gd name="connsiteY3498" fmla="*/ 839552 h 5017219"/>
              <a:gd name="connsiteX3499" fmla="*/ 3602421 w 5799173"/>
              <a:gd name="connsiteY3499" fmla="*/ 840217 h 5017219"/>
              <a:gd name="connsiteX3500" fmla="*/ 3611394 w 5799173"/>
              <a:gd name="connsiteY3500" fmla="*/ 855836 h 5017219"/>
              <a:gd name="connsiteX3501" fmla="*/ 3611394 w 5799173"/>
              <a:gd name="connsiteY3501" fmla="*/ 857082 h 5017219"/>
              <a:gd name="connsiteX3502" fmla="*/ 3602421 w 5799173"/>
              <a:gd name="connsiteY3502" fmla="*/ 872701 h 5017219"/>
              <a:gd name="connsiteX3503" fmla="*/ 3601341 w 5799173"/>
              <a:gd name="connsiteY3503" fmla="*/ 873365 h 5017219"/>
              <a:gd name="connsiteX3504" fmla="*/ 4726594 w 5799173"/>
              <a:gd name="connsiteY3504" fmla="*/ 1180178 h 5017219"/>
              <a:gd name="connsiteX3505" fmla="*/ 4725431 w 5799173"/>
              <a:gd name="connsiteY3505" fmla="*/ 1179513 h 5017219"/>
              <a:gd name="connsiteX3506" fmla="*/ 4716209 w 5799173"/>
              <a:gd name="connsiteY3506" fmla="*/ 1163562 h 5017219"/>
              <a:gd name="connsiteX3507" fmla="*/ 4716209 w 5799173"/>
              <a:gd name="connsiteY3507" fmla="*/ 1162233 h 5017219"/>
              <a:gd name="connsiteX3508" fmla="*/ 4725431 w 5799173"/>
              <a:gd name="connsiteY3508" fmla="*/ 1146282 h 5017219"/>
              <a:gd name="connsiteX3509" fmla="*/ 4726594 w 5799173"/>
              <a:gd name="connsiteY3509" fmla="*/ 1145617 h 5017219"/>
              <a:gd name="connsiteX3510" fmla="*/ 4745037 w 5799173"/>
              <a:gd name="connsiteY3510" fmla="*/ 1145617 h 5017219"/>
              <a:gd name="connsiteX3511" fmla="*/ 4746200 w 5799173"/>
              <a:gd name="connsiteY3511" fmla="*/ 1146282 h 5017219"/>
              <a:gd name="connsiteX3512" fmla="*/ 4755422 w 5799173"/>
              <a:gd name="connsiteY3512" fmla="*/ 1162233 h 5017219"/>
              <a:gd name="connsiteX3513" fmla="*/ 4755422 w 5799173"/>
              <a:gd name="connsiteY3513" fmla="*/ 1163562 h 5017219"/>
              <a:gd name="connsiteX3514" fmla="*/ 4746200 w 5799173"/>
              <a:gd name="connsiteY3514" fmla="*/ 1179513 h 5017219"/>
              <a:gd name="connsiteX3515" fmla="*/ 4745037 w 5799173"/>
              <a:gd name="connsiteY3515" fmla="*/ 1180178 h 5017219"/>
              <a:gd name="connsiteX3516" fmla="*/ 2559535 w 5799173"/>
              <a:gd name="connsiteY3516" fmla="*/ 600191 h 5017219"/>
              <a:gd name="connsiteX3517" fmla="*/ 2558372 w 5799173"/>
              <a:gd name="connsiteY3517" fmla="*/ 599525 h 5017219"/>
              <a:gd name="connsiteX3518" fmla="*/ 2548901 w 5799173"/>
              <a:gd name="connsiteY3518" fmla="*/ 583077 h 5017219"/>
              <a:gd name="connsiteX3519" fmla="*/ 2548901 w 5799173"/>
              <a:gd name="connsiteY3519" fmla="*/ 581746 h 5017219"/>
              <a:gd name="connsiteX3520" fmla="*/ 2558455 w 5799173"/>
              <a:gd name="connsiteY3520" fmla="*/ 565298 h 5017219"/>
              <a:gd name="connsiteX3521" fmla="*/ 2559618 w 5799173"/>
              <a:gd name="connsiteY3521" fmla="*/ 564632 h 5017219"/>
              <a:gd name="connsiteX3522" fmla="*/ 2578643 w 5799173"/>
              <a:gd name="connsiteY3522" fmla="*/ 564633 h 5017219"/>
              <a:gd name="connsiteX3523" fmla="*/ 2579806 w 5799173"/>
              <a:gd name="connsiteY3523" fmla="*/ 565298 h 5017219"/>
              <a:gd name="connsiteX3524" fmla="*/ 2589277 w 5799173"/>
              <a:gd name="connsiteY3524" fmla="*/ 581746 h 5017219"/>
              <a:gd name="connsiteX3525" fmla="*/ 2589277 w 5799173"/>
              <a:gd name="connsiteY3525" fmla="*/ 583077 h 5017219"/>
              <a:gd name="connsiteX3526" fmla="*/ 2579723 w 5799173"/>
              <a:gd name="connsiteY3526" fmla="*/ 599525 h 5017219"/>
              <a:gd name="connsiteX3527" fmla="*/ 2578560 w 5799173"/>
              <a:gd name="connsiteY3527" fmla="*/ 600191 h 5017219"/>
              <a:gd name="connsiteX3528" fmla="*/ 2498945 w 5799173"/>
              <a:gd name="connsiteY3528" fmla="*/ 584895 h 5017219"/>
              <a:gd name="connsiteX3529" fmla="*/ 2497699 w 5799173"/>
              <a:gd name="connsiteY3529" fmla="*/ 584231 h 5017219"/>
              <a:gd name="connsiteX3530" fmla="*/ 2487729 w 5799173"/>
              <a:gd name="connsiteY3530" fmla="*/ 566951 h 5017219"/>
              <a:gd name="connsiteX3531" fmla="*/ 2487729 w 5799173"/>
              <a:gd name="connsiteY3531" fmla="*/ 565538 h 5017219"/>
              <a:gd name="connsiteX3532" fmla="*/ 2497699 w 5799173"/>
              <a:gd name="connsiteY3532" fmla="*/ 548258 h 5017219"/>
              <a:gd name="connsiteX3533" fmla="*/ 2498945 w 5799173"/>
              <a:gd name="connsiteY3533" fmla="*/ 547593 h 5017219"/>
              <a:gd name="connsiteX3534" fmla="*/ 2518884 w 5799173"/>
              <a:gd name="connsiteY3534" fmla="*/ 547593 h 5017219"/>
              <a:gd name="connsiteX3535" fmla="*/ 2520130 w 5799173"/>
              <a:gd name="connsiteY3535" fmla="*/ 548258 h 5017219"/>
              <a:gd name="connsiteX3536" fmla="*/ 2530099 w 5799173"/>
              <a:gd name="connsiteY3536" fmla="*/ 565538 h 5017219"/>
              <a:gd name="connsiteX3537" fmla="*/ 2530099 w 5799173"/>
              <a:gd name="connsiteY3537" fmla="*/ 566951 h 5017219"/>
              <a:gd name="connsiteX3538" fmla="*/ 2520130 w 5799173"/>
              <a:gd name="connsiteY3538" fmla="*/ 584231 h 5017219"/>
              <a:gd name="connsiteX3539" fmla="*/ 2518884 w 5799173"/>
              <a:gd name="connsiteY3539" fmla="*/ 584895 h 5017219"/>
              <a:gd name="connsiteX3540" fmla="*/ 3702525 w 5799173"/>
              <a:gd name="connsiteY3540" fmla="*/ 907685 h 5017219"/>
              <a:gd name="connsiteX3541" fmla="*/ 3701280 w 5799173"/>
              <a:gd name="connsiteY3541" fmla="*/ 906938 h 5017219"/>
              <a:gd name="connsiteX3542" fmla="*/ 3691143 w 5799173"/>
              <a:gd name="connsiteY3542" fmla="*/ 889408 h 5017219"/>
              <a:gd name="connsiteX3543" fmla="*/ 3691143 w 5799173"/>
              <a:gd name="connsiteY3543" fmla="*/ 887996 h 5017219"/>
              <a:gd name="connsiteX3544" fmla="*/ 3701279 w 5799173"/>
              <a:gd name="connsiteY3544" fmla="*/ 870466 h 5017219"/>
              <a:gd name="connsiteX3545" fmla="*/ 3702525 w 5799173"/>
              <a:gd name="connsiteY3545" fmla="*/ 869718 h 5017219"/>
              <a:gd name="connsiteX3546" fmla="*/ 3722796 w 5799173"/>
              <a:gd name="connsiteY3546" fmla="*/ 869718 h 5017219"/>
              <a:gd name="connsiteX3547" fmla="*/ 3724042 w 5799173"/>
              <a:gd name="connsiteY3547" fmla="*/ 870466 h 5017219"/>
              <a:gd name="connsiteX3548" fmla="*/ 3734178 w 5799173"/>
              <a:gd name="connsiteY3548" fmla="*/ 887996 h 5017219"/>
              <a:gd name="connsiteX3549" fmla="*/ 3734178 w 5799173"/>
              <a:gd name="connsiteY3549" fmla="*/ 889408 h 5017219"/>
              <a:gd name="connsiteX3550" fmla="*/ 3724042 w 5799173"/>
              <a:gd name="connsiteY3550" fmla="*/ 906938 h 5017219"/>
              <a:gd name="connsiteX3551" fmla="*/ 3722796 w 5799173"/>
              <a:gd name="connsiteY3551" fmla="*/ 907686 h 5017219"/>
              <a:gd name="connsiteX3552" fmla="*/ 3822898 w 5799173"/>
              <a:gd name="connsiteY3552" fmla="*/ 939939 h 5017219"/>
              <a:gd name="connsiteX3553" fmla="*/ 3821652 w 5799173"/>
              <a:gd name="connsiteY3553" fmla="*/ 939192 h 5017219"/>
              <a:gd name="connsiteX3554" fmla="*/ 3811516 w 5799173"/>
              <a:gd name="connsiteY3554" fmla="*/ 921662 h 5017219"/>
              <a:gd name="connsiteX3555" fmla="*/ 3811516 w 5799173"/>
              <a:gd name="connsiteY3555" fmla="*/ 920250 h 5017219"/>
              <a:gd name="connsiteX3556" fmla="*/ 3821652 w 5799173"/>
              <a:gd name="connsiteY3556" fmla="*/ 902720 h 5017219"/>
              <a:gd name="connsiteX3557" fmla="*/ 3822898 w 5799173"/>
              <a:gd name="connsiteY3557" fmla="*/ 901972 h 5017219"/>
              <a:gd name="connsiteX3558" fmla="*/ 3843169 w 5799173"/>
              <a:gd name="connsiteY3558" fmla="*/ 901972 h 5017219"/>
              <a:gd name="connsiteX3559" fmla="*/ 3844415 w 5799173"/>
              <a:gd name="connsiteY3559" fmla="*/ 902720 h 5017219"/>
              <a:gd name="connsiteX3560" fmla="*/ 3854551 w 5799173"/>
              <a:gd name="connsiteY3560" fmla="*/ 920250 h 5017219"/>
              <a:gd name="connsiteX3561" fmla="*/ 3854551 w 5799173"/>
              <a:gd name="connsiteY3561" fmla="*/ 921662 h 5017219"/>
              <a:gd name="connsiteX3562" fmla="*/ 3844415 w 5799173"/>
              <a:gd name="connsiteY3562" fmla="*/ 939192 h 5017219"/>
              <a:gd name="connsiteX3563" fmla="*/ 3843169 w 5799173"/>
              <a:gd name="connsiteY3563" fmla="*/ 939939 h 5017219"/>
              <a:gd name="connsiteX3564" fmla="*/ 4003456 w 5799173"/>
              <a:gd name="connsiteY3564" fmla="*/ 988320 h 5017219"/>
              <a:gd name="connsiteX3565" fmla="*/ 4002211 w 5799173"/>
              <a:gd name="connsiteY3565" fmla="*/ 987572 h 5017219"/>
              <a:gd name="connsiteX3566" fmla="*/ 3992075 w 5799173"/>
              <a:gd name="connsiteY3566" fmla="*/ 970043 h 5017219"/>
              <a:gd name="connsiteX3567" fmla="*/ 3992075 w 5799173"/>
              <a:gd name="connsiteY3567" fmla="*/ 968630 h 5017219"/>
              <a:gd name="connsiteX3568" fmla="*/ 4002210 w 5799173"/>
              <a:gd name="connsiteY3568" fmla="*/ 951101 h 5017219"/>
              <a:gd name="connsiteX3569" fmla="*/ 4003457 w 5799173"/>
              <a:gd name="connsiteY3569" fmla="*/ 950353 h 5017219"/>
              <a:gd name="connsiteX3570" fmla="*/ 4023728 w 5799173"/>
              <a:gd name="connsiteY3570" fmla="*/ 950353 h 5017219"/>
              <a:gd name="connsiteX3571" fmla="*/ 4024974 w 5799173"/>
              <a:gd name="connsiteY3571" fmla="*/ 951101 h 5017219"/>
              <a:gd name="connsiteX3572" fmla="*/ 4035109 w 5799173"/>
              <a:gd name="connsiteY3572" fmla="*/ 968631 h 5017219"/>
              <a:gd name="connsiteX3573" fmla="*/ 4035109 w 5799173"/>
              <a:gd name="connsiteY3573" fmla="*/ 970042 h 5017219"/>
              <a:gd name="connsiteX3574" fmla="*/ 4024974 w 5799173"/>
              <a:gd name="connsiteY3574" fmla="*/ 987572 h 5017219"/>
              <a:gd name="connsiteX3575" fmla="*/ 4023728 w 5799173"/>
              <a:gd name="connsiteY3575" fmla="*/ 988320 h 5017219"/>
              <a:gd name="connsiteX3576" fmla="*/ 4244201 w 5799173"/>
              <a:gd name="connsiteY3576" fmla="*/ 1052827 h 5017219"/>
              <a:gd name="connsiteX3577" fmla="*/ 4242955 w 5799173"/>
              <a:gd name="connsiteY3577" fmla="*/ 1052080 h 5017219"/>
              <a:gd name="connsiteX3578" fmla="*/ 4232819 w 5799173"/>
              <a:gd name="connsiteY3578" fmla="*/ 1034550 h 5017219"/>
              <a:gd name="connsiteX3579" fmla="*/ 4232819 w 5799173"/>
              <a:gd name="connsiteY3579" fmla="*/ 1033138 h 5017219"/>
              <a:gd name="connsiteX3580" fmla="*/ 4242955 w 5799173"/>
              <a:gd name="connsiteY3580" fmla="*/ 1015608 h 5017219"/>
              <a:gd name="connsiteX3581" fmla="*/ 4244201 w 5799173"/>
              <a:gd name="connsiteY3581" fmla="*/ 1014860 h 5017219"/>
              <a:gd name="connsiteX3582" fmla="*/ 4264472 w 5799173"/>
              <a:gd name="connsiteY3582" fmla="*/ 1014860 h 5017219"/>
              <a:gd name="connsiteX3583" fmla="*/ 4265718 w 5799173"/>
              <a:gd name="connsiteY3583" fmla="*/ 1015608 h 5017219"/>
              <a:gd name="connsiteX3584" fmla="*/ 4275854 w 5799173"/>
              <a:gd name="connsiteY3584" fmla="*/ 1033138 h 5017219"/>
              <a:gd name="connsiteX3585" fmla="*/ 4275854 w 5799173"/>
              <a:gd name="connsiteY3585" fmla="*/ 1034550 h 5017219"/>
              <a:gd name="connsiteX3586" fmla="*/ 4265718 w 5799173"/>
              <a:gd name="connsiteY3586" fmla="*/ 1052080 h 5017219"/>
              <a:gd name="connsiteX3587" fmla="*/ 4264472 w 5799173"/>
              <a:gd name="connsiteY3587" fmla="*/ 1052827 h 5017219"/>
              <a:gd name="connsiteX3588" fmla="*/ 4424759 w 5799173"/>
              <a:gd name="connsiteY3588" fmla="*/ 1101208 h 5017219"/>
              <a:gd name="connsiteX3589" fmla="*/ 4423514 w 5799173"/>
              <a:gd name="connsiteY3589" fmla="*/ 1100460 h 5017219"/>
              <a:gd name="connsiteX3590" fmla="*/ 4413378 w 5799173"/>
              <a:gd name="connsiteY3590" fmla="*/ 1082930 h 5017219"/>
              <a:gd name="connsiteX3591" fmla="*/ 4413378 w 5799173"/>
              <a:gd name="connsiteY3591" fmla="*/ 1081518 h 5017219"/>
              <a:gd name="connsiteX3592" fmla="*/ 4423514 w 5799173"/>
              <a:gd name="connsiteY3592" fmla="*/ 1063988 h 5017219"/>
              <a:gd name="connsiteX3593" fmla="*/ 4424760 w 5799173"/>
              <a:gd name="connsiteY3593" fmla="*/ 1063240 h 5017219"/>
              <a:gd name="connsiteX3594" fmla="*/ 4445031 w 5799173"/>
              <a:gd name="connsiteY3594" fmla="*/ 1063240 h 5017219"/>
              <a:gd name="connsiteX3595" fmla="*/ 4446277 w 5799173"/>
              <a:gd name="connsiteY3595" fmla="*/ 1063988 h 5017219"/>
              <a:gd name="connsiteX3596" fmla="*/ 4456412 w 5799173"/>
              <a:gd name="connsiteY3596" fmla="*/ 1081519 h 5017219"/>
              <a:gd name="connsiteX3597" fmla="*/ 4456413 w 5799173"/>
              <a:gd name="connsiteY3597" fmla="*/ 1082930 h 5017219"/>
              <a:gd name="connsiteX3598" fmla="*/ 4446277 w 5799173"/>
              <a:gd name="connsiteY3598" fmla="*/ 1100460 h 5017219"/>
              <a:gd name="connsiteX3599" fmla="*/ 4445031 w 5799173"/>
              <a:gd name="connsiteY3599" fmla="*/ 1101208 h 5017219"/>
              <a:gd name="connsiteX3600" fmla="*/ 4906249 w 5799173"/>
              <a:gd name="connsiteY3600" fmla="*/ 1230222 h 5017219"/>
              <a:gd name="connsiteX3601" fmla="*/ 4905004 w 5799173"/>
              <a:gd name="connsiteY3601" fmla="*/ 1229475 h 5017219"/>
              <a:gd name="connsiteX3602" fmla="*/ 4894867 w 5799173"/>
              <a:gd name="connsiteY3602" fmla="*/ 1211945 h 5017219"/>
              <a:gd name="connsiteX3603" fmla="*/ 4894867 w 5799173"/>
              <a:gd name="connsiteY3603" fmla="*/ 1210533 h 5017219"/>
              <a:gd name="connsiteX3604" fmla="*/ 4905003 w 5799173"/>
              <a:gd name="connsiteY3604" fmla="*/ 1193003 h 5017219"/>
              <a:gd name="connsiteX3605" fmla="*/ 4906249 w 5799173"/>
              <a:gd name="connsiteY3605" fmla="*/ 1192255 h 5017219"/>
              <a:gd name="connsiteX3606" fmla="*/ 4926521 w 5799173"/>
              <a:gd name="connsiteY3606" fmla="*/ 1192255 h 5017219"/>
              <a:gd name="connsiteX3607" fmla="*/ 4927767 w 5799173"/>
              <a:gd name="connsiteY3607" fmla="*/ 1193003 h 5017219"/>
              <a:gd name="connsiteX3608" fmla="*/ 4937902 w 5799173"/>
              <a:gd name="connsiteY3608" fmla="*/ 1210533 h 5017219"/>
              <a:gd name="connsiteX3609" fmla="*/ 4937902 w 5799173"/>
              <a:gd name="connsiteY3609" fmla="*/ 1211945 h 5017219"/>
              <a:gd name="connsiteX3610" fmla="*/ 4927766 w 5799173"/>
              <a:gd name="connsiteY3610" fmla="*/ 1229475 h 5017219"/>
              <a:gd name="connsiteX3611" fmla="*/ 4926521 w 5799173"/>
              <a:gd name="connsiteY3611" fmla="*/ 1230222 h 5017219"/>
              <a:gd name="connsiteX3612" fmla="*/ 4364387 w 5799173"/>
              <a:gd name="connsiteY3612" fmla="*/ 1085400 h 5017219"/>
              <a:gd name="connsiteX3613" fmla="*/ 4363141 w 5799173"/>
              <a:gd name="connsiteY3613" fmla="*/ 1084652 h 5017219"/>
              <a:gd name="connsiteX3614" fmla="*/ 4352839 w 5799173"/>
              <a:gd name="connsiteY3614" fmla="*/ 1066873 h 5017219"/>
              <a:gd name="connsiteX3615" fmla="*/ 4352838 w 5799173"/>
              <a:gd name="connsiteY3615" fmla="*/ 1065460 h 5017219"/>
              <a:gd name="connsiteX3616" fmla="*/ 4363141 w 5799173"/>
              <a:gd name="connsiteY3616" fmla="*/ 1047682 h 5017219"/>
              <a:gd name="connsiteX3617" fmla="*/ 4364387 w 5799173"/>
              <a:gd name="connsiteY3617" fmla="*/ 1046934 h 5017219"/>
              <a:gd name="connsiteX3618" fmla="*/ 4384907 w 5799173"/>
              <a:gd name="connsiteY3618" fmla="*/ 1046934 h 5017219"/>
              <a:gd name="connsiteX3619" fmla="*/ 4386154 w 5799173"/>
              <a:gd name="connsiteY3619" fmla="*/ 1047682 h 5017219"/>
              <a:gd name="connsiteX3620" fmla="*/ 4396455 w 5799173"/>
              <a:gd name="connsiteY3620" fmla="*/ 1065460 h 5017219"/>
              <a:gd name="connsiteX3621" fmla="*/ 4396455 w 5799173"/>
              <a:gd name="connsiteY3621" fmla="*/ 1066873 h 5017219"/>
              <a:gd name="connsiteX3622" fmla="*/ 4386154 w 5799173"/>
              <a:gd name="connsiteY3622" fmla="*/ 1084652 h 5017219"/>
              <a:gd name="connsiteX3623" fmla="*/ 4384907 w 5799173"/>
              <a:gd name="connsiteY3623" fmla="*/ 1085400 h 5017219"/>
              <a:gd name="connsiteX3624" fmla="*/ 3882905 w 5799173"/>
              <a:gd name="connsiteY3624" fmla="*/ 956490 h 5017219"/>
              <a:gd name="connsiteX3625" fmla="*/ 3881659 w 5799173"/>
              <a:gd name="connsiteY3625" fmla="*/ 955742 h 5017219"/>
              <a:gd name="connsiteX3626" fmla="*/ 3871357 w 5799173"/>
              <a:gd name="connsiteY3626" fmla="*/ 937881 h 5017219"/>
              <a:gd name="connsiteX3627" fmla="*/ 3871357 w 5799173"/>
              <a:gd name="connsiteY3627" fmla="*/ 936385 h 5017219"/>
              <a:gd name="connsiteX3628" fmla="*/ 3881659 w 5799173"/>
              <a:gd name="connsiteY3628" fmla="*/ 918523 h 5017219"/>
              <a:gd name="connsiteX3629" fmla="*/ 3882905 w 5799173"/>
              <a:gd name="connsiteY3629" fmla="*/ 917775 h 5017219"/>
              <a:gd name="connsiteX3630" fmla="*/ 3903592 w 5799173"/>
              <a:gd name="connsiteY3630" fmla="*/ 917775 h 5017219"/>
              <a:gd name="connsiteX3631" fmla="*/ 3904838 w 5799173"/>
              <a:gd name="connsiteY3631" fmla="*/ 918523 h 5017219"/>
              <a:gd name="connsiteX3632" fmla="*/ 3915140 w 5799173"/>
              <a:gd name="connsiteY3632" fmla="*/ 936385 h 5017219"/>
              <a:gd name="connsiteX3633" fmla="*/ 3915140 w 5799173"/>
              <a:gd name="connsiteY3633" fmla="*/ 937881 h 5017219"/>
              <a:gd name="connsiteX3634" fmla="*/ 3904838 w 5799173"/>
              <a:gd name="connsiteY3634" fmla="*/ 955742 h 5017219"/>
              <a:gd name="connsiteX3635" fmla="*/ 3903592 w 5799173"/>
              <a:gd name="connsiteY3635" fmla="*/ 956490 h 5017219"/>
              <a:gd name="connsiteX3636" fmla="*/ 3943092 w 5799173"/>
              <a:gd name="connsiteY3636" fmla="*/ 972617 h 5017219"/>
              <a:gd name="connsiteX3637" fmla="*/ 3941846 w 5799173"/>
              <a:gd name="connsiteY3637" fmla="*/ 971869 h 5017219"/>
              <a:gd name="connsiteX3638" fmla="*/ 3931544 w 5799173"/>
              <a:gd name="connsiteY3638" fmla="*/ 954008 h 5017219"/>
              <a:gd name="connsiteX3639" fmla="*/ 3931544 w 5799173"/>
              <a:gd name="connsiteY3639" fmla="*/ 952512 h 5017219"/>
              <a:gd name="connsiteX3640" fmla="*/ 3941846 w 5799173"/>
              <a:gd name="connsiteY3640" fmla="*/ 934650 h 5017219"/>
              <a:gd name="connsiteX3641" fmla="*/ 3943092 w 5799173"/>
              <a:gd name="connsiteY3641" fmla="*/ 933902 h 5017219"/>
              <a:gd name="connsiteX3642" fmla="*/ 3963779 w 5799173"/>
              <a:gd name="connsiteY3642" fmla="*/ 933902 h 5017219"/>
              <a:gd name="connsiteX3643" fmla="*/ 3965025 w 5799173"/>
              <a:gd name="connsiteY3643" fmla="*/ 934650 h 5017219"/>
              <a:gd name="connsiteX3644" fmla="*/ 3975327 w 5799173"/>
              <a:gd name="connsiteY3644" fmla="*/ 952512 h 5017219"/>
              <a:gd name="connsiteX3645" fmla="*/ 3975327 w 5799173"/>
              <a:gd name="connsiteY3645" fmla="*/ 954008 h 5017219"/>
              <a:gd name="connsiteX3646" fmla="*/ 3965025 w 5799173"/>
              <a:gd name="connsiteY3646" fmla="*/ 971869 h 5017219"/>
              <a:gd name="connsiteX3647" fmla="*/ 3963779 w 5799173"/>
              <a:gd name="connsiteY3647" fmla="*/ 972617 h 5017219"/>
              <a:gd name="connsiteX3648" fmla="*/ 4123650 w 5799173"/>
              <a:gd name="connsiteY3648" fmla="*/ 1020998 h 5017219"/>
              <a:gd name="connsiteX3649" fmla="*/ 4122404 w 5799173"/>
              <a:gd name="connsiteY3649" fmla="*/ 1020250 h 5017219"/>
              <a:gd name="connsiteX3650" fmla="*/ 4112102 w 5799173"/>
              <a:gd name="connsiteY3650" fmla="*/ 1002389 h 5017219"/>
              <a:gd name="connsiteX3651" fmla="*/ 4112102 w 5799173"/>
              <a:gd name="connsiteY3651" fmla="*/ 1000893 h 5017219"/>
              <a:gd name="connsiteX3652" fmla="*/ 4122404 w 5799173"/>
              <a:gd name="connsiteY3652" fmla="*/ 983031 h 5017219"/>
              <a:gd name="connsiteX3653" fmla="*/ 4123650 w 5799173"/>
              <a:gd name="connsiteY3653" fmla="*/ 982283 h 5017219"/>
              <a:gd name="connsiteX3654" fmla="*/ 4144337 w 5799173"/>
              <a:gd name="connsiteY3654" fmla="*/ 982283 h 5017219"/>
              <a:gd name="connsiteX3655" fmla="*/ 4145583 w 5799173"/>
              <a:gd name="connsiteY3655" fmla="*/ 983031 h 5017219"/>
              <a:gd name="connsiteX3656" fmla="*/ 4155885 w 5799173"/>
              <a:gd name="connsiteY3656" fmla="*/ 1000893 h 5017219"/>
              <a:gd name="connsiteX3657" fmla="*/ 4155885 w 5799173"/>
              <a:gd name="connsiteY3657" fmla="*/ 1002389 h 5017219"/>
              <a:gd name="connsiteX3658" fmla="*/ 4145583 w 5799173"/>
              <a:gd name="connsiteY3658" fmla="*/ 1020249 h 5017219"/>
              <a:gd name="connsiteX3659" fmla="*/ 4144337 w 5799173"/>
              <a:gd name="connsiteY3659" fmla="*/ 1020997 h 5017219"/>
              <a:gd name="connsiteX3660" fmla="*/ 4304209 w 5799173"/>
              <a:gd name="connsiteY3660" fmla="*/ 1069378 h 5017219"/>
              <a:gd name="connsiteX3661" fmla="*/ 4302963 w 5799173"/>
              <a:gd name="connsiteY3661" fmla="*/ 1068630 h 5017219"/>
              <a:gd name="connsiteX3662" fmla="*/ 4292661 w 5799173"/>
              <a:gd name="connsiteY3662" fmla="*/ 1050769 h 5017219"/>
              <a:gd name="connsiteX3663" fmla="*/ 4292661 w 5799173"/>
              <a:gd name="connsiteY3663" fmla="*/ 1049273 h 5017219"/>
              <a:gd name="connsiteX3664" fmla="*/ 4302963 w 5799173"/>
              <a:gd name="connsiteY3664" fmla="*/ 1031411 h 5017219"/>
              <a:gd name="connsiteX3665" fmla="*/ 4304209 w 5799173"/>
              <a:gd name="connsiteY3665" fmla="*/ 1030663 h 5017219"/>
              <a:gd name="connsiteX3666" fmla="*/ 4324896 w 5799173"/>
              <a:gd name="connsiteY3666" fmla="*/ 1030663 h 5017219"/>
              <a:gd name="connsiteX3667" fmla="*/ 4326142 w 5799173"/>
              <a:gd name="connsiteY3667" fmla="*/ 1031411 h 5017219"/>
              <a:gd name="connsiteX3668" fmla="*/ 4336444 w 5799173"/>
              <a:gd name="connsiteY3668" fmla="*/ 1049273 h 5017219"/>
              <a:gd name="connsiteX3669" fmla="*/ 4336444 w 5799173"/>
              <a:gd name="connsiteY3669" fmla="*/ 1050769 h 5017219"/>
              <a:gd name="connsiteX3670" fmla="*/ 4326142 w 5799173"/>
              <a:gd name="connsiteY3670" fmla="*/ 1068630 h 5017219"/>
              <a:gd name="connsiteX3671" fmla="*/ 4324896 w 5799173"/>
              <a:gd name="connsiteY3671" fmla="*/ 1069378 h 5017219"/>
              <a:gd name="connsiteX3672" fmla="*/ 2317982 w 5799173"/>
              <a:gd name="connsiteY3672" fmla="*/ 537264 h 5017219"/>
              <a:gd name="connsiteX3673" fmla="*/ 2316736 w 5799173"/>
              <a:gd name="connsiteY3673" fmla="*/ 536517 h 5017219"/>
              <a:gd name="connsiteX3674" fmla="*/ 2306351 w 5799173"/>
              <a:gd name="connsiteY3674" fmla="*/ 518572 h 5017219"/>
              <a:gd name="connsiteX3675" fmla="*/ 2306351 w 5799173"/>
              <a:gd name="connsiteY3675" fmla="*/ 517076 h 5017219"/>
              <a:gd name="connsiteX3676" fmla="*/ 2316736 w 5799173"/>
              <a:gd name="connsiteY3676" fmla="*/ 499131 h 5017219"/>
              <a:gd name="connsiteX3677" fmla="*/ 2317982 w 5799173"/>
              <a:gd name="connsiteY3677" fmla="*/ 498383 h 5017219"/>
              <a:gd name="connsiteX3678" fmla="*/ 2338752 w 5799173"/>
              <a:gd name="connsiteY3678" fmla="*/ 498383 h 5017219"/>
              <a:gd name="connsiteX3679" fmla="*/ 2339998 w 5799173"/>
              <a:gd name="connsiteY3679" fmla="*/ 499131 h 5017219"/>
              <a:gd name="connsiteX3680" fmla="*/ 2350383 w 5799173"/>
              <a:gd name="connsiteY3680" fmla="*/ 517076 h 5017219"/>
              <a:gd name="connsiteX3681" fmla="*/ 2350383 w 5799173"/>
              <a:gd name="connsiteY3681" fmla="*/ 518572 h 5017219"/>
              <a:gd name="connsiteX3682" fmla="*/ 2339998 w 5799173"/>
              <a:gd name="connsiteY3682" fmla="*/ 536517 h 5017219"/>
              <a:gd name="connsiteX3683" fmla="*/ 2338752 w 5799173"/>
              <a:gd name="connsiteY3683" fmla="*/ 537264 h 5017219"/>
              <a:gd name="connsiteX3684" fmla="*/ 2438354 w 5799173"/>
              <a:gd name="connsiteY3684" fmla="*/ 569518 h 5017219"/>
              <a:gd name="connsiteX3685" fmla="*/ 2437108 w 5799173"/>
              <a:gd name="connsiteY3685" fmla="*/ 568771 h 5017219"/>
              <a:gd name="connsiteX3686" fmla="*/ 2426723 w 5799173"/>
              <a:gd name="connsiteY3686" fmla="*/ 550826 h 5017219"/>
              <a:gd name="connsiteX3687" fmla="*/ 2426722 w 5799173"/>
              <a:gd name="connsiteY3687" fmla="*/ 549330 h 5017219"/>
              <a:gd name="connsiteX3688" fmla="*/ 2437108 w 5799173"/>
              <a:gd name="connsiteY3688" fmla="*/ 531385 h 5017219"/>
              <a:gd name="connsiteX3689" fmla="*/ 2438354 w 5799173"/>
              <a:gd name="connsiteY3689" fmla="*/ 530637 h 5017219"/>
              <a:gd name="connsiteX3690" fmla="*/ 2459124 w 5799173"/>
              <a:gd name="connsiteY3690" fmla="*/ 530637 h 5017219"/>
              <a:gd name="connsiteX3691" fmla="*/ 2460369 w 5799173"/>
              <a:gd name="connsiteY3691" fmla="*/ 531385 h 5017219"/>
              <a:gd name="connsiteX3692" fmla="*/ 2470755 w 5799173"/>
              <a:gd name="connsiteY3692" fmla="*/ 549330 h 5017219"/>
              <a:gd name="connsiteX3693" fmla="*/ 2470755 w 5799173"/>
              <a:gd name="connsiteY3693" fmla="*/ 550826 h 5017219"/>
              <a:gd name="connsiteX3694" fmla="*/ 2460370 w 5799173"/>
              <a:gd name="connsiteY3694" fmla="*/ 568771 h 5017219"/>
              <a:gd name="connsiteX3695" fmla="*/ 2459123 w 5799173"/>
              <a:gd name="connsiteY3695" fmla="*/ 569518 h 5017219"/>
              <a:gd name="connsiteX3696" fmla="*/ 3642079 w 5799173"/>
              <a:gd name="connsiteY3696" fmla="*/ 892055 h 5017219"/>
              <a:gd name="connsiteX3697" fmla="*/ 3640833 w 5799173"/>
              <a:gd name="connsiteY3697" fmla="*/ 891308 h 5017219"/>
              <a:gd name="connsiteX3698" fmla="*/ 3630448 w 5799173"/>
              <a:gd name="connsiteY3698" fmla="*/ 873363 h 5017219"/>
              <a:gd name="connsiteX3699" fmla="*/ 3630448 w 5799173"/>
              <a:gd name="connsiteY3699" fmla="*/ 871867 h 5017219"/>
              <a:gd name="connsiteX3700" fmla="*/ 3640833 w 5799173"/>
              <a:gd name="connsiteY3700" fmla="*/ 853922 h 5017219"/>
              <a:gd name="connsiteX3701" fmla="*/ 3642079 w 5799173"/>
              <a:gd name="connsiteY3701" fmla="*/ 853174 h 5017219"/>
              <a:gd name="connsiteX3702" fmla="*/ 3662849 w 5799173"/>
              <a:gd name="connsiteY3702" fmla="*/ 853174 h 5017219"/>
              <a:gd name="connsiteX3703" fmla="*/ 3664095 w 5799173"/>
              <a:gd name="connsiteY3703" fmla="*/ 853922 h 5017219"/>
              <a:gd name="connsiteX3704" fmla="*/ 3674480 w 5799173"/>
              <a:gd name="connsiteY3704" fmla="*/ 871867 h 5017219"/>
              <a:gd name="connsiteX3705" fmla="*/ 3674480 w 5799173"/>
              <a:gd name="connsiteY3705" fmla="*/ 873363 h 5017219"/>
              <a:gd name="connsiteX3706" fmla="*/ 3664095 w 5799173"/>
              <a:gd name="connsiteY3706" fmla="*/ 891308 h 5017219"/>
              <a:gd name="connsiteX3707" fmla="*/ 3662849 w 5799173"/>
              <a:gd name="connsiteY3707" fmla="*/ 892055 h 5017219"/>
              <a:gd name="connsiteX3708" fmla="*/ 4063382 w 5799173"/>
              <a:gd name="connsiteY3708" fmla="*/ 1004943 h 5017219"/>
              <a:gd name="connsiteX3709" fmla="*/ 4062136 w 5799173"/>
              <a:gd name="connsiteY3709" fmla="*/ 1004196 h 5017219"/>
              <a:gd name="connsiteX3710" fmla="*/ 4051751 w 5799173"/>
              <a:gd name="connsiteY3710" fmla="*/ 986251 h 5017219"/>
              <a:gd name="connsiteX3711" fmla="*/ 4051751 w 5799173"/>
              <a:gd name="connsiteY3711" fmla="*/ 984755 h 5017219"/>
              <a:gd name="connsiteX3712" fmla="*/ 4062136 w 5799173"/>
              <a:gd name="connsiteY3712" fmla="*/ 966810 h 5017219"/>
              <a:gd name="connsiteX3713" fmla="*/ 4063382 w 5799173"/>
              <a:gd name="connsiteY3713" fmla="*/ 966062 h 5017219"/>
              <a:gd name="connsiteX3714" fmla="*/ 4084152 w 5799173"/>
              <a:gd name="connsiteY3714" fmla="*/ 966062 h 5017219"/>
              <a:gd name="connsiteX3715" fmla="*/ 4085398 w 5799173"/>
              <a:gd name="connsiteY3715" fmla="*/ 966810 h 5017219"/>
              <a:gd name="connsiteX3716" fmla="*/ 4095783 w 5799173"/>
              <a:gd name="connsiteY3716" fmla="*/ 984755 h 5017219"/>
              <a:gd name="connsiteX3717" fmla="*/ 4095783 w 5799173"/>
              <a:gd name="connsiteY3717" fmla="*/ 986251 h 5017219"/>
              <a:gd name="connsiteX3718" fmla="*/ 4085398 w 5799173"/>
              <a:gd name="connsiteY3718" fmla="*/ 1004196 h 5017219"/>
              <a:gd name="connsiteX3719" fmla="*/ 4084152 w 5799173"/>
              <a:gd name="connsiteY3719" fmla="*/ 1004943 h 5017219"/>
              <a:gd name="connsiteX3720" fmla="*/ 4183755 w 5799173"/>
              <a:gd name="connsiteY3720" fmla="*/ 1037197 h 5017219"/>
              <a:gd name="connsiteX3721" fmla="*/ 4182509 w 5799173"/>
              <a:gd name="connsiteY3721" fmla="*/ 1036449 h 5017219"/>
              <a:gd name="connsiteX3722" fmla="*/ 4172124 w 5799173"/>
              <a:gd name="connsiteY3722" fmla="*/ 1018505 h 5017219"/>
              <a:gd name="connsiteX3723" fmla="*/ 4172123 w 5799173"/>
              <a:gd name="connsiteY3723" fmla="*/ 1017008 h 5017219"/>
              <a:gd name="connsiteX3724" fmla="*/ 4182509 w 5799173"/>
              <a:gd name="connsiteY3724" fmla="*/ 999063 h 5017219"/>
              <a:gd name="connsiteX3725" fmla="*/ 4183755 w 5799173"/>
              <a:gd name="connsiteY3725" fmla="*/ 998315 h 5017219"/>
              <a:gd name="connsiteX3726" fmla="*/ 4204525 w 5799173"/>
              <a:gd name="connsiteY3726" fmla="*/ 998316 h 5017219"/>
              <a:gd name="connsiteX3727" fmla="*/ 4205770 w 5799173"/>
              <a:gd name="connsiteY3727" fmla="*/ 999064 h 5017219"/>
              <a:gd name="connsiteX3728" fmla="*/ 4216156 w 5799173"/>
              <a:gd name="connsiteY3728" fmla="*/ 1017008 h 5017219"/>
              <a:gd name="connsiteX3729" fmla="*/ 4216156 w 5799173"/>
              <a:gd name="connsiteY3729" fmla="*/ 1018504 h 5017219"/>
              <a:gd name="connsiteX3730" fmla="*/ 4205771 w 5799173"/>
              <a:gd name="connsiteY3730" fmla="*/ 1036449 h 5017219"/>
              <a:gd name="connsiteX3731" fmla="*/ 4204524 w 5799173"/>
              <a:gd name="connsiteY3731" fmla="*/ 1037196 h 5017219"/>
              <a:gd name="connsiteX3732" fmla="*/ 3762368 w 5799173"/>
              <a:gd name="connsiteY3732" fmla="*/ 924393 h 5017219"/>
              <a:gd name="connsiteX3733" fmla="*/ 3761121 w 5799173"/>
              <a:gd name="connsiteY3733" fmla="*/ 923645 h 5017219"/>
              <a:gd name="connsiteX3734" fmla="*/ 3750736 w 5799173"/>
              <a:gd name="connsiteY3734" fmla="*/ 905616 h 5017219"/>
              <a:gd name="connsiteX3735" fmla="*/ 3750737 w 5799173"/>
              <a:gd name="connsiteY3735" fmla="*/ 904120 h 5017219"/>
              <a:gd name="connsiteX3736" fmla="*/ 3761204 w 5799173"/>
              <a:gd name="connsiteY3736" fmla="*/ 886092 h 5017219"/>
              <a:gd name="connsiteX3737" fmla="*/ 3762451 w 5799173"/>
              <a:gd name="connsiteY3737" fmla="*/ 885346 h 5017219"/>
              <a:gd name="connsiteX3738" fmla="*/ 3783304 w 5799173"/>
              <a:gd name="connsiteY3738" fmla="*/ 885346 h 5017219"/>
              <a:gd name="connsiteX3739" fmla="*/ 3784550 w 5799173"/>
              <a:gd name="connsiteY3739" fmla="*/ 886093 h 5017219"/>
              <a:gd name="connsiteX3740" fmla="*/ 3794934 w 5799173"/>
              <a:gd name="connsiteY3740" fmla="*/ 904121 h 5017219"/>
              <a:gd name="connsiteX3741" fmla="*/ 3794934 w 5799173"/>
              <a:gd name="connsiteY3741" fmla="*/ 905617 h 5017219"/>
              <a:gd name="connsiteX3742" fmla="*/ 3784467 w 5799173"/>
              <a:gd name="connsiteY3742" fmla="*/ 923645 h 5017219"/>
              <a:gd name="connsiteX3743" fmla="*/ 3783221 w 5799173"/>
              <a:gd name="connsiteY3743" fmla="*/ 924393 h 5017219"/>
              <a:gd name="connsiteX3744" fmla="*/ 2378084 w 5799173"/>
              <a:gd name="connsiteY3744" fmla="*/ 553557 h 5017219"/>
              <a:gd name="connsiteX3745" fmla="*/ 2376838 w 5799173"/>
              <a:gd name="connsiteY3745" fmla="*/ 552810 h 5017219"/>
              <a:gd name="connsiteX3746" fmla="*/ 2366370 w 5799173"/>
              <a:gd name="connsiteY3746" fmla="*/ 534698 h 5017219"/>
              <a:gd name="connsiteX3747" fmla="*/ 2366370 w 5799173"/>
              <a:gd name="connsiteY3747" fmla="*/ 533203 h 5017219"/>
              <a:gd name="connsiteX3748" fmla="*/ 2376838 w 5799173"/>
              <a:gd name="connsiteY3748" fmla="*/ 515091 h 5017219"/>
              <a:gd name="connsiteX3749" fmla="*/ 2378084 w 5799173"/>
              <a:gd name="connsiteY3749" fmla="*/ 514344 h 5017219"/>
              <a:gd name="connsiteX3750" fmla="*/ 2399020 w 5799173"/>
              <a:gd name="connsiteY3750" fmla="*/ 514344 h 5017219"/>
              <a:gd name="connsiteX3751" fmla="*/ 2400266 w 5799173"/>
              <a:gd name="connsiteY3751" fmla="*/ 515091 h 5017219"/>
              <a:gd name="connsiteX3752" fmla="*/ 2410734 w 5799173"/>
              <a:gd name="connsiteY3752" fmla="*/ 533203 h 5017219"/>
              <a:gd name="connsiteX3753" fmla="*/ 2410734 w 5799173"/>
              <a:gd name="connsiteY3753" fmla="*/ 534698 h 5017219"/>
              <a:gd name="connsiteX3754" fmla="*/ 2400266 w 5799173"/>
              <a:gd name="connsiteY3754" fmla="*/ 552810 h 5017219"/>
              <a:gd name="connsiteX3755" fmla="*/ 2399020 w 5799173"/>
              <a:gd name="connsiteY3755" fmla="*/ 553557 h 5017219"/>
              <a:gd name="connsiteX3756" fmla="*/ 4785533 w 5799173"/>
              <a:gd name="connsiteY3756" fmla="*/ 1198631 h 5017219"/>
              <a:gd name="connsiteX3757" fmla="*/ 4784287 w 5799173"/>
              <a:gd name="connsiteY3757" fmla="*/ 1197884 h 5017219"/>
              <a:gd name="connsiteX3758" fmla="*/ 4773819 w 5799173"/>
              <a:gd name="connsiteY3758" fmla="*/ 1179772 h 5017219"/>
              <a:gd name="connsiteX3759" fmla="*/ 4773819 w 5799173"/>
              <a:gd name="connsiteY3759" fmla="*/ 1178277 h 5017219"/>
              <a:gd name="connsiteX3760" fmla="*/ 4784287 w 5799173"/>
              <a:gd name="connsiteY3760" fmla="*/ 1160165 h 5017219"/>
              <a:gd name="connsiteX3761" fmla="*/ 4785533 w 5799173"/>
              <a:gd name="connsiteY3761" fmla="*/ 1159418 h 5017219"/>
              <a:gd name="connsiteX3762" fmla="*/ 4806469 w 5799173"/>
              <a:gd name="connsiteY3762" fmla="*/ 1159418 h 5017219"/>
              <a:gd name="connsiteX3763" fmla="*/ 4807715 w 5799173"/>
              <a:gd name="connsiteY3763" fmla="*/ 1160165 h 5017219"/>
              <a:gd name="connsiteX3764" fmla="*/ 4818183 w 5799173"/>
              <a:gd name="connsiteY3764" fmla="*/ 1178277 h 5017219"/>
              <a:gd name="connsiteX3765" fmla="*/ 4818183 w 5799173"/>
              <a:gd name="connsiteY3765" fmla="*/ 1179772 h 5017219"/>
              <a:gd name="connsiteX3766" fmla="*/ 4807715 w 5799173"/>
              <a:gd name="connsiteY3766" fmla="*/ 1197884 h 5017219"/>
              <a:gd name="connsiteX3767" fmla="*/ 4806469 w 5799173"/>
              <a:gd name="connsiteY3767" fmla="*/ 1198631 h 5017219"/>
              <a:gd name="connsiteX3768" fmla="*/ 2197441 w 5799173"/>
              <a:gd name="connsiteY3768" fmla="*/ 505436 h 5017219"/>
              <a:gd name="connsiteX3769" fmla="*/ 2196112 w 5799173"/>
              <a:gd name="connsiteY3769" fmla="*/ 504688 h 5017219"/>
              <a:gd name="connsiteX3770" fmla="*/ 2185561 w 5799173"/>
              <a:gd name="connsiteY3770" fmla="*/ 486328 h 5017219"/>
              <a:gd name="connsiteX3771" fmla="*/ 2185561 w 5799173"/>
              <a:gd name="connsiteY3771" fmla="*/ 484832 h 5017219"/>
              <a:gd name="connsiteX3772" fmla="*/ 2196112 w 5799173"/>
              <a:gd name="connsiteY3772" fmla="*/ 466472 h 5017219"/>
              <a:gd name="connsiteX3773" fmla="*/ 2197441 w 5799173"/>
              <a:gd name="connsiteY3773" fmla="*/ 465724 h 5017219"/>
              <a:gd name="connsiteX3774" fmla="*/ 2218627 w 5799173"/>
              <a:gd name="connsiteY3774" fmla="*/ 465724 h 5017219"/>
              <a:gd name="connsiteX3775" fmla="*/ 2219956 w 5799173"/>
              <a:gd name="connsiteY3775" fmla="*/ 466472 h 5017219"/>
              <a:gd name="connsiteX3776" fmla="*/ 2230507 w 5799173"/>
              <a:gd name="connsiteY3776" fmla="*/ 484832 h 5017219"/>
              <a:gd name="connsiteX3777" fmla="*/ 2230507 w 5799173"/>
              <a:gd name="connsiteY3777" fmla="*/ 486328 h 5017219"/>
              <a:gd name="connsiteX3778" fmla="*/ 2219956 w 5799173"/>
              <a:gd name="connsiteY3778" fmla="*/ 504688 h 5017219"/>
              <a:gd name="connsiteX3779" fmla="*/ 2218627 w 5799173"/>
              <a:gd name="connsiteY3779" fmla="*/ 505436 h 5017219"/>
              <a:gd name="connsiteX3780" fmla="*/ 4845636 w 5799173"/>
              <a:gd name="connsiteY3780" fmla="*/ 1215018 h 5017219"/>
              <a:gd name="connsiteX3781" fmla="*/ 4844306 w 5799173"/>
              <a:gd name="connsiteY3781" fmla="*/ 1214270 h 5017219"/>
              <a:gd name="connsiteX3782" fmla="*/ 4833756 w 5799173"/>
              <a:gd name="connsiteY3782" fmla="*/ 1195910 h 5017219"/>
              <a:gd name="connsiteX3783" fmla="*/ 4833756 w 5799173"/>
              <a:gd name="connsiteY3783" fmla="*/ 1194414 h 5017219"/>
              <a:gd name="connsiteX3784" fmla="*/ 4844307 w 5799173"/>
              <a:gd name="connsiteY3784" fmla="*/ 1176054 h 5017219"/>
              <a:gd name="connsiteX3785" fmla="*/ 4845636 w 5799173"/>
              <a:gd name="connsiteY3785" fmla="*/ 1175306 h 5017219"/>
              <a:gd name="connsiteX3786" fmla="*/ 4866822 w 5799173"/>
              <a:gd name="connsiteY3786" fmla="*/ 1175306 h 5017219"/>
              <a:gd name="connsiteX3787" fmla="*/ 4868150 w 5799173"/>
              <a:gd name="connsiteY3787" fmla="*/ 1176054 h 5017219"/>
              <a:gd name="connsiteX3788" fmla="*/ 4878702 w 5799173"/>
              <a:gd name="connsiteY3788" fmla="*/ 1194414 h 5017219"/>
              <a:gd name="connsiteX3789" fmla="*/ 4878702 w 5799173"/>
              <a:gd name="connsiteY3789" fmla="*/ 1195910 h 5017219"/>
              <a:gd name="connsiteX3790" fmla="*/ 4868151 w 5799173"/>
              <a:gd name="connsiteY3790" fmla="*/ 1214270 h 5017219"/>
              <a:gd name="connsiteX3791" fmla="*/ 4866822 w 5799173"/>
              <a:gd name="connsiteY3791" fmla="*/ 1215018 h 5017219"/>
              <a:gd name="connsiteX3792" fmla="*/ 2257546 w 5799173"/>
              <a:gd name="connsiteY3792" fmla="*/ 521636 h 5017219"/>
              <a:gd name="connsiteX3793" fmla="*/ 2256217 w 5799173"/>
              <a:gd name="connsiteY3793" fmla="*/ 520888 h 5017219"/>
              <a:gd name="connsiteX3794" fmla="*/ 2245583 w 5799173"/>
              <a:gd name="connsiteY3794" fmla="*/ 502445 h 5017219"/>
              <a:gd name="connsiteX3795" fmla="*/ 2245583 w 5799173"/>
              <a:gd name="connsiteY3795" fmla="*/ 500949 h 5017219"/>
              <a:gd name="connsiteX3796" fmla="*/ 2256217 w 5799173"/>
              <a:gd name="connsiteY3796" fmla="*/ 482506 h 5017219"/>
              <a:gd name="connsiteX3797" fmla="*/ 2257546 w 5799173"/>
              <a:gd name="connsiteY3797" fmla="*/ 481758 h 5017219"/>
              <a:gd name="connsiteX3798" fmla="*/ 2278815 w 5799173"/>
              <a:gd name="connsiteY3798" fmla="*/ 481758 h 5017219"/>
              <a:gd name="connsiteX3799" fmla="*/ 2280144 w 5799173"/>
              <a:gd name="connsiteY3799" fmla="*/ 482506 h 5017219"/>
              <a:gd name="connsiteX3800" fmla="*/ 2290778 w 5799173"/>
              <a:gd name="connsiteY3800" fmla="*/ 500949 h 5017219"/>
              <a:gd name="connsiteX3801" fmla="*/ 2290778 w 5799173"/>
              <a:gd name="connsiteY3801" fmla="*/ 502445 h 5017219"/>
              <a:gd name="connsiteX3802" fmla="*/ 2280144 w 5799173"/>
              <a:gd name="connsiteY3802" fmla="*/ 520888 h 5017219"/>
              <a:gd name="connsiteX3803" fmla="*/ 2278815 w 5799173"/>
              <a:gd name="connsiteY3803" fmla="*/ 521636 h 5017219"/>
              <a:gd name="connsiteX3804" fmla="*/ 1715787 w 5799173"/>
              <a:gd name="connsiteY3804" fmla="*/ 376578 h 5017219"/>
              <a:gd name="connsiteX3805" fmla="*/ 1714457 w 5799173"/>
              <a:gd name="connsiteY3805" fmla="*/ 375830 h 5017219"/>
              <a:gd name="connsiteX3806" fmla="*/ 1703823 w 5799173"/>
              <a:gd name="connsiteY3806" fmla="*/ 357304 h 5017219"/>
              <a:gd name="connsiteX3807" fmla="*/ 1703823 w 5799173"/>
              <a:gd name="connsiteY3807" fmla="*/ 355808 h 5017219"/>
              <a:gd name="connsiteX3808" fmla="*/ 1714540 w 5799173"/>
              <a:gd name="connsiteY3808" fmla="*/ 337281 h 5017219"/>
              <a:gd name="connsiteX3809" fmla="*/ 1715869 w 5799173"/>
              <a:gd name="connsiteY3809" fmla="*/ 336534 h 5017219"/>
              <a:gd name="connsiteX3810" fmla="*/ 1737221 w 5799173"/>
              <a:gd name="connsiteY3810" fmla="*/ 336534 h 5017219"/>
              <a:gd name="connsiteX3811" fmla="*/ 1738550 w 5799173"/>
              <a:gd name="connsiteY3811" fmla="*/ 337281 h 5017219"/>
              <a:gd name="connsiteX3812" fmla="*/ 1749184 w 5799173"/>
              <a:gd name="connsiteY3812" fmla="*/ 355808 h 5017219"/>
              <a:gd name="connsiteX3813" fmla="*/ 1749184 w 5799173"/>
              <a:gd name="connsiteY3813" fmla="*/ 357304 h 5017219"/>
              <a:gd name="connsiteX3814" fmla="*/ 1738467 w 5799173"/>
              <a:gd name="connsiteY3814" fmla="*/ 375830 h 5017219"/>
              <a:gd name="connsiteX3815" fmla="*/ 1737138 w 5799173"/>
              <a:gd name="connsiteY3815" fmla="*/ 376578 h 5017219"/>
              <a:gd name="connsiteX3816" fmla="*/ 1896260 w 5799173"/>
              <a:gd name="connsiteY3816" fmla="*/ 425219 h 5017219"/>
              <a:gd name="connsiteX3817" fmla="*/ 1894931 w 5799173"/>
              <a:gd name="connsiteY3817" fmla="*/ 424471 h 5017219"/>
              <a:gd name="connsiteX3818" fmla="*/ 1884132 w 5799173"/>
              <a:gd name="connsiteY3818" fmla="*/ 405695 h 5017219"/>
              <a:gd name="connsiteX3819" fmla="*/ 1884131 w 5799173"/>
              <a:gd name="connsiteY3819" fmla="*/ 404199 h 5017219"/>
              <a:gd name="connsiteX3820" fmla="*/ 1894932 w 5799173"/>
              <a:gd name="connsiteY3820" fmla="*/ 385424 h 5017219"/>
              <a:gd name="connsiteX3821" fmla="*/ 1896260 w 5799173"/>
              <a:gd name="connsiteY3821" fmla="*/ 384676 h 5017219"/>
              <a:gd name="connsiteX3822" fmla="*/ 1917944 w 5799173"/>
              <a:gd name="connsiteY3822" fmla="*/ 384676 h 5017219"/>
              <a:gd name="connsiteX3823" fmla="*/ 1919275 w 5799173"/>
              <a:gd name="connsiteY3823" fmla="*/ 385424 h 5017219"/>
              <a:gd name="connsiteX3824" fmla="*/ 1930074 w 5799173"/>
              <a:gd name="connsiteY3824" fmla="*/ 404199 h 5017219"/>
              <a:gd name="connsiteX3825" fmla="*/ 1930074 w 5799173"/>
              <a:gd name="connsiteY3825" fmla="*/ 405695 h 5017219"/>
              <a:gd name="connsiteX3826" fmla="*/ 1919274 w 5799173"/>
              <a:gd name="connsiteY3826" fmla="*/ 424471 h 5017219"/>
              <a:gd name="connsiteX3827" fmla="*/ 1917945 w 5799173"/>
              <a:gd name="connsiteY3827" fmla="*/ 425219 h 5017219"/>
              <a:gd name="connsiteX3828" fmla="*/ 1956446 w 5799173"/>
              <a:gd name="connsiteY3828" fmla="*/ 441346 h 5017219"/>
              <a:gd name="connsiteX3829" fmla="*/ 1955117 w 5799173"/>
              <a:gd name="connsiteY3829" fmla="*/ 440598 h 5017219"/>
              <a:gd name="connsiteX3830" fmla="*/ 1944317 w 5799173"/>
              <a:gd name="connsiteY3830" fmla="*/ 421822 h 5017219"/>
              <a:gd name="connsiteX3831" fmla="*/ 1944317 w 5799173"/>
              <a:gd name="connsiteY3831" fmla="*/ 420326 h 5017219"/>
              <a:gd name="connsiteX3832" fmla="*/ 1955117 w 5799173"/>
              <a:gd name="connsiteY3832" fmla="*/ 401551 h 5017219"/>
              <a:gd name="connsiteX3833" fmla="*/ 1956446 w 5799173"/>
              <a:gd name="connsiteY3833" fmla="*/ 400803 h 5017219"/>
              <a:gd name="connsiteX3834" fmla="*/ 1978130 w 5799173"/>
              <a:gd name="connsiteY3834" fmla="*/ 400803 h 5017219"/>
              <a:gd name="connsiteX3835" fmla="*/ 1979460 w 5799173"/>
              <a:gd name="connsiteY3835" fmla="*/ 401551 h 5017219"/>
              <a:gd name="connsiteX3836" fmla="*/ 1990260 w 5799173"/>
              <a:gd name="connsiteY3836" fmla="*/ 420326 h 5017219"/>
              <a:gd name="connsiteX3837" fmla="*/ 1990260 w 5799173"/>
              <a:gd name="connsiteY3837" fmla="*/ 421822 h 5017219"/>
              <a:gd name="connsiteX3838" fmla="*/ 1979460 w 5799173"/>
              <a:gd name="connsiteY3838" fmla="*/ 440598 h 5017219"/>
              <a:gd name="connsiteX3839" fmla="*/ 1978130 w 5799173"/>
              <a:gd name="connsiteY3839" fmla="*/ 441346 h 5017219"/>
              <a:gd name="connsiteX3840" fmla="*/ 1775818 w 5799173"/>
              <a:gd name="connsiteY3840" fmla="*/ 393038 h 5017219"/>
              <a:gd name="connsiteX3841" fmla="*/ 1774489 w 5799173"/>
              <a:gd name="connsiteY3841" fmla="*/ 392290 h 5017219"/>
              <a:gd name="connsiteX3842" fmla="*/ 1763605 w 5799173"/>
              <a:gd name="connsiteY3842" fmla="*/ 373431 h 5017219"/>
              <a:gd name="connsiteX3843" fmla="*/ 1763605 w 5799173"/>
              <a:gd name="connsiteY3843" fmla="*/ 371853 h 5017219"/>
              <a:gd name="connsiteX3844" fmla="*/ 1774489 w 5799173"/>
              <a:gd name="connsiteY3844" fmla="*/ 352994 h 5017219"/>
              <a:gd name="connsiteX3845" fmla="*/ 1775818 w 5799173"/>
              <a:gd name="connsiteY3845" fmla="*/ 352246 h 5017219"/>
              <a:gd name="connsiteX3846" fmla="*/ 1797584 w 5799173"/>
              <a:gd name="connsiteY3846" fmla="*/ 352246 h 5017219"/>
              <a:gd name="connsiteX3847" fmla="*/ 1798913 w 5799173"/>
              <a:gd name="connsiteY3847" fmla="*/ 352994 h 5017219"/>
              <a:gd name="connsiteX3848" fmla="*/ 1809797 w 5799173"/>
              <a:gd name="connsiteY3848" fmla="*/ 371853 h 5017219"/>
              <a:gd name="connsiteX3849" fmla="*/ 1809797 w 5799173"/>
              <a:gd name="connsiteY3849" fmla="*/ 373431 h 5017219"/>
              <a:gd name="connsiteX3850" fmla="*/ 1798913 w 5799173"/>
              <a:gd name="connsiteY3850" fmla="*/ 392290 h 5017219"/>
              <a:gd name="connsiteX3851" fmla="*/ 1797584 w 5799173"/>
              <a:gd name="connsiteY3851" fmla="*/ 393038 h 5017219"/>
              <a:gd name="connsiteX3852" fmla="*/ 2016458 w 5799173"/>
              <a:gd name="connsiteY3852" fmla="*/ 457709 h 5017219"/>
              <a:gd name="connsiteX3853" fmla="*/ 2015128 w 5799173"/>
              <a:gd name="connsiteY3853" fmla="*/ 456961 h 5017219"/>
              <a:gd name="connsiteX3854" fmla="*/ 2004245 w 5799173"/>
              <a:gd name="connsiteY3854" fmla="*/ 438020 h 5017219"/>
              <a:gd name="connsiteX3855" fmla="*/ 2004245 w 5799173"/>
              <a:gd name="connsiteY3855" fmla="*/ 436441 h 5017219"/>
              <a:gd name="connsiteX3856" fmla="*/ 2015212 w 5799173"/>
              <a:gd name="connsiteY3856" fmla="*/ 417498 h 5017219"/>
              <a:gd name="connsiteX3857" fmla="*/ 2016541 w 5799173"/>
              <a:gd name="connsiteY3857" fmla="*/ 416751 h 5017219"/>
              <a:gd name="connsiteX3858" fmla="*/ 2038391 w 5799173"/>
              <a:gd name="connsiteY3858" fmla="*/ 416752 h 5017219"/>
              <a:gd name="connsiteX3859" fmla="*/ 2039720 w 5799173"/>
              <a:gd name="connsiteY3859" fmla="*/ 417498 h 5017219"/>
              <a:gd name="connsiteX3860" fmla="*/ 2050603 w 5799173"/>
              <a:gd name="connsiteY3860" fmla="*/ 436441 h 5017219"/>
              <a:gd name="connsiteX3861" fmla="*/ 2050603 w 5799173"/>
              <a:gd name="connsiteY3861" fmla="*/ 438019 h 5017219"/>
              <a:gd name="connsiteX3862" fmla="*/ 2039636 w 5799173"/>
              <a:gd name="connsiteY3862" fmla="*/ 456961 h 5017219"/>
              <a:gd name="connsiteX3863" fmla="*/ 2038307 w 5799173"/>
              <a:gd name="connsiteY3863" fmla="*/ 457709 h 5017219"/>
              <a:gd name="connsiteX3864" fmla="*/ 1835732 w 5799173"/>
              <a:gd name="connsiteY3864" fmla="*/ 409577 h 5017219"/>
              <a:gd name="connsiteX3865" fmla="*/ 1834403 w 5799173"/>
              <a:gd name="connsiteY3865" fmla="*/ 408830 h 5017219"/>
              <a:gd name="connsiteX3866" fmla="*/ 1823354 w 5799173"/>
              <a:gd name="connsiteY3866" fmla="*/ 389639 h 5017219"/>
              <a:gd name="connsiteX3867" fmla="*/ 1823354 w 5799173"/>
              <a:gd name="connsiteY3867" fmla="*/ 388060 h 5017219"/>
              <a:gd name="connsiteX3868" fmla="*/ 1834487 w 5799173"/>
              <a:gd name="connsiteY3868" fmla="*/ 368869 h 5017219"/>
              <a:gd name="connsiteX3869" fmla="*/ 1835816 w 5799173"/>
              <a:gd name="connsiteY3869" fmla="*/ 368121 h 5017219"/>
              <a:gd name="connsiteX3870" fmla="*/ 1857998 w 5799173"/>
              <a:gd name="connsiteY3870" fmla="*/ 368121 h 5017219"/>
              <a:gd name="connsiteX3871" fmla="*/ 1859327 w 5799173"/>
              <a:gd name="connsiteY3871" fmla="*/ 368869 h 5017219"/>
              <a:gd name="connsiteX3872" fmla="*/ 1870377 w 5799173"/>
              <a:gd name="connsiteY3872" fmla="*/ 388060 h 5017219"/>
              <a:gd name="connsiteX3873" fmla="*/ 1870378 w 5799173"/>
              <a:gd name="connsiteY3873" fmla="*/ 389639 h 5017219"/>
              <a:gd name="connsiteX3874" fmla="*/ 1859244 w 5799173"/>
              <a:gd name="connsiteY3874" fmla="*/ 408830 h 5017219"/>
              <a:gd name="connsiteX3875" fmla="*/ 1857915 w 5799173"/>
              <a:gd name="connsiteY3875" fmla="*/ 409577 h 5017219"/>
              <a:gd name="connsiteX3876" fmla="*/ 2076415 w 5799173"/>
              <a:gd name="connsiteY3876" fmla="*/ 474348 h 5017219"/>
              <a:gd name="connsiteX3877" fmla="*/ 2075002 w 5799173"/>
              <a:gd name="connsiteY3877" fmla="*/ 473518 h 5017219"/>
              <a:gd name="connsiteX3878" fmla="*/ 2063786 w 5799173"/>
              <a:gd name="connsiteY3878" fmla="*/ 454077 h 5017219"/>
              <a:gd name="connsiteX3879" fmla="*/ 2063787 w 5799173"/>
              <a:gd name="connsiteY3879" fmla="*/ 452498 h 5017219"/>
              <a:gd name="connsiteX3880" fmla="*/ 2075002 w 5799173"/>
              <a:gd name="connsiteY3880" fmla="*/ 433058 h 5017219"/>
              <a:gd name="connsiteX3881" fmla="*/ 2076415 w 5799173"/>
              <a:gd name="connsiteY3881" fmla="*/ 432227 h 5017219"/>
              <a:gd name="connsiteX3882" fmla="*/ 2098929 w 5799173"/>
              <a:gd name="connsiteY3882" fmla="*/ 432227 h 5017219"/>
              <a:gd name="connsiteX3883" fmla="*/ 2100342 w 5799173"/>
              <a:gd name="connsiteY3883" fmla="*/ 433058 h 5017219"/>
              <a:gd name="connsiteX3884" fmla="*/ 2111557 w 5799173"/>
              <a:gd name="connsiteY3884" fmla="*/ 452498 h 5017219"/>
              <a:gd name="connsiteX3885" fmla="*/ 2111557 w 5799173"/>
              <a:gd name="connsiteY3885" fmla="*/ 454077 h 5017219"/>
              <a:gd name="connsiteX3886" fmla="*/ 2100342 w 5799173"/>
              <a:gd name="connsiteY3886" fmla="*/ 473518 h 5017219"/>
              <a:gd name="connsiteX3887" fmla="*/ 2098929 w 5799173"/>
              <a:gd name="connsiteY3887" fmla="*/ 474348 h 5017219"/>
              <a:gd name="connsiteX3888" fmla="*/ 1528907 w 5799173"/>
              <a:gd name="connsiteY3888" fmla="*/ 366059 h 5017219"/>
              <a:gd name="connsiteX3889" fmla="*/ 1528574 w 5799173"/>
              <a:gd name="connsiteY3889" fmla="*/ 365810 h 5017219"/>
              <a:gd name="connsiteX3890" fmla="*/ 1525500 w 5799173"/>
              <a:gd name="connsiteY3890" fmla="*/ 360493 h 5017219"/>
              <a:gd name="connsiteX3891" fmla="*/ 1525500 w 5799173"/>
              <a:gd name="connsiteY3891" fmla="*/ 360077 h 5017219"/>
              <a:gd name="connsiteX3892" fmla="*/ 1528574 w 5799173"/>
              <a:gd name="connsiteY3892" fmla="*/ 354760 h 5017219"/>
              <a:gd name="connsiteX3893" fmla="*/ 1528908 w 5799173"/>
              <a:gd name="connsiteY3893" fmla="*/ 354511 h 5017219"/>
              <a:gd name="connsiteX3894" fmla="*/ 1534971 w 5799173"/>
              <a:gd name="connsiteY3894" fmla="*/ 354511 h 5017219"/>
              <a:gd name="connsiteX3895" fmla="*/ 1535304 w 5799173"/>
              <a:gd name="connsiteY3895" fmla="*/ 354760 h 5017219"/>
              <a:gd name="connsiteX3896" fmla="*/ 1538378 w 5799173"/>
              <a:gd name="connsiteY3896" fmla="*/ 360077 h 5017219"/>
              <a:gd name="connsiteX3897" fmla="*/ 1538379 w 5799173"/>
              <a:gd name="connsiteY3897" fmla="*/ 360492 h 5017219"/>
              <a:gd name="connsiteX3898" fmla="*/ 1535304 w 5799173"/>
              <a:gd name="connsiteY3898" fmla="*/ 365810 h 5017219"/>
              <a:gd name="connsiteX3899" fmla="*/ 1534971 w 5799173"/>
              <a:gd name="connsiteY3899" fmla="*/ 366059 h 5017219"/>
              <a:gd name="connsiteX3900" fmla="*/ 1587337 w 5799173"/>
              <a:gd name="connsiteY3900" fmla="*/ 385436 h 5017219"/>
              <a:gd name="connsiteX3901" fmla="*/ 1586755 w 5799173"/>
              <a:gd name="connsiteY3901" fmla="*/ 385104 h 5017219"/>
              <a:gd name="connsiteX3902" fmla="*/ 1582020 w 5799173"/>
              <a:gd name="connsiteY3902" fmla="*/ 376796 h 5017219"/>
              <a:gd name="connsiteX3903" fmla="*/ 1582020 w 5799173"/>
              <a:gd name="connsiteY3903" fmla="*/ 376132 h 5017219"/>
              <a:gd name="connsiteX3904" fmla="*/ 1586838 w 5799173"/>
              <a:gd name="connsiteY3904" fmla="*/ 367824 h 5017219"/>
              <a:gd name="connsiteX3905" fmla="*/ 1587420 w 5799173"/>
              <a:gd name="connsiteY3905" fmla="*/ 367491 h 5017219"/>
              <a:gd name="connsiteX3906" fmla="*/ 1596974 w 5799173"/>
              <a:gd name="connsiteY3906" fmla="*/ 367491 h 5017219"/>
              <a:gd name="connsiteX3907" fmla="*/ 1597556 w 5799173"/>
              <a:gd name="connsiteY3907" fmla="*/ 367824 h 5017219"/>
              <a:gd name="connsiteX3908" fmla="*/ 1602291 w 5799173"/>
              <a:gd name="connsiteY3908" fmla="*/ 376132 h 5017219"/>
              <a:gd name="connsiteX3909" fmla="*/ 1602291 w 5799173"/>
              <a:gd name="connsiteY3909" fmla="*/ 376796 h 5017219"/>
              <a:gd name="connsiteX3910" fmla="*/ 1597473 w 5799173"/>
              <a:gd name="connsiteY3910" fmla="*/ 385104 h 5017219"/>
              <a:gd name="connsiteX3911" fmla="*/ 1596891 w 5799173"/>
              <a:gd name="connsiteY3911" fmla="*/ 385436 h 5017219"/>
              <a:gd name="connsiteX3912" fmla="*/ 4473272 w 5799173"/>
              <a:gd name="connsiteY3912" fmla="*/ 1165266 h 5017219"/>
              <a:gd name="connsiteX3913" fmla="*/ 4472275 w 5799173"/>
              <a:gd name="connsiteY3913" fmla="*/ 1164685 h 5017219"/>
              <a:gd name="connsiteX3914" fmla="*/ 4464466 w 5799173"/>
              <a:gd name="connsiteY3914" fmla="*/ 1151143 h 5017219"/>
              <a:gd name="connsiteX3915" fmla="*/ 4464466 w 5799173"/>
              <a:gd name="connsiteY3915" fmla="*/ 1150063 h 5017219"/>
              <a:gd name="connsiteX3916" fmla="*/ 4472275 w 5799173"/>
              <a:gd name="connsiteY3916" fmla="*/ 1136521 h 5017219"/>
              <a:gd name="connsiteX3917" fmla="*/ 4473272 w 5799173"/>
              <a:gd name="connsiteY3917" fmla="*/ 1135939 h 5017219"/>
              <a:gd name="connsiteX3918" fmla="*/ 4488974 w 5799173"/>
              <a:gd name="connsiteY3918" fmla="*/ 1135939 h 5017219"/>
              <a:gd name="connsiteX3919" fmla="*/ 4489971 w 5799173"/>
              <a:gd name="connsiteY3919" fmla="*/ 1136521 h 5017219"/>
              <a:gd name="connsiteX3920" fmla="*/ 4497781 w 5799173"/>
              <a:gd name="connsiteY3920" fmla="*/ 1150063 h 5017219"/>
              <a:gd name="connsiteX3921" fmla="*/ 4497781 w 5799173"/>
              <a:gd name="connsiteY3921" fmla="*/ 1151143 h 5017219"/>
              <a:gd name="connsiteX3922" fmla="*/ 4489971 w 5799173"/>
              <a:gd name="connsiteY3922" fmla="*/ 1164685 h 5017219"/>
              <a:gd name="connsiteX3923" fmla="*/ 4488974 w 5799173"/>
              <a:gd name="connsiteY3923" fmla="*/ 1165266 h 5017219"/>
              <a:gd name="connsiteX3924" fmla="*/ 3570324 w 5799173"/>
              <a:gd name="connsiteY3924" fmla="*/ 923521 h 5017219"/>
              <a:gd name="connsiteX3925" fmla="*/ 3569327 w 5799173"/>
              <a:gd name="connsiteY3925" fmla="*/ 922939 h 5017219"/>
              <a:gd name="connsiteX3926" fmla="*/ 3561435 w 5799173"/>
              <a:gd name="connsiteY3926" fmla="*/ 909232 h 5017219"/>
              <a:gd name="connsiteX3927" fmla="*/ 3561435 w 5799173"/>
              <a:gd name="connsiteY3927" fmla="*/ 908068 h 5017219"/>
              <a:gd name="connsiteX3928" fmla="*/ 3569411 w 5799173"/>
              <a:gd name="connsiteY3928" fmla="*/ 894361 h 5017219"/>
              <a:gd name="connsiteX3929" fmla="*/ 3570407 w 5799173"/>
              <a:gd name="connsiteY3929" fmla="*/ 893779 h 5017219"/>
              <a:gd name="connsiteX3930" fmla="*/ 3586275 w 5799173"/>
              <a:gd name="connsiteY3930" fmla="*/ 893779 h 5017219"/>
              <a:gd name="connsiteX3931" fmla="*/ 3587272 w 5799173"/>
              <a:gd name="connsiteY3931" fmla="*/ 894361 h 5017219"/>
              <a:gd name="connsiteX3932" fmla="*/ 3595165 w 5799173"/>
              <a:gd name="connsiteY3932" fmla="*/ 908068 h 5017219"/>
              <a:gd name="connsiteX3933" fmla="*/ 3595165 w 5799173"/>
              <a:gd name="connsiteY3933" fmla="*/ 909232 h 5017219"/>
              <a:gd name="connsiteX3934" fmla="*/ 3587189 w 5799173"/>
              <a:gd name="connsiteY3934" fmla="*/ 922939 h 5017219"/>
              <a:gd name="connsiteX3935" fmla="*/ 3586192 w 5799173"/>
              <a:gd name="connsiteY3935" fmla="*/ 923521 h 5017219"/>
              <a:gd name="connsiteX3936" fmla="*/ 4532972 w 5799173"/>
              <a:gd name="connsiteY3936" fmla="*/ 1182215 h 5017219"/>
              <a:gd name="connsiteX3937" fmla="*/ 4531975 w 5799173"/>
              <a:gd name="connsiteY3937" fmla="*/ 1181633 h 5017219"/>
              <a:gd name="connsiteX3938" fmla="*/ 4523667 w 5799173"/>
              <a:gd name="connsiteY3938" fmla="*/ 1167260 h 5017219"/>
              <a:gd name="connsiteX3939" fmla="*/ 4523667 w 5799173"/>
              <a:gd name="connsiteY3939" fmla="*/ 1166098 h 5017219"/>
              <a:gd name="connsiteX3940" fmla="*/ 4531975 w 5799173"/>
              <a:gd name="connsiteY3940" fmla="*/ 1151725 h 5017219"/>
              <a:gd name="connsiteX3941" fmla="*/ 4532972 w 5799173"/>
              <a:gd name="connsiteY3941" fmla="*/ 1151143 h 5017219"/>
              <a:gd name="connsiteX3942" fmla="*/ 4549587 w 5799173"/>
              <a:gd name="connsiteY3942" fmla="*/ 1151143 h 5017219"/>
              <a:gd name="connsiteX3943" fmla="*/ 4550584 w 5799173"/>
              <a:gd name="connsiteY3943" fmla="*/ 1151726 h 5017219"/>
              <a:gd name="connsiteX3944" fmla="*/ 4558892 w 5799173"/>
              <a:gd name="connsiteY3944" fmla="*/ 1166098 h 5017219"/>
              <a:gd name="connsiteX3945" fmla="*/ 4558892 w 5799173"/>
              <a:gd name="connsiteY3945" fmla="*/ 1167260 h 5017219"/>
              <a:gd name="connsiteX3946" fmla="*/ 4550584 w 5799173"/>
              <a:gd name="connsiteY3946" fmla="*/ 1181634 h 5017219"/>
              <a:gd name="connsiteX3947" fmla="*/ 4549587 w 5799173"/>
              <a:gd name="connsiteY3947" fmla="*/ 1182216 h 5017219"/>
              <a:gd name="connsiteX3948" fmla="*/ 5074077 w 5799173"/>
              <a:gd name="connsiteY3948" fmla="*/ 1328521 h 5017219"/>
              <a:gd name="connsiteX3949" fmla="*/ 5072998 w 5799173"/>
              <a:gd name="connsiteY3949" fmla="*/ 1327856 h 5017219"/>
              <a:gd name="connsiteX3950" fmla="*/ 5064109 w 5799173"/>
              <a:gd name="connsiteY3950" fmla="*/ 1312404 h 5017219"/>
              <a:gd name="connsiteX3951" fmla="*/ 5064108 w 5799173"/>
              <a:gd name="connsiteY3951" fmla="*/ 1311157 h 5017219"/>
              <a:gd name="connsiteX3952" fmla="*/ 5072998 w 5799173"/>
              <a:gd name="connsiteY3952" fmla="*/ 1295705 h 5017219"/>
              <a:gd name="connsiteX3953" fmla="*/ 5074077 w 5799173"/>
              <a:gd name="connsiteY3953" fmla="*/ 1295040 h 5017219"/>
              <a:gd name="connsiteX3954" fmla="*/ 5091857 w 5799173"/>
              <a:gd name="connsiteY3954" fmla="*/ 1295040 h 5017219"/>
              <a:gd name="connsiteX3955" fmla="*/ 5092936 w 5799173"/>
              <a:gd name="connsiteY3955" fmla="*/ 1295705 h 5017219"/>
              <a:gd name="connsiteX3956" fmla="*/ 5101827 w 5799173"/>
              <a:gd name="connsiteY3956" fmla="*/ 1311157 h 5017219"/>
              <a:gd name="connsiteX3957" fmla="*/ 5101827 w 5799173"/>
              <a:gd name="connsiteY3957" fmla="*/ 1312404 h 5017219"/>
              <a:gd name="connsiteX3958" fmla="*/ 5092937 w 5799173"/>
              <a:gd name="connsiteY3958" fmla="*/ 1327856 h 5017219"/>
              <a:gd name="connsiteX3959" fmla="*/ 5091857 w 5799173"/>
              <a:gd name="connsiteY3959" fmla="*/ 1328521 h 5017219"/>
              <a:gd name="connsiteX3960" fmla="*/ 2485821 w 5799173"/>
              <a:gd name="connsiteY3960" fmla="*/ 635398 h 5017219"/>
              <a:gd name="connsiteX3961" fmla="*/ 2484741 w 5799173"/>
              <a:gd name="connsiteY3961" fmla="*/ 634734 h 5017219"/>
              <a:gd name="connsiteX3962" fmla="*/ 2475685 w 5799173"/>
              <a:gd name="connsiteY3962" fmla="*/ 618949 h 5017219"/>
              <a:gd name="connsiteX3963" fmla="*/ 2475685 w 5799173"/>
              <a:gd name="connsiteY3963" fmla="*/ 617703 h 5017219"/>
              <a:gd name="connsiteX3964" fmla="*/ 2484824 w 5799173"/>
              <a:gd name="connsiteY3964" fmla="*/ 601918 h 5017219"/>
              <a:gd name="connsiteX3965" fmla="*/ 2485903 w 5799173"/>
              <a:gd name="connsiteY3965" fmla="*/ 601253 h 5017219"/>
              <a:gd name="connsiteX3966" fmla="*/ 2504098 w 5799173"/>
              <a:gd name="connsiteY3966" fmla="*/ 601253 h 5017219"/>
              <a:gd name="connsiteX3967" fmla="*/ 2505177 w 5799173"/>
              <a:gd name="connsiteY3967" fmla="*/ 601918 h 5017219"/>
              <a:gd name="connsiteX3968" fmla="*/ 2514234 w 5799173"/>
              <a:gd name="connsiteY3968" fmla="*/ 617703 h 5017219"/>
              <a:gd name="connsiteX3969" fmla="*/ 2514234 w 5799173"/>
              <a:gd name="connsiteY3969" fmla="*/ 618949 h 5017219"/>
              <a:gd name="connsiteX3970" fmla="*/ 2505094 w 5799173"/>
              <a:gd name="connsiteY3970" fmla="*/ 634734 h 5017219"/>
              <a:gd name="connsiteX3971" fmla="*/ 2504015 w 5799173"/>
              <a:gd name="connsiteY3971" fmla="*/ 635398 h 5017219"/>
              <a:gd name="connsiteX3972" fmla="*/ 4592348 w 5799173"/>
              <a:gd name="connsiteY3972" fmla="*/ 1199923 h 5017219"/>
              <a:gd name="connsiteX3973" fmla="*/ 4591269 w 5799173"/>
              <a:gd name="connsiteY3973" fmla="*/ 1199258 h 5017219"/>
              <a:gd name="connsiteX3974" fmla="*/ 4582130 w 5799173"/>
              <a:gd name="connsiteY3974" fmla="*/ 1183390 h 5017219"/>
              <a:gd name="connsiteX3975" fmla="*/ 4582130 w 5799173"/>
              <a:gd name="connsiteY3975" fmla="*/ 1182061 h 5017219"/>
              <a:gd name="connsiteX3976" fmla="*/ 4591269 w 5799173"/>
              <a:gd name="connsiteY3976" fmla="*/ 1166193 h 5017219"/>
              <a:gd name="connsiteX3977" fmla="*/ 4592348 w 5799173"/>
              <a:gd name="connsiteY3977" fmla="*/ 1165528 h 5017219"/>
              <a:gd name="connsiteX3978" fmla="*/ 4610626 w 5799173"/>
              <a:gd name="connsiteY3978" fmla="*/ 1165528 h 5017219"/>
              <a:gd name="connsiteX3979" fmla="*/ 4611706 w 5799173"/>
              <a:gd name="connsiteY3979" fmla="*/ 1166193 h 5017219"/>
              <a:gd name="connsiteX3980" fmla="*/ 4620844 w 5799173"/>
              <a:gd name="connsiteY3980" fmla="*/ 1182061 h 5017219"/>
              <a:gd name="connsiteX3981" fmla="*/ 4620844 w 5799173"/>
              <a:gd name="connsiteY3981" fmla="*/ 1183390 h 5017219"/>
              <a:gd name="connsiteX3982" fmla="*/ 4611707 w 5799173"/>
              <a:gd name="connsiteY3982" fmla="*/ 1199259 h 5017219"/>
              <a:gd name="connsiteX3983" fmla="*/ 4610627 w 5799173"/>
              <a:gd name="connsiteY3983" fmla="*/ 1199923 h 5017219"/>
              <a:gd name="connsiteX3984" fmla="*/ 2184442 w 5799173"/>
              <a:gd name="connsiteY3984" fmla="*/ 555675 h 5017219"/>
              <a:gd name="connsiteX3985" fmla="*/ 2183279 w 5799173"/>
              <a:gd name="connsiteY3985" fmla="*/ 555009 h 5017219"/>
              <a:gd name="connsiteX3986" fmla="*/ 2173725 w 5799173"/>
              <a:gd name="connsiteY3986" fmla="*/ 538476 h 5017219"/>
              <a:gd name="connsiteX3987" fmla="*/ 2173725 w 5799173"/>
              <a:gd name="connsiteY3987" fmla="*/ 537148 h 5017219"/>
              <a:gd name="connsiteX3988" fmla="*/ 2183279 w 5799173"/>
              <a:gd name="connsiteY3988" fmla="*/ 520614 h 5017219"/>
              <a:gd name="connsiteX3989" fmla="*/ 2184442 w 5799173"/>
              <a:gd name="connsiteY3989" fmla="*/ 519950 h 5017219"/>
              <a:gd name="connsiteX3990" fmla="*/ 2203550 w 5799173"/>
              <a:gd name="connsiteY3990" fmla="*/ 519950 h 5017219"/>
              <a:gd name="connsiteX3991" fmla="*/ 2204713 w 5799173"/>
              <a:gd name="connsiteY3991" fmla="*/ 520615 h 5017219"/>
              <a:gd name="connsiteX3992" fmla="*/ 2214267 w 5799173"/>
              <a:gd name="connsiteY3992" fmla="*/ 537148 h 5017219"/>
              <a:gd name="connsiteX3993" fmla="*/ 2214267 w 5799173"/>
              <a:gd name="connsiteY3993" fmla="*/ 538476 h 5017219"/>
              <a:gd name="connsiteX3994" fmla="*/ 2204713 w 5799173"/>
              <a:gd name="connsiteY3994" fmla="*/ 555010 h 5017219"/>
              <a:gd name="connsiteX3995" fmla="*/ 2203550 w 5799173"/>
              <a:gd name="connsiteY3995" fmla="*/ 555675 h 5017219"/>
              <a:gd name="connsiteX3996" fmla="*/ 5013060 w 5799173"/>
              <a:gd name="connsiteY3996" fmla="*/ 1313890 h 5017219"/>
              <a:gd name="connsiteX3997" fmla="*/ 5011897 w 5799173"/>
              <a:gd name="connsiteY3997" fmla="*/ 1313225 h 5017219"/>
              <a:gd name="connsiteX3998" fmla="*/ 5002177 w 5799173"/>
              <a:gd name="connsiteY3998" fmla="*/ 1296360 h 5017219"/>
              <a:gd name="connsiteX3999" fmla="*/ 5002177 w 5799173"/>
              <a:gd name="connsiteY3999" fmla="*/ 1294948 h 5017219"/>
              <a:gd name="connsiteX4000" fmla="*/ 5011897 w 5799173"/>
              <a:gd name="connsiteY4000" fmla="*/ 1278083 h 5017219"/>
              <a:gd name="connsiteX4001" fmla="*/ 5013060 w 5799173"/>
              <a:gd name="connsiteY4001" fmla="*/ 1277418 h 5017219"/>
              <a:gd name="connsiteX4002" fmla="*/ 5032501 w 5799173"/>
              <a:gd name="connsiteY4002" fmla="*/ 1277418 h 5017219"/>
              <a:gd name="connsiteX4003" fmla="*/ 5033664 w 5799173"/>
              <a:gd name="connsiteY4003" fmla="*/ 1278083 h 5017219"/>
              <a:gd name="connsiteX4004" fmla="*/ 5043384 w 5799173"/>
              <a:gd name="connsiteY4004" fmla="*/ 1294948 h 5017219"/>
              <a:gd name="connsiteX4005" fmla="*/ 5043384 w 5799173"/>
              <a:gd name="connsiteY4005" fmla="*/ 1296360 h 5017219"/>
              <a:gd name="connsiteX4006" fmla="*/ 5033664 w 5799173"/>
              <a:gd name="connsiteY4006" fmla="*/ 1313225 h 5017219"/>
              <a:gd name="connsiteX4007" fmla="*/ 5032500 w 5799173"/>
              <a:gd name="connsiteY4007" fmla="*/ 1313890 h 5017219"/>
              <a:gd name="connsiteX4008" fmla="*/ 4651753 w 5799173"/>
              <a:gd name="connsiteY4008" fmla="*/ 1217551 h 5017219"/>
              <a:gd name="connsiteX4009" fmla="*/ 4650506 w 5799173"/>
              <a:gd name="connsiteY4009" fmla="*/ 1216887 h 5017219"/>
              <a:gd name="connsiteX4010" fmla="*/ 4640621 w 5799173"/>
              <a:gd name="connsiteY4010" fmla="*/ 1199690 h 5017219"/>
              <a:gd name="connsiteX4011" fmla="*/ 4640621 w 5799173"/>
              <a:gd name="connsiteY4011" fmla="*/ 1198278 h 5017219"/>
              <a:gd name="connsiteX4012" fmla="*/ 4650507 w 5799173"/>
              <a:gd name="connsiteY4012" fmla="*/ 1181080 h 5017219"/>
              <a:gd name="connsiteX4013" fmla="*/ 4651752 w 5799173"/>
              <a:gd name="connsiteY4013" fmla="*/ 1180416 h 5017219"/>
              <a:gd name="connsiteX4014" fmla="*/ 4671610 w 5799173"/>
              <a:gd name="connsiteY4014" fmla="*/ 1180416 h 5017219"/>
              <a:gd name="connsiteX4015" fmla="*/ 4672855 w 5799173"/>
              <a:gd name="connsiteY4015" fmla="*/ 1181081 h 5017219"/>
              <a:gd name="connsiteX4016" fmla="*/ 4682741 w 5799173"/>
              <a:gd name="connsiteY4016" fmla="*/ 1198277 h 5017219"/>
              <a:gd name="connsiteX4017" fmla="*/ 4682741 w 5799173"/>
              <a:gd name="connsiteY4017" fmla="*/ 1199689 h 5017219"/>
              <a:gd name="connsiteX4018" fmla="*/ 4672855 w 5799173"/>
              <a:gd name="connsiteY4018" fmla="*/ 1216888 h 5017219"/>
              <a:gd name="connsiteX4019" fmla="*/ 4671610 w 5799173"/>
              <a:gd name="connsiteY4019" fmla="*/ 1217551 h 5017219"/>
              <a:gd name="connsiteX4020" fmla="*/ 3628505 w 5799173"/>
              <a:gd name="connsiteY4020" fmla="*/ 943467 h 5017219"/>
              <a:gd name="connsiteX4021" fmla="*/ 3627259 w 5799173"/>
              <a:gd name="connsiteY4021" fmla="*/ 942803 h 5017219"/>
              <a:gd name="connsiteX4022" fmla="*/ 3617291 w 5799173"/>
              <a:gd name="connsiteY4022" fmla="*/ 925523 h 5017219"/>
              <a:gd name="connsiteX4023" fmla="*/ 3617290 w 5799173"/>
              <a:gd name="connsiteY4023" fmla="*/ 924110 h 5017219"/>
              <a:gd name="connsiteX4024" fmla="*/ 3627259 w 5799173"/>
              <a:gd name="connsiteY4024" fmla="*/ 906831 h 5017219"/>
              <a:gd name="connsiteX4025" fmla="*/ 3628505 w 5799173"/>
              <a:gd name="connsiteY4025" fmla="*/ 906165 h 5017219"/>
              <a:gd name="connsiteX4026" fmla="*/ 3648445 w 5799173"/>
              <a:gd name="connsiteY4026" fmla="*/ 906165 h 5017219"/>
              <a:gd name="connsiteX4027" fmla="*/ 3649691 w 5799173"/>
              <a:gd name="connsiteY4027" fmla="*/ 906830 h 5017219"/>
              <a:gd name="connsiteX4028" fmla="*/ 3659660 w 5799173"/>
              <a:gd name="connsiteY4028" fmla="*/ 924110 h 5017219"/>
              <a:gd name="connsiteX4029" fmla="*/ 3659660 w 5799173"/>
              <a:gd name="connsiteY4029" fmla="*/ 925523 h 5017219"/>
              <a:gd name="connsiteX4030" fmla="*/ 3649691 w 5799173"/>
              <a:gd name="connsiteY4030" fmla="*/ 942803 h 5017219"/>
              <a:gd name="connsiteX4031" fmla="*/ 3648445 w 5799173"/>
              <a:gd name="connsiteY4031" fmla="*/ 943467 h 5017219"/>
              <a:gd name="connsiteX4032" fmla="*/ 3869002 w 5799173"/>
              <a:gd name="connsiteY4032" fmla="*/ 1008473 h 5017219"/>
              <a:gd name="connsiteX4033" fmla="*/ 3867756 w 5799173"/>
              <a:gd name="connsiteY4033" fmla="*/ 1007726 h 5017219"/>
              <a:gd name="connsiteX4034" fmla="*/ 3857537 w 5799173"/>
              <a:gd name="connsiteY4034" fmla="*/ 990030 h 5017219"/>
              <a:gd name="connsiteX4035" fmla="*/ 3857537 w 5799173"/>
              <a:gd name="connsiteY4035" fmla="*/ 988617 h 5017219"/>
              <a:gd name="connsiteX4036" fmla="*/ 3867756 w 5799173"/>
              <a:gd name="connsiteY4036" fmla="*/ 970922 h 5017219"/>
              <a:gd name="connsiteX4037" fmla="*/ 3869002 w 5799173"/>
              <a:gd name="connsiteY4037" fmla="*/ 970174 h 5017219"/>
              <a:gd name="connsiteX4038" fmla="*/ 3889439 w 5799173"/>
              <a:gd name="connsiteY4038" fmla="*/ 970174 h 5017219"/>
              <a:gd name="connsiteX4039" fmla="*/ 3890686 w 5799173"/>
              <a:gd name="connsiteY4039" fmla="*/ 970922 h 5017219"/>
              <a:gd name="connsiteX4040" fmla="*/ 3900904 w 5799173"/>
              <a:gd name="connsiteY4040" fmla="*/ 988617 h 5017219"/>
              <a:gd name="connsiteX4041" fmla="*/ 3900904 w 5799173"/>
              <a:gd name="connsiteY4041" fmla="*/ 990030 h 5017219"/>
              <a:gd name="connsiteX4042" fmla="*/ 3890686 w 5799173"/>
              <a:gd name="connsiteY4042" fmla="*/ 1007726 h 5017219"/>
              <a:gd name="connsiteX4043" fmla="*/ 3889439 w 5799173"/>
              <a:gd name="connsiteY4043" fmla="*/ 1008473 h 5017219"/>
              <a:gd name="connsiteX4044" fmla="*/ 3929189 w 5799173"/>
              <a:gd name="connsiteY4044" fmla="*/ 1024600 h 5017219"/>
              <a:gd name="connsiteX4045" fmla="*/ 3927943 w 5799173"/>
              <a:gd name="connsiteY4045" fmla="*/ 1023853 h 5017219"/>
              <a:gd name="connsiteX4046" fmla="*/ 3917724 w 5799173"/>
              <a:gd name="connsiteY4046" fmla="*/ 1006157 h 5017219"/>
              <a:gd name="connsiteX4047" fmla="*/ 3917724 w 5799173"/>
              <a:gd name="connsiteY4047" fmla="*/ 1004744 h 5017219"/>
              <a:gd name="connsiteX4048" fmla="*/ 3927943 w 5799173"/>
              <a:gd name="connsiteY4048" fmla="*/ 987049 h 5017219"/>
              <a:gd name="connsiteX4049" fmla="*/ 3929189 w 5799173"/>
              <a:gd name="connsiteY4049" fmla="*/ 986301 h 5017219"/>
              <a:gd name="connsiteX4050" fmla="*/ 3949626 w 5799173"/>
              <a:gd name="connsiteY4050" fmla="*/ 986301 h 5017219"/>
              <a:gd name="connsiteX4051" fmla="*/ 3950873 w 5799173"/>
              <a:gd name="connsiteY4051" fmla="*/ 987049 h 5017219"/>
              <a:gd name="connsiteX4052" fmla="*/ 3961091 w 5799173"/>
              <a:gd name="connsiteY4052" fmla="*/ 1004744 h 5017219"/>
              <a:gd name="connsiteX4053" fmla="*/ 3961091 w 5799173"/>
              <a:gd name="connsiteY4053" fmla="*/ 1006157 h 5017219"/>
              <a:gd name="connsiteX4054" fmla="*/ 3950873 w 5799173"/>
              <a:gd name="connsiteY4054" fmla="*/ 1023853 h 5017219"/>
              <a:gd name="connsiteX4055" fmla="*/ 3949626 w 5799173"/>
              <a:gd name="connsiteY4055" fmla="*/ 1024600 h 5017219"/>
              <a:gd name="connsiteX4056" fmla="*/ 4230037 w 5799173"/>
              <a:gd name="connsiteY4056" fmla="*/ 1105307 h 5017219"/>
              <a:gd name="connsiteX4057" fmla="*/ 4228792 w 5799173"/>
              <a:gd name="connsiteY4057" fmla="*/ 1104559 h 5017219"/>
              <a:gd name="connsiteX4058" fmla="*/ 4218489 w 5799173"/>
              <a:gd name="connsiteY4058" fmla="*/ 1086780 h 5017219"/>
              <a:gd name="connsiteX4059" fmla="*/ 4218489 w 5799173"/>
              <a:gd name="connsiteY4059" fmla="*/ 1085367 h 5017219"/>
              <a:gd name="connsiteX4060" fmla="*/ 4228792 w 5799173"/>
              <a:gd name="connsiteY4060" fmla="*/ 1067589 h 5017219"/>
              <a:gd name="connsiteX4061" fmla="*/ 4230038 w 5799173"/>
              <a:gd name="connsiteY4061" fmla="*/ 1066841 h 5017219"/>
              <a:gd name="connsiteX4062" fmla="*/ 4250557 w 5799173"/>
              <a:gd name="connsiteY4062" fmla="*/ 1066841 h 5017219"/>
              <a:gd name="connsiteX4063" fmla="*/ 4251805 w 5799173"/>
              <a:gd name="connsiteY4063" fmla="*/ 1067589 h 5017219"/>
              <a:gd name="connsiteX4064" fmla="*/ 4262106 w 5799173"/>
              <a:gd name="connsiteY4064" fmla="*/ 1085367 h 5017219"/>
              <a:gd name="connsiteX4065" fmla="*/ 4262106 w 5799173"/>
              <a:gd name="connsiteY4065" fmla="*/ 1086780 h 5017219"/>
              <a:gd name="connsiteX4066" fmla="*/ 4251805 w 5799173"/>
              <a:gd name="connsiteY4066" fmla="*/ 1104559 h 5017219"/>
              <a:gd name="connsiteX4067" fmla="*/ 4250558 w 5799173"/>
              <a:gd name="connsiteY4067" fmla="*/ 1105307 h 5017219"/>
              <a:gd name="connsiteX4068" fmla="*/ 2424459 w 5799173"/>
              <a:gd name="connsiteY4068" fmla="*/ 621607 h 5017219"/>
              <a:gd name="connsiteX4069" fmla="*/ 2423212 w 5799173"/>
              <a:gd name="connsiteY4069" fmla="*/ 620858 h 5017219"/>
              <a:gd name="connsiteX4070" fmla="*/ 2412911 w 5799173"/>
              <a:gd name="connsiteY4070" fmla="*/ 602998 h 5017219"/>
              <a:gd name="connsiteX4071" fmla="*/ 2412911 w 5799173"/>
              <a:gd name="connsiteY4071" fmla="*/ 601502 h 5017219"/>
              <a:gd name="connsiteX4072" fmla="*/ 2423212 w 5799173"/>
              <a:gd name="connsiteY4072" fmla="*/ 583640 h 5017219"/>
              <a:gd name="connsiteX4073" fmla="*/ 2424459 w 5799173"/>
              <a:gd name="connsiteY4073" fmla="*/ 582891 h 5017219"/>
              <a:gd name="connsiteX4074" fmla="*/ 2445145 w 5799173"/>
              <a:gd name="connsiteY4074" fmla="*/ 582891 h 5017219"/>
              <a:gd name="connsiteX4075" fmla="*/ 2446392 w 5799173"/>
              <a:gd name="connsiteY4075" fmla="*/ 583640 h 5017219"/>
              <a:gd name="connsiteX4076" fmla="*/ 2456694 w 5799173"/>
              <a:gd name="connsiteY4076" fmla="*/ 601502 h 5017219"/>
              <a:gd name="connsiteX4077" fmla="*/ 2456694 w 5799173"/>
              <a:gd name="connsiteY4077" fmla="*/ 602998 h 5017219"/>
              <a:gd name="connsiteX4078" fmla="*/ 2446392 w 5799173"/>
              <a:gd name="connsiteY4078" fmla="*/ 620858 h 5017219"/>
              <a:gd name="connsiteX4079" fmla="*/ 2445145 w 5799173"/>
              <a:gd name="connsiteY4079" fmla="*/ 621606 h 5017219"/>
              <a:gd name="connsiteX4080" fmla="*/ 3688370 w 5799173"/>
              <a:gd name="connsiteY4080" fmla="*/ 960271 h 5017219"/>
              <a:gd name="connsiteX4081" fmla="*/ 3687124 w 5799173"/>
              <a:gd name="connsiteY4081" fmla="*/ 959523 h 5017219"/>
              <a:gd name="connsiteX4082" fmla="*/ 3676822 w 5799173"/>
              <a:gd name="connsiteY4082" fmla="*/ 941662 h 5017219"/>
              <a:gd name="connsiteX4083" fmla="*/ 3676822 w 5799173"/>
              <a:gd name="connsiteY4083" fmla="*/ 940166 h 5017219"/>
              <a:gd name="connsiteX4084" fmla="*/ 3687124 w 5799173"/>
              <a:gd name="connsiteY4084" fmla="*/ 922303 h 5017219"/>
              <a:gd name="connsiteX4085" fmla="*/ 3688370 w 5799173"/>
              <a:gd name="connsiteY4085" fmla="*/ 921555 h 5017219"/>
              <a:gd name="connsiteX4086" fmla="*/ 3709057 w 5799173"/>
              <a:gd name="connsiteY4086" fmla="*/ 921556 h 5017219"/>
              <a:gd name="connsiteX4087" fmla="*/ 3710303 w 5799173"/>
              <a:gd name="connsiteY4087" fmla="*/ 922304 h 5017219"/>
              <a:gd name="connsiteX4088" fmla="*/ 3720605 w 5799173"/>
              <a:gd name="connsiteY4088" fmla="*/ 940165 h 5017219"/>
              <a:gd name="connsiteX4089" fmla="*/ 3720605 w 5799173"/>
              <a:gd name="connsiteY4089" fmla="*/ 941662 h 5017219"/>
              <a:gd name="connsiteX4090" fmla="*/ 3710303 w 5799173"/>
              <a:gd name="connsiteY4090" fmla="*/ 959522 h 5017219"/>
              <a:gd name="connsiteX4091" fmla="*/ 3709057 w 5799173"/>
              <a:gd name="connsiteY4091" fmla="*/ 960270 h 5017219"/>
              <a:gd name="connsiteX4092" fmla="*/ 3989301 w 5799173"/>
              <a:gd name="connsiteY4092" fmla="*/ 1040905 h 5017219"/>
              <a:gd name="connsiteX4093" fmla="*/ 3988055 w 5799173"/>
              <a:gd name="connsiteY4093" fmla="*/ 1040157 h 5017219"/>
              <a:gd name="connsiteX4094" fmla="*/ 3977753 w 5799173"/>
              <a:gd name="connsiteY4094" fmla="*/ 1022296 h 5017219"/>
              <a:gd name="connsiteX4095" fmla="*/ 3977753 w 5799173"/>
              <a:gd name="connsiteY4095" fmla="*/ 1020800 h 5017219"/>
              <a:gd name="connsiteX4096" fmla="*/ 3988055 w 5799173"/>
              <a:gd name="connsiteY4096" fmla="*/ 1002938 h 5017219"/>
              <a:gd name="connsiteX4097" fmla="*/ 3989301 w 5799173"/>
              <a:gd name="connsiteY4097" fmla="*/ 1002190 h 5017219"/>
              <a:gd name="connsiteX4098" fmla="*/ 4009988 w 5799173"/>
              <a:gd name="connsiteY4098" fmla="*/ 1002190 h 5017219"/>
              <a:gd name="connsiteX4099" fmla="*/ 4011234 w 5799173"/>
              <a:gd name="connsiteY4099" fmla="*/ 1002938 h 5017219"/>
              <a:gd name="connsiteX4100" fmla="*/ 4021536 w 5799173"/>
              <a:gd name="connsiteY4100" fmla="*/ 1020800 h 5017219"/>
              <a:gd name="connsiteX4101" fmla="*/ 4021536 w 5799173"/>
              <a:gd name="connsiteY4101" fmla="*/ 1022296 h 5017219"/>
              <a:gd name="connsiteX4102" fmla="*/ 4011234 w 5799173"/>
              <a:gd name="connsiteY4102" fmla="*/ 1040157 h 5017219"/>
              <a:gd name="connsiteX4103" fmla="*/ 4009988 w 5799173"/>
              <a:gd name="connsiteY4103" fmla="*/ 1040905 h 5017219"/>
              <a:gd name="connsiteX4104" fmla="*/ 4410605 w 5799173"/>
              <a:gd name="connsiteY4104" fmla="*/ 1153793 h 5017219"/>
              <a:gd name="connsiteX4105" fmla="*/ 4409359 w 5799173"/>
              <a:gd name="connsiteY4105" fmla="*/ 1153045 h 5017219"/>
              <a:gd name="connsiteX4106" fmla="*/ 4399057 w 5799173"/>
              <a:gd name="connsiteY4106" fmla="*/ 1135184 h 5017219"/>
              <a:gd name="connsiteX4107" fmla="*/ 4399057 w 5799173"/>
              <a:gd name="connsiteY4107" fmla="*/ 1133688 h 5017219"/>
              <a:gd name="connsiteX4108" fmla="*/ 4409359 w 5799173"/>
              <a:gd name="connsiteY4108" fmla="*/ 1115826 h 5017219"/>
              <a:gd name="connsiteX4109" fmla="*/ 4410605 w 5799173"/>
              <a:gd name="connsiteY4109" fmla="*/ 1115078 h 5017219"/>
              <a:gd name="connsiteX4110" fmla="*/ 4431292 w 5799173"/>
              <a:gd name="connsiteY4110" fmla="*/ 1115078 h 5017219"/>
              <a:gd name="connsiteX4111" fmla="*/ 4432538 w 5799173"/>
              <a:gd name="connsiteY4111" fmla="*/ 1115826 h 5017219"/>
              <a:gd name="connsiteX4112" fmla="*/ 4442840 w 5799173"/>
              <a:gd name="connsiteY4112" fmla="*/ 1133688 h 5017219"/>
              <a:gd name="connsiteX4113" fmla="*/ 4442840 w 5799173"/>
              <a:gd name="connsiteY4113" fmla="*/ 1135184 h 5017219"/>
              <a:gd name="connsiteX4114" fmla="*/ 4432538 w 5799173"/>
              <a:gd name="connsiteY4114" fmla="*/ 1153045 h 5017219"/>
              <a:gd name="connsiteX4115" fmla="*/ 4431292 w 5799173"/>
              <a:gd name="connsiteY4115" fmla="*/ 1153793 h 5017219"/>
              <a:gd name="connsiteX4116" fmla="*/ 4952281 w 5799173"/>
              <a:gd name="connsiteY4116" fmla="*/ 1298934 h 5017219"/>
              <a:gd name="connsiteX4117" fmla="*/ 4951035 w 5799173"/>
              <a:gd name="connsiteY4117" fmla="*/ 1298187 h 5017219"/>
              <a:gd name="connsiteX4118" fmla="*/ 4940733 w 5799173"/>
              <a:gd name="connsiteY4118" fmla="*/ 1280326 h 5017219"/>
              <a:gd name="connsiteX4119" fmla="*/ 4940733 w 5799173"/>
              <a:gd name="connsiteY4119" fmla="*/ 1278830 h 5017219"/>
              <a:gd name="connsiteX4120" fmla="*/ 4951035 w 5799173"/>
              <a:gd name="connsiteY4120" fmla="*/ 1260967 h 5017219"/>
              <a:gd name="connsiteX4121" fmla="*/ 4952281 w 5799173"/>
              <a:gd name="connsiteY4121" fmla="*/ 1260219 h 5017219"/>
              <a:gd name="connsiteX4122" fmla="*/ 4972968 w 5799173"/>
              <a:gd name="connsiteY4122" fmla="*/ 1260220 h 5017219"/>
              <a:gd name="connsiteX4123" fmla="*/ 4974214 w 5799173"/>
              <a:gd name="connsiteY4123" fmla="*/ 1260967 h 5017219"/>
              <a:gd name="connsiteX4124" fmla="*/ 4984516 w 5799173"/>
              <a:gd name="connsiteY4124" fmla="*/ 1278829 h 5017219"/>
              <a:gd name="connsiteX4125" fmla="*/ 4984516 w 5799173"/>
              <a:gd name="connsiteY4125" fmla="*/ 1280325 h 5017219"/>
              <a:gd name="connsiteX4126" fmla="*/ 4974214 w 5799173"/>
              <a:gd name="connsiteY4126" fmla="*/ 1298186 h 5017219"/>
              <a:gd name="connsiteX4127" fmla="*/ 4972968 w 5799173"/>
              <a:gd name="connsiteY4127" fmla="*/ 1298934 h 5017219"/>
              <a:gd name="connsiteX4128" fmla="*/ 2304005 w 5799173"/>
              <a:gd name="connsiteY4128" fmla="*/ 589426 h 5017219"/>
              <a:gd name="connsiteX4129" fmla="*/ 2302759 w 5799173"/>
              <a:gd name="connsiteY4129" fmla="*/ 588679 h 5017219"/>
              <a:gd name="connsiteX4130" fmla="*/ 2292374 w 5799173"/>
              <a:gd name="connsiteY4130" fmla="*/ 570734 h 5017219"/>
              <a:gd name="connsiteX4131" fmla="*/ 2292374 w 5799173"/>
              <a:gd name="connsiteY4131" fmla="*/ 569238 h 5017219"/>
              <a:gd name="connsiteX4132" fmla="*/ 2302759 w 5799173"/>
              <a:gd name="connsiteY4132" fmla="*/ 551293 h 5017219"/>
              <a:gd name="connsiteX4133" fmla="*/ 2304005 w 5799173"/>
              <a:gd name="connsiteY4133" fmla="*/ 550545 h 5017219"/>
              <a:gd name="connsiteX4134" fmla="*/ 2324775 w 5799173"/>
              <a:gd name="connsiteY4134" fmla="*/ 550545 h 5017219"/>
              <a:gd name="connsiteX4135" fmla="*/ 2326021 w 5799173"/>
              <a:gd name="connsiteY4135" fmla="*/ 551293 h 5017219"/>
              <a:gd name="connsiteX4136" fmla="*/ 2336406 w 5799173"/>
              <a:gd name="connsiteY4136" fmla="*/ 569238 h 5017219"/>
              <a:gd name="connsiteX4137" fmla="*/ 2336406 w 5799173"/>
              <a:gd name="connsiteY4137" fmla="*/ 570734 h 5017219"/>
              <a:gd name="connsiteX4138" fmla="*/ 2326021 w 5799173"/>
              <a:gd name="connsiteY4138" fmla="*/ 588679 h 5017219"/>
              <a:gd name="connsiteX4139" fmla="*/ 2324775 w 5799173"/>
              <a:gd name="connsiteY4139" fmla="*/ 589426 h 5017219"/>
              <a:gd name="connsiteX4140" fmla="*/ 3748475 w 5799173"/>
              <a:gd name="connsiteY4140" fmla="*/ 976471 h 5017219"/>
              <a:gd name="connsiteX4141" fmla="*/ 3747229 w 5799173"/>
              <a:gd name="connsiteY4141" fmla="*/ 975723 h 5017219"/>
              <a:gd name="connsiteX4142" fmla="*/ 3736844 w 5799173"/>
              <a:gd name="connsiteY4142" fmla="*/ 957779 h 5017219"/>
              <a:gd name="connsiteX4143" fmla="*/ 3736844 w 5799173"/>
              <a:gd name="connsiteY4143" fmla="*/ 956283 h 5017219"/>
              <a:gd name="connsiteX4144" fmla="*/ 3747229 w 5799173"/>
              <a:gd name="connsiteY4144" fmla="*/ 938338 h 5017219"/>
              <a:gd name="connsiteX4145" fmla="*/ 3748475 w 5799173"/>
              <a:gd name="connsiteY4145" fmla="*/ 937590 h 5017219"/>
              <a:gd name="connsiteX4146" fmla="*/ 3769245 w 5799173"/>
              <a:gd name="connsiteY4146" fmla="*/ 937590 h 5017219"/>
              <a:gd name="connsiteX4147" fmla="*/ 3770491 w 5799173"/>
              <a:gd name="connsiteY4147" fmla="*/ 938338 h 5017219"/>
              <a:gd name="connsiteX4148" fmla="*/ 3780876 w 5799173"/>
              <a:gd name="connsiteY4148" fmla="*/ 956283 h 5017219"/>
              <a:gd name="connsiteX4149" fmla="*/ 3780876 w 5799173"/>
              <a:gd name="connsiteY4149" fmla="*/ 957778 h 5017219"/>
              <a:gd name="connsiteX4150" fmla="*/ 3770491 w 5799173"/>
              <a:gd name="connsiteY4150" fmla="*/ 975724 h 5017219"/>
              <a:gd name="connsiteX4151" fmla="*/ 3769245 w 5799173"/>
              <a:gd name="connsiteY4151" fmla="*/ 976471 h 5017219"/>
              <a:gd name="connsiteX4152" fmla="*/ 3808661 w 5799173"/>
              <a:gd name="connsiteY4152" fmla="*/ 992598 h 5017219"/>
              <a:gd name="connsiteX4153" fmla="*/ 3807415 w 5799173"/>
              <a:gd name="connsiteY4153" fmla="*/ 991850 h 5017219"/>
              <a:gd name="connsiteX4154" fmla="*/ 3797030 w 5799173"/>
              <a:gd name="connsiteY4154" fmla="*/ 973905 h 5017219"/>
              <a:gd name="connsiteX4155" fmla="*/ 3797029 w 5799173"/>
              <a:gd name="connsiteY4155" fmla="*/ 972409 h 5017219"/>
              <a:gd name="connsiteX4156" fmla="*/ 3807415 w 5799173"/>
              <a:gd name="connsiteY4156" fmla="*/ 954464 h 5017219"/>
              <a:gd name="connsiteX4157" fmla="*/ 3808661 w 5799173"/>
              <a:gd name="connsiteY4157" fmla="*/ 953716 h 5017219"/>
              <a:gd name="connsiteX4158" fmla="*/ 3829431 w 5799173"/>
              <a:gd name="connsiteY4158" fmla="*/ 953716 h 5017219"/>
              <a:gd name="connsiteX4159" fmla="*/ 3830676 w 5799173"/>
              <a:gd name="connsiteY4159" fmla="*/ 954464 h 5017219"/>
              <a:gd name="connsiteX4160" fmla="*/ 3841062 w 5799173"/>
              <a:gd name="connsiteY4160" fmla="*/ 972409 h 5017219"/>
              <a:gd name="connsiteX4161" fmla="*/ 3841062 w 5799173"/>
              <a:gd name="connsiteY4161" fmla="*/ 973905 h 5017219"/>
              <a:gd name="connsiteX4162" fmla="*/ 3830677 w 5799173"/>
              <a:gd name="connsiteY4162" fmla="*/ 991850 h 5017219"/>
              <a:gd name="connsiteX4163" fmla="*/ 3829431 w 5799173"/>
              <a:gd name="connsiteY4163" fmla="*/ 992597 h 5017219"/>
              <a:gd name="connsiteX4164" fmla="*/ 4169778 w 5799173"/>
              <a:gd name="connsiteY4164" fmla="*/ 1089359 h 5017219"/>
              <a:gd name="connsiteX4165" fmla="*/ 4168532 w 5799173"/>
              <a:gd name="connsiteY4165" fmla="*/ 1088611 h 5017219"/>
              <a:gd name="connsiteX4166" fmla="*/ 4158147 w 5799173"/>
              <a:gd name="connsiteY4166" fmla="*/ 1070666 h 5017219"/>
              <a:gd name="connsiteX4167" fmla="*/ 4158147 w 5799173"/>
              <a:gd name="connsiteY4167" fmla="*/ 1069170 h 5017219"/>
              <a:gd name="connsiteX4168" fmla="*/ 4168532 w 5799173"/>
              <a:gd name="connsiteY4168" fmla="*/ 1051225 h 5017219"/>
              <a:gd name="connsiteX4169" fmla="*/ 4169778 w 5799173"/>
              <a:gd name="connsiteY4169" fmla="*/ 1050477 h 5017219"/>
              <a:gd name="connsiteX4170" fmla="*/ 4190548 w 5799173"/>
              <a:gd name="connsiteY4170" fmla="*/ 1050478 h 5017219"/>
              <a:gd name="connsiteX4171" fmla="*/ 4191794 w 5799173"/>
              <a:gd name="connsiteY4171" fmla="*/ 1051225 h 5017219"/>
              <a:gd name="connsiteX4172" fmla="*/ 4202179 w 5799173"/>
              <a:gd name="connsiteY4172" fmla="*/ 1069170 h 5017219"/>
              <a:gd name="connsiteX4173" fmla="*/ 4202179 w 5799173"/>
              <a:gd name="connsiteY4173" fmla="*/ 1070666 h 5017219"/>
              <a:gd name="connsiteX4174" fmla="*/ 4191794 w 5799173"/>
              <a:gd name="connsiteY4174" fmla="*/ 1088611 h 5017219"/>
              <a:gd name="connsiteX4175" fmla="*/ 4190548 w 5799173"/>
              <a:gd name="connsiteY4175" fmla="*/ 1089358 h 5017219"/>
              <a:gd name="connsiteX4176" fmla="*/ 4350336 w 5799173"/>
              <a:gd name="connsiteY4176" fmla="*/ 1137739 h 5017219"/>
              <a:gd name="connsiteX4177" fmla="*/ 4349090 w 5799173"/>
              <a:gd name="connsiteY4177" fmla="*/ 1136992 h 5017219"/>
              <a:gd name="connsiteX4178" fmla="*/ 4338706 w 5799173"/>
              <a:gd name="connsiteY4178" fmla="*/ 1119047 h 5017219"/>
              <a:gd name="connsiteX4179" fmla="*/ 4338705 w 5799173"/>
              <a:gd name="connsiteY4179" fmla="*/ 1117551 h 5017219"/>
              <a:gd name="connsiteX4180" fmla="*/ 4349091 w 5799173"/>
              <a:gd name="connsiteY4180" fmla="*/ 1099606 h 5017219"/>
              <a:gd name="connsiteX4181" fmla="*/ 4350337 w 5799173"/>
              <a:gd name="connsiteY4181" fmla="*/ 1098858 h 5017219"/>
              <a:gd name="connsiteX4182" fmla="*/ 4371106 w 5799173"/>
              <a:gd name="connsiteY4182" fmla="*/ 1098858 h 5017219"/>
              <a:gd name="connsiteX4183" fmla="*/ 4372352 w 5799173"/>
              <a:gd name="connsiteY4183" fmla="*/ 1099606 h 5017219"/>
              <a:gd name="connsiteX4184" fmla="*/ 4382738 w 5799173"/>
              <a:gd name="connsiteY4184" fmla="*/ 1117551 h 5017219"/>
              <a:gd name="connsiteX4185" fmla="*/ 4382737 w 5799173"/>
              <a:gd name="connsiteY4185" fmla="*/ 1119047 h 5017219"/>
              <a:gd name="connsiteX4186" fmla="*/ 4372353 w 5799173"/>
              <a:gd name="connsiteY4186" fmla="*/ 1136992 h 5017219"/>
              <a:gd name="connsiteX4187" fmla="*/ 4371106 w 5799173"/>
              <a:gd name="connsiteY4187" fmla="*/ 1137739 h 5017219"/>
              <a:gd name="connsiteX4188" fmla="*/ 4771640 w 5799173"/>
              <a:gd name="connsiteY4188" fmla="*/ 1250627 h 5017219"/>
              <a:gd name="connsiteX4189" fmla="*/ 4770394 w 5799173"/>
              <a:gd name="connsiteY4189" fmla="*/ 1249880 h 5017219"/>
              <a:gd name="connsiteX4190" fmla="*/ 4760010 w 5799173"/>
              <a:gd name="connsiteY4190" fmla="*/ 1231935 h 5017219"/>
              <a:gd name="connsiteX4191" fmla="*/ 4760009 w 5799173"/>
              <a:gd name="connsiteY4191" fmla="*/ 1230439 h 5017219"/>
              <a:gd name="connsiteX4192" fmla="*/ 4770395 w 5799173"/>
              <a:gd name="connsiteY4192" fmla="*/ 1212494 h 5017219"/>
              <a:gd name="connsiteX4193" fmla="*/ 4771641 w 5799173"/>
              <a:gd name="connsiteY4193" fmla="*/ 1211746 h 5017219"/>
              <a:gd name="connsiteX4194" fmla="*/ 4792410 w 5799173"/>
              <a:gd name="connsiteY4194" fmla="*/ 1211746 h 5017219"/>
              <a:gd name="connsiteX4195" fmla="*/ 4793656 w 5799173"/>
              <a:gd name="connsiteY4195" fmla="*/ 1212494 h 5017219"/>
              <a:gd name="connsiteX4196" fmla="*/ 4804042 w 5799173"/>
              <a:gd name="connsiteY4196" fmla="*/ 1230439 h 5017219"/>
              <a:gd name="connsiteX4197" fmla="*/ 4804041 w 5799173"/>
              <a:gd name="connsiteY4197" fmla="*/ 1231935 h 5017219"/>
              <a:gd name="connsiteX4198" fmla="*/ 4793657 w 5799173"/>
              <a:gd name="connsiteY4198" fmla="*/ 1249880 h 5017219"/>
              <a:gd name="connsiteX4199" fmla="*/ 4792410 w 5799173"/>
              <a:gd name="connsiteY4199" fmla="*/ 1250627 h 5017219"/>
              <a:gd name="connsiteX4200" fmla="*/ 4831826 w 5799173"/>
              <a:gd name="connsiteY4200" fmla="*/ 1266754 h 5017219"/>
              <a:gd name="connsiteX4201" fmla="*/ 4830580 w 5799173"/>
              <a:gd name="connsiteY4201" fmla="*/ 1266007 h 5017219"/>
              <a:gd name="connsiteX4202" fmla="*/ 4820195 w 5799173"/>
              <a:gd name="connsiteY4202" fmla="*/ 1248062 h 5017219"/>
              <a:gd name="connsiteX4203" fmla="*/ 4820195 w 5799173"/>
              <a:gd name="connsiteY4203" fmla="*/ 1246566 h 5017219"/>
              <a:gd name="connsiteX4204" fmla="*/ 4830580 w 5799173"/>
              <a:gd name="connsiteY4204" fmla="*/ 1228621 h 5017219"/>
              <a:gd name="connsiteX4205" fmla="*/ 4831827 w 5799173"/>
              <a:gd name="connsiteY4205" fmla="*/ 1227873 h 5017219"/>
              <a:gd name="connsiteX4206" fmla="*/ 4852596 w 5799173"/>
              <a:gd name="connsiteY4206" fmla="*/ 1227873 h 5017219"/>
              <a:gd name="connsiteX4207" fmla="*/ 4853842 w 5799173"/>
              <a:gd name="connsiteY4207" fmla="*/ 1228621 h 5017219"/>
              <a:gd name="connsiteX4208" fmla="*/ 4864227 w 5799173"/>
              <a:gd name="connsiteY4208" fmla="*/ 1246566 h 5017219"/>
              <a:gd name="connsiteX4209" fmla="*/ 4864227 w 5799173"/>
              <a:gd name="connsiteY4209" fmla="*/ 1248062 h 5017219"/>
              <a:gd name="connsiteX4210" fmla="*/ 4853842 w 5799173"/>
              <a:gd name="connsiteY4210" fmla="*/ 1266007 h 5017219"/>
              <a:gd name="connsiteX4211" fmla="*/ 4852596 w 5799173"/>
              <a:gd name="connsiteY4211" fmla="*/ 1266754 h 5017219"/>
              <a:gd name="connsiteX4212" fmla="*/ 4109508 w 5799173"/>
              <a:gd name="connsiteY4212" fmla="*/ 1073315 h 5017219"/>
              <a:gd name="connsiteX4213" fmla="*/ 4108262 w 5799173"/>
              <a:gd name="connsiteY4213" fmla="*/ 1072567 h 5017219"/>
              <a:gd name="connsiteX4214" fmla="*/ 4097877 w 5799173"/>
              <a:gd name="connsiteY4214" fmla="*/ 1054538 h 5017219"/>
              <a:gd name="connsiteX4215" fmla="*/ 4097877 w 5799173"/>
              <a:gd name="connsiteY4215" fmla="*/ 1053043 h 5017219"/>
              <a:gd name="connsiteX4216" fmla="*/ 4108345 w 5799173"/>
              <a:gd name="connsiteY4216" fmla="*/ 1035014 h 5017219"/>
              <a:gd name="connsiteX4217" fmla="*/ 4109591 w 5799173"/>
              <a:gd name="connsiteY4217" fmla="*/ 1034268 h 5017219"/>
              <a:gd name="connsiteX4218" fmla="*/ 4130444 w 5799173"/>
              <a:gd name="connsiteY4218" fmla="*/ 1034268 h 5017219"/>
              <a:gd name="connsiteX4219" fmla="*/ 4131690 w 5799173"/>
              <a:gd name="connsiteY4219" fmla="*/ 1035015 h 5017219"/>
              <a:gd name="connsiteX4220" fmla="*/ 4142075 w 5799173"/>
              <a:gd name="connsiteY4220" fmla="*/ 1053043 h 5017219"/>
              <a:gd name="connsiteX4221" fmla="*/ 4142075 w 5799173"/>
              <a:gd name="connsiteY4221" fmla="*/ 1054539 h 5017219"/>
              <a:gd name="connsiteX4222" fmla="*/ 4131607 w 5799173"/>
              <a:gd name="connsiteY4222" fmla="*/ 1072567 h 5017219"/>
              <a:gd name="connsiteX4223" fmla="*/ 4130361 w 5799173"/>
              <a:gd name="connsiteY4223" fmla="*/ 1073315 h 5017219"/>
              <a:gd name="connsiteX4224" fmla="*/ 4290067 w 5799173"/>
              <a:gd name="connsiteY4224" fmla="*/ 1121695 h 5017219"/>
              <a:gd name="connsiteX4225" fmla="*/ 4288820 w 5799173"/>
              <a:gd name="connsiteY4225" fmla="*/ 1120947 h 5017219"/>
              <a:gd name="connsiteX4226" fmla="*/ 4278436 w 5799173"/>
              <a:gd name="connsiteY4226" fmla="*/ 1102919 h 5017219"/>
              <a:gd name="connsiteX4227" fmla="*/ 4278436 w 5799173"/>
              <a:gd name="connsiteY4227" fmla="*/ 1101423 h 5017219"/>
              <a:gd name="connsiteX4228" fmla="*/ 4288903 w 5799173"/>
              <a:gd name="connsiteY4228" fmla="*/ 1083395 h 5017219"/>
              <a:gd name="connsiteX4229" fmla="*/ 4290150 w 5799173"/>
              <a:gd name="connsiteY4229" fmla="*/ 1082648 h 5017219"/>
              <a:gd name="connsiteX4230" fmla="*/ 4311003 w 5799173"/>
              <a:gd name="connsiteY4230" fmla="*/ 1082648 h 5017219"/>
              <a:gd name="connsiteX4231" fmla="*/ 4312249 w 5799173"/>
              <a:gd name="connsiteY4231" fmla="*/ 1083395 h 5017219"/>
              <a:gd name="connsiteX4232" fmla="*/ 4322634 w 5799173"/>
              <a:gd name="connsiteY4232" fmla="*/ 1101423 h 5017219"/>
              <a:gd name="connsiteX4233" fmla="*/ 4322634 w 5799173"/>
              <a:gd name="connsiteY4233" fmla="*/ 1102919 h 5017219"/>
              <a:gd name="connsiteX4234" fmla="*/ 4312166 w 5799173"/>
              <a:gd name="connsiteY4234" fmla="*/ 1120947 h 5017219"/>
              <a:gd name="connsiteX4235" fmla="*/ 4310920 w 5799173"/>
              <a:gd name="connsiteY4235" fmla="*/ 1121695 h 5017219"/>
              <a:gd name="connsiteX4236" fmla="*/ 4711371 w 5799173"/>
              <a:gd name="connsiteY4236" fmla="*/ 1234583 h 5017219"/>
              <a:gd name="connsiteX4237" fmla="*/ 4710124 w 5799173"/>
              <a:gd name="connsiteY4237" fmla="*/ 1233835 h 5017219"/>
              <a:gd name="connsiteX4238" fmla="*/ 4699740 w 5799173"/>
              <a:gd name="connsiteY4238" fmla="*/ 1215807 h 5017219"/>
              <a:gd name="connsiteX4239" fmla="*/ 4699740 w 5799173"/>
              <a:gd name="connsiteY4239" fmla="*/ 1214311 h 5017219"/>
              <a:gd name="connsiteX4240" fmla="*/ 4710207 w 5799173"/>
              <a:gd name="connsiteY4240" fmla="*/ 1196283 h 5017219"/>
              <a:gd name="connsiteX4241" fmla="*/ 4711454 w 5799173"/>
              <a:gd name="connsiteY4241" fmla="*/ 1195536 h 5017219"/>
              <a:gd name="connsiteX4242" fmla="*/ 4732307 w 5799173"/>
              <a:gd name="connsiteY4242" fmla="*/ 1195536 h 5017219"/>
              <a:gd name="connsiteX4243" fmla="*/ 4733553 w 5799173"/>
              <a:gd name="connsiteY4243" fmla="*/ 1196283 h 5017219"/>
              <a:gd name="connsiteX4244" fmla="*/ 4743938 w 5799173"/>
              <a:gd name="connsiteY4244" fmla="*/ 1214311 h 5017219"/>
              <a:gd name="connsiteX4245" fmla="*/ 4743938 w 5799173"/>
              <a:gd name="connsiteY4245" fmla="*/ 1215807 h 5017219"/>
              <a:gd name="connsiteX4246" fmla="*/ 4733470 w 5799173"/>
              <a:gd name="connsiteY4246" fmla="*/ 1233835 h 5017219"/>
              <a:gd name="connsiteX4247" fmla="*/ 4732224 w 5799173"/>
              <a:gd name="connsiteY4247" fmla="*/ 1234583 h 5017219"/>
              <a:gd name="connsiteX4248" fmla="*/ 2123363 w 5799173"/>
              <a:gd name="connsiteY4248" fmla="*/ 541210 h 5017219"/>
              <a:gd name="connsiteX4249" fmla="*/ 2122117 w 5799173"/>
              <a:gd name="connsiteY4249" fmla="*/ 540463 h 5017219"/>
              <a:gd name="connsiteX4250" fmla="*/ 2111649 w 5799173"/>
              <a:gd name="connsiteY4250" fmla="*/ 522351 h 5017219"/>
              <a:gd name="connsiteX4251" fmla="*/ 2111649 w 5799173"/>
              <a:gd name="connsiteY4251" fmla="*/ 520857 h 5017219"/>
              <a:gd name="connsiteX4252" fmla="*/ 2122117 w 5799173"/>
              <a:gd name="connsiteY4252" fmla="*/ 502745 h 5017219"/>
              <a:gd name="connsiteX4253" fmla="*/ 2123363 w 5799173"/>
              <a:gd name="connsiteY4253" fmla="*/ 501998 h 5017219"/>
              <a:gd name="connsiteX4254" fmla="*/ 2144299 w 5799173"/>
              <a:gd name="connsiteY4254" fmla="*/ 501998 h 5017219"/>
              <a:gd name="connsiteX4255" fmla="*/ 2145545 w 5799173"/>
              <a:gd name="connsiteY4255" fmla="*/ 502745 h 5017219"/>
              <a:gd name="connsiteX4256" fmla="*/ 2156013 w 5799173"/>
              <a:gd name="connsiteY4256" fmla="*/ 520857 h 5017219"/>
              <a:gd name="connsiteX4257" fmla="*/ 2156013 w 5799173"/>
              <a:gd name="connsiteY4257" fmla="*/ 522352 h 5017219"/>
              <a:gd name="connsiteX4258" fmla="*/ 2145545 w 5799173"/>
              <a:gd name="connsiteY4258" fmla="*/ 540463 h 5017219"/>
              <a:gd name="connsiteX4259" fmla="*/ 2144299 w 5799173"/>
              <a:gd name="connsiteY4259" fmla="*/ 541211 h 5017219"/>
              <a:gd name="connsiteX4260" fmla="*/ 4049322 w 5799173"/>
              <a:gd name="connsiteY4260" fmla="*/ 1057270 h 5017219"/>
              <a:gd name="connsiteX4261" fmla="*/ 4048077 w 5799173"/>
              <a:gd name="connsiteY4261" fmla="*/ 1056523 h 5017219"/>
              <a:gd name="connsiteX4262" fmla="*/ 4037609 w 5799173"/>
              <a:gd name="connsiteY4262" fmla="*/ 1038411 h 5017219"/>
              <a:gd name="connsiteX4263" fmla="*/ 4037609 w 5799173"/>
              <a:gd name="connsiteY4263" fmla="*/ 1036916 h 5017219"/>
              <a:gd name="connsiteX4264" fmla="*/ 4048076 w 5799173"/>
              <a:gd name="connsiteY4264" fmla="*/ 1018804 h 5017219"/>
              <a:gd name="connsiteX4265" fmla="*/ 4049322 w 5799173"/>
              <a:gd name="connsiteY4265" fmla="*/ 1018057 h 5017219"/>
              <a:gd name="connsiteX4266" fmla="*/ 4070259 w 5799173"/>
              <a:gd name="connsiteY4266" fmla="*/ 1018057 h 5017219"/>
              <a:gd name="connsiteX4267" fmla="*/ 4071504 w 5799173"/>
              <a:gd name="connsiteY4267" fmla="*/ 1018804 h 5017219"/>
              <a:gd name="connsiteX4268" fmla="*/ 4081972 w 5799173"/>
              <a:gd name="connsiteY4268" fmla="*/ 1036916 h 5017219"/>
              <a:gd name="connsiteX4269" fmla="*/ 4081972 w 5799173"/>
              <a:gd name="connsiteY4269" fmla="*/ 1038411 h 5017219"/>
              <a:gd name="connsiteX4270" fmla="*/ 4071504 w 5799173"/>
              <a:gd name="connsiteY4270" fmla="*/ 1056523 h 5017219"/>
              <a:gd name="connsiteX4271" fmla="*/ 4070259 w 5799173"/>
              <a:gd name="connsiteY4271" fmla="*/ 1057270 h 5017219"/>
              <a:gd name="connsiteX4272" fmla="*/ 2243675 w 5799173"/>
              <a:gd name="connsiteY4272" fmla="*/ 573542 h 5017219"/>
              <a:gd name="connsiteX4273" fmla="*/ 2242429 w 5799173"/>
              <a:gd name="connsiteY4273" fmla="*/ 572794 h 5017219"/>
              <a:gd name="connsiteX4274" fmla="*/ 2231878 w 5799173"/>
              <a:gd name="connsiteY4274" fmla="*/ 554516 h 5017219"/>
              <a:gd name="connsiteX4275" fmla="*/ 2231878 w 5799173"/>
              <a:gd name="connsiteY4275" fmla="*/ 553021 h 5017219"/>
              <a:gd name="connsiteX4276" fmla="*/ 2242429 w 5799173"/>
              <a:gd name="connsiteY4276" fmla="*/ 534743 h 5017219"/>
              <a:gd name="connsiteX4277" fmla="*/ 2243675 w 5799173"/>
              <a:gd name="connsiteY4277" fmla="*/ 533996 h 5017219"/>
              <a:gd name="connsiteX4278" fmla="*/ 2264694 w 5799173"/>
              <a:gd name="connsiteY4278" fmla="*/ 533995 h 5017219"/>
              <a:gd name="connsiteX4279" fmla="*/ 2265940 w 5799173"/>
              <a:gd name="connsiteY4279" fmla="*/ 534742 h 5017219"/>
              <a:gd name="connsiteX4280" fmla="*/ 2276492 w 5799173"/>
              <a:gd name="connsiteY4280" fmla="*/ 553021 h 5017219"/>
              <a:gd name="connsiteX4281" fmla="*/ 2276492 w 5799173"/>
              <a:gd name="connsiteY4281" fmla="*/ 554516 h 5017219"/>
              <a:gd name="connsiteX4282" fmla="*/ 2265940 w 5799173"/>
              <a:gd name="connsiteY4282" fmla="*/ 572793 h 5017219"/>
              <a:gd name="connsiteX4283" fmla="*/ 2264694 w 5799173"/>
              <a:gd name="connsiteY4283" fmla="*/ 573541 h 5017219"/>
              <a:gd name="connsiteX4284" fmla="*/ 4891869 w 5799173"/>
              <a:gd name="connsiteY4284" fmla="*/ 1283123 h 5017219"/>
              <a:gd name="connsiteX4285" fmla="*/ 4890623 w 5799173"/>
              <a:gd name="connsiteY4285" fmla="*/ 1282375 h 5017219"/>
              <a:gd name="connsiteX4286" fmla="*/ 4880072 w 5799173"/>
              <a:gd name="connsiteY4286" fmla="*/ 1264097 h 5017219"/>
              <a:gd name="connsiteX4287" fmla="*/ 4880072 w 5799173"/>
              <a:gd name="connsiteY4287" fmla="*/ 1262602 h 5017219"/>
              <a:gd name="connsiteX4288" fmla="*/ 4890623 w 5799173"/>
              <a:gd name="connsiteY4288" fmla="*/ 1244324 h 5017219"/>
              <a:gd name="connsiteX4289" fmla="*/ 4891869 w 5799173"/>
              <a:gd name="connsiteY4289" fmla="*/ 1243577 h 5017219"/>
              <a:gd name="connsiteX4290" fmla="*/ 4912888 w 5799173"/>
              <a:gd name="connsiteY4290" fmla="*/ 1243577 h 5017219"/>
              <a:gd name="connsiteX4291" fmla="*/ 4914134 w 5799173"/>
              <a:gd name="connsiteY4291" fmla="*/ 1244324 h 5017219"/>
              <a:gd name="connsiteX4292" fmla="*/ 4924685 w 5799173"/>
              <a:gd name="connsiteY4292" fmla="*/ 1262602 h 5017219"/>
              <a:gd name="connsiteX4293" fmla="*/ 4924685 w 5799173"/>
              <a:gd name="connsiteY4293" fmla="*/ 1264097 h 5017219"/>
              <a:gd name="connsiteX4294" fmla="*/ 4914134 w 5799173"/>
              <a:gd name="connsiteY4294" fmla="*/ 1282375 h 5017219"/>
              <a:gd name="connsiteX4295" fmla="*/ 4912888 w 5799173"/>
              <a:gd name="connsiteY4295" fmla="*/ 1283123 h 5017219"/>
              <a:gd name="connsiteX4296" fmla="*/ 2364023 w 5799173"/>
              <a:gd name="connsiteY4296" fmla="*/ 605979 h 5017219"/>
              <a:gd name="connsiteX4297" fmla="*/ 2362694 w 5799173"/>
              <a:gd name="connsiteY4297" fmla="*/ 605231 h 5017219"/>
              <a:gd name="connsiteX4298" fmla="*/ 2352143 w 5799173"/>
              <a:gd name="connsiteY4298" fmla="*/ 586871 h 5017219"/>
              <a:gd name="connsiteX4299" fmla="*/ 2352143 w 5799173"/>
              <a:gd name="connsiteY4299" fmla="*/ 585375 h 5017219"/>
              <a:gd name="connsiteX4300" fmla="*/ 2362694 w 5799173"/>
              <a:gd name="connsiteY4300" fmla="*/ 567014 h 5017219"/>
              <a:gd name="connsiteX4301" fmla="*/ 2364023 w 5799173"/>
              <a:gd name="connsiteY4301" fmla="*/ 566267 h 5017219"/>
              <a:gd name="connsiteX4302" fmla="*/ 2385209 w 5799173"/>
              <a:gd name="connsiteY4302" fmla="*/ 566267 h 5017219"/>
              <a:gd name="connsiteX4303" fmla="*/ 2386537 w 5799173"/>
              <a:gd name="connsiteY4303" fmla="*/ 567015 h 5017219"/>
              <a:gd name="connsiteX4304" fmla="*/ 2397089 w 5799173"/>
              <a:gd name="connsiteY4304" fmla="*/ 585375 h 5017219"/>
              <a:gd name="connsiteX4305" fmla="*/ 2397089 w 5799173"/>
              <a:gd name="connsiteY4305" fmla="*/ 586871 h 5017219"/>
              <a:gd name="connsiteX4306" fmla="*/ 2386538 w 5799173"/>
              <a:gd name="connsiteY4306" fmla="*/ 605231 h 5017219"/>
              <a:gd name="connsiteX4307" fmla="*/ 2385209 w 5799173"/>
              <a:gd name="connsiteY4307" fmla="*/ 605978 h 5017219"/>
              <a:gd name="connsiteX4308" fmla="*/ 2544418 w 5799173"/>
              <a:gd name="connsiteY4308" fmla="*/ 654516 h 5017219"/>
              <a:gd name="connsiteX4309" fmla="*/ 2543088 w 5799173"/>
              <a:gd name="connsiteY4309" fmla="*/ 653767 h 5017219"/>
              <a:gd name="connsiteX4310" fmla="*/ 2532454 w 5799173"/>
              <a:gd name="connsiteY4310" fmla="*/ 635241 h 5017219"/>
              <a:gd name="connsiteX4311" fmla="*/ 2532454 w 5799173"/>
              <a:gd name="connsiteY4311" fmla="*/ 633745 h 5017219"/>
              <a:gd name="connsiteX4312" fmla="*/ 2543171 w 5799173"/>
              <a:gd name="connsiteY4312" fmla="*/ 615218 h 5017219"/>
              <a:gd name="connsiteX4313" fmla="*/ 2544500 w 5799173"/>
              <a:gd name="connsiteY4313" fmla="*/ 614471 h 5017219"/>
              <a:gd name="connsiteX4314" fmla="*/ 2565852 w 5799173"/>
              <a:gd name="connsiteY4314" fmla="*/ 614472 h 5017219"/>
              <a:gd name="connsiteX4315" fmla="*/ 2567181 w 5799173"/>
              <a:gd name="connsiteY4315" fmla="*/ 615219 h 5017219"/>
              <a:gd name="connsiteX4316" fmla="*/ 2577814 w 5799173"/>
              <a:gd name="connsiteY4316" fmla="*/ 633746 h 5017219"/>
              <a:gd name="connsiteX4317" fmla="*/ 2577815 w 5799173"/>
              <a:gd name="connsiteY4317" fmla="*/ 635242 h 5017219"/>
              <a:gd name="connsiteX4318" fmla="*/ 2567098 w 5799173"/>
              <a:gd name="connsiteY4318" fmla="*/ 653768 h 5017219"/>
              <a:gd name="connsiteX4319" fmla="*/ 2565769 w 5799173"/>
              <a:gd name="connsiteY4319" fmla="*/ 654516 h 5017219"/>
              <a:gd name="connsiteX4320" fmla="*/ 2002742 w 5799173"/>
              <a:gd name="connsiteY4320" fmla="*/ 509456 h 5017219"/>
              <a:gd name="connsiteX4321" fmla="*/ 2001412 w 5799173"/>
              <a:gd name="connsiteY4321" fmla="*/ 508709 h 5017219"/>
              <a:gd name="connsiteX4322" fmla="*/ 1990695 w 5799173"/>
              <a:gd name="connsiteY4322" fmla="*/ 490099 h 5017219"/>
              <a:gd name="connsiteX4323" fmla="*/ 1990695 w 5799173"/>
              <a:gd name="connsiteY4323" fmla="*/ 488603 h 5017219"/>
              <a:gd name="connsiteX4324" fmla="*/ 2001412 w 5799173"/>
              <a:gd name="connsiteY4324" fmla="*/ 469993 h 5017219"/>
              <a:gd name="connsiteX4325" fmla="*/ 2002742 w 5799173"/>
              <a:gd name="connsiteY4325" fmla="*/ 469246 h 5017219"/>
              <a:gd name="connsiteX4326" fmla="*/ 2024176 w 5799173"/>
              <a:gd name="connsiteY4326" fmla="*/ 469246 h 5017219"/>
              <a:gd name="connsiteX4327" fmla="*/ 2025505 w 5799173"/>
              <a:gd name="connsiteY4327" fmla="*/ 469993 h 5017219"/>
              <a:gd name="connsiteX4328" fmla="*/ 2036222 w 5799173"/>
              <a:gd name="connsiteY4328" fmla="*/ 488603 h 5017219"/>
              <a:gd name="connsiteX4329" fmla="*/ 2036222 w 5799173"/>
              <a:gd name="connsiteY4329" fmla="*/ 490099 h 5017219"/>
              <a:gd name="connsiteX4330" fmla="*/ 2025505 w 5799173"/>
              <a:gd name="connsiteY4330" fmla="*/ 508709 h 5017219"/>
              <a:gd name="connsiteX4331" fmla="*/ 2024176 w 5799173"/>
              <a:gd name="connsiteY4331" fmla="*/ 509456 h 5017219"/>
              <a:gd name="connsiteX4332" fmla="*/ 1882285 w 5799173"/>
              <a:gd name="connsiteY4332" fmla="*/ 477285 h 5017219"/>
              <a:gd name="connsiteX4333" fmla="*/ 1880956 w 5799173"/>
              <a:gd name="connsiteY4333" fmla="*/ 476538 h 5017219"/>
              <a:gd name="connsiteX4334" fmla="*/ 1870156 w 5799173"/>
              <a:gd name="connsiteY4334" fmla="*/ 457845 h 5017219"/>
              <a:gd name="connsiteX4335" fmla="*/ 1870156 w 5799173"/>
              <a:gd name="connsiteY4335" fmla="*/ 456349 h 5017219"/>
              <a:gd name="connsiteX4336" fmla="*/ 1880956 w 5799173"/>
              <a:gd name="connsiteY4336" fmla="*/ 437656 h 5017219"/>
              <a:gd name="connsiteX4337" fmla="*/ 1882285 w 5799173"/>
              <a:gd name="connsiteY4337" fmla="*/ 436909 h 5017219"/>
              <a:gd name="connsiteX4338" fmla="*/ 1903886 w 5799173"/>
              <a:gd name="connsiteY4338" fmla="*/ 436909 h 5017219"/>
              <a:gd name="connsiteX4339" fmla="*/ 1905215 w 5799173"/>
              <a:gd name="connsiteY4339" fmla="*/ 437656 h 5017219"/>
              <a:gd name="connsiteX4340" fmla="*/ 1916016 w 5799173"/>
              <a:gd name="connsiteY4340" fmla="*/ 456349 h 5017219"/>
              <a:gd name="connsiteX4341" fmla="*/ 1916017 w 5799173"/>
              <a:gd name="connsiteY4341" fmla="*/ 457845 h 5017219"/>
              <a:gd name="connsiteX4342" fmla="*/ 1905215 w 5799173"/>
              <a:gd name="connsiteY4342" fmla="*/ 476538 h 5017219"/>
              <a:gd name="connsiteX4343" fmla="*/ 1903886 w 5799173"/>
              <a:gd name="connsiteY4343" fmla="*/ 477285 h 5017219"/>
              <a:gd name="connsiteX4344" fmla="*/ 1641538 w 5799173"/>
              <a:gd name="connsiteY4344" fmla="*/ 412872 h 5017219"/>
              <a:gd name="connsiteX4345" fmla="*/ 1640210 w 5799173"/>
              <a:gd name="connsiteY4345" fmla="*/ 412125 h 5017219"/>
              <a:gd name="connsiteX4346" fmla="*/ 1629410 w 5799173"/>
              <a:gd name="connsiteY4346" fmla="*/ 393349 h 5017219"/>
              <a:gd name="connsiteX4347" fmla="*/ 1629409 w 5799173"/>
              <a:gd name="connsiteY4347" fmla="*/ 391852 h 5017219"/>
              <a:gd name="connsiteX4348" fmla="*/ 1640210 w 5799173"/>
              <a:gd name="connsiteY4348" fmla="*/ 373078 h 5017219"/>
              <a:gd name="connsiteX4349" fmla="*/ 1641538 w 5799173"/>
              <a:gd name="connsiteY4349" fmla="*/ 372330 h 5017219"/>
              <a:gd name="connsiteX4350" fmla="*/ 1663222 w 5799173"/>
              <a:gd name="connsiteY4350" fmla="*/ 372329 h 5017219"/>
              <a:gd name="connsiteX4351" fmla="*/ 1664553 w 5799173"/>
              <a:gd name="connsiteY4351" fmla="*/ 373077 h 5017219"/>
              <a:gd name="connsiteX4352" fmla="*/ 1675352 w 5799173"/>
              <a:gd name="connsiteY4352" fmla="*/ 391852 h 5017219"/>
              <a:gd name="connsiteX4353" fmla="*/ 1675353 w 5799173"/>
              <a:gd name="connsiteY4353" fmla="*/ 393348 h 5017219"/>
              <a:gd name="connsiteX4354" fmla="*/ 1664552 w 5799173"/>
              <a:gd name="connsiteY4354" fmla="*/ 412124 h 5017219"/>
              <a:gd name="connsiteX4355" fmla="*/ 1663223 w 5799173"/>
              <a:gd name="connsiteY4355" fmla="*/ 412872 h 5017219"/>
              <a:gd name="connsiteX4356" fmla="*/ 1701725 w 5799173"/>
              <a:gd name="connsiteY4356" fmla="*/ 428999 h 5017219"/>
              <a:gd name="connsiteX4357" fmla="*/ 1700396 w 5799173"/>
              <a:gd name="connsiteY4357" fmla="*/ 428252 h 5017219"/>
              <a:gd name="connsiteX4358" fmla="*/ 1689596 w 5799173"/>
              <a:gd name="connsiteY4358" fmla="*/ 409476 h 5017219"/>
              <a:gd name="connsiteX4359" fmla="*/ 1689596 w 5799173"/>
              <a:gd name="connsiteY4359" fmla="*/ 407980 h 5017219"/>
              <a:gd name="connsiteX4360" fmla="*/ 1700396 w 5799173"/>
              <a:gd name="connsiteY4360" fmla="*/ 389205 h 5017219"/>
              <a:gd name="connsiteX4361" fmla="*/ 1701725 w 5799173"/>
              <a:gd name="connsiteY4361" fmla="*/ 388457 h 5017219"/>
              <a:gd name="connsiteX4362" fmla="*/ 1723409 w 5799173"/>
              <a:gd name="connsiteY4362" fmla="*/ 388456 h 5017219"/>
              <a:gd name="connsiteX4363" fmla="*/ 1724739 w 5799173"/>
              <a:gd name="connsiteY4363" fmla="*/ 389205 h 5017219"/>
              <a:gd name="connsiteX4364" fmla="*/ 1735539 w 5799173"/>
              <a:gd name="connsiteY4364" fmla="*/ 407979 h 5017219"/>
              <a:gd name="connsiteX4365" fmla="*/ 1735539 w 5799173"/>
              <a:gd name="connsiteY4365" fmla="*/ 409475 h 5017219"/>
              <a:gd name="connsiteX4366" fmla="*/ 1724739 w 5799173"/>
              <a:gd name="connsiteY4366" fmla="*/ 428251 h 5017219"/>
              <a:gd name="connsiteX4367" fmla="*/ 1723409 w 5799173"/>
              <a:gd name="connsiteY4367" fmla="*/ 428999 h 5017219"/>
              <a:gd name="connsiteX4368" fmla="*/ 1822098 w 5799173"/>
              <a:gd name="connsiteY4368" fmla="*/ 461253 h 5017219"/>
              <a:gd name="connsiteX4369" fmla="*/ 1820769 w 5799173"/>
              <a:gd name="connsiteY4369" fmla="*/ 460505 h 5017219"/>
              <a:gd name="connsiteX4370" fmla="*/ 1809969 w 5799173"/>
              <a:gd name="connsiteY4370" fmla="*/ 441729 h 5017219"/>
              <a:gd name="connsiteX4371" fmla="*/ 1809969 w 5799173"/>
              <a:gd name="connsiteY4371" fmla="*/ 440233 h 5017219"/>
              <a:gd name="connsiteX4372" fmla="*/ 1820769 w 5799173"/>
              <a:gd name="connsiteY4372" fmla="*/ 421458 h 5017219"/>
              <a:gd name="connsiteX4373" fmla="*/ 1822098 w 5799173"/>
              <a:gd name="connsiteY4373" fmla="*/ 420710 h 5017219"/>
              <a:gd name="connsiteX4374" fmla="*/ 1843782 w 5799173"/>
              <a:gd name="connsiteY4374" fmla="*/ 420710 h 5017219"/>
              <a:gd name="connsiteX4375" fmla="*/ 1845112 w 5799173"/>
              <a:gd name="connsiteY4375" fmla="*/ 421458 h 5017219"/>
              <a:gd name="connsiteX4376" fmla="*/ 1855912 w 5799173"/>
              <a:gd name="connsiteY4376" fmla="*/ 440233 h 5017219"/>
              <a:gd name="connsiteX4377" fmla="*/ 1855912 w 5799173"/>
              <a:gd name="connsiteY4377" fmla="*/ 441729 h 5017219"/>
              <a:gd name="connsiteX4378" fmla="*/ 1845112 w 5799173"/>
              <a:gd name="connsiteY4378" fmla="*/ 460505 h 5017219"/>
              <a:gd name="connsiteX4379" fmla="*/ 1843782 w 5799173"/>
              <a:gd name="connsiteY4379" fmla="*/ 461253 h 5017219"/>
              <a:gd name="connsiteX4380" fmla="*/ 1942470 w 5799173"/>
              <a:gd name="connsiteY4380" fmla="*/ 493507 h 5017219"/>
              <a:gd name="connsiteX4381" fmla="*/ 1941141 w 5799173"/>
              <a:gd name="connsiteY4381" fmla="*/ 492759 h 5017219"/>
              <a:gd name="connsiteX4382" fmla="*/ 1930341 w 5799173"/>
              <a:gd name="connsiteY4382" fmla="*/ 473983 h 5017219"/>
              <a:gd name="connsiteX4383" fmla="*/ 1930341 w 5799173"/>
              <a:gd name="connsiteY4383" fmla="*/ 472487 h 5017219"/>
              <a:gd name="connsiteX4384" fmla="*/ 1941141 w 5799173"/>
              <a:gd name="connsiteY4384" fmla="*/ 453712 h 5017219"/>
              <a:gd name="connsiteX4385" fmla="*/ 1942470 w 5799173"/>
              <a:gd name="connsiteY4385" fmla="*/ 452964 h 5017219"/>
              <a:gd name="connsiteX4386" fmla="*/ 1964154 w 5799173"/>
              <a:gd name="connsiteY4386" fmla="*/ 452964 h 5017219"/>
              <a:gd name="connsiteX4387" fmla="*/ 1965484 w 5799173"/>
              <a:gd name="connsiteY4387" fmla="*/ 453712 h 5017219"/>
              <a:gd name="connsiteX4388" fmla="*/ 1976284 w 5799173"/>
              <a:gd name="connsiteY4388" fmla="*/ 472487 h 5017219"/>
              <a:gd name="connsiteX4389" fmla="*/ 1976284 w 5799173"/>
              <a:gd name="connsiteY4389" fmla="*/ 473983 h 5017219"/>
              <a:gd name="connsiteX4390" fmla="*/ 1965484 w 5799173"/>
              <a:gd name="connsiteY4390" fmla="*/ 492759 h 5017219"/>
              <a:gd name="connsiteX4391" fmla="*/ 1964154 w 5799173"/>
              <a:gd name="connsiteY4391" fmla="*/ 493507 h 5017219"/>
              <a:gd name="connsiteX4392" fmla="*/ 1761737 w 5799173"/>
              <a:gd name="connsiteY4392" fmla="*/ 445446 h 5017219"/>
              <a:gd name="connsiteX4393" fmla="*/ 1760408 w 5799173"/>
              <a:gd name="connsiteY4393" fmla="*/ 444698 h 5017219"/>
              <a:gd name="connsiteX4394" fmla="*/ 1749441 w 5799173"/>
              <a:gd name="connsiteY4394" fmla="*/ 425673 h 5017219"/>
              <a:gd name="connsiteX4395" fmla="*/ 1749441 w 5799173"/>
              <a:gd name="connsiteY4395" fmla="*/ 424095 h 5017219"/>
              <a:gd name="connsiteX4396" fmla="*/ 1760408 w 5799173"/>
              <a:gd name="connsiteY4396" fmla="*/ 405069 h 5017219"/>
              <a:gd name="connsiteX4397" fmla="*/ 1761737 w 5799173"/>
              <a:gd name="connsiteY4397" fmla="*/ 404322 h 5017219"/>
              <a:gd name="connsiteX4398" fmla="*/ 1783670 w 5799173"/>
              <a:gd name="connsiteY4398" fmla="*/ 404322 h 5017219"/>
              <a:gd name="connsiteX4399" fmla="*/ 1784999 w 5799173"/>
              <a:gd name="connsiteY4399" fmla="*/ 405069 h 5017219"/>
              <a:gd name="connsiteX4400" fmla="*/ 1795965 w 5799173"/>
              <a:gd name="connsiteY4400" fmla="*/ 424095 h 5017219"/>
              <a:gd name="connsiteX4401" fmla="*/ 1795965 w 5799173"/>
              <a:gd name="connsiteY4401" fmla="*/ 425673 h 5017219"/>
              <a:gd name="connsiteX4402" fmla="*/ 1784999 w 5799173"/>
              <a:gd name="connsiteY4402" fmla="*/ 444698 h 5017219"/>
              <a:gd name="connsiteX4403" fmla="*/ 1783670 w 5799173"/>
              <a:gd name="connsiteY4403" fmla="*/ 445446 h 5017219"/>
              <a:gd name="connsiteX4404" fmla="*/ 2062583 w 5799173"/>
              <a:gd name="connsiteY4404" fmla="*/ 526163 h 5017219"/>
              <a:gd name="connsiteX4405" fmla="*/ 2061254 w 5799173"/>
              <a:gd name="connsiteY4405" fmla="*/ 525416 h 5017219"/>
              <a:gd name="connsiteX4406" fmla="*/ 2050205 w 5799173"/>
              <a:gd name="connsiteY4406" fmla="*/ 506308 h 5017219"/>
              <a:gd name="connsiteX4407" fmla="*/ 2050205 w 5799173"/>
              <a:gd name="connsiteY4407" fmla="*/ 504729 h 5017219"/>
              <a:gd name="connsiteX4408" fmla="*/ 2061254 w 5799173"/>
              <a:gd name="connsiteY4408" fmla="*/ 485620 h 5017219"/>
              <a:gd name="connsiteX4409" fmla="*/ 2062583 w 5799173"/>
              <a:gd name="connsiteY4409" fmla="*/ 484873 h 5017219"/>
              <a:gd name="connsiteX4410" fmla="*/ 2084683 w 5799173"/>
              <a:gd name="connsiteY4410" fmla="*/ 484873 h 5017219"/>
              <a:gd name="connsiteX4411" fmla="*/ 2086012 w 5799173"/>
              <a:gd name="connsiteY4411" fmla="*/ 485620 h 5017219"/>
              <a:gd name="connsiteX4412" fmla="*/ 2097062 w 5799173"/>
              <a:gd name="connsiteY4412" fmla="*/ 504729 h 5017219"/>
              <a:gd name="connsiteX4413" fmla="*/ 2097062 w 5799173"/>
              <a:gd name="connsiteY4413" fmla="*/ 506308 h 5017219"/>
              <a:gd name="connsiteX4414" fmla="*/ 2086012 w 5799173"/>
              <a:gd name="connsiteY4414" fmla="*/ 525416 h 5017219"/>
              <a:gd name="connsiteX4415" fmla="*/ 2084683 w 5799173"/>
              <a:gd name="connsiteY4415" fmla="*/ 526163 h 5017219"/>
              <a:gd name="connsiteX4416" fmla="*/ 1515667 w 5799173"/>
              <a:gd name="connsiteY4416" fmla="*/ 416808 h 5017219"/>
              <a:gd name="connsiteX4417" fmla="*/ 1515418 w 5799173"/>
              <a:gd name="connsiteY4417" fmla="*/ 416641 h 5017219"/>
              <a:gd name="connsiteX4418" fmla="*/ 1513092 w 5799173"/>
              <a:gd name="connsiteY4418" fmla="*/ 412654 h 5017219"/>
              <a:gd name="connsiteX4419" fmla="*/ 1513092 w 5799173"/>
              <a:gd name="connsiteY4419" fmla="*/ 412321 h 5017219"/>
              <a:gd name="connsiteX4420" fmla="*/ 1515418 w 5799173"/>
              <a:gd name="connsiteY4420" fmla="*/ 408333 h 5017219"/>
              <a:gd name="connsiteX4421" fmla="*/ 1515667 w 5799173"/>
              <a:gd name="connsiteY4421" fmla="*/ 408167 h 5017219"/>
              <a:gd name="connsiteX4422" fmla="*/ 1520237 w 5799173"/>
              <a:gd name="connsiteY4422" fmla="*/ 408167 h 5017219"/>
              <a:gd name="connsiteX4423" fmla="*/ 1520486 w 5799173"/>
              <a:gd name="connsiteY4423" fmla="*/ 408333 h 5017219"/>
              <a:gd name="connsiteX4424" fmla="*/ 1522813 w 5799173"/>
              <a:gd name="connsiteY4424" fmla="*/ 412321 h 5017219"/>
              <a:gd name="connsiteX4425" fmla="*/ 1522813 w 5799173"/>
              <a:gd name="connsiteY4425" fmla="*/ 412654 h 5017219"/>
              <a:gd name="connsiteX4426" fmla="*/ 1520486 w 5799173"/>
              <a:gd name="connsiteY4426" fmla="*/ 416641 h 5017219"/>
              <a:gd name="connsiteX4427" fmla="*/ 1520237 w 5799173"/>
              <a:gd name="connsiteY4427" fmla="*/ 416808 h 5017219"/>
              <a:gd name="connsiteX4428" fmla="*/ 2895296 w 5799173"/>
              <a:gd name="connsiteY4428" fmla="*/ 796459 h 5017219"/>
              <a:gd name="connsiteX4429" fmla="*/ 2894465 w 5799173"/>
              <a:gd name="connsiteY4429" fmla="*/ 795962 h 5017219"/>
              <a:gd name="connsiteX4430" fmla="*/ 2887487 w 5799173"/>
              <a:gd name="connsiteY4430" fmla="*/ 783915 h 5017219"/>
              <a:gd name="connsiteX4431" fmla="*/ 2887487 w 5799173"/>
              <a:gd name="connsiteY4431" fmla="*/ 782918 h 5017219"/>
              <a:gd name="connsiteX4432" fmla="*/ 2894465 w 5799173"/>
              <a:gd name="connsiteY4432" fmla="*/ 770870 h 5017219"/>
              <a:gd name="connsiteX4433" fmla="*/ 2895296 w 5799173"/>
              <a:gd name="connsiteY4433" fmla="*/ 770372 h 5017219"/>
              <a:gd name="connsiteX4434" fmla="*/ 2909254 w 5799173"/>
              <a:gd name="connsiteY4434" fmla="*/ 770372 h 5017219"/>
              <a:gd name="connsiteX4435" fmla="*/ 2910084 w 5799173"/>
              <a:gd name="connsiteY4435" fmla="*/ 770870 h 5017219"/>
              <a:gd name="connsiteX4436" fmla="*/ 2917063 w 5799173"/>
              <a:gd name="connsiteY4436" fmla="*/ 782917 h 5017219"/>
              <a:gd name="connsiteX4437" fmla="*/ 2917063 w 5799173"/>
              <a:gd name="connsiteY4437" fmla="*/ 783914 h 5017219"/>
              <a:gd name="connsiteX4438" fmla="*/ 2910084 w 5799173"/>
              <a:gd name="connsiteY4438" fmla="*/ 795962 h 5017219"/>
              <a:gd name="connsiteX4439" fmla="*/ 2909254 w 5799173"/>
              <a:gd name="connsiteY4439" fmla="*/ 796459 h 5017219"/>
              <a:gd name="connsiteX4440" fmla="*/ 4399620 w 5799173"/>
              <a:gd name="connsiteY4440" fmla="*/ 1200211 h 5017219"/>
              <a:gd name="connsiteX4441" fmla="*/ 4398706 w 5799173"/>
              <a:gd name="connsiteY4441" fmla="*/ 1199713 h 5017219"/>
              <a:gd name="connsiteX4442" fmla="*/ 4391478 w 5799173"/>
              <a:gd name="connsiteY4442" fmla="*/ 1187085 h 5017219"/>
              <a:gd name="connsiteX4443" fmla="*/ 4391478 w 5799173"/>
              <a:gd name="connsiteY4443" fmla="*/ 1186088 h 5017219"/>
              <a:gd name="connsiteX4444" fmla="*/ 4398789 w 5799173"/>
              <a:gd name="connsiteY4444" fmla="*/ 1173459 h 5017219"/>
              <a:gd name="connsiteX4445" fmla="*/ 4399703 w 5799173"/>
              <a:gd name="connsiteY4445" fmla="*/ 1172961 h 5017219"/>
              <a:gd name="connsiteX4446" fmla="*/ 4414242 w 5799173"/>
              <a:gd name="connsiteY4446" fmla="*/ 1172961 h 5017219"/>
              <a:gd name="connsiteX4447" fmla="*/ 4415155 w 5799173"/>
              <a:gd name="connsiteY4447" fmla="*/ 1173459 h 5017219"/>
              <a:gd name="connsiteX4448" fmla="*/ 4422383 w 5799173"/>
              <a:gd name="connsiteY4448" fmla="*/ 1186088 h 5017219"/>
              <a:gd name="connsiteX4449" fmla="*/ 4422383 w 5799173"/>
              <a:gd name="connsiteY4449" fmla="*/ 1187085 h 5017219"/>
              <a:gd name="connsiteX4450" fmla="*/ 4415072 w 5799173"/>
              <a:gd name="connsiteY4450" fmla="*/ 1199713 h 5017219"/>
              <a:gd name="connsiteX4451" fmla="*/ 4414158 w 5799173"/>
              <a:gd name="connsiteY4451" fmla="*/ 1200211 h 5017219"/>
              <a:gd name="connsiteX4452" fmla="*/ 1570356 w 5799173"/>
              <a:gd name="connsiteY4452" fmla="*/ 443339 h 5017219"/>
              <a:gd name="connsiteX4453" fmla="*/ 1569359 w 5799173"/>
              <a:gd name="connsiteY4453" fmla="*/ 442758 h 5017219"/>
              <a:gd name="connsiteX4454" fmla="*/ 1561550 w 5799173"/>
              <a:gd name="connsiteY4454" fmla="*/ 429216 h 5017219"/>
              <a:gd name="connsiteX4455" fmla="*/ 1561550 w 5799173"/>
              <a:gd name="connsiteY4455" fmla="*/ 428136 h 5017219"/>
              <a:gd name="connsiteX4456" fmla="*/ 1569359 w 5799173"/>
              <a:gd name="connsiteY4456" fmla="*/ 414594 h 5017219"/>
              <a:gd name="connsiteX4457" fmla="*/ 1570356 w 5799173"/>
              <a:gd name="connsiteY4457" fmla="*/ 414012 h 5017219"/>
              <a:gd name="connsiteX4458" fmla="*/ 1586058 w 5799173"/>
              <a:gd name="connsiteY4458" fmla="*/ 414012 h 5017219"/>
              <a:gd name="connsiteX4459" fmla="*/ 1587055 w 5799173"/>
              <a:gd name="connsiteY4459" fmla="*/ 414594 h 5017219"/>
              <a:gd name="connsiteX4460" fmla="*/ 1594865 w 5799173"/>
              <a:gd name="connsiteY4460" fmla="*/ 428136 h 5017219"/>
              <a:gd name="connsiteX4461" fmla="*/ 1594865 w 5799173"/>
              <a:gd name="connsiteY4461" fmla="*/ 429216 h 5017219"/>
              <a:gd name="connsiteX4462" fmla="*/ 1587055 w 5799173"/>
              <a:gd name="connsiteY4462" fmla="*/ 442758 h 5017219"/>
              <a:gd name="connsiteX4463" fmla="*/ 1586058 w 5799173"/>
              <a:gd name="connsiteY4463" fmla="*/ 443339 h 5017219"/>
              <a:gd name="connsiteX4464" fmla="*/ 2834186 w 5799173"/>
              <a:gd name="connsiteY4464" fmla="*/ 782076 h 5017219"/>
              <a:gd name="connsiteX4465" fmla="*/ 2833188 w 5799173"/>
              <a:gd name="connsiteY4465" fmla="*/ 781494 h 5017219"/>
              <a:gd name="connsiteX4466" fmla="*/ 2825296 w 5799173"/>
              <a:gd name="connsiteY4466" fmla="*/ 767869 h 5017219"/>
              <a:gd name="connsiteX4467" fmla="*/ 2825296 w 5799173"/>
              <a:gd name="connsiteY4467" fmla="*/ 766789 h 5017219"/>
              <a:gd name="connsiteX4468" fmla="*/ 2833189 w 5799173"/>
              <a:gd name="connsiteY4468" fmla="*/ 753164 h 5017219"/>
              <a:gd name="connsiteX4469" fmla="*/ 2834186 w 5799173"/>
              <a:gd name="connsiteY4469" fmla="*/ 752582 h 5017219"/>
              <a:gd name="connsiteX4470" fmla="*/ 2849971 w 5799173"/>
              <a:gd name="connsiteY4470" fmla="*/ 752582 h 5017219"/>
              <a:gd name="connsiteX4471" fmla="*/ 2850967 w 5799173"/>
              <a:gd name="connsiteY4471" fmla="*/ 753164 h 5017219"/>
              <a:gd name="connsiteX4472" fmla="*/ 2858860 w 5799173"/>
              <a:gd name="connsiteY4472" fmla="*/ 766790 h 5017219"/>
              <a:gd name="connsiteX4473" fmla="*/ 2858861 w 5799173"/>
              <a:gd name="connsiteY4473" fmla="*/ 767869 h 5017219"/>
              <a:gd name="connsiteX4474" fmla="*/ 2850968 w 5799173"/>
              <a:gd name="connsiteY4474" fmla="*/ 781494 h 5017219"/>
              <a:gd name="connsiteX4475" fmla="*/ 2849970 w 5799173"/>
              <a:gd name="connsiteY4475" fmla="*/ 782077 h 5017219"/>
              <a:gd name="connsiteX4476" fmla="*/ 2532767 w 5799173"/>
              <a:gd name="connsiteY4476" fmla="*/ 702355 h 5017219"/>
              <a:gd name="connsiteX4477" fmla="*/ 2531770 w 5799173"/>
              <a:gd name="connsiteY4477" fmla="*/ 701775 h 5017219"/>
              <a:gd name="connsiteX4478" fmla="*/ 2523379 w 5799173"/>
              <a:gd name="connsiteY4478" fmla="*/ 687235 h 5017219"/>
              <a:gd name="connsiteX4479" fmla="*/ 2523379 w 5799173"/>
              <a:gd name="connsiteY4479" fmla="*/ 686071 h 5017219"/>
              <a:gd name="connsiteX4480" fmla="*/ 2531770 w 5799173"/>
              <a:gd name="connsiteY4480" fmla="*/ 671534 h 5017219"/>
              <a:gd name="connsiteX4481" fmla="*/ 2532767 w 5799173"/>
              <a:gd name="connsiteY4481" fmla="*/ 670951 h 5017219"/>
              <a:gd name="connsiteX4482" fmla="*/ 2549549 w 5799173"/>
              <a:gd name="connsiteY4482" fmla="*/ 670951 h 5017219"/>
              <a:gd name="connsiteX4483" fmla="*/ 2550546 w 5799173"/>
              <a:gd name="connsiteY4483" fmla="*/ 671534 h 5017219"/>
              <a:gd name="connsiteX4484" fmla="*/ 2558937 w 5799173"/>
              <a:gd name="connsiteY4484" fmla="*/ 686071 h 5017219"/>
              <a:gd name="connsiteX4485" fmla="*/ 2558937 w 5799173"/>
              <a:gd name="connsiteY4485" fmla="*/ 687236 h 5017219"/>
              <a:gd name="connsiteX4486" fmla="*/ 2550546 w 5799173"/>
              <a:gd name="connsiteY4486" fmla="*/ 701775 h 5017219"/>
              <a:gd name="connsiteX4487" fmla="*/ 2549549 w 5799173"/>
              <a:gd name="connsiteY4487" fmla="*/ 702355 h 5017219"/>
              <a:gd name="connsiteX4488" fmla="*/ 3555933 w 5799173"/>
              <a:gd name="connsiteY4488" fmla="*/ 976512 h 5017219"/>
              <a:gd name="connsiteX4489" fmla="*/ 3554936 w 5799173"/>
              <a:gd name="connsiteY4489" fmla="*/ 975931 h 5017219"/>
              <a:gd name="connsiteX4490" fmla="*/ 3546545 w 5799173"/>
              <a:gd name="connsiteY4490" fmla="*/ 961392 h 5017219"/>
              <a:gd name="connsiteX4491" fmla="*/ 3546545 w 5799173"/>
              <a:gd name="connsiteY4491" fmla="*/ 960228 h 5017219"/>
              <a:gd name="connsiteX4492" fmla="*/ 3554936 w 5799173"/>
              <a:gd name="connsiteY4492" fmla="*/ 945690 h 5017219"/>
              <a:gd name="connsiteX4493" fmla="*/ 3555933 w 5799173"/>
              <a:gd name="connsiteY4493" fmla="*/ 945108 h 5017219"/>
              <a:gd name="connsiteX4494" fmla="*/ 3572715 w 5799173"/>
              <a:gd name="connsiteY4494" fmla="*/ 945108 h 5017219"/>
              <a:gd name="connsiteX4495" fmla="*/ 3573712 w 5799173"/>
              <a:gd name="connsiteY4495" fmla="*/ 945690 h 5017219"/>
              <a:gd name="connsiteX4496" fmla="*/ 3582103 w 5799173"/>
              <a:gd name="connsiteY4496" fmla="*/ 960228 h 5017219"/>
              <a:gd name="connsiteX4497" fmla="*/ 3582103 w 5799173"/>
              <a:gd name="connsiteY4497" fmla="*/ 961392 h 5017219"/>
              <a:gd name="connsiteX4498" fmla="*/ 3573712 w 5799173"/>
              <a:gd name="connsiteY4498" fmla="*/ 975931 h 5017219"/>
              <a:gd name="connsiteX4499" fmla="*/ 3572715 w 5799173"/>
              <a:gd name="connsiteY4499" fmla="*/ 976512 h 5017219"/>
              <a:gd name="connsiteX4500" fmla="*/ 5120598 w 5799173"/>
              <a:gd name="connsiteY4500" fmla="*/ 1396142 h 5017219"/>
              <a:gd name="connsiteX4501" fmla="*/ 5119518 w 5799173"/>
              <a:gd name="connsiteY4501" fmla="*/ 1395561 h 5017219"/>
              <a:gd name="connsiteX4502" fmla="*/ 5110961 w 5799173"/>
              <a:gd name="connsiteY4502" fmla="*/ 1380773 h 5017219"/>
              <a:gd name="connsiteX4503" fmla="*/ 5110961 w 5799173"/>
              <a:gd name="connsiteY4503" fmla="*/ 1379526 h 5017219"/>
              <a:gd name="connsiteX4504" fmla="*/ 5119518 w 5799173"/>
              <a:gd name="connsiteY4504" fmla="*/ 1364739 h 5017219"/>
              <a:gd name="connsiteX4505" fmla="*/ 5120598 w 5799173"/>
              <a:gd name="connsiteY4505" fmla="*/ 1364157 h 5017219"/>
              <a:gd name="connsiteX4506" fmla="*/ 5137712 w 5799173"/>
              <a:gd name="connsiteY4506" fmla="*/ 1364157 h 5017219"/>
              <a:gd name="connsiteX4507" fmla="*/ 5138792 w 5799173"/>
              <a:gd name="connsiteY4507" fmla="*/ 1364739 h 5017219"/>
              <a:gd name="connsiteX4508" fmla="*/ 5147349 w 5799173"/>
              <a:gd name="connsiteY4508" fmla="*/ 1379526 h 5017219"/>
              <a:gd name="connsiteX4509" fmla="*/ 5147349 w 5799173"/>
              <a:gd name="connsiteY4509" fmla="*/ 1380773 h 5017219"/>
              <a:gd name="connsiteX4510" fmla="*/ 5138792 w 5799173"/>
              <a:gd name="connsiteY4510" fmla="*/ 1395561 h 5017219"/>
              <a:gd name="connsiteX4511" fmla="*/ 5137712 w 5799173"/>
              <a:gd name="connsiteY4511" fmla="*/ 1396142 h 5017219"/>
              <a:gd name="connsiteX4512" fmla="*/ 4458385 w 5799173"/>
              <a:gd name="connsiteY4512" fmla="*/ 1218985 h 5017219"/>
              <a:gd name="connsiteX4513" fmla="*/ 4457305 w 5799173"/>
              <a:gd name="connsiteY4513" fmla="*/ 1218404 h 5017219"/>
              <a:gd name="connsiteX4514" fmla="*/ 4448582 w 5799173"/>
              <a:gd name="connsiteY4514" fmla="*/ 1203366 h 5017219"/>
              <a:gd name="connsiteX4515" fmla="*/ 4448582 w 5799173"/>
              <a:gd name="connsiteY4515" fmla="*/ 1202120 h 5017219"/>
              <a:gd name="connsiteX4516" fmla="*/ 4457305 w 5799173"/>
              <a:gd name="connsiteY4516" fmla="*/ 1187083 h 5017219"/>
              <a:gd name="connsiteX4517" fmla="*/ 4458385 w 5799173"/>
              <a:gd name="connsiteY4517" fmla="*/ 1186501 h 5017219"/>
              <a:gd name="connsiteX4518" fmla="*/ 4475749 w 5799173"/>
              <a:gd name="connsiteY4518" fmla="*/ 1186500 h 5017219"/>
              <a:gd name="connsiteX4519" fmla="*/ 4476829 w 5799173"/>
              <a:gd name="connsiteY4519" fmla="*/ 1187083 h 5017219"/>
              <a:gd name="connsiteX4520" fmla="*/ 4485552 w 5799173"/>
              <a:gd name="connsiteY4520" fmla="*/ 1202120 h 5017219"/>
              <a:gd name="connsiteX4521" fmla="*/ 4485552 w 5799173"/>
              <a:gd name="connsiteY4521" fmla="*/ 1203366 h 5017219"/>
              <a:gd name="connsiteX4522" fmla="*/ 4476829 w 5799173"/>
              <a:gd name="connsiteY4522" fmla="*/ 1218404 h 5017219"/>
              <a:gd name="connsiteX4523" fmla="*/ 4475749 w 5799173"/>
              <a:gd name="connsiteY4523" fmla="*/ 1218985 h 5017219"/>
              <a:gd name="connsiteX4524" fmla="*/ 2171162 w 5799173"/>
              <a:gd name="connsiteY4524" fmla="*/ 606511 h 5017219"/>
              <a:gd name="connsiteX4525" fmla="*/ 2170082 w 5799173"/>
              <a:gd name="connsiteY4525" fmla="*/ 605846 h 5017219"/>
              <a:gd name="connsiteX4526" fmla="*/ 2161276 w 5799173"/>
              <a:gd name="connsiteY4526" fmla="*/ 590477 h 5017219"/>
              <a:gd name="connsiteX4527" fmla="*/ 2161276 w 5799173"/>
              <a:gd name="connsiteY4527" fmla="*/ 589230 h 5017219"/>
              <a:gd name="connsiteX4528" fmla="*/ 2170165 w 5799173"/>
              <a:gd name="connsiteY4528" fmla="*/ 573861 h 5017219"/>
              <a:gd name="connsiteX4529" fmla="*/ 2171245 w 5799173"/>
              <a:gd name="connsiteY4529" fmla="*/ 573196 h 5017219"/>
              <a:gd name="connsiteX4530" fmla="*/ 2188941 w 5799173"/>
              <a:gd name="connsiteY4530" fmla="*/ 573196 h 5017219"/>
              <a:gd name="connsiteX4531" fmla="*/ 2190021 w 5799173"/>
              <a:gd name="connsiteY4531" fmla="*/ 573861 h 5017219"/>
              <a:gd name="connsiteX4532" fmla="*/ 2198828 w 5799173"/>
              <a:gd name="connsiteY4532" fmla="*/ 589230 h 5017219"/>
              <a:gd name="connsiteX4533" fmla="*/ 2198828 w 5799173"/>
              <a:gd name="connsiteY4533" fmla="*/ 590477 h 5017219"/>
              <a:gd name="connsiteX4534" fmla="*/ 2189938 w 5799173"/>
              <a:gd name="connsiteY4534" fmla="*/ 605846 h 5017219"/>
              <a:gd name="connsiteX4535" fmla="*/ 2188858 w 5799173"/>
              <a:gd name="connsiteY4535" fmla="*/ 606511 h 5017219"/>
              <a:gd name="connsiteX4536" fmla="*/ 3615205 w 5799173"/>
              <a:gd name="connsiteY4536" fmla="*/ 994385 h 5017219"/>
              <a:gd name="connsiteX4537" fmla="*/ 3614042 w 5799173"/>
              <a:gd name="connsiteY4537" fmla="*/ 993721 h 5017219"/>
              <a:gd name="connsiteX4538" fmla="*/ 3604738 w 5799173"/>
              <a:gd name="connsiteY4538" fmla="*/ 977603 h 5017219"/>
              <a:gd name="connsiteX4539" fmla="*/ 3604738 w 5799173"/>
              <a:gd name="connsiteY4539" fmla="*/ 976274 h 5017219"/>
              <a:gd name="connsiteX4540" fmla="*/ 3614042 w 5799173"/>
              <a:gd name="connsiteY4540" fmla="*/ 960156 h 5017219"/>
              <a:gd name="connsiteX4541" fmla="*/ 3615205 w 5799173"/>
              <a:gd name="connsiteY4541" fmla="*/ 959492 h 5017219"/>
              <a:gd name="connsiteX4542" fmla="*/ 3633814 w 5799173"/>
              <a:gd name="connsiteY4542" fmla="*/ 959492 h 5017219"/>
              <a:gd name="connsiteX4543" fmla="*/ 3634979 w 5799173"/>
              <a:gd name="connsiteY4543" fmla="*/ 960156 h 5017219"/>
              <a:gd name="connsiteX4544" fmla="*/ 3644284 w 5799173"/>
              <a:gd name="connsiteY4544" fmla="*/ 976274 h 5017219"/>
              <a:gd name="connsiteX4545" fmla="*/ 3644284 w 5799173"/>
              <a:gd name="connsiteY4545" fmla="*/ 977603 h 5017219"/>
              <a:gd name="connsiteX4546" fmla="*/ 3634978 w 5799173"/>
              <a:gd name="connsiteY4546" fmla="*/ 993721 h 5017219"/>
              <a:gd name="connsiteX4547" fmla="*/ 3633814 w 5799173"/>
              <a:gd name="connsiteY4547" fmla="*/ 994385 h 5017219"/>
              <a:gd name="connsiteX4548" fmla="*/ 5059592 w 5799173"/>
              <a:gd name="connsiteY4548" fmla="*/ 1381594 h 5017219"/>
              <a:gd name="connsiteX4549" fmla="*/ 5058429 w 5799173"/>
              <a:gd name="connsiteY4549" fmla="*/ 1380930 h 5017219"/>
              <a:gd name="connsiteX4550" fmla="*/ 5049041 w 5799173"/>
              <a:gd name="connsiteY4550" fmla="*/ 1364647 h 5017219"/>
              <a:gd name="connsiteX4551" fmla="*/ 5049041 w 5799173"/>
              <a:gd name="connsiteY4551" fmla="*/ 1363317 h 5017219"/>
              <a:gd name="connsiteX4552" fmla="*/ 5058429 w 5799173"/>
              <a:gd name="connsiteY4552" fmla="*/ 1347034 h 5017219"/>
              <a:gd name="connsiteX4553" fmla="*/ 5059592 w 5799173"/>
              <a:gd name="connsiteY4553" fmla="*/ 1346370 h 5017219"/>
              <a:gd name="connsiteX4554" fmla="*/ 5078368 w 5799173"/>
              <a:gd name="connsiteY4554" fmla="*/ 1346369 h 5017219"/>
              <a:gd name="connsiteX4555" fmla="*/ 5079531 w 5799173"/>
              <a:gd name="connsiteY4555" fmla="*/ 1347034 h 5017219"/>
              <a:gd name="connsiteX4556" fmla="*/ 5088919 w 5799173"/>
              <a:gd name="connsiteY4556" fmla="*/ 1363317 h 5017219"/>
              <a:gd name="connsiteX4557" fmla="*/ 5088919 w 5799173"/>
              <a:gd name="connsiteY4557" fmla="*/ 1364647 h 5017219"/>
              <a:gd name="connsiteX4558" fmla="*/ 5079531 w 5799173"/>
              <a:gd name="connsiteY4558" fmla="*/ 1380930 h 5017219"/>
              <a:gd name="connsiteX4559" fmla="*/ 5078368 w 5799173"/>
              <a:gd name="connsiteY4559" fmla="*/ 1381594 h 5017219"/>
              <a:gd name="connsiteX4560" fmla="*/ 2711924 w 5799173"/>
              <a:gd name="connsiteY4560" fmla="*/ 753313 h 5017219"/>
              <a:gd name="connsiteX4561" fmla="*/ 2710761 w 5799173"/>
              <a:gd name="connsiteY4561" fmla="*/ 752649 h 5017219"/>
              <a:gd name="connsiteX4562" fmla="*/ 2701040 w 5799173"/>
              <a:gd name="connsiteY4562" fmla="*/ 735700 h 5017219"/>
              <a:gd name="connsiteX4563" fmla="*/ 2701040 w 5799173"/>
              <a:gd name="connsiteY4563" fmla="*/ 734288 h 5017219"/>
              <a:gd name="connsiteX4564" fmla="*/ 2710843 w 5799173"/>
              <a:gd name="connsiteY4564" fmla="*/ 717340 h 5017219"/>
              <a:gd name="connsiteX4565" fmla="*/ 2712007 w 5799173"/>
              <a:gd name="connsiteY4565" fmla="*/ 716675 h 5017219"/>
              <a:gd name="connsiteX4566" fmla="*/ 2731530 w 5799173"/>
              <a:gd name="connsiteY4566" fmla="*/ 716675 h 5017219"/>
              <a:gd name="connsiteX4567" fmla="*/ 2732693 w 5799173"/>
              <a:gd name="connsiteY4567" fmla="*/ 717340 h 5017219"/>
              <a:gd name="connsiteX4568" fmla="*/ 2742414 w 5799173"/>
              <a:gd name="connsiteY4568" fmla="*/ 734288 h 5017219"/>
              <a:gd name="connsiteX4569" fmla="*/ 2742414 w 5799173"/>
              <a:gd name="connsiteY4569" fmla="*/ 735701 h 5017219"/>
              <a:gd name="connsiteX4570" fmla="*/ 2732611 w 5799173"/>
              <a:gd name="connsiteY4570" fmla="*/ 752648 h 5017219"/>
              <a:gd name="connsiteX4571" fmla="*/ 2731447 w 5799173"/>
              <a:gd name="connsiteY4571" fmla="*/ 753313 h 5017219"/>
              <a:gd name="connsiteX4572" fmla="*/ 2410993 w 5799173"/>
              <a:gd name="connsiteY4572" fmla="*/ 672762 h 5017219"/>
              <a:gd name="connsiteX4573" fmla="*/ 2409829 w 5799173"/>
              <a:gd name="connsiteY4573" fmla="*/ 672098 h 5017219"/>
              <a:gd name="connsiteX4574" fmla="*/ 2400026 w 5799173"/>
              <a:gd name="connsiteY4574" fmla="*/ 655067 h 5017219"/>
              <a:gd name="connsiteX4575" fmla="*/ 2400026 w 5799173"/>
              <a:gd name="connsiteY4575" fmla="*/ 653654 h 5017219"/>
              <a:gd name="connsiteX4576" fmla="*/ 2409829 w 5799173"/>
              <a:gd name="connsiteY4576" fmla="*/ 636623 h 5017219"/>
              <a:gd name="connsiteX4577" fmla="*/ 2410993 w 5799173"/>
              <a:gd name="connsiteY4577" fmla="*/ 635958 h 5017219"/>
              <a:gd name="connsiteX4578" fmla="*/ 2430599 w 5799173"/>
              <a:gd name="connsiteY4578" fmla="*/ 635958 h 5017219"/>
              <a:gd name="connsiteX4579" fmla="*/ 2431762 w 5799173"/>
              <a:gd name="connsiteY4579" fmla="*/ 636623 h 5017219"/>
              <a:gd name="connsiteX4580" fmla="*/ 2441566 w 5799173"/>
              <a:gd name="connsiteY4580" fmla="*/ 653654 h 5017219"/>
              <a:gd name="connsiteX4581" fmla="*/ 2441566 w 5799173"/>
              <a:gd name="connsiteY4581" fmla="*/ 655067 h 5017219"/>
              <a:gd name="connsiteX4582" fmla="*/ 2431762 w 5799173"/>
              <a:gd name="connsiteY4582" fmla="*/ 672098 h 5017219"/>
              <a:gd name="connsiteX4583" fmla="*/ 2430599 w 5799173"/>
              <a:gd name="connsiteY4583" fmla="*/ 672762 h 5017219"/>
              <a:gd name="connsiteX4584" fmla="*/ 2591445 w 5799173"/>
              <a:gd name="connsiteY4584" fmla="*/ 721400 h 5017219"/>
              <a:gd name="connsiteX4585" fmla="*/ 2590200 w 5799173"/>
              <a:gd name="connsiteY4585" fmla="*/ 720736 h 5017219"/>
              <a:gd name="connsiteX4586" fmla="*/ 2580313 w 5799173"/>
              <a:gd name="connsiteY4586" fmla="*/ 703538 h 5017219"/>
              <a:gd name="connsiteX4587" fmla="*/ 2580313 w 5799173"/>
              <a:gd name="connsiteY4587" fmla="*/ 702126 h 5017219"/>
              <a:gd name="connsiteX4588" fmla="*/ 2590200 w 5799173"/>
              <a:gd name="connsiteY4588" fmla="*/ 684929 h 5017219"/>
              <a:gd name="connsiteX4589" fmla="*/ 2591445 w 5799173"/>
              <a:gd name="connsiteY4589" fmla="*/ 684264 h 5017219"/>
              <a:gd name="connsiteX4590" fmla="*/ 2611301 w 5799173"/>
              <a:gd name="connsiteY4590" fmla="*/ 684264 h 5017219"/>
              <a:gd name="connsiteX4591" fmla="*/ 2612548 w 5799173"/>
              <a:gd name="connsiteY4591" fmla="*/ 684929 h 5017219"/>
              <a:gd name="connsiteX4592" fmla="*/ 2622434 w 5799173"/>
              <a:gd name="connsiteY4592" fmla="*/ 702125 h 5017219"/>
              <a:gd name="connsiteX4593" fmla="*/ 2622434 w 5799173"/>
              <a:gd name="connsiteY4593" fmla="*/ 703538 h 5017219"/>
              <a:gd name="connsiteX4594" fmla="*/ 2612548 w 5799173"/>
              <a:gd name="connsiteY4594" fmla="*/ 720736 h 5017219"/>
              <a:gd name="connsiteX4595" fmla="*/ 2611301 w 5799173"/>
              <a:gd name="connsiteY4595" fmla="*/ 721400 h 5017219"/>
              <a:gd name="connsiteX4596" fmla="*/ 4517404 w 5799173"/>
              <a:gd name="connsiteY4596" fmla="*/ 1237459 h 5017219"/>
              <a:gd name="connsiteX4597" fmla="*/ 4516158 w 5799173"/>
              <a:gd name="connsiteY4597" fmla="*/ 1236795 h 5017219"/>
              <a:gd name="connsiteX4598" fmla="*/ 4506272 w 5799173"/>
              <a:gd name="connsiteY4598" fmla="*/ 1219597 h 5017219"/>
              <a:gd name="connsiteX4599" fmla="*/ 4506272 w 5799173"/>
              <a:gd name="connsiteY4599" fmla="*/ 1218185 h 5017219"/>
              <a:gd name="connsiteX4600" fmla="*/ 4516158 w 5799173"/>
              <a:gd name="connsiteY4600" fmla="*/ 1200988 h 5017219"/>
              <a:gd name="connsiteX4601" fmla="*/ 4517404 w 5799173"/>
              <a:gd name="connsiteY4601" fmla="*/ 1200323 h 5017219"/>
              <a:gd name="connsiteX4602" fmla="*/ 4537261 w 5799173"/>
              <a:gd name="connsiteY4602" fmla="*/ 1200323 h 5017219"/>
              <a:gd name="connsiteX4603" fmla="*/ 4538507 w 5799173"/>
              <a:gd name="connsiteY4603" fmla="*/ 1200988 h 5017219"/>
              <a:gd name="connsiteX4604" fmla="*/ 4548393 w 5799173"/>
              <a:gd name="connsiteY4604" fmla="*/ 1218185 h 5017219"/>
              <a:gd name="connsiteX4605" fmla="*/ 4548393 w 5799173"/>
              <a:gd name="connsiteY4605" fmla="*/ 1219597 h 5017219"/>
              <a:gd name="connsiteX4606" fmla="*/ 4538507 w 5799173"/>
              <a:gd name="connsiteY4606" fmla="*/ 1236795 h 5017219"/>
              <a:gd name="connsiteX4607" fmla="*/ 4537261 w 5799173"/>
              <a:gd name="connsiteY4607" fmla="*/ 1237459 h 5017219"/>
              <a:gd name="connsiteX4608" fmla="*/ 4336764 w 5799173"/>
              <a:gd name="connsiteY4608" fmla="*/ 1189151 h 5017219"/>
              <a:gd name="connsiteX4609" fmla="*/ 4335518 w 5799173"/>
              <a:gd name="connsiteY4609" fmla="*/ 1188487 h 5017219"/>
              <a:gd name="connsiteX4610" fmla="*/ 4325549 w 5799173"/>
              <a:gd name="connsiteY4610" fmla="*/ 1171207 h 5017219"/>
              <a:gd name="connsiteX4611" fmla="*/ 4325549 w 5799173"/>
              <a:gd name="connsiteY4611" fmla="*/ 1169794 h 5017219"/>
              <a:gd name="connsiteX4612" fmla="*/ 4335518 w 5799173"/>
              <a:gd name="connsiteY4612" fmla="*/ 1152514 h 5017219"/>
              <a:gd name="connsiteX4613" fmla="*/ 4336764 w 5799173"/>
              <a:gd name="connsiteY4613" fmla="*/ 1151849 h 5017219"/>
              <a:gd name="connsiteX4614" fmla="*/ 4356704 w 5799173"/>
              <a:gd name="connsiteY4614" fmla="*/ 1151849 h 5017219"/>
              <a:gd name="connsiteX4615" fmla="*/ 4357950 w 5799173"/>
              <a:gd name="connsiteY4615" fmla="*/ 1152514 h 5017219"/>
              <a:gd name="connsiteX4616" fmla="*/ 4367919 w 5799173"/>
              <a:gd name="connsiteY4616" fmla="*/ 1169794 h 5017219"/>
              <a:gd name="connsiteX4617" fmla="*/ 4367919 w 5799173"/>
              <a:gd name="connsiteY4617" fmla="*/ 1171207 h 5017219"/>
              <a:gd name="connsiteX4618" fmla="*/ 4357950 w 5799173"/>
              <a:gd name="connsiteY4618" fmla="*/ 1188486 h 5017219"/>
              <a:gd name="connsiteX4619" fmla="*/ 4356704 w 5799173"/>
              <a:gd name="connsiteY4619" fmla="*/ 1189151 h 5017219"/>
              <a:gd name="connsiteX4620" fmla="*/ 2651489 w 5799173"/>
              <a:gd name="connsiteY4620" fmla="*/ 737767 h 5017219"/>
              <a:gd name="connsiteX4621" fmla="*/ 2650243 w 5799173"/>
              <a:gd name="connsiteY4621" fmla="*/ 737019 h 5017219"/>
              <a:gd name="connsiteX4622" fmla="*/ 2640190 w 5799173"/>
              <a:gd name="connsiteY4622" fmla="*/ 719574 h 5017219"/>
              <a:gd name="connsiteX4623" fmla="*/ 2640190 w 5799173"/>
              <a:gd name="connsiteY4623" fmla="*/ 718160 h 5017219"/>
              <a:gd name="connsiteX4624" fmla="*/ 2650243 w 5799173"/>
              <a:gd name="connsiteY4624" fmla="*/ 700714 h 5017219"/>
              <a:gd name="connsiteX4625" fmla="*/ 2651489 w 5799173"/>
              <a:gd name="connsiteY4625" fmla="*/ 699966 h 5017219"/>
              <a:gd name="connsiteX4626" fmla="*/ 2671594 w 5799173"/>
              <a:gd name="connsiteY4626" fmla="*/ 699966 h 5017219"/>
              <a:gd name="connsiteX4627" fmla="*/ 2672840 w 5799173"/>
              <a:gd name="connsiteY4627" fmla="*/ 700714 h 5017219"/>
              <a:gd name="connsiteX4628" fmla="*/ 2682893 w 5799173"/>
              <a:gd name="connsiteY4628" fmla="*/ 718161 h 5017219"/>
              <a:gd name="connsiteX4629" fmla="*/ 2682893 w 5799173"/>
              <a:gd name="connsiteY4629" fmla="*/ 719573 h 5017219"/>
              <a:gd name="connsiteX4630" fmla="*/ 2672840 w 5799173"/>
              <a:gd name="connsiteY4630" fmla="*/ 737019 h 5017219"/>
              <a:gd name="connsiteX4631" fmla="*/ 2671594 w 5799173"/>
              <a:gd name="connsiteY4631" fmla="*/ 737767 h 5017219"/>
              <a:gd name="connsiteX4632" fmla="*/ 4577448 w 5799173"/>
              <a:gd name="connsiteY4632" fmla="*/ 1253827 h 5017219"/>
              <a:gd name="connsiteX4633" fmla="*/ 4576202 w 5799173"/>
              <a:gd name="connsiteY4633" fmla="*/ 1253079 h 5017219"/>
              <a:gd name="connsiteX4634" fmla="*/ 4566149 w 5799173"/>
              <a:gd name="connsiteY4634" fmla="*/ 1235633 h 5017219"/>
              <a:gd name="connsiteX4635" fmla="*/ 4566149 w 5799173"/>
              <a:gd name="connsiteY4635" fmla="*/ 1234220 h 5017219"/>
              <a:gd name="connsiteX4636" fmla="*/ 4576203 w 5799173"/>
              <a:gd name="connsiteY4636" fmla="*/ 1216774 h 5017219"/>
              <a:gd name="connsiteX4637" fmla="*/ 4577448 w 5799173"/>
              <a:gd name="connsiteY4637" fmla="*/ 1216026 h 5017219"/>
              <a:gd name="connsiteX4638" fmla="*/ 4597553 w 5799173"/>
              <a:gd name="connsiteY4638" fmla="*/ 1216026 h 5017219"/>
              <a:gd name="connsiteX4639" fmla="*/ 4598799 w 5799173"/>
              <a:gd name="connsiteY4639" fmla="*/ 1216774 h 5017219"/>
              <a:gd name="connsiteX4640" fmla="*/ 4608852 w 5799173"/>
              <a:gd name="connsiteY4640" fmla="*/ 1234220 h 5017219"/>
              <a:gd name="connsiteX4641" fmla="*/ 4608852 w 5799173"/>
              <a:gd name="connsiteY4641" fmla="*/ 1235633 h 5017219"/>
              <a:gd name="connsiteX4642" fmla="*/ 4598799 w 5799173"/>
              <a:gd name="connsiteY4642" fmla="*/ 1253079 h 5017219"/>
              <a:gd name="connsiteX4643" fmla="*/ 4597553 w 5799173"/>
              <a:gd name="connsiteY4643" fmla="*/ 1253827 h 5017219"/>
              <a:gd name="connsiteX4644" fmla="*/ 3975503 w 5799173"/>
              <a:gd name="connsiteY4644" fmla="*/ 1092643 h 5017219"/>
              <a:gd name="connsiteX4645" fmla="*/ 3974258 w 5799173"/>
              <a:gd name="connsiteY4645" fmla="*/ 1091895 h 5017219"/>
              <a:gd name="connsiteX4646" fmla="*/ 3964121 w 5799173"/>
              <a:gd name="connsiteY4646" fmla="*/ 1074365 h 5017219"/>
              <a:gd name="connsiteX4647" fmla="*/ 3964121 w 5799173"/>
              <a:gd name="connsiteY4647" fmla="*/ 1072953 h 5017219"/>
              <a:gd name="connsiteX4648" fmla="*/ 3974257 w 5799173"/>
              <a:gd name="connsiteY4648" fmla="*/ 1055423 h 5017219"/>
              <a:gd name="connsiteX4649" fmla="*/ 3975503 w 5799173"/>
              <a:gd name="connsiteY4649" fmla="*/ 1054675 h 5017219"/>
              <a:gd name="connsiteX4650" fmla="*/ 3995775 w 5799173"/>
              <a:gd name="connsiteY4650" fmla="*/ 1054676 h 5017219"/>
              <a:gd name="connsiteX4651" fmla="*/ 3997020 w 5799173"/>
              <a:gd name="connsiteY4651" fmla="*/ 1055423 h 5017219"/>
              <a:gd name="connsiteX4652" fmla="*/ 4007156 w 5799173"/>
              <a:gd name="connsiteY4652" fmla="*/ 1072954 h 5017219"/>
              <a:gd name="connsiteX4653" fmla="*/ 4007156 w 5799173"/>
              <a:gd name="connsiteY4653" fmla="*/ 1074365 h 5017219"/>
              <a:gd name="connsiteX4654" fmla="*/ 3997020 w 5799173"/>
              <a:gd name="connsiteY4654" fmla="*/ 1091895 h 5017219"/>
              <a:gd name="connsiteX4655" fmla="*/ 3995774 w 5799173"/>
              <a:gd name="connsiteY4655" fmla="*/ 1092643 h 5017219"/>
              <a:gd name="connsiteX4656" fmla="*/ 4697738 w 5799173"/>
              <a:gd name="connsiteY4656" fmla="*/ 1286165 h 5017219"/>
              <a:gd name="connsiteX4657" fmla="*/ 4696492 w 5799173"/>
              <a:gd name="connsiteY4657" fmla="*/ 1285417 h 5017219"/>
              <a:gd name="connsiteX4658" fmla="*/ 4686356 w 5799173"/>
              <a:gd name="connsiteY4658" fmla="*/ 1267888 h 5017219"/>
              <a:gd name="connsiteX4659" fmla="*/ 4686356 w 5799173"/>
              <a:gd name="connsiteY4659" fmla="*/ 1266475 h 5017219"/>
              <a:gd name="connsiteX4660" fmla="*/ 4696492 w 5799173"/>
              <a:gd name="connsiteY4660" fmla="*/ 1248946 h 5017219"/>
              <a:gd name="connsiteX4661" fmla="*/ 4697738 w 5799173"/>
              <a:gd name="connsiteY4661" fmla="*/ 1248198 h 5017219"/>
              <a:gd name="connsiteX4662" fmla="*/ 4718009 w 5799173"/>
              <a:gd name="connsiteY4662" fmla="*/ 1248198 h 5017219"/>
              <a:gd name="connsiteX4663" fmla="*/ 4719255 w 5799173"/>
              <a:gd name="connsiteY4663" fmla="*/ 1248946 h 5017219"/>
              <a:gd name="connsiteX4664" fmla="*/ 4729390 w 5799173"/>
              <a:gd name="connsiteY4664" fmla="*/ 1266476 h 5017219"/>
              <a:gd name="connsiteX4665" fmla="*/ 4729391 w 5799173"/>
              <a:gd name="connsiteY4665" fmla="*/ 1267887 h 5017219"/>
              <a:gd name="connsiteX4666" fmla="*/ 4719255 w 5799173"/>
              <a:gd name="connsiteY4666" fmla="*/ 1285417 h 5017219"/>
              <a:gd name="connsiteX4667" fmla="*/ 4718009 w 5799173"/>
              <a:gd name="connsiteY4667" fmla="*/ 1286165 h 5017219"/>
              <a:gd name="connsiteX4668" fmla="*/ 2470764 w 5799173"/>
              <a:gd name="connsiteY4668" fmla="*/ 689553 h 5017219"/>
              <a:gd name="connsiteX4669" fmla="*/ 2469518 w 5799173"/>
              <a:gd name="connsiteY4669" fmla="*/ 688806 h 5017219"/>
              <a:gd name="connsiteX4670" fmla="*/ 2459382 w 5799173"/>
              <a:gd name="connsiteY4670" fmla="*/ 671193 h 5017219"/>
              <a:gd name="connsiteX4671" fmla="*/ 2459382 w 5799173"/>
              <a:gd name="connsiteY4671" fmla="*/ 669780 h 5017219"/>
              <a:gd name="connsiteX4672" fmla="*/ 2469601 w 5799173"/>
              <a:gd name="connsiteY4672" fmla="*/ 652167 h 5017219"/>
              <a:gd name="connsiteX4673" fmla="*/ 2470847 w 5799173"/>
              <a:gd name="connsiteY4673" fmla="*/ 651420 h 5017219"/>
              <a:gd name="connsiteX4674" fmla="*/ 2491201 w 5799173"/>
              <a:gd name="connsiteY4674" fmla="*/ 651420 h 5017219"/>
              <a:gd name="connsiteX4675" fmla="*/ 2492447 w 5799173"/>
              <a:gd name="connsiteY4675" fmla="*/ 652167 h 5017219"/>
              <a:gd name="connsiteX4676" fmla="*/ 2502583 w 5799173"/>
              <a:gd name="connsiteY4676" fmla="*/ 669780 h 5017219"/>
              <a:gd name="connsiteX4677" fmla="*/ 2502583 w 5799173"/>
              <a:gd name="connsiteY4677" fmla="*/ 671193 h 5017219"/>
              <a:gd name="connsiteX4678" fmla="*/ 2492364 w 5799173"/>
              <a:gd name="connsiteY4678" fmla="*/ 688806 h 5017219"/>
              <a:gd name="connsiteX4679" fmla="*/ 2491118 w 5799173"/>
              <a:gd name="connsiteY4679" fmla="*/ 689553 h 5017219"/>
              <a:gd name="connsiteX4680" fmla="*/ 3734674 w 5799173"/>
              <a:gd name="connsiteY4680" fmla="*/ 1028217 h 5017219"/>
              <a:gd name="connsiteX4681" fmla="*/ 3733428 w 5799173"/>
              <a:gd name="connsiteY4681" fmla="*/ 1027470 h 5017219"/>
              <a:gd name="connsiteX4682" fmla="*/ 3723292 w 5799173"/>
              <a:gd name="connsiteY4682" fmla="*/ 1009857 h 5017219"/>
              <a:gd name="connsiteX4683" fmla="*/ 3723292 w 5799173"/>
              <a:gd name="connsiteY4683" fmla="*/ 1008444 h 5017219"/>
              <a:gd name="connsiteX4684" fmla="*/ 3733511 w 5799173"/>
              <a:gd name="connsiteY4684" fmla="*/ 990831 h 5017219"/>
              <a:gd name="connsiteX4685" fmla="*/ 3734757 w 5799173"/>
              <a:gd name="connsiteY4685" fmla="*/ 990084 h 5017219"/>
              <a:gd name="connsiteX4686" fmla="*/ 3755111 w 5799173"/>
              <a:gd name="connsiteY4686" fmla="*/ 990084 h 5017219"/>
              <a:gd name="connsiteX4687" fmla="*/ 3756358 w 5799173"/>
              <a:gd name="connsiteY4687" fmla="*/ 990831 h 5017219"/>
              <a:gd name="connsiteX4688" fmla="*/ 3766493 w 5799173"/>
              <a:gd name="connsiteY4688" fmla="*/ 1008444 h 5017219"/>
              <a:gd name="connsiteX4689" fmla="*/ 3766493 w 5799173"/>
              <a:gd name="connsiteY4689" fmla="*/ 1009857 h 5017219"/>
              <a:gd name="connsiteX4690" fmla="*/ 3756274 w 5799173"/>
              <a:gd name="connsiteY4690" fmla="*/ 1027470 h 5017219"/>
              <a:gd name="connsiteX4691" fmla="*/ 3755028 w 5799173"/>
              <a:gd name="connsiteY4691" fmla="*/ 1028217 h 5017219"/>
              <a:gd name="connsiteX4692" fmla="*/ 2771673 w 5799173"/>
              <a:gd name="connsiteY4692" fmla="*/ 770351 h 5017219"/>
              <a:gd name="connsiteX4693" fmla="*/ 2770427 w 5799173"/>
              <a:gd name="connsiteY4693" fmla="*/ 769604 h 5017219"/>
              <a:gd name="connsiteX4694" fmla="*/ 2760208 w 5799173"/>
              <a:gd name="connsiteY4694" fmla="*/ 751908 h 5017219"/>
              <a:gd name="connsiteX4695" fmla="*/ 2760208 w 5799173"/>
              <a:gd name="connsiteY4695" fmla="*/ 750495 h 5017219"/>
              <a:gd name="connsiteX4696" fmla="*/ 2770427 w 5799173"/>
              <a:gd name="connsiteY4696" fmla="*/ 732800 h 5017219"/>
              <a:gd name="connsiteX4697" fmla="*/ 2771673 w 5799173"/>
              <a:gd name="connsiteY4697" fmla="*/ 732052 h 5017219"/>
              <a:gd name="connsiteX4698" fmla="*/ 2792110 w 5799173"/>
              <a:gd name="connsiteY4698" fmla="*/ 732053 h 5017219"/>
              <a:gd name="connsiteX4699" fmla="*/ 2793357 w 5799173"/>
              <a:gd name="connsiteY4699" fmla="*/ 732800 h 5017219"/>
              <a:gd name="connsiteX4700" fmla="*/ 2803575 w 5799173"/>
              <a:gd name="connsiteY4700" fmla="*/ 750495 h 5017219"/>
              <a:gd name="connsiteX4701" fmla="*/ 2803575 w 5799173"/>
              <a:gd name="connsiteY4701" fmla="*/ 751908 h 5017219"/>
              <a:gd name="connsiteX4702" fmla="*/ 2793356 w 5799173"/>
              <a:gd name="connsiteY4702" fmla="*/ 769604 h 5017219"/>
              <a:gd name="connsiteX4703" fmla="*/ 2792110 w 5799173"/>
              <a:gd name="connsiteY4703" fmla="*/ 770352 h 5017219"/>
              <a:gd name="connsiteX4704" fmla="*/ 2350288 w 5799173"/>
              <a:gd name="connsiteY4704" fmla="*/ 657537 h 5017219"/>
              <a:gd name="connsiteX4705" fmla="*/ 2349042 w 5799173"/>
              <a:gd name="connsiteY4705" fmla="*/ 656789 h 5017219"/>
              <a:gd name="connsiteX4706" fmla="*/ 2338740 w 5799173"/>
              <a:gd name="connsiteY4706" fmla="*/ 639010 h 5017219"/>
              <a:gd name="connsiteX4707" fmla="*/ 2338740 w 5799173"/>
              <a:gd name="connsiteY4707" fmla="*/ 637597 h 5017219"/>
              <a:gd name="connsiteX4708" fmla="*/ 2349042 w 5799173"/>
              <a:gd name="connsiteY4708" fmla="*/ 619819 h 5017219"/>
              <a:gd name="connsiteX4709" fmla="*/ 2350288 w 5799173"/>
              <a:gd name="connsiteY4709" fmla="*/ 619071 h 5017219"/>
              <a:gd name="connsiteX4710" fmla="*/ 2370809 w 5799173"/>
              <a:gd name="connsiteY4710" fmla="*/ 619071 h 5017219"/>
              <a:gd name="connsiteX4711" fmla="*/ 2372055 w 5799173"/>
              <a:gd name="connsiteY4711" fmla="*/ 619819 h 5017219"/>
              <a:gd name="connsiteX4712" fmla="*/ 2382357 w 5799173"/>
              <a:gd name="connsiteY4712" fmla="*/ 637597 h 5017219"/>
              <a:gd name="connsiteX4713" fmla="*/ 2382357 w 5799173"/>
              <a:gd name="connsiteY4713" fmla="*/ 639010 h 5017219"/>
              <a:gd name="connsiteX4714" fmla="*/ 2372055 w 5799173"/>
              <a:gd name="connsiteY4714" fmla="*/ 656789 h 5017219"/>
              <a:gd name="connsiteX4715" fmla="*/ 2370809 w 5799173"/>
              <a:gd name="connsiteY4715" fmla="*/ 657537 h 5017219"/>
              <a:gd name="connsiteX4716" fmla="*/ 3854944 w 5799173"/>
              <a:gd name="connsiteY4716" fmla="*/ 1060708 h 5017219"/>
              <a:gd name="connsiteX4717" fmla="*/ 3853698 w 5799173"/>
              <a:gd name="connsiteY4717" fmla="*/ 1059960 h 5017219"/>
              <a:gd name="connsiteX4718" fmla="*/ 3843396 w 5799173"/>
              <a:gd name="connsiteY4718" fmla="*/ 1042181 h 5017219"/>
              <a:gd name="connsiteX4719" fmla="*/ 3843395 w 5799173"/>
              <a:gd name="connsiteY4719" fmla="*/ 1040768 h 5017219"/>
              <a:gd name="connsiteX4720" fmla="*/ 3853698 w 5799173"/>
              <a:gd name="connsiteY4720" fmla="*/ 1022990 h 5017219"/>
              <a:gd name="connsiteX4721" fmla="*/ 3854944 w 5799173"/>
              <a:gd name="connsiteY4721" fmla="*/ 1022242 h 5017219"/>
              <a:gd name="connsiteX4722" fmla="*/ 3875463 w 5799173"/>
              <a:gd name="connsiteY4722" fmla="*/ 1022242 h 5017219"/>
              <a:gd name="connsiteX4723" fmla="*/ 3876711 w 5799173"/>
              <a:gd name="connsiteY4723" fmla="*/ 1022990 h 5017219"/>
              <a:gd name="connsiteX4724" fmla="*/ 3887012 w 5799173"/>
              <a:gd name="connsiteY4724" fmla="*/ 1040768 h 5017219"/>
              <a:gd name="connsiteX4725" fmla="*/ 3887012 w 5799173"/>
              <a:gd name="connsiteY4725" fmla="*/ 1042181 h 5017219"/>
              <a:gd name="connsiteX4726" fmla="*/ 3876711 w 5799173"/>
              <a:gd name="connsiteY4726" fmla="*/ 1059960 h 5017219"/>
              <a:gd name="connsiteX4727" fmla="*/ 3875464 w 5799173"/>
              <a:gd name="connsiteY4727" fmla="*/ 1060708 h 5017219"/>
              <a:gd name="connsiteX4728" fmla="*/ 4035502 w 5799173"/>
              <a:gd name="connsiteY4728" fmla="*/ 1109088 h 5017219"/>
              <a:gd name="connsiteX4729" fmla="*/ 4034256 w 5799173"/>
              <a:gd name="connsiteY4729" fmla="*/ 1108340 h 5017219"/>
              <a:gd name="connsiteX4730" fmla="*/ 4023954 w 5799173"/>
              <a:gd name="connsiteY4730" fmla="*/ 1090562 h 5017219"/>
              <a:gd name="connsiteX4731" fmla="*/ 4023954 w 5799173"/>
              <a:gd name="connsiteY4731" fmla="*/ 1089149 h 5017219"/>
              <a:gd name="connsiteX4732" fmla="*/ 4034256 w 5799173"/>
              <a:gd name="connsiteY4732" fmla="*/ 1071371 h 5017219"/>
              <a:gd name="connsiteX4733" fmla="*/ 4035502 w 5799173"/>
              <a:gd name="connsiteY4733" fmla="*/ 1070623 h 5017219"/>
              <a:gd name="connsiteX4734" fmla="*/ 4056022 w 5799173"/>
              <a:gd name="connsiteY4734" fmla="*/ 1070623 h 5017219"/>
              <a:gd name="connsiteX4735" fmla="*/ 4057269 w 5799173"/>
              <a:gd name="connsiteY4735" fmla="*/ 1071370 h 5017219"/>
              <a:gd name="connsiteX4736" fmla="*/ 4067570 w 5799173"/>
              <a:gd name="connsiteY4736" fmla="*/ 1089148 h 5017219"/>
              <a:gd name="connsiteX4737" fmla="*/ 4067570 w 5799173"/>
              <a:gd name="connsiteY4737" fmla="*/ 1090561 h 5017219"/>
              <a:gd name="connsiteX4738" fmla="*/ 4057269 w 5799173"/>
              <a:gd name="connsiteY4738" fmla="*/ 1108341 h 5017219"/>
              <a:gd name="connsiteX4739" fmla="*/ 4056022 w 5799173"/>
              <a:gd name="connsiteY4739" fmla="*/ 1109088 h 5017219"/>
              <a:gd name="connsiteX4740" fmla="*/ 4757737 w 5799173"/>
              <a:gd name="connsiteY4740" fmla="*/ 1302611 h 5017219"/>
              <a:gd name="connsiteX4741" fmla="*/ 4756492 w 5799173"/>
              <a:gd name="connsiteY4741" fmla="*/ 1301863 h 5017219"/>
              <a:gd name="connsiteX4742" fmla="*/ 4746189 w 5799173"/>
              <a:gd name="connsiteY4742" fmla="*/ 1284084 h 5017219"/>
              <a:gd name="connsiteX4743" fmla="*/ 4746189 w 5799173"/>
              <a:gd name="connsiteY4743" fmla="*/ 1282671 h 5017219"/>
              <a:gd name="connsiteX4744" fmla="*/ 4756492 w 5799173"/>
              <a:gd name="connsiteY4744" fmla="*/ 1264893 h 5017219"/>
              <a:gd name="connsiteX4745" fmla="*/ 4757738 w 5799173"/>
              <a:gd name="connsiteY4745" fmla="*/ 1264145 h 5017219"/>
              <a:gd name="connsiteX4746" fmla="*/ 4778257 w 5799173"/>
              <a:gd name="connsiteY4746" fmla="*/ 1264145 h 5017219"/>
              <a:gd name="connsiteX4747" fmla="*/ 4779505 w 5799173"/>
              <a:gd name="connsiteY4747" fmla="*/ 1264893 h 5017219"/>
              <a:gd name="connsiteX4748" fmla="*/ 4789805 w 5799173"/>
              <a:gd name="connsiteY4748" fmla="*/ 1282671 h 5017219"/>
              <a:gd name="connsiteX4749" fmla="*/ 4789806 w 5799173"/>
              <a:gd name="connsiteY4749" fmla="*/ 1284084 h 5017219"/>
              <a:gd name="connsiteX4750" fmla="*/ 4779505 w 5799173"/>
              <a:gd name="connsiteY4750" fmla="*/ 1301863 h 5017219"/>
              <a:gd name="connsiteX4751" fmla="*/ 4778258 w 5799173"/>
              <a:gd name="connsiteY4751" fmla="*/ 1302611 h 5017219"/>
              <a:gd name="connsiteX4752" fmla="*/ 3915138 w 5799173"/>
              <a:gd name="connsiteY4752" fmla="*/ 1076940 h 5017219"/>
              <a:gd name="connsiteX4753" fmla="*/ 3913893 w 5799173"/>
              <a:gd name="connsiteY4753" fmla="*/ 1076192 h 5017219"/>
              <a:gd name="connsiteX4754" fmla="*/ 3903590 w 5799173"/>
              <a:gd name="connsiteY4754" fmla="*/ 1058331 h 5017219"/>
              <a:gd name="connsiteX4755" fmla="*/ 3903590 w 5799173"/>
              <a:gd name="connsiteY4755" fmla="*/ 1056835 h 5017219"/>
              <a:gd name="connsiteX4756" fmla="*/ 3913893 w 5799173"/>
              <a:gd name="connsiteY4756" fmla="*/ 1038973 h 5017219"/>
              <a:gd name="connsiteX4757" fmla="*/ 3915139 w 5799173"/>
              <a:gd name="connsiteY4757" fmla="*/ 1038225 h 5017219"/>
              <a:gd name="connsiteX4758" fmla="*/ 3935825 w 5799173"/>
              <a:gd name="connsiteY4758" fmla="*/ 1038225 h 5017219"/>
              <a:gd name="connsiteX4759" fmla="*/ 3937071 w 5799173"/>
              <a:gd name="connsiteY4759" fmla="*/ 1038973 h 5017219"/>
              <a:gd name="connsiteX4760" fmla="*/ 3947373 w 5799173"/>
              <a:gd name="connsiteY4760" fmla="*/ 1056835 h 5017219"/>
              <a:gd name="connsiteX4761" fmla="*/ 3947374 w 5799173"/>
              <a:gd name="connsiteY4761" fmla="*/ 1058331 h 5017219"/>
              <a:gd name="connsiteX4762" fmla="*/ 3937071 w 5799173"/>
              <a:gd name="connsiteY4762" fmla="*/ 1076192 h 5017219"/>
              <a:gd name="connsiteX4763" fmla="*/ 3935825 w 5799173"/>
              <a:gd name="connsiteY4763" fmla="*/ 1076940 h 5017219"/>
              <a:gd name="connsiteX4764" fmla="*/ 4095697 w 5799173"/>
              <a:gd name="connsiteY4764" fmla="*/ 1125321 h 5017219"/>
              <a:gd name="connsiteX4765" fmla="*/ 4094451 w 5799173"/>
              <a:gd name="connsiteY4765" fmla="*/ 1124573 h 5017219"/>
              <a:gd name="connsiteX4766" fmla="*/ 4084149 w 5799173"/>
              <a:gd name="connsiteY4766" fmla="*/ 1106712 h 5017219"/>
              <a:gd name="connsiteX4767" fmla="*/ 4084149 w 5799173"/>
              <a:gd name="connsiteY4767" fmla="*/ 1105216 h 5017219"/>
              <a:gd name="connsiteX4768" fmla="*/ 4094451 w 5799173"/>
              <a:gd name="connsiteY4768" fmla="*/ 1087353 h 5017219"/>
              <a:gd name="connsiteX4769" fmla="*/ 4095697 w 5799173"/>
              <a:gd name="connsiteY4769" fmla="*/ 1086605 h 5017219"/>
              <a:gd name="connsiteX4770" fmla="*/ 4116384 w 5799173"/>
              <a:gd name="connsiteY4770" fmla="*/ 1086606 h 5017219"/>
              <a:gd name="connsiteX4771" fmla="*/ 4117630 w 5799173"/>
              <a:gd name="connsiteY4771" fmla="*/ 1087354 h 5017219"/>
              <a:gd name="connsiteX4772" fmla="*/ 4127932 w 5799173"/>
              <a:gd name="connsiteY4772" fmla="*/ 1105215 h 5017219"/>
              <a:gd name="connsiteX4773" fmla="*/ 4127932 w 5799173"/>
              <a:gd name="connsiteY4773" fmla="*/ 1106712 h 5017219"/>
              <a:gd name="connsiteX4774" fmla="*/ 4117630 w 5799173"/>
              <a:gd name="connsiteY4774" fmla="*/ 1124572 h 5017219"/>
              <a:gd name="connsiteX4775" fmla="*/ 4116384 w 5799173"/>
              <a:gd name="connsiteY4775" fmla="*/ 1125320 h 5017219"/>
              <a:gd name="connsiteX4776" fmla="*/ 4155883 w 5799173"/>
              <a:gd name="connsiteY4776" fmla="*/ 1141447 h 5017219"/>
              <a:gd name="connsiteX4777" fmla="*/ 4154637 w 5799173"/>
              <a:gd name="connsiteY4777" fmla="*/ 1140699 h 5017219"/>
              <a:gd name="connsiteX4778" fmla="*/ 4144335 w 5799173"/>
              <a:gd name="connsiteY4778" fmla="*/ 1122838 h 5017219"/>
              <a:gd name="connsiteX4779" fmla="*/ 4144335 w 5799173"/>
              <a:gd name="connsiteY4779" fmla="*/ 1121342 h 5017219"/>
              <a:gd name="connsiteX4780" fmla="*/ 4154637 w 5799173"/>
              <a:gd name="connsiteY4780" fmla="*/ 1103480 h 5017219"/>
              <a:gd name="connsiteX4781" fmla="*/ 4155883 w 5799173"/>
              <a:gd name="connsiteY4781" fmla="*/ 1102732 h 5017219"/>
              <a:gd name="connsiteX4782" fmla="*/ 4176570 w 5799173"/>
              <a:gd name="connsiteY4782" fmla="*/ 1102732 h 5017219"/>
              <a:gd name="connsiteX4783" fmla="*/ 4177816 w 5799173"/>
              <a:gd name="connsiteY4783" fmla="*/ 1103480 h 5017219"/>
              <a:gd name="connsiteX4784" fmla="*/ 4188118 w 5799173"/>
              <a:gd name="connsiteY4784" fmla="*/ 1121342 h 5017219"/>
              <a:gd name="connsiteX4785" fmla="*/ 4188118 w 5799173"/>
              <a:gd name="connsiteY4785" fmla="*/ 1122838 h 5017219"/>
              <a:gd name="connsiteX4786" fmla="*/ 4177816 w 5799173"/>
              <a:gd name="connsiteY4786" fmla="*/ 1140699 h 5017219"/>
              <a:gd name="connsiteX4787" fmla="*/ 4176570 w 5799173"/>
              <a:gd name="connsiteY4787" fmla="*/ 1141447 h 5017219"/>
              <a:gd name="connsiteX4788" fmla="*/ 3794684 w 5799173"/>
              <a:gd name="connsiteY4788" fmla="*/ 1044759 h 5017219"/>
              <a:gd name="connsiteX4789" fmla="*/ 3793438 w 5799173"/>
              <a:gd name="connsiteY4789" fmla="*/ 1044011 h 5017219"/>
              <a:gd name="connsiteX4790" fmla="*/ 3783053 w 5799173"/>
              <a:gd name="connsiteY4790" fmla="*/ 1026066 h 5017219"/>
              <a:gd name="connsiteX4791" fmla="*/ 3783053 w 5799173"/>
              <a:gd name="connsiteY4791" fmla="*/ 1024570 h 5017219"/>
              <a:gd name="connsiteX4792" fmla="*/ 3793438 w 5799173"/>
              <a:gd name="connsiteY4792" fmla="*/ 1006625 h 5017219"/>
              <a:gd name="connsiteX4793" fmla="*/ 3794684 w 5799173"/>
              <a:gd name="connsiteY4793" fmla="*/ 1005877 h 5017219"/>
              <a:gd name="connsiteX4794" fmla="*/ 3815454 w 5799173"/>
              <a:gd name="connsiteY4794" fmla="*/ 1005877 h 5017219"/>
              <a:gd name="connsiteX4795" fmla="*/ 3816700 w 5799173"/>
              <a:gd name="connsiteY4795" fmla="*/ 1006625 h 5017219"/>
              <a:gd name="connsiteX4796" fmla="*/ 3827085 w 5799173"/>
              <a:gd name="connsiteY4796" fmla="*/ 1024570 h 5017219"/>
              <a:gd name="connsiteX4797" fmla="*/ 3827085 w 5799173"/>
              <a:gd name="connsiteY4797" fmla="*/ 1026066 h 5017219"/>
              <a:gd name="connsiteX4798" fmla="*/ 3816700 w 5799173"/>
              <a:gd name="connsiteY4798" fmla="*/ 1044011 h 5017219"/>
              <a:gd name="connsiteX4799" fmla="*/ 3815454 w 5799173"/>
              <a:gd name="connsiteY4799" fmla="*/ 1044758 h 5017219"/>
              <a:gd name="connsiteX4800" fmla="*/ 4215988 w 5799173"/>
              <a:gd name="connsiteY4800" fmla="*/ 1157647 h 5017219"/>
              <a:gd name="connsiteX4801" fmla="*/ 4214742 w 5799173"/>
              <a:gd name="connsiteY4801" fmla="*/ 1156899 h 5017219"/>
              <a:gd name="connsiteX4802" fmla="*/ 4204357 w 5799173"/>
              <a:gd name="connsiteY4802" fmla="*/ 1138954 h 5017219"/>
              <a:gd name="connsiteX4803" fmla="*/ 4204357 w 5799173"/>
              <a:gd name="connsiteY4803" fmla="*/ 1137458 h 5017219"/>
              <a:gd name="connsiteX4804" fmla="*/ 4214742 w 5799173"/>
              <a:gd name="connsiteY4804" fmla="*/ 1119513 h 5017219"/>
              <a:gd name="connsiteX4805" fmla="*/ 4215988 w 5799173"/>
              <a:gd name="connsiteY4805" fmla="*/ 1118765 h 5017219"/>
              <a:gd name="connsiteX4806" fmla="*/ 4236758 w 5799173"/>
              <a:gd name="connsiteY4806" fmla="*/ 1118765 h 5017219"/>
              <a:gd name="connsiteX4807" fmla="*/ 4238004 w 5799173"/>
              <a:gd name="connsiteY4807" fmla="*/ 1119513 h 5017219"/>
              <a:gd name="connsiteX4808" fmla="*/ 4248389 w 5799173"/>
              <a:gd name="connsiteY4808" fmla="*/ 1137458 h 5017219"/>
              <a:gd name="connsiteX4809" fmla="*/ 4248389 w 5799173"/>
              <a:gd name="connsiteY4809" fmla="*/ 1138954 h 5017219"/>
              <a:gd name="connsiteX4810" fmla="*/ 4238004 w 5799173"/>
              <a:gd name="connsiteY4810" fmla="*/ 1156899 h 5017219"/>
              <a:gd name="connsiteX4811" fmla="*/ 4236758 w 5799173"/>
              <a:gd name="connsiteY4811" fmla="*/ 1157646 h 5017219"/>
              <a:gd name="connsiteX4812" fmla="*/ 2229759 w 5799173"/>
              <a:gd name="connsiteY4812" fmla="*/ 625544 h 5017219"/>
              <a:gd name="connsiteX4813" fmla="*/ 2228512 w 5799173"/>
              <a:gd name="connsiteY4813" fmla="*/ 624796 h 5017219"/>
              <a:gd name="connsiteX4814" fmla="*/ 2218128 w 5799173"/>
              <a:gd name="connsiteY4814" fmla="*/ 606768 h 5017219"/>
              <a:gd name="connsiteX4815" fmla="*/ 2218128 w 5799173"/>
              <a:gd name="connsiteY4815" fmla="*/ 605272 h 5017219"/>
              <a:gd name="connsiteX4816" fmla="*/ 2228595 w 5799173"/>
              <a:gd name="connsiteY4816" fmla="*/ 587244 h 5017219"/>
              <a:gd name="connsiteX4817" fmla="*/ 2229842 w 5799173"/>
              <a:gd name="connsiteY4817" fmla="*/ 586497 h 5017219"/>
              <a:gd name="connsiteX4818" fmla="*/ 2250695 w 5799173"/>
              <a:gd name="connsiteY4818" fmla="*/ 586497 h 5017219"/>
              <a:gd name="connsiteX4819" fmla="*/ 2251941 w 5799173"/>
              <a:gd name="connsiteY4819" fmla="*/ 587244 h 5017219"/>
              <a:gd name="connsiteX4820" fmla="*/ 2262326 w 5799173"/>
              <a:gd name="connsiteY4820" fmla="*/ 605272 h 5017219"/>
              <a:gd name="connsiteX4821" fmla="*/ 2262326 w 5799173"/>
              <a:gd name="connsiteY4821" fmla="*/ 606768 h 5017219"/>
              <a:gd name="connsiteX4822" fmla="*/ 2251858 w 5799173"/>
              <a:gd name="connsiteY4822" fmla="*/ 624796 h 5017219"/>
              <a:gd name="connsiteX4823" fmla="*/ 2250612 w 5799173"/>
              <a:gd name="connsiteY4823" fmla="*/ 625544 h 5017219"/>
              <a:gd name="connsiteX4824" fmla="*/ 2289946 w 5799173"/>
              <a:gd name="connsiteY4824" fmla="*/ 641671 h 5017219"/>
              <a:gd name="connsiteX4825" fmla="*/ 2288699 w 5799173"/>
              <a:gd name="connsiteY4825" fmla="*/ 640923 h 5017219"/>
              <a:gd name="connsiteX4826" fmla="*/ 2278314 w 5799173"/>
              <a:gd name="connsiteY4826" fmla="*/ 622895 h 5017219"/>
              <a:gd name="connsiteX4827" fmla="*/ 2278315 w 5799173"/>
              <a:gd name="connsiteY4827" fmla="*/ 621399 h 5017219"/>
              <a:gd name="connsiteX4828" fmla="*/ 2288782 w 5799173"/>
              <a:gd name="connsiteY4828" fmla="*/ 603371 h 5017219"/>
              <a:gd name="connsiteX4829" fmla="*/ 2290029 w 5799173"/>
              <a:gd name="connsiteY4829" fmla="*/ 602624 h 5017219"/>
              <a:gd name="connsiteX4830" fmla="*/ 2310882 w 5799173"/>
              <a:gd name="connsiteY4830" fmla="*/ 602624 h 5017219"/>
              <a:gd name="connsiteX4831" fmla="*/ 2312128 w 5799173"/>
              <a:gd name="connsiteY4831" fmla="*/ 603371 h 5017219"/>
              <a:gd name="connsiteX4832" fmla="*/ 2322513 w 5799173"/>
              <a:gd name="connsiteY4832" fmla="*/ 621399 h 5017219"/>
              <a:gd name="connsiteX4833" fmla="*/ 2322513 w 5799173"/>
              <a:gd name="connsiteY4833" fmla="*/ 622895 h 5017219"/>
              <a:gd name="connsiteX4834" fmla="*/ 2312045 w 5799173"/>
              <a:gd name="connsiteY4834" fmla="*/ 640923 h 5017219"/>
              <a:gd name="connsiteX4835" fmla="*/ 2310799 w 5799173"/>
              <a:gd name="connsiteY4835" fmla="*/ 641671 h 5017219"/>
              <a:gd name="connsiteX4836" fmla="*/ 3674227 w 5799173"/>
              <a:gd name="connsiteY4836" fmla="*/ 1012588 h 5017219"/>
              <a:gd name="connsiteX4837" fmla="*/ 3672981 w 5799173"/>
              <a:gd name="connsiteY4837" fmla="*/ 1011840 h 5017219"/>
              <a:gd name="connsiteX4838" fmla="*/ 3662596 w 5799173"/>
              <a:gd name="connsiteY4838" fmla="*/ 993812 h 5017219"/>
              <a:gd name="connsiteX4839" fmla="*/ 3662596 w 5799173"/>
              <a:gd name="connsiteY4839" fmla="*/ 992316 h 5017219"/>
              <a:gd name="connsiteX4840" fmla="*/ 3673064 w 5799173"/>
              <a:gd name="connsiteY4840" fmla="*/ 974288 h 5017219"/>
              <a:gd name="connsiteX4841" fmla="*/ 3674310 w 5799173"/>
              <a:gd name="connsiteY4841" fmla="*/ 973541 h 5017219"/>
              <a:gd name="connsiteX4842" fmla="*/ 3695163 w 5799173"/>
              <a:gd name="connsiteY4842" fmla="*/ 973542 h 5017219"/>
              <a:gd name="connsiteX4843" fmla="*/ 3696410 w 5799173"/>
              <a:gd name="connsiteY4843" fmla="*/ 974289 h 5017219"/>
              <a:gd name="connsiteX4844" fmla="*/ 3706794 w 5799173"/>
              <a:gd name="connsiteY4844" fmla="*/ 992317 h 5017219"/>
              <a:gd name="connsiteX4845" fmla="*/ 3706794 w 5799173"/>
              <a:gd name="connsiteY4845" fmla="*/ 993813 h 5017219"/>
              <a:gd name="connsiteX4846" fmla="*/ 3696327 w 5799173"/>
              <a:gd name="connsiteY4846" fmla="*/ 1011841 h 5017219"/>
              <a:gd name="connsiteX4847" fmla="*/ 3695081 w 5799173"/>
              <a:gd name="connsiteY4847" fmla="*/ 1012589 h 5017219"/>
              <a:gd name="connsiteX4848" fmla="*/ 4276090 w 5799173"/>
              <a:gd name="connsiteY4848" fmla="*/ 1173857 h 5017219"/>
              <a:gd name="connsiteX4849" fmla="*/ 4274844 w 5799173"/>
              <a:gd name="connsiteY4849" fmla="*/ 1173109 h 5017219"/>
              <a:gd name="connsiteX4850" fmla="*/ 4264459 w 5799173"/>
              <a:gd name="connsiteY4850" fmla="*/ 1155081 h 5017219"/>
              <a:gd name="connsiteX4851" fmla="*/ 4264459 w 5799173"/>
              <a:gd name="connsiteY4851" fmla="*/ 1153585 h 5017219"/>
              <a:gd name="connsiteX4852" fmla="*/ 4274927 w 5799173"/>
              <a:gd name="connsiteY4852" fmla="*/ 1135557 h 5017219"/>
              <a:gd name="connsiteX4853" fmla="*/ 4276173 w 5799173"/>
              <a:gd name="connsiteY4853" fmla="*/ 1134810 h 5017219"/>
              <a:gd name="connsiteX4854" fmla="*/ 4297026 w 5799173"/>
              <a:gd name="connsiteY4854" fmla="*/ 1134810 h 5017219"/>
              <a:gd name="connsiteX4855" fmla="*/ 4298272 w 5799173"/>
              <a:gd name="connsiteY4855" fmla="*/ 1135557 h 5017219"/>
              <a:gd name="connsiteX4856" fmla="*/ 4308657 w 5799173"/>
              <a:gd name="connsiteY4856" fmla="*/ 1153585 h 5017219"/>
              <a:gd name="connsiteX4857" fmla="*/ 4308657 w 5799173"/>
              <a:gd name="connsiteY4857" fmla="*/ 1155081 h 5017219"/>
              <a:gd name="connsiteX4858" fmla="*/ 4298189 w 5799173"/>
              <a:gd name="connsiteY4858" fmla="*/ 1173109 h 5017219"/>
              <a:gd name="connsiteX4859" fmla="*/ 4296943 w 5799173"/>
              <a:gd name="connsiteY4859" fmla="*/ 1173857 h 5017219"/>
              <a:gd name="connsiteX4860" fmla="*/ 4938139 w 5799173"/>
              <a:gd name="connsiteY4860" fmla="*/ 1351252 h 5017219"/>
              <a:gd name="connsiteX4861" fmla="*/ 4936892 w 5799173"/>
              <a:gd name="connsiteY4861" fmla="*/ 1350504 h 5017219"/>
              <a:gd name="connsiteX4862" fmla="*/ 4926507 w 5799173"/>
              <a:gd name="connsiteY4862" fmla="*/ 1332476 h 5017219"/>
              <a:gd name="connsiteX4863" fmla="*/ 4926508 w 5799173"/>
              <a:gd name="connsiteY4863" fmla="*/ 1330980 h 5017219"/>
              <a:gd name="connsiteX4864" fmla="*/ 4936975 w 5799173"/>
              <a:gd name="connsiteY4864" fmla="*/ 1312952 h 5017219"/>
              <a:gd name="connsiteX4865" fmla="*/ 4938221 w 5799173"/>
              <a:gd name="connsiteY4865" fmla="*/ 1312205 h 5017219"/>
              <a:gd name="connsiteX4866" fmla="*/ 4959074 w 5799173"/>
              <a:gd name="connsiteY4866" fmla="*/ 1312206 h 5017219"/>
              <a:gd name="connsiteX4867" fmla="*/ 4960321 w 5799173"/>
              <a:gd name="connsiteY4867" fmla="*/ 1312952 h 5017219"/>
              <a:gd name="connsiteX4868" fmla="*/ 4970705 w 5799173"/>
              <a:gd name="connsiteY4868" fmla="*/ 1330981 h 5017219"/>
              <a:gd name="connsiteX4869" fmla="*/ 4970705 w 5799173"/>
              <a:gd name="connsiteY4869" fmla="*/ 1332477 h 5017219"/>
              <a:gd name="connsiteX4870" fmla="*/ 4960238 w 5799173"/>
              <a:gd name="connsiteY4870" fmla="*/ 1350505 h 5017219"/>
              <a:gd name="connsiteX4871" fmla="*/ 4958992 w 5799173"/>
              <a:gd name="connsiteY4871" fmla="*/ 1351253 h 5017219"/>
              <a:gd name="connsiteX4872" fmla="*/ 1627896 w 5799173"/>
              <a:gd name="connsiteY4872" fmla="*/ 464357 h 5017219"/>
              <a:gd name="connsiteX4873" fmla="*/ 1626650 w 5799173"/>
              <a:gd name="connsiteY4873" fmla="*/ 463611 h 5017219"/>
              <a:gd name="connsiteX4874" fmla="*/ 1616182 w 5799173"/>
              <a:gd name="connsiteY4874" fmla="*/ 445499 h 5017219"/>
              <a:gd name="connsiteX4875" fmla="*/ 1616182 w 5799173"/>
              <a:gd name="connsiteY4875" fmla="*/ 444004 h 5017219"/>
              <a:gd name="connsiteX4876" fmla="*/ 1626650 w 5799173"/>
              <a:gd name="connsiteY4876" fmla="*/ 425892 h 5017219"/>
              <a:gd name="connsiteX4877" fmla="*/ 1627896 w 5799173"/>
              <a:gd name="connsiteY4877" fmla="*/ 425145 h 5017219"/>
              <a:gd name="connsiteX4878" fmla="*/ 1648832 w 5799173"/>
              <a:gd name="connsiteY4878" fmla="*/ 425145 h 5017219"/>
              <a:gd name="connsiteX4879" fmla="*/ 1650078 w 5799173"/>
              <a:gd name="connsiteY4879" fmla="*/ 425892 h 5017219"/>
              <a:gd name="connsiteX4880" fmla="*/ 1660546 w 5799173"/>
              <a:gd name="connsiteY4880" fmla="*/ 444004 h 5017219"/>
              <a:gd name="connsiteX4881" fmla="*/ 1660546 w 5799173"/>
              <a:gd name="connsiteY4881" fmla="*/ 445499 h 5017219"/>
              <a:gd name="connsiteX4882" fmla="*/ 1650078 w 5799173"/>
              <a:gd name="connsiteY4882" fmla="*/ 463611 h 5017219"/>
              <a:gd name="connsiteX4883" fmla="*/ 1648832 w 5799173"/>
              <a:gd name="connsiteY4883" fmla="*/ 464358 h 5017219"/>
              <a:gd name="connsiteX4884" fmla="*/ 4817767 w 5799173"/>
              <a:gd name="connsiteY4884" fmla="*/ 1319081 h 5017219"/>
              <a:gd name="connsiteX4885" fmla="*/ 4816521 w 5799173"/>
              <a:gd name="connsiteY4885" fmla="*/ 1318334 h 5017219"/>
              <a:gd name="connsiteX4886" fmla="*/ 4806053 w 5799173"/>
              <a:gd name="connsiteY4886" fmla="*/ 1300222 h 5017219"/>
              <a:gd name="connsiteX4887" fmla="*/ 4806053 w 5799173"/>
              <a:gd name="connsiteY4887" fmla="*/ 1298727 h 5017219"/>
              <a:gd name="connsiteX4888" fmla="*/ 4816521 w 5799173"/>
              <a:gd name="connsiteY4888" fmla="*/ 1280615 h 5017219"/>
              <a:gd name="connsiteX4889" fmla="*/ 4817767 w 5799173"/>
              <a:gd name="connsiteY4889" fmla="*/ 1279868 h 5017219"/>
              <a:gd name="connsiteX4890" fmla="*/ 4838703 w 5799173"/>
              <a:gd name="connsiteY4890" fmla="*/ 1279868 h 5017219"/>
              <a:gd name="connsiteX4891" fmla="*/ 4839949 w 5799173"/>
              <a:gd name="connsiteY4891" fmla="*/ 1280615 h 5017219"/>
              <a:gd name="connsiteX4892" fmla="*/ 4850417 w 5799173"/>
              <a:gd name="connsiteY4892" fmla="*/ 1298727 h 5017219"/>
              <a:gd name="connsiteX4893" fmla="*/ 4850417 w 5799173"/>
              <a:gd name="connsiteY4893" fmla="*/ 1300222 h 5017219"/>
              <a:gd name="connsiteX4894" fmla="*/ 4839949 w 5799173"/>
              <a:gd name="connsiteY4894" fmla="*/ 1318334 h 5017219"/>
              <a:gd name="connsiteX4895" fmla="*/ 4838703 w 5799173"/>
              <a:gd name="connsiteY4895" fmla="*/ 1319081 h 5017219"/>
              <a:gd name="connsiteX4896" fmla="*/ 4637147 w 5799173"/>
              <a:gd name="connsiteY4896" fmla="*/ 1270776 h 5017219"/>
              <a:gd name="connsiteX4897" fmla="*/ 4635901 w 5799173"/>
              <a:gd name="connsiteY4897" fmla="*/ 1270028 h 5017219"/>
              <a:gd name="connsiteX4898" fmla="*/ 4625350 w 5799173"/>
              <a:gd name="connsiteY4898" fmla="*/ 1251750 h 5017219"/>
              <a:gd name="connsiteX4899" fmla="*/ 4625350 w 5799173"/>
              <a:gd name="connsiteY4899" fmla="*/ 1250255 h 5017219"/>
              <a:gd name="connsiteX4900" fmla="*/ 4635901 w 5799173"/>
              <a:gd name="connsiteY4900" fmla="*/ 1231977 h 5017219"/>
              <a:gd name="connsiteX4901" fmla="*/ 4637147 w 5799173"/>
              <a:gd name="connsiteY4901" fmla="*/ 1231230 h 5017219"/>
              <a:gd name="connsiteX4902" fmla="*/ 4658166 w 5799173"/>
              <a:gd name="connsiteY4902" fmla="*/ 1231230 h 5017219"/>
              <a:gd name="connsiteX4903" fmla="*/ 4659412 w 5799173"/>
              <a:gd name="connsiteY4903" fmla="*/ 1231977 h 5017219"/>
              <a:gd name="connsiteX4904" fmla="*/ 4669963 w 5799173"/>
              <a:gd name="connsiteY4904" fmla="*/ 1250255 h 5017219"/>
              <a:gd name="connsiteX4905" fmla="*/ 4669963 w 5799173"/>
              <a:gd name="connsiteY4905" fmla="*/ 1251750 h 5017219"/>
              <a:gd name="connsiteX4906" fmla="*/ 4659412 w 5799173"/>
              <a:gd name="connsiteY4906" fmla="*/ 1270028 h 5017219"/>
              <a:gd name="connsiteX4907" fmla="*/ 4658166 w 5799173"/>
              <a:gd name="connsiteY4907" fmla="*/ 1270776 h 5017219"/>
              <a:gd name="connsiteX4908" fmla="*/ 4877893 w 5799173"/>
              <a:gd name="connsiteY4908" fmla="*/ 1335284 h 5017219"/>
              <a:gd name="connsiteX4909" fmla="*/ 4876646 w 5799173"/>
              <a:gd name="connsiteY4909" fmla="*/ 1334536 h 5017219"/>
              <a:gd name="connsiteX4910" fmla="*/ 4866095 w 5799173"/>
              <a:gd name="connsiteY4910" fmla="*/ 1316258 h 5017219"/>
              <a:gd name="connsiteX4911" fmla="*/ 4866095 w 5799173"/>
              <a:gd name="connsiteY4911" fmla="*/ 1314763 h 5017219"/>
              <a:gd name="connsiteX4912" fmla="*/ 4876647 w 5799173"/>
              <a:gd name="connsiteY4912" fmla="*/ 1296485 h 5017219"/>
              <a:gd name="connsiteX4913" fmla="*/ 4877892 w 5799173"/>
              <a:gd name="connsiteY4913" fmla="*/ 1295738 h 5017219"/>
              <a:gd name="connsiteX4914" fmla="*/ 4898912 w 5799173"/>
              <a:gd name="connsiteY4914" fmla="*/ 1295738 h 5017219"/>
              <a:gd name="connsiteX4915" fmla="*/ 4900158 w 5799173"/>
              <a:gd name="connsiteY4915" fmla="*/ 1296485 h 5017219"/>
              <a:gd name="connsiteX4916" fmla="*/ 4910709 w 5799173"/>
              <a:gd name="connsiteY4916" fmla="*/ 1314763 h 5017219"/>
              <a:gd name="connsiteX4917" fmla="*/ 4910709 w 5799173"/>
              <a:gd name="connsiteY4917" fmla="*/ 1316258 h 5017219"/>
              <a:gd name="connsiteX4918" fmla="*/ 4900158 w 5799173"/>
              <a:gd name="connsiteY4918" fmla="*/ 1334536 h 5017219"/>
              <a:gd name="connsiteX4919" fmla="*/ 4898911 w 5799173"/>
              <a:gd name="connsiteY4919" fmla="*/ 1335284 h 5017219"/>
              <a:gd name="connsiteX4920" fmla="*/ 4998265 w 5799173"/>
              <a:gd name="connsiteY4920" fmla="*/ 1367538 h 5017219"/>
              <a:gd name="connsiteX4921" fmla="*/ 4997019 w 5799173"/>
              <a:gd name="connsiteY4921" fmla="*/ 1366790 h 5017219"/>
              <a:gd name="connsiteX4922" fmla="*/ 4986468 w 5799173"/>
              <a:gd name="connsiteY4922" fmla="*/ 1348512 h 5017219"/>
              <a:gd name="connsiteX4923" fmla="*/ 4986468 w 5799173"/>
              <a:gd name="connsiteY4923" fmla="*/ 1347017 h 5017219"/>
              <a:gd name="connsiteX4924" fmla="*/ 4997019 w 5799173"/>
              <a:gd name="connsiteY4924" fmla="*/ 1328739 h 5017219"/>
              <a:gd name="connsiteX4925" fmla="*/ 4998265 w 5799173"/>
              <a:gd name="connsiteY4925" fmla="*/ 1327992 h 5017219"/>
              <a:gd name="connsiteX4926" fmla="*/ 5019284 w 5799173"/>
              <a:gd name="connsiteY4926" fmla="*/ 1327991 h 5017219"/>
              <a:gd name="connsiteX4927" fmla="*/ 5020531 w 5799173"/>
              <a:gd name="connsiteY4927" fmla="*/ 1328738 h 5017219"/>
              <a:gd name="connsiteX4928" fmla="*/ 5031081 w 5799173"/>
              <a:gd name="connsiteY4928" fmla="*/ 1347016 h 5017219"/>
              <a:gd name="connsiteX4929" fmla="*/ 5031081 w 5799173"/>
              <a:gd name="connsiteY4929" fmla="*/ 1348511 h 5017219"/>
              <a:gd name="connsiteX4930" fmla="*/ 5020530 w 5799173"/>
              <a:gd name="connsiteY4930" fmla="*/ 1366789 h 5017219"/>
              <a:gd name="connsiteX4931" fmla="*/ 5019284 w 5799173"/>
              <a:gd name="connsiteY4931" fmla="*/ 1367537 h 5017219"/>
              <a:gd name="connsiteX4932" fmla="*/ 2048867 w 5799173"/>
              <a:gd name="connsiteY4932" fmla="*/ 577828 h 5017219"/>
              <a:gd name="connsiteX4933" fmla="*/ 2047538 w 5799173"/>
              <a:gd name="connsiteY4933" fmla="*/ 577081 h 5017219"/>
              <a:gd name="connsiteX4934" fmla="*/ 2036738 w 5799173"/>
              <a:gd name="connsiteY4934" fmla="*/ 558388 h 5017219"/>
              <a:gd name="connsiteX4935" fmla="*/ 2036738 w 5799173"/>
              <a:gd name="connsiteY4935" fmla="*/ 556891 h 5017219"/>
              <a:gd name="connsiteX4936" fmla="*/ 2047538 w 5799173"/>
              <a:gd name="connsiteY4936" fmla="*/ 538199 h 5017219"/>
              <a:gd name="connsiteX4937" fmla="*/ 2048867 w 5799173"/>
              <a:gd name="connsiteY4937" fmla="*/ 537452 h 5017219"/>
              <a:gd name="connsiteX4938" fmla="*/ 2070468 w 5799173"/>
              <a:gd name="connsiteY4938" fmla="*/ 537452 h 5017219"/>
              <a:gd name="connsiteX4939" fmla="*/ 2071797 w 5799173"/>
              <a:gd name="connsiteY4939" fmla="*/ 538199 h 5017219"/>
              <a:gd name="connsiteX4940" fmla="*/ 2082598 w 5799173"/>
              <a:gd name="connsiteY4940" fmla="*/ 556891 h 5017219"/>
              <a:gd name="connsiteX4941" fmla="*/ 2082598 w 5799173"/>
              <a:gd name="connsiteY4941" fmla="*/ 558388 h 5017219"/>
              <a:gd name="connsiteX4942" fmla="*/ 2071797 w 5799173"/>
              <a:gd name="connsiteY4942" fmla="*/ 577080 h 5017219"/>
              <a:gd name="connsiteX4943" fmla="*/ 2070468 w 5799173"/>
              <a:gd name="connsiteY4943" fmla="*/ 577827 h 5017219"/>
              <a:gd name="connsiteX4944" fmla="*/ 1687748 w 5799173"/>
              <a:gd name="connsiteY4944" fmla="*/ 481161 h 5017219"/>
              <a:gd name="connsiteX4945" fmla="*/ 1686420 w 5799173"/>
              <a:gd name="connsiteY4945" fmla="*/ 480413 h 5017219"/>
              <a:gd name="connsiteX4946" fmla="*/ 1675620 w 5799173"/>
              <a:gd name="connsiteY4946" fmla="*/ 461637 h 5017219"/>
              <a:gd name="connsiteX4947" fmla="*/ 1675619 w 5799173"/>
              <a:gd name="connsiteY4947" fmla="*/ 460141 h 5017219"/>
              <a:gd name="connsiteX4948" fmla="*/ 1686420 w 5799173"/>
              <a:gd name="connsiteY4948" fmla="*/ 441367 h 5017219"/>
              <a:gd name="connsiteX4949" fmla="*/ 1687749 w 5799173"/>
              <a:gd name="connsiteY4949" fmla="*/ 440618 h 5017219"/>
              <a:gd name="connsiteX4950" fmla="*/ 1709433 w 5799173"/>
              <a:gd name="connsiteY4950" fmla="*/ 440618 h 5017219"/>
              <a:gd name="connsiteX4951" fmla="*/ 1710763 w 5799173"/>
              <a:gd name="connsiteY4951" fmla="*/ 441366 h 5017219"/>
              <a:gd name="connsiteX4952" fmla="*/ 1721562 w 5799173"/>
              <a:gd name="connsiteY4952" fmla="*/ 460141 h 5017219"/>
              <a:gd name="connsiteX4953" fmla="*/ 1721563 w 5799173"/>
              <a:gd name="connsiteY4953" fmla="*/ 461637 h 5017219"/>
              <a:gd name="connsiteX4954" fmla="*/ 1710763 w 5799173"/>
              <a:gd name="connsiteY4954" fmla="*/ 480413 h 5017219"/>
              <a:gd name="connsiteX4955" fmla="*/ 1709433 w 5799173"/>
              <a:gd name="connsiteY4955" fmla="*/ 481161 h 5017219"/>
              <a:gd name="connsiteX4956" fmla="*/ 1747934 w 5799173"/>
              <a:gd name="connsiteY4956" fmla="*/ 497288 h 5017219"/>
              <a:gd name="connsiteX4957" fmla="*/ 1746605 w 5799173"/>
              <a:gd name="connsiteY4957" fmla="*/ 496540 h 5017219"/>
              <a:gd name="connsiteX4958" fmla="*/ 1735806 w 5799173"/>
              <a:gd name="connsiteY4958" fmla="*/ 477764 h 5017219"/>
              <a:gd name="connsiteX4959" fmla="*/ 1735805 w 5799173"/>
              <a:gd name="connsiteY4959" fmla="*/ 476268 h 5017219"/>
              <a:gd name="connsiteX4960" fmla="*/ 1746606 w 5799173"/>
              <a:gd name="connsiteY4960" fmla="*/ 457493 h 5017219"/>
              <a:gd name="connsiteX4961" fmla="*/ 1747934 w 5799173"/>
              <a:gd name="connsiteY4961" fmla="*/ 456745 h 5017219"/>
              <a:gd name="connsiteX4962" fmla="*/ 1769618 w 5799173"/>
              <a:gd name="connsiteY4962" fmla="*/ 456745 h 5017219"/>
              <a:gd name="connsiteX4963" fmla="*/ 1770949 w 5799173"/>
              <a:gd name="connsiteY4963" fmla="*/ 457493 h 5017219"/>
              <a:gd name="connsiteX4964" fmla="*/ 1781748 w 5799173"/>
              <a:gd name="connsiteY4964" fmla="*/ 476268 h 5017219"/>
              <a:gd name="connsiteX4965" fmla="*/ 1781749 w 5799173"/>
              <a:gd name="connsiteY4965" fmla="*/ 477764 h 5017219"/>
              <a:gd name="connsiteX4966" fmla="*/ 1770948 w 5799173"/>
              <a:gd name="connsiteY4966" fmla="*/ 496540 h 5017219"/>
              <a:gd name="connsiteX4967" fmla="*/ 1769619 w 5799173"/>
              <a:gd name="connsiteY4967" fmla="*/ 497288 h 5017219"/>
              <a:gd name="connsiteX4968" fmla="*/ 1808121 w 5799173"/>
              <a:gd name="connsiteY4968" fmla="*/ 513415 h 5017219"/>
              <a:gd name="connsiteX4969" fmla="*/ 1806792 w 5799173"/>
              <a:gd name="connsiteY4969" fmla="*/ 512667 h 5017219"/>
              <a:gd name="connsiteX4970" fmla="*/ 1795992 w 5799173"/>
              <a:gd name="connsiteY4970" fmla="*/ 493891 h 5017219"/>
              <a:gd name="connsiteX4971" fmla="*/ 1795992 w 5799173"/>
              <a:gd name="connsiteY4971" fmla="*/ 492395 h 5017219"/>
              <a:gd name="connsiteX4972" fmla="*/ 1806792 w 5799173"/>
              <a:gd name="connsiteY4972" fmla="*/ 473620 h 5017219"/>
              <a:gd name="connsiteX4973" fmla="*/ 1808121 w 5799173"/>
              <a:gd name="connsiteY4973" fmla="*/ 472872 h 5017219"/>
              <a:gd name="connsiteX4974" fmla="*/ 1829805 w 5799173"/>
              <a:gd name="connsiteY4974" fmla="*/ 472872 h 5017219"/>
              <a:gd name="connsiteX4975" fmla="*/ 1831135 w 5799173"/>
              <a:gd name="connsiteY4975" fmla="*/ 473620 h 5017219"/>
              <a:gd name="connsiteX4976" fmla="*/ 1841935 w 5799173"/>
              <a:gd name="connsiteY4976" fmla="*/ 492395 h 5017219"/>
              <a:gd name="connsiteX4977" fmla="*/ 1841935 w 5799173"/>
              <a:gd name="connsiteY4977" fmla="*/ 493891 h 5017219"/>
              <a:gd name="connsiteX4978" fmla="*/ 1831135 w 5799173"/>
              <a:gd name="connsiteY4978" fmla="*/ 512667 h 5017219"/>
              <a:gd name="connsiteX4979" fmla="*/ 1829805 w 5799173"/>
              <a:gd name="connsiteY4979" fmla="*/ 513415 h 5017219"/>
              <a:gd name="connsiteX4980" fmla="*/ 1868307 w 5799173"/>
              <a:gd name="connsiteY4980" fmla="*/ 529542 h 5017219"/>
              <a:gd name="connsiteX4981" fmla="*/ 1866978 w 5799173"/>
              <a:gd name="connsiteY4981" fmla="*/ 528794 h 5017219"/>
              <a:gd name="connsiteX4982" fmla="*/ 1856178 w 5799173"/>
              <a:gd name="connsiteY4982" fmla="*/ 510018 h 5017219"/>
              <a:gd name="connsiteX4983" fmla="*/ 1856178 w 5799173"/>
              <a:gd name="connsiteY4983" fmla="*/ 508522 h 5017219"/>
              <a:gd name="connsiteX4984" fmla="*/ 1866978 w 5799173"/>
              <a:gd name="connsiteY4984" fmla="*/ 489747 h 5017219"/>
              <a:gd name="connsiteX4985" fmla="*/ 1868307 w 5799173"/>
              <a:gd name="connsiteY4985" fmla="*/ 488999 h 5017219"/>
              <a:gd name="connsiteX4986" fmla="*/ 1889991 w 5799173"/>
              <a:gd name="connsiteY4986" fmla="*/ 488999 h 5017219"/>
              <a:gd name="connsiteX4987" fmla="*/ 1891321 w 5799173"/>
              <a:gd name="connsiteY4987" fmla="*/ 489747 h 5017219"/>
              <a:gd name="connsiteX4988" fmla="*/ 1902121 w 5799173"/>
              <a:gd name="connsiteY4988" fmla="*/ 508522 h 5017219"/>
              <a:gd name="connsiteX4989" fmla="*/ 1902121 w 5799173"/>
              <a:gd name="connsiteY4989" fmla="*/ 510018 h 5017219"/>
              <a:gd name="connsiteX4990" fmla="*/ 1891321 w 5799173"/>
              <a:gd name="connsiteY4990" fmla="*/ 528794 h 5017219"/>
              <a:gd name="connsiteX4991" fmla="*/ 1889991 w 5799173"/>
              <a:gd name="connsiteY4991" fmla="*/ 529542 h 5017219"/>
              <a:gd name="connsiteX4992" fmla="*/ 1928493 w 5799173"/>
              <a:gd name="connsiteY4992" fmla="*/ 545669 h 5017219"/>
              <a:gd name="connsiteX4993" fmla="*/ 1927164 w 5799173"/>
              <a:gd name="connsiteY4993" fmla="*/ 544921 h 5017219"/>
              <a:gd name="connsiteX4994" fmla="*/ 1916364 w 5799173"/>
              <a:gd name="connsiteY4994" fmla="*/ 526145 h 5017219"/>
              <a:gd name="connsiteX4995" fmla="*/ 1916364 w 5799173"/>
              <a:gd name="connsiteY4995" fmla="*/ 524649 h 5017219"/>
              <a:gd name="connsiteX4996" fmla="*/ 1927164 w 5799173"/>
              <a:gd name="connsiteY4996" fmla="*/ 505874 h 5017219"/>
              <a:gd name="connsiteX4997" fmla="*/ 1928493 w 5799173"/>
              <a:gd name="connsiteY4997" fmla="*/ 505126 h 5017219"/>
              <a:gd name="connsiteX4998" fmla="*/ 1950177 w 5799173"/>
              <a:gd name="connsiteY4998" fmla="*/ 505125 h 5017219"/>
              <a:gd name="connsiteX4999" fmla="*/ 1951507 w 5799173"/>
              <a:gd name="connsiteY4999" fmla="*/ 505874 h 5017219"/>
              <a:gd name="connsiteX5000" fmla="*/ 1962307 w 5799173"/>
              <a:gd name="connsiteY5000" fmla="*/ 524649 h 5017219"/>
              <a:gd name="connsiteX5001" fmla="*/ 1962307 w 5799173"/>
              <a:gd name="connsiteY5001" fmla="*/ 526145 h 5017219"/>
              <a:gd name="connsiteX5002" fmla="*/ 1951507 w 5799173"/>
              <a:gd name="connsiteY5002" fmla="*/ 544921 h 5017219"/>
              <a:gd name="connsiteX5003" fmla="*/ 1950177 w 5799173"/>
              <a:gd name="connsiteY5003" fmla="*/ 545668 h 5017219"/>
              <a:gd name="connsiteX5004" fmla="*/ 1988680 w 5799173"/>
              <a:gd name="connsiteY5004" fmla="*/ 561796 h 5017219"/>
              <a:gd name="connsiteX5005" fmla="*/ 1987351 w 5799173"/>
              <a:gd name="connsiteY5005" fmla="*/ 561048 h 5017219"/>
              <a:gd name="connsiteX5006" fmla="*/ 1976551 w 5799173"/>
              <a:gd name="connsiteY5006" fmla="*/ 542272 h 5017219"/>
              <a:gd name="connsiteX5007" fmla="*/ 1976551 w 5799173"/>
              <a:gd name="connsiteY5007" fmla="*/ 540776 h 5017219"/>
              <a:gd name="connsiteX5008" fmla="*/ 1987351 w 5799173"/>
              <a:gd name="connsiteY5008" fmla="*/ 522001 h 5017219"/>
              <a:gd name="connsiteX5009" fmla="*/ 1988680 w 5799173"/>
              <a:gd name="connsiteY5009" fmla="*/ 521253 h 5017219"/>
              <a:gd name="connsiteX5010" fmla="*/ 2010364 w 5799173"/>
              <a:gd name="connsiteY5010" fmla="*/ 521252 h 5017219"/>
              <a:gd name="connsiteX5011" fmla="*/ 2011694 w 5799173"/>
              <a:gd name="connsiteY5011" fmla="*/ 522001 h 5017219"/>
              <a:gd name="connsiteX5012" fmla="*/ 2022494 w 5799173"/>
              <a:gd name="connsiteY5012" fmla="*/ 540776 h 5017219"/>
              <a:gd name="connsiteX5013" fmla="*/ 2022494 w 5799173"/>
              <a:gd name="connsiteY5013" fmla="*/ 542272 h 5017219"/>
              <a:gd name="connsiteX5014" fmla="*/ 2011694 w 5799173"/>
              <a:gd name="connsiteY5014" fmla="*/ 561048 h 5017219"/>
              <a:gd name="connsiteX5015" fmla="*/ 2010364 w 5799173"/>
              <a:gd name="connsiteY5015" fmla="*/ 561795 h 5017219"/>
              <a:gd name="connsiteX5016" fmla="*/ 2108483 w 5799173"/>
              <a:gd name="connsiteY5016" fmla="*/ 595120 h 5017219"/>
              <a:gd name="connsiteX5017" fmla="*/ 2107071 w 5799173"/>
              <a:gd name="connsiteY5017" fmla="*/ 594289 h 5017219"/>
              <a:gd name="connsiteX5018" fmla="*/ 2095689 w 5799173"/>
              <a:gd name="connsiteY5018" fmla="*/ 574516 h 5017219"/>
              <a:gd name="connsiteX5019" fmla="*/ 2095689 w 5799173"/>
              <a:gd name="connsiteY5019" fmla="*/ 572937 h 5017219"/>
              <a:gd name="connsiteX5020" fmla="*/ 2107070 w 5799173"/>
              <a:gd name="connsiteY5020" fmla="*/ 553165 h 5017219"/>
              <a:gd name="connsiteX5021" fmla="*/ 2108483 w 5799173"/>
              <a:gd name="connsiteY5021" fmla="*/ 552334 h 5017219"/>
              <a:gd name="connsiteX5022" fmla="*/ 2131247 w 5799173"/>
              <a:gd name="connsiteY5022" fmla="*/ 552334 h 5017219"/>
              <a:gd name="connsiteX5023" fmla="*/ 2132659 w 5799173"/>
              <a:gd name="connsiteY5023" fmla="*/ 553165 h 5017219"/>
              <a:gd name="connsiteX5024" fmla="*/ 2144041 w 5799173"/>
              <a:gd name="connsiteY5024" fmla="*/ 572937 h 5017219"/>
              <a:gd name="connsiteX5025" fmla="*/ 2144041 w 5799173"/>
              <a:gd name="connsiteY5025" fmla="*/ 574516 h 5017219"/>
              <a:gd name="connsiteX5026" fmla="*/ 2132659 w 5799173"/>
              <a:gd name="connsiteY5026" fmla="*/ 594289 h 5017219"/>
              <a:gd name="connsiteX5027" fmla="*/ 2131247 w 5799173"/>
              <a:gd name="connsiteY5027" fmla="*/ 595120 h 5017219"/>
              <a:gd name="connsiteX5028" fmla="*/ 3304868 w 5799173"/>
              <a:gd name="connsiteY5028" fmla="*/ 957354 h 5017219"/>
              <a:gd name="connsiteX5029" fmla="*/ 3304286 w 5799173"/>
              <a:gd name="connsiteY5029" fmla="*/ 957022 h 5017219"/>
              <a:gd name="connsiteX5030" fmla="*/ 3299551 w 5799173"/>
              <a:gd name="connsiteY5030" fmla="*/ 948797 h 5017219"/>
              <a:gd name="connsiteX5031" fmla="*/ 3299551 w 5799173"/>
              <a:gd name="connsiteY5031" fmla="*/ 948132 h 5017219"/>
              <a:gd name="connsiteX5032" fmla="*/ 3304286 w 5799173"/>
              <a:gd name="connsiteY5032" fmla="*/ 939906 h 5017219"/>
              <a:gd name="connsiteX5033" fmla="*/ 3304868 w 5799173"/>
              <a:gd name="connsiteY5033" fmla="*/ 939575 h 5017219"/>
              <a:gd name="connsiteX5034" fmla="*/ 3314339 w 5799173"/>
              <a:gd name="connsiteY5034" fmla="*/ 939575 h 5017219"/>
              <a:gd name="connsiteX5035" fmla="*/ 3314921 w 5799173"/>
              <a:gd name="connsiteY5035" fmla="*/ 939906 h 5017219"/>
              <a:gd name="connsiteX5036" fmla="*/ 3319656 w 5799173"/>
              <a:gd name="connsiteY5036" fmla="*/ 948132 h 5017219"/>
              <a:gd name="connsiteX5037" fmla="*/ 3319656 w 5799173"/>
              <a:gd name="connsiteY5037" fmla="*/ 948797 h 5017219"/>
              <a:gd name="connsiteX5038" fmla="*/ 3314921 w 5799173"/>
              <a:gd name="connsiteY5038" fmla="*/ 957022 h 5017219"/>
              <a:gd name="connsiteX5039" fmla="*/ 3314339 w 5799173"/>
              <a:gd name="connsiteY5039" fmla="*/ 957354 h 5017219"/>
              <a:gd name="connsiteX5040" fmla="*/ 4326599 w 5799173"/>
              <a:gd name="connsiteY5040" fmla="*/ 1234084 h 5017219"/>
              <a:gd name="connsiteX5041" fmla="*/ 4325852 w 5799173"/>
              <a:gd name="connsiteY5041" fmla="*/ 1233668 h 5017219"/>
              <a:gd name="connsiteX5042" fmla="*/ 4319787 w 5799173"/>
              <a:gd name="connsiteY5042" fmla="*/ 1223117 h 5017219"/>
              <a:gd name="connsiteX5043" fmla="*/ 4319787 w 5799173"/>
              <a:gd name="connsiteY5043" fmla="*/ 1222287 h 5017219"/>
              <a:gd name="connsiteX5044" fmla="*/ 4325935 w 5799173"/>
              <a:gd name="connsiteY5044" fmla="*/ 1211735 h 5017219"/>
              <a:gd name="connsiteX5045" fmla="*/ 4326682 w 5799173"/>
              <a:gd name="connsiteY5045" fmla="*/ 1211320 h 5017219"/>
              <a:gd name="connsiteX5046" fmla="*/ 4338895 w 5799173"/>
              <a:gd name="connsiteY5046" fmla="*/ 1211320 h 5017219"/>
              <a:gd name="connsiteX5047" fmla="*/ 4339642 w 5799173"/>
              <a:gd name="connsiteY5047" fmla="*/ 1211735 h 5017219"/>
              <a:gd name="connsiteX5048" fmla="*/ 4345707 w 5799173"/>
              <a:gd name="connsiteY5048" fmla="*/ 1222287 h 5017219"/>
              <a:gd name="connsiteX5049" fmla="*/ 4345707 w 5799173"/>
              <a:gd name="connsiteY5049" fmla="*/ 1223117 h 5017219"/>
              <a:gd name="connsiteX5050" fmla="*/ 4339559 w 5799173"/>
              <a:gd name="connsiteY5050" fmla="*/ 1233668 h 5017219"/>
              <a:gd name="connsiteX5051" fmla="*/ 4338812 w 5799173"/>
              <a:gd name="connsiteY5051" fmla="*/ 1234084 h 5017219"/>
              <a:gd name="connsiteX5052" fmla="*/ 3602962 w 5799173"/>
              <a:gd name="connsiteY5052" fmla="*/ 1043304 h 5017219"/>
              <a:gd name="connsiteX5053" fmla="*/ 3602048 w 5799173"/>
              <a:gd name="connsiteY5053" fmla="*/ 1042806 h 5017219"/>
              <a:gd name="connsiteX5054" fmla="*/ 3594488 w 5799173"/>
              <a:gd name="connsiteY5054" fmla="*/ 1029679 h 5017219"/>
              <a:gd name="connsiteX5055" fmla="*/ 3594488 w 5799173"/>
              <a:gd name="connsiteY5055" fmla="*/ 1028599 h 5017219"/>
              <a:gd name="connsiteX5056" fmla="*/ 3602048 w 5799173"/>
              <a:gd name="connsiteY5056" fmla="*/ 1015472 h 5017219"/>
              <a:gd name="connsiteX5057" fmla="*/ 3602962 w 5799173"/>
              <a:gd name="connsiteY5057" fmla="*/ 1014974 h 5017219"/>
              <a:gd name="connsiteX5058" fmla="*/ 3618082 w 5799173"/>
              <a:gd name="connsiteY5058" fmla="*/ 1014974 h 5017219"/>
              <a:gd name="connsiteX5059" fmla="*/ 3618996 w 5799173"/>
              <a:gd name="connsiteY5059" fmla="*/ 1015472 h 5017219"/>
              <a:gd name="connsiteX5060" fmla="*/ 3626556 w 5799173"/>
              <a:gd name="connsiteY5060" fmla="*/ 1028599 h 5017219"/>
              <a:gd name="connsiteX5061" fmla="*/ 3626556 w 5799173"/>
              <a:gd name="connsiteY5061" fmla="*/ 1029679 h 5017219"/>
              <a:gd name="connsiteX5062" fmla="*/ 3618996 w 5799173"/>
              <a:gd name="connsiteY5062" fmla="*/ 1042806 h 5017219"/>
              <a:gd name="connsiteX5063" fmla="*/ 3618082 w 5799173"/>
              <a:gd name="connsiteY5063" fmla="*/ 1043304 h 5017219"/>
              <a:gd name="connsiteX5064" fmla="*/ 2217205 w 5799173"/>
              <a:gd name="connsiteY5064" fmla="*/ 675131 h 5017219"/>
              <a:gd name="connsiteX5065" fmla="*/ 2216126 w 5799173"/>
              <a:gd name="connsiteY5065" fmla="*/ 674466 h 5017219"/>
              <a:gd name="connsiteX5066" fmla="*/ 2207070 w 5799173"/>
              <a:gd name="connsiteY5066" fmla="*/ 658765 h 5017219"/>
              <a:gd name="connsiteX5067" fmla="*/ 2207070 w 5799173"/>
              <a:gd name="connsiteY5067" fmla="*/ 657517 h 5017219"/>
              <a:gd name="connsiteX5068" fmla="*/ 2216126 w 5799173"/>
              <a:gd name="connsiteY5068" fmla="*/ 641816 h 5017219"/>
              <a:gd name="connsiteX5069" fmla="*/ 2217205 w 5799173"/>
              <a:gd name="connsiteY5069" fmla="*/ 641152 h 5017219"/>
              <a:gd name="connsiteX5070" fmla="*/ 2235317 w 5799173"/>
              <a:gd name="connsiteY5070" fmla="*/ 641152 h 5017219"/>
              <a:gd name="connsiteX5071" fmla="*/ 2236397 w 5799173"/>
              <a:gd name="connsiteY5071" fmla="*/ 641816 h 5017219"/>
              <a:gd name="connsiteX5072" fmla="*/ 2245452 w 5799173"/>
              <a:gd name="connsiteY5072" fmla="*/ 657517 h 5017219"/>
              <a:gd name="connsiteX5073" fmla="*/ 2245452 w 5799173"/>
              <a:gd name="connsiteY5073" fmla="*/ 658765 h 5017219"/>
              <a:gd name="connsiteX5074" fmla="*/ 2236397 w 5799173"/>
              <a:gd name="connsiteY5074" fmla="*/ 674466 h 5017219"/>
              <a:gd name="connsiteX5075" fmla="*/ 2235317 w 5799173"/>
              <a:gd name="connsiteY5075" fmla="*/ 675130 h 5017219"/>
              <a:gd name="connsiteX5076" fmla="*/ 2457690 w 5799173"/>
              <a:gd name="connsiteY5076" fmla="*/ 740135 h 5017219"/>
              <a:gd name="connsiteX5077" fmla="*/ 2456526 w 5799173"/>
              <a:gd name="connsiteY5077" fmla="*/ 739471 h 5017219"/>
              <a:gd name="connsiteX5078" fmla="*/ 2447222 w 5799173"/>
              <a:gd name="connsiteY5078" fmla="*/ 723354 h 5017219"/>
              <a:gd name="connsiteX5079" fmla="*/ 2447222 w 5799173"/>
              <a:gd name="connsiteY5079" fmla="*/ 722024 h 5017219"/>
              <a:gd name="connsiteX5080" fmla="*/ 2456525 w 5799173"/>
              <a:gd name="connsiteY5080" fmla="*/ 705907 h 5017219"/>
              <a:gd name="connsiteX5081" fmla="*/ 2457690 w 5799173"/>
              <a:gd name="connsiteY5081" fmla="*/ 705242 h 5017219"/>
              <a:gd name="connsiteX5082" fmla="*/ 2476299 w 5799173"/>
              <a:gd name="connsiteY5082" fmla="*/ 705243 h 5017219"/>
              <a:gd name="connsiteX5083" fmla="*/ 2477463 w 5799173"/>
              <a:gd name="connsiteY5083" fmla="*/ 705907 h 5017219"/>
              <a:gd name="connsiteX5084" fmla="*/ 2486767 w 5799173"/>
              <a:gd name="connsiteY5084" fmla="*/ 722024 h 5017219"/>
              <a:gd name="connsiteX5085" fmla="*/ 2486767 w 5799173"/>
              <a:gd name="connsiteY5085" fmla="*/ 723354 h 5017219"/>
              <a:gd name="connsiteX5086" fmla="*/ 2477463 w 5799173"/>
              <a:gd name="connsiteY5086" fmla="*/ 739471 h 5017219"/>
              <a:gd name="connsiteX5087" fmla="*/ 2476299 w 5799173"/>
              <a:gd name="connsiteY5087" fmla="*/ 740136 h 5017219"/>
              <a:gd name="connsiteX5088" fmla="*/ 2397422 w 5799173"/>
              <a:gd name="connsiteY5088" fmla="*/ 724080 h 5017219"/>
              <a:gd name="connsiteX5089" fmla="*/ 2396259 w 5799173"/>
              <a:gd name="connsiteY5089" fmla="*/ 723416 h 5017219"/>
              <a:gd name="connsiteX5090" fmla="*/ 2386871 w 5799173"/>
              <a:gd name="connsiteY5090" fmla="*/ 707215 h 5017219"/>
              <a:gd name="connsiteX5091" fmla="*/ 2386871 w 5799173"/>
              <a:gd name="connsiteY5091" fmla="*/ 705886 h 5017219"/>
              <a:gd name="connsiteX5092" fmla="*/ 2396259 w 5799173"/>
              <a:gd name="connsiteY5092" fmla="*/ 689685 h 5017219"/>
              <a:gd name="connsiteX5093" fmla="*/ 2397422 w 5799173"/>
              <a:gd name="connsiteY5093" fmla="*/ 689021 h 5017219"/>
              <a:gd name="connsiteX5094" fmla="*/ 2416115 w 5799173"/>
              <a:gd name="connsiteY5094" fmla="*/ 689021 h 5017219"/>
              <a:gd name="connsiteX5095" fmla="*/ 2417279 w 5799173"/>
              <a:gd name="connsiteY5095" fmla="*/ 689685 h 5017219"/>
              <a:gd name="connsiteX5096" fmla="*/ 2426666 w 5799173"/>
              <a:gd name="connsiteY5096" fmla="*/ 705886 h 5017219"/>
              <a:gd name="connsiteX5097" fmla="*/ 2426666 w 5799173"/>
              <a:gd name="connsiteY5097" fmla="*/ 707215 h 5017219"/>
              <a:gd name="connsiteX5098" fmla="*/ 2417278 w 5799173"/>
              <a:gd name="connsiteY5098" fmla="*/ 723416 h 5017219"/>
              <a:gd name="connsiteX5099" fmla="*/ 2416115 w 5799173"/>
              <a:gd name="connsiteY5099" fmla="*/ 724080 h 5017219"/>
              <a:gd name="connsiteX5100" fmla="*/ 2337235 w 5799173"/>
              <a:gd name="connsiteY5100" fmla="*/ 708048 h 5017219"/>
              <a:gd name="connsiteX5101" fmla="*/ 2336072 w 5799173"/>
              <a:gd name="connsiteY5101" fmla="*/ 707384 h 5017219"/>
              <a:gd name="connsiteX5102" fmla="*/ 2326684 w 5799173"/>
              <a:gd name="connsiteY5102" fmla="*/ 691101 h 5017219"/>
              <a:gd name="connsiteX5103" fmla="*/ 2326684 w 5799173"/>
              <a:gd name="connsiteY5103" fmla="*/ 689771 h 5017219"/>
              <a:gd name="connsiteX5104" fmla="*/ 2336072 w 5799173"/>
              <a:gd name="connsiteY5104" fmla="*/ 673488 h 5017219"/>
              <a:gd name="connsiteX5105" fmla="*/ 2337235 w 5799173"/>
              <a:gd name="connsiteY5105" fmla="*/ 672823 h 5017219"/>
              <a:gd name="connsiteX5106" fmla="*/ 2356011 w 5799173"/>
              <a:gd name="connsiteY5106" fmla="*/ 672823 h 5017219"/>
              <a:gd name="connsiteX5107" fmla="*/ 2357174 w 5799173"/>
              <a:gd name="connsiteY5107" fmla="*/ 673488 h 5017219"/>
              <a:gd name="connsiteX5108" fmla="*/ 2366562 w 5799173"/>
              <a:gd name="connsiteY5108" fmla="*/ 689771 h 5017219"/>
              <a:gd name="connsiteX5109" fmla="*/ 2366562 w 5799173"/>
              <a:gd name="connsiteY5109" fmla="*/ 691101 h 5017219"/>
              <a:gd name="connsiteX5110" fmla="*/ 2357174 w 5799173"/>
              <a:gd name="connsiteY5110" fmla="*/ 707384 h 5017219"/>
              <a:gd name="connsiteX5111" fmla="*/ 2356011 w 5799173"/>
              <a:gd name="connsiteY5111" fmla="*/ 708048 h 5017219"/>
              <a:gd name="connsiteX5112" fmla="*/ 4383483 w 5799173"/>
              <a:gd name="connsiteY5112" fmla="*/ 1256445 h 5017219"/>
              <a:gd name="connsiteX5113" fmla="*/ 4382320 w 5799173"/>
              <a:gd name="connsiteY5113" fmla="*/ 1255780 h 5017219"/>
              <a:gd name="connsiteX5114" fmla="*/ 4372849 w 5799173"/>
              <a:gd name="connsiteY5114" fmla="*/ 1239414 h 5017219"/>
              <a:gd name="connsiteX5115" fmla="*/ 4372849 w 5799173"/>
              <a:gd name="connsiteY5115" fmla="*/ 1238084 h 5017219"/>
              <a:gd name="connsiteX5116" fmla="*/ 4382320 w 5799173"/>
              <a:gd name="connsiteY5116" fmla="*/ 1221718 h 5017219"/>
              <a:gd name="connsiteX5117" fmla="*/ 4383483 w 5799173"/>
              <a:gd name="connsiteY5117" fmla="*/ 1221053 h 5017219"/>
              <a:gd name="connsiteX5118" fmla="*/ 4402425 w 5799173"/>
              <a:gd name="connsiteY5118" fmla="*/ 1221053 h 5017219"/>
              <a:gd name="connsiteX5119" fmla="*/ 4403588 w 5799173"/>
              <a:gd name="connsiteY5119" fmla="*/ 1221718 h 5017219"/>
              <a:gd name="connsiteX5120" fmla="*/ 4413059 w 5799173"/>
              <a:gd name="connsiteY5120" fmla="*/ 1238084 h 5017219"/>
              <a:gd name="connsiteX5121" fmla="*/ 4413059 w 5799173"/>
              <a:gd name="connsiteY5121" fmla="*/ 1239414 h 5017219"/>
              <a:gd name="connsiteX5122" fmla="*/ 4403588 w 5799173"/>
              <a:gd name="connsiteY5122" fmla="*/ 1255780 h 5017219"/>
              <a:gd name="connsiteX5123" fmla="*/ 4402425 w 5799173"/>
              <a:gd name="connsiteY5123" fmla="*/ 1256445 h 5017219"/>
              <a:gd name="connsiteX5124" fmla="*/ 3239759 w 5799173"/>
              <a:gd name="connsiteY5124" fmla="*/ 950352 h 5017219"/>
              <a:gd name="connsiteX5125" fmla="*/ 3238596 w 5799173"/>
              <a:gd name="connsiteY5125" fmla="*/ 949687 h 5017219"/>
              <a:gd name="connsiteX5126" fmla="*/ 3228959 w 5799173"/>
              <a:gd name="connsiteY5126" fmla="*/ 933072 h 5017219"/>
              <a:gd name="connsiteX5127" fmla="*/ 3228959 w 5799173"/>
              <a:gd name="connsiteY5127" fmla="*/ 931742 h 5017219"/>
              <a:gd name="connsiteX5128" fmla="*/ 3238596 w 5799173"/>
              <a:gd name="connsiteY5128" fmla="*/ 915126 h 5017219"/>
              <a:gd name="connsiteX5129" fmla="*/ 3239759 w 5799173"/>
              <a:gd name="connsiteY5129" fmla="*/ 914462 h 5017219"/>
              <a:gd name="connsiteX5130" fmla="*/ 3258951 w 5799173"/>
              <a:gd name="connsiteY5130" fmla="*/ 914462 h 5017219"/>
              <a:gd name="connsiteX5131" fmla="*/ 3260114 w 5799173"/>
              <a:gd name="connsiteY5131" fmla="*/ 915126 h 5017219"/>
              <a:gd name="connsiteX5132" fmla="*/ 3269751 w 5799173"/>
              <a:gd name="connsiteY5132" fmla="*/ 931742 h 5017219"/>
              <a:gd name="connsiteX5133" fmla="*/ 3269751 w 5799173"/>
              <a:gd name="connsiteY5133" fmla="*/ 933072 h 5017219"/>
              <a:gd name="connsiteX5134" fmla="*/ 3260114 w 5799173"/>
              <a:gd name="connsiteY5134" fmla="*/ 949687 h 5017219"/>
              <a:gd name="connsiteX5135" fmla="*/ 3258951 w 5799173"/>
              <a:gd name="connsiteY5135" fmla="*/ 950352 h 5017219"/>
              <a:gd name="connsiteX5136" fmla="*/ 1554410 w 5799173"/>
              <a:gd name="connsiteY5136" fmla="*/ 499147 h 5017219"/>
              <a:gd name="connsiteX5137" fmla="*/ 1553246 w 5799173"/>
              <a:gd name="connsiteY5137" fmla="*/ 498483 h 5017219"/>
              <a:gd name="connsiteX5138" fmla="*/ 1543442 w 5799173"/>
              <a:gd name="connsiteY5138" fmla="*/ 481452 h 5017219"/>
              <a:gd name="connsiteX5139" fmla="*/ 1543443 w 5799173"/>
              <a:gd name="connsiteY5139" fmla="*/ 480039 h 5017219"/>
              <a:gd name="connsiteX5140" fmla="*/ 1553246 w 5799173"/>
              <a:gd name="connsiteY5140" fmla="*/ 463008 h 5017219"/>
              <a:gd name="connsiteX5141" fmla="*/ 1554409 w 5799173"/>
              <a:gd name="connsiteY5141" fmla="*/ 462343 h 5017219"/>
              <a:gd name="connsiteX5142" fmla="*/ 1574016 w 5799173"/>
              <a:gd name="connsiteY5142" fmla="*/ 462343 h 5017219"/>
              <a:gd name="connsiteX5143" fmla="*/ 1575178 w 5799173"/>
              <a:gd name="connsiteY5143" fmla="*/ 463008 h 5017219"/>
              <a:gd name="connsiteX5144" fmla="*/ 1584983 w 5799173"/>
              <a:gd name="connsiteY5144" fmla="*/ 480039 h 5017219"/>
              <a:gd name="connsiteX5145" fmla="*/ 1584982 w 5799173"/>
              <a:gd name="connsiteY5145" fmla="*/ 481452 h 5017219"/>
              <a:gd name="connsiteX5146" fmla="*/ 1575179 w 5799173"/>
              <a:gd name="connsiteY5146" fmla="*/ 498483 h 5017219"/>
              <a:gd name="connsiteX5147" fmla="*/ 1574015 w 5799173"/>
              <a:gd name="connsiteY5147" fmla="*/ 499147 h 5017219"/>
              <a:gd name="connsiteX5148" fmla="*/ 4262789 w 5799173"/>
              <a:gd name="connsiteY5148" fmla="*/ 1224856 h 5017219"/>
              <a:gd name="connsiteX5149" fmla="*/ 4261626 w 5799173"/>
              <a:gd name="connsiteY5149" fmla="*/ 1224192 h 5017219"/>
              <a:gd name="connsiteX5150" fmla="*/ 4251823 w 5799173"/>
              <a:gd name="connsiteY5150" fmla="*/ 1207161 h 5017219"/>
              <a:gd name="connsiteX5151" fmla="*/ 4251823 w 5799173"/>
              <a:gd name="connsiteY5151" fmla="*/ 1205747 h 5017219"/>
              <a:gd name="connsiteX5152" fmla="*/ 4261626 w 5799173"/>
              <a:gd name="connsiteY5152" fmla="*/ 1188716 h 5017219"/>
              <a:gd name="connsiteX5153" fmla="*/ 4262790 w 5799173"/>
              <a:gd name="connsiteY5153" fmla="*/ 1188052 h 5017219"/>
              <a:gd name="connsiteX5154" fmla="*/ 4282396 w 5799173"/>
              <a:gd name="connsiteY5154" fmla="*/ 1188051 h 5017219"/>
              <a:gd name="connsiteX5155" fmla="*/ 4283559 w 5799173"/>
              <a:gd name="connsiteY5155" fmla="*/ 1188717 h 5017219"/>
              <a:gd name="connsiteX5156" fmla="*/ 4293363 w 5799173"/>
              <a:gd name="connsiteY5156" fmla="*/ 1205748 h 5017219"/>
              <a:gd name="connsiteX5157" fmla="*/ 4293363 w 5799173"/>
              <a:gd name="connsiteY5157" fmla="*/ 1207160 h 5017219"/>
              <a:gd name="connsiteX5158" fmla="*/ 4283559 w 5799173"/>
              <a:gd name="connsiteY5158" fmla="*/ 1224192 h 5017219"/>
              <a:gd name="connsiteX5159" fmla="*/ 4282396 w 5799173"/>
              <a:gd name="connsiteY5159" fmla="*/ 1224855 h 5017219"/>
              <a:gd name="connsiteX5160" fmla="*/ 3179335 w 5799173"/>
              <a:gd name="connsiteY5160" fmla="*/ 934726 h 5017219"/>
              <a:gd name="connsiteX5161" fmla="*/ 3178170 w 5799173"/>
              <a:gd name="connsiteY5161" fmla="*/ 934062 h 5017219"/>
              <a:gd name="connsiteX5162" fmla="*/ 3168285 w 5799173"/>
              <a:gd name="connsiteY5162" fmla="*/ 916946 h 5017219"/>
              <a:gd name="connsiteX5163" fmla="*/ 3168285 w 5799173"/>
              <a:gd name="connsiteY5163" fmla="*/ 915535 h 5017219"/>
              <a:gd name="connsiteX5164" fmla="*/ 3178171 w 5799173"/>
              <a:gd name="connsiteY5164" fmla="*/ 898420 h 5017219"/>
              <a:gd name="connsiteX5165" fmla="*/ 3179335 w 5799173"/>
              <a:gd name="connsiteY5165" fmla="*/ 897755 h 5017219"/>
              <a:gd name="connsiteX5166" fmla="*/ 3199024 w 5799173"/>
              <a:gd name="connsiteY5166" fmla="*/ 897756 h 5017219"/>
              <a:gd name="connsiteX5167" fmla="*/ 3200187 w 5799173"/>
              <a:gd name="connsiteY5167" fmla="*/ 898419 h 5017219"/>
              <a:gd name="connsiteX5168" fmla="*/ 3210074 w 5799173"/>
              <a:gd name="connsiteY5168" fmla="*/ 915535 h 5017219"/>
              <a:gd name="connsiteX5169" fmla="*/ 3210074 w 5799173"/>
              <a:gd name="connsiteY5169" fmla="*/ 916947 h 5017219"/>
              <a:gd name="connsiteX5170" fmla="*/ 3200187 w 5799173"/>
              <a:gd name="connsiteY5170" fmla="*/ 934061 h 5017219"/>
              <a:gd name="connsiteX5171" fmla="*/ 3199024 w 5799173"/>
              <a:gd name="connsiteY5171" fmla="*/ 934726 h 5017219"/>
              <a:gd name="connsiteX5172" fmla="*/ 3660825 w 5799173"/>
              <a:gd name="connsiteY5172" fmla="*/ 1063741 h 5017219"/>
              <a:gd name="connsiteX5173" fmla="*/ 3659660 w 5799173"/>
              <a:gd name="connsiteY5173" fmla="*/ 1063077 h 5017219"/>
              <a:gd name="connsiteX5174" fmla="*/ 3649775 w 5799173"/>
              <a:gd name="connsiteY5174" fmla="*/ 1045961 h 5017219"/>
              <a:gd name="connsiteX5175" fmla="*/ 3649775 w 5799173"/>
              <a:gd name="connsiteY5175" fmla="*/ 1044550 h 5017219"/>
              <a:gd name="connsiteX5176" fmla="*/ 3659661 w 5799173"/>
              <a:gd name="connsiteY5176" fmla="*/ 1027435 h 5017219"/>
              <a:gd name="connsiteX5177" fmla="*/ 3660825 w 5799173"/>
              <a:gd name="connsiteY5177" fmla="*/ 1026770 h 5017219"/>
              <a:gd name="connsiteX5178" fmla="*/ 3680514 w 5799173"/>
              <a:gd name="connsiteY5178" fmla="*/ 1026771 h 5017219"/>
              <a:gd name="connsiteX5179" fmla="*/ 3681676 w 5799173"/>
              <a:gd name="connsiteY5179" fmla="*/ 1027434 h 5017219"/>
              <a:gd name="connsiteX5180" fmla="*/ 3691564 w 5799173"/>
              <a:gd name="connsiteY5180" fmla="*/ 1044549 h 5017219"/>
              <a:gd name="connsiteX5181" fmla="*/ 3691564 w 5799173"/>
              <a:gd name="connsiteY5181" fmla="*/ 1045962 h 5017219"/>
              <a:gd name="connsiteX5182" fmla="*/ 3681677 w 5799173"/>
              <a:gd name="connsiteY5182" fmla="*/ 1063076 h 5017219"/>
              <a:gd name="connsiteX5183" fmla="*/ 3680514 w 5799173"/>
              <a:gd name="connsiteY5183" fmla="*/ 1063740 h 5017219"/>
              <a:gd name="connsiteX5184" fmla="*/ 4443241 w 5799173"/>
              <a:gd name="connsiteY5184" fmla="*/ 1273493 h 5017219"/>
              <a:gd name="connsiteX5185" fmla="*/ 4441995 w 5799173"/>
              <a:gd name="connsiteY5185" fmla="*/ 1272829 h 5017219"/>
              <a:gd name="connsiteX5186" fmla="*/ 4432109 w 5799173"/>
              <a:gd name="connsiteY5186" fmla="*/ 1255631 h 5017219"/>
              <a:gd name="connsiteX5187" fmla="*/ 4432109 w 5799173"/>
              <a:gd name="connsiteY5187" fmla="*/ 1254219 h 5017219"/>
              <a:gd name="connsiteX5188" fmla="*/ 4441995 w 5799173"/>
              <a:gd name="connsiteY5188" fmla="*/ 1237022 h 5017219"/>
              <a:gd name="connsiteX5189" fmla="*/ 4443241 w 5799173"/>
              <a:gd name="connsiteY5189" fmla="*/ 1236357 h 5017219"/>
              <a:gd name="connsiteX5190" fmla="*/ 4463098 w 5799173"/>
              <a:gd name="connsiteY5190" fmla="*/ 1236357 h 5017219"/>
              <a:gd name="connsiteX5191" fmla="*/ 4464344 w 5799173"/>
              <a:gd name="connsiteY5191" fmla="*/ 1237022 h 5017219"/>
              <a:gd name="connsiteX5192" fmla="*/ 4474230 w 5799173"/>
              <a:gd name="connsiteY5192" fmla="*/ 1254219 h 5017219"/>
              <a:gd name="connsiteX5193" fmla="*/ 4474230 w 5799173"/>
              <a:gd name="connsiteY5193" fmla="*/ 1255631 h 5017219"/>
              <a:gd name="connsiteX5194" fmla="*/ 4464344 w 5799173"/>
              <a:gd name="connsiteY5194" fmla="*/ 1272829 h 5017219"/>
              <a:gd name="connsiteX5195" fmla="*/ 4463098 w 5799173"/>
              <a:gd name="connsiteY5195" fmla="*/ 1273493 h 5017219"/>
              <a:gd name="connsiteX5196" fmla="*/ 4503428 w 5799173"/>
              <a:gd name="connsiteY5196" fmla="*/ 1289620 h 5017219"/>
              <a:gd name="connsiteX5197" fmla="*/ 4502182 w 5799173"/>
              <a:gd name="connsiteY5197" fmla="*/ 1288956 h 5017219"/>
              <a:gd name="connsiteX5198" fmla="*/ 4492296 w 5799173"/>
              <a:gd name="connsiteY5198" fmla="*/ 1271758 h 5017219"/>
              <a:gd name="connsiteX5199" fmla="*/ 4492296 w 5799173"/>
              <a:gd name="connsiteY5199" fmla="*/ 1270346 h 5017219"/>
              <a:gd name="connsiteX5200" fmla="*/ 4502182 w 5799173"/>
              <a:gd name="connsiteY5200" fmla="*/ 1253149 h 5017219"/>
              <a:gd name="connsiteX5201" fmla="*/ 4503428 w 5799173"/>
              <a:gd name="connsiteY5201" fmla="*/ 1252484 h 5017219"/>
              <a:gd name="connsiteX5202" fmla="*/ 4523285 w 5799173"/>
              <a:gd name="connsiteY5202" fmla="*/ 1252484 h 5017219"/>
              <a:gd name="connsiteX5203" fmla="*/ 4524531 w 5799173"/>
              <a:gd name="connsiteY5203" fmla="*/ 1253149 h 5017219"/>
              <a:gd name="connsiteX5204" fmla="*/ 4534417 w 5799173"/>
              <a:gd name="connsiteY5204" fmla="*/ 1270346 h 5017219"/>
              <a:gd name="connsiteX5205" fmla="*/ 4534417 w 5799173"/>
              <a:gd name="connsiteY5205" fmla="*/ 1271758 h 5017219"/>
              <a:gd name="connsiteX5206" fmla="*/ 4524531 w 5799173"/>
              <a:gd name="connsiteY5206" fmla="*/ 1288956 h 5017219"/>
              <a:gd name="connsiteX5207" fmla="*/ 4523285 w 5799173"/>
              <a:gd name="connsiteY5207" fmla="*/ 1289620 h 5017219"/>
              <a:gd name="connsiteX5208" fmla="*/ 5165334 w 5799173"/>
              <a:gd name="connsiteY5208" fmla="*/ 1467174 h 5017219"/>
              <a:gd name="connsiteX5209" fmla="*/ 5164087 w 5799173"/>
              <a:gd name="connsiteY5209" fmla="*/ 1466426 h 5017219"/>
              <a:gd name="connsiteX5210" fmla="*/ 5154118 w 5799173"/>
              <a:gd name="connsiteY5210" fmla="*/ 1449063 h 5017219"/>
              <a:gd name="connsiteX5211" fmla="*/ 5154118 w 5799173"/>
              <a:gd name="connsiteY5211" fmla="*/ 1447650 h 5017219"/>
              <a:gd name="connsiteX5212" fmla="*/ 5164170 w 5799173"/>
              <a:gd name="connsiteY5212" fmla="*/ 1430287 h 5017219"/>
              <a:gd name="connsiteX5213" fmla="*/ 5165417 w 5799173"/>
              <a:gd name="connsiteY5213" fmla="*/ 1429539 h 5017219"/>
              <a:gd name="connsiteX5214" fmla="*/ 5185439 w 5799173"/>
              <a:gd name="connsiteY5214" fmla="*/ 1429540 h 5017219"/>
              <a:gd name="connsiteX5215" fmla="*/ 5186685 w 5799173"/>
              <a:gd name="connsiteY5215" fmla="*/ 1430288 h 5017219"/>
              <a:gd name="connsiteX5216" fmla="*/ 5196654 w 5799173"/>
              <a:gd name="connsiteY5216" fmla="*/ 1447650 h 5017219"/>
              <a:gd name="connsiteX5217" fmla="*/ 5196654 w 5799173"/>
              <a:gd name="connsiteY5217" fmla="*/ 1449063 h 5017219"/>
              <a:gd name="connsiteX5218" fmla="*/ 5186602 w 5799173"/>
              <a:gd name="connsiteY5218" fmla="*/ 1466426 h 5017219"/>
              <a:gd name="connsiteX5219" fmla="*/ 5185356 w 5799173"/>
              <a:gd name="connsiteY5219" fmla="*/ 1467174 h 5017219"/>
              <a:gd name="connsiteX5220" fmla="*/ 3119002 w 5799173"/>
              <a:gd name="connsiteY5220" fmla="*/ 918944 h 5017219"/>
              <a:gd name="connsiteX5221" fmla="*/ 3117756 w 5799173"/>
              <a:gd name="connsiteY5221" fmla="*/ 918196 h 5017219"/>
              <a:gd name="connsiteX5222" fmla="*/ 3107703 w 5799173"/>
              <a:gd name="connsiteY5222" fmla="*/ 900750 h 5017219"/>
              <a:gd name="connsiteX5223" fmla="*/ 3107703 w 5799173"/>
              <a:gd name="connsiteY5223" fmla="*/ 899337 h 5017219"/>
              <a:gd name="connsiteX5224" fmla="*/ 3117756 w 5799173"/>
              <a:gd name="connsiteY5224" fmla="*/ 881891 h 5017219"/>
              <a:gd name="connsiteX5225" fmla="*/ 3119002 w 5799173"/>
              <a:gd name="connsiteY5225" fmla="*/ 881143 h 5017219"/>
              <a:gd name="connsiteX5226" fmla="*/ 3139107 w 5799173"/>
              <a:gd name="connsiteY5226" fmla="*/ 881143 h 5017219"/>
              <a:gd name="connsiteX5227" fmla="*/ 3140353 w 5799173"/>
              <a:gd name="connsiteY5227" fmla="*/ 881891 h 5017219"/>
              <a:gd name="connsiteX5228" fmla="*/ 3150406 w 5799173"/>
              <a:gd name="connsiteY5228" fmla="*/ 899337 h 5017219"/>
              <a:gd name="connsiteX5229" fmla="*/ 3150406 w 5799173"/>
              <a:gd name="connsiteY5229" fmla="*/ 900750 h 5017219"/>
              <a:gd name="connsiteX5230" fmla="*/ 3140353 w 5799173"/>
              <a:gd name="connsiteY5230" fmla="*/ 918196 h 5017219"/>
              <a:gd name="connsiteX5231" fmla="*/ 3139107 w 5799173"/>
              <a:gd name="connsiteY5231" fmla="*/ 918944 h 5017219"/>
              <a:gd name="connsiteX5232" fmla="*/ 4683844 w 5799173"/>
              <a:gd name="connsiteY5232" fmla="*/ 1338242 h 5017219"/>
              <a:gd name="connsiteX5233" fmla="*/ 4682598 w 5799173"/>
              <a:gd name="connsiteY5233" fmla="*/ 1337494 h 5017219"/>
              <a:gd name="connsiteX5234" fmla="*/ 4672545 w 5799173"/>
              <a:gd name="connsiteY5234" fmla="*/ 1320049 h 5017219"/>
              <a:gd name="connsiteX5235" fmla="*/ 4672545 w 5799173"/>
              <a:gd name="connsiteY5235" fmla="*/ 1318635 h 5017219"/>
              <a:gd name="connsiteX5236" fmla="*/ 4682598 w 5799173"/>
              <a:gd name="connsiteY5236" fmla="*/ 1301189 h 5017219"/>
              <a:gd name="connsiteX5237" fmla="*/ 4683844 w 5799173"/>
              <a:gd name="connsiteY5237" fmla="*/ 1300441 h 5017219"/>
              <a:gd name="connsiteX5238" fmla="*/ 4703949 w 5799173"/>
              <a:gd name="connsiteY5238" fmla="*/ 1300441 h 5017219"/>
              <a:gd name="connsiteX5239" fmla="*/ 4705195 w 5799173"/>
              <a:gd name="connsiteY5239" fmla="*/ 1301189 h 5017219"/>
              <a:gd name="connsiteX5240" fmla="*/ 4715248 w 5799173"/>
              <a:gd name="connsiteY5240" fmla="*/ 1318636 h 5017219"/>
              <a:gd name="connsiteX5241" fmla="*/ 4715248 w 5799173"/>
              <a:gd name="connsiteY5241" fmla="*/ 1320048 h 5017219"/>
              <a:gd name="connsiteX5242" fmla="*/ 4705195 w 5799173"/>
              <a:gd name="connsiteY5242" fmla="*/ 1337494 h 5017219"/>
              <a:gd name="connsiteX5243" fmla="*/ 4703949 w 5799173"/>
              <a:gd name="connsiteY5243" fmla="*/ 1338242 h 5017219"/>
              <a:gd name="connsiteX5244" fmla="*/ 2276312 w 5799173"/>
              <a:gd name="connsiteY5244" fmla="*/ 693252 h 5017219"/>
              <a:gd name="connsiteX5245" fmla="*/ 2275066 w 5799173"/>
              <a:gd name="connsiteY5245" fmla="*/ 692504 h 5017219"/>
              <a:gd name="connsiteX5246" fmla="*/ 2264930 w 5799173"/>
              <a:gd name="connsiteY5246" fmla="*/ 674974 h 5017219"/>
              <a:gd name="connsiteX5247" fmla="*/ 2264930 w 5799173"/>
              <a:gd name="connsiteY5247" fmla="*/ 673562 h 5017219"/>
              <a:gd name="connsiteX5248" fmla="*/ 2275066 w 5799173"/>
              <a:gd name="connsiteY5248" fmla="*/ 656032 h 5017219"/>
              <a:gd name="connsiteX5249" fmla="*/ 2276312 w 5799173"/>
              <a:gd name="connsiteY5249" fmla="*/ 655284 h 5017219"/>
              <a:gd name="connsiteX5250" fmla="*/ 2296583 w 5799173"/>
              <a:gd name="connsiteY5250" fmla="*/ 655284 h 5017219"/>
              <a:gd name="connsiteX5251" fmla="*/ 2297829 w 5799173"/>
              <a:gd name="connsiteY5251" fmla="*/ 656032 h 5017219"/>
              <a:gd name="connsiteX5252" fmla="*/ 2307965 w 5799173"/>
              <a:gd name="connsiteY5252" fmla="*/ 673563 h 5017219"/>
              <a:gd name="connsiteX5253" fmla="*/ 2307965 w 5799173"/>
              <a:gd name="connsiteY5253" fmla="*/ 674974 h 5017219"/>
              <a:gd name="connsiteX5254" fmla="*/ 2297829 w 5799173"/>
              <a:gd name="connsiteY5254" fmla="*/ 692504 h 5017219"/>
              <a:gd name="connsiteX5255" fmla="*/ 2296583 w 5799173"/>
              <a:gd name="connsiteY5255" fmla="*/ 693252 h 5017219"/>
              <a:gd name="connsiteX5256" fmla="*/ 4563388 w 5799173"/>
              <a:gd name="connsiteY5256" fmla="*/ 1306072 h 5017219"/>
              <a:gd name="connsiteX5257" fmla="*/ 4562143 w 5799173"/>
              <a:gd name="connsiteY5257" fmla="*/ 1305325 h 5017219"/>
              <a:gd name="connsiteX5258" fmla="*/ 4552006 w 5799173"/>
              <a:gd name="connsiteY5258" fmla="*/ 1287795 h 5017219"/>
              <a:gd name="connsiteX5259" fmla="*/ 4552006 w 5799173"/>
              <a:gd name="connsiteY5259" fmla="*/ 1286383 h 5017219"/>
              <a:gd name="connsiteX5260" fmla="*/ 4562142 w 5799173"/>
              <a:gd name="connsiteY5260" fmla="*/ 1268853 h 5017219"/>
              <a:gd name="connsiteX5261" fmla="*/ 4563388 w 5799173"/>
              <a:gd name="connsiteY5261" fmla="*/ 1268105 h 5017219"/>
              <a:gd name="connsiteX5262" fmla="*/ 4583660 w 5799173"/>
              <a:gd name="connsiteY5262" fmla="*/ 1268105 h 5017219"/>
              <a:gd name="connsiteX5263" fmla="*/ 4584906 w 5799173"/>
              <a:gd name="connsiteY5263" fmla="*/ 1268853 h 5017219"/>
              <a:gd name="connsiteX5264" fmla="*/ 4595041 w 5799173"/>
              <a:gd name="connsiteY5264" fmla="*/ 1286383 h 5017219"/>
              <a:gd name="connsiteX5265" fmla="*/ 4595041 w 5799173"/>
              <a:gd name="connsiteY5265" fmla="*/ 1287795 h 5017219"/>
              <a:gd name="connsiteX5266" fmla="*/ 4584905 w 5799173"/>
              <a:gd name="connsiteY5266" fmla="*/ 1305324 h 5017219"/>
              <a:gd name="connsiteX5267" fmla="*/ 4583660 w 5799173"/>
              <a:gd name="connsiteY5267" fmla="*/ 1306072 h 5017219"/>
              <a:gd name="connsiteX5268" fmla="*/ 5105065 w 5799173"/>
              <a:gd name="connsiteY5268" fmla="*/ 1451214 h 5017219"/>
              <a:gd name="connsiteX5269" fmla="*/ 5103820 w 5799173"/>
              <a:gd name="connsiteY5269" fmla="*/ 1450466 h 5017219"/>
              <a:gd name="connsiteX5270" fmla="*/ 5093683 w 5799173"/>
              <a:gd name="connsiteY5270" fmla="*/ 1432937 h 5017219"/>
              <a:gd name="connsiteX5271" fmla="*/ 5093683 w 5799173"/>
              <a:gd name="connsiteY5271" fmla="*/ 1431525 h 5017219"/>
              <a:gd name="connsiteX5272" fmla="*/ 5103819 w 5799173"/>
              <a:gd name="connsiteY5272" fmla="*/ 1413995 h 5017219"/>
              <a:gd name="connsiteX5273" fmla="*/ 5105065 w 5799173"/>
              <a:gd name="connsiteY5273" fmla="*/ 1413247 h 5017219"/>
              <a:gd name="connsiteX5274" fmla="*/ 5125336 w 5799173"/>
              <a:gd name="connsiteY5274" fmla="*/ 1413247 h 5017219"/>
              <a:gd name="connsiteX5275" fmla="*/ 5126582 w 5799173"/>
              <a:gd name="connsiteY5275" fmla="*/ 1413995 h 5017219"/>
              <a:gd name="connsiteX5276" fmla="*/ 5136718 w 5799173"/>
              <a:gd name="connsiteY5276" fmla="*/ 1431525 h 5017219"/>
              <a:gd name="connsiteX5277" fmla="*/ 5136718 w 5799173"/>
              <a:gd name="connsiteY5277" fmla="*/ 1432936 h 5017219"/>
              <a:gd name="connsiteX5278" fmla="*/ 5126582 w 5799173"/>
              <a:gd name="connsiteY5278" fmla="*/ 1450466 h 5017219"/>
              <a:gd name="connsiteX5279" fmla="*/ 5125336 w 5799173"/>
              <a:gd name="connsiteY5279" fmla="*/ 1451214 h 5017219"/>
              <a:gd name="connsiteX5280" fmla="*/ 2817883 w 5799173"/>
              <a:gd name="connsiteY5280" fmla="*/ 838639 h 5017219"/>
              <a:gd name="connsiteX5281" fmla="*/ 2816637 w 5799173"/>
              <a:gd name="connsiteY5281" fmla="*/ 837892 h 5017219"/>
              <a:gd name="connsiteX5282" fmla="*/ 2806418 w 5799173"/>
              <a:gd name="connsiteY5282" fmla="*/ 820196 h 5017219"/>
              <a:gd name="connsiteX5283" fmla="*/ 2806418 w 5799173"/>
              <a:gd name="connsiteY5283" fmla="*/ 818783 h 5017219"/>
              <a:gd name="connsiteX5284" fmla="*/ 2816637 w 5799173"/>
              <a:gd name="connsiteY5284" fmla="*/ 801088 h 5017219"/>
              <a:gd name="connsiteX5285" fmla="*/ 2817883 w 5799173"/>
              <a:gd name="connsiteY5285" fmla="*/ 800340 h 5017219"/>
              <a:gd name="connsiteX5286" fmla="*/ 2838320 w 5799173"/>
              <a:gd name="connsiteY5286" fmla="*/ 800340 h 5017219"/>
              <a:gd name="connsiteX5287" fmla="*/ 2839567 w 5799173"/>
              <a:gd name="connsiteY5287" fmla="*/ 801088 h 5017219"/>
              <a:gd name="connsiteX5288" fmla="*/ 2849785 w 5799173"/>
              <a:gd name="connsiteY5288" fmla="*/ 818783 h 5017219"/>
              <a:gd name="connsiteX5289" fmla="*/ 2849785 w 5799173"/>
              <a:gd name="connsiteY5289" fmla="*/ 820196 h 5017219"/>
              <a:gd name="connsiteX5290" fmla="*/ 2839567 w 5799173"/>
              <a:gd name="connsiteY5290" fmla="*/ 837892 h 5017219"/>
              <a:gd name="connsiteX5291" fmla="*/ 2838320 w 5799173"/>
              <a:gd name="connsiteY5291" fmla="*/ 838639 h 5017219"/>
              <a:gd name="connsiteX5292" fmla="*/ 3961340 w 5799173"/>
              <a:gd name="connsiteY5292" fmla="*/ 1145123 h 5017219"/>
              <a:gd name="connsiteX5293" fmla="*/ 3960094 w 5799173"/>
              <a:gd name="connsiteY5293" fmla="*/ 1144375 h 5017219"/>
              <a:gd name="connsiteX5294" fmla="*/ 3949792 w 5799173"/>
              <a:gd name="connsiteY5294" fmla="*/ 1126596 h 5017219"/>
              <a:gd name="connsiteX5295" fmla="*/ 3949792 w 5799173"/>
              <a:gd name="connsiteY5295" fmla="*/ 1125183 h 5017219"/>
              <a:gd name="connsiteX5296" fmla="*/ 3960094 w 5799173"/>
              <a:gd name="connsiteY5296" fmla="*/ 1107405 h 5017219"/>
              <a:gd name="connsiteX5297" fmla="*/ 3961340 w 5799173"/>
              <a:gd name="connsiteY5297" fmla="*/ 1106657 h 5017219"/>
              <a:gd name="connsiteX5298" fmla="*/ 3981860 w 5799173"/>
              <a:gd name="connsiteY5298" fmla="*/ 1106657 h 5017219"/>
              <a:gd name="connsiteX5299" fmla="*/ 3983107 w 5799173"/>
              <a:gd name="connsiteY5299" fmla="*/ 1107405 h 5017219"/>
              <a:gd name="connsiteX5300" fmla="*/ 3993408 w 5799173"/>
              <a:gd name="connsiteY5300" fmla="*/ 1125182 h 5017219"/>
              <a:gd name="connsiteX5301" fmla="*/ 3993408 w 5799173"/>
              <a:gd name="connsiteY5301" fmla="*/ 1126596 h 5017219"/>
              <a:gd name="connsiteX5302" fmla="*/ 3983107 w 5799173"/>
              <a:gd name="connsiteY5302" fmla="*/ 1144375 h 5017219"/>
              <a:gd name="connsiteX5303" fmla="*/ 3981860 w 5799173"/>
              <a:gd name="connsiteY5303" fmla="*/ 1145123 h 5017219"/>
              <a:gd name="connsiteX5304" fmla="*/ 4623388 w 5799173"/>
              <a:gd name="connsiteY5304" fmla="*/ 1322518 h 5017219"/>
              <a:gd name="connsiteX5305" fmla="*/ 4622142 w 5799173"/>
              <a:gd name="connsiteY5305" fmla="*/ 1321770 h 5017219"/>
              <a:gd name="connsiteX5306" fmla="*/ 4611840 w 5799173"/>
              <a:gd name="connsiteY5306" fmla="*/ 1303991 h 5017219"/>
              <a:gd name="connsiteX5307" fmla="*/ 4611840 w 5799173"/>
              <a:gd name="connsiteY5307" fmla="*/ 1302578 h 5017219"/>
              <a:gd name="connsiteX5308" fmla="*/ 4622142 w 5799173"/>
              <a:gd name="connsiteY5308" fmla="*/ 1284800 h 5017219"/>
              <a:gd name="connsiteX5309" fmla="*/ 4623388 w 5799173"/>
              <a:gd name="connsiteY5309" fmla="*/ 1284052 h 5017219"/>
              <a:gd name="connsiteX5310" fmla="*/ 4643908 w 5799173"/>
              <a:gd name="connsiteY5310" fmla="*/ 1284052 h 5017219"/>
              <a:gd name="connsiteX5311" fmla="*/ 4645156 w 5799173"/>
              <a:gd name="connsiteY5311" fmla="*/ 1284800 h 5017219"/>
              <a:gd name="connsiteX5312" fmla="*/ 4655456 w 5799173"/>
              <a:gd name="connsiteY5312" fmla="*/ 1302578 h 5017219"/>
              <a:gd name="connsiteX5313" fmla="*/ 4655457 w 5799173"/>
              <a:gd name="connsiteY5313" fmla="*/ 1303991 h 5017219"/>
              <a:gd name="connsiteX5314" fmla="*/ 4645155 w 5799173"/>
              <a:gd name="connsiteY5314" fmla="*/ 1321770 h 5017219"/>
              <a:gd name="connsiteX5315" fmla="*/ 4643908 w 5799173"/>
              <a:gd name="connsiteY5315" fmla="*/ 1322518 h 5017219"/>
              <a:gd name="connsiteX5316" fmla="*/ 3720603 w 5799173"/>
              <a:gd name="connsiteY5316" fmla="*/ 1080720 h 5017219"/>
              <a:gd name="connsiteX5317" fmla="*/ 3719357 w 5799173"/>
              <a:gd name="connsiteY5317" fmla="*/ 1079973 h 5017219"/>
              <a:gd name="connsiteX5318" fmla="*/ 3709055 w 5799173"/>
              <a:gd name="connsiteY5318" fmla="*/ 1062111 h 5017219"/>
              <a:gd name="connsiteX5319" fmla="*/ 3709055 w 5799173"/>
              <a:gd name="connsiteY5319" fmla="*/ 1060616 h 5017219"/>
              <a:gd name="connsiteX5320" fmla="*/ 3719358 w 5799173"/>
              <a:gd name="connsiteY5320" fmla="*/ 1042753 h 5017219"/>
              <a:gd name="connsiteX5321" fmla="*/ 3720604 w 5799173"/>
              <a:gd name="connsiteY5321" fmla="*/ 1042005 h 5017219"/>
              <a:gd name="connsiteX5322" fmla="*/ 3741290 w 5799173"/>
              <a:gd name="connsiteY5322" fmla="*/ 1042005 h 5017219"/>
              <a:gd name="connsiteX5323" fmla="*/ 3742536 w 5799173"/>
              <a:gd name="connsiteY5323" fmla="*/ 1042753 h 5017219"/>
              <a:gd name="connsiteX5324" fmla="*/ 3752838 w 5799173"/>
              <a:gd name="connsiteY5324" fmla="*/ 1060615 h 5017219"/>
              <a:gd name="connsiteX5325" fmla="*/ 3752839 w 5799173"/>
              <a:gd name="connsiteY5325" fmla="*/ 1062111 h 5017219"/>
              <a:gd name="connsiteX5326" fmla="*/ 3742536 w 5799173"/>
              <a:gd name="connsiteY5326" fmla="*/ 1079972 h 5017219"/>
              <a:gd name="connsiteX5327" fmla="*/ 3741290 w 5799173"/>
              <a:gd name="connsiteY5327" fmla="*/ 1080720 h 5017219"/>
              <a:gd name="connsiteX5328" fmla="*/ 3780789 w 5799173"/>
              <a:gd name="connsiteY5328" fmla="*/ 1096847 h 5017219"/>
              <a:gd name="connsiteX5329" fmla="*/ 3779543 w 5799173"/>
              <a:gd name="connsiteY5329" fmla="*/ 1096099 h 5017219"/>
              <a:gd name="connsiteX5330" fmla="*/ 3769241 w 5799173"/>
              <a:gd name="connsiteY5330" fmla="*/ 1078238 h 5017219"/>
              <a:gd name="connsiteX5331" fmla="*/ 3769241 w 5799173"/>
              <a:gd name="connsiteY5331" fmla="*/ 1076742 h 5017219"/>
              <a:gd name="connsiteX5332" fmla="*/ 3779543 w 5799173"/>
              <a:gd name="connsiteY5332" fmla="*/ 1058880 h 5017219"/>
              <a:gd name="connsiteX5333" fmla="*/ 3780789 w 5799173"/>
              <a:gd name="connsiteY5333" fmla="*/ 1058132 h 5017219"/>
              <a:gd name="connsiteX5334" fmla="*/ 3801476 w 5799173"/>
              <a:gd name="connsiteY5334" fmla="*/ 1058132 h 5017219"/>
              <a:gd name="connsiteX5335" fmla="*/ 3802722 w 5799173"/>
              <a:gd name="connsiteY5335" fmla="*/ 1058880 h 5017219"/>
              <a:gd name="connsiteX5336" fmla="*/ 3813024 w 5799173"/>
              <a:gd name="connsiteY5336" fmla="*/ 1076742 h 5017219"/>
              <a:gd name="connsiteX5337" fmla="*/ 3813024 w 5799173"/>
              <a:gd name="connsiteY5337" fmla="*/ 1078238 h 5017219"/>
              <a:gd name="connsiteX5338" fmla="*/ 3802722 w 5799173"/>
              <a:gd name="connsiteY5338" fmla="*/ 1096099 h 5017219"/>
              <a:gd name="connsiteX5339" fmla="*/ 3801476 w 5799173"/>
              <a:gd name="connsiteY5339" fmla="*/ 1096847 h 5017219"/>
              <a:gd name="connsiteX5340" fmla="*/ 3840975 w 5799173"/>
              <a:gd name="connsiteY5340" fmla="*/ 1112974 h 5017219"/>
              <a:gd name="connsiteX5341" fmla="*/ 3839729 w 5799173"/>
              <a:gd name="connsiteY5341" fmla="*/ 1112226 h 5017219"/>
              <a:gd name="connsiteX5342" fmla="*/ 3829427 w 5799173"/>
              <a:gd name="connsiteY5342" fmla="*/ 1094365 h 5017219"/>
              <a:gd name="connsiteX5343" fmla="*/ 3829427 w 5799173"/>
              <a:gd name="connsiteY5343" fmla="*/ 1092869 h 5017219"/>
              <a:gd name="connsiteX5344" fmla="*/ 3839729 w 5799173"/>
              <a:gd name="connsiteY5344" fmla="*/ 1075007 h 5017219"/>
              <a:gd name="connsiteX5345" fmla="*/ 3840975 w 5799173"/>
              <a:gd name="connsiteY5345" fmla="*/ 1074259 h 5017219"/>
              <a:gd name="connsiteX5346" fmla="*/ 3861662 w 5799173"/>
              <a:gd name="connsiteY5346" fmla="*/ 1074259 h 5017219"/>
              <a:gd name="connsiteX5347" fmla="*/ 3862908 w 5799173"/>
              <a:gd name="connsiteY5347" fmla="*/ 1075007 h 5017219"/>
              <a:gd name="connsiteX5348" fmla="*/ 3873210 w 5799173"/>
              <a:gd name="connsiteY5348" fmla="*/ 1092869 h 5017219"/>
              <a:gd name="connsiteX5349" fmla="*/ 3873210 w 5799173"/>
              <a:gd name="connsiteY5349" fmla="*/ 1094365 h 5017219"/>
              <a:gd name="connsiteX5350" fmla="*/ 3862908 w 5799173"/>
              <a:gd name="connsiteY5350" fmla="*/ 1112226 h 5017219"/>
              <a:gd name="connsiteX5351" fmla="*/ 3861662 w 5799173"/>
              <a:gd name="connsiteY5351" fmla="*/ 1112974 h 5017219"/>
              <a:gd name="connsiteX5352" fmla="*/ 4021535 w 5799173"/>
              <a:gd name="connsiteY5352" fmla="*/ 1161355 h 5017219"/>
              <a:gd name="connsiteX5353" fmla="*/ 4020289 w 5799173"/>
              <a:gd name="connsiteY5353" fmla="*/ 1160607 h 5017219"/>
              <a:gd name="connsiteX5354" fmla="*/ 4009987 w 5799173"/>
              <a:gd name="connsiteY5354" fmla="*/ 1142746 h 5017219"/>
              <a:gd name="connsiteX5355" fmla="*/ 4009987 w 5799173"/>
              <a:gd name="connsiteY5355" fmla="*/ 1141250 h 5017219"/>
              <a:gd name="connsiteX5356" fmla="*/ 4020289 w 5799173"/>
              <a:gd name="connsiteY5356" fmla="*/ 1123388 h 5017219"/>
              <a:gd name="connsiteX5357" fmla="*/ 4021535 w 5799173"/>
              <a:gd name="connsiteY5357" fmla="*/ 1122640 h 5017219"/>
              <a:gd name="connsiteX5358" fmla="*/ 4042222 w 5799173"/>
              <a:gd name="connsiteY5358" fmla="*/ 1122640 h 5017219"/>
              <a:gd name="connsiteX5359" fmla="*/ 4043468 w 5799173"/>
              <a:gd name="connsiteY5359" fmla="*/ 1123388 h 5017219"/>
              <a:gd name="connsiteX5360" fmla="*/ 4053770 w 5799173"/>
              <a:gd name="connsiteY5360" fmla="*/ 1141250 h 5017219"/>
              <a:gd name="connsiteX5361" fmla="*/ 4053770 w 5799173"/>
              <a:gd name="connsiteY5361" fmla="*/ 1142746 h 5017219"/>
              <a:gd name="connsiteX5362" fmla="*/ 4043468 w 5799173"/>
              <a:gd name="connsiteY5362" fmla="*/ 1160606 h 5017219"/>
              <a:gd name="connsiteX5363" fmla="*/ 4042222 w 5799173"/>
              <a:gd name="connsiteY5363" fmla="*/ 1161354 h 5017219"/>
              <a:gd name="connsiteX5364" fmla="*/ 1614004 w 5799173"/>
              <a:gd name="connsiteY5364" fmla="*/ 516354 h 5017219"/>
              <a:gd name="connsiteX5365" fmla="*/ 1612758 w 5799173"/>
              <a:gd name="connsiteY5365" fmla="*/ 515607 h 5017219"/>
              <a:gd name="connsiteX5366" fmla="*/ 1602373 w 5799173"/>
              <a:gd name="connsiteY5366" fmla="*/ 497662 h 5017219"/>
              <a:gd name="connsiteX5367" fmla="*/ 1602372 w 5799173"/>
              <a:gd name="connsiteY5367" fmla="*/ 496166 h 5017219"/>
              <a:gd name="connsiteX5368" fmla="*/ 1612758 w 5799173"/>
              <a:gd name="connsiteY5368" fmla="*/ 478221 h 5017219"/>
              <a:gd name="connsiteX5369" fmla="*/ 1614004 w 5799173"/>
              <a:gd name="connsiteY5369" fmla="*/ 477473 h 5017219"/>
              <a:gd name="connsiteX5370" fmla="*/ 1634773 w 5799173"/>
              <a:gd name="connsiteY5370" fmla="*/ 477473 h 5017219"/>
              <a:gd name="connsiteX5371" fmla="*/ 1636019 w 5799173"/>
              <a:gd name="connsiteY5371" fmla="*/ 478221 h 5017219"/>
              <a:gd name="connsiteX5372" fmla="*/ 1646405 w 5799173"/>
              <a:gd name="connsiteY5372" fmla="*/ 496166 h 5017219"/>
              <a:gd name="connsiteX5373" fmla="*/ 1646404 w 5799173"/>
              <a:gd name="connsiteY5373" fmla="*/ 497662 h 5017219"/>
              <a:gd name="connsiteX5374" fmla="*/ 1636020 w 5799173"/>
              <a:gd name="connsiteY5374" fmla="*/ 515607 h 5017219"/>
              <a:gd name="connsiteX5375" fmla="*/ 1634773 w 5799173"/>
              <a:gd name="connsiteY5375" fmla="*/ 516354 h 5017219"/>
              <a:gd name="connsiteX5376" fmla="*/ 3901080 w 5799173"/>
              <a:gd name="connsiteY5376" fmla="*/ 1129174 h 5017219"/>
              <a:gd name="connsiteX5377" fmla="*/ 3899834 w 5799173"/>
              <a:gd name="connsiteY5377" fmla="*/ 1128427 h 5017219"/>
              <a:gd name="connsiteX5378" fmla="*/ 3889449 w 5799173"/>
              <a:gd name="connsiteY5378" fmla="*/ 1110482 h 5017219"/>
              <a:gd name="connsiteX5379" fmla="*/ 3889449 w 5799173"/>
              <a:gd name="connsiteY5379" fmla="*/ 1108986 h 5017219"/>
              <a:gd name="connsiteX5380" fmla="*/ 3899834 w 5799173"/>
              <a:gd name="connsiteY5380" fmla="*/ 1091041 h 5017219"/>
              <a:gd name="connsiteX5381" fmla="*/ 3901080 w 5799173"/>
              <a:gd name="connsiteY5381" fmla="*/ 1090293 h 5017219"/>
              <a:gd name="connsiteX5382" fmla="*/ 3921850 w 5799173"/>
              <a:gd name="connsiteY5382" fmla="*/ 1090293 h 5017219"/>
              <a:gd name="connsiteX5383" fmla="*/ 3923096 w 5799173"/>
              <a:gd name="connsiteY5383" fmla="*/ 1091041 h 5017219"/>
              <a:gd name="connsiteX5384" fmla="*/ 3933481 w 5799173"/>
              <a:gd name="connsiteY5384" fmla="*/ 1108986 h 5017219"/>
              <a:gd name="connsiteX5385" fmla="*/ 3933481 w 5799173"/>
              <a:gd name="connsiteY5385" fmla="*/ 1110482 h 5017219"/>
              <a:gd name="connsiteX5386" fmla="*/ 3923096 w 5799173"/>
              <a:gd name="connsiteY5386" fmla="*/ 1128427 h 5017219"/>
              <a:gd name="connsiteX5387" fmla="*/ 3921850 w 5799173"/>
              <a:gd name="connsiteY5387" fmla="*/ 1129174 h 5017219"/>
              <a:gd name="connsiteX5388" fmla="*/ 4141825 w 5799173"/>
              <a:gd name="connsiteY5388" fmla="*/ 1193682 h 5017219"/>
              <a:gd name="connsiteX5389" fmla="*/ 4140579 w 5799173"/>
              <a:gd name="connsiteY5389" fmla="*/ 1192934 h 5017219"/>
              <a:gd name="connsiteX5390" fmla="*/ 4130194 w 5799173"/>
              <a:gd name="connsiteY5390" fmla="*/ 1174989 h 5017219"/>
              <a:gd name="connsiteX5391" fmla="*/ 4130193 w 5799173"/>
              <a:gd name="connsiteY5391" fmla="*/ 1173493 h 5017219"/>
              <a:gd name="connsiteX5392" fmla="*/ 4140579 w 5799173"/>
              <a:gd name="connsiteY5392" fmla="*/ 1155548 h 5017219"/>
              <a:gd name="connsiteX5393" fmla="*/ 4141825 w 5799173"/>
              <a:gd name="connsiteY5393" fmla="*/ 1154800 h 5017219"/>
              <a:gd name="connsiteX5394" fmla="*/ 4162595 w 5799173"/>
              <a:gd name="connsiteY5394" fmla="*/ 1154800 h 5017219"/>
              <a:gd name="connsiteX5395" fmla="*/ 4163840 w 5799173"/>
              <a:gd name="connsiteY5395" fmla="*/ 1155548 h 5017219"/>
              <a:gd name="connsiteX5396" fmla="*/ 4174226 w 5799173"/>
              <a:gd name="connsiteY5396" fmla="*/ 1173493 h 5017219"/>
              <a:gd name="connsiteX5397" fmla="*/ 4174226 w 5799173"/>
              <a:gd name="connsiteY5397" fmla="*/ 1174989 h 5017219"/>
              <a:gd name="connsiteX5398" fmla="*/ 4163841 w 5799173"/>
              <a:gd name="connsiteY5398" fmla="*/ 1192934 h 5017219"/>
              <a:gd name="connsiteX5399" fmla="*/ 4162594 w 5799173"/>
              <a:gd name="connsiteY5399" fmla="*/ 1193681 h 5017219"/>
              <a:gd name="connsiteX5400" fmla="*/ 4743687 w 5799173"/>
              <a:gd name="connsiteY5400" fmla="*/ 1354950 h 5017219"/>
              <a:gd name="connsiteX5401" fmla="*/ 4742441 w 5799173"/>
              <a:gd name="connsiteY5401" fmla="*/ 1354203 h 5017219"/>
              <a:gd name="connsiteX5402" fmla="*/ 4732056 w 5799173"/>
              <a:gd name="connsiteY5402" fmla="*/ 1336258 h 5017219"/>
              <a:gd name="connsiteX5403" fmla="*/ 4732056 w 5799173"/>
              <a:gd name="connsiteY5403" fmla="*/ 1334762 h 5017219"/>
              <a:gd name="connsiteX5404" fmla="*/ 4742441 w 5799173"/>
              <a:gd name="connsiteY5404" fmla="*/ 1316817 h 5017219"/>
              <a:gd name="connsiteX5405" fmla="*/ 4743687 w 5799173"/>
              <a:gd name="connsiteY5405" fmla="*/ 1316069 h 5017219"/>
              <a:gd name="connsiteX5406" fmla="*/ 4764457 w 5799173"/>
              <a:gd name="connsiteY5406" fmla="*/ 1316069 h 5017219"/>
              <a:gd name="connsiteX5407" fmla="*/ 4765703 w 5799173"/>
              <a:gd name="connsiteY5407" fmla="*/ 1316817 h 5017219"/>
              <a:gd name="connsiteX5408" fmla="*/ 4776088 w 5799173"/>
              <a:gd name="connsiteY5408" fmla="*/ 1334762 h 5017219"/>
              <a:gd name="connsiteX5409" fmla="*/ 4776088 w 5799173"/>
              <a:gd name="connsiteY5409" fmla="*/ 1336258 h 5017219"/>
              <a:gd name="connsiteX5410" fmla="*/ 4765703 w 5799173"/>
              <a:gd name="connsiteY5410" fmla="*/ 1354203 h 5017219"/>
              <a:gd name="connsiteX5411" fmla="*/ 4764457 w 5799173"/>
              <a:gd name="connsiteY5411" fmla="*/ 1354950 h 5017219"/>
              <a:gd name="connsiteX5412" fmla="*/ 4803873 w 5799173"/>
              <a:gd name="connsiteY5412" fmla="*/ 1371077 h 5017219"/>
              <a:gd name="connsiteX5413" fmla="*/ 4802627 w 5799173"/>
              <a:gd name="connsiteY5413" fmla="*/ 1370329 h 5017219"/>
              <a:gd name="connsiteX5414" fmla="*/ 4792242 w 5799173"/>
              <a:gd name="connsiteY5414" fmla="*/ 1352385 h 5017219"/>
              <a:gd name="connsiteX5415" fmla="*/ 4792242 w 5799173"/>
              <a:gd name="connsiteY5415" fmla="*/ 1350889 h 5017219"/>
              <a:gd name="connsiteX5416" fmla="*/ 4802627 w 5799173"/>
              <a:gd name="connsiteY5416" fmla="*/ 1332944 h 5017219"/>
              <a:gd name="connsiteX5417" fmla="*/ 4803873 w 5799173"/>
              <a:gd name="connsiteY5417" fmla="*/ 1332196 h 5017219"/>
              <a:gd name="connsiteX5418" fmla="*/ 4824643 w 5799173"/>
              <a:gd name="connsiteY5418" fmla="*/ 1332196 h 5017219"/>
              <a:gd name="connsiteX5419" fmla="*/ 4825889 w 5799173"/>
              <a:gd name="connsiteY5419" fmla="*/ 1332944 h 5017219"/>
              <a:gd name="connsiteX5420" fmla="*/ 4836274 w 5799173"/>
              <a:gd name="connsiteY5420" fmla="*/ 1350889 h 5017219"/>
              <a:gd name="connsiteX5421" fmla="*/ 4836274 w 5799173"/>
              <a:gd name="connsiteY5421" fmla="*/ 1352385 h 5017219"/>
              <a:gd name="connsiteX5422" fmla="*/ 4825889 w 5799173"/>
              <a:gd name="connsiteY5422" fmla="*/ 1370330 h 5017219"/>
              <a:gd name="connsiteX5423" fmla="*/ 4824643 w 5799173"/>
              <a:gd name="connsiteY5423" fmla="*/ 1371077 h 5017219"/>
              <a:gd name="connsiteX5424" fmla="*/ 4081555 w 5799173"/>
              <a:gd name="connsiteY5424" fmla="*/ 1177637 h 5017219"/>
              <a:gd name="connsiteX5425" fmla="*/ 4080309 w 5799173"/>
              <a:gd name="connsiteY5425" fmla="*/ 1176889 h 5017219"/>
              <a:gd name="connsiteX5426" fmla="*/ 4069924 w 5799173"/>
              <a:gd name="connsiteY5426" fmla="*/ 1158861 h 5017219"/>
              <a:gd name="connsiteX5427" fmla="*/ 4069924 w 5799173"/>
              <a:gd name="connsiteY5427" fmla="*/ 1157365 h 5017219"/>
              <a:gd name="connsiteX5428" fmla="*/ 4080392 w 5799173"/>
              <a:gd name="connsiteY5428" fmla="*/ 1139337 h 5017219"/>
              <a:gd name="connsiteX5429" fmla="*/ 4081638 w 5799173"/>
              <a:gd name="connsiteY5429" fmla="*/ 1138590 h 5017219"/>
              <a:gd name="connsiteX5430" fmla="*/ 4102491 w 5799173"/>
              <a:gd name="connsiteY5430" fmla="*/ 1138591 h 5017219"/>
              <a:gd name="connsiteX5431" fmla="*/ 4103737 w 5799173"/>
              <a:gd name="connsiteY5431" fmla="*/ 1139338 h 5017219"/>
              <a:gd name="connsiteX5432" fmla="*/ 4114122 w 5799173"/>
              <a:gd name="connsiteY5432" fmla="*/ 1157366 h 5017219"/>
              <a:gd name="connsiteX5433" fmla="*/ 4114122 w 5799173"/>
              <a:gd name="connsiteY5433" fmla="*/ 1158862 h 5017219"/>
              <a:gd name="connsiteX5434" fmla="*/ 4103654 w 5799173"/>
              <a:gd name="connsiteY5434" fmla="*/ 1176890 h 5017219"/>
              <a:gd name="connsiteX5435" fmla="*/ 4102408 w 5799173"/>
              <a:gd name="connsiteY5435" fmla="*/ 1177638 h 5017219"/>
              <a:gd name="connsiteX5436" fmla="*/ 4924162 w 5799173"/>
              <a:gd name="connsiteY5436" fmla="*/ 1403495 h 5017219"/>
              <a:gd name="connsiteX5437" fmla="*/ 4922916 w 5799173"/>
              <a:gd name="connsiteY5437" fmla="*/ 1402748 h 5017219"/>
              <a:gd name="connsiteX5438" fmla="*/ 4912448 w 5799173"/>
              <a:gd name="connsiteY5438" fmla="*/ 1384636 h 5017219"/>
              <a:gd name="connsiteX5439" fmla="*/ 4912448 w 5799173"/>
              <a:gd name="connsiteY5439" fmla="*/ 1383141 h 5017219"/>
              <a:gd name="connsiteX5440" fmla="*/ 4922916 w 5799173"/>
              <a:gd name="connsiteY5440" fmla="*/ 1365029 h 5017219"/>
              <a:gd name="connsiteX5441" fmla="*/ 4924162 w 5799173"/>
              <a:gd name="connsiteY5441" fmla="*/ 1364282 h 5017219"/>
              <a:gd name="connsiteX5442" fmla="*/ 4945098 w 5799173"/>
              <a:gd name="connsiteY5442" fmla="*/ 1364283 h 5017219"/>
              <a:gd name="connsiteX5443" fmla="*/ 4946344 w 5799173"/>
              <a:gd name="connsiteY5443" fmla="*/ 1365030 h 5017219"/>
              <a:gd name="connsiteX5444" fmla="*/ 4956812 w 5799173"/>
              <a:gd name="connsiteY5444" fmla="*/ 1383141 h 5017219"/>
              <a:gd name="connsiteX5445" fmla="*/ 4956812 w 5799173"/>
              <a:gd name="connsiteY5445" fmla="*/ 1384636 h 5017219"/>
              <a:gd name="connsiteX5446" fmla="*/ 4946344 w 5799173"/>
              <a:gd name="connsiteY5446" fmla="*/ 1402748 h 5017219"/>
              <a:gd name="connsiteX5447" fmla="*/ 4945098 w 5799173"/>
              <a:gd name="connsiteY5447" fmla="*/ 1403495 h 5017219"/>
              <a:gd name="connsiteX5448" fmla="*/ 4984349 w 5799173"/>
              <a:gd name="connsiteY5448" fmla="*/ 1419622 h 5017219"/>
              <a:gd name="connsiteX5449" fmla="*/ 4983103 w 5799173"/>
              <a:gd name="connsiteY5449" fmla="*/ 1418875 h 5017219"/>
              <a:gd name="connsiteX5450" fmla="*/ 4972635 w 5799173"/>
              <a:gd name="connsiteY5450" fmla="*/ 1400763 h 5017219"/>
              <a:gd name="connsiteX5451" fmla="*/ 4972635 w 5799173"/>
              <a:gd name="connsiteY5451" fmla="*/ 1399268 h 5017219"/>
              <a:gd name="connsiteX5452" fmla="*/ 4983103 w 5799173"/>
              <a:gd name="connsiteY5452" fmla="*/ 1381156 h 5017219"/>
              <a:gd name="connsiteX5453" fmla="*/ 4984349 w 5799173"/>
              <a:gd name="connsiteY5453" fmla="*/ 1380409 h 5017219"/>
              <a:gd name="connsiteX5454" fmla="*/ 5005285 w 5799173"/>
              <a:gd name="connsiteY5454" fmla="*/ 1380410 h 5017219"/>
              <a:gd name="connsiteX5455" fmla="*/ 5006531 w 5799173"/>
              <a:gd name="connsiteY5455" fmla="*/ 1381157 h 5017219"/>
              <a:gd name="connsiteX5456" fmla="*/ 5016999 w 5799173"/>
              <a:gd name="connsiteY5456" fmla="*/ 1399268 h 5017219"/>
              <a:gd name="connsiteX5457" fmla="*/ 5016999 w 5799173"/>
              <a:gd name="connsiteY5457" fmla="*/ 1400763 h 5017219"/>
              <a:gd name="connsiteX5458" fmla="*/ 5006531 w 5799173"/>
              <a:gd name="connsiteY5458" fmla="*/ 1418875 h 5017219"/>
              <a:gd name="connsiteX5459" fmla="*/ 5005285 w 5799173"/>
              <a:gd name="connsiteY5459" fmla="*/ 1419622 h 5017219"/>
              <a:gd name="connsiteX5460" fmla="*/ 4201867 w 5799173"/>
              <a:gd name="connsiteY5460" fmla="*/ 1210051 h 5017219"/>
              <a:gd name="connsiteX5461" fmla="*/ 4200621 w 5799173"/>
              <a:gd name="connsiteY5461" fmla="*/ 1209302 h 5017219"/>
              <a:gd name="connsiteX5462" fmla="*/ 4190070 w 5799173"/>
              <a:gd name="connsiteY5462" fmla="*/ 1191024 h 5017219"/>
              <a:gd name="connsiteX5463" fmla="*/ 4190070 w 5799173"/>
              <a:gd name="connsiteY5463" fmla="*/ 1189529 h 5017219"/>
              <a:gd name="connsiteX5464" fmla="*/ 4200621 w 5799173"/>
              <a:gd name="connsiteY5464" fmla="*/ 1171252 h 5017219"/>
              <a:gd name="connsiteX5465" fmla="*/ 4201867 w 5799173"/>
              <a:gd name="connsiteY5465" fmla="*/ 1170505 h 5017219"/>
              <a:gd name="connsiteX5466" fmla="*/ 4222886 w 5799173"/>
              <a:gd name="connsiteY5466" fmla="*/ 1170504 h 5017219"/>
              <a:gd name="connsiteX5467" fmla="*/ 4224133 w 5799173"/>
              <a:gd name="connsiteY5467" fmla="*/ 1171251 h 5017219"/>
              <a:gd name="connsiteX5468" fmla="*/ 4234683 w 5799173"/>
              <a:gd name="connsiteY5468" fmla="*/ 1189529 h 5017219"/>
              <a:gd name="connsiteX5469" fmla="*/ 4234684 w 5799173"/>
              <a:gd name="connsiteY5469" fmla="*/ 1191024 h 5017219"/>
              <a:gd name="connsiteX5470" fmla="*/ 4224132 w 5799173"/>
              <a:gd name="connsiteY5470" fmla="*/ 1209302 h 5017219"/>
              <a:gd name="connsiteX5471" fmla="*/ 4222886 w 5799173"/>
              <a:gd name="connsiteY5471" fmla="*/ 1210050 h 5017219"/>
              <a:gd name="connsiteX5472" fmla="*/ 5044474 w 5799173"/>
              <a:gd name="connsiteY5472" fmla="*/ 1435826 h 5017219"/>
              <a:gd name="connsiteX5473" fmla="*/ 5043228 w 5799173"/>
              <a:gd name="connsiteY5473" fmla="*/ 1435078 h 5017219"/>
              <a:gd name="connsiteX5474" fmla="*/ 5032677 w 5799173"/>
              <a:gd name="connsiteY5474" fmla="*/ 1416800 h 5017219"/>
              <a:gd name="connsiteX5475" fmla="*/ 5032677 w 5799173"/>
              <a:gd name="connsiteY5475" fmla="*/ 1415305 h 5017219"/>
              <a:gd name="connsiteX5476" fmla="*/ 5043228 w 5799173"/>
              <a:gd name="connsiteY5476" fmla="*/ 1397027 h 5017219"/>
              <a:gd name="connsiteX5477" fmla="*/ 5044474 w 5799173"/>
              <a:gd name="connsiteY5477" fmla="*/ 1396280 h 5017219"/>
              <a:gd name="connsiteX5478" fmla="*/ 5065494 w 5799173"/>
              <a:gd name="connsiteY5478" fmla="*/ 1396280 h 5017219"/>
              <a:gd name="connsiteX5479" fmla="*/ 5066740 w 5799173"/>
              <a:gd name="connsiteY5479" fmla="*/ 1397027 h 5017219"/>
              <a:gd name="connsiteX5480" fmla="*/ 5077290 w 5799173"/>
              <a:gd name="connsiteY5480" fmla="*/ 1415305 h 5017219"/>
              <a:gd name="connsiteX5481" fmla="*/ 5077291 w 5799173"/>
              <a:gd name="connsiteY5481" fmla="*/ 1416800 h 5017219"/>
              <a:gd name="connsiteX5482" fmla="*/ 5066739 w 5799173"/>
              <a:gd name="connsiteY5482" fmla="*/ 1435078 h 5017219"/>
              <a:gd name="connsiteX5483" fmla="*/ 5065493 w 5799173"/>
              <a:gd name="connsiteY5483" fmla="*/ 1435826 h 5017219"/>
              <a:gd name="connsiteX5484" fmla="*/ 4863892 w 5799173"/>
              <a:gd name="connsiteY5484" fmla="*/ 1387629 h 5017219"/>
              <a:gd name="connsiteX5485" fmla="*/ 4862562 w 5799173"/>
              <a:gd name="connsiteY5485" fmla="*/ 1386881 h 5017219"/>
              <a:gd name="connsiteX5486" fmla="*/ 4852012 w 5799173"/>
              <a:gd name="connsiteY5486" fmla="*/ 1368522 h 5017219"/>
              <a:gd name="connsiteX5487" fmla="*/ 4852011 w 5799173"/>
              <a:gd name="connsiteY5487" fmla="*/ 1367026 h 5017219"/>
              <a:gd name="connsiteX5488" fmla="*/ 4862562 w 5799173"/>
              <a:gd name="connsiteY5488" fmla="*/ 1348665 h 5017219"/>
              <a:gd name="connsiteX5489" fmla="*/ 4863892 w 5799173"/>
              <a:gd name="connsiteY5489" fmla="*/ 1347917 h 5017219"/>
              <a:gd name="connsiteX5490" fmla="*/ 4885078 w 5799173"/>
              <a:gd name="connsiteY5490" fmla="*/ 1347918 h 5017219"/>
              <a:gd name="connsiteX5491" fmla="*/ 4886406 w 5799173"/>
              <a:gd name="connsiteY5491" fmla="*/ 1348665 h 5017219"/>
              <a:gd name="connsiteX5492" fmla="*/ 4896957 w 5799173"/>
              <a:gd name="connsiteY5492" fmla="*/ 1367025 h 5017219"/>
              <a:gd name="connsiteX5493" fmla="*/ 4896958 w 5799173"/>
              <a:gd name="connsiteY5493" fmla="*/ 1368521 h 5017219"/>
              <a:gd name="connsiteX5494" fmla="*/ 4886407 w 5799173"/>
              <a:gd name="connsiteY5494" fmla="*/ 1386881 h 5017219"/>
              <a:gd name="connsiteX5495" fmla="*/ 4885078 w 5799173"/>
              <a:gd name="connsiteY5495" fmla="*/ 1387629 h 5017219"/>
              <a:gd name="connsiteX5496" fmla="*/ 1673940 w 5799173"/>
              <a:gd name="connsiteY5496" fmla="*/ 532979 h 5017219"/>
              <a:gd name="connsiteX5497" fmla="*/ 1672610 w 5799173"/>
              <a:gd name="connsiteY5497" fmla="*/ 532231 h 5017219"/>
              <a:gd name="connsiteX5498" fmla="*/ 1661976 w 5799173"/>
              <a:gd name="connsiteY5498" fmla="*/ 513787 h 5017219"/>
              <a:gd name="connsiteX5499" fmla="*/ 1661977 w 5799173"/>
              <a:gd name="connsiteY5499" fmla="*/ 512291 h 5017219"/>
              <a:gd name="connsiteX5500" fmla="*/ 1672610 w 5799173"/>
              <a:gd name="connsiteY5500" fmla="*/ 493848 h 5017219"/>
              <a:gd name="connsiteX5501" fmla="*/ 1673940 w 5799173"/>
              <a:gd name="connsiteY5501" fmla="*/ 493100 h 5017219"/>
              <a:gd name="connsiteX5502" fmla="*/ 1695208 w 5799173"/>
              <a:gd name="connsiteY5502" fmla="*/ 493100 h 5017219"/>
              <a:gd name="connsiteX5503" fmla="*/ 1696538 w 5799173"/>
              <a:gd name="connsiteY5503" fmla="*/ 493849 h 5017219"/>
              <a:gd name="connsiteX5504" fmla="*/ 1707172 w 5799173"/>
              <a:gd name="connsiteY5504" fmla="*/ 512291 h 5017219"/>
              <a:gd name="connsiteX5505" fmla="*/ 1707171 w 5799173"/>
              <a:gd name="connsiteY5505" fmla="*/ 513787 h 5017219"/>
              <a:gd name="connsiteX5506" fmla="*/ 1696538 w 5799173"/>
              <a:gd name="connsiteY5506" fmla="*/ 532230 h 5017219"/>
              <a:gd name="connsiteX5507" fmla="*/ 1695208 w 5799173"/>
              <a:gd name="connsiteY5507" fmla="*/ 532978 h 5017219"/>
              <a:gd name="connsiteX5508" fmla="*/ 1974788 w 5799173"/>
              <a:gd name="connsiteY5508" fmla="*/ 613697 h 5017219"/>
              <a:gd name="connsiteX5509" fmla="*/ 1973458 w 5799173"/>
              <a:gd name="connsiteY5509" fmla="*/ 612948 h 5017219"/>
              <a:gd name="connsiteX5510" fmla="*/ 1962824 w 5799173"/>
              <a:gd name="connsiteY5510" fmla="*/ 594422 h 5017219"/>
              <a:gd name="connsiteX5511" fmla="*/ 1962824 w 5799173"/>
              <a:gd name="connsiteY5511" fmla="*/ 592926 h 5017219"/>
              <a:gd name="connsiteX5512" fmla="*/ 1973541 w 5799173"/>
              <a:gd name="connsiteY5512" fmla="*/ 574399 h 5017219"/>
              <a:gd name="connsiteX5513" fmla="*/ 1974870 w 5799173"/>
              <a:gd name="connsiteY5513" fmla="*/ 573652 h 5017219"/>
              <a:gd name="connsiteX5514" fmla="*/ 1996222 w 5799173"/>
              <a:gd name="connsiteY5514" fmla="*/ 573653 h 5017219"/>
              <a:gd name="connsiteX5515" fmla="*/ 1997551 w 5799173"/>
              <a:gd name="connsiteY5515" fmla="*/ 574400 h 5017219"/>
              <a:gd name="connsiteX5516" fmla="*/ 2008184 w 5799173"/>
              <a:gd name="connsiteY5516" fmla="*/ 592927 h 5017219"/>
              <a:gd name="connsiteX5517" fmla="*/ 2008185 w 5799173"/>
              <a:gd name="connsiteY5517" fmla="*/ 594423 h 5017219"/>
              <a:gd name="connsiteX5518" fmla="*/ 1997468 w 5799173"/>
              <a:gd name="connsiteY5518" fmla="*/ 612949 h 5017219"/>
              <a:gd name="connsiteX5519" fmla="*/ 1996139 w 5799173"/>
              <a:gd name="connsiteY5519" fmla="*/ 613697 h 5017219"/>
              <a:gd name="connsiteX5520" fmla="*/ 2034974 w 5799173"/>
              <a:gd name="connsiteY5520" fmla="*/ 629905 h 5017219"/>
              <a:gd name="connsiteX5521" fmla="*/ 2033644 w 5799173"/>
              <a:gd name="connsiteY5521" fmla="*/ 629159 h 5017219"/>
              <a:gd name="connsiteX5522" fmla="*/ 2022927 w 5799173"/>
              <a:gd name="connsiteY5522" fmla="*/ 610548 h 5017219"/>
              <a:gd name="connsiteX5523" fmla="*/ 2022928 w 5799173"/>
              <a:gd name="connsiteY5523" fmla="*/ 609052 h 5017219"/>
              <a:gd name="connsiteX5524" fmla="*/ 2033645 w 5799173"/>
              <a:gd name="connsiteY5524" fmla="*/ 590443 h 5017219"/>
              <a:gd name="connsiteX5525" fmla="*/ 2034975 w 5799173"/>
              <a:gd name="connsiteY5525" fmla="*/ 589695 h 5017219"/>
              <a:gd name="connsiteX5526" fmla="*/ 2056409 w 5799173"/>
              <a:gd name="connsiteY5526" fmla="*/ 589695 h 5017219"/>
              <a:gd name="connsiteX5527" fmla="*/ 2057738 w 5799173"/>
              <a:gd name="connsiteY5527" fmla="*/ 590442 h 5017219"/>
              <a:gd name="connsiteX5528" fmla="*/ 2068455 w 5799173"/>
              <a:gd name="connsiteY5528" fmla="*/ 609053 h 5017219"/>
              <a:gd name="connsiteX5529" fmla="*/ 2068455 w 5799173"/>
              <a:gd name="connsiteY5529" fmla="*/ 610549 h 5017219"/>
              <a:gd name="connsiteX5530" fmla="*/ 2057737 w 5799173"/>
              <a:gd name="connsiteY5530" fmla="*/ 629158 h 5017219"/>
              <a:gd name="connsiteX5531" fmla="*/ 2056409 w 5799173"/>
              <a:gd name="connsiteY5531" fmla="*/ 629906 h 5017219"/>
              <a:gd name="connsiteX5532" fmla="*/ 2937766 w 5799173"/>
              <a:gd name="connsiteY5532" fmla="*/ 871808 h 5017219"/>
              <a:gd name="connsiteX5533" fmla="*/ 2936437 w 5799173"/>
              <a:gd name="connsiteY5533" fmla="*/ 871061 h 5017219"/>
              <a:gd name="connsiteX5534" fmla="*/ 2925720 w 5799173"/>
              <a:gd name="connsiteY5534" fmla="*/ 852451 h 5017219"/>
              <a:gd name="connsiteX5535" fmla="*/ 2925721 w 5799173"/>
              <a:gd name="connsiteY5535" fmla="*/ 850955 h 5017219"/>
              <a:gd name="connsiteX5536" fmla="*/ 2936438 w 5799173"/>
              <a:gd name="connsiteY5536" fmla="*/ 832345 h 5017219"/>
              <a:gd name="connsiteX5537" fmla="*/ 2937766 w 5799173"/>
              <a:gd name="connsiteY5537" fmla="*/ 831598 h 5017219"/>
              <a:gd name="connsiteX5538" fmla="*/ 2959202 w 5799173"/>
              <a:gd name="connsiteY5538" fmla="*/ 831598 h 5017219"/>
              <a:gd name="connsiteX5539" fmla="*/ 2960531 w 5799173"/>
              <a:gd name="connsiteY5539" fmla="*/ 832345 h 5017219"/>
              <a:gd name="connsiteX5540" fmla="*/ 2971248 w 5799173"/>
              <a:gd name="connsiteY5540" fmla="*/ 850955 h 5017219"/>
              <a:gd name="connsiteX5541" fmla="*/ 2971248 w 5799173"/>
              <a:gd name="connsiteY5541" fmla="*/ 852451 h 5017219"/>
              <a:gd name="connsiteX5542" fmla="*/ 2960530 w 5799173"/>
              <a:gd name="connsiteY5542" fmla="*/ 871061 h 5017219"/>
              <a:gd name="connsiteX5543" fmla="*/ 2959202 w 5799173"/>
              <a:gd name="connsiteY5543" fmla="*/ 871808 h 5017219"/>
              <a:gd name="connsiteX5544" fmla="*/ 1914518 w 5799173"/>
              <a:gd name="connsiteY5544" fmla="*/ 597735 h 5017219"/>
              <a:gd name="connsiteX5545" fmla="*/ 1913189 w 5799173"/>
              <a:gd name="connsiteY5545" fmla="*/ 596988 h 5017219"/>
              <a:gd name="connsiteX5546" fmla="*/ 1902389 w 5799173"/>
              <a:gd name="connsiteY5546" fmla="*/ 578295 h 5017219"/>
              <a:gd name="connsiteX5547" fmla="*/ 1902389 w 5799173"/>
              <a:gd name="connsiteY5547" fmla="*/ 576799 h 5017219"/>
              <a:gd name="connsiteX5548" fmla="*/ 1913189 w 5799173"/>
              <a:gd name="connsiteY5548" fmla="*/ 558106 h 5017219"/>
              <a:gd name="connsiteX5549" fmla="*/ 1914518 w 5799173"/>
              <a:gd name="connsiteY5549" fmla="*/ 557359 h 5017219"/>
              <a:gd name="connsiteX5550" fmla="*/ 1936119 w 5799173"/>
              <a:gd name="connsiteY5550" fmla="*/ 557359 h 5017219"/>
              <a:gd name="connsiteX5551" fmla="*/ 1937448 w 5799173"/>
              <a:gd name="connsiteY5551" fmla="*/ 558106 h 5017219"/>
              <a:gd name="connsiteX5552" fmla="*/ 1948249 w 5799173"/>
              <a:gd name="connsiteY5552" fmla="*/ 576799 h 5017219"/>
              <a:gd name="connsiteX5553" fmla="*/ 1948249 w 5799173"/>
              <a:gd name="connsiteY5553" fmla="*/ 578295 h 5017219"/>
              <a:gd name="connsiteX5554" fmla="*/ 1937448 w 5799173"/>
              <a:gd name="connsiteY5554" fmla="*/ 596988 h 5017219"/>
              <a:gd name="connsiteX5555" fmla="*/ 1936119 w 5799173"/>
              <a:gd name="connsiteY5555" fmla="*/ 597735 h 5017219"/>
              <a:gd name="connsiteX5556" fmla="*/ 1794145 w 5799173"/>
              <a:gd name="connsiteY5556" fmla="*/ 565576 h 5017219"/>
              <a:gd name="connsiteX5557" fmla="*/ 1792816 w 5799173"/>
              <a:gd name="connsiteY5557" fmla="*/ 564828 h 5017219"/>
              <a:gd name="connsiteX5558" fmla="*/ 1782016 w 5799173"/>
              <a:gd name="connsiteY5558" fmla="*/ 546052 h 5017219"/>
              <a:gd name="connsiteX5559" fmla="*/ 1782016 w 5799173"/>
              <a:gd name="connsiteY5559" fmla="*/ 544556 h 5017219"/>
              <a:gd name="connsiteX5560" fmla="*/ 1792816 w 5799173"/>
              <a:gd name="connsiteY5560" fmla="*/ 525781 h 5017219"/>
              <a:gd name="connsiteX5561" fmla="*/ 1794145 w 5799173"/>
              <a:gd name="connsiteY5561" fmla="*/ 525033 h 5017219"/>
              <a:gd name="connsiteX5562" fmla="*/ 1815829 w 5799173"/>
              <a:gd name="connsiteY5562" fmla="*/ 525033 h 5017219"/>
              <a:gd name="connsiteX5563" fmla="*/ 1817159 w 5799173"/>
              <a:gd name="connsiteY5563" fmla="*/ 525781 h 5017219"/>
              <a:gd name="connsiteX5564" fmla="*/ 1827959 w 5799173"/>
              <a:gd name="connsiteY5564" fmla="*/ 544556 h 5017219"/>
              <a:gd name="connsiteX5565" fmla="*/ 1827959 w 5799173"/>
              <a:gd name="connsiteY5565" fmla="*/ 546052 h 5017219"/>
              <a:gd name="connsiteX5566" fmla="*/ 1817159 w 5799173"/>
              <a:gd name="connsiteY5566" fmla="*/ 564828 h 5017219"/>
              <a:gd name="connsiteX5567" fmla="*/ 1815829 w 5799173"/>
              <a:gd name="connsiteY5567" fmla="*/ 565576 h 5017219"/>
              <a:gd name="connsiteX5568" fmla="*/ 1854330 w 5799173"/>
              <a:gd name="connsiteY5568" fmla="*/ 581703 h 5017219"/>
              <a:gd name="connsiteX5569" fmla="*/ 1853002 w 5799173"/>
              <a:gd name="connsiteY5569" fmla="*/ 580955 h 5017219"/>
              <a:gd name="connsiteX5570" fmla="*/ 1842202 w 5799173"/>
              <a:gd name="connsiteY5570" fmla="*/ 562179 h 5017219"/>
              <a:gd name="connsiteX5571" fmla="*/ 1842201 w 5799173"/>
              <a:gd name="connsiteY5571" fmla="*/ 560683 h 5017219"/>
              <a:gd name="connsiteX5572" fmla="*/ 1853002 w 5799173"/>
              <a:gd name="connsiteY5572" fmla="*/ 541908 h 5017219"/>
              <a:gd name="connsiteX5573" fmla="*/ 1854331 w 5799173"/>
              <a:gd name="connsiteY5573" fmla="*/ 541160 h 5017219"/>
              <a:gd name="connsiteX5574" fmla="*/ 1876015 w 5799173"/>
              <a:gd name="connsiteY5574" fmla="*/ 541160 h 5017219"/>
              <a:gd name="connsiteX5575" fmla="*/ 1877345 w 5799173"/>
              <a:gd name="connsiteY5575" fmla="*/ 541908 h 5017219"/>
              <a:gd name="connsiteX5576" fmla="*/ 1888144 w 5799173"/>
              <a:gd name="connsiteY5576" fmla="*/ 560683 h 5017219"/>
              <a:gd name="connsiteX5577" fmla="*/ 1888145 w 5799173"/>
              <a:gd name="connsiteY5577" fmla="*/ 562179 h 5017219"/>
              <a:gd name="connsiteX5578" fmla="*/ 1877345 w 5799173"/>
              <a:gd name="connsiteY5578" fmla="*/ 580955 h 5017219"/>
              <a:gd name="connsiteX5579" fmla="*/ 1876015 w 5799173"/>
              <a:gd name="connsiteY5579" fmla="*/ 581703 h 5017219"/>
              <a:gd name="connsiteX5580" fmla="*/ 1733888 w 5799173"/>
              <a:gd name="connsiteY5580" fmla="*/ 549522 h 5017219"/>
              <a:gd name="connsiteX5581" fmla="*/ 1732559 w 5799173"/>
              <a:gd name="connsiteY5581" fmla="*/ 548774 h 5017219"/>
              <a:gd name="connsiteX5582" fmla="*/ 1721675 w 5799173"/>
              <a:gd name="connsiteY5582" fmla="*/ 529914 h 5017219"/>
              <a:gd name="connsiteX5583" fmla="*/ 1721675 w 5799173"/>
              <a:gd name="connsiteY5583" fmla="*/ 528337 h 5017219"/>
              <a:gd name="connsiteX5584" fmla="*/ 1732559 w 5799173"/>
              <a:gd name="connsiteY5584" fmla="*/ 509478 h 5017219"/>
              <a:gd name="connsiteX5585" fmla="*/ 1733888 w 5799173"/>
              <a:gd name="connsiteY5585" fmla="*/ 508730 h 5017219"/>
              <a:gd name="connsiteX5586" fmla="*/ 1755654 w 5799173"/>
              <a:gd name="connsiteY5586" fmla="*/ 508730 h 5017219"/>
              <a:gd name="connsiteX5587" fmla="*/ 1756983 w 5799173"/>
              <a:gd name="connsiteY5587" fmla="*/ 509478 h 5017219"/>
              <a:gd name="connsiteX5588" fmla="*/ 1767867 w 5799173"/>
              <a:gd name="connsiteY5588" fmla="*/ 528337 h 5017219"/>
              <a:gd name="connsiteX5589" fmla="*/ 1767867 w 5799173"/>
              <a:gd name="connsiteY5589" fmla="*/ 529915 h 5017219"/>
              <a:gd name="connsiteX5590" fmla="*/ 1756983 w 5799173"/>
              <a:gd name="connsiteY5590" fmla="*/ 548773 h 5017219"/>
              <a:gd name="connsiteX5591" fmla="*/ 1755654 w 5799173"/>
              <a:gd name="connsiteY5591" fmla="*/ 549522 h 5017219"/>
              <a:gd name="connsiteX5592" fmla="*/ 2094901 w 5799173"/>
              <a:gd name="connsiteY5592" fmla="*/ 646447 h 5017219"/>
              <a:gd name="connsiteX5593" fmla="*/ 2093571 w 5799173"/>
              <a:gd name="connsiteY5593" fmla="*/ 645699 h 5017219"/>
              <a:gd name="connsiteX5594" fmla="*/ 2082688 w 5799173"/>
              <a:gd name="connsiteY5594" fmla="*/ 626757 h 5017219"/>
              <a:gd name="connsiteX5595" fmla="*/ 2082688 w 5799173"/>
              <a:gd name="connsiteY5595" fmla="*/ 625179 h 5017219"/>
              <a:gd name="connsiteX5596" fmla="*/ 2093655 w 5799173"/>
              <a:gd name="connsiteY5596" fmla="*/ 606236 h 5017219"/>
              <a:gd name="connsiteX5597" fmla="*/ 2094984 w 5799173"/>
              <a:gd name="connsiteY5597" fmla="*/ 605489 h 5017219"/>
              <a:gd name="connsiteX5598" fmla="*/ 2116834 w 5799173"/>
              <a:gd name="connsiteY5598" fmla="*/ 605489 h 5017219"/>
              <a:gd name="connsiteX5599" fmla="*/ 2118163 w 5799173"/>
              <a:gd name="connsiteY5599" fmla="*/ 606236 h 5017219"/>
              <a:gd name="connsiteX5600" fmla="*/ 2129046 w 5799173"/>
              <a:gd name="connsiteY5600" fmla="*/ 625179 h 5017219"/>
              <a:gd name="connsiteX5601" fmla="*/ 2129046 w 5799173"/>
              <a:gd name="connsiteY5601" fmla="*/ 626757 h 5017219"/>
              <a:gd name="connsiteX5602" fmla="*/ 2118079 w 5799173"/>
              <a:gd name="connsiteY5602" fmla="*/ 645699 h 5017219"/>
              <a:gd name="connsiteX5603" fmla="*/ 2116750 w 5799173"/>
              <a:gd name="connsiteY5603" fmla="*/ 646447 h 5017219"/>
              <a:gd name="connsiteX5604" fmla="*/ 2756949 w 5799173"/>
              <a:gd name="connsiteY5604" fmla="*/ 823925 h 5017219"/>
              <a:gd name="connsiteX5605" fmla="*/ 2755620 w 5799173"/>
              <a:gd name="connsiteY5605" fmla="*/ 823177 h 5017219"/>
              <a:gd name="connsiteX5606" fmla="*/ 2744654 w 5799173"/>
              <a:gd name="connsiteY5606" fmla="*/ 804152 h 5017219"/>
              <a:gd name="connsiteX5607" fmla="*/ 2744654 w 5799173"/>
              <a:gd name="connsiteY5607" fmla="*/ 802575 h 5017219"/>
              <a:gd name="connsiteX5608" fmla="*/ 2755620 w 5799173"/>
              <a:gd name="connsiteY5608" fmla="*/ 783549 h 5017219"/>
              <a:gd name="connsiteX5609" fmla="*/ 2756949 w 5799173"/>
              <a:gd name="connsiteY5609" fmla="*/ 782802 h 5017219"/>
              <a:gd name="connsiteX5610" fmla="*/ 2778882 w 5799173"/>
              <a:gd name="connsiteY5610" fmla="*/ 782802 h 5017219"/>
              <a:gd name="connsiteX5611" fmla="*/ 2780212 w 5799173"/>
              <a:gd name="connsiteY5611" fmla="*/ 783548 h 5017219"/>
              <a:gd name="connsiteX5612" fmla="*/ 2791178 w 5799173"/>
              <a:gd name="connsiteY5612" fmla="*/ 802574 h 5017219"/>
              <a:gd name="connsiteX5613" fmla="*/ 2791178 w 5799173"/>
              <a:gd name="connsiteY5613" fmla="*/ 804153 h 5017219"/>
              <a:gd name="connsiteX5614" fmla="*/ 2780212 w 5799173"/>
              <a:gd name="connsiteY5614" fmla="*/ 823178 h 5017219"/>
              <a:gd name="connsiteX5615" fmla="*/ 2778882 w 5799173"/>
              <a:gd name="connsiteY5615" fmla="*/ 823926 h 5017219"/>
              <a:gd name="connsiteX5616" fmla="*/ 3057880 w 5799173"/>
              <a:gd name="connsiteY5616" fmla="*/ 904560 h 5017219"/>
              <a:gd name="connsiteX5617" fmla="*/ 3056552 w 5799173"/>
              <a:gd name="connsiteY5617" fmla="*/ 903812 h 5017219"/>
              <a:gd name="connsiteX5618" fmla="*/ 3045586 w 5799173"/>
              <a:gd name="connsiteY5618" fmla="*/ 884787 h 5017219"/>
              <a:gd name="connsiteX5619" fmla="*/ 3045585 w 5799173"/>
              <a:gd name="connsiteY5619" fmla="*/ 883209 h 5017219"/>
              <a:gd name="connsiteX5620" fmla="*/ 3056551 w 5799173"/>
              <a:gd name="connsiteY5620" fmla="*/ 864183 h 5017219"/>
              <a:gd name="connsiteX5621" fmla="*/ 3057881 w 5799173"/>
              <a:gd name="connsiteY5621" fmla="*/ 863436 h 5017219"/>
              <a:gd name="connsiteX5622" fmla="*/ 3079813 w 5799173"/>
              <a:gd name="connsiteY5622" fmla="*/ 863436 h 5017219"/>
              <a:gd name="connsiteX5623" fmla="*/ 3081143 w 5799173"/>
              <a:gd name="connsiteY5623" fmla="*/ 864183 h 5017219"/>
              <a:gd name="connsiteX5624" fmla="*/ 3092110 w 5799173"/>
              <a:gd name="connsiteY5624" fmla="*/ 883209 h 5017219"/>
              <a:gd name="connsiteX5625" fmla="*/ 3092109 w 5799173"/>
              <a:gd name="connsiteY5625" fmla="*/ 884787 h 5017219"/>
              <a:gd name="connsiteX5626" fmla="*/ 3081144 w 5799173"/>
              <a:gd name="connsiteY5626" fmla="*/ 903812 h 5017219"/>
              <a:gd name="connsiteX5627" fmla="*/ 3079814 w 5799173"/>
              <a:gd name="connsiteY5627" fmla="*/ 904560 h 5017219"/>
              <a:gd name="connsiteX5628" fmla="*/ 2696597 w 5799173"/>
              <a:gd name="connsiteY5628" fmla="*/ 808049 h 5017219"/>
              <a:gd name="connsiteX5629" fmla="*/ 2695267 w 5799173"/>
              <a:gd name="connsiteY5629" fmla="*/ 807300 h 5017219"/>
              <a:gd name="connsiteX5630" fmla="*/ 2684135 w 5799173"/>
              <a:gd name="connsiteY5630" fmla="*/ 788026 h 5017219"/>
              <a:gd name="connsiteX5631" fmla="*/ 2684135 w 5799173"/>
              <a:gd name="connsiteY5631" fmla="*/ 786448 h 5017219"/>
              <a:gd name="connsiteX5632" fmla="*/ 2695267 w 5799173"/>
              <a:gd name="connsiteY5632" fmla="*/ 767174 h 5017219"/>
              <a:gd name="connsiteX5633" fmla="*/ 2696597 w 5799173"/>
              <a:gd name="connsiteY5633" fmla="*/ 766426 h 5017219"/>
              <a:gd name="connsiteX5634" fmla="*/ 2718862 w 5799173"/>
              <a:gd name="connsiteY5634" fmla="*/ 766425 h 5017219"/>
              <a:gd name="connsiteX5635" fmla="*/ 2720191 w 5799173"/>
              <a:gd name="connsiteY5635" fmla="*/ 767173 h 5017219"/>
              <a:gd name="connsiteX5636" fmla="*/ 2731324 w 5799173"/>
              <a:gd name="connsiteY5636" fmla="*/ 786448 h 5017219"/>
              <a:gd name="connsiteX5637" fmla="*/ 2731324 w 5799173"/>
              <a:gd name="connsiteY5637" fmla="*/ 788026 h 5017219"/>
              <a:gd name="connsiteX5638" fmla="*/ 2720191 w 5799173"/>
              <a:gd name="connsiteY5638" fmla="*/ 807301 h 5017219"/>
              <a:gd name="connsiteX5639" fmla="*/ 2718862 w 5799173"/>
              <a:gd name="connsiteY5639" fmla="*/ 808049 h 5017219"/>
              <a:gd name="connsiteX5640" fmla="*/ 2154859 w 5799173"/>
              <a:gd name="connsiteY5640" fmla="*/ 662981 h 5017219"/>
              <a:gd name="connsiteX5641" fmla="*/ 2153531 w 5799173"/>
              <a:gd name="connsiteY5641" fmla="*/ 662150 h 5017219"/>
              <a:gd name="connsiteX5642" fmla="*/ 2142315 w 5799173"/>
              <a:gd name="connsiteY5642" fmla="*/ 642793 h 5017219"/>
              <a:gd name="connsiteX5643" fmla="*/ 2142315 w 5799173"/>
              <a:gd name="connsiteY5643" fmla="*/ 641214 h 5017219"/>
              <a:gd name="connsiteX5644" fmla="*/ 2153530 w 5799173"/>
              <a:gd name="connsiteY5644" fmla="*/ 621857 h 5017219"/>
              <a:gd name="connsiteX5645" fmla="*/ 2154860 w 5799173"/>
              <a:gd name="connsiteY5645" fmla="*/ 621026 h 5017219"/>
              <a:gd name="connsiteX5646" fmla="*/ 2177208 w 5799173"/>
              <a:gd name="connsiteY5646" fmla="*/ 621026 h 5017219"/>
              <a:gd name="connsiteX5647" fmla="*/ 2178537 w 5799173"/>
              <a:gd name="connsiteY5647" fmla="*/ 621857 h 5017219"/>
              <a:gd name="connsiteX5648" fmla="*/ 2189753 w 5799173"/>
              <a:gd name="connsiteY5648" fmla="*/ 641214 h 5017219"/>
              <a:gd name="connsiteX5649" fmla="*/ 2189752 w 5799173"/>
              <a:gd name="connsiteY5649" fmla="*/ 642793 h 5017219"/>
              <a:gd name="connsiteX5650" fmla="*/ 2178537 w 5799173"/>
              <a:gd name="connsiteY5650" fmla="*/ 662150 h 5017219"/>
              <a:gd name="connsiteX5651" fmla="*/ 2177207 w 5799173"/>
              <a:gd name="connsiteY5651" fmla="*/ 662981 h 5017219"/>
              <a:gd name="connsiteX5652" fmla="*/ 2877095 w 5799173"/>
              <a:gd name="connsiteY5652" fmla="*/ 856503 h 5017219"/>
              <a:gd name="connsiteX5653" fmla="*/ 2875766 w 5799173"/>
              <a:gd name="connsiteY5653" fmla="*/ 855672 h 5017219"/>
              <a:gd name="connsiteX5654" fmla="*/ 2864550 w 5799173"/>
              <a:gd name="connsiteY5654" fmla="*/ 836315 h 5017219"/>
              <a:gd name="connsiteX5655" fmla="*/ 2864550 w 5799173"/>
              <a:gd name="connsiteY5655" fmla="*/ 834736 h 5017219"/>
              <a:gd name="connsiteX5656" fmla="*/ 2875766 w 5799173"/>
              <a:gd name="connsiteY5656" fmla="*/ 815379 h 5017219"/>
              <a:gd name="connsiteX5657" fmla="*/ 2877095 w 5799173"/>
              <a:gd name="connsiteY5657" fmla="*/ 814548 h 5017219"/>
              <a:gd name="connsiteX5658" fmla="*/ 2899443 w 5799173"/>
              <a:gd name="connsiteY5658" fmla="*/ 814548 h 5017219"/>
              <a:gd name="connsiteX5659" fmla="*/ 2900773 w 5799173"/>
              <a:gd name="connsiteY5659" fmla="*/ 815379 h 5017219"/>
              <a:gd name="connsiteX5660" fmla="*/ 2911988 w 5799173"/>
              <a:gd name="connsiteY5660" fmla="*/ 834736 h 5017219"/>
              <a:gd name="connsiteX5661" fmla="*/ 2911988 w 5799173"/>
              <a:gd name="connsiteY5661" fmla="*/ 836315 h 5017219"/>
              <a:gd name="connsiteX5662" fmla="*/ 2900773 w 5799173"/>
              <a:gd name="connsiteY5662" fmla="*/ 855672 h 5017219"/>
              <a:gd name="connsiteX5663" fmla="*/ 2899443 w 5799173"/>
              <a:gd name="connsiteY5663" fmla="*/ 856503 h 5017219"/>
              <a:gd name="connsiteX5664" fmla="*/ 2576058 w 5799173"/>
              <a:gd name="connsiteY5664" fmla="*/ 776126 h 5017219"/>
              <a:gd name="connsiteX5665" fmla="*/ 2574645 w 5799173"/>
              <a:gd name="connsiteY5665" fmla="*/ 775295 h 5017219"/>
              <a:gd name="connsiteX5666" fmla="*/ 2563347 w 5799173"/>
              <a:gd name="connsiteY5666" fmla="*/ 755772 h 5017219"/>
              <a:gd name="connsiteX5667" fmla="*/ 2563347 w 5799173"/>
              <a:gd name="connsiteY5667" fmla="*/ 754193 h 5017219"/>
              <a:gd name="connsiteX5668" fmla="*/ 2574645 w 5799173"/>
              <a:gd name="connsiteY5668" fmla="*/ 734670 h 5017219"/>
              <a:gd name="connsiteX5669" fmla="*/ 2576058 w 5799173"/>
              <a:gd name="connsiteY5669" fmla="*/ 733838 h 5017219"/>
              <a:gd name="connsiteX5670" fmla="*/ 2598655 w 5799173"/>
              <a:gd name="connsiteY5670" fmla="*/ 733839 h 5017219"/>
              <a:gd name="connsiteX5671" fmla="*/ 2600068 w 5799173"/>
              <a:gd name="connsiteY5671" fmla="*/ 734670 h 5017219"/>
              <a:gd name="connsiteX5672" fmla="*/ 2611367 w 5799173"/>
              <a:gd name="connsiteY5672" fmla="*/ 754193 h 5017219"/>
              <a:gd name="connsiteX5673" fmla="*/ 2611367 w 5799173"/>
              <a:gd name="connsiteY5673" fmla="*/ 755771 h 5017219"/>
              <a:gd name="connsiteX5674" fmla="*/ 2600067 w 5799173"/>
              <a:gd name="connsiteY5674" fmla="*/ 775295 h 5017219"/>
              <a:gd name="connsiteX5675" fmla="*/ 2598655 w 5799173"/>
              <a:gd name="connsiteY5675" fmla="*/ 776126 h 5017219"/>
              <a:gd name="connsiteX5676" fmla="*/ 2636183 w 5799173"/>
              <a:gd name="connsiteY5676" fmla="*/ 792422 h 5017219"/>
              <a:gd name="connsiteX5677" fmla="*/ 2634770 w 5799173"/>
              <a:gd name="connsiteY5677" fmla="*/ 791591 h 5017219"/>
              <a:gd name="connsiteX5678" fmla="*/ 2623388 w 5799173"/>
              <a:gd name="connsiteY5678" fmla="*/ 771819 h 5017219"/>
              <a:gd name="connsiteX5679" fmla="*/ 2623388 w 5799173"/>
              <a:gd name="connsiteY5679" fmla="*/ 770239 h 5017219"/>
              <a:gd name="connsiteX5680" fmla="*/ 2634770 w 5799173"/>
              <a:gd name="connsiteY5680" fmla="*/ 750467 h 5017219"/>
              <a:gd name="connsiteX5681" fmla="*/ 2636183 w 5799173"/>
              <a:gd name="connsiteY5681" fmla="*/ 749636 h 5017219"/>
              <a:gd name="connsiteX5682" fmla="*/ 2658946 w 5799173"/>
              <a:gd name="connsiteY5682" fmla="*/ 749636 h 5017219"/>
              <a:gd name="connsiteX5683" fmla="*/ 2660359 w 5799173"/>
              <a:gd name="connsiteY5683" fmla="*/ 750467 h 5017219"/>
              <a:gd name="connsiteX5684" fmla="*/ 2671740 w 5799173"/>
              <a:gd name="connsiteY5684" fmla="*/ 770239 h 5017219"/>
              <a:gd name="connsiteX5685" fmla="*/ 2671740 w 5799173"/>
              <a:gd name="connsiteY5685" fmla="*/ 771819 h 5017219"/>
              <a:gd name="connsiteX5686" fmla="*/ 2660359 w 5799173"/>
              <a:gd name="connsiteY5686" fmla="*/ 791592 h 5017219"/>
              <a:gd name="connsiteX5687" fmla="*/ 2658946 w 5799173"/>
              <a:gd name="connsiteY5687" fmla="*/ 792422 h 5017219"/>
              <a:gd name="connsiteX5688" fmla="*/ 2515654 w 5799173"/>
              <a:gd name="connsiteY5688" fmla="*/ 760418 h 5017219"/>
              <a:gd name="connsiteX5689" fmla="*/ 2514242 w 5799173"/>
              <a:gd name="connsiteY5689" fmla="*/ 759587 h 5017219"/>
              <a:gd name="connsiteX5690" fmla="*/ 2502694 w 5799173"/>
              <a:gd name="connsiteY5690" fmla="*/ 739565 h 5017219"/>
              <a:gd name="connsiteX5691" fmla="*/ 2502694 w 5799173"/>
              <a:gd name="connsiteY5691" fmla="*/ 737903 h 5017219"/>
              <a:gd name="connsiteX5692" fmla="*/ 2514242 w 5799173"/>
              <a:gd name="connsiteY5692" fmla="*/ 717882 h 5017219"/>
              <a:gd name="connsiteX5693" fmla="*/ 2515654 w 5799173"/>
              <a:gd name="connsiteY5693" fmla="*/ 717051 h 5017219"/>
              <a:gd name="connsiteX5694" fmla="*/ 2538751 w 5799173"/>
              <a:gd name="connsiteY5694" fmla="*/ 717051 h 5017219"/>
              <a:gd name="connsiteX5695" fmla="*/ 2540163 w 5799173"/>
              <a:gd name="connsiteY5695" fmla="*/ 717882 h 5017219"/>
              <a:gd name="connsiteX5696" fmla="*/ 2551711 w 5799173"/>
              <a:gd name="connsiteY5696" fmla="*/ 737903 h 5017219"/>
              <a:gd name="connsiteX5697" fmla="*/ 2551711 w 5799173"/>
              <a:gd name="connsiteY5697" fmla="*/ 739565 h 5017219"/>
              <a:gd name="connsiteX5698" fmla="*/ 2540163 w 5799173"/>
              <a:gd name="connsiteY5698" fmla="*/ 759587 h 5017219"/>
              <a:gd name="connsiteX5699" fmla="*/ 2538751 w 5799173"/>
              <a:gd name="connsiteY5699" fmla="*/ 760418 h 5017219"/>
              <a:gd name="connsiteX5700" fmla="*/ 2996958 w 5799173"/>
              <a:gd name="connsiteY5700" fmla="*/ 889763 h 5017219"/>
              <a:gd name="connsiteX5701" fmla="*/ 2995544 w 5799173"/>
              <a:gd name="connsiteY5701" fmla="*/ 888932 h 5017219"/>
              <a:gd name="connsiteX5702" fmla="*/ 2983830 w 5799173"/>
              <a:gd name="connsiteY5702" fmla="*/ 868661 h 5017219"/>
              <a:gd name="connsiteX5703" fmla="*/ 2983831 w 5799173"/>
              <a:gd name="connsiteY5703" fmla="*/ 866999 h 5017219"/>
              <a:gd name="connsiteX5704" fmla="*/ 2995544 w 5799173"/>
              <a:gd name="connsiteY5704" fmla="*/ 846728 h 5017219"/>
              <a:gd name="connsiteX5705" fmla="*/ 2996957 w 5799173"/>
              <a:gd name="connsiteY5705" fmla="*/ 845897 h 5017219"/>
              <a:gd name="connsiteX5706" fmla="*/ 3020385 w 5799173"/>
              <a:gd name="connsiteY5706" fmla="*/ 845897 h 5017219"/>
              <a:gd name="connsiteX5707" fmla="*/ 3021797 w 5799173"/>
              <a:gd name="connsiteY5707" fmla="*/ 846728 h 5017219"/>
              <a:gd name="connsiteX5708" fmla="*/ 3033511 w 5799173"/>
              <a:gd name="connsiteY5708" fmla="*/ 866999 h 5017219"/>
              <a:gd name="connsiteX5709" fmla="*/ 3033511 w 5799173"/>
              <a:gd name="connsiteY5709" fmla="*/ 868661 h 5017219"/>
              <a:gd name="connsiteX5710" fmla="*/ 3021798 w 5799173"/>
              <a:gd name="connsiteY5710" fmla="*/ 888932 h 5017219"/>
              <a:gd name="connsiteX5711" fmla="*/ 3020385 w 5799173"/>
              <a:gd name="connsiteY5711" fmla="*/ 889763 h 5017219"/>
              <a:gd name="connsiteX5712" fmla="*/ 2328233 w 5799173"/>
              <a:gd name="connsiteY5712" fmla="*/ 750808 h 5017219"/>
              <a:gd name="connsiteX5713" fmla="*/ 2327735 w 5799173"/>
              <a:gd name="connsiteY5713" fmla="*/ 750477 h 5017219"/>
              <a:gd name="connsiteX5714" fmla="*/ 2323332 w 5799173"/>
              <a:gd name="connsiteY5714" fmla="*/ 742917 h 5017219"/>
              <a:gd name="connsiteX5715" fmla="*/ 2323332 w 5799173"/>
              <a:gd name="connsiteY5715" fmla="*/ 742336 h 5017219"/>
              <a:gd name="connsiteX5716" fmla="*/ 2327735 w 5799173"/>
              <a:gd name="connsiteY5716" fmla="*/ 734775 h 5017219"/>
              <a:gd name="connsiteX5717" fmla="*/ 2328233 w 5799173"/>
              <a:gd name="connsiteY5717" fmla="*/ 734443 h 5017219"/>
              <a:gd name="connsiteX5718" fmla="*/ 2336957 w 5799173"/>
              <a:gd name="connsiteY5718" fmla="*/ 734443 h 5017219"/>
              <a:gd name="connsiteX5719" fmla="*/ 2337456 w 5799173"/>
              <a:gd name="connsiteY5719" fmla="*/ 734775 h 5017219"/>
              <a:gd name="connsiteX5720" fmla="*/ 2341858 w 5799173"/>
              <a:gd name="connsiteY5720" fmla="*/ 742336 h 5017219"/>
              <a:gd name="connsiteX5721" fmla="*/ 2341858 w 5799173"/>
              <a:gd name="connsiteY5721" fmla="*/ 742916 h 5017219"/>
              <a:gd name="connsiteX5722" fmla="*/ 2337456 w 5799173"/>
              <a:gd name="connsiteY5722" fmla="*/ 750477 h 5017219"/>
              <a:gd name="connsiteX5723" fmla="*/ 2336957 w 5799173"/>
              <a:gd name="connsiteY5723" fmla="*/ 750809 h 5017219"/>
              <a:gd name="connsiteX5724" fmla="*/ 4311304 w 5799173"/>
              <a:gd name="connsiteY5724" fmla="*/ 1288822 h 5017219"/>
              <a:gd name="connsiteX5725" fmla="*/ 4310390 w 5799173"/>
              <a:gd name="connsiteY5725" fmla="*/ 1288323 h 5017219"/>
              <a:gd name="connsiteX5726" fmla="*/ 4302913 w 5799173"/>
              <a:gd name="connsiteY5726" fmla="*/ 1275364 h 5017219"/>
              <a:gd name="connsiteX5727" fmla="*/ 4302913 w 5799173"/>
              <a:gd name="connsiteY5727" fmla="*/ 1274283 h 5017219"/>
              <a:gd name="connsiteX5728" fmla="*/ 4310390 w 5799173"/>
              <a:gd name="connsiteY5728" fmla="*/ 1261322 h 5017219"/>
              <a:gd name="connsiteX5729" fmla="*/ 4311304 w 5799173"/>
              <a:gd name="connsiteY5729" fmla="*/ 1260824 h 5017219"/>
              <a:gd name="connsiteX5730" fmla="*/ 4326258 w 5799173"/>
              <a:gd name="connsiteY5730" fmla="*/ 1260824 h 5017219"/>
              <a:gd name="connsiteX5731" fmla="*/ 4327172 w 5799173"/>
              <a:gd name="connsiteY5731" fmla="*/ 1261322 h 5017219"/>
              <a:gd name="connsiteX5732" fmla="*/ 4334649 w 5799173"/>
              <a:gd name="connsiteY5732" fmla="*/ 1274284 h 5017219"/>
              <a:gd name="connsiteX5733" fmla="*/ 4334649 w 5799173"/>
              <a:gd name="connsiteY5733" fmla="*/ 1275363 h 5017219"/>
              <a:gd name="connsiteX5734" fmla="*/ 4327172 w 5799173"/>
              <a:gd name="connsiteY5734" fmla="*/ 1288323 h 5017219"/>
              <a:gd name="connsiteX5735" fmla="*/ 4326258 w 5799173"/>
              <a:gd name="connsiteY5735" fmla="*/ 1288822 h 5017219"/>
              <a:gd name="connsiteX5736" fmla="*/ 2385117 w 5799173"/>
              <a:gd name="connsiteY5736" fmla="*/ 773097 h 5017219"/>
              <a:gd name="connsiteX5737" fmla="*/ 2384203 w 5799173"/>
              <a:gd name="connsiteY5737" fmla="*/ 772516 h 5017219"/>
              <a:gd name="connsiteX5738" fmla="*/ 2376560 w 5799173"/>
              <a:gd name="connsiteY5738" fmla="*/ 759223 h 5017219"/>
              <a:gd name="connsiteX5739" fmla="*/ 2376560 w 5799173"/>
              <a:gd name="connsiteY5739" fmla="*/ 758143 h 5017219"/>
              <a:gd name="connsiteX5740" fmla="*/ 2384286 w 5799173"/>
              <a:gd name="connsiteY5740" fmla="*/ 744851 h 5017219"/>
              <a:gd name="connsiteX5741" fmla="*/ 2385200 w 5799173"/>
              <a:gd name="connsiteY5741" fmla="*/ 744269 h 5017219"/>
              <a:gd name="connsiteX5742" fmla="*/ 2400570 w 5799173"/>
              <a:gd name="connsiteY5742" fmla="*/ 744269 h 5017219"/>
              <a:gd name="connsiteX5743" fmla="*/ 2401483 w 5799173"/>
              <a:gd name="connsiteY5743" fmla="*/ 744851 h 5017219"/>
              <a:gd name="connsiteX5744" fmla="*/ 2409127 w 5799173"/>
              <a:gd name="connsiteY5744" fmla="*/ 758143 h 5017219"/>
              <a:gd name="connsiteX5745" fmla="*/ 2409127 w 5799173"/>
              <a:gd name="connsiteY5745" fmla="*/ 759223 h 5017219"/>
              <a:gd name="connsiteX5746" fmla="*/ 2401401 w 5799173"/>
              <a:gd name="connsiteY5746" fmla="*/ 772516 h 5017219"/>
              <a:gd name="connsiteX5747" fmla="*/ 2400487 w 5799173"/>
              <a:gd name="connsiteY5747" fmla="*/ 773097 h 5017219"/>
              <a:gd name="connsiteX5748" fmla="*/ 3648921 w 5799173"/>
              <a:gd name="connsiteY5748" fmla="*/ 1112101 h 5017219"/>
              <a:gd name="connsiteX5749" fmla="*/ 3647924 w 5799173"/>
              <a:gd name="connsiteY5749" fmla="*/ 1111520 h 5017219"/>
              <a:gd name="connsiteX5750" fmla="*/ 3640115 w 5799173"/>
              <a:gd name="connsiteY5750" fmla="*/ 1097978 h 5017219"/>
              <a:gd name="connsiteX5751" fmla="*/ 3640115 w 5799173"/>
              <a:gd name="connsiteY5751" fmla="*/ 1096898 h 5017219"/>
              <a:gd name="connsiteX5752" fmla="*/ 3647924 w 5799173"/>
              <a:gd name="connsiteY5752" fmla="*/ 1083356 h 5017219"/>
              <a:gd name="connsiteX5753" fmla="*/ 3648921 w 5799173"/>
              <a:gd name="connsiteY5753" fmla="*/ 1082774 h 5017219"/>
              <a:gd name="connsiteX5754" fmla="*/ 3664623 w 5799173"/>
              <a:gd name="connsiteY5754" fmla="*/ 1082774 h 5017219"/>
              <a:gd name="connsiteX5755" fmla="*/ 3665620 w 5799173"/>
              <a:gd name="connsiteY5755" fmla="*/ 1083356 h 5017219"/>
              <a:gd name="connsiteX5756" fmla="*/ 3673430 w 5799173"/>
              <a:gd name="connsiteY5756" fmla="*/ 1096898 h 5017219"/>
              <a:gd name="connsiteX5757" fmla="*/ 3673430 w 5799173"/>
              <a:gd name="connsiteY5757" fmla="*/ 1097978 h 5017219"/>
              <a:gd name="connsiteX5758" fmla="*/ 3665620 w 5799173"/>
              <a:gd name="connsiteY5758" fmla="*/ 1111520 h 5017219"/>
              <a:gd name="connsiteX5759" fmla="*/ 3664623 w 5799173"/>
              <a:gd name="connsiteY5759" fmla="*/ 1112101 h 5017219"/>
              <a:gd name="connsiteX5760" fmla="*/ 2203623 w 5799173"/>
              <a:gd name="connsiteY5760" fmla="*/ 726460 h 5017219"/>
              <a:gd name="connsiteX5761" fmla="*/ 2202543 w 5799173"/>
              <a:gd name="connsiteY5761" fmla="*/ 725878 h 5017219"/>
              <a:gd name="connsiteX5762" fmla="*/ 2193986 w 5799173"/>
              <a:gd name="connsiteY5762" fmla="*/ 711007 h 5017219"/>
              <a:gd name="connsiteX5763" fmla="*/ 2193986 w 5799173"/>
              <a:gd name="connsiteY5763" fmla="*/ 709761 h 5017219"/>
              <a:gd name="connsiteX5764" fmla="*/ 2202626 w 5799173"/>
              <a:gd name="connsiteY5764" fmla="*/ 694890 h 5017219"/>
              <a:gd name="connsiteX5765" fmla="*/ 2203706 w 5799173"/>
              <a:gd name="connsiteY5765" fmla="*/ 694308 h 5017219"/>
              <a:gd name="connsiteX5766" fmla="*/ 2220903 w 5799173"/>
              <a:gd name="connsiteY5766" fmla="*/ 694308 h 5017219"/>
              <a:gd name="connsiteX5767" fmla="*/ 2221983 w 5799173"/>
              <a:gd name="connsiteY5767" fmla="*/ 694890 h 5017219"/>
              <a:gd name="connsiteX5768" fmla="*/ 2230541 w 5799173"/>
              <a:gd name="connsiteY5768" fmla="*/ 709761 h 5017219"/>
              <a:gd name="connsiteX5769" fmla="*/ 2230541 w 5799173"/>
              <a:gd name="connsiteY5769" fmla="*/ 711007 h 5017219"/>
              <a:gd name="connsiteX5770" fmla="*/ 2221900 w 5799173"/>
              <a:gd name="connsiteY5770" fmla="*/ 725878 h 5017219"/>
              <a:gd name="connsiteX5771" fmla="*/ 2220821 w 5799173"/>
              <a:gd name="connsiteY5771" fmla="*/ 726460 h 5017219"/>
              <a:gd name="connsiteX5772" fmla="*/ 4369860 w 5799173"/>
              <a:gd name="connsiteY5772" fmla="*/ 1308028 h 5017219"/>
              <a:gd name="connsiteX5773" fmla="*/ 4368780 w 5799173"/>
              <a:gd name="connsiteY5773" fmla="*/ 1307363 h 5017219"/>
              <a:gd name="connsiteX5774" fmla="*/ 4359642 w 5799173"/>
              <a:gd name="connsiteY5774" fmla="*/ 1291495 h 5017219"/>
              <a:gd name="connsiteX5775" fmla="*/ 4359642 w 5799173"/>
              <a:gd name="connsiteY5775" fmla="*/ 1290165 h 5017219"/>
              <a:gd name="connsiteX5776" fmla="*/ 4368780 w 5799173"/>
              <a:gd name="connsiteY5776" fmla="*/ 1274297 h 5017219"/>
              <a:gd name="connsiteX5777" fmla="*/ 4369860 w 5799173"/>
              <a:gd name="connsiteY5777" fmla="*/ 1273633 h 5017219"/>
              <a:gd name="connsiteX5778" fmla="*/ 4388138 w 5799173"/>
              <a:gd name="connsiteY5778" fmla="*/ 1273632 h 5017219"/>
              <a:gd name="connsiteX5779" fmla="*/ 4389218 w 5799173"/>
              <a:gd name="connsiteY5779" fmla="*/ 1274298 h 5017219"/>
              <a:gd name="connsiteX5780" fmla="*/ 4398356 w 5799173"/>
              <a:gd name="connsiteY5780" fmla="*/ 1290165 h 5017219"/>
              <a:gd name="connsiteX5781" fmla="*/ 4398356 w 5799173"/>
              <a:gd name="connsiteY5781" fmla="*/ 1291495 h 5017219"/>
              <a:gd name="connsiteX5782" fmla="*/ 4389218 w 5799173"/>
              <a:gd name="connsiteY5782" fmla="*/ 1307363 h 5017219"/>
              <a:gd name="connsiteX5783" fmla="*/ 4388138 w 5799173"/>
              <a:gd name="connsiteY5783" fmla="*/ 1308027 h 5017219"/>
              <a:gd name="connsiteX5784" fmla="*/ 2263073 w 5799173"/>
              <a:gd name="connsiteY5784" fmla="*/ 743988 h 5017219"/>
              <a:gd name="connsiteX5785" fmla="*/ 2261910 w 5799173"/>
              <a:gd name="connsiteY5785" fmla="*/ 743324 h 5017219"/>
              <a:gd name="connsiteX5786" fmla="*/ 2252522 w 5799173"/>
              <a:gd name="connsiteY5786" fmla="*/ 727123 h 5017219"/>
              <a:gd name="connsiteX5787" fmla="*/ 2252522 w 5799173"/>
              <a:gd name="connsiteY5787" fmla="*/ 725794 h 5017219"/>
              <a:gd name="connsiteX5788" fmla="*/ 2261910 w 5799173"/>
              <a:gd name="connsiteY5788" fmla="*/ 709593 h 5017219"/>
              <a:gd name="connsiteX5789" fmla="*/ 2263073 w 5799173"/>
              <a:gd name="connsiteY5789" fmla="*/ 708929 h 5017219"/>
              <a:gd name="connsiteX5790" fmla="*/ 2281766 w 5799173"/>
              <a:gd name="connsiteY5790" fmla="*/ 708929 h 5017219"/>
              <a:gd name="connsiteX5791" fmla="*/ 2282929 w 5799173"/>
              <a:gd name="connsiteY5791" fmla="*/ 709593 h 5017219"/>
              <a:gd name="connsiteX5792" fmla="*/ 2292317 w 5799173"/>
              <a:gd name="connsiteY5792" fmla="*/ 725794 h 5017219"/>
              <a:gd name="connsiteX5793" fmla="*/ 2292317 w 5799173"/>
              <a:gd name="connsiteY5793" fmla="*/ 727123 h 5017219"/>
              <a:gd name="connsiteX5794" fmla="*/ 2282929 w 5799173"/>
              <a:gd name="connsiteY5794" fmla="*/ 743324 h 5017219"/>
              <a:gd name="connsiteX5795" fmla="*/ 2281766 w 5799173"/>
              <a:gd name="connsiteY5795" fmla="*/ 743988 h 5017219"/>
              <a:gd name="connsiteX5796" fmla="*/ 4249134 w 5799173"/>
              <a:gd name="connsiteY5796" fmla="*/ 1276352 h 5017219"/>
              <a:gd name="connsiteX5797" fmla="*/ 4247971 w 5799173"/>
              <a:gd name="connsiteY5797" fmla="*/ 1275687 h 5017219"/>
              <a:gd name="connsiteX5798" fmla="*/ 4238500 w 5799173"/>
              <a:gd name="connsiteY5798" fmla="*/ 1259321 h 5017219"/>
              <a:gd name="connsiteX5799" fmla="*/ 4238500 w 5799173"/>
              <a:gd name="connsiteY5799" fmla="*/ 1257991 h 5017219"/>
              <a:gd name="connsiteX5800" fmla="*/ 4247971 w 5799173"/>
              <a:gd name="connsiteY5800" fmla="*/ 1241625 h 5017219"/>
              <a:gd name="connsiteX5801" fmla="*/ 4249134 w 5799173"/>
              <a:gd name="connsiteY5801" fmla="*/ 1240960 h 5017219"/>
              <a:gd name="connsiteX5802" fmla="*/ 4268076 w 5799173"/>
              <a:gd name="connsiteY5802" fmla="*/ 1240960 h 5017219"/>
              <a:gd name="connsiteX5803" fmla="*/ 4269239 w 5799173"/>
              <a:gd name="connsiteY5803" fmla="*/ 1241625 h 5017219"/>
              <a:gd name="connsiteX5804" fmla="*/ 4278710 w 5799173"/>
              <a:gd name="connsiteY5804" fmla="*/ 1257991 h 5017219"/>
              <a:gd name="connsiteX5805" fmla="*/ 4278710 w 5799173"/>
              <a:gd name="connsiteY5805" fmla="*/ 1259321 h 5017219"/>
              <a:gd name="connsiteX5806" fmla="*/ 4269239 w 5799173"/>
              <a:gd name="connsiteY5806" fmla="*/ 1275687 h 5017219"/>
              <a:gd name="connsiteX5807" fmla="*/ 4268076 w 5799173"/>
              <a:gd name="connsiteY5807" fmla="*/ 1276352 h 5017219"/>
              <a:gd name="connsiteX5808" fmla="*/ 5151823 w 5799173"/>
              <a:gd name="connsiteY5808" fmla="*/ 1518417 h 5017219"/>
              <a:gd name="connsiteX5809" fmla="*/ 5150660 w 5799173"/>
              <a:gd name="connsiteY5809" fmla="*/ 1517752 h 5017219"/>
              <a:gd name="connsiteX5810" fmla="*/ 5141189 w 5799173"/>
              <a:gd name="connsiteY5810" fmla="*/ 1501303 h 5017219"/>
              <a:gd name="connsiteX5811" fmla="*/ 5141190 w 5799173"/>
              <a:gd name="connsiteY5811" fmla="*/ 1499973 h 5017219"/>
              <a:gd name="connsiteX5812" fmla="*/ 5150743 w 5799173"/>
              <a:gd name="connsiteY5812" fmla="*/ 1483524 h 5017219"/>
              <a:gd name="connsiteX5813" fmla="*/ 5151906 w 5799173"/>
              <a:gd name="connsiteY5813" fmla="*/ 1482859 h 5017219"/>
              <a:gd name="connsiteX5814" fmla="*/ 5170931 w 5799173"/>
              <a:gd name="connsiteY5814" fmla="*/ 1482859 h 5017219"/>
              <a:gd name="connsiteX5815" fmla="*/ 5172094 w 5799173"/>
              <a:gd name="connsiteY5815" fmla="*/ 1483524 h 5017219"/>
              <a:gd name="connsiteX5816" fmla="*/ 5181565 w 5799173"/>
              <a:gd name="connsiteY5816" fmla="*/ 1499973 h 5017219"/>
              <a:gd name="connsiteX5817" fmla="*/ 5181565 w 5799173"/>
              <a:gd name="connsiteY5817" fmla="*/ 1501303 h 5017219"/>
              <a:gd name="connsiteX5818" fmla="*/ 5172011 w 5799173"/>
              <a:gd name="connsiteY5818" fmla="*/ 1517752 h 5017219"/>
              <a:gd name="connsiteX5819" fmla="*/ 5170849 w 5799173"/>
              <a:gd name="connsiteY5819" fmla="*/ 1518417 h 5017219"/>
              <a:gd name="connsiteX5820" fmla="*/ 4188762 w 5799173"/>
              <a:gd name="connsiteY5820" fmla="*/ 1260543 h 5017219"/>
              <a:gd name="connsiteX5821" fmla="*/ 4187599 w 5799173"/>
              <a:gd name="connsiteY5821" fmla="*/ 1259877 h 5017219"/>
              <a:gd name="connsiteX5822" fmla="*/ 4177962 w 5799173"/>
              <a:gd name="connsiteY5822" fmla="*/ 1243263 h 5017219"/>
              <a:gd name="connsiteX5823" fmla="*/ 4177962 w 5799173"/>
              <a:gd name="connsiteY5823" fmla="*/ 1241933 h 5017219"/>
              <a:gd name="connsiteX5824" fmla="*/ 4187599 w 5799173"/>
              <a:gd name="connsiteY5824" fmla="*/ 1225317 h 5017219"/>
              <a:gd name="connsiteX5825" fmla="*/ 4188762 w 5799173"/>
              <a:gd name="connsiteY5825" fmla="*/ 1224653 h 5017219"/>
              <a:gd name="connsiteX5826" fmla="*/ 4207954 w 5799173"/>
              <a:gd name="connsiteY5826" fmla="*/ 1224652 h 5017219"/>
              <a:gd name="connsiteX5827" fmla="*/ 4209117 w 5799173"/>
              <a:gd name="connsiteY5827" fmla="*/ 1225317 h 5017219"/>
              <a:gd name="connsiteX5828" fmla="*/ 4218754 w 5799173"/>
              <a:gd name="connsiteY5828" fmla="*/ 1241933 h 5017219"/>
              <a:gd name="connsiteX5829" fmla="*/ 4218754 w 5799173"/>
              <a:gd name="connsiteY5829" fmla="*/ 1243263 h 5017219"/>
              <a:gd name="connsiteX5830" fmla="*/ 4209117 w 5799173"/>
              <a:gd name="connsiteY5830" fmla="*/ 1259878 h 5017219"/>
              <a:gd name="connsiteX5831" fmla="*/ 4207954 w 5799173"/>
              <a:gd name="connsiteY5831" fmla="*/ 1260543 h 5017219"/>
              <a:gd name="connsiteX5832" fmla="*/ 4429507 w 5799173"/>
              <a:gd name="connsiteY5832" fmla="*/ 1325050 h 5017219"/>
              <a:gd name="connsiteX5833" fmla="*/ 4428345 w 5799173"/>
              <a:gd name="connsiteY5833" fmla="*/ 1324385 h 5017219"/>
              <a:gd name="connsiteX5834" fmla="*/ 4418707 w 5799173"/>
              <a:gd name="connsiteY5834" fmla="*/ 1307770 h 5017219"/>
              <a:gd name="connsiteX5835" fmla="*/ 4418708 w 5799173"/>
              <a:gd name="connsiteY5835" fmla="*/ 1306440 h 5017219"/>
              <a:gd name="connsiteX5836" fmla="*/ 4428344 w 5799173"/>
              <a:gd name="connsiteY5836" fmla="*/ 1289824 h 5017219"/>
              <a:gd name="connsiteX5837" fmla="*/ 4429507 w 5799173"/>
              <a:gd name="connsiteY5837" fmla="*/ 1289160 h 5017219"/>
              <a:gd name="connsiteX5838" fmla="*/ 4448700 w 5799173"/>
              <a:gd name="connsiteY5838" fmla="*/ 1289160 h 5017219"/>
              <a:gd name="connsiteX5839" fmla="*/ 4449862 w 5799173"/>
              <a:gd name="connsiteY5839" fmla="*/ 1289824 h 5017219"/>
              <a:gd name="connsiteX5840" fmla="*/ 4459500 w 5799173"/>
              <a:gd name="connsiteY5840" fmla="*/ 1306440 h 5017219"/>
              <a:gd name="connsiteX5841" fmla="*/ 4459499 w 5799173"/>
              <a:gd name="connsiteY5841" fmla="*/ 1307770 h 5017219"/>
              <a:gd name="connsiteX5842" fmla="*/ 4449863 w 5799173"/>
              <a:gd name="connsiteY5842" fmla="*/ 1324385 h 5017219"/>
              <a:gd name="connsiteX5843" fmla="*/ 4448699 w 5799173"/>
              <a:gd name="connsiteY5843" fmla="*/ 1325050 h 5017219"/>
              <a:gd name="connsiteX5844" fmla="*/ 1540515 w 5799173"/>
              <a:gd name="connsiteY5844" fmla="*/ 551144 h 5017219"/>
              <a:gd name="connsiteX5845" fmla="*/ 1539352 w 5799173"/>
              <a:gd name="connsiteY5845" fmla="*/ 550479 h 5017219"/>
              <a:gd name="connsiteX5846" fmla="*/ 1529632 w 5799173"/>
              <a:gd name="connsiteY5846" fmla="*/ 533614 h 5017219"/>
              <a:gd name="connsiteX5847" fmla="*/ 1529632 w 5799173"/>
              <a:gd name="connsiteY5847" fmla="*/ 532202 h 5017219"/>
              <a:gd name="connsiteX5848" fmla="*/ 1539352 w 5799173"/>
              <a:gd name="connsiteY5848" fmla="*/ 515337 h 5017219"/>
              <a:gd name="connsiteX5849" fmla="*/ 1540515 w 5799173"/>
              <a:gd name="connsiteY5849" fmla="*/ 514672 h 5017219"/>
              <a:gd name="connsiteX5850" fmla="*/ 1559956 w 5799173"/>
              <a:gd name="connsiteY5850" fmla="*/ 514672 h 5017219"/>
              <a:gd name="connsiteX5851" fmla="*/ 1561119 w 5799173"/>
              <a:gd name="connsiteY5851" fmla="*/ 515337 h 5017219"/>
              <a:gd name="connsiteX5852" fmla="*/ 1570839 w 5799173"/>
              <a:gd name="connsiteY5852" fmla="*/ 532202 h 5017219"/>
              <a:gd name="connsiteX5853" fmla="*/ 1570839 w 5799173"/>
              <a:gd name="connsiteY5853" fmla="*/ 533614 h 5017219"/>
              <a:gd name="connsiteX5854" fmla="*/ 1561119 w 5799173"/>
              <a:gd name="connsiteY5854" fmla="*/ 550479 h 5017219"/>
              <a:gd name="connsiteX5855" fmla="*/ 1559955 w 5799173"/>
              <a:gd name="connsiteY5855" fmla="*/ 551144 h 5017219"/>
              <a:gd name="connsiteX5856" fmla="*/ 3707136 w 5799173"/>
              <a:gd name="connsiteY5856" fmla="*/ 1131793 h 5017219"/>
              <a:gd name="connsiteX5857" fmla="*/ 3705973 w 5799173"/>
              <a:gd name="connsiteY5857" fmla="*/ 1131128 h 5017219"/>
              <a:gd name="connsiteX5858" fmla="*/ 3696253 w 5799173"/>
              <a:gd name="connsiteY5858" fmla="*/ 1114180 h 5017219"/>
              <a:gd name="connsiteX5859" fmla="*/ 3696253 w 5799173"/>
              <a:gd name="connsiteY5859" fmla="*/ 1112768 h 5017219"/>
              <a:gd name="connsiteX5860" fmla="*/ 3706056 w 5799173"/>
              <a:gd name="connsiteY5860" fmla="*/ 1095820 h 5017219"/>
              <a:gd name="connsiteX5861" fmla="*/ 3707219 w 5799173"/>
              <a:gd name="connsiteY5861" fmla="*/ 1095155 h 5017219"/>
              <a:gd name="connsiteX5862" fmla="*/ 3726743 w 5799173"/>
              <a:gd name="connsiteY5862" fmla="*/ 1095155 h 5017219"/>
              <a:gd name="connsiteX5863" fmla="*/ 3727906 w 5799173"/>
              <a:gd name="connsiteY5863" fmla="*/ 1095819 h 5017219"/>
              <a:gd name="connsiteX5864" fmla="*/ 3737626 w 5799173"/>
              <a:gd name="connsiteY5864" fmla="*/ 1112768 h 5017219"/>
              <a:gd name="connsiteX5865" fmla="*/ 3737626 w 5799173"/>
              <a:gd name="connsiteY5865" fmla="*/ 1114180 h 5017219"/>
              <a:gd name="connsiteX5866" fmla="*/ 3727823 w 5799173"/>
              <a:gd name="connsiteY5866" fmla="*/ 1131128 h 5017219"/>
              <a:gd name="connsiteX5867" fmla="*/ 3726660 w 5799173"/>
              <a:gd name="connsiteY5867" fmla="*/ 1131793 h 5017219"/>
              <a:gd name="connsiteX5868" fmla="*/ 1600512 w 5799173"/>
              <a:gd name="connsiteY5868" fmla="*/ 567693 h 5017219"/>
              <a:gd name="connsiteX5869" fmla="*/ 1599267 w 5799173"/>
              <a:gd name="connsiteY5869" fmla="*/ 567029 h 5017219"/>
              <a:gd name="connsiteX5870" fmla="*/ 1589380 w 5799173"/>
              <a:gd name="connsiteY5870" fmla="*/ 549831 h 5017219"/>
              <a:gd name="connsiteX5871" fmla="*/ 1589380 w 5799173"/>
              <a:gd name="connsiteY5871" fmla="*/ 548419 h 5017219"/>
              <a:gd name="connsiteX5872" fmla="*/ 1599267 w 5799173"/>
              <a:gd name="connsiteY5872" fmla="*/ 531222 h 5017219"/>
              <a:gd name="connsiteX5873" fmla="*/ 1600512 w 5799173"/>
              <a:gd name="connsiteY5873" fmla="*/ 530557 h 5017219"/>
              <a:gd name="connsiteX5874" fmla="*/ 1620368 w 5799173"/>
              <a:gd name="connsiteY5874" fmla="*/ 530557 h 5017219"/>
              <a:gd name="connsiteX5875" fmla="*/ 1621615 w 5799173"/>
              <a:gd name="connsiteY5875" fmla="*/ 531222 h 5017219"/>
              <a:gd name="connsiteX5876" fmla="*/ 1631501 w 5799173"/>
              <a:gd name="connsiteY5876" fmla="*/ 548419 h 5017219"/>
              <a:gd name="connsiteX5877" fmla="*/ 1631501 w 5799173"/>
              <a:gd name="connsiteY5877" fmla="*/ 549831 h 5017219"/>
              <a:gd name="connsiteX5878" fmla="*/ 1621615 w 5799173"/>
              <a:gd name="connsiteY5878" fmla="*/ 567029 h 5017219"/>
              <a:gd name="connsiteX5879" fmla="*/ 1620368 w 5799173"/>
              <a:gd name="connsiteY5879" fmla="*/ 567693 h 5017219"/>
              <a:gd name="connsiteX5880" fmla="*/ 4549495 w 5799173"/>
              <a:gd name="connsiteY5880" fmla="*/ 1358067 h 5017219"/>
              <a:gd name="connsiteX5881" fmla="*/ 4548249 w 5799173"/>
              <a:gd name="connsiteY5881" fmla="*/ 1357319 h 5017219"/>
              <a:gd name="connsiteX5882" fmla="*/ 4538279 w 5799173"/>
              <a:gd name="connsiteY5882" fmla="*/ 1339956 h 5017219"/>
              <a:gd name="connsiteX5883" fmla="*/ 4538279 w 5799173"/>
              <a:gd name="connsiteY5883" fmla="*/ 1338543 h 5017219"/>
              <a:gd name="connsiteX5884" fmla="*/ 4548331 w 5799173"/>
              <a:gd name="connsiteY5884" fmla="*/ 1321180 h 5017219"/>
              <a:gd name="connsiteX5885" fmla="*/ 4549578 w 5799173"/>
              <a:gd name="connsiteY5885" fmla="*/ 1320432 h 5017219"/>
              <a:gd name="connsiteX5886" fmla="*/ 4569600 w 5799173"/>
              <a:gd name="connsiteY5886" fmla="*/ 1320432 h 5017219"/>
              <a:gd name="connsiteX5887" fmla="*/ 4570846 w 5799173"/>
              <a:gd name="connsiteY5887" fmla="*/ 1321180 h 5017219"/>
              <a:gd name="connsiteX5888" fmla="*/ 4580815 w 5799173"/>
              <a:gd name="connsiteY5888" fmla="*/ 1338543 h 5017219"/>
              <a:gd name="connsiteX5889" fmla="*/ 4580815 w 5799173"/>
              <a:gd name="connsiteY5889" fmla="*/ 1339956 h 5017219"/>
              <a:gd name="connsiteX5890" fmla="*/ 4570763 w 5799173"/>
              <a:gd name="connsiteY5890" fmla="*/ 1357319 h 5017219"/>
              <a:gd name="connsiteX5891" fmla="*/ 4569517 w 5799173"/>
              <a:gd name="connsiteY5891" fmla="*/ 1358067 h 5017219"/>
              <a:gd name="connsiteX5892" fmla="*/ 4609682 w 5799173"/>
              <a:gd name="connsiteY5892" fmla="*/ 1374277 h 5017219"/>
              <a:gd name="connsiteX5893" fmla="*/ 4608436 w 5799173"/>
              <a:gd name="connsiteY5893" fmla="*/ 1373529 h 5017219"/>
              <a:gd name="connsiteX5894" fmla="*/ 4598383 w 5799173"/>
              <a:gd name="connsiteY5894" fmla="*/ 1356083 h 5017219"/>
              <a:gd name="connsiteX5895" fmla="*/ 4598383 w 5799173"/>
              <a:gd name="connsiteY5895" fmla="*/ 1354670 h 5017219"/>
              <a:gd name="connsiteX5896" fmla="*/ 4608436 w 5799173"/>
              <a:gd name="connsiteY5896" fmla="*/ 1337224 h 5017219"/>
              <a:gd name="connsiteX5897" fmla="*/ 4609682 w 5799173"/>
              <a:gd name="connsiteY5897" fmla="*/ 1336475 h 5017219"/>
              <a:gd name="connsiteX5898" fmla="*/ 4629787 w 5799173"/>
              <a:gd name="connsiteY5898" fmla="*/ 1336476 h 5017219"/>
              <a:gd name="connsiteX5899" fmla="*/ 4631033 w 5799173"/>
              <a:gd name="connsiteY5899" fmla="*/ 1337224 h 5017219"/>
              <a:gd name="connsiteX5900" fmla="*/ 4641086 w 5799173"/>
              <a:gd name="connsiteY5900" fmla="*/ 1354670 h 5017219"/>
              <a:gd name="connsiteX5901" fmla="*/ 4641086 w 5799173"/>
              <a:gd name="connsiteY5901" fmla="*/ 1356083 h 5017219"/>
              <a:gd name="connsiteX5902" fmla="*/ 4631033 w 5799173"/>
              <a:gd name="connsiteY5902" fmla="*/ 1373529 h 5017219"/>
              <a:gd name="connsiteX5903" fmla="*/ 4629787 w 5799173"/>
              <a:gd name="connsiteY5903" fmla="*/ 1374277 h 5017219"/>
              <a:gd name="connsiteX5904" fmla="*/ 3887363 w 5799173"/>
              <a:gd name="connsiteY5904" fmla="*/ 1180838 h 5017219"/>
              <a:gd name="connsiteX5905" fmla="*/ 3886118 w 5799173"/>
              <a:gd name="connsiteY5905" fmla="*/ 1180091 h 5017219"/>
              <a:gd name="connsiteX5906" fmla="*/ 3875981 w 5799173"/>
              <a:gd name="connsiteY5906" fmla="*/ 1162561 h 5017219"/>
              <a:gd name="connsiteX5907" fmla="*/ 3875981 w 5799173"/>
              <a:gd name="connsiteY5907" fmla="*/ 1161149 h 5017219"/>
              <a:gd name="connsiteX5908" fmla="*/ 3886117 w 5799173"/>
              <a:gd name="connsiteY5908" fmla="*/ 1143619 h 5017219"/>
              <a:gd name="connsiteX5909" fmla="*/ 3887363 w 5799173"/>
              <a:gd name="connsiteY5909" fmla="*/ 1142871 h 5017219"/>
              <a:gd name="connsiteX5910" fmla="*/ 3907634 w 5799173"/>
              <a:gd name="connsiteY5910" fmla="*/ 1142871 h 5017219"/>
              <a:gd name="connsiteX5911" fmla="*/ 3908880 w 5799173"/>
              <a:gd name="connsiteY5911" fmla="*/ 1143619 h 5017219"/>
              <a:gd name="connsiteX5912" fmla="*/ 3919016 w 5799173"/>
              <a:gd name="connsiteY5912" fmla="*/ 1161149 h 5017219"/>
              <a:gd name="connsiteX5913" fmla="*/ 3919016 w 5799173"/>
              <a:gd name="connsiteY5913" fmla="*/ 1162561 h 5017219"/>
              <a:gd name="connsiteX5914" fmla="*/ 3908880 w 5799173"/>
              <a:gd name="connsiteY5914" fmla="*/ 1180091 h 5017219"/>
              <a:gd name="connsiteX5915" fmla="*/ 3907634 w 5799173"/>
              <a:gd name="connsiteY5915" fmla="*/ 1180839 h 5017219"/>
              <a:gd name="connsiteX5916" fmla="*/ 4067922 w 5799173"/>
              <a:gd name="connsiteY5916" fmla="*/ 1229219 h 5017219"/>
              <a:gd name="connsiteX5917" fmla="*/ 4066676 w 5799173"/>
              <a:gd name="connsiteY5917" fmla="*/ 1228472 h 5017219"/>
              <a:gd name="connsiteX5918" fmla="*/ 4056540 w 5799173"/>
              <a:gd name="connsiteY5918" fmla="*/ 1210942 h 5017219"/>
              <a:gd name="connsiteX5919" fmla="*/ 4056540 w 5799173"/>
              <a:gd name="connsiteY5919" fmla="*/ 1209530 h 5017219"/>
              <a:gd name="connsiteX5920" fmla="*/ 4066676 w 5799173"/>
              <a:gd name="connsiteY5920" fmla="*/ 1192000 h 5017219"/>
              <a:gd name="connsiteX5921" fmla="*/ 4067922 w 5799173"/>
              <a:gd name="connsiteY5921" fmla="*/ 1191252 h 5017219"/>
              <a:gd name="connsiteX5922" fmla="*/ 4088193 w 5799173"/>
              <a:gd name="connsiteY5922" fmla="*/ 1191252 h 5017219"/>
              <a:gd name="connsiteX5923" fmla="*/ 4089439 w 5799173"/>
              <a:gd name="connsiteY5923" fmla="*/ 1192000 h 5017219"/>
              <a:gd name="connsiteX5924" fmla="*/ 4099575 w 5799173"/>
              <a:gd name="connsiteY5924" fmla="*/ 1209530 h 5017219"/>
              <a:gd name="connsiteX5925" fmla="*/ 4099575 w 5799173"/>
              <a:gd name="connsiteY5925" fmla="*/ 1210942 h 5017219"/>
              <a:gd name="connsiteX5926" fmla="*/ 4089439 w 5799173"/>
              <a:gd name="connsiteY5926" fmla="*/ 1228472 h 5017219"/>
              <a:gd name="connsiteX5927" fmla="*/ 4088193 w 5799173"/>
              <a:gd name="connsiteY5927" fmla="*/ 1229219 h 5017219"/>
              <a:gd name="connsiteX5928" fmla="*/ 4128109 w 5799173"/>
              <a:gd name="connsiteY5928" fmla="*/ 1245346 h 5017219"/>
              <a:gd name="connsiteX5929" fmla="*/ 4126863 w 5799173"/>
              <a:gd name="connsiteY5929" fmla="*/ 1244599 h 5017219"/>
              <a:gd name="connsiteX5930" fmla="*/ 4116727 w 5799173"/>
              <a:gd name="connsiteY5930" fmla="*/ 1227069 h 5017219"/>
              <a:gd name="connsiteX5931" fmla="*/ 4116727 w 5799173"/>
              <a:gd name="connsiteY5931" fmla="*/ 1225657 h 5017219"/>
              <a:gd name="connsiteX5932" fmla="*/ 4126863 w 5799173"/>
              <a:gd name="connsiteY5932" fmla="*/ 1208127 h 5017219"/>
              <a:gd name="connsiteX5933" fmla="*/ 4128109 w 5799173"/>
              <a:gd name="connsiteY5933" fmla="*/ 1207379 h 5017219"/>
              <a:gd name="connsiteX5934" fmla="*/ 4148380 w 5799173"/>
              <a:gd name="connsiteY5934" fmla="*/ 1207379 h 5017219"/>
              <a:gd name="connsiteX5935" fmla="*/ 4149626 w 5799173"/>
              <a:gd name="connsiteY5935" fmla="*/ 1208127 h 5017219"/>
              <a:gd name="connsiteX5936" fmla="*/ 4159761 w 5799173"/>
              <a:gd name="connsiteY5936" fmla="*/ 1225657 h 5017219"/>
              <a:gd name="connsiteX5937" fmla="*/ 4159762 w 5799173"/>
              <a:gd name="connsiteY5937" fmla="*/ 1227069 h 5017219"/>
              <a:gd name="connsiteX5938" fmla="*/ 4149626 w 5799173"/>
              <a:gd name="connsiteY5938" fmla="*/ 1244599 h 5017219"/>
              <a:gd name="connsiteX5939" fmla="*/ 4148380 w 5799173"/>
              <a:gd name="connsiteY5939" fmla="*/ 1245346 h 5017219"/>
              <a:gd name="connsiteX5940" fmla="*/ 4489142 w 5799173"/>
              <a:gd name="connsiteY5940" fmla="*/ 1342189 h 5017219"/>
              <a:gd name="connsiteX5941" fmla="*/ 4487896 w 5799173"/>
              <a:gd name="connsiteY5941" fmla="*/ 1341442 h 5017219"/>
              <a:gd name="connsiteX5942" fmla="*/ 4477760 w 5799173"/>
              <a:gd name="connsiteY5942" fmla="*/ 1323829 h 5017219"/>
              <a:gd name="connsiteX5943" fmla="*/ 4477760 w 5799173"/>
              <a:gd name="connsiteY5943" fmla="*/ 1322416 h 5017219"/>
              <a:gd name="connsiteX5944" fmla="*/ 4487979 w 5799173"/>
              <a:gd name="connsiteY5944" fmla="*/ 1304803 h 5017219"/>
              <a:gd name="connsiteX5945" fmla="*/ 4489225 w 5799173"/>
              <a:gd name="connsiteY5945" fmla="*/ 1304056 h 5017219"/>
              <a:gd name="connsiteX5946" fmla="*/ 4509579 w 5799173"/>
              <a:gd name="connsiteY5946" fmla="*/ 1304056 h 5017219"/>
              <a:gd name="connsiteX5947" fmla="*/ 4510826 w 5799173"/>
              <a:gd name="connsiteY5947" fmla="*/ 1304803 h 5017219"/>
              <a:gd name="connsiteX5948" fmla="*/ 4520961 w 5799173"/>
              <a:gd name="connsiteY5948" fmla="*/ 1322416 h 5017219"/>
              <a:gd name="connsiteX5949" fmla="*/ 4520961 w 5799173"/>
              <a:gd name="connsiteY5949" fmla="*/ 1323829 h 5017219"/>
              <a:gd name="connsiteX5950" fmla="*/ 4510742 w 5799173"/>
              <a:gd name="connsiteY5950" fmla="*/ 1341442 h 5017219"/>
              <a:gd name="connsiteX5951" fmla="*/ 4509496 w 5799173"/>
              <a:gd name="connsiteY5951" fmla="*/ 1342189 h 5017219"/>
              <a:gd name="connsiteX5952" fmla="*/ 4007558 w 5799173"/>
              <a:gd name="connsiteY5952" fmla="*/ 1213517 h 5017219"/>
              <a:gd name="connsiteX5953" fmla="*/ 4006312 w 5799173"/>
              <a:gd name="connsiteY5953" fmla="*/ 1212769 h 5017219"/>
              <a:gd name="connsiteX5954" fmla="*/ 3996010 w 5799173"/>
              <a:gd name="connsiteY5954" fmla="*/ 1194908 h 5017219"/>
              <a:gd name="connsiteX5955" fmla="*/ 3996010 w 5799173"/>
              <a:gd name="connsiteY5955" fmla="*/ 1193412 h 5017219"/>
              <a:gd name="connsiteX5956" fmla="*/ 4006312 w 5799173"/>
              <a:gd name="connsiteY5956" fmla="*/ 1175550 h 5017219"/>
              <a:gd name="connsiteX5957" fmla="*/ 4007558 w 5799173"/>
              <a:gd name="connsiteY5957" fmla="*/ 1174802 h 5017219"/>
              <a:gd name="connsiteX5958" fmla="*/ 4028245 w 5799173"/>
              <a:gd name="connsiteY5958" fmla="*/ 1174802 h 5017219"/>
              <a:gd name="connsiteX5959" fmla="*/ 4029491 w 5799173"/>
              <a:gd name="connsiteY5959" fmla="*/ 1175550 h 5017219"/>
              <a:gd name="connsiteX5960" fmla="*/ 4039793 w 5799173"/>
              <a:gd name="connsiteY5960" fmla="*/ 1193412 h 5017219"/>
              <a:gd name="connsiteX5961" fmla="*/ 4039793 w 5799173"/>
              <a:gd name="connsiteY5961" fmla="*/ 1194908 h 5017219"/>
              <a:gd name="connsiteX5962" fmla="*/ 4029491 w 5799173"/>
              <a:gd name="connsiteY5962" fmla="*/ 1212768 h 5017219"/>
              <a:gd name="connsiteX5963" fmla="*/ 4028245 w 5799173"/>
              <a:gd name="connsiteY5963" fmla="*/ 1213516 h 5017219"/>
              <a:gd name="connsiteX5964" fmla="*/ 3947290 w 5799173"/>
              <a:gd name="connsiteY5964" fmla="*/ 1197462 h 5017219"/>
              <a:gd name="connsiteX5965" fmla="*/ 3946044 w 5799173"/>
              <a:gd name="connsiteY5965" fmla="*/ 1196715 h 5017219"/>
              <a:gd name="connsiteX5966" fmla="*/ 3935659 w 5799173"/>
              <a:gd name="connsiteY5966" fmla="*/ 1178770 h 5017219"/>
              <a:gd name="connsiteX5967" fmla="*/ 3935658 w 5799173"/>
              <a:gd name="connsiteY5967" fmla="*/ 1177274 h 5017219"/>
              <a:gd name="connsiteX5968" fmla="*/ 3946044 w 5799173"/>
              <a:gd name="connsiteY5968" fmla="*/ 1159329 h 5017219"/>
              <a:gd name="connsiteX5969" fmla="*/ 3947290 w 5799173"/>
              <a:gd name="connsiteY5969" fmla="*/ 1158581 h 5017219"/>
              <a:gd name="connsiteX5970" fmla="*/ 3968059 w 5799173"/>
              <a:gd name="connsiteY5970" fmla="*/ 1158581 h 5017219"/>
              <a:gd name="connsiteX5971" fmla="*/ 3969305 w 5799173"/>
              <a:gd name="connsiteY5971" fmla="*/ 1159329 h 5017219"/>
              <a:gd name="connsiteX5972" fmla="*/ 3979691 w 5799173"/>
              <a:gd name="connsiteY5972" fmla="*/ 1177274 h 5017219"/>
              <a:gd name="connsiteX5973" fmla="*/ 3979691 w 5799173"/>
              <a:gd name="connsiteY5973" fmla="*/ 1178770 h 5017219"/>
              <a:gd name="connsiteX5974" fmla="*/ 3969306 w 5799173"/>
              <a:gd name="connsiteY5974" fmla="*/ 1196715 h 5017219"/>
              <a:gd name="connsiteX5975" fmla="*/ 3968059 w 5799173"/>
              <a:gd name="connsiteY5975" fmla="*/ 1197462 h 5017219"/>
              <a:gd name="connsiteX5976" fmla="*/ 4669525 w 5799173"/>
              <a:gd name="connsiteY5976" fmla="*/ 1390984 h 5017219"/>
              <a:gd name="connsiteX5977" fmla="*/ 4668279 w 5799173"/>
              <a:gd name="connsiteY5977" fmla="*/ 1390237 h 5017219"/>
              <a:gd name="connsiteX5978" fmla="*/ 4657894 w 5799173"/>
              <a:gd name="connsiteY5978" fmla="*/ 1372292 h 5017219"/>
              <a:gd name="connsiteX5979" fmla="*/ 4657894 w 5799173"/>
              <a:gd name="connsiteY5979" fmla="*/ 1370796 h 5017219"/>
              <a:gd name="connsiteX5980" fmla="*/ 4668279 w 5799173"/>
              <a:gd name="connsiteY5980" fmla="*/ 1352851 h 5017219"/>
              <a:gd name="connsiteX5981" fmla="*/ 4669525 w 5799173"/>
              <a:gd name="connsiteY5981" fmla="*/ 1352103 h 5017219"/>
              <a:gd name="connsiteX5982" fmla="*/ 4690295 w 5799173"/>
              <a:gd name="connsiteY5982" fmla="*/ 1352103 h 5017219"/>
              <a:gd name="connsiteX5983" fmla="*/ 4691541 w 5799173"/>
              <a:gd name="connsiteY5983" fmla="*/ 1352851 h 5017219"/>
              <a:gd name="connsiteX5984" fmla="*/ 4701926 w 5799173"/>
              <a:gd name="connsiteY5984" fmla="*/ 1370796 h 5017219"/>
              <a:gd name="connsiteX5985" fmla="*/ 4701926 w 5799173"/>
              <a:gd name="connsiteY5985" fmla="*/ 1372292 h 5017219"/>
              <a:gd name="connsiteX5986" fmla="*/ 4691541 w 5799173"/>
              <a:gd name="connsiteY5986" fmla="*/ 1390237 h 5017219"/>
              <a:gd name="connsiteX5987" fmla="*/ 4690295 w 5799173"/>
              <a:gd name="connsiteY5987" fmla="*/ 1390984 h 5017219"/>
              <a:gd name="connsiteX5988" fmla="*/ 4970455 w 5799173"/>
              <a:gd name="connsiteY5988" fmla="*/ 1471618 h 5017219"/>
              <a:gd name="connsiteX5989" fmla="*/ 4969209 w 5799173"/>
              <a:gd name="connsiteY5989" fmla="*/ 1470871 h 5017219"/>
              <a:gd name="connsiteX5990" fmla="*/ 4958824 w 5799173"/>
              <a:gd name="connsiteY5990" fmla="*/ 1452926 h 5017219"/>
              <a:gd name="connsiteX5991" fmla="*/ 4958824 w 5799173"/>
              <a:gd name="connsiteY5991" fmla="*/ 1451430 h 5017219"/>
              <a:gd name="connsiteX5992" fmla="*/ 4969209 w 5799173"/>
              <a:gd name="connsiteY5992" fmla="*/ 1433485 h 5017219"/>
              <a:gd name="connsiteX5993" fmla="*/ 4970455 w 5799173"/>
              <a:gd name="connsiteY5993" fmla="*/ 1432737 h 5017219"/>
              <a:gd name="connsiteX5994" fmla="*/ 4991225 w 5799173"/>
              <a:gd name="connsiteY5994" fmla="*/ 1432737 h 5017219"/>
              <a:gd name="connsiteX5995" fmla="*/ 4992471 w 5799173"/>
              <a:gd name="connsiteY5995" fmla="*/ 1433485 h 5017219"/>
              <a:gd name="connsiteX5996" fmla="*/ 5002856 w 5799173"/>
              <a:gd name="connsiteY5996" fmla="*/ 1451430 h 5017219"/>
              <a:gd name="connsiteX5997" fmla="*/ 5002856 w 5799173"/>
              <a:gd name="connsiteY5997" fmla="*/ 1452926 h 5017219"/>
              <a:gd name="connsiteX5998" fmla="*/ 4992471 w 5799173"/>
              <a:gd name="connsiteY5998" fmla="*/ 1470871 h 5017219"/>
              <a:gd name="connsiteX5999" fmla="*/ 4991225 w 5799173"/>
              <a:gd name="connsiteY5999" fmla="*/ 1471618 h 5017219"/>
              <a:gd name="connsiteX6000" fmla="*/ 4729627 w 5799173"/>
              <a:gd name="connsiteY6000" fmla="*/ 1407195 h 5017219"/>
              <a:gd name="connsiteX6001" fmla="*/ 4728380 w 5799173"/>
              <a:gd name="connsiteY6001" fmla="*/ 1406447 h 5017219"/>
              <a:gd name="connsiteX6002" fmla="*/ 4717996 w 5799173"/>
              <a:gd name="connsiteY6002" fmla="*/ 1388419 h 5017219"/>
              <a:gd name="connsiteX6003" fmla="*/ 4717996 w 5799173"/>
              <a:gd name="connsiteY6003" fmla="*/ 1386923 h 5017219"/>
              <a:gd name="connsiteX6004" fmla="*/ 4728463 w 5799173"/>
              <a:gd name="connsiteY6004" fmla="*/ 1368895 h 5017219"/>
              <a:gd name="connsiteX6005" fmla="*/ 4729710 w 5799173"/>
              <a:gd name="connsiteY6005" fmla="*/ 1368148 h 5017219"/>
              <a:gd name="connsiteX6006" fmla="*/ 4750563 w 5799173"/>
              <a:gd name="connsiteY6006" fmla="*/ 1368148 h 5017219"/>
              <a:gd name="connsiteX6007" fmla="*/ 4751809 w 5799173"/>
              <a:gd name="connsiteY6007" fmla="*/ 1368895 h 5017219"/>
              <a:gd name="connsiteX6008" fmla="*/ 4762194 w 5799173"/>
              <a:gd name="connsiteY6008" fmla="*/ 1386923 h 5017219"/>
              <a:gd name="connsiteX6009" fmla="*/ 4762193 w 5799173"/>
              <a:gd name="connsiteY6009" fmla="*/ 1388419 h 5017219"/>
              <a:gd name="connsiteX6010" fmla="*/ 4751726 w 5799173"/>
              <a:gd name="connsiteY6010" fmla="*/ 1406447 h 5017219"/>
              <a:gd name="connsiteX6011" fmla="*/ 4750480 w 5799173"/>
              <a:gd name="connsiteY6011" fmla="*/ 1407195 h 5017219"/>
              <a:gd name="connsiteX6012" fmla="*/ 4849999 w 5799173"/>
              <a:gd name="connsiteY6012" fmla="*/ 1439449 h 5017219"/>
              <a:gd name="connsiteX6013" fmla="*/ 4848753 w 5799173"/>
              <a:gd name="connsiteY6013" fmla="*/ 1438700 h 5017219"/>
              <a:gd name="connsiteX6014" fmla="*/ 4838368 w 5799173"/>
              <a:gd name="connsiteY6014" fmla="*/ 1420672 h 5017219"/>
              <a:gd name="connsiteX6015" fmla="*/ 4838368 w 5799173"/>
              <a:gd name="connsiteY6015" fmla="*/ 1419176 h 5017219"/>
              <a:gd name="connsiteX6016" fmla="*/ 4848836 w 5799173"/>
              <a:gd name="connsiteY6016" fmla="*/ 1401148 h 5017219"/>
              <a:gd name="connsiteX6017" fmla="*/ 4850082 w 5799173"/>
              <a:gd name="connsiteY6017" fmla="*/ 1400401 h 5017219"/>
              <a:gd name="connsiteX6018" fmla="*/ 4870935 w 5799173"/>
              <a:gd name="connsiteY6018" fmla="*/ 1400402 h 5017219"/>
              <a:gd name="connsiteX6019" fmla="*/ 4872182 w 5799173"/>
              <a:gd name="connsiteY6019" fmla="*/ 1401149 h 5017219"/>
              <a:gd name="connsiteX6020" fmla="*/ 4882566 w 5799173"/>
              <a:gd name="connsiteY6020" fmla="*/ 1419177 h 5017219"/>
              <a:gd name="connsiteX6021" fmla="*/ 4882566 w 5799173"/>
              <a:gd name="connsiteY6021" fmla="*/ 1420673 h 5017219"/>
              <a:gd name="connsiteX6022" fmla="*/ 4872098 w 5799173"/>
              <a:gd name="connsiteY6022" fmla="*/ 1438701 h 5017219"/>
              <a:gd name="connsiteX6023" fmla="*/ 4870852 w 5799173"/>
              <a:gd name="connsiteY6023" fmla="*/ 1439449 h 5017219"/>
              <a:gd name="connsiteX6024" fmla="*/ 3826834 w 5799173"/>
              <a:gd name="connsiteY6024" fmla="*/ 1165374 h 5017219"/>
              <a:gd name="connsiteX6025" fmla="*/ 3825588 w 5799173"/>
              <a:gd name="connsiteY6025" fmla="*/ 1164627 h 5017219"/>
              <a:gd name="connsiteX6026" fmla="*/ 3815120 w 5799173"/>
              <a:gd name="connsiteY6026" fmla="*/ 1146515 h 5017219"/>
              <a:gd name="connsiteX6027" fmla="*/ 3815120 w 5799173"/>
              <a:gd name="connsiteY6027" fmla="*/ 1145020 h 5017219"/>
              <a:gd name="connsiteX6028" fmla="*/ 3825588 w 5799173"/>
              <a:gd name="connsiteY6028" fmla="*/ 1126908 h 5017219"/>
              <a:gd name="connsiteX6029" fmla="*/ 3826834 w 5799173"/>
              <a:gd name="connsiteY6029" fmla="*/ 1126161 h 5017219"/>
              <a:gd name="connsiteX6030" fmla="*/ 3847770 w 5799173"/>
              <a:gd name="connsiteY6030" fmla="*/ 1126161 h 5017219"/>
              <a:gd name="connsiteX6031" fmla="*/ 3849016 w 5799173"/>
              <a:gd name="connsiteY6031" fmla="*/ 1126908 h 5017219"/>
              <a:gd name="connsiteX6032" fmla="*/ 3859484 w 5799173"/>
              <a:gd name="connsiteY6032" fmla="*/ 1145020 h 5017219"/>
              <a:gd name="connsiteX6033" fmla="*/ 3859484 w 5799173"/>
              <a:gd name="connsiteY6033" fmla="*/ 1146515 h 5017219"/>
              <a:gd name="connsiteX6034" fmla="*/ 3849016 w 5799173"/>
              <a:gd name="connsiteY6034" fmla="*/ 1164627 h 5017219"/>
              <a:gd name="connsiteX6035" fmla="*/ 3847770 w 5799173"/>
              <a:gd name="connsiteY6035" fmla="*/ 1165374 h 5017219"/>
              <a:gd name="connsiteX6036" fmla="*/ 4789813 w 5799173"/>
              <a:gd name="connsiteY6036" fmla="*/ 1423404 h 5017219"/>
              <a:gd name="connsiteX6037" fmla="*/ 4788568 w 5799173"/>
              <a:gd name="connsiteY6037" fmla="*/ 1422657 h 5017219"/>
              <a:gd name="connsiteX6038" fmla="*/ 4778100 w 5799173"/>
              <a:gd name="connsiteY6038" fmla="*/ 1404545 h 5017219"/>
              <a:gd name="connsiteX6039" fmla="*/ 4778100 w 5799173"/>
              <a:gd name="connsiteY6039" fmla="*/ 1403050 h 5017219"/>
              <a:gd name="connsiteX6040" fmla="*/ 4788568 w 5799173"/>
              <a:gd name="connsiteY6040" fmla="*/ 1384938 h 5017219"/>
              <a:gd name="connsiteX6041" fmla="*/ 4789813 w 5799173"/>
              <a:gd name="connsiteY6041" fmla="*/ 1384191 h 5017219"/>
              <a:gd name="connsiteX6042" fmla="*/ 4810750 w 5799173"/>
              <a:gd name="connsiteY6042" fmla="*/ 1384191 h 5017219"/>
              <a:gd name="connsiteX6043" fmla="*/ 4811995 w 5799173"/>
              <a:gd name="connsiteY6043" fmla="*/ 1384938 h 5017219"/>
              <a:gd name="connsiteX6044" fmla="*/ 4822463 w 5799173"/>
              <a:gd name="connsiteY6044" fmla="*/ 1403050 h 5017219"/>
              <a:gd name="connsiteX6045" fmla="*/ 4822463 w 5799173"/>
              <a:gd name="connsiteY6045" fmla="*/ 1404545 h 5017219"/>
              <a:gd name="connsiteX6046" fmla="*/ 4811996 w 5799173"/>
              <a:gd name="connsiteY6046" fmla="*/ 1422657 h 5017219"/>
              <a:gd name="connsiteX6047" fmla="*/ 4810750 w 5799173"/>
              <a:gd name="connsiteY6047" fmla="*/ 1423404 h 5017219"/>
              <a:gd name="connsiteX6048" fmla="*/ 3766587 w 5799173"/>
              <a:gd name="connsiteY6048" fmla="*/ 1149323 h 5017219"/>
              <a:gd name="connsiteX6049" fmla="*/ 3765341 w 5799173"/>
              <a:gd name="connsiteY6049" fmla="*/ 1148575 h 5017219"/>
              <a:gd name="connsiteX6050" fmla="*/ 3754790 w 5799173"/>
              <a:gd name="connsiteY6050" fmla="*/ 1130297 h 5017219"/>
              <a:gd name="connsiteX6051" fmla="*/ 3754790 w 5799173"/>
              <a:gd name="connsiteY6051" fmla="*/ 1128802 h 5017219"/>
              <a:gd name="connsiteX6052" fmla="*/ 3765341 w 5799173"/>
              <a:gd name="connsiteY6052" fmla="*/ 1110524 h 5017219"/>
              <a:gd name="connsiteX6053" fmla="*/ 3766587 w 5799173"/>
              <a:gd name="connsiteY6053" fmla="*/ 1109777 h 5017219"/>
              <a:gd name="connsiteX6054" fmla="*/ 3787606 w 5799173"/>
              <a:gd name="connsiteY6054" fmla="*/ 1109777 h 5017219"/>
              <a:gd name="connsiteX6055" fmla="*/ 3788852 w 5799173"/>
              <a:gd name="connsiteY6055" fmla="*/ 1110524 h 5017219"/>
              <a:gd name="connsiteX6056" fmla="*/ 3799403 w 5799173"/>
              <a:gd name="connsiteY6056" fmla="*/ 1128802 h 5017219"/>
              <a:gd name="connsiteX6057" fmla="*/ 3799403 w 5799173"/>
              <a:gd name="connsiteY6057" fmla="*/ 1130297 h 5017219"/>
              <a:gd name="connsiteX6058" fmla="*/ 3788852 w 5799173"/>
              <a:gd name="connsiteY6058" fmla="*/ 1148575 h 5017219"/>
              <a:gd name="connsiteX6059" fmla="*/ 3787606 w 5799173"/>
              <a:gd name="connsiteY6059" fmla="*/ 1149323 h 5017219"/>
              <a:gd name="connsiteX6060" fmla="*/ 4910125 w 5799173"/>
              <a:gd name="connsiteY6060" fmla="*/ 1455734 h 5017219"/>
              <a:gd name="connsiteX6061" fmla="*/ 4908879 w 5799173"/>
              <a:gd name="connsiteY6061" fmla="*/ 1454986 h 5017219"/>
              <a:gd name="connsiteX6062" fmla="*/ 4898328 w 5799173"/>
              <a:gd name="connsiteY6062" fmla="*/ 1436708 h 5017219"/>
              <a:gd name="connsiteX6063" fmla="*/ 4898328 w 5799173"/>
              <a:gd name="connsiteY6063" fmla="*/ 1435213 h 5017219"/>
              <a:gd name="connsiteX6064" fmla="*/ 4908879 w 5799173"/>
              <a:gd name="connsiteY6064" fmla="*/ 1416935 h 5017219"/>
              <a:gd name="connsiteX6065" fmla="*/ 4910125 w 5799173"/>
              <a:gd name="connsiteY6065" fmla="*/ 1416188 h 5017219"/>
              <a:gd name="connsiteX6066" fmla="*/ 4931144 w 5799173"/>
              <a:gd name="connsiteY6066" fmla="*/ 1416187 h 5017219"/>
              <a:gd name="connsiteX6067" fmla="*/ 4932390 w 5799173"/>
              <a:gd name="connsiteY6067" fmla="*/ 1416934 h 5017219"/>
              <a:gd name="connsiteX6068" fmla="*/ 4942941 w 5799173"/>
              <a:gd name="connsiteY6068" fmla="*/ 1435212 h 5017219"/>
              <a:gd name="connsiteX6069" fmla="*/ 4942941 w 5799173"/>
              <a:gd name="connsiteY6069" fmla="*/ 1436707 h 5017219"/>
              <a:gd name="connsiteX6070" fmla="*/ 4932390 w 5799173"/>
              <a:gd name="connsiteY6070" fmla="*/ 1454985 h 5017219"/>
              <a:gd name="connsiteX6071" fmla="*/ 4931144 w 5799173"/>
              <a:gd name="connsiteY6071" fmla="*/ 1455733 h 5017219"/>
              <a:gd name="connsiteX6072" fmla="*/ 1660045 w 5799173"/>
              <a:gd name="connsiteY6072" fmla="*/ 585067 h 5017219"/>
              <a:gd name="connsiteX6073" fmla="*/ 1658715 w 5799173"/>
              <a:gd name="connsiteY6073" fmla="*/ 584319 h 5017219"/>
              <a:gd name="connsiteX6074" fmla="*/ 1648165 w 5799173"/>
              <a:gd name="connsiteY6074" fmla="*/ 565959 h 5017219"/>
              <a:gd name="connsiteX6075" fmla="*/ 1648164 w 5799173"/>
              <a:gd name="connsiteY6075" fmla="*/ 564463 h 5017219"/>
              <a:gd name="connsiteX6076" fmla="*/ 1658715 w 5799173"/>
              <a:gd name="connsiteY6076" fmla="*/ 546103 h 5017219"/>
              <a:gd name="connsiteX6077" fmla="*/ 1660045 w 5799173"/>
              <a:gd name="connsiteY6077" fmla="*/ 545355 h 5017219"/>
              <a:gd name="connsiteX6078" fmla="*/ 1681231 w 5799173"/>
              <a:gd name="connsiteY6078" fmla="*/ 545355 h 5017219"/>
              <a:gd name="connsiteX6079" fmla="*/ 1682559 w 5799173"/>
              <a:gd name="connsiteY6079" fmla="*/ 546103 h 5017219"/>
              <a:gd name="connsiteX6080" fmla="*/ 1693110 w 5799173"/>
              <a:gd name="connsiteY6080" fmla="*/ 564463 h 5017219"/>
              <a:gd name="connsiteX6081" fmla="*/ 1693111 w 5799173"/>
              <a:gd name="connsiteY6081" fmla="*/ 565959 h 5017219"/>
              <a:gd name="connsiteX6082" fmla="*/ 1682560 w 5799173"/>
              <a:gd name="connsiteY6082" fmla="*/ 584319 h 5017219"/>
              <a:gd name="connsiteX6083" fmla="*/ 1681230 w 5799173"/>
              <a:gd name="connsiteY6083" fmla="*/ 585067 h 5017219"/>
              <a:gd name="connsiteX6084" fmla="*/ 2081349 w 5799173"/>
              <a:gd name="connsiteY6084" fmla="*/ 697955 h 5017219"/>
              <a:gd name="connsiteX6085" fmla="*/ 2080019 w 5799173"/>
              <a:gd name="connsiteY6085" fmla="*/ 697207 h 5017219"/>
              <a:gd name="connsiteX6086" fmla="*/ 2069469 w 5799173"/>
              <a:gd name="connsiteY6086" fmla="*/ 678847 h 5017219"/>
              <a:gd name="connsiteX6087" fmla="*/ 2069468 w 5799173"/>
              <a:gd name="connsiteY6087" fmla="*/ 677351 h 5017219"/>
              <a:gd name="connsiteX6088" fmla="*/ 2080019 w 5799173"/>
              <a:gd name="connsiteY6088" fmla="*/ 658991 h 5017219"/>
              <a:gd name="connsiteX6089" fmla="*/ 2081349 w 5799173"/>
              <a:gd name="connsiteY6089" fmla="*/ 658243 h 5017219"/>
              <a:gd name="connsiteX6090" fmla="*/ 2102535 w 5799173"/>
              <a:gd name="connsiteY6090" fmla="*/ 658243 h 5017219"/>
              <a:gd name="connsiteX6091" fmla="*/ 2103863 w 5799173"/>
              <a:gd name="connsiteY6091" fmla="*/ 658991 h 5017219"/>
              <a:gd name="connsiteX6092" fmla="*/ 2114414 w 5799173"/>
              <a:gd name="connsiteY6092" fmla="*/ 677351 h 5017219"/>
              <a:gd name="connsiteX6093" fmla="*/ 2114415 w 5799173"/>
              <a:gd name="connsiteY6093" fmla="*/ 678847 h 5017219"/>
              <a:gd name="connsiteX6094" fmla="*/ 2103864 w 5799173"/>
              <a:gd name="connsiteY6094" fmla="*/ 697207 h 5017219"/>
              <a:gd name="connsiteX6095" fmla="*/ 2102534 w 5799173"/>
              <a:gd name="connsiteY6095" fmla="*/ 697955 h 5017219"/>
              <a:gd name="connsiteX6096" fmla="*/ 5090661 w 5799173"/>
              <a:gd name="connsiteY6096" fmla="*/ 1504298 h 5017219"/>
              <a:gd name="connsiteX6097" fmla="*/ 5089331 w 5799173"/>
              <a:gd name="connsiteY6097" fmla="*/ 1503550 h 5017219"/>
              <a:gd name="connsiteX6098" fmla="*/ 5078781 w 5799173"/>
              <a:gd name="connsiteY6098" fmla="*/ 1485190 h 5017219"/>
              <a:gd name="connsiteX6099" fmla="*/ 5078780 w 5799173"/>
              <a:gd name="connsiteY6099" fmla="*/ 1483694 h 5017219"/>
              <a:gd name="connsiteX6100" fmla="*/ 5089331 w 5799173"/>
              <a:gd name="connsiteY6100" fmla="*/ 1465334 h 5017219"/>
              <a:gd name="connsiteX6101" fmla="*/ 5090661 w 5799173"/>
              <a:gd name="connsiteY6101" fmla="*/ 1464586 h 5017219"/>
              <a:gd name="connsiteX6102" fmla="*/ 5111847 w 5799173"/>
              <a:gd name="connsiteY6102" fmla="*/ 1464586 h 5017219"/>
              <a:gd name="connsiteX6103" fmla="*/ 5113175 w 5799173"/>
              <a:gd name="connsiteY6103" fmla="*/ 1465334 h 5017219"/>
              <a:gd name="connsiteX6104" fmla="*/ 5123726 w 5799173"/>
              <a:gd name="connsiteY6104" fmla="*/ 1483694 h 5017219"/>
              <a:gd name="connsiteX6105" fmla="*/ 5123727 w 5799173"/>
              <a:gd name="connsiteY6105" fmla="*/ 1485190 h 5017219"/>
              <a:gd name="connsiteX6106" fmla="*/ 5113176 w 5799173"/>
              <a:gd name="connsiteY6106" fmla="*/ 1503550 h 5017219"/>
              <a:gd name="connsiteX6107" fmla="*/ 5111846 w 5799173"/>
              <a:gd name="connsiteY6107" fmla="*/ 1504298 h 5017219"/>
              <a:gd name="connsiteX6108" fmla="*/ 1840523 w 5799173"/>
              <a:gd name="connsiteY6108" fmla="*/ 633520 h 5017219"/>
              <a:gd name="connsiteX6109" fmla="*/ 1839193 w 5799173"/>
              <a:gd name="connsiteY6109" fmla="*/ 632772 h 5017219"/>
              <a:gd name="connsiteX6110" fmla="*/ 1828559 w 5799173"/>
              <a:gd name="connsiteY6110" fmla="*/ 614329 h 5017219"/>
              <a:gd name="connsiteX6111" fmla="*/ 1828560 w 5799173"/>
              <a:gd name="connsiteY6111" fmla="*/ 612833 h 5017219"/>
              <a:gd name="connsiteX6112" fmla="*/ 1839193 w 5799173"/>
              <a:gd name="connsiteY6112" fmla="*/ 594390 h 5017219"/>
              <a:gd name="connsiteX6113" fmla="*/ 1840523 w 5799173"/>
              <a:gd name="connsiteY6113" fmla="*/ 593642 h 5017219"/>
              <a:gd name="connsiteX6114" fmla="*/ 1861791 w 5799173"/>
              <a:gd name="connsiteY6114" fmla="*/ 593642 h 5017219"/>
              <a:gd name="connsiteX6115" fmla="*/ 1863121 w 5799173"/>
              <a:gd name="connsiteY6115" fmla="*/ 594390 h 5017219"/>
              <a:gd name="connsiteX6116" fmla="*/ 1873755 w 5799173"/>
              <a:gd name="connsiteY6116" fmla="*/ 612833 h 5017219"/>
              <a:gd name="connsiteX6117" fmla="*/ 1873755 w 5799173"/>
              <a:gd name="connsiteY6117" fmla="*/ 614329 h 5017219"/>
              <a:gd name="connsiteX6118" fmla="*/ 1863121 w 5799173"/>
              <a:gd name="connsiteY6118" fmla="*/ 632772 h 5017219"/>
              <a:gd name="connsiteX6119" fmla="*/ 1861791 w 5799173"/>
              <a:gd name="connsiteY6119" fmla="*/ 633520 h 5017219"/>
              <a:gd name="connsiteX6120" fmla="*/ 5030392 w 5799173"/>
              <a:gd name="connsiteY6120" fmla="*/ 1488243 h 5017219"/>
              <a:gd name="connsiteX6121" fmla="*/ 5029063 w 5799173"/>
              <a:gd name="connsiteY6121" fmla="*/ 1487495 h 5017219"/>
              <a:gd name="connsiteX6122" fmla="*/ 5018429 w 5799173"/>
              <a:gd name="connsiteY6122" fmla="*/ 1469052 h 5017219"/>
              <a:gd name="connsiteX6123" fmla="*/ 5018429 w 5799173"/>
              <a:gd name="connsiteY6123" fmla="*/ 1467556 h 5017219"/>
              <a:gd name="connsiteX6124" fmla="*/ 5029063 w 5799173"/>
              <a:gd name="connsiteY6124" fmla="*/ 1449113 h 5017219"/>
              <a:gd name="connsiteX6125" fmla="*/ 5030392 w 5799173"/>
              <a:gd name="connsiteY6125" fmla="*/ 1448365 h 5017219"/>
              <a:gd name="connsiteX6126" fmla="*/ 5051661 w 5799173"/>
              <a:gd name="connsiteY6126" fmla="*/ 1448365 h 5017219"/>
              <a:gd name="connsiteX6127" fmla="*/ 5052990 w 5799173"/>
              <a:gd name="connsiteY6127" fmla="*/ 1449113 h 5017219"/>
              <a:gd name="connsiteX6128" fmla="*/ 5063624 w 5799173"/>
              <a:gd name="connsiteY6128" fmla="*/ 1467556 h 5017219"/>
              <a:gd name="connsiteX6129" fmla="*/ 5063624 w 5799173"/>
              <a:gd name="connsiteY6129" fmla="*/ 1469052 h 5017219"/>
              <a:gd name="connsiteX6130" fmla="*/ 5052990 w 5799173"/>
              <a:gd name="connsiteY6130" fmla="*/ 1487495 h 5017219"/>
              <a:gd name="connsiteX6131" fmla="*/ 5051661 w 5799173"/>
              <a:gd name="connsiteY6131" fmla="*/ 1488243 h 5017219"/>
              <a:gd name="connsiteX6132" fmla="*/ 1960812 w 5799173"/>
              <a:gd name="connsiteY6132" fmla="*/ 665940 h 5017219"/>
              <a:gd name="connsiteX6133" fmla="*/ 1959482 w 5799173"/>
              <a:gd name="connsiteY6133" fmla="*/ 665193 h 5017219"/>
              <a:gd name="connsiteX6134" fmla="*/ 1948765 w 5799173"/>
              <a:gd name="connsiteY6134" fmla="*/ 646583 h 5017219"/>
              <a:gd name="connsiteX6135" fmla="*/ 1948765 w 5799173"/>
              <a:gd name="connsiteY6135" fmla="*/ 645087 h 5017219"/>
              <a:gd name="connsiteX6136" fmla="*/ 1959483 w 5799173"/>
              <a:gd name="connsiteY6136" fmla="*/ 626477 h 5017219"/>
              <a:gd name="connsiteX6137" fmla="*/ 1960812 w 5799173"/>
              <a:gd name="connsiteY6137" fmla="*/ 625730 h 5017219"/>
              <a:gd name="connsiteX6138" fmla="*/ 1982247 w 5799173"/>
              <a:gd name="connsiteY6138" fmla="*/ 625730 h 5017219"/>
              <a:gd name="connsiteX6139" fmla="*/ 1983576 w 5799173"/>
              <a:gd name="connsiteY6139" fmla="*/ 626477 h 5017219"/>
              <a:gd name="connsiteX6140" fmla="*/ 1994292 w 5799173"/>
              <a:gd name="connsiteY6140" fmla="*/ 645087 h 5017219"/>
              <a:gd name="connsiteX6141" fmla="*/ 1994292 w 5799173"/>
              <a:gd name="connsiteY6141" fmla="*/ 646583 h 5017219"/>
              <a:gd name="connsiteX6142" fmla="*/ 1983575 w 5799173"/>
              <a:gd name="connsiteY6142" fmla="*/ 665193 h 5017219"/>
              <a:gd name="connsiteX6143" fmla="*/ 1982246 w 5799173"/>
              <a:gd name="connsiteY6143" fmla="*/ 665940 h 5017219"/>
              <a:gd name="connsiteX6144" fmla="*/ 1719981 w 5799173"/>
              <a:gd name="connsiteY6144" fmla="*/ 601611 h 5017219"/>
              <a:gd name="connsiteX6145" fmla="*/ 1718652 w 5799173"/>
              <a:gd name="connsiteY6145" fmla="*/ 600863 h 5017219"/>
              <a:gd name="connsiteX6146" fmla="*/ 1707852 w 5799173"/>
              <a:gd name="connsiteY6146" fmla="*/ 582087 h 5017219"/>
              <a:gd name="connsiteX6147" fmla="*/ 1707852 w 5799173"/>
              <a:gd name="connsiteY6147" fmla="*/ 580591 h 5017219"/>
              <a:gd name="connsiteX6148" fmla="*/ 1718652 w 5799173"/>
              <a:gd name="connsiteY6148" fmla="*/ 561816 h 5017219"/>
              <a:gd name="connsiteX6149" fmla="*/ 1719981 w 5799173"/>
              <a:gd name="connsiteY6149" fmla="*/ 561068 h 5017219"/>
              <a:gd name="connsiteX6150" fmla="*/ 1741665 w 5799173"/>
              <a:gd name="connsiteY6150" fmla="*/ 561068 h 5017219"/>
              <a:gd name="connsiteX6151" fmla="*/ 1742995 w 5799173"/>
              <a:gd name="connsiteY6151" fmla="*/ 561816 h 5017219"/>
              <a:gd name="connsiteX6152" fmla="*/ 1753795 w 5799173"/>
              <a:gd name="connsiteY6152" fmla="*/ 580591 h 5017219"/>
              <a:gd name="connsiteX6153" fmla="*/ 1753795 w 5799173"/>
              <a:gd name="connsiteY6153" fmla="*/ 582087 h 5017219"/>
              <a:gd name="connsiteX6154" fmla="*/ 1742995 w 5799173"/>
              <a:gd name="connsiteY6154" fmla="*/ 600863 h 5017219"/>
              <a:gd name="connsiteX6155" fmla="*/ 1741665 w 5799173"/>
              <a:gd name="connsiteY6155" fmla="*/ 601611 h 5017219"/>
              <a:gd name="connsiteX6156" fmla="*/ 1780168 w 5799173"/>
              <a:gd name="connsiteY6156" fmla="*/ 617738 h 5017219"/>
              <a:gd name="connsiteX6157" fmla="*/ 1778839 w 5799173"/>
              <a:gd name="connsiteY6157" fmla="*/ 616990 h 5017219"/>
              <a:gd name="connsiteX6158" fmla="*/ 1768039 w 5799173"/>
              <a:gd name="connsiteY6158" fmla="*/ 598214 h 5017219"/>
              <a:gd name="connsiteX6159" fmla="*/ 1768039 w 5799173"/>
              <a:gd name="connsiteY6159" fmla="*/ 596718 h 5017219"/>
              <a:gd name="connsiteX6160" fmla="*/ 1778839 w 5799173"/>
              <a:gd name="connsiteY6160" fmla="*/ 577943 h 5017219"/>
              <a:gd name="connsiteX6161" fmla="*/ 1780168 w 5799173"/>
              <a:gd name="connsiteY6161" fmla="*/ 577195 h 5017219"/>
              <a:gd name="connsiteX6162" fmla="*/ 1801852 w 5799173"/>
              <a:gd name="connsiteY6162" fmla="*/ 577195 h 5017219"/>
              <a:gd name="connsiteX6163" fmla="*/ 1803182 w 5799173"/>
              <a:gd name="connsiteY6163" fmla="*/ 577943 h 5017219"/>
              <a:gd name="connsiteX6164" fmla="*/ 1813982 w 5799173"/>
              <a:gd name="connsiteY6164" fmla="*/ 596718 h 5017219"/>
              <a:gd name="connsiteX6165" fmla="*/ 1813982 w 5799173"/>
              <a:gd name="connsiteY6165" fmla="*/ 598214 h 5017219"/>
              <a:gd name="connsiteX6166" fmla="*/ 1803182 w 5799173"/>
              <a:gd name="connsiteY6166" fmla="*/ 616990 h 5017219"/>
              <a:gd name="connsiteX6167" fmla="*/ 1801852 w 5799173"/>
              <a:gd name="connsiteY6167" fmla="*/ 617738 h 5017219"/>
              <a:gd name="connsiteX6168" fmla="*/ 1900540 w 5799173"/>
              <a:gd name="connsiteY6168" fmla="*/ 649992 h 5017219"/>
              <a:gd name="connsiteX6169" fmla="*/ 1899211 w 5799173"/>
              <a:gd name="connsiteY6169" fmla="*/ 649244 h 5017219"/>
              <a:gd name="connsiteX6170" fmla="*/ 1888411 w 5799173"/>
              <a:gd name="connsiteY6170" fmla="*/ 630468 h 5017219"/>
              <a:gd name="connsiteX6171" fmla="*/ 1888411 w 5799173"/>
              <a:gd name="connsiteY6171" fmla="*/ 628972 h 5017219"/>
              <a:gd name="connsiteX6172" fmla="*/ 1899211 w 5799173"/>
              <a:gd name="connsiteY6172" fmla="*/ 610197 h 5017219"/>
              <a:gd name="connsiteX6173" fmla="*/ 1900540 w 5799173"/>
              <a:gd name="connsiteY6173" fmla="*/ 609449 h 5017219"/>
              <a:gd name="connsiteX6174" fmla="*/ 1922224 w 5799173"/>
              <a:gd name="connsiteY6174" fmla="*/ 609448 h 5017219"/>
              <a:gd name="connsiteX6175" fmla="*/ 1923554 w 5799173"/>
              <a:gd name="connsiteY6175" fmla="*/ 610197 h 5017219"/>
              <a:gd name="connsiteX6176" fmla="*/ 1934354 w 5799173"/>
              <a:gd name="connsiteY6176" fmla="*/ 628972 h 5017219"/>
              <a:gd name="connsiteX6177" fmla="*/ 1934354 w 5799173"/>
              <a:gd name="connsiteY6177" fmla="*/ 630468 h 5017219"/>
              <a:gd name="connsiteX6178" fmla="*/ 1923554 w 5799173"/>
              <a:gd name="connsiteY6178" fmla="*/ 649244 h 5017219"/>
              <a:gd name="connsiteX6179" fmla="*/ 1922224 w 5799173"/>
              <a:gd name="connsiteY6179" fmla="*/ 649991 h 5017219"/>
              <a:gd name="connsiteX6180" fmla="*/ 2020912 w 5799173"/>
              <a:gd name="connsiteY6180" fmla="*/ 682245 h 5017219"/>
              <a:gd name="connsiteX6181" fmla="*/ 2019584 w 5799173"/>
              <a:gd name="connsiteY6181" fmla="*/ 681497 h 5017219"/>
              <a:gd name="connsiteX6182" fmla="*/ 2008784 w 5799173"/>
              <a:gd name="connsiteY6182" fmla="*/ 662721 h 5017219"/>
              <a:gd name="connsiteX6183" fmla="*/ 2008783 w 5799173"/>
              <a:gd name="connsiteY6183" fmla="*/ 661225 h 5017219"/>
              <a:gd name="connsiteX6184" fmla="*/ 2019584 w 5799173"/>
              <a:gd name="connsiteY6184" fmla="*/ 642450 h 5017219"/>
              <a:gd name="connsiteX6185" fmla="*/ 2020913 w 5799173"/>
              <a:gd name="connsiteY6185" fmla="*/ 641702 h 5017219"/>
              <a:gd name="connsiteX6186" fmla="*/ 2042596 w 5799173"/>
              <a:gd name="connsiteY6186" fmla="*/ 641702 h 5017219"/>
              <a:gd name="connsiteX6187" fmla="*/ 2043927 w 5799173"/>
              <a:gd name="connsiteY6187" fmla="*/ 642450 h 5017219"/>
              <a:gd name="connsiteX6188" fmla="*/ 2054726 w 5799173"/>
              <a:gd name="connsiteY6188" fmla="*/ 661225 h 5017219"/>
              <a:gd name="connsiteX6189" fmla="*/ 2054727 w 5799173"/>
              <a:gd name="connsiteY6189" fmla="*/ 662721 h 5017219"/>
              <a:gd name="connsiteX6190" fmla="*/ 2043927 w 5799173"/>
              <a:gd name="connsiteY6190" fmla="*/ 681497 h 5017219"/>
              <a:gd name="connsiteX6191" fmla="*/ 2042597 w 5799173"/>
              <a:gd name="connsiteY6191" fmla="*/ 682245 h 5017219"/>
              <a:gd name="connsiteX6192" fmla="*/ 2442147 w 5799173"/>
              <a:gd name="connsiteY6192" fmla="*/ 795206 h 5017219"/>
              <a:gd name="connsiteX6193" fmla="*/ 2440818 w 5799173"/>
              <a:gd name="connsiteY6193" fmla="*/ 794458 h 5017219"/>
              <a:gd name="connsiteX6194" fmla="*/ 2429934 w 5799173"/>
              <a:gd name="connsiteY6194" fmla="*/ 775599 h 5017219"/>
              <a:gd name="connsiteX6195" fmla="*/ 2429934 w 5799173"/>
              <a:gd name="connsiteY6195" fmla="*/ 774021 h 5017219"/>
              <a:gd name="connsiteX6196" fmla="*/ 2440818 w 5799173"/>
              <a:gd name="connsiteY6196" fmla="*/ 755162 h 5017219"/>
              <a:gd name="connsiteX6197" fmla="*/ 2442147 w 5799173"/>
              <a:gd name="connsiteY6197" fmla="*/ 754414 h 5017219"/>
              <a:gd name="connsiteX6198" fmla="*/ 2463913 w 5799173"/>
              <a:gd name="connsiteY6198" fmla="*/ 754414 h 5017219"/>
              <a:gd name="connsiteX6199" fmla="*/ 2465242 w 5799173"/>
              <a:gd name="connsiteY6199" fmla="*/ 755162 h 5017219"/>
              <a:gd name="connsiteX6200" fmla="*/ 2476126 w 5799173"/>
              <a:gd name="connsiteY6200" fmla="*/ 774021 h 5017219"/>
              <a:gd name="connsiteX6201" fmla="*/ 2476126 w 5799173"/>
              <a:gd name="connsiteY6201" fmla="*/ 775599 h 5017219"/>
              <a:gd name="connsiteX6202" fmla="*/ 2465242 w 5799173"/>
              <a:gd name="connsiteY6202" fmla="*/ 794458 h 5017219"/>
              <a:gd name="connsiteX6203" fmla="*/ 2463913 w 5799173"/>
              <a:gd name="connsiteY6203" fmla="*/ 795206 h 5017219"/>
              <a:gd name="connsiteX6204" fmla="*/ 2923448 w 5799173"/>
              <a:gd name="connsiteY6204" fmla="*/ 924550 h 5017219"/>
              <a:gd name="connsiteX6205" fmla="*/ 2922119 w 5799173"/>
              <a:gd name="connsiteY6205" fmla="*/ 923803 h 5017219"/>
              <a:gd name="connsiteX6206" fmla="*/ 2911069 w 5799173"/>
              <a:gd name="connsiteY6206" fmla="*/ 904695 h 5017219"/>
              <a:gd name="connsiteX6207" fmla="*/ 2911069 w 5799173"/>
              <a:gd name="connsiteY6207" fmla="*/ 903116 h 5017219"/>
              <a:gd name="connsiteX6208" fmla="*/ 2922119 w 5799173"/>
              <a:gd name="connsiteY6208" fmla="*/ 884007 h 5017219"/>
              <a:gd name="connsiteX6209" fmla="*/ 2923448 w 5799173"/>
              <a:gd name="connsiteY6209" fmla="*/ 883260 h 5017219"/>
              <a:gd name="connsiteX6210" fmla="*/ 2945547 w 5799173"/>
              <a:gd name="connsiteY6210" fmla="*/ 883260 h 5017219"/>
              <a:gd name="connsiteX6211" fmla="*/ 2946876 w 5799173"/>
              <a:gd name="connsiteY6211" fmla="*/ 884007 h 5017219"/>
              <a:gd name="connsiteX6212" fmla="*/ 2957926 w 5799173"/>
              <a:gd name="connsiteY6212" fmla="*/ 903116 h 5017219"/>
              <a:gd name="connsiteX6213" fmla="*/ 2957926 w 5799173"/>
              <a:gd name="connsiteY6213" fmla="*/ 904695 h 5017219"/>
              <a:gd name="connsiteX6214" fmla="*/ 2946876 w 5799173"/>
              <a:gd name="connsiteY6214" fmla="*/ 923803 h 5017219"/>
              <a:gd name="connsiteX6215" fmla="*/ 2945547 w 5799173"/>
              <a:gd name="connsiteY6215" fmla="*/ 924550 h 5017219"/>
              <a:gd name="connsiteX6216" fmla="*/ 2141026 w 5799173"/>
              <a:gd name="connsiteY6216" fmla="*/ 714901 h 5017219"/>
              <a:gd name="connsiteX6217" fmla="*/ 2139697 w 5799173"/>
              <a:gd name="connsiteY6217" fmla="*/ 714154 h 5017219"/>
              <a:gd name="connsiteX6218" fmla="*/ 2128648 w 5799173"/>
              <a:gd name="connsiteY6218" fmla="*/ 695046 h 5017219"/>
              <a:gd name="connsiteX6219" fmla="*/ 2128648 w 5799173"/>
              <a:gd name="connsiteY6219" fmla="*/ 693467 h 5017219"/>
              <a:gd name="connsiteX6220" fmla="*/ 2139697 w 5799173"/>
              <a:gd name="connsiteY6220" fmla="*/ 674358 h 5017219"/>
              <a:gd name="connsiteX6221" fmla="*/ 2141026 w 5799173"/>
              <a:gd name="connsiteY6221" fmla="*/ 673611 h 5017219"/>
              <a:gd name="connsiteX6222" fmla="*/ 2163126 w 5799173"/>
              <a:gd name="connsiteY6222" fmla="*/ 673611 h 5017219"/>
              <a:gd name="connsiteX6223" fmla="*/ 2164455 w 5799173"/>
              <a:gd name="connsiteY6223" fmla="*/ 674358 h 5017219"/>
              <a:gd name="connsiteX6224" fmla="*/ 2175505 w 5799173"/>
              <a:gd name="connsiteY6224" fmla="*/ 693467 h 5017219"/>
              <a:gd name="connsiteX6225" fmla="*/ 2175505 w 5799173"/>
              <a:gd name="connsiteY6225" fmla="*/ 695045 h 5017219"/>
              <a:gd name="connsiteX6226" fmla="*/ 2164455 w 5799173"/>
              <a:gd name="connsiteY6226" fmla="*/ 714154 h 5017219"/>
              <a:gd name="connsiteX6227" fmla="*/ 2163126 w 5799173"/>
              <a:gd name="connsiteY6227" fmla="*/ 714901 h 5017219"/>
              <a:gd name="connsiteX6228" fmla="*/ 2863118 w 5799173"/>
              <a:gd name="connsiteY6228" fmla="*/ 908664 h 5017219"/>
              <a:gd name="connsiteX6229" fmla="*/ 2861790 w 5799173"/>
              <a:gd name="connsiteY6229" fmla="*/ 907833 h 5017219"/>
              <a:gd name="connsiteX6230" fmla="*/ 2850573 w 5799173"/>
              <a:gd name="connsiteY6230" fmla="*/ 888476 h 5017219"/>
              <a:gd name="connsiteX6231" fmla="*/ 2850573 w 5799173"/>
              <a:gd name="connsiteY6231" fmla="*/ 886897 h 5017219"/>
              <a:gd name="connsiteX6232" fmla="*/ 2861789 w 5799173"/>
              <a:gd name="connsiteY6232" fmla="*/ 867540 h 5017219"/>
              <a:gd name="connsiteX6233" fmla="*/ 2863118 w 5799173"/>
              <a:gd name="connsiteY6233" fmla="*/ 866709 h 5017219"/>
              <a:gd name="connsiteX6234" fmla="*/ 2885467 w 5799173"/>
              <a:gd name="connsiteY6234" fmla="*/ 866709 h 5017219"/>
              <a:gd name="connsiteX6235" fmla="*/ 2886796 w 5799173"/>
              <a:gd name="connsiteY6235" fmla="*/ 867540 h 5017219"/>
              <a:gd name="connsiteX6236" fmla="*/ 2898011 w 5799173"/>
              <a:gd name="connsiteY6236" fmla="*/ 886897 h 5017219"/>
              <a:gd name="connsiteX6237" fmla="*/ 2898011 w 5799173"/>
              <a:gd name="connsiteY6237" fmla="*/ 888476 h 5017219"/>
              <a:gd name="connsiteX6238" fmla="*/ 2886796 w 5799173"/>
              <a:gd name="connsiteY6238" fmla="*/ 907833 h 5017219"/>
              <a:gd name="connsiteX6239" fmla="*/ 2885466 w 5799173"/>
              <a:gd name="connsiteY6239" fmla="*/ 908664 h 5017219"/>
              <a:gd name="connsiteX6240" fmla="*/ 2983491 w 5799173"/>
              <a:gd name="connsiteY6240" fmla="*/ 940918 h 5017219"/>
              <a:gd name="connsiteX6241" fmla="*/ 2982162 w 5799173"/>
              <a:gd name="connsiteY6241" fmla="*/ 940087 h 5017219"/>
              <a:gd name="connsiteX6242" fmla="*/ 2970946 w 5799173"/>
              <a:gd name="connsiteY6242" fmla="*/ 920730 h 5017219"/>
              <a:gd name="connsiteX6243" fmla="*/ 2970946 w 5799173"/>
              <a:gd name="connsiteY6243" fmla="*/ 919151 h 5017219"/>
              <a:gd name="connsiteX6244" fmla="*/ 2982162 w 5799173"/>
              <a:gd name="connsiteY6244" fmla="*/ 899794 h 5017219"/>
              <a:gd name="connsiteX6245" fmla="*/ 2983491 w 5799173"/>
              <a:gd name="connsiteY6245" fmla="*/ 898963 h 5017219"/>
              <a:gd name="connsiteX6246" fmla="*/ 3005839 w 5799173"/>
              <a:gd name="connsiteY6246" fmla="*/ 898963 h 5017219"/>
              <a:gd name="connsiteX6247" fmla="*/ 3007169 w 5799173"/>
              <a:gd name="connsiteY6247" fmla="*/ 899794 h 5017219"/>
              <a:gd name="connsiteX6248" fmla="*/ 3018384 w 5799173"/>
              <a:gd name="connsiteY6248" fmla="*/ 919151 h 5017219"/>
              <a:gd name="connsiteX6249" fmla="*/ 3018384 w 5799173"/>
              <a:gd name="connsiteY6249" fmla="*/ 920730 h 5017219"/>
              <a:gd name="connsiteX6250" fmla="*/ 3007169 w 5799173"/>
              <a:gd name="connsiteY6250" fmla="*/ 940087 h 5017219"/>
              <a:gd name="connsiteX6251" fmla="*/ 3005839 w 5799173"/>
              <a:gd name="connsiteY6251" fmla="*/ 940918 h 5017219"/>
              <a:gd name="connsiteX6252" fmla="*/ 2501998 w 5799173"/>
              <a:gd name="connsiteY6252" fmla="*/ 812009 h 5017219"/>
              <a:gd name="connsiteX6253" fmla="*/ 2500585 w 5799173"/>
              <a:gd name="connsiteY6253" fmla="*/ 811179 h 5017219"/>
              <a:gd name="connsiteX6254" fmla="*/ 2489370 w 5799173"/>
              <a:gd name="connsiteY6254" fmla="*/ 791737 h 5017219"/>
              <a:gd name="connsiteX6255" fmla="*/ 2489370 w 5799173"/>
              <a:gd name="connsiteY6255" fmla="*/ 790159 h 5017219"/>
              <a:gd name="connsiteX6256" fmla="*/ 2500585 w 5799173"/>
              <a:gd name="connsiteY6256" fmla="*/ 770718 h 5017219"/>
              <a:gd name="connsiteX6257" fmla="*/ 2501998 w 5799173"/>
              <a:gd name="connsiteY6257" fmla="*/ 769887 h 5017219"/>
              <a:gd name="connsiteX6258" fmla="*/ 2524512 w 5799173"/>
              <a:gd name="connsiteY6258" fmla="*/ 769887 h 5017219"/>
              <a:gd name="connsiteX6259" fmla="*/ 2525925 w 5799173"/>
              <a:gd name="connsiteY6259" fmla="*/ 770718 h 5017219"/>
              <a:gd name="connsiteX6260" fmla="*/ 2537140 w 5799173"/>
              <a:gd name="connsiteY6260" fmla="*/ 790159 h 5017219"/>
              <a:gd name="connsiteX6261" fmla="*/ 2537140 w 5799173"/>
              <a:gd name="connsiteY6261" fmla="*/ 791737 h 5017219"/>
              <a:gd name="connsiteX6262" fmla="*/ 2525925 w 5799173"/>
              <a:gd name="connsiteY6262" fmla="*/ 811179 h 5017219"/>
              <a:gd name="connsiteX6263" fmla="*/ 2524512 w 5799173"/>
              <a:gd name="connsiteY6263" fmla="*/ 812009 h 5017219"/>
              <a:gd name="connsiteX6264" fmla="*/ 2802929 w 5799173"/>
              <a:gd name="connsiteY6264" fmla="*/ 892643 h 5017219"/>
              <a:gd name="connsiteX6265" fmla="*/ 2801517 w 5799173"/>
              <a:gd name="connsiteY6265" fmla="*/ 891813 h 5017219"/>
              <a:gd name="connsiteX6266" fmla="*/ 2790301 w 5799173"/>
              <a:gd name="connsiteY6266" fmla="*/ 872372 h 5017219"/>
              <a:gd name="connsiteX6267" fmla="*/ 2790301 w 5799173"/>
              <a:gd name="connsiteY6267" fmla="*/ 870793 h 5017219"/>
              <a:gd name="connsiteX6268" fmla="*/ 2801517 w 5799173"/>
              <a:gd name="connsiteY6268" fmla="*/ 851353 h 5017219"/>
              <a:gd name="connsiteX6269" fmla="*/ 2802929 w 5799173"/>
              <a:gd name="connsiteY6269" fmla="*/ 850522 h 5017219"/>
              <a:gd name="connsiteX6270" fmla="*/ 2825444 w 5799173"/>
              <a:gd name="connsiteY6270" fmla="*/ 850522 h 5017219"/>
              <a:gd name="connsiteX6271" fmla="*/ 2826856 w 5799173"/>
              <a:gd name="connsiteY6271" fmla="*/ 851353 h 5017219"/>
              <a:gd name="connsiteX6272" fmla="*/ 2838072 w 5799173"/>
              <a:gd name="connsiteY6272" fmla="*/ 870793 h 5017219"/>
              <a:gd name="connsiteX6273" fmla="*/ 2838071 w 5799173"/>
              <a:gd name="connsiteY6273" fmla="*/ 872372 h 5017219"/>
              <a:gd name="connsiteX6274" fmla="*/ 2826857 w 5799173"/>
              <a:gd name="connsiteY6274" fmla="*/ 891813 h 5017219"/>
              <a:gd name="connsiteX6275" fmla="*/ 2825445 w 5799173"/>
              <a:gd name="connsiteY6275" fmla="*/ 892643 h 5017219"/>
              <a:gd name="connsiteX6276" fmla="*/ 2742641 w 5799173"/>
              <a:gd name="connsiteY6276" fmla="*/ 876668 h 5017219"/>
              <a:gd name="connsiteX6277" fmla="*/ 2741229 w 5799173"/>
              <a:gd name="connsiteY6277" fmla="*/ 875836 h 5017219"/>
              <a:gd name="connsiteX6278" fmla="*/ 2729930 w 5799173"/>
              <a:gd name="connsiteY6278" fmla="*/ 856313 h 5017219"/>
              <a:gd name="connsiteX6279" fmla="*/ 2729930 w 5799173"/>
              <a:gd name="connsiteY6279" fmla="*/ 854735 h 5017219"/>
              <a:gd name="connsiteX6280" fmla="*/ 2741229 w 5799173"/>
              <a:gd name="connsiteY6280" fmla="*/ 835212 h 5017219"/>
              <a:gd name="connsiteX6281" fmla="*/ 2742641 w 5799173"/>
              <a:gd name="connsiteY6281" fmla="*/ 834380 h 5017219"/>
              <a:gd name="connsiteX6282" fmla="*/ 2765239 w 5799173"/>
              <a:gd name="connsiteY6282" fmla="*/ 834381 h 5017219"/>
              <a:gd name="connsiteX6283" fmla="*/ 2766651 w 5799173"/>
              <a:gd name="connsiteY6283" fmla="*/ 835211 h 5017219"/>
              <a:gd name="connsiteX6284" fmla="*/ 2777950 w 5799173"/>
              <a:gd name="connsiteY6284" fmla="*/ 854734 h 5017219"/>
              <a:gd name="connsiteX6285" fmla="*/ 2777950 w 5799173"/>
              <a:gd name="connsiteY6285" fmla="*/ 856313 h 5017219"/>
              <a:gd name="connsiteX6286" fmla="*/ 2766651 w 5799173"/>
              <a:gd name="connsiteY6286" fmla="*/ 875837 h 5017219"/>
              <a:gd name="connsiteX6287" fmla="*/ 2765239 w 5799173"/>
              <a:gd name="connsiteY6287" fmla="*/ 876667 h 5017219"/>
              <a:gd name="connsiteX6288" fmla="*/ 3284232 w 5799173"/>
              <a:gd name="connsiteY6288" fmla="*/ 1021892 h 5017219"/>
              <a:gd name="connsiteX6289" fmla="*/ 3282820 w 5799173"/>
              <a:gd name="connsiteY6289" fmla="*/ 1021062 h 5017219"/>
              <a:gd name="connsiteX6290" fmla="*/ 3271522 w 5799173"/>
              <a:gd name="connsiteY6290" fmla="*/ 1001455 h 5017219"/>
              <a:gd name="connsiteX6291" fmla="*/ 3271522 w 5799173"/>
              <a:gd name="connsiteY6291" fmla="*/ 999877 h 5017219"/>
              <a:gd name="connsiteX6292" fmla="*/ 3282904 w 5799173"/>
              <a:gd name="connsiteY6292" fmla="*/ 980270 h 5017219"/>
              <a:gd name="connsiteX6293" fmla="*/ 3284316 w 5799173"/>
              <a:gd name="connsiteY6293" fmla="*/ 979439 h 5017219"/>
              <a:gd name="connsiteX6294" fmla="*/ 3306997 w 5799173"/>
              <a:gd name="connsiteY6294" fmla="*/ 979439 h 5017219"/>
              <a:gd name="connsiteX6295" fmla="*/ 3308409 w 5799173"/>
              <a:gd name="connsiteY6295" fmla="*/ 980270 h 5017219"/>
              <a:gd name="connsiteX6296" fmla="*/ 3319708 w 5799173"/>
              <a:gd name="connsiteY6296" fmla="*/ 999877 h 5017219"/>
              <a:gd name="connsiteX6297" fmla="*/ 3319708 w 5799173"/>
              <a:gd name="connsiteY6297" fmla="*/ 1001455 h 5017219"/>
              <a:gd name="connsiteX6298" fmla="*/ 3308326 w 5799173"/>
              <a:gd name="connsiteY6298" fmla="*/ 1021062 h 5017219"/>
              <a:gd name="connsiteX6299" fmla="*/ 3306914 w 5799173"/>
              <a:gd name="connsiteY6299" fmla="*/ 1021892 h 5017219"/>
              <a:gd name="connsiteX6300" fmla="*/ 3344442 w 5799173"/>
              <a:gd name="connsiteY6300" fmla="*/ 1038107 h 5017219"/>
              <a:gd name="connsiteX6301" fmla="*/ 3343029 w 5799173"/>
              <a:gd name="connsiteY6301" fmla="*/ 1037276 h 5017219"/>
              <a:gd name="connsiteX6302" fmla="*/ 3331646 w 5799173"/>
              <a:gd name="connsiteY6302" fmla="*/ 1017503 h 5017219"/>
              <a:gd name="connsiteX6303" fmla="*/ 3331647 w 5799173"/>
              <a:gd name="connsiteY6303" fmla="*/ 1015924 h 5017219"/>
              <a:gd name="connsiteX6304" fmla="*/ 3343028 w 5799173"/>
              <a:gd name="connsiteY6304" fmla="*/ 996152 h 5017219"/>
              <a:gd name="connsiteX6305" fmla="*/ 3344442 w 5799173"/>
              <a:gd name="connsiteY6305" fmla="*/ 995321 h 5017219"/>
              <a:gd name="connsiteX6306" fmla="*/ 3367205 w 5799173"/>
              <a:gd name="connsiteY6306" fmla="*/ 995321 h 5017219"/>
              <a:gd name="connsiteX6307" fmla="*/ 3368618 w 5799173"/>
              <a:gd name="connsiteY6307" fmla="*/ 996152 h 5017219"/>
              <a:gd name="connsiteX6308" fmla="*/ 3379999 w 5799173"/>
              <a:gd name="connsiteY6308" fmla="*/ 1015924 h 5017219"/>
              <a:gd name="connsiteX6309" fmla="*/ 3379998 w 5799173"/>
              <a:gd name="connsiteY6309" fmla="*/ 1017503 h 5017219"/>
              <a:gd name="connsiteX6310" fmla="*/ 3368617 w 5799173"/>
              <a:gd name="connsiteY6310" fmla="*/ 1037276 h 5017219"/>
              <a:gd name="connsiteX6311" fmla="*/ 3367204 w 5799173"/>
              <a:gd name="connsiteY6311" fmla="*/ 1038107 h 5017219"/>
              <a:gd name="connsiteX6312" fmla="*/ 3103615 w 5799173"/>
              <a:gd name="connsiteY6312" fmla="*/ 973670 h 5017219"/>
              <a:gd name="connsiteX6313" fmla="*/ 3102202 w 5799173"/>
              <a:gd name="connsiteY6313" fmla="*/ 972839 h 5017219"/>
              <a:gd name="connsiteX6314" fmla="*/ 3090736 w 5799173"/>
              <a:gd name="connsiteY6314" fmla="*/ 952983 h 5017219"/>
              <a:gd name="connsiteX6315" fmla="*/ 3090737 w 5799173"/>
              <a:gd name="connsiteY6315" fmla="*/ 951406 h 5017219"/>
              <a:gd name="connsiteX6316" fmla="*/ 3102202 w 5799173"/>
              <a:gd name="connsiteY6316" fmla="*/ 931549 h 5017219"/>
              <a:gd name="connsiteX6317" fmla="*/ 3103615 w 5799173"/>
              <a:gd name="connsiteY6317" fmla="*/ 930718 h 5017219"/>
              <a:gd name="connsiteX6318" fmla="*/ 3126461 w 5799173"/>
              <a:gd name="connsiteY6318" fmla="*/ 930718 h 5017219"/>
              <a:gd name="connsiteX6319" fmla="*/ 3127874 w 5799173"/>
              <a:gd name="connsiteY6319" fmla="*/ 931549 h 5017219"/>
              <a:gd name="connsiteX6320" fmla="*/ 3139338 w 5799173"/>
              <a:gd name="connsiteY6320" fmla="*/ 951406 h 5017219"/>
              <a:gd name="connsiteX6321" fmla="*/ 3139338 w 5799173"/>
              <a:gd name="connsiteY6321" fmla="*/ 952983 h 5017219"/>
              <a:gd name="connsiteX6322" fmla="*/ 3127874 w 5799173"/>
              <a:gd name="connsiteY6322" fmla="*/ 972839 h 5017219"/>
              <a:gd name="connsiteX6323" fmla="*/ 3126461 w 5799173"/>
              <a:gd name="connsiteY6323" fmla="*/ 973670 h 5017219"/>
              <a:gd name="connsiteX6324" fmla="*/ 2682317 w 5799173"/>
              <a:gd name="connsiteY6324" fmla="*/ 860888 h 5017219"/>
              <a:gd name="connsiteX6325" fmla="*/ 2680906 w 5799173"/>
              <a:gd name="connsiteY6325" fmla="*/ 860058 h 5017219"/>
              <a:gd name="connsiteX6326" fmla="*/ 2669441 w 5799173"/>
              <a:gd name="connsiteY6326" fmla="*/ 840118 h 5017219"/>
              <a:gd name="connsiteX6327" fmla="*/ 2669441 w 5799173"/>
              <a:gd name="connsiteY6327" fmla="*/ 838458 h 5017219"/>
              <a:gd name="connsiteX6328" fmla="*/ 2680905 w 5799173"/>
              <a:gd name="connsiteY6328" fmla="*/ 818518 h 5017219"/>
              <a:gd name="connsiteX6329" fmla="*/ 2682318 w 5799173"/>
              <a:gd name="connsiteY6329" fmla="*/ 817687 h 5017219"/>
              <a:gd name="connsiteX6330" fmla="*/ 2705332 w 5799173"/>
              <a:gd name="connsiteY6330" fmla="*/ 817688 h 5017219"/>
              <a:gd name="connsiteX6331" fmla="*/ 2706744 w 5799173"/>
              <a:gd name="connsiteY6331" fmla="*/ 818518 h 5017219"/>
              <a:gd name="connsiteX6332" fmla="*/ 2718208 w 5799173"/>
              <a:gd name="connsiteY6332" fmla="*/ 838458 h 5017219"/>
              <a:gd name="connsiteX6333" fmla="*/ 2718209 w 5799173"/>
              <a:gd name="connsiteY6333" fmla="*/ 840118 h 5017219"/>
              <a:gd name="connsiteX6334" fmla="*/ 2706743 w 5799173"/>
              <a:gd name="connsiteY6334" fmla="*/ 860058 h 5017219"/>
              <a:gd name="connsiteX6335" fmla="*/ 2705331 w 5799173"/>
              <a:gd name="connsiteY6335" fmla="*/ 860889 h 5017219"/>
              <a:gd name="connsiteX6336" fmla="*/ 2621947 w 5799173"/>
              <a:gd name="connsiteY6336" fmla="*/ 844997 h 5017219"/>
              <a:gd name="connsiteX6337" fmla="*/ 2620533 w 5799173"/>
              <a:gd name="connsiteY6337" fmla="*/ 844167 h 5017219"/>
              <a:gd name="connsiteX6338" fmla="*/ 2608986 w 5799173"/>
              <a:gd name="connsiteY6338" fmla="*/ 824061 h 5017219"/>
              <a:gd name="connsiteX6339" fmla="*/ 2608986 w 5799173"/>
              <a:gd name="connsiteY6339" fmla="*/ 822400 h 5017219"/>
              <a:gd name="connsiteX6340" fmla="*/ 2620616 w 5799173"/>
              <a:gd name="connsiteY6340" fmla="*/ 802295 h 5017219"/>
              <a:gd name="connsiteX6341" fmla="*/ 2622030 w 5799173"/>
              <a:gd name="connsiteY6341" fmla="*/ 801464 h 5017219"/>
              <a:gd name="connsiteX6342" fmla="*/ 2645209 w 5799173"/>
              <a:gd name="connsiteY6342" fmla="*/ 801464 h 5017219"/>
              <a:gd name="connsiteX6343" fmla="*/ 2646621 w 5799173"/>
              <a:gd name="connsiteY6343" fmla="*/ 802295 h 5017219"/>
              <a:gd name="connsiteX6344" fmla="*/ 2658169 w 5799173"/>
              <a:gd name="connsiteY6344" fmla="*/ 822400 h 5017219"/>
              <a:gd name="connsiteX6345" fmla="*/ 2658169 w 5799173"/>
              <a:gd name="connsiteY6345" fmla="*/ 824061 h 5017219"/>
              <a:gd name="connsiteX6346" fmla="*/ 2646538 w 5799173"/>
              <a:gd name="connsiteY6346" fmla="*/ 844167 h 5017219"/>
              <a:gd name="connsiteX6347" fmla="*/ 2645125 w 5799173"/>
              <a:gd name="connsiteY6347" fmla="*/ 844997 h 5017219"/>
              <a:gd name="connsiteX6348" fmla="*/ 3223809 w 5799173"/>
              <a:gd name="connsiteY6348" fmla="*/ 1006350 h 5017219"/>
              <a:gd name="connsiteX6349" fmla="*/ 3222396 w 5799173"/>
              <a:gd name="connsiteY6349" fmla="*/ 1005518 h 5017219"/>
              <a:gd name="connsiteX6350" fmla="*/ 3210765 w 5799173"/>
              <a:gd name="connsiteY6350" fmla="*/ 985330 h 5017219"/>
              <a:gd name="connsiteX6351" fmla="*/ 3210765 w 5799173"/>
              <a:gd name="connsiteY6351" fmla="*/ 983669 h 5017219"/>
              <a:gd name="connsiteX6352" fmla="*/ 3222396 w 5799173"/>
              <a:gd name="connsiteY6352" fmla="*/ 963481 h 5017219"/>
              <a:gd name="connsiteX6353" fmla="*/ 3223809 w 5799173"/>
              <a:gd name="connsiteY6353" fmla="*/ 962649 h 5017219"/>
              <a:gd name="connsiteX6354" fmla="*/ 3247071 w 5799173"/>
              <a:gd name="connsiteY6354" fmla="*/ 962650 h 5017219"/>
              <a:gd name="connsiteX6355" fmla="*/ 3248483 w 5799173"/>
              <a:gd name="connsiteY6355" fmla="*/ 963481 h 5017219"/>
              <a:gd name="connsiteX6356" fmla="*/ 3260114 w 5799173"/>
              <a:gd name="connsiteY6356" fmla="*/ 983669 h 5017219"/>
              <a:gd name="connsiteX6357" fmla="*/ 3260114 w 5799173"/>
              <a:gd name="connsiteY6357" fmla="*/ 985330 h 5017219"/>
              <a:gd name="connsiteX6358" fmla="*/ 3248483 w 5799173"/>
              <a:gd name="connsiteY6358" fmla="*/ 1005519 h 5017219"/>
              <a:gd name="connsiteX6359" fmla="*/ 3247071 w 5799173"/>
              <a:gd name="connsiteY6359" fmla="*/ 1006350 h 5017219"/>
              <a:gd name="connsiteX6360" fmla="*/ 2561594 w 5799173"/>
              <a:gd name="connsiteY6360" fmla="*/ 829119 h 5017219"/>
              <a:gd name="connsiteX6361" fmla="*/ 2560181 w 5799173"/>
              <a:gd name="connsiteY6361" fmla="*/ 828288 h 5017219"/>
              <a:gd name="connsiteX6362" fmla="*/ 2548467 w 5799173"/>
              <a:gd name="connsiteY6362" fmla="*/ 807934 h 5017219"/>
              <a:gd name="connsiteX6363" fmla="*/ 2548467 w 5799173"/>
              <a:gd name="connsiteY6363" fmla="*/ 806273 h 5017219"/>
              <a:gd name="connsiteX6364" fmla="*/ 2560264 w 5799173"/>
              <a:gd name="connsiteY6364" fmla="*/ 785918 h 5017219"/>
              <a:gd name="connsiteX6365" fmla="*/ 2561677 w 5799173"/>
              <a:gd name="connsiteY6365" fmla="*/ 785087 h 5017219"/>
              <a:gd name="connsiteX6366" fmla="*/ 2585188 w 5799173"/>
              <a:gd name="connsiteY6366" fmla="*/ 785087 h 5017219"/>
              <a:gd name="connsiteX6367" fmla="*/ 2586601 w 5799173"/>
              <a:gd name="connsiteY6367" fmla="*/ 785918 h 5017219"/>
              <a:gd name="connsiteX6368" fmla="*/ 2598315 w 5799173"/>
              <a:gd name="connsiteY6368" fmla="*/ 806273 h 5017219"/>
              <a:gd name="connsiteX6369" fmla="*/ 2598315 w 5799173"/>
              <a:gd name="connsiteY6369" fmla="*/ 807934 h 5017219"/>
              <a:gd name="connsiteX6370" fmla="*/ 2586518 w 5799173"/>
              <a:gd name="connsiteY6370" fmla="*/ 828288 h 5017219"/>
              <a:gd name="connsiteX6371" fmla="*/ 2585105 w 5799173"/>
              <a:gd name="connsiteY6371" fmla="*/ 829119 h 5017219"/>
              <a:gd name="connsiteX6372" fmla="*/ 3043084 w 5799173"/>
              <a:gd name="connsiteY6372" fmla="*/ 958134 h 5017219"/>
              <a:gd name="connsiteX6373" fmla="*/ 3041671 w 5799173"/>
              <a:gd name="connsiteY6373" fmla="*/ 957303 h 5017219"/>
              <a:gd name="connsiteX6374" fmla="*/ 3029957 w 5799173"/>
              <a:gd name="connsiteY6374" fmla="*/ 936949 h 5017219"/>
              <a:gd name="connsiteX6375" fmla="*/ 3029957 w 5799173"/>
              <a:gd name="connsiteY6375" fmla="*/ 935288 h 5017219"/>
              <a:gd name="connsiteX6376" fmla="*/ 3041755 w 5799173"/>
              <a:gd name="connsiteY6376" fmla="*/ 914933 h 5017219"/>
              <a:gd name="connsiteX6377" fmla="*/ 3043167 w 5799173"/>
              <a:gd name="connsiteY6377" fmla="*/ 914102 h 5017219"/>
              <a:gd name="connsiteX6378" fmla="*/ 3066678 w 5799173"/>
              <a:gd name="connsiteY6378" fmla="*/ 914102 h 5017219"/>
              <a:gd name="connsiteX6379" fmla="*/ 3068091 w 5799173"/>
              <a:gd name="connsiteY6379" fmla="*/ 914933 h 5017219"/>
              <a:gd name="connsiteX6380" fmla="*/ 3079805 w 5799173"/>
              <a:gd name="connsiteY6380" fmla="*/ 935288 h 5017219"/>
              <a:gd name="connsiteX6381" fmla="*/ 3079805 w 5799173"/>
              <a:gd name="connsiteY6381" fmla="*/ 936949 h 5017219"/>
              <a:gd name="connsiteX6382" fmla="*/ 3068007 w 5799173"/>
              <a:gd name="connsiteY6382" fmla="*/ 957303 h 5017219"/>
              <a:gd name="connsiteX6383" fmla="*/ 3066595 w 5799173"/>
              <a:gd name="connsiteY6383" fmla="*/ 958134 h 5017219"/>
              <a:gd name="connsiteX6384" fmla="*/ 3163374 w 5799173"/>
              <a:gd name="connsiteY6384" fmla="*/ 990637 h 5017219"/>
              <a:gd name="connsiteX6385" fmla="*/ 3161961 w 5799173"/>
              <a:gd name="connsiteY6385" fmla="*/ 989807 h 5017219"/>
              <a:gd name="connsiteX6386" fmla="*/ 3150081 w 5799173"/>
              <a:gd name="connsiteY6386" fmla="*/ 969203 h 5017219"/>
              <a:gd name="connsiteX6387" fmla="*/ 3150081 w 5799173"/>
              <a:gd name="connsiteY6387" fmla="*/ 967542 h 5017219"/>
              <a:gd name="connsiteX6388" fmla="*/ 3161962 w 5799173"/>
              <a:gd name="connsiteY6388" fmla="*/ 946938 h 5017219"/>
              <a:gd name="connsiteX6389" fmla="*/ 3163373 w 5799173"/>
              <a:gd name="connsiteY6389" fmla="*/ 946107 h 5017219"/>
              <a:gd name="connsiteX6390" fmla="*/ 3187134 w 5799173"/>
              <a:gd name="connsiteY6390" fmla="*/ 946107 h 5017219"/>
              <a:gd name="connsiteX6391" fmla="*/ 3188546 w 5799173"/>
              <a:gd name="connsiteY6391" fmla="*/ 946938 h 5017219"/>
              <a:gd name="connsiteX6392" fmla="*/ 3200427 w 5799173"/>
              <a:gd name="connsiteY6392" fmla="*/ 967542 h 5017219"/>
              <a:gd name="connsiteX6393" fmla="*/ 3200427 w 5799173"/>
              <a:gd name="connsiteY6393" fmla="*/ 969203 h 5017219"/>
              <a:gd name="connsiteX6394" fmla="*/ 3188547 w 5799173"/>
              <a:gd name="connsiteY6394" fmla="*/ 989807 h 5017219"/>
              <a:gd name="connsiteX6395" fmla="*/ 3187135 w 5799173"/>
              <a:gd name="connsiteY6395" fmla="*/ 990637 h 5017219"/>
              <a:gd name="connsiteX6396" fmla="*/ 4241411 w 5799173"/>
              <a:gd name="connsiteY6396" fmla="*/ 1316885 h 5017219"/>
              <a:gd name="connsiteX6397" fmla="*/ 4240996 w 5799173"/>
              <a:gd name="connsiteY6397" fmla="*/ 1316635 h 5017219"/>
              <a:gd name="connsiteX6398" fmla="*/ 4237756 w 5799173"/>
              <a:gd name="connsiteY6398" fmla="*/ 1310986 h 5017219"/>
              <a:gd name="connsiteX6399" fmla="*/ 4237756 w 5799173"/>
              <a:gd name="connsiteY6399" fmla="*/ 1310487 h 5017219"/>
              <a:gd name="connsiteX6400" fmla="*/ 4240996 w 5799173"/>
              <a:gd name="connsiteY6400" fmla="*/ 1304838 h 5017219"/>
              <a:gd name="connsiteX6401" fmla="*/ 4241411 w 5799173"/>
              <a:gd name="connsiteY6401" fmla="*/ 1304589 h 5017219"/>
              <a:gd name="connsiteX6402" fmla="*/ 4247892 w 5799173"/>
              <a:gd name="connsiteY6402" fmla="*/ 1304589 h 5017219"/>
              <a:gd name="connsiteX6403" fmla="*/ 4248307 w 5799173"/>
              <a:gd name="connsiteY6403" fmla="*/ 1304838 h 5017219"/>
              <a:gd name="connsiteX6404" fmla="*/ 4251547 w 5799173"/>
              <a:gd name="connsiteY6404" fmla="*/ 1310487 h 5017219"/>
              <a:gd name="connsiteX6405" fmla="*/ 4251547 w 5799173"/>
              <a:gd name="connsiteY6405" fmla="*/ 1310986 h 5017219"/>
              <a:gd name="connsiteX6406" fmla="*/ 4248307 w 5799173"/>
              <a:gd name="connsiteY6406" fmla="*/ 1316635 h 5017219"/>
              <a:gd name="connsiteX6407" fmla="*/ 4247892 w 5799173"/>
              <a:gd name="connsiteY6407" fmla="*/ 1316885 h 5017219"/>
              <a:gd name="connsiteX6408" fmla="*/ 4177380 w 5799173"/>
              <a:gd name="connsiteY6408" fmla="*/ 1307901 h 5017219"/>
              <a:gd name="connsiteX6409" fmla="*/ 4176549 w 5799173"/>
              <a:gd name="connsiteY6409" fmla="*/ 1307402 h 5017219"/>
              <a:gd name="connsiteX6410" fmla="*/ 4169488 w 5799173"/>
              <a:gd name="connsiteY6410" fmla="*/ 1295189 h 5017219"/>
              <a:gd name="connsiteX6411" fmla="*/ 4169488 w 5799173"/>
              <a:gd name="connsiteY6411" fmla="*/ 1294192 h 5017219"/>
              <a:gd name="connsiteX6412" fmla="*/ 4176549 w 5799173"/>
              <a:gd name="connsiteY6412" fmla="*/ 1281979 h 5017219"/>
              <a:gd name="connsiteX6413" fmla="*/ 4177380 w 5799173"/>
              <a:gd name="connsiteY6413" fmla="*/ 1281481 h 5017219"/>
              <a:gd name="connsiteX6414" fmla="*/ 4191504 w 5799173"/>
              <a:gd name="connsiteY6414" fmla="*/ 1281481 h 5017219"/>
              <a:gd name="connsiteX6415" fmla="*/ 4192335 w 5799173"/>
              <a:gd name="connsiteY6415" fmla="*/ 1281979 h 5017219"/>
              <a:gd name="connsiteX6416" fmla="*/ 4199396 w 5799173"/>
              <a:gd name="connsiteY6416" fmla="*/ 1294192 h 5017219"/>
              <a:gd name="connsiteX6417" fmla="*/ 4199396 w 5799173"/>
              <a:gd name="connsiteY6417" fmla="*/ 1295189 h 5017219"/>
              <a:gd name="connsiteX6418" fmla="*/ 4192335 w 5799173"/>
              <a:gd name="connsiteY6418" fmla="*/ 1307402 h 5017219"/>
              <a:gd name="connsiteX6419" fmla="*/ 4191504 w 5799173"/>
              <a:gd name="connsiteY6419" fmla="*/ 1307901 h 5017219"/>
              <a:gd name="connsiteX6420" fmla="*/ 3694810 w 5799173"/>
              <a:gd name="connsiteY6420" fmla="*/ 1180962 h 5017219"/>
              <a:gd name="connsiteX6421" fmla="*/ 3693814 w 5799173"/>
              <a:gd name="connsiteY6421" fmla="*/ 1180381 h 5017219"/>
              <a:gd name="connsiteX6422" fmla="*/ 3685673 w 5799173"/>
              <a:gd name="connsiteY6422" fmla="*/ 1166256 h 5017219"/>
              <a:gd name="connsiteX6423" fmla="*/ 3685673 w 5799173"/>
              <a:gd name="connsiteY6423" fmla="*/ 1165093 h 5017219"/>
              <a:gd name="connsiteX6424" fmla="*/ 3693813 w 5799173"/>
              <a:gd name="connsiteY6424" fmla="*/ 1150970 h 5017219"/>
              <a:gd name="connsiteX6425" fmla="*/ 3694811 w 5799173"/>
              <a:gd name="connsiteY6425" fmla="*/ 1150388 h 5017219"/>
              <a:gd name="connsiteX6426" fmla="*/ 3711094 w 5799173"/>
              <a:gd name="connsiteY6426" fmla="*/ 1150388 h 5017219"/>
              <a:gd name="connsiteX6427" fmla="*/ 3712092 w 5799173"/>
              <a:gd name="connsiteY6427" fmla="*/ 1150970 h 5017219"/>
              <a:gd name="connsiteX6428" fmla="*/ 3720232 w 5799173"/>
              <a:gd name="connsiteY6428" fmla="*/ 1165093 h 5017219"/>
              <a:gd name="connsiteX6429" fmla="*/ 3720232 w 5799173"/>
              <a:gd name="connsiteY6429" fmla="*/ 1166256 h 5017219"/>
              <a:gd name="connsiteX6430" fmla="*/ 3712091 w 5799173"/>
              <a:gd name="connsiteY6430" fmla="*/ 1180380 h 5017219"/>
              <a:gd name="connsiteX6431" fmla="*/ 3711095 w 5799173"/>
              <a:gd name="connsiteY6431" fmla="*/ 1180963 h 5017219"/>
              <a:gd name="connsiteX6432" fmla="*/ 4116032 w 5799173"/>
              <a:gd name="connsiteY6432" fmla="*/ 1294015 h 5017219"/>
              <a:gd name="connsiteX6433" fmla="*/ 4115035 w 5799173"/>
              <a:gd name="connsiteY6433" fmla="*/ 1293435 h 5017219"/>
              <a:gd name="connsiteX6434" fmla="*/ 4106811 w 5799173"/>
              <a:gd name="connsiteY6434" fmla="*/ 1279144 h 5017219"/>
              <a:gd name="connsiteX6435" fmla="*/ 4106811 w 5799173"/>
              <a:gd name="connsiteY6435" fmla="*/ 1277981 h 5017219"/>
              <a:gd name="connsiteX6436" fmla="*/ 4115036 w 5799173"/>
              <a:gd name="connsiteY6436" fmla="*/ 1263693 h 5017219"/>
              <a:gd name="connsiteX6437" fmla="*/ 4116033 w 5799173"/>
              <a:gd name="connsiteY6437" fmla="*/ 1263110 h 5017219"/>
              <a:gd name="connsiteX6438" fmla="*/ 4132482 w 5799173"/>
              <a:gd name="connsiteY6438" fmla="*/ 1263110 h 5017219"/>
              <a:gd name="connsiteX6439" fmla="*/ 4133479 w 5799173"/>
              <a:gd name="connsiteY6439" fmla="*/ 1263693 h 5017219"/>
              <a:gd name="connsiteX6440" fmla="*/ 4141704 w 5799173"/>
              <a:gd name="connsiteY6440" fmla="*/ 1277981 h 5017219"/>
              <a:gd name="connsiteX6441" fmla="*/ 4141704 w 5799173"/>
              <a:gd name="connsiteY6441" fmla="*/ 1279144 h 5017219"/>
              <a:gd name="connsiteX6442" fmla="*/ 4133479 w 5799173"/>
              <a:gd name="connsiteY6442" fmla="*/ 1293435 h 5017219"/>
              <a:gd name="connsiteX6443" fmla="*/ 4132482 w 5799173"/>
              <a:gd name="connsiteY6443" fmla="*/ 1294015 h 5017219"/>
              <a:gd name="connsiteX6444" fmla="*/ 4295593 w 5799173"/>
              <a:gd name="connsiteY6444" fmla="*/ 1344319 h 5017219"/>
              <a:gd name="connsiteX6445" fmla="*/ 4294429 w 5799173"/>
              <a:gd name="connsiteY6445" fmla="*/ 1343654 h 5017219"/>
              <a:gd name="connsiteX6446" fmla="*/ 4285208 w 5799173"/>
              <a:gd name="connsiteY6446" fmla="*/ 1327620 h 5017219"/>
              <a:gd name="connsiteX6447" fmla="*/ 4285208 w 5799173"/>
              <a:gd name="connsiteY6447" fmla="*/ 1326290 h 5017219"/>
              <a:gd name="connsiteX6448" fmla="*/ 4294429 w 5799173"/>
              <a:gd name="connsiteY6448" fmla="*/ 1310256 h 5017219"/>
              <a:gd name="connsiteX6449" fmla="*/ 4295593 w 5799173"/>
              <a:gd name="connsiteY6449" fmla="*/ 1309591 h 5017219"/>
              <a:gd name="connsiteX6450" fmla="*/ 4314119 w 5799173"/>
              <a:gd name="connsiteY6450" fmla="*/ 1309591 h 5017219"/>
              <a:gd name="connsiteX6451" fmla="*/ 4315282 w 5799173"/>
              <a:gd name="connsiteY6451" fmla="*/ 1310256 h 5017219"/>
              <a:gd name="connsiteX6452" fmla="*/ 4324504 w 5799173"/>
              <a:gd name="connsiteY6452" fmla="*/ 1326289 h 5017219"/>
              <a:gd name="connsiteX6453" fmla="*/ 4324504 w 5799173"/>
              <a:gd name="connsiteY6453" fmla="*/ 1327620 h 5017219"/>
              <a:gd name="connsiteX6454" fmla="*/ 4315282 w 5799173"/>
              <a:gd name="connsiteY6454" fmla="*/ 1343654 h 5017219"/>
              <a:gd name="connsiteX6455" fmla="*/ 4314119 w 5799173"/>
              <a:gd name="connsiteY6455" fmla="*/ 1344318 h 5017219"/>
              <a:gd name="connsiteX6456" fmla="*/ 1526861 w 5799173"/>
              <a:gd name="connsiteY6456" fmla="*/ 602721 h 5017219"/>
              <a:gd name="connsiteX6457" fmla="*/ 1525698 w 5799173"/>
              <a:gd name="connsiteY6457" fmla="*/ 602056 h 5017219"/>
              <a:gd name="connsiteX6458" fmla="*/ 1516309 w 5799173"/>
              <a:gd name="connsiteY6458" fmla="*/ 585774 h 5017219"/>
              <a:gd name="connsiteX6459" fmla="*/ 1516310 w 5799173"/>
              <a:gd name="connsiteY6459" fmla="*/ 584444 h 5017219"/>
              <a:gd name="connsiteX6460" fmla="*/ 1525698 w 5799173"/>
              <a:gd name="connsiteY6460" fmla="*/ 568160 h 5017219"/>
              <a:gd name="connsiteX6461" fmla="*/ 1526861 w 5799173"/>
              <a:gd name="connsiteY6461" fmla="*/ 567496 h 5017219"/>
              <a:gd name="connsiteX6462" fmla="*/ 1545637 w 5799173"/>
              <a:gd name="connsiteY6462" fmla="*/ 567495 h 5017219"/>
              <a:gd name="connsiteX6463" fmla="*/ 1546800 w 5799173"/>
              <a:gd name="connsiteY6463" fmla="*/ 568161 h 5017219"/>
              <a:gd name="connsiteX6464" fmla="*/ 1556188 w 5799173"/>
              <a:gd name="connsiteY6464" fmla="*/ 584444 h 5017219"/>
              <a:gd name="connsiteX6465" fmla="*/ 1556188 w 5799173"/>
              <a:gd name="connsiteY6465" fmla="*/ 585774 h 5017219"/>
              <a:gd name="connsiteX6466" fmla="*/ 1546800 w 5799173"/>
              <a:gd name="connsiteY6466" fmla="*/ 602057 h 5017219"/>
              <a:gd name="connsiteX6467" fmla="*/ 1545637 w 5799173"/>
              <a:gd name="connsiteY6467" fmla="*/ 602721 h 5017219"/>
              <a:gd name="connsiteX6468" fmla="*/ 3753752 w 5799173"/>
              <a:gd name="connsiteY6468" fmla="*/ 1199414 h 5017219"/>
              <a:gd name="connsiteX6469" fmla="*/ 3752588 w 5799173"/>
              <a:gd name="connsiteY6469" fmla="*/ 1198750 h 5017219"/>
              <a:gd name="connsiteX6470" fmla="*/ 3743200 w 5799173"/>
              <a:gd name="connsiteY6470" fmla="*/ 1182467 h 5017219"/>
              <a:gd name="connsiteX6471" fmla="*/ 3743201 w 5799173"/>
              <a:gd name="connsiteY6471" fmla="*/ 1181137 h 5017219"/>
              <a:gd name="connsiteX6472" fmla="*/ 3752588 w 5799173"/>
              <a:gd name="connsiteY6472" fmla="*/ 1164854 h 5017219"/>
              <a:gd name="connsiteX6473" fmla="*/ 3753751 w 5799173"/>
              <a:gd name="connsiteY6473" fmla="*/ 1164189 h 5017219"/>
              <a:gd name="connsiteX6474" fmla="*/ 3772527 w 5799173"/>
              <a:gd name="connsiteY6474" fmla="*/ 1164189 h 5017219"/>
              <a:gd name="connsiteX6475" fmla="*/ 3773690 w 5799173"/>
              <a:gd name="connsiteY6475" fmla="*/ 1164854 h 5017219"/>
              <a:gd name="connsiteX6476" fmla="*/ 3783078 w 5799173"/>
              <a:gd name="connsiteY6476" fmla="*/ 1181137 h 5017219"/>
              <a:gd name="connsiteX6477" fmla="*/ 3783079 w 5799173"/>
              <a:gd name="connsiteY6477" fmla="*/ 1182467 h 5017219"/>
              <a:gd name="connsiteX6478" fmla="*/ 3773690 w 5799173"/>
              <a:gd name="connsiteY6478" fmla="*/ 1198750 h 5017219"/>
              <a:gd name="connsiteX6479" fmla="*/ 3772527 w 5799173"/>
              <a:gd name="connsiteY6479" fmla="*/ 1199414 h 5017219"/>
              <a:gd name="connsiteX6480" fmla="*/ 4054494 w 5799173"/>
              <a:gd name="connsiteY6480" fmla="*/ 1280379 h 5017219"/>
              <a:gd name="connsiteX6481" fmla="*/ 4053331 w 5799173"/>
              <a:gd name="connsiteY6481" fmla="*/ 1279715 h 5017219"/>
              <a:gd name="connsiteX6482" fmla="*/ 4043777 w 5799173"/>
              <a:gd name="connsiteY6482" fmla="*/ 1263182 h 5017219"/>
              <a:gd name="connsiteX6483" fmla="*/ 4043777 w 5799173"/>
              <a:gd name="connsiteY6483" fmla="*/ 1261852 h 5017219"/>
              <a:gd name="connsiteX6484" fmla="*/ 4053331 w 5799173"/>
              <a:gd name="connsiteY6484" fmla="*/ 1245320 h 5017219"/>
              <a:gd name="connsiteX6485" fmla="*/ 4054494 w 5799173"/>
              <a:gd name="connsiteY6485" fmla="*/ 1244656 h 5017219"/>
              <a:gd name="connsiteX6486" fmla="*/ 4073602 w 5799173"/>
              <a:gd name="connsiteY6486" fmla="*/ 1244656 h 5017219"/>
              <a:gd name="connsiteX6487" fmla="*/ 4074765 w 5799173"/>
              <a:gd name="connsiteY6487" fmla="*/ 1245319 h 5017219"/>
              <a:gd name="connsiteX6488" fmla="*/ 4084319 w 5799173"/>
              <a:gd name="connsiteY6488" fmla="*/ 1261852 h 5017219"/>
              <a:gd name="connsiteX6489" fmla="*/ 4084319 w 5799173"/>
              <a:gd name="connsiteY6489" fmla="*/ 1263182 h 5017219"/>
              <a:gd name="connsiteX6490" fmla="*/ 4074765 w 5799173"/>
              <a:gd name="connsiteY6490" fmla="*/ 1279714 h 5017219"/>
              <a:gd name="connsiteX6491" fmla="*/ 4073602 w 5799173"/>
              <a:gd name="connsiteY6491" fmla="*/ 1280379 h 5017219"/>
              <a:gd name="connsiteX6492" fmla="*/ 5198032 w 5799173"/>
              <a:gd name="connsiteY6492" fmla="*/ 1586790 h 5017219"/>
              <a:gd name="connsiteX6493" fmla="*/ 5196869 w 5799173"/>
              <a:gd name="connsiteY6493" fmla="*/ 1586125 h 5017219"/>
              <a:gd name="connsiteX6494" fmla="*/ 5187315 w 5799173"/>
              <a:gd name="connsiteY6494" fmla="*/ 1569592 h 5017219"/>
              <a:gd name="connsiteX6495" fmla="*/ 5187315 w 5799173"/>
              <a:gd name="connsiteY6495" fmla="*/ 1568262 h 5017219"/>
              <a:gd name="connsiteX6496" fmla="*/ 5196869 w 5799173"/>
              <a:gd name="connsiteY6496" fmla="*/ 1551730 h 5017219"/>
              <a:gd name="connsiteX6497" fmla="*/ 5198032 w 5799173"/>
              <a:gd name="connsiteY6497" fmla="*/ 1551066 h 5017219"/>
              <a:gd name="connsiteX6498" fmla="*/ 5217140 w 5799173"/>
              <a:gd name="connsiteY6498" fmla="*/ 1551066 h 5017219"/>
              <a:gd name="connsiteX6499" fmla="*/ 5218304 w 5799173"/>
              <a:gd name="connsiteY6499" fmla="*/ 1551730 h 5017219"/>
              <a:gd name="connsiteX6500" fmla="*/ 5227858 w 5799173"/>
              <a:gd name="connsiteY6500" fmla="*/ 1568263 h 5017219"/>
              <a:gd name="connsiteX6501" fmla="*/ 5227858 w 5799173"/>
              <a:gd name="connsiteY6501" fmla="*/ 1569592 h 5017219"/>
              <a:gd name="connsiteX6502" fmla="*/ 5218304 w 5799173"/>
              <a:gd name="connsiteY6502" fmla="*/ 1586125 h 5017219"/>
              <a:gd name="connsiteX6503" fmla="*/ 5217140 w 5799173"/>
              <a:gd name="connsiteY6503" fmla="*/ 1586790 h 5017219"/>
              <a:gd name="connsiteX6504" fmla="*/ 4415531 w 5799173"/>
              <a:gd name="connsiteY6504" fmla="*/ 1377212 h 5017219"/>
              <a:gd name="connsiteX6505" fmla="*/ 4414368 w 5799173"/>
              <a:gd name="connsiteY6505" fmla="*/ 1376547 h 5017219"/>
              <a:gd name="connsiteX6506" fmla="*/ 4404731 w 5799173"/>
              <a:gd name="connsiteY6506" fmla="*/ 1359932 h 5017219"/>
              <a:gd name="connsiteX6507" fmla="*/ 4404731 w 5799173"/>
              <a:gd name="connsiteY6507" fmla="*/ 1358602 h 5017219"/>
              <a:gd name="connsiteX6508" fmla="*/ 4414368 w 5799173"/>
              <a:gd name="connsiteY6508" fmla="*/ 1341986 h 5017219"/>
              <a:gd name="connsiteX6509" fmla="*/ 4415531 w 5799173"/>
              <a:gd name="connsiteY6509" fmla="*/ 1341322 h 5017219"/>
              <a:gd name="connsiteX6510" fmla="*/ 4434723 w 5799173"/>
              <a:gd name="connsiteY6510" fmla="*/ 1341322 h 5017219"/>
              <a:gd name="connsiteX6511" fmla="*/ 4435886 w 5799173"/>
              <a:gd name="connsiteY6511" fmla="*/ 1341986 h 5017219"/>
              <a:gd name="connsiteX6512" fmla="*/ 4445523 w 5799173"/>
              <a:gd name="connsiteY6512" fmla="*/ 1358602 h 5017219"/>
              <a:gd name="connsiteX6513" fmla="*/ 4445523 w 5799173"/>
              <a:gd name="connsiteY6513" fmla="*/ 1359932 h 5017219"/>
              <a:gd name="connsiteX6514" fmla="*/ 4435886 w 5799173"/>
              <a:gd name="connsiteY6514" fmla="*/ 1376547 h 5017219"/>
              <a:gd name="connsiteX6515" fmla="*/ 4434723 w 5799173"/>
              <a:gd name="connsiteY6515" fmla="*/ 1377212 h 5017219"/>
              <a:gd name="connsiteX6516" fmla="*/ 1586775 w 5799173"/>
              <a:gd name="connsiteY6516" fmla="*/ 619354 h 5017219"/>
              <a:gd name="connsiteX6517" fmla="*/ 1585611 w 5799173"/>
              <a:gd name="connsiteY6517" fmla="*/ 618691 h 5017219"/>
              <a:gd name="connsiteX6518" fmla="*/ 1575975 w 5799173"/>
              <a:gd name="connsiteY6518" fmla="*/ 601991 h 5017219"/>
              <a:gd name="connsiteX6519" fmla="*/ 1575974 w 5799173"/>
              <a:gd name="connsiteY6519" fmla="*/ 600661 h 5017219"/>
              <a:gd name="connsiteX6520" fmla="*/ 1585611 w 5799173"/>
              <a:gd name="connsiteY6520" fmla="*/ 583963 h 5017219"/>
              <a:gd name="connsiteX6521" fmla="*/ 1586775 w 5799173"/>
              <a:gd name="connsiteY6521" fmla="*/ 583299 h 5017219"/>
              <a:gd name="connsiteX6522" fmla="*/ 1606131 w 5799173"/>
              <a:gd name="connsiteY6522" fmla="*/ 583299 h 5017219"/>
              <a:gd name="connsiteX6523" fmla="*/ 1607295 w 5799173"/>
              <a:gd name="connsiteY6523" fmla="*/ 583963 h 5017219"/>
              <a:gd name="connsiteX6524" fmla="*/ 1616932 w 5799173"/>
              <a:gd name="connsiteY6524" fmla="*/ 600661 h 5017219"/>
              <a:gd name="connsiteX6525" fmla="*/ 1616933 w 5799173"/>
              <a:gd name="connsiteY6525" fmla="*/ 601992 h 5017219"/>
              <a:gd name="connsiteX6526" fmla="*/ 1607295 w 5799173"/>
              <a:gd name="connsiteY6526" fmla="*/ 618690 h 5017219"/>
              <a:gd name="connsiteX6527" fmla="*/ 1606131 w 5799173"/>
              <a:gd name="connsiteY6527" fmla="*/ 619354 h 5017219"/>
              <a:gd name="connsiteX6528" fmla="*/ 4355107 w 5799173"/>
              <a:gd name="connsiteY6528" fmla="*/ 1361586 h 5017219"/>
              <a:gd name="connsiteX6529" fmla="*/ 4353942 w 5799173"/>
              <a:gd name="connsiteY6529" fmla="*/ 1360922 h 5017219"/>
              <a:gd name="connsiteX6530" fmla="*/ 4344057 w 5799173"/>
              <a:gd name="connsiteY6530" fmla="*/ 1343807 h 5017219"/>
              <a:gd name="connsiteX6531" fmla="*/ 4344057 w 5799173"/>
              <a:gd name="connsiteY6531" fmla="*/ 1342395 h 5017219"/>
              <a:gd name="connsiteX6532" fmla="*/ 4353943 w 5799173"/>
              <a:gd name="connsiteY6532" fmla="*/ 1325280 h 5017219"/>
              <a:gd name="connsiteX6533" fmla="*/ 4355107 w 5799173"/>
              <a:gd name="connsiteY6533" fmla="*/ 1324616 h 5017219"/>
              <a:gd name="connsiteX6534" fmla="*/ 4374796 w 5799173"/>
              <a:gd name="connsiteY6534" fmla="*/ 1324616 h 5017219"/>
              <a:gd name="connsiteX6535" fmla="*/ 4375959 w 5799173"/>
              <a:gd name="connsiteY6535" fmla="*/ 1325279 h 5017219"/>
              <a:gd name="connsiteX6536" fmla="*/ 4385846 w 5799173"/>
              <a:gd name="connsiteY6536" fmla="*/ 1342395 h 5017219"/>
              <a:gd name="connsiteX6537" fmla="*/ 4385846 w 5799173"/>
              <a:gd name="connsiteY6537" fmla="*/ 1343807 h 5017219"/>
              <a:gd name="connsiteX6538" fmla="*/ 4375959 w 5799173"/>
              <a:gd name="connsiteY6538" fmla="*/ 1360922 h 5017219"/>
              <a:gd name="connsiteX6539" fmla="*/ 4374796 w 5799173"/>
              <a:gd name="connsiteY6539" fmla="*/ 1361586 h 5017219"/>
              <a:gd name="connsiteX6540" fmla="*/ 4475475 w 5799173"/>
              <a:gd name="connsiteY6540" fmla="*/ 1393943 h 5017219"/>
              <a:gd name="connsiteX6541" fmla="*/ 4474228 w 5799173"/>
              <a:gd name="connsiteY6541" fmla="*/ 1393279 h 5017219"/>
              <a:gd name="connsiteX6542" fmla="*/ 4464343 w 5799173"/>
              <a:gd name="connsiteY6542" fmla="*/ 1376081 h 5017219"/>
              <a:gd name="connsiteX6543" fmla="*/ 4464343 w 5799173"/>
              <a:gd name="connsiteY6543" fmla="*/ 1374669 h 5017219"/>
              <a:gd name="connsiteX6544" fmla="*/ 4474229 w 5799173"/>
              <a:gd name="connsiteY6544" fmla="*/ 1357472 h 5017219"/>
              <a:gd name="connsiteX6545" fmla="*/ 4475475 w 5799173"/>
              <a:gd name="connsiteY6545" fmla="*/ 1356807 h 5017219"/>
              <a:gd name="connsiteX6546" fmla="*/ 4495332 w 5799173"/>
              <a:gd name="connsiteY6546" fmla="*/ 1356807 h 5017219"/>
              <a:gd name="connsiteX6547" fmla="*/ 4496577 w 5799173"/>
              <a:gd name="connsiteY6547" fmla="*/ 1357472 h 5017219"/>
              <a:gd name="connsiteX6548" fmla="*/ 4506464 w 5799173"/>
              <a:gd name="connsiteY6548" fmla="*/ 1374669 h 5017219"/>
              <a:gd name="connsiteX6549" fmla="*/ 4506464 w 5799173"/>
              <a:gd name="connsiteY6549" fmla="*/ 1376081 h 5017219"/>
              <a:gd name="connsiteX6550" fmla="*/ 4496577 w 5799173"/>
              <a:gd name="connsiteY6550" fmla="*/ 1393279 h 5017219"/>
              <a:gd name="connsiteX6551" fmla="*/ 4495332 w 5799173"/>
              <a:gd name="connsiteY6551" fmla="*/ 1393943 h 5017219"/>
              <a:gd name="connsiteX6552" fmla="*/ 1706827 w 5799173"/>
              <a:gd name="connsiteY6552" fmla="*/ 652181 h 5017219"/>
              <a:gd name="connsiteX6553" fmla="*/ 1705581 w 5799173"/>
              <a:gd name="connsiteY6553" fmla="*/ 651517 h 5017219"/>
              <a:gd name="connsiteX6554" fmla="*/ 1695611 w 5799173"/>
              <a:gd name="connsiteY6554" fmla="*/ 634237 h 5017219"/>
              <a:gd name="connsiteX6555" fmla="*/ 1695611 w 5799173"/>
              <a:gd name="connsiteY6555" fmla="*/ 632824 h 5017219"/>
              <a:gd name="connsiteX6556" fmla="*/ 1705581 w 5799173"/>
              <a:gd name="connsiteY6556" fmla="*/ 615544 h 5017219"/>
              <a:gd name="connsiteX6557" fmla="*/ 1706827 w 5799173"/>
              <a:gd name="connsiteY6557" fmla="*/ 614879 h 5017219"/>
              <a:gd name="connsiteX6558" fmla="*/ 1726766 w 5799173"/>
              <a:gd name="connsiteY6558" fmla="*/ 614879 h 5017219"/>
              <a:gd name="connsiteX6559" fmla="*/ 1728012 w 5799173"/>
              <a:gd name="connsiteY6559" fmla="*/ 615544 h 5017219"/>
              <a:gd name="connsiteX6560" fmla="*/ 1737981 w 5799173"/>
              <a:gd name="connsiteY6560" fmla="*/ 632824 h 5017219"/>
              <a:gd name="connsiteX6561" fmla="*/ 1737981 w 5799173"/>
              <a:gd name="connsiteY6561" fmla="*/ 634237 h 5017219"/>
              <a:gd name="connsiteX6562" fmla="*/ 1728012 w 5799173"/>
              <a:gd name="connsiteY6562" fmla="*/ 651517 h 5017219"/>
              <a:gd name="connsiteX6563" fmla="*/ 1726766 w 5799173"/>
              <a:gd name="connsiteY6563" fmla="*/ 652181 h 5017219"/>
              <a:gd name="connsiteX6564" fmla="*/ 3993843 w 5799173"/>
              <a:gd name="connsiteY6564" fmla="*/ 1265170 h 5017219"/>
              <a:gd name="connsiteX6565" fmla="*/ 3992596 w 5799173"/>
              <a:gd name="connsiteY6565" fmla="*/ 1264422 h 5017219"/>
              <a:gd name="connsiteX6566" fmla="*/ 3982544 w 5799173"/>
              <a:gd name="connsiteY6566" fmla="*/ 1246976 h 5017219"/>
              <a:gd name="connsiteX6567" fmla="*/ 3982543 w 5799173"/>
              <a:gd name="connsiteY6567" fmla="*/ 1245563 h 5017219"/>
              <a:gd name="connsiteX6568" fmla="*/ 3992597 w 5799173"/>
              <a:gd name="connsiteY6568" fmla="*/ 1228117 h 5017219"/>
              <a:gd name="connsiteX6569" fmla="*/ 3993842 w 5799173"/>
              <a:gd name="connsiteY6569" fmla="*/ 1227369 h 5017219"/>
              <a:gd name="connsiteX6570" fmla="*/ 4013947 w 5799173"/>
              <a:gd name="connsiteY6570" fmla="*/ 1227369 h 5017219"/>
              <a:gd name="connsiteX6571" fmla="*/ 4015194 w 5799173"/>
              <a:gd name="connsiteY6571" fmla="*/ 1228117 h 5017219"/>
              <a:gd name="connsiteX6572" fmla="*/ 4025246 w 5799173"/>
              <a:gd name="connsiteY6572" fmla="*/ 1245563 h 5017219"/>
              <a:gd name="connsiteX6573" fmla="*/ 4025247 w 5799173"/>
              <a:gd name="connsiteY6573" fmla="*/ 1246976 h 5017219"/>
              <a:gd name="connsiteX6574" fmla="*/ 4015193 w 5799173"/>
              <a:gd name="connsiteY6574" fmla="*/ 1264422 h 5017219"/>
              <a:gd name="connsiteX6575" fmla="*/ 4013948 w 5799173"/>
              <a:gd name="connsiteY6575" fmla="*/ 1265170 h 5017219"/>
              <a:gd name="connsiteX6576" fmla="*/ 3813201 w 5799173"/>
              <a:gd name="connsiteY6576" fmla="*/ 1216873 h 5017219"/>
              <a:gd name="connsiteX6577" fmla="*/ 3811955 w 5799173"/>
              <a:gd name="connsiteY6577" fmla="*/ 1216125 h 5017219"/>
              <a:gd name="connsiteX6578" fmla="*/ 3801819 w 5799173"/>
              <a:gd name="connsiteY6578" fmla="*/ 1198596 h 5017219"/>
              <a:gd name="connsiteX6579" fmla="*/ 3801819 w 5799173"/>
              <a:gd name="connsiteY6579" fmla="*/ 1197183 h 5017219"/>
              <a:gd name="connsiteX6580" fmla="*/ 3811955 w 5799173"/>
              <a:gd name="connsiteY6580" fmla="*/ 1179654 h 5017219"/>
              <a:gd name="connsiteX6581" fmla="*/ 3813201 w 5799173"/>
              <a:gd name="connsiteY6581" fmla="*/ 1178906 h 5017219"/>
              <a:gd name="connsiteX6582" fmla="*/ 3833472 w 5799173"/>
              <a:gd name="connsiteY6582" fmla="*/ 1178906 h 5017219"/>
              <a:gd name="connsiteX6583" fmla="*/ 3834718 w 5799173"/>
              <a:gd name="connsiteY6583" fmla="*/ 1179654 h 5017219"/>
              <a:gd name="connsiteX6584" fmla="*/ 3844854 w 5799173"/>
              <a:gd name="connsiteY6584" fmla="*/ 1197184 h 5017219"/>
              <a:gd name="connsiteX6585" fmla="*/ 3844854 w 5799173"/>
              <a:gd name="connsiteY6585" fmla="*/ 1198595 h 5017219"/>
              <a:gd name="connsiteX6586" fmla="*/ 3834718 w 5799173"/>
              <a:gd name="connsiteY6586" fmla="*/ 1216125 h 5017219"/>
              <a:gd name="connsiteX6587" fmla="*/ 3833472 w 5799173"/>
              <a:gd name="connsiteY6587" fmla="*/ 1216873 h 5017219"/>
              <a:gd name="connsiteX6588" fmla="*/ 4535435 w 5799173"/>
              <a:gd name="connsiteY6588" fmla="*/ 1410395 h 5017219"/>
              <a:gd name="connsiteX6589" fmla="*/ 4534190 w 5799173"/>
              <a:gd name="connsiteY6589" fmla="*/ 1409647 h 5017219"/>
              <a:gd name="connsiteX6590" fmla="*/ 4524053 w 5799173"/>
              <a:gd name="connsiteY6590" fmla="*/ 1392118 h 5017219"/>
              <a:gd name="connsiteX6591" fmla="*/ 4524053 w 5799173"/>
              <a:gd name="connsiteY6591" fmla="*/ 1390706 h 5017219"/>
              <a:gd name="connsiteX6592" fmla="*/ 4534189 w 5799173"/>
              <a:gd name="connsiteY6592" fmla="*/ 1373176 h 5017219"/>
              <a:gd name="connsiteX6593" fmla="*/ 4535435 w 5799173"/>
              <a:gd name="connsiteY6593" fmla="*/ 1372428 h 5017219"/>
              <a:gd name="connsiteX6594" fmla="*/ 4555706 w 5799173"/>
              <a:gd name="connsiteY6594" fmla="*/ 1372428 h 5017219"/>
              <a:gd name="connsiteX6595" fmla="*/ 4556952 w 5799173"/>
              <a:gd name="connsiteY6595" fmla="*/ 1373176 h 5017219"/>
              <a:gd name="connsiteX6596" fmla="*/ 4567088 w 5799173"/>
              <a:gd name="connsiteY6596" fmla="*/ 1390706 h 5017219"/>
              <a:gd name="connsiteX6597" fmla="*/ 4567088 w 5799173"/>
              <a:gd name="connsiteY6597" fmla="*/ 1392117 h 5017219"/>
              <a:gd name="connsiteX6598" fmla="*/ 4556952 w 5799173"/>
              <a:gd name="connsiteY6598" fmla="*/ 1409647 h 5017219"/>
              <a:gd name="connsiteX6599" fmla="*/ 4555706 w 5799173"/>
              <a:gd name="connsiteY6599" fmla="*/ 1410395 h 5017219"/>
              <a:gd name="connsiteX6600" fmla="*/ 4655724 w 5799173"/>
              <a:gd name="connsiteY6600" fmla="*/ 1442731 h 5017219"/>
              <a:gd name="connsiteX6601" fmla="*/ 4654478 w 5799173"/>
              <a:gd name="connsiteY6601" fmla="*/ 1441984 h 5017219"/>
              <a:gd name="connsiteX6602" fmla="*/ 4644342 w 5799173"/>
              <a:gd name="connsiteY6602" fmla="*/ 1424371 h 5017219"/>
              <a:gd name="connsiteX6603" fmla="*/ 4644342 w 5799173"/>
              <a:gd name="connsiteY6603" fmla="*/ 1422958 h 5017219"/>
              <a:gd name="connsiteX6604" fmla="*/ 4654561 w 5799173"/>
              <a:gd name="connsiteY6604" fmla="*/ 1405345 h 5017219"/>
              <a:gd name="connsiteX6605" fmla="*/ 4655807 w 5799173"/>
              <a:gd name="connsiteY6605" fmla="*/ 1404598 h 5017219"/>
              <a:gd name="connsiteX6606" fmla="*/ 4676161 w 5799173"/>
              <a:gd name="connsiteY6606" fmla="*/ 1404598 h 5017219"/>
              <a:gd name="connsiteX6607" fmla="*/ 4677408 w 5799173"/>
              <a:gd name="connsiteY6607" fmla="*/ 1405345 h 5017219"/>
              <a:gd name="connsiteX6608" fmla="*/ 4687543 w 5799173"/>
              <a:gd name="connsiteY6608" fmla="*/ 1422958 h 5017219"/>
              <a:gd name="connsiteX6609" fmla="*/ 4687543 w 5799173"/>
              <a:gd name="connsiteY6609" fmla="*/ 1424371 h 5017219"/>
              <a:gd name="connsiteX6610" fmla="*/ 4677324 w 5799173"/>
              <a:gd name="connsiteY6610" fmla="*/ 1441984 h 5017219"/>
              <a:gd name="connsiteX6611" fmla="*/ 4676078 w 5799173"/>
              <a:gd name="connsiteY6611" fmla="*/ 1442731 h 5017219"/>
              <a:gd name="connsiteX6612" fmla="*/ 2127881 w 5799173"/>
              <a:gd name="connsiteY6612" fmla="*/ 765567 h 5017219"/>
              <a:gd name="connsiteX6613" fmla="*/ 2126635 w 5799173"/>
              <a:gd name="connsiteY6613" fmla="*/ 764820 h 5017219"/>
              <a:gd name="connsiteX6614" fmla="*/ 2116416 w 5799173"/>
              <a:gd name="connsiteY6614" fmla="*/ 747124 h 5017219"/>
              <a:gd name="connsiteX6615" fmla="*/ 2116416 w 5799173"/>
              <a:gd name="connsiteY6615" fmla="*/ 745711 h 5017219"/>
              <a:gd name="connsiteX6616" fmla="*/ 2126635 w 5799173"/>
              <a:gd name="connsiteY6616" fmla="*/ 728016 h 5017219"/>
              <a:gd name="connsiteX6617" fmla="*/ 2127882 w 5799173"/>
              <a:gd name="connsiteY6617" fmla="*/ 727268 h 5017219"/>
              <a:gd name="connsiteX6618" fmla="*/ 2148318 w 5799173"/>
              <a:gd name="connsiteY6618" fmla="*/ 727268 h 5017219"/>
              <a:gd name="connsiteX6619" fmla="*/ 2149565 w 5799173"/>
              <a:gd name="connsiteY6619" fmla="*/ 728016 h 5017219"/>
              <a:gd name="connsiteX6620" fmla="*/ 2159784 w 5799173"/>
              <a:gd name="connsiteY6620" fmla="*/ 745711 h 5017219"/>
              <a:gd name="connsiteX6621" fmla="*/ 2159783 w 5799173"/>
              <a:gd name="connsiteY6621" fmla="*/ 747124 h 5017219"/>
              <a:gd name="connsiteX6622" fmla="*/ 2149565 w 5799173"/>
              <a:gd name="connsiteY6622" fmla="*/ 764820 h 5017219"/>
              <a:gd name="connsiteX6623" fmla="*/ 2148318 w 5799173"/>
              <a:gd name="connsiteY6623" fmla="*/ 765567 h 5017219"/>
              <a:gd name="connsiteX6624" fmla="*/ 4715808 w 5799173"/>
              <a:gd name="connsiteY6624" fmla="*/ 1459095 h 5017219"/>
              <a:gd name="connsiteX6625" fmla="*/ 4714562 w 5799173"/>
              <a:gd name="connsiteY6625" fmla="*/ 1458347 h 5017219"/>
              <a:gd name="connsiteX6626" fmla="*/ 4704260 w 5799173"/>
              <a:gd name="connsiteY6626" fmla="*/ 1440568 h 5017219"/>
              <a:gd name="connsiteX6627" fmla="*/ 4704260 w 5799173"/>
              <a:gd name="connsiteY6627" fmla="*/ 1439155 h 5017219"/>
              <a:gd name="connsiteX6628" fmla="*/ 4714562 w 5799173"/>
              <a:gd name="connsiteY6628" fmla="*/ 1421377 h 5017219"/>
              <a:gd name="connsiteX6629" fmla="*/ 4715808 w 5799173"/>
              <a:gd name="connsiteY6629" fmla="*/ 1420629 h 5017219"/>
              <a:gd name="connsiteX6630" fmla="*/ 4736328 w 5799173"/>
              <a:gd name="connsiteY6630" fmla="*/ 1420629 h 5017219"/>
              <a:gd name="connsiteX6631" fmla="*/ 4737575 w 5799173"/>
              <a:gd name="connsiteY6631" fmla="*/ 1421377 h 5017219"/>
              <a:gd name="connsiteX6632" fmla="*/ 4747876 w 5799173"/>
              <a:gd name="connsiteY6632" fmla="*/ 1439154 h 5017219"/>
              <a:gd name="connsiteX6633" fmla="*/ 4747876 w 5799173"/>
              <a:gd name="connsiteY6633" fmla="*/ 1440568 h 5017219"/>
              <a:gd name="connsiteX6634" fmla="*/ 4737575 w 5799173"/>
              <a:gd name="connsiteY6634" fmla="*/ 1458347 h 5017219"/>
              <a:gd name="connsiteX6635" fmla="*/ 4736328 w 5799173"/>
              <a:gd name="connsiteY6635" fmla="*/ 1459095 h 5017219"/>
              <a:gd name="connsiteX6636" fmla="*/ 4836179 w 5799173"/>
              <a:gd name="connsiteY6636" fmla="*/ 1491348 h 5017219"/>
              <a:gd name="connsiteX6637" fmla="*/ 4834934 w 5799173"/>
              <a:gd name="connsiteY6637" fmla="*/ 1490600 h 5017219"/>
              <a:gd name="connsiteX6638" fmla="*/ 4824631 w 5799173"/>
              <a:gd name="connsiteY6638" fmla="*/ 1472821 h 5017219"/>
              <a:gd name="connsiteX6639" fmla="*/ 4824631 w 5799173"/>
              <a:gd name="connsiteY6639" fmla="*/ 1471408 h 5017219"/>
              <a:gd name="connsiteX6640" fmla="*/ 4834934 w 5799173"/>
              <a:gd name="connsiteY6640" fmla="*/ 1453630 h 5017219"/>
              <a:gd name="connsiteX6641" fmla="*/ 4836180 w 5799173"/>
              <a:gd name="connsiteY6641" fmla="*/ 1452882 h 5017219"/>
              <a:gd name="connsiteX6642" fmla="*/ 4856699 w 5799173"/>
              <a:gd name="connsiteY6642" fmla="*/ 1452882 h 5017219"/>
              <a:gd name="connsiteX6643" fmla="*/ 4857947 w 5799173"/>
              <a:gd name="connsiteY6643" fmla="*/ 1453630 h 5017219"/>
              <a:gd name="connsiteX6644" fmla="*/ 4868248 w 5799173"/>
              <a:gd name="connsiteY6644" fmla="*/ 1471408 h 5017219"/>
              <a:gd name="connsiteX6645" fmla="*/ 4868248 w 5799173"/>
              <a:gd name="connsiteY6645" fmla="*/ 1472821 h 5017219"/>
              <a:gd name="connsiteX6646" fmla="*/ 4857947 w 5799173"/>
              <a:gd name="connsiteY6646" fmla="*/ 1490600 h 5017219"/>
              <a:gd name="connsiteX6647" fmla="*/ 4856700 w 5799173"/>
              <a:gd name="connsiteY6647" fmla="*/ 1491348 h 5017219"/>
              <a:gd name="connsiteX6648" fmla="*/ 2067621 w 5799173"/>
              <a:gd name="connsiteY6648" fmla="*/ 749618 h 5017219"/>
              <a:gd name="connsiteX6649" fmla="*/ 2066374 w 5799173"/>
              <a:gd name="connsiteY6649" fmla="*/ 748870 h 5017219"/>
              <a:gd name="connsiteX6650" fmla="*/ 2056073 w 5799173"/>
              <a:gd name="connsiteY6650" fmla="*/ 731009 h 5017219"/>
              <a:gd name="connsiteX6651" fmla="*/ 2056073 w 5799173"/>
              <a:gd name="connsiteY6651" fmla="*/ 729513 h 5017219"/>
              <a:gd name="connsiteX6652" fmla="*/ 2066374 w 5799173"/>
              <a:gd name="connsiteY6652" fmla="*/ 711651 h 5017219"/>
              <a:gd name="connsiteX6653" fmla="*/ 2067621 w 5799173"/>
              <a:gd name="connsiteY6653" fmla="*/ 710903 h 5017219"/>
              <a:gd name="connsiteX6654" fmla="*/ 2088307 w 5799173"/>
              <a:gd name="connsiteY6654" fmla="*/ 710903 h 5017219"/>
              <a:gd name="connsiteX6655" fmla="*/ 2089554 w 5799173"/>
              <a:gd name="connsiteY6655" fmla="*/ 711651 h 5017219"/>
              <a:gd name="connsiteX6656" fmla="*/ 2099856 w 5799173"/>
              <a:gd name="connsiteY6656" fmla="*/ 729513 h 5017219"/>
              <a:gd name="connsiteX6657" fmla="*/ 2099856 w 5799173"/>
              <a:gd name="connsiteY6657" fmla="*/ 731009 h 5017219"/>
              <a:gd name="connsiteX6658" fmla="*/ 2089554 w 5799173"/>
              <a:gd name="connsiteY6658" fmla="*/ 748870 h 5017219"/>
              <a:gd name="connsiteX6659" fmla="*/ 2088307 w 5799173"/>
              <a:gd name="connsiteY6659" fmla="*/ 749618 h 5017219"/>
              <a:gd name="connsiteX6660" fmla="*/ 4775920 w 5799173"/>
              <a:gd name="connsiteY6660" fmla="*/ 1475399 h 5017219"/>
              <a:gd name="connsiteX6661" fmla="*/ 4774674 w 5799173"/>
              <a:gd name="connsiteY6661" fmla="*/ 1474651 h 5017219"/>
              <a:gd name="connsiteX6662" fmla="*/ 4764289 w 5799173"/>
              <a:gd name="connsiteY6662" fmla="*/ 1456707 h 5017219"/>
              <a:gd name="connsiteX6663" fmla="*/ 4764289 w 5799173"/>
              <a:gd name="connsiteY6663" fmla="*/ 1455211 h 5017219"/>
              <a:gd name="connsiteX6664" fmla="*/ 4774674 w 5799173"/>
              <a:gd name="connsiteY6664" fmla="*/ 1437266 h 5017219"/>
              <a:gd name="connsiteX6665" fmla="*/ 4775920 w 5799173"/>
              <a:gd name="connsiteY6665" fmla="*/ 1436518 h 5017219"/>
              <a:gd name="connsiteX6666" fmla="*/ 4796690 w 5799173"/>
              <a:gd name="connsiteY6666" fmla="*/ 1436518 h 5017219"/>
              <a:gd name="connsiteX6667" fmla="*/ 4797936 w 5799173"/>
              <a:gd name="connsiteY6667" fmla="*/ 1437266 h 5017219"/>
              <a:gd name="connsiteX6668" fmla="*/ 4808321 w 5799173"/>
              <a:gd name="connsiteY6668" fmla="*/ 1455210 h 5017219"/>
              <a:gd name="connsiteX6669" fmla="*/ 4808321 w 5799173"/>
              <a:gd name="connsiteY6669" fmla="*/ 1456706 h 5017219"/>
              <a:gd name="connsiteX6670" fmla="*/ 4797936 w 5799173"/>
              <a:gd name="connsiteY6670" fmla="*/ 1474652 h 5017219"/>
              <a:gd name="connsiteX6671" fmla="*/ 4796690 w 5799173"/>
              <a:gd name="connsiteY6671" fmla="*/ 1475398 h 5017219"/>
              <a:gd name="connsiteX6672" fmla="*/ 2368388 w 5799173"/>
              <a:gd name="connsiteY6672" fmla="*/ 830409 h 5017219"/>
              <a:gd name="connsiteX6673" fmla="*/ 2367141 w 5799173"/>
              <a:gd name="connsiteY6673" fmla="*/ 829661 h 5017219"/>
              <a:gd name="connsiteX6674" fmla="*/ 2356756 w 5799173"/>
              <a:gd name="connsiteY6674" fmla="*/ 811632 h 5017219"/>
              <a:gd name="connsiteX6675" fmla="*/ 2356757 w 5799173"/>
              <a:gd name="connsiteY6675" fmla="*/ 810137 h 5017219"/>
              <a:gd name="connsiteX6676" fmla="*/ 2367224 w 5799173"/>
              <a:gd name="connsiteY6676" fmla="*/ 792108 h 5017219"/>
              <a:gd name="connsiteX6677" fmla="*/ 2368471 w 5799173"/>
              <a:gd name="connsiteY6677" fmla="*/ 791362 h 5017219"/>
              <a:gd name="connsiteX6678" fmla="*/ 2389324 w 5799173"/>
              <a:gd name="connsiteY6678" fmla="*/ 791362 h 5017219"/>
              <a:gd name="connsiteX6679" fmla="*/ 2390570 w 5799173"/>
              <a:gd name="connsiteY6679" fmla="*/ 792109 h 5017219"/>
              <a:gd name="connsiteX6680" fmla="*/ 2400955 w 5799173"/>
              <a:gd name="connsiteY6680" fmla="*/ 810136 h 5017219"/>
              <a:gd name="connsiteX6681" fmla="*/ 2400955 w 5799173"/>
              <a:gd name="connsiteY6681" fmla="*/ 811632 h 5017219"/>
              <a:gd name="connsiteX6682" fmla="*/ 2390487 w 5799173"/>
              <a:gd name="connsiteY6682" fmla="*/ 829661 h 5017219"/>
              <a:gd name="connsiteX6683" fmla="*/ 2389241 w 5799173"/>
              <a:gd name="connsiteY6683" fmla="*/ 830409 h 5017219"/>
              <a:gd name="connsiteX6684" fmla="*/ 3933229 w 5799173"/>
              <a:gd name="connsiteY6684" fmla="*/ 1249707 h 5017219"/>
              <a:gd name="connsiteX6685" fmla="*/ 3931983 w 5799173"/>
              <a:gd name="connsiteY6685" fmla="*/ 1248959 h 5017219"/>
              <a:gd name="connsiteX6686" fmla="*/ 3921598 w 5799173"/>
              <a:gd name="connsiteY6686" fmla="*/ 1230930 h 5017219"/>
              <a:gd name="connsiteX6687" fmla="*/ 3921598 w 5799173"/>
              <a:gd name="connsiteY6687" fmla="*/ 1229435 h 5017219"/>
              <a:gd name="connsiteX6688" fmla="*/ 3932066 w 5799173"/>
              <a:gd name="connsiteY6688" fmla="*/ 1211406 h 5017219"/>
              <a:gd name="connsiteX6689" fmla="*/ 3933312 w 5799173"/>
              <a:gd name="connsiteY6689" fmla="*/ 1210660 h 5017219"/>
              <a:gd name="connsiteX6690" fmla="*/ 3954165 w 5799173"/>
              <a:gd name="connsiteY6690" fmla="*/ 1210660 h 5017219"/>
              <a:gd name="connsiteX6691" fmla="*/ 3955411 w 5799173"/>
              <a:gd name="connsiteY6691" fmla="*/ 1211407 h 5017219"/>
              <a:gd name="connsiteX6692" fmla="*/ 3965796 w 5799173"/>
              <a:gd name="connsiteY6692" fmla="*/ 1229435 h 5017219"/>
              <a:gd name="connsiteX6693" fmla="*/ 3965796 w 5799173"/>
              <a:gd name="connsiteY6693" fmla="*/ 1230931 h 5017219"/>
              <a:gd name="connsiteX6694" fmla="*/ 3955328 w 5799173"/>
              <a:gd name="connsiteY6694" fmla="*/ 1248959 h 5017219"/>
              <a:gd name="connsiteX6695" fmla="*/ 3954082 w 5799173"/>
              <a:gd name="connsiteY6695" fmla="*/ 1249707 h 5017219"/>
              <a:gd name="connsiteX6696" fmla="*/ 4595278 w 5799173"/>
              <a:gd name="connsiteY6696" fmla="*/ 1427102 h 5017219"/>
              <a:gd name="connsiteX6697" fmla="*/ 4594031 w 5799173"/>
              <a:gd name="connsiteY6697" fmla="*/ 1426354 h 5017219"/>
              <a:gd name="connsiteX6698" fmla="*/ 4583646 w 5799173"/>
              <a:gd name="connsiteY6698" fmla="*/ 1408326 h 5017219"/>
              <a:gd name="connsiteX6699" fmla="*/ 4583647 w 5799173"/>
              <a:gd name="connsiteY6699" fmla="*/ 1406830 h 5017219"/>
              <a:gd name="connsiteX6700" fmla="*/ 4594114 w 5799173"/>
              <a:gd name="connsiteY6700" fmla="*/ 1388802 h 5017219"/>
              <a:gd name="connsiteX6701" fmla="*/ 4595360 w 5799173"/>
              <a:gd name="connsiteY6701" fmla="*/ 1388055 h 5017219"/>
              <a:gd name="connsiteX6702" fmla="*/ 4616213 w 5799173"/>
              <a:gd name="connsiteY6702" fmla="*/ 1388055 h 5017219"/>
              <a:gd name="connsiteX6703" fmla="*/ 4617460 w 5799173"/>
              <a:gd name="connsiteY6703" fmla="*/ 1388802 h 5017219"/>
              <a:gd name="connsiteX6704" fmla="*/ 4627844 w 5799173"/>
              <a:gd name="connsiteY6704" fmla="*/ 1406830 h 5017219"/>
              <a:gd name="connsiteX6705" fmla="*/ 4627844 w 5799173"/>
              <a:gd name="connsiteY6705" fmla="*/ 1408326 h 5017219"/>
              <a:gd name="connsiteX6706" fmla="*/ 4617377 w 5799173"/>
              <a:gd name="connsiteY6706" fmla="*/ 1426354 h 5017219"/>
              <a:gd name="connsiteX6707" fmla="*/ 4616131 w 5799173"/>
              <a:gd name="connsiteY6707" fmla="*/ 1427102 h 5017219"/>
              <a:gd name="connsiteX6708" fmla="*/ 1646152 w 5799173"/>
              <a:gd name="connsiteY6708" fmla="*/ 636968 h 5017219"/>
              <a:gd name="connsiteX6709" fmla="*/ 1644907 w 5799173"/>
              <a:gd name="connsiteY6709" fmla="*/ 636221 h 5017219"/>
              <a:gd name="connsiteX6710" fmla="*/ 1634439 w 5799173"/>
              <a:gd name="connsiteY6710" fmla="*/ 618109 h 5017219"/>
              <a:gd name="connsiteX6711" fmla="*/ 1634439 w 5799173"/>
              <a:gd name="connsiteY6711" fmla="*/ 616614 h 5017219"/>
              <a:gd name="connsiteX6712" fmla="*/ 1644906 w 5799173"/>
              <a:gd name="connsiteY6712" fmla="*/ 598502 h 5017219"/>
              <a:gd name="connsiteX6713" fmla="*/ 1646152 w 5799173"/>
              <a:gd name="connsiteY6713" fmla="*/ 597755 h 5017219"/>
              <a:gd name="connsiteX6714" fmla="*/ 1667089 w 5799173"/>
              <a:gd name="connsiteY6714" fmla="*/ 597756 h 5017219"/>
              <a:gd name="connsiteX6715" fmla="*/ 1668334 w 5799173"/>
              <a:gd name="connsiteY6715" fmla="*/ 598502 h 5017219"/>
              <a:gd name="connsiteX6716" fmla="*/ 1678802 w 5799173"/>
              <a:gd name="connsiteY6716" fmla="*/ 616614 h 5017219"/>
              <a:gd name="connsiteX6717" fmla="*/ 1678802 w 5799173"/>
              <a:gd name="connsiteY6717" fmla="*/ 618109 h 5017219"/>
              <a:gd name="connsiteX6718" fmla="*/ 1668334 w 5799173"/>
              <a:gd name="connsiteY6718" fmla="*/ 636221 h 5017219"/>
              <a:gd name="connsiteX6719" fmla="*/ 1667089 w 5799173"/>
              <a:gd name="connsiteY6719" fmla="*/ 636968 h 5017219"/>
              <a:gd name="connsiteX6720" fmla="*/ 4896209 w 5799173"/>
              <a:gd name="connsiteY6720" fmla="*/ 1507818 h 5017219"/>
              <a:gd name="connsiteX6721" fmla="*/ 4894963 w 5799173"/>
              <a:gd name="connsiteY6721" fmla="*/ 1507071 h 5017219"/>
              <a:gd name="connsiteX6722" fmla="*/ 4884495 w 5799173"/>
              <a:gd name="connsiteY6722" fmla="*/ 1488959 h 5017219"/>
              <a:gd name="connsiteX6723" fmla="*/ 4884495 w 5799173"/>
              <a:gd name="connsiteY6723" fmla="*/ 1487464 h 5017219"/>
              <a:gd name="connsiteX6724" fmla="*/ 4894963 w 5799173"/>
              <a:gd name="connsiteY6724" fmla="*/ 1469352 h 5017219"/>
              <a:gd name="connsiteX6725" fmla="*/ 4896209 w 5799173"/>
              <a:gd name="connsiteY6725" fmla="*/ 1468605 h 5017219"/>
              <a:gd name="connsiteX6726" fmla="*/ 4917145 w 5799173"/>
              <a:gd name="connsiteY6726" fmla="*/ 1468606 h 5017219"/>
              <a:gd name="connsiteX6727" fmla="*/ 4918391 w 5799173"/>
              <a:gd name="connsiteY6727" fmla="*/ 1469352 h 5017219"/>
              <a:gd name="connsiteX6728" fmla="*/ 4928859 w 5799173"/>
              <a:gd name="connsiteY6728" fmla="*/ 1487464 h 5017219"/>
              <a:gd name="connsiteX6729" fmla="*/ 4928859 w 5799173"/>
              <a:gd name="connsiteY6729" fmla="*/ 1488959 h 5017219"/>
              <a:gd name="connsiteX6730" fmla="*/ 4918391 w 5799173"/>
              <a:gd name="connsiteY6730" fmla="*/ 1507071 h 5017219"/>
              <a:gd name="connsiteX6731" fmla="*/ 4917145 w 5799173"/>
              <a:gd name="connsiteY6731" fmla="*/ 1507818 h 5017219"/>
              <a:gd name="connsiteX6732" fmla="*/ 5016581 w 5799173"/>
              <a:gd name="connsiteY6732" fmla="*/ 1540072 h 5017219"/>
              <a:gd name="connsiteX6733" fmla="*/ 5015336 w 5799173"/>
              <a:gd name="connsiteY6733" fmla="*/ 1539325 h 5017219"/>
              <a:gd name="connsiteX6734" fmla="*/ 5004868 w 5799173"/>
              <a:gd name="connsiteY6734" fmla="*/ 1521213 h 5017219"/>
              <a:gd name="connsiteX6735" fmla="*/ 5004868 w 5799173"/>
              <a:gd name="connsiteY6735" fmla="*/ 1519718 h 5017219"/>
              <a:gd name="connsiteX6736" fmla="*/ 5015336 w 5799173"/>
              <a:gd name="connsiteY6736" fmla="*/ 1501606 h 5017219"/>
              <a:gd name="connsiteX6737" fmla="*/ 5016581 w 5799173"/>
              <a:gd name="connsiteY6737" fmla="*/ 1500859 h 5017219"/>
              <a:gd name="connsiteX6738" fmla="*/ 5037518 w 5799173"/>
              <a:gd name="connsiteY6738" fmla="*/ 1500859 h 5017219"/>
              <a:gd name="connsiteX6739" fmla="*/ 5038763 w 5799173"/>
              <a:gd name="connsiteY6739" fmla="*/ 1501606 h 5017219"/>
              <a:gd name="connsiteX6740" fmla="*/ 5049231 w 5799173"/>
              <a:gd name="connsiteY6740" fmla="*/ 1519718 h 5017219"/>
              <a:gd name="connsiteX6741" fmla="*/ 5049231 w 5799173"/>
              <a:gd name="connsiteY6741" fmla="*/ 1521213 h 5017219"/>
              <a:gd name="connsiteX6742" fmla="*/ 5038763 w 5799173"/>
              <a:gd name="connsiteY6742" fmla="*/ 1539325 h 5017219"/>
              <a:gd name="connsiteX6743" fmla="*/ 5037518 w 5799173"/>
              <a:gd name="connsiteY6743" fmla="*/ 1540072 h 5017219"/>
              <a:gd name="connsiteX6744" fmla="*/ 3872983 w 5799173"/>
              <a:gd name="connsiteY6744" fmla="*/ 1233738 h 5017219"/>
              <a:gd name="connsiteX6745" fmla="*/ 3871737 w 5799173"/>
              <a:gd name="connsiteY6745" fmla="*/ 1232990 h 5017219"/>
              <a:gd name="connsiteX6746" fmla="*/ 3861186 w 5799173"/>
              <a:gd name="connsiteY6746" fmla="*/ 1214712 h 5017219"/>
              <a:gd name="connsiteX6747" fmla="*/ 3861186 w 5799173"/>
              <a:gd name="connsiteY6747" fmla="*/ 1213217 h 5017219"/>
              <a:gd name="connsiteX6748" fmla="*/ 3871737 w 5799173"/>
              <a:gd name="connsiteY6748" fmla="*/ 1194939 h 5017219"/>
              <a:gd name="connsiteX6749" fmla="*/ 3872983 w 5799173"/>
              <a:gd name="connsiteY6749" fmla="*/ 1194192 h 5017219"/>
              <a:gd name="connsiteX6750" fmla="*/ 3894002 w 5799173"/>
              <a:gd name="connsiteY6750" fmla="*/ 1194192 h 5017219"/>
              <a:gd name="connsiteX6751" fmla="*/ 3895248 w 5799173"/>
              <a:gd name="connsiteY6751" fmla="*/ 1194939 h 5017219"/>
              <a:gd name="connsiteX6752" fmla="*/ 3905799 w 5799173"/>
              <a:gd name="connsiteY6752" fmla="*/ 1213217 h 5017219"/>
              <a:gd name="connsiteX6753" fmla="*/ 3905799 w 5799173"/>
              <a:gd name="connsiteY6753" fmla="*/ 1214712 h 5017219"/>
              <a:gd name="connsiteX6754" fmla="*/ 3895248 w 5799173"/>
              <a:gd name="connsiteY6754" fmla="*/ 1232990 h 5017219"/>
              <a:gd name="connsiteX6755" fmla="*/ 3894002 w 5799173"/>
              <a:gd name="connsiteY6755" fmla="*/ 1233738 h 5017219"/>
              <a:gd name="connsiteX6756" fmla="*/ 5076708 w 5799173"/>
              <a:gd name="connsiteY6756" fmla="*/ 1556275 h 5017219"/>
              <a:gd name="connsiteX6757" fmla="*/ 5075462 w 5799173"/>
              <a:gd name="connsiteY6757" fmla="*/ 1555527 h 5017219"/>
              <a:gd name="connsiteX6758" fmla="*/ 5064911 w 5799173"/>
              <a:gd name="connsiteY6758" fmla="*/ 1537249 h 5017219"/>
              <a:gd name="connsiteX6759" fmla="*/ 5064911 w 5799173"/>
              <a:gd name="connsiteY6759" fmla="*/ 1535754 h 5017219"/>
              <a:gd name="connsiteX6760" fmla="*/ 5075462 w 5799173"/>
              <a:gd name="connsiteY6760" fmla="*/ 1517476 h 5017219"/>
              <a:gd name="connsiteX6761" fmla="*/ 5076708 w 5799173"/>
              <a:gd name="connsiteY6761" fmla="*/ 1516729 h 5017219"/>
              <a:gd name="connsiteX6762" fmla="*/ 5097727 w 5799173"/>
              <a:gd name="connsiteY6762" fmla="*/ 1516729 h 5017219"/>
              <a:gd name="connsiteX6763" fmla="*/ 5098974 w 5799173"/>
              <a:gd name="connsiteY6763" fmla="*/ 1517476 h 5017219"/>
              <a:gd name="connsiteX6764" fmla="*/ 5109524 w 5799173"/>
              <a:gd name="connsiteY6764" fmla="*/ 1535754 h 5017219"/>
              <a:gd name="connsiteX6765" fmla="*/ 5109524 w 5799173"/>
              <a:gd name="connsiteY6765" fmla="*/ 1537249 h 5017219"/>
              <a:gd name="connsiteX6766" fmla="*/ 5098973 w 5799173"/>
              <a:gd name="connsiteY6766" fmla="*/ 1555527 h 5017219"/>
              <a:gd name="connsiteX6767" fmla="*/ 5097727 w 5799173"/>
              <a:gd name="connsiteY6767" fmla="*/ 1556275 h 5017219"/>
              <a:gd name="connsiteX6768" fmla="*/ 2007186 w 5799173"/>
              <a:gd name="connsiteY6768" fmla="*/ 733990 h 5017219"/>
              <a:gd name="connsiteX6769" fmla="*/ 2005857 w 5799173"/>
              <a:gd name="connsiteY6769" fmla="*/ 733242 h 5017219"/>
              <a:gd name="connsiteX6770" fmla="*/ 1995306 w 5799173"/>
              <a:gd name="connsiteY6770" fmla="*/ 714883 h 5017219"/>
              <a:gd name="connsiteX6771" fmla="*/ 1995306 w 5799173"/>
              <a:gd name="connsiteY6771" fmla="*/ 713386 h 5017219"/>
              <a:gd name="connsiteX6772" fmla="*/ 2005857 w 5799173"/>
              <a:gd name="connsiteY6772" fmla="*/ 695026 h 5017219"/>
              <a:gd name="connsiteX6773" fmla="*/ 2007186 w 5799173"/>
              <a:gd name="connsiteY6773" fmla="*/ 694278 h 5017219"/>
              <a:gd name="connsiteX6774" fmla="*/ 2028372 w 5799173"/>
              <a:gd name="connsiteY6774" fmla="*/ 694279 h 5017219"/>
              <a:gd name="connsiteX6775" fmla="*/ 2029701 w 5799173"/>
              <a:gd name="connsiteY6775" fmla="*/ 695026 h 5017219"/>
              <a:gd name="connsiteX6776" fmla="*/ 2040252 w 5799173"/>
              <a:gd name="connsiteY6776" fmla="*/ 713386 h 5017219"/>
              <a:gd name="connsiteX6777" fmla="*/ 2040252 w 5799173"/>
              <a:gd name="connsiteY6777" fmla="*/ 714882 h 5017219"/>
              <a:gd name="connsiteX6778" fmla="*/ 2029701 w 5799173"/>
              <a:gd name="connsiteY6778" fmla="*/ 733242 h 5017219"/>
              <a:gd name="connsiteX6779" fmla="*/ 2028372 w 5799173"/>
              <a:gd name="connsiteY6779" fmla="*/ 733990 h 5017219"/>
              <a:gd name="connsiteX6780" fmla="*/ 5136870 w 5799173"/>
              <a:gd name="connsiteY6780" fmla="*/ 1572587 h 5017219"/>
              <a:gd name="connsiteX6781" fmla="*/ 5135540 w 5799173"/>
              <a:gd name="connsiteY6781" fmla="*/ 1571839 h 5017219"/>
              <a:gd name="connsiteX6782" fmla="*/ 5124990 w 5799173"/>
              <a:gd name="connsiteY6782" fmla="*/ 1553479 h 5017219"/>
              <a:gd name="connsiteX6783" fmla="*/ 5124990 w 5799173"/>
              <a:gd name="connsiteY6783" fmla="*/ 1551983 h 5017219"/>
              <a:gd name="connsiteX6784" fmla="*/ 5135541 w 5799173"/>
              <a:gd name="connsiteY6784" fmla="*/ 1533622 h 5017219"/>
              <a:gd name="connsiteX6785" fmla="*/ 5136870 w 5799173"/>
              <a:gd name="connsiteY6785" fmla="*/ 1532874 h 5017219"/>
              <a:gd name="connsiteX6786" fmla="*/ 5158056 w 5799173"/>
              <a:gd name="connsiteY6786" fmla="*/ 1532875 h 5017219"/>
              <a:gd name="connsiteX6787" fmla="*/ 5159384 w 5799173"/>
              <a:gd name="connsiteY6787" fmla="*/ 1533623 h 5017219"/>
              <a:gd name="connsiteX6788" fmla="*/ 5169936 w 5799173"/>
              <a:gd name="connsiteY6788" fmla="*/ 1551983 h 5017219"/>
              <a:gd name="connsiteX6789" fmla="*/ 5169936 w 5799173"/>
              <a:gd name="connsiteY6789" fmla="*/ 1553479 h 5017219"/>
              <a:gd name="connsiteX6790" fmla="*/ 5159385 w 5799173"/>
              <a:gd name="connsiteY6790" fmla="*/ 1571838 h 5017219"/>
              <a:gd name="connsiteX6791" fmla="*/ 5158056 w 5799173"/>
              <a:gd name="connsiteY6791" fmla="*/ 1572586 h 5017219"/>
              <a:gd name="connsiteX6792" fmla="*/ 2187663 w 5799173"/>
              <a:gd name="connsiteY6792" fmla="*/ 782443 h 5017219"/>
              <a:gd name="connsiteX6793" fmla="*/ 2186334 w 5799173"/>
              <a:gd name="connsiteY6793" fmla="*/ 781695 h 5017219"/>
              <a:gd name="connsiteX6794" fmla="*/ 2175700 w 5799173"/>
              <a:gd name="connsiteY6794" fmla="*/ 763252 h 5017219"/>
              <a:gd name="connsiteX6795" fmla="*/ 2175700 w 5799173"/>
              <a:gd name="connsiteY6795" fmla="*/ 761756 h 5017219"/>
              <a:gd name="connsiteX6796" fmla="*/ 2186334 w 5799173"/>
              <a:gd name="connsiteY6796" fmla="*/ 743313 h 5017219"/>
              <a:gd name="connsiteX6797" fmla="*/ 2187663 w 5799173"/>
              <a:gd name="connsiteY6797" fmla="*/ 742565 h 5017219"/>
              <a:gd name="connsiteX6798" fmla="*/ 2208932 w 5799173"/>
              <a:gd name="connsiteY6798" fmla="*/ 742565 h 5017219"/>
              <a:gd name="connsiteX6799" fmla="*/ 2210261 w 5799173"/>
              <a:gd name="connsiteY6799" fmla="*/ 743313 h 5017219"/>
              <a:gd name="connsiteX6800" fmla="*/ 2220895 w 5799173"/>
              <a:gd name="connsiteY6800" fmla="*/ 761756 h 5017219"/>
              <a:gd name="connsiteX6801" fmla="*/ 2220895 w 5799173"/>
              <a:gd name="connsiteY6801" fmla="*/ 763252 h 5017219"/>
              <a:gd name="connsiteX6802" fmla="*/ 2210261 w 5799173"/>
              <a:gd name="connsiteY6802" fmla="*/ 781695 h 5017219"/>
              <a:gd name="connsiteX6803" fmla="*/ 2208932 w 5799173"/>
              <a:gd name="connsiteY6803" fmla="*/ 782443 h 5017219"/>
              <a:gd name="connsiteX6804" fmla="*/ 4956230 w 5799173"/>
              <a:gd name="connsiteY6804" fmla="*/ 1524278 h 5017219"/>
              <a:gd name="connsiteX6805" fmla="*/ 4954900 w 5799173"/>
              <a:gd name="connsiteY6805" fmla="*/ 1523530 h 5017219"/>
              <a:gd name="connsiteX6806" fmla="*/ 4944266 w 5799173"/>
              <a:gd name="connsiteY6806" fmla="*/ 1505087 h 5017219"/>
              <a:gd name="connsiteX6807" fmla="*/ 4944267 w 5799173"/>
              <a:gd name="connsiteY6807" fmla="*/ 1503591 h 5017219"/>
              <a:gd name="connsiteX6808" fmla="*/ 4954900 w 5799173"/>
              <a:gd name="connsiteY6808" fmla="*/ 1485148 h 5017219"/>
              <a:gd name="connsiteX6809" fmla="*/ 4956230 w 5799173"/>
              <a:gd name="connsiteY6809" fmla="*/ 1484400 h 5017219"/>
              <a:gd name="connsiteX6810" fmla="*/ 4977498 w 5799173"/>
              <a:gd name="connsiteY6810" fmla="*/ 1484400 h 5017219"/>
              <a:gd name="connsiteX6811" fmla="*/ 4978828 w 5799173"/>
              <a:gd name="connsiteY6811" fmla="*/ 1485148 h 5017219"/>
              <a:gd name="connsiteX6812" fmla="*/ 4989462 w 5799173"/>
              <a:gd name="connsiteY6812" fmla="*/ 1503591 h 5017219"/>
              <a:gd name="connsiteX6813" fmla="*/ 4989461 w 5799173"/>
              <a:gd name="connsiteY6813" fmla="*/ 1505087 h 5017219"/>
              <a:gd name="connsiteX6814" fmla="*/ 4978828 w 5799173"/>
              <a:gd name="connsiteY6814" fmla="*/ 1523530 h 5017219"/>
              <a:gd name="connsiteX6815" fmla="*/ 4977498 w 5799173"/>
              <a:gd name="connsiteY6815" fmla="*/ 1524278 h 5017219"/>
              <a:gd name="connsiteX6816" fmla="*/ 2909813 w 5799173"/>
              <a:gd name="connsiteY6816" fmla="*/ 976049 h 5017219"/>
              <a:gd name="connsiteX6817" fmla="*/ 2908484 w 5799173"/>
              <a:gd name="connsiteY6817" fmla="*/ 975301 h 5017219"/>
              <a:gd name="connsiteX6818" fmla="*/ 2897850 w 5799173"/>
              <a:gd name="connsiteY6818" fmla="*/ 956775 h 5017219"/>
              <a:gd name="connsiteX6819" fmla="*/ 2897850 w 5799173"/>
              <a:gd name="connsiteY6819" fmla="*/ 955279 h 5017219"/>
              <a:gd name="connsiteX6820" fmla="*/ 2908567 w 5799173"/>
              <a:gd name="connsiteY6820" fmla="*/ 936752 h 5017219"/>
              <a:gd name="connsiteX6821" fmla="*/ 2909897 w 5799173"/>
              <a:gd name="connsiteY6821" fmla="*/ 936005 h 5017219"/>
              <a:gd name="connsiteX6822" fmla="*/ 2931248 w 5799173"/>
              <a:gd name="connsiteY6822" fmla="*/ 936005 h 5017219"/>
              <a:gd name="connsiteX6823" fmla="*/ 2932577 w 5799173"/>
              <a:gd name="connsiteY6823" fmla="*/ 936752 h 5017219"/>
              <a:gd name="connsiteX6824" fmla="*/ 2943211 w 5799173"/>
              <a:gd name="connsiteY6824" fmla="*/ 955279 h 5017219"/>
              <a:gd name="connsiteX6825" fmla="*/ 2943211 w 5799173"/>
              <a:gd name="connsiteY6825" fmla="*/ 956775 h 5017219"/>
              <a:gd name="connsiteX6826" fmla="*/ 2932494 w 5799173"/>
              <a:gd name="connsiteY6826" fmla="*/ 975301 h 5017219"/>
              <a:gd name="connsiteX6827" fmla="*/ 2931165 w 5799173"/>
              <a:gd name="connsiteY6827" fmla="*/ 976049 h 5017219"/>
              <a:gd name="connsiteX6828" fmla="*/ 2970000 w 5799173"/>
              <a:gd name="connsiteY6828" fmla="*/ 992176 h 5017219"/>
              <a:gd name="connsiteX6829" fmla="*/ 2968671 w 5799173"/>
              <a:gd name="connsiteY6829" fmla="*/ 991428 h 5017219"/>
              <a:gd name="connsiteX6830" fmla="*/ 2958037 w 5799173"/>
              <a:gd name="connsiteY6830" fmla="*/ 972902 h 5017219"/>
              <a:gd name="connsiteX6831" fmla="*/ 2958037 w 5799173"/>
              <a:gd name="connsiteY6831" fmla="*/ 971406 h 5017219"/>
              <a:gd name="connsiteX6832" fmla="*/ 2968754 w 5799173"/>
              <a:gd name="connsiteY6832" fmla="*/ 952879 h 5017219"/>
              <a:gd name="connsiteX6833" fmla="*/ 2970084 w 5799173"/>
              <a:gd name="connsiteY6833" fmla="*/ 952132 h 5017219"/>
              <a:gd name="connsiteX6834" fmla="*/ 2991435 w 5799173"/>
              <a:gd name="connsiteY6834" fmla="*/ 952132 h 5017219"/>
              <a:gd name="connsiteX6835" fmla="*/ 2992764 w 5799173"/>
              <a:gd name="connsiteY6835" fmla="*/ 952879 h 5017219"/>
              <a:gd name="connsiteX6836" fmla="*/ 3003398 w 5799173"/>
              <a:gd name="connsiteY6836" fmla="*/ 971406 h 5017219"/>
              <a:gd name="connsiteX6837" fmla="*/ 3003398 w 5799173"/>
              <a:gd name="connsiteY6837" fmla="*/ 972902 h 5017219"/>
              <a:gd name="connsiteX6838" fmla="*/ 2992681 w 5799173"/>
              <a:gd name="connsiteY6838" fmla="*/ 991428 h 5017219"/>
              <a:gd name="connsiteX6839" fmla="*/ 2991352 w 5799173"/>
              <a:gd name="connsiteY6839" fmla="*/ 992176 h 5017219"/>
              <a:gd name="connsiteX6840" fmla="*/ 3090373 w 5799173"/>
              <a:gd name="connsiteY6840" fmla="*/ 1024512 h 5017219"/>
              <a:gd name="connsiteX6841" fmla="*/ 3089044 w 5799173"/>
              <a:gd name="connsiteY6841" fmla="*/ 1023765 h 5017219"/>
              <a:gd name="connsiteX6842" fmla="*/ 3078327 w 5799173"/>
              <a:gd name="connsiteY6842" fmla="*/ 1005155 h 5017219"/>
              <a:gd name="connsiteX6843" fmla="*/ 3078327 w 5799173"/>
              <a:gd name="connsiteY6843" fmla="*/ 1003659 h 5017219"/>
              <a:gd name="connsiteX6844" fmla="*/ 3089044 w 5799173"/>
              <a:gd name="connsiteY6844" fmla="*/ 985049 h 5017219"/>
              <a:gd name="connsiteX6845" fmla="*/ 3090373 w 5799173"/>
              <a:gd name="connsiteY6845" fmla="*/ 984302 h 5017219"/>
              <a:gd name="connsiteX6846" fmla="*/ 3111808 w 5799173"/>
              <a:gd name="connsiteY6846" fmla="*/ 984302 h 5017219"/>
              <a:gd name="connsiteX6847" fmla="*/ 3113137 w 5799173"/>
              <a:gd name="connsiteY6847" fmla="*/ 985049 h 5017219"/>
              <a:gd name="connsiteX6848" fmla="*/ 3123854 w 5799173"/>
              <a:gd name="connsiteY6848" fmla="*/ 1003659 h 5017219"/>
              <a:gd name="connsiteX6849" fmla="*/ 3123854 w 5799173"/>
              <a:gd name="connsiteY6849" fmla="*/ 1005155 h 5017219"/>
              <a:gd name="connsiteX6850" fmla="*/ 3113137 w 5799173"/>
              <a:gd name="connsiteY6850" fmla="*/ 1023765 h 5017219"/>
              <a:gd name="connsiteX6851" fmla="*/ 3111808 w 5799173"/>
              <a:gd name="connsiteY6851" fmla="*/ 1024512 h 5017219"/>
              <a:gd name="connsiteX6852" fmla="*/ 1766192 w 5799173"/>
              <a:gd name="connsiteY6852" fmla="*/ 669804 h 5017219"/>
              <a:gd name="connsiteX6853" fmla="*/ 1764863 w 5799173"/>
              <a:gd name="connsiteY6853" fmla="*/ 669057 h 5017219"/>
              <a:gd name="connsiteX6854" fmla="*/ 1754063 w 5799173"/>
              <a:gd name="connsiteY6854" fmla="*/ 650364 h 5017219"/>
              <a:gd name="connsiteX6855" fmla="*/ 1754063 w 5799173"/>
              <a:gd name="connsiteY6855" fmla="*/ 648868 h 5017219"/>
              <a:gd name="connsiteX6856" fmla="*/ 1764863 w 5799173"/>
              <a:gd name="connsiteY6856" fmla="*/ 630175 h 5017219"/>
              <a:gd name="connsiteX6857" fmla="*/ 1766192 w 5799173"/>
              <a:gd name="connsiteY6857" fmla="*/ 629428 h 5017219"/>
              <a:gd name="connsiteX6858" fmla="*/ 1787793 w 5799173"/>
              <a:gd name="connsiteY6858" fmla="*/ 629428 h 5017219"/>
              <a:gd name="connsiteX6859" fmla="*/ 1789122 w 5799173"/>
              <a:gd name="connsiteY6859" fmla="*/ 630175 h 5017219"/>
              <a:gd name="connsiteX6860" fmla="*/ 1799923 w 5799173"/>
              <a:gd name="connsiteY6860" fmla="*/ 648868 h 5017219"/>
              <a:gd name="connsiteX6861" fmla="*/ 1799923 w 5799173"/>
              <a:gd name="connsiteY6861" fmla="*/ 650364 h 5017219"/>
              <a:gd name="connsiteX6862" fmla="*/ 1789122 w 5799173"/>
              <a:gd name="connsiteY6862" fmla="*/ 669057 h 5017219"/>
              <a:gd name="connsiteX6863" fmla="*/ 1787793 w 5799173"/>
              <a:gd name="connsiteY6863" fmla="*/ 669804 h 5017219"/>
              <a:gd name="connsiteX6864" fmla="*/ 1826377 w 5799173"/>
              <a:gd name="connsiteY6864" fmla="*/ 686026 h 5017219"/>
              <a:gd name="connsiteX6865" fmla="*/ 1825048 w 5799173"/>
              <a:gd name="connsiteY6865" fmla="*/ 685278 h 5017219"/>
              <a:gd name="connsiteX6866" fmla="*/ 1814249 w 5799173"/>
              <a:gd name="connsiteY6866" fmla="*/ 666502 h 5017219"/>
              <a:gd name="connsiteX6867" fmla="*/ 1814248 w 5799173"/>
              <a:gd name="connsiteY6867" fmla="*/ 665006 h 5017219"/>
              <a:gd name="connsiteX6868" fmla="*/ 1825049 w 5799173"/>
              <a:gd name="connsiteY6868" fmla="*/ 646231 h 5017219"/>
              <a:gd name="connsiteX6869" fmla="*/ 1826377 w 5799173"/>
              <a:gd name="connsiteY6869" fmla="*/ 645483 h 5017219"/>
              <a:gd name="connsiteX6870" fmla="*/ 1848061 w 5799173"/>
              <a:gd name="connsiteY6870" fmla="*/ 645483 h 5017219"/>
              <a:gd name="connsiteX6871" fmla="*/ 1849392 w 5799173"/>
              <a:gd name="connsiteY6871" fmla="*/ 646231 h 5017219"/>
              <a:gd name="connsiteX6872" fmla="*/ 1860191 w 5799173"/>
              <a:gd name="connsiteY6872" fmla="*/ 665006 h 5017219"/>
              <a:gd name="connsiteX6873" fmla="*/ 1860192 w 5799173"/>
              <a:gd name="connsiteY6873" fmla="*/ 666502 h 5017219"/>
              <a:gd name="connsiteX6874" fmla="*/ 1849391 w 5799173"/>
              <a:gd name="connsiteY6874" fmla="*/ 685278 h 5017219"/>
              <a:gd name="connsiteX6875" fmla="*/ 1848062 w 5799173"/>
              <a:gd name="connsiteY6875" fmla="*/ 686026 h 5017219"/>
              <a:gd name="connsiteX6876" fmla="*/ 1886563 w 5799173"/>
              <a:gd name="connsiteY6876" fmla="*/ 702152 h 5017219"/>
              <a:gd name="connsiteX6877" fmla="*/ 1885234 w 5799173"/>
              <a:gd name="connsiteY6877" fmla="*/ 701405 h 5017219"/>
              <a:gd name="connsiteX6878" fmla="*/ 1874434 w 5799173"/>
              <a:gd name="connsiteY6878" fmla="*/ 682629 h 5017219"/>
              <a:gd name="connsiteX6879" fmla="*/ 1874434 w 5799173"/>
              <a:gd name="connsiteY6879" fmla="*/ 681133 h 5017219"/>
              <a:gd name="connsiteX6880" fmla="*/ 1885234 w 5799173"/>
              <a:gd name="connsiteY6880" fmla="*/ 662358 h 5017219"/>
              <a:gd name="connsiteX6881" fmla="*/ 1886563 w 5799173"/>
              <a:gd name="connsiteY6881" fmla="*/ 661610 h 5017219"/>
              <a:gd name="connsiteX6882" fmla="*/ 1908247 w 5799173"/>
              <a:gd name="connsiteY6882" fmla="*/ 661609 h 5017219"/>
              <a:gd name="connsiteX6883" fmla="*/ 1909577 w 5799173"/>
              <a:gd name="connsiteY6883" fmla="*/ 662358 h 5017219"/>
              <a:gd name="connsiteX6884" fmla="*/ 1920377 w 5799173"/>
              <a:gd name="connsiteY6884" fmla="*/ 681132 h 5017219"/>
              <a:gd name="connsiteX6885" fmla="*/ 1920377 w 5799173"/>
              <a:gd name="connsiteY6885" fmla="*/ 682629 h 5017219"/>
              <a:gd name="connsiteX6886" fmla="*/ 1909577 w 5799173"/>
              <a:gd name="connsiteY6886" fmla="*/ 701405 h 5017219"/>
              <a:gd name="connsiteX6887" fmla="*/ 1908247 w 5799173"/>
              <a:gd name="connsiteY6887" fmla="*/ 702152 h 5017219"/>
              <a:gd name="connsiteX6888" fmla="*/ 1946750 w 5799173"/>
              <a:gd name="connsiteY6888" fmla="*/ 718280 h 5017219"/>
              <a:gd name="connsiteX6889" fmla="*/ 1945421 w 5799173"/>
              <a:gd name="connsiteY6889" fmla="*/ 717532 h 5017219"/>
              <a:gd name="connsiteX6890" fmla="*/ 1934621 w 5799173"/>
              <a:gd name="connsiteY6890" fmla="*/ 698756 h 5017219"/>
              <a:gd name="connsiteX6891" fmla="*/ 1934621 w 5799173"/>
              <a:gd name="connsiteY6891" fmla="*/ 697260 h 5017219"/>
              <a:gd name="connsiteX6892" fmla="*/ 1945421 w 5799173"/>
              <a:gd name="connsiteY6892" fmla="*/ 678485 h 5017219"/>
              <a:gd name="connsiteX6893" fmla="*/ 1946750 w 5799173"/>
              <a:gd name="connsiteY6893" fmla="*/ 677737 h 5017219"/>
              <a:gd name="connsiteX6894" fmla="*/ 1968434 w 5799173"/>
              <a:gd name="connsiteY6894" fmla="*/ 677736 h 5017219"/>
              <a:gd name="connsiteX6895" fmla="*/ 1969764 w 5799173"/>
              <a:gd name="connsiteY6895" fmla="*/ 678485 h 5017219"/>
              <a:gd name="connsiteX6896" fmla="*/ 1980564 w 5799173"/>
              <a:gd name="connsiteY6896" fmla="*/ 697259 h 5017219"/>
              <a:gd name="connsiteX6897" fmla="*/ 1980564 w 5799173"/>
              <a:gd name="connsiteY6897" fmla="*/ 698756 h 5017219"/>
              <a:gd name="connsiteX6898" fmla="*/ 1969764 w 5799173"/>
              <a:gd name="connsiteY6898" fmla="*/ 717532 h 5017219"/>
              <a:gd name="connsiteX6899" fmla="*/ 1968434 w 5799173"/>
              <a:gd name="connsiteY6899" fmla="*/ 718279 h 5017219"/>
              <a:gd name="connsiteX6900" fmla="*/ 2789357 w 5799173"/>
              <a:gd name="connsiteY6900" fmla="*/ 944055 h 5017219"/>
              <a:gd name="connsiteX6901" fmla="*/ 2788028 w 5799173"/>
              <a:gd name="connsiteY6901" fmla="*/ 943308 h 5017219"/>
              <a:gd name="connsiteX6902" fmla="*/ 2777228 w 5799173"/>
              <a:gd name="connsiteY6902" fmla="*/ 924532 h 5017219"/>
              <a:gd name="connsiteX6903" fmla="*/ 2777228 w 5799173"/>
              <a:gd name="connsiteY6903" fmla="*/ 923035 h 5017219"/>
              <a:gd name="connsiteX6904" fmla="*/ 2788028 w 5799173"/>
              <a:gd name="connsiteY6904" fmla="*/ 904261 h 5017219"/>
              <a:gd name="connsiteX6905" fmla="*/ 2789357 w 5799173"/>
              <a:gd name="connsiteY6905" fmla="*/ 903512 h 5017219"/>
              <a:gd name="connsiteX6906" fmla="*/ 2811041 w 5799173"/>
              <a:gd name="connsiteY6906" fmla="*/ 903512 h 5017219"/>
              <a:gd name="connsiteX6907" fmla="*/ 2812370 w 5799173"/>
              <a:gd name="connsiteY6907" fmla="*/ 904260 h 5017219"/>
              <a:gd name="connsiteX6908" fmla="*/ 2823171 w 5799173"/>
              <a:gd name="connsiteY6908" fmla="*/ 923035 h 5017219"/>
              <a:gd name="connsiteX6909" fmla="*/ 2823171 w 5799173"/>
              <a:gd name="connsiteY6909" fmla="*/ 924531 h 5017219"/>
              <a:gd name="connsiteX6910" fmla="*/ 2812370 w 5799173"/>
              <a:gd name="connsiteY6910" fmla="*/ 943307 h 5017219"/>
              <a:gd name="connsiteX6911" fmla="*/ 2811041 w 5799173"/>
              <a:gd name="connsiteY6911" fmla="*/ 944055 h 5017219"/>
              <a:gd name="connsiteX6912" fmla="*/ 2428170 w 5799173"/>
              <a:gd name="connsiteY6912" fmla="*/ 847367 h 5017219"/>
              <a:gd name="connsiteX6913" fmla="*/ 2426841 w 5799173"/>
              <a:gd name="connsiteY6913" fmla="*/ 846619 h 5017219"/>
              <a:gd name="connsiteX6914" fmla="*/ 2415957 w 5799173"/>
              <a:gd name="connsiteY6914" fmla="*/ 827760 h 5017219"/>
              <a:gd name="connsiteX6915" fmla="*/ 2415958 w 5799173"/>
              <a:gd name="connsiteY6915" fmla="*/ 826182 h 5017219"/>
              <a:gd name="connsiteX6916" fmla="*/ 2426841 w 5799173"/>
              <a:gd name="connsiteY6916" fmla="*/ 807323 h 5017219"/>
              <a:gd name="connsiteX6917" fmla="*/ 2428170 w 5799173"/>
              <a:gd name="connsiteY6917" fmla="*/ 806575 h 5017219"/>
              <a:gd name="connsiteX6918" fmla="*/ 2449937 w 5799173"/>
              <a:gd name="connsiteY6918" fmla="*/ 806575 h 5017219"/>
              <a:gd name="connsiteX6919" fmla="*/ 2451265 w 5799173"/>
              <a:gd name="connsiteY6919" fmla="*/ 807323 h 5017219"/>
              <a:gd name="connsiteX6920" fmla="*/ 2462149 w 5799173"/>
              <a:gd name="connsiteY6920" fmla="*/ 826182 h 5017219"/>
              <a:gd name="connsiteX6921" fmla="*/ 2462149 w 5799173"/>
              <a:gd name="connsiteY6921" fmla="*/ 827760 h 5017219"/>
              <a:gd name="connsiteX6922" fmla="*/ 2451265 w 5799173"/>
              <a:gd name="connsiteY6922" fmla="*/ 846619 h 5017219"/>
              <a:gd name="connsiteX6923" fmla="*/ 2449936 w 5799173"/>
              <a:gd name="connsiteY6923" fmla="*/ 847367 h 5017219"/>
              <a:gd name="connsiteX6924" fmla="*/ 2728996 w 5799173"/>
              <a:gd name="connsiteY6924" fmla="*/ 928165 h 5017219"/>
              <a:gd name="connsiteX6925" fmla="*/ 2727666 w 5799173"/>
              <a:gd name="connsiteY6925" fmla="*/ 927417 h 5017219"/>
              <a:gd name="connsiteX6926" fmla="*/ 2716783 w 5799173"/>
              <a:gd name="connsiteY6926" fmla="*/ 908475 h 5017219"/>
              <a:gd name="connsiteX6927" fmla="*/ 2716783 w 5799173"/>
              <a:gd name="connsiteY6927" fmla="*/ 906897 h 5017219"/>
              <a:gd name="connsiteX6928" fmla="*/ 2727749 w 5799173"/>
              <a:gd name="connsiteY6928" fmla="*/ 887955 h 5017219"/>
              <a:gd name="connsiteX6929" fmla="*/ 2729079 w 5799173"/>
              <a:gd name="connsiteY6929" fmla="*/ 887207 h 5017219"/>
              <a:gd name="connsiteX6930" fmla="*/ 2750929 w 5799173"/>
              <a:gd name="connsiteY6930" fmla="*/ 887207 h 5017219"/>
              <a:gd name="connsiteX6931" fmla="*/ 2752258 w 5799173"/>
              <a:gd name="connsiteY6931" fmla="*/ 887954 h 5017219"/>
              <a:gd name="connsiteX6932" fmla="*/ 2763141 w 5799173"/>
              <a:gd name="connsiteY6932" fmla="*/ 906897 h 5017219"/>
              <a:gd name="connsiteX6933" fmla="*/ 2763141 w 5799173"/>
              <a:gd name="connsiteY6933" fmla="*/ 908475 h 5017219"/>
              <a:gd name="connsiteX6934" fmla="*/ 2752175 w 5799173"/>
              <a:gd name="connsiteY6934" fmla="*/ 927417 h 5017219"/>
              <a:gd name="connsiteX6935" fmla="*/ 2750845 w 5799173"/>
              <a:gd name="connsiteY6935" fmla="*/ 928165 h 5017219"/>
              <a:gd name="connsiteX6936" fmla="*/ 2668809 w 5799173"/>
              <a:gd name="connsiteY6936" fmla="*/ 912121 h 5017219"/>
              <a:gd name="connsiteX6937" fmla="*/ 2667480 w 5799173"/>
              <a:gd name="connsiteY6937" fmla="*/ 911373 h 5017219"/>
              <a:gd name="connsiteX6938" fmla="*/ 2656514 w 5799173"/>
              <a:gd name="connsiteY6938" fmla="*/ 892348 h 5017219"/>
              <a:gd name="connsiteX6939" fmla="*/ 2656514 w 5799173"/>
              <a:gd name="connsiteY6939" fmla="*/ 890770 h 5017219"/>
              <a:gd name="connsiteX6940" fmla="*/ 2667480 w 5799173"/>
              <a:gd name="connsiteY6940" fmla="*/ 871744 h 5017219"/>
              <a:gd name="connsiteX6941" fmla="*/ 2668809 w 5799173"/>
              <a:gd name="connsiteY6941" fmla="*/ 870997 h 5017219"/>
              <a:gd name="connsiteX6942" fmla="*/ 2690742 w 5799173"/>
              <a:gd name="connsiteY6942" fmla="*/ 870998 h 5017219"/>
              <a:gd name="connsiteX6943" fmla="*/ 2692072 w 5799173"/>
              <a:gd name="connsiteY6943" fmla="*/ 871744 h 5017219"/>
              <a:gd name="connsiteX6944" fmla="*/ 2703038 w 5799173"/>
              <a:gd name="connsiteY6944" fmla="*/ 890770 h 5017219"/>
              <a:gd name="connsiteX6945" fmla="*/ 2703038 w 5799173"/>
              <a:gd name="connsiteY6945" fmla="*/ 892349 h 5017219"/>
              <a:gd name="connsiteX6946" fmla="*/ 2692072 w 5799173"/>
              <a:gd name="connsiteY6946" fmla="*/ 911374 h 5017219"/>
              <a:gd name="connsiteX6947" fmla="*/ 2690742 w 5799173"/>
              <a:gd name="connsiteY6947" fmla="*/ 912121 h 5017219"/>
              <a:gd name="connsiteX6948" fmla="*/ 2849286 w 5799173"/>
              <a:gd name="connsiteY6948" fmla="*/ 960584 h 5017219"/>
              <a:gd name="connsiteX6949" fmla="*/ 2847957 w 5799173"/>
              <a:gd name="connsiteY6949" fmla="*/ 959837 h 5017219"/>
              <a:gd name="connsiteX6950" fmla="*/ 2836907 w 5799173"/>
              <a:gd name="connsiteY6950" fmla="*/ 940729 h 5017219"/>
              <a:gd name="connsiteX6951" fmla="*/ 2836907 w 5799173"/>
              <a:gd name="connsiteY6951" fmla="*/ 939150 h 5017219"/>
              <a:gd name="connsiteX6952" fmla="*/ 2847957 w 5799173"/>
              <a:gd name="connsiteY6952" fmla="*/ 920041 h 5017219"/>
              <a:gd name="connsiteX6953" fmla="*/ 2849286 w 5799173"/>
              <a:gd name="connsiteY6953" fmla="*/ 919294 h 5017219"/>
              <a:gd name="connsiteX6954" fmla="*/ 2871385 w 5799173"/>
              <a:gd name="connsiteY6954" fmla="*/ 919294 h 5017219"/>
              <a:gd name="connsiteX6955" fmla="*/ 2872714 w 5799173"/>
              <a:gd name="connsiteY6955" fmla="*/ 920041 h 5017219"/>
              <a:gd name="connsiteX6956" fmla="*/ 2883764 w 5799173"/>
              <a:gd name="connsiteY6956" fmla="*/ 939150 h 5017219"/>
              <a:gd name="connsiteX6957" fmla="*/ 2883764 w 5799173"/>
              <a:gd name="connsiteY6957" fmla="*/ 940729 h 5017219"/>
              <a:gd name="connsiteX6958" fmla="*/ 2872714 w 5799173"/>
              <a:gd name="connsiteY6958" fmla="*/ 959837 h 5017219"/>
              <a:gd name="connsiteX6959" fmla="*/ 2871385 w 5799173"/>
              <a:gd name="connsiteY6959" fmla="*/ 960584 h 5017219"/>
              <a:gd name="connsiteX6960" fmla="*/ 2548354 w 5799173"/>
              <a:gd name="connsiteY6960" fmla="*/ 879950 h 5017219"/>
              <a:gd name="connsiteX6961" fmla="*/ 2547025 w 5799173"/>
              <a:gd name="connsiteY6961" fmla="*/ 879203 h 5017219"/>
              <a:gd name="connsiteX6962" fmla="*/ 2535976 w 5799173"/>
              <a:gd name="connsiteY6962" fmla="*/ 860095 h 5017219"/>
              <a:gd name="connsiteX6963" fmla="*/ 2535975 w 5799173"/>
              <a:gd name="connsiteY6963" fmla="*/ 858516 h 5017219"/>
              <a:gd name="connsiteX6964" fmla="*/ 2547025 w 5799173"/>
              <a:gd name="connsiteY6964" fmla="*/ 839407 h 5017219"/>
              <a:gd name="connsiteX6965" fmla="*/ 2548353 w 5799173"/>
              <a:gd name="connsiteY6965" fmla="*/ 838660 h 5017219"/>
              <a:gd name="connsiteX6966" fmla="*/ 2570453 w 5799173"/>
              <a:gd name="connsiteY6966" fmla="*/ 838660 h 5017219"/>
              <a:gd name="connsiteX6967" fmla="*/ 2571782 w 5799173"/>
              <a:gd name="connsiteY6967" fmla="*/ 839407 h 5017219"/>
              <a:gd name="connsiteX6968" fmla="*/ 2582833 w 5799173"/>
              <a:gd name="connsiteY6968" fmla="*/ 858516 h 5017219"/>
              <a:gd name="connsiteX6969" fmla="*/ 2582832 w 5799173"/>
              <a:gd name="connsiteY6969" fmla="*/ 860095 h 5017219"/>
              <a:gd name="connsiteX6970" fmla="*/ 2571782 w 5799173"/>
              <a:gd name="connsiteY6970" fmla="*/ 879203 h 5017219"/>
              <a:gd name="connsiteX6971" fmla="*/ 2570454 w 5799173"/>
              <a:gd name="connsiteY6971" fmla="*/ 879950 h 5017219"/>
              <a:gd name="connsiteX6972" fmla="*/ 2488085 w 5799173"/>
              <a:gd name="connsiteY6972" fmla="*/ 863906 h 5017219"/>
              <a:gd name="connsiteX6973" fmla="*/ 2486756 w 5799173"/>
              <a:gd name="connsiteY6973" fmla="*/ 863159 h 5017219"/>
              <a:gd name="connsiteX6974" fmla="*/ 2475707 w 5799173"/>
              <a:gd name="connsiteY6974" fmla="*/ 843968 h 5017219"/>
              <a:gd name="connsiteX6975" fmla="*/ 2475707 w 5799173"/>
              <a:gd name="connsiteY6975" fmla="*/ 842389 h 5017219"/>
              <a:gd name="connsiteX6976" fmla="*/ 2486840 w 5799173"/>
              <a:gd name="connsiteY6976" fmla="*/ 823198 h 5017219"/>
              <a:gd name="connsiteX6977" fmla="*/ 2488168 w 5799173"/>
              <a:gd name="connsiteY6977" fmla="*/ 822450 h 5017219"/>
              <a:gd name="connsiteX6978" fmla="*/ 2510351 w 5799173"/>
              <a:gd name="connsiteY6978" fmla="*/ 822450 h 5017219"/>
              <a:gd name="connsiteX6979" fmla="*/ 2511679 w 5799173"/>
              <a:gd name="connsiteY6979" fmla="*/ 823198 h 5017219"/>
              <a:gd name="connsiteX6980" fmla="*/ 2522730 w 5799173"/>
              <a:gd name="connsiteY6980" fmla="*/ 842389 h 5017219"/>
              <a:gd name="connsiteX6981" fmla="*/ 2522730 w 5799173"/>
              <a:gd name="connsiteY6981" fmla="*/ 843968 h 5017219"/>
              <a:gd name="connsiteX6982" fmla="*/ 2511597 w 5799173"/>
              <a:gd name="connsiteY6982" fmla="*/ 863159 h 5017219"/>
              <a:gd name="connsiteX6983" fmla="*/ 2510268 w 5799173"/>
              <a:gd name="connsiteY6983" fmla="*/ 863906 h 5017219"/>
              <a:gd name="connsiteX6984" fmla="*/ 2608457 w 5799173"/>
              <a:gd name="connsiteY6984" fmla="*/ 896160 h 5017219"/>
              <a:gd name="connsiteX6985" fmla="*/ 2607127 w 5799173"/>
              <a:gd name="connsiteY6985" fmla="*/ 895412 h 5017219"/>
              <a:gd name="connsiteX6986" fmla="*/ 2596078 w 5799173"/>
              <a:gd name="connsiteY6986" fmla="*/ 876221 h 5017219"/>
              <a:gd name="connsiteX6987" fmla="*/ 2596078 w 5799173"/>
              <a:gd name="connsiteY6987" fmla="*/ 874643 h 5017219"/>
              <a:gd name="connsiteX6988" fmla="*/ 2607210 w 5799173"/>
              <a:gd name="connsiteY6988" fmla="*/ 855451 h 5017219"/>
              <a:gd name="connsiteX6989" fmla="*/ 2608540 w 5799173"/>
              <a:gd name="connsiteY6989" fmla="*/ 854703 h 5017219"/>
              <a:gd name="connsiteX6990" fmla="*/ 2630723 w 5799173"/>
              <a:gd name="connsiteY6990" fmla="*/ 854704 h 5017219"/>
              <a:gd name="connsiteX6991" fmla="*/ 2632051 w 5799173"/>
              <a:gd name="connsiteY6991" fmla="*/ 855452 h 5017219"/>
              <a:gd name="connsiteX6992" fmla="*/ 2643101 w 5799173"/>
              <a:gd name="connsiteY6992" fmla="*/ 874642 h 5017219"/>
              <a:gd name="connsiteX6993" fmla="*/ 2643102 w 5799173"/>
              <a:gd name="connsiteY6993" fmla="*/ 876221 h 5017219"/>
              <a:gd name="connsiteX6994" fmla="*/ 2631968 w 5799173"/>
              <a:gd name="connsiteY6994" fmla="*/ 895412 h 5017219"/>
              <a:gd name="connsiteX6995" fmla="*/ 2630640 w 5799173"/>
              <a:gd name="connsiteY6995" fmla="*/ 896160 h 5017219"/>
              <a:gd name="connsiteX6996" fmla="*/ 3029761 w 5799173"/>
              <a:gd name="connsiteY6996" fmla="*/ 1009048 h 5017219"/>
              <a:gd name="connsiteX6997" fmla="*/ 3028431 w 5799173"/>
              <a:gd name="connsiteY6997" fmla="*/ 1008300 h 5017219"/>
              <a:gd name="connsiteX6998" fmla="*/ 3017382 w 5799173"/>
              <a:gd name="connsiteY6998" fmla="*/ 989109 h 5017219"/>
              <a:gd name="connsiteX6999" fmla="*/ 3017382 w 5799173"/>
              <a:gd name="connsiteY6999" fmla="*/ 987531 h 5017219"/>
              <a:gd name="connsiteX7000" fmla="*/ 3028514 w 5799173"/>
              <a:gd name="connsiteY7000" fmla="*/ 968339 h 5017219"/>
              <a:gd name="connsiteX7001" fmla="*/ 3029844 w 5799173"/>
              <a:gd name="connsiteY7001" fmla="*/ 967592 h 5017219"/>
              <a:gd name="connsiteX7002" fmla="*/ 3052027 w 5799173"/>
              <a:gd name="connsiteY7002" fmla="*/ 967592 h 5017219"/>
              <a:gd name="connsiteX7003" fmla="*/ 3053355 w 5799173"/>
              <a:gd name="connsiteY7003" fmla="*/ 968340 h 5017219"/>
              <a:gd name="connsiteX7004" fmla="*/ 3064405 w 5799173"/>
              <a:gd name="connsiteY7004" fmla="*/ 987531 h 5017219"/>
              <a:gd name="connsiteX7005" fmla="*/ 3064406 w 5799173"/>
              <a:gd name="connsiteY7005" fmla="*/ 989109 h 5017219"/>
              <a:gd name="connsiteX7006" fmla="*/ 3053272 w 5799173"/>
              <a:gd name="connsiteY7006" fmla="*/ 1008300 h 5017219"/>
              <a:gd name="connsiteX7007" fmla="*/ 3051944 w 5799173"/>
              <a:gd name="connsiteY7007" fmla="*/ 1009048 h 5017219"/>
              <a:gd name="connsiteX7008" fmla="*/ 3150134 w 5799173"/>
              <a:gd name="connsiteY7008" fmla="*/ 1041386 h 5017219"/>
              <a:gd name="connsiteX7009" fmla="*/ 3148804 w 5799173"/>
              <a:gd name="connsiteY7009" fmla="*/ 1040638 h 5017219"/>
              <a:gd name="connsiteX7010" fmla="*/ 3137672 w 5799173"/>
              <a:gd name="connsiteY7010" fmla="*/ 1021364 h 5017219"/>
              <a:gd name="connsiteX7011" fmla="*/ 3137672 w 5799173"/>
              <a:gd name="connsiteY7011" fmla="*/ 1019785 h 5017219"/>
              <a:gd name="connsiteX7012" fmla="*/ 3148804 w 5799173"/>
              <a:gd name="connsiteY7012" fmla="*/ 1000511 h 5017219"/>
              <a:gd name="connsiteX7013" fmla="*/ 3150134 w 5799173"/>
              <a:gd name="connsiteY7013" fmla="*/ 999764 h 5017219"/>
              <a:gd name="connsiteX7014" fmla="*/ 3172399 w 5799173"/>
              <a:gd name="connsiteY7014" fmla="*/ 999763 h 5017219"/>
              <a:gd name="connsiteX7015" fmla="*/ 3173728 w 5799173"/>
              <a:gd name="connsiteY7015" fmla="*/ 1000511 h 5017219"/>
              <a:gd name="connsiteX7016" fmla="*/ 3184861 w 5799173"/>
              <a:gd name="connsiteY7016" fmla="*/ 1019785 h 5017219"/>
              <a:gd name="connsiteX7017" fmla="*/ 3184861 w 5799173"/>
              <a:gd name="connsiteY7017" fmla="*/ 1021364 h 5017219"/>
              <a:gd name="connsiteX7018" fmla="*/ 3173728 w 5799173"/>
              <a:gd name="connsiteY7018" fmla="*/ 1040638 h 5017219"/>
              <a:gd name="connsiteX7019" fmla="*/ 3172399 w 5799173"/>
              <a:gd name="connsiteY7019" fmla="*/ 1041386 h 5017219"/>
              <a:gd name="connsiteX7020" fmla="*/ 3210154 w 5799173"/>
              <a:gd name="connsiteY7020" fmla="*/ 1057844 h 5017219"/>
              <a:gd name="connsiteX7021" fmla="*/ 3208742 w 5799173"/>
              <a:gd name="connsiteY7021" fmla="*/ 1057013 h 5017219"/>
              <a:gd name="connsiteX7022" fmla="*/ 3197443 w 5799173"/>
              <a:gd name="connsiteY7022" fmla="*/ 1037490 h 5017219"/>
              <a:gd name="connsiteX7023" fmla="*/ 3197443 w 5799173"/>
              <a:gd name="connsiteY7023" fmla="*/ 1035911 h 5017219"/>
              <a:gd name="connsiteX7024" fmla="*/ 3208742 w 5799173"/>
              <a:gd name="connsiteY7024" fmla="*/ 1016388 h 5017219"/>
              <a:gd name="connsiteX7025" fmla="*/ 3210154 w 5799173"/>
              <a:gd name="connsiteY7025" fmla="*/ 1015557 h 5017219"/>
              <a:gd name="connsiteX7026" fmla="*/ 3232752 w 5799173"/>
              <a:gd name="connsiteY7026" fmla="*/ 1015557 h 5017219"/>
              <a:gd name="connsiteX7027" fmla="*/ 3234164 w 5799173"/>
              <a:gd name="connsiteY7027" fmla="*/ 1016388 h 5017219"/>
              <a:gd name="connsiteX7028" fmla="*/ 3245463 w 5799173"/>
              <a:gd name="connsiteY7028" fmla="*/ 1035911 h 5017219"/>
              <a:gd name="connsiteX7029" fmla="*/ 3245463 w 5799173"/>
              <a:gd name="connsiteY7029" fmla="*/ 1037490 h 5017219"/>
              <a:gd name="connsiteX7030" fmla="*/ 3234164 w 5799173"/>
              <a:gd name="connsiteY7030" fmla="*/ 1057013 h 5017219"/>
              <a:gd name="connsiteX7031" fmla="*/ 3232752 w 5799173"/>
              <a:gd name="connsiteY7031" fmla="*/ 1057844 h 5017219"/>
              <a:gd name="connsiteX7032" fmla="*/ 3390713 w 5799173"/>
              <a:gd name="connsiteY7032" fmla="*/ 1106225 h 5017219"/>
              <a:gd name="connsiteX7033" fmla="*/ 3389301 w 5799173"/>
              <a:gd name="connsiteY7033" fmla="*/ 1105394 h 5017219"/>
              <a:gd name="connsiteX7034" fmla="*/ 3378002 w 5799173"/>
              <a:gd name="connsiteY7034" fmla="*/ 1085871 h 5017219"/>
              <a:gd name="connsiteX7035" fmla="*/ 3378002 w 5799173"/>
              <a:gd name="connsiteY7035" fmla="*/ 1084292 h 5017219"/>
              <a:gd name="connsiteX7036" fmla="*/ 3389301 w 5799173"/>
              <a:gd name="connsiteY7036" fmla="*/ 1064769 h 5017219"/>
              <a:gd name="connsiteX7037" fmla="*/ 3390712 w 5799173"/>
              <a:gd name="connsiteY7037" fmla="*/ 1063937 h 5017219"/>
              <a:gd name="connsiteX7038" fmla="*/ 3413310 w 5799173"/>
              <a:gd name="connsiteY7038" fmla="*/ 1063938 h 5017219"/>
              <a:gd name="connsiteX7039" fmla="*/ 3414722 w 5799173"/>
              <a:gd name="connsiteY7039" fmla="*/ 1064769 h 5017219"/>
              <a:gd name="connsiteX7040" fmla="*/ 3426021 w 5799173"/>
              <a:gd name="connsiteY7040" fmla="*/ 1084292 h 5017219"/>
              <a:gd name="connsiteX7041" fmla="*/ 3426021 w 5799173"/>
              <a:gd name="connsiteY7041" fmla="*/ 1085870 h 5017219"/>
              <a:gd name="connsiteX7042" fmla="*/ 3414722 w 5799173"/>
              <a:gd name="connsiteY7042" fmla="*/ 1105394 h 5017219"/>
              <a:gd name="connsiteX7043" fmla="*/ 3413311 w 5799173"/>
              <a:gd name="connsiteY7043" fmla="*/ 1106225 h 5017219"/>
              <a:gd name="connsiteX7044" fmla="*/ 3270204 w 5799173"/>
              <a:gd name="connsiteY7044" fmla="*/ 1074318 h 5017219"/>
              <a:gd name="connsiteX7045" fmla="*/ 3268792 w 5799173"/>
              <a:gd name="connsiteY7045" fmla="*/ 1073488 h 5017219"/>
              <a:gd name="connsiteX7046" fmla="*/ 3257327 w 5799173"/>
              <a:gd name="connsiteY7046" fmla="*/ 1053548 h 5017219"/>
              <a:gd name="connsiteX7047" fmla="*/ 3257327 w 5799173"/>
              <a:gd name="connsiteY7047" fmla="*/ 1051887 h 5017219"/>
              <a:gd name="connsiteX7048" fmla="*/ 3268791 w 5799173"/>
              <a:gd name="connsiteY7048" fmla="*/ 1031948 h 5017219"/>
              <a:gd name="connsiteX7049" fmla="*/ 3270204 w 5799173"/>
              <a:gd name="connsiteY7049" fmla="*/ 1031117 h 5017219"/>
              <a:gd name="connsiteX7050" fmla="*/ 3293218 w 5799173"/>
              <a:gd name="connsiteY7050" fmla="*/ 1031117 h 5017219"/>
              <a:gd name="connsiteX7051" fmla="*/ 3294630 w 5799173"/>
              <a:gd name="connsiteY7051" fmla="*/ 1031948 h 5017219"/>
              <a:gd name="connsiteX7052" fmla="*/ 3306094 w 5799173"/>
              <a:gd name="connsiteY7052" fmla="*/ 1051887 h 5017219"/>
              <a:gd name="connsiteX7053" fmla="*/ 3306095 w 5799173"/>
              <a:gd name="connsiteY7053" fmla="*/ 1053548 h 5017219"/>
              <a:gd name="connsiteX7054" fmla="*/ 3294630 w 5799173"/>
              <a:gd name="connsiteY7054" fmla="*/ 1073488 h 5017219"/>
              <a:gd name="connsiteX7055" fmla="*/ 3293218 w 5799173"/>
              <a:gd name="connsiteY7055" fmla="*/ 1074318 h 5017219"/>
              <a:gd name="connsiteX7056" fmla="*/ 3330389 w 5799173"/>
              <a:gd name="connsiteY7056" fmla="*/ 1090444 h 5017219"/>
              <a:gd name="connsiteX7057" fmla="*/ 3328978 w 5799173"/>
              <a:gd name="connsiteY7057" fmla="*/ 1089615 h 5017219"/>
              <a:gd name="connsiteX7058" fmla="*/ 3317513 w 5799173"/>
              <a:gd name="connsiteY7058" fmla="*/ 1069675 h 5017219"/>
              <a:gd name="connsiteX7059" fmla="*/ 3317513 w 5799173"/>
              <a:gd name="connsiteY7059" fmla="*/ 1068014 h 5017219"/>
              <a:gd name="connsiteX7060" fmla="*/ 3328977 w 5799173"/>
              <a:gd name="connsiteY7060" fmla="*/ 1048075 h 5017219"/>
              <a:gd name="connsiteX7061" fmla="*/ 3330390 w 5799173"/>
              <a:gd name="connsiteY7061" fmla="*/ 1047243 h 5017219"/>
              <a:gd name="connsiteX7062" fmla="*/ 3353404 w 5799173"/>
              <a:gd name="connsiteY7062" fmla="*/ 1047244 h 5017219"/>
              <a:gd name="connsiteX7063" fmla="*/ 3354816 w 5799173"/>
              <a:gd name="connsiteY7063" fmla="*/ 1048075 h 5017219"/>
              <a:gd name="connsiteX7064" fmla="*/ 3366280 w 5799173"/>
              <a:gd name="connsiteY7064" fmla="*/ 1068014 h 5017219"/>
              <a:gd name="connsiteX7065" fmla="*/ 3366280 w 5799173"/>
              <a:gd name="connsiteY7065" fmla="*/ 1069675 h 5017219"/>
              <a:gd name="connsiteX7066" fmla="*/ 3354815 w 5799173"/>
              <a:gd name="connsiteY7066" fmla="*/ 1089615 h 5017219"/>
              <a:gd name="connsiteX7067" fmla="*/ 3353403 w 5799173"/>
              <a:gd name="connsiteY7067" fmla="*/ 1090445 h 5017219"/>
              <a:gd name="connsiteX7068" fmla="*/ 3441760 w 5799173"/>
              <a:gd name="connsiteY7068" fmla="*/ 1165555 h 5017219"/>
              <a:gd name="connsiteX7069" fmla="*/ 3440929 w 5799173"/>
              <a:gd name="connsiteY7069" fmla="*/ 1165056 h 5017219"/>
              <a:gd name="connsiteX7070" fmla="*/ 3434448 w 5799173"/>
              <a:gd name="connsiteY7070" fmla="*/ 1153758 h 5017219"/>
              <a:gd name="connsiteX7071" fmla="*/ 3434449 w 5799173"/>
              <a:gd name="connsiteY7071" fmla="*/ 1152844 h 5017219"/>
              <a:gd name="connsiteX7072" fmla="*/ 3440929 w 5799173"/>
              <a:gd name="connsiteY7072" fmla="*/ 1141545 h 5017219"/>
              <a:gd name="connsiteX7073" fmla="*/ 3441760 w 5799173"/>
              <a:gd name="connsiteY7073" fmla="*/ 1141047 h 5017219"/>
              <a:gd name="connsiteX7074" fmla="*/ 3454803 w 5799173"/>
              <a:gd name="connsiteY7074" fmla="*/ 1141047 h 5017219"/>
              <a:gd name="connsiteX7075" fmla="*/ 3455634 w 5799173"/>
              <a:gd name="connsiteY7075" fmla="*/ 1141545 h 5017219"/>
              <a:gd name="connsiteX7076" fmla="*/ 3462114 w 5799173"/>
              <a:gd name="connsiteY7076" fmla="*/ 1152844 h 5017219"/>
              <a:gd name="connsiteX7077" fmla="*/ 3462114 w 5799173"/>
              <a:gd name="connsiteY7077" fmla="*/ 1153758 h 5017219"/>
              <a:gd name="connsiteX7078" fmla="*/ 3455634 w 5799173"/>
              <a:gd name="connsiteY7078" fmla="*/ 1165056 h 5017219"/>
              <a:gd name="connsiteX7079" fmla="*/ 3454803 w 5799173"/>
              <a:gd name="connsiteY7079" fmla="*/ 1165555 h 5017219"/>
              <a:gd name="connsiteX7080" fmla="*/ 4223505 w 5799173"/>
              <a:gd name="connsiteY7080" fmla="*/ 1376449 h 5017219"/>
              <a:gd name="connsiteX7081" fmla="*/ 4222591 w 5799173"/>
              <a:gd name="connsiteY7081" fmla="*/ 1375950 h 5017219"/>
              <a:gd name="connsiteX7082" fmla="*/ 4215447 w 5799173"/>
              <a:gd name="connsiteY7082" fmla="*/ 1363488 h 5017219"/>
              <a:gd name="connsiteX7083" fmla="*/ 4215447 w 5799173"/>
              <a:gd name="connsiteY7083" fmla="*/ 1362491 h 5017219"/>
              <a:gd name="connsiteX7084" fmla="*/ 4222591 w 5799173"/>
              <a:gd name="connsiteY7084" fmla="*/ 1350028 h 5017219"/>
              <a:gd name="connsiteX7085" fmla="*/ 4223505 w 5799173"/>
              <a:gd name="connsiteY7085" fmla="*/ 1349530 h 5017219"/>
              <a:gd name="connsiteX7086" fmla="*/ 4237878 w 5799173"/>
              <a:gd name="connsiteY7086" fmla="*/ 1349531 h 5017219"/>
              <a:gd name="connsiteX7087" fmla="*/ 4238792 w 5799173"/>
              <a:gd name="connsiteY7087" fmla="*/ 1350029 h 5017219"/>
              <a:gd name="connsiteX7088" fmla="*/ 4245937 w 5799173"/>
              <a:gd name="connsiteY7088" fmla="*/ 1362490 h 5017219"/>
              <a:gd name="connsiteX7089" fmla="*/ 4245937 w 5799173"/>
              <a:gd name="connsiteY7089" fmla="*/ 1363487 h 5017219"/>
              <a:gd name="connsiteX7090" fmla="*/ 4238792 w 5799173"/>
              <a:gd name="connsiteY7090" fmla="*/ 1375950 h 5017219"/>
              <a:gd name="connsiteX7091" fmla="*/ 4237878 w 5799173"/>
              <a:gd name="connsiteY7091" fmla="*/ 1376449 h 5017219"/>
              <a:gd name="connsiteX7092" fmla="*/ 3981683 w 5799173"/>
              <a:gd name="connsiteY7092" fmla="*/ 1313924 h 5017219"/>
              <a:gd name="connsiteX7093" fmla="*/ 3980686 w 5799173"/>
              <a:gd name="connsiteY7093" fmla="*/ 1313343 h 5017219"/>
              <a:gd name="connsiteX7094" fmla="*/ 3972461 w 5799173"/>
              <a:gd name="connsiteY7094" fmla="*/ 1299053 h 5017219"/>
              <a:gd name="connsiteX7095" fmla="*/ 3972461 w 5799173"/>
              <a:gd name="connsiteY7095" fmla="*/ 1297889 h 5017219"/>
              <a:gd name="connsiteX7096" fmla="*/ 3980686 w 5799173"/>
              <a:gd name="connsiteY7096" fmla="*/ 1283601 h 5017219"/>
              <a:gd name="connsiteX7097" fmla="*/ 3981683 w 5799173"/>
              <a:gd name="connsiteY7097" fmla="*/ 1283019 h 5017219"/>
              <a:gd name="connsiteX7098" fmla="*/ 3998132 w 5799173"/>
              <a:gd name="connsiteY7098" fmla="*/ 1283018 h 5017219"/>
              <a:gd name="connsiteX7099" fmla="*/ 3999129 w 5799173"/>
              <a:gd name="connsiteY7099" fmla="*/ 1283601 h 5017219"/>
              <a:gd name="connsiteX7100" fmla="*/ 4007354 w 5799173"/>
              <a:gd name="connsiteY7100" fmla="*/ 1297889 h 5017219"/>
              <a:gd name="connsiteX7101" fmla="*/ 4007354 w 5799173"/>
              <a:gd name="connsiteY7101" fmla="*/ 1299052 h 5017219"/>
              <a:gd name="connsiteX7102" fmla="*/ 3999129 w 5799173"/>
              <a:gd name="connsiteY7102" fmla="*/ 1313343 h 5017219"/>
              <a:gd name="connsiteX7103" fmla="*/ 3998132 w 5799173"/>
              <a:gd name="connsiteY7103" fmla="*/ 1313923 h 5017219"/>
              <a:gd name="connsiteX7104" fmla="*/ 1573987 w 5799173"/>
              <a:gd name="connsiteY7104" fmla="*/ 669171 h 5017219"/>
              <a:gd name="connsiteX7105" fmla="*/ 1572989 w 5799173"/>
              <a:gd name="connsiteY7105" fmla="*/ 668590 h 5017219"/>
              <a:gd name="connsiteX7106" fmla="*/ 1564515 w 5799173"/>
              <a:gd name="connsiteY7106" fmla="*/ 653968 h 5017219"/>
              <a:gd name="connsiteX7107" fmla="*/ 1564515 w 5799173"/>
              <a:gd name="connsiteY7107" fmla="*/ 652805 h 5017219"/>
              <a:gd name="connsiteX7108" fmla="*/ 1572989 w 5799173"/>
              <a:gd name="connsiteY7108" fmla="*/ 638183 h 5017219"/>
              <a:gd name="connsiteX7109" fmla="*/ 1573986 w 5799173"/>
              <a:gd name="connsiteY7109" fmla="*/ 637601 h 5017219"/>
              <a:gd name="connsiteX7110" fmla="*/ 1590851 w 5799173"/>
              <a:gd name="connsiteY7110" fmla="*/ 637601 h 5017219"/>
              <a:gd name="connsiteX7111" fmla="*/ 1591848 w 5799173"/>
              <a:gd name="connsiteY7111" fmla="*/ 638183 h 5017219"/>
              <a:gd name="connsiteX7112" fmla="*/ 1600322 w 5799173"/>
              <a:gd name="connsiteY7112" fmla="*/ 652805 h 5017219"/>
              <a:gd name="connsiteX7113" fmla="*/ 1600322 w 5799173"/>
              <a:gd name="connsiteY7113" fmla="*/ 653968 h 5017219"/>
              <a:gd name="connsiteX7114" fmla="*/ 1591848 w 5799173"/>
              <a:gd name="connsiteY7114" fmla="*/ 668590 h 5017219"/>
              <a:gd name="connsiteX7115" fmla="*/ 1590851 w 5799173"/>
              <a:gd name="connsiteY7115" fmla="*/ 669171 h 5017219"/>
              <a:gd name="connsiteX7116" fmla="*/ 2115401 w 5799173"/>
              <a:gd name="connsiteY7116" fmla="*/ 814810 h 5017219"/>
              <a:gd name="connsiteX7117" fmla="*/ 2114321 w 5799173"/>
              <a:gd name="connsiteY7117" fmla="*/ 814229 h 5017219"/>
              <a:gd name="connsiteX7118" fmla="*/ 2105598 w 5799173"/>
              <a:gd name="connsiteY7118" fmla="*/ 799191 h 5017219"/>
              <a:gd name="connsiteX7119" fmla="*/ 2105598 w 5799173"/>
              <a:gd name="connsiteY7119" fmla="*/ 797945 h 5017219"/>
              <a:gd name="connsiteX7120" fmla="*/ 2114321 w 5799173"/>
              <a:gd name="connsiteY7120" fmla="*/ 782908 h 5017219"/>
              <a:gd name="connsiteX7121" fmla="*/ 2115401 w 5799173"/>
              <a:gd name="connsiteY7121" fmla="*/ 782326 h 5017219"/>
              <a:gd name="connsiteX7122" fmla="*/ 2132764 w 5799173"/>
              <a:gd name="connsiteY7122" fmla="*/ 782326 h 5017219"/>
              <a:gd name="connsiteX7123" fmla="*/ 2133844 w 5799173"/>
              <a:gd name="connsiteY7123" fmla="*/ 782908 h 5017219"/>
              <a:gd name="connsiteX7124" fmla="*/ 2142568 w 5799173"/>
              <a:gd name="connsiteY7124" fmla="*/ 797945 h 5017219"/>
              <a:gd name="connsiteX7125" fmla="*/ 2142568 w 5799173"/>
              <a:gd name="connsiteY7125" fmla="*/ 799191 h 5017219"/>
              <a:gd name="connsiteX7126" fmla="*/ 2133844 w 5799173"/>
              <a:gd name="connsiteY7126" fmla="*/ 814229 h 5017219"/>
              <a:gd name="connsiteX7127" fmla="*/ 2132764 w 5799173"/>
              <a:gd name="connsiteY7127" fmla="*/ 814810 h 5017219"/>
              <a:gd name="connsiteX7128" fmla="*/ 3920499 w 5799173"/>
              <a:gd name="connsiteY7128" fmla="*/ 1299719 h 5017219"/>
              <a:gd name="connsiteX7129" fmla="*/ 3919335 w 5799173"/>
              <a:gd name="connsiteY7129" fmla="*/ 1299055 h 5017219"/>
              <a:gd name="connsiteX7130" fmla="*/ 3910114 w 5799173"/>
              <a:gd name="connsiteY7130" fmla="*/ 1283021 h 5017219"/>
              <a:gd name="connsiteX7131" fmla="*/ 3910114 w 5799173"/>
              <a:gd name="connsiteY7131" fmla="*/ 1281691 h 5017219"/>
              <a:gd name="connsiteX7132" fmla="*/ 3919335 w 5799173"/>
              <a:gd name="connsiteY7132" fmla="*/ 1265657 h 5017219"/>
              <a:gd name="connsiteX7133" fmla="*/ 3920499 w 5799173"/>
              <a:gd name="connsiteY7133" fmla="*/ 1264992 h 5017219"/>
              <a:gd name="connsiteX7134" fmla="*/ 3939025 w 5799173"/>
              <a:gd name="connsiteY7134" fmla="*/ 1264992 h 5017219"/>
              <a:gd name="connsiteX7135" fmla="*/ 3940188 w 5799173"/>
              <a:gd name="connsiteY7135" fmla="*/ 1265657 h 5017219"/>
              <a:gd name="connsiteX7136" fmla="*/ 3949410 w 5799173"/>
              <a:gd name="connsiteY7136" fmla="*/ 1281690 h 5017219"/>
              <a:gd name="connsiteX7137" fmla="*/ 3949410 w 5799173"/>
              <a:gd name="connsiteY7137" fmla="*/ 1283021 h 5017219"/>
              <a:gd name="connsiteX7138" fmla="*/ 3940188 w 5799173"/>
              <a:gd name="connsiteY7138" fmla="*/ 1299055 h 5017219"/>
              <a:gd name="connsiteX7139" fmla="*/ 3939025 w 5799173"/>
              <a:gd name="connsiteY7139" fmla="*/ 1299719 h 5017219"/>
              <a:gd name="connsiteX7140" fmla="*/ 2295388 w 5799173"/>
              <a:gd name="connsiteY7140" fmla="*/ 864366 h 5017219"/>
              <a:gd name="connsiteX7141" fmla="*/ 2294224 w 5799173"/>
              <a:gd name="connsiteY7141" fmla="*/ 863703 h 5017219"/>
              <a:gd name="connsiteX7142" fmla="*/ 2284920 w 5799173"/>
              <a:gd name="connsiteY7142" fmla="*/ 847585 h 5017219"/>
              <a:gd name="connsiteX7143" fmla="*/ 2284920 w 5799173"/>
              <a:gd name="connsiteY7143" fmla="*/ 846256 h 5017219"/>
              <a:gd name="connsiteX7144" fmla="*/ 2294224 w 5799173"/>
              <a:gd name="connsiteY7144" fmla="*/ 830138 h 5017219"/>
              <a:gd name="connsiteX7145" fmla="*/ 2295388 w 5799173"/>
              <a:gd name="connsiteY7145" fmla="*/ 829473 h 5017219"/>
              <a:gd name="connsiteX7146" fmla="*/ 2313997 w 5799173"/>
              <a:gd name="connsiteY7146" fmla="*/ 829474 h 5017219"/>
              <a:gd name="connsiteX7147" fmla="*/ 2315161 w 5799173"/>
              <a:gd name="connsiteY7147" fmla="*/ 830138 h 5017219"/>
              <a:gd name="connsiteX7148" fmla="*/ 2324465 w 5799173"/>
              <a:gd name="connsiteY7148" fmla="*/ 846256 h 5017219"/>
              <a:gd name="connsiteX7149" fmla="*/ 2324465 w 5799173"/>
              <a:gd name="connsiteY7149" fmla="*/ 847585 h 5017219"/>
              <a:gd name="connsiteX7150" fmla="*/ 2315161 w 5799173"/>
              <a:gd name="connsiteY7150" fmla="*/ 863702 h 5017219"/>
              <a:gd name="connsiteX7151" fmla="*/ 2313997 w 5799173"/>
              <a:gd name="connsiteY7151" fmla="*/ 864367 h 5017219"/>
              <a:gd name="connsiteX7152" fmla="*/ 4341450 w 5799173"/>
              <a:gd name="connsiteY7152" fmla="*/ 1413091 h 5017219"/>
              <a:gd name="connsiteX7153" fmla="*/ 4340287 w 5799173"/>
              <a:gd name="connsiteY7153" fmla="*/ 1412426 h 5017219"/>
              <a:gd name="connsiteX7154" fmla="*/ 4330816 w 5799173"/>
              <a:gd name="connsiteY7154" fmla="*/ 1395977 h 5017219"/>
              <a:gd name="connsiteX7155" fmla="*/ 4330816 w 5799173"/>
              <a:gd name="connsiteY7155" fmla="*/ 1394647 h 5017219"/>
              <a:gd name="connsiteX7156" fmla="*/ 4340370 w 5799173"/>
              <a:gd name="connsiteY7156" fmla="*/ 1378198 h 5017219"/>
              <a:gd name="connsiteX7157" fmla="*/ 4341533 w 5799173"/>
              <a:gd name="connsiteY7157" fmla="*/ 1377533 h 5017219"/>
              <a:gd name="connsiteX7158" fmla="*/ 4360558 w 5799173"/>
              <a:gd name="connsiteY7158" fmla="*/ 1377533 h 5017219"/>
              <a:gd name="connsiteX7159" fmla="*/ 4361721 w 5799173"/>
              <a:gd name="connsiteY7159" fmla="*/ 1378198 h 5017219"/>
              <a:gd name="connsiteX7160" fmla="*/ 4371192 w 5799173"/>
              <a:gd name="connsiteY7160" fmla="*/ 1394647 h 5017219"/>
              <a:gd name="connsiteX7161" fmla="*/ 4371192 w 5799173"/>
              <a:gd name="connsiteY7161" fmla="*/ 1395977 h 5017219"/>
              <a:gd name="connsiteX7162" fmla="*/ 4361638 w 5799173"/>
              <a:gd name="connsiteY7162" fmla="*/ 1412426 h 5017219"/>
              <a:gd name="connsiteX7163" fmla="*/ 4360475 w 5799173"/>
              <a:gd name="connsiteY7163" fmla="*/ 1413091 h 5017219"/>
              <a:gd name="connsiteX7164" fmla="*/ 1512696 w 5799173"/>
              <a:gd name="connsiteY7164" fmla="*/ 655213 h 5017219"/>
              <a:gd name="connsiteX7165" fmla="*/ 1511533 w 5799173"/>
              <a:gd name="connsiteY7165" fmla="*/ 654548 h 5017219"/>
              <a:gd name="connsiteX7166" fmla="*/ 1501979 w 5799173"/>
              <a:gd name="connsiteY7166" fmla="*/ 638014 h 5017219"/>
              <a:gd name="connsiteX7167" fmla="*/ 1501979 w 5799173"/>
              <a:gd name="connsiteY7167" fmla="*/ 636686 h 5017219"/>
              <a:gd name="connsiteX7168" fmla="*/ 1511533 w 5799173"/>
              <a:gd name="connsiteY7168" fmla="*/ 620153 h 5017219"/>
              <a:gd name="connsiteX7169" fmla="*/ 1512696 w 5799173"/>
              <a:gd name="connsiteY7169" fmla="*/ 619488 h 5017219"/>
              <a:gd name="connsiteX7170" fmla="*/ 1531804 w 5799173"/>
              <a:gd name="connsiteY7170" fmla="*/ 619489 h 5017219"/>
              <a:gd name="connsiteX7171" fmla="*/ 1532968 w 5799173"/>
              <a:gd name="connsiteY7171" fmla="*/ 620153 h 5017219"/>
              <a:gd name="connsiteX7172" fmla="*/ 1542522 w 5799173"/>
              <a:gd name="connsiteY7172" fmla="*/ 636686 h 5017219"/>
              <a:gd name="connsiteX7173" fmla="*/ 1542522 w 5799173"/>
              <a:gd name="connsiteY7173" fmla="*/ 638015 h 5017219"/>
              <a:gd name="connsiteX7174" fmla="*/ 1532968 w 5799173"/>
              <a:gd name="connsiteY7174" fmla="*/ 654548 h 5017219"/>
              <a:gd name="connsiteX7175" fmla="*/ 1531804 w 5799173"/>
              <a:gd name="connsiteY7175" fmla="*/ 655213 h 5017219"/>
              <a:gd name="connsiteX7176" fmla="*/ 3859878 w 5799173"/>
              <a:gd name="connsiteY7176" fmla="*/ 1284231 h 5017219"/>
              <a:gd name="connsiteX7177" fmla="*/ 3858715 w 5799173"/>
              <a:gd name="connsiteY7177" fmla="*/ 1283566 h 5017219"/>
              <a:gd name="connsiteX7178" fmla="*/ 3849077 w 5799173"/>
              <a:gd name="connsiteY7178" fmla="*/ 1266951 h 5017219"/>
              <a:gd name="connsiteX7179" fmla="*/ 3849078 w 5799173"/>
              <a:gd name="connsiteY7179" fmla="*/ 1265621 h 5017219"/>
              <a:gd name="connsiteX7180" fmla="*/ 3858715 w 5799173"/>
              <a:gd name="connsiteY7180" fmla="*/ 1249005 h 5017219"/>
              <a:gd name="connsiteX7181" fmla="*/ 3859878 w 5799173"/>
              <a:gd name="connsiteY7181" fmla="*/ 1248341 h 5017219"/>
              <a:gd name="connsiteX7182" fmla="*/ 3879070 w 5799173"/>
              <a:gd name="connsiteY7182" fmla="*/ 1248341 h 5017219"/>
              <a:gd name="connsiteX7183" fmla="*/ 3880232 w 5799173"/>
              <a:gd name="connsiteY7183" fmla="*/ 1249005 h 5017219"/>
              <a:gd name="connsiteX7184" fmla="*/ 3889870 w 5799173"/>
              <a:gd name="connsiteY7184" fmla="*/ 1265621 h 5017219"/>
              <a:gd name="connsiteX7185" fmla="*/ 3889869 w 5799173"/>
              <a:gd name="connsiteY7185" fmla="*/ 1266951 h 5017219"/>
              <a:gd name="connsiteX7186" fmla="*/ 3880233 w 5799173"/>
              <a:gd name="connsiteY7186" fmla="*/ 1283566 h 5017219"/>
              <a:gd name="connsiteX7187" fmla="*/ 3879069 w 5799173"/>
              <a:gd name="connsiteY7187" fmla="*/ 1284231 h 5017219"/>
              <a:gd name="connsiteX7188" fmla="*/ 4281179 w 5799173"/>
              <a:gd name="connsiteY7188" fmla="*/ 1397224 h 5017219"/>
              <a:gd name="connsiteX7189" fmla="*/ 4280016 w 5799173"/>
              <a:gd name="connsiteY7189" fmla="*/ 1396560 h 5017219"/>
              <a:gd name="connsiteX7190" fmla="*/ 4270379 w 5799173"/>
              <a:gd name="connsiteY7190" fmla="*/ 1379861 h 5017219"/>
              <a:gd name="connsiteX7191" fmla="*/ 4270378 w 5799173"/>
              <a:gd name="connsiteY7191" fmla="*/ 1378531 h 5017219"/>
              <a:gd name="connsiteX7192" fmla="*/ 4280016 w 5799173"/>
              <a:gd name="connsiteY7192" fmla="*/ 1361833 h 5017219"/>
              <a:gd name="connsiteX7193" fmla="*/ 4281179 w 5799173"/>
              <a:gd name="connsiteY7193" fmla="*/ 1361168 h 5017219"/>
              <a:gd name="connsiteX7194" fmla="*/ 4300537 w 5799173"/>
              <a:gd name="connsiteY7194" fmla="*/ 1361168 h 5017219"/>
              <a:gd name="connsiteX7195" fmla="*/ 4301699 w 5799173"/>
              <a:gd name="connsiteY7195" fmla="*/ 1361833 h 5017219"/>
              <a:gd name="connsiteX7196" fmla="*/ 4311337 w 5799173"/>
              <a:gd name="connsiteY7196" fmla="*/ 1378531 h 5017219"/>
              <a:gd name="connsiteX7197" fmla="*/ 4311337 w 5799173"/>
              <a:gd name="connsiteY7197" fmla="*/ 1379861 h 5017219"/>
              <a:gd name="connsiteX7198" fmla="*/ 4301700 w 5799173"/>
              <a:gd name="connsiteY7198" fmla="*/ 1396560 h 5017219"/>
              <a:gd name="connsiteX7199" fmla="*/ 4300537 w 5799173"/>
              <a:gd name="connsiteY7199" fmla="*/ 1397224 h 5017219"/>
              <a:gd name="connsiteX7200" fmla="*/ 4401552 w 5799173"/>
              <a:gd name="connsiteY7200" fmla="*/ 1429477 h 5017219"/>
              <a:gd name="connsiteX7201" fmla="*/ 4400388 w 5799173"/>
              <a:gd name="connsiteY7201" fmla="*/ 1428814 h 5017219"/>
              <a:gd name="connsiteX7202" fmla="*/ 4390751 w 5799173"/>
              <a:gd name="connsiteY7202" fmla="*/ 1412115 h 5017219"/>
              <a:gd name="connsiteX7203" fmla="*/ 4390751 w 5799173"/>
              <a:gd name="connsiteY7203" fmla="*/ 1410785 h 5017219"/>
              <a:gd name="connsiteX7204" fmla="*/ 4400388 w 5799173"/>
              <a:gd name="connsiteY7204" fmla="*/ 1394086 h 5017219"/>
              <a:gd name="connsiteX7205" fmla="*/ 4401552 w 5799173"/>
              <a:gd name="connsiteY7205" fmla="*/ 1393422 h 5017219"/>
              <a:gd name="connsiteX7206" fmla="*/ 4420909 w 5799173"/>
              <a:gd name="connsiteY7206" fmla="*/ 1393421 h 5017219"/>
              <a:gd name="connsiteX7207" fmla="*/ 4422072 w 5799173"/>
              <a:gd name="connsiteY7207" fmla="*/ 1394087 h 5017219"/>
              <a:gd name="connsiteX7208" fmla="*/ 4431709 w 5799173"/>
              <a:gd name="connsiteY7208" fmla="*/ 1410784 h 5017219"/>
              <a:gd name="connsiteX7209" fmla="*/ 4431710 w 5799173"/>
              <a:gd name="connsiteY7209" fmla="*/ 1412115 h 5017219"/>
              <a:gd name="connsiteX7210" fmla="*/ 4422072 w 5799173"/>
              <a:gd name="connsiteY7210" fmla="*/ 1428813 h 5017219"/>
              <a:gd name="connsiteX7211" fmla="*/ 4420909 w 5799173"/>
              <a:gd name="connsiteY7211" fmla="*/ 1429478 h 5017219"/>
              <a:gd name="connsiteX7212" fmla="*/ 4040301 w 5799173"/>
              <a:gd name="connsiteY7212" fmla="*/ 1332877 h 5017219"/>
              <a:gd name="connsiteX7213" fmla="*/ 4039138 w 5799173"/>
              <a:gd name="connsiteY7213" fmla="*/ 1332212 h 5017219"/>
              <a:gd name="connsiteX7214" fmla="*/ 4029418 w 5799173"/>
              <a:gd name="connsiteY7214" fmla="*/ 1315264 h 5017219"/>
              <a:gd name="connsiteX7215" fmla="*/ 4029418 w 5799173"/>
              <a:gd name="connsiteY7215" fmla="*/ 1313852 h 5017219"/>
              <a:gd name="connsiteX7216" fmla="*/ 4039221 w 5799173"/>
              <a:gd name="connsiteY7216" fmla="*/ 1296904 h 5017219"/>
              <a:gd name="connsiteX7217" fmla="*/ 4040384 w 5799173"/>
              <a:gd name="connsiteY7217" fmla="*/ 1296239 h 5017219"/>
              <a:gd name="connsiteX7218" fmla="*/ 4059908 w 5799173"/>
              <a:gd name="connsiteY7218" fmla="*/ 1296239 h 5017219"/>
              <a:gd name="connsiteX7219" fmla="*/ 4061071 w 5799173"/>
              <a:gd name="connsiteY7219" fmla="*/ 1296904 h 5017219"/>
              <a:gd name="connsiteX7220" fmla="*/ 4070791 w 5799173"/>
              <a:gd name="connsiteY7220" fmla="*/ 1313852 h 5017219"/>
              <a:gd name="connsiteX7221" fmla="*/ 4070791 w 5799173"/>
              <a:gd name="connsiteY7221" fmla="*/ 1315264 h 5017219"/>
              <a:gd name="connsiteX7222" fmla="*/ 4060988 w 5799173"/>
              <a:gd name="connsiteY7222" fmla="*/ 1332212 h 5017219"/>
              <a:gd name="connsiteX7223" fmla="*/ 4059825 w 5799173"/>
              <a:gd name="connsiteY7223" fmla="*/ 1332877 h 5017219"/>
              <a:gd name="connsiteX7224" fmla="*/ 4521791 w 5799173"/>
              <a:gd name="connsiteY7224" fmla="*/ 1461975 h 5017219"/>
              <a:gd name="connsiteX7225" fmla="*/ 4520628 w 5799173"/>
              <a:gd name="connsiteY7225" fmla="*/ 1461311 h 5017219"/>
              <a:gd name="connsiteX7226" fmla="*/ 4510824 w 5799173"/>
              <a:gd name="connsiteY7226" fmla="*/ 1444280 h 5017219"/>
              <a:gd name="connsiteX7227" fmla="*/ 4510825 w 5799173"/>
              <a:gd name="connsiteY7227" fmla="*/ 1442867 h 5017219"/>
              <a:gd name="connsiteX7228" fmla="*/ 4520628 w 5799173"/>
              <a:gd name="connsiteY7228" fmla="*/ 1425835 h 5017219"/>
              <a:gd name="connsiteX7229" fmla="*/ 4521791 w 5799173"/>
              <a:gd name="connsiteY7229" fmla="*/ 1425171 h 5017219"/>
              <a:gd name="connsiteX7230" fmla="*/ 4541398 w 5799173"/>
              <a:gd name="connsiteY7230" fmla="*/ 1425170 h 5017219"/>
              <a:gd name="connsiteX7231" fmla="*/ 4542560 w 5799173"/>
              <a:gd name="connsiteY7231" fmla="*/ 1425836 h 5017219"/>
              <a:gd name="connsiteX7232" fmla="*/ 4552365 w 5799173"/>
              <a:gd name="connsiteY7232" fmla="*/ 1442867 h 5017219"/>
              <a:gd name="connsiteX7233" fmla="*/ 4552364 w 5799173"/>
              <a:gd name="connsiteY7233" fmla="*/ 1444280 h 5017219"/>
              <a:gd name="connsiteX7234" fmla="*/ 4542561 w 5799173"/>
              <a:gd name="connsiteY7234" fmla="*/ 1461311 h 5017219"/>
              <a:gd name="connsiteX7235" fmla="*/ 4541397 w 5799173"/>
              <a:gd name="connsiteY7235" fmla="*/ 1461974 h 5017219"/>
              <a:gd name="connsiteX7236" fmla="*/ 5183839 w 5799173"/>
              <a:gd name="connsiteY7236" fmla="*/ 1639370 h 5017219"/>
              <a:gd name="connsiteX7237" fmla="*/ 5182676 w 5799173"/>
              <a:gd name="connsiteY7237" fmla="*/ 1638706 h 5017219"/>
              <a:gd name="connsiteX7238" fmla="*/ 5172873 w 5799173"/>
              <a:gd name="connsiteY7238" fmla="*/ 1621675 h 5017219"/>
              <a:gd name="connsiteX7239" fmla="*/ 5172873 w 5799173"/>
              <a:gd name="connsiteY7239" fmla="*/ 1620262 h 5017219"/>
              <a:gd name="connsiteX7240" fmla="*/ 5182676 w 5799173"/>
              <a:gd name="connsiteY7240" fmla="*/ 1603231 h 5017219"/>
              <a:gd name="connsiteX7241" fmla="*/ 5183839 w 5799173"/>
              <a:gd name="connsiteY7241" fmla="*/ 1602566 h 5017219"/>
              <a:gd name="connsiteX7242" fmla="*/ 5203446 w 5799173"/>
              <a:gd name="connsiteY7242" fmla="*/ 1602566 h 5017219"/>
              <a:gd name="connsiteX7243" fmla="*/ 5204609 w 5799173"/>
              <a:gd name="connsiteY7243" fmla="*/ 1603231 h 5017219"/>
              <a:gd name="connsiteX7244" fmla="*/ 5214413 w 5799173"/>
              <a:gd name="connsiteY7244" fmla="*/ 1620262 h 5017219"/>
              <a:gd name="connsiteX7245" fmla="*/ 5214413 w 5799173"/>
              <a:gd name="connsiteY7245" fmla="*/ 1621675 h 5017219"/>
              <a:gd name="connsiteX7246" fmla="*/ 5204609 w 5799173"/>
              <a:gd name="connsiteY7246" fmla="*/ 1638706 h 5017219"/>
              <a:gd name="connsiteX7247" fmla="*/ 5203446 w 5799173"/>
              <a:gd name="connsiteY7247" fmla="*/ 1639370 h 5017219"/>
              <a:gd name="connsiteX7248" fmla="*/ 3799453 w 5799173"/>
              <a:gd name="connsiteY7248" fmla="*/ 1268606 h 5017219"/>
              <a:gd name="connsiteX7249" fmla="*/ 3798289 w 5799173"/>
              <a:gd name="connsiteY7249" fmla="*/ 1267942 h 5017219"/>
              <a:gd name="connsiteX7250" fmla="*/ 3788403 w 5799173"/>
              <a:gd name="connsiteY7250" fmla="*/ 1250827 h 5017219"/>
              <a:gd name="connsiteX7251" fmla="*/ 3788403 w 5799173"/>
              <a:gd name="connsiteY7251" fmla="*/ 1249415 h 5017219"/>
              <a:gd name="connsiteX7252" fmla="*/ 3798289 w 5799173"/>
              <a:gd name="connsiteY7252" fmla="*/ 1232300 h 5017219"/>
              <a:gd name="connsiteX7253" fmla="*/ 3799453 w 5799173"/>
              <a:gd name="connsiteY7253" fmla="*/ 1231636 h 5017219"/>
              <a:gd name="connsiteX7254" fmla="*/ 3819142 w 5799173"/>
              <a:gd name="connsiteY7254" fmla="*/ 1231636 h 5017219"/>
              <a:gd name="connsiteX7255" fmla="*/ 3820305 w 5799173"/>
              <a:gd name="connsiteY7255" fmla="*/ 1232300 h 5017219"/>
              <a:gd name="connsiteX7256" fmla="*/ 3830192 w 5799173"/>
              <a:gd name="connsiteY7256" fmla="*/ 1249415 h 5017219"/>
              <a:gd name="connsiteX7257" fmla="*/ 3830192 w 5799173"/>
              <a:gd name="connsiteY7257" fmla="*/ 1250827 h 5017219"/>
              <a:gd name="connsiteX7258" fmla="*/ 3820305 w 5799173"/>
              <a:gd name="connsiteY7258" fmla="*/ 1267942 h 5017219"/>
              <a:gd name="connsiteX7259" fmla="*/ 3819142 w 5799173"/>
              <a:gd name="connsiteY7259" fmla="*/ 1268606 h 5017219"/>
              <a:gd name="connsiteX7260" fmla="*/ 4461502 w 5799173"/>
              <a:gd name="connsiteY7260" fmla="*/ 1446001 h 5017219"/>
              <a:gd name="connsiteX7261" fmla="*/ 4460337 w 5799173"/>
              <a:gd name="connsiteY7261" fmla="*/ 1445337 h 5017219"/>
              <a:gd name="connsiteX7262" fmla="*/ 4450452 w 5799173"/>
              <a:gd name="connsiteY7262" fmla="*/ 1428222 h 5017219"/>
              <a:gd name="connsiteX7263" fmla="*/ 4450452 w 5799173"/>
              <a:gd name="connsiteY7263" fmla="*/ 1426810 h 5017219"/>
              <a:gd name="connsiteX7264" fmla="*/ 4460338 w 5799173"/>
              <a:gd name="connsiteY7264" fmla="*/ 1409695 h 5017219"/>
              <a:gd name="connsiteX7265" fmla="*/ 4461502 w 5799173"/>
              <a:gd name="connsiteY7265" fmla="*/ 1409031 h 5017219"/>
              <a:gd name="connsiteX7266" fmla="*/ 4481191 w 5799173"/>
              <a:gd name="connsiteY7266" fmla="*/ 1409031 h 5017219"/>
              <a:gd name="connsiteX7267" fmla="*/ 4482354 w 5799173"/>
              <a:gd name="connsiteY7267" fmla="*/ 1409695 h 5017219"/>
              <a:gd name="connsiteX7268" fmla="*/ 4492241 w 5799173"/>
              <a:gd name="connsiteY7268" fmla="*/ 1426810 h 5017219"/>
              <a:gd name="connsiteX7269" fmla="*/ 4492241 w 5799173"/>
              <a:gd name="connsiteY7269" fmla="*/ 1428222 h 5017219"/>
              <a:gd name="connsiteX7270" fmla="*/ 4482354 w 5799173"/>
              <a:gd name="connsiteY7270" fmla="*/ 1445337 h 5017219"/>
              <a:gd name="connsiteX7271" fmla="*/ 4481191 w 5799173"/>
              <a:gd name="connsiteY7271" fmla="*/ 1446001 h 5017219"/>
              <a:gd name="connsiteX7272" fmla="*/ 2054048 w 5799173"/>
              <a:gd name="connsiteY7272" fmla="*/ 801031 h 5017219"/>
              <a:gd name="connsiteX7273" fmla="*/ 2052803 w 5799173"/>
              <a:gd name="connsiteY7273" fmla="*/ 800367 h 5017219"/>
              <a:gd name="connsiteX7274" fmla="*/ 2042917 w 5799173"/>
              <a:gd name="connsiteY7274" fmla="*/ 783169 h 5017219"/>
              <a:gd name="connsiteX7275" fmla="*/ 2042917 w 5799173"/>
              <a:gd name="connsiteY7275" fmla="*/ 781757 h 5017219"/>
              <a:gd name="connsiteX7276" fmla="*/ 2052803 w 5799173"/>
              <a:gd name="connsiteY7276" fmla="*/ 764560 h 5017219"/>
              <a:gd name="connsiteX7277" fmla="*/ 2054048 w 5799173"/>
              <a:gd name="connsiteY7277" fmla="*/ 763895 h 5017219"/>
              <a:gd name="connsiteX7278" fmla="*/ 2073904 w 5799173"/>
              <a:gd name="connsiteY7278" fmla="*/ 763895 h 5017219"/>
              <a:gd name="connsiteX7279" fmla="*/ 2075151 w 5799173"/>
              <a:gd name="connsiteY7279" fmla="*/ 764560 h 5017219"/>
              <a:gd name="connsiteX7280" fmla="*/ 2085037 w 5799173"/>
              <a:gd name="connsiteY7280" fmla="*/ 781756 h 5017219"/>
              <a:gd name="connsiteX7281" fmla="*/ 2085037 w 5799173"/>
              <a:gd name="connsiteY7281" fmla="*/ 783168 h 5017219"/>
              <a:gd name="connsiteX7282" fmla="*/ 2075151 w 5799173"/>
              <a:gd name="connsiteY7282" fmla="*/ 800367 h 5017219"/>
              <a:gd name="connsiteX7283" fmla="*/ 2073904 w 5799173"/>
              <a:gd name="connsiteY7283" fmla="*/ 801031 h 5017219"/>
              <a:gd name="connsiteX7284" fmla="*/ 1632664 w 5799173"/>
              <a:gd name="connsiteY7284" fmla="*/ 688215 h 5017219"/>
              <a:gd name="connsiteX7285" fmla="*/ 1631418 w 5799173"/>
              <a:gd name="connsiteY7285" fmla="*/ 687551 h 5017219"/>
              <a:gd name="connsiteX7286" fmla="*/ 1621448 w 5799173"/>
              <a:gd name="connsiteY7286" fmla="*/ 670271 h 5017219"/>
              <a:gd name="connsiteX7287" fmla="*/ 1621448 w 5799173"/>
              <a:gd name="connsiteY7287" fmla="*/ 668858 h 5017219"/>
              <a:gd name="connsiteX7288" fmla="*/ 1631418 w 5799173"/>
              <a:gd name="connsiteY7288" fmla="*/ 651578 h 5017219"/>
              <a:gd name="connsiteX7289" fmla="*/ 1632664 w 5799173"/>
              <a:gd name="connsiteY7289" fmla="*/ 650913 h 5017219"/>
              <a:gd name="connsiteX7290" fmla="*/ 1652603 w 5799173"/>
              <a:gd name="connsiteY7290" fmla="*/ 650913 h 5017219"/>
              <a:gd name="connsiteX7291" fmla="*/ 1653849 w 5799173"/>
              <a:gd name="connsiteY7291" fmla="*/ 651578 h 5017219"/>
              <a:gd name="connsiteX7292" fmla="*/ 1663818 w 5799173"/>
              <a:gd name="connsiteY7292" fmla="*/ 668858 h 5017219"/>
              <a:gd name="connsiteX7293" fmla="*/ 1663818 w 5799173"/>
              <a:gd name="connsiteY7293" fmla="*/ 670271 h 5017219"/>
              <a:gd name="connsiteX7294" fmla="*/ 1653849 w 5799173"/>
              <a:gd name="connsiteY7294" fmla="*/ 687551 h 5017219"/>
              <a:gd name="connsiteX7295" fmla="*/ 1652603 w 5799173"/>
              <a:gd name="connsiteY7295" fmla="*/ 688215 h 5017219"/>
              <a:gd name="connsiteX7296" fmla="*/ 4641915 w 5799173"/>
              <a:gd name="connsiteY7296" fmla="*/ 1494726 h 5017219"/>
              <a:gd name="connsiteX7297" fmla="*/ 4640668 w 5799173"/>
              <a:gd name="connsiteY7297" fmla="*/ 1493978 h 5017219"/>
              <a:gd name="connsiteX7298" fmla="*/ 4630616 w 5799173"/>
              <a:gd name="connsiteY7298" fmla="*/ 1476532 h 5017219"/>
              <a:gd name="connsiteX7299" fmla="*/ 4630615 w 5799173"/>
              <a:gd name="connsiteY7299" fmla="*/ 1475119 h 5017219"/>
              <a:gd name="connsiteX7300" fmla="*/ 4640669 w 5799173"/>
              <a:gd name="connsiteY7300" fmla="*/ 1457673 h 5017219"/>
              <a:gd name="connsiteX7301" fmla="*/ 4641914 w 5799173"/>
              <a:gd name="connsiteY7301" fmla="*/ 1456925 h 5017219"/>
              <a:gd name="connsiteX7302" fmla="*/ 4662019 w 5799173"/>
              <a:gd name="connsiteY7302" fmla="*/ 1456925 h 5017219"/>
              <a:gd name="connsiteX7303" fmla="*/ 4663266 w 5799173"/>
              <a:gd name="connsiteY7303" fmla="*/ 1457673 h 5017219"/>
              <a:gd name="connsiteX7304" fmla="*/ 4673318 w 5799173"/>
              <a:gd name="connsiteY7304" fmla="*/ 1475120 h 5017219"/>
              <a:gd name="connsiteX7305" fmla="*/ 4673319 w 5799173"/>
              <a:gd name="connsiteY7305" fmla="*/ 1476532 h 5017219"/>
              <a:gd name="connsiteX7306" fmla="*/ 4663265 w 5799173"/>
              <a:gd name="connsiteY7306" fmla="*/ 1493978 h 5017219"/>
              <a:gd name="connsiteX7307" fmla="*/ 4662020 w 5799173"/>
              <a:gd name="connsiteY7307" fmla="*/ 1494726 h 5017219"/>
              <a:gd name="connsiteX7308" fmla="*/ 1692706 w 5799173"/>
              <a:gd name="connsiteY7308" fmla="*/ 704594 h 5017219"/>
              <a:gd name="connsiteX7309" fmla="*/ 1691461 w 5799173"/>
              <a:gd name="connsiteY7309" fmla="*/ 703846 h 5017219"/>
              <a:gd name="connsiteX7310" fmla="*/ 1681324 w 5799173"/>
              <a:gd name="connsiteY7310" fmla="*/ 686317 h 5017219"/>
              <a:gd name="connsiteX7311" fmla="*/ 1681324 w 5799173"/>
              <a:gd name="connsiteY7311" fmla="*/ 684905 h 5017219"/>
              <a:gd name="connsiteX7312" fmla="*/ 1691460 w 5799173"/>
              <a:gd name="connsiteY7312" fmla="*/ 667375 h 5017219"/>
              <a:gd name="connsiteX7313" fmla="*/ 1692706 w 5799173"/>
              <a:gd name="connsiteY7313" fmla="*/ 666627 h 5017219"/>
              <a:gd name="connsiteX7314" fmla="*/ 1712978 w 5799173"/>
              <a:gd name="connsiteY7314" fmla="*/ 666627 h 5017219"/>
              <a:gd name="connsiteX7315" fmla="*/ 1714223 w 5799173"/>
              <a:gd name="connsiteY7315" fmla="*/ 667375 h 5017219"/>
              <a:gd name="connsiteX7316" fmla="*/ 1724359 w 5799173"/>
              <a:gd name="connsiteY7316" fmla="*/ 684905 h 5017219"/>
              <a:gd name="connsiteX7317" fmla="*/ 1724359 w 5799173"/>
              <a:gd name="connsiteY7317" fmla="*/ 686316 h 5017219"/>
              <a:gd name="connsiteX7318" fmla="*/ 1714223 w 5799173"/>
              <a:gd name="connsiteY7318" fmla="*/ 703846 h 5017219"/>
              <a:gd name="connsiteX7319" fmla="*/ 1712977 w 5799173"/>
              <a:gd name="connsiteY7319" fmla="*/ 704594 h 5017219"/>
              <a:gd name="connsiteX7320" fmla="*/ 4581645 w 5799173"/>
              <a:gd name="connsiteY7320" fmla="*/ 1478683 h 5017219"/>
              <a:gd name="connsiteX7321" fmla="*/ 4580400 w 5799173"/>
              <a:gd name="connsiteY7321" fmla="*/ 1477935 h 5017219"/>
              <a:gd name="connsiteX7322" fmla="*/ 4570264 w 5799173"/>
              <a:gd name="connsiteY7322" fmla="*/ 1460406 h 5017219"/>
              <a:gd name="connsiteX7323" fmla="*/ 4570264 w 5799173"/>
              <a:gd name="connsiteY7323" fmla="*/ 1458994 h 5017219"/>
              <a:gd name="connsiteX7324" fmla="*/ 4580400 w 5799173"/>
              <a:gd name="connsiteY7324" fmla="*/ 1441464 h 5017219"/>
              <a:gd name="connsiteX7325" fmla="*/ 4581646 w 5799173"/>
              <a:gd name="connsiteY7325" fmla="*/ 1440716 h 5017219"/>
              <a:gd name="connsiteX7326" fmla="*/ 4601917 w 5799173"/>
              <a:gd name="connsiteY7326" fmla="*/ 1440716 h 5017219"/>
              <a:gd name="connsiteX7327" fmla="*/ 4603163 w 5799173"/>
              <a:gd name="connsiteY7327" fmla="*/ 1441464 h 5017219"/>
              <a:gd name="connsiteX7328" fmla="*/ 4613298 w 5799173"/>
              <a:gd name="connsiteY7328" fmla="*/ 1458994 h 5017219"/>
              <a:gd name="connsiteX7329" fmla="*/ 4613299 w 5799173"/>
              <a:gd name="connsiteY7329" fmla="*/ 1460405 h 5017219"/>
              <a:gd name="connsiteX7330" fmla="*/ 4603163 w 5799173"/>
              <a:gd name="connsiteY7330" fmla="*/ 1477935 h 5017219"/>
              <a:gd name="connsiteX7331" fmla="*/ 4601917 w 5799173"/>
              <a:gd name="connsiteY7331" fmla="*/ 1478683 h 5017219"/>
              <a:gd name="connsiteX7332" fmla="*/ 4762204 w 5799173"/>
              <a:gd name="connsiteY7332" fmla="*/ 1527063 h 5017219"/>
              <a:gd name="connsiteX7333" fmla="*/ 4760958 w 5799173"/>
              <a:gd name="connsiteY7333" fmla="*/ 1526316 h 5017219"/>
              <a:gd name="connsiteX7334" fmla="*/ 4750822 w 5799173"/>
              <a:gd name="connsiteY7334" fmla="*/ 1508786 h 5017219"/>
              <a:gd name="connsiteX7335" fmla="*/ 4750822 w 5799173"/>
              <a:gd name="connsiteY7335" fmla="*/ 1507374 h 5017219"/>
              <a:gd name="connsiteX7336" fmla="*/ 4760958 w 5799173"/>
              <a:gd name="connsiteY7336" fmla="*/ 1489844 h 5017219"/>
              <a:gd name="connsiteX7337" fmla="*/ 4762204 w 5799173"/>
              <a:gd name="connsiteY7337" fmla="*/ 1489096 h 5017219"/>
              <a:gd name="connsiteX7338" fmla="*/ 4782475 w 5799173"/>
              <a:gd name="connsiteY7338" fmla="*/ 1489096 h 5017219"/>
              <a:gd name="connsiteX7339" fmla="*/ 4783721 w 5799173"/>
              <a:gd name="connsiteY7339" fmla="*/ 1489844 h 5017219"/>
              <a:gd name="connsiteX7340" fmla="*/ 4793857 w 5799173"/>
              <a:gd name="connsiteY7340" fmla="*/ 1507374 h 5017219"/>
              <a:gd name="connsiteX7341" fmla="*/ 4793857 w 5799173"/>
              <a:gd name="connsiteY7341" fmla="*/ 1508786 h 5017219"/>
              <a:gd name="connsiteX7342" fmla="*/ 4783721 w 5799173"/>
              <a:gd name="connsiteY7342" fmla="*/ 1526316 h 5017219"/>
              <a:gd name="connsiteX7343" fmla="*/ 4782475 w 5799173"/>
              <a:gd name="connsiteY7343" fmla="*/ 1527063 h 5017219"/>
              <a:gd name="connsiteX7344" fmla="*/ 4882577 w 5799173"/>
              <a:gd name="connsiteY7344" fmla="*/ 1559317 h 5017219"/>
              <a:gd name="connsiteX7345" fmla="*/ 4881331 w 5799173"/>
              <a:gd name="connsiteY7345" fmla="*/ 1558570 h 5017219"/>
              <a:gd name="connsiteX7346" fmla="*/ 4871195 w 5799173"/>
              <a:gd name="connsiteY7346" fmla="*/ 1541040 h 5017219"/>
              <a:gd name="connsiteX7347" fmla="*/ 4871195 w 5799173"/>
              <a:gd name="connsiteY7347" fmla="*/ 1539628 h 5017219"/>
              <a:gd name="connsiteX7348" fmla="*/ 4881331 w 5799173"/>
              <a:gd name="connsiteY7348" fmla="*/ 1522098 h 5017219"/>
              <a:gd name="connsiteX7349" fmla="*/ 4882577 w 5799173"/>
              <a:gd name="connsiteY7349" fmla="*/ 1521350 h 5017219"/>
              <a:gd name="connsiteX7350" fmla="*/ 4902848 w 5799173"/>
              <a:gd name="connsiteY7350" fmla="*/ 1521350 h 5017219"/>
              <a:gd name="connsiteX7351" fmla="*/ 4904094 w 5799173"/>
              <a:gd name="connsiteY7351" fmla="*/ 1522098 h 5017219"/>
              <a:gd name="connsiteX7352" fmla="*/ 4914230 w 5799173"/>
              <a:gd name="connsiteY7352" fmla="*/ 1539628 h 5017219"/>
              <a:gd name="connsiteX7353" fmla="*/ 4914230 w 5799173"/>
              <a:gd name="connsiteY7353" fmla="*/ 1541040 h 5017219"/>
              <a:gd name="connsiteX7354" fmla="*/ 4904094 w 5799173"/>
              <a:gd name="connsiteY7354" fmla="*/ 1558570 h 5017219"/>
              <a:gd name="connsiteX7355" fmla="*/ 4902848 w 5799173"/>
              <a:gd name="connsiteY7355" fmla="*/ 1559317 h 5017219"/>
              <a:gd name="connsiteX7356" fmla="*/ 2354575 w 5799173"/>
              <a:gd name="connsiteY7356" fmla="*/ 882414 h 5017219"/>
              <a:gd name="connsiteX7357" fmla="*/ 2353329 w 5799173"/>
              <a:gd name="connsiteY7357" fmla="*/ 881666 h 5017219"/>
              <a:gd name="connsiteX7358" fmla="*/ 2343027 w 5799173"/>
              <a:gd name="connsiteY7358" fmla="*/ 863805 h 5017219"/>
              <a:gd name="connsiteX7359" fmla="*/ 2343028 w 5799173"/>
              <a:gd name="connsiteY7359" fmla="*/ 862309 h 5017219"/>
              <a:gd name="connsiteX7360" fmla="*/ 2353329 w 5799173"/>
              <a:gd name="connsiteY7360" fmla="*/ 844447 h 5017219"/>
              <a:gd name="connsiteX7361" fmla="*/ 2354576 w 5799173"/>
              <a:gd name="connsiteY7361" fmla="*/ 843699 h 5017219"/>
              <a:gd name="connsiteX7362" fmla="*/ 2375262 w 5799173"/>
              <a:gd name="connsiteY7362" fmla="*/ 843699 h 5017219"/>
              <a:gd name="connsiteX7363" fmla="*/ 2376508 w 5799173"/>
              <a:gd name="connsiteY7363" fmla="*/ 844447 h 5017219"/>
              <a:gd name="connsiteX7364" fmla="*/ 2386810 w 5799173"/>
              <a:gd name="connsiteY7364" fmla="*/ 862309 h 5017219"/>
              <a:gd name="connsiteX7365" fmla="*/ 2386811 w 5799173"/>
              <a:gd name="connsiteY7365" fmla="*/ 863805 h 5017219"/>
              <a:gd name="connsiteX7366" fmla="*/ 2376509 w 5799173"/>
              <a:gd name="connsiteY7366" fmla="*/ 881666 h 5017219"/>
              <a:gd name="connsiteX7367" fmla="*/ 2375261 w 5799173"/>
              <a:gd name="connsiteY7367" fmla="*/ 882414 h 5017219"/>
              <a:gd name="connsiteX7368" fmla="*/ 4701757 w 5799173"/>
              <a:gd name="connsiteY7368" fmla="*/ 1511434 h 5017219"/>
              <a:gd name="connsiteX7369" fmla="*/ 4700511 w 5799173"/>
              <a:gd name="connsiteY7369" fmla="*/ 1510687 h 5017219"/>
              <a:gd name="connsiteX7370" fmla="*/ 4690127 w 5799173"/>
              <a:gd name="connsiteY7370" fmla="*/ 1492742 h 5017219"/>
              <a:gd name="connsiteX7371" fmla="*/ 4690126 w 5799173"/>
              <a:gd name="connsiteY7371" fmla="*/ 1491246 h 5017219"/>
              <a:gd name="connsiteX7372" fmla="*/ 4700512 w 5799173"/>
              <a:gd name="connsiteY7372" fmla="*/ 1473301 h 5017219"/>
              <a:gd name="connsiteX7373" fmla="*/ 4701758 w 5799173"/>
              <a:gd name="connsiteY7373" fmla="*/ 1472553 h 5017219"/>
              <a:gd name="connsiteX7374" fmla="*/ 4722527 w 5799173"/>
              <a:gd name="connsiteY7374" fmla="*/ 1472553 h 5017219"/>
              <a:gd name="connsiteX7375" fmla="*/ 4723773 w 5799173"/>
              <a:gd name="connsiteY7375" fmla="*/ 1473301 h 5017219"/>
              <a:gd name="connsiteX7376" fmla="*/ 4734159 w 5799173"/>
              <a:gd name="connsiteY7376" fmla="*/ 1491246 h 5017219"/>
              <a:gd name="connsiteX7377" fmla="*/ 4734158 w 5799173"/>
              <a:gd name="connsiteY7377" fmla="*/ 1492742 h 5017219"/>
              <a:gd name="connsiteX7378" fmla="*/ 4723774 w 5799173"/>
              <a:gd name="connsiteY7378" fmla="*/ 1510687 h 5017219"/>
              <a:gd name="connsiteX7379" fmla="*/ 4722527 w 5799173"/>
              <a:gd name="connsiteY7379" fmla="*/ 1511434 h 5017219"/>
              <a:gd name="connsiteX7380" fmla="*/ 4822130 w 5799173"/>
              <a:gd name="connsiteY7380" fmla="*/ 1543688 h 5017219"/>
              <a:gd name="connsiteX7381" fmla="*/ 4820884 w 5799173"/>
              <a:gd name="connsiteY7381" fmla="*/ 1542940 h 5017219"/>
              <a:gd name="connsiteX7382" fmla="*/ 4810499 w 5799173"/>
              <a:gd name="connsiteY7382" fmla="*/ 1524996 h 5017219"/>
              <a:gd name="connsiteX7383" fmla="*/ 4810499 w 5799173"/>
              <a:gd name="connsiteY7383" fmla="*/ 1523500 h 5017219"/>
              <a:gd name="connsiteX7384" fmla="*/ 4820884 w 5799173"/>
              <a:gd name="connsiteY7384" fmla="*/ 1505554 h 5017219"/>
              <a:gd name="connsiteX7385" fmla="*/ 4822130 w 5799173"/>
              <a:gd name="connsiteY7385" fmla="*/ 1504807 h 5017219"/>
              <a:gd name="connsiteX7386" fmla="*/ 4842900 w 5799173"/>
              <a:gd name="connsiteY7386" fmla="*/ 1504807 h 5017219"/>
              <a:gd name="connsiteX7387" fmla="*/ 4844146 w 5799173"/>
              <a:gd name="connsiteY7387" fmla="*/ 1505555 h 5017219"/>
              <a:gd name="connsiteX7388" fmla="*/ 4854531 w 5799173"/>
              <a:gd name="connsiteY7388" fmla="*/ 1523499 h 5017219"/>
              <a:gd name="connsiteX7389" fmla="*/ 4854531 w 5799173"/>
              <a:gd name="connsiteY7389" fmla="*/ 1524995 h 5017219"/>
              <a:gd name="connsiteX7390" fmla="*/ 4844146 w 5799173"/>
              <a:gd name="connsiteY7390" fmla="*/ 1542941 h 5017219"/>
              <a:gd name="connsiteX7391" fmla="*/ 4842900 w 5799173"/>
              <a:gd name="connsiteY7391" fmla="*/ 1543687 h 5017219"/>
              <a:gd name="connsiteX7392" fmla="*/ 5002689 w 5799173"/>
              <a:gd name="connsiteY7392" fmla="*/ 1592068 h 5017219"/>
              <a:gd name="connsiteX7393" fmla="*/ 5001443 w 5799173"/>
              <a:gd name="connsiteY7393" fmla="*/ 1591321 h 5017219"/>
              <a:gd name="connsiteX7394" fmla="*/ 4991058 w 5799173"/>
              <a:gd name="connsiteY7394" fmla="*/ 1573376 h 5017219"/>
              <a:gd name="connsiteX7395" fmla="*/ 4991058 w 5799173"/>
              <a:gd name="connsiteY7395" fmla="*/ 1571880 h 5017219"/>
              <a:gd name="connsiteX7396" fmla="*/ 5001443 w 5799173"/>
              <a:gd name="connsiteY7396" fmla="*/ 1553935 h 5017219"/>
              <a:gd name="connsiteX7397" fmla="*/ 5002689 w 5799173"/>
              <a:gd name="connsiteY7397" fmla="*/ 1553187 h 5017219"/>
              <a:gd name="connsiteX7398" fmla="*/ 5023459 w 5799173"/>
              <a:gd name="connsiteY7398" fmla="*/ 1553187 h 5017219"/>
              <a:gd name="connsiteX7399" fmla="*/ 5024705 w 5799173"/>
              <a:gd name="connsiteY7399" fmla="*/ 1553935 h 5017219"/>
              <a:gd name="connsiteX7400" fmla="*/ 5035090 w 5799173"/>
              <a:gd name="connsiteY7400" fmla="*/ 1571880 h 5017219"/>
              <a:gd name="connsiteX7401" fmla="*/ 5035090 w 5799173"/>
              <a:gd name="connsiteY7401" fmla="*/ 1573376 h 5017219"/>
              <a:gd name="connsiteX7402" fmla="*/ 5024705 w 5799173"/>
              <a:gd name="connsiteY7402" fmla="*/ 1591321 h 5017219"/>
              <a:gd name="connsiteX7403" fmla="*/ 5023459 w 5799173"/>
              <a:gd name="connsiteY7403" fmla="*/ 1592068 h 5017219"/>
              <a:gd name="connsiteX7404" fmla="*/ 4942419 w 5799173"/>
              <a:gd name="connsiteY7404" fmla="*/ 1576025 h 5017219"/>
              <a:gd name="connsiteX7405" fmla="*/ 4941173 w 5799173"/>
              <a:gd name="connsiteY7405" fmla="*/ 1575277 h 5017219"/>
              <a:gd name="connsiteX7406" fmla="*/ 4930788 w 5799173"/>
              <a:gd name="connsiteY7406" fmla="*/ 1557249 h 5017219"/>
              <a:gd name="connsiteX7407" fmla="*/ 4930788 w 5799173"/>
              <a:gd name="connsiteY7407" fmla="*/ 1555753 h 5017219"/>
              <a:gd name="connsiteX7408" fmla="*/ 4941256 w 5799173"/>
              <a:gd name="connsiteY7408" fmla="*/ 1537725 h 5017219"/>
              <a:gd name="connsiteX7409" fmla="*/ 4942502 w 5799173"/>
              <a:gd name="connsiteY7409" fmla="*/ 1536978 h 5017219"/>
              <a:gd name="connsiteX7410" fmla="*/ 4963355 w 5799173"/>
              <a:gd name="connsiteY7410" fmla="*/ 1536978 h 5017219"/>
              <a:gd name="connsiteX7411" fmla="*/ 4964601 w 5799173"/>
              <a:gd name="connsiteY7411" fmla="*/ 1537725 h 5017219"/>
              <a:gd name="connsiteX7412" fmla="*/ 4974986 w 5799173"/>
              <a:gd name="connsiteY7412" fmla="*/ 1555753 h 5017219"/>
              <a:gd name="connsiteX7413" fmla="*/ 4974986 w 5799173"/>
              <a:gd name="connsiteY7413" fmla="*/ 1557249 h 5017219"/>
              <a:gd name="connsiteX7414" fmla="*/ 4964518 w 5799173"/>
              <a:gd name="connsiteY7414" fmla="*/ 1575277 h 5017219"/>
              <a:gd name="connsiteX7415" fmla="*/ 4963272 w 5799173"/>
              <a:gd name="connsiteY7415" fmla="*/ 1576025 h 5017219"/>
              <a:gd name="connsiteX7416" fmla="*/ 5122977 w 5799173"/>
              <a:gd name="connsiteY7416" fmla="*/ 1624487 h 5017219"/>
              <a:gd name="connsiteX7417" fmla="*/ 5121732 w 5799173"/>
              <a:gd name="connsiteY7417" fmla="*/ 1623741 h 5017219"/>
              <a:gd name="connsiteX7418" fmla="*/ 5111264 w 5799173"/>
              <a:gd name="connsiteY7418" fmla="*/ 1605629 h 5017219"/>
              <a:gd name="connsiteX7419" fmla="*/ 5111264 w 5799173"/>
              <a:gd name="connsiteY7419" fmla="*/ 1604134 h 5017219"/>
              <a:gd name="connsiteX7420" fmla="*/ 5121732 w 5799173"/>
              <a:gd name="connsiteY7420" fmla="*/ 1586022 h 5017219"/>
              <a:gd name="connsiteX7421" fmla="*/ 5122977 w 5799173"/>
              <a:gd name="connsiteY7421" fmla="*/ 1585275 h 5017219"/>
              <a:gd name="connsiteX7422" fmla="*/ 5143914 w 5799173"/>
              <a:gd name="connsiteY7422" fmla="*/ 1585275 h 5017219"/>
              <a:gd name="connsiteX7423" fmla="*/ 5145159 w 5799173"/>
              <a:gd name="connsiteY7423" fmla="*/ 1586022 h 5017219"/>
              <a:gd name="connsiteX7424" fmla="*/ 5155627 w 5799173"/>
              <a:gd name="connsiteY7424" fmla="*/ 1604134 h 5017219"/>
              <a:gd name="connsiteX7425" fmla="*/ 5155627 w 5799173"/>
              <a:gd name="connsiteY7425" fmla="*/ 1605629 h 5017219"/>
              <a:gd name="connsiteX7426" fmla="*/ 5145159 w 5799173"/>
              <a:gd name="connsiteY7426" fmla="*/ 1623741 h 5017219"/>
              <a:gd name="connsiteX7427" fmla="*/ 5143914 w 5799173"/>
              <a:gd name="connsiteY7427" fmla="*/ 1624488 h 5017219"/>
              <a:gd name="connsiteX7428" fmla="*/ 5062732 w 5799173"/>
              <a:gd name="connsiteY7428" fmla="*/ 1608437 h 5017219"/>
              <a:gd name="connsiteX7429" fmla="*/ 5061485 w 5799173"/>
              <a:gd name="connsiteY7429" fmla="*/ 1607689 h 5017219"/>
              <a:gd name="connsiteX7430" fmla="*/ 5050934 w 5799173"/>
              <a:gd name="connsiteY7430" fmla="*/ 1589411 h 5017219"/>
              <a:gd name="connsiteX7431" fmla="*/ 5050934 w 5799173"/>
              <a:gd name="connsiteY7431" fmla="*/ 1587916 h 5017219"/>
              <a:gd name="connsiteX7432" fmla="*/ 5061486 w 5799173"/>
              <a:gd name="connsiteY7432" fmla="*/ 1569638 h 5017219"/>
              <a:gd name="connsiteX7433" fmla="*/ 5062731 w 5799173"/>
              <a:gd name="connsiteY7433" fmla="*/ 1568891 h 5017219"/>
              <a:gd name="connsiteX7434" fmla="*/ 5083751 w 5799173"/>
              <a:gd name="connsiteY7434" fmla="*/ 1568891 h 5017219"/>
              <a:gd name="connsiteX7435" fmla="*/ 5084997 w 5799173"/>
              <a:gd name="connsiteY7435" fmla="*/ 1569638 h 5017219"/>
              <a:gd name="connsiteX7436" fmla="*/ 5095548 w 5799173"/>
              <a:gd name="connsiteY7436" fmla="*/ 1587916 h 5017219"/>
              <a:gd name="connsiteX7437" fmla="*/ 5095548 w 5799173"/>
              <a:gd name="connsiteY7437" fmla="*/ 1589411 h 5017219"/>
              <a:gd name="connsiteX7438" fmla="*/ 5084996 w 5799173"/>
              <a:gd name="connsiteY7438" fmla="*/ 1607689 h 5017219"/>
              <a:gd name="connsiteX7439" fmla="*/ 5083750 w 5799173"/>
              <a:gd name="connsiteY7439" fmla="*/ 1608437 h 5017219"/>
              <a:gd name="connsiteX7440" fmla="*/ 1812650 w 5799173"/>
              <a:gd name="connsiteY7440" fmla="*/ 737771 h 5017219"/>
              <a:gd name="connsiteX7441" fmla="*/ 1811321 w 5799173"/>
              <a:gd name="connsiteY7441" fmla="*/ 737023 h 5017219"/>
              <a:gd name="connsiteX7442" fmla="*/ 1800770 w 5799173"/>
              <a:gd name="connsiteY7442" fmla="*/ 718663 h 5017219"/>
              <a:gd name="connsiteX7443" fmla="*/ 1800770 w 5799173"/>
              <a:gd name="connsiteY7443" fmla="*/ 717167 h 5017219"/>
              <a:gd name="connsiteX7444" fmla="*/ 1811321 w 5799173"/>
              <a:gd name="connsiteY7444" fmla="*/ 698806 h 5017219"/>
              <a:gd name="connsiteX7445" fmla="*/ 1812650 w 5799173"/>
              <a:gd name="connsiteY7445" fmla="*/ 698058 h 5017219"/>
              <a:gd name="connsiteX7446" fmla="*/ 1833836 w 5799173"/>
              <a:gd name="connsiteY7446" fmla="*/ 698059 h 5017219"/>
              <a:gd name="connsiteX7447" fmla="*/ 1835165 w 5799173"/>
              <a:gd name="connsiteY7447" fmla="*/ 698807 h 5017219"/>
              <a:gd name="connsiteX7448" fmla="*/ 1845716 w 5799173"/>
              <a:gd name="connsiteY7448" fmla="*/ 717167 h 5017219"/>
              <a:gd name="connsiteX7449" fmla="*/ 1845716 w 5799173"/>
              <a:gd name="connsiteY7449" fmla="*/ 718663 h 5017219"/>
              <a:gd name="connsiteX7450" fmla="*/ 1835165 w 5799173"/>
              <a:gd name="connsiteY7450" fmla="*/ 737022 h 5017219"/>
              <a:gd name="connsiteX7451" fmla="*/ 1833836 w 5799173"/>
              <a:gd name="connsiteY7451" fmla="*/ 737770 h 5017219"/>
              <a:gd name="connsiteX7452" fmla="*/ 2414512 w 5799173"/>
              <a:gd name="connsiteY7452" fmla="*/ 899039 h 5017219"/>
              <a:gd name="connsiteX7453" fmla="*/ 2413183 w 5799173"/>
              <a:gd name="connsiteY7453" fmla="*/ 898291 h 5017219"/>
              <a:gd name="connsiteX7454" fmla="*/ 2402633 w 5799173"/>
              <a:gd name="connsiteY7454" fmla="*/ 879931 h 5017219"/>
              <a:gd name="connsiteX7455" fmla="*/ 2402632 w 5799173"/>
              <a:gd name="connsiteY7455" fmla="*/ 878435 h 5017219"/>
              <a:gd name="connsiteX7456" fmla="*/ 2413183 w 5799173"/>
              <a:gd name="connsiteY7456" fmla="*/ 860075 h 5017219"/>
              <a:gd name="connsiteX7457" fmla="*/ 2414513 w 5799173"/>
              <a:gd name="connsiteY7457" fmla="*/ 859327 h 5017219"/>
              <a:gd name="connsiteX7458" fmla="*/ 2435699 w 5799173"/>
              <a:gd name="connsiteY7458" fmla="*/ 859327 h 5017219"/>
              <a:gd name="connsiteX7459" fmla="*/ 2437027 w 5799173"/>
              <a:gd name="connsiteY7459" fmla="*/ 860075 h 5017219"/>
              <a:gd name="connsiteX7460" fmla="*/ 2447578 w 5799173"/>
              <a:gd name="connsiteY7460" fmla="*/ 878435 h 5017219"/>
              <a:gd name="connsiteX7461" fmla="*/ 2447579 w 5799173"/>
              <a:gd name="connsiteY7461" fmla="*/ 879931 h 5017219"/>
              <a:gd name="connsiteX7462" fmla="*/ 2437028 w 5799173"/>
              <a:gd name="connsiteY7462" fmla="*/ 898291 h 5017219"/>
              <a:gd name="connsiteX7463" fmla="*/ 2435698 w 5799173"/>
              <a:gd name="connsiteY7463" fmla="*/ 899039 h 5017219"/>
              <a:gd name="connsiteX7464" fmla="*/ 1993128 w 5799173"/>
              <a:gd name="connsiteY7464" fmla="*/ 786224 h 5017219"/>
              <a:gd name="connsiteX7465" fmla="*/ 1991799 w 5799173"/>
              <a:gd name="connsiteY7465" fmla="*/ 785476 h 5017219"/>
              <a:gd name="connsiteX7466" fmla="*/ 1981165 w 5799173"/>
              <a:gd name="connsiteY7466" fmla="*/ 767032 h 5017219"/>
              <a:gd name="connsiteX7467" fmla="*/ 1981165 w 5799173"/>
              <a:gd name="connsiteY7467" fmla="*/ 765537 h 5017219"/>
              <a:gd name="connsiteX7468" fmla="*/ 1991799 w 5799173"/>
              <a:gd name="connsiteY7468" fmla="*/ 747093 h 5017219"/>
              <a:gd name="connsiteX7469" fmla="*/ 1993128 w 5799173"/>
              <a:gd name="connsiteY7469" fmla="*/ 746345 h 5017219"/>
              <a:gd name="connsiteX7470" fmla="*/ 2014397 w 5799173"/>
              <a:gd name="connsiteY7470" fmla="*/ 746346 h 5017219"/>
              <a:gd name="connsiteX7471" fmla="*/ 2015726 w 5799173"/>
              <a:gd name="connsiteY7471" fmla="*/ 747094 h 5017219"/>
              <a:gd name="connsiteX7472" fmla="*/ 2026360 w 5799173"/>
              <a:gd name="connsiteY7472" fmla="*/ 765536 h 5017219"/>
              <a:gd name="connsiteX7473" fmla="*/ 2026360 w 5799173"/>
              <a:gd name="connsiteY7473" fmla="*/ 767032 h 5017219"/>
              <a:gd name="connsiteX7474" fmla="*/ 2015726 w 5799173"/>
              <a:gd name="connsiteY7474" fmla="*/ 785476 h 5017219"/>
              <a:gd name="connsiteX7475" fmla="*/ 2014397 w 5799173"/>
              <a:gd name="connsiteY7475" fmla="*/ 786223 h 5017219"/>
              <a:gd name="connsiteX7476" fmla="*/ 1752299 w 5799173"/>
              <a:gd name="connsiteY7476" fmla="*/ 721800 h 5017219"/>
              <a:gd name="connsiteX7477" fmla="*/ 1750969 w 5799173"/>
              <a:gd name="connsiteY7477" fmla="*/ 721052 h 5017219"/>
              <a:gd name="connsiteX7478" fmla="*/ 1740335 w 5799173"/>
              <a:gd name="connsiteY7478" fmla="*/ 702526 h 5017219"/>
              <a:gd name="connsiteX7479" fmla="*/ 1740336 w 5799173"/>
              <a:gd name="connsiteY7479" fmla="*/ 701030 h 5017219"/>
              <a:gd name="connsiteX7480" fmla="*/ 1751052 w 5799173"/>
              <a:gd name="connsiteY7480" fmla="*/ 682503 h 5017219"/>
              <a:gd name="connsiteX7481" fmla="*/ 1752381 w 5799173"/>
              <a:gd name="connsiteY7481" fmla="*/ 681756 h 5017219"/>
              <a:gd name="connsiteX7482" fmla="*/ 1773733 w 5799173"/>
              <a:gd name="connsiteY7482" fmla="*/ 681756 h 5017219"/>
              <a:gd name="connsiteX7483" fmla="*/ 1775062 w 5799173"/>
              <a:gd name="connsiteY7483" fmla="*/ 682503 h 5017219"/>
              <a:gd name="connsiteX7484" fmla="*/ 1785696 w 5799173"/>
              <a:gd name="connsiteY7484" fmla="*/ 701030 h 5017219"/>
              <a:gd name="connsiteX7485" fmla="*/ 1785696 w 5799173"/>
              <a:gd name="connsiteY7485" fmla="*/ 702526 h 5017219"/>
              <a:gd name="connsiteX7486" fmla="*/ 1774979 w 5799173"/>
              <a:gd name="connsiteY7486" fmla="*/ 721052 h 5017219"/>
              <a:gd name="connsiteX7487" fmla="*/ 1773650 w 5799173"/>
              <a:gd name="connsiteY7487" fmla="*/ 721800 h 5017219"/>
              <a:gd name="connsiteX7488" fmla="*/ 1932859 w 5799173"/>
              <a:gd name="connsiteY7488" fmla="*/ 770263 h 5017219"/>
              <a:gd name="connsiteX7489" fmla="*/ 1931529 w 5799173"/>
              <a:gd name="connsiteY7489" fmla="*/ 769516 h 5017219"/>
              <a:gd name="connsiteX7490" fmla="*/ 1920812 w 5799173"/>
              <a:gd name="connsiteY7490" fmla="*/ 750905 h 5017219"/>
              <a:gd name="connsiteX7491" fmla="*/ 1920812 w 5799173"/>
              <a:gd name="connsiteY7491" fmla="*/ 749410 h 5017219"/>
              <a:gd name="connsiteX7492" fmla="*/ 1931529 w 5799173"/>
              <a:gd name="connsiteY7492" fmla="*/ 730800 h 5017219"/>
              <a:gd name="connsiteX7493" fmla="*/ 1932859 w 5799173"/>
              <a:gd name="connsiteY7493" fmla="*/ 730052 h 5017219"/>
              <a:gd name="connsiteX7494" fmla="*/ 1954293 w 5799173"/>
              <a:gd name="connsiteY7494" fmla="*/ 730053 h 5017219"/>
              <a:gd name="connsiteX7495" fmla="*/ 1955622 w 5799173"/>
              <a:gd name="connsiteY7495" fmla="*/ 730799 h 5017219"/>
              <a:gd name="connsiteX7496" fmla="*/ 1966339 w 5799173"/>
              <a:gd name="connsiteY7496" fmla="*/ 749410 h 5017219"/>
              <a:gd name="connsiteX7497" fmla="*/ 1966339 w 5799173"/>
              <a:gd name="connsiteY7497" fmla="*/ 750906 h 5017219"/>
              <a:gd name="connsiteX7498" fmla="*/ 1955622 w 5799173"/>
              <a:gd name="connsiteY7498" fmla="*/ 769516 h 5017219"/>
              <a:gd name="connsiteX7499" fmla="*/ 1954293 w 5799173"/>
              <a:gd name="connsiteY7499" fmla="*/ 770263 h 5017219"/>
              <a:gd name="connsiteX7500" fmla="*/ 2956023 w 5799173"/>
              <a:gd name="connsiteY7500" fmla="*/ 1044419 h 5017219"/>
              <a:gd name="connsiteX7501" fmla="*/ 2954694 w 5799173"/>
              <a:gd name="connsiteY7501" fmla="*/ 1043672 h 5017219"/>
              <a:gd name="connsiteX7502" fmla="*/ 2943977 w 5799173"/>
              <a:gd name="connsiteY7502" fmla="*/ 1025062 h 5017219"/>
              <a:gd name="connsiteX7503" fmla="*/ 2943978 w 5799173"/>
              <a:gd name="connsiteY7503" fmla="*/ 1023566 h 5017219"/>
              <a:gd name="connsiteX7504" fmla="*/ 2954695 w 5799173"/>
              <a:gd name="connsiteY7504" fmla="*/ 1004956 h 5017219"/>
              <a:gd name="connsiteX7505" fmla="*/ 2956024 w 5799173"/>
              <a:gd name="connsiteY7505" fmla="*/ 1004209 h 5017219"/>
              <a:gd name="connsiteX7506" fmla="*/ 2977459 w 5799173"/>
              <a:gd name="connsiteY7506" fmla="*/ 1004209 h 5017219"/>
              <a:gd name="connsiteX7507" fmla="*/ 2978788 w 5799173"/>
              <a:gd name="connsiteY7507" fmla="*/ 1004956 h 5017219"/>
              <a:gd name="connsiteX7508" fmla="*/ 2989505 w 5799173"/>
              <a:gd name="connsiteY7508" fmla="*/ 1023566 h 5017219"/>
              <a:gd name="connsiteX7509" fmla="*/ 2989505 w 5799173"/>
              <a:gd name="connsiteY7509" fmla="*/ 1025062 h 5017219"/>
              <a:gd name="connsiteX7510" fmla="*/ 2978787 w 5799173"/>
              <a:gd name="connsiteY7510" fmla="*/ 1043672 h 5017219"/>
              <a:gd name="connsiteX7511" fmla="*/ 2977459 w 5799173"/>
              <a:gd name="connsiteY7511" fmla="*/ 1044419 h 5017219"/>
              <a:gd name="connsiteX7512" fmla="*/ 3076314 w 5799173"/>
              <a:gd name="connsiteY7512" fmla="*/ 1076756 h 5017219"/>
              <a:gd name="connsiteX7513" fmla="*/ 3074984 w 5799173"/>
              <a:gd name="connsiteY7513" fmla="*/ 1076009 h 5017219"/>
              <a:gd name="connsiteX7514" fmla="*/ 3064185 w 5799173"/>
              <a:gd name="connsiteY7514" fmla="*/ 1057316 h 5017219"/>
              <a:gd name="connsiteX7515" fmla="*/ 3064184 w 5799173"/>
              <a:gd name="connsiteY7515" fmla="*/ 1055820 h 5017219"/>
              <a:gd name="connsiteX7516" fmla="*/ 3074984 w 5799173"/>
              <a:gd name="connsiteY7516" fmla="*/ 1037127 h 5017219"/>
              <a:gd name="connsiteX7517" fmla="*/ 3076314 w 5799173"/>
              <a:gd name="connsiteY7517" fmla="*/ 1036380 h 5017219"/>
              <a:gd name="connsiteX7518" fmla="*/ 3097914 w 5799173"/>
              <a:gd name="connsiteY7518" fmla="*/ 1036380 h 5017219"/>
              <a:gd name="connsiteX7519" fmla="*/ 3099243 w 5799173"/>
              <a:gd name="connsiteY7519" fmla="*/ 1037127 h 5017219"/>
              <a:gd name="connsiteX7520" fmla="*/ 3110044 w 5799173"/>
              <a:gd name="connsiteY7520" fmla="*/ 1055820 h 5017219"/>
              <a:gd name="connsiteX7521" fmla="*/ 3110045 w 5799173"/>
              <a:gd name="connsiteY7521" fmla="*/ 1057316 h 5017219"/>
              <a:gd name="connsiteX7522" fmla="*/ 3099244 w 5799173"/>
              <a:gd name="connsiteY7522" fmla="*/ 1076009 h 5017219"/>
              <a:gd name="connsiteX7523" fmla="*/ 3097914 w 5799173"/>
              <a:gd name="connsiteY7523" fmla="*/ 1076756 h 5017219"/>
              <a:gd name="connsiteX7524" fmla="*/ 1872588 w 5799173"/>
              <a:gd name="connsiteY7524" fmla="*/ 754219 h 5017219"/>
              <a:gd name="connsiteX7525" fmla="*/ 1871259 w 5799173"/>
              <a:gd name="connsiteY7525" fmla="*/ 753472 h 5017219"/>
              <a:gd name="connsiteX7526" fmla="*/ 1860459 w 5799173"/>
              <a:gd name="connsiteY7526" fmla="*/ 734779 h 5017219"/>
              <a:gd name="connsiteX7527" fmla="*/ 1860459 w 5799173"/>
              <a:gd name="connsiteY7527" fmla="*/ 733283 h 5017219"/>
              <a:gd name="connsiteX7528" fmla="*/ 1871259 w 5799173"/>
              <a:gd name="connsiteY7528" fmla="*/ 714590 h 5017219"/>
              <a:gd name="connsiteX7529" fmla="*/ 1872588 w 5799173"/>
              <a:gd name="connsiteY7529" fmla="*/ 713843 h 5017219"/>
              <a:gd name="connsiteX7530" fmla="*/ 1894189 w 5799173"/>
              <a:gd name="connsiteY7530" fmla="*/ 713843 h 5017219"/>
              <a:gd name="connsiteX7531" fmla="*/ 1895518 w 5799173"/>
              <a:gd name="connsiteY7531" fmla="*/ 714590 h 5017219"/>
              <a:gd name="connsiteX7532" fmla="*/ 1906319 w 5799173"/>
              <a:gd name="connsiteY7532" fmla="*/ 733282 h 5017219"/>
              <a:gd name="connsiteX7533" fmla="*/ 1906319 w 5799173"/>
              <a:gd name="connsiteY7533" fmla="*/ 734779 h 5017219"/>
              <a:gd name="connsiteX7534" fmla="*/ 1895518 w 5799173"/>
              <a:gd name="connsiteY7534" fmla="*/ 753471 h 5017219"/>
              <a:gd name="connsiteX7535" fmla="*/ 1894189 w 5799173"/>
              <a:gd name="connsiteY7535" fmla="*/ 754218 h 5017219"/>
              <a:gd name="connsiteX7536" fmla="*/ 2474449 w 5799173"/>
              <a:gd name="connsiteY7536" fmla="*/ 915583 h 5017219"/>
              <a:gd name="connsiteX7537" fmla="*/ 2473120 w 5799173"/>
              <a:gd name="connsiteY7537" fmla="*/ 914835 h 5017219"/>
              <a:gd name="connsiteX7538" fmla="*/ 2462320 w 5799173"/>
              <a:gd name="connsiteY7538" fmla="*/ 896059 h 5017219"/>
              <a:gd name="connsiteX7539" fmla="*/ 2462320 w 5799173"/>
              <a:gd name="connsiteY7539" fmla="*/ 894563 h 5017219"/>
              <a:gd name="connsiteX7540" fmla="*/ 2473120 w 5799173"/>
              <a:gd name="connsiteY7540" fmla="*/ 875788 h 5017219"/>
              <a:gd name="connsiteX7541" fmla="*/ 2474449 w 5799173"/>
              <a:gd name="connsiteY7541" fmla="*/ 875040 h 5017219"/>
              <a:gd name="connsiteX7542" fmla="*/ 2496133 w 5799173"/>
              <a:gd name="connsiteY7542" fmla="*/ 875040 h 5017219"/>
              <a:gd name="connsiteX7543" fmla="*/ 2497463 w 5799173"/>
              <a:gd name="connsiteY7543" fmla="*/ 875788 h 5017219"/>
              <a:gd name="connsiteX7544" fmla="*/ 2508263 w 5799173"/>
              <a:gd name="connsiteY7544" fmla="*/ 894563 h 5017219"/>
              <a:gd name="connsiteX7545" fmla="*/ 2508263 w 5799173"/>
              <a:gd name="connsiteY7545" fmla="*/ 896059 h 5017219"/>
              <a:gd name="connsiteX7546" fmla="*/ 2497463 w 5799173"/>
              <a:gd name="connsiteY7546" fmla="*/ 914835 h 5017219"/>
              <a:gd name="connsiteX7547" fmla="*/ 2496133 w 5799173"/>
              <a:gd name="connsiteY7547" fmla="*/ 915583 h 5017219"/>
              <a:gd name="connsiteX7548" fmla="*/ 2534635 w 5799173"/>
              <a:gd name="connsiteY7548" fmla="*/ 931710 h 5017219"/>
              <a:gd name="connsiteX7549" fmla="*/ 2533306 w 5799173"/>
              <a:gd name="connsiteY7549" fmla="*/ 930962 h 5017219"/>
              <a:gd name="connsiteX7550" fmla="*/ 2522506 w 5799173"/>
              <a:gd name="connsiteY7550" fmla="*/ 912186 h 5017219"/>
              <a:gd name="connsiteX7551" fmla="*/ 2522506 w 5799173"/>
              <a:gd name="connsiteY7551" fmla="*/ 910690 h 5017219"/>
              <a:gd name="connsiteX7552" fmla="*/ 2533306 w 5799173"/>
              <a:gd name="connsiteY7552" fmla="*/ 891915 h 5017219"/>
              <a:gd name="connsiteX7553" fmla="*/ 2534635 w 5799173"/>
              <a:gd name="connsiteY7553" fmla="*/ 891167 h 5017219"/>
              <a:gd name="connsiteX7554" fmla="*/ 2556319 w 5799173"/>
              <a:gd name="connsiteY7554" fmla="*/ 891167 h 5017219"/>
              <a:gd name="connsiteX7555" fmla="*/ 2557649 w 5799173"/>
              <a:gd name="connsiteY7555" fmla="*/ 891915 h 5017219"/>
              <a:gd name="connsiteX7556" fmla="*/ 2568449 w 5799173"/>
              <a:gd name="connsiteY7556" fmla="*/ 910690 h 5017219"/>
              <a:gd name="connsiteX7557" fmla="*/ 2568449 w 5799173"/>
              <a:gd name="connsiteY7557" fmla="*/ 912186 h 5017219"/>
              <a:gd name="connsiteX7558" fmla="*/ 2557649 w 5799173"/>
              <a:gd name="connsiteY7558" fmla="*/ 930962 h 5017219"/>
              <a:gd name="connsiteX7559" fmla="*/ 2556319 w 5799173"/>
              <a:gd name="connsiteY7559" fmla="*/ 931710 h 5017219"/>
              <a:gd name="connsiteX7560" fmla="*/ 2594822 w 5799173"/>
              <a:gd name="connsiteY7560" fmla="*/ 947837 h 5017219"/>
              <a:gd name="connsiteX7561" fmla="*/ 2593493 w 5799173"/>
              <a:gd name="connsiteY7561" fmla="*/ 947089 h 5017219"/>
              <a:gd name="connsiteX7562" fmla="*/ 2582693 w 5799173"/>
              <a:gd name="connsiteY7562" fmla="*/ 928313 h 5017219"/>
              <a:gd name="connsiteX7563" fmla="*/ 2582693 w 5799173"/>
              <a:gd name="connsiteY7563" fmla="*/ 926817 h 5017219"/>
              <a:gd name="connsiteX7564" fmla="*/ 2593493 w 5799173"/>
              <a:gd name="connsiteY7564" fmla="*/ 908042 h 5017219"/>
              <a:gd name="connsiteX7565" fmla="*/ 2594822 w 5799173"/>
              <a:gd name="connsiteY7565" fmla="*/ 907294 h 5017219"/>
              <a:gd name="connsiteX7566" fmla="*/ 2616506 w 5799173"/>
              <a:gd name="connsiteY7566" fmla="*/ 907294 h 5017219"/>
              <a:gd name="connsiteX7567" fmla="*/ 2617835 w 5799173"/>
              <a:gd name="connsiteY7567" fmla="*/ 908042 h 5017219"/>
              <a:gd name="connsiteX7568" fmla="*/ 2628636 w 5799173"/>
              <a:gd name="connsiteY7568" fmla="*/ 926817 h 5017219"/>
              <a:gd name="connsiteX7569" fmla="*/ 2628636 w 5799173"/>
              <a:gd name="connsiteY7569" fmla="*/ 928313 h 5017219"/>
              <a:gd name="connsiteX7570" fmla="*/ 2617835 w 5799173"/>
              <a:gd name="connsiteY7570" fmla="*/ 947089 h 5017219"/>
              <a:gd name="connsiteX7571" fmla="*/ 2616506 w 5799173"/>
              <a:gd name="connsiteY7571" fmla="*/ 947837 h 5017219"/>
              <a:gd name="connsiteX7572" fmla="*/ 2655007 w 5799173"/>
              <a:gd name="connsiteY7572" fmla="*/ 963964 h 5017219"/>
              <a:gd name="connsiteX7573" fmla="*/ 2653679 w 5799173"/>
              <a:gd name="connsiteY7573" fmla="*/ 963216 h 5017219"/>
              <a:gd name="connsiteX7574" fmla="*/ 2642879 w 5799173"/>
              <a:gd name="connsiteY7574" fmla="*/ 944440 h 5017219"/>
              <a:gd name="connsiteX7575" fmla="*/ 2642879 w 5799173"/>
              <a:gd name="connsiteY7575" fmla="*/ 942944 h 5017219"/>
              <a:gd name="connsiteX7576" fmla="*/ 2653679 w 5799173"/>
              <a:gd name="connsiteY7576" fmla="*/ 924169 h 5017219"/>
              <a:gd name="connsiteX7577" fmla="*/ 2655008 w 5799173"/>
              <a:gd name="connsiteY7577" fmla="*/ 923421 h 5017219"/>
              <a:gd name="connsiteX7578" fmla="*/ 2676692 w 5799173"/>
              <a:gd name="connsiteY7578" fmla="*/ 923420 h 5017219"/>
              <a:gd name="connsiteX7579" fmla="*/ 2678021 w 5799173"/>
              <a:gd name="connsiteY7579" fmla="*/ 924168 h 5017219"/>
              <a:gd name="connsiteX7580" fmla="*/ 2688822 w 5799173"/>
              <a:gd name="connsiteY7580" fmla="*/ 942944 h 5017219"/>
              <a:gd name="connsiteX7581" fmla="*/ 2688822 w 5799173"/>
              <a:gd name="connsiteY7581" fmla="*/ 944440 h 5017219"/>
              <a:gd name="connsiteX7582" fmla="*/ 2678021 w 5799173"/>
              <a:gd name="connsiteY7582" fmla="*/ 963215 h 5017219"/>
              <a:gd name="connsiteX7583" fmla="*/ 2676692 w 5799173"/>
              <a:gd name="connsiteY7583" fmla="*/ 963963 h 5017219"/>
              <a:gd name="connsiteX7584" fmla="*/ 2775380 w 5799173"/>
              <a:gd name="connsiteY7584" fmla="*/ 996217 h 5017219"/>
              <a:gd name="connsiteX7585" fmla="*/ 2774051 w 5799173"/>
              <a:gd name="connsiteY7585" fmla="*/ 995469 h 5017219"/>
              <a:gd name="connsiteX7586" fmla="*/ 2763252 w 5799173"/>
              <a:gd name="connsiteY7586" fmla="*/ 976693 h 5017219"/>
              <a:gd name="connsiteX7587" fmla="*/ 2763251 w 5799173"/>
              <a:gd name="connsiteY7587" fmla="*/ 975197 h 5017219"/>
              <a:gd name="connsiteX7588" fmla="*/ 2774052 w 5799173"/>
              <a:gd name="connsiteY7588" fmla="*/ 956422 h 5017219"/>
              <a:gd name="connsiteX7589" fmla="*/ 2775380 w 5799173"/>
              <a:gd name="connsiteY7589" fmla="*/ 955674 h 5017219"/>
              <a:gd name="connsiteX7590" fmla="*/ 2797064 w 5799173"/>
              <a:gd name="connsiteY7590" fmla="*/ 955674 h 5017219"/>
              <a:gd name="connsiteX7591" fmla="*/ 2798394 w 5799173"/>
              <a:gd name="connsiteY7591" fmla="*/ 956422 h 5017219"/>
              <a:gd name="connsiteX7592" fmla="*/ 2809194 w 5799173"/>
              <a:gd name="connsiteY7592" fmla="*/ 975197 h 5017219"/>
              <a:gd name="connsiteX7593" fmla="*/ 2809195 w 5799173"/>
              <a:gd name="connsiteY7593" fmla="*/ 976693 h 5017219"/>
              <a:gd name="connsiteX7594" fmla="*/ 2798393 w 5799173"/>
              <a:gd name="connsiteY7594" fmla="*/ 995469 h 5017219"/>
              <a:gd name="connsiteX7595" fmla="*/ 2797065 w 5799173"/>
              <a:gd name="connsiteY7595" fmla="*/ 996217 h 5017219"/>
              <a:gd name="connsiteX7596" fmla="*/ 2835566 w 5799173"/>
              <a:gd name="connsiteY7596" fmla="*/ 1012344 h 5017219"/>
              <a:gd name="connsiteX7597" fmla="*/ 2834237 w 5799173"/>
              <a:gd name="connsiteY7597" fmla="*/ 1011596 h 5017219"/>
              <a:gd name="connsiteX7598" fmla="*/ 2823437 w 5799173"/>
              <a:gd name="connsiteY7598" fmla="*/ 992820 h 5017219"/>
              <a:gd name="connsiteX7599" fmla="*/ 2823437 w 5799173"/>
              <a:gd name="connsiteY7599" fmla="*/ 991324 h 5017219"/>
              <a:gd name="connsiteX7600" fmla="*/ 2834237 w 5799173"/>
              <a:gd name="connsiteY7600" fmla="*/ 972549 h 5017219"/>
              <a:gd name="connsiteX7601" fmla="*/ 2835566 w 5799173"/>
              <a:gd name="connsiteY7601" fmla="*/ 971801 h 5017219"/>
              <a:gd name="connsiteX7602" fmla="*/ 2857250 w 5799173"/>
              <a:gd name="connsiteY7602" fmla="*/ 971801 h 5017219"/>
              <a:gd name="connsiteX7603" fmla="*/ 2858579 w 5799173"/>
              <a:gd name="connsiteY7603" fmla="*/ 972549 h 5017219"/>
              <a:gd name="connsiteX7604" fmla="*/ 2869380 w 5799173"/>
              <a:gd name="connsiteY7604" fmla="*/ 991324 h 5017219"/>
              <a:gd name="connsiteX7605" fmla="*/ 2869380 w 5799173"/>
              <a:gd name="connsiteY7605" fmla="*/ 992820 h 5017219"/>
              <a:gd name="connsiteX7606" fmla="*/ 2858579 w 5799173"/>
              <a:gd name="connsiteY7606" fmla="*/ 1011596 h 5017219"/>
              <a:gd name="connsiteX7607" fmla="*/ 2857250 w 5799173"/>
              <a:gd name="connsiteY7607" fmla="*/ 1012344 h 5017219"/>
              <a:gd name="connsiteX7608" fmla="*/ 3016125 w 5799173"/>
              <a:gd name="connsiteY7608" fmla="*/ 1060725 h 5017219"/>
              <a:gd name="connsiteX7609" fmla="*/ 3014796 w 5799173"/>
              <a:gd name="connsiteY7609" fmla="*/ 1059977 h 5017219"/>
              <a:gd name="connsiteX7610" fmla="*/ 3003996 w 5799173"/>
              <a:gd name="connsiteY7610" fmla="*/ 1041201 h 5017219"/>
              <a:gd name="connsiteX7611" fmla="*/ 3003996 w 5799173"/>
              <a:gd name="connsiteY7611" fmla="*/ 1039705 h 5017219"/>
              <a:gd name="connsiteX7612" fmla="*/ 3014796 w 5799173"/>
              <a:gd name="connsiteY7612" fmla="*/ 1020930 h 5017219"/>
              <a:gd name="connsiteX7613" fmla="*/ 3016125 w 5799173"/>
              <a:gd name="connsiteY7613" fmla="*/ 1020182 h 5017219"/>
              <a:gd name="connsiteX7614" fmla="*/ 3037809 w 5799173"/>
              <a:gd name="connsiteY7614" fmla="*/ 1020181 h 5017219"/>
              <a:gd name="connsiteX7615" fmla="*/ 3039138 w 5799173"/>
              <a:gd name="connsiteY7615" fmla="*/ 1020929 h 5017219"/>
              <a:gd name="connsiteX7616" fmla="*/ 3049939 w 5799173"/>
              <a:gd name="connsiteY7616" fmla="*/ 1039705 h 5017219"/>
              <a:gd name="connsiteX7617" fmla="*/ 3049939 w 5799173"/>
              <a:gd name="connsiteY7617" fmla="*/ 1041201 h 5017219"/>
              <a:gd name="connsiteX7618" fmla="*/ 3039138 w 5799173"/>
              <a:gd name="connsiteY7618" fmla="*/ 1059976 h 5017219"/>
              <a:gd name="connsiteX7619" fmla="*/ 3037809 w 5799173"/>
              <a:gd name="connsiteY7619" fmla="*/ 1060724 h 5017219"/>
              <a:gd name="connsiteX7620" fmla="*/ 3196684 w 5799173"/>
              <a:gd name="connsiteY7620" fmla="*/ 1109105 h 5017219"/>
              <a:gd name="connsiteX7621" fmla="*/ 3195355 w 5799173"/>
              <a:gd name="connsiteY7621" fmla="*/ 1108357 h 5017219"/>
              <a:gd name="connsiteX7622" fmla="*/ 3184556 w 5799173"/>
              <a:gd name="connsiteY7622" fmla="*/ 1089581 h 5017219"/>
              <a:gd name="connsiteX7623" fmla="*/ 3184555 w 5799173"/>
              <a:gd name="connsiteY7623" fmla="*/ 1088085 h 5017219"/>
              <a:gd name="connsiteX7624" fmla="*/ 3195356 w 5799173"/>
              <a:gd name="connsiteY7624" fmla="*/ 1069311 h 5017219"/>
              <a:gd name="connsiteX7625" fmla="*/ 3196684 w 5799173"/>
              <a:gd name="connsiteY7625" fmla="*/ 1068562 h 5017219"/>
              <a:gd name="connsiteX7626" fmla="*/ 3218368 w 5799173"/>
              <a:gd name="connsiteY7626" fmla="*/ 1068562 h 5017219"/>
              <a:gd name="connsiteX7627" fmla="*/ 3219698 w 5799173"/>
              <a:gd name="connsiteY7627" fmla="*/ 1069310 h 5017219"/>
              <a:gd name="connsiteX7628" fmla="*/ 3230498 w 5799173"/>
              <a:gd name="connsiteY7628" fmla="*/ 1088085 h 5017219"/>
              <a:gd name="connsiteX7629" fmla="*/ 3230499 w 5799173"/>
              <a:gd name="connsiteY7629" fmla="*/ 1089581 h 5017219"/>
              <a:gd name="connsiteX7630" fmla="*/ 3219697 w 5799173"/>
              <a:gd name="connsiteY7630" fmla="*/ 1108357 h 5017219"/>
              <a:gd name="connsiteX7631" fmla="*/ 3218369 w 5799173"/>
              <a:gd name="connsiteY7631" fmla="*/ 1109105 h 5017219"/>
              <a:gd name="connsiteX7632" fmla="*/ 3738360 w 5799173"/>
              <a:gd name="connsiteY7632" fmla="*/ 1254247 h 5017219"/>
              <a:gd name="connsiteX7633" fmla="*/ 3737031 w 5799173"/>
              <a:gd name="connsiteY7633" fmla="*/ 1253499 h 5017219"/>
              <a:gd name="connsiteX7634" fmla="*/ 3726231 w 5799173"/>
              <a:gd name="connsiteY7634" fmla="*/ 1234723 h 5017219"/>
              <a:gd name="connsiteX7635" fmla="*/ 3726231 w 5799173"/>
              <a:gd name="connsiteY7635" fmla="*/ 1233227 h 5017219"/>
              <a:gd name="connsiteX7636" fmla="*/ 3737031 w 5799173"/>
              <a:gd name="connsiteY7636" fmla="*/ 1214452 h 5017219"/>
              <a:gd name="connsiteX7637" fmla="*/ 3738360 w 5799173"/>
              <a:gd name="connsiteY7637" fmla="*/ 1213704 h 5017219"/>
              <a:gd name="connsiteX7638" fmla="*/ 3760044 w 5799173"/>
              <a:gd name="connsiteY7638" fmla="*/ 1213704 h 5017219"/>
              <a:gd name="connsiteX7639" fmla="*/ 3761373 w 5799173"/>
              <a:gd name="connsiteY7639" fmla="*/ 1214452 h 5017219"/>
              <a:gd name="connsiteX7640" fmla="*/ 3772174 w 5799173"/>
              <a:gd name="connsiteY7640" fmla="*/ 1233227 h 5017219"/>
              <a:gd name="connsiteX7641" fmla="*/ 3772174 w 5799173"/>
              <a:gd name="connsiteY7641" fmla="*/ 1234723 h 5017219"/>
              <a:gd name="connsiteX7642" fmla="*/ 3761373 w 5799173"/>
              <a:gd name="connsiteY7642" fmla="*/ 1253499 h 5017219"/>
              <a:gd name="connsiteX7643" fmla="*/ 3760044 w 5799173"/>
              <a:gd name="connsiteY7643" fmla="*/ 1254247 h 5017219"/>
              <a:gd name="connsiteX7644" fmla="*/ 2715125 w 5799173"/>
              <a:gd name="connsiteY7644" fmla="*/ 980163 h 5017219"/>
              <a:gd name="connsiteX7645" fmla="*/ 2713795 w 5799173"/>
              <a:gd name="connsiteY7645" fmla="*/ 979415 h 5017219"/>
              <a:gd name="connsiteX7646" fmla="*/ 2702912 w 5799173"/>
              <a:gd name="connsiteY7646" fmla="*/ 960556 h 5017219"/>
              <a:gd name="connsiteX7647" fmla="*/ 2702912 w 5799173"/>
              <a:gd name="connsiteY7647" fmla="*/ 958978 h 5017219"/>
              <a:gd name="connsiteX7648" fmla="*/ 2713795 w 5799173"/>
              <a:gd name="connsiteY7648" fmla="*/ 940119 h 5017219"/>
              <a:gd name="connsiteX7649" fmla="*/ 2715125 w 5799173"/>
              <a:gd name="connsiteY7649" fmla="*/ 939371 h 5017219"/>
              <a:gd name="connsiteX7650" fmla="*/ 2736891 w 5799173"/>
              <a:gd name="connsiteY7650" fmla="*/ 939371 h 5017219"/>
              <a:gd name="connsiteX7651" fmla="*/ 2738221 w 5799173"/>
              <a:gd name="connsiteY7651" fmla="*/ 940119 h 5017219"/>
              <a:gd name="connsiteX7652" fmla="*/ 2749104 w 5799173"/>
              <a:gd name="connsiteY7652" fmla="*/ 958978 h 5017219"/>
              <a:gd name="connsiteX7653" fmla="*/ 2749104 w 5799173"/>
              <a:gd name="connsiteY7653" fmla="*/ 960556 h 5017219"/>
              <a:gd name="connsiteX7654" fmla="*/ 2738221 w 5799173"/>
              <a:gd name="connsiteY7654" fmla="*/ 979415 h 5017219"/>
              <a:gd name="connsiteX7655" fmla="*/ 2736891 w 5799173"/>
              <a:gd name="connsiteY7655" fmla="*/ 980163 h 5017219"/>
              <a:gd name="connsiteX7656" fmla="*/ 2895683 w 5799173"/>
              <a:gd name="connsiteY7656" fmla="*/ 1028544 h 5017219"/>
              <a:gd name="connsiteX7657" fmla="*/ 2894353 w 5799173"/>
              <a:gd name="connsiteY7657" fmla="*/ 1027796 h 5017219"/>
              <a:gd name="connsiteX7658" fmla="*/ 2883470 w 5799173"/>
              <a:gd name="connsiteY7658" fmla="*/ 1008936 h 5017219"/>
              <a:gd name="connsiteX7659" fmla="*/ 2883471 w 5799173"/>
              <a:gd name="connsiteY7659" fmla="*/ 1007359 h 5017219"/>
              <a:gd name="connsiteX7660" fmla="*/ 2894354 w 5799173"/>
              <a:gd name="connsiteY7660" fmla="*/ 988500 h 5017219"/>
              <a:gd name="connsiteX7661" fmla="*/ 2895683 w 5799173"/>
              <a:gd name="connsiteY7661" fmla="*/ 987752 h 5017219"/>
              <a:gd name="connsiteX7662" fmla="*/ 2917450 w 5799173"/>
              <a:gd name="connsiteY7662" fmla="*/ 987752 h 5017219"/>
              <a:gd name="connsiteX7663" fmla="*/ 2918779 w 5799173"/>
              <a:gd name="connsiteY7663" fmla="*/ 988500 h 5017219"/>
              <a:gd name="connsiteX7664" fmla="*/ 2929663 w 5799173"/>
              <a:gd name="connsiteY7664" fmla="*/ 1007359 h 5017219"/>
              <a:gd name="connsiteX7665" fmla="*/ 2929662 w 5799173"/>
              <a:gd name="connsiteY7665" fmla="*/ 1008937 h 5017219"/>
              <a:gd name="connsiteX7666" fmla="*/ 2918779 w 5799173"/>
              <a:gd name="connsiteY7666" fmla="*/ 1027796 h 5017219"/>
              <a:gd name="connsiteX7667" fmla="*/ 2917449 w 5799173"/>
              <a:gd name="connsiteY7667" fmla="*/ 1028544 h 5017219"/>
              <a:gd name="connsiteX7668" fmla="*/ 3136428 w 5799173"/>
              <a:gd name="connsiteY7668" fmla="*/ 1093051 h 5017219"/>
              <a:gd name="connsiteX7669" fmla="*/ 3135098 w 5799173"/>
              <a:gd name="connsiteY7669" fmla="*/ 1092303 h 5017219"/>
              <a:gd name="connsiteX7670" fmla="*/ 3124215 w 5799173"/>
              <a:gd name="connsiteY7670" fmla="*/ 1073444 h 5017219"/>
              <a:gd name="connsiteX7671" fmla="*/ 3124215 w 5799173"/>
              <a:gd name="connsiteY7671" fmla="*/ 1071866 h 5017219"/>
              <a:gd name="connsiteX7672" fmla="*/ 3135098 w 5799173"/>
              <a:gd name="connsiteY7672" fmla="*/ 1053007 h 5017219"/>
              <a:gd name="connsiteX7673" fmla="*/ 3136428 w 5799173"/>
              <a:gd name="connsiteY7673" fmla="*/ 1052259 h 5017219"/>
              <a:gd name="connsiteX7674" fmla="*/ 3158194 w 5799173"/>
              <a:gd name="connsiteY7674" fmla="*/ 1052259 h 5017219"/>
              <a:gd name="connsiteX7675" fmla="*/ 3159524 w 5799173"/>
              <a:gd name="connsiteY7675" fmla="*/ 1053007 h 5017219"/>
              <a:gd name="connsiteX7676" fmla="*/ 3170407 w 5799173"/>
              <a:gd name="connsiteY7676" fmla="*/ 1071866 h 5017219"/>
              <a:gd name="connsiteX7677" fmla="*/ 3170407 w 5799173"/>
              <a:gd name="connsiteY7677" fmla="*/ 1073444 h 5017219"/>
              <a:gd name="connsiteX7678" fmla="*/ 3159524 w 5799173"/>
              <a:gd name="connsiteY7678" fmla="*/ 1092303 h 5017219"/>
              <a:gd name="connsiteX7679" fmla="*/ 3158194 w 5799173"/>
              <a:gd name="connsiteY7679" fmla="*/ 1093051 h 5017219"/>
              <a:gd name="connsiteX7680" fmla="*/ 3316652 w 5799173"/>
              <a:gd name="connsiteY7680" fmla="*/ 1142106 h 5017219"/>
              <a:gd name="connsiteX7681" fmla="*/ 3315240 w 5799173"/>
              <a:gd name="connsiteY7681" fmla="*/ 1141276 h 5017219"/>
              <a:gd name="connsiteX7682" fmla="*/ 3304024 w 5799173"/>
              <a:gd name="connsiteY7682" fmla="*/ 1121835 h 5017219"/>
              <a:gd name="connsiteX7683" fmla="*/ 3304024 w 5799173"/>
              <a:gd name="connsiteY7683" fmla="*/ 1120256 h 5017219"/>
              <a:gd name="connsiteX7684" fmla="*/ 3315240 w 5799173"/>
              <a:gd name="connsiteY7684" fmla="*/ 1100816 h 5017219"/>
              <a:gd name="connsiteX7685" fmla="*/ 3316652 w 5799173"/>
              <a:gd name="connsiteY7685" fmla="*/ 1099985 h 5017219"/>
              <a:gd name="connsiteX7686" fmla="*/ 3339167 w 5799173"/>
              <a:gd name="connsiteY7686" fmla="*/ 1099985 h 5017219"/>
              <a:gd name="connsiteX7687" fmla="*/ 3340579 w 5799173"/>
              <a:gd name="connsiteY7687" fmla="*/ 1100816 h 5017219"/>
              <a:gd name="connsiteX7688" fmla="*/ 3351794 w 5799173"/>
              <a:gd name="connsiteY7688" fmla="*/ 1120256 h 5017219"/>
              <a:gd name="connsiteX7689" fmla="*/ 3351794 w 5799173"/>
              <a:gd name="connsiteY7689" fmla="*/ 1121835 h 5017219"/>
              <a:gd name="connsiteX7690" fmla="*/ 3340579 w 5799173"/>
              <a:gd name="connsiteY7690" fmla="*/ 1141276 h 5017219"/>
              <a:gd name="connsiteX7691" fmla="*/ 3339167 w 5799173"/>
              <a:gd name="connsiteY7691" fmla="*/ 1142106 h 5017219"/>
              <a:gd name="connsiteX7692" fmla="*/ 3376839 w 5799173"/>
              <a:gd name="connsiteY7692" fmla="*/ 1158233 h 5017219"/>
              <a:gd name="connsiteX7693" fmla="*/ 3375427 w 5799173"/>
              <a:gd name="connsiteY7693" fmla="*/ 1157403 h 5017219"/>
              <a:gd name="connsiteX7694" fmla="*/ 3364211 w 5799173"/>
              <a:gd name="connsiteY7694" fmla="*/ 1137962 h 5017219"/>
              <a:gd name="connsiteX7695" fmla="*/ 3364211 w 5799173"/>
              <a:gd name="connsiteY7695" fmla="*/ 1136383 h 5017219"/>
              <a:gd name="connsiteX7696" fmla="*/ 3375427 w 5799173"/>
              <a:gd name="connsiteY7696" fmla="*/ 1116944 h 5017219"/>
              <a:gd name="connsiteX7697" fmla="*/ 3376839 w 5799173"/>
              <a:gd name="connsiteY7697" fmla="*/ 1116112 h 5017219"/>
              <a:gd name="connsiteX7698" fmla="*/ 3399354 w 5799173"/>
              <a:gd name="connsiteY7698" fmla="*/ 1116112 h 5017219"/>
              <a:gd name="connsiteX7699" fmla="*/ 3400766 w 5799173"/>
              <a:gd name="connsiteY7699" fmla="*/ 1116943 h 5017219"/>
              <a:gd name="connsiteX7700" fmla="*/ 3411981 w 5799173"/>
              <a:gd name="connsiteY7700" fmla="*/ 1136383 h 5017219"/>
              <a:gd name="connsiteX7701" fmla="*/ 3411981 w 5799173"/>
              <a:gd name="connsiteY7701" fmla="*/ 1137962 h 5017219"/>
              <a:gd name="connsiteX7702" fmla="*/ 3400766 w 5799173"/>
              <a:gd name="connsiteY7702" fmla="*/ 1157403 h 5017219"/>
              <a:gd name="connsiteX7703" fmla="*/ 3399354 w 5799173"/>
              <a:gd name="connsiteY7703" fmla="*/ 1158233 h 5017219"/>
              <a:gd name="connsiteX7704" fmla="*/ 3256302 w 5799173"/>
              <a:gd name="connsiteY7704" fmla="*/ 1126302 h 5017219"/>
              <a:gd name="connsiteX7705" fmla="*/ 3254889 w 5799173"/>
              <a:gd name="connsiteY7705" fmla="*/ 1125471 h 5017219"/>
              <a:gd name="connsiteX7706" fmla="*/ 3243506 w 5799173"/>
              <a:gd name="connsiteY7706" fmla="*/ 1105699 h 5017219"/>
              <a:gd name="connsiteX7707" fmla="*/ 3243507 w 5799173"/>
              <a:gd name="connsiteY7707" fmla="*/ 1104120 h 5017219"/>
              <a:gd name="connsiteX7708" fmla="*/ 3254888 w 5799173"/>
              <a:gd name="connsiteY7708" fmla="*/ 1084348 h 5017219"/>
              <a:gd name="connsiteX7709" fmla="*/ 3256301 w 5799173"/>
              <a:gd name="connsiteY7709" fmla="*/ 1083517 h 5017219"/>
              <a:gd name="connsiteX7710" fmla="*/ 3279065 w 5799173"/>
              <a:gd name="connsiteY7710" fmla="*/ 1083517 h 5017219"/>
              <a:gd name="connsiteX7711" fmla="*/ 3280478 w 5799173"/>
              <a:gd name="connsiteY7711" fmla="*/ 1084348 h 5017219"/>
              <a:gd name="connsiteX7712" fmla="*/ 3291859 w 5799173"/>
              <a:gd name="connsiteY7712" fmla="*/ 1104119 h 5017219"/>
              <a:gd name="connsiteX7713" fmla="*/ 3291858 w 5799173"/>
              <a:gd name="connsiteY7713" fmla="*/ 1105699 h 5017219"/>
              <a:gd name="connsiteX7714" fmla="*/ 3280477 w 5799173"/>
              <a:gd name="connsiteY7714" fmla="*/ 1125472 h 5017219"/>
              <a:gd name="connsiteX7715" fmla="*/ 3279064 w 5799173"/>
              <a:gd name="connsiteY7715" fmla="*/ 1126302 h 5017219"/>
              <a:gd name="connsiteX7716" fmla="*/ 1503726 w 5799173"/>
              <a:gd name="connsiteY7716" fmla="*/ 697905 h 5017219"/>
              <a:gd name="connsiteX7717" fmla="*/ 1503145 w 5799173"/>
              <a:gd name="connsiteY7717" fmla="*/ 697573 h 5017219"/>
              <a:gd name="connsiteX7718" fmla="*/ 1498658 w 5799173"/>
              <a:gd name="connsiteY7718" fmla="*/ 689764 h 5017219"/>
              <a:gd name="connsiteX7719" fmla="*/ 1498658 w 5799173"/>
              <a:gd name="connsiteY7719" fmla="*/ 689100 h 5017219"/>
              <a:gd name="connsiteX7720" fmla="*/ 1503227 w 5799173"/>
              <a:gd name="connsiteY7720" fmla="*/ 681291 h 5017219"/>
              <a:gd name="connsiteX7721" fmla="*/ 1503809 w 5799173"/>
              <a:gd name="connsiteY7721" fmla="*/ 680957 h 5017219"/>
              <a:gd name="connsiteX7722" fmla="*/ 1512864 w 5799173"/>
              <a:gd name="connsiteY7722" fmla="*/ 680957 h 5017219"/>
              <a:gd name="connsiteX7723" fmla="*/ 1513446 w 5799173"/>
              <a:gd name="connsiteY7723" fmla="*/ 681290 h 5017219"/>
              <a:gd name="connsiteX7724" fmla="*/ 1517932 w 5799173"/>
              <a:gd name="connsiteY7724" fmla="*/ 689100 h 5017219"/>
              <a:gd name="connsiteX7725" fmla="*/ 1517932 w 5799173"/>
              <a:gd name="connsiteY7725" fmla="*/ 689764 h 5017219"/>
              <a:gd name="connsiteX7726" fmla="*/ 1513363 w 5799173"/>
              <a:gd name="connsiteY7726" fmla="*/ 697573 h 5017219"/>
              <a:gd name="connsiteX7727" fmla="*/ 1512781 w 5799173"/>
              <a:gd name="connsiteY7727" fmla="*/ 697905 h 5017219"/>
              <a:gd name="connsiteX7728" fmla="*/ 3909337 w 5799173"/>
              <a:gd name="connsiteY7728" fmla="*/ 1346550 h 5017219"/>
              <a:gd name="connsiteX7729" fmla="*/ 3908589 w 5799173"/>
              <a:gd name="connsiteY7729" fmla="*/ 1346135 h 5017219"/>
              <a:gd name="connsiteX7730" fmla="*/ 3902192 w 5799173"/>
              <a:gd name="connsiteY7730" fmla="*/ 1335002 h 5017219"/>
              <a:gd name="connsiteX7731" fmla="*/ 3902192 w 5799173"/>
              <a:gd name="connsiteY7731" fmla="*/ 1334088 h 5017219"/>
              <a:gd name="connsiteX7732" fmla="*/ 3908589 w 5799173"/>
              <a:gd name="connsiteY7732" fmla="*/ 1322955 h 5017219"/>
              <a:gd name="connsiteX7733" fmla="*/ 3909337 w 5799173"/>
              <a:gd name="connsiteY7733" fmla="*/ 1322540 h 5017219"/>
              <a:gd name="connsiteX7734" fmla="*/ 3922131 w 5799173"/>
              <a:gd name="connsiteY7734" fmla="*/ 1322540 h 5017219"/>
              <a:gd name="connsiteX7735" fmla="*/ 3922878 w 5799173"/>
              <a:gd name="connsiteY7735" fmla="*/ 1322955 h 5017219"/>
              <a:gd name="connsiteX7736" fmla="*/ 3929276 w 5799173"/>
              <a:gd name="connsiteY7736" fmla="*/ 1334088 h 5017219"/>
              <a:gd name="connsiteX7737" fmla="*/ 3929276 w 5799173"/>
              <a:gd name="connsiteY7737" fmla="*/ 1335002 h 5017219"/>
              <a:gd name="connsiteX7738" fmla="*/ 3922878 w 5799173"/>
              <a:gd name="connsiteY7738" fmla="*/ 1346135 h 5017219"/>
              <a:gd name="connsiteX7739" fmla="*/ 3922131 w 5799173"/>
              <a:gd name="connsiteY7739" fmla="*/ 1346550 h 5017219"/>
              <a:gd name="connsiteX7740" fmla="*/ 1561098 w 5799173"/>
              <a:gd name="connsiteY7740" fmla="*/ 719445 h 5017219"/>
              <a:gd name="connsiteX7741" fmla="*/ 1560183 w 5799173"/>
              <a:gd name="connsiteY7741" fmla="*/ 718946 h 5017219"/>
              <a:gd name="connsiteX7742" fmla="*/ 1552790 w 5799173"/>
              <a:gd name="connsiteY7742" fmla="*/ 706070 h 5017219"/>
              <a:gd name="connsiteX7743" fmla="*/ 1552790 w 5799173"/>
              <a:gd name="connsiteY7743" fmla="*/ 704990 h 5017219"/>
              <a:gd name="connsiteX7744" fmla="*/ 1560184 w 5799173"/>
              <a:gd name="connsiteY7744" fmla="*/ 692112 h 5017219"/>
              <a:gd name="connsiteX7745" fmla="*/ 1561097 w 5799173"/>
              <a:gd name="connsiteY7745" fmla="*/ 691614 h 5017219"/>
              <a:gd name="connsiteX7746" fmla="*/ 1575968 w 5799173"/>
              <a:gd name="connsiteY7746" fmla="*/ 691614 h 5017219"/>
              <a:gd name="connsiteX7747" fmla="*/ 1576883 w 5799173"/>
              <a:gd name="connsiteY7747" fmla="*/ 692112 h 5017219"/>
              <a:gd name="connsiteX7748" fmla="*/ 1584277 w 5799173"/>
              <a:gd name="connsiteY7748" fmla="*/ 704990 h 5017219"/>
              <a:gd name="connsiteX7749" fmla="*/ 1584277 w 5799173"/>
              <a:gd name="connsiteY7749" fmla="*/ 706069 h 5017219"/>
              <a:gd name="connsiteX7750" fmla="*/ 1576882 w 5799173"/>
              <a:gd name="connsiteY7750" fmla="*/ 718946 h 5017219"/>
              <a:gd name="connsiteX7751" fmla="*/ 1575968 w 5799173"/>
              <a:gd name="connsiteY7751" fmla="*/ 719445 h 5017219"/>
              <a:gd name="connsiteX7752" fmla="*/ 3605934 w 5799173"/>
              <a:gd name="connsiteY7752" fmla="*/ 1270572 h 5017219"/>
              <a:gd name="connsiteX7753" fmla="*/ 3604854 w 5799173"/>
              <a:gd name="connsiteY7753" fmla="*/ 1269907 h 5017219"/>
              <a:gd name="connsiteX7754" fmla="*/ 3595965 w 5799173"/>
              <a:gd name="connsiteY7754" fmla="*/ 1254455 h 5017219"/>
              <a:gd name="connsiteX7755" fmla="*/ 3595965 w 5799173"/>
              <a:gd name="connsiteY7755" fmla="*/ 1253208 h 5017219"/>
              <a:gd name="connsiteX7756" fmla="*/ 3604854 w 5799173"/>
              <a:gd name="connsiteY7756" fmla="*/ 1237756 h 5017219"/>
              <a:gd name="connsiteX7757" fmla="*/ 3605934 w 5799173"/>
              <a:gd name="connsiteY7757" fmla="*/ 1237091 h 5017219"/>
              <a:gd name="connsiteX7758" fmla="*/ 3623713 w 5799173"/>
              <a:gd name="connsiteY7758" fmla="*/ 1237091 h 5017219"/>
              <a:gd name="connsiteX7759" fmla="*/ 3624793 w 5799173"/>
              <a:gd name="connsiteY7759" fmla="*/ 1237756 h 5017219"/>
              <a:gd name="connsiteX7760" fmla="*/ 3633683 w 5799173"/>
              <a:gd name="connsiteY7760" fmla="*/ 1253208 h 5017219"/>
              <a:gd name="connsiteX7761" fmla="*/ 3633683 w 5799173"/>
              <a:gd name="connsiteY7761" fmla="*/ 1254455 h 5017219"/>
              <a:gd name="connsiteX7762" fmla="*/ 3624793 w 5799173"/>
              <a:gd name="connsiteY7762" fmla="*/ 1269907 h 5017219"/>
              <a:gd name="connsiteX7763" fmla="*/ 3623713 w 5799173"/>
              <a:gd name="connsiteY7763" fmla="*/ 1270572 h 5017219"/>
              <a:gd name="connsiteX7764" fmla="*/ 2041008 w 5799173"/>
              <a:gd name="connsiteY7764" fmla="*/ 851451 h 5017219"/>
              <a:gd name="connsiteX7765" fmla="*/ 2039930 w 5799173"/>
              <a:gd name="connsiteY7765" fmla="*/ 850787 h 5017219"/>
              <a:gd name="connsiteX7766" fmla="*/ 2030956 w 5799173"/>
              <a:gd name="connsiteY7766" fmla="*/ 835168 h 5017219"/>
              <a:gd name="connsiteX7767" fmla="*/ 2030956 w 5799173"/>
              <a:gd name="connsiteY7767" fmla="*/ 833922 h 5017219"/>
              <a:gd name="connsiteX7768" fmla="*/ 2039930 w 5799173"/>
              <a:gd name="connsiteY7768" fmla="*/ 818302 h 5017219"/>
              <a:gd name="connsiteX7769" fmla="*/ 2041008 w 5799173"/>
              <a:gd name="connsiteY7769" fmla="*/ 817637 h 5017219"/>
              <a:gd name="connsiteX7770" fmla="*/ 2059037 w 5799173"/>
              <a:gd name="connsiteY7770" fmla="*/ 817638 h 5017219"/>
              <a:gd name="connsiteX7771" fmla="*/ 2060117 w 5799173"/>
              <a:gd name="connsiteY7771" fmla="*/ 818302 h 5017219"/>
              <a:gd name="connsiteX7772" fmla="*/ 2069089 w 5799173"/>
              <a:gd name="connsiteY7772" fmla="*/ 833922 h 5017219"/>
              <a:gd name="connsiteX7773" fmla="*/ 2069089 w 5799173"/>
              <a:gd name="connsiteY7773" fmla="*/ 835168 h 5017219"/>
              <a:gd name="connsiteX7774" fmla="*/ 2060117 w 5799173"/>
              <a:gd name="connsiteY7774" fmla="*/ 850787 h 5017219"/>
              <a:gd name="connsiteX7775" fmla="*/ 2059037 w 5799173"/>
              <a:gd name="connsiteY7775" fmla="*/ 851450 h 5017219"/>
              <a:gd name="connsiteX7776" fmla="*/ 1619282 w 5799173"/>
              <a:gd name="connsiteY7776" fmla="*/ 739203 h 5017219"/>
              <a:gd name="connsiteX7777" fmla="*/ 1618118 w 5799173"/>
              <a:gd name="connsiteY7777" fmla="*/ 738540 h 5017219"/>
              <a:gd name="connsiteX7778" fmla="*/ 1608731 w 5799173"/>
              <a:gd name="connsiteY7778" fmla="*/ 722338 h 5017219"/>
              <a:gd name="connsiteX7779" fmla="*/ 1608731 w 5799173"/>
              <a:gd name="connsiteY7779" fmla="*/ 721010 h 5017219"/>
              <a:gd name="connsiteX7780" fmla="*/ 1618119 w 5799173"/>
              <a:gd name="connsiteY7780" fmla="*/ 704808 h 5017219"/>
              <a:gd name="connsiteX7781" fmla="*/ 1619282 w 5799173"/>
              <a:gd name="connsiteY7781" fmla="*/ 704144 h 5017219"/>
              <a:gd name="connsiteX7782" fmla="*/ 1637975 w 5799173"/>
              <a:gd name="connsiteY7782" fmla="*/ 704144 h 5017219"/>
              <a:gd name="connsiteX7783" fmla="*/ 1639138 w 5799173"/>
              <a:gd name="connsiteY7783" fmla="*/ 704809 h 5017219"/>
              <a:gd name="connsiteX7784" fmla="*/ 1648526 w 5799173"/>
              <a:gd name="connsiteY7784" fmla="*/ 721009 h 5017219"/>
              <a:gd name="connsiteX7785" fmla="*/ 1648526 w 5799173"/>
              <a:gd name="connsiteY7785" fmla="*/ 722339 h 5017219"/>
              <a:gd name="connsiteX7786" fmla="*/ 1639138 w 5799173"/>
              <a:gd name="connsiteY7786" fmla="*/ 738539 h 5017219"/>
              <a:gd name="connsiteX7787" fmla="*/ 1637975 w 5799173"/>
              <a:gd name="connsiteY7787" fmla="*/ 739204 h 5017219"/>
              <a:gd name="connsiteX7788" fmla="*/ 4207290 w 5799173"/>
              <a:gd name="connsiteY7788" fmla="*/ 1432658 h 5017219"/>
              <a:gd name="connsiteX7789" fmla="*/ 4206126 w 5799173"/>
              <a:gd name="connsiteY7789" fmla="*/ 1431994 h 5017219"/>
              <a:gd name="connsiteX7790" fmla="*/ 4196739 w 5799173"/>
              <a:gd name="connsiteY7790" fmla="*/ 1415793 h 5017219"/>
              <a:gd name="connsiteX7791" fmla="*/ 4196738 w 5799173"/>
              <a:gd name="connsiteY7791" fmla="*/ 1414464 h 5017219"/>
              <a:gd name="connsiteX7792" fmla="*/ 4206127 w 5799173"/>
              <a:gd name="connsiteY7792" fmla="*/ 1398263 h 5017219"/>
              <a:gd name="connsiteX7793" fmla="*/ 4207290 w 5799173"/>
              <a:gd name="connsiteY7793" fmla="*/ 1397599 h 5017219"/>
              <a:gd name="connsiteX7794" fmla="*/ 4225983 w 5799173"/>
              <a:gd name="connsiteY7794" fmla="*/ 1397599 h 5017219"/>
              <a:gd name="connsiteX7795" fmla="*/ 4227146 w 5799173"/>
              <a:gd name="connsiteY7795" fmla="*/ 1398263 h 5017219"/>
              <a:gd name="connsiteX7796" fmla="*/ 4236534 w 5799173"/>
              <a:gd name="connsiteY7796" fmla="*/ 1414464 h 5017219"/>
              <a:gd name="connsiteX7797" fmla="*/ 4236534 w 5799173"/>
              <a:gd name="connsiteY7797" fmla="*/ 1415793 h 5017219"/>
              <a:gd name="connsiteX7798" fmla="*/ 4227146 w 5799173"/>
              <a:gd name="connsiteY7798" fmla="*/ 1431994 h 5017219"/>
              <a:gd name="connsiteX7799" fmla="*/ 4225983 w 5799173"/>
              <a:gd name="connsiteY7799" fmla="*/ 1432658 h 5017219"/>
              <a:gd name="connsiteX7800" fmla="*/ 1980314 w 5799173"/>
              <a:gd name="connsiteY7800" fmla="*/ 836143 h 5017219"/>
              <a:gd name="connsiteX7801" fmla="*/ 1979151 w 5799173"/>
              <a:gd name="connsiteY7801" fmla="*/ 835479 h 5017219"/>
              <a:gd name="connsiteX7802" fmla="*/ 1969680 w 5799173"/>
              <a:gd name="connsiteY7802" fmla="*/ 819113 h 5017219"/>
              <a:gd name="connsiteX7803" fmla="*/ 1969680 w 5799173"/>
              <a:gd name="connsiteY7803" fmla="*/ 817782 h 5017219"/>
              <a:gd name="connsiteX7804" fmla="*/ 1979151 w 5799173"/>
              <a:gd name="connsiteY7804" fmla="*/ 801416 h 5017219"/>
              <a:gd name="connsiteX7805" fmla="*/ 1980314 w 5799173"/>
              <a:gd name="connsiteY7805" fmla="*/ 800751 h 5017219"/>
              <a:gd name="connsiteX7806" fmla="*/ 1999256 w 5799173"/>
              <a:gd name="connsiteY7806" fmla="*/ 800751 h 5017219"/>
              <a:gd name="connsiteX7807" fmla="*/ 2000419 w 5799173"/>
              <a:gd name="connsiteY7807" fmla="*/ 801416 h 5017219"/>
              <a:gd name="connsiteX7808" fmla="*/ 2009890 w 5799173"/>
              <a:gd name="connsiteY7808" fmla="*/ 817782 h 5017219"/>
              <a:gd name="connsiteX7809" fmla="*/ 2009890 w 5799173"/>
              <a:gd name="connsiteY7809" fmla="*/ 819112 h 5017219"/>
              <a:gd name="connsiteX7810" fmla="*/ 2000419 w 5799173"/>
              <a:gd name="connsiteY7810" fmla="*/ 835478 h 5017219"/>
              <a:gd name="connsiteX7811" fmla="*/ 1999256 w 5799173"/>
              <a:gd name="connsiteY7811" fmla="*/ 836143 h 5017219"/>
              <a:gd name="connsiteX7812" fmla="*/ 4387762 w 5799173"/>
              <a:gd name="connsiteY7812" fmla="*/ 1481218 h 5017219"/>
              <a:gd name="connsiteX7813" fmla="*/ 4386600 w 5799173"/>
              <a:gd name="connsiteY7813" fmla="*/ 1480552 h 5017219"/>
              <a:gd name="connsiteX7814" fmla="*/ 4377129 w 5799173"/>
              <a:gd name="connsiteY7814" fmla="*/ 1464186 h 5017219"/>
              <a:gd name="connsiteX7815" fmla="*/ 4377128 w 5799173"/>
              <a:gd name="connsiteY7815" fmla="*/ 1462856 h 5017219"/>
              <a:gd name="connsiteX7816" fmla="*/ 4386599 w 5799173"/>
              <a:gd name="connsiteY7816" fmla="*/ 1446490 h 5017219"/>
              <a:gd name="connsiteX7817" fmla="*/ 4387763 w 5799173"/>
              <a:gd name="connsiteY7817" fmla="*/ 1445825 h 5017219"/>
              <a:gd name="connsiteX7818" fmla="*/ 4406705 w 5799173"/>
              <a:gd name="connsiteY7818" fmla="*/ 1445825 h 5017219"/>
              <a:gd name="connsiteX7819" fmla="*/ 4407868 w 5799173"/>
              <a:gd name="connsiteY7819" fmla="*/ 1446490 h 5017219"/>
              <a:gd name="connsiteX7820" fmla="*/ 4417339 w 5799173"/>
              <a:gd name="connsiteY7820" fmla="*/ 1462856 h 5017219"/>
              <a:gd name="connsiteX7821" fmla="*/ 4417338 w 5799173"/>
              <a:gd name="connsiteY7821" fmla="*/ 1464186 h 5017219"/>
              <a:gd name="connsiteX7822" fmla="*/ 4407867 w 5799173"/>
              <a:gd name="connsiteY7822" fmla="*/ 1480552 h 5017219"/>
              <a:gd name="connsiteX7823" fmla="*/ 4406705 w 5799173"/>
              <a:gd name="connsiteY7823" fmla="*/ 1481217 h 5017219"/>
              <a:gd name="connsiteX7824" fmla="*/ 4327472 w 5799173"/>
              <a:gd name="connsiteY7824" fmla="*/ 1465337 h 5017219"/>
              <a:gd name="connsiteX7825" fmla="*/ 4326309 w 5799173"/>
              <a:gd name="connsiteY7825" fmla="*/ 1464672 h 5017219"/>
              <a:gd name="connsiteX7826" fmla="*/ 4316755 w 5799173"/>
              <a:gd name="connsiteY7826" fmla="*/ 1448139 h 5017219"/>
              <a:gd name="connsiteX7827" fmla="*/ 4316755 w 5799173"/>
              <a:gd name="connsiteY7827" fmla="*/ 1446809 h 5017219"/>
              <a:gd name="connsiteX7828" fmla="*/ 4326309 w 5799173"/>
              <a:gd name="connsiteY7828" fmla="*/ 1430277 h 5017219"/>
              <a:gd name="connsiteX7829" fmla="*/ 4327472 w 5799173"/>
              <a:gd name="connsiteY7829" fmla="*/ 1429613 h 5017219"/>
              <a:gd name="connsiteX7830" fmla="*/ 4346580 w 5799173"/>
              <a:gd name="connsiteY7830" fmla="*/ 1429613 h 5017219"/>
              <a:gd name="connsiteX7831" fmla="*/ 4347743 w 5799173"/>
              <a:gd name="connsiteY7831" fmla="*/ 1430277 h 5017219"/>
              <a:gd name="connsiteX7832" fmla="*/ 4357297 w 5799173"/>
              <a:gd name="connsiteY7832" fmla="*/ 1446810 h 5017219"/>
              <a:gd name="connsiteX7833" fmla="*/ 4357297 w 5799173"/>
              <a:gd name="connsiteY7833" fmla="*/ 1448139 h 5017219"/>
              <a:gd name="connsiteX7834" fmla="*/ 4347743 w 5799173"/>
              <a:gd name="connsiteY7834" fmla="*/ 1464672 h 5017219"/>
              <a:gd name="connsiteX7835" fmla="*/ 4346580 w 5799173"/>
              <a:gd name="connsiteY7835" fmla="*/ 1465337 h 5017219"/>
              <a:gd name="connsiteX7836" fmla="*/ 4688373 w 5799173"/>
              <a:gd name="connsiteY7836" fmla="*/ 1562433 h 5017219"/>
              <a:gd name="connsiteX7837" fmla="*/ 4687210 w 5799173"/>
              <a:gd name="connsiteY7837" fmla="*/ 1561768 h 5017219"/>
              <a:gd name="connsiteX7838" fmla="*/ 4677490 w 5799173"/>
              <a:gd name="connsiteY7838" fmla="*/ 1544820 h 5017219"/>
              <a:gd name="connsiteX7839" fmla="*/ 4677490 w 5799173"/>
              <a:gd name="connsiteY7839" fmla="*/ 1543408 h 5017219"/>
              <a:gd name="connsiteX7840" fmla="*/ 4687293 w 5799173"/>
              <a:gd name="connsiteY7840" fmla="*/ 1526460 h 5017219"/>
              <a:gd name="connsiteX7841" fmla="*/ 4688456 w 5799173"/>
              <a:gd name="connsiteY7841" fmla="*/ 1525795 h 5017219"/>
              <a:gd name="connsiteX7842" fmla="*/ 4707980 w 5799173"/>
              <a:gd name="connsiteY7842" fmla="*/ 1525795 h 5017219"/>
              <a:gd name="connsiteX7843" fmla="*/ 4709143 w 5799173"/>
              <a:gd name="connsiteY7843" fmla="*/ 1526460 h 5017219"/>
              <a:gd name="connsiteX7844" fmla="*/ 4718863 w 5799173"/>
              <a:gd name="connsiteY7844" fmla="*/ 1543408 h 5017219"/>
              <a:gd name="connsiteX7845" fmla="*/ 4718863 w 5799173"/>
              <a:gd name="connsiteY7845" fmla="*/ 1544820 h 5017219"/>
              <a:gd name="connsiteX7846" fmla="*/ 4709060 w 5799173"/>
              <a:gd name="connsiteY7846" fmla="*/ 1561768 h 5017219"/>
              <a:gd name="connsiteX7847" fmla="*/ 4707897 w 5799173"/>
              <a:gd name="connsiteY7847" fmla="*/ 1562433 h 5017219"/>
              <a:gd name="connsiteX7848" fmla="*/ 5229945 w 5799173"/>
              <a:gd name="connsiteY7848" fmla="*/ 1707811 h 5017219"/>
              <a:gd name="connsiteX7849" fmla="*/ 5228782 w 5799173"/>
              <a:gd name="connsiteY7849" fmla="*/ 1707147 h 5017219"/>
              <a:gd name="connsiteX7850" fmla="*/ 5218897 w 5799173"/>
              <a:gd name="connsiteY7850" fmla="*/ 1690032 h 5017219"/>
              <a:gd name="connsiteX7851" fmla="*/ 5218896 w 5799173"/>
              <a:gd name="connsiteY7851" fmla="*/ 1688620 h 5017219"/>
              <a:gd name="connsiteX7852" fmla="*/ 5228782 w 5799173"/>
              <a:gd name="connsiteY7852" fmla="*/ 1671505 h 5017219"/>
              <a:gd name="connsiteX7853" fmla="*/ 5229945 w 5799173"/>
              <a:gd name="connsiteY7853" fmla="*/ 1670841 h 5017219"/>
              <a:gd name="connsiteX7854" fmla="*/ 5249635 w 5799173"/>
              <a:gd name="connsiteY7854" fmla="*/ 1670841 h 5017219"/>
              <a:gd name="connsiteX7855" fmla="*/ 5250798 w 5799173"/>
              <a:gd name="connsiteY7855" fmla="*/ 1671505 h 5017219"/>
              <a:gd name="connsiteX7856" fmla="*/ 5260685 w 5799173"/>
              <a:gd name="connsiteY7856" fmla="*/ 1688620 h 5017219"/>
              <a:gd name="connsiteX7857" fmla="*/ 5260685 w 5799173"/>
              <a:gd name="connsiteY7857" fmla="*/ 1690032 h 5017219"/>
              <a:gd name="connsiteX7858" fmla="*/ 5250798 w 5799173"/>
              <a:gd name="connsiteY7858" fmla="*/ 1707147 h 5017219"/>
              <a:gd name="connsiteX7859" fmla="*/ 5249635 w 5799173"/>
              <a:gd name="connsiteY7859" fmla="*/ 1707811 h 5017219"/>
              <a:gd name="connsiteX7860" fmla="*/ 2341003 w 5799173"/>
              <a:gd name="connsiteY7860" fmla="*/ 933826 h 5017219"/>
              <a:gd name="connsiteX7861" fmla="*/ 2339758 w 5799173"/>
              <a:gd name="connsiteY7861" fmla="*/ 933162 h 5017219"/>
              <a:gd name="connsiteX7862" fmla="*/ 2329871 w 5799173"/>
              <a:gd name="connsiteY7862" fmla="*/ 915964 h 5017219"/>
              <a:gd name="connsiteX7863" fmla="*/ 2329871 w 5799173"/>
              <a:gd name="connsiteY7863" fmla="*/ 914552 h 5017219"/>
              <a:gd name="connsiteX7864" fmla="*/ 2339758 w 5799173"/>
              <a:gd name="connsiteY7864" fmla="*/ 897355 h 5017219"/>
              <a:gd name="connsiteX7865" fmla="*/ 2341003 w 5799173"/>
              <a:gd name="connsiteY7865" fmla="*/ 896690 h 5017219"/>
              <a:gd name="connsiteX7866" fmla="*/ 2360859 w 5799173"/>
              <a:gd name="connsiteY7866" fmla="*/ 896690 h 5017219"/>
              <a:gd name="connsiteX7867" fmla="*/ 2362106 w 5799173"/>
              <a:gd name="connsiteY7867" fmla="*/ 897355 h 5017219"/>
              <a:gd name="connsiteX7868" fmla="*/ 2371992 w 5799173"/>
              <a:gd name="connsiteY7868" fmla="*/ 914552 h 5017219"/>
              <a:gd name="connsiteX7869" fmla="*/ 2371992 w 5799173"/>
              <a:gd name="connsiteY7869" fmla="*/ 915964 h 5017219"/>
              <a:gd name="connsiteX7870" fmla="*/ 2362106 w 5799173"/>
              <a:gd name="connsiteY7870" fmla="*/ 933162 h 5017219"/>
              <a:gd name="connsiteX7871" fmla="*/ 2360859 w 5799173"/>
              <a:gd name="connsiteY7871" fmla="*/ 933826 h 5017219"/>
              <a:gd name="connsiteX7872" fmla="*/ 1678874 w 5799173"/>
              <a:gd name="connsiteY7872" fmla="*/ 756503 h 5017219"/>
              <a:gd name="connsiteX7873" fmla="*/ 1677628 w 5799173"/>
              <a:gd name="connsiteY7873" fmla="*/ 755839 h 5017219"/>
              <a:gd name="connsiteX7874" fmla="*/ 1667658 w 5799173"/>
              <a:gd name="connsiteY7874" fmla="*/ 738559 h 5017219"/>
              <a:gd name="connsiteX7875" fmla="*/ 1667658 w 5799173"/>
              <a:gd name="connsiteY7875" fmla="*/ 737146 h 5017219"/>
              <a:gd name="connsiteX7876" fmla="*/ 1677628 w 5799173"/>
              <a:gd name="connsiteY7876" fmla="*/ 719866 h 5017219"/>
              <a:gd name="connsiteX7877" fmla="*/ 1678874 w 5799173"/>
              <a:gd name="connsiteY7877" fmla="*/ 719201 h 5017219"/>
              <a:gd name="connsiteX7878" fmla="*/ 1698813 w 5799173"/>
              <a:gd name="connsiteY7878" fmla="*/ 719201 h 5017219"/>
              <a:gd name="connsiteX7879" fmla="*/ 1700059 w 5799173"/>
              <a:gd name="connsiteY7879" fmla="*/ 719866 h 5017219"/>
              <a:gd name="connsiteX7880" fmla="*/ 1710028 w 5799173"/>
              <a:gd name="connsiteY7880" fmla="*/ 737146 h 5017219"/>
              <a:gd name="connsiteX7881" fmla="*/ 1710028 w 5799173"/>
              <a:gd name="connsiteY7881" fmla="*/ 738559 h 5017219"/>
              <a:gd name="connsiteX7882" fmla="*/ 1700059 w 5799173"/>
              <a:gd name="connsiteY7882" fmla="*/ 755839 h 5017219"/>
              <a:gd name="connsiteX7883" fmla="*/ 1698813 w 5799173"/>
              <a:gd name="connsiteY7883" fmla="*/ 756503 h 5017219"/>
              <a:gd name="connsiteX7884" fmla="*/ 4447440 w 5799173"/>
              <a:gd name="connsiteY7884" fmla="*/ 1498338 h 5017219"/>
              <a:gd name="connsiteX7885" fmla="*/ 4446194 w 5799173"/>
              <a:gd name="connsiteY7885" fmla="*/ 1497674 h 5017219"/>
              <a:gd name="connsiteX7886" fmla="*/ 4436225 w 5799173"/>
              <a:gd name="connsiteY7886" fmla="*/ 1480394 h 5017219"/>
              <a:gd name="connsiteX7887" fmla="*/ 4436225 w 5799173"/>
              <a:gd name="connsiteY7887" fmla="*/ 1478981 h 5017219"/>
              <a:gd name="connsiteX7888" fmla="*/ 4446194 w 5799173"/>
              <a:gd name="connsiteY7888" fmla="*/ 1461701 h 5017219"/>
              <a:gd name="connsiteX7889" fmla="*/ 4447440 w 5799173"/>
              <a:gd name="connsiteY7889" fmla="*/ 1461036 h 5017219"/>
              <a:gd name="connsiteX7890" fmla="*/ 4467380 w 5799173"/>
              <a:gd name="connsiteY7890" fmla="*/ 1461036 h 5017219"/>
              <a:gd name="connsiteX7891" fmla="*/ 4468626 w 5799173"/>
              <a:gd name="connsiteY7891" fmla="*/ 1461701 h 5017219"/>
              <a:gd name="connsiteX7892" fmla="*/ 4478595 w 5799173"/>
              <a:gd name="connsiteY7892" fmla="*/ 1478981 h 5017219"/>
              <a:gd name="connsiteX7893" fmla="*/ 4478595 w 5799173"/>
              <a:gd name="connsiteY7893" fmla="*/ 1480394 h 5017219"/>
              <a:gd name="connsiteX7894" fmla="*/ 4468626 w 5799173"/>
              <a:gd name="connsiteY7894" fmla="*/ 1497674 h 5017219"/>
              <a:gd name="connsiteX7895" fmla="*/ 4467380 w 5799173"/>
              <a:gd name="connsiteY7895" fmla="*/ 1498338 h 5017219"/>
              <a:gd name="connsiteX7896" fmla="*/ 4507626 w 5799173"/>
              <a:gd name="connsiteY7896" fmla="*/ 1514465 h 5017219"/>
              <a:gd name="connsiteX7897" fmla="*/ 4506380 w 5799173"/>
              <a:gd name="connsiteY7897" fmla="*/ 1513801 h 5017219"/>
              <a:gd name="connsiteX7898" fmla="*/ 4496411 w 5799173"/>
              <a:gd name="connsiteY7898" fmla="*/ 1496521 h 5017219"/>
              <a:gd name="connsiteX7899" fmla="*/ 4496411 w 5799173"/>
              <a:gd name="connsiteY7899" fmla="*/ 1495108 h 5017219"/>
              <a:gd name="connsiteX7900" fmla="*/ 4506380 w 5799173"/>
              <a:gd name="connsiteY7900" fmla="*/ 1477828 h 5017219"/>
              <a:gd name="connsiteX7901" fmla="*/ 4507626 w 5799173"/>
              <a:gd name="connsiteY7901" fmla="*/ 1477163 h 5017219"/>
              <a:gd name="connsiteX7902" fmla="*/ 4527566 w 5799173"/>
              <a:gd name="connsiteY7902" fmla="*/ 1477163 h 5017219"/>
              <a:gd name="connsiteX7903" fmla="*/ 4528811 w 5799173"/>
              <a:gd name="connsiteY7903" fmla="*/ 1477828 h 5017219"/>
              <a:gd name="connsiteX7904" fmla="*/ 4538781 w 5799173"/>
              <a:gd name="connsiteY7904" fmla="*/ 1495108 h 5017219"/>
              <a:gd name="connsiteX7905" fmla="*/ 4538781 w 5799173"/>
              <a:gd name="connsiteY7905" fmla="*/ 1496521 h 5017219"/>
              <a:gd name="connsiteX7906" fmla="*/ 4528812 w 5799173"/>
              <a:gd name="connsiteY7906" fmla="*/ 1513800 h 5017219"/>
              <a:gd name="connsiteX7907" fmla="*/ 4527566 w 5799173"/>
              <a:gd name="connsiteY7907" fmla="*/ 1514465 h 5017219"/>
              <a:gd name="connsiteX7908" fmla="*/ 4627938 w 5799173"/>
              <a:gd name="connsiteY7908" fmla="*/ 1546805 h 5017219"/>
              <a:gd name="connsiteX7909" fmla="*/ 4626691 w 5799173"/>
              <a:gd name="connsiteY7909" fmla="*/ 1546057 h 5017219"/>
              <a:gd name="connsiteX7910" fmla="*/ 4616722 w 5799173"/>
              <a:gd name="connsiteY7910" fmla="*/ 1528694 h 5017219"/>
              <a:gd name="connsiteX7911" fmla="*/ 4616722 w 5799173"/>
              <a:gd name="connsiteY7911" fmla="*/ 1527281 h 5017219"/>
              <a:gd name="connsiteX7912" fmla="*/ 4626774 w 5799173"/>
              <a:gd name="connsiteY7912" fmla="*/ 1509918 h 5017219"/>
              <a:gd name="connsiteX7913" fmla="*/ 4628021 w 5799173"/>
              <a:gd name="connsiteY7913" fmla="*/ 1509170 h 5017219"/>
              <a:gd name="connsiteX7914" fmla="*/ 4648043 w 5799173"/>
              <a:gd name="connsiteY7914" fmla="*/ 1509170 h 5017219"/>
              <a:gd name="connsiteX7915" fmla="*/ 4649289 w 5799173"/>
              <a:gd name="connsiteY7915" fmla="*/ 1509919 h 5017219"/>
              <a:gd name="connsiteX7916" fmla="*/ 4659258 w 5799173"/>
              <a:gd name="connsiteY7916" fmla="*/ 1527281 h 5017219"/>
              <a:gd name="connsiteX7917" fmla="*/ 4659258 w 5799173"/>
              <a:gd name="connsiteY7917" fmla="*/ 1528694 h 5017219"/>
              <a:gd name="connsiteX7918" fmla="*/ 4649206 w 5799173"/>
              <a:gd name="connsiteY7918" fmla="*/ 1546057 h 5017219"/>
              <a:gd name="connsiteX7919" fmla="*/ 4647960 w 5799173"/>
              <a:gd name="connsiteY7919" fmla="*/ 1546805 h 5017219"/>
              <a:gd name="connsiteX7920" fmla="*/ 4928869 w 5799173"/>
              <a:gd name="connsiteY7920" fmla="*/ 1627440 h 5017219"/>
              <a:gd name="connsiteX7921" fmla="*/ 4927622 w 5799173"/>
              <a:gd name="connsiteY7921" fmla="*/ 1626691 h 5017219"/>
              <a:gd name="connsiteX7922" fmla="*/ 4917653 w 5799173"/>
              <a:gd name="connsiteY7922" fmla="*/ 1609329 h 5017219"/>
              <a:gd name="connsiteX7923" fmla="*/ 4917653 w 5799173"/>
              <a:gd name="connsiteY7923" fmla="*/ 1607915 h 5017219"/>
              <a:gd name="connsiteX7924" fmla="*/ 4927705 w 5799173"/>
              <a:gd name="connsiteY7924" fmla="*/ 1590552 h 5017219"/>
              <a:gd name="connsiteX7925" fmla="*/ 4928952 w 5799173"/>
              <a:gd name="connsiteY7925" fmla="*/ 1589805 h 5017219"/>
              <a:gd name="connsiteX7926" fmla="*/ 4948974 w 5799173"/>
              <a:gd name="connsiteY7926" fmla="*/ 1589805 h 5017219"/>
              <a:gd name="connsiteX7927" fmla="*/ 4950220 w 5799173"/>
              <a:gd name="connsiteY7927" fmla="*/ 1590553 h 5017219"/>
              <a:gd name="connsiteX7928" fmla="*/ 4960189 w 5799173"/>
              <a:gd name="connsiteY7928" fmla="*/ 1607916 h 5017219"/>
              <a:gd name="connsiteX7929" fmla="*/ 4960189 w 5799173"/>
              <a:gd name="connsiteY7929" fmla="*/ 1609329 h 5017219"/>
              <a:gd name="connsiteX7930" fmla="*/ 4950137 w 5799173"/>
              <a:gd name="connsiteY7930" fmla="*/ 1626692 h 5017219"/>
              <a:gd name="connsiteX7931" fmla="*/ 4948891 w 5799173"/>
              <a:gd name="connsiteY7931" fmla="*/ 1627440 h 5017219"/>
              <a:gd name="connsiteX7932" fmla="*/ 4567752 w 5799173"/>
              <a:gd name="connsiteY7932" fmla="*/ 1530761 h 5017219"/>
              <a:gd name="connsiteX7933" fmla="*/ 4566506 w 5799173"/>
              <a:gd name="connsiteY7933" fmla="*/ 1530013 h 5017219"/>
              <a:gd name="connsiteX7934" fmla="*/ 4556453 w 5799173"/>
              <a:gd name="connsiteY7934" fmla="*/ 1512568 h 5017219"/>
              <a:gd name="connsiteX7935" fmla="*/ 4556453 w 5799173"/>
              <a:gd name="connsiteY7935" fmla="*/ 1511154 h 5017219"/>
              <a:gd name="connsiteX7936" fmla="*/ 4566506 w 5799173"/>
              <a:gd name="connsiteY7936" fmla="*/ 1493708 h 5017219"/>
              <a:gd name="connsiteX7937" fmla="*/ 4567752 w 5799173"/>
              <a:gd name="connsiteY7937" fmla="*/ 1492960 h 5017219"/>
              <a:gd name="connsiteX7938" fmla="*/ 4587857 w 5799173"/>
              <a:gd name="connsiteY7938" fmla="*/ 1492960 h 5017219"/>
              <a:gd name="connsiteX7939" fmla="*/ 4589103 w 5799173"/>
              <a:gd name="connsiteY7939" fmla="*/ 1493708 h 5017219"/>
              <a:gd name="connsiteX7940" fmla="*/ 4599156 w 5799173"/>
              <a:gd name="connsiteY7940" fmla="*/ 1511155 h 5017219"/>
              <a:gd name="connsiteX7941" fmla="*/ 4599156 w 5799173"/>
              <a:gd name="connsiteY7941" fmla="*/ 1512567 h 5017219"/>
              <a:gd name="connsiteX7942" fmla="*/ 4589103 w 5799173"/>
              <a:gd name="connsiteY7942" fmla="*/ 1530013 h 5017219"/>
              <a:gd name="connsiteX7943" fmla="*/ 4587857 w 5799173"/>
              <a:gd name="connsiteY7943" fmla="*/ 1530762 h 5017219"/>
              <a:gd name="connsiteX7944" fmla="*/ 4748311 w 5799173"/>
              <a:gd name="connsiteY7944" fmla="*/ 1579142 h 5017219"/>
              <a:gd name="connsiteX7945" fmla="*/ 4747064 w 5799173"/>
              <a:gd name="connsiteY7945" fmla="*/ 1578394 h 5017219"/>
              <a:gd name="connsiteX7946" fmla="*/ 4737012 w 5799173"/>
              <a:gd name="connsiteY7946" fmla="*/ 1560948 h 5017219"/>
              <a:gd name="connsiteX7947" fmla="*/ 4737011 w 5799173"/>
              <a:gd name="connsiteY7947" fmla="*/ 1559535 h 5017219"/>
              <a:gd name="connsiteX7948" fmla="*/ 4747065 w 5799173"/>
              <a:gd name="connsiteY7948" fmla="*/ 1542089 h 5017219"/>
              <a:gd name="connsiteX7949" fmla="*/ 4748310 w 5799173"/>
              <a:gd name="connsiteY7949" fmla="*/ 1541341 h 5017219"/>
              <a:gd name="connsiteX7950" fmla="*/ 4768415 w 5799173"/>
              <a:gd name="connsiteY7950" fmla="*/ 1541341 h 5017219"/>
              <a:gd name="connsiteX7951" fmla="*/ 4769662 w 5799173"/>
              <a:gd name="connsiteY7951" fmla="*/ 1542089 h 5017219"/>
              <a:gd name="connsiteX7952" fmla="*/ 4779714 w 5799173"/>
              <a:gd name="connsiteY7952" fmla="*/ 1559535 h 5017219"/>
              <a:gd name="connsiteX7953" fmla="*/ 4779715 w 5799173"/>
              <a:gd name="connsiteY7953" fmla="*/ 1560948 h 5017219"/>
              <a:gd name="connsiteX7954" fmla="*/ 4769661 w 5799173"/>
              <a:gd name="connsiteY7954" fmla="*/ 1578394 h 5017219"/>
              <a:gd name="connsiteX7955" fmla="*/ 4768416 w 5799173"/>
              <a:gd name="connsiteY7955" fmla="*/ 1579142 h 5017219"/>
              <a:gd name="connsiteX7956" fmla="*/ 4808413 w 5799173"/>
              <a:gd name="connsiteY7956" fmla="*/ 1595352 h 5017219"/>
              <a:gd name="connsiteX7957" fmla="*/ 4807168 w 5799173"/>
              <a:gd name="connsiteY7957" fmla="*/ 1594605 h 5017219"/>
              <a:gd name="connsiteX7958" fmla="*/ 4797031 w 5799173"/>
              <a:gd name="connsiteY7958" fmla="*/ 1577075 h 5017219"/>
              <a:gd name="connsiteX7959" fmla="*/ 4797031 w 5799173"/>
              <a:gd name="connsiteY7959" fmla="*/ 1575663 h 5017219"/>
              <a:gd name="connsiteX7960" fmla="*/ 4807167 w 5799173"/>
              <a:gd name="connsiteY7960" fmla="*/ 1558133 h 5017219"/>
              <a:gd name="connsiteX7961" fmla="*/ 4808413 w 5799173"/>
              <a:gd name="connsiteY7961" fmla="*/ 1557385 h 5017219"/>
              <a:gd name="connsiteX7962" fmla="*/ 4828684 w 5799173"/>
              <a:gd name="connsiteY7962" fmla="*/ 1557385 h 5017219"/>
              <a:gd name="connsiteX7963" fmla="*/ 4829930 w 5799173"/>
              <a:gd name="connsiteY7963" fmla="*/ 1558133 h 5017219"/>
              <a:gd name="connsiteX7964" fmla="*/ 4840066 w 5799173"/>
              <a:gd name="connsiteY7964" fmla="*/ 1575663 h 5017219"/>
              <a:gd name="connsiteX7965" fmla="*/ 4840066 w 5799173"/>
              <a:gd name="connsiteY7965" fmla="*/ 1577075 h 5017219"/>
              <a:gd name="connsiteX7966" fmla="*/ 4829930 w 5799173"/>
              <a:gd name="connsiteY7966" fmla="*/ 1594605 h 5017219"/>
              <a:gd name="connsiteX7967" fmla="*/ 4828684 w 5799173"/>
              <a:gd name="connsiteY7967" fmla="*/ 1595352 h 5017219"/>
              <a:gd name="connsiteX7968" fmla="*/ 1919391 w 5799173"/>
              <a:gd name="connsiteY7968" fmla="*/ 821346 h 5017219"/>
              <a:gd name="connsiteX7969" fmla="*/ 1918145 w 5799173"/>
              <a:gd name="connsiteY7969" fmla="*/ 820599 h 5017219"/>
              <a:gd name="connsiteX7970" fmla="*/ 1908009 w 5799173"/>
              <a:gd name="connsiteY7970" fmla="*/ 802986 h 5017219"/>
              <a:gd name="connsiteX7971" fmla="*/ 1908009 w 5799173"/>
              <a:gd name="connsiteY7971" fmla="*/ 801573 h 5017219"/>
              <a:gd name="connsiteX7972" fmla="*/ 1918228 w 5799173"/>
              <a:gd name="connsiteY7972" fmla="*/ 783960 h 5017219"/>
              <a:gd name="connsiteX7973" fmla="*/ 1919474 w 5799173"/>
              <a:gd name="connsiteY7973" fmla="*/ 783213 h 5017219"/>
              <a:gd name="connsiteX7974" fmla="*/ 1939828 w 5799173"/>
              <a:gd name="connsiteY7974" fmla="*/ 783213 h 5017219"/>
              <a:gd name="connsiteX7975" fmla="*/ 1941074 w 5799173"/>
              <a:gd name="connsiteY7975" fmla="*/ 783960 h 5017219"/>
              <a:gd name="connsiteX7976" fmla="*/ 1951210 w 5799173"/>
              <a:gd name="connsiteY7976" fmla="*/ 801573 h 5017219"/>
              <a:gd name="connsiteX7977" fmla="*/ 1951210 w 5799173"/>
              <a:gd name="connsiteY7977" fmla="*/ 802986 h 5017219"/>
              <a:gd name="connsiteX7978" fmla="*/ 1940991 w 5799173"/>
              <a:gd name="connsiteY7978" fmla="*/ 820599 h 5017219"/>
              <a:gd name="connsiteX7979" fmla="*/ 1939745 w 5799173"/>
              <a:gd name="connsiteY7979" fmla="*/ 821346 h 5017219"/>
              <a:gd name="connsiteX7980" fmla="*/ 2280509 w 5799173"/>
              <a:gd name="connsiteY7980" fmla="*/ 918107 h 5017219"/>
              <a:gd name="connsiteX7981" fmla="*/ 2279263 w 5799173"/>
              <a:gd name="connsiteY7981" fmla="*/ 917360 h 5017219"/>
              <a:gd name="connsiteX7982" fmla="*/ 2269127 w 5799173"/>
              <a:gd name="connsiteY7982" fmla="*/ 899747 h 5017219"/>
              <a:gd name="connsiteX7983" fmla="*/ 2269127 w 5799173"/>
              <a:gd name="connsiteY7983" fmla="*/ 898334 h 5017219"/>
              <a:gd name="connsiteX7984" fmla="*/ 2279346 w 5799173"/>
              <a:gd name="connsiteY7984" fmla="*/ 880721 h 5017219"/>
              <a:gd name="connsiteX7985" fmla="*/ 2280592 w 5799173"/>
              <a:gd name="connsiteY7985" fmla="*/ 879974 h 5017219"/>
              <a:gd name="connsiteX7986" fmla="*/ 2300946 w 5799173"/>
              <a:gd name="connsiteY7986" fmla="*/ 879974 h 5017219"/>
              <a:gd name="connsiteX7987" fmla="*/ 2302192 w 5799173"/>
              <a:gd name="connsiteY7987" fmla="*/ 880721 h 5017219"/>
              <a:gd name="connsiteX7988" fmla="*/ 2312328 w 5799173"/>
              <a:gd name="connsiteY7988" fmla="*/ 898334 h 5017219"/>
              <a:gd name="connsiteX7989" fmla="*/ 2312328 w 5799173"/>
              <a:gd name="connsiteY7989" fmla="*/ 899747 h 5017219"/>
              <a:gd name="connsiteX7990" fmla="*/ 2302109 w 5799173"/>
              <a:gd name="connsiteY7990" fmla="*/ 917360 h 5017219"/>
              <a:gd name="connsiteX7991" fmla="*/ 2300863 w 5799173"/>
              <a:gd name="connsiteY7991" fmla="*/ 918107 h 5017219"/>
              <a:gd name="connsiteX7992" fmla="*/ 4266654 w 5799173"/>
              <a:gd name="connsiteY7992" fmla="*/ 1450293 h 5017219"/>
              <a:gd name="connsiteX7993" fmla="*/ 4265408 w 5799173"/>
              <a:gd name="connsiteY7993" fmla="*/ 1449546 h 5017219"/>
              <a:gd name="connsiteX7994" fmla="*/ 4255272 w 5799173"/>
              <a:gd name="connsiteY7994" fmla="*/ 1431933 h 5017219"/>
              <a:gd name="connsiteX7995" fmla="*/ 4255271 w 5799173"/>
              <a:gd name="connsiteY7995" fmla="*/ 1430520 h 5017219"/>
              <a:gd name="connsiteX7996" fmla="*/ 4265491 w 5799173"/>
              <a:gd name="connsiteY7996" fmla="*/ 1412907 h 5017219"/>
              <a:gd name="connsiteX7997" fmla="*/ 4266736 w 5799173"/>
              <a:gd name="connsiteY7997" fmla="*/ 1412160 h 5017219"/>
              <a:gd name="connsiteX7998" fmla="*/ 4287091 w 5799173"/>
              <a:gd name="connsiteY7998" fmla="*/ 1412160 h 5017219"/>
              <a:gd name="connsiteX7999" fmla="*/ 4288338 w 5799173"/>
              <a:gd name="connsiteY7999" fmla="*/ 1412907 h 5017219"/>
              <a:gd name="connsiteX8000" fmla="*/ 4298472 w 5799173"/>
              <a:gd name="connsiteY8000" fmla="*/ 1430520 h 5017219"/>
              <a:gd name="connsiteX8001" fmla="*/ 4298473 w 5799173"/>
              <a:gd name="connsiteY8001" fmla="*/ 1431933 h 5017219"/>
              <a:gd name="connsiteX8002" fmla="*/ 4288253 w 5799173"/>
              <a:gd name="connsiteY8002" fmla="*/ 1449546 h 5017219"/>
              <a:gd name="connsiteX8003" fmla="*/ 4287008 w 5799173"/>
              <a:gd name="connsiteY8003" fmla="*/ 1450293 h 5017219"/>
              <a:gd name="connsiteX8004" fmla="*/ 4868495 w 5799173"/>
              <a:gd name="connsiteY8004" fmla="*/ 1611725 h 5017219"/>
              <a:gd name="connsiteX8005" fmla="*/ 4867249 w 5799173"/>
              <a:gd name="connsiteY8005" fmla="*/ 1610978 h 5017219"/>
              <a:gd name="connsiteX8006" fmla="*/ 4857030 w 5799173"/>
              <a:gd name="connsiteY8006" fmla="*/ 1593282 h 5017219"/>
              <a:gd name="connsiteX8007" fmla="*/ 4857030 w 5799173"/>
              <a:gd name="connsiteY8007" fmla="*/ 1591869 h 5017219"/>
              <a:gd name="connsiteX8008" fmla="*/ 4867249 w 5799173"/>
              <a:gd name="connsiteY8008" fmla="*/ 1574174 h 5017219"/>
              <a:gd name="connsiteX8009" fmla="*/ 4868495 w 5799173"/>
              <a:gd name="connsiteY8009" fmla="*/ 1573426 h 5017219"/>
              <a:gd name="connsiteX8010" fmla="*/ 4888932 w 5799173"/>
              <a:gd name="connsiteY8010" fmla="*/ 1573426 h 5017219"/>
              <a:gd name="connsiteX8011" fmla="*/ 4890179 w 5799173"/>
              <a:gd name="connsiteY8011" fmla="*/ 1574174 h 5017219"/>
              <a:gd name="connsiteX8012" fmla="*/ 4900397 w 5799173"/>
              <a:gd name="connsiteY8012" fmla="*/ 1591869 h 5017219"/>
              <a:gd name="connsiteX8013" fmla="*/ 4900397 w 5799173"/>
              <a:gd name="connsiteY8013" fmla="*/ 1593282 h 5017219"/>
              <a:gd name="connsiteX8014" fmla="*/ 4890178 w 5799173"/>
              <a:gd name="connsiteY8014" fmla="*/ 1610978 h 5017219"/>
              <a:gd name="connsiteX8015" fmla="*/ 4888932 w 5799173"/>
              <a:gd name="connsiteY8015" fmla="*/ 1611725 h 5017219"/>
              <a:gd name="connsiteX8016" fmla="*/ 1738729 w 5799173"/>
              <a:gd name="connsiteY8016" fmla="*/ 773202 h 5017219"/>
              <a:gd name="connsiteX8017" fmla="*/ 1737483 w 5799173"/>
              <a:gd name="connsiteY8017" fmla="*/ 772454 h 5017219"/>
              <a:gd name="connsiteX8018" fmla="*/ 1727181 w 5799173"/>
              <a:gd name="connsiteY8018" fmla="*/ 754675 h 5017219"/>
              <a:gd name="connsiteX8019" fmla="*/ 1727181 w 5799173"/>
              <a:gd name="connsiteY8019" fmla="*/ 753262 h 5017219"/>
              <a:gd name="connsiteX8020" fmla="*/ 1737483 w 5799173"/>
              <a:gd name="connsiteY8020" fmla="*/ 735484 h 5017219"/>
              <a:gd name="connsiteX8021" fmla="*/ 1738729 w 5799173"/>
              <a:gd name="connsiteY8021" fmla="*/ 734736 h 5017219"/>
              <a:gd name="connsiteX8022" fmla="*/ 1759250 w 5799173"/>
              <a:gd name="connsiteY8022" fmla="*/ 734736 h 5017219"/>
              <a:gd name="connsiteX8023" fmla="*/ 1760497 w 5799173"/>
              <a:gd name="connsiteY8023" fmla="*/ 735484 h 5017219"/>
              <a:gd name="connsiteX8024" fmla="*/ 1770798 w 5799173"/>
              <a:gd name="connsiteY8024" fmla="*/ 753262 h 5017219"/>
              <a:gd name="connsiteX8025" fmla="*/ 1770798 w 5799173"/>
              <a:gd name="connsiteY8025" fmla="*/ 754675 h 5017219"/>
              <a:gd name="connsiteX8026" fmla="*/ 1760497 w 5799173"/>
              <a:gd name="connsiteY8026" fmla="*/ 772454 h 5017219"/>
              <a:gd name="connsiteX8027" fmla="*/ 1759250 w 5799173"/>
              <a:gd name="connsiteY8027" fmla="*/ 773202 h 5017219"/>
              <a:gd name="connsiteX8028" fmla="*/ 5048980 w 5799173"/>
              <a:gd name="connsiteY8028" fmla="*/ 1660284 h 5017219"/>
              <a:gd name="connsiteX8029" fmla="*/ 5047734 w 5799173"/>
              <a:gd name="connsiteY8029" fmla="*/ 1659536 h 5017219"/>
              <a:gd name="connsiteX8030" fmla="*/ 5037432 w 5799173"/>
              <a:gd name="connsiteY8030" fmla="*/ 1641675 h 5017219"/>
              <a:gd name="connsiteX8031" fmla="*/ 5037432 w 5799173"/>
              <a:gd name="connsiteY8031" fmla="*/ 1640179 h 5017219"/>
              <a:gd name="connsiteX8032" fmla="*/ 5047734 w 5799173"/>
              <a:gd name="connsiteY8032" fmla="*/ 1622317 h 5017219"/>
              <a:gd name="connsiteX8033" fmla="*/ 5048980 w 5799173"/>
              <a:gd name="connsiteY8033" fmla="*/ 1621569 h 5017219"/>
              <a:gd name="connsiteX8034" fmla="*/ 5069667 w 5799173"/>
              <a:gd name="connsiteY8034" fmla="*/ 1621569 h 5017219"/>
              <a:gd name="connsiteX8035" fmla="*/ 5070913 w 5799173"/>
              <a:gd name="connsiteY8035" fmla="*/ 1622317 h 5017219"/>
              <a:gd name="connsiteX8036" fmla="*/ 5081215 w 5799173"/>
              <a:gd name="connsiteY8036" fmla="*/ 1640179 h 5017219"/>
              <a:gd name="connsiteX8037" fmla="*/ 5081215 w 5799173"/>
              <a:gd name="connsiteY8037" fmla="*/ 1641675 h 5017219"/>
              <a:gd name="connsiteX8038" fmla="*/ 5070913 w 5799173"/>
              <a:gd name="connsiteY8038" fmla="*/ 1659535 h 5017219"/>
              <a:gd name="connsiteX8039" fmla="*/ 5069667 w 5799173"/>
              <a:gd name="connsiteY8039" fmla="*/ 1660283 h 5017219"/>
              <a:gd name="connsiteX8040" fmla="*/ 5169352 w 5799173"/>
              <a:gd name="connsiteY8040" fmla="*/ 1692537 h 5017219"/>
              <a:gd name="connsiteX8041" fmla="*/ 5168107 w 5799173"/>
              <a:gd name="connsiteY8041" fmla="*/ 1691790 h 5017219"/>
              <a:gd name="connsiteX8042" fmla="*/ 5157804 w 5799173"/>
              <a:gd name="connsiteY8042" fmla="*/ 1673928 h 5017219"/>
              <a:gd name="connsiteX8043" fmla="*/ 5157804 w 5799173"/>
              <a:gd name="connsiteY8043" fmla="*/ 1672433 h 5017219"/>
              <a:gd name="connsiteX8044" fmla="*/ 5168107 w 5799173"/>
              <a:gd name="connsiteY8044" fmla="*/ 1654570 h 5017219"/>
              <a:gd name="connsiteX8045" fmla="*/ 5169353 w 5799173"/>
              <a:gd name="connsiteY8045" fmla="*/ 1653822 h 5017219"/>
              <a:gd name="connsiteX8046" fmla="*/ 5190039 w 5799173"/>
              <a:gd name="connsiteY8046" fmla="*/ 1653822 h 5017219"/>
              <a:gd name="connsiteX8047" fmla="*/ 5191285 w 5799173"/>
              <a:gd name="connsiteY8047" fmla="*/ 1654570 h 5017219"/>
              <a:gd name="connsiteX8048" fmla="*/ 5201587 w 5799173"/>
              <a:gd name="connsiteY8048" fmla="*/ 1672432 h 5017219"/>
              <a:gd name="connsiteX8049" fmla="*/ 5201588 w 5799173"/>
              <a:gd name="connsiteY8049" fmla="*/ 1673928 h 5017219"/>
              <a:gd name="connsiteX8050" fmla="*/ 5191285 w 5799173"/>
              <a:gd name="connsiteY8050" fmla="*/ 1691789 h 5017219"/>
              <a:gd name="connsiteX8051" fmla="*/ 5190039 w 5799173"/>
              <a:gd name="connsiteY8051" fmla="*/ 1692537 h 5017219"/>
              <a:gd name="connsiteX8052" fmla="*/ 4988712 w 5799173"/>
              <a:gd name="connsiteY8052" fmla="*/ 1644229 h 5017219"/>
              <a:gd name="connsiteX8053" fmla="*/ 4987466 w 5799173"/>
              <a:gd name="connsiteY8053" fmla="*/ 1643482 h 5017219"/>
              <a:gd name="connsiteX8054" fmla="*/ 4977081 w 5799173"/>
              <a:gd name="connsiteY8054" fmla="*/ 1625537 h 5017219"/>
              <a:gd name="connsiteX8055" fmla="*/ 4977081 w 5799173"/>
              <a:gd name="connsiteY8055" fmla="*/ 1624041 h 5017219"/>
              <a:gd name="connsiteX8056" fmla="*/ 4987466 w 5799173"/>
              <a:gd name="connsiteY8056" fmla="*/ 1606096 h 5017219"/>
              <a:gd name="connsiteX8057" fmla="*/ 4988713 w 5799173"/>
              <a:gd name="connsiteY8057" fmla="*/ 1605348 h 5017219"/>
              <a:gd name="connsiteX8058" fmla="*/ 5009482 w 5799173"/>
              <a:gd name="connsiteY8058" fmla="*/ 1605348 h 5017219"/>
              <a:gd name="connsiteX8059" fmla="*/ 5010728 w 5799173"/>
              <a:gd name="connsiteY8059" fmla="*/ 1606096 h 5017219"/>
              <a:gd name="connsiteX8060" fmla="*/ 5021113 w 5799173"/>
              <a:gd name="connsiteY8060" fmla="*/ 1624041 h 5017219"/>
              <a:gd name="connsiteX8061" fmla="*/ 5021113 w 5799173"/>
              <a:gd name="connsiteY8061" fmla="*/ 1625537 h 5017219"/>
              <a:gd name="connsiteX8062" fmla="*/ 5010728 w 5799173"/>
              <a:gd name="connsiteY8062" fmla="*/ 1643482 h 5017219"/>
              <a:gd name="connsiteX8063" fmla="*/ 5009482 w 5799173"/>
              <a:gd name="connsiteY8063" fmla="*/ 1644229 h 5017219"/>
              <a:gd name="connsiteX8064" fmla="*/ 5109085 w 5799173"/>
              <a:gd name="connsiteY8064" fmla="*/ 1676483 h 5017219"/>
              <a:gd name="connsiteX8065" fmla="*/ 5107839 w 5799173"/>
              <a:gd name="connsiteY8065" fmla="*/ 1675736 h 5017219"/>
              <a:gd name="connsiteX8066" fmla="*/ 5097454 w 5799173"/>
              <a:gd name="connsiteY8066" fmla="*/ 1657791 h 5017219"/>
              <a:gd name="connsiteX8067" fmla="*/ 5097454 w 5799173"/>
              <a:gd name="connsiteY8067" fmla="*/ 1656295 h 5017219"/>
              <a:gd name="connsiteX8068" fmla="*/ 5107839 w 5799173"/>
              <a:gd name="connsiteY8068" fmla="*/ 1638350 h 5017219"/>
              <a:gd name="connsiteX8069" fmla="*/ 5109085 w 5799173"/>
              <a:gd name="connsiteY8069" fmla="*/ 1637602 h 5017219"/>
              <a:gd name="connsiteX8070" fmla="*/ 5129855 w 5799173"/>
              <a:gd name="connsiteY8070" fmla="*/ 1637602 h 5017219"/>
              <a:gd name="connsiteX8071" fmla="*/ 5131101 w 5799173"/>
              <a:gd name="connsiteY8071" fmla="*/ 1638350 h 5017219"/>
              <a:gd name="connsiteX8072" fmla="*/ 5141486 w 5799173"/>
              <a:gd name="connsiteY8072" fmla="*/ 1656295 h 5017219"/>
              <a:gd name="connsiteX8073" fmla="*/ 5141486 w 5799173"/>
              <a:gd name="connsiteY8073" fmla="*/ 1657791 h 5017219"/>
              <a:gd name="connsiteX8074" fmla="*/ 5131101 w 5799173"/>
              <a:gd name="connsiteY8074" fmla="*/ 1675736 h 5017219"/>
              <a:gd name="connsiteX8075" fmla="*/ 5129855 w 5799173"/>
              <a:gd name="connsiteY8075" fmla="*/ 1676483 h 5017219"/>
              <a:gd name="connsiteX8076" fmla="*/ 3002483 w 5799173"/>
              <a:gd name="connsiteY8076" fmla="*/ 1112209 h 5017219"/>
              <a:gd name="connsiteX8077" fmla="*/ 3001237 w 5799173"/>
              <a:gd name="connsiteY8077" fmla="*/ 1111462 h 5017219"/>
              <a:gd name="connsiteX8078" fmla="*/ 2990769 w 5799173"/>
              <a:gd name="connsiteY8078" fmla="*/ 1093350 h 5017219"/>
              <a:gd name="connsiteX8079" fmla="*/ 2990769 w 5799173"/>
              <a:gd name="connsiteY8079" fmla="*/ 1091855 h 5017219"/>
              <a:gd name="connsiteX8080" fmla="*/ 3001237 w 5799173"/>
              <a:gd name="connsiteY8080" fmla="*/ 1073743 h 5017219"/>
              <a:gd name="connsiteX8081" fmla="*/ 3002483 w 5799173"/>
              <a:gd name="connsiteY8081" fmla="*/ 1072996 h 5017219"/>
              <a:gd name="connsiteX8082" fmla="*/ 3023419 w 5799173"/>
              <a:gd name="connsiteY8082" fmla="*/ 1072996 h 5017219"/>
              <a:gd name="connsiteX8083" fmla="*/ 3024665 w 5799173"/>
              <a:gd name="connsiteY8083" fmla="*/ 1073743 h 5017219"/>
              <a:gd name="connsiteX8084" fmla="*/ 3035133 w 5799173"/>
              <a:gd name="connsiteY8084" fmla="*/ 1091855 h 5017219"/>
              <a:gd name="connsiteX8085" fmla="*/ 3035133 w 5799173"/>
              <a:gd name="connsiteY8085" fmla="*/ 1093350 h 5017219"/>
              <a:gd name="connsiteX8086" fmla="*/ 3024665 w 5799173"/>
              <a:gd name="connsiteY8086" fmla="*/ 1111462 h 5017219"/>
              <a:gd name="connsiteX8087" fmla="*/ 3023419 w 5799173"/>
              <a:gd name="connsiteY8087" fmla="*/ 1112209 h 5017219"/>
              <a:gd name="connsiteX8088" fmla="*/ 1798593 w 5799173"/>
              <a:gd name="connsiteY8088" fmla="*/ 790005 h 5017219"/>
              <a:gd name="connsiteX8089" fmla="*/ 1797263 w 5799173"/>
              <a:gd name="connsiteY8089" fmla="*/ 789257 h 5017219"/>
              <a:gd name="connsiteX8090" fmla="*/ 1786630 w 5799173"/>
              <a:gd name="connsiteY8090" fmla="*/ 770814 h 5017219"/>
              <a:gd name="connsiteX8091" fmla="*/ 1786630 w 5799173"/>
              <a:gd name="connsiteY8091" fmla="*/ 769318 h 5017219"/>
              <a:gd name="connsiteX8092" fmla="*/ 1797263 w 5799173"/>
              <a:gd name="connsiteY8092" fmla="*/ 750875 h 5017219"/>
              <a:gd name="connsiteX8093" fmla="*/ 1798593 w 5799173"/>
              <a:gd name="connsiteY8093" fmla="*/ 750127 h 5017219"/>
              <a:gd name="connsiteX8094" fmla="*/ 1819862 w 5799173"/>
              <a:gd name="connsiteY8094" fmla="*/ 750127 h 5017219"/>
              <a:gd name="connsiteX8095" fmla="*/ 1821191 w 5799173"/>
              <a:gd name="connsiteY8095" fmla="*/ 750875 h 5017219"/>
              <a:gd name="connsiteX8096" fmla="*/ 1831825 w 5799173"/>
              <a:gd name="connsiteY8096" fmla="*/ 769318 h 5017219"/>
              <a:gd name="connsiteX8097" fmla="*/ 1831825 w 5799173"/>
              <a:gd name="connsiteY8097" fmla="*/ 770814 h 5017219"/>
              <a:gd name="connsiteX8098" fmla="*/ 1821191 w 5799173"/>
              <a:gd name="connsiteY8098" fmla="*/ 789257 h 5017219"/>
              <a:gd name="connsiteX8099" fmla="*/ 1819861 w 5799173"/>
              <a:gd name="connsiteY8099" fmla="*/ 790005 h 5017219"/>
              <a:gd name="connsiteX8100" fmla="*/ 1858778 w 5799173"/>
              <a:gd name="connsiteY8100" fmla="*/ 806132 h 5017219"/>
              <a:gd name="connsiteX8101" fmla="*/ 1857449 w 5799173"/>
              <a:gd name="connsiteY8101" fmla="*/ 805384 h 5017219"/>
              <a:gd name="connsiteX8102" fmla="*/ 1846815 w 5799173"/>
              <a:gd name="connsiteY8102" fmla="*/ 786941 h 5017219"/>
              <a:gd name="connsiteX8103" fmla="*/ 1846816 w 5799173"/>
              <a:gd name="connsiteY8103" fmla="*/ 785445 h 5017219"/>
              <a:gd name="connsiteX8104" fmla="*/ 1857449 w 5799173"/>
              <a:gd name="connsiteY8104" fmla="*/ 767001 h 5017219"/>
              <a:gd name="connsiteX8105" fmla="*/ 1858779 w 5799173"/>
              <a:gd name="connsiteY8105" fmla="*/ 766254 h 5017219"/>
              <a:gd name="connsiteX8106" fmla="*/ 1880047 w 5799173"/>
              <a:gd name="connsiteY8106" fmla="*/ 766254 h 5017219"/>
              <a:gd name="connsiteX8107" fmla="*/ 1881377 w 5799173"/>
              <a:gd name="connsiteY8107" fmla="*/ 767002 h 5017219"/>
              <a:gd name="connsiteX8108" fmla="*/ 1892011 w 5799173"/>
              <a:gd name="connsiteY8108" fmla="*/ 785445 h 5017219"/>
              <a:gd name="connsiteX8109" fmla="*/ 1892010 w 5799173"/>
              <a:gd name="connsiteY8109" fmla="*/ 786940 h 5017219"/>
              <a:gd name="connsiteX8110" fmla="*/ 1881377 w 5799173"/>
              <a:gd name="connsiteY8110" fmla="*/ 805384 h 5017219"/>
              <a:gd name="connsiteX8111" fmla="*/ 1880047 w 5799173"/>
              <a:gd name="connsiteY8111" fmla="*/ 806132 h 5017219"/>
              <a:gd name="connsiteX8112" fmla="*/ 2400454 w 5799173"/>
              <a:gd name="connsiteY8112" fmla="*/ 951273 h 5017219"/>
              <a:gd name="connsiteX8113" fmla="*/ 2399125 w 5799173"/>
              <a:gd name="connsiteY8113" fmla="*/ 950525 h 5017219"/>
              <a:gd name="connsiteX8114" fmla="*/ 2388491 w 5799173"/>
              <a:gd name="connsiteY8114" fmla="*/ 932082 h 5017219"/>
              <a:gd name="connsiteX8115" fmla="*/ 2388491 w 5799173"/>
              <a:gd name="connsiteY8115" fmla="*/ 930586 h 5017219"/>
              <a:gd name="connsiteX8116" fmla="*/ 2399125 w 5799173"/>
              <a:gd name="connsiteY8116" fmla="*/ 912143 h 5017219"/>
              <a:gd name="connsiteX8117" fmla="*/ 2400454 w 5799173"/>
              <a:gd name="connsiteY8117" fmla="*/ 911395 h 5017219"/>
              <a:gd name="connsiteX8118" fmla="*/ 2421723 w 5799173"/>
              <a:gd name="connsiteY8118" fmla="*/ 911395 h 5017219"/>
              <a:gd name="connsiteX8119" fmla="*/ 2423052 w 5799173"/>
              <a:gd name="connsiteY8119" fmla="*/ 912143 h 5017219"/>
              <a:gd name="connsiteX8120" fmla="*/ 2433686 w 5799173"/>
              <a:gd name="connsiteY8120" fmla="*/ 930586 h 5017219"/>
              <a:gd name="connsiteX8121" fmla="*/ 2433686 w 5799173"/>
              <a:gd name="connsiteY8121" fmla="*/ 932082 h 5017219"/>
              <a:gd name="connsiteX8122" fmla="*/ 2423052 w 5799173"/>
              <a:gd name="connsiteY8122" fmla="*/ 950525 h 5017219"/>
              <a:gd name="connsiteX8123" fmla="*/ 2421723 w 5799173"/>
              <a:gd name="connsiteY8123" fmla="*/ 951273 h 5017219"/>
              <a:gd name="connsiteX8124" fmla="*/ 2942131 w 5799173"/>
              <a:gd name="connsiteY8124" fmla="*/ 1096415 h 5017219"/>
              <a:gd name="connsiteX8125" fmla="*/ 2940802 w 5799173"/>
              <a:gd name="connsiteY8125" fmla="*/ 1095667 h 5017219"/>
              <a:gd name="connsiteX8126" fmla="*/ 2930168 w 5799173"/>
              <a:gd name="connsiteY8126" fmla="*/ 1077224 h 5017219"/>
              <a:gd name="connsiteX8127" fmla="*/ 2930168 w 5799173"/>
              <a:gd name="connsiteY8127" fmla="*/ 1075728 h 5017219"/>
              <a:gd name="connsiteX8128" fmla="*/ 2940802 w 5799173"/>
              <a:gd name="connsiteY8128" fmla="*/ 1057285 h 5017219"/>
              <a:gd name="connsiteX8129" fmla="*/ 2942131 w 5799173"/>
              <a:gd name="connsiteY8129" fmla="*/ 1056537 h 5017219"/>
              <a:gd name="connsiteX8130" fmla="*/ 2963400 w 5799173"/>
              <a:gd name="connsiteY8130" fmla="*/ 1056537 h 5017219"/>
              <a:gd name="connsiteX8131" fmla="*/ 2964729 w 5799173"/>
              <a:gd name="connsiteY8131" fmla="*/ 1057285 h 5017219"/>
              <a:gd name="connsiteX8132" fmla="*/ 2975363 w 5799173"/>
              <a:gd name="connsiteY8132" fmla="*/ 1075728 h 5017219"/>
              <a:gd name="connsiteX8133" fmla="*/ 2975363 w 5799173"/>
              <a:gd name="connsiteY8133" fmla="*/ 1077224 h 5017219"/>
              <a:gd name="connsiteX8134" fmla="*/ 2964729 w 5799173"/>
              <a:gd name="connsiteY8134" fmla="*/ 1095667 h 5017219"/>
              <a:gd name="connsiteX8135" fmla="*/ 2963400 w 5799173"/>
              <a:gd name="connsiteY8135" fmla="*/ 1096415 h 5017219"/>
              <a:gd name="connsiteX8136" fmla="*/ 2580930 w 5799173"/>
              <a:gd name="connsiteY8136" fmla="*/ 999737 h 5017219"/>
              <a:gd name="connsiteX8137" fmla="*/ 2579601 w 5799173"/>
              <a:gd name="connsiteY8137" fmla="*/ 998989 h 5017219"/>
              <a:gd name="connsiteX8138" fmla="*/ 2568967 w 5799173"/>
              <a:gd name="connsiteY8138" fmla="*/ 980463 h 5017219"/>
              <a:gd name="connsiteX8139" fmla="*/ 2568967 w 5799173"/>
              <a:gd name="connsiteY8139" fmla="*/ 978967 h 5017219"/>
              <a:gd name="connsiteX8140" fmla="*/ 2579684 w 5799173"/>
              <a:gd name="connsiteY8140" fmla="*/ 960440 h 5017219"/>
              <a:gd name="connsiteX8141" fmla="*/ 2581014 w 5799173"/>
              <a:gd name="connsiteY8141" fmla="*/ 959693 h 5017219"/>
              <a:gd name="connsiteX8142" fmla="*/ 2602365 w 5799173"/>
              <a:gd name="connsiteY8142" fmla="*/ 959693 h 5017219"/>
              <a:gd name="connsiteX8143" fmla="*/ 2603694 w 5799173"/>
              <a:gd name="connsiteY8143" fmla="*/ 960440 h 5017219"/>
              <a:gd name="connsiteX8144" fmla="*/ 2614328 w 5799173"/>
              <a:gd name="connsiteY8144" fmla="*/ 978967 h 5017219"/>
              <a:gd name="connsiteX8145" fmla="*/ 2614328 w 5799173"/>
              <a:gd name="connsiteY8145" fmla="*/ 980463 h 5017219"/>
              <a:gd name="connsiteX8146" fmla="*/ 2603611 w 5799173"/>
              <a:gd name="connsiteY8146" fmla="*/ 998989 h 5017219"/>
              <a:gd name="connsiteX8147" fmla="*/ 2602282 w 5799173"/>
              <a:gd name="connsiteY8147" fmla="*/ 999737 h 5017219"/>
              <a:gd name="connsiteX8148" fmla="*/ 2881860 w 5799173"/>
              <a:gd name="connsiteY8148" fmla="*/ 1080371 h 5017219"/>
              <a:gd name="connsiteX8149" fmla="*/ 2880531 w 5799173"/>
              <a:gd name="connsiteY8149" fmla="*/ 1079623 h 5017219"/>
              <a:gd name="connsiteX8150" fmla="*/ 2869897 w 5799173"/>
              <a:gd name="connsiteY8150" fmla="*/ 1061097 h 5017219"/>
              <a:gd name="connsiteX8151" fmla="*/ 2869897 w 5799173"/>
              <a:gd name="connsiteY8151" fmla="*/ 1059601 h 5017219"/>
              <a:gd name="connsiteX8152" fmla="*/ 2880614 w 5799173"/>
              <a:gd name="connsiteY8152" fmla="*/ 1041074 h 5017219"/>
              <a:gd name="connsiteX8153" fmla="*/ 2881944 w 5799173"/>
              <a:gd name="connsiteY8153" fmla="*/ 1040327 h 5017219"/>
              <a:gd name="connsiteX8154" fmla="*/ 2903295 w 5799173"/>
              <a:gd name="connsiteY8154" fmla="*/ 1040327 h 5017219"/>
              <a:gd name="connsiteX8155" fmla="*/ 2904624 w 5799173"/>
              <a:gd name="connsiteY8155" fmla="*/ 1041074 h 5017219"/>
              <a:gd name="connsiteX8156" fmla="*/ 2915258 w 5799173"/>
              <a:gd name="connsiteY8156" fmla="*/ 1059601 h 5017219"/>
              <a:gd name="connsiteX8157" fmla="*/ 2915258 w 5799173"/>
              <a:gd name="connsiteY8157" fmla="*/ 1061097 h 5017219"/>
              <a:gd name="connsiteX8158" fmla="*/ 2904541 w 5799173"/>
              <a:gd name="connsiteY8158" fmla="*/ 1079623 h 5017219"/>
              <a:gd name="connsiteX8159" fmla="*/ 2903212 w 5799173"/>
              <a:gd name="connsiteY8159" fmla="*/ 1080371 h 5017219"/>
              <a:gd name="connsiteX8160" fmla="*/ 3122606 w 5799173"/>
              <a:gd name="connsiteY8160" fmla="*/ 1144878 h 5017219"/>
              <a:gd name="connsiteX8161" fmla="*/ 3121277 w 5799173"/>
              <a:gd name="connsiteY8161" fmla="*/ 1144130 h 5017219"/>
              <a:gd name="connsiteX8162" fmla="*/ 3110643 w 5799173"/>
              <a:gd name="connsiteY8162" fmla="*/ 1125604 h 5017219"/>
              <a:gd name="connsiteX8163" fmla="*/ 3110643 w 5799173"/>
              <a:gd name="connsiteY8163" fmla="*/ 1124108 h 5017219"/>
              <a:gd name="connsiteX8164" fmla="*/ 3121360 w 5799173"/>
              <a:gd name="connsiteY8164" fmla="*/ 1105581 h 5017219"/>
              <a:gd name="connsiteX8165" fmla="*/ 3122690 w 5799173"/>
              <a:gd name="connsiteY8165" fmla="*/ 1104835 h 5017219"/>
              <a:gd name="connsiteX8166" fmla="*/ 3144041 w 5799173"/>
              <a:gd name="connsiteY8166" fmla="*/ 1104835 h 5017219"/>
              <a:gd name="connsiteX8167" fmla="*/ 3145370 w 5799173"/>
              <a:gd name="connsiteY8167" fmla="*/ 1105582 h 5017219"/>
              <a:gd name="connsiteX8168" fmla="*/ 3156003 w 5799173"/>
              <a:gd name="connsiteY8168" fmla="*/ 1124109 h 5017219"/>
              <a:gd name="connsiteX8169" fmla="*/ 3156004 w 5799173"/>
              <a:gd name="connsiteY8169" fmla="*/ 1125605 h 5017219"/>
              <a:gd name="connsiteX8170" fmla="*/ 3145287 w 5799173"/>
              <a:gd name="connsiteY8170" fmla="*/ 1144131 h 5017219"/>
              <a:gd name="connsiteX8171" fmla="*/ 3143958 w 5799173"/>
              <a:gd name="connsiteY8171" fmla="*/ 1144879 h 5017219"/>
              <a:gd name="connsiteX8172" fmla="*/ 2761488 w 5799173"/>
              <a:gd name="connsiteY8172" fmla="*/ 1048201 h 5017219"/>
              <a:gd name="connsiteX8173" fmla="*/ 2760159 w 5799173"/>
              <a:gd name="connsiteY8173" fmla="*/ 1047454 h 5017219"/>
              <a:gd name="connsiteX8174" fmla="*/ 2749442 w 5799173"/>
              <a:gd name="connsiteY8174" fmla="*/ 1028843 h 5017219"/>
              <a:gd name="connsiteX8175" fmla="*/ 2749442 w 5799173"/>
              <a:gd name="connsiteY8175" fmla="*/ 1027347 h 5017219"/>
              <a:gd name="connsiteX8176" fmla="*/ 2760160 w 5799173"/>
              <a:gd name="connsiteY8176" fmla="*/ 1008738 h 5017219"/>
              <a:gd name="connsiteX8177" fmla="*/ 2761488 w 5799173"/>
              <a:gd name="connsiteY8177" fmla="*/ 1007990 h 5017219"/>
              <a:gd name="connsiteX8178" fmla="*/ 2782924 w 5799173"/>
              <a:gd name="connsiteY8178" fmla="*/ 1007990 h 5017219"/>
              <a:gd name="connsiteX8179" fmla="*/ 2784253 w 5799173"/>
              <a:gd name="connsiteY8179" fmla="*/ 1008737 h 5017219"/>
              <a:gd name="connsiteX8180" fmla="*/ 2794970 w 5799173"/>
              <a:gd name="connsiteY8180" fmla="*/ 1027348 h 5017219"/>
              <a:gd name="connsiteX8181" fmla="*/ 2794969 w 5799173"/>
              <a:gd name="connsiteY8181" fmla="*/ 1028844 h 5017219"/>
              <a:gd name="connsiteX8182" fmla="*/ 2784252 w 5799173"/>
              <a:gd name="connsiteY8182" fmla="*/ 1047453 h 5017219"/>
              <a:gd name="connsiteX8183" fmla="*/ 2782923 w 5799173"/>
              <a:gd name="connsiteY8183" fmla="*/ 1048200 h 5017219"/>
              <a:gd name="connsiteX8184" fmla="*/ 2701221 w 5799173"/>
              <a:gd name="connsiteY8184" fmla="*/ 1032156 h 5017219"/>
              <a:gd name="connsiteX8185" fmla="*/ 2699890 w 5799173"/>
              <a:gd name="connsiteY8185" fmla="*/ 1031410 h 5017219"/>
              <a:gd name="connsiteX8186" fmla="*/ 2689091 w 5799173"/>
              <a:gd name="connsiteY8186" fmla="*/ 1012717 h 5017219"/>
              <a:gd name="connsiteX8187" fmla="*/ 2689090 w 5799173"/>
              <a:gd name="connsiteY8187" fmla="*/ 1011221 h 5017219"/>
              <a:gd name="connsiteX8188" fmla="*/ 2699890 w 5799173"/>
              <a:gd name="connsiteY8188" fmla="*/ 992528 h 5017219"/>
              <a:gd name="connsiteX8189" fmla="*/ 2701221 w 5799173"/>
              <a:gd name="connsiteY8189" fmla="*/ 991781 h 5017219"/>
              <a:gd name="connsiteX8190" fmla="*/ 2722821 w 5799173"/>
              <a:gd name="connsiteY8190" fmla="*/ 991781 h 5017219"/>
              <a:gd name="connsiteX8191" fmla="*/ 2724149 w 5799173"/>
              <a:gd name="connsiteY8191" fmla="*/ 992528 h 5017219"/>
              <a:gd name="connsiteX8192" fmla="*/ 2734950 w 5799173"/>
              <a:gd name="connsiteY8192" fmla="*/ 1011221 h 5017219"/>
              <a:gd name="connsiteX8193" fmla="*/ 2734951 w 5799173"/>
              <a:gd name="connsiteY8193" fmla="*/ 1012717 h 5017219"/>
              <a:gd name="connsiteX8194" fmla="*/ 2724150 w 5799173"/>
              <a:gd name="connsiteY8194" fmla="*/ 1031410 h 5017219"/>
              <a:gd name="connsiteX8195" fmla="*/ 2722821 w 5799173"/>
              <a:gd name="connsiteY8195" fmla="*/ 1032156 h 5017219"/>
              <a:gd name="connsiteX8196" fmla="*/ 3062338 w 5799173"/>
              <a:gd name="connsiteY8196" fmla="*/ 1128918 h 5017219"/>
              <a:gd name="connsiteX8197" fmla="*/ 3061008 w 5799173"/>
              <a:gd name="connsiteY8197" fmla="*/ 1128171 h 5017219"/>
              <a:gd name="connsiteX8198" fmla="*/ 3050208 w 5799173"/>
              <a:gd name="connsiteY8198" fmla="*/ 1109478 h 5017219"/>
              <a:gd name="connsiteX8199" fmla="*/ 3050207 w 5799173"/>
              <a:gd name="connsiteY8199" fmla="*/ 1107982 h 5017219"/>
              <a:gd name="connsiteX8200" fmla="*/ 3061007 w 5799173"/>
              <a:gd name="connsiteY8200" fmla="*/ 1089289 h 5017219"/>
              <a:gd name="connsiteX8201" fmla="*/ 3062338 w 5799173"/>
              <a:gd name="connsiteY8201" fmla="*/ 1088542 h 5017219"/>
              <a:gd name="connsiteX8202" fmla="*/ 3083938 w 5799173"/>
              <a:gd name="connsiteY8202" fmla="*/ 1088542 h 5017219"/>
              <a:gd name="connsiteX8203" fmla="*/ 3085267 w 5799173"/>
              <a:gd name="connsiteY8203" fmla="*/ 1089289 h 5017219"/>
              <a:gd name="connsiteX8204" fmla="*/ 3096068 w 5799173"/>
              <a:gd name="connsiteY8204" fmla="*/ 1107982 h 5017219"/>
              <a:gd name="connsiteX8205" fmla="*/ 3096068 w 5799173"/>
              <a:gd name="connsiteY8205" fmla="*/ 1109478 h 5017219"/>
              <a:gd name="connsiteX8206" fmla="*/ 3085267 w 5799173"/>
              <a:gd name="connsiteY8206" fmla="*/ 1128171 h 5017219"/>
              <a:gd name="connsiteX8207" fmla="*/ 3083938 w 5799173"/>
              <a:gd name="connsiteY8207" fmla="*/ 1128918 h 5017219"/>
              <a:gd name="connsiteX8208" fmla="*/ 3182710 w 5799173"/>
              <a:gd name="connsiteY8208" fmla="*/ 1161171 h 5017219"/>
              <a:gd name="connsiteX8209" fmla="*/ 3181380 w 5799173"/>
              <a:gd name="connsiteY8209" fmla="*/ 1160425 h 5017219"/>
              <a:gd name="connsiteX8210" fmla="*/ 3170580 w 5799173"/>
              <a:gd name="connsiteY8210" fmla="*/ 1141731 h 5017219"/>
              <a:gd name="connsiteX8211" fmla="*/ 3170580 w 5799173"/>
              <a:gd name="connsiteY8211" fmla="*/ 1140235 h 5017219"/>
              <a:gd name="connsiteX8212" fmla="*/ 3181380 w 5799173"/>
              <a:gd name="connsiteY8212" fmla="*/ 1121543 h 5017219"/>
              <a:gd name="connsiteX8213" fmla="*/ 3182710 w 5799173"/>
              <a:gd name="connsiteY8213" fmla="*/ 1120796 h 5017219"/>
              <a:gd name="connsiteX8214" fmla="*/ 3204310 w 5799173"/>
              <a:gd name="connsiteY8214" fmla="*/ 1120796 h 5017219"/>
              <a:gd name="connsiteX8215" fmla="*/ 3205639 w 5799173"/>
              <a:gd name="connsiteY8215" fmla="*/ 1121542 h 5017219"/>
              <a:gd name="connsiteX8216" fmla="*/ 3216440 w 5799173"/>
              <a:gd name="connsiteY8216" fmla="*/ 1140235 h 5017219"/>
              <a:gd name="connsiteX8217" fmla="*/ 3216441 w 5799173"/>
              <a:gd name="connsiteY8217" fmla="*/ 1141731 h 5017219"/>
              <a:gd name="connsiteX8218" fmla="*/ 3205640 w 5799173"/>
              <a:gd name="connsiteY8218" fmla="*/ 1160424 h 5017219"/>
              <a:gd name="connsiteX8219" fmla="*/ 3204310 w 5799173"/>
              <a:gd name="connsiteY8219" fmla="*/ 1161171 h 5017219"/>
              <a:gd name="connsiteX8220" fmla="*/ 2460472 w 5799173"/>
              <a:gd name="connsiteY8220" fmla="*/ 967744 h 5017219"/>
              <a:gd name="connsiteX8221" fmla="*/ 2459144 w 5799173"/>
              <a:gd name="connsiteY8221" fmla="*/ 966996 h 5017219"/>
              <a:gd name="connsiteX8222" fmla="*/ 2448344 w 5799173"/>
              <a:gd name="connsiteY8222" fmla="*/ 948220 h 5017219"/>
              <a:gd name="connsiteX8223" fmla="*/ 2448343 w 5799173"/>
              <a:gd name="connsiteY8223" fmla="*/ 946724 h 5017219"/>
              <a:gd name="connsiteX8224" fmla="*/ 2459144 w 5799173"/>
              <a:gd name="connsiteY8224" fmla="*/ 927949 h 5017219"/>
              <a:gd name="connsiteX8225" fmla="*/ 2460473 w 5799173"/>
              <a:gd name="connsiteY8225" fmla="*/ 927201 h 5017219"/>
              <a:gd name="connsiteX8226" fmla="*/ 2482157 w 5799173"/>
              <a:gd name="connsiteY8226" fmla="*/ 927201 h 5017219"/>
              <a:gd name="connsiteX8227" fmla="*/ 2483487 w 5799173"/>
              <a:gd name="connsiteY8227" fmla="*/ 927949 h 5017219"/>
              <a:gd name="connsiteX8228" fmla="*/ 2494286 w 5799173"/>
              <a:gd name="connsiteY8228" fmla="*/ 946724 h 5017219"/>
              <a:gd name="connsiteX8229" fmla="*/ 2494287 w 5799173"/>
              <a:gd name="connsiteY8229" fmla="*/ 948220 h 5017219"/>
              <a:gd name="connsiteX8230" fmla="*/ 2483487 w 5799173"/>
              <a:gd name="connsiteY8230" fmla="*/ 966996 h 5017219"/>
              <a:gd name="connsiteX8231" fmla="*/ 2482157 w 5799173"/>
              <a:gd name="connsiteY8231" fmla="*/ 967744 h 5017219"/>
              <a:gd name="connsiteX8232" fmla="*/ 2641031 w 5799173"/>
              <a:gd name="connsiteY8232" fmla="*/ 1016124 h 5017219"/>
              <a:gd name="connsiteX8233" fmla="*/ 2639702 w 5799173"/>
              <a:gd name="connsiteY8233" fmla="*/ 1015377 h 5017219"/>
              <a:gd name="connsiteX8234" fmla="*/ 2628902 w 5799173"/>
              <a:gd name="connsiteY8234" fmla="*/ 996601 h 5017219"/>
              <a:gd name="connsiteX8235" fmla="*/ 2628902 w 5799173"/>
              <a:gd name="connsiteY8235" fmla="*/ 995105 h 5017219"/>
              <a:gd name="connsiteX8236" fmla="*/ 2639702 w 5799173"/>
              <a:gd name="connsiteY8236" fmla="*/ 976330 h 5017219"/>
              <a:gd name="connsiteX8237" fmla="*/ 2641031 w 5799173"/>
              <a:gd name="connsiteY8237" fmla="*/ 975582 h 5017219"/>
              <a:gd name="connsiteX8238" fmla="*/ 2662715 w 5799173"/>
              <a:gd name="connsiteY8238" fmla="*/ 975581 h 5017219"/>
              <a:gd name="connsiteX8239" fmla="*/ 2664044 w 5799173"/>
              <a:gd name="connsiteY8239" fmla="*/ 976329 h 5017219"/>
              <a:gd name="connsiteX8240" fmla="*/ 2674845 w 5799173"/>
              <a:gd name="connsiteY8240" fmla="*/ 995104 h 5017219"/>
              <a:gd name="connsiteX8241" fmla="*/ 2674845 w 5799173"/>
              <a:gd name="connsiteY8241" fmla="*/ 996601 h 5017219"/>
              <a:gd name="connsiteX8242" fmla="*/ 2664044 w 5799173"/>
              <a:gd name="connsiteY8242" fmla="*/ 1015376 h 5017219"/>
              <a:gd name="connsiteX8243" fmla="*/ 2662715 w 5799173"/>
              <a:gd name="connsiteY8243" fmla="*/ 1016124 h 5017219"/>
              <a:gd name="connsiteX8244" fmla="*/ 2821590 w 5799173"/>
              <a:gd name="connsiteY8244" fmla="*/ 1064505 h 5017219"/>
              <a:gd name="connsiteX8245" fmla="*/ 2820261 w 5799173"/>
              <a:gd name="connsiteY8245" fmla="*/ 1063757 h 5017219"/>
              <a:gd name="connsiteX8246" fmla="*/ 2809461 w 5799173"/>
              <a:gd name="connsiteY8246" fmla="*/ 1044981 h 5017219"/>
              <a:gd name="connsiteX8247" fmla="*/ 2809461 w 5799173"/>
              <a:gd name="connsiteY8247" fmla="*/ 1043485 h 5017219"/>
              <a:gd name="connsiteX8248" fmla="*/ 2820261 w 5799173"/>
              <a:gd name="connsiteY8248" fmla="*/ 1024710 h 5017219"/>
              <a:gd name="connsiteX8249" fmla="*/ 2821590 w 5799173"/>
              <a:gd name="connsiteY8249" fmla="*/ 1023962 h 5017219"/>
              <a:gd name="connsiteX8250" fmla="*/ 2843274 w 5799173"/>
              <a:gd name="connsiteY8250" fmla="*/ 1023962 h 5017219"/>
              <a:gd name="connsiteX8251" fmla="*/ 2844603 w 5799173"/>
              <a:gd name="connsiteY8251" fmla="*/ 1024710 h 5017219"/>
              <a:gd name="connsiteX8252" fmla="*/ 2855404 w 5799173"/>
              <a:gd name="connsiteY8252" fmla="*/ 1043485 h 5017219"/>
              <a:gd name="connsiteX8253" fmla="*/ 2855404 w 5799173"/>
              <a:gd name="connsiteY8253" fmla="*/ 1044981 h 5017219"/>
              <a:gd name="connsiteX8254" fmla="*/ 2844603 w 5799173"/>
              <a:gd name="connsiteY8254" fmla="*/ 1063757 h 5017219"/>
              <a:gd name="connsiteX8255" fmla="*/ 2843274 w 5799173"/>
              <a:gd name="connsiteY8255" fmla="*/ 1064505 h 5017219"/>
              <a:gd name="connsiteX8256" fmla="*/ 3242894 w 5799173"/>
              <a:gd name="connsiteY8256" fmla="*/ 1177393 h 5017219"/>
              <a:gd name="connsiteX8257" fmla="*/ 3241565 w 5799173"/>
              <a:gd name="connsiteY8257" fmla="*/ 1176645 h 5017219"/>
              <a:gd name="connsiteX8258" fmla="*/ 3230765 w 5799173"/>
              <a:gd name="connsiteY8258" fmla="*/ 1157869 h 5017219"/>
              <a:gd name="connsiteX8259" fmla="*/ 3230765 w 5799173"/>
              <a:gd name="connsiteY8259" fmla="*/ 1156373 h 5017219"/>
              <a:gd name="connsiteX8260" fmla="*/ 3241565 w 5799173"/>
              <a:gd name="connsiteY8260" fmla="*/ 1137598 h 5017219"/>
              <a:gd name="connsiteX8261" fmla="*/ 3242894 w 5799173"/>
              <a:gd name="connsiteY8261" fmla="*/ 1136850 h 5017219"/>
              <a:gd name="connsiteX8262" fmla="*/ 3264578 w 5799173"/>
              <a:gd name="connsiteY8262" fmla="*/ 1136850 h 5017219"/>
              <a:gd name="connsiteX8263" fmla="*/ 3265907 w 5799173"/>
              <a:gd name="connsiteY8263" fmla="*/ 1137598 h 5017219"/>
              <a:gd name="connsiteX8264" fmla="*/ 3276708 w 5799173"/>
              <a:gd name="connsiteY8264" fmla="*/ 1156373 h 5017219"/>
              <a:gd name="connsiteX8265" fmla="*/ 3276708 w 5799173"/>
              <a:gd name="connsiteY8265" fmla="*/ 1157869 h 5017219"/>
              <a:gd name="connsiteX8266" fmla="*/ 3265907 w 5799173"/>
              <a:gd name="connsiteY8266" fmla="*/ 1176645 h 5017219"/>
              <a:gd name="connsiteX8267" fmla="*/ 3264578 w 5799173"/>
              <a:gd name="connsiteY8267" fmla="*/ 1177393 h 5017219"/>
              <a:gd name="connsiteX8268" fmla="*/ 3724383 w 5799173"/>
              <a:gd name="connsiteY8268" fmla="*/ 1306408 h 5017219"/>
              <a:gd name="connsiteX8269" fmla="*/ 3723055 w 5799173"/>
              <a:gd name="connsiteY8269" fmla="*/ 1305660 h 5017219"/>
              <a:gd name="connsiteX8270" fmla="*/ 3712255 w 5799173"/>
              <a:gd name="connsiteY8270" fmla="*/ 1286884 h 5017219"/>
              <a:gd name="connsiteX8271" fmla="*/ 3712255 w 5799173"/>
              <a:gd name="connsiteY8271" fmla="*/ 1285388 h 5017219"/>
              <a:gd name="connsiteX8272" fmla="*/ 3723055 w 5799173"/>
              <a:gd name="connsiteY8272" fmla="*/ 1266613 h 5017219"/>
              <a:gd name="connsiteX8273" fmla="*/ 3724384 w 5799173"/>
              <a:gd name="connsiteY8273" fmla="*/ 1265865 h 5017219"/>
              <a:gd name="connsiteX8274" fmla="*/ 3746068 w 5799173"/>
              <a:gd name="connsiteY8274" fmla="*/ 1265865 h 5017219"/>
              <a:gd name="connsiteX8275" fmla="*/ 3747397 w 5799173"/>
              <a:gd name="connsiteY8275" fmla="*/ 1266613 h 5017219"/>
              <a:gd name="connsiteX8276" fmla="*/ 3758198 w 5799173"/>
              <a:gd name="connsiteY8276" fmla="*/ 1285388 h 5017219"/>
              <a:gd name="connsiteX8277" fmla="*/ 3758198 w 5799173"/>
              <a:gd name="connsiteY8277" fmla="*/ 1286884 h 5017219"/>
              <a:gd name="connsiteX8278" fmla="*/ 3747397 w 5799173"/>
              <a:gd name="connsiteY8278" fmla="*/ 1305660 h 5017219"/>
              <a:gd name="connsiteX8279" fmla="*/ 3746068 w 5799173"/>
              <a:gd name="connsiteY8279" fmla="*/ 1306408 h 5017219"/>
              <a:gd name="connsiteX8280" fmla="*/ 2520590 w 5799173"/>
              <a:gd name="connsiteY8280" fmla="*/ 983943 h 5017219"/>
              <a:gd name="connsiteX8281" fmla="*/ 2519261 w 5799173"/>
              <a:gd name="connsiteY8281" fmla="*/ 983196 h 5017219"/>
              <a:gd name="connsiteX8282" fmla="*/ 2508377 w 5799173"/>
              <a:gd name="connsiteY8282" fmla="*/ 964336 h 5017219"/>
              <a:gd name="connsiteX8283" fmla="*/ 2508377 w 5799173"/>
              <a:gd name="connsiteY8283" fmla="*/ 962759 h 5017219"/>
              <a:gd name="connsiteX8284" fmla="*/ 2519261 w 5799173"/>
              <a:gd name="connsiteY8284" fmla="*/ 943900 h 5017219"/>
              <a:gd name="connsiteX8285" fmla="*/ 2520590 w 5799173"/>
              <a:gd name="connsiteY8285" fmla="*/ 943152 h 5017219"/>
              <a:gd name="connsiteX8286" fmla="*/ 2542356 w 5799173"/>
              <a:gd name="connsiteY8286" fmla="*/ 943152 h 5017219"/>
              <a:gd name="connsiteX8287" fmla="*/ 2543685 w 5799173"/>
              <a:gd name="connsiteY8287" fmla="*/ 943899 h 5017219"/>
              <a:gd name="connsiteX8288" fmla="*/ 2554569 w 5799173"/>
              <a:gd name="connsiteY8288" fmla="*/ 962759 h 5017219"/>
              <a:gd name="connsiteX8289" fmla="*/ 2554569 w 5799173"/>
              <a:gd name="connsiteY8289" fmla="*/ 964337 h 5017219"/>
              <a:gd name="connsiteX8290" fmla="*/ 2543685 w 5799173"/>
              <a:gd name="connsiteY8290" fmla="*/ 983195 h 5017219"/>
              <a:gd name="connsiteX8291" fmla="*/ 2542356 w 5799173"/>
              <a:gd name="connsiteY8291" fmla="*/ 983943 h 5017219"/>
              <a:gd name="connsiteX8292" fmla="*/ 3423277 w 5799173"/>
              <a:gd name="connsiteY8292" fmla="*/ 1226010 h 5017219"/>
              <a:gd name="connsiteX8293" fmla="*/ 3421947 w 5799173"/>
              <a:gd name="connsiteY8293" fmla="*/ 1225262 h 5017219"/>
              <a:gd name="connsiteX8294" fmla="*/ 3411064 w 5799173"/>
              <a:gd name="connsiteY8294" fmla="*/ 1206320 h 5017219"/>
              <a:gd name="connsiteX8295" fmla="*/ 3411064 w 5799173"/>
              <a:gd name="connsiteY8295" fmla="*/ 1204742 h 5017219"/>
              <a:gd name="connsiteX8296" fmla="*/ 3422030 w 5799173"/>
              <a:gd name="connsiteY8296" fmla="*/ 1185800 h 5017219"/>
              <a:gd name="connsiteX8297" fmla="*/ 3423360 w 5799173"/>
              <a:gd name="connsiteY8297" fmla="*/ 1185052 h 5017219"/>
              <a:gd name="connsiteX8298" fmla="*/ 3445210 w 5799173"/>
              <a:gd name="connsiteY8298" fmla="*/ 1185052 h 5017219"/>
              <a:gd name="connsiteX8299" fmla="*/ 3446539 w 5799173"/>
              <a:gd name="connsiteY8299" fmla="*/ 1185799 h 5017219"/>
              <a:gd name="connsiteX8300" fmla="*/ 3457422 w 5799173"/>
              <a:gd name="connsiteY8300" fmla="*/ 1204742 h 5017219"/>
              <a:gd name="connsiteX8301" fmla="*/ 3457422 w 5799173"/>
              <a:gd name="connsiteY8301" fmla="*/ 1206320 h 5017219"/>
              <a:gd name="connsiteX8302" fmla="*/ 3446456 w 5799173"/>
              <a:gd name="connsiteY8302" fmla="*/ 1225262 h 5017219"/>
              <a:gd name="connsiteX8303" fmla="*/ 3445126 w 5799173"/>
              <a:gd name="connsiteY8303" fmla="*/ 1226010 h 5017219"/>
              <a:gd name="connsiteX8304" fmla="*/ 3664022 w 5799173"/>
              <a:gd name="connsiteY8304" fmla="*/ 1290518 h 5017219"/>
              <a:gd name="connsiteX8305" fmla="*/ 3662693 w 5799173"/>
              <a:gd name="connsiteY8305" fmla="*/ 1289770 h 5017219"/>
              <a:gd name="connsiteX8306" fmla="*/ 3651809 w 5799173"/>
              <a:gd name="connsiteY8306" fmla="*/ 1270828 h 5017219"/>
              <a:gd name="connsiteX8307" fmla="*/ 3651809 w 5799173"/>
              <a:gd name="connsiteY8307" fmla="*/ 1269250 h 5017219"/>
              <a:gd name="connsiteX8308" fmla="*/ 3662776 w 5799173"/>
              <a:gd name="connsiteY8308" fmla="*/ 1250307 h 5017219"/>
              <a:gd name="connsiteX8309" fmla="*/ 3664105 w 5799173"/>
              <a:gd name="connsiteY8309" fmla="*/ 1249560 h 5017219"/>
              <a:gd name="connsiteX8310" fmla="*/ 3685955 w 5799173"/>
              <a:gd name="connsiteY8310" fmla="*/ 1249560 h 5017219"/>
              <a:gd name="connsiteX8311" fmla="*/ 3687284 w 5799173"/>
              <a:gd name="connsiteY8311" fmla="*/ 1250307 h 5017219"/>
              <a:gd name="connsiteX8312" fmla="*/ 3698167 w 5799173"/>
              <a:gd name="connsiteY8312" fmla="*/ 1269250 h 5017219"/>
              <a:gd name="connsiteX8313" fmla="*/ 3698167 w 5799173"/>
              <a:gd name="connsiteY8313" fmla="*/ 1270828 h 5017219"/>
              <a:gd name="connsiteX8314" fmla="*/ 3687201 w 5799173"/>
              <a:gd name="connsiteY8314" fmla="*/ 1289770 h 5017219"/>
              <a:gd name="connsiteX8315" fmla="*/ 3685871 w 5799173"/>
              <a:gd name="connsiteY8315" fmla="*/ 1290518 h 5017219"/>
              <a:gd name="connsiteX8316" fmla="*/ 3302823 w 5799173"/>
              <a:gd name="connsiteY8316" fmla="*/ 1193922 h 5017219"/>
              <a:gd name="connsiteX8317" fmla="*/ 3301494 w 5799173"/>
              <a:gd name="connsiteY8317" fmla="*/ 1193175 h 5017219"/>
              <a:gd name="connsiteX8318" fmla="*/ 3290444 w 5799173"/>
              <a:gd name="connsiteY8318" fmla="*/ 1174067 h 5017219"/>
              <a:gd name="connsiteX8319" fmla="*/ 3290443 w 5799173"/>
              <a:gd name="connsiteY8319" fmla="*/ 1172488 h 5017219"/>
              <a:gd name="connsiteX8320" fmla="*/ 3301494 w 5799173"/>
              <a:gd name="connsiteY8320" fmla="*/ 1153379 h 5017219"/>
              <a:gd name="connsiteX8321" fmla="*/ 3302822 w 5799173"/>
              <a:gd name="connsiteY8321" fmla="*/ 1152632 h 5017219"/>
              <a:gd name="connsiteX8322" fmla="*/ 3324921 w 5799173"/>
              <a:gd name="connsiteY8322" fmla="*/ 1152632 h 5017219"/>
              <a:gd name="connsiteX8323" fmla="*/ 3326250 w 5799173"/>
              <a:gd name="connsiteY8323" fmla="*/ 1153379 h 5017219"/>
              <a:gd name="connsiteX8324" fmla="*/ 3337300 w 5799173"/>
              <a:gd name="connsiteY8324" fmla="*/ 1172488 h 5017219"/>
              <a:gd name="connsiteX8325" fmla="*/ 3337300 w 5799173"/>
              <a:gd name="connsiteY8325" fmla="*/ 1174067 h 5017219"/>
              <a:gd name="connsiteX8326" fmla="*/ 3326250 w 5799173"/>
              <a:gd name="connsiteY8326" fmla="*/ 1193175 h 5017219"/>
              <a:gd name="connsiteX8327" fmla="*/ 3324922 w 5799173"/>
              <a:gd name="connsiteY8327" fmla="*/ 1193922 h 5017219"/>
              <a:gd name="connsiteX8328" fmla="*/ 3362925 w 5799173"/>
              <a:gd name="connsiteY8328" fmla="*/ 1210217 h 5017219"/>
              <a:gd name="connsiteX8329" fmla="*/ 3361595 w 5799173"/>
              <a:gd name="connsiteY8329" fmla="*/ 1209468 h 5017219"/>
              <a:gd name="connsiteX8330" fmla="*/ 3350463 w 5799173"/>
              <a:gd name="connsiteY8330" fmla="*/ 1190194 h 5017219"/>
              <a:gd name="connsiteX8331" fmla="*/ 3350463 w 5799173"/>
              <a:gd name="connsiteY8331" fmla="*/ 1188615 h 5017219"/>
              <a:gd name="connsiteX8332" fmla="*/ 3361595 w 5799173"/>
              <a:gd name="connsiteY8332" fmla="*/ 1169341 h 5017219"/>
              <a:gd name="connsiteX8333" fmla="*/ 3362925 w 5799173"/>
              <a:gd name="connsiteY8333" fmla="*/ 1168594 h 5017219"/>
              <a:gd name="connsiteX8334" fmla="*/ 3385190 w 5799173"/>
              <a:gd name="connsiteY8334" fmla="*/ 1168593 h 5017219"/>
              <a:gd name="connsiteX8335" fmla="*/ 3386519 w 5799173"/>
              <a:gd name="connsiteY8335" fmla="*/ 1169341 h 5017219"/>
              <a:gd name="connsiteX8336" fmla="*/ 3397652 w 5799173"/>
              <a:gd name="connsiteY8336" fmla="*/ 1188615 h 5017219"/>
              <a:gd name="connsiteX8337" fmla="*/ 3397652 w 5799173"/>
              <a:gd name="connsiteY8337" fmla="*/ 1190194 h 5017219"/>
              <a:gd name="connsiteX8338" fmla="*/ 3386519 w 5799173"/>
              <a:gd name="connsiteY8338" fmla="*/ 1209469 h 5017219"/>
              <a:gd name="connsiteX8339" fmla="*/ 3385190 w 5799173"/>
              <a:gd name="connsiteY8339" fmla="*/ 1210217 h 5017219"/>
              <a:gd name="connsiteX8340" fmla="*/ 3784229 w 5799173"/>
              <a:gd name="connsiteY8340" fmla="*/ 1323105 h 5017219"/>
              <a:gd name="connsiteX8341" fmla="*/ 3782899 w 5799173"/>
              <a:gd name="connsiteY8341" fmla="*/ 1322356 h 5017219"/>
              <a:gd name="connsiteX8342" fmla="*/ 3771767 w 5799173"/>
              <a:gd name="connsiteY8342" fmla="*/ 1303082 h 5017219"/>
              <a:gd name="connsiteX8343" fmla="*/ 3771767 w 5799173"/>
              <a:gd name="connsiteY8343" fmla="*/ 1301504 h 5017219"/>
              <a:gd name="connsiteX8344" fmla="*/ 3782899 w 5799173"/>
              <a:gd name="connsiteY8344" fmla="*/ 1282230 h 5017219"/>
              <a:gd name="connsiteX8345" fmla="*/ 3784229 w 5799173"/>
              <a:gd name="connsiteY8345" fmla="*/ 1281482 h 5017219"/>
              <a:gd name="connsiteX8346" fmla="*/ 3806494 w 5799173"/>
              <a:gd name="connsiteY8346" fmla="*/ 1281481 h 5017219"/>
              <a:gd name="connsiteX8347" fmla="*/ 3807823 w 5799173"/>
              <a:gd name="connsiteY8347" fmla="*/ 1282229 h 5017219"/>
              <a:gd name="connsiteX8348" fmla="*/ 3818956 w 5799173"/>
              <a:gd name="connsiteY8348" fmla="*/ 1301504 h 5017219"/>
              <a:gd name="connsiteX8349" fmla="*/ 3818956 w 5799173"/>
              <a:gd name="connsiteY8349" fmla="*/ 1303082 h 5017219"/>
              <a:gd name="connsiteX8350" fmla="*/ 3807823 w 5799173"/>
              <a:gd name="connsiteY8350" fmla="*/ 1322357 h 5017219"/>
              <a:gd name="connsiteX8351" fmla="*/ 3806494 w 5799173"/>
              <a:gd name="connsiteY8351" fmla="*/ 1323105 h 5017219"/>
              <a:gd name="connsiteX8352" fmla="*/ 3843928 w 5799173"/>
              <a:gd name="connsiteY8352" fmla="*/ 1340229 h 5017219"/>
              <a:gd name="connsiteX8353" fmla="*/ 3842515 w 5799173"/>
              <a:gd name="connsiteY8353" fmla="*/ 1339398 h 5017219"/>
              <a:gd name="connsiteX8354" fmla="*/ 3830884 w 5799173"/>
              <a:gd name="connsiteY8354" fmla="*/ 1319209 h 5017219"/>
              <a:gd name="connsiteX8355" fmla="*/ 3830884 w 5799173"/>
              <a:gd name="connsiteY8355" fmla="*/ 1317548 h 5017219"/>
              <a:gd name="connsiteX8356" fmla="*/ 3842515 w 5799173"/>
              <a:gd name="connsiteY8356" fmla="*/ 1297360 h 5017219"/>
              <a:gd name="connsiteX8357" fmla="*/ 3843928 w 5799173"/>
              <a:gd name="connsiteY8357" fmla="*/ 1296529 h 5017219"/>
              <a:gd name="connsiteX8358" fmla="*/ 3867190 w 5799173"/>
              <a:gd name="connsiteY8358" fmla="*/ 1296529 h 5017219"/>
              <a:gd name="connsiteX8359" fmla="*/ 3868602 w 5799173"/>
              <a:gd name="connsiteY8359" fmla="*/ 1297360 h 5017219"/>
              <a:gd name="connsiteX8360" fmla="*/ 3880233 w 5799173"/>
              <a:gd name="connsiteY8360" fmla="*/ 1317548 h 5017219"/>
              <a:gd name="connsiteX8361" fmla="*/ 3880233 w 5799173"/>
              <a:gd name="connsiteY8361" fmla="*/ 1319209 h 5017219"/>
              <a:gd name="connsiteX8362" fmla="*/ 3868602 w 5799173"/>
              <a:gd name="connsiteY8362" fmla="*/ 1339398 h 5017219"/>
              <a:gd name="connsiteX8363" fmla="*/ 3867190 w 5799173"/>
              <a:gd name="connsiteY8363" fmla="*/ 1340229 h 5017219"/>
              <a:gd name="connsiteX8364" fmla="*/ 1547278 w 5799173"/>
              <a:gd name="connsiteY8364" fmla="*/ 771262 h 5017219"/>
              <a:gd name="connsiteX8365" fmla="*/ 1546364 w 5799173"/>
              <a:gd name="connsiteY8365" fmla="*/ 770763 h 5017219"/>
              <a:gd name="connsiteX8366" fmla="*/ 1539135 w 5799173"/>
              <a:gd name="connsiteY8366" fmla="*/ 758218 h 5017219"/>
              <a:gd name="connsiteX8367" fmla="*/ 1539135 w 5799173"/>
              <a:gd name="connsiteY8367" fmla="*/ 757222 h 5017219"/>
              <a:gd name="connsiteX8368" fmla="*/ 1546364 w 5799173"/>
              <a:gd name="connsiteY8368" fmla="*/ 744676 h 5017219"/>
              <a:gd name="connsiteX8369" fmla="*/ 1547278 w 5799173"/>
              <a:gd name="connsiteY8369" fmla="*/ 744178 h 5017219"/>
              <a:gd name="connsiteX8370" fmla="*/ 1561733 w 5799173"/>
              <a:gd name="connsiteY8370" fmla="*/ 744178 h 5017219"/>
              <a:gd name="connsiteX8371" fmla="*/ 1562646 w 5799173"/>
              <a:gd name="connsiteY8371" fmla="*/ 744676 h 5017219"/>
              <a:gd name="connsiteX8372" fmla="*/ 1569875 w 5799173"/>
              <a:gd name="connsiteY8372" fmla="*/ 757221 h 5017219"/>
              <a:gd name="connsiteX8373" fmla="*/ 1569875 w 5799173"/>
              <a:gd name="connsiteY8373" fmla="*/ 758218 h 5017219"/>
              <a:gd name="connsiteX8374" fmla="*/ 1562647 w 5799173"/>
              <a:gd name="connsiteY8374" fmla="*/ 770763 h 5017219"/>
              <a:gd name="connsiteX8375" fmla="*/ 1561733 w 5799173"/>
              <a:gd name="connsiteY8375" fmla="*/ 771263 h 5017219"/>
              <a:gd name="connsiteX8376" fmla="*/ 1607380 w 5799173"/>
              <a:gd name="connsiteY8376" fmla="*/ 787471 h 5017219"/>
              <a:gd name="connsiteX8377" fmla="*/ 1606467 w 5799173"/>
              <a:gd name="connsiteY8377" fmla="*/ 786973 h 5017219"/>
              <a:gd name="connsiteX8378" fmla="*/ 1599238 w 5799173"/>
              <a:gd name="connsiteY8378" fmla="*/ 774345 h 5017219"/>
              <a:gd name="connsiteX8379" fmla="*/ 1599238 w 5799173"/>
              <a:gd name="connsiteY8379" fmla="*/ 773348 h 5017219"/>
              <a:gd name="connsiteX8380" fmla="*/ 1606550 w 5799173"/>
              <a:gd name="connsiteY8380" fmla="*/ 760719 h 5017219"/>
              <a:gd name="connsiteX8381" fmla="*/ 1607464 w 5799173"/>
              <a:gd name="connsiteY8381" fmla="*/ 760221 h 5017219"/>
              <a:gd name="connsiteX8382" fmla="*/ 1622003 w 5799173"/>
              <a:gd name="connsiteY8382" fmla="*/ 760221 h 5017219"/>
              <a:gd name="connsiteX8383" fmla="*/ 1622915 w 5799173"/>
              <a:gd name="connsiteY8383" fmla="*/ 760719 h 5017219"/>
              <a:gd name="connsiteX8384" fmla="*/ 1630143 w 5799173"/>
              <a:gd name="connsiteY8384" fmla="*/ 773348 h 5017219"/>
              <a:gd name="connsiteX8385" fmla="*/ 1630143 w 5799173"/>
              <a:gd name="connsiteY8385" fmla="*/ 774345 h 5017219"/>
              <a:gd name="connsiteX8386" fmla="*/ 1622832 w 5799173"/>
              <a:gd name="connsiteY8386" fmla="*/ 786973 h 5017219"/>
              <a:gd name="connsiteX8387" fmla="*/ 1621918 w 5799173"/>
              <a:gd name="connsiteY8387" fmla="*/ 787471 h 5017219"/>
              <a:gd name="connsiteX8388" fmla="*/ 3472811 w 5799173"/>
              <a:gd name="connsiteY8388" fmla="*/ 1288066 h 5017219"/>
              <a:gd name="connsiteX8389" fmla="*/ 3471897 w 5799173"/>
              <a:gd name="connsiteY8389" fmla="*/ 1287568 h 5017219"/>
              <a:gd name="connsiteX8390" fmla="*/ 3464254 w 5799173"/>
              <a:gd name="connsiteY8390" fmla="*/ 1274358 h 5017219"/>
              <a:gd name="connsiteX8391" fmla="*/ 3464253 w 5799173"/>
              <a:gd name="connsiteY8391" fmla="*/ 1273278 h 5017219"/>
              <a:gd name="connsiteX8392" fmla="*/ 3471897 w 5799173"/>
              <a:gd name="connsiteY8392" fmla="*/ 1260068 h 5017219"/>
              <a:gd name="connsiteX8393" fmla="*/ 3472811 w 5799173"/>
              <a:gd name="connsiteY8393" fmla="*/ 1259570 h 5017219"/>
              <a:gd name="connsiteX8394" fmla="*/ 3488098 w 5799173"/>
              <a:gd name="connsiteY8394" fmla="*/ 1259570 h 5017219"/>
              <a:gd name="connsiteX8395" fmla="*/ 3489010 w 5799173"/>
              <a:gd name="connsiteY8395" fmla="*/ 1260068 h 5017219"/>
              <a:gd name="connsiteX8396" fmla="*/ 3496654 w 5799173"/>
              <a:gd name="connsiteY8396" fmla="*/ 1273278 h 5017219"/>
              <a:gd name="connsiteX8397" fmla="*/ 3496654 w 5799173"/>
              <a:gd name="connsiteY8397" fmla="*/ 1274358 h 5017219"/>
              <a:gd name="connsiteX8398" fmla="*/ 3489010 w 5799173"/>
              <a:gd name="connsiteY8398" fmla="*/ 1287568 h 5017219"/>
              <a:gd name="connsiteX8399" fmla="*/ 3488097 w 5799173"/>
              <a:gd name="connsiteY8399" fmla="*/ 1288066 h 5017219"/>
              <a:gd name="connsiteX8400" fmla="*/ 3532179 w 5799173"/>
              <a:gd name="connsiteY8400" fmla="*/ 1305680 h 5017219"/>
              <a:gd name="connsiteX8401" fmla="*/ 3531182 w 5799173"/>
              <a:gd name="connsiteY8401" fmla="*/ 1305099 h 5017219"/>
              <a:gd name="connsiteX8402" fmla="*/ 3522707 w 5799173"/>
              <a:gd name="connsiteY8402" fmla="*/ 1290477 h 5017219"/>
              <a:gd name="connsiteX8403" fmla="*/ 3522707 w 5799173"/>
              <a:gd name="connsiteY8403" fmla="*/ 1289314 h 5017219"/>
              <a:gd name="connsiteX8404" fmla="*/ 3531181 w 5799173"/>
              <a:gd name="connsiteY8404" fmla="*/ 1274692 h 5017219"/>
              <a:gd name="connsiteX8405" fmla="*/ 3532179 w 5799173"/>
              <a:gd name="connsiteY8405" fmla="*/ 1274110 h 5017219"/>
              <a:gd name="connsiteX8406" fmla="*/ 3549043 w 5799173"/>
              <a:gd name="connsiteY8406" fmla="*/ 1274110 h 5017219"/>
              <a:gd name="connsiteX8407" fmla="*/ 3550041 w 5799173"/>
              <a:gd name="connsiteY8407" fmla="*/ 1274692 h 5017219"/>
              <a:gd name="connsiteX8408" fmla="*/ 3558514 w 5799173"/>
              <a:gd name="connsiteY8408" fmla="*/ 1289314 h 5017219"/>
              <a:gd name="connsiteX8409" fmla="*/ 3558514 w 5799173"/>
              <a:gd name="connsiteY8409" fmla="*/ 1290477 h 5017219"/>
              <a:gd name="connsiteX8410" fmla="*/ 3550041 w 5799173"/>
              <a:gd name="connsiteY8410" fmla="*/ 1305099 h 5017219"/>
              <a:gd name="connsiteX8411" fmla="*/ 3549043 w 5799173"/>
              <a:gd name="connsiteY8411" fmla="*/ 1305680 h 5017219"/>
              <a:gd name="connsiteX8412" fmla="*/ 4193570 w 5799173"/>
              <a:gd name="connsiteY8412" fmla="*/ 1484333 h 5017219"/>
              <a:gd name="connsiteX8413" fmla="*/ 4192490 w 5799173"/>
              <a:gd name="connsiteY8413" fmla="*/ 1483669 h 5017219"/>
              <a:gd name="connsiteX8414" fmla="*/ 4183435 w 5799173"/>
              <a:gd name="connsiteY8414" fmla="*/ 1467884 h 5017219"/>
              <a:gd name="connsiteX8415" fmla="*/ 4183435 w 5799173"/>
              <a:gd name="connsiteY8415" fmla="*/ 1466638 h 5017219"/>
              <a:gd name="connsiteX8416" fmla="*/ 4192575 w 5799173"/>
              <a:gd name="connsiteY8416" fmla="*/ 1450853 h 5017219"/>
              <a:gd name="connsiteX8417" fmla="*/ 4193654 w 5799173"/>
              <a:gd name="connsiteY8417" fmla="*/ 1450188 h 5017219"/>
              <a:gd name="connsiteX8418" fmla="*/ 4211848 w 5799173"/>
              <a:gd name="connsiteY8418" fmla="*/ 1450188 h 5017219"/>
              <a:gd name="connsiteX8419" fmla="*/ 4212928 w 5799173"/>
              <a:gd name="connsiteY8419" fmla="*/ 1450853 h 5017219"/>
              <a:gd name="connsiteX8420" fmla="*/ 4221984 w 5799173"/>
              <a:gd name="connsiteY8420" fmla="*/ 1466638 h 5017219"/>
              <a:gd name="connsiteX8421" fmla="*/ 4221984 w 5799173"/>
              <a:gd name="connsiteY8421" fmla="*/ 1467884 h 5017219"/>
              <a:gd name="connsiteX8422" fmla="*/ 4212845 w 5799173"/>
              <a:gd name="connsiteY8422" fmla="*/ 1483669 h 5017219"/>
              <a:gd name="connsiteX8423" fmla="*/ 4211765 w 5799173"/>
              <a:gd name="connsiteY8423" fmla="*/ 1484333 h 5017219"/>
              <a:gd name="connsiteX8424" fmla="*/ 4253664 w 5799173"/>
              <a:gd name="connsiteY8424" fmla="*/ 1500709 h 5017219"/>
              <a:gd name="connsiteX8425" fmla="*/ 4252501 w 5799173"/>
              <a:gd name="connsiteY8425" fmla="*/ 1500044 h 5017219"/>
              <a:gd name="connsiteX8426" fmla="*/ 4243279 w 5799173"/>
              <a:gd name="connsiteY8426" fmla="*/ 1484093 h 5017219"/>
              <a:gd name="connsiteX8427" fmla="*/ 4243279 w 5799173"/>
              <a:gd name="connsiteY8427" fmla="*/ 1482764 h 5017219"/>
              <a:gd name="connsiteX8428" fmla="*/ 4252501 w 5799173"/>
              <a:gd name="connsiteY8428" fmla="*/ 1466813 h 5017219"/>
              <a:gd name="connsiteX8429" fmla="*/ 4253664 w 5799173"/>
              <a:gd name="connsiteY8429" fmla="*/ 1466148 h 5017219"/>
              <a:gd name="connsiteX8430" fmla="*/ 4272107 w 5799173"/>
              <a:gd name="connsiteY8430" fmla="*/ 1466148 h 5017219"/>
              <a:gd name="connsiteX8431" fmla="*/ 4273270 w 5799173"/>
              <a:gd name="connsiteY8431" fmla="*/ 1466813 h 5017219"/>
              <a:gd name="connsiteX8432" fmla="*/ 4282492 w 5799173"/>
              <a:gd name="connsiteY8432" fmla="*/ 1482764 h 5017219"/>
              <a:gd name="connsiteX8433" fmla="*/ 4282492 w 5799173"/>
              <a:gd name="connsiteY8433" fmla="*/ 1484093 h 5017219"/>
              <a:gd name="connsiteX8434" fmla="*/ 4273270 w 5799173"/>
              <a:gd name="connsiteY8434" fmla="*/ 1500044 h 5017219"/>
              <a:gd name="connsiteX8435" fmla="*/ 4272107 w 5799173"/>
              <a:gd name="connsiteY8435" fmla="*/ 1500709 h 5017219"/>
              <a:gd name="connsiteX8436" fmla="*/ 4313686 w 5799173"/>
              <a:gd name="connsiteY8436" fmla="*/ 1517074 h 5017219"/>
              <a:gd name="connsiteX8437" fmla="*/ 4312522 w 5799173"/>
              <a:gd name="connsiteY8437" fmla="*/ 1516410 h 5017219"/>
              <a:gd name="connsiteX8438" fmla="*/ 4303135 w 5799173"/>
              <a:gd name="connsiteY8438" fmla="*/ 1500209 h 5017219"/>
              <a:gd name="connsiteX8439" fmla="*/ 4303134 w 5799173"/>
              <a:gd name="connsiteY8439" fmla="*/ 1498880 h 5017219"/>
              <a:gd name="connsiteX8440" fmla="*/ 4312523 w 5799173"/>
              <a:gd name="connsiteY8440" fmla="*/ 1482679 h 5017219"/>
              <a:gd name="connsiteX8441" fmla="*/ 4313686 w 5799173"/>
              <a:gd name="connsiteY8441" fmla="*/ 1482015 h 5017219"/>
              <a:gd name="connsiteX8442" fmla="*/ 4332378 w 5799173"/>
              <a:gd name="connsiteY8442" fmla="*/ 1482015 h 5017219"/>
              <a:gd name="connsiteX8443" fmla="*/ 4333542 w 5799173"/>
              <a:gd name="connsiteY8443" fmla="*/ 1482679 h 5017219"/>
              <a:gd name="connsiteX8444" fmla="*/ 4342930 w 5799173"/>
              <a:gd name="connsiteY8444" fmla="*/ 1498880 h 5017219"/>
              <a:gd name="connsiteX8445" fmla="*/ 4342929 w 5799173"/>
              <a:gd name="connsiteY8445" fmla="*/ 1500209 h 5017219"/>
              <a:gd name="connsiteX8446" fmla="*/ 4333542 w 5799173"/>
              <a:gd name="connsiteY8446" fmla="*/ 1516410 h 5017219"/>
              <a:gd name="connsiteX8447" fmla="*/ 4332379 w 5799173"/>
              <a:gd name="connsiteY8447" fmla="*/ 1517074 h 5017219"/>
              <a:gd name="connsiteX8448" fmla="*/ 1665489 w 5799173"/>
              <a:gd name="connsiteY8448" fmla="*/ 807586 h 5017219"/>
              <a:gd name="connsiteX8449" fmla="*/ 1664326 w 5799173"/>
              <a:gd name="connsiteY8449" fmla="*/ 806922 h 5017219"/>
              <a:gd name="connsiteX8450" fmla="*/ 1654938 w 5799173"/>
              <a:gd name="connsiteY8450" fmla="*/ 790639 h 5017219"/>
              <a:gd name="connsiteX8451" fmla="*/ 1654938 w 5799173"/>
              <a:gd name="connsiteY8451" fmla="*/ 789309 h 5017219"/>
              <a:gd name="connsiteX8452" fmla="*/ 1664326 w 5799173"/>
              <a:gd name="connsiteY8452" fmla="*/ 773026 h 5017219"/>
              <a:gd name="connsiteX8453" fmla="*/ 1665489 w 5799173"/>
              <a:gd name="connsiteY8453" fmla="*/ 772361 h 5017219"/>
              <a:gd name="connsiteX8454" fmla="*/ 1684265 w 5799173"/>
              <a:gd name="connsiteY8454" fmla="*/ 772361 h 5017219"/>
              <a:gd name="connsiteX8455" fmla="*/ 1685428 w 5799173"/>
              <a:gd name="connsiteY8455" fmla="*/ 773026 h 5017219"/>
              <a:gd name="connsiteX8456" fmla="*/ 1694816 w 5799173"/>
              <a:gd name="connsiteY8456" fmla="*/ 789309 h 5017219"/>
              <a:gd name="connsiteX8457" fmla="*/ 1694816 w 5799173"/>
              <a:gd name="connsiteY8457" fmla="*/ 790639 h 5017219"/>
              <a:gd name="connsiteX8458" fmla="*/ 1685428 w 5799173"/>
              <a:gd name="connsiteY8458" fmla="*/ 806922 h 5017219"/>
              <a:gd name="connsiteX8459" fmla="*/ 1684265 w 5799173"/>
              <a:gd name="connsiteY8459" fmla="*/ 807586 h 5017219"/>
              <a:gd name="connsiteX8460" fmla="*/ 1906152 w 5799173"/>
              <a:gd name="connsiteY8460" fmla="*/ 872177 h 5017219"/>
              <a:gd name="connsiteX8461" fmla="*/ 1904989 w 5799173"/>
              <a:gd name="connsiteY8461" fmla="*/ 871513 h 5017219"/>
              <a:gd name="connsiteX8462" fmla="*/ 1895518 w 5799173"/>
              <a:gd name="connsiteY8462" fmla="*/ 855147 h 5017219"/>
              <a:gd name="connsiteX8463" fmla="*/ 1895518 w 5799173"/>
              <a:gd name="connsiteY8463" fmla="*/ 853816 h 5017219"/>
              <a:gd name="connsiteX8464" fmla="*/ 1904989 w 5799173"/>
              <a:gd name="connsiteY8464" fmla="*/ 837451 h 5017219"/>
              <a:gd name="connsiteX8465" fmla="*/ 1906152 w 5799173"/>
              <a:gd name="connsiteY8465" fmla="*/ 836785 h 5017219"/>
              <a:gd name="connsiteX8466" fmla="*/ 1925094 w 5799173"/>
              <a:gd name="connsiteY8466" fmla="*/ 836786 h 5017219"/>
              <a:gd name="connsiteX8467" fmla="*/ 1926257 w 5799173"/>
              <a:gd name="connsiteY8467" fmla="*/ 837451 h 5017219"/>
              <a:gd name="connsiteX8468" fmla="*/ 1935728 w 5799173"/>
              <a:gd name="connsiteY8468" fmla="*/ 853817 h 5017219"/>
              <a:gd name="connsiteX8469" fmla="*/ 1935728 w 5799173"/>
              <a:gd name="connsiteY8469" fmla="*/ 855146 h 5017219"/>
              <a:gd name="connsiteX8470" fmla="*/ 1926256 w 5799173"/>
              <a:gd name="connsiteY8470" fmla="*/ 871513 h 5017219"/>
              <a:gd name="connsiteX8471" fmla="*/ 1925094 w 5799173"/>
              <a:gd name="connsiteY8471" fmla="*/ 872177 h 5017219"/>
              <a:gd name="connsiteX8472" fmla="*/ 4373601 w 5799173"/>
              <a:gd name="connsiteY8472" fmla="*/ 1533696 h 5017219"/>
              <a:gd name="connsiteX8473" fmla="*/ 4372438 w 5799173"/>
              <a:gd name="connsiteY8473" fmla="*/ 1533031 h 5017219"/>
              <a:gd name="connsiteX8474" fmla="*/ 4362801 w 5799173"/>
              <a:gd name="connsiteY8474" fmla="*/ 1516416 h 5017219"/>
              <a:gd name="connsiteX8475" fmla="*/ 4362801 w 5799173"/>
              <a:gd name="connsiteY8475" fmla="*/ 1515086 h 5017219"/>
              <a:gd name="connsiteX8476" fmla="*/ 4372438 w 5799173"/>
              <a:gd name="connsiteY8476" fmla="*/ 1498470 h 5017219"/>
              <a:gd name="connsiteX8477" fmla="*/ 4373601 w 5799173"/>
              <a:gd name="connsiteY8477" fmla="*/ 1497806 h 5017219"/>
              <a:gd name="connsiteX8478" fmla="*/ 4392793 w 5799173"/>
              <a:gd name="connsiteY8478" fmla="*/ 1497806 h 5017219"/>
              <a:gd name="connsiteX8479" fmla="*/ 4393956 w 5799173"/>
              <a:gd name="connsiteY8479" fmla="*/ 1498470 h 5017219"/>
              <a:gd name="connsiteX8480" fmla="*/ 4403593 w 5799173"/>
              <a:gd name="connsiteY8480" fmla="*/ 1515086 h 5017219"/>
              <a:gd name="connsiteX8481" fmla="*/ 4403593 w 5799173"/>
              <a:gd name="connsiteY8481" fmla="*/ 1516416 h 5017219"/>
              <a:gd name="connsiteX8482" fmla="*/ 4393956 w 5799173"/>
              <a:gd name="connsiteY8482" fmla="*/ 1533031 h 5017219"/>
              <a:gd name="connsiteX8483" fmla="*/ 4392793 w 5799173"/>
              <a:gd name="connsiteY8483" fmla="*/ 1533696 h 5017219"/>
              <a:gd name="connsiteX8484" fmla="*/ 1845776 w 5799173"/>
              <a:gd name="connsiteY8484" fmla="*/ 856472 h 5017219"/>
              <a:gd name="connsiteX8485" fmla="*/ 1844613 w 5799173"/>
              <a:gd name="connsiteY8485" fmla="*/ 855809 h 5017219"/>
              <a:gd name="connsiteX8486" fmla="*/ 1834976 w 5799173"/>
              <a:gd name="connsiteY8486" fmla="*/ 839110 h 5017219"/>
              <a:gd name="connsiteX8487" fmla="*/ 1834976 w 5799173"/>
              <a:gd name="connsiteY8487" fmla="*/ 837780 h 5017219"/>
              <a:gd name="connsiteX8488" fmla="*/ 1844613 w 5799173"/>
              <a:gd name="connsiteY8488" fmla="*/ 821081 h 5017219"/>
              <a:gd name="connsiteX8489" fmla="*/ 1845776 w 5799173"/>
              <a:gd name="connsiteY8489" fmla="*/ 820417 h 5017219"/>
              <a:gd name="connsiteX8490" fmla="*/ 1865133 w 5799173"/>
              <a:gd name="connsiteY8490" fmla="*/ 820417 h 5017219"/>
              <a:gd name="connsiteX8491" fmla="*/ 1866297 w 5799173"/>
              <a:gd name="connsiteY8491" fmla="*/ 821082 h 5017219"/>
              <a:gd name="connsiteX8492" fmla="*/ 1875934 w 5799173"/>
              <a:gd name="connsiteY8492" fmla="*/ 837779 h 5017219"/>
              <a:gd name="connsiteX8493" fmla="*/ 1875934 w 5799173"/>
              <a:gd name="connsiteY8493" fmla="*/ 839110 h 5017219"/>
              <a:gd name="connsiteX8494" fmla="*/ 1866297 w 5799173"/>
              <a:gd name="connsiteY8494" fmla="*/ 855808 h 5017219"/>
              <a:gd name="connsiteX8495" fmla="*/ 1865133 w 5799173"/>
              <a:gd name="connsiteY8495" fmla="*/ 856472 h 5017219"/>
              <a:gd name="connsiteX8496" fmla="*/ 1785457 w 5799173"/>
              <a:gd name="connsiteY8496" fmla="*/ 840506 h 5017219"/>
              <a:gd name="connsiteX8497" fmla="*/ 1784294 w 5799173"/>
              <a:gd name="connsiteY8497" fmla="*/ 839841 h 5017219"/>
              <a:gd name="connsiteX8498" fmla="*/ 1774574 w 5799173"/>
              <a:gd name="connsiteY8498" fmla="*/ 822893 h 5017219"/>
              <a:gd name="connsiteX8499" fmla="*/ 1774574 w 5799173"/>
              <a:gd name="connsiteY8499" fmla="*/ 821481 h 5017219"/>
              <a:gd name="connsiteX8500" fmla="*/ 1784377 w 5799173"/>
              <a:gd name="connsiteY8500" fmla="*/ 804533 h 5017219"/>
              <a:gd name="connsiteX8501" fmla="*/ 1785541 w 5799173"/>
              <a:gd name="connsiteY8501" fmla="*/ 803868 h 5017219"/>
              <a:gd name="connsiteX8502" fmla="*/ 1805064 w 5799173"/>
              <a:gd name="connsiteY8502" fmla="*/ 803868 h 5017219"/>
              <a:gd name="connsiteX8503" fmla="*/ 1806227 w 5799173"/>
              <a:gd name="connsiteY8503" fmla="*/ 804533 h 5017219"/>
              <a:gd name="connsiteX8504" fmla="*/ 1815947 w 5799173"/>
              <a:gd name="connsiteY8504" fmla="*/ 821481 h 5017219"/>
              <a:gd name="connsiteX8505" fmla="*/ 1815947 w 5799173"/>
              <a:gd name="connsiteY8505" fmla="*/ 822893 h 5017219"/>
              <a:gd name="connsiteX8506" fmla="*/ 1806144 w 5799173"/>
              <a:gd name="connsiteY8506" fmla="*/ 839841 h 5017219"/>
              <a:gd name="connsiteX8507" fmla="*/ 1804981 w 5799173"/>
              <a:gd name="connsiteY8507" fmla="*/ 840506 h 5017219"/>
              <a:gd name="connsiteX8508" fmla="*/ 4433651 w 5799173"/>
              <a:gd name="connsiteY8508" fmla="*/ 1550087 h 5017219"/>
              <a:gd name="connsiteX8509" fmla="*/ 4432488 w 5799173"/>
              <a:gd name="connsiteY8509" fmla="*/ 1549423 h 5017219"/>
              <a:gd name="connsiteX8510" fmla="*/ 4422767 w 5799173"/>
              <a:gd name="connsiteY8510" fmla="*/ 1532475 h 5017219"/>
              <a:gd name="connsiteX8511" fmla="*/ 4422767 w 5799173"/>
              <a:gd name="connsiteY8511" fmla="*/ 1531062 h 5017219"/>
              <a:gd name="connsiteX8512" fmla="*/ 4432570 w 5799173"/>
              <a:gd name="connsiteY8512" fmla="*/ 1514115 h 5017219"/>
              <a:gd name="connsiteX8513" fmla="*/ 4433734 w 5799173"/>
              <a:gd name="connsiteY8513" fmla="*/ 1513450 h 5017219"/>
              <a:gd name="connsiteX8514" fmla="*/ 4453257 w 5799173"/>
              <a:gd name="connsiteY8514" fmla="*/ 1513450 h 5017219"/>
              <a:gd name="connsiteX8515" fmla="*/ 4454420 w 5799173"/>
              <a:gd name="connsiteY8515" fmla="*/ 1514114 h 5017219"/>
              <a:gd name="connsiteX8516" fmla="*/ 4464141 w 5799173"/>
              <a:gd name="connsiteY8516" fmla="*/ 1531063 h 5017219"/>
              <a:gd name="connsiteX8517" fmla="*/ 4464141 w 5799173"/>
              <a:gd name="connsiteY8517" fmla="*/ 1532475 h 5017219"/>
              <a:gd name="connsiteX8518" fmla="*/ 4454338 w 5799173"/>
              <a:gd name="connsiteY8518" fmla="*/ 1549423 h 5017219"/>
              <a:gd name="connsiteX8519" fmla="*/ 4453174 w 5799173"/>
              <a:gd name="connsiteY8519" fmla="*/ 1550088 h 5017219"/>
              <a:gd name="connsiteX8520" fmla="*/ 4493838 w 5799173"/>
              <a:gd name="connsiteY8520" fmla="*/ 1566214 h 5017219"/>
              <a:gd name="connsiteX8521" fmla="*/ 4492674 w 5799173"/>
              <a:gd name="connsiteY8521" fmla="*/ 1565550 h 5017219"/>
              <a:gd name="connsiteX8522" fmla="*/ 4482954 w 5799173"/>
              <a:gd name="connsiteY8522" fmla="*/ 1548602 h 5017219"/>
              <a:gd name="connsiteX8523" fmla="*/ 4482954 w 5799173"/>
              <a:gd name="connsiteY8523" fmla="*/ 1547189 h 5017219"/>
              <a:gd name="connsiteX8524" fmla="*/ 4492757 w 5799173"/>
              <a:gd name="connsiteY8524" fmla="*/ 1530242 h 5017219"/>
              <a:gd name="connsiteX8525" fmla="*/ 4493920 w 5799173"/>
              <a:gd name="connsiteY8525" fmla="*/ 1529577 h 5017219"/>
              <a:gd name="connsiteX8526" fmla="*/ 4513444 w 5799173"/>
              <a:gd name="connsiteY8526" fmla="*/ 1529577 h 5017219"/>
              <a:gd name="connsiteX8527" fmla="*/ 4514607 w 5799173"/>
              <a:gd name="connsiteY8527" fmla="*/ 1530241 h 5017219"/>
              <a:gd name="connsiteX8528" fmla="*/ 4524327 w 5799173"/>
              <a:gd name="connsiteY8528" fmla="*/ 1547190 h 5017219"/>
              <a:gd name="connsiteX8529" fmla="*/ 4524328 w 5799173"/>
              <a:gd name="connsiteY8529" fmla="*/ 1548602 h 5017219"/>
              <a:gd name="connsiteX8530" fmla="*/ 4514525 w 5799173"/>
              <a:gd name="connsiteY8530" fmla="*/ 1565550 h 5017219"/>
              <a:gd name="connsiteX8531" fmla="*/ 4513361 w 5799173"/>
              <a:gd name="connsiteY8531" fmla="*/ 1566215 h 5017219"/>
              <a:gd name="connsiteX8532" fmla="*/ 4554023 w 5799173"/>
              <a:gd name="connsiteY8532" fmla="*/ 1582341 h 5017219"/>
              <a:gd name="connsiteX8533" fmla="*/ 4552860 w 5799173"/>
              <a:gd name="connsiteY8533" fmla="*/ 1581677 h 5017219"/>
              <a:gd name="connsiteX8534" fmla="*/ 4543140 w 5799173"/>
              <a:gd name="connsiteY8534" fmla="*/ 1564728 h 5017219"/>
              <a:gd name="connsiteX8535" fmla="*/ 4543140 w 5799173"/>
              <a:gd name="connsiteY8535" fmla="*/ 1563316 h 5017219"/>
              <a:gd name="connsiteX8536" fmla="*/ 4552943 w 5799173"/>
              <a:gd name="connsiteY8536" fmla="*/ 1546368 h 5017219"/>
              <a:gd name="connsiteX8537" fmla="*/ 4554106 w 5799173"/>
              <a:gd name="connsiteY8537" fmla="*/ 1545703 h 5017219"/>
              <a:gd name="connsiteX8538" fmla="*/ 4573630 w 5799173"/>
              <a:gd name="connsiteY8538" fmla="*/ 1545703 h 5017219"/>
              <a:gd name="connsiteX8539" fmla="*/ 4574793 w 5799173"/>
              <a:gd name="connsiteY8539" fmla="*/ 1546368 h 5017219"/>
              <a:gd name="connsiteX8540" fmla="*/ 4584513 w 5799173"/>
              <a:gd name="connsiteY8540" fmla="*/ 1563316 h 5017219"/>
              <a:gd name="connsiteX8541" fmla="*/ 4584513 w 5799173"/>
              <a:gd name="connsiteY8541" fmla="*/ 1564728 h 5017219"/>
              <a:gd name="connsiteX8542" fmla="*/ 4574710 w 5799173"/>
              <a:gd name="connsiteY8542" fmla="*/ 1581676 h 5017219"/>
              <a:gd name="connsiteX8543" fmla="*/ 4573547 w 5799173"/>
              <a:gd name="connsiteY8543" fmla="*/ 1582341 h 5017219"/>
              <a:gd name="connsiteX8544" fmla="*/ 4674290 w 5799173"/>
              <a:gd name="connsiteY8544" fmla="*/ 1614935 h 5017219"/>
              <a:gd name="connsiteX8545" fmla="*/ 4673043 w 5799173"/>
              <a:gd name="connsiteY8545" fmla="*/ 1614271 h 5017219"/>
              <a:gd name="connsiteX8546" fmla="*/ 4663157 w 5799173"/>
              <a:gd name="connsiteY8546" fmla="*/ 1597073 h 5017219"/>
              <a:gd name="connsiteX8547" fmla="*/ 4663157 w 5799173"/>
              <a:gd name="connsiteY8547" fmla="*/ 1595661 h 5017219"/>
              <a:gd name="connsiteX8548" fmla="*/ 4673043 w 5799173"/>
              <a:gd name="connsiteY8548" fmla="*/ 1578464 h 5017219"/>
              <a:gd name="connsiteX8549" fmla="*/ 4674290 w 5799173"/>
              <a:gd name="connsiteY8549" fmla="*/ 1577799 h 5017219"/>
              <a:gd name="connsiteX8550" fmla="*/ 4694146 w 5799173"/>
              <a:gd name="connsiteY8550" fmla="*/ 1577799 h 5017219"/>
              <a:gd name="connsiteX8551" fmla="*/ 4695392 w 5799173"/>
              <a:gd name="connsiteY8551" fmla="*/ 1578464 h 5017219"/>
              <a:gd name="connsiteX8552" fmla="*/ 4705278 w 5799173"/>
              <a:gd name="connsiteY8552" fmla="*/ 1595661 h 5017219"/>
              <a:gd name="connsiteX8553" fmla="*/ 4705278 w 5799173"/>
              <a:gd name="connsiteY8553" fmla="*/ 1597073 h 5017219"/>
              <a:gd name="connsiteX8554" fmla="*/ 4695392 w 5799173"/>
              <a:gd name="connsiteY8554" fmla="*/ 1614271 h 5017219"/>
              <a:gd name="connsiteX8555" fmla="*/ 4694146 w 5799173"/>
              <a:gd name="connsiteY8555" fmla="*/ 1614935 h 5017219"/>
              <a:gd name="connsiteX8556" fmla="*/ 5215967 w 5799173"/>
              <a:gd name="connsiteY8556" fmla="*/ 1760076 h 5017219"/>
              <a:gd name="connsiteX8557" fmla="*/ 5214720 w 5799173"/>
              <a:gd name="connsiteY8557" fmla="*/ 1759413 h 5017219"/>
              <a:gd name="connsiteX8558" fmla="*/ 5204834 w 5799173"/>
              <a:gd name="connsiteY8558" fmla="*/ 1742215 h 5017219"/>
              <a:gd name="connsiteX8559" fmla="*/ 5204834 w 5799173"/>
              <a:gd name="connsiteY8559" fmla="*/ 1740803 h 5017219"/>
              <a:gd name="connsiteX8560" fmla="*/ 5214720 w 5799173"/>
              <a:gd name="connsiteY8560" fmla="*/ 1723605 h 5017219"/>
              <a:gd name="connsiteX8561" fmla="*/ 5215967 w 5799173"/>
              <a:gd name="connsiteY8561" fmla="*/ 1722941 h 5017219"/>
              <a:gd name="connsiteX8562" fmla="*/ 5235823 w 5799173"/>
              <a:gd name="connsiteY8562" fmla="*/ 1722941 h 5017219"/>
              <a:gd name="connsiteX8563" fmla="*/ 5237069 w 5799173"/>
              <a:gd name="connsiteY8563" fmla="*/ 1723606 h 5017219"/>
              <a:gd name="connsiteX8564" fmla="*/ 5246955 w 5799173"/>
              <a:gd name="connsiteY8564" fmla="*/ 1740802 h 5017219"/>
              <a:gd name="connsiteX8565" fmla="*/ 5246955 w 5799173"/>
              <a:gd name="connsiteY8565" fmla="*/ 1742215 h 5017219"/>
              <a:gd name="connsiteX8566" fmla="*/ 5237069 w 5799173"/>
              <a:gd name="connsiteY8566" fmla="*/ 1759413 h 5017219"/>
              <a:gd name="connsiteX8567" fmla="*/ 5235823 w 5799173"/>
              <a:gd name="connsiteY8567" fmla="*/ 1760077 h 5017219"/>
              <a:gd name="connsiteX8568" fmla="*/ 2326885 w 5799173"/>
              <a:gd name="connsiteY8568" fmla="*/ 986146 h 5017219"/>
              <a:gd name="connsiteX8569" fmla="*/ 2325638 w 5799173"/>
              <a:gd name="connsiteY8569" fmla="*/ 985398 h 5017219"/>
              <a:gd name="connsiteX8570" fmla="*/ 2315669 w 5799173"/>
              <a:gd name="connsiteY8570" fmla="*/ 968035 h 5017219"/>
              <a:gd name="connsiteX8571" fmla="*/ 2315669 w 5799173"/>
              <a:gd name="connsiteY8571" fmla="*/ 966622 h 5017219"/>
              <a:gd name="connsiteX8572" fmla="*/ 2325722 w 5799173"/>
              <a:gd name="connsiteY8572" fmla="*/ 949259 h 5017219"/>
              <a:gd name="connsiteX8573" fmla="*/ 2326968 w 5799173"/>
              <a:gd name="connsiteY8573" fmla="*/ 948511 h 5017219"/>
              <a:gd name="connsiteX8574" fmla="*/ 2346989 w 5799173"/>
              <a:gd name="connsiteY8574" fmla="*/ 948511 h 5017219"/>
              <a:gd name="connsiteX8575" fmla="*/ 2348236 w 5799173"/>
              <a:gd name="connsiteY8575" fmla="*/ 949259 h 5017219"/>
              <a:gd name="connsiteX8576" fmla="*/ 2358206 w 5799173"/>
              <a:gd name="connsiteY8576" fmla="*/ 966622 h 5017219"/>
              <a:gd name="connsiteX8577" fmla="*/ 2358205 w 5799173"/>
              <a:gd name="connsiteY8577" fmla="*/ 968035 h 5017219"/>
              <a:gd name="connsiteX8578" fmla="*/ 2348152 w 5799173"/>
              <a:gd name="connsiteY8578" fmla="*/ 985398 h 5017219"/>
              <a:gd name="connsiteX8579" fmla="*/ 2346906 w 5799173"/>
              <a:gd name="connsiteY8579" fmla="*/ 986146 h 5017219"/>
              <a:gd name="connsiteX8580" fmla="*/ 4794520 w 5799173"/>
              <a:gd name="connsiteY8580" fmla="*/ 1647347 h 5017219"/>
              <a:gd name="connsiteX8581" fmla="*/ 4793273 w 5799173"/>
              <a:gd name="connsiteY8581" fmla="*/ 1646599 h 5017219"/>
              <a:gd name="connsiteX8582" fmla="*/ 4783304 w 5799173"/>
              <a:gd name="connsiteY8582" fmla="*/ 1629236 h 5017219"/>
              <a:gd name="connsiteX8583" fmla="*/ 4783304 w 5799173"/>
              <a:gd name="connsiteY8583" fmla="*/ 1627823 h 5017219"/>
              <a:gd name="connsiteX8584" fmla="*/ 4793356 w 5799173"/>
              <a:gd name="connsiteY8584" fmla="*/ 1610460 h 5017219"/>
              <a:gd name="connsiteX8585" fmla="*/ 4794603 w 5799173"/>
              <a:gd name="connsiteY8585" fmla="*/ 1609712 h 5017219"/>
              <a:gd name="connsiteX8586" fmla="*/ 4814625 w 5799173"/>
              <a:gd name="connsiteY8586" fmla="*/ 1609712 h 5017219"/>
              <a:gd name="connsiteX8587" fmla="*/ 4815871 w 5799173"/>
              <a:gd name="connsiteY8587" fmla="*/ 1610460 h 5017219"/>
              <a:gd name="connsiteX8588" fmla="*/ 4825840 w 5799173"/>
              <a:gd name="connsiteY8588" fmla="*/ 1627823 h 5017219"/>
              <a:gd name="connsiteX8589" fmla="*/ 4825840 w 5799173"/>
              <a:gd name="connsiteY8589" fmla="*/ 1629236 h 5017219"/>
              <a:gd name="connsiteX8590" fmla="*/ 4815788 w 5799173"/>
              <a:gd name="connsiteY8590" fmla="*/ 1646599 h 5017219"/>
              <a:gd name="connsiteX8591" fmla="*/ 4814542 w 5799173"/>
              <a:gd name="connsiteY8591" fmla="*/ 1647347 h 5017219"/>
              <a:gd name="connsiteX8592" fmla="*/ 4613961 w 5799173"/>
              <a:gd name="connsiteY8592" fmla="*/ 1599049 h 5017219"/>
              <a:gd name="connsiteX8593" fmla="*/ 4612715 w 5799173"/>
              <a:gd name="connsiteY8593" fmla="*/ 1598301 h 5017219"/>
              <a:gd name="connsiteX8594" fmla="*/ 4602662 w 5799173"/>
              <a:gd name="connsiteY8594" fmla="*/ 1580855 h 5017219"/>
              <a:gd name="connsiteX8595" fmla="*/ 4602662 w 5799173"/>
              <a:gd name="connsiteY8595" fmla="*/ 1579442 h 5017219"/>
              <a:gd name="connsiteX8596" fmla="*/ 4612716 w 5799173"/>
              <a:gd name="connsiteY8596" fmla="*/ 1561996 h 5017219"/>
              <a:gd name="connsiteX8597" fmla="*/ 4613961 w 5799173"/>
              <a:gd name="connsiteY8597" fmla="*/ 1561248 h 5017219"/>
              <a:gd name="connsiteX8598" fmla="*/ 4634066 w 5799173"/>
              <a:gd name="connsiteY8598" fmla="*/ 1561248 h 5017219"/>
              <a:gd name="connsiteX8599" fmla="*/ 4635312 w 5799173"/>
              <a:gd name="connsiteY8599" fmla="*/ 1561996 h 5017219"/>
              <a:gd name="connsiteX8600" fmla="*/ 4645365 w 5799173"/>
              <a:gd name="connsiteY8600" fmla="*/ 1579442 h 5017219"/>
              <a:gd name="connsiteX8601" fmla="*/ 4645365 w 5799173"/>
              <a:gd name="connsiteY8601" fmla="*/ 1580855 h 5017219"/>
              <a:gd name="connsiteX8602" fmla="*/ 4635312 w 5799173"/>
              <a:gd name="connsiteY8602" fmla="*/ 1598301 h 5017219"/>
              <a:gd name="connsiteX8603" fmla="*/ 4634066 w 5799173"/>
              <a:gd name="connsiteY8603" fmla="*/ 1599049 h 5017219"/>
              <a:gd name="connsiteX8604" fmla="*/ 4734334 w 5799173"/>
              <a:gd name="connsiteY8604" fmla="*/ 1631303 h 5017219"/>
              <a:gd name="connsiteX8605" fmla="*/ 4733088 w 5799173"/>
              <a:gd name="connsiteY8605" fmla="*/ 1630555 h 5017219"/>
              <a:gd name="connsiteX8606" fmla="*/ 4723035 w 5799173"/>
              <a:gd name="connsiteY8606" fmla="*/ 1613109 h 5017219"/>
              <a:gd name="connsiteX8607" fmla="*/ 4723035 w 5799173"/>
              <a:gd name="connsiteY8607" fmla="*/ 1611696 h 5017219"/>
              <a:gd name="connsiteX8608" fmla="*/ 4733088 w 5799173"/>
              <a:gd name="connsiteY8608" fmla="*/ 1594250 h 5017219"/>
              <a:gd name="connsiteX8609" fmla="*/ 4734334 w 5799173"/>
              <a:gd name="connsiteY8609" fmla="*/ 1593502 h 5017219"/>
              <a:gd name="connsiteX8610" fmla="*/ 4754439 w 5799173"/>
              <a:gd name="connsiteY8610" fmla="*/ 1593502 h 5017219"/>
              <a:gd name="connsiteX8611" fmla="*/ 4755685 w 5799173"/>
              <a:gd name="connsiteY8611" fmla="*/ 1594250 h 5017219"/>
              <a:gd name="connsiteX8612" fmla="*/ 4765738 w 5799173"/>
              <a:gd name="connsiteY8612" fmla="*/ 1611696 h 5017219"/>
              <a:gd name="connsiteX8613" fmla="*/ 4765738 w 5799173"/>
              <a:gd name="connsiteY8613" fmla="*/ 1613109 h 5017219"/>
              <a:gd name="connsiteX8614" fmla="*/ 4755685 w 5799173"/>
              <a:gd name="connsiteY8614" fmla="*/ 1630555 h 5017219"/>
              <a:gd name="connsiteX8615" fmla="*/ 4754439 w 5799173"/>
              <a:gd name="connsiteY8615" fmla="*/ 1631303 h 5017219"/>
              <a:gd name="connsiteX8616" fmla="*/ 1724939 w 5799173"/>
              <a:gd name="connsiteY8616" fmla="*/ 825043 h 5017219"/>
              <a:gd name="connsiteX8617" fmla="*/ 1723693 w 5799173"/>
              <a:gd name="connsiteY8617" fmla="*/ 824296 h 5017219"/>
              <a:gd name="connsiteX8618" fmla="*/ 1713557 w 5799173"/>
              <a:gd name="connsiteY8618" fmla="*/ 806766 h 5017219"/>
              <a:gd name="connsiteX8619" fmla="*/ 1713557 w 5799173"/>
              <a:gd name="connsiteY8619" fmla="*/ 805354 h 5017219"/>
              <a:gd name="connsiteX8620" fmla="*/ 1723693 w 5799173"/>
              <a:gd name="connsiteY8620" fmla="*/ 787824 h 5017219"/>
              <a:gd name="connsiteX8621" fmla="*/ 1724939 w 5799173"/>
              <a:gd name="connsiteY8621" fmla="*/ 787076 h 5017219"/>
              <a:gd name="connsiteX8622" fmla="*/ 1745210 w 5799173"/>
              <a:gd name="connsiteY8622" fmla="*/ 787076 h 5017219"/>
              <a:gd name="connsiteX8623" fmla="*/ 1746456 w 5799173"/>
              <a:gd name="connsiteY8623" fmla="*/ 787824 h 5017219"/>
              <a:gd name="connsiteX8624" fmla="*/ 1756592 w 5799173"/>
              <a:gd name="connsiteY8624" fmla="*/ 805354 h 5017219"/>
              <a:gd name="connsiteX8625" fmla="*/ 1756592 w 5799173"/>
              <a:gd name="connsiteY8625" fmla="*/ 806766 h 5017219"/>
              <a:gd name="connsiteX8626" fmla="*/ 1746456 w 5799173"/>
              <a:gd name="connsiteY8626" fmla="*/ 824296 h 5017219"/>
              <a:gd name="connsiteX8627" fmla="*/ 1745210 w 5799173"/>
              <a:gd name="connsiteY8627" fmla="*/ 825044 h 5017219"/>
              <a:gd name="connsiteX8628" fmla="*/ 2266533 w 5799173"/>
              <a:gd name="connsiteY8628" fmla="*/ 970268 h 5017219"/>
              <a:gd name="connsiteX8629" fmla="*/ 2265287 w 5799173"/>
              <a:gd name="connsiteY8629" fmla="*/ 969521 h 5017219"/>
              <a:gd name="connsiteX8630" fmla="*/ 2255151 w 5799173"/>
              <a:gd name="connsiteY8630" fmla="*/ 951908 h 5017219"/>
              <a:gd name="connsiteX8631" fmla="*/ 2255151 w 5799173"/>
              <a:gd name="connsiteY8631" fmla="*/ 950495 h 5017219"/>
              <a:gd name="connsiteX8632" fmla="*/ 2265370 w 5799173"/>
              <a:gd name="connsiteY8632" fmla="*/ 932882 h 5017219"/>
              <a:gd name="connsiteX8633" fmla="*/ 2266616 w 5799173"/>
              <a:gd name="connsiteY8633" fmla="*/ 932135 h 5017219"/>
              <a:gd name="connsiteX8634" fmla="*/ 2286970 w 5799173"/>
              <a:gd name="connsiteY8634" fmla="*/ 932135 h 5017219"/>
              <a:gd name="connsiteX8635" fmla="*/ 2288216 w 5799173"/>
              <a:gd name="connsiteY8635" fmla="*/ 932882 h 5017219"/>
              <a:gd name="connsiteX8636" fmla="*/ 2298352 w 5799173"/>
              <a:gd name="connsiteY8636" fmla="*/ 950495 h 5017219"/>
              <a:gd name="connsiteX8637" fmla="*/ 2298352 w 5799173"/>
              <a:gd name="connsiteY8637" fmla="*/ 951908 h 5017219"/>
              <a:gd name="connsiteX8638" fmla="*/ 2288133 w 5799173"/>
              <a:gd name="connsiteY8638" fmla="*/ 969521 h 5017219"/>
              <a:gd name="connsiteX8639" fmla="*/ 2286887 w 5799173"/>
              <a:gd name="connsiteY8639" fmla="*/ 970268 h 5017219"/>
              <a:gd name="connsiteX8640" fmla="*/ 1965579 w 5799173"/>
              <a:gd name="connsiteY8640" fmla="*/ 889797 h 5017219"/>
              <a:gd name="connsiteX8641" fmla="*/ 1964333 w 5799173"/>
              <a:gd name="connsiteY8641" fmla="*/ 889050 h 5017219"/>
              <a:gd name="connsiteX8642" fmla="*/ 1954114 w 5799173"/>
              <a:gd name="connsiteY8642" fmla="*/ 871354 h 5017219"/>
              <a:gd name="connsiteX8643" fmla="*/ 1954114 w 5799173"/>
              <a:gd name="connsiteY8643" fmla="*/ 869941 h 5017219"/>
              <a:gd name="connsiteX8644" fmla="*/ 1964333 w 5799173"/>
              <a:gd name="connsiteY8644" fmla="*/ 852246 h 5017219"/>
              <a:gd name="connsiteX8645" fmla="*/ 1965579 w 5799173"/>
              <a:gd name="connsiteY8645" fmla="*/ 851498 h 5017219"/>
              <a:gd name="connsiteX8646" fmla="*/ 1986016 w 5799173"/>
              <a:gd name="connsiteY8646" fmla="*/ 851498 h 5017219"/>
              <a:gd name="connsiteX8647" fmla="*/ 1987263 w 5799173"/>
              <a:gd name="connsiteY8647" fmla="*/ 852246 h 5017219"/>
              <a:gd name="connsiteX8648" fmla="*/ 1997481 w 5799173"/>
              <a:gd name="connsiteY8648" fmla="*/ 869941 h 5017219"/>
              <a:gd name="connsiteX8649" fmla="*/ 1997481 w 5799173"/>
              <a:gd name="connsiteY8649" fmla="*/ 871354 h 5017219"/>
              <a:gd name="connsiteX8650" fmla="*/ 1987263 w 5799173"/>
              <a:gd name="connsiteY8650" fmla="*/ 889050 h 5017219"/>
              <a:gd name="connsiteX8651" fmla="*/ 1986016 w 5799173"/>
              <a:gd name="connsiteY8651" fmla="*/ 889797 h 5017219"/>
              <a:gd name="connsiteX8652" fmla="*/ 4854518 w 5799173"/>
              <a:gd name="connsiteY8652" fmla="*/ 1663886 h 5017219"/>
              <a:gd name="connsiteX8653" fmla="*/ 4853272 w 5799173"/>
              <a:gd name="connsiteY8653" fmla="*/ 1663139 h 5017219"/>
              <a:gd name="connsiteX8654" fmla="*/ 4843053 w 5799173"/>
              <a:gd name="connsiteY8654" fmla="*/ 1645443 h 5017219"/>
              <a:gd name="connsiteX8655" fmla="*/ 4843053 w 5799173"/>
              <a:gd name="connsiteY8655" fmla="*/ 1644030 h 5017219"/>
              <a:gd name="connsiteX8656" fmla="*/ 4853272 w 5799173"/>
              <a:gd name="connsiteY8656" fmla="*/ 1626335 h 5017219"/>
              <a:gd name="connsiteX8657" fmla="*/ 4854518 w 5799173"/>
              <a:gd name="connsiteY8657" fmla="*/ 1625587 h 5017219"/>
              <a:gd name="connsiteX8658" fmla="*/ 4874955 w 5799173"/>
              <a:gd name="connsiteY8658" fmla="*/ 1625587 h 5017219"/>
              <a:gd name="connsiteX8659" fmla="*/ 4876202 w 5799173"/>
              <a:gd name="connsiteY8659" fmla="*/ 1626335 h 5017219"/>
              <a:gd name="connsiteX8660" fmla="*/ 4886420 w 5799173"/>
              <a:gd name="connsiteY8660" fmla="*/ 1644030 h 5017219"/>
              <a:gd name="connsiteX8661" fmla="*/ 4886420 w 5799173"/>
              <a:gd name="connsiteY8661" fmla="*/ 1645443 h 5017219"/>
              <a:gd name="connsiteX8662" fmla="*/ 4876202 w 5799173"/>
              <a:gd name="connsiteY8662" fmla="*/ 1663139 h 5017219"/>
              <a:gd name="connsiteX8663" fmla="*/ 4874955 w 5799173"/>
              <a:gd name="connsiteY8663" fmla="*/ 1663886 h 5017219"/>
              <a:gd name="connsiteX8664" fmla="*/ 4914704 w 5799173"/>
              <a:gd name="connsiteY8664" fmla="*/ 1680012 h 5017219"/>
              <a:gd name="connsiteX8665" fmla="*/ 4913458 w 5799173"/>
              <a:gd name="connsiteY8665" fmla="*/ 1679265 h 5017219"/>
              <a:gd name="connsiteX8666" fmla="*/ 4903239 w 5799173"/>
              <a:gd name="connsiteY8666" fmla="*/ 1661569 h 5017219"/>
              <a:gd name="connsiteX8667" fmla="*/ 4903239 w 5799173"/>
              <a:gd name="connsiteY8667" fmla="*/ 1660156 h 5017219"/>
              <a:gd name="connsiteX8668" fmla="*/ 4913458 w 5799173"/>
              <a:gd name="connsiteY8668" fmla="*/ 1642461 h 5017219"/>
              <a:gd name="connsiteX8669" fmla="*/ 4914704 w 5799173"/>
              <a:gd name="connsiteY8669" fmla="*/ 1641713 h 5017219"/>
              <a:gd name="connsiteX8670" fmla="*/ 4935141 w 5799173"/>
              <a:gd name="connsiteY8670" fmla="*/ 1641714 h 5017219"/>
              <a:gd name="connsiteX8671" fmla="*/ 4936388 w 5799173"/>
              <a:gd name="connsiteY8671" fmla="*/ 1642462 h 5017219"/>
              <a:gd name="connsiteX8672" fmla="*/ 4946606 w 5799173"/>
              <a:gd name="connsiteY8672" fmla="*/ 1660157 h 5017219"/>
              <a:gd name="connsiteX8673" fmla="*/ 4946606 w 5799173"/>
              <a:gd name="connsiteY8673" fmla="*/ 1661570 h 5017219"/>
              <a:gd name="connsiteX8674" fmla="*/ 4936388 w 5799173"/>
              <a:gd name="connsiteY8674" fmla="*/ 1679266 h 5017219"/>
              <a:gd name="connsiteX8675" fmla="*/ 4935141 w 5799173"/>
              <a:gd name="connsiteY8675" fmla="*/ 1680013 h 5017219"/>
              <a:gd name="connsiteX8676" fmla="*/ 5155450 w 5799173"/>
              <a:gd name="connsiteY8676" fmla="*/ 1744520 h 5017219"/>
              <a:gd name="connsiteX8677" fmla="*/ 5154203 w 5799173"/>
              <a:gd name="connsiteY8677" fmla="*/ 1743773 h 5017219"/>
              <a:gd name="connsiteX8678" fmla="*/ 5143984 w 5799173"/>
              <a:gd name="connsiteY8678" fmla="*/ 1726077 h 5017219"/>
              <a:gd name="connsiteX8679" fmla="*/ 5143985 w 5799173"/>
              <a:gd name="connsiteY8679" fmla="*/ 1724664 h 5017219"/>
              <a:gd name="connsiteX8680" fmla="*/ 5154204 w 5799173"/>
              <a:gd name="connsiteY8680" fmla="*/ 1706969 h 5017219"/>
              <a:gd name="connsiteX8681" fmla="*/ 5155450 w 5799173"/>
              <a:gd name="connsiteY8681" fmla="*/ 1706221 h 5017219"/>
              <a:gd name="connsiteX8682" fmla="*/ 5175886 w 5799173"/>
              <a:gd name="connsiteY8682" fmla="*/ 1706221 h 5017219"/>
              <a:gd name="connsiteX8683" fmla="*/ 5177133 w 5799173"/>
              <a:gd name="connsiteY8683" fmla="*/ 1706969 h 5017219"/>
              <a:gd name="connsiteX8684" fmla="*/ 5187352 w 5799173"/>
              <a:gd name="connsiteY8684" fmla="*/ 1724664 h 5017219"/>
              <a:gd name="connsiteX8685" fmla="*/ 5187351 w 5799173"/>
              <a:gd name="connsiteY8685" fmla="*/ 1726077 h 5017219"/>
              <a:gd name="connsiteX8686" fmla="*/ 5177133 w 5799173"/>
              <a:gd name="connsiteY8686" fmla="*/ 1743773 h 5017219"/>
              <a:gd name="connsiteX8687" fmla="*/ 5175886 w 5799173"/>
              <a:gd name="connsiteY8687" fmla="*/ 1744520 h 5017219"/>
              <a:gd name="connsiteX8688" fmla="*/ 5095181 w 5799173"/>
              <a:gd name="connsiteY8688" fmla="*/ 1728467 h 5017219"/>
              <a:gd name="connsiteX8689" fmla="*/ 5093935 w 5799173"/>
              <a:gd name="connsiteY8689" fmla="*/ 1727719 h 5017219"/>
              <a:gd name="connsiteX8690" fmla="*/ 5083633 w 5799173"/>
              <a:gd name="connsiteY8690" fmla="*/ 1709941 h 5017219"/>
              <a:gd name="connsiteX8691" fmla="*/ 5083633 w 5799173"/>
              <a:gd name="connsiteY8691" fmla="*/ 1708527 h 5017219"/>
              <a:gd name="connsiteX8692" fmla="*/ 5093935 w 5799173"/>
              <a:gd name="connsiteY8692" fmla="*/ 1690750 h 5017219"/>
              <a:gd name="connsiteX8693" fmla="*/ 5095181 w 5799173"/>
              <a:gd name="connsiteY8693" fmla="*/ 1690002 h 5017219"/>
              <a:gd name="connsiteX8694" fmla="*/ 5115701 w 5799173"/>
              <a:gd name="connsiteY8694" fmla="*/ 1690001 h 5017219"/>
              <a:gd name="connsiteX8695" fmla="*/ 5116948 w 5799173"/>
              <a:gd name="connsiteY8695" fmla="*/ 1690749 h 5017219"/>
              <a:gd name="connsiteX8696" fmla="*/ 5127249 w 5799173"/>
              <a:gd name="connsiteY8696" fmla="*/ 1708527 h 5017219"/>
              <a:gd name="connsiteX8697" fmla="*/ 5127249 w 5799173"/>
              <a:gd name="connsiteY8697" fmla="*/ 1709940 h 5017219"/>
              <a:gd name="connsiteX8698" fmla="*/ 5116948 w 5799173"/>
              <a:gd name="connsiteY8698" fmla="*/ 1727719 h 5017219"/>
              <a:gd name="connsiteX8699" fmla="*/ 5115701 w 5799173"/>
              <a:gd name="connsiteY8699" fmla="*/ 1728467 h 5017219"/>
              <a:gd name="connsiteX8700" fmla="*/ 5035003 w 5799173"/>
              <a:gd name="connsiteY8700" fmla="*/ 1712446 h 5017219"/>
              <a:gd name="connsiteX8701" fmla="*/ 5033757 w 5799173"/>
              <a:gd name="connsiteY8701" fmla="*/ 1711698 h 5017219"/>
              <a:gd name="connsiteX8702" fmla="*/ 5023455 w 5799173"/>
              <a:gd name="connsiteY8702" fmla="*/ 1693837 h 5017219"/>
              <a:gd name="connsiteX8703" fmla="*/ 5023455 w 5799173"/>
              <a:gd name="connsiteY8703" fmla="*/ 1692341 h 5017219"/>
              <a:gd name="connsiteX8704" fmla="*/ 5033757 w 5799173"/>
              <a:gd name="connsiteY8704" fmla="*/ 1674478 h 5017219"/>
              <a:gd name="connsiteX8705" fmla="*/ 5035003 w 5799173"/>
              <a:gd name="connsiteY8705" fmla="*/ 1673730 h 5017219"/>
              <a:gd name="connsiteX8706" fmla="*/ 5055690 w 5799173"/>
              <a:gd name="connsiteY8706" fmla="*/ 1673731 h 5017219"/>
              <a:gd name="connsiteX8707" fmla="*/ 5056936 w 5799173"/>
              <a:gd name="connsiteY8707" fmla="*/ 1674479 h 5017219"/>
              <a:gd name="connsiteX8708" fmla="*/ 5067238 w 5799173"/>
              <a:gd name="connsiteY8708" fmla="*/ 1692341 h 5017219"/>
              <a:gd name="connsiteX8709" fmla="*/ 5067238 w 5799173"/>
              <a:gd name="connsiteY8709" fmla="*/ 1693837 h 5017219"/>
              <a:gd name="connsiteX8710" fmla="*/ 5056936 w 5799173"/>
              <a:gd name="connsiteY8710" fmla="*/ 1711697 h 5017219"/>
              <a:gd name="connsiteX8711" fmla="*/ 5055690 w 5799173"/>
              <a:gd name="connsiteY8711" fmla="*/ 1712445 h 5017219"/>
              <a:gd name="connsiteX8712" fmla="*/ 2507100 w 5799173"/>
              <a:gd name="connsiteY8712" fmla="*/ 1035190 h 5017219"/>
              <a:gd name="connsiteX8713" fmla="*/ 2505854 w 5799173"/>
              <a:gd name="connsiteY8713" fmla="*/ 1034443 h 5017219"/>
              <a:gd name="connsiteX8714" fmla="*/ 2495469 w 5799173"/>
              <a:gd name="connsiteY8714" fmla="*/ 1016498 h 5017219"/>
              <a:gd name="connsiteX8715" fmla="*/ 2495469 w 5799173"/>
              <a:gd name="connsiteY8715" fmla="*/ 1015002 h 5017219"/>
              <a:gd name="connsiteX8716" fmla="*/ 2505854 w 5799173"/>
              <a:gd name="connsiteY8716" fmla="*/ 997057 h 5017219"/>
              <a:gd name="connsiteX8717" fmla="*/ 2507101 w 5799173"/>
              <a:gd name="connsiteY8717" fmla="*/ 996309 h 5017219"/>
              <a:gd name="connsiteX8718" fmla="*/ 2527870 w 5799173"/>
              <a:gd name="connsiteY8718" fmla="*/ 996309 h 5017219"/>
              <a:gd name="connsiteX8719" fmla="*/ 2529116 w 5799173"/>
              <a:gd name="connsiteY8719" fmla="*/ 997057 h 5017219"/>
              <a:gd name="connsiteX8720" fmla="*/ 2539501 w 5799173"/>
              <a:gd name="connsiteY8720" fmla="*/ 1015002 h 5017219"/>
              <a:gd name="connsiteX8721" fmla="*/ 2539501 w 5799173"/>
              <a:gd name="connsiteY8721" fmla="*/ 1016498 h 5017219"/>
              <a:gd name="connsiteX8722" fmla="*/ 2529116 w 5799173"/>
              <a:gd name="connsiteY8722" fmla="*/ 1034443 h 5017219"/>
              <a:gd name="connsiteX8723" fmla="*/ 2527870 w 5799173"/>
              <a:gd name="connsiteY8723" fmla="*/ 1035190 h 5017219"/>
              <a:gd name="connsiteX8724" fmla="*/ 2868217 w 5799173"/>
              <a:gd name="connsiteY8724" fmla="*/ 1131951 h 5017219"/>
              <a:gd name="connsiteX8725" fmla="*/ 2866971 w 5799173"/>
              <a:gd name="connsiteY8725" fmla="*/ 1131204 h 5017219"/>
              <a:gd name="connsiteX8726" fmla="*/ 2856587 w 5799173"/>
              <a:gd name="connsiteY8726" fmla="*/ 1113259 h 5017219"/>
              <a:gd name="connsiteX8727" fmla="*/ 2856586 w 5799173"/>
              <a:gd name="connsiteY8727" fmla="*/ 1111763 h 5017219"/>
              <a:gd name="connsiteX8728" fmla="*/ 2866972 w 5799173"/>
              <a:gd name="connsiteY8728" fmla="*/ 1093818 h 5017219"/>
              <a:gd name="connsiteX8729" fmla="*/ 2868218 w 5799173"/>
              <a:gd name="connsiteY8729" fmla="*/ 1093070 h 5017219"/>
              <a:gd name="connsiteX8730" fmla="*/ 2888987 w 5799173"/>
              <a:gd name="connsiteY8730" fmla="*/ 1093070 h 5017219"/>
              <a:gd name="connsiteX8731" fmla="*/ 2890233 w 5799173"/>
              <a:gd name="connsiteY8731" fmla="*/ 1093818 h 5017219"/>
              <a:gd name="connsiteX8732" fmla="*/ 2900619 w 5799173"/>
              <a:gd name="connsiteY8732" fmla="*/ 1111763 h 5017219"/>
              <a:gd name="connsiteX8733" fmla="*/ 2900618 w 5799173"/>
              <a:gd name="connsiteY8733" fmla="*/ 1113259 h 5017219"/>
              <a:gd name="connsiteX8734" fmla="*/ 2890234 w 5799173"/>
              <a:gd name="connsiteY8734" fmla="*/ 1131204 h 5017219"/>
              <a:gd name="connsiteX8735" fmla="*/ 2888987 w 5799173"/>
              <a:gd name="connsiteY8735" fmla="*/ 1131951 h 5017219"/>
              <a:gd name="connsiteX8736" fmla="*/ 4974736 w 5799173"/>
              <a:gd name="connsiteY8736" fmla="*/ 1696391 h 5017219"/>
              <a:gd name="connsiteX8737" fmla="*/ 4973490 w 5799173"/>
              <a:gd name="connsiteY8737" fmla="*/ 1695644 h 5017219"/>
              <a:gd name="connsiteX8738" fmla="*/ 4963105 w 5799173"/>
              <a:gd name="connsiteY8738" fmla="*/ 1677699 h 5017219"/>
              <a:gd name="connsiteX8739" fmla="*/ 4963104 w 5799173"/>
              <a:gd name="connsiteY8739" fmla="*/ 1676203 h 5017219"/>
              <a:gd name="connsiteX8740" fmla="*/ 4973490 w 5799173"/>
              <a:gd name="connsiteY8740" fmla="*/ 1658258 h 5017219"/>
              <a:gd name="connsiteX8741" fmla="*/ 4974736 w 5799173"/>
              <a:gd name="connsiteY8741" fmla="*/ 1657510 h 5017219"/>
              <a:gd name="connsiteX8742" fmla="*/ 4995505 w 5799173"/>
              <a:gd name="connsiteY8742" fmla="*/ 1657510 h 5017219"/>
              <a:gd name="connsiteX8743" fmla="*/ 4996751 w 5799173"/>
              <a:gd name="connsiteY8743" fmla="*/ 1658258 h 5017219"/>
              <a:gd name="connsiteX8744" fmla="*/ 5007137 w 5799173"/>
              <a:gd name="connsiteY8744" fmla="*/ 1676203 h 5017219"/>
              <a:gd name="connsiteX8745" fmla="*/ 5007137 w 5799173"/>
              <a:gd name="connsiteY8745" fmla="*/ 1677699 h 5017219"/>
              <a:gd name="connsiteX8746" fmla="*/ 4996752 w 5799173"/>
              <a:gd name="connsiteY8746" fmla="*/ 1695644 h 5017219"/>
              <a:gd name="connsiteX8747" fmla="*/ 4995505 w 5799173"/>
              <a:gd name="connsiteY8747" fmla="*/ 1696391 h 5017219"/>
              <a:gd name="connsiteX8748" fmla="*/ 2446831 w 5799173"/>
              <a:gd name="connsiteY8748" fmla="*/ 1019146 h 5017219"/>
              <a:gd name="connsiteX8749" fmla="*/ 2445584 w 5799173"/>
              <a:gd name="connsiteY8749" fmla="*/ 1018398 h 5017219"/>
              <a:gd name="connsiteX8750" fmla="*/ 2435199 w 5799173"/>
              <a:gd name="connsiteY8750" fmla="*/ 1000370 h 5017219"/>
              <a:gd name="connsiteX8751" fmla="*/ 2435200 w 5799173"/>
              <a:gd name="connsiteY8751" fmla="*/ 998874 h 5017219"/>
              <a:gd name="connsiteX8752" fmla="*/ 2445667 w 5799173"/>
              <a:gd name="connsiteY8752" fmla="*/ 980846 h 5017219"/>
              <a:gd name="connsiteX8753" fmla="*/ 2446914 w 5799173"/>
              <a:gd name="connsiteY8753" fmla="*/ 980099 h 5017219"/>
              <a:gd name="connsiteX8754" fmla="*/ 2467767 w 5799173"/>
              <a:gd name="connsiteY8754" fmla="*/ 980099 h 5017219"/>
              <a:gd name="connsiteX8755" fmla="*/ 2469013 w 5799173"/>
              <a:gd name="connsiteY8755" fmla="*/ 980846 h 5017219"/>
              <a:gd name="connsiteX8756" fmla="*/ 2479398 w 5799173"/>
              <a:gd name="connsiteY8756" fmla="*/ 998874 h 5017219"/>
              <a:gd name="connsiteX8757" fmla="*/ 2479398 w 5799173"/>
              <a:gd name="connsiteY8757" fmla="*/ 1000370 h 5017219"/>
              <a:gd name="connsiteX8758" fmla="*/ 2468930 w 5799173"/>
              <a:gd name="connsiteY8758" fmla="*/ 1018398 h 5017219"/>
              <a:gd name="connsiteX8759" fmla="*/ 2467684 w 5799173"/>
              <a:gd name="connsiteY8759" fmla="*/ 1019146 h 5017219"/>
              <a:gd name="connsiteX8760" fmla="*/ 2386584 w 5799173"/>
              <a:gd name="connsiteY8760" fmla="*/ 1003179 h 5017219"/>
              <a:gd name="connsiteX8761" fmla="*/ 2385337 w 5799173"/>
              <a:gd name="connsiteY8761" fmla="*/ 1002430 h 5017219"/>
              <a:gd name="connsiteX8762" fmla="*/ 2374786 w 5799173"/>
              <a:gd name="connsiteY8762" fmla="*/ 984152 h 5017219"/>
              <a:gd name="connsiteX8763" fmla="*/ 2374786 w 5799173"/>
              <a:gd name="connsiteY8763" fmla="*/ 982657 h 5017219"/>
              <a:gd name="connsiteX8764" fmla="*/ 2385338 w 5799173"/>
              <a:gd name="connsiteY8764" fmla="*/ 964379 h 5017219"/>
              <a:gd name="connsiteX8765" fmla="*/ 2386583 w 5799173"/>
              <a:gd name="connsiteY8765" fmla="*/ 963632 h 5017219"/>
              <a:gd name="connsiteX8766" fmla="*/ 2407603 w 5799173"/>
              <a:gd name="connsiteY8766" fmla="*/ 963632 h 5017219"/>
              <a:gd name="connsiteX8767" fmla="*/ 2408849 w 5799173"/>
              <a:gd name="connsiteY8767" fmla="*/ 964379 h 5017219"/>
              <a:gd name="connsiteX8768" fmla="*/ 2419401 w 5799173"/>
              <a:gd name="connsiteY8768" fmla="*/ 982657 h 5017219"/>
              <a:gd name="connsiteX8769" fmla="*/ 2419401 w 5799173"/>
              <a:gd name="connsiteY8769" fmla="*/ 984152 h 5017219"/>
              <a:gd name="connsiteX8770" fmla="*/ 2408848 w 5799173"/>
              <a:gd name="connsiteY8770" fmla="*/ 1002430 h 5017219"/>
              <a:gd name="connsiteX8771" fmla="*/ 2407602 w 5799173"/>
              <a:gd name="connsiteY8771" fmla="*/ 1003178 h 5017219"/>
              <a:gd name="connsiteX8772" fmla="*/ 2567036 w 5799173"/>
              <a:gd name="connsiteY8772" fmla="*/ 1051815 h 5017219"/>
              <a:gd name="connsiteX8773" fmla="*/ 2565707 w 5799173"/>
              <a:gd name="connsiteY8773" fmla="*/ 1051067 h 5017219"/>
              <a:gd name="connsiteX8774" fmla="*/ 2555073 w 5799173"/>
              <a:gd name="connsiteY8774" fmla="*/ 1032624 h 5017219"/>
              <a:gd name="connsiteX8775" fmla="*/ 2555073 w 5799173"/>
              <a:gd name="connsiteY8775" fmla="*/ 1031128 h 5017219"/>
              <a:gd name="connsiteX8776" fmla="*/ 2565707 w 5799173"/>
              <a:gd name="connsiteY8776" fmla="*/ 1012685 h 5017219"/>
              <a:gd name="connsiteX8777" fmla="*/ 2567037 w 5799173"/>
              <a:gd name="connsiteY8777" fmla="*/ 1011937 h 5017219"/>
              <a:gd name="connsiteX8778" fmla="*/ 2588305 w 5799173"/>
              <a:gd name="connsiteY8778" fmla="*/ 1011937 h 5017219"/>
              <a:gd name="connsiteX8779" fmla="*/ 2589634 w 5799173"/>
              <a:gd name="connsiteY8779" fmla="*/ 1012685 h 5017219"/>
              <a:gd name="connsiteX8780" fmla="*/ 2600268 w 5799173"/>
              <a:gd name="connsiteY8780" fmla="*/ 1031128 h 5017219"/>
              <a:gd name="connsiteX8781" fmla="*/ 2600268 w 5799173"/>
              <a:gd name="connsiteY8781" fmla="*/ 1032624 h 5017219"/>
              <a:gd name="connsiteX8782" fmla="*/ 2589634 w 5799173"/>
              <a:gd name="connsiteY8782" fmla="*/ 1051067 h 5017219"/>
              <a:gd name="connsiteX8783" fmla="*/ 2588305 w 5799173"/>
              <a:gd name="connsiteY8783" fmla="*/ 1051815 h 5017219"/>
              <a:gd name="connsiteX8784" fmla="*/ 3108713 w 5799173"/>
              <a:gd name="connsiteY8784" fmla="*/ 1196957 h 5017219"/>
              <a:gd name="connsiteX8785" fmla="*/ 3107384 w 5799173"/>
              <a:gd name="connsiteY8785" fmla="*/ 1196209 h 5017219"/>
              <a:gd name="connsiteX8786" fmla="*/ 3096750 w 5799173"/>
              <a:gd name="connsiteY8786" fmla="*/ 1177766 h 5017219"/>
              <a:gd name="connsiteX8787" fmla="*/ 3096750 w 5799173"/>
              <a:gd name="connsiteY8787" fmla="*/ 1176270 h 5017219"/>
              <a:gd name="connsiteX8788" fmla="*/ 3107384 w 5799173"/>
              <a:gd name="connsiteY8788" fmla="*/ 1157826 h 5017219"/>
              <a:gd name="connsiteX8789" fmla="*/ 3108713 w 5799173"/>
              <a:gd name="connsiteY8789" fmla="*/ 1157078 h 5017219"/>
              <a:gd name="connsiteX8790" fmla="*/ 3129982 w 5799173"/>
              <a:gd name="connsiteY8790" fmla="*/ 1157079 h 5017219"/>
              <a:gd name="connsiteX8791" fmla="*/ 3131311 w 5799173"/>
              <a:gd name="connsiteY8791" fmla="*/ 1157827 h 5017219"/>
              <a:gd name="connsiteX8792" fmla="*/ 3141945 w 5799173"/>
              <a:gd name="connsiteY8792" fmla="*/ 1176269 h 5017219"/>
              <a:gd name="connsiteX8793" fmla="*/ 3141945 w 5799173"/>
              <a:gd name="connsiteY8793" fmla="*/ 1177765 h 5017219"/>
              <a:gd name="connsiteX8794" fmla="*/ 3131311 w 5799173"/>
              <a:gd name="connsiteY8794" fmla="*/ 1196209 h 5017219"/>
              <a:gd name="connsiteX8795" fmla="*/ 3129982 w 5799173"/>
              <a:gd name="connsiteY8795" fmla="*/ 1196956 h 5017219"/>
              <a:gd name="connsiteX8796" fmla="*/ 3168899 w 5799173"/>
              <a:gd name="connsiteY8796" fmla="*/ 1213083 h 5017219"/>
              <a:gd name="connsiteX8797" fmla="*/ 3167570 w 5799173"/>
              <a:gd name="connsiteY8797" fmla="*/ 1212335 h 5017219"/>
              <a:gd name="connsiteX8798" fmla="*/ 3156936 w 5799173"/>
              <a:gd name="connsiteY8798" fmla="*/ 1193892 h 5017219"/>
              <a:gd name="connsiteX8799" fmla="*/ 3156936 w 5799173"/>
              <a:gd name="connsiteY8799" fmla="*/ 1192396 h 5017219"/>
              <a:gd name="connsiteX8800" fmla="*/ 3167570 w 5799173"/>
              <a:gd name="connsiteY8800" fmla="*/ 1173953 h 5017219"/>
              <a:gd name="connsiteX8801" fmla="*/ 3168899 w 5799173"/>
              <a:gd name="connsiteY8801" fmla="*/ 1173205 h 5017219"/>
              <a:gd name="connsiteX8802" fmla="*/ 3190168 w 5799173"/>
              <a:gd name="connsiteY8802" fmla="*/ 1173205 h 5017219"/>
              <a:gd name="connsiteX8803" fmla="*/ 3191497 w 5799173"/>
              <a:gd name="connsiteY8803" fmla="*/ 1173953 h 5017219"/>
              <a:gd name="connsiteX8804" fmla="*/ 3202131 w 5799173"/>
              <a:gd name="connsiteY8804" fmla="*/ 1192396 h 5017219"/>
              <a:gd name="connsiteX8805" fmla="*/ 3202131 w 5799173"/>
              <a:gd name="connsiteY8805" fmla="*/ 1193892 h 5017219"/>
              <a:gd name="connsiteX8806" fmla="*/ 3191497 w 5799173"/>
              <a:gd name="connsiteY8806" fmla="*/ 1212335 h 5017219"/>
              <a:gd name="connsiteX8807" fmla="*/ 3190168 w 5799173"/>
              <a:gd name="connsiteY8807" fmla="*/ 1213083 h 5017219"/>
              <a:gd name="connsiteX8808" fmla="*/ 3048443 w 5799173"/>
              <a:gd name="connsiteY8808" fmla="*/ 1180914 h 5017219"/>
              <a:gd name="connsiteX8809" fmla="*/ 3047114 w 5799173"/>
              <a:gd name="connsiteY8809" fmla="*/ 1180166 h 5017219"/>
              <a:gd name="connsiteX8810" fmla="*/ 3036480 w 5799173"/>
              <a:gd name="connsiteY8810" fmla="*/ 1161640 h 5017219"/>
              <a:gd name="connsiteX8811" fmla="*/ 3036480 w 5799173"/>
              <a:gd name="connsiteY8811" fmla="*/ 1160144 h 5017219"/>
              <a:gd name="connsiteX8812" fmla="*/ 3047197 w 5799173"/>
              <a:gd name="connsiteY8812" fmla="*/ 1141617 h 5017219"/>
              <a:gd name="connsiteX8813" fmla="*/ 3048527 w 5799173"/>
              <a:gd name="connsiteY8813" fmla="*/ 1140870 h 5017219"/>
              <a:gd name="connsiteX8814" fmla="*/ 3069878 w 5799173"/>
              <a:gd name="connsiteY8814" fmla="*/ 1140870 h 5017219"/>
              <a:gd name="connsiteX8815" fmla="*/ 3071207 w 5799173"/>
              <a:gd name="connsiteY8815" fmla="*/ 1141617 h 5017219"/>
              <a:gd name="connsiteX8816" fmla="*/ 3081841 w 5799173"/>
              <a:gd name="connsiteY8816" fmla="*/ 1160144 h 5017219"/>
              <a:gd name="connsiteX8817" fmla="*/ 3081841 w 5799173"/>
              <a:gd name="connsiteY8817" fmla="*/ 1161640 h 5017219"/>
              <a:gd name="connsiteX8818" fmla="*/ 3071124 w 5799173"/>
              <a:gd name="connsiteY8818" fmla="*/ 1180166 h 5017219"/>
              <a:gd name="connsiteX8819" fmla="*/ 3069795 w 5799173"/>
              <a:gd name="connsiteY8819" fmla="*/ 1180914 h 5017219"/>
              <a:gd name="connsiteX8820" fmla="*/ 2687325 w 5799173"/>
              <a:gd name="connsiteY8820" fmla="*/ 1084234 h 5017219"/>
              <a:gd name="connsiteX8821" fmla="*/ 2685996 w 5799173"/>
              <a:gd name="connsiteY8821" fmla="*/ 1083488 h 5017219"/>
              <a:gd name="connsiteX8822" fmla="*/ 2675279 w 5799173"/>
              <a:gd name="connsiteY8822" fmla="*/ 1064877 h 5017219"/>
              <a:gd name="connsiteX8823" fmla="*/ 2675279 w 5799173"/>
              <a:gd name="connsiteY8823" fmla="*/ 1063381 h 5017219"/>
              <a:gd name="connsiteX8824" fmla="*/ 2685996 w 5799173"/>
              <a:gd name="connsiteY8824" fmla="*/ 1044771 h 5017219"/>
              <a:gd name="connsiteX8825" fmla="*/ 2687325 w 5799173"/>
              <a:gd name="connsiteY8825" fmla="*/ 1044024 h 5017219"/>
              <a:gd name="connsiteX8826" fmla="*/ 2708760 w 5799173"/>
              <a:gd name="connsiteY8826" fmla="*/ 1044024 h 5017219"/>
              <a:gd name="connsiteX8827" fmla="*/ 2710089 w 5799173"/>
              <a:gd name="connsiteY8827" fmla="*/ 1044771 h 5017219"/>
              <a:gd name="connsiteX8828" fmla="*/ 2720806 w 5799173"/>
              <a:gd name="connsiteY8828" fmla="*/ 1063382 h 5017219"/>
              <a:gd name="connsiteX8829" fmla="*/ 2720806 w 5799173"/>
              <a:gd name="connsiteY8829" fmla="*/ 1064878 h 5017219"/>
              <a:gd name="connsiteX8830" fmla="*/ 2710089 w 5799173"/>
              <a:gd name="connsiteY8830" fmla="*/ 1083487 h 5017219"/>
              <a:gd name="connsiteX8831" fmla="*/ 2708760 w 5799173"/>
              <a:gd name="connsiteY8831" fmla="*/ 1084234 h 5017219"/>
              <a:gd name="connsiteX8832" fmla="*/ 2988256 w 5799173"/>
              <a:gd name="connsiteY8832" fmla="*/ 1164869 h 5017219"/>
              <a:gd name="connsiteX8833" fmla="*/ 2986927 w 5799173"/>
              <a:gd name="connsiteY8833" fmla="*/ 1164122 h 5017219"/>
              <a:gd name="connsiteX8834" fmla="*/ 2976210 w 5799173"/>
              <a:gd name="connsiteY8834" fmla="*/ 1145511 h 5017219"/>
              <a:gd name="connsiteX8835" fmla="*/ 2976210 w 5799173"/>
              <a:gd name="connsiteY8835" fmla="*/ 1144016 h 5017219"/>
              <a:gd name="connsiteX8836" fmla="*/ 2986928 w 5799173"/>
              <a:gd name="connsiteY8836" fmla="*/ 1125406 h 5017219"/>
              <a:gd name="connsiteX8837" fmla="*/ 2988256 w 5799173"/>
              <a:gd name="connsiteY8837" fmla="*/ 1124659 h 5017219"/>
              <a:gd name="connsiteX8838" fmla="*/ 3009692 w 5799173"/>
              <a:gd name="connsiteY8838" fmla="*/ 1124659 h 5017219"/>
              <a:gd name="connsiteX8839" fmla="*/ 3011021 w 5799173"/>
              <a:gd name="connsiteY8839" fmla="*/ 1125406 h 5017219"/>
              <a:gd name="connsiteX8840" fmla="*/ 3021738 w 5799173"/>
              <a:gd name="connsiteY8840" fmla="*/ 1144016 h 5017219"/>
              <a:gd name="connsiteX8841" fmla="*/ 3021737 w 5799173"/>
              <a:gd name="connsiteY8841" fmla="*/ 1145512 h 5017219"/>
              <a:gd name="connsiteX8842" fmla="*/ 3011020 w 5799173"/>
              <a:gd name="connsiteY8842" fmla="*/ 1164122 h 5017219"/>
              <a:gd name="connsiteX8843" fmla="*/ 3009691 w 5799173"/>
              <a:gd name="connsiteY8843" fmla="*/ 1164869 h 5017219"/>
              <a:gd name="connsiteX8844" fmla="*/ 3289187 w 5799173"/>
              <a:gd name="connsiteY8844" fmla="*/ 1245503 h 5017219"/>
              <a:gd name="connsiteX8845" fmla="*/ 3287858 w 5799173"/>
              <a:gd name="connsiteY8845" fmla="*/ 1244756 h 5017219"/>
              <a:gd name="connsiteX8846" fmla="*/ 3277141 w 5799173"/>
              <a:gd name="connsiteY8846" fmla="*/ 1226146 h 5017219"/>
              <a:gd name="connsiteX8847" fmla="*/ 3277142 w 5799173"/>
              <a:gd name="connsiteY8847" fmla="*/ 1224650 h 5017219"/>
              <a:gd name="connsiteX8848" fmla="*/ 3287859 w 5799173"/>
              <a:gd name="connsiteY8848" fmla="*/ 1206040 h 5017219"/>
              <a:gd name="connsiteX8849" fmla="*/ 3289187 w 5799173"/>
              <a:gd name="connsiteY8849" fmla="*/ 1205293 h 5017219"/>
              <a:gd name="connsiteX8850" fmla="*/ 3310623 w 5799173"/>
              <a:gd name="connsiteY8850" fmla="*/ 1205293 h 5017219"/>
              <a:gd name="connsiteX8851" fmla="*/ 3311952 w 5799173"/>
              <a:gd name="connsiteY8851" fmla="*/ 1206040 h 5017219"/>
              <a:gd name="connsiteX8852" fmla="*/ 3322669 w 5799173"/>
              <a:gd name="connsiteY8852" fmla="*/ 1224650 h 5017219"/>
              <a:gd name="connsiteX8853" fmla="*/ 3322669 w 5799173"/>
              <a:gd name="connsiteY8853" fmla="*/ 1226146 h 5017219"/>
              <a:gd name="connsiteX8854" fmla="*/ 3311951 w 5799173"/>
              <a:gd name="connsiteY8854" fmla="*/ 1244756 h 5017219"/>
              <a:gd name="connsiteX8855" fmla="*/ 3310623 w 5799173"/>
              <a:gd name="connsiteY8855" fmla="*/ 1245503 h 5017219"/>
              <a:gd name="connsiteX8856" fmla="*/ 2627054 w 5799173"/>
              <a:gd name="connsiteY8856" fmla="*/ 1068285 h 5017219"/>
              <a:gd name="connsiteX8857" fmla="*/ 2625726 w 5799173"/>
              <a:gd name="connsiteY8857" fmla="*/ 1067538 h 5017219"/>
              <a:gd name="connsiteX8858" fmla="*/ 2614926 w 5799173"/>
              <a:gd name="connsiteY8858" fmla="*/ 1048762 h 5017219"/>
              <a:gd name="connsiteX8859" fmla="*/ 2614926 w 5799173"/>
              <a:gd name="connsiteY8859" fmla="*/ 1047266 h 5017219"/>
              <a:gd name="connsiteX8860" fmla="*/ 2625726 w 5799173"/>
              <a:gd name="connsiteY8860" fmla="*/ 1028491 h 5017219"/>
              <a:gd name="connsiteX8861" fmla="*/ 2627055 w 5799173"/>
              <a:gd name="connsiteY8861" fmla="*/ 1027743 h 5017219"/>
              <a:gd name="connsiteX8862" fmla="*/ 2648739 w 5799173"/>
              <a:gd name="connsiteY8862" fmla="*/ 1027742 h 5017219"/>
              <a:gd name="connsiteX8863" fmla="*/ 2650068 w 5799173"/>
              <a:gd name="connsiteY8863" fmla="*/ 1028490 h 5017219"/>
              <a:gd name="connsiteX8864" fmla="*/ 2660869 w 5799173"/>
              <a:gd name="connsiteY8864" fmla="*/ 1047265 h 5017219"/>
              <a:gd name="connsiteX8865" fmla="*/ 2660869 w 5799173"/>
              <a:gd name="connsiteY8865" fmla="*/ 1048761 h 5017219"/>
              <a:gd name="connsiteX8866" fmla="*/ 2650068 w 5799173"/>
              <a:gd name="connsiteY8866" fmla="*/ 1067537 h 5017219"/>
              <a:gd name="connsiteX8867" fmla="*/ 2648739 w 5799173"/>
              <a:gd name="connsiteY8867" fmla="*/ 1068285 h 5017219"/>
              <a:gd name="connsiteX8868" fmla="*/ 3228917 w 5799173"/>
              <a:gd name="connsiteY8868" fmla="*/ 1229554 h 5017219"/>
              <a:gd name="connsiteX8869" fmla="*/ 3227588 w 5799173"/>
              <a:gd name="connsiteY8869" fmla="*/ 1228806 h 5017219"/>
              <a:gd name="connsiteX8870" fmla="*/ 3216788 w 5799173"/>
              <a:gd name="connsiteY8870" fmla="*/ 1210030 h 5017219"/>
              <a:gd name="connsiteX8871" fmla="*/ 3216788 w 5799173"/>
              <a:gd name="connsiteY8871" fmla="*/ 1208534 h 5017219"/>
              <a:gd name="connsiteX8872" fmla="*/ 3227588 w 5799173"/>
              <a:gd name="connsiteY8872" fmla="*/ 1189759 h 5017219"/>
              <a:gd name="connsiteX8873" fmla="*/ 3228917 w 5799173"/>
              <a:gd name="connsiteY8873" fmla="*/ 1189011 h 5017219"/>
              <a:gd name="connsiteX8874" fmla="*/ 3250601 w 5799173"/>
              <a:gd name="connsiteY8874" fmla="*/ 1189011 h 5017219"/>
              <a:gd name="connsiteX8875" fmla="*/ 3251930 w 5799173"/>
              <a:gd name="connsiteY8875" fmla="*/ 1189759 h 5017219"/>
              <a:gd name="connsiteX8876" fmla="*/ 3262731 w 5799173"/>
              <a:gd name="connsiteY8876" fmla="*/ 1208534 h 5017219"/>
              <a:gd name="connsiteX8877" fmla="*/ 3262731 w 5799173"/>
              <a:gd name="connsiteY8877" fmla="*/ 1210030 h 5017219"/>
              <a:gd name="connsiteX8878" fmla="*/ 3251930 w 5799173"/>
              <a:gd name="connsiteY8878" fmla="*/ 1228806 h 5017219"/>
              <a:gd name="connsiteX8879" fmla="*/ 3250602 w 5799173"/>
              <a:gd name="connsiteY8879" fmla="*/ 1229554 h 5017219"/>
              <a:gd name="connsiteX8880" fmla="*/ 2747357 w 5799173"/>
              <a:gd name="connsiteY8880" fmla="*/ 1100613 h 5017219"/>
              <a:gd name="connsiteX8881" fmla="*/ 2746028 w 5799173"/>
              <a:gd name="connsiteY8881" fmla="*/ 1099865 h 5017219"/>
              <a:gd name="connsiteX8882" fmla="*/ 2735144 w 5799173"/>
              <a:gd name="connsiteY8882" fmla="*/ 1081006 h 5017219"/>
              <a:gd name="connsiteX8883" fmla="*/ 2735145 w 5799173"/>
              <a:gd name="connsiteY8883" fmla="*/ 1079428 h 5017219"/>
              <a:gd name="connsiteX8884" fmla="*/ 2746028 w 5799173"/>
              <a:gd name="connsiteY8884" fmla="*/ 1060569 h 5017219"/>
              <a:gd name="connsiteX8885" fmla="*/ 2747358 w 5799173"/>
              <a:gd name="connsiteY8885" fmla="*/ 1059821 h 5017219"/>
              <a:gd name="connsiteX8886" fmla="*/ 2769124 w 5799173"/>
              <a:gd name="connsiteY8886" fmla="*/ 1059821 h 5017219"/>
              <a:gd name="connsiteX8887" fmla="*/ 2770453 w 5799173"/>
              <a:gd name="connsiteY8887" fmla="*/ 1060569 h 5017219"/>
              <a:gd name="connsiteX8888" fmla="*/ 2781337 w 5799173"/>
              <a:gd name="connsiteY8888" fmla="*/ 1079428 h 5017219"/>
              <a:gd name="connsiteX8889" fmla="*/ 2781336 w 5799173"/>
              <a:gd name="connsiteY8889" fmla="*/ 1081006 h 5017219"/>
              <a:gd name="connsiteX8890" fmla="*/ 2770453 w 5799173"/>
              <a:gd name="connsiteY8890" fmla="*/ 1099865 h 5017219"/>
              <a:gd name="connsiteX8891" fmla="*/ 2769123 w 5799173"/>
              <a:gd name="connsiteY8891" fmla="*/ 1100613 h 5017219"/>
              <a:gd name="connsiteX8892" fmla="*/ 2927916 w 5799173"/>
              <a:gd name="connsiteY8892" fmla="*/ 1148993 h 5017219"/>
              <a:gd name="connsiteX8893" fmla="*/ 2926586 w 5799173"/>
              <a:gd name="connsiteY8893" fmla="*/ 1148246 h 5017219"/>
              <a:gd name="connsiteX8894" fmla="*/ 2915703 w 5799173"/>
              <a:gd name="connsiteY8894" fmla="*/ 1129386 h 5017219"/>
              <a:gd name="connsiteX8895" fmla="*/ 2915703 w 5799173"/>
              <a:gd name="connsiteY8895" fmla="*/ 1127808 h 5017219"/>
              <a:gd name="connsiteX8896" fmla="*/ 2926586 w 5799173"/>
              <a:gd name="connsiteY8896" fmla="*/ 1108950 h 5017219"/>
              <a:gd name="connsiteX8897" fmla="*/ 2927916 w 5799173"/>
              <a:gd name="connsiteY8897" fmla="*/ 1108201 h 5017219"/>
              <a:gd name="connsiteX8898" fmla="*/ 2949682 w 5799173"/>
              <a:gd name="connsiteY8898" fmla="*/ 1108201 h 5017219"/>
              <a:gd name="connsiteX8899" fmla="*/ 2951012 w 5799173"/>
              <a:gd name="connsiteY8899" fmla="*/ 1108949 h 5017219"/>
              <a:gd name="connsiteX8900" fmla="*/ 2961895 w 5799173"/>
              <a:gd name="connsiteY8900" fmla="*/ 1127808 h 5017219"/>
              <a:gd name="connsiteX8901" fmla="*/ 2961895 w 5799173"/>
              <a:gd name="connsiteY8901" fmla="*/ 1129386 h 5017219"/>
              <a:gd name="connsiteX8902" fmla="*/ 2951012 w 5799173"/>
              <a:gd name="connsiteY8902" fmla="*/ 1148245 h 5017219"/>
              <a:gd name="connsiteX8903" fmla="*/ 2949682 w 5799173"/>
              <a:gd name="connsiteY8903" fmla="*/ 1148993 h 5017219"/>
              <a:gd name="connsiteX8904" fmla="*/ 3409300 w 5799173"/>
              <a:gd name="connsiteY8904" fmla="*/ 1278171 h 5017219"/>
              <a:gd name="connsiteX8905" fmla="*/ 3407971 w 5799173"/>
              <a:gd name="connsiteY8905" fmla="*/ 1277423 h 5017219"/>
              <a:gd name="connsiteX8906" fmla="*/ 3397087 w 5799173"/>
              <a:gd name="connsiteY8906" fmla="*/ 1258481 h 5017219"/>
              <a:gd name="connsiteX8907" fmla="*/ 3397087 w 5799173"/>
              <a:gd name="connsiteY8907" fmla="*/ 1256903 h 5017219"/>
              <a:gd name="connsiteX8908" fmla="*/ 3408054 w 5799173"/>
              <a:gd name="connsiteY8908" fmla="*/ 1237960 h 5017219"/>
              <a:gd name="connsiteX8909" fmla="*/ 3409383 w 5799173"/>
              <a:gd name="connsiteY8909" fmla="*/ 1237213 h 5017219"/>
              <a:gd name="connsiteX8910" fmla="*/ 3431233 w 5799173"/>
              <a:gd name="connsiteY8910" fmla="*/ 1237213 h 5017219"/>
              <a:gd name="connsiteX8911" fmla="*/ 3432562 w 5799173"/>
              <a:gd name="connsiteY8911" fmla="*/ 1237960 h 5017219"/>
              <a:gd name="connsiteX8912" fmla="*/ 3443446 w 5799173"/>
              <a:gd name="connsiteY8912" fmla="*/ 1256903 h 5017219"/>
              <a:gd name="connsiteX8913" fmla="*/ 3443446 w 5799173"/>
              <a:gd name="connsiteY8913" fmla="*/ 1258481 h 5017219"/>
              <a:gd name="connsiteX8914" fmla="*/ 3432479 w 5799173"/>
              <a:gd name="connsiteY8914" fmla="*/ 1277423 h 5017219"/>
              <a:gd name="connsiteX8915" fmla="*/ 3431149 w 5799173"/>
              <a:gd name="connsiteY8915" fmla="*/ 1278171 h 5017219"/>
              <a:gd name="connsiteX8916" fmla="*/ 2807356 w 5799173"/>
              <a:gd name="connsiteY8916" fmla="*/ 1117069 h 5017219"/>
              <a:gd name="connsiteX8917" fmla="*/ 2806027 w 5799173"/>
              <a:gd name="connsiteY8917" fmla="*/ 1116322 h 5017219"/>
              <a:gd name="connsiteX8918" fmla="*/ 2794977 w 5799173"/>
              <a:gd name="connsiteY8918" fmla="*/ 1097214 h 5017219"/>
              <a:gd name="connsiteX8919" fmla="*/ 2794977 w 5799173"/>
              <a:gd name="connsiteY8919" fmla="*/ 1095635 h 5017219"/>
              <a:gd name="connsiteX8920" fmla="*/ 2806027 w 5799173"/>
              <a:gd name="connsiteY8920" fmla="*/ 1076526 h 5017219"/>
              <a:gd name="connsiteX8921" fmla="*/ 2807356 w 5799173"/>
              <a:gd name="connsiteY8921" fmla="*/ 1075779 h 5017219"/>
              <a:gd name="connsiteX8922" fmla="*/ 2829455 w 5799173"/>
              <a:gd name="connsiteY8922" fmla="*/ 1075779 h 5017219"/>
              <a:gd name="connsiteX8923" fmla="*/ 2830784 w 5799173"/>
              <a:gd name="connsiteY8923" fmla="*/ 1076526 h 5017219"/>
              <a:gd name="connsiteX8924" fmla="*/ 2841834 w 5799173"/>
              <a:gd name="connsiteY8924" fmla="*/ 1095635 h 5017219"/>
              <a:gd name="connsiteX8925" fmla="*/ 2841834 w 5799173"/>
              <a:gd name="connsiteY8925" fmla="*/ 1097214 h 5017219"/>
              <a:gd name="connsiteX8926" fmla="*/ 2830784 w 5799173"/>
              <a:gd name="connsiteY8926" fmla="*/ 1116322 h 5017219"/>
              <a:gd name="connsiteX8927" fmla="*/ 2829455 w 5799173"/>
              <a:gd name="connsiteY8927" fmla="*/ 1117069 h 5017219"/>
              <a:gd name="connsiteX8928" fmla="*/ 3649963 w 5799173"/>
              <a:gd name="connsiteY8928" fmla="*/ 1342845 h 5017219"/>
              <a:gd name="connsiteX8929" fmla="*/ 3648634 w 5799173"/>
              <a:gd name="connsiteY8929" fmla="*/ 1342098 h 5017219"/>
              <a:gd name="connsiteX8930" fmla="*/ 3637584 w 5799173"/>
              <a:gd name="connsiteY8930" fmla="*/ 1322990 h 5017219"/>
              <a:gd name="connsiteX8931" fmla="*/ 3637584 w 5799173"/>
              <a:gd name="connsiteY8931" fmla="*/ 1321411 h 5017219"/>
              <a:gd name="connsiteX8932" fmla="*/ 3648634 w 5799173"/>
              <a:gd name="connsiteY8932" fmla="*/ 1302302 h 5017219"/>
              <a:gd name="connsiteX8933" fmla="*/ 3649963 w 5799173"/>
              <a:gd name="connsiteY8933" fmla="*/ 1301555 h 5017219"/>
              <a:gd name="connsiteX8934" fmla="*/ 3672062 w 5799173"/>
              <a:gd name="connsiteY8934" fmla="*/ 1301555 h 5017219"/>
              <a:gd name="connsiteX8935" fmla="*/ 3673391 w 5799173"/>
              <a:gd name="connsiteY8935" fmla="*/ 1302302 h 5017219"/>
              <a:gd name="connsiteX8936" fmla="*/ 3684441 w 5799173"/>
              <a:gd name="connsiteY8936" fmla="*/ 1321411 h 5017219"/>
              <a:gd name="connsiteX8937" fmla="*/ 3684441 w 5799173"/>
              <a:gd name="connsiteY8937" fmla="*/ 1322990 h 5017219"/>
              <a:gd name="connsiteX8938" fmla="*/ 3673391 w 5799173"/>
              <a:gd name="connsiteY8938" fmla="*/ 1342098 h 5017219"/>
              <a:gd name="connsiteX8939" fmla="*/ 3672062 w 5799173"/>
              <a:gd name="connsiteY8939" fmla="*/ 1342845 h 5017219"/>
              <a:gd name="connsiteX8940" fmla="*/ 3348948 w 5799173"/>
              <a:gd name="connsiteY8940" fmla="*/ 1262294 h 5017219"/>
              <a:gd name="connsiteX8941" fmla="*/ 3347619 w 5799173"/>
              <a:gd name="connsiteY8941" fmla="*/ 1261546 h 5017219"/>
              <a:gd name="connsiteX8942" fmla="*/ 3336570 w 5799173"/>
              <a:gd name="connsiteY8942" fmla="*/ 1242355 h 5017219"/>
              <a:gd name="connsiteX8943" fmla="*/ 3336570 w 5799173"/>
              <a:gd name="connsiteY8943" fmla="*/ 1240776 h 5017219"/>
              <a:gd name="connsiteX8944" fmla="*/ 3347702 w 5799173"/>
              <a:gd name="connsiteY8944" fmla="*/ 1221585 h 5017219"/>
              <a:gd name="connsiteX8945" fmla="*/ 3349031 w 5799173"/>
              <a:gd name="connsiteY8945" fmla="*/ 1220837 h 5017219"/>
              <a:gd name="connsiteX8946" fmla="*/ 3371214 w 5799173"/>
              <a:gd name="connsiteY8946" fmla="*/ 1220838 h 5017219"/>
              <a:gd name="connsiteX8947" fmla="*/ 3372542 w 5799173"/>
              <a:gd name="connsiteY8947" fmla="*/ 1221586 h 5017219"/>
              <a:gd name="connsiteX8948" fmla="*/ 3383592 w 5799173"/>
              <a:gd name="connsiteY8948" fmla="*/ 1240776 h 5017219"/>
              <a:gd name="connsiteX8949" fmla="*/ 3383593 w 5799173"/>
              <a:gd name="connsiteY8949" fmla="*/ 1242355 h 5017219"/>
              <a:gd name="connsiteX8950" fmla="*/ 3372459 w 5799173"/>
              <a:gd name="connsiteY8950" fmla="*/ 1261546 h 5017219"/>
              <a:gd name="connsiteX8951" fmla="*/ 3371131 w 5799173"/>
              <a:gd name="connsiteY8951" fmla="*/ 1262294 h 5017219"/>
              <a:gd name="connsiteX8952" fmla="*/ 3589694 w 5799173"/>
              <a:gd name="connsiteY8952" fmla="*/ 1326801 h 5017219"/>
              <a:gd name="connsiteX8953" fmla="*/ 3588364 w 5799173"/>
              <a:gd name="connsiteY8953" fmla="*/ 1326054 h 5017219"/>
              <a:gd name="connsiteX8954" fmla="*/ 3577315 w 5799173"/>
              <a:gd name="connsiteY8954" fmla="*/ 1306863 h 5017219"/>
              <a:gd name="connsiteX8955" fmla="*/ 3577315 w 5799173"/>
              <a:gd name="connsiteY8955" fmla="*/ 1305284 h 5017219"/>
              <a:gd name="connsiteX8956" fmla="*/ 3588447 w 5799173"/>
              <a:gd name="connsiteY8956" fmla="*/ 1286093 h 5017219"/>
              <a:gd name="connsiteX8957" fmla="*/ 3589777 w 5799173"/>
              <a:gd name="connsiteY8957" fmla="*/ 1285345 h 5017219"/>
              <a:gd name="connsiteX8958" fmla="*/ 3611959 w 5799173"/>
              <a:gd name="connsiteY8958" fmla="*/ 1285345 h 5017219"/>
              <a:gd name="connsiteX8959" fmla="*/ 3613288 w 5799173"/>
              <a:gd name="connsiteY8959" fmla="*/ 1286093 h 5017219"/>
              <a:gd name="connsiteX8960" fmla="*/ 3624338 w 5799173"/>
              <a:gd name="connsiteY8960" fmla="*/ 1305284 h 5017219"/>
              <a:gd name="connsiteX8961" fmla="*/ 3624338 w 5799173"/>
              <a:gd name="connsiteY8961" fmla="*/ 1306863 h 5017219"/>
              <a:gd name="connsiteX8962" fmla="*/ 3613205 w 5799173"/>
              <a:gd name="connsiteY8962" fmla="*/ 1326054 h 5017219"/>
              <a:gd name="connsiteX8963" fmla="*/ 3611876 w 5799173"/>
              <a:gd name="connsiteY8963" fmla="*/ 1326801 h 5017219"/>
              <a:gd name="connsiteX8964" fmla="*/ 3890398 w 5799173"/>
              <a:gd name="connsiteY8964" fmla="*/ 1408020 h 5017219"/>
              <a:gd name="connsiteX8965" fmla="*/ 3888985 w 5799173"/>
              <a:gd name="connsiteY8965" fmla="*/ 1407189 h 5017219"/>
              <a:gd name="connsiteX8966" fmla="*/ 3877603 w 5799173"/>
              <a:gd name="connsiteY8966" fmla="*/ 1387416 h 5017219"/>
              <a:gd name="connsiteX8967" fmla="*/ 3877603 w 5799173"/>
              <a:gd name="connsiteY8967" fmla="*/ 1385837 h 5017219"/>
              <a:gd name="connsiteX8968" fmla="*/ 3888985 w 5799173"/>
              <a:gd name="connsiteY8968" fmla="*/ 1366065 h 5017219"/>
              <a:gd name="connsiteX8969" fmla="*/ 3890398 w 5799173"/>
              <a:gd name="connsiteY8969" fmla="*/ 1365234 h 5017219"/>
              <a:gd name="connsiteX8970" fmla="*/ 3913161 w 5799173"/>
              <a:gd name="connsiteY8970" fmla="*/ 1365234 h 5017219"/>
              <a:gd name="connsiteX8971" fmla="*/ 3914574 w 5799173"/>
              <a:gd name="connsiteY8971" fmla="*/ 1366065 h 5017219"/>
              <a:gd name="connsiteX8972" fmla="*/ 3925955 w 5799173"/>
              <a:gd name="connsiteY8972" fmla="*/ 1385837 h 5017219"/>
              <a:gd name="connsiteX8973" fmla="*/ 3925955 w 5799173"/>
              <a:gd name="connsiteY8973" fmla="*/ 1387416 h 5017219"/>
              <a:gd name="connsiteX8974" fmla="*/ 3914574 w 5799173"/>
              <a:gd name="connsiteY8974" fmla="*/ 1407189 h 5017219"/>
              <a:gd name="connsiteX8975" fmla="*/ 3913161 w 5799173"/>
              <a:gd name="connsiteY8975" fmla="*/ 1408020 h 5017219"/>
              <a:gd name="connsiteX8976" fmla="*/ 3709579 w 5799173"/>
              <a:gd name="connsiteY8976" fmla="*/ 1360053 h 5017219"/>
              <a:gd name="connsiteX8977" fmla="*/ 3708165 w 5799173"/>
              <a:gd name="connsiteY8977" fmla="*/ 1359223 h 5017219"/>
              <a:gd name="connsiteX8978" fmla="*/ 3696618 w 5799173"/>
              <a:gd name="connsiteY8978" fmla="*/ 1339117 h 5017219"/>
              <a:gd name="connsiteX8979" fmla="*/ 3696618 w 5799173"/>
              <a:gd name="connsiteY8979" fmla="*/ 1337456 h 5017219"/>
              <a:gd name="connsiteX8980" fmla="*/ 3708248 w 5799173"/>
              <a:gd name="connsiteY8980" fmla="*/ 1317351 h 5017219"/>
              <a:gd name="connsiteX8981" fmla="*/ 3709662 w 5799173"/>
              <a:gd name="connsiteY8981" fmla="*/ 1316520 h 5017219"/>
              <a:gd name="connsiteX8982" fmla="*/ 3732840 w 5799173"/>
              <a:gd name="connsiteY8982" fmla="*/ 1316520 h 5017219"/>
              <a:gd name="connsiteX8983" fmla="*/ 3734252 w 5799173"/>
              <a:gd name="connsiteY8983" fmla="*/ 1317351 h 5017219"/>
              <a:gd name="connsiteX8984" fmla="*/ 3745800 w 5799173"/>
              <a:gd name="connsiteY8984" fmla="*/ 1337456 h 5017219"/>
              <a:gd name="connsiteX8985" fmla="*/ 3745800 w 5799173"/>
              <a:gd name="connsiteY8985" fmla="*/ 1339117 h 5017219"/>
              <a:gd name="connsiteX8986" fmla="*/ 3734169 w 5799173"/>
              <a:gd name="connsiteY8986" fmla="*/ 1359223 h 5017219"/>
              <a:gd name="connsiteX8987" fmla="*/ 3732757 w 5799173"/>
              <a:gd name="connsiteY8987" fmla="*/ 1360053 h 5017219"/>
              <a:gd name="connsiteX8988" fmla="*/ 3829951 w 5799173"/>
              <a:gd name="connsiteY8988" fmla="*/ 1392307 h 5017219"/>
              <a:gd name="connsiteX8989" fmla="*/ 3828538 w 5799173"/>
              <a:gd name="connsiteY8989" fmla="*/ 1391477 h 5017219"/>
              <a:gd name="connsiteX8990" fmla="*/ 3816990 w 5799173"/>
              <a:gd name="connsiteY8990" fmla="*/ 1371371 h 5017219"/>
              <a:gd name="connsiteX8991" fmla="*/ 3816990 w 5799173"/>
              <a:gd name="connsiteY8991" fmla="*/ 1369710 h 5017219"/>
              <a:gd name="connsiteX8992" fmla="*/ 3828621 w 5799173"/>
              <a:gd name="connsiteY8992" fmla="*/ 1349605 h 5017219"/>
              <a:gd name="connsiteX8993" fmla="*/ 3830034 w 5799173"/>
              <a:gd name="connsiteY8993" fmla="*/ 1348774 h 5017219"/>
              <a:gd name="connsiteX8994" fmla="*/ 3853213 w 5799173"/>
              <a:gd name="connsiteY8994" fmla="*/ 1348774 h 5017219"/>
              <a:gd name="connsiteX8995" fmla="*/ 3854625 w 5799173"/>
              <a:gd name="connsiteY8995" fmla="*/ 1349605 h 5017219"/>
              <a:gd name="connsiteX8996" fmla="*/ 3866173 w 5799173"/>
              <a:gd name="connsiteY8996" fmla="*/ 1369710 h 5017219"/>
              <a:gd name="connsiteX8997" fmla="*/ 3866173 w 5799173"/>
              <a:gd name="connsiteY8997" fmla="*/ 1371371 h 5017219"/>
              <a:gd name="connsiteX8998" fmla="*/ 3854542 w 5799173"/>
              <a:gd name="connsiteY8998" fmla="*/ 1391477 h 5017219"/>
              <a:gd name="connsiteX8999" fmla="*/ 3853130 w 5799173"/>
              <a:gd name="connsiteY8999" fmla="*/ 1392307 h 5017219"/>
              <a:gd name="connsiteX9000" fmla="*/ 3769682 w 5799173"/>
              <a:gd name="connsiteY9000" fmla="*/ 1376346 h 5017219"/>
              <a:gd name="connsiteX9001" fmla="*/ 3768269 w 5799173"/>
              <a:gd name="connsiteY9001" fmla="*/ 1375515 h 5017219"/>
              <a:gd name="connsiteX9002" fmla="*/ 3756554 w 5799173"/>
              <a:gd name="connsiteY9002" fmla="*/ 1355244 h 5017219"/>
              <a:gd name="connsiteX9003" fmla="*/ 3756555 w 5799173"/>
              <a:gd name="connsiteY9003" fmla="*/ 1353582 h 5017219"/>
              <a:gd name="connsiteX9004" fmla="*/ 3768268 w 5799173"/>
              <a:gd name="connsiteY9004" fmla="*/ 1333311 h 5017219"/>
              <a:gd name="connsiteX9005" fmla="*/ 3769682 w 5799173"/>
              <a:gd name="connsiteY9005" fmla="*/ 1332480 h 5017219"/>
              <a:gd name="connsiteX9006" fmla="*/ 3793109 w 5799173"/>
              <a:gd name="connsiteY9006" fmla="*/ 1332480 h 5017219"/>
              <a:gd name="connsiteX9007" fmla="*/ 3794521 w 5799173"/>
              <a:gd name="connsiteY9007" fmla="*/ 1333311 h 5017219"/>
              <a:gd name="connsiteX9008" fmla="*/ 3806236 w 5799173"/>
              <a:gd name="connsiteY9008" fmla="*/ 1353582 h 5017219"/>
              <a:gd name="connsiteX9009" fmla="*/ 3806235 w 5799173"/>
              <a:gd name="connsiteY9009" fmla="*/ 1355244 h 5017219"/>
              <a:gd name="connsiteX9010" fmla="*/ 3794522 w 5799173"/>
              <a:gd name="connsiteY9010" fmla="*/ 1375515 h 5017219"/>
              <a:gd name="connsiteX9011" fmla="*/ 3793110 w 5799173"/>
              <a:gd name="connsiteY9011" fmla="*/ 1376346 h 5017219"/>
              <a:gd name="connsiteX9012" fmla="*/ 1897752 w 5799173"/>
              <a:gd name="connsiteY9012" fmla="*/ 913955 h 5017219"/>
              <a:gd name="connsiteX9013" fmla="*/ 1897253 w 5799173"/>
              <a:gd name="connsiteY9013" fmla="*/ 913706 h 5017219"/>
              <a:gd name="connsiteX9014" fmla="*/ 1893349 w 5799173"/>
              <a:gd name="connsiteY9014" fmla="*/ 906893 h 5017219"/>
              <a:gd name="connsiteX9015" fmla="*/ 1893349 w 5799173"/>
              <a:gd name="connsiteY9015" fmla="*/ 906312 h 5017219"/>
              <a:gd name="connsiteX9016" fmla="*/ 1897253 w 5799173"/>
              <a:gd name="connsiteY9016" fmla="*/ 899499 h 5017219"/>
              <a:gd name="connsiteX9017" fmla="*/ 1897752 w 5799173"/>
              <a:gd name="connsiteY9017" fmla="*/ 899250 h 5017219"/>
              <a:gd name="connsiteX9018" fmla="*/ 1905561 w 5799173"/>
              <a:gd name="connsiteY9018" fmla="*/ 899250 h 5017219"/>
              <a:gd name="connsiteX9019" fmla="*/ 1906060 w 5799173"/>
              <a:gd name="connsiteY9019" fmla="*/ 899499 h 5017219"/>
              <a:gd name="connsiteX9020" fmla="*/ 1909965 w 5799173"/>
              <a:gd name="connsiteY9020" fmla="*/ 906312 h 5017219"/>
              <a:gd name="connsiteX9021" fmla="*/ 1909965 w 5799173"/>
              <a:gd name="connsiteY9021" fmla="*/ 906893 h 5017219"/>
              <a:gd name="connsiteX9022" fmla="*/ 1906060 w 5799173"/>
              <a:gd name="connsiteY9022" fmla="*/ 913706 h 5017219"/>
              <a:gd name="connsiteX9023" fmla="*/ 1905561 w 5799173"/>
              <a:gd name="connsiteY9023" fmla="*/ 913955 h 5017219"/>
              <a:gd name="connsiteX9024" fmla="*/ 1354071 w 5799173"/>
              <a:gd name="connsiteY9024" fmla="*/ 772550 h 5017219"/>
              <a:gd name="connsiteX9025" fmla="*/ 1353324 w 5799173"/>
              <a:gd name="connsiteY9025" fmla="*/ 772135 h 5017219"/>
              <a:gd name="connsiteX9026" fmla="*/ 1347425 w 5799173"/>
              <a:gd name="connsiteY9026" fmla="*/ 761916 h 5017219"/>
              <a:gd name="connsiteX9027" fmla="*/ 1347425 w 5799173"/>
              <a:gd name="connsiteY9027" fmla="*/ 761085 h 5017219"/>
              <a:gd name="connsiteX9028" fmla="*/ 1353323 w 5799173"/>
              <a:gd name="connsiteY9028" fmla="*/ 750866 h 5017219"/>
              <a:gd name="connsiteX9029" fmla="*/ 1354070 w 5799173"/>
              <a:gd name="connsiteY9029" fmla="*/ 750450 h 5017219"/>
              <a:gd name="connsiteX9030" fmla="*/ 1365868 w 5799173"/>
              <a:gd name="connsiteY9030" fmla="*/ 750451 h 5017219"/>
              <a:gd name="connsiteX9031" fmla="*/ 1366615 w 5799173"/>
              <a:gd name="connsiteY9031" fmla="*/ 750865 h 5017219"/>
              <a:gd name="connsiteX9032" fmla="*/ 1372515 w 5799173"/>
              <a:gd name="connsiteY9032" fmla="*/ 761085 h 5017219"/>
              <a:gd name="connsiteX9033" fmla="*/ 1372514 w 5799173"/>
              <a:gd name="connsiteY9033" fmla="*/ 761916 h 5017219"/>
              <a:gd name="connsiteX9034" fmla="*/ 1366616 w 5799173"/>
              <a:gd name="connsiteY9034" fmla="*/ 772135 h 5017219"/>
              <a:gd name="connsiteX9035" fmla="*/ 1365869 w 5799173"/>
              <a:gd name="connsiteY9035" fmla="*/ 772550 h 5017219"/>
              <a:gd name="connsiteX9036" fmla="*/ 1293803 w 5799173"/>
              <a:gd name="connsiteY9036" fmla="*/ 756496 h 5017219"/>
              <a:gd name="connsiteX9037" fmla="*/ 1293056 w 5799173"/>
              <a:gd name="connsiteY9037" fmla="*/ 756080 h 5017219"/>
              <a:gd name="connsiteX9038" fmla="*/ 1287074 w 5799173"/>
              <a:gd name="connsiteY9038" fmla="*/ 745778 h 5017219"/>
              <a:gd name="connsiteX9039" fmla="*/ 1287074 w 5799173"/>
              <a:gd name="connsiteY9039" fmla="*/ 744948 h 5017219"/>
              <a:gd name="connsiteX9040" fmla="*/ 1293056 w 5799173"/>
              <a:gd name="connsiteY9040" fmla="*/ 734646 h 5017219"/>
              <a:gd name="connsiteX9041" fmla="*/ 1293803 w 5799173"/>
              <a:gd name="connsiteY9041" fmla="*/ 734230 h 5017219"/>
              <a:gd name="connsiteX9042" fmla="*/ 1305683 w 5799173"/>
              <a:gd name="connsiteY9042" fmla="*/ 734230 h 5017219"/>
              <a:gd name="connsiteX9043" fmla="*/ 1306431 w 5799173"/>
              <a:gd name="connsiteY9043" fmla="*/ 734646 h 5017219"/>
              <a:gd name="connsiteX9044" fmla="*/ 1312413 w 5799173"/>
              <a:gd name="connsiteY9044" fmla="*/ 744948 h 5017219"/>
              <a:gd name="connsiteX9045" fmla="*/ 1312413 w 5799173"/>
              <a:gd name="connsiteY9045" fmla="*/ 745778 h 5017219"/>
              <a:gd name="connsiteX9046" fmla="*/ 1306431 w 5799173"/>
              <a:gd name="connsiteY9046" fmla="*/ 756080 h 5017219"/>
              <a:gd name="connsiteX9047" fmla="*/ 1305683 w 5799173"/>
              <a:gd name="connsiteY9047" fmla="*/ 756496 h 5017219"/>
              <a:gd name="connsiteX9048" fmla="*/ 1713599 w 5799173"/>
              <a:gd name="connsiteY9048" fmla="*/ 872302 h 5017219"/>
              <a:gd name="connsiteX9049" fmla="*/ 1712686 w 5799173"/>
              <a:gd name="connsiteY9049" fmla="*/ 871802 h 5017219"/>
              <a:gd name="connsiteX9050" fmla="*/ 1705209 w 5799173"/>
              <a:gd name="connsiteY9050" fmla="*/ 858843 h 5017219"/>
              <a:gd name="connsiteX9051" fmla="*/ 1705209 w 5799173"/>
              <a:gd name="connsiteY9051" fmla="*/ 857762 h 5017219"/>
              <a:gd name="connsiteX9052" fmla="*/ 1712686 w 5799173"/>
              <a:gd name="connsiteY9052" fmla="*/ 844801 h 5017219"/>
              <a:gd name="connsiteX9053" fmla="*/ 1713598 w 5799173"/>
              <a:gd name="connsiteY9053" fmla="*/ 844304 h 5017219"/>
              <a:gd name="connsiteX9054" fmla="*/ 1728554 w 5799173"/>
              <a:gd name="connsiteY9054" fmla="*/ 844303 h 5017219"/>
              <a:gd name="connsiteX9055" fmla="*/ 1729468 w 5799173"/>
              <a:gd name="connsiteY9055" fmla="*/ 844801 h 5017219"/>
              <a:gd name="connsiteX9056" fmla="*/ 1736945 w 5799173"/>
              <a:gd name="connsiteY9056" fmla="*/ 857763 h 5017219"/>
              <a:gd name="connsiteX9057" fmla="*/ 1736945 w 5799173"/>
              <a:gd name="connsiteY9057" fmla="*/ 858842 h 5017219"/>
              <a:gd name="connsiteX9058" fmla="*/ 1729468 w 5799173"/>
              <a:gd name="connsiteY9058" fmla="*/ 871802 h 5017219"/>
              <a:gd name="connsiteX9059" fmla="*/ 1728554 w 5799173"/>
              <a:gd name="connsiteY9059" fmla="*/ 872301 h 5017219"/>
              <a:gd name="connsiteX9060" fmla="*/ 1653330 w 5799173"/>
              <a:gd name="connsiteY9060" fmla="*/ 856247 h 5017219"/>
              <a:gd name="connsiteX9061" fmla="*/ 1652417 w 5799173"/>
              <a:gd name="connsiteY9061" fmla="*/ 855749 h 5017219"/>
              <a:gd name="connsiteX9062" fmla="*/ 1644857 w 5799173"/>
              <a:gd name="connsiteY9062" fmla="*/ 842704 h 5017219"/>
              <a:gd name="connsiteX9063" fmla="*/ 1644857 w 5799173"/>
              <a:gd name="connsiteY9063" fmla="*/ 841625 h 5017219"/>
              <a:gd name="connsiteX9064" fmla="*/ 1652416 w 5799173"/>
              <a:gd name="connsiteY9064" fmla="*/ 828581 h 5017219"/>
              <a:gd name="connsiteX9065" fmla="*/ 1653330 w 5799173"/>
              <a:gd name="connsiteY9065" fmla="*/ 828082 h 5017219"/>
              <a:gd name="connsiteX9066" fmla="*/ 1668368 w 5799173"/>
              <a:gd name="connsiteY9066" fmla="*/ 828083 h 5017219"/>
              <a:gd name="connsiteX9067" fmla="*/ 1669281 w 5799173"/>
              <a:gd name="connsiteY9067" fmla="*/ 828581 h 5017219"/>
              <a:gd name="connsiteX9068" fmla="*/ 1676841 w 5799173"/>
              <a:gd name="connsiteY9068" fmla="*/ 841624 h 5017219"/>
              <a:gd name="connsiteX9069" fmla="*/ 1676841 w 5799173"/>
              <a:gd name="connsiteY9069" fmla="*/ 842705 h 5017219"/>
              <a:gd name="connsiteX9070" fmla="*/ 1669281 w 5799173"/>
              <a:gd name="connsiteY9070" fmla="*/ 855748 h 5017219"/>
              <a:gd name="connsiteX9071" fmla="*/ 1668367 w 5799173"/>
              <a:gd name="connsiteY9071" fmla="*/ 856246 h 5017219"/>
              <a:gd name="connsiteX9072" fmla="*/ 1833556 w 5799173"/>
              <a:gd name="connsiteY9072" fmla="*/ 905303 h 5017219"/>
              <a:gd name="connsiteX9073" fmla="*/ 1832558 w 5799173"/>
              <a:gd name="connsiteY9073" fmla="*/ 904721 h 5017219"/>
              <a:gd name="connsiteX9074" fmla="*/ 1824666 w 5799173"/>
              <a:gd name="connsiteY9074" fmla="*/ 891096 h 5017219"/>
              <a:gd name="connsiteX9075" fmla="*/ 1824666 w 5799173"/>
              <a:gd name="connsiteY9075" fmla="*/ 890016 h 5017219"/>
              <a:gd name="connsiteX9076" fmla="*/ 1832559 w 5799173"/>
              <a:gd name="connsiteY9076" fmla="*/ 876391 h 5017219"/>
              <a:gd name="connsiteX9077" fmla="*/ 1833556 w 5799173"/>
              <a:gd name="connsiteY9077" fmla="*/ 875809 h 5017219"/>
              <a:gd name="connsiteX9078" fmla="*/ 1849341 w 5799173"/>
              <a:gd name="connsiteY9078" fmla="*/ 875809 h 5017219"/>
              <a:gd name="connsiteX9079" fmla="*/ 1850337 w 5799173"/>
              <a:gd name="connsiteY9079" fmla="*/ 876391 h 5017219"/>
              <a:gd name="connsiteX9080" fmla="*/ 1858230 w 5799173"/>
              <a:gd name="connsiteY9080" fmla="*/ 890016 h 5017219"/>
              <a:gd name="connsiteX9081" fmla="*/ 1858230 w 5799173"/>
              <a:gd name="connsiteY9081" fmla="*/ 891096 h 5017219"/>
              <a:gd name="connsiteX9082" fmla="*/ 1850338 w 5799173"/>
              <a:gd name="connsiteY9082" fmla="*/ 904721 h 5017219"/>
              <a:gd name="connsiteX9083" fmla="*/ 1849340 w 5799173"/>
              <a:gd name="connsiteY9083" fmla="*/ 905303 h 5017219"/>
              <a:gd name="connsiteX9084" fmla="*/ 1773050 w 5799173"/>
              <a:gd name="connsiteY9084" fmla="*/ 889759 h 5017219"/>
              <a:gd name="connsiteX9085" fmla="*/ 1772053 w 5799173"/>
              <a:gd name="connsiteY9085" fmla="*/ 889178 h 5017219"/>
              <a:gd name="connsiteX9086" fmla="*/ 1763911 w 5799173"/>
              <a:gd name="connsiteY9086" fmla="*/ 874971 h 5017219"/>
              <a:gd name="connsiteX9087" fmla="*/ 1763911 w 5799173"/>
              <a:gd name="connsiteY9087" fmla="*/ 873808 h 5017219"/>
              <a:gd name="connsiteX9088" fmla="*/ 1772135 w 5799173"/>
              <a:gd name="connsiteY9088" fmla="*/ 859601 h 5017219"/>
              <a:gd name="connsiteX9089" fmla="*/ 1773132 w 5799173"/>
              <a:gd name="connsiteY9089" fmla="*/ 859020 h 5017219"/>
              <a:gd name="connsiteX9090" fmla="*/ 1789498 w 5799173"/>
              <a:gd name="connsiteY9090" fmla="*/ 859020 h 5017219"/>
              <a:gd name="connsiteX9091" fmla="*/ 1790495 w 5799173"/>
              <a:gd name="connsiteY9091" fmla="*/ 859601 h 5017219"/>
              <a:gd name="connsiteX9092" fmla="*/ 1798637 w 5799173"/>
              <a:gd name="connsiteY9092" fmla="*/ 873808 h 5017219"/>
              <a:gd name="connsiteX9093" fmla="*/ 1798637 w 5799173"/>
              <a:gd name="connsiteY9093" fmla="*/ 874971 h 5017219"/>
              <a:gd name="connsiteX9094" fmla="*/ 1790413 w 5799173"/>
              <a:gd name="connsiteY9094" fmla="*/ 889178 h 5017219"/>
              <a:gd name="connsiteX9095" fmla="*/ 1789415 w 5799173"/>
              <a:gd name="connsiteY9095" fmla="*/ 889759 h 5017219"/>
              <a:gd name="connsiteX9096" fmla="*/ 3457670 w 5799173"/>
              <a:gd name="connsiteY9096" fmla="*/ 1342389 h 5017219"/>
              <a:gd name="connsiteX9097" fmla="*/ 3456590 w 5799173"/>
              <a:gd name="connsiteY9097" fmla="*/ 1341808 h 5017219"/>
              <a:gd name="connsiteX9098" fmla="*/ 3447784 w 5799173"/>
              <a:gd name="connsiteY9098" fmla="*/ 1326604 h 5017219"/>
              <a:gd name="connsiteX9099" fmla="*/ 3447784 w 5799173"/>
              <a:gd name="connsiteY9099" fmla="*/ 1325358 h 5017219"/>
              <a:gd name="connsiteX9100" fmla="*/ 3456590 w 5799173"/>
              <a:gd name="connsiteY9100" fmla="*/ 1310155 h 5017219"/>
              <a:gd name="connsiteX9101" fmla="*/ 3457670 w 5799173"/>
              <a:gd name="connsiteY9101" fmla="*/ 1309573 h 5017219"/>
              <a:gd name="connsiteX9102" fmla="*/ 3475283 w 5799173"/>
              <a:gd name="connsiteY9102" fmla="*/ 1309573 h 5017219"/>
              <a:gd name="connsiteX9103" fmla="*/ 3476363 w 5799173"/>
              <a:gd name="connsiteY9103" fmla="*/ 1310155 h 5017219"/>
              <a:gd name="connsiteX9104" fmla="*/ 3485169 w 5799173"/>
              <a:gd name="connsiteY9104" fmla="*/ 1325358 h 5017219"/>
              <a:gd name="connsiteX9105" fmla="*/ 3485169 w 5799173"/>
              <a:gd name="connsiteY9105" fmla="*/ 1326604 h 5017219"/>
              <a:gd name="connsiteX9106" fmla="*/ 3476363 w 5799173"/>
              <a:gd name="connsiteY9106" fmla="*/ 1341808 h 5017219"/>
              <a:gd name="connsiteX9107" fmla="*/ 3475283 w 5799173"/>
              <a:gd name="connsiteY9107" fmla="*/ 1342389 h 5017219"/>
              <a:gd name="connsiteX9108" fmla="*/ 1591754 w 5799173"/>
              <a:gd name="connsiteY9108" fmla="*/ 842781 h 5017219"/>
              <a:gd name="connsiteX9109" fmla="*/ 1590674 w 5799173"/>
              <a:gd name="connsiteY9109" fmla="*/ 842117 h 5017219"/>
              <a:gd name="connsiteX9110" fmla="*/ 1581702 w 5799173"/>
              <a:gd name="connsiteY9110" fmla="*/ 826581 h 5017219"/>
              <a:gd name="connsiteX9111" fmla="*/ 1581702 w 5799173"/>
              <a:gd name="connsiteY9111" fmla="*/ 825335 h 5017219"/>
              <a:gd name="connsiteX9112" fmla="*/ 1590674 w 5799173"/>
              <a:gd name="connsiteY9112" fmla="*/ 809799 h 5017219"/>
              <a:gd name="connsiteX9113" fmla="*/ 1591754 w 5799173"/>
              <a:gd name="connsiteY9113" fmla="*/ 809134 h 5017219"/>
              <a:gd name="connsiteX9114" fmla="*/ 1609617 w 5799173"/>
              <a:gd name="connsiteY9114" fmla="*/ 809134 h 5017219"/>
              <a:gd name="connsiteX9115" fmla="*/ 1610697 w 5799173"/>
              <a:gd name="connsiteY9115" fmla="*/ 809799 h 5017219"/>
              <a:gd name="connsiteX9116" fmla="*/ 1619669 w 5799173"/>
              <a:gd name="connsiteY9116" fmla="*/ 825335 h 5017219"/>
              <a:gd name="connsiteX9117" fmla="*/ 1619669 w 5799173"/>
              <a:gd name="connsiteY9117" fmla="*/ 826581 h 5017219"/>
              <a:gd name="connsiteX9118" fmla="*/ 1610697 w 5799173"/>
              <a:gd name="connsiteY9118" fmla="*/ 842117 h 5017219"/>
              <a:gd name="connsiteX9119" fmla="*/ 1609617 w 5799173"/>
              <a:gd name="connsiteY9119" fmla="*/ 842781 h 5017219"/>
              <a:gd name="connsiteX9120" fmla="*/ 2253635 w 5799173"/>
              <a:gd name="connsiteY9120" fmla="*/ 1020436 h 5017219"/>
              <a:gd name="connsiteX9121" fmla="*/ 2252555 w 5799173"/>
              <a:gd name="connsiteY9121" fmla="*/ 1019772 h 5017219"/>
              <a:gd name="connsiteX9122" fmla="*/ 2243499 w 5799173"/>
              <a:gd name="connsiteY9122" fmla="*/ 1003987 h 5017219"/>
              <a:gd name="connsiteX9123" fmla="*/ 2243499 w 5799173"/>
              <a:gd name="connsiteY9123" fmla="*/ 1002741 h 5017219"/>
              <a:gd name="connsiteX9124" fmla="*/ 2252638 w 5799173"/>
              <a:gd name="connsiteY9124" fmla="*/ 986956 h 5017219"/>
              <a:gd name="connsiteX9125" fmla="*/ 2253717 w 5799173"/>
              <a:gd name="connsiteY9125" fmla="*/ 986291 h 5017219"/>
              <a:gd name="connsiteX9126" fmla="*/ 2271912 w 5799173"/>
              <a:gd name="connsiteY9126" fmla="*/ 986291 h 5017219"/>
              <a:gd name="connsiteX9127" fmla="*/ 2272992 w 5799173"/>
              <a:gd name="connsiteY9127" fmla="*/ 986956 h 5017219"/>
              <a:gd name="connsiteX9128" fmla="*/ 2282048 w 5799173"/>
              <a:gd name="connsiteY9128" fmla="*/ 1002741 h 5017219"/>
              <a:gd name="connsiteX9129" fmla="*/ 2282048 w 5799173"/>
              <a:gd name="connsiteY9129" fmla="*/ 1003987 h 5017219"/>
              <a:gd name="connsiteX9130" fmla="*/ 2272908 w 5799173"/>
              <a:gd name="connsiteY9130" fmla="*/ 1019772 h 5017219"/>
              <a:gd name="connsiteX9131" fmla="*/ 2271829 w 5799173"/>
              <a:gd name="connsiteY9131" fmla="*/ 1020436 h 5017219"/>
              <a:gd name="connsiteX9132" fmla="*/ 4179593 w 5799173"/>
              <a:gd name="connsiteY9132" fmla="*/ 1536495 h 5017219"/>
              <a:gd name="connsiteX9133" fmla="*/ 4178513 w 5799173"/>
              <a:gd name="connsiteY9133" fmla="*/ 1535831 h 5017219"/>
              <a:gd name="connsiteX9134" fmla="*/ 4169458 w 5799173"/>
              <a:gd name="connsiteY9134" fmla="*/ 1520046 h 5017219"/>
              <a:gd name="connsiteX9135" fmla="*/ 4169458 w 5799173"/>
              <a:gd name="connsiteY9135" fmla="*/ 1518800 h 5017219"/>
              <a:gd name="connsiteX9136" fmla="*/ 4178598 w 5799173"/>
              <a:gd name="connsiteY9136" fmla="*/ 1503015 h 5017219"/>
              <a:gd name="connsiteX9137" fmla="*/ 4179678 w 5799173"/>
              <a:gd name="connsiteY9137" fmla="*/ 1502350 h 5017219"/>
              <a:gd name="connsiteX9138" fmla="*/ 4197872 w 5799173"/>
              <a:gd name="connsiteY9138" fmla="*/ 1502350 h 5017219"/>
              <a:gd name="connsiteX9139" fmla="*/ 4198951 w 5799173"/>
              <a:gd name="connsiteY9139" fmla="*/ 1503015 h 5017219"/>
              <a:gd name="connsiteX9140" fmla="*/ 4208007 w 5799173"/>
              <a:gd name="connsiteY9140" fmla="*/ 1518800 h 5017219"/>
              <a:gd name="connsiteX9141" fmla="*/ 4208007 w 5799173"/>
              <a:gd name="connsiteY9141" fmla="*/ 1520046 h 5017219"/>
              <a:gd name="connsiteX9142" fmla="*/ 4198869 w 5799173"/>
              <a:gd name="connsiteY9142" fmla="*/ 1535831 h 5017219"/>
              <a:gd name="connsiteX9143" fmla="*/ 4197788 w 5799173"/>
              <a:gd name="connsiteY9143" fmla="*/ 1536495 h 5017219"/>
              <a:gd name="connsiteX9144" fmla="*/ 4239687 w 5799173"/>
              <a:gd name="connsiteY9144" fmla="*/ 1552870 h 5017219"/>
              <a:gd name="connsiteX9145" fmla="*/ 4238524 w 5799173"/>
              <a:gd name="connsiteY9145" fmla="*/ 1552205 h 5017219"/>
              <a:gd name="connsiteX9146" fmla="*/ 4229303 w 5799173"/>
              <a:gd name="connsiteY9146" fmla="*/ 1536254 h 5017219"/>
              <a:gd name="connsiteX9147" fmla="*/ 4229303 w 5799173"/>
              <a:gd name="connsiteY9147" fmla="*/ 1534925 h 5017219"/>
              <a:gd name="connsiteX9148" fmla="*/ 4238525 w 5799173"/>
              <a:gd name="connsiteY9148" fmla="*/ 1518974 h 5017219"/>
              <a:gd name="connsiteX9149" fmla="*/ 4239688 w 5799173"/>
              <a:gd name="connsiteY9149" fmla="*/ 1518309 h 5017219"/>
              <a:gd name="connsiteX9150" fmla="*/ 4258130 w 5799173"/>
              <a:gd name="connsiteY9150" fmla="*/ 1518309 h 5017219"/>
              <a:gd name="connsiteX9151" fmla="*/ 4259293 w 5799173"/>
              <a:gd name="connsiteY9151" fmla="*/ 1518974 h 5017219"/>
              <a:gd name="connsiteX9152" fmla="*/ 4268516 w 5799173"/>
              <a:gd name="connsiteY9152" fmla="*/ 1534925 h 5017219"/>
              <a:gd name="connsiteX9153" fmla="*/ 4268516 w 5799173"/>
              <a:gd name="connsiteY9153" fmla="*/ 1536254 h 5017219"/>
              <a:gd name="connsiteX9154" fmla="*/ 4259294 w 5799173"/>
              <a:gd name="connsiteY9154" fmla="*/ 1552205 h 5017219"/>
              <a:gd name="connsiteX9155" fmla="*/ 4258131 w 5799173"/>
              <a:gd name="connsiteY9155" fmla="*/ 1552870 h 5017219"/>
              <a:gd name="connsiteX9156" fmla="*/ 4299790 w 5799173"/>
              <a:gd name="connsiteY9156" fmla="*/ 1569163 h 5017219"/>
              <a:gd name="connsiteX9157" fmla="*/ 4298627 w 5799173"/>
              <a:gd name="connsiteY9157" fmla="*/ 1568500 h 5017219"/>
              <a:gd name="connsiteX9158" fmla="*/ 4289323 w 5799173"/>
              <a:gd name="connsiteY9158" fmla="*/ 1552382 h 5017219"/>
              <a:gd name="connsiteX9159" fmla="*/ 4289323 w 5799173"/>
              <a:gd name="connsiteY9159" fmla="*/ 1551052 h 5017219"/>
              <a:gd name="connsiteX9160" fmla="*/ 4298627 w 5799173"/>
              <a:gd name="connsiteY9160" fmla="*/ 1534935 h 5017219"/>
              <a:gd name="connsiteX9161" fmla="*/ 4299790 w 5799173"/>
              <a:gd name="connsiteY9161" fmla="*/ 1534270 h 5017219"/>
              <a:gd name="connsiteX9162" fmla="*/ 4318399 w 5799173"/>
              <a:gd name="connsiteY9162" fmla="*/ 1534271 h 5017219"/>
              <a:gd name="connsiteX9163" fmla="*/ 4319564 w 5799173"/>
              <a:gd name="connsiteY9163" fmla="*/ 1534935 h 5017219"/>
              <a:gd name="connsiteX9164" fmla="*/ 4328869 w 5799173"/>
              <a:gd name="connsiteY9164" fmla="*/ 1551053 h 5017219"/>
              <a:gd name="connsiteX9165" fmla="*/ 4328869 w 5799173"/>
              <a:gd name="connsiteY9165" fmla="*/ 1552382 h 5017219"/>
              <a:gd name="connsiteX9166" fmla="*/ 4319563 w 5799173"/>
              <a:gd name="connsiteY9166" fmla="*/ 1568499 h 5017219"/>
              <a:gd name="connsiteX9167" fmla="*/ 4318399 w 5799173"/>
              <a:gd name="connsiteY9167" fmla="*/ 1569164 h 5017219"/>
              <a:gd name="connsiteX9168" fmla="*/ 4359895 w 5799173"/>
              <a:gd name="connsiteY9168" fmla="*/ 1585362 h 5017219"/>
              <a:gd name="connsiteX9169" fmla="*/ 4358732 w 5799173"/>
              <a:gd name="connsiteY9169" fmla="*/ 1584698 h 5017219"/>
              <a:gd name="connsiteX9170" fmla="*/ 4349344 w 5799173"/>
              <a:gd name="connsiteY9170" fmla="*/ 1568497 h 5017219"/>
              <a:gd name="connsiteX9171" fmla="*/ 4349344 w 5799173"/>
              <a:gd name="connsiteY9171" fmla="*/ 1567168 h 5017219"/>
              <a:gd name="connsiteX9172" fmla="*/ 4358732 w 5799173"/>
              <a:gd name="connsiteY9172" fmla="*/ 1550967 h 5017219"/>
              <a:gd name="connsiteX9173" fmla="*/ 4359895 w 5799173"/>
              <a:gd name="connsiteY9173" fmla="*/ 1550302 h 5017219"/>
              <a:gd name="connsiteX9174" fmla="*/ 4378588 w 5799173"/>
              <a:gd name="connsiteY9174" fmla="*/ 1550302 h 5017219"/>
              <a:gd name="connsiteX9175" fmla="*/ 4379751 w 5799173"/>
              <a:gd name="connsiteY9175" fmla="*/ 1550967 h 5017219"/>
              <a:gd name="connsiteX9176" fmla="*/ 4389139 w 5799173"/>
              <a:gd name="connsiteY9176" fmla="*/ 1567167 h 5017219"/>
              <a:gd name="connsiteX9177" fmla="*/ 4389139 w 5799173"/>
              <a:gd name="connsiteY9177" fmla="*/ 1568497 h 5017219"/>
              <a:gd name="connsiteX9178" fmla="*/ 4379751 w 5799173"/>
              <a:gd name="connsiteY9178" fmla="*/ 1584697 h 5017219"/>
              <a:gd name="connsiteX9179" fmla="*/ 4378588 w 5799173"/>
              <a:gd name="connsiteY9179" fmla="*/ 1585362 h 5017219"/>
              <a:gd name="connsiteX9180" fmla="*/ 4660825 w 5799173"/>
              <a:gd name="connsiteY9180" fmla="*/ 1666090 h 5017219"/>
              <a:gd name="connsiteX9181" fmla="*/ 4659662 w 5799173"/>
              <a:gd name="connsiteY9181" fmla="*/ 1665425 h 5017219"/>
              <a:gd name="connsiteX9182" fmla="*/ 4650274 w 5799173"/>
              <a:gd name="connsiteY9182" fmla="*/ 1649143 h 5017219"/>
              <a:gd name="connsiteX9183" fmla="*/ 4650274 w 5799173"/>
              <a:gd name="connsiteY9183" fmla="*/ 1647813 h 5017219"/>
              <a:gd name="connsiteX9184" fmla="*/ 4659662 w 5799173"/>
              <a:gd name="connsiteY9184" fmla="*/ 1631529 h 5017219"/>
              <a:gd name="connsiteX9185" fmla="*/ 4660825 w 5799173"/>
              <a:gd name="connsiteY9185" fmla="*/ 1630865 h 5017219"/>
              <a:gd name="connsiteX9186" fmla="*/ 4679601 w 5799173"/>
              <a:gd name="connsiteY9186" fmla="*/ 1630864 h 5017219"/>
              <a:gd name="connsiteX9187" fmla="*/ 4680764 w 5799173"/>
              <a:gd name="connsiteY9187" fmla="*/ 1631530 h 5017219"/>
              <a:gd name="connsiteX9188" fmla="*/ 4690152 w 5799173"/>
              <a:gd name="connsiteY9188" fmla="*/ 1647813 h 5017219"/>
              <a:gd name="connsiteX9189" fmla="*/ 4690152 w 5799173"/>
              <a:gd name="connsiteY9189" fmla="*/ 1649143 h 5017219"/>
              <a:gd name="connsiteX9190" fmla="*/ 4680764 w 5799173"/>
              <a:gd name="connsiteY9190" fmla="*/ 1665426 h 5017219"/>
              <a:gd name="connsiteX9191" fmla="*/ 4679601 w 5799173"/>
              <a:gd name="connsiteY9191" fmla="*/ 1666090 h 5017219"/>
              <a:gd name="connsiteX9192" fmla="*/ 2313478 w 5799173"/>
              <a:gd name="connsiteY9192" fmla="*/ 1037226 h 5017219"/>
              <a:gd name="connsiteX9193" fmla="*/ 2312315 w 5799173"/>
              <a:gd name="connsiteY9193" fmla="*/ 1036561 h 5017219"/>
              <a:gd name="connsiteX9194" fmla="*/ 2302844 w 5799173"/>
              <a:gd name="connsiteY9194" fmla="*/ 1020196 h 5017219"/>
              <a:gd name="connsiteX9195" fmla="*/ 2302844 w 5799173"/>
              <a:gd name="connsiteY9195" fmla="*/ 1018865 h 5017219"/>
              <a:gd name="connsiteX9196" fmla="*/ 2312315 w 5799173"/>
              <a:gd name="connsiteY9196" fmla="*/ 1002499 h 5017219"/>
              <a:gd name="connsiteX9197" fmla="*/ 2313478 w 5799173"/>
              <a:gd name="connsiteY9197" fmla="*/ 1001834 h 5017219"/>
              <a:gd name="connsiteX9198" fmla="*/ 2332420 w 5799173"/>
              <a:gd name="connsiteY9198" fmla="*/ 1001834 h 5017219"/>
              <a:gd name="connsiteX9199" fmla="*/ 2333583 w 5799173"/>
              <a:gd name="connsiteY9199" fmla="*/ 1002499 h 5017219"/>
              <a:gd name="connsiteX9200" fmla="*/ 2343054 w 5799173"/>
              <a:gd name="connsiteY9200" fmla="*/ 1018865 h 5017219"/>
              <a:gd name="connsiteX9201" fmla="*/ 2343054 w 5799173"/>
              <a:gd name="connsiteY9201" fmla="*/ 1020195 h 5017219"/>
              <a:gd name="connsiteX9202" fmla="*/ 2333583 w 5799173"/>
              <a:gd name="connsiteY9202" fmla="*/ 1036561 h 5017219"/>
              <a:gd name="connsiteX9203" fmla="*/ 2332420 w 5799173"/>
              <a:gd name="connsiteY9203" fmla="*/ 1037226 h 5017219"/>
              <a:gd name="connsiteX9204" fmla="*/ 5202313 w 5799173"/>
              <a:gd name="connsiteY9204" fmla="*/ 1811479 h 5017219"/>
              <a:gd name="connsiteX9205" fmla="*/ 5201150 w 5799173"/>
              <a:gd name="connsiteY9205" fmla="*/ 1810813 h 5017219"/>
              <a:gd name="connsiteX9206" fmla="*/ 5191679 w 5799173"/>
              <a:gd name="connsiteY9206" fmla="*/ 1794365 h 5017219"/>
              <a:gd name="connsiteX9207" fmla="*/ 5191679 w 5799173"/>
              <a:gd name="connsiteY9207" fmla="*/ 1793034 h 5017219"/>
              <a:gd name="connsiteX9208" fmla="*/ 5201233 w 5799173"/>
              <a:gd name="connsiteY9208" fmla="*/ 1776586 h 5017219"/>
              <a:gd name="connsiteX9209" fmla="*/ 5202396 w 5799173"/>
              <a:gd name="connsiteY9209" fmla="*/ 1775920 h 5017219"/>
              <a:gd name="connsiteX9210" fmla="*/ 5221421 w 5799173"/>
              <a:gd name="connsiteY9210" fmla="*/ 1775920 h 5017219"/>
              <a:gd name="connsiteX9211" fmla="*/ 5222584 w 5799173"/>
              <a:gd name="connsiteY9211" fmla="*/ 1776586 h 5017219"/>
              <a:gd name="connsiteX9212" fmla="*/ 5232055 w 5799173"/>
              <a:gd name="connsiteY9212" fmla="*/ 1793034 h 5017219"/>
              <a:gd name="connsiteX9213" fmla="*/ 5232055 w 5799173"/>
              <a:gd name="connsiteY9213" fmla="*/ 1794365 h 5017219"/>
              <a:gd name="connsiteX9214" fmla="*/ 5222501 w 5799173"/>
              <a:gd name="connsiteY9214" fmla="*/ 1810813 h 5017219"/>
              <a:gd name="connsiteX9215" fmla="*/ 5221338 w 5799173"/>
              <a:gd name="connsiteY9215" fmla="*/ 1811479 h 5017219"/>
              <a:gd name="connsiteX9216" fmla="*/ 4419674 w 5799173"/>
              <a:gd name="connsiteY9216" fmla="*/ 1602248 h 5017219"/>
              <a:gd name="connsiteX9217" fmla="*/ 4418511 w 5799173"/>
              <a:gd name="connsiteY9217" fmla="*/ 1601584 h 5017219"/>
              <a:gd name="connsiteX9218" fmla="*/ 4408791 w 5799173"/>
              <a:gd name="connsiteY9218" fmla="*/ 1584635 h 5017219"/>
              <a:gd name="connsiteX9219" fmla="*/ 4408791 w 5799173"/>
              <a:gd name="connsiteY9219" fmla="*/ 1583223 h 5017219"/>
              <a:gd name="connsiteX9220" fmla="*/ 4418594 w 5799173"/>
              <a:gd name="connsiteY9220" fmla="*/ 1566276 h 5017219"/>
              <a:gd name="connsiteX9221" fmla="*/ 4419757 w 5799173"/>
              <a:gd name="connsiteY9221" fmla="*/ 1565610 h 5017219"/>
              <a:gd name="connsiteX9222" fmla="*/ 4439281 w 5799173"/>
              <a:gd name="connsiteY9222" fmla="*/ 1565611 h 5017219"/>
              <a:gd name="connsiteX9223" fmla="*/ 4440444 w 5799173"/>
              <a:gd name="connsiteY9223" fmla="*/ 1566275 h 5017219"/>
              <a:gd name="connsiteX9224" fmla="*/ 4450164 w 5799173"/>
              <a:gd name="connsiteY9224" fmla="*/ 1583224 h 5017219"/>
              <a:gd name="connsiteX9225" fmla="*/ 4450164 w 5799173"/>
              <a:gd name="connsiteY9225" fmla="*/ 1584636 h 5017219"/>
              <a:gd name="connsiteX9226" fmla="*/ 4440361 w 5799173"/>
              <a:gd name="connsiteY9226" fmla="*/ 1601583 h 5017219"/>
              <a:gd name="connsiteX9227" fmla="*/ 4439198 w 5799173"/>
              <a:gd name="connsiteY9227" fmla="*/ 1602249 h 5017219"/>
              <a:gd name="connsiteX9228" fmla="*/ 4479861 w 5799173"/>
              <a:gd name="connsiteY9228" fmla="*/ 1618459 h 5017219"/>
              <a:gd name="connsiteX9229" fmla="*/ 4478698 w 5799173"/>
              <a:gd name="connsiteY9229" fmla="*/ 1617795 h 5017219"/>
              <a:gd name="connsiteX9230" fmla="*/ 4468895 w 5799173"/>
              <a:gd name="connsiteY9230" fmla="*/ 1600764 h 5017219"/>
              <a:gd name="connsiteX9231" fmla="*/ 4468895 w 5799173"/>
              <a:gd name="connsiteY9231" fmla="*/ 1599350 h 5017219"/>
              <a:gd name="connsiteX9232" fmla="*/ 4478698 w 5799173"/>
              <a:gd name="connsiteY9232" fmla="*/ 1582319 h 5017219"/>
              <a:gd name="connsiteX9233" fmla="*/ 4479861 w 5799173"/>
              <a:gd name="connsiteY9233" fmla="*/ 1581655 h 5017219"/>
              <a:gd name="connsiteX9234" fmla="*/ 4499468 w 5799173"/>
              <a:gd name="connsiteY9234" fmla="*/ 1581654 h 5017219"/>
              <a:gd name="connsiteX9235" fmla="*/ 4500631 w 5799173"/>
              <a:gd name="connsiteY9235" fmla="*/ 1582319 h 5017219"/>
              <a:gd name="connsiteX9236" fmla="*/ 4510435 w 5799173"/>
              <a:gd name="connsiteY9236" fmla="*/ 1599351 h 5017219"/>
              <a:gd name="connsiteX9237" fmla="*/ 4510435 w 5799173"/>
              <a:gd name="connsiteY9237" fmla="*/ 1600763 h 5017219"/>
              <a:gd name="connsiteX9238" fmla="*/ 4500631 w 5799173"/>
              <a:gd name="connsiteY9238" fmla="*/ 1617795 h 5017219"/>
              <a:gd name="connsiteX9239" fmla="*/ 4499468 w 5799173"/>
              <a:gd name="connsiteY9239" fmla="*/ 1618458 h 5017219"/>
              <a:gd name="connsiteX9240" fmla="*/ 4540047 w 5799173"/>
              <a:gd name="connsiteY9240" fmla="*/ 1634586 h 5017219"/>
              <a:gd name="connsiteX9241" fmla="*/ 4538884 w 5799173"/>
              <a:gd name="connsiteY9241" fmla="*/ 1633921 h 5017219"/>
              <a:gd name="connsiteX9242" fmla="*/ 4529081 w 5799173"/>
              <a:gd name="connsiteY9242" fmla="*/ 1616890 h 5017219"/>
              <a:gd name="connsiteX9243" fmla="*/ 4529081 w 5799173"/>
              <a:gd name="connsiteY9243" fmla="*/ 1615477 h 5017219"/>
              <a:gd name="connsiteX9244" fmla="*/ 4538884 w 5799173"/>
              <a:gd name="connsiteY9244" fmla="*/ 1598446 h 5017219"/>
              <a:gd name="connsiteX9245" fmla="*/ 4540047 w 5799173"/>
              <a:gd name="connsiteY9245" fmla="*/ 1597781 h 5017219"/>
              <a:gd name="connsiteX9246" fmla="*/ 4559654 w 5799173"/>
              <a:gd name="connsiteY9246" fmla="*/ 1597781 h 5017219"/>
              <a:gd name="connsiteX9247" fmla="*/ 4560817 w 5799173"/>
              <a:gd name="connsiteY9247" fmla="*/ 1598446 h 5017219"/>
              <a:gd name="connsiteX9248" fmla="*/ 4570621 w 5799173"/>
              <a:gd name="connsiteY9248" fmla="*/ 1615478 h 5017219"/>
              <a:gd name="connsiteX9249" fmla="*/ 4570621 w 5799173"/>
              <a:gd name="connsiteY9249" fmla="*/ 1616890 h 5017219"/>
              <a:gd name="connsiteX9250" fmla="*/ 4560817 w 5799173"/>
              <a:gd name="connsiteY9250" fmla="*/ 1633922 h 5017219"/>
              <a:gd name="connsiteX9251" fmla="*/ 4559654 w 5799173"/>
              <a:gd name="connsiteY9251" fmla="*/ 1634585 h 5017219"/>
              <a:gd name="connsiteX9252" fmla="*/ 4600130 w 5799173"/>
              <a:gd name="connsiteY9252" fmla="*/ 1650865 h 5017219"/>
              <a:gd name="connsiteX9253" fmla="*/ 4598966 w 5799173"/>
              <a:gd name="connsiteY9253" fmla="*/ 1650202 h 5017219"/>
              <a:gd name="connsiteX9254" fmla="*/ 4589081 w 5799173"/>
              <a:gd name="connsiteY9254" fmla="*/ 1633086 h 5017219"/>
              <a:gd name="connsiteX9255" fmla="*/ 4589081 w 5799173"/>
              <a:gd name="connsiteY9255" fmla="*/ 1631675 h 5017219"/>
              <a:gd name="connsiteX9256" fmla="*/ 4598967 w 5799173"/>
              <a:gd name="connsiteY9256" fmla="*/ 1614560 h 5017219"/>
              <a:gd name="connsiteX9257" fmla="*/ 4600130 w 5799173"/>
              <a:gd name="connsiteY9257" fmla="*/ 1613896 h 5017219"/>
              <a:gd name="connsiteX9258" fmla="*/ 4619819 w 5799173"/>
              <a:gd name="connsiteY9258" fmla="*/ 1613896 h 5017219"/>
              <a:gd name="connsiteX9259" fmla="*/ 4620982 w 5799173"/>
              <a:gd name="connsiteY9259" fmla="*/ 1614559 h 5017219"/>
              <a:gd name="connsiteX9260" fmla="*/ 4630870 w 5799173"/>
              <a:gd name="connsiteY9260" fmla="*/ 1631674 h 5017219"/>
              <a:gd name="connsiteX9261" fmla="*/ 4630870 w 5799173"/>
              <a:gd name="connsiteY9261" fmla="*/ 1633087 h 5017219"/>
              <a:gd name="connsiteX9262" fmla="*/ 4620983 w 5799173"/>
              <a:gd name="connsiteY9262" fmla="*/ 1650201 h 5017219"/>
              <a:gd name="connsiteX9263" fmla="*/ 4619820 w 5799173"/>
              <a:gd name="connsiteY9263" fmla="*/ 1650865 h 5017219"/>
              <a:gd name="connsiteX9264" fmla="*/ 5081536 w 5799173"/>
              <a:gd name="connsiteY9264" fmla="*/ 1780056 h 5017219"/>
              <a:gd name="connsiteX9265" fmla="*/ 5080289 w 5799173"/>
              <a:gd name="connsiteY9265" fmla="*/ 1779392 h 5017219"/>
              <a:gd name="connsiteX9266" fmla="*/ 5070320 w 5799173"/>
              <a:gd name="connsiteY9266" fmla="*/ 1762112 h 5017219"/>
              <a:gd name="connsiteX9267" fmla="*/ 5070320 w 5799173"/>
              <a:gd name="connsiteY9267" fmla="*/ 1760699 h 5017219"/>
              <a:gd name="connsiteX9268" fmla="*/ 5080289 w 5799173"/>
              <a:gd name="connsiteY9268" fmla="*/ 1743419 h 5017219"/>
              <a:gd name="connsiteX9269" fmla="*/ 5081536 w 5799173"/>
              <a:gd name="connsiteY9269" fmla="*/ 1742754 h 5017219"/>
              <a:gd name="connsiteX9270" fmla="*/ 5101475 w 5799173"/>
              <a:gd name="connsiteY9270" fmla="*/ 1742754 h 5017219"/>
              <a:gd name="connsiteX9271" fmla="*/ 5102721 w 5799173"/>
              <a:gd name="connsiteY9271" fmla="*/ 1743419 h 5017219"/>
              <a:gd name="connsiteX9272" fmla="*/ 5112690 w 5799173"/>
              <a:gd name="connsiteY9272" fmla="*/ 1760699 h 5017219"/>
              <a:gd name="connsiteX9273" fmla="*/ 5112690 w 5799173"/>
              <a:gd name="connsiteY9273" fmla="*/ 1762112 h 5017219"/>
              <a:gd name="connsiteX9274" fmla="*/ 5102721 w 5799173"/>
              <a:gd name="connsiteY9274" fmla="*/ 1779392 h 5017219"/>
              <a:gd name="connsiteX9275" fmla="*/ 5101475 w 5799173"/>
              <a:gd name="connsiteY9275" fmla="*/ 1780056 h 5017219"/>
              <a:gd name="connsiteX9276" fmla="*/ 2854644 w 5799173"/>
              <a:gd name="connsiteY9276" fmla="*/ 1183363 h 5017219"/>
              <a:gd name="connsiteX9277" fmla="*/ 2853398 w 5799173"/>
              <a:gd name="connsiteY9277" fmla="*/ 1182699 h 5017219"/>
              <a:gd name="connsiteX9278" fmla="*/ 2843429 w 5799173"/>
              <a:gd name="connsiteY9278" fmla="*/ 1165419 h 5017219"/>
              <a:gd name="connsiteX9279" fmla="*/ 2843429 w 5799173"/>
              <a:gd name="connsiteY9279" fmla="*/ 1164005 h 5017219"/>
              <a:gd name="connsiteX9280" fmla="*/ 2853398 w 5799173"/>
              <a:gd name="connsiteY9280" fmla="*/ 1146726 h 5017219"/>
              <a:gd name="connsiteX9281" fmla="*/ 2854644 w 5799173"/>
              <a:gd name="connsiteY9281" fmla="*/ 1146061 h 5017219"/>
              <a:gd name="connsiteX9282" fmla="*/ 2874584 w 5799173"/>
              <a:gd name="connsiteY9282" fmla="*/ 1146060 h 5017219"/>
              <a:gd name="connsiteX9283" fmla="*/ 2875830 w 5799173"/>
              <a:gd name="connsiteY9283" fmla="*/ 1146726 h 5017219"/>
              <a:gd name="connsiteX9284" fmla="*/ 2885799 w 5799173"/>
              <a:gd name="connsiteY9284" fmla="*/ 1164006 h 5017219"/>
              <a:gd name="connsiteX9285" fmla="*/ 2885799 w 5799173"/>
              <a:gd name="connsiteY9285" fmla="*/ 1165419 h 5017219"/>
              <a:gd name="connsiteX9286" fmla="*/ 2875830 w 5799173"/>
              <a:gd name="connsiteY9286" fmla="*/ 1182698 h 5017219"/>
              <a:gd name="connsiteX9287" fmla="*/ 2874584 w 5799173"/>
              <a:gd name="connsiteY9287" fmla="*/ 1183363 h 5017219"/>
              <a:gd name="connsiteX9288" fmla="*/ 4720357 w 5799173"/>
              <a:gd name="connsiteY9288" fmla="*/ 1683382 h 5017219"/>
              <a:gd name="connsiteX9289" fmla="*/ 4719110 w 5799173"/>
              <a:gd name="connsiteY9289" fmla="*/ 1682634 h 5017219"/>
              <a:gd name="connsiteX9290" fmla="*/ 4709141 w 5799173"/>
              <a:gd name="connsiteY9290" fmla="*/ 1665271 h 5017219"/>
              <a:gd name="connsiteX9291" fmla="*/ 4709141 w 5799173"/>
              <a:gd name="connsiteY9291" fmla="*/ 1663858 h 5017219"/>
              <a:gd name="connsiteX9292" fmla="*/ 4719193 w 5799173"/>
              <a:gd name="connsiteY9292" fmla="*/ 1646495 h 5017219"/>
              <a:gd name="connsiteX9293" fmla="*/ 4720440 w 5799173"/>
              <a:gd name="connsiteY9293" fmla="*/ 1645747 h 5017219"/>
              <a:gd name="connsiteX9294" fmla="*/ 4740462 w 5799173"/>
              <a:gd name="connsiteY9294" fmla="*/ 1645747 h 5017219"/>
              <a:gd name="connsiteX9295" fmla="*/ 4741708 w 5799173"/>
              <a:gd name="connsiteY9295" fmla="*/ 1646495 h 5017219"/>
              <a:gd name="connsiteX9296" fmla="*/ 4751677 w 5799173"/>
              <a:gd name="connsiteY9296" fmla="*/ 1663858 h 5017219"/>
              <a:gd name="connsiteX9297" fmla="*/ 4751677 w 5799173"/>
              <a:gd name="connsiteY9297" fmla="*/ 1665271 h 5017219"/>
              <a:gd name="connsiteX9298" fmla="*/ 4741625 w 5799173"/>
              <a:gd name="connsiteY9298" fmla="*/ 1682634 h 5017219"/>
              <a:gd name="connsiteX9299" fmla="*/ 4740379 w 5799173"/>
              <a:gd name="connsiteY9299" fmla="*/ 1683382 h 5017219"/>
              <a:gd name="connsiteX9300" fmla="*/ 4961102 w 5799173"/>
              <a:gd name="connsiteY9300" fmla="*/ 1747889 h 5017219"/>
              <a:gd name="connsiteX9301" fmla="*/ 4959854 w 5799173"/>
              <a:gd name="connsiteY9301" fmla="*/ 1747141 h 5017219"/>
              <a:gd name="connsiteX9302" fmla="*/ 4949886 w 5799173"/>
              <a:gd name="connsiteY9302" fmla="*/ 1729778 h 5017219"/>
              <a:gd name="connsiteX9303" fmla="*/ 4949886 w 5799173"/>
              <a:gd name="connsiteY9303" fmla="*/ 1728365 h 5017219"/>
              <a:gd name="connsiteX9304" fmla="*/ 4959938 w 5799173"/>
              <a:gd name="connsiteY9304" fmla="*/ 1711002 h 5017219"/>
              <a:gd name="connsiteX9305" fmla="*/ 4961185 w 5799173"/>
              <a:gd name="connsiteY9305" fmla="*/ 1710254 h 5017219"/>
              <a:gd name="connsiteX9306" fmla="*/ 4981206 w 5799173"/>
              <a:gd name="connsiteY9306" fmla="*/ 1710254 h 5017219"/>
              <a:gd name="connsiteX9307" fmla="*/ 4982453 w 5799173"/>
              <a:gd name="connsiteY9307" fmla="*/ 1711002 h 5017219"/>
              <a:gd name="connsiteX9308" fmla="*/ 4992422 w 5799173"/>
              <a:gd name="connsiteY9308" fmla="*/ 1728365 h 5017219"/>
              <a:gd name="connsiteX9309" fmla="*/ 4992421 w 5799173"/>
              <a:gd name="connsiteY9309" fmla="*/ 1729778 h 5017219"/>
              <a:gd name="connsiteX9310" fmla="*/ 4982370 w 5799173"/>
              <a:gd name="connsiteY9310" fmla="*/ 1747141 h 5017219"/>
              <a:gd name="connsiteX9311" fmla="*/ 4981124 w 5799173"/>
              <a:gd name="connsiteY9311" fmla="*/ 1747889 h 5017219"/>
              <a:gd name="connsiteX9312" fmla="*/ 5141660 w 5799173"/>
              <a:gd name="connsiteY9312" fmla="*/ 1796353 h 5017219"/>
              <a:gd name="connsiteX9313" fmla="*/ 5140414 w 5799173"/>
              <a:gd name="connsiteY9313" fmla="*/ 1795605 h 5017219"/>
              <a:gd name="connsiteX9314" fmla="*/ 5130361 w 5799173"/>
              <a:gd name="connsiteY9314" fmla="*/ 1778159 h 5017219"/>
              <a:gd name="connsiteX9315" fmla="*/ 5130361 w 5799173"/>
              <a:gd name="connsiteY9315" fmla="*/ 1776746 h 5017219"/>
              <a:gd name="connsiteX9316" fmla="*/ 5140415 w 5799173"/>
              <a:gd name="connsiteY9316" fmla="*/ 1759300 h 5017219"/>
              <a:gd name="connsiteX9317" fmla="*/ 5141660 w 5799173"/>
              <a:gd name="connsiteY9317" fmla="*/ 1758552 h 5017219"/>
              <a:gd name="connsiteX9318" fmla="*/ 5161765 w 5799173"/>
              <a:gd name="connsiteY9318" fmla="*/ 1758552 h 5017219"/>
              <a:gd name="connsiteX9319" fmla="*/ 5163011 w 5799173"/>
              <a:gd name="connsiteY9319" fmla="*/ 1759300 h 5017219"/>
              <a:gd name="connsiteX9320" fmla="*/ 5173064 w 5799173"/>
              <a:gd name="connsiteY9320" fmla="*/ 1776746 h 5017219"/>
              <a:gd name="connsiteX9321" fmla="*/ 5173064 w 5799173"/>
              <a:gd name="connsiteY9321" fmla="*/ 1778159 h 5017219"/>
              <a:gd name="connsiteX9322" fmla="*/ 5163011 w 5799173"/>
              <a:gd name="connsiteY9322" fmla="*/ 1795605 h 5017219"/>
              <a:gd name="connsiteX9323" fmla="*/ 5161765 w 5799173"/>
              <a:gd name="connsiteY9323" fmla="*/ 1796353 h 5017219"/>
              <a:gd name="connsiteX9324" fmla="*/ 5021205 w 5799173"/>
              <a:gd name="connsiteY9324" fmla="*/ 1764182 h 5017219"/>
              <a:gd name="connsiteX9325" fmla="*/ 5019960 w 5799173"/>
              <a:gd name="connsiteY9325" fmla="*/ 1763435 h 5017219"/>
              <a:gd name="connsiteX9326" fmla="*/ 5009823 w 5799173"/>
              <a:gd name="connsiteY9326" fmla="*/ 1745905 h 5017219"/>
              <a:gd name="connsiteX9327" fmla="*/ 5009823 w 5799173"/>
              <a:gd name="connsiteY9327" fmla="*/ 1744493 h 5017219"/>
              <a:gd name="connsiteX9328" fmla="*/ 5019959 w 5799173"/>
              <a:gd name="connsiteY9328" fmla="*/ 1726963 h 5017219"/>
              <a:gd name="connsiteX9329" fmla="*/ 5021205 w 5799173"/>
              <a:gd name="connsiteY9329" fmla="*/ 1726215 h 5017219"/>
              <a:gd name="connsiteX9330" fmla="*/ 5041477 w 5799173"/>
              <a:gd name="connsiteY9330" fmla="*/ 1726215 h 5017219"/>
              <a:gd name="connsiteX9331" fmla="*/ 5042723 w 5799173"/>
              <a:gd name="connsiteY9331" fmla="*/ 1726963 h 5017219"/>
              <a:gd name="connsiteX9332" fmla="*/ 5052858 w 5799173"/>
              <a:gd name="connsiteY9332" fmla="*/ 1744493 h 5017219"/>
              <a:gd name="connsiteX9333" fmla="*/ 5052858 w 5799173"/>
              <a:gd name="connsiteY9333" fmla="*/ 1745905 h 5017219"/>
              <a:gd name="connsiteX9334" fmla="*/ 5042722 w 5799173"/>
              <a:gd name="connsiteY9334" fmla="*/ 1763435 h 5017219"/>
              <a:gd name="connsiteX9335" fmla="*/ 5041477 w 5799173"/>
              <a:gd name="connsiteY9335" fmla="*/ 1764182 h 5017219"/>
              <a:gd name="connsiteX9336" fmla="*/ 4780376 w 5799173"/>
              <a:gd name="connsiteY9336" fmla="*/ 1699757 h 5017219"/>
              <a:gd name="connsiteX9337" fmla="*/ 4779130 w 5799173"/>
              <a:gd name="connsiteY9337" fmla="*/ 1699010 h 5017219"/>
              <a:gd name="connsiteX9338" fmla="*/ 4768994 w 5799173"/>
              <a:gd name="connsiteY9338" fmla="*/ 1681397 h 5017219"/>
              <a:gd name="connsiteX9339" fmla="*/ 4768994 w 5799173"/>
              <a:gd name="connsiteY9339" fmla="*/ 1679983 h 5017219"/>
              <a:gd name="connsiteX9340" fmla="*/ 4779213 w 5799173"/>
              <a:gd name="connsiteY9340" fmla="*/ 1662371 h 5017219"/>
              <a:gd name="connsiteX9341" fmla="*/ 4780459 w 5799173"/>
              <a:gd name="connsiteY9341" fmla="*/ 1661624 h 5017219"/>
              <a:gd name="connsiteX9342" fmla="*/ 4800813 w 5799173"/>
              <a:gd name="connsiteY9342" fmla="*/ 1661624 h 5017219"/>
              <a:gd name="connsiteX9343" fmla="*/ 4802061 w 5799173"/>
              <a:gd name="connsiteY9343" fmla="*/ 1662370 h 5017219"/>
              <a:gd name="connsiteX9344" fmla="*/ 4812195 w 5799173"/>
              <a:gd name="connsiteY9344" fmla="*/ 1679984 h 5017219"/>
              <a:gd name="connsiteX9345" fmla="*/ 4812195 w 5799173"/>
              <a:gd name="connsiteY9345" fmla="*/ 1681397 h 5017219"/>
              <a:gd name="connsiteX9346" fmla="*/ 4801976 w 5799173"/>
              <a:gd name="connsiteY9346" fmla="*/ 1699010 h 5017219"/>
              <a:gd name="connsiteX9347" fmla="*/ 4800730 w 5799173"/>
              <a:gd name="connsiteY9347" fmla="*/ 1699757 h 5017219"/>
              <a:gd name="connsiteX9348" fmla="*/ 2372906 w 5799173"/>
              <a:gd name="connsiteY9348" fmla="*/ 1054847 h 5017219"/>
              <a:gd name="connsiteX9349" fmla="*/ 2371660 w 5799173"/>
              <a:gd name="connsiteY9349" fmla="*/ 1054100 h 5017219"/>
              <a:gd name="connsiteX9350" fmla="*/ 2361441 w 5799173"/>
              <a:gd name="connsiteY9350" fmla="*/ 1036404 h 5017219"/>
              <a:gd name="connsiteX9351" fmla="*/ 2361441 w 5799173"/>
              <a:gd name="connsiteY9351" fmla="*/ 1034991 h 5017219"/>
              <a:gd name="connsiteX9352" fmla="*/ 2371660 w 5799173"/>
              <a:gd name="connsiteY9352" fmla="*/ 1017296 h 5017219"/>
              <a:gd name="connsiteX9353" fmla="*/ 2372906 w 5799173"/>
              <a:gd name="connsiteY9353" fmla="*/ 1016548 h 5017219"/>
              <a:gd name="connsiteX9354" fmla="*/ 2393343 w 5799173"/>
              <a:gd name="connsiteY9354" fmla="*/ 1016548 h 5017219"/>
              <a:gd name="connsiteX9355" fmla="*/ 2394590 w 5799173"/>
              <a:gd name="connsiteY9355" fmla="*/ 1017296 h 5017219"/>
              <a:gd name="connsiteX9356" fmla="*/ 2404808 w 5799173"/>
              <a:gd name="connsiteY9356" fmla="*/ 1034991 h 5017219"/>
              <a:gd name="connsiteX9357" fmla="*/ 2404808 w 5799173"/>
              <a:gd name="connsiteY9357" fmla="*/ 1036404 h 5017219"/>
              <a:gd name="connsiteX9358" fmla="*/ 2394590 w 5799173"/>
              <a:gd name="connsiteY9358" fmla="*/ 1054100 h 5017219"/>
              <a:gd name="connsiteX9359" fmla="*/ 2393343 w 5799173"/>
              <a:gd name="connsiteY9359" fmla="*/ 1054847 h 5017219"/>
              <a:gd name="connsiteX9360" fmla="*/ 4900727 w 5799173"/>
              <a:gd name="connsiteY9360" fmla="*/ 1732174 h 5017219"/>
              <a:gd name="connsiteX9361" fmla="*/ 4899481 w 5799173"/>
              <a:gd name="connsiteY9361" fmla="*/ 1731427 h 5017219"/>
              <a:gd name="connsiteX9362" fmla="*/ 4889262 w 5799173"/>
              <a:gd name="connsiteY9362" fmla="*/ 1713731 h 5017219"/>
              <a:gd name="connsiteX9363" fmla="*/ 4889262 w 5799173"/>
              <a:gd name="connsiteY9363" fmla="*/ 1712318 h 5017219"/>
              <a:gd name="connsiteX9364" fmla="*/ 4899481 w 5799173"/>
              <a:gd name="connsiteY9364" fmla="*/ 1694623 h 5017219"/>
              <a:gd name="connsiteX9365" fmla="*/ 4900727 w 5799173"/>
              <a:gd name="connsiteY9365" fmla="*/ 1693875 h 5017219"/>
              <a:gd name="connsiteX9366" fmla="*/ 4921164 w 5799173"/>
              <a:gd name="connsiteY9366" fmla="*/ 1693876 h 5017219"/>
              <a:gd name="connsiteX9367" fmla="*/ 4922411 w 5799173"/>
              <a:gd name="connsiteY9367" fmla="*/ 1694623 h 5017219"/>
              <a:gd name="connsiteX9368" fmla="*/ 4932630 w 5799173"/>
              <a:gd name="connsiteY9368" fmla="*/ 1712319 h 5017219"/>
              <a:gd name="connsiteX9369" fmla="*/ 4932629 w 5799173"/>
              <a:gd name="connsiteY9369" fmla="*/ 1713732 h 5017219"/>
              <a:gd name="connsiteX9370" fmla="*/ 4922411 w 5799173"/>
              <a:gd name="connsiteY9370" fmla="*/ 1731427 h 5017219"/>
              <a:gd name="connsiteX9371" fmla="*/ 4921164 w 5799173"/>
              <a:gd name="connsiteY9371" fmla="*/ 1732175 h 5017219"/>
              <a:gd name="connsiteX9372" fmla="*/ 4840460 w 5799173"/>
              <a:gd name="connsiteY9372" fmla="*/ 1716121 h 5017219"/>
              <a:gd name="connsiteX9373" fmla="*/ 4839214 w 5799173"/>
              <a:gd name="connsiteY9373" fmla="*/ 1715373 h 5017219"/>
              <a:gd name="connsiteX9374" fmla="*/ 4828912 w 5799173"/>
              <a:gd name="connsiteY9374" fmla="*/ 1697594 h 5017219"/>
              <a:gd name="connsiteX9375" fmla="*/ 4828912 w 5799173"/>
              <a:gd name="connsiteY9375" fmla="*/ 1696181 h 5017219"/>
              <a:gd name="connsiteX9376" fmla="*/ 4839214 w 5799173"/>
              <a:gd name="connsiteY9376" fmla="*/ 1678403 h 5017219"/>
              <a:gd name="connsiteX9377" fmla="*/ 4840460 w 5799173"/>
              <a:gd name="connsiteY9377" fmla="*/ 1677655 h 5017219"/>
              <a:gd name="connsiteX9378" fmla="*/ 4860980 w 5799173"/>
              <a:gd name="connsiteY9378" fmla="*/ 1677655 h 5017219"/>
              <a:gd name="connsiteX9379" fmla="*/ 4862227 w 5799173"/>
              <a:gd name="connsiteY9379" fmla="*/ 1678403 h 5017219"/>
              <a:gd name="connsiteX9380" fmla="*/ 4872528 w 5799173"/>
              <a:gd name="connsiteY9380" fmla="*/ 1696181 h 5017219"/>
              <a:gd name="connsiteX9381" fmla="*/ 4872528 w 5799173"/>
              <a:gd name="connsiteY9381" fmla="*/ 1697594 h 5017219"/>
              <a:gd name="connsiteX9382" fmla="*/ 4862227 w 5799173"/>
              <a:gd name="connsiteY9382" fmla="*/ 1715373 h 5017219"/>
              <a:gd name="connsiteX9383" fmla="*/ 4860980 w 5799173"/>
              <a:gd name="connsiteY9383" fmla="*/ 1716121 h 5017219"/>
              <a:gd name="connsiteX9384" fmla="*/ 2733619 w 5799173"/>
              <a:gd name="connsiteY9384" fmla="*/ 1152358 h 5017219"/>
              <a:gd name="connsiteX9385" fmla="*/ 2732290 w 5799173"/>
              <a:gd name="connsiteY9385" fmla="*/ 1151610 h 5017219"/>
              <a:gd name="connsiteX9386" fmla="*/ 2721656 w 5799173"/>
              <a:gd name="connsiteY9386" fmla="*/ 1133166 h 5017219"/>
              <a:gd name="connsiteX9387" fmla="*/ 2721656 w 5799173"/>
              <a:gd name="connsiteY9387" fmla="*/ 1131670 h 5017219"/>
              <a:gd name="connsiteX9388" fmla="*/ 2732290 w 5799173"/>
              <a:gd name="connsiteY9388" fmla="*/ 1113227 h 5017219"/>
              <a:gd name="connsiteX9389" fmla="*/ 2733619 w 5799173"/>
              <a:gd name="connsiteY9389" fmla="*/ 1112479 h 5017219"/>
              <a:gd name="connsiteX9390" fmla="*/ 2754888 w 5799173"/>
              <a:gd name="connsiteY9390" fmla="*/ 1112480 h 5017219"/>
              <a:gd name="connsiteX9391" fmla="*/ 2756217 w 5799173"/>
              <a:gd name="connsiteY9391" fmla="*/ 1113228 h 5017219"/>
              <a:gd name="connsiteX9392" fmla="*/ 2766851 w 5799173"/>
              <a:gd name="connsiteY9392" fmla="*/ 1131670 h 5017219"/>
              <a:gd name="connsiteX9393" fmla="*/ 2766851 w 5799173"/>
              <a:gd name="connsiteY9393" fmla="*/ 1133166 h 5017219"/>
              <a:gd name="connsiteX9394" fmla="*/ 2756217 w 5799173"/>
              <a:gd name="connsiteY9394" fmla="*/ 1151609 h 5017219"/>
              <a:gd name="connsiteX9395" fmla="*/ 2754888 w 5799173"/>
              <a:gd name="connsiteY9395" fmla="*/ 1152357 h 5017219"/>
              <a:gd name="connsiteX9396" fmla="*/ 2914178 w 5799173"/>
              <a:gd name="connsiteY9396" fmla="*/ 1200738 h 5017219"/>
              <a:gd name="connsiteX9397" fmla="*/ 2912849 w 5799173"/>
              <a:gd name="connsiteY9397" fmla="*/ 1199990 h 5017219"/>
              <a:gd name="connsiteX9398" fmla="*/ 2902215 w 5799173"/>
              <a:gd name="connsiteY9398" fmla="*/ 1181547 h 5017219"/>
              <a:gd name="connsiteX9399" fmla="*/ 2902215 w 5799173"/>
              <a:gd name="connsiteY9399" fmla="*/ 1180051 h 5017219"/>
              <a:gd name="connsiteX9400" fmla="*/ 2912849 w 5799173"/>
              <a:gd name="connsiteY9400" fmla="*/ 1161608 h 5017219"/>
              <a:gd name="connsiteX9401" fmla="*/ 2914178 w 5799173"/>
              <a:gd name="connsiteY9401" fmla="*/ 1160860 h 5017219"/>
              <a:gd name="connsiteX9402" fmla="*/ 2935447 w 5799173"/>
              <a:gd name="connsiteY9402" fmla="*/ 1160860 h 5017219"/>
              <a:gd name="connsiteX9403" fmla="*/ 2936776 w 5799173"/>
              <a:gd name="connsiteY9403" fmla="*/ 1161608 h 5017219"/>
              <a:gd name="connsiteX9404" fmla="*/ 2947410 w 5799173"/>
              <a:gd name="connsiteY9404" fmla="*/ 1180051 h 5017219"/>
              <a:gd name="connsiteX9405" fmla="*/ 2947410 w 5799173"/>
              <a:gd name="connsiteY9405" fmla="*/ 1181547 h 5017219"/>
              <a:gd name="connsiteX9406" fmla="*/ 2936776 w 5799173"/>
              <a:gd name="connsiteY9406" fmla="*/ 1199990 h 5017219"/>
              <a:gd name="connsiteX9407" fmla="*/ 2935446 w 5799173"/>
              <a:gd name="connsiteY9407" fmla="*/ 1200738 h 5017219"/>
              <a:gd name="connsiteX9408" fmla="*/ 2432605 w 5799173"/>
              <a:gd name="connsiteY9408" fmla="*/ 1071806 h 5017219"/>
              <a:gd name="connsiteX9409" fmla="*/ 2431275 w 5799173"/>
              <a:gd name="connsiteY9409" fmla="*/ 1071058 h 5017219"/>
              <a:gd name="connsiteX9410" fmla="*/ 2420641 w 5799173"/>
              <a:gd name="connsiteY9410" fmla="*/ 1052532 h 5017219"/>
              <a:gd name="connsiteX9411" fmla="*/ 2420641 w 5799173"/>
              <a:gd name="connsiteY9411" fmla="*/ 1051036 h 5017219"/>
              <a:gd name="connsiteX9412" fmla="*/ 2431358 w 5799173"/>
              <a:gd name="connsiteY9412" fmla="*/ 1032509 h 5017219"/>
              <a:gd name="connsiteX9413" fmla="*/ 2432687 w 5799173"/>
              <a:gd name="connsiteY9413" fmla="*/ 1031762 h 5017219"/>
              <a:gd name="connsiteX9414" fmla="*/ 2454039 w 5799173"/>
              <a:gd name="connsiteY9414" fmla="*/ 1031762 h 5017219"/>
              <a:gd name="connsiteX9415" fmla="*/ 2455368 w 5799173"/>
              <a:gd name="connsiteY9415" fmla="*/ 1032509 h 5017219"/>
              <a:gd name="connsiteX9416" fmla="*/ 2466002 w 5799173"/>
              <a:gd name="connsiteY9416" fmla="*/ 1051036 h 5017219"/>
              <a:gd name="connsiteX9417" fmla="*/ 2466002 w 5799173"/>
              <a:gd name="connsiteY9417" fmla="*/ 1052532 h 5017219"/>
              <a:gd name="connsiteX9418" fmla="*/ 2455285 w 5799173"/>
              <a:gd name="connsiteY9418" fmla="*/ 1071058 h 5017219"/>
              <a:gd name="connsiteX9419" fmla="*/ 2453956 w 5799173"/>
              <a:gd name="connsiteY9419" fmla="*/ 1071806 h 5017219"/>
              <a:gd name="connsiteX9420" fmla="*/ 2492791 w 5799173"/>
              <a:gd name="connsiteY9420" fmla="*/ 1088016 h 5017219"/>
              <a:gd name="connsiteX9421" fmla="*/ 2491460 w 5799173"/>
              <a:gd name="connsiteY9421" fmla="*/ 1087269 h 5017219"/>
              <a:gd name="connsiteX9422" fmla="*/ 2480743 w 5799173"/>
              <a:gd name="connsiteY9422" fmla="*/ 1068659 h 5017219"/>
              <a:gd name="connsiteX9423" fmla="*/ 2480744 w 5799173"/>
              <a:gd name="connsiteY9423" fmla="*/ 1067163 h 5017219"/>
              <a:gd name="connsiteX9424" fmla="*/ 2491461 w 5799173"/>
              <a:gd name="connsiteY9424" fmla="*/ 1048553 h 5017219"/>
              <a:gd name="connsiteX9425" fmla="*/ 2492791 w 5799173"/>
              <a:gd name="connsiteY9425" fmla="*/ 1047806 h 5017219"/>
              <a:gd name="connsiteX9426" fmla="*/ 2514225 w 5799173"/>
              <a:gd name="connsiteY9426" fmla="*/ 1047806 h 5017219"/>
              <a:gd name="connsiteX9427" fmla="*/ 2515554 w 5799173"/>
              <a:gd name="connsiteY9427" fmla="*/ 1048553 h 5017219"/>
              <a:gd name="connsiteX9428" fmla="*/ 2526271 w 5799173"/>
              <a:gd name="connsiteY9428" fmla="*/ 1067163 h 5017219"/>
              <a:gd name="connsiteX9429" fmla="*/ 2526271 w 5799173"/>
              <a:gd name="connsiteY9429" fmla="*/ 1068659 h 5017219"/>
              <a:gd name="connsiteX9430" fmla="*/ 2515553 w 5799173"/>
              <a:gd name="connsiteY9430" fmla="*/ 1087269 h 5017219"/>
              <a:gd name="connsiteX9431" fmla="*/ 2514225 w 5799173"/>
              <a:gd name="connsiteY9431" fmla="*/ 1088016 h 5017219"/>
              <a:gd name="connsiteX9432" fmla="*/ 2613162 w 5799173"/>
              <a:gd name="connsiteY9432" fmla="*/ 1120270 h 5017219"/>
              <a:gd name="connsiteX9433" fmla="*/ 2611833 w 5799173"/>
              <a:gd name="connsiteY9433" fmla="*/ 1119523 h 5017219"/>
              <a:gd name="connsiteX9434" fmla="*/ 2601116 w 5799173"/>
              <a:gd name="connsiteY9434" fmla="*/ 1100912 h 5017219"/>
              <a:gd name="connsiteX9435" fmla="*/ 2601116 w 5799173"/>
              <a:gd name="connsiteY9435" fmla="*/ 1099416 h 5017219"/>
              <a:gd name="connsiteX9436" fmla="*/ 2611834 w 5799173"/>
              <a:gd name="connsiteY9436" fmla="*/ 1080807 h 5017219"/>
              <a:gd name="connsiteX9437" fmla="*/ 2613162 w 5799173"/>
              <a:gd name="connsiteY9437" fmla="*/ 1080060 h 5017219"/>
              <a:gd name="connsiteX9438" fmla="*/ 2634598 w 5799173"/>
              <a:gd name="connsiteY9438" fmla="*/ 1080059 h 5017219"/>
              <a:gd name="connsiteX9439" fmla="*/ 2635927 w 5799173"/>
              <a:gd name="connsiteY9439" fmla="*/ 1080806 h 5017219"/>
              <a:gd name="connsiteX9440" fmla="*/ 2646644 w 5799173"/>
              <a:gd name="connsiteY9440" fmla="*/ 1099417 h 5017219"/>
              <a:gd name="connsiteX9441" fmla="*/ 2646643 w 5799173"/>
              <a:gd name="connsiteY9441" fmla="*/ 1100913 h 5017219"/>
              <a:gd name="connsiteX9442" fmla="*/ 2635926 w 5799173"/>
              <a:gd name="connsiteY9442" fmla="*/ 1119522 h 5017219"/>
              <a:gd name="connsiteX9443" fmla="*/ 2634598 w 5799173"/>
              <a:gd name="connsiteY9443" fmla="*/ 1120270 h 5017219"/>
              <a:gd name="connsiteX9444" fmla="*/ 2673348 w 5799173"/>
              <a:gd name="connsiteY9444" fmla="*/ 1136396 h 5017219"/>
              <a:gd name="connsiteX9445" fmla="*/ 2672019 w 5799173"/>
              <a:gd name="connsiteY9445" fmla="*/ 1135650 h 5017219"/>
              <a:gd name="connsiteX9446" fmla="*/ 2661302 w 5799173"/>
              <a:gd name="connsiteY9446" fmla="*/ 1117039 h 5017219"/>
              <a:gd name="connsiteX9447" fmla="*/ 2661302 w 5799173"/>
              <a:gd name="connsiteY9447" fmla="*/ 1115543 h 5017219"/>
              <a:gd name="connsiteX9448" fmla="*/ 2672020 w 5799173"/>
              <a:gd name="connsiteY9448" fmla="*/ 1096933 h 5017219"/>
              <a:gd name="connsiteX9449" fmla="*/ 2673348 w 5799173"/>
              <a:gd name="connsiteY9449" fmla="*/ 1096186 h 5017219"/>
              <a:gd name="connsiteX9450" fmla="*/ 2694784 w 5799173"/>
              <a:gd name="connsiteY9450" fmla="*/ 1096186 h 5017219"/>
              <a:gd name="connsiteX9451" fmla="*/ 2696113 w 5799173"/>
              <a:gd name="connsiteY9451" fmla="*/ 1096933 h 5017219"/>
              <a:gd name="connsiteX9452" fmla="*/ 2706829 w 5799173"/>
              <a:gd name="connsiteY9452" fmla="*/ 1115544 h 5017219"/>
              <a:gd name="connsiteX9453" fmla="*/ 2706829 w 5799173"/>
              <a:gd name="connsiteY9453" fmla="*/ 1117039 h 5017219"/>
              <a:gd name="connsiteX9454" fmla="*/ 2696112 w 5799173"/>
              <a:gd name="connsiteY9454" fmla="*/ 1135649 h 5017219"/>
              <a:gd name="connsiteX9455" fmla="*/ 2694783 w 5799173"/>
              <a:gd name="connsiteY9455" fmla="*/ 1136396 h 5017219"/>
              <a:gd name="connsiteX9456" fmla="*/ 2974279 w 5799173"/>
              <a:gd name="connsiteY9456" fmla="*/ 1217031 h 5017219"/>
              <a:gd name="connsiteX9457" fmla="*/ 2972950 w 5799173"/>
              <a:gd name="connsiteY9457" fmla="*/ 1216284 h 5017219"/>
              <a:gd name="connsiteX9458" fmla="*/ 2962233 w 5799173"/>
              <a:gd name="connsiteY9458" fmla="*/ 1197673 h 5017219"/>
              <a:gd name="connsiteX9459" fmla="*/ 2962234 w 5799173"/>
              <a:gd name="connsiteY9459" fmla="*/ 1196177 h 5017219"/>
              <a:gd name="connsiteX9460" fmla="*/ 2972951 w 5799173"/>
              <a:gd name="connsiteY9460" fmla="*/ 1177568 h 5017219"/>
              <a:gd name="connsiteX9461" fmla="*/ 2974279 w 5799173"/>
              <a:gd name="connsiteY9461" fmla="*/ 1176821 h 5017219"/>
              <a:gd name="connsiteX9462" fmla="*/ 2995715 w 5799173"/>
              <a:gd name="connsiteY9462" fmla="*/ 1176821 h 5017219"/>
              <a:gd name="connsiteX9463" fmla="*/ 2997044 w 5799173"/>
              <a:gd name="connsiteY9463" fmla="*/ 1177567 h 5017219"/>
              <a:gd name="connsiteX9464" fmla="*/ 3007761 w 5799173"/>
              <a:gd name="connsiteY9464" fmla="*/ 1196178 h 5017219"/>
              <a:gd name="connsiteX9465" fmla="*/ 3007761 w 5799173"/>
              <a:gd name="connsiteY9465" fmla="*/ 1197674 h 5017219"/>
              <a:gd name="connsiteX9466" fmla="*/ 2997043 w 5799173"/>
              <a:gd name="connsiteY9466" fmla="*/ 1216284 h 5017219"/>
              <a:gd name="connsiteX9467" fmla="*/ 2995715 w 5799173"/>
              <a:gd name="connsiteY9467" fmla="*/ 1217031 h 5017219"/>
              <a:gd name="connsiteX9468" fmla="*/ 3034466 w 5799173"/>
              <a:gd name="connsiteY9468" fmla="*/ 1233158 h 5017219"/>
              <a:gd name="connsiteX9469" fmla="*/ 3033137 w 5799173"/>
              <a:gd name="connsiteY9469" fmla="*/ 1232411 h 5017219"/>
              <a:gd name="connsiteX9470" fmla="*/ 3022420 w 5799173"/>
              <a:gd name="connsiteY9470" fmla="*/ 1213800 h 5017219"/>
              <a:gd name="connsiteX9471" fmla="*/ 3022420 w 5799173"/>
              <a:gd name="connsiteY9471" fmla="*/ 1212305 h 5017219"/>
              <a:gd name="connsiteX9472" fmla="*/ 3033138 w 5799173"/>
              <a:gd name="connsiteY9472" fmla="*/ 1193695 h 5017219"/>
              <a:gd name="connsiteX9473" fmla="*/ 3034466 w 5799173"/>
              <a:gd name="connsiteY9473" fmla="*/ 1192948 h 5017219"/>
              <a:gd name="connsiteX9474" fmla="*/ 3055902 w 5799173"/>
              <a:gd name="connsiteY9474" fmla="*/ 1192948 h 5017219"/>
              <a:gd name="connsiteX9475" fmla="*/ 3057231 w 5799173"/>
              <a:gd name="connsiteY9475" fmla="*/ 1193694 h 5017219"/>
              <a:gd name="connsiteX9476" fmla="*/ 3067948 w 5799173"/>
              <a:gd name="connsiteY9476" fmla="*/ 1212305 h 5017219"/>
              <a:gd name="connsiteX9477" fmla="*/ 3067947 w 5799173"/>
              <a:gd name="connsiteY9477" fmla="*/ 1213801 h 5017219"/>
              <a:gd name="connsiteX9478" fmla="*/ 3057230 w 5799173"/>
              <a:gd name="connsiteY9478" fmla="*/ 1232411 h 5017219"/>
              <a:gd name="connsiteX9479" fmla="*/ 3055902 w 5799173"/>
              <a:gd name="connsiteY9479" fmla="*/ 1233158 h 5017219"/>
              <a:gd name="connsiteX9480" fmla="*/ 3094652 w 5799173"/>
              <a:gd name="connsiteY9480" fmla="*/ 1249284 h 5017219"/>
              <a:gd name="connsiteX9481" fmla="*/ 3093323 w 5799173"/>
              <a:gd name="connsiteY9481" fmla="*/ 1248538 h 5017219"/>
              <a:gd name="connsiteX9482" fmla="*/ 3082606 w 5799173"/>
              <a:gd name="connsiteY9482" fmla="*/ 1229927 h 5017219"/>
              <a:gd name="connsiteX9483" fmla="*/ 3082606 w 5799173"/>
              <a:gd name="connsiteY9483" fmla="*/ 1228431 h 5017219"/>
              <a:gd name="connsiteX9484" fmla="*/ 3093324 w 5799173"/>
              <a:gd name="connsiteY9484" fmla="*/ 1209821 h 5017219"/>
              <a:gd name="connsiteX9485" fmla="*/ 3094652 w 5799173"/>
              <a:gd name="connsiteY9485" fmla="*/ 1209074 h 5017219"/>
              <a:gd name="connsiteX9486" fmla="*/ 3116088 w 5799173"/>
              <a:gd name="connsiteY9486" fmla="*/ 1209074 h 5017219"/>
              <a:gd name="connsiteX9487" fmla="*/ 3117417 w 5799173"/>
              <a:gd name="connsiteY9487" fmla="*/ 1209821 h 5017219"/>
              <a:gd name="connsiteX9488" fmla="*/ 3128133 w 5799173"/>
              <a:gd name="connsiteY9488" fmla="*/ 1228432 h 5017219"/>
              <a:gd name="connsiteX9489" fmla="*/ 3128133 w 5799173"/>
              <a:gd name="connsiteY9489" fmla="*/ 1229928 h 5017219"/>
              <a:gd name="connsiteX9490" fmla="*/ 3117416 w 5799173"/>
              <a:gd name="connsiteY9490" fmla="*/ 1248537 h 5017219"/>
              <a:gd name="connsiteX9491" fmla="*/ 3116087 w 5799173"/>
              <a:gd name="connsiteY9491" fmla="*/ 1249284 h 5017219"/>
              <a:gd name="connsiteX9492" fmla="*/ 3215025 w 5799173"/>
              <a:gd name="connsiteY9492" fmla="*/ 1281538 h 5017219"/>
              <a:gd name="connsiteX9493" fmla="*/ 3213696 w 5799173"/>
              <a:gd name="connsiteY9493" fmla="*/ 1280791 h 5017219"/>
              <a:gd name="connsiteX9494" fmla="*/ 3202979 w 5799173"/>
              <a:gd name="connsiteY9494" fmla="*/ 1262181 h 5017219"/>
              <a:gd name="connsiteX9495" fmla="*/ 3202979 w 5799173"/>
              <a:gd name="connsiteY9495" fmla="*/ 1260685 h 5017219"/>
              <a:gd name="connsiteX9496" fmla="*/ 3213696 w 5799173"/>
              <a:gd name="connsiteY9496" fmla="*/ 1242075 h 5017219"/>
              <a:gd name="connsiteX9497" fmla="*/ 3215025 w 5799173"/>
              <a:gd name="connsiteY9497" fmla="*/ 1241328 h 5017219"/>
              <a:gd name="connsiteX9498" fmla="*/ 3236460 w 5799173"/>
              <a:gd name="connsiteY9498" fmla="*/ 1241328 h 5017219"/>
              <a:gd name="connsiteX9499" fmla="*/ 3237789 w 5799173"/>
              <a:gd name="connsiteY9499" fmla="*/ 1242075 h 5017219"/>
              <a:gd name="connsiteX9500" fmla="*/ 3248506 w 5799173"/>
              <a:gd name="connsiteY9500" fmla="*/ 1260685 h 5017219"/>
              <a:gd name="connsiteX9501" fmla="*/ 3248506 w 5799173"/>
              <a:gd name="connsiteY9501" fmla="*/ 1262181 h 5017219"/>
              <a:gd name="connsiteX9502" fmla="*/ 3237789 w 5799173"/>
              <a:gd name="connsiteY9502" fmla="*/ 1280791 h 5017219"/>
              <a:gd name="connsiteX9503" fmla="*/ 3236460 w 5799173"/>
              <a:gd name="connsiteY9503" fmla="*/ 1281538 h 5017219"/>
              <a:gd name="connsiteX9504" fmla="*/ 2552895 w 5799173"/>
              <a:gd name="connsiteY9504" fmla="*/ 1104226 h 5017219"/>
              <a:gd name="connsiteX9505" fmla="*/ 2551565 w 5799173"/>
              <a:gd name="connsiteY9505" fmla="*/ 1103479 h 5017219"/>
              <a:gd name="connsiteX9506" fmla="*/ 2540765 w 5799173"/>
              <a:gd name="connsiteY9506" fmla="*/ 1084786 h 5017219"/>
              <a:gd name="connsiteX9507" fmla="*/ 2540764 w 5799173"/>
              <a:gd name="connsiteY9507" fmla="*/ 1083290 h 5017219"/>
              <a:gd name="connsiteX9508" fmla="*/ 2551564 w 5799173"/>
              <a:gd name="connsiteY9508" fmla="*/ 1064597 h 5017219"/>
              <a:gd name="connsiteX9509" fmla="*/ 2552895 w 5799173"/>
              <a:gd name="connsiteY9509" fmla="*/ 1063850 h 5017219"/>
              <a:gd name="connsiteX9510" fmla="*/ 2574495 w 5799173"/>
              <a:gd name="connsiteY9510" fmla="*/ 1063850 h 5017219"/>
              <a:gd name="connsiteX9511" fmla="*/ 2575824 w 5799173"/>
              <a:gd name="connsiteY9511" fmla="*/ 1064597 h 5017219"/>
              <a:gd name="connsiteX9512" fmla="*/ 2586625 w 5799173"/>
              <a:gd name="connsiteY9512" fmla="*/ 1083290 h 5017219"/>
              <a:gd name="connsiteX9513" fmla="*/ 2586625 w 5799173"/>
              <a:gd name="connsiteY9513" fmla="*/ 1084786 h 5017219"/>
              <a:gd name="connsiteX9514" fmla="*/ 2575824 w 5799173"/>
              <a:gd name="connsiteY9514" fmla="*/ 1103479 h 5017219"/>
              <a:gd name="connsiteX9515" fmla="*/ 2574495 w 5799173"/>
              <a:gd name="connsiteY9515" fmla="*/ 1104226 h 5017219"/>
              <a:gd name="connsiteX9516" fmla="*/ 2793639 w 5799173"/>
              <a:gd name="connsiteY9516" fmla="*/ 1168733 h 5017219"/>
              <a:gd name="connsiteX9517" fmla="*/ 2792309 w 5799173"/>
              <a:gd name="connsiteY9517" fmla="*/ 1167986 h 5017219"/>
              <a:gd name="connsiteX9518" fmla="*/ 2781509 w 5799173"/>
              <a:gd name="connsiteY9518" fmla="*/ 1149293 h 5017219"/>
              <a:gd name="connsiteX9519" fmla="*/ 2781509 w 5799173"/>
              <a:gd name="connsiteY9519" fmla="*/ 1147797 h 5017219"/>
              <a:gd name="connsiteX9520" fmla="*/ 2792309 w 5799173"/>
              <a:gd name="connsiteY9520" fmla="*/ 1129104 h 5017219"/>
              <a:gd name="connsiteX9521" fmla="*/ 2793639 w 5799173"/>
              <a:gd name="connsiteY9521" fmla="*/ 1128357 h 5017219"/>
              <a:gd name="connsiteX9522" fmla="*/ 2815239 w 5799173"/>
              <a:gd name="connsiteY9522" fmla="*/ 1128357 h 5017219"/>
              <a:gd name="connsiteX9523" fmla="*/ 2816568 w 5799173"/>
              <a:gd name="connsiteY9523" fmla="*/ 1129104 h 5017219"/>
              <a:gd name="connsiteX9524" fmla="*/ 2827369 w 5799173"/>
              <a:gd name="connsiteY9524" fmla="*/ 1147797 h 5017219"/>
              <a:gd name="connsiteX9525" fmla="*/ 2827369 w 5799173"/>
              <a:gd name="connsiteY9525" fmla="*/ 1149293 h 5017219"/>
              <a:gd name="connsiteX9526" fmla="*/ 2816568 w 5799173"/>
              <a:gd name="connsiteY9526" fmla="*/ 1167986 h 5017219"/>
              <a:gd name="connsiteX9527" fmla="*/ 2815239 w 5799173"/>
              <a:gd name="connsiteY9527" fmla="*/ 1168733 h 5017219"/>
              <a:gd name="connsiteX9528" fmla="*/ 3154757 w 5799173"/>
              <a:gd name="connsiteY9528" fmla="*/ 1265494 h 5017219"/>
              <a:gd name="connsiteX9529" fmla="*/ 3153427 w 5799173"/>
              <a:gd name="connsiteY9529" fmla="*/ 1264747 h 5017219"/>
              <a:gd name="connsiteX9530" fmla="*/ 3142627 w 5799173"/>
              <a:gd name="connsiteY9530" fmla="*/ 1246054 h 5017219"/>
              <a:gd name="connsiteX9531" fmla="*/ 3142627 w 5799173"/>
              <a:gd name="connsiteY9531" fmla="*/ 1244558 h 5017219"/>
              <a:gd name="connsiteX9532" fmla="*/ 3153427 w 5799173"/>
              <a:gd name="connsiteY9532" fmla="*/ 1225866 h 5017219"/>
              <a:gd name="connsiteX9533" fmla="*/ 3154757 w 5799173"/>
              <a:gd name="connsiteY9533" fmla="*/ 1225118 h 5017219"/>
              <a:gd name="connsiteX9534" fmla="*/ 3176357 w 5799173"/>
              <a:gd name="connsiteY9534" fmla="*/ 1225118 h 5017219"/>
              <a:gd name="connsiteX9535" fmla="*/ 3177686 w 5799173"/>
              <a:gd name="connsiteY9535" fmla="*/ 1225865 h 5017219"/>
              <a:gd name="connsiteX9536" fmla="*/ 3188487 w 5799173"/>
              <a:gd name="connsiteY9536" fmla="*/ 1244558 h 5017219"/>
              <a:gd name="connsiteX9537" fmla="*/ 3188487 w 5799173"/>
              <a:gd name="connsiteY9537" fmla="*/ 1246054 h 5017219"/>
              <a:gd name="connsiteX9538" fmla="*/ 3177686 w 5799173"/>
              <a:gd name="connsiteY9538" fmla="*/ 1264747 h 5017219"/>
              <a:gd name="connsiteX9539" fmla="*/ 3176357 w 5799173"/>
              <a:gd name="connsiteY9539" fmla="*/ 1265494 h 5017219"/>
              <a:gd name="connsiteX9540" fmla="*/ 3275129 w 5799173"/>
              <a:gd name="connsiteY9540" fmla="*/ 1297748 h 5017219"/>
              <a:gd name="connsiteX9541" fmla="*/ 3273799 w 5799173"/>
              <a:gd name="connsiteY9541" fmla="*/ 1297001 h 5017219"/>
              <a:gd name="connsiteX9542" fmla="*/ 3262999 w 5799173"/>
              <a:gd name="connsiteY9542" fmla="*/ 1278308 h 5017219"/>
              <a:gd name="connsiteX9543" fmla="*/ 3262999 w 5799173"/>
              <a:gd name="connsiteY9543" fmla="*/ 1276812 h 5017219"/>
              <a:gd name="connsiteX9544" fmla="*/ 3273799 w 5799173"/>
              <a:gd name="connsiteY9544" fmla="*/ 1258119 h 5017219"/>
              <a:gd name="connsiteX9545" fmla="*/ 3275129 w 5799173"/>
              <a:gd name="connsiteY9545" fmla="*/ 1257372 h 5017219"/>
              <a:gd name="connsiteX9546" fmla="*/ 3296729 w 5799173"/>
              <a:gd name="connsiteY9546" fmla="*/ 1257372 h 5017219"/>
              <a:gd name="connsiteX9547" fmla="*/ 3298058 w 5799173"/>
              <a:gd name="connsiteY9547" fmla="*/ 1258119 h 5017219"/>
              <a:gd name="connsiteX9548" fmla="*/ 3308859 w 5799173"/>
              <a:gd name="connsiteY9548" fmla="*/ 1276812 h 5017219"/>
              <a:gd name="connsiteX9549" fmla="*/ 3308859 w 5799173"/>
              <a:gd name="connsiteY9549" fmla="*/ 1278308 h 5017219"/>
              <a:gd name="connsiteX9550" fmla="*/ 3298058 w 5799173"/>
              <a:gd name="connsiteY9550" fmla="*/ 1297001 h 5017219"/>
              <a:gd name="connsiteX9551" fmla="*/ 3296729 w 5799173"/>
              <a:gd name="connsiteY9551" fmla="*/ 1297748 h 5017219"/>
              <a:gd name="connsiteX9552" fmla="*/ 3395502 w 5799173"/>
              <a:gd name="connsiteY9552" fmla="*/ 1330001 h 5017219"/>
              <a:gd name="connsiteX9553" fmla="*/ 3394172 w 5799173"/>
              <a:gd name="connsiteY9553" fmla="*/ 1329255 h 5017219"/>
              <a:gd name="connsiteX9554" fmla="*/ 3383372 w 5799173"/>
              <a:gd name="connsiteY9554" fmla="*/ 1310562 h 5017219"/>
              <a:gd name="connsiteX9555" fmla="*/ 3383371 w 5799173"/>
              <a:gd name="connsiteY9555" fmla="*/ 1309066 h 5017219"/>
              <a:gd name="connsiteX9556" fmla="*/ 3394171 w 5799173"/>
              <a:gd name="connsiteY9556" fmla="*/ 1290373 h 5017219"/>
              <a:gd name="connsiteX9557" fmla="*/ 3395502 w 5799173"/>
              <a:gd name="connsiteY9557" fmla="*/ 1289626 h 5017219"/>
              <a:gd name="connsiteX9558" fmla="*/ 3417102 w 5799173"/>
              <a:gd name="connsiteY9558" fmla="*/ 1289626 h 5017219"/>
              <a:gd name="connsiteX9559" fmla="*/ 3418431 w 5799173"/>
              <a:gd name="connsiteY9559" fmla="*/ 1290373 h 5017219"/>
              <a:gd name="connsiteX9560" fmla="*/ 3429232 w 5799173"/>
              <a:gd name="connsiteY9560" fmla="*/ 1309066 h 5017219"/>
              <a:gd name="connsiteX9561" fmla="*/ 3429232 w 5799173"/>
              <a:gd name="connsiteY9561" fmla="*/ 1310562 h 5017219"/>
              <a:gd name="connsiteX9562" fmla="*/ 3418431 w 5799173"/>
              <a:gd name="connsiteY9562" fmla="*/ 1329255 h 5017219"/>
              <a:gd name="connsiteX9563" fmla="*/ 3417102 w 5799173"/>
              <a:gd name="connsiteY9563" fmla="*/ 1330001 h 5017219"/>
              <a:gd name="connsiteX9564" fmla="*/ 3335313 w 5799173"/>
              <a:gd name="connsiteY9564" fmla="*/ 1313970 h 5017219"/>
              <a:gd name="connsiteX9565" fmla="*/ 3333984 w 5799173"/>
              <a:gd name="connsiteY9565" fmla="*/ 1313222 h 5017219"/>
              <a:gd name="connsiteX9566" fmla="*/ 3323184 w 5799173"/>
              <a:gd name="connsiteY9566" fmla="*/ 1294446 h 5017219"/>
              <a:gd name="connsiteX9567" fmla="*/ 3323184 w 5799173"/>
              <a:gd name="connsiteY9567" fmla="*/ 1292950 h 5017219"/>
              <a:gd name="connsiteX9568" fmla="*/ 3333984 w 5799173"/>
              <a:gd name="connsiteY9568" fmla="*/ 1274175 h 5017219"/>
              <a:gd name="connsiteX9569" fmla="*/ 3335313 w 5799173"/>
              <a:gd name="connsiteY9569" fmla="*/ 1273427 h 5017219"/>
              <a:gd name="connsiteX9570" fmla="*/ 3356997 w 5799173"/>
              <a:gd name="connsiteY9570" fmla="*/ 1273427 h 5017219"/>
              <a:gd name="connsiteX9571" fmla="*/ 3358326 w 5799173"/>
              <a:gd name="connsiteY9571" fmla="*/ 1274175 h 5017219"/>
              <a:gd name="connsiteX9572" fmla="*/ 3369127 w 5799173"/>
              <a:gd name="connsiteY9572" fmla="*/ 1292950 h 5017219"/>
              <a:gd name="connsiteX9573" fmla="*/ 3369127 w 5799173"/>
              <a:gd name="connsiteY9573" fmla="*/ 1294446 h 5017219"/>
              <a:gd name="connsiteX9574" fmla="*/ 3358326 w 5799173"/>
              <a:gd name="connsiteY9574" fmla="*/ 1313222 h 5017219"/>
              <a:gd name="connsiteX9575" fmla="*/ 3356997 w 5799173"/>
              <a:gd name="connsiteY9575" fmla="*/ 1313970 h 5017219"/>
              <a:gd name="connsiteX9576" fmla="*/ 3576057 w 5799173"/>
              <a:gd name="connsiteY9576" fmla="*/ 1378477 h 5017219"/>
              <a:gd name="connsiteX9577" fmla="*/ 3574729 w 5799173"/>
              <a:gd name="connsiteY9577" fmla="*/ 1377729 h 5017219"/>
              <a:gd name="connsiteX9578" fmla="*/ 3563929 w 5799173"/>
              <a:gd name="connsiteY9578" fmla="*/ 1358953 h 5017219"/>
              <a:gd name="connsiteX9579" fmla="*/ 3563929 w 5799173"/>
              <a:gd name="connsiteY9579" fmla="*/ 1357457 h 5017219"/>
              <a:gd name="connsiteX9580" fmla="*/ 3574729 w 5799173"/>
              <a:gd name="connsiteY9580" fmla="*/ 1338682 h 5017219"/>
              <a:gd name="connsiteX9581" fmla="*/ 3576058 w 5799173"/>
              <a:gd name="connsiteY9581" fmla="*/ 1337934 h 5017219"/>
              <a:gd name="connsiteX9582" fmla="*/ 3597742 w 5799173"/>
              <a:gd name="connsiteY9582" fmla="*/ 1337934 h 5017219"/>
              <a:gd name="connsiteX9583" fmla="*/ 3599071 w 5799173"/>
              <a:gd name="connsiteY9583" fmla="*/ 1338682 h 5017219"/>
              <a:gd name="connsiteX9584" fmla="*/ 3609872 w 5799173"/>
              <a:gd name="connsiteY9584" fmla="*/ 1357457 h 5017219"/>
              <a:gd name="connsiteX9585" fmla="*/ 3609872 w 5799173"/>
              <a:gd name="connsiteY9585" fmla="*/ 1358953 h 5017219"/>
              <a:gd name="connsiteX9586" fmla="*/ 3599071 w 5799173"/>
              <a:gd name="connsiteY9586" fmla="*/ 1377729 h 5017219"/>
              <a:gd name="connsiteX9587" fmla="*/ 3597742 w 5799173"/>
              <a:gd name="connsiteY9587" fmla="*/ 1378477 h 5017219"/>
              <a:gd name="connsiteX9588" fmla="*/ 3636175 w 5799173"/>
              <a:gd name="connsiteY9588" fmla="*/ 1394676 h 5017219"/>
              <a:gd name="connsiteX9589" fmla="*/ 3634845 w 5799173"/>
              <a:gd name="connsiteY9589" fmla="*/ 1393929 h 5017219"/>
              <a:gd name="connsiteX9590" fmla="*/ 3623962 w 5799173"/>
              <a:gd name="connsiteY9590" fmla="*/ 1375069 h 5017219"/>
              <a:gd name="connsiteX9591" fmla="*/ 3623962 w 5799173"/>
              <a:gd name="connsiteY9591" fmla="*/ 1373492 h 5017219"/>
              <a:gd name="connsiteX9592" fmla="*/ 3634845 w 5799173"/>
              <a:gd name="connsiteY9592" fmla="*/ 1354633 h 5017219"/>
              <a:gd name="connsiteX9593" fmla="*/ 3636175 w 5799173"/>
              <a:gd name="connsiteY9593" fmla="*/ 1353885 h 5017219"/>
              <a:gd name="connsiteX9594" fmla="*/ 3657941 w 5799173"/>
              <a:gd name="connsiteY9594" fmla="*/ 1353885 h 5017219"/>
              <a:gd name="connsiteX9595" fmla="*/ 3659271 w 5799173"/>
              <a:gd name="connsiteY9595" fmla="*/ 1354633 h 5017219"/>
              <a:gd name="connsiteX9596" fmla="*/ 3670154 w 5799173"/>
              <a:gd name="connsiteY9596" fmla="*/ 1373492 h 5017219"/>
              <a:gd name="connsiteX9597" fmla="*/ 3670154 w 5799173"/>
              <a:gd name="connsiteY9597" fmla="*/ 1375070 h 5017219"/>
              <a:gd name="connsiteX9598" fmla="*/ 3659271 w 5799173"/>
              <a:gd name="connsiteY9598" fmla="*/ 1393929 h 5017219"/>
              <a:gd name="connsiteX9599" fmla="*/ 3657941 w 5799173"/>
              <a:gd name="connsiteY9599" fmla="*/ 1394676 h 5017219"/>
              <a:gd name="connsiteX9600" fmla="*/ 3515614 w 5799173"/>
              <a:gd name="connsiteY9600" fmla="*/ 1362752 h 5017219"/>
              <a:gd name="connsiteX9601" fmla="*/ 3514285 w 5799173"/>
              <a:gd name="connsiteY9601" fmla="*/ 1362005 h 5017219"/>
              <a:gd name="connsiteX9602" fmla="*/ 3503235 w 5799173"/>
              <a:gd name="connsiteY9602" fmla="*/ 1342897 h 5017219"/>
              <a:gd name="connsiteX9603" fmla="*/ 3503235 w 5799173"/>
              <a:gd name="connsiteY9603" fmla="*/ 1341318 h 5017219"/>
              <a:gd name="connsiteX9604" fmla="*/ 3514285 w 5799173"/>
              <a:gd name="connsiteY9604" fmla="*/ 1322209 h 5017219"/>
              <a:gd name="connsiteX9605" fmla="*/ 3515614 w 5799173"/>
              <a:gd name="connsiteY9605" fmla="*/ 1321462 h 5017219"/>
              <a:gd name="connsiteX9606" fmla="*/ 3537713 w 5799173"/>
              <a:gd name="connsiteY9606" fmla="*/ 1321462 h 5017219"/>
              <a:gd name="connsiteX9607" fmla="*/ 3539042 w 5799173"/>
              <a:gd name="connsiteY9607" fmla="*/ 1322209 h 5017219"/>
              <a:gd name="connsiteX9608" fmla="*/ 3550092 w 5799173"/>
              <a:gd name="connsiteY9608" fmla="*/ 1341318 h 5017219"/>
              <a:gd name="connsiteX9609" fmla="*/ 3550092 w 5799173"/>
              <a:gd name="connsiteY9609" fmla="*/ 1342897 h 5017219"/>
              <a:gd name="connsiteX9610" fmla="*/ 3539042 w 5799173"/>
              <a:gd name="connsiteY9610" fmla="*/ 1362005 h 5017219"/>
              <a:gd name="connsiteX9611" fmla="*/ 3537713 w 5799173"/>
              <a:gd name="connsiteY9611" fmla="*/ 1362752 h 5017219"/>
              <a:gd name="connsiteX9612" fmla="*/ 3696089 w 5799173"/>
              <a:gd name="connsiteY9612" fmla="*/ 1411216 h 5017219"/>
              <a:gd name="connsiteX9613" fmla="*/ 3694759 w 5799173"/>
              <a:gd name="connsiteY9613" fmla="*/ 1410468 h 5017219"/>
              <a:gd name="connsiteX9614" fmla="*/ 3683710 w 5799173"/>
              <a:gd name="connsiteY9614" fmla="*/ 1391277 h 5017219"/>
              <a:gd name="connsiteX9615" fmla="*/ 3683710 w 5799173"/>
              <a:gd name="connsiteY9615" fmla="*/ 1389699 h 5017219"/>
              <a:gd name="connsiteX9616" fmla="*/ 3694842 w 5799173"/>
              <a:gd name="connsiteY9616" fmla="*/ 1370507 h 5017219"/>
              <a:gd name="connsiteX9617" fmla="*/ 3696172 w 5799173"/>
              <a:gd name="connsiteY9617" fmla="*/ 1369759 h 5017219"/>
              <a:gd name="connsiteX9618" fmla="*/ 3718354 w 5799173"/>
              <a:gd name="connsiteY9618" fmla="*/ 1369760 h 5017219"/>
              <a:gd name="connsiteX9619" fmla="*/ 3719683 w 5799173"/>
              <a:gd name="connsiteY9619" fmla="*/ 1370508 h 5017219"/>
              <a:gd name="connsiteX9620" fmla="*/ 3730733 w 5799173"/>
              <a:gd name="connsiteY9620" fmla="*/ 1389698 h 5017219"/>
              <a:gd name="connsiteX9621" fmla="*/ 3730734 w 5799173"/>
              <a:gd name="connsiteY9621" fmla="*/ 1391277 h 5017219"/>
              <a:gd name="connsiteX9622" fmla="*/ 3719600 w 5799173"/>
              <a:gd name="connsiteY9622" fmla="*/ 1410468 h 5017219"/>
              <a:gd name="connsiteX9623" fmla="*/ 3718271 w 5799173"/>
              <a:gd name="connsiteY9623" fmla="*/ 1411216 h 5017219"/>
              <a:gd name="connsiteX9624" fmla="*/ 3936835 w 5799173"/>
              <a:gd name="connsiteY9624" fmla="*/ 1475723 h 5017219"/>
              <a:gd name="connsiteX9625" fmla="*/ 3935505 w 5799173"/>
              <a:gd name="connsiteY9625" fmla="*/ 1474976 h 5017219"/>
              <a:gd name="connsiteX9626" fmla="*/ 3924456 w 5799173"/>
              <a:gd name="connsiteY9626" fmla="*/ 1455785 h 5017219"/>
              <a:gd name="connsiteX9627" fmla="*/ 3924456 w 5799173"/>
              <a:gd name="connsiteY9627" fmla="*/ 1454206 h 5017219"/>
              <a:gd name="connsiteX9628" fmla="*/ 3935588 w 5799173"/>
              <a:gd name="connsiteY9628" fmla="*/ 1435015 h 5017219"/>
              <a:gd name="connsiteX9629" fmla="*/ 3936918 w 5799173"/>
              <a:gd name="connsiteY9629" fmla="*/ 1434267 h 5017219"/>
              <a:gd name="connsiteX9630" fmla="*/ 3959100 w 5799173"/>
              <a:gd name="connsiteY9630" fmla="*/ 1434267 h 5017219"/>
              <a:gd name="connsiteX9631" fmla="*/ 3960429 w 5799173"/>
              <a:gd name="connsiteY9631" fmla="*/ 1435015 h 5017219"/>
              <a:gd name="connsiteX9632" fmla="*/ 3971479 w 5799173"/>
              <a:gd name="connsiteY9632" fmla="*/ 1454206 h 5017219"/>
              <a:gd name="connsiteX9633" fmla="*/ 3971479 w 5799173"/>
              <a:gd name="connsiteY9633" fmla="*/ 1455785 h 5017219"/>
              <a:gd name="connsiteX9634" fmla="*/ 3960346 w 5799173"/>
              <a:gd name="connsiteY9634" fmla="*/ 1474976 h 5017219"/>
              <a:gd name="connsiteX9635" fmla="*/ 3959017 w 5799173"/>
              <a:gd name="connsiteY9635" fmla="*/ 1475723 h 5017219"/>
              <a:gd name="connsiteX9636" fmla="*/ 3756109 w 5799173"/>
              <a:gd name="connsiteY9636" fmla="*/ 1427759 h 5017219"/>
              <a:gd name="connsiteX9637" fmla="*/ 3754697 w 5799173"/>
              <a:gd name="connsiteY9637" fmla="*/ 1426927 h 5017219"/>
              <a:gd name="connsiteX9638" fmla="*/ 3743398 w 5799173"/>
              <a:gd name="connsiteY9638" fmla="*/ 1407404 h 5017219"/>
              <a:gd name="connsiteX9639" fmla="*/ 3743398 w 5799173"/>
              <a:gd name="connsiteY9639" fmla="*/ 1405825 h 5017219"/>
              <a:gd name="connsiteX9640" fmla="*/ 3754697 w 5799173"/>
              <a:gd name="connsiteY9640" fmla="*/ 1386303 h 5017219"/>
              <a:gd name="connsiteX9641" fmla="*/ 3756109 w 5799173"/>
              <a:gd name="connsiteY9641" fmla="*/ 1385471 h 5017219"/>
              <a:gd name="connsiteX9642" fmla="*/ 3778707 w 5799173"/>
              <a:gd name="connsiteY9642" fmla="*/ 1385471 h 5017219"/>
              <a:gd name="connsiteX9643" fmla="*/ 3780119 w 5799173"/>
              <a:gd name="connsiteY9643" fmla="*/ 1386302 h 5017219"/>
              <a:gd name="connsiteX9644" fmla="*/ 3791418 w 5799173"/>
              <a:gd name="connsiteY9644" fmla="*/ 1405825 h 5017219"/>
              <a:gd name="connsiteX9645" fmla="*/ 3791418 w 5799173"/>
              <a:gd name="connsiteY9645" fmla="*/ 1407404 h 5017219"/>
              <a:gd name="connsiteX9646" fmla="*/ 3780119 w 5799173"/>
              <a:gd name="connsiteY9646" fmla="*/ 1426927 h 5017219"/>
              <a:gd name="connsiteX9647" fmla="*/ 3778707 w 5799173"/>
              <a:gd name="connsiteY9647" fmla="*/ 1427758 h 5017219"/>
              <a:gd name="connsiteX9648" fmla="*/ 3816153 w 5799173"/>
              <a:gd name="connsiteY9648" fmla="*/ 1444126 h 5017219"/>
              <a:gd name="connsiteX9649" fmla="*/ 3814740 w 5799173"/>
              <a:gd name="connsiteY9649" fmla="*/ 1443295 h 5017219"/>
              <a:gd name="connsiteX9650" fmla="*/ 3803275 w 5799173"/>
              <a:gd name="connsiteY9650" fmla="*/ 1423439 h 5017219"/>
              <a:gd name="connsiteX9651" fmla="*/ 3803275 w 5799173"/>
              <a:gd name="connsiteY9651" fmla="*/ 1421862 h 5017219"/>
              <a:gd name="connsiteX9652" fmla="*/ 3814740 w 5799173"/>
              <a:gd name="connsiteY9652" fmla="*/ 1402005 h 5017219"/>
              <a:gd name="connsiteX9653" fmla="*/ 3816153 w 5799173"/>
              <a:gd name="connsiteY9653" fmla="*/ 1401174 h 5017219"/>
              <a:gd name="connsiteX9654" fmla="*/ 3838999 w 5799173"/>
              <a:gd name="connsiteY9654" fmla="*/ 1401174 h 5017219"/>
              <a:gd name="connsiteX9655" fmla="*/ 3840412 w 5799173"/>
              <a:gd name="connsiteY9655" fmla="*/ 1402005 h 5017219"/>
              <a:gd name="connsiteX9656" fmla="*/ 3851876 w 5799173"/>
              <a:gd name="connsiteY9656" fmla="*/ 1421861 h 5017219"/>
              <a:gd name="connsiteX9657" fmla="*/ 3851876 w 5799173"/>
              <a:gd name="connsiteY9657" fmla="*/ 1423439 h 5017219"/>
              <a:gd name="connsiteX9658" fmla="*/ 3840412 w 5799173"/>
              <a:gd name="connsiteY9658" fmla="*/ 1443295 h 5017219"/>
              <a:gd name="connsiteX9659" fmla="*/ 3838999 w 5799173"/>
              <a:gd name="connsiteY9659" fmla="*/ 1444126 h 5017219"/>
              <a:gd name="connsiteX9660" fmla="*/ 3876345 w 5799173"/>
              <a:gd name="connsiteY9660" fmla="*/ 1460359 h 5017219"/>
              <a:gd name="connsiteX9661" fmla="*/ 3874934 w 5799173"/>
              <a:gd name="connsiteY9661" fmla="*/ 1459529 h 5017219"/>
              <a:gd name="connsiteX9662" fmla="*/ 3863469 w 5799173"/>
              <a:gd name="connsiteY9662" fmla="*/ 1439589 h 5017219"/>
              <a:gd name="connsiteX9663" fmla="*/ 3863469 w 5799173"/>
              <a:gd name="connsiteY9663" fmla="*/ 1437928 h 5017219"/>
              <a:gd name="connsiteX9664" fmla="*/ 3874933 w 5799173"/>
              <a:gd name="connsiteY9664" fmla="*/ 1417989 h 5017219"/>
              <a:gd name="connsiteX9665" fmla="*/ 3876346 w 5799173"/>
              <a:gd name="connsiteY9665" fmla="*/ 1417158 h 5017219"/>
              <a:gd name="connsiteX9666" fmla="*/ 3899360 w 5799173"/>
              <a:gd name="connsiteY9666" fmla="*/ 1417158 h 5017219"/>
              <a:gd name="connsiteX9667" fmla="*/ 3900772 w 5799173"/>
              <a:gd name="connsiteY9667" fmla="*/ 1417989 h 5017219"/>
              <a:gd name="connsiteX9668" fmla="*/ 3912236 w 5799173"/>
              <a:gd name="connsiteY9668" fmla="*/ 1437928 h 5017219"/>
              <a:gd name="connsiteX9669" fmla="*/ 3912237 w 5799173"/>
              <a:gd name="connsiteY9669" fmla="*/ 1439589 h 5017219"/>
              <a:gd name="connsiteX9670" fmla="*/ 3900772 w 5799173"/>
              <a:gd name="connsiteY9670" fmla="*/ 1459529 h 5017219"/>
              <a:gd name="connsiteX9671" fmla="*/ 3899360 w 5799173"/>
              <a:gd name="connsiteY9671" fmla="*/ 1460359 h 5017219"/>
              <a:gd name="connsiteX9672" fmla="*/ 1763537 w 5799173"/>
              <a:gd name="connsiteY9672" fmla="*/ 933515 h 5017219"/>
              <a:gd name="connsiteX9673" fmla="*/ 1763123 w 5799173"/>
              <a:gd name="connsiteY9673" fmla="*/ 933266 h 5017219"/>
              <a:gd name="connsiteX9674" fmla="*/ 1759384 w 5799173"/>
              <a:gd name="connsiteY9674" fmla="*/ 926869 h 5017219"/>
              <a:gd name="connsiteX9675" fmla="*/ 1759383 w 5799173"/>
              <a:gd name="connsiteY9675" fmla="*/ 926371 h 5017219"/>
              <a:gd name="connsiteX9676" fmla="*/ 1763123 w 5799173"/>
              <a:gd name="connsiteY9676" fmla="*/ 919973 h 5017219"/>
              <a:gd name="connsiteX9677" fmla="*/ 1763538 w 5799173"/>
              <a:gd name="connsiteY9677" fmla="*/ 919724 h 5017219"/>
              <a:gd name="connsiteX9678" fmla="*/ 1770932 w 5799173"/>
              <a:gd name="connsiteY9678" fmla="*/ 919724 h 5017219"/>
              <a:gd name="connsiteX9679" fmla="*/ 1771347 w 5799173"/>
              <a:gd name="connsiteY9679" fmla="*/ 919973 h 5017219"/>
              <a:gd name="connsiteX9680" fmla="*/ 1775086 w 5799173"/>
              <a:gd name="connsiteY9680" fmla="*/ 926371 h 5017219"/>
              <a:gd name="connsiteX9681" fmla="*/ 1775086 w 5799173"/>
              <a:gd name="connsiteY9681" fmla="*/ 926869 h 5017219"/>
              <a:gd name="connsiteX9682" fmla="*/ 1771346 w 5799173"/>
              <a:gd name="connsiteY9682" fmla="*/ 933266 h 5017219"/>
              <a:gd name="connsiteX9683" fmla="*/ 1770932 w 5799173"/>
              <a:gd name="connsiteY9683" fmla="*/ 933515 h 5017219"/>
              <a:gd name="connsiteX9684" fmla="*/ 1160616 w 5799173"/>
              <a:gd name="connsiteY9684" fmla="*/ 774254 h 5017219"/>
              <a:gd name="connsiteX9685" fmla="*/ 1160034 w 5799173"/>
              <a:gd name="connsiteY9685" fmla="*/ 773922 h 5017219"/>
              <a:gd name="connsiteX9686" fmla="*/ 1155299 w 5799173"/>
              <a:gd name="connsiteY9686" fmla="*/ 765614 h 5017219"/>
              <a:gd name="connsiteX9687" fmla="*/ 1155300 w 5799173"/>
              <a:gd name="connsiteY9687" fmla="*/ 764950 h 5017219"/>
              <a:gd name="connsiteX9688" fmla="*/ 1160117 w 5799173"/>
              <a:gd name="connsiteY9688" fmla="*/ 756642 h 5017219"/>
              <a:gd name="connsiteX9689" fmla="*/ 1160699 w 5799173"/>
              <a:gd name="connsiteY9689" fmla="*/ 756309 h 5017219"/>
              <a:gd name="connsiteX9690" fmla="*/ 1170254 w 5799173"/>
              <a:gd name="connsiteY9690" fmla="*/ 756309 h 5017219"/>
              <a:gd name="connsiteX9691" fmla="*/ 1170835 w 5799173"/>
              <a:gd name="connsiteY9691" fmla="*/ 756642 h 5017219"/>
              <a:gd name="connsiteX9692" fmla="*/ 1175570 w 5799173"/>
              <a:gd name="connsiteY9692" fmla="*/ 764950 h 5017219"/>
              <a:gd name="connsiteX9693" fmla="*/ 1175570 w 5799173"/>
              <a:gd name="connsiteY9693" fmla="*/ 765614 h 5017219"/>
              <a:gd name="connsiteX9694" fmla="*/ 1170752 w 5799173"/>
              <a:gd name="connsiteY9694" fmla="*/ 773922 h 5017219"/>
              <a:gd name="connsiteX9695" fmla="*/ 1170170 w 5799173"/>
              <a:gd name="connsiteY9695" fmla="*/ 774254 h 5017219"/>
              <a:gd name="connsiteX9696" fmla="*/ 1218309 w 5799173"/>
              <a:gd name="connsiteY9696" fmla="*/ 795117 h 5017219"/>
              <a:gd name="connsiteX9697" fmla="*/ 1217395 w 5799173"/>
              <a:gd name="connsiteY9697" fmla="*/ 794618 h 5017219"/>
              <a:gd name="connsiteX9698" fmla="*/ 1210085 w 5799173"/>
              <a:gd name="connsiteY9698" fmla="*/ 781907 h 5017219"/>
              <a:gd name="connsiteX9699" fmla="*/ 1210084 w 5799173"/>
              <a:gd name="connsiteY9699" fmla="*/ 780910 h 5017219"/>
              <a:gd name="connsiteX9700" fmla="*/ 1217395 w 5799173"/>
              <a:gd name="connsiteY9700" fmla="*/ 768198 h 5017219"/>
              <a:gd name="connsiteX9701" fmla="*/ 1218309 w 5799173"/>
              <a:gd name="connsiteY9701" fmla="*/ 767700 h 5017219"/>
              <a:gd name="connsiteX9702" fmla="*/ 1232931 w 5799173"/>
              <a:gd name="connsiteY9702" fmla="*/ 767700 h 5017219"/>
              <a:gd name="connsiteX9703" fmla="*/ 1233844 w 5799173"/>
              <a:gd name="connsiteY9703" fmla="*/ 768198 h 5017219"/>
              <a:gd name="connsiteX9704" fmla="*/ 1241155 w 5799173"/>
              <a:gd name="connsiteY9704" fmla="*/ 780910 h 5017219"/>
              <a:gd name="connsiteX9705" fmla="*/ 1241155 w 5799173"/>
              <a:gd name="connsiteY9705" fmla="*/ 781907 h 5017219"/>
              <a:gd name="connsiteX9706" fmla="*/ 1233844 w 5799173"/>
              <a:gd name="connsiteY9706" fmla="*/ 794618 h 5017219"/>
              <a:gd name="connsiteX9707" fmla="*/ 1232931 w 5799173"/>
              <a:gd name="connsiteY9707" fmla="*/ 795117 h 5017219"/>
              <a:gd name="connsiteX9708" fmla="*/ 1278152 w 5799173"/>
              <a:gd name="connsiteY9708" fmla="*/ 811822 h 5017219"/>
              <a:gd name="connsiteX9709" fmla="*/ 1277239 w 5799173"/>
              <a:gd name="connsiteY9709" fmla="*/ 811324 h 5017219"/>
              <a:gd name="connsiteX9710" fmla="*/ 1269596 w 5799173"/>
              <a:gd name="connsiteY9710" fmla="*/ 798114 h 5017219"/>
              <a:gd name="connsiteX9711" fmla="*/ 1269595 w 5799173"/>
              <a:gd name="connsiteY9711" fmla="*/ 797034 h 5017219"/>
              <a:gd name="connsiteX9712" fmla="*/ 1277239 w 5799173"/>
              <a:gd name="connsiteY9712" fmla="*/ 783824 h 5017219"/>
              <a:gd name="connsiteX9713" fmla="*/ 1278153 w 5799173"/>
              <a:gd name="connsiteY9713" fmla="*/ 783326 h 5017219"/>
              <a:gd name="connsiteX9714" fmla="*/ 1293438 w 5799173"/>
              <a:gd name="connsiteY9714" fmla="*/ 783326 h 5017219"/>
              <a:gd name="connsiteX9715" fmla="*/ 1294353 w 5799173"/>
              <a:gd name="connsiteY9715" fmla="*/ 783824 h 5017219"/>
              <a:gd name="connsiteX9716" fmla="*/ 1301996 w 5799173"/>
              <a:gd name="connsiteY9716" fmla="*/ 797034 h 5017219"/>
              <a:gd name="connsiteX9717" fmla="*/ 1301996 w 5799173"/>
              <a:gd name="connsiteY9717" fmla="*/ 798114 h 5017219"/>
              <a:gd name="connsiteX9718" fmla="*/ 1294353 w 5799173"/>
              <a:gd name="connsiteY9718" fmla="*/ 811324 h 5017219"/>
              <a:gd name="connsiteX9719" fmla="*/ 1293438 w 5799173"/>
              <a:gd name="connsiteY9719" fmla="*/ 811822 h 5017219"/>
              <a:gd name="connsiteX9720" fmla="*/ 1337957 w 5799173"/>
              <a:gd name="connsiteY9720" fmla="*/ 828692 h 5017219"/>
              <a:gd name="connsiteX9721" fmla="*/ 1336960 w 5799173"/>
              <a:gd name="connsiteY9721" fmla="*/ 828110 h 5017219"/>
              <a:gd name="connsiteX9722" fmla="*/ 1328902 w 5799173"/>
              <a:gd name="connsiteY9722" fmla="*/ 814153 h 5017219"/>
              <a:gd name="connsiteX9723" fmla="*/ 1328902 w 5799173"/>
              <a:gd name="connsiteY9723" fmla="*/ 812990 h 5017219"/>
              <a:gd name="connsiteX9724" fmla="*/ 1336960 w 5799173"/>
              <a:gd name="connsiteY9724" fmla="*/ 799033 h 5017219"/>
              <a:gd name="connsiteX9725" fmla="*/ 1337957 w 5799173"/>
              <a:gd name="connsiteY9725" fmla="*/ 798451 h 5017219"/>
              <a:gd name="connsiteX9726" fmla="*/ 1353991 w 5799173"/>
              <a:gd name="connsiteY9726" fmla="*/ 798451 h 5017219"/>
              <a:gd name="connsiteX9727" fmla="*/ 1354989 w 5799173"/>
              <a:gd name="connsiteY9727" fmla="*/ 799033 h 5017219"/>
              <a:gd name="connsiteX9728" fmla="*/ 1363047 w 5799173"/>
              <a:gd name="connsiteY9728" fmla="*/ 812990 h 5017219"/>
              <a:gd name="connsiteX9729" fmla="*/ 1363047 w 5799173"/>
              <a:gd name="connsiteY9729" fmla="*/ 814153 h 5017219"/>
              <a:gd name="connsiteX9730" fmla="*/ 1354989 w 5799173"/>
              <a:gd name="connsiteY9730" fmla="*/ 828110 h 5017219"/>
              <a:gd name="connsiteX9731" fmla="*/ 1353991 w 5799173"/>
              <a:gd name="connsiteY9731" fmla="*/ 828692 h 5017219"/>
              <a:gd name="connsiteX9732" fmla="*/ 1698542 w 5799173"/>
              <a:gd name="connsiteY9732" fmla="*/ 926456 h 5017219"/>
              <a:gd name="connsiteX9733" fmla="*/ 1697462 w 5799173"/>
              <a:gd name="connsiteY9733" fmla="*/ 925874 h 5017219"/>
              <a:gd name="connsiteX9734" fmla="*/ 1688906 w 5799173"/>
              <a:gd name="connsiteY9734" fmla="*/ 911086 h 5017219"/>
              <a:gd name="connsiteX9735" fmla="*/ 1688905 w 5799173"/>
              <a:gd name="connsiteY9735" fmla="*/ 909839 h 5017219"/>
              <a:gd name="connsiteX9736" fmla="*/ 1697462 w 5799173"/>
              <a:gd name="connsiteY9736" fmla="*/ 895053 h 5017219"/>
              <a:gd name="connsiteX9737" fmla="*/ 1698542 w 5799173"/>
              <a:gd name="connsiteY9737" fmla="*/ 894470 h 5017219"/>
              <a:gd name="connsiteX9738" fmla="*/ 1715657 w 5799173"/>
              <a:gd name="connsiteY9738" fmla="*/ 894470 h 5017219"/>
              <a:gd name="connsiteX9739" fmla="*/ 1716736 w 5799173"/>
              <a:gd name="connsiteY9739" fmla="*/ 895052 h 5017219"/>
              <a:gd name="connsiteX9740" fmla="*/ 1725293 w 5799173"/>
              <a:gd name="connsiteY9740" fmla="*/ 909840 h 5017219"/>
              <a:gd name="connsiteX9741" fmla="*/ 1725293 w 5799173"/>
              <a:gd name="connsiteY9741" fmla="*/ 911087 h 5017219"/>
              <a:gd name="connsiteX9742" fmla="*/ 1716736 w 5799173"/>
              <a:gd name="connsiteY9742" fmla="*/ 925874 h 5017219"/>
              <a:gd name="connsiteX9743" fmla="*/ 1715656 w 5799173"/>
              <a:gd name="connsiteY9743" fmla="*/ 926455 h 5017219"/>
              <a:gd name="connsiteX9744" fmla="*/ 2300093 w 5799173"/>
              <a:gd name="connsiteY9744" fmla="*/ 1088310 h 5017219"/>
              <a:gd name="connsiteX9745" fmla="*/ 2299013 w 5799173"/>
              <a:gd name="connsiteY9745" fmla="*/ 1087645 h 5017219"/>
              <a:gd name="connsiteX9746" fmla="*/ 2290208 w 5799173"/>
              <a:gd name="connsiteY9746" fmla="*/ 1072276 h 5017219"/>
              <a:gd name="connsiteX9747" fmla="*/ 2290207 w 5799173"/>
              <a:gd name="connsiteY9747" fmla="*/ 1071028 h 5017219"/>
              <a:gd name="connsiteX9748" fmla="*/ 2299096 w 5799173"/>
              <a:gd name="connsiteY9748" fmla="*/ 1055659 h 5017219"/>
              <a:gd name="connsiteX9749" fmla="*/ 2300176 w 5799173"/>
              <a:gd name="connsiteY9749" fmla="*/ 1054995 h 5017219"/>
              <a:gd name="connsiteX9750" fmla="*/ 2317872 w 5799173"/>
              <a:gd name="connsiteY9750" fmla="*/ 1054995 h 5017219"/>
              <a:gd name="connsiteX9751" fmla="*/ 2318952 w 5799173"/>
              <a:gd name="connsiteY9751" fmla="*/ 1055660 h 5017219"/>
              <a:gd name="connsiteX9752" fmla="*/ 2327759 w 5799173"/>
              <a:gd name="connsiteY9752" fmla="*/ 1071029 h 5017219"/>
              <a:gd name="connsiteX9753" fmla="*/ 2327759 w 5799173"/>
              <a:gd name="connsiteY9753" fmla="*/ 1072276 h 5017219"/>
              <a:gd name="connsiteX9754" fmla="*/ 2318869 w 5799173"/>
              <a:gd name="connsiteY9754" fmla="*/ 1087644 h 5017219"/>
              <a:gd name="connsiteX9755" fmla="*/ 2317789 w 5799173"/>
              <a:gd name="connsiteY9755" fmla="*/ 1088310 h 5017219"/>
              <a:gd name="connsiteX9756" fmla="*/ 4225887 w 5799173"/>
              <a:gd name="connsiteY9756" fmla="*/ 1604700 h 5017219"/>
              <a:gd name="connsiteX9757" fmla="*/ 4224807 w 5799173"/>
              <a:gd name="connsiteY9757" fmla="*/ 1604035 h 5017219"/>
              <a:gd name="connsiteX9758" fmla="*/ 4215752 w 5799173"/>
              <a:gd name="connsiteY9758" fmla="*/ 1588334 h 5017219"/>
              <a:gd name="connsiteX9759" fmla="*/ 4215752 w 5799173"/>
              <a:gd name="connsiteY9759" fmla="*/ 1587087 h 5017219"/>
              <a:gd name="connsiteX9760" fmla="*/ 4224807 w 5799173"/>
              <a:gd name="connsiteY9760" fmla="*/ 1571385 h 5017219"/>
              <a:gd name="connsiteX9761" fmla="*/ 4225887 w 5799173"/>
              <a:gd name="connsiteY9761" fmla="*/ 1570721 h 5017219"/>
              <a:gd name="connsiteX9762" fmla="*/ 4243999 w 5799173"/>
              <a:gd name="connsiteY9762" fmla="*/ 1570721 h 5017219"/>
              <a:gd name="connsiteX9763" fmla="*/ 4245079 w 5799173"/>
              <a:gd name="connsiteY9763" fmla="*/ 1571385 h 5017219"/>
              <a:gd name="connsiteX9764" fmla="*/ 4254134 w 5799173"/>
              <a:gd name="connsiteY9764" fmla="*/ 1587087 h 5017219"/>
              <a:gd name="connsiteX9765" fmla="*/ 4254134 w 5799173"/>
              <a:gd name="connsiteY9765" fmla="*/ 1588334 h 5017219"/>
              <a:gd name="connsiteX9766" fmla="*/ 4245079 w 5799173"/>
              <a:gd name="connsiteY9766" fmla="*/ 1604035 h 5017219"/>
              <a:gd name="connsiteX9767" fmla="*/ 4243999 w 5799173"/>
              <a:gd name="connsiteY9767" fmla="*/ 1604700 h 5017219"/>
              <a:gd name="connsiteX9768" fmla="*/ 4165617 w 5799173"/>
              <a:gd name="connsiteY9768" fmla="*/ 1588656 h 5017219"/>
              <a:gd name="connsiteX9769" fmla="*/ 4164537 w 5799173"/>
              <a:gd name="connsiteY9769" fmla="*/ 1587992 h 5017219"/>
              <a:gd name="connsiteX9770" fmla="*/ 4155482 w 5799173"/>
              <a:gd name="connsiteY9770" fmla="*/ 1572207 h 5017219"/>
              <a:gd name="connsiteX9771" fmla="*/ 4155482 w 5799173"/>
              <a:gd name="connsiteY9771" fmla="*/ 1570961 h 5017219"/>
              <a:gd name="connsiteX9772" fmla="*/ 4164621 w 5799173"/>
              <a:gd name="connsiteY9772" fmla="*/ 1555176 h 5017219"/>
              <a:gd name="connsiteX9773" fmla="*/ 4165701 w 5799173"/>
              <a:gd name="connsiteY9773" fmla="*/ 1554511 h 5017219"/>
              <a:gd name="connsiteX9774" fmla="*/ 4183895 w 5799173"/>
              <a:gd name="connsiteY9774" fmla="*/ 1554511 h 5017219"/>
              <a:gd name="connsiteX9775" fmla="*/ 4184975 w 5799173"/>
              <a:gd name="connsiteY9775" fmla="*/ 1555176 h 5017219"/>
              <a:gd name="connsiteX9776" fmla="*/ 4194031 w 5799173"/>
              <a:gd name="connsiteY9776" fmla="*/ 1570961 h 5017219"/>
              <a:gd name="connsiteX9777" fmla="*/ 4194031 w 5799173"/>
              <a:gd name="connsiteY9777" fmla="*/ 1572207 h 5017219"/>
              <a:gd name="connsiteX9778" fmla="*/ 4184892 w 5799173"/>
              <a:gd name="connsiteY9778" fmla="*/ 1587992 h 5017219"/>
              <a:gd name="connsiteX9779" fmla="*/ 4183812 w 5799173"/>
              <a:gd name="connsiteY9779" fmla="*/ 1588656 h 5017219"/>
              <a:gd name="connsiteX9780" fmla="*/ 4285732 w 5799173"/>
              <a:gd name="connsiteY9780" fmla="*/ 1621397 h 5017219"/>
              <a:gd name="connsiteX9781" fmla="*/ 4284569 w 5799173"/>
              <a:gd name="connsiteY9781" fmla="*/ 1620733 h 5017219"/>
              <a:gd name="connsiteX9782" fmla="*/ 4275181 w 5799173"/>
              <a:gd name="connsiteY9782" fmla="*/ 1604532 h 5017219"/>
              <a:gd name="connsiteX9783" fmla="*/ 4275181 w 5799173"/>
              <a:gd name="connsiteY9783" fmla="*/ 1603203 h 5017219"/>
              <a:gd name="connsiteX9784" fmla="*/ 4284569 w 5799173"/>
              <a:gd name="connsiteY9784" fmla="*/ 1587002 h 5017219"/>
              <a:gd name="connsiteX9785" fmla="*/ 4285732 w 5799173"/>
              <a:gd name="connsiteY9785" fmla="*/ 1586338 h 5017219"/>
              <a:gd name="connsiteX9786" fmla="*/ 4304425 w 5799173"/>
              <a:gd name="connsiteY9786" fmla="*/ 1586338 h 5017219"/>
              <a:gd name="connsiteX9787" fmla="*/ 4305588 w 5799173"/>
              <a:gd name="connsiteY9787" fmla="*/ 1587002 h 5017219"/>
              <a:gd name="connsiteX9788" fmla="*/ 4314976 w 5799173"/>
              <a:gd name="connsiteY9788" fmla="*/ 1603203 h 5017219"/>
              <a:gd name="connsiteX9789" fmla="*/ 4314976 w 5799173"/>
              <a:gd name="connsiteY9789" fmla="*/ 1604532 h 5017219"/>
              <a:gd name="connsiteX9790" fmla="*/ 4305588 w 5799173"/>
              <a:gd name="connsiteY9790" fmla="*/ 1620733 h 5017219"/>
              <a:gd name="connsiteX9791" fmla="*/ 4304425 w 5799173"/>
              <a:gd name="connsiteY9791" fmla="*/ 1621397 h 5017219"/>
              <a:gd name="connsiteX9792" fmla="*/ 4345833 w 5799173"/>
              <a:gd name="connsiteY9792" fmla="*/ 1637701 h 5017219"/>
              <a:gd name="connsiteX9793" fmla="*/ 4344670 w 5799173"/>
              <a:gd name="connsiteY9793" fmla="*/ 1637036 h 5017219"/>
              <a:gd name="connsiteX9794" fmla="*/ 4335199 w 5799173"/>
              <a:gd name="connsiteY9794" fmla="*/ 1620670 h 5017219"/>
              <a:gd name="connsiteX9795" fmla="*/ 4335199 w 5799173"/>
              <a:gd name="connsiteY9795" fmla="*/ 1619340 h 5017219"/>
              <a:gd name="connsiteX9796" fmla="*/ 4344670 w 5799173"/>
              <a:gd name="connsiteY9796" fmla="*/ 1602974 h 5017219"/>
              <a:gd name="connsiteX9797" fmla="*/ 4345833 w 5799173"/>
              <a:gd name="connsiteY9797" fmla="*/ 1602309 h 5017219"/>
              <a:gd name="connsiteX9798" fmla="*/ 4364775 w 5799173"/>
              <a:gd name="connsiteY9798" fmla="*/ 1602309 h 5017219"/>
              <a:gd name="connsiteX9799" fmla="*/ 4365938 w 5799173"/>
              <a:gd name="connsiteY9799" fmla="*/ 1602974 h 5017219"/>
              <a:gd name="connsiteX9800" fmla="*/ 4375409 w 5799173"/>
              <a:gd name="connsiteY9800" fmla="*/ 1619340 h 5017219"/>
              <a:gd name="connsiteX9801" fmla="*/ 4375408 w 5799173"/>
              <a:gd name="connsiteY9801" fmla="*/ 1620670 h 5017219"/>
              <a:gd name="connsiteX9802" fmla="*/ 4365937 w 5799173"/>
              <a:gd name="connsiteY9802" fmla="*/ 1637036 h 5017219"/>
              <a:gd name="connsiteX9803" fmla="*/ 4364775 w 5799173"/>
              <a:gd name="connsiteY9803" fmla="*/ 1637701 h 5017219"/>
              <a:gd name="connsiteX9804" fmla="*/ 1396604 w 5799173"/>
              <a:gd name="connsiteY9804" fmla="*/ 847732 h 5017219"/>
              <a:gd name="connsiteX9805" fmla="*/ 1395441 w 5799173"/>
              <a:gd name="connsiteY9805" fmla="*/ 847067 h 5017219"/>
              <a:gd name="connsiteX9806" fmla="*/ 1385887 w 5799173"/>
              <a:gd name="connsiteY9806" fmla="*/ 830533 h 5017219"/>
              <a:gd name="connsiteX9807" fmla="*/ 1385887 w 5799173"/>
              <a:gd name="connsiteY9807" fmla="*/ 829205 h 5017219"/>
              <a:gd name="connsiteX9808" fmla="*/ 1395441 w 5799173"/>
              <a:gd name="connsiteY9808" fmla="*/ 812672 h 5017219"/>
              <a:gd name="connsiteX9809" fmla="*/ 1396604 w 5799173"/>
              <a:gd name="connsiteY9809" fmla="*/ 812007 h 5017219"/>
              <a:gd name="connsiteX9810" fmla="*/ 1415712 w 5799173"/>
              <a:gd name="connsiteY9810" fmla="*/ 812008 h 5017219"/>
              <a:gd name="connsiteX9811" fmla="*/ 1416875 w 5799173"/>
              <a:gd name="connsiteY9811" fmla="*/ 812672 h 5017219"/>
              <a:gd name="connsiteX9812" fmla="*/ 1426429 w 5799173"/>
              <a:gd name="connsiteY9812" fmla="*/ 829205 h 5017219"/>
              <a:gd name="connsiteX9813" fmla="*/ 1426429 w 5799173"/>
              <a:gd name="connsiteY9813" fmla="*/ 830534 h 5017219"/>
              <a:gd name="connsiteX9814" fmla="*/ 1416875 w 5799173"/>
              <a:gd name="connsiteY9814" fmla="*/ 847067 h 5017219"/>
              <a:gd name="connsiteX9815" fmla="*/ 1415712 w 5799173"/>
              <a:gd name="connsiteY9815" fmla="*/ 847732 h 5017219"/>
              <a:gd name="connsiteX9816" fmla="*/ 5188252 w 5799173"/>
              <a:gd name="connsiteY9816" fmla="*/ 1863899 h 5017219"/>
              <a:gd name="connsiteX9817" fmla="*/ 5187089 w 5799173"/>
              <a:gd name="connsiteY9817" fmla="*/ 1863235 h 5017219"/>
              <a:gd name="connsiteX9818" fmla="*/ 5177452 w 5799173"/>
              <a:gd name="connsiteY9818" fmla="*/ 1846536 h 5017219"/>
              <a:gd name="connsiteX9819" fmla="*/ 5177452 w 5799173"/>
              <a:gd name="connsiteY9819" fmla="*/ 1845206 h 5017219"/>
              <a:gd name="connsiteX9820" fmla="*/ 5187089 w 5799173"/>
              <a:gd name="connsiteY9820" fmla="*/ 1828508 h 5017219"/>
              <a:gd name="connsiteX9821" fmla="*/ 5188252 w 5799173"/>
              <a:gd name="connsiteY9821" fmla="*/ 1827843 h 5017219"/>
              <a:gd name="connsiteX9822" fmla="*/ 5207610 w 5799173"/>
              <a:gd name="connsiteY9822" fmla="*/ 1827843 h 5017219"/>
              <a:gd name="connsiteX9823" fmla="*/ 5208773 w 5799173"/>
              <a:gd name="connsiteY9823" fmla="*/ 1828508 h 5017219"/>
              <a:gd name="connsiteX9824" fmla="*/ 5218410 w 5799173"/>
              <a:gd name="connsiteY9824" fmla="*/ 1845206 h 5017219"/>
              <a:gd name="connsiteX9825" fmla="*/ 5218410 w 5799173"/>
              <a:gd name="connsiteY9825" fmla="*/ 1846536 h 5017219"/>
              <a:gd name="connsiteX9826" fmla="*/ 5208773 w 5799173"/>
              <a:gd name="connsiteY9826" fmla="*/ 1863235 h 5017219"/>
              <a:gd name="connsiteX9827" fmla="*/ 5207610 w 5799173"/>
              <a:gd name="connsiteY9827" fmla="*/ 1863899 h 5017219"/>
              <a:gd name="connsiteX9828" fmla="*/ 2239076 w 5799173"/>
              <a:gd name="connsiteY9828" fmla="*/ 1073761 h 5017219"/>
              <a:gd name="connsiteX9829" fmla="*/ 2237913 w 5799173"/>
              <a:gd name="connsiteY9829" fmla="*/ 1073096 h 5017219"/>
              <a:gd name="connsiteX9830" fmla="*/ 2228194 w 5799173"/>
              <a:gd name="connsiteY9830" fmla="*/ 1056231 h 5017219"/>
              <a:gd name="connsiteX9831" fmla="*/ 2228194 w 5799173"/>
              <a:gd name="connsiteY9831" fmla="*/ 1054819 h 5017219"/>
              <a:gd name="connsiteX9832" fmla="*/ 2237914 w 5799173"/>
              <a:gd name="connsiteY9832" fmla="*/ 1037954 h 5017219"/>
              <a:gd name="connsiteX9833" fmla="*/ 2239077 w 5799173"/>
              <a:gd name="connsiteY9833" fmla="*/ 1037289 h 5017219"/>
              <a:gd name="connsiteX9834" fmla="*/ 2258517 w 5799173"/>
              <a:gd name="connsiteY9834" fmla="*/ 1037289 h 5017219"/>
              <a:gd name="connsiteX9835" fmla="*/ 2259680 w 5799173"/>
              <a:gd name="connsiteY9835" fmla="*/ 1037954 h 5017219"/>
              <a:gd name="connsiteX9836" fmla="*/ 2269401 w 5799173"/>
              <a:gd name="connsiteY9836" fmla="*/ 1054819 h 5017219"/>
              <a:gd name="connsiteX9837" fmla="*/ 2269401 w 5799173"/>
              <a:gd name="connsiteY9837" fmla="*/ 1056231 h 5017219"/>
              <a:gd name="connsiteX9838" fmla="*/ 2259680 w 5799173"/>
              <a:gd name="connsiteY9838" fmla="*/ 1073096 h 5017219"/>
              <a:gd name="connsiteX9839" fmla="*/ 2258517 w 5799173"/>
              <a:gd name="connsiteY9839" fmla="*/ 1073761 h 5017219"/>
              <a:gd name="connsiteX9840" fmla="*/ 2840939 w 5799173"/>
              <a:gd name="connsiteY9840" fmla="*/ 1235029 h 5017219"/>
              <a:gd name="connsiteX9841" fmla="*/ 2839776 w 5799173"/>
              <a:gd name="connsiteY9841" fmla="*/ 1234364 h 5017219"/>
              <a:gd name="connsiteX9842" fmla="*/ 2830056 w 5799173"/>
              <a:gd name="connsiteY9842" fmla="*/ 1217500 h 5017219"/>
              <a:gd name="connsiteX9843" fmla="*/ 2830056 w 5799173"/>
              <a:gd name="connsiteY9843" fmla="*/ 1216087 h 5017219"/>
              <a:gd name="connsiteX9844" fmla="*/ 2839776 w 5799173"/>
              <a:gd name="connsiteY9844" fmla="*/ 1199222 h 5017219"/>
              <a:gd name="connsiteX9845" fmla="*/ 2840939 w 5799173"/>
              <a:gd name="connsiteY9845" fmla="*/ 1198557 h 5017219"/>
              <a:gd name="connsiteX9846" fmla="*/ 2860380 w 5799173"/>
              <a:gd name="connsiteY9846" fmla="*/ 1198557 h 5017219"/>
              <a:gd name="connsiteX9847" fmla="*/ 2861543 w 5799173"/>
              <a:gd name="connsiteY9847" fmla="*/ 1199223 h 5017219"/>
              <a:gd name="connsiteX9848" fmla="*/ 2871263 w 5799173"/>
              <a:gd name="connsiteY9848" fmla="*/ 1216088 h 5017219"/>
              <a:gd name="connsiteX9849" fmla="*/ 2871263 w 5799173"/>
              <a:gd name="connsiteY9849" fmla="*/ 1217500 h 5017219"/>
              <a:gd name="connsiteX9850" fmla="*/ 2861543 w 5799173"/>
              <a:gd name="connsiteY9850" fmla="*/ 1234365 h 5017219"/>
              <a:gd name="connsiteX9851" fmla="*/ 2860380 w 5799173"/>
              <a:gd name="connsiteY9851" fmla="*/ 1235030 h 5017219"/>
              <a:gd name="connsiteX9852" fmla="*/ 4526153 w 5799173"/>
              <a:gd name="connsiteY9852" fmla="*/ 1686581 h 5017219"/>
              <a:gd name="connsiteX9853" fmla="*/ 4524990 w 5799173"/>
              <a:gd name="connsiteY9853" fmla="*/ 1685916 h 5017219"/>
              <a:gd name="connsiteX9854" fmla="*/ 4515270 w 5799173"/>
              <a:gd name="connsiteY9854" fmla="*/ 1669051 h 5017219"/>
              <a:gd name="connsiteX9855" fmla="*/ 4515270 w 5799173"/>
              <a:gd name="connsiteY9855" fmla="*/ 1667639 h 5017219"/>
              <a:gd name="connsiteX9856" fmla="*/ 4524990 w 5799173"/>
              <a:gd name="connsiteY9856" fmla="*/ 1650774 h 5017219"/>
              <a:gd name="connsiteX9857" fmla="*/ 4526153 w 5799173"/>
              <a:gd name="connsiteY9857" fmla="*/ 1650109 h 5017219"/>
              <a:gd name="connsiteX9858" fmla="*/ 4545594 w 5799173"/>
              <a:gd name="connsiteY9858" fmla="*/ 1650109 h 5017219"/>
              <a:gd name="connsiteX9859" fmla="*/ 4546757 w 5799173"/>
              <a:gd name="connsiteY9859" fmla="*/ 1650774 h 5017219"/>
              <a:gd name="connsiteX9860" fmla="*/ 4556477 w 5799173"/>
              <a:gd name="connsiteY9860" fmla="*/ 1667639 h 5017219"/>
              <a:gd name="connsiteX9861" fmla="*/ 4556477 w 5799173"/>
              <a:gd name="connsiteY9861" fmla="*/ 1669051 h 5017219"/>
              <a:gd name="connsiteX9862" fmla="*/ 4546757 w 5799173"/>
              <a:gd name="connsiteY9862" fmla="*/ 1685916 h 5017219"/>
              <a:gd name="connsiteX9863" fmla="*/ 4545594 w 5799173"/>
              <a:gd name="connsiteY9863" fmla="*/ 1686581 h 5017219"/>
              <a:gd name="connsiteX9864" fmla="*/ 1516758 w 5799173"/>
              <a:gd name="connsiteY9864" fmla="*/ 880321 h 5017219"/>
              <a:gd name="connsiteX9865" fmla="*/ 1515595 w 5799173"/>
              <a:gd name="connsiteY9865" fmla="*/ 879657 h 5017219"/>
              <a:gd name="connsiteX9866" fmla="*/ 1505875 w 5799173"/>
              <a:gd name="connsiteY9866" fmla="*/ 862708 h 5017219"/>
              <a:gd name="connsiteX9867" fmla="*/ 1505875 w 5799173"/>
              <a:gd name="connsiteY9867" fmla="*/ 861296 h 5017219"/>
              <a:gd name="connsiteX9868" fmla="*/ 1515678 w 5799173"/>
              <a:gd name="connsiteY9868" fmla="*/ 844349 h 5017219"/>
              <a:gd name="connsiteX9869" fmla="*/ 1516842 w 5799173"/>
              <a:gd name="connsiteY9869" fmla="*/ 843684 h 5017219"/>
              <a:gd name="connsiteX9870" fmla="*/ 1536365 w 5799173"/>
              <a:gd name="connsiteY9870" fmla="*/ 843684 h 5017219"/>
              <a:gd name="connsiteX9871" fmla="*/ 1537528 w 5799173"/>
              <a:gd name="connsiteY9871" fmla="*/ 844348 h 5017219"/>
              <a:gd name="connsiteX9872" fmla="*/ 1547248 w 5799173"/>
              <a:gd name="connsiteY9872" fmla="*/ 861297 h 5017219"/>
              <a:gd name="connsiteX9873" fmla="*/ 1547248 w 5799173"/>
              <a:gd name="connsiteY9873" fmla="*/ 862709 h 5017219"/>
              <a:gd name="connsiteX9874" fmla="*/ 1537445 w 5799173"/>
              <a:gd name="connsiteY9874" fmla="*/ 879656 h 5017219"/>
              <a:gd name="connsiteX9875" fmla="*/ 1536282 w 5799173"/>
              <a:gd name="connsiteY9875" fmla="*/ 880322 h 5017219"/>
              <a:gd name="connsiteX9876" fmla="*/ 4586256 w 5799173"/>
              <a:gd name="connsiteY9876" fmla="*/ 1702791 h 5017219"/>
              <a:gd name="connsiteX9877" fmla="*/ 4585093 w 5799173"/>
              <a:gd name="connsiteY9877" fmla="*/ 1702126 h 5017219"/>
              <a:gd name="connsiteX9878" fmla="*/ 4575373 w 5799173"/>
              <a:gd name="connsiteY9878" fmla="*/ 1685178 h 5017219"/>
              <a:gd name="connsiteX9879" fmla="*/ 4575373 w 5799173"/>
              <a:gd name="connsiteY9879" fmla="*/ 1683766 h 5017219"/>
              <a:gd name="connsiteX9880" fmla="*/ 4585176 w 5799173"/>
              <a:gd name="connsiteY9880" fmla="*/ 1666818 h 5017219"/>
              <a:gd name="connsiteX9881" fmla="*/ 4586339 w 5799173"/>
              <a:gd name="connsiteY9881" fmla="*/ 1666153 h 5017219"/>
              <a:gd name="connsiteX9882" fmla="*/ 4605863 w 5799173"/>
              <a:gd name="connsiteY9882" fmla="*/ 1666153 h 5017219"/>
              <a:gd name="connsiteX9883" fmla="*/ 4607026 w 5799173"/>
              <a:gd name="connsiteY9883" fmla="*/ 1666818 h 5017219"/>
              <a:gd name="connsiteX9884" fmla="*/ 4616746 w 5799173"/>
              <a:gd name="connsiteY9884" fmla="*/ 1683766 h 5017219"/>
              <a:gd name="connsiteX9885" fmla="*/ 4616746 w 5799173"/>
              <a:gd name="connsiteY9885" fmla="*/ 1685178 h 5017219"/>
              <a:gd name="connsiteX9886" fmla="*/ 4606943 w 5799173"/>
              <a:gd name="connsiteY9886" fmla="*/ 1702126 h 5017219"/>
              <a:gd name="connsiteX9887" fmla="*/ 4605780 w 5799173"/>
              <a:gd name="connsiteY9887" fmla="*/ 1702791 h 5017219"/>
              <a:gd name="connsiteX9888" fmla="*/ 4646443 w 5799173"/>
              <a:gd name="connsiteY9888" fmla="*/ 1718918 h 5017219"/>
              <a:gd name="connsiteX9889" fmla="*/ 4645280 w 5799173"/>
              <a:gd name="connsiteY9889" fmla="*/ 1718253 h 5017219"/>
              <a:gd name="connsiteX9890" fmla="*/ 4635560 w 5799173"/>
              <a:gd name="connsiteY9890" fmla="*/ 1701305 h 5017219"/>
              <a:gd name="connsiteX9891" fmla="*/ 4635560 w 5799173"/>
              <a:gd name="connsiteY9891" fmla="*/ 1699893 h 5017219"/>
              <a:gd name="connsiteX9892" fmla="*/ 4645363 w 5799173"/>
              <a:gd name="connsiteY9892" fmla="*/ 1682945 h 5017219"/>
              <a:gd name="connsiteX9893" fmla="*/ 4646526 w 5799173"/>
              <a:gd name="connsiteY9893" fmla="*/ 1682280 h 5017219"/>
              <a:gd name="connsiteX9894" fmla="*/ 4666050 w 5799173"/>
              <a:gd name="connsiteY9894" fmla="*/ 1682280 h 5017219"/>
              <a:gd name="connsiteX9895" fmla="*/ 4667213 w 5799173"/>
              <a:gd name="connsiteY9895" fmla="*/ 1682945 h 5017219"/>
              <a:gd name="connsiteX9896" fmla="*/ 4676933 w 5799173"/>
              <a:gd name="connsiteY9896" fmla="*/ 1699893 h 5017219"/>
              <a:gd name="connsiteX9897" fmla="*/ 4676933 w 5799173"/>
              <a:gd name="connsiteY9897" fmla="*/ 1701305 h 5017219"/>
              <a:gd name="connsiteX9898" fmla="*/ 4667130 w 5799173"/>
              <a:gd name="connsiteY9898" fmla="*/ 1718253 h 5017219"/>
              <a:gd name="connsiteX9899" fmla="*/ 4665967 w 5799173"/>
              <a:gd name="connsiteY9899" fmla="*/ 1718918 h 5017219"/>
              <a:gd name="connsiteX9900" fmla="*/ 4887187 w 5799173"/>
              <a:gd name="connsiteY9900" fmla="*/ 1783425 h 5017219"/>
              <a:gd name="connsiteX9901" fmla="*/ 4886024 w 5799173"/>
              <a:gd name="connsiteY9901" fmla="*/ 1782761 h 5017219"/>
              <a:gd name="connsiteX9902" fmla="*/ 4876304 w 5799173"/>
              <a:gd name="connsiteY9902" fmla="*/ 1765812 h 5017219"/>
              <a:gd name="connsiteX9903" fmla="*/ 4876304 w 5799173"/>
              <a:gd name="connsiteY9903" fmla="*/ 1764400 h 5017219"/>
              <a:gd name="connsiteX9904" fmla="*/ 4886107 w 5799173"/>
              <a:gd name="connsiteY9904" fmla="*/ 1747452 h 5017219"/>
              <a:gd name="connsiteX9905" fmla="*/ 4887270 w 5799173"/>
              <a:gd name="connsiteY9905" fmla="*/ 1746787 h 5017219"/>
              <a:gd name="connsiteX9906" fmla="*/ 4906794 w 5799173"/>
              <a:gd name="connsiteY9906" fmla="*/ 1746787 h 5017219"/>
              <a:gd name="connsiteX9907" fmla="*/ 4907957 w 5799173"/>
              <a:gd name="connsiteY9907" fmla="*/ 1747452 h 5017219"/>
              <a:gd name="connsiteX9908" fmla="*/ 4917677 w 5799173"/>
              <a:gd name="connsiteY9908" fmla="*/ 1764400 h 5017219"/>
              <a:gd name="connsiteX9909" fmla="*/ 4917677 w 5799173"/>
              <a:gd name="connsiteY9909" fmla="*/ 1765812 h 5017219"/>
              <a:gd name="connsiteX9910" fmla="*/ 4907874 w 5799173"/>
              <a:gd name="connsiteY9910" fmla="*/ 1782760 h 5017219"/>
              <a:gd name="connsiteX9911" fmla="*/ 4906711 w 5799173"/>
              <a:gd name="connsiteY9911" fmla="*/ 1783425 h 5017219"/>
              <a:gd name="connsiteX9912" fmla="*/ 1456573 w 5799173"/>
              <a:gd name="connsiteY9912" fmla="*/ 864278 h 5017219"/>
              <a:gd name="connsiteX9913" fmla="*/ 1455409 w 5799173"/>
              <a:gd name="connsiteY9913" fmla="*/ 863614 h 5017219"/>
              <a:gd name="connsiteX9914" fmla="*/ 1445606 w 5799173"/>
              <a:gd name="connsiteY9914" fmla="*/ 846583 h 5017219"/>
              <a:gd name="connsiteX9915" fmla="*/ 1445606 w 5799173"/>
              <a:gd name="connsiteY9915" fmla="*/ 845170 h 5017219"/>
              <a:gd name="connsiteX9916" fmla="*/ 1455409 w 5799173"/>
              <a:gd name="connsiteY9916" fmla="*/ 828139 h 5017219"/>
              <a:gd name="connsiteX9917" fmla="*/ 1456573 w 5799173"/>
              <a:gd name="connsiteY9917" fmla="*/ 827474 h 5017219"/>
              <a:gd name="connsiteX9918" fmla="*/ 1476179 w 5799173"/>
              <a:gd name="connsiteY9918" fmla="*/ 827474 h 5017219"/>
              <a:gd name="connsiteX9919" fmla="*/ 1477342 w 5799173"/>
              <a:gd name="connsiteY9919" fmla="*/ 828139 h 5017219"/>
              <a:gd name="connsiteX9920" fmla="*/ 1487146 w 5799173"/>
              <a:gd name="connsiteY9920" fmla="*/ 845170 h 5017219"/>
              <a:gd name="connsiteX9921" fmla="*/ 1487146 w 5799173"/>
              <a:gd name="connsiteY9921" fmla="*/ 846583 h 5017219"/>
              <a:gd name="connsiteX9922" fmla="*/ 1477342 w 5799173"/>
              <a:gd name="connsiteY9922" fmla="*/ 863614 h 5017219"/>
              <a:gd name="connsiteX9923" fmla="*/ 1476179 w 5799173"/>
              <a:gd name="connsiteY9923" fmla="*/ 864278 h 5017219"/>
              <a:gd name="connsiteX9924" fmla="*/ 4405596 w 5799173"/>
              <a:gd name="connsiteY9924" fmla="*/ 1654646 h 5017219"/>
              <a:gd name="connsiteX9925" fmla="*/ 4404431 w 5799173"/>
              <a:gd name="connsiteY9925" fmla="*/ 1653982 h 5017219"/>
              <a:gd name="connsiteX9926" fmla="*/ 4394546 w 5799173"/>
              <a:gd name="connsiteY9926" fmla="*/ 1636867 h 5017219"/>
              <a:gd name="connsiteX9927" fmla="*/ 4394545 w 5799173"/>
              <a:gd name="connsiteY9927" fmla="*/ 1635455 h 5017219"/>
              <a:gd name="connsiteX9928" fmla="*/ 4404432 w 5799173"/>
              <a:gd name="connsiteY9928" fmla="*/ 1618340 h 5017219"/>
              <a:gd name="connsiteX9929" fmla="*/ 4405596 w 5799173"/>
              <a:gd name="connsiteY9929" fmla="*/ 1617676 h 5017219"/>
              <a:gd name="connsiteX9930" fmla="*/ 4425284 w 5799173"/>
              <a:gd name="connsiteY9930" fmla="*/ 1617676 h 5017219"/>
              <a:gd name="connsiteX9931" fmla="*/ 4426447 w 5799173"/>
              <a:gd name="connsiteY9931" fmla="*/ 1618340 h 5017219"/>
              <a:gd name="connsiteX9932" fmla="*/ 4436334 w 5799173"/>
              <a:gd name="connsiteY9932" fmla="*/ 1635455 h 5017219"/>
              <a:gd name="connsiteX9933" fmla="*/ 4436334 w 5799173"/>
              <a:gd name="connsiteY9933" fmla="*/ 1636867 h 5017219"/>
              <a:gd name="connsiteX9934" fmla="*/ 4426447 w 5799173"/>
              <a:gd name="connsiteY9934" fmla="*/ 1653982 h 5017219"/>
              <a:gd name="connsiteX9935" fmla="*/ 4425284 w 5799173"/>
              <a:gd name="connsiteY9935" fmla="*/ 1654646 h 5017219"/>
              <a:gd name="connsiteX9936" fmla="*/ 4465782 w 5799173"/>
              <a:gd name="connsiteY9936" fmla="*/ 1670773 h 5017219"/>
              <a:gd name="connsiteX9937" fmla="*/ 4464618 w 5799173"/>
              <a:gd name="connsiteY9937" fmla="*/ 1670109 h 5017219"/>
              <a:gd name="connsiteX9938" fmla="*/ 4454732 w 5799173"/>
              <a:gd name="connsiteY9938" fmla="*/ 1652994 h 5017219"/>
              <a:gd name="connsiteX9939" fmla="*/ 4454732 w 5799173"/>
              <a:gd name="connsiteY9939" fmla="*/ 1651582 h 5017219"/>
              <a:gd name="connsiteX9940" fmla="*/ 4464618 w 5799173"/>
              <a:gd name="connsiteY9940" fmla="*/ 1634467 h 5017219"/>
              <a:gd name="connsiteX9941" fmla="*/ 4465782 w 5799173"/>
              <a:gd name="connsiteY9941" fmla="*/ 1633803 h 5017219"/>
              <a:gd name="connsiteX9942" fmla="*/ 4485471 w 5799173"/>
              <a:gd name="connsiteY9942" fmla="*/ 1633803 h 5017219"/>
              <a:gd name="connsiteX9943" fmla="*/ 4486634 w 5799173"/>
              <a:gd name="connsiteY9943" fmla="*/ 1634467 h 5017219"/>
              <a:gd name="connsiteX9944" fmla="*/ 4496521 w 5799173"/>
              <a:gd name="connsiteY9944" fmla="*/ 1651582 h 5017219"/>
              <a:gd name="connsiteX9945" fmla="*/ 4496521 w 5799173"/>
              <a:gd name="connsiteY9945" fmla="*/ 1652994 h 5017219"/>
              <a:gd name="connsiteX9946" fmla="*/ 4486634 w 5799173"/>
              <a:gd name="connsiteY9946" fmla="*/ 1670109 h 5017219"/>
              <a:gd name="connsiteX9947" fmla="*/ 4485471 w 5799173"/>
              <a:gd name="connsiteY9947" fmla="*/ 1670773 h 5017219"/>
              <a:gd name="connsiteX9948" fmla="*/ 4706442 w 5799173"/>
              <a:gd name="connsiteY9948" fmla="*/ 1735457 h 5017219"/>
              <a:gd name="connsiteX9949" fmla="*/ 4705195 w 5799173"/>
              <a:gd name="connsiteY9949" fmla="*/ 1734793 h 5017219"/>
              <a:gd name="connsiteX9950" fmla="*/ 4695226 w 5799173"/>
              <a:gd name="connsiteY9950" fmla="*/ 1717513 h 5017219"/>
              <a:gd name="connsiteX9951" fmla="*/ 4695226 w 5799173"/>
              <a:gd name="connsiteY9951" fmla="*/ 1716100 h 5017219"/>
              <a:gd name="connsiteX9952" fmla="*/ 4705195 w 5799173"/>
              <a:gd name="connsiteY9952" fmla="*/ 1698820 h 5017219"/>
              <a:gd name="connsiteX9953" fmla="*/ 4706442 w 5799173"/>
              <a:gd name="connsiteY9953" fmla="*/ 1698155 h 5017219"/>
              <a:gd name="connsiteX9954" fmla="*/ 4726381 w 5799173"/>
              <a:gd name="connsiteY9954" fmla="*/ 1698155 h 5017219"/>
              <a:gd name="connsiteX9955" fmla="*/ 4727627 w 5799173"/>
              <a:gd name="connsiteY9955" fmla="*/ 1698820 h 5017219"/>
              <a:gd name="connsiteX9956" fmla="*/ 4737596 w 5799173"/>
              <a:gd name="connsiteY9956" fmla="*/ 1716100 h 5017219"/>
              <a:gd name="connsiteX9957" fmla="*/ 4737596 w 5799173"/>
              <a:gd name="connsiteY9957" fmla="*/ 1717513 h 5017219"/>
              <a:gd name="connsiteX9958" fmla="*/ 4727627 w 5799173"/>
              <a:gd name="connsiteY9958" fmla="*/ 1734793 h 5017219"/>
              <a:gd name="connsiteX9959" fmla="*/ 4726381 w 5799173"/>
              <a:gd name="connsiteY9959" fmla="*/ 1735457 h 5017219"/>
              <a:gd name="connsiteX9960" fmla="*/ 4766567 w 5799173"/>
              <a:gd name="connsiteY9960" fmla="*/ 1751670 h 5017219"/>
              <a:gd name="connsiteX9961" fmla="*/ 4765319 w 5799173"/>
              <a:gd name="connsiteY9961" fmla="*/ 1750921 h 5017219"/>
              <a:gd name="connsiteX9962" fmla="*/ 4755351 w 5799173"/>
              <a:gd name="connsiteY9962" fmla="*/ 1733559 h 5017219"/>
              <a:gd name="connsiteX9963" fmla="*/ 4755351 w 5799173"/>
              <a:gd name="connsiteY9963" fmla="*/ 1732146 h 5017219"/>
              <a:gd name="connsiteX9964" fmla="*/ 4765403 w 5799173"/>
              <a:gd name="connsiteY9964" fmla="*/ 1714783 h 5017219"/>
              <a:gd name="connsiteX9965" fmla="*/ 4766650 w 5799173"/>
              <a:gd name="connsiteY9965" fmla="*/ 1714035 h 5017219"/>
              <a:gd name="connsiteX9966" fmla="*/ 4786671 w 5799173"/>
              <a:gd name="connsiteY9966" fmla="*/ 1714035 h 5017219"/>
              <a:gd name="connsiteX9967" fmla="*/ 4787918 w 5799173"/>
              <a:gd name="connsiteY9967" fmla="*/ 1714783 h 5017219"/>
              <a:gd name="connsiteX9968" fmla="*/ 4797887 w 5799173"/>
              <a:gd name="connsiteY9968" fmla="*/ 1732146 h 5017219"/>
              <a:gd name="connsiteX9969" fmla="*/ 4797886 w 5799173"/>
              <a:gd name="connsiteY9969" fmla="*/ 1733559 h 5017219"/>
              <a:gd name="connsiteX9970" fmla="*/ 4787835 w 5799173"/>
              <a:gd name="connsiteY9970" fmla="*/ 1750922 h 5017219"/>
              <a:gd name="connsiteX9971" fmla="*/ 4786588 w 5799173"/>
              <a:gd name="connsiteY9971" fmla="*/ 1751670 h 5017219"/>
              <a:gd name="connsiteX9972" fmla="*/ 4826754 w 5799173"/>
              <a:gd name="connsiteY9972" fmla="*/ 1767880 h 5017219"/>
              <a:gd name="connsiteX9973" fmla="*/ 4825507 w 5799173"/>
              <a:gd name="connsiteY9973" fmla="*/ 1767132 h 5017219"/>
              <a:gd name="connsiteX9974" fmla="*/ 4815455 w 5799173"/>
              <a:gd name="connsiteY9974" fmla="*/ 1749686 h 5017219"/>
              <a:gd name="connsiteX9975" fmla="*/ 4815454 w 5799173"/>
              <a:gd name="connsiteY9975" fmla="*/ 1748273 h 5017219"/>
              <a:gd name="connsiteX9976" fmla="*/ 4825508 w 5799173"/>
              <a:gd name="connsiteY9976" fmla="*/ 1730827 h 5017219"/>
              <a:gd name="connsiteX9977" fmla="*/ 4826753 w 5799173"/>
              <a:gd name="connsiteY9977" fmla="*/ 1730078 h 5017219"/>
              <a:gd name="connsiteX9978" fmla="*/ 4846858 w 5799173"/>
              <a:gd name="connsiteY9978" fmla="*/ 1730079 h 5017219"/>
              <a:gd name="connsiteX9979" fmla="*/ 4848105 w 5799173"/>
              <a:gd name="connsiteY9979" fmla="*/ 1730827 h 5017219"/>
              <a:gd name="connsiteX9980" fmla="*/ 4858157 w 5799173"/>
              <a:gd name="connsiteY9980" fmla="*/ 1748273 h 5017219"/>
              <a:gd name="connsiteX9981" fmla="*/ 4858158 w 5799173"/>
              <a:gd name="connsiteY9981" fmla="*/ 1749686 h 5017219"/>
              <a:gd name="connsiteX9982" fmla="*/ 4848104 w 5799173"/>
              <a:gd name="connsiteY9982" fmla="*/ 1767132 h 5017219"/>
              <a:gd name="connsiteX9983" fmla="*/ 4846859 w 5799173"/>
              <a:gd name="connsiteY9983" fmla="*/ 1767880 h 5017219"/>
              <a:gd name="connsiteX9984" fmla="*/ 4947125 w 5799173"/>
              <a:gd name="connsiteY9984" fmla="*/ 1800133 h 5017219"/>
              <a:gd name="connsiteX9985" fmla="*/ 4945879 w 5799173"/>
              <a:gd name="connsiteY9985" fmla="*/ 1799385 h 5017219"/>
              <a:gd name="connsiteX9986" fmla="*/ 4935826 w 5799173"/>
              <a:gd name="connsiteY9986" fmla="*/ 1781939 h 5017219"/>
              <a:gd name="connsiteX9987" fmla="*/ 4935826 w 5799173"/>
              <a:gd name="connsiteY9987" fmla="*/ 1780526 h 5017219"/>
              <a:gd name="connsiteX9988" fmla="*/ 4945879 w 5799173"/>
              <a:gd name="connsiteY9988" fmla="*/ 1763080 h 5017219"/>
              <a:gd name="connsiteX9989" fmla="*/ 4947125 w 5799173"/>
              <a:gd name="connsiteY9989" fmla="*/ 1762332 h 5017219"/>
              <a:gd name="connsiteX9990" fmla="*/ 4967230 w 5799173"/>
              <a:gd name="connsiteY9990" fmla="*/ 1762332 h 5017219"/>
              <a:gd name="connsiteX9991" fmla="*/ 4968476 w 5799173"/>
              <a:gd name="connsiteY9991" fmla="*/ 1763080 h 5017219"/>
              <a:gd name="connsiteX9992" fmla="*/ 4978529 w 5799173"/>
              <a:gd name="connsiteY9992" fmla="*/ 1780526 h 5017219"/>
              <a:gd name="connsiteX9993" fmla="*/ 4978529 w 5799173"/>
              <a:gd name="connsiteY9993" fmla="*/ 1781939 h 5017219"/>
              <a:gd name="connsiteX9994" fmla="*/ 4968476 w 5799173"/>
              <a:gd name="connsiteY9994" fmla="*/ 1799385 h 5017219"/>
              <a:gd name="connsiteX9995" fmla="*/ 4967230 w 5799173"/>
              <a:gd name="connsiteY9995" fmla="*/ 1800133 h 5017219"/>
              <a:gd name="connsiteX9996" fmla="*/ 5007312 w 5799173"/>
              <a:gd name="connsiteY9996" fmla="*/ 1816260 h 5017219"/>
              <a:gd name="connsiteX9997" fmla="*/ 5006066 w 5799173"/>
              <a:gd name="connsiteY9997" fmla="*/ 1815512 h 5017219"/>
              <a:gd name="connsiteX9998" fmla="*/ 4996013 w 5799173"/>
              <a:gd name="connsiteY9998" fmla="*/ 1798066 h 5017219"/>
              <a:gd name="connsiteX9999" fmla="*/ 4996013 w 5799173"/>
              <a:gd name="connsiteY9999" fmla="*/ 1796653 h 5017219"/>
              <a:gd name="connsiteX10000" fmla="*/ 5006066 w 5799173"/>
              <a:gd name="connsiteY10000" fmla="*/ 1779207 h 5017219"/>
              <a:gd name="connsiteX10001" fmla="*/ 5007312 w 5799173"/>
              <a:gd name="connsiteY10001" fmla="*/ 1778459 h 5017219"/>
              <a:gd name="connsiteX10002" fmla="*/ 5027417 w 5799173"/>
              <a:gd name="connsiteY10002" fmla="*/ 1778459 h 5017219"/>
              <a:gd name="connsiteX10003" fmla="*/ 5028663 w 5799173"/>
              <a:gd name="connsiteY10003" fmla="*/ 1779207 h 5017219"/>
              <a:gd name="connsiteX10004" fmla="*/ 5038716 w 5799173"/>
              <a:gd name="connsiteY10004" fmla="*/ 1796653 h 5017219"/>
              <a:gd name="connsiteX10005" fmla="*/ 5038716 w 5799173"/>
              <a:gd name="connsiteY10005" fmla="*/ 1798066 h 5017219"/>
              <a:gd name="connsiteX10006" fmla="*/ 5028663 w 5799173"/>
              <a:gd name="connsiteY10006" fmla="*/ 1815512 h 5017219"/>
              <a:gd name="connsiteX10007" fmla="*/ 5027417 w 5799173"/>
              <a:gd name="connsiteY10007" fmla="*/ 1816260 h 5017219"/>
              <a:gd name="connsiteX10008" fmla="*/ 5127684 w 5799173"/>
              <a:gd name="connsiteY10008" fmla="*/ 1848514 h 5017219"/>
              <a:gd name="connsiteX10009" fmla="*/ 5126438 w 5799173"/>
              <a:gd name="connsiteY10009" fmla="*/ 1847766 h 5017219"/>
              <a:gd name="connsiteX10010" fmla="*/ 5116385 w 5799173"/>
              <a:gd name="connsiteY10010" fmla="*/ 1830320 h 5017219"/>
              <a:gd name="connsiteX10011" fmla="*/ 5116385 w 5799173"/>
              <a:gd name="connsiteY10011" fmla="*/ 1828907 h 5017219"/>
              <a:gd name="connsiteX10012" fmla="*/ 5126438 w 5799173"/>
              <a:gd name="connsiteY10012" fmla="*/ 1811461 h 5017219"/>
              <a:gd name="connsiteX10013" fmla="*/ 5127684 w 5799173"/>
              <a:gd name="connsiteY10013" fmla="*/ 1810712 h 5017219"/>
              <a:gd name="connsiteX10014" fmla="*/ 5147789 w 5799173"/>
              <a:gd name="connsiteY10014" fmla="*/ 1810713 h 5017219"/>
              <a:gd name="connsiteX10015" fmla="*/ 5149035 w 5799173"/>
              <a:gd name="connsiteY10015" fmla="*/ 1811461 h 5017219"/>
              <a:gd name="connsiteX10016" fmla="*/ 5159088 w 5799173"/>
              <a:gd name="connsiteY10016" fmla="*/ 1828907 h 5017219"/>
              <a:gd name="connsiteX10017" fmla="*/ 5159088 w 5799173"/>
              <a:gd name="connsiteY10017" fmla="*/ 1830320 h 5017219"/>
              <a:gd name="connsiteX10018" fmla="*/ 5149035 w 5799173"/>
              <a:gd name="connsiteY10018" fmla="*/ 1847766 h 5017219"/>
              <a:gd name="connsiteX10019" fmla="*/ 5147789 w 5799173"/>
              <a:gd name="connsiteY10019" fmla="*/ 1848514 h 5017219"/>
              <a:gd name="connsiteX10020" fmla="*/ 2419302 w 5799173"/>
              <a:gd name="connsiteY10020" fmla="*/ 1122805 h 5017219"/>
              <a:gd name="connsiteX10021" fmla="*/ 2418056 w 5799173"/>
              <a:gd name="connsiteY10021" fmla="*/ 1122057 h 5017219"/>
              <a:gd name="connsiteX10022" fmla="*/ 2408004 w 5799173"/>
              <a:gd name="connsiteY10022" fmla="*/ 1104611 h 5017219"/>
              <a:gd name="connsiteX10023" fmla="*/ 2408004 w 5799173"/>
              <a:gd name="connsiteY10023" fmla="*/ 1103198 h 5017219"/>
              <a:gd name="connsiteX10024" fmla="*/ 2418056 w 5799173"/>
              <a:gd name="connsiteY10024" fmla="*/ 1085752 h 5017219"/>
              <a:gd name="connsiteX10025" fmla="*/ 2419302 w 5799173"/>
              <a:gd name="connsiteY10025" fmla="*/ 1085004 h 5017219"/>
              <a:gd name="connsiteX10026" fmla="*/ 2439408 w 5799173"/>
              <a:gd name="connsiteY10026" fmla="*/ 1085004 h 5017219"/>
              <a:gd name="connsiteX10027" fmla="*/ 2440654 w 5799173"/>
              <a:gd name="connsiteY10027" fmla="*/ 1085752 h 5017219"/>
              <a:gd name="connsiteX10028" fmla="*/ 2450707 w 5799173"/>
              <a:gd name="connsiteY10028" fmla="*/ 1103198 h 5017219"/>
              <a:gd name="connsiteX10029" fmla="*/ 2450707 w 5799173"/>
              <a:gd name="connsiteY10029" fmla="*/ 1104611 h 5017219"/>
              <a:gd name="connsiteX10030" fmla="*/ 2440654 w 5799173"/>
              <a:gd name="connsiteY10030" fmla="*/ 1122057 h 5017219"/>
              <a:gd name="connsiteX10031" fmla="*/ 2439408 w 5799173"/>
              <a:gd name="connsiteY10031" fmla="*/ 1122805 h 5017219"/>
              <a:gd name="connsiteX10032" fmla="*/ 1636800 w 5799173"/>
              <a:gd name="connsiteY10032" fmla="*/ 913240 h 5017219"/>
              <a:gd name="connsiteX10033" fmla="*/ 1635554 w 5799173"/>
              <a:gd name="connsiteY10033" fmla="*/ 912492 h 5017219"/>
              <a:gd name="connsiteX10034" fmla="*/ 1625418 w 5799173"/>
              <a:gd name="connsiteY10034" fmla="*/ 894962 h 5017219"/>
              <a:gd name="connsiteX10035" fmla="*/ 1625418 w 5799173"/>
              <a:gd name="connsiteY10035" fmla="*/ 893550 h 5017219"/>
              <a:gd name="connsiteX10036" fmla="*/ 1635554 w 5799173"/>
              <a:gd name="connsiteY10036" fmla="*/ 876020 h 5017219"/>
              <a:gd name="connsiteX10037" fmla="*/ 1636800 w 5799173"/>
              <a:gd name="connsiteY10037" fmla="*/ 875272 h 5017219"/>
              <a:gd name="connsiteX10038" fmla="*/ 1657071 w 5799173"/>
              <a:gd name="connsiteY10038" fmla="*/ 875273 h 5017219"/>
              <a:gd name="connsiteX10039" fmla="*/ 1658317 w 5799173"/>
              <a:gd name="connsiteY10039" fmla="*/ 876020 h 5017219"/>
              <a:gd name="connsiteX10040" fmla="*/ 1668453 w 5799173"/>
              <a:gd name="connsiteY10040" fmla="*/ 893551 h 5017219"/>
              <a:gd name="connsiteX10041" fmla="*/ 1668453 w 5799173"/>
              <a:gd name="connsiteY10041" fmla="*/ 894962 h 5017219"/>
              <a:gd name="connsiteX10042" fmla="*/ 1658317 w 5799173"/>
              <a:gd name="connsiteY10042" fmla="*/ 912492 h 5017219"/>
              <a:gd name="connsiteX10043" fmla="*/ 1657071 w 5799173"/>
              <a:gd name="connsiteY10043" fmla="*/ 913240 h 5017219"/>
              <a:gd name="connsiteX10044" fmla="*/ 5067415 w 5799173"/>
              <a:gd name="connsiteY10044" fmla="*/ 1832470 h 5017219"/>
              <a:gd name="connsiteX10045" fmla="*/ 5066169 w 5799173"/>
              <a:gd name="connsiteY10045" fmla="*/ 1831723 h 5017219"/>
              <a:gd name="connsiteX10046" fmla="*/ 5056033 w 5799173"/>
              <a:gd name="connsiteY10046" fmla="*/ 1814193 h 5017219"/>
              <a:gd name="connsiteX10047" fmla="*/ 5056033 w 5799173"/>
              <a:gd name="connsiteY10047" fmla="*/ 1812781 h 5017219"/>
              <a:gd name="connsiteX10048" fmla="*/ 5066169 w 5799173"/>
              <a:gd name="connsiteY10048" fmla="*/ 1795251 h 5017219"/>
              <a:gd name="connsiteX10049" fmla="*/ 5067415 w 5799173"/>
              <a:gd name="connsiteY10049" fmla="*/ 1794503 h 5017219"/>
              <a:gd name="connsiteX10050" fmla="*/ 5087686 w 5799173"/>
              <a:gd name="connsiteY10050" fmla="*/ 1794503 h 5017219"/>
              <a:gd name="connsiteX10051" fmla="*/ 5088932 w 5799173"/>
              <a:gd name="connsiteY10051" fmla="*/ 1795251 h 5017219"/>
              <a:gd name="connsiteX10052" fmla="*/ 5099068 w 5799173"/>
              <a:gd name="connsiteY10052" fmla="*/ 1812781 h 5017219"/>
              <a:gd name="connsiteX10053" fmla="*/ 5099068 w 5799173"/>
              <a:gd name="connsiteY10053" fmla="*/ 1814193 h 5017219"/>
              <a:gd name="connsiteX10054" fmla="*/ 5088932 w 5799173"/>
              <a:gd name="connsiteY10054" fmla="*/ 1831723 h 5017219"/>
              <a:gd name="connsiteX10055" fmla="*/ 5087686 w 5799173"/>
              <a:gd name="connsiteY10055" fmla="*/ 1832470 h 5017219"/>
              <a:gd name="connsiteX10056" fmla="*/ 1576427 w 5799173"/>
              <a:gd name="connsiteY10056" fmla="*/ 897432 h 5017219"/>
              <a:gd name="connsiteX10057" fmla="*/ 1575181 w 5799173"/>
              <a:gd name="connsiteY10057" fmla="*/ 896684 h 5017219"/>
              <a:gd name="connsiteX10058" fmla="*/ 1564879 w 5799173"/>
              <a:gd name="connsiteY10058" fmla="*/ 878905 h 5017219"/>
              <a:gd name="connsiteX10059" fmla="*/ 1564879 w 5799173"/>
              <a:gd name="connsiteY10059" fmla="*/ 877492 h 5017219"/>
              <a:gd name="connsiteX10060" fmla="*/ 1575181 w 5799173"/>
              <a:gd name="connsiteY10060" fmla="*/ 859714 h 5017219"/>
              <a:gd name="connsiteX10061" fmla="*/ 1576427 w 5799173"/>
              <a:gd name="connsiteY10061" fmla="*/ 858966 h 5017219"/>
              <a:gd name="connsiteX10062" fmla="*/ 1596948 w 5799173"/>
              <a:gd name="connsiteY10062" fmla="*/ 858966 h 5017219"/>
              <a:gd name="connsiteX10063" fmla="*/ 1598194 w 5799173"/>
              <a:gd name="connsiteY10063" fmla="*/ 859714 h 5017219"/>
              <a:gd name="connsiteX10064" fmla="*/ 1608496 w 5799173"/>
              <a:gd name="connsiteY10064" fmla="*/ 877492 h 5017219"/>
              <a:gd name="connsiteX10065" fmla="*/ 1608496 w 5799173"/>
              <a:gd name="connsiteY10065" fmla="*/ 878905 h 5017219"/>
              <a:gd name="connsiteX10066" fmla="*/ 1598194 w 5799173"/>
              <a:gd name="connsiteY10066" fmla="*/ 896684 h 5017219"/>
              <a:gd name="connsiteX10067" fmla="*/ 1596948 w 5799173"/>
              <a:gd name="connsiteY10067" fmla="*/ 897432 h 5017219"/>
              <a:gd name="connsiteX10068" fmla="*/ 2358774 w 5799173"/>
              <a:gd name="connsiteY10068" fmla="*/ 1107259 h 5017219"/>
              <a:gd name="connsiteX10069" fmla="*/ 2357528 w 5799173"/>
              <a:gd name="connsiteY10069" fmla="*/ 1106512 h 5017219"/>
              <a:gd name="connsiteX10070" fmla="*/ 2347143 w 5799173"/>
              <a:gd name="connsiteY10070" fmla="*/ 1088567 h 5017219"/>
              <a:gd name="connsiteX10071" fmla="*/ 2347143 w 5799173"/>
              <a:gd name="connsiteY10071" fmla="*/ 1087071 h 5017219"/>
              <a:gd name="connsiteX10072" fmla="*/ 2357529 w 5799173"/>
              <a:gd name="connsiteY10072" fmla="*/ 1069126 h 5017219"/>
              <a:gd name="connsiteX10073" fmla="*/ 2358775 w 5799173"/>
              <a:gd name="connsiteY10073" fmla="*/ 1068378 h 5017219"/>
              <a:gd name="connsiteX10074" fmla="*/ 2379544 w 5799173"/>
              <a:gd name="connsiteY10074" fmla="*/ 1068378 h 5017219"/>
              <a:gd name="connsiteX10075" fmla="*/ 2380790 w 5799173"/>
              <a:gd name="connsiteY10075" fmla="*/ 1069126 h 5017219"/>
              <a:gd name="connsiteX10076" fmla="*/ 2391176 w 5799173"/>
              <a:gd name="connsiteY10076" fmla="*/ 1087071 h 5017219"/>
              <a:gd name="connsiteX10077" fmla="*/ 2391175 w 5799173"/>
              <a:gd name="connsiteY10077" fmla="*/ 1088567 h 5017219"/>
              <a:gd name="connsiteX10078" fmla="*/ 2380790 w 5799173"/>
              <a:gd name="connsiteY10078" fmla="*/ 1106512 h 5017219"/>
              <a:gd name="connsiteX10079" fmla="*/ 2379544 w 5799173"/>
              <a:gd name="connsiteY10079" fmla="*/ 1107259 h 5017219"/>
              <a:gd name="connsiteX10080" fmla="*/ 3261567 w 5799173"/>
              <a:gd name="connsiteY10080" fmla="*/ 1349162 h 5017219"/>
              <a:gd name="connsiteX10081" fmla="*/ 3260321 w 5799173"/>
              <a:gd name="connsiteY10081" fmla="*/ 1348415 h 5017219"/>
              <a:gd name="connsiteX10082" fmla="*/ 3249936 w 5799173"/>
              <a:gd name="connsiteY10082" fmla="*/ 1330470 h 5017219"/>
              <a:gd name="connsiteX10083" fmla="*/ 3249936 w 5799173"/>
              <a:gd name="connsiteY10083" fmla="*/ 1328974 h 5017219"/>
              <a:gd name="connsiteX10084" fmla="*/ 3260321 w 5799173"/>
              <a:gd name="connsiteY10084" fmla="*/ 1311029 h 5017219"/>
              <a:gd name="connsiteX10085" fmla="*/ 3261567 w 5799173"/>
              <a:gd name="connsiteY10085" fmla="*/ 1310281 h 5017219"/>
              <a:gd name="connsiteX10086" fmla="*/ 3282337 w 5799173"/>
              <a:gd name="connsiteY10086" fmla="*/ 1310281 h 5017219"/>
              <a:gd name="connsiteX10087" fmla="*/ 3283583 w 5799173"/>
              <a:gd name="connsiteY10087" fmla="*/ 1311029 h 5017219"/>
              <a:gd name="connsiteX10088" fmla="*/ 3293968 w 5799173"/>
              <a:gd name="connsiteY10088" fmla="*/ 1328974 h 5017219"/>
              <a:gd name="connsiteX10089" fmla="*/ 3293968 w 5799173"/>
              <a:gd name="connsiteY10089" fmla="*/ 1330470 h 5017219"/>
              <a:gd name="connsiteX10090" fmla="*/ 3283583 w 5799173"/>
              <a:gd name="connsiteY10090" fmla="*/ 1348415 h 5017219"/>
              <a:gd name="connsiteX10091" fmla="*/ 3282337 w 5799173"/>
              <a:gd name="connsiteY10091" fmla="*/ 1349162 h 5017219"/>
              <a:gd name="connsiteX10092" fmla="*/ 3682788 w 5799173"/>
              <a:gd name="connsiteY10092" fmla="*/ 1462133 h 5017219"/>
              <a:gd name="connsiteX10093" fmla="*/ 3681541 w 5799173"/>
              <a:gd name="connsiteY10093" fmla="*/ 1461385 h 5017219"/>
              <a:gd name="connsiteX10094" fmla="*/ 3671156 w 5799173"/>
              <a:gd name="connsiteY10094" fmla="*/ 1443357 h 5017219"/>
              <a:gd name="connsiteX10095" fmla="*/ 3671157 w 5799173"/>
              <a:gd name="connsiteY10095" fmla="*/ 1441861 h 5017219"/>
              <a:gd name="connsiteX10096" fmla="*/ 3681624 w 5799173"/>
              <a:gd name="connsiteY10096" fmla="*/ 1423833 h 5017219"/>
              <a:gd name="connsiteX10097" fmla="*/ 3682870 w 5799173"/>
              <a:gd name="connsiteY10097" fmla="*/ 1423086 h 5017219"/>
              <a:gd name="connsiteX10098" fmla="*/ 3703723 w 5799173"/>
              <a:gd name="connsiteY10098" fmla="*/ 1423086 h 5017219"/>
              <a:gd name="connsiteX10099" fmla="*/ 3704970 w 5799173"/>
              <a:gd name="connsiteY10099" fmla="*/ 1423833 h 5017219"/>
              <a:gd name="connsiteX10100" fmla="*/ 3715354 w 5799173"/>
              <a:gd name="connsiteY10100" fmla="*/ 1441861 h 5017219"/>
              <a:gd name="connsiteX10101" fmla="*/ 3715354 w 5799173"/>
              <a:gd name="connsiteY10101" fmla="*/ 1443357 h 5017219"/>
              <a:gd name="connsiteX10102" fmla="*/ 3704887 w 5799173"/>
              <a:gd name="connsiteY10102" fmla="*/ 1461385 h 5017219"/>
              <a:gd name="connsiteX10103" fmla="*/ 3703641 w 5799173"/>
              <a:gd name="connsiteY10103" fmla="*/ 1462133 h 5017219"/>
              <a:gd name="connsiteX10104" fmla="*/ 3562415 w 5799173"/>
              <a:gd name="connsiteY10104" fmla="*/ 1429962 h 5017219"/>
              <a:gd name="connsiteX10105" fmla="*/ 3561170 w 5799173"/>
              <a:gd name="connsiteY10105" fmla="*/ 1429215 h 5017219"/>
              <a:gd name="connsiteX10106" fmla="*/ 3550702 w 5799173"/>
              <a:gd name="connsiteY10106" fmla="*/ 1411103 h 5017219"/>
              <a:gd name="connsiteX10107" fmla="*/ 3550702 w 5799173"/>
              <a:gd name="connsiteY10107" fmla="*/ 1409608 h 5017219"/>
              <a:gd name="connsiteX10108" fmla="*/ 3561170 w 5799173"/>
              <a:gd name="connsiteY10108" fmla="*/ 1391496 h 5017219"/>
              <a:gd name="connsiteX10109" fmla="*/ 3562415 w 5799173"/>
              <a:gd name="connsiteY10109" fmla="*/ 1390749 h 5017219"/>
              <a:gd name="connsiteX10110" fmla="*/ 3583352 w 5799173"/>
              <a:gd name="connsiteY10110" fmla="*/ 1390750 h 5017219"/>
              <a:gd name="connsiteX10111" fmla="*/ 3584597 w 5799173"/>
              <a:gd name="connsiteY10111" fmla="*/ 1391496 h 5017219"/>
              <a:gd name="connsiteX10112" fmla="*/ 3595065 w 5799173"/>
              <a:gd name="connsiteY10112" fmla="*/ 1409608 h 5017219"/>
              <a:gd name="connsiteX10113" fmla="*/ 3595065 w 5799173"/>
              <a:gd name="connsiteY10113" fmla="*/ 1411103 h 5017219"/>
              <a:gd name="connsiteX10114" fmla="*/ 3584597 w 5799173"/>
              <a:gd name="connsiteY10114" fmla="*/ 1429215 h 5017219"/>
              <a:gd name="connsiteX10115" fmla="*/ 3583352 w 5799173"/>
              <a:gd name="connsiteY10115" fmla="*/ 1429962 h 5017219"/>
              <a:gd name="connsiteX10116" fmla="*/ 3742974 w 5799173"/>
              <a:gd name="connsiteY10116" fmla="*/ 1478343 h 5017219"/>
              <a:gd name="connsiteX10117" fmla="*/ 3741728 w 5799173"/>
              <a:gd name="connsiteY10117" fmla="*/ 1477596 h 5017219"/>
              <a:gd name="connsiteX10118" fmla="*/ 3731260 w 5799173"/>
              <a:gd name="connsiteY10118" fmla="*/ 1459484 h 5017219"/>
              <a:gd name="connsiteX10119" fmla="*/ 3731260 w 5799173"/>
              <a:gd name="connsiteY10119" fmla="*/ 1457989 h 5017219"/>
              <a:gd name="connsiteX10120" fmla="*/ 3741728 w 5799173"/>
              <a:gd name="connsiteY10120" fmla="*/ 1439877 h 5017219"/>
              <a:gd name="connsiteX10121" fmla="*/ 3742974 w 5799173"/>
              <a:gd name="connsiteY10121" fmla="*/ 1439130 h 5017219"/>
              <a:gd name="connsiteX10122" fmla="*/ 3763910 w 5799173"/>
              <a:gd name="connsiteY10122" fmla="*/ 1439130 h 5017219"/>
              <a:gd name="connsiteX10123" fmla="*/ 3765156 w 5799173"/>
              <a:gd name="connsiteY10123" fmla="*/ 1439877 h 5017219"/>
              <a:gd name="connsiteX10124" fmla="*/ 3775624 w 5799173"/>
              <a:gd name="connsiteY10124" fmla="*/ 1457989 h 5017219"/>
              <a:gd name="connsiteX10125" fmla="*/ 3775624 w 5799173"/>
              <a:gd name="connsiteY10125" fmla="*/ 1459484 h 5017219"/>
              <a:gd name="connsiteX10126" fmla="*/ 3765156 w 5799173"/>
              <a:gd name="connsiteY10126" fmla="*/ 1477596 h 5017219"/>
              <a:gd name="connsiteX10127" fmla="*/ 3763910 w 5799173"/>
              <a:gd name="connsiteY10127" fmla="*/ 1478343 h 5017219"/>
              <a:gd name="connsiteX10128" fmla="*/ 2900306 w 5799173"/>
              <a:gd name="connsiteY10128" fmla="*/ 1252643 h 5017219"/>
              <a:gd name="connsiteX10129" fmla="*/ 2899060 w 5799173"/>
              <a:gd name="connsiteY10129" fmla="*/ 1251895 h 5017219"/>
              <a:gd name="connsiteX10130" fmla="*/ 2888509 w 5799173"/>
              <a:gd name="connsiteY10130" fmla="*/ 1233617 h 5017219"/>
              <a:gd name="connsiteX10131" fmla="*/ 2888509 w 5799173"/>
              <a:gd name="connsiteY10131" fmla="*/ 1232122 h 5017219"/>
              <a:gd name="connsiteX10132" fmla="*/ 2899060 w 5799173"/>
              <a:gd name="connsiteY10132" fmla="*/ 1213844 h 5017219"/>
              <a:gd name="connsiteX10133" fmla="*/ 2900306 w 5799173"/>
              <a:gd name="connsiteY10133" fmla="*/ 1213097 h 5017219"/>
              <a:gd name="connsiteX10134" fmla="*/ 2921325 w 5799173"/>
              <a:gd name="connsiteY10134" fmla="*/ 1213097 h 5017219"/>
              <a:gd name="connsiteX10135" fmla="*/ 2922571 w 5799173"/>
              <a:gd name="connsiteY10135" fmla="*/ 1213844 h 5017219"/>
              <a:gd name="connsiteX10136" fmla="*/ 2933122 w 5799173"/>
              <a:gd name="connsiteY10136" fmla="*/ 1232122 h 5017219"/>
              <a:gd name="connsiteX10137" fmla="*/ 2933122 w 5799173"/>
              <a:gd name="connsiteY10137" fmla="*/ 1233617 h 5017219"/>
              <a:gd name="connsiteX10138" fmla="*/ 2922571 w 5799173"/>
              <a:gd name="connsiteY10138" fmla="*/ 1251895 h 5017219"/>
              <a:gd name="connsiteX10139" fmla="*/ 2921325 w 5799173"/>
              <a:gd name="connsiteY10139" fmla="*/ 1252643 h 5017219"/>
              <a:gd name="connsiteX10140" fmla="*/ 3080865 w 5799173"/>
              <a:gd name="connsiteY10140" fmla="*/ 1301024 h 5017219"/>
              <a:gd name="connsiteX10141" fmla="*/ 3079618 w 5799173"/>
              <a:gd name="connsiteY10141" fmla="*/ 1300275 h 5017219"/>
              <a:gd name="connsiteX10142" fmla="*/ 3069067 w 5799173"/>
              <a:gd name="connsiteY10142" fmla="*/ 1281997 h 5017219"/>
              <a:gd name="connsiteX10143" fmla="*/ 3069067 w 5799173"/>
              <a:gd name="connsiteY10143" fmla="*/ 1280502 h 5017219"/>
              <a:gd name="connsiteX10144" fmla="*/ 3079619 w 5799173"/>
              <a:gd name="connsiteY10144" fmla="*/ 1262224 h 5017219"/>
              <a:gd name="connsiteX10145" fmla="*/ 3080864 w 5799173"/>
              <a:gd name="connsiteY10145" fmla="*/ 1261477 h 5017219"/>
              <a:gd name="connsiteX10146" fmla="*/ 3101884 w 5799173"/>
              <a:gd name="connsiteY10146" fmla="*/ 1261477 h 5017219"/>
              <a:gd name="connsiteX10147" fmla="*/ 3103130 w 5799173"/>
              <a:gd name="connsiteY10147" fmla="*/ 1262224 h 5017219"/>
              <a:gd name="connsiteX10148" fmla="*/ 3113681 w 5799173"/>
              <a:gd name="connsiteY10148" fmla="*/ 1280502 h 5017219"/>
              <a:gd name="connsiteX10149" fmla="*/ 3113681 w 5799173"/>
              <a:gd name="connsiteY10149" fmla="*/ 1281997 h 5017219"/>
              <a:gd name="connsiteX10150" fmla="*/ 3103130 w 5799173"/>
              <a:gd name="connsiteY10150" fmla="*/ 1300275 h 5017219"/>
              <a:gd name="connsiteX10151" fmla="*/ 3101883 w 5799173"/>
              <a:gd name="connsiteY10151" fmla="*/ 1301023 h 5017219"/>
              <a:gd name="connsiteX10152" fmla="*/ 3502169 w 5799173"/>
              <a:gd name="connsiteY10152" fmla="*/ 1413912 h 5017219"/>
              <a:gd name="connsiteX10153" fmla="*/ 3500922 w 5799173"/>
              <a:gd name="connsiteY10153" fmla="*/ 1413164 h 5017219"/>
              <a:gd name="connsiteX10154" fmla="*/ 3490372 w 5799173"/>
              <a:gd name="connsiteY10154" fmla="*/ 1394885 h 5017219"/>
              <a:gd name="connsiteX10155" fmla="*/ 3490371 w 5799173"/>
              <a:gd name="connsiteY10155" fmla="*/ 1393391 h 5017219"/>
              <a:gd name="connsiteX10156" fmla="*/ 3500923 w 5799173"/>
              <a:gd name="connsiteY10156" fmla="*/ 1375113 h 5017219"/>
              <a:gd name="connsiteX10157" fmla="*/ 3502168 w 5799173"/>
              <a:gd name="connsiteY10157" fmla="*/ 1374366 h 5017219"/>
              <a:gd name="connsiteX10158" fmla="*/ 3523188 w 5799173"/>
              <a:gd name="connsiteY10158" fmla="*/ 1374365 h 5017219"/>
              <a:gd name="connsiteX10159" fmla="*/ 3524434 w 5799173"/>
              <a:gd name="connsiteY10159" fmla="*/ 1375112 h 5017219"/>
              <a:gd name="connsiteX10160" fmla="*/ 3534985 w 5799173"/>
              <a:gd name="connsiteY10160" fmla="*/ 1393390 h 5017219"/>
              <a:gd name="connsiteX10161" fmla="*/ 3534985 w 5799173"/>
              <a:gd name="connsiteY10161" fmla="*/ 1394885 h 5017219"/>
              <a:gd name="connsiteX10162" fmla="*/ 3524434 w 5799173"/>
              <a:gd name="connsiteY10162" fmla="*/ 1413163 h 5017219"/>
              <a:gd name="connsiteX10163" fmla="*/ 3523187 w 5799173"/>
              <a:gd name="connsiteY10163" fmla="*/ 1413911 h 5017219"/>
              <a:gd name="connsiteX10164" fmla="*/ 3141027 w 5799173"/>
              <a:gd name="connsiteY10164" fmla="*/ 1317334 h 5017219"/>
              <a:gd name="connsiteX10165" fmla="*/ 3139698 w 5799173"/>
              <a:gd name="connsiteY10165" fmla="*/ 1316586 h 5017219"/>
              <a:gd name="connsiteX10166" fmla="*/ 3129147 w 5799173"/>
              <a:gd name="connsiteY10166" fmla="*/ 1298226 h 5017219"/>
              <a:gd name="connsiteX10167" fmla="*/ 3129147 w 5799173"/>
              <a:gd name="connsiteY10167" fmla="*/ 1296730 h 5017219"/>
              <a:gd name="connsiteX10168" fmla="*/ 3139698 w 5799173"/>
              <a:gd name="connsiteY10168" fmla="*/ 1278370 h 5017219"/>
              <a:gd name="connsiteX10169" fmla="*/ 3141027 w 5799173"/>
              <a:gd name="connsiteY10169" fmla="*/ 1277622 h 5017219"/>
              <a:gd name="connsiteX10170" fmla="*/ 3162212 w 5799173"/>
              <a:gd name="connsiteY10170" fmla="*/ 1277622 h 5017219"/>
              <a:gd name="connsiteX10171" fmla="*/ 3163542 w 5799173"/>
              <a:gd name="connsiteY10171" fmla="*/ 1278370 h 5017219"/>
              <a:gd name="connsiteX10172" fmla="*/ 3174093 w 5799173"/>
              <a:gd name="connsiteY10172" fmla="*/ 1296730 h 5017219"/>
              <a:gd name="connsiteX10173" fmla="*/ 3174093 w 5799173"/>
              <a:gd name="connsiteY10173" fmla="*/ 1298226 h 5017219"/>
              <a:gd name="connsiteX10174" fmla="*/ 3163542 w 5799173"/>
              <a:gd name="connsiteY10174" fmla="*/ 1316586 h 5017219"/>
              <a:gd name="connsiteX10175" fmla="*/ 3162212 w 5799173"/>
              <a:gd name="connsiteY10175" fmla="*/ 1317334 h 5017219"/>
              <a:gd name="connsiteX10176" fmla="*/ 3321586 w 5799173"/>
              <a:gd name="connsiteY10176" fmla="*/ 1365715 h 5017219"/>
              <a:gd name="connsiteX10177" fmla="*/ 3320257 w 5799173"/>
              <a:gd name="connsiteY10177" fmla="*/ 1364967 h 5017219"/>
              <a:gd name="connsiteX10178" fmla="*/ 3309706 w 5799173"/>
              <a:gd name="connsiteY10178" fmla="*/ 1346607 h 5017219"/>
              <a:gd name="connsiteX10179" fmla="*/ 3309706 w 5799173"/>
              <a:gd name="connsiteY10179" fmla="*/ 1345111 h 5017219"/>
              <a:gd name="connsiteX10180" fmla="*/ 3320257 w 5799173"/>
              <a:gd name="connsiteY10180" fmla="*/ 1326750 h 5017219"/>
              <a:gd name="connsiteX10181" fmla="*/ 3321586 w 5799173"/>
              <a:gd name="connsiteY10181" fmla="*/ 1326002 h 5017219"/>
              <a:gd name="connsiteX10182" fmla="*/ 3342771 w 5799173"/>
              <a:gd name="connsiteY10182" fmla="*/ 1326002 h 5017219"/>
              <a:gd name="connsiteX10183" fmla="*/ 3344101 w 5799173"/>
              <a:gd name="connsiteY10183" fmla="*/ 1326751 h 5017219"/>
              <a:gd name="connsiteX10184" fmla="*/ 3354652 w 5799173"/>
              <a:gd name="connsiteY10184" fmla="*/ 1345111 h 5017219"/>
              <a:gd name="connsiteX10185" fmla="*/ 3354652 w 5799173"/>
              <a:gd name="connsiteY10185" fmla="*/ 1346607 h 5017219"/>
              <a:gd name="connsiteX10186" fmla="*/ 3344101 w 5799173"/>
              <a:gd name="connsiteY10186" fmla="*/ 1364966 h 5017219"/>
              <a:gd name="connsiteX10187" fmla="*/ 3342771 w 5799173"/>
              <a:gd name="connsiteY10187" fmla="*/ 1365715 h 5017219"/>
              <a:gd name="connsiteX10188" fmla="*/ 3622517 w 5799173"/>
              <a:gd name="connsiteY10188" fmla="*/ 1446349 h 5017219"/>
              <a:gd name="connsiteX10189" fmla="*/ 3621188 w 5799173"/>
              <a:gd name="connsiteY10189" fmla="*/ 1445601 h 5017219"/>
              <a:gd name="connsiteX10190" fmla="*/ 3610637 w 5799173"/>
              <a:gd name="connsiteY10190" fmla="*/ 1427241 h 5017219"/>
              <a:gd name="connsiteX10191" fmla="*/ 3610637 w 5799173"/>
              <a:gd name="connsiteY10191" fmla="*/ 1425745 h 5017219"/>
              <a:gd name="connsiteX10192" fmla="*/ 3621188 w 5799173"/>
              <a:gd name="connsiteY10192" fmla="*/ 1407385 h 5017219"/>
              <a:gd name="connsiteX10193" fmla="*/ 3622517 w 5799173"/>
              <a:gd name="connsiteY10193" fmla="*/ 1406637 h 5017219"/>
              <a:gd name="connsiteX10194" fmla="*/ 3643702 w 5799173"/>
              <a:gd name="connsiteY10194" fmla="*/ 1406637 h 5017219"/>
              <a:gd name="connsiteX10195" fmla="*/ 3645032 w 5799173"/>
              <a:gd name="connsiteY10195" fmla="*/ 1407385 h 5017219"/>
              <a:gd name="connsiteX10196" fmla="*/ 3655583 w 5799173"/>
              <a:gd name="connsiteY10196" fmla="*/ 1425745 h 5017219"/>
              <a:gd name="connsiteX10197" fmla="*/ 3655583 w 5799173"/>
              <a:gd name="connsiteY10197" fmla="*/ 1427241 h 5017219"/>
              <a:gd name="connsiteX10198" fmla="*/ 3645032 w 5799173"/>
              <a:gd name="connsiteY10198" fmla="*/ 1445601 h 5017219"/>
              <a:gd name="connsiteX10199" fmla="*/ 3643702 w 5799173"/>
              <a:gd name="connsiteY10199" fmla="*/ 1446349 h 5017219"/>
              <a:gd name="connsiteX10200" fmla="*/ 2659456 w 5799173"/>
              <a:gd name="connsiteY10200" fmla="*/ 1188392 h 5017219"/>
              <a:gd name="connsiteX10201" fmla="*/ 2658127 w 5799173"/>
              <a:gd name="connsiteY10201" fmla="*/ 1187644 h 5017219"/>
              <a:gd name="connsiteX10202" fmla="*/ 2647493 w 5799173"/>
              <a:gd name="connsiteY10202" fmla="*/ 1169200 h 5017219"/>
              <a:gd name="connsiteX10203" fmla="*/ 2647493 w 5799173"/>
              <a:gd name="connsiteY10203" fmla="*/ 1167704 h 5017219"/>
              <a:gd name="connsiteX10204" fmla="*/ 2658127 w 5799173"/>
              <a:gd name="connsiteY10204" fmla="*/ 1149261 h 5017219"/>
              <a:gd name="connsiteX10205" fmla="*/ 2659456 w 5799173"/>
              <a:gd name="connsiteY10205" fmla="*/ 1148513 h 5017219"/>
              <a:gd name="connsiteX10206" fmla="*/ 2680725 w 5799173"/>
              <a:gd name="connsiteY10206" fmla="*/ 1148514 h 5017219"/>
              <a:gd name="connsiteX10207" fmla="*/ 2682054 w 5799173"/>
              <a:gd name="connsiteY10207" fmla="*/ 1149262 h 5017219"/>
              <a:gd name="connsiteX10208" fmla="*/ 2692688 w 5799173"/>
              <a:gd name="connsiteY10208" fmla="*/ 1167704 h 5017219"/>
              <a:gd name="connsiteX10209" fmla="*/ 2692688 w 5799173"/>
              <a:gd name="connsiteY10209" fmla="*/ 1169200 h 5017219"/>
              <a:gd name="connsiteX10210" fmla="*/ 2682054 w 5799173"/>
              <a:gd name="connsiteY10210" fmla="*/ 1187643 h 5017219"/>
              <a:gd name="connsiteX10211" fmla="*/ 2680725 w 5799173"/>
              <a:gd name="connsiteY10211" fmla="*/ 1188391 h 5017219"/>
              <a:gd name="connsiteX10212" fmla="*/ 2960387 w 5799173"/>
              <a:gd name="connsiteY10212" fmla="*/ 1269026 h 5017219"/>
              <a:gd name="connsiteX10213" fmla="*/ 2959058 w 5799173"/>
              <a:gd name="connsiteY10213" fmla="*/ 1268278 h 5017219"/>
              <a:gd name="connsiteX10214" fmla="*/ 2948424 w 5799173"/>
              <a:gd name="connsiteY10214" fmla="*/ 1249835 h 5017219"/>
              <a:gd name="connsiteX10215" fmla="*/ 2948424 w 5799173"/>
              <a:gd name="connsiteY10215" fmla="*/ 1248339 h 5017219"/>
              <a:gd name="connsiteX10216" fmla="*/ 2959058 w 5799173"/>
              <a:gd name="connsiteY10216" fmla="*/ 1229896 h 5017219"/>
              <a:gd name="connsiteX10217" fmla="*/ 2960387 w 5799173"/>
              <a:gd name="connsiteY10217" fmla="*/ 1229148 h 5017219"/>
              <a:gd name="connsiteX10218" fmla="*/ 2981656 w 5799173"/>
              <a:gd name="connsiteY10218" fmla="*/ 1229148 h 5017219"/>
              <a:gd name="connsiteX10219" fmla="*/ 2982985 w 5799173"/>
              <a:gd name="connsiteY10219" fmla="*/ 1229896 h 5017219"/>
              <a:gd name="connsiteX10220" fmla="*/ 2993619 w 5799173"/>
              <a:gd name="connsiteY10220" fmla="*/ 1248339 h 5017219"/>
              <a:gd name="connsiteX10221" fmla="*/ 2993619 w 5799173"/>
              <a:gd name="connsiteY10221" fmla="*/ 1249834 h 5017219"/>
              <a:gd name="connsiteX10222" fmla="*/ 2982985 w 5799173"/>
              <a:gd name="connsiteY10222" fmla="*/ 1268278 h 5017219"/>
              <a:gd name="connsiteX10223" fmla="*/ 2981656 w 5799173"/>
              <a:gd name="connsiteY10223" fmla="*/ 1269026 h 5017219"/>
              <a:gd name="connsiteX10224" fmla="*/ 3441877 w 5799173"/>
              <a:gd name="connsiteY10224" fmla="*/ 1398041 h 5017219"/>
              <a:gd name="connsiteX10225" fmla="*/ 3440548 w 5799173"/>
              <a:gd name="connsiteY10225" fmla="*/ 1397293 h 5017219"/>
              <a:gd name="connsiteX10226" fmla="*/ 3429914 w 5799173"/>
              <a:gd name="connsiteY10226" fmla="*/ 1378849 h 5017219"/>
              <a:gd name="connsiteX10227" fmla="*/ 3429914 w 5799173"/>
              <a:gd name="connsiteY10227" fmla="*/ 1377354 h 5017219"/>
              <a:gd name="connsiteX10228" fmla="*/ 3440548 w 5799173"/>
              <a:gd name="connsiteY10228" fmla="*/ 1358910 h 5017219"/>
              <a:gd name="connsiteX10229" fmla="*/ 3441877 w 5799173"/>
              <a:gd name="connsiteY10229" fmla="*/ 1358162 h 5017219"/>
              <a:gd name="connsiteX10230" fmla="*/ 3463146 w 5799173"/>
              <a:gd name="connsiteY10230" fmla="*/ 1358163 h 5017219"/>
              <a:gd name="connsiteX10231" fmla="*/ 3464475 w 5799173"/>
              <a:gd name="connsiteY10231" fmla="*/ 1358911 h 5017219"/>
              <a:gd name="connsiteX10232" fmla="*/ 3475109 w 5799173"/>
              <a:gd name="connsiteY10232" fmla="*/ 1377353 h 5017219"/>
              <a:gd name="connsiteX10233" fmla="*/ 3475109 w 5799173"/>
              <a:gd name="connsiteY10233" fmla="*/ 1378849 h 5017219"/>
              <a:gd name="connsiteX10234" fmla="*/ 3464475 w 5799173"/>
              <a:gd name="connsiteY10234" fmla="*/ 1397293 h 5017219"/>
              <a:gd name="connsiteX10235" fmla="*/ 3463146 w 5799173"/>
              <a:gd name="connsiteY10235" fmla="*/ 1398040 h 5017219"/>
              <a:gd name="connsiteX10236" fmla="*/ 2599186 w 5799173"/>
              <a:gd name="connsiteY10236" fmla="*/ 1172348 h 5017219"/>
              <a:gd name="connsiteX10237" fmla="*/ 2597857 w 5799173"/>
              <a:gd name="connsiteY10237" fmla="*/ 1171600 h 5017219"/>
              <a:gd name="connsiteX10238" fmla="*/ 2587223 w 5799173"/>
              <a:gd name="connsiteY10238" fmla="*/ 1153074 h 5017219"/>
              <a:gd name="connsiteX10239" fmla="*/ 2587223 w 5799173"/>
              <a:gd name="connsiteY10239" fmla="*/ 1151578 h 5017219"/>
              <a:gd name="connsiteX10240" fmla="*/ 2597940 w 5799173"/>
              <a:gd name="connsiteY10240" fmla="*/ 1133051 h 5017219"/>
              <a:gd name="connsiteX10241" fmla="*/ 2599270 w 5799173"/>
              <a:gd name="connsiteY10241" fmla="*/ 1132305 h 5017219"/>
              <a:gd name="connsiteX10242" fmla="*/ 2620621 w 5799173"/>
              <a:gd name="connsiteY10242" fmla="*/ 1132305 h 5017219"/>
              <a:gd name="connsiteX10243" fmla="*/ 2621950 w 5799173"/>
              <a:gd name="connsiteY10243" fmla="*/ 1133052 h 5017219"/>
              <a:gd name="connsiteX10244" fmla="*/ 2632584 w 5799173"/>
              <a:gd name="connsiteY10244" fmla="*/ 1151579 h 5017219"/>
              <a:gd name="connsiteX10245" fmla="*/ 2632584 w 5799173"/>
              <a:gd name="connsiteY10245" fmla="*/ 1153075 h 5017219"/>
              <a:gd name="connsiteX10246" fmla="*/ 2621867 w 5799173"/>
              <a:gd name="connsiteY10246" fmla="*/ 1171601 h 5017219"/>
              <a:gd name="connsiteX10247" fmla="*/ 2620538 w 5799173"/>
              <a:gd name="connsiteY10247" fmla="*/ 1172349 h 5017219"/>
              <a:gd name="connsiteX10248" fmla="*/ 3381607 w 5799173"/>
              <a:gd name="connsiteY10248" fmla="*/ 1381998 h 5017219"/>
              <a:gd name="connsiteX10249" fmla="*/ 3380278 w 5799173"/>
              <a:gd name="connsiteY10249" fmla="*/ 1381250 h 5017219"/>
              <a:gd name="connsiteX10250" fmla="*/ 3369644 w 5799173"/>
              <a:gd name="connsiteY10250" fmla="*/ 1362723 h 5017219"/>
              <a:gd name="connsiteX10251" fmla="*/ 3369644 w 5799173"/>
              <a:gd name="connsiteY10251" fmla="*/ 1361228 h 5017219"/>
              <a:gd name="connsiteX10252" fmla="*/ 3380361 w 5799173"/>
              <a:gd name="connsiteY10252" fmla="*/ 1342700 h 5017219"/>
              <a:gd name="connsiteX10253" fmla="*/ 3381691 w 5799173"/>
              <a:gd name="connsiteY10253" fmla="*/ 1341954 h 5017219"/>
              <a:gd name="connsiteX10254" fmla="*/ 3403042 w 5799173"/>
              <a:gd name="connsiteY10254" fmla="*/ 1341954 h 5017219"/>
              <a:gd name="connsiteX10255" fmla="*/ 3404371 w 5799173"/>
              <a:gd name="connsiteY10255" fmla="*/ 1342701 h 5017219"/>
              <a:gd name="connsiteX10256" fmla="*/ 3415005 w 5799173"/>
              <a:gd name="connsiteY10256" fmla="*/ 1361228 h 5017219"/>
              <a:gd name="connsiteX10257" fmla="*/ 3415005 w 5799173"/>
              <a:gd name="connsiteY10257" fmla="*/ 1362724 h 5017219"/>
              <a:gd name="connsiteX10258" fmla="*/ 3404288 w 5799173"/>
              <a:gd name="connsiteY10258" fmla="*/ 1381250 h 5017219"/>
              <a:gd name="connsiteX10259" fmla="*/ 3402959 w 5799173"/>
              <a:gd name="connsiteY10259" fmla="*/ 1381998 h 5017219"/>
              <a:gd name="connsiteX10260" fmla="*/ 2539000 w 5799173"/>
              <a:gd name="connsiteY10260" fmla="*/ 1156304 h 5017219"/>
              <a:gd name="connsiteX10261" fmla="*/ 2537671 w 5799173"/>
              <a:gd name="connsiteY10261" fmla="*/ 1155557 h 5017219"/>
              <a:gd name="connsiteX10262" fmla="*/ 2526954 w 5799173"/>
              <a:gd name="connsiteY10262" fmla="*/ 1136947 h 5017219"/>
              <a:gd name="connsiteX10263" fmla="*/ 2526954 w 5799173"/>
              <a:gd name="connsiteY10263" fmla="*/ 1135451 h 5017219"/>
              <a:gd name="connsiteX10264" fmla="*/ 2537671 w 5799173"/>
              <a:gd name="connsiteY10264" fmla="*/ 1116841 h 5017219"/>
              <a:gd name="connsiteX10265" fmla="*/ 2539000 w 5799173"/>
              <a:gd name="connsiteY10265" fmla="*/ 1116094 h 5017219"/>
              <a:gd name="connsiteX10266" fmla="*/ 2560435 w 5799173"/>
              <a:gd name="connsiteY10266" fmla="*/ 1116094 h 5017219"/>
              <a:gd name="connsiteX10267" fmla="*/ 2561764 w 5799173"/>
              <a:gd name="connsiteY10267" fmla="*/ 1116841 h 5017219"/>
              <a:gd name="connsiteX10268" fmla="*/ 2572481 w 5799173"/>
              <a:gd name="connsiteY10268" fmla="*/ 1135451 h 5017219"/>
              <a:gd name="connsiteX10269" fmla="*/ 2572481 w 5799173"/>
              <a:gd name="connsiteY10269" fmla="*/ 1136947 h 5017219"/>
              <a:gd name="connsiteX10270" fmla="*/ 2561764 w 5799173"/>
              <a:gd name="connsiteY10270" fmla="*/ 1155557 h 5017219"/>
              <a:gd name="connsiteX10271" fmla="*/ 2560435 w 5799173"/>
              <a:gd name="connsiteY10271" fmla="*/ 1156304 h 5017219"/>
              <a:gd name="connsiteX10272" fmla="*/ 2719558 w 5799173"/>
              <a:gd name="connsiteY10272" fmla="*/ 1204684 h 5017219"/>
              <a:gd name="connsiteX10273" fmla="*/ 2718229 w 5799173"/>
              <a:gd name="connsiteY10273" fmla="*/ 1203937 h 5017219"/>
              <a:gd name="connsiteX10274" fmla="*/ 2707512 w 5799173"/>
              <a:gd name="connsiteY10274" fmla="*/ 1185327 h 5017219"/>
              <a:gd name="connsiteX10275" fmla="*/ 2707513 w 5799173"/>
              <a:gd name="connsiteY10275" fmla="*/ 1183831 h 5017219"/>
              <a:gd name="connsiteX10276" fmla="*/ 2718230 w 5799173"/>
              <a:gd name="connsiteY10276" fmla="*/ 1165221 h 5017219"/>
              <a:gd name="connsiteX10277" fmla="*/ 2719558 w 5799173"/>
              <a:gd name="connsiteY10277" fmla="*/ 1164474 h 5017219"/>
              <a:gd name="connsiteX10278" fmla="*/ 2740994 w 5799173"/>
              <a:gd name="connsiteY10278" fmla="*/ 1164474 h 5017219"/>
              <a:gd name="connsiteX10279" fmla="*/ 2742323 w 5799173"/>
              <a:gd name="connsiteY10279" fmla="*/ 1165221 h 5017219"/>
              <a:gd name="connsiteX10280" fmla="*/ 2753040 w 5799173"/>
              <a:gd name="connsiteY10280" fmla="*/ 1183831 h 5017219"/>
              <a:gd name="connsiteX10281" fmla="*/ 2753040 w 5799173"/>
              <a:gd name="connsiteY10281" fmla="*/ 1185327 h 5017219"/>
              <a:gd name="connsiteX10282" fmla="*/ 2742322 w 5799173"/>
              <a:gd name="connsiteY10282" fmla="*/ 1203937 h 5017219"/>
              <a:gd name="connsiteX10283" fmla="*/ 2740994 w 5799173"/>
              <a:gd name="connsiteY10283" fmla="*/ 1204684 h 5017219"/>
              <a:gd name="connsiteX10284" fmla="*/ 2779744 w 5799173"/>
              <a:gd name="connsiteY10284" fmla="*/ 1220811 h 5017219"/>
              <a:gd name="connsiteX10285" fmla="*/ 2778415 w 5799173"/>
              <a:gd name="connsiteY10285" fmla="*/ 1220064 h 5017219"/>
              <a:gd name="connsiteX10286" fmla="*/ 2767698 w 5799173"/>
              <a:gd name="connsiteY10286" fmla="*/ 1201454 h 5017219"/>
              <a:gd name="connsiteX10287" fmla="*/ 2767698 w 5799173"/>
              <a:gd name="connsiteY10287" fmla="*/ 1199958 h 5017219"/>
              <a:gd name="connsiteX10288" fmla="*/ 2778416 w 5799173"/>
              <a:gd name="connsiteY10288" fmla="*/ 1181348 h 5017219"/>
              <a:gd name="connsiteX10289" fmla="*/ 2779744 w 5799173"/>
              <a:gd name="connsiteY10289" fmla="*/ 1180601 h 5017219"/>
              <a:gd name="connsiteX10290" fmla="*/ 2801180 w 5799173"/>
              <a:gd name="connsiteY10290" fmla="*/ 1180601 h 5017219"/>
              <a:gd name="connsiteX10291" fmla="*/ 2802509 w 5799173"/>
              <a:gd name="connsiteY10291" fmla="*/ 1181348 h 5017219"/>
              <a:gd name="connsiteX10292" fmla="*/ 2813226 w 5799173"/>
              <a:gd name="connsiteY10292" fmla="*/ 1199958 h 5017219"/>
              <a:gd name="connsiteX10293" fmla="*/ 2813226 w 5799173"/>
              <a:gd name="connsiteY10293" fmla="*/ 1201454 h 5017219"/>
              <a:gd name="connsiteX10294" fmla="*/ 2802508 w 5799173"/>
              <a:gd name="connsiteY10294" fmla="*/ 1220064 h 5017219"/>
              <a:gd name="connsiteX10295" fmla="*/ 2801180 w 5799173"/>
              <a:gd name="connsiteY10295" fmla="*/ 1220811 h 5017219"/>
              <a:gd name="connsiteX10296" fmla="*/ 3020490 w 5799173"/>
              <a:gd name="connsiteY10296" fmla="*/ 1285319 h 5017219"/>
              <a:gd name="connsiteX10297" fmla="*/ 3019161 w 5799173"/>
              <a:gd name="connsiteY10297" fmla="*/ 1284572 h 5017219"/>
              <a:gd name="connsiteX10298" fmla="*/ 3008444 w 5799173"/>
              <a:gd name="connsiteY10298" fmla="*/ 1265961 h 5017219"/>
              <a:gd name="connsiteX10299" fmla="*/ 3008444 w 5799173"/>
              <a:gd name="connsiteY10299" fmla="*/ 1264465 h 5017219"/>
              <a:gd name="connsiteX10300" fmla="*/ 3019161 w 5799173"/>
              <a:gd name="connsiteY10300" fmla="*/ 1245856 h 5017219"/>
              <a:gd name="connsiteX10301" fmla="*/ 3020490 w 5799173"/>
              <a:gd name="connsiteY10301" fmla="*/ 1245109 h 5017219"/>
              <a:gd name="connsiteX10302" fmla="*/ 3041925 w 5799173"/>
              <a:gd name="connsiteY10302" fmla="*/ 1245108 h 5017219"/>
              <a:gd name="connsiteX10303" fmla="*/ 3043254 w 5799173"/>
              <a:gd name="connsiteY10303" fmla="*/ 1245855 h 5017219"/>
              <a:gd name="connsiteX10304" fmla="*/ 3053971 w 5799173"/>
              <a:gd name="connsiteY10304" fmla="*/ 1264466 h 5017219"/>
              <a:gd name="connsiteX10305" fmla="*/ 3053971 w 5799173"/>
              <a:gd name="connsiteY10305" fmla="*/ 1265962 h 5017219"/>
              <a:gd name="connsiteX10306" fmla="*/ 3043254 w 5799173"/>
              <a:gd name="connsiteY10306" fmla="*/ 1284572 h 5017219"/>
              <a:gd name="connsiteX10307" fmla="*/ 3041925 w 5799173"/>
              <a:gd name="connsiteY10307" fmla="*/ 1285319 h 5017219"/>
              <a:gd name="connsiteX10308" fmla="*/ 3200967 w 5799173"/>
              <a:gd name="connsiteY10308" fmla="*/ 1333782 h 5017219"/>
              <a:gd name="connsiteX10309" fmla="*/ 3199636 w 5799173"/>
              <a:gd name="connsiteY10309" fmla="*/ 1333035 h 5017219"/>
              <a:gd name="connsiteX10310" fmla="*/ 3188837 w 5799173"/>
              <a:gd name="connsiteY10310" fmla="*/ 1314342 h 5017219"/>
              <a:gd name="connsiteX10311" fmla="*/ 3188836 w 5799173"/>
              <a:gd name="connsiteY10311" fmla="*/ 1312846 h 5017219"/>
              <a:gd name="connsiteX10312" fmla="*/ 3199636 w 5799173"/>
              <a:gd name="connsiteY10312" fmla="*/ 1294153 h 5017219"/>
              <a:gd name="connsiteX10313" fmla="*/ 3200967 w 5799173"/>
              <a:gd name="connsiteY10313" fmla="*/ 1293406 h 5017219"/>
              <a:gd name="connsiteX10314" fmla="*/ 3222567 w 5799173"/>
              <a:gd name="connsiteY10314" fmla="*/ 1293406 h 5017219"/>
              <a:gd name="connsiteX10315" fmla="*/ 3223896 w 5799173"/>
              <a:gd name="connsiteY10315" fmla="*/ 1294153 h 5017219"/>
              <a:gd name="connsiteX10316" fmla="*/ 3234696 w 5799173"/>
              <a:gd name="connsiteY10316" fmla="*/ 1312846 h 5017219"/>
              <a:gd name="connsiteX10317" fmla="*/ 3234697 w 5799173"/>
              <a:gd name="connsiteY10317" fmla="*/ 1314342 h 5017219"/>
              <a:gd name="connsiteX10318" fmla="*/ 3223896 w 5799173"/>
              <a:gd name="connsiteY10318" fmla="*/ 1333035 h 5017219"/>
              <a:gd name="connsiteX10319" fmla="*/ 3222567 w 5799173"/>
              <a:gd name="connsiteY10319" fmla="*/ 1333782 h 5017219"/>
              <a:gd name="connsiteX10320" fmla="*/ 2478729 w 5799173"/>
              <a:gd name="connsiteY10320" fmla="*/ 1140355 h 5017219"/>
              <a:gd name="connsiteX10321" fmla="*/ 2477400 w 5799173"/>
              <a:gd name="connsiteY10321" fmla="*/ 1139607 h 5017219"/>
              <a:gd name="connsiteX10322" fmla="*/ 2466600 w 5799173"/>
              <a:gd name="connsiteY10322" fmla="*/ 1120831 h 5017219"/>
              <a:gd name="connsiteX10323" fmla="*/ 2466600 w 5799173"/>
              <a:gd name="connsiteY10323" fmla="*/ 1119335 h 5017219"/>
              <a:gd name="connsiteX10324" fmla="*/ 2477400 w 5799173"/>
              <a:gd name="connsiteY10324" fmla="*/ 1100560 h 5017219"/>
              <a:gd name="connsiteX10325" fmla="*/ 2478729 w 5799173"/>
              <a:gd name="connsiteY10325" fmla="*/ 1099812 h 5017219"/>
              <a:gd name="connsiteX10326" fmla="*/ 2500413 w 5799173"/>
              <a:gd name="connsiteY10326" fmla="*/ 1099811 h 5017219"/>
              <a:gd name="connsiteX10327" fmla="*/ 2501743 w 5799173"/>
              <a:gd name="connsiteY10327" fmla="*/ 1100560 h 5017219"/>
              <a:gd name="connsiteX10328" fmla="*/ 2512543 w 5799173"/>
              <a:gd name="connsiteY10328" fmla="*/ 1119335 h 5017219"/>
              <a:gd name="connsiteX10329" fmla="*/ 2512543 w 5799173"/>
              <a:gd name="connsiteY10329" fmla="*/ 1120831 h 5017219"/>
              <a:gd name="connsiteX10330" fmla="*/ 2501743 w 5799173"/>
              <a:gd name="connsiteY10330" fmla="*/ 1139607 h 5017219"/>
              <a:gd name="connsiteX10331" fmla="*/ 2500413 w 5799173"/>
              <a:gd name="connsiteY10331" fmla="*/ 1140354 h 5017219"/>
              <a:gd name="connsiteX10332" fmla="*/ 3802826 w 5799173"/>
              <a:gd name="connsiteY10332" fmla="*/ 1495146 h 5017219"/>
              <a:gd name="connsiteX10333" fmla="*/ 3801498 w 5799173"/>
              <a:gd name="connsiteY10333" fmla="*/ 1494398 h 5017219"/>
              <a:gd name="connsiteX10334" fmla="*/ 3790698 w 5799173"/>
              <a:gd name="connsiteY10334" fmla="*/ 1475622 h 5017219"/>
              <a:gd name="connsiteX10335" fmla="*/ 3790698 w 5799173"/>
              <a:gd name="connsiteY10335" fmla="*/ 1474126 h 5017219"/>
              <a:gd name="connsiteX10336" fmla="*/ 3801498 w 5799173"/>
              <a:gd name="connsiteY10336" fmla="*/ 1455351 h 5017219"/>
              <a:gd name="connsiteX10337" fmla="*/ 3802827 w 5799173"/>
              <a:gd name="connsiteY10337" fmla="*/ 1454603 h 5017219"/>
              <a:gd name="connsiteX10338" fmla="*/ 3824511 w 5799173"/>
              <a:gd name="connsiteY10338" fmla="*/ 1454602 h 5017219"/>
              <a:gd name="connsiteX10339" fmla="*/ 3825840 w 5799173"/>
              <a:gd name="connsiteY10339" fmla="*/ 1455350 h 5017219"/>
              <a:gd name="connsiteX10340" fmla="*/ 3836640 w 5799173"/>
              <a:gd name="connsiteY10340" fmla="*/ 1474126 h 5017219"/>
              <a:gd name="connsiteX10341" fmla="*/ 3836641 w 5799173"/>
              <a:gd name="connsiteY10341" fmla="*/ 1475622 h 5017219"/>
              <a:gd name="connsiteX10342" fmla="*/ 3825840 w 5799173"/>
              <a:gd name="connsiteY10342" fmla="*/ 1494397 h 5017219"/>
              <a:gd name="connsiteX10343" fmla="*/ 3824511 w 5799173"/>
              <a:gd name="connsiteY10343" fmla="*/ 1495145 h 5017219"/>
              <a:gd name="connsiteX10344" fmla="*/ 3983210 w 5799173"/>
              <a:gd name="connsiteY10344" fmla="*/ 1543846 h 5017219"/>
              <a:gd name="connsiteX10345" fmla="*/ 3981881 w 5799173"/>
              <a:gd name="connsiteY10345" fmla="*/ 1543098 h 5017219"/>
              <a:gd name="connsiteX10346" fmla="*/ 3970915 w 5799173"/>
              <a:gd name="connsiteY10346" fmla="*/ 1524073 h 5017219"/>
              <a:gd name="connsiteX10347" fmla="*/ 3970915 w 5799173"/>
              <a:gd name="connsiteY10347" fmla="*/ 1522495 h 5017219"/>
              <a:gd name="connsiteX10348" fmla="*/ 3981881 w 5799173"/>
              <a:gd name="connsiteY10348" fmla="*/ 1503469 h 5017219"/>
              <a:gd name="connsiteX10349" fmla="*/ 3983210 w 5799173"/>
              <a:gd name="connsiteY10349" fmla="*/ 1502722 h 5017219"/>
              <a:gd name="connsiteX10350" fmla="*/ 4005143 w 5799173"/>
              <a:gd name="connsiteY10350" fmla="*/ 1502722 h 5017219"/>
              <a:gd name="connsiteX10351" fmla="*/ 4006473 w 5799173"/>
              <a:gd name="connsiteY10351" fmla="*/ 1503469 h 5017219"/>
              <a:gd name="connsiteX10352" fmla="*/ 4017439 w 5799173"/>
              <a:gd name="connsiteY10352" fmla="*/ 1522495 h 5017219"/>
              <a:gd name="connsiteX10353" fmla="*/ 4017439 w 5799173"/>
              <a:gd name="connsiteY10353" fmla="*/ 1524073 h 5017219"/>
              <a:gd name="connsiteX10354" fmla="*/ 4006473 w 5799173"/>
              <a:gd name="connsiteY10354" fmla="*/ 1543098 h 5017219"/>
              <a:gd name="connsiteX10355" fmla="*/ 4005143 w 5799173"/>
              <a:gd name="connsiteY10355" fmla="*/ 1543846 h 5017219"/>
              <a:gd name="connsiteX10356" fmla="*/ 3922797 w 5799173"/>
              <a:gd name="connsiteY10356" fmla="*/ 1528043 h 5017219"/>
              <a:gd name="connsiteX10357" fmla="*/ 3921468 w 5799173"/>
              <a:gd name="connsiteY10357" fmla="*/ 1527212 h 5017219"/>
              <a:gd name="connsiteX10358" fmla="*/ 3910252 w 5799173"/>
              <a:gd name="connsiteY10358" fmla="*/ 1507855 h 5017219"/>
              <a:gd name="connsiteX10359" fmla="*/ 3910252 w 5799173"/>
              <a:gd name="connsiteY10359" fmla="*/ 1506276 h 5017219"/>
              <a:gd name="connsiteX10360" fmla="*/ 3921468 w 5799173"/>
              <a:gd name="connsiteY10360" fmla="*/ 1486919 h 5017219"/>
              <a:gd name="connsiteX10361" fmla="*/ 3922797 w 5799173"/>
              <a:gd name="connsiteY10361" fmla="*/ 1486088 h 5017219"/>
              <a:gd name="connsiteX10362" fmla="*/ 3945145 w 5799173"/>
              <a:gd name="connsiteY10362" fmla="*/ 1486088 h 5017219"/>
              <a:gd name="connsiteX10363" fmla="*/ 3946475 w 5799173"/>
              <a:gd name="connsiteY10363" fmla="*/ 1486919 h 5017219"/>
              <a:gd name="connsiteX10364" fmla="*/ 3957690 w 5799173"/>
              <a:gd name="connsiteY10364" fmla="*/ 1506276 h 5017219"/>
              <a:gd name="connsiteX10365" fmla="*/ 3957690 w 5799173"/>
              <a:gd name="connsiteY10365" fmla="*/ 1507855 h 5017219"/>
              <a:gd name="connsiteX10366" fmla="*/ 3946475 w 5799173"/>
              <a:gd name="connsiteY10366" fmla="*/ 1527212 h 5017219"/>
              <a:gd name="connsiteX10367" fmla="*/ 3945145 w 5799173"/>
              <a:gd name="connsiteY10367" fmla="*/ 1528043 h 5017219"/>
              <a:gd name="connsiteX10368" fmla="*/ 3862421 w 5799173"/>
              <a:gd name="connsiteY10368" fmla="*/ 1512256 h 5017219"/>
              <a:gd name="connsiteX10369" fmla="*/ 3861009 w 5799173"/>
              <a:gd name="connsiteY10369" fmla="*/ 1511426 h 5017219"/>
              <a:gd name="connsiteX10370" fmla="*/ 3849710 w 5799173"/>
              <a:gd name="connsiteY10370" fmla="*/ 1491819 h 5017219"/>
              <a:gd name="connsiteX10371" fmla="*/ 3849710 w 5799173"/>
              <a:gd name="connsiteY10371" fmla="*/ 1490241 h 5017219"/>
              <a:gd name="connsiteX10372" fmla="*/ 3861092 w 5799173"/>
              <a:gd name="connsiteY10372" fmla="*/ 1470634 h 5017219"/>
              <a:gd name="connsiteX10373" fmla="*/ 3862505 w 5799173"/>
              <a:gd name="connsiteY10373" fmla="*/ 1469803 h 5017219"/>
              <a:gd name="connsiteX10374" fmla="*/ 3885185 w 5799173"/>
              <a:gd name="connsiteY10374" fmla="*/ 1469803 h 5017219"/>
              <a:gd name="connsiteX10375" fmla="*/ 3886597 w 5799173"/>
              <a:gd name="connsiteY10375" fmla="*/ 1470634 h 5017219"/>
              <a:gd name="connsiteX10376" fmla="*/ 3897896 w 5799173"/>
              <a:gd name="connsiteY10376" fmla="*/ 1490241 h 5017219"/>
              <a:gd name="connsiteX10377" fmla="*/ 3897896 w 5799173"/>
              <a:gd name="connsiteY10377" fmla="*/ 1491819 h 5017219"/>
              <a:gd name="connsiteX10378" fmla="*/ 3886514 w 5799173"/>
              <a:gd name="connsiteY10378" fmla="*/ 1511426 h 5017219"/>
              <a:gd name="connsiteX10379" fmla="*/ 3885102 w 5799173"/>
              <a:gd name="connsiteY10379" fmla="*/ 1512256 h 5017219"/>
              <a:gd name="connsiteX10380" fmla="*/ 2231051 w 5799173"/>
              <a:gd name="connsiteY10380" fmla="*/ 1114691 h 5017219"/>
              <a:gd name="connsiteX10381" fmla="*/ 2230636 w 5799173"/>
              <a:gd name="connsiteY10381" fmla="*/ 1114442 h 5017219"/>
              <a:gd name="connsiteX10382" fmla="*/ 2226897 w 5799173"/>
              <a:gd name="connsiteY10382" fmla="*/ 1108045 h 5017219"/>
              <a:gd name="connsiteX10383" fmla="*/ 2226897 w 5799173"/>
              <a:gd name="connsiteY10383" fmla="*/ 1107547 h 5017219"/>
              <a:gd name="connsiteX10384" fmla="*/ 2230636 w 5799173"/>
              <a:gd name="connsiteY10384" fmla="*/ 1101149 h 5017219"/>
              <a:gd name="connsiteX10385" fmla="*/ 2231051 w 5799173"/>
              <a:gd name="connsiteY10385" fmla="*/ 1100900 h 5017219"/>
              <a:gd name="connsiteX10386" fmla="*/ 2238445 w 5799173"/>
              <a:gd name="connsiteY10386" fmla="*/ 1100900 h 5017219"/>
              <a:gd name="connsiteX10387" fmla="*/ 2238860 w 5799173"/>
              <a:gd name="connsiteY10387" fmla="*/ 1101149 h 5017219"/>
              <a:gd name="connsiteX10388" fmla="*/ 2242599 w 5799173"/>
              <a:gd name="connsiteY10388" fmla="*/ 1107547 h 5017219"/>
              <a:gd name="connsiteX10389" fmla="*/ 2242599 w 5799173"/>
              <a:gd name="connsiteY10389" fmla="*/ 1108045 h 5017219"/>
              <a:gd name="connsiteX10390" fmla="*/ 2238860 w 5799173"/>
              <a:gd name="connsiteY10390" fmla="*/ 1114442 h 5017219"/>
              <a:gd name="connsiteX10391" fmla="*/ 2238445 w 5799173"/>
              <a:gd name="connsiteY10391" fmla="*/ 1114691 h 5017219"/>
              <a:gd name="connsiteX10392" fmla="*/ 1084801 w 5799173"/>
              <a:gd name="connsiteY10392" fmla="*/ 813541 h 5017219"/>
              <a:gd name="connsiteX10393" fmla="*/ 1083970 w 5799173"/>
              <a:gd name="connsiteY10393" fmla="*/ 813043 h 5017219"/>
              <a:gd name="connsiteX10394" fmla="*/ 1077490 w 5799173"/>
              <a:gd name="connsiteY10394" fmla="*/ 801745 h 5017219"/>
              <a:gd name="connsiteX10395" fmla="*/ 1077490 w 5799173"/>
              <a:gd name="connsiteY10395" fmla="*/ 800830 h 5017219"/>
              <a:gd name="connsiteX10396" fmla="*/ 1083970 w 5799173"/>
              <a:gd name="connsiteY10396" fmla="*/ 789531 h 5017219"/>
              <a:gd name="connsiteX10397" fmla="*/ 1084801 w 5799173"/>
              <a:gd name="connsiteY10397" fmla="*/ 789034 h 5017219"/>
              <a:gd name="connsiteX10398" fmla="*/ 1097844 w 5799173"/>
              <a:gd name="connsiteY10398" fmla="*/ 789033 h 5017219"/>
              <a:gd name="connsiteX10399" fmla="*/ 1098675 w 5799173"/>
              <a:gd name="connsiteY10399" fmla="*/ 789531 h 5017219"/>
              <a:gd name="connsiteX10400" fmla="*/ 1105155 w 5799173"/>
              <a:gd name="connsiteY10400" fmla="*/ 800831 h 5017219"/>
              <a:gd name="connsiteX10401" fmla="*/ 1105155 w 5799173"/>
              <a:gd name="connsiteY10401" fmla="*/ 801744 h 5017219"/>
              <a:gd name="connsiteX10402" fmla="*/ 1098675 w 5799173"/>
              <a:gd name="connsiteY10402" fmla="*/ 813043 h 5017219"/>
              <a:gd name="connsiteX10403" fmla="*/ 1097844 w 5799173"/>
              <a:gd name="connsiteY10403" fmla="*/ 813541 h 5017219"/>
              <a:gd name="connsiteX10404" fmla="*/ 1144396 w 5799173"/>
              <a:gd name="connsiteY10404" fmla="*/ 830653 h 5017219"/>
              <a:gd name="connsiteX10405" fmla="*/ 1143564 w 5799173"/>
              <a:gd name="connsiteY10405" fmla="*/ 830154 h 5017219"/>
              <a:gd name="connsiteX10406" fmla="*/ 1136503 w 5799173"/>
              <a:gd name="connsiteY10406" fmla="*/ 817941 h 5017219"/>
              <a:gd name="connsiteX10407" fmla="*/ 1136503 w 5799173"/>
              <a:gd name="connsiteY10407" fmla="*/ 816944 h 5017219"/>
              <a:gd name="connsiteX10408" fmla="*/ 1143564 w 5799173"/>
              <a:gd name="connsiteY10408" fmla="*/ 804731 h 5017219"/>
              <a:gd name="connsiteX10409" fmla="*/ 1144396 w 5799173"/>
              <a:gd name="connsiteY10409" fmla="*/ 804233 h 5017219"/>
              <a:gd name="connsiteX10410" fmla="*/ 1158518 w 5799173"/>
              <a:gd name="connsiteY10410" fmla="*/ 804233 h 5017219"/>
              <a:gd name="connsiteX10411" fmla="*/ 1159350 w 5799173"/>
              <a:gd name="connsiteY10411" fmla="*/ 804731 h 5017219"/>
              <a:gd name="connsiteX10412" fmla="*/ 1166410 w 5799173"/>
              <a:gd name="connsiteY10412" fmla="*/ 816944 h 5017219"/>
              <a:gd name="connsiteX10413" fmla="*/ 1166410 w 5799173"/>
              <a:gd name="connsiteY10413" fmla="*/ 817941 h 5017219"/>
              <a:gd name="connsiteX10414" fmla="*/ 1159350 w 5799173"/>
              <a:gd name="connsiteY10414" fmla="*/ 830154 h 5017219"/>
              <a:gd name="connsiteX10415" fmla="*/ 1158518 w 5799173"/>
              <a:gd name="connsiteY10415" fmla="*/ 830653 h 5017219"/>
              <a:gd name="connsiteX10416" fmla="*/ 2287177 w 5799173"/>
              <a:gd name="connsiteY10416" fmla="*/ 1138463 h 5017219"/>
              <a:gd name="connsiteX10417" fmla="*/ 2286263 w 5799173"/>
              <a:gd name="connsiteY10417" fmla="*/ 1137881 h 5017219"/>
              <a:gd name="connsiteX10418" fmla="*/ 2278453 w 5799173"/>
              <a:gd name="connsiteY10418" fmla="*/ 1124422 h 5017219"/>
              <a:gd name="connsiteX10419" fmla="*/ 2278454 w 5799173"/>
              <a:gd name="connsiteY10419" fmla="*/ 1123342 h 5017219"/>
              <a:gd name="connsiteX10420" fmla="*/ 2286263 w 5799173"/>
              <a:gd name="connsiteY10420" fmla="*/ 1109884 h 5017219"/>
              <a:gd name="connsiteX10421" fmla="*/ 2287177 w 5799173"/>
              <a:gd name="connsiteY10421" fmla="*/ 1109302 h 5017219"/>
              <a:gd name="connsiteX10422" fmla="*/ 2302712 w 5799173"/>
              <a:gd name="connsiteY10422" fmla="*/ 1109302 h 5017219"/>
              <a:gd name="connsiteX10423" fmla="*/ 2303626 w 5799173"/>
              <a:gd name="connsiteY10423" fmla="*/ 1109884 h 5017219"/>
              <a:gd name="connsiteX10424" fmla="*/ 2311436 w 5799173"/>
              <a:gd name="connsiteY10424" fmla="*/ 1123342 h 5017219"/>
              <a:gd name="connsiteX10425" fmla="*/ 2311436 w 5799173"/>
              <a:gd name="connsiteY10425" fmla="*/ 1124422 h 5017219"/>
              <a:gd name="connsiteX10426" fmla="*/ 2303627 w 5799173"/>
              <a:gd name="connsiteY10426" fmla="*/ 1137881 h 5017219"/>
              <a:gd name="connsiteX10427" fmla="*/ 2302713 w 5799173"/>
              <a:gd name="connsiteY10427" fmla="*/ 1138463 h 5017219"/>
              <a:gd name="connsiteX10428" fmla="*/ 1263606 w 5799173"/>
              <a:gd name="connsiteY10428" fmla="*/ 865067 h 5017219"/>
              <a:gd name="connsiteX10429" fmla="*/ 1262609 w 5799173"/>
              <a:gd name="connsiteY10429" fmla="*/ 864486 h 5017219"/>
              <a:gd name="connsiteX10430" fmla="*/ 1254467 w 5799173"/>
              <a:gd name="connsiteY10430" fmla="*/ 850279 h 5017219"/>
              <a:gd name="connsiteX10431" fmla="*/ 1254468 w 5799173"/>
              <a:gd name="connsiteY10431" fmla="*/ 849116 h 5017219"/>
              <a:gd name="connsiteX10432" fmla="*/ 1262692 w 5799173"/>
              <a:gd name="connsiteY10432" fmla="*/ 834909 h 5017219"/>
              <a:gd name="connsiteX10433" fmla="*/ 1263689 w 5799173"/>
              <a:gd name="connsiteY10433" fmla="*/ 834328 h 5017219"/>
              <a:gd name="connsiteX10434" fmla="*/ 1280055 w 5799173"/>
              <a:gd name="connsiteY10434" fmla="*/ 834328 h 5017219"/>
              <a:gd name="connsiteX10435" fmla="*/ 1281052 w 5799173"/>
              <a:gd name="connsiteY10435" fmla="*/ 834909 h 5017219"/>
              <a:gd name="connsiteX10436" fmla="*/ 1289194 w 5799173"/>
              <a:gd name="connsiteY10436" fmla="*/ 849116 h 5017219"/>
              <a:gd name="connsiteX10437" fmla="*/ 1289194 w 5799173"/>
              <a:gd name="connsiteY10437" fmla="*/ 850279 h 5017219"/>
              <a:gd name="connsiteX10438" fmla="*/ 1280970 w 5799173"/>
              <a:gd name="connsiteY10438" fmla="*/ 864486 h 5017219"/>
              <a:gd name="connsiteX10439" fmla="*/ 1279972 w 5799173"/>
              <a:gd name="connsiteY10439" fmla="*/ 865067 h 5017219"/>
              <a:gd name="connsiteX10440" fmla="*/ 1203076 w 5799173"/>
              <a:gd name="connsiteY10440" fmla="*/ 849603 h 5017219"/>
              <a:gd name="connsiteX10441" fmla="*/ 1201996 w 5799173"/>
              <a:gd name="connsiteY10441" fmla="*/ 849021 h 5017219"/>
              <a:gd name="connsiteX10442" fmla="*/ 1193438 w 5799173"/>
              <a:gd name="connsiteY10442" fmla="*/ 834233 h 5017219"/>
              <a:gd name="connsiteX10443" fmla="*/ 1193439 w 5799173"/>
              <a:gd name="connsiteY10443" fmla="*/ 832986 h 5017219"/>
              <a:gd name="connsiteX10444" fmla="*/ 1201996 w 5799173"/>
              <a:gd name="connsiteY10444" fmla="*/ 818200 h 5017219"/>
              <a:gd name="connsiteX10445" fmla="*/ 1203075 w 5799173"/>
              <a:gd name="connsiteY10445" fmla="*/ 817617 h 5017219"/>
              <a:gd name="connsiteX10446" fmla="*/ 1220189 w 5799173"/>
              <a:gd name="connsiteY10446" fmla="*/ 817617 h 5017219"/>
              <a:gd name="connsiteX10447" fmla="*/ 1221270 w 5799173"/>
              <a:gd name="connsiteY10447" fmla="*/ 818200 h 5017219"/>
              <a:gd name="connsiteX10448" fmla="*/ 1229827 w 5799173"/>
              <a:gd name="connsiteY10448" fmla="*/ 832987 h 5017219"/>
              <a:gd name="connsiteX10449" fmla="*/ 1229826 w 5799173"/>
              <a:gd name="connsiteY10449" fmla="*/ 834234 h 5017219"/>
              <a:gd name="connsiteX10450" fmla="*/ 1221269 w 5799173"/>
              <a:gd name="connsiteY10450" fmla="*/ 849021 h 5017219"/>
              <a:gd name="connsiteX10451" fmla="*/ 1220190 w 5799173"/>
              <a:gd name="connsiteY10451" fmla="*/ 849603 h 5017219"/>
              <a:gd name="connsiteX10452" fmla="*/ 4151809 w 5799173"/>
              <a:gd name="connsiteY10452" fmla="*/ 1640559 h 5017219"/>
              <a:gd name="connsiteX10453" fmla="*/ 4150729 w 5799173"/>
              <a:gd name="connsiteY10453" fmla="*/ 1639894 h 5017219"/>
              <a:gd name="connsiteX10454" fmla="*/ 4141756 w 5799173"/>
              <a:gd name="connsiteY10454" fmla="*/ 1624358 h 5017219"/>
              <a:gd name="connsiteX10455" fmla="*/ 4141756 w 5799173"/>
              <a:gd name="connsiteY10455" fmla="*/ 1623112 h 5017219"/>
              <a:gd name="connsiteX10456" fmla="*/ 4150729 w 5799173"/>
              <a:gd name="connsiteY10456" fmla="*/ 1607576 h 5017219"/>
              <a:gd name="connsiteX10457" fmla="*/ 4151809 w 5799173"/>
              <a:gd name="connsiteY10457" fmla="*/ 1606912 h 5017219"/>
              <a:gd name="connsiteX10458" fmla="*/ 4169671 w 5799173"/>
              <a:gd name="connsiteY10458" fmla="*/ 1606911 h 5017219"/>
              <a:gd name="connsiteX10459" fmla="*/ 4170751 w 5799173"/>
              <a:gd name="connsiteY10459" fmla="*/ 1607576 h 5017219"/>
              <a:gd name="connsiteX10460" fmla="*/ 4179724 w 5799173"/>
              <a:gd name="connsiteY10460" fmla="*/ 1623113 h 5017219"/>
              <a:gd name="connsiteX10461" fmla="*/ 4179724 w 5799173"/>
              <a:gd name="connsiteY10461" fmla="*/ 1624359 h 5017219"/>
              <a:gd name="connsiteX10462" fmla="*/ 4170751 w 5799173"/>
              <a:gd name="connsiteY10462" fmla="*/ 1639895 h 5017219"/>
              <a:gd name="connsiteX10463" fmla="*/ 4169671 w 5799173"/>
              <a:gd name="connsiteY10463" fmla="*/ 1640558 h 5017219"/>
              <a:gd name="connsiteX10464" fmla="*/ 4211911 w 5799173"/>
              <a:gd name="connsiteY10464" fmla="*/ 1656861 h 5017219"/>
              <a:gd name="connsiteX10465" fmla="*/ 4210830 w 5799173"/>
              <a:gd name="connsiteY10465" fmla="*/ 1656196 h 5017219"/>
              <a:gd name="connsiteX10466" fmla="*/ 4201775 w 5799173"/>
              <a:gd name="connsiteY10466" fmla="*/ 1640495 h 5017219"/>
              <a:gd name="connsiteX10467" fmla="*/ 4201775 w 5799173"/>
              <a:gd name="connsiteY10467" fmla="*/ 1639248 h 5017219"/>
              <a:gd name="connsiteX10468" fmla="*/ 4210830 w 5799173"/>
              <a:gd name="connsiteY10468" fmla="*/ 1623546 h 5017219"/>
              <a:gd name="connsiteX10469" fmla="*/ 4211910 w 5799173"/>
              <a:gd name="connsiteY10469" fmla="*/ 1622882 h 5017219"/>
              <a:gd name="connsiteX10470" fmla="*/ 4230022 w 5799173"/>
              <a:gd name="connsiteY10470" fmla="*/ 1622882 h 5017219"/>
              <a:gd name="connsiteX10471" fmla="*/ 4231103 w 5799173"/>
              <a:gd name="connsiteY10471" fmla="*/ 1623546 h 5017219"/>
              <a:gd name="connsiteX10472" fmla="*/ 4240157 w 5799173"/>
              <a:gd name="connsiteY10472" fmla="*/ 1639248 h 5017219"/>
              <a:gd name="connsiteX10473" fmla="*/ 4240157 w 5799173"/>
              <a:gd name="connsiteY10473" fmla="*/ 1640495 h 5017219"/>
              <a:gd name="connsiteX10474" fmla="*/ 4231102 w 5799173"/>
              <a:gd name="connsiteY10474" fmla="*/ 1656196 h 5017219"/>
              <a:gd name="connsiteX10475" fmla="*/ 4230022 w 5799173"/>
              <a:gd name="connsiteY10475" fmla="*/ 1656861 h 5017219"/>
              <a:gd name="connsiteX10476" fmla="*/ 4271919 w 5799173"/>
              <a:gd name="connsiteY10476" fmla="*/ 1673414 h 5017219"/>
              <a:gd name="connsiteX10477" fmla="*/ 4270755 w 5799173"/>
              <a:gd name="connsiteY10477" fmla="*/ 1672749 h 5017219"/>
              <a:gd name="connsiteX10478" fmla="*/ 4261534 w 5799173"/>
              <a:gd name="connsiteY10478" fmla="*/ 1656715 h 5017219"/>
              <a:gd name="connsiteX10479" fmla="*/ 4261534 w 5799173"/>
              <a:gd name="connsiteY10479" fmla="*/ 1655385 h 5017219"/>
              <a:gd name="connsiteX10480" fmla="*/ 4270755 w 5799173"/>
              <a:gd name="connsiteY10480" fmla="*/ 1639351 h 5017219"/>
              <a:gd name="connsiteX10481" fmla="*/ 4271919 w 5799173"/>
              <a:gd name="connsiteY10481" fmla="*/ 1638686 h 5017219"/>
              <a:gd name="connsiteX10482" fmla="*/ 4290445 w 5799173"/>
              <a:gd name="connsiteY10482" fmla="*/ 1638686 h 5017219"/>
              <a:gd name="connsiteX10483" fmla="*/ 4291608 w 5799173"/>
              <a:gd name="connsiteY10483" fmla="*/ 1639351 h 5017219"/>
              <a:gd name="connsiteX10484" fmla="*/ 4300830 w 5799173"/>
              <a:gd name="connsiteY10484" fmla="*/ 1655385 h 5017219"/>
              <a:gd name="connsiteX10485" fmla="*/ 4300830 w 5799173"/>
              <a:gd name="connsiteY10485" fmla="*/ 1656715 h 5017219"/>
              <a:gd name="connsiteX10486" fmla="*/ 4291608 w 5799173"/>
              <a:gd name="connsiteY10486" fmla="*/ 1672749 h 5017219"/>
              <a:gd name="connsiteX10487" fmla="*/ 4290445 w 5799173"/>
              <a:gd name="connsiteY10487" fmla="*/ 1673414 h 5017219"/>
              <a:gd name="connsiteX10488" fmla="*/ 4332106 w 5799173"/>
              <a:gd name="connsiteY10488" fmla="*/ 1689541 h 5017219"/>
              <a:gd name="connsiteX10489" fmla="*/ 4330942 w 5799173"/>
              <a:gd name="connsiteY10489" fmla="*/ 1688876 h 5017219"/>
              <a:gd name="connsiteX10490" fmla="*/ 4321721 w 5799173"/>
              <a:gd name="connsiteY10490" fmla="*/ 1672842 h 5017219"/>
              <a:gd name="connsiteX10491" fmla="*/ 4321721 w 5799173"/>
              <a:gd name="connsiteY10491" fmla="*/ 1671512 h 5017219"/>
              <a:gd name="connsiteX10492" fmla="*/ 4330942 w 5799173"/>
              <a:gd name="connsiteY10492" fmla="*/ 1655478 h 5017219"/>
              <a:gd name="connsiteX10493" fmla="*/ 4332106 w 5799173"/>
              <a:gd name="connsiteY10493" fmla="*/ 1654813 h 5017219"/>
              <a:gd name="connsiteX10494" fmla="*/ 4350632 w 5799173"/>
              <a:gd name="connsiteY10494" fmla="*/ 1654813 h 5017219"/>
              <a:gd name="connsiteX10495" fmla="*/ 4351795 w 5799173"/>
              <a:gd name="connsiteY10495" fmla="*/ 1655478 h 5017219"/>
              <a:gd name="connsiteX10496" fmla="*/ 4361017 w 5799173"/>
              <a:gd name="connsiteY10496" fmla="*/ 1671512 h 5017219"/>
              <a:gd name="connsiteX10497" fmla="*/ 4361017 w 5799173"/>
              <a:gd name="connsiteY10497" fmla="*/ 1672842 h 5017219"/>
              <a:gd name="connsiteX10498" fmla="*/ 4351795 w 5799173"/>
              <a:gd name="connsiteY10498" fmla="*/ 1688876 h 5017219"/>
              <a:gd name="connsiteX10499" fmla="*/ 4350632 w 5799173"/>
              <a:gd name="connsiteY10499" fmla="*/ 1689541 h 5017219"/>
              <a:gd name="connsiteX10500" fmla="*/ 4452396 w 5799173"/>
              <a:gd name="connsiteY10500" fmla="*/ 1721867 h 5017219"/>
              <a:gd name="connsiteX10501" fmla="*/ 4451233 w 5799173"/>
              <a:gd name="connsiteY10501" fmla="*/ 1721203 h 5017219"/>
              <a:gd name="connsiteX10502" fmla="*/ 4441928 w 5799173"/>
              <a:gd name="connsiteY10502" fmla="*/ 1705085 h 5017219"/>
              <a:gd name="connsiteX10503" fmla="*/ 4441928 w 5799173"/>
              <a:gd name="connsiteY10503" fmla="*/ 1703756 h 5017219"/>
              <a:gd name="connsiteX10504" fmla="*/ 4451233 w 5799173"/>
              <a:gd name="connsiteY10504" fmla="*/ 1687638 h 5017219"/>
              <a:gd name="connsiteX10505" fmla="*/ 4452396 w 5799173"/>
              <a:gd name="connsiteY10505" fmla="*/ 1686974 h 5017219"/>
              <a:gd name="connsiteX10506" fmla="*/ 4471005 w 5799173"/>
              <a:gd name="connsiteY10506" fmla="*/ 1686974 h 5017219"/>
              <a:gd name="connsiteX10507" fmla="*/ 4472169 w 5799173"/>
              <a:gd name="connsiteY10507" fmla="*/ 1687638 h 5017219"/>
              <a:gd name="connsiteX10508" fmla="*/ 4481474 w 5799173"/>
              <a:gd name="connsiteY10508" fmla="*/ 1703756 h 5017219"/>
              <a:gd name="connsiteX10509" fmla="*/ 4481474 w 5799173"/>
              <a:gd name="connsiteY10509" fmla="*/ 1705085 h 5017219"/>
              <a:gd name="connsiteX10510" fmla="*/ 4472169 w 5799173"/>
              <a:gd name="connsiteY10510" fmla="*/ 1721203 h 5017219"/>
              <a:gd name="connsiteX10511" fmla="*/ 4471005 w 5799173"/>
              <a:gd name="connsiteY10511" fmla="*/ 1721867 h 5017219"/>
              <a:gd name="connsiteX10512" fmla="*/ 4392043 w 5799173"/>
              <a:gd name="connsiteY10512" fmla="*/ 1705989 h 5017219"/>
              <a:gd name="connsiteX10513" fmla="*/ 4390880 w 5799173"/>
              <a:gd name="connsiteY10513" fmla="*/ 1705324 h 5017219"/>
              <a:gd name="connsiteX10514" fmla="*/ 4381409 w 5799173"/>
              <a:gd name="connsiteY10514" fmla="*/ 1688958 h 5017219"/>
              <a:gd name="connsiteX10515" fmla="*/ 4381409 w 5799173"/>
              <a:gd name="connsiteY10515" fmla="*/ 1687628 h 5017219"/>
              <a:gd name="connsiteX10516" fmla="*/ 4390880 w 5799173"/>
              <a:gd name="connsiteY10516" fmla="*/ 1671262 h 5017219"/>
              <a:gd name="connsiteX10517" fmla="*/ 4392043 w 5799173"/>
              <a:gd name="connsiteY10517" fmla="*/ 1670597 h 5017219"/>
              <a:gd name="connsiteX10518" fmla="*/ 4410985 w 5799173"/>
              <a:gd name="connsiteY10518" fmla="*/ 1670597 h 5017219"/>
              <a:gd name="connsiteX10519" fmla="*/ 4412148 w 5799173"/>
              <a:gd name="connsiteY10519" fmla="*/ 1671262 h 5017219"/>
              <a:gd name="connsiteX10520" fmla="*/ 4421619 w 5799173"/>
              <a:gd name="connsiteY10520" fmla="*/ 1687628 h 5017219"/>
              <a:gd name="connsiteX10521" fmla="*/ 4421619 w 5799173"/>
              <a:gd name="connsiteY10521" fmla="*/ 1688958 h 5017219"/>
              <a:gd name="connsiteX10522" fmla="*/ 4412148 w 5799173"/>
              <a:gd name="connsiteY10522" fmla="*/ 1705324 h 5017219"/>
              <a:gd name="connsiteX10523" fmla="*/ 4410985 w 5799173"/>
              <a:gd name="connsiteY10523" fmla="*/ 1705989 h 5017219"/>
              <a:gd name="connsiteX10524" fmla="*/ 2345606 w 5799173"/>
              <a:gd name="connsiteY10524" fmla="*/ 1157839 h 5017219"/>
              <a:gd name="connsiteX10525" fmla="*/ 2344443 w 5799173"/>
              <a:gd name="connsiteY10525" fmla="*/ 1157174 h 5017219"/>
              <a:gd name="connsiteX10526" fmla="*/ 2334972 w 5799173"/>
              <a:gd name="connsiteY10526" fmla="*/ 1140725 h 5017219"/>
              <a:gd name="connsiteX10527" fmla="*/ 2334973 w 5799173"/>
              <a:gd name="connsiteY10527" fmla="*/ 1139395 h 5017219"/>
              <a:gd name="connsiteX10528" fmla="*/ 2344526 w 5799173"/>
              <a:gd name="connsiteY10528" fmla="*/ 1122946 h 5017219"/>
              <a:gd name="connsiteX10529" fmla="*/ 2345689 w 5799173"/>
              <a:gd name="connsiteY10529" fmla="*/ 1122281 h 5017219"/>
              <a:gd name="connsiteX10530" fmla="*/ 2364714 w 5799173"/>
              <a:gd name="connsiteY10530" fmla="*/ 1122281 h 5017219"/>
              <a:gd name="connsiteX10531" fmla="*/ 2365877 w 5799173"/>
              <a:gd name="connsiteY10531" fmla="*/ 1122946 h 5017219"/>
              <a:gd name="connsiteX10532" fmla="*/ 2375348 w 5799173"/>
              <a:gd name="connsiteY10532" fmla="*/ 1139395 h 5017219"/>
              <a:gd name="connsiteX10533" fmla="*/ 2375348 w 5799173"/>
              <a:gd name="connsiteY10533" fmla="*/ 1140725 h 5017219"/>
              <a:gd name="connsiteX10534" fmla="*/ 2365794 w 5799173"/>
              <a:gd name="connsiteY10534" fmla="*/ 1157174 h 5017219"/>
              <a:gd name="connsiteX10535" fmla="*/ 2364631 w 5799173"/>
              <a:gd name="connsiteY10535" fmla="*/ 1157839 h 5017219"/>
              <a:gd name="connsiteX10536" fmla="*/ 1743745 w 5799173"/>
              <a:gd name="connsiteY10536" fmla="*/ 996654 h 5017219"/>
              <a:gd name="connsiteX10537" fmla="*/ 1742582 w 5799173"/>
              <a:gd name="connsiteY10537" fmla="*/ 995989 h 5017219"/>
              <a:gd name="connsiteX10538" fmla="*/ 1733028 w 5799173"/>
              <a:gd name="connsiteY10538" fmla="*/ 979455 h 5017219"/>
              <a:gd name="connsiteX10539" fmla="*/ 1733028 w 5799173"/>
              <a:gd name="connsiteY10539" fmla="*/ 978127 h 5017219"/>
              <a:gd name="connsiteX10540" fmla="*/ 1742582 w 5799173"/>
              <a:gd name="connsiteY10540" fmla="*/ 961594 h 5017219"/>
              <a:gd name="connsiteX10541" fmla="*/ 1743745 w 5799173"/>
              <a:gd name="connsiteY10541" fmla="*/ 960929 h 5017219"/>
              <a:gd name="connsiteX10542" fmla="*/ 1762853 w 5799173"/>
              <a:gd name="connsiteY10542" fmla="*/ 960930 h 5017219"/>
              <a:gd name="connsiteX10543" fmla="*/ 1764016 w 5799173"/>
              <a:gd name="connsiteY10543" fmla="*/ 961594 h 5017219"/>
              <a:gd name="connsiteX10544" fmla="*/ 1773570 w 5799173"/>
              <a:gd name="connsiteY10544" fmla="*/ 978127 h 5017219"/>
              <a:gd name="connsiteX10545" fmla="*/ 1773570 w 5799173"/>
              <a:gd name="connsiteY10545" fmla="*/ 979456 h 5017219"/>
              <a:gd name="connsiteX10546" fmla="*/ 1764016 w 5799173"/>
              <a:gd name="connsiteY10546" fmla="*/ 995989 h 5017219"/>
              <a:gd name="connsiteX10547" fmla="*/ 1762853 w 5799173"/>
              <a:gd name="connsiteY10547" fmla="*/ 996654 h 5017219"/>
              <a:gd name="connsiteX10548" fmla="*/ 5174360 w 5799173"/>
              <a:gd name="connsiteY10548" fmla="*/ 1915884 h 5017219"/>
              <a:gd name="connsiteX10549" fmla="*/ 5173196 w 5799173"/>
              <a:gd name="connsiteY10549" fmla="*/ 1915220 h 5017219"/>
              <a:gd name="connsiteX10550" fmla="*/ 5163643 w 5799173"/>
              <a:gd name="connsiteY10550" fmla="*/ 1898686 h 5017219"/>
              <a:gd name="connsiteX10551" fmla="*/ 5163643 w 5799173"/>
              <a:gd name="connsiteY10551" fmla="*/ 1897357 h 5017219"/>
              <a:gd name="connsiteX10552" fmla="*/ 5173197 w 5799173"/>
              <a:gd name="connsiteY10552" fmla="*/ 1880825 h 5017219"/>
              <a:gd name="connsiteX10553" fmla="*/ 5174360 w 5799173"/>
              <a:gd name="connsiteY10553" fmla="*/ 1880161 h 5017219"/>
              <a:gd name="connsiteX10554" fmla="*/ 5193468 w 5799173"/>
              <a:gd name="connsiteY10554" fmla="*/ 1880161 h 5017219"/>
              <a:gd name="connsiteX10555" fmla="*/ 5194631 w 5799173"/>
              <a:gd name="connsiteY10555" fmla="*/ 1880824 h 5017219"/>
              <a:gd name="connsiteX10556" fmla="*/ 5204185 w 5799173"/>
              <a:gd name="connsiteY10556" fmla="*/ 1897357 h 5017219"/>
              <a:gd name="connsiteX10557" fmla="*/ 5204185 w 5799173"/>
              <a:gd name="connsiteY10557" fmla="*/ 1898687 h 5017219"/>
              <a:gd name="connsiteX10558" fmla="*/ 5194631 w 5799173"/>
              <a:gd name="connsiteY10558" fmla="*/ 1915219 h 5017219"/>
              <a:gd name="connsiteX10559" fmla="*/ 5193468 w 5799173"/>
              <a:gd name="connsiteY10559" fmla="*/ 1915884 h 5017219"/>
              <a:gd name="connsiteX10560" fmla="*/ 4512230 w 5799173"/>
              <a:gd name="connsiteY10560" fmla="*/ 1738560 h 5017219"/>
              <a:gd name="connsiteX10561" fmla="*/ 4511067 w 5799173"/>
              <a:gd name="connsiteY10561" fmla="*/ 1737895 h 5017219"/>
              <a:gd name="connsiteX10562" fmla="*/ 4501430 w 5799173"/>
              <a:gd name="connsiteY10562" fmla="*/ 1721280 h 5017219"/>
              <a:gd name="connsiteX10563" fmla="*/ 4501430 w 5799173"/>
              <a:gd name="connsiteY10563" fmla="*/ 1719950 h 5017219"/>
              <a:gd name="connsiteX10564" fmla="*/ 4511067 w 5799173"/>
              <a:gd name="connsiteY10564" fmla="*/ 1703335 h 5017219"/>
              <a:gd name="connsiteX10565" fmla="*/ 4512230 w 5799173"/>
              <a:gd name="connsiteY10565" fmla="*/ 1702670 h 5017219"/>
              <a:gd name="connsiteX10566" fmla="*/ 4531422 w 5799173"/>
              <a:gd name="connsiteY10566" fmla="*/ 1702670 h 5017219"/>
              <a:gd name="connsiteX10567" fmla="*/ 4532585 w 5799173"/>
              <a:gd name="connsiteY10567" fmla="*/ 1703334 h 5017219"/>
              <a:gd name="connsiteX10568" fmla="*/ 4542222 w 5799173"/>
              <a:gd name="connsiteY10568" fmla="*/ 1719950 h 5017219"/>
              <a:gd name="connsiteX10569" fmla="*/ 4542222 w 5799173"/>
              <a:gd name="connsiteY10569" fmla="*/ 1721280 h 5017219"/>
              <a:gd name="connsiteX10570" fmla="*/ 4532585 w 5799173"/>
              <a:gd name="connsiteY10570" fmla="*/ 1737895 h 5017219"/>
              <a:gd name="connsiteX10571" fmla="*/ 4531422 w 5799173"/>
              <a:gd name="connsiteY10571" fmla="*/ 1738561 h 5017219"/>
              <a:gd name="connsiteX10572" fmla="*/ 4632602 w 5799173"/>
              <a:gd name="connsiteY10572" fmla="*/ 1770814 h 5017219"/>
              <a:gd name="connsiteX10573" fmla="*/ 4631439 w 5799173"/>
              <a:gd name="connsiteY10573" fmla="*/ 1770149 h 5017219"/>
              <a:gd name="connsiteX10574" fmla="*/ 4621802 w 5799173"/>
              <a:gd name="connsiteY10574" fmla="*/ 1753534 h 5017219"/>
              <a:gd name="connsiteX10575" fmla="*/ 4621802 w 5799173"/>
              <a:gd name="connsiteY10575" fmla="*/ 1752204 h 5017219"/>
              <a:gd name="connsiteX10576" fmla="*/ 4631439 w 5799173"/>
              <a:gd name="connsiteY10576" fmla="*/ 1735588 h 5017219"/>
              <a:gd name="connsiteX10577" fmla="*/ 4632602 w 5799173"/>
              <a:gd name="connsiteY10577" fmla="*/ 1734924 h 5017219"/>
              <a:gd name="connsiteX10578" fmla="*/ 4651794 w 5799173"/>
              <a:gd name="connsiteY10578" fmla="*/ 1734924 h 5017219"/>
              <a:gd name="connsiteX10579" fmla="*/ 4652956 w 5799173"/>
              <a:gd name="connsiteY10579" fmla="*/ 1735588 h 5017219"/>
              <a:gd name="connsiteX10580" fmla="*/ 4662594 w 5799173"/>
              <a:gd name="connsiteY10580" fmla="*/ 1752204 h 5017219"/>
              <a:gd name="connsiteX10581" fmla="*/ 4662593 w 5799173"/>
              <a:gd name="connsiteY10581" fmla="*/ 1753534 h 5017219"/>
              <a:gd name="connsiteX10582" fmla="*/ 4652957 w 5799173"/>
              <a:gd name="connsiteY10582" fmla="*/ 1770149 h 5017219"/>
              <a:gd name="connsiteX10583" fmla="*/ 4651794 w 5799173"/>
              <a:gd name="connsiteY10583" fmla="*/ 1770814 h 5017219"/>
              <a:gd name="connsiteX10584" fmla="*/ 4752974 w 5799173"/>
              <a:gd name="connsiteY10584" fmla="*/ 1803068 h 5017219"/>
              <a:gd name="connsiteX10585" fmla="*/ 4751811 w 5799173"/>
              <a:gd name="connsiteY10585" fmla="*/ 1802402 h 5017219"/>
              <a:gd name="connsiteX10586" fmla="*/ 4742174 w 5799173"/>
              <a:gd name="connsiteY10586" fmla="*/ 1785788 h 5017219"/>
              <a:gd name="connsiteX10587" fmla="*/ 4742174 w 5799173"/>
              <a:gd name="connsiteY10587" fmla="*/ 1784458 h 5017219"/>
              <a:gd name="connsiteX10588" fmla="*/ 4751811 w 5799173"/>
              <a:gd name="connsiteY10588" fmla="*/ 1767842 h 5017219"/>
              <a:gd name="connsiteX10589" fmla="*/ 4752974 w 5799173"/>
              <a:gd name="connsiteY10589" fmla="*/ 1767178 h 5017219"/>
              <a:gd name="connsiteX10590" fmla="*/ 4772166 w 5799173"/>
              <a:gd name="connsiteY10590" fmla="*/ 1767177 h 5017219"/>
              <a:gd name="connsiteX10591" fmla="*/ 4773329 w 5799173"/>
              <a:gd name="connsiteY10591" fmla="*/ 1767841 h 5017219"/>
              <a:gd name="connsiteX10592" fmla="*/ 4782966 w 5799173"/>
              <a:gd name="connsiteY10592" fmla="*/ 1784458 h 5017219"/>
              <a:gd name="connsiteX10593" fmla="*/ 4782966 w 5799173"/>
              <a:gd name="connsiteY10593" fmla="*/ 1785788 h 5017219"/>
              <a:gd name="connsiteX10594" fmla="*/ 4773330 w 5799173"/>
              <a:gd name="connsiteY10594" fmla="*/ 1802403 h 5017219"/>
              <a:gd name="connsiteX10595" fmla="*/ 4772166 w 5799173"/>
              <a:gd name="connsiteY10595" fmla="*/ 1803068 h 5017219"/>
              <a:gd name="connsiteX10596" fmla="*/ 2827012 w 5799173"/>
              <a:gd name="connsiteY10596" fmla="*/ 1287114 h 5017219"/>
              <a:gd name="connsiteX10597" fmla="*/ 2825849 w 5799173"/>
              <a:gd name="connsiteY10597" fmla="*/ 1286450 h 5017219"/>
              <a:gd name="connsiteX10598" fmla="*/ 2816212 w 5799173"/>
              <a:gd name="connsiteY10598" fmla="*/ 1269751 h 5017219"/>
              <a:gd name="connsiteX10599" fmla="*/ 2816212 w 5799173"/>
              <a:gd name="connsiteY10599" fmla="*/ 1268421 h 5017219"/>
              <a:gd name="connsiteX10600" fmla="*/ 2825849 w 5799173"/>
              <a:gd name="connsiteY10600" fmla="*/ 1251723 h 5017219"/>
              <a:gd name="connsiteX10601" fmla="*/ 2827012 w 5799173"/>
              <a:gd name="connsiteY10601" fmla="*/ 1251058 h 5017219"/>
              <a:gd name="connsiteX10602" fmla="*/ 2846370 w 5799173"/>
              <a:gd name="connsiteY10602" fmla="*/ 1251058 h 5017219"/>
              <a:gd name="connsiteX10603" fmla="*/ 2847533 w 5799173"/>
              <a:gd name="connsiteY10603" fmla="*/ 1251723 h 5017219"/>
              <a:gd name="connsiteX10604" fmla="*/ 2857170 w 5799173"/>
              <a:gd name="connsiteY10604" fmla="*/ 1268421 h 5017219"/>
              <a:gd name="connsiteX10605" fmla="*/ 2857170 w 5799173"/>
              <a:gd name="connsiteY10605" fmla="*/ 1269751 h 5017219"/>
              <a:gd name="connsiteX10606" fmla="*/ 2847533 w 5799173"/>
              <a:gd name="connsiteY10606" fmla="*/ 1286450 h 5017219"/>
              <a:gd name="connsiteX10607" fmla="*/ 2846370 w 5799173"/>
              <a:gd name="connsiteY10607" fmla="*/ 1287114 h 5017219"/>
              <a:gd name="connsiteX10608" fmla="*/ 4692735 w 5799173"/>
              <a:gd name="connsiteY10608" fmla="*/ 1787124 h 5017219"/>
              <a:gd name="connsiteX10609" fmla="*/ 4691572 w 5799173"/>
              <a:gd name="connsiteY10609" fmla="*/ 1786459 h 5017219"/>
              <a:gd name="connsiteX10610" fmla="*/ 4681852 w 5799173"/>
              <a:gd name="connsiteY10610" fmla="*/ 1769594 h 5017219"/>
              <a:gd name="connsiteX10611" fmla="*/ 4681852 w 5799173"/>
              <a:gd name="connsiteY10611" fmla="*/ 1768182 h 5017219"/>
              <a:gd name="connsiteX10612" fmla="*/ 4691572 w 5799173"/>
              <a:gd name="connsiteY10612" fmla="*/ 1751317 h 5017219"/>
              <a:gd name="connsiteX10613" fmla="*/ 4692735 w 5799173"/>
              <a:gd name="connsiteY10613" fmla="*/ 1750651 h 5017219"/>
              <a:gd name="connsiteX10614" fmla="*/ 4712176 w 5799173"/>
              <a:gd name="connsiteY10614" fmla="*/ 1750652 h 5017219"/>
              <a:gd name="connsiteX10615" fmla="*/ 4713339 w 5799173"/>
              <a:gd name="connsiteY10615" fmla="*/ 1751317 h 5017219"/>
              <a:gd name="connsiteX10616" fmla="*/ 4723059 w 5799173"/>
              <a:gd name="connsiteY10616" fmla="*/ 1768182 h 5017219"/>
              <a:gd name="connsiteX10617" fmla="*/ 4723059 w 5799173"/>
              <a:gd name="connsiteY10617" fmla="*/ 1769594 h 5017219"/>
              <a:gd name="connsiteX10618" fmla="*/ 4713339 w 5799173"/>
              <a:gd name="connsiteY10618" fmla="*/ 1786459 h 5017219"/>
              <a:gd name="connsiteX10619" fmla="*/ 4712176 w 5799173"/>
              <a:gd name="connsiteY10619" fmla="*/ 1787124 h 5017219"/>
              <a:gd name="connsiteX10620" fmla="*/ 4993584 w 5799173"/>
              <a:gd name="connsiteY10620" fmla="*/ 1867923 h 5017219"/>
              <a:gd name="connsiteX10621" fmla="*/ 4992420 w 5799173"/>
              <a:gd name="connsiteY10621" fmla="*/ 1867259 h 5017219"/>
              <a:gd name="connsiteX10622" fmla="*/ 4982617 w 5799173"/>
              <a:gd name="connsiteY10622" fmla="*/ 1850228 h 5017219"/>
              <a:gd name="connsiteX10623" fmla="*/ 4982617 w 5799173"/>
              <a:gd name="connsiteY10623" fmla="*/ 1848815 h 5017219"/>
              <a:gd name="connsiteX10624" fmla="*/ 4992420 w 5799173"/>
              <a:gd name="connsiteY10624" fmla="*/ 1831784 h 5017219"/>
              <a:gd name="connsiteX10625" fmla="*/ 4993584 w 5799173"/>
              <a:gd name="connsiteY10625" fmla="*/ 1831119 h 5017219"/>
              <a:gd name="connsiteX10626" fmla="*/ 5013190 w 5799173"/>
              <a:gd name="connsiteY10626" fmla="*/ 1831119 h 5017219"/>
              <a:gd name="connsiteX10627" fmla="*/ 5014353 w 5799173"/>
              <a:gd name="connsiteY10627" fmla="*/ 1831784 h 5017219"/>
              <a:gd name="connsiteX10628" fmla="*/ 5024157 w 5799173"/>
              <a:gd name="connsiteY10628" fmla="*/ 1848815 h 5017219"/>
              <a:gd name="connsiteX10629" fmla="*/ 5024157 w 5799173"/>
              <a:gd name="connsiteY10629" fmla="*/ 1850228 h 5017219"/>
              <a:gd name="connsiteX10630" fmla="*/ 5014354 w 5799173"/>
              <a:gd name="connsiteY10630" fmla="*/ 1867259 h 5017219"/>
              <a:gd name="connsiteX10631" fmla="*/ 5013190 w 5799173"/>
              <a:gd name="connsiteY10631" fmla="*/ 1867923 h 5017219"/>
              <a:gd name="connsiteX10632" fmla="*/ 4812922 w 5799173"/>
              <a:gd name="connsiteY10632" fmla="*/ 1819696 h 5017219"/>
              <a:gd name="connsiteX10633" fmla="*/ 4811758 w 5799173"/>
              <a:gd name="connsiteY10633" fmla="*/ 1819032 h 5017219"/>
              <a:gd name="connsiteX10634" fmla="*/ 4801873 w 5799173"/>
              <a:gd name="connsiteY10634" fmla="*/ 1801917 h 5017219"/>
              <a:gd name="connsiteX10635" fmla="*/ 4801873 w 5799173"/>
              <a:gd name="connsiteY10635" fmla="*/ 1800505 h 5017219"/>
              <a:gd name="connsiteX10636" fmla="*/ 4811759 w 5799173"/>
              <a:gd name="connsiteY10636" fmla="*/ 1783390 h 5017219"/>
              <a:gd name="connsiteX10637" fmla="*/ 4812922 w 5799173"/>
              <a:gd name="connsiteY10637" fmla="*/ 1782726 h 5017219"/>
              <a:gd name="connsiteX10638" fmla="*/ 4832612 w 5799173"/>
              <a:gd name="connsiteY10638" fmla="*/ 1782726 h 5017219"/>
              <a:gd name="connsiteX10639" fmla="*/ 4833775 w 5799173"/>
              <a:gd name="connsiteY10639" fmla="*/ 1783390 h 5017219"/>
              <a:gd name="connsiteX10640" fmla="*/ 4843662 w 5799173"/>
              <a:gd name="connsiteY10640" fmla="*/ 1800505 h 5017219"/>
              <a:gd name="connsiteX10641" fmla="*/ 4843662 w 5799173"/>
              <a:gd name="connsiteY10641" fmla="*/ 1801917 h 5017219"/>
              <a:gd name="connsiteX10642" fmla="*/ 4833775 w 5799173"/>
              <a:gd name="connsiteY10642" fmla="*/ 1819032 h 5017219"/>
              <a:gd name="connsiteX10643" fmla="*/ 4832612 w 5799173"/>
              <a:gd name="connsiteY10643" fmla="*/ 1819696 h 5017219"/>
              <a:gd name="connsiteX10644" fmla="*/ 4873108 w 5799173"/>
              <a:gd name="connsiteY10644" fmla="*/ 1835822 h 5017219"/>
              <a:gd name="connsiteX10645" fmla="*/ 4871944 w 5799173"/>
              <a:gd name="connsiteY10645" fmla="*/ 1835159 h 5017219"/>
              <a:gd name="connsiteX10646" fmla="*/ 4862059 w 5799173"/>
              <a:gd name="connsiteY10646" fmla="*/ 1818044 h 5017219"/>
              <a:gd name="connsiteX10647" fmla="*/ 4862059 w 5799173"/>
              <a:gd name="connsiteY10647" fmla="*/ 1816632 h 5017219"/>
              <a:gd name="connsiteX10648" fmla="*/ 4871945 w 5799173"/>
              <a:gd name="connsiteY10648" fmla="*/ 1799517 h 5017219"/>
              <a:gd name="connsiteX10649" fmla="*/ 4873108 w 5799173"/>
              <a:gd name="connsiteY10649" fmla="*/ 1798853 h 5017219"/>
              <a:gd name="connsiteX10650" fmla="*/ 4892798 w 5799173"/>
              <a:gd name="connsiteY10650" fmla="*/ 1798853 h 5017219"/>
              <a:gd name="connsiteX10651" fmla="*/ 4893960 w 5799173"/>
              <a:gd name="connsiteY10651" fmla="*/ 1799516 h 5017219"/>
              <a:gd name="connsiteX10652" fmla="*/ 4903848 w 5799173"/>
              <a:gd name="connsiteY10652" fmla="*/ 1816632 h 5017219"/>
              <a:gd name="connsiteX10653" fmla="*/ 4903848 w 5799173"/>
              <a:gd name="connsiteY10653" fmla="*/ 1818044 h 5017219"/>
              <a:gd name="connsiteX10654" fmla="*/ 4893961 w 5799173"/>
              <a:gd name="connsiteY10654" fmla="*/ 1835158 h 5017219"/>
              <a:gd name="connsiteX10655" fmla="*/ 4892798 w 5799173"/>
              <a:gd name="connsiteY10655" fmla="*/ 1835823 h 5017219"/>
              <a:gd name="connsiteX10656" fmla="*/ 5053666 w 5799173"/>
              <a:gd name="connsiteY10656" fmla="*/ 1884203 h 5017219"/>
              <a:gd name="connsiteX10657" fmla="*/ 5052503 w 5799173"/>
              <a:gd name="connsiteY10657" fmla="*/ 1883539 h 5017219"/>
              <a:gd name="connsiteX10658" fmla="*/ 5042617 w 5799173"/>
              <a:gd name="connsiteY10658" fmla="*/ 1866424 h 5017219"/>
              <a:gd name="connsiteX10659" fmla="*/ 5042617 w 5799173"/>
              <a:gd name="connsiteY10659" fmla="*/ 1865012 h 5017219"/>
              <a:gd name="connsiteX10660" fmla="*/ 5052503 w 5799173"/>
              <a:gd name="connsiteY10660" fmla="*/ 1847897 h 5017219"/>
              <a:gd name="connsiteX10661" fmla="*/ 5053666 w 5799173"/>
              <a:gd name="connsiteY10661" fmla="*/ 1847233 h 5017219"/>
              <a:gd name="connsiteX10662" fmla="*/ 5073356 w 5799173"/>
              <a:gd name="connsiteY10662" fmla="*/ 1847233 h 5017219"/>
              <a:gd name="connsiteX10663" fmla="*/ 5074519 w 5799173"/>
              <a:gd name="connsiteY10663" fmla="*/ 1847897 h 5017219"/>
              <a:gd name="connsiteX10664" fmla="*/ 5084406 w 5799173"/>
              <a:gd name="connsiteY10664" fmla="*/ 1865012 h 5017219"/>
              <a:gd name="connsiteX10665" fmla="*/ 5084406 w 5799173"/>
              <a:gd name="connsiteY10665" fmla="*/ 1866424 h 5017219"/>
              <a:gd name="connsiteX10666" fmla="*/ 5074519 w 5799173"/>
              <a:gd name="connsiteY10666" fmla="*/ 1883539 h 5017219"/>
              <a:gd name="connsiteX10667" fmla="*/ 5073356 w 5799173"/>
              <a:gd name="connsiteY10667" fmla="*/ 1884203 h 5017219"/>
              <a:gd name="connsiteX10668" fmla="*/ 5113853 w 5799173"/>
              <a:gd name="connsiteY10668" fmla="*/ 1900330 h 5017219"/>
              <a:gd name="connsiteX10669" fmla="*/ 5112690 w 5799173"/>
              <a:gd name="connsiteY10669" fmla="*/ 1899666 h 5017219"/>
              <a:gd name="connsiteX10670" fmla="*/ 5102804 w 5799173"/>
              <a:gd name="connsiteY10670" fmla="*/ 1882551 h 5017219"/>
              <a:gd name="connsiteX10671" fmla="*/ 5102804 w 5799173"/>
              <a:gd name="connsiteY10671" fmla="*/ 1881139 h 5017219"/>
              <a:gd name="connsiteX10672" fmla="*/ 5112690 w 5799173"/>
              <a:gd name="connsiteY10672" fmla="*/ 1864024 h 5017219"/>
              <a:gd name="connsiteX10673" fmla="*/ 5113853 w 5799173"/>
              <a:gd name="connsiteY10673" fmla="*/ 1863360 h 5017219"/>
              <a:gd name="connsiteX10674" fmla="*/ 5133543 w 5799173"/>
              <a:gd name="connsiteY10674" fmla="*/ 1863360 h 5017219"/>
              <a:gd name="connsiteX10675" fmla="*/ 5134706 w 5799173"/>
              <a:gd name="connsiteY10675" fmla="*/ 1864024 h 5017219"/>
              <a:gd name="connsiteX10676" fmla="*/ 5144593 w 5799173"/>
              <a:gd name="connsiteY10676" fmla="*/ 1881139 h 5017219"/>
              <a:gd name="connsiteX10677" fmla="*/ 5144593 w 5799173"/>
              <a:gd name="connsiteY10677" fmla="*/ 1882551 h 5017219"/>
              <a:gd name="connsiteX10678" fmla="*/ 5134706 w 5799173"/>
              <a:gd name="connsiteY10678" fmla="*/ 1899666 h 5017219"/>
              <a:gd name="connsiteX10679" fmla="*/ 5133543 w 5799173"/>
              <a:gd name="connsiteY10679" fmla="*/ 1900330 h 5017219"/>
              <a:gd name="connsiteX10680" fmla="*/ 1322037 w 5799173"/>
              <a:gd name="connsiteY10680" fmla="*/ 884514 h 5017219"/>
              <a:gd name="connsiteX10681" fmla="*/ 1320790 w 5799173"/>
              <a:gd name="connsiteY10681" fmla="*/ 883850 h 5017219"/>
              <a:gd name="connsiteX10682" fmla="*/ 1310821 w 5799173"/>
              <a:gd name="connsiteY10682" fmla="*/ 866570 h 5017219"/>
              <a:gd name="connsiteX10683" fmla="*/ 1310820 w 5799173"/>
              <a:gd name="connsiteY10683" fmla="*/ 865157 h 5017219"/>
              <a:gd name="connsiteX10684" fmla="*/ 1320790 w 5799173"/>
              <a:gd name="connsiteY10684" fmla="*/ 847877 h 5017219"/>
              <a:gd name="connsiteX10685" fmla="*/ 1322037 w 5799173"/>
              <a:gd name="connsiteY10685" fmla="*/ 847212 h 5017219"/>
              <a:gd name="connsiteX10686" fmla="*/ 1341975 w 5799173"/>
              <a:gd name="connsiteY10686" fmla="*/ 847212 h 5017219"/>
              <a:gd name="connsiteX10687" fmla="*/ 1343221 w 5799173"/>
              <a:gd name="connsiteY10687" fmla="*/ 847877 h 5017219"/>
              <a:gd name="connsiteX10688" fmla="*/ 1353191 w 5799173"/>
              <a:gd name="connsiteY10688" fmla="*/ 865157 h 5017219"/>
              <a:gd name="connsiteX10689" fmla="*/ 1353190 w 5799173"/>
              <a:gd name="connsiteY10689" fmla="*/ 866570 h 5017219"/>
              <a:gd name="connsiteX10690" fmla="*/ 1343221 w 5799173"/>
              <a:gd name="connsiteY10690" fmla="*/ 883850 h 5017219"/>
              <a:gd name="connsiteX10691" fmla="*/ 1341975 w 5799173"/>
              <a:gd name="connsiteY10691" fmla="*/ 884514 h 5017219"/>
              <a:gd name="connsiteX10692" fmla="*/ 2405388 w 5799173"/>
              <a:gd name="connsiteY10692" fmla="*/ 1174797 h 5017219"/>
              <a:gd name="connsiteX10693" fmla="*/ 2404142 w 5799173"/>
              <a:gd name="connsiteY10693" fmla="*/ 1174134 h 5017219"/>
              <a:gd name="connsiteX10694" fmla="*/ 2394172 w 5799173"/>
              <a:gd name="connsiteY10694" fmla="*/ 1156853 h 5017219"/>
              <a:gd name="connsiteX10695" fmla="*/ 2394172 w 5799173"/>
              <a:gd name="connsiteY10695" fmla="*/ 1155440 h 5017219"/>
              <a:gd name="connsiteX10696" fmla="*/ 2404142 w 5799173"/>
              <a:gd name="connsiteY10696" fmla="*/ 1138160 h 5017219"/>
              <a:gd name="connsiteX10697" fmla="*/ 2405388 w 5799173"/>
              <a:gd name="connsiteY10697" fmla="*/ 1137495 h 5017219"/>
              <a:gd name="connsiteX10698" fmla="*/ 2425327 w 5799173"/>
              <a:gd name="connsiteY10698" fmla="*/ 1137495 h 5017219"/>
              <a:gd name="connsiteX10699" fmla="*/ 2426573 w 5799173"/>
              <a:gd name="connsiteY10699" fmla="*/ 1138160 h 5017219"/>
              <a:gd name="connsiteX10700" fmla="*/ 2436542 w 5799173"/>
              <a:gd name="connsiteY10700" fmla="*/ 1155440 h 5017219"/>
              <a:gd name="connsiteX10701" fmla="*/ 2436542 w 5799173"/>
              <a:gd name="connsiteY10701" fmla="*/ 1156854 h 5017219"/>
              <a:gd name="connsiteX10702" fmla="*/ 2426573 w 5799173"/>
              <a:gd name="connsiteY10702" fmla="*/ 1174133 h 5017219"/>
              <a:gd name="connsiteX10703" fmla="*/ 2425327 w 5799173"/>
              <a:gd name="connsiteY10703" fmla="*/ 1174797 h 5017219"/>
              <a:gd name="connsiteX10704" fmla="*/ 4572093 w 5799173"/>
              <a:gd name="connsiteY10704" fmla="*/ 1755364 h 5017219"/>
              <a:gd name="connsiteX10705" fmla="*/ 4570846 w 5799173"/>
              <a:gd name="connsiteY10705" fmla="*/ 1754700 h 5017219"/>
              <a:gd name="connsiteX10706" fmla="*/ 4560877 w 5799173"/>
              <a:gd name="connsiteY10706" fmla="*/ 1737420 h 5017219"/>
              <a:gd name="connsiteX10707" fmla="*/ 4560877 w 5799173"/>
              <a:gd name="connsiteY10707" fmla="*/ 1736007 h 5017219"/>
              <a:gd name="connsiteX10708" fmla="*/ 4570846 w 5799173"/>
              <a:gd name="connsiteY10708" fmla="*/ 1718727 h 5017219"/>
              <a:gd name="connsiteX10709" fmla="*/ 4572093 w 5799173"/>
              <a:gd name="connsiteY10709" fmla="*/ 1718062 h 5017219"/>
              <a:gd name="connsiteX10710" fmla="*/ 4592032 w 5799173"/>
              <a:gd name="connsiteY10710" fmla="*/ 1718062 h 5017219"/>
              <a:gd name="connsiteX10711" fmla="*/ 4593278 w 5799173"/>
              <a:gd name="connsiteY10711" fmla="*/ 1718727 h 5017219"/>
              <a:gd name="connsiteX10712" fmla="*/ 4603247 w 5799173"/>
              <a:gd name="connsiteY10712" fmla="*/ 1736007 h 5017219"/>
              <a:gd name="connsiteX10713" fmla="*/ 4603247 w 5799173"/>
              <a:gd name="connsiteY10713" fmla="*/ 1737420 h 5017219"/>
              <a:gd name="connsiteX10714" fmla="*/ 4593278 w 5799173"/>
              <a:gd name="connsiteY10714" fmla="*/ 1754700 h 5017219"/>
              <a:gd name="connsiteX10715" fmla="*/ 4592032 w 5799173"/>
              <a:gd name="connsiteY10715" fmla="*/ 1755364 h 5017219"/>
              <a:gd name="connsiteX10716" fmla="*/ 1382160 w 5799173"/>
              <a:gd name="connsiteY10716" fmla="*/ 900811 h 5017219"/>
              <a:gd name="connsiteX10717" fmla="*/ 1380913 w 5799173"/>
              <a:gd name="connsiteY10717" fmla="*/ 900063 h 5017219"/>
              <a:gd name="connsiteX10718" fmla="*/ 1370862 w 5799173"/>
              <a:gd name="connsiteY10718" fmla="*/ 882617 h 5017219"/>
              <a:gd name="connsiteX10719" fmla="*/ 1370862 w 5799173"/>
              <a:gd name="connsiteY10719" fmla="*/ 881204 h 5017219"/>
              <a:gd name="connsiteX10720" fmla="*/ 1380914 w 5799173"/>
              <a:gd name="connsiteY10720" fmla="*/ 863758 h 5017219"/>
              <a:gd name="connsiteX10721" fmla="*/ 1382159 w 5799173"/>
              <a:gd name="connsiteY10721" fmla="*/ 863010 h 5017219"/>
              <a:gd name="connsiteX10722" fmla="*/ 1402266 w 5799173"/>
              <a:gd name="connsiteY10722" fmla="*/ 863010 h 5017219"/>
              <a:gd name="connsiteX10723" fmla="*/ 1403512 w 5799173"/>
              <a:gd name="connsiteY10723" fmla="*/ 863758 h 5017219"/>
              <a:gd name="connsiteX10724" fmla="*/ 1413565 w 5799173"/>
              <a:gd name="connsiteY10724" fmla="*/ 881204 h 5017219"/>
              <a:gd name="connsiteX10725" fmla="*/ 1413565 w 5799173"/>
              <a:gd name="connsiteY10725" fmla="*/ 882617 h 5017219"/>
              <a:gd name="connsiteX10726" fmla="*/ 1403512 w 5799173"/>
              <a:gd name="connsiteY10726" fmla="*/ 900063 h 5017219"/>
              <a:gd name="connsiteX10727" fmla="*/ 1402266 w 5799173"/>
              <a:gd name="connsiteY10727" fmla="*/ 900811 h 5017219"/>
              <a:gd name="connsiteX10728" fmla="*/ 1442264 w 5799173"/>
              <a:gd name="connsiteY10728" fmla="*/ 917021 h 5017219"/>
              <a:gd name="connsiteX10729" fmla="*/ 1441019 w 5799173"/>
              <a:gd name="connsiteY10729" fmla="*/ 916274 h 5017219"/>
              <a:gd name="connsiteX10730" fmla="*/ 1430883 w 5799173"/>
              <a:gd name="connsiteY10730" fmla="*/ 898744 h 5017219"/>
              <a:gd name="connsiteX10731" fmla="*/ 1430882 w 5799173"/>
              <a:gd name="connsiteY10731" fmla="*/ 897332 h 5017219"/>
              <a:gd name="connsiteX10732" fmla="*/ 1441018 w 5799173"/>
              <a:gd name="connsiteY10732" fmla="*/ 879802 h 5017219"/>
              <a:gd name="connsiteX10733" fmla="*/ 1442265 w 5799173"/>
              <a:gd name="connsiteY10733" fmla="*/ 879054 h 5017219"/>
              <a:gd name="connsiteX10734" fmla="*/ 1462536 w 5799173"/>
              <a:gd name="connsiteY10734" fmla="*/ 879054 h 5017219"/>
              <a:gd name="connsiteX10735" fmla="*/ 1463782 w 5799173"/>
              <a:gd name="connsiteY10735" fmla="*/ 879802 h 5017219"/>
              <a:gd name="connsiteX10736" fmla="*/ 1473917 w 5799173"/>
              <a:gd name="connsiteY10736" fmla="*/ 897332 h 5017219"/>
              <a:gd name="connsiteX10737" fmla="*/ 1473917 w 5799173"/>
              <a:gd name="connsiteY10737" fmla="*/ 898744 h 5017219"/>
              <a:gd name="connsiteX10738" fmla="*/ 1463781 w 5799173"/>
              <a:gd name="connsiteY10738" fmla="*/ 916274 h 5017219"/>
              <a:gd name="connsiteX10739" fmla="*/ 1462536 w 5799173"/>
              <a:gd name="connsiteY10739" fmla="*/ 917021 h 5017219"/>
              <a:gd name="connsiteX10740" fmla="*/ 3368140 w 5799173"/>
              <a:gd name="connsiteY10740" fmla="*/ 1433162 h 5017219"/>
              <a:gd name="connsiteX10741" fmla="*/ 3366894 w 5799173"/>
              <a:gd name="connsiteY10741" fmla="*/ 1432415 h 5017219"/>
              <a:gd name="connsiteX10742" fmla="*/ 3356758 w 5799173"/>
              <a:gd name="connsiteY10742" fmla="*/ 1414802 h 5017219"/>
              <a:gd name="connsiteX10743" fmla="*/ 3356758 w 5799173"/>
              <a:gd name="connsiteY10743" fmla="*/ 1413389 h 5017219"/>
              <a:gd name="connsiteX10744" fmla="*/ 3366977 w 5799173"/>
              <a:gd name="connsiteY10744" fmla="*/ 1395776 h 5017219"/>
              <a:gd name="connsiteX10745" fmla="*/ 3368223 w 5799173"/>
              <a:gd name="connsiteY10745" fmla="*/ 1395029 h 5017219"/>
              <a:gd name="connsiteX10746" fmla="*/ 3388577 w 5799173"/>
              <a:gd name="connsiteY10746" fmla="*/ 1395029 h 5017219"/>
              <a:gd name="connsiteX10747" fmla="*/ 3389825 w 5799173"/>
              <a:gd name="connsiteY10747" fmla="*/ 1395776 h 5017219"/>
              <a:gd name="connsiteX10748" fmla="*/ 3399959 w 5799173"/>
              <a:gd name="connsiteY10748" fmla="*/ 1413389 h 5017219"/>
              <a:gd name="connsiteX10749" fmla="*/ 3399959 w 5799173"/>
              <a:gd name="connsiteY10749" fmla="*/ 1414802 h 5017219"/>
              <a:gd name="connsiteX10750" fmla="*/ 3389740 w 5799173"/>
              <a:gd name="connsiteY10750" fmla="*/ 1432415 h 5017219"/>
              <a:gd name="connsiteX10751" fmla="*/ 3388494 w 5799173"/>
              <a:gd name="connsiteY10751" fmla="*/ 1433162 h 5017219"/>
              <a:gd name="connsiteX10752" fmla="*/ 4932983 w 5799173"/>
              <a:gd name="connsiteY10752" fmla="*/ 1852460 h 5017219"/>
              <a:gd name="connsiteX10753" fmla="*/ 4931737 w 5799173"/>
              <a:gd name="connsiteY10753" fmla="*/ 1851713 h 5017219"/>
              <a:gd name="connsiteX10754" fmla="*/ 4921601 w 5799173"/>
              <a:gd name="connsiteY10754" fmla="*/ 1834100 h 5017219"/>
              <a:gd name="connsiteX10755" fmla="*/ 4921601 w 5799173"/>
              <a:gd name="connsiteY10755" fmla="*/ 1832687 h 5017219"/>
              <a:gd name="connsiteX10756" fmla="*/ 4931820 w 5799173"/>
              <a:gd name="connsiteY10756" fmla="*/ 1815074 h 5017219"/>
              <a:gd name="connsiteX10757" fmla="*/ 4933066 w 5799173"/>
              <a:gd name="connsiteY10757" fmla="*/ 1814327 h 5017219"/>
              <a:gd name="connsiteX10758" fmla="*/ 4953420 w 5799173"/>
              <a:gd name="connsiteY10758" fmla="*/ 1814327 h 5017219"/>
              <a:gd name="connsiteX10759" fmla="*/ 4954667 w 5799173"/>
              <a:gd name="connsiteY10759" fmla="*/ 1815074 h 5017219"/>
              <a:gd name="connsiteX10760" fmla="*/ 4964802 w 5799173"/>
              <a:gd name="connsiteY10760" fmla="*/ 1832687 h 5017219"/>
              <a:gd name="connsiteX10761" fmla="*/ 4964802 w 5799173"/>
              <a:gd name="connsiteY10761" fmla="*/ 1834100 h 5017219"/>
              <a:gd name="connsiteX10762" fmla="*/ 4954583 w 5799173"/>
              <a:gd name="connsiteY10762" fmla="*/ 1851713 h 5017219"/>
              <a:gd name="connsiteX10763" fmla="*/ 4953337 w 5799173"/>
              <a:gd name="connsiteY10763" fmla="*/ 1852460 h 5017219"/>
              <a:gd name="connsiteX10764" fmla="*/ 1502345 w 5799173"/>
              <a:gd name="connsiteY10764" fmla="*/ 933393 h 5017219"/>
              <a:gd name="connsiteX10765" fmla="*/ 1501099 w 5799173"/>
              <a:gd name="connsiteY10765" fmla="*/ 932646 h 5017219"/>
              <a:gd name="connsiteX10766" fmla="*/ 1490880 w 5799173"/>
              <a:gd name="connsiteY10766" fmla="*/ 914951 h 5017219"/>
              <a:gd name="connsiteX10767" fmla="*/ 1490880 w 5799173"/>
              <a:gd name="connsiteY10767" fmla="*/ 913537 h 5017219"/>
              <a:gd name="connsiteX10768" fmla="*/ 1501099 w 5799173"/>
              <a:gd name="connsiteY10768" fmla="*/ 895842 h 5017219"/>
              <a:gd name="connsiteX10769" fmla="*/ 1502345 w 5799173"/>
              <a:gd name="connsiteY10769" fmla="*/ 895094 h 5017219"/>
              <a:gd name="connsiteX10770" fmla="*/ 1522782 w 5799173"/>
              <a:gd name="connsiteY10770" fmla="*/ 895095 h 5017219"/>
              <a:gd name="connsiteX10771" fmla="*/ 1524029 w 5799173"/>
              <a:gd name="connsiteY10771" fmla="*/ 895843 h 5017219"/>
              <a:gd name="connsiteX10772" fmla="*/ 1534247 w 5799173"/>
              <a:gd name="connsiteY10772" fmla="*/ 913538 h 5017219"/>
              <a:gd name="connsiteX10773" fmla="*/ 1534247 w 5799173"/>
              <a:gd name="connsiteY10773" fmla="*/ 914951 h 5017219"/>
              <a:gd name="connsiteX10774" fmla="*/ 1524029 w 5799173"/>
              <a:gd name="connsiteY10774" fmla="*/ 932647 h 5017219"/>
              <a:gd name="connsiteX10775" fmla="*/ 1522782 w 5799173"/>
              <a:gd name="connsiteY10775" fmla="*/ 933394 h 5017219"/>
              <a:gd name="connsiteX10776" fmla="*/ 1562532 w 5799173"/>
              <a:gd name="connsiteY10776" fmla="*/ 949520 h 5017219"/>
              <a:gd name="connsiteX10777" fmla="*/ 1561286 w 5799173"/>
              <a:gd name="connsiteY10777" fmla="*/ 948773 h 5017219"/>
              <a:gd name="connsiteX10778" fmla="*/ 1551067 w 5799173"/>
              <a:gd name="connsiteY10778" fmla="*/ 931078 h 5017219"/>
              <a:gd name="connsiteX10779" fmla="*/ 1551067 w 5799173"/>
              <a:gd name="connsiteY10779" fmla="*/ 929664 h 5017219"/>
              <a:gd name="connsiteX10780" fmla="*/ 1561286 w 5799173"/>
              <a:gd name="connsiteY10780" fmla="*/ 911969 h 5017219"/>
              <a:gd name="connsiteX10781" fmla="*/ 1562532 w 5799173"/>
              <a:gd name="connsiteY10781" fmla="*/ 911221 h 5017219"/>
              <a:gd name="connsiteX10782" fmla="*/ 1582969 w 5799173"/>
              <a:gd name="connsiteY10782" fmla="*/ 911222 h 5017219"/>
              <a:gd name="connsiteX10783" fmla="*/ 1584216 w 5799173"/>
              <a:gd name="connsiteY10783" fmla="*/ 911970 h 5017219"/>
              <a:gd name="connsiteX10784" fmla="*/ 1594434 w 5799173"/>
              <a:gd name="connsiteY10784" fmla="*/ 929665 h 5017219"/>
              <a:gd name="connsiteX10785" fmla="*/ 1594434 w 5799173"/>
              <a:gd name="connsiteY10785" fmla="*/ 931078 h 5017219"/>
              <a:gd name="connsiteX10786" fmla="*/ 1584216 w 5799173"/>
              <a:gd name="connsiteY10786" fmla="*/ 948774 h 5017219"/>
              <a:gd name="connsiteX10787" fmla="*/ 1582969 w 5799173"/>
              <a:gd name="connsiteY10787" fmla="*/ 949521 h 5017219"/>
              <a:gd name="connsiteX10788" fmla="*/ 3669050 w 5799173"/>
              <a:gd name="connsiteY10788" fmla="*/ 1513960 h 5017219"/>
              <a:gd name="connsiteX10789" fmla="*/ 3667804 w 5799173"/>
              <a:gd name="connsiteY10789" fmla="*/ 1513213 h 5017219"/>
              <a:gd name="connsiteX10790" fmla="*/ 3657585 w 5799173"/>
              <a:gd name="connsiteY10790" fmla="*/ 1495517 h 5017219"/>
              <a:gd name="connsiteX10791" fmla="*/ 3657585 w 5799173"/>
              <a:gd name="connsiteY10791" fmla="*/ 1494104 h 5017219"/>
              <a:gd name="connsiteX10792" fmla="*/ 3667804 w 5799173"/>
              <a:gd name="connsiteY10792" fmla="*/ 1476409 h 5017219"/>
              <a:gd name="connsiteX10793" fmla="*/ 3669050 w 5799173"/>
              <a:gd name="connsiteY10793" fmla="*/ 1475661 h 5017219"/>
              <a:gd name="connsiteX10794" fmla="*/ 3689487 w 5799173"/>
              <a:gd name="connsiteY10794" fmla="*/ 1475662 h 5017219"/>
              <a:gd name="connsiteX10795" fmla="*/ 3690734 w 5799173"/>
              <a:gd name="connsiteY10795" fmla="*/ 1476409 h 5017219"/>
              <a:gd name="connsiteX10796" fmla="*/ 3700952 w 5799173"/>
              <a:gd name="connsiteY10796" fmla="*/ 1494105 h 5017219"/>
              <a:gd name="connsiteX10797" fmla="*/ 3700952 w 5799173"/>
              <a:gd name="connsiteY10797" fmla="*/ 1495518 h 5017219"/>
              <a:gd name="connsiteX10798" fmla="*/ 3690734 w 5799173"/>
              <a:gd name="connsiteY10798" fmla="*/ 1513213 h 5017219"/>
              <a:gd name="connsiteX10799" fmla="*/ 3689487 w 5799173"/>
              <a:gd name="connsiteY10799" fmla="*/ 1513961 h 5017219"/>
              <a:gd name="connsiteX10800" fmla="*/ 1622636 w 5799173"/>
              <a:gd name="connsiteY10800" fmla="*/ 965721 h 5017219"/>
              <a:gd name="connsiteX10801" fmla="*/ 1621390 w 5799173"/>
              <a:gd name="connsiteY10801" fmla="*/ 964973 h 5017219"/>
              <a:gd name="connsiteX10802" fmla="*/ 1611088 w 5799173"/>
              <a:gd name="connsiteY10802" fmla="*/ 947194 h 5017219"/>
              <a:gd name="connsiteX10803" fmla="*/ 1611088 w 5799173"/>
              <a:gd name="connsiteY10803" fmla="*/ 945781 h 5017219"/>
              <a:gd name="connsiteX10804" fmla="*/ 1621390 w 5799173"/>
              <a:gd name="connsiteY10804" fmla="*/ 928003 h 5017219"/>
              <a:gd name="connsiteX10805" fmla="*/ 1622636 w 5799173"/>
              <a:gd name="connsiteY10805" fmla="*/ 927255 h 5017219"/>
              <a:gd name="connsiteX10806" fmla="*/ 1643157 w 5799173"/>
              <a:gd name="connsiteY10806" fmla="*/ 927255 h 5017219"/>
              <a:gd name="connsiteX10807" fmla="*/ 1644403 w 5799173"/>
              <a:gd name="connsiteY10807" fmla="*/ 928003 h 5017219"/>
              <a:gd name="connsiteX10808" fmla="*/ 1654705 w 5799173"/>
              <a:gd name="connsiteY10808" fmla="*/ 945781 h 5017219"/>
              <a:gd name="connsiteX10809" fmla="*/ 1654705 w 5799173"/>
              <a:gd name="connsiteY10809" fmla="*/ 947194 h 5017219"/>
              <a:gd name="connsiteX10810" fmla="*/ 1644403 w 5799173"/>
              <a:gd name="connsiteY10810" fmla="*/ 964973 h 5017219"/>
              <a:gd name="connsiteX10811" fmla="*/ 1643157 w 5799173"/>
              <a:gd name="connsiteY10811" fmla="*/ 965721 h 5017219"/>
              <a:gd name="connsiteX10812" fmla="*/ 1682749 w 5799173"/>
              <a:gd name="connsiteY10812" fmla="*/ 982025 h 5017219"/>
              <a:gd name="connsiteX10813" fmla="*/ 1681503 w 5799173"/>
              <a:gd name="connsiteY10813" fmla="*/ 981278 h 5017219"/>
              <a:gd name="connsiteX10814" fmla="*/ 1671118 w 5799173"/>
              <a:gd name="connsiteY10814" fmla="*/ 963333 h 5017219"/>
              <a:gd name="connsiteX10815" fmla="*/ 1671118 w 5799173"/>
              <a:gd name="connsiteY10815" fmla="*/ 961837 h 5017219"/>
              <a:gd name="connsiteX10816" fmla="*/ 1681504 w 5799173"/>
              <a:gd name="connsiteY10816" fmla="*/ 943892 h 5017219"/>
              <a:gd name="connsiteX10817" fmla="*/ 1682750 w 5799173"/>
              <a:gd name="connsiteY10817" fmla="*/ 943144 h 5017219"/>
              <a:gd name="connsiteX10818" fmla="*/ 1703519 w 5799173"/>
              <a:gd name="connsiteY10818" fmla="*/ 943144 h 5017219"/>
              <a:gd name="connsiteX10819" fmla="*/ 1704765 w 5799173"/>
              <a:gd name="connsiteY10819" fmla="*/ 943892 h 5017219"/>
              <a:gd name="connsiteX10820" fmla="*/ 1715151 w 5799173"/>
              <a:gd name="connsiteY10820" fmla="*/ 961837 h 5017219"/>
              <a:gd name="connsiteX10821" fmla="*/ 1715150 w 5799173"/>
              <a:gd name="connsiteY10821" fmla="*/ 963333 h 5017219"/>
              <a:gd name="connsiteX10822" fmla="*/ 1704765 w 5799173"/>
              <a:gd name="connsiteY10822" fmla="*/ 981278 h 5017219"/>
              <a:gd name="connsiteX10823" fmla="*/ 1703519 w 5799173"/>
              <a:gd name="connsiteY10823" fmla="*/ 982025 h 5017219"/>
              <a:gd name="connsiteX10824" fmla="*/ 2465171 w 5799173"/>
              <a:gd name="connsiteY10824" fmla="*/ 1191674 h 5017219"/>
              <a:gd name="connsiteX10825" fmla="*/ 2463925 w 5799173"/>
              <a:gd name="connsiteY10825" fmla="*/ 1190927 h 5017219"/>
              <a:gd name="connsiteX10826" fmla="*/ 2453540 w 5799173"/>
              <a:gd name="connsiteY10826" fmla="*/ 1172982 h 5017219"/>
              <a:gd name="connsiteX10827" fmla="*/ 2453539 w 5799173"/>
              <a:gd name="connsiteY10827" fmla="*/ 1171486 h 5017219"/>
              <a:gd name="connsiteX10828" fmla="*/ 2463925 w 5799173"/>
              <a:gd name="connsiteY10828" fmla="*/ 1153541 h 5017219"/>
              <a:gd name="connsiteX10829" fmla="*/ 2465171 w 5799173"/>
              <a:gd name="connsiteY10829" fmla="*/ 1152793 h 5017219"/>
              <a:gd name="connsiteX10830" fmla="*/ 2485940 w 5799173"/>
              <a:gd name="connsiteY10830" fmla="*/ 1152793 h 5017219"/>
              <a:gd name="connsiteX10831" fmla="*/ 2487186 w 5799173"/>
              <a:gd name="connsiteY10831" fmla="*/ 1153541 h 5017219"/>
              <a:gd name="connsiteX10832" fmla="*/ 2497572 w 5799173"/>
              <a:gd name="connsiteY10832" fmla="*/ 1171486 h 5017219"/>
              <a:gd name="connsiteX10833" fmla="*/ 2497572 w 5799173"/>
              <a:gd name="connsiteY10833" fmla="*/ 1172982 h 5017219"/>
              <a:gd name="connsiteX10834" fmla="*/ 2487187 w 5799173"/>
              <a:gd name="connsiteY10834" fmla="*/ 1190927 h 5017219"/>
              <a:gd name="connsiteX10835" fmla="*/ 2485940 w 5799173"/>
              <a:gd name="connsiteY10835" fmla="*/ 1191674 h 5017219"/>
              <a:gd name="connsiteX10836" fmla="*/ 3608709 w 5799173"/>
              <a:gd name="connsiteY10836" fmla="*/ 1498084 h 5017219"/>
              <a:gd name="connsiteX10837" fmla="*/ 3607463 w 5799173"/>
              <a:gd name="connsiteY10837" fmla="*/ 1497337 h 5017219"/>
              <a:gd name="connsiteX10838" fmla="*/ 3597078 w 5799173"/>
              <a:gd name="connsiteY10838" fmla="*/ 1479392 h 5017219"/>
              <a:gd name="connsiteX10839" fmla="*/ 3597078 w 5799173"/>
              <a:gd name="connsiteY10839" fmla="*/ 1477896 h 5017219"/>
              <a:gd name="connsiteX10840" fmla="*/ 3607463 w 5799173"/>
              <a:gd name="connsiteY10840" fmla="*/ 1459951 h 5017219"/>
              <a:gd name="connsiteX10841" fmla="*/ 3608709 w 5799173"/>
              <a:gd name="connsiteY10841" fmla="*/ 1459203 h 5017219"/>
              <a:gd name="connsiteX10842" fmla="*/ 3629479 w 5799173"/>
              <a:gd name="connsiteY10842" fmla="*/ 1459203 h 5017219"/>
              <a:gd name="connsiteX10843" fmla="*/ 3630725 w 5799173"/>
              <a:gd name="connsiteY10843" fmla="*/ 1459951 h 5017219"/>
              <a:gd name="connsiteX10844" fmla="*/ 3641110 w 5799173"/>
              <a:gd name="connsiteY10844" fmla="*/ 1477896 h 5017219"/>
              <a:gd name="connsiteX10845" fmla="*/ 3641110 w 5799173"/>
              <a:gd name="connsiteY10845" fmla="*/ 1479392 h 5017219"/>
              <a:gd name="connsiteX10846" fmla="*/ 3630725 w 5799173"/>
              <a:gd name="connsiteY10846" fmla="*/ 1497337 h 5017219"/>
              <a:gd name="connsiteX10847" fmla="*/ 3629479 w 5799173"/>
              <a:gd name="connsiteY10847" fmla="*/ 1498084 h 5017219"/>
              <a:gd name="connsiteX10848" fmla="*/ 3729081 w 5799173"/>
              <a:gd name="connsiteY10848" fmla="*/ 1530338 h 5017219"/>
              <a:gd name="connsiteX10849" fmla="*/ 3727835 w 5799173"/>
              <a:gd name="connsiteY10849" fmla="*/ 1529590 h 5017219"/>
              <a:gd name="connsiteX10850" fmla="*/ 3717450 w 5799173"/>
              <a:gd name="connsiteY10850" fmla="*/ 1511646 h 5017219"/>
              <a:gd name="connsiteX10851" fmla="*/ 3717449 w 5799173"/>
              <a:gd name="connsiteY10851" fmla="*/ 1510150 h 5017219"/>
              <a:gd name="connsiteX10852" fmla="*/ 3727835 w 5799173"/>
              <a:gd name="connsiteY10852" fmla="*/ 1492205 h 5017219"/>
              <a:gd name="connsiteX10853" fmla="*/ 3729081 w 5799173"/>
              <a:gd name="connsiteY10853" fmla="*/ 1491457 h 5017219"/>
              <a:gd name="connsiteX10854" fmla="*/ 3749851 w 5799173"/>
              <a:gd name="connsiteY10854" fmla="*/ 1491457 h 5017219"/>
              <a:gd name="connsiteX10855" fmla="*/ 3751096 w 5799173"/>
              <a:gd name="connsiteY10855" fmla="*/ 1492205 h 5017219"/>
              <a:gd name="connsiteX10856" fmla="*/ 3761482 w 5799173"/>
              <a:gd name="connsiteY10856" fmla="*/ 1510150 h 5017219"/>
              <a:gd name="connsiteX10857" fmla="*/ 3761482 w 5799173"/>
              <a:gd name="connsiteY10857" fmla="*/ 1511645 h 5017219"/>
              <a:gd name="connsiteX10858" fmla="*/ 3751097 w 5799173"/>
              <a:gd name="connsiteY10858" fmla="*/ 1529591 h 5017219"/>
              <a:gd name="connsiteX10859" fmla="*/ 3749850 w 5799173"/>
              <a:gd name="connsiteY10859" fmla="*/ 1530337 h 5017219"/>
              <a:gd name="connsiteX10860" fmla="*/ 3789183 w 5799173"/>
              <a:gd name="connsiteY10860" fmla="*/ 1546548 h 5017219"/>
              <a:gd name="connsiteX10861" fmla="*/ 3787937 w 5799173"/>
              <a:gd name="connsiteY10861" fmla="*/ 1545800 h 5017219"/>
              <a:gd name="connsiteX10862" fmla="*/ 3777552 w 5799173"/>
              <a:gd name="connsiteY10862" fmla="*/ 1527772 h 5017219"/>
              <a:gd name="connsiteX10863" fmla="*/ 3777552 w 5799173"/>
              <a:gd name="connsiteY10863" fmla="*/ 1526276 h 5017219"/>
              <a:gd name="connsiteX10864" fmla="*/ 3788020 w 5799173"/>
              <a:gd name="connsiteY10864" fmla="*/ 1508248 h 5017219"/>
              <a:gd name="connsiteX10865" fmla="*/ 3789266 w 5799173"/>
              <a:gd name="connsiteY10865" fmla="*/ 1507501 h 5017219"/>
              <a:gd name="connsiteX10866" fmla="*/ 3810119 w 5799173"/>
              <a:gd name="connsiteY10866" fmla="*/ 1507502 h 5017219"/>
              <a:gd name="connsiteX10867" fmla="*/ 3811366 w 5799173"/>
              <a:gd name="connsiteY10867" fmla="*/ 1508249 h 5017219"/>
              <a:gd name="connsiteX10868" fmla="*/ 3821750 w 5799173"/>
              <a:gd name="connsiteY10868" fmla="*/ 1526277 h 5017219"/>
              <a:gd name="connsiteX10869" fmla="*/ 3821750 w 5799173"/>
              <a:gd name="connsiteY10869" fmla="*/ 1527773 h 5017219"/>
              <a:gd name="connsiteX10870" fmla="*/ 3811283 w 5799173"/>
              <a:gd name="connsiteY10870" fmla="*/ 1545801 h 5017219"/>
              <a:gd name="connsiteX10871" fmla="*/ 3810037 w 5799173"/>
              <a:gd name="connsiteY10871" fmla="*/ 1546549 h 5017219"/>
              <a:gd name="connsiteX10872" fmla="*/ 2645645 w 5799173"/>
              <a:gd name="connsiteY10872" fmla="*/ 1240220 h 5017219"/>
              <a:gd name="connsiteX10873" fmla="*/ 2644399 w 5799173"/>
              <a:gd name="connsiteY10873" fmla="*/ 1239473 h 5017219"/>
              <a:gd name="connsiteX10874" fmla="*/ 2633931 w 5799173"/>
              <a:gd name="connsiteY10874" fmla="*/ 1221361 h 5017219"/>
              <a:gd name="connsiteX10875" fmla="*/ 2633931 w 5799173"/>
              <a:gd name="connsiteY10875" fmla="*/ 1219866 h 5017219"/>
              <a:gd name="connsiteX10876" fmla="*/ 2644399 w 5799173"/>
              <a:gd name="connsiteY10876" fmla="*/ 1201754 h 5017219"/>
              <a:gd name="connsiteX10877" fmla="*/ 2645645 w 5799173"/>
              <a:gd name="connsiteY10877" fmla="*/ 1201007 h 5017219"/>
              <a:gd name="connsiteX10878" fmla="*/ 2666581 w 5799173"/>
              <a:gd name="connsiteY10878" fmla="*/ 1201008 h 5017219"/>
              <a:gd name="connsiteX10879" fmla="*/ 2667827 w 5799173"/>
              <a:gd name="connsiteY10879" fmla="*/ 1201754 h 5017219"/>
              <a:gd name="connsiteX10880" fmla="*/ 2678295 w 5799173"/>
              <a:gd name="connsiteY10880" fmla="*/ 1219866 h 5017219"/>
              <a:gd name="connsiteX10881" fmla="*/ 2678295 w 5799173"/>
              <a:gd name="connsiteY10881" fmla="*/ 1221361 h 5017219"/>
              <a:gd name="connsiteX10882" fmla="*/ 2667827 w 5799173"/>
              <a:gd name="connsiteY10882" fmla="*/ 1239473 h 5017219"/>
              <a:gd name="connsiteX10883" fmla="*/ 2666581 w 5799173"/>
              <a:gd name="connsiteY10883" fmla="*/ 1240220 h 5017219"/>
              <a:gd name="connsiteX10884" fmla="*/ 3066949 w 5799173"/>
              <a:gd name="connsiteY10884" fmla="*/ 1353108 h 5017219"/>
              <a:gd name="connsiteX10885" fmla="*/ 3065703 w 5799173"/>
              <a:gd name="connsiteY10885" fmla="*/ 1352361 h 5017219"/>
              <a:gd name="connsiteX10886" fmla="*/ 3055235 w 5799173"/>
              <a:gd name="connsiteY10886" fmla="*/ 1334249 h 5017219"/>
              <a:gd name="connsiteX10887" fmla="*/ 3055235 w 5799173"/>
              <a:gd name="connsiteY10887" fmla="*/ 1332754 h 5017219"/>
              <a:gd name="connsiteX10888" fmla="*/ 3065703 w 5799173"/>
              <a:gd name="connsiteY10888" fmla="*/ 1314643 h 5017219"/>
              <a:gd name="connsiteX10889" fmla="*/ 3066949 w 5799173"/>
              <a:gd name="connsiteY10889" fmla="*/ 1313895 h 5017219"/>
              <a:gd name="connsiteX10890" fmla="*/ 3087885 w 5799173"/>
              <a:gd name="connsiteY10890" fmla="*/ 1313896 h 5017219"/>
              <a:gd name="connsiteX10891" fmla="*/ 3089131 w 5799173"/>
              <a:gd name="connsiteY10891" fmla="*/ 1314643 h 5017219"/>
              <a:gd name="connsiteX10892" fmla="*/ 3099599 w 5799173"/>
              <a:gd name="connsiteY10892" fmla="*/ 1332755 h 5017219"/>
              <a:gd name="connsiteX10893" fmla="*/ 3099599 w 5799173"/>
              <a:gd name="connsiteY10893" fmla="*/ 1334249 h 5017219"/>
              <a:gd name="connsiteX10894" fmla="*/ 3089131 w 5799173"/>
              <a:gd name="connsiteY10894" fmla="*/ 1352361 h 5017219"/>
              <a:gd name="connsiteX10895" fmla="*/ 3087885 w 5799173"/>
              <a:gd name="connsiteY10895" fmla="*/ 1353108 h 5017219"/>
              <a:gd name="connsiteX10896" fmla="*/ 2886330 w 5799173"/>
              <a:gd name="connsiteY10896" fmla="*/ 1304804 h 5017219"/>
              <a:gd name="connsiteX10897" fmla="*/ 2885083 w 5799173"/>
              <a:gd name="connsiteY10897" fmla="*/ 1304056 h 5017219"/>
              <a:gd name="connsiteX10898" fmla="*/ 2874532 w 5799173"/>
              <a:gd name="connsiteY10898" fmla="*/ 1285778 h 5017219"/>
              <a:gd name="connsiteX10899" fmla="*/ 2874532 w 5799173"/>
              <a:gd name="connsiteY10899" fmla="*/ 1284283 h 5017219"/>
              <a:gd name="connsiteX10900" fmla="*/ 2885084 w 5799173"/>
              <a:gd name="connsiteY10900" fmla="*/ 1266005 h 5017219"/>
              <a:gd name="connsiteX10901" fmla="*/ 2886329 w 5799173"/>
              <a:gd name="connsiteY10901" fmla="*/ 1265258 h 5017219"/>
              <a:gd name="connsiteX10902" fmla="*/ 2907349 w 5799173"/>
              <a:gd name="connsiteY10902" fmla="*/ 1265258 h 5017219"/>
              <a:gd name="connsiteX10903" fmla="*/ 2908595 w 5799173"/>
              <a:gd name="connsiteY10903" fmla="*/ 1266005 h 5017219"/>
              <a:gd name="connsiteX10904" fmla="*/ 2919146 w 5799173"/>
              <a:gd name="connsiteY10904" fmla="*/ 1284283 h 5017219"/>
              <a:gd name="connsiteX10905" fmla="*/ 2919146 w 5799173"/>
              <a:gd name="connsiteY10905" fmla="*/ 1285778 h 5017219"/>
              <a:gd name="connsiteX10906" fmla="*/ 2908594 w 5799173"/>
              <a:gd name="connsiteY10906" fmla="*/ 1304056 h 5017219"/>
              <a:gd name="connsiteX10907" fmla="*/ 2907348 w 5799173"/>
              <a:gd name="connsiteY10907" fmla="*/ 1304804 h 5017219"/>
              <a:gd name="connsiteX10908" fmla="*/ 3247448 w 5799173"/>
              <a:gd name="connsiteY10908" fmla="*/ 1401565 h 5017219"/>
              <a:gd name="connsiteX10909" fmla="*/ 3246201 w 5799173"/>
              <a:gd name="connsiteY10909" fmla="*/ 1400817 h 5017219"/>
              <a:gd name="connsiteX10910" fmla="*/ 3235651 w 5799173"/>
              <a:gd name="connsiteY10910" fmla="*/ 1382539 h 5017219"/>
              <a:gd name="connsiteX10911" fmla="*/ 3235650 w 5799173"/>
              <a:gd name="connsiteY10911" fmla="*/ 1381044 h 5017219"/>
              <a:gd name="connsiteX10912" fmla="*/ 3246202 w 5799173"/>
              <a:gd name="connsiteY10912" fmla="*/ 1362766 h 5017219"/>
              <a:gd name="connsiteX10913" fmla="*/ 3247447 w 5799173"/>
              <a:gd name="connsiteY10913" fmla="*/ 1362019 h 5017219"/>
              <a:gd name="connsiteX10914" fmla="*/ 3268467 w 5799173"/>
              <a:gd name="connsiteY10914" fmla="*/ 1362019 h 5017219"/>
              <a:gd name="connsiteX10915" fmla="*/ 3269713 w 5799173"/>
              <a:gd name="connsiteY10915" fmla="*/ 1362766 h 5017219"/>
              <a:gd name="connsiteX10916" fmla="*/ 3280264 w 5799173"/>
              <a:gd name="connsiteY10916" fmla="*/ 1381044 h 5017219"/>
              <a:gd name="connsiteX10917" fmla="*/ 3280264 w 5799173"/>
              <a:gd name="connsiteY10917" fmla="*/ 1382539 h 5017219"/>
              <a:gd name="connsiteX10918" fmla="*/ 3269713 w 5799173"/>
              <a:gd name="connsiteY10918" fmla="*/ 1400817 h 5017219"/>
              <a:gd name="connsiteX10919" fmla="*/ 3268467 w 5799173"/>
              <a:gd name="connsiteY10919" fmla="*/ 1401565 h 5017219"/>
              <a:gd name="connsiteX10920" fmla="*/ 2525188 w 5799173"/>
              <a:gd name="connsiteY10920" fmla="*/ 1208227 h 5017219"/>
              <a:gd name="connsiteX10921" fmla="*/ 2523859 w 5799173"/>
              <a:gd name="connsiteY10921" fmla="*/ 1207479 h 5017219"/>
              <a:gd name="connsiteX10922" fmla="*/ 2513308 w 5799173"/>
              <a:gd name="connsiteY10922" fmla="*/ 1189120 h 5017219"/>
              <a:gd name="connsiteX10923" fmla="*/ 2513308 w 5799173"/>
              <a:gd name="connsiteY10923" fmla="*/ 1187623 h 5017219"/>
              <a:gd name="connsiteX10924" fmla="*/ 2523859 w 5799173"/>
              <a:gd name="connsiteY10924" fmla="*/ 1169263 h 5017219"/>
              <a:gd name="connsiteX10925" fmla="*/ 2525188 w 5799173"/>
              <a:gd name="connsiteY10925" fmla="*/ 1168515 h 5017219"/>
              <a:gd name="connsiteX10926" fmla="*/ 2546373 w 5799173"/>
              <a:gd name="connsiteY10926" fmla="*/ 1168515 h 5017219"/>
              <a:gd name="connsiteX10927" fmla="*/ 2547703 w 5799173"/>
              <a:gd name="connsiteY10927" fmla="*/ 1169263 h 5017219"/>
              <a:gd name="connsiteX10928" fmla="*/ 2558254 w 5799173"/>
              <a:gd name="connsiteY10928" fmla="*/ 1187623 h 5017219"/>
              <a:gd name="connsiteX10929" fmla="*/ 2558254 w 5799173"/>
              <a:gd name="connsiteY10929" fmla="*/ 1189119 h 5017219"/>
              <a:gd name="connsiteX10930" fmla="*/ 2547703 w 5799173"/>
              <a:gd name="connsiteY10930" fmla="*/ 1207479 h 5017219"/>
              <a:gd name="connsiteX10931" fmla="*/ 2546373 w 5799173"/>
              <a:gd name="connsiteY10931" fmla="*/ 1208227 h 5017219"/>
              <a:gd name="connsiteX10932" fmla="*/ 2946492 w 5799173"/>
              <a:gd name="connsiteY10932" fmla="*/ 1321115 h 5017219"/>
              <a:gd name="connsiteX10933" fmla="*/ 2945163 w 5799173"/>
              <a:gd name="connsiteY10933" fmla="*/ 1320367 h 5017219"/>
              <a:gd name="connsiteX10934" fmla="*/ 2934612 w 5799173"/>
              <a:gd name="connsiteY10934" fmla="*/ 1302008 h 5017219"/>
              <a:gd name="connsiteX10935" fmla="*/ 2934612 w 5799173"/>
              <a:gd name="connsiteY10935" fmla="*/ 1300512 h 5017219"/>
              <a:gd name="connsiteX10936" fmla="*/ 2945163 w 5799173"/>
              <a:gd name="connsiteY10936" fmla="*/ 1282151 h 5017219"/>
              <a:gd name="connsiteX10937" fmla="*/ 2946492 w 5799173"/>
              <a:gd name="connsiteY10937" fmla="*/ 1281403 h 5017219"/>
              <a:gd name="connsiteX10938" fmla="*/ 2967677 w 5799173"/>
              <a:gd name="connsiteY10938" fmla="*/ 1281403 h 5017219"/>
              <a:gd name="connsiteX10939" fmla="*/ 2969007 w 5799173"/>
              <a:gd name="connsiteY10939" fmla="*/ 1282151 h 5017219"/>
              <a:gd name="connsiteX10940" fmla="*/ 2979558 w 5799173"/>
              <a:gd name="connsiteY10940" fmla="*/ 1300511 h 5017219"/>
              <a:gd name="connsiteX10941" fmla="*/ 2979558 w 5799173"/>
              <a:gd name="connsiteY10941" fmla="*/ 1302007 h 5017219"/>
              <a:gd name="connsiteX10942" fmla="*/ 2969007 w 5799173"/>
              <a:gd name="connsiteY10942" fmla="*/ 1320367 h 5017219"/>
              <a:gd name="connsiteX10943" fmla="*/ 2967677 w 5799173"/>
              <a:gd name="connsiteY10943" fmla="*/ 1321115 h 5017219"/>
              <a:gd name="connsiteX10944" fmla="*/ 3187236 w 5799173"/>
              <a:gd name="connsiteY10944" fmla="*/ 1385623 h 5017219"/>
              <a:gd name="connsiteX10945" fmla="*/ 3185907 w 5799173"/>
              <a:gd name="connsiteY10945" fmla="*/ 1384875 h 5017219"/>
              <a:gd name="connsiteX10946" fmla="*/ 3175356 w 5799173"/>
              <a:gd name="connsiteY10946" fmla="*/ 1366515 h 5017219"/>
              <a:gd name="connsiteX10947" fmla="*/ 3175356 w 5799173"/>
              <a:gd name="connsiteY10947" fmla="*/ 1365019 h 5017219"/>
              <a:gd name="connsiteX10948" fmla="*/ 3185907 w 5799173"/>
              <a:gd name="connsiteY10948" fmla="*/ 1346659 h 5017219"/>
              <a:gd name="connsiteX10949" fmla="*/ 3187237 w 5799173"/>
              <a:gd name="connsiteY10949" fmla="*/ 1345911 h 5017219"/>
              <a:gd name="connsiteX10950" fmla="*/ 3208421 w 5799173"/>
              <a:gd name="connsiteY10950" fmla="*/ 1345911 h 5017219"/>
              <a:gd name="connsiteX10951" fmla="*/ 3209751 w 5799173"/>
              <a:gd name="connsiteY10951" fmla="*/ 1346659 h 5017219"/>
              <a:gd name="connsiteX10952" fmla="*/ 3220302 w 5799173"/>
              <a:gd name="connsiteY10952" fmla="*/ 1365019 h 5017219"/>
              <a:gd name="connsiteX10953" fmla="*/ 3220303 w 5799173"/>
              <a:gd name="connsiteY10953" fmla="*/ 1366515 h 5017219"/>
              <a:gd name="connsiteX10954" fmla="*/ 3209752 w 5799173"/>
              <a:gd name="connsiteY10954" fmla="*/ 1384875 h 5017219"/>
              <a:gd name="connsiteX10955" fmla="*/ 3208421 w 5799173"/>
              <a:gd name="connsiteY10955" fmla="*/ 1385623 h 5017219"/>
              <a:gd name="connsiteX10956" fmla="*/ 3488168 w 5799173"/>
              <a:gd name="connsiteY10956" fmla="*/ 1466257 h 5017219"/>
              <a:gd name="connsiteX10957" fmla="*/ 3486838 w 5799173"/>
              <a:gd name="connsiteY10957" fmla="*/ 1465509 h 5017219"/>
              <a:gd name="connsiteX10958" fmla="*/ 3476288 w 5799173"/>
              <a:gd name="connsiteY10958" fmla="*/ 1447149 h 5017219"/>
              <a:gd name="connsiteX10959" fmla="*/ 3476287 w 5799173"/>
              <a:gd name="connsiteY10959" fmla="*/ 1445653 h 5017219"/>
              <a:gd name="connsiteX10960" fmla="*/ 3486838 w 5799173"/>
              <a:gd name="connsiteY10960" fmla="*/ 1427293 h 5017219"/>
              <a:gd name="connsiteX10961" fmla="*/ 3488168 w 5799173"/>
              <a:gd name="connsiteY10961" fmla="*/ 1426545 h 5017219"/>
              <a:gd name="connsiteX10962" fmla="*/ 3509353 w 5799173"/>
              <a:gd name="connsiteY10962" fmla="*/ 1426545 h 5017219"/>
              <a:gd name="connsiteX10963" fmla="*/ 3510682 w 5799173"/>
              <a:gd name="connsiteY10963" fmla="*/ 1427293 h 5017219"/>
              <a:gd name="connsiteX10964" fmla="*/ 3521233 w 5799173"/>
              <a:gd name="connsiteY10964" fmla="*/ 1445653 h 5017219"/>
              <a:gd name="connsiteX10965" fmla="*/ 3521234 w 5799173"/>
              <a:gd name="connsiteY10965" fmla="*/ 1447149 h 5017219"/>
              <a:gd name="connsiteX10966" fmla="*/ 3510683 w 5799173"/>
              <a:gd name="connsiteY10966" fmla="*/ 1465509 h 5017219"/>
              <a:gd name="connsiteX10967" fmla="*/ 3509352 w 5799173"/>
              <a:gd name="connsiteY10967" fmla="*/ 1466257 h 5017219"/>
              <a:gd name="connsiteX10968" fmla="*/ 3548354 w 5799173"/>
              <a:gd name="connsiteY10968" fmla="*/ 1482384 h 5017219"/>
              <a:gd name="connsiteX10969" fmla="*/ 3547025 w 5799173"/>
              <a:gd name="connsiteY10969" fmla="*/ 1481636 h 5017219"/>
              <a:gd name="connsiteX10970" fmla="*/ 3536475 w 5799173"/>
              <a:gd name="connsiteY10970" fmla="*/ 1463276 h 5017219"/>
              <a:gd name="connsiteX10971" fmla="*/ 3536474 w 5799173"/>
              <a:gd name="connsiteY10971" fmla="*/ 1461780 h 5017219"/>
              <a:gd name="connsiteX10972" fmla="*/ 3547025 w 5799173"/>
              <a:gd name="connsiteY10972" fmla="*/ 1443420 h 5017219"/>
              <a:gd name="connsiteX10973" fmla="*/ 3548355 w 5799173"/>
              <a:gd name="connsiteY10973" fmla="*/ 1442672 h 5017219"/>
              <a:gd name="connsiteX10974" fmla="*/ 3569540 w 5799173"/>
              <a:gd name="connsiteY10974" fmla="*/ 1442672 h 5017219"/>
              <a:gd name="connsiteX10975" fmla="*/ 3570869 w 5799173"/>
              <a:gd name="connsiteY10975" fmla="*/ 1443420 h 5017219"/>
              <a:gd name="connsiteX10976" fmla="*/ 3581420 w 5799173"/>
              <a:gd name="connsiteY10976" fmla="*/ 1461780 h 5017219"/>
              <a:gd name="connsiteX10977" fmla="*/ 3581421 w 5799173"/>
              <a:gd name="connsiteY10977" fmla="*/ 1463276 h 5017219"/>
              <a:gd name="connsiteX10978" fmla="*/ 3570870 w 5799173"/>
              <a:gd name="connsiteY10978" fmla="*/ 1481636 h 5017219"/>
              <a:gd name="connsiteX10979" fmla="*/ 3569539 w 5799173"/>
              <a:gd name="connsiteY10979" fmla="*/ 1482384 h 5017219"/>
              <a:gd name="connsiteX10980" fmla="*/ 2705666 w 5799173"/>
              <a:gd name="connsiteY10980" fmla="*/ 1256680 h 5017219"/>
              <a:gd name="connsiteX10981" fmla="*/ 2704337 w 5799173"/>
              <a:gd name="connsiteY10981" fmla="*/ 1255932 h 5017219"/>
              <a:gd name="connsiteX10982" fmla="*/ 2693703 w 5799173"/>
              <a:gd name="connsiteY10982" fmla="*/ 1237489 h 5017219"/>
              <a:gd name="connsiteX10983" fmla="*/ 2693703 w 5799173"/>
              <a:gd name="connsiteY10983" fmla="*/ 1235993 h 5017219"/>
              <a:gd name="connsiteX10984" fmla="*/ 2704337 w 5799173"/>
              <a:gd name="connsiteY10984" fmla="*/ 1217550 h 5017219"/>
              <a:gd name="connsiteX10985" fmla="*/ 2705666 w 5799173"/>
              <a:gd name="connsiteY10985" fmla="*/ 1216802 h 5017219"/>
              <a:gd name="connsiteX10986" fmla="*/ 2726935 w 5799173"/>
              <a:gd name="connsiteY10986" fmla="*/ 1216802 h 5017219"/>
              <a:gd name="connsiteX10987" fmla="*/ 2728264 w 5799173"/>
              <a:gd name="connsiteY10987" fmla="*/ 1217550 h 5017219"/>
              <a:gd name="connsiteX10988" fmla="*/ 2738898 w 5799173"/>
              <a:gd name="connsiteY10988" fmla="*/ 1235993 h 5017219"/>
              <a:gd name="connsiteX10989" fmla="*/ 2738898 w 5799173"/>
              <a:gd name="connsiteY10989" fmla="*/ 1237489 h 5017219"/>
              <a:gd name="connsiteX10990" fmla="*/ 2728264 w 5799173"/>
              <a:gd name="connsiteY10990" fmla="*/ 1255932 h 5017219"/>
              <a:gd name="connsiteX10991" fmla="*/ 2726935 w 5799173"/>
              <a:gd name="connsiteY10991" fmla="*/ 1256680 h 5017219"/>
              <a:gd name="connsiteX10992" fmla="*/ 3006596 w 5799173"/>
              <a:gd name="connsiteY10992" fmla="*/ 1337315 h 5017219"/>
              <a:gd name="connsiteX10993" fmla="*/ 3005267 w 5799173"/>
              <a:gd name="connsiteY10993" fmla="*/ 1336567 h 5017219"/>
              <a:gd name="connsiteX10994" fmla="*/ 2994633 w 5799173"/>
              <a:gd name="connsiteY10994" fmla="*/ 1318123 h 5017219"/>
              <a:gd name="connsiteX10995" fmla="*/ 2994633 w 5799173"/>
              <a:gd name="connsiteY10995" fmla="*/ 1316627 h 5017219"/>
              <a:gd name="connsiteX10996" fmla="*/ 3005267 w 5799173"/>
              <a:gd name="connsiteY10996" fmla="*/ 1298184 h 5017219"/>
              <a:gd name="connsiteX10997" fmla="*/ 3006596 w 5799173"/>
              <a:gd name="connsiteY10997" fmla="*/ 1297436 h 5017219"/>
              <a:gd name="connsiteX10998" fmla="*/ 3027865 w 5799173"/>
              <a:gd name="connsiteY10998" fmla="*/ 1297437 h 5017219"/>
              <a:gd name="connsiteX10999" fmla="*/ 3029194 w 5799173"/>
              <a:gd name="connsiteY10999" fmla="*/ 1298185 h 5017219"/>
              <a:gd name="connsiteX11000" fmla="*/ 3039828 w 5799173"/>
              <a:gd name="connsiteY11000" fmla="*/ 1316627 h 5017219"/>
              <a:gd name="connsiteX11001" fmla="*/ 3039828 w 5799173"/>
              <a:gd name="connsiteY11001" fmla="*/ 1318123 h 5017219"/>
              <a:gd name="connsiteX11002" fmla="*/ 3029194 w 5799173"/>
              <a:gd name="connsiteY11002" fmla="*/ 1336566 h 5017219"/>
              <a:gd name="connsiteX11003" fmla="*/ 3027865 w 5799173"/>
              <a:gd name="connsiteY11003" fmla="*/ 1337314 h 5017219"/>
              <a:gd name="connsiteX11004" fmla="*/ 2585209 w 5799173"/>
              <a:gd name="connsiteY11004" fmla="*/ 1224509 h 5017219"/>
              <a:gd name="connsiteX11005" fmla="*/ 2583880 w 5799173"/>
              <a:gd name="connsiteY11005" fmla="*/ 1223761 h 5017219"/>
              <a:gd name="connsiteX11006" fmla="*/ 2573246 w 5799173"/>
              <a:gd name="connsiteY11006" fmla="*/ 1205235 h 5017219"/>
              <a:gd name="connsiteX11007" fmla="*/ 2573246 w 5799173"/>
              <a:gd name="connsiteY11007" fmla="*/ 1203739 h 5017219"/>
              <a:gd name="connsiteX11008" fmla="*/ 2583963 w 5799173"/>
              <a:gd name="connsiteY11008" fmla="*/ 1185212 h 5017219"/>
              <a:gd name="connsiteX11009" fmla="*/ 2585293 w 5799173"/>
              <a:gd name="connsiteY11009" fmla="*/ 1184466 h 5017219"/>
              <a:gd name="connsiteX11010" fmla="*/ 2606644 w 5799173"/>
              <a:gd name="connsiteY11010" fmla="*/ 1184466 h 5017219"/>
              <a:gd name="connsiteX11011" fmla="*/ 2607973 w 5799173"/>
              <a:gd name="connsiteY11011" fmla="*/ 1185213 h 5017219"/>
              <a:gd name="connsiteX11012" fmla="*/ 2618607 w 5799173"/>
              <a:gd name="connsiteY11012" fmla="*/ 1203740 h 5017219"/>
              <a:gd name="connsiteX11013" fmla="*/ 2618607 w 5799173"/>
              <a:gd name="connsiteY11013" fmla="*/ 1205236 h 5017219"/>
              <a:gd name="connsiteX11014" fmla="*/ 2607890 w 5799173"/>
              <a:gd name="connsiteY11014" fmla="*/ 1223762 h 5017219"/>
              <a:gd name="connsiteX11015" fmla="*/ 2606561 w 5799173"/>
              <a:gd name="connsiteY11015" fmla="*/ 1224510 h 5017219"/>
              <a:gd name="connsiteX11016" fmla="*/ 3307444 w 5799173"/>
              <a:gd name="connsiteY11016" fmla="*/ 1418031 h 5017219"/>
              <a:gd name="connsiteX11017" fmla="*/ 3306115 w 5799173"/>
              <a:gd name="connsiteY11017" fmla="*/ 1417283 h 5017219"/>
              <a:gd name="connsiteX11018" fmla="*/ 3295481 w 5799173"/>
              <a:gd name="connsiteY11018" fmla="*/ 1398757 h 5017219"/>
              <a:gd name="connsiteX11019" fmla="*/ 3295481 w 5799173"/>
              <a:gd name="connsiteY11019" fmla="*/ 1397262 h 5017219"/>
              <a:gd name="connsiteX11020" fmla="*/ 3306198 w 5799173"/>
              <a:gd name="connsiteY11020" fmla="*/ 1378734 h 5017219"/>
              <a:gd name="connsiteX11021" fmla="*/ 3307528 w 5799173"/>
              <a:gd name="connsiteY11021" fmla="*/ 1377988 h 5017219"/>
              <a:gd name="connsiteX11022" fmla="*/ 3328879 w 5799173"/>
              <a:gd name="connsiteY11022" fmla="*/ 1377988 h 5017219"/>
              <a:gd name="connsiteX11023" fmla="*/ 3330208 w 5799173"/>
              <a:gd name="connsiteY11023" fmla="*/ 1378735 h 5017219"/>
              <a:gd name="connsiteX11024" fmla="*/ 3340841 w 5799173"/>
              <a:gd name="connsiteY11024" fmla="*/ 1397262 h 5017219"/>
              <a:gd name="connsiteX11025" fmla="*/ 3340842 w 5799173"/>
              <a:gd name="connsiteY11025" fmla="*/ 1398758 h 5017219"/>
              <a:gd name="connsiteX11026" fmla="*/ 3330125 w 5799173"/>
              <a:gd name="connsiteY11026" fmla="*/ 1417284 h 5017219"/>
              <a:gd name="connsiteX11027" fmla="*/ 3328796 w 5799173"/>
              <a:gd name="connsiteY11027" fmla="*/ 1418032 h 5017219"/>
              <a:gd name="connsiteX11028" fmla="*/ 3849038 w 5799173"/>
              <a:gd name="connsiteY11028" fmla="*/ 1563339 h 5017219"/>
              <a:gd name="connsiteX11029" fmla="*/ 3847708 w 5799173"/>
              <a:gd name="connsiteY11029" fmla="*/ 1562592 h 5017219"/>
              <a:gd name="connsiteX11030" fmla="*/ 3836908 w 5799173"/>
              <a:gd name="connsiteY11030" fmla="*/ 1543899 h 5017219"/>
              <a:gd name="connsiteX11031" fmla="*/ 3836908 w 5799173"/>
              <a:gd name="connsiteY11031" fmla="*/ 1542403 h 5017219"/>
              <a:gd name="connsiteX11032" fmla="*/ 3847708 w 5799173"/>
              <a:gd name="connsiteY11032" fmla="*/ 1523711 h 5017219"/>
              <a:gd name="connsiteX11033" fmla="*/ 3849038 w 5799173"/>
              <a:gd name="connsiteY11033" fmla="*/ 1522963 h 5017219"/>
              <a:gd name="connsiteX11034" fmla="*/ 3870638 w 5799173"/>
              <a:gd name="connsiteY11034" fmla="*/ 1522963 h 5017219"/>
              <a:gd name="connsiteX11035" fmla="*/ 3871967 w 5799173"/>
              <a:gd name="connsiteY11035" fmla="*/ 1523710 h 5017219"/>
              <a:gd name="connsiteX11036" fmla="*/ 3882768 w 5799173"/>
              <a:gd name="connsiteY11036" fmla="*/ 1542403 h 5017219"/>
              <a:gd name="connsiteX11037" fmla="*/ 3882768 w 5799173"/>
              <a:gd name="connsiteY11037" fmla="*/ 1543899 h 5017219"/>
              <a:gd name="connsiteX11038" fmla="*/ 3871967 w 5799173"/>
              <a:gd name="connsiteY11038" fmla="*/ 1562592 h 5017219"/>
              <a:gd name="connsiteX11039" fmla="*/ 3870638 w 5799173"/>
              <a:gd name="connsiteY11039" fmla="*/ 1563339 h 5017219"/>
              <a:gd name="connsiteX11040" fmla="*/ 2765683 w 5799173"/>
              <a:gd name="connsiteY11040" fmla="*/ 1273151 h 5017219"/>
              <a:gd name="connsiteX11041" fmla="*/ 2764354 w 5799173"/>
              <a:gd name="connsiteY11041" fmla="*/ 1272403 h 5017219"/>
              <a:gd name="connsiteX11042" fmla="*/ 2753554 w 5799173"/>
              <a:gd name="connsiteY11042" fmla="*/ 1253627 h 5017219"/>
              <a:gd name="connsiteX11043" fmla="*/ 2753554 w 5799173"/>
              <a:gd name="connsiteY11043" fmla="*/ 1252131 h 5017219"/>
              <a:gd name="connsiteX11044" fmla="*/ 2764354 w 5799173"/>
              <a:gd name="connsiteY11044" fmla="*/ 1233356 h 5017219"/>
              <a:gd name="connsiteX11045" fmla="*/ 2765683 w 5799173"/>
              <a:gd name="connsiteY11045" fmla="*/ 1232608 h 5017219"/>
              <a:gd name="connsiteX11046" fmla="*/ 2787367 w 5799173"/>
              <a:gd name="connsiteY11046" fmla="*/ 1232608 h 5017219"/>
              <a:gd name="connsiteX11047" fmla="*/ 2788697 w 5799173"/>
              <a:gd name="connsiteY11047" fmla="*/ 1233356 h 5017219"/>
              <a:gd name="connsiteX11048" fmla="*/ 2799497 w 5799173"/>
              <a:gd name="connsiteY11048" fmla="*/ 1252131 h 5017219"/>
              <a:gd name="connsiteX11049" fmla="*/ 2799497 w 5799173"/>
              <a:gd name="connsiteY11049" fmla="*/ 1253627 h 5017219"/>
              <a:gd name="connsiteX11050" fmla="*/ 2788696 w 5799173"/>
              <a:gd name="connsiteY11050" fmla="*/ 1272403 h 5017219"/>
              <a:gd name="connsiteX11051" fmla="*/ 2787368 w 5799173"/>
              <a:gd name="connsiteY11051" fmla="*/ 1273151 h 5017219"/>
              <a:gd name="connsiteX11052" fmla="*/ 3126801 w 5799173"/>
              <a:gd name="connsiteY11052" fmla="*/ 1369912 h 5017219"/>
              <a:gd name="connsiteX11053" fmla="*/ 3125473 w 5799173"/>
              <a:gd name="connsiteY11053" fmla="*/ 1369164 h 5017219"/>
              <a:gd name="connsiteX11054" fmla="*/ 3114673 w 5799173"/>
              <a:gd name="connsiteY11054" fmla="*/ 1350388 h 5017219"/>
              <a:gd name="connsiteX11055" fmla="*/ 3114672 w 5799173"/>
              <a:gd name="connsiteY11055" fmla="*/ 1348892 h 5017219"/>
              <a:gd name="connsiteX11056" fmla="*/ 3125473 w 5799173"/>
              <a:gd name="connsiteY11056" fmla="*/ 1330117 h 5017219"/>
              <a:gd name="connsiteX11057" fmla="*/ 3126802 w 5799173"/>
              <a:gd name="connsiteY11057" fmla="*/ 1329369 h 5017219"/>
              <a:gd name="connsiteX11058" fmla="*/ 3148485 w 5799173"/>
              <a:gd name="connsiteY11058" fmla="*/ 1329369 h 5017219"/>
              <a:gd name="connsiteX11059" fmla="*/ 3149815 w 5799173"/>
              <a:gd name="connsiteY11059" fmla="*/ 1330117 h 5017219"/>
              <a:gd name="connsiteX11060" fmla="*/ 3160615 w 5799173"/>
              <a:gd name="connsiteY11060" fmla="*/ 1348892 h 5017219"/>
              <a:gd name="connsiteX11061" fmla="*/ 3160616 w 5799173"/>
              <a:gd name="connsiteY11061" fmla="*/ 1350388 h 5017219"/>
              <a:gd name="connsiteX11062" fmla="*/ 3149815 w 5799173"/>
              <a:gd name="connsiteY11062" fmla="*/ 1369164 h 5017219"/>
              <a:gd name="connsiteX11063" fmla="*/ 3148486 w 5799173"/>
              <a:gd name="connsiteY11063" fmla="*/ 1369912 h 5017219"/>
              <a:gd name="connsiteX11064" fmla="*/ 3969339 w 5799173"/>
              <a:gd name="connsiteY11064" fmla="*/ 1595760 h 5017219"/>
              <a:gd name="connsiteX11065" fmla="*/ 3968009 w 5799173"/>
              <a:gd name="connsiteY11065" fmla="*/ 1595013 h 5017219"/>
              <a:gd name="connsiteX11066" fmla="*/ 3957126 w 5799173"/>
              <a:gd name="connsiteY11066" fmla="*/ 1576153 h 5017219"/>
              <a:gd name="connsiteX11067" fmla="*/ 3957126 w 5799173"/>
              <a:gd name="connsiteY11067" fmla="*/ 1574576 h 5017219"/>
              <a:gd name="connsiteX11068" fmla="*/ 3968009 w 5799173"/>
              <a:gd name="connsiteY11068" fmla="*/ 1555717 h 5017219"/>
              <a:gd name="connsiteX11069" fmla="*/ 3969339 w 5799173"/>
              <a:gd name="connsiteY11069" fmla="*/ 1554969 h 5017219"/>
              <a:gd name="connsiteX11070" fmla="*/ 3991105 w 5799173"/>
              <a:gd name="connsiteY11070" fmla="*/ 1554969 h 5017219"/>
              <a:gd name="connsiteX11071" fmla="*/ 3992435 w 5799173"/>
              <a:gd name="connsiteY11071" fmla="*/ 1555717 h 5017219"/>
              <a:gd name="connsiteX11072" fmla="*/ 4003318 w 5799173"/>
              <a:gd name="connsiteY11072" fmla="*/ 1574576 h 5017219"/>
              <a:gd name="connsiteX11073" fmla="*/ 4003318 w 5799173"/>
              <a:gd name="connsiteY11073" fmla="*/ 1576154 h 5017219"/>
              <a:gd name="connsiteX11074" fmla="*/ 3992435 w 5799173"/>
              <a:gd name="connsiteY11074" fmla="*/ 1595013 h 5017219"/>
              <a:gd name="connsiteX11075" fmla="*/ 3991105 w 5799173"/>
              <a:gd name="connsiteY11075" fmla="*/ 1595760 h 5017219"/>
              <a:gd name="connsiteX11076" fmla="*/ 3909047 w 5799173"/>
              <a:gd name="connsiteY11076" fmla="*/ 1579881 h 5017219"/>
              <a:gd name="connsiteX11077" fmla="*/ 3907719 w 5799173"/>
              <a:gd name="connsiteY11077" fmla="*/ 1579133 h 5017219"/>
              <a:gd name="connsiteX11078" fmla="*/ 3896752 w 5799173"/>
              <a:gd name="connsiteY11078" fmla="*/ 1560108 h 5017219"/>
              <a:gd name="connsiteX11079" fmla="*/ 3896752 w 5799173"/>
              <a:gd name="connsiteY11079" fmla="*/ 1558530 h 5017219"/>
              <a:gd name="connsiteX11080" fmla="*/ 3907718 w 5799173"/>
              <a:gd name="connsiteY11080" fmla="*/ 1539504 h 5017219"/>
              <a:gd name="connsiteX11081" fmla="*/ 3909047 w 5799173"/>
              <a:gd name="connsiteY11081" fmla="*/ 1538757 h 5017219"/>
              <a:gd name="connsiteX11082" fmla="*/ 3930980 w 5799173"/>
              <a:gd name="connsiteY11082" fmla="*/ 1538757 h 5017219"/>
              <a:gd name="connsiteX11083" fmla="*/ 3932310 w 5799173"/>
              <a:gd name="connsiteY11083" fmla="*/ 1539504 h 5017219"/>
              <a:gd name="connsiteX11084" fmla="*/ 3943277 w 5799173"/>
              <a:gd name="connsiteY11084" fmla="*/ 1558530 h 5017219"/>
              <a:gd name="connsiteX11085" fmla="*/ 3943276 w 5799173"/>
              <a:gd name="connsiteY11085" fmla="*/ 1560108 h 5017219"/>
              <a:gd name="connsiteX11086" fmla="*/ 3932310 w 5799173"/>
              <a:gd name="connsiteY11086" fmla="*/ 1579133 h 5017219"/>
              <a:gd name="connsiteX11087" fmla="*/ 3930981 w 5799173"/>
              <a:gd name="connsiteY11087" fmla="*/ 1579881 h 5017219"/>
              <a:gd name="connsiteX11088" fmla="*/ 3427475 w 5799173"/>
              <a:gd name="connsiteY11088" fmla="*/ 1450948 h 5017219"/>
              <a:gd name="connsiteX11089" fmla="*/ 3426146 w 5799173"/>
              <a:gd name="connsiteY11089" fmla="*/ 1450201 h 5017219"/>
              <a:gd name="connsiteX11090" fmla="*/ 3415096 w 5799173"/>
              <a:gd name="connsiteY11090" fmla="*/ 1431093 h 5017219"/>
              <a:gd name="connsiteX11091" fmla="*/ 3415096 w 5799173"/>
              <a:gd name="connsiteY11091" fmla="*/ 1429514 h 5017219"/>
              <a:gd name="connsiteX11092" fmla="*/ 3426146 w 5799173"/>
              <a:gd name="connsiteY11092" fmla="*/ 1410405 h 5017219"/>
              <a:gd name="connsiteX11093" fmla="*/ 3427474 w 5799173"/>
              <a:gd name="connsiteY11093" fmla="*/ 1409658 h 5017219"/>
              <a:gd name="connsiteX11094" fmla="*/ 3449573 w 5799173"/>
              <a:gd name="connsiteY11094" fmla="*/ 1409658 h 5017219"/>
              <a:gd name="connsiteX11095" fmla="*/ 3450902 w 5799173"/>
              <a:gd name="connsiteY11095" fmla="*/ 1410405 h 5017219"/>
              <a:gd name="connsiteX11096" fmla="*/ 3461953 w 5799173"/>
              <a:gd name="connsiteY11096" fmla="*/ 1429514 h 5017219"/>
              <a:gd name="connsiteX11097" fmla="*/ 3461952 w 5799173"/>
              <a:gd name="connsiteY11097" fmla="*/ 1431093 h 5017219"/>
              <a:gd name="connsiteX11098" fmla="*/ 3450902 w 5799173"/>
              <a:gd name="connsiteY11098" fmla="*/ 1450201 h 5017219"/>
              <a:gd name="connsiteX11099" fmla="*/ 3449574 w 5799173"/>
              <a:gd name="connsiteY11099" fmla="*/ 1450948 h 5017219"/>
              <a:gd name="connsiteX11100" fmla="*/ 1011562 w 5799173"/>
              <a:gd name="connsiteY11100" fmla="*/ 847832 h 5017219"/>
              <a:gd name="connsiteX11101" fmla="*/ 1010897 w 5799173"/>
              <a:gd name="connsiteY11101" fmla="*/ 847417 h 5017219"/>
              <a:gd name="connsiteX11102" fmla="*/ 1005331 w 5799173"/>
              <a:gd name="connsiteY11102" fmla="*/ 837697 h 5017219"/>
              <a:gd name="connsiteX11103" fmla="*/ 1005331 w 5799173"/>
              <a:gd name="connsiteY11103" fmla="*/ 836866 h 5017219"/>
              <a:gd name="connsiteX11104" fmla="*/ 1010897 w 5799173"/>
              <a:gd name="connsiteY11104" fmla="*/ 827145 h 5017219"/>
              <a:gd name="connsiteX11105" fmla="*/ 1011562 w 5799173"/>
              <a:gd name="connsiteY11105" fmla="*/ 826730 h 5017219"/>
              <a:gd name="connsiteX11106" fmla="*/ 1022777 w 5799173"/>
              <a:gd name="connsiteY11106" fmla="*/ 826730 h 5017219"/>
              <a:gd name="connsiteX11107" fmla="*/ 1023442 w 5799173"/>
              <a:gd name="connsiteY11107" fmla="*/ 827145 h 5017219"/>
              <a:gd name="connsiteX11108" fmla="*/ 1029008 w 5799173"/>
              <a:gd name="connsiteY11108" fmla="*/ 836866 h 5017219"/>
              <a:gd name="connsiteX11109" fmla="*/ 1029008 w 5799173"/>
              <a:gd name="connsiteY11109" fmla="*/ 837697 h 5017219"/>
              <a:gd name="connsiteX11110" fmla="*/ 1023443 w 5799173"/>
              <a:gd name="connsiteY11110" fmla="*/ 847417 h 5017219"/>
              <a:gd name="connsiteX11111" fmla="*/ 1022778 w 5799173"/>
              <a:gd name="connsiteY11111" fmla="*/ 847832 h 5017219"/>
              <a:gd name="connsiteX11112" fmla="*/ 1070887 w 5799173"/>
              <a:gd name="connsiteY11112" fmla="*/ 865522 h 5017219"/>
              <a:gd name="connsiteX11113" fmla="*/ 1070139 w 5799173"/>
              <a:gd name="connsiteY11113" fmla="*/ 865107 h 5017219"/>
              <a:gd name="connsiteX11114" fmla="*/ 1063743 w 5799173"/>
              <a:gd name="connsiteY11114" fmla="*/ 853974 h 5017219"/>
              <a:gd name="connsiteX11115" fmla="*/ 1063742 w 5799173"/>
              <a:gd name="connsiteY11115" fmla="*/ 853060 h 5017219"/>
              <a:gd name="connsiteX11116" fmla="*/ 1070140 w 5799173"/>
              <a:gd name="connsiteY11116" fmla="*/ 841927 h 5017219"/>
              <a:gd name="connsiteX11117" fmla="*/ 1070888 w 5799173"/>
              <a:gd name="connsiteY11117" fmla="*/ 841512 h 5017219"/>
              <a:gd name="connsiteX11118" fmla="*/ 1083682 w 5799173"/>
              <a:gd name="connsiteY11118" fmla="*/ 841512 h 5017219"/>
              <a:gd name="connsiteX11119" fmla="*/ 1084430 w 5799173"/>
              <a:gd name="connsiteY11119" fmla="*/ 841927 h 5017219"/>
              <a:gd name="connsiteX11120" fmla="*/ 1090826 w 5799173"/>
              <a:gd name="connsiteY11120" fmla="*/ 853060 h 5017219"/>
              <a:gd name="connsiteX11121" fmla="*/ 1090827 w 5799173"/>
              <a:gd name="connsiteY11121" fmla="*/ 853974 h 5017219"/>
              <a:gd name="connsiteX11122" fmla="*/ 1084429 w 5799173"/>
              <a:gd name="connsiteY11122" fmla="*/ 865107 h 5017219"/>
              <a:gd name="connsiteX11123" fmla="*/ 1083681 w 5799173"/>
              <a:gd name="connsiteY11123" fmla="*/ 865522 h 5017219"/>
              <a:gd name="connsiteX11124" fmla="*/ 1129173 w 5799173"/>
              <a:gd name="connsiteY11124" fmla="*/ 885141 h 5017219"/>
              <a:gd name="connsiteX11125" fmla="*/ 1128176 w 5799173"/>
              <a:gd name="connsiteY11125" fmla="*/ 884559 h 5017219"/>
              <a:gd name="connsiteX11126" fmla="*/ 1119868 w 5799173"/>
              <a:gd name="connsiteY11126" fmla="*/ 870186 h 5017219"/>
              <a:gd name="connsiteX11127" fmla="*/ 1119868 w 5799173"/>
              <a:gd name="connsiteY11127" fmla="*/ 869023 h 5017219"/>
              <a:gd name="connsiteX11128" fmla="*/ 1128176 w 5799173"/>
              <a:gd name="connsiteY11128" fmla="*/ 854651 h 5017219"/>
              <a:gd name="connsiteX11129" fmla="*/ 1129173 w 5799173"/>
              <a:gd name="connsiteY11129" fmla="*/ 854069 h 5017219"/>
              <a:gd name="connsiteX11130" fmla="*/ 1145789 w 5799173"/>
              <a:gd name="connsiteY11130" fmla="*/ 854069 h 5017219"/>
              <a:gd name="connsiteX11131" fmla="*/ 1146785 w 5799173"/>
              <a:gd name="connsiteY11131" fmla="*/ 854651 h 5017219"/>
              <a:gd name="connsiteX11132" fmla="*/ 1155093 w 5799173"/>
              <a:gd name="connsiteY11132" fmla="*/ 869023 h 5017219"/>
              <a:gd name="connsiteX11133" fmla="*/ 1155093 w 5799173"/>
              <a:gd name="connsiteY11133" fmla="*/ 870186 h 5017219"/>
              <a:gd name="connsiteX11134" fmla="*/ 1146784 w 5799173"/>
              <a:gd name="connsiteY11134" fmla="*/ 884559 h 5017219"/>
              <a:gd name="connsiteX11135" fmla="*/ 1145789 w 5799173"/>
              <a:gd name="connsiteY11135" fmla="*/ 885141 h 5017219"/>
              <a:gd name="connsiteX11136" fmla="*/ 4258286 w 5799173"/>
              <a:gd name="connsiteY11136" fmla="*/ 1724901 h 5017219"/>
              <a:gd name="connsiteX11137" fmla="*/ 4257207 w 5799173"/>
              <a:gd name="connsiteY11137" fmla="*/ 1724236 h 5017219"/>
              <a:gd name="connsiteX11138" fmla="*/ 4248318 w 5799173"/>
              <a:gd name="connsiteY11138" fmla="*/ 1708784 h 5017219"/>
              <a:gd name="connsiteX11139" fmla="*/ 4248317 w 5799173"/>
              <a:gd name="connsiteY11139" fmla="*/ 1707537 h 5017219"/>
              <a:gd name="connsiteX11140" fmla="*/ 4257206 w 5799173"/>
              <a:gd name="connsiteY11140" fmla="*/ 1692085 h 5017219"/>
              <a:gd name="connsiteX11141" fmla="*/ 4258286 w 5799173"/>
              <a:gd name="connsiteY11141" fmla="*/ 1691420 h 5017219"/>
              <a:gd name="connsiteX11142" fmla="*/ 4276066 w 5799173"/>
              <a:gd name="connsiteY11142" fmla="*/ 1691420 h 5017219"/>
              <a:gd name="connsiteX11143" fmla="*/ 4277145 w 5799173"/>
              <a:gd name="connsiteY11143" fmla="*/ 1692085 h 5017219"/>
              <a:gd name="connsiteX11144" fmla="*/ 4286035 w 5799173"/>
              <a:gd name="connsiteY11144" fmla="*/ 1707537 h 5017219"/>
              <a:gd name="connsiteX11145" fmla="*/ 4286036 w 5799173"/>
              <a:gd name="connsiteY11145" fmla="*/ 1708784 h 5017219"/>
              <a:gd name="connsiteX11146" fmla="*/ 4277146 w 5799173"/>
              <a:gd name="connsiteY11146" fmla="*/ 1724236 h 5017219"/>
              <a:gd name="connsiteX11147" fmla="*/ 4276066 w 5799173"/>
              <a:gd name="connsiteY11147" fmla="*/ 1724901 h 5017219"/>
              <a:gd name="connsiteX11148" fmla="*/ 4137832 w 5799173"/>
              <a:gd name="connsiteY11148" fmla="*/ 1692720 h 5017219"/>
              <a:gd name="connsiteX11149" fmla="*/ 4136752 w 5799173"/>
              <a:gd name="connsiteY11149" fmla="*/ 1692055 h 5017219"/>
              <a:gd name="connsiteX11150" fmla="*/ 4127780 w 5799173"/>
              <a:gd name="connsiteY11150" fmla="*/ 1676519 h 5017219"/>
              <a:gd name="connsiteX11151" fmla="*/ 4127780 w 5799173"/>
              <a:gd name="connsiteY11151" fmla="*/ 1675273 h 5017219"/>
              <a:gd name="connsiteX11152" fmla="*/ 4136752 w 5799173"/>
              <a:gd name="connsiteY11152" fmla="*/ 1659737 h 5017219"/>
              <a:gd name="connsiteX11153" fmla="*/ 4137832 w 5799173"/>
              <a:gd name="connsiteY11153" fmla="*/ 1659073 h 5017219"/>
              <a:gd name="connsiteX11154" fmla="*/ 4155694 w 5799173"/>
              <a:gd name="connsiteY11154" fmla="*/ 1659072 h 5017219"/>
              <a:gd name="connsiteX11155" fmla="*/ 4156774 w 5799173"/>
              <a:gd name="connsiteY11155" fmla="*/ 1659737 h 5017219"/>
              <a:gd name="connsiteX11156" fmla="*/ 4165747 w 5799173"/>
              <a:gd name="connsiteY11156" fmla="*/ 1675274 h 5017219"/>
              <a:gd name="connsiteX11157" fmla="*/ 4165747 w 5799173"/>
              <a:gd name="connsiteY11157" fmla="*/ 1676519 h 5017219"/>
              <a:gd name="connsiteX11158" fmla="*/ 4156774 w 5799173"/>
              <a:gd name="connsiteY11158" fmla="*/ 1692056 h 5017219"/>
              <a:gd name="connsiteX11159" fmla="*/ 4155694 w 5799173"/>
              <a:gd name="connsiteY11159" fmla="*/ 1692719 h 5017219"/>
              <a:gd name="connsiteX11160" fmla="*/ 4318222 w 5799173"/>
              <a:gd name="connsiteY11160" fmla="*/ 1741359 h 5017219"/>
              <a:gd name="connsiteX11161" fmla="*/ 4317142 w 5799173"/>
              <a:gd name="connsiteY11161" fmla="*/ 1740696 h 5017219"/>
              <a:gd name="connsiteX11162" fmla="*/ 4308087 w 5799173"/>
              <a:gd name="connsiteY11162" fmla="*/ 1724910 h 5017219"/>
              <a:gd name="connsiteX11163" fmla="*/ 4308087 w 5799173"/>
              <a:gd name="connsiteY11163" fmla="*/ 1723664 h 5017219"/>
              <a:gd name="connsiteX11164" fmla="*/ 4317227 w 5799173"/>
              <a:gd name="connsiteY11164" fmla="*/ 1707879 h 5017219"/>
              <a:gd name="connsiteX11165" fmla="*/ 4318306 w 5799173"/>
              <a:gd name="connsiteY11165" fmla="*/ 1707215 h 5017219"/>
              <a:gd name="connsiteX11166" fmla="*/ 4336500 w 5799173"/>
              <a:gd name="connsiteY11166" fmla="*/ 1707215 h 5017219"/>
              <a:gd name="connsiteX11167" fmla="*/ 4337580 w 5799173"/>
              <a:gd name="connsiteY11167" fmla="*/ 1707879 h 5017219"/>
              <a:gd name="connsiteX11168" fmla="*/ 4346636 w 5799173"/>
              <a:gd name="connsiteY11168" fmla="*/ 1723664 h 5017219"/>
              <a:gd name="connsiteX11169" fmla="*/ 4346636 w 5799173"/>
              <a:gd name="connsiteY11169" fmla="*/ 1724910 h 5017219"/>
              <a:gd name="connsiteX11170" fmla="*/ 4337497 w 5799173"/>
              <a:gd name="connsiteY11170" fmla="*/ 1740695 h 5017219"/>
              <a:gd name="connsiteX11171" fmla="*/ 4336417 w 5799173"/>
              <a:gd name="connsiteY11171" fmla="*/ 1741360 h 5017219"/>
              <a:gd name="connsiteX11172" fmla="*/ 4197861 w 5799173"/>
              <a:gd name="connsiteY11172" fmla="*/ 1709192 h 5017219"/>
              <a:gd name="connsiteX11173" fmla="*/ 4196782 w 5799173"/>
              <a:gd name="connsiteY11173" fmla="*/ 1708526 h 5017219"/>
              <a:gd name="connsiteX11174" fmla="*/ 4187643 w 5799173"/>
              <a:gd name="connsiteY11174" fmla="*/ 1692659 h 5017219"/>
              <a:gd name="connsiteX11175" fmla="*/ 4187643 w 5799173"/>
              <a:gd name="connsiteY11175" fmla="*/ 1691329 h 5017219"/>
              <a:gd name="connsiteX11176" fmla="*/ 4196781 w 5799173"/>
              <a:gd name="connsiteY11176" fmla="*/ 1675461 h 5017219"/>
              <a:gd name="connsiteX11177" fmla="*/ 4197861 w 5799173"/>
              <a:gd name="connsiteY11177" fmla="*/ 1674797 h 5017219"/>
              <a:gd name="connsiteX11178" fmla="*/ 4216139 w 5799173"/>
              <a:gd name="connsiteY11178" fmla="*/ 1674796 h 5017219"/>
              <a:gd name="connsiteX11179" fmla="*/ 4217219 w 5799173"/>
              <a:gd name="connsiteY11179" fmla="*/ 1675461 h 5017219"/>
              <a:gd name="connsiteX11180" fmla="*/ 4226357 w 5799173"/>
              <a:gd name="connsiteY11180" fmla="*/ 1691329 h 5017219"/>
              <a:gd name="connsiteX11181" fmla="*/ 4226357 w 5799173"/>
              <a:gd name="connsiteY11181" fmla="*/ 1692658 h 5017219"/>
              <a:gd name="connsiteX11182" fmla="*/ 4217219 w 5799173"/>
              <a:gd name="connsiteY11182" fmla="*/ 1708527 h 5017219"/>
              <a:gd name="connsiteX11183" fmla="*/ 4216140 w 5799173"/>
              <a:gd name="connsiteY11183" fmla="*/ 1709191 h 5017219"/>
              <a:gd name="connsiteX11184" fmla="*/ 4378315 w 5799173"/>
              <a:gd name="connsiteY11184" fmla="*/ 1757830 h 5017219"/>
              <a:gd name="connsiteX11185" fmla="*/ 4377151 w 5799173"/>
              <a:gd name="connsiteY11185" fmla="*/ 1757165 h 5017219"/>
              <a:gd name="connsiteX11186" fmla="*/ 4367930 w 5799173"/>
              <a:gd name="connsiteY11186" fmla="*/ 1741131 h 5017219"/>
              <a:gd name="connsiteX11187" fmla="*/ 4367930 w 5799173"/>
              <a:gd name="connsiteY11187" fmla="*/ 1739801 h 5017219"/>
              <a:gd name="connsiteX11188" fmla="*/ 4377151 w 5799173"/>
              <a:gd name="connsiteY11188" fmla="*/ 1723767 h 5017219"/>
              <a:gd name="connsiteX11189" fmla="*/ 4378315 w 5799173"/>
              <a:gd name="connsiteY11189" fmla="*/ 1723102 h 5017219"/>
              <a:gd name="connsiteX11190" fmla="*/ 4396841 w 5799173"/>
              <a:gd name="connsiteY11190" fmla="*/ 1723102 h 5017219"/>
              <a:gd name="connsiteX11191" fmla="*/ 4398004 w 5799173"/>
              <a:gd name="connsiteY11191" fmla="*/ 1723767 h 5017219"/>
              <a:gd name="connsiteX11192" fmla="*/ 4407226 w 5799173"/>
              <a:gd name="connsiteY11192" fmla="*/ 1739801 h 5017219"/>
              <a:gd name="connsiteX11193" fmla="*/ 4407226 w 5799173"/>
              <a:gd name="connsiteY11193" fmla="*/ 1741131 h 5017219"/>
              <a:gd name="connsiteX11194" fmla="*/ 4398004 w 5799173"/>
              <a:gd name="connsiteY11194" fmla="*/ 1757165 h 5017219"/>
              <a:gd name="connsiteX11195" fmla="*/ 4396841 w 5799173"/>
              <a:gd name="connsiteY11195" fmla="*/ 1757830 h 5017219"/>
              <a:gd name="connsiteX11196" fmla="*/ 2331982 w 5799173"/>
              <a:gd name="connsiteY11196" fmla="*/ 1209517 h 5017219"/>
              <a:gd name="connsiteX11197" fmla="*/ 2330819 w 5799173"/>
              <a:gd name="connsiteY11197" fmla="*/ 1208852 h 5017219"/>
              <a:gd name="connsiteX11198" fmla="*/ 2321597 w 5799173"/>
              <a:gd name="connsiteY11198" fmla="*/ 1192817 h 5017219"/>
              <a:gd name="connsiteX11199" fmla="*/ 2321597 w 5799173"/>
              <a:gd name="connsiteY11199" fmla="*/ 1191488 h 5017219"/>
              <a:gd name="connsiteX11200" fmla="*/ 2330819 w 5799173"/>
              <a:gd name="connsiteY11200" fmla="*/ 1175454 h 5017219"/>
              <a:gd name="connsiteX11201" fmla="*/ 2331982 w 5799173"/>
              <a:gd name="connsiteY11201" fmla="*/ 1174788 h 5017219"/>
              <a:gd name="connsiteX11202" fmla="*/ 2350508 w 5799173"/>
              <a:gd name="connsiteY11202" fmla="*/ 1174788 h 5017219"/>
              <a:gd name="connsiteX11203" fmla="*/ 2351671 w 5799173"/>
              <a:gd name="connsiteY11203" fmla="*/ 1175454 h 5017219"/>
              <a:gd name="connsiteX11204" fmla="*/ 2360893 w 5799173"/>
              <a:gd name="connsiteY11204" fmla="*/ 1191488 h 5017219"/>
              <a:gd name="connsiteX11205" fmla="*/ 2360893 w 5799173"/>
              <a:gd name="connsiteY11205" fmla="*/ 1192818 h 5017219"/>
              <a:gd name="connsiteX11206" fmla="*/ 2351671 w 5799173"/>
              <a:gd name="connsiteY11206" fmla="*/ 1208852 h 5017219"/>
              <a:gd name="connsiteX11207" fmla="*/ 2350508 w 5799173"/>
              <a:gd name="connsiteY11207" fmla="*/ 1209517 h 5017219"/>
              <a:gd name="connsiteX11208" fmla="*/ 5160572 w 5799173"/>
              <a:gd name="connsiteY11208" fmla="*/ 1967621 h 5017219"/>
              <a:gd name="connsiteX11209" fmla="*/ 5159409 w 5799173"/>
              <a:gd name="connsiteY11209" fmla="*/ 1966958 h 5017219"/>
              <a:gd name="connsiteX11210" fmla="*/ 5150021 w 5799173"/>
              <a:gd name="connsiteY11210" fmla="*/ 1950756 h 5017219"/>
              <a:gd name="connsiteX11211" fmla="*/ 5150021 w 5799173"/>
              <a:gd name="connsiteY11211" fmla="*/ 1949427 h 5017219"/>
              <a:gd name="connsiteX11212" fmla="*/ 5159409 w 5799173"/>
              <a:gd name="connsiteY11212" fmla="*/ 1933226 h 5017219"/>
              <a:gd name="connsiteX11213" fmla="*/ 5160572 w 5799173"/>
              <a:gd name="connsiteY11213" fmla="*/ 1932562 h 5017219"/>
              <a:gd name="connsiteX11214" fmla="*/ 5179265 w 5799173"/>
              <a:gd name="connsiteY11214" fmla="*/ 1932562 h 5017219"/>
              <a:gd name="connsiteX11215" fmla="*/ 5180428 w 5799173"/>
              <a:gd name="connsiteY11215" fmla="*/ 1933226 h 5017219"/>
              <a:gd name="connsiteX11216" fmla="*/ 5189816 w 5799173"/>
              <a:gd name="connsiteY11216" fmla="*/ 1949427 h 5017219"/>
              <a:gd name="connsiteX11217" fmla="*/ 5189816 w 5799173"/>
              <a:gd name="connsiteY11217" fmla="*/ 1950756 h 5017219"/>
              <a:gd name="connsiteX11218" fmla="*/ 5180428 w 5799173"/>
              <a:gd name="connsiteY11218" fmla="*/ 1966957 h 5017219"/>
              <a:gd name="connsiteX11219" fmla="*/ 5179265 w 5799173"/>
              <a:gd name="connsiteY11219" fmla="*/ 1967621 h 5017219"/>
              <a:gd name="connsiteX11220" fmla="*/ 4438149 w 5799173"/>
              <a:gd name="connsiteY11220" fmla="*/ 1774440 h 5017219"/>
              <a:gd name="connsiteX11221" fmla="*/ 4436986 w 5799173"/>
              <a:gd name="connsiteY11221" fmla="*/ 1773775 h 5017219"/>
              <a:gd name="connsiteX11222" fmla="*/ 4427515 w 5799173"/>
              <a:gd name="connsiteY11222" fmla="*/ 1757326 h 5017219"/>
              <a:gd name="connsiteX11223" fmla="*/ 4427515 w 5799173"/>
              <a:gd name="connsiteY11223" fmla="*/ 1755996 h 5017219"/>
              <a:gd name="connsiteX11224" fmla="*/ 4437069 w 5799173"/>
              <a:gd name="connsiteY11224" fmla="*/ 1739547 h 5017219"/>
              <a:gd name="connsiteX11225" fmla="*/ 4438232 w 5799173"/>
              <a:gd name="connsiteY11225" fmla="*/ 1738882 h 5017219"/>
              <a:gd name="connsiteX11226" fmla="*/ 4457257 w 5799173"/>
              <a:gd name="connsiteY11226" fmla="*/ 1738882 h 5017219"/>
              <a:gd name="connsiteX11227" fmla="*/ 4458420 w 5799173"/>
              <a:gd name="connsiteY11227" fmla="*/ 1739547 h 5017219"/>
              <a:gd name="connsiteX11228" fmla="*/ 4467891 w 5799173"/>
              <a:gd name="connsiteY11228" fmla="*/ 1755996 h 5017219"/>
              <a:gd name="connsiteX11229" fmla="*/ 4467891 w 5799173"/>
              <a:gd name="connsiteY11229" fmla="*/ 1757326 h 5017219"/>
              <a:gd name="connsiteX11230" fmla="*/ 4458337 w 5799173"/>
              <a:gd name="connsiteY11230" fmla="*/ 1773775 h 5017219"/>
              <a:gd name="connsiteX11231" fmla="*/ 4457174 w 5799173"/>
              <a:gd name="connsiteY11231" fmla="*/ 1774440 h 5017219"/>
              <a:gd name="connsiteX11232" fmla="*/ 4498335 w 5799173"/>
              <a:gd name="connsiteY11232" fmla="*/ 1790567 h 5017219"/>
              <a:gd name="connsiteX11233" fmla="*/ 4497172 w 5799173"/>
              <a:gd name="connsiteY11233" fmla="*/ 1789902 h 5017219"/>
              <a:gd name="connsiteX11234" fmla="*/ 4487701 w 5799173"/>
              <a:gd name="connsiteY11234" fmla="*/ 1773453 h 5017219"/>
              <a:gd name="connsiteX11235" fmla="*/ 4487701 w 5799173"/>
              <a:gd name="connsiteY11235" fmla="*/ 1772123 h 5017219"/>
              <a:gd name="connsiteX11236" fmla="*/ 4497255 w 5799173"/>
              <a:gd name="connsiteY11236" fmla="*/ 1755674 h 5017219"/>
              <a:gd name="connsiteX11237" fmla="*/ 4498418 w 5799173"/>
              <a:gd name="connsiteY11237" fmla="*/ 1755009 h 5017219"/>
              <a:gd name="connsiteX11238" fmla="*/ 4517443 w 5799173"/>
              <a:gd name="connsiteY11238" fmla="*/ 1755009 h 5017219"/>
              <a:gd name="connsiteX11239" fmla="*/ 4518606 w 5799173"/>
              <a:gd name="connsiteY11239" fmla="*/ 1755674 h 5017219"/>
              <a:gd name="connsiteX11240" fmla="*/ 4528077 w 5799173"/>
              <a:gd name="connsiteY11240" fmla="*/ 1772123 h 5017219"/>
              <a:gd name="connsiteX11241" fmla="*/ 4528077 w 5799173"/>
              <a:gd name="connsiteY11241" fmla="*/ 1773453 h 5017219"/>
              <a:gd name="connsiteX11242" fmla="*/ 4518523 w 5799173"/>
              <a:gd name="connsiteY11242" fmla="*/ 1789902 h 5017219"/>
              <a:gd name="connsiteX11243" fmla="*/ 4517360 w 5799173"/>
              <a:gd name="connsiteY11243" fmla="*/ 1790567 h 5017219"/>
              <a:gd name="connsiteX11244" fmla="*/ 4618625 w 5799173"/>
              <a:gd name="connsiteY11244" fmla="*/ 1822976 h 5017219"/>
              <a:gd name="connsiteX11245" fmla="*/ 4617462 w 5799173"/>
              <a:gd name="connsiteY11245" fmla="*/ 1822311 h 5017219"/>
              <a:gd name="connsiteX11246" fmla="*/ 4607825 w 5799173"/>
              <a:gd name="connsiteY11246" fmla="*/ 1805696 h 5017219"/>
              <a:gd name="connsiteX11247" fmla="*/ 4607825 w 5799173"/>
              <a:gd name="connsiteY11247" fmla="*/ 1804366 h 5017219"/>
              <a:gd name="connsiteX11248" fmla="*/ 4617462 w 5799173"/>
              <a:gd name="connsiteY11248" fmla="*/ 1787750 h 5017219"/>
              <a:gd name="connsiteX11249" fmla="*/ 4618625 w 5799173"/>
              <a:gd name="connsiteY11249" fmla="*/ 1787086 h 5017219"/>
              <a:gd name="connsiteX11250" fmla="*/ 4637817 w 5799173"/>
              <a:gd name="connsiteY11250" fmla="*/ 1787086 h 5017219"/>
              <a:gd name="connsiteX11251" fmla="*/ 4638980 w 5799173"/>
              <a:gd name="connsiteY11251" fmla="*/ 1787750 h 5017219"/>
              <a:gd name="connsiteX11252" fmla="*/ 4648617 w 5799173"/>
              <a:gd name="connsiteY11252" fmla="*/ 1804366 h 5017219"/>
              <a:gd name="connsiteX11253" fmla="*/ 4648617 w 5799173"/>
              <a:gd name="connsiteY11253" fmla="*/ 1805696 h 5017219"/>
              <a:gd name="connsiteX11254" fmla="*/ 4638980 w 5799173"/>
              <a:gd name="connsiteY11254" fmla="*/ 1822311 h 5017219"/>
              <a:gd name="connsiteX11255" fmla="*/ 4637817 w 5799173"/>
              <a:gd name="connsiteY11255" fmla="*/ 1822976 h 5017219"/>
              <a:gd name="connsiteX11256" fmla="*/ 4558436 w 5799173"/>
              <a:gd name="connsiteY11256" fmla="*/ 1806953 h 5017219"/>
              <a:gd name="connsiteX11257" fmla="*/ 4557273 w 5799173"/>
              <a:gd name="connsiteY11257" fmla="*/ 1806290 h 5017219"/>
              <a:gd name="connsiteX11258" fmla="*/ 4547636 w 5799173"/>
              <a:gd name="connsiteY11258" fmla="*/ 1789590 h 5017219"/>
              <a:gd name="connsiteX11259" fmla="*/ 4547636 w 5799173"/>
              <a:gd name="connsiteY11259" fmla="*/ 1788261 h 5017219"/>
              <a:gd name="connsiteX11260" fmla="*/ 4557273 w 5799173"/>
              <a:gd name="connsiteY11260" fmla="*/ 1771562 h 5017219"/>
              <a:gd name="connsiteX11261" fmla="*/ 4558436 w 5799173"/>
              <a:gd name="connsiteY11261" fmla="*/ 1770898 h 5017219"/>
              <a:gd name="connsiteX11262" fmla="*/ 4577794 w 5799173"/>
              <a:gd name="connsiteY11262" fmla="*/ 1770897 h 5017219"/>
              <a:gd name="connsiteX11263" fmla="*/ 4578957 w 5799173"/>
              <a:gd name="connsiteY11263" fmla="*/ 1771563 h 5017219"/>
              <a:gd name="connsiteX11264" fmla="*/ 4588594 w 5799173"/>
              <a:gd name="connsiteY11264" fmla="*/ 1788260 h 5017219"/>
              <a:gd name="connsiteX11265" fmla="*/ 4588594 w 5799173"/>
              <a:gd name="connsiteY11265" fmla="*/ 1789591 h 5017219"/>
              <a:gd name="connsiteX11266" fmla="*/ 4578957 w 5799173"/>
              <a:gd name="connsiteY11266" fmla="*/ 1806289 h 5017219"/>
              <a:gd name="connsiteX11267" fmla="*/ 4577794 w 5799173"/>
              <a:gd name="connsiteY11267" fmla="*/ 1806953 h 5017219"/>
              <a:gd name="connsiteX11268" fmla="*/ 4678809 w 5799173"/>
              <a:gd name="connsiteY11268" fmla="*/ 1839207 h 5017219"/>
              <a:gd name="connsiteX11269" fmla="*/ 4677646 w 5799173"/>
              <a:gd name="connsiteY11269" fmla="*/ 1838543 h 5017219"/>
              <a:gd name="connsiteX11270" fmla="*/ 4668009 w 5799173"/>
              <a:gd name="connsiteY11270" fmla="*/ 1821844 h 5017219"/>
              <a:gd name="connsiteX11271" fmla="*/ 4668009 w 5799173"/>
              <a:gd name="connsiteY11271" fmla="*/ 1820514 h 5017219"/>
              <a:gd name="connsiteX11272" fmla="*/ 4677646 w 5799173"/>
              <a:gd name="connsiteY11272" fmla="*/ 1803816 h 5017219"/>
              <a:gd name="connsiteX11273" fmla="*/ 4678809 w 5799173"/>
              <a:gd name="connsiteY11273" fmla="*/ 1803152 h 5017219"/>
              <a:gd name="connsiteX11274" fmla="*/ 4698167 w 5799173"/>
              <a:gd name="connsiteY11274" fmla="*/ 1803151 h 5017219"/>
              <a:gd name="connsiteX11275" fmla="*/ 4699330 w 5799173"/>
              <a:gd name="connsiteY11275" fmla="*/ 1803816 h 5017219"/>
              <a:gd name="connsiteX11276" fmla="*/ 4708967 w 5799173"/>
              <a:gd name="connsiteY11276" fmla="*/ 1820514 h 5017219"/>
              <a:gd name="connsiteX11277" fmla="*/ 4708967 w 5799173"/>
              <a:gd name="connsiteY11277" fmla="*/ 1821844 h 5017219"/>
              <a:gd name="connsiteX11278" fmla="*/ 4699330 w 5799173"/>
              <a:gd name="connsiteY11278" fmla="*/ 1838543 h 5017219"/>
              <a:gd name="connsiteX11279" fmla="*/ 4698167 w 5799173"/>
              <a:gd name="connsiteY11279" fmla="*/ 1839207 h 5017219"/>
              <a:gd name="connsiteX11280" fmla="*/ 1789819 w 5799173"/>
              <a:gd name="connsiteY11280" fmla="*/ 1065196 h 5017219"/>
              <a:gd name="connsiteX11281" fmla="*/ 1788656 w 5799173"/>
              <a:gd name="connsiteY11281" fmla="*/ 1064531 h 5017219"/>
              <a:gd name="connsiteX11282" fmla="*/ 1778936 w 5799173"/>
              <a:gd name="connsiteY11282" fmla="*/ 1047666 h 5017219"/>
              <a:gd name="connsiteX11283" fmla="*/ 1778936 w 5799173"/>
              <a:gd name="connsiteY11283" fmla="*/ 1046254 h 5017219"/>
              <a:gd name="connsiteX11284" fmla="*/ 1788656 w 5799173"/>
              <a:gd name="connsiteY11284" fmla="*/ 1029389 h 5017219"/>
              <a:gd name="connsiteX11285" fmla="*/ 1789819 w 5799173"/>
              <a:gd name="connsiteY11285" fmla="*/ 1028723 h 5017219"/>
              <a:gd name="connsiteX11286" fmla="*/ 1809260 w 5799173"/>
              <a:gd name="connsiteY11286" fmla="*/ 1028724 h 5017219"/>
              <a:gd name="connsiteX11287" fmla="*/ 1810423 w 5799173"/>
              <a:gd name="connsiteY11287" fmla="*/ 1029389 h 5017219"/>
              <a:gd name="connsiteX11288" fmla="*/ 1820143 w 5799173"/>
              <a:gd name="connsiteY11288" fmla="*/ 1046254 h 5017219"/>
              <a:gd name="connsiteX11289" fmla="*/ 1820143 w 5799173"/>
              <a:gd name="connsiteY11289" fmla="*/ 1047666 h 5017219"/>
              <a:gd name="connsiteX11290" fmla="*/ 1810423 w 5799173"/>
              <a:gd name="connsiteY11290" fmla="*/ 1064531 h 5017219"/>
              <a:gd name="connsiteX11291" fmla="*/ 1809260 w 5799173"/>
              <a:gd name="connsiteY11291" fmla="*/ 1065196 h 5017219"/>
              <a:gd name="connsiteX11292" fmla="*/ 4799049 w 5799173"/>
              <a:gd name="connsiteY11292" fmla="*/ 1871620 h 5017219"/>
              <a:gd name="connsiteX11293" fmla="*/ 4797885 w 5799173"/>
              <a:gd name="connsiteY11293" fmla="*/ 1870956 h 5017219"/>
              <a:gd name="connsiteX11294" fmla="*/ 4788165 w 5799173"/>
              <a:gd name="connsiteY11294" fmla="*/ 1854007 h 5017219"/>
              <a:gd name="connsiteX11295" fmla="*/ 4788165 w 5799173"/>
              <a:gd name="connsiteY11295" fmla="*/ 1852595 h 5017219"/>
              <a:gd name="connsiteX11296" fmla="*/ 4797968 w 5799173"/>
              <a:gd name="connsiteY11296" fmla="*/ 1835647 h 5017219"/>
              <a:gd name="connsiteX11297" fmla="*/ 4799131 w 5799173"/>
              <a:gd name="connsiteY11297" fmla="*/ 1834982 h 5017219"/>
              <a:gd name="connsiteX11298" fmla="*/ 4818655 w 5799173"/>
              <a:gd name="connsiteY11298" fmla="*/ 1834983 h 5017219"/>
              <a:gd name="connsiteX11299" fmla="*/ 4819818 w 5799173"/>
              <a:gd name="connsiteY11299" fmla="*/ 1835647 h 5017219"/>
              <a:gd name="connsiteX11300" fmla="*/ 4829538 w 5799173"/>
              <a:gd name="connsiteY11300" fmla="*/ 1852595 h 5017219"/>
              <a:gd name="connsiteX11301" fmla="*/ 4829538 w 5799173"/>
              <a:gd name="connsiteY11301" fmla="*/ 1854008 h 5017219"/>
              <a:gd name="connsiteX11302" fmla="*/ 4819736 w 5799173"/>
              <a:gd name="connsiteY11302" fmla="*/ 1870955 h 5017219"/>
              <a:gd name="connsiteX11303" fmla="*/ 4818572 w 5799173"/>
              <a:gd name="connsiteY11303" fmla="*/ 1871620 h 5017219"/>
              <a:gd name="connsiteX11304" fmla="*/ 4738862 w 5799173"/>
              <a:gd name="connsiteY11304" fmla="*/ 1855578 h 5017219"/>
              <a:gd name="connsiteX11305" fmla="*/ 4737699 w 5799173"/>
              <a:gd name="connsiteY11305" fmla="*/ 1854914 h 5017219"/>
              <a:gd name="connsiteX11306" fmla="*/ 4727896 w 5799173"/>
              <a:gd name="connsiteY11306" fmla="*/ 1837883 h 5017219"/>
              <a:gd name="connsiteX11307" fmla="*/ 4727896 w 5799173"/>
              <a:gd name="connsiteY11307" fmla="*/ 1836470 h 5017219"/>
              <a:gd name="connsiteX11308" fmla="*/ 4737699 w 5799173"/>
              <a:gd name="connsiteY11308" fmla="*/ 1819438 h 5017219"/>
              <a:gd name="connsiteX11309" fmla="*/ 4738862 w 5799173"/>
              <a:gd name="connsiteY11309" fmla="*/ 1818774 h 5017219"/>
              <a:gd name="connsiteX11310" fmla="*/ 4758469 w 5799173"/>
              <a:gd name="connsiteY11310" fmla="*/ 1818773 h 5017219"/>
              <a:gd name="connsiteX11311" fmla="*/ 4759632 w 5799173"/>
              <a:gd name="connsiteY11311" fmla="*/ 1819439 h 5017219"/>
              <a:gd name="connsiteX11312" fmla="*/ 4769436 w 5799173"/>
              <a:gd name="connsiteY11312" fmla="*/ 1836470 h 5017219"/>
              <a:gd name="connsiteX11313" fmla="*/ 4769436 w 5799173"/>
              <a:gd name="connsiteY11313" fmla="*/ 1837882 h 5017219"/>
              <a:gd name="connsiteX11314" fmla="*/ 4759632 w 5799173"/>
              <a:gd name="connsiteY11314" fmla="*/ 1854914 h 5017219"/>
              <a:gd name="connsiteX11315" fmla="*/ 4758469 w 5799173"/>
              <a:gd name="connsiteY11315" fmla="*/ 1855577 h 5017219"/>
              <a:gd name="connsiteX11316" fmla="*/ 4859234 w 5799173"/>
              <a:gd name="connsiteY11316" fmla="*/ 1887831 h 5017219"/>
              <a:gd name="connsiteX11317" fmla="*/ 4858071 w 5799173"/>
              <a:gd name="connsiteY11317" fmla="*/ 1887167 h 5017219"/>
              <a:gd name="connsiteX11318" fmla="*/ 4848268 w 5799173"/>
              <a:gd name="connsiteY11318" fmla="*/ 1870136 h 5017219"/>
              <a:gd name="connsiteX11319" fmla="*/ 4848268 w 5799173"/>
              <a:gd name="connsiteY11319" fmla="*/ 1868723 h 5017219"/>
              <a:gd name="connsiteX11320" fmla="*/ 4858071 w 5799173"/>
              <a:gd name="connsiteY11320" fmla="*/ 1851692 h 5017219"/>
              <a:gd name="connsiteX11321" fmla="*/ 4859234 w 5799173"/>
              <a:gd name="connsiteY11321" fmla="*/ 1851027 h 5017219"/>
              <a:gd name="connsiteX11322" fmla="*/ 4878841 w 5799173"/>
              <a:gd name="connsiteY11322" fmla="*/ 1851027 h 5017219"/>
              <a:gd name="connsiteX11323" fmla="*/ 4880004 w 5799173"/>
              <a:gd name="connsiteY11323" fmla="*/ 1851692 h 5017219"/>
              <a:gd name="connsiteX11324" fmla="*/ 4889808 w 5799173"/>
              <a:gd name="connsiteY11324" fmla="*/ 1868723 h 5017219"/>
              <a:gd name="connsiteX11325" fmla="*/ 4889808 w 5799173"/>
              <a:gd name="connsiteY11325" fmla="*/ 1870136 h 5017219"/>
              <a:gd name="connsiteX11326" fmla="*/ 4880004 w 5799173"/>
              <a:gd name="connsiteY11326" fmla="*/ 1887167 h 5017219"/>
              <a:gd name="connsiteX11327" fmla="*/ 4878841 w 5799173"/>
              <a:gd name="connsiteY11327" fmla="*/ 1887831 h 5017219"/>
              <a:gd name="connsiteX11328" fmla="*/ 4919421 w 5799173"/>
              <a:gd name="connsiteY11328" fmla="*/ 1903958 h 5017219"/>
              <a:gd name="connsiteX11329" fmla="*/ 4918258 w 5799173"/>
              <a:gd name="connsiteY11329" fmla="*/ 1903294 h 5017219"/>
              <a:gd name="connsiteX11330" fmla="*/ 4908455 w 5799173"/>
              <a:gd name="connsiteY11330" fmla="*/ 1886263 h 5017219"/>
              <a:gd name="connsiteX11331" fmla="*/ 4908455 w 5799173"/>
              <a:gd name="connsiteY11331" fmla="*/ 1884850 h 5017219"/>
              <a:gd name="connsiteX11332" fmla="*/ 4918258 w 5799173"/>
              <a:gd name="connsiteY11332" fmla="*/ 1867819 h 5017219"/>
              <a:gd name="connsiteX11333" fmla="*/ 4919421 w 5799173"/>
              <a:gd name="connsiteY11333" fmla="*/ 1867154 h 5017219"/>
              <a:gd name="connsiteX11334" fmla="*/ 4939028 w 5799173"/>
              <a:gd name="connsiteY11334" fmla="*/ 1867154 h 5017219"/>
              <a:gd name="connsiteX11335" fmla="*/ 4940191 w 5799173"/>
              <a:gd name="connsiteY11335" fmla="*/ 1867819 h 5017219"/>
              <a:gd name="connsiteX11336" fmla="*/ 4949995 w 5799173"/>
              <a:gd name="connsiteY11336" fmla="*/ 1884850 h 5017219"/>
              <a:gd name="connsiteX11337" fmla="*/ 4949995 w 5799173"/>
              <a:gd name="connsiteY11337" fmla="*/ 1886263 h 5017219"/>
              <a:gd name="connsiteX11338" fmla="*/ 4940191 w 5799173"/>
              <a:gd name="connsiteY11338" fmla="*/ 1903294 h 5017219"/>
              <a:gd name="connsiteX11339" fmla="*/ 4939028 w 5799173"/>
              <a:gd name="connsiteY11339" fmla="*/ 1903958 h 5017219"/>
              <a:gd name="connsiteX11340" fmla="*/ 1187773 w 5799173"/>
              <a:gd name="connsiteY11340" fmla="*/ 904246 h 5017219"/>
              <a:gd name="connsiteX11341" fmla="*/ 1186525 w 5799173"/>
              <a:gd name="connsiteY11341" fmla="*/ 903582 h 5017219"/>
              <a:gd name="connsiteX11342" fmla="*/ 1176640 w 5799173"/>
              <a:gd name="connsiteY11342" fmla="*/ 886467 h 5017219"/>
              <a:gd name="connsiteX11343" fmla="*/ 1176639 w 5799173"/>
              <a:gd name="connsiteY11343" fmla="*/ 885055 h 5017219"/>
              <a:gd name="connsiteX11344" fmla="*/ 1186526 w 5799173"/>
              <a:gd name="connsiteY11344" fmla="*/ 867940 h 5017219"/>
              <a:gd name="connsiteX11345" fmla="*/ 1187772 w 5799173"/>
              <a:gd name="connsiteY11345" fmla="*/ 867276 h 5017219"/>
              <a:gd name="connsiteX11346" fmla="*/ 1207461 w 5799173"/>
              <a:gd name="connsiteY11346" fmla="*/ 867276 h 5017219"/>
              <a:gd name="connsiteX11347" fmla="*/ 1208709 w 5799173"/>
              <a:gd name="connsiteY11347" fmla="*/ 867940 h 5017219"/>
              <a:gd name="connsiteX11348" fmla="*/ 1218594 w 5799173"/>
              <a:gd name="connsiteY11348" fmla="*/ 885055 h 5017219"/>
              <a:gd name="connsiteX11349" fmla="*/ 1218594 w 5799173"/>
              <a:gd name="connsiteY11349" fmla="*/ 886467 h 5017219"/>
              <a:gd name="connsiteX11350" fmla="*/ 1208709 w 5799173"/>
              <a:gd name="connsiteY11350" fmla="*/ 903582 h 5017219"/>
              <a:gd name="connsiteX11351" fmla="*/ 1207462 w 5799173"/>
              <a:gd name="connsiteY11351" fmla="*/ 904246 h 5017219"/>
              <a:gd name="connsiteX11352" fmla="*/ 2451683 w 5799173"/>
              <a:gd name="connsiteY11352" fmla="*/ 1242910 h 5017219"/>
              <a:gd name="connsiteX11353" fmla="*/ 2450436 w 5799173"/>
              <a:gd name="connsiteY11353" fmla="*/ 1242246 h 5017219"/>
              <a:gd name="connsiteX11354" fmla="*/ 2440550 w 5799173"/>
              <a:gd name="connsiteY11354" fmla="*/ 1225130 h 5017219"/>
              <a:gd name="connsiteX11355" fmla="*/ 2440549 w 5799173"/>
              <a:gd name="connsiteY11355" fmla="*/ 1223719 h 5017219"/>
              <a:gd name="connsiteX11356" fmla="*/ 2450435 w 5799173"/>
              <a:gd name="connsiteY11356" fmla="*/ 1206604 h 5017219"/>
              <a:gd name="connsiteX11357" fmla="*/ 2451683 w 5799173"/>
              <a:gd name="connsiteY11357" fmla="*/ 1205939 h 5017219"/>
              <a:gd name="connsiteX11358" fmla="*/ 2471372 w 5799173"/>
              <a:gd name="connsiteY11358" fmla="*/ 1205940 h 5017219"/>
              <a:gd name="connsiteX11359" fmla="*/ 2472619 w 5799173"/>
              <a:gd name="connsiteY11359" fmla="*/ 1206604 h 5017219"/>
              <a:gd name="connsiteX11360" fmla="*/ 2482505 w 5799173"/>
              <a:gd name="connsiteY11360" fmla="*/ 1223718 h 5017219"/>
              <a:gd name="connsiteX11361" fmla="*/ 2482505 w 5799173"/>
              <a:gd name="connsiteY11361" fmla="*/ 1225131 h 5017219"/>
              <a:gd name="connsiteX11362" fmla="*/ 2472619 w 5799173"/>
              <a:gd name="connsiteY11362" fmla="*/ 1242246 h 5017219"/>
              <a:gd name="connsiteX11363" fmla="*/ 2471372 w 5799173"/>
              <a:gd name="connsiteY11363" fmla="*/ 1242909 h 5017219"/>
              <a:gd name="connsiteX11364" fmla="*/ 2812801 w 5799173"/>
              <a:gd name="connsiteY11364" fmla="*/ 1339671 h 5017219"/>
              <a:gd name="connsiteX11365" fmla="*/ 2811637 w 5799173"/>
              <a:gd name="connsiteY11365" fmla="*/ 1339007 h 5017219"/>
              <a:gd name="connsiteX11366" fmla="*/ 2801751 w 5799173"/>
              <a:gd name="connsiteY11366" fmla="*/ 1321892 h 5017219"/>
              <a:gd name="connsiteX11367" fmla="*/ 2801751 w 5799173"/>
              <a:gd name="connsiteY11367" fmla="*/ 1320480 h 5017219"/>
              <a:gd name="connsiteX11368" fmla="*/ 2811637 w 5799173"/>
              <a:gd name="connsiteY11368" fmla="*/ 1303365 h 5017219"/>
              <a:gd name="connsiteX11369" fmla="*/ 2812801 w 5799173"/>
              <a:gd name="connsiteY11369" fmla="*/ 1302701 h 5017219"/>
              <a:gd name="connsiteX11370" fmla="*/ 2832490 w 5799173"/>
              <a:gd name="connsiteY11370" fmla="*/ 1302701 h 5017219"/>
              <a:gd name="connsiteX11371" fmla="*/ 2833653 w 5799173"/>
              <a:gd name="connsiteY11371" fmla="*/ 1303365 h 5017219"/>
              <a:gd name="connsiteX11372" fmla="*/ 2843540 w 5799173"/>
              <a:gd name="connsiteY11372" fmla="*/ 1320480 h 5017219"/>
              <a:gd name="connsiteX11373" fmla="*/ 2843540 w 5799173"/>
              <a:gd name="connsiteY11373" fmla="*/ 1321892 h 5017219"/>
              <a:gd name="connsiteX11374" fmla="*/ 2833653 w 5799173"/>
              <a:gd name="connsiteY11374" fmla="*/ 1339007 h 5017219"/>
              <a:gd name="connsiteX11375" fmla="*/ 2832490 w 5799173"/>
              <a:gd name="connsiteY11375" fmla="*/ 1339671 h 5017219"/>
              <a:gd name="connsiteX11376" fmla="*/ 3294291 w 5799173"/>
              <a:gd name="connsiteY11376" fmla="*/ 1468686 h 5017219"/>
              <a:gd name="connsiteX11377" fmla="*/ 3293126 w 5799173"/>
              <a:gd name="connsiteY11377" fmla="*/ 1468022 h 5017219"/>
              <a:gd name="connsiteX11378" fmla="*/ 3283241 w 5799173"/>
              <a:gd name="connsiteY11378" fmla="*/ 1450906 h 5017219"/>
              <a:gd name="connsiteX11379" fmla="*/ 3283241 w 5799173"/>
              <a:gd name="connsiteY11379" fmla="*/ 1449495 h 5017219"/>
              <a:gd name="connsiteX11380" fmla="*/ 3293127 w 5799173"/>
              <a:gd name="connsiteY11380" fmla="*/ 1432380 h 5017219"/>
              <a:gd name="connsiteX11381" fmla="*/ 3294291 w 5799173"/>
              <a:gd name="connsiteY11381" fmla="*/ 1431716 h 5017219"/>
              <a:gd name="connsiteX11382" fmla="*/ 3313980 w 5799173"/>
              <a:gd name="connsiteY11382" fmla="*/ 1431716 h 5017219"/>
              <a:gd name="connsiteX11383" fmla="*/ 3315143 w 5799173"/>
              <a:gd name="connsiteY11383" fmla="*/ 1432379 h 5017219"/>
              <a:gd name="connsiteX11384" fmla="*/ 3325030 w 5799173"/>
              <a:gd name="connsiteY11384" fmla="*/ 1449495 h 5017219"/>
              <a:gd name="connsiteX11385" fmla="*/ 3325030 w 5799173"/>
              <a:gd name="connsiteY11385" fmla="*/ 1450907 h 5017219"/>
              <a:gd name="connsiteX11386" fmla="*/ 3315143 w 5799173"/>
              <a:gd name="connsiteY11386" fmla="*/ 1468021 h 5017219"/>
              <a:gd name="connsiteX11387" fmla="*/ 3313980 w 5799173"/>
              <a:gd name="connsiteY11387" fmla="*/ 1468686 h 5017219"/>
              <a:gd name="connsiteX11388" fmla="*/ 5099877 w 5799173"/>
              <a:gd name="connsiteY11388" fmla="*/ 1952491 h 5017219"/>
              <a:gd name="connsiteX11389" fmla="*/ 5098713 w 5799173"/>
              <a:gd name="connsiteY11389" fmla="*/ 1951827 h 5017219"/>
              <a:gd name="connsiteX11390" fmla="*/ 5088828 w 5799173"/>
              <a:gd name="connsiteY11390" fmla="*/ 1934712 h 5017219"/>
              <a:gd name="connsiteX11391" fmla="*/ 5088828 w 5799173"/>
              <a:gd name="connsiteY11391" fmla="*/ 1933300 h 5017219"/>
              <a:gd name="connsiteX11392" fmla="*/ 5098714 w 5799173"/>
              <a:gd name="connsiteY11392" fmla="*/ 1916185 h 5017219"/>
              <a:gd name="connsiteX11393" fmla="*/ 5099877 w 5799173"/>
              <a:gd name="connsiteY11393" fmla="*/ 1915521 h 5017219"/>
              <a:gd name="connsiteX11394" fmla="*/ 5119566 w 5799173"/>
              <a:gd name="connsiteY11394" fmla="*/ 1915521 h 5017219"/>
              <a:gd name="connsiteX11395" fmla="*/ 5120729 w 5799173"/>
              <a:gd name="connsiteY11395" fmla="*/ 1916185 h 5017219"/>
              <a:gd name="connsiteX11396" fmla="*/ 5130617 w 5799173"/>
              <a:gd name="connsiteY11396" fmla="*/ 1933300 h 5017219"/>
              <a:gd name="connsiteX11397" fmla="*/ 5130617 w 5799173"/>
              <a:gd name="connsiteY11397" fmla="*/ 1934712 h 5017219"/>
              <a:gd name="connsiteX11398" fmla="*/ 5120730 w 5799173"/>
              <a:gd name="connsiteY11398" fmla="*/ 1951827 h 5017219"/>
              <a:gd name="connsiteX11399" fmla="*/ 5119567 w 5799173"/>
              <a:gd name="connsiteY11399" fmla="*/ 1952491 h 5017219"/>
              <a:gd name="connsiteX11400" fmla="*/ 2391411 w 5799173"/>
              <a:gd name="connsiteY11400" fmla="*/ 1226959 h 5017219"/>
              <a:gd name="connsiteX11401" fmla="*/ 2390165 w 5799173"/>
              <a:gd name="connsiteY11401" fmla="*/ 1226296 h 5017219"/>
              <a:gd name="connsiteX11402" fmla="*/ 2380195 w 5799173"/>
              <a:gd name="connsiteY11402" fmla="*/ 1209015 h 5017219"/>
              <a:gd name="connsiteX11403" fmla="*/ 2380195 w 5799173"/>
              <a:gd name="connsiteY11403" fmla="*/ 1207602 h 5017219"/>
              <a:gd name="connsiteX11404" fmla="*/ 2390165 w 5799173"/>
              <a:gd name="connsiteY11404" fmla="*/ 1190322 h 5017219"/>
              <a:gd name="connsiteX11405" fmla="*/ 2391411 w 5799173"/>
              <a:gd name="connsiteY11405" fmla="*/ 1189657 h 5017219"/>
              <a:gd name="connsiteX11406" fmla="*/ 2411350 w 5799173"/>
              <a:gd name="connsiteY11406" fmla="*/ 1189657 h 5017219"/>
              <a:gd name="connsiteX11407" fmla="*/ 2412596 w 5799173"/>
              <a:gd name="connsiteY11407" fmla="*/ 1190322 h 5017219"/>
              <a:gd name="connsiteX11408" fmla="*/ 2422565 w 5799173"/>
              <a:gd name="connsiteY11408" fmla="*/ 1207602 h 5017219"/>
              <a:gd name="connsiteX11409" fmla="*/ 2422565 w 5799173"/>
              <a:gd name="connsiteY11409" fmla="*/ 1209015 h 5017219"/>
              <a:gd name="connsiteX11410" fmla="*/ 2412596 w 5799173"/>
              <a:gd name="connsiteY11410" fmla="*/ 1226295 h 5017219"/>
              <a:gd name="connsiteX11411" fmla="*/ 2411350 w 5799173"/>
              <a:gd name="connsiteY11411" fmla="*/ 1226959 h 5017219"/>
              <a:gd name="connsiteX11412" fmla="*/ 5039606 w 5799173"/>
              <a:gd name="connsiteY11412" fmla="*/ 1936541 h 5017219"/>
              <a:gd name="connsiteX11413" fmla="*/ 5038359 w 5799173"/>
              <a:gd name="connsiteY11413" fmla="*/ 1935877 h 5017219"/>
              <a:gd name="connsiteX11414" fmla="*/ 5028390 w 5799173"/>
              <a:gd name="connsiteY11414" fmla="*/ 1918597 h 5017219"/>
              <a:gd name="connsiteX11415" fmla="*/ 5028390 w 5799173"/>
              <a:gd name="connsiteY11415" fmla="*/ 1917184 h 5017219"/>
              <a:gd name="connsiteX11416" fmla="*/ 5038359 w 5799173"/>
              <a:gd name="connsiteY11416" fmla="*/ 1899904 h 5017219"/>
              <a:gd name="connsiteX11417" fmla="*/ 5039606 w 5799173"/>
              <a:gd name="connsiteY11417" fmla="*/ 1899239 h 5017219"/>
              <a:gd name="connsiteX11418" fmla="*/ 5059545 w 5799173"/>
              <a:gd name="connsiteY11418" fmla="*/ 1899239 h 5017219"/>
              <a:gd name="connsiteX11419" fmla="*/ 5060791 w 5799173"/>
              <a:gd name="connsiteY11419" fmla="*/ 1899904 h 5017219"/>
              <a:gd name="connsiteX11420" fmla="*/ 5070760 w 5799173"/>
              <a:gd name="connsiteY11420" fmla="*/ 1917184 h 5017219"/>
              <a:gd name="connsiteX11421" fmla="*/ 5070760 w 5799173"/>
              <a:gd name="connsiteY11421" fmla="*/ 1918597 h 5017219"/>
              <a:gd name="connsiteX11422" fmla="*/ 5060791 w 5799173"/>
              <a:gd name="connsiteY11422" fmla="*/ 1935877 h 5017219"/>
              <a:gd name="connsiteX11423" fmla="*/ 5059545 w 5799173"/>
              <a:gd name="connsiteY11423" fmla="*/ 1936541 h 5017219"/>
              <a:gd name="connsiteX11424" fmla="*/ 3354330 w 5799173"/>
              <a:gd name="connsiteY11424" fmla="*/ 1485075 h 5017219"/>
              <a:gd name="connsiteX11425" fmla="*/ 3353083 w 5799173"/>
              <a:gd name="connsiteY11425" fmla="*/ 1484327 h 5017219"/>
              <a:gd name="connsiteX11426" fmla="*/ 3343114 w 5799173"/>
              <a:gd name="connsiteY11426" fmla="*/ 1466964 h 5017219"/>
              <a:gd name="connsiteX11427" fmla="*/ 3343114 w 5799173"/>
              <a:gd name="connsiteY11427" fmla="*/ 1465551 h 5017219"/>
              <a:gd name="connsiteX11428" fmla="*/ 3353166 w 5799173"/>
              <a:gd name="connsiteY11428" fmla="*/ 1448188 h 5017219"/>
              <a:gd name="connsiteX11429" fmla="*/ 3354413 w 5799173"/>
              <a:gd name="connsiteY11429" fmla="*/ 1447440 h 5017219"/>
              <a:gd name="connsiteX11430" fmla="*/ 3374434 w 5799173"/>
              <a:gd name="connsiteY11430" fmla="*/ 1447440 h 5017219"/>
              <a:gd name="connsiteX11431" fmla="*/ 3375681 w 5799173"/>
              <a:gd name="connsiteY11431" fmla="*/ 1448188 h 5017219"/>
              <a:gd name="connsiteX11432" fmla="*/ 3385650 w 5799173"/>
              <a:gd name="connsiteY11432" fmla="*/ 1465551 h 5017219"/>
              <a:gd name="connsiteX11433" fmla="*/ 3385649 w 5799173"/>
              <a:gd name="connsiteY11433" fmla="*/ 1466964 h 5017219"/>
              <a:gd name="connsiteX11434" fmla="*/ 3375598 w 5799173"/>
              <a:gd name="connsiteY11434" fmla="*/ 1484327 h 5017219"/>
              <a:gd name="connsiteX11435" fmla="*/ 3374351 w 5799173"/>
              <a:gd name="connsiteY11435" fmla="*/ 1485075 h 5017219"/>
              <a:gd name="connsiteX11436" fmla="*/ 4979359 w 5799173"/>
              <a:gd name="connsiteY11436" fmla="*/ 1920500 h 5017219"/>
              <a:gd name="connsiteX11437" fmla="*/ 4978112 w 5799173"/>
              <a:gd name="connsiteY11437" fmla="*/ 1919752 h 5017219"/>
              <a:gd name="connsiteX11438" fmla="*/ 4968143 w 5799173"/>
              <a:gd name="connsiteY11438" fmla="*/ 1902389 h 5017219"/>
              <a:gd name="connsiteX11439" fmla="*/ 4968143 w 5799173"/>
              <a:gd name="connsiteY11439" fmla="*/ 1900976 h 5017219"/>
              <a:gd name="connsiteX11440" fmla="*/ 4978195 w 5799173"/>
              <a:gd name="connsiteY11440" fmla="*/ 1883613 h 5017219"/>
              <a:gd name="connsiteX11441" fmla="*/ 4979442 w 5799173"/>
              <a:gd name="connsiteY11441" fmla="*/ 1882865 h 5017219"/>
              <a:gd name="connsiteX11442" fmla="*/ 4999464 w 5799173"/>
              <a:gd name="connsiteY11442" fmla="*/ 1882865 h 5017219"/>
              <a:gd name="connsiteX11443" fmla="*/ 5000710 w 5799173"/>
              <a:gd name="connsiteY11443" fmla="*/ 1883613 h 5017219"/>
              <a:gd name="connsiteX11444" fmla="*/ 5010679 w 5799173"/>
              <a:gd name="connsiteY11444" fmla="*/ 1900976 h 5017219"/>
              <a:gd name="connsiteX11445" fmla="*/ 5010679 w 5799173"/>
              <a:gd name="connsiteY11445" fmla="*/ 1902389 h 5017219"/>
              <a:gd name="connsiteX11446" fmla="*/ 5000627 w 5799173"/>
              <a:gd name="connsiteY11446" fmla="*/ 1919752 h 5017219"/>
              <a:gd name="connsiteX11447" fmla="*/ 4999381 w 5799173"/>
              <a:gd name="connsiteY11447" fmla="*/ 1920500 h 5017219"/>
              <a:gd name="connsiteX11448" fmla="*/ 2511723 w 5799173"/>
              <a:gd name="connsiteY11448" fmla="*/ 1259382 h 5017219"/>
              <a:gd name="connsiteX11449" fmla="*/ 2510476 w 5799173"/>
              <a:gd name="connsiteY11449" fmla="*/ 1258634 h 5017219"/>
              <a:gd name="connsiteX11450" fmla="*/ 2500424 w 5799173"/>
              <a:gd name="connsiteY11450" fmla="*/ 1241188 h 5017219"/>
              <a:gd name="connsiteX11451" fmla="*/ 2500423 w 5799173"/>
              <a:gd name="connsiteY11451" fmla="*/ 1239775 h 5017219"/>
              <a:gd name="connsiteX11452" fmla="*/ 2510477 w 5799173"/>
              <a:gd name="connsiteY11452" fmla="*/ 1222329 h 5017219"/>
              <a:gd name="connsiteX11453" fmla="*/ 2511722 w 5799173"/>
              <a:gd name="connsiteY11453" fmla="*/ 1221581 h 5017219"/>
              <a:gd name="connsiteX11454" fmla="*/ 2531827 w 5799173"/>
              <a:gd name="connsiteY11454" fmla="*/ 1221581 h 5017219"/>
              <a:gd name="connsiteX11455" fmla="*/ 2533074 w 5799173"/>
              <a:gd name="connsiteY11455" fmla="*/ 1222329 h 5017219"/>
              <a:gd name="connsiteX11456" fmla="*/ 2543126 w 5799173"/>
              <a:gd name="connsiteY11456" fmla="*/ 1239775 h 5017219"/>
              <a:gd name="connsiteX11457" fmla="*/ 2543127 w 5799173"/>
              <a:gd name="connsiteY11457" fmla="*/ 1241188 h 5017219"/>
              <a:gd name="connsiteX11458" fmla="*/ 2533073 w 5799173"/>
              <a:gd name="connsiteY11458" fmla="*/ 1258634 h 5017219"/>
              <a:gd name="connsiteX11459" fmla="*/ 2531828 w 5799173"/>
              <a:gd name="connsiteY11459" fmla="*/ 1259382 h 5017219"/>
              <a:gd name="connsiteX11460" fmla="*/ 3775634 w 5799173"/>
              <a:gd name="connsiteY11460" fmla="*/ 1598046 h 5017219"/>
              <a:gd name="connsiteX11461" fmla="*/ 3774387 w 5799173"/>
              <a:gd name="connsiteY11461" fmla="*/ 1597298 h 5017219"/>
              <a:gd name="connsiteX11462" fmla="*/ 3764335 w 5799173"/>
              <a:gd name="connsiteY11462" fmla="*/ 1579852 h 5017219"/>
              <a:gd name="connsiteX11463" fmla="*/ 3764334 w 5799173"/>
              <a:gd name="connsiteY11463" fmla="*/ 1578439 h 5017219"/>
              <a:gd name="connsiteX11464" fmla="*/ 3774388 w 5799173"/>
              <a:gd name="connsiteY11464" fmla="*/ 1560993 h 5017219"/>
              <a:gd name="connsiteX11465" fmla="*/ 3775633 w 5799173"/>
              <a:gd name="connsiteY11465" fmla="*/ 1560245 h 5017219"/>
              <a:gd name="connsiteX11466" fmla="*/ 3795739 w 5799173"/>
              <a:gd name="connsiteY11466" fmla="*/ 1560245 h 5017219"/>
              <a:gd name="connsiteX11467" fmla="*/ 3796985 w 5799173"/>
              <a:gd name="connsiteY11467" fmla="*/ 1560993 h 5017219"/>
              <a:gd name="connsiteX11468" fmla="*/ 3807037 w 5799173"/>
              <a:gd name="connsiteY11468" fmla="*/ 1578439 h 5017219"/>
              <a:gd name="connsiteX11469" fmla="*/ 3807038 w 5799173"/>
              <a:gd name="connsiteY11469" fmla="*/ 1579852 h 5017219"/>
              <a:gd name="connsiteX11470" fmla="*/ 3796984 w 5799173"/>
              <a:gd name="connsiteY11470" fmla="*/ 1597298 h 5017219"/>
              <a:gd name="connsiteX11471" fmla="*/ 3795739 w 5799173"/>
              <a:gd name="connsiteY11471" fmla="*/ 1598046 h 5017219"/>
              <a:gd name="connsiteX11472" fmla="*/ 1247811 w 5799173"/>
              <a:gd name="connsiteY11472" fmla="*/ 920718 h 5017219"/>
              <a:gd name="connsiteX11473" fmla="*/ 1246564 w 5799173"/>
              <a:gd name="connsiteY11473" fmla="*/ 919970 h 5017219"/>
              <a:gd name="connsiteX11474" fmla="*/ 1236513 w 5799173"/>
              <a:gd name="connsiteY11474" fmla="*/ 902524 h 5017219"/>
              <a:gd name="connsiteX11475" fmla="*/ 1236512 w 5799173"/>
              <a:gd name="connsiteY11475" fmla="*/ 901111 h 5017219"/>
              <a:gd name="connsiteX11476" fmla="*/ 1246565 w 5799173"/>
              <a:gd name="connsiteY11476" fmla="*/ 883665 h 5017219"/>
              <a:gd name="connsiteX11477" fmla="*/ 1247810 w 5799173"/>
              <a:gd name="connsiteY11477" fmla="*/ 882917 h 5017219"/>
              <a:gd name="connsiteX11478" fmla="*/ 1267916 w 5799173"/>
              <a:gd name="connsiteY11478" fmla="*/ 882917 h 5017219"/>
              <a:gd name="connsiteX11479" fmla="*/ 1269163 w 5799173"/>
              <a:gd name="connsiteY11479" fmla="*/ 883665 h 5017219"/>
              <a:gd name="connsiteX11480" fmla="*/ 1279215 w 5799173"/>
              <a:gd name="connsiteY11480" fmla="*/ 901111 h 5017219"/>
              <a:gd name="connsiteX11481" fmla="*/ 1279216 w 5799173"/>
              <a:gd name="connsiteY11481" fmla="*/ 902524 h 5017219"/>
              <a:gd name="connsiteX11482" fmla="*/ 1269162 w 5799173"/>
              <a:gd name="connsiteY11482" fmla="*/ 919970 h 5017219"/>
              <a:gd name="connsiteX11483" fmla="*/ 1267917 w 5799173"/>
              <a:gd name="connsiteY11483" fmla="*/ 920718 h 5017219"/>
              <a:gd name="connsiteX11484" fmla="*/ 1729136 w 5799173"/>
              <a:gd name="connsiteY11484" fmla="*/ 1049899 h 5017219"/>
              <a:gd name="connsiteX11485" fmla="*/ 1727890 w 5799173"/>
              <a:gd name="connsiteY11485" fmla="*/ 1049152 h 5017219"/>
              <a:gd name="connsiteX11486" fmla="*/ 1717754 w 5799173"/>
              <a:gd name="connsiteY11486" fmla="*/ 1031539 h 5017219"/>
              <a:gd name="connsiteX11487" fmla="*/ 1717754 w 5799173"/>
              <a:gd name="connsiteY11487" fmla="*/ 1030126 h 5017219"/>
              <a:gd name="connsiteX11488" fmla="*/ 1727973 w 5799173"/>
              <a:gd name="connsiteY11488" fmla="*/ 1012513 h 5017219"/>
              <a:gd name="connsiteX11489" fmla="*/ 1729219 w 5799173"/>
              <a:gd name="connsiteY11489" fmla="*/ 1011766 h 5017219"/>
              <a:gd name="connsiteX11490" fmla="*/ 1749573 w 5799173"/>
              <a:gd name="connsiteY11490" fmla="*/ 1011766 h 5017219"/>
              <a:gd name="connsiteX11491" fmla="*/ 1750819 w 5799173"/>
              <a:gd name="connsiteY11491" fmla="*/ 1012513 h 5017219"/>
              <a:gd name="connsiteX11492" fmla="*/ 1760955 w 5799173"/>
              <a:gd name="connsiteY11492" fmla="*/ 1030126 h 5017219"/>
              <a:gd name="connsiteX11493" fmla="*/ 1760956 w 5799173"/>
              <a:gd name="connsiteY11493" fmla="*/ 1031539 h 5017219"/>
              <a:gd name="connsiteX11494" fmla="*/ 1750736 w 5799173"/>
              <a:gd name="connsiteY11494" fmla="*/ 1049152 h 5017219"/>
              <a:gd name="connsiteX11495" fmla="*/ 1749490 w 5799173"/>
              <a:gd name="connsiteY11495" fmla="*/ 1049899 h 5017219"/>
              <a:gd name="connsiteX11496" fmla="*/ 2270812 w 5799173"/>
              <a:gd name="connsiteY11496" fmla="*/ 1195041 h 5017219"/>
              <a:gd name="connsiteX11497" fmla="*/ 2269566 w 5799173"/>
              <a:gd name="connsiteY11497" fmla="*/ 1194294 h 5017219"/>
              <a:gd name="connsiteX11498" fmla="*/ 2259430 w 5799173"/>
              <a:gd name="connsiteY11498" fmla="*/ 1176681 h 5017219"/>
              <a:gd name="connsiteX11499" fmla="*/ 2259430 w 5799173"/>
              <a:gd name="connsiteY11499" fmla="*/ 1175268 h 5017219"/>
              <a:gd name="connsiteX11500" fmla="*/ 2269649 w 5799173"/>
              <a:gd name="connsiteY11500" fmla="*/ 1157655 h 5017219"/>
              <a:gd name="connsiteX11501" fmla="*/ 2270895 w 5799173"/>
              <a:gd name="connsiteY11501" fmla="*/ 1156908 h 5017219"/>
              <a:gd name="connsiteX11502" fmla="*/ 2291249 w 5799173"/>
              <a:gd name="connsiteY11502" fmla="*/ 1156908 h 5017219"/>
              <a:gd name="connsiteX11503" fmla="*/ 2292495 w 5799173"/>
              <a:gd name="connsiteY11503" fmla="*/ 1157655 h 5017219"/>
              <a:gd name="connsiteX11504" fmla="*/ 2302631 w 5799173"/>
              <a:gd name="connsiteY11504" fmla="*/ 1175268 h 5017219"/>
              <a:gd name="connsiteX11505" fmla="*/ 2302631 w 5799173"/>
              <a:gd name="connsiteY11505" fmla="*/ 1176681 h 5017219"/>
              <a:gd name="connsiteX11506" fmla="*/ 2292412 w 5799173"/>
              <a:gd name="connsiteY11506" fmla="*/ 1194294 h 5017219"/>
              <a:gd name="connsiteX11507" fmla="*/ 2291166 w 5799173"/>
              <a:gd name="connsiteY11507" fmla="*/ 1195041 h 5017219"/>
              <a:gd name="connsiteX11508" fmla="*/ 1307728 w 5799173"/>
              <a:gd name="connsiteY11508" fmla="*/ 937247 h 5017219"/>
              <a:gd name="connsiteX11509" fmla="*/ 1306482 w 5799173"/>
              <a:gd name="connsiteY11509" fmla="*/ 936499 h 5017219"/>
              <a:gd name="connsiteX11510" fmla="*/ 1296180 w 5799173"/>
              <a:gd name="connsiteY11510" fmla="*/ 918721 h 5017219"/>
              <a:gd name="connsiteX11511" fmla="*/ 1296180 w 5799173"/>
              <a:gd name="connsiteY11511" fmla="*/ 917307 h 5017219"/>
              <a:gd name="connsiteX11512" fmla="*/ 1306482 w 5799173"/>
              <a:gd name="connsiteY11512" fmla="*/ 899530 h 5017219"/>
              <a:gd name="connsiteX11513" fmla="*/ 1307728 w 5799173"/>
              <a:gd name="connsiteY11513" fmla="*/ 898782 h 5017219"/>
              <a:gd name="connsiteX11514" fmla="*/ 1328249 w 5799173"/>
              <a:gd name="connsiteY11514" fmla="*/ 898781 h 5017219"/>
              <a:gd name="connsiteX11515" fmla="*/ 1329496 w 5799173"/>
              <a:gd name="connsiteY11515" fmla="*/ 899529 h 5017219"/>
              <a:gd name="connsiteX11516" fmla="*/ 1339797 w 5799173"/>
              <a:gd name="connsiteY11516" fmla="*/ 917307 h 5017219"/>
              <a:gd name="connsiteX11517" fmla="*/ 1339797 w 5799173"/>
              <a:gd name="connsiteY11517" fmla="*/ 918720 h 5017219"/>
              <a:gd name="connsiteX11518" fmla="*/ 1329495 w 5799173"/>
              <a:gd name="connsiteY11518" fmla="*/ 936499 h 5017219"/>
              <a:gd name="connsiteX11519" fmla="*/ 1328249 w 5799173"/>
              <a:gd name="connsiteY11519" fmla="*/ 937247 h 5017219"/>
              <a:gd name="connsiteX11520" fmla="*/ 1548474 w 5799173"/>
              <a:gd name="connsiteY11520" fmla="*/ 1001755 h 5017219"/>
              <a:gd name="connsiteX11521" fmla="*/ 1547228 w 5799173"/>
              <a:gd name="connsiteY11521" fmla="*/ 1001007 h 5017219"/>
              <a:gd name="connsiteX11522" fmla="*/ 1536926 w 5799173"/>
              <a:gd name="connsiteY11522" fmla="*/ 983228 h 5017219"/>
              <a:gd name="connsiteX11523" fmla="*/ 1536925 w 5799173"/>
              <a:gd name="connsiteY11523" fmla="*/ 981815 h 5017219"/>
              <a:gd name="connsiteX11524" fmla="*/ 1547228 w 5799173"/>
              <a:gd name="connsiteY11524" fmla="*/ 964037 h 5017219"/>
              <a:gd name="connsiteX11525" fmla="*/ 1548474 w 5799173"/>
              <a:gd name="connsiteY11525" fmla="*/ 963289 h 5017219"/>
              <a:gd name="connsiteX11526" fmla="*/ 1568995 w 5799173"/>
              <a:gd name="connsiteY11526" fmla="*/ 963289 h 5017219"/>
              <a:gd name="connsiteX11527" fmla="*/ 1570241 w 5799173"/>
              <a:gd name="connsiteY11527" fmla="*/ 964037 h 5017219"/>
              <a:gd name="connsiteX11528" fmla="*/ 1580543 w 5799173"/>
              <a:gd name="connsiteY11528" fmla="*/ 981815 h 5017219"/>
              <a:gd name="connsiteX11529" fmla="*/ 1580542 w 5799173"/>
              <a:gd name="connsiteY11529" fmla="*/ 983228 h 5017219"/>
              <a:gd name="connsiteX11530" fmla="*/ 1570241 w 5799173"/>
              <a:gd name="connsiteY11530" fmla="*/ 1001007 h 5017219"/>
              <a:gd name="connsiteX11531" fmla="*/ 1568995 w 5799173"/>
              <a:gd name="connsiteY11531" fmla="*/ 1001755 h 5017219"/>
              <a:gd name="connsiteX11532" fmla="*/ 3715178 w 5799173"/>
              <a:gd name="connsiteY11532" fmla="*/ 1582321 h 5017219"/>
              <a:gd name="connsiteX11533" fmla="*/ 3713932 w 5799173"/>
              <a:gd name="connsiteY11533" fmla="*/ 1581573 h 5017219"/>
              <a:gd name="connsiteX11534" fmla="*/ 3703630 w 5799173"/>
              <a:gd name="connsiteY11534" fmla="*/ 1563795 h 5017219"/>
              <a:gd name="connsiteX11535" fmla="*/ 3703629 w 5799173"/>
              <a:gd name="connsiteY11535" fmla="*/ 1562381 h 5017219"/>
              <a:gd name="connsiteX11536" fmla="*/ 3713932 w 5799173"/>
              <a:gd name="connsiteY11536" fmla="*/ 1544604 h 5017219"/>
              <a:gd name="connsiteX11537" fmla="*/ 3715178 w 5799173"/>
              <a:gd name="connsiteY11537" fmla="*/ 1543856 h 5017219"/>
              <a:gd name="connsiteX11538" fmla="*/ 3735697 w 5799173"/>
              <a:gd name="connsiteY11538" fmla="*/ 1543856 h 5017219"/>
              <a:gd name="connsiteX11539" fmla="*/ 3736945 w 5799173"/>
              <a:gd name="connsiteY11539" fmla="*/ 1544603 h 5017219"/>
              <a:gd name="connsiteX11540" fmla="*/ 3747246 w 5799173"/>
              <a:gd name="connsiteY11540" fmla="*/ 1562381 h 5017219"/>
              <a:gd name="connsiteX11541" fmla="*/ 3747246 w 5799173"/>
              <a:gd name="connsiteY11541" fmla="*/ 1563794 h 5017219"/>
              <a:gd name="connsiteX11542" fmla="*/ 3736945 w 5799173"/>
              <a:gd name="connsiteY11542" fmla="*/ 1581574 h 5017219"/>
              <a:gd name="connsiteX11543" fmla="*/ 3735698 w 5799173"/>
              <a:gd name="connsiteY11543" fmla="*/ 1582321 h 5017219"/>
              <a:gd name="connsiteX11544" fmla="*/ 1367923 w 5799173"/>
              <a:gd name="connsiteY11544" fmla="*/ 953480 h 5017219"/>
              <a:gd name="connsiteX11545" fmla="*/ 1366676 w 5799173"/>
              <a:gd name="connsiteY11545" fmla="*/ 952732 h 5017219"/>
              <a:gd name="connsiteX11546" fmla="*/ 1356375 w 5799173"/>
              <a:gd name="connsiteY11546" fmla="*/ 934871 h 5017219"/>
              <a:gd name="connsiteX11547" fmla="*/ 1356375 w 5799173"/>
              <a:gd name="connsiteY11547" fmla="*/ 933375 h 5017219"/>
              <a:gd name="connsiteX11548" fmla="*/ 1366676 w 5799173"/>
              <a:gd name="connsiteY11548" fmla="*/ 915513 h 5017219"/>
              <a:gd name="connsiteX11549" fmla="*/ 1367923 w 5799173"/>
              <a:gd name="connsiteY11549" fmla="*/ 914765 h 5017219"/>
              <a:gd name="connsiteX11550" fmla="*/ 1388609 w 5799173"/>
              <a:gd name="connsiteY11550" fmla="*/ 914765 h 5017219"/>
              <a:gd name="connsiteX11551" fmla="*/ 1389856 w 5799173"/>
              <a:gd name="connsiteY11551" fmla="*/ 915513 h 5017219"/>
              <a:gd name="connsiteX11552" fmla="*/ 1400158 w 5799173"/>
              <a:gd name="connsiteY11552" fmla="*/ 933375 h 5017219"/>
              <a:gd name="connsiteX11553" fmla="*/ 1400158 w 5799173"/>
              <a:gd name="connsiteY11553" fmla="*/ 934871 h 5017219"/>
              <a:gd name="connsiteX11554" fmla="*/ 1389856 w 5799173"/>
              <a:gd name="connsiteY11554" fmla="*/ 952732 h 5017219"/>
              <a:gd name="connsiteX11555" fmla="*/ 1388609 w 5799173"/>
              <a:gd name="connsiteY11555" fmla="*/ 953480 h 5017219"/>
              <a:gd name="connsiteX11556" fmla="*/ 1608667 w 5799173"/>
              <a:gd name="connsiteY11556" fmla="*/ 1017988 h 5017219"/>
              <a:gd name="connsiteX11557" fmla="*/ 1607420 w 5799173"/>
              <a:gd name="connsiteY11557" fmla="*/ 1017239 h 5017219"/>
              <a:gd name="connsiteX11558" fmla="*/ 1597119 w 5799173"/>
              <a:gd name="connsiteY11558" fmla="*/ 999379 h 5017219"/>
              <a:gd name="connsiteX11559" fmla="*/ 1597119 w 5799173"/>
              <a:gd name="connsiteY11559" fmla="*/ 997883 h 5017219"/>
              <a:gd name="connsiteX11560" fmla="*/ 1607420 w 5799173"/>
              <a:gd name="connsiteY11560" fmla="*/ 980021 h 5017219"/>
              <a:gd name="connsiteX11561" fmla="*/ 1608668 w 5799173"/>
              <a:gd name="connsiteY11561" fmla="*/ 979272 h 5017219"/>
              <a:gd name="connsiteX11562" fmla="*/ 1629353 w 5799173"/>
              <a:gd name="connsiteY11562" fmla="*/ 979272 h 5017219"/>
              <a:gd name="connsiteX11563" fmla="*/ 1630600 w 5799173"/>
              <a:gd name="connsiteY11563" fmla="*/ 980021 h 5017219"/>
              <a:gd name="connsiteX11564" fmla="*/ 1640902 w 5799173"/>
              <a:gd name="connsiteY11564" fmla="*/ 997883 h 5017219"/>
              <a:gd name="connsiteX11565" fmla="*/ 1640903 w 5799173"/>
              <a:gd name="connsiteY11565" fmla="*/ 999379 h 5017219"/>
              <a:gd name="connsiteX11566" fmla="*/ 1630600 w 5799173"/>
              <a:gd name="connsiteY11566" fmla="*/ 1017239 h 5017219"/>
              <a:gd name="connsiteX11567" fmla="*/ 1629353 w 5799173"/>
              <a:gd name="connsiteY11567" fmla="*/ 1017988 h 5017219"/>
              <a:gd name="connsiteX11568" fmla="*/ 2872578 w 5799173"/>
              <a:gd name="connsiteY11568" fmla="*/ 1356652 h 5017219"/>
              <a:gd name="connsiteX11569" fmla="*/ 2871333 w 5799173"/>
              <a:gd name="connsiteY11569" fmla="*/ 1355904 h 5017219"/>
              <a:gd name="connsiteX11570" fmla="*/ 2861030 w 5799173"/>
              <a:gd name="connsiteY11570" fmla="*/ 1338043 h 5017219"/>
              <a:gd name="connsiteX11571" fmla="*/ 2861030 w 5799173"/>
              <a:gd name="connsiteY11571" fmla="*/ 1336547 h 5017219"/>
              <a:gd name="connsiteX11572" fmla="*/ 2871333 w 5799173"/>
              <a:gd name="connsiteY11572" fmla="*/ 1318684 h 5017219"/>
              <a:gd name="connsiteX11573" fmla="*/ 2872579 w 5799173"/>
              <a:gd name="connsiteY11573" fmla="*/ 1317936 h 5017219"/>
              <a:gd name="connsiteX11574" fmla="*/ 2893265 w 5799173"/>
              <a:gd name="connsiteY11574" fmla="*/ 1317937 h 5017219"/>
              <a:gd name="connsiteX11575" fmla="*/ 2894511 w 5799173"/>
              <a:gd name="connsiteY11575" fmla="*/ 1318685 h 5017219"/>
              <a:gd name="connsiteX11576" fmla="*/ 2904813 w 5799173"/>
              <a:gd name="connsiteY11576" fmla="*/ 1336547 h 5017219"/>
              <a:gd name="connsiteX11577" fmla="*/ 2904814 w 5799173"/>
              <a:gd name="connsiteY11577" fmla="*/ 1338043 h 5017219"/>
              <a:gd name="connsiteX11578" fmla="*/ 2894511 w 5799173"/>
              <a:gd name="connsiteY11578" fmla="*/ 1355903 h 5017219"/>
              <a:gd name="connsiteX11579" fmla="*/ 2893265 w 5799173"/>
              <a:gd name="connsiteY11579" fmla="*/ 1356651 h 5017219"/>
              <a:gd name="connsiteX11580" fmla="*/ 3173510 w 5799173"/>
              <a:gd name="connsiteY11580" fmla="*/ 1437286 h 5017219"/>
              <a:gd name="connsiteX11581" fmla="*/ 3172264 w 5799173"/>
              <a:gd name="connsiteY11581" fmla="*/ 1436538 h 5017219"/>
              <a:gd name="connsiteX11582" fmla="*/ 3161962 w 5799173"/>
              <a:gd name="connsiteY11582" fmla="*/ 1418677 h 5017219"/>
              <a:gd name="connsiteX11583" fmla="*/ 3161962 w 5799173"/>
              <a:gd name="connsiteY11583" fmla="*/ 1417181 h 5017219"/>
              <a:gd name="connsiteX11584" fmla="*/ 3172264 w 5799173"/>
              <a:gd name="connsiteY11584" fmla="*/ 1399319 h 5017219"/>
              <a:gd name="connsiteX11585" fmla="*/ 3173510 w 5799173"/>
              <a:gd name="connsiteY11585" fmla="*/ 1398571 h 5017219"/>
              <a:gd name="connsiteX11586" fmla="*/ 3194197 w 5799173"/>
              <a:gd name="connsiteY11586" fmla="*/ 1398571 h 5017219"/>
              <a:gd name="connsiteX11587" fmla="*/ 3195443 w 5799173"/>
              <a:gd name="connsiteY11587" fmla="*/ 1399319 h 5017219"/>
              <a:gd name="connsiteX11588" fmla="*/ 3205745 w 5799173"/>
              <a:gd name="connsiteY11588" fmla="*/ 1417181 h 5017219"/>
              <a:gd name="connsiteX11589" fmla="*/ 3205745 w 5799173"/>
              <a:gd name="connsiteY11589" fmla="*/ 1418677 h 5017219"/>
              <a:gd name="connsiteX11590" fmla="*/ 3195443 w 5799173"/>
              <a:gd name="connsiteY11590" fmla="*/ 1436538 h 5017219"/>
              <a:gd name="connsiteX11591" fmla="*/ 3194197 w 5799173"/>
              <a:gd name="connsiteY11591" fmla="*/ 1437286 h 5017219"/>
              <a:gd name="connsiteX11592" fmla="*/ 3233696 w 5799173"/>
              <a:gd name="connsiteY11592" fmla="*/ 1453413 h 5017219"/>
              <a:gd name="connsiteX11593" fmla="*/ 3232450 w 5799173"/>
              <a:gd name="connsiteY11593" fmla="*/ 1452665 h 5017219"/>
              <a:gd name="connsiteX11594" fmla="*/ 3222147 w 5799173"/>
              <a:gd name="connsiteY11594" fmla="*/ 1434804 h 5017219"/>
              <a:gd name="connsiteX11595" fmla="*/ 3222148 w 5799173"/>
              <a:gd name="connsiteY11595" fmla="*/ 1433308 h 5017219"/>
              <a:gd name="connsiteX11596" fmla="*/ 3232450 w 5799173"/>
              <a:gd name="connsiteY11596" fmla="*/ 1415445 h 5017219"/>
              <a:gd name="connsiteX11597" fmla="*/ 3233696 w 5799173"/>
              <a:gd name="connsiteY11597" fmla="*/ 1414697 h 5017219"/>
              <a:gd name="connsiteX11598" fmla="*/ 3254383 w 5799173"/>
              <a:gd name="connsiteY11598" fmla="*/ 1414698 h 5017219"/>
              <a:gd name="connsiteX11599" fmla="*/ 3255628 w 5799173"/>
              <a:gd name="connsiteY11599" fmla="*/ 1415446 h 5017219"/>
              <a:gd name="connsiteX11600" fmla="*/ 3265930 w 5799173"/>
              <a:gd name="connsiteY11600" fmla="*/ 1433308 h 5017219"/>
              <a:gd name="connsiteX11601" fmla="*/ 3265931 w 5799173"/>
              <a:gd name="connsiteY11601" fmla="*/ 1434804 h 5017219"/>
              <a:gd name="connsiteX11602" fmla="*/ 3255629 w 5799173"/>
              <a:gd name="connsiteY11602" fmla="*/ 1452664 h 5017219"/>
              <a:gd name="connsiteX11603" fmla="*/ 3254383 w 5799173"/>
              <a:gd name="connsiteY11603" fmla="*/ 1453412 h 5017219"/>
              <a:gd name="connsiteX11604" fmla="*/ 1428027 w 5799173"/>
              <a:gd name="connsiteY11604" fmla="*/ 969679 h 5017219"/>
              <a:gd name="connsiteX11605" fmla="*/ 1426781 w 5799173"/>
              <a:gd name="connsiteY11605" fmla="*/ 968932 h 5017219"/>
              <a:gd name="connsiteX11606" fmla="*/ 1416396 w 5799173"/>
              <a:gd name="connsiteY11606" fmla="*/ 950987 h 5017219"/>
              <a:gd name="connsiteX11607" fmla="*/ 1416396 w 5799173"/>
              <a:gd name="connsiteY11607" fmla="*/ 949491 h 5017219"/>
              <a:gd name="connsiteX11608" fmla="*/ 1426781 w 5799173"/>
              <a:gd name="connsiteY11608" fmla="*/ 931546 h 5017219"/>
              <a:gd name="connsiteX11609" fmla="*/ 1428027 w 5799173"/>
              <a:gd name="connsiteY11609" fmla="*/ 930798 h 5017219"/>
              <a:gd name="connsiteX11610" fmla="*/ 1448797 w 5799173"/>
              <a:gd name="connsiteY11610" fmla="*/ 930798 h 5017219"/>
              <a:gd name="connsiteX11611" fmla="*/ 1450043 w 5799173"/>
              <a:gd name="connsiteY11611" fmla="*/ 931546 h 5017219"/>
              <a:gd name="connsiteX11612" fmla="*/ 1460428 w 5799173"/>
              <a:gd name="connsiteY11612" fmla="*/ 949491 h 5017219"/>
              <a:gd name="connsiteX11613" fmla="*/ 1460428 w 5799173"/>
              <a:gd name="connsiteY11613" fmla="*/ 950987 h 5017219"/>
              <a:gd name="connsiteX11614" fmla="*/ 1450043 w 5799173"/>
              <a:gd name="connsiteY11614" fmla="*/ 968932 h 5017219"/>
              <a:gd name="connsiteX11615" fmla="*/ 1448797 w 5799173"/>
              <a:gd name="connsiteY11615" fmla="*/ 969679 h 5017219"/>
              <a:gd name="connsiteX11616" fmla="*/ 1488214 w 5799173"/>
              <a:gd name="connsiteY11616" fmla="*/ 985806 h 5017219"/>
              <a:gd name="connsiteX11617" fmla="*/ 1486968 w 5799173"/>
              <a:gd name="connsiteY11617" fmla="*/ 985059 h 5017219"/>
              <a:gd name="connsiteX11618" fmla="*/ 1476583 w 5799173"/>
              <a:gd name="connsiteY11618" fmla="*/ 967114 h 5017219"/>
              <a:gd name="connsiteX11619" fmla="*/ 1476583 w 5799173"/>
              <a:gd name="connsiteY11619" fmla="*/ 965618 h 5017219"/>
              <a:gd name="connsiteX11620" fmla="*/ 1486968 w 5799173"/>
              <a:gd name="connsiteY11620" fmla="*/ 947673 h 5017219"/>
              <a:gd name="connsiteX11621" fmla="*/ 1488214 w 5799173"/>
              <a:gd name="connsiteY11621" fmla="*/ 946925 h 5017219"/>
              <a:gd name="connsiteX11622" fmla="*/ 1508984 w 5799173"/>
              <a:gd name="connsiteY11622" fmla="*/ 946925 h 5017219"/>
              <a:gd name="connsiteX11623" fmla="*/ 1510230 w 5799173"/>
              <a:gd name="connsiteY11623" fmla="*/ 947673 h 5017219"/>
              <a:gd name="connsiteX11624" fmla="*/ 1520615 w 5799173"/>
              <a:gd name="connsiteY11624" fmla="*/ 965618 h 5017219"/>
              <a:gd name="connsiteX11625" fmla="*/ 1520615 w 5799173"/>
              <a:gd name="connsiteY11625" fmla="*/ 967114 h 5017219"/>
              <a:gd name="connsiteX11626" fmla="*/ 1510230 w 5799173"/>
              <a:gd name="connsiteY11626" fmla="*/ 985059 h 5017219"/>
              <a:gd name="connsiteX11627" fmla="*/ 1508984 w 5799173"/>
              <a:gd name="connsiteY11627" fmla="*/ 985806 h 5017219"/>
              <a:gd name="connsiteX11628" fmla="*/ 1668773 w 5799173"/>
              <a:gd name="connsiteY11628" fmla="*/ 1034187 h 5017219"/>
              <a:gd name="connsiteX11629" fmla="*/ 1667527 w 5799173"/>
              <a:gd name="connsiteY11629" fmla="*/ 1033440 h 5017219"/>
              <a:gd name="connsiteX11630" fmla="*/ 1657142 w 5799173"/>
              <a:gd name="connsiteY11630" fmla="*/ 1015495 h 5017219"/>
              <a:gd name="connsiteX11631" fmla="*/ 1657141 w 5799173"/>
              <a:gd name="connsiteY11631" fmla="*/ 1013999 h 5017219"/>
              <a:gd name="connsiteX11632" fmla="*/ 1667527 w 5799173"/>
              <a:gd name="connsiteY11632" fmla="*/ 996054 h 5017219"/>
              <a:gd name="connsiteX11633" fmla="*/ 1668773 w 5799173"/>
              <a:gd name="connsiteY11633" fmla="*/ 995306 h 5017219"/>
              <a:gd name="connsiteX11634" fmla="*/ 1689543 w 5799173"/>
              <a:gd name="connsiteY11634" fmla="*/ 995306 h 5017219"/>
              <a:gd name="connsiteX11635" fmla="*/ 1690788 w 5799173"/>
              <a:gd name="connsiteY11635" fmla="*/ 996054 h 5017219"/>
              <a:gd name="connsiteX11636" fmla="*/ 1701174 w 5799173"/>
              <a:gd name="connsiteY11636" fmla="*/ 1013999 h 5017219"/>
              <a:gd name="connsiteX11637" fmla="*/ 1701174 w 5799173"/>
              <a:gd name="connsiteY11637" fmla="*/ 1015495 h 5017219"/>
              <a:gd name="connsiteX11638" fmla="*/ 1690789 w 5799173"/>
              <a:gd name="connsiteY11638" fmla="*/ 1033440 h 5017219"/>
              <a:gd name="connsiteX11639" fmla="*/ 1689542 w 5799173"/>
              <a:gd name="connsiteY11639" fmla="*/ 1034187 h 5017219"/>
              <a:gd name="connsiteX11640" fmla="*/ 3594732 w 5799173"/>
              <a:gd name="connsiteY11640" fmla="*/ 1550246 h 5017219"/>
              <a:gd name="connsiteX11641" fmla="*/ 3593486 w 5799173"/>
              <a:gd name="connsiteY11641" fmla="*/ 1549499 h 5017219"/>
              <a:gd name="connsiteX11642" fmla="*/ 3583101 w 5799173"/>
              <a:gd name="connsiteY11642" fmla="*/ 1531554 h 5017219"/>
              <a:gd name="connsiteX11643" fmla="*/ 3583101 w 5799173"/>
              <a:gd name="connsiteY11643" fmla="*/ 1530058 h 5017219"/>
              <a:gd name="connsiteX11644" fmla="*/ 3593486 w 5799173"/>
              <a:gd name="connsiteY11644" fmla="*/ 1512113 h 5017219"/>
              <a:gd name="connsiteX11645" fmla="*/ 3594732 w 5799173"/>
              <a:gd name="connsiteY11645" fmla="*/ 1511365 h 5017219"/>
              <a:gd name="connsiteX11646" fmla="*/ 3615502 w 5799173"/>
              <a:gd name="connsiteY11646" fmla="*/ 1511365 h 5017219"/>
              <a:gd name="connsiteX11647" fmla="*/ 3616748 w 5799173"/>
              <a:gd name="connsiteY11647" fmla="*/ 1512113 h 5017219"/>
              <a:gd name="connsiteX11648" fmla="*/ 3627133 w 5799173"/>
              <a:gd name="connsiteY11648" fmla="*/ 1530058 h 5017219"/>
              <a:gd name="connsiteX11649" fmla="*/ 3627133 w 5799173"/>
              <a:gd name="connsiteY11649" fmla="*/ 1531554 h 5017219"/>
              <a:gd name="connsiteX11650" fmla="*/ 3616748 w 5799173"/>
              <a:gd name="connsiteY11650" fmla="*/ 1549499 h 5017219"/>
              <a:gd name="connsiteX11651" fmla="*/ 3615502 w 5799173"/>
              <a:gd name="connsiteY11651" fmla="*/ 1550246 h 5017219"/>
              <a:gd name="connsiteX11652" fmla="*/ 2752041 w 5799173"/>
              <a:gd name="connsiteY11652" fmla="*/ 1324553 h 5017219"/>
              <a:gd name="connsiteX11653" fmla="*/ 2750795 w 5799173"/>
              <a:gd name="connsiteY11653" fmla="*/ 1323805 h 5017219"/>
              <a:gd name="connsiteX11654" fmla="*/ 2740410 w 5799173"/>
              <a:gd name="connsiteY11654" fmla="*/ 1305777 h 5017219"/>
              <a:gd name="connsiteX11655" fmla="*/ 2740410 w 5799173"/>
              <a:gd name="connsiteY11655" fmla="*/ 1304281 h 5017219"/>
              <a:gd name="connsiteX11656" fmla="*/ 2750878 w 5799173"/>
              <a:gd name="connsiteY11656" fmla="*/ 1286253 h 5017219"/>
              <a:gd name="connsiteX11657" fmla="*/ 2752124 w 5799173"/>
              <a:gd name="connsiteY11657" fmla="*/ 1285506 h 5017219"/>
              <a:gd name="connsiteX11658" fmla="*/ 2772977 w 5799173"/>
              <a:gd name="connsiteY11658" fmla="*/ 1285506 h 5017219"/>
              <a:gd name="connsiteX11659" fmla="*/ 2774223 w 5799173"/>
              <a:gd name="connsiteY11659" fmla="*/ 1286253 h 5017219"/>
              <a:gd name="connsiteX11660" fmla="*/ 2784608 w 5799173"/>
              <a:gd name="connsiteY11660" fmla="*/ 1304281 h 5017219"/>
              <a:gd name="connsiteX11661" fmla="*/ 2784608 w 5799173"/>
              <a:gd name="connsiteY11661" fmla="*/ 1305777 h 5017219"/>
              <a:gd name="connsiteX11662" fmla="*/ 2774140 w 5799173"/>
              <a:gd name="connsiteY11662" fmla="*/ 1323805 h 5017219"/>
              <a:gd name="connsiteX11663" fmla="*/ 2772894 w 5799173"/>
              <a:gd name="connsiteY11663" fmla="*/ 1324553 h 5017219"/>
              <a:gd name="connsiteX11664" fmla="*/ 3113159 w 5799173"/>
              <a:gd name="connsiteY11664" fmla="*/ 1421314 h 5017219"/>
              <a:gd name="connsiteX11665" fmla="*/ 3111912 w 5799173"/>
              <a:gd name="connsiteY11665" fmla="*/ 1420566 h 5017219"/>
              <a:gd name="connsiteX11666" fmla="*/ 3101527 w 5799173"/>
              <a:gd name="connsiteY11666" fmla="*/ 1402538 h 5017219"/>
              <a:gd name="connsiteX11667" fmla="*/ 3101528 w 5799173"/>
              <a:gd name="connsiteY11667" fmla="*/ 1401042 h 5017219"/>
              <a:gd name="connsiteX11668" fmla="*/ 3111995 w 5799173"/>
              <a:gd name="connsiteY11668" fmla="*/ 1383014 h 5017219"/>
              <a:gd name="connsiteX11669" fmla="*/ 3113241 w 5799173"/>
              <a:gd name="connsiteY11669" fmla="*/ 1382267 h 5017219"/>
              <a:gd name="connsiteX11670" fmla="*/ 3134094 w 5799173"/>
              <a:gd name="connsiteY11670" fmla="*/ 1382267 h 5017219"/>
              <a:gd name="connsiteX11671" fmla="*/ 3135341 w 5799173"/>
              <a:gd name="connsiteY11671" fmla="*/ 1383014 h 5017219"/>
              <a:gd name="connsiteX11672" fmla="*/ 3145725 w 5799173"/>
              <a:gd name="connsiteY11672" fmla="*/ 1401042 h 5017219"/>
              <a:gd name="connsiteX11673" fmla="*/ 3145725 w 5799173"/>
              <a:gd name="connsiteY11673" fmla="*/ 1402538 h 5017219"/>
              <a:gd name="connsiteX11674" fmla="*/ 3135258 w 5799173"/>
              <a:gd name="connsiteY11674" fmla="*/ 1420566 h 5017219"/>
              <a:gd name="connsiteX11675" fmla="*/ 3134012 w 5799173"/>
              <a:gd name="connsiteY11675" fmla="*/ 1421314 h 5017219"/>
              <a:gd name="connsiteX11676" fmla="*/ 3654834 w 5799173"/>
              <a:gd name="connsiteY11676" fmla="*/ 1566456 h 5017219"/>
              <a:gd name="connsiteX11677" fmla="*/ 3653588 w 5799173"/>
              <a:gd name="connsiteY11677" fmla="*/ 1565708 h 5017219"/>
              <a:gd name="connsiteX11678" fmla="*/ 3643203 w 5799173"/>
              <a:gd name="connsiteY11678" fmla="*/ 1547680 h 5017219"/>
              <a:gd name="connsiteX11679" fmla="*/ 3643203 w 5799173"/>
              <a:gd name="connsiteY11679" fmla="*/ 1546184 h 5017219"/>
              <a:gd name="connsiteX11680" fmla="*/ 3653671 w 5799173"/>
              <a:gd name="connsiteY11680" fmla="*/ 1528156 h 5017219"/>
              <a:gd name="connsiteX11681" fmla="*/ 3654917 w 5799173"/>
              <a:gd name="connsiteY11681" fmla="*/ 1527409 h 5017219"/>
              <a:gd name="connsiteX11682" fmla="*/ 3675770 w 5799173"/>
              <a:gd name="connsiteY11682" fmla="*/ 1527409 h 5017219"/>
              <a:gd name="connsiteX11683" fmla="*/ 3677016 w 5799173"/>
              <a:gd name="connsiteY11683" fmla="*/ 1528156 h 5017219"/>
              <a:gd name="connsiteX11684" fmla="*/ 3687401 w 5799173"/>
              <a:gd name="connsiteY11684" fmla="*/ 1546184 h 5017219"/>
              <a:gd name="connsiteX11685" fmla="*/ 3687401 w 5799173"/>
              <a:gd name="connsiteY11685" fmla="*/ 1547680 h 5017219"/>
              <a:gd name="connsiteX11686" fmla="*/ 3676933 w 5799173"/>
              <a:gd name="connsiteY11686" fmla="*/ 1565708 h 5017219"/>
              <a:gd name="connsiteX11687" fmla="*/ 3675687 w 5799173"/>
              <a:gd name="connsiteY11687" fmla="*/ 1566456 h 5017219"/>
              <a:gd name="connsiteX11688" fmla="*/ 3534462 w 5799173"/>
              <a:gd name="connsiteY11688" fmla="*/ 1534284 h 5017219"/>
              <a:gd name="connsiteX11689" fmla="*/ 3533217 w 5799173"/>
              <a:gd name="connsiteY11689" fmla="*/ 1533537 h 5017219"/>
              <a:gd name="connsiteX11690" fmla="*/ 3522749 w 5799173"/>
              <a:gd name="connsiteY11690" fmla="*/ 1515425 h 5017219"/>
              <a:gd name="connsiteX11691" fmla="*/ 3522749 w 5799173"/>
              <a:gd name="connsiteY11691" fmla="*/ 1513930 h 5017219"/>
              <a:gd name="connsiteX11692" fmla="*/ 3533217 w 5799173"/>
              <a:gd name="connsiteY11692" fmla="*/ 1495818 h 5017219"/>
              <a:gd name="connsiteX11693" fmla="*/ 3534462 w 5799173"/>
              <a:gd name="connsiteY11693" fmla="*/ 1495071 h 5017219"/>
              <a:gd name="connsiteX11694" fmla="*/ 3555399 w 5799173"/>
              <a:gd name="connsiteY11694" fmla="*/ 1495072 h 5017219"/>
              <a:gd name="connsiteX11695" fmla="*/ 3556644 w 5799173"/>
              <a:gd name="connsiteY11695" fmla="*/ 1495818 h 5017219"/>
              <a:gd name="connsiteX11696" fmla="*/ 3567112 w 5799173"/>
              <a:gd name="connsiteY11696" fmla="*/ 1513930 h 5017219"/>
              <a:gd name="connsiteX11697" fmla="*/ 3567112 w 5799173"/>
              <a:gd name="connsiteY11697" fmla="*/ 1515425 h 5017219"/>
              <a:gd name="connsiteX11698" fmla="*/ 3556645 w 5799173"/>
              <a:gd name="connsiteY11698" fmla="*/ 1533537 h 5017219"/>
              <a:gd name="connsiteX11699" fmla="*/ 3555399 w 5799173"/>
              <a:gd name="connsiteY11699" fmla="*/ 1534284 h 5017219"/>
              <a:gd name="connsiteX11700" fmla="*/ 2571422 w 5799173"/>
              <a:gd name="connsiteY11700" fmla="*/ 1276332 h 5017219"/>
              <a:gd name="connsiteX11701" fmla="*/ 2570175 w 5799173"/>
              <a:gd name="connsiteY11701" fmla="*/ 1275584 h 5017219"/>
              <a:gd name="connsiteX11702" fmla="*/ 2559624 w 5799173"/>
              <a:gd name="connsiteY11702" fmla="*/ 1257305 h 5017219"/>
              <a:gd name="connsiteX11703" fmla="*/ 2559624 w 5799173"/>
              <a:gd name="connsiteY11703" fmla="*/ 1255811 h 5017219"/>
              <a:gd name="connsiteX11704" fmla="*/ 2570176 w 5799173"/>
              <a:gd name="connsiteY11704" fmla="*/ 1237533 h 5017219"/>
              <a:gd name="connsiteX11705" fmla="*/ 2571421 w 5799173"/>
              <a:gd name="connsiteY11705" fmla="*/ 1236786 h 5017219"/>
              <a:gd name="connsiteX11706" fmla="*/ 2592441 w 5799173"/>
              <a:gd name="connsiteY11706" fmla="*/ 1236785 h 5017219"/>
              <a:gd name="connsiteX11707" fmla="*/ 2593687 w 5799173"/>
              <a:gd name="connsiteY11707" fmla="*/ 1237532 h 5017219"/>
              <a:gd name="connsiteX11708" fmla="*/ 2604238 w 5799173"/>
              <a:gd name="connsiteY11708" fmla="*/ 1255810 h 5017219"/>
              <a:gd name="connsiteX11709" fmla="*/ 2604238 w 5799173"/>
              <a:gd name="connsiteY11709" fmla="*/ 1257305 h 5017219"/>
              <a:gd name="connsiteX11710" fmla="*/ 2593686 w 5799173"/>
              <a:gd name="connsiteY11710" fmla="*/ 1275583 h 5017219"/>
              <a:gd name="connsiteX11711" fmla="*/ 2592440 w 5799173"/>
              <a:gd name="connsiteY11711" fmla="*/ 1276331 h 5017219"/>
              <a:gd name="connsiteX11712" fmla="*/ 2631608 w 5799173"/>
              <a:gd name="connsiteY11712" fmla="*/ 1292459 h 5017219"/>
              <a:gd name="connsiteX11713" fmla="*/ 2630362 w 5799173"/>
              <a:gd name="connsiteY11713" fmla="*/ 1291711 h 5017219"/>
              <a:gd name="connsiteX11714" fmla="*/ 2619811 w 5799173"/>
              <a:gd name="connsiteY11714" fmla="*/ 1273432 h 5017219"/>
              <a:gd name="connsiteX11715" fmla="*/ 2619811 w 5799173"/>
              <a:gd name="connsiteY11715" fmla="*/ 1271938 h 5017219"/>
              <a:gd name="connsiteX11716" fmla="*/ 2630362 w 5799173"/>
              <a:gd name="connsiteY11716" fmla="*/ 1253660 h 5017219"/>
              <a:gd name="connsiteX11717" fmla="*/ 2631608 w 5799173"/>
              <a:gd name="connsiteY11717" fmla="*/ 1252913 h 5017219"/>
              <a:gd name="connsiteX11718" fmla="*/ 2652627 w 5799173"/>
              <a:gd name="connsiteY11718" fmla="*/ 1252912 h 5017219"/>
              <a:gd name="connsiteX11719" fmla="*/ 2653874 w 5799173"/>
              <a:gd name="connsiteY11719" fmla="*/ 1253659 h 5017219"/>
              <a:gd name="connsiteX11720" fmla="*/ 2664424 w 5799173"/>
              <a:gd name="connsiteY11720" fmla="*/ 1271937 h 5017219"/>
              <a:gd name="connsiteX11721" fmla="*/ 2664424 w 5799173"/>
              <a:gd name="connsiteY11721" fmla="*/ 1273432 h 5017219"/>
              <a:gd name="connsiteX11722" fmla="*/ 2653873 w 5799173"/>
              <a:gd name="connsiteY11722" fmla="*/ 1291710 h 5017219"/>
              <a:gd name="connsiteX11723" fmla="*/ 2652627 w 5799173"/>
              <a:gd name="connsiteY11723" fmla="*/ 1292458 h 5017219"/>
              <a:gd name="connsiteX11724" fmla="*/ 2691794 w 5799173"/>
              <a:gd name="connsiteY11724" fmla="*/ 1308585 h 5017219"/>
              <a:gd name="connsiteX11725" fmla="*/ 2690548 w 5799173"/>
              <a:gd name="connsiteY11725" fmla="*/ 1307837 h 5017219"/>
              <a:gd name="connsiteX11726" fmla="*/ 2679997 w 5799173"/>
              <a:gd name="connsiteY11726" fmla="*/ 1289559 h 5017219"/>
              <a:gd name="connsiteX11727" fmla="*/ 2679997 w 5799173"/>
              <a:gd name="connsiteY11727" fmla="*/ 1288064 h 5017219"/>
              <a:gd name="connsiteX11728" fmla="*/ 2690548 w 5799173"/>
              <a:gd name="connsiteY11728" fmla="*/ 1269786 h 5017219"/>
              <a:gd name="connsiteX11729" fmla="*/ 2691794 w 5799173"/>
              <a:gd name="connsiteY11729" fmla="*/ 1269039 h 5017219"/>
              <a:gd name="connsiteX11730" fmla="*/ 2712813 w 5799173"/>
              <a:gd name="connsiteY11730" fmla="*/ 1269039 h 5017219"/>
              <a:gd name="connsiteX11731" fmla="*/ 2714059 w 5799173"/>
              <a:gd name="connsiteY11731" fmla="*/ 1269786 h 5017219"/>
              <a:gd name="connsiteX11732" fmla="*/ 2724610 w 5799173"/>
              <a:gd name="connsiteY11732" fmla="*/ 1288064 h 5017219"/>
              <a:gd name="connsiteX11733" fmla="*/ 2724610 w 5799173"/>
              <a:gd name="connsiteY11733" fmla="*/ 1289559 h 5017219"/>
              <a:gd name="connsiteX11734" fmla="*/ 2714059 w 5799173"/>
              <a:gd name="connsiteY11734" fmla="*/ 1307837 h 5017219"/>
              <a:gd name="connsiteX11735" fmla="*/ 2712813 w 5799173"/>
              <a:gd name="connsiteY11735" fmla="*/ 1308585 h 5017219"/>
              <a:gd name="connsiteX11736" fmla="*/ 3474215 w 5799173"/>
              <a:gd name="connsiteY11736" fmla="*/ 1518234 h 5017219"/>
              <a:gd name="connsiteX11737" fmla="*/ 3472969 w 5799173"/>
              <a:gd name="connsiteY11737" fmla="*/ 1517486 h 5017219"/>
              <a:gd name="connsiteX11738" fmla="*/ 3462418 w 5799173"/>
              <a:gd name="connsiteY11738" fmla="*/ 1499208 h 5017219"/>
              <a:gd name="connsiteX11739" fmla="*/ 3462418 w 5799173"/>
              <a:gd name="connsiteY11739" fmla="*/ 1497713 h 5017219"/>
              <a:gd name="connsiteX11740" fmla="*/ 3472969 w 5799173"/>
              <a:gd name="connsiteY11740" fmla="*/ 1479435 h 5017219"/>
              <a:gd name="connsiteX11741" fmla="*/ 3474215 w 5799173"/>
              <a:gd name="connsiteY11741" fmla="*/ 1478688 h 5017219"/>
              <a:gd name="connsiteX11742" fmla="*/ 3495234 w 5799173"/>
              <a:gd name="connsiteY11742" fmla="*/ 1478688 h 5017219"/>
              <a:gd name="connsiteX11743" fmla="*/ 3496481 w 5799173"/>
              <a:gd name="connsiteY11743" fmla="*/ 1479435 h 5017219"/>
              <a:gd name="connsiteX11744" fmla="*/ 3507031 w 5799173"/>
              <a:gd name="connsiteY11744" fmla="*/ 1497713 h 5017219"/>
              <a:gd name="connsiteX11745" fmla="*/ 3507031 w 5799173"/>
              <a:gd name="connsiteY11745" fmla="*/ 1499208 h 5017219"/>
              <a:gd name="connsiteX11746" fmla="*/ 3496480 w 5799173"/>
              <a:gd name="connsiteY11746" fmla="*/ 1517486 h 5017219"/>
              <a:gd name="connsiteX11747" fmla="*/ 3495234 w 5799173"/>
              <a:gd name="connsiteY11747" fmla="*/ 1518234 h 5017219"/>
              <a:gd name="connsiteX11748" fmla="*/ 3835333 w 5799173"/>
              <a:gd name="connsiteY11748" fmla="*/ 1614996 h 5017219"/>
              <a:gd name="connsiteX11749" fmla="*/ 3834086 w 5799173"/>
              <a:gd name="connsiteY11749" fmla="*/ 1614247 h 5017219"/>
              <a:gd name="connsiteX11750" fmla="*/ 3823535 w 5799173"/>
              <a:gd name="connsiteY11750" fmla="*/ 1595969 h 5017219"/>
              <a:gd name="connsiteX11751" fmla="*/ 3823535 w 5799173"/>
              <a:gd name="connsiteY11751" fmla="*/ 1594474 h 5017219"/>
              <a:gd name="connsiteX11752" fmla="*/ 3834087 w 5799173"/>
              <a:gd name="connsiteY11752" fmla="*/ 1576196 h 5017219"/>
              <a:gd name="connsiteX11753" fmla="*/ 3835332 w 5799173"/>
              <a:gd name="connsiteY11753" fmla="*/ 1575449 h 5017219"/>
              <a:gd name="connsiteX11754" fmla="*/ 3856352 w 5799173"/>
              <a:gd name="connsiteY11754" fmla="*/ 1575449 h 5017219"/>
              <a:gd name="connsiteX11755" fmla="*/ 3857598 w 5799173"/>
              <a:gd name="connsiteY11755" fmla="*/ 1576196 h 5017219"/>
              <a:gd name="connsiteX11756" fmla="*/ 3868149 w 5799173"/>
              <a:gd name="connsiteY11756" fmla="*/ 1594474 h 5017219"/>
              <a:gd name="connsiteX11757" fmla="*/ 3868149 w 5799173"/>
              <a:gd name="connsiteY11757" fmla="*/ 1595969 h 5017219"/>
              <a:gd name="connsiteX11758" fmla="*/ 3857597 w 5799173"/>
              <a:gd name="connsiteY11758" fmla="*/ 1614247 h 5017219"/>
              <a:gd name="connsiteX11759" fmla="*/ 3856351 w 5799173"/>
              <a:gd name="connsiteY11759" fmla="*/ 1614995 h 5017219"/>
              <a:gd name="connsiteX11760" fmla="*/ 2992537 w 5799173"/>
              <a:gd name="connsiteY11760" fmla="*/ 1389559 h 5017219"/>
              <a:gd name="connsiteX11761" fmla="*/ 2991208 w 5799173"/>
              <a:gd name="connsiteY11761" fmla="*/ 1388811 h 5017219"/>
              <a:gd name="connsiteX11762" fmla="*/ 2980574 w 5799173"/>
              <a:gd name="connsiteY11762" fmla="*/ 1370285 h 5017219"/>
              <a:gd name="connsiteX11763" fmla="*/ 2980574 w 5799173"/>
              <a:gd name="connsiteY11763" fmla="*/ 1368789 h 5017219"/>
              <a:gd name="connsiteX11764" fmla="*/ 2991291 w 5799173"/>
              <a:gd name="connsiteY11764" fmla="*/ 1350262 h 5017219"/>
              <a:gd name="connsiteX11765" fmla="*/ 2992621 w 5799173"/>
              <a:gd name="connsiteY11765" fmla="*/ 1349516 h 5017219"/>
              <a:gd name="connsiteX11766" fmla="*/ 3013972 w 5799173"/>
              <a:gd name="connsiteY11766" fmla="*/ 1349516 h 5017219"/>
              <a:gd name="connsiteX11767" fmla="*/ 3015301 w 5799173"/>
              <a:gd name="connsiteY11767" fmla="*/ 1350263 h 5017219"/>
              <a:gd name="connsiteX11768" fmla="*/ 3025934 w 5799173"/>
              <a:gd name="connsiteY11768" fmla="*/ 1368790 h 5017219"/>
              <a:gd name="connsiteX11769" fmla="*/ 3025935 w 5799173"/>
              <a:gd name="connsiteY11769" fmla="*/ 1370286 h 5017219"/>
              <a:gd name="connsiteX11770" fmla="*/ 3015218 w 5799173"/>
              <a:gd name="connsiteY11770" fmla="*/ 1388812 h 5017219"/>
              <a:gd name="connsiteX11771" fmla="*/ 3013889 w 5799173"/>
              <a:gd name="connsiteY11771" fmla="*/ 1389560 h 5017219"/>
              <a:gd name="connsiteX11772" fmla="*/ 3413840 w 5799173"/>
              <a:gd name="connsiteY11772" fmla="*/ 1502447 h 5017219"/>
              <a:gd name="connsiteX11773" fmla="*/ 3412511 w 5799173"/>
              <a:gd name="connsiteY11773" fmla="*/ 1501699 h 5017219"/>
              <a:gd name="connsiteX11774" fmla="*/ 3401877 w 5799173"/>
              <a:gd name="connsiteY11774" fmla="*/ 1483173 h 5017219"/>
              <a:gd name="connsiteX11775" fmla="*/ 3401877 w 5799173"/>
              <a:gd name="connsiteY11775" fmla="*/ 1481677 h 5017219"/>
              <a:gd name="connsiteX11776" fmla="*/ 3412594 w 5799173"/>
              <a:gd name="connsiteY11776" fmla="*/ 1463150 h 5017219"/>
              <a:gd name="connsiteX11777" fmla="*/ 3413924 w 5799173"/>
              <a:gd name="connsiteY11777" fmla="*/ 1462403 h 5017219"/>
              <a:gd name="connsiteX11778" fmla="*/ 3435275 w 5799173"/>
              <a:gd name="connsiteY11778" fmla="*/ 1462403 h 5017219"/>
              <a:gd name="connsiteX11779" fmla="*/ 3436604 w 5799173"/>
              <a:gd name="connsiteY11779" fmla="*/ 1463150 h 5017219"/>
              <a:gd name="connsiteX11780" fmla="*/ 3447237 w 5799173"/>
              <a:gd name="connsiteY11780" fmla="*/ 1481677 h 5017219"/>
              <a:gd name="connsiteX11781" fmla="*/ 3447238 w 5799173"/>
              <a:gd name="connsiteY11781" fmla="*/ 1483173 h 5017219"/>
              <a:gd name="connsiteX11782" fmla="*/ 3436521 w 5799173"/>
              <a:gd name="connsiteY11782" fmla="*/ 1501699 h 5017219"/>
              <a:gd name="connsiteX11783" fmla="*/ 3435192 w 5799173"/>
              <a:gd name="connsiteY11783" fmla="*/ 1502447 h 5017219"/>
              <a:gd name="connsiteX11784" fmla="*/ 2932350 w 5799173"/>
              <a:gd name="connsiteY11784" fmla="*/ 1373515 h 5017219"/>
              <a:gd name="connsiteX11785" fmla="*/ 2931021 w 5799173"/>
              <a:gd name="connsiteY11785" fmla="*/ 1372768 h 5017219"/>
              <a:gd name="connsiteX11786" fmla="*/ 2920304 w 5799173"/>
              <a:gd name="connsiteY11786" fmla="*/ 1354157 h 5017219"/>
              <a:gd name="connsiteX11787" fmla="*/ 2920304 w 5799173"/>
              <a:gd name="connsiteY11787" fmla="*/ 1352661 h 5017219"/>
              <a:gd name="connsiteX11788" fmla="*/ 2931021 w 5799173"/>
              <a:gd name="connsiteY11788" fmla="*/ 1334052 h 5017219"/>
              <a:gd name="connsiteX11789" fmla="*/ 2932350 w 5799173"/>
              <a:gd name="connsiteY11789" fmla="*/ 1333304 h 5017219"/>
              <a:gd name="connsiteX11790" fmla="*/ 2953785 w 5799173"/>
              <a:gd name="connsiteY11790" fmla="*/ 1333304 h 5017219"/>
              <a:gd name="connsiteX11791" fmla="*/ 2955114 w 5799173"/>
              <a:gd name="connsiteY11791" fmla="*/ 1334051 h 5017219"/>
              <a:gd name="connsiteX11792" fmla="*/ 2965831 w 5799173"/>
              <a:gd name="connsiteY11792" fmla="*/ 1352662 h 5017219"/>
              <a:gd name="connsiteX11793" fmla="*/ 2965831 w 5799173"/>
              <a:gd name="connsiteY11793" fmla="*/ 1354158 h 5017219"/>
              <a:gd name="connsiteX11794" fmla="*/ 2955114 w 5799173"/>
              <a:gd name="connsiteY11794" fmla="*/ 1372767 h 5017219"/>
              <a:gd name="connsiteX11795" fmla="*/ 2953785 w 5799173"/>
              <a:gd name="connsiteY11795" fmla="*/ 1373514 h 5017219"/>
              <a:gd name="connsiteX11796" fmla="*/ 3052722 w 5799173"/>
              <a:gd name="connsiteY11796" fmla="*/ 1405768 h 5017219"/>
              <a:gd name="connsiteX11797" fmla="*/ 3051393 w 5799173"/>
              <a:gd name="connsiteY11797" fmla="*/ 1405021 h 5017219"/>
              <a:gd name="connsiteX11798" fmla="*/ 3040676 w 5799173"/>
              <a:gd name="connsiteY11798" fmla="*/ 1386411 h 5017219"/>
              <a:gd name="connsiteX11799" fmla="*/ 3040677 w 5799173"/>
              <a:gd name="connsiteY11799" fmla="*/ 1384915 h 5017219"/>
              <a:gd name="connsiteX11800" fmla="*/ 3051394 w 5799173"/>
              <a:gd name="connsiteY11800" fmla="*/ 1366305 h 5017219"/>
              <a:gd name="connsiteX11801" fmla="*/ 3052722 w 5799173"/>
              <a:gd name="connsiteY11801" fmla="*/ 1365558 h 5017219"/>
              <a:gd name="connsiteX11802" fmla="*/ 3074158 w 5799173"/>
              <a:gd name="connsiteY11802" fmla="*/ 1365558 h 5017219"/>
              <a:gd name="connsiteX11803" fmla="*/ 3075487 w 5799173"/>
              <a:gd name="connsiteY11803" fmla="*/ 1366305 h 5017219"/>
              <a:gd name="connsiteX11804" fmla="*/ 3086204 w 5799173"/>
              <a:gd name="connsiteY11804" fmla="*/ 1384915 h 5017219"/>
              <a:gd name="connsiteX11805" fmla="*/ 3086204 w 5799173"/>
              <a:gd name="connsiteY11805" fmla="*/ 1386411 h 5017219"/>
              <a:gd name="connsiteX11806" fmla="*/ 3075486 w 5799173"/>
              <a:gd name="connsiteY11806" fmla="*/ 1405021 h 5017219"/>
              <a:gd name="connsiteX11807" fmla="*/ 3074158 w 5799173"/>
              <a:gd name="connsiteY11807" fmla="*/ 1405768 h 5017219"/>
              <a:gd name="connsiteX11808" fmla="*/ 3955516 w 5799173"/>
              <a:gd name="connsiteY11808" fmla="*/ 1647671 h 5017219"/>
              <a:gd name="connsiteX11809" fmla="*/ 3954187 w 5799173"/>
              <a:gd name="connsiteY11809" fmla="*/ 1646924 h 5017219"/>
              <a:gd name="connsiteX11810" fmla="*/ 3943470 w 5799173"/>
              <a:gd name="connsiteY11810" fmla="*/ 1628314 h 5017219"/>
              <a:gd name="connsiteX11811" fmla="*/ 3943470 w 5799173"/>
              <a:gd name="connsiteY11811" fmla="*/ 1626818 h 5017219"/>
              <a:gd name="connsiteX11812" fmla="*/ 3954188 w 5799173"/>
              <a:gd name="connsiteY11812" fmla="*/ 1608208 h 5017219"/>
              <a:gd name="connsiteX11813" fmla="*/ 3955516 w 5799173"/>
              <a:gd name="connsiteY11813" fmla="*/ 1607461 h 5017219"/>
              <a:gd name="connsiteX11814" fmla="*/ 3976952 w 5799173"/>
              <a:gd name="connsiteY11814" fmla="*/ 1607461 h 5017219"/>
              <a:gd name="connsiteX11815" fmla="*/ 3978281 w 5799173"/>
              <a:gd name="connsiteY11815" fmla="*/ 1608208 h 5017219"/>
              <a:gd name="connsiteX11816" fmla="*/ 3988998 w 5799173"/>
              <a:gd name="connsiteY11816" fmla="*/ 1626818 h 5017219"/>
              <a:gd name="connsiteX11817" fmla="*/ 3988997 w 5799173"/>
              <a:gd name="connsiteY11817" fmla="*/ 1628314 h 5017219"/>
              <a:gd name="connsiteX11818" fmla="*/ 3978280 w 5799173"/>
              <a:gd name="connsiteY11818" fmla="*/ 1646924 h 5017219"/>
              <a:gd name="connsiteX11819" fmla="*/ 3976952 w 5799173"/>
              <a:gd name="connsiteY11819" fmla="*/ 1647671 h 5017219"/>
              <a:gd name="connsiteX11820" fmla="*/ 3895176 w 5799173"/>
              <a:gd name="connsiteY11820" fmla="*/ 1631795 h 5017219"/>
              <a:gd name="connsiteX11821" fmla="*/ 3893846 w 5799173"/>
              <a:gd name="connsiteY11821" fmla="*/ 1631047 h 5017219"/>
              <a:gd name="connsiteX11822" fmla="*/ 3882963 w 5799173"/>
              <a:gd name="connsiteY11822" fmla="*/ 1612188 h 5017219"/>
              <a:gd name="connsiteX11823" fmla="*/ 3882964 w 5799173"/>
              <a:gd name="connsiteY11823" fmla="*/ 1610610 h 5017219"/>
              <a:gd name="connsiteX11824" fmla="*/ 3893847 w 5799173"/>
              <a:gd name="connsiteY11824" fmla="*/ 1591751 h 5017219"/>
              <a:gd name="connsiteX11825" fmla="*/ 3895177 w 5799173"/>
              <a:gd name="connsiteY11825" fmla="*/ 1591003 h 5017219"/>
              <a:gd name="connsiteX11826" fmla="*/ 3916943 w 5799173"/>
              <a:gd name="connsiteY11826" fmla="*/ 1591003 h 5017219"/>
              <a:gd name="connsiteX11827" fmla="*/ 3918272 w 5799173"/>
              <a:gd name="connsiteY11827" fmla="*/ 1591751 h 5017219"/>
              <a:gd name="connsiteX11828" fmla="*/ 3929156 w 5799173"/>
              <a:gd name="connsiteY11828" fmla="*/ 1610610 h 5017219"/>
              <a:gd name="connsiteX11829" fmla="*/ 3929155 w 5799173"/>
              <a:gd name="connsiteY11829" fmla="*/ 1612188 h 5017219"/>
              <a:gd name="connsiteX11830" fmla="*/ 3918272 w 5799173"/>
              <a:gd name="connsiteY11830" fmla="*/ 1631047 h 5017219"/>
              <a:gd name="connsiteX11831" fmla="*/ 3916942 w 5799173"/>
              <a:gd name="connsiteY11831" fmla="*/ 1631795 h 5017219"/>
              <a:gd name="connsiteX11832" fmla="*/ 997886 w 5799173"/>
              <a:gd name="connsiteY11832" fmla="*/ 899314 h 5017219"/>
              <a:gd name="connsiteX11833" fmla="*/ 997222 w 5799173"/>
              <a:gd name="connsiteY11833" fmla="*/ 898982 h 5017219"/>
              <a:gd name="connsiteX11834" fmla="*/ 991988 w 5799173"/>
              <a:gd name="connsiteY11834" fmla="*/ 889926 h 5017219"/>
              <a:gd name="connsiteX11835" fmla="*/ 991988 w 5799173"/>
              <a:gd name="connsiteY11835" fmla="*/ 889179 h 5017219"/>
              <a:gd name="connsiteX11836" fmla="*/ 997221 w 5799173"/>
              <a:gd name="connsiteY11836" fmla="*/ 880123 h 5017219"/>
              <a:gd name="connsiteX11837" fmla="*/ 997886 w 5799173"/>
              <a:gd name="connsiteY11837" fmla="*/ 879791 h 5017219"/>
              <a:gd name="connsiteX11838" fmla="*/ 1008355 w 5799173"/>
              <a:gd name="connsiteY11838" fmla="*/ 879791 h 5017219"/>
              <a:gd name="connsiteX11839" fmla="*/ 1009018 w 5799173"/>
              <a:gd name="connsiteY11839" fmla="*/ 880122 h 5017219"/>
              <a:gd name="connsiteX11840" fmla="*/ 1014253 w 5799173"/>
              <a:gd name="connsiteY11840" fmla="*/ 889179 h 5017219"/>
              <a:gd name="connsiteX11841" fmla="*/ 1014253 w 5799173"/>
              <a:gd name="connsiteY11841" fmla="*/ 889926 h 5017219"/>
              <a:gd name="connsiteX11842" fmla="*/ 1009019 w 5799173"/>
              <a:gd name="connsiteY11842" fmla="*/ 898982 h 5017219"/>
              <a:gd name="connsiteX11843" fmla="*/ 1008355 w 5799173"/>
              <a:gd name="connsiteY11843" fmla="*/ 899314 h 5017219"/>
              <a:gd name="connsiteX11844" fmla="*/ 2379439 w 5799173"/>
              <a:gd name="connsiteY11844" fmla="*/ 1275384 h 5017219"/>
              <a:gd name="connsiteX11845" fmla="*/ 2378442 w 5799173"/>
              <a:gd name="connsiteY11845" fmla="*/ 1274803 h 5017219"/>
              <a:gd name="connsiteX11846" fmla="*/ 2370467 w 5799173"/>
              <a:gd name="connsiteY11846" fmla="*/ 1261012 h 5017219"/>
              <a:gd name="connsiteX11847" fmla="*/ 2370467 w 5799173"/>
              <a:gd name="connsiteY11847" fmla="*/ 1259849 h 5017219"/>
              <a:gd name="connsiteX11848" fmla="*/ 2378442 w 5799173"/>
              <a:gd name="connsiteY11848" fmla="*/ 1246058 h 5017219"/>
              <a:gd name="connsiteX11849" fmla="*/ 2379439 w 5799173"/>
              <a:gd name="connsiteY11849" fmla="*/ 1245476 h 5017219"/>
              <a:gd name="connsiteX11850" fmla="*/ 2395392 w 5799173"/>
              <a:gd name="connsiteY11850" fmla="*/ 1245476 h 5017219"/>
              <a:gd name="connsiteX11851" fmla="*/ 2396388 w 5799173"/>
              <a:gd name="connsiteY11851" fmla="*/ 1246058 h 5017219"/>
              <a:gd name="connsiteX11852" fmla="*/ 2404363 w 5799173"/>
              <a:gd name="connsiteY11852" fmla="*/ 1259849 h 5017219"/>
              <a:gd name="connsiteX11853" fmla="*/ 2404363 w 5799173"/>
              <a:gd name="connsiteY11853" fmla="*/ 1261012 h 5017219"/>
              <a:gd name="connsiteX11854" fmla="*/ 2396388 w 5799173"/>
              <a:gd name="connsiteY11854" fmla="*/ 1274803 h 5017219"/>
              <a:gd name="connsiteX11855" fmla="*/ 2395391 w 5799173"/>
              <a:gd name="connsiteY11855" fmla="*/ 1275384 h 5017219"/>
              <a:gd name="connsiteX11856" fmla="*/ 4124426 w 5799173"/>
              <a:gd name="connsiteY11856" fmla="*/ 1743810 h 5017219"/>
              <a:gd name="connsiteX11857" fmla="*/ 4123429 w 5799173"/>
              <a:gd name="connsiteY11857" fmla="*/ 1743229 h 5017219"/>
              <a:gd name="connsiteX11858" fmla="*/ 4115038 w 5799173"/>
              <a:gd name="connsiteY11858" fmla="*/ 1728690 h 5017219"/>
              <a:gd name="connsiteX11859" fmla="*/ 4115037 w 5799173"/>
              <a:gd name="connsiteY11859" fmla="*/ 1727525 h 5017219"/>
              <a:gd name="connsiteX11860" fmla="*/ 4123428 w 5799173"/>
              <a:gd name="connsiteY11860" fmla="*/ 1712988 h 5017219"/>
              <a:gd name="connsiteX11861" fmla="*/ 4124426 w 5799173"/>
              <a:gd name="connsiteY11861" fmla="*/ 1712405 h 5017219"/>
              <a:gd name="connsiteX11862" fmla="*/ 4141207 w 5799173"/>
              <a:gd name="connsiteY11862" fmla="*/ 1712405 h 5017219"/>
              <a:gd name="connsiteX11863" fmla="*/ 4142205 w 5799173"/>
              <a:gd name="connsiteY11863" fmla="*/ 1712988 h 5017219"/>
              <a:gd name="connsiteX11864" fmla="*/ 4150596 w 5799173"/>
              <a:gd name="connsiteY11864" fmla="*/ 1727525 h 5017219"/>
              <a:gd name="connsiteX11865" fmla="*/ 4150596 w 5799173"/>
              <a:gd name="connsiteY11865" fmla="*/ 1728690 h 5017219"/>
              <a:gd name="connsiteX11866" fmla="*/ 4142204 w 5799173"/>
              <a:gd name="connsiteY11866" fmla="*/ 1743229 h 5017219"/>
              <a:gd name="connsiteX11867" fmla="*/ 4141208 w 5799173"/>
              <a:gd name="connsiteY11867" fmla="*/ 1743810 h 5017219"/>
              <a:gd name="connsiteX11868" fmla="*/ 4184352 w 5799173"/>
              <a:gd name="connsiteY11868" fmla="*/ 1760435 h 5017219"/>
              <a:gd name="connsiteX11869" fmla="*/ 4183271 w 5799173"/>
              <a:gd name="connsiteY11869" fmla="*/ 1759853 h 5017219"/>
              <a:gd name="connsiteX11870" fmla="*/ 4174631 w 5799173"/>
              <a:gd name="connsiteY11870" fmla="*/ 1744899 h 5017219"/>
              <a:gd name="connsiteX11871" fmla="*/ 4174631 w 5799173"/>
              <a:gd name="connsiteY11871" fmla="*/ 1743653 h 5017219"/>
              <a:gd name="connsiteX11872" fmla="*/ 4183271 w 5799173"/>
              <a:gd name="connsiteY11872" fmla="*/ 1728699 h 5017219"/>
              <a:gd name="connsiteX11873" fmla="*/ 4184352 w 5799173"/>
              <a:gd name="connsiteY11873" fmla="*/ 1728117 h 5017219"/>
              <a:gd name="connsiteX11874" fmla="*/ 4201631 w 5799173"/>
              <a:gd name="connsiteY11874" fmla="*/ 1728117 h 5017219"/>
              <a:gd name="connsiteX11875" fmla="*/ 4202713 w 5799173"/>
              <a:gd name="connsiteY11875" fmla="*/ 1728699 h 5017219"/>
              <a:gd name="connsiteX11876" fmla="*/ 4211352 w 5799173"/>
              <a:gd name="connsiteY11876" fmla="*/ 1743653 h 5017219"/>
              <a:gd name="connsiteX11877" fmla="*/ 4211352 w 5799173"/>
              <a:gd name="connsiteY11877" fmla="*/ 1744899 h 5017219"/>
              <a:gd name="connsiteX11878" fmla="*/ 4202712 w 5799173"/>
              <a:gd name="connsiteY11878" fmla="*/ 1759853 h 5017219"/>
              <a:gd name="connsiteX11879" fmla="*/ 4201631 w 5799173"/>
              <a:gd name="connsiteY11879" fmla="*/ 1760435 h 5017219"/>
              <a:gd name="connsiteX11880" fmla="*/ 1054584 w 5799173"/>
              <a:gd name="connsiteY11880" fmla="*/ 922014 h 5017219"/>
              <a:gd name="connsiteX11881" fmla="*/ 1053503 w 5799173"/>
              <a:gd name="connsiteY11881" fmla="*/ 921433 h 5017219"/>
              <a:gd name="connsiteX11882" fmla="*/ 1044780 w 5799173"/>
              <a:gd name="connsiteY11882" fmla="*/ 906313 h 5017219"/>
              <a:gd name="connsiteX11883" fmla="*/ 1044780 w 5799173"/>
              <a:gd name="connsiteY11883" fmla="*/ 905067 h 5017219"/>
              <a:gd name="connsiteX11884" fmla="*/ 1053504 w 5799173"/>
              <a:gd name="connsiteY11884" fmla="*/ 889946 h 5017219"/>
              <a:gd name="connsiteX11885" fmla="*/ 1054583 w 5799173"/>
              <a:gd name="connsiteY11885" fmla="*/ 889364 h 5017219"/>
              <a:gd name="connsiteX11886" fmla="*/ 1072113 w 5799173"/>
              <a:gd name="connsiteY11886" fmla="*/ 889364 h 5017219"/>
              <a:gd name="connsiteX11887" fmla="*/ 1073194 w 5799173"/>
              <a:gd name="connsiteY11887" fmla="*/ 889946 h 5017219"/>
              <a:gd name="connsiteX11888" fmla="*/ 1081916 w 5799173"/>
              <a:gd name="connsiteY11888" fmla="*/ 905067 h 5017219"/>
              <a:gd name="connsiteX11889" fmla="*/ 1081917 w 5799173"/>
              <a:gd name="connsiteY11889" fmla="*/ 906313 h 5017219"/>
              <a:gd name="connsiteX11890" fmla="*/ 1073193 w 5799173"/>
              <a:gd name="connsiteY11890" fmla="*/ 921433 h 5017219"/>
              <a:gd name="connsiteX11891" fmla="*/ 1072114 w 5799173"/>
              <a:gd name="connsiteY11891" fmla="*/ 922015 h 5017219"/>
              <a:gd name="connsiteX11892" fmla="*/ 4244370 w 5799173"/>
              <a:gd name="connsiteY11892" fmla="*/ 1776811 h 5017219"/>
              <a:gd name="connsiteX11893" fmla="*/ 4243290 w 5799173"/>
              <a:gd name="connsiteY11893" fmla="*/ 1776230 h 5017219"/>
              <a:gd name="connsiteX11894" fmla="*/ 4234485 w 5799173"/>
              <a:gd name="connsiteY11894" fmla="*/ 1761026 h 5017219"/>
              <a:gd name="connsiteX11895" fmla="*/ 4234485 w 5799173"/>
              <a:gd name="connsiteY11895" fmla="*/ 1759780 h 5017219"/>
              <a:gd name="connsiteX11896" fmla="*/ 4243290 w 5799173"/>
              <a:gd name="connsiteY11896" fmla="*/ 1744577 h 5017219"/>
              <a:gd name="connsiteX11897" fmla="*/ 4244370 w 5799173"/>
              <a:gd name="connsiteY11897" fmla="*/ 1743995 h 5017219"/>
              <a:gd name="connsiteX11898" fmla="*/ 4261983 w 5799173"/>
              <a:gd name="connsiteY11898" fmla="*/ 1743995 h 5017219"/>
              <a:gd name="connsiteX11899" fmla="*/ 4263063 w 5799173"/>
              <a:gd name="connsiteY11899" fmla="*/ 1744577 h 5017219"/>
              <a:gd name="connsiteX11900" fmla="*/ 4271869 w 5799173"/>
              <a:gd name="connsiteY11900" fmla="*/ 1759779 h 5017219"/>
              <a:gd name="connsiteX11901" fmla="*/ 4271869 w 5799173"/>
              <a:gd name="connsiteY11901" fmla="*/ 1761026 h 5017219"/>
              <a:gd name="connsiteX11902" fmla="*/ 4263063 w 5799173"/>
              <a:gd name="connsiteY11902" fmla="*/ 1776230 h 5017219"/>
              <a:gd name="connsiteX11903" fmla="*/ 4261984 w 5799173"/>
              <a:gd name="connsiteY11903" fmla="*/ 1776811 h 5017219"/>
              <a:gd name="connsiteX11904" fmla="*/ 2438722 w 5799173"/>
              <a:gd name="connsiteY11904" fmla="*/ 1293256 h 5017219"/>
              <a:gd name="connsiteX11905" fmla="*/ 2437642 w 5799173"/>
              <a:gd name="connsiteY11905" fmla="*/ 1292591 h 5017219"/>
              <a:gd name="connsiteX11906" fmla="*/ 2428753 w 5799173"/>
              <a:gd name="connsiteY11906" fmla="*/ 1277139 h 5017219"/>
              <a:gd name="connsiteX11907" fmla="*/ 2428753 w 5799173"/>
              <a:gd name="connsiteY11907" fmla="*/ 1275892 h 5017219"/>
              <a:gd name="connsiteX11908" fmla="*/ 2437642 w 5799173"/>
              <a:gd name="connsiteY11908" fmla="*/ 1260440 h 5017219"/>
              <a:gd name="connsiteX11909" fmla="*/ 2438722 w 5799173"/>
              <a:gd name="connsiteY11909" fmla="*/ 1259775 h 5017219"/>
              <a:gd name="connsiteX11910" fmla="*/ 2456501 w 5799173"/>
              <a:gd name="connsiteY11910" fmla="*/ 1259775 h 5017219"/>
              <a:gd name="connsiteX11911" fmla="*/ 2457581 w 5799173"/>
              <a:gd name="connsiteY11911" fmla="*/ 1260440 h 5017219"/>
              <a:gd name="connsiteX11912" fmla="*/ 2466471 w 5799173"/>
              <a:gd name="connsiteY11912" fmla="*/ 1275892 h 5017219"/>
              <a:gd name="connsiteX11913" fmla="*/ 2466471 w 5799173"/>
              <a:gd name="connsiteY11913" fmla="*/ 1277139 h 5017219"/>
              <a:gd name="connsiteX11914" fmla="*/ 2457581 w 5799173"/>
              <a:gd name="connsiteY11914" fmla="*/ 1292591 h 5017219"/>
              <a:gd name="connsiteX11915" fmla="*/ 2456501 w 5799173"/>
              <a:gd name="connsiteY11915" fmla="*/ 1293256 h 5017219"/>
              <a:gd name="connsiteX11916" fmla="*/ 2498827 w 5799173"/>
              <a:gd name="connsiteY11916" fmla="*/ 1309456 h 5017219"/>
              <a:gd name="connsiteX11917" fmla="*/ 2497747 w 5799173"/>
              <a:gd name="connsiteY11917" fmla="*/ 1308792 h 5017219"/>
              <a:gd name="connsiteX11918" fmla="*/ 2488775 w 5799173"/>
              <a:gd name="connsiteY11918" fmla="*/ 1293256 h 5017219"/>
              <a:gd name="connsiteX11919" fmla="*/ 2488775 w 5799173"/>
              <a:gd name="connsiteY11919" fmla="*/ 1292010 h 5017219"/>
              <a:gd name="connsiteX11920" fmla="*/ 2497747 w 5799173"/>
              <a:gd name="connsiteY11920" fmla="*/ 1276474 h 5017219"/>
              <a:gd name="connsiteX11921" fmla="*/ 2498827 w 5799173"/>
              <a:gd name="connsiteY11921" fmla="*/ 1275809 h 5017219"/>
              <a:gd name="connsiteX11922" fmla="*/ 2516689 w 5799173"/>
              <a:gd name="connsiteY11922" fmla="*/ 1275809 h 5017219"/>
              <a:gd name="connsiteX11923" fmla="*/ 2517769 w 5799173"/>
              <a:gd name="connsiteY11923" fmla="*/ 1276474 h 5017219"/>
              <a:gd name="connsiteX11924" fmla="*/ 2526742 w 5799173"/>
              <a:gd name="connsiteY11924" fmla="*/ 1292010 h 5017219"/>
              <a:gd name="connsiteX11925" fmla="*/ 2526742 w 5799173"/>
              <a:gd name="connsiteY11925" fmla="*/ 1293256 h 5017219"/>
              <a:gd name="connsiteX11926" fmla="*/ 2517769 w 5799173"/>
              <a:gd name="connsiteY11926" fmla="*/ 1308792 h 5017219"/>
              <a:gd name="connsiteX11927" fmla="*/ 2516689 w 5799173"/>
              <a:gd name="connsiteY11927" fmla="*/ 1309456 h 5017219"/>
              <a:gd name="connsiteX11928" fmla="*/ 4424784 w 5799173"/>
              <a:gd name="connsiteY11928" fmla="*/ 1825620 h 5017219"/>
              <a:gd name="connsiteX11929" fmla="*/ 4423704 w 5799173"/>
              <a:gd name="connsiteY11929" fmla="*/ 1824956 h 5017219"/>
              <a:gd name="connsiteX11930" fmla="*/ 4414732 w 5799173"/>
              <a:gd name="connsiteY11930" fmla="*/ 1809337 h 5017219"/>
              <a:gd name="connsiteX11931" fmla="*/ 4414732 w 5799173"/>
              <a:gd name="connsiteY11931" fmla="*/ 1808091 h 5017219"/>
              <a:gd name="connsiteX11932" fmla="*/ 4423704 w 5799173"/>
              <a:gd name="connsiteY11932" fmla="*/ 1792472 h 5017219"/>
              <a:gd name="connsiteX11933" fmla="*/ 4424784 w 5799173"/>
              <a:gd name="connsiteY11933" fmla="*/ 1791807 h 5017219"/>
              <a:gd name="connsiteX11934" fmla="*/ 4442812 w 5799173"/>
              <a:gd name="connsiteY11934" fmla="*/ 1791807 h 5017219"/>
              <a:gd name="connsiteX11935" fmla="*/ 4443892 w 5799173"/>
              <a:gd name="connsiteY11935" fmla="*/ 1792472 h 5017219"/>
              <a:gd name="connsiteX11936" fmla="*/ 4452865 w 5799173"/>
              <a:gd name="connsiteY11936" fmla="*/ 1808091 h 5017219"/>
              <a:gd name="connsiteX11937" fmla="*/ 4452865 w 5799173"/>
              <a:gd name="connsiteY11937" fmla="*/ 1809337 h 5017219"/>
              <a:gd name="connsiteX11938" fmla="*/ 4443892 w 5799173"/>
              <a:gd name="connsiteY11938" fmla="*/ 1824956 h 5017219"/>
              <a:gd name="connsiteX11939" fmla="*/ 4442812 w 5799173"/>
              <a:gd name="connsiteY11939" fmla="*/ 1825620 h 5017219"/>
              <a:gd name="connsiteX11940" fmla="*/ 4364516 w 5799173"/>
              <a:gd name="connsiteY11940" fmla="*/ 1809565 h 5017219"/>
              <a:gd name="connsiteX11941" fmla="*/ 4363436 w 5799173"/>
              <a:gd name="connsiteY11941" fmla="*/ 1808899 h 5017219"/>
              <a:gd name="connsiteX11942" fmla="*/ 4354381 w 5799173"/>
              <a:gd name="connsiteY11942" fmla="*/ 1793199 h 5017219"/>
              <a:gd name="connsiteX11943" fmla="*/ 4354381 w 5799173"/>
              <a:gd name="connsiteY11943" fmla="*/ 1791951 h 5017219"/>
              <a:gd name="connsiteX11944" fmla="*/ 4363436 w 5799173"/>
              <a:gd name="connsiteY11944" fmla="*/ 1776249 h 5017219"/>
              <a:gd name="connsiteX11945" fmla="*/ 4364516 w 5799173"/>
              <a:gd name="connsiteY11945" fmla="*/ 1775586 h 5017219"/>
              <a:gd name="connsiteX11946" fmla="*/ 4382628 w 5799173"/>
              <a:gd name="connsiteY11946" fmla="*/ 1775585 h 5017219"/>
              <a:gd name="connsiteX11947" fmla="*/ 4383708 w 5799173"/>
              <a:gd name="connsiteY11947" fmla="*/ 1776250 h 5017219"/>
              <a:gd name="connsiteX11948" fmla="*/ 4392763 w 5799173"/>
              <a:gd name="connsiteY11948" fmla="*/ 1791951 h 5017219"/>
              <a:gd name="connsiteX11949" fmla="*/ 4392763 w 5799173"/>
              <a:gd name="connsiteY11949" fmla="*/ 1793199 h 5017219"/>
              <a:gd name="connsiteX11950" fmla="*/ 4383707 w 5799173"/>
              <a:gd name="connsiteY11950" fmla="*/ 1808900 h 5017219"/>
              <a:gd name="connsiteX11951" fmla="*/ 4382628 w 5799173"/>
              <a:gd name="connsiteY11951" fmla="*/ 1809564 h 5017219"/>
              <a:gd name="connsiteX11952" fmla="*/ 4304154 w 5799173"/>
              <a:gd name="connsiteY11952" fmla="*/ 1793769 h 5017219"/>
              <a:gd name="connsiteX11953" fmla="*/ 4302991 w 5799173"/>
              <a:gd name="connsiteY11953" fmla="*/ 1793104 h 5017219"/>
              <a:gd name="connsiteX11954" fmla="*/ 4293769 w 5799173"/>
              <a:gd name="connsiteY11954" fmla="*/ 1777153 h 5017219"/>
              <a:gd name="connsiteX11955" fmla="*/ 4293769 w 5799173"/>
              <a:gd name="connsiteY11955" fmla="*/ 1775824 h 5017219"/>
              <a:gd name="connsiteX11956" fmla="*/ 4302991 w 5799173"/>
              <a:gd name="connsiteY11956" fmla="*/ 1759873 h 5017219"/>
              <a:gd name="connsiteX11957" fmla="*/ 4304154 w 5799173"/>
              <a:gd name="connsiteY11957" fmla="*/ 1759208 h 5017219"/>
              <a:gd name="connsiteX11958" fmla="*/ 4322597 w 5799173"/>
              <a:gd name="connsiteY11958" fmla="*/ 1759208 h 5017219"/>
              <a:gd name="connsiteX11959" fmla="*/ 4323760 w 5799173"/>
              <a:gd name="connsiteY11959" fmla="*/ 1759873 h 5017219"/>
              <a:gd name="connsiteX11960" fmla="*/ 4332982 w 5799173"/>
              <a:gd name="connsiteY11960" fmla="*/ 1775824 h 5017219"/>
              <a:gd name="connsiteX11961" fmla="*/ 4332982 w 5799173"/>
              <a:gd name="connsiteY11961" fmla="*/ 1777153 h 5017219"/>
              <a:gd name="connsiteX11962" fmla="*/ 4323760 w 5799173"/>
              <a:gd name="connsiteY11962" fmla="*/ 1793104 h 5017219"/>
              <a:gd name="connsiteX11963" fmla="*/ 4322597 w 5799173"/>
              <a:gd name="connsiteY11963" fmla="*/ 1793769 h 5017219"/>
              <a:gd name="connsiteX11964" fmla="*/ 3220800 w 5799173"/>
              <a:gd name="connsiteY11964" fmla="*/ 1503580 h 5017219"/>
              <a:gd name="connsiteX11965" fmla="*/ 3219636 w 5799173"/>
              <a:gd name="connsiteY11965" fmla="*/ 1502916 h 5017219"/>
              <a:gd name="connsiteX11966" fmla="*/ 3210415 w 5799173"/>
              <a:gd name="connsiteY11966" fmla="*/ 1486882 h 5017219"/>
              <a:gd name="connsiteX11967" fmla="*/ 3210415 w 5799173"/>
              <a:gd name="connsiteY11967" fmla="*/ 1485552 h 5017219"/>
              <a:gd name="connsiteX11968" fmla="*/ 3219636 w 5799173"/>
              <a:gd name="connsiteY11968" fmla="*/ 1469518 h 5017219"/>
              <a:gd name="connsiteX11969" fmla="*/ 3220800 w 5799173"/>
              <a:gd name="connsiteY11969" fmla="*/ 1468853 h 5017219"/>
              <a:gd name="connsiteX11970" fmla="*/ 3239326 w 5799173"/>
              <a:gd name="connsiteY11970" fmla="*/ 1468853 h 5017219"/>
              <a:gd name="connsiteX11971" fmla="*/ 3240489 w 5799173"/>
              <a:gd name="connsiteY11971" fmla="*/ 1469518 h 5017219"/>
              <a:gd name="connsiteX11972" fmla="*/ 3249711 w 5799173"/>
              <a:gd name="connsiteY11972" fmla="*/ 1485551 h 5017219"/>
              <a:gd name="connsiteX11973" fmla="*/ 3249711 w 5799173"/>
              <a:gd name="connsiteY11973" fmla="*/ 1486882 h 5017219"/>
              <a:gd name="connsiteX11974" fmla="*/ 3240489 w 5799173"/>
              <a:gd name="connsiteY11974" fmla="*/ 1502916 h 5017219"/>
              <a:gd name="connsiteX11975" fmla="*/ 3239326 w 5799173"/>
              <a:gd name="connsiteY11975" fmla="*/ 1503580 h 5017219"/>
              <a:gd name="connsiteX11976" fmla="*/ 4605001 w 5799173"/>
              <a:gd name="connsiteY11976" fmla="*/ 1874570 h 5017219"/>
              <a:gd name="connsiteX11977" fmla="*/ 4603838 w 5799173"/>
              <a:gd name="connsiteY11977" fmla="*/ 1873907 h 5017219"/>
              <a:gd name="connsiteX11978" fmla="*/ 4594533 w 5799173"/>
              <a:gd name="connsiteY11978" fmla="*/ 1857789 h 5017219"/>
              <a:gd name="connsiteX11979" fmla="*/ 4594533 w 5799173"/>
              <a:gd name="connsiteY11979" fmla="*/ 1856459 h 5017219"/>
              <a:gd name="connsiteX11980" fmla="*/ 4603838 w 5799173"/>
              <a:gd name="connsiteY11980" fmla="*/ 1840341 h 5017219"/>
              <a:gd name="connsiteX11981" fmla="*/ 4605001 w 5799173"/>
              <a:gd name="connsiteY11981" fmla="*/ 1839677 h 5017219"/>
              <a:gd name="connsiteX11982" fmla="*/ 4623610 w 5799173"/>
              <a:gd name="connsiteY11982" fmla="*/ 1839678 h 5017219"/>
              <a:gd name="connsiteX11983" fmla="*/ 4624774 w 5799173"/>
              <a:gd name="connsiteY11983" fmla="*/ 1840342 h 5017219"/>
              <a:gd name="connsiteX11984" fmla="*/ 4634079 w 5799173"/>
              <a:gd name="connsiteY11984" fmla="*/ 1856460 h 5017219"/>
              <a:gd name="connsiteX11985" fmla="*/ 4634079 w 5799173"/>
              <a:gd name="connsiteY11985" fmla="*/ 1857788 h 5017219"/>
              <a:gd name="connsiteX11986" fmla="*/ 4624774 w 5799173"/>
              <a:gd name="connsiteY11986" fmla="*/ 1873906 h 5017219"/>
              <a:gd name="connsiteX11987" fmla="*/ 4623610 w 5799173"/>
              <a:gd name="connsiteY11987" fmla="*/ 1874571 h 5017219"/>
              <a:gd name="connsiteX11988" fmla="*/ 4484547 w 5799173"/>
              <a:gd name="connsiteY11988" fmla="*/ 1842388 h 5017219"/>
              <a:gd name="connsiteX11989" fmla="*/ 4483384 w 5799173"/>
              <a:gd name="connsiteY11989" fmla="*/ 1841724 h 5017219"/>
              <a:gd name="connsiteX11990" fmla="*/ 4473996 w 5799173"/>
              <a:gd name="connsiteY11990" fmla="*/ 1825523 h 5017219"/>
              <a:gd name="connsiteX11991" fmla="*/ 4473996 w 5799173"/>
              <a:gd name="connsiteY11991" fmla="*/ 1824194 h 5017219"/>
              <a:gd name="connsiteX11992" fmla="*/ 4483384 w 5799173"/>
              <a:gd name="connsiteY11992" fmla="*/ 1807993 h 5017219"/>
              <a:gd name="connsiteX11993" fmla="*/ 4484547 w 5799173"/>
              <a:gd name="connsiteY11993" fmla="*/ 1807329 h 5017219"/>
              <a:gd name="connsiteX11994" fmla="*/ 4503240 w 5799173"/>
              <a:gd name="connsiteY11994" fmla="*/ 1807329 h 5017219"/>
              <a:gd name="connsiteX11995" fmla="*/ 4504403 w 5799173"/>
              <a:gd name="connsiteY11995" fmla="*/ 1807993 h 5017219"/>
              <a:gd name="connsiteX11996" fmla="*/ 4513791 w 5799173"/>
              <a:gd name="connsiteY11996" fmla="*/ 1824194 h 5017219"/>
              <a:gd name="connsiteX11997" fmla="*/ 4513791 w 5799173"/>
              <a:gd name="connsiteY11997" fmla="*/ 1825523 h 5017219"/>
              <a:gd name="connsiteX11998" fmla="*/ 4504403 w 5799173"/>
              <a:gd name="connsiteY11998" fmla="*/ 1841724 h 5017219"/>
              <a:gd name="connsiteX11999" fmla="*/ 4503240 w 5799173"/>
              <a:gd name="connsiteY11999" fmla="*/ 1842388 h 5017219"/>
              <a:gd name="connsiteX12000" fmla="*/ 4544650 w 5799173"/>
              <a:gd name="connsiteY12000" fmla="*/ 1858693 h 5017219"/>
              <a:gd name="connsiteX12001" fmla="*/ 4543486 w 5799173"/>
              <a:gd name="connsiteY12001" fmla="*/ 1858028 h 5017219"/>
              <a:gd name="connsiteX12002" fmla="*/ 4534016 w 5799173"/>
              <a:gd name="connsiteY12002" fmla="*/ 1841662 h 5017219"/>
              <a:gd name="connsiteX12003" fmla="*/ 4534015 w 5799173"/>
              <a:gd name="connsiteY12003" fmla="*/ 1840332 h 5017219"/>
              <a:gd name="connsiteX12004" fmla="*/ 4543486 w 5799173"/>
              <a:gd name="connsiteY12004" fmla="*/ 1823966 h 5017219"/>
              <a:gd name="connsiteX12005" fmla="*/ 4544650 w 5799173"/>
              <a:gd name="connsiteY12005" fmla="*/ 1823301 h 5017219"/>
              <a:gd name="connsiteX12006" fmla="*/ 4563592 w 5799173"/>
              <a:gd name="connsiteY12006" fmla="*/ 1823301 h 5017219"/>
              <a:gd name="connsiteX12007" fmla="*/ 4564755 w 5799173"/>
              <a:gd name="connsiteY12007" fmla="*/ 1823966 h 5017219"/>
              <a:gd name="connsiteX12008" fmla="*/ 4574225 w 5799173"/>
              <a:gd name="connsiteY12008" fmla="*/ 1840332 h 5017219"/>
              <a:gd name="connsiteX12009" fmla="*/ 4574225 w 5799173"/>
              <a:gd name="connsiteY12009" fmla="*/ 1841661 h 5017219"/>
              <a:gd name="connsiteX12010" fmla="*/ 4564754 w 5799173"/>
              <a:gd name="connsiteY12010" fmla="*/ 1858028 h 5017219"/>
              <a:gd name="connsiteX12011" fmla="*/ 4563591 w 5799173"/>
              <a:gd name="connsiteY12011" fmla="*/ 1858693 h 5017219"/>
              <a:gd name="connsiteX12012" fmla="*/ 5026139 w 5799173"/>
              <a:gd name="connsiteY12012" fmla="*/ 1987707 h 5017219"/>
              <a:gd name="connsiteX12013" fmla="*/ 5024976 w 5799173"/>
              <a:gd name="connsiteY12013" fmla="*/ 1987043 h 5017219"/>
              <a:gd name="connsiteX12014" fmla="*/ 5015505 w 5799173"/>
              <a:gd name="connsiteY12014" fmla="*/ 1970677 h 5017219"/>
              <a:gd name="connsiteX12015" fmla="*/ 5015505 w 5799173"/>
              <a:gd name="connsiteY12015" fmla="*/ 1969346 h 5017219"/>
              <a:gd name="connsiteX12016" fmla="*/ 5024976 w 5799173"/>
              <a:gd name="connsiteY12016" fmla="*/ 1952981 h 5017219"/>
              <a:gd name="connsiteX12017" fmla="*/ 5026140 w 5799173"/>
              <a:gd name="connsiteY12017" fmla="*/ 1952315 h 5017219"/>
              <a:gd name="connsiteX12018" fmla="*/ 5045081 w 5799173"/>
              <a:gd name="connsiteY12018" fmla="*/ 1952315 h 5017219"/>
              <a:gd name="connsiteX12019" fmla="*/ 5046244 w 5799173"/>
              <a:gd name="connsiteY12019" fmla="*/ 1952981 h 5017219"/>
              <a:gd name="connsiteX12020" fmla="*/ 5055715 w 5799173"/>
              <a:gd name="connsiteY12020" fmla="*/ 1969347 h 5017219"/>
              <a:gd name="connsiteX12021" fmla="*/ 5055715 w 5799173"/>
              <a:gd name="connsiteY12021" fmla="*/ 1970676 h 5017219"/>
              <a:gd name="connsiteX12022" fmla="*/ 5046244 w 5799173"/>
              <a:gd name="connsiteY12022" fmla="*/ 1987043 h 5017219"/>
              <a:gd name="connsiteX12023" fmla="*/ 5045081 w 5799173"/>
              <a:gd name="connsiteY12023" fmla="*/ 1987707 h 5017219"/>
              <a:gd name="connsiteX12024" fmla="*/ 4725102 w 5799173"/>
              <a:gd name="connsiteY12024" fmla="*/ 1907236 h 5017219"/>
              <a:gd name="connsiteX12025" fmla="*/ 4723939 w 5799173"/>
              <a:gd name="connsiteY12025" fmla="*/ 1906571 h 5017219"/>
              <a:gd name="connsiteX12026" fmla="*/ 4714468 w 5799173"/>
              <a:gd name="connsiteY12026" fmla="*/ 1890122 h 5017219"/>
              <a:gd name="connsiteX12027" fmla="*/ 4714469 w 5799173"/>
              <a:gd name="connsiteY12027" fmla="*/ 1888792 h 5017219"/>
              <a:gd name="connsiteX12028" fmla="*/ 4724022 w 5799173"/>
              <a:gd name="connsiteY12028" fmla="*/ 1872343 h 5017219"/>
              <a:gd name="connsiteX12029" fmla="*/ 4725185 w 5799173"/>
              <a:gd name="connsiteY12029" fmla="*/ 1871678 h 5017219"/>
              <a:gd name="connsiteX12030" fmla="*/ 4744210 w 5799173"/>
              <a:gd name="connsiteY12030" fmla="*/ 1871678 h 5017219"/>
              <a:gd name="connsiteX12031" fmla="*/ 4745373 w 5799173"/>
              <a:gd name="connsiteY12031" fmla="*/ 1872343 h 5017219"/>
              <a:gd name="connsiteX12032" fmla="*/ 4754844 w 5799173"/>
              <a:gd name="connsiteY12032" fmla="*/ 1888792 h 5017219"/>
              <a:gd name="connsiteX12033" fmla="*/ 4754844 w 5799173"/>
              <a:gd name="connsiteY12033" fmla="*/ 1890122 h 5017219"/>
              <a:gd name="connsiteX12034" fmla="*/ 4745290 w 5799173"/>
              <a:gd name="connsiteY12034" fmla="*/ 1906571 h 5017219"/>
              <a:gd name="connsiteX12035" fmla="*/ 4744128 w 5799173"/>
              <a:gd name="connsiteY12035" fmla="*/ 1907236 h 5017219"/>
              <a:gd name="connsiteX12036" fmla="*/ 2558317 w 5799173"/>
              <a:gd name="connsiteY12036" fmla="*/ 1326824 h 5017219"/>
              <a:gd name="connsiteX12037" fmla="*/ 2557154 w 5799173"/>
              <a:gd name="connsiteY12037" fmla="*/ 1326159 h 5017219"/>
              <a:gd name="connsiteX12038" fmla="*/ 2547517 w 5799173"/>
              <a:gd name="connsiteY12038" fmla="*/ 1309544 h 5017219"/>
              <a:gd name="connsiteX12039" fmla="*/ 2547517 w 5799173"/>
              <a:gd name="connsiteY12039" fmla="*/ 1308214 h 5017219"/>
              <a:gd name="connsiteX12040" fmla="*/ 2557154 w 5799173"/>
              <a:gd name="connsiteY12040" fmla="*/ 1291598 h 5017219"/>
              <a:gd name="connsiteX12041" fmla="*/ 2558317 w 5799173"/>
              <a:gd name="connsiteY12041" fmla="*/ 1290934 h 5017219"/>
              <a:gd name="connsiteX12042" fmla="*/ 2577509 w 5799173"/>
              <a:gd name="connsiteY12042" fmla="*/ 1290934 h 5017219"/>
              <a:gd name="connsiteX12043" fmla="*/ 2578672 w 5799173"/>
              <a:gd name="connsiteY12043" fmla="*/ 1291598 h 5017219"/>
              <a:gd name="connsiteX12044" fmla="*/ 2588309 w 5799173"/>
              <a:gd name="connsiteY12044" fmla="*/ 1308214 h 5017219"/>
              <a:gd name="connsiteX12045" fmla="*/ 2588309 w 5799173"/>
              <a:gd name="connsiteY12045" fmla="*/ 1309544 h 5017219"/>
              <a:gd name="connsiteX12046" fmla="*/ 2578672 w 5799173"/>
              <a:gd name="connsiteY12046" fmla="*/ 1326159 h 5017219"/>
              <a:gd name="connsiteX12047" fmla="*/ 2577509 w 5799173"/>
              <a:gd name="connsiteY12047" fmla="*/ 1326824 h 5017219"/>
              <a:gd name="connsiteX12048" fmla="*/ 5086138 w 5799173"/>
              <a:gd name="connsiteY12048" fmla="*/ 2004152 h 5017219"/>
              <a:gd name="connsiteX12049" fmla="*/ 5084975 w 5799173"/>
              <a:gd name="connsiteY12049" fmla="*/ 2003486 h 5017219"/>
              <a:gd name="connsiteX12050" fmla="*/ 5075338 w 5799173"/>
              <a:gd name="connsiteY12050" fmla="*/ 1986871 h 5017219"/>
              <a:gd name="connsiteX12051" fmla="*/ 5075338 w 5799173"/>
              <a:gd name="connsiteY12051" fmla="*/ 1985542 h 5017219"/>
              <a:gd name="connsiteX12052" fmla="*/ 5084975 w 5799173"/>
              <a:gd name="connsiteY12052" fmla="*/ 1968926 h 5017219"/>
              <a:gd name="connsiteX12053" fmla="*/ 5086138 w 5799173"/>
              <a:gd name="connsiteY12053" fmla="*/ 1968262 h 5017219"/>
              <a:gd name="connsiteX12054" fmla="*/ 5105330 w 5799173"/>
              <a:gd name="connsiteY12054" fmla="*/ 1968261 h 5017219"/>
              <a:gd name="connsiteX12055" fmla="*/ 5106493 w 5799173"/>
              <a:gd name="connsiteY12055" fmla="*/ 1968925 h 5017219"/>
              <a:gd name="connsiteX12056" fmla="*/ 5116130 w 5799173"/>
              <a:gd name="connsiteY12056" fmla="*/ 1985541 h 5017219"/>
              <a:gd name="connsiteX12057" fmla="*/ 5116130 w 5799173"/>
              <a:gd name="connsiteY12057" fmla="*/ 1986872 h 5017219"/>
              <a:gd name="connsiteX12058" fmla="*/ 5106493 w 5799173"/>
              <a:gd name="connsiteY12058" fmla="*/ 2003487 h 5017219"/>
              <a:gd name="connsiteX12059" fmla="*/ 5105330 w 5799173"/>
              <a:gd name="connsiteY12059" fmla="*/ 2004152 h 5017219"/>
              <a:gd name="connsiteX12060" fmla="*/ 3160177 w 5799173"/>
              <a:gd name="connsiteY12060" fmla="*/ 1488198 h 5017219"/>
              <a:gd name="connsiteX12061" fmla="*/ 3159014 w 5799173"/>
              <a:gd name="connsiteY12061" fmla="*/ 1487534 h 5017219"/>
              <a:gd name="connsiteX12062" fmla="*/ 3149377 w 5799173"/>
              <a:gd name="connsiteY12062" fmla="*/ 1470835 h 5017219"/>
              <a:gd name="connsiteX12063" fmla="*/ 3149376 w 5799173"/>
              <a:gd name="connsiteY12063" fmla="*/ 1469505 h 5017219"/>
              <a:gd name="connsiteX12064" fmla="*/ 3159014 w 5799173"/>
              <a:gd name="connsiteY12064" fmla="*/ 1452807 h 5017219"/>
              <a:gd name="connsiteX12065" fmla="*/ 3160177 w 5799173"/>
              <a:gd name="connsiteY12065" fmla="*/ 1452142 h 5017219"/>
              <a:gd name="connsiteX12066" fmla="*/ 3179534 w 5799173"/>
              <a:gd name="connsiteY12066" fmla="*/ 1452142 h 5017219"/>
              <a:gd name="connsiteX12067" fmla="*/ 3180697 w 5799173"/>
              <a:gd name="connsiteY12067" fmla="*/ 1452807 h 5017219"/>
              <a:gd name="connsiteX12068" fmla="*/ 3190335 w 5799173"/>
              <a:gd name="connsiteY12068" fmla="*/ 1469505 h 5017219"/>
              <a:gd name="connsiteX12069" fmla="*/ 3190335 w 5799173"/>
              <a:gd name="connsiteY12069" fmla="*/ 1470835 h 5017219"/>
              <a:gd name="connsiteX12070" fmla="*/ 3180697 w 5799173"/>
              <a:gd name="connsiteY12070" fmla="*/ 1487534 h 5017219"/>
              <a:gd name="connsiteX12071" fmla="*/ 3179534 w 5799173"/>
              <a:gd name="connsiteY12071" fmla="*/ 1488198 h 5017219"/>
              <a:gd name="connsiteX12072" fmla="*/ 2799009 w 5799173"/>
              <a:gd name="connsiteY12072" fmla="*/ 1391514 h 5017219"/>
              <a:gd name="connsiteX12073" fmla="*/ 2797846 w 5799173"/>
              <a:gd name="connsiteY12073" fmla="*/ 1390849 h 5017219"/>
              <a:gd name="connsiteX12074" fmla="*/ 2788126 w 5799173"/>
              <a:gd name="connsiteY12074" fmla="*/ 1373984 h 5017219"/>
              <a:gd name="connsiteX12075" fmla="*/ 2788126 w 5799173"/>
              <a:gd name="connsiteY12075" fmla="*/ 1372572 h 5017219"/>
              <a:gd name="connsiteX12076" fmla="*/ 2797846 w 5799173"/>
              <a:gd name="connsiteY12076" fmla="*/ 1355707 h 5017219"/>
              <a:gd name="connsiteX12077" fmla="*/ 2799009 w 5799173"/>
              <a:gd name="connsiteY12077" fmla="*/ 1355042 h 5017219"/>
              <a:gd name="connsiteX12078" fmla="*/ 2818450 w 5799173"/>
              <a:gd name="connsiteY12078" fmla="*/ 1355042 h 5017219"/>
              <a:gd name="connsiteX12079" fmla="*/ 2819613 w 5799173"/>
              <a:gd name="connsiteY12079" fmla="*/ 1355707 h 5017219"/>
              <a:gd name="connsiteX12080" fmla="*/ 2829333 w 5799173"/>
              <a:gd name="connsiteY12080" fmla="*/ 1372572 h 5017219"/>
              <a:gd name="connsiteX12081" fmla="*/ 2829333 w 5799173"/>
              <a:gd name="connsiteY12081" fmla="*/ 1373984 h 5017219"/>
              <a:gd name="connsiteX12082" fmla="*/ 2819613 w 5799173"/>
              <a:gd name="connsiteY12082" fmla="*/ 1390849 h 5017219"/>
              <a:gd name="connsiteX12083" fmla="*/ 2818450 w 5799173"/>
              <a:gd name="connsiteY12083" fmla="*/ 1391514 h 5017219"/>
              <a:gd name="connsiteX12084" fmla="*/ 4785154 w 5799173"/>
              <a:gd name="connsiteY12084" fmla="*/ 1923700 h 5017219"/>
              <a:gd name="connsiteX12085" fmla="*/ 4783991 w 5799173"/>
              <a:gd name="connsiteY12085" fmla="*/ 1923035 h 5017219"/>
              <a:gd name="connsiteX12086" fmla="*/ 4774272 w 5799173"/>
              <a:gd name="connsiteY12086" fmla="*/ 1906170 h 5017219"/>
              <a:gd name="connsiteX12087" fmla="*/ 4774272 w 5799173"/>
              <a:gd name="connsiteY12087" fmla="*/ 1904758 h 5017219"/>
              <a:gd name="connsiteX12088" fmla="*/ 4783992 w 5799173"/>
              <a:gd name="connsiteY12088" fmla="*/ 1887893 h 5017219"/>
              <a:gd name="connsiteX12089" fmla="*/ 4785155 w 5799173"/>
              <a:gd name="connsiteY12089" fmla="*/ 1887228 h 5017219"/>
              <a:gd name="connsiteX12090" fmla="*/ 4804595 w 5799173"/>
              <a:gd name="connsiteY12090" fmla="*/ 1887228 h 5017219"/>
              <a:gd name="connsiteX12091" fmla="*/ 4805758 w 5799173"/>
              <a:gd name="connsiteY12091" fmla="*/ 1887893 h 5017219"/>
              <a:gd name="connsiteX12092" fmla="*/ 4815479 w 5799173"/>
              <a:gd name="connsiteY12092" fmla="*/ 1904758 h 5017219"/>
              <a:gd name="connsiteX12093" fmla="*/ 4815479 w 5799173"/>
              <a:gd name="connsiteY12093" fmla="*/ 1906171 h 5017219"/>
              <a:gd name="connsiteX12094" fmla="*/ 4805758 w 5799173"/>
              <a:gd name="connsiteY12094" fmla="*/ 1923035 h 5017219"/>
              <a:gd name="connsiteX12095" fmla="*/ 4804595 w 5799173"/>
              <a:gd name="connsiteY12095" fmla="*/ 1923701 h 5017219"/>
              <a:gd name="connsiteX12096" fmla="*/ 4905527 w 5799173"/>
              <a:gd name="connsiteY12096" fmla="*/ 1955954 h 5017219"/>
              <a:gd name="connsiteX12097" fmla="*/ 4904364 w 5799173"/>
              <a:gd name="connsiteY12097" fmla="*/ 1955289 h 5017219"/>
              <a:gd name="connsiteX12098" fmla="*/ 4894644 w 5799173"/>
              <a:gd name="connsiteY12098" fmla="*/ 1938424 h 5017219"/>
              <a:gd name="connsiteX12099" fmla="*/ 4894644 w 5799173"/>
              <a:gd name="connsiteY12099" fmla="*/ 1937012 h 5017219"/>
              <a:gd name="connsiteX12100" fmla="*/ 4904364 w 5799173"/>
              <a:gd name="connsiteY12100" fmla="*/ 1920147 h 5017219"/>
              <a:gd name="connsiteX12101" fmla="*/ 4905527 w 5799173"/>
              <a:gd name="connsiteY12101" fmla="*/ 1919482 h 5017219"/>
              <a:gd name="connsiteX12102" fmla="*/ 4924968 w 5799173"/>
              <a:gd name="connsiteY12102" fmla="*/ 1919482 h 5017219"/>
              <a:gd name="connsiteX12103" fmla="*/ 4926131 w 5799173"/>
              <a:gd name="connsiteY12103" fmla="*/ 1920147 h 5017219"/>
              <a:gd name="connsiteX12104" fmla="*/ 4935851 w 5799173"/>
              <a:gd name="connsiteY12104" fmla="*/ 1937012 h 5017219"/>
              <a:gd name="connsiteX12105" fmla="*/ 4935851 w 5799173"/>
              <a:gd name="connsiteY12105" fmla="*/ 1938424 h 5017219"/>
              <a:gd name="connsiteX12106" fmla="*/ 4926131 w 5799173"/>
              <a:gd name="connsiteY12106" fmla="*/ 1955289 h 5017219"/>
              <a:gd name="connsiteX12107" fmla="*/ 4924968 w 5799173"/>
              <a:gd name="connsiteY12107" fmla="*/ 1955954 h 5017219"/>
              <a:gd name="connsiteX12108" fmla="*/ 1113711 w 5799173"/>
              <a:gd name="connsiteY12108" fmla="*/ 940044 h 5017219"/>
              <a:gd name="connsiteX12109" fmla="*/ 1112548 w 5799173"/>
              <a:gd name="connsiteY12109" fmla="*/ 939380 h 5017219"/>
              <a:gd name="connsiteX12110" fmla="*/ 1102829 w 5799173"/>
              <a:gd name="connsiteY12110" fmla="*/ 922431 h 5017219"/>
              <a:gd name="connsiteX12111" fmla="*/ 1102828 w 5799173"/>
              <a:gd name="connsiteY12111" fmla="*/ 921019 h 5017219"/>
              <a:gd name="connsiteX12112" fmla="*/ 1112631 w 5799173"/>
              <a:gd name="connsiteY12112" fmla="*/ 904071 h 5017219"/>
              <a:gd name="connsiteX12113" fmla="*/ 1113795 w 5799173"/>
              <a:gd name="connsiteY12113" fmla="*/ 903407 h 5017219"/>
              <a:gd name="connsiteX12114" fmla="*/ 1133318 w 5799173"/>
              <a:gd name="connsiteY12114" fmla="*/ 903407 h 5017219"/>
              <a:gd name="connsiteX12115" fmla="*/ 1134481 w 5799173"/>
              <a:gd name="connsiteY12115" fmla="*/ 904071 h 5017219"/>
              <a:gd name="connsiteX12116" fmla="*/ 1144201 w 5799173"/>
              <a:gd name="connsiteY12116" fmla="*/ 921019 h 5017219"/>
              <a:gd name="connsiteX12117" fmla="*/ 1144201 w 5799173"/>
              <a:gd name="connsiteY12117" fmla="*/ 922431 h 5017219"/>
              <a:gd name="connsiteX12118" fmla="*/ 1134398 w 5799173"/>
              <a:gd name="connsiteY12118" fmla="*/ 939379 h 5017219"/>
              <a:gd name="connsiteX12119" fmla="*/ 1133235 w 5799173"/>
              <a:gd name="connsiteY12119" fmla="*/ 940044 h 5017219"/>
              <a:gd name="connsiteX12120" fmla="*/ 2618367 w 5799173"/>
              <a:gd name="connsiteY12120" fmla="*/ 1343215 h 5017219"/>
              <a:gd name="connsiteX12121" fmla="*/ 2617204 w 5799173"/>
              <a:gd name="connsiteY12121" fmla="*/ 1342551 h 5017219"/>
              <a:gd name="connsiteX12122" fmla="*/ 2607484 w 5799173"/>
              <a:gd name="connsiteY12122" fmla="*/ 1325602 h 5017219"/>
              <a:gd name="connsiteX12123" fmla="*/ 2607484 w 5799173"/>
              <a:gd name="connsiteY12123" fmla="*/ 1324190 h 5017219"/>
              <a:gd name="connsiteX12124" fmla="*/ 2617287 w 5799173"/>
              <a:gd name="connsiteY12124" fmla="*/ 1307243 h 5017219"/>
              <a:gd name="connsiteX12125" fmla="*/ 2618450 w 5799173"/>
              <a:gd name="connsiteY12125" fmla="*/ 1306577 h 5017219"/>
              <a:gd name="connsiteX12126" fmla="*/ 2637974 w 5799173"/>
              <a:gd name="connsiteY12126" fmla="*/ 1306578 h 5017219"/>
              <a:gd name="connsiteX12127" fmla="*/ 2639137 w 5799173"/>
              <a:gd name="connsiteY12127" fmla="*/ 1307242 h 5017219"/>
              <a:gd name="connsiteX12128" fmla="*/ 2648857 w 5799173"/>
              <a:gd name="connsiteY12128" fmla="*/ 1324191 h 5017219"/>
              <a:gd name="connsiteX12129" fmla="*/ 2648857 w 5799173"/>
              <a:gd name="connsiteY12129" fmla="*/ 1325603 h 5017219"/>
              <a:gd name="connsiteX12130" fmla="*/ 2639054 w 5799173"/>
              <a:gd name="connsiteY12130" fmla="*/ 1342550 h 5017219"/>
              <a:gd name="connsiteX12131" fmla="*/ 2637891 w 5799173"/>
              <a:gd name="connsiteY12131" fmla="*/ 1343216 h 5017219"/>
              <a:gd name="connsiteX12132" fmla="*/ 3039671 w 5799173"/>
              <a:gd name="connsiteY12132" fmla="*/ 1456187 h 5017219"/>
              <a:gd name="connsiteX12133" fmla="*/ 3038508 w 5799173"/>
              <a:gd name="connsiteY12133" fmla="*/ 1455523 h 5017219"/>
              <a:gd name="connsiteX12134" fmla="*/ 3028704 w 5799173"/>
              <a:gd name="connsiteY12134" fmla="*/ 1438492 h 5017219"/>
              <a:gd name="connsiteX12135" fmla="*/ 3028705 w 5799173"/>
              <a:gd name="connsiteY12135" fmla="*/ 1437079 h 5017219"/>
              <a:gd name="connsiteX12136" fmla="*/ 3038508 w 5799173"/>
              <a:gd name="connsiteY12136" fmla="*/ 1420047 h 5017219"/>
              <a:gd name="connsiteX12137" fmla="*/ 3039671 w 5799173"/>
              <a:gd name="connsiteY12137" fmla="*/ 1419383 h 5017219"/>
              <a:gd name="connsiteX12138" fmla="*/ 3059278 w 5799173"/>
              <a:gd name="connsiteY12138" fmla="*/ 1419382 h 5017219"/>
              <a:gd name="connsiteX12139" fmla="*/ 3060441 w 5799173"/>
              <a:gd name="connsiteY12139" fmla="*/ 1420048 h 5017219"/>
              <a:gd name="connsiteX12140" fmla="*/ 3070245 w 5799173"/>
              <a:gd name="connsiteY12140" fmla="*/ 1437079 h 5017219"/>
              <a:gd name="connsiteX12141" fmla="*/ 3070244 w 5799173"/>
              <a:gd name="connsiteY12141" fmla="*/ 1438491 h 5017219"/>
              <a:gd name="connsiteX12142" fmla="*/ 3060441 w 5799173"/>
              <a:gd name="connsiteY12142" fmla="*/ 1455523 h 5017219"/>
              <a:gd name="connsiteX12143" fmla="*/ 3059277 w 5799173"/>
              <a:gd name="connsiteY12143" fmla="*/ 1456186 h 5017219"/>
              <a:gd name="connsiteX12144" fmla="*/ 3099857 w 5799173"/>
              <a:gd name="connsiteY12144" fmla="*/ 1472314 h 5017219"/>
              <a:gd name="connsiteX12145" fmla="*/ 3098693 w 5799173"/>
              <a:gd name="connsiteY12145" fmla="*/ 1471649 h 5017219"/>
              <a:gd name="connsiteX12146" fmla="*/ 3088890 w 5799173"/>
              <a:gd name="connsiteY12146" fmla="*/ 1454618 h 5017219"/>
              <a:gd name="connsiteX12147" fmla="*/ 3088891 w 5799173"/>
              <a:gd name="connsiteY12147" fmla="*/ 1453205 h 5017219"/>
              <a:gd name="connsiteX12148" fmla="*/ 3098694 w 5799173"/>
              <a:gd name="connsiteY12148" fmla="*/ 1436174 h 5017219"/>
              <a:gd name="connsiteX12149" fmla="*/ 3099857 w 5799173"/>
              <a:gd name="connsiteY12149" fmla="*/ 1435510 h 5017219"/>
              <a:gd name="connsiteX12150" fmla="*/ 3119463 w 5799173"/>
              <a:gd name="connsiteY12150" fmla="*/ 1435509 h 5017219"/>
              <a:gd name="connsiteX12151" fmla="*/ 3120626 w 5799173"/>
              <a:gd name="connsiteY12151" fmla="*/ 1436174 h 5017219"/>
              <a:gd name="connsiteX12152" fmla="*/ 3130430 w 5799173"/>
              <a:gd name="connsiteY12152" fmla="*/ 1453206 h 5017219"/>
              <a:gd name="connsiteX12153" fmla="*/ 3130430 w 5799173"/>
              <a:gd name="connsiteY12153" fmla="*/ 1454618 h 5017219"/>
              <a:gd name="connsiteX12154" fmla="*/ 3120627 w 5799173"/>
              <a:gd name="connsiteY12154" fmla="*/ 1471650 h 5017219"/>
              <a:gd name="connsiteX12155" fmla="*/ 3119463 w 5799173"/>
              <a:gd name="connsiteY12155" fmla="*/ 1472313 h 5017219"/>
              <a:gd name="connsiteX12156" fmla="*/ 4965630 w 5799173"/>
              <a:gd name="connsiteY12156" fmla="*/ 1972246 h 5017219"/>
              <a:gd name="connsiteX12157" fmla="*/ 4964467 w 5799173"/>
              <a:gd name="connsiteY12157" fmla="*/ 1971582 h 5017219"/>
              <a:gd name="connsiteX12158" fmla="*/ 4954664 w 5799173"/>
              <a:gd name="connsiteY12158" fmla="*/ 1954551 h 5017219"/>
              <a:gd name="connsiteX12159" fmla="*/ 4954664 w 5799173"/>
              <a:gd name="connsiteY12159" fmla="*/ 1953138 h 5017219"/>
              <a:gd name="connsiteX12160" fmla="*/ 4964467 w 5799173"/>
              <a:gd name="connsiteY12160" fmla="*/ 1936107 h 5017219"/>
              <a:gd name="connsiteX12161" fmla="*/ 4965630 w 5799173"/>
              <a:gd name="connsiteY12161" fmla="*/ 1935442 h 5017219"/>
              <a:gd name="connsiteX12162" fmla="*/ 4985237 w 5799173"/>
              <a:gd name="connsiteY12162" fmla="*/ 1935442 h 5017219"/>
              <a:gd name="connsiteX12163" fmla="*/ 4986400 w 5799173"/>
              <a:gd name="connsiteY12163" fmla="*/ 1936107 h 5017219"/>
              <a:gd name="connsiteX12164" fmla="*/ 4996204 w 5799173"/>
              <a:gd name="connsiteY12164" fmla="*/ 1953138 h 5017219"/>
              <a:gd name="connsiteX12165" fmla="*/ 4996204 w 5799173"/>
              <a:gd name="connsiteY12165" fmla="*/ 1954551 h 5017219"/>
              <a:gd name="connsiteX12166" fmla="*/ 4986400 w 5799173"/>
              <a:gd name="connsiteY12166" fmla="*/ 1971582 h 5017219"/>
              <a:gd name="connsiteX12167" fmla="*/ 4985237 w 5799173"/>
              <a:gd name="connsiteY12167" fmla="*/ 1972246 h 5017219"/>
              <a:gd name="connsiteX12168" fmla="*/ 4845154 w 5799173"/>
              <a:gd name="connsiteY12168" fmla="*/ 1940145 h 5017219"/>
              <a:gd name="connsiteX12169" fmla="*/ 4843991 w 5799173"/>
              <a:gd name="connsiteY12169" fmla="*/ 1939482 h 5017219"/>
              <a:gd name="connsiteX12170" fmla="*/ 4834106 w 5799173"/>
              <a:gd name="connsiteY12170" fmla="*/ 1922366 h 5017219"/>
              <a:gd name="connsiteX12171" fmla="*/ 4834105 w 5799173"/>
              <a:gd name="connsiteY12171" fmla="*/ 1920955 h 5017219"/>
              <a:gd name="connsiteX12172" fmla="*/ 4843991 w 5799173"/>
              <a:gd name="connsiteY12172" fmla="*/ 1903840 h 5017219"/>
              <a:gd name="connsiteX12173" fmla="*/ 4845154 w 5799173"/>
              <a:gd name="connsiteY12173" fmla="*/ 1903176 h 5017219"/>
              <a:gd name="connsiteX12174" fmla="*/ 4864844 w 5799173"/>
              <a:gd name="connsiteY12174" fmla="*/ 1903176 h 5017219"/>
              <a:gd name="connsiteX12175" fmla="*/ 4866007 w 5799173"/>
              <a:gd name="connsiteY12175" fmla="*/ 1903839 h 5017219"/>
              <a:gd name="connsiteX12176" fmla="*/ 4875894 w 5799173"/>
              <a:gd name="connsiteY12176" fmla="*/ 1920955 h 5017219"/>
              <a:gd name="connsiteX12177" fmla="*/ 4875894 w 5799173"/>
              <a:gd name="connsiteY12177" fmla="*/ 1922367 h 5017219"/>
              <a:gd name="connsiteX12178" fmla="*/ 4866007 w 5799173"/>
              <a:gd name="connsiteY12178" fmla="*/ 1939481 h 5017219"/>
              <a:gd name="connsiteX12179" fmla="*/ 4864844 w 5799173"/>
              <a:gd name="connsiteY12179" fmla="*/ 1940146 h 5017219"/>
              <a:gd name="connsiteX12180" fmla="*/ 4664594 w 5799173"/>
              <a:gd name="connsiteY12180" fmla="*/ 1891868 h 5017219"/>
              <a:gd name="connsiteX12181" fmla="*/ 4663347 w 5799173"/>
              <a:gd name="connsiteY12181" fmla="*/ 1891204 h 5017219"/>
              <a:gd name="connsiteX12182" fmla="*/ 4653461 w 5799173"/>
              <a:gd name="connsiteY12182" fmla="*/ 1874007 h 5017219"/>
              <a:gd name="connsiteX12183" fmla="*/ 4653461 w 5799173"/>
              <a:gd name="connsiteY12183" fmla="*/ 1872595 h 5017219"/>
              <a:gd name="connsiteX12184" fmla="*/ 4663347 w 5799173"/>
              <a:gd name="connsiteY12184" fmla="*/ 1855397 h 5017219"/>
              <a:gd name="connsiteX12185" fmla="*/ 4664594 w 5799173"/>
              <a:gd name="connsiteY12185" fmla="*/ 1854733 h 5017219"/>
              <a:gd name="connsiteX12186" fmla="*/ 4684450 w 5799173"/>
              <a:gd name="connsiteY12186" fmla="*/ 1854733 h 5017219"/>
              <a:gd name="connsiteX12187" fmla="*/ 4685696 w 5799173"/>
              <a:gd name="connsiteY12187" fmla="*/ 1855398 h 5017219"/>
              <a:gd name="connsiteX12188" fmla="*/ 4695582 w 5799173"/>
              <a:gd name="connsiteY12188" fmla="*/ 1872594 h 5017219"/>
              <a:gd name="connsiteX12189" fmla="*/ 4695582 w 5799173"/>
              <a:gd name="connsiteY12189" fmla="*/ 1874007 h 5017219"/>
              <a:gd name="connsiteX12190" fmla="*/ 4685696 w 5799173"/>
              <a:gd name="connsiteY12190" fmla="*/ 1891205 h 5017219"/>
              <a:gd name="connsiteX12191" fmla="*/ 4684450 w 5799173"/>
              <a:gd name="connsiteY12191" fmla="*/ 1891869 h 5017219"/>
              <a:gd name="connsiteX12192" fmla="*/ 1173711 w 5799173"/>
              <a:gd name="connsiteY12192" fmla="*/ 956583 h 5017219"/>
              <a:gd name="connsiteX12193" fmla="*/ 1172465 w 5799173"/>
              <a:gd name="connsiteY12193" fmla="*/ 955920 h 5017219"/>
              <a:gd name="connsiteX12194" fmla="*/ 1162495 w 5799173"/>
              <a:gd name="connsiteY12194" fmla="*/ 938639 h 5017219"/>
              <a:gd name="connsiteX12195" fmla="*/ 1162494 w 5799173"/>
              <a:gd name="connsiteY12195" fmla="*/ 937226 h 5017219"/>
              <a:gd name="connsiteX12196" fmla="*/ 1172465 w 5799173"/>
              <a:gd name="connsiteY12196" fmla="*/ 919946 h 5017219"/>
              <a:gd name="connsiteX12197" fmla="*/ 1173710 w 5799173"/>
              <a:gd name="connsiteY12197" fmla="*/ 919281 h 5017219"/>
              <a:gd name="connsiteX12198" fmla="*/ 1193650 w 5799173"/>
              <a:gd name="connsiteY12198" fmla="*/ 919281 h 5017219"/>
              <a:gd name="connsiteX12199" fmla="*/ 1194896 w 5799173"/>
              <a:gd name="connsiteY12199" fmla="*/ 919946 h 5017219"/>
              <a:gd name="connsiteX12200" fmla="*/ 1204865 w 5799173"/>
              <a:gd name="connsiteY12200" fmla="*/ 937226 h 5017219"/>
              <a:gd name="connsiteX12201" fmla="*/ 1204864 w 5799173"/>
              <a:gd name="connsiteY12201" fmla="*/ 938639 h 5017219"/>
              <a:gd name="connsiteX12202" fmla="*/ 1194895 w 5799173"/>
              <a:gd name="connsiteY12202" fmla="*/ 955919 h 5017219"/>
              <a:gd name="connsiteX12203" fmla="*/ 1193650 w 5799173"/>
              <a:gd name="connsiteY12203" fmla="*/ 956583 h 5017219"/>
              <a:gd name="connsiteX12204" fmla="*/ 1233897 w 5799173"/>
              <a:gd name="connsiteY12204" fmla="*/ 972710 h 5017219"/>
              <a:gd name="connsiteX12205" fmla="*/ 1232650 w 5799173"/>
              <a:gd name="connsiteY12205" fmla="*/ 972046 h 5017219"/>
              <a:gd name="connsiteX12206" fmla="*/ 1222681 w 5799173"/>
              <a:gd name="connsiteY12206" fmla="*/ 954766 h 5017219"/>
              <a:gd name="connsiteX12207" fmla="*/ 1222680 w 5799173"/>
              <a:gd name="connsiteY12207" fmla="*/ 953353 h 5017219"/>
              <a:gd name="connsiteX12208" fmla="*/ 1232650 w 5799173"/>
              <a:gd name="connsiteY12208" fmla="*/ 936073 h 5017219"/>
              <a:gd name="connsiteX12209" fmla="*/ 1233897 w 5799173"/>
              <a:gd name="connsiteY12209" fmla="*/ 935408 h 5017219"/>
              <a:gd name="connsiteX12210" fmla="*/ 1253835 w 5799173"/>
              <a:gd name="connsiteY12210" fmla="*/ 935408 h 5017219"/>
              <a:gd name="connsiteX12211" fmla="*/ 1255081 w 5799173"/>
              <a:gd name="connsiteY12211" fmla="*/ 936073 h 5017219"/>
              <a:gd name="connsiteX12212" fmla="*/ 1265050 w 5799173"/>
              <a:gd name="connsiteY12212" fmla="*/ 953353 h 5017219"/>
              <a:gd name="connsiteX12213" fmla="*/ 1265050 w 5799173"/>
              <a:gd name="connsiteY12213" fmla="*/ 954766 h 5017219"/>
              <a:gd name="connsiteX12214" fmla="*/ 1255081 w 5799173"/>
              <a:gd name="connsiteY12214" fmla="*/ 972046 h 5017219"/>
              <a:gd name="connsiteX12215" fmla="*/ 1253835 w 5799173"/>
              <a:gd name="connsiteY12215" fmla="*/ 972710 h 5017219"/>
              <a:gd name="connsiteX12216" fmla="*/ 2979296 w 5799173"/>
              <a:gd name="connsiteY12216" fmla="*/ 1440389 h 5017219"/>
              <a:gd name="connsiteX12217" fmla="*/ 2978050 w 5799173"/>
              <a:gd name="connsiteY12217" fmla="*/ 1439725 h 5017219"/>
              <a:gd name="connsiteX12218" fmla="*/ 2968081 w 5799173"/>
              <a:gd name="connsiteY12218" fmla="*/ 1422445 h 5017219"/>
              <a:gd name="connsiteX12219" fmla="*/ 2968081 w 5799173"/>
              <a:gd name="connsiteY12219" fmla="*/ 1421032 h 5017219"/>
              <a:gd name="connsiteX12220" fmla="*/ 2978050 w 5799173"/>
              <a:gd name="connsiteY12220" fmla="*/ 1403752 h 5017219"/>
              <a:gd name="connsiteX12221" fmla="*/ 2979296 w 5799173"/>
              <a:gd name="connsiteY12221" fmla="*/ 1403087 h 5017219"/>
              <a:gd name="connsiteX12222" fmla="*/ 2999236 w 5799173"/>
              <a:gd name="connsiteY12222" fmla="*/ 1403087 h 5017219"/>
              <a:gd name="connsiteX12223" fmla="*/ 3000482 w 5799173"/>
              <a:gd name="connsiteY12223" fmla="*/ 1403752 h 5017219"/>
              <a:gd name="connsiteX12224" fmla="*/ 3010451 w 5799173"/>
              <a:gd name="connsiteY12224" fmla="*/ 1421032 h 5017219"/>
              <a:gd name="connsiteX12225" fmla="*/ 3010451 w 5799173"/>
              <a:gd name="connsiteY12225" fmla="*/ 1422445 h 5017219"/>
              <a:gd name="connsiteX12226" fmla="*/ 3000482 w 5799173"/>
              <a:gd name="connsiteY12226" fmla="*/ 1439725 h 5017219"/>
              <a:gd name="connsiteX12227" fmla="*/ 2999236 w 5799173"/>
              <a:gd name="connsiteY12227" fmla="*/ 1440389 h 5017219"/>
              <a:gd name="connsiteX12228" fmla="*/ 1294022 w 5799173"/>
              <a:gd name="connsiteY12228" fmla="*/ 988923 h 5017219"/>
              <a:gd name="connsiteX12229" fmla="*/ 1292776 w 5799173"/>
              <a:gd name="connsiteY12229" fmla="*/ 988175 h 5017219"/>
              <a:gd name="connsiteX12230" fmla="*/ 1282806 w 5799173"/>
              <a:gd name="connsiteY12230" fmla="*/ 970812 h 5017219"/>
              <a:gd name="connsiteX12231" fmla="*/ 1282806 w 5799173"/>
              <a:gd name="connsiteY12231" fmla="*/ 969399 h 5017219"/>
              <a:gd name="connsiteX12232" fmla="*/ 1292859 w 5799173"/>
              <a:gd name="connsiteY12232" fmla="*/ 952036 h 5017219"/>
              <a:gd name="connsiteX12233" fmla="*/ 1294105 w 5799173"/>
              <a:gd name="connsiteY12233" fmla="*/ 951288 h 5017219"/>
              <a:gd name="connsiteX12234" fmla="*/ 1314127 w 5799173"/>
              <a:gd name="connsiteY12234" fmla="*/ 951288 h 5017219"/>
              <a:gd name="connsiteX12235" fmla="*/ 1315373 w 5799173"/>
              <a:gd name="connsiteY12235" fmla="*/ 952036 h 5017219"/>
              <a:gd name="connsiteX12236" fmla="*/ 1325343 w 5799173"/>
              <a:gd name="connsiteY12236" fmla="*/ 969399 h 5017219"/>
              <a:gd name="connsiteX12237" fmla="*/ 1325343 w 5799173"/>
              <a:gd name="connsiteY12237" fmla="*/ 970812 h 5017219"/>
              <a:gd name="connsiteX12238" fmla="*/ 1315290 w 5799173"/>
              <a:gd name="connsiteY12238" fmla="*/ 988175 h 5017219"/>
              <a:gd name="connsiteX12239" fmla="*/ 1314044 w 5799173"/>
              <a:gd name="connsiteY12239" fmla="*/ 988923 h 5017219"/>
              <a:gd name="connsiteX12240" fmla="*/ 2317188 w 5799173"/>
              <a:gd name="connsiteY12240" fmla="*/ 1263079 h 5017219"/>
              <a:gd name="connsiteX12241" fmla="*/ 2315941 w 5799173"/>
              <a:gd name="connsiteY12241" fmla="*/ 1262331 h 5017219"/>
              <a:gd name="connsiteX12242" fmla="*/ 2305971 w 5799173"/>
              <a:gd name="connsiteY12242" fmla="*/ 1244968 h 5017219"/>
              <a:gd name="connsiteX12243" fmla="*/ 2305972 w 5799173"/>
              <a:gd name="connsiteY12243" fmla="*/ 1243555 h 5017219"/>
              <a:gd name="connsiteX12244" fmla="*/ 2316025 w 5799173"/>
              <a:gd name="connsiteY12244" fmla="*/ 1226193 h 5017219"/>
              <a:gd name="connsiteX12245" fmla="*/ 2317271 w 5799173"/>
              <a:gd name="connsiteY12245" fmla="*/ 1225445 h 5017219"/>
              <a:gd name="connsiteX12246" fmla="*/ 2337292 w 5799173"/>
              <a:gd name="connsiteY12246" fmla="*/ 1225445 h 5017219"/>
              <a:gd name="connsiteX12247" fmla="*/ 2338539 w 5799173"/>
              <a:gd name="connsiteY12247" fmla="*/ 1226193 h 5017219"/>
              <a:gd name="connsiteX12248" fmla="*/ 2348509 w 5799173"/>
              <a:gd name="connsiteY12248" fmla="*/ 1243556 h 5017219"/>
              <a:gd name="connsiteX12249" fmla="*/ 2348508 w 5799173"/>
              <a:gd name="connsiteY12249" fmla="*/ 1244968 h 5017219"/>
              <a:gd name="connsiteX12250" fmla="*/ 2338455 w 5799173"/>
              <a:gd name="connsiteY12250" fmla="*/ 1262331 h 5017219"/>
              <a:gd name="connsiteX12251" fmla="*/ 2337209 w 5799173"/>
              <a:gd name="connsiteY12251" fmla="*/ 1263079 h 5017219"/>
              <a:gd name="connsiteX12252" fmla="*/ 2678305 w 5799173"/>
              <a:gd name="connsiteY12252" fmla="*/ 1359841 h 5017219"/>
              <a:gd name="connsiteX12253" fmla="*/ 2677058 w 5799173"/>
              <a:gd name="connsiteY12253" fmla="*/ 1359092 h 5017219"/>
              <a:gd name="connsiteX12254" fmla="*/ 2667089 w 5799173"/>
              <a:gd name="connsiteY12254" fmla="*/ 1341729 h 5017219"/>
              <a:gd name="connsiteX12255" fmla="*/ 2667089 w 5799173"/>
              <a:gd name="connsiteY12255" fmla="*/ 1340316 h 5017219"/>
              <a:gd name="connsiteX12256" fmla="*/ 2677141 w 5799173"/>
              <a:gd name="connsiteY12256" fmla="*/ 1322953 h 5017219"/>
              <a:gd name="connsiteX12257" fmla="*/ 2678388 w 5799173"/>
              <a:gd name="connsiteY12257" fmla="*/ 1322206 h 5017219"/>
              <a:gd name="connsiteX12258" fmla="*/ 2698409 w 5799173"/>
              <a:gd name="connsiteY12258" fmla="*/ 1322206 h 5017219"/>
              <a:gd name="connsiteX12259" fmla="*/ 2699656 w 5799173"/>
              <a:gd name="connsiteY12259" fmla="*/ 1322954 h 5017219"/>
              <a:gd name="connsiteX12260" fmla="*/ 2709625 w 5799173"/>
              <a:gd name="connsiteY12260" fmla="*/ 1340316 h 5017219"/>
              <a:gd name="connsiteX12261" fmla="*/ 2709624 w 5799173"/>
              <a:gd name="connsiteY12261" fmla="*/ 1341730 h 5017219"/>
              <a:gd name="connsiteX12262" fmla="*/ 2699573 w 5799173"/>
              <a:gd name="connsiteY12262" fmla="*/ 1359093 h 5017219"/>
              <a:gd name="connsiteX12263" fmla="*/ 2698327 w 5799173"/>
              <a:gd name="connsiteY12263" fmla="*/ 1359841 h 5017219"/>
              <a:gd name="connsiteX12264" fmla="*/ 3761657 w 5799173"/>
              <a:gd name="connsiteY12264" fmla="*/ 1650124 h 5017219"/>
              <a:gd name="connsiteX12265" fmla="*/ 3760411 w 5799173"/>
              <a:gd name="connsiteY12265" fmla="*/ 1649376 h 5017219"/>
              <a:gd name="connsiteX12266" fmla="*/ 3750441 w 5799173"/>
              <a:gd name="connsiteY12266" fmla="*/ 1632013 h 5017219"/>
              <a:gd name="connsiteX12267" fmla="*/ 3750441 w 5799173"/>
              <a:gd name="connsiteY12267" fmla="*/ 1630600 h 5017219"/>
              <a:gd name="connsiteX12268" fmla="*/ 3760493 w 5799173"/>
              <a:gd name="connsiteY12268" fmla="*/ 1613237 h 5017219"/>
              <a:gd name="connsiteX12269" fmla="*/ 3761740 w 5799173"/>
              <a:gd name="connsiteY12269" fmla="*/ 1612489 h 5017219"/>
              <a:gd name="connsiteX12270" fmla="*/ 3781762 w 5799173"/>
              <a:gd name="connsiteY12270" fmla="*/ 1612489 h 5017219"/>
              <a:gd name="connsiteX12271" fmla="*/ 3783008 w 5799173"/>
              <a:gd name="connsiteY12271" fmla="*/ 1613237 h 5017219"/>
              <a:gd name="connsiteX12272" fmla="*/ 3792977 w 5799173"/>
              <a:gd name="connsiteY12272" fmla="*/ 1630600 h 5017219"/>
              <a:gd name="connsiteX12273" fmla="*/ 3792977 w 5799173"/>
              <a:gd name="connsiteY12273" fmla="*/ 1632013 h 5017219"/>
              <a:gd name="connsiteX12274" fmla="*/ 3782925 w 5799173"/>
              <a:gd name="connsiteY12274" fmla="*/ 1649376 h 5017219"/>
              <a:gd name="connsiteX12275" fmla="*/ 3781679 w 5799173"/>
              <a:gd name="connsiteY12275" fmla="*/ 1650124 h 5017219"/>
              <a:gd name="connsiteX12276" fmla="*/ 3701471 w 5799173"/>
              <a:gd name="connsiteY12276" fmla="*/ 1634081 h 5017219"/>
              <a:gd name="connsiteX12277" fmla="*/ 3700225 w 5799173"/>
              <a:gd name="connsiteY12277" fmla="*/ 1633333 h 5017219"/>
              <a:gd name="connsiteX12278" fmla="*/ 3690172 w 5799173"/>
              <a:gd name="connsiteY12278" fmla="*/ 1615887 h 5017219"/>
              <a:gd name="connsiteX12279" fmla="*/ 3690172 w 5799173"/>
              <a:gd name="connsiteY12279" fmla="*/ 1614474 h 5017219"/>
              <a:gd name="connsiteX12280" fmla="*/ 3700225 w 5799173"/>
              <a:gd name="connsiteY12280" fmla="*/ 1597028 h 5017219"/>
              <a:gd name="connsiteX12281" fmla="*/ 3701471 w 5799173"/>
              <a:gd name="connsiteY12281" fmla="*/ 1596280 h 5017219"/>
              <a:gd name="connsiteX12282" fmla="*/ 3721576 w 5799173"/>
              <a:gd name="connsiteY12282" fmla="*/ 1596280 h 5017219"/>
              <a:gd name="connsiteX12283" fmla="*/ 3722822 w 5799173"/>
              <a:gd name="connsiteY12283" fmla="*/ 1597028 h 5017219"/>
              <a:gd name="connsiteX12284" fmla="*/ 3732875 w 5799173"/>
              <a:gd name="connsiteY12284" fmla="*/ 1614474 h 5017219"/>
              <a:gd name="connsiteX12285" fmla="*/ 3732875 w 5799173"/>
              <a:gd name="connsiteY12285" fmla="*/ 1615887 h 5017219"/>
              <a:gd name="connsiteX12286" fmla="*/ 3722822 w 5799173"/>
              <a:gd name="connsiteY12286" fmla="*/ 1633333 h 5017219"/>
              <a:gd name="connsiteX12287" fmla="*/ 3721576 w 5799173"/>
              <a:gd name="connsiteY12287" fmla="*/ 1634081 h 5017219"/>
              <a:gd name="connsiteX12288" fmla="*/ 1775428 w 5799173"/>
              <a:gd name="connsiteY12288" fmla="*/ 1118105 h 5017219"/>
              <a:gd name="connsiteX12289" fmla="*/ 1774183 w 5799173"/>
              <a:gd name="connsiteY12289" fmla="*/ 1117358 h 5017219"/>
              <a:gd name="connsiteX12290" fmla="*/ 1764046 w 5799173"/>
              <a:gd name="connsiteY12290" fmla="*/ 1099828 h 5017219"/>
              <a:gd name="connsiteX12291" fmla="*/ 1764046 w 5799173"/>
              <a:gd name="connsiteY12291" fmla="*/ 1098416 h 5017219"/>
              <a:gd name="connsiteX12292" fmla="*/ 1774182 w 5799173"/>
              <a:gd name="connsiteY12292" fmla="*/ 1080886 h 5017219"/>
              <a:gd name="connsiteX12293" fmla="*/ 1775428 w 5799173"/>
              <a:gd name="connsiteY12293" fmla="*/ 1080138 h 5017219"/>
              <a:gd name="connsiteX12294" fmla="*/ 1795700 w 5799173"/>
              <a:gd name="connsiteY12294" fmla="*/ 1080138 h 5017219"/>
              <a:gd name="connsiteX12295" fmla="*/ 1796946 w 5799173"/>
              <a:gd name="connsiteY12295" fmla="*/ 1080886 h 5017219"/>
              <a:gd name="connsiteX12296" fmla="*/ 1807081 w 5799173"/>
              <a:gd name="connsiteY12296" fmla="*/ 1098416 h 5017219"/>
              <a:gd name="connsiteX12297" fmla="*/ 1807081 w 5799173"/>
              <a:gd name="connsiteY12297" fmla="*/ 1099828 h 5017219"/>
              <a:gd name="connsiteX12298" fmla="*/ 1796945 w 5799173"/>
              <a:gd name="connsiteY12298" fmla="*/ 1117358 h 5017219"/>
              <a:gd name="connsiteX12299" fmla="*/ 1795700 w 5799173"/>
              <a:gd name="connsiteY12299" fmla="*/ 1118105 h 5017219"/>
              <a:gd name="connsiteX12300" fmla="*/ 2858781 w 5799173"/>
              <a:gd name="connsiteY12300" fmla="*/ 1408388 h 5017219"/>
              <a:gd name="connsiteX12301" fmla="*/ 2857535 w 5799173"/>
              <a:gd name="connsiteY12301" fmla="*/ 1407641 h 5017219"/>
              <a:gd name="connsiteX12302" fmla="*/ 2847399 w 5799173"/>
              <a:gd name="connsiteY12302" fmla="*/ 1390111 h 5017219"/>
              <a:gd name="connsiteX12303" fmla="*/ 2847399 w 5799173"/>
              <a:gd name="connsiteY12303" fmla="*/ 1388699 h 5017219"/>
              <a:gd name="connsiteX12304" fmla="*/ 2857535 w 5799173"/>
              <a:gd name="connsiteY12304" fmla="*/ 1371169 h 5017219"/>
              <a:gd name="connsiteX12305" fmla="*/ 2858781 w 5799173"/>
              <a:gd name="connsiteY12305" fmla="*/ 1370421 h 5017219"/>
              <a:gd name="connsiteX12306" fmla="*/ 2879052 w 5799173"/>
              <a:gd name="connsiteY12306" fmla="*/ 1370421 h 5017219"/>
              <a:gd name="connsiteX12307" fmla="*/ 2880298 w 5799173"/>
              <a:gd name="connsiteY12307" fmla="*/ 1371169 h 5017219"/>
              <a:gd name="connsiteX12308" fmla="*/ 2890434 w 5799173"/>
              <a:gd name="connsiteY12308" fmla="*/ 1388699 h 5017219"/>
              <a:gd name="connsiteX12309" fmla="*/ 2890434 w 5799173"/>
              <a:gd name="connsiteY12309" fmla="*/ 1390111 h 5017219"/>
              <a:gd name="connsiteX12310" fmla="*/ 2880298 w 5799173"/>
              <a:gd name="connsiteY12310" fmla="*/ 1407641 h 5017219"/>
              <a:gd name="connsiteX12311" fmla="*/ 2879052 w 5799173"/>
              <a:gd name="connsiteY12311" fmla="*/ 1408388 h 5017219"/>
              <a:gd name="connsiteX12312" fmla="*/ 3581015 w 5799173"/>
              <a:gd name="connsiteY12312" fmla="*/ 1601910 h 5017219"/>
              <a:gd name="connsiteX12313" fmla="*/ 3579770 w 5799173"/>
              <a:gd name="connsiteY12313" fmla="*/ 1601163 h 5017219"/>
              <a:gd name="connsiteX12314" fmla="*/ 3569633 w 5799173"/>
              <a:gd name="connsiteY12314" fmla="*/ 1583633 h 5017219"/>
              <a:gd name="connsiteX12315" fmla="*/ 3569633 w 5799173"/>
              <a:gd name="connsiteY12315" fmla="*/ 1582221 h 5017219"/>
              <a:gd name="connsiteX12316" fmla="*/ 3579769 w 5799173"/>
              <a:gd name="connsiteY12316" fmla="*/ 1564691 h 5017219"/>
              <a:gd name="connsiteX12317" fmla="*/ 3581015 w 5799173"/>
              <a:gd name="connsiteY12317" fmla="*/ 1563943 h 5017219"/>
              <a:gd name="connsiteX12318" fmla="*/ 3601286 w 5799173"/>
              <a:gd name="connsiteY12318" fmla="*/ 1563943 h 5017219"/>
              <a:gd name="connsiteX12319" fmla="*/ 3602532 w 5799173"/>
              <a:gd name="connsiteY12319" fmla="*/ 1564691 h 5017219"/>
              <a:gd name="connsiteX12320" fmla="*/ 3612668 w 5799173"/>
              <a:gd name="connsiteY12320" fmla="*/ 1582221 h 5017219"/>
              <a:gd name="connsiteX12321" fmla="*/ 3612668 w 5799173"/>
              <a:gd name="connsiteY12321" fmla="*/ 1583633 h 5017219"/>
              <a:gd name="connsiteX12322" fmla="*/ 3602532 w 5799173"/>
              <a:gd name="connsiteY12322" fmla="*/ 1601163 h 5017219"/>
              <a:gd name="connsiteX12323" fmla="*/ 3601286 w 5799173"/>
              <a:gd name="connsiteY12323" fmla="*/ 1601911 h 5017219"/>
              <a:gd name="connsiteX12324" fmla="*/ 3942050 w 5799173"/>
              <a:gd name="connsiteY12324" fmla="*/ 1698753 h 5017219"/>
              <a:gd name="connsiteX12325" fmla="*/ 3940804 w 5799173"/>
              <a:gd name="connsiteY12325" fmla="*/ 1698006 h 5017219"/>
              <a:gd name="connsiteX12326" fmla="*/ 3930668 w 5799173"/>
              <a:gd name="connsiteY12326" fmla="*/ 1680393 h 5017219"/>
              <a:gd name="connsiteX12327" fmla="*/ 3930668 w 5799173"/>
              <a:gd name="connsiteY12327" fmla="*/ 1678980 h 5017219"/>
              <a:gd name="connsiteX12328" fmla="*/ 3940887 w 5799173"/>
              <a:gd name="connsiteY12328" fmla="*/ 1661368 h 5017219"/>
              <a:gd name="connsiteX12329" fmla="*/ 3942133 w 5799173"/>
              <a:gd name="connsiteY12329" fmla="*/ 1660621 h 5017219"/>
              <a:gd name="connsiteX12330" fmla="*/ 3962487 w 5799173"/>
              <a:gd name="connsiteY12330" fmla="*/ 1660621 h 5017219"/>
              <a:gd name="connsiteX12331" fmla="*/ 3963734 w 5799173"/>
              <a:gd name="connsiteY12331" fmla="*/ 1661367 h 5017219"/>
              <a:gd name="connsiteX12332" fmla="*/ 3973869 w 5799173"/>
              <a:gd name="connsiteY12332" fmla="*/ 1678981 h 5017219"/>
              <a:gd name="connsiteX12333" fmla="*/ 3973869 w 5799173"/>
              <a:gd name="connsiteY12333" fmla="*/ 1680394 h 5017219"/>
              <a:gd name="connsiteX12334" fmla="*/ 3963650 w 5799173"/>
              <a:gd name="connsiteY12334" fmla="*/ 1698006 h 5017219"/>
              <a:gd name="connsiteX12335" fmla="*/ 3962404 w 5799173"/>
              <a:gd name="connsiteY12335" fmla="*/ 1698753 h 5017219"/>
              <a:gd name="connsiteX12336" fmla="*/ 3641097 w 5799173"/>
              <a:gd name="connsiteY12336" fmla="*/ 1618283 h 5017219"/>
              <a:gd name="connsiteX12337" fmla="*/ 3639851 w 5799173"/>
              <a:gd name="connsiteY12337" fmla="*/ 1617536 h 5017219"/>
              <a:gd name="connsiteX12338" fmla="*/ 3629631 w 5799173"/>
              <a:gd name="connsiteY12338" fmla="*/ 1599840 h 5017219"/>
              <a:gd name="connsiteX12339" fmla="*/ 3629632 w 5799173"/>
              <a:gd name="connsiteY12339" fmla="*/ 1598427 h 5017219"/>
              <a:gd name="connsiteX12340" fmla="*/ 3639851 w 5799173"/>
              <a:gd name="connsiteY12340" fmla="*/ 1580732 h 5017219"/>
              <a:gd name="connsiteX12341" fmla="*/ 3641097 w 5799173"/>
              <a:gd name="connsiteY12341" fmla="*/ 1579984 h 5017219"/>
              <a:gd name="connsiteX12342" fmla="*/ 3661534 w 5799173"/>
              <a:gd name="connsiteY12342" fmla="*/ 1579985 h 5017219"/>
              <a:gd name="connsiteX12343" fmla="*/ 3662781 w 5799173"/>
              <a:gd name="connsiteY12343" fmla="*/ 1580732 h 5017219"/>
              <a:gd name="connsiteX12344" fmla="*/ 3672999 w 5799173"/>
              <a:gd name="connsiteY12344" fmla="*/ 1598427 h 5017219"/>
              <a:gd name="connsiteX12345" fmla="*/ 3672999 w 5799173"/>
              <a:gd name="connsiteY12345" fmla="*/ 1599841 h 5017219"/>
              <a:gd name="connsiteX12346" fmla="*/ 3662780 w 5799173"/>
              <a:gd name="connsiteY12346" fmla="*/ 1617536 h 5017219"/>
              <a:gd name="connsiteX12347" fmla="*/ 3661534 w 5799173"/>
              <a:gd name="connsiteY12347" fmla="*/ 1618284 h 5017219"/>
              <a:gd name="connsiteX12348" fmla="*/ 1353938 w 5799173"/>
              <a:gd name="connsiteY12348" fmla="*/ 1005536 h 5017219"/>
              <a:gd name="connsiteX12349" fmla="*/ 1352692 w 5799173"/>
              <a:gd name="connsiteY12349" fmla="*/ 1004788 h 5017219"/>
              <a:gd name="connsiteX12350" fmla="*/ 1342390 w 5799173"/>
              <a:gd name="connsiteY12350" fmla="*/ 987010 h 5017219"/>
              <a:gd name="connsiteX12351" fmla="*/ 1342390 w 5799173"/>
              <a:gd name="connsiteY12351" fmla="*/ 985596 h 5017219"/>
              <a:gd name="connsiteX12352" fmla="*/ 1352692 w 5799173"/>
              <a:gd name="connsiteY12352" fmla="*/ 967818 h 5017219"/>
              <a:gd name="connsiteX12353" fmla="*/ 1353938 w 5799173"/>
              <a:gd name="connsiteY12353" fmla="*/ 967070 h 5017219"/>
              <a:gd name="connsiteX12354" fmla="*/ 1374459 w 5799173"/>
              <a:gd name="connsiteY12354" fmla="*/ 967070 h 5017219"/>
              <a:gd name="connsiteX12355" fmla="*/ 1375706 w 5799173"/>
              <a:gd name="connsiteY12355" fmla="*/ 967818 h 5017219"/>
              <a:gd name="connsiteX12356" fmla="*/ 1386007 w 5799173"/>
              <a:gd name="connsiteY12356" fmla="*/ 985596 h 5017219"/>
              <a:gd name="connsiteX12357" fmla="*/ 1386007 w 5799173"/>
              <a:gd name="connsiteY12357" fmla="*/ 987009 h 5017219"/>
              <a:gd name="connsiteX12358" fmla="*/ 1375706 w 5799173"/>
              <a:gd name="connsiteY12358" fmla="*/ 1004788 h 5017219"/>
              <a:gd name="connsiteX12359" fmla="*/ 1374460 w 5799173"/>
              <a:gd name="connsiteY12359" fmla="*/ 1005536 h 5017219"/>
              <a:gd name="connsiteX12360" fmla="*/ 1414124 w 5799173"/>
              <a:gd name="connsiteY12360" fmla="*/ 1021663 h 5017219"/>
              <a:gd name="connsiteX12361" fmla="*/ 1412878 w 5799173"/>
              <a:gd name="connsiteY12361" fmla="*/ 1020915 h 5017219"/>
              <a:gd name="connsiteX12362" fmla="*/ 1402576 w 5799173"/>
              <a:gd name="connsiteY12362" fmla="*/ 1003136 h 5017219"/>
              <a:gd name="connsiteX12363" fmla="*/ 1402576 w 5799173"/>
              <a:gd name="connsiteY12363" fmla="*/ 1001723 h 5017219"/>
              <a:gd name="connsiteX12364" fmla="*/ 1412878 w 5799173"/>
              <a:gd name="connsiteY12364" fmla="*/ 983945 h 5017219"/>
              <a:gd name="connsiteX12365" fmla="*/ 1414124 w 5799173"/>
              <a:gd name="connsiteY12365" fmla="*/ 983197 h 5017219"/>
              <a:gd name="connsiteX12366" fmla="*/ 1434645 w 5799173"/>
              <a:gd name="connsiteY12366" fmla="*/ 983197 h 5017219"/>
              <a:gd name="connsiteX12367" fmla="*/ 1435892 w 5799173"/>
              <a:gd name="connsiteY12367" fmla="*/ 983945 h 5017219"/>
              <a:gd name="connsiteX12368" fmla="*/ 1446193 w 5799173"/>
              <a:gd name="connsiteY12368" fmla="*/ 1001723 h 5017219"/>
              <a:gd name="connsiteX12369" fmla="*/ 1446193 w 5799173"/>
              <a:gd name="connsiteY12369" fmla="*/ 1003136 h 5017219"/>
              <a:gd name="connsiteX12370" fmla="*/ 1435891 w 5799173"/>
              <a:gd name="connsiteY12370" fmla="*/ 1020915 h 5017219"/>
              <a:gd name="connsiteX12371" fmla="*/ 1434645 w 5799173"/>
              <a:gd name="connsiteY12371" fmla="*/ 1021663 h 5017219"/>
              <a:gd name="connsiteX12372" fmla="*/ 2918780 w 5799173"/>
              <a:gd name="connsiteY12372" fmla="*/ 1424834 h 5017219"/>
              <a:gd name="connsiteX12373" fmla="*/ 2917534 w 5799173"/>
              <a:gd name="connsiteY12373" fmla="*/ 1424086 h 5017219"/>
              <a:gd name="connsiteX12374" fmla="*/ 2907232 w 5799173"/>
              <a:gd name="connsiteY12374" fmla="*/ 1406307 h 5017219"/>
              <a:gd name="connsiteX12375" fmla="*/ 2907232 w 5799173"/>
              <a:gd name="connsiteY12375" fmla="*/ 1404894 h 5017219"/>
              <a:gd name="connsiteX12376" fmla="*/ 2917534 w 5799173"/>
              <a:gd name="connsiteY12376" fmla="*/ 1387116 h 5017219"/>
              <a:gd name="connsiteX12377" fmla="*/ 2918780 w 5799173"/>
              <a:gd name="connsiteY12377" fmla="*/ 1386368 h 5017219"/>
              <a:gd name="connsiteX12378" fmla="*/ 2939300 w 5799173"/>
              <a:gd name="connsiteY12378" fmla="*/ 1386368 h 5017219"/>
              <a:gd name="connsiteX12379" fmla="*/ 2940547 w 5799173"/>
              <a:gd name="connsiteY12379" fmla="*/ 1387116 h 5017219"/>
              <a:gd name="connsiteX12380" fmla="*/ 2950848 w 5799173"/>
              <a:gd name="connsiteY12380" fmla="*/ 1404894 h 5017219"/>
              <a:gd name="connsiteX12381" fmla="*/ 2950848 w 5799173"/>
              <a:gd name="connsiteY12381" fmla="*/ 1406307 h 5017219"/>
              <a:gd name="connsiteX12382" fmla="*/ 2940547 w 5799173"/>
              <a:gd name="connsiteY12382" fmla="*/ 1424086 h 5017219"/>
              <a:gd name="connsiteX12383" fmla="*/ 2939300 w 5799173"/>
              <a:gd name="connsiteY12383" fmla="*/ 1424834 h 5017219"/>
              <a:gd name="connsiteX12384" fmla="*/ 3279897 w 5799173"/>
              <a:gd name="connsiteY12384" fmla="*/ 1521595 h 5017219"/>
              <a:gd name="connsiteX12385" fmla="*/ 3278651 w 5799173"/>
              <a:gd name="connsiteY12385" fmla="*/ 1520847 h 5017219"/>
              <a:gd name="connsiteX12386" fmla="*/ 3268349 w 5799173"/>
              <a:gd name="connsiteY12386" fmla="*/ 1503069 h 5017219"/>
              <a:gd name="connsiteX12387" fmla="*/ 3268349 w 5799173"/>
              <a:gd name="connsiteY12387" fmla="*/ 1501655 h 5017219"/>
              <a:gd name="connsiteX12388" fmla="*/ 3278651 w 5799173"/>
              <a:gd name="connsiteY12388" fmla="*/ 1483877 h 5017219"/>
              <a:gd name="connsiteX12389" fmla="*/ 3279897 w 5799173"/>
              <a:gd name="connsiteY12389" fmla="*/ 1483130 h 5017219"/>
              <a:gd name="connsiteX12390" fmla="*/ 3300417 w 5799173"/>
              <a:gd name="connsiteY12390" fmla="*/ 1483129 h 5017219"/>
              <a:gd name="connsiteX12391" fmla="*/ 3301664 w 5799173"/>
              <a:gd name="connsiteY12391" fmla="*/ 1483877 h 5017219"/>
              <a:gd name="connsiteX12392" fmla="*/ 3311965 w 5799173"/>
              <a:gd name="connsiteY12392" fmla="*/ 1501655 h 5017219"/>
              <a:gd name="connsiteX12393" fmla="*/ 3311965 w 5799173"/>
              <a:gd name="connsiteY12393" fmla="*/ 1503068 h 5017219"/>
              <a:gd name="connsiteX12394" fmla="*/ 3301664 w 5799173"/>
              <a:gd name="connsiteY12394" fmla="*/ 1520847 h 5017219"/>
              <a:gd name="connsiteX12395" fmla="*/ 3300417 w 5799173"/>
              <a:gd name="connsiteY12395" fmla="*/ 1521595 h 5017219"/>
              <a:gd name="connsiteX12396" fmla="*/ 3821574 w 5799173"/>
              <a:gd name="connsiteY12396" fmla="*/ 1666737 h 5017219"/>
              <a:gd name="connsiteX12397" fmla="*/ 3820328 w 5799173"/>
              <a:gd name="connsiteY12397" fmla="*/ 1665989 h 5017219"/>
              <a:gd name="connsiteX12398" fmla="*/ 3810026 w 5799173"/>
              <a:gd name="connsiteY12398" fmla="*/ 1648210 h 5017219"/>
              <a:gd name="connsiteX12399" fmla="*/ 3810025 w 5799173"/>
              <a:gd name="connsiteY12399" fmla="*/ 1646797 h 5017219"/>
              <a:gd name="connsiteX12400" fmla="*/ 3820328 w 5799173"/>
              <a:gd name="connsiteY12400" fmla="*/ 1629019 h 5017219"/>
              <a:gd name="connsiteX12401" fmla="*/ 3821574 w 5799173"/>
              <a:gd name="connsiteY12401" fmla="*/ 1628271 h 5017219"/>
              <a:gd name="connsiteX12402" fmla="*/ 3842093 w 5799173"/>
              <a:gd name="connsiteY12402" fmla="*/ 1628271 h 5017219"/>
              <a:gd name="connsiteX12403" fmla="*/ 3843341 w 5799173"/>
              <a:gd name="connsiteY12403" fmla="*/ 1629019 h 5017219"/>
              <a:gd name="connsiteX12404" fmla="*/ 3853642 w 5799173"/>
              <a:gd name="connsiteY12404" fmla="*/ 1646797 h 5017219"/>
              <a:gd name="connsiteX12405" fmla="*/ 3853642 w 5799173"/>
              <a:gd name="connsiteY12405" fmla="*/ 1648210 h 5017219"/>
              <a:gd name="connsiteX12406" fmla="*/ 3843341 w 5799173"/>
              <a:gd name="connsiteY12406" fmla="*/ 1665989 h 5017219"/>
              <a:gd name="connsiteX12407" fmla="*/ 3842094 w 5799173"/>
              <a:gd name="connsiteY12407" fmla="*/ 1666737 h 5017219"/>
              <a:gd name="connsiteX12408" fmla="*/ 1474318 w 5799173"/>
              <a:gd name="connsiteY12408" fmla="*/ 1037895 h 5017219"/>
              <a:gd name="connsiteX12409" fmla="*/ 1473071 w 5799173"/>
              <a:gd name="connsiteY12409" fmla="*/ 1037147 h 5017219"/>
              <a:gd name="connsiteX12410" fmla="*/ 1462770 w 5799173"/>
              <a:gd name="connsiteY12410" fmla="*/ 1019286 h 5017219"/>
              <a:gd name="connsiteX12411" fmla="*/ 1462770 w 5799173"/>
              <a:gd name="connsiteY12411" fmla="*/ 1017790 h 5017219"/>
              <a:gd name="connsiteX12412" fmla="*/ 1473071 w 5799173"/>
              <a:gd name="connsiteY12412" fmla="*/ 999928 h 5017219"/>
              <a:gd name="connsiteX12413" fmla="*/ 1474318 w 5799173"/>
              <a:gd name="connsiteY12413" fmla="*/ 999180 h 5017219"/>
              <a:gd name="connsiteX12414" fmla="*/ 1495004 w 5799173"/>
              <a:gd name="connsiteY12414" fmla="*/ 999180 h 5017219"/>
              <a:gd name="connsiteX12415" fmla="*/ 1496251 w 5799173"/>
              <a:gd name="connsiteY12415" fmla="*/ 999928 h 5017219"/>
              <a:gd name="connsiteX12416" fmla="*/ 1506553 w 5799173"/>
              <a:gd name="connsiteY12416" fmla="*/ 1017790 h 5017219"/>
              <a:gd name="connsiteX12417" fmla="*/ 1506553 w 5799173"/>
              <a:gd name="connsiteY12417" fmla="*/ 1019286 h 5017219"/>
              <a:gd name="connsiteX12418" fmla="*/ 1496251 w 5799173"/>
              <a:gd name="connsiteY12418" fmla="*/ 1037146 h 5017219"/>
              <a:gd name="connsiteX12419" fmla="*/ 1495004 w 5799173"/>
              <a:gd name="connsiteY12419" fmla="*/ 1037895 h 5017219"/>
              <a:gd name="connsiteX12420" fmla="*/ 1714982 w 5799173"/>
              <a:gd name="connsiteY12420" fmla="*/ 1102475 h 5017219"/>
              <a:gd name="connsiteX12421" fmla="*/ 1713736 w 5799173"/>
              <a:gd name="connsiteY12421" fmla="*/ 1101727 h 5017219"/>
              <a:gd name="connsiteX12422" fmla="*/ 1703351 w 5799173"/>
              <a:gd name="connsiteY12422" fmla="*/ 1083782 h 5017219"/>
              <a:gd name="connsiteX12423" fmla="*/ 1703351 w 5799173"/>
              <a:gd name="connsiteY12423" fmla="*/ 1082286 h 5017219"/>
              <a:gd name="connsiteX12424" fmla="*/ 1713736 w 5799173"/>
              <a:gd name="connsiteY12424" fmla="*/ 1064341 h 5017219"/>
              <a:gd name="connsiteX12425" fmla="*/ 1714982 w 5799173"/>
              <a:gd name="connsiteY12425" fmla="*/ 1063593 h 5017219"/>
              <a:gd name="connsiteX12426" fmla="*/ 1735752 w 5799173"/>
              <a:gd name="connsiteY12426" fmla="*/ 1063594 h 5017219"/>
              <a:gd name="connsiteX12427" fmla="*/ 1736998 w 5799173"/>
              <a:gd name="connsiteY12427" fmla="*/ 1064341 h 5017219"/>
              <a:gd name="connsiteX12428" fmla="*/ 1747383 w 5799173"/>
              <a:gd name="connsiteY12428" fmla="*/ 1082286 h 5017219"/>
              <a:gd name="connsiteX12429" fmla="*/ 1747383 w 5799173"/>
              <a:gd name="connsiteY12429" fmla="*/ 1083782 h 5017219"/>
              <a:gd name="connsiteX12430" fmla="*/ 1736998 w 5799173"/>
              <a:gd name="connsiteY12430" fmla="*/ 1101727 h 5017219"/>
              <a:gd name="connsiteX12431" fmla="*/ 1735752 w 5799173"/>
              <a:gd name="connsiteY12431" fmla="*/ 1102474 h 5017219"/>
              <a:gd name="connsiteX12432" fmla="*/ 3520569 w 5799173"/>
              <a:gd name="connsiteY12432" fmla="*/ 1586280 h 5017219"/>
              <a:gd name="connsiteX12433" fmla="*/ 3519323 w 5799173"/>
              <a:gd name="connsiteY12433" fmla="*/ 1585533 h 5017219"/>
              <a:gd name="connsiteX12434" fmla="*/ 3508938 w 5799173"/>
              <a:gd name="connsiteY12434" fmla="*/ 1567588 h 5017219"/>
              <a:gd name="connsiteX12435" fmla="*/ 3508938 w 5799173"/>
              <a:gd name="connsiteY12435" fmla="*/ 1566092 h 5017219"/>
              <a:gd name="connsiteX12436" fmla="*/ 3519323 w 5799173"/>
              <a:gd name="connsiteY12436" fmla="*/ 1548147 h 5017219"/>
              <a:gd name="connsiteX12437" fmla="*/ 3520569 w 5799173"/>
              <a:gd name="connsiteY12437" fmla="*/ 1547399 h 5017219"/>
              <a:gd name="connsiteX12438" fmla="*/ 3541339 w 5799173"/>
              <a:gd name="connsiteY12438" fmla="*/ 1547399 h 5017219"/>
              <a:gd name="connsiteX12439" fmla="*/ 3542585 w 5799173"/>
              <a:gd name="connsiteY12439" fmla="*/ 1548147 h 5017219"/>
              <a:gd name="connsiteX12440" fmla="*/ 3552970 w 5799173"/>
              <a:gd name="connsiteY12440" fmla="*/ 1566092 h 5017219"/>
              <a:gd name="connsiteX12441" fmla="*/ 3552970 w 5799173"/>
              <a:gd name="connsiteY12441" fmla="*/ 1567588 h 5017219"/>
              <a:gd name="connsiteX12442" fmla="*/ 3542585 w 5799173"/>
              <a:gd name="connsiteY12442" fmla="*/ 1585533 h 5017219"/>
              <a:gd name="connsiteX12443" fmla="*/ 3541339 w 5799173"/>
              <a:gd name="connsiteY12443" fmla="*/ 1586280 h 5017219"/>
              <a:gd name="connsiteX12444" fmla="*/ 5145597 w 5799173"/>
              <a:gd name="connsiteY12444" fmla="*/ 2021705 h 5017219"/>
              <a:gd name="connsiteX12445" fmla="*/ 5144351 w 5799173"/>
              <a:gd name="connsiteY12445" fmla="*/ 2020958 h 5017219"/>
              <a:gd name="connsiteX12446" fmla="*/ 5133966 w 5799173"/>
              <a:gd name="connsiteY12446" fmla="*/ 2003013 h 5017219"/>
              <a:gd name="connsiteX12447" fmla="*/ 5133966 w 5799173"/>
              <a:gd name="connsiteY12447" fmla="*/ 2001517 h 5017219"/>
              <a:gd name="connsiteX12448" fmla="*/ 5144351 w 5799173"/>
              <a:gd name="connsiteY12448" fmla="*/ 1983572 h 5017219"/>
              <a:gd name="connsiteX12449" fmla="*/ 5145597 w 5799173"/>
              <a:gd name="connsiteY12449" fmla="*/ 1982824 h 5017219"/>
              <a:gd name="connsiteX12450" fmla="*/ 5166367 w 5799173"/>
              <a:gd name="connsiteY12450" fmla="*/ 1982824 h 5017219"/>
              <a:gd name="connsiteX12451" fmla="*/ 5167613 w 5799173"/>
              <a:gd name="connsiteY12451" fmla="*/ 1983572 h 5017219"/>
              <a:gd name="connsiteX12452" fmla="*/ 5177998 w 5799173"/>
              <a:gd name="connsiteY12452" fmla="*/ 2001517 h 5017219"/>
              <a:gd name="connsiteX12453" fmla="*/ 5177998 w 5799173"/>
              <a:gd name="connsiteY12453" fmla="*/ 2003013 h 5017219"/>
              <a:gd name="connsiteX12454" fmla="*/ 5167613 w 5799173"/>
              <a:gd name="connsiteY12454" fmla="*/ 2020958 h 5017219"/>
              <a:gd name="connsiteX12455" fmla="*/ 5166367 w 5799173"/>
              <a:gd name="connsiteY12455" fmla="*/ 2021705 h 5017219"/>
              <a:gd name="connsiteX12456" fmla="*/ 1534340 w 5799173"/>
              <a:gd name="connsiteY12456" fmla="*/ 1054178 h 5017219"/>
              <a:gd name="connsiteX12457" fmla="*/ 1533094 w 5799173"/>
              <a:gd name="connsiteY12457" fmla="*/ 1053430 h 5017219"/>
              <a:gd name="connsiteX12458" fmla="*/ 1522709 w 5799173"/>
              <a:gd name="connsiteY12458" fmla="*/ 1035402 h 5017219"/>
              <a:gd name="connsiteX12459" fmla="*/ 1522709 w 5799173"/>
              <a:gd name="connsiteY12459" fmla="*/ 1033906 h 5017219"/>
              <a:gd name="connsiteX12460" fmla="*/ 1533177 w 5799173"/>
              <a:gd name="connsiteY12460" fmla="*/ 1015878 h 5017219"/>
              <a:gd name="connsiteX12461" fmla="*/ 1534423 w 5799173"/>
              <a:gd name="connsiteY12461" fmla="*/ 1015131 h 5017219"/>
              <a:gd name="connsiteX12462" fmla="*/ 1555276 w 5799173"/>
              <a:gd name="connsiteY12462" fmla="*/ 1015131 h 5017219"/>
              <a:gd name="connsiteX12463" fmla="*/ 1556523 w 5799173"/>
              <a:gd name="connsiteY12463" fmla="*/ 1015878 h 5017219"/>
              <a:gd name="connsiteX12464" fmla="*/ 1566907 w 5799173"/>
              <a:gd name="connsiteY12464" fmla="*/ 1033906 h 5017219"/>
              <a:gd name="connsiteX12465" fmla="*/ 1566907 w 5799173"/>
              <a:gd name="connsiteY12465" fmla="*/ 1035402 h 5017219"/>
              <a:gd name="connsiteX12466" fmla="*/ 1556439 w 5799173"/>
              <a:gd name="connsiteY12466" fmla="*/ 1053430 h 5017219"/>
              <a:gd name="connsiteX12467" fmla="*/ 1555193 w 5799173"/>
              <a:gd name="connsiteY12467" fmla="*/ 1054178 h 5017219"/>
              <a:gd name="connsiteX12468" fmla="*/ 1594526 w 5799173"/>
              <a:gd name="connsiteY12468" fmla="*/ 1070305 h 5017219"/>
              <a:gd name="connsiteX12469" fmla="*/ 1593280 w 5799173"/>
              <a:gd name="connsiteY12469" fmla="*/ 1069557 h 5017219"/>
              <a:gd name="connsiteX12470" fmla="*/ 1582895 w 5799173"/>
              <a:gd name="connsiteY12470" fmla="*/ 1051529 h 5017219"/>
              <a:gd name="connsiteX12471" fmla="*/ 1582895 w 5799173"/>
              <a:gd name="connsiteY12471" fmla="*/ 1050033 h 5017219"/>
              <a:gd name="connsiteX12472" fmla="*/ 1593363 w 5799173"/>
              <a:gd name="connsiteY12472" fmla="*/ 1032005 h 5017219"/>
              <a:gd name="connsiteX12473" fmla="*/ 1594609 w 5799173"/>
              <a:gd name="connsiteY12473" fmla="*/ 1031258 h 5017219"/>
              <a:gd name="connsiteX12474" fmla="*/ 1615462 w 5799173"/>
              <a:gd name="connsiteY12474" fmla="*/ 1031258 h 5017219"/>
              <a:gd name="connsiteX12475" fmla="*/ 1616708 w 5799173"/>
              <a:gd name="connsiteY12475" fmla="*/ 1032005 h 5017219"/>
              <a:gd name="connsiteX12476" fmla="*/ 1627093 w 5799173"/>
              <a:gd name="connsiteY12476" fmla="*/ 1050033 h 5017219"/>
              <a:gd name="connsiteX12477" fmla="*/ 1627093 w 5799173"/>
              <a:gd name="connsiteY12477" fmla="*/ 1051528 h 5017219"/>
              <a:gd name="connsiteX12478" fmla="*/ 1616625 w 5799173"/>
              <a:gd name="connsiteY12478" fmla="*/ 1069557 h 5017219"/>
              <a:gd name="connsiteX12479" fmla="*/ 1615379 w 5799173"/>
              <a:gd name="connsiteY12479" fmla="*/ 1070305 h 5017219"/>
              <a:gd name="connsiteX12480" fmla="*/ 1654712 w 5799173"/>
              <a:gd name="connsiteY12480" fmla="*/ 1086513 h 5017219"/>
              <a:gd name="connsiteX12481" fmla="*/ 1653466 w 5799173"/>
              <a:gd name="connsiteY12481" fmla="*/ 1085766 h 5017219"/>
              <a:gd name="connsiteX12482" fmla="*/ 1642998 w 5799173"/>
              <a:gd name="connsiteY12482" fmla="*/ 1067655 h 5017219"/>
              <a:gd name="connsiteX12483" fmla="*/ 1642998 w 5799173"/>
              <a:gd name="connsiteY12483" fmla="*/ 1066160 h 5017219"/>
              <a:gd name="connsiteX12484" fmla="*/ 1653466 w 5799173"/>
              <a:gd name="connsiteY12484" fmla="*/ 1048048 h 5017219"/>
              <a:gd name="connsiteX12485" fmla="*/ 1654712 w 5799173"/>
              <a:gd name="connsiteY12485" fmla="*/ 1047301 h 5017219"/>
              <a:gd name="connsiteX12486" fmla="*/ 1675648 w 5799173"/>
              <a:gd name="connsiteY12486" fmla="*/ 1047301 h 5017219"/>
              <a:gd name="connsiteX12487" fmla="*/ 1676894 w 5799173"/>
              <a:gd name="connsiteY12487" fmla="*/ 1048048 h 5017219"/>
              <a:gd name="connsiteX12488" fmla="*/ 1687362 w 5799173"/>
              <a:gd name="connsiteY12488" fmla="*/ 1066160 h 5017219"/>
              <a:gd name="connsiteX12489" fmla="*/ 1687362 w 5799173"/>
              <a:gd name="connsiteY12489" fmla="*/ 1067655 h 5017219"/>
              <a:gd name="connsiteX12490" fmla="*/ 1676894 w 5799173"/>
              <a:gd name="connsiteY12490" fmla="*/ 1085767 h 5017219"/>
              <a:gd name="connsiteX12491" fmla="*/ 1675648 w 5799173"/>
              <a:gd name="connsiteY12491" fmla="*/ 1086514 h 5017219"/>
              <a:gd name="connsiteX12492" fmla="*/ 3460239 w 5799173"/>
              <a:gd name="connsiteY12492" fmla="*/ 1570395 h 5017219"/>
              <a:gd name="connsiteX12493" fmla="*/ 3458993 w 5799173"/>
              <a:gd name="connsiteY12493" fmla="*/ 1569647 h 5017219"/>
              <a:gd name="connsiteX12494" fmla="*/ 3448442 w 5799173"/>
              <a:gd name="connsiteY12494" fmla="*/ 1551369 h 5017219"/>
              <a:gd name="connsiteX12495" fmla="*/ 3448442 w 5799173"/>
              <a:gd name="connsiteY12495" fmla="*/ 1549874 h 5017219"/>
              <a:gd name="connsiteX12496" fmla="*/ 3458993 w 5799173"/>
              <a:gd name="connsiteY12496" fmla="*/ 1531596 h 5017219"/>
              <a:gd name="connsiteX12497" fmla="*/ 3460239 w 5799173"/>
              <a:gd name="connsiteY12497" fmla="*/ 1530849 h 5017219"/>
              <a:gd name="connsiteX12498" fmla="*/ 3481258 w 5799173"/>
              <a:gd name="connsiteY12498" fmla="*/ 1530849 h 5017219"/>
              <a:gd name="connsiteX12499" fmla="*/ 3482504 w 5799173"/>
              <a:gd name="connsiteY12499" fmla="*/ 1531596 h 5017219"/>
              <a:gd name="connsiteX12500" fmla="*/ 3493055 w 5799173"/>
              <a:gd name="connsiteY12500" fmla="*/ 1549874 h 5017219"/>
              <a:gd name="connsiteX12501" fmla="*/ 3493055 w 5799173"/>
              <a:gd name="connsiteY12501" fmla="*/ 1551369 h 5017219"/>
              <a:gd name="connsiteX12502" fmla="*/ 3482504 w 5799173"/>
              <a:gd name="connsiteY12502" fmla="*/ 1569647 h 5017219"/>
              <a:gd name="connsiteX12503" fmla="*/ 3481258 w 5799173"/>
              <a:gd name="connsiteY12503" fmla="*/ 1570395 h 5017219"/>
              <a:gd name="connsiteX12504" fmla="*/ 3400029 w 5799173"/>
              <a:gd name="connsiteY12504" fmla="*/ 1554452 h 5017219"/>
              <a:gd name="connsiteX12505" fmla="*/ 3398700 w 5799173"/>
              <a:gd name="connsiteY12505" fmla="*/ 1553704 h 5017219"/>
              <a:gd name="connsiteX12506" fmla="*/ 3388149 w 5799173"/>
              <a:gd name="connsiteY12506" fmla="*/ 1535344 h 5017219"/>
              <a:gd name="connsiteX12507" fmla="*/ 3388149 w 5799173"/>
              <a:gd name="connsiteY12507" fmla="*/ 1533848 h 5017219"/>
              <a:gd name="connsiteX12508" fmla="*/ 3398700 w 5799173"/>
              <a:gd name="connsiteY12508" fmla="*/ 1515488 h 5017219"/>
              <a:gd name="connsiteX12509" fmla="*/ 3400029 w 5799173"/>
              <a:gd name="connsiteY12509" fmla="*/ 1514740 h 5017219"/>
              <a:gd name="connsiteX12510" fmla="*/ 3421214 w 5799173"/>
              <a:gd name="connsiteY12510" fmla="*/ 1514740 h 5017219"/>
              <a:gd name="connsiteX12511" fmla="*/ 3422544 w 5799173"/>
              <a:gd name="connsiteY12511" fmla="*/ 1515488 h 5017219"/>
              <a:gd name="connsiteX12512" fmla="*/ 3433095 w 5799173"/>
              <a:gd name="connsiteY12512" fmla="*/ 1533848 h 5017219"/>
              <a:gd name="connsiteX12513" fmla="*/ 3433095 w 5799173"/>
              <a:gd name="connsiteY12513" fmla="*/ 1535344 h 5017219"/>
              <a:gd name="connsiteX12514" fmla="*/ 3422544 w 5799173"/>
              <a:gd name="connsiteY12514" fmla="*/ 1553704 h 5017219"/>
              <a:gd name="connsiteX12515" fmla="*/ 3421214 w 5799173"/>
              <a:gd name="connsiteY12515" fmla="*/ 1554452 h 5017219"/>
              <a:gd name="connsiteX12516" fmla="*/ 3881519 w 5799173"/>
              <a:gd name="connsiteY12516" fmla="*/ 1683467 h 5017219"/>
              <a:gd name="connsiteX12517" fmla="*/ 3880189 w 5799173"/>
              <a:gd name="connsiteY12517" fmla="*/ 1682719 h 5017219"/>
              <a:gd name="connsiteX12518" fmla="*/ 3869639 w 5799173"/>
              <a:gd name="connsiteY12518" fmla="*/ 1664359 h 5017219"/>
              <a:gd name="connsiteX12519" fmla="*/ 3869638 w 5799173"/>
              <a:gd name="connsiteY12519" fmla="*/ 1662863 h 5017219"/>
              <a:gd name="connsiteX12520" fmla="*/ 3880190 w 5799173"/>
              <a:gd name="connsiteY12520" fmla="*/ 1644503 h 5017219"/>
              <a:gd name="connsiteX12521" fmla="*/ 3881519 w 5799173"/>
              <a:gd name="connsiteY12521" fmla="*/ 1643755 h 5017219"/>
              <a:gd name="connsiteX12522" fmla="*/ 3902704 w 5799173"/>
              <a:gd name="connsiteY12522" fmla="*/ 1643755 h 5017219"/>
              <a:gd name="connsiteX12523" fmla="*/ 3904033 w 5799173"/>
              <a:gd name="connsiteY12523" fmla="*/ 1644503 h 5017219"/>
              <a:gd name="connsiteX12524" fmla="*/ 3914585 w 5799173"/>
              <a:gd name="connsiteY12524" fmla="*/ 1662863 h 5017219"/>
              <a:gd name="connsiteX12525" fmla="*/ 3914585 w 5799173"/>
              <a:gd name="connsiteY12525" fmla="*/ 1664359 h 5017219"/>
              <a:gd name="connsiteX12526" fmla="*/ 3904034 w 5799173"/>
              <a:gd name="connsiteY12526" fmla="*/ 1682719 h 5017219"/>
              <a:gd name="connsiteX12527" fmla="*/ 3902703 w 5799173"/>
              <a:gd name="connsiteY12527" fmla="*/ 1683467 h 5017219"/>
              <a:gd name="connsiteX12528" fmla="*/ 2737815 w 5799173"/>
              <a:gd name="connsiteY12528" fmla="*/ 1377213 h 5017219"/>
              <a:gd name="connsiteX12529" fmla="*/ 2736486 w 5799173"/>
              <a:gd name="connsiteY12529" fmla="*/ 1376465 h 5017219"/>
              <a:gd name="connsiteX12530" fmla="*/ 2725852 w 5799173"/>
              <a:gd name="connsiteY12530" fmla="*/ 1357939 h 5017219"/>
              <a:gd name="connsiteX12531" fmla="*/ 2725852 w 5799173"/>
              <a:gd name="connsiteY12531" fmla="*/ 1356443 h 5017219"/>
              <a:gd name="connsiteX12532" fmla="*/ 2736569 w 5799173"/>
              <a:gd name="connsiteY12532" fmla="*/ 1337916 h 5017219"/>
              <a:gd name="connsiteX12533" fmla="*/ 2737899 w 5799173"/>
              <a:gd name="connsiteY12533" fmla="*/ 1337169 h 5017219"/>
              <a:gd name="connsiteX12534" fmla="*/ 2759250 w 5799173"/>
              <a:gd name="connsiteY12534" fmla="*/ 1337169 h 5017219"/>
              <a:gd name="connsiteX12535" fmla="*/ 2760579 w 5799173"/>
              <a:gd name="connsiteY12535" fmla="*/ 1337916 h 5017219"/>
              <a:gd name="connsiteX12536" fmla="*/ 2771212 w 5799173"/>
              <a:gd name="connsiteY12536" fmla="*/ 1356443 h 5017219"/>
              <a:gd name="connsiteX12537" fmla="*/ 2771213 w 5799173"/>
              <a:gd name="connsiteY12537" fmla="*/ 1357939 h 5017219"/>
              <a:gd name="connsiteX12538" fmla="*/ 2760496 w 5799173"/>
              <a:gd name="connsiteY12538" fmla="*/ 1376465 h 5017219"/>
              <a:gd name="connsiteX12539" fmla="*/ 2759167 w 5799173"/>
              <a:gd name="connsiteY12539" fmla="*/ 1377213 h 5017219"/>
              <a:gd name="connsiteX12540" fmla="*/ 3339677 w 5799173"/>
              <a:gd name="connsiteY12540" fmla="*/ 1538564 h 5017219"/>
              <a:gd name="connsiteX12541" fmla="*/ 3338348 w 5799173"/>
              <a:gd name="connsiteY12541" fmla="*/ 1537817 h 5017219"/>
              <a:gd name="connsiteX12542" fmla="*/ 3327631 w 5799173"/>
              <a:gd name="connsiteY12542" fmla="*/ 1519206 h 5017219"/>
              <a:gd name="connsiteX12543" fmla="*/ 3327631 w 5799173"/>
              <a:gd name="connsiteY12543" fmla="*/ 1517710 h 5017219"/>
              <a:gd name="connsiteX12544" fmla="*/ 3338349 w 5799173"/>
              <a:gd name="connsiteY12544" fmla="*/ 1499101 h 5017219"/>
              <a:gd name="connsiteX12545" fmla="*/ 3339677 w 5799173"/>
              <a:gd name="connsiteY12545" fmla="*/ 1498354 h 5017219"/>
              <a:gd name="connsiteX12546" fmla="*/ 3361113 w 5799173"/>
              <a:gd name="connsiteY12546" fmla="*/ 1498353 h 5017219"/>
              <a:gd name="connsiteX12547" fmla="*/ 3362442 w 5799173"/>
              <a:gd name="connsiteY12547" fmla="*/ 1499100 h 5017219"/>
              <a:gd name="connsiteX12548" fmla="*/ 3373159 w 5799173"/>
              <a:gd name="connsiteY12548" fmla="*/ 1517711 h 5017219"/>
              <a:gd name="connsiteX12549" fmla="*/ 3373158 w 5799173"/>
              <a:gd name="connsiteY12549" fmla="*/ 1519207 h 5017219"/>
              <a:gd name="connsiteX12550" fmla="*/ 3362441 w 5799173"/>
              <a:gd name="connsiteY12550" fmla="*/ 1537816 h 5017219"/>
              <a:gd name="connsiteX12551" fmla="*/ 3361113 w 5799173"/>
              <a:gd name="connsiteY12551" fmla="*/ 1538563 h 5017219"/>
              <a:gd name="connsiteX12552" fmla="*/ 1834867 w 5799173"/>
              <a:gd name="connsiteY12552" fmla="*/ 1135644 h 5017219"/>
              <a:gd name="connsiteX12553" fmla="*/ 1833539 w 5799173"/>
              <a:gd name="connsiteY12553" fmla="*/ 1134896 h 5017219"/>
              <a:gd name="connsiteX12554" fmla="*/ 1822654 w 5799173"/>
              <a:gd name="connsiteY12554" fmla="*/ 1116036 h 5017219"/>
              <a:gd name="connsiteX12555" fmla="*/ 1822655 w 5799173"/>
              <a:gd name="connsiteY12555" fmla="*/ 1114459 h 5017219"/>
              <a:gd name="connsiteX12556" fmla="*/ 1833539 w 5799173"/>
              <a:gd name="connsiteY12556" fmla="*/ 1095600 h 5017219"/>
              <a:gd name="connsiteX12557" fmla="*/ 1834868 w 5799173"/>
              <a:gd name="connsiteY12557" fmla="*/ 1094852 h 5017219"/>
              <a:gd name="connsiteX12558" fmla="*/ 1856634 w 5799173"/>
              <a:gd name="connsiteY12558" fmla="*/ 1094852 h 5017219"/>
              <a:gd name="connsiteX12559" fmla="*/ 1857962 w 5799173"/>
              <a:gd name="connsiteY12559" fmla="*/ 1095599 h 5017219"/>
              <a:gd name="connsiteX12560" fmla="*/ 1868847 w 5799173"/>
              <a:gd name="connsiteY12560" fmla="*/ 1114459 h 5017219"/>
              <a:gd name="connsiteX12561" fmla="*/ 1868846 w 5799173"/>
              <a:gd name="connsiteY12561" fmla="*/ 1116037 h 5017219"/>
              <a:gd name="connsiteX12562" fmla="*/ 1857962 w 5799173"/>
              <a:gd name="connsiteY12562" fmla="*/ 1134895 h 5017219"/>
              <a:gd name="connsiteX12563" fmla="*/ 1856633 w 5799173"/>
              <a:gd name="connsiteY12563" fmla="*/ 1135643 h 5017219"/>
              <a:gd name="connsiteX12564" fmla="*/ 1889351 w 5799173"/>
              <a:gd name="connsiteY12564" fmla="*/ 1188475 h 5017219"/>
              <a:gd name="connsiteX12565" fmla="*/ 1889018 w 5799173"/>
              <a:gd name="connsiteY12565" fmla="*/ 1188309 h 5017219"/>
              <a:gd name="connsiteX12566" fmla="*/ 1886443 w 5799173"/>
              <a:gd name="connsiteY12566" fmla="*/ 1183823 h 5017219"/>
              <a:gd name="connsiteX12567" fmla="*/ 1886443 w 5799173"/>
              <a:gd name="connsiteY12567" fmla="*/ 1183490 h 5017219"/>
              <a:gd name="connsiteX12568" fmla="*/ 1889019 w 5799173"/>
              <a:gd name="connsiteY12568" fmla="*/ 1179004 h 5017219"/>
              <a:gd name="connsiteX12569" fmla="*/ 1889351 w 5799173"/>
              <a:gd name="connsiteY12569" fmla="*/ 1178838 h 5017219"/>
              <a:gd name="connsiteX12570" fmla="*/ 1894501 w 5799173"/>
              <a:gd name="connsiteY12570" fmla="*/ 1178838 h 5017219"/>
              <a:gd name="connsiteX12571" fmla="*/ 1894835 w 5799173"/>
              <a:gd name="connsiteY12571" fmla="*/ 1179004 h 5017219"/>
              <a:gd name="connsiteX12572" fmla="*/ 1897409 w 5799173"/>
              <a:gd name="connsiteY12572" fmla="*/ 1183490 h 5017219"/>
              <a:gd name="connsiteX12573" fmla="*/ 1897410 w 5799173"/>
              <a:gd name="connsiteY12573" fmla="*/ 1183823 h 5017219"/>
              <a:gd name="connsiteX12574" fmla="*/ 1894834 w 5799173"/>
              <a:gd name="connsiteY12574" fmla="*/ 1188309 h 5017219"/>
              <a:gd name="connsiteX12575" fmla="*/ 1894501 w 5799173"/>
              <a:gd name="connsiteY12575" fmla="*/ 1188475 h 5017219"/>
              <a:gd name="connsiteX12576" fmla="*/ 925147 w 5799173"/>
              <a:gd name="connsiteY12576" fmla="*/ 932691 h 5017219"/>
              <a:gd name="connsiteX12577" fmla="*/ 924648 w 5799173"/>
              <a:gd name="connsiteY12577" fmla="*/ 932443 h 5017219"/>
              <a:gd name="connsiteX12578" fmla="*/ 920827 w 5799173"/>
              <a:gd name="connsiteY12578" fmla="*/ 925796 h 5017219"/>
              <a:gd name="connsiteX12579" fmla="*/ 920827 w 5799173"/>
              <a:gd name="connsiteY12579" fmla="*/ 925297 h 5017219"/>
              <a:gd name="connsiteX12580" fmla="*/ 924649 w 5799173"/>
              <a:gd name="connsiteY12580" fmla="*/ 918651 h 5017219"/>
              <a:gd name="connsiteX12581" fmla="*/ 925147 w 5799173"/>
              <a:gd name="connsiteY12581" fmla="*/ 918402 h 5017219"/>
              <a:gd name="connsiteX12582" fmla="*/ 932790 w 5799173"/>
              <a:gd name="connsiteY12582" fmla="*/ 918403 h 5017219"/>
              <a:gd name="connsiteX12583" fmla="*/ 933289 w 5799173"/>
              <a:gd name="connsiteY12583" fmla="*/ 918651 h 5017219"/>
              <a:gd name="connsiteX12584" fmla="*/ 937110 w 5799173"/>
              <a:gd name="connsiteY12584" fmla="*/ 925297 h 5017219"/>
              <a:gd name="connsiteX12585" fmla="*/ 937110 w 5799173"/>
              <a:gd name="connsiteY12585" fmla="*/ 925796 h 5017219"/>
              <a:gd name="connsiteX12586" fmla="*/ 933289 w 5799173"/>
              <a:gd name="connsiteY12586" fmla="*/ 932442 h 5017219"/>
              <a:gd name="connsiteX12587" fmla="*/ 932790 w 5799173"/>
              <a:gd name="connsiteY12587" fmla="*/ 932691 h 5017219"/>
              <a:gd name="connsiteX12588" fmla="*/ 5318670 w 5799173"/>
              <a:gd name="connsiteY12588" fmla="*/ 2110037 h 5017219"/>
              <a:gd name="connsiteX12589" fmla="*/ 5318171 w 5799173"/>
              <a:gd name="connsiteY12589" fmla="*/ 2109787 h 5017219"/>
              <a:gd name="connsiteX12590" fmla="*/ 5314350 w 5799173"/>
              <a:gd name="connsiteY12590" fmla="*/ 2103058 h 5017219"/>
              <a:gd name="connsiteX12591" fmla="*/ 5314350 w 5799173"/>
              <a:gd name="connsiteY12591" fmla="*/ 2102476 h 5017219"/>
              <a:gd name="connsiteX12592" fmla="*/ 5318255 w 5799173"/>
              <a:gd name="connsiteY12592" fmla="*/ 2095747 h 5017219"/>
              <a:gd name="connsiteX12593" fmla="*/ 5318752 w 5799173"/>
              <a:gd name="connsiteY12593" fmla="*/ 2095498 h 5017219"/>
              <a:gd name="connsiteX12594" fmla="*/ 5326480 w 5799173"/>
              <a:gd name="connsiteY12594" fmla="*/ 2095498 h 5017219"/>
              <a:gd name="connsiteX12595" fmla="*/ 5326978 w 5799173"/>
              <a:gd name="connsiteY12595" fmla="*/ 2095747 h 5017219"/>
              <a:gd name="connsiteX12596" fmla="*/ 5330800 w 5799173"/>
              <a:gd name="connsiteY12596" fmla="*/ 2102476 h 5017219"/>
              <a:gd name="connsiteX12597" fmla="*/ 5330800 w 5799173"/>
              <a:gd name="connsiteY12597" fmla="*/ 2103058 h 5017219"/>
              <a:gd name="connsiteX12598" fmla="*/ 5326895 w 5799173"/>
              <a:gd name="connsiteY12598" fmla="*/ 2109787 h 5017219"/>
              <a:gd name="connsiteX12599" fmla="*/ 5326396 w 5799173"/>
              <a:gd name="connsiteY12599" fmla="*/ 2110037 h 5017219"/>
              <a:gd name="connsiteX12600" fmla="*/ 983528 w 5799173"/>
              <a:gd name="connsiteY12600" fmla="*/ 952227 h 5017219"/>
              <a:gd name="connsiteX12601" fmla="*/ 982863 w 5799173"/>
              <a:gd name="connsiteY12601" fmla="*/ 951812 h 5017219"/>
              <a:gd name="connsiteX12602" fmla="*/ 977213 w 5799173"/>
              <a:gd name="connsiteY12602" fmla="*/ 942009 h 5017219"/>
              <a:gd name="connsiteX12603" fmla="*/ 977213 w 5799173"/>
              <a:gd name="connsiteY12603" fmla="*/ 941178 h 5017219"/>
              <a:gd name="connsiteX12604" fmla="*/ 982863 w 5799173"/>
              <a:gd name="connsiteY12604" fmla="*/ 931375 h 5017219"/>
              <a:gd name="connsiteX12605" fmla="*/ 983527 w 5799173"/>
              <a:gd name="connsiteY12605" fmla="*/ 930959 h 5017219"/>
              <a:gd name="connsiteX12606" fmla="*/ 994826 w 5799173"/>
              <a:gd name="connsiteY12606" fmla="*/ 930959 h 5017219"/>
              <a:gd name="connsiteX12607" fmla="*/ 995490 w 5799173"/>
              <a:gd name="connsiteY12607" fmla="*/ 931375 h 5017219"/>
              <a:gd name="connsiteX12608" fmla="*/ 1001141 w 5799173"/>
              <a:gd name="connsiteY12608" fmla="*/ 941178 h 5017219"/>
              <a:gd name="connsiteX12609" fmla="*/ 1001141 w 5799173"/>
              <a:gd name="connsiteY12609" fmla="*/ 942009 h 5017219"/>
              <a:gd name="connsiteX12610" fmla="*/ 995491 w 5799173"/>
              <a:gd name="connsiteY12610" fmla="*/ 951812 h 5017219"/>
              <a:gd name="connsiteX12611" fmla="*/ 994827 w 5799173"/>
              <a:gd name="connsiteY12611" fmla="*/ 952227 h 5017219"/>
              <a:gd name="connsiteX12612" fmla="*/ 3268921 w 5799173"/>
              <a:gd name="connsiteY12612" fmla="*/ 1568119 h 5017219"/>
              <a:gd name="connsiteX12613" fmla="*/ 3268007 w 5799173"/>
              <a:gd name="connsiteY12613" fmla="*/ 1567621 h 5017219"/>
              <a:gd name="connsiteX12614" fmla="*/ 3260779 w 5799173"/>
              <a:gd name="connsiteY12614" fmla="*/ 1554992 h 5017219"/>
              <a:gd name="connsiteX12615" fmla="*/ 3260779 w 5799173"/>
              <a:gd name="connsiteY12615" fmla="*/ 1553995 h 5017219"/>
              <a:gd name="connsiteX12616" fmla="*/ 3268090 w 5799173"/>
              <a:gd name="connsiteY12616" fmla="*/ 1541366 h 5017219"/>
              <a:gd name="connsiteX12617" fmla="*/ 3269004 w 5799173"/>
              <a:gd name="connsiteY12617" fmla="*/ 1540869 h 5017219"/>
              <a:gd name="connsiteX12618" fmla="*/ 3283543 w 5799173"/>
              <a:gd name="connsiteY12618" fmla="*/ 1540869 h 5017219"/>
              <a:gd name="connsiteX12619" fmla="*/ 3284456 w 5799173"/>
              <a:gd name="connsiteY12619" fmla="*/ 1541366 h 5017219"/>
              <a:gd name="connsiteX12620" fmla="*/ 3291684 w 5799173"/>
              <a:gd name="connsiteY12620" fmla="*/ 1553995 h 5017219"/>
              <a:gd name="connsiteX12621" fmla="*/ 3291684 w 5799173"/>
              <a:gd name="connsiteY12621" fmla="*/ 1554992 h 5017219"/>
              <a:gd name="connsiteX12622" fmla="*/ 3284373 w 5799173"/>
              <a:gd name="connsiteY12622" fmla="*/ 1567620 h 5017219"/>
              <a:gd name="connsiteX12623" fmla="*/ 3283459 w 5799173"/>
              <a:gd name="connsiteY12623" fmla="*/ 1568118 h 5017219"/>
              <a:gd name="connsiteX12624" fmla="*/ 5134029 w 5799173"/>
              <a:gd name="connsiteY12624" fmla="*/ 2069298 h 5017219"/>
              <a:gd name="connsiteX12625" fmla="*/ 5133032 w 5799173"/>
              <a:gd name="connsiteY12625" fmla="*/ 2068716 h 5017219"/>
              <a:gd name="connsiteX12626" fmla="*/ 5125140 w 5799173"/>
              <a:gd name="connsiteY12626" fmla="*/ 2055009 h 5017219"/>
              <a:gd name="connsiteX12627" fmla="*/ 5125140 w 5799173"/>
              <a:gd name="connsiteY12627" fmla="*/ 2053845 h 5017219"/>
              <a:gd name="connsiteX12628" fmla="*/ 5133116 w 5799173"/>
              <a:gd name="connsiteY12628" fmla="*/ 2040138 h 5017219"/>
              <a:gd name="connsiteX12629" fmla="*/ 5134112 w 5799173"/>
              <a:gd name="connsiteY12629" fmla="*/ 2039556 h 5017219"/>
              <a:gd name="connsiteX12630" fmla="*/ 5149981 w 5799173"/>
              <a:gd name="connsiteY12630" fmla="*/ 2039556 h 5017219"/>
              <a:gd name="connsiteX12631" fmla="*/ 5150977 w 5799173"/>
              <a:gd name="connsiteY12631" fmla="*/ 2040138 h 5017219"/>
              <a:gd name="connsiteX12632" fmla="*/ 5158871 w 5799173"/>
              <a:gd name="connsiteY12632" fmla="*/ 2053845 h 5017219"/>
              <a:gd name="connsiteX12633" fmla="*/ 5158870 w 5799173"/>
              <a:gd name="connsiteY12633" fmla="*/ 2055009 h 5017219"/>
              <a:gd name="connsiteX12634" fmla="*/ 5150894 w 5799173"/>
              <a:gd name="connsiteY12634" fmla="*/ 2068716 h 5017219"/>
              <a:gd name="connsiteX12635" fmla="*/ 5149897 w 5799173"/>
              <a:gd name="connsiteY12635" fmla="*/ 2069298 h 5017219"/>
              <a:gd name="connsiteX12636" fmla="*/ 4110800 w 5799173"/>
              <a:gd name="connsiteY12636" fmla="*/ 1795403 h 5017219"/>
              <a:gd name="connsiteX12637" fmla="*/ 4109803 w 5799173"/>
              <a:gd name="connsiteY12637" fmla="*/ 1794822 h 5017219"/>
              <a:gd name="connsiteX12638" fmla="*/ 4101745 w 5799173"/>
              <a:gd name="connsiteY12638" fmla="*/ 1780781 h 5017219"/>
              <a:gd name="connsiteX12639" fmla="*/ 4101745 w 5799173"/>
              <a:gd name="connsiteY12639" fmla="*/ 1779618 h 5017219"/>
              <a:gd name="connsiteX12640" fmla="*/ 4109803 w 5799173"/>
              <a:gd name="connsiteY12640" fmla="*/ 1765578 h 5017219"/>
              <a:gd name="connsiteX12641" fmla="*/ 4110800 w 5799173"/>
              <a:gd name="connsiteY12641" fmla="*/ 1764996 h 5017219"/>
              <a:gd name="connsiteX12642" fmla="*/ 4127001 w 5799173"/>
              <a:gd name="connsiteY12642" fmla="*/ 1764996 h 5017219"/>
              <a:gd name="connsiteX12643" fmla="*/ 4127998 w 5799173"/>
              <a:gd name="connsiteY12643" fmla="*/ 1765578 h 5017219"/>
              <a:gd name="connsiteX12644" fmla="*/ 4136057 w 5799173"/>
              <a:gd name="connsiteY12644" fmla="*/ 1779618 h 5017219"/>
              <a:gd name="connsiteX12645" fmla="*/ 4136057 w 5799173"/>
              <a:gd name="connsiteY12645" fmla="*/ 1780781 h 5017219"/>
              <a:gd name="connsiteX12646" fmla="*/ 4127998 w 5799173"/>
              <a:gd name="connsiteY12646" fmla="*/ 1794822 h 5017219"/>
              <a:gd name="connsiteX12647" fmla="*/ 4127001 w 5799173"/>
              <a:gd name="connsiteY12647" fmla="*/ 1795403 h 5017219"/>
              <a:gd name="connsiteX12648" fmla="*/ 5434712 w 5799173"/>
              <a:gd name="connsiteY12648" fmla="*/ 2150430 h 5017219"/>
              <a:gd name="connsiteX12649" fmla="*/ 5433715 w 5799173"/>
              <a:gd name="connsiteY12649" fmla="*/ 2149849 h 5017219"/>
              <a:gd name="connsiteX12650" fmla="*/ 5425573 w 5799173"/>
              <a:gd name="connsiteY12650" fmla="*/ 2135642 h 5017219"/>
              <a:gd name="connsiteX12651" fmla="*/ 5425574 w 5799173"/>
              <a:gd name="connsiteY12651" fmla="*/ 2134479 h 5017219"/>
              <a:gd name="connsiteX12652" fmla="*/ 5433799 w 5799173"/>
              <a:gd name="connsiteY12652" fmla="*/ 2120272 h 5017219"/>
              <a:gd name="connsiteX12653" fmla="*/ 5434796 w 5799173"/>
              <a:gd name="connsiteY12653" fmla="*/ 2119691 h 5017219"/>
              <a:gd name="connsiteX12654" fmla="*/ 5451162 w 5799173"/>
              <a:gd name="connsiteY12654" fmla="*/ 2119691 h 5017219"/>
              <a:gd name="connsiteX12655" fmla="*/ 5452159 w 5799173"/>
              <a:gd name="connsiteY12655" fmla="*/ 2120272 h 5017219"/>
              <a:gd name="connsiteX12656" fmla="*/ 5460301 w 5799173"/>
              <a:gd name="connsiteY12656" fmla="*/ 2134479 h 5017219"/>
              <a:gd name="connsiteX12657" fmla="*/ 5460301 w 5799173"/>
              <a:gd name="connsiteY12657" fmla="*/ 2135642 h 5017219"/>
              <a:gd name="connsiteX12658" fmla="*/ 5452076 w 5799173"/>
              <a:gd name="connsiteY12658" fmla="*/ 2149849 h 5017219"/>
              <a:gd name="connsiteX12659" fmla="*/ 5451079 w 5799173"/>
              <a:gd name="connsiteY12659" fmla="*/ 2150430 h 5017219"/>
              <a:gd name="connsiteX12660" fmla="*/ 2425153 w 5799173"/>
              <a:gd name="connsiteY12660" fmla="*/ 1344492 h 5017219"/>
              <a:gd name="connsiteX12661" fmla="*/ 2424156 w 5799173"/>
              <a:gd name="connsiteY12661" fmla="*/ 1343911 h 5017219"/>
              <a:gd name="connsiteX12662" fmla="*/ 2415682 w 5799173"/>
              <a:gd name="connsiteY12662" fmla="*/ 1329289 h 5017219"/>
              <a:gd name="connsiteX12663" fmla="*/ 2415682 w 5799173"/>
              <a:gd name="connsiteY12663" fmla="*/ 1328126 h 5017219"/>
              <a:gd name="connsiteX12664" fmla="*/ 2424156 w 5799173"/>
              <a:gd name="connsiteY12664" fmla="*/ 1313504 h 5017219"/>
              <a:gd name="connsiteX12665" fmla="*/ 2425153 w 5799173"/>
              <a:gd name="connsiteY12665" fmla="*/ 1312922 h 5017219"/>
              <a:gd name="connsiteX12666" fmla="*/ 2442018 w 5799173"/>
              <a:gd name="connsiteY12666" fmla="*/ 1312922 h 5017219"/>
              <a:gd name="connsiteX12667" fmla="*/ 2443015 w 5799173"/>
              <a:gd name="connsiteY12667" fmla="*/ 1313504 h 5017219"/>
              <a:gd name="connsiteX12668" fmla="*/ 2451489 w 5799173"/>
              <a:gd name="connsiteY12668" fmla="*/ 1328126 h 5017219"/>
              <a:gd name="connsiteX12669" fmla="*/ 2451489 w 5799173"/>
              <a:gd name="connsiteY12669" fmla="*/ 1329289 h 5017219"/>
              <a:gd name="connsiteX12670" fmla="*/ 2443015 w 5799173"/>
              <a:gd name="connsiteY12670" fmla="*/ 1343911 h 5017219"/>
              <a:gd name="connsiteX12671" fmla="*/ 2442018 w 5799173"/>
              <a:gd name="connsiteY12671" fmla="*/ 1344492 h 5017219"/>
              <a:gd name="connsiteX12672" fmla="*/ 2966829 w 5799173"/>
              <a:gd name="connsiteY12672" fmla="*/ 1489634 h 5017219"/>
              <a:gd name="connsiteX12673" fmla="*/ 2965832 w 5799173"/>
              <a:gd name="connsiteY12673" fmla="*/ 1489053 h 5017219"/>
              <a:gd name="connsiteX12674" fmla="*/ 2957358 w 5799173"/>
              <a:gd name="connsiteY12674" fmla="*/ 1474431 h 5017219"/>
              <a:gd name="connsiteX12675" fmla="*/ 2957358 w 5799173"/>
              <a:gd name="connsiteY12675" fmla="*/ 1473268 h 5017219"/>
              <a:gd name="connsiteX12676" fmla="*/ 2965832 w 5799173"/>
              <a:gd name="connsiteY12676" fmla="*/ 1458646 h 5017219"/>
              <a:gd name="connsiteX12677" fmla="*/ 2966829 w 5799173"/>
              <a:gd name="connsiteY12677" fmla="*/ 1458063 h 5017219"/>
              <a:gd name="connsiteX12678" fmla="*/ 2983694 w 5799173"/>
              <a:gd name="connsiteY12678" fmla="*/ 1458063 h 5017219"/>
              <a:gd name="connsiteX12679" fmla="*/ 2984691 w 5799173"/>
              <a:gd name="connsiteY12679" fmla="*/ 1458646 h 5017219"/>
              <a:gd name="connsiteX12680" fmla="*/ 2993165 w 5799173"/>
              <a:gd name="connsiteY12680" fmla="*/ 1473268 h 5017219"/>
              <a:gd name="connsiteX12681" fmla="*/ 2993165 w 5799173"/>
              <a:gd name="connsiteY12681" fmla="*/ 1474431 h 5017219"/>
              <a:gd name="connsiteX12682" fmla="*/ 2984691 w 5799173"/>
              <a:gd name="connsiteY12682" fmla="*/ 1489053 h 5017219"/>
              <a:gd name="connsiteX12683" fmla="*/ 2983694 w 5799173"/>
              <a:gd name="connsiteY12683" fmla="*/ 1489634 h 5017219"/>
              <a:gd name="connsiteX12684" fmla="*/ 4230740 w 5799173"/>
              <a:gd name="connsiteY12684" fmla="*/ 1828298 h 5017219"/>
              <a:gd name="connsiteX12685" fmla="*/ 4229743 w 5799173"/>
              <a:gd name="connsiteY12685" fmla="*/ 1827717 h 5017219"/>
              <a:gd name="connsiteX12686" fmla="*/ 4221269 w 5799173"/>
              <a:gd name="connsiteY12686" fmla="*/ 1813095 h 5017219"/>
              <a:gd name="connsiteX12687" fmla="*/ 4221269 w 5799173"/>
              <a:gd name="connsiteY12687" fmla="*/ 1811932 h 5017219"/>
              <a:gd name="connsiteX12688" fmla="*/ 4229743 w 5799173"/>
              <a:gd name="connsiteY12688" fmla="*/ 1797310 h 5017219"/>
              <a:gd name="connsiteX12689" fmla="*/ 4230740 w 5799173"/>
              <a:gd name="connsiteY12689" fmla="*/ 1796727 h 5017219"/>
              <a:gd name="connsiteX12690" fmla="*/ 4247605 w 5799173"/>
              <a:gd name="connsiteY12690" fmla="*/ 1796727 h 5017219"/>
              <a:gd name="connsiteX12691" fmla="*/ 4248602 w 5799173"/>
              <a:gd name="connsiteY12691" fmla="*/ 1797310 h 5017219"/>
              <a:gd name="connsiteX12692" fmla="*/ 4257076 w 5799173"/>
              <a:gd name="connsiteY12692" fmla="*/ 1811932 h 5017219"/>
              <a:gd name="connsiteX12693" fmla="*/ 4257076 w 5799173"/>
              <a:gd name="connsiteY12693" fmla="*/ 1813095 h 5017219"/>
              <a:gd name="connsiteX12694" fmla="*/ 4248602 w 5799173"/>
              <a:gd name="connsiteY12694" fmla="*/ 1827717 h 5017219"/>
              <a:gd name="connsiteX12695" fmla="*/ 4247605 w 5799173"/>
              <a:gd name="connsiteY12695" fmla="*/ 1828298 h 5017219"/>
              <a:gd name="connsiteX12696" fmla="*/ 2665801 w 5799173"/>
              <a:gd name="connsiteY12696" fmla="*/ 1409258 h 5017219"/>
              <a:gd name="connsiteX12697" fmla="*/ 2664721 w 5799173"/>
              <a:gd name="connsiteY12697" fmla="*/ 1408676 h 5017219"/>
              <a:gd name="connsiteX12698" fmla="*/ 2656165 w 5799173"/>
              <a:gd name="connsiteY12698" fmla="*/ 1393888 h 5017219"/>
              <a:gd name="connsiteX12699" fmla="*/ 2656164 w 5799173"/>
              <a:gd name="connsiteY12699" fmla="*/ 1392641 h 5017219"/>
              <a:gd name="connsiteX12700" fmla="*/ 2664722 w 5799173"/>
              <a:gd name="connsiteY12700" fmla="*/ 1377855 h 5017219"/>
              <a:gd name="connsiteX12701" fmla="*/ 2665802 w 5799173"/>
              <a:gd name="connsiteY12701" fmla="*/ 1377272 h 5017219"/>
              <a:gd name="connsiteX12702" fmla="*/ 2682916 w 5799173"/>
              <a:gd name="connsiteY12702" fmla="*/ 1377272 h 5017219"/>
              <a:gd name="connsiteX12703" fmla="*/ 2683995 w 5799173"/>
              <a:gd name="connsiteY12703" fmla="*/ 1377855 h 5017219"/>
              <a:gd name="connsiteX12704" fmla="*/ 2692552 w 5799173"/>
              <a:gd name="connsiteY12704" fmla="*/ 1392642 h 5017219"/>
              <a:gd name="connsiteX12705" fmla="*/ 2692552 w 5799173"/>
              <a:gd name="connsiteY12705" fmla="*/ 1393889 h 5017219"/>
              <a:gd name="connsiteX12706" fmla="*/ 2683996 w 5799173"/>
              <a:gd name="connsiteY12706" fmla="*/ 1408676 h 5017219"/>
              <a:gd name="connsiteX12707" fmla="*/ 2682915 w 5799173"/>
              <a:gd name="connsiteY12707" fmla="*/ 1409258 h 5017219"/>
              <a:gd name="connsiteX12708" fmla="*/ 2786091 w 5799173"/>
              <a:gd name="connsiteY12708" fmla="*/ 1441595 h 5017219"/>
              <a:gd name="connsiteX12709" fmla="*/ 2785011 w 5799173"/>
              <a:gd name="connsiteY12709" fmla="*/ 1441014 h 5017219"/>
              <a:gd name="connsiteX12710" fmla="*/ 2776454 w 5799173"/>
              <a:gd name="connsiteY12710" fmla="*/ 1426142 h 5017219"/>
              <a:gd name="connsiteX12711" fmla="*/ 2776454 w 5799173"/>
              <a:gd name="connsiteY12711" fmla="*/ 1424896 h 5017219"/>
              <a:gd name="connsiteX12712" fmla="*/ 2785094 w 5799173"/>
              <a:gd name="connsiteY12712" fmla="*/ 1410025 h 5017219"/>
              <a:gd name="connsiteX12713" fmla="*/ 2786174 w 5799173"/>
              <a:gd name="connsiteY12713" fmla="*/ 1409443 h 5017219"/>
              <a:gd name="connsiteX12714" fmla="*/ 2803372 w 5799173"/>
              <a:gd name="connsiteY12714" fmla="*/ 1409444 h 5017219"/>
              <a:gd name="connsiteX12715" fmla="*/ 2804452 w 5799173"/>
              <a:gd name="connsiteY12715" fmla="*/ 1410025 h 5017219"/>
              <a:gd name="connsiteX12716" fmla="*/ 2813009 w 5799173"/>
              <a:gd name="connsiteY12716" fmla="*/ 1424896 h 5017219"/>
              <a:gd name="connsiteX12717" fmla="*/ 2813009 w 5799173"/>
              <a:gd name="connsiteY12717" fmla="*/ 1426142 h 5017219"/>
              <a:gd name="connsiteX12718" fmla="*/ 2804369 w 5799173"/>
              <a:gd name="connsiteY12718" fmla="*/ 1441013 h 5017219"/>
              <a:gd name="connsiteX12719" fmla="*/ 2803288 w 5799173"/>
              <a:gd name="connsiteY12719" fmla="*/ 1441595 h 5017219"/>
              <a:gd name="connsiteX12720" fmla="*/ 3026837 w 5799173"/>
              <a:gd name="connsiteY12720" fmla="*/ 1506103 h 5017219"/>
              <a:gd name="connsiteX12721" fmla="*/ 3025757 w 5799173"/>
              <a:gd name="connsiteY12721" fmla="*/ 1505521 h 5017219"/>
              <a:gd name="connsiteX12722" fmla="*/ 3017199 w 5799173"/>
              <a:gd name="connsiteY12722" fmla="*/ 1490650 h 5017219"/>
              <a:gd name="connsiteX12723" fmla="*/ 3017199 w 5799173"/>
              <a:gd name="connsiteY12723" fmla="*/ 1489404 h 5017219"/>
              <a:gd name="connsiteX12724" fmla="*/ 3025840 w 5799173"/>
              <a:gd name="connsiteY12724" fmla="*/ 1474533 h 5017219"/>
              <a:gd name="connsiteX12725" fmla="*/ 3026920 w 5799173"/>
              <a:gd name="connsiteY12725" fmla="*/ 1473951 h 5017219"/>
              <a:gd name="connsiteX12726" fmla="*/ 3044118 w 5799173"/>
              <a:gd name="connsiteY12726" fmla="*/ 1473951 h 5017219"/>
              <a:gd name="connsiteX12727" fmla="*/ 3045198 w 5799173"/>
              <a:gd name="connsiteY12727" fmla="*/ 1474533 h 5017219"/>
              <a:gd name="connsiteX12728" fmla="*/ 3053754 w 5799173"/>
              <a:gd name="connsiteY12728" fmla="*/ 1489404 h 5017219"/>
              <a:gd name="connsiteX12729" fmla="*/ 3053755 w 5799173"/>
              <a:gd name="connsiteY12729" fmla="*/ 1490650 h 5017219"/>
              <a:gd name="connsiteX12730" fmla="*/ 3045115 w 5799173"/>
              <a:gd name="connsiteY12730" fmla="*/ 1505521 h 5017219"/>
              <a:gd name="connsiteX12731" fmla="*/ 3044034 w 5799173"/>
              <a:gd name="connsiteY12731" fmla="*/ 1506103 h 5017219"/>
              <a:gd name="connsiteX12732" fmla="*/ 3087023 w 5799173"/>
              <a:gd name="connsiteY12732" fmla="*/ 1522313 h 5017219"/>
              <a:gd name="connsiteX12733" fmla="*/ 3085942 w 5799173"/>
              <a:gd name="connsiteY12733" fmla="*/ 1521731 h 5017219"/>
              <a:gd name="connsiteX12734" fmla="*/ 3077303 w 5799173"/>
              <a:gd name="connsiteY12734" fmla="*/ 1506776 h 5017219"/>
              <a:gd name="connsiteX12735" fmla="*/ 3077302 w 5799173"/>
              <a:gd name="connsiteY12735" fmla="*/ 1505530 h 5017219"/>
              <a:gd name="connsiteX12736" fmla="*/ 3085942 w 5799173"/>
              <a:gd name="connsiteY12736" fmla="*/ 1490577 h 5017219"/>
              <a:gd name="connsiteX12737" fmla="*/ 3087023 w 5799173"/>
              <a:gd name="connsiteY12737" fmla="*/ 1489995 h 5017219"/>
              <a:gd name="connsiteX12738" fmla="*/ 3104302 w 5799173"/>
              <a:gd name="connsiteY12738" fmla="*/ 1489995 h 5017219"/>
              <a:gd name="connsiteX12739" fmla="*/ 3105384 w 5799173"/>
              <a:gd name="connsiteY12739" fmla="*/ 1490577 h 5017219"/>
              <a:gd name="connsiteX12740" fmla="*/ 3114023 w 5799173"/>
              <a:gd name="connsiteY12740" fmla="*/ 1505530 h 5017219"/>
              <a:gd name="connsiteX12741" fmla="*/ 3114023 w 5799173"/>
              <a:gd name="connsiteY12741" fmla="*/ 1506776 h 5017219"/>
              <a:gd name="connsiteX12742" fmla="*/ 3105383 w 5799173"/>
              <a:gd name="connsiteY12742" fmla="*/ 1521730 h 5017219"/>
              <a:gd name="connsiteX12743" fmla="*/ 3104302 w 5799173"/>
              <a:gd name="connsiteY12743" fmla="*/ 1522312 h 5017219"/>
              <a:gd name="connsiteX12744" fmla="*/ 4290581 w 5799173"/>
              <a:gd name="connsiteY12744" fmla="*/ 1845099 h 5017219"/>
              <a:gd name="connsiteX12745" fmla="*/ 4289501 w 5799173"/>
              <a:gd name="connsiteY12745" fmla="*/ 1844518 h 5017219"/>
              <a:gd name="connsiteX12746" fmla="*/ 4280695 w 5799173"/>
              <a:gd name="connsiteY12746" fmla="*/ 1829313 h 5017219"/>
              <a:gd name="connsiteX12747" fmla="*/ 4280695 w 5799173"/>
              <a:gd name="connsiteY12747" fmla="*/ 1828068 h 5017219"/>
              <a:gd name="connsiteX12748" fmla="*/ 4289501 w 5799173"/>
              <a:gd name="connsiteY12748" fmla="*/ 1812865 h 5017219"/>
              <a:gd name="connsiteX12749" fmla="*/ 4290581 w 5799173"/>
              <a:gd name="connsiteY12749" fmla="*/ 1812283 h 5017219"/>
              <a:gd name="connsiteX12750" fmla="*/ 4308194 w 5799173"/>
              <a:gd name="connsiteY12750" fmla="*/ 1812283 h 5017219"/>
              <a:gd name="connsiteX12751" fmla="*/ 4309273 w 5799173"/>
              <a:gd name="connsiteY12751" fmla="*/ 1812865 h 5017219"/>
              <a:gd name="connsiteX12752" fmla="*/ 4318080 w 5799173"/>
              <a:gd name="connsiteY12752" fmla="*/ 1828067 h 5017219"/>
              <a:gd name="connsiteX12753" fmla="*/ 4318080 w 5799173"/>
              <a:gd name="connsiteY12753" fmla="*/ 1829314 h 5017219"/>
              <a:gd name="connsiteX12754" fmla="*/ 4309274 w 5799173"/>
              <a:gd name="connsiteY12754" fmla="*/ 1844518 h 5017219"/>
              <a:gd name="connsiteX12755" fmla="*/ 4308194 w 5799173"/>
              <a:gd name="connsiteY12755" fmla="*/ 1845099 h 5017219"/>
              <a:gd name="connsiteX12756" fmla="*/ 4170146 w 5799173"/>
              <a:gd name="connsiteY12756" fmla="*/ 1813097 h 5017219"/>
              <a:gd name="connsiteX12757" fmla="*/ 4169067 w 5799173"/>
              <a:gd name="connsiteY12757" fmla="*/ 1812432 h 5017219"/>
              <a:gd name="connsiteX12758" fmla="*/ 4160177 w 5799173"/>
              <a:gd name="connsiteY12758" fmla="*/ 1796980 h 5017219"/>
              <a:gd name="connsiteX12759" fmla="*/ 4160177 w 5799173"/>
              <a:gd name="connsiteY12759" fmla="*/ 1795732 h 5017219"/>
              <a:gd name="connsiteX12760" fmla="*/ 4169066 w 5799173"/>
              <a:gd name="connsiteY12760" fmla="*/ 1780281 h 5017219"/>
              <a:gd name="connsiteX12761" fmla="*/ 4170146 w 5799173"/>
              <a:gd name="connsiteY12761" fmla="*/ 1779615 h 5017219"/>
              <a:gd name="connsiteX12762" fmla="*/ 4187926 w 5799173"/>
              <a:gd name="connsiteY12762" fmla="*/ 1779616 h 5017219"/>
              <a:gd name="connsiteX12763" fmla="*/ 4189005 w 5799173"/>
              <a:gd name="connsiteY12763" fmla="*/ 1780281 h 5017219"/>
              <a:gd name="connsiteX12764" fmla="*/ 4197895 w 5799173"/>
              <a:gd name="connsiteY12764" fmla="*/ 1795733 h 5017219"/>
              <a:gd name="connsiteX12765" fmla="*/ 4197896 w 5799173"/>
              <a:gd name="connsiteY12765" fmla="*/ 1796980 h 5017219"/>
              <a:gd name="connsiteX12766" fmla="*/ 4189005 w 5799173"/>
              <a:gd name="connsiteY12766" fmla="*/ 1812432 h 5017219"/>
              <a:gd name="connsiteX12767" fmla="*/ 4187925 w 5799173"/>
              <a:gd name="connsiteY12767" fmla="*/ 1813097 h 5017219"/>
              <a:gd name="connsiteX12768" fmla="*/ 3146899 w 5799173"/>
              <a:gd name="connsiteY12768" fmla="*/ 1539013 h 5017219"/>
              <a:gd name="connsiteX12769" fmla="*/ 3145819 w 5799173"/>
              <a:gd name="connsiteY12769" fmla="*/ 1538349 h 5017219"/>
              <a:gd name="connsiteX12770" fmla="*/ 3136847 w 5799173"/>
              <a:gd name="connsiteY12770" fmla="*/ 1522813 h 5017219"/>
              <a:gd name="connsiteX12771" fmla="*/ 3136847 w 5799173"/>
              <a:gd name="connsiteY12771" fmla="*/ 1521567 h 5017219"/>
              <a:gd name="connsiteX12772" fmla="*/ 3145819 w 5799173"/>
              <a:gd name="connsiteY12772" fmla="*/ 1506030 h 5017219"/>
              <a:gd name="connsiteX12773" fmla="*/ 3146899 w 5799173"/>
              <a:gd name="connsiteY12773" fmla="*/ 1505366 h 5017219"/>
              <a:gd name="connsiteX12774" fmla="*/ 3164761 w 5799173"/>
              <a:gd name="connsiteY12774" fmla="*/ 1505365 h 5017219"/>
              <a:gd name="connsiteX12775" fmla="*/ 3165841 w 5799173"/>
              <a:gd name="connsiteY12775" fmla="*/ 1506031 h 5017219"/>
              <a:gd name="connsiteX12776" fmla="*/ 3174814 w 5799173"/>
              <a:gd name="connsiteY12776" fmla="*/ 1521567 h 5017219"/>
              <a:gd name="connsiteX12777" fmla="*/ 3174814 w 5799173"/>
              <a:gd name="connsiteY12777" fmla="*/ 1522813 h 5017219"/>
              <a:gd name="connsiteX12778" fmla="*/ 3165841 w 5799173"/>
              <a:gd name="connsiteY12778" fmla="*/ 1538349 h 5017219"/>
              <a:gd name="connsiteX12779" fmla="*/ 3164761 w 5799173"/>
              <a:gd name="connsiteY12779" fmla="*/ 1539012 h 5017219"/>
              <a:gd name="connsiteX12780" fmla="*/ 2906151 w 5799173"/>
              <a:gd name="connsiteY12780" fmla="*/ 1474610 h 5017219"/>
              <a:gd name="connsiteX12781" fmla="*/ 2905071 w 5799173"/>
              <a:gd name="connsiteY12781" fmla="*/ 1473945 h 5017219"/>
              <a:gd name="connsiteX12782" fmla="*/ 2896099 w 5799173"/>
              <a:gd name="connsiteY12782" fmla="*/ 1458327 h 5017219"/>
              <a:gd name="connsiteX12783" fmla="*/ 2896099 w 5799173"/>
              <a:gd name="connsiteY12783" fmla="*/ 1457081 h 5017219"/>
              <a:gd name="connsiteX12784" fmla="*/ 2905071 w 5799173"/>
              <a:gd name="connsiteY12784" fmla="*/ 1441462 h 5017219"/>
              <a:gd name="connsiteX12785" fmla="*/ 2906151 w 5799173"/>
              <a:gd name="connsiteY12785" fmla="*/ 1440796 h 5017219"/>
              <a:gd name="connsiteX12786" fmla="*/ 2924179 w 5799173"/>
              <a:gd name="connsiteY12786" fmla="*/ 1440796 h 5017219"/>
              <a:gd name="connsiteX12787" fmla="*/ 2925259 w 5799173"/>
              <a:gd name="connsiteY12787" fmla="*/ 1441462 h 5017219"/>
              <a:gd name="connsiteX12788" fmla="*/ 2934232 w 5799173"/>
              <a:gd name="connsiteY12788" fmla="*/ 1457081 h 5017219"/>
              <a:gd name="connsiteX12789" fmla="*/ 2934232 w 5799173"/>
              <a:gd name="connsiteY12789" fmla="*/ 1458327 h 5017219"/>
              <a:gd name="connsiteX12790" fmla="*/ 2925259 w 5799173"/>
              <a:gd name="connsiteY12790" fmla="*/ 1473946 h 5017219"/>
              <a:gd name="connsiteX12791" fmla="*/ 2924179 w 5799173"/>
              <a:gd name="connsiteY12791" fmla="*/ 1474610 h 5017219"/>
              <a:gd name="connsiteX12792" fmla="*/ 5373787 w 5799173"/>
              <a:gd name="connsiteY12792" fmla="*/ 2135811 h 5017219"/>
              <a:gd name="connsiteX12793" fmla="*/ 5372707 w 5799173"/>
              <a:gd name="connsiteY12793" fmla="*/ 2135147 h 5017219"/>
              <a:gd name="connsiteX12794" fmla="*/ 5363735 w 5799173"/>
              <a:gd name="connsiteY12794" fmla="*/ 2119528 h 5017219"/>
              <a:gd name="connsiteX12795" fmla="*/ 5363735 w 5799173"/>
              <a:gd name="connsiteY12795" fmla="*/ 2118282 h 5017219"/>
              <a:gd name="connsiteX12796" fmla="*/ 5372707 w 5799173"/>
              <a:gd name="connsiteY12796" fmla="*/ 2102663 h 5017219"/>
              <a:gd name="connsiteX12797" fmla="*/ 5373787 w 5799173"/>
              <a:gd name="connsiteY12797" fmla="*/ 2101998 h 5017219"/>
              <a:gd name="connsiteX12798" fmla="*/ 5391816 w 5799173"/>
              <a:gd name="connsiteY12798" fmla="*/ 2101998 h 5017219"/>
              <a:gd name="connsiteX12799" fmla="*/ 5392896 w 5799173"/>
              <a:gd name="connsiteY12799" fmla="*/ 2102663 h 5017219"/>
              <a:gd name="connsiteX12800" fmla="*/ 5401868 w 5799173"/>
              <a:gd name="connsiteY12800" fmla="*/ 2118282 h 5017219"/>
              <a:gd name="connsiteX12801" fmla="*/ 5401868 w 5799173"/>
              <a:gd name="connsiteY12801" fmla="*/ 2119528 h 5017219"/>
              <a:gd name="connsiteX12802" fmla="*/ 5392896 w 5799173"/>
              <a:gd name="connsiteY12802" fmla="*/ 2135147 h 5017219"/>
              <a:gd name="connsiteX12803" fmla="*/ 5391816 w 5799173"/>
              <a:gd name="connsiteY12803" fmla="*/ 2135810 h 5017219"/>
              <a:gd name="connsiteX12804" fmla="*/ 2845883 w 5799173"/>
              <a:gd name="connsiteY12804" fmla="*/ 1458555 h 5017219"/>
              <a:gd name="connsiteX12805" fmla="*/ 2844803 w 5799173"/>
              <a:gd name="connsiteY12805" fmla="*/ 1457890 h 5017219"/>
              <a:gd name="connsiteX12806" fmla="*/ 2835748 w 5799173"/>
              <a:gd name="connsiteY12806" fmla="*/ 1442189 h 5017219"/>
              <a:gd name="connsiteX12807" fmla="*/ 2835748 w 5799173"/>
              <a:gd name="connsiteY12807" fmla="*/ 1440942 h 5017219"/>
              <a:gd name="connsiteX12808" fmla="*/ 2844803 w 5799173"/>
              <a:gd name="connsiteY12808" fmla="*/ 1425240 h 5017219"/>
              <a:gd name="connsiteX12809" fmla="*/ 2845883 w 5799173"/>
              <a:gd name="connsiteY12809" fmla="*/ 1424576 h 5017219"/>
              <a:gd name="connsiteX12810" fmla="*/ 2863994 w 5799173"/>
              <a:gd name="connsiteY12810" fmla="*/ 1424576 h 5017219"/>
              <a:gd name="connsiteX12811" fmla="*/ 2865075 w 5799173"/>
              <a:gd name="connsiteY12811" fmla="*/ 1425240 h 5017219"/>
              <a:gd name="connsiteX12812" fmla="*/ 2874129 w 5799173"/>
              <a:gd name="connsiteY12812" fmla="*/ 1440942 h 5017219"/>
              <a:gd name="connsiteX12813" fmla="*/ 2874129 w 5799173"/>
              <a:gd name="connsiteY12813" fmla="*/ 1442189 h 5017219"/>
              <a:gd name="connsiteX12814" fmla="*/ 2865074 w 5799173"/>
              <a:gd name="connsiteY12814" fmla="*/ 1457890 h 5017219"/>
              <a:gd name="connsiteX12815" fmla="*/ 2863994 w 5799173"/>
              <a:gd name="connsiteY12815" fmla="*/ 1458555 h 5017219"/>
              <a:gd name="connsiteX12816" fmla="*/ 4410652 w 5799173"/>
              <a:gd name="connsiteY12816" fmla="*/ 1878022 h 5017219"/>
              <a:gd name="connsiteX12817" fmla="*/ 4409573 w 5799173"/>
              <a:gd name="connsiteY12817" fmla="*/ 1877357 h 5017219"/>
              <a:gd name="connsiteX12818" fmla="*/ 4400434 w 5799173"/>
              <a:gd name="connsiteY12818" fmla="*/ 1861489 h 5017219"/>
              <a:gd name="connsiteX12819" fmla="*/ 4400434 w 5799173"/>
              <a:gd name="connsiteY12819" fmla="*/ 1860159 h 5017219"/>
              <a:gd name="connsiteX12820" fmla="*/ 4409573 w 5799173"/>
              <a:gd name="connsiteY12820" fmla="*/ 1844291 h 5017219"/>
              <a:gd name="connsiteX12821" fmla="*/ 4410653 w 5799173"/>
              <a:gd name="connsiteY12821" fmla="*/ 1843627 h 5017219"/>
              <a:gd name="connsiteX12822" fmla="*/ 4428930 w 5799173"/>
              <a:gd name="connsiteY12822" fmla="*/ 1843626 h 5017219"/>
              <a:gd name="connsiteX12823" fmla="*/ 4430011 w 5799173"/>
              <a:gd name="connsiteY12823" fmla="*/ 1844292 h 5017219"/>
              <a:gd name="connsiteX12824" fmla="*/ 4439149 w 5799173"/>
              <a:gd name="connsiteY12824" fmla="*/ 1860159 h 5017219"/>
              <a:gd name="connsiteX12825" fmla="*/ 4439149 w 5799173"/>
              <a:gd name="connsiteY12825" fmla="*/ 1861489 h 5017219"/>
              <a:gd name="connsiteX12826" fmla="*/ 4430011 w 5799173"/>
              <a:gd name="connsiteY12826" fmla="*/ 1877357 h 5017219"/>
              <a:gd name="connsiteX12827" fmla="*/ 4428931 w 5799173"/>
              <a:gd name="connsiteY12827" fmla="*/ 1878021 h 5017219"/>
              <a:gd name="connsiteX12828" fmla="*/ 4470736 w 5799173"/>
              <a:gd name="connsiteY12828" fmla="*/ 1894311 h 5017219"/>
              <a:gd name="connsiteX12829" fmla="*/ 4469573 w 5799173"/>
              <a:gd name="connsiteY12829" fmla="*/ 1893646 h 5017219"/>
              <a:gd name="connsiteX12830" fmla="*/ 4460351 w 5799173"/>
              <a:gd name="connsiteY12830" fmla="*/ 1877695 h 5017219"/>
              <a:gd name="connsiteX12831" fmla="*/ 4460351 w 5799173"/>
              <a:gd name="connsiteY12831" fmla="*/ 1876366 h 5017219"/>
              <a:gd name="connsiteX12832" fmla="*/ 4469573 w 5799173"/>
              <a:gd name="connsiteY12832" fmla="*/ 1860415 h 5017219"/>
              <a:gd name="connsiteX12833" fmla="*/ 4470736 w 5799173"/>
              <a:gd name="connsiteY12833" fmla="*/ 1859750 h 5017219"/>
              <a:gd name="connsiteX12834" fmla="*/ 4489179 w 5799173"/>
              <a:gd name="connsiteY12834" fmla="*/ 1859750 h 5017219"/>
              <a:gd name="connsiteX12835" fmla="*/ 4490342 w 5799173"/>
              <a:gd name="connsiteY12835" fmla="*/ 1860415 h 5017219"/>
              <a:gd name="connsiteX12836" fmla="*/ 4499564 w 5799173"/>
              <a:gd name="connsiteY12836" fmla="*/ 1876366 h 5017219"/>
              <a:gd name="connsiteX12837" fmla="*/ 4499564 w 5799173"/>
              <a:gd name="connsiteY12837" fmla="*/ 1877695 h 5017219"/>
              <a:gd name="connsiteX12838" fmla="*/ 4490342 w 5799173"/>
              <a:gd name="connsiteY12838" fmla="*/ 1893646 h 5017219"/>
              <a:gd name="connsiteX12839" fmla="*/ 4489179 w 5799173"/>
              <a:gd name="connsiteY12839" fmla="*/ 1894311 h 5017219"/>
              <a:gd name="connsiteX12840" fmla="*/ 4350279 w 5799173"/>
              <a:gd name="connsiteY12840" fmla="*/ 1862224 h 5017219"/>
              <a:gd name="connsiteX12841" fmla="*/ 4349116 w 5799173"/>
              <a:gd name="connsiteY12841" fmla="*/ 1861560 h 5017219"/>
              <a:gd name="connsiteX12842" fmla="*/ 4339811 w 5799173"/>
              <a:gd name="connsiteY12842" fmla="*/ 1845442 h 5017219"/>
              <a:gd name="connsiteX12843" fmla="*/ 4339811 w 5799173"/>
              <a:gd name="connsiteY12843" fmla="*/ 1844113 h 5017219"/>
              <a:gd name="connsiteX12844" fmla="*/ 4349116 w 5799173"/>
              <a:gd name="connsiteY12844" fmla="*/ 1827995 h 5017219"/>
              <a:gd name="connsiteX12845" fmla="*/ 4350279 w 5799173"/>
              <a:gd name="connsiteY12845" fmla="*/ 1827331 h 5017219"/>
              <a:gd name="connsiteX12846" fmla="*/ 4368888 w 5799173"/>
              <a:gd name="connsiteY12846" fmla="*/ 1827331 h 5017219"/>
              <a:gd name="connsiteX12847" fmla="*/ 4370052 w 5799173"/>
              <a:gd name="connsiteY12847" fmla="*/ 1827995 h 5017219"/>
              <a:gd name="connsiteX12848" fmla="*/ 4379357 w 5799173"/>
              <a:gd name="connsiteY12848" fmla="*/ 1844113 h 5017219"/>
              <a:gd name="connsiteX12849" fmla="*/ 4379357 w 5799173"/>
              <a:gd name="connsiteY12849" fmla="*/ 1845442 h 5017219"/>
              <a:gd name="connsiteX12850" fmla="*/ 4370052 w 5799173"/>
              <a:gd name="connsiteY12850" fmla="*/ 1861560 h 5017219"/>
              <a:gd name="connsiteX12851" fmla="*/ 4368888 w 5799173"/>
              <a:gd name="connsiteY12851" fmla="*/ 1862224 h 5017219"/>
              <a:gd name="connsiteX12852" fmla="*/ 4590942 w 5799173"/>
              <a:gd name="connsiteY12852" fmla="*/ 1926897 h 5017219"/>
              <a:gd name="connsiteX12853" fmla="*/ 4589778 w 5799173"/>
              <a:gd name="connsiteY12853" fmla="*/ 1926233 h 5017219"/>
              <a:gd name="connsiteX12854" fmla="*/ 4580390 w 5799173"/>
              <a:gd name="connsiteY12854" fmla="*/ 1909951 h 5017219"/>
              <a:gd name="connsiteX12855" fmla="*/ 4580391 w 5799173"/>
              <a:gd name="connsiteY12855" fmla="*/ 1908620 h 5017219"/>
              <a:gd name="connsiteX12856" fmla="*/ 4589778 w 5799173"/>
              <a:gd name="connsiteY12856" fmla="*/ 1892337 h 5017219"/>
              <a:gd name="connsiteX12857" fmla="*/ 4590942 w 5799173"/>
              <a:gd name="connsiteY12857" fmla="*/ 1891673 h 5017219"/>
              <a:gd name="connsiteX12858" fmla="*/ 4609717 w 5799173"/>
              <a:gd name="connsiteY12858" fmla="*/ 1891672 h 5017219"/>
              <a:gd name="connsiteX12859" fmla="*/ 4610880 w 5799173"/>
              <a:gd name="connsiteY12859" fmla="*/ 1892337 h 5017219"/>
              <a:gd name="connsiteX12860" fmla="*/ 4620268 w 5799173"/>
              <a:gd name="connsiteY12860" fmla="*/ 1908620 h 5017219"/>
              <a:gd name="connsiteX12861" fmla="*/ 4620269 w 5799173"/>
              <a:gd name="connsiteY12861" fmla="*/ 1909950 h 5017219"/>
              <a:gd name="connsiteX12862" fmla="*/ 4610880 w 5799173"/>
              <a:gd name="connsiteY12862" fmla="*/ 1926233 h 5017219"/>
              <a:gd name="connsiteX12863" fmla="*/ 4609717 w 5799173"/>
              <a:gd name="connsiteY12863" fmla="*/ 1926897 h 5017219"/>
              <a:gd name="connsiteX12864" fmla="*/ 4650940 w 5799173"/>
              <a:gd name="connsiteY12864" fmla="*/ 1943270 h 5017219"/>
              <a:gd name="connsiteX12865" fmla="*/ 4649777 w 5799173"/>
              <a:gd name="connsiteY12865" fmla="*/ 1942605 h 5017219"/>
              <a:gd name="connsiteX12866" fmla="*/ 4640306 w 5799173"/>
              <a:gd name="connsiteY12866" fmla="*/ 1926157 h 5017219"/>
              <a:gd name="connsiteX12867" fmla="*/ 4640306 w 5799173"/>
              <a:gd name="connsiteY12867" fmla="*/ 1924826 h 5017219"/>
              <a:gd name="connsiteX12868" fmla="*/ 4649860 w 5799173"/>
              <a:gd name="connsiteY12868" fmla="*/ 1908378 h 5017219"/>
              <a:gd name="connsiteX12869" fmla="*/ 4651023 w 5799173"/>
              <a:gd name="connsiteY12869" fmla="*/ 1907712 h 5017219"/>
              <a:gd name="connsiteX12870" fmla="*/ 4670048 w 5799173"/>
              <a:gd name="connsiteY12870" fmla="*/ 1907712 h 5017219"/>
              <a:gd name="connsiteX12871" fmla="*/ 4671211 w 5799173"/>
              <a:gd name="connsiteY12871" fmla="*/ 1908378 h 5017219"/>
              <a:gd name="connsiteX12872" fmla="*/ 4680682 w 5799173"/>
              <a:gd name="connsiteY12872" fmla="*/ 1924826 h 5017219"/>
              <a:gd name="connsiteX12873" fmla="*/ 4680682 w 5799173"/>
              <a:gd name="connsiteY12873" fmla="*/ 1926157 h 5017219"/>
              <a:gd name="connsiteX12874" fmla="*/ 4671128 w 5799173"/>
              <a:gd name="connsiteY12874" fmla="*/ 1942605 h 5017219"/>
              <a:gd name="connsiteX12875" fmla="*/ 4669965 w 5799173"/>
              <a:gd name="connsiteY12875" fmla="*/ 1943271 h 5017219"/>
              <a:gd name="connsiteX12876" fmla="*/ 4711126 w 5799173"/>
              <a:gd name="connsiteY12876" fmla="*/ 1959397 h 5017219"/>
              <a:gd name="connsiteX12877" fmla="*/ 4709963 w 5799173"/>
              <a:gd name="connsiteY12877" fmla="*/ 1958732 h 5017219"/>
              <a:gd name="connsiteX12878" fmla="*/ 4700492 w 5799173"/>
              <a:gd name="connsiteY12878" fmla="*/ 1942283 h 5017219"/>
              <a:gd name="connsiteX12879" fmla="*/ 4700492 w 5799173"/>
              <a:gd name="connsiteY12879" fmla="*/ 1940953 h 5017219"/>
              <a:gd name="connsiteX12880" fmla="*/ 4710046 w 5799173"/>
              <a:gd name="connsiteY12880" fmla="*/ 1924504 h 5017219"/>
              <a:gd name="connsiteX12881" fmla="*/ 4711209 w 5799173"/>
              <a:gd name="connsiteY12881" fmla="*/ 1923839 h 5017219"/>
              <a:gd name="connsiteX12882" fmla="*/ 4730234 w 5799173"/>
              <a:gd name="connsiteY12882" fmla="*/ 1923839 h 5017219"/>
              <a:gd name="connsiteX12883" fmla="*/ 4731397 w 5799173"/>
              <a:gd name="connsiteY12883" fmla="*/ 1924504 h 5017219"/>
              <a:gd name="connsiteX12884" fmla="*/ 4740868 w 5799173"/>
              <a:gd name="connsiteY12884" fmla="*/ 1940953 h 5017219"/>
              <a:gd name="connsiteX12885" fmla="*/ 4740868 w 5799173"/>
              <a:gd name="connsiteY12885" fmla="*/ 1942283 h 5017219"/>
              <a:gd name="connsiteX12886" fmla="*/ 4731314 w 5799173"/>
              <a:gd name="connsiteY12886" fmla="*/ 1958732 h 5017219"/>
              <a:gd name="connsiteX12887" fmla="*/ 4730151 w 5799173"/>
              <a:gd name="connsiteY12887" fmla="*/ 1959397 h 5017219"/>
              <a:gd name="connsiteX12888" fmla="*/ 4831499 w 5799173"/>
              <a:gd name="connsiteY12888" fmla="*/ 1991651 h 5017219"/>
              <a:gd name="connsiteX12889" fmla="*/ 4830336 w 5799173"/>
              <a:gd name="connsiteY12889" fmla="*/ 1990986 h 5017219"/>
              <a:gd name="connsiteX12890" fmla="*/ 4820865 w 5799173"/>
              <a:gd name="connsiteY12890" fmla="*/ 1974537 h 5017219"/>
              <a:gd name="connsiteX12891" fmla="*/ 4820865 w 5799173"/>
              <a:gd name="connsiteY12891" fmla="*/ 1973207 h 5017219"/>
              <a:gd name="connsiteX12892" fmla="*/ 4830419 w 5799173"/>
              <a:gd name="connsiteY12892" fmla="*/ 1956758 h 5017219"/>
              <a:gd name="connsiteX12893" fmla="*/ 4831581 w 5799173"/>
              <a:gd name="connsiteY12893" fmla="*/ 1956093 h 5017219"/>
              <a:gd name="connsiteX12894" fmla="*/ 4850607 w 5799173"/>
              <a:gd name="connsiteY12894" fmla="*/ 1956093 h 5017219"/>
              <a:gd name="connsiteX12895" fmla="*/ 4851770 w 5799173"/>
              <a:gd name="connsiteY12895" fmla="*/ 1956758 h 5017219"/>
              <a:gd name="connsiteX12896" fmla="*/ 4861241 w 5799173"/>
              <a:gd name="connsiteY12896" fmla="*/ 1973207 h 5017219"/>
              <a:gd name="connsiteX12897" fmla="*/ 4861240 w 5799173"/>
              <a:gd name="connsiteY12897" fmla="*/ 1974537 h 5017219"/>
              <a:gd name="connsiteX12898" fmla="*/ 4851687 w 5799173"/>
              <a:gd name="connsiteY12898" fmla="*/ 1990986 h 5017219"/>
              <a:gd name="connsiteX12899" fmla="*/ 4850524 w 5799173"/>
              <a:gd name="connsiteY12899" fmla="*/ 1991651 h 5017219"/>
              <a:gd name="connsiteX12900" fmla="*/ 1039767 w 5799173"/>
              <a:gd name="connsiteY12900" fmla="*/ 975743 h 5017219"/>
              <a:gd name="connsiteX12901" fmla="*/ 1038603 w 5799173"/>
              <a:gd name="connsiteY12901" fmla="*/ 975078 h 5017219"/>
              <a:gd name="connsiteX12902" fmla="*/ 1029050 w 5799173"/>
              <a:gd name="connsiteY12902" fmla="*/ 958545 h 5017219"/>
              <a:gd name="connsiteX12903" fmla="*/ 1029050 w 5799173"/>
              <a:gd name="connsiteY12903" fmla="*/ 957216 h 5017219"/>
              <a:gd name="connsiteX12904" fmla="*/ 1038603 w 5799173"/>
              <a:gd name="connsiteY12904" fmla="*/ 940683 h 5017219"/>
              <a:gd name="connsiteX12905" fmla="*/ 1039767 w 5799173"/>
              <a:gd name="connsiteY12905" fmla="*/ 940019 h 5017219"/>
              <a:gd name="connsiteX12906" fmla="*/ 1058875 w 5799173"/>
              <a:gd name="connsiteY12906" fmla="*/ 940019 h 5017219"/>
              <a:gd name="connsiteX12907" fmla="*/ 1060038 w 5799173"/>
              <a:gd name="connsiteY12907" fmla="*/ 940683 h 5017219"/>
              <a:gd name="connsiteX12908" fmla="*/ 1069591 w 5799173"/>
              <a:gd name="connsiteY12908" fmla="*/ 957216 h 5017219"/>
              <a:gd name="connsiteX12909" fmla="*/ 1069591 w 5799173"/>
              <a:gd name="connsiteY12909" fmla="*/ 958545 h 5017219"/>
              <a:gd name="connsiteX12910" fmla="*/ 1060038 w 5799173"/>
              <a:gd name="connsiteY12910" fmla="*/ 975078 h 5017219"/>
              <a:gd name="connsiteX12911" fmla="*/ 1058875 w 5799173"/>
              <a:gd name="connsiteY12911" fmla="*/ 975743 h 5017219"/>
              <a:gd name="connsiteX12912" fmla="*/ 4530567 w 5799173"/>
              <a:gd name="connsiteY12912" fmla="*/ 1911100 h 5017219"/>
              <a:gd name="connsiteX12913" fmla="*/ 4529404 w 5799173"/>
              <a:gd name="connsiteY12913" fmla="*/ 1910436 h 5017219"/>
              <a:gd name="connsiteX12914" fmla="*/ 4519850 w 5799173"/>
              <a:gd name="connsiteY12914" fmla="*/ 1893903 h 5017219"/>
              <a:gd name="connsiteX12915" fmla="*/ 4519850 w 5799173"/>
              <a:gd name="connsiteY12915" fmla="*/ 1892573 h 5017219"/>
              <a:gd name="connsiteX12916" fmla="*/ 4529404 w 5799173"/>
              <a:gd name="connsiteY12916" fmla="*/ 1876041 h 5017219"/>
              <a:gd name="connsiteX12917" fmla="*/ 4530567 w 5799173"/>
              <a:gd name="connsiteY12917" fmla="*/ 1875377 h 5017219"/>
              <a:gd name="connsiteX12918" fmla="*/ 4549675 w 5799173"/>
              <a:gd name="connsiteY12918" fmla="*/ 1875377 h 5017219"/>
              <a:gd name="connsiteX12919" fmla="*/ 4550838 w 5799173"/>
              <a:gd name="connsiteY12919" fmla="*/ 1876040 h 5017219"/>
              <a:gd name="connsiteX12920" fmla="*/ 4560392 w 5799173"/>
              <a:gd name="connsiteY12920" fmla="*/ 1892574 h 5017219"/>
              <a:gd name="connsiteX12921" fmla="*/ 4560392 w 5799173"/>
              <a:gd name="connsiteY12921" fmla="*/ 1893903 h 5017219"/>
              <a:gd name="connsiteX12922" fmla="*/ 4550838 w 5799173"/>
              <a:gd name="connsiteY12922" fmla="*/ 1910435 h 5017219"/>
              <a:gd name="connsiteX12923" fmla="*/ 4549675 w 5799173"/>
              <a:gd name="connsiteY12923" fmla="*/ 1911101 h 5017219"/>
              <a:gd name="connsiteX12924" fmla="*/ 2484151 w 5799173"/>
              <a:gd name="connsiteY12924" fmla="*/ 1362963 h 5017219"/>
              <a:gd name="connsiteX12925" fmla="*/ 2482988 w 5799173"/>
              <a:gd name="connsiteY12925" fmla="*/ 1362299 h 5017219"/>
              <a:gd name="connsiteX12926" fmla="*/ 2473351 w 5799173"/>
              <a:gd name="connsiteY12926" fmla="*/ 1345600 h 5017219"/>
              <a:gd name="connsiteX12927" fmla="*/ 2473350 w 5799173"/>
              <a:gd name="connsiteY12927" fmla="*/ 1344270 h 5017219"/>
              <a:gd name="connsiteX12928" fmla="*/ 2482988 w 5799173"/>
              <a:gd name="connsiteY12928" fmla="*/ 1327572 h 5017219"/>
              <a:gd name="connsiteX12929" fmla="*/ 2484151 w 5799173"/>
              <a:gd name="connsiteY12929" fmla="*/ 1326908 h 5017219"/>
              <a:gd name="connsiteX12930" fmla="*/ 2503509 w 5799173"/>
              <a:gd name="connsiteY12930" fmla="*/ 1326907 h 5017219"/>
              <a:gd name="connsiteX12931" fmla="*/ 2504671 w 5799173"/>
              <a:gd name="connsiteY12931" fmla="*/ 1327572 h 5017219"/>
              <a:gd name="connsiteX12932" fmla="*/ 2514309 w 5799173"/>
              <a:gd name="connsiteY12932" fmla="*/ 1344270 h 5017219"/>
              <a:gd name="connsiteX12933" fmla="*/ 2514309 w 5799173"/>
              <a:gd name="connsiteY12933" fmla="*/ 1345601 h 5017219"/>
              <a:gd name="connsiteX12934" fmla="*/ 2504672 w 5799173"/>
              <a:gd name="connsiteY12934" fmla="*/ 1362299 h 5017219"/>
              <a:gd name="connsiteX12935" fmla="*/ 2503509 w 5799173"/>
              <a:gd name="connsiteY12935" fmla="*/ 1362963 h 5017219"/>
              <a:gd name="connsiteX12936" fmla="*/ 5072027 w 5799173"/>
              <a:gd name="connsiteY12936" fmla="*/ 2056578 h 5017219"/>
              <a:gd name="connsiteX12937" fmla="*/ 5070863 w 5799173"/>
              <a:gd name="connsiteY12937" fmla="*/ 2055913 h 5017219"/>
              <a:gd name="connsiteX12938" fmla="*/ 5061143 w 5799173"/>
              <a:gd name="connsiteY12938" fmla="*/ 2038965 h 5017219"/>
              <a:gd name="connsiteX12939" fmla="*/ 5061143 w 5799173"/>
              <a:gd name="connsiteY12939" fmla="*/ 2037552 h 5017219"/>
              <a:gd name="connsiteX12940" fmla="*/ 5070946 w 5799173"/>
              <a:gd name="connsiteY12940" fmla="*/ 2020605 h 5017219"/>
              <a:gd name="connsiteX12941" fmla="*/ 5072110 w 5799173"/>
              <a:gd name="connsiteY12941" fmla="*/ 2019940 h 5017219"/>
              <a:gd name="connsiteX12942" fmla="*/ 5091633 w 5799173"/>
              <a:gd name="connsiteY12942" fmla="*/ 2019940 h 5017219"/>
              <a:gd name="connsiteX12943" fmla="*/ 5092796 w 5799173"/>
              <a:gd name="connsiteY12943" fmla="*/ 2020604 h 5017219"/>
              <a:gd name="connsiteX12944" fmla="*/ 5102517 w 5799173"/>
              <a:gd name="connsiteY12944" fmla="*/ 2037553 h 5017219"/>
              <a:gd name="connsiteX12945" fmla="*/ 5102517 w 5799173"/>
              <a:gd name="connsiteY12945" fmla="*/ 2038965 h 5017219"/>
              <a:gd name="connsiteX12946" fmla="*/ 5092714 w 5799173"/>
              <a:gd name="connsiteY12946" fmla="*/ 2055913 h 5017219"/>
              <a:gd name="connsiteX12947" fmla="*/ 5091550 w 5799173"/>
              <a:gd name="connsiteY12947" fmla="*/ 2056578 h 5017219"/>
              <a:gd name="connsiteX12948" fmla="*/ 4771095 w 5799173"/>
              <a:gd name="connsiteY12948" fmla="*/ 1976028 h 5017219"/>
              <a:gd name="connsiteX12949" fmla="*/ 4769932 w 5799173"/>
              <a:gd name="connsiteY12949" fmla="*/ 1975363 h 5017219"/>
              <a:gd name="connsiteX12950" fmla="*/ 4760129 w 5799173"/>
              <a:gd name="connsiteY12950" fmla="*/ 1958332 h 5017219"/>
              <a:gd name="connsiteX12951" fmla="*/ 4760129 w 5799173"/>
              <a:gd name="connsiteY12951" fmla="*/ 1956919 h 5017219"/>
              <a:gd name="connsiteX12952" fmla="*/ 4769932 w 5799173"/>
              <a:gd name="connsiteY12952" fmla="*/ 1939888 h 5017219"/>
              <a:gd name="connsiteX12953" fmla="*/ 4771095 w 5799173"/>
              <a:gd name="connsiteY12953" fmla="*/ 1939223 h 5017219"/>
              <a:gd name="connsiteX12954" fmla="*/ 4790702 w 5799173"/>
              <a:gd name="connsiteY12954" fmla="*/ 1939223 h 5017219"/>
              <a:gd name="connsiteX12955" fmla="*/ 4791865 w 5799173"/>
              <a:gd name="connsiteY12955" fmla="*/ 1939888 h 5017219"/>
              <a:gd name="connsiteX12956" fmla="*/ 4801669 w 5799173"/>
              <a:gd name="connsiteY12956" fmla="*/ 1956920 h 5017219"/>
              <a:gd name="connsiteX12957" fmla="*/ 4801669 w 5799173"/>
              <a:gd name="connsiteY12957" fmla="*/ 1958332 h 5017219"/>
              <a:gd name="connsiteX12958" fmla="*/ 4791865 w 5799173"/>
              <a:gd name="connsiteY12958" fmla="*/ 1975364 h 5017219"/>
              <a:gd name="connsiteX12959" fmla="*/ 4790702 w 5799173"/>
              <a:gd name="connsiteY12959" fmla="*/ 1976027 h 5017219"/>
              <a:gd name="connsiteX12960" fmla="*/ 4891468 w 5799173"/>
              <a:gd name="connsiteY12960" fmla="*/ 2008281 h 5017219"/>
              <a:gd name="connsiteX12961" fmla="*/ 4890304 w 5799173"/>
              <a:gd name="connsiteY12961" fmla="*/ 2007617 h 5017219"/>
              <a:gd name="connsiteX12962" fmla="*/ 4880501 w 5799173"/>
              <a:gd name="connsiteY12962" fmla="*/ 1990586 h 5017219"/>
              <a:gd name="connsiteX12963" fmla="*/ 4880502 w 5799173"/>
              <a:gd name="connsiteY12963" fmla="*/ 1989173 h 5017219"/>
              <a:gd name="connsiteX12964" fmla="*/ 4890305 w 5799173"/>
              <a:gd name="connsiteY12964" fmla="*/ 1972142 h 5017219"/>
              <a:gd name="connsiteX12965" fmla="*/ 4891468 w 5799173"/>
              <a:gd name="connsiteY12965" fmla="*/ 1971477 h 5017219"/>
              <a:gd name="connsiteX12966" fmla="*/ 4911074 w 5799173"/>
              <a:gd name="connsiteY12966" fmla="*/ 1971477 h 5017219"/>
              <a:gd name="connsiteX12967" fmla="*/ 4912237 w 5799173"/>
              <a:gd name="connsiteY12967" fmla="*/ 1972142 h 5017219"/>
              <a:gd name="connsiteX12968" fmla="*/ 4922041 w 5799173"/>
              <a:gd name="connsiteY12968" fmla="*/ 1989173 h 5017219"/>
              <a:gd name="connsiteX12969" fmla="*/ 4922041 w 5799173"/>
              <a:gd name="connsiteY12969" fmla="*/ 1990586 h 5017219"/>
              <a:gd name="connsiteX12970" fmla="*/ 4912238 w 5799173"/>
              <a:gd name="connsiteY12970" fmla="*/ 2007617 h 5017219"/>
              <a:gd name="connsiteX12971" fmla="*/ 4911074 w 5799173"/>
              <a:gd name="connsiteY12971" fmla="*/ 2008281 h 5017219"/>
              <a:gd name="connsiteX12972" fmla="*/ 1099633 w 5799173"/>
              <a:gd name="connsiteY12972" fmla="*/ 992442 h 5017219"/>
              <a:gd name="connsiteX12973" fmla="*/ 1098385 w 5799173"/>
              <a:gd name="connsiteY12973" fmla="*/ 991778 h 5017219"/>
              <a:gd name="connsiteX12974" fmla="*/ 1088500 w 5799173"/>
              <a:gd name="connsiteY12974" fmla="*/ 974663 h 5017219"/>
              <a:gd name="connsiteX12975" fmla="*/ 1088499 w 5799173"/>
              <a:gd name="connsiteY12975" fmla="*/ 973251 h 5017219"/>
              <a:gd name="connsiteX12976" fmla="*/ 1098386 w 5799173"/>
              <a:gd name="connsiteY12976" fmla="*/ 956136 h 5017219"/>
              <a:gd name="connsiteX12977" fmla="*/ 1099632 w 5799173"/>
              <a:gd name="connsiteY12977" fmla="*/ 955471 h 5017219"/>
              <a:gd name="connsiteX12978" fmla="*/ 1119321 w 5799173"/>
              <a:gd name="connsiteY12978" fmla="*/ 955472 h 5017219"/>
              <a:gd name="connsiteX12979" fmla="*/ 1120569 w 5799173"/>
              <a:gd name="connsiteY12979" fmla="*/ 956136 h 5017219"/>
              <a:gd name="connsiteX12980" fmla="*/ 1130455 w 5799173"/>
              <a:gd name="connsiteY12980" fmla="*/ 973251 h 5017219"/>
              <a:gd name="connsiteX12981" fmla="*/ 1130454 w 5799173"/>
              <a:gd name="connsiteY12981" fmla="*/ 974663 h 5017219"/>
              <a:gd name="connsiteX12982" fmla="*/ 1120569 w 5799173"/>
              <a:gd name="connsiteY12982" fmla="*/ 991778 h 5017219"/>
              <a:gd name="connsiteX12983" fmla="*/ 1119322 w 5799173"/>
              <a:gd name="connsiteY12983" fmla="*/ 992442 h 5017219"/>
              <a:gd name="connsiteX12984" fmla="*/ 5011737 w 5799173"/>
              <a:gd name="connsiteY12984" fmla="*/ 2040687 h 5017219"/>
              <a:gd name="connsiteX12985" fmla="*/ 5010573 w 5799173"/>
              <a:gd name="connsiteY12985" fmla="*/ 2040023 h 5017219"/>
              <a:gd name="connsiteX12986" fmla="*/ 5000688 w 5799173"/>
              <a:gd name="connsiteY12986" fmla="*/ 2022908 h 5017219"/>
              <a:gd name="connsiteX12987" fmla="*/ 5000687 w 5799173"/>
              <a:gd name="connsiteY12987" fmla="*/ 2021496 h 5017219"/>
              <a:gd name="connsiteX12988" fmla="*/ 5010574 w 5799173"/>
              <a:gd name="connsiteY12988" fmla="*/ 2004381 h 5017219"/>
              <a:gd name="connsiteX12989" fmla="*/ 5011737 w 5799173"/>
              <a:gd name="connsiteY12989" fmla="*/ 2003717 h 5017219"/>
              <a:gd name="connsiteX12990" fmla="*/ 5031426 w 5799173"/>
              <a:gd name="connsiteY12990" fmla="*/ 2003717 h 5017219"/>
              <a:gd name="connsiteX12991" fmla="*/ 5032589 w 5799173"/>
              <a:gd name="connsiteY12991" fmla="*/ 2004381 h 5017219"/>
              <a:gd name="connsiteX12992" fmla="*/ 5042476 w 5799173"/>
              <a:gd name="connsiteY12992" fmla="*/ 2021496 h 5017219"/>
              <a:gd name="connsiteX12993" fmla="*/ 5042476 w 5799173"/>
              <a:gd name="connsiteY12993" fmla="*/ 2022908 h 5017219"/>
              <a:gd name="connsiteX12994" fmla="*/ 5032589 w 5799173"/>
              <a:gd name="connsiteY12994" fmla="*/ 2040023 h 5017219"/>
              <a:gd name="connsiteX12995" fmla="*/ 5031426 w 5799173"/>
              <a:gd name="connsiteY12995" fmla="*/ 2040687 h 5017219"/>
              <a:gd name="connsiteX12996" fmla="*/ 4951548 w 5799173"/>
              <a:gd name="connsiteY12996" fmla="*/ 2024663 h 5017219"/>
              <a:gd name="connsiteX12997" fmla="*/ 4950301 w 5799173"/>
              <a:gd name="connsiteY12997" fmla="*/ 2023999 h 5017219"/>
              <a:gd name="connsiteX12998" fmla="*/ 4940415 w 5799173"/>
              <a:gd name="connsiteY12998" fmla="*/ 2006802 h 5017219"/>
              <a:gd name="connsiteX12999" fmla="*/ 4940415 w 5799173"/>
              <a:gd name="connsiteY12999" fmla="*/ 2005390 h 5017219"/>
              <a:gd name="connsiteX13000" fmla="*/ 4950301 w 5799173"/>
              <a:gd name="connsiteY13000" fmla="*/ 1988192 h 5017219"/>
              <a:gd name="connsiteX13001" fmla="*/ 4951548 w 5799173"/>
              <a:gd name="connsiteY13001" fmla="*/ 1987528 h 5017219"/>
              <a:gd name="connsiteX13002" fmla="*/ 4971404 w 5799173"/>
              <a:gd name="connsiteY13002" fmla="*/ 1987528 h 5017219"/>
              <a:gd name="connsiteX13003" fmla="*/ 4972650 w 5799173"/>
              <a:gd name="connsiteY13003" fmla="*/ 1988193 h 5017219"/>
              <a:gd name="connsiteX13004" fmla="*/ 4982536 w 5799173"/>
              <a:gd name="connsiteY13004" fmla="*/ 2005389 h 5017219"/>
              <a:gd name="connsiteX13005" fmla="*/ 4982536 w 5799173"/>
              <a:gd name="connsiteY13005" fmla="*/ 2006802 h 5017219"/>
              <a:gd name="connsiteX13006" fmla="*/ 4972650 w 5799173"/>
              <a:gd name="connsiteY13006" fmla="*/ 2024000 h 5017219"/>
              <a:gd name="connsiteX13007" fmla="*/ 4971404 w 5799173"/>
              <a:gd name="connsiteY13007" fmla="*/ 2024664 h 5017219"/>
              <a:gd name="connsiteX13008" fmla="*/ 1159815 w 5799173"/>
              <a:gd name="connsiteY13008" fmla="*/ 1008672 h 5017219"/>
              <a:gd name="connsiteX13009" fmla="*/ 1158570 w 5799173"/>
              <a:gd name="connsiteY13009" fmla="*/ 1008008 h 5017219"/>
              <a:gd name="connsiteX13010" fmla="*/ 1148682 w 5799173"/>
              <a:gd name="connsiteY13010" fmla="*/ 990810 h 5017219"/>
              <a:gd name="connsiteX13011" fmla="*/ 1148683 w 5799173"/>
              <a:gd name="connsiteY13011" fmla="*/ 989398 h 5017219"/>
              <a:gd name="connsiteX13012" fmla="*/ 1158570 w 5799173"/>
              <a:gd name="connsiteY13012" fmla="*/ 972201 h 5017219"/>
              <a:gd name="connsiteX13013" fmla="*/ 1159815 w 5799173"/>
              <a:gd name="connsiteY13013" fmla="*/ 971536 h 5017219"/>
              <a:gd name="connsiteX13014" fmla="*/ 1179671 w 5799173"/>
              <a:gd name="connsiteY13014" fmla="*/ 971536 h 5017219"/>
              <a:gd name="connsiteX13015" fmla="*/ 1180918 w 5799173"/>
              <a:gd name="connsiteY13015" fmla="*/ 972201 h 5017219"/>
              <a:gd name="connsiteX13016" fmla="*/ 1190804 w 5799173"/>
              <a:gd name="connsiteY13016" fmla="*/ 989398 h 5017219"/>
              <a:gd name="connsiteX13017" fmla="*/ 1190804 w 5799173"/>
              <a:gd name="connsiteY13017" fmla="*/ 990810 h 5017219"/>
              <a:gd name="connsiteX13018" fmla="*/ 1180917 w 5799173"/>
              <a:gd name="connsiteY13018" fmla="*/ 1008008 h 5017219"/>
              <a:gd name="connsiteX13019" fmla="*/ 1179670 w 5799173"/>
              <a:gd name="connsiteY13019" fmla="*/ 1008672 h 5017219"/>
              <a:gd name="connsiteX13020" fmla="*/ 1220000 w 5799173"/>
              <a:gd name="connsiteY13020" fmla="*/ 1024799 h 5017219"/>
              <a:gd name="connsiteX13021" fmla="*/ 1218755 w 5799173"/>
              <a:gd name="connsiteY13021" fmla="*/ 1024135 h 5017219"/>
              <a:gd name="connsiteX13022" fmla="*/ 1208869 w 5799173"/>
              <a:gd name="connsiteY13022" fmla="*/ 1006937 h 5017219"/>
              <a:gd name="connsiteX13023" fmla="*/ 1208869 w 5799173"/>
              <a:gd name="connsiteY13023" fmla="*/ 1005525 h 5017219"/>
              <a:gd name="connsiteX13024" fmla="*/ 1218755 w 5799173"/>
              <a:gd name="connsiteY13024" fmla="*/ 988328 h 5017219"/>
              <a:gd name="connsiteX13025" fmla="*/ 1220000 w 5799173"/>
              <a:gd name="connsiteY13025" fmla="*/ 987663 h 5017219"/>
              <a:gd name="connsiteX13026" fmla="*/ 1239856 w 5799173"/>
              <a:gd name="connsiteY13026" fmla="*/ 987663 h 5017219"/>
              <a:gd name="connsiteX13027" fmla="*/ 1241103 w 5799173"/>
              <a:gd name="connsiteY13027" fmla="*/ 988328 h 5017219"/>
              <a:gd name="connsiteX13028" fmla="*/ 1250989 w 5799173"/>
              <a:gd name="connsiteY13028" fmla="*/ 1005525 h 5017219"/>
              <a:gd name="connsiteX13029" fmla="*/ 1250989 w 5799173"/>
              <a:gd name="connsiteY13029" fmla="*/ 1006937 h 5017219"/>
              <a:gd name="connsiteX13030" fmla="*/ 1241103 w 5799173"/>
              <a:gd name="connsiteY13030" fmla="*/ 1024135 h 5017219"/>
              <a:gd name="connsiteX13031" fmla="*/ 1239857 w 5799173"/>
              <a:gd name="connsiteY13031" fmla="*/ 1024799 h 5017219"/>
              <a:gd name="connsiteX13032" fmla="*/ 3747741 w 5799173"/>
              <a:gd name="connsiteY13032" fmla="*/ 1702200 h 5017219"/>
              <a:gd name="connsiteX13033" fmla="*/ 3746495 w 5799173"/>
              <a:gd name="connsiteY13033" fmla="*/ 1701536 h 5017219"/>
              <a:gd name="connsiteX13034" fmla="*/ 3736526 w 5799173"/>
              <a:gd name="connsiteY13034" fmla="*/ 1684256 h 5017219"/>
              <a:gd name="connsiteX13035" fmla="*/ 3736526 w 5799173"/>
              <a:gd name="connsiteY13035" fmla="*/ 1682843 h 5017219"/>
              <a:gd name="connsiteX13036" fmla="*/ 3746495 w 5799173"/>
              <a:gd name="connsiteY13036" fmla="*/ 1665563 h 5017219"/>
              <a:gd name="connsiteX13037" fmla="*/ 3747741 w 5799173"/>
              <a:gd name="connsiteY13037" fmla="*/ 1664898 h 5017219"/>
              <a:gd name="connsiteX13038" fmla="*/ 3767681 w 5799173"/>
              <a:gd name="connsiteY13038" fmla="*/ 1664898 h 5017219"/>
              <a:gd name="connsiteX13039" fmla="*/ 3768927 w 5799173"/>
              <a:gd name="connsiteY13039" fmla="*/ 1665563 h 5017219"/>
              <a:gd name="connsiteX13040" fmla="*/ 3778896 w 5799173"/>
              <a:gd name="connsiteY13040" fmla="*/ 1682843 h 5017219"/>
              <a:gd name="connsiteX13041" fmla="*/ 3778896 w 5799173"/>
              <a:gd name="connsiteY13041" fmla="*/ 1684256 h 5017219"/>
              <a:gd name="connsiteX13042" fmla="*/ 3768927 w 5799173"/>
              <a:gd name="connsiteY13042" fmla="*/ 1701536 h 5017219"/>
              <a:gd name="connsiteX13043" fmla="*/ 3767681 w 5799173"/>
              <a:gd name="connsiteY13043" fmla="*/ 1702200 h 5017219"/>
              <a:gd name="connsiteX13044" fmla="*/ 3868113 w 5799173"/>
              <a:gd name="connsiteY13044" fmla="*/ 1734454 h 5017219"/>
              <a:gd name="connsiteX13045" fmla="*/ 3866867 w 5799173"/>
              <a:gd name="connsiteY13045" fmla="*/ 1733790 h 5017219"/>
              <a:gd name="connsiteX13046" fmla="*/ 3856899 w 5799173"/>
              <a:gd name="connsiteY13046" fmla="*/ 1716510 h 5017219"/>
              <a:gd name="connsiteX13047" fmla="*/ 3856898 w 5799173"/>
              <a:gd name="connsiteY13047" fmla="*/ 1715097 h 5017219"/>
              <a:gd name="connsiteX13048" fmla="*/ 3866867 w 5799173"/>
              <a:gd name="connsiteY13048" fmla="*/ 1697817 h 5017219"/>
              <a:gd name="connsiteX13049" fmla="*/ 3868113 w 5799173"/>
              <a:gd name="connsiteY13049" fmla="*/ 1697152 h 5017219"/>
              <a:gd name="connsiteX13050" fmla="*/ 3888053 w 5799173"/>
              <a:gd name="connsiteY13050" fmla="*/ 1697152 h 5017219"/>
              <a:gd name="connsiteX13051" fmla="*/ 3889299 w 5799173"/>
              <a:gd name="connsiteY13051" fmla="*/ 1697817 h 5017219"/>
              <a:gd name="connsiteX13052" fmla="*/ 3899269 w 5799173"/>
              <a:gd name="connsiteY13052" fmla="*/ 1715097 h 5017219"/>
              <a:gd name="connsiteX13053" fmla="*/ 3899268 w 5799173"/>
              <a:gd name="connsiteY13053" fmla="*/ 1716510 h 5017219"/>
              <a:gd name="connsiteX13054" fmla="*/ 3889299 w 5799173"/>
              <a:gd name="connsiteY13054" fmla="*/ 1733789 h 5017219"/>
              <a:gd name="connsiteX13055" fmla="*/ 3888053 w 5799173"/>
              <a:gd name="connsiteY13055" fmla="*/ 1734454 h 5017219"/>
              <a:gd name="connsiteX13056" fmla="*/ 1280045 w 5799173"/>
              <a:gd name="connsiteY13056" fmla="*/ 1041085 h 5017219"/>
              <a:gd name="connsiteX13057" fmla="*/ 1278799 w 5799173"/>
              <a:gd name="connsiteY13057" fmla="*/ 1040337 h 5017219"/>
              <a:gd name="connsiteX13058" fmla="*/ 1268829 w 5799173"/>
              <a:gd name="connsiteY13058" fmla="*/ 1022974 h 5017219"/>
              <a:gd name="connsiteX13059" fmla="*/ 1268829 w 5799173"/>
              <a:gd name="connsiteY13059" fmla="*/ 1021561 h 5017219"/>
              <a:gd name="connsiteX13060" fmla="*/ 1278882 w 5799173"/>
              <a:gd name="connsiteY13060" fmla="*/ 1004198 h 5017219"/>
              <a:gd name="connsiteX13061" fmla="*/ 1280128 w 5799173"/>
              <a:gd name="connsiteY13061" fmla="*/ 1003450 h 5017219"/>
              <a:gd name="connsiteX13062" fmla="*/ 1300150 w 5799173"/>
              <a:gd name="connsiteY13062" fmla="*/ 1003450 h 5017219"/>
              <a:gd name="connsiteX13063" fmla="*/ 1301396 w 5799173"/>
              <a:gd name="connsiteY13063" fmla="*/ 1004198 h 5017219"/>
              <a:gd name="connsiteX13064" fmla="*/ 1311366 w 5799173"/>
              <a:gd name="connsiteY13064" fmla="*/ 1021561 h 5017219"/>
              <a:gd name="connsiteX13065" fmla="*/ 1311366 w 5799173"/>
              <a:gd name="connsiteY13065" fmla="*/ 1022974 h 5017219"/>
              <a:gd name="connsiteX13066" fmla="*/ 1301313 w 5799173"/>
              <a:gd name="connsiteY13066" fmla="*/ 1040337 h 5017219"/>
              <a:gd name="connsiteX13067" fmla="*/ 1300067 w 5799173"/>
              <a:gd name="connsiteY13067" fmla="*/ 1041085 h 5017219"/>
              <a:gd name="connsiteX13068" fmla="*/ 1821720 w 5799173"/>
              <a:gd name="connsiteY13068" fmla="*/ 1186310 h 5017219"/>
              <a:gd name="connsiteX13069" fmla="*/ 1820474 w 5799173"/>
              <a:gd name="connsiteY13069" fmla="*/ 1185562 h 5017219"/>
              <a:gd name="connsiteX13070" fmla="*/ 1810422 w 5799173"/>
              <a:gd name="connsiteY13070" fmla="*/ 1168116 h 5017219"/>
              <a:gd name="connsiteX13071" fmla="*/ 1810422 w 5799173"/>
              <a:gd name="connsiteY13071" fmla="*/ 1166702 h 5017219"/>
              <a:gd name="connsiteX13072" fmla="*/ 1820474 w 5799173"/>
              <a:gd name="connsiteY13072" fmla="*/ 1149257 h 5017219"/>
              <a:gd name="connsiteX13073" fmla="*/ 1821720 w 5799173"/>
              <a:gd name="connsiteY13073" fmla="*/ 1148508 h 5017219"/>
              <a:gd name="connsiteX13074" fmla="*/ 1841826 w 5799173"/>
              <a:gd name="connsiteY13074" fmla="*/ 1148508 h 5017219"/>
              <a:gd name="connsiteX13075" fmla="*/ 1843072 w 5799173"/>
              <a:gd name="connsiteY13075" fmla="*/ 1149256 h 5017219"/>
              <a:gd name="connsiteX13076" fmla="*/ 1853125 w 5799173"/>
              <a:gd name="connsiteY13076" fmla="*/ 1166703 h 5017219"/>
              <a:gd name="connsiteX13077" fmla="*/ 1853125 w 5799173"/>
              <a:gd name="connsiteY13077" fmla="*/ 1168115 h 5017219"/>
              <a:gd name="connsiteX13078" fmla="*/ 1843072 w 5799173"/>
              <a:gd name="connsiteY13078" fmla="*/ 1185561 h 5017219"/>
              <a:gd name="connsiteX13079" fmla="*/ 1841826 w 5799173"/>
              <a:gd name="connsiteY13079" fmla="*/ 1186309 h 5017219"/>
              <a:gd name="connsiteX13080" fmla="*/ 1340148 w 5799173"/>
              <a:gd name="connsiteY13080" fmla="*/ 1057378 h 5017219"/>
              <a:gd name="connsiteX13081" fmla="*/ 1338902 w 5799173"/>
              <a:gd name="connsiteY13081" fmla="*/ 1056631 h 5017219"/>
              <a:gd name="connsiteX13082" fmla="*/ 1328766 w 5799173"/>
              <a:gd name="connsiteY13082" fmla="*/ 1039101 h 5017219"/>
              <a:gd name="connsiteX13083" fmla="*/ 1328766 w 5799173"/>
              <a:gd name="connsiteY13083" fmla="*/ 1037689 h 5017219"/>
              <a:gd name="connsiteX13084" fmla="*/ 1338902 w 5799173"/>
              <a:gd name="connsiteY13084" fmla="*/ 1020159 h 5017219"/>
              <a:gd name="connsiteX13085" fmla="*/ 1340148 w 5799173"/>
              <a:gd name="connsiteY13085" fmla="*/ 1019411 h 5017219"/>
              <a:gd name="connsiteX13086" fmla="*/ 1360419 w 5799173"/>
              <a:gd name="connsiteY13086" fmla="*/ 1019411 h 5017219"/>
              <a:gd name="connsiteX13087" fmla="*/ 1361665 w 5799173"/>
              <a:gd name="connsiteY13087" fmla="*/ 1020159 h 5017219"/>
              <a:gd name="connsiteX13088" fmla="*/ 1371801 w 5799173"/>
              <a:gd name="connsiteY13088" fmla="*/ 1037689 h 5017219"/>
              <a:gd name="connsiteX13089" fmla="*/ 1371801 w 5799173"/>
              <a:gd name="connsiteY13089" fmla="*/ 1039100 h 5017219"/>
              <a:gd name="connsiteX13090" fmla="*/ 1361665 w 5799173"/>
              <a:gd name="connsiteY13090" fmla="*/ 1056630 h 5017219"/>
              <a:gd name="connsiteX13091" fmla="*/ 1360419 w 5799173"/>
              <a:gd name="connsiteY13091" fmla="*/ 1057378 h 5017219"/>
              <a:gd name="connsiteX13092" fmla="*/ 1400335 w 5799173"/>
              <a:gd name="connsiteY13092" fmla="*/ 1073505 h 5017219"/>
              <a:gd name="connsiteX13093" fmla="*/ 1399089 w 5799173"/>
              <a:gd name="connsiteY13093" fmla="*/ 1072758 h 5017219"/>
              <a:gd name="connsiteX13094" fmla="*/ 1388953 w 5799173"/>
              <a:gd name="connsiteY13094" fmla="*/ 1055228 h 5017219"/>
              <a:gd name="connsiteX13095" fmla="*/ 1388953 w 5799173"/>
              <a:gd name="connsiteY13095" fmla="*/ 1053816 h 5017219"/>
              <a:gd name="connsiteX13096" fmla="*/ 1399089 w 5799173"/>
              <a:gd name="connsiteY13096" fmla="*/ 1036286 h 5017219"/>
              <a:gd name="connsiteX13097" fmla="*/ 1400335 w 5799173"/>
              <a:gd name="connsiteY13097" fmla="*/ 1035538 h 5017219"/>
              <a:gd name="connsiteX13098" fmla="*/ 1420606 w 5799173"/>
              <a:gd name="connsiteY13098" fmla="*/ 1035538 h 5017219"/>
              <a:gd name="connsiteX13099" fmla="*/ 1421852 w 5799173"/>
              <a:gd name="connsiteY13099" fmla="*/ 1036286 h 5017219"/>
              <a:gd name="connsiteX13100" fmla="*/ 1431988 w 5799173"/>
              <a:gd name="connsiteY13100" fmla="*/ 1053816 h 5017219"/>
              <a:gd name="connsiteX13101" fmla="*/ 1431988 w 5799173"/>
              <a:gd name="connsiteY13101" fmla="*/ 1055227 h 5017219"/>
              <a:gd name="connsiteX13102" fmla="*/ 1421852 w 5799173"/>
              <a:gd name="connsiteY13102" fmla="*/ 1072757 h 5017219"/>
              <a:gd name="connsiteX13103" fmla="*/ 1420606 w 5799173"/>
              <a:gd name="connsiteY13103" fmla="*/ 1073505 h 5017219"/>
              <a:gd name="connsiteX13104" fmla="*/ 3687411 w 5799173"/>
              <a:gd name="connsiteY13104" fmla="*/ 1686325 h 5017219"/>
              <a:gd name="connsiteX13105" fmla="*/ 3686166 w 5799173"/>
              <a:gd name="connsiteY13105" fmla="*/ 1685578 h 5017219"/>
              <a:gd name="connsiteX13106" fmla="*/ 3676029 w 5799173"/>
              <a:gd name="connsiteY13106" fmla="*/ 1668048 h 5017219"/>
              <a:gd name="connsiteX13107" fmla="*/ 3676029 w 5799173"/>
              <a:gd name="connsiteY13107" fmla="*/ 1666636 h 5017219"/>
              <a:gd name="connsiteX13108" fmla="*/ 3686165 w 5799173"/>
              <a:gd name="connsiteY13108" fmla="*/ 1649106 h 5017219"/>
              <a:gd name="connsiteX13109" fmla="*/ 3687411 w 5799173"/>
              <a:gd name="connsiteY13109" fmla="*/ 1648358 h 5017219"/>
              <a:gd name="connsiteX13110" fmla="*/ 3707683 w 5799173"/>
              <a:gd name="connsiteY13110" fmla="*/ 1648358 h 5017219"/>
              <a:gd name="connsiteX13111" fmla="*/ 3708929 w 5799173"/>
              <a:gd name="connsiteY13111" fmla="*/ 1649106 h 5017219"/>
              <a:gd name="connsiteX13112" fmla="*/ 3719064 w 5799173"/>
              <a:gd name="connsiteY13112" fmla="*/ 1666636 h 5017219"/>
              <a:gd name="connsiteX13113" fmla="*/ 3719064 w 5799173"/>
              <a:gd name="connsiteY13113" fmla="*/ 1668048 h 5017219"/>
              <a:gd name="connsiteX13114" fmla="*/ 3708928 w 5799173"/>
              <a:gd name="connsiteY13114" fmla="*/ 1685578 h 5017219"/>
              <a:gd name="connsiteX13115" fmla="*/ 3707683 w 5799173"/>
              <a:gd name="connsiteY13115" fmla="*/ 1686325 h 5017219"/>
              <a:gd name="connsiteX13116" fmla="*/ 1640893 w 5799173"/>
              <a:gd name="connsiteY13116" fmla="*/ 1138331 h 5017219"/>
              <a:gd name="connsiteX13117" fmla="*/ 1639647 w 5799173"/>
              <a:gd name="connsiteY13117" fmla="*/ 1137583 h 5017219"/>
              <a:gd name="connsiteX13118" fmla="*/ 1629345 w 5799173"/>
              <a:gd name="connsiteY13118" fmla="*/ 1119805 h 5017219"/>
              <a:gd name="connsiteX13119" fmla="*/ 1629345 w 5799173"/>
              <a:gd name="connsiteY13119" fmla="*/ 1118392 h 5017219"/>
              <a:gd name="connsiteX13120" fmla="*/ 1639647 w 5799173"/>
              <a:gd name="connsiteY13120" fmla="*/ 1100614 h 5017219"/>
              <a:gd name="connsiteX13121" fmla="*/ 1640893 w 5799173"/>
              <a:gd name="connsiteY13121" fmla="*/ 1099866 h 5017219"/>
              <a:gd name="connsiteX13122" fmla="*/ 1661414 w 5799173"/>
              <a:gd name="connsiteY13122" fmla="*/ 1099865 h 5017219"/>
              <a:gd name="connsiteX13123" fmla="*/ 1662660 w 5799173"/>
              <a:gd name="connsiteY13123" fmla="*/ 1100613 h 5017219"/>
              <a:gd name="connsiteX13124" fmla="*/ 1672962 w 5799173"/>
              <a:gd name="connsiteY13124" fmla="*/ 1118392 h 5017219"/>
              <a:gd name="connsiteX13125" fmla="*/ 1672962 w 5799173"/>
              <a:gd name="connsiteY13125" fmla="*/ 1119805 h 5017219"/>
              <a:gd name="connsiteX13126" fmla="*/ 1662660 w 5799173"/>
              <a:gd name="connsiteY13126" fmla="*/ 1137584 h 5017219"/>
              <a:gd name="connsiteX13127" fmla="*/ 1661414 w 5799173"/>
              <a:gd name="connsiteY13127" fmla="*/ 1138332 h 5017219"/>
              <a:gd name="connsiteX13128" fmla="*/ 3807597 w 5799173"/>
              <a:gd name="connsiteY13128" fmla="*/ 1718898 h 5017219"/>
              <a:gd name="connsiteX13129" fmla="*/ 3806351 w 5799173"/>
              <a:gd name="connsiteY13129" fmla="*/ 1718150 h 5017219"/>
              <a:gd name="connsiteX13130" fmla="*/ 3796049 w 5799173"/>
              <a:gd name="connsiteY13130" fmla="*/ 1700371 h 5017219"/>
              <a:gd name="connsiteX13131" fmla="*/ 3796049 w 5799173"/>
              <a:gd name="connsiteY13131" fmla="*/ 1698958 h 5017219"/>
              <a:gd name="connsiteX13132" fmla="*/ 3806351 w 5799173"/>
              <a:gd name="connsiteY13132" fmla="*/ 1681180 h 5017219"/>
              <a:gd name="connsiteX13133" fmla="*/ 3807597 w 5799173"/>
              <a:gd name="connsiteY13133" fmla="*/ 1680432 h 5017219"/>
              <a:gd name="connsiteX13134" fmla="*/ 3828117 w 5799173"/>
              <a:gd name="connsiteY13134" fmla="*/ 1680432 h 5017219"/>
              <a:gd name="connsiteX13135" fmla="*/ 3829364 w 5799173"/>
              <a:gd name="connsiteY13135" fmla="*/ 1681180 h 5017219"/>
              <a:gd name="connsiteX13136" fmla="*/ 3839665 w 5799173"/>
              <a:gd name="connsiteY13136" fmla="*/ 1698958 h 5017219"/>
              <a:gd name="connsiteX13137" fmla="*/ 3839665 w 5799173"/>
              <a:gd name="connsiteY13137" fmla="*/ 1700371 h 5017219"/>
              <a:gd name="connsiteX13138" fmla="*/ 3829364 w 5799173"/>
              <a:gd name="connsiteY13138" fmla="*/ 1718150 h 5017219"/>
              <a:gd name="connsiteX13139" fmla="*/ 3828117 w 5799173"/>
              <a:gd name="connsiteY13139" fmla="*/ 1718898 h 5017219"/>
              <a:gd name="connsiteX13140" fmla="*/ 1520528 w 5799173"/>
              <a:gd name="connsiteY13140" fmla="*/ 1106183 h 5017219"/>
              <a:gd name="connsiteX13141" fmla="*/ 1519282 w 5799173"/>
              <a:gd name="connsiteY13141" fmla="*/ 1105435 h 5017219"/>
              <a:gd name="connsiteX13142" fmla="*/ 1508980 w 5799173"/>
              <a:gd name="connsiteY13142" fmla="*/ 1087574 h 5017219"/>
              <a:gd name="connsiteX13143" fmla="*/ 1508981 w 5799173"/>
              <a:gd name="connsiteY13143" fmla="*/ 1086078 h 5017219"/>
              <a:gd name="connsiteX13144" fmla="*/ 1519282 w 5799173"/>
              <a:gd name="connsiteY13144" fmla="*/ 1068216 h 5017219"/>
              <a:gd name="connsiteX13145" fmla="*/ 1520529 w 5799173"/>
              <a:gd name="connsiteY13145" fmla="*/ 1067468 h 5017219"/>
              <a:gd name="connsiteX13146" fmla="*/ 1541215 w 5799173"/>
              <a:gd name="connsiteY13146" fmla="*/ 1067468 h 5017219"/>
              <a:gd name="connsiteX13147" fmla="*/ 1542461 w 5799173"/>
              <a:gd name="connsiteY13147" fmla="*/ 1068216 h 5017219"/>
              <a:gd name="connsiteX13148" fmla="*/ 1552763 w 5799173"/>
              <a:gd name="connsiteY13148" fmla="*/ 1086078 h 5017219"/>
              <a:gd name="connsiteX13149" fmla="*/ 1552764 w 5799173"/>
              <a:gd name="connsiteY13149" fmla="*/ 1087574 h 5017219"/>
              <a:gd name="connsiteX13150" fmla="*/ 1542462 w 5799173"/>
              <a:gd name="connsiteY13150" fmla="*/ 1105434 h 5017219"/>
              <a:gd name="connsiteX13151" fmla="*/ 1541214 w 5799173"/>
              <a:gd name="connsiteY13151" fmla="*/ 1106183 h 5017219"/>
              <a:gd name="connsiteX13152" fmla="*/ 3326115 w 5799173"/>
              <a:gd name="connsiteY13152" fmla="*/ 1589988 h 5017219"/>
              <a:gd name="connsiteX13153" fmla="*/ 3324869 w 5799173"/>
              <a:gd name="connsiteY13153" fmla="*/ 1589240 h 5017219"/>
              <a:gd name="connsiteX13154" fmla="*/ 3314567 w 5799173"/>
              <a:gd name="connsiteY13154" fmla="*/ 1571379 h 5017219"/>
              <a:gd name="connsiteX13155" fmla="*/ 3314567 w 5799173"/>
              <a:gd name="connsiteY13155" fmla="*/ 1569883 h 5017219"/>
              <a:gd name="connsiteX13156" fmla="*/ 3324869 w 5799173"/>
              <a:gd name="connsiteY13156" fmla="*/ 1552021 h 5017219"/>
              <a:gd name="connsiteX13157" fmla="*/ 3326116 w 5799173"/>
              <a:gd name="connsiteY13157" fmla="*/ 1551273 h 5017219"/>
              <a:gd name="connsiteX13158" fmla="*/ 3346802 w 5799173"/>
              <a:gd name="connsiteY13158" fmla="*/ 1551273 h 5017219"/>
              <a:gd name="connsiteX13159" fmla="*/ 3348048 w 5799173"/>
              <a:gd name="connsiteY13159" fmla="*/ 1552021 h 5017219"/>
              <a:gd name="connsiteX13160" fmla="*/ 3358350 w 5799173"/>
              <a:gd name="connsiteY13160" fmla="*/ 1569883 h 5017219"/>
              <a:gd name="connsiteX13161" fmla="*/ 3358351 w 5799173"/>
              <a:gd name="connsiteY13161" fmla="*/ 1571379 h 5017219"/>
              <a:gd name="connsiteX13162" fmla="*/ 3348048 w 5799173"/>
              <a:gd name="connsiteY13162" fmla="*/ 1589240 h 5017219"/>
              <a:gd name="connsiteX13163" fmla="*/ 3346802 w 5799173"/>
              <a:gd name="connsiteY13163" fmla="*/ 1589988 h 5017219"/>
              <a:gd name="connsiteX13164" fmla="*/ 3506674 w 5799173"/>
              <a:gd name="connsiteY13164" fmla="*/ 1638369 h 5017219"/>
              <a:gd name="connsiteX13165" fmla="*/ 3505428 w 5799173"/>
              <a:gd name="connsiteY13165" fmla="*/ 1637621 h 5017219"/>
              <a:gd name="connsiteX13166" fmla="*/ 3495126 w 5799173"/>
              <a:gd name="connsiteY13166" fmla="*/ 1619760 h 5017219"/>
              <a:gd name="connsiteX13167" fmla="*/ 3495126 w 5799173"/>
              <a:gd name="connsiteY13167" fmla="*/ 1618264 h 5017219"/>
              <a:gd name="connsiteX13168" fmla="*/ 3505428 w 5799173"/>
              <a:gd name="connsiteY13168" fmla="*/ 1600402 h 5017219"/>
              <a:gd name="connsiteX13169" fmla="*/ 3506674 w 5799173"/>
              <a:gd name="connsiteY13169" fmla="*/ 1599654 h 5017219"/>
              <a:gd name="connsiteX13170" fmla="*/ 3527361 w 5799173"/>
              <a:gd name="connsiteY13170" fmla="*/ 1599654 h 5017219"/>
              <a:gd name="connsiteX13171" fmla="*/ 3528607 w 5799173"/>
              <a:gd name="connsiteY13171" fmla="*/ 1600402 h 5017219"/>
              <a:gd name="connsiteX13172" fmla="*/ 3538909 w 5799173"/>
              <a:gd name="connsiteY13172" fmla="*/ 1618264 h 5017219"/>
              <a:gd name="connsiteX13173" fmla="*/ 3538909 w 5799173"/>
              <a:gd name="connsiteY13173" fmla="*/ 1619760 h 5017219"/>
              <a:gd name="connsiteX13174" fmla="*/ 3528607 w 5799173"/>
              <a:gd name="connsiteY13174" fmla="*/ 1637621 h 5017219"/>
              <a:gd name="connsiteX13175" fmla="*/ 3527361 w 5799173"/>
              <a:gd name="connsiteY13175" fmla="*/ 1638368 h 5017219"/>
              <a:gd name="connsiteX13176" fmla="*/ 3627047 w 5799173"/>
              <a:gd name="connsiteY13176" fmla="*/ 1670623 h 5017219"/>
              <a:gd name="connsiteX13177" fmla="*/ 3625801 w 5799173"/>
              <a:gd name="connsiteY13177" fmla="*/ 1669875 h 5017219"/>
              <a:gd name="connsiteX13178" fmla="*/ 3615498 w 5799173"/>
              <a:gd name="connsiteY13178" fmla="*/ 1652014 h 5017219"/>
              <a:gd name="connsiteX13179" fmla="*/ 3615499 w 5799173"/>
              <a:gd name="connsiteY13179" fmla="*/ 1650518 h 5017219"/>
              <a:gd name="connsiteX13180" fmla="*/ 3625801 w 5799173"/>
              <a:gd name="connsiteY13180" fmla="*/ 1632655 h 5017219"/>
              <a:gd name="connsiteX13181" fmla="*/ 3627047 w 5799173"/>
              <a:gd name="connsiteY13181" fmla="*/ 1631907 h 5017219"/>
              <a:gd name="connsiteX13182" fmla="*/ 3647734 w 5799173"/>
              <a:gd name="connsiteY13182" fmla="*/ 1631908 h 5017219"/>
              <a:gd name="connsiteX13183" fmla="*/ 3648980 w 5799173"/>
              <a:gd name="connsiteY13183" fmla="*/ 1632656 h 5017219"/>
              <a:gd name="connsiteX13184" fmla="*/ 3659282 w 5799173"/>
              <a:gd name="connsiteY13184" fmla="*/ 1650518 h 5017219"/>
              <a:gd name="connsiteX13185" fmla="*/ 3659282 w 5799173"/>
              <a:gd name="connsiteY13185" fmla="*/ 1652014 h 5017219"/>
              <a:gd name="connsiteX13186" fmla="*/ 3648980 w 5799173"/>
              <a:gd name="connsiteY13186" fmla="*/ 1669874 h 5017219"/>
              <a:gd name="connsiteX13187" fmla="*/ 3647734 w 5799173"/>
              <a:gd name="connsiteY13187" fmla="*/ 1670622 h 5017219"/>
              <a:gd name="connsiteX13188" fmla="*/ 1460261 w 5799173"/>
              <a:gd name="connsiteY13188" fmla="*/ 1090129 h 5017219"/>
              <a:gd name="connsiteX13189" fmla="*/ 1459015 w 5799173"/>
              <a:gd name="connsiteY13189" fmla="*/ 1089382 h 5017219"/>
              <a:gd name="connsiteX13190" fmla="*/ 1448630 w 5799173"/>
              <a:gd name="connsiteY13190" fmla="*/ 1071437 h 5017219"/>
              <a:gd name="connsiteX13191" fmla="*/ 1448630 w 5799173"/>
              <a:gd name="connsiteY13191" fmla="*/ 1069941 h 5017219"/>
              <a:gd name="connsiteX13192" fmla="*/ 1459015 w 5799173"/>
              <a:gd name="connsiteY13192" fmla="*/ 1051996 h 5017219"/>
              <a:gd name="connsiteX13193" fmla="*/ 1460261 w 5799173"/>
              <a:gd name="connsiteY13193" fmla="*/ 1051248 h 5017219"/>
              <a:gd name="connsiteX13194" fmla="*/ 1481031 w 5799173"/>
              <a:gd name="connsiteY13194" fmla="*/ 1051248 h 5017219"/>
              <a:gd name="connsiteX13195" fmla="*/ 1482277 w 5799173"/>
              <a:gd name="connsiteY13195" fmla="*/ 1051996 h 5017219"/>
              <a:gd name="connsiteX13196" fmla="*/ 1492662 w 5799173"/>
              <a:gd name="connsiteY13196" fmla="*/ 1069941 h 5017219"/>
              <a:gd name="connsiteX13197" fmla="*/ 1492662 w 5799173"/>
              <a:gd name="connsiteY13197" fmla="*/ 1071437 h 5017219"/>
              <a:gd name="connsiteX13198" fmla="*/ 1482277 w 5799173"/>
              <a:gd name="connsiteY13198" fmla="*/ 1089382 h 5017219"/>
              <a:gd name="connsiteX13199" fmla="*/ 1481031 w 5799173"/>
              <a:gd name="connsiteY13199" fmla="*/ 1090129 h 5017219"/>
              <a:gd name="connsiteX13200" fmla="*/ 1701005 w 5799173"/>
              <a:gd name="connsiteY13200" fmla="*/ 1154637 h 5017219"/>
              <a:gd name="connsiteX13201" fmla="*/ 1699759 w 5799173"/>
              <a:gd name="connsiteY13201" fmla="*/ 1153889 h 5017219"/>
              <a:gd name="connsiteX13202" fmla="*/ 1689374 w 5799173"/>
              <a:gd name="connsiteY13202" fmla="*/ 1135944 h 5017219"/>
              <a:gd name="connsiteX13203" fmla="*/ 1689374 w 5799173"/>
              <a:gd name="connsiteY13203" fmla="*/ 1134448 h 5017219"/>
              <a:gd name="connsiteX13204" fmla="*/ 1699759 w 5799173"/>
              <a:gd name="connsiteY13204" fmla="*/ 1116503 h 5017219"/>
              <a:gd name="connsiteX13205" fmla="*/ 1701006 w 5799173"/>
              <a:gd name="connsiteY13205" fmla="*/ 1115755 h 5017219"/>
              <a:gd name="connsiteX13206" fmla="*/ 1721775 w 5799173"/>
              <a:gd name="connsiteY13206" fmla="*/ 1115755 h 5017219"/>
              <a:gd name="connsiteX13207" fmla="*/ 1723021 w 5799173"/>
              <a:gd name="connsiteY13207" fmla="*/ 1116503 h 5017219"/>
              <a:gd name="connsiteX13208" fmla="*/ 1733406 w 5799173"/>
              <a:gd name="connsiteY13208" fmla="*/ 1134448 h 5017219"/>
              <a:gd name="connsiteX13209" fmla="*/ 1733406 w 5799173"/>
              <a:gd name="connsiteY13209" fmla="*/ 1135944 h 5017219"/>
              <a:gd name="connsiteX13210" fmla="*/ 1723021 w 5799173"/>
              <a:gd name="connsiteY13210" fmla="*/ 1153889 h 5017219"/>
              <a:gd name="connsiteX13211" fmla="*/ 1721775 w 5799173"/>
              <a:gd name="connsiteY13211" fmla="*/ 1154636 h 5017219"/>
              <a:gd name="connsiteX13212" fmla="*/ 3566779 w 5799173"/>
              <a:gd name="connsiteY13212" fmla="*/ 1654569 h 5017219"/>
              <a:gd name="connsiteX13213" fmla="*/ 3565533 w 5799173"/>
              <a:gd name="connsiteY13213" fmla="*/ 1653822 h 5017219"/>
              <a:gd name="connsiteX13214" fmla="*/ 3555148 w 5799173"/>
              <a:gd name="connsiteY13214" fmla="*/ 1635877 h 5017219"/>
              <a:gd name="connsiteX13215" fmla="*/ 3555148 w 5799173"/>
              <a:gd name="connsiteY13215" fmla="*/ 1634381 h 5017219"/>
              <a:gd name="connsiteX13216" fmla="*/ 3565533 w 5799173"/>
              <a:gd name="connsiteY13216" fmla="*/ 1616436 h 5017219"/>
              <a:gd name="connsiteX13217" fmla="*/ 3566779 w 5799173"/>
              <a:gd name="connsiteY13217" fmla="*/ 1615688 h 5017219"/>
              <a:gd name="connsiteX13218" fmla="*/ 3587549 w 5799173"/>
              <a:gd name="connsiteY13218" fmla="*/ 1615688 h 5017219"/>
              <a:gd name="connsiteX13219" fmla="*/ 3588795 w 5799173"/>
              <a:gd name="connsiteY13219" fmla="*/ 1616436 h 5017219"/>
              <a:gd name="connsiteX13220" fmla="*/ 3599180 w 5799173"/>
              <a:gd name="connsiteY13220" fmla="*/ 1634381 h 5017219"/>
              <a:gd name="connsiteX13221" fmla="*/ 3599180 w 5799173"/>
              <a:gd name="connsiteY13221" fmla="*/ 1635877 h 5017219"/>
              <a:gd name="connsiteX13222" fmla="*/ 3588795 w 5799173"/>
              <a:gd name="connsiteY13222" fmla="*/ 1653822 h 5017219"/>
              <a:gd name="connsiteX13223" fmla="*/ 3587549 w 5799173"/>
              <a:gd name="connsiteY13223" fmla="*/ 1654569 h 5017219"/>
              <a:gd name="connsiteX13224" fmla="*/ 1580550 w 5799173"/>
              <a:gd name="connsiteY13224" fmla="*/ 1122466 h 5017219"/>
              <a:gd name="connsiteX13225" fmla="*/ 1579303 w 5799173"/>
              <a:gd name="connsiteY13225" fmla="*/ 1121718 h 5017219"/>
              <a:gd name="connsiteX13226" fmla="*/ 1568919 w 5799173"/>
              <a:gd name="connsiteY13226" fmla="*/ 1103690 h 5017219"/>
              <a:gd name="connsiteX13227" fmla="*/ 1568919 w 5799173"/>
              <a:gd name="connsiteY13227" fmla="*/ 1102194 h 5017219"/>
              <a:gd name="connsiteX13228" fmla="*/ 1579386 w 5799173"/>
              <a:gd name="connsiteY13228" fmla="*/ 1084166 h 5017219"/>
              <a:gd name="connsiteX13229" fmla="*/ 1580633 w 5799173"/>
              <a:gd name="connsiteY13229" fmla="*/ 1083419 h 5017219"/>
              <a:gd name="connsiteX13230" fmla="*/ 1601486 w 5799173"/>
              <a:gd name="connsiteY13230" fmla="*/ 1083419 h 5017219"/>
              <a:gd name="connsiteX13231" fmla="*/ 1602732 w 5799173"/>
              <a:gd name="connsiteY13231" fmla="*/ 1084166 h 5017219"/>
              <a:gd name="connsiteX13232" fmla="*/ 1613117 w 5799173"/>
              <a:gd name="connsiteY13232" fmla="*/ 1102193 h 5017219"/>
              <a:gd name="connsiteX13233" fmla="*/ 1613117 w 5799173"/>
              <a:gd name="connsiteY13233" fmla="*/ 1103689 h 5017219"/>
              <a:gd name="connsiteX13234" fmla="*/ 1602649 w 5799173"/>
              <a:gd name="connsiteY13234" fmla="*/ 1121718 h 5017219"/>
              <a:gd name="connsiteX13235" fmla="*/ 1601403 w 5799173"/>
              <a:gd name="connsiteY13235" fmla="*/ 1122466 h 5017219"/>
              <a:gd name="connsiteX13236" fmla="*/ 1761108 w 5799173"/>
              <a:gd name="connsiteY13236" fmla="*/ 1170846 h 5017219"/>
              <a:gd name="connsiteX13237" fmla="*/ 1759862 w 5799173"/>
              <a:gd name="connsiteY13237" fmla="*/ 1170098 h 5017219"/>
              <a:gd name="connsiteX13238" fmla="*/ 1749477 w 5799173"/>
              <a:gd name="connsiteY13238" fmla="*/ 1152070 h 5017219"/>
              <a:gd name="connsiteX13239" fmla="*/ 1749477 w 5799173"/>
              <a:gd name="connsiteY13239" fmla="*/ 1150574 h 5017219"/>
              <a:gd name="connsiteX13240" fmla="*/ 1759945 w 5799173"/>
              <a:gd name="connsiteY13240" fmla="*/ 1132546 h 5017219"/>
              <a:gd name="connsiteX13241" fmla="*/ 1761191 w 5799173"/>
              <a:gd name="connsiteY13241" fmla="*/ 1131799 h 5017219"/>
              <a:gd name="connsiteX13242" fmla="*/ 1782044 w 5799173"/>
              <a:gd name="connsiteY13242" fmla="*/ 1131799 h 5017219"/>
              <a:gd name="connsiteX13243" fmla="*/ 1783290 w 5799173"/>
              <a:gd name="connsiteY13243" fmla="*/ 1132546 h 5017219"/>
              <a:gd name="connsiteX13244" fmla="*/ 1793675 w 5799173"/>
              <a:gd name="connsiteY13244" fmla="*/ 1150574 h 5017219"/>
              <a:gd name="connsiteX13245" fmla="*/ 1793675 w 5799173"/>
              <a:gd name="connsiteY13245" fmla="*/ 1152070 h 5017219"/>
              <a:gd name="connsiteX13246" fmla="*/ 1783207 w 5799173"/>
              <a:gd name="connsiteY13246" fmla="*/ 1170098 h 5017219"/>
              <a:gd name="connsiteX13247" fmla="*/ 1781961 w 5799173"/>
              <a:gd name="connsiteY13247" fmla="*/ 1170846 h 5017219"/>
              <a:gd name="connsiteX13248" fmla="*/ 3386136 w 5799173"/>
              <a:gd name="connsiteY13248" fmla="*/ 1606353 h 5017219"/>
              <a:gd name="connsiteX13249" fmla="*/ 3384891 w 5799173"/>
              <a:gd name="connsiteY13249" fmla="*/ 1605606 h 5017219"/>
              <a:gd name="connsiteX13250" fmla="*/ 3374423 w 5799173"/>
              <a:gd name="connsiteY13250" fmla="*/ 1587494 h 5017219"/>
              <a:gd name="connsiteX13251" fmla="*/ 3374423 w 5799173"/>
              <a:gd name="connsiteY13251" fmla="*/ 1585999 h 5017219"/>
              <a:gd name="connsiteX13252" fmla="*/ 3384891 w 5799173"/>
              <a:gd name="connsiteY13252" fmla="*/ 1567887 h 5017219"/>
              <a:gd name="connsiteX13253" fmla="*/ 3386136 w 5799173"/>
              <a:gd name="connsiteY13253" fmla="*/ 1567140 h 5017219"/>
              <a:gd name="connsiteX13254" fmla="*/ 3407073 w 5799173"/>
              <a:gd name="connsiteY13254" fmla="*/ 1567141 h 5017219"/>
              <a:gd name="connsiteX13255" fmla="*/ 3408318 w 5799173"/>
              <a:gd name="connsiteY13255" fmla="*/ 1567887 h 5017219"/>
              <a:gd name="connsiteX13256" fmla="*/ 3418786 w 5799173"/>
              <a:gd name="connsiteY13256" fmla="*/ 1585999 h 5017219"/>
              <a:gd name="connsiteX13257" fmla="*/ 3418786 w 5799173"/>
              <a:gd name="connsiteY13257" fmla="*/ 1587494 h 5017219"/>
              <a:gd name="connsiteX13258" fmla="*/ 3408319 w 5799173"/>
              <a:gd name="connsiteY13258" fmla="*/ 1605606 h 5017219"/>
              <a:gd name="connsiteX13259" fmla="*/ 3407073 w 5799173"/>
              <a:gd name="connsiteY13259" fmla="*/ 1606353 h 5017219"/>
              <a:gd name="connsiteX13260" fmla="*/ 3205518 w 5799173"/>
              <a:gd name="connsiteY13260" fmla="*/ 1558050 h 5017219"/>
              <a:gd name="connsiteX13261" fmla="*/ 3204271 w 5799173"/>
              <a:gd name="connsiteY13261" fmla="*/ 1557302 h 5017219"/>
              <a:gd name="connsiteX13262" fmla="*/ 3193721 w 5799173"/>
              <a:gd name="connsiteY13262" fmla="*/ 1539024 h 5017219"/>
              <a:gd name="connsiteX13263" fmla="*/ 3193721 w 5799173"/>
              <a:gd name="connsiteY13263" fmla="*/ 1537529 h 5017219"/>
              <a:gd name="connsiteX13264" fmla="*/ 3204272 w 5799173"/>
              <a:gd name="connsiteY13264" fmla="*/ 1519251 h 5017219"/>
              <a:gd name="connsiteX13265" fmla="*/ 3205518 w 5799173"/>
              <a:gd name="connsiteY13265" fmla="*/ 1518504 h 5017219"/>
              <a:gd name="connsiteX13266" fmla="*/ 3226537 w 5799173"/>
              <a:gd name="connsiteY13266" fmla="*/ 1518504 h 5017219"/>
              <a:gd name="connsiteX13267" fmla="*/ 3227783 w 5799173"/>
              <a:gd name="connsiteY13267" fmla="*/ 1519251 h 5017219"/>
              <a:gd name="connsiteX13268" fmla="*/ 3238334 w 5799173"/>
              <a:gd name="connsiteY13268" fmla="*/ 1537529 h 5017219"/>
              <a:gd name="connsiteX13269" fmla="*/ 3238334 w 5799173"/>
              <a:gd name="connsiteY13269" fmla="*/ 1539024 h 5017219"/>
              <a:gd name="connsiteX13270" fmla="*/ 3227783 w 5799173"/>
              <a:gd name="connsiteY13270" fmla="*/ 1557302 h 5017219"/>
              <a:gd name="connsiteX13271" fmla="*/ 3226537 w 5799173"/>
              <a:gd name="connsiteY13271" fmla="*/ 1558050 h 5017219"/>
              <a:gd name="connsiteX13272" fmla="*/ 3446262 w 5799173"/>
              <a:gd name="connsiteY13272" fmla="*/ 1622557 h 5017219"/>
              <a:gd name="connsiteX13273" fmla="*/ 3445016 w 5799173"/>
              <a:gd name="connsiteY13273" fmla="*/ 1621809 h 5017219"/>
              <a:gd name="connsiteX13274" fmla="*/ 3434465 w 5799173"/>
              <a:gd name="connsiteY13274" fmla="*/ 1603531 h 5017219"/>
              <a:gd name="connsiteX13275" fmla="*/ 3434465 w 5799173"/>
              <a:gd name="connsiteY13275" fmla="*/ 1602036 h 5017219"/>
              <a:gd name="connsiteX13276" fmla="*/ 3445016 w 5799173"/>
              <a:gd name="connsiteY13276" fmla="*/ 1583758 h 5017219"/>
              <a:gd name="connsiteX13277" fmla="*/ 3446262 w 5799173"/>
              <a:gd name="connsiteY13277" fmla="*/ 1583011 h 5017219"/>
              <a:gd name="connsiteX13278" fmla="*/ 3467281 w 5799173"/>
              <a:gd name="connsiteY13278" fmla="*/ 1583011 h 5017219"/>
              <a:gd name="connsiteX13279" fmla="*/ 3468527 w 5799173"/>
              <a:gd name="connsiteY13279" fmla="*/ 1583758 h 5017219"/>
              <a:gd name="connsiteX13280" fmla="*/ 3479078 w 5799173"/>
              <a:gd name="connsiteY13280" fmla="*/ 1602036 h 5017219"/>
              <a:gd name="connsiteX13281" fmla="*/ 3479078 w 5799173"/>
              <a:gd name="connsiteY13281" fmla="*/ 1603531 h 5017219"/>
              <a:gd name="connsiteX13282" fmla="*/ 3468527 w 5799173"/>
              <a:gd name="connsiteY13282" fmla="*/ 1621809 h 5017219"/>
              <a:gd name="connsiteX13283" fmla="*/ 3467281 w 5799173"/>
              <a:gd name="connsiteY13283" fmla="*/ 1622557 h 5017219"/>
              <a:gd name="connsiteX13284" fmla="*/ 2543195 w 5799173"/>
              <a:gd name="connsiteY13284" fmla="*/ 1381254 h 5017219"/>
              <a:gd name="connsiteX13285" fmla="*/ 2541866 w 5799173"/>
              <a:gd name="connsiteY13285" fmla="*/ 1380506 h 5017219"/>
              <a:gd name="connsiteX13286" fmla="*/ 2531066 w 5799173"/>
              <a:gd name="connsiteY13286" fmla="*/ 1361730 h 5017219"/>
              <a:gd name="connsiteX13287" fmla="*/ 2531066 w 5799173"/>
              <a:gd name="connsiteY13287" fmla="*/ 1360234 h 5017219"/>
              <a:gd name="connsiteX13288" fmla="*/ 2541866 w 5799173"/>
              <a:gd name="connsiteY13288" fmla="*/ 1341459 h 5017219"/>
              <a:gd name="connsiteX13289" fmla="*/ 2543195 w 5799173"/>
              <a:gd name="connsiteY13289" fmla="*/ 1340711 h 5017219"/>
              <a:gd name="connsiteX13290" fmla="*/ 2564879 w 5799173"/>
              <a:gd name="connsiteY13290" fmla="*/ 1340711 h 5017219"/>
              <a:gd name="connsiteX13291" fmla="*/ 2566208 w 5799173"/>
              <a:gd name="connsiteY13291" fmla="*/ 1341459 h 5017219"/>
              <a:gd name="connsiteX13292" fmla="*/ 2577009 w 5799173"/>
              <a:gd name="connsiteY13292" fmla="*/ 1360234 h 5017219"/>
              <a:gd name="connsiteX13293" fmla="*/ 2577009 w 5799173"/>
              <a:gd name="connsiteY13293" fmla="*/ 1361730 h 5017219"/>
              <a:gd name="connsiteX13294" fmla="*/ 2566208 w 5799173"/>
              <a:gd name="connsiteY13294" fmla="*/ 1380506 h 5017219"/>
              <a:gd name="connsiteX13295" fmla="*/ 2564879 w 5799173"/>
              <a:gd name="connsiteY13295" fmla="*/ 1381254 h 5017219"/>
              <a:gd name="connsiteX13296" fmla="*/ 3927479 w 5799173"/>
              <a:gd name="connsiteY13296" fmla="*/ 1752172 h 5017219"/>
              <a:gd name="connsiteX13297" fmla="*/ 3926150 w 5799173"/>
              <a:gd name="connsiteY13297" fmla="*/ 1751424 h 5017219"/>
              <a:gd name="connsiteX13298" fmla="*/ 3915350 w 5799173"/>
              <a:gd name="connsiteY13298" fmla="*/ 1732648 h 5017219"/>
              <a:gd name="connsiteX13299" fmla="*/ 3915350 w 5799173"/>
              <a:gd name="connsiteY13299" fmla="*/ 1731152 h 5017219"/>
              <a:gd name="connsiteX13300" fmla="*/ 3926150 w 5799173"/>
              <a:gd name="connsiteY13300" fmla="*/ 1712377 h 5017219"/>
              <a:gd name="connsiteX13301" fmla="*/ 3927479 w 5799173"/>
              <a:gd name="connsiteY13301" fmla="*/ 1711629 h 5017219"/>
              <a:gd name="connsiteX13302" fmla="*/ 3949163 w 5799173"/>
              <a:gd name="connsiteY13302" fmla="*/ 1711629 h 5017219"/>
              <a:gd name="connsiteX13303" fmla="*/ 3950492 w 5799173"/>
              <a:gd name="connsiteY13303" fmla="*/ 1712377 h 5017219"/>
              <a:gd name="connsiteX13304" fmla="*/ 3961293 w 5799173"/>
              <a:gd name="connsiteY13304" fmla="*/ 1731152 h 5017219"/>
              <a:gd name="connsiteX13305" fmla="*/ 3961293 w 5799173"/>
              <a:gd name="connsiteY13305" fmla="*/ 1732648 h 5017219"/>
              <a:gd name="connsiteX13306" fmla="*/ 3950492 w 5799173"/>
              <a:gd name="connsiteY13306" fmla="*/ 1751424 h 5017219"/>
              <a:gd name="connsiteX13307" fmla="*/ 3949163 w 5799173"/>
              <a:gd name="connsiteY13307" fmla="*/ 1752172 h 5017219"/>
              <a:gd name="connsiteX13308" fmla="*/ 2723579 w 5799173"/>
              <a:gd name="connsiteY13308" fmla="*/ 1429872 h 5017219"/>
              <a:gd name="connsiteX13309" fmla="*/ 2722249 w 5799173"/>
              <a:gd name="connsiteY13309" fmla="*/ 1429123 h 5017219"/>
              <a:gd name="connsiteX13310" fmla="*/ 2711366 w 5799173"/>
              <a:gd name="connsiteY13310" fmla="*/ 1410182 h 5017219"/>
              <a:gd name="connsiteX13311" fmla="*/ 2711366 w 5799173"/>
              <a:gd name="connsiteY13311" fmla="*/ 1408603 h 5017219"/>
              <a:gd name="connsiteX13312" fmla="*/ 2722332 w 5799173"/>
              <a:gd name="connsiteY13312" fmla="*/ 1389661 h 5017219"/>
              <a:gd name="connsiteX13313" fmla="*/ 2723662 w 5799173"/>
              <a:gd name="connsiteY13313" fmla="*/ 1388914 h 5017219"/>
              <a:gd name="connsiteX13314" fmla="*/ 2745512 w 5799173"/>
              <a:gd name="connsiteY13314" fmla="*/ 1388914 h 5017219"/>
              <a:gd name="connsiteX13315" fmla="*/ 2746841 w 5799173"/>
              <a:gd name="connsiteY13315" fmla="*/ 1389661 h 5017219"/>
              <a:gd name="connsiteX13316" fmla="*/ 2757724 w 5799173"/>
              <a:gd name="connsiteY13316" fmla="*/ 1408603 h 5017219"/>
              <a:gd name="connsiteX13317" fmla="*/ 2757724 w 5799173"/>
              <a:gd name="connsiteY13317" fmla="*/ 1410182 h 5017219"/>
              <a:gd name="connsiteX13318" fmla="*/ 2746758 w 5799173"/>
              <a:gd name="connsiteY13318" fmla="*/ 1429123 h 5017219"/>
              <a:gd name="connsiteX13319" fmla="*/ 2745428 w 5799173"/>
              <a:gd name="connsiteY13319" fmla="*/ 1429872 h 5017219"/>
              <a:gd name="connsiteX13320" fmla="*/ 2603041 w 5799173"/>
              <a:gd name="connsiteY13320" fmla="*/ 1397951 h 5017219"/>
              <a:gd name="connsiteX13321" fmla="*/ 2601710 w 5799173"/>
              <a:gd name="connsiteY13321" fmla="*/ 1397203 h 5017219"/>
              <a:gd name="connsiteX13322" fmla="*/ 2590579 w 5799173"/>
              <a:gd name="connsiteY13322" fmla="*/ 1377929 h 5017219"/>
              <a:gd name="connsiteX13323" fmla="*/ 2590578 w 5799173"/>
              <a:gd name="connsiteY13323" fmla="*/ 1376350 h 5017219"/>
              <a:gd name="connsiteX13324" fmla="*/ 2601710 w 5799173"/>
              <a:gd name="connsiteY13324" fmla="*/ 1357076 h 5017219"/>
              <a:gd name="connsiteX13325" fmla="*/ 2603040 w 5799173"/>
              <a:gd name="connsiteY13325" fmla="*/ 1356328 h 5017219"/>
              <a:gd name="connsiteX13326" fmla="*/ 2625306 w 5799173"/>
              <a:gd name="connsiteY13326" fmla="*/ 1356328 h 5017219"/>
              <a:gd name="connsiteX13327" fmla="*/ 2626634 w 5799173"/>
              <a:gd name="connsiteY13327" fmla="*/ 1357075 h 5017219"/>
              <a:gd name="connsiteX13328" fmla="*/ 2637768 w 5799173"/>
              <a:gd name="connsiteY13328" fmla="*/ 1376350 h 5017219"/>
              <a:gd name="connsiteX13329" fmla="*/ 2637768 w 5799173"/>
              <a:gd name="connsiteY13329" fmla="*/ 1377929 h 5017219"/>
              <a:gd name="connsiteX13330" fmla="*/ 2626635 w 5799173"/>
              <a:gd name="connsiteY13330" fmla="*/ 1397203 h 5017219"/>
              <a:gd name="connsiteX13331" fmla="*/ 2625305 w 5799173"/>
              <a:gd name="connsiteY13331" fmla="*/ 1397951 h 5017219"/>
              <a:gd name="connsiteX13332" fmla="*/ 5125619 w 5799173"/>
              <a:gd name="connsiteY13332" fmla="*/ 2111169 h 5017219"/>
              <a:gd name="connsiteX13333" fmla="*/ 5125286 w 5799173"/>
              <a:gd name="connsiteY13333" fmla="*/ 2111003 h 5017219"/>
              <a:gd name="connsiteX13334" fmla="*/ 5122877 w 5799173"/>
              <a:gd name="connsiteY13334" fmla="*/ 2106766 h 5017219"/>
              <a:gd name="connsiteX13335" fmla="*/ 5122877 w 5799173"/>
              <a:gd name="connsiteY13335" fmla="*/ 2106433 h 5017219"/>
              <a:gd name="connsiteX13336" fmla="*/ 5125286 w 5799173"/>
              <a:gd name="connsiteY13336" fmla="*/ 2102196 h 5017219"/>
              <a:gd name="connsiteX13337" fmla="*/ 5125619 w 5799173"/>
              <a:gd name="connsiteY13337" fmla="*/ 2102030 h 5017219"/>
              <a:gd name="connsiteX13338" fmla="*/ 5130520 w 5799173"/>
              <a:gd name="connsiteY13338" fmla="*/ 2102030 h 5017219"/>
              <a:gd name="connsiteX13339" fmla="*/ 5130853 w 5799173"/>
              <a:gd name="connsiteY13339" fmla="*/ 2102196 h 5017219"/>
              <a:gd name="connsiteX13340" fmla="*/ 5133262 w 5799173"/>
              <a:gd name="connsiteY13340" fmla="*/ 2106433 h 5017219"/>
              <a:gd name="connsiteX13341" fmla="*/ 5133262 w 5799173"/>
              <a:gd name="connsiteY13341" fmla="*/ 2106766 h 5017219"/>
              <a:gd name="connsiteX13342" fmla="*/ 5130853 w 5799173"/>
              <a:gd name="connsiteY13342" fmla="*/ 2111003 h 5017219"/>
              <a:gd name="connsiteX13343" fmla="*/ 5130520 w 5799173"/>
              <a:gd name="connsiteY13343" fmla="*/ 2111169 h 5017219"/>
              <a:gd name="connsiteX13344" fmla="*/ 2958406 w 5799173"/>
              <a:gd name="connsiteY13344" fmla="*/ 1531421 h 5017219"/>
              <a:gd name="connsiteX13345" fmla="*/ 2958074 w 5799173"/>
              <a:gd name="connsiteY13345" fmla="*/ 1531254 h 5017219"/>
              <a:gd name="connsiteX13346" fmla="*/ 2955166 w 5799173"/>
              <a:gd name="connsiteY13346" fmla="*/ 1526270 h 5017219"/>
              <a:gd name="connsiteX13347" fmla="*/ 2955166 w 5799173"/>
              <a:gd name="connsiteY13347" fmla="*/ 1525854 h 5017219"/>
              <a:gd name="connsiteX13348" fmla="*/ 2958074 w 5799173"/>
              <a:gd name="connsiteY13348" fmla="*/ 1520869 h 5017219"/>
              <a:gd name="connsiteX13349" fmla="*/ 2958406 w 5799173"/>
              <a:gd name="connsiteY13349" fmla="*/ 1520703 h 5017219"/>
              <a:gd name="connsiteX13350" fmla="*/ 2964222 w 5799173"/>
              <a:gd name="connsiteY13350" fmla="*/ 1520703 h 5017219"/>
              <a:gd name="connsiteX13351" fmla="*/ 2964554 w 5799173"/>
              <a:gd name="connsiteY13351" fmla="*/ 1520869 h 5017219"/>
              <a:gd name="connsiteX13352" fmla="*/ 2967462 w 5799173"/>
              <a:gd name="connsiteY13352" fmla="*/ 1525854 h 5017219"/>
              <a:gd name="connsiteX13353" fmla="*/ 2967462 w 5799173"/>
              <a:gd name="connsiteY13353" fmla="*/ 1526270 h 5017219"/>
              <a:gd name="connsiteX13354" fmla="*/ 2964554 w 5799173"/>
              <a:gd name="connsiteY13354" fmla="*/ 1531254 h 5017219"/>
              <a:gd name="connsiteX13355" fmla="*/ 2964222 w 5799173"/>
              <a:gd name="connsiteY13355" fmla="*/ 1531421 h 5017219"/>
              <a:gd name="connsiteX13356" fmla="*/ 911765 w 5799173"/>
              <a:gd name="connsiteY13356" fmla="*/ 983680 h 5017219"/>
              <a:gd name="connsiteX13357" fmla="*/ 911349 w 5799173"/>
              <a:gd name="connsiteY13357" fmla="*/ 983431 h 5017219"/>
              <a:gd name="connsiteX13358" fmla="*/ 908108 w 5799173"/>
              <a:gd name="connsiteY13358" fmla="*/ 977865 h 5017219"/>
              <a:gd name="connsiteX13359" fmla="*/ 908109 w 5799173"/>
              <a:gd name="connsiteY13359" fmla="*/ 977449 h 5017219"/>
              <a:gd name="connsiteX13360" fmla="*/ 911349 w 5799173"/>
              <a:gd name="connsiteY13360" fmla="*/ 971883 h 5017219"/>
              <a:gd name="connsiteX13361" fmla="*/ 911765 w 5799173"/>
              <a:gd name="connsiteY13361" fmla="*/ 971634 h 5017219"/>
              <a:gd name="connsiteX13362" fmla="*/ 918162 w 5799173"/>
              <a:gd name="connsiteY13362" fmla="*/ 971634 h 5017219"/>
              <a:gd name="connsiteX13363" fmla="*/ 918576 w 5799173"/>
              <a:gd name="connsiteY13363" fmla="*/ 971883 h 5017219"/>
              <a:gd name="connsiteX13364" fmla="*/ 921817 w 5799173"/>
              <a:gd name="connsiteY13364" fmla="*/ 977449 h 5017219"/>
              <a:gd name="connsiteX13365" fmla="*/ 921816 w 5799173"/>
              <a:gd name="connsiteY13365" fmla="*/ 977865 h 5017219"/>
              <a:gd name="connsiteX13366" fmla="*/ 918576 w 5799173"/>
              <a:gd name="connsiteY13366" fmla="*/ 983431 h 5017219"/>
              <a:gd name="connsiteX13367" fmla="*/ 918162 w 5799173"/>
              <a:gd name="connsiteY13367" fmla="*/ 983680 h 5017219"/>
              <a:gd name="connsiteX13368" fmla="*/ 3920982 w 5799173"/>
              <a:gd name="connsiteY13368" fmla="*/ 1790282 h 5017219"/>
              <a:gd name="connsiteX13369" fmla="*/ 3920566 w 5799173"/>
              <a:gd name="connsiteY13369" fmla="*/ 1790032 h 5017219"/>
              <a:gd name="connsiteX13370" fmla="*/ 3917242 w 5799173"/>
              <a:gd name="connsiteY13370" fmla="*/ 1784300 h 5017219"/>
              <a:gd name="connsiteX13371" fmla="*/ 3917243 w 5799173"/>
              <a:gd name="connsiteY13371" fmla="*/ 1783801 h 5017219"/>
              <a:gd name="connsiteX13372" fmla="*/ 3920566 w 5799173"/>
              <a:gd name="connsiteY13372" fmla="*/ 1778069 h 5017219"/>
              <a:gd name="connsiteX13373" fmla="*/ 3920982 w 5799173"/>
              <a:gd name="connsiteY13373" fmla="*/ 1777820 h 5017219"/>
              <a:gd name="connsiteX13374" fmla="*/ 3927627 w 5799173"/>
              <a:gd name="connsiteY13374" fmla="*/ 1777820 h 5017219"/>
              <a:gd name="connsiteX13375" fmla="*/ 3928043 w 5799173"/>
              <a:gd name="connsiteY13375" fmla="*/ 1778069 h 5017219"/>
              <a:gd name="connsiteX13376" fmla="*/ 3931366 w 5799173"/>
              <a:gd name="connsiteY13376" fmla="*/ 1783801 h 5017219"/>
              <a:gd name="connsiteX13377" fmla="*/ 3931366 w 5799173"/>
              <a:gd name="connsiteY13377" fmla="*/ 1784300 h 5017219"/>
              <a:gd name="connsiteX13378" fmla="*/ 3928042 w 5799173"/>
              <a:gd name="connsiteY13378" fmla="*/ 1790032 h 5017219"/>
              <a:gd name="connsiteX13379" fmla="*/ 3927627 w 5799173"/>
              <a:gd name="connsiteY13379" fmla="*/ 1790282 h 5017219"/>
              <a:gd name="connsiteX13380" fmla="*/ 2234014 w 5799173"/>
              <a:gd name="connsiteY13380" fmla="*/ 1341957 h 5017219"/>
              <a:gd name="connsiteX13381" fmla="*/ 2233431 w 5799173"/>
              <a:gd name="connsiteY13381" fmla="*/ 1341625 h 5017219"/>
              <a:gd name="connsiteX13382" fmla="*/ 2228363 w 5799173"/>
              <a:gd name="connsiteY13382" fmla="*/ 1332901 h 5017219"/>
              <a:gd name="connsiteX13383" fmla="*/ 2228363 w 5799173"/>
              <a:gd name="connsiteY13383" fmla="*/ 1332154 h 5017219"/>
              <a:gd name="connsiteX13384" fmla="*/ 2233431 w 5799173"/>
              <a:gd name="connsiteY13384" fmla="*/ 1323431 h 5017219"/>
              <a:gd name="connsiteX13385" fmla="*/ 2234013 w 5799173"/>
              <a:gd name="connsiteY13385" fmla="*/ 1323098 h 5017219"/>
              <a:gd name="connsiteX13386" fmla="*/ 2244065 w 5799173"/>
              <a:gd name="connsiteY13386" fmla="*/ 1323098 h 5017219"/>
              <a:gd name="connsiteX13387" fmla="*/ 2244646 w 5799173"/>
              <a:gd name="connsiteY13387" fmla="*/ 1323431 h 5017219"/>
              <a:gd name="connsiteX13388" fmla="*/ 2249714 w 5799173"/>
              <a:gd name="connsiteY13388" fmla="*/ 1332154 h 5017219"/>
              <a:gd name="connsiteX13389" fmla="*/ 2249714 w 5799173"/>
              <a:gd name="connsiteY13389" fmla="*/ 1332901 h 5017219"/>
              <a:gd name="connsiteX13390" fmla="*/ 2244646 w 5799173"/>
              <a:gd name="connsiteY13390" fmla="*/ 1341625 h 5017219"/>
              <a:gd name="connsiteX13391" fmla="*/ 2244066 w 5799173"/>
              <a:gd name="connsiteY13391" fmla="*/ 1341957 h 5017219"/>
              <a:gd name="connsiteX13392" fmla="*/ 3076534 w 5799173"/>
              <a:gd name="connsiteY13392" fmla="*/ 1568003 h 5017219"/>
              <a:gd name="connsiteX13393" fmla="*/ 3075869 w 5799173"/>
              <a:gd name="connsiteY13393" fmla="*/ 1567671 h 5017219"/>
              <a:gd name="connsiteX13394" fmla="*/ 3070718 w 5799173"/>
              <a:gd name="connsiteY13394" fmla="*/ 1558698 h 5017219"/>
              <a:gd name="connsiteX13395" fmla="*/ 3070719 w 5799173"/>
              <a:gd name="connsiteY13395" fmla="*/ 1557951 h 5017219"/>
              <a:gd name="connsiteX13396" fmla="*/ 3075870 w 5799173"/>
              <a:gd name="connsiteY13396" fmla="*/ 1548978 h 5017219"/>
              <a:gd name="connsiteX13397" fmla="*/ 3076534 w 5799173"/>
              <a:gd name="connsiteY13397" fmla="*/ 1548646 h 5017219"/>
              <a:gd name="connsiteX13398" fmla="*/ 3086918 w 5799173"/>
              <a:gd name="connsiteY13398" fmla="*/ 1548646 h 5017219"/>
              <a:gd name="connsiteX13399" fmla="*/ 3087584 w 5799173"/>
              <a:gd name="connsiteY13399" fmla="*/ 1548978 h 5017219"/>
              <a:gd name="connsiteX13400" fmla="*/ 3092734 w 5799173"/>
              <a:gd name="connsiteY13400" fmla="*/ 1557951 h 5017219"/>
              <a:gd name="connsiteX13401" fmla="*/ 3092734 w 5799173"/>
              <a:gd name="connsiteY13401" fmla="*/ 1558698 h 5017219"/>
              <a:gd name="connsiteX13402" fmla="*/ 3087584 w 5799173"/>
              <a:gd name="connsiteY13402" fmla="*/ 1567671 h 5017219"/>
              <a:gd name="connsiteX13403" fmla="*/ 3086918 w 5799173"/>
              <a:gd name="connsiteY13403" fmla="*/ 1568003 h 5017219"/>
              <a:gd name="connsiteX13404" fmla="*/ 3014793 w 5799173"/>
              <a:gd name="connsiteY13404" fmla="*/ 1554693 h 5017219"/>
              <a:gd name="connsiteX13405" fmla="*/ 3013962 w 5799173"/>
              <a:gd name="connsiteY13405" fmla="*/ 1554196 h 5017219"/>
              <a:gd name="connsiteX13406" fmla="*/ 3007233 w 5799173"/>
              <a:gd name="connsiteY13406" fmla="*/ 1542563 h 5017219"/>
              <a:gd name="connsiteX13407" fmla="*/ 3007232 w 5799173"/>
              <a:gd name="connsiteY13407" fmla="*/ 1541651 h 5017219"/>
              <a:gd name="connsiteX13408" fmla="*/ 3013962 w 5799173"/>
              <a:gd name="connsiteY13408" fmla="*/ 1530019 h 5017219"/>
              <a:gd name="connsiteX13409" fmla="*/ 3014792 w 5799173"/>
              <a:gd name="connsiteY13409" fmla="*/ 1529521 h 5017219"/>
              <a:gd name="connsiteX13410" fmla="*/ 3028252 w 5799173"/>
              <a:gd name="connsiteY13410" fmla="*/ 1529521 h 5017219"/>
              <a:gd name="connsiteX13411" fmla="*/ 3029082 w 5799173"/>
              <a:gd name="connsiteY13411" fmla="*/ 1530019 h 5017219"/>
              <a:gd name="connsiteX13412" fmla="*/ 3035812 w 5799173"/>
              <a:gd name="connsiteY13412" fmla="*/ 1541651 h 5017219"/>
              <a:gd name="connsiteX13413" fmla="*/ 3035811 w 5799173"/>
              <a:gd name="connsiteY13413" fmla="*/ 1542564 h 5017219"/>
              <a:gd name="connsiteX13414" fmla="*/ 3029083 w 5799173"/>
              <a:gd name="connsiteY13414" fmla="*/ 1554195 h 5017219"/>
              <a:gd name="connsiteX13415" fmla="*/ 3028252 w 5799173"/>
              <a:gd name="connsiteY13415" fmla="*/ 1554694 h 5017219"/>
              <a:gd name="connsiteX13416" fmla="*/ 4216927 w 5799173"/>
              <a:gd name="connsiteY13416" fmla="*/ 1880221 h 5017219"/>
              <a:gd name="connsiteX13417" fmla="*/ 4215930 w 5799173"/>
              <a:gd name="connsiteY13417" fmla="*/ 1879639 h 5017219"/>
              <a:gd name="connsiteX13418" fmla="*/ 4207622 w 5799173"/>
              <a:gd name="connsiteY13418" fmla="*/ 1865266 h 5017219"/>
              <a:gd name="connsiteX13419" fmla="*/ 4207622 w 5799173"/>
              <a:gd name="connsiteY13419" fmla="*/ 1864103 h 5017219"/>
              <a:gd name="connsiteX13420" fmla="*/ 4215930 w 5799173"/>
              <a:gd name="connsiteY13420" fmla="*/ 1849731 h 5017219"/>
              <a:gd name="connsiteX13421" fmla="*/ 4216927 w 5799173"/>
              <a:gd name="connsiteY13421" fmla="*/ 1849149 h 5017219"/>
              <a:gd name="connsiteX13422" fmla="*/ 4233542 w 5799173"/>
              <a:gd name="connsiteY13422" fmla="*/ 1849149 h 5017219"/>
              <a:gd name="connsiteX13423" fmla="*/ 4234539 w 5799173"/>
              <a:gd name="connsiteY13423" fmla="*/ 1849731 h 5017219"/>
              <a:gd name="connsiteX13424" fmla="*/ 4242847 w 5799173"/>
              <a:gd name="connsiteY13424" fmla="*/ 1864103 h 5017219"/>
              <a:gd name="connsiteX13425" fmla="*/ 4242847 w 5799173"/>
              <a:gd name="connsiteY13425" fmla="*/ 1865266 h 5017219"/>
              <a:gd name="connsiteX13426" fmla="*/ 4234539 w 5799173"/>
              <a:gd name="connsiteY13426" fmla="*/ 1879639 h 5017219"/>
              <a:gd name="connsiteX13427" fmla="*/ 4233542 w 5799173"/>
              <a:gd name="connsiteY13427" fmla="*/ 1880221 h 5017219"/>
              <a:gd name="connsiteX13428" fmla="*/ 4156658 w 5799173"/>
              <a:gd name="connsiteY13428" fmla="*/ 1864259 h 5017219"/>
              <a:gd name="connsiteX13429" fmla="*/ 4155661 w 5799173"/>
              <a:gd name="connsiteY13429" fmla="*/ 1863678 h 5017219"/>
              <a:gd name="connsiteX13430" fmla="*/ 4147270 w 5799173"/>
              <a:gd name="connsiteY13430" fmla="*/ 1849139 h 5017219"/>
              <a:gd name="connsiteX13431" fmla="*/ 4147270 w 5799173"/>
              <a:gd name="connsiteY13431" fmla="*/ 1847975 h 5017219"/>
              <a:gd name="connsiteX13432" fmla="*/ 4155661 w 5799173"/>
              <a:gd name="connsiteY13432" fmla="*/ 1833437 h 5017219"/>
              <a:gd name="connsiteX13433" fmla="*/ 4156658 w 5799173"/>
              <a:gd name="connsiteY13433" fmla="*/ 1832855 h 5017219"/>
              <a:gd name="connsiteX13434" fmla="*/ 4173440 w 5799173"/>
              <a:gd name="connsiteY13434" fmla="*/ 1832855 h 5017219"/>
              <a:gd name="connsiteX13435" fmla="*/ 4174437 w 5799173"/>
              <a:gd name="connsiteY13435" fmla="*/ 1833438 h 5017219"/>
              <a:gd name="connsiteX13436" fmla="*/ 4182828 w 5799173"/>
              <a:gd name="connsiteY13436" fmla="*/ 1847975 h 5017219"/>
              <a:gd name="connsiteX13437" fmla="*/ 4182828 w 5799173"/>
              <a:gd name="connsiteY13437" fmla="*/ 1849139 h 5017219"/>
              <a:gd name="connsiteX13438" fmla="*/ 4174437 w 5799173"/>
              <a:gd name="connsiteY13438" fmla="*/ 1863678 h 5017219"/>
              <a:gd name="connsiteX13439" fmla="*/ 4173440 w 5799173"/>
              <a:gd name="connsiteY13439" fmla="*/ 1864259 h 5017219"/>
              <a:gd name="connsiteX13440" fmla="*/ 4277031 w 5799173"/>
              <a:gd name="connsiteY13440" fmla="*/ 1896513 h 5017219"/>
              <a:gd name="connsiteX13441" fmla="*/ 4276034 w 5799173"/>
              <a:gd name="connsiteY13441" fmla="*/ 1895932 h 5017219"/>
              <a:gd name="connsiteX13442" fmla="*/ 4267643 w 5799173"/>
              <a:gd name="connsiteY13442" fmla="*/ 1881393 h 5017219"/>
              <a:gd name="connsiteX13443" fmla="*/ 4267643 w 5799173"/>
              <a:gd name="connsiteY13443" fmla="*/ 1880229 h 5017219"/>
              <a:gd name="connsiteX13444" fmla="*/ 4276034 w 5799173"/>
              <a:gd name="connsiteY13444" fmla="*/ 1865691 h 5017219"/>
              <a:gd name="connsiteX13445" fmla="*/ 4277031 w 5799173"/>
              <a:gd name="connsiteY13445" fmla="*/ 1865109 h 5017219"/>
              <a:gd name="connsiteX13446" fmla="*/ 4293813 w 5799173"/>
              <a:gd name="connsiteY13446" fmla="*/ 1865109 h 5017219"/>
              <a:gd name="connsiteX13447" fmla="*/ 4294810 w 5799173"/>
              <a:gd name="connsiteY13447" fmla="*/ 1865691 h 5017219"/>
              <a:gd name="connsiteX13448" fmla="*/ 4303201 w 5799173"/>
              <a:gd name="connsiteY13448" fmla="*/ 1880229 h 5017219"/>
              <a:gd name="connsiteX13449" fmla="*/ 4303201 w 5799173"/>
              <a:gd name="connsiteY13449" fmla="*/ 1881393 h 5017219"/>
              <a:gd name="connsiteX13450" fmla="*/ 4294810 w 5799173"/>
              <a:gd name="connsiteY13450" fmla="*/ 1895932 h 5017219"/>
              <a:gd name="connsiteX13451" fmla="*/ 4293813 w 5799173"/>
              <a:gd name="connsiteY13451" fmla="*/ 1896513 h 5017219"/>
              <a:gd name="connsiteX13452" fmla="*/ 5179825 w 5799173"/>
              <a:gd name="connsiteY13452" fmla="*/ 2138416 h 5017219"/>
              <a:gd name="connsiteX13453" fmla="*/ 5178828 w 5799173"/>
              <a:gd name="connsiteY13453" fmla="*/ 2137835 h 5017219"/>
              <a:gd name="connsiteX13454" fmla="*/ 5170437 w 5799173"/>
              <a:gd name="connsiteY13454" fmla="*/ 2123296 h 5017219"/>
              <a:gd name="connsiteX13455" fmla="*/ 5170437 w 5799173"/>
              <a:gd name="connsiteY13455" fmla="*/ 2122132 h 5017219"/>
              <a:gd name="connsiteX13456" fmla="*/ 5178828 w 5799173"/>
              <a:gd name="connsiteY13456" fmla="*/ 2107594 h 5017219"/>
              <a:gd name="connsiteX13457" fmla="*/ 5179825 w 5799173"/>
              <a:gd name="connsiteY13457" fmla="*/ 2107012 h 5017219"/>
              <a:gd name="connsiteX13458" fmla="*/ 5196607 w 5799173"/>
              <a:gd name="connsiteY13458" fmla="*/ 2107012 h 5017219"/>
              <a:gd name="connsiteX13459" fmla="*/ 5197604 w 5799173"/>
              <a:gd name="connsiteY13459" fmla="*/ 2107594 h 5017219"/>
              <a:gd name="connsiteX13460" fmla="*/ 5205995 w 5799173"/>
              <a:gd name="connsiteY13460" fmla="*/ 2122132 h 5017219"/>
              <a:gd name="connsiteX13461" fmla="*/ 5205995 w 5799173"/>
              <a:gd name="connsiteY13461" fmla="*/ 2123296 h 5017219"/>
              <a:gd name="connsiteX13462" fmla="*/ 5197604 w 5799173"/>
              <a:gd name="connsiteY13462" fmla="*/ 2137835 h 5017219"/>
              <a:gd name="connsiteX13463" fmla="*/ 5196607 w 5799173"/>
              <a:gd name="connsiteY13463" fmla="*/ 2138416 h 5017219"/>
              <a:gd name="connsiteX13464" fmla="*/ 5600786 w 5799173"/>
              <a:gd name="connsiteY13464" fmla="*/ 2251875 h 5017219"/>
              <a:gd name="connsiteX13465" fmla="*/ 5599706 w 5799173"/>
              <a:gd name="connsiteY13465" fmla="*/ 2251293 h 5017219"/>
              <a:gd name="connsiteX13466" fmla="*/ 5590983 w 5799173"/>
              <a:gd name="connsiteY13466" fmla="*/ 2236256 h 5017219"/>
              <a:gd name="connsiteX13467" fmla="*/ 5590983 w 5799173"/>
              <a:gd name="connsiteY13467" fmla="*/ 2235010 h 5017219"/>
              <a:gd name="connsiteX13468" fmla="*/ 5599706 w 5799173"/>
              <a:gd name="connsiteY13468" fmla="*/ 2219972 h 5017219"/>
              <a:gd name="connsiteX13469" fmla="*/ 5600786 w 5799173"/>
              <a:gd name="connsiteY13469" fmla="*/ 2219391 h 5017219"/>
              <a:gd name="connsiteX13470" fmla="*/ 5618150 w 5799173"/>
              <a:gd name="connsiteY13470" fmla="*/ 2219390 h 5017219"/>
              <a:gd name="connsiteX13471" fmla="*/ 5619230 w 5799173"/>
              <a:gd name="connsiteY13471" fmla="*/ 2219972 h 5017219"/>
              <a:gd name="connsiteX13472" fmla="*/ 5627953 w 5799173"/>
              <a:gd name="connsiteY13472" fmla="*/ 2235010 h 5017219"/>
              <a:gd name="connsiteX13473" fmla="*/ 5627953 w 5799173"/>
              <a:gd name="connsiteY13473" fmla="*/ 2236256 h 5017219"/>
              <a:gd name="connsiteX13474" fmla="*/ 5619230 w 5799173"/>
              <a:gd name="connsiteY13474" fmla="*/ 2251292 h 5017219"/>
              <a:gd name="connsiteX13475" fmla="*/ 5618150 w 5799173"/>
              <a:gd name="connsiteY13475" fmla="*/ 2251875 h 5017219"/>
              <a:gd name="connsiteX13476" fmla="*/ 5239666 w 5799173"/>
              <a:gd name="connsiteY13476" fmla="*/ 2155217 h 5017219"/>
              <a:gd name="connsiteX13477" fmla="*/ 5238586 w 5799173"/>
              <a:gd name="connsiteY13477" fmla="*/ 2154636 h 5017219"/>
              <a:gd name="connsiteX13478" fmla="*/ 5229863 w 5799173"/>
              <a:gd name="connsiteY13478" fmla="*/ 2139515 h 5017219"/>
              <a:gd name="connsiteX13479" fmla="*/ 5229863 w 5799173"/>
              <a:gd name="connsiteY13479" fmla="*/ 2138269 h 5017219"/>
              <a:gd name="connsiteX13480" fmla="*/ 5238586 w 5799173"/>
              <a:gd name="connsiteY13480" fmla="*/ 2123149 h 5017219"/>
              <a:gd name="connsiteX13481" fmla="*/ 5239666 w 5799173"/>
              <a:gd name="connsiteY13481" fmla="*/ 2122567 h 5017219"/>
              <a:gd name="connsiteX13482" fmla="*/ 5257196 w 5799173"/>
              <a:gd name="connsiteY13482" fmla="*/ 2122567 h 5017219"/>
              <a:gd name="connsiteX13483" fmla="*/ 5258276 w 5799173"/>
              <a:gd name="connsiteY13483" fmla="*/ 2123149 h 5017219"/>
              <a:gd name="connsiteX13484" fmla="*/ 5266999 w 5799173"/>
              <a:gd name="connsiteY13484" fmla="*/ 2138269 h 5017219"/>
              <a:gd name="connsiteX13485" fmla="*/ 5266999 w 5799173"/>
              <a:gd name="connsiteY13485" fmla="*/ 2139515 h 5017219"/>
              <a:gd name="connsiteX13486" fmla="*/ 5258276 w 5799173"/>
              <a:gd name="connsiteY13486" fmla="*/ 2154636 h 5017219"/>
              <a:gd name="connsiteX13487" fmla="*/ 5257196 w 5799173"/>
              <a:gd name="connsiteY13487" fmla="*/ 2155217 h 5017219"/>
              <a:gd name="connsiteX13488" fmla="*/ 4396831 w 5799173"/>
              <a:gd name="connsiteY13488" fmla="*/ 1929942 h 5017219"/>
              <a:gd name="connsiteX13489" fmla="*/ 4395751 w 5799173"/>
              <a:gd name="connsiteY13489" fmla="*/ 1929278 h 5017219"/>
              <a:gd name="connsiteX13490" fmla="*/ 4386779 w 5799173"/>
              <a:gd name="connsiteY13490" fmla="*/ 1913659 h 5017219"/>
              <a:gd name="connsiteX13491" fmla="*/ 4386779 w 5799173"/>
              <a:gd name="connsiteY13491" fmla="*/ 1912412 h 5017219"/>
              <a:gd name="connsiteX13492" fmla="*/ 4395751 w 5799173"/>
              <a:gd name="connsiteY13492" fmla="*/ 1896794 h 5017219"/>
              <a:gd name="connsiteX13493" fmla="*/ 4396831 w 5799173"/>
              <a:gd name="connsiteY13493" fmla="*/ 1896129 h 5017219"/>
              <a:gd name="connsiteX13494" fmla="*/ 4414859 w 5799173"/>
              <a:gd name="connsiteY13494" fmla="*/ 1896129 h 5017219"/>
              <a:gd name="connsiteX13495" fmla="*/ 4415939 w 5799173"/>
              <a:gd name="connsiteY13495" fmla="*/ 1896794 h 5017219"/>
              <a:gd name="connsiteX13496" fmla="*/ 4424912 w 5799173"/>
              <a:gd name="connsiteY13496" fmla="*/ 1912412 h 5017219"/>
              <a:gd name="connsiteX13497" fmla="*/ 4424912 w 5799173"/>
              <a:gd name="connsiteY13497" fmla="*/ 1913659 h 5017219"/>
              <a:gd name="connsiteX13498" fmla="*/ 4415939 w 5799173"/>
              <a:gd name="connsiteY13498" fmla="*/ 1929278 h 5017219"/>
              <a:gd name="connsiteX13499" fmla="*/ 4414859 w 5799173"/>
              <a:gd name="connsiteY13499" fmla="*/ 1929942 h 5017219"/>
              <a:gd name="connsiteX13500" fmla="*/ 4456934 w 5799173"/>
              <a:gd name="connsiteY13500" fmla="*/ 1946142 h 5017219"/>
              <a:gd name="connsiteX13501" fmla="*/ 4455854 w 5799173"/>
              <a:gd name="connsiteY13501" fmla="*/ 1945478 h 5017219"/>
              <a:gd name="connsiteX13502" fmla="*/ 4446799 w 5799173"/>
              <a:gd name="connsiteY13502" fmla="*/ 1929776 h 5017219"/>
              <a:gd name="connsiteX13503" fmla="*/ 4446799 w 5799173"/>
              <a:gd name="connsiteY13503" fmla="*/ 1928530 h 5017219"/>
              <a:gd name="connsiteX13504" fmla="*/ 4455854 w 5799173"/>
              <a:gd name="connsiteY13504" fmla="*/ 1912828 h 5017219"/>
              <a:gd name="connsiteX13505" fmla="*/ 4456934 w 5799173"/>
              <a:gd name="connsiteY13505" fmla="*/ 1912163 h 5017219"/>
              <a:gd name="connsiteX13506" fmla="*/ 4475046 w 5799173"/>
              <a:gd name="connsiteY13506" fmla="*/ 1912163 h 5017219"/>
              <a:gd name="connsiteX13507" fmla="*/ 4476126 w 5799173"/>
              <a:gd name="connsiteY13507" fmla="*/ 1912828 h 5017219"/>
              <a:gd name="connsiteX13508" fmla="*/ 4485181 w 5799173"/>
              <a:gd name="connsiteY13508" fmla="*/ 1928530 h 5017219"/>
              <a:gd name="connsiteX13509" fmla="*/ 4485181 w 5799173"/>
              <a:gd name="connsiteY13509" fmla="*/ 1929776 h 5017219"/>
              <a:gd name="connsiteX13510" fmla="*/ 4476126 w 5799173"/>
              <a:gd name="connsiteY13510" fmla="*/ 1945478 h 5017219"/>
              <a:gd name="connsiteX13511" fmla="*/ 4475046 w 5799173"/>
              <a:gd name="connsiteY13511" fmla="*/ 1946142 h 5017219"/>
              <a:gd name="connsiteX13512" fmla="*/ 4336479 w 5799173"/>
              <a:gd name="connsiteY13512" fmla="*/ 1913970 h 5017219"/>
              <a:gd name="connsiteX13513" fmla="*/ 4335399 w 5799173"/>
              <a:gd name="connsiteY13513" fmla="*/ 1913307 h 5017219"/>
              <a:gd name="connsiteX13514" fmla="*/ 4326344 w 5799173"/>
              <a:gd name="connsiteY13514" fmla="*/ 1897521 h 5017219"/>
              <a:gd name="connsiteX13515" fmla="*/ 4326344 w 5799173"/>
              <a:gd name="connsiteY13515" fmla="*/ 1896275 h 5017219"/>
              <a:gd name="connsiteX13516" fmla="*/ 4335484 w 5799173"/>
              <a:gd name="connsiteY13516" fmla="*/ 1880490 h 5017219"/>
              <a:gd name="connsiteX13517" fmla="*/ 4336564 w 5799173"/>
              <a:gd name="connsiteY13517" fmla="*/ 1879826 h 5017219"/>
              <a:gd name="connsiteX13518" fmla="*/ 4354758 w 5799173"/>
              <a:gd name="connsiteY13518" fmla="*/ 1879825 h 5017219"/>
              <a:gd name="connsiteX13519" fmla="*/ 4355837 w 5799173"/>
              <a:gd name="connsiteY13519" fmla="*/ 1880490 h 5017219"/>
              <a:gd name="connsiteX13520" fmla="*/ 4364893 w 5799173"/>
              <a:gd name="connsiteY13520" fmla="*/ 1896275 h 5017219"/>
              <a:gd name="connsiteX13521" fmla="*/ 4364893 w 5799173"/>
              <a:gd name="connsiteY13521" fmla="*/ 1897521 h 5017219"/>
              <a:gd name="connsiteX13522" fmla="*/ 4355755 w 5799173"/>
              <a:gd name="connsiteY13522" fmla="*/ 1913306 h 5017219"/>
              <a:gd name="connsiteX13523" fmla="*/ 4354674 w 5799173"/>
              <a:gd name="connsiteY13523" fmla="*/ 1913970 h 5017219"/>
              <a:gd name="connsiteX13524" fmla="*/ 4095744 w 5799173"/>
              <a:gd name="connsiteY13524" fmla="*/ 1849549 h 5017219"/>
              <a:gd name="connsiteX13525" fmla="*/ 4094665 w 5799173"/>
              <a:gd name="connsiteY13525" fmla="*/ 1848884 h 5017219"/>
              <a:gd name="connsiteX13526" fmla="*/ 4085526 w 5799173"/>
              <a:gd name="connsiteY13526" fmla="*/ 1833016 h 5017219"/>
              <a:gd name="connsiteX13527" fmla="*/ 4085526 w 5799173"/>
              <a:gd name="connsiteY13527" fmla="*/ 1831687 h 5017219"/>
              <a:gd name="connsiteX13528" fmla="*/ 4094665 w 5799173"/>
              <a:gd name="connsiteY13528" fmla="*/ 1815819 h 5017219"/>
              <a:gd name="connsiteX13529" fmla="*/ 4095744 w 5799173"/>
              <a:gd name="connsiteY13529" fmla="*/ 1815154 h 5017219"/>
              <a:gd name="connsiteX13530" fmla="*/ 4114022 w 5799173"/>
              <a:gd name="connsiteY13530" fmla="*/ 1815154 h 5017219"/>
              <a:gd name="connsiteX13531" fmla="*/ 4115103 w 5799173"/>
              <a:gd name="connsiteY13531" fmla="*/ 1815819 h 5017219"/>
              <a:gd name="connsiteX13532" fmla="*/ 4124241 w 5799173"/>
              <a:gd name="connsiteY13532" fmla="*/ 1831687 h 5017219"/>
              <a:gd name="connsiteX13533" fmla="*/ 4124240 w 5799173"/>
              <a:gd name="connsiteY13533" fmla="*/ 1833016 h 5017219"/>
              <a:gd name="connsiteX13534" fmla="*/ 4115103 w 5799173"/>
              <a:gd name="connsiteY13534" fmla="*/ 1848884 h 5017219"/>
              <a:gd name="connsiteX13535" fmla="*/ 4114023 w 5799173"/>
              <a:gd name="connsiteY13535" fmla="*/ 1849549 h 5017219"/>
              <a:gd name="connsiteX13536" fmla="*/ 4577131 w 5799173"/>
              <a:gd name="connsiteY13536" fmla="*/ 1978820 h 5017219"/>
              <a:gd name="connsiteX13537" fmla="*/ 4575968 w 5799173"/>
              <a:gd name="connsiteY13537" fmla="*/ 1978156 h 5017219"/>
              <a:gd name="connsiteX13538" fmla="*/ 4566746 w 5799173"/>
              <a:gd name="connsiteY13538" fmla="*/ 1962121 h 5017219"/>
              <a:gd name="connsiteX13539" fmla="*/ 4566746 w 5799173"/>
              <a:gd name="connsiteY13539" fmla="*/ 1960792 h 5017219"/>
              <a:gd name="connsiteX13540" fmla="*/ 4575968 w 5799173"/>
              <a:gd name="connsiteY13540" fmla="*/ 1944758 h 5017219"/>
              <a:gd name="connsiteX13541" fmla="*/ 4577130 w 5799173"/>
              <a:gd name="connsiteY13541" fmla="*/ 1944093 h 5017219"/>
              <a:gd name="connsiteX13542" fmla="*/ 4595657 w 5799173"/>
              <a:gd name="connsiteY13542" fmla="*/ 1944093 h 5017219"/>
              <a:gd name="connsiteX13543" fmla="*/ 4596820 w 5799173"/>
              <a:gd name="connsiteY13543" fmla="*/ 1944758 h 5017219"/>
              <a:gd name="connsiteX13544" fmla="*/ 4606042 w 5799173"/>
              <a:gd name="connsiteY13544" fmla="*/ 1960792 h 5017219"/>
              <a:gd name="connsiteX13545" fmla="*/ 4606042 w 5799173"/>
              <a:gd name="connsiteY13545" fmla="*/ 1962121 h 5017219"/>
              <a:gd name="connsiteX13546" fmla="*/ 4596820 w 5799173"/>
              <a:gd name="connsiteY13546" fmla="*/ 1978156 h 5017219"/>
              <a:gd name="connsiteX13547" fmla="*/ 4595657 w 5799173"/>
              <a:gd name="connsiteY13547" fmla="*/ 1978820 h 5017219"/>
              <a:gd name="connsiteX13548" fmla="*/ 5058620 w 5799173"/>
              <a:gd name="connsiteY13548" fmla="*/ 2107835 h 5017219"/>
              <a:gd name="connsiteX13549" fmla="*/ 5057458 w 5799173"/>
              <a:gd name="connsiteY13549" fmla="*/ 2107171 h 5017219"/>
              <a:gd name="connsiteX13550" fmla="*/ 5048236 w 5799173"/>
              <a:gd name="connsiteY13550" fmla="*/ 2091136 h 5017219"/>
              <a:gd name="connsiteX13551" fmla="*/ 5048235 w 5799173"/>
              <a:gd name="connsiteY13551" fmla="*/ 2089807 h 5017219"/>
              <a:gd name="connsiteX13552" fmla="*/ 5057458 w 5799173"/>
              <a:gd name="connsiteY13552" fmla="*/ 2073773 h 5017219"/>
              <a:gd name="connsiteX13553" fmla="*/ 5058620 w 5799173"/>
              <a:gd name="connsiteY13553" fmla="*/ 2073108 h 5017219"/>
              <a:gd name="connsiteX13554" fmla="*/ 5077147 w 5799173"/>
              <a:gd name="connsiteY13554" fmla="*/ 2073108 h 5017219"/>
              <a:gd name="connsiteX13555" fmla="*/ 5078310 w 5799173"/>
              <a:gd name="connsiteY13555" fmla="*/ 2073773 h 5017219"/>
              <a:gd name="connsiteX13556" fmla="*/ 5087532 w 5799173"/>
              <a:gd name="connsiteY13556" fmla="*/ 2089807 h 5017219"/>
              <a:gd name="connsiteX13557" fmla="*/ 5087531 w 5799173"/>
              <a:gd name="connsiteY13557" fmla="*/ 2091136 h 5017219"/>
              <a:gd name="connsiteX13558" fmla="*/ 5078310 w 5799173"/>
              <a:gd name="connsiteY13558" fmla="*/ 2107171 h 5017219"/>
              <a:gd name="connsiteX13559" fmla="*/ 5077147 w 5799173"/>
              <a:gd name="connsiteY13559" fmla="*/ 2107835 h 5017219"/>
              <a:gd name="connsiteX13560" fmla="*/ 4757525 w 5799173"/>
              <a:gd name="connsiteY13560" fmla="*/ 2027345 h 5017219"/>
              <a:gd name="connsiteX13561" fmla="*/ 4756362 w 5799173"/>
              <a:gd name="connsiteY13561" fmla="*/ 2026681 h 5017219"/>
              <a:gd name="connsiteX13562" fmla="*/ 4746974 w 5799173"/>
              <a:gd name="connsiteY13562" fmla="*/ 2010480 h 5017219"/>
              <a:gd name="connsiteX13563" fmla="*/ 4746974 w 5799173"/>
              <a:gd name="connsiteY13563" fmla="*/ 2009151 h 5017219"/>
              <a:gd name="connsiteX13564" fmla="*/ 4756362 w 5799173"/>
              <a:gd name="connsiteY13564" fmla="*/ 1992951 h 5017219"/>
              <a:gd name="connsiteX13565" fmla="*/ 4757525 w 5799173"/>
              <a:gd name="connsiteY13565" fmla="*/ 1992286 h 5017219"/>
              <a:gd name="connsiteX13566" fmla="*/ 4776218 w 5799173"/>
              <a:gd name="connsiteY13566" fmla="*/ 1992286 h 5017219"/>
              <a:gd name="connsiteX13567" fmla="*/ 4777381 w 5799173"/>
              <a:gd name="connsiteY13567" fmla="*/ 1992951 h 5017219"/>
              <a:gd name="connsiteX13568" fmla="*/ 4786769 w 5799173"/>
              <a:gd name="connsiteY13568" fmla="*/ 2009151 h 5017219"/>
              <a:gd name="connsiteX13569" fmla="*/ 4786769 w 5799173"/>
              <a:gd name="connsiteY13569" fmla="*/ 2010480 h 5017219"/>
              <a:gd name="connsiteX13570" fmla="*/ 4777381 w 5799173"/>
              <a:gd name="connsiteY13570" fmla="*/ 2026681 h 5017219"/>
              <a:gd name="connsiteX13571" fmla="*/ 4776218 w 5799173"/>
              <a:gd name="connsiteY13571" fmla="*/ 2027345 h 5017219"/>
              <a:gd name="connsiteX13572" fmla="*/ 965790 w 5799173"/>
              <a:gd name="connsiteY13572" fmla="*/ 1011447 h 5017219"/>
              <a:gd name="connsiteX13573" fmla="*/ 964627 w 5799173"/>
              <a:gd name="connsiteY13573" fmla="*/ 1010783 h 5017219"/>
              <a:gd name="connsiteX13574" fmla="*/ 955240 w 5799173"/>
              <a:gd name="connsiteY13574" fmla="*/ 994500 h 5017219"/>
              <a:gd name="connsiteX13575" fmla="*/ 955239 w 5799173"/>
              <a:gd name="connsiteY13575" fmla="*/ 993170 h 5017219"/>
              <a:gd name="connsiteX13576" fmla="*/ 964627 w 5799173"/>
              <a:gd name="connsiteY13576" fmla="*/ 976887 h 5017219"/>
              <a:gd name="connsiteX13577" fmla="*/ 965790 w 5799173"/>
              <a:gd name="connsiteY13577" fmla="*/ 976222 h 5017219"/>
              <a:gd name="connsiteX13578" fmla="*/ 984567 w 5799173"/>
              <a:gd name="connsiteY13578" fmla="*/ 976222 h 5017219"/>
              <a:gd name="connsiteX13579" fmla="*/ 985729 w 5799173"/>
              <a:gd name="connsiteY13579" fmla="*/ 976887 h 5017219"/>
              <a:gd name="connsiteX13580" fmla="*/ 995118 w 5799173"/>
              <a:gd name="connsiteY13580" fmla="*/ 993170 h 5017219"/>
              <a:gd name="connsiteX13581" fmla="*/ 995118 w 5799173"/>
              <a:gd name="connsiteY13581" fmla="*/ 994500 h 5017219"/>
              <a:gd name="connsiteX13582" fmla="*/ 985729 w 5799173"/>
              <a:gd name="connsiteY13582" fmla="*/ 1010783 h 5017219"/>
              <a:gd name="connsiteX13583" fmla="*/ 984567 w 5799173"/>
              <a:gd name="connsiteY13583" fmla="*/ 1011447 h 5017219"/>
              <a:gd name="connsiteX13584" fmla="*/ 4637151 w 5799173"/>
              <a:gd name="connsiteY13584" fmla="*/ 1995185 h 5017219"/>
              <a:gd name="connsiteX13585" fmla="*/ 4635988 w 5799173"/>
              <a:gd name="connsiteY13585" fmla="*/ 1994521 h 5017219"/>
              <a:gd name="connsiteX13586" fmla="*/ 4626600 w 5799173"/>
              <a:gd name="connsiteY13586" fmla="*/ 1978238 h 5017219"/>
              <a:gd name="connsiteX13587" fmla="*/ 4626600 w 5799173"/>
              <a:gd name="connsiteY13587" fmla="*/ 1976908 h 5017219"/>
              <a:gd name="connsiteX13588" fmla="*/ 4635988 w 5799173"/>
              <a:gd name="connsiteY13588" fmla="*/ 1960625 h 5017219"/>
              <a:gd name="connsiteX13589" fmla="*/ 4637151 w 5799173"/>
              <a:gd name="connsiteY13589" fmla="*/ 1959960 h 5017219"/>
              <a:gd name="connsiteX13590" fmla="*/ 4655927 w 5799173"/>
              <a:gd name="connsiteY13590" fmla="*/ 1959960 h 5017219"/>
              <a:gd name="connsiteX13591" fmla="*/ 4657090 w 5799173"/>
              <a:gd name="connsiteY13591" fmla="*/ 1960625 h 5017219"/>
              <a:gd name="connsiteX13592" fmla="*/ 4666478 w 5799173"/>
              <a:gd name="connsiteY13592" fmla="*/ 1976908 h 5017219"/>
              <a:gd name="connsiteX13593" fmla="*/ 4666478 w 5799173"/>
              <a:gd name="connsiteY13593" fmla="*/ 1978238 h 5017219"/>
              <a:gd name="connsiteX13594" fmla="*/ 4657090 w 5799173"/>
              <a:gd name="connsiteY13594" fmla="*/ 1994521 h 5017219"/>
              <a:gd name="connsiteX13595" fmla="*/ 4655927 w 5799173"/>
              <a:gd name="connsiteY13595" fmla="*/ 1995185 h 5017219"/>
              <a:gd name="connsiteX13596" fmla="*/ 4877897 w 5799173"/>
              <a:gd name="connsiteY13596" fmla="*/ 2059693 h 5017219"/>
              <a:gd name="connsiteX13597" fmla="*/ 4876733 w 5799173"/>
              <a:gd name="connsiteY13597" fmla="*/ 2059028 h 5017219"/>
              <a:gd name="connsiteX13598" fmla="*/ 4867345 w 5799173"/>
              <a:gd name="connsiteY13598" fmla="*/ 2042746 h 5017219"/>
              <a:gd name="connsiteX13599" fmla="*/ 4867345 w 5799173"/>
              <a:gd name="connsiteY13599" fmla="*/ 2041416 h 5017219"/>
              <a:gd name="connsiteX13600" fmla="*/ 4876733 w 5799173"/>
              <a:gd name="connsiteY13600" fmla="*/ 2025132 h 5017219"/>
              <a:gd name="connsiteX13601" fmla="*/ 4877896 w 5799173"/>
              <a:gd name="connsiteY13601" fmla="*/ 2024468 h 5017219"/>
              <a:gd name="connsiteX13602" fmla="*/ 4896672 w 5799173"/>
              <a:gd name="connsiteY13602" fmla="*/ 2024467 h 5017219"/>
              <a:gd name="connsiteX13603" fmla="*/ 4897835 w 5799173"/>
              <a:gd name="connsiteY13603" fmla="*/ 2025133 h 5017219"/>
              <a:gd name="connsiteX13604" fmla="*/ 4907223 w 5799173"/>
              <a:gd name="connsiteY13604" fmla="*/ 2041416 h 5017219"/>
              <a:gd name="connsiteX13605" fmla="*/ 4907224 w 5799173"/>
              <a:gd name="connsiteY13605" fmla="*/ 2042746 h 5017219"/>
              <a:gd name="connsiteX13606" fmla="*/ 4897835 w 5799173"/>
              <a:gd name="connsiteY13606" fmla="*/ 2059029 h 5017219"/>
              <a:gd name="connsiteX13607" fmla="*/ 4896672 w 5799173"/>
              <a:gd name="connsiteY13607" fmla="*/ 2059693 h 5017219"/>
              <a:gd name="connsiteX13608" fmla="*/ 4516696 w 5799173"/>
              <a:gd name="connsiteY13608" fmla="*/ 1963015 h 5017219"/>
              <a:gd name="connsiteX13609" fmla="*/ 4515533 w 5799173"/>
              <a:gd name="connsiteY13609" fmla="*/ 1962351 h 5017219"/>
              <a:gd name="connsiteX13610" fmla="*/ 4506062 w 5799173"/>
              <a:gd name="connsiteY13610" fmla="*/ 1945985 h 5017219"/>
              <a:gd name="connsiteX13611" fmla="*/ 4506062 w 5799173"/>
              <a:gd name="connsiteY13611" fmla="*/ 1944654 h 5017219"/>
              <a:gd name="connsiteX13612" fmla="*/ 4515533 w 5799173"/>
              <a:gd name="connsiteY13612" fmla="*/ 1928289 h 5017219"/>
              <a:gd name="connsiteX13613" fmla="*/ 4516696 w 5799173"/>
              <a:gd name="connsiteY13613" fmla="*/ 1927624 h 5017219"/>
              <a:gd name="connsiteX13614" fmla="*/ 4535638 w 5799173"/>
              <a:gd name="connsiteY13614" fmla="*/ 1927624 h 5017219"/>
              <a:gd name="connsiteX13615" fmla="*/ 4536801 w 5799173"/>
              <a:gd name="connsiteY13615" fmla="*/ 1928289 h 5017219"/>
              <a:gd name="connsiteX13616" fmla="*/ 4546272 w 5799173"/>
              <a:gd name="connsiteY13616" fmla="*/ 1944655 h 5017219"/>
              <a:gd name="connsiteX13617" fmla="*/ 4546272 w 5799173"/>
              <a:gd name="connsiteY13617" fmla="*/ 1945984 h 5017219"/>
              <a:gd name="connsiteX13618" fmla="*/ 4536801 w 5799173"/>
              <a:gd name="connsiteY13618" fmla="*/ 1962351 h 5017219"/>
              <a:gd name="connsiteX13619" fmla="*/ 4535638 w 5799173"/>
              <a:gd name="connsiteY13619" fmla="*/ 1963015 h 5017219"/>
              <a:gd name="connsiteX13620" fmla="*/ 4817628 w 5799173"/>
              <a:gd name="connsiteY13620" fmla="*/ 2043650 h 5017219"/>
              <a:gd name="connsiteX13621" fmla="*/ 4816465 w 5799173"/>
              <a:gd name="connsiteY13621" fmla="*/ 2042985 h 5017219"/>
              <a:gd name="connsiteX13622" fmla="*/ 4806994 w 5799173"/>
              <a:gd name="connsiteY13622" fmla="*/ 2026619 h 5017219"/>
              <a:gd name="connsiteX13623" fmla="*/ 4806993 w 5799173"/>
              <a:gd name="connsiteY13623" fmla="*/ 2025289 h 5017219"/>
              <a:gd name="connsiteX13624" fmla="*/ 4816464 w 5799173"/>
              <a:gd name="connsiteY13624" fmla="*/ 2008923 h 5017219"/>
              <a:gd name="connsiteX13625" fmla="*/ 4817628 w 5799173"/>
              <a:gd name="connsiteY13625" fmla="*/ 2008258 h 5017219"/>
              <a:gd name="connsiteX13626" fmla="*/ 4836570 w 5799173"/>
              <a:gd name="connsiteY13626" fmla="*/ 2008258 h 5017219"/>
              <a:gd name="connsiteX13627" fmla="*/ 4837733 w 5799173"/>
              <a:gd name="connsiteY13627" fmla="*/ 2008923 h 5017219"/>
              <a:gd name="connsiteX13628" fmla="*/ 4847204 w 5799173"/>
              <a:gd name="connsiteY13628" fmla="*/ 2025289 h 5017219"/>
              <a:gd name="connsiteX13629" fmla="*/ 4847203 w 5799173"/>
              <a:gd name="connsiteY13629" fmla="*/ 2026619 h 5017219"/>
              <a:gd name="connsiteX13630" fmla="*/ 4837732 w 5799173"/>
              <a:gd name="connsiteY13630" fmla="*/ 2042985 h 5017219"/>
              <a:gd name="connsiteX13631" fmla="*/ 4836570 w 5799173"/>
              <a:gd name="connsiteY13631" fmla="*/ 2043650 h 5017219"/>
              <a:gd name="connsiteX13632" fmla="*/ 3312970 w 5799173"/>
              <a:gd name="connsiteY13632" fmla="*/ 1640478 h 5017219"/>
              <a:gd name="connsiteX13633" fmla="*/ 3311807 w 5799173"/>
              <a:gd name="connsiteY13633" fmla="*/ 1639813 h 5017219"/>
              <a:gd name="connsiteX13634" fmla="*/ 3302336 w 5799173"/>
              <a:gd name="connsiteY13634" fmla="*/ 1623447 h 5017219"/>
              <a:gd name="connsiteX13635" fmla="*/ 3302336 w 5799173"/>
              <a:gd name="connsiteY13635" fmla="*/ 1622117 h 5017219"/>
              <a:gd name="connsiteX13636" fmla="*/ 3311807 w 5799173"/>
              <a:gd name="connsiteY13636" fmla="*/ 1605751 h 5017219"/>
              <a:gd name="connsiteX13637" fmla="*/ 3312970 w 5799173"/>
              <a:gd name="connsiteY13637" fmla="*/ 1605086 h 5017219"/>
              <a:gd name="connsiteX13638" fmla="*/ 3331912 w 5799173"/>
              <a:gd name="connsiteY13638" fmla="*/ 1605086 h 5017219"/>
              <a:gd name="connsiteX13639" fmla="*/ 3333075 w 5799173"/>
              <a:gd name="connsiteY13639" fmla="*/ 1605751 h 5017219"/>
              <a:gd name="connsiteX13640" fmla="*/ 3342546 w 5799173"/>
              <a:gd name="connsiteY13640" fmla="*/ 1622117 h 5017219"/>
              <a:gd name="connsiteX13641" fmla="*/ 3342546 w 5799173"/>
              <a:gd name="connsiteY13641" fmla="*/ 1623447 h 5017219"/>
              <a:gd name="connsiteX13642" fmla="*/ 3333075 w 5799173"/>
              <a:gd name="connsiteY13642" fmla="*/ 1639813 h 5017219"/>
              <a:gd name="connsiteX13643" fmla="*/ 3331912 w 5799173"/>
              <a:gd name="connsiteY13643" fmla="*/ 1640478 h 5017219"/>
              <a:gd name="connsiteX13644" fmla="*/ 1025705 w 5799173"/>
              <a:gd name="connsiteY13644" fmla="*/ 1028080 h 5017219"/>
              <a:gd name="connsiteX13645" fmla="*/ 1024542 w 5799173"/>
              <a:gd name="connsiteY13645" fmla="*/ 1027416 h 5017219"/>
              <a:gd name="connsiteX13646" fmla="*/ 1014905 w 5799173"/>
              <a:gd name="connsiteY13646" fmla="*/ 1010717 h 5017219"/>
              <a:gd name="connsiteX13647" fmla="*/ 1014905 w 5799173"/>
              <a:gd name="connsiteY13647" fmla="*/ 1009387 h 5017219"/>
              <a:gd name="connsiteX13648" fmla="*/ 1024542 w 5799173"/>
              <a:gd name="connsiteY13648" fmla="*/ 992689 h 5017219"/>
              <a:gd name="connsiteX13649" fmla="*/ 1025705 w 5799173"/>
              <a:gd name="connsiteY13649" fmla="*/ 992024 h 5017219"/>
              <a:gd name="connsiteX13650" fmla="*/ 1045061 w 5799173"/>
              <a:gd name="connsiteY13650" fmla="*/ 992024 h 5017219"/>
              <a:gd name="connsiteX13651" fmla="*/ 1046226 w 5799173"/>
              <a:gd name="connsiteY13651" fmla="*/ 992689 h 5017219"/>
              <a:gd name="connsiteX13652" fmla="*/ 1055863 w 5799173"/>
              <a:gd name="connsiteY13652" fmla="*/ 1009387 h 5017219"/>
              <a:gd name="connsiteX13653" fmla="*/ 1055862 w 5799173"/>
              <a:gd name="connsiteY13653" fmla="*/ 1010717 h 5017219"/>
              <a:gd name="connsiteX13654" fmla="*/ 1046226 w 5799173"/>
              <a:gd name="connsiteY13654" fmla="*/ 1027416 h 5017219"/>
              <a:gd name="connsiteX13655" fmla="*/ 1045061 w 5799173"/>
              <a:gd name="connsiteY13655" fmla="*/ 1028080 h 5017219"/>
              <a:gd name="connsiteX13656" fmla="*/ 4697065 w 5799173"/>
              <a:gd name="connsiteY13656" fmla="*/ 2011818 h 5017219"/>
              <a:gd name="connsiteX13657" fmla="*/ 4695902 w 5799173"/>
              <a:gd name="connsiteY13657" fmla="*/ 2011154 h 5017219"/>
              <a:gd name="connsiteX13658" fmla="*/ 4686265 w 5799173"/>
              <a:gd name="connsiteY13658" fmla="*/ 1994455 h 5017219"/>
              <a:gd name="connsiteX13659" fmla="*/ 4686265 w 5799173"/>
              <a:gd name="connsiteY13659" fmla="*/ 1993125 h 5017219"/>
              <a:gd name="connsiteX13660" fmla="*/ 4695902 w 5799173"/>
              <a:gd name="connsiteY13660" fmla="*/ 1976427 h 5017219"/>
              <a:gd name="connsiteX13661" fmla="*/ 4697065 w 5799173"/>
              <a:gd name="connsiteY13661" fmla="*/ 1975762 h 5017219"/>
              <a:gd name="connsiteX13662" fmla="*/ 4716423 w 5799173"/>
              <a:gd name="connsiteY13662" fmla="*/ 1975762 h 5017219"/>
              <a:gd name="connsiteX13663" fmla="*/ 4717586 w 5799173"/>
              <a:gd name="connsiteY13663" fmla="*/ 1976427 h 5017219"/>
              <a:gd name="connsiteX13664" fmla="*/ 4727223 w 5799173"/>
              <a:gd name="connsiteY13664" fmla="*/ 1993125 h 5017219"/>
              <a:gd name="connsiteX13665" fmla="*/ 4727223 w 5799173"/>
              <a:gd name="connsiteY13665" fmla="*/ 1994455 h 5017219"/>
              <a:gd name="connsiteX13666" fmla="*/ 4717586 w 5799173"/>
              <a:gd name="connsiteY13666" fmla="*/ 2011154 h 5017219"/>
              <a:gd name="connsiteX13667" fmla="*/ 4716423 w 5799173"/>
              <a:gd name="connsiteY13667" fmla="*/ 2011818 h 5017219"/>
              <a:gd name="connsiteX13668" fmla="*/ 4937811 w 5799173"/>
              <a:gd name="connsiteY13668" fmla="*/ 2076325 h 5017219"/>
              <a:gd name="connsiteX13669" fmla="*/ 4936647 w 5799173"/>
              <a:gd name="connsiteY13669" fmla="*/ 2075662 h 5017219"/>
              <a:gd name="connsiteX13670" fmla="*/ 4927011 w 5799173"/>
              <a:gd name="connsiteY13670" fmla="*/ 2058962 h 5017219"/>
              <a:gd name="connsiteX13671" fmla="*/ 4927010 w 5799173"/>
              <a:gd name="connsiteY13671" fmla="*/ 2057632 h 5017219"/>
              <a:gd name="connsiteX13672" fmla="*/ 4936647 w 5799173"/>
              <a:gd name="connsiteY13672" fmla="*/ 2040934 h 5017219"/>
              <a:gd name="connsiteX13673" fmla="*/ 4937811 w 5799173"/>
              <a:gd name="connsiteY13673" fmla="*/ 2040270 h 5017219"/>
              <a:gd name="connsiteX13674" fmla="*/ 4957168 w 5799173"/>
              <a:gd name="connsiteY13674" fmla="*/ 2040269 h 5017219"/>
              <a:gd name="connsiteX13675" fmla="*/ 4958331 w 5799173"/>
              <a:gd name="connsiteY13675" fmla="*/ 2040934 h 5017219"/>
              <a:gd name="connsiteX13676" fmla="*/ 4967968 w 5799173"/>
              <a:gd name="connsiteY13676" fmla="*/ 2057632 h 5017219"/>
              <a:gd name="connsiteX13677" fmla="*/ 4967969 w 5799173"/>
              <a:gd name="connsiteY13677" fmla="*/ 2058963 h 5017219"/>
              <a:gd name="connsiteX13678" fmla="*/ 4958331 w 5799173"/>
              <a:gd name="connsiteY13678" fmla="*/ 2075661 h 5017219"/>
              <a:gd name="connsiteX13679" fmla="*/ 4957168 w 5799173"/>
              <a:gd name="connsiteY13679" fmla="*/ 2076325 h 5017219"/>
              <a:gd name="connsiteX13680" fmla="*/ 4997997 w 5799173"/>
              <a:gd name="connsiteY13680" fmla="*/ 2092452 h 5017219"/>
              <a:gd name="connsiteX13681" fmla="*/ 4996833 w 5799173"/>
              <a:gd name="connsiteY13681" fmla="*/ 2091788 h 5017219"/>
              <a:gd name="connsiteX13682" fmla="*/ 4987196 w 5799173"/>
              <a:gd name="connsiteY13682" fmla="*/ 2075089 h 5017219"/>
              <a:gd name="connsiteX13683" fmla="*/ 4987196 w 5799173"/>
              <a:gd name="connsiteY13683" fmla="*/ 2073759 h 5017219"/>
              <a:gd name="connsiteX13684" fmla="*/ 4996833 w 5799173"/>
              <a:gd name="connsiteY13684" fmla="*/ 2057061 h 5017219"/>
              <a:gd name="connsiteX13685" fmla="*/ 4997996 w 5799173"/>
              <a:gd name="connsiteY13685" fmla="*/ 2056396 h 5017219"/>
              <a:gd name="connsiteX13686" fmla="*/ 5017354 w 5799173"/>
              <a:gd name="connsiteY13686" fmla="*/ 2056396 h 5017219"/>
              <a:gd name="connsiteX13687" fmla="*/ 5018517 w 5799173"/>
              <a:gd name="connsiteY13687" fmla="*/ 2057061 h 5017219"/>
              <a:gd name="connsiteX13688" fmla="*/ 5028154 w 5799173"/>
              <a:gd name="connsiteY13688" fmla="*/ 2073759 h 5017219"/>
              <a:gd name="connsiteX13689" fmla="*/ 5028154 w 5799173"/>
              <a:gd name="connsiteY13689" fmla="*/ 2075089 h 5017219"/>
              <a:gd name="connsiteX13690" fmla="*/ 5018517 w 5799173"/>
              <a:gd name="connsiteY13690" fmla="*/ 2091788 h 5017219"/>
              <a:gd name="connsiteX13691" fmla="*/ 5017354 w 5799173"/>
              <a:gd name="connsiteY13691" fmla="*/ 2092452 h 5017219"/>
              <a:gd name="connsiteX13692" fmla="*/ 1145944 w 5799173"/>
              <a:gd name="connsiteY13692" fmla="*/ 1060494 h 5017219"/>
              <a:gd name="connsiteX13693" fmla="*/ 1144781 w 5799173"/>
              <a:gd name="connsiteY13693" fmla="*/ 1059829 h 5017219"/>
              <a:gd name="connsiteX13694" fmla="*/ 1135061 w 5799173"/>
              <a:gd name="connsiteY13694" fmla="*/ 1042881 h 5017219"/>
              <a:gd name="connsiteX13695" fmla="*/ 1135061 w 5799173"/>
              <a:gd name="connsiteY13695" fmla="*/ 1041469 h 5017219"/>
              <a:gd name="connsiteX13696" fmla="*/ 1144864 w 5799173"/>
              <a:gd name="connsiteY13696" fmla="*/ 1024521 h 5017219"/>
              <a:gd name="connsiteX13697" fmla="*/ 1146028 w 5799173"/>
              <a:gd name="connsiteY13697" fmla="*/ 1023856 h 5017219"/>
              <a:gd name="connsiteX13698" fmla="*/ 1165551 w 5799173"/>
              <a:gd name="connsiteY13698" fmla="*/ 1023856 h 5017219"/>
              <a:gd name="connsiteX13699" fmla="*/ 1166714 w 5799173"/>
              <a:gd name="connsiteY13699" fmla="*/ 1024521 h 5017219"/>
              <a:gd name="connsiteX13700" fmla="*/ 1176434 w 5799173"/>
              <a:gd name="connsiteY13700" fmla="*/ 1041469 h 5017219"/>
              <a:gd name="connsiteX13701" fmla="*/ 1176434 w 5799173"/>
              <a:gd name="connsiteY13701" fmla="*/ 1042881 h 5017219"/>
              <a:gd name="connsiteX13702" fmla="*/ 1166631 w 5799173"/>
              <a:gd name="connsiteY13702" fmla="*/ 1059829 h 5017219"/>
              <a:gd name="connsiteX13703" fmla="*/ 1165468 w 5799173"/>
              <a:gd name="connsiteY13703" fmla="*/ 1060494 h 5017219"/>
              <a:gd name="connsiteX13704" fmla="*/ 3854325 w 5799173"/>
              <a:gd name="connsiteY13704" fmla="*/ 1786202 h 5017219"/>
              <a:gd name="connsiteX13705" fmla="*/ 3853162 w 5799173"/>
              <a:gd name="connsiteY13705" fmla="*/ 1785538 h 5017219"/>
              <a:gd name="connsiteX13706" fmla="*/ 3843441 w 5799173"/>
              <a:gd name="connsiteY13706" fmla="*/ 1768589 h 5017219"/>
              <a:gd name="connsiteX13707" fmla="*/ 3843441 w 5799173"/>
              <a:gd name="connsiteY13707" fmla="*/ 1767177 h 5017219"/>
              <a:gd name="connsiteX13708" fmla="*/ 3853244 w 5799173"/>
              <a:gd name="connsiteY13708" fmla="*/ 1750229 h 5017219"/>
              <a:gd name="connsiteX13709" fmla="*/ 3854408 w 5799173"/>
              <a:gd name="connsiteY13709" fmla="*/ 1749564 h 5017219"/>
              <a:gd name="connsiteX13710" fmla="*/ 3873931 w 5799173"/>
              <a:gd name="connsiteY13710" fmla="*/ 1749564 h 5017219"/>
              <a:gd name="connsiteX13711" fmla="*/ 3875094 w 5799173"/>
              <a:gd name="connsiteY13711" fmla="*/ 1750229 h 5017219"/>
              <a:gd name="connsiteX13712" fmla="*/ 3884815 w 5799173"/>
              <a:gd name="connsiteY13712" fmla="*/ 1767177 h 5017219"/>
              <a:gd name="connsiteX13713" fmla="*/ 3884815 w 5799173"/>
              <a:gd name="connsiteY13713" fmla="*/ 1768590 h 5017219"/>
              <a:gd name="connsiteX13714" fmla="*/ 3875012 w 5799173"/>
              <a:gd name="connsiteY13714" fmla="*/ 1785537 h 5017219"/>
              <a:gd name="connsiteX13715" fmla="*/ 3873848 w 5799173"/>
              <a:gd name="connsiteY13715" fmla="*/ 1786202 h 5017219"/>
              <a:gd name="connsiteX13716" fmla="*/ 1868180 w 5799173"/>
              <a:gd name="connsiteY13716" fmla="*/ 1254100 h 5017219"/>
              <a:gd name="connsiteX13717" fmla="*/ 1867016 w 5799173"/>
              <a:gd name="connsiteY13717" fmla="*/ 1253435 h 5017219"/>
              <a:gd name="connsiteX13718" fmla="*/ 1857213 w 5799173"/>
              <a:gd name="connsiteY13718" fmla="*/ 1236404 h 5017219"/>
              <a:gd name="connsiteX13719" fmla="*/ 1857213 w 5799173"/>
              <a:gd name="connsiteY13719" fmla="*/ 1234992 h 5017219"/>
              <a:gd name="connsiteX13720" fmla="*/ 1867016 w 5799173"/>
              <a:gd name="connsiteY13720" fmla="*/ 1217961 h 5017219"/>
              <a:gd name="connsiteX13721" fmla="*/ 1868180 w 5799173"/>
              <a:gd name="connsiteY13721" fmla="*/ 1217296 h 5017219"/>
              <a:gd name="connsiteX13722" fmla="*/ 1887786 w 5799173"/>
              <a:gd name="connsiteY13722" fmla="*/ 1217296 h 5017219"/>
              <a:gd name="connsiteX13723" fmla="*/ 1888949 w 5799173"/>
              <a:gd name="connsiteY13723" fmla="*/ 1217961 h 5017219"/>
              <a:gd name="connsiteX13724" fmla="*/ 1898753 w 5799173"/>
              <a:gd name="connsiteY13724" fmla="*/ 1234992 h 5017219"/>
              <a:gd name="connsiteX13725" fmla="*/ 1898753 w 5799173"/>
              <a:gd name="connsiteY13725" fmla="*/ 1236404 h 5017219"/>
              <a:gd name="connsiteX13726" fmla="*/ 1888949 w 5799173"/>
              <a:gd name="connsiteY13726" fmla="*/ 1253435 h 5017219"/>
              <a:gd name="connsiteX13727" fmla="*/ 1887786 w 5799173"/>
              <a:gd name="connsiteY13727" fmla="*/ 1254100 h 5017219"/>
              <a:gd name="connsiteX13728" fmla="*/ 1085656 w 5799173"/>
              <a:gd name="connsiteY13728" fmla="*/ 1044603 h 5017219"/>
              <a:gd name="connsiteX13729" fmla="*/ 1084409 w 5799173"/>
              <a:gd name="connsiteY13729" fmla="*/ 1043939 h 5017219"/>
              <a:gd name="connsiteX13730" fmla="*/ 1074523 w 5799173"/>
              <a:gd name="connsiteY13730" fmla="*/ 1026825 h 5017219"/>
              <a:gd name="connsiteX13731" fmla="*/ 1074523 w 5799173"/>
              <a:gd name="connsiteY13731" fmla="*/ 1025412 h 5017219"/>
              <a:gd name="connsiteX13732" fmla="*/ 1084409 w 5799173"/>
              <a:gd name="connsiteY13732" fmla="*/ 1008298 h 5017219"/>
              <a:gd name="connsiteX13733" fmla="*/ 1085656 w 5799173"/>
              <a:gd name="connsiteY13733" fmla="*/ 1007632 h 5017219"/>
              <a:gd name="connsiteX13734" fmla="*/ 1105345 w 5799173"/>
              <a:gd name="connsiteY13734" fmla="*/ 1007633 h 5017219"/>
              <a:gd name="connsiteX13735" fmla="*/ 1106592 w 5799173"/>
              <a:gd name="connsiteY13735" fmla="*/ 1008298 h 5017219"/>
              <a:gd name="connsiteX13736" fmla="*/ 1116477 w 5799173"/>
              <a:gd name="connsiteY13736" fmla="*/ 1025411 h 5017219"/>
              <a:gd name="connsiteX13737" fmla="*/ 1116478 w 5799173"/>
              <a:gd name="connsiteY13737" fmla="*/ 1026825 h 5017219"/>
              <a:gd name="connsiteX13738" fmla="*/ 1106591 w 5799173"/>
              <a:gd name="connsiteY13738" fmla="*/ 1043939 h 5017219"/>
              <a:gd name="connsiteX13739" fmla="*/ 1105345 w 5799173"/>
              <a:gd name="connsiteY13739" fmla="*/ 1044603 h 5017219"/>
              <a:gd name="connsiteX13740" fmla="*/ 1206028 w 5799173"/>
              <a:gd name="connsiteY13740" fmla="*/ 1076856 h 5017219"/>
              <a:gd name="connsiteX13741" fmla="*/ 1204782 w 5799173"/>
              <a:gd name="connsiteY13741" fmla="*/ 1076193 h 5017219"/>
              <a:gd name="connsiteX13742" fmla="*/ 1194896 w 5799173"/>
              <a:gd name="connsiteY13742" fmla="*/ 1059078 h 5017219"/>
              <a:gd name="connsiteX13743" fmla="*/ 1194895 w 5799173"/>
              <a:gd name="connsiteY13743" fmla="*/ 1057666 h 5017219"/>
              <a:gd name="connsiteX13744" fmla="*/ 1204782 w 5799173"/>
              <a:gd name="connsiteY13744" fmla="*/ 1040552 h 5017219"/>
              <a:gd name="connsiteX13745" fmla="*/ 1206028 w 5799173"/>
              <a:gd name="connsiteY13745" fmla="*/ 1039886 h 5017219"/>
              <a:gd name="connsiteX13746" fmla="*/ 1225718 w 5799173"/>
              <a:gd name="connsiteY13746" fmla="*/ 1039887 h 5017219"/>
              <a:gd name="connsiteX13747" fmla="*/ 1226965 w 5799173"/>
              <a:gd name="connsiteY13747" fmla="*/ 1040552 h 5017219"/>
              <a:gd name="connsiteX13748" fmla="*/ 1236851 w 5799173"/>
              <a:gd name="connsiteY13748" fmla="*/ 1057665 h 5017219"/>
              <a:gd name="connsiteX13749" fmla="*/ 1236850 w 5799173"/>
              <a:gd name="connsiteY13749" fmla="*/ 1059078 h 5017219"/>
              <a:gd name="connsiteX13750" fmla="*/ 1226965 w 5799173"/>
              <a:gd name="connsiteY13750" fmla="*/ 1076192 h 5017219"/>
              <a:gd name="connsiteX13751" fmla="*/ 1225718 w 5799173"/>
              <a:gd name="connsiteY13751" fmla="*/ 1076856 h 5017219"/>
              <a:gd name="connsiteX13752" fmla="*/ 1326396 w 5799173"/>
              <a:gd name="connsiteY13752" fmla="*/ 1109215 h 5017219"/>
              <a:gd name="connsiteX13753" fmla="*/ 1325151 w 5799173"/>
              <a:gd name="connsiteY13753" fmla="*/ 1108551 h 5017219"/>
              <a:gd name="connsiteX13754" fmla="*/ 1315265 w 5799173"/>
              <a:gd name="connsiteY13754" fmla="*/ 1091353 h 5017219"/>
              <a:gd name="connsiteX13755" fmla="*/ 1315265 w 5799173"/>
              <a:gd name="connsiteY13755" fmla="*/ 1089941 h 5017219"/>
              <a:gd name="connsiteX13756" fmla="*/ 1325151 w 5799173"/>
              <a:gd name="connsiteY13756" fmla="*/ 1072744 h 5017219"/>
              <a:gd name="connsiteX13757" fmla="*/ 1326396 w 5799173"/>
              <a:gd name="connsiteY13757" fmla="*/ 1072079 h 5017219"/>
              <a:gd name="connsiteX13758" fmla="*/ 1346252 w 5799173"/>
              <a:gd name="connsiteY13758" fmla="*/ 1072079 h 5017219"/>
              <a:gd name="connsiteX13759" fmla="*/ 1347499 w 5799173"/>
              <a:gd name="connsiteY13759" fmla="*/ 1072744 h 5017219"/>
              <a:gd name="connsiteX13760" fmla="*/ 1357385 w 5799173"/>
              <a:gd name="connsiteY13760" fmla="*/ 1089940 h 5017219"/>
              <a:gd name="connsiteX13761" fmla="*/ 1357385 w 5799173"/>
              <a:gd name="connsiteY13761" fmla="*/ 1091352 h 5017219"/>
              <a:gd name="connsiteX13762" fmla="*/ 1347499 w 5799173"/>
              <a:gd name="connsiteY13762" fmla="*/ 1108551 h 5017219"/>
              <a:gd name="connsiteX13763" fmla="*/ 1346252 w 5799173"/>
              <a:gd name="connsiteY13763" fmla="*/ 1109215 h 5017219"/>
              <a:gd name="connsiteX13764" fmla="*/ 1266069 w 5799173"/>
              <a:gd name="connsiteY13764" fmla="*/ 1093246 h 5017219"/>
              <a:gd name="connsiteX13765" fmla="*/ 1264822 w 5799173"/>
              <a:gd name="connsiteY13765" fmla="*/ 1092498 h 5017219"/>
              <a:gd name="connsiteX13766" fmla="*/ 1254853 w 5799173"/>
              <a:gd name="connsiteY13766" fmla="*/ 1075135 h 5017219"/>
              <a:gd name="connsiteX13767" fmla="*/ 1254853 w 5799173"/>
              <a:gd name="connsiteY13767" fmla="*/ 1073722 h 5017219"/>
              <a:gd name="connsiteX13768" fmla="*/ 1264906 w 5799173"/>
              <a:gd name="connsiteY13768" fmla="*/ 1056359 h 5017219"/>
              <a:gd name="connsiteX13769" fmla="*/ 1266152 w 5799173"/>
              <a:gd name="connsiteY13769" fmla="*/ 1055611 h 5017219"/>
              <a:gd name="connsiteX13770" fmla="*/ 1286173 w 5799173"/>
              <a:gd name="connsiteY13770" fmla="*/ 1055611 h 5017219"/>
              <a:gd name="connsiteX13771" fmla="*/ 1287420 w 5799173"/>
              <a:gd name="connsiteY13771" fmla="*/ 1056359 h 5017219"/>
              <a:gd name="connsiteX13772" fmla="*/ 1297390 w 5799173"/>
              <a:gd name="connsiteY13772" fmla="*/ 1073722 h 5017219"/>
              <a:gd name="connsiteX13773" fmla="*/ 1297390 w 5799173"/>
              <a:gd name="connsiteY13773" fmla="*/ 1075135 h 5017219"/>
              <a:gd name="connsiteX13774" fmla="*/ 1287337 w 5799173"/>
              <a:gd name="connsiteY13774" fmla="*/ 1092498 h 5017219"/>
              <a:gd name="connsiteX13775" fmla="*/ 1286091 w 5799173"/>
              <a:gd name="connsiteY13775" fmla="*/ 1093246 h 5017219"/>
              <a:gd name="connsiteX13776" fmla="*/ 1386358 w 5799173"/>
              <a:gd name="connsiteY13776" fmla="*/ 1125667 h 5017219"/>
              <a:gd name="connsiteX13777" fmla="*/ 1385112 w 5799173"/>
              <a:gd name="connsiteY13777" fmla="*/ 1124919 h 5017219"/>
              <a:gd name="connsiteX13778" fmla="*/ 1374976 w 5799173"/>
              <a:gd name="connsiteY13778" fmla="*/ 1107390 h 5017219"/>
              <a:gd name="connsiteX13779" fmla="*/ 1374976 w 5799173"/>
              <a:gd name="connsiteY13779" fmla="*/ 1105977 h 5017219"/>
              <a:gd name="connsiteX13780" fmla="*/ 1385112 w 5799173"/>
              <a:gd name="connsiteY13780" fmla="*/ 1088448 h 5017219"/>
              <a:gd name="connsiteX13781" fmla="*/ 1386358 w 5799173"/>
              <a:gd name="connsiteY13781" fmla="*/ 1087700 h 5017219"/>
              <a:gd name="connsiteX13782" fmla="*/ 1406629 w 5799173"/>
              <a:gd name="connsiteY13782" fmla="*/ 1087700 h 5017219"/>
              <a:gd name="connsiteX13783" fmla="*/ 1407875 w 5799173"/>
              <a:gd name="connsiteY13783" fmla="*/ 1088448 h 5017219"/>
              <a:gd name="connsiteX13784" fmla="*/ 1418011 w 5799173"/>
              <a:gd name="connsiteY13784" fmla="*/ 1105977 h 5017219"/>
              <a:gd name="connsiteX13785" fmla="*/ 1418011 w 5799173"/>
              <a:gd name="connsiteY13785" fmla="*/ 1107390 h 5017219"/>
              <a:gd name="connsiteX13786" fmla="*/ 1407876 w 5799173"/>
              <a:gd name="connsiteY13786" fmla="*/ 1124919 h 5017219"/>
              <a:gd name="connsiteX13787" fmla="*/ 1406629 w 5799173"/>
              <a:gd name="connsiteY13787" fmla="*/ 1125666 h 5017219"/>
              <a:gd name="connsiteX13788" fmla="*/ 1446544 w 5799173"/>
              <a:gd name="connsiteY13788" fmla="*/ 1141794 h 5017219"/>
              <a:gd name="connsiteX13789" fmla="*/ 1445298 w 5799173"/>
              <a:gd name="connsiteY13789" fmla="*/ 1141046 h 5017219"/>
              <a:gd name="connsiteX13790" fmla="*/ 1435162 w 5799173"/>
              <a:gd name="connsiteY13790" fmla="*/ 1123516 h 5017219"/>
              <a:gd name="connsiteX13791" fmla="*/ 1435162 w 5799173"/>
              <a:gd name="connsiteY13791" fmla="*/ 1122103 h 5017219"/>
              <a:gd name="connsiteX13792" fmla="*/ 1445298 w 5799173"/>
              <a:gd name="connsiteY13792" fmla="*/ 1104574 h 5017219"/>
              <a:gd name="connsiteX13793" fmla="*/ 1446544 w 5799173"/>
              <a:gd name="connsiteY13793" fmla="*/ 1103826 h 5017219"/>
              <a:gd name="connsiteX13794" fmla="*/ 1466815 w 5799173"/>
              <a:gd name="connsiteY13794" fmla="*/ 1103826 h 5017219"/>
              <a:gd name="connsiteX13795" fmla="*/ 1468061 w 5799173"/>
              <a:gd name="connsiteY13795" fmla="*/ 1104574 h 5017219"/>
              <a:gd name="connsiteX13796" fmla="*/ 1478197 w 5799173"/>
              <a:gd name="connsiteY13796" fmla="*/ 1122104 h 5017219"/>
              <a:gd name="connsiteX13797" fmla="*/ 1478197 w 5799173"/>
              <a:gd name="connsiteY13797" fmla="*/ 1123516 h 5017219"/>
              <a:gd name="connsiteX13798" fmla="*/ 1468061 w 5799173"/>
              <a:gd name="connsiteY13798" fmla="*/ 1141046 h 5017219"/>
              <a:gd name="connsiteX13799" fmla="*/ 1466815 w 5799173"/>
              <a:gd name="connsiteY13799" fmla="*/ 1141793 h 5017219"/>
              <a:gd name="connsiteX13800" fmla="*/ 1807661 w 5799173"/>
              <a:gd name="connsiteY13800" fmla="*/ 1238555 h 5017219"/>
              <a:gd name="connsiteX13801" fmla="*/ 1806415 w 5799173"/>
              <a:gd name="connsiteY13801" fmla="*/ 1237807 h 5017219"/>
              <a:gd name="connsiteX13802" fmla="*/ 1796279 w 5799173"/>
              <a:gd name="connsiteY13802" fmla="*/ 1220277 h 5017219"/>
              <a:gd name="connsiteX13803" fmla="*/ 1796279 w 5799173"/>
              <a:gd name="connsiteY13803" fmla="*/ 1218864 h 5017219"/>
              <a:gd name="connsiteX13804" fmla="*/ 1806415 w 5799173"/>
              <a:gd name="connsiteY13804" fmla="*/ 1201335 h 5017219"/>
              <a:gd name="connsiteX13805" fmla="*/ 1807661 w 5799173"/>
              <a:gd name="connsiteY13805" fmla="*/ 1200587 h 5017219"/>
              <a:gd name="connsiteX13806" fmla="*/ 1827932 w 5799173"/>
              <a:gd name="connsiteY13806" fmla="*/ 1200587 h 5017219"/>
              <a:gd name="connsiteX13807" fmla="*/ 1829178 w 5799173"/>
              <a:gd name="connsiteY13807" fmla="*/ 1201335 h 5017219"/>
              <a:gd name="connsiteX13808" fmla="*/ 1839314 w 5799173"/>
              <a:gd name="connsiteY13808" fmla="*/ 1218865 h 5017219"/>
              <a:gd name="connsiteX13809" fmla="*/ 1839315 w 5799173"/>
              <a:gd name="connsiteY13809" fmla="*/ 1220277 h 5017219"/>
              <a:gd name="connsiteX13810" fmla="*/ 1829179 w 5799173"/>
              <a:gd name="connsiteY13810" fmla="*/ 1237807 h 5017219"/>
              <a:gd name="connsiteX13811" fmla="*/ 1827932 w 5799173"/>
              <a:gd name="connsiteY13811" fmla="*/ 1238554 h 5017219"/>
              <a:gd name="connsiteX13812" fmla="*/ 2650269 w 5799173"/>
              <a:gd name="connsiteY13812" fmla="*/ 1464331 h 5017219"/>
              <a:gd name="connsiteX13813" fmla="*/ 2649023 w 5799173"/>
              <a:gd name="connsiteY13813" fmla="*/ 1463583 h 5017219"/>
              <a:gd name="connsiteX13814" fmla="*/ 2638887 w 5799173"/>
              <a:gd name="connsiteY13814" fmla="*/ 1446054 h 5017219"/>
              <a:gd name="connsiteX13815" fmla="*/ 2638887 w 5799173"/>
              <a:gd name="connsiteY13815" fmla="*/ 1444641 h 5017219"/>
              <a:gd name="connsiteX13816" fmla="*/ 2649023 w 5799173"/>
              <a:gd name="connsiteY13816" fmla="*/ 1427112 h 5017219"/>
              <a:gd name="connsiteX13817" fmla="*/ 2650269 w 5799173"/>
              <a:gd name="connsiteY13817" fmla="*/ 1426364 h 5017219"/>
              <a:gd name="connsiteX13818" fmla="*/ 2670540 w 5799173"/>
              <a:gd name="connsiteY13818" fmla="*/ 1426364 h 5017219"/>
              <a:gd name="connsiteX13819" fmla="*/ 2671786 w 5799173"/>
              <a:gd name="connsiteY13819" fmla="*/ 1427112 h 5017219"/>
              <a:gd name="connsiteX13820" fmla="*/ 2681922 w 5799173"/>
              <a:gd name="connsiteY13820" fmla="*/ 1444641 h 5017219"/>
              <a:gd name="connsiteX13821" fmla="*/ 2681923 w 5799173"/>
              <a:gd name="connsiteY13821" fmla="*/ 1446053 h 5017219"/>
              <a:gd name="connsiteX13822" fmla="*/ 2671787 w 5799173"/>
              <a:gd name="connsiteY13822" fmla="*/ 1463583 h 5017219"/>
              <a:gd name="connsiteX13823" fmla="*/ 2670540 w 5799173"/>
              <a:gd name="connsiteY13823" fmla="*/ 1464330 h 5017219"/>
              <a:gd name="connsiteX13824" fmla="*/ 3252131 w 5799173"/>
              <a:gd name="connsiteY13824" fmla="*/ 1625599 h 5017219"/>
              <a:gd name="connsiteX13825" fmla="*/ 3250885 w 5799173"/>
              <a:gd name="connsiteY13825" fmla="*/ 1624852 h 5017219"/>
              <a:gd name="connsiteX13826" fmla="*/ 3240749 w 5799173"/>
              <a:gd name="connsiteY13826" fmla="*/ 1607322 h 5017219"/>
              <a:gd name="connsiteX13827" fmla="*/ 3240749 w 5799173"/>
              <a:gd name="connsiteY13827" fmla="*/ 1605909 h 5017219"/>
              <a:gd name="connsiteX13828" fmla="*/ 3250885 w 5799173"/>
              <a:gd name="connsiteY13828" fmla="*/ 1588380 h 5017219"/>
              <a:gd name="connsiteX13829" fmla="*/ 3252131 w 5799173"/>
              <a:gd name="connsiteY13829" fmla="*/ 1587632 h 5017219"/>
              <a:gd name="connsiteX13830" fmla="*/ 3272402 w 5799173"/>
              <a:gd name="connsiteY13830" fmla="*/ 1587632 h 5017219"/>
              <a:gd name="connsiteX13831" fmla="*/ 3273648 w 5799173"/>
              <a:gd name="connsiteY13831" fmla="*/ 1588380 h 5017219"/>
              <a:gd name="connsiteX13832" fmla="*/ 3283784 w 5799173"/>
              <a:gd name="connsiteY13832" fmla="*/ 1605909 h 5017219"/>
              <a:gd name="connsiteX13833" fmla="*/ 3283784 w 5799173"/>
              <a:gd name="connsiteY13833" fmla="*/ 1607322 h 5017219"/>
              <a:gd name="connsiteX13834" fmla="*/ 3273648 w 5799173"/>
              <a:gd name="connsiteY13834" fmla="*/ 1624852 h 5017219"/>
              <a:gd name="connsiteX13835" fmla="*/ 3272402 w 5799173"/>
              <a:gd name="connsiteY13835" fmla="*/ 1625599 h 5017219"/>
              <a:gd name="connsiteX13836" fmla="*/ 1506647 w 5799173"/>
              <a:gd name="connsiteY13836" fmla="*/ 1158002 h 5017219"/>
              <a:gd name="connsiteX13837" fmla="*/ 1505401 w 5799173"/>
              <a:gd name="connsiteY13837" fmla="*/ 1157255 h 5017219"/>
              <a:gd name="connsiteX13838" fmla="*/ 1495265 w 5799173"/>
              <a:gd name="connsiteY13838" fmla="*/ 1139642 h 5017219"/>
              <a:gd name="connsiteX13839" fmla="*/ 1495265 w 5799173"/>
              <a:gd name="connsiteY13839" fmla="*/ 1138229 h 5017219"/>
              <a:gd name="connsiteX13840" fmla="*/ 1505484 w 5799173"/>
              <a:gd name="connsiteY13840" fmla="*/ 1120617 h 5017219"/>
              <a:gd name="connsiteX13841" fmla="*/ 1506730 w 5799173"/>
              <a:gd name="connsiteY13841" fmla="*/ 1119869 h 5017219"/>
              <a:gd name="connsiteX13842" fmla="*/ 1527084 w 5799173"/>
              <a:gd name="connsiteY13842" fmla="*/ 1119869 h 5017219"/>
              <a:gd name="connsiteX13843" fmla="*/ 1528330 w 5799173"/>
              <a:gd name="connsiteY13843" fmla="*/ 1120617 h 5017219"/>
              <a:gd name="connsiteX13844" fmla="*/ 1538466 w 5799173"/>
              <a:gd name="connsiteY13844" fmla="*/ 1138229 h 5017219"/>
              <a:gd name="connsiteX13845" fmla="*/ 1538466 w 5799173"/>
              <a:gd name="connsiteY13845" fmla="*/ 1139642 h 5017219"/>
              <a:gd name="connsiteX13846" fmla="*/ 1528247 w 5799173"/>
              <a:gd name="connsiteY13846" fmla="*/ 1157255 h 5017219"/>
              <a:gd name="connsiteX13847" fmla="*/ 1527001 w 5799173"/>
              <a:gd name="connsiteY13847" fmla="*/ 1158002 h 5017219"/>
              <a:gd name="connsiteX13848" fmla="*/ 2289068 w 5799173"/>
              <a:gd name="connsiteY13848" fmla="*/ 1367651 h 5017219"/>
              <a:gd name="connsiteX13849" fmla="*/ 2287822 w 5799173"/>
              <a:gd name="connsiteY13849" fmla="*/ 1366904 h 5017219"/>
              <a:gd name="connsiteX13850" fmla="*/ 2277686 w 5799173"/>
              <a:gd name="connsiteY13850" fmla="*/ 1349291 h 5017219"/>
              <a:gd name="connsiteX13851" fmla="*/ 2277686 w 5799173"/>
              <a:gd name="connsiteY13851" fmla="*/ 1347878 h 5017219"/>
              <a:gd name="connsiteX13852" fmla="*/ 2287905 w 5799173"/>
              <a:gd name="connsiteY13852" fmla="*/ 1330266 h 5017219"/>
              <a:gd name="connsiteX13853" fmla="*/ 2289151 w 5799173"/>
              <a:gd name="connsiteY13853" fmla="*/ 1329518 h 5017219"/>
              <a:gd name="connsiteX13854" fmla="*/ 2309505 w 5799173"/>
              <a:gd name="connsiteY13854" fmla="*/ 1329518 h 5017219"/>
              <a:gd name="connsiteX13855" fmla="*/ 2310751 w 5799173"/>
              <a:gd name="connsiteY13855" fmla="*/ 1330266 h 5017219"/>
              <a:gd name="connsiteX13856" fmla="*/ 2320887 w 5799173"/>
              <a:gd name="connsiteY13856" fmla="*/ 1347878 h 5017219"/>
              <a:gd name="connsiteX13857" fmla="*/ 2320887 w 5799173"/>
              <a:gd name="connsiteY13857" fmla="*/ 1349291 h 5017219"/>
              <a:gd name="connsiteX13858" fmla="*/ 2310668 w 5799173"/>
              <a:gd name="connsiteY13858" fmla="*/ 1366904 h 5017219"/>
              <a:gd name="connsiteX13859" fmla="*/ 2309422 w 5799173"/>
              <a:gd name="connsiteY13859" fmla="*/ 1367651 h 5017219"/>
              <a:gd name="connsiteX13860" fmla="*/ 1626997 w 5799173"/>
              <a:gd name="connsiteY13860" fmla="*/ 1190420 h 5017219"/>
              <a:gd name="connsiteX13861" fmla="*/ 1625751 w 5799173"/>
              <a:gd name="connsiteY13861" fmla="*/ 1189673 h 5017219"/>
              <a:gd name="connsiteX13862" fmla="*/ 1615532 w 5799173"/>
              <a:gd name="connsiteY13862" fmla="*/ 1171977 h 5017219"/>
              <a:gd name="connsiteX13863" fmla="*/ 1615532 w 5799173"/>
              <a:gd name="connsiteY13863" fmla="*/ 1170564 h 5017219"/>
              <a:gd name="connsiteX13864" fmla="*/ 1625751 w 5799173"/>
              <a:gd name="connsiteY13864" fmla="*/ 1152869 h 5017219"/>
              <a:gd name="connsiteX13865" fmla="*/ 1626997 w 5799173"/>
              <a:gd name="connsiteY13865" fmla="*/ 1152121 h 5017219"/>
              <a:gd name="connsiteX13866" fmla="*/ 1647434 w 5799173"/>
              <a:gd name="connsiteY13866" fmla="*/ 1152121 h 5017219"/>
              <a:gd name="connsiteX13867" fmla="*/ 1648681 w 5799173"/>
              <a:gd name="connsiteY13867" fmla="*/ 1152869 h 5017219"/>
              <a:gd name="connsiteX13868" fmla="*/ 1658899 w 5799173"/>
              <a:gd name="connsiteY13868" fmla="*/ 1170564 h 5017219"/>
              <a:gd name="connsiteX13869" fmla="*/ 1658899 w 5799173"/>
              <a:gd name="connsiteY13869" fmla="*/ 1171977 h 5017219"/>
              <a:gd name="connsiteX13870" fmla="*/ 1648681 w 5799173"/>
              <a:gd name="connsiteY13870" fmla="*/ 1189673 h 5017219"/>
              <a:gd name="connsiteX13871" fmla="*/ 1647434 w 5799173"/>
              <a:gd name="connsiteY13871" fmla="*/ 1190420 h 5017219"/>
              <a:gd name="connsiteX13872" fmla="*/ 3552957 w 5799173"/>
              <a:gd name="connsiteY13872" fmla="*/ 1706479 h 5017219"/>
              <a:gd name="connsiteX13873" fmla="*/ 3551711 w 5799173"/>
              <a:gd name="connsiteY13873" fmla="*/ 1705732 h 5017219"/>
              <a:gd name="connsiteX13874" fmla="*/ 3541491 w 5799173"/>
              <a:gd name="connsiteY13874" fmla="*/ 1688036 h 5017219"/>
              <a:gd name="connsiteX13875" fmla="*/ 3541492 w 5799173"/>
              <a:gd name="connsiteY13875" fmla="*/ 1686623 h 5017219"/>
              <a:gd name="connsiteX13876" fmla="*/ 3551711 w 5799173"/>
              <a:gd name="connsiteY13876" fmla="*/ 1668928 h 5017219"/>
              <a:gd name="connsiteX13877" fmla="*/ 3552957 w 5799173"/>
              <a:gd name="connsiteY13877" fmla="*/ 1668180 h 5017219"/>
              <a:gd name="connsiteX13878" fmla="*/ 3573393 w 5799173"/>
              <a:gd name="connsiteY13878" fmla="*/ 1668180 h 5017219"/>
              <a:gd name="connsiteX13879" fmla="*/ 3574640 w 5799173"/>
              <a:gd name="connsiteY13879" fmla="*/ 1668928 h 5017219"/>
              <a:gd name="connsiteX13880" fmla="*/ 3584859 w 5799173"/>
              <a:gd name="connsiteY13880" fmla="*/ 1686623 h 5017219"/>
              <a:gd name="connsiteX13881" fmla="*/ 3584859 w 5799173"/>
              <a:gd name="connsiteY13881" fmla="*/ 1688036 h 5017219"/>
              <a:gd name="connsiteX13882" fmla="*/ 3574640 w 5799173"/>
              <a:gd name="connsiteY13882" fmla="*/ 1705732 h 5017219"/>
              <a:gd name="connsiteX13883" fmla="*/ 3573393 w 5799173"/>
              <a:gd name="connsiteY13883" fmla="*/ 1706479 h 5017219"/>
              <a:gd name="connsiteX13884" fmla="*/ 3372316 w 5799173"/>
              <a:gd name="connsiteY13884" fmla="*/ 1658172 h 5017219"/>
              <a:gd name="connsiteX13885" fmla="*/ 3371070 w 5799173"/>
              <a:gd name="connsiteY13885" fmla="*/ 1657424 h 5017219"/>
              <a:gd name="connsiteX13886" fmla="*/ 3360768 w 5799173"/>
              <a:gd name="connsiteY13886" fmla="*/ 1639645 h 5017219"/>
              <a:gd name="connsiteX13887" fmla="*/ 3360768 w 5799173"/>
              <a:gd name="connsiteY13887" fmla="*/ 1638232 h 5017219"/>
              <a:gd name="connsiteX13888" fmla="*/ 3371070 w 5799173"/>
              <a:gd name="connsiteY13888" fmla="*/ 1620454 h 5017219"/>
              <a:gd name="connsiteX13889" fmla="*/ 3372316 w 5799173"/>
              <a:gd name="connsiteY13889" fmla="*/ 1619706 h 5017219"/>
              <a:gd name="connsiteX13890" fmla="*/ 3392836 w 5799173"/>
              <a:gd name="connsiteY13890" fmla="*/ 1619706 h 5017219"/>
              <a:gd name="connsiteX13891" fmla="*/ 3394084 w 5799173"/>
              <a:gd name="connsiteY13891" fmla="*/ 1620454 h 5017219"/>
              <a:gd name="connsiteX13892" fmla="*/ 3404384 w 5799173"/>
              <a:gd name="connsiteY13892" fmla="*/ 1638232 h 5017219"/>
              <a:gd name="connsiteX13893" fmla="*/ 3404385 w 5799173"/>
              <a:gd name="connsiteY13893" fmla="*/ 1639645 h 5017219"/>
              <a:gd name="connsiteX13894" fmla="*/ 3394084 w 5799173"/>
              <a:gd name="connsiteY13894" fmla="*/ 1657424 h 5017219"/>
              <a:gd name="connsiteX13895" fmla="*/ 3392837 w 5799173"/>
              <a:gd name="connsiteY13895" fmla="*/ 1658172 h 5017219"/>
              <a:gd name="connsiteX13896" fmla="*/ 3613062 w 5799173"/>
              <a:gd name="connsiteY13896" fmla="*/ 1722679 h 5017219"/>
              <a:gd name="connsiteX13897" fmla="*/ 3611816 w 5799173"/>
              <a:gd name="connsiteY13897" fmla="*/ 1721931 h 5017219"/>
              <a:gd name="connsiteX13898" fmla="*/ 3601514 w 5799173"/>
              <a:gd name="connsiteY13898" fmla="*/ 1704153 h 5017219"/>
              <a:gd name="connsiteX13899" fmla="*/ 3601514 w 5799173"/>
              <a:gd name="connsiteY13899" fmla="*/ 1702740 h 5017219"/>
              <a:gd name="connsiteX13900" fmla="*/ 3611816 w 5799173"/>
              <a:gd name="connsiteY13900" fmla="*/ 1684962 h 5017219"/>
              <a:gd name="connsiteX13901" fmla="*/ 3613062 w 5799173"/>
              <a:gd name="connsiteY13901" fmla="*/ 1684214 h 5017219"/>
              <a:gd name="connsiteX13902" fmla="*/ 3633582 w 5799173"/>
              <a:gd name="connsiteY13902" fmla="*/ 1684214 h 5017219"/>
              <a:gd name="connsiteX13903" fmla="*/ 3634829 w 5799173"/>
              <a:gd name="connsiteY13903" fmla="*/ 1684961 h 5017219"/>
              <a:gd name="connsiteX13904" fmla="*/ 3645130 w 5799173"/>
              <a:gd name="connsiteY13904" fmla="*/ 1702739 h 5017219"/>
              <a:gd name="connsiteX13905" fmla="*/ 3645130 w 5799173"/>
              <a:gd name="connsiteY13905" fmla="*/ 1704152 h 5017219"/>
              <a:gd name="connsiteX13906" fmla="*/ 3634829 w 5799173"/>
              <a:gd name="connsiteY13906" fmla="*/ 1721932 h 5017219"/>
              <a:gd name="connsiteX13907" fmla="*/ 3633582 w 5799173"/>
              <a:gd name="connsiteY13907" fmla="*/ 1722679 h 5017219"/>
              <a:gd name="connsiteX13908" fmla="*/ 1566737 w 5799173"/>
              <a:gd name="connsiteY13908" fmla="*/ 1174472 h 5017219"/>
              <a:gd name="connsiteX13909" fmla="*/ 1565491 w 5799173"/>
              <a:gd name="connsiteY13909" fmla="*/ 1173724 h 5017219"/>
              <a:gd name="connsiteX13910" fmla="*/ 1555189 w 5799173"/>
              <a:gd name="connsiteY13910" fmla="*/ 1155862 h 5017219"/>
              <a:gd name="connsiteX13911" fmla="*/ 1555190 w 5799173"/>
              <a:gd name="connsiteY13911" fmla="*/ 1154367 h 5017219"/>
              <a:gd name="connsiteX13912" fmla="*/ 1565490 w 5799173"/>
              <a:gd name="connsiteY13912" fmla="*/ 1136506 h 5017219"/>
              <a:gd name="connsiteX13913" fmla="*/ 1566738 w 5799173"/>
              <a:gd name="connsiteY13913" fmla="*/ 1135757 h 5017219"/>
              <a:gd name="connsiteX13914" fmla="*/ 1587423 w 5799173"/>
              <a:gd name="connsiteY13914" fmla="*/ 1135757 h 5017219"/>
              <a:gd name="connsiteX13915" fmla="*/ 1588670 w 5799173"/>
              <a:gd name="connsiteY13915" fmla="*/ 1136505 h 5017219"/>
              <a:gd name="connsiteX13916" fmla="*/ 1598973 w 5799173"/>
              <a:gd name="connsiteY13916" fmla="*/ 1154366 h 5017219"/>
              <a:gd name="connsiteX13917" fmla="*/ 1598972 w 5799173"/>
              <a:gd name="connsiteY13917" fmla="*/ 1155862 h 5017219"/>
              <a:gd name="connsiteX13918" fmla="*/ 1588670 w 5799173"/>
              <a:gd name="connsiteY13918" fmla="*/ 1173724 h 5017219"/>
              <a:gd name="connsiteX13919" fmla="*/ 1587424 w 5799173"/>
              <a:gd name="connsiteY13919" fmla="*/ 1174472 h 5017219"/>
              <a:gd name="connsiteX13920" fmla="*/ 1747296 w 5799173"/>
              <a:gd name="connsiteY13920" fmla="*/ 1222853 h 5017219"/>
              <a:gd name="connsiteX13921" fmla="*/ 1746049 w 5799173"/>
              <a:gd name="connsiteY13921" fmla="*/ 1222105 h 5017219"/>
              <a:gd name="connsiteX13922" fmla="*/ 1735748 w 5799173"/>
              <a:gd name="connsiteY13922" fmla="*/ 1204243 h 5017219"/>
              <a:gd name="connsiteX13923" fmla="*/ 1735748 w 5799173"/>
              <a:gd name="connsiteY13923" fmla="*/ 1202747 h 5017219"/>
              <a:gd name="connsiteX13924" fmla="*/ 1746049 w 5799173"/>
              <a:gd name="connsiteY13924" fmla="*/ 1184886 h 5017219"/>
              <a:gd name="connsiteX13925" fmla="*/ 1747296 w 5799173"/>
              <a:gd name="connsiteY13925" fmla="*/ 1184138 h 5017219"/>
              <a:gd name="connsiteX13926" fmla="*/ 1767982 w 5799173"/>
              <a:gd name="connsiteY13926" fmla="*/ 1184138 h 5017219"/>
              <a:gd name="connsiteX13927" fmla="*/ 1769229 w 5799173"/>
              <a:gd name="connsiteY13927" fmla="*/ 1184886 h 5017219"/>
              <a:gd name="connsiteX13928" fmla="*/ 1779531 w 5799173"/>
              <a:gd name="connsiteY13928" fmla="*/ 1202747 h 5017219"/>
              <a:gd name="connsiteX13929" fmla="*/ 1779531 w 5799173"/>
              <a:gd name="connsiteY13929" fmla="*/ 1204243 h 5017219"/>
              <a:gd name="connsiteX13930" fmla="*/ 1769229 w 5799173"/>
              <a:gd name="connsiteY13930" fmla="*/ 1222105 h 5017219"/>
              <a:gd name="connsiteX13931" fmla="*/ 1767982 w 5799173"/>
              <a:gd name="connsiteY13931" fmla="*/ 1222853 h 5017219"/>
              <a:gd name="connsiteX13932" fmla="*/ 2409264 w 5799173"/>
              <a:gd name="connsiteY13932" fmla="*/ 1400320 h 5017219"/>
              <a:gd name="connsiteX13933" fmla="*/ 2408018 w 5799173"/>
              <a:gd name="connsiteY13933" fmla="*/ 1399572 h 5017219"/>
              <a:gd name="connsiteX13934" fmla="*/ 2397633 w 5799173"/>
              <a:gd name="connsiteY13934" fmla="*/ 1381627 h 5017219"/>
              <a:gd name="connsiteX13935" fmla="*/ 2397633 w 5799173"/>
              <a:gd name="connsiteY13935" fmla="*/ 1380132 h 5017219"/>
              <a:gd name="connsiteX13936" fmla="*/ 2408018 w 5799173"/>
              <a:gd name="connsiteY13936" fmla="*/ 1362187 h 5017219"/>
              <a:gd name="connsiteX13937" fmla="*/ 2409264 w 5799173"/>
              <a:gd name="connsiteY13937" fmla="*/ 1361439 h 5017219"/>
              <a:gd name="connsiteX13938" fmla="*/ 2430034 w 5799173"/>
              <a:gd name="connsiteY13938" fmla="*/ 1361439 h 5017219"/>
              <a:gd name="connsiteX13939" fmla="*/ 2431280 w 5799173"/>
              <a:gd name="connsiteY13939" fmla="*/ 1362187 h 5017219"/>
              <a:gd name="connsiteX13940" fmla="*/ 2441665 w 5799173"/>
              <a:gd name="connsiteY13940" fmla="*/ 1380132 h 5017219"/>
              <a:gd name="connsiteX13941" fmla="*/ 2441665 w 5799173"/>
              <a:gd name="connsiteY13941" fmla="*/ 1381627 h 5017219"/>
              <a:gd name="connsiteX13942" fmla="*/ 2431280 w 5799173"/>
              <a:gd name="connsiteY13942" fmla="*/ 1399572 h 5017219"/>
              <a:gd name="connsiteX13943" fmla="*/ 2430034 w 5799173"/>
              <a:gd name="connsiteY13943" fmla="*/ 1400320 h 5017219"/>
              <a:gd name="connsiteX13944" fmla="*/ 3492616 w 5799173"/>
              <a:gd name="connsiteY13944" fmla="*/ 1690603 h 5017219"/>
              <a:gd name="connsiteX13945" fmla="*/ 3491370 w 5799173"/>
              <a:gd name="connsiteY13945" fmla="*/ 1689855 h 5017219"/>
              <a:gd name="connsiteX13946" fmla="*/ 3480984 w 5799173"/>
              <a:gd name="connsiteY13946" fmla="*/ 1671910 h 5017219"/>
              <a:gd name="connsiteX13947" fmla="*/ 3480984 w 5799173"/>
              <a:gd name="connsiteY13947" fmla="*/ 1670415 h 5017219"/>
              <a:gd name="connsiteX13948" fmla="*/ 3491370 w 5799173"/>
              <a:gd name="connsiteY13948" fmla="*/ 1652470 h 5017219"/>
              <a:gd name="connsiteX13949" fmla="*/ 3492616 w 5799173"/>
              <a:gd name="connsiteY13949" fmla="*/ 1651722 h 5017219"/>
              <a:gd name="connsiteX13950" fmla="*/ 3513386 w 5799173"/>
              <a:gd name="connsiteY13950" fmla="*/ 1651722 h 5017219"/>
              <a:gd name="connsiteX13951" fmla="*/ 3514631 w 5799173"/>
              <a:gd name="connsiteY13951" fmla="*/ 1652470 h 5017219"/>
              <a:gd name="connsiteX13952" fmla="*/ 3525017 w 5799173"/>
              <a:gd name="connsiteY13952" fmla="*/ 1670415 h 5017219"/>
              <a:gd name="connsiteX13953" fmla="*/ 3525017 w 5799173"/>
              <a:gd name="connsiteY13953" fmla="*/ 1671910 h 5017219"/>
              <a:gd name="connsiteX13954" fmla="*/ 3514631 w 5799173"/>
              <a:gd name="connsiteY13954" fmla="*/ 1689855 h 5017219"/>
              <a:gd name="connsiteX13955" fmla="*/ 3513385 w 5799173"/>
              <a:gd name="connsiteY13955" fmla="*/ 1690603 h 5017219"/>
              <a:gd name="connsiteX13956" fmla="*/ 1686946 w 5799173"/>
              <a:gd name="connsiteY13956" fmla="*/ 1206880 h 5017219"/>
              <a:gd name="connsiteX13957" fmla="*/ 1685700 w 5799173"/>
              <a:gd name="connsiteY13957" fmla="*/ 1206134 h 5017219"/>
              <a:gd name="connsiteX13958" fmla="*/ 1675315 w 5799173"/>
              <a:gd name="connsiteY13958" fmla="*/ 1188105 h 5017219"/>
              <a:gd name="connsiteX13959" fmla="*/ 1675315 w 5799173"/>
              <a:gd name="connsiteY13959" fmla="*/ 1186609 h 5017219"/>
              <a:gd name="connsiteX13960" fmla="*/ 1685783 w 5799173"/>
              <a:gd name="connsiteY13960" fmla="*/ 1168581 h 5017219"/>
              <a:gd name="connsiteX13961" fmla="*/ 1687029 w 5799173"/>
              <a:gd name="connsiteY13961" fmla="*/ 1167833 h 5017219"/>
              <a:gd name="connsiteX13962" fmla="*/ 1707882 w 5799173"/>
              <a:gd name="connsiteY13962" fmla="*/ 1167834 h 5017219"/>
              <a:gd name="connsiteX13963" fmla="*/ 1709128 w 5799173"/>
              <a:gd name="connsiteY13963" fmla="*/ 1168582 h 5017219"/>
              <a:gd name="connsiteX13964" fmla="*/ 1719513 w 5799173"/>
              <a:gd name="connsiteY13964" fmla="*/ 1186609 h 5017219"/>
              <a:gd name="connsiteX13965" fmla="*/ 1719513 w 5799173"/>
              <a:gd name="connsiteY13965" fmla="*/ 1188105 h 5017219"/>
              <a:gd name="connsiteX13966" fmla="*/ 1709045 w 5799173"/>
              <a:gd name="connsiteY13966" fmla="*/ 1206134 h 5017219"/>
              <a:gd name="connsiteX13967" fmla="*/ 1707799 w 5799173"/>
              <a:gd name="connsiteY13967" fmla="*/ 1206881 h 5017219"/>
              <a:gd name="connsiteX13968" fmla="*/ 2469367 w 5799173"/>
              <a:gd name="connsiteY13968" fmla="*/ 1416529 h 5017219"/>
              <a:gd name="connsiteX13969" fmla="*/ 2468121 w 5799173"/>
              <a:gd name="connsiteY13969" fmla="*/ 1415783 h 5017219"/>
              <a:gd name="connsiteX13970" fmla="*/ 2457736 w 5799173"/>
              <a:gd name="connsiteY13970" fmla="*/ 1397754 h 5017219"/>
              <a:gd name="connsiteX13971" fmla="*/ 2457736 w 5799173"/>
              <a:gd name="connsiteY13971" fmla="*/ 1396259 h 5017219"/>
              <a:gd name="connsiteX13972" fmla="*/ 2468204 w 5799173"/>
              <a:gd name="connsiteY13972" fmla="*/ 1378231 h 5017219"/>
              <a:gd name="connsiteX13973" fmla="*/ 2469450 w 5799173"/>
              <a:gd name="connsiteY13973" fmla="*/ 1377483 h 5017219"/>
              <a:gd name="connsiteX13974" fmla="*/ 2490303 w 5799173"/>
              <a:gd name="connsiteY13974" fmla="*/ 1377483 h 5017219"/>
              <a:gd name="connsiteX13975" fmla="*/ 2491549 w 5799173"/>
              <a:gd name="connsiteY13975" fmla="*/ 1378231 h 5017219"/>
              <a:gd name="connsiteX13976" fmla="*/ 2501934 w 5799173"/>
              <a:gd name="connsiteY13976" fmla="*/ 1396258 h 5017219"/>
              <a:gd name="connsiteX13977" fmla="*/ 2501934 w 5799173"/>
              <a:gd name="connsiteY13977" fmla="*/ 1397754 h 5017219"/>
              <a:gd name="connsiteX13978" fmla="*/ 2491466 w 5799173"/>
              <a:gd name="connsiteY13978" fmla="*/ 1415783 h 5017219"/>
              <a:gd name="connsiteX13979" fmla="*/ 2490220 w 5799173"/>
              <a:gd name="connsiteY13979" fmla="*/ 1416530 h 5017219"/>
              <a:gd name="connsiteX13980" fmla="*/ 3432346 w 5799173"/>
              <a:gd name="connsiteY13980" fmla="*/ 1674559 h 5017219"/>
              <a:gd name="connsiteX13981" fmla="*/ 3431100 w 5799173"/>
              <a:gd name="connsiteY13981" fmla="*/ 1673812 h 5017219"/>
              <a:gd name="connsiteX13982" fmla="*/ 3420715 w 5799173"/>
              <a:gd name="connsiteY13982" fmla="*/ 1655784 h 5017219"/>
              <a:gd name="connsiteX13983" fmla="*/ 3420715 w 5799173"/>
              <a:gd name="connsiteY13983" fmla="*/ 1654288 h 5017219"/>
              <a:gd name="connsiteX13984" fmla="*/ 3431183 w 5799173"/>
              <a:gd name="connsiteY13984" fmla="*/ 1636260 h 5017219"/>
              <a:gd name="connsiteX13985" fmla="*/ 3432429 w 5799173"/>
              <a:gd name="connsiteY13985" fmla="*/ 1635512 h 5017219"/>
              <a:gd name="connsiteX13986" fmla="*/ 3453282 w 5799173"/>
              <a:gd name="connsiteY13986" fmla="*/ 1635512 h 5017219"/>
              <a:gd name="connsiteX13987" fmla="*/ 3454528 w 5799173"/>
              <a:gd name="connsiteY13987" fmla="*/ 1636260 h 5017219"/>
              <a:gd name="connsiteX13988" fmla="*/ 3464913 w 5799173"/>
              <a:gd name="connsiteY13988" fmla="*/ 1654288 h 5017219"/>
              <a:gd name="connsiteX13989" fmla="*/ 3464912 w 5799173"/>
              <a:gd name="connsiteY13989" fmla="*/ 1655784 h 5017219"/>
              <a:gd name="connsiteX13990" fmla="*/ 3454445 w 5799173"/>
              <a:gd name="connsiteY13990" fmla="*/ 1673812 h 5017219"/>
              <a:gd name="connsiteX13991" fmla="*/ 3453199 w 5799173"/>
              <a:gd name="connsiteY13991" fmla="*/ 1674559 h 5017219"/>
              <a:gd name="connsiteX13992" fmla="*/ 3793463 w 5799173"/>
              <a:gd name="connsiteY13992" fmla="*/ 1771320 h 5017219"/>
              <a:gd name="connsiteX13993" fmla="*/ 3792217 w 5799173"/>
              <a:gd name="connsiteY13993" fmla="*/ 1770573 h 5017219"/>
              <a:gd name="connsiteX13994" fmla="*/ 3781832 w 5799173"/>
              <a:gd name="connsiteY13994" fmla="*/ 1752545 h 5017219"/>
              <a:gd name="connsiteX13995" fmla="*/ 3781832 w 5799173"/>
              <a:gd name="connsiteY13995" fmla="*/ 1751049 h 5017219"/>
              <a:gd name="connsiteX13996" fmla="*/ 3792300 w 5799173"/>
              <a:gd name="connsiteY13996" fmla="*/ 1733021 h 5017219"/>
              <a:gd name="connsiteX13997" fmla="*/ 3793546 w 5799173"/>
              <a:gd name="connsiteY13997" fmla="*/ 1732273 h 5017219"/>
              <a:gd name="connsiteX13998" fmla="*/ 3814399 w 5799173"/>
              <a:gd name="connsiteY13998" fmla="*/ 1732273 h 5017219"/>
              <a:gd name="connsiteX13999" fmla="*/ 3815645 w 5799173"/>
              <a:gd name="connsiteY13999" fmla="*/ 1733021 h 5017219"/>
              <a:gd name="connsiteX14000" fmla="*/ 3826030 w 5799173"/>
              <a:gd name="connsiteY14000" fmla="*/ 1751049 h 5017219"/>
              <a:gd name="connsiteX14001" fmla="*/ 3826030 w 5799173"/>
              <a:gd name="connsiteY14001" fmla="*/ 1752545 h 5017219"/>
              <a:gd name="connsiteX14002" fmla="*/ 3815562 w 5799173"/>
              <a:gd name="connsiteY14002" fmla="*/ 1770573 h 5017219"/>
              <a:gd name="connsiteX14003" fmla="*/ 3814316 w 5799173"/>
              <a:gd name="connsiteY14003" fmla="*/ 1771320 h 5017219"/>
              <a:gd name="connsiteX14004" fmla="*/ 2348993 w 5799173"/>
              <a:gd name="connsiteY14004" fmla="*/ 1384358 h 5017219"/>
              <a:gd name="connsiteX14005" fmla="*/ 2347747 w 5799173"/>
              <a:gd name="connsiteY14005" fmla="*/ 1383611 h 5017219"/>
              <a:gd name="connsiteX14006" fmla="*/ 2337279 w 5799173"/>
              <a:gd name="connsiteY14006" fmla="*/ 1365499 h 5017219"/>
              <a:gd name="connsiteX14007" fmla="*/ 2337279 w 5799173"/>
              <a:gd name="connsiteY14007" fmla="*/ 1364005 h 5017219"/>
              <a:gd name="connsiteX14008" fmla="*/ 2347747 w 5799173"/>
              <a:gd name="connsiteY14008" fmla="*/ 1345894 h 5017219"/>
              <a:gd name="connsiteX14009" fmla="*/ 2348993 w 5799173"/>
              <a:gd name="connsiteY14009" fmla="*/ 1345146 h 5017219"/>
              <a:gd name="connsiteX14010" fmla="*/ 2369929 w 5799173"/>
              <a:gd name="connsiteY14010" fmla="*/ 1345146 h 5017219"/>
              <a:gd name="connsiteX14011" fmla="*/ 2371175 w 5799173"/>
              <a:gd name="connsiteY14011" fmla="*/ 1345894 h 5017219"/>
              <a:gd name="connsiteX14012" fmla="*/ 2381643 w 5799173"/>
              <a:gd name="connsiteY14012" fmla="*/ 1364005 h 5017219"/>
              <a:gd name="connsiteX14013" fmla="*/ 2381643 w 5799173"/>
              <a:gd name="connsiteY14013" fmla="*/ 1365500 h 5017219"/>
              <a:gd name="connsiteX14014" fmla="*/ 2371175 w 5799173"/>
              <a:gd name="connsiteY14014" fmla="*/ 1383612 h 5017219"/>
              <a:gd name="connsiteX14015" fmla="*/ 2369929 w 5799173"/>
              <a:gd name="connsiteY14015" fmla="*/ 1384359 h 5017219"/>
              <a:gd name="connsiteX14016" fmla="*/ 3673091 w 5799173"/>
              <a:gd name="connsiteY14016" fmla="*/ 1739149 h 5017219"/>
              <a:gd name="connsiteX14017" fmla="*/ 3671845 w 5799173"/>
              <a:gd name="connsiteY14017" fmla="*/ 1738402 h 5017219"/>
              <a:gd name="connsiteX14018" fmla="*/ 3661377 w 5799173"/>
              <a:gd name="connsiteY14018" fmla="*/ 1720290 h 5017219"/>
              <a:gd name="connsiteX14019" fmla="*/ 3661377 w 5799173"/>
              <a:gd name="connsiteY14019" fmla="*/ 1718795 h 5017219"/>
              <a:gd name="connsiteX14020" fmla="*/ 3671845 w 5799173"/>
              <a:gd name="connsiteY14020" fmla="*/ 1700685 h 5017219"/>
              <a:gd name="connsiteX14021" fmla="*/ 3673091 w 5799173"/>
              <a:gd name="connsiteY14021" fmla="*/ 1699937 h 5017219"/>
              <a:gd name="connsiteX14022" fmla="*/ 3694027 w 5799173"/>
              <a:gd name="connsiteY14022" fmla="*/ 1699937 h 5017219"/>
              <a:gd name="connsiteX14023" fmla="*/ 3695273 w 5799173"/>
              <a:gd name="connsiteY14023" fmla="*/ 1700685 h 5017219"/>
              <a:gd name="connsiteX14024" fmla="*/ 3705741 w 5799173"/>
              <a:gd name="connsiteY14024" fmla="*/ 1718796 h 5017219"/>
              <a:gd name="connsiteX14025" fmla="*/ 3705741 w 5799173"/>
              <a:gd name="connsiteY14025" fmla="*/ 1720291 h 5017219"/>
              <a:gd name="connsiteX14026" fmla="*/ 3695273 w 5799173"/>
              <a:gd name="connsiteY14026" fmla="*/ 1738402 h 5017219"/>
              <a:gd name="connsiteX14027" fmla="*/ 3694027 w 5799173"/>
              <a:gd name="connsiteY14027" fmla="*/ 1739149 h 5017219"/>
              <a:gd name="connsiteX14028" fmla="*/ 3733277 w 5799173"/>
              <a:gd name="connsiteY14028" fmla="*/ 1755276 h 5017219"/>
              <a:gd name="connsiteX14029" fmla="*/ 3732031 w 5799173"/>
              <a:gd name="connsiteY14029" fmla="*/ 1754529 h 5017219"/>
              <a:gd name="connsiteX14030" fmla="*/ 3721563 w 5799173"/>
              <a:gd name="connsiteY14030" fmla="*/ 1736417 h 5017219"/>
              <a:gd name="connsiteX14031" fmla="*/ 3721563 w 5799173"/>
              <a:gd name="connsiteY14031" fmla="*/ 1734922 h 5017219"/>
              <a:gd name="connsiteX14032" fmla="*/ 3732031 w 5799173"/>
              <a:gd name="connsiteY14032" fmla="*/ 1716811 h 5017219"/>
              <a:gd name="connsiteX14033" fmla="*/ 3733277 w 5799173"/>
              <a:gd name="connsiteY14033" fmla="*/ 1716063 h 5017219"/>
              <a:gd name="connsiteX14034" fmla="*/ 3754213 w 5799173"/>
              <a:gd name="connsiteY14034" fmla="*/ 1716064 h 5017219"/>
              <a:gd name="connsiteX14035" fmla="*/ 3755459 w 5799173"/>
              <a:gd name="connsiteY14035" fmla="*/ 1716812 h 5017219"/>
              <a:gd name="connsiteX14036" fmla="*/ 3765927 w 5799173"/>
              <a:gd name="connsiteY14036" fmla="*/ 1734922 h 5017219"/>
              <a:gd name="connsiteX14037" fmla="*/ 3765927 w 5799173"/>
              <a:gd name="connsiteY14037" fmla="*/ 1736417 h 5017219"/>
              <a:gd name="connsiteX14038" fmla="*/ 3755459 w 5799173"/>
              <a:gd name="connsiteY14038" fmla="*/ 1754529 h 5017219"/>
              <a:gd name="connsiteX14039" fmla="*/ 3754213 w 5799173"/>
              <a:gd name="connsiteY14039" fmla="*/ 1755276 h 5017219"/>
              <a:gd name="connsiteX14040" fmla="*/ 2529492 w 5799173"/>
              <a:gd name="connsiteY14040" fmla="*/ 1432815 h 5017219"/>
              <a:gd name="connsiteX14041" fmla="*/ 2528245 w 5799173"/>
              <a:gd name="connsiteY14041" fmla="*/ 1432067 h 5017219"/>
              <a:gd name="connsiteX14042" fmla="*/ 2517695 w 5799173"/>
              <a:gd name="connsiteY14042" fmla="*/ 1413789 h 5017219"/>
              <a:gd name="connsiteX14043" fmla="*/ 2517695 w 5799173"/>
              <a:gd name="connsiteY14043" fmla="*/ 1412294 h 5017219"/>
              <a:gd name="connsiteX14044" fmla="*/ 2528246 w 5799173"/>
              <a:gd name="connsiteY14044" fmla="*/ 1394017 h 5017219"/>
              <a:gd name="connsiteX14045" fmla="*/ 2529492 w 5799173"/>
              <a:gd name="connsiteY14045" fmla="*/ 1393269 h 5017219"/>
              <a:gd name="connsiteX14046" fmla="*/ 2550511 w 5799173"/>
              <a:gd name="connsiteY14046" fmla="*/ 1393269 h 5017219"/>
              <a:gd name="connsiteX14047" fmla="*/ 2551757 w 5799173"/>
              <a:gd name="connsiteY14047" fmla="*/ 1394017 h 5017219"/>
              <a:gd name="connsiteX14048" fmla="*/ 2562308 w 5799173"/>
              <a:gd name="connsiteY14048" fmla="*/ 1412294 h 5017219"/>
              <a:gd name="connsiteX14049" fmla="*/ 2562308 w 5799173"/>
              <a:gd name="connsiteY14049" fmla="*/ 1413789 h 5017219"/>
              <a:gd name="connsiteX14050" fmla="*/ 2551757 w 5799173"/>
              <a:gd name="connsiteY14050" fmla="*/ 1432067 h 5017219"/>
              <a:gd name="connsiteX14051" fmla="*/ 2550511 w 5799173"/>
              <a:gd name="connsiteY14051" fmla="*/ 1432815 h 5017219"/>
              <a:gd name="connsiteX14052" fmla="*/ 5538804 w 5799173"/>
              <a:gd name="connsiteY14052" fmla="*/ 2239158 h 5017219"/>
              <a:gd name="connsiteX14053" fmla="*/ 5537558 w 5799173"/>
              <a:gd name="connsiteY14053" fmla="*/ 2238410 h 5017219"/>
              <a:gd name="connsiteX14054" fmla="*/ 5527007 w 5799173"/>
              <a:gd name="connsiteY14054" fmla="*/ 2220132 h 5017219"/>
              <a:gd name="connsiteX14055" fmla="*/ 5527007 w 5799173"/>
              <a:gd name="connsiteY14055" fmla="*/ 2218637 h 5017219"/>
              <a:gd name="connsiteX14056" fmla="*/ 5537558 w 5799173"/>
              <a:gd name="connsiteY14056" fmla="*/ 2200360 h 5017219"/>
              <a:gd name="connsiteX14057" fmla="*/ 5538804 w 5799173"/>
              <a:gd name="connsiteY14057" fmla="*/ 2199612 h 5017219"/>
              <a:gd name="connsiteX14058" fmla="*/ 5559823 w 5799173"/>
              <a:gd name="connsiteY14058" fmla="*/ 2199612 h 5017219"/>
              <a:gd name="connsiteX14059" fmla="*/ 5561069 w 5799173"/>
              <a:gd name="connsiteY14059" fmla="*/ 2200360 h 5017219"/>
              <a:gd name="connsiteX14060" fmla="*/ 5571620 w 5799173"/>
              <a:gd name="connsiteY14060" fmla="*/ 2218637 h 5017219"/>
              <a:gd name="connsiteX14061" fmla="*/ 5571620 w 5799173"/>
              <a:gd name="connsiteY14061" fmla="*/ 2220132 h 5017219"/>
              <a:gd name="connsiteX14062" fmla="*/ 5561069 w 5799173"/>
              <a:gd name="connsiteY14062" fmla="*/ 2238410 h 5017219"/>
              <a:gd name="connsiteX14063" fmla="*/ 5559823 w 5799173"/>
              <a:gd name="connsiteY14063" fmla="*/ 2239158 h 5017219"/>
              <a:gd name="connsiteX14064" fmla="*/ 2589573 w 5799173"/>
              <a:gd name="connsiteY14064" fmla="*/ 1449198 h 5017219"/>
              <a:gd name="connsiteX14065" fmla="*/ 2588244 w 5799173"/>
              <a:gd name="connsiteY14065" fmla="*/ 1448450 h 5017219"/>
              <a:gd name="connsiteX14066" fmla="*/ 2577610 w 5799173"/>
              <a:gd name="connsiteY14066" fmla="*/ 1430007 h 5017219"/>
              <a:gd name="connsiteX14067" fmla="*/ 2577610 w 5799173"/>
              <a:gd name="connsiteY14067" fmla="*/ 1428511 h 5017219"/>
              <a:gd name="connsiteX14068" fmla="*/ 2588244 w 5799173"/>
              <a:gd name="connsiteY14068" fmla="*/ 1410068 h 5017219"/>
              <a:gd name="connsiteX14069" fmla="*/ 2589573 w 5799173"/>
              <a:gd name="connsiteY14069" fmla="*/ 1409320 h 5017219"/>
              <a:gd name="connsiteX14070" fmla="*/ 2610842 w 5799173"/>
              <a:gd name="connsiteY14070" fmla="*/ 1409320 h 5017219"/>
              <a:gd name="connsiteX14071" fmla="*/ 2612171 w 5799173"/>
              <a:gd name="connsiteY14071" fmla="*/ 1410068 h 5017219"/>
              <a:gd name="connsiteX14072" fmla="*/ 2622805 w 5799173"/>
              <a:gd name="connsiteY14072" fmla="*/ 1428511 h 5017219"/>
              <a:gd name="connsiteX14073" fmla="*/ 2622805 w 5799173"/>
              <a:gd name="connsiteY14073" fmla="*/ 1430007 h 5017219"/>
              <a:gd name="connsiteX14074" fmla="*/ 2612171 w 5799173"/>
              <a:gd name="connsiteY14074" fmla="*/ 1448450 h 5017219"/>
              <a:gd name="connsiteX14075" fmla="*/ 2610842 w 5799173"/>
              <a:gd name="connsiteY14075" fmla="*/ 1449198 h 5017219"/>
              <a:gd name="connsiteX14076" fmla="*/ 5297716 w 5799173"/>
              <a:gd name="connsiteY14076" fmla="*/ 2175324 h 5017219"/>
              <a:gd name="connsiteX14077" fmla="*/ 5296386 w 5799173"/>
              <a:gd name="connsiteY14077" fmla="*/ 2174576 h 5017219"/>
              <a:gd name="connsiteX14078" fmla="*/ 5285503 w 5799173"/>
              <a:gd name="connsiteY14078" fmla="*/ 2155717 h 5017219"/>
              <a:gd name="connsiteX14079" fmla="*/ 5285503 w 5799173"/>
              <a:gd name="connsiteY14079" fmla="*/ 2154139 h 5017219"/>
              <a:gd name="connsiteX14080" fmla="*/ 5296386 w 5799173"/>
              <a:gd name="connsiteY14080" fmla="*/ 2135280 h 5017219"/>
              <a:gd name="connsiteX14081" fmla="*/ 5297716 w 5799173"/>
              <a:gd name="connsiteY14081" fmla="*/ 2134532 h 5017219"/>
              <a:gd name="connsiteX14082" fmla="*/ 5319482 w 5799173"/>
              <a:gd name="connsiteY14082" fmla="*/ 2134532 h 5017219"/>
              <a:gd name="connsiteX14083" fmla="*/ 5320812 w 5799173"/>
              <a:gd name="connsiteY14083" fmla="*/ 2135280 h 5017219"/>
              <a:gd name="connsiteX14084" fmla="*/ 5331695 w 5799173"/>
              <a:gd name="connsiteY14084" fmla="*/ 2154139 h 5017219"/>
              <a:gd name="connsiteX14085" fmla="*/ 5331695 w 5799173"/>
              <a:gd name="connsiteY14085" fmla="*/ 2155717 h 5017219"/>
              <a:gd name="connsiteX14086" fmla="*/ 5320812 w 5799173"/>
              <a:gd name="connsiteY14086" fmla="*/ 2174576 h 5017219"/>
              <a:gd name="connsiteX14087" fmla="*/ 5319482 w 5799173"/>
              <a:gd name="connsiteY14087" fmla="*/ 2175324 h 5017219"/>
              <a:gd name="connsiteX14088" fmla="*/ 5357570 w 5799173"/>
              <a:gd name="connsiteY14088" fmla="*/ 2192021 h 5017219"/>
              <a:gd name="connsiteX14089" fmla="*/ 5356241 w 5799173"/>
              <a:gd name="connsiteY14089" fmla="*/ 2191190 h 5017219"/>
              <a:gd name="connsiteX14090" fmla="*/ 5345025 w 5799173"/>
              <a:gd name="connsiteY14090" fmla="*/ 2171832 h 5017219"/>
              <a:gd name="connsiteX14091" fmla="*/ 5345025 w 5799173"/>
              <a:gd name="connsiteY14091" fmla="*/ 2170254 h 5017219"/>
              <a:gd name="connsiteX14092" fmla="*/ 5356242 w 5799173"/>
              <a:gd name="connsiteY14092" fmla="*/ 2150897 h 5017219"/>
              <a:gd name="connsiteX14093" fmla="*/ 5357570 w 5799173"/>
              <a:gd name="connsiteY14093" fmla="*/ 2150066 h 5017219"/>
              <a:gd name="connsiteX14094" fmla="*/ 5379919 w 5799173"/>
              <a:gd name="connsiteY14094" fmla="*/ 2150066 h 5017219"/>
              <a:gd name="connsiteX14095" fmla="*/ 5381248 w 5799173"/>
              <a:gd name="connsiteY14095" fmla="*/ 2150897 h 5017219"/>
              <a:gd name="connsiteX14096" fmla="*/ 5392464 w 5799173"/>
              <a:gd name="connsiteY14096" fmla="*/ 2170254 h 5017219"/>
              <a:gd name="connsiteX14097" fmla="*/ 5392463 w 5799173"/>
              <a:gd name="connsiteY14097" fmla="*/ 2171832 h 5017219"/>
              <a:gd name="connsiteX14098" fmla="*/ 5381247 w 5799173"/>
              <a:gd name="connsiteY14098" fmla="*/ 2191190 h 5017219"/>
              <a:gd name="connsiteX14099" fmla="*/ 5379919 w 5799173"/>
              <a:gd name="connsiteY14099" fmla="*/ 2192021 h 5017219"/>
              <a:gd name="connsiteX14100" fmla="*/ 5417567 w 5799173"/>
              <a:gd name="connsiteY14100" fmla="*/ 2208489 h 5017219"/>
              <a:gd name="connsiteX14101" fmla="*/ 5416155 w 5799173"/>
              <a:gd name="connsiteY14101" fmla="*/ 2207659 h 5017219"/>
              <a:gd name="connsiteX14102" fmla="*/ 5404856 w 5799173"/>
              <a:gd name="connsiteY14102" fmla="*/ 2188052 h 5017219"/>
              <a:gd name="connsiteX14103" fmla="*/ 5404856 w 5799173"/>
              <a:gd name="connsiteY14103" fmla="*/ 2186474 h 5017219"/>
              <a:gd name="connsiteX14104" fmla="*/ 5416238 w 5799173"/>
              <a:gd name="connsiteY14104" fmla="*/ 2166867 h 5017219"/>
              <a:gd name="connsiteX14105" fmla="*/ 5417650 w 5799173"/>
              <a:gd name="connsiteY14105" fmla="*/ 2166036 h 5017219"/>
              <a:gd name="connsiteX14106" fmla="*/ 5440331 w 5799173"/>
              <a:gd name="connsiteY14106" fmla="*/ 2166036 h 5017219"/>
              <a:gd name="connsiteX14107" fmla="*/ 5441743 w 5799173"/>
              <a:gd name="connsiteY14107" fmla="*/ 2166867 h 5017219"/>
              <a:gd name="connsiteX14108" fmla="*/ 5453042 w 5799173"/>
              <a:gd name="connsiteY14108" fmla="*/ 2186474 h 5017219"/>
              <a:gd name="connsiteX14109" fmla="*/ 5453042 w 5799173"/>
              <a:gd name="connsiteY14109" fmla="*/ 2188052 h 5017219"/>
              <a:gd name="connsiteX14110" fmla="*/ 5441660 w 5799173"/>
              <a:gd name="connsiteY14110" fmla="*/ 2207659 h 5017219"/>
              <a:gd name="connsiteX14111" fmla="*/ 5440248 w 5799173"/>
              <a:gd name="connsiteY14111" fmla="*/ 2208489 h 5017219"/>
              <a:gd name="connsiteX14112" fmla="*/ 5476839 w 5799173"/>
              <a:gd name="connsiteY14112" fmla="*/ 2226443 h 5017219"/>
              <a:gd name="connsiteX14113" fmla="*/ 5475344 w 5799173"/>
              <a:gd name="connsiteY14113" fmla="*/ 2225612 h 5017219"/>
              <a:gd name="connsiteX14114" fmla="*/ 5463048 w 5799173"/>
              <a:gd name="connsiteY14114" fmla="*/ 2204261 h 5017219"/>
              <a:gd name="connsiteX14115" fmla="*/ 5463048 w 5799173"/>
              <a:gd name="connsiteY14115" fmla="*/ 2202516 h 5017219"/>
              <a:gd name="connsiteX14116" fmla="*/ 5475344 w 5799173"/>
              <a:gd name="connsiteY14116" fmla="*/ 2181165 h 5017219"/>
              <a:gd name="connsiteX14117" fmla="*/ 5476839 w 5799173"/>
              <a:gd name="connsiteY14117" fmla="*/ 2180334 h 5017219"/>
              <a:gd name="connsiteX14118" fmla="*/ 5501431 w 5799173"/>
              <a:gd name="connsiteY14118" fmla="*/ 2180334 h 5017219"/>
              <a:gd name="connsiteX14119" fmla="*/ 5502926 w 5799173"/>
              <a:gd name="connsiteY14119" fmla="*/ 2181165 h 5017219"/>
              <a:gd name="connsiteX14120" fmla="*/ 5515222 w 5799173"/>
              <a:gd name="connsiteY14120" fmla="*/ 2202516 h 5017219"/>
              <a:gd name="connsiteX14121" fmla="*/ 5515222 w 5799173"/>
              <a:gd name="connsiteY14121" fmla="*/ 2204261 h 5017219"/>
              <a:gd name="connsiteX14122" fmla="*/ 5502926 w 5799173"/>
              <a:gd name="connsiteY14122" fmla="*/ 2225612 h 5017219"/>
              <a:gd name="connsiteX14123" fmla="*/ 5501431 w 5799173"/>
              <a:gd name="connsiteY14123" fmla="*/ 2226443 h 5017219"/>
              <a:gd name="connsiteX14124" fmla="*/ 3183762 w 5799173"/>
              <a:gd name="connsiteY14124" fmla="*/ 1650831 h 5017219"/>
              <a:gd name="connsiteX14125" fmla="*/ 3183263 w 5799173"/>
              <a:gd name="connsiteY14125" fmla="*/ 1650498 h 5017219"/>
              <a:gd name="connsiteX14126" fmla="*/ 3178943 w 5799173"/>
              <a:gd name="connsiteY14126" fmla="*/ 1643021 h 5017219"/>
              <a:gd name="connsiteX14127" fmla="*/ 3178943 w 5799173"/>
              <a:gd name="connsiteY14127" fmla="*/ 1642439 h 5017219"/>
              <a:gd name="connsiteX14128" fmla="*/ 3183263 w 5799173"/>
              <a:gd name="connsiteY14128" fmla="*/ 1634962 h 5017219"/>
              <a:gd name="connsiteX14129" fmla="*/ 3183762 w 5799173"/>
              <a:gd name="connsiteY14129" fmla="*/ 1634630 h 5017219"/>
              <a:gd name="connsiteX14130" fmla="*/ 3192402 w 5799173"/>
              <a:gd name="connsiteY14130" fmla="*/ 1634630 h 5017219"/>
              <a:gd name="connsiteX14131" fmla="*/ 3192900 w 5799173"/>
              <a:gd name="connsiteY14131" fmla="*/ 1634962 h 5017219"/>
              <a:gd name="connsiteX14132" fmla="*/ 3197220 w 5799173"/>
              <a:gd name="connsiteY14132" fmla="*/ 1642439 h 5017219"/>
              <a:gd name="connsiteX14133" fmla="*/ 3197220 w 5799173"/>
              <a:gd name="connsiteY14133" fmla="*/ 1643021 h 5017219"/>
              <a:gd name="connsiteX14134" fmla="*/ 3192900 w 5799173"/>
              <a:gd name="connsiteY14134" fmla="*/ 1650498 h 5017219"/>
              <a:gd name="connsiteX14135" fmla="*/ 3192402 w 5799173"/>
              <a:gd name="connsiteY14135" fmla="*/ 1650831 h 5017219"/>
              <a:gd name="connsiteX14136" fmla="*/ 2098571 w 5799173"/>
              <a:gd name="connsiteY14136" fmla="*/ 1363870 h 5017219"/>
              <a:gd name="connsiteX14137" fmla="*/ 2097824 w 5799173"/>
              <a:gd name="connsiteY14137" fmla="*/ 1363454 h 5017219"/>
              <a:gd name="connsiteX14138" fmla="*/ 2091758 w 5799173"/>
              <a:gd name="connsiteY14138" fmla="*/ 1352902 h 5017219"/>
              <a:gd name="connsiteX14139" fmla="*/ 2091759 w 5799173"/>
              <a:gd name="connsiteY14139" fmla="*/ 1352073 h 5017219"/>
              <a:gd name="connsiteX14140" fmla="*/ 2097907 w 5799173"/>
              <a:gd name="connsiteY14140" fmla="*/ 1341521 h 5017219"/>
              <a:gd name="connsiteX14141" fmla="*/ 2098655 w 5799173"/>
              <a:gd name="connsiteY14141" fmla="*/ 1341106 h 5017219"/>
              <a:gd name="connsiteX14142" fmla="*/ 2110867 w 5799173"/>
              <a:gd name="connsiteY14142" fmla="*/ 1341105 h 5017219"/>
              <a:gd name="connsiteX14143" fmla="*/ 2111615 w 5799173"/>
              <a:gd name="connsiteY14143" fmla="*/ 1341522 h 5017219"/>
              <a:gd name="connsiteX14144" fmla="*/ 2117680 w 5799173"/>
              <a:gd name="connsiteY14144" fmla="*/ 1352072 h 5017219"/>
              <a:gd name="connsiteX14145" fmla="*/ 2117680 w 5799173"/>
              <a:gd name="connsiteY14145" fmla="*/ 1352903 h 5017219"/>
              <a:gd name="connsiteX14146" fmla="*/ 2111531 w 5799173"/>
              <a:gd name="connsiteY14146" fmla="*/ 1363453 h 5017219"/>
              <a:gd name="connsiteX14147" fmla="*/ 2110784 w 5799173"/>
              <a:gd name="connsiteY14147" fmla="*/ 1363870 h 5017219"/>
              <a:gd name="connsiteX14148" fmla="*/ 2760153 w 5799173"/>
              <a:gd name="connsiteY14148" fmla="*/ 1542266 h 5017219"/>
              <a:gd name="connsiteX14149" fmla="*/ 2759322 w 5799173"/>
              <a:gd name="connsiteY14149" fmla="*/ 1541767 h 5017219"/>
              <a:gd name="connsiteX14150" fmla="*/ 2752676 w 5799173"/>
              <a:gd name="connsiteY14150" fmla="*/ 1530219 h 5017219"/>
              <a:gd name="connsiteX14151" fmla="*/ 2752676 w 5799173"/>
              <a:gd name="connsiteY14151" fmla="*/ 1529306 h 5017219"/>
              <a:gd name="connsiteX14152" fmla="*/ 2759322 w 5799173"/>
              <a:gd name="connsiteY14152" fmla="*/ 1517757 h 5017219"/>
              <a:gd name="connsiteX14153" fmla="*/ 2760153 w 5799173"/>
              <a:gd name="connsiteY14153" fmla="*/ 1517259 h 5017219"/>
              <a:gd name="connsiteX14154" fmla="*/ 2773446 w 5799173"/>
              <a:gd name="connsiteY14154" fmla="*/ 1517259 h 5017219"/>
              <a:gd name="connsiteX14155" fmla="*/ 2774276 w 5799173"/>
              <a:gd name="connsiteY14155" fmla="*/ 1517757 h 5017219"/>
              <a:gd name="connsiteX14156" fmla="*/ 2780923 w 5799173"/>
              <a:gd name="connsiteY14156" fmla="*/ 1529306 h 5017219"/>
              <a:gd name="connsiteX14157" fmla="*/ 2780923 w 5799173"/>
              <a:gd name="connsiteY14157" fmla="*/ 1530219 h 5017219"/>
              <a:gd name="connsiteX14158" fmla="*/ 2774276 w 5799173"/>
              <a:gd name="connsiteY14158" fmla="*/ 1541767 h 5017219"/>
              <a:gd name="connsiteX14159" fmla="*/ 2773446 w 5799173"/>
              <a:gd name="connsiteY14159" fmla="*/ 1542266 h 5017219"/>
              <a:gd name="connsiteX14160" fmla="*/ 2158114 w 5799173"/>
              <a:gd name="connsiteY14160" fmla="*/ 1381328 h 5017219"/>
              <a:gd name="connsiteX14161" fmla="*/ 2157283 w 5799173"/>
              <a:gd name="connsiteY14161" fmla="*/ 1380829 h 5017219"/>
              <a:gd name="connsiteX14162" fmla="*/ 2150471 w 5799173"/>
              <a:gd name="connsiteY14162" fmla="*/ 1369032 h 5017219"/>
              <a:gd name="connsiteX14163" fmla="*/ 2150471 w 5799173"/>
              <a:gd name="connsiteY14163" fmla="*/ 1368035 h 5017219"/>
              <a:gd name="connsiteX14164" fmla="*/ 2157283 w 5799173"/>
              <a:gd name="connsiteY14164" fmla="*/ 1356237 h 5017219"/>
              <a:gd name="connsiteX14165" fmla="*/ 2158114 w 5799173"/>
              <a:gd name="connsiteY14165" fmla="*/ 1355739 h 5017219"/>
              <a:gd name="connsiteX14166" fmla="*/ 2171739 w 5799173"/>
              <a:gd name="connsiteY14166" fmla="*/ 1355739 h 5017219"/>
              <a:gd name="connsiteX14167" fmla="*/ 2172570 w 5799173"/>
              <a:gd name="connsiteY14167" fmla="*/ 1356237 h 5017219"/>
              <a:gd name="connsiteX14168" fmla="*/ 2179382 w 5799173"/>
              <a:gd name="connsiteY14168" fmla="*/ 1368035 h 5017219"/>
              <a:gd name="connsiteX14169" fmla="*/ 2179382 w 5799173"/>
              <a:gd name="connsiteY14169" fmla="*/ 1369032 h 5017219"/>
              <a:gd name="connsiteX14170" fmla="*/ 2172570 w 5799173"/>
              <a:gd name="connsiteY14170" fmla="*/ 1380829 h 5017219"/>
              <a:gd name="connsiteX14171" fmla="*/ 2171739 w 5799173"/>
              <a:gd name="connsiteY14171" fmla="*/ 1381328 h 5017219"/>
              <a:gd name="connsiteX14172" fmla="*/ 953713 w 5799173"/>
              <a:gd name="connsiteY14172" fmla="*/ 1060036 h 5017219"/>
              <a:gd name="connsiteX14173" fmla="*/ 952800 w 5799173"/>
              <a:gd name="connsiteY14173" fmla="*/ 1059536 h 5017219"/>
              <a:gd name="connsiteX14174" fmla="*/ 945324 w 5799173"/>
              <a:gd name="connsiteY14174" fmla="*/ 1046577 h 5017219"/>
              <a:gd name="connsiteX14175" fmla="*/ 945323 w 5799173"/>
              <a:gd name="connsiteY14175" fmla="*/ 1045496 h 5017219"/>
              <a:gd name="connsiteX14176" fmla="*/ 952800 w 5799173"/>
              <a:gd name="connsiteY14176" fmla="*/ 1032535 h 5017219"/>
              <a:gd name="connsiteX14177" fmla="*/ 953713 w 5799173"/>
              <a:gd name="connsiteY14177" fmla="*/ 1032038 h 5017219"/>
              <a:gd name="connsiteX14178" fmla="*/ 968668 w 5799173"/>
              <a:gd name="connsiteY14178" fmla="*/ 1032037 h 5017219"/>
              <a:gd name="connsiteX14179" fmla="*/ 969582 w 5799173"/>
              <a:gd name="connsiteY14179" fmla="*/ 1032535 h 5017219"/>
              <a:gd name="connsiteX14180" fmla="*/ 977059 w 5799173"/>
              <a:gd name="connsiteY14180" fmla="*/ 1045497 h 5017219"/>
              <a:gd name="connsiteX14181" fmla="*/ 977059 w 5799173"/>
              <a:gd name="connsiteY14181" fmla="*/ 1046576 h 5017219"/>
              <a:gd name="connsiteX14182" fmla="*/ 969582 w 5799173"/>
              <a:gd name="connsiteY14182" fmla="*/ 1059536 h 5017219"/>
              <a:gd name="connsiteX14183" fmla="*/ 968669 w 5799173"/>
              <a:gd name="connsiteY14183" fmla="*/ 1060035 h 5017219"/>
              <a:gd name="connsiteX14184" fmla="*/ 3360829 w 5799173"/>
              <a:gd name="connsiteY14184" fmla="*/ 1705786 h 5017219"/>
              <a:gd name="connsiteX14185" fmla="*/ 3359832 w 5799173"/>
              <a:gd name="connsiteY14185" fmla="*/ 1705203 h 5017219"/>
              <a:gd name="connsiteX14186" fmla="*/ 3352023 w 5799173"/>
              <a:gd name="connsiteY14186" fmla="*/ 1691661 h 5017219"/>
              <a:gd name="connsiteX14187" fmla="*/ 3352023 w 5799173"/>
              <a:gd name="connsiteY14187" fmla="*/ 1690581 h 5017219"/>
              <a:gd name="connsiteX14188" fmla="*/ 3359832 w 5799173"/>
              <a:gd name="connsiteY14188" fmla="*/ 1677040 h 5017219"/>
              <a:gd name="connsiteX14189" fmla="*/ 3360829 w 5799173"/>
              <a:gd name="connsiteY14189" fmla="*/ 1676458 h 5017219"/>
              <a:gd name="connsiteX14190" fmla="*/ 3376531 w 5799173"/>
              <a:gd name="connsiteY14190" fmla="*/ 1676458 h 5017219"/>
              <a:gd name="connsiteX14191" fmla="*/ 3377528 w 5799173"/>
              <a:gd name="connsiteY14191" fmla="*/ 1677040 h 5017219"/>
              <a:gd name="connsiteX14192" fmla="*/ 3385338 w 5799173"/>
              <a:gd name="connsiteY14192" fmla="*/ 1690581 h 5017219"/>
              <a:gd name="connsiteX14193" fmla="*/ 3385338 w 5799173"/>
              <a:gd name="connsiteY14193" fmla="*/ 1691661 h 5017219"/>
              <a:gd name="connsiteX14194" fmla="*/ 3377528 w 5799173"/>
              <a:gd name="connsiteY14194" fmla="*/ 1705203 h 5017219"/>
              <a:gd name="connsiteX14195" fmla="*/ 3376531 w 5799173"/>
              <a:gd name="connsiteY14195" fmla="*/ 1705786 h 5017219"/>
              <a:gd name="connsiteX14196" fmla="*/ 892977 w 5799173"/>
              <a:gd name="connsiteY14196" fmla="*/ 1045003 h 5017219"/>
              <a:gd name="connsiteX14197" fmla="*/ 891980 w 5799173"/>
              <a:gd name="connsiteY14197" fmla="*/ 1044420 h 5017219"/>
              <a:gd name="connsiteX14198" fmla="*/ 883921 w 5799173"/>
              <a:gd name="connsiteY14198" fmla="*/ 1030381 h 5017219"/>
              <a:gd name="connsiteX14199" fmla="*/ 883921 w 5799173"/>
              <a:gd name="connsiteY14199" fmla="*/ 1029218 h 5017219"/>
              <a:gd name="connsiteX14200" fmla="*/ 891981 w 5799173"/>
              <a:gd name="connsiteY14200" fmla="*/ 1015178 h 5017219"/>
              <a:gd name="connsiteX14201" fmla="*/ 892977 w 5799173"/>
              <a:gd name="connsiteY14201" fmla="*/ 1014596 h 5017219"/>
              <a:gd name="connsiteX14202" fmla="*/ 909177 w 5799173"/>
              <a:gd name="connsiteY14202" fmla="*/ 1014596 h 5017219"/>
              <a:gd name="connsiteX14203" fmla="*/ 910175 w 5799173"/>
              <a:gd name="connsiteY14203" fmla="*/ 1015178 h 5017219"/>
              <a:gd name="connsiteX14204" fmla="*/ 918232 w 5799173"/>
              <a:gd name="connsiteY14204" fmla="*/ 1029218 h 5017219"/>
              <a:gd name="connsiteX14205" fmla="*/ 918232 w 5799173"/>
              <a:gd name="connsiteY14205" fmla="*/ 1030381 h 5017219"/>
              <a:gd name="connsiteX14206" fmla="*/ 910174 w 5799173"/>
              <a:gd name="connsiteY14206" fmla="*/ 1044420 h 5017219"/>
              <a:gd name="connsiteX14207" fmla="*/ 909177 w 5799173"/>
              <a:gd name="connsiteY14207" fmla="*/ 1045003 h 5017219"/>
              <a:gd name="connsiteX14208" fmla="*/ 5105827 w 5799173"/>
              <a:gd name="connsiteY14208" fmla="*/ 2174118 h 5017219"/>
              <a:gd name="connsiteX14209" fmla="*/ 5104830 w 5799173"/>
              <a:gd name="connsiteY14209" fmla="*/ 2173537 h 5017219"/>
              <a:gd name="connsiteX14210" fmla="*/ 5096689 w 5799173"/>
              <a:gd name="connsiteY14210" fmla="*/ 2159330 h 5017219"/>
              <a:gd name="connsiteX14211" fmla="*/ 5096689 w 5799173"/>
              <a:gd name="connsiteY14211" fmla="*/ 2158167 h 5017219"/>
              <a:gd name="connsiteX14212" fmla="*/ 5104914 w 5799173"/>
              <a:gd name="connsiteY14212" fmla="*/ 2143961 h 5017219"/>
              <a:gd name="connsiteX14213" fmla="*/ 5105911 w 5799173"/>
              <a:gd name="connsiteY14213" fmla="*/ 2143379 h 5017219"/>
              <a:gd name="connsiteX14214" fmla="*/ 5122277 w 5799173"/>
              <a:gd name="connsiteY14214" fmla="*/ 2143379 h 5017219"/>
              <a:gd name="connsiteX14215" fmla="*/ 5123274 w 5799173"/>
              <a:gd name="connsiteY14215" fmla="*/ 2143961 h 5017219"/>
              <a:gd name="connsiteX14216" fmla="*/ 5131416 w 5799173"/>
              <a:gd name="connsiteY14216" fmla="*/ 2158167 h 5017219"/>
              <a:gd name="connsiteX14217" fmla="*/ 5131416 w 5799173"/>
              <a:gd name="connsiteY14217" fmla="*/ 2159330 h 5017219"/>
              <a:gd name="connsiteX14218" fmla="*/ 5123191 w 5799173"/>
              <a:gd name="connsiteY14218" fmla="*/ 2173537 h 5017219"/>
              <a:gd name="connsiteX14219" fmla="*/ 5122194 w 5799173"/>
              <a:gd name="connsiteY14219" fmla="*/ 2174118 h 5017219"/>
              <a:gd name="connsiteX14220" fmla="*/ 4142763 w 5799173"/>
              <a:gd name="connsiteY14220" fmla="*/ 1916350 h 5017219"/>
              <a:gd name="connsiteX14221" fmla="*/ 4141766 w 5799173"/>
              <a:gd name="connsiteY14221" fmla="*/ 1915768 h 5017219"/>
              <a:gd name="connsiteX14222" fmla="*/ 4133458 w 5799173"/>
              <a:gd name="connsiteY14222" fmla="*/ 1901313 h 5017219"/>
              <a:gd name="connsiteX14223" fmla="*/ 4133458 w 5799173"/>
              <a:gd name="connsiteY14223" fmla="*/ 1900149 h 5017219"/>
              <a:gd name="connsiteX14224" fmla="*/ 4141766 w 5799173"/>
              <a:gd name="connsiteY14224" fmla="*/ 1885694 h 5017219"/>
              <a:gd name="connsiteX14225" fmla="*/ 4142763 w 5799173"/>
              <a:gd name="connsiteY14225" fmla="*/ 1885112 h 5017219"/>
              <a:gd name="connsiteX14226" fmla="*/ 4159462 w 5799173"/>
              <a:gd name="connsiteY14226" fmla="*/ 1885112 h 5017219"/>
              <a:gd name="connsiteX14227" fmla="*/ 4160458 w 5799173"/>
              <a:gd name="connsiteY14227" fmla="*/ 1885694 h 5017219"/>
              <a:gd name="connsiteX14228" fmla="*/ 4168766 w 5799173"/>
              <a:gd name="connsiteY14228" fmla="*/ 1900149 h 5017219"/>
              <a:gd name="connsiteX14229" fmla="*/ 4168766 w 5799173"/>
              <a:gd name="connsiteY14229" fmla="*/ 1901313 h 5017219"/>
              <a:gd name="connsiteX14230" fmla="*/ 4160458 w 5799173"/>
              <a:gd name="connsiteY14230" fmla="*/ 1915768 h 5017219"/>
              <a:gd name="connsiteX14231" fmla="*/ 4159462 w 5799173"/>
              <a:gd name="connsiteY14231" fmla="*/ 1916350 h 5017219"/>
              <a:gd name="connsiteX14232" fmla="*/ 4202787 w 5799173"/>
              <a:gd name="connsiteY14232" fmla="*/ 1932621 h 5017219"/>
              <a:gd name="connsiteX14233" fmla="*/ 4201789 w 5799173"/>
              <a:gd name="connsiteY14233" fmla="*/ 1932040 h 5017219"/>
              <a:gd name="connsiteX14234" fmla="*/ 4193316 w 5799173"/>
              <a:gd name="connsiteY14234" fmla="*/ 1917419 h 5017219"/>
              <a:gd name="connsiteX14235" fmla="*/ 4193316 w 5799173"/>
              <a:gd name="connsiteY14235" fmla="*/ 1916254 h 5017219"/>
              <a:gd name="connsiteX14236" fmla="*/ 4201789 w 5799173"/>
              <a:gd name="connsiteY14236" fmla="*/ 1901633 h 5017219"/>
              <a:gd name="connsiteX14237" fmla="*/ 4202787 w 5799173"/>
              <a:gd name="connsiteY14237" fmla="*/ 1901051 h 5017219"/>
              <a:gd name="connsiteX14238" fmla="*/ 4219652 w 5799173"/>
              <a:gd name="connsiteY14238" fmla="*/ 1901051 h 5017219"/>
              <a:gd name="connsiteX14239" fmla="*/ 4220649 w 5799173"/>
              <a:gd name="connsiteY14239" fmla="*/ 1901634 h 5017219"/>
              <a:gd name="connsiteX14240" fmla="*/ 4229123 w 5799173"/>
              <a:gd name="connsiteY14240" fmla="*/ 1916255 h 5017219"/>
              <a:gd name="connsiteX14241" fmla="*/ 4229122 w 5799173"/>
              <a:gd name="connsiteY14241" fmla="*/ 1917419 h 5017219"/>
              <a:gd name="connsiteX14242" fmla="*/ 4220648 w 5799173"/>
              <a:gd name="connsiteY14242" fmla="*/ 1932040 h 5017219"/>
              <a:gd name="connsiteX14243" fmla="*/ 4219651 w 5799173"/>
              <a:gd name="connsiteY14243" fmla="*/ 1932621 h 5017219"/>
              <a:gd name="connsiteX14244" fmla="*/ 4262876 w 5799173"/>
              <a:gd name="connsiteY14244" fmla="*/ 1949006 h 5017219"/>
              <a:gd name="connsiteX14245" fmla="*/ 4261796 w 5799173"/>
              <a:gd name="connsiteY14245" fmla="*/ 1948424 h 5017219"/>
              <a:gd name="connsiteX14246" fmla="*/ 4253240 w 5799173"/>
              <a:gd name="connsiteY14246" fmla="*/ 1933636 h 5017219"/>
              <a:gd name="connsiteX14247" fmla="*/ 4253240 w 5799173"/>
              <a:gd name="connsiteY14247" fmla="*/ 1932390 h 5017219"/>
              <a:gd name="connsiteX14248" fmla="*/ 4261797 w 5799173"/>
              <a:gd name="connsiteY14248" fmla="*/ 1917603 h 5017219"/>
              <a:gd name="connsiteX14249" fmla="*/ 4262877 w 5799173"/>
              <a:gd name="connsiteY14249" fmla="*/ 1917020 h 5017219"/>
              <a:gd name="connsiteX14250" fmla="*/ 4279991 w 5799173"/>
              <a:gd name="connsiteY14250" fmla="*/ 1917020 h 5017219"/>
              <a:gd name="connsiteX14251" fmla="*/ 4281070 w 5799173"/>
              <a:gd name="connsiteY14251" fmla="*/ 1917603 h 5017219"/>
              <a:gd name="connsiteX14252" fmla="*/ 4289627 w 5799173"/>
              <a:gd name="connsiteY14252" fmla="*/ 1932391 h 5017219"/>
              <a:gd name="connsiteX14253" fmla="*/ 4289627 w 5799173"/>
              <a:gd name="connsiteY14253" fmla="*/ 1933637 h 5017219"/>
              <a:gd name="connsiteX14254" fmla="*/ 4281071 w 5799173"/>
              <a:gd name="connsiteY14254" fmla="*/ 1948424 h 5017219"/>
              <a:gd name="connsiteX14255" fmla="*/ 4279991 w 5799173"/>
              <a:gd name="connsiteY14255" fmla="*/ 1949007 h 5017219"/>
              <a:gd name="connsiteX14256" fmla="*/ 4323063 w 5799173"/>
              <a:gd name="connsiteY14256" fmla="*/ 1965133 h 5017219"/>
              <a:gd name="connsiteX14257" fmla="*/ 4321983 w 5799173"/>
              <a:gd name="connsiteY14257" fmla="*/ 1964551 h 5017219"/>
              <a:gd name="connsiteX14258" fmla="*/ 4313426 w 5799173"/>
              <a:gd name="connsiteY14258" fmla="*/ 1949763 h 5017219"/>
              <a:gd name="connsiteX14259" fmla="*/ 4313426 w 5799173"/>
              <a:gd name="connsiteY14259" fmla="*/ 1948517 h 5017219"/>
              <a:gd name="connsiteX14260" fmla="*/ 4321983 w 5799173"/>
              <a:gd name="connsiteY14260" fmla="*/ 1933730 h 5017219"/>
              <a:gd name="connsiteX14261" fmla="*/ 4323063 w 5799173"/>
              <a:gd name="connsiteY14261" fmla="*/ 1933147 h 5017219"/>
              <a:gd name="connsiteX14262" fmla="*/ 4340178 w 5799173"/>
              <a:gd name="connsiteY14262" fmla="*/ 1933147 h 5017219"/>
              <a:gd name="connsiteX14263" fmla="*/ 4341257 w 5799173"/>
              <a:gd name="connsiteY14263" fmla="*/ 1933730 h 5017219"/>
              <a:gd name="connsiteX14264" fmla="*/ 4349814 w 5799173"/>
              <a:gd name="connsiteY14264" fmla="*/ 1948518 h 5017219"/>
              <a:gd name="connsiteX14265" fmla="*/ 4349814 w 5799173"/>
              <a:gd name="connsiteY14265" fmla="*/ 1949764 h 5017219"/>
              <a:gd name="connsiteX14266" fmla="*/ 4341257 w 5799173"/>
              <a:gd name="connsiteY14266" fmla="*/ 1964551 h 5017219"/>
              <a:gd name="connsiteX14267" fmla="*/ 4340177 w 5799173"/>
              <a:gd name="connsiteY14267" fmla="*/ 1965134 h 5017219"/>
              <a:gd name="connsiteX14268" fmla="*/ 4443353 w 5799173"/>
              <a:gd name="connsiteY14268" fmla="*/ 1997553 h 5017219"/>
              <a:gd name="connsiteX14269" fmla="*/ 4442273 w 5799173"/>
              <a:gd name="connsiteY14269" fmla="*/ 1996971 h 5017219"/>
              <a:gd name="connsiteX14270" fmla="*/ 4433633 w 5799173"/>
              <a:gd name="connsiteY14270" fmla="*/ 1982017 h 5017219"/>
              <a:gd name="connsiteX14271" fmla="*/ 4433633 w 5799173"/>
              <a:gd name="connsiteY14271" fmla="*/ 1980771 h 5017219"/>
              <a:gd name="connsiteX14272" fmla="*/ 4442273 w 5799173"/>
              <a:gd name="connsiteY14272" fmla="*/ 1965817 h 5017219"/>
              <a:gd name="connsiteX14273" fmla="*/ 4443353 w 5799173"/>
              <a:gd name="connsiteY14273" fmla="*/ 1965235 h 5017219"/>
              <a:gd name="connsiteX14274" fmla="*/ 4460633 w 5799173"/>
              <a:gd name="connsiteY14274" fmla="*/ 1965235 h 5017219"/>
              <a:gd name="connsiteX14275" fmla="*/ 4461714 w 5799173"/>
              <a:gd name="connsiteY14275" fmla="*/ 1965817 h 5017219"/>
              <a:gd name="connsiteX14276" fmla="*/ 4470354 w 5799173"/>
              <a:gd name="connsiteY14276" fmla="*/ 1980771 h 5017219"/>
              <a:gd name="connsiteX14277" fmla="*/ 4470354 w 5799173"/>
              <a:gd name="connsiteY14277" fmla="*/ 1982017 h 5017219"/>
              <a:gd name="connsiteX14278" fmla="*/ 4461714 w 5799173"/>
              <a:gd name="connsiteY14278" fmla="*/ 1996971 h 5017219"/>
              <a:gd name="connsiteX14279" fmla="*/ 4460633 w 5799173"/>
              <a:gd name="connsiteY14279" fmla="*/ 1997553 h 5017219"/>
              <a:gd name="connsiteX14280" fmla="*/ 4383082 w 5799173"/>
              <a:gd name="connsiteY14280" fmla="*/ 1981602 h 5017219"/>
              <a:gd name="connsiteX14281" fmla="*/ 4382002 w 5799173"/>
              <a:gd name="connsiteY14281" fmla="*/ 1981021 h 5017219"/>
              <a:gd name="connsiteX14282" fmla="*/ 4373279 w 5799173"/>
              <a:gd name="connsiteY14282" fmla="*/ 1965900 h 5017219"/>
              <a:gd name="connsiteX14283" fmla="*/ 4373279 w 5799173"/>
              <a:gd name="connsiteY14283" fmla="*/ 1964654 h 5017219"/>
              <a:gd name="connsiteX14284" fmla="*/ 4382002 w 5799173"/>
              <a:gd name="connsiteY14284" fmla="*/ 1949534 h 5017219"/>
              <a:gd name="connsiteX14285" fmla="*/ 4383082 w 5799173"/>
              <a:gd name="connsiteY14285" fmla="*/ 1948952 h 5017219"/>
              <a:gd name="connsiteX14286" fmla="*/ 4400612 w 5799173"/>
              <a:gd name="connsiteY14286" fmla="*/ 1948952 h 5017219"/>
              <a:gd name="connsiteX14287" fmla="*/ 4401692 w 5799173"/>
              <a:gd name="connsiteY14287" fmla="*/ 1949534 h 5017219"/>
              <a:gd name="connsiteX14288" fmla="*/ 4410415 w 5799173"/>
              <a:gd name="connsiteY14288" fmla="*/ 1964654 h 5017219"/>
              <a:gd name="connsiteX14289" fmla="*/ 4410415 w 5799173"/>
              <a:gd name="connsiteY14289" fmla="*/ 1965900 h 5017219"/>
              <a:gd name="connsiteX14290" fmla="*/ 4401692 w 5799173"/>
              <a:gd name="connsiteY14290" fmla="*/ 1981021 h 5017219"/>
              <a:gd name="connsiteX14291" fmla="*/ 4400612 w 5799173"/>
              <a:gd name="connsiteY14291" fmla="*/ 1981602 h 5017219"/>
              <a:gd name="connsiteX14292" fmla="*/ 4503311 w 5799173"/>
              <a:gd name="connsiteY14292" fmla="*/ 2014182 h 5017219"/>
              <a:gd name="connsiteX14293" fmla="*/ 4502231 w 5799173"/>
              <a:gd name="connsiteY14293" fmla="*/ 2013517 h 5017219"/>
              <a:gd name="connsiteX14294" fmla="*/ 4493342 w 5799173"/>
              <a:gd name="connsiteY14294" fmla="*/ 1998065 h 5017219"/>
              <a:gd name="connsiteX14295" fmla="*/ 4493342 w 5799173"/>
              <a:gd name="connsiteY14295" fmla="*/ 1996818 h 5017219"/>
              <a:gd name="connsiteX14296" fmla="*/ 4502231 w 5799173"/>
              <a:gd name="connsiteY14296" fmla="*/ 1981366 h 5017219"/>
              <a:gd name="connsiteX14297" fmla="*/ 4503311 w 5799173"/>
              <a:gd name="connsiteY14297" fmla="*/ 1980701 h 5017219"/>
              <a:gd name="connsiteX14298" fmla="*/ 4521090 w 5799173"/>
              <a:gd name="connsiteY14298" fmla="*/ 1980701 h 5017219"/>
              <a:gd name="connsiteX14299" fmla="*/ 4522170 w 5799173"/>
              <a:gd name="connsiteY14299" fmla="*/ 1981366 h 5017219"/>
              <a:gd name="connsiteX14300" fmla="*/ 4531060 w 5799173"/>
              <a:gd name="connsiteY14300" fmla="*/ 1996818 h 5017219"/>
              <a:gd name="connsiteX14301" fmla="*/ 4531060 w 5799173"/>
              <a:gd name="connsiteY14301" fmla="*/ 1998065 h 5017219"/>
              <a:gd name="connsiteX14302" fmla="*/ 4522170 w 5799173"/>
              <a:gd name="connsiteY14302" fmla="*/ 2013517 h 5017219"/>
              <a:gd name="connsiteX14303" fmla="*/ 4521090 w 5799173"/>
              <a:gd name="connsiteY14303" fmla="*/ 2014182 h 5017219"/>
              <a:gd name="connsiteX14304" fmla="*/ 5044987 w 5799173"/>
              <a:gd name="connsiteY14304" fmla="*/ 2159324 h 5017219"/>
              <a:gd name="connsiteX14305" fmla="*/ 5043907 w 5799173"/>
              <a:gd name="connsiteY14305" fmla="*/ 2158658 h 5017219"/>
              <a:gd name="connsiteX14306" fmla="*/ 5035018 w 5799173"/>
              <a:gd name="connsiteY14306" fmla="*/ 2143206 h 5017219"/>
              <a:gd name="connsiteX14307" fmla="*/ 5035018 w 5799173"/>
              <a:gd name="connsiteY14307" fmla="*/ 2141959 h 5017219"/>
              <a:gd name="connsiteX14308" fmla="*/ 5043907 w 5799173"/>
              <a:gd name="connsiteY14308" fmla="*/ 2126507 h 5017219"/>
              <a:gd name="connsiteX14309" fmla="*/ 5044987 w 5799173"/>
              <a:gd name="connsiteY14309" fmla="*/ 2125842 h 5017219"/>
              <a:gd name="connsiteX14310" fmla="*/ 5062766 w 5799173"/>
              <a:gd name="connsiteY14310" fmla="*/ 2125842 h 5017219"/>
              <a:gd name="connsiteX14311" fmla="*/ 5063846 w 5799173"/>
              <a:gd name="connsiteY14311" fmla="*/ 2126508 h 5017219"/>
              <a:gd name="connsiteX14312" fmla="*/ 5072736 w 5799173"/>
              <a:gd name="connsiteY14312" fmla="*/ 2141959 h 5017219"/>
              <a:gd name="connsiteX14313" fmla="*/ 5072736 w 5799173"/>
              <a:gd name="connsiteY14313" fmla="*/ 2143206 h 5017219"/>
              <a:gd name="connsiteX14314" fmla="*/ 5063846 w 5799173"/>
              <a:gd name="connsiteY14314" fmla="*/ 2158659 h 5017219"/>
              <a:gd name="connsiteX14315" fmla="*/ 5062766 w 5799173"/>
              <a:gd name="connsiteY14315" fmla="*/ 2159324 h 5017219"/>
              <a:gd name="connsiteX14316" fmla="*/ 4563330 w 5799173"/>
              <a:gd name="connsiteY14316" fmla="*/ 2030557 h 5017219"/>
              <a:gd name="connsiteX14317" fmla="*/ 4562250 w 5799173"/>
              <a:gd name="connsiteY14317" fmla="*/ 2029892 h 5017219"/>
              <a:gd name="connsiteX14318" fmla="*/ 4553195 w 5799173"/>
              <a:gd name="connsiteY14318" fmla="*/ 2014191 h 5017219"/>
              <a:gd name="connsiteX14319" fmla="*/ 4553195 w 5799173"/>
              <a:gd name="connsiteY14319" fmla="*/ 2012944 h 5017219"/>
              <a:gd name="connsiteX14320" fmla="*/ 4562250 w 5799173"/>
              <a:gd name="connsiteY14320" fmla="*/ 1997242 h 5017219"/>
              <a:gd name="connsiteX14321" fmla="*/ 4563330 w 5799173"/>
              <a:gd name="connsiteY14321" fmla="*/ 1996578 h 5017219"/>
              <a:gd name="connsiteX14322" fmla="*/ 4581442 w 5799173"/>
              <a:gd name="connsiteY14322" fmla="*/ 1996577 h 5017219"/>
              <a:gd name="connsiteX14323" fmla="*/ 4582522 w 5799173"/>
              <a:gd name="connsiteY14323" fmla="*/ 1997243 h 5017219"/>
              <a:gd name="connsiteX14324" fmla="*/ 4591577 w 5799173"/>
              <a:gd name="connsiteY14324" fmla="*/ 2012944 h 5017219"/>
              <a:gd name="connsiteX14325" fmla="*/ 4591577 w 5799173"/>
              <a:gd name="connsiteY14325" fmla="*/ 2014191 h 5017219"/>
              <a:gd name="connsiteX14326" fmla="*/ 4582522 w 5799173"/>
              <a:gd name="connsiteY14326" fmla="*/ 2029893 h 5017219"/>
              <a:gd name="connsiteX14327" fmla="*/ 4581442 w 5799173"/>
              <a:gd name="connsiteY14327" fmla="*/ 2030556 h 5017219"/>
              <a:gd name="connsiteX14328" fmla="*/ 4623434 w 5799173"/>
              <a:gd name="connsiteY14328" fmla="*/ 2046766 h 5017219"/>
              <a:gd name="connsiteX14329" fmla="*/ 4622354 w 5799173"/>
              <a:gd name="connsiteY14329" fmla="*/ 2046103 h 5017219"/>
              <a:gd name="connsiteX14330" fmla="*/ 4613299 w 5799173"/>
              <a:gd name="connsiteY14330" fmla="*/ 2030317 h 5017219"/>
              <a:gd name="connsiteX14331" fmla="*/ 4613299 w 5799173"/>
              <a:gd name="connsiteY14331" fmla="*/ 2029071 h 5017219"/>
              <a:gd name="connsiteX14332" fmla="*/ 4622438 w 5799173"/>
              <a:gd name="connsiteY14332" fmla="*/ 2013286 h 5017219"/>
              <a:gd name="connsiteX14333" fmla="*/ 4623518 w 5799173"/>
              <a:gd name="connsiteY14333" fmla="*/ 2012622 h 5017219"/>
              <a:gd name="connsiteX14334" fmla="*/ 4641712 w 5799173"/>
              <a:gd name="connsiteY14334" fmla="*/ 2012622 h 5017219"/>
              <a:gd name="connsiteX14335" fmla="*/ 4642792 w 5799173"/>
              <a:gd name="connsiteY14335" fmla="*/ 2013286 h 5017219"/>
              <a:gd name="connsiteX14336" fmla="*/ 4651848 w 5799173"/>
              <a:gd name="connsiteY14336" fmla="*/ 2029072 h 5017219"/>
              <a:gd name="connsiteX14337" fmla="*/ 4651848 w 5799173"/>
              <a:gd name="connsiteY14337" fmla="*/ 2030318 h 5017219"/>
              <a:gd name="connsiteX14338" fmla="*/ 4642709 w 5799173"/>
              <a:gd name="connsiteY14338" fmla="*/ 2046103 h 5017219"/>
              <a:gd name="connsiteX14339" fmla="*/ 4641629 w 5799173"/>
              <a:gd name="connsiteY14339" fmla="*/ 2046767 h 5017219"/>
              <a:gd name="connsiteX14340" fmla="*/ 4984459 w 5799173"/>
              <a:gd name="connsiteY14340" fmla="*/ 2143776 h 5017219"/>
              <a:gd name="connsiteX14341" fmla="*/ 4983296 w 5799173"/>
              <a:gd name="connsiteY14341" fmla="*/ 2143111 h 5017219"/>
              <a:gd name="connsiteX14342" fmla="*/ 4974073 w 5799173"/>
              <a:gd name="connsiteY14342" fmla="*/ 2127160 h 5017219"/>
              <a:gd name="connsiteX14343" fmla="*/ 4974073 w 5799173"/>
              <a:gd name="connsiteY14343" fmla="*/ 2125831 h 5017219"/>
              <a:gd name="connsiteX14344" fmla="*/ 4983295 w 5799173"/>
              <a:gd name="connsiteY14344" fmla="*/ 2109880 h 5017219"/>
              <a:gd name="connsiteX14345" fmla="*/ 4984459 w 5799173"/>
              <a:gd name="connsiteY14345" fmla="*/ 2109215 h 5017219"/>
              <a:gd name="connsiteX14346" fmla="*/ 5002902 w 5799173"/>
              <a:gd name="connsiteY14346" fmla="*/ 2109215 h 5017219"/>
              <a:gd name="connsiteX14347" fmla="*/ 5004065 w 5799173"/>
              <a:gd name="connsiteY14347" fmla="*/ 2109880 h 5017219"/>
              <a:gd name="connsiteX14348" fmla="*/ 5013286 w 5799173"/>
              <a:gd name="connsiteY14348" fmla="*/ 2125831 h 5017219"/>
              <a:gd name="connsiteX14349" fmla="*/ 5013286 w 5799173"/>
              <a:gd name="connsiteY14349" fmla="*/ 2127160 h 5017219"/>
              <a:gd name="connsiteX14350" fmla="*/ 5004064 w 5799173"/>
              <a:gd name="connsiteY14350" fmla="*/ 2143111 h 5017219"/>
              <a:gd name="connsiteX14351" fmla="*/ 5002901 w 5799173"/>
              <a:gd name="connsiteY14351" fmla="*/ 2143776 h 5017219"/>
              <a:gd name="connsiteX14352" fmla="*/ 4683526 w 5799173"/>
              <a:gd name="connsiteY14352" fmla="*/ 2063234 h 5017219"/>
              <a:gd name="connsiteX14353" fmla="*/ 4682363 w 5799173"/>
              <a:gd name="connsiteY14353" fmla="*/ 2062571 h 5017219"/>
              <a:gd name="connsiteX14354" fmla="*/ 4673141 w 5799173"/>
              <a:gd name="connsiteY14354" fmla="*/ 2046536 h 5017219"/>
              <a:gd name="connsiteX14355" fmla="*/ 4673141 w 5799173"/>
              <a:gd name="connsiteY14355" fmla="*/ 2045207 h 5017219"/>
              <a:gd name="connsiteX14356" fmla="*/ 4682363 w 5799173"/>
              <a:gd name="connsiteY14356" fmla="*/ 2029173 h 5017219"/>
              <a:gd name="connsiteX14357" fmla="*/ 4683526 w 5799173"/>
              <a:gd name="connsiteY14357" fmla="*/ 2028508 h 5017219"/>
              <a:gd name="connsiteX14358" fmla="*/ 4702052 w 5799173"/>
              <a:gd name="connsiteY14358" fmla="*/ 2028508 h 5017219"/>
              <a:gd name="connsiteX14359" fmla="*/ 4703215 w 5799173"/>
              <a:gd name="connsiteY14359" fmla="*/ 2029173 h 5017219"/>
              <a:gd name="connsiteX14360" fmla="*/ 4712437 w 5799173"/>
              <a:gd name="connsiteY14360" fmla="*/ 2045206 h 5017219"/>
              <a:gd name="connsiteX14361" fmla="*/ 4712437 w 5799173"/>
              <a:gd name="connsiteY14361" fmla="*/ 2046536 h 5017219"/>
              <a:gd name="connsiteX14362" fmla="*/ 4703215 w 5799173"/>
              <a:gd name="connsiteY14362" fmla="*/ 2062571 h 5017219"/>
              <a:gd name="connsiteX14363" fmla="*/ 4702052 w 5799173"/>
              <a:gd name="connsiteY14363" fmla="*/ 2063235 h 5017219"/>
              <a:gd name="connsiteX14364" fmla="*/ 4743713 w 5799173"/>
              <a:gd name="connsiteY14364" fmla="*/ 2079361 h 5017219"/>
              <a:gd name="connsiteX14365" fmla="*/ 4742550 w 5799173"/>
              <a:gd name="connsiteY14365" fmla="*/ 2078698 h 5017219"/>
              <a:gd name="connsiteX14366" fmla="*/ 4733328 w 5799173"/>
              <a:gd name="connsiteY14366" fmla="*/ 2062663 h 5017219"/>
              <a:gd name="connsiteX14367" fmla="*/ 4733328 w 5799173"/>
              <a:gd name="connsiteY14367" fmla="*/ 2061334 h 5017219"/>
              <a:gd name="connsiteX14368" fmla="*/ 4742550 w 5799173"/>
              <a:gd name="connsiteY14368" fmla="*/ 2045300 h 5017219"/>
              <a:gd name="connsiteX14369" fmla="*/ 4743713 w 5799173"/>
              <a:gd name="connsiteY14369" fmla="*/ 2044635 h 5017219"/>
              <a:gd name="connsiteX14370" fmla="*/ 4762239 w 5799173"/>
              <a:gd name="connsiteY14370" fmla="*/ 2044635 h 5017219"/>
              <a:gd name="connsiteX14371" fmla="*/ 4763402 w 5799173"/>
              <a:gd name="connsiteY14371" fmla="*/ 2045300 h 5017219"/>
              <a:gd name="connsiteX14372" fmla="*/ 4772624 w 5799173"/>
              <a:gd name="connsiteY14372" fmla="*/ 2061333 h 5017219"/>
              <a:gd name="connsiteX14373" fmla="*/ 4772624 w 5799173"/>
              <a:gd name="connsiteY14373" fmla="*/ 2062663 h 5017219"/>
              <a:gd name="connsiteX14374" fmla="*/ 4763402 w 5799173"/>
              <a:gd name="connsiteY14374" fmla="*/ 2078698 h 5017219"/>
              <a:gd name="connsiteX14375" fmla="*/ 4762239 w 5799173"/>
              <a:gd name="connsiteY14375" fmla="*/ 2079362 h 5017219"/>
              <a:gd name="connsiteX14376" fmla="*/ 4864003 w 5799173"/>
              <a:gd name="connsiteY14376" fmla="*/ 2111687 h 5017219"/>
              <a:gd name="connsiteX14377" fmla="*/ 4862840 w 5799173"/>
              <a:gd name="connsiteY14377" fmla="*/ 2111024 h 5017219"/>
              <a:gd name="connsiteX14378" fmla="*/ 4853535 w 5799173"/>
              <a:gd name="connsiteY14378" fmla="*/ 2094906 h 5017219"/>
              <a:gd name="connsiteX14379" fmla="*/ 4853535 w 5799173"/>
              <a:gd name="connsiteY14379" fmla="*/ 2093576 h 5017219"/>
              <a:gd name="connsiteX14380" fmla="*/ 4862840 w 5799173"/>
              <a:gd name="connsiteY14380" fmla="*/ 2077460 h 5017219"/>
              <a:gd name="connsiteX14381" fmla="*/ 4864003 w 5799173"/>
              <a:gd name="connsiteY14381" fmla="*/ 2076794 h 5017219"/>
              <a:gd name="connsiteX14382" fmla="*/ 4882612 w 5799173"/>
              <a:gd name="connsiteY14382" fmla="*/ 2076795 h 5017219"/>
              <a:gd name="connsiteX14383" fmla="*/ 4883776 w 5799173"/>
              <a:gd name="connsiteY14383" fmla="*/ 2077460 h 5017219"/>
              <a:gd name="connsiteX14384" fmla="*/ 4893081 w 5799173"/>
              <a:gd name="connsiteY14384" fmla="*/ 2093577 h 5017219"/>
              <a:gd name="connsiteX14385" fmla="*/ 4893081 w 5799173"/>
              <a:gd name="connsiteY14385" fmla="*/ 2094905 h 5017219"/>
              <a:gd name="connsiteX14386" fmla="*/ 4883776 w 5799173"/>
              <a:gd name="connsiteY14386" fmla="*/ 2111023 h 5017219"/>
              <a:gd name="connsiteX14387" fmla="*/ 4882612 w 5799173"/>
              <a:gd name="connsiteY14387" fmla="*/ 2111688 h 5017219"/>
              <a:gd name="connsiteX14388" fmla="*/ 4924107 w 5799173"/>
              <a:gd name="connsiteY14388" fmla="*/ 2127886 h 5017219"/>
              <a:gd name="connsiteX14389" fmla="*/ 4922944 w 5799173"/>
              <a:gd name="connsiteY14389" fmla="*/ 2127223 h 5017219"/>
              <a:gd name="connsiteX14390" fmla="*/ 4913556 w 5799173"/>
              <a:gd name="connsiteY14390" fmla="*/ 2111022 h 5017219"/>
              <a:gd name="connsiteX14391" fmla="*/ 4913556 w 5799173"/>
              <a:gd name="connsiteY14391" fmla="*/ 2109693 h 5017219"/>
              <a:gd name="connsiteX14392" fmla="*/ 4922944 w 5799173"/>
              <a:gd name="connsiteY14392" fmla="*/ 2093492 h 5017219"/>
              <a:gd name="connsiteX14393" fmla="*/ 4924107 w 5799173"/>
              <a:gd name="connsiteY14393" fmla="*/ 2092827 h 5017219"/>
              <a:gd name="connsiteX14394" fmla="*/ 4942800 w 5799173"/>
              <a:gd name="connsiteY14394" fmla="*/ 2092827 h 5017219"/>
              <a:gd name="connsiteX14395" fmla="*/ 4943963 w 5799173"/>
              <a:gd name="connsiteY14395" fmla="*/ 2093493 h 5017219"/>
              <a:gd name="connsiteX14396" fmla="*/ 4953351 w 5799173"/>
              <a:gd name="connsiteY14396" fmla="*/ 2109692 h 5017219"/>
              <a:gd name="connsiteX14397" fmla="*/ 4953351 w 5799173"/>
              <a:gd name="connsiteY14397" fmla="*/ 2111022 h 5017219"/>
              <a:gd name="connsiteX14398" fmla="*/ 4943963 w 5799173"/>
              <a:gd name="connsiteY14398" fmla="*/ 2127222 h 5017219"/>
              <a:gd name="connsiteX14399" fmla="*/ 4942800 w 5799173"/>
              <a:gd name="connsiteY14399" fmla="*/ 2127887 h 5017219"/>
              <a:gd name="connsiteX14400" fmla="*/ 1012001 w 5799173"/>
              <a:gd name="connsiteY14400" fmla="*/ 1079735 h 5017219"/>
              <a:gd name="connsiteX14401" fmla="*/ 1010838 w 5799173"/>
              <a:gd name="connsiteY14401" fmla="*/ 1079071 h 5017219"/>
              <a:gd name="connsiteX14402" fmla="*/ 1001449 w 5799173"/>
              <a:gd name="connsiteY14402" fmla="*/ 1062787 h 5017219"/>
              <a:gd name="connsiteX14403" fmla="*/ 1001449 w 5799173"/>
              <a:gd name="connsiteY14403" fmla="*/ 1061458 h 5017219"/>
              <a:gd name="connsiteX14404" fmla="*/ 1010838 w 5799173"/>
              <a:gd name="connsiteY14404" fmla="*/ 1045175 h 5017219"/>
              <a:gd name="connsiteX14405" fmla="*/ 1012000 w 5799173"/>
              <a:gd name="connsiteY14405" fmla="*/ 1044510 h 5017219"/>
              <a:gd name="connsiteX14406" fmla="*/ 1030777 w 5799173"/>
              <a:gd name="connsiteY14406" fmla="*/ 1044510 h 5017219"/>
              <a:gd name="connsiteX14407" fmla="*/ 1031940 w 5799173"/>
              <a:gd name="connsiteY14407" fmla="*/ 1045175 h 5017219"/>
              <a:gd name="connsiteX14408" fmla="*/ 1041328 w 5799173"/>
              <a:gd name="connsiteY14408" fmla="*/ 1061458 h 5017219"/>
              <a:gd name="connsiteX14409" fmla="*/ 1041328 w 5799173"/>
              <a:gd name="connsiteY14409" fmla="*/ 1062787 h 5017219"/>
              <a:gd name="connsiteX14410" fmla="*/ 1031940 w 5799173"/>
              <a:gd name="connsiteY14410" fmla="*/ 1079071 h 5017219"/>
              <a:gd name="connsiteX14411" fmla="*/ 1030777 w 5799173"/>
              <a:gd name="connsiteY14411" fmla="*/ 1079735 h 5017219"/>
              <a:gd name="connsiteX14412" fmla="*/ 5646341 w 5799173"/>
              <a:gd name="connsiteY14412" fmla="*/ 2321503 h 5017219"/>
              <a:gd name="connsiteX14413" fmla="*/ 5645178 w 5799173"/>
              <a:gd name="connsiteY14413" fmla="*/ 2320839 h 5017219"/>
              <a:gd name="connsiteX14414" fmla="*/ 5635790 w 5799173"/>
              <a:gd name="connsiteY14414" fmla="*/ 2304555 h 5017219"/>
              <a:gd name="connsiteX14415" fmla="*/ 5635790 w 5799173"/>
              <a:gd name="connsiteY14415" fmla="*/ 2303226 h 5017219"/>
              <a:gd name="connsiteX14416" fmla="*/ 5645178 w 5799173"/>
              <a:gd name="connsiteY14416" fmla="*/ 2286943 h 5017219"/>
              <a:gd name="connsiteX14417" fmla="*/ 5646341 w 5799173"/>
              <a:gd name="connsiteY14417" fmla="*/ 2286278 h 5017219"/>
              <a:gd name="connsiteX14418" fmla="*/ 5665117 w 5799173"/>
              <a:gd name="connsiteY14418" fmla="*/ 2286278 h 5017219"/>
              <a:gd name="connsiteX14419" fmla="*/ 5666280 w 5799173"/>
              <a:gd name="connsiteY14419" fmla="*/ 2286943 h 5017219"/>
              <a:gd name="connsiteX14420" fmla="*/ 5675668 w 5799173"/>
              <a:gd name="connsiteY14420" fmla="*/ 2303226 h 5017219"/>
              <a:gd name="connsiteX14421" fmla="*/ 5675668 w 5799173"/>
              <a:gd name="connsiteY14421" fmla="*/ 2304555 h 5017219"/>
              <a:gd name="connsiteX14422" fmla="*/ 5666280 w 5799173"/>
              <a:gd name="connsiteY14422" fmla="*/ 2320839 h 5017219"/>
              <a:gd name="connsiteX14423" fmla="*/ 5665117 w 5799173"/>
              <a:gd name="connsiteY14423" fmla="*/ 2321503 h 5017219"/>
              <a:gd name="connsiteX14424" fmla="*/ 1071864 w 5799173"/>
              <a:gd name="connsiteY14424" fmla="*/ 1096446 h 5017219"/>
              <a:gd name="connsiteX14425" fmla="*/ 1070702 w 5799173"/>
              <a:gd name="connsiteY14425" fmla="*/ 1095781 h 5017219"/>
              <a:gd name="connsiteX14426" fmla="*/ 1060981 w 5799173"/>
              <a:gd name="connsiteY14426" fmla="*/ 1078916 h 5017219"/>
              <a:gd name="connsiteX14427" fmla="*/ 1060981 w 5799173"/>
              <a:gd name="connsiteY14427" fmla="*/ 1077504 h 5017219"/>
              <a:gd name="connsiteX14428" fmla="*/ 1070701 w 5799173"/>
              <a:gd name="connsiteY14428" fmla="*/ 1060639 h 5017219"/>
              <a:gd name="connsiteX14429" fmla="*/ 1071865 w 5799173"/>
              <a:gd name="connsiteY14429" fmla="*/ 1059974 h 5017219"/>
              <a:gd name="connsiteX14430" fmla="*/ 1091305 w 5799173"/>
              <a:gd name="connsiteY14430" fmla="*/ 1059974 h 5017219"/>
              <a:gd name="connsiteX14431" fmla="*/ 1092469 w 5799173"/>
              <a:gd name="connsiteY14431" fmla="*/ 1060639 h 5017219"/>
              <a:gd name="connsiteX14432" fmla="*/ 1102188 w 5799173"/>
              <a:gd name="connsiteY14432" fmla="*/ 1077504 h 5017219"/>
              <a:gd name="connsiteX14433" fmla="*/ 1102188 w 5799173"/>
              <a:gd name="connsiteY14433" fmla="*/ 1078916 h 5017219"/>
              <a:gd name="connsiteX14434" fmla="*/ 1092468 w 5799173"/>
              <a:gd name="connsiteY14434" fmla="*/ 1095781 h 5017219"/>
              <a:gd name="connsiteX14435" fmla="*/ 1091306 w 5799173"/>
              <a:gd name="connsiteY14435" fmla="*/ 1096446 h 5017219"/>
              <a:gd name="connsiteX14436" fmla="*/ 1132050 w 5799173"/>
              <a:gd name="connsiteY14436" fmla="*/ 1112573 h 5017219"/>
              <a:gd name="connsiteX14437" fmla="*/ 1130888 w 5799173"/>
              <a:gd name="connsiteY14437" fmla="*/ 1111908 h 5017219"/>
              <a:gd name="connsiteX14438" fmla="*/ 1121167 w 5799173"/>
              <a:gd name="connsiteY14438" fmla="*/ 1095043 h 5017219"/>
              <a:gd name="connsiteX14439" fmla="*/ 1121167 w 5799173"/>
              <a:gd name="connsiteY14439" fmla="*/ 1093631 h 5017219"/>
              <a:gd name="connsiteX14440" fmla="*/ 1130887 w 5799173"/>
              <a:gd name="connsiteY14440" fmla="*/ 1076766 h 5017219"/>
              <a:gd name="connsiteX14441" fmla="*/ 1132051 w 5799173"/>
              <a:gd name="connsiteY14441" fmla="*/ 1076101 h 5017219"/>
              <a:gd name="connsiteX14442" fmla="*/ 1151491 w 5799173"/>
              <a:gd name="connsiteY14442" fmla="*/ 1076101 h 5017219"/>
              <a:gd name="connsiteX14443" fmla="*/ 1152655 w 5799173"/>
              <a:gd name="connsiteY14443" fmla="*/ 1076766 h 5017219"/>
              <a:gd name="connsiteX14444" fmla="*/ 1162374 w 5799173"/>
              <a:gd name="connsiteY14444" fmla="*/ 1093631 h 5017219"/>
              <a:gd name="connsiteX14445" fmla="*/ 1162374 w 5799173"/>
              <a:gd name="connsiteY14445" fmla="*/ 1095043 h 5017219"/>
              <a:gd name="connsiteX14446" fmla="*/ 1152654 w 5799173"/>
              <a:gd name="connsiteY14446" fmla="*/ 1111908 h 5017219"/>
              <a:gd name="connsiteX14447" fmla="*/ 1151491 w 5799173"/>
              <a:gd name="connsiteY14447" fmla="*/ 1112573 h 5017219"/>
              <a:gd name="connsiteX14448" fmla="*/ 3419128 w 5799173"/>
              <a:gd name="connsiteY14448" fmla="*/ 1725393 h 5017219"/>
              <a:gd name="connsiteX14449" fmla="*/ 3417965 w 5799173"/>
              <a:gd name="connsiteY14449" fmla="*/ 1724728 h 5017219"/>
              <a:gd name="connsiteX14450" fmla="*/ 3408245 w 5799173"/>
              <a:gd name="connsiteY14450" fmla="*/ 1707864 h 5017219"/>
              <a:gd name="connsiteX14451" fmla="*/ 3408245 w 5799173"/>
              <a:gd name="connsiteY14451" fmla="*/ 1706451 h 5017219"/>
              <a:gd name="connsiteX14452" fmla="*/ 3417965 w 5799173"/>
              <a:gd name="connsiteY14452" fmla="*/ 1689586 h 5017219"/>
              <a:gd name="connsiteX14453" fmla="*/ 3419128 w 5799173"/>
              <a:gd name="connsiteY14453" fmla="*/ 1688921 h 5017219"/>
              <a:gd name="connsiteX14454" fmla="*/ 3438569 w 5799173"/>
              <a:gd name="connsiteY14454" fmla="*/ 1688921 h 5017219"/>
              <a:gd name="connsiteX14455" fmla="*/ 3439732 w 5799173"/>
              <a:gd name="connsiteY14455" fmla="*/ 1689587 h 5017219"/>
              <a:gd name="connsiteX14456" fmla="*/ 3449452 w 5799173"/>
              <a:gd name="connsiteY14456" fmla="*/ 1706452 h 5017219"/>
              <a:gd name="connsiteX14457" fmla="*/ 3449452 w 5799173"/>
              <a:gd name="connsiteY14457" fmla="*/ 1707864 h 5017219"/>
              <a:gd name="connsiteX14458" fmla="*/ 3439732 w 5799173"/>
              <a:gd name="connsiteY14458" fmla="*/ 1724729 h 5017219"/>
              <a:gd name="connsiteX14459" fmla="*/ 3438569 w 5799173"/>
              <a:gd name="connsiteY14459" fmla="*/ 1725394 h 5017219"/>
              <a:gd name="connsiteX14460" fmla="*/ 4803410 w 5799173"/>
              <a:gd name="connsiteY14460" fmla="*/ 2096311 h 5017219"/>
              <a:gd name="connsiteX14461" fmla="*/ 4802247 w 5799173"/>
              <a:gd name="connsiteY14461" fmla="*/ 2095646 h 5017219"/>
              <a:gd name="connsiteX14462" fmla="*/ 4792528 w 5799173"/>
              <a:gd name="connsiteY14462" fmla="*/ 2078781 h 5017219"/>
              <a:gd name="connsiteX14463" fmla="*/ 4792528 w 5799173"/>
              <a:gd name="connsiteY14463" fmla="*/ 2077369 h 5017219"/>
              <a:gd name="connsiteX14464" fmla="*/ 4802248 w 5799173"/>
              <a:gd name="connsiteY14464" fmla="*/ 2060504 h 5017219"/>
              <a:gd name="connsiteX14465" fmla="*/ 4803411 w 5799173"/>
              <a:gd name="connsiteY14465" fmla="*/ 2059839 h 5017219"/>
              <a:gd name="connsiteX14466" fmla="*/ 4822852 w 5799173"/>
              <a:gd name="connsiteY14466" fmla="*/ 2059839 h 5017219"/>
              <a:gd name="connsiteX14467" fmla="*/ 4824015 w 5799173"/>
              <a:gd name="connsiteY14467" fmla="*/ 2060504 h 5017219"/>
              <a:gd name="connsiteX14468" fmla="*/ 4833735 w 5799173"/>
              <a:gd name="connsiteY14468" fmla="*/ 2077369 h 5017219"/>
              <a:gd name="connsiteX14469" fmla="*/ 4833735 w 5799173"/>
              <a:gd name="connsiteY14469" fmla="*/ 2078781 h 5017219"/>
              <a:gd name="connsiteX14470" fmla="*/ 4824015 w 5799173"/>
              <a:gd name="connsiteY14470" fmla="*/ 2095646 h 5017219"/>
              <a:gd name="connsiteX14471" fmla="*/ 4822851 w 5799173"/>
              <a:gd name="connsiteY14471" fmla="*/ 2096311 h 5017219"/>
              <a:gd name="connsiteX14472" fmla="*/ 1192155 w 5799173"/>
              <a:gd name="connsiteY14472" fmla="*/ 1128865 h 5017219"/>
              <a:gd name="connsiteX14473" fmla="*/ 1190991 w 5799173"/>
              <a:gd name="connsiteY14473" fmla="*/ 1128200 h 5017219"/>
              <a:gd name="connsiteX14474" fmla="*/ 1181188 w 5799173"/>
              <a:gd name="connsiteY14474" fmla="*/ 1111169 h 5017219"/>
              <a:gd name="connsiteX14475" fmla="*/ 1181188 w 5799173"/>
              <a:gd name="connsiteY14475" fmla="*/ 1109757 h 5017219"/>
              <a:gd name="connsiteX14476" fmla="*/ 1190991 w 5799173"/>
              <a:gd name="connsiteY14476" fmla="*/ 1092726 h 5017219"/>
              <a:gd name="connsiteX14477" fmla="*/ 1192155 w 5799173"/>
              <a:gd name="connsiteY14477" fmla="*/ 1092061 h 5017219"/>
              <a:gd name="connsiteX14478" fmla="*/ 1211761 w 5799173"/>
              <a:gd name="connsiteY14478" fmla="*/ 1092061 h 5017219"/>
              <a:gd name="connsiteX14479" fmla="*/ 1212924 w 5799173"/>
              <a:gd name="connsiteY14479" fmla="*/ 1092726 h 5017219"/>
              <a:gd name="connsiteX14480" fmla="*/ 1222728 w 5799173"/>
              <a:gd name="connsiteY14480" fmla="*/ 1109757 h 5017219"/>
              <a:gd name="connsiteX14481" fmla="*/ 1222728 w 5799173"/>
              <a:gd name="connsiteY14481" fmla="*/ 1111169 h 5017219"/>
              <a:gd name="connsiteX14482" fmla="*/ 1212924 w 5799173"/>
              <a:gd name="connsiteY14482" fmla="*/ 1128200 h 5017219"/>
              <a:gd name="connsiteX14483" fmla="*/ 1211761 w 5799173"/>
              <a:gd name="connsiteY14483" fmla="*/ 1128865 h 5017219"/>
              <a:gd name="connsiteX14484" fmla="*/ 2696810 w 5799173"/>
              <a:gd name="connsiteY14484" fmla="*/ 1532036 h 5017219"/>
              <a:gd name="connsiteX14485" fmla="*/ 2695647 w 5799173"/>
              <a:gd name="connsiteY14485" fmla="*/ 1531371 h 5017219"/>
              <a:gd name="connsiteX14486" fmla="*/ 2685844 w 5799173"/>
              <a:gd name="connsiteY14486" fmla="*/ 1514340 h 5017219"/>
              <a:gd name="connsiteX14487" fmla="*/ 2685844 w 5799173"/>
              <a:gd name="connsiteY14487" fmla="*/ 1512928 h 5017219"/>
              <a:gd name="connsiteX14488" fmla="*/ 2695647 w 5799173"/>
              <a:gd name="connsiteY14488" fmla="*/ 1495897 h 5017219"/>
              <a:gd name="connsiteX14489" fmla="*/ 2696810 w 5799173"/>
              <a:gd name="connsiteY14489" fmla="*/ 1495232 h 5017219"/>
              <a:gd name="connsiteX14490" fmla="*/ 2716417 w 5799173"/>
              <a:gd name="connsiteY14490" fmla="*/ 1495232 h 5017219"/>
              <a:gd name="connsiteX14491" fmla="*/ 2717580 w 5799173"/>
              <a:gd name="connsiteY14491" fmla="*/ 1495897 h 5017219"/>
              <a:gd name="connsiteX14492" fmla="*/ 2727384 w 5799173"/>
              <a:gd name="connsiteY14492" fmla="*/ 1512928 h 5017219"/>
              <a:gd name="connsiteX14493" fmla="*/ 2727384 w 5799173"/>
              <a:gd name="connsiteY14493" fmla="*/ 1514340 h 5017219"/>
              <a:gd name="connsiteX14494" fmla="*/ 2717580 w 5799173"/>
              <a:gd name="connsiteY14494" fmla="*/ 1531371 h 5017219"/>
              <a:gd name="connsiteX14495" fmla="*/ 2716416 w 5799173"/>
              <a:gd name="connsiteY14495" fmla="*/ 1532036 h 5017219"/>
              <a:gd name="connsiteX14496" fmla="*/ 3840246 w 5799173"/>
              <a:gd name="connsiteY14496" fmla="*/ 1838599 h 5017219"/>
              <a:gd name="connsiteX14497" fmla="*/ 3839082 w 5799173"/>
              <a:gd name="connsiteY14497" fmla="*/ 1837935 h 5017219"/>
              <a:gd name="connsiteX14498" fmla="*/ 3829196 w 5799173"/>
              <a:gd name="connsiteY14498" fmla="*/ 1820820 h 5017219"/>
              <a:gd name="connsiteX14499" fmla="*/ 3829196 w 5799173"/>
              <a:gd name="connsiteY14499" fmla="*/ 1819408 h 5017219"/>
              <a:gd name="connsiteX14500" fmla="*/ 3839082 w 5799173"/>
              <a:gd name="connsiteY14500" fmla="*/ 1802294 h 5017219"/>
              <a:gd name="connsiteX14501" fmla="*/ 3840246 w 5799173"/>
              <a:gd name="connsiteY14501" fmla="*/ 1801629 h 5017219"/>
              <a:gd name="connsiteX14502" fmla="*/ 3859935 w 5799173"/>
              <a:gd name="connsiteY14502" fmla="*/ 1801629 h 5017219"/>
              <a:gd name="connsiteX14503" fmla="*/ 3861098 w 5799173"/>
              <a:gd name="connsiteY14503" fmla="*/ 1802294 h 5017219"/>
              <a:gd name="connsiteX14504" fmla="*/ 3870985 w 5799173"/>
              <a:gd name="connsiteY14504" fmla="*/ 1819408 h 5017219"/>
              <a:gd name="connsiteX14505" fmla="*/ 3870985 w 5799173"/>
              <a:gd name="connsiteY14505" fmla="*/ 1820820 h 5017219"/>
              <a:gd name="connsiteX14506" fmla="*/ 3861098 w 5799173"/>
              <a:gd name="connsiteY14506" fmla="*/ 1837935 h 5017219"/>
              <a:gd name="connsiteX14507" fmla="*/ 3859935 w 5799173"/>
              <a:gd name="connsiteY14507" fmla="*/ 1838599 h 5017219"/>
              <a:gd name="connsiteX14508" fmla="*/ 1252234 w 5799173"/>
              <a:gd name="connsiteY14508" fmla="*/ 1145249 h 5017219"/>
              <a:gd name="connsiteX14509" fmla="*/ 1250989 w 5799173"/>
              <a:gd name="connsiteY14509" fmla="*/ 1144585 h 5017219"/>
              <a:gd name="connsiteX14510" fmla="*/ 1241102 w 5799173"/>
              <a:gd name="connsiteY14510" fmla="*/ 1127387 h 5017219"/>
              <a:gd name="connsiteX14511" fmla="*/ 1241102 w 5799173"/>
              <a:gd name="connsiteY14511" fmla="*/ 1125975 h 5017219"/>
              <a:gd name="connsiteX14512" fmla="*/ 1250989 w 5799173"/>
              <a:gd name="connsiteY14512" fmla="*/ 1108778 h 5017219"/>
              <a:gd name="connsiteX14513" fmla="*/ 1252234 w 5799173"/>
              <a:gd name="connsiteY14513" fmla="*/ 1108113 h 5017219"/>
              <a:gd name="connsiteX14514" fmla="*/ 1272090 w 5799173"/>
              <a:gd name="connsiteY14514" fmla="*/ 1108113 h 5017219"/>
              <a:gd name="connsiteX14515" fmla="*/ 1273337 w 5799173"/>
              <a:gd name="connsiteY14515" fmla="*/ 1108778 h 5017219"/>
              <a:gd name="connsiteX14516" fmla="*/ 1283223 w 5799173"/>
              <a:gd name="connsiteY14516" fmla="*/ 1125974 h 5017219"/>
              <a:gd name="connsiteX14517" fmla="*/ 1283223 w 5799173"/>
              <a:gd name="connsiteY14517" fmla="*/ 1127387 h 5017219"/>
              <a:gd name="connsiteX14518" fmla="*/ 1273337 w 5799173"/>
              <a:gd name="connsiteY14518" fmla="*/ 1144585 h 5017219"/>
              <a:gd name="connsiteX14519" fmla="*/ 1272090 w 5799173"/>
              <a:gd name="connsiteY14519" fmla="*/ 1145249 h 5017219"/>
              <a:gd name="connsiteX14520" fmla="*/ 1372525 w 5799173"/>
              <a:gd name="connsiteY14520" fmla="*/ 1177575 h 5017219"/>
              <a:gd name="connsiteX14521" fmla="*/ 1371279 w 5799173"/>
              <a:gd name="connsiteY14521" fmla="*/ 1176912 h 5017219"/>
              <a:gd name="connsiteX14522" fmla="*/ 1361309 w 5799173"/>
              <a:gd name="connsiteY14522" fmla="*/ 1159630 h 5017219"/>
              <a:gd name="connsiteX14523" fmla="*/ 1361309 w 5799173"/>
              <a:gd name="connsiteY14523" fmla="*/ 1158218 h 5017219"/>
              <a:gd name="connsiteX14524" fmla="*/ 1371279 w 5799173"/>
              <a:gd name="connsiteY14524" fmla="*/ 1140938 h 5017219"/>
              <a:gd name="connsiteX14525" fmla="*/ 1372525 w 5799173"/>
              <a:gd name="connsiteY14525" fmla="*/ 1140273 h 5017219"/>
              <a:gd name="connsiteX14526" fmla="*/ 1392464 w 5799173"/>
              <a:gd name="connsiteY14526" fmla="*/ 1140273 h 5017219"/>
              <a:gd name="connsiteX14527" fmla="*/ 1393710 w 5799173"/>
              <a:gd name="connsiteY14527" fmla="*/ 1140938 h 5017219"/>
              <a:gd name="connsiteX14528" fmla="*/ 1403679 w 5799173"/>
              <a:gd name="connsiteY14528" fmla="*/ 1158219 h 5017219"/>
              <a:gd name="connsiteX14529" fmla="*/ 1403679 w 5799173"/>
              <a:gd name="connsiteY14529" fmla="*/ 1159631 h 5017219"/>
              <a:gd name="connsiteX14530" fmla="*/ 1393710 w 5799173"/>
              <a:gd name="connsiteY14530" fmla="*/ 1176911 h 5017219"/>
              <a:gd name="connsiteX14531" fmla="*/ 1392464 w 5799173"/>
              <a:gd name="connsiteY14531" fmla="*/ 1177575 h 5017219"/>
              <a:gd name="connsiteX14532" fmla="*/ 1553023 w 5799173"/>
              <a:gd name="connsiteY14532" fmla="*/ 1226043 h 5017219"/>
              <a:gd name="connsiteX14533" fmla="*/ 1551777 w 5799173"/>
              <a:gd name="connsiteY14533" fmla="*/ 1225295 h 5017219"/>
              <a:gd name="connsiteX14534" fmla="*/ 1541807 w 5799173"/>
              <a:gd name="connsiteY14534" fmla="*/ 1207932 h 5017219"/>
              <a:gd name="connsiteX14535" fmla="*/ 1541807 w 5799173"/>
              <a:gd name="connsiteY14535" fmla="*/ 1206519 h 5017219"/>
              <a:gd name="connsiteX14536" fmla="*/ 1551860 w 5799173"/>
              <a:gd name="connsiteY14536" fmla="*/ 1189156 h 5017219"/>
              <a:gd name="connsiteX14537" fmla="*/ 1553106 w 5799173"/>
              <a:gd name="connsiteY14537" fmla="*/ 1188408 h 5017219"/>
              <a:gd name="connsiteX14538" fmla="*/ 1573128 w 5799173"/>
              <a:gd name="connsiteY14538" fmla="*/ 1188408 h 5017219"/>
              <a:gd name="connsiteX14539" fmla="*/ 1574374 w 5799173"/>
              <a:gd name="connsiteY14539" fmla="*/ 1189156 h 5017219"/>
              <a:gd name="connsiteX14540" fmla="*/ 1584344 w 5799173"/>
              <a:gd name="connsiteY14540" fmla="*/ 1206519 h 5017219"/>
              <a:gd name="connsiteX14541" fmla="*/ 1584344 w 5799173"/>
              <a:gd name="connsiteY14541" fmla="*/ 1207932 h 5017219"/>
              <a:gd name="connsiteX14542" fmla="*/ 1574291 w 5799173"/>
              <a:gd name="connsiteY14542" fmla="*/ 1225295 h 5017219"/>
              <a:gd name="connsiteX14543" fmla="*/ 1573045 w 5799173"/>
              <a:gd name="connsiteY14543" fmla="*/ 1226043 h 5017219"/>
              <a:gd name="connsiteX14544" fmla="*/ 1853954 w 5799173"/>
              <a:gd name="connsiteY14544" fmla="*/ 1306677 h 5017219"/>
              <a:gd name="connsiteX14545" fmla="*/ 1852708 w 5799173"/>
              <a:gd name="connsiteY14545" fmla="*/ 1305929 h 5017219"/>
              <a:gd name="connsiteX14546" fmla="*/ 1842738 w 5799173"/>
              <a:gd name="connsiteY14546" fmla="*/ 1288566 h 5017219"/>
              <a:gd name="connsiteX14547" fmla="*/ 1842738 w 5799173"/>
              <a:gd name="connsiteY14547" fmla="*/ 1287153 h 5017219"/>
              <a:gd name="connsiteX14548" fmla="*/ 1852791 w 5799173"/>
              <a:gd name="connsiteY14548" fmla="*/ 1269791 h 5017219"/>
              <a:gd name="connsiteX14549" fmla="*/ 1854037 w 5799173"/>
              <a:gd name="connsiteY14549" fmla="*/ 1269043 h 5017219"/>
              <a:gd name="connsiteX14550" fmla="*/ 1874060 w 5799173"/>
              <a:gd name="connsiteY14550" fmla="*/ 1269043 h 5017219"/>
              <a:gd name="connsiteX14551" fmla="*/ 1875305 w 5799173"/>
              <a:gd name="connsiteY14551" fmla="*/ 1269791 h 5017219"/>
              <a:gd name="connsiteX14552" fmla="*/ 1885275 w 5799173"/>
              <a:gd name="connsiteY14552" fmla="*/ 1287153 h 5017219"/>
              <a:gd name="connsiteX14553" fmla="*/ 1885276 w 5799173"/>
              <a:gd name="connsiteY14553" fmla="*/ 1288566 h 5017219"/>
              <a:gd name="connsiteX14554" fmla="*/ 1875222 w 5799173"/>
              <a:gd name="connsiteY14554" fmla="*/ 1305929 h 5017219"/>
              <a:gd name="connsiteX14555" fmla="*/ 1873976 w 5799173"/>
              <a:gd name="connsiteY14555" fmla="*/ 1306677 h 5017219"/>
              <a:gd name="connsiteX14556" fmla="*/ 2215072 w 5799173"/>
              <a:gd name="connsiteY14556" fmla="*/ 1403438 h 5017219"/>
              <a:gd name="connsiteX14557" fmla="*/ 2213826 w 5799173"/>
              <a:gd name="connsiteY14557" fmla="*/ 1402691 h 5017219"/>
              <a:gd name="connsiteX14558" fmla="*/ 2203855 w 5799173"/>
              <a:gd name="connsiteY14558" fmla="*/ 1385327 h 5017219"/>
              <a:gd name="connsiteX14559" fmla="*/ 2203856 w 5799173"/>
              <a:gd name="connsiteY14559" fmla="*/ 1383914 h 5017219"/>
              <a:gd name="connsiteX14560" fmla="*/ 2213908 w 5799173"/>
              <a:gd name="connsiteY14560" fmla="*/ 1366552 h 5017219"/>
              <a:gd name="connsiteX14561" fmla="*/ 2215154 w 5799173"/>
              <a:gd name="connsiteY14561" fmla="*/ 1365804 h 5017219"/>
              <a:gd name="connsiteX14562" fmla="*/ 2235177 w 5799173"/>
              <a:gd name="connsiteY14562" fmla="*/ 1365804 h 5017219"/>
              <a:gd name="connsiteX14563" fmla="*/ 2236423 w 5799173"/>
              <a:gd name="connsiteY14563" fmla="*/ 1366552 h 5017219"/>
              <a:gd name="connsiteX14564" fmla="*/ 2246393 w 5799173"/>
              <a:gd name="connsiteY14564" fmla="*/ 1383914 h 5017219"/>
              <a:gd name="connsiteX14565" fmla="*/ 2246393 w 5799173"/>
              <a:gd name="connsiteY14565" fmla="*/ 1385327 h 5017219"/>
              <a:gd name="connsiteX14566" fmla="*/ 2236339 w 5799173"/>
              <a:gd name="connsiteY14566" fmla="*/ 1402691 h 5017219"/>
              <a:gd name="connsiteX14567" fmla="*/ 2235093 w 5799173"/>
              <a:gd name="connsiteY14567" fmla="*/ 1403438 h 5017219"/>
              <a:gd name="connsiteX14568" fmla="*/ 1492835 w 5799173"/>
              <a:gd name="connsiteY14568" fmla="*/ 1209999 h 5017219"/>
              <a:gd name="connsiteX14569" fmla="*/ 1491589 w 5799173"/>
              <a:gd name="connsiteY14569" fmla="*/ 1209251 h 5017219"/>
              <a:gd name="connsiteX14570" fmla="*/ 1481537 w 5799173"/>
              <a:gd name="connsiteY14570" fmla="*/ 1191805 h 5017219"/>
              <a:gd name="connsiteX14571" fmla="*/ 1481537 w 5799173"/>
              <a:gd name="connsiteY14571" fmla="*/ 1190392 h 5017219"/>
              <a:gd name="connsiteX14572" fmla="*/ 1491589 w 5799173"/>
              <a:gd name="connsiteY14572" fmla="*/ 1172946 h 5017219"/>
              <a:gd name="connsiteX14573" fmla="*/ 1492835 w 5799173"/>
              <a:gd name="connsiteY14573" fmla="*/ 1172198 h 5017219"/>
              <a:gd name="connsiteX14574" fmla="*/ 1512941 w 5799173"/>
              <a:gd name="connsiteY14574" fmla="*/ 1172198 h 5017219"/>
              <a:gd name="connsiteX14575" fmla="*/ 1514187 w 5799173"/>
              <a:gd name="connsiteY14575" fmla="*/ 1172946 h 5017219"/>
              <a:gd name="connsiteX14576" fmla="*/ 1524240 w 5799173"/>
              <a:gd name="connsiteY14576" fmla="*/ 1190392 h 5017219"/>
              <a:gd name="connsiteX14577" fmla="*/ 1524240 w 5799173"/>
              <a:gd name="connsiteY14577" fmla="*/ 1191805 h 5017219"/>
              <a:gd name="connsiteX14578" fmla="*/ 1514187 w 5799173"/>
              <a:gd name="connsiteY14578" fmla="*/ 1209251 h 5017219"/>
              <a:gd name="connsiteX14579" fmla="*/ 1512941 w 5799173"/>
              <a:gd name="connsiteY14579" fmla="*/ 1209999 h 5017219"/>
              <a:gd name="connsiteX14580" fmla="*/ 1613208 w 5799173"/>
              <a:gd name="connsiteY14580" fmla="*/ 1242253 h 5017219"/>
              <a:gd name="connsiteX14581" fmla="*/ 1611962 w 5799173"/>
              <a:gd name="connsiteY14581" fmla="*/ 1241505 h 5017219"/>
              <a:gd name="connsiteX14582" fmla="*/ 1601910 w 5799173"/>
              <a:gd name="connsiteY14582" fmla="*/ 1224059 h 5017219"/>
              <a:gd name="connsiteX14583" fmla="*/ 1601910 w 5799173"/>
              <a:gd name="connsiteY14583" fmla="*/ 1222646 h 5017219"/>
              <a:gd name="connsiteX14584" fmla="*/ 1611962 w 5799173"/>
              <a:gd name="connsiteY14584" fmla="*/ 1205200 h 5017219"/>
              <a:gd name="connsiteX14585" fmla="*/ 1613208 w 5799173"/>
              <a:gd name="connsiteY14585" fmla="*/ 1204452 h 5017219"/>
              <a:gd name="connsiteX14586" fmla="*/ 1633314 w 5799173"/>
              <a:gd name="connsiteY14586" fmla="*/ 1204452 h 5017219"/>
              <a:gd name="connsiteX14587" fmla="*/ 1634560 w 5799173"/>
              <a:gd name="connsiteY14587" fmla="*/ 1205200 h 5017219"/>
              <a:gd name="connsiteX14588" fmla="*/ 1644613 w 5799173"/>
              <a:gd name="connsiteY14588" fmla="*/ 1222646 h 5017219"/>
              <a:gd name="connsiteX14589" fmla="*/ 1644613 w 5799173"/>
              <a:gd name="connsiteY14589" fmla="*/ 1224059 h 5017219"/>
              <a:gd name="connsiteX14590" fmla="*/ 1634560 w 5799173"/>
              <a:gd name="connsiteY14590" fmla="*/ 1241505 h 5017219"/>
              <a:gd name="connsiteX14591" fmla="*/ 1633314 w 5799173"/>
              <a:gd name="connsiteY14591" fmla="*/ 1242253 h 5017219"/>
              <a:gd name="connsiteX14592" fmla="*/ 1673394 w 5799173"/>
              <a:gd name="connsiteY14592" fmla="*/ 1258380 h 5017219"/>
              <a:gd name="connsiteX14593" fmla="*/ 1672148 w 5799173"/>
              <a:gd name="connsiteY14593" fmla="*/ 1257632 h 5017219"/>
              <a:gd name="connsiteX14594" fmla="*/ 1662096 w 5799173"/>
              <a:gd name="connsiteY14594" fmla="*/ 1240186 h 5017219"/>
              <a:gd name="connsiteX14595" fmla="*/ 1662096 w 5799173"/>
              <a:gd name="connsiteY14595" fmla="*/ 1238773 h 5017219"/>
              <a:gd name="connsiteX14596" fmla="*/ 1672148 w 5799173"/>
              <a:gd name="connsiteY14596" fmla="*/ 1221327 h 5017219"/>
              <a:gd name="connsiteX14597" fmla="*/ 1673394 w 5799173"/>
              <a:gd name="connsiteY14597" fmla="*/ 1220579 h 5017219"/>
              <a:gd name="connsiteX14598" fmla="*/ 1693500 w 5799173"/>
              <a:gd name="connsiteY14598" fmla="*/ 1220579 h 5017219"/>
              <a:gd name="connsiteX14599" fmla="*/ 1694746 w 5799173"/>
              <a:gd name="connsiteY14599" fmla="*/ 1221326 h 5017219"/>
              <a:gd name="connsiteX14600" fmla="*/ 1704799 w 5799173"/>
              <a:gd name="connsiteY14600" fmla="*/ 1238773 h 5017219"/>
              <a:gd name="connsiteX14601" fmla="*/ 1704799 w 5799173"/>
              <a:gd name="connsiteY14601" fmla="*/ 1240185 h 5017219"/>
              <a:gd name="connsiteX14602" fmla="*/ 1694746 w 5799173"/>
              <a:gd name="connsiteY14602" fmla="*/ 1257632 h 5017219"/>
              <a:gd name="connsiteX14603" fmla="*/ 1693500 w 5799173"/>
              <a:gd name="connsiteY14603" fmla="*/ 1258380 h 5017219"/>
              <a:gd name="connsiteX14604" fmla="*/ 1312195 w 5799173"/>
              <a:gd name="connsiteY14604" fmla="*/ 1161701 h 5017219"/>
              <a:gd name="connsiteX14605" fmla="*/ 1310949 w 5799173"/>
              <a:gd name="connsiteY14605" fmla="*/ 1160953 h 5017219"/>
              <a:gd name="connsiteX14606" fmla="*/ 1300813 w 5799173"/>
              <a:gd name="connsiteY14606" fmla="*/ 1143424 h 5017219"/>
              <a:gd name="connsiteX14607" fmla="*/ 1300813 w 5799173"/>
              <a:gd name="connsiteY14607" fmla="*/ 1142011 h 5017219"/>
              <a:gd name="connsiteX14608" fmla="*/ 1310949 w 5799173"/>
              <a:gd name="connsiteY14608" fmla="*/ 1124482 h 5017219"/>
              <a:gd name="connsiteX14609" fmla="*/ 1312195 w 5799173"/>
              <a:gd name="connsiteY14609" fmla="*/ 1123734 h 5017219"/>
              <a:gd name="connsiteX14610" fmla="*/ 1332466 w 5799173"/>
              <a:gd name="connsiteY14610" fmla="*/ 1123734 h 5017219"/>
              <a:gd name="connsiteX14611" fmla="*/ 1333712 w 5799173"/>
              <a:gd name="connsiteY14611" fmla="*/ 1124482 h 5017219"/>
              <a:gd name="connsiteX14612" fmla="*/ 1343848 w 5799173"/>
              <a:gd name="connsiteY14612" fmla="*/ 1142012 h 5017219"/>
              <a:gd name="connsiteX14613" fmla="*/ 1343848 w 5799173"/>
              <a:gd name="connsiteY14613" fmla="*/ 1143423 h 5017219"/>
              <a:gd name="connsiteX14614" fmla="*/ 1333712 w 5799173"/>
              <a:gd name="connsiteY14614" fmla="*/ 1160953 h 5017219"/>
              <a:gd name="connsiteX14615" fmla="*/ 1332466 w 5799173"/>
              <a:gd name="connsiteY14615" fmla="*/ 1161701 h 5017219"/>
              <a:gd name="connsiteX14616" fmla="*/ 1733499 w 5799173"/>
              <a:gd name="connsiteY14616" fmla="*/ 1274589 h 5017219"/>
              <a:gd name="connsiteX14617" fmla="*/ 1732253 w 5799173"/>
              <a:gd name="connsiteY14617" fmla="*/ 1273841 h 5017219"/>
              <a:gd name="connsiteX14618" fmla="*/ 1722117 w 5799173"/>
              <a:gd name="connsiteY14618" fmla="*/ 1256312 h 5017219"/>
              <a:gd name="connsiteX14619" fmla="*/ 1722117 w 5799173"/>
              <a:gd name="connsiteY14619" fmla="*/ 1254900 h 5017219"/>
              <a:gd name="connsiteX14620" fmla="*/ 1732253 w 5799173"/>
              <a:gd name="connsiteY14620" fmla="*/ 1237370 h 5017219"/>
              <a:gd name="connsiteX14621" fmla="*/ 1733499 w 5799173"/>
              <a:gd name="connsiteY14621" fmla="*/ 1236622 h 5017219"/>
              <a:gd name="connsiteX14622" fmla="*/ 1753770 w 5799173"/>
              <a:gd name="connsiteY14622" fmla="*/ 1236622 h 5017219"/>
              <a:gd name="connsiteX14623" fmla="*/ 1755016 w 5799173"/>
              <a:gd name="connsiteY14623" fmla="*/ 1237370 h 5017219"/>
              <a:gd name="connsiteX14624" fmla="*/ 1765152 w 5799173"/>
              <a:gd name="connsiteY14624" fmla="*/ 1254900 h 5017219"/>
              <a:gd name="connsiteX14625" fmla="*/ 1765152 w 5799173"/>
              <a:gd name="connsiteY14625" fmla="*/ 1256311 h 5017219"/>
              <a:gd name="connsiteX14626" fmla="*/ 1755016 w 5799173"/>
              <a:gd name="connsiteY14626" fmla="*/ 1273841 h 5017219"/>
              <a:gd name="connsiteX14627" fmla="*/ 1753770 w 5799173"/>
              <a:gd name="connsiteY14627" fmla="*/ 1274589 h 5017219"/>
              <a:gd name="connsiteX14628" fmla="*/ 1793684 w 5799173"/>
              <a:gd name="connsiteY14628" fmla="*/ 1290716 h 5017219"/>
              <a:gd name="connsiteX14629" fmla="*/ 1792439 w 5799173"/>
              <a:gd name="connsiteY14629" fmla="*/ 1289968 h 5017219"/>
              <a:gd name="connsiteX14630" fmla="*/ 1782303 w 5799173"/>
              <a:gd name="connsiteY14630" fmla="*/ 1272438 h 5017219"/>
              <a:gd name="connsiteX14631" fmla="*/ 1782303 w 5799173"/>
              <a:gd name="connsiteY14631" fmla="*/ 1271026 h 5017219"/>
              <a:gd name="connsiteX14632" fmla="*/ 1792439 w 5799173"/>
              <a:gd name="connsiteY14632" fmla="*/ 1253496 h 5017219"/>
              <a:gd name="connsiteX14633" fmla="*/ 1793685 w 5799173"/>
              <a:gd name="connsiteY14633" fmla="*/ 1252748 h 5017219"/>
              <a:gd name="connsiteX14634" fmla="*/ 1813956 w 5799173"/>
              <a:gd name="connsiteY14634" fmla="*/ 1252748 h 5017219"/>
              <a:gd name="connsiteX14635" fmla="*/ 1815202 w 5799173"/>
              <a:gd name="connsiteY14635" fmla="*/ 1253496 h 5017219"/>
              <a:gd name="connsiteX14636" fmla="*/ 1825337 w 5799173"/>
              <a:gd name="connsiteY14636" fmla="*/ 1271027 h 5017219"/>
              <a:gd name="connsiteX14637" fmla="*/ 1825338 w 5799173"/>
              <a:gd name="connsiteY14637" fmla="*/ 1272438 h 5017219"/>
              <a:gd name="connsiteX14638" fmla="*/ 1815202 w 5799173"/>
              <a:gd name="connsiteY14638" fmla="*/ 1289968 h 5017219"/>
              <a:gd name="connsiteX14639" fmla="*/ 1813956 w 5799173"/>
              <a:gd name="connsiteY14639" fmla="*/ 1290716 h 5017219"/>
              <a:gd name="connsiteX14640" fmla="*/ 3599188 w 5799173"/>
              <a:gd name="connsiteY14640" fmla="*/ 1774604 h 5017219"/>
              <a:gd name="connsiteX14641" fmla="*/ 3597942 w 5799173"/>
              <a:gd name="connsiteY14641" fmla="*/ 1773857 h 5017219"/>
              <a:gd name="connsiteX14642" fmla="*/ 3587807 w 5799173"/>
              <a:gd name="connsiteY14642" fmla="*/ 1756244 h 5017219"/>
              <a:gd name="connsiteX14643" fmla="*/ 3587807 w 5799173"/>
              <a:gd name="connsiteY14643" fmla="*/ 1754832 h 5017219"/>
              <a:gd name="connsiteX14644" fmla="*/ 3598025 w 5799173"/>
              <a:gd name="connsiteY14644" fmla="*/ 1737219 h 5017219"/>
              <a:gd name="connsiteX14645" fmla="*/ 3599271 w 5799173"/>
              <a:gd name="connsiteY14645" fmla="*/ 1736471 h 5017219"/>
              <a:gd name="connsiteX14646" fmla="*/ 3619625 w 5799173"/>
              <a:gd name="connsiteY14646" fmla="*/ 1736471 h 5017219"/>
              <a:gd name="connsiteX14647" fmla="*/ 3620872 w 5799173"/>
              <a:gd name="connsiteY14647" fmla="*/ 1737219 h 5017219"/>
              <a:gd name="connsiteX14648" fmla="*/ 3631008 w 5799173"/>
              <a:gd name="connsiteY14648" fmla="*/ 1754832 h 5017219"/>
              <a:gd name="connsiteX14649" fmla="*/ 3631008 w 5799173"/>
              <a:gd name="connsiteY14649" fmla="*/ 1756244 h 5017219"/>
              <a:gd name="connsiteX14650" fmla="*/ 3620788 w 5799173"/>
              <a:gd name="connsiteY14650" fmla="*/ 1773857 h 5017219"/>
              <a:gd name="connsiteX14651" fmla="*/ 3619543 w 5799173"/>
              <a:gd name="connsiteY14651" fmla="*/ 1774604 h 5017219"/>
              <a:gd name="connsiteX14652" fmla="*/ 3478713 w 5799173"/>
              <a:gd name="connsiteY14652" fmla="*/ 1742587 h 5017219"/>
              <a:gd name="connsiteX14653" fmla="*/ 3477467 w 5799173"/>
              <a:gd name="connsiteY14653" fmla="*/ 1741839 h 5017219"/>
              <a:gd name="connsiteX14654" fmla="*/ 3467165 w 5799173"/>
              <a:gd name="connsiteY14654" fmla="*/ 1724060 h 5017219"/>
              <a:gd name="connsiteX14655" fmla="*/ 3467165 w 5799173"/>
              <a:gd name="connsiteY14655" fmla="*/ 1722648 h 5017219"/>
              <a:gd name="connsiteX14656" fmla="*/ 3477467 w 5799173"/>
              <a:gd name="connsiteY14656" fmla="*/ 1704869 h 5017219"/>
              <a:gd name="connsiteX14657" fmla="*/ 3478713 w 5799173"/>
              <a:gd name="connsiteY14657" fmla="*/ 1704121 h 5017219"/>
              <a:gd name="connsiteX14658" fmla="*/ 3499232 w 5799173"/>
              <a:gd name="connsiteY14658" fmla="*/ 1704121 h 5017219"/>
              <a:gd name="connsiteX14659" fmla="*/ 3500480 w 5799173"/>
              <a:gd name="connsiteY14659" fmla="*/ 1704869 h 5017219"/>
              <a:gd name="connsiteX14660" fmla="*/ 3510781 w 5799173"/>
              <a:gd name="connsiteY14660" fmla="*/ 1722648 h 5017219"/>
              <a:gd name="connsiteX14661" fmla="*/ 3510781 w 5799173"/>
              <a:gd name="connsiteY14661" fmla="*/ 1724060 h 5017219"/>
              <a:gd name="connsiteX14662" fmla="*/ 3500480 w 5799173"/>
              <a:gd name="connsiteY14662" fmla="*/ 1741839 h 5017219"/>
              <a:gd name="connsiteX14663" fmla="*/ 3499233 w 5799173"/>
              <a:gd name="connsiteY14663" fmla="*/ 1742587 h 5017219"/>
              <a:gd name="connsiteX14664" fmla="*/ 1432388 w 5799173"/>
              <a:gd name="connsiteY14664" fmla="*/ 1194380 h 5017219"/>
              <a:gd name="connsiteX14665" fmla="*/ 1431141 w 5799173"/>
              <a:gd name="connsiteY14665" fmla="*/ 1193631 h 5017219"/>
              <a:gd name="connsiteX14666" fmla="*/ 1420840 w 5799173"/>
              <a:gd name="connsiteY14666" fmla="*/ 1175770 h 5017219"/>
              <a:gd name="connsiteX14667" fmla="*/ 1420840 w 5799173"/>
              <a:gd name="connsiteY14667" fmla="*/ 1174275 h 5017219"/>
              <a:gd name="connsiteX14668" fmla="*/ 1431141 w 5799173"/>
              <a:gd name="connsiteY14668" fmla="*/ 1156413 h 5017219"/>
              <a:gd name="connsiteX14669" fmla="*/ 1432388 w 5799173"/>
              <a:gd name="connsiteY14669" fmla="*/ 1155664 h 5017219"/>
              <a:gd name="connsiteX14670" fmla="*/ 1453074 w 5799173"/>
              <a:gd name="connsiteY14670" fmla="*/ 1155664 h 5017219"/>
              <a:gd name="connsiteX14671" fmla="*/ 1454321 w 5799173"/>
              <a:gd name="connsiteY14671" fmla="*/ 1156413 h 5017219"/>
              <a:gd name="connsiteX14672" fmla="*/ 1464623 w 5799173"/>
              <a:gd name="connsiteY14672" fmla="*/ 1174275 h 5017219"/>
              <a:gd name="connsiteX14673" fmla="*/ 1464623 w 5799173"/>
              <a:gd name="connsiteY14673" fmla="*/ 1175770 h 5017219"/>
              <a:gd name="connsiteX14674" fmla="*/ 1454321 w 5799173"/>
              <a:gd name="connsiteY14674" fmla="*/ 1193631 h 5017219"/>
              <a:gd name="connsiteX14675" fmla="*/ 1453075 w 5799173"/>
              <a:gd name="connsiteY14675" fmla="*/ 1194380 h 5017219"/>
              <a:gd name="connsiteX14676" fmla="*/ 3538907 w 5799173"/>
              <a:gd name="connsiteY14676" fmla="*/ 1758820 h 5017219"/>
              <a:gd name="connsiteX14677" fmla="*/ 3537661 w 5799173"/>
              <a:gd name="connsiteY14677" fmla="*/ 1758072 h 5017219"/>
              <a:gd name="connsiteX14678" fmla="*/ 3527359 w 5799173"/>
              <a:gd name="connsiteY14678" fmla="*/ 1740210 h 5017219"/>
              <a:gd name="connsiteX14679" fmla="*/ 3527359 w 5799173"/>
              <a:gd name="connsiteY14679" fmla="*/ 1738715 h 5017219"/>
              <a:gd name="connsiteX14680" fmla="*/ 3537661 w 5799173"/>
              <a:gd name="connsiteY14680" fmla="*/ 1720853 h 5017219"/>
              <a:gd name="connsiteX14681" fmla="*/ 3538907 w 5799173"/>
              <a:gd name="connsiteY14681" fmla="*/ 1720105 h 5017219"/>
              <a:gd name="connsiteX14682" fmla="*/ 3559594 w 5799173"/>
              <a:gd name="connsiteY14682" fmla="*/ 1720105 h 5017219"/>
              <a:gd name="connsiteX14683" fmla="*/ 3560840 w 5799173"/>
              <a:gd name="connsiteY14683" fmla="*/ 1720853 h 5017219"/>
              <a:gd name="connsiteX14684" fmla="*/ 3571142 w 5799173"/>
              <a:gd name="connsiteY14684" fmla="*/ 1738715 h 5017219"/>
              <a:gd name="connsiteX14685" fmla="*/ 3571142 w 5799173"/>
              <a:gd name="connsiteY14685" fmla="*/ 1740210 h 5017219"/>
              <a:gd name="connsiteX14686" fmla="*/ 3560840 w 5799173"/>
              <a:gd name="connsiteY14686" fmla="*/ 1758071 h 5017219"/>
              <a:gd name="connsiteX14687" fmla="*/ 3559595 w 5799173"/>
              <a:gd name="connsiteY14687" fmla="*/ 1758819 h 5017219"/>
              <a:gd name="connsiteX14688" fmla="*/ 3659279 w 5799173"/>
              <a:gd name="connsiteY14688" fmla="*/ 1791073 h 5017219"/>
              <a:gd name="connsiteX14689" fmla="*/ 3658033 w 5799173"/>
              <a:gd name="connsiteY14689" fmla="*/ 1790325 h 5017219"/>
              <a:gd name="connsiteX14690" fmla="*/ 3647731 w 5799173"/>
              <a:gd name="connsiteY14690" fmla="*/ 1772463 h 5017219"/>
              <a:gd name="connsiteX14691" fmla="*/ 3647731 w 5799173"/>
              <a:gd name="connsiteY14691" fmla="*/ 1770968 h 5017219"/>
              <a:gd name="connsiteX14692" fmla="*/ 3658033 w 5799173"/>
              <a:gd name="connsiteY14692" fmla="*/ 1753106 h 5017219"/>
              <a:gd name="connsiteX14693" fmla="*/ 3659279 w 5799173"/>
              <a:gd name="connsiteY14693" fmla="*/ 1752358 h 5017219"/>
              <a:gd name="connsiteX14694" fmla="*/ 3679966 w 5799173"/>
              <a:gd name="connsiteY14694" fmla="*/ 1752358 h 5017219"/>
              <a:gd name="connsiteX14695" fmla="*/ 3681212 w 5799173"/>
              <a:gd name="connsiteY14695" fmla="*/ 1753106 h 5017219"/>
              <a:gd name="connsiteX14696" fmla="*/ 3691514 w 5799173"/>
              <a:gd name="connsiteY14696" fmla="*/ 1770968 h 5017219"/>
              <a:gd name="connsiteX14697" fmla="*/ 3691514 w 5799173"/>
              <a:gd name="connsiteY14697" fmla="*/ 1772463 h 5017219"/>
              <a:gd name="connsiteX14698" fmla="*/ 3681212 w 5799173"/>
              <a:gd name="connsiteY14698" fmla="*/ 1790325 h 5017219"/>
              <a:gd name="connsiteX14699" fmla="*/ 3679966 w 5799173"/>
              <a:gd name="connsiteY14699" fmla="*/ 1791073 h 5017219"/>
              <a:gd name="connsiteX14700" fmla="*/ 2335018 w 5799173"/>
              <a:gd name="connsiteY14700" fmla="*/ 1436437 h 5017219"/>
              <a:gd name="connsiteX14701" fmla="*/ 2333772 w 5799173"/>
              <a:gd name="connsiteY14701" fmla="*/ 1435690 h 5017219"/>
              <a:gd name="connsiteX14702" fmla="*/ 2323387 w 5799173"/>
              <a:gd name="connsiteY14702" fmla="*/ 1417661 h 5017219"/>
              <a:gd name="connsiteX14703" fmla="*/ 2323387 w 5799173"/>
              <a:gd name="connsiteY14703" fmla="*/ 1416166 h 5017219"/>
              <a:gd name="connsiteX14704" fmla="*/ 2333855 w 5799173"/>
              <a:gd name="connsiteY14704" fmla="*/ 1398138 h 5017219"/>
              <a:gd name="connsiteX14705" fmla="*/ 2335101 w 5799173"/>
              <a:gd name="connsiteY14705" fmla="*/ 1397390 h 5017219"/>
              <a:gd name="connsiteX14706" fmla="*/ 2355953 w 5799173"/>
              <a:gd name="connsiteY14706" fmla="*/ 1397390 h 5017219"/>
              <a:gd name="connsiteX14707" fmla="*/ 2357200 w 5799173"/>
              <a:gd name="connsiteY14707" fmla="*/ 1398138 h 5017219"/>
              <a:gd name="connsiteX14708" fmla="*/ 2367585 w 5799173"/>
              <a:gd name="connsiteY14708" fmla="*/ 1416165 h 5017219"/>
              <a:gd name="connsiteX14709" fmla="*/ 2367585 w 5799173"/>
              <a:gd name="connsiteY14709" fmla="*/ 1417661 h 5017219"/>
              <a:gd name="connsiteX14710" fmla="*/ 2357117 w 5799173"/>
              <a:gd name="connsiteY14710" fmla="*/ 1435690 h 5017219"/>
              <a:gd name="connsiteX14711" fmla="*/ 2355871 w 5799173"/>
              <a:gd name="connsiteY14711" fmla="*/ 1436437 h 5017219"/>
              <a:gd name="connsiteX14712" fmla="*/ 2395203 w 5799173"/>
              <a:gd name="connsiteY14712" fmla="*/ 1452646 h 5017219"/>
              <a:gd name="connsiteX14713" fmla="*/ 2393958 w 5799173"/>
              <a:gd name="connsiteY14713" fmla="*/ 1451898 h 5017219"/>
              <a:gd name="connsiteX14714" fmla="*/ 2383490 w 5799173"/>
              <a:gd name="connsiteY14714" fmla="*/ 1433787 h 5017219"/>
              <a:gd name="connsiteX14715" fmla="*/ 2383490 w 5799173"/>
              <a:gd name="connsiteY14715" fmla="*/ 1432293 h 5017219"/>
              <a:gd name="connsiteX14716" fmla="*/ 2393957 w 5799173"/>
              <a:gd name="connsiteY14716" fmla="*/ 1414182 h 5017219"/>
              <a:gd name="connsiteX14717" fmla="*/ 2395203 w 5799173"/>
              <a:gd name="connsiteY14717" fmla="*/ 1413434 h 5017219"/>
              <a:gd name="connsiteX14718" fmla="*/ 2416140 w 5799173"/>
              <a:gd name="connsiteY14718" fmla="*/ 1413434 h 5017219"/>
              <a:gd name="connsiteX14719" fmla="*/ 2417386 w 5799173"/>
              <a:gd name="connsiteY14719" fmla="*/ 1414182 h 5017219"/>
              <a:gd name="connsiteX14720" fmla="*/ 2427853 w 5799173"/>
              <a:gd name="connsiteY14720" fmla="*/ 1432293 h 5017219"/>
              <a:gd name="connsiteX14721" fmla="*/ 2427853 w 5799173"/>
              <a:gd name="connsiteY14721" fmla="*/ 1433788 h 5017219"/>
              <a:gd name="connsiteX14722" fmla="*/ 2417386 w 5799173"/>
              <a:gd name="connsiteY14722" fmla="*/ 1451899 h 5017219"/>
              <a:gd name="connsiteX14723" fmla="*/ 2416140 w 5799173"/>
              <a:gd name="connsiteY14723" fmla="*/ 1452647 h 5017219"/>
              <a:gd name="connsiteX14724" fmla="*/ 2635948 w 5799173"/>
              <a:gd name="connsiteY14724" fmla="*/ 1517154 h 5017219"/>
              <a:gd name="connsiteX14725" fmla="*/ 2634702 w 5799173"/>
              <a:gd name="connsiteY14725" fmla="*/ 1516406 h 5017219"/>
              <a:gd name="connsiteX14726" fmla="*/ 2624234 w 5799173"/>
              <a:gd name="connsiteY14726" fmla="*/ 1498295 h 5017219"/>
              <a:gd name="connsiteX14727" fmla="*/ 2624234 w 5799173"/>
              <a:gd name="connsiteY14727" fmla="*/ 1496800 h 5017219"/>
              <a:gd name="connsiteX14728" fmla="*/ 2634702 w 5799173"/>
              <a:gd name="connsiteY14728" fmla="*/ 1478689 h 5017219"/>
              <a:gd name="connsiteX14729" fmla="*/ 2635948 w 5799173"/>
              <a:gd name="connsiteY14729" fmla="*/ 1477941 h 5017219"/>
              <a:gd name="connsiteX14730" fmla="*/ 2656884 w 5799173"/>
              <a:gd name="connsiteY14730" fmla="*/ 1477941 h 5017219"/>
              <a:gd name="connsiteX14731" fmla="*/ 2658130 w 5799173"/>
              <a:gd name="connsiteY14731" fmla="*/ 1478689 h 5017219"/>
              <a:gd name="connsiteX14732" fmla="*/ 2668598 w 5799173"/>
              <a:gd name="connsiteY14732" fmla="*/ 1496800 h 5017219"/>
              <a:gd name="connsiteX14733" fmla="*/ 2668598 w 5799173"/>
              <a:gd name="connsiteY14733" fmla="*/ 1498295 h 5017219"/>
              <a:gd name="connsiteX14734" fmla="*/ 2658130 w 5799173"/>
              <a:gd name="connsiteY14734" fmla="*/ 1516406 h 5017219"/>
              <a:gd name="connsiteX14735" fmla="*/ 2656884 w 5799173"/>
              <a:gd name="connsiteY14735" fmla="*/ 1517154 h 5017219"/>
              <a:gd name="connsiteX14736" fmla="*/ 2274771 w 5799173"/>
              <a:gd name="connsiteY14736" fmla="*/ 1420469 h 5017219"/>
              <a:gd name="connsiteX14737" fmla="*/ 2273525 w 5799173"/>
              <a:gd name="connsiteY14737" fmla="*/ 1419721 h 5017219"/>
              <a:gd name="connsiteX14738" fmla="*/ 2262974 w 5799173"/>
              <a:gd name="connsiteY14738" fmla="*/ 1401444 h 5017219"/>
              <a:gd name="connsiteX14739" fmla="*/ 2262974 w 5799173"/>
              <a:gd name="connsiteY14739" fmla="*/ 1399948 h 5017219"/>
              <a:gd name="connsiteX14740" fmla="*/ 2273525 w 5799173"/>
              <a:gd name="connsiteY14740" fmla="*/ 1381671 h 5017219"/>
              <a:gd name="connsiteX14741" fmla="*/ 2274771 w 5799173"/>
              <a:gd name="connsiteY14741" fmla="*/ 1380923 h 5017219"/>
              <a:gd name="connsiteX14742" fmla="*/ 2295790 w 5799173"/>
              <a:gd name="connsiteY14742" fmla="*/ 1380923 h 5017219"/>
              <a:gd name="connsiteX14743" fmla="*/ 2297036 w 5799173"/>
              <a:gd name="connsiteY14743" fmla="*/ 1381671 h 5017219"/>
              <a:gd name="connsiteX14744" fmla="*/ 2307588 w 5799173"/>
              <a:gd name="connsiteY14744" fmla="*/ 1399948 h 5017219"/>
              <a:gd name="connsiteX14745" fmla="*/ 2307588 w 5799173"/>
              <a:gd name="connsiteY14745" fmla="*/ 1401444 h 5017219"/>
              <a:gd name="connsiteX14746" fmla="*/ 2297036 w 5799173"/>
              <a:gd name="connsiteY14746" fmla="*/ 1419721 h 5017219"/>
              <a:gd name="connsiteX14747" fmla="*/ 2295790 w 5799173"/>
              <a:gd name="connsiteY14747" fmla="*/ 1420469 h 5017219"/>
              <a:gd name="connsiteX14748" fmla="*/ 3719241 w 5799173"/>
              <a:gd name="connsiteY14748" fmla="*/ 1807514 h 5017219"/>
              <a:gd name="connsiteX14749" fmla="*/ 3717994 w 5799173"/>
              <a:gd name="connsiteY14749" fmla="*/ 1806766 h 5017219"/>
              <a:gd name="connsiteX14750" fmla="*/ 3707444 w 5799173"/>
              <a:gd name="connsiteY14750" fmla="*/ 1788489 h 5017219"/>
              <a:gd name="connsiteX14751" fmla="*/ 3707443 w 5799173"/>
              <a:gd name="connsiteY14751" fmla="*/ 1786993 h 5017219"/>
              <a:gd name="connsiteX14752" fmla="*/ 3717994 w 5799173"/>
              <a:gd name="connsiteY14752" fmla="*/ 1768716 h 5017219"/>
              <a:gd name="connsiteX14753" fmla="*/ 3719240 w 5799173"/>
              <a:gd name="connsiteY14753" fmla="*/ 1767968 h 5017219"/>
              <a:gd name="connsiteX14754" fmla="*/ 3740260 w 5799173"/>
              <a:gd name="connsiteY14754" fmla="*/ 1767967 h 5017219"/>
              <a:gd name="connsiteX14755" fmla="*/ 3741505 w 5799173"/>
              <a:gd name="connsiteY14755" fmla="*/ 1768715 h 5017219"/>
              <a:gd name="connsiteX14756" fmla="*/ 3752057 w 5799173"/>
              <a:gd name="connsiteY14756" fmla="*/ 1786992 h 5017219"/>
              <a:gd name="connsiteX14757" fmla="*/ 3752056 w 5799173"/>
              <a:gd name="connsiteY14757" fmla="*/ 1788488 h 5017219"/>
              <a:gd name="connsiteX14758" fmla="*/ 3741505 w 5799173"/>
              <a:gd name="connsiteY14758" fmla="*/ 1806765 h 5017219"/>
              <a:gd name="connsiteX14759" fmla="*/ 3740259 w 5799173"/>
              <a:gd name="connsiteY14759" fmla="*/ 1807513 h 5017219"/>
              <a:gd name="connsiteX14760" fmla="*/ 3779426 w 5799173"/>
              <a:gd name="connsiteY14760" fmla="*/ 1823640 h 5017219"/>
              <a:gd name="connsiteX14761" fmla="*/ 3778180 w 5799173"/>
              <a:gd name="connsiteY14761" fmla="*/ 1822892 h 5017219"/>
              <a:gd name="connsiteX14762" fmla="*/ 3767629 w 5799173"/>
              <a:gd name="connsiteY14762" fmla="*/ 1804615 h 5017219"/>
              <a:gd name="connsiteX14763" fmla="*/ 3767629 w 5799173"/>
              <a:gd name="connsiteY14763" fmla="*/ 1803119 h 5017219"/>
              <a:gd name="connsiteX14764" fmla="*/ 3778180 w 5799173"/>
              <a:gd name="connsiteY14764" fmla="*/ 1784842 h 5017219"/>
              <a:gd name="connsiteX14765" fmla="*/ 3779426 w 5799173"/>
              <a:gd name="connsiteY14765" fmla="*/ 1784094 h 5017219"/>
              <a:gd name="connsiteX14766" fmla="*/ 3800445 w 5799173"/>
              <a:gd name="connsiteY14766" fmla="*/ 1784094 h 5017219"/>
              <a:gd name="connsiteX14767" fmla="*/ 3801691 w 5799173"/>
              <a:gd name="connsiteY14767" fmla="*/ 1784842 h 5017219"/>
              <a:gd name="connsiteX14768" fmla="*/ 3812242 w 5799173"/>
              <a:gd name="connsiteY14768" fmla="*/ 1803119 h 5017219"/>
              <a:gd name="connsiteX14769" fmla="*/ 3812242 w 5799173"/>
              <a:gd name="connsiteY14769" fmla="*/ 1804615 h 5017219"/>
              <a:gd name="connsiteX14770" fmla="*/ 3801691 w 5799173"/>
              <a:gd name="connsiteY14770" fmla="*/ 1822892 h 5017219"/>
              <a:gd name="connsiteX14771" fmla="*/ 3800445 w 5799173"/>
              <a:gd name="connsiteY14771" fmla="*/ 1823640 h 5017219"/>
              <a:gd name="connsiteX14772" fmla="*/ 2515492 w 5799173"/>
              <a:gd name="connsiteY14772" fmla="*/ 1485161 h 5017219"/>
              <a:gd name="connsiteX14773" fmla="*/ 2514163 w 5799173"/>
              <a:gd name="connsiteY14773" fmla="*/ 1484413 h 5017219"/>
              <a:gd name="connsiteX14774" fmla="*/ 2503612 w 5799173"/>
              <a:gd name="connsiteY14774" fmla="*/ 1466053 h 5017219"/>
              <a:gd name="connsiteX14775" fmla="*/ 2503612 w 5799173"/>
              <a:gd name="connsiteY14775" fmla="*/ 1464557 h 5017219"/>
              <a:gd name="connsiteX14776" fmla="*/ 2514163 w 5799173"/>
              <a:gd name="connsiteY14776" fmla="*/ 1446197 h 5017219"/>
              <a:gd name="connsiteX14777" fmla="*/ 2515492 w 5799173"/>
              <a:gd name="connsiteY14777" fmla="*/ 1445449 h 5017219"/>
              <a:gd name="connsiteX14778" fmla="*/ 2536677 w 5799173"/>
              <a:gd name="connsiteY14778" fmla="*/ 1445449 h 5017219"/>
              <a:gd name="connsiteX14779" fmla="*/ 2538007 w 5799173"/>
              <a:gd name="connsiteY14779" fmla="*/ 1446197 h 5017219"/>
              <a:gd name="connsiteX14780" fmla="*/ 2548558 w 5799173"/>
              <a:gd name="connsiteY14780" fmla="*/ 1464557 h 5017219"/>
              <a:gd name="connsiteX14781" fmla="*/ 2548558 w 5799173"/>
              <a:gd name="connsiteY14781" fmla="*/ 1466053 h 5017219"/>
              <a:gd name="connsiteX14782" fmla="*/ 2538007 w 5799173"/>
              <a:gd name="connsiteY14782" fmla="*/ 1484413 h 5017219"/>
              <a:gd name="connsiteX14783" fmla="*/ 2536677 w 5799173"/>
              <a:gd name="connsiteY14783" fmla="*/ 1485161 h 5017219"/>
              <a:gd name="connsiteX14784" fmla="*/ 2455223 w 5799173"/>
              <a:gd name="connsiteY14784" fmla="*/ 1469107 h 5017219"/>
              <a:gd name="connsiteX14785" fmla="*/ 2453894 w 5799173"/>
              <a:gd name="connsiteY14785" fmla="*/ 1468360 h 5017219"/>
              <a:gd name="connsiteX14786" fmla="*/ 2443260 w 5799173"/>
              <a:gd name="connsiteY14786" fmla="*/ 1449916 h 5017219"/>
              <a:gd name="connsiteX14787" fmla="*/ 2443260 w 5799173"/>
              <a:gd name="connsiteY14787" fmla="*/ 1448420 h 5017219"/>
              <a:gd name="connsiteX14788" fmla="*/ 2453894 w 5799173"/>
              <a:gd name="connsiteY14788" fmla="*/ 1429977 h 5017219"/>
              <a:gd name="connsiteX14789" fmla="*/ 2455223 w 5799173"/>
              <a:gd name="connsiteY14789" fmla="*/ 1429229 h 5017219"/>
              <a:gd name="connsiteX14790" fmla="*/ 2476492 w 5799173"/>
              <a:gd name="connsiteY14790" fmla="*/ 1429229 h 5017219"/>
              <a:gd name="connsiteX14791" fmla="*/ 2477821 w 5799173"/>
              <a:gd name="connsiteY14791" fmla="*/ 1429977 h 5017219"/>
              <a:gd name="connsiteX14792" fmla="*/ 2488455 w 5799173"/>
              <a:gd name="connsiteY14792" fmla="*/ 1448420 h 5017219"/>
              <a:gd name="connsiteX14793" fmla="*/ 2488455 w 5799173"/>
              <a:gd name="connsiteY14793" fmla="*/ 1449916 h 5017219"/>
              <a:gd name="connsiteX14794" fmla="*/ 2477821 w 5799173"/>
              <a:gd name="connsiteY14794" fmla="*/ 1468359 h 5017219"/>
              <a:gd name="connsiteX14795" fmla="*/ 2476492 w 5799173"/>
              <a:gd name="connsiteY14795" fmla="*/ 1469107 h 5017219"/>
              <a:gd name="connsiteX14796" fmla="*/ 2575512 w 5799173"/>
              <a:gd name="connsiteY14796" fmla="*/ 1501443 h 5017219"/>
              <a:gd name="connsiteX14797" fmla="*/ 2574183 w 5799173"/>
              <a:gd name="connsiteY14797" fmla="*/ 1500696 h 5017219"/>
              <a:gd name="connsiteX14798" fmla="*/ 2563549 w 5799173"/>
              <a:gd name="connsiteY14798" fmla="*/ 1482169 h 5017219"/>
              <a:gd name="connsiteX14799" fmla="*/ 2563549 w 5799173"/>
              <a:gd name="connsiteY14799" fmla="*/ 1480673 h 5017219"/>
              <a:gd name="connsiteX14800" fmla="*/ 2574266 w 5799173"/>
              <a:gd name="connsiteY14800" fmla="*/ 1462147 h 5017219"/>
              <a:gd name="connsiteX14801" fmla="*/ 2575596 w 5799173"/>
              <a:gd name="connsiteY14801" fmla="*/ 1461399 h 5017219"/>
              <a:gd name="connsiteX14802" fmla="*/ 2596947 w 5799173"/>
              <a:gd name="connsiteY14802" fmla="*/ 1461399 h 5017219"/>
              <a:gd name="connsiteX14803" fmla="*/ 2598276 w 5799173"/>
              <a:gd name="connsiteY14803" fmla="*/ 1462147 h 5017219"/>
              <a:gd name="connsiteX14804" fmla="*/ 2608910 w 5799173"/>
              <a:gd name="connsiteY14804" fmla="*/ 1480673 h 5017219"/>
              <a:gd name="connsiteX14805" fmla="*/ 2608910 w 5799173"/>
              <a:gd name="connsiteY14805" fmla="*/ 1482169 h 5017219"/>
              <a:gd name="connsiteX14806" fmla="*/ 2598193 w 5799173"/>
              <a:gd name="connsiteY14806" fmla="*/ 1500696 h 5017219"/>
              <a:gd name="connsiteX14807" fmla="*/ 2596864 w 5799173"/>
              <a:gd name="connsiteY14807" fmla="*/ 1501443 h 5017219"/>
              <a:gd name="connsiteX14808" fmla="*/ 5163437 w 5799173"/>
              <a:gd name="connsiteY14808" fmla="*/ 2195158 h 5017219"/>
              <a:gd name="connsiteX14809" fmla="*/ 5162108 w 5799173"/>
              <a:gd name="connsiteY14809" fmla="*/ 2194411 h 5017219"/>
              <a:gd name="connsiteX14810" fmla="*/ 5151308 w 5799173"/>
              <a:gd name="connsiteY14810" fmla="*/ 2175635 h 5017219"/>
              <a:gd name="connsiteX14811" fmla="*/ 5151308 w 5799173"/>
              <a:gd name="connsiteY14811" fmla="*/ 2174140 h 5017219"/>
              <a:gd name="connsiteX14812" fmla="*/ 5162108 w 5799173"/>
              <a:gd name="connsiteY14812" fmla="*/ 2155364 h 5017219"/>
              <a:gd name="connsiteX14813" fmla="*/ 5163438 w 5799173"/>
              <a:gd name="connsiteY14813" fmla="*/ 2154616 h 5017219"/>
              <a:gd name="connsiteX14814" fmla="*/ 5185121 w 5799173"/>
              <a:gd name="connsiteY14814" fmla="*/ 2154615 h 5017219"/>
              <a:gd name="connsiteX14815" fmla="*/ 5186451 w 5799173"/>
              <a:gd name="connsiteY14815" fmla="*/ 2155364 h 5017219"/>
              <a:gd name="connsiteX14816" fmla="*/ 5197251 w 5799173"/>
              <a:gd name="connsiteY14816" fmla="*/ 2174140 h 5017219"/>
              <a:gd name="connsiteX14817" fmla="*/ 5197251 w 5799173"/>
              <a:gd name="connsiteY14817" fmla="*/ 2175635 h 5017219"/>
              <a:gd name="connsiteX14818" fmla="*/ 5186451 w 5799173"/>
              <a:gd name="connsiteY14818" fmla="*/ 2194411 h 5017219"/>
              <a:gd name="connsiteX14819" fmla="*/ 5185121 w 5799173"/>
              <a:gd name="connsiteY14819" fmla="*/ 2195159 h 5017219"/>
              <a:gd name="connsiteX14820" fmla="*/ 5223447 w 5799173"/>
              <a:gd name="connsiteY14820" fmla="*/ 2211522 h 5017219"/>
              <a:gd name="connsiteX14821" fmla="*/ 5222117 w 5799173"/>
              <a:gd name="connsiteY14821" fmla="*/ 2210774 h 5017219"/>
              <a:gd name="connsiteX14822" fmla="*/ 5211234 w 5799173"/>
              <a:gd name="connsiteY14822" fmla="*/ 2191832 h 5017219"/>
              <a:gd name="connsiteX14823" fmla="*/ 5211234 w 5799173"/>
              <a:gd name="connsiteY14823" fmla="*/ 2190254 h 5017219"/>
              <a:gd name="connsiteX14824" fmla="*/ 5222200 w 5799173"/>
              <a:gd name="connsiteY14824" fmla="*/ 2171312 h 5017219"/>
              <a:gd name="connsiteX14825" fmla="*/ 5223530 w 5799173"/>
              <a:gd name="connsiteY14825" fmla="*/ 2170564 h 5017219"/>
              <a:gd name="connsiteX14826" fmla="*/ 5245380 w 5799173"/>
              <a:gd name="connsiteY14826" fmla="*/ 2170564 h 5017219"/>
              <a:gd name="connsiteX14827" fmla="*/ 5246709 w 5799173"/>
              <a:gd name="connsiteY14827" fmla="*/ 2171312 h 5017219"/>
              <a:gd name="connsiteX14828" fmla="*/ 5257592 w 5799173"/>
              <a:gd name="connsiteY14828" fmla="*/ 2190254 h 5017219"/>
              <a:gd name="connsiteX14829" fmla="*/ 5257592 w 5799173"/>
              <a:gd name="connsiteY14829" fmla="*/ 2191832 h 5017219"/>
              <a:gd name="connsiteX14830" fmla="*/ 5246626 w 5799173"/>
              <a:gd name="connsiteY14830" fmla="*/ 2210774 h 5017219"/>
              <a:gd name="connsiteX14831" fmla="*/ 5245296 w 5799173"/>
              <a:gd name="connsiteY14831" fmla="*/ 2211522 h 5017219"/>
              <a:gd name="connsiteX14832" fmla="*/ 5343820 w 5799173"/>
              <a:gd name="connsiteY14832" fmla="*/ 2243858 h 5017219"/>
              <a:gd name="connsiteX14833" fmla="*/ 5342490 w 5799173"/>
              <a:gd name="connsiteY14833" fmla="*/ 2243111 h 5017219"/>
              <a:gd name="connsiteX14834" fmla="*/ 5331524 w 5799173"/>
              <a:gd name="connsiteY14834" fmla="*/ 2224085 h 5017219"/>
              <a:gd name="connsiteX14835" fmla="*/ 5331524 w 5799173"/>
              <a:gd name="connsiteY14835" fmla="*/ 2222507 h 5017219"/>
              <a:gd name="connsiteX14836" fmla="*/ 5342490 w 5799173"/>
              <a:gd name="connsiteY14836" fmla="*/ 2203482 h 5017219"/>
              <a:gd name="connsiteX14837" fmla="*/ 5343820 w 5799173"/>
              <a:gd name="connsiteY14837" fmla="*/ 2202734 h 5017219"/>
              <a:gd name="connsiteX14838" fmla="*/ 5365753 w 5799173"/>
              <a:gd name="connsiteY14838" fmla="*/ 2202734 h 5017219"/>
              <a:gd name="connsiteX14839" fmla="*/ 5367082 w 5799173"/>
              <a:gd name="connsiteY14839" fmla="*/ 2203482 h 5017219"/>
              <a:gd name="connsiteX14840" fmla="*/ 5378048 w 5799173"/>
              <a:gd name="connsiteY14840" fmla="*/ 2222507 h 5017219"/>
              <a:gd name="connsiteX14841" fmla="*/ 5378048 w 5799173"/>
              <a:gd name="connsiteY14841" fmla="*/ 2224085 h 5017219"/>
              <a:gd name="connsiteX14842" fmla="*/ 5367082 w 5799173"/>
              <a:gd name="connsiteY14842" fmla="*/ 2243111 h 5017219"/>
              <a:gd name="connsiteX14843" fmla="*/ 5365753 w 5799173"/>
              <a:gd name="connsiteY14843" fmla="*/ 2243858 h 5017219"/>
              <a:gd name="connsiteX14844" fmla="*/ 3297321 w 5799173"/>
              <a:gd name="connsiteY14844" fmla="*/ 1695712 h 5017219"/>
              <a:gd name="connsiteX14845" fmla="*/ 3295991 w 5799173"/>
              <a:gd name="connsiteY14845" fmla="*/ 1694965 h 5017219"/>
              <a:gd name="connsiteX14846" fmla="*/ 3284943 w 5799173"/>
              <a:gd name="connsiteY14846" fmla="*/ 1675773 h 5017219"/>
              <a:gd name="connsiteX14847" fmla="*/ 3284943 w 5799173"/>
              <a:gd name="connsiteY14847" fmla="*/ 1674195 h 5017219"/>
              <a:gd name="connsiteX14848" fmla="*/ 3296074 w 5799173"/>
              <a:gd name="connsiteY14848" fmla="*/ 1655004 h 5017219"/>
              <a:gd name="connsiteX14849" fmla="*/ 3297404 w 5799173"/>
              <a:gd name="connsiteY14849" fmla="*/ 1654256 h 5017219"/>
              <a:gd name="connsiteX14850" fmla="*/ 3319587 w 5799173"/>
              <a:gd name="connsiteY14850" fmla="*/ 1654256 h 5017219"/>
              <a:gd name="connsiteX14851" fmla="*/ 3320915 w 5799173"/>
              <a:gd name="connsiteY14851" fmla="*/ 1655004 h 5017219"/>
              <a:gd name="connsiteX14852" fmla="*/ 3331965 w 5799173"/>
              <a:gd name="connsiteY14852" fmla="*/ 1674195 h 5017219"/>
              <a:gd name="connsiteX14853" fmla="*/ 3331965 w 5799173"/>
              <a:gd name="connsiteY14853" fmla="*/ 1675773 h 5017219"/>
              <a:gd name="connsiteX14854" fmla="*/ 3320832 w 5799173"/>
              <a:gd name="connsiteY14854" fmla="*/ 1694964 h 5017219"/>
              <a:gd name="connsiteX14855" fmla="*/ 3319504 w 5799173"/>
              <a:gd name="connsiteY14855" fmla="*/ 1695712 h 5017219"/>
              <a:gd name="connsiteX14856" fmla="*/ 5403840 w 5799173"/>
              <a:gd name="connsiteY14856" fmla="*/ 2260152 h 5017219"/>
              <a:gd name="connsiteX14857" fmla="*/ 5402511 w 5799173"/>
              <a:gd name="connsiteY14857" fmla="*/ 2259405 h 5017219"/>
              <a:gd name="connsiteX14858" fmla="*/ 5391462 w 5799173"/>
              <a:gd name="connsiteY14858" fmla="*/ 2240213 h 5017219"/>
              <a:gd name="connsiteX14859" fmla="*/ 5391462 w 5799173"/>
              <a:gd name="connsiteY14859" fmla="*/ 2238635 h 5017219"/>
              <a:gd name="connsiteX14860" fmla="*/ 5402594 w 5799173"/>
              <a:gd name="connsiteY14860" fmla="*/ 2219444 h 5017219"/>
              <a:gd name="connsiteX14861" fmla="*/ 5403924 w 5799173"/>
              <a:gd name="connsiteY14861" fmla="*/ 2218696 h 5017219"/>
              <a:gd name="connsiteX14862" fmla="*/ 5426105 w 5799173"/>
              <a:gd name="connsiteY14862" fmla="*/ 2218696 h 5017219"/>
              <a:gd name="connsiteX14863" fmla="*/ 5427435 w 5799173"/>
              <a:gd name="connsiteY14863" fmla="*/ 2219444 h 5017219"/>
              <a:gd name="connsiteX14864" fmla="*/ 5438485 w 5799173"/>
              <a:gd name="connsiteY14864" fmla="*/ 2238635 h 5017219"/>
              <a:gd name="connsiteX14865" fmla="*/ 5438484 w 5799173"/>
              <a:gd name="connsiteY14865" fmla="*/ 2240213 h 5017219"/>
              <a:gd name="connsiteX14866" fmla="*/ 5427352 w 5799173"/>
              <a:gd name="connsiteY14866" fmla="*/ 2259405 h 5017219"/>
              <a:gd name="connsiteX14867" fmla="*/ 5426022 w 5799173"/>
              <a:gd name="connsiteY14867" fmla="*/ 2260152 h 5017219"/>
              <a:gd name="connsiteX14868" fmla="*/ 5283468 w 5799173"/>
              <a:gd name="connsiteY14868" fmla="*/ 2227982 h 5017219"/>
              <a:gd name="connsiteX14869" fmla="*/ 5282138 w 5799173"/>
              <a:gd name="connsiteY14869" fmla="*/ 2227234 h 5017219"/>
              <a:gd name="connsiteX14870" fmla="*/ 5271006 w 5799173"/>
              <a:gd name="connsiteY14870" fmla="*/ 2207960 h 5017219"/>
              <a:gd name="connsiteX14871" fmla="*/ 5271006 w 5799173"/>
              <a:gd name="connsiteY14871" fmla="*/ 2206381 h 5017219"/>
              <a:gd name="connsiteX14872" fmla="*/ 5282138 w 5799173"/>
              <a:gd name="connsiteY14872" fmla="*/ 2187107 h 5017219"/>
              <a:gd name="connsiteX14873" fmla="*/ 5283468 w 5799173"/>
              <a:gd name="connsiteY14873" fmla="*/ 2186359 h 5017219"/>
              <a:gd name="connsiteX14874" fmla="*/ 5305733 w 5799173"/>
              <a:gd name="connsiteY14874" fmla="*/ 2186359 h 5017219"/>
              <a:gd name="connsiteX14875" fmla="*/ 5307062 w 5799173"/>
              <a:gd name="connsiteY14875" fmla="*/ 2187107 h 5017219"/>
              <a:gd name="connsiteX14876" fmla="*/ 5318195 w 5799173"/>
              <a:gd name="connsiteY14876" fmla="*/ 2206381 h 5017219"/>
              <a:gd name="connsiteX14877" fmla="*/ 5318195 w 5799173"/>
              <a:gd name="connsiteY14877" fmla="*/ 2207960 h 5017219"/>
              <a:gd name="connsiteX14878" fmla="*/ 5307062 w 5799173"/>
              <a:gd name="connsiteY14878" fmla="*/ 2227234 h 5017219"/>
              <a:gd name="connsiteX14879" fmla="*/ 5305733 w 5799173"/>
              <a:gd name="connsiteY14879" fmla="*/ 2227982 h 5017219"/>
              <a:gd name="connsiteX14880" fmla="*/ 5464026 w 5799173"/>
              <a:gd name="connsiteY14880" fmla="*/ 2276363 h 5017219"/>
              <a:gd name="connsiteX14881" fmla="*/ 5462696 w 5799173"/>
              <a:gd name="connsiteY14881" fmla="*/ 2275614 h 5017219"/>
              <a:gd name="connsiteX14882" fmla="*/ 5451565 w 5799173"/>
              <a:gd name="connsiteY14882" fmla="*/ 2256340 h 5017219"/>
              <a:gd name="connsiteX14883" fmla="*/ 5451564 w 5799173"/>
              <a:gd name="connsiteY14883" fmla="*/ 2254762 h 5017219"/>
              <a:gd name="connsiteX14884" fmla="*/ 5462697 w 5799173"/>
              <a:gd name="connsiteY14884" fmla="*/ 2235488 h 5017219"/>
              <a:gd name="connsiteX14885" fmla="*/ 5464026 w 5799173"/>
              <a:gd name="connsiteY14885" fmla="*/ 2234740 h 5017219"/>
              <a:gd name="connsiteX14886" fmla="*/ 5486291 w 5799173"/>
              <a:gd name="connsiteY14886" fmla="*/ 2234739 h 5017219"/>
              <a:gd name="connsiteX14887" fmla="*/ 5487621 w 5799173"/>
              <a:gd name="connsiteY14887" fmla="*/ 2235487 h 5017219"/>
              <a:gd name="connsiteX14888" fmla="*/ 5498753 w 5799173"/>
              <a:gd name="connsiteY14888" fmla="*/ 2254762 h 5017219"/>
              <a:gd name="connsiteX14889" fmla="*/ 5498754 w 5799173"/>
              <a:gd name="connsiteY14889" fmla="*/ 2256340 h 5017219"/>
              <a:gd name="connsiteX14890" fmla="*/ 5487620 w 5799173"/>
              <a:gd name="connsiteY14890" fmla="*/ 2275615 h 5017219"/>
              <a:gd name="connsiteX14891" fmla="*/ 5486291 w 5799173"/>
              <a:gd name="connsiteY14891" fmla="*/ 2276363 h 5017219"/>
              <a:gd name="connsiteX14892" fmla="*/ 5584232 w 5799173"/>
              <a:gd name="connsiteY14892" fmla="*/ 2308947 h 5017219"/>
              <a:gd name="connsiteX14893" fmla="*/ 5582820 w 5799173"/>
              <a:gd name="connsiteY14893" fmla="*/ 2308116 h 5017219"/>
              <a:gd name="connsiteX14894" fmla="*/ 5571521 w 5799173"/>
              <a:gd name="connsiteY14894" fmla="*/ 2288593 h 5017219"/>
              <a:gd name="connsiteX14895" fmla="*/ 5571521 w 5799173"/>
              <a:gd name="connsiteY14895" fmla="*/ 2287014 h 5017219"/>
              <a:gd name="connsiteX14896" fmla="*/ 5582820 w 5799173"/>
              <a:gd name="connsiteY14896" fmla="*/ 2267491 h 5017219"/>
              <a:gd name="connsiteX14897" fmla="*/ 5584232 w 5799173"/>
              <a:gd name="connsiteY14897" fmla="*/ 2266660 h 5017219"/>
              <a:gd name="connsiteX14898" fmla="*/ 5606830 w 5799173"/>
              <a:gd name="connsiteY14898" fmla="*/ 2266660 h 5017219"/>
              <a:gd name="connsiteX14899" fmla="*/ 5608242 w 5799173"/>
              <a:gd name="connsiteY14899" fmla="*/ 2267491 h 5017219"/>
              <a:gd name="connsiteX14900" fmla="*/ 5619541 w 5799173"/>
              <a:gd name="connsiteY14900" fmla="*/ 2287014 h 5017219"/>
              <a:gd name="connsiteX14901" fmla="*/ 5619541 w 5799173"/>
              <a:gd name="connsiteY14901" fmla="*/ 2288593 h 5017219"/>
              <a:gd name="connsiteX14902" fmla="*/ 5608242 w 5799173"/>
              <a:gd name="connsiteY14902" fmla="*/ 2308116 h 5017219"/>
              <a:gd name="connsiteX14903" fmla="*/ 5606830 w 5799173"/>
              <a:gd name="connsiteY14903" fmla="*/ 2308947 h 5017219"/>
              <a:gd name="connsiteX14904" fmla="*/ 3236908 w 5799173"/>
              <a:gd name="connsiteY14904" fmla="*/ 1680170 h 5017219"/>
              <a:gd name="connsiteX14905" fmla="*/ 3235495 w 5799173"/>
              <a:gd name="connsiteY14905" fmla="*/ 1679339 h 5017219"/>
              <a:gd name="connsiteX14906" fmla="*/ 3224113 w 5799173"/>
              <a:gd name="connsiteY14906" fmla="*/ 1659566 h 5017219"/>
              <a:gd name="connsiteX14907" fmla="*/ 3224113 w 5799173"/>
              <a:gd name="connsiteY14907" fmla="*/ 1657988 h 5017219"/>
              <a:gd name="connsiteX14908" fmla="*/ 3235495 w 5799173"/>
              <a:gd name="connsiteY14908" fmla="*/ 1638215 h 5017219"/>
              <a:gd name="connsiteX14909" fmla="*/ 3236908 w 5799173"/>
              <a:gd name="connsiteY14909" fmla="*/ 1637384 h 5017219"/>
              <a:gd name="connsiteX14910" fmla="*/ 3259671 w 5799173"/>
              <a:gd name="connsiteY14910" fmla="*/ 1637384 h 5017219"/>
              <a:gd name="connsiteX14911" fmla="*/ 3261084 w 5799173"/>
              <a:gd name="connsiteY14911" fmla="*/ 1638215 h 5017219"/>
              <a:gd name="connsiteX14912" fmla="*/ 3272465 w 5799173"/>
              <a:gd name="connsiteY14912" fmla="*/ 1657988 h 5017219"/>
              <a:gd name="connsiteX14913" fmla="*/ 3272465 w 5799173"/>
              <a:gd name="connsiteY14913" fmla="*/ 1659566 h 5017219"/>
              <a:gd name="connsiteX14914" fmla="*/ 3261084 w 5799173"/>
              <a:gd name="connsiteY14914" fmla="*/ 1679339 h 5017219"/>
              <a:gd name="connsiteX14915" fmla="*/ 3259671 w 5799173"/>
              <a:gd name="connsiteY14915" fmla="*/ 1680170 h 5017219"/>
              <a:gd name="connsiteX14916" fmla="*/ 5523725 w 5799173"/>
              <a:gd name="connsiteY14916" fmla="*/ 2293403 h 5017219"/>
              <a:gd name="connsiteX14917" fmla="*/ 5522312 w 5799173"/>
              <a:gd name="connsiteY14917" fmla="*/ 2292573 h 5017219"/>
              <a:gd name="connsiteX14918" fmla="*/ 5510764 w 5799173"/>
              <a:gd name="connsiteY14918" fmla="*/ 2272468 h 5017219"/>
              <a:gd name="connsiteX14919" fmla="*/ 5510764 w 5799173"/>
              <a:gd name="connsiteY14919" fmla="*/ 2270806 h 5017219"/>
              <a:gd name="connsiteX14920" fmla="*/ 5522395 w 5799173"/>
              <a:gd name="connsiteY14920" fmla="*/ 2250701 h 5017219"/>
              <a:gd name="connsiteX14921" fmla="*/ 5523808 w 5799173"/>
              <a:gd name="connsiteY14921" fmla="*/ 2249870 h 5017219"/>
              <a:gd name="connsiteX14922" fmla="*/ 5546987 w 5799173"/>
              <a:gd name="connsiteY14922" fmla="*/ 2249870 h 5017219"/>
              <a:gd name="connsiteX14923" fmla="*/ 5548399 w 5799173"/>
              <a:gd name="connsiteY14923" fmla="*/ 2250701 h 5017219"/>
              <a:gd name="connsiteX14924" fmla="*/ 5559947 w 5799173"/>
              <a:gd name="connsiteY14924" fmla="*/ 2270806 h 5017219"/>
              <a:gd name="connsiteX14925" fmla="*/ 5559947 w 5799173"/>
              <a:gd name="connsiteY14925" fmla="*/ 2272468 h 5017219"/>
              <a:gd name="connsiteX14926" fmla="*/ 5548316 w 5799173"/>
              <a:gd name="connsiteY14926" fmla="*/ 2292573 h 5017219"/>
              <a:gd name="connsiteX14927" fmla="*/ 5546904 w 5799173"/>
              <a:gd name="connsiteY14927" fmla="*/ 2293403 h 5017219"/>
              <a:gd name="connsiteX14928" fmla="*/ 3830619 w 5799173"/>
              <a:gd name="connsiteY14928" fmla="*/ 1882728 h 5017219"/>
              <a:gd name="connsiteX14929" fmla="*/ 3829954 w 5799173"/>
              <a:gd name="connsiteY14929" fmla="*/ 1882312 h 5017219"/>
              <a:gd name="connsiteX14930" fmla="*/ 3824388 w 5799173"/>
              <a:gd name="connsiteY14930" fmla="*/ 1872593 h 5017219"/>
              <a:gd name="connsiteX14931" fmla="*/ 3824388 w 5799173"/>
              <a:gd name="connsiteY14931" fmla="*/ 1871761 h 5017219"/>
              <a:gd name="connsiteX14932" fmla="*/ 3829954 w 5799173"/>
              <a:gd name="connsiteY14932" fmla="*/ 1862042 h 5017219"/>
              <a:gd name="connsiteX14933" fmla="*/ 3830619 w 5799173"/>
              <a:gd name="connsiteY14933" fmla="*/ 1861626 h 5017219"/>
              <a:gd name="connsiteX14934" fmla="*/ 3841835 w 5799173"/>
              <a:gd name="connsiteY14934" fmla="*/ 1861626 h 5017219"/>
              <a:gd name="connsiteX14935" fmla="*/ 3842499 w 5799173"/>
              <a:gd name="connsiteY14935" fmla="*/ 1862042 h 5017219"/>
              <a:gd name="connsiteX14936" fmla="*/ 3848065 w 5799173"/>
              <a:gd name="connsiteY14936" fmla="*/ 1871762 h 5017219"/>
              <a:gd name="connsiteX14937" fmla="*/ 3848065 w 5799173"/>
              <a:gd name="connsiteY14937" fmla="*/ 1872592 h 5017219"/>
              <a:gd name="connsiteX14938" fmla="*/ 3842499 w 5799173"/>
              <a:gd name="connsiteY14938" fmla="*/ 1882312 h 5017219"/>
              <a:gd name="connsiteX14939" fmla="*/ 3841834 w 5799173"/>
              <a:gd name="connsiteY14939" fmla="*/ 1882728 h 5017219"/>
              <a:gd name="connsiteX14940" fmla="*/ 2024339 w 5799173"/>
              <a:gd name="connsiteY14940" fmla="*/ 1400060 h 5017219"/>
              <a:gd name="connsiteX14941" fmla="*/ 2023590 w 5799173"/>
              <a:gd name="connsiteY14941" fmla="*/ 1399644 h 5017219"/>
              <a:gd name="connsiteX14942" fmla="*/ 2017360 w 5799173"/>
              <a:gd name="connsiteY14942" fmla="*/ 1388926 h 5017219"/>
              <a:gd name="connsiteX14943" fmla="*/ 2017359 w 5799173"/>
              <a:gd name="connsiteY14943" fmla="*/ 1388013 h 5017219"/>
              <a:gd name="connsiteX14944" fmla="*/ 2023590 w 5799173"/>
              <a:gd name="connsiteY14944" fmla="*/ 1377295 h 5017219"/>
              <a:gd name="connsiteX14945" fmla="*/ 2024339 w 5799173"/>
              <a:gd name="connsiteY14945" fmla="*/ 1376880 h 5017219"/>
              <a:gd name="connsiteX14946" fmla="*/ 2036716 w 5799173"/>
              <a:gd name="connsiteY14946" fmla="*/ 1376880 h 5017219"/>
              <a:gd name="connsiteX14947" fmla="*/ 2037465 w 5799173"/>
              <a:gd name="connsiteY14947" fmla="*/ 1377295 h 5017219"/>
              <a:gd name="connsiteX14948" fmla="*/ 2043695 w 5799173"/>
              <a:gd name="connsiteY14948" fmla="*/ 1388013 h 5017219"/>
              <a:gd name="connsiteX14949" fmla="*/ 2043696 w 5799173"/>
              <a:gd name="connsiteY14949" fmla="*/ 1388926 h 5017219"/>
              <a:gd name="connsiteX14950" fmla="*/ 2037465 w 5799173"/>
              <a:gd name="connsiteY14950" fmla="*/ 1399644 h 5017219"/>
              <a:gd name="connsiteX14951" fmla="*/ 2036716 w 5799173"/>
              <a:gd name="connsiteY14951" fmla="*/ 1400059 h 5017219"/>
              <a:gd name="connsiteX14952" fmla="*/ 5032724 w 5799173"/>
              <a:gd name="connsiteY14952" fmla="*/ 2208145 h 5017219"/>
              <a:gd name="connsiteX14953" fmla="*/ 5031894 w 5799173"/>
              <a:gd name="connsiteY14953" fmla="*/ 2207647 h 5017219"/>
              <a:gd name="connsiteX14954" fmla="*/ 5024749 w 5799173"/>
              <a:gd name="connsiteY14954" fmla="*/ 2195351 h 5017219"/>
              <a:gd name="connsiteX14955" fmla="*/ 5024749 w 5799173"/>
              <a:gd name="connsiteY14955" fmla="*/ 2194354 h 5017219"/>
              <a:gd name="connsiteX14956" fmla="*/ 5031894 w 5799173"/>
              <a:gd name="connsiteY14956" fmla="*/ 2182059 h 5017219"/>
              <a:gd name="connsiteX14957" fmla="*/ 5032723 w 5799173"/>
              <a:gd name="connsiteY14957" fmla="*/ 2181560 h 5017219"/>
              <a:gd name="connsiteX14958" fmla="*/ 5046931 w 5799173"/>
              <a:gd name="connsiteY14958" fmla="*/ 2181560 h 5017219"/>
              <a:gd name="connsiteX14959" fmla="*/ 5047761 w 5799173"/>
              <a:gd name="connsiteY14959" fmla="*/ 2182058 h 5017219"/>
              <a:gd name="connsiteX14960" fmla="*/ 5054907 w 5799173"/>
              <a:gd name="connsiteY14960" fmla="*/ 2194354 h 5017219"/>
              <a:gd name="connsiteX14961" fmla="*/ 5054906 w 5799173"/>
              <a:gd name="connsiteY14961" fmla="*/ 2195351 h 5017219"/>
              <a:gd name="connsiteX14962" fmla="*/ 5047762 w 5799173"/>
              <a:gd name="connsiteY14962" fmla="*/ 2207647 h 5017219"/>
              <a:gd name="connsiteX14963" fmla="*/ 5046931 w 5799173"/>
              <a:gd name="connsiteY14963" fmla="*/ 2208145 h 5017219"/>
              <a:gd name="connsiteX14964" fmla="*/ 3467477 w 5799173"/>
              <a:gd name="connsiteY14964" fmla="*/ 1789691 h 5017219"/>
              <a:gd name="connsiteX14965" fmla="*/ 3466563 w 5799173"/>
              <a:gd name="connsiteY14965" fmla="*/ 1789192 h 5017219"/>
              <a:gd name="connsiteX14966" fmla="*/ 3459002 w 5799173"/>
              <a:gd name="connsiteY14966" fmla="*/ 1776065 h 5017219"/>
              <a:gd name="connsiteX14967" fmla="*/ 3459002 w 5799173"/>
              <a:gd name="connsiteY14967" fmla="*/ 1774986 h 5017219"/>
              <a:gd name="connsiteX14968" fmla="*/ 3466563 w 5799173"/>
              <a:gd name="connsiteY14968" fmla="*/ 1761859 h 5017219"/>
              <a:gd name="connsiteX14969" fmla="*/ 3467477 w 5799173"/>
              <a:gd name="connsiteY14969" fmla="*/ 1761361 h 5017219"/>
              <a:gd name="connsiteX14970" fmla="*/ 3482596 w 5799173"/>
              <a:gd name="connsiteY14970" fmla="*/ 1761360 h 5017219"/>
              <a:gd name="connsiteX14971" fmla="*/ 3483511 w 5799173"/>
              <a:gd name="connsiteY14971" fmla="*/ 1761859 h 5017219"/>
              <a:gd name="connsiteX14972" fmla="*/ 3491071 w 5799173"/>
              <a:gd name="connsiteY14972" fmla="*/ 1774986 h 5017219"/>
              <a:gd name="connsiteX14973" fmla="*/ 3491071 w 5799173"/>
              <a:gd name="connsiteY14973" fmla="*/ 1776065 h 5017219"/>
              <a:gd name="connsiteX14974" fmla="*/ 3483511 w 5799173"/>
              <a:gd name="connsiteY14974" fmla="*/ 1789192 h 5017219"/>
              <a:gd name="connsiteX14975" fmla="*/ 3482597 w 5799173"/>
              <a:gd name="connsiteY14975" fmla="*/ 1789690 h 5017219"/>
              <a:gd name="connsiteX14976" fmla="*/ 4129525 w 5799173"/>
              <a:gd name="connsiteY14976" fmla="*/ 1967086 h 5017219"/>
              <a:gd name="connsiteX14977" fmla="*/ 4128611 w 5799173"/>
              <a:gd name="connsiteY14977" fmla="*/ 1966588 h 5017219"/>
              <a:gd name="connsiteX14978" fmla="*/ 4121051 w 5799173"/>
              <a:gd name="connsiteY14978" fmla="*/ 1953461 h 5017219"/>
              <a:gd name="connsiteX14979" fmla="*/ 4121051 w 5799173"/>
              <a:gd name="connsiteY14979" fmla="*/ 1952381 h 5017219"/>
              <a:gd name="connsiteX14980" fmla="*/ 4128611 w 5799173"/>
              <a:gd name="connsiteY14980" fmla="*/ 1939254 h 5017219"/>
              <a:gd name="connsiteX14981" fmla="*/ 4129525 w 5799173"/>
              <a:gd name="connsiteY14981" fmla="*/ 1938756 h 5017219"/>
              <a:gd name="connsiteX14982" fmla="*/ 4144645 w 5799173"/>
              <a:gd name="connsiteY14982" fmla="*/ 1938756 h 5017219"/>
              <a:gd name="connsiteX14983" fmla="*/ 4145559 w 5799173"/>
              <a:gd name="connsiteY14983" fmla="*/ 1939254 h 5017219"/>
              <a:gd name="connsiteX14984" fmla="*/ 4153119 w 5799173"/>
              <a:gd name="connsiteY14984" fmla="*/ 1952381 h 5017219"/>
              <a:gd name="connsiteX14985" fmla="*/ 4153119 w 5799173"/>
              <a:gd name="connsiteY14985" fmla="*/ 1953461 h 5017219"/>
              <a:gd name="connsiteX14986" fmla="*/ 4145559 w 5799173"/>
              <a:gd name="connsiteY14986" fmla="*/ 1966588 h 5017219"/>
              <a:gd name="connsiteX14987" fmla="*/ 4144645 w 5799173"/>
              <a:gd name="connsiteY14987" fmla="*/ 1967086 h 5017219"/>
              <a:gd name="connsiteX14988" fmla="*/ 2082726 w 5799173"/>
              <a:gd name="connsiteY14988" fmla="*/ 1419702 h 5017219"/>
              <a:gd name="connsiteX14989" fmla="*/ 2081729 w 5799173"/>
              <a:gd name="connsiteY14989" fmla="*/ 1419120 h 5017219"/>
              <a:gd name="connsiteX14990" fmla="*/ 2073670 w 5799173"/>
              <a:gd name="connsiteY14990" fmla="*/ 1405080 h 5017219"/>
              <a:gd name="connsiteX14991" fmla="*/ 2073670 w 5799173"/>
              <a:gd name="connsiteY14991" fmla="*/ 1403917 h 5017219"/>
              <a:gd name="connsiteX14992" fmla="*/ 2081729 w 5799173"/>
              <a:gd name="connsiteY14992" fmla="*/ 1389877 h 5017219"/>
              <a:gd name="connsiteX14993" fmla="*/ 2082726 w 5799173"/>
              <a:gd name="connsiteY14993" fmla="*/ 1389295 h 5017219"/>
              <a:gd name="connsiteX14994" fmla="*/ 2098926 w 5799173"/>
              <a:gd name="connsiteY14994" fmla="*/ 1389295 h 5017219"/>
              <a:gd name="connsiteX14995" fmla="*/ 2099922 w 5799173"/>
              <a:gd name="connsiteY14995" fmla="*/ 1389877 h 5017219"/>
              <a:gd name="connsiteX14996" fmla="*/ 2107981 w 5799173"/>
              <a:gd name="connsiteY14996" fmla="*/ 1403917 h 5017219"/>
              <a:gd name="connsiteX14997" fmla="*/ 2107981 w 5799173"/>
              <a:gd name="connsiteY14997" fmla="*/ 1405080 h 5017219"/>
              <a:gd name="connsiteX14998" fmla="*/ 2099923 w 5799173"/>
              <a:gd name="connsiteY14998" fmla="*/ 1419120 h 5017219"/>
              <a:gd name="connsiteX14999" fmla="*/ 2098926 w 5799173"/>
              <a:gd name="connsiteY14999" fmla="*/ 1419702 h 5017219"/>
              <a:gd name="connsiteX15000" fmla="*/ 938917 w 5799173"/>
              <a:gd name="connsiteY15000" fmla="*/ 1113694 h 5017219"/>
              <a:gd name="connsiteX15001" fmla="*/ 937921 w 5799173"/>
              <a:gd name="connsiteY15001" fmla="*/ 1113112 h 5017219"/>
              <a:gd name="connsiteX15002" fmla="*/ 929613 w 5799173"/>
              <a:gd name="connsiteY15002" fmla="*/ 1098739 h 5017219"/>
              <a:gd name="connsiteX15003" fmla="*/ 929613 w 5799173"/>
              <a:gd name="connsiteY15003" fmla="*/ 1097576 h 5017219"/>
              <a:gd name="connsiteX15004" fmla="*/ 937921 w 5799173"/>
              <a:gd name="connsiteY15004" fmla="*/ 1083204 h 5017219"/>
              <a:gd name="connsiteX15005" fmla="*/ 938917 w 5799173"/>
              <a:gd name="connsiteY15005" fmla="*/ 1082622 h 5017219"/>
              <a:gd name="connsiteX15006" fmla="*/ 955533 w 5799173"/>
              <a:gd name="connsiteY15006" fmla="*/ 1082622 h 5017219"/>
              <a:gd name="connsiteX15007" fmla="*/ 956530 w 5799173"/>
              <a:gd name="connsiteY15007" fmla="*/ 1083204 h 5017219"/>
              <a:gd name="connsiteX15008" fmla="*/ 964837 w 5799173"/>
              <a:gd name="connsiteY15008" fmla="*/ 1097576 h 5017219"/>
              <a:gd name="connsiteX15009" fmla="*/ 964837 w 5799173"/>
              <a:gd name="connsiteY15009" fmla="*/ 1098739 h 5017219"/>
              <a:gd name="connsiteX15010" fmla="*/ 956529 w 5799173"/>
              <a:gd name="connsiteY15010" fmla="*/ 1113112 h 5017219"/>
              <a:gd name="connsiteX15011" fmla="*/ 955533 w 5799173"/>
              <a:gd name="connsiteY15011" fmla="*/ 1113694 h 5017219"/>
              <a:gd name="connsiteX15012" fmla="*/ 4249160 w 5799173"/>
              <a:gd name="connsiteY15012" fmla="*/ 2000671 h 5017219"/>
              <a:gd name="connsiteX15013" fmla="*/ 4248163 w 5799173"/>
              <a:gd name="connsiteY15013" fmla="*/ 2000089 h 5017219"/>
              <a:gd name="connsiteX15014" fmla="*/ 4239855 w 5799173"/>
              <a:gd name="connsiteY15014" fmla="*/ 1985716 h 5017219"/>
              <a:gd name="connsiteX15015" fmla="*/ 4239855 w 5799173"/>
              <a:gd name="connsiteY15015" fmla="*/ 1984553 h 5017219"/>
              <a:gd name="connsiteX15016" fmla="*/ 4248164 w 5799173"/>
              <a:gd name="connsiteY15016" fmla="*/ 1970181 h 5017219"/>
              <a:gd name="connsiteX15017" fmla="*/ 4249160 w 5799173"/>
              <a:gd name="connsiteY15017" fmla="*/ 1969599 h 5017219"/>
              <a:gd name="connsiteX15018" fmla="*/ 4265776 w 5799173"/>
              <a:gd name="connsiteY15018" fmla="*/ 1969599 h 5017219"/>
              <a:gd name="connsiteX15019" fmla="*/ 4266772 w 5799173"/>
              <a:gd name="connsiteY15019" fmla="*/ 1970181 h 5017219"/>
              <a:gd name="connsiteX15020" fmla="*/ 4275081 w 5799173"/>
              <a:gd name="connsiteY15020" fmla="*/ 1984553 h 5017219"/>
              <a:gd name="connsiteX15021" fmla="*/ 4275081 w 5799173"/>
              <a:gd name="connsiteY15021" fmla="*/ 1985716 h 5017219"/>
              <a:gd name="connsiteX15022" fmla="*/ 4266772 w 5799173"/>
              <a:gd name="connsiteY15022" fmla="*/ 2000089 h 5017219"/>
              <a:gd name="connsiteX15023" fmla="*/ 4265775 w 5799173"/>
              <a:gd name="connsiteY15023" fmla="*/ 2000671 h 5017219"/>
              <a:gd name="connsiteX15024" fmla="*/ 4309345 w 5799173"/>
              <a:gd name="connsiteY15024" fmla="*/ 2016891 h 5017219"/>
              <a:gd name="connsiteX15025" fmla="*/ 4308348 w 5799173"/>
              <a:gd name="connsiteY15025" fmla="*/ 2016309 h 5017219"/>
              <a:gd name="connsiteX15026" fmla="*/ 4300040 w 5799173"/>
              <a:gd name="connsiteY15026" fmla="*/ 2001855 h 5017219"/>
              <a:gd name="connsiteX15027" fmla="*/ 4300040 w 5799173"/>
              <a:gd name="connsiteY15027" fmla="*/ 2000690 h 5017219"/>
              <a:gd name="connsiteX15028" fmla="*/ 4308348 w 5799173"/>
              <a:gd name="connsiteY15028" fmla="*/ 1986236 h 5017219"/>
              <a:gd name="connsiteX15029" fmla="*/ 4309345 w 5799173"/>
              <a:gd name="connsiteY15029" fmla="*/ 1985653 h 5017219"/>
              <a:gd name="connsiteX15030" fmla="*/ 4326044 w 5799173"/>
              <a:gd name="connsiteY15030" fmla="*/ 1985653 h 5017219"/>
              <a:gd name="connsiteX15031" fmla="*/ 4327040 w 5799173"/>
              <a:gd name="connsiteY15031" fmla="*/ 1986236 h 5017219"/>
              <a:gd name="connsiteX15032" fmla="*/ 4335348 w 5799173"/>
              <a:gd name="connsiteY15032" fmla="*/ 2000690 h 5017219"/>
              <a:gd name="connsiteX15033" fmla="*/ 4335348 w 5799173"/>
              <a:gd name="connsiteY15033" fmla="*/ 2001854 h 5017219"/>
              <a:gd name="connsiteX15034" fmla="*/ 4327040 w 5799173"/>
              <a:gd name="connsiteY15034" fmla="*/ 2016309 h 5017219"/>
              <a:gd name="connsiteX15035" fmla="*/ 4326044 w 5799173"/>
              <a:gd name="connsiteY15035" fmla="*/ 2016891 h 5017219"/>
              <a:gd name="connsiteX15036" fmla="*/ 4188787 w 5799173"/>
              <a:gd name="connsiteY15036" fmla="*/ 1984956 h 5017219"/>
              <a:gd name="connsiteX15037" fmla="*/ 4187790 w 5799173"/>
              <a:gd name="connsiteY15037" fmla="*/ 1984375 h 5017219"/>
              <a:gd name="connsiteX15038" fmla="*/ 4179316 w 5799173"/>
              <a:gd name="connsiteY15038" fmla="*/ 1969670 h 5017219"/>
              <a:gd name="connsiteX15039" fmla="*/ 4179316 w 5799173"/>
              <a:gd name="connsiteY15039" fmla="*/ 1968507 h 5017219"/>
              <a:gd name="connsiteX15040" fmla="*/ 4187790 w 5799173"/>
              <a:gd name="connsiteY15040" fmla="*/ 1953802 h 5017219"/>
              <a:gd name="connsiteX15041" fmla="*/ 4188787 w 5799173"/>
              <a:gd name="connsiteY15041" fmla="*/ 1953221 h 5017219"/>
              <a:gd name="connsiteX15042" fmla="*/ 4205735 w 5799173"/>
              <a:gd name="connsiteY15042" fmla="*/ 1953221 h 5017219"/>
              <a:gd name="connsiteX15043" fmla="*/ 4206732 w 5799173"/>
              <a:gd name="connsiteY15043" fmla="*/ 1953802 h 5017219"/>
              <a:gd name="connsiteX15044" fmla="*/ 4215206 w 5799173"/>
              <a:gd name="connsiteY15044" fmla="*/ 1968507 h 5017219"/>
              <a:gd name="connsiteX15045" fmla="*/ 4215206 w 5799173"/>
              <a:gd name="connsiteY15045" fmla="*/ 1969670 h 5017219"/>
              <a:gd name="connsiteX15046" fmla="*/ 4206732 w 5799173"/>
              <a:gd name="connsiteY15046" fmla="*/ 1984375 h 5017219"/>
              <a:gd name="connsiteX15047" fmla="*/ 4205735 w 5799173"/>
              <a:gd name="connsiteY15047" fmla="*/ 1984956 h 5017219"/>
              <a:gd name="connsiteX15048" fmla="*/ 4369108 w 5799173"/>
              <a:gd name="connsiteY15048" fmla="*/ 2033660 h 5017219"/>
              <a:gd name="connsiteX15049" fmla="*/ 4368028 w 5799173"/>
              <a:gd name="connsiteY15049" fmla="*/ 2033078 h 5017219"/>
              <a:gd name="connsiteX15050" fmla="*/ 4359305 w 5799173"/>
              <a:gd name="connsiteY15050" fmla="*/ 2018041 h 5017219"/>
              <a:gd name="connsiteX15051" fmla="*/ 4359305 w 5799173"/>
              <a:gd name="connsiteY15051" fmla="*/ 2016795 h 5017219"/>
              <a:gd name="connsiteX15052" fmla="*/ 4368028 w 5799173"/>
              <a:gd name="connsiteY15052" fmla="*/ 2001757 h 5017219"/>
              <a:gd name="connsiteX15053" fmla="*/ 4369108 w 5799173"/>
              <a:gd name="connsiteY15053" fmla="*/ 2001176 h 5017219"/>
              <a:gd name="connsiteX15054" fmla="*/ 4386472 w 5799173"/>
              <a:gd name="connsiteY15054" fmla="*/ 2001176 h 5017219"/>
              <a:gd name="connsiteX15055" fmla="*/ 4387552 w 5799173"/>
              <a:gd name="connsiteY15055" fmla="*/ 2001757 h 5017219"/>
              <a:gd name="connsiteX15056" fmla="*/ 4396275 w 5799173"/>
              <a:gd name="connsiteY15056" fmla="*/ 2016796 h 5017219"/>
              <a:gd name="connsiteX15057" fmla="*/ 4396275 w 5799173"/>
              <a:gd name="connsiteY15057" fmla="*/ 2018042 h 5017219"/>
              <a:gd name="connsiteX15058" fmla="*/ 4387552 w 5799173"/>
              <a:gd name="connsiteY15058" fmla="*/ 2033078 h 5017219"/>
              <a:gd name="connsiteX15059" fmla="*/ 4386472 w 5799173"/>
              <a:gd name="connsiteY15059" fmla="*/ 2033661 h 5017219"/>
              <a:gd name="connsiteX15060" fmla="*/ 4429292 w 5799173"/>
              <a:gd name="connsiteY15060" fmla="*/ 2049891 h 5017219"/>
              <a:gd name="connsiteX15061" fmla="*/ 4428212 w 5799173"/>
              <a:gd name="connsiteY15061" fmla="*/ 2049310 h 5017219"/>
              <a:gd name="connsiteX15062" fmla="*/ 4419489 w 5799173"/>
              <a:gd name="connsiteY15062" fmla="*/ 2034189 h 5017219"/>
              <a:gd name="connsiteX15063" fmla="*/ 4419489 w 5799173"/>
              <a:gd name="connsiteY15063" fmla="*/ 2032943 h 5017219"/>
              <a:gd name="connsiteX15064" fmla="*/ 4428212 w 5799173"/>
              <a:gd name="connsiteY15064" fmla="*/ 2017823 h 5017219"/>
              <a:gd name="connsiteX15065" fmla="*/ 4429292 w 5799173"/>
              <a:gd name="connsiteY15065" fmla="*/ 2017241 h 5017219"/>
              <a:gd name="connsiteX15066" fmla="*/ 4446822 w 5799173"/>
              <a:gd name="connsiteY15066" fmla="*/ 2017241 h 5017219"/>
              <a:gd name="connsiteX15067" fmla="*/ 4447902 w 5799173"/>
              <a:gd name="connsiteY15067" fmla="*/ 2017823 h 5017219"/>
              <a:gd name="connsiteX15068" fmla="*/ 4456625 w 5799173"/>
              <a:gd name="connsiteY15068" fmla="*/ 2032943 h 5017219"/>
              <a:gd name="connsiteX15069" fmla="*/ 4456625 w 5799173"/>
              <a:gd name="connsiteY15069" fmla="*/ 2034189 h 5017219"/>
              <a:gd name="connsiteX15070" fmla="*/ 4447902 w 5799173"/>
              <a:gd name="connsiteY15070" fmla="*/ 2049310 h 5017219"/>
              <a:gd name="connsiteX15071" fmla="*/ 4446822 w 5799173"/>
              <a:gd name="connsiteY15071" fmla="*/ 2049891 h 5017219"/>
              <a:gd name="connsiteX15072" fmla="*/ 4489477 w 5799173"/>
              <a:gd name="connsiteY15072" fmla="*/ 2066018 h 5017219"/>
              <a:gd name="connsiteX15073" fmla="*/ 4488397 w 5799173"/>
              <a:gd name="connsiteY15073" fmla="*/ 2065436 h 5017219"/>
              <a:gd name="connsiteX15074" fmla="*/ 4479674 w 5799173"/>
              <a:gd name="connsiteY15074" fmla="*/ 2050316 h 5017219"/>
              <a:gd name="connsiteX15075" fmla="*/ 4479674 w 5799173"/>
              <a:gd name="connsiteY15075" fmla="*/ 2049070 h 5017219"/>
              <a:gd name="connsiteX15076" fmla="*/ 4488397 w 5799173"/>
              <a:gd name="connsiteY15076" fmla="*/ 2033950 h 5017219"/>
              <a:gd name="connsiteX15077" fmla="*/ 4489477 w 5799173"/>
              <a:gd name="connsiteY15077" fmla="*/ 2033368 h 5017219"/>
              <a:gd name="connsiteX15078" fmla="*/ 4507007 w 5799173"/>
              <a:gd name="connsiteY15078" fmla="*/ 2033367 h 5017219"/>
              <a:gd name="connsiteX15079" fmla="*/ 4508087 w 5799173"/>
              <a:gd name="connsiteY15079" fmla="*/ 2033950 h 5017219"/>
              <a:gd name="connsiteX15080" fmla="*/ 4516810 w 5799173"/>
              <a:gd name="connsiteY15080" fmla="*/ 2049070 h 5017219"/>
              <a:gd name="connsiteX15081" fmla="*/ 4516810 w 5799173"/>
              <a:gd name="connsiteY15081" fmla="*/ 2050315 h 5017219"/>
              <a:gd name="connsiteX15082" fmla="*/ 4508087 w 5799173"/>
              <a:gd name="connsiteY15082" fmla="*/ 2065437 h 5017219"/>
              <a:gd name="connsiteX15083" fmla="*/ 4507007 w 5799173"/>
              <a:gd name="connsiteY15083" fmla="*/ 2066017 h 5017219"/>
              <a:gd name="connsiteX15084" fmla="*/ 4549582 w 5799173"/>
              <a:gd name="connsiteY15084" fmla="*/ 2082217 h 5017219"/>
              <a:gd name="connsiteX15085" fmla="*/ 4548502 w 5799173"/>
              <a:gd name="connsiteY15085" fmla="*/ 2081636 h 5017219"/>
              <a:gd name="connsiteX15086" fmla="*/ 4539696 w 5799173"/>
              <a:gd name="connsiteY15086" fmla="*/ 2066431 h 5017219"/>
              <a:gd name="connsiteX15087" fmla="*/ 4539696 w 5799173"/>
              <a:gd name="connsiteY15087" fmla="*/ 2065186 h 5017219"/>
              <a:gd name="connsiteX15088" fmla="*/ 4548502 w 5799173"/>
              <a:gd name="connsiteY15088" fmla="*/ 2049983 h 5017219"/>
              <a:gd name="connsiteX15089" fmla="*/ 4549582 w 5799173"/>
              <a:gd name="connsiteY15089" fmla="*/ 2049401 h 5017219"/>
              <a:gd name="connsiteX15090" fmla="*/ 4567195 w 5799173"/>
              <a:gd name="connsiteY15090" fmla="*/ 2049401 h 5017219"/>
              <a:gd name="connsiteX15091" fmla="*/ 4568275 w 5799173"/>
              <a:gd name="connsiteY15091" fmla="*/ 2049983 h 5017219"/>
              <a:gd name="connsiteX15092" fmla="*/ 4577081 w 5799173"/>
              <a:gd name="connsiteY15092" fmla="*/ 2065186 h 5017219"/>
              <a:gd name="connsiteX15093" fmla="*/ 4577081 w 5799173"/>
              <a:gd name="connsiteY15093" fmla="*/ 2066432 h 5017219"/>
              <a:gd name="connsiteX15094" fmla="*/ 4568275 w 5799173"/>
              <a:gd name="connsiteY15094" fmla="*/ 2081636 h 5017219"/>
              <a:gd name="connsiteX15095" fmla="*/ 4567195 w 5799173"/>
              <a:gd name="connsiteY15095" fmla="*/ 2082217 h 5017219"/>
              <a:gd name="connsiteX15096" fmla="*/ 4609625 w 5799173"/>
              <a:gd name="connsiteY15096" fmla="*/ 2098669 h 5017219"/>
              <a:gd name="connsiteX15097" fmla="*/ 4608545 w 5799173"/>
              <a:gd name="connsiteY15097" fmla="*/ 2098004 h 5017219"/>
              <a:gd name="connsiteX15098" fmla="*/ 4599573 w 5799173"/>
              <a:gd name="connsiteY15098" fmla="*/ 2082468 h 5017219"/>
              <a:gd name="connsiteX15099" fmla="*/ 4599573 w 5799173"/>
              <a:gd name="connsiteY15099" fmla="*/ 2081222 h 5017219"/>
              <a:gd name="connsiteX15100" fmla="*/ 4608545 w 5799173"/>
              <a:gd name="connsiteY15100" fmla="*/ 2065686 h 5017219"/>
              <a:gd name="connsiteX15101" fmla="*/ 4609625 w 5799173"/>
              <a:gd name="connsiteY15101" fmla="*/ 2065021 h 5017219"/>
              <a:gd name="connsiteX15102" fmla="*/ 4627487 w 5799173"/>
              <a:gd name="connsiteY15102" fmla="*/ 2065021 h 5017219"/>
              <a:gd name="connsiteX15103" fmla="*/ 4628567 w 5799173"/>
              <a:gd name="connsiteY15103" fmla="*/ 2065687 h 5017219"/>
              <a:gd name="connsiteX15104" fmla="*/ 4637540 w 5799173"/>
              <a:gd name="connsiteY15104" fmla="*/ 2081222 h 5017219"/>
              <a:gd name="connsiteX15105" fmla="*/ 4637540 w 5799173"/>
              <a:gd name="connsiteY15105" fmla="*/ 2082468 h 5017219"/>
              <a:gd name="connsiteX15106" fmla="*/ 4628567 w 5799173"/>
              <a:gd name="connsiteY15106" fmla="*/ 2098004 h 5017219"/>
              <a:gd name="connsiteX15107" fmla="*/ 4627487 w 5799173"/>
              <a:gd name="connsiteY15107" fmla="*/ 2098668 h 5017219"/>
              <a:gd name="connsiteX15108" fmla="*/ 878076 w 5799173"/>
              <a:gd name="connsiteY15108" fmla="*/ 1098907 h 5017219"/>
              <a:gd name="connsiteX15109" fmla="*/ 876997 w 5799173"/>
              <a:gd name="connsiteY15109" fmla="*/ 1098243 h 5017219"/>
              <a:gd name="connsiteX15110" fmla="*/ 868024 w 5799173"/>
              <a:gd name="connsiteY15110" fmla="*/ 1082624 h 5017219"/>
              <a:gd name="connsiteX15111" fmla="*/ 868024 w 5799173"/>
              <a:gd name="connsiteY15111" fmla="*/ 1081377 h 5017219"/>
              <a:gd name="connsiteX15112" fmla="*/ 876997 w 5799173"/>
              <a:gd name="connsiteY15112" fmla="*/ 1065759 h 5017219"/>
              <a:gd name="connsiteX15113" fmla="*/ 878075 w 5799173"/>
              <a:gd name="connsiteY15113" fmla="*/ 1065094 h 5017219"/>
              <a:gd name="connsiteX15114" fmla="*/ 896105 w 5799173"/>
              <a:gd name="connsiteY15114" fmla="*/ 1065094 h 5017219"/>
              <a:gd name="connsiteX15115" fmla="*/ 897184 w 5799173"/>
              <a:gd name="connsiteY15115" fmla="*/ 1065759 h 5017219"/>
              <a:gd name="connsiteX15116" fmla="*/ 906157 w 5799173"/>
              <a:gd name="connsiteY15116" fmla="*/ 1081377 h 5017219"/>
              <a:gd name="connsiteX15117" fmla="*/ 906157 w 5799173"/>
              <a:gd name="connsiteY15117" fmla="*/ 1082625 h 5017219"/>
              <a:gd name="connsiteX15118" fmla="*/ 897185 w 5799173"/>
              <a:gd name="connsiteY15118" fmla="*/ 1098244 h 5017219"/>
              <a:gd name="connsiteX15119" fmla="*/ 896105 w 5799173"/>
              <a:gd name="connsiteY15119" fmla="*/ 1098907 h 5017219"/>
              <a:gd name="connsiteX15120" fmla="*/ 4970740 w 5799173"/>
              <a:gd name="connsiteY15120" fmla="*/ 2195534 h 5017219"/>
              <a:gd name="connsiteX15121" fmla="*/ 4969660 w 5799173"/>
              <a:gd name="connsiteY15121" fmla="*/ 2194869 h 5017219"/>
              <a:gd name="connsiteX15122" fmla="*/ 4960688 w 5799173"/>
              <a:gd name="connsiteY15122" fmla="*/ 2179251 h 5017219"/>
              <a:gd name="connsiteX15123" fmla="*/ 4960688 w 5799173"/>
              <a:gd name="connsiteY15123" fmla="*/ 2178004 h 5017219"/>
              <a:gd name="connsiteX15124" fmla="*/ 4969660 w 5799173"/>
              <a:gd name="connsiteY15124" fmla="*/ 2162386 h 5017219"/>
              <a:gd name="connsiteX15125" fmla="*/ 4970740 w 5799173"/>
              <a:gd name="connsiteY15125" fmla="*/ 2161720 h 5017219"/>
              <a:gd name="connsiteX15126" fmla="*/ 4988769 w 5799173"/>
              <a:gd name="connsiteY15126" fmla="*/ 2161721 h 5017219"/>
              <a:gd name="connsiteX15127" fmla="*/ 4989849 w 5799173"/>
              <a:gd name="connsiteY15127" fmla="*/ 2162385 h 5017219"/>
              <a:gd name="connsiteX15128" fmla="*/ 4998821 w 5799173"/>
              <a:gd name="connsiteY15128" fmla="*/ 2178004 h 5017219"/>
              <a:gd name="connsiteX15129" fmla="*/ 4998821 w 5799173"/>
              <a:gd name="connsiteY15129" fmla="*/ 2179251 h 5017219"/>
              <a:gd name="connsiteX15130" fmla="*/ 4989849 w 5799173"/>
              <a:gd name="connsiteY15130" fmla="*/ 2194870 h 5017219"/>
              <a:gd name="connsiteX15131" fmla="*/ 4988769 w 5799173"/>
              <a:gd name="connsiteY15131" fmla="*/ 2195533 h 5017219"/>
              <a:gd name="connsiteX15132" fmla="*/ 4669727 w 5799173"/>
              <a:gd name="connsiteY15132" fmla="*/ 2114971 h 5017219"/>
              <a:gd name="connsiteX15133" fmla="*/ 4668646 w 5799173"/>
              <a:gd name="connsiteY15133" fmla="*/ 2114307 h 5017219"/>
              <a:gd name="connsiteX15134" fmla="*/ 4659592 w 5799173"/>
              <a:gd name="connsiteY15134" fmla="*/ 2098606 h 5017219"/>
              <a:gd name="connsiteX15135" fmla="*/ 4659592 w 5799173"/>
              <a:gd name="connsiteY15135" fmla="*/ 2097359 h 5017219"/>
              <a:gd name="connsiteX15136" fmla="*/ 4668647 w 5799173"/>
              <a:gd name="connsiteY15136" fmla="*/ 2081657 h 5017219"/>
              <a:gd name="connsiteX15137" fmla="*/ 4669726 w 5799173"/>
              <a:gd name="connsiteY15137" fmla="*/ 2080993 h 5017219"/>
              <a:gd name="connsiteX15138" fmla="*/ 4687838 w 5799173"/>
              <a:gd name="connsiteY15138" fmla="*/ 2080992 h 5017219"/>
              <a:gd name="connsiteX15139" fmla="*/ 4688918 w 5799173"/>
              <a:gd name="connsiteY15139" fmla="*/ 2081657 h 5017219"/>
              <a:gd name="connsiteX15140" fmla="*/ 4697973 w 5799173"/>
              <a:gd name="connsiteY15140" fmla="*/ 2097359 h 5017219"/>
              <a:gd name="connsiteX15141" fmla="*/ 4697973 w 5799173"/>
              <a:gd name="connsiteY15141" fmla="*/ 2098606 h 5017219"/>
              <a:gd name="connsiteX15142" fmla="*/ 4688918 w 5799173"/>
              <a:gd name="connsiteY15142" fmla="*/ 2114307 h 5017219"/>
              <a:gd name="connsiteX15143" fmla="*/ 4687838 w 5799173"/>
              <a:gd name="connsiteY15143" fmla="*/ 2114971 h 5017219"/>
              <a:gd name="connsiteX15144" fmla="*/ 4790099 w 5799173"/>
              <a:gd name="connsiteY15144" fmla="*/ 2147225 h 5017219"/>
              <a:gd name="connsiteX15145" fmla="*/ 4789019 w 5799173"/>
              <a:gd name="connsiteY15145" fmla="*/ 2146561 h 5017219"/>
              <a:gd name="connsiteX15146" fmla="*/ 4779964 w 5799173"/>
              <a:gd name="connsiteY15146" fmla="*/ 2130859 h 5017219"/>
              <a:gd name="connsiteX15147" fmla="*/ 4779964 w 5799173"/>
              <a:gd name="connsiteY15147" fmla="*/ 2129613 h 5017219"/>
              <a:gd name="connsiteX15148" fmla="*/ 4789019 w 5799173"/>
              <a:gd name="connsiteY15148" fmla="*/ 2113911 h 5017219"/>
              <a:gd name="connsiteX15149" fmla="*/ 4790099 w 5799173"/>
              <a:gd name="connsiteY15149" fmla="*/ 2113246 h 5017219"/>
              <a:gd name="connsiteX15150" fmla="*/ 4808211 w 5799173"/>
              <a:gd name="connsiteY15150" fmla="*/ 2113246 h 5017219"/>
              <a:gd name="connsiteX15151" fmla="*/ 4809291 w 5799173"/>
              <a:gd name="connsiteY15151" fmla="*/ 2113911 h 5017219"/>
              <a:gd name="connsiteX15152" fmla="*/ 4818346 w 5799173"/>
              <a:gd name="connsiteY15152" fmla="*/ 2129613 h 5017219"/>
              <a:gd name="connsiteX15153" fmla="*/ 4818346 w 5799173"/>
              <a:gd name="connsiteY15153" fmla="*/ 2130859 h 5017219"/>
              <a:gd name="connsiteX15154" fmla="*/ 4809291 w 5799173"/>
              <a:gd name="connsiteY15154" fmla="*/ 2146561 h 5017219"/>
              <a:gd name="connsiteX15155" fmla="*/ 4808211 w 5799173"/>
              <a:gd name="connsiteY15155" fmla="*/ 2147225 h 5017219"/>
              <a:gd name="connsiteX15156" fmla="*/ 1900981 w 5799173"/>
              <a:gd name="connsiteY15156" fmla="*/ 1373561 h 5017219"/>
              <a:gd name="connsiteX15157" fmla="*/ 1899819 w 5799173"/>
              <a:gd name="connsiteY15157" fmla="*/ 1372897 h 5017219"/>
              <a:gd name="connsiteX15158" fmla="*/ 1890597 w 5799173"/>
              <a:gd name="connsiteY15158" fmla="*/ 1356862 h 5017219"/>
              <a:gd name="connsiteX15159" fmla="*/ 1890597 w 5799173"/>
              <a:gd name="connsiteY15159" fmla="*/ 1355533 h 5017219"/>
              <a:gd name="connsiteX15160" fmla="*/ 1899819 w 5799173"/>
              <a:gd name="connsiteY15160" fmla="*/ 1339499 h 5017219"/>
              <a:gd name="connsiteX15161" fmla="*/ 1900981 w 5799173"/>
              <a:gd name="connsiteY15161" fmla="*/ 1338834 h 5017219"/>
              <a:gd name="connsiteX15162" fmla="*/ 1919508 w 5799173"/>
              <a:gd name="connsiteY15162" fmla="*/ 1338834 h 5017219"/>
              <a:gd name="connsiteX15163" fmla="*/ 1920671 w 5799173"/>
              <a:gd name="connsiteY15163" fmla="*/ 1339499 h 5017219"/>
              <a:gd name="connsiteX15164" fmla="*/ 1929893 w 5799173"/>
              <a:gd name="connsiteY15164" fmla="*/ 1355533 h 5017219"/>
              <a:gd name="connsiteX15165" fmla="*/ 1929893 w 5799173"/>
              <a:gd name="connsiteY15165" fmla="*/ 1356862 h 5017219"/>
              <a:gd name="connsiteX15166" fmla="*/ 1920671 w 5799173"/>
              <a:gd name="connsiteY15166" fmla="*/ 1372897 h 5017219"/>
              <a:gd name="connsiteX15167" fmla="*/ 1919508 w 5799173"/>
              <a:gd name="connsiteY15167" fmla="*/ 1373561 h 5017219"/>
              <a:gd name="connsiteX15168" fmla="*/ 4729736 w 5799173"/>
              <a:gd name="connsiteY15168" fmla="*/ 2131524 h 5017219"/>
              <a:gd name="connsiteX15169" fmla="*/ 4728573 w 5799173"/>
              <a:gd name="connsiteY15169" fmla="*/ 2130860 h 5017219"/>
              <a:gd name="connsiteX15170" fmla="*/ 4719351 w 5799173"/>
              <a:gd name="connsiteY15170" fmla="*/ 2114825 h 5017219"/>
              <a:gd name="connsiteX15171" fmla="*/ 4719351 w 5799173"/>
              <a:gd name="connsiteY15171" fmla="*/ 2113496 h 5017219"/>
              <a:gd name="connsiteX15172" fmla="*/ 4728573 w 5799173"/>
              <a:gd name="connsiteY15172" fmla="*/ 2097462 h 5017219"/>
              <a:gd name="connsiteX15173" fmla="*/ 4729736 w 5799173"/>
              <a:gd name="connsiteY15173" fmla="*/ 2096797 h 5017219"/>
              <a:gd name="connsiteX15174" fmla="*/ 4748262 w 5799173"/>
              <a:gd name="connsiteY15174" fmla="*/ 2096797 h 5017219"/>
              <a:gd name="connsiteX15175" fmla="*/ 4749425 w 5799173"/>
              <a:gd name="connsiteY15175" fmla="*/ 2097462 h 5017219"/>
              <a:gd name="connsiteX15176" fmla="*/ 4758647 w 5799173"/>
              <a:gd name="connsiteY15176" fmla="*/ 2113495 h 5017219"/>
              <a:gd name="connsiteX15177" fmla="*/ 4758647 w 5799173"/>
              <a:gd name="connsiteY15177" fmla="*/ 2114825 h 5017219"/>
              <a:gd name="connsiteX15178" fmla="*/ 4749425 w 5799173"/>
              <a:gd name="connsiteY15178" fmla="*/ 2130860 h 5017219"/>
              <a:gd name="connsiteX15179" fmla="*/ 4748262 w 5799173"/>
              <a:gd name="connsiteY15179" fmla="*/ 2131524 h 5017219"/>
              <a:gd name="connsiteX15180" fmla="*/ 4910212 w 5799173"/>
              <a:gd name="connsiteY15180" fmla="*/ 2179976 h 5017219"/>
              <a:gd name="connsiteX15181" fmla="*/ 4909049 w 5799173"/>
              <a:gd name="connsiteY15181" fmla="*/ 2179312 h 5017219"/>
              <a:gd name="connsiteX15182" fmla="*/ 4899744 w 5799173"/>
              <a:gd name="connsiteY15182" fmla="*/ 2163194 h 5017219"/>
              <a:gd name="connsiteX15183" fmla="*/ 4899744 w 5799173"/>
              <a:gd name="connsiteY15183" fmla="*/ 2161865 h 5017219"/>
              <a:gd name="connsiteX15184" fmla="*/ 4909049 w 5799173"/>
              <a:gd name="connsiteY15184" fmla="*/ 2145748 h 5017219"/>
              <a:gd name="connsiteX15185" fmla="*/ 4910212 w 5799173"/>
              <a:gd name="connsiteY15185" fmla="*/ 2145083 h 5017219"/>
              <a:gd name="connsiteX15186" fmla="*/ 4928821 w 5799173"/>
              <a:gd name="connsiteY15186" fmla="*/ 2145083 h 5017219"/>
              <a:gd name="connsiteX15187" fmla="*/ 4929985 w 5799173"/>
              <a:gd name="connsiteY15187" fmla="*/ 2145748 h 5017219"/>
              <a:gd name="connsiteX15188" fmla="*/ 4939290 w 5799173"/>
              <a:gd name="connsiteY15188" fmla="*/ 2161865 h 5017219"/>
              <a:gd name="connsiteX15189" fmla="*/ 4939290 w 5799173"/>
              <a:gd name="connsiteY15189" fmla="*/ 2163194 h 5017219"/>
              <a:gd name="connsiteX15190" fmla="*/ 4929985 w 5799173"/>
              <a:gd name="connsiteY15190" fmla="*/ 2179312 h 5017219"/>
              <a:gd name="connsiteX15191" fmla="*/ 4928821 w 5799173"/>
              <a:gd name="connsiteY15191" fmla="*/ 2179976 h 5017219"/>
              <a:gd name="connsiteX15192" fmla="*/ 4849943 w 5799173"/>
              <a:gd name="connsiteY15192" fmla="*/ 2164016 h 5017219"/>
              <a:gd name="connsiteX15193" fmla="*/ 4848780 w 5799173"/>
              <a:gd name="connsiteY15193" fmla="*/ 2163352 h 5017219"/>
              <a:gd name="connsiteX15194" fmla="*/ 4839392 w 5799173"/>
              <a:gd name="connsiteY15194" fmla="*/ 2147068 h 5017219"/>
              <a:gd name="connsiteX15195" fmla="*/ 4839392 w 5799173"/>
              <a:gd name="connsiteY15195" fmla="*/ 2145738 h 5017219"/>
              <a:gd name="connsiteX15196" fmla="*/ 4848780 w 5799173"/>
              <a:gd name="connsiteY15196" fmla="*/ 2129455 h 5017219"/>
              <a:gd name="connsiteX15197" fmla="*/ 4849943 w 5799173"/>
              <a:gd name="connsiteY15197" fmla="*/ 2128791 h 5017219"/>
              <a:gd name="connsiteX15198" fmla="*/ 4868719 w 5799173"/>
              <a:gd name="connsiteY15198" fmla="*/ 2128790 h 5017219"/>
              <a:gd name="connsiteX15199" fmla="*/ 4869882 w 5799173"/>
              <a:gd name="connsiteY15199" fmla="*/ 2129455 h 5017219"/>
              <a:gd name="connsiteX15200" fmla="*/ 4879270 w 5799173"/>
              <a:gd name="connsiteY15200" fmla="*/ 2145739 h 5017219"/>
              <a:gd name="connsiteX15201" fmla="*/ 4879270 w 5799173"/>
              <a:gd name="connsiteY15201" fmla="*/ 2147067 h 5017219"/>
              <a:gd name="connsiteX15202" fmla="*/ 4869882 w 5799173"/>
              <a:gd name="connsiteY15202" fmla="*/ 2163351 h 5017219"/>
              <a:gd name="connsiteX15203" fmla="*/ 4868719 w 5799173"/>
              <a:gd name="connsiteY15203" fmla="*/ 2164016 h 5017219"/>
              <a:gd name="connsiteX15204" fmla="*/ 997941 w 5799173"/>
              <a:gd name="connsiteY15204" fmla="*/ 1131981 h 5017219"/>
              <a:gd name="connsiteX15205" fmla="*/ 996778 w 5799173"/>
              <a:gd name="connsiteY15205" fmla="*/ 1131316 h 5017219"/>
              <a:gd name="connsiteX15206" fmla="*/ 987307 w 5799173"/>
              <a:gd name="connsiteY15206" fmla="*/ 1114949 h 5017219"/>
              <a:gd name="connsiteX15207" fmla="*/ 987307 w 5799173"/>
              <a:gd name="connsiteY15207" fmla="*/ 1113620 h 5017219"/>
              <a:gd name="connsiteX15208" fmla="*/ 996779 w 5799173"/>
              <a:gd name="connsiteY15208" fmla="*/ 1097254 h 5017219"/>
              <a:gd name="connsiteX15209" fmla="*/ 997941 w 5799173"/>
              <a:gd name="connsiteY15209" fmla="*/ 1096589 h 5017219"/>
              <a:gd name="connsiteX15210" fmla="*/ 1016883 w 5799173"/>
              <a:gd name="connsiteY15210" fmla="*/ 1096589 h 5017219"/>
              <a:gd name="connsiteX15211" fmla="*/ 1018046 w 5799173"/>
              <a:gd name="connsiteY15211" fmla="*/ 1097254 h 5017219"/>
              <a:gd name="connsiteX15212" fmla="*/ 1027517 w 5799173"/>
              <a:gd name="connsiteY15212" fmla="*/ 1113620 h 5017219"/>
              <a:gd name="connsiteX15213" fmla="*/ 1027517 w 5799173"/>
              <a:gd name="connsiteY15213" fmla="*/ 1114949 h 5017219"/>
              <a:gd name="connsiteX15214" fmla="*/ 1018046 w 5799173"/>
              <a:gd name="connsiteY15214" fmla="*/ 1131316 h 5017219"/>
              <a:gd name="connsiteX15215" fmla="*/ 1016883 w 5799173"/>
              <a:gd name="connsiteY15215" fmla="*/ 1131981 h 5017219"/>
              <a:gd name="connsiteX15216" fmla="*/ 1058043 w 5799173"/>
              <a:gd name="connsiteY15216" fmla="*/ 1148190 h 5017219"/>
              <a:gd name="connsiteX15217" fmla="*/ 1056881 w 5799173"/>
              <a:gd name="connsiteY15217" fmla="*/ 1147525 h 5017219"/>
              <a:gd name="connsiteX15218" fmla="*/ 1047409 w 5799173"/>
              <a:gd name="connsiteY15218" fmla="*/ 1131076 h 5017219"/>
              <a:gd name="connsiteX15219" fmla="*/ 1047409 w 5799173"/>
              <a:gd name="connsiteY15219" fmla="*/ 1129746 h 5017219"/>
              <a:gd name="connsiteX15220" fmla="*/ 1056963 w 5799173"/>
              <a:gd name="connsiteY15220" fmla="*/ 1113297 h 5017219"/>
              <a:gd name="connsiteX15221" fmla="*/ 1058126 w 5799173"/>
              <a:gd name="connsiteY15221" fmla="*/ 1112631 h 5017219"/>
              <a:gd name="connsiteX15222" fmla="*/ 1077151 w 5799173"/>
              <a:gd name="connsiteY15222" fmla="*/ 1112632 h 5017219"/>
              <a:gd name="connsiteX15223" fmla="*/ 1078314 w 5799173"/>
              <a:gd name="connsiteY15223" fmla="*/ 1113297 h 5017219"/>
              <a:gd name="connsiteX15224" fmla="*/ 1087785 w 5799173"/>
              <a:gd name="connsiteY15224" fmla="*/ 1129746 h 5017219"/>
              <a:gd name="connsiteX15225" fmla="*/ 1087785 w 5799173"/>
              <a:gd name="connsiteY15225" fmla="*/ 1131076 h 5017219"/>
              <a:gd name="connsiteX15226" fmla="*/ 1078231 w 5799173"/>
              <a:gd name="connsiteY15226" fmla="*/ 1147524 h 5017219"/>
              <a:gd name="connsiteX15227" fmla="*/ 1077068 w 5799173"/>
              <a:gd name="connsiteY15227" fmla="*/ 1148190 h 5017219"/>
              <a:gd name="connsiteX15228" fmla="*/ 1178260 w 5799173"/>
              <a:gd name="connsiteY15228" fmla="*/ 1180862 h 5017219"/>
              <a:gd name="connsiteX15229" fmla="*/ 1177097 w 5799173"/>
              <a:gd name="connsiteY15229" fmla="*/ 1180197 h 5017219"/>
              <a:gd name="connsiteX15230" fmla="*/ 1167377 w 5799173"/>
              <a:gd name="connsiteY15230" fmla="*/ 1163332 h 5017219"/>
              <a:gd name="connsiteX15231" fmla="*/ 1167377 w 5799173"/>
              <a:gd name="connsiteY15231" fmla="*/ 1161920 h 5017219"/>
              <a:gd name="connsiteX15232" fmla="*/ 1177098 w 5799173"/>
              <a:gd name="connsiteY15232" fmla="*/ 1145055 h 5017219"/>
              <a:gd name="connsiteX15233" fmla="*/ 1178260 w 5799173"/>
              <a:gd name="connsiteY15233" fmla="*/ 1144390 h 5017219"/>
              <a:gd name="connsiteX15234" fmla="*/ 1197701 w 5799173"/>
              <a:gd name="connsiteY15234" fmla="*/ 1144390 h 5017219"/>
              <a:gd name="connsiteX15235" fmla="*/ 1198864 w 5799173"/>
              <a:gd name="connsiteY15235" fmla="*/ 1145055 h 5017219"/>
              <a:gd name="connsiteX15236" fmla="*/ 1208584 w 5799173"/>
              <a:gd name="connsiteY15236" fmla="*/ 1161920 h 5017219"/>
              <a:gd name="connsiteX15237" fmla="*/ 1208584 w 5799173"/>
              <a:gd name="connsiteY15237" fmla="*/ 1163332 h 5017219"/>
              <a:gd name="connsiteX15238" fmla="*/ 1198864 w 5799173"/>
              <a:gd name="connsiteY15238" fmla="*/ 1180197 h 5017219"/>
              <a:gd name="connsiteX15239" fmla="*/ 1197701 w 5799173"/>
              <a:gd name="connsiteY15239" fmla="*/ 1180862 h 5017219"/>
              <a:gd name="connsiteX15240" fmla="*/ 1298550 w 5799173"/>
              <a:gd name="connsiteY15240" fmla="*/ 1213198 h 5017219"/>
              <a:gd name="connsiteX15241" fmla="*/ 1297387 w 5799173"/>
              <a:gd name="connsiteY15241" fmla="*/ 1212534 h 5017219"/>
              <a:gd name="connsiteX15242" fmla="*/ 1287667 w 5799173"/>
              <a:gd name="connsiteY15242" fmla="*/ 1195586 h 5017219"/>
              <a:gd name="connsiteX15243" fmla="*/ 1287667 w 5799173"/>
              <a:gd name="connsiteY15243" fmla="*/ 1194174 h 5017219"/>
              <a:gd name="connsiteX15244" fmla="*/ 1297470 w 5799173"/>
              <a:gd name="connsiteY15244" fmla="*/ 1177226 h 5017219"/>
              <a:gd name="connsiteX15245" fmla="*/ 1298634 w 5799173"/>
              <a:gd name="connsiteY15245" fmla="*/ 1176561 h 5017219"/>
              <a:gd name="connsiteX15246" fmla="*/ 1318157 w 5799173"/>
              <a:gd name="connsiteY15246" fmla="*/ 1176561 h 5017219"/>
              <a:gd name="connsiteX15247" fmla="*/ 1319320 w 5799173"/>
              <a:gd name="connsiteY15247" fmla="*/ 1177225 h 5017219"/>
              <a:gd name="connsiteX15248" fmla="*/ 1329040 w 5799173"/>
              <a:gd name="connsiteY15248" fmla="*/ 1194174 h 5017219"/>
              <a:gd name="connsiteX15249" fmla="*/ 1329040 w 5799173"/>
              <a:gd name="connsiteY15249" fmla="*/ 1195586 h 5017219"/>
              <a:gd name="connsiteX15250" fmla="*/ 1319237 w 5799173"/>
              <a:gd name="connsiteY15250" fmla="*/ 1212534 h 5017219"/>
              <a:gd name="connsiteX15251" fmla="*/ 1318074 w 5799173"/>
              <a:gd name="connsiteY15251" fmla="*/ 1213199 h 5017219"/>
              <a:gd name="connsiteX15252" fmla="*/ 1117993 w 5799173"/>
              <a:gd name="connsiteY15252" fmla="*/ 1164900 h 5017219"/>
              <a:gd name="connsiteX15253" fmla="*/ 1116828 w 5799173"/>
              <a:gd name="connsiteY15253" fmla="*/ 1164235 h 5017219"/>
              <a:gd name="connsiteX15254" fmla="*/ 1107025 w 5799173"/>
              <a:gd name="connsiteY15254" fmla="*/ 1147204 h 5017219"/>
              <a:gd name="connsiteX15255" fmla="*/ 1107026 w 5799173"/>
              <a:gd name="connsiteY15255" fmla="*/ 1145792 h 5017219"/>
              <a:gd name="connsiteX15256" fmla="*/ 1116829 w 5799173"/>
              <a:gd name="connsiteY15256" fmla="*/ 1128761 h 5017219"/>
              <a:gd name="connsiteX15257" fmla="*/ 1117992 w 5799173"/>
              <a:gd name="connsiteY15257" fmla="*/ 1128096 h 5017219"/>
              <a:gd name="connsiteX15258" fmla="*/ 1137598 w 5799173"/>
              <a:gd name="connsiteY15258" fmla="*/ 1128096 h 5017219"/>
              <a:gd name="connsiteX15259" fmla="*/ 1138762 w 5799173"/>
              <a:gd name="connsiteY15259" fmla="*/ 1128761 h 5017219"/>
              <a:gd name="connsiteX15260" fmla="*/ 1148565 w 5799173"/>
              <a:gd name="connsiteY15260" fmla="*/ 1145792 h 5017219"/>
              <a:gd name="connsiteX15261" fmla="*/ 1148566 w 5799173"/>
              <a:gd name="connsiteY15261" fmla="*/ 1147204 h 5017219"/>
              <a:gd name="connsiteX15262" fmla="*/ 1138761 w 5799173"/>
              <a:gd name="connsiteY15262" fmla="*/ 1164235 h 5017219"/>
              <a:gd name="connsiteX15263" fmla="*/ 1137599 w 5799173"/>
              <a:gd name="connsiteY15263" fmla="*/ 1164900 h 5017219"/>
              <a:gd name="connsiteX15264" fmla="*/ 1238261 w 5799173"/>
              <a:gd name="connsiteY15264" fmla="*/ 1197306 h 5017219"/>
              <a:gd name="connsiteX15265" fmla="*/ 1237014 w 5799173"/>
              <a:gd name="connsiteY15265" fmla="*/ 1196642 h 5017219"/>
              <a:gd name="connsiteX15266" fmla="*/ 1227128 w 5799173"/>
              <a:gd name="connsiteY15266" fmla="*/ 1179527 h 5017219"/>
              <a:gd name="connsiteX15267" fmla="*/ 1227128 w 5799173"/>
              <a:gd name="connsiteY15267" fmla="*/ 1178115 h 5017219"/>
              <a:gd name="connsiteX15268" fmla="*/ 1237014 w 5799173"/>
              <a:gd name="connsiteY15268" fmla="*/ 1161001 h 5017219"/>
              <a:gd name="connsiteX15269" fmla="*/ 1238261 w 5799173"/>
              <a:gd name="connsiteY15269" fmla="*/ 1160336 h 5017219"/>
              <a:gd name="connsiteX15270" fmla="*/ 1257950 w 5799173"/>
              <a:gd name="connsiteY15270" fmla="*/ 1160336 h 5017219"/>
              <a:gd name="connsiteX15271" fmla="*/ 1259197 w 5799173"/>
              <a:gd name="connsiteY15271" fmla="*/ 1161001 h 5017219"/>
              <a:gd name="connsiteX15272" fmla="*/ 1269083 w 5799173"/>
              <a:gd name="connsiteY15272" fmla="*/ 1178115 h 5017219"/>
              <a:gd name="connsiteX15273" fmla="*/ 1269083 w 5799173"/>
              <a:gd name="connsiteY15273" fmla="*/ 1179527 h 5017219"/>
              <a:gd name="connsiteX15274" fmla="*/ 1259197 w 5799173"/>
              <a:gd name="connsiteY15274" fmla="*/ 1196642 h 5017219"/>
              <a:gd name="connsiteX15275" fmla="*/ 1257950 w 5799173"/>
              <a:gd name="connsiteY15275" fmla="*/ 1197306 h 5017219"/>
              <a:gd name="connsiteX15276" fmla="*/ 1418816 w 5799173"/>
              <a:gd name="connsiteY15276" fmla="*/ 1245791 h 5017219"/>
              <a:gd name="connsiteX15277" fmla="*/ 1417571 w 5799173"/>
              <a:gd name="connsiteY15277" fmla="*/ 1245127 h 5017219"/>
              <a:gd name="connsiteX15278" fmla="*/ 1407684 w 5799173"/>
              <a:gd name="connsiteY15278" fmla="*/ 1227929 h 5017219"/>
              <a:gd name="connsiteX15279" fmla="*/ 1407684 w 5799173"/>
              <a:gd name="connsiteY15279" fmla="*/ 1226517 h 5017219"/>
              <a:gd name="connsiteX15280" fmla="*/ 1417571 w 5799173"/>
              <a:gd name="connsiteY15280" fmla="*/ 1209320 h 5017219"/>
              <a:gd name="connsiteX15281" fmla="*/ 1418816 w 5799173"/>
              <a:gd name="connsiteY15281" fmla="*/ 1208655 h 5017219"/>
              <a:gd name="connsiteX15282" fmla="*/ 1438672 w 5799173"/>
              <a:gd name="connsiteY15282" fmla="*/ 1208655 h 5017219"/>
              <a:gd name="connsiteX15283" fmla="*/ 1439919 w 5799173"/>
              <a:gd name="connsiteY15283" fmla="*/ 1209320 h 5017219"/>
              <a:gd name="connsiteX15284" fmla="*/ 1449805 w 5799173"/>
              <a:gd name="connsiteY15284" fmla="*/ 1226517 h 5017219"/>
              <a:gd name="connsiteX15285" fmla="*/ 1449805 w 5799173"/>
              <a:gd name="connsiteY15285" fmla="*/ 1227929 h 5017219"/>
              <a:gd name="connsiteX15286" fmla="*/ 1439919 w 5799173"/>
              <a:gd name="connsiteY15286" fmla="*/ 1245127 h 5017219"/>
              <a:gd name="connsiteX15287" fmla="*/ 1438672 w 5799173"/>
              <a:gd name="connsiteY15287" fmla="*/ 1245791 h 5017219"/>
              <a:gd name="connsiteX15288" fmla="*/ 1840038 w 5799173"/>
              <a:gd name="connsiteY15288" fmla="*/ 1358751 h 5017219"/>
              <a:gd name="connsiteX15289" fmla="*/ 1838792 w 5799173"/>
              <a:gd name="connsiteY15289" fmla="*/ 1358087 h 5017219"/>
              <a:gd name="connsiteX15290" fmla="*/ 1828822 w 5799173"/>
              <a:gd name="connsiteY15290" fmla="*/ 1340806 h 5017219"/>
              <a:gd name="connsiteX15291" fmla="*/ 1828822 w 5799173"/>
              <a:gd name="connsiteY15291" fmla="*/ 1339394 h 5017219"/>
              <a:gd name="connsiteX15292" fmla="*/ 1838792 w 5799173"/>
              <a:gd name="connsiteY15292" fmla="*/ 1322114 h 5017219"/>
              <a:gd name="connsiteX15293" fmla="*/ 1840039 w 5799173"/>
              <a:gd name="connsiteY15293" fmla="*/ 1321449 h 5017219"/>
              <a:gd name="connsiteX15294" fmla="*/ 1859977 w 5799173"/>
              <a:gd name="connsiteY15294" fmla="*/ 1321449 h 5017219"/>
              <a:gd name="connsiteX15295" fmla="*/ 1861223 w 5799173"/>
              <a:gd name="connsiteY15295" fmla="*/ 1322114 h 5017219"/>
              <a:gd name="connsiteX15296" fmla="*/ 1871192 w 5799173"/>
              <a:gd name="connsiteY15296" fmla="*/ 1339394 h 5017219"/>
              <a:gd name="connsiteX15297" fmla="*/ 1871193 w 5799173"/>
              <a:gd name="connsiteY15297" fmla="*/ 1340806 h 5017219"/>
              <a:gd name="connsiteX15298" fmla="*/ 1861223 w 5799173"/>
              <a:gd name="connsiteY15298" fmla="*/ 1358087 h 5017219"/>
              <a:gd name="connsiteX15299" fmla="*/ 1859977 w 5799173"/>
              <a:gd name="connsiteY15299" fmla="*/ 1358751 h 5017219"/>
              <a:gd name="connsiteX15300" fmla="*/ 1358488 w 5799173"/>
              <a:gd name="connsiteY15300" fmla="*/ 1229824 h 5017219"/>
              <a:gd name="connsiteX15301" fmla="*/ 1357242 w 5799173"/>
              <a:gd name="connsiteY15301" fmla="*/ 1229076 h 5017219"/>
              <a:gd name="connsiteX15302" fmla="*/ 1347272 w 5799173"/>
              <a:gd name="connsiteY15302" fmla="*/ 1211712 h 5017219"/>
              <a:gd name="connsiteX15303" fmla="*/ 1347272 w 5799173"/>
              <a:gd name="connsiteY15303" fmla="*/ 1210299 h 5017219"/>
              <a:gd name="connsiteX15304" fmla="*/ 1357325 w 5799173"/>
              <a:gd name="connsiteY15304" fmla="*/ 1192937 h 5017219"/>
              <a:gd name="connsiteX15305" fmla="*/ 1358571 w 5799173"/>
              <a:gd name="connsiteY15305" fmla="*/ 1192189 h 5017219"/>
              <a:gd name="connsiteX15306" fmla="*/ 1378593 w 5799173"/>
              <a:gd name="connsiteY15306" fmla="*/ 1192189 h 5017219"/>
              <a:gd name="connsiteX15307" fmla="*/ 1379839 w 5799173"/>
              <a:gd name="connsiteY15307" fmla="*/ 1192937 h 5017219"/>
              <a:gd name="connsiteX15308" fmla="*/ 1389809 w 5799173"/>
              <a:gd name="connsiteY15308" fmla="*/ 1210299 h 5017219"/>
              <a:gd name="connsiteX15309" fmla="*/ 1389809 w 5799173"/>
              <a:gd name="connsiteY15309" fmla="*/ 1211712 h 5017219"/>
              <a:gd name="connsiteX15310" fmla="*/ 1379756 w 5799173"/>
              <a:gd name="connsiteY15310" fmla="*/ 1229076 h 5017219"/>
              <a:gd name="connsiteX15311" fmla="*/ 1378510 w 5799173"/>
              <a:gd name="connsiteY15311" fmla="*/ 1229824 h 5017219"/>
              <a:gd name="connsiteX15312" fmla="*/ 1478860 w 5799173"/>
              <a:gd name="connsiteY15312" fmla="*/ 1262077 h 5017219"/>
              <a:gd name="connsiteX15313" fmla="*/ 1477614 w 5799173"/>
              <a:gd name="connsiteY15313" fmla="*/ 1261329 h 5017219"/>
              <a:gd name="connsiteX15314" fmla="*/ 1467644 w 5799173"/>
              <a:gd name="connsiteY15314" fmla="*/ 1243966 h 5017219"/>
              <a:gd name="connsiteX15315" fmla="*/ 1467644 w 5799173"/>
              <a:gd name="connsiteY15315" fmla="*/ 1242553 h 5017219"/>
              <a:gd name="connsiteX15316" fmla="*/ 1477697 w 5799173"/>
              <a:gd name="connsiteY15316" fmla="*/ 1225190 h 5017219"/>
              <a:gd name="connsiteX15317" fmla="*/ 1478943 w 5799173"/>
              <a:gd name="connsiteY15317" fmla="*/ 1224442 h 5017219"/>
              <a:gd name="connsiteX15318" fmla="*/ 1498965 w 5799173"/>
              <a:gd name="connsiteY15318" fmla="*/ 1224442 h 5017219"/>
              <a:gd name="connsiteX15319" fmla="*/ 1500211 w 5799173"/>
              <a:gd name="connsiteY15319" fmla="*/ 1225190 h 5017219"/>
              <a:gd name="connsiteX15320" fmla="*/ 1510181 w 5799173"/>
              <a:gd name="connsiteY15320" fmla="*/ 1242553 h 5017219"/>
              <a:gd name="connsiteX15321" fmla="*/ 1510181 w 5799173"/>
              <a:gd name="connsiteY15321" fmla="*/ 1243966 h 5017219"/>
              <a:gd name="connsiteX15322" fmla="*/ 1500128 w 5799173"/>
              <a:gd name="connsiteY15322" fmla="*/ 1261329 h 5017219"/>
              <a:gd name="connsiteX15323" fmla="*/ 1498881 w 5799173"/>
              <a:gd name="connsiteY15323" fmla="*/ 1262077 h 5017219"/>
              <a:gd name="connsiteX15324" fmla="*/ 1539047 w 5799173"/>
              <a:gd name="connsiteY15324" fmla="*/ 1278204 h 5017219"/>
              <a:gd name="connsiteX15325" fmla="*/ 1537801 w 5799173"/>
              <a:gd name="connsiteY15325" fmla="*/ 1277456 h 5017219"/>
              <a:gd name="connsiteX15326" fmla="*/ 1527830 w 5799173"/>
              <a:gd name="connsiteY15326" fmla="*/ 1260093 h 5017219"/>
              <a:gd name="connsiteX15327" fmla="*/ 1527831 w 5799173"/>
              <a:gd name="connsiteY15327" fmla="*/ 1258680 h 5017219"/>
              <a:gd name="connsiteX15328" fmla="*/ 1537883 w 5799173"/>
              <a:gd name="connsiteY15328" fmla="*/ 1241317 h 5017219"/>
              <a:gd name="connsiteX15329" fmla="*/ 1539130 w 5799173"/>
              <a:gd name="connsiteY15329" fmla="*/ 1240569 h 5017219"/>
              <a:gd name="connsiteX15330" fmla="*/ 1559152 w 5799173"/>
              <a:gd name="connsiteY15330" fmla="*/ 1240569 h 5017219"/>
              <a:gd name="connsiteX15331" fmla="*/ 1560398 w 5799173"/>
              <a:gd name="connsiteY15331" fmla="*/ 1241317 h 5017219"/>
              <a:gd name="connsiteX15332" fmla="*/ 1570368 w 5799173"/>
              <a:gd name="connsiteY15332" fmla="*/ 1258680 h 5017219"/>
              <a:gd name="connsiteX15333" fmla="*/ 1570368 w 5799173"/>
              <a:gd name="connsiteY15333" fmla="*/ 1260093 h 5017219"/>
              <a:gd name="connsiteX15334" fmla="*/ 1560314 w 5799173"/>
              <a:gd name="connsiteY15334" fmla="*/ 1277456 h 5017219"/>
              <a:gd name="connsiteX15335" fmla="*/ 1559068 w 5799173"/>
              <a:gd name="connsiteY15335" fmla="*/ 1278204 h 5017219"/>
              <a:gd name="connsiteX15336" fmla="*/ 1599232 w 5799173"/>
              <a:gd name="connsiteY15336" fmla="*/ 1294331 h 5017219"/>
              <a:gd name="connsiteX15337" fmla="*/ 1597987 w 5799173"/>
              <a:gd name="connsiteY15337" fmla="*/ 1293583 h 5017219"/>
              <a:gd name="connsiteX15338" fmla="*/ 1588016 w 5799173"/>
              <a:gd name="connsiteY15338" fmla="*/ 1276220 h 5017219"/>
              <a:gd name="connsiteX15339" fmla="*/ 1588017 w 5799173"/>
              <a:gd name="connsiteY15339" fmla="*/ 1274807 h 5017219"/>
              <a:gd name="connsiteX15340" fmla="*/ 1598069 w 5799173"/>
              <a:gd name="connsiteY15340" fmla="*/ 1257444 h 5017219"/>
              <a:gd name="connsiteX15341" fmla="*/ 1599315 w 5799173"/>
              <a:gd name="connsiteY15341" fmla="*/ 1256696 h 5017219"/>
              <a:gd name="connsiteX15342" fmla="*/ 1619338 w 5799173"/>
              <a:gd name="connsiteY15342" fmla="*/ 1256696 h 5017219"/>
              <a:gd name="connsiteX15343" fmla="*/ 1620583 w 5799173"/>
              <a:gd name="connsiteY15343" fmla="*/ 1257444 h 5017219"/>
              <a:gd name="connsiteX15344" fmla="*/ 1630553 w 5799173"/>
              <a:gd name="connsiteY15344" fmla="*/ 1274807 h 5017219"/>
              <a:gd name="connsiteX15345" fmla="*/ 1630554 w 5799173"/>
              <a:gd name="connsiteY15345" fmla="*/ 1276220 h 5017219"/>
              <a:gd name="connsiteX15346" fmla="*/ 1620500 w 5799173"/>
              <a:gd name="connsiteY15346" fmla="*/ 1293583 h 5017219"/>
              <a:gd name="connsiteX15347" fmla="*/ 1619254 w 5799173"/>
              <a:gd name="connsiteY15347" fmla="*/ 1294331 h 5017219"/>
              <a:gd name="connsiteX15348" fmla="*/ 3525192 w 5799173"/>
              <a:gd name="connsiteY15348" fmla="*/ 1810473 h 5017219"/>
              <a:gd name="connsiteX15349" fmla="*/ 3523946 w 5799173"/>
              <a:gd name="connsiteY15349" fmla="*/ 1809725 h 5017219"/>
              <a:gd name="connsiteX15350" fmla="*/ 3513893 w 5799173"/>
              <a:gd name="connsiteY15350" fmla="*/ 1792279 h 5017219"/>
              <a:gd name="connsiteX15351" fmla="*/ 3513893 w 5799173"/>
              <a:gd name="connsiteY15351" fmla="*/ 1790866 h 5017219"/>
              <a:gd name="connsiteX15352" fmla="*/ 3523946 w 5799173"/>
              <a:gd name="connsiteY15352" fmla="*/ 1773420 h 5017219"/>
              <a:gd name="connsiteX15353" fmla="*/ 3525192 w 5799173"/>
              <a:gd name="connsiteY15353" fmla="*/ 1772672 h 5017219"/>
              <a:gd name="connsiteX15354" fmla="*/ 3545297 w 5799173"/>
              <a:gd name="connsiteY15354" fmla="*/ 1772672 h 5017219"/>
              <a:gd name="connsiteX15355" fmla="*/ 3546543 w 5799173"/>
              <a:gd name="connsiteY15355" fmla="*/ 1773420 h 5017219"/>
              <a:gd name="connsiteX15356" fmla="*/ 3556596 w 5799173"/>
              <a:gd name="connsiteY15356" fmla="*/ 1790866 h 5017219"/>
              <a:gd name="connsiteX15357" fmla="*/ 3556596 w 5799173"/>
              <a:gd name="connsiteY15357" fmla="*/ 1792279 h 5017219"/>
              <a:gd name="connsiteX15358" fmla="*/ 3546543 w 5799173"/>
              <a:gd name="connsiteY15358" fmla="*/ 1809725 h 5017219"/>
              <a:gd name="connsiteX15359" fmla="*/ 3545297 w 5799173"/>
              <a:gd name="connsiteY15359" fmla="*/ 1810473 h 5017219"/>
              <a:gd name="connsiteX15360" fmla="*/ 1719522 w 5799173"/>
              <a:gd name="connsiteY15360" fmla="*/ 1326750 h 5017219"/>
              <a:gd name="connsiteX15361" fmla="*/ 1718277 w 5799173"/>
              <a:gd name="connsiteY15361" fmla="*/ 1326003 h 5017219"/>
              <a:gd name="connsiteX15362" fmla="*/ 1708140 w 5799173"/>
              <a:gd name="connsiteY15362" fmla="*/ 1308473 h 5017219"/>
              <a:gd name="connsiteX15363" fmla="*/ 1708140 w 5799173"/>
              <a:gd name="connsiteY15363" fmla="*/ 1307061 h 5017219"/>
              <a:gd name="connsiteX15364" fmla="*/ 1718276 w 5799173"/>
              <a:gd name="connsiteY15364" fmla="*/ 1289531 h 5017219"/>
              <a:gd name="connsiteX15365" fmla="*/ 1719522 w 5799173"/>
              <a:gd name="connsiteY15365" fmla="*/ 1288783 h 5017219"/>
              <a:gd name="connsiteX15366" fmla="*/ 1739793 w 5799173"/>
              <a:gd name="connsiteY15366" fmla="*/ 1288783 h 5017219"/>
              <a:gd name="connsiteX15367" fmla="*/ 1741039 w 5799173"/>
              <a:gd name="connsiteY15367" fmla="*/ 1289531 h 5017219"/>
              <a:gd name="connsiteX15368" fmla="*/ 1751175 w 5799173"/>
              <a:gd name="connsiteY15368" fmla="*/ 1307061 h 5017219"/>
              <a:gd name="connsiteX15369" fmla="*/ 1751175 w 5799173"/>
              <a:gd name="connsiteY15369" fmla="*/ 1308472 h 5017219"/>
              <a:gd name="connsiteX15370" fmla="*/ 1741039 w 5799173"/>
              <a:gd name="connsiteY15370" fmla="*/ 1326002 h 5017219"/>
              <a:gd name="connsiteX15371" fmla="*/ 1739793 w 5799173"/>
              <a:gd name="connsiteY15371" fmla="*/ 1326750 h 5017219"/>
              <a:gd name="connsiteX15372" fmla="*/ 1779708 w 5799173"/>
              <a:gd name="connsiteY15372" fmla="*/ 1342876 h 5017219"/>
              <a:gd name="connsiteX15373" fmla="*/ 1778462 w 5799173"/>
              <a:gd name="connsiteY15373" fmla="*/ 1342129 h 5017219"/>
              <a:gd name="connsiteX15374" fmla="*/ 1768326 w 5799173"/>
              <a:gd name="connsiteY15374" fmla="*/ 1324599 h 5017219"/>
              <a:gd name="connsiteX15375" fmla="*/ 1768326 w 5799173"/>
              <a:gd name="connsiteY15375" fmla="*/ 1323187 h 5017219"/>
              <a:gd name="connsiteX15376" fmla="*/ 1778462 w 5799173"/>
              <a:gd name="connsiteY15376" fmla="*/ 1305657 h 5017219"/>
              <a:gd name="connsiteX15377" fmla="*/ 1779708 w 5799173"/>
              <a:gd name="connsiteY15377" fmla="*/ 1304909 h 5017219"/>
              <a:gd name="connsiteX15378" fmla="*/ 1799979 w 5799173"/>
              <a:gd name="connsiteY15378" fmla="*/ 1304909 h 5017219"/>
              <a:gd name="connsiteX15379" fmla="*/ 1801225 w 5799173"/>
              <a:gd name="connsiteY15379" fmla="*/ 1305657 h 5017219"/>
              <a:gd name="connsiteX15380" fmla="*/ 1811361 w 5799173"/>
              <a:gd name="connsiteY15380" fmla="*/ 1323187 h 5017219"/>
              <a:gd name="connsiteX15381" fmla="*/ 1811361 w 5799173"/>
              <a:gd name="connsiteY15381" fmla="*/ 1324599 h 5017219"/>
              <a:gd name="connsiteX15382" fmla="*/ 1801225 w 5799173"/>
              <a:gd name="connsiteY15382" fmla="*/ 1342129 h 5017219"/>
              <a:gd name="connsiteX15383" fmla="*/ 1799979 w 5799173"/>
              <a:gd name="connsiteY15383" fmla="*/ 1342877 h 5017219"/>
              <a:gd name="connsiteX15384" fmla="*/ 1659253 w 5799173"/>
              <a:gd name="connsiteY15384" fmla="*/ 1310706 h 5017219"/>
              <a:gd name="connsiteX15385" fmla="*/ 1658007 w 5799173"/>
              <a:gd name="connsiteY15385" fmla="*/ 1309959 h 5017219"/>
              <a:gd name="connsiteX15386" fmla="*/ 1647872 w 5799173"/>
              <a:gd name="connsiteY15386" fmla="*/ 1292346 h 5017219"/>
              <a:gd name="connsiteX15387" fmla="*/ 1647872 w 5799173"/>
              <a:gd name="connsiteY15387" fmla="*/ 1290934 h 5017219"/>
              <a:gd name="connsiteX15388" fmla="*/ 1658090 w 5799173"/>
              <a:gd name="connsiteY15388" fmla="*/ 1273321 h 5017219"/>
              <a:gd name="connsiteX15389" fmla="*/ 1659336 w 5799173"/>
              <a:gd name="connsiteY15389" fmla="*/ 1272573 h 5017219"/>
              <a:gd name="connsiteX15390" fmla="*/ 1679690 w 5799173"/>
              <a:gd name="connsiteY15390" fmla="*/ 1272573 h 5017219"/>
              <a:gd name="connsiteX15391" fmla="*/ 1680936 w 5799173"/>
              <a:gd name="connsiteY15391" fmla="*/ 1273321 h 5017219"/>
              <a:gd name="connsiteX15392" fmla="*/ 1691072 w 5799173"/>
              <a:gd name="connsiteY15392" fmla="*/ 1290934 h 5017219"/>
              <a:gd name="connsiteX15393" fmla="*/ 1691073 w 5799173"/>
              <a:gd name="connsiteY15393" fmla="*/ 1292346 h 5017219"/>
              <a:gd name="connsiteX15394" fmla="*/ 1680853 w 5799173"/>
              <a:gd name="connsiteY15394" fmla="*/ 1309959 h 5017219"/>
              <a:gd name="connsiteX15395" fmla="*/ 1679607 w 5799173"/>
              <a:gd name="connsiteY15395" fmla="*/ 1310706 h 5017219"/>
              <a:gd name="connsiteX15396" fmla="*/ 2140743 w 5799173"/>
              <a:gd name="connsiteY15396" fmla="*/ 1439721 h 5017219"/>
              <a:gd name="connsiteX15397" fmla="*/ 2139497 w 5799173"/>
              <a:gd name="connsiteY15397" fmla="*/ 1438974 h 5017219"/>
              <a:gd name="connsiteX15398" fmla="*/ 2129361 w 5799173"/>
              <a:gd name="connsiteY15398" fmla="*/ 1421361 h 5017219"/>
              <a:gd name="connsiteX15399" fmla="*/ 2129361 w 5799173"/>
              <a:gd name="connsiteY15399" fmla="*/ 1419949 h 5017219"/>
              <a:gd name="connsiteX15400" fmla="*/ 2139580 w 5799173"/>
              <a:gd name="connsiteY15400" fmla="*/ 1402336 h 5017219"/>
              <a:gd name="connsiteX15401" fmla="*/ 2140826 w 5799173"/>
              <a:gd name="connsiteY15401" fmla="*/ 1401588 h 5017219"/>
              <a:gd name="connsiteX15402" fmla="*/ 2161180 w 5799173"/>
              <a:gd name="connsiteY15402" fmla="*/ 1401588 h 5017219"/>
              <a:gd name="connsiteX15403" fmla="*/ 2162426 w 5799173"/>
              <a:gd name="connsiteY15403" fmla="*/ 1402336 h 5017219"/>
              <a:gd name="connsiteX15404" fmla="*/ 2172562 w 5799173"/>
              <a:gd name="connsiteY15404" fmla="*/ 1419949 h 5017219"/>
              <a:gd name="connsiteX15405" fmla="*/ 2172563 w 5799173"/>
              <a:gd name="connsiteY15405" fmla="*/ 1421361 h 5017219"/>
              <a:gd name="connsiteX15406" fmla="*/ 2162343 w 5799173"/>
              <a:gd name="connsiteY15406" fmla="*/ 1438974 h 5017219"/>
              <a:gd name="connsiteX15407" fmla="*/ 2161097 w 5799173"/>
              <a:gd name="connsiteY15407" fmla="*/ 1439721 h 5017219"/>
              <a:gd name="connsiteX15408" fmla="*/ 3645376 w 5799173"/>
              <a:gd name="connsiteY15408" fmla="*/ 1843055 h 5017219"/>
              <a:gd name="connsiteX15409" fmla="*/ 3644130 w 5799173"/>
              <a:gd name="connsiteY15409" fmla="*/ 1842308 h 5017219"/>
              <a:gd name="connsiteX15410" fmla="*/ 3633911 w 5799173"/>
              <a:gd name="connsiteY15410" fmla="*/ 1824612 h 5017219"/>
              <a:gd name="connsiteX15411" fmla="*/ 3633912 w 5799173"/>
              <a:gd name="connsiteY15411" fmla="*/ 1823200 h 5017219"/>
              <a:gd name="connsiteX15412" fmla="*/ 3644130 w 5799173"/>
              <a:gd name="connsiteY15412" fmla="*/ 1805504 h 5017219"/>
              <a:gd name="connsiteX15413" fmla="*/ 3645376 w 5799173"/>
              <a:gd name="connsiteY15413" fmla="*/ 1804756 h 5017219"/>
              <a:gd name="connsiteX15414" fmla="*/ 3665813 w 5799173"/>
              <a:gd name="connsiteY15414" fmla="*/ 1804756 h 5017219"/>
              <a:gd name="connsiteX15415" fmla="*/ 3667060 w 5799173"/>
              <a:gd name="connsiteY15415" fmla="*/ 1805504 h 5017219"/>
              <a:gd name="connsiteX15416" fmla="*/ 3677278 w 5799173"/>
              <a:gd name="connsiteY15416" fmla="*/ 1823200 h 5017219"/>
              <a:gd name="connsiteX15417" fmla="*/ 3677278 w 5799173"/>
              <a:gd name="connsiteY15417" fmla="*/ 1824612 h 5017219"/>
              <a:gd name="connsiteX15418" fmla="*/ 3667060 w 5799173"/>
              <a:gd name="connsiteY15418" fmla="*/ 1842308 h 5017219"/>
              <a:gd name="connsiteX15419" fmla="*/ 3665813 w 5799173"/>
              <a:gd name="connsiteY15419" fmla="*/ 1843055 h 5017219"/>
              <a:gd name="connsiteX15420" fmla="*/ 2200825 w 5799173"/>
              <a:gd name="connsiteY15420" fmla="*/ 1456085 h 5017219"/>
              <a:gd name="connsiteX15421" fmla="*/ 2199579 w 5799173"/>
              <a:gd name="connsiteY15421" fmla="*/ 1455337 h 5017219"/>
              <a:gd name="connsiteX15422" fmla="*/ 2189277 w 5799173"/>
              <a:gd name="connsiteY15422" fmla="*/ 1437558 h 5017219"/>
              <a:gd name="connsiteX15423" fmla="*/ 2189277 w 5799173"/>
              <a:gd name="connsiteY15423" fmla="*/ 1436146 h 5017219"/>
              <a:gd name="connsiteX15424" fmla="*/ 2199579 w 5799173"/>
              <a:gd name="connsiteY15424" fmla="*/ 1418367 h 5017219"/>
              <a:gd name="connsiteX15425" fmla="*/ 2200825 w 5799173"/>
              <a:gd name="connsiteY15425" fmla="*/ 1417619 h 5017219"/>
              <a:gd name="connsiteX15426" fmla="*/ 2221346 w 5799173"/>
              <a:gd name="connsiteY15426" fmla="*/ 1417619 h 5017219"/>
              <a:gd name="connsiteX15427" fmla="*/ 2222592 w 5799173"/>
              <a:gd name="connsiteY15427" fmla="*/ 1418367 h 5017219"/>
              <a:gd name="connsiteX15428" fmla="*/ 2232894 w 5799173"/>
              <a:gd name="connsiteY15428" fmla="*/ 1436146 h 5017219"/>
              <a:gd name="connsiteX15429" fmla="*/ 2232894 w 5799173"/>
              <a:gd name="connsiteY15429" fmla="*/ 1437558 h 5017219"/>
              <a:gd name="connsiteX15430" fmla="*/ 2222592 w 5799173"/>
              <a:gd name="connsiteY15430" fmla="*/ 1455337 h 5017219"/>
              <a:gd name="connsiteX15431" fmla="*/ 2221346 w 5799173"/>
              <a:gd name="connsiteY15431" fmla="*/ 1456085 h 5017219"/>
              <a:gd name="connsiteX15432" fmla="*/ 5390695 w 5799173"/>
              <a:gd name="connsiteY15432" fmla="*/ 2310808 h 5017219"/>
              <a:gd name="connsiteX15433" fmla="*/ 5389449 w 5799173"/>
              <a:gd name="connsiteY15433" fmla="*/ 2310060 h 5017219"/>
              <a:gd name="connsiteX15434" fmla="*/ 5379147 w 5799173"/>
              <a:gd name="connsiteY15434" fmla="*/ 2292281 h 5017219"/>
              <a:gd name="connsiteX15435" fmla="*/ 5379147 w 5799173"/>
              <a:gd name="connsiteY15435" fmla="*/ 2290869 h 5017219"/>
              <a:gd name="connsiteX15436" fmla="*/ 5389449 w 5799173"/>
              <a:gd name="connsiteY15436" fmla="*/ 2273090 h 5017219"/>
              <a:gd name="connsiteX15437" fmla="*/ 5390695 w 5799173"/>
              <a:gd name="connsiteY15437" fmla="*/ 2272342 h 5017219"/>
              <a:gd name="connsiteX15438" fmla="*/ 5411215 w 5799173"/>
              <a:gd name="connsiteY15438" fmla="*/ 2272342 h 5017219"/>
              <a:gd name="connsiteX15439" fmla="*/ 5412462 w 5799173"/>
              <a:gd name="connsiteY15439" fmla="*/ 2273090 h 5017219"/>
              <a:gd name="connsiteX15440" fmla="*/ 5422763 w 5799173"/>
              <a:gd name="connsiteY15440" fmla="*/ 2290869 h 5017219"/>
              <a:gd name="connsiteX15441" fmla="*/ 5422763 w 5799173"/>
              <a:gd name="connsiteY15441" fmla="*/ 2292281 h 5017219"/>
              <a:gd name="connsiteX15442" fmla="*/ 5412462 w 5799173"/>
              <a:gd name="connsiteY15442" fmla="*/ 2310060 h 5017219"/>
              <a:gd name="connsiteX15443" fmla="*/ 5411216 w 5799173"/>
              <a:gd name="connsiteY15443" fmla="*/ 2310808 h 5017219"/>
              <a:gd name="connsiteX15444" fmla="*/ 2321124 w 5799173"/>
              <a:gd name="connsiteY15444" fmla="*/ 1488517 h 5017219"/>
              <a:gd name="connsiteX15445" fmla="*/ 2319878 w 5799173"/>
              <a:gd name="connsiteY15445" fmla="*/ 1487769 h 5017219"/>
              <a:gd name="connsiteX15446" fmla="*/ 2309493 w 5799173"/>
              <a:gd name="connsiteY15446" fmla="*/ 1469824 h 5017219"/>
              <a:gd name="connsiteX15447" fmla="*/ 2309493 w 5799173"/>
              <a:gd name="connsiteY15447" fmla="*/ 1468329 h 5017219"/>
              <a:gd name="connsiteX15448" fmla="*/ 2319878 w 5799173"/>
              <a:gd name="connsiteY15448" fmla="*/ 1450383 h 5017219"/>
              <a:gd name="connsiteX15449" fmla="*/ 2321124 w 5799173"/>
              <a:gd name="connsiteY15449" fmla="*/ 1449636 h 5017219"/>
              <a:gd name="connsiteX15450" fmla="*/ 2341894 w 5799173"/>
              <a:gd name="connsiteY15450" fmla="*/ 1449636 h 5017219"/>
              <a:gd name="connsiteX15451" fmla="*/ 2343140 w 5799173"/>
              <a:gd name="connsiteY15451" fmla="*/ 1450384 h 5017219"/>
              <a:gd name="connsiteX15452" fmla="*/ 2353525 w 5799173"/>
              <a:gd name="connsiteY15452" fmla="*/ 1468328 h 5017219"/>
              <a:gd name="connsiteX15453" fmla="*/ 2353525 w 5799173"/>
              <a:gd name="connsiteY15453" fmla="*/ 1469823 h 5017219"/>
              <a:gd name="connsiteX15454" fmla="*/ 2343140 w 5799173"/>
              <a:gd name="connsiteY15454" fmla="*/ 1487769 h 5017219"/>
              <a:gd name="connsiteX15455" fmla="*/ 2341894 w 5799173"/>
              <a:gd name="connsiteY15455" fmla="*/ 1488517 h 5017219"/>
              <a:gd name="connsiteX15456" fmla="*/ 3765593 w 5799173"/>
              <a:gd name="connsiteY15456" fmla="*/ 1875561 h 5017219"/>
              <a:gd name="connsiteX15457" fmla="*/ 3764348 w 5799173"/>
              <a:gd name="connsiteY15457" fmla="*/ 1874813 h 5017219"/>
              <a:gd name="connsiteX15458" fmla="*/ 3753963 w 5799173"/>
              <a:gd name="connsiteY15458" fmla="*/ 1856868 h 5017219"/>
              <a:gd name="connsiteX15459" fmla="*/ 3753963 w 5799173"/>
              <a:gd name="connsiteY15459" fmla="*/ 1855373 h 5017219"/>
              <a:gd name="connsiteX15460" fmla="*/ 3764348 w 5799173"/>
              <a:gd name="connsiteY15460" fmla="*/ 1837428 h 5017219"/>
              <a:gd name="connsiteX15461" fmla="*/ 3765594 w 5799173"/>
              <a:gd name="connsiteY15461" fmla="*/ 1836680 h 5017219"/>
              <a:gd name="connsiteX15462" fmla="*/ 3786363 w 5799173"/>
              <a:gd name="connsiteY15462" fmla="*/ 1836680 h 5017219"/>
              <a:gd name="connsiteX15463" fmla="*/ 3787610 w 5799173"/>
              <a:gd name="connsiteY15463" fmla="*/ 1837428 h 5017219"/>
              <a:gd name="connsiteX15464" fmla="*/ 3797995 w 5799173"/>
              <a:gd name="connsiteY15464" fmla="*/ 1855373 h 5017219"/>
              <a:gd name="connsiteX15465" fmla="*/ 3797995 w 5799173"/>
              <a:gd name="connsiteY15465" fmla="*/ 1856868 h 5017219"/>
              <a:gd name="connsiteX15466" fmla="*/ 3787610 w 5799173"/>
              <a:gd name="connsiteY15466" fmla="*/ 1874813 h 5017219"/>
              <a:gd name="connsiteX15467" fmla="*/ 3786364 w 5799173"/>
              <a:gd name="connsiteY15467" fmla="*/ 1875561 h 5017219"/>
              <a:gd name="connsiteX15468" fmla="*/ 5270249 w 5799173"/>
              <a:gd name="connsiteY15468" fmla="*/ 2278732 h 5017219"/>
              <a:gd name="connsiteX15469" fmla="*/ 5269003 w 5799173"/>
              <a:gd name="connsiteY15469" fmla="*/ 2277984 h 5017219"/>
              <a:gd name="connsiteX15470" fmla="*/ 5258618 w 5799173"/>
              <a:gd name="connsiteY15470" fmla="*/ 2260039 h 5017219"/>
              <a:gd name="connsiteX15471" fmla="*/ 5258618 w 5799173"/>
              <a:gd name="connsiteY15471" fmla="*/ 2258544 h 5017219"/>
              <a:gd name="connsiteX15472" fmla="*/ 5269003 w 5799173"/>
              <a:gd name="connsiteY15472" fmla="*/ 2240599 h 5017219"/>
              <a:gd name="connsiteX15473" fmla="*/ 5270249 w 5799173"/>
              <a:gd name="connsiteY15473" fmla="*/ 2239851 h 5017219"/>
              <a:gd name="connsiteX15474" fmla="*/ 5291019 w 5799173"/>
              <a:gd name="connsiteY15474" fmla="*/ 2239851 h 5017219"/>
              <a:gd name="connsiteX15475" fmla="*/ 5292265 w 5799173"/>
              <a:gd name="connsiteY15475" fmla="*/ 2240599 h 5017219"/>
              <a:gd name="connsiteX15476" fmla="*/ 5302650 w 5799173"/>
              <a:gd name="connsiteY15476" fmla="*/ 2258544 h 5017219"/>
              <a:gd name="connsiteX15477" fmla="*/ 5302650 w 5799173"/>
              <a:gd name="connsiteY15477" fmla="*/ 2260039 h 5017219"/>
              <a:gd name="connsiteX15478" fmla="*/ 5292265 w 5799173"/>
              <a:gd name="connsiteY15478" fmla="*/ 2277984 h 5017219"/>
              <a:gd name="connsiteX15479" fmla="*/ 5291019 w 5799173"/>
              <a:gd name="connsiteY15479" fmla="*/ 2278732 h 5017219"/>
              <a:gd name="connsiteX15480" fmla="*/ 5330436 w 5799173"/>
              <a:gd name="connsiteY15480" fmla="*/ 2294859 h 5017219"/>
              <a:gd name="connsiteX15481" fmla="*/ 5329190 w 5799173"/>
              <a:gd name="connsiteY15481" fmla="*/ 2294111 h 5017219"/>
              <a:gd name="connsiteX15482" fmla="*/ 5318805 w 5799173"/>
              <a:gd name="connsiteY15482" fmla="*/ 2276166 h 5017219"/>
              <a:gd name="connsiteX15483" fmla="*/ 5318805 w 5799173"/>
              <a:gd name="connsiteY15483" fmla="*/ 2274671 h 5017219"/>
              <a:gd name="connsiteX15484" fmla="*/ 5329190 w 5799173"/>
              <a:gd name="connsiteY15484" fmla="*/ 2256726 h 5017219"/>
              <a:gd name="connsiteX15485" fmla="*/ 5330436 w 5799173"/>
              <a:gd name="connsiteY15485" fmla="*/ 2255978 h 5017219"/>
              <a:gd name="connsiteX15486" fmla="*/ 5351206 w 5799173"/>
              <a:gd name="connsiteY15486" fmla="*/ 2255978 h 5017219"/>
              <a:gd name="connsiteX15487" fmla="*/ 5352452 w 5799173"/>
              <a:gd name="connsiteY15487" fmla="*/ 2256726 h 5017219"/>
              <a:gd name="connsiteX15488" fmla="*/ 5362837 w 5799173"/>
              <a:gd name="connsiteY15488" fmla="*/ 2274671 h 5017219"/>
              <a:gd name="connsiteX15489" fmla="*/ 5362837 w 5799173"/>
              <a:gd name="connsiteY15489" fmla="*/ 2276166 h 5017219"/>
              <a:gd name="connsiteX15490" fmla="*/ 5352452 w 5799173"/>
              <a:gd name="connsiteY15490" fmla="*/ 2294111 h 5017219"/>
              <a:gd name="connsiteX15491" fmla="*/ 5351206 w 5799173"/>
              <a:gd name="connsiteY15491" fmla="*/ 2294859 h 5017219"/>
              <a:gd name="connsiteX15492" fmla="*/ 5450809 w 5799173"/>
              <a:gd name="connsiteY15492" fmla="*/ 2327113 h 5017219"/>
              <a:gd name="connsiteX15493" fmla="*/ 5449563 w 5799173"/>
              <a:gd name="connsiteY15493" fmla="*/ 2326365 h 5017219"/>
              <a:gd name="connsiteX15494" fmla="*/ 5439178 w 5799173"/>
              <a:gd name="connsiteY15494" fmla="*/ 2308420 h 5017219"/>
              <a:gd name="connsiteX15495" fmla="*/ 5439177 w 5799173"/>
              <a:gd name="connsiteY15495" fmla="*/ 2306925 h 5017219"/>
              <a:gd name="connsiteX15496" fmla="*/ 5449563 w 5799173"/>
              <a:gd name="connsiteY15496" fmla="*/ 2288980 h 5017219"/>
              <a:gd name="connsiteX15497" fmla="*/ 5450809 w 5799173"/>
              <a:gd name="connsiteY15497" fmla="*/ 2288232 h 5017219"/>
              <a:gd name="connsiteX15498" fmla="*/ 5471579 w 5799173"/>
              <a:gd name="connsiteY15498" fmla="*/ 2288232 h 5017219"/>
              <a:gd name="connsiteX15499" fmla="*/ 5472824 w 5799173"/>
              <a:gd name="connsiteY15499" fmla="*/ 2288980 h 5017219"/>
              <a:gd name="connsiteX15500" fmla="*/ 5483210 w 5799173"/>
              <a:gd name="connsiteY15500" fmla="*/ 2306925 h 5017219"/>
              <a:gd name="connsiteX15501" fmla="*/ 5483210 w 5799173"/>
              <a:gd name="connsiteY15501" fmla="*/ 2308420 h 5017219"/>
              <a:gd name="connsiteX15502" fmla="*/ 5472825 w 5799173"/>
              <a:gd name="connsiteY15502" fmla="*/ 2326365 h 5017219"/>
              <a:gd name="connsiteX15503" fmla="*/ 5471579 w 5799173"/>
              <a:gd name="connsiteY15503" fmla="*/ 2327113 h 5017219"/>
              <a:gd name="connsiteX15504" fmla="*/ 5510994 w 5799173"/>
              <a:gd name="connsiteY15504" fmla="*/ 2343240 h 5017219"/>
              <a:gd name="connsiteX15505" fmla="*/ 5509749 w 5799173"/>
              <a:gd name="connsiteY15505" fmla="*/ 2342492 h 5017219"/>
              <a:gd name="connsiteX15506" fmla="*/ 5499363 w 5799173"/>
              <a:gd name="connsiteY15506" fmla="*/ 2324547 h 5017219"/>
              <a:gd name="connsiteX15507" fmla="*/ 5499363 w 5799173"/>
              <a:gd name="connsiteY15507" fmla="*/ 2323052 h 5017219"/>
              <a:gd name="connsiteX15508" fmla="*/ 5509749 w 5799173"/>
              <a:gd name="connsiteY15508" fmla="*/ 2305107 h 5017219"/>
              <a:gd name="connsiteX15509" fmla="*/ 5510995 w 5799173"/>
              <a:gd name="connsiteY15509" fmla="*/ 2304359 h 5017219"/>
              <a:gd name="connsiteX15510" fmla="*/ 5531764 w 5799173"/>
              <a:gd name="connsiteY15510" fmla="*/ 2304359 h 5017219"/>
              <a:gd name="connsiteX15511" fmla="*/ 5533010 w 5799173"/>
              <a:gd name="connsiteY15511" fmla="*/ 2305107 h 5017219"/>
              <a:gd name="connsiteX15512" fmla="*/ 5543396 w 5799173"/>
              <a:gd name="connsiteY15512" fmla="*/ 2323052 h 5017219"/>
              <a:gd name="connsiteX15513" fmla="*/ 5543396 w 5799173"/>
              <a:gd name="connsiteY15513" fmla="*/ 2324547 h 5017219"/>
              <a:gd name="connsiteX15514" fmla="*/ 5533010 w 5799173"/>
              <a:gd name="connsiteY15514" fmla="*/ 2342492 h 5017219"/>
              <a:gd name="connsiteX15515" fmla="*/ 5531764 w 5799173"/>
              <a:gd name="connsiteY15515" fmla="*/ 2343240 h 5017219"/>
              <a:gd name="connsiteX15516" fmla="*/ 2260855 w 5799173"/>
              <a:gd name="connsiteY15516" fmla="*/ 1472472 h 5017219"/>
              <a:gd name="connsiteX15517" fmla="*/ 2259609 w 5799173"/>
              <a:gd name="connsiteY15517" fmla="*/ 1471725 h 5017219"/>
              <a:gd name="connsiteX15518" fmla="*/ 2249224 w 5799173"/>
              <a:gd name="connsiteY15518" fmla="*/ 1453696 h 5017219"/>
              <a:gd name="connsiteX15519" fmla="*/ 2249224 w 5799173"/>
              <a:gd name="connsiteY15519" fmla="*/ 1452201 h 5017219"/>
              <a:gd name="connsiteX15520" fmla="*/ 2259692 w 5799173"/>
              <a:gd name="connsiteY15520" fmla="*/ 1434173 h 5017219"/>
              <a:gd name="connsiteX15521" fmla="*/ 2260938 w 5799173"/>
              <a:gd name="connsiteY15521" fmla="*/ 1433425 h 5017219"/>
              <a:gd name="connsiteX15522" fmla="*/ 2281791 w 5799173"/>
              <a:gd name="connsiteY15522" fmla="*/ 1433425 h 5017219"/>
              <a:gd name="connsiteX15523" fmla="*/ 2283037 w 5799173"/>
              <a:gd name="connsiteY15523" fmla="*/ 1434173 h 5017219"/>
              <a:gd name="connsiteX15524" fmla="*/ 2293422 w 5799173"/>
              <a:gd name="connsiteY15524" fmla="*/ 1452201 h 5017219"/>
              <a:gd name="connsiteX15525" fmla="*/ 2293422 w 5799173"/>
              <a:gd name="connsiteY15525" fmla="*/ 1453696 h 5017219"/>
              <a:gd name="connsiteX15526" fmla="*/ 2282954 w 5799173"/>
              <a:gd name="connsiteY15526" fmla="*/ 1471725 h 5017219"/>
              <a:gd name="connsiteX15527" fmla="*/ 2281708 w 5799173"/>
              <a:gd name="connsiteY15527" fmla="*/ 1472472 h 5017219"/>
              <a:gd name="connsiteX15528" fmla="*/ 3705324 w 5799173"/>
              <a:gd name="connsiteY15528" fmla="*/ 1859516 h 5017219"/>
              <a:gd name="connsiteX15529" fmla="*/ 3704078 w 5799173"/>
              <a:gd name="connsiteY15529" fmla="*/ 1858769 h 5017219"/>
              <a:gd name="connsiteX15530" fmla="*/ 3693693 w 5799173"/>
              <a:gd name="connsiteY15530" fmla="*/ 1840740 h 5017219"/>
              <a:gd name="connsiteX15531" fmla="*/ 3693693 w 5799173"/>
              <a:gd name="connsiteY15531" fmla="*/ 1839245 h 5017219"/>
              <a:gd name="connsiteX15532" fmla="*/ 3704161 w 5799173"/>
              <a:gd name="connsiteY15532" fmla="*/ 1821217 h 5017219"/>
              <a:gd name="connsiteX15533" fmla="*/ 3705407 w 5799173"/>
              <a:gd name="connsiteY15533" fmla="*/ 1820469 h 5017219"/>
              <a:gd name="connsiteX15534" fmla="*/ 3726260 w 5799173"/>
              <a:gd name="connsiteY15534" fmla="*/ 1820469 h 5017219"/>
              <a:gd name="connsiteX15535" fmla="*/ 3727506 w 5799173"/>
              <a:gd name="connsiteY15535" fmla="*/ 1821217 h 5017219"/>
              <a:gd name="connsiteX15536" fmla="*/ 3737891 w 5799173"/>
              <a:gd name="connsiteY15536" fmla="*/ 1839245 h 5017219"/>
              <a:gd name="connsiteX15537" fmla="*/ 3737891 w 5799173"/>
              <a:gd name="connsiteY15537" fmla="*/ 1840740 h 5017219"/>
              <a:gd name="connsiteX15538" fmla="*/ 3727423 w 5799173"/>
              <a:gd name="connsiteY15538" fmla="*/ 1858769 h 5017219"/>
              <a:gd name="connsiteX15539" fmla="*/ 3726177 w 5799173"/>
              <a:gd name="connsiteY15539" fmla="*/ 1859516 h 5017219"/>
              <a:gd name="connsiteX15540" fmla="*/ 2441413 w 5799173"/>
              <a:gd name="connsiteY15540" fmla="*/ 1520935 h 5017219"/>
              <a:gd name="connsiteX15541" fmla="*/ 2440167 w 5799173"/>
              <a:gd name="connsiteY15541" fmla="*/ 1520187 h 5017219"/>
              <a:gd name="connsiteX15542" fmla="*/ 2429699 w 5799173"/>
              <a:gd name="connsiteY15542" fmla="*/ 1502076 h 5017219"/>
              <a:gd name="connsiteX15543" fmla="*/ 2429699 w 5799173"/>
              <a:gd name="connsiteY15543" fmla="*/ 1500581 h 5017219"/>
              <a:gd name="connsiteX15544" fmla="*/ 2440167 w 5799173"/>
              <a:gd name="connsiteY15544" fmla="*/ 1482470 h 5017219"/>
              <a:gd name="connsiteX15545" fmla="*/ 2441413 w 5799173"/>
              <a:gd name="connsiteY15545" fmla="*/ 1481722 h 5017219"/>
              <a:gd name="connsiteX15546" fmla="*/ 2462349 w 5799173"/>
              <a:gd name="connsiteY15546" fmla="*/ 1481723 h 5017219"/>
              <a:gd name="connsiteX15547" fmla="*/ 2463595 w 5799173"/>
              <a:gd name="connsiteY15547" fmla="*/ 1482470 h 5017219"/>
              <a:gd name="connsiteX15548" fmla="*/ 2474063 w 5799173"/>
              <a:gd name="connsiteY15548" fmla="*/ 1500581 h 5017219"/>
              <a:gd name="connsiteX15549" fmla="*/ 2474063 w 5799173"/>
              <a:gd name="connsiteY15549" fmla="*/ 1502076 h 5017219"/>
              <a:gd name="connsiteX15550" fmla="*/ 2463595 w 5799173"/>
              <a:gd name="connsiteY15550" fmla="*/ 1520187 h 5017219"/>
              <a:gd name="connsiteX15551" fmla="*/ 2462349 w 5799173"/>
              <a:gd name="connsiteY15551" fmla="*/ 1520935 h 5017219"/>
              <a:gd name="connsiteX15552" fmla="*/ 2501599 w 5799173"/>
              <a:gd name="connsiteY15552" fmla="*/ 1537062 h 5017219"/>
              <a:gd name="connsiteX15553" fmla="*/ 2500353 w 5799173"/>
              <a:gd name="connsiteY15553" fmla="*/ 1536314 h 5017219"/>
              <a:gd name="connsiteX15554" fmla="*/ 2489886 w 5799173"/>
              <a:gd name="connsiteY15554" fmla="*/ 1518203 h 5017219"/>
              <a:gd name="connsiteX15555" fmla="*/ 2489886 w 5799173"/>
              <a:gd name="connsiteY15555" fmla="*/ 1516708 h 5017219"/>
              <a:gd name="connsiteX15556" fmla="*/ 2500353 w 5799173"/>
              <a:gd name="connsiteY15556" fmla="*/ 1498597 h 5017219"/>
              <a:gd name="connsiteX15557" fmla="*/ 2501599 w 5799173"/>
              <a:gd name="connsiteY15557" fmla="*/ 1497849 h 5017219"/>
              <a:gd name="connsiteX15558" fmla="*/ 2522536 w 5799173"/>
              <a:gd name="connsiteY15558" fmla="*/ 1497850 h 5017219"/>
              <a:gd name="connsiteX15559" fmla="*/ 2523782 w 5799173"/>
              <a:gd name="connsiteY15559" fmla="*/ 1498597 h 5017219"/>
              <a:gd name="connsiteX15560" fmla="*/ 2534249 w 5799173"/>
              <a:gd name="connsiteY15560" fmla="*/ 1516708 h 5017219"/>
              <a:gd name="connsiteX15561" fmla="*/ 2534249 w 5799173"/>
              <a:gd name="connsiteY15561" fmla="*/ 1518203 h 5017219"/>
              <a:gd name="connsiteX15562" fmla="*/ 2523782 w 5799173"/>
              <a:gd name="connsiteY15562" fmla="*/ 1536314 h 5017219"/>
              <a:gd name="connsiteX15563" fmla="*/ 2522536 w 5799173"/>
              <a:gd name="connsiteY15563" fmla="*/ 1537062 h 5017219"/>
              <a:gd name="connsiteX15564" fmla="*/ 3404392 w 5799173"/>
              <a:gd name="connsiteY15564" fmla="*/ 1778965 h 5017219"/>
              <a:gd name="connsiteX15565" fmla="*/ 3403146 w 5799173"/>
              <a:gd name="connsiteY15565" fmla="*/ 1778217 h 5017219"/>
              <a:gd name="connsiteX15566" fmla="*/ 3392679 w 5799173"/>
              <a:gd name="connsiteY15566" fmla="*/ 1760106 h 5017219"/>
              <a:gd name="connsiteX15567" fmla="*/ 3392679 w 5799173"/>
              <a:gd name="connsiteY15567" fmla="*/ 1758611 h 5017219"/>
              <a:gd name="connsiteX15568" fmla="*/ 3403146 w 5799173"/>
              <a:gd name="connsiteY15568" fmla="*/ 1740500 h 5017219"/>
              <a:gd name="connsiteX15569" fmla="*/ 3404392 w 5799173"/>
              <a:gd name="connsiteY15569" fmla="*/ 1739752 h 5017219"/>
              <a:gd name="connsiteX15570" fmla="*/ 3425329 w 5799173"/>
              <a:gd name="connsiteY15570" fmla="*/ 1739752 h 5017219"/>
              <a:gd name="connsiteX15571" fmla="*/ 3426575 w 5799173"/>
              <a:gd name="connsiteY15571" fmla="*/ 1740500 h 5017219"/>
              <a:gd name="connsiteX15572" fmla="*/ 3437042 w 5799173"/>
              <a:gd name="connsiteY15572" fmla="*/ 1758611 h 5017219"/>
              <a:gd name="connsiteX15573" fmla="*/ 3437042 w 5799173"/>
              <a:gd name="connsiteY15573" fmla="*/ 1760106 h 5017219"/>
              <a:gd name="connsiteX15574" fmla="*/ 3426575 w 5799173"/>
              <a:gd name="connsiteY15574" fmla="*/ 1778217 h 5017219"/>
              <a:gd name="connsiteX15575" fmla="*/ 3425329 w 5799173"/>
              <a:gd name="connsiteY15575" fmla="*/ 1778965 h 5017219"/>
              <a:gd name="connsiteX15576" fmla="*/ 3584951 w 5799173"/>
              <a:gd name="connsiteY15576" fmla="*/ 1827345 h 5017219"/>
              <a:gd name="connsiteX15577" fmla="*/ 3583705 w 5799173"/>
              <a:gd name="connsiteY15577" fmla="*/ 1826597 h 5017219"/>
              <a:gd name="connsiteX15578" fmla="*/ 3573237 w 5799173"/>
              <a:gd name="connsiteY15578" fmla="*/ 1808486 h 5017219"/>
              <a:gd name="connsiteX15579" fmla="*/ 3573237 w 5799173"/>
              <a:gd name="connsiteY15579" fmla="*/ 1806991 h 5017219"/>
              <a:gd name="connsiteX15580" fmla="*/ 3583705 w 5799173"/>
              <a:gd name="connsiteY15580" fmla="*/ 1788880 h 5017219"/>
              <a:gd name="connsiteX15581" fmla="*/ 3584951 w 5799173"/>
              <a:gd name="connsiteY15581" fmla="*/ 1788132 h 5017219"/>
              <a:gd name="connsiteX15582" fmla="*/ 3605887 w 5799173"/>
              <a:gd name="connsiteY15582" fmla="*/ 1788133 h 5017219"/>
              <a:gd name="connsiteX15583" fmla="*/ 3607133 w 5799173"/>
              <a:gd name="connsiteY15583" fmla="*/ 1788881 h 5017219"/>
              <a:gd name="connsiteX15584" fmla="*/ 3617601 w 5799173"/>
              <a:gd name="connsiteY15584" fmla="*/ 1806992 h 5017219"/>
              <a:gd name="connsiteX15585" fmla="*/ 3617601 w 5799173"/>
              <a:gd name="connsiteY15585" fmla="*/ 1808486 h 5017219"/>
              <a:gd name="connsiteX15586" fmla="*/ 3607133 w 5799173"/>
              <a:gd name="connsiteY15586" fmla="*/ 1826597 h 5017219"/>
              <a:gd name="connsiteX15587" fmla="*/ 3605887 w 5799173"/>
              <a:gd name="connsiteY15587" fmla="*/ 1827345 h 5017219"/>
              <a:gd name="connsiteX15588" fmla="*/ 2381167 w 5799173"/>
              <a:gd name="connsiteY15588" fmla="*/ 1504885 h 5017219"/>
              <a:gd name="connsiteX15589" fmla="*/ 2379921 w 5799173"/>
              <a:gd name="connsiteY15589" fmla="*/ 1504137 h 5017219"/>
              <a:gd name="connsiteX15590" fmla="*/ 2369370 w 5799173"/>
              <a:gd name="connsiteY15590" fmla="*/ 1485860 h 5017219"/>
              <a:gd name="connsiteX15591" fmla="*/ 2369370 w 5799173"/>
              <a:gd name="connsiteY15591" fmla="*/ 1484364 h 5017219"/>
              <a:gd name="connsiteX15592" fmla="*/ 2379921 w 5799173"/>
              <a:gd name="connsiteY15592" fmla="*/ 1466087 h 5017219"/>
              <a:gd name="connsiteX15593" fmla="*/ 2381167 w 5799173"/>
              <a:gd name="connsiteY15593" fmla="*/ 1465339 h 5017219"/>
              <a:gd name="connsiteX15594" fmla="*/ 2402186 w 5799173"/>
              <a:gd name="connsiteY15594" fmla="*/ 1465338 h 5017219"/>
              <a:gd name="connsiteX15595" fmla="*/ 2403432 w 5799173"/>
              <a:gd name="connsiteY15595" fmla="*/ 1466086 h 5017219"/>
              <a:gd name="connsiteX15596" fmla="*/ 2413984 w 5799173"/>
              <a:gd name="connsiteY15596" fmla="*/ 1484364 h 5017219"/>
              <a:gd name="connsiteX15597" fmla="*/ 2413984 w 5799173"/>
              <a:gd name="connsiteY15597" fmla="*/ 1485860 h 5017219"/>
              <a:gd name="connsiteX15598" fmla="*/ 2403432 w 5799173"/>
              <a:gd name="connsiteY15598" fmla="*/ 1504136 h 5017219"/>
              <a:gd name="connsiteX15599" fmla="*/ 2402186 w 5799173"/>
              <a:gd name="connsiteY15599" fmla="*/ 1504884 h 5017219"/>
              <a:gd name="connsiteX15600" fmla="*/ 2742284 w 5799173"/>
              <a:gd name="connsiteY15600" fmla="*/ 1601646 h 5017219"/>
              <a:gd name="connsiteX15601" fmla="*/ 2741038 w 5799173"/>
              <a:gd name="connsiteY15601" fmla="*/ 1600898 h 5017219"/>
              <a:gd name="connsiteX15602" fmla="*/ 2730487 w 5799173"/>
              <a:gd name="connsiteY15602" fmla="*/ 1582621 h 5017219"/>
              <a:gd name="connsiteX15603" fmla="*/ 2730487 w 5799173"/>
              <a:gd name="connsiteY15603" fmla="*/ 1581125 h 5017219"/>
              <a:gd name="connsiteX15604" fmla="*/ 2741038 w 5799173"/>
              <a:gd name="connsiteY15604" fmla="*/ 1562848 h 5017219"/>
              <a:gd name="connsiteX15605" fmla="*/ 2742284 w 5799173"/>
              <a:gd name="connsiteY15605" fmla="*/ 1562100 h 5017219"/>
              <a:gd name="connsiteX15606" fmla="*/ 2763303 w 5799173"/>
              <a:gd name="connsiteY15606" fmla="*/ 1562099 h 5017219"/>
              <a:gd name="connsiteX15607" fmla="*/ 2764549 w 5799173"/>
              <a:gd name="connsiteY15607" fmla="*/ 1562847 h 5017219"/>
              <a:gd name="connsiteX15608" fmla="*/ 2775100 w 5799173"/>
              <a:gd name="connsiteY15608" fmla="*/ 1581125 h 5017219"/>
              <a:gd name="connsiteX15609" fmla="*/ 2775100 w 5799173"/>
              <a:gd name="connsiteY15609" fmla="*/ 1582620 h 5017219"/>
              <a:gd name="connsiteX15610" fmla="*/ 2764549 w 5799173"/>
              <a:gd name="connsiteY15610" fmla="*/ 1600897 h 5017219"/>
              <a:gd name="connsiteX15611" fmla="*/ 2763303 w 5799173"/>
              <a:gd name="connsiteY15611" fmla="*/ 1601645 h 5017219"/>
              <a:gd name="connsiteX15612" fmla="*/ 2561701 w 5799173"/>
              <a:gd name="connsiteY15612" fmla="*/ 1553449 h 5017219"/>
              <a:gd name="connsiteX15613" fmla="*/ 2560372 w 5799173"/>
              <a:gd name="connsiteY15613" fmla="*/ 1552701 h 5017219"/>
              <a:gd name="connsiteX15614" fmla="*/ 2549821 w 5799173"/>
              <a:gd name="connsiteY15614" fmla="*/ 1534341 h 5017219"/>
              <a:gd name="connsiteX15615" fmla="*/ 2549821 w 5799173"/>
              <a:gd name="connsiteY15615" fmla="*/ 1532845 h 5017219"/>
              <a:gd name="connsiteX15616" fmla="*/ 2560372 w 5799173"/>
              <a:gd name="connsiteY15616" fmla="*/ 1514485 h 5017219"/>
              <a:gd name="connsiteX15617" fmla="*/ 2561701 w 5799173"/>
              <a:gd name="connsiteY15617" fmla="*/ 1513737 h 5017219"/>
              <a:gd name="connsiteX15618" fmla="*/ 2582886 w 5799173"/>
              <a:gd name="connsiteY15618" fmla="*/ 1513737 h 5017219"/>
              <a:gd name="connsiteX15619" fmla="*/ 2584216 w 5799173"/>
              <a:gd name="connsiteY15619" fmla="*/ 1514485 h 5017219"/>
              <a:gd name="connsiteX15620" fmla="*/ 2594767 w 5799173"/>
              <a:gd name="connsiteY15620" fmla="*/ 1532845 h 5017219"/>
              <a:gd name="connsiteX15621" fmla="*/ 2594767 w 5799173"/>
              <a:gd name="connsiteY15621" fmla="*/ 1534341 h 5017219"/>
              <a:gd name="connsiteX15622" fmla="*/ 2584216 w 5799173"/>
              <a:gd name="connsiteY15622" fmla="*/ 1552701 h 5017219"/>
              <a:gd name="connsiteX15623" fmla="*/ 2582886 w 5799173"/>
              <a:gd name="connsiteY15623" fmla="*/ 1553449 h 5017219"/>
              <a:gd name="connsiteX15624" fmla="*/ 2621887 w 5799173"/>
              <a:gd name="connsiteY15624" fmla="*/ 1569576 h 5017219"/>
              <a:gd name="connsiteX15625" fmla="*/ 2620558 w 5799173"/>
              <a:gd name="connsiteY15625" fmla="*/ 1568828 h 5017219"/>
              <a:gd name="connsiteX15626" fmla="*/ 2610007 w 5799173"/>
              <a:gd name="connsiteY15626" fmla="*/ 1550468 h 5017219"/>
              <a:gd name="connsiteX15627" fmla="*/ 2610007 w 5799173"/>
              <a:gd name="connsiteY15627" fmla="*/ 1548972 h 5017219"/>
              <a:gd name="connsiteX15628" fmla="*/ 2620558 w 5799173"/>
              <a:gd name="connsiteY15628" fmla="*/ 1530611 h 5017219"/>
              <a:gd name="connsiteX15629" fmla="*/ 2621887 w 5799173"/>
              <a:gd name="connsiteY15629" fmla="*/ 1529863 h 5017219"/>
              <a:gd name="connsiteX15630" fmla="*/ 2643072 w 5799173"/>
              <a:gd name="connsiteY15630" fmla="*/ 1529864 h 5017219"/>
              <a:gd name="connsiteX15631" fmla="*/ 2644402 w 5799173"/>
              <a:gd name="connsiteY15631" fmla="*/ 1530612 h 5017219"/>
              <a:gd name="connsiteX15632" fmla="*/ 2654953 w 5799173"/>
              <a:gd name="connsiteY15632" fmla="*/ 1548972 h 5017219"/>
              <a:gd name="connsiteX15633" fmla="*/ 2654953 w 5799173"/>
              <a:gd name="connsiteY15633" fmla="*/ 1550468 h 5017219"/>
              <a:gd name="connsiteX15634" fmla="*/ 2644402 w 5799173"/>
              <a:gd name="connsiteY15634" fmla="*/ 1568827 h 5017219"/>
              <a:gd name="connsiteX15635" fmla="*/ 2643072 w 5799173"/>
              <a:gd name="connsiteY15635" fmla="*/ 1569576 h 5017219"/>
              <a:gd name="connsiteX15636" fmla="*/ 2802447 w 5799173"/>
              <a:gd name="connsiteY15636" fmla="*/ 1617956 h 5017219"/>
              <a:gd name="connsiteX15637" fmla="*/ 2801117 w 5799173"/>
              <a:gd name="connsiteY15637" fmla="*/ 1617208 h 5017219"/>
              <a:gd name="connsiteX15638" fmla="*/ 2790567 w 5799173"/>
              <a:gd name="connsiteY15638" fmla="*/ 1598849 h 5017219"/>
              <a:gd name="connsiteX15639" fmla="*/ 2790566 w 5799173"/>
              <a:gd name="connsiteY15639" fmla="*/ 1597352 h 5017219"/>
              <a:gd name="connsiteX15640" fmla="*/ 2801117 w 5799173"/>
              <a:gd name="connsiteY15640" fmla="*/ 1578992 h 5017219"/>
              <a:gd name="connsiteX15641" fmla="*/ 2802447 w 5799173"/>
              <a:gd name="connsiteY15641" fmla="*/ 1578244 h 5017219"/>
              <a:gd name="connsiteX15642" fmla="*/ 2823632 w 5799173"/>
              <a:gd name="connsiteY15642" fmla="*/ 1578244 h 5017219"/>
              <a:gd name="connsiteX15643" fmla="*/ 2824961 w 5799173"/>
              <a:gd name="connsiteY15643" fmla="*/ 1578992 h 5017219"/>
              <a:gd name="connsiteX15644" fmla="*/ 2835512 w 5799173"/>
              <a:gd name="connsiteY15644" fmla="*/ 1597352 h 5017219"/>
              <a:gd name="connsiteX15645" fmla="*/ 2835513 w 5799173"/>
              <a:gd name="connsiteY15645" fmla="*/ 1598848 h 5017219"/>
              <a:gd name="connsiteX15646" fmla="*/ 2824962 w 5799173"/>
              <a:gd name="connsiteY15646" fmla="*/ 1617208 h 5017219"/>
              <a:gd name="connsiteX15647" fmla="*/ 2823631 w 5799173"/>
              <a:gd name="connsiteY15647" fmla="*/ 1617956 h 5017219"/>
              <a:gd name="connsiteX15648" fmla="*/ 5089358 w 5799173"/>
              <a:gd name="connsiteY15648" fmla="*/ 2230932 h 5017219"/>
              <a:gd name="connsiteX15649" fmla="*/ 5088029 w 5799173"/>
              <a:gd name="connsiteY15649" fmla="*/ 2230185 h 5017219"/>
              <a:gd name="connsiteX15650" fmla="*/ 5077396 w 5799173"/>
              <a:gd name="connsiteY15650" fmla="*/ 2211658 h 5017219"/>
              <a:gd name="connsiteX15651" fmla="*/ 5077395 w 5799173"/>
              <a:gd name="connsiteY15651" fmla="*/ 2210162 h 5017219"/>
              <a:gd name="connsiteX15652" fmla="*/ 5088113 w 5799173"/>
              <a:gd name="connsiteY15652" fmla="*/ 2191636 h 5017219"/>
              <a:gd name="connsiteX15653" fmla="*/ 5089442 w 5799173"/>
              <a:gd name="connsiteY15653" fmla="*/ 2190888 h 5017219"/>
              <a:gd name="connsiteX15654" fmla="*/ 5110794 w 5799173"/>
              <a:gd name="connsiteY15654" fmla="*/ 2190888 h 5017219"/>
              <a:gd name="connsiteX15655" fmla="*/ 5112123 w 5799173"/>
              <a:gd name="connsiteY15655" fmla="*/ 2191636 h 5017219"/>
              <a:gd name="connsiteX15656" fmla="*/ 5122757 w 5799173"/>
              <a:gd name="connsiteY15656" fmla="*/ 2210162 h 5017219"/>
              <a:gd name="connsiteX15657" fmla="*/ 5122757 w 5799173"/>
              <a:gd name="connsiteY15657" fmla="*/ 2211658 h 5017219"/>
              <a:gd name="connsiteX15658" fmla="*/ 5112040 w 5799173"/>
              <a:gd name="connsiteY15658" fmla="*/ 2230185 h 5017219"/>
              <a:gd name="connsiteX15659" fmla="*/ 5110711 w 5799173"/>
              <a:gd name="connsiteY15659" fmla="*/ 2230932 h 5017219"/>
              <a:gd name="connsiteX15660" fmla="*/ 2681909 w 5799173"/>
              <a:gd name="connsiteY15660" fmla="*/ 1585858 h 5017219"/>
              <a:gd name="connsiteX15661" fmla="*/ 2680579 w 5799173"/>
              <a:gd name="connsiteY15661" fmla="*/ 1585111 h 5017219"/>
              <a:gd name="connsiteX15662" fmla="*/ 2669945 w 5799173"/>
              <a:gd name="connsiteY15662" fmla="*/ 1566584 h 5017219"/>
              <a:gd name="connsiteX15663" fmla="*/ 2669945 w 5799173"/>
              <a:gd name="connsiteY15663" fmla="*/ 1565087 h 5017219"/>
              <a:gd name="connsiteX15664" fmla="*/ 2680662 w 5799173"/>
              <a:gd name="connsiteY15664" fmla="*/ 1546562 h 5017219"/>
              <a:gd name="connsiteX15665" fmla="*/ 2681993 w 5799173"/>
              <a:gd name="connsiteY15665" fmla="*/ 1545814 h 5017219"/>
              <a:gd name="connsiteX15666" fmla="*/ 2703343 w 5799173"/>
              <a:gd name="connsiteY15666" fmla="*/ 1545814 h 5017219"/>
              <a:gd name="connsiteX15667" fmla="*/ 2704672 w 5799173"/>
              <a:gd name="connsiteY15667" fmla="*/ 1546562 h 5017219"/>
              <a:gd name="connsiteX15668" fmla="*/ 2715306 w 5799173"/>
              <a:gd name="connsiteY15668" fmla="*/ 1565088 h 5017219"/>
              <a:gd name="connsiteX15669" fmla="*/ 2715306 w 5799173"/>
              <a:gd name="connsiteY15669" fmla="*/ 1566584 h 5017219"/>
              <a:gd name="connsiteX15670" fmla="*/ 2704589 w 5799173"/>
              <a:gd name="connsiteY15670" fmla="*/ 1585111 h 5017219"/>
              <a:gd name="connsiteX15671" fmla="*/ 2703260 w 5799173"/>
              <a:gd name="connsiteY15671" fmla="*/ 1585858 h 5017219"/>
              <a:gd name="connsiteX15672" fmla="*/ 5570847 w 5799173"/>
              <a:gd name="connsiteY15672" fmla="*/ 2359947 h 5017219"/>
              <a:gd name="connsiteX15673" fmla="*/ 5569519 w 5799173"/>
              <a:gd name="connsiteY15673" fmla="*/ 2359200 h 5017219"/>
              <a:gd name="connsiteX15674" fmla="*/ 5558885 w 5799173"/>
              <a:gd name="connsiteY15674" fmla="*/ 2340672 h 5017219"/>
              <a:gd name="connsiteX15675" fmla="*/ 5558885 w 5799173"/>
              <a:gd name="connsiteY15675" fmla="*/ 2339176 h 5017219"/>
              <a:gd name="connsiteX15676" fmla="*/ 5569602 w 5799173"/>
              <a:gd name="connsiteY15676" fmla="*/ 2320651 h 5017219"/>
              <a:gd name="connsiteX15677" fmla="*/ 5570931 w 5799173"/>
              <a:gd name="connsiteY15677" fmla="*/ 2319902 h 5017219"/>
              <a:gd name="connsiteX15678" fmla="*/ 5592282 w 5799173"/>
              <a:gd name="connsiteY15678" fmla="*/ 2319903 h 5017219"/>
              <a:gd name="connsiteX15679" fmla="*/ 5593611 w 5799173"/>
              <a:gd name="connsiteY15679" fmla="*/ 2320651 h 5017219"/>
              <a:gd name="connsiteX15680" fmla="*/ 5604245 w 5799173"/>
              <a:gd name="connsiteY15680" fmla="*/ 2339177 h 5017219"/>
              <a:gd name="connsiteX15681" fmla="*/ 5604246 w 5799173"/>
              <a:gd name="connsiteY15681" fmla="*/ 2340673 h 5017219"/>
              <a:gd name="connsiteX15682" fmla="*/ 5593528 w 5799173"/>
              <a:gd name="connsiteY15682" fmla="*/ 2359200 h 5017219"/>
              <a:gd name="connsiteX15683" fmla="*/ 5592200 w 5799173"/>
              <a:gd name="connsiteY15683" fmla="*/ 2359947 h 5017219"/>
              <a:gd name="connsiteX15684" fmla="*/ 5209731 w 5799173"/>
              <a:gd name="connsiteY15684" fmla="*/ 2263270 h 5017219"/>
              <a:gd name="connsiteX15685" fmla="*/ 5208401 w 5799173"/>
              <a:gd name="connsiteY15685" fmla="*/ 2262522 h 5017219"/>
              <a:gd name="connsiteX15686" fmla="*/ 5197684 w 5799173"/>
              <a:gd name="connsiteY15686" fmla="*/ 2243911 h 5017219"/>
              <a:gd name="connsiteX15687" fmla="*/ 5197684 w 5799173"/>
              <a:gd name="connsiteY15687" fmla="*/ 2242416 h 5017219"/>
              <a:gd name="connsiteX15688" fmla="*/ 5208401 w 5799173"/>
              <a:gd name="connsiteY15688" fmla="*/ 2223807 h 5017219"/>
              <a:gd name="connsiteX15689" fmla="*/ 5209731 w 5799173"/>
              <a:gd name="connsiteY15689" fmla="*/ 2223058 h 5017219"/>
              <a:gd name="connsiteX15690" fmla="*/ 5231165 w 5799173"/>
              <a:gd name="connsiteY15690" fmla="*/ 2223058 h 5017219"/>
              <a:gd name="connsiteX15691" fmla="*/ 5232494 w 5799173"/>
              <a:gd name="connsiteY15691" fmla="*/ 2223806 h 5017219"/>
              <a:gd name="connsiteX15692" fmla="*/ 5243211 w 5799173"/>
              <a:gd name="connsiteY15692" fmla="*/ 2242417 h 5017219"/>
              <a:gd name="connsiteX15693" fmla="*/ 5243211 w 5799173"/>
              <a:gd name="connsiteY15693" fmla="*/ 2243912 h 5017219"/>
              <a:gd name="connsiteX15694" fmla="*/ 5232494 w 5799173"/>
              <a:gd name="connsiteY15694" fmla="*/ 2262522 h 5017219"/>
              <a:gd name="connsiteX15695" fmla="*/ 5231166 w 5799173"/>
              <a:gd name="connsiteY15695" fmla="*/ 2263270 h 5017219"/>
              <a:gd name="connsiteX15696" fmla="*/ 3163398 w 5799173"/>
              <a:gd name="connsiteY15696" fmla="*/ 1714956 h 5017219"/>
              <a:gd name="connsiteX15697" fmla="*/ 3162069 w 5799173"/>
              <a:gd name="connsiteY15697" fmla="*/ 1714208 h 5017219"/>
              <a:gd name="connsiteX15698" fmla="*/ 3151352 w 5799173"/>
              <a:gd name="connsiteY15698" fmla="*/ 1695598 h 5017219"/>
              <a:gd name="connsiteX15699" fmla="*/ 3151352 w 5799173"/>
              <a:gd name="connsiteY15699" fmla="*/ 1694103 h 5017219"/>
              <a:gd name="connsiteX15700" fmla="*/ 3162069 w 5799173"/>
              <a:gd name="connsiteY15700" fmla="*/ 1675494 h 5017219"/>
              <a:gd name="connsiteX15701" fmla="*/ 3163398 w 5799173"/>
              <a:gd name="connsiteY15701" fmla="*/ 1674746 h 5017219"/>
              <a:gd name="connsiteX15702" fmla="*/ 3184833 w 5799173"/>
              <a:gd name="connsiteY15702" fmla="*/ 1674745 h 5017219"/>
              <a:gd name="connsiteX15703" fmla="*/ 3186162 w 5799173"/>
              <a:gd name="connsiteY15703" fmla="*/ 1675493 h 5017219"/>
              <a:gd name="connsiteX15704" fmla="*/ 3196879 w 5799173"/>
              <a:gd name="connsiteY15704" fmla="*/ 1694104 h 5017219"/>
              <a:gd name="connsiteX15705" fmla="*/ 3196879 w 5799173"/>
              <a:gd name="connsiteY15705" fmla="*/ 1695599 h 5017219"/>
              <a:gd name="connsiteX15706" fmla="*/ 3186162 w 5799173"/>
              <a:gd name="connsiteY15706" fmla="*/ 1714208 h 5017219"/>
              <a:gd name="connsiteX15707" fmla="*/ 3184833 w 5799173"/>
              <a:gd name="connsiteY15707" fmla="*/ 1714956 h 5017219"/>
              <a:gd name="connsiteX15708" fmla="*/ 3223503 w 5799173"/>
              <a:gd name="connsiteY15708" fmla="*/ 1731166 h 5017219"/>
              <a:gd name="connsiteX15709" fmla="*/ 3222173 w 5799173"/>
              <a:gd name="connsiteY15709" fmla="*/ 1730419 h 5017219"/>
              <a:gd name="connsiteX15710" fmla="*/ 3211373 w 5799173"/>
              <a:gd name="connsiteY15710" fmla="*/ 1711725 h 5017219"/>
              <a:gd name="connsiteX15711" fmla="*/ 3211373 w 5799173"/>
              <a:gd name="connsiteY15711" fmla="*/ 1710229 h 5017219"/>
              <a:gd name="connsiteX15712" fmla="*/ 3222173 w 5799173"/>
              <a:gd name="connsiteY15712" fmla="*/ 1691537 h 5017219"/>
              <a:gd name="connsiteX15713" fmla="*/ 3223503 w 5799173"/>
              <a:gd name="connsiteY15713" fmla="*/ 1690790 h 5017219"/>
              <a:gd name="connsiteX15714" fmla="*/ 3245103 w 5799173"/>
              <a:gd name="connsiteY15714" fmla="*/ 1690790 h 5017219"/>
              <a:gd name="connsiteX15715" fmla="*/ 3246432 w 5799173"/>
              <a:gd name="connsiteY15715" fmla="*/ 1691538 h 5017219"/>
              <a:gd name="connsiteX15716" fmla="*/ 3257233 w 5799173"/>
              <a:gd name="connsiteY15716" fmla="*/ 1710229 h 5017219"/>
              <a:gd name="connsiteX15717" fmla="*/ 3257233 w 5799173"/>
              <a:gd name="connsiteY15717" fmla="*/ 1711725 h 5017219"/>
              <a:gd name="connsiteX15718" fmla="*/ 3246432 w 5799173"/>
              <a:gd name="connsiteY15718" fmla="*/ 1730418 h 5017219"/>
              <a:gd name="connsiteX15719" fmla="*/ 3245103 w 5799173"/>
              <a:gd name="connsiteY15719" fmla="*/ 1731165 h 5017219"/>
              <a:gd name="connsiteX15720" fmla="*/ 5149461 w 5799173"/>
              <a:gd name="connsiteY15720" fmla="*/ 2247320 h 5017219"/>
              <a:gd name="connsiteX15721" fmla="*/ 5148131 w 5799173"/>
              <a:gd name="connsiteY15721" fmla="*/ 2246572 h 5017219"/>
              <a:gd name="connsiteX15722" fmla="*/ 5137331 w 5799173"/>
              <a:gd name="connsiteY15722" fmla="*/ 2227797 h 5017219"/>
              <a:gd name="connsiteX15723" fmla="*/ 5137331 w 5799173"/>
              <a:gd name="connsiteY15723" fmla="*/ 2226302 h 5017219"/>
              <a:gd name="connsiteX15724" fmla="*/ 5148131 w 5799173"/>
              <a:gd name="connsiteY15724" fmla="*/ 2207526 h 5017219"/>
              <a:gd name="connsiteX15725" fmla="*/ 5149461 w 5799173"/>
              <a:gd name="connsiteY15725" fmla="*/ 2206777 h 5017219"/>
              <a:gd name="connsiteX15726" fmla="*/ 5171144 w 5799173"/>
              <a:gd name="connsiteY15726" fmla="*/ 2206777 h 5017219"/>
              <a:gd name="connsiteX15727" fmla="*/ 5172474 w 5799173"/>
              <a:gd name="connsiteY15727" fmla="*/ 2207526 h 5017219"/>
              <a:gd name="connsiteX15728" fmla="*/ 5183274 w 5799173"/>
              <a:gd name="connsiteY15728" fmla="*/ 2226302 h 5017219"/>
              <a:gd name="connsiteX15729" fmla="*/ 5183274 w 5799173"/>
              <a:gd name="connsiteY15729" fmla="*/ 2227797 h 5017219"/>
              <a:gd name="connsiteX15730" fmla="*/ 5172474 w 5799173"/>
              <a:gd name="connsiteY15730" fmla="*/ 2246573 h 5017219"/>
              <a:gd name="connsiteX15731" fmla="*/ 5171144 w 5799173"/>
              <a:gd name="connsiteY15731" fmla="*/ 2247320 h 5017219"/>
              <a:gd name="connsiteX15732" fmla="*/ 5691137 w 5799173"/>
              <a:gd name="connsiteY15732" fmla="*/ 2392462 h 5017219"/>
              <a:gd name="connsiteX15733" fmla="*/ 5689807 w 5799173"/>
              <a:gd name="connsiteY15733" fmla="*/ 2391714 h 5017219"/>
              <a:gd name="connsiteX15734" fmla="*/ 5679007 w 5799173"/>
              <a:gd name="connsiteY15734" fmla="*/ 2372938 h 5017219"/>
              <a:gd name="connsiteX15735" fmla="*/ 5679007 w 5799173"/>
              <a:gd name="connsiteY15735" fmla="*/ 2371443 h 5017219"/>
              <a:gd name="connsiteX15736" fmla="*/ 5689807 w 5799173"/>
              <a:gd name="connsiteY15736" fmla="*/ 2352667 h 5017219"/>
              <a:gd name="connsiteX15737" fmla="*/ 5691137 w 5799173"/>
              <a:gd name="connsiteY15737" fmla="*/ 2351919 h 5017219"/>
              <a:gd name="connsiteX15738" fmla="*/ 5712820 w 5799173"/>
              <a:gd name="connsiteY15738" fmla="*/ 2351919 h 5017219"/>
              <a:gd name="connsiteX15739" fmla="*/ 5714148 w 5799173"/>
              <a:gd name="connsiteY15739" fmla="*/ 2352667 h 5017219"/>
              <a:gd name="connsiteX15740" fmla="*/ 5724950 w 5799173"/>
              <a:gd name="connsiteY15740" fmla="*/ 2371443 h 5017219"/>
              <a:gd name="connsiteX15741" fmla="*/ 5724949 w 5799173"/>
              <a:gd name="connsiteY15741" fmla="*/ 2372938 h 5017219"/>
              <a:gd name="connsiteX15742" fmla="*/ 5714149 w 5799173"/>
              <a:gd name="connsiteY15742" fmla="*/ 2391714 h 5017219"/>
              <a:gd name="connsiteX15743" fmla="*/ 5712820 w 5799173"/>
              <a:gd name="connsiteY15743" fmla="*/ 2392462 h 5017219"/>
              <a:gd name="connsiteX15744" fmla="*/ 3283511 w 5799173"/>
              <a:gd name="connsiteY15744" fmla="*/ 1747625 h 5017219"/>
              <a:gd name="connsiteX15745" fmla="*/ 3282181 w 5799173"/>
              <a:gd name="connsiteY15745" fmla="*/ 1746877 h 5017219"/>
              <a:gd name="connsiteX15746" fmla="*/ 3271298 w 5799173"/>
              <a:gd name="connsiteY15746" fmla="*/ 1727935 h 5017219"/>
              <a:gd name="connsiteX15747" fmla="*/ 3271298 w 5799173"/>
              <a:gd name="connsiteY15747" fmla="*/ 1726357 h 5017219"/>
              <a:gd name="connsiteX15748" fmla="*/ 3282264 w 5799173"/>
              <a:gd name="connsiteY15748" fmla="*/ 1707415 h 5017219"/>
              <a:gd name="connsiteX15749" fmla="*/ 3283594 w 5799173"/>
              <a:gd name="connsiteY15749" fmla="*/ 1706667 h 5017219"/>
              <a:gd name="connsiteX15750" fmla="*/ 3305444 w 5799173"/>
              <a:gd name="connsiteY15750" fmla="*/ 1706667 h 5017219"/>
              <a:gd name="connsiteX15751" fmla="*/ 3306773 w 5799173"/>
              <a:gd name="connsiteY15751" fmla="*/ 1707415 h 5017219"/>
              <a:gd name="connsiteX15752" fmla="*/ 3317656 w 5799173"/>
              <a:gd name="connsiteY15752" fmla="*/ 1726356 h 5017219"/>
              <a:gd name="connsiteX15753" fmla="*/ 3317656 w 5799173"/>
              <a:gd name="connsiteY15753" fmla="*/ 1727935 h 5017219"/>
              <a:gd name="connsiteX15754" fmla="*/ 3306690 w 5799173"/>
              <a:gd name="connsiteY15754" fmla="*/ 1746876 h 5017219"/>
              <a:gd name="connsiteX15755" fmla="*/ 3305360 w 5799173"/>
              <a:gd name="connsiteY15755" fmla="*/ 1747625 h 5017219"/>
              <a:gd name="connsiteX15756" fmla="*/ 5630608 w 5799173"/>
              <a:gd name="connsiteY15756" fmla="*/ 2376820 h 5017219"/>
              <a:gd name="connsiteX15757" fmla="*/ 5629278 w 5799173"/>
              <a:gd name="connsiteY15757" fmla="*/ 2376073 h 5017219"/>
              <a:gd name="connsiteX15758" fmla="*/ 5618230 w 5799173"/>
              <a:gd name="connsiteY15758" fmla="*/ 2356881 h 5017219"/>
              <a:gd name="connsiteX15759" fmla="*/ 5618230 w 5799173"/>
              <a:gd name="connsiteY15759" fmla="*/ 2355303 h 5017219"/>
              <a:gd name="connsiteX15760" fmla="*/ 5629362 w 5799173"/>
              <a:gd name="connsiteY15760" fmla="*/ 2336112 h 5017219"/>
              <a:gd name="connsiteX15761" fmla="*/ 5630692 w 5799173"/>
              <a:gd name="connsiteY15761" fmla="*/ 2335364 h 5017219"/>
              <a:gd name="connsiteX15762" fmla="*/ 5652873 w 5799173"/>
              <a:gd name="connsiteY15762" fmla="*/ 2335364 h 5017219"/>
              <a:gd name="connsiteX15763" fmla="*/ 5654203 w 5799173"/>
              <a:gd name="connsiteY15763" fmla="*/ 2336112 h 5017219"/>
              <a:gd name="connsiteX15764" fmla="*/ 5665253 w 5799173"/>
              <a:gd name="connsiteY15764" fmla="*/ 2355303 h 5017219"/>
              <a:gd name="connsiteX15765" fmla="*/ 5665252 w 5799173"/>
              <a:gd name="connsiteY15765" fmla="*/ 2356881 h 5017219"/>
              <a:gd name="connsiteX15766" fmla="*/ 5654120 w 5799173"/>
              <a:gd name="connsiteY15766" fmla="*/ 2376073 h 5017219"/>
              <a:gd name="connsiteX15767" fmla="*/ 5652791 w 5799173"/>
              <a:gd name="connsiteY15767" fmla="*/ 2376820 h 5017219"/>
              <a:gd name="connsiteX15768" fmla="*/ 3343228 w 5799173"/>
              <a:gd name="connsiteY15768" fmla="*/ 1764763 h 5017219"/>
              <a:gd name="connsiteX15769" fmla="*/ 3341816 w 5799173"/>
              <a:gd name="connsiteY15769" fmla="*/ 1763932 h 5017219"/>
              <a:gd name="connsiteX15770" fmla="*/ 3330352 w 5799173"/>
              <a:gd name="connsiteY15770" fmla="*/ 1743992 h 5017219"/>
              <a:gd name="connsiteX15771" fmla="*/ 3330352 w 5799173"/>
              <a:gd name="connsiteY15771" fmla="*/ 1742332 h 5017219"/>
              <a:gd name="connsiteX15772" fmla="*/ 3341817 w 5799173"/>
              <a:gd name="connsiteY15772" fmla="*/ 1722393 h 5017219"/>
              <a:gd name="connsiteX15773" fmla="*/ 3343229 w 5799173"/>
              <a:gd name="connsiteY15773" fmla="*/ 1721561 h 5017219"/>
              <a:gd name="connsiteX15774" fmla="*/ 3366243 w 5799173"/>
              <a:gd name="connsiteY15774" fmla="*/ 1721562 h 5017219"/>
              <a:gd name="connsiteX15775" fmla="*/ 3367655 w 5799173"/>
              <a:gd name="connsiteY15775" fmla="*/ 1722393 h 5017219"/>
              <a:gd name="connsiteX15776" fmla="*/ 3379119 w 5799173"/>
              <a:gd name="connsiteY15776" fmla="*/ 1742332 h 5017219"/>
              <a:gd name="connsiteX15777" fmla="*/ 3379120 w 5799173"/>
              <a:gd name="connsiteY15777" fmla="*/ 1743992 h 5017219"/>
              <a:gd name="connsiteX15778" fmla="*/ 3367655 w 5799173"/>
              <a:gd name="connsiteY15778" fmla="*/ 1763932 h 5017219"/>
              <a:gd name="connsiteX15779" fmla="*/ 3366243 w 5799173"/>
              <a:gd name="connsiteY15779" fmla="*/ 1764763 h 5017219"/>
              <a:gd name="connsiteX15780" fmla="*/ 4962973 w 5799173"/>
              <a:gd name="connsiteY15780" fmla="*/ 2235969 h 5017219"/>
              <a:gd name="connsiteX15781" fmla="*/ 4962642 w 5799173"/>
              <a:gd name="connsiteY15781" fmla="*/ 2235803 h 5017219"/>
              <a:gd name="connsiteX15782" fmla="*/ 4959899 w 5799173"/>
              <a:gd name="connsiteY15782" fmla="*/ 2231066 h 5017219"/>
              <a:gd name="connsiteX15783" fmla="*/ 4959899 w 5799173"/>
              <a:gd name="connsiteY15783" fmla="*/ 2230652 h 5017219"/>
              <a:gd name="connsiteX15784" fmla="*/ 4962641 w 5799173"/>
              <a:gd name="connsiteY15784" fmla="*/ 2225916 h 5017219"/>
              <a:gd name="connsiteX15785" fmla="*/ 4962973 w 5799173"/>
              <a:gd name="connsiteY15785" fmla="*/ 2225750 h 5017219"/>
              <a:gd name="connsiteX15786" fmla="*/ 4968457 w 5799173"/>
              <a:gd name="connsiteY15786" fmla="*/ 2225750 h 5017219"/>
              <a:gd name="connsiteX15787" fmla="*/ 4968788 w 5799173"/>
              <a:gd name="connsiteY15787" fmla="*/ 2225916 h 5017219"/>
              <a:gd name="connsiteX15788" fmla="*/ 4971531 w 5799173"/>
              <a:gd name="connsiteY15788" fmla="*/ 2230652 h 5017219"/>
              <a:gd name="connsiteX15789" fmla="*/ 4971530 w 5799173"/>
              <a:gd name="connsiteY15789" fmla="*/ 2231066 h 5017219"/>
              <a:gd name="connsiteX15790" fmla="*/ 4968788 w 5799173"/>
              <a:gd name="connsiteY15790" fmla="*/ 2235802 h 5017219"/>
              <a:gd name="connsiteX15791" fmla="*/ 4968456 w 5799173"/>
              <a:gd name="connsiteY15791" fmla="*/ 2235968 h 5017219"/>
              <a:gd name="connsiteX15792" fmla="*/ 1950704 w 5799173"/>
              <a:gd name="connsiteY15792" fmla="*/ 1435112 h 5017219"/>
              <a:gd name="connsiteX15793" fmla="*/ 1950039 w 5799173"/>
              <a:gd name="connsiteY15793" fmla="*/ 1434697 h 5017219"/>
              <a:gd name="connsiteX15794" fmla="*/ 1944390 w 5799173"/>
              <a:gd name="connsiteY15794" fmla="*/ 1424811 h 5017219"/>
              <a:gd name="connsiteX15795" fmla="*/ 1944390 w 5799173"/>
              <a:gd name="connsiteY15795" fmla="*/ 1423980 h 5017219"/>
              <a:gd name="connsiteX15796" fmla="*/ 1950122 w 5799173"/>
              <a:gd name="connsiteY15796" fmla="*/ 1414093 h 5017219"/>
              <a:gd name="connsiteX15797" fmla="*/ 1950787 w 5799173"/>
              <a:gd name="connsiteY15797" fmla="*/ 1413678 h 5017219"/>
              <a:gd name="connsiteX15798" fmla="*/ 1962169 w 5799173"/>
              <a:gd name="connsiteY15798" fmla="*/ 1413678 h 5017219"/>
              <a:gd name="connsiteX15799" fmla="*/ 1962834 w 5799173"/>
              <a:gd name="connsiteY15799" fmla="*/ 1414093 h 5017219"/>
              <a:gd name="connsiteX15800" fmla="*/ 1968483 w 5799173"/>
              <a:gd name="connsiteY15800" fmla="*/ 1423980 h 5017219"/>
              <a:gd name="connsiteX15801" fmla="*/ 1968483 w 5799173"/>
              <a:gd name="connsiteY15801" fmla="*/ 1424811 h 5017219"/>
              <a:gd name="connsiteX15802" fmla="*/ 1962750 w 5799173"/>
              <a:gd name="connsiteY15802" fmla="*/ 1434697 h 5017219"/>
              <a:gd name="connsiteX15803" fmla="*/ 1962085 w 5799173"/>
              <a:gd name="connsiteY15803" fmla="*/ 1435112 h 5017219"/>
              <a:gd name="connsiteX15804" fmla="*/ 2009968 w 5799173"/>
              <a:gd name="connsiteY15804" fmla="*/ 1452972 h 5017219"/>
              <a:gd name="connsiteX15805" fmla="*/ 2009136 w 5799173"/>
              <a:gd name="connsiteY15805" fmla="*/ 1452473 h 5017219"/>
              <a:gd name="connsiteX15806" fmla="*/ 2002490 w 5799173"/>
              <a:gd name="connsiteY15806" fmla="*/ 1441008 h 5017219"/>
              <a:gd name="connsiteX15807" fmla="*/ 2002490 w 5799173"/>
              <a:gd name="connsiteY15807" fmla="*/ 1440094 h 5017219"/>
              <a:gd name="connsiteX15808" fmla="*/ 2009136 w 5799173"/>
              <a:gd name="connsiteY15808" fmla="*/ 1428629 h 5017219"/>
              <a:gd name="connsiteX15809" fmla="*/ 2009967 w 5799173"/>
              <a:gd name="connsiteY15809" fmla="*/ 1428131 h 5017219"/>
              <a:gd name="connsiteX15810" fmla="*/ 2023177 w 5799173"/>
              <a:gd name="connsiteY15810" fmla="*/ 1428131 h 5017219"/>
              <a:gd name="connsiteX15811" fmla="*/ 2024008 w 5799173"/>
              <a:gd name="connsiteY15811" fmla="*/ 1428629 h 5017219"/>
              <a:gd name="connsiteX15812" fmla="*/ 2030654 w 5799173"/>
              <a:gd name="connsiteY15812" fmla="*/ 1440094 h 5017219"/>
              <a:gd name="connsiteX15813" fmla="*/ 2030654 w 5799173"/>
              <a:gd name="connsiteY15813" fmla="*/ 1441008 h 5017219"/>
              <a:gd name="connsiteX15814" fmla="*/ 2024008 w 5799173"/>
              <a:gd name="connsiteY15814" fmla="*/ 1452473 h 5017219"/>
              <a:gd name="connsiteX15815" fmla="*/ 2023177 w 5799173"/>
              <a:gd name="connsiteY15815" fmla="*/ 1452972 h 5017219"/>
              <a:gd name="connsiteX15816" fmla="*/ 3874471 w 5799173"/>
              <a:gd name="connsiteY15816" fmla="*/ 1955321 h 5017219"/>
              <a:gd name="connsiteX15817" fmla="*/ 3873474 w 5799173"/>
              <a:gd name="connsiteY15817" fmla="*/ 1954740 h 5017219"/>
              <a:gd name="connsiteX15818" fmla="*/ 3865582 w 5799173"/>
              <a:gd name="connsiteY15818" fmla="*/ 1941115 h 5017219"/>
              <a:gd name="connsiteX15819" fmla="*/ 3865582 w 5799173"/>
              <a:gd name="connsiteY15819" fmla="*/ 1940034 h 5017219"/>
              <a:gd name="connsiteX15820" fmla="*/ 3873474 w 5799173"/>
              <a:gd name="connsiteY15820" fmla="*/ 1926410 h 5017219"/>
              <a:gd name="connsiteX15821" fmla="*/ 3874471 w 5799173"/>
              <a:gd name="connsiteY15821" fmla="*/ 1925828 h 5017219"/>
              <a:gd name="connsiteX15822" fmla="*/ 3890256 w 5799173"/>
              <a:gd name="connsiteY15822" fmla="*/ 1925828 h 5017219"/>
              <a:gd name="connsiteX15823" fmla="*/ 3891253 w 5799173"/>
              <a:gd name="connsiteY15823" fmla="*/ 1926410 h 5017219"/>
              <a:gd name="connsiteX15824" fmla="*/ 3899146 w 5799173"/>
              <a:gd name="connsiteY15824" fmla="*/ 1940034 h 5017219"/>
              <a:gd name="connsiteX15825" fmla="*/ 3899146 w 5799173"/>
              <a:gd name="connsiteY15825" fmla="*/ 1941115 h 5017219"/>
              <a:gd name="connsiteX15826" fmla="*/ 3891253 w 5799173"/>
              <a:gd name="connsiteY15826" fmla="*/ 1954740 h 5017219"/>
              <a:gd name="connsiteX15827" fmla="*/ 3890256 w 5799173"/>
              <a:gd name="connsiteY15827" fmla="*/ 1955321 h 5017219"/>
              <a:gd name="connsiteX15828" fmla="*/ 4295454 w 5799173"/>
              <a:gd name="connsiteY15828" fmla="*/ 2068875 h 5017219"/>
              <a:gd name="connsiteX15829" fmla="*/ 4294457 w 5799173"/>
              <a:gd name="connsiteY15829" fmla="*/ 2068294 h 5017219"/>
              <a:gd name="connsiteX15830" fmla="*/ 4286232 w 5799173"/>
              <a:gd name="connsiteY15830" fmla="*/ 2054004 h 5017219"/>
              <a:gd name="connsiteX15831" fmla="*/ 4286232 w 5799173"/>
              <a:gd name="connsiteY15831" fmla="*/ 2052841 h 5017219"/>
              <a:gd name="connsiteX15832" fmla="*/ 4294457 w 5799173"/>
              <a:gd name="connsiteY15832" fmla="*/ 2038551 h 5017219"/>
              <a:gd name="connsiteX15833" fmla="*/ 4295454 w 5799173"/>
              <a:gd name="connsiteY15833" fmla="*/ 2037970 h 5017219"/>
              <a:gd name="connsiteX15834" fmla="*/ 4311903 w 5799173"/>
              <a:gd name="connsiteY15834" fmla="*/ 2037970 h 5017219"/>
              <a:gd name="connsiteX15835" fmla="*/ 4312900 w 5799173"/>
              <a:gd name="connsiteY15835" fmla="*/ 2038551 h 5017219"/>
              <a:gd name="connsiteX15836" fmla="*/ 4321125 w 5799173"/>
              <a:gd name="connsiteY15836" fmla="*/ 2052841 h 5017219"/>
              <a:gd name="connsiteX15837" fmla="*/ 4321125 w 5799173"/>
              <a:gd name="connsiteY15837" fmla="*/ 2054004 h 5017219"/>
              <a:gd name="connsiteX15838" fmla="*/ 4312900 w 5799173"/>
              <a:gd name="connsiteY15838" fmla="*/ 2068294 h 5017219"/>
              <a:gd name="connsiteX15839" fmla="*/ 4311903 w 5799173"/>
              <a:gd name="connsiteY15839" fmla="*/ 2068875 h 5017219"/>
              <a:gd name="connsiteX15840" fmla="*/ 4475927 w 5799173"/>
              <a:gd name="connsiteY15840" fmla="*/ 2117434 h 5017219"/>
              <a:gd name="connsiteX15841" fmla="*/ 4474930 w 5799173"/>
              <a:gd name="connsiteY15841" fmla="*/ 2116852 h 5017219"/>
              <a:gd name="connsiteX15842" fmla="*/ 4466622 w 5799173"/>
              <a:gd name="connsiteY15842" fmla="*/ 2102397 h 5017219"/>
              <a:gd name="connsiteX15843" fmla="*/ 4466622 w 5799173"/>
              <a:gd name="connsiteY15843" fmla="*/ 2101233 h 5017219"/>
              <a:gd name="connsiteX15844" fmla="*/ 4474930 w 5799173"/>
              <a:gd name="connsiteY15844" fmla="*/ 2086778 h 5017219"/>
              <a:gd name="connsiteX15845" fmla="*/ 4475927 w 5799173"/>
              <a:gd name="connsiteY15845" fmla="*/ 2086196 h 5017219"/>
              <a:gd name="connsiteX15846" fmla="*/ 4492626 w 5799173"/>
              <a:gd name="connsiteY15846" fmla="*/ 2086196 h 5017219"/>
              <a:gd name="connsiteX15847" fmla="*/ 4493622 w 5799173"/>
              <a:gd name="connsiteY15847" fmla="*/ 2086778 h 5017219"/>
              <a:gd name="connsiteX15848" fmla="*/ 4501930 w 5799173"/>
              <a:gd name="connsiteY15848" fmla="*/ 2101233 h 5017219"/>
              <a:gd name="connsiteX15849" fmla="*/ 4501930 w 5799173"/>
              <a:gd name="connsiteY15849" fmla="*/ 2102397 h 5017219"/>
              <a:gd name="connsiteX15850" fmla="*/ 4493622 w 5799173"/>
              <a:gd name="connsiteY15850" fmla="*/ 2116852 h 5017219"/>
              <a:gd name="connsiteX15851" fmla="*/ 4492626 w 5799173"/>
              <a:gd name="connsiteY15851" fmla="*/ 2117434 h 5017219"/>
              <a:gd name="connsiteX15852" fmla="*/ 4596299 w 5799173"/>
              <a:gd name="connsiteY15852" fmla="*/ 2149688 h 5017219"/>
              <a:gd name="connsiteX15853" fmla="*/ 4595303 w 5799173"/>
              <a:gd name="connsiteY15853" fmla="*/ 2149106 h 5017219"/>
              <a:gd name="connsiteX15854" fmla="*/ 4586995 w 5799173"/>
              <a:gd name="connsiteY15854" fmla="*/ 2134651 h 5017219"/>
              <a:gd name="connsiteX15855" fmla="*/ 4586994 w 5799173"/>
              <a:gd name="connsiteY15855" fmla="*/ 2133487 h 5017219"/>
              <a:gd name="connsiteX15856" fmla="*/ 4595302 w 5799173"/>
              <a:gd name="connsiteY15856" fmla="*/ 2119032 h 5017219"/>
              <a:gd name="connsiteX15857" fmla="*/ 4596299 w 5799173"/>
              <a:gd name="connsiteY15857" fmla="*/ 2118450 h 5017219"/>
              <a:gd name="connsiteX15858" fmla="*/ 4612998 w 5799173"/>
              <a:gd name="connsiteY15858" fmla="*/ 2118450 h 5017219"/>
              <a:gd name="connsiteX15859" fmla="*/ 4613995 w 5799173"/>
              <a:gd name="connsiteY15859" fmla="*/ 2119032 h 5017219"/>
              <a:gd name="connsiteX15860" fmla="*/ 4622303 w 5799173"/>
              <a:gd name="connsiteY15860" fmla="*/ 2133487 h 5017219"/>
              <a:gd name="connsiteX15861" fmla="*/ 4622302 w 5799173"/>
              <a:gd name="connsiteY15861" fmla="*/ 2134651 h 5017219"/>
              <a:gd name="connsiteX15862" fmla="*/ 4613994 w 5799173"/>
              <a:gd name="connsiteY15862" fmla="*/ 2149106 h 5017219"/>
              <a:gd name="connsiteX15863" fmla="*/ 4612998 w 5799173"/>
              <a:gd name="connsiteY15863" fmla="*/ 2149688 h 5017219"/>
              <a:gd name="connsiteX15864" fmla="*/ 4235101 w 5799173"/>
              <a:gd name="connsiteY15864" fmla="*/ 2052998 h 5017219"/>
              <a:gd name="connsiteX15865" fmla="*/ 4234104 w 5799173"/>
              <a:gd name="connsiteY15865" fmla="*/ 2052417 h 5017219"/>
              <a:gd name="connsiteX15866" fmla="*/ 4225713 w 5799173"/>
              <a:gd name="connsiteY15866" fmla="*/ 2037878 h 5017219"/>
              <a:gd name="connsiteX15867" fmla="*/ 4225713 w 5799173"/>
              <a:gd name="connsiteY15867" fmla="*/ 2036714 h 5017219"/>
              <a:gd name="connsiteX15868" fmla="*/ 4234104 w 5799173"/>
              <a:gd name="connsiteY15868" fmla="*/ 2022176 h 5017219"/>
              <a:gd name="connsiteX15869" fmla="*/ 4235101 w 5799173"/>
              <a:gd name="connsiteY15869" fmla="*/ 2021594 h 5017219"/>
              <a:gd name="connsiteX15870" fmla="*/ 4251883 w 5799173"/>
              <a:gd name="connsiteY15870" fmla="*/ 2021594 h 5017219"/>
              <a:gd name="connsiteX15871" fmla="*/ 4252880 w 5799173"/>
              <a:gd name="connsiteY15871" fmla="*/ 2022176 h 5017219"/>
              <a:gd name="connsiteX15872" fmla="*/ 4261271 w 5799173"/>
              <a:gd name="connsiteY15872" fmla="*/ 2036714 h 5017219"/>
              <a:gd name="connsiteX15873" fmla="*/ 4261271 w 5799173"/>
              <a:gd name="connsiteY15873" fmla="*/ 2037878 h 5017219"/>
              <a:gd name="connsiteX15874" fmla="*/ 4252880 w 5799173"/>
              <a:gd name="connsiteY15874" fmla="*/ 2052417 h 5017219"/>
              <a:gd name="connsiteX15875" fmla="*/ 4251883 w 5799173"/>
              <a:gd name="connsiteY15875" fmla="*/ 2052998 h 5017219"/>
              <a:gd name="connsiteX15876" fmla="*/ 4536032 w 5799173"/>
              <a:gd name="connsiteY15876" fmla="*/ 2133632 h 5017219"/>
              <a:gd name="connsiteX15877" fmla="*/ 4535035 w 5799173"/>
              <a:gd name="connsiteY15877" fmla="*/ 2133051 h 5017219"/>
              <a:gd name="connsiteX15878" fmla="*/ 4526644 w 5799173"/>
              <a:gd name="connsiteY15878" fmla="*/ 2118512 h 5017219"/>
              <a:gd name="connsiteX15879" fmla="*/ 4526644 w 5799173"/>
              <a:gd name="connsiteY15879" fmla="*/ 2117348 h 5017219"/>
              <a:gd name="connsiteX15880" fmla="*/ 4535035 w 5799173"/>
              <a:gd name="connsiteY15880" fmla="*/ 2102810 h 5017219"/>
              <a:gd name="connsiteX15881" fmla="*/ 4536032 w 5799173"/>
              <a:gd name="connsiteY15881" fmla="*/ 2102228 h 5017219"/>
              <a:gd name="connsiteX15882" fmla="*/ 4552814 w 5799173"/>
              <a:gd name="connsiteY15882" fmla="*/ 2102228 h 5017219"/>
              <a:gd name="connsiteX15883" fmla="*/ 4553811 w 5799173"/>
              <a:gd name="connsiteY15883" fmla="*/ 2102810 h 5017219"/>
              <a:gd name="connsiteX15884" fmla="*/ 4562202 w 5799173"/>
              <a:gd name="connsiteY15884" fmla="*/ 2117348 h 5017219"/>
              <a:gd name="connsiteX15885" fmla="*/ 4562202 w 5799173"/>
              <a:gd name="connsiteY15885" fmla="*/ 2118512 h 5017219"/>
              <a:gd name="connsiteX15886" fmla="*/ 4553811 w 5799173"/>
              <a:gd name="connsiteY15886" fmla="*/ 2133051 h 5017219"/>
              <a:gd name="connsiteX15887" fmla="*/ 4552814 w 5799173"/>
              <a:gd name="connsiteY15887" fmla="*/ 2133632 h 5017219"/>
              <a:gd name="connsiteX15888" fmla="*/ 4355369 w 5799173"/>
              <a:gd name="connsiteY15888" fmla="*/ 2085498 h 5017219"/>
              <a:gd name="connsiteX15889" fmla="*/ 4354372 w 5799173"/>
              <a:gd name="connsiteY15889" fmla="*/ 2084917 h 5017219"/>
              <a:gd name="connsiteX15890" fmla="*/ 4345898 w 5799173"/>
              <a:gd name="connsiteY15890" fmla="*/ 2070212 h 5017219"/>
              <a:gd name="connsiteX15891" fmla="*/ 4345898 w 5799173"/>
              <a:gd name="connsiteY15891" fmla="*/ 2069049 h 5017219"/>
              <a:gd name="connsiteX15892" fmla="*/ 4354372 w 5799173"/>
              <a:gd name="connsiteY15892" fmla="*/ 2054344 h 5017219"/>
              <a:gd name="connsiteX15893" fmla="*/ 4355369 w 5799173"/>
              <a:gd name="connsiteY15893" fmla="*/ 2053762 h 5017219"/>
              <a:gd name="connsiteX15894" fmla="*/ 4372317 w 5799173"/>
              <a:gd name="connsiteY15894" fmla="*/ 2053762 h 5017219"/>
              <a:gd name="connsiteX15895" fmla="*/ 4373314 w 5799173"/>
              <a:gd name="connsiteY15895" fmla="*/ 2054344 h 5017219"/>
              <a:gd name="connsiteX15896" fmla="*/ 4381788 w 5799173"/>
              <a:gd name="connsiteY15896" fmla="*/ 2069049 h 5017219"/>
              <a:gd name="connsiteX15897" fmla="*/ 4381788 w 5799173"/>
              <a:gd name="connsiteY15897" fmla="*/ 2070212 h 5017219"/>
              <a:gd name="connsiteX15898" fmla="*/ 4373314 w 5799173"/>
              <a:gd name="connsiteY15898" fmla="*/ 2084917 h 5017219"/>
              <a:gd name="connsiteX15899" fmla="*/ 4372317 w 5799173"/>
              <a:gd name="connsiteY15899" fmla="*/ 2085498 h 5017219"/>
              <a:gd name="connsiteX15900" fmla="*/ 3933993 w 5799173"/>
              <a:gd name="connsiteY15900" fmla="*/ 1972695 h 5017219"/>
              <a:gd name="connsiteX15901" fmla="*/ 3932913 w 5799173"/>
              <a:gd name="connsiteY15901" fmla="*/ 1972113 h 5017219"/>
              <a:gd name="connsiteX15902" fmla="*/ 3924356 w 5799173"/>
              <a:gd name="connsiteY15902" fmla="*/ 1957325 h 5017219"/>
              <a:gd name="connsiteX15903" fmla="*/ 3924356 w 5799173"/>
              <a:gd name="connsiteY15903" fmla="*/ 1956079 h 5017219"/>
              <a:gd name="connsiteX15904" fmla="*/ 3932913 w 5799173"/>
              <a:gd name="connsiteY15904" fmla="*/ 1941291 h 5017219"/>
              <a:gd name="connsiteX15905" fmla="*/ 3933993 w 5799173"/>
              <a:gd name="connsiteY15905" fmla="*/ 1940709 h 5017219"/>
              <a:gd name="connsiteX15906" fmla="*/ 3951107 w 5799173"/>
              <a:gd name="connsiteY15906" fmla="*/ 1940709 h 5017219"/>
              <a:gd name="connsiteX15907" fmla="*/ 3952187 w 5799173"/>
              <a:gd name="connsiteY15907" fmla="*/ 1941291 h 5017219"/>
              <a:gd name="connsiteX15908" fmla="*/ 3960744 w 5799173"/>
              <a:gd name="connsiteY15908" fmla="*/ 1956079 h 5017219"/>
              <a:gd name="connsiteX15909" fmla="*/ 3960744 w 5799173"/>
              <a:gd name="connsiteY15909" fmla="*/ 1957325 h 5017219"/>
              <a:gd name="connsiteX15910" fmla="*/ 3952187 w 5799173"/>
              <a:gd name="connsiteY15910" fmla="*/ 1972113 h 5017219"/>
              <a:gd name="connsiteX15911" fmla="*/ 3951107 w 5799173"/>
              <a:gd name="connsiteY15911" fmla="*/ 1972695 h 5017219"/>
              <a:gd name="connsiteX15912" fmla="*/ 4415400 w 5799173"/>
              <a:gd name="connsiteY15912" fmla="*/ 2101876 h 5017219"/>
              <a:gd name="connsiteX15913" fmla="*/ 4414320 w 5799173"/>
              <a:gd name="connsiteY15913" fmla="*/ 2101294 h 5017219"/>
              <a:gd name="connsiteX15914" fmla="*/ 4405680 w 5799173"/>
              <a:gd name="connsiteY15914" fmla="*/ 2086340 h 5017219"/>
              <a:gd name="connsiteX15915" fmla="*/ 4405680 w 5799173"/>
              <a:gd name="connsiteY15915" fmla="*/ 2085094 h 5017219"/>
              <a:gd name="connsiteX15916" fmla="*/ 4414320 w 5799173"/>
              <a:gd name="connsiteY15916" fmla="*/ 2070140 h 5017219"/>
              <a:gd name="connsiteX15917" fmla="*/ 4415400 w 5799173"/>
              <a:gd name="connsiteY15917" fmla="*/ 2069558 h 5017219"/>
              <a:gd name="connsiteX15918" fmla="*/ 4432680 w 5799173"/>
              <a:gd name="connsiteY15918" fmla="*/ 2069558 h 5017219"/>
              <a:gd name="connsiteX15919" fmla="*/ 4433761 w 5799173"/>
              <a:gd name="connsiteY15919" fmla="*/ 2070140 h 5017219"/>
              <a:gd name="connsiteX15920" fmla="*/ 4442400 w 5799173"/>
              <a:gd name="connsiteY15920" fmla="*/ 2085094 h 5017219"/>
              <a:gd name="connsiteX15921" fmla="*/ 4442401 w 5799173"/>
              <a:gd name="connsiteY15921" fmla="*/ 2086340 h 5017219"/>
              <a:gd name="connsiteX15922" fmla="*/ 4433761 w 5799173"/>
              <a:gd name="connsiteY15922" fmla="*/ 2101294 h 5017219"/>
              <a:gd name="connsiteX15923" fmla="*/ 4432680 w 5799173"/>
              <a:gd name="connsiteY15923" fmla="*/ 2101876 h 5017219"/>
              <a:gd name="connsiteX15924" fmla="*/ 4836537 w 5799173"/>
              <a:gd name="connsiteY15924" fmla="*/ 2215012 h 5017219"/>
              <a:gd name="connsiteX15925" fmla="*/ 4835457 w 5799173"/>
              <a:gd name="connsiteY15925" fmla="*/ 2214431 h 5017219"/>
              <a:gd name="connsiteX15926" fmla="*/ 4826651 w 5799173"/>
              <a:gd name="connsiteY15926" fmla="*/ 2199227 h 5017219"/>
              <a:gd name="connsiteX15927" fmla="*/ 4826651 w 5799173"/>
              <a:gd name="connsiteY15927" fmla="*/ 2197981 h 5017219"/>
              <a:gd name="connsiteX15928" fmla="*/ 4835457 w 5799173"/>
              <a:gd name="connsiteY15928" fmla="*/ 2182778 h 5017219"/>
              <a:gd name="connsiteX15929" fmla="*/ 4836537 w 5799173"/>
              <a:gd name="connsiteY15929" fmla="*/ 2182196 h 5017219"/>
              <a:gd name="connsiteX15930" fmla="*/ 4854150 w 5799173"/>
              <a:gd name="connsiteY15930" fmla="*/ 2182196 h 5017219"/>
              <a:gd name="connsiteX15931" fmla="*/ 4855230 w 5799173"/>
              <a:gd name="connsiteY15931" fmla="*/ 2182778 h 5017219"/>
              <a:gd name="connsiteX15932" fmla="*/ 4864036 w 5799173"/>
              <a:gd name="connsiteY15932" fmla="*/ 2197981 h 5017219"/>
              <a:gd name="connsiteX15933" fmla="*/ 4864036 w 5799173"/>
              <a:gd name="connsiteY15933" fmla="*/ 2199227 h 5017219"/>
              <a:gd name="connsiteX15934" fmla="*/ 4855230 w 5799173"/>
              <a:gd name="connsiteY15934" fmla="*/ 2214431 h 5017219"/>
              <a:gd name="connsiteX15935" fmla="*/ 4854150 w 5799173"/>
              <a:gd name="connsiteY15935" fmla="*/ 2215012 h 5017219"/>
              <a:gd name="connsiteX15936" fmla="*/ 3512377 w 5799173"/>
              <a:gd name="connsiteY15936" fmla="*/ 1860392 h 5017219"/>
              <a:gd name="connsiteX15937" fmla="*/ 3511297 w 5799173"/>
              <a:gd name="connsiteY15937" fmla="*/ 1859727 h 5017219"/>
              <a:gd name="connsiteX15938" fmla="*/ 3502491 w 5799173"/>
              <a:gd name="connsiteY15938" fmla="*/ 1844357 h 5017219"/>
              <a:gd name="connsiteX15939" fmla="*/ 3502491 w 5799173"/>
              <a:gd name="connsiteY15939" fmla="*/ 1843111 h 5017219"/>
              <a:gd name="connsiteX15940" fmla="*/ 3511380 w 5799173"/>
              <a:gd name="connsiteY15940" fmla="*/ 1827742 h 5017219"/>
              <a:gd name="connsiteX15941" fmla="*/ 3512460 w 5799173"/>
              <a:gd name="connsiteY15941" fmla="*/ 1827077 h 5017219"/>
              <a:gd name="connsiteX15942" fmla="*/ 3530156 w 5799173"/>
              <a:gd name="connsiteY15942" fmla="*/ 1827077 h 5017219"/>
              <a:gd name="connsiteX15943" fmla="*/ 3531236 w 5799173"/>
              <a:gd name="connsiteY15943" fmla="*/ 1827742 h 5017219"/>
              <a:gd name="connsiteX15944" fmla="*/ 3540043 w 5799173"/>
              <a:gd name="connsiteY15944" fmla="*/ 1843111 h 5017219"/>
              <a:gd name="connsiteX15945" fmla="*/ 3540043 w 5799173"/>
              <a:gd name="connsiteY15945" fmla="*/ 1844357 h 5017219"/>
              <a:gd name="connsiteX15946" fmla="*/ 3531153 w 5799173"/>
              <a:gd name="connsiteY15946" fmla="*/ 1859727 h 5017219"/>
              <a:gd name="connsiteX15947" fmla="*/ 3530073 w 5799173"/>
              <a:gd name="connsiteY15947" fmla="*/ 1860392 h 5017219"/>
              <a:gd name="connsiteX15948" fmla="*/ 4776288 w 5799173"/>
              <a:gd name="connsiteY15948" fmla="*/ 2199056 h 5017219"/>
              <a:gd name="connsiteX15949" fmla="*/ 4775208 w 5799173"/>
              <a:gd name="connsiteY15949" fmla="*/ 2198391 h 5017219"/>
              <a:gd name="connsiteX15950" fmla="*/ 4766402 w 5799173"/>
              <a:gd name="connsiteY15950" fmla="*/ 2183021 h 5017219"/>
              <a:gd name="connsiteX15951" fmla="*/ 4766402 w 5799173"/>
              <a:gd name="connsiteY15951" fmla="*/ 2181775 h 5017219"/>
              <a:gd name="connsiteX15952" fmla="*/ 4775291 w 5799173"/>
              <a:gd name="connsiteY15952" fmla="*/ 2166406 h 5017219"/>
              <a:gd name="connsiteX15953" fmla="*/ 4776371 w 5799173"/>
              <a:gd name="connsiteY15953" fmla="*/ 2165741 h 5017219"/>
              <a:gd name="connsiteX15954" fmla="*/ 4794067 w 5799173"/>
              <a:gd name="connsiteY15954" fmla="*/ 2165741 h 5017219"/>
              <a:gd name="connsiteX15955" fmla="*/ 4795148 w 5799173"/>
              <a:gd name="connsiteY15955" fmla="*/ 2166406 h 5017219"/>
              <a:gd name="connsiteX15956" fmla="*/ 4803953 w 5799173"/>
              <a:gd name="connsiteY15956" fmla="*/ 2181775 h 5017219"/>
              <a:gd name="connsiteX15957" fmla="*/ 4803953 w 5799173"/>
              <a:gd name="connsiteY15957" fmla="*/ 2183021 h 5017219"/>
              <a:gd name="connsiteX15958" fmla="*/ 4795064 w 5799173"/>
              <a:gd name="connsiteY15958" fmla="*/ 2198391 h 5017219"/>
              <a:gd name="connsiteX15959" fmla="*/ 4793984 w 5799173"/>
              <a:gd name="connsiteY15959" fmla="*/ 2199056 h 5017219"/>
              <a:gd name="connsiteX15960" fmla="*/ 4896661 w 5799173"/>
              <a:gd name="connsiteY15960" fmla="*/ 2231310 h 5017219"/>
              <a:gd name="connsiteX15961" fmla="*/ 4895581 w 5799173"/>
              <a:gd name="connsiteY15961" fmla="*/ 2230644 h 5017219"/>
              <a:gd name="connsiteX15962" fmla="*/ 4886775 w 5799173"/>
              <a:gd name="connsiteY15962" fmla="*/ 2215275 h 5017219"/>
              <a:gd name="connsiteX15963" fmla="*/ 4886775 w 5799173"/>
              <a:gd name="connsiteY15963" fmla="*/ 2214029 h 5017219"/>
              <a:gd name="connsiteX15964" fmla="*/ 4895664 w 5799173"/>
              <a:gd name="connsiteY15964" fmla="*/ 2198660 h 5017219"/>
              <a:gd name="connsiteX15965" fmla="*/ 4896744 w 5799173"/>
              <a:gd name="connsiteY15965" fmla="*/ 2197995 h 5017219"/>
              <a:gd name="connsiteX15966" fmla="*/ 4914440 w 5799173"/>
              <a:gd name="connsiteY15966" fmla="*/ 2197995 h 5017219"/>
              <a:gd name="connsiteX15967" fmla="*/ 4915520 w 5799173"/>
              <a:gd name="connsiteY15967" fmla="*/ 2198660 h 5017219"/>
              <a:gd name="connsiteX15968" fmla="*/ 4924326 w 5799173"/>
              <a:gd name="connsiteY15968" fmla="*/ 2214029 h 5017219"/>
              <a:gd name="connsiteX15969" fmla="*/ 4924326 w 5799173"/>
              <a:gd name="connsiteY15969" fmla="*/ 2215275 h 5017219"/>
              <a:gd name="connsiteX15970" fmla="*/ 4915437 w 5799173"/>
              <a:gd name="connsiteY15970" fmla="*/ 2230645 h 5017219"/>
              <a:gd name="connsiteX15971" fmla="*/ 4914357 w 5799173"/>
              <a:gd name="connsiteY15971" fmla="*/ 2231310 h 5017219"/>
              <a:gd name="connsiteX15972" fmla="*/ 4716103 w 5799173"/>
              <a:gd name="connsiteY15972" fmla="*/ 2183012 h 5017219"/>
              <a:gd name="connsiteX15973" fmla="*/ 4715022 w 5799173"/>
              <a:gd name="connsiteY15973" fmla="*/ 2182347 h 5017219"/>
              <a:gd name="connsiteX15974" fmla="*/ 4706133 w 5799173"/>
              <a:gd name="connsiteY15974" fmla="*/ 2166895 h 5017219"/>
              <a:gd name="connsiteX15975" fmla="*/ 4706134 w 5799173"/>
              <a:gd name="connsiteY15975" fmla="*/ 2165648 h 5017219"/>
              <a:gd name="connsiteX15976" fmla="*/ 4715022 w 5799173"/>
              <a:gd name="connsiteY15976" fmla="*/ 2150196 h 5017219"/>
              <a:gd name="connsiteX15977" fmla="*/ 4716103 w 5799173"/>
              <a:gd name="connsiteY15977" fmla="*/ 2149531 h 5017219"/>
              <a:gd name="connsiteX15978" fmla="*/ 4733881 w 5799173"/>
              <a:gd name="connsiteY15978" fmla="*/ 2149531 h 5017219"/>
              <a:gd name="connsiteX15979" fmla="*/ 4734962 w 5799173"/>
              <a:gd name="connsiteY15979" fmla="*/ 2150196 h 5017219"/>
              <a:gd name="connsiteX15980" fmla="*/ 4743851 w 5799173"/>
              <a:gd name="connsiteY15980" fmla="*/ 2165648 h 5017219"/>
              <a:gd name="connsiteX15981" fmla="*/ 4743852 w 5799173"/>
              <a:gd name="connsiteY15981" fmla="*/ 2166895 h 5017219"/>
              <a:gd name="connsiteX15982" fmla="*/ 4734961 w 5799173"/>
              <a:gd name="connsiteY15982" fmla="*/ 2182347 h 5017219"/>
              <a:gd name="connsiteX15983" fmla="*/ 4733881 w 5799173"/>
              <a:gd name="connsiteY15983" fmla="*/ 2183012 h 5017219"/>
              <a:gd name="connsiteX15984" fmla="*/ 4174345 w 5799173"/>
              <a:gd name="connsiteY15984" fmla="*/ 2037943 h 5017219"/>
              <a:gd name="connsiteX15985" fmla="*/ 4173265 w 5799173"/>
              <a:gd name="connsiteY15985" fmla="*/ 2037278 h 5017219"/>
              <a:gd name="connsiteX15986" fmla="*/ 4164293 w 5799173"/>
              <a:gd name="connsiteY15986" fmla="*/ 2021742 h 5017219"/>
              <a:gd name="connsiteX15987" fmla="*/ 4164293 w 5799173"/>
              <a:gd name="connsiteY15987" fmla="*/ 2020496 h 5017219"/>
              <a:gd name="connsiteX15988" fmla="*/ 4173265 w 5799173"/>
              <a:gd name="connsiteY15988" fmla="*/ 2004961 h 5017219"/>
              <a:gd name="connsiteX15989" fmla="*/ 4174345 w 5799173"/>
              <a:gd name="connsiteY15989" fmla="*/ 2004296 h 5017219"/>
              <a:gd name="connsiteX15990" fmla="*/ 4192207 w 5799173"/>
              <a:gd name="connsiteY15990" fmla="*/ 2004296 h 5017219"/>
              <a:gd name="connsiteX15991" fmla="*/ 4193287 w 5799173"/>
              <a:gd name="connsiteY15991" fmla="*/ 2004961 h 5017219"/>
              <a:gd name="connsiteX15992" fmla="*/ 4202260 w 5799173"/>
              <a:gd name="connsiteY15992" fmla="*/ 2020496 h 5017219"/>
              <a:gd name="connsiteX15993" fmla="*/ 4202260 w 5799173"/>
              <a:gd name="connsiteY15993" fmla="*/ 2021742 h 5017219"/>
              <a:gd name="connsiteX15994" fmla="*/ 4193287 w 5799173"/>
              <a:gd name="connsiteY15994" fmla="*/ 2037278 h 5017219"/>
              <a:gd name="connsiteX15995" fmla="*/ 4192207 w 5799173"/>
              <a:gd name="connsiteY15995" fmla="*/ 2037943 h 5017219"/>
              <a:gd name="connsiteX15996" fmla="*/ 4655491 w 5799173"/>
              <a:gd name="connsiteY15996" fmla="*/ 2167630 h 5017219"/>
              <a:gd name="connsiteX15997" fmla="*/ 4654328 w 5799173"/>
              <a:gd name="connsiteY15997" fmla="*/ 2166966 h 5017219"/>
              <a:gd name="connsiteX15998" fmla="*/ 4645023 w 5799173"/>
              <a:gd name="connsiteY15998" fmla="*/ 2150848 h 5017219"/>
              <a:gd name="connsiteX15999" fmla="*/ 4645023 w 5799173"/>
              <a:gd name="connsiteY15999" fmla="*/ 2149519 h 5017219"/>
              <a:gd name="connsiteX16000" fmla="*/ 4654328 w 5799173"/>
              <a:gd name="connsiteY16000" fmla="*/ 2133402 h 5017219"/>
              <a:gd name="connsiteX16001" fmla="*/ 4655491 w 5799173"/>
              <a:gd name="connsiteY16001" fmla="*/ 2132737 h 5017219"/>
              <a:gd name="connsiteX16002" fmla="*/ 4674100 w 5799173"/>
              <a:gd name="connsiteY16002" fmla="*/ 2132737 h 5017219"/>
              <a:gd name="connsiteX16003" fmla="*/ 4675264 w 5799173"/>
              <a:gd name="connsiteY16003" fmla="*/ 2133402 h 5017219"/>
              <a:gd name="connsiteX16004" fmla="*/ 4684569 w 5799173"/>
              <a:gd name="connsiteY16004" fmla="*/ 2149519 h 5017219"/>
              <a:gd name="connsiteX16005" fmla="*/ 4684569 w 5799173"/>
              <a:gd name="connsiteY16005" fmla="*/ 2150848 h 5017219"/>
              <a:gd name="connsiteX16006" fmla="*/ 4675264 w 5799173"/>
              <a:gd name="connsiteY16006" fmla="*/ 2166966 h 5017219"/>
              <a:gd name="connsiteX16007" fmla="*/ 4674100 w 5799173"/>
              <a:gd name="connsiteY16007" fmla="*/ 2167630 h 5017219"/>
              <a:gd name="connsiteX16008" fmla="*/ 1886842 w 5799173"/>
              <a:gd name="connsiteY16008" fmla="*/ 1425867 h 5017219"/>
              <a:gd name="connsiteX16009" fmla="*/ 1885679 w 5799173"/>
              <a:gd name="connsiteY16009" fmla="*/ 1425203 h 5017219"/>
              <a:gd name="connsiteX16010" fmla="*/ 1876291 w 5799173"/>
              <a:gd name="connsiteY16010" fmla="*/ 1409002 h 5017219"/>
              <a:gd name="connsiteX16011" fmla="*/ 1876291 w 5799173"/>
              <a:gd name="connsiteY16011" fmla="*/ 1407673 h 5017219"/>
              <a:gd name="connsiteX16012" fmla="*/ 1885679 w 5799173"/>
              <a:gd name="connsiteY16012" fmla="*/ 1391473 h 5017219"/>
              <a:gd name="connsiteX16013" fmla="*/ 1886842 w 5799173"/>
              <a:gd name="connsiteY16013" fmla="*/ 1390808 h 5017219"/>
              <a:gd name="connsiteX16014" fmla="*/ 1905535 w 5799173"/>
              <a:gd name="connsiteY16014" fmla="*/ 1390808 h 5017219"/>
              <a:gd name="connsiteX16015" fmla="*/ 1906698 w 5799173"/>
              <a:gd name="connsiteY16015" fmla="*/ 1391473 h 5017219"/>
              <a:gd name="connsiteX16016" fmla="*/ 1916086 w 5799173"/>
              <a:gd name="connsiteY16016" fmla="*/ 1407673 h 5017219"/>
              <a:gd name="connsiteX16017" fmla="*/ 1916086 w 5799173"/>
              <a:gd name="connsiteY16017" fmla="*/ 1409002 h 5017219"/>
              <a:gd name="connsiteX16018" fmla="*/ 1906698 w 5799173"/>
              <a:gd name="connsiteY16018" fmla="*/ 1425203 h 5017219"/>
              <a:gd name="connsiteX16019" fmla="*/ 1905535 w 5799173"/>
              <a:gd name="connsiteY16019" fmla="*/ 1425867 h 5017219"/>
              <a:gd name="connsiteX16020" fmla="*/ 923860 w 5799173"/>
              <a:gd name="connsiteY16020" fmla="*/ 1167931 h 5017219"/>
              <a:gd name="connsiteX16021" fmla="*/ 922698 w 5799173"/>
              <a:gd name="connsiteY16021" fmla="*/ 1167267 h 5017219"/>
              <a:gd name="connsiteX16022" fmla="*/ 913309 w 5799173"/>
              <a:gd name="connsiteY16022" fmla="*/ 1150983 h 5017219"/>
              <a:gd name="connsiteX16023" fmla="*/ 913309 w 5799173"/>
              <a:gd name="connsiteY16023" fmla="*/ 1149654 h 5017219"/>
              <a:gd name="connsiteX16024" fmla="*/ 922698 w 5799173"/>
              <a:gd name="connsiteY16024" fmla="*/ 1133371 h 5017219"/>
              <a:gd name="connsiteX16025" fmla="*/ 923860 w 5799173"/>
              <a:gd name="connsiteY16025" fmla="*/ 1132706 h 5017219"/>
              <a:gd name="connsiteX16026" fmla="*/ 942637 w 5799173"/>
              <a:gd name="connsiteY16026" fmla="*/ 1132706 h 5017219"/>
              <a:gd name="connsiteX16027" fmla="*/ 943800 w 5799173"/>
              <a:gd name="connsiteY16027" fmla="*/ 1133371 h 5017219"/>
              <a:gd name="connsiteX16028" fmla="*/ 953188 w 5799173"/>
              <a:gd name="connsiteY16028" fmla="*/ 1149654 h 5017219"/>
              <a:gd name="connsiteX16029" fmla="*/ 953188 w 5799173"/>
              <a:gd name="connsiteY16029" fmla="*/ 1150983 h 5017219"/>
              <a:gd name="connsiteX16030" fmla="*/ 943800 w 5799173"/>
              <a:gd name="connsiteY16030" fmla="*/ 1167267 h 5017219"/>
              <a:gd name="connsiteX16031" fmla="*/ 942637 w 5799173"/>
              <a:gd name="connsiteY16031" fmla="*/ 1167931 h 5017219"/>
              <a:gd name="connsiteX16032" fmla="*/ 983860 w 5799173"/>
              <a:gd name="connsiteY16032" fmla="*/ 1184388 h 5017219"/>
              <a:gd name="connsiteX16033" fmla="*/ 982697 w 5799173"/>
              <a:gd name="connsiteY16033" fmla="*/ 1183723 h 5017219"/>
              <a:gd name="connsiteX16034" fmla="*/ 973143 w 5799173"/>
              <a:gd name="connsiteY16034" fmla="*/ 1167191 h 5017219"/>
              <a:gd name="connsiteX16035" fmla="*/ 973143 w 5799173"/>
              <a:gd name="connsiteY16035" fmla="*/ 1165861 h 5017219"/>
              <a:gd name="connsiteX16036" fmla="*/ 982697 w 5799173"/>
              <a:gd name="connsiteY16036" fmla="*/ 1149329 h 5017219"/>
              <a:gd name="connsiteX16037" fmla="*/ 983860 w 5799173"/>
              <a:gd name="connsiteY16037" fmla="*/ 1148664 h 5017219"/>
              <a:gd name="connsiteX16038" fmla="*/ 1002968 w 5799173"/>
              <a:gd name="connsiteY16038" fmla="*/ 1148664 h 5017219"/>
              <a:gd name="connsiteX16039" fmla="*/ 1004131 w 5799173"/>
              <a:gd name="connsiteY16039" fmla="*/ 1149329 h 5017219"/>
              <a:gd name="connsiteX16040" fmla="*/ 1013685 w 5799173"/>
              <a:gd name="connsiteY16040" fmla="*/ 1165861 h 5017219"/>
              <a:gd name="connsiteX16041" fmla="*/ 1013685 w 5799173"/>
              <a:gd name="connsiteY16041" fmla="*/ 1167191 h 5017219"/>
              <a:gd name="connsiteX16042" fmla="*/ 1004131 w 5799173"/>
              <a:gd name="connsiteY16042" fmla="*/ 1183723 h 5017219"/>
              <a:gd name="connsiteX16043" fmla="*/ 1002968 w 5799173"/>
              <a:gd name="connsiteY16043" fmla="*/ 1184388 h 5017219"/>
              <a:gd name="connsiteX16044" fmla="*/ 1044046 w 5799173"/>
              <a:gd name="connsiteY16044" fmla="*/ 1200515 h 5017219"/>
              <a:gd name="connsiteX16045" fmla="*/ 1042883 w 5799173"/>
              <a:gd name="connsiteY16045" fmla="*/ 1199850 h 5017219"/>
              <a:gd name="connsiteX16046" fmla="*/ 1033329 w 5799173"/>
              <a:gd name="connsiteY16046" fmla="*/ 1183318 h 5017219"/>
              <a:gd name="connsiteX16047" fmla="*/ 1033329 w 5799173"/>
              <a:gd name="connsiteY16047" fmla="*/ 1181988 h 5017219"/>
              <a:gd name="connsiteX16048" fmla="*/ 1042883 w 5799173"/>
              <a:gd name="connsiteY16048" fmla="*/ 1165456 h 5017219"/>
              <a:gd name="connsiteX16049" fmla="*/ 1044046 w 5799173"/>
              <a:gd name="connsiteY16049" fmla="*/ 1164791 h 5017219"/>
              <a:gd name="connsiteX16050" fmla="*/ 1063153 w 5799173"/>
              <a:gd name="connsiteY16050" fmla="*/ 1164791 h 5017219"/>
              <a:gd name="connsiteX16051" fmla="*/ 1064317 w 5799173"/>
              <a:gd name="connsiteY16051" fmla="*/ 1165456 h 5017219"/>
              <a:gd name="connsiteX16052" fmla="*/ 1073871 w 5799173"/>
              <a:gd name="connsiteY16052" fmla="*/ 1181988 h 5017219"/>
              <a:gd name="connsiteX16053" fmla="*/ 1073870 w 5799173"/>
              <a:gd name="connsiteY16053" fmla="*/ 1183318 h 5017219"/>
              <a:gd name="connsiteX16054" fmla="*/ 1064317 w 5799173"/>
              <a:gd name="connsiteY16054" fmla="*/ 1199850 h 5017219"/>
              <a:gd name="connsiteX16055" fmla="*/ 1063153 w 5799173"/>
              <a:gd name="connsiteY16055" fmla="*/ 1200515 h 5017219"/>
              <a:gd name="connsiteX16056" fmla="*/ 1284706 w 5799173"/>
              <a:gd name="connsiteY16056" fmla="*/ 1265199 h 5017219"/>
              <a:gd name="connsiteX16057" fmla="*/ 1283543 w 5799173"/>
              <a:gd name="connsiteY16057" fmla="*/ 1264535 h 5017219"/>
              <a:gd name="connsiteX16058" fmla="*/ 1273906 w 5799173"/>
              <a:gd name="connsiteY16058" fmla="*/ 1247836 h 5017219"/>
              <a:gd name="connsiteX16059" fmla="*/ 1273906 w 5799173"/>
              <a:gd name="connsiteY16059" fmla="*/ 1246507 h 5017219"/>
              <a:gd name="connsiteX16060" fmla="*/ 1283543 w 5799173"/>
              <a:gd name="connsiteY16060" fmla="*/ 1229808 h 5017219"/>
              <a:gd name="connsiteX16061" fmla="*/ 1284706 w 5799173"/>
              <a:gd name="connsiteY16061" fmla="*/ 1229143 h 5017219"/>
              <a:gd name="connsiteX16062" fmla="*/ 1304063 w 5799173"/>
              <a:gd name="connsiteY16062" fmla="*/ 1229143 h 5017219"/>
              <a:gd name="connsiteX16063" fmla="*/ 1305227 w 5799173"/>
              <a:gd name="connsiteY16063" fmla="*/ 1229808 h 5017219"/>
              <a:gd name="connsiteX16064" fmla="*/ 1314864 w 5799173"/>
              <a:gd name="connsiteY16064" fmla="*/ 1246507 h 5017219"/>
              <a:gd name="connsiteX16065" fmla="*/ 1314864 w 5799173"/>
              <a:gd name="connsiteY16065" fmla="*/ 1247836 h 5017219"/>
              <a:gd name="connsiteX16066" fmla="*/ 1305227 w 5799173"/>
              <a:gd name="connsiteY16066" fmla="*/ 1264535 h 5017219"/>
              <a:gd name="connsiteX16067" fmla="*/ 1304063 w 5799173"/>
              <a:gd name="connsiteY16067" fmla="*/ 1265199 h 5017219"/>
              <a:gd name="connsiteX16068" fmla="*/ 1104097 w 5799173"/>
              <a:gd name="connsiteY16068" fmla="*/ 1216896 h 5017219"/>
              <a:gd name="connsiteX16069" fmla="*/ 1102934 w 5799173"/>
              <a:gd name="connsiteY16069" fmla="*/ 1216231 h 5017219"/>
              <a:gd name="connsiteX16070" fmla="*/ 1093214 w 5799173"/>
              <a:gd name="connsiteY16070" fmla="*/ 1199366 h 5017219"/>
              <a:gd name="connsiteX16071" fmla="*/ 1093214 w 5799173"/>
              <a:gd name="connsiteY16071" fmla="*/ 1197954 h 5017219"/>
              <a:gd name="connsiteX16072" fmla="*/ 1102934 w 5799173"/>
              <a:gd name="connsiteY16072" fmla="*/ 1181089 h 5017219"/>
              <a:gd name="connsiteX16073" fmla="*/ 1104097 w 5799173"/>
              <a:gd name="connsiteY16073" fmla="*/ 1180424 h 5017219"/>
              <a:gd name="connsiteX16074" fmla="*/ 1123538 w 5799173"/>
              <a:gd name="connsiteY16074" fmla="*/ 1180424 h 5017219"/>
              <a:gd name="connsiteX16075" fmla="*/ 1124701 w 5799173"/>
              <a:gd name="connsiteY16075" fmla="*/ 1181089 h 5017219"/>
              <a:gd name="connsiteX16076" fmla="*/ 1134421 w 5799173"/>
              <a:gd name="connsiteY16076" fmla="*/ 1197954 h 5017219"/>
              <a:gd name="connsiteX16077" fmla="*/ 1134421 w 5799173"/>
              <a:gd name="connsiteY16077" fmla="*/ 1199366 h 5017219"/>
              <a:gd name="connsiteX16078" fmla="*/ 1124701 w 5799173"/>
              <a:gd name="connsiteY16078" fmla="*/ 1216231 h 5017219"/>
              <a:gd name="connsiteX16079" fmla="*/ 1123538 w 5799173"/>
              <a:gd name="connsiteY16079" fmla="*/ 1216896 h 5017219"/>
              <a:gd name="connsiteX16080" fmla="*/ 1465215 w 5799173"/>
              <a:gd name="connsiteY16080" fmla="*/ 1313657 h 5017219"/>
              <a:gd name="connsiteX16081" fmla="*/ 1464052 w 5799173"/>
              <a:gd name="connsiteY16081" fmla="*/ 1312992 h 5017219"/>
              <a:gd name="connsiteX16082" fmla="*/ 1454332 w 5799173"/>
              <a:gd name="connsiteY16082" fmla="*/ 1296127 h 5017219"/>
              <a:gd name="connsiteX16083" fmla="*/ 1454332 w 5799173"/>
              <a:gd name="connsiteY16083" fmla="*/ 1294715 h 5017219"/>
              <a:gd name="connsiteX16084" fmla="*/ 1464052 w 5799173"/>
              <a:gd name="connsiteY16084" fmla="*/ 1277850 h 5017219"/>
              <a:gd name="connsiteX16085" fmla="*/ 1465215 w 5799173"/>
              <a:gd name="connsiteY16085" fmla="*/ 1277185 h 5017219"/>
              <a:gd name="connsiteX16086" fmla="*/ 1484656 w 5799173"/>
              <a:gd name="connsiteY16086" fmla="*/ 1277185 h 5017219"/>
              <a:gd name="connsiteX16087" fmla="*/ 1485819 w 5799173"/>
              <a:gd name="connsiteY16087" fmla="*/ 1277850 h 5017219"/>
              <a:gd name="connsiteX16088" fmla="*/ 1495539 w 5799173"/>
              <a:gd name="connsiteY16088" fmla="*/ 1294715 h 5017219"/>
              <a:gd name="connsiteX16089" fmla="*/ 1495539 w 5799173"/>
              <a:gd name="connsiteY16089" fmla="*/ 1296127 h 5017219"/>
              <a:gd name="connsiteX16090" fmla="*/ 1485819 w 5799173"/>
              <a:gd name="connsiteY16090" fmla="*/ 1312992 h 5017219"/>
              <a:gd name="connsiteX16091" fmla="*/ 1484656 w 5799173"/>
              <a:gd name="connsiteY16091" fmla="*/ 1313657 h 5017219"/>
              <a:gd name="connsiteX16092" fmla="*/ 863269 w 5799173"/>
              <a:gd name="connsiteY16092" fmla="*/ 1152471 h 5017219"/>
              <a:gd name="connsiteX16093" fmla="*/ 862107 w 5799173"/>
              <a:gd name="connsiteY16093" fmla="*/ 1151806 h 5017219"/>
              <a:gd name="connsiteX16094" fmla="*/ 852387 w 5799173"/>
              <a:gd name="connsiteY16094" fmla="*/ 1134859 h 5017219"/>
              <a:gd name="connsiteX16095" fmla="*/ 852386 w 5799173"/>
              <a:gd name="connsiteY16095" fmla="*/ 1133446 h 5017219"/>
              <a:gd name="connsiteX16096" fmla="*/ 862190 w 5799173"/>
              <a:gd name="connsiteY16096" fmla="*/ 1116499 h 5017219"/>
              <a:gd name="connsiteX16097" fmla="*/ 863354 w 5799173"/>
              <a:gd name="connsiteY16097" fmla="*/ 1115833 h 5017219"/>
              <a:gd name="connsiteX16098" fmla="*/ 882877 w 5799173"/>
              <a:gd name="connsiteY16098" fmla="*/ 1115833 h 5017219"/>
              <a:gd name="connsiteX16099" fmla="*/ 884039 w 5799173"/>
              <a:gd name="connsiteY16099" fmla="*/ 1116498 h 5017219"/>
              <a:gd name="connsiteX16100" fmla="*/ 893760 w 5799173"/>
              <a:gd name="connsiteY16100" fmla="*/ 1133447 h 5017219"/>
              <a:gd name="connsiteX16101" fmla="*/ 893760 w 5799173"/>
              <a:gd name="connsiteY16101" fmla="*/ 1134858 h 5017219"/>
              <a:gd name="connsiteX16102" fmla="*/ 883956 w 5799173"/>
              <a:gd name="connsiteY16102" fmla="*/ 1151806 h 5017219"/>
              <a:gd name="connsiteX16103" fmla="*/ 882793 w 5799173"/>
              <a:gd name="connsiteY16103" fmla="*/ 1152472 h 5017219"/>
              <a:gd name="connsiteX16104" fmla="*/ 1164202 w 5799173"/>
              <a:gd name="connsiteY16104" fmla="*/ 1233188 h 5017219"/>
              <a:gd name="connsiteX16105" fmla="*/ 1163038 w 5799173"/>
              <a:gd name="connsiteY16105" fmla="*/ 1232523 h 5017219"/>
              <a:gd name="connsiteX16106" fmla="*/ 1153235 w 5799173"/>
              <a:gd name="connsiteY16106" fmla="*/ 1215492 h 5017219"/>
              <a:gd name="connsiteX16107" fmla="*/ 1153235 w 5799173"/>
              <a:gd name="connsiteY16107" fmla="*/ 1214080 h 5017219"/>
              <a:gd name="connsiteX16108" fmla="*/ 1163038 w 5799173"/>
              <a:gd name="connsiteY16108" fmla="*/ 1197049 h 5017219"/>
              <a:gd name="connsiteX16109" fmla="*/ 1164202 w 5799173"/>
              <a:gd name="connsiteY16109" fmla="*/ 1196384 h 5017219"/>
              <a:gd name="connsiteX16110" fmla="*/ 1183808 w 5799173"/>
              <a:gd name="connsiteY16110" fmla="*/ 1196384 h 5017219"/>
              <a:gd name="connsiteX16111" fmla="*/ 1184971 w 5799173"/>
              <a:gd name="connsiteY16111" fmla="*/ 1197049 h 5017219"/>
              <a:gd name="connsiteX16112" fmla="*/ 1194775 w 5799173"/>
              <a:gd name="connsiteY16112" fmla="*/ 1214080 h 5017219"/>
              <a:gd name="connsiteX16113" fmla="*/ 1194775 w 5799173"/>
              <a:gd name="connsiteY16113" fmla="*/ 1215492 h 5017219"/>
              <a:gd name="connsiteX16114" fmla="*/ 1184971 w 5799173"/>
              <a:gd name="connsiteY16114" fmla="*/ 1232523 h 5017219"/>
              <a:gd name="connsiteX16115" fmla="*/ 1183808 w 5799173"/>
              <a:gd name="connsiteY16115" fmla="*/ 1233188 h 5017219"/>
              <a:gd name="connsiteX16116" fmla="*/ 1224388 w 5799173"/>
              <a:gd name="connsiteY16116" fmla="*/ 1249315 h 5017219"/>
              <a:gd name="connsiteX16117" fmla="*/ 1223224 w 5799173"/>
              <a:gd name="connsiteY16117" fmla="*/ 1248650 h 5017219"/>
              <a:gd name="connsiteX16118" fmla="*/ 1213421 w 5799173"/>
              <a:gd name="connsiteY16118" fmla="*/ 1231619 h 5017219"/>
              <a:gd name="connsiteX16119" fmla="*/ 1213421 w 5799173"/>
              <a:gd name="connsiteY16119" fmla="*/ 1230206 h 5017219"/>
              <a:gd name="connsiteX16120" fmla="*/ 1223224 w 5799173"/>
              <a:gd name="connsiteY16120" fmla="*/ 1213176 h 5017219"/>
              <a:gd name="connsiteX16121" fmla="*/ 1224388 w 5799173"/>
              <a:gd name="connsiteY16121" fmla="*/ 1212510 h 5017219"/>
              <a:gd name="connsiteX16122" fmla="*/ 1243994 w 5799173"/>
              <a:gd name="connsiteY16122" fmla="*/ 1212511 h 5017219"/>
              <a:gd name="connsiteX16123" fmla="*/ 1245157 w 5799173"/>
              <a:gd name="connsiteY16123" fmla="*/ 1213175 h 5017219"/>
              <a:gd name="connsiteX16124" fmla="*/ 1254961 w 5799173"/>
              <a:gd name="connsiteY16124" fmla="*/ 1230207 h 5017219"/>
              <a:gd name="connsiteX16125" fmla="*/ 1254961 w 5799173"/>
              <a:gd name="connsiteY16125" fmla="*/ 1231619 h 5017219"/>
              <a:gd name="connsiteX16126" fmla="*/ 1245157 w 5799173"/>
              <a:gd name="connsiteY16126" fmla="*/ 1248650 h 5017219"/>
              <a:gd name="connsiteX16127" fmla="*/ 1243994 w 5799173"/>
              <a:gd name="connsiteY16127" fmla="*/ 1249315 h 5017219"/>
              <a:gd name="connsiteX16128" fmla="*/ 1525211 w 5799173"/>
              <a:gd name="connsiteY16128" fmla="*/ 1330206 h 5017219"/>
              <a:gd name="connsiteX16129" fmla="*/ 1523966 w 5799173"/>
              <a:gd name="connsiteY16129" fmla="*/ 1329542 h 5017219"/>
              <a:gd name="connsiteX16130" fmla="*/ 1514079 w 5799173"/>
              <a:gd name="connsiteY16130" fmla="*/ 1312344 h 5017219"/>
              <a:gd name="connsiteX16131" fmla="*/ 1514079 w 5799173"/>
              <a:gd name="connsiteY16131" fmla="*/ 1310932 h 5017219"/>
              <a:gd name="connsiteX16132" fmla="*/ 1523966 w 5799173"/>
              <a:gd name="connsiteY16132" fmla="*/ 1293735 h 5017219"/>
              <a:gd name="connsiteX16133" fmla="*/ 1525211 w 5799173"/>
              <a:gd name="connsiteY16133" fmla="*/ 1293070 h 5017219"/>
              <a:gd name="connsiteX16134" fmla="*/ 1545067 w 5799173"/>
              <a:gd name="connsiteY16134" fmla="*/ 1293070 h 5017219"/>
              <a:gd name="connsiteX16135" fmla="*/ 1546314 w 5799173"/>
              <a:gd name="connsiteY16135" fmla="*/ 1293735 h 5017219"/>
              <a:gd name="connsiteX16136" fmla="*/ 1556200 w 5799173"/>
              <a:gd name="connsiteY16136" fmla="*/ 1310932 h 5017219"/>
              <a:gd name="connsiteX16137" fmla="*/ 1556200 w 5799173"/>
              <a:gd name="connsiteY16137" fmla="*/ 1312344 h 5017219"/>
              <a:gd name="connsiteX16138" fmla="*/ 1546314 w 5799173"/>
              <a:gd name="connsiteY16138" fmla="*/ 1329542 h 5017219"/>
              <a:gd name="connsiteX16139" fmla="*/ 1545067 w 5799173"/>
              <a:gd name="connsiteY16139" fmla="*/ 1330206 h 5017219"/>
              <a:gd name="connsiteX16140" fmla="*/ 1344572 w 5799173"/>
              <a:gd name="connsiteY16140" fmla="*/ 1281897 h 5017219"/>
              <a:gd name="connsiteX16141" fmla="*/ 1343326 w 5799173"/>
              <a:gd name="connsiteY16141" fmla="*/ 1281233 h 5017219"/>
              <a:gd name="connsiteX16142" fmla="*/ 1333356 w 5799173"/>
              <a:gd name="connsiteY16142" fmla="*/ 1263952 h 5017219"/>
              <a:gd name="connsiteX16143" fmla="*/ 1333356 w 5799173"/>
              <a:gd name="connsiteY16143" fmla="*/ 1262540 h 5017219"/>
              <a:gd name="connsiteX16144" fmla="*/ 1343326 w 5799173"/>
              <a:gd name="connsiteY16144" fmla="*/ 1245260 h 5017219"/>
              <a:gd name="connsiteX16145" fmla="*/ 1344572 w 5799173"/>
              <a:gd name="connsiteY16145" fmla="*/ 1244595 h 5017219"/>
              <a:gd name="connsiteX16146" fmla="*/ 1364511 w 5799173"/>
              <a:gd name="connsiteY16146" fmla="*/ 1244595 h 5017219"/>
              <a:gd name="connsiteX16147" fmla="*/ 1365757 w 5799173"/>
              <a:gd name="connsiteY16147" fmla="*/ 1245260 h 5017219"/>
              <a:gd name="connsiteX16148" fmla="*/ 1375726 w 5799173"/>
              <a:gd name="connsiteY16148" fmla="*/ 1262540 h 5017219"/>
              <a:gd name="connsiteX16149" fmla="*/ 1375726 w 5799173"/>
              <a:gd name="connsiteY16149" fmla="*/ 1263952 h 5017219"/>
              <a:gd name="connsiteX16150" fmla="*/ 1365757 w 5799173"/>
              <a:gd name="connsiteY16150" fmla="*/ 1281233 h 5017219"/>
              <a:gd name="connsiteX16151" fmla="*/ 1364511 w 5799173"/>
              <a:gd name="connsiteY16151" fmla="*/ 1281897 h 5017219"/>
              <a:gd name="connsiteX16152" fmla="*/ 1705690 w 5799173"/>
              <a:gd name="connsiteY16152" fmla="*/ 1378659 h 5017219"/>
              <a:gd name="connsiteX16153" fmla="*/ 1704444 w 5799173"/>
              <a:gd name="connsiteY16153" fmla="*/ 1377995 h 5017219"/>
              <a:gd name="connsiteX16154" fmla="*/ 1694474 w 5799173"/>
              <a:gd name="connsiteY16154" fmla="*/ 1360714 h 5017219"/>
              <a:gd name="connsiteX16155" fmla="*/ 1694474 w 5799173"/>
              <a:gd name="connsiteY16155" fmla="*/ 1359302 h 5017219"/>
              <a:gd name="connsiteX16156" fmla="*/ 1704444 w 5799173"/>
              <a:gd name="connsiteY16156" fmla="*/ 1342022 h 5017219"/>
              <a:gd name="connsiteX16157" fmla="*/ 1705690 w 5799173"/>
              <a:gd name="connsiteY16157" fmla="*/ 1341357 h 5017219"/>
              <a:gd name="connsiteX16158" fmla="*/ 1725629 w 5799173"/>
              <a:gd name="connsiteY16158" fmla="*/ 1341357 h 5017219"/>
              <a:gd name="connsiteX16159" fmla="*/ 1726875 w 5799173"/>
              <a:gd name="connsiteY16159" fmla="*/ 1342022 h 5017219"/>
              <a:gd name="connsiteX16160" fmla="*/ 1736844 w 5799173"/>
              <a:gd name="connsiteY16160" fmla="*/ 1359302 h 5017219"/>
              <a:gd name="connsiteX16161" fmla="*/ 1736844 w 5799173"/>
              <a:gd name="connsiteY16161" fmla="*/ 1360714 h 5017219"/>
              <a:gd name="connsiteX16162" fmla="*/ 1726875 w 5799173"/>
              <a:gd name="connsiteY16162" fmla="*/ 1377995 h 5017219"/>
              <a:gd name="connsiteX16163" fmla="*/ 1725629 w 5799173"/>
              <a:gd name="connsiteY16163" fmla="*/ 1378659 h 5017219"/>
              <a:gd name="connsiteX16164" fmla="*/ 1765876 w 5799173"/>
              <a:gd name="connsiteY16164" fmla="*/ 1394786 h 5017219"/>
              <a:gd name="connsiteX16165" fmla="*/ 1764630 w 5799173"/>
              <a:gd name="connsiteY16165" fmla="*/ 1394121 h 5017219"/>
              <a:gd name="connsiteX16166" fmla="*/ 1754660 w 5799173"/>
              <a:gd name="connsiteY16166" fmla="*/ 1376840 h 5017219"/>
              <a:gd name="connsiteX16167" fmla="*/ 1754660 w 5799173"/>
              <a:gd name="connsiteY16167" fmla="*/ 1375429 h 5017219"/>
              <a:gd name="connsiteX16168" fmla="*/ 1764630 w 5799173"/>
              <a:gd name="connsiteY16168" fmla="*/ 1358148 h 5017219"/>
              <a:gd name="connsiteX16169" fmla="*/ 1765876 w 5799173"/>
              <a:gd name="connsiteY16169" fmla="*/ 1357484 h 5017219"/>
              <a:gd name="connsiteX16170" fmla="*/ 1785815 w 5799173"/>
              <a:gd name="connsiteY16170" fmla="*/ 1357483 h 5017219"/>
              <a:gd name="connsiteX16171" fmla="*/ 1787061 w 5799173"/>
              <a:gd name="connsiteY16171" fmla="*/ 1358148 h 5017219"/>
              <a:gd name="connsiteX16172" fmla="*/ 1797030 w 5799173"/>
              <a:gd name="connsiteY16172" fmla="*/ 1375428 h 5017219"/>
              <a:gd name="connsiteX16173" fmla="*/ 1797030 w 5799173"/>
              <a:gd name="connsiteY16173" fmla="*/ 1376840 h 5017219"/>
              <a:gd name="connsiteX16174" fmla="*/ 1787061 w 5799173"/>
              <a:gd name="connsiteY16174" fmla="*/ 1394121 h 5017219"/>
              <a:gd name="connsiteX16175" fmla="*/ 1785815 w 5799173"/>
              <a:gd name="connsiteY16175" fmla="*/ 1394785 h 5017219"/>
              <a:gd name="connsiteX16176" fmla="*/ 1826062 w 5799173"/>
              <a:gd name="connsiteY16176" fmla="*/ 1410912 h 5017219"/>
              <a:gd name="connsiteX16177" fmla="*/ 1824816 w 5799173"/>
              <a:gd name="connsiteY16177" fmla="*/ 1410248 h 5017219"/>
              <a:gd name="connsiteX16178" fmla="*/ 1814846 w 5799173"/>
              <a:gd name="connsiteY16178" fmla="*/ 1392967 h 5017219"/>
              <a:gd name="connsiteX16179" fmla="*/ 1814846 w 5799173"/>
              <a:gd name="connsiteY16179" fmla="*/ 1391555 h 5017219"/>
              <a:gd name="connsiteX16180" fmla="*/ 1824816 w 5799173"/>
              <a:gd name="connsiteY16180" fmla="*/ 1374275 h 5017219"/>
              <a:gd name="connsiteX16181" fmla="*/ 1826062 w 5799173"/>
              <a:gd name="connsiteY16181" fmla="*/ 1373610 h 5017219"/>
              <a:gd name="connsiteX16182" fmla="*/ 1846001 w 5799173"/>
              <a:gd name="connsiteY16182" fmla="*/ 1373610 h 5017219"/>
              <a:gd name="connsiteX16183" fmla="*/ 1847247 w 5799173"/>
              <a:gd name="connsiteY16183" fmla="*/ 1374275 h 5017219"/>
              <a:gd name="connsiteX16184" fmla="*/ 1857216 w 5799173"/>
              <a:gd name="connsiteY16184" fmla="*/ 1391555 h 5017219"/>
              <a:gd name="connsiteX16185" fmla="*/ 1857216 w 5799173"/>
              <a:gd name="connsiteY16185" fmla="*/ 1392967 h 5017219"/>
              <a:gd name="connsiteX16186" fmla="*/ 1847247 w 5799173"/>
              <a:gd name="connsiteY16186" fmla="*/ 1410248 h 5017219"/>
              <a:gd name="connsiteX16187" fmla="*/ 1846001 w 5799173"/>
              <a:gd name="connsiteY16187" fmla="*/ 1410912 h 5017219"/>
              <a:gd name="connsiteX16188" fmla="*/ 2066807 w 5799173"/>
              <a:gd name="connsiteY16188" fmla="*/ 1475420 h 5017219"/>
              <a:gd name="connsiteX16189" fmla="*/ 2065561 w 5799173"/>
              <a:gd name="connsiteY16189" fmla="*/ 1474756 h 5017219"/>
              <a:gd name="connsiteX16190" fmla="*/ 2055591 w 5799173"/>
              <a:gd name="connsiteY16190" fmla="*/ 1457475 h 5017219"/>
              <a:gd name="connsiteX16191" fmla="*/ 2055591 w 5799173"/>
              <a:gd name="connsiteY16191" fmla="*/ 1456063 h 5017219"/>
              <a:gd name="connsiteX16192" fmla="*/ 2065561 w 5799173"/>
              <a:gd name="connsiteY16192" fmla="*/ 1438783 h 5017219"/>
              <a:gd name="connsiteX16193" fmla="*/ 2066807 w 5799173"/>
              <a:gd name="connsiteY16193" fmla="*/ 1438118 h 5017219"/>
              <a:gd name="connsiteX16194" fmla="*/ 2086746 w 5799173"/>
              <a:gd name="connsiteY16194" fmla="*/ 1438118 h 5017219"/>
              <a:gd name="connsiteX16195" fmla="*/ 2087992 w 5799173"/>
              <a:gd name="connsiteY16195" fmla="*/ 1438783 h 5017219"/>
              <a:gd name="connsiteX16196" fmla="*/ 2097961 w 5799173"/>
              <a:gd name="connsiteY16196" fmla="*/ 1456063 h 5017219"/>
              <a:gd name="connsiteX16197" fmla="*/ 2097962 w 5799173"/>
              <a:gd name="connsiteY16197" fmla="*/ 1457475 h 5017219"/>
              <a:gd name="connsiteX16198" fmla="*/ 2087992 w 5799173"/>
              <a:gd name="connsiteY16198" fmla="*/ 1474756 h 5017219"/>
              <a:gd name="connsiteX16199" fmla="*/ 2086746 w 5799173"/>
              <a:gd name="connsiteY16199" fmla="*/ 1475420 h 5017219"/>
              <a:gd name="connsiteX16200" fmla="*/ 3752020 w 5799173"/>
              <a:gd name="connsiteY16200" fmla="*/ 1926972 h 5017219"/>
              <a:gd name="connsiteX16201" fmla="*/ 3750774 w 5799173"/>
              <a:gd name="connsiteY16201" fmla="*/ 1926307 h 5017219"/>
              <a:gd name="connsiteX16202" fmla="*/ 3740805 w 5799173"/>
              <a:gd name="connsiteY16202" fmla="*/ 1909026 h 5017219"/>
              <a:gd name="connsiteX16203" fmla="*/ 3740805 w 5799173"/>
              <a:gd name="connsiteY16203" fmla="*/ 1907615 h 5017219"/>
              <a:gd name="connsiteX16204" fmla="*/ 3750774 w 5799173"/>
              <a:gd name="connsiteY16204" fmla="*/ 1890334 h 5017219"/>
              <a:gd name="connsiteX16205" fmla="*/ 3752020 w 5799173"/>
              <a:gd name="connsiteY16205" fmla="*/ 1889670 h 5017219"/>
              <a:gd name="connsiteX16206" fmla="*/ 3771960 w 5799173"/>
              <a:gd name="connsiteY16206" fmla="*/ 1889669 h 5017219"/>
              <a:gd name="connsiteX16207" fmla="*/ 3773206 w 5799173"/>
              <a:gd name="connsiteY16207" fmla="*/ 1890334 h 5017219"/>
              <a:gd name="connsiteX16208" fmla="*/ 3783176 w 5799173"/>
              <a:gd name="connsiteY16208" fmla="*/ 1907615 h 5017219"/>
              <a:gd name="connsiteX16209" fmla="*/ 3783176 w 5799173"/>
              <a:gd name="connsiteY16209" fmla="*/ 1909026 h 5017219"/>
              <a:gd name="connsiteX16210" fmla="*/ 3773206 w 5799173"/>
              <a:gd name="connsiteY16210" fmla="*/ 1926307 h 5017219"/>
              <a:gd name="connsiteX16211" fmla="*/ 3771960 w 5799173"/>
              <a:gd name="connsiteY16211" fmla="*/ 1926971 h 5017219"/>
              <a:gd name="connsiteX16212" fmla="*/ 1645442 w 5799173"/>
              <a:gd name="connsiteY16212" fmla="*/ 1362620 h 5017219"/>
              <a:gd name="connsiteX16213" fmla="*/ 1644196 w 5799173"/>
              <a:gd name="connsiteY16213" fmla="*/ 1361872 h 5017219"/>
              <a:gd name="connsiteX16214" fmla="*/ 1634225 w 5799173"/>
              <a:gd name="connsiteY16214" fmla="*/ 1344508 h 5017219"/>
              <a:gd name="connsiteX16215" fmla="*/ 1634226 w 5799173"/>
              <a:gd name="connsiteY16215" fmla="*/ 1343095 h 5017219"/>
              <a:gd name="connsiteX16216" fmla="*/ 1644279 w 5799173"/>
              <a:gd name="connsiteY16216" fmla="*/ 1325732 h 5017219"/>
              <a:gd name="connsiteX16217" fmla="*/ 1645525 w 5799173"/>
              <a:gd name="connsiteY16217" fmla="*/ 1324984 h 5017219"/>
              <a:gd name="connsiteX16218" fmla="*/ 1665547 w 5799173"/>
              <a:gd name="connsiteY16218" fmla="*/ 1324985 h 5017219"/>
              <a:gd name="connsiteX16219" fmla="*/ 1666793 w 5799173"/>
              <a:gd name="connsiteY16219" fmla="*/ 1325732 h 5017219"/>
              <a:gd name="connsiteX16220" fmla="*/ 1676763 w 5799173"/>
              <a:gd name="connsiteY16220" fmla="*/ 1343095 h 5017219"/>
              <a:gd name="connsiteX16221" fmla="*/ 1676763 w 5799173"/>
              <a:gd name="connsiteY16221" fmla="*/ 1344508 h 5017219"/>
              <a:gd name="connsiteX16222" fmla="*/ 1666709 w 5799173"/>
              <a:gd name="connsiteY16222" fmla="*/ 1361871 h 5017219"/>
              <a:gd name="connsiteX16223" fmla="*/ 1665463 w 5799173"/>
              <a:gd name="connsiteY16223" fmla="*/ 1362619 h 5017219"/>
              <a:gd name="connsiteX16224" fmla="*/ 1404696 w 5799173"/>
              <a:gd name="connsiteY16224" fmla="*/ 1298195 h 5017219"/>
              <a:gd name="connsiteX16225" fmla="*/ 1403450 w 5799173"/>
              <a:gd name="connsiteY16225" fmla="*/ 1297447 h 5017219"/>
              <a:gd name="connsiteX16226" fmla="*/ 1393398 w 5799173"/>
              <a:gd name="connsiteY16226" fmla="*/ 1280001 h 5017219"/>
              <a:gd name="connsiteX16227" fmla="*/ 1393398 w 5799173"/>
              <a:gd name="connsiteY16227" fmla="*/ 1278588 h 5017219"/>
              <a:gd name="connsiteX16228" fmla="*/ 1403450 w 5799173"/>
              <a:gd name="connsiteY16228" fmla="*/ 1261142 h 5017219"/>
              <a:gd name="connsiteX16229" fmla="*/ 1404696 w 5799173"/>
              <a:gd name="connsiteY16229" fmla="*/ 1260394 h 5017219"/>
              <a:gd name="connsiteX16230" fmla="*/ 1424802 w 5799173"/>
              <a:gd name="connsiteY16230" fmla="*/ 1260394 h 5017219"/>
              <a:gd name="connsiteX16231" fmla="*/ 1426048 w 5799173"/>
              <a:gd name="connsiteY16231" fmla="*/ 1261142 h 5017219"/>
              <a:gd name="connsiteX16232" fmla="*/ 1436101 w 5799173"/>
              <a:gd name="connsiteY16232" fmla="*/ 1278588 h 5017219"/>
              <a:gd name="connsiteX16233" fmla="*/ 1436101 w 5799173"/>
              <a:gd name="connsiteY16233" fmla="*/ 1280001 h 5017219"/>
              <a:gd name="connsiteX16234" fmla="*/ 1426048 w 5799173"/>
              <a:gd name="connsiteY16234" fmla="*/ 1297447 h 5017219"/>
              <a:gd name="connsiteX16235" fmla="*/ 1424802 w 5799173"/>
              <a:gd name="connsiteY16235" fmla="*/ 1298195 h 5017219"/>
              <a:gd name="connsiteX16236" fmla="*/ 2187117 w 5799173"/>
              <a:gd name="connsiteY16236" fmla="*/ 1507844 h 5017219"/>
              <a:gd name="connsiteX16237" fmla="*/ 2185871 w 5799173"/>
              <a:gd name="connsiteY16237" fmla="*/ 1507096 h 5017219"/>
              <a:gd name="connsiteX16238" fmla="*/ 2175819 w 5799173"/>
              <a:gd name="connsiteY16238" fmla="*/ 1489650 h 5017219"/>
              <a:gd name="connsiteX16239" fmla="*/ 2175820 w 5799173"/>
              <a:gd name="connsiteY16239" fmla="*/ 1488237 h 5017219"/>
              <a:gd name="connsiteX16240" fmla="*/ 2185871 w 5799173"/>
              <a:gd name="connsiteY16240" fmla="*/ 1470791 h 5017219"/>
              <a:gd name="connsiteX16241" fmla="*/ 2187117 w 5799173"/>
              <a:gd name="connsiteY16241" fmla="*/ 1470043 h 5017219"/>
              <a:gd name="connsiteX16242" fmla="*/ 2207224 w 5799173"/>
              <a:gd name="connsiteY16242" fmla="*/ 1470043 h 5017219"/>
              <a:gd name="connsiteX16243" fmla="*/ 2208469 w 5799173"/>
              <a:gd name="connsiteY16243" fmla="*/ 1470791 h 5017219"/>
              <a:gd name="connsiteX16244" fmla="*/ 2218522 w 5799173"/>
              <a:gd name="connsiteY16244" fmla="*/ 1488237 h 5017219"/>
              <a:gd name="connsiteX16245" fmla="*/ 2218522 w 5799173"/>
              <a:gd name="connsiteY16245" fmla="*/ 1489650 h 5017219"/>
              <a:gd name="connsiteX16246" fmla="*/ 2208469 w 5799173"/>
              <a:gd name="connsiteY16246" fmla="*/ 1507096 h 5017219"/>
              <a:gd name="connsiteX16247" fmla="*/ 2207223 w 5799173"/>
              <a:gd name="connsiteY16247" fmla="*/ 1507844 h 5017219"/>
              <a:gd name="connsiteX16248" fmla="*/ 2126849 w 5799173"/>
              <a:gd name="connsiteY16248" fmla="*/ 1491799 h 5017219"/>
              <a:gd name="connsiteX16249" fmla="*/ 2125604 w 5799173"/>
              <a:gd name="connsiteY16249" fmla="*/ 1491053 h 5017219"/>
              <a:gd name="connsiteX16250" fmla="*/ 2115467 w 5799173"/>
              <a:gd name="connsiteY16250" fmla="*/ 1473523 h 5017219"/>
              <a:gd name="connsiteX16251" fmla="*/ 2115467 w 5799173"/>
              <a:gd name="connsiteY16251" fmla="*/ 1472110 h 5017219"/>
              <a:gd name="connsiteX16252" fmla="*/ 2125603 w 5799173"/>
              <a:gd name="connsiteY16252" fmla="*/ 1454581 h 5017219"/>
              <a:gd name="connsiteX16253" fmla="*/ 2126849 w 5799173"/>
              <a:gd name="connsiteY16253" fmla="*/ 1453833 h 5017219"/>
              <a:gd name="connsiteX16254" fmla="*/ 2147121 w 5799173"/>
              <a:gd name="connsiteY16254" fmla="*/ 1453833 h 5017219"/>
              <a:gd name="connsiteX16255" fmla="*/ 2148367 w 5799173"/>
              <a:gd name="connsiteY16255" fmla="*/ 1454581 h 5017219"/>
              <a:gd name="connsiteX16256" fmla="*/ 2158502 w 5799173"/>
              <a:gd name="connsiteY16256" fmla="*/ 1472110 h 5017219"/>
              <a:gd name="connsiteX16257" fmla="*/ 2158502 w 5799173"/>
              <a:gd name="connsiteY16257" fmla="*/ 1473523 h 5017219"/>
              <a:gd name="connsiteX16258" fmla="*/ 2148366 w 5799173"/>
              <a:gd name="connsiteY16258" fmla="*/ 1491053 h 5017219"/>
              <a:gd name="connsiteX16259" fmla="*/ 2147121 w 5799173"/>
              <a:gd name="connsiteY16259" fmla="*/ 1491800 h 5017219"/>
              <a:gd name="connsiteX16260" fmla="*/ 5497195 w 5799173"/>
              <a:gd name="connsiteY16260" fmla="*/ 2394986 h 5017219"/>
              <a:gd name="connsiteX16261" fmla="*/ 5495948 w 5799173"/>
              <a:gd name="connsiteY16261" fmla="*/ 2394239 h 5017219"/>
              <a:gd name="connsiteX16262" fmla="*/ 5485813 w 5799173"/>
              <a:gd name="connsiteY16262" fmla="*/ 2376626 h 5017219"/>
              <a:gd name="connsiteX16263" fmla="*/ 5485813 w 5799173"/>
              <a:gd name="connsiteY16263" fmla="*/ 2375214 h 5017219"/>
              <a:gd name="connsiteX16264" fmla="*/ 5496032 w 5799173"/>
              <a:gd name="connsiteY16264" fmla="*/ 2357601 h 5017219"/>
              <a:gd name="connsiteX16265" fmla="*/ 5497278 w 5799173"/>
              <a:gd name="connsiteY16265" fmla="*/ 2356853 h 5017219"/>
              <a:gd name="connsiteX16266" fmla="*/ 5517632 w 5799173"/>
              <a:gd name="connsiteY16266" fmla="*/ 2356853 h 5017219"/>
              <a:gd name="connsiteX16267" fmla="*/ 5518878 w 5799173"/>
              <a:gd name="connsiteY16267" fmla="*/ 2357601 h 5017219"/>
              <a:gd name="connsiteX16268" fmla="*/ 5529014 w 5799173"/>
              <a:gd name="connsiteY16268" fmla="*/ 2375214 h 5017219"/>
              <a:gd name="connsiteX16269" fmla="*/ 5529014 w 5799173"/>
              <a:gd name="connsiteY16269" fmla="*/ 2376626 h 5017219"/>
              <a:gd name="connsiteX16270" fmla="*/ 5518795 w 5799173"/>
              <a:gd name="connsiteY16270" fmla="*/ 2394239 h 5017219"/>
              <a:gd name="connsiteX16271" fmla="*/ 5517549 w 5799173"/>
              <a:gd name="connsiteY16271" fmla="*/ 2394986 h 5017219"/>
              <a:gd name="connsiteX16272" fmla="*/ 3571214 w 5799173"/>
              <a:gd name="connsiteY16272" fmla="*/ 1879090 h 5017219"/>
              <a:gd name="connsiteX16273" fmla="*/ 3569968 w 5799173"/>
              <a:gd name="connsiteY16273" fmla="*/ 1878343 h 5017219"/>
              <a:gd name="connsiteX16274" fmla="*/ 3559749 w 5799173"/>
              <a:gd name="connsiteY16274" fmla="*/ 1860647 h 5017219"/>
              <a:gd name="connsiteX16275" fmla="*/ 3559749 w 5799173"/>
              <a:gd name="connsiteY16275" fmla="*/ 1859235 h 5017219"/>
              <a:gd name="connsiteX16276" fmla="*/ 3569968 w 5799173"/>
              <a:gd name="connsiteY16276" fmla="*/ 1841539 h 5017219"/>
              <a:gd name="connsiteX16277" fmla="*/ 3571214 w 5799173"/>
              <a:gd name="connsiteY16277" fmla="*/ 1840791 h 5017219"/>
              <a:gd name="connsiteX16278" fmla="*/ 3591651 w 5799173"/>
              <a:gd name="connsiteY16278" fmla="*/ 1840791 h 5017219"/>
              <a:gd name="connsiteX16279" fmla="*/ 3592898 w 5799173"/>
              <a:gd name="connsiteY16279" fmla="*/ 1841539 h 5017219"/>
              <a:gd name="connsiteX16280" fmla="*/ 3603116 w 5799173"/>
              <a:gd name="connsiteY16280" fmla="*/ 1859235 h 5017219"/>
              <a:gd name="connsiteX16281" fmla="*/ 3603116 w 5799173"/>
              <a:gd name="connsiteY16281" fmla="*/ 1860647 h 5017219"/>
              <a:gd name="connsiteX16282" fmla="*/ 3592897 w 5799173"/>
              <a:gd name="connsiteY16282" fmla="*/ 1878343 h 5017219"/>
              <a:gd name="connsiteX16283" fmla="*/ 3591651 w 5799173"/>
              <a:gd name="connsiteY16283" fmla="*/ 1879090 h 5017219"/>
              <a:gd name="connsiteX16284" fmla="*/ 3691586 w 5799173"/>
              <a:gd name="connsiteY16284" fmla="*/ 1911344 h 5017219"/>
              <a:gd name="connsiteX16285" fmla="*/ 3690340 w 5799173"/>
              <a:gd name="connsiteY16285" fmla="*/ 1910597 h 5017219"/>
              <a:gd name="connsiteX16286" fmla="*/ 3680121 w 5799173"/>
              <a:gd name="connsiteY16286" fmla="*/ 1892901 h 5017219"/>
              <a:gd name="connsiteX16287" fmla="*/ 3680122 w 5799173"/>
              <a:gd name="connsiteY16287" fmla="*/ 1891489 h 5017219"/>
              <a:gd name="connsiteX16288" fmla="*/ 3690340 w 5799173"/>
              <a:gd name="connsiteY16288" fmla="*/ 1873793 h 5017219"/>
              <a:gd name="connsiteX16289" fmla="*/ 3691586 w 5799173"/>
              <a:gd name="connsiteY16289" fmla="*/ 1873045 h 5017219"/>
              <a:gd name="connsiteX16290" fmla="*/ 3712023 w 5799173"/>
              <a:gd name="connsiteY16290" fmla="*/ 1873045 h 5017219"/>
              <a:gd name="connsiteX16291" fmla="*/ 3713270 w 5799173"/>
              <a:gd name="connsiteY16291" fmla="*/ 1873793 h 5017219"/>
              <a:gd name="connsiteX16292" fmla="*/ 3723488 w 5799173"/>
              <a:gd name="connsiteY16292" fmla="*/ 1891489 h 5017219"/>
              <a:gd name="connsiteX16293" fmla="*/ 3723488 w 5799173"/>
              <a:gd name="connsiteY16293" fmla="*/ 1892901 h 5017219"/>
              <a:gd name="connsiteX16294" fmla="*/ 3713270 w 5799173"/>
              <a:gd name="connsiteY16294" fmla="*/ 1910597 h 5017219"/>
              <a:gd name="connsiteX16295" fmla="*/ 3712023 w 5799173"/>
              <a:gd name="connsiteY16295" fmla="*/ 1911344 h 5017219"/>
              <a:gd name="connsiteX16296" fmla="*/ 5196242 w 5799173"/>
              <a:gd name="connsiteY16296" fmla="*/ 2314515 h 5017219"/>
              <a:gd name="connsiteX16297" fmla="*/ 5194996 w 5799173"/>
              <a:gd name="connsiteY16297" fmla="*/ 2313768 h 5017219"/>
              <a:gd name="connsiteX16298" fmla="*/ 5184777 w 5799173"/>
              <a:gd name="connsiteY16298" fmla="*/ 2296072 h 5017219"/>
              <a:gd name="connsiteX16299" fmla="*/ 5184777 w 5799173"/>
              <a:gd name="connsiteY16299" fmla="*/ 2294660 h 5017219"/>
              <a:gd name="connsiteX16300" fmla="*/ 5194996 w 5799173"/>
              <a:gd name="connsiteY16300" fmla="*/ 2276964 h 5017219"/>
              <a:gd name="connsiteX16301" fmla="*/ 5196242 w 5799173"/>
              <a:gd name="connsiteY16301" fmla="*/ 2276216 h 5017219"/>
              <a:gd name="connsiteX16302" fmla="*/ 5216679 w 5799173"/>
              <a:gd name="connsiteY16302" fmla="*/ 2276216 h 5017219"/>
              <a:gd name="connsiteX16303" fmla="*/ 5217926 w 5799173"/>
              <a:gd name="connsiteY16303" fmla="*/ 2276964 h 5017219"/>
              <a:gd name="connsiteX16304" fmla="*/ 5228144 w 5799173"/>
              <a:gd name="connsiteY16304" fmla="*/ 2294660 h 5017219"/>
              <a:gd name="connsiteX16305" fmla="*/ 5228144 w 5799173"/>
              <a:gd name="connsiteY16305" fmla="*/ 2296072 h 5017219"/>
              <a:gd name="connsiteX16306" fmla="*/ 5217926 w 5799173"/>
              <a:gd name="connsiteY16306" fmla="*/ 2313768 h 5017219"/>
              <a:gd name="connsiteX16307" fmla="*/ 5216679 w 5799173"/>
              <a:gd name="connsiteY16307" fmla="*/ 2314515 h 5017219"/>
              <a:gd name="connsiteX16308" fmla="*/ 1584987 w 5799173"/>
              <a:gd name="connsiteY16308" fmla="*/ 1346977 h 5017219"/>
              <a:gd name="connsiteX16309" fmla="*/ 1583741 w 5799173"/>
              <a:gd name="connsiteY16309" fmla="*/ 1346229 h 5017219"/>
              <a:gd name="connsiteX16310" fmla="*/ 1573439 w 5799173"/>
              <a:gd name="connsiteY16310" fmla="*/ 1328450 h 5017219"/>
              <a:gd name="connsiteX16311" fmla="*/ 1573439 w 5799173"/>
              <a:gd name="connsiteY16311" fmla="*/ 1327038 h 5017219"/>
              <a:gd name="connsiteX16312" fmla="*/ 1583741 w 5799173"/>
              <a:gd name="connsiteY16312" fmla="*/ 1309259 h 5017219"/>
              <a:gd name="connsiteX16313" fmla="*/ 1584987 w 5799173"/>
              <a:gd name="connsiteY16313" fmla="*/ 1308511 h 5017219"/>
              <a:gd name="connsiteX16314" fmla="*/ 1605508 w 5799173"/>
              <a:gd name="connsiteY16314" fmla="*/ 1308511 h 5017219"/>
              <a:gd name="connsiteX16315" fmla="*/ 1606754 w 5799173"/>
              <a:gd name="connsiteY16315" fmla="*/ 1309259 h 5017219"/>
              <a:gd name="connsiteX16316" fmla="*/ 1617056 w 5799173"/>
              <a:gd name="connsiteY16316" fmla="*/ 1327038 h 5017219"/>
              <a:gd name="connsiteX16317" fmla="*/ 1617056 w 5799173"/>
              <a:gd name="connsiteY16317" fmla="*/ 1328450 h 5017219"/>
              <a:gd name="connsiteX16318" fmla="*/ 1606754 w 5799173"/>
              <a:gd name="connsiteY16318" fmla="*/ 1346229 h 5017219"/>
              <a:gd name="connsiteX16319" fmla="*/ 1605508 w 5799173"/>
              <a:gd name="connsiteY16319" fmla="*/ 1346977 h 5017219"/>
              <a:gd name="connsiteX16320" fmla="*/ 5316533 w 5799173"/>
              <a:gd name="connsiteY16320" fmla="*/ 2346842 h 5017219"/>
              <a:gd name="connsiteX16321" fmla="*/ 5315287 w 5799173"/>
              <a:gd name="connsiteY16321" fmla="*/ 2346094 h 5017219"/>
              <a:gd name="connsiteX16322" fmla="*/ 5304985 w 5799173"/>
              <a:gd name="connsiteY16322" fmla="*/ 2328315 h 5017219"/>
              <a:gd name="connsiteX16323" fmla="*/ 5304985 w 5799173"/>
              <a:gd name="connsiteY16323" fmla="*/ 2326903 h 5017219"/>
              <a:gd name="connsiteX16324" fmla="*/ 5315287 w 5799173"/>
              <a:gd name="connsiteY16324" fmla="*/ 2309124 h 5017219"/>
              <a:gd name="connsiteX16325" fmla="*/ 5316533 w 5799173"/>
              <a:gd name="connsiteY16325" fmla="*/ 2308376 h 5017219"/>
              <a:gd name="connsiteX16326" fmla="*/ 5337053 w 5799173"/>
              <a:gd name="connsiteY16326" fmla="*/ 2308376 h 5017219"/>
              <a:gd name="connsiteX16327" fmla="*/ 5338300 w 5799173"/>
              <a:gd name="connsiteY16327" fmla="*/ 2309124 h 5017219"/>
              <a:gd name="connsiteX16328" fmla="*/ 5348601 w 5799173"/>
              <a:gd name="connsiteY16328" fmla="*/ 2326903 h 5017219"/>
              <a:gd name="connsiteX16329" fmla="*/ 5348601 w 5799173"/>
              <a:gd name="connsiteY16329" fmla="*/ 2328315 h 5017219"/>
              <a:gd name="connsiteX16330" fmla="*/ 5338300 w 5799173"/>
              <a:gd name="connsiteY16330" fmla="*/ 2346094 h 5017219"/>
              <a:gd name="connsiteX16331" fmla="*/ 5337053 w 5799173"/>
              <a:gd name="connsiteY16331" fmla="*/ 2346842 h 5017219"/>
              <a:gd name="connsiteX16332" fmla="*/ 5436905 w 5799173"/>
              <a:gd name="connsiteY16332" fmla="*/ 2379095 h 5017219"/>
              <a:gd name="connsiteX16333" fmla="*/ 5435659 w 5799173"/>
              <a:gd name="connsiteY16333" fmla="*/ 2378348 h 5017219"/>
              <a:gd name="connsiteX16334" fmla="*/ 5425357 w 5799173"/>
              <a:gd name="connsiteY16334" fmla="*/ 2360569 h 5017219"/>
              <a:gd name="connsiteX16335" fmla="*/ 5425357 w 5799173"/>
              <a:gd name="connsiteY16335" fmla="*/ 2359157 h 5017219"/>
              <a:gd name="connsiteX16336" fmla="*/ 5435659 w 5799173"/>
              <a:gd name="connsiteY16336" fmla="*/ 2341378 h 5017219"/>
              <a:gd name="connsiteX16337" fmla="*/ 5436905 w 5799173"/>
              <a:gd name="connsiteY16337" fmla="*/ 2340630 h 5017219"/>
              <a:gd name="connsiteX16338" fmla="*/ 5457425 w 5799173"/>
              <a:gd name="connsiteY16338" fmla="*/ 2340630 h 5017219"/>
              <a:gd name="connsiteX16339" fmla="*/ 5458672 w 5799173"/>
              <a:gd name="connsiteY16339" fmla="*/ 2341378 h 5017219"/>
              <a:gd name="connsiteX16340" fmla="*/ 5468973 w 5799173"/>
              <a:gd name="connsiteY16340" fmla="*/ 2359157 h 5017219"/>
              <a:gd name="connsiteX16341" fmla="*/ 5468973 w 5799173"/>
              <a:gd name="connsiteY16341" fmla="*/ 2360569 h 5017219"/>
              <a:gd name="connsiteX16342" fmla="*/ 5458672 w 5799173"/>
              <a:gd name="connsiteY16342" fmla="*/ 2378348 h 5017219"/>
              <a:gd name="connsiteX16343" fmla="*/ 5457425 w 5799173"/>
              <a:gd name="connsiteY16343" fmla="*/ 2379096 h 5017219"/>
              <a:gd name="connsiteX16344" fmla="*/ 3631326 w 5799173"/>
              <a:gd name="connsiteY16344" fmla="*/ 1895396 h 5017219"/>
              <a:gd name="connsiteX16345" fmla="*/ 3630080 w 5799173"/>
              <a:gd name="connsiteY16345" fmla="*/ 1894648 h 5017219"/>
              <a:gd name="connsiteX16346" fmla="*/ 3619778 w 5799173"/>
              <a:gd name="connsiteY16346" fmla="*/ 1876786 h 5017219"/>
              <a:gd name="connsiteX16347" fmla="*/ 3619778 w 5799173"/>
              <a:gd name="connsiteY16347" fmla="*/ 1875291 h 5017219"/>
              <a:gd name="connsiteX16348" fmla="*/ 3630080 w 5799173"/>
              <a:gd name="connsiteY16348" fmla="*/ 1857429 h 5017219"/>
              <a:gd name="connsiteX16349" fmla="*/ 3631326 w 5799173"/>
              <a:gd name="connsiteY16349" fmla="*/ 1856681 h 5017219"/>
              <a:gd name="connsiteX16350" fmla="*/ 3652013 w 5799173"/>
              <a:gd name="connsiteY16350" fmla="*/ 1856681 h 5017219"/>
              <a:gd name="connsiteX16351" fmla="*/ 3653259 w 5799173"/>
              <a:gd name="connsiteY16351" fmla="*/ 1857429 h 5017219"/>
              <a:gd name="connsiteX16352" fmla="*/ 3663561 w 5799173"/>
              <a:gd name="connsiteY16352" fmla="*/ 1875291 h 5017219"/>
              <a:gd name="connsiteX16353" fmla="*/ 3663561 w 5799173"/>
              <a:gd name="connsiteY16353" fmla="*/ 1876786 h 5017219"/>
              <a:gd name="connsiteX16354" fmla="*/ 3653259 w 5799173"/>
              <a:gd name="connsiteY16354" fmla="*/ 1894648 h 5017219"/>
              <a:gd name="connsiteX16355" fmla="*/ 3652013 w 5799173"/>
              <a:gd name="connsiteY16355" fmla="*/ 1895396 h 5017219"/>
              <a:gd name="connsiteX16356" fmla="*/ 5376727 w 5799173"/>
              <a:gd name="connsiteY16356" fmla="*/ 2363075 h 5017219"/>
              <a:gd name="connsiteX16357" fmla="*/ 5375481 w 5799173"/>
              <a:gd name="connsiteY16357" fmla="*/ 2362327 h 5017219"/>
              <a:gd name="connsiteX16358" fmla="*/ 5365179 w 5799173"/>
              <a:gd name="connsiteY16358" fmla="*/ 2344465 h 5017219"/>
              <a:gd name="connsiteX16359" fmla="*/ 5365179 w 5799173"/>
              <a:gd name="connsiteY16359" fmla="*/ 2342970 h 5017219"/>
              <a:gd name="connsiteX16360" fmla="*/ 5375481 w 5799173"/>
              <a:gd name="connsiteY16360" fmla="*/ 2325108 h 5017219"/>
              <a:gd name="connsiteX16361" fmla="*/ 5376727 w 5799173"/>
              <a:gd name="connsiteY16361" fmla="*/ 2324360 h 5017219"/>
              <a:gd name="connsiteX16362" fmla="*/ 5397414 w 5799173"/>
              <a:gd name="connsiteY16362" fmla="*/ 2324360 h 5017219"/>
              <a:gd name="connsiteX16363" fmla="*/ 5398660 w 5799173"/>
              <a:gd name="connsiteY16363" fmla="*/ 2325108 h 5017219"/>
              <a:gd name="connsiteX16364" fmla="*/ 5408962 w 5799173"/>
              <a:gd name="connsiteY16364" fmla="*/ 2342970 h 5017219"/>
              <a:gd name="connsiteX16365" fmla="*/ 5408962 w 5799173"/>
              <a:gd name="connsiteY16365" fmla="*/ 2344465 h 5017219"/>
              <a:gd name="connsiteX16366" fmla="*/ 5398660 w 5799173"/>
              <a:gd name="connsiteY16366" fmla="*/ 2362327 h 5017219"/>
              <a:gd name="connsiteX16367" fmla="*/ 5397414 w 5799173"/>
              <a:gd name="connsiteY16367" fmla="*/ 2363075 h 5017219"/>
              <a:gd name="connsiteX16368" fmla="*/ 5557285 w 5799173"/>
              <a:gd name="connsiteY16368" fmla="*/ 2411455 h 5017219"/>
              <a:gd name="connsiteX16369" fmla="*/ 5556039 w 5799173"/>
              <a:gd name="connsiteY16369" fmla="*/ 2410707 h 5017219"/>
              <a:gd name="connsiteX16370" fmla="*/ 5545737 w 5799173"/>
              <a:gd name="connsiteY16370" fmla="*/ 2392845 h 5017219"/>
              <a:gd name="connsiteX16371" fmla="*/ 5545737 w 5799173"/>
              <a:gd name="connsiteY16371" fmla="*/ 2391350 h 5017219"/>
              <a:gd name="connsiteX16372" fmla="*/ 5556039 w 5799173"/>
              <a:gd name="connsiteY16372" fmla="*/ 2373488 h 5017219"/>
              <a:gd name="connsiteX16373" fmla="*/ 5557285 w 5799173"/>
              <a:gd name="connsiteY16373" fmla="*/ 2372740 h 5017219"/>
              <a:gd name="connsiteX16374" fmla="*/ 5577972 w 5799173"/>
              <a:gd name="connsiteY16374" fmla="*/ 2372740 h 5017219"/>
              <a:gd name="connsiteX16375" fmla="*/ 5579218 w 5799173"/>
              <a:gd name="connsiteY16375" fmla="*/ 2373488 h 5017219"/>
              <a:gd name="connsiteX16376" fmla="*/ 5589520 w 5799173"/>
              <a:gd name="connsiteY16376" fmla="*/ 2391350 h 5017219"/>
              <a:gd name="connsiteX16377" fmla="*/ 5589520 w 5799173"/>
              <a:gd name="connsiteY16377" fmla="*/ 2392845 h 5017219"/>
              <a:gd name="connsiteX16378" fmla="*/ 5579218 w 5799173"/>
              <a:gd name="connsiteY16378" fmla="*/ 2410707 h 5017219"/>
              <a:gd name="connsiteX16379" fmla="*/ 5577972 w 5799173"/>
              <a:gd name="connsiteY16379" fmla="*/ 2411455 h 5017219"/>
              <a:gd name="connsiteX16380" fmla="*/ 5256272 w 5799173"/>
              <a:gd name="connsiteY16380" fmla="*/ 2330893 h 5017219"/>
              <a:gd name="connsiteX16381" fmla="*/ 5255027 w 5799173"/>
              <a:gd name="connsiteY16381" fmla="*/ 2330145 h 5017219"/>
              <a:gd name="connsiteX16382" fmla="*/ 5244642 w 5799173"/>
              <a:gd name="connsiteY16382" fmla="*/ 2312200 h 5017219"/>
              <a:gd name="connsiteX16383" fmla="*/ 5244641 w 5799173"/>
              <a:gd name="connsiteY16383" fmla="*/ 2310705 h 5017219"/>
              <a:gd name="connsiteX16384" fmla="*/ 5255027 w 5799173"/>
              <a:gd name="connsiteY16384" fmla="*/ 2292760 h 5017219"/>
              <a:gd name="connsiteX16385" fmla="*/ 5256273 w 5799173"/>
              <a:gd name="connsiteY16385" fmla="*/ 2292012 h 5017219"/>
              <a:gd name="connsiteX16386" fmla="*/ 5277043 w 5799173"/>
              <a:gd name="connsiteY16386" fmla="*/ 2292012 h 5017219"/>
              <a:gd name="connsiteX16387" fmla="*/ 5278288 w 5799173"/>
              <a:gd name="connsiteY16387" fmla="*/ 2292760 h 5017219"/>
              <a:gd name="connsiteX16388" fmla="*/ 5288674 w 5799173"/>
              <a:gd name="connsiteY16388" fmla="*/ 2310705 h 5017219"/>
              <a:gd name="connsiteX16389" fmla="*/ 5288674 w 5799173"/>
              <a:gd name="connsiteY16389" fmla="*/ 2312200 h 5017219"/>
              <a:gd name="connsiteX16390" fmla="*/ 5278289 w 5799173"/>
              <a:gd name="connsiteY16390" fmla="*/ 2330145 h 5017219"/>
              <a:gd name="connsiteX16391" fmla="*/ 5277042 w 5799173"/>
              <a:gd name="connsiteY16391" fmla="*/ 2330893 h 5017219"/>
              <a:gd name="connsiteX16392" fmla="*/ 2307064 w 5799173"/>
              <a:gd name="connsiteY16392" fmla="*/ 1540760 h 5017219"/>
              <a:gd name="connsiteX16393" fmla="*/ 2305819 w 5799173"/>
              <a:gd name="connsiteY16393" fmla="*/ 1540013 h 5017219"/>
              <a:gd name="connsiteX16394" fmla="*/ 2295434 w 5799173"/>
              <a:gd name="connsiteY16394" fmla="*/ 1521984 h 5017219"/>
              <a:gd name="connsiteX16395" fmla="*/ 2295434 w 5799173"/>
              <a:gd name="connsiteY16395" fmla="*/ 1520489 h 5017219"/>
              <a:gd name="connsiteX16396" fmla="*/ 2305902 w 5799173"/>
              <a:gd name="connsiteY16396" fmla="*/ 1502461 h 5017219"/>
              <a:gd name="connsiteX16397" fmla="*/ 2307148 w 5799173"/>
              <a:gd name="connsiteY16397" fmla="*/ 1501713 h 5017219"/>
              <a:gd name="connsiteX16398" fmla="*/ 2328000 w 5799173"/>
              <a:gd name="connsiteY16398" fmla="*/ 1501712 h 5017219"/>
              <a:gd name="connsiteX16399" fmla="*/ 2329247 w 5799173"/>
              <a:gd name="connsiteY16399" fmla="*/ 1502461 h 5017219"/>
              <a:gd name="connsiteX16400" fmla="*/ 2339632 w 5799173"/>
              <a:gd name="connsiteY16400" fmla="*/ 1520489 h 5017219"/>
              <a:gd name="connsiteX16401" fmla="*/ 2339632 w 5799173"/>
              <a:gd name="connsiteY16401" fmla="*/ 1521984 h 5017219"/>
              <a:gd name="connsiteX16402" fmla="*/ 2329164 w 5799173"/>
              <a:gd name="connsiteY16402" fmla="*/ 1540013 h 5017219"/>
              <a:gd name="connsiteX16403" fmla="*/ 2327917 w 5799173"/>
              <a:gd name="connsiteY16403" fmla="*/ 1540759 h 5017219"/>
              <a:gd name="connsiteX16404" fmla="*/ 2367251 w 5799173"/>
              <a:gd name="connsiteY16404" fmla="*/ 1556887 h 5017219"/>
              <a:gd name="connsiteX16405" fmla="*/ 2366005 w 5799173"/>
              <a:gd name="connsiteY16405" fmla="*/ 1556140 h 5017219"/>
              <a:gd name="connsiteX16406" fmla="*/ 2355620 w 5799173"/>
              <a:gd name="connsiteY16406" fmla="*/ 1538111 h 5017219"/>
              <a:gd name="connsiteX16407" fmla="*/ 2355620 w 5799173"/>
              <a:gd name="connsiteY16407" fmla="*/ 1536616 h 5017219"/>
              <a:gd name="connsiteX16408" fmla="*/ 2366089 w 5799173"/>
              <a:gd name="connsiteY16408" fmla="*/ 1518588 h 5017219"/>
              <a:gd name="connsiteX16409" fmla="*/ 2367335 w 5799173"/>
              <a:gd name="connsiteY16409" fmla="*/ 1517840 h 5017219"/>
              <a:gd name="connsiteX16410" fmla="*/ 2388187 w 5799173"/>
              <a:gd name="connsiteY16410" fmla="*/ 1517839 h 5017219"/>
              <a:gd name="connsiteX16411" fmla="*/ 2389433 w 5799173"/>
              <a:gd name="connsiteY16411" fmla="*/ 1518588 h 5017219"/>
              <a:gd name="connsiteX16412" fmla="*/ 2399818 w 5799173"/>
              <a:gd name="connsiteY16412" fmla="*/ 1536616 h 5017219"/>
              <a:gd name="connsiteX16413" fmla="*/ 2399818 w 5799173"/>
              <a:gd name="connsiteY16413" fmla="*/ 1538111 h 5017219"/>
              <a:gd name="connsiteX16414" fmla="*/ 2389350 w 5799173"/>
              <a:gd name="connsiteY16414" fmla="*/ 1556140 h 5017219"/>
              <a:gd name="connsiteX16415" fmla="*/ 2388104 w 5799173"/>
              <a:gd name="connsiteY16415" fmla="*/ 1556886 h 5017219"/>
              <a:gd name="connsiteX16416" fmla="*/ 3149671 w 5799173"/>
              <a:gd name="connsiteY16416" fmla="*/ 1766535 h 5017219"/>
              <a:gd name="connsiteX16417" fmla="*/ 3148426 w 5799173"/>
              <a:gd name="connsiteY16417" fmla="*/ 1765789 h 5017219"/>
              <a:gd name="connsiteX16418" fmla="*/ 3138041 w 5799173"/>
              <a:gd name="connsiteY16418" fmla="*/ 1747760 h 5017219"/>
              <a:gd name="connsiteX16419" fmla="*/ 3138041 w 5799173"/>
              <a:gd name="connsiteY16419" fmla="*/ 1746264 h 5017219"/>
              <a:gd name="connsiteX16420" fmla="*/ 3148509 w 5799173"/>
              <a:gd name="connsiteY16420" fmla="*/ 1728237 h 5017219"/>
              <a:gd name="connsiteX16421" fmla="*/ 3149755 w 5799173"/>
              <a:gd name="connsiteY16421" fmla="*/ 1727489 h 5017219"/>
              <a:gd name="connsiteX16422" fmla="*/ 3170608 w 5799173"/>
              <a:gd name="connsiteY16422" fmla="*/ 1727489 h 5017219"/>
              <a:gd name="connsiteX16423" fmla="*/ 3171854 w 5799173"/>
              <a:gd name="connsiteY16423" fmla="*/ 1728237 h 5017219"/>
              <a:gd name="connsiteX16424" fmla="*/ 3182239 w 5799173"/>
              <a:gd name="connsiteY16424" fmla="*/ 1746264 h 5017219"/>
              <a:gd name="connsiteX16425" fmla="*/ 3182239 w 5799173"/>
              <a:gd name="connsiteY16425" fmla="*/ 1747760 h 5017219"/>
              <a:gd name="connsiteX16426" fmla="*/ 3171771 w 5799173"/>
              <a:gd name="connsiteY16426" fmla="*/ 1765789 h 5017219"/>
              <a:gd name="connsiteX16427" fmla="*/ 3170524 w 5799173"/>
              <a:gd name="connsiteY16427" fmla="*/ 1766536 h 5017219"/>
              <a:gd name="connsiteX16428" fmla="*/ 5135817 w 5799173"/>
              <a:gd name="connsiteY16428" fmla="*/ 2298721 h 5017219"/>
              <a:gd name="connsiteX16429" fmla="*/ 5134571 w 5799173"/>
              <a:gd name="connsiteY16429" fmla="*/ 2297975 h 5017219"/>
              <a:gd name="connsiteX16430" fmla="*/ 5124186 w 5799173"/>
              <a:gd name="connsiteY16430" fmla="*/ 2279946 h 5017219"/>
              <a:gd name="connsiteX16431" fmla="*/ 5124186 w 5799173"/>
              <a:gd name="connsiteY16431" fmla="*/ 2278451 h 5017219"/>
              <a:gd name="connsiteX16432" fmla="*/ 5134654 w 5799173"/>
              <a:gd name="connsiteY16432" fmla="*/ 2260423 h 5017219"/>
              <a:gd name="connsiteX16433" fmla="*/ 5135900 w 5799173"/>
              <a:gd name="connsiteY16433" fmla="*/ 2259675 h 5017219"/>
              <a:gd name="connsiteX16434" fmla="*/ 5156753 w 5799173"/>
              <a:gd name="connsiteY16434" fmla="*/ 2259675 h 5017219"/>
              <a:gd name="connsiteX16435" fmla="*/ 5157999 w 5799173"/>
              <a:gd name="connsiteY16435" fmla="*/ 2260423 h 5017219"/>
              <a:gd name="connsiteX16436" fmla="*/ 5168384 w 5799173"/>
              <a:gd name="connsiteY16436" fmla="*/ 2278451 h 5017219"/>
              <a:gd name="connsiteX16437" fmla="*/ 5168384 w 5799173"/>
              <a:gd name="connsiteY16437" fmla="*/ 2279946 h 5017219"/>
              <a:gd name="connsiteX16438" fmla="*/ 5157916 w 5799173"/>
              <a:gd name="connsiteY16438" fmla="*/ 2297975 h 5017219"/>
              <a:gd name="connsiteX16439" fmla="*/ 5156670 w 5799173"/>
              <a:gd name="connsiteY16439" fmla="*/ 2298722 h 5017219"/>
              <a:gd name="connsiteX16440" fmla="*/ 2246877 w 5799173"/>
              <a:gd name="connsiteY16440" fmla="*/ 1524716 h 5017219"/>
              <a:gd name="connsiteX16441" fmla="*/ 2245632 w 5799173"/>
              <a:gd name="connsiteY16441" fmla="*/ 1523968 h 5017219"/>
              <a:gd name="connsiteX16442" fmla="*/ 2235164 w 5799173"/>
              <a:gd name="connsiteY16442" fmla="*/ 1505857 h 5017219"/>
              <a:gd name="connsiteX16443" fmla="*/ 2235164 w 5799173"/>
              <a:gd name="connsiteY16443" fmla="*/ 1504362 h 5017219"/>
              <a:gd name="connsiteX16444" fmla="*/ 2245631 w 5799173"/>
              <a:gd name="connsiteY16444" fmla="*/ 1486251 h 5017219"/>
              <a:gd name="connsiteX16445" fmla="*/ 2246877 w 5799173"/>
              <a:gd name="connsiteY16445" fmla="*/ 1485503 h 5017219"/>
              <a:gd name="connsiteX16446" fmla="*/ 2267814 w 5799173"/>
              <a:gd name="connsiteY16446" fmla="*/ 1485503 h 5017219"/>
              <a:gd name="connsiteX16447" fmla="*/ 2269060 w 5799173"/>
              <a:gd name="connsiteY16447" fmla="*/ 1486251 h 5017219"/>
              <a:gd name="connsiteX16448" fmla="*/ 2279528 w 5799173"/>
              <a:gd name="connsiteY16448" fmla="*/ 1504362 h 5017219"/>
              <a:gd name="connsiteX16449" fmla="*/ 2279528 w 5799173"/>
              <a:gd name="connsiteY16449" fmla="*/ 1505857 h 5017219"/>
              <a:gd name="connsiteX16450" fmla="*/ 2269060 w 5799173"/>
              <a:gd name="connsiteY16450" fmla="*/ 1523968 h 5017219"/>
              <a:gd name="connsiteX16451" fmla="*/ 2267814 w 5799173"/>
              <a:gd name="connsiteY16451" fmla="*/ 1524716 h 5017219"/>
              <a:gd name="connsiteX16452" fmla="*/ 2668181 w 5799173"/>
              <a:gd name="connsiteY16452" fmla="*/ 1637604 h 5017219"/>
              <a:gd name="connsiteX16453" fmla="*/ 2666936 w 5799173"/>
              <a:gd name="connsiteY16453" fmla="*/ 1636856 h 5017219"/>
              <a:gd name="connsiteX16454" fmla="*/ 2656468 w 5799173"/>
              <a:gd name="connsiteY16454" fmla="*/ 1618745 h 5017219"/>
              <a:gd name="connsiteX16455" fmla="*/ 2656468 w 5799173"/>
              <a:gd name="connsiteY16455" fmla="*/ 1617250 h 5017219"/>
              <a:gd name="connsiteX16456" fmla="*/ 2666935 w 5799173"/>
              <a:gd name="connsiteY16456" fmla="*/ 1599139 h 5017219"/>
              <a:gd name="connsiteX16457" fmla="*/ 2668181 w 5799173"/>
              <a:gd name="connsiteY16457" fmla="*/ 1598391 h 5017219"/>
              <a:gd name="connsiteX16458" fmla="*/ 2689118 w 5799173"/>
              <a:gd name="connsiteY16458" fmla="*/ 1598391 h 5017219"/>
              <a:gd name="connsiteX16459" fmla="*/ 2690364 w 5799173"/>
              <a:gd name="connsiteY16459" fmla="*/ 1599139 h 5017219"/>
              <a:gd name="connsiteX16460" fmla="*/ 2700832 w 5799173"/>
              <a:gd name="connsiteY16460" fmla="*/ 1617250 h 5017219"/>
              <a:gd name="connsiteX16461" fmla="*/ 2700832 w 5799173"/>
              <a:gd name="connsiteY16461" fmla="*/ 1618745 h 5017219"/>
              <a:gd name="connsiteX16462" fmla="*/ 2690364 w 5799173"/>
              <a:gd name="connsiteY16462" fmla="*/ 1636856 h 5017219"/>
              <a:gd name="connsiteX16463" fmla="*/ 2689118 w 5799173"/>
              <a:gd name="connsiteY16463" fmla="*/ 1637604 h 5017219"/>
              <a:gd name="connsiteX16464" fmla="*/ 2788553 w 5799173"/>
              <a:gd name="connsiteY16464" fmla="*/ 1669857 h 5017219"/>
              <a:gd name="connsiteX16465" fmla="*/ 2787307 w 5799173"/>
              <a:gd name="connsiteY16465" fmla="*/ 1669109 h 5017219"/>
              <a:gd name="connsiteX16466" fmla="*/ 2776840 w 5799173"/>
              <a:gd name="connsiteY16466" fmla="*/ 1650998 h 5017219"/>
              <a:gd name="connsiteX16467" fmla="*/ 2776840 w 5799173"/>
              <a:gd name="connsiteY16467" fmla="*/ 1649503 h 5017219"/>
              <a:gd name="connsiteX16468" fmla="*/ 2787307 w 5799173"/>
              <a:gd name="connsiteY16468" fmla="*/ 1631392 h 5017219"/>
              <a:gd name="connsiteX16469" fmla="*/ 2788553 w 5799173"/>
              <a:gd name="connsiteY16469" fmla="*/ 1630644 h 5017219"/>
              <a:gd name="connsiteX16470" fmla="*/ 2809490 w 5799173"/>
              <a:gd name="connsiteY16470" fmla="*/ 1630644 h 5017219"/>
              <a:gd name="connsiteX16471" fmla="*/ 2810736 w 5799173"/>
              <a:gd name="connsiteY16471" fmla="*/ 1631392 h 5017219"/>
              <a:gd name="connsiteX16472" fmla="*/ 2821203 w 5799173"/>
              <a:gd name="connsiteY16472" fmla="*/ 1649503 h 5017219"/>
              <a:gd name="connsiteX16473" fmla="*/ 2821203 w 5799173"/>
              <a:gd name="connsiteY16473" fmla="*/ 1650998 h 5017219"/>
              <a:gd name="connsiteX16474" fmla="*/ 2810736 w 5799173"/>
              <a:gd name="connsiteY16474" fmla="*/ 1669109 h 5017219"/>
              <a:gd name="connsiteX16475" fmla="*/ 2809490 w 5799173"/>
              <a:gd name="connsiteY16475" fmla="*/ 1669857 h 5017219"/>
              <a:gd name="connsiteX16476" fmla="*/ 5015444 w 5799173"/>
              <a:gd name="connsiteY16476" fmla="*/ 2266551 h 5017219"/>
              <a:gd name="connsiteX16477" fmla="*/ 5014198 w 5799173"/>
              <a:gd name="connsiteY16477" fmla="*/ 2265803 h 5017219"/>
              <a:gd name="connsiteX16478" fmla="*/ 5003730 w 5799173"/>
              <a:gd name="connsiteY16478" fmla="*/ 2247692 h 5017219"/>
              <a:gd name="connsiteX16479" fmla="*/ 5003730 w 5799173"/>
              <a:gd name="connsiteY16479" fmla="*/ 2246197 h 5017219"/>
              <a:gd name="connsiteX16480" fmla="*/ 5014198 w 5799173"/>
              <a:gd name="connsiteY16480" fmla="*/ 2228086 h 5017219"/>
              <a:gd name="connsiteX16481" fmla="*/ 5015444 w 5799173"/>
              <a:gd name="connsiteY16481" fmla="*/ 2227338 h 5017219"/>
              <a:gd name="connsiteX16482" fmla="*/ 5036380 w 5799173"/>
              <a:gd name="connsiteY16482" fmla="*/ 2227338 h 5017219"/>
              <a:gd name="connsiteX16483" fmla="*/ 5037626 w 5799173"/>
              <a:gd name="connsiteY16483" fmla="*/ 2228086 h 5017219"/>
              <a:gd name="connsiteX16484" fmla="*/ 5048094 w 5799173"/>
              <a:gd name="connsiteY16484" fmla="*/ 2246197 h 5017219"/>
              <a:gd name="connsiteX16485" fmla="*/ 5048094 w 5799173"/>
              <a:gd name="connsiteY16485" fmla="*/ 2247692 h 5017219"/>
              <a:gd name="connsiteX16486" fmla="*/ 5037626 w 5799173"/>
              <a:gd name="connsiteY16486" fmla="*/ 2265803 h 5017219"/>
              <a:gd name="connsiteX16487" fmla="*/ 5036380 w 5799173"/>
              <a:gd name="connsiteY16487" fmla="*/ 2266551 h 5017219"/>
              <a:gd name="connsiteX16488" fmla="*/ 2427376 w 5799173"/>
              <a:gd name="connsiteY16488" fmla="*/ 1573172 h 5017219"/>
              <a:gd name="connsiteX16489" fmla="*/ 2426130 w 5799173"/>
              <a:gd name="connsiteY16489" fmla="*/ 1572424 h 5017219"/>
              <a:gd name="connsiteX16490" fmla="*/ 2415579 w 5799173"/>
              <a:gd name="connsiteY16490" fmla="*/ 1554147 h 5017219"/>
              <a:gd name="connsiteX16491" fmla="*/ 2415579 w 5799173"/>
              <a:gd name="connsiteY16491" fmla="*/ 1552651 h 5017219"/>
              <a:gd name="connsiteX16492" fmla="*/ 2426130 w 5799173"/>
              <a:gd name="connsiteY16492" fmla="*/ 1534374 h 5017219"/>
              <a:gd name="connsiteX16493" fmla="*/ 2427376 w 5799173"/>
              <a:gd name="connsiteY16493" fmla="*/ 1533626 h 5017219"/>
              <a:gd name="connsiteX16494" fmla="*/ 2448395 w 5799173"/>
              <a:gd name="connsiteY16494" fmla="*/ 1533626 h 5017219"/>
              <a:gd name="connsiteX16495" fmla="*/ 2449641 w 5799173"/>
              <a:gd name="connsiteY16495" fmla="*/ 1534374 h 5017219"/>
              <a:gd name="connsiteX16496" fmla="*/ 2460192 w 5799173"/>
              <a:gd name="connsiteY16496" fmla="*/ 1552651 h 5017219"/>
              <a:gd name="connsiteX16497" fmla="*/ 2460192 w 5799173"/>
              <a:gd name="connsiteY16497" fmla="*/ 1554147 h 5017219"/>
              <a:gd name="connsiteX16498" fmla="*/ 2449641 w 5799173"/>
              <a:gd name="connsiteY16498" fmla="*/ 1572424 h 5017219"/>
              <a:gd name="connsiteX16499" fmla="*/ 2448395 w 5799173"/>
              <a:gd name="connsiteY16499" fmla="*/ 1573172 h 5017219"/>
              <a:gd name="connsiteX16500" fmla="*/ 2487562 w 5799173"/>
              <a:gd name="connsiteY16500" fmla="*/ 1589299 h 5017219"/>
              <a:gd name="connsiteX16501" fmla="*/ 2486316 w 5799173"/>
              <a:gd name="connsiteY16501" fmla="*/ 1588551 h 5017219"/>
              <a:gd name="connsiteX16502" fmla="*/ 2475765 w 5799173"/>
              <a:gd name="connsiteY16502" fmla="*/ 1570274 h 5017219"/>
              <a:gd name="connsiteX16503" fmla="*/ 2475765 w 5799173"/>
              <a:gd name="connsiteY16503" fmla="*/ 1568778 h 5017219"/>
              <a:gd name="connsiteX16504" fmla="*/ 2486316 w 5799173"/>
              <a:gd name="connsiteY16504" fmla="*/ 1550501 h 5017219"/>
              <a:gd name="connsiteX16505" fmla="*/ 2487562 w 5799173"/>
              <a:gd name="connsiteY16505" fmla="*/ 1549753 h 5017219"/>
              <a:gd name="connsiteX16506" fmla="*/ 2508581 w 5799173"/>
              <a:gd name="connsiteY16506" fmla="*/ 1549753 h 5017219"/>
              <a:gd name="connsiteX16507" fmla="*/ 2509827 w 5799173"/>
              <a:gd name="connsiteY16507" fmla="*/ 1550501 h 5017219"/>
              <a:gd name="connsiteX16508" fmla="*/ 2520378 w 5799173"/>
              <a:gd name="connsiteY16508" fmla="*/ 1568778 h 5017219"/>
              <a:gd name="connsiteX16509" fmla="*/ 2520378 w 5799173"/>
              <a:gd name="connsiteY16509" fmla="*/ 1570274 h 5017219"/>
              <a:gd name="connsiteX16510" fmla="*/ 2509827 w 5799173"/>
              <a:gd name="connsiteY16510" fmla="*/ 1588551 h 5017219"/>
              <a:gd name="connsiteX16511" fmla="*/ 2508581 w 5799173"/>
              <a:gd name="connsiteY16511" fmla="*/ 1589299 h 5017219"/>
              <a:gd name="connsiteX16512" fmla="*/ 2547749 w 5799173"/>
              <a:gd name="connsiteY16512" fmla="*/ 1605426 h 5017219"/>
              <a:gd name="connsiteX16513" fmla="*/ 2546503 w 5799173"/>
              <a:gd name="connsiteY16513" fmla="*/ 1604678 h 5017219"/>
              <a:gd name="connsiteX16514" fmla="*/ 2535952 w 5799173"/>
              <a:gd name="connsiteY16514" fmla="*/ 1586401 h 5017219"/>
              <a:gd name="connsiteX16515" fmla="*/ 2535952 w 5799173"/>
              <a:gd name="connsiteY16515" fmla="*/ 1584905 h 5017219"/>
              <a:gd name="connsiteX16516" fmla="*/ 2546503 w 5799173"/>
              <a:gd name="connsiteY16516" fmla="*/ 1566628 h 5017219"/>
              <a:gd name="connsiteX16517" fmla="*/ 2547749 w 5799173"/>
              <a:gd name="connsiteY16517" fmla="*/ 1565880 h 5017219"/>
              <a:gd name="connsiteX16518" fmla="*/ 2568768 w 5799173"/>
              <a:gd name="connsiteY16518" fmla="*/ 1565880 h 5017219"/>
              <a:gd name="connsiteX16519" fmla="*/ 2570014 w 5799173"/>
              <a:gd name="connsiteY16519" fmla="*/ 1566628 h 5017219"/>
              <a:gd name="connsiteX16520" fmla="*/ 2580565 w 5799173"/>
              <a:gd name="connsiteY16520" fmla="*/ 1584905 h 5017219"/>
              <a:gd name="connsiteX16521" fmla="*/ 2580565 w 5799173"/>
              <a:gd name="connsiteY16521" fmla="*/ 1586401 h 5017219"/>
              <a:gd name="connsiteX16522" fmla="*/ 2570014 w 5799173"/>
              <a:gd name="connsiteY16522" fmla="*/ 1604678 h 5017219"/>
              <a:gd name="connsiteX16523" fmla="*/ 2568768 w 5799173"/>
              <a:gd name="connsiteY16523" fmla="*/ 1605426 h 5017219"/>
              <a:gd name="connsiteX16524" fmla="*/ 2728308 w 5799173"/>
              <a:gd name="connsiteY16524" fmla="*/ 1653807 h 5017219"/>
              <a:gd name="connsiteX16525" fmla="*/ 2727061 w 5799173"/>
              <a:gd name="connsiteY16525" fmla="*/ 1653059 h 5017219"/>
              <a:gd name="connsiteX16526" fmla="*/ 2716511 w 5799173"/>
              <a:gd name="connsiteY16526" fmla="*/ 1634782 h 5017219"/>
              <a:gd name="connsiteX16527" fmla="*/ 2716510 w 5799173"/>
              <a:gd name="connsiteY16527" fmla="*/ 1633285 h 5017219"/>
              <a:gd name="connsiteX16528" fmla="*/ 2727061 w 5799173"/>
              <a:gd name="connsiteY16528" fmla="*/ 1615009 h 5017219"/>
              <a:gd name="connsiteX16529" fmla="*/ 2728307 w 5799173"/>
              <a:gd name="connsiteY16529" fmla="*/ 1614261 h 5017219"/>
              <a:gd name="connsiteX16530" fmla="*/ 2749327 w 5799173"/>
              <a:gd name="connsiteY16530" fmla="*/ 1614261 h 5017219"/>
              <a:gd name="connsiteX16531" fmla="*/ 2750572 w 5799173"/>
              <a:gd name="connsiteY16531" fmla="*/ 1615009 h 5017219"/>
              <a:gd name="connsiteX16532" fmla="*/ 2761124 w 5799173"/>
              <a:gd name="connsiteY16532" fmla="*/ 1633285 h 5017219"/>
              <a:gd name="connsiteX16533" fmla="*/ 2761123 w 5799173"/>
              <a:gd name="connsiteY16533" fmla="*/ 1634782 h 5017219"/>
              <a:gd name="connsiteX16534" fmla="*/ 2750572 w 5799173"/>
              <a:gd name="connsiteY16534" fmla="*/ 1653059 h 5017219"/>
              <a:gd name="connsiteX16535" fmla="*/ 2749326 w 5799173"/>
              <a:gd name="connsiteY16535" fmla="*/ 1653807 h 5017219"/>
              <a:gd name="connsiteX16536" fmla="*/ 3992219 w 5799173"/>
              <a:gd name="connsiteY16536" fmla="*/ 1992471 h 5017219"/>
              <a:gd name="connsiteX16537" fmla="*/ 3990972 w 5799173"/>
              <a:gd name="connsiteY16537" fmla="*/ 1991722 h 5017219"/>
              <a:gd name="connsiteX16538" fmla="*/ 3980422 w 5799173"/>
              <a:gd name="connsiteY16538" fmla="*/ 1973445 h 5017219"/>
              <a:gd name="connsiteX16539" fmla="*/ 3980421 w 5799173"/>
              <a:gd name="connsiteY16539" fmla="*/ 1971949 h 5017219"/>
              <a:gd name="connsiteX16540" fmla="*/ 3990972 w 5799173"/>
              <a:gd name="connsiteY16540" fmla="*/ 1953672 h 5017219"/>
              <a:gd name="connsiteX16541" fmla="*/ 3992218 w 5799173"/>
              <a:gd name="connsiteY16541" fmla="*/ 1952924 h 5017219"/>
              <a:gd name="connsiteX16542" fmla="*/ 4013238 w 5799173"/>
              <a:gd name="connsiteY16542" fmla="*/ 1952925 h 5017219"/>
              <a:gd name="connsiteX16543" fmla="*/ 4014483 w 5799173"/>
              <a:gd name="connsiteY16543" fmla="*/ 1953673 h 5017219"/>
              <a:gd name="connsiteX16544" fmla="*/ 4025035 w 5799173"/>
              <a:gd name="connsiteY16544" fmla="*/ 1971949 h 5017219"/>
              <a:gd name="connsiteX16545" fmla="*/ 4025034 w 5799173"/>
              <a:gd name="connsiteY16545" fmla="*/ 1973446 h 5017219"/>
              <a:gd name="connsiteX16546" fmla="*/ 4014483 w 5799173"/>
              <a:gd name="connsiteY16546" fmla="*/ 1991723 h 5017219"/>
              <a:gd name="connsiteX16547" fmla="*/ 4013237 w 5799173"/>
              <a:gd name="connsiteY16547" fmla="*/ 1992471 h 5017219"/>
              <a:gd name="connsiteX16548" fmla="*/ 2607746 w 5799173"/>
              <a:gd name="connsiteY16548" fmla="*/ 1621893 h 5017219"/>
              <a:gd name="connsiteX16549" fmla="*/ 2606417 w 5799173"/>
              <a:gd name="connsiteY16549" fmla="*/ 1621146 h 5017219"/>
              <a:gd name="connsiteX16550" fmla="*/ 2595783 w 5799173"/>
              <a:gd name="connsiteY16550" fmla="*/ 1602619 h 5017219"/>
              <a:gd name="connsiteX16551" fmla="*/ 2595782 w 5799173"/>
              <a:gd name="connsiteY16551" fmla="*/ 1601123 h 5017219"/>
              <a:gd name="connsiteX16552" fmla="*/ 2606499 w 5799173"/>
              <a:gd name="connsiteY16552" fmla="*/ 1582597 h 5017219"/>
              <a:gd name="connsiteX16553" fmla="*/ 2607830 w 5799173"/>
              <a:gd name="connsiteY16553" fmla="*/ 1581849 h 5017219"/>
              <a:gd name="connsiteX16554" fmla="*/ 2629180 w 5799173"/>
              <a:gd name="connsiteY16554" fmla="*/ 1581849 h 5017219"/>
              <a:gd name="connsiteX16555" fmla="*/ 2630510 w 5799173"/>
              <a:gd name="connsiteY16555" fmla="*/ 1582597 h 5017219"/>
              <a:gd name="connsiteX16556" fmla="*/ 2641144 w 5799173"/>
              <a:gd name="connsiteY16556" fmla="*/ 1601123 h 5017219"/>
              <a:gd name="connsiteX16557" fmla="*/ 2641144 w 5799173"/>
              <a:gd name="connsiteY16557" fmla="*/ 1602619 h 5017219"/>
              <a:gd name="connsiteX16558" fmla="*/ 2630427 w 5799173"/>
              <a:gd name="connsiteY16558" fmla="*/ 1621146 h 5017219"/>
              <a:gd name="connsiteX16559" fmla="*/ 2629098 w 5799173"/>
              <a:gd name="connsiteY16559" fmla="*/ 1621893 h 5017219"/>
              <a:gd name="connsiteX16560" fmla="*/ 5075382 w 5799173"/>
              <a:gd name="connsiteY16560" fmla="*/ 2283178 h 5017219"/>
              <a:gd name="connsiteX16561" fmla="*/ 5074052 w 5799173"/>
              <a:gd name="connsiteY16561" fmla="*/ 2282430 h 5017219"/>
              <a:gd name="connsiteX16562" fmla="*/ 5063335 w 5799173"/>
              <a:gd name="connsiteY16562" fmla="*/ 2263820 h 5017219"/>
              <a:gd name="connsiteX16563" fmla="*/ 5063335 w 5799173"/>
              <a:gd name="connsiteY16563" fmla="*/ 2262325 h 5017219"/>
              <a:gd name="connsiteX16564" fmla="*/ 5074052 w 5799173"/>
              <a:gd name="connsiteY16564" fmla="*/ 2243715 h 5017219"/>
              <a:gd name="connsiteX16565" fmla="*/ 5075382 w 5799173"/>
              <a:gd name="connsiteY16565" fmla="*/ 2242967 h 5017219"/>
              <a:gd name="connsiteX16566" fmla="*/ 5096816 w 5799173"/>
              <a:gd name="connsiteY16566" fmla="*/ 2242967 h 5017219"/>
              <a:gd name="connsiteX16567" fmla="*/ 5098145 w 5799173"/>
              <a:gd name="connsiteY16567" fmla="*/ 2243715 h 5017219"/>
              <a:gd name="connsiteX16568" fmla="*/ 5108862 w 5799173"/>
              <a:gd name="connsiteY16568" fmla="*/ 2262325 h 5017219"/>
              <a:gd name="connsiteX16569" fmla="*/ 5108862 w 5799173"/>
              <a:gd name="connsiteY16569" fmla="*/ 2263820 h 5017219"/>
              <a:gd name="connsiteX16570" fmla="*/ 5098145 w 5799173"/>
              <a:gd name="connsiteY16570" fmla="*/ 2282430 h 5017219"/>
              <a:gd name="connsiteX16571" fmla="*/ 5096816 w 5799173"/>
              <a:gd name="connsiteY16571" fmla="*/ 2283178 h 5017219"/>
              <a:gd name="connsiteX16572" fmla="*/ 3209607 w 5799173"/>
              <a:gd name="connsiteY16572" fmla="*/ 1783245 h 5017219"/>
              <a:gd name="connsiteX16573" fmla="*/ 3208278 w 5799173"/>
              <a:gd name="connsiteY16573" fmla="*/ 1782497 h 5017219"/>
              <a:gd name="connsiteX16574" fmla="*/ 3197561 w 5799173"/>
              <a:gd name="connsiteY16574" fmla="*/ 1763887 h 5017219"/>
              <a:gd name="connsiteX16575" fmla="*/ 3197562 w 5799173"/>
              <a:gd name="connsiteY16575" fmla="*/ 1762392 h 5017219"/>
              <a:gd name="connsiteX16576" fmla="*/ 3208278 w 5799173"/>
              <a:gd name="connsiteY16576" fmla="*/ 1743782 h 5017219"/>
              <a:gd name="connsiteX16577" fmla="*/ 3209607 w 5799173"/>
              <a:gd name="connsiteY16577" fmla="*/ 1743034 h 5017219"/>
              <a:gd name="connsiteX16578" fmla="*/ 3231043 w 5799173"/>
              <a:gd name="connsiteY16578" fmla="*/ 1743034 h 5017219"/>
              <a:gd name="connsiteX16579" fmla="*/ 3232371 w 5799173"/>
              <a:gd name="connsiteY16579" fmla="*/ 1743782 h 5017219"/>
              <a:gd name="connsiteX16580" fmla="*/ 3243088 w 5799173"/>
              <a:gd name="connsiteY16580" fmla="*/ 1762392 h 5017219"/>
              <a:gd name="connsiteX16581" fmla="*/ 3243088 w 5799173"/>
              <a:gd name="connsiteY16581" fmla="*/ 1763887 h 5017219"/>
              <a:gd name="connsiteX16582" fmla="*/ 3232371 w 5799173"/>
              <a:gd name="connsiteY16582" fmla="*/ 1782497 h 5017219"/>
              <a:gd name="connsiteX16583" fmla="*/ 3231042 w 5799173"/>
              <a:gd name="connsiteY16583" fmla="*/ 1783245 h 5017219"/>
              <a:gd name="connsiteX16584" fmla="*/ 5617057 w 5799173"/>
              <a:gd name="connsiteY16584" fmla="*/ 2428319 h 5017219"/>
              <a:gd name="connsiteX16585" fmla="*/ 5615728 w 5799173"/>
              <a:gd name="connsiteY16585" fmla="*/ 2427571 h 5017219"/>
              <a:gd name="connsiteX16586" fmla="*/ 5605011 w 5799173"/>
              <a:gd name="connsiteY16586" fmla="*/ 2408961 h 5017219"/>
              <a:gd name="connsiteX16587" fmla="*/ 5605011 w 5799173"/>
              <a:gd name="connsiteY16587" fmla="*/ 2407466 h 5017219"/>
              <a:gd name="connsiteX16588" fmla="*/ 5615728 w 5799173"/>
              <a:gd name="connsiteY16588" fmla="*/ 2388856 h 5017219"/>
              <a:gd name="connsiteX16589" fmla="*/ 5617057 w 5799173"/>
              <a:gd name="connsiteY16589" fmla="*/ 2388108 h 5017219"/>
              <a:gd name="connsiteX16590" fmla="*/ 5638492 w 5799173"/>
              <a:gd name="connsiteY16590" fmla="*/ 2388108 h 5017219"/>
              <a:gd name="connsiteX16591" fmla="*/ 5639821 w 5799173"/>
              <a:gd name="connsiteY16591" fmla="*/ 2388856 h 5017219"/>
              <a:gd name="connsiteX16592" fmla="*/ 5650538 w 5799173"/>
              <a:gd name="connsiteY16592" fmla="*/ 2407466 h 5017219"/>
              <a:gd name="connsiteX16593" fmla="*/ 5650538 w 5799173"/>
              <a:gd name="connsiteY16593" fmla="*/ 2408961 h 5017219"/>
              <a:gd name="connsiteX16594" fmla="*/ 5639821 w 5799173"/>
              <a:gd name="connsiteY16594" fmla="*/ 2427571 h 5017219"/>
              <a:gd name="connsiteX16595" fmla="*/ 5638492 w 5799173"/>
              <a:gd name="connsiteY16595" fmla="*/ 2428319 h 5017219"/>
              <a:gd name="connsiteX16596" fmla="*/ 3269640 w 5799173"/>
              <a:gd name="connsiteY16596" fmla="*/ 1799623 h 5017219"/>
              <a:gd name="connsiteX16597" fmla="*/ 3268310 w 5799173"/>
              <a:gd name="connsiteY16597" fmla="*/ 1798875 h 5017219"/>
              <a:gd name="connsiteX16598" fmla="*/ 3257427 w 5799173"/>
              <a:gd name="connsiteY16598" fmla="*/ 1780016 h 5017219"/>
              <a:gd name="connsiteX16599" fmla="*/ 3257427 w 5799173"/>
              <a:gd name="connsiteY16599" fmla="*/ 1778438 h 5017219"/>
              <a:gd name="connsiteX16600" fmla="*/ 3268310 w 5799173"/>
              <a:gd name="connsiteY16600" fmla="*/ 1759579 h 5017219"/>
              <a:gd name="connsiteX16601" fmla="*/ 3269640 w 5799173"/>
              <a:gd name="connsiteY16601" fmla="*/ 1758831 h 5017219"/>
              <a:gd name="connsiteX16602" fmla="*/ 3291406 w 5799173"/>
              <a:gd name="connsiteY16602" fmla="*/ 1758831 h 5017219"/>
              <a:gd name="connsiteX16603" fmla="*/ 3292736 w 5799173"/>
              <a:gd name="connsiteY16603" fmla="*/ 1759579 h 5017219"/>
              <a:gd name="connsiteX16604" fmla="*/ 3303619 w 5799173"/>
              <a:gd name="connsiteY16604" fmla="*/ 1778438 h 5017219"/>
              <a:gd name="connsiteX16605" fmla="*/ 3303619 w 5799173"/>
              <a:gd name="connsiteY16605" fmla="*/ 1780016 h 5017219"/>
              <a:gd name="connsiteX16606" fmla="*/ 3292736 w 5799173"/>
              <a:gd name="connsiteY16606" fmla="*/ 1798875 h 5017219"/>
              <a:gd name="connsiteX16607" fmla="*/ 3291406 w 5799173"/>
              <a:gd name="connsiteY16607" fmla="*/ 1799623 h 5017219"/>
              <a:gd name="connsiteX16608" fmla="*/ 3329721 w 5799173"/>
              <a:gd name="connsiteY16608" fmla="*/ 1815995 h 5017219"/>
              <a:gd name="connsiteX16609" fmla="*/ 3328392 w 5799173"/>
              <a:gd name="connsiteY16609" fmla="*/ 1815248 h 5017219"/>
              <a:gd name="connsiteX16610" fmla="*/ 3317427 w 5799173"/>
              <a:gd name="connsiteY16610" fmla="*/ 1796222 h 5017219"/>
              <a:gd name="connsiteX16611" fmla="*/ 3317426 w 5799173"/>
              <a:gd name="connsiteY16611" fmla="*/ 1794644 h 5017219"/>
              <a:gd name="connsiteX16612" fmla="*/ 3328392 w 5799173"/>
              <a:gd name="connsiteY16612" fmla="*/ 1775619 h 5017219"/>
              <a:gd name="connsiteX16613" fmla="*/ 3329722 w 5799173"/>
              <a:gd name="connsiteY16613" fmla="*/ 1774871 h 5017219"/>
              <a:gd name="connsiteX16614" fmla="*/ 3351654 w 5799173"/>
              <a:gd name="connsiteY16614" fmla="*/ 1774871 h 5017219"/>
              <a:gd name="connsiteX16615" fmla="*/ 3352985 w 5799173"/>
              <a:gd name="connsiteY16615" fmla="*/ 1775619 h 5017219"/>
              <a:gd name="connsiteX16616" fmla="*/ 3363950 w 5799173"/>
              <a:gd name="connsiteY16616" fmla="*/ 1794644 h 5017219"/>
              <a:gd name="connsiteX16617" fmla="*/ 3363950 w 5799173"/>
              <a:gd name="connsiteY16617" fmla="*/ 1796222 h 5017219"/>
              <a:gd name="connsiteX16618" fmla="*/ 3352984 w 5799173"/>
              <a:gd name="connsiteY16618" fmla="*/ 1815248 h 5017219"/>
              <a:gd name="connsiteX16619" fmla="*/ 3351654 w 5799173"/>
              <a:gd name="connsiteY16619" fmla="*/ 1815995 h 5017219"/>
              <a:gd name="connsiteX16620" fmla="*/ 3449928 w 5799173"/>
              <a:gd name="connsiteY16620" fmla="*/ 1848415 h 5017219"/>
              <a:gd name="connsiteX16621" fmla="*/ 3448598 w 5799173"/>
              <a:gd name="connsiteY16621" fmla="*/ 1847667 h 5017219"/>
              <a:gd name="connsiteX16622" fmla="*/ 3437549 w 5799173"/>
              <a:gd name="connsiteY16622" fmla="*/ 1828476 h 5017219"/>
              <a:gd name="connsiteX16623" fmla="*/ 3437549 w 5799173"/>
              <a:gd name="connsiteY16623" fmla="*/ 1826897 h 5017219"/>
              <a:gd name="connsiteX16624" fmla="*/ 3448681 w 5799173"/>
              <a:gd name="connsiteY16624" fmla="*/ 1807706 h 5017219"/>
              <a:gd name="connsiteX16625" fmla="*/ 3450011 w 5799173"/>
              <a:gd name="connsiteY16625" fmla="*/ 1806958 h 5017219"/>
              <a:gd name="connsiteX16626" fmla="*/ 3472193 w 5799173"/>
              <a:gd name="connsiteY16626" fmla="*/ 1806958 h 5017219"/>
              <a:gd name="connsiteX16627" fmla="*/ 3473522 w 5799173"/>
              <a:gd name="connsiteY16627" fmla="*/ 1807707 h 5017219"/>
              <a:gd name="connsiteX16628" fmla="*/ 3484572 w 5799173"/>
              <a:gd name="connsiteY16628" fmla="*/ 1826897 h 5017219"/>
              <a:gd name="connsiteX16629" fmla="*/ 3484572 w 5799173"/>
              <a:gd name="connsiteY16629" fmla="*/ 1828475 h 5017219"/>
              <a:gd name="connsiteX16630" fmla="*/ 3473439 w 5799173"/>
              <a:gd name="connsiteY16630" fmla="*/ 1847667 h 5017219"/>
              <a:gd name="connsiteX16631" fmla="*/ 3472110 w 5799173"/>
              <a:gd name="connsiteY16631" fmla="*/ 1848415 h 5017219"/>
              <a:gd name="connsiteX16632" fmla="*/ 5676819 w 5799173"/>
              <a:gd name="connsiteY16632" fmla="*/ 2445193 h 5017219"/>
              <a:gd name="connsiteX16633" fmla="*/ 5675490 w 5799173"/>
              <a:gd name="connsiteY16633" fmla="*/ 2444445 h 5017219"/>
              <a:gd name="connsiteX16634" fmla="*/ 5664357 w 5799173"/>
              <a:gd name="connsiteY16634" fmla="*/ 2425171 h 5017219"/>
              <a:gd name="connsiteX16635" fmla="*/ 5664357 w 5799173"/>
              <a:gd name="connsiteY16635" fmla="*/ 2423592 h 5017219"/>
              <a:gd name="connsiteX16636" fmla="*/ 5675490 w 5799173"/>
              <a:gd name="connsiteY16636" fmla="*/ 2404318 h 5017219"/>
              <a:gd name="connsiteX16637" fmla="*/ 5676819 w 5799173"/>
              <a:gd name="connsiteY16637" fmla="*/ 2403570 h 5017219"/>
              <a:gd name="connsiteX16638" fmla="*/ 5699084 w 5799173"/>
              <a:gd name="connsiteY16638" fmla="*/ 2403570 h 5017219"/>
              <a:gd name="connsiteX16639" fmla="*/ 5700413 w 5799173"/>
              <a:gd name="connsiteY16639" fmla="*/ 2404318 h 5017219"/>
              <a:gd name="connsiteX16640" fmla="*/ 5711546 w 5799173"/>
              <a:gd name="connsiteY16640" fmla="*/ 2423592 h 5017219"/>
              <a:gd name="connsiteX16641" fmla="*/ 5711546 w 5799173"/>
              <a:gd name="connsiteY16641" fmla="*/ 2425171 h 5017219"/>
              <a:gd name="connsiteX16642" fmla="*/ 5700413 w 5799173"/>
              <a:gd name="connsiteY16642" fmla="*/ 2444445 h 5017219"/>
              <a:gd name="connsiteX16643" fmla="*/ 5699084 w 5799173"/>
              <a:gd name="connsiteY16643" fmla="*/ 2445193 h 5017219"/>
              <a:gd name="connsiteX16644" fmla="*/ 4051562 w 5799173"/>
              <a:gd name="connsiteY16644" fmla="*/ 2010269 h 5017219"/>
              <a:gd name="connsiteX16645" fmla="*/ 4050149 w 5799173"/>
              <a:gd name="connsiteY16645" fmla="*/ 2009438 h 5017219"/>
              <a:gd name="connsiteX16646" fmla="*/ 4038767 w 5799173"/>
              <a:gd name="connsiteY16646" fmla="*/ 1989665 h 5017219"/>
              <a:gd name="connsiteX16647" fmla="*/ 4038767 w 5799173"/>
              <a:gd name="connsiteY16647" fmla="*/ 1988086 h 5017219"/>
              <a:gd name="connsiteX16648" fmla="*/ 4050149 w 5799173"/>
              <a:gd name="connsiteY16648" fmla="*/ 1968314 h 5017219"/>
              <a:gd name="connsiteX16649" fmla="*/ 4051562 w 5799173"/>
              <a:gd name="connsiteY16649" fmla="*/ 1967483 h 5017219"/>
              <a:gd name="connsiteX16650" fmla="*/ 4074325 w 5799173"/>
              <a:gd name="connsiteY16650" fmla="*/ 1967483 h 5017219"/>
              <a:gd name="connsiteX16651" fmla="*/ 4075738 w 5799173"/>
              <a:gd name="connsiteY16651" fmla="*/ 1968314 h 5017219"/>
              <a:gd name="connsiteX16652" fmla="*/ 4087119 w 5799173"/>
              <a:gd name="connsiteY16652" fmla="*/ 1988087 h 5017219"/>
              <a:gd name="connsiteX16653" fmla="*/ 4087119 w 5799173"/>
              <a:gd name="connsiteY16653" fmla="*/ 1989665 h 5017219"/>
              <a:gd name="connsiteX16654" fmla="*/ 4075738 w 5799173"/>
              <a:gd name="connsiteY16654" fmla="*/ 2009438 h 5017219"/>
              <a:gd name="connsiteX16655" fmla="*/ 4074325 w 5799173"/>
              <a:gd name="connsiteY16655" fmla="*/ 2010269 h 5017219"/>
              <a:gd name="connsiteX16656" fmla="*/ 3389254 w 5799173"/>
              <a:gd name="connsiteY16656" fmla="*/ 1833286 h 5017219"/>
              <a:gd name="connsiteX16657" fmla="*/ 3387841 w 5799173"/>
              <a:gd name="connsiteY16657" fmla="*/ 1832456 h 5017219"/>
              <a:gd name="connsiteX16658" fmla="*/ 3376293 w 5799173"/>
              <a:gd name="connsiteY16658" fmla="*/ 1812351 h 5017219"/>
              <a:gd name="connsiteX16659" fmla="*/ 3376293 w 5799173"/>
              <a:gd name="connsiteY16659" fmla="*/ 1810689 h 5017219"/>
              <a:gd name="connsiteX16660" fmla="*/ 3387924 w 5799173"/>
              <a:gd name="connsiteY16660" fmla="*/ 1790584 h 5017219"/>
              <a:gd name="connsiteX16661" fmla="*/ 3389337 w 5799173"/>
              <a:gd name="connsiteY16661" fmla="*/ 1789753 h 5017219"/>
              <a:gd name="connsiteX16662" fmla="*/ 3412516 w 5799173"/>
              <a:gd name="connsiteY16662" fmla="*/ 1789753 h 5017219"/>
              <a:gd name="connsiteX16663" fmla="*/ 3413928 w 5799173"/>
              <a:gd name="connsiteY16663" fmla="*/ 1790584 h 5017219"/>
              <a:gd name="connsiteX16664" fmla="*/ 3425476 w 5799173"/>
              <a:gd name="connsiteY16664" fmla="*/ 1810689 h 5017219"/>
              <a:gd name="connsiteX16665" fmla="*/ 3425476 w 5799173"/>
              <a:gd name="connsiteY16665" fmla="*/ 1812351 h 5017219"/>
              <a:gd name="connsiteX16666" fmla="*/ 3413845 w 5799173"/>
              <a:gd name="connsiteY16666" fmla="*/ 1832456 h 5017219"/>
              <a:gd name="connsiteX16667" fmla="*/ 3412433 w 5799173"/>
              <a:gd name="connsiteY16667" fmla="*/ 1833286 h 5017219"/>
              <a:gd name="connsiteX16668" fmla="*/ 4163160 w 5799173"/>
              <a:gd name="connsiteY16668" fmla="*/ 2084876 h 5017219"/>
              <a:gd name="connsiteX16669" fmla="*/ 4162412 w 5799173"/>
              <a:gd name="connsiteY16669" fmla="*/ 2084461 h 5017219"/>
              <a:gd name="connsiteX16670" fmla="*/ 4156264 w 5799173"/>
              <a:gd name="connsiteY16670" fmla="*/ 2073827 h 5017219"/>
              <a:gd name="connsiteX16671" fmla="*/ 4156264 w 5799173"/>
              <a:gd name="connsiteY16671" fmla="*/ 2072996 h 5017219"/>
              <a:gd name="connsiteX16672" fmla="*/ 4162412 w 5799173"/>
              <a:gd name="connsiteY16672" fmla="*/ 2062362 h 5017219"/>
              <a:gd name="connsiteX16673" fmla="*/ 4163160 w 5799173"/>
              <a:gd name="connsiteY16673" fmla="*/ 2061946 h 5017219"/>
              <a:gd name="connsiteX16674" fmla="*/ 4175455 w 5799173"/>
              <a:gd name="connsiteY16674" fmla="*/ 2061946 h 5017219"/>
              <a:gd name="connsiteX16675" fmla="*/ 4176203 w 5799173"/>
              <a:gd name="connsiteY16675" fmla="*/ 2062362 h 5017219"/>
              <a:gd name="connsiteX16676" fmla="*/ 4182351 w 5799173"/>
              <a:gd name="connsiteY16676" fmla="*/ 2072996 h 5017219"/>
              <a:gd name="connsiteX16677" fmla="*/ 4182351 w 5799173"/>
              <a:gd name="connsiteY16677" fmla="*/ 2073827 h 5017219"/>
              <a:gd name="connsiteX16678" fmla="*/ 4176203 w 5799173"/>
              <a:gd name="connsiteY16678" fmla="*/ 2084461 h 5017219"/>
              <a:gd name="connsiteX16679" fmla="*/ 4175455 w 5799173"/>
              <a:gd name="connsiteY16679" fmla="*/ 2084876 h 5017219"/>
              <a:gd name="connsiteX16680" fmla="*/ 1935544 w 5799173"/>
              <a:gd name="connsiteY16680" fmla="*/ 1489503 h 5017219"/>
              <a:gd name="connsiteX16681" fmla="*/ 1934714 w 5799173"/>
              <a:gd name="connsiteY16681" fmla="*/ 1489005 h 5017219"/>
              <a:gd name="connsiteX16682" fmla="*/ 1927818 w 5799173"/>
              <a:gd name="connsiteY16682" fmla="*/ 1477125 h 5017219"/>
              <a:gd name="connsiteX16683" fmla="*/ 1927818 w 5799173"/>
              <a:gd name="connsiteY16683" fmla="*/ 1476128 h 5017219"/>
              <a:gd name="connsiteX16684" fmla="*/ 1934714 w 5799173"/>
              <a:gd name="connsiteY16684" fmla="*/ 1464247 h 5017219"/>
              <a:gd name="connsiteX16685" fmla="*/ 1935544 w 5799173"/>
              <a:gd name="connsiteY16685" fmla="*/ 1463749 h 5017219"/>
              <a:gd name="connsiteX16686" fmla="*/ 1949252 w 5799173"/>
              <a:gd name="connsiteY16686" fmla="*/ 1463749 h 5017219"/>
              <a:gd name="connsiteX16687" fmla="*/ 1950083 w 5799173"/>
              <a:gd name="connsiteY16687" fmla="*/ 1464247 h 5017219"/>
              <a:gd name="connsiteX16688" fmla="*/ 1956979 w 5799173"/>
              <a:gd name="connsiteY16688" fmla="*/ 1476128 h 5017219"/>
              <a:gd name="connsiteX16689" fmla="*/ 1956979 w 5799173"/>
              <a:gd name="connsiteY16689" fmla="*/ 1477125 h 5017219"/>
              <a:gd name="connsiteX16690" fmla="*/ 1950083 w 5799173"/>
              <a:gd name="connsiteY16690" fmla="*/ 1489005 h 5017219"/>
              <a:gd name="connsiteX16691" fmla="*/ 1949252 w 5799173"/>
              <a:gd name="connsiteY16691" fmla="*/ 1489503 h 5017219"/>
              <a:gd name="connsiteX16692" fmla="*/ 3619938 w 5799173"/>
              <a:gd name="connsiteY16692" fmla="*/ 1942563 h 5017219"/>
              <a:gd name="connsiteX16693" fmla="*/ 3619023 w 5799173"/>
              <a:gd name="connsiteY16693" fmla="*/ 1941982 h 5017219"/>
              <a:gd name="connsiteX16694" fmla="*/ 3611380 w 5799173"/>
              <a:gd name="connsiteY16694" fmla="*/ 1928689 h 5017219"/>
              <a:gd name="connsiteX16695" fmla="*/ 3611380 w 5799173"/>
              <a:gd name="connsiteY16695" fmla="*/ 1927609 h 5017219"/>
              <a:gd name="connsiteX16696" fmla="*/ 3619106 w 5799173"/>
              <a:gd name="connsiteY16696" fmla="*/ 1914317 h 5017219"/>
              <a:gd name="connsiteX16697" fmla="*/ 3620021 w 5799173"/>
              <a:gd name="connsiteY16697" fmla="*/ 1913735 h 5017219"/>
              <a:gd name="connsiteX16698" fmla="*/ 3635390 w 5799173"/>
              <a:gd name="connsiteY16698" fmla="*/ 1913735 h 5017219"/>
              <a:gd name="connsiteX16699" fmla="*/ 3636304 w 5799173"/>
              <a:gd name="connsiteY16699" fmla="*/ 1914317 h 5017219"/>
              <a:gd name="connsiteX16700" fmla="*/ 3643948 w 5799173"/>
              <a:gd name="connsiteY16700" fmla="*/ 1927609 h 5017219"/>
              <a:gd name="connsiteX16701" fmla="*/ 3643948 w 5799173"/>
              <a:gd name="connsiteY16701" fmla="*/ 1928689 h 5017219"/>
              <a:gd name="connsiteX16702" fmla="*/ 3636221 w 5799173"/>
              <a:gd name="connsiteY16702" fmla="*/ 1941982 h 5017219"/>
              <a:gd name="connsiteX16703" fmla="*/ 3635307 w 5799173"/>
              <a:gd name="connsiteY16703" fmla="*/ 1942563 h 5017219"/>
              <a:gd name="connsiteX16704" fmla="*/ 4281797 w 5799173"/>
              <a:gd name="connsiteY16704" fmla="*/ 2120370 h 5017219"/>
              <a:gd name="connsiteX16705" fmla="*/ 4280800 w 5799173"/>
              <a:gd name="connsiteY16705" fmla="*/ 2119789 h 5017219"/>
              <a:gd name="connsiteX16706" fmla="*/ 4272908 w 5799173"/>
              <a:gd name="connsiteY16706" fmla="*/ 2106164 h 5017219"/>
              <a:gd name="connsiteX16707" fmla="*/ 4272909 w 5799173"/>
              <a:gd name="connsiteY16707" fmla="*/ 2105083 h 5017219"/>
              <a:gd name="connsiteX16708" fmla="*/ 4280801 w 5799173"/>
              <a:gd name="connsiteY16708" fmla="*/ 2091459 h 5017219"/>
              <a:gd name="connsiteX16709" fmla="*/ 4281798 w 5799173"/>
              <a:gd name="connsiteY16709" fmla="*/ 2090877 h 5017219"/>
              <a:gd name="connsiteX16710" fmla="*/ 4297583 w 5799173"/>
              <a:gd name="connsiteY16710" fmla="*/ 2090877 h 5017219"/>
              <a:gd name="connsiteX16711" fmla="*/ 4298580 w 5799173"/>
              <a:gd name="connsiteY16711" fmla="*/ 2091459 h 5017219"/>
              <a:gd name="connsiteX16712" fmla="*/ 4306473 w 5799173"/>
              <a:gd name="connsiteY16712" fmla="*/ 2105083 h 5017219"/>
              <a:gd name="connsiteX16713" fmla="*/ 4306472 w 5799173"/>
              <a:gd name="connsiteY16713" fmla="*/ 2106164 h 5017219"/>
              <a:gd name="connsiteX16714" fmla="*/ 4298580 w 5799173"/>
              <a:gd name="connsiteY16714" fmla="*/ 2119789 h 5017219"/>
              <a:gd name="connsiteX16715" fmla="*/ 4297582 w 5799173"/>
              <a:gd name="connsiteY16715" fmla="*/ 2120370 h 5017219"/>
              <a:gd name="connsiteX16716" fmla="*/ 3800236 w 5799173"/>
              <a:gd name="connsiteY16716" fmla="*/ 1991523 h 5017219"/>
              <a:gd name="connsiteX16717" fmla="*/ 3799239 w 5799173"/>
              <a:gd name="connsiteY16717" fmla="*/ 1990942 h 5017219"/>
              <a:gd name="connsiteX16718" fmla="*/ 3791263 w 5799173"/>
              <a:gd name="connsiteY16718" fmla="*/ 1977151 h 5017219"/>
              <a:gd name="connsiteX16719" fmla="*/ 3791263 w 5799173"/>
              <a:gd name="connsiteY16719" fmla="*/ 1975988 h 5017219"/>
              <a:gd name="connsiteX16720" fmla="*/ 3799239 w 5799173"/>
              <a:gd name="connsiteY16720" fmla="*/ 1962196 h 5017219"/>
              <a:gd name="connsiteX16721" fmla="*/ 3800236 w 5799173"/>
              <a:gd name="connsiteY16721" fmla="*/ 1961615 h 5017219"/>
              <a:gd name="connsiteX16722" fmla="*/ 3816188 w 5799173"/>
              <a:gd name="connsiteY16722" fmla="*/ 1961615 h 5017219"/>
              <a:gd name="connsiteX16723" fmla="*/ 3817184 w 5799173"/>
              <a:gd name="connsiteY16723" fmla="*/ 1962196 h 5017219"/>
              <a:gd name="connsiteX16724" fmla="*/ 3825159 w 5799173"/>
              <a:gd name="connsiteY16724" fmla="*/ 1975988 h 5017219"/>
              <a:gd name="connsiteX16725" fmla="*/ 3825159 w 5799173"/>
              <a:gd name="connsiteY16725" fmla="*/ 1977151 h 5017219"/>
              <a:gd name="connsiteX16726" fmla="*/ 3817184 w 5799173"/>
              <a:gd name="connsiteY16726" fmla="*/ 1990942 h 5017219"/>
              <a:gd name="connsiteX16727" fmla="*/ 3816187 w 5799173"/>
              <a:gd name="connsiteY16727" fmla="*/ 1991523 h 5017219"/>
              <a:gd name="connsiteX16728" fmla="*/ 4402098 w 5799173"/>
              <a:gd name="connsiteY16728" fmla="*/ 2152791 h 5017219"/>
              <a:gd name="connsiteX16729" fmla="*/ 4401101 w 5799173"/>
              <a:gd name="connsiteY16729" fmla="*/ 2152210 h 5017219"/>
              <a:gd name="connsiteX16730" fmla="*/ 4393125 w 5799173"/>
              <a:gd name="connsiteY16730" fmla="*/ 2138419 h 5017219"/>
              <a:gd name="connsiteX16731" fmla="*/ 4393125 w 5799173"/>
              <a:gd name="connsiteY16731" fmla="*/ 2137256 h 5017219"/>
              <a:gd name="connsiteX16732" fmla="*/ 4401101 w 5799173"/>
              <a:gd name="connsiteY16732" fmla="*/ 2123464 h 5017219"/>
              <a:gd name="connsiteX16733" fmla="*/ 4402098 w 5799173"/>
              <a:gd name="connsiteY16733" fmla="*/ 2122883 h 5017219"/>
              <a:gd name="connsiteX16734" fmla="*/ 4418049 w 5799173"/>
              <a:gd name="connsiteY16734" fmla="*/ 2122883 h 5017219"/>
              <a:gd name="connsiteX16735" fmla="*/ 4419045 w 5799173"/>
              <a:gd name="connsiteY16735" fmla="*/ 2123464 h 5017219"/>
              <a:gd name="connsiteX16736" fmla="*/ 4427021 w 5799173"/>
              <a:gd name="connsiteY16736" fmla="*/ 2137256 h 5017219"/>
              <a:gd name="connsiteX16737" fmla="*/ 4427021 w 5799173"/>
              <a:gd name="connsiteY16737" fmla="*/ 2138419 h 5017219"/>
              <a:gd name="connsiteX16738" fmla="*/ 4419045 w 5799173"/>
              <a:gd name="connsiteY16738" fmla="*/ 2152210 h 5017219"/>
              <a:gd name="connsiteX16739" fmla="*/ 4418049 w 5799173"/>
              <a:gd name="connsiteY16739" fmla="*/ 2152791 h 5017219"/>
              <a:gd name="connsiteX16740" fmla="*/ 4462036 w 5799173"/>
              <a:gd name="connsiteY16740" fmla="*/ 2169417 h 5017219"/>
              <a:gd name="connsiteX16741" fmla="*/ 4461039 w 5799173"/>
              <a:gd name="connsiteY16741" fmla="*/ 2168836 h 5017219"/>
              <a:gd name="connsiteX16742" fmla="*/ 4452814 w 5799173"/>
              <a:gd name="connsiteY16742" fmla="*/ 2154546 h 5017219"/>
              <a:gd name="connsiteX16743" fmla="*/ 4452814 w 5799173"/>
              <a:gd name="connsiteY16743" fmla="*/ 2153383 h 5017219"/>
              <a:gd name="connsiteX16744" fmla="*/ 4461039 w 5799173"/>
              <a:gd name="connsiteY16744" fmla="*/ 2139093 h 5017219"/>
              <a:gd name="connsiteX16745" fmla="*/ 4462036 w 5799173"/>
              <a:gd name="connsiteY16745" fmla="*/ 2138512 h 5017219"/>
              <a:gd name="connsiteX16746" fmla="*/ 4478485 w 5799173"/>
              <a:gd name="connsiteY16746" fmla="*/ 2138512 h 5017219"/>
              <a:gd name="connsiteX16747" fmla="*/ 4479481 w 5799173"/>
              <a:gd name="connsiteY16747" fmla="*/ 2139093 h 5017219"/>
              <a:gd name="connsiteX16748" fmla="*/ 4487707 w 5799173"/>
              <a:gd name="connsiteY16748" fmla="*/ 2153383 h 5017219"/>
              <a:gd name="connsiteX16749" fmla="*/ 4487707 w 5799173"/>
              <a:gd name="connsiteY16749" fmla="*/ 2154546 h 5017219"/>
              <a:gd name="connsiteX16750" fmla="*/ 4479482 w 5799173"/>
              <a:gd name="connsiteY16750" fmla="*/ 2168836 h 5017219"/>
              <a:gd name="connsiteX16751" fmla="*/ 4478485 w 5799173"/>
              <a:gd name="connsiteY16751" fmla="*/ 2169417 h 5017219"/>
              <a:gd name="connsiteX16752" fmla="*/ 4642510 w 5799173"/>
              <a:gd name="connsiteY16752" fmla="*/ 2217976 h 5017219"/>
              <a:gd name="connsiteX16753" fmla="*/ 4641513 w 5799173"/>
              <a:gd name="connsiteY16753" fmla="*/ 2217394 h 5017219"/>
              <a:gd name="connsiteX16754" fmla="*/ 4633205 w 5799173"/>
              <a:gd name="connsiteY16754" fmla="*/ 2202939 h 5017219"/>
              <a:gd name="connsiteX16755" fmla="*/ 4633205 w 5799173"/>
              <a:gd name="connsiteY16755" fmla="*/ 2201775 h 5017219"/>
              <a:gd name="connsiteX16756" fmla="*/ 4641513 w 5799173"/>
              <a:gd name="connsiteY16756" fmla="*/ 2187320 h 5017219"/>
              <a:gd name="connsiteX16757" fmla="*/ 4642510 w 5799173"/>
              <a:gd name="connsiteY16757" fmla="*/ 2186737 h 5017219"/>
              <a:gd name="connsiteX16758" fmla="*/ 4659209 w 5799173"/>
              <a:gd name="connsiteY16758" fmla="*/ 2186738 h 5017219"/>
              <a:gd name="connsiteX16759" fmla="*/ 4660205 w 5799173"/>
              <a:gd name="connsiteY16759" fmla="*/ 2187320 h 5017219"/>
              <a:gd name="connsiteX16760" fmla="*/ 4668513 w 5799173"/>
              <a:gd name="connsiteY16760" fmla="*/ 2201774 h 5017219"/>
              <a:gd name="connsiteX16761" fmla="*/ 4668513 w 5799173"/>
              <a:gd name="connsiteY16761" fmla="*/ 2202939 h 5017219"/>
              <a:gd name="connsiteX16762" fmla="*/ 4660205 w 5799173"/>
              <a:gd name="connsiteY16762" fmla="*/ 2217394 h 5017219"/>
              <a:gd name="connsiteX16763" fmla="*/ 4659209 w 5799173"/>
              <a:gd name="connsiteY16763" fmla="*/ 2217976 h 5017219"/>
              <a:gd name="connsiteX16764" fmla="*/ 4582242 w 5799173"/>
              <a:gd name="connsiteY16764" fmla="*/ 2201920 h 5017219"/>
              <a:gd name="connsiteX16765" fmla="*/ 4581245 w 5799173"/>
              <a:gd name="connsiteY16765" fmla="*/ 2201339 h 5017219"/>
              <a:gd name="connsiteX16766" fmla="*/ 4572854 w 5799173"/>
              <a:gd name="connsiteY16766" fmla="*/ 2186800 h 5017219"/>
              <a:gd name="connsiteX16767" fmla="*/ 4572853 w 5799173"/>
              <a:gd name="connsiteY16767" fmla="*/ 2185636 h 5017219"/>
              <a:gd name="connsiteX16768" fmla="*/ 4581245 w 5799173"/>
              <a:gd name="connsiteY16768" fmla="*/ 2171098 h 5017219"/>
              <a:gd name="connsiteX16769" fmla="*/ 4582242 w 5799173"/>
              <a:gd name="connsiteY16769" fmla="*/ 2170516 h 5017219"/>
              <a:gd name="connsiteX16770" fmla="*/ 4599023 w 5799173"/>
              <a:gd name="connsiteY16770" fmla="*/ 2170516 h 5017219"/>
              <a:gd name="connsiteX16771" fmla="*/ 4600021 w 5799173"/>
              <a:gd name="connsiteY16771" fmla="*/ 2171098 h 5017219"/>
              <a:gd name="connsiteX16772" fmla="*/ 4608412 w 5799173"/>
              <a:gd name="connsiteY16772" fmla="*/ 2185636 h 5017219"/>
              <a:gd name="connsiteX16773" fmla="*/ 4608412 w 5799173"/>
              <a:gd name="connsiteY16773" fmla="*/ 2186800 h 5017219"/>
              <a:gd name="connsiteX16774" fmla="*/ 4600020 w 5799173"/>
              <a:gd name="connsiteY16774" fmla="*/ 2201339 h 5017219"/>
              <a:gd name="connsiteX16775" fmla="*/ 4599024 w 5799173"/>
              <a:gd name="connsiteY16775" fmla="*/ 2201920 h 5017219"/>
              <a:gd name="connsiteX16776" fmla="*/ 4341416 w 5799173"/>
              <a:gd name="connsiteY16776" fmla="*/ 2137486 h 5017219"/>
              <a:gd name="connsiteX16777" fmla="*/ 4340418 w 5799173"/>
              <a:gd name="connsiteY16777" fmla="*/ 2136904 h 5017219"/>
              <a:gd name="connsiteX16778" fmla="*/ 4331945 w 5799173"/>
              <a:gd name="connsiteY16778" fmla="*/ 2122283 h 5017219"/>
              <a:gd name="connsiteX16779" fmla="*/ 4331944 w 5799173"/>
              <a:gd name="connsiteY16779" fmla="*/ 2121119 h 5017219"/>
              <a:gd name="connsiteX16780" fmla="*/ 4340418 w 5799173"/>
              <a:gd name="connsiteY16780" fmla="*/ 2106498 h 5017219"/>
              <a:gd name="connsiteX16781" fmla="*/ 4341415 w 5799173"/>
              <a:gd name="connsiteY16781" fmla="*/ 2105916 h 5017219"/>
              <a:gd name="connsiteX16782" fmla="*/ 4358281 w 5799173"/>
              <a:gd name="connsiteY16782" fmla="*/ 2105916 h 5017219"/>
              <a:gd name="connsiteX16783" fmla="*/ 4359277 w 5799173"/>
              <a:gd name="connsiteY16783" fmla="*/ 2106498 h 5017219"/>
              <a:gd name="connsiteX16784" fmla="*/ 4367751 w 5799173"/>
              <a:gd name="connsiteY16784" fmla="*/ 2121119 h 5017219"/>
              <a:gd name="connsiteX16785" fmla="*/ 4367751 w 5799173"/>
              <a:gd name="connsiteY16785" fmla="*/ 2122283 h 5017219"/>
              <a:gd name="connsiteX16786" fmla="*/ 4359277 w 5799173"/>
              <a:gd name="connsiteY16786" fmla="*/ 2136904 h 5017219"/>
              <a:gd name="connsiteX16787" fmla="*/ 4358280 w 5799173"/>
              <a:gd name="connsiteY16787" fmla="*/ 2137486 h 5017219"/>
              <a:gd name="connsiteX16788" fmla="*/ 4521951 w 5799173"/>
              <a:gd name="connsiteY16788" fmla="*/ 2186039 h 5017219"/>
              <a:gd name="connsiteX16789" fmla="*/ 4520954 w 5799173"/>
              <a:gd name="connsiteY16789" fmla="*/ 2185458 h 5017219"/>
              <a:gd name="connsiteX16790" fmla="*/ 4512480 w 5799173"/>
              <a:gd name="connsiteY16790" fmla="*/ 2170753 h 5017219"/>
              <a:gd name="connsiteX16791" fmla="*/ 4512480 w 5799173"/>
              <a:gd name="connsiteY16791" fmla="*/ 2169590 h 5017219"/>
              <a:gd name="connsiteX16792" fmla="*/ 4520954 w 5799173"/>
              <a:gd name="connsiteY16792" fmla="*/ 2154885 h 5017219"/>
              <a:gd name="connsiteX16793" fmla="*/ 4521951 w 5799173"/>
              <a:gd name="connsiteY16793" fmla="*/ 2154303 h 5017219"/>
              <a:gd name="connsiteX16794" fmla="*/ 4538899 w 5799173"/>
              <a:gd name="connsiteY16794" fmla="*/ 2154303 h 5017219"/>
              <a:gd name="connsiteX16795" fmla="*/ 4539896 w 5799173"/>
              <a:gd name="connsiteY16795" fmla="*/ 2154885 h 5017219"/>
              <a:gd name="connsiteX16796" fmla="*/ 4548370 w 5799173"/>
              <a:gd name="connsiteY16796" fmla="*/ 2169590 h 5017219"/>
              <a:gd name="connsiteX16797" fmla="*/ 4548370 w 5799173"/>
              <a:gd name="connsiteY16797" fmla="*/ 2170753 h 5017219"/>
              <a:gd name="connsiteX16798" fmla="*/ 4539896 w 5799173"/>
              <a:gd name="connsiteY16798" fmla="*/ 2185458 h 5017219"/>
              <a:gd name="connsiteX16799" fmla="*/ 4538899 w 5799173"/>
              <a:gd name="connsiteY16799" fmla="*/ 2186039 h 5017219"/>
              <a:gd name="connsiteX16800" fmla="*/ 4762312 w 5799173"/>
              <a:gd name="connsiteY16800" fmla="*/ 2251217 h 5017219"/>
              <a:gd name="connsiteX16801" fmla="*/ 4761232 w 5799173"/>
              <a:gd name="connsiteY16801" fmla="*/ 2250552 h 5017219"/>
              <a:gd name="connsiteX16802" fmla="*/ 4752426 w 5799173"/>
              <a:gd name="connsiteY16802" fmla="*/ 2235182 h 5017219"/>
              <a:gd name="connsiteX16803" fmla="*/ 4752426 w 5799173"/>
              <a:gd name="connsiteY16803" fmla="*/ 2233936 h 5017219"/>
              <a:gd name="connsiteX16804" fmla="*/ 4761315 w 5799173"/>
              <a:gd name="connsiteY16804" fmla="*/ 2218567 h 5017219"/>
              <a:gd name="connsiteX16805" fmla="*/ 4762395 w 5799173"/>
              <a:gd name="connsiteY16805" fmla="*/ 2217902 h 5017219"/>
              <a:gd name="connsiteX16806" fmla="*/ 4780091 w 5799173"/>
              <a:gd name="connsiteY16806" fmla="*/ 2217902 h 5017219"/>
              <a:gd name="connsiteX16807" fmla="*/ 4781171 w 5799173"/>
              <a:gd name="connsiteY16807" fmla="*/ 2218567 h 5017219"/>
              <a:gd name="connsiteX16808" fmla="*/ 4789977 w 5799173"/>
              <a:gd name="connsiteY16808" fmla="*/ 2233936 h 5017219"/>
              <a:gd name="connsiteX16809" fmla="*/ 4789977 w 5799173"/>
              <a:gd name="connsiteY16809" fmla="*/ 2235182 h 5017219"/>
              <a:gd name="connsiteX16810" fmla="*/ 4781088 w 5799173"/>
              <a:gd name="connsiteY16810" fmla="*/ 2250552 h 5017219"/>
              <a:gd name="connsiteX16811" fmla="*/ 4780008 w 5799173"/>
              <a:gd name="connsiteY16811" fmla="*/ 2251217 h 5017219"/>
              <a:gd name="connsiteX16812" fmla="*/ 850126 w 5799173"/>
              <a:gd name="connsiteY16812" fmla="*/ 1203127 h 5017219"/>
              <a:gd name="connsiteX16813" fmla="*/ 849045 w 5799173"/>
              <a:gd name="connsiteY16813" fmla="*/ 1202462 h 5017219"/>
              <a:gd name="connsiteX16814" fmla="*/ 840073 w 5799173"/>
              <a:gd name="connsiteY16814" fmla="*/ 1186926 h 5017219"/>
              <a:gd name="connsiteX16815" fmla="*/ 840074 w 5799173"/>
              <a:gd name="connsiteY16815" fmla="*/ 1185680 h 5017219"/>
              <a:gd name="connsiteX16816" fmla="*/ 849045 w 5799173"/>
              <a:gd name="connsiteY16816" fmla="*/ 1170145 h 5017219"/>
              <a:gd name="connsiteX16817" fmla="*/ 850125 w 5799173"/>
              <a:gd name="connsiteY16817" fmla="*/ 1169480 h 5017219"/>
              <a:gd name="connsiteX16818" fmla="*/ 867989 w 5799173"/>
              <a:gd name="connsiteY16818" fmla="*/ 1169480 h 5017219"/>
              <a:gd name="connsiteX16819" fmla="*/ 869068 w 5799173"/>
              <a:gd name="connsiteY16819" fmla="*/ 1170145 h 5017219"/>
              <a:gd name="connsiteX16820" fmla="*/ 878040 w 5799173"/>
              <a:gd name="connsiteY16820" fmla="*/ 1185680 h 5017219"/>
              <a:gd name="connsiteX16821" fmla="*/ 878040 w 5799173"/>
              <a:gd name="connsiteY16821" fmla="*/ 1186925 h 5017219"/>
              <a:gd name="connsiteX16822" fmla="*/ 869068 w 5799173"/>
              <a:gd name="connsiteY16822" fmla="*/ 1202462 h 5017219"/>
              <a:gd name="connsiteX16823" fmla="*/ 867988 w 5799173"/>
              <a:gd name="connsiteY16823" fmla="*/ 1203127 h 5017219"/>
              <a:gd name="connsiteX16824" fmla="*/ 4701959 w 5799173"/>
              <a:gd name="connsiteY16824" fmla="*/ 2235421 h 5017219"/>
              <a:gd name="connsiteX16825" fmla="*/ 4700879 w 5799173"/>
              <a:gd name="connsiteY16825" fmla="*/ 2234757 h 5017219"/>
              <a:gd name="connsiteX16826" fmla="*/ 4691824 w 5799173"/>
              <a:gd name="connsiteY16826" fmla="*/ 2219055 h 5017219"/>
              <a:gd name="connsiteX16827" fmla="*/ 4691824 w 5799173"/>
              <a:gd name="connsiteY16827" fmla="*/ 2217809 h 5017219"/>
              <a:gd name="connsiteX16828" fmla="*/ 4700879 w 5799173"/>
              <a:gd name="connsiteY16828" fmla="*/ 2202107 h 5017219"/>
              <a:gd name="connsiteX16829" fmla="*/ 4701959 w 5799173"/>
              <a:gd name="connsiteY16829" fmla="*/ 2201442 h 5017219"/>
              <a:gd name="connsiteX16830" fmla="*/ 4720071 w 5799173"/>
              <a:gd name="connsiteY16830" fmla="*/ 2201442 h 5017219"/>
              <a:gd name="connsiteX16831" fmla="*/ 4721151 w 5799173"/>
              <a:gd name="connsiteY16831" fmla="*/ 2202107 h 5017219"/>
              <a:gd name="connsiteX16832" fmla="*/ 4730206 w 5799173"/>
              <a:gd name="connsiteY16832" fmla="*/ 2217809 h 5017219"/>
              <a:gd name="connsiteX16833" fmla="*/ 4730206 w 5799173"/>
              <a:gd name="connsiteY16833" fmla="*/ 2219055 h 5017219"/>
              <a:gd name="connsiteX16834" fmla="*/ 4721151 w 5799173"/>
              <a:gd name="connsiteY16834" fmla="*/ 2234757 h 5017219"/>
              <a:gd name="connsiteX16835" fmla="*/ 4720071 w 5799173"/>
              <a:gd name="connsiteY16835" fmla="*/ 2235421 h 5017219"/>
              <a:gd name="connsiteX16836" fmla="*/ 4822249 w 5799173"/>
              <a:gd name="connsiteY16836" fmla="*/ 2267758 h 5017219"/>
              <a:gd name="connsiteX16837" fmla="*/ 4821169 w 5799173"/>
              <a:gd name="connsiteY16837" fmla="*/ 2267094 h 5017219"/>
              <a:gd name="connsiteX16838" fmla="*/ 4812114 w 5799173"/>
              <a:gd name="connsiteY16838" fmla="*/ 2251309 h 5017219"/>
              <a:gd name="connsiteX16839" fmla="*/ 4812114 w 5799173"/>
              <a:gd name="connsiteY16839" fmla="*/ 2250063 h 5017219"/>
              <a:gd name="connsiteX16840" fmla="*/ 4821253 w 5799173"/>
              <a:gd name="connsiteY16840" fmla="*/ 2234278 h 5017219"/>
              <a:gd name="connsiteX16841" fmla="*/ 4822333 w 5799173"/>
              <a:gd name="connsiteY16841" fmla="*/ 2233613 h 5017219"/>
              <a:gd name="connsiteX16842" fmla="*/ 4840527 w 5799173"/>
              <a:gd name="connsiteY16842" fmla="*/ 2233613 h 5017219"/>
              <a:gd name="connsiteX16843" fmla="*/ 4841607 w 5799173"/>
              <a:gd name="connsiteY16843" fmla="*/ 2234278 h 5017219"/>
              <a:gd name="connsiteX16844" fmla="*/ 4850663 w 5799173"/>
              <a:gd name="connsiteY16844" fmla="*/ 2250063 h 5017219"/>
              <a:gd name="connsiteX16845" fmla="*/ 4850663 w 5799173"/>
              <a:gd name="connsiteY16845" fmla="*/ 2251309 h 5017219"/>
              <a:gd name="connsiteX16846" fmla="*/ 4841524 w 5799173"/>
              <a:gd name="connsiteY16846" fmla="*/ 2267094 h 5017219"/>
              <a:gd name="connsiteX16847" fmla="*/ 4840444 w 5799173"/>
              <a:gd name="connsiteY16847" fmla="*/ 2267758 h 5017219"/>
              <a:gd name="connsiteX16848" fmla="*/ 910051 w 5799173"/>
              <a:gd name="connsiteY16848" fmla="*/ 1219761 h 5017219"/>
              <a:gd name="connsiteX16849" fmla="*/ 908888 w 5799173"/>
              <a:gd name="connsiteY16849" fmla="*/ 1219096 h 5017219"/>
              <a:gd name="connsiteX16850" fmla="*/ 899666 w 5799173"/>
              <a:gd name="connsiteY16850" fmla="*/ 1203145 h 5017219"/>
              <a:gd name="connsiteX16851" fmla="*/ 899666 w 5799173"/>
              <a:gd name="connsiteY16851" fmla="*/ 1201816 h 5017219"/>
              <a:gd name="connsiteX16852" fmla="*/ 908889 w 5799173"/>
              <a:gd name="connsiteY16852" fmla="*/ 1185865 h 5017219"/>
              <a:gd name="connsiteX16853" fmla="*/ 910051 w 5799173"/>
              <a:gd name="connsiteY16853" fmla="*/ 1185200 h 5017219"/>
              <a:gd name="connsiteX16854" fmla="*/ 928494 w 5799173"/>
              <a:gd name="connsiteY16854" fmla="*/ 1185200 h 5017219"/>
              <a:gd name="connsiteX16855" fmla="*/ 929657 w 5799173"/>
              <a:gd name="connsiteY16855" fmla="*/ 1185865 h 5017219"/>
              <a:gd name="connsiteX16856" fmla="*/ 938879 w 5799173"/>
              <a:gd name="connsiteY16856" fmla="*/ 1201816 h 5017219"/>
              <a:gd name="connsiteX16857" fmla="*/ 938879 w 5799173"/>
              <a:gd name="connsiteY16857" fmla="*/ 1203145 h 5017219"/>
              <a:gd name="connsiteX16858" fmla="*/ 929657 w 5799173"/>
              <a:gd name="connsiteY16858" fmla="*/ 1219096 h 5017219"/>
              <a:gd name="connsiteX16859" fmla="*/ 928494 w 5799173"/>
              <a:gd name="connsiteY16859" fmla="*/ 1219761 h 5017219"/>
              <a:gd name="connsiteX16860" fmla="*/ 970154 w 5799173"/>
              <a:gd name="connsiteY16860" fmla="*/ 1236054 h 5017219"/>
              <a:gd name="connsiteX16861" fmla="*/ 968990 w 5799173"/>
              <a:gd name="connsiteY16861" fmla="*/ 1235390 h 5017219"/>
              <a:gd name="connsiteX16862" fmla="*/ 959686 w 5799173"/>
              <a:gd name="connsiteY16862" fmla="*/ 1219272 h 5017219"/>
              <a:gd name="connsiteX16863" fmla="*/ 959686 w 5799173"/>
              <a:gd name="connsiteY16863" fmla="*/ 1217943 h 5017219"/>
              <a:gd name="connsiteX16864" fmla="*/ 968990 w 5799173"/>
              <a:gd name="connsiteY16864" fmla="*/ 1201826 h 5017219"/>
              <a:gd name="connsiteX16865" fmla="*/ 970154 w 5799173"/>
              <a:gd name="connsiteY16865" fmla="*/ 1201161 h 5017219"/>
              <a:gd name="connsiteX16866" fmla="*/ 988762 w 5799173"/>
              <a:gd name="connsiteY16866" fmla="*/ 1201161 h 5017219"/>
              <a:gd name="connsiteX16867" fmla="*/ 989927 w 5799173"/>
              <a:gd name="connsiteY16867" fmla="*/ 1201826 h 5017219"/>
              <a:gd name="connsiteX16868" fmla="*/ 999231 w 5799173"/>
              <a:gd name="connsiteY16868" fmla="*/ 1217943 h 5017219"/>
              <a:gd name="connsiteX16869" fmla="*/ 999231 w 5799173"/>
              <a:gd name="connsiteY16869" fmla="*/ 1219272 h 5017219"/>
              <a:gd name="connsiteX16870" fmla="*/ 989927 w 5799173"/>
              <a:gd name="connsiteY16870" fmla="*/ 1235390 h 5017219"/>
              <a:gd name="connsiteX16871" fmla="*/ 988762 w 5799173"/>
              <a:gd name="connsiteY16871" fmla="*/ 1236054 h 5017219"/>
              <a:gd name="connsiteX16872" fmla="*/ 1030258 w 5799173"/>
              <a:gd name="connsiteY16872" fmla="*/ 1252253 h 5017219"/>
              <a:gd name="connsiteX16873" fmla="*/ 1029095 w 5799173"/>
              <a:gd name="connsiteY16873" fmla="*/ 1251589 h 5017219"/>
              <a:gd name="connsiteX16874" fmla="*/ 1019707 w 5799173"/>
              <a:gd name="connsiteY16874" fmla="*/ 1235388 h 5017219"/>
              <a:gd name="connsiteX16875" fmla="*/ 1019707 w 5799173"/>
              <a:gd name="connsiteY16875" fmla="*/ 1234059 h 5017219"/>
              <a:gd name="connsiteX16876" fmla="*/ 1029095 w 5799173"/>
              <a:gd name="connsiteY16876" fmla="*/ 1217859 h 5017219"/>
              <a:gd name="connsiteX16877" fmla="*/ 1030258 w 5799173"/>
              <a:gd name="connsiteY16877" fmla="*/ 1217194 h 5017219"/>
              <a:gd name="connsiteX16878" fmla="*/ 1048952 w 5799173"/>
              <a:gd name="connsiteY16878" fmla="*/ 1217194 h 5017219"/>
              <a:gd name="connsiteX16879" fmla="*/ 1050114 w 5799173"/>
              <a:gd name="connsiteY16879" fmla="*/ 1217859 h 5017219"/>
              <a:gd name="connsiteX16880" fmla="*/ 1059502 w 5799173"/>
              <a:gd name="connsiteY16880" fmla="*/ 1234059 h 5017219"/>
              <a:gd name="connsiteX16881" fmla="*/ 1059502 w 5799173"/>
              <a:gd name="connsiteY16881" fmla="*/ 1235388 h 5017219"/>
              <a:gd name="connsiteX16882" fmla="*/ 1050114 w 5799173"/>
              <a:gd name="connsiteY16882" fmla="*/ 1251589 h 5017219"/>
              <a:gd name="connsiteX16883" fmla="*/ 1048951 w 5799173"/>
              <a:gd name="connsiteY16883" fmla="*/ 1252253 h 5017219"/>
              <a:gd name="connsiteX16884" fmla="*/ 4220043 w 5799173"/>
              <a:gd name="connsiteY16884" fmla="*/ 2107154 h 5017219"/>
              <a:gd name="connsiteX16885" fmla="*/ 4218880 w 5799173"/>
              <a:gd name="connsiteY16885" fmla="*/ 2106489 h 5017219"/>
              <a:gd name="connsiteX16886" fmla="*/ 4209409 w 5799173"/>
              <a:gd name="connsiteY16886" fmla="*/ 2090122 h 5017219"/>
              <a:gd name="connsiteX16887" fmla="*/ 4209409 w 5799173"/>
              <a:gd name="connsiteY16887" fmla="*/ 2088793 h 5017219"/>
              <a:gd name="connsiteX16888" fmla="*/ 4218880 w 5799173"/>
              <a:gd name="connsiteY16888" fmla="*/ 2072427 h 5017219"/>
              <a:gd name="connsiteX16889" fmla="*/ 4220044 w 5799173"/>
              <a:gd name="connsiteY16889" fmla="*/ 2071762 h 5017219"/>
              <a:gd name="connsiteX16890" fmla="*/ 4238985 w 5799173"/>
              <a:gd name="connsiteY16890" fmla="*/ 2071762 h 5017219"/>
              <a:gd name="connsiteX16891" fmla="*/ 4240148 w 5799173"/>
              <a:gd name="connsiteY16891" fmla="*/ 2072427 h 5017219"/>
              <a:gd name="connsiteX16892" fmla="*/ 4249619 w 5799173"/>
              <a:gd name="connsiteY16892" fmla="*/ 2088793 h 5017219"/>
              <a:gd name="connsiteX16893" fmla="*/ 4249619 w 5799173"/>
              <a:gd name="connsiteY16893" fmla="*/ 2090122 h 5017219"/>
              <a:gd name="connsiteX16894" fmla="*/ 4240148 w 5799173"/>
              <a:gd name="connsiteY16894" fmla="*/ 2106489 h 5017219"/>
              <a:gd name="connsiteX16895" fmla="*/ 4238985 w 5799173"/>
              <a:gd name="connsiteY16895" fmla="*/ 2107154 h 5017219"/>
              <a:gd name="connsiteX16896" fmla="*/ 1090277 w 5799173"/>
              <a:gd name="connsiteY16896" fmla="*/ 1268639 h 5017219"/>
              <a:gd name="connsiteX16897" fmla="*/ 1089114 w 5799173"/>
              <a:gd name="connsiteY16897" fmla="*/ 1267974 h 5017219"/>
              <a:gd name="connsiteX16898" fmla="*/ 1079643 w 5799173"/>
              <a:gd name="connsiteY16898" fmla="*/ 1251526 h 5017219"/>
              <a:gd name="connsiteX16899" fmla="*/ 1079643 w 5799173"/>
              <a:gd name="connsiteY16899" fmla="*/ 1250197 h 5017219"/>
              <a:gd name="connsiteX16900" fmla="*/ 1089197 w 5799173"/>
              <a:gd name="connsiteY16900" fmla="*/ 1233747 h 5017219"/>
              <a:gd name="connsiteX16901" fmla="*/ 1090360 w 5799173"/>
              <a:gd name="connsiteY16901" fmla="*/ 1233081 h 5017219"/>
              <a:gd name="connsiteX16902" fmla="*/ 1109385 w 5799173"/>
              <a:gd name="connsiteY16902" fmla="*/ 1233081 h 5017219"/>
              <a:gd name="connsiteX16903" fmla="*/ 1110547 w 5799173"/>
              <a:gd name="connsiteY16903" fmla="*/ 1233746 h 5017219"/>
              <a:gd name="connsiteX16904" fmla="*/ 1120019 w 5799173"/>
              <a:gd name="connsiteY16904" fmla="*/ 1250196 h 5017219"/>
              <a:gd name="connsiteX16905" fmla="*/ 1120019 w 5799173"/>
              <a:gd name="connsiteY16905" fmla="*/ 1251525 h 5017219"/>
              <a:gd name="connsiteX16906" fmla="*/ 1110465 w 5799173"/>
              <a:gd name="connsiteY16906" fmla="*/ 1267974 h 5017219"/>
              <a:gd name="connsiteX16907" fmla="*/ 1109302 w 5799173"/>
              <a:gd name="connsiteY16907" fmla="*/ 1268640 h 5017219"/>
              <a:gd name="connsiteX16908" fmla="*/ 1150442 w 5799173"/>
              <a:gd name="connsiteY16908" fmla="*/ 1284929 h 5017219"/>
              <a:gd name="connsiteX16909" fmla="*/ 1149279 w 5799173"/>
              <a:gd name="connsiteY16909" fmla="*/ 1284265 h 5017219"/>
              <a:gd name="connsiteX16910" fmla="*/ 1139725 w 5799173"/>
              <a:gd name="connsiteY16910" fmla="*/ 1267733 h 5017219"/>
              <a:gd name="connsiteX16911" fmla="*/ 1139725 w 5799173"/>
              <a:gd name="connsiteY16911" fmla="*/ 1266402 h 5017219"/>
              <a:gd name="connsiteX16912" fmla="*/ 1149279 w 5799173"/>
              <a:gd name="connsiteY16912" fmla="*/ 1249870 h 5017219"/>
              <a:gd name="connsiteX16913" fmla="*/ 1150442 w 5799173"/>
              <a:gd name="connsiteY16913" fmla="*/ 1249205 h 5017219"/>
              <a:gd name="connsiteX16914" fmla="*/ 1169550 w 5799173"/>
              <a:gd name="connsiteY16914" fmla="*/ 1249206 h 5017219"/>
              <a:gd name="connsiteX16915" fmla="*/ 1170713 w 5799173"/>
              <a:gd name="connsiteY16915" fmla="*/ 1249870 h 5017219"/>
              <a:gd name="connsiteX16916" fmla="*/ 1180267 w 5799173"/>
              <a:gd name="connsiteY16916" fmla="*/ 1266402 h 5017219"/>
              <a:gd name="connsiteX16917" fmla="*/ 1180267 w 5799173"/>
              <a:gd name="connsiteY16917" fmla="*/ 1267733 h 5017219"/>
              <a:gd name="connsiteX16918" fmla="*/ 1170713 w 5799173"/>
              <a:gd name="connsiteY16918" fmla="*/ 1284265 h 5017219"/>
              <a:gd name="connsiteX16919" fmla="*/ 1169550 w 5799173"/>
              <a:gd name="connsiteY16919" fmla="*/ 1284930 h 5017219"/>
              <a:gd name="connsiteX16920" fmla="*/ 1210628 w 5799173"/>
              <a:gd name="connsiteY16920" fmla="*/ 1301056 h 5017219"/>
              <a:gd name="connsiteX16921" fmla="*/ 1209465 w 5799173"/>
              <a:gd name="connsiteY16921" fmla="*/ 1300391 h 5017219"/>
              <a:gd name="connsiteX16922" fmla="*/ 1199911 w 5799173"/>
              <a:gd name="connsiteY16922" fmla="*/ 1283859 h 5017219"/>
              <a:gd name="connsiteX16923" fmla="*/ 1199911 w 5799173"/>
              <a:gd name="connsiteY16923" fmla="*/ 1282529 h 5017219"/>
              <a:gd name="connsiteX16924" fmla="*/ 1209465 w 5799173"/>
              <a:gd name="connsiteY16924" fmla="*/ 1265997 h 5017219"/>
              <a:gd name="connsiteX16925" fmla="*/ 1210628 w 5799173"/>
              <a:gd name="connsiteY16925" fmla="*/ 1265332 h 5017219"/>
              <a:gd name="connsiteX16926" fmla="*/ 1229736 w 5799173"/>
              <a:gd name="connsiteY16926" fmla="*/ 1265332 h 5017219"/>
              <a:gd name="connsiteX16927" fmla="*/ 1230899 w 5799173"/>
              <a:gd name="connsiteY16927" fmla="*/ 1265997 h 5017219"/>
              <a:gd name="connsiteX16928" fmla="*/ 1240453 w 5799173"/>
              <a:gd name="connsiteY16928" fmla="*/ 1282529 h 5017219"/>
              <a:gd name="connsiteX16929" fmla="*/ 1240453 w 5799173"/>
              <a:gd name="connsiteY16929" fmla="*/ 1283859 h 5017219"/>
              <a:gd name="connsiteX16930" fmla="*/ 1230899 w 5799173"/>
              <a:gd name="connsiteY16930" fmla="*/ 1300391 h 5017219"/>
              <a:gd name="connsiteX16931" fmla="*/ 1229736 w 5799173"/>
              <a:gd name="connsiteY16931" fmla="*/ 1301056 h 5017219"/>
              <a:gd name="connsiteX16932" fmla="*/ 4942039 w 5799173"/>
              <a:gd name="connsiteY16932" fmla="*/ 2301175 h 5017219"/>
              <a:gd name="connsiteX16933" fmla="*/ 4940876 w 5799173"/>
              <a:gd name="connsiteY16933" fmla="*/ 2300510 h 5017219"/>
              <a:gd name="connsiteX16934" fmla="*/ 4931157 w 5799173"/>
              <a:gd name="connsiteY16934" fmla="*/ 2283645 h 5017219"/>
              <a:gd name="connsiteX16935" fmla="*/ 4931157 w 5799173"/>
              <a:gd name="connsiteY16935" fmla="*/ 2282233 h 5017219"/>
              <a:gd name="connsiteX16936" fmla="*/ 4940877 w 5799173"/>
              <a:gd name="connsiteY16936" fmla="*/ 2265368 h 5017219"/>
              <a:gd name="connsiteX16937" fmla="*/ 4942039 w 5799173"/>
              <a:gd name="connsiteY16937" fmla="*/ 2264703 h 5017219"/>
              <a:gd name="connsiteX16938" fmla="*/ 4961480 w 5799173"/>
              <a:gd name="connsiteY16938" fmla="*/ 2264703 h 5017219"/>
              <a:gd name="connsiteX16939" fmla="*/ 4962643 w 5799173"/>
              <a:gd name="connsiteY16939" fmla="*/ 2265368 h 5017219"/>
              <a:gd name="connsiteX16940" fmla="*/ 4972364 w 5799173"/>
              <a:gd name="connsiteY16940" fmla="*/ 2282233 h 5017219"/>
              <a:gd name="connsiteX16941" fmla="*/ 4972364 w 5799173"/>
              <a:gd name="connsiteY16941" fmla="*/ 2283645 h 5017219"/>
              <a:gd name="connsiteX16942" fmla="*/ 4962643 w 5799173"/>
              <a:gd name="connsiteY16942" fmla="*/ 2300510 h 5017219"/>
              <a:gd name="connsiteX16943" fmla="*/ 4961480 w 5799173"/>
              <a:gd name="connsiteY16943" fmla="*/ 2301175 h 5017219"/>
              <a:gd name="connsiteX16944" fmla="*/ 1270597 w 5799173"/>
              <a:gd name="connsiteY16944" fmla="*/ 1317521 h 5017219"/>
              <a:gd name="connsiteX16945" fmla="*/ 1269434 w 5799173"/>
              <a:gd name="connsiteY16945" fmla="*/ 1316856 h 5017219"/>
              <a:gd name="connsiteX16946" fmla="*/ 1259714 w 5799173"/>
              <a:gd name="connsiteY16946" fmla="*/ 1299908 h 5017219"/>
              <a:gd name="connsiteX16947" fmla="*/ 1259714 w 5799173"/>
              <a:gd name="connsiteY16947" fmla="*/ 1298496 h 5017219"/>
              <a:gd name="connsiteX16948" fmla="*/ 1269517 w 5799173"/>
              <a:gd name="connsiteY16948" fmla="*/ 1281549 h 5017219"/>
              <a:gd name="connsiteX16949" fmla="*/ 1270681 w 5799173"/>
              <a:gd name="connsiteY16949" fmla="*/ 1280883 h 5017219"/>
              <a:gd name="connsiteX16950" fmla="*/ 1290204 w 5799173"/>
              <a:gd name="connsiteY16950" fmla="*/ 1280883 h 5017219"/>
              <a:gd name="connsiteX16951" fmla="*/ 1291367 w 5799173"/>
              <a:gd name="connsiteY16951" fmla="*/ 1281549 h 5017219"/>
              <a:gd name="connsiteX16952" fmla="*/ 1301087 w 5799173"/>
              <a:gd name="connsiteY16952" fmla="*/ 1298497 h 5017219"/>
              <a:gd name="connsiteX16953" fmla="*/ 1301087 w 5799173"/>
              <a:gd name="connsiteY16953" fmla="*/ 1299908 h 5017219"/>
              <a:gd name="connsiteX16954" fmla="*/ 1291284 w 5799173"/>
              <a:gd name="connsiteY16954" fmla="*/ 1316856 h 5017219"/>
              <a:gd name="connsiteX16955" fmla="*/ 1290121 w 5799173"/>
              <a:gd name="connsiteY16955" fmla="*/ 1317522 h 5017219"/>
              <a:gd name="connsiteX16956" fmla="*/ 1330783 w 5799173"/>
              <a:gd name="connsiteY16956" fmla="*/ 1333648 h 5017219"/>
              <a:gd name="connsiteX16957" fmla="*/ 1329620 w 5799173"/>
              <a:gd name="connsiteY16957" fmla="*/ 1332983 h 5017219"/>
              <a:gd name="connsiteX16958" fmla="*/ 1319899 w 5799173"/>
              <a:gd name="connsiteY16958" fmla="*/ 1316035 h 5017219"/>
              <a:gd name="connsiteX16959" fmla="*/ 1319900 w 5799173"/>
              <a:gd name="connsiteY16959" fmla="*/ 1314623 h 5017219"/>
              <a:gd name="connsiteX16960" fmla="*/ 1329703 w 5799173"/>
              <a:gd name="connsiteY16960" fmla="*/ 1297675 h 5017219"/>
              <a:gd name="connsiteX16961" fmla="*/ 1330867 w 5799173"/>
              <a:gd name="connsiteY16961" fmla="*/ 1297010 h 5017219"/>
              <a:gd name="connsiteX16962" fmla="*/ 1350390 w 5799173"/>
              <a:gd name="connsiteY16962" fmla="*/ 1297010 h 5017219"/>
              <a:gd name="connsiteX16963" fmla="*/ 1351553 w 5799173"/>
              <a:gd name="connsiteY16963" fmla="*/ 1297675 h 5017219"/>
              <a:gd name="connsiteX16964" fmla="*/ 1361273 w 5799173"/>
              <a:gd name="connsiteY16964" fmla="*/ 1314623 h 5017219"/>
              <a:gd name="connsiteX16965" fmla="*/ 1361273 w 5799173"/>
              <a:gd name="connsiteY16965" fmla="*/ 1316035 h 5017219"/>
              <a:gd name="connsiteX16966" fmla="*/ 1351470 w 5799173"/>
              <a:gd name="connsiteY16966" fmla="*/ 1332983 h 5017219"/>
              <a:gd name="connsiteX16967" fmla="*/ 1350306 w 5799173"/>
              <a:gd name="connsiteY16967" fmla="*/ 1333648 h 5017219"/>
              <a:gd name="connsiteX16968" fmla="*/ 1390969 w 5799173"/>
              <a:gd name="connsiteY16968" fmla="*/ 1349775 h 5017219"/>
              <a:gd name="connsiteX16969" fmla="*/ 1389806 w 5799173"/>
              <a:gd name="connsiteY16969" fmla="*/ 1349110 h 5017219"/>
              <a:gd name="connsiteX16970" fmla="*/ 1380085 w 5799173"/>
              <a:gd name="connsiteY16970" fmla="*/ 1332162 h 5017219"/>
              <a:gd name="connsiteX16971" fmla="*/ 1380086 w 5799173"/>
              <a:gd name="connsiteY16971" fmla="*/ 1330750 h 5017219"/>
              <a:gd name="connsiteX16972" fmla="*/ 1389889 w 5799173"/>
              <a:gd name="connsiteY16972" fmla="*/ 1313802 h 5017219"/>
              <a:gd name="connsiteX16973" fmla="*/ 1391053 w 5799173"/>
              <a:gd name="connsiteY16973" fmla="*/ 1313137 h 5017219"/>
              <a:gd name="connsiteX16974" fmla="*/ 1410576 w 5799173"/>
              <a:gd name="connsiteY16974" fmla="*/ 1313137 h 5017219"/>
              <a:gd name="connsiteX16975" fmla="*/ 1411739 w 5799173"/>
              <a:gd name="connsiteY16975" fmla="*/ 1313802 h 5017219"/>
              <a:gd name="connsiteX16976" fmla="*/ 1421458 w 5799173"/>
              <a:gd name="connsiteY16976" fmla="*/ 1330750 h 5017219"/>
              <a:gd name="connsiteX16977" fmla="*/ 1421459 w 5799173"/>
              <a:gd name="connsiteY16977" fmla="*/ 1332162 h 5017219"/>
              <a:gd name="connsiteX16978" fmla="*/ 1411656 w 5799173"/>
              <a:gd name="connsiteY16978" fmla="*/ 1349110 h 5017219"/>
              <a:gd name="connsiteX16979" fmla="*/ 1410492 w 5799173"/>
              <a:gd name="connsiteY16979" fmla="*/ 1349775 h 5017219"/>
              <a:gd name="connsiteX16980" fmla="*/ 1872458 w 5799173"/>
              <a:gd name="connsiteY16980" fmla="*/ 1478790 h 5017219"/>
              <a:gd name="connsiteX16981" fmla="*/ 1871295 w 5799173"/>
              <a:gd name="connsiteY16981" fmla="*/ 1478125 h 5017219"/>
              <a:gd name="connsiteX16982" fmla="*/ 1861575 w 5799173"/>
              <a:gd name="connsiteY16982" fmla="*/ 1461177 h 5017219"/>
              <a:gd name="connsiteX16983" fmla="*/ 1861576 w 5799173"/>
              <a:gd name="connsiteY16983" fmla="*/ 1459765 h 5017219"/>
              <a:gd name="connsiteX16984" fmla="*/ 1871379 w 5799173"/>
              <a:gd name="connsiteY16984" fmla="*/ 1442817 h 5017219"/>
              <a:gd name="connsiteX16985" fmla="*/ 1872542 w 5799173"/>
              <a:gd name="connsiteY16985" fmla="*/ 1442152 h 5017219"/>
              <a:gd name="connsiteX16986" fmla="*/ 1892066 w 5799173"/>
              <a:gd name="connsiteY16986" fmla="*/ 1442152 h 5017219"/>
              <a:gd name="connsiteX16987" fmla="*/ 1893229 w 5799173"/>
              <a:gd name="connsiteY16987" fmla="*/ 1442817 h 5017219"/>
              <a:gd name="connsiteX16988" fmla="*/ 1902948 w 5799173"/>
              <a:gd name="connsiteY16988" fmla="*/ 1459765 h 5017219"/>
              <a:gd name="connsiteX16989" fmla="*/ 1902948 w 5799173"/>
              <a:gd name="connsiteY16989" fmla="*/ 1461177 h 5017219"/>
              <a:gd name="connsiteX16990" fmla="*/ 1893145 w 5799173"/>
              <a:gd name="connsiteY16990" fmla="*/ 1478125 h 5017219"/>
              <a:gd name="connsiteX16991" fmla="*/ 1891982 w 5799173"/>
              <a:gd name="connsiteY16991" fmla="*/ 1478790 h 5017219"/>
              <a:gd name="connsiteX16992" fmla="*/ 2835438 w 5799173"/>
              <a:gd name="connsiteY16992" fmla="*/ 1736819 h 5017219"/>
              <a:gd name="connsiteX16993" fmla="*/ 2834275 w 5799173"/>
              <a:gd name="connsiteY16993" fmla="*/ 1736154 h 5017219"/>
              <a:gd name="connsiteX16994" fmla="*/ 2824555 w 5799173"/>
              <a:gd name="connsiteY16994" fmla="*/ 1719206 h 5017219"/>
              <a:gd name="connsiteX16995" fmla="*/ 2824555 w 5799173"/>
              <a:gd name="connsiteY16995" fmla="*/ 1717794 h 5017219"/>
              <a:gd name="connsiteX16996" fmla="*/ 2834358 w 5799173"/>
              <a:gd name="connsiteY16996" fmla="*/ 1700847 h 5017219"/>
              <a:gd name="connsiteX16997" fmla="*/ 2835521 w 5799173"/>
              <a:gd name="connsiteY16997" fmla="*/ 1700181 h 5017219"/>
              <a:gd name="connsiteX16998" fmla="*/ 2855045 w 5799173"/>
              <a:gd name="connsiteY16998" fmla="*/ 1700181 h 5017219"/>
              <a:gd name="connsiteX16999" fmla="*/ 2856208 w 5799173"/>
              <a:gd name="connsiteY16999" fmla="*/ 1700847 h 5017219"/>
              <a:gd name="connsiteX17000" fmla="*/ 2865928 w 5799173"/>
              <a:gd name="connsiteY17000" fmla="*/ 1717794 h 5017219"/>
              <a:gd name="connsiteX17001" fmla="*/ 2865928 w 5799173"/>
              <a:gd name="connsiteY17001" fmla="*/ 1719206 h 5017219"/>
              <a:gd name="connsiteX17002" fmla="*/ 2856125 w 5799173"/>
              <a:gd name="connsiteY17002" fmla="*/ 1736154 h 5017219"/>
              <a:gd name="connsiteX17003" fmla="*/ 2854962 w 5799173"/>
              <a:gd name="connsiteY17003" fmla="*/ 1736819 h 5017219"/>
              <a:gd name="connsiteX17004" fmla="*/ 1691901 w 5799173"/>
              <a:gd name="connsiteY17004" fmla="*/ 1430491 h 5017219"/>
              <a:gd name="connsiteX17005" fmla="*/ 1690737 w 5799173"/>
              <a:gd name="connsiteY17005" fmla="*/ 1429826 h 5017219"/>
              <a:gd name="connsiteX17006" fmla="*/ 1680934 w 5799173"/>
              <a:gd name="connsiteY17006" fmla="*/ 1412795 h 5017219"/>
              <a:gd name="connsiteX17007" fmla="*/ 1680934 w 5799173"/>
              <a:gd name="connsiteY17007" fmla="*/ 1411383 h 5017219"/>
              <a:gd name="connsiteX17008" fmla="*/ 1690737 w 5799173"/>
              <a:gd name="connsiteY17008" fmla="*/ 1394352 h 5017219"/>
              <a:gd name="connsiteX17009" fmla="*/ 1691901 w 5799173"/>
              <a:gd name="connsiteY17009" fmla="*/ 1393687 h 5017219"/>
              <a:gd name="connsiteX17010" fmla="*/ 1711507 w 5799173"/>
              <a:gd name="connsiteY17010" fmla="*/ 1393687 h 5017219"/>
              <a:gd name="connsiteX17011" fmla="*/ 1712670 w 5799173"/>
              <a:gd name="connsiteY17011" fmla="*/ 1394352 h 5017219"/>
              <a:gd name="connsiteX17012" fmla="*/ 1722474 w 5799173"/>
              <a:gd name="connsiteY17012" fmla="*/ 1411383 h 5017219"/>
              <a:gd name="connsiteX17013" fmla="*/ 1722474 w 5799173"/>
              <a:gd name="connsiteY17013" fmla="*/ 1412795 h 5017219"/>
              <a:gd name="connsiteX17014" fmla="*/ 1712670 w 5799173"/>
              <a:gd name="connsiteY17014" fmla="*/ 1429826 h 5017219"/>
              <a:gd name="connsiteX17015" fmla="*/ 1711507 w 5799173"/>
              <a:gd name="connsiteY17015" fmla="*/ 1430491 h 5017219"/>
              <a:gd name="connsiteX17016" fmla="*/ 1511239 w 5799173"/>
              <a:gd name="connsiteY17016" fmla="*/ 1382263 h 5017219"/>
              <a:gd name="connsiteX17017" fmla="*/ 1509992 w 5799173"/>
              <a:gd name="connsiteY17017" fmla="*/ 1381599 h 5017219"/>
              <a:gd name="connsiteX17018" fmla="*/ 1500106 w 5799173"/>
              <a:gd name="connsiteY17018" fmla="*/ 1364484 h 5017219"/>
              <a:gd name="connsiteX17019" fmla="*/ 1500106 w 5799173"/>
              <a:gd name="connsiteY17019" fmla="*/ 1363072 h 5017219"/>
              <a:gd name="connsiteX17020" fmla="*/ 1509993 w 5799173"/>
              <a:gd name="connsiteY17020" fmla="*/ 1345958 h 5017219"/>
              <a:gd name="connsiteX17021" fmla="*/ 1511239 w 5799173"/>
              <a:gd name="connsiteY17021" fmla="*/ 1345293 h 5017219"/>
              <a:gd name="connsiteX17022" fmla="*/ 1530929 w 5799173"/>
              <a:gd name="connsiteY17022" fmla="*/ 1345293 h 5017219"/>
              <a:gd name="connsiteX17023" fmla="*/ 1532175 w 5799173"/>
              <a:gd name="connsiteY17023" fmla="*/ 1345958 h 5017219"/>
              <a:gd name="connsiteX17024" fmla="*/ 1542061 w 5799173"/>
              <a:gd name="connsiteY17024" fmla="*/ 1363072 h 5017219"/>
              <a:gd name="connsiteX17025" fmla="*/ 1542061 w 5799173"/>
              <a:gd name="connsiteY17025" fmla="*/ 1364484 h 5017219"/>
              <a:gd name="connsiteX17026" fmla="*/ 1532175 w 5799173"/>
              <a:gd name="connsiteY17026" fmla="*/ 1381599 h 5017219"/>
              <a:gd name="connsiteX17027" fmla="*/ 1530928 w 5799173"/>
              <a:gd name="connsiteY17027" fmla="*/ 1382263 h 5017219"/>
              <a:gd name="connsiteX17028" fmla="*/ 1571426 w 5799173"/>
              <a:gd name="connsiteY17028" fmla="*/ 1398390 h 5017219"/>
              <a:gd name="connsiteX17029" fmla="*/ 1570179 w 5799173"/>
              <a:gd name="connsiteY17029" fmla="*/ 1397726 h 5017219"/>
              <a:gd name="connsiteX17030" fmla="*/ 1560293 w 5799173"/>
              <a:gd name="connsiteY17030" fmla="*/ 1380611 h 5017219"/>
              <a:gd name="connsiteX17031" fmla="*/ 1560293 w 5799173"/>
              <a:gd name="connsiteY17031" fmla="*/ 1379199 h 5017219"/>
              <a:gd name="connsiteX17032" fmla="*/ 1570179 w 5799173"/>
              <a:gd name="connsiteY17032" fmla="*/ 1362085 h 5017219"/>
              <a:gd name="connsiteX17033" fmla="*/ 1571426 w 5799173"/>
              <a:gd name="connsiteY17033" fmla="*/ 1361420 h 5017219"/>
              <a:gd name="connsiteX17034" fmla="*/ 1591115 w 5799173"/>
              <a:gd name="connsiteY17034" fmla="*/ 1361420 h 5017219"/>
              <a:gd name="connsiteX17035" fmla="*/ 1592362 w 5799173"/>
              <a:gd name="connsiteY17035" fmla="*/ 1362085 h 5017219"/>
              <a:gd name="connsiteX17036" fmla="*/ 1602248 w 5799173"/>
              <a:gd name="connsiteY17036" fmla="*/ 1379199 h 5017219"/>
              <a:gd name="connsiteX17037" fmla="*/ 1602248 w 5799173"/>
              <a:gd name="connsiteY17037" fmla="*/ 1380611 h 5017219"/>
              <a:gd name="connsiteX17038" fmla="*/ 1592362 w 5799173"/>
              <a:gd name="connsiteY17038" fmla="*/ 1397726 h 5017219"/>
              <a:gd name="connsiteX17039" fmla="*/ 1591115 w 5799173"/>
              <a:gd name="connsiteY17039" fmla="*/ 1398390 h 5017219"/>
              <a:gd name="connsiteX17040" fmla="*/ 1812166 w 5799173"/>
              <a:gd name="connsiteY17040" fmla="*/ 1463002 h 5017219"/>
              <a:gd name="connsiteX17041" fmla="*/ 1810921 w 5799173"/>
              <a:gd name="connsiteY17041" fmla="*/ 1462338 h 5017219"/>
              <a:gd name="connsiteX17042" fmla="*/ 1801034 w 5799173"/>
              <a:gd name="connsiteY17042" fmla="*/ 1445140 h 5017219"/>
              <a:gd name="connsiteX17043" fmla="*/ 1801034 w 5799173"/>
              <a:gd name="connsiteY17043" fmla="*/ 1443728 h 5017219"/>
              <a:gd name="connsiteX17044" fmla="*/ 1810921 w 5799173"/>
              <a:gd name="connsiteY17044" fmla="*/ 1426531 h 5017219"/>
              <a:gd name="connsiteX17045" fmla="*/ 1812166 w 5799173"/>
              <a:gd name="connsiteY17045" fmla="*/ 1425866 h 5017219"/>
              <a:gd name="connsiteX17046" fmla="*/ 1832022 w 5799173"/>
              <a:gd name="connsiteY17046" fmla="*/ 1425866 h 5017219"/>
              <a:gd name="connsiteX17047" fmla="*/ 1833269 w 5799173"/>
              <a:gd name="connsiteY17047" fmla="*/ 1426531 h 5017219"/>
              <a:gd name="connsiteX17048" fmla="*/ 1843155 w 5799173"/>
              <a:gd name="connsiteY17048" fmla="*/ 1443728 h 5017219"/>
              <a:gd name="connsiteX17049" fmla="*/ 1843155 w 5799173"/>
              <a:gd name="connsiteY17049" fmla="*/ 1445140 h 5017219"/>
              <a:gd name="connsiteX17050" fmla="*/ 1833269 w 5799173"/>
              <a:gd name="connsiteY17050" fmla="*/ 1462338 h 5017219"/>
              <a:gd name="connsiteX17051" fmla="*/ 1832022 w 5799173"/>
              <a:gd name="connsiteY17051" fmla="*/ 1463002 h 5017219"/>
              <a:gd name="connsiteX17052" fmla="*/ 1450968 w 5799173"/>
              <a:gd name="connsiteY17052" fmla="*/ 1366313 h 5017219"/>
              <a:gd name="connsiteX17053" fmla="*/ 1449722 w 5799173"/>
              <a:gd name="connsiteY17053" fmla="*/ 1365649 h 5017219"/>
              <a:gd name="connsiteX17054" fmla="*/ 1439752 w 5799173"/>
              <a:gd name="connsiteY17054" fmla="*/ 1348368 h 5017219"/>
              <a:gd name="connsiteX17055" fmla="*/ 1439752 w 5799173"/>
              <a:gd name="connsiteY17055" fmla="*/ 1346956 h 5017219"/>
              <a:gd name="connsiteX17056" fmla="*/ 1449722 w 5799173"/>
              <a:gd name="connsiteY17056" fmla="*/ 1329676 h 5017219"/>
              <a:gd name="connsiteX17057" fmla="*/ 1450968 w 5799173"/>
              <a:gd name="connsiteY17057" fmla="*/ 1329011 h 5017219"/>
              <a:gd name="connsiteX17058" fmla="*/ 1470907 w 5799173"/>
              <a:gd name="connsiteY17058" fmla="*/ 1329011 h 5017219"/>
              <a:gd name="connsiteX17059" fmla="*/ 1472153 w 5799173"/>
              <a:gd name="connsiteY17059" fmla="*/ 1329676 h 5017219"/>
              <a:gd name="connsiteX17060" fmla="*/ 1482122 w 5799173"/>
              <a:gd name="connsiteY17060" fmla="*/ 1346956 h 5017219"/>
              <a:gd name="connsiteX17061" fmla="*/ 1482122 w 5799173"/>
              <a:gd name="connsiteY17061" fmla="*/ 1348368 h 5017219"/>
              <a:gd name="connsiteX17062" fmla="*/ 1472153 w 5799173"/>
              <a:gd name="connsiteY17062" fmla="*/ 1365649 h 5017219"/>
              <a:gd name="connsiteX17063" fmla="*/ 1470907 w 5799173"/>
              <a:gd name="connsiteY17063" fmla="*/ 1366313 h 5017219"/>
              <a:gd name="connsiteX17064" fmla="*/ 1631527 w 5799173"/>
              <a:gd name="connsiteY17064" fmla="*/ 1414694 h 5017219"/>
              <a:gd name="connsiteX17065" fmla="*/ 1630281 w 5799173"/>
              <a:gd name="connsiteY17065" fmla="*/ 1414030 h 5017219"/>
              <a:gd name="connsiteX17066" fmla="*/ 1620311 w 5799173"/>
              <a:gd name="connsiteY17066" fmla="*/ 1396749 h 5017219"/>
              <a:gd name="connsiteX17067" fmla="*/ 1620310 w 5799173"/>
              <a:gd name="connsiteY17067" fmla="*/ 1395337 h 5017219"/>
              <a:gd name="connsiteX17068" fmla="*/ 1630281 w 5799173"/>
              <a:gd name="connsiteY17068" fmla="*/ 1378057 h 5017219"/>
              <a:gd name="connsiteX17069" fmla="*/ 1631527 w 5799173"/>
              <a:gd name="connsiteY17069" fmla="*/ 1377392 h 5017219"/>
              <a:gd name="connsiteX17070" fmla="*/ 1651466 w 5799173"/>
              <a:gd name="connsiteY17070" fmla="*/ 1377391 h 5017219"/>
              <a:gd name="connsiteX17071" fmla="*/ 1652711 w 5799173"/>
              <a:gd name="connsiteY17071" fmla="*/ 1378057 h 5017219"/>
              <a:gd name="connsiteX17072" fmla="*/ 1662681 w 5799173"/>
              <a:gd name="connsiteY17072" fmla="*/ 1395337 h 5017219"/>
              <a:gd name="connsiteX17073" fmla="*/ 1662681 w 5799173"/>
              <a:gd name="connsiteY17073" fmla="*/ 1396749 h 5017219"/>
              <a:gd name="connsiteX17074" fmla="*/ 1652711 w 5799173"/>
              <a:gd name="connsiteY17074" fmla="*/ 1414030 h 5017219"/>
              <a:gd name="connsiteX17075" fmla="*/ 1651466 w 5799173"/>
              <a:gd name="connsiteY17075" fmla="*/ 1414694 h 5017219"/>
              <a:gd name="connsiteX17076" fmla="*/ 1992583 w 5799173"/>
              <a:gd name="connsiteY17076" fmla="*/ 1511542 h 5017219"/>
              <a:gd name="connsiteX17077" fmla="*/ 1991337 w 5799173"/>
              <a:gd name="connsiteY17077" fmla="*/ 1510794 h 5017219"/>
              <a:gd name="connsiteX17078" fmla="*/ 1981367 w 5799173"/>
              <a:gd name="connsiteY17078" fmla="*/ 1493431 h 5017219"/>
              <a:gd name="connsiteX17079" fmla="*/ 1981367 w 5799173"/>
              <a:gd name="connsiteY17079" fmla="*/ 1492018 h 5017219"/>
              <a:gd name="connsiteX17080" fmla="*/ 1991420 w 5799173"/>
              <a:gd name="connsiteY17080" fmla="*/ 1474655 h 5017219"/>
              <a:gd name="connsiteX17081" fmla="*/ 1992666 w 5799173"/>
              <a:gd name="connsiteY17081" fmla="*/ 1473907 h 5017219"/>
              <a:gd name="connsiteX17082" fmla="*/ 2012688 w 5799173"/>
              <a:gd name="connsiteY17082" fmla="*/ 1473907 h 5017219"/>
              <a:gd name="connsiteX17083" fmla="*/ 2013934 w 5799173"/>
              <a:gd name="connsiteY17083" fmla="*/ 1474655 h 5017219"/>
              <a:gd name="connsiteX17084" fmla="*/ 2023904 w 5799173"/>
              <a:gd name="connsiteY17084" fmla="*/ 1492018 h 5017219"/>
              <a:gd name="connsiteX17085" fmla="*/ 2023904 w 5799173"/>
              <a:gd name="connsiteY17085" fmla="*/ 1493431 h 5017219"/>
              <a:gd name="connsiteX17086" fmla="*/ 2013851 w 5799173"/>
              <a:gd name="connsiteY17086" fmla="*/ 1510794 h 5017219"/>
              <a:gd name="connsiteX17087" fmla="*/ 2012605 w 5799173"/>
              <a:gd name="connsiteY17087" fmla="*/ 1511542 h 5017219"/>
              <a:gd name="connsiteX17088" fmla="*/ 5363012 w 5799173"/>
              <a:gd name="connsiteY17088" fmla="*/ 2414728 h 5017219"/>
              <a:gd name="connsiteX17089" fmla="*/ 5361766 w 5799173"/>
              <a:gd name="connsiteY17089" fmla="*/ 2413980 h 5017219"/>
              <a:gd name="connsiteX17090" fmla="*/ 5351713 w 5799173"/>
              <a:gd name="connsiteY17090" fmla="*/ 2396535 h 5017219"/>
              <a:gd name="connsiteX17091" fmla="*/ 5351713 w 5799173"/>
              <a:gd name="connsiteY17091" fmla="*/ 2395121 h 5017219"/>
              <a:gd name="connsiteX17092" fmla="*/ 5361766 w 5799173"/>
              <a:gd name="connsiteY17092" fmla="*/ 2377676 h 5017219"/>
              <a:gd name="connsiteX17093" fmla="*/ 5363012 w 5799173"/>
              <a:gd name="connsiteY17093" fmla="*/ 2376928 h 5017219"/>
              <a:gd name="connsiteX17094" fmla="*/ 5383117 w 5799173"/>
              <a:gd name="connsiteY17094" fmla="*/ 2376927 h 5017219"/>
              <a:gd name="connsiteX17095" fmla="*/ 5384363 w 5799173"/>
              <a:gd name="connsiteY17095" fmla="*/ 2377675 h 5017219"/>
              <a:gd name="connsiteX17096" fmla="*/ 5394416 w 5799173"/>
              <a:gd name="connsiteY17096" fmla="*/ 2395122 h 5017219"/>
              <a:gd name="connsiteX17097" fmla="*/ 5394416 w 5799173"/>
              <a:gd name="connsiteY17097" fmla="*/ 2396534 h 5017219"/>
              <a:gd name="connsiteX17098" fmla="*/ 5384363 w 5799173"/>
              <a:gd name="connsiteY17098" fmla="*/ 2413980 h 5017219"/>
              <a:gd name="connsiteX17099" fmla="*/ 5383117 w 5799173"/>
              <a:gd name="connsiteY17099" fmla="*/ 2414728 h 5017219"/>
              <a:gd name="connsiteX17100" fmla="*/ 2052768 w 5799173"/>
              <a:gd name="connsiteY17100" fmla="*/ 1527751 h 5017219"/>
              <a:gd name="connsiteX17101" fmla="*/ 2051522 w 5799173"/>
              <a:gd name="connsiteY17101" fmla="*/ 1527003 h 5017219"/>
              <a:gd name="connsiteX17102" fmla="*/ 2041470 w 5799173"/>
              <a:gd name="connsiteY17102" fmla="*/ 1509558 h 5017219"/>
              <a:gd name="connsiteX17103" fmla="*/ 2041470 w 5799173"/>
              <a:gd name="connsiteY17103" fmla="*/ 1508144 h 5017219"/>
              <a:gd name="connsiteX17104" fmla="*/ 2051522 w 5799173"/>
              <a:gd name="connsiteY17104" fmla="*/ 1490699 h 5017219"/>
              <a:gd name="connsiteX17105" fmla="*/ 2052768 w 5799173"/>
              <a:gd name="connsiteY17105" fmla="*/ 1489951 h 5017219"/>
              <a:gd name="connsiteX17106" fmla="*/ 2072874 w 5799173"/>
              <a:gd name="connsiteY17106" fmla="*/ 1489950 h 5017219"/>
              <a:gd name="connsiteX17107" fmla="*/ 2074120 w 5799173"/>
              <a:gd name="connsiteY17107" fmla="*/ 1490698 h 5017219"/>
              <a:gd name="connsiteX17108" fmla="*/ 2084173 w 5799173"/>
              <a:gd name="connsiteY17108" fmla="*/ 1508144 h 5017219"/>
              <a:gd name="connsiteX17109" fmla="*/ 2084173 w 5799173"/>
              <a:gd name="connsiteY17109" fmla="*/ 1509557 h 5017219"/>
              <a:gd name="connsiteX17110" fmla="*/ 2074120 w 5799173"/>
              <a:gd name="connsiteY17110" fmla="*/ 1527003 h 5017219"/>
              <a:gd name="connsiteX17111" fmla="*/ 2072874 w 5799173"/>
              <a:gd name="connsiteY17111" fmla="*/ 1527751 h 5017219"/>
              <a:gd name="connsiteX17112" fmla="*/ 2112954 w 5799173"/>
              <a:gd name="connsiteY17112" fmla="*/ 1543878 h 5017219"/>
              <a:gd name="connsiteX17113" fmla="*/ 2111708 w 5799173"/>
              <a:gd name="connsiteY17113" fmla="*/ 1543130 h 5017219"/>
              <a:gd name="connsiteX17114" fmla="*/ 2101656 w 5799173"/>
              <a:gd name="connsiteY17114" fmla="*/ 1525684 h 5017219"/>
              <a:gd name="connsiteX17115" fmla="*/ 2101656 w 5799173"/>
              <a:gd name="connsiteY17115" fmla="*/ 1524271 h 5017219"/>
              <a:gd name="connsiteX17116" fmla="*/ 2111708 w 5799173"/>
              <a:gd name="connsiteY17116" fmla="*/ 1506825 h 5017219"/>
              <a:gd name="connsiteX17117" fmla="*/ 2112954 w 5799173"/>
              <a:gd name="connsiteY17117" fmla="*/ 1506077 h 5017219"/>
              <a:gd name="connsiteX17118" fmla="*/ 2133060 w 5799173"/>
              <a:gd name="connsiteY17118" fmla="*/ 1506077 h 5017219"/>
              <a:gd name="connsiteX17119" fmla="*/ 2134306 w 5799173"/>
              <a:gd name="connsiteY17119" fmla="*/ 1506825 h 5017219"/>
              <a:gd name="connsiteX17120" fmla="*/ 2144359 w 5799173"/>
              <a:gd name="connsiteY17120" fmla="*/ 1524271 h 5017219"/>
              <a:gd name="connsiteX17121" fmla="*/ 2144359 w 5799173"/>
              <a:gd name="connsiteY17121" fmla="*/ 1525684 h 5017219"/>
              <a:gd name="connsiteX17122" fmla="*/ 2134306 w 5799173"/>
              <a:gd name="connsiteY17122" fmla="*/ 1543130 h 5017219"/>
              <a:gd name="connsiteX17123" fmla="*/ 2133060 w 5799173"/>
              <a:gd name="connsiteY17123" fmla="*/ 1543878 h 5017219"/>
              <a:gd name="connsiteX17124" fmla="*/ 1751755 w 5799173"/>
              <a:gd name="connsiteY17124" fmla="*/ 1447199 h 5017219"/>
              <a:gd name="connsiteX17125" fmla="*/ 1750509 w 5799173"/>
              <a:gd name="connsiteY17125" fmla="*/ 1446452 h 5017219"/>
              <a:gd name="connsiteX17126" fmla="*/ 1740373 w 5799173"/>
              <a:gd name="connsiteY17126" fmla="*/ 1428922 h 5017219"/>
              <a:gd name="connsiteX17127" fmla="*/ 1740373 w 5799173"/>
              <a:gd name="connsiteY17127" fmla="*/ 1427510 h 5017219"/>
              <a:gd name="connsiteX17128" fmla="*/ 1750509 w 5799173"/>
              <a:gd name="connsiteY17128" fmla="*/ 1409980 h 5017219"/>
              <a:gd name="connsiteX17129" fmla="*/ 1751755 w 5799173"/>
              <a:gd name="connsiteY17129" fmla="*/ 1409232 h 5017219"/>
              <a:gd name="connsiteX17130" fmla="*/ 1772026 w 5799173"/>
              <a:gd name="connsiteY17130" fmla="*/ 1409232 h 5017219"/>
              <a:gd name="connsiteX17131" fmla="*/ 1773272 w 5799173"/>
              <a:gd name="connsiteY17131" fmla="*/ 1409980 h 5017219"/>
              <a:gd name="connsiteX17132" fmla="*/ 1783408 w 5799173"/>
              <a:gd name="connsiteY17132" fmla="*/ 1427510 h 5017219"/>
              <a:gd name="connsiteX17133" fmla="*/ 1783408 w 5799173"/>
              <a:gd name="connsiteY17133" fmla="*/ 1428922 h 5017219"/>
              <a:gd name="connsiteX17134" fmla="*/ 1773272 w 5799173"/>
              <a:gd name="connsiteY17134" fmla="*/ 1446452 h 5017219"/>
              <a:gd name="connsiteX17135" fmla="*/ 1772026 w 5799173"/>
              <a:gd name="connsiteY17135" fmla="*/ 1447199 h 5017219"/>
              <a:gd name="connsiteX17136" fmla="*/ 3858273 w 5799173"/>
              <a:gd name="connsiteY17136" fmla="*/ 2011639 h 5017219"/>
              <a:gd name="connsiteX17137" fmla="*/ 3857027 w 5799173"/>
              <a:gd name="connsiteY17137" fmla="*/ 2010892 h 5017219"/>
              <a:gd name="connsiteX17138" fmla="*/ 3846891 w 5799173"/>
              <a:gd name="connsiteY17138" fmla="*/ 1993362 h 5017219"/>
              <a:gd name="connsiteX17139" fmla="*/ 3846891 w 5799173"/>
              <a:gd name="connsiteY17139" fmla="*/ 1991950 h 5017219"/>
              <a:gd name="connsiteX17140" fmla="*/ 3857027 w 5799173"/>
              <a:gd name="connsiteY17140" fmla="*/ 1974420 h 5017219"/>
              <a:gd name="connsiteX17141" fmla="*/ 3858273 w 5799173"/>
              <a:gd name="connsiteY17141" fmla="*/ 1973672 h 5017219"/>
              <a:gd name="connsiteX17142" fmla="*/ 3878544 w 5799173"/>
              <a:gd name="connsiteY17142" fmla="*/ 1973672 h 5017219"/>
              <a:gd name="connsiteX17143" fmla="*/ 3879790 w 5799173"/>
              <a:gd name="connsiteY17143" fmla="*/ 1974420 h 5017219"/>
              <a:gd name="connsiteX17144" fmla="*/ 3889926 w 5799173"/>
              <a:gd name="connsiteY17144" fmla="*/ 1991950 h 5017219"/>
              <a:gd name="connsiteX17145" fmla="*/ 3889926 w 5799173"/>
              <a:gd name="connsiteY17145" fmla="*/ 1993362 h 5017219"/>
              <a:gd name="connsiteX17146" fmla="*/ 3879790 w 5799173"/>
              <a:gd name="connsiteY17146" fmla="*/ 2010892 h 5017219"/>
              <a:gd name="connsiteX17147" fmla="*/ 3878544 w 5799173"/>
              <a:gd name="connsiteY17147" fmla="*/ 2011639 h 5017219"/>
              <a:gd name="connsiteX17148" fmla="*/ 5423115 w 5799173"/>
              <a:gd name="connsiteY17148" fmla="*/ 2430937 h 5017219"/>
              <a:gd name="connsiteX17149" fmla="*/ 5421869 w 5799173"/>
              <a:gd name="connsiteY17149" fmla="*/ 2430190 h 5017219"/>
              <a:gd name="connsiteX17150" fmla="*/ 5411733 w 5799173"/>
              <a:gd name="connsiteY17150" fmla="*/ 2412660 h 5017219"/>
              <a:gd name="connsiteX17151" fmla="*/ 5411733 w 5799173"/>
              <a:gd name="connsiteY17151" fmla="*/ 2411248 h 5017219"/>
              <a:gd name="connsiteX17152" fmla="*/ 5421869 w 5799173"/>
              <a:gd name="connsiteY17152" fmla="*/ 2393718 h 5017219"/>
              <a:gd name="connsiteX17153" fmla="*/ 5423115 w 5799173"/>
              <a:gd name="connsiteY17153" fmla="*/ 2392970 h 5017219"/>
              <a:gd name="connsiteX17154" fmla="*/ 5443386 w 5799173"/>
              <a:gd name="connsiteY17154" fmla="*/ 2392970 h 5017219"/>
              <a:gd name="connsiteX17155" fmla="*/ 5444632 w 5799173"/>
              <a:gd name="connsiteY17155" fmla="*/ 2393718 h 5017219"/>
              <a:gd name="connsiteX17156" fmla="*/ 5454768 w 5799173"/>
              <a:gd name="connsiteY17156" fmla="*/ 2411248 h 5017219"/>
              <a:gd name="connsiteX17157" fmla="*/ 5454768 w 5799173"/>
              <a:gd name="connsiteY17157" fmla="*/ 2412660 h 5017219"/>
              <a:gd name="connsiteX17158" fmla="*/ 5444632 w 5799173"/>
              <a:gd name="connsiteY17158" fmla="*/ 2430190 h 5017219"/>
              <a:gd name="connsiteX17159" fmla="*/ 5443386 w 5799173"/>
              <a:gd name="connsiteY17159" fmla="*/ 2430937 h 5017219"/>
              <a:gd name="connsiteX17160" fmla="*/ 5543488 w 5799173"/>
              <a:gd name="connsiteY17160" fmla="*/ 2463191 h 5017219"/>
              <a:gd name="connsiteX17161" fmla="*/ 5542242 w 5799173"/>
              <a:gd name="connsiteY17161" fmla="*/ 2462444 h 5017219"/>
              <a:gd name="connsiteX17162" fmla="*/ 5532106 w 5799173"/>
              <a:gd name="connsiteY17162" fmla="*/ 2444914 h 5017219"/>
              <a:gd name="connsiteX17163" fmla="*/ 5532106 w 5799173"/>
              <a:gd name="connsiteY17163" fmla="*/ 2443502 h 5017219"/>
              <a:gd name="connsiteX17164" fmla="*/ 5542242 w 5799173"/>
              <a:gd name="connsiteY17164" fmla="*/ 2425972 h 5017219"/>
              <a:gd name="connsiteX17165" fmla="*/ 5543488 w 5799173"/>
              <a:gd name="connsiteY17165" fmla="*/ 2425224 h 5017219"/>
              <a:gd name="connsiteX17166" fmla="*/ 5563759 w 5799173"/>
              <a:gd name="connsiteY17166" fmla="*/ 2425224 h 5017219"/>
              <a:gd name="connsiteX17167" fmla="*/ 5565005 w 5799173"/>
              <a:gd name="connsiteY17167" fmla="*/ 2425972 h 5017219"/>
              <a:gd name="connsiteX17168" fmla="*/ 5575141 w 5799173"/>
              <a:gd name="connsiteY17168" fmla="*/ 2443502 h 5017219"/>
              <a:gd name="connsiteX17169" fmla="*/ 5575141 w 5799173"/>
              <a:gd name="connsiteY17169" fmla="*/ 2444914 h 5017219"/>
              <a:gd name="connsiteX17170" fmla="*/ 5565005 w 5799173"/>
              <a:gd name="connsiteY17170" fmla="*/ 2462444 h 5017219"/>
              <a:gd name="connsiteX17171" fmla="*/ 5563759 w 5799173"/>
              <a:gd name="connsiteY17171" fmla="*/ 2463191 h 5017219"/>
              <a:gd name="connsiteX17172" fmla="*/ 5603674 w 5799173"/>
              <a:gd name="connsiteY17172" fmla="*/ 2479318 h 5017219"/>
              <a:gd name="connsiteX17173" fmla="*/ 5602428 w 5799173"/>
              <a:gd name="connsiteY17173" fmla="*/ 2478571 h 5017219"/>
              <a:gd name="connsiteX17174" fmla="*/ 5592292 w 5799173"/>
              <a:gd name="connsiteY17174" fmla="*/ 2461041 h 5017219"/>
              <a:gd name="connsiteX17175" fmla="*/ 5592292 w 5799173"/>
              <a:gd name="connsiteY17175" fmla="*/ 2459629 h 5017219"/>
              <a:gd name="connsiteX17176" fmla="*/ 5602428 w 5799173"/>
              <a:gd name="connsiteY17176" fmla="*/ 2442099 h 5017219"/>
              <a:gd name="connsiteX17177" fmla="*/ 5603674 w 5799173"/>
              <a:gd name="connsiteY17177" fmla="*/ 2441351 h 5017219"/>
              <a:gd name="connsiteX17178" fmla="*/ 5623945 w 5799173"/>
              <a:gd name="connsiteY17178" fmla="*/ 2441351 h 5017219"/>
              <a:gd name="connsiteX17179" fmla="*/ 5625191 w 5799173"/>
              <a:gd name="connsiteY17179" fmla="*/ 2442099 h 5017219"/>
              <a:gd name="connsiteX17180" fmla="*/ 5635327 w 5799173"/>
              <a:gd name="connsiteY17180" fmla="*/ 2459629 h 5017219"/>
              <a:gd name="connsiteX17181" fmla="*/ 5635327 w 5799173"/>
              <a:gd name="connsiteY17181" fmla="*/ 2461041 h 5017219"/>
              <a:gd name="connsiteX17182" fmla="*/ 5625191 w 5799173"/>
              <a:gd name="connsiteY17182" fmla="*/ 2478571 h 5017219"/>
              <a:gd name="connsiteX17183" fmla="*/ 5623945 w 5799173"/>
              <a:gd name="connsiteY17183" fmla="*/ 2479318 h 5017219"/>
              <a:gd name="connsiteX17184" fmla="*/ 3677630 w 5799173"/>
              <a:gd name="connsiteY17184" fmla="*/ 1963341 h 5017219"/>
              <a:gd name="connsiteX17185" fmla="*/ 3676384 w 5799173"/>
              <a:gd name="connsiteY17185" fmla="*/ 1962594 h 5017219"/>
              <a:gd name="connsiteX17186" fmla="*/ 3666249 w 5799173"/>
              <a:gd name="connsiteY17186" fmla="*/ 1944981 h 5017219"/>
              <a:gd name="connsiteX17187" fmla="*/ 3666248 w 5799173"/>
              <a:gd name="connsiteY17187" fmla="*/ 1943569 h 5017219"/>
              <a:gd name="connsiteX17188" fmla="*/ 3676467 w 5799173"/>
              <a:gd name="connsiteY17188" fmla="*/ 1925956 h 5017219"/>
              <a:gd name="connsiteX17189" fmla="*/ 3677713 w 5799173"/>
              <a:gd name="connsiteY17189" fmla="*/ 1925208 h 5017219"/>
              <a:gd name="connsiteX17190" fmla="*/ 3698067 w 5799173"/>
              <a:gd name="connsiteY17190" fmla="*/ 1925208 h 5017219"/>
              <a:gd name="connsiteX17191" fmla="*/ 3699314 w 5799173"/>
              <a:gd name="connsiteY17191" fmla="*/ 1925956 h 5017219"/>
              <a:gd name="connsiteX17192" fmla="*/ 3709450 w 5799173"/>
              <a:gd name="connsiteY17192" fmla="*/ 1943569 h 5017219"/>
              <a:gd name="connsiteX17193" fmla="*/ 3709450 w 5799173"/>
              <a:gd name="connsiteY17193" fmla="*/ 1944981 h 5017219"/>
              <a:gd name="connsiteX17194" fmla="*/ 3699230 w 5799173"/>
              <a:gd name="connsiteY17194" fmla="*/ 1962594 h 5017219"/>
              <a:gd name="connsiteX17195" fmla="*/ 3697985 w 5799173"/>
              <a:gd name="connsiteY17195" fmla="*/ 1963341 h 5017219"/>
              <a:gd name="connsiteX17196" fmla="*/ 5242451 w 5799173"/>
              <a:gd name="connsiteY17196" fmla="*/ 2382803 h 5017219"/>
              <a:gd name="connsiteX17197" fmla="*/ 5241205 w 5799173"/>
              <a:gd name="connsiteY17197" fmla="*/ 2382056 h 5017219"/>
              <a:gd name="connsiteX17198" fmla="*/ 5230986 w 5799173"/>
              <a:gd name="connsiteY17198" fmla="*/ 2364360 h 5017219"/>
              <a:gd name="connsiteX17199" fmla="*/ 5230986 w 5799173"/>
              <a:gd name="connsiteY17199" fmla="*/ 2362948 h 5017219"/>
              <a:gd name="connsiteX17200" fmla="*/ 5241205 w 5799173"/>
              <a:gd name="connsiteY17200" fmla="*/ 2345252 h 5017219"/>
              <a:gd name="connsiteX17201" fmla="*/ 5242451 w 5799173"/>
              <a:gd name="connsiteY17201" fmla="*/ 2344504 h 5017219"/>
              <a:gd name="connsiteX17202" fmla="*/ 5262888 w 5799173"/>
              <a:gd name="connsiteY17202" fmla="*/ 2344504 h 5017219"/>
              <a:gd name="connsiteX17203" fmla="*/ 5264135 w 5799173"/>
              <a:gd name="connsiteY17203" fmla="*/ 2345252 h 5017219"/>
              <a:gd name="connsiteX17204" fmla="*/ 5274353 w 5799173"/>
              <a:gd name="connsiteY17204" fmla="*/ 2362948 h 5017219"/>
              <a:gd name="connsiteX17205" fmla="*/ 5274353 w 5799173"/>
              <a:gd name="connsiteY17205" fmla="*/ 2364360 h 5017219"/>
              <a:gd name="connsiteX17206" fmla="*/ 5264135 w 5799173"/>
              <a:gd name="connsiteY17206" fmla="*/ 2382056 h 5017219"/>
              <a:gd name="connsiteX17207" fmla="*/ 5262888 w 5799173"/>
              <a:gd name="connsiteY17207" fmla="*/ 2382803 h 5017219"/>
              <a:gd name="connsiteX17208" fmla="*/ 2233058 w 5799173"/>
              <a:gd name="connsiteY17208" fmla="*/ 1576534 h 5017219"/>
              <a:gd name="connsiteX17209" fmla="*/ 2231813 w 5799173"/>
              <a:gd name="connsiteY17209" fmla="*/ 1575786 h 5017219"/>
              <a:gd name="connsiteX17210" fmla="*/ 2221511 w 5799173"/>
              <a:gd name="connsiteY17210" fmla="*/ 1558008 h 5017219"/>
              <a:gd name="connsiteX17211" fmla="*/ 2221510 w 5799173"/>
              <a:gd name="connsiteY17211" fmla="*/ 1556595 h 5017219"/>
              <a:gd name="connsiteX17212" fmla="*/ 2231813 w 5799173"/>
              <a:gd name="connsiteY17212" fmla="*/ 1538817 h 5017219"/>
              <a:gd name="connsiteX17213" fmla="*/ 2233059 w 5799173"/>
              <a:gd name="connsiteY17213" fmla="*/ 1538069 h 5017219"/>
              <a:gd name="connsiteX17214" fmla="*/ 2253579 w 5799173"/>
              <a:gd name="connsiteY17214" fmla="*/ 1538068 h 5017219"/>
              <a:gd name="connsiteX17215" fmla="*/ 2254826 w 5799173"/>
              <a:gd name="connsiteY17215" fmla="*/ 1538817 h 5017219"/>
              <a:gd name="connsiteX17216" fmla="*/ 2265128 w 5799173"/>
              <a:gd name="connsiteY17216" fmla="*/ 1556596 h 5017219"/>
              <a:gd name="connsiteX17217" fmla="*/ 2265127 w 5799173"/>
              <a:gd name="connsiteY17217" fmla="*/ 1558007 h 5017219"/>
              <a:gd name="connsiteX17218" fmla="*/ 2254826 w 5799173"/>
              <a:gd name="connsiteY17218" fmla="*/ 1575787 h 5017219"/>
              <a:gd name="connsiteX17219" fmla="*/ 2253580 w 5799173"/>
              <a:gd name="connsiteY17219" fmla="*/ 1576535 h 5017219"/>
              <a:gd name="connsiteX17220" fmla="*/ 5182184 w 5799173"/>
              <a:gd name="connsiteY17220" fmla="*/ 2366750 h 5017219"/>
              <a:gd name="connsiteX17221" fmla="*/ 5180938 w 5799173"/>
              <a:gd name="connsiteY17221" fmla="*/ 2366002 h 5017219"/>
              <a:gd name="connsiteX17222" fmla="*/ 5170636 w 5799173"/>
              <a:gd name="connsiteY17222" fmla="*/ 2348223 h 5017219"/>
              <a:gd name="connsiteX17223" fmla="*/ 5170636 w 5799173"/>
              <a:gd name="connsiteY17223" fmla="*/ 2346811 h 5017219"/>
              <a:gd name="connsiteX17224" fmla="*/ 5180938 w 5799173"/>
              <a:gd name="connsiteY17224" fmla="*/ 2329032 h 5017219"/>
              <a:gd name="connsiteX17225" fmla="*/ 5182183 w 5799173"/>
              <a:gd name="connsiteY17225" fmla="*/ 2328284 h 5017219"/>
              <a:gd name="connsiteX17226" fmla="*/ 5202704 w 5799173"/>
              <a:gd name="connsiteY17226" fmla="*/ 2328284 h 5017219"/>
              <a:gd name="connsiteX17227" fmla="*/ 5203951 w 5799173"/>
              <a:gd name="connsiteY17227" fmla="*/ 2329032 h 5017219"/>
              <a:gd name="connsiteX17228" fmla="*/ 5214252 w 5799173"/>
              <a:gd name="connsiteY17228" fmla="*/ 2346811 h 5017219"/>
              <a:gd name="connsiteX17229" fmla="*/ 5214252 w 5799173"/>
              <a:gd name="connsiteY17229" fmla="*/ 2348223 h 5017219"/>
              <a:gd name="connsiteX17230" fmla="*/ 5203950 w 5799173"/>
              <a:gd name="connsiteY17230" fmla="*/ 2366002 h 5017219"/>
              <a:gd name="connsiteX17231" fmla="*/ 5202704 w 5799173"/>
              <a:gd name="connsiteY17231" fmla="*/ 2366750 h 5017219"/>
              <a:gd name="connsiteX17232" fmla="*/ 5483115 w 5799173"/>
              <a:gd name="connsiteY17232" fmla="*/ 2447384 h 5017219"/>
              <a:gd name="connsiteX17233" fmla="*/ 5481869 w 5799173"/>
              <a:gd name="connsiteY17233" fmla="*/ 2446636 h 5017219"/>
              <a:gd name="connsiteX17234" fmla="*/ 5471567 w 5799173"/>
              <a:gd name="connsiteY17234" fmla="*/ 2428858 h 5017219"/>
              <a:gd name="connsiteX17235" fmla="*/ 5471567 w 5799173"/>
              <a:gd name="connsiteY17235" fmla="*/ 2427445 h 5017219"/>
              <a:gd name="connsiteX17236" fmla="*/ 5481869 w 5799173"/>
              <a:gd name="connsiteY17236" fmla="*/ 2409667 h 5017219"/>
              <a:gd name="connsiteX17237" fmla="*/ 5483115 w 5799173"/>
              <a:gd name="connsiteY17237" fmla="*/ 2408918 h 5017219"/>
              <a:gd name="connsiteX17238" fmla="*/ 5503636 w 5799173"/>
              <a:gd name="connsiteY17238" fmla="*/ 2408919 h 5017219"/>
              <a:gd name="connsiteX17239" fmla="*/ 5504882 w 5799173"/>
              <a:gd name="connsiteY17239" fmla="*/ 2409666 h 5017219"/>
              <a:gd name="connsiteX17240" fmla="*/ 5515184 w 5799173"/>
              <a:gd name="connsiteY17240" fmla="*/ 2427446 h 5017219"/>
              <a:gd name="connsiteX17241" fmla="*/ 5515184 w 5799173"/>
              <a:gd name="connsiteY17241" fmla="*/ 2428857 h 5017219"/>
              <a:gd name="connsiteX17242" fmla="*/ 5504882 w 5799173"/>
              <a:gd name="connsiteY17242" fmla="*/ 2446637 h 5017219"/>
              <a:gd name="connsiteX17243" fmla="*/ 5503636 w 5799173"/>
              <a:gd name="connsiteY17243" fmla="*/ 2447385 h 5017219"/>
              <a:gd name="connsiteX17244" fmla="*/ 5302565 w 5799173"/>
              <a:gd name="connsiteY17244" fmla="*/ 2399109 h 5017219"/>
              <a:gd name="connsiteX17245" fmla="*/ 5301318 w 5799173"/>
              <a:gd name="connsiteY17245" fmla="*/ 2398361 h 5017219"/>
              <a:gd name="connsiteX17246" fmla="*/ 5291016 w 5799173"/>
              <a:gd name="connsiteY17246" fmla="*/ 2380499 h 5017219"/>
              <a:gd name="connsiteX17247" fmla="*/ 5291016 w 5799173"/>
              <a:gd name="connsiteY17247" fmla="*/ 2379004 h 5017219"/>
              <a:gd name="connsiteX17248" fmla="*/ 5301318 w 5799173"/>
              <a:gd name="connsiteY17248" fmla="*/ 2361142 h 5017219"/>
              <a:gd name="connsiteX17249" fmla="*/ 5302565 w 5799173"/>
              <a:gd name="connsiteY17249" fmla="*/ 2360394 h 5017219"/>
              <a:gd name="connsiteX17250" fmla="*/ 5323251 w 5799173"/>
              <a:gd name="connsiteY17250" fmla="*/ 2360394 h 5017219"/>
              <a:gd name="connsiteX17251" fmla="*/ 5324498 w 5799173"/>
              <a:gd name="connsiteY17251" fmla="*/ 2361142 h 5017219"/>
              <a:gd name="connsiteX17252" fmla="*/ 5334799 w 5799173"/>
              <a:gd name="connsiteY17252" fmla="*/ 2379004 h 5017219"/>
              <a:gd name="connsiteX17253" fmla="*/ 5334800 w 5799173"/>
              <a:gd name="connsiteY17253" fmla="*/ 2380499 h 5017219"/>
              <a:gd name="connsiteX17254" fmla="*/ 5324497 w 5799173"/>
              <a:gd name="connsiteY17254" fmla="*/ 2398361 h 5017219"/>
              <a:gd name="connsiteX17255" fmla="*/ 5323251 w 5799173"/>
              <a:gd name="connsiteY17255" fmla="*/ 2399109 h 5017219"/>
              <a:gd name="connsiteX17256" fmla="*/ 2353357 w 5799173"/>
              <a:gd name="connsiteY17256" fmla="*/ 1608966 h 5017219"/>
              <a:gd name="connsiteX17257" fmla="*/ 2352112 w 5799173"/>
              <a:gd name="connsiteY17257" fmla="*/ 1608219 h 5017219"/>
              <a:gd name="connsiteX17258" fmla="*/ 2341727 w 5799173"/>
              <a:gd name="connsiteY17258" fmla="*/ 1590274 h 5017219"/>
              <a:gd name="connsiteX17259" fmla="*/ 2341727 w 5799173"/>
              <a:gd name="connsiteY17259" fmla="*/ 1588779 h 5017219"/>
              <a:gd name="connsiteX17260" fmla="*/ 2352112 w 5799173"/>
              <a:gd name="connsiteY17260" fmla="*/ 1570833 h 5017219"/>
              <a:gd name="connsiteX17261" fmla="*/ 2353358 w 5799173"/>
              <a:gd name="connsiteY17261" fmla="*/ 1570085 h 5017219"/>
              <a:gd name="connsiteX17262" fmla="*/ 2374127 w 5799173"/>
              <a:gd name="connsiteY17262" fmla="*/ 1570086 h 5017219"/>
              <a:gd name="connsiteX17263" fmla="*/ 2375374 w 5799173"/>
              <a:gd name="connsiteY17263" fmla="*/ 1570834 h 5017219"/>
              <a:gd name="connsiteX17264" fmla="*/ 2385758 w 5799173"/>
              <a:gd name="connsiteY17264" fmla="*/ 1588779 h 5017219"/>
              <a:gd name="connsiteX17265" fmla="*/ 2385759 w 5799173"/>
              <a:gd name="connsiteY17265" fmla="*/ 1590274 h 5017219"/>
              <a:gd name="connsiteX17266" fmla="*/ 2375374 w 5799173"/>
              <a:gd name="connsiteY17266" fmla="*/ 1608218 h 5017219"/>
              <a:gd name="connsiteX17267" fmla="*/ 2374128 w 5799173"/>
              <a:gd name="connsiteY17267" fmla="*/ 1608966 h 5017219"/>
              <a:gd name="connsiteX17268" fmla="*/ 2413543 w 5799173"/>
              <a:gd name="connsiteY17268" fmla="*/ 1625093 h 5017219"/>
              <a:gd name="connsiteX17269" fmla="*/ 2412297 w 5799173"/>
              <a:gd name="connsiteY17269" fmla="*/ 1624345 h 5017219"/>
              <a:gd name="connsiteX17270" fmla="*/ 2401913 w 5799173"/>
              <a:gd name="connsiteY17270" fmla="*/ 1606400 h 5017219"/>
              <a:gd name="connsiteX17271" fmla="*/ 2401913 w 5799173"/>
              <a:gd name="connsiteY17271" fmla="*/ 1604905 h 5017219"/>
              <a:gd name="connsiteX17272" fmla="*/ 2412297 w 5799173"/>
              <a:gd name="connsiteY17272" fmla="*/ 1586960 h 5017219"/>
              <a:gd name="connsiteX17273" fmla="*/ 2413543 w 5799173"/>
              <a:gd name="connsiteY17273" fmla="*/ 1586212 h 5017219"/>
              <a:gd name="connsiteX17274" fmla="*/ 2434313 w 5799173"/>
              <a:gd name="connsiteY17274" fmla="*/ 1586212 h 5017219"/>
              <a:gd name="connsiteX17275" fmla="*/ 2435560 w 5799173"/>
              <a:gd name="connsiteY17275" fmla="*/ 1586960 h 5017219"/>
              <a:gd name="connsiteX17276" fmla="*/ 2445944 w 5799173"/>
              <a:gd name="connsiteY17276" fmla="*/ 1604905 h 5017219"/>
              <a:gd name="connsiteX17277" fmla="*/ 2445944 w 5799173"/>
              <a:gd name="connsiteY17277" fmla="*/ 1606400 h 5017219"/>
              <a:gd name="connsiteX17278" fmla="*/ 2435560 w 5799173"/>
              <a:gd name="connsiteY17278" fmla="*/ 1624345 h 5017219"/>
              <a:gd name="connsiteX17279" fmla="*/ 2434314 w 5799173"/>
              <a:gd name="connsiteY17279" fmla="*/ 1625093 h 5017219"/>
              <a:gd name="connsiteX17280" fmla="*/ 2473729 w 5799173"/>
              <a:gd name="connsiteY17280" fmla="*/ 1641220 h 5017219"/>
              <a:gd name="connsiteX17281" fmla="*/ 2472483 w 5799173"/>
              <a:gd name="connsiteY17281" fmla="*/ 1640472 h 5017219"/>
              <a:gd name="connsiteX17282" fmla="*/ 2462098 w 5799173"/>
              <a:gd name="connsiteY17282" fmla="*/ 1622527 h 5017219"/>
              <a:gd name="connsiteX17283" fmla="*/ 2462098 w 5799173"/>
              <a:gd name="connsiteY17283" fmla="*/ 1621032 h 5017219"/>
              <a:gd name="connsiteX17284" fmla="*/ 2472483 w 5799173"/>
              <a:gd name="connsiteY17284" fmla="*/ 1603087 h 5017219"/>
              <a:gd name="connsiteX17285" fmla="*/ 2473729 w 5799173"/>
              <a:gd name="connsiteY17285" fmla="*/ 1602339 h 5017219"/>
              <a:gd name="connsiteX17286" fmla="*/ 2494499 w 5799173"/>
              <a:gd name="connsiteY17286" fmla="*/ 1602339 h 5017219"/>
              <a:gd name="connsiteX17287" fmla="*/ 2495745 w 5799173"/>
              <a:gd name="connsiteY17287" fmla="*/ 1603087 h 5017219"/>
              <a:gd name="connsiteX17288" fmla="*/ 2506130 w 5799173"/>
              <a:gd name="connsiteY17288" fmla="*/ 1621032 h 5017219"/>
              <a:gd name="connsiteX17289" fmla="*/ 2506130 w 5799173"/>
              <a:gd name="connsiteY17289" fmla="*/ 1622527 h 5017219"/>
              <a:gd name="connsiteX17290" fmla="*/ 2495745 w 5799173"/>
              <a:gd name="connsiteY17290" fmla="*/ 1640472 h 5017219"/>
              <a:gd name="connsiteX17291" fmla="*/ 2494499 w 5799173"/>
              <a:gd name="connsiteY17291" fmla="*/ 1641220 h 5017219"/>
              <a:gd name="connsiteX17292" fmla="*/ 5061737 w 5799173"/>
              <a:gd name="connsiteY17292" fmla="*/ 2334675 h 5017219"/>
              <a:gd name="connsiteX17293" fmla="*/ 5060491 w 5799173"/>
              <a:gd name="connsiteY17293" fmla="*/ 2333927 h 5017219"/>
              <a:gd name="connsiteX17294" fmla="*/ 5050106 w 5799173"/>
              <a:gd name="connsiteY17294" fmla="*/ 2315982 h 5017219"/>
              <a:gd name="connsiteX17295" fmla="*/ 5050106 w 5799173"/>
              <a:gd name="connsiteY17295" fmla="*/ 2314487 h 5017219"/>
              <a:gd name="connsiteX17296" fmla="*/ 5060491 w 5799173"/>
              <a:gd name="connsiteY17296" fmla="*/ 2296542 h 5017219"/>
              <a:gd name="connsiteX17297" fmla="*/ 5061737 w 5799173"/>
              <a:gd name="connsiteY17297" fmla="*/ 2295794 h 5017219"/>
              <a:gd name="connsiteX17298" fmla="*/ 5082507 w 5799173"/>
              <a:gd name="connsiteY17298" fmla="*/ 2295794 h 5017219"/>
              <a:gd name="connsiteX17299" fmla="*/ 5083753 w 5799173"/>
              <a:gd name="connsiteY17299" fmla="*/ 2296542 h 5017219"/>
              <a:gd name="connsiteX17300" fmla="*/ 5094138 w 5799173"/>
              <a:gd name="connsiteY17300" fmla="*/ 2314487 h 5017219"/>
              <a:gd name="connsiteX17301" fmla="*/ 5094138 w 5799173"/>
              <a:gd name="connsiteY17301" fmla="*/ 2315982 h 5017219"/>
              <a:gd name="connsiteX17302" fmla="*/ 5083753 w 5799173"/>
              <a:gd name="connsiteY17302" fmla="*/ 2333927 h 5017219"/>
              <a:gd name="connsiteX17303" fmla="*/ 5082507 w 5799173"/>
              <a:gd name="connsiteY17303" fmla="*/ 2334675 h 5017219"/>
              <a:gd name="connsiteX17304" fmla="*/ 2172715 w 5799173"/>
              <a:gd name="connsiteY17304" fmla="*/ 1560668 h 5017219"/>
              <a:gd name="connsiteX17305" fmla="*/ 2171469 w 5799173"/>
              <a:gd name="connsiteY17305" fmla="*/ 1559921 h 5017219"/>
              <a:gd name="connsiteX17306" fmla="*/ 2161084 w 5799173"/>
              <a:gd name="connsiteY17306" fmla="*/ 1541892 h 5017219"/>
              <a:gd name="connsiteX17307" fmla="*/ 2161084 w 5799173"/>
              <a:gd name="connsiteY17307" fmla="*/ 1540397 h 5017219"/>
              <a:gd name="connsiteX17308" fmla="*/ 2171552 w 5799173"/>
              <a:gd name="connsiteY17308" fmla="*/ 1522369 h 5017219"/>
              <a:gd name="connsiteX17309" fmla="*/ 2172798 w 5799173"/>
              <a:gd name="connsiteY17309" fmla="*/ 1521621 h 5017219"/>
              <a:gd name="connsiteX17310" fmla="*/ 2193651 w 5799173"/>
              <a:gd name="connsiteY17310" fmla="*/ 1521621 h 5017219"/>
              <a:gd name="connsiteX17311" fmla="*/ 2194897 w 5799173"/>
              <a:gd name="connsiteY17311" fmla="*/ 1522369 h 5017219"/>
              <a:gd name="connsiteX17312" fmla="*/ 2205282 w 5799173"/>
              <a:gd name="connsiteY17312" fmla="*/ 1540397 h 5017219"/>
              <a:gd name="connsiteX17313" fmla="*/ 2205282 w 5799173"/>
              <a:gd name="connsiteY17313" fmla="*/ 1541892 h 5017219"/>
              <a:gd name="connsiteX17314" fmla="*/ 2194814 w 5799173"/>
              <a:gd name="connsiteY17314" fmla="*/ 1559921 h 5017219"/>
              <a:gd name="connsiteX17315" fmla="*/ 2193568 w 5799173"/>
              <a:gd name="connsiteY17315" fmla="*/ 1560668 h 5017219"/>
              <a:gd name="connsiteX17316" fmla="*/ 2533832 w 5799173"/>
              <a:gd name="connsiteY17316" fmla="*/ 1657429 h 5017219"/>
              <a:gd name="connsiteX17317" fmla="*/ 2532586 w 5799173"/>
              <a:gd name="connsiteY17317" fmla="*/ 1656682 h 5017219"/>
              <a:gd name="connsiteX17318" fmla="*/ 2522201 w 5799173"/>
              <a:gd name="connsiteY17318" fmla="*/ 1638653 h 5017219"/>
              <a:gd name="connsiteX17319" fmla="*/ 2522201 w 5799173"/>
              <a:gd name="connsiteY17319" fmla="*/ 1637158 h 5017219"/>
              <a:gd name="connsiteX17320" fmla="*/ 2532669 w 5799173"/>
              <a:gd name="connsiteY17320" fmla="*/ 1619130 h 5017219"/>
              <a:gd name="connsiteX17321" fmla="*/ 2533915 w 5799173"/>
              <a:gd name="connsiteY17321" fmla="*/ 1618382 h 5017219"/>
              <a:gd name="connsiteX17322" fmla="*/ 2554768 w 5799173"/>
              <a:gd name="connsiteY17322" fmla="*/ 1618382 h 5017219"/>
              <a:gd name="connsiteX17323" fmla="*/ 2556014 w 5799173"/>
              <a:gd name="connsiteY17323" fmla="*/ 1619130 h 5017219"/>
              <a:gd name="connsiteX17324" fmla="*/ 2566399 w 5799173"/>
              <a:gd name="connsiteY17324" fmla="*/ 1637158 h 5017219"/>
              <a:gd name="connsiteX17325" fmla="*/ 2566399 w 5799173"/>
              <a:gd name="connsiteY17325" fmla="*/ 1638653 h 5017219"/>
              <a:gd name="connsiteX17326" fmla="*/ 2555931 w 5799173"/>
              <a:gd name="connsiteY17326" fmla="*/ 1656682 h 5017219"/>
              <a:gd name="connsiteX17327" fmla="*/ 2554685 w 5799173"/>
              <a:gd name="connsiteY17327" fmla="*/ 1657429 h 5017219"/>
              <a:gd name="connsiteX17328" fmla="*/ 5121840 w 5799173"/>
              <a:gd name="connsiteY17328" fmla="*/ 2350883 h 5017219"/>
              <a:gd name="connsiteX17329" fmla="*/ 5120594 w 5799173"/>
              <a:gd name="connsiteY17329" fmla="*/ 2350137 h 5017219"/>
              <a:gd name="connsiteX17330" fmla="*/ 5110209 w 5799173"/>
              <a:gd name="connsiteY17330" fmla="*/ 2332108 h 5017219"/>
              <a:gd name="connsiteX17331" fmla="*/ 5110209 w 5799173"/>
              <a:gd name="connsiteY17331" fmla="*/ 2330612 h 5017219"/>
              <a:gd name="connsiteX17332" fmla="*/ 5120677 w 5799173"/>
              <a:gd name="connsiteY17332" fmla="*/ 2312585 h 5017219"/>
              <a:gd name="connsiteX17333" fmla="*/ 5121923 w 5799173"/>
              <a:gd name="connsiteY17333" fmla="*/ 2311837 h 5017219"/>
              <a:gd name="connsiteX17334" fmla="*/ 5142776 w 5799173"/>
              <a:gd name="connsiteY17334" fmla="*/ 2311837 h 5017219"/>
              <a:gd name="connsiteX17335" fmla="*/ 5144022 w 5799173"/>
              <a:gd name="connsiteY17335" fmla="*/ 2312585 h 5017219"/>
              <a:gd name="connsiteX17336" fmla="*/ 5154407 w 5799173"/>
              <a:gd name="connsiteY17336" fmla="*/ 2330612 h 5017219"/>
              <a:gd name="connsiteX17337" fmla="*/ 5154407 w 5799173"/>
              <a:gd name="connsiteY17337" fmla="*/ 2332108 h 5017219"/>
              <a:gd name="connsiteX17338" fmla="*/ 5143939 w 5799173"/>
              <a:gd name="connsiteY17338" fmla="*/ 2350137 h 5017219"/>
              <a:gd name="connsiteX17339" fmla="*/ 5142693 w 5799173"/>
              <a:gd name="connsiteY17339" fmla="*/ 2350884 h 5017219"/>
              <a:gd name="connsiteX17340" fmla="*/ 2293087 w 5799173"/>
              <a:gd name="connsiteY17340" fmla="*/ 1593004 h 5017219"/>
              <a:gd name="connsiteX17341" fmla="*/ 2291841 w 5799173"/>
              <a:gd name="connsiteY17341" fmla="*/ 1592256 h 5017219"/>
              <a:gd name="connsiteX17342" fmla="*/ 2281373 w 5799173"/>
              <a:gd name="connsiteY17342" fmla="*/ 1574146 h 5017219"/>
              <a:gd name="connsiteX17343" fmla="*/ 2281373 w 5799173"/>
              <a:gd name="connsiteY17343" fmla="*/ 1572650 h 5017219"/>
              <a:gd name="connsiteX17344" fmla="*/ 2291841 w 5799173"/>
              <a:gd name="connsiteY17344" fmla="*/ 1554539 h 5017219"/>
              <a:gd name="connsiteX17345" fmla="*/ 2293087 w 5799173"/>
              <a:gd name="connsiteY17345" fmla="*/ 1553791 h 5017219"/>
              <a:gd name="connsiteX17346" fmla="*/ 2314023 w 5799173"/>
              <a:gd name="connsiteY17346" fmla="*/ 1553791 h 5017219"/>
              <a:gd name="connsiteX17347" fmla="*/ 2315269 w 5799173"/>
              <a:gd name="connsiteY17347" fmla="*/ 1554539 h 5017219"/>
              <a:gd name="connsiteX17348" fmla="*/ 2325737 w 5799173"/>
              <a:gd name="connsiteY17348" fmla="*/ 1572650 h 5017219"/>
              <a:gd name="connsiteX17349" fmla="*/ 2325737 w 5799173"/>
              <a:gd name="connsiteY17349" fmla="*/ 1574145 h 5017219"/>
              <a:gd name="connsiteX17350" fmla="*/ 2315269 w 5799173"/>
              <a:gd name="connsiteY17350" fmla="*/ 1592256 h 5017219"/>
              <a:gd name="connsiteX17351" fmla="*/ 2314023 w 5799173"/>
              <a:gd name="connsiteY17351" fmla="*/ 1593004 h 5017219"/>
              <a:gd name="connsiteX17352" fmla="*/ 3075508 w 5799173"/>
              <a:gd name="connsiteY17352" fmla="*/ 1802653 h 5017219"/>
              <a:gd name="connsiteX17353" fmla="*/ 3074262 w 5799173"/>
              <a:gd name="connsiteY17353" fmla="*/ 1801905 h 5017219"/>
              <a:gd name="connsiteX17354" fmla="*/ 3063794 w 5799173"/>
              <a:gd name="connsiteY17354" fmla="*/ 1783795 h 5017219"/>
              <a:gd name="connsiteX17355" fmla="*/ 3063794 w 5799173"/>
              <a:gd name="connsiteY17355" fmla="*/ 1782299 h 5017219"/>
              <a:gd name="connsiteX17356" fmla="*/ 3074262 w 5799173"/>
              <a:gd name="connsiteY17356" fmla="*/ 1764189 h 5017219"/>
              <a:gd name="connsiteX17357" fmla="*/ 3075508 w 5799173"/>
              <a:gd name="connsiteY17357" fmla="*/ 1763441 h 5017219"/>
              <a:gd name="connsiteX17358" fmla="*/ 3096444 w 5799173"/>
              <a:gd name="connsiteY17358" fmla="*/ 1763441 h 5017219"/>
              <a:gd name="connsiteX17359" fmla="*/ 3097690 w 5799173"/>
              <a:gd name="connsiteY17359" fmla="*/ 1764188 h 5017219"/>
              <a:gd name="connsiteX17360" fmla="*/ 3108158 w 5799173"/>
              <a:gd name="connsiteY17360" fmla="*/ 1782299 h 5017219"/>
              <a:gd name="connsiteX17361" fmla="*/ 3108158 w 5799173"/>
              <a:gd name="connsiteY17361" fmla="*/ 1783795 h 5017219"/>
              <a:gd name="connsiteX17362" fmla="*/ 3097690 w 5799173"/>
              <a:gd name="connsiteY17362" fmla="*/ 1801905 h 5017219"/>
              <a:gd name="connsiteX17363" fmla="*/ 3096444 w 5799173"/>
              <a:gd name="connsiteY17363" fmla="*/ 1802653 h 5017219"/>
              <a:gd name="connsiteX17364" fmla="*/ 3737556 w 5799173"/>
              <a:gd name="connsiteY17364" fmla="*/ 1980049 h 5017219"/>
              <a:gd name="connsiteX17365" fmla="*/ 3736310 w 5799173"/>
              <a:gd name="connsiteY17365" fmla="*/ 1979301 h 5017219"/>
              <a:gd name="connsiteX17366" fmla="*/ 3725843 w 5799173"/>
              <a:gd name="connsiteY17366" fmla="*/ 1961190 h 5017219"/>
              <a:gd name="connsiteX17367" fmla="*/ 3725843 w 5799173"/>
              <a:gd name="connsiteY17367" fmla="*/ 1959695 h 5017219"/>
              <a:gd name="connsiteX17368" fmla="*/ 3736310 w 5799173"/>
              <a:gd name="connsiteY17368" fmla="*/ 1941584 h 5017219"/>
              <a:gd name="connsiteX17369" fmla="*/ 3737556 w 5799173"/>
              <a:gd name="connsiteY17369" fmla="*/ 1940836 h 5017219"/>
              <a:gd name="connsiteX17370" fmla="*/ 3758493 w 5799173"/>
              <a:gd name="connsiteY17370" fmla="*/ 1940836 h 5017219"/>
              <a:gd name="connsiteX17371" fmla="*/ 3759739 w 5799173"/>
              <a:gd name="connsiteY17371" fmla="*/ 1941584 h 5017219"/>
              <a:gd name="connsiteX17372" fmla="*/ 3770206 w 5799173"/>
              <a:gd name="connsiteY17372" fmla="*/ 1959695 h 5017219"/>
              <a:gd name="connsiteX17373" fmla="*/ 3770206 w 5799173"/>
              <a:gd name="connsiteY17373" fmla="*/ 1961190 h 5017219"/>
              <a:gd name="connsiteX17374" fmla="*/ 3759739 w 5799173"/>
              <a:gd name="connsiteY17374" fmla="*/ 1979301 h 5017219"/>
              <a:gd name="connsiteX17375" fmla="*/ 3758493 w 5799173"/>
              <a:gd name="connsiteY17375" fmla="*/ 1980049 h 5017219"/>
              <a:gd name="connsiteX17376" fmla="*/ 5001467 w 5799173"/>
              <a:gd name="connsiteY17376" fmla="*/ 2318713 h 5017219"/>
              <a:gd name="connsiteX17377" fmla="*/ 5000221 w 5799173"/>
              <a:gd name="connsiteY17377" fmla="*/ 2317965 h 5017219"/>
              <a:gd name="connsiteX17378" fmla="*/ 4989754 w 5799173"/>
              <a:gd name="connsiteY17378" fmla="*/ 2299854 h 5017219"/>
              <a:gd name="connsiteX17379" fmla="*/ 4989754 w 5799173"/>
              <a:gd name="connsiteY17379" fmla="*/ 2298359 h 5017219"/>
              <a:gd name="connsiteX17380" fmla="*/ 5000221 w 5799173"/>
              <a:gd name="connsiteY17380" fmla="*/ 2280248 h 5017219"/>
              <a:gd name="connsiteX17381" fmla="*/ 5001467 w 5799173"/>
              <a:gd name="connsiteY17381" fmla="*/ 2279500 h 5017219"/>
              <a:gd name="connsiteX17382" fmla="*/ 5022404 w 5799173"/>
              <a:gd name="connsiteY17382" fmla="*/ 2279500 h 5017219"/>
              <a:gd name="connsiteX17383" fmla="*/ 5023650 w 5799173"/>
              <a:gd name="connsiteY17383" fmla="*/ 2280248 h 5017219"/>
              <a:gd name="connsiteX17384" fmla="*/ 5034117 w 5799173"/>
              <a:gd name="connsiteY17384" fmla="*/ 2298359 h 5017219"/>
              <a:gd name="connsiteX17385" fmla="*/ 5034117 w 5799173"/>
              <a:gd name="connsiteY17385" fmla="*/ 2299854 h 5017219"/>
              <a:gd name="connsiteX17386" fmla="*/ 5023650 w 5799173"/>
              <a:gd name="connsiteY17386" fmla="*/ 2317965 h 5017219"/>
              <a:gd name="connsiteX17387" fmla="*/ 5022404 w 5799173"/>
              <a:gd name="connsiteY17387" fmla="*/ 2318713 h 5017219"/>
              <a:gd name="connsiteX17388" fmla="*/ 2593958 w 5799173"/>
              <a:gd name="connsiteY17388" fmla="*/ 1673715 h 5017219"/>
              <a:gd name="connsiteX17389" fmla="*/ 2592712 w 5799173"/>
              <a:gd name="connsiteY17389" fmla="*/ 1672967 h 5017219"/>
              <a:gd name="connsiteX17390" fmla="*/ 2582161 w 5799173"/>
              <a:gd name="connsiteY17390" fmla="*/ 1654690 h 5017219"/>
              <a:gd name="connsiteX17391" fmla="*/ 2582161 w 5799173"/>
              <a:gd name="connsiteY17391" fmla="*/ 1653194 h 5017219"/>
              <a:gd name="connsiteX17392" fmla="*/ 2592712 w 5799173"/>
              <a:gd name="connsiteY17392" fmla="*/ 1634917 h 5017219"/>
              <a:gd name="connsiteX17393" fmla="*/ 2593958 w 5799173"/>
              <a:gd name="connsiteY17393" fmla="*/ 1634169 h 5017219"/>
              <a:gd name="connsiteX17394" fmla="*/ 2614977 w 5799173"/>
              <a:gd name="connsiteY17394" fmla="*/ 1634169 h 5017219"/>
              <a:gd name="connsiteX17395" fmla="*/ 2616223 w 5799173"/>
              <a:gd name="connsiteY17395" fmla="*/ 1634917 h 5017219"/>
              <a:gd name="connsiteX17396" fmla="*/ 2626774 w 5799173"/>
              <a:gd name="connsiteY17396" fmla="*/ 1653194 h 5017219"/>
              <a:gd name="connsiteX17397" fmla="*/ 2626774 w 5799173"/>
              <a:gd name="connsiteY17397" fmla="*/ 1654690 h 5017219"/>
              <a:gd name="connsiteX17398" fmla="*/ 2616223 w 5799173"/>
              <a:gd name="connsiteY17398" fmla="*/ 1672967 h 5017219"/>
              <a:gd name="connsiteX17399" fmla="*/ 2614977 w 5799173"/>
              <a:gd name="connsiteY17399" fmla="*/ 1673715 h 5017219"/>
              <a:gd name="connsiteX17400" fmla="*/ 2714331 w 5799173"/>
              <a:gd name="connsiteY17400" fmla="*/ 1705969 h 5017219"/>
              <a:gd name="connsiteX17401" fmla="*/ 2713084 w 5799173"/>
              <a:gd name="connsiteY17401" fmla="*/ 1705220 h 5017219"/>
              <a:gd name="connsiteX17402" fmla="*/ 2702534 w 5799173"/>
              <a:gd name="connsiteY17402" fmla="*/ 1686943 h 5017219"/>
              <a:gd name="connsiteX17403" fmla="*/ 2702534 w 5799173"/>
              <a:gd name="connsiteY17403" fmla="*/ 1685447 h 5017219"/>
              <a:gd name="connsiteX17404" fmla="*/ 2713085 w 5799173"/>
              <a:gd name="connsiteY17404" fmla="*/ 1667170 h 5017219"/>
              <a:gd name="connsiteX17405" fmla="*/ 2714331 w 5799173"/>
              <a:gd name="connsiteY17405" fmla="*/ 1666422 h 5017219"/>
              <a:gd name="connsiteX17406" fmla="*/ 2735350 w 5799173"/>
              <a:gd name="connsiteY17406" fmla="*/ 1666423 h 5017219"/>
              <a:gd name="connsiteX17407" fmla="*/ 2736596 w 5799173"/>
              <a:gd name="connsiteY17407" fmla="*/ 1667171 h 5017219"/>
              <a:gd name="connsiteX17408" fmla="*/ 2747147 w 5799173"/>
              <a:gd name="connsiteY17408" fmla="*/ 1685447 h 5017219"/>
              <a:gd name="connsiteX17409" fmla="*/ 2747147 w 5799173"/>
              <a:gd name="connsiteY17409" fmla="*/ 1686944 h 5017219"/>
              <a:gd name="connsiteX17410" fmla="*/ 2736596 w 5799173"/>
              <a:gd name="connsiteY17410" fmla="*/ 1705221 h 5017219"/>
              <a:gd name="connsiteX17411" fmla="*/ 2735350 w 5799173"/>
              <a:gd name="connsiteY17411" fmla="*/ 1705969 h 5017219"/>
              <a:gd name="connsiteX17412" fmla="*/ 2774517 w 5799173"/>
              <a:gd name="connsiteY17412" fmla="*/ 1722095 h 5017219"/>
              <a:gd name="connsiteX17413" fmla="*/ 2773270 w 5799173"/>
              <a:gd name="connsiteY17413" fmla="*/ 1721347 h 5017219"/>
              <a:gd name="connsiteX17414" fmla="*/ 2762720 w 5799173"/>
              <a:gd name="connsiteY17414" fmla="*/ 1703070 h 5017219"/>
              <a:gd name="connsiteX17415" fmla="*/ 2762719 w 5799173"/>
              <a:gd name="connsiteY17415" fmla="*/ 1701574 h 5017219"/>
              <a:gd name="connsiteX17416" fmla="*/ 2773270 w 5799173"/>
              <a:gd name="connsiteY17416" fmla="*/ 1683297 h 5017219"/>
              <a:gd name="connsiteX17417" fmla="*/ 2774516 w 5799173"/>
              <a:gd name="connsiteY17417" fmla="*/ 1682549 h 5017219"/>
              <a:gd name="connsiteX17418" fmla="*/ 2795536 w 5799173"/>
              <a:gd name="connsiteY17418" fmla="*/ 1682549 h 5017219"/>
              <a:gd name="connsiteX17419" fmla="*/ 2796782 w 5799173"/>
              <a:gd name="connsiteY17419" fmla="*/ 1683297 h 5017219"/>
              <a:gd name="connsiteX17420" fmla="*/ 2807333 w 5799173"/>
              <a:gd name="connsiteY17420" fmla="*/ 1701574 h 5017219"/>
              <a:gd name="connsiteX17421" fmla="*/ 2807332 w 5799173"/>
              <a:gd name="connsiteY17421" fmla="*/ 1703070 h 5017219"/>
              <a:gd name="connsiteX17422" fmla="*/ 2796781 w 5799173"/>
              <a:gd name="connsiteY17422" fmla="*/ 1721347 h 5017219"/>
              <a:gd name="connsiteX17423" fmla="*/ 2795535 w 5799173"/>
              <a:gd name="connsiteY17423" fmla="*/ 1722095 h 5017219"/>
              <a:gd name="connsiteX17424" fmla="*/ 2654121 w 5799173"/>
              <a:gd name="connsiteY17424" fmla="*/ 1690025 h 5017219"/>
              <a:gd name="connsiteX17425" fmla="*/ 2652791 w 5799173"/>
              <a:gd name="connsiteY17425" fmla="*/ 1689277 h 5017219"/>
              <a:gd name="connsiteX17426" fmla="*/ 2642241 w 5799173"/>
              <a:gd name="connsiteY17426" fmla="*/ 1670917 h 5017219"/>
              <a:gd name="connsiteX17427" fmla="*/ 2642241 w 5799173"/>
              <a:gd name="connsiteY17427" fmla="*/ 1669421 h 5017219"/>
              <a:gd name="connsiteX17428" fmla="*/ 2652791 w 5799173"/>
              <a:gd name="connsiteY17428" fmla="*/ 1651061 h 5017219"/>
              <a:gd name="connsiteX17429" fmla="*/ 2654121 w 5799173"/>
              <a:gd name="connsiteY17429" fmla="*/ 1650313 h 5017219"/>
              <a:gd name="connsiteX17430" fmla="*/ 2675306 w 5799173"/>
              <a:gd name="connsiteY17430" fmla="*/ 1650313 h 5017219"/>
              <a:gd name="connsiteX17431" fmla="*/ 2676635 w 5799173"/>
              <a:gd name="connsiteY17431" fmla="*/ 1651061 h 5017219"/>
              <a:gd name="connsiteX17432" fmla="*/ 2687186 w 5799173"/>
              <a:gd name="connsiteY17432" fmla="*/ 1669421 h 5017219"/>
              <a:gd name="connsiteX17433" fmla="*/ 2687187 w 5799173"/>
              <a:gd name="connsiteY17433" fmla="*/ 1670918 h 5017219"/>
              <a:gd name="connsiteX17434" fmla="*/ 2676636 w 5799173"/>
              <a:gd name="connsiteY17434" fmla="*/ 1689278 h 5017219"/>
              <a:gd name="connsiteX17435" fmla="*/ 2675305 w 5799173"/>
              <a:gd name="connsiteY17435" fmla="*/ 1690026 h 5017219"/>
              <a:gd name="connsiteX17436" fmla="*/ 3135445 w 5799173"/>
              <a:gd name="connsiteY17436" fmla="*/ 1819279 h 5017219"/>
              <a:gd name="connsiteX17437" fmla="*/ 3134116 w 5799173"/>
              <a:gd name="connsiteY17437" fmla="*/ 1818531 h 5017219"/>
              <a:gd name="connsiteX17438" fmla="*/ 3123399 w 5799173"/>
              <a:gd name="connsiteY17438" fmla="*/ 1799921 h 5017219"/>
              <a:gd name="connsiteX17439" fmla="*/ 3123399 w 5799173"/>
              <a:gd name="connsiteY17439" fmla="*/ 1798426 h 5017219"/>
              <a:gd name="connsiteX17440" fmla="*/ 3134116 w 5799173"/>
              <a:gd name="connsiteY17440" fmla="*/ 1779816 h 5017219"/>
              <a:gd name="connsiteX17441" fmla="*/ 3135445 w 5799173"/>
              <a:gd name="connsiteY17441" fmla="*/ 1779068 h 5017219"/>
              <a:gd name="connsiteX17442" fmla="*/ 3156880 w 5799173"/>
              <a:gd name="connsiteY17442" fmla="*/ 1779069 h 5017219"/>
              <a:gd name="connsiteX17443" fmla="*/ 3158209 w 5799173"/>
              <a:gd name="connsiteY17443" fmla="*/ 1779816 h 5017219"/>
              <a:gd name="connsiteX17444" fmla="*/ 3168926 w 5799173"/>
              <a:gd name="connsiteY17444" fmla="*/ 1798426 h 5017219"/>
              <a:gd name="connsiteX17445" fmla="*/ 3168926 w 5799173"/>
              <a:gd name="connsiteY17445" fmla="*/ 1799922 h 5017219"/>
              <a:gd name="connsiteX17446" fmla="*/ 3158209 w 5799173"/>
              <a:gd name="connsiteY17446" fmla="*/ 1818531 h 5017219"/>
              <a:gd name="connsiteX17447" fmla="*/ 3156880 w 5799173"/>
              <a:gd name="connsiteY17447" fmla="*/ 1819279 h 5017219"/>
              <a:gd name="connsiteX17448" fmla="*/ 3316004 w 5799173"/>
              <a:gd name="connsiteY17448" fmla="*/ 1867660 h 5017219"/>
              <a:gd name="connsiteX17449" fmla="*/ 3314674 w 5799173"/>
              <a:gd name="connsiteY17449" fmla="*/ 1866912 h 5017219"/>
              <a:gd name="connsiteX17450" fmla="*/ 3303957 w 5799173"/>
              <a:gd name="connsiteY17450" fmla="*/ 1848302 h 5017219"/>
              <a:gd name="connsiteX17451" fmla="*/ 3303958 w 5799173"/>
              <a:gd name="connsiteY17451" fmla="*/ 1846807 h 5017219"/>
              <a:gd name="connsiteX17452" fmla="*/ 3314675 w 5799173"/>
              <a:gd name="connsiteY17452" fmla="*/ 1828197 h 5017219"/>
              <a:gd name="connsiteX17453" fmla="*/ 3316003 w 5799173"/>
              <a:gd name="connsiteY17453" fmla="*/ 1827449 h 5017219"/>
              <a:gd name="connsiteX17454" fmla="*/ 3337439 w 5799173"/>
              <a:gd name="connsiteY17454" fmla="*/ 1827449 h 5017219"/>
              <a:gd name="connsiteX17455" fmla="*/ 3338767 w 5799173"/>
              <a:gd name="connsiteY17455" fmla="*/ 1828197 h 5017219"/>
              <a:gd name="connsiteX17456" fmla="*/ 3349485 w 5799173"/>
              <a:gd name="connsiteY17456" fmla="*/ 1846807 h 5017219"/>
              <a:gd name="connsiteX17457" fmla="*/ 3349485 w 5799173"/>
              <a:gd name="connsiteY17457" fmla="*/ 1848302 h 5017219"/>
              <a:gd name="connsiteX17458" fmla="*/ 3338767 w 5799173"/>
              <a:gd name="connsiteY17458" fmla="*/ 1866912 h 5017219"/>
              <a:gd name="connsiteX17459" fmla="*/ 3337438 w 5799173"/>
              <a:gd name="connsiteY17459" fmla="*/ 1867660 h 5017219"/>
              <a:gd name="connsiteX17460" fmla="*/ 3556749 w 5799173"/>
              <a:gd name="connsiteY17460" fmla="*/ 1932167 h 5017219"/>
              <a:gd name="connsiteX17461" fmla="*/ 3555420 w 5799173"/>
              <a:gd name="connsiteY17461" fmla="*/ 1931419 h 5017219"/>
              <a:gd name="connsiteX17462" fmla="*/ 3544703 w 5799173"/>
              <a:gd name="connsiteY17462" fmla="*/ 1912809 h 5017219"/>
              <a:gd name="connsiteX17463" fmla="*/ 3544703 w 5799173"/>
              <a:gd name="connsiteY17463" fmla="*/ 1911314 h 5017219"/>
              <a:gd name="connsiteX17464" fmla="*/ 3555420 w 5799173"/>
              <a:gd name="connsiteY17464" fmla="*/ 1892705 h 5017219"/>
              <a:gd name="connsiteX17465" fmla="*/ 3556749 w 5799173"/>
              <a:gd name="connsiteY17465" fmla="*/ 1891956 h 5017219"/>
              <a:gd name="connsiteX17466" fmla="*/ 3578184 w 5799173"/>
              <a:gd name="connsiteY17466" fmla="*/ 1891957 h 5017219"/>
              <a:gd name="connsiteX17467" fmla="*/ 3579513 w 5799173"/>
              <a:gd name="connsiteY17467" fmla="*/ 1892704 h 5017219"/>
              <a:gd name="connsiteX17468" fmla="*/ 3590230 w 5799173"/>
              <a:gd name="connsiteY17468" fmla="*/ 1911314 h 5017219"/>
              <a:gd name="connsiteX17469" fmla="*/ 3590230 w 5799173"/>
              <a:gd name="connsiteY17469" fmla="*/ 1912810 h 5017219"/>
              <a:gd name="connsiteX17470" fmla="*/ 3579513 w 5799173"/>
              <a:gd name="connsiteY17470" fmla="*/ 1931419 h 5017219"/>
              <a:gd name="connsiteX17471" fmla="*/ 3578184 w 5799173"/>
              <a:gd name="connsiteY17471" fmla="*/ 1932167 h 5017219"/>
              <a:gd name="connsiteX17472" fmla="*/ 5663184 w 5799173"/>
              <a:gd name="connsiteY17472" fmla="*/ 2496784 h 5017219"/>
              <a:gd name="connsiteX17473" fmla="*/ 5661854 w 5799173"/>
              <a:gd name="connsiteY17473" fmla="*/ 2496036 h 5017219"/>
              <a:gd name="connsiteX17474" fmla="*/ 5651054 w 5799173"/>
              <a:gd name="connsiteY17474" fmla="*/ 2477260 h 5017219"/>
              <a:gd name="connsiteX17475" fmla="*/ 5651054 w 5799173"/>
              <a:gd name="connsiteY17475" fmla="*/ 2475765 h 5017219"/>
              <a:gd name="connsiteX17476" fmla="*/ 5661854 w 5799173"/>
              <a:gd name="connsiteY17476" fmla="*/ 2456989 h 5017219"/>
              <a:gd name="connsiteX17477" fmla="*/ 5663184 w 5799173"/>
              <a:gd name="connsiteY17477" fmla="*/ 2456241 h 5017219"/>
              <a:gd name="connsiteX17478" fmla="*/ 5684867 w 5799173"/>
              <a:gd name="connsiteY17478" fmla="*/ 2456241 h 5017219"/>
              <a:gd name="connsiteX17479" fmla="*/ 5686195 w 5799173"/>
              <a:gd name="connsiteY17479" fmla="*/ 2456989 h 5017219"/>
              <a:gd name="connsiteX17480" fmla="*/ 5696997 w 5799173"/>
              <a:gd name="connsiteY17480" fmla="*/ 2475765 h 5017219"/>
              <a:gd name="connsiteX17481" fmla="*/ 5696997 w 5799173"/>
              <a:gd name="connsiteY17481" fmla="*/ 2477260 h 5017219"/>
              <a:gd name="connsiteX17482" fmla="*/ 5686196 w 5799173"/>
              <a:gd name="connsiteY17482" fmla="*/ 2496036 h 5017219"/>
              <a:gd name="connsiteX17483" fmla="*/ 5684867 w 5799173"/>
              <a:gd name="connsiteY17483" fmla="*/ 2496784 h 5017219"/>
              <a:gd name="connsiteX17484" fmla="*/ 3195547 w 5799173"/>
              <a:gd name="connsiteY17484" fmla="*/ 1835583 h 5017219"/>
              <a:gd name="connsiteX17485" fmla="*/ 3194218 w 5799173"/>
              <a:gd name="connsiteY17485" fmla="*/ 1834835 h 5017219"/>
              <a:gd name="connsiteX17486" fmla="*/ 3183419 w 5799173"/>
              <a:gd name="connsiteY17486" fmla="*/ 1816059 h 5017219"/>
              <a:gd name="connsiteX17487" fmla="*/ 3183419 w 5799173"/>
              <a:gd name="connsiteY17487" fmla="*/ 1814564 h 5017219"/>
              <a:gd name="connsiteX17488" fmla="*/ 3194219 w 5799173"/>
              <a:gd name="connsiteY17488" fmla="*/ 1795788 h 5017219"/>
              <a:gd name="connsiteX17489" fmla="*/ 3195547 w 5799173"/>
              <a:gd name="connsiteY17489" fmla="*/ 1795040 h 5017219"/>
              <a:gd name="connsiteX17490" fmla="*/ 3217231 w 5799173"/>
              <a:gd name="connsiteY17490" fmla="*/ 1795040 h 5017219"/>
              <a:gd name="connsiteX17491" fmla="*/ 3218560 w 5799173"/>
              <a:gd name="connsiteY17491" fmla="*/ 1795788 h 5017219"/>
              <a:gd name="connsiteX17492" fmla="*/ 3229361 w 5799173"/>
              <a:gd name="connsiteY17492" fmla="*/ 1814564 h 5017219"/>
              <a:gd name="connsiteX17493" fmla="*/ 3229362 w 5799173"/>
              <a:gd name="connsiteY17493" fmla="*/ 1816059 h 5017219"/>
              <a:gd name="connsiteX17494" fmla="*/ 3218560 w 5799173"/>
              <a:gd name="connsiteY17494" fmla="*/ 1834835 h 5017219"/>
              <a:gd name="connsiteX17495" fmla="*/ 3217231 w 5799173"/>
              <a:gd name="connsiteY17495" fmla="*/ 1835583 h 5017219"/>
              <a:gd name="connsiteX17496" fmla="*/ 3376106 w 5799173"/>
              <a:gd name="connsiteY17496" fmla="*/ 1883964 h 5017219"/>
              <a:gd name="connsiteX17497" fmla="*/ 3374777 w 5799173"/>
              <a:gd name="connsiteY17497" fmla="*/ 1883216 h 5017219"/>
              <a:gd name="connsiteX17498" fmla="*/ 3363977 w 5799173"/>
              <a:gd name="connsiteY17498" fmla="*/ 1864440 h 5017219"/>
              <a:gd name="connsiteX17499" fmla="*/ 3363977 w 5799173"/>
              <a:gd name="connsiteY17499" fmla="*/ 1862945 h 5017219"/>
              <a:gd name="connsiteX17500" fmla="*/ 3374777 w 5799173"/>
              <a:gd name="connsiteY17500" fmla="*/ 1844169 h 5017219"/>
              <a:gd name="connsiteX17501" fmla="*/ 3376106 w 5799173"/>
              <a:gd name="connsiteY17501" fmla="*/ 1843421 h 5017219"/>
              <a:gd name="connsiteX17502" fmla="*/ 3397790 w 5799173"/>
              <a:gd name="connsiteY17502" fmla="*/ 1843421 h 5017219"/>
              <a:gd name="connsiteX17503" fmla="*/ 3399119 w 5799173"/>
              <a:gd name="connsiteY17503" fmla="*/ 1844169 h 5017219"/>
              <a:gd name="connsiteX17504" fmla="*/ 3409920 w 5799173"/>
              <a:gd name="connsiteY17504" fmla="*/ 1862945 h 5017219"/>
              <a:gd name="connsiteX17505" fmla="*/ 3409920 w 5799173"/>
              <a:gd name="connsiteY17505" fmla="*/ 1864440 h 5017219"/>
              <a:gd name="connsiteX17506" fmla="*/ 3399119 w 5799173"/>
              <a:gd name="connsiteY17506" fmla="*/ 1883216 h 5017219"/>
              <a:gd name="connsiteX17507" fmla="*/ 3397790 w 5799173"/>
              <a:gd name="connsiteY17507" fmla="*/ 1883964 h 5017219"/>
              <a:gd name="connsiteX17508" fmla="*/ 3255558 w 5799173"/>
              <a:gd name="connsiteY17508" fmla="*/ 1851948 h 5017219"/>
              <a:gd name="connsiteX17509" fmla="*/ 3254228 w 5799173"/>
              <a:gd name="connsiteY17509" fmla="*/ 1851200 h 5017219"/>
              <a:gd name="connsiteX17510" fmla="*/ 3243345 w 5799173"/>
              <a:gd name="connsiteY17510" fmla="*/ 1832258 h 5017219"/>
              <a:gd name="connsiteX17511" fmla="*/ 3243344 w 5799173"/>
              <a:gd name="connsiteY17511" fmla="*/ 1830679 h 5017219"/>
              <a:gd name="connsiteX17512" fmla="*/ 3254311 w 5799173"/>
              <a:gd name="connsiteY17512" fmla="*/ 1811738 h 5017219"/>
              <a:gd name="connsiteX17513" fmla="*/ 3255641 w 5799173"/>
              <a:gd name="connsiteY17513" fmla="*/ 1810990 h 5017219"/>
              <a:gd name="connsiteX17514" fmla="*/ 3277491 w 5799173"/>
              <a:gd name="connsiteY17514" fmla="*/ 1810989 h 5017219"/>
              <a:gd name="connsiteX17515" fmla="*/ 3278820 w 5799173"/>
              <a:gd name="connsiteY17515" fmla="*/ 1811737 h 5017219"/>
              <a:gd name="connsiteX17516" fmla="*/ 3289703 w 5799173"/>
              <a:gd name="connsiteY17516" fmla="*/ 1830680 h 5017219"/>
              <a:gd name="connsiteX17517" fmla="*/ 3289703 w 5799173"/>
              <a:gd name="connsiteY17517" fmla="*/ 1832258 h 5017219"/>
              <a:gd name="connsiteX17518" fmla="*/ 3278736 w 5799173"/>
              <a:gd name="connsiteY17518" fmla="*/ 1851200 h 5017219"/>
              <a:gd name="connsiteX17519" fmla="*/ 3277407 w 5799173"/>
              <a:gd name="connsiteY17519" fmla="*/ 1851948 h 5017219"/>
              <a:gd name="connsiteX17520" fmla="*/ 5723111 w 5799173"/>
              <a:gd name="connsiteY17520" fmla="*/ 2513314 h 5017219"/>
              <a:gd name="connsiteX17521" fmla="*/ 5721781 w 5799173"/>
              <a:gd name="connsiteY17521" fmla="*/ 2512567 h 5017219"/>
              <a:gd name="connsiteX17522" fmla="*/ 5710732 w 5799173"/>
              <a:gd name="connsiteY17522" fmla="*/ 2493458 h 5017219"/>
              <a:gd name="connsiteX17523" fmla="*/ 5710732 w 5799173"/>
              <a:gd name="connsiteY17523" fmla="*/ 2491880 h 5017219"/>
              <a:gd name="connsiteX17524" fmla="*/ 5721781 w 5799173"/>
              <a:gd name="connsiteY17524" fmla="*/ 2472772 h 5017219"/>
              <a:gd name="connsiteX17525" fmla="*/ 5723111 w 5799173"/>
              <a:gd name="connsiteY17525" fmla="*/ 2472024 h 5017219"/>
              <a:gd name="connsiteX17526" fmla="*/ 5745210 w 5799173"/>
              <a:gd name="connsiteY17526" fmla="*/ 2472024 h 5017219"/>
              <a:gd name="connsiteX17527" fmla="*/ 5746539 w 5799173"/>
              <a:gd name="connsiteY17527" fmla="*/ 2472772 h 5017219"/>
              <a:gd name="connsiteX17528" fmla="*/ 5757589 w 5799173"/>
              <a:gd name="connsiteY17528" fmla="*/ 2491880 h 5017219"/>
              <a:gd name="connsiteX17529" fmla="*/ 5757589 w 5799173"/>
              <a:gd name="connsiteY17529" fmla="*/ 2493458 h 5017219"/>
              <a:gd name="connsiteX17530" fmla="*/ 5746539 w 5799173"/>
              <a:gd name="connsiteY17530" fmla="*/ 2512567 h 5017219"/>
              <a:gd name="connsiteX17531" fmla="*/ 5745210 w 5799173"/>
              <a:gd name="connsiteY17531" fmla="*/ 2513314 h 5017219"/>
              <a:gd name="connsiteX17532" fmla="*/ 3435952 w 5799173"/>
              <a:gd name="connsiteY17532" fmla="*/ 1900660 h 5017219"/>
              <a:gd name="connsiteX17533" fmla="*/ 3434621 w 5799173"/>
              <a:gd name="connsiteY17533" fmla="*/ 1899912 h 5017219"/>
              <a:gd name="connsiteX17534" fmla="*/ 3423489 w 5799173"/>
              <a:gd name="connsiteY17534" fmla="*/ 1880638 h 5017219"/>
              <a:gd name="connsiteX17535" fmla="*/ 3423489 w 5799173"/>
              <a:gd name="connsiteY17535" fmla="*/ 1879059 h 5017219"/>
              <a:gd name="connsiteX17536" fmla="*/ 3434621 w 5799173"/>
              <a:gd name="connsiteY17536" fmla="*/ 1859785 h 5017219"/>
              <a:gd name="connsiteX17537" fmla="*/ 3435951 w 5799173"/>
              <a:gd name="connsiteY17537" fmla="*/ 1859037 h 5017219"/>
              <a:gd name="connsiteX17538" fmla="*/ 3458216 w 5799173"/>
              <a:gd name="connsiteY17538" fmla="*/ 1859037 h 5017219"/>
              <a:gd name="connsiteX17539" fmla="*/ 3459545 w 5799173"/>
              <a:gd name="connsiteY17539" fmla="*/ 1859785 h 5017219"/>
              <a:gd name="connsiteX17540" fmla="*/ 3470679 w 5799173"/>
              <a:gd name="connsiteY17540" fmla="*/ 1879059 h 5017219"/>
              <a:gd name="connsiteX17541" fmla="*/ 3470678 w 5799173"/>
              <a:gd name="connsiteY17541" fmla="*/ 1880638 h 5017219"/>
              <a:gd name="connsiteX17542" fmla="*/ 3459546 w 5799173"/>
              <a:gd name="connsiteY17542" fmla="*/ 1899912 h 5017219"/>
              <a:gd name="connsiteX17543" fmla="*/ 3458216 w 5799173"/>
              <a:gd name="connsiteY17543" fmla="*/ 1900660 h 5017219"/>
              <a:gd name="connsiteX17544" fmla="*/ 3917132 w 5799173"/>
              <a:gd name="connsiteY17544" fmla="*/ 2030248 h 5017219"/>
              <a:gd name="connsiteX17545" fmla="*/ 3915719 w 5799173"/>
              <a:gd name="connsiteY17545" fmla="*/ 2029417 h 5017219"/>
              <a:gd name="connsiteX17546" fmla="*/ 3904254 w 5799173"/>
              <a:gd name="connsiteY17546" fmla="*/ 2009561 h 5017219"/>
              <a:gd name="connsiteX17547" fmla="*/ 3904254 w 5799173"/>
              <a:gd name="connsiteY17547" fmla="*/ 2007983 h 5017219"/>
              <a:gd name="connsiteX17548" fmla="*/ 3915719 w 5799173"/>
              <a:gd name="connsiteY17548" fmla="*/ 1988127 h 5017219"/>
              <a:gd name="connsiteX17549" fmla="*/ 3917132 w 5799173"/>
              <a:gd name="connsiteY17549" fmla="*/ 1987296 h 5017219"/>
              <a:gd name="connsiteX17550" fmla="*/ 3939978 w 5799173"/>
              <a:gd name="connsiteY17550" fmla="*/ 1987296 h 5017219"/>
              <a:gd name="connsiteX17551" fmla="*/ 3941391 w 5799173"/>
              <a:gd name="connsiteY17551" fmla="*/ 1988127 h 5017219"/>
              <a:gd name="connsiteX17552" fmla="*/ 3952855 w 5799173"/>
              <a:gd name="connsiteY17552" fmla="*/ 2007983 h 5017219"/>
              <a:gd name="connsiteX17553" fmla="*/ 3952855 w 5799173"/>
              <a:gd name="connsiteY17553" fmla="*/ 2009561 h 5017219"/>
              <a:gd name="connsiteX17554" fmla="*/ 3941391 w 5799173"/>
              <a:gd name="connsiteY17554" fmla="*/ 2029417 h 5017219"/>
              <a:gd name="connsiteX17555" fmla="*/ 3939978 w 5799173"/>
              <a:gd name="connsiteY17555" fmla="*/ 2030248 h 5017219"/>
              <a:gd name="connsiteX17556" fmla="*/ 3977324 w 5799173"/>
              <a:gd name="connsiteY17556" fmla="*/ 2046481 h 5017219"/>
              <a:gd name="connsiteX17557" fmla="*/ 3975912 w 5799173"/>
              <a:gd name="connsiteY17557" fmla="*/ 2045650 h 5017219"/>
              <a:gd name="connsiteX17558" fmla="*/ 3964447 w 5799173"/>
              <a:gd name="connsiteY17558" fmla="*/ 2025711 h 5017219"/>
              <a:gd name="connsiteX17559" fmla="*/ 3964447 w 5799173"/>
              <a:gd name="connsiteY17559" fmla="*/ 2024050 h 5017219"/>
              <a:gd name="connsiteX17560" fmla="*/ 3975912 w 5799173"/>
              <a:gd name="connsiteY17560" fmla="*/ 2004111 h 5017219"/>
              <a:gd name="connsiteX17561" fmla="*/ 3977324 w 5799173"/>
              <a:gd name="connsiteY17561" fmla="*/ 2003280 h 5017219"/>
              <a:gd name="connsiteX17562" fmla="*/ 4000338 w 5799173"/>
              <a:gd name="connsiteY17562" fmla="*/ 2003280 h 5017219"/>
              <a:gd name="connsiteX17563" fmla="*/ 4001750 w 5799173"/>
              <a:gd name="connsiteY17563" fmla="*/ 2004111 h 5017219"/>
              <a:gd name="connsiteX17564" fmla="*/ 4013215 w 5799173"/>
              <a:gd name="connsiteY17564" fmla="*/ 2024050 h 5017219"/>
              <a:gd name="connsiteX17565" fmla="*/ 4013215 w 5799173"/>
              <a:gd name="connsiteY17565" fmla="*/ 2025711 h 5017219"/>
              <a:gd name="connsiteX17566" fmla="*/ 4001750 w 5799173"/>
              <a:gd name="connsiteY17566" fmla="*/ 2045650 h 5017219"/>
              <a:gd name="connsiteX17567" fmla="*/ 4000338 w 5799173"/>
              <a:gd name="connsiteY17567" fmla="*/ 2046481 h 5017219"/>
              <a:gd name="connsiteX17568" fmla="*/ 4097696 w 5799173"/>
              <a:gd name="connsiteY17568" fmla="*/ 2078735 h 5017219"/>
              <a:gd name="connsiteX17569" fmla="*/ 4096284 w 5799173"/>
              <a:gd name="connsiteY17569" fmla="*/ 2077904 h 5017219"/>
              <a:gd name="connsiteX17570" fmla="*/ 4084820 w 5799173"/>
              <a:gd name="connsiteY17570" fmla="*/ 2057965 h 5017219"/>
              <a:gd name="connsiteX17571" fmla="*/ 4084820 w 5799173"/>
              <a:gd name="connsiteY17571" fmla="*/ 2056304 h 5017219"/>
              <a:gd name="connsiteX17572" fmla="*/ 4096284 w 5799173"/>
              <a:gd name="connsiteY17572" fmla="*/ 2036365 h 5017219"/>
              <a:gd name="connsiteX17573" fmla="*/ 4097697 w 5799173"/>
              <a:gd name="connsiteY17573" fmla="*/ 2035534 h 5017219"/>
              <a:gd name="connsiteX17574" fmla="*/ 4120711 w 5799173"/>
              <a:gd name="connsiteY17574" fmla="*/ 2035534 h 5017219"/>
              <a:gd name="connsiteX17575" fmla="*/ 4122123 w 5799173"/>
              <a:gd name="connsiteY17575" fmla="*/ 2036365 h 5017219"/>
              <a:gd name="connsiteX17576" fmla="*/ 4133587 w 5799173"/>
              <a:gd name="connsiteY17576" fmla="*/ 2056304 h 5017219"/>
              <a:gd name="connsiteX17577" fmla="*/ 4133588 w 5799173"/>
              <a:gd name="connsiteY17577" fmla="*/ 2057965 h 5017219"/>
              <a:gd name="connsiteX17578" fmla="*/ 4122123 w 5799173"/>
              <a:gd name="connsiteY17578" fmla="*/ 2077904 h 5017219"/>
              <a:gd name="connsiteX17579" fmla="*/ 4120711 w 5799173"/>
              <a:gd name="connsiteY17579" fmla="*/ 2078735 h 5017219"/>
              <a:gd name="connsiteX17580" fmla="*/ 3495752 w 5799173"/>
              <a:gd name="connsiteY17580" fmla="*/ 1917538 h 5017219"/>
              <a:gd name="connsiteX17581" fmla="*/ 3494340 w 5799173"/>
              <a:gd name="connsiteY17581" fmla="*/ 1916707 h 5017219"/>
              <a:gd name="connsiteX17582" fmla="*/ 3482792 w 5799173"/>
              <a:gd name="connsiteY17582" fmla="*/ 1896685 h 5017219"/>
              <a:gd name="connsiteX17583" fmla="*/ 3482792 w 5799173"/>
              <a:gd name="connsiteY17583" fmla="*/ 1895024 h 5017219"/>
              <a:gd name="connsiteX17584" fmla="*/ 3494340 w 5799173"/>
              <a:gd name="connsiteY17584" fmla="*/ 1875002 h 5017219"/>
              <a:gd name="connsiteX17585" fmla="*/ 3495753 w 5799173"/>
              <a:gd name="connsiteY17585" fmla="*/ 1874171 h 5017219"/>
              <a:gd name="connsiteX17586" fmla="*/ 3518850 w 5799173"/>
              <a:gd name="connsiteY17586" fmla="*/ 1874171 h 5017219"/>
              <a:gd name="connsiteX17587" fmla="*/ 3520262 w 5799173"/>
              <a:gd name="connsiteY17587" fmla="*/ 1875002 h 5017219"/>
              <a:gd name="connsiteX17588" fmla="*/ 3531810 w 5799173"/>
              <a:gd name="connsiteY17588" fmla="*/ 1895024 h 5017219"/>
              <a:gd name="connsiteX17589" fmla="*/ 3531810 w 5799173"/>
              <a:gd name="connsiteY17589" fmla="*/ 1896685 h 5017219"/>
              <a:gd name="connsiteX17590" fmla="*/ 3520262 w 5799173"/>
              <a:gd name="connsiteY17590" fmla="*/ 1916707 h 5017219"/>
              <a:gd name="connsiteX17591" fmla="*/ 3518849 w 5799173"/>
              <a:gd name="connsiteY17591" fmla="*/ 1917538 h 5017219"/>
              <a:gd name="connsiteX17592" fmla="*/ 4037076 w 5799173"/>
              <a:gd name="connsiteY17592" fmla="*/ 2063341 h 5017219"/>
              <a:gd name="connsiteX17593" fmla="*/ 4035664 w 5799173"/>
              <a:gd name="connsiteY17593" fmla="*/ 2062510 h 5017219"/>
              <a:gd name="connsiteX17594" fmla="*/ 4023783 w 5799173"/>
              <a:gd name="connsiteY17594" fmla="*/ 2041907 h 5017219"/>
              <a:gd name="connsiteX17595" fmla="*/ 4023783 w 5799173"/>
              <a:gd name="connsiteY17595" fmla="*/ 2040245 h 5017219"/>
              <a:gd name="connsiteX17596" fmla="*/ 4035664 w 5799173"/>
              <a:gd name="connsiteY17596" fmla="*/ 2019642 h 5017219"/>
              <a:gd name="connsiteX17597" fmla="*/ 4037076 w 5799173"/>
              <a:gd name="connsiteY17597" fmla="*/ 2018811 h 5017219"/>
              <a:gd name="connsiteX17598" fmla="*/ 4060837 w 5799173"/>
              <a:gd name="connsiteY17598" fmla="*/ 2018811 h 5017219"/>
              <a:gd name="connsiteX17599" fmla="*/ 4062249 w 5799173"/>
              <a:gd name="connsiteY17599" fmla="*/ 2019642 h 5017219"/>
              <a:gd name="connsiteX17600" fmla="*/ 4074129 w 5799173"/>
              <a:gd name="connsiteY17600" fmla="*/ 2040245 h 5017219"/>
              <a:gd name="connsiteX17601" fmla="*/ 4074129 w 5799173"/>
              <a:gd name="connsiteY17601" fmla="*/ 2041907 h 5017219"/>
              <a:gd name="connsiteX17602" fmla="*/ 4062249 w 5799173"/>
              <a:gd name="connsiteY17602" fmla="*/ 2062510 h 5017219"/>
              <a:gd name="connsiteX17603" fmla="*/ 4060837 w 5799173"/>
              <a:gd name="connsiteY17603" fmla="*/ 2063341 h 5017219"/>
              <a:gd name="connsiteX17604" fmla="*/ 4209473 w 5799173"/>
              <a:gd name="connsiteY17604" fmla="*/ 2152917 h 5017219"/>
              <a:gd name="connsiteX17605" fmla="*/ 4208726 w 5799173"/>
              <a:gd name="connsiteY17605" fmla="*/ 2152502 h 5017219"/>
              <a:gd name="connsiteX17606" fmla="*/ 4202661 w 5799173"/>
              <a:gd name="connsiteY17606" fmla="*/ 2142034 h 5017219"/>
              <a:gd name="connsiteX17607" fmla="*/ 4202661 w 5799173"/>
              <a:gd name="connsiteY17607" fmla="*/ 2141203 h 5017219"/>
              <a:gd name="connsiteX17608" fmla="*/ 4208726 w 5799173"/>
              <a:gd name="connsiteY17608" fmla="*/ 2130735 h 5017219"/>
              <a:gd name="connsiteX17609" fmla="*/ 4209473 w 5799173"/>
              <a:gd name="connsiteY17609" fmla="*/ 2130320 h 5017219"/>
              <a:gd name="connsiteX17610" fmla="*/ 4221603 w 5799173"/>
              <a:gd name="connsiteY17610" fmla="*/ 2130320 h 5017219"/>
              <a:gd name="connsiteX17611" fmla="*/ 4222351 w 5799173"/>
              <a:gd name="connsiteY17611" fmla="*/ 2130735 h 5017219"/>
              <a:gd name="connsiteX17612" fmla="*/ 4228415 w 5799173"/>
              <a:gd name="connsiteY17612" fmla="*/ 2141202 h 5017219"/>
              <a:gd name="connsiteX17613" fmla="*/ 4228415 w 5799173"/>
              <a:gd name="connsiteY17613" fmla="*/ 2142034 h 5017219"/>
              <a:gd name="connsiteX17614" fmla="*/ 4222351 w 5799173"/>
              <a:gd name="connsiteY17614" fmla="*/ 2152501 h 5017219"/>
              <a:gd name="connsiteX17615" fmla="*/ 4221603 w 5799173"/>
              <a:gd name="connsiteY17615" fmla="*/ 2152917 h 5017219"/>
              <a:gd name="connsiteX17616" fmla="*/ 3727880 w 5799173"/>
              <a:gd name="connsiteY17616" fmla="*/ 2024150 h 5017219"/>
              <a:gd name="connsiteX17617" fmla="*/ 3727132 w 5799173"/>
              <a:gd name="connsiteY17617" fmla="*/ 2023735 h 5017219"/>
              <a:gd name="connsiteX17618" fmla="*/ 3720984 w 5799173"/>
              <a:gd name="connsiteY17618" fmla="*/ 2013101 h 5017219"/>
              <a:gd name="connsiteX17619" fmla="*/ 3720984 w 5799173"/>
              <a:gd name="connsiteY17619" fmla="*/ 2012270 h 5017219"/>
              <a:gd name="connsiteX17620" fmla="*/ 3727132 w 5799173"/>
              <a:gd name="connsiteY17620" fmla="*/ 2001636 h 5017219"/>
              <a:gd name="connsiteX17621" fmla="*/ 3727880 w 5799173"/>
              <a:gd name="connsiteY17621" fmla="*/ 2001220 h 5017219"/>
              <a:gd name="connsiteX17622" fmla="*/ 3740175 w 5799173"/>
              <a:gd name="connsiteY17622" fmla="*/ 2001220 h 5017219"/>
              <a:gd name="connsiteX17623" fmla="*/ 3740923 w 5799173"/>
              <a:gd name="connsiteY17623" fmla="*/ 2001636 h 5017219"/>
              <a:gd name="connsiteX17624" fmla="*/ 3747071 w 5799173"/>
              <a:gd name="connsiteY17624" fmla="*/ 2012270 h 5017219"/>
              <a:gd name="connsiteX17625" fmla="*/ 3747071 w 5799173"/>
              <a:gd name="connsiteY17625" fmla="*/ 2013101 h 5017219"/>
              <a:gd name="connsiteX17626" fmla="*/ 3740923 w 5799173"/>
              <a:gd name="connsiteY17626" fmla="*/ 2023735 h 5017219"/>
              <a:gd name="connsiteX17627" fmla="*/ 3740175 w 5799173"/>
              <a:gd name="connsiteY17627" fmla="*/ 2024150 h 5017219"/>
              <a:gd name="connsiteX17628" fmla="*/ 4268747 w 5799173"/>
              <a:gd name="connsiteY17628" fmla="*/ 2170790 h 5017219"/>
              <a:gd name="connsiteX17629" fmla="*/ 4267915 w 5799173"/>
              <a:gd name="connsiteY17629" fmla="*/ 2170292 h 5017219"/>
              <a:gd name="connsiteX17630" fmla="*/ 4260937 w 5799173"/>
              <a:gd name="connsiteY17630" fmla="*/ 2158245 h 5017219"/>
              <a:gd name="connsiteX17631" fmla="*/ 4260938 w 5799173"/>
              <a:gd name="connsiteY17631" fmla="*/ 2157248 h 5017219"/>
              <a:gd name="connsiteX17632" fmla="*/ 4267915 w 5799173"/>
              <a:gd name="connsiteY17632" fmla="*/ 2145201 h 5017219"/>
              <a:gd name="connsiteX17633" fmla="*/ 4268747 w 5799173"/>
              <a:gd name="connsiteY17633" fmla="*/ 2144703 h 5017219"/>
              <a:gd name="connsiteX17634" fmla="*/ 4282705 w 5799173"/>
              <a:gd name="connsiteY17634" fmla="*/ 2144703 h 5017219"/>
              <a:gd name="connsiteX17635" fmla="*/ 4283534 w 5799173"/>
              <a:gd name="connsiteY17635" fmla="*/ 2145201 h 5017219"/>
              <a:gd name="connsiteX17636" fmla="*/ 4290513 w 5799173"/>
              <a:gd name="connsiteY17636" fmla="*/ 2157248 h 5017219"/>
              <a:gd name="connsiteX17637" fmla="*/ 4290513 w 5799173"/>
              <a:gd name="connsiteY17637" fmla="*/ 2158245 h 5017219"/>
              <a:gd name="connsiteX17638" fmla="*/ 4283534 w 5799173"/>
              <a:gd name="connsiteY17638" fmla="*/ 2170292 h 5017219"/>
              <a:gd name="connsiteX17639" fmla="*/ 4282704 w 5799173"/>
              <a:gd name="connsiteY17639" fmla="*/ 2170790 h 5017219"/>
              <a:gd name="connsiteX17640" fmla="*/ 4328746 w 5799173"/>
              <a:gd name="connsiteY17640" fmla="*/ 2187234 h 5017219"/>
              <a:gd name="connsiteX17641" fmla="*/ 4327915 w 5799173"/>
              <a:gd name="connsiteY17641" fmla="*/ 2186736 h 5017219"/>
              <a:gd name="connsiteX17642" fmla="*/ 4320771 w 5799173"/>
              <a:gd name="connsiteY17642" fmla="*/ 2174440 h 5017219"/>
              <a:gd name="connsiteX17643" fmla="*/ 4320771 w 5799173"/>
              <a:gd name="connsiteY17643" fmla="*/ 2173443 h 5017219"/>
              <a:gd name="connsiteX17644" fmla="*/ 4327915 w 5799173"/>
              <a:gd name="connsiteY17644" fmla="*/ 2161147 h 5017219"/>
              <a:gd name="connsiteX17645" fmla="*/ 4328745 w 5799173"/>
              <a:gd name="connsiteY17645" fmla="*/ 2160649 h 5017219"/>
              <a:gd name="connsiteX17646" fmla="*/ 4342952 w 5799173"/>
              <a:gd name="connsiteY17646" fmla="*/ 2160649 h 5017219"/>
              <a:gd name="connsiteX17647" fmla="*/ 4343783 w 5799173"/>
              <a:gd name="connsiteY17647" fmla="*/ 2161147 h 5017219"/>
              <a:gd name="connsiteX17648" fmla="*/ 4350928 w 5799173"/>
              <a:gd name="connsiteY17648" fmla="*/ 2173443 h 5017219"/>
              <a:gd name="connsiteX17649" fmla="*/ 4350928 w 5799173"/>
              <a:gd name="connsiteY17649" fmla="*/ 2174440 h 5017219"/>
              <a:gd name="connsiteX17650" fmla="*/ 4343783 w 5799173"/>
              <a:gd name="connsiteY17650" fmla="*/ 2186736 h 5017219"/>
              <a:gd name="connsiteX17651" fmla="*/ 4342953 w 5799173"/>
              <a:gd name="connsiteY17651" fmla="*/ 2187234 h 5017219"/>
              <a:gd name="connsiteX17652" fmla="*/ 1920807 w 5799173"/>
              <a:gd name="connsiteY17652" fmla="*/ 1543086 h 5017219"/>
              <a:gd name="connsiteX17653" fmla="*/ 1919894 w 5799173"/>
              <a:gd name="connsiteY17653" fmla="*/ 1542588 h 5017219"/>
              <a:gd name="connsiteX17654" fmla="*/ 1912251 w 5799173"/>
              <a:gd name="connsiteY17654" fmla="*/ 1529378 h 5017219"/>
              <a:gd name="connsiteX17655" fmla="*/ 1912250 w 5799173"/>
              <a:gd name="connsiteY17655" fmla="*/ 1528298 h 5017219"/>
              <a:gd name="connsiteX17656" fmla="*/ 1919894 w 5799173"/>
              <a:gd name="connsiteY17656" fmla="*/ 1515088 h 5017219"/>
              <a:gd name="connsiteX17657" fmla="*/ 1920808 w 5799173"/>
              <a:gd name="connsiteY17657" fmla="*/ 1514590 h 5017219"/>
              <a:gd name="connsiteX17658" fmla="*/ 1936094 w 5799173"/>
              <a:gd name="connsiteY17658" fmla="*/ 1514590 h 5017219"/>
              <a:gd name="connsiteX17659" fmla="*/ 1937008 w 5799173"/>
              <a:gd name="connsiteY17659" fmla="*/ 1515088 h 5017219"/>
              <a:gd name="connsiteX17660" fmla="*/ 1944651 w 5799173"/>
              <a:gd name="connsiteY17660" fmla="*/ 1528298 h 5017219"/>
              <a:gd name="connsiteX17661" fmla="*/ 1944651 w 5799173"/>
              <a:gd name="connsiteY17661" fmla="*/ 1529378 h 5017219"/>
              <a:gd name="connsiteX17662" fmla="*/ 1937008 w 5799173"/>
              <a:gd name="connsiteY17662" fmla="*/ 1542588 h 5017219"/>
              <a:gd name="connsiteX17663" fmla="*/ 1936093 w 5799173"/>
              <a:gd name="connsiteY17663" fmla="*/ 1543086 h 5017219"/>
              <a:gd name="connsiteX17664" fmla="*/ 3665887 w 5799173"/>
              <a:gd name="connsiteY17664" fmla="*/ 2011431 h 5017219"/>
              <a:gd name="connsiteX17665" fmla="*/ 3664890 w 5799173"/>
              <a:gd name="connsiteY17665" fmla="*/ 2010850 h 5017219"/>
              <a:gd name="connsiteX17666" fmla="*/ 3656914 w 5799173"/>
              <a:gd name="connsiteY17666" fmla="*/ 1997059 h 5017219"/>
              <a:gd name="connsiteX17667" fmla="*/ 3656914 w 5799173"/>
              <a:gd name="connsiteY17667" fmla="*/ 1995896 h 5017219"/>
              <a:gd name="connsiteX17668" fmla="*/ 3664890 w 5799173"/>
              <a:gd name="connsiteY17668" fmla="*/ 1982104 h 5017219"/>
              <a:gd name="connsiteX17669" fmla="*/ 3665887 w 5799173"/>
              <a:gd name="connsiteY17669" fmla="*/ 1981523 h 5017219"/>
              <a:gd name="connsiteX17670" fmla="*/ 3681838 w 5799173"/>
              <a:gd name="connsiteY17670" fmla="*/ 1981523 h 5017219"/>
              <a:gd name="connsiteX17671" fmla="*/ 3682834 w 5799173"/>
              <a:gd name="connsiteY17671" fmla="*/ 1982104 h 5017219"/>
              <a:gd name="connsiteX17672" fmla="*/ 3690810 w 5799173"/>
              <a:gd name="connsiteY17672" fmla="*/ 1995896 h 5017219"/>
              <a:gd name="connsiteX17673" fmla="*/ 3690810 w 5799173"/>
              <a:gd name="connsiteY17673" fmla="*/ 1997059 h 5017219"/>
              <a:gd name="connsiteX17674" fmla="*/ 3682834 w 5799173"/>
              <a:gd name="connsiteY17674" fmla="*/ 2010850 h 5017219"/>
              <a:gd name="connsiteX17675" fmla="*/ 3681838 w 5799173"/>
              <a:gd name="connsiteY17675" fmla="*/ 2011431 h 5017219"/>
              <a:gd name="connsiteX17676" fmla="*/ 4387873 w 5799173"/>
              <a:gd name="connsiteY17676" fmla="*/ 2205368 h 5017219"/>
              <a:gd name="connsiteX17677" fmla="*/ 4386876 w 5799173"/>
              <a:gd name="connsiteY17677" fmla="*/ 2204787 h 5017219"/>
              <a:gd name="connsiteX17678" fmla="*/ 4378734 w 5799173"/>
              <a:gd name="connsiteY17678" fmla="*/ 2190580 h 5017219"/>
              <a:gd name="connsiteX17679" fmla="*/ 4378734 w 5799173"/>
              <a:gd name="connsiteY17679" fmla="*/ 2189417 h 5017219"/>
              <a:gd name="connsiteX17680" fmla="*/ 4386959 w 5799173"/>
              <a:gd name="connsiteY17680" fmla="*/ 2175211 h 5017219"/>
              <a:gd name="connsiteX17681" fmla="*/ 4387955 w 5799173"/>
              <a:gd name="connsiteY17681" fmla="*/ 2174629 h 5017219"/>
              <a:gd name="connsiteX17682" fmla="*/ 4404323 w 5799173"/>
              <a:gd name="connsiteY17682" fmla="*/ 2174630 h 5017219"/>
              <a:gd name="connsiteX17683" fmla="*/ 4405319 w 5799173"/>
              <a:gd name="connsiteY17683" fmla="*/ 2175211 h 5017219"/>
              <a:gd name="connsiteX17684" fmla="*/ 4413462 w 5799173"/>
              <a:gd name="connsiteY17684" fmla="*/ 2189418 h 5017219"/>
              <a:gd name="connsiteX17685" fmla="*/ 4413462 w 5799173"/>
              <a:gd name="connsiteY17685" fmla="*/ 2190580 h 5017219"/>
              <a:gd name="connsiteX17686" fmla="*/ 4405236 w 5799173"/>
              <a:gd name="connsiteY17686" fmla="*/ 2204787 h 5017219"/>
              <a:gd name="connsiteX17687" fmla="*/ 4404239 w 5799173"/>
              <a:gd name="connsiteY17687" fmla="*/ 2205368 h 5017219"/>
              <a:gd name="connsiteX17688" fmla="*/ 4447975 w 5799173"/>
              <a:gd name="connsiteY17688" fmla="*/ 2221662 h 5017219"/>
              <a:gd name="connsiteX17689" fmla="*/ 4446978 w 5799173"/>
              <a:gd name="connsiteY17689" fmla="*/ 2221080 h 5017219"/>
              <a:gd name="connsiteX17690" fmla="*/ 4438670 w 5799173"/>
              <a:gd name="connsiteY17690" fmla="*/ 2206707 h 5017219"/>
              <a:gd name="connsiteX17691" fmla="*/ 4438670 w 5799173"/>
              <a:gd name="connsiteY17691" fmla="*/ 2205544 h 5017219"/>
              <a:gd name="connsiteX17692" fmla="*/ 4446978 w 5799173"/>
              <a:gd name="connsiteY17692" fmla="*/ 2191172 h 5017219"/>
              <a:gd name="connsiteX17693" fmla="*/ 4447975 w 5799173"/>
              <a:gd name="connsiteY17693" fmla="*/ 2190590 h 5017219"/>
              <a:gd name="connsiteX17694" fmla="*/ 4464590 w 5799173"/>
              <a:gd name="connsiteY17694" fmla="*/ 2190590 h 5017219"/>
              <a:gd name="connsiteX17695" fmla="*/ 4465587 w 5799173"/>
              <a:gd name="connsiteY17695" fmla="*/ 2191172 h 5017219"/>
              <a:gd name="connsiteX17696" fmla="*/ 4473895 w 5799173"/>
              <a:gd name="connsiteY17696" fmla="*/ 2205544 h 5017219"/>
              <a:gd name="connsiteX17697" fmla="*/ 4473895 w 5799173"/>
              <a:gd name="connsiteY17697" fmla="*/ 2206707 h 5017219"/>
              <a:gd name="connsiteX17698" fmla="*/ 4465587 w 5799173"/>
              <a:gd name="connsiteY17698" fmla="*/ 2221080 h 5017219"/>
              <a:gd name="connsiteX17699" fmla="*/ 4464590 w 5799173"/>
              <a:gd name="connsiteY17699" fmla="*/ 2221662 h 5017219"/>
              <a:gd name="connsiteX17700" fmla="*/ 4508162 w 5799173"/>
              <a:gd name="connsiteY17700" fmla="*/ 2237789 h 5017219"/>
              <a:gd name="connsiteX17701" fmla="*/ 4507165 w 5799173"/>
              <a:gd name="connsiteY17701" fmla="*/ 2237207 h 5017219"/>
              <a:gd name="connsiteX17702" fmla="*/ 4498857 w 5799173"/>
              <a:gd name="connsiteY17702" fmla="*/ 2222834 h 5017219"/>
              <a:gd name="connsiteX17703" fmla="*/ 4498857 w 5799173"/>
              <a:gd name="connsiteY17703" fmla="*/ 2221671 h 5017219"/>
              <a:gd name="connsiteX17704" fmla="*/ 4507165 w 5799173"/>
              <a:gd name="connsiteY17704" fmla="*/ 2207299 h 5017219"/>
              <a:gd name="connsiteX17705" fmla="*/ 4508162 w 5799173"/>
              <a:gd name="connsiteY17705" fmla="*/ 2206717 h 5017219"/>
              <a:gd name="connsiteX17706" fmla="*/ 4524777 w 5799173"/>
              <a:gd name="connsiteY17706" fmla="*/ 2206717 h 5017219"/>
              <a:gd name="connsiteX17707" fmla="*/ 4525774 w 5799173"/>
              <a:gd name="connsiteY17707" fmla="*/ 2207299 h 5017219"/>
              <a:gd name="connsiteX17708" fmla="*/ 4534082 w 5799173"/>
              <a:gd name="connsiteY17708" fmla="*/ 2221671 h 5017219"/>
              <a:gd name="connsiteX17709" fmla="*/ 4534082 w 5799173"/>
              <a:gd name="connsiteY17709" fmla="*/ 2222834 h 5017219"/>
              <a:gd name="connsiteX17710" fmla="*/ 4525774 w 5799173"/>
              <a:gd name="connsiteY17710" fmla="*/ 2237207 h 5017219"/>
              <a:gd name="connsiteX17711" fmla="*/ 4524777 w 5799173"/>
              <a:gd name="connsiteY17711" fmla="*/ 2237789 h 5017219"/>
              <a:gd name="connsiteX17712" fmla="*/ 4568346 w 5799173"/>
              <a:gd name="connsiteY17712" fmla="*/ 2254011 h 5017219"/>
              <a:gd name="connsiteX17713" fmla="*/ 4567349 w 5799173"/>
              <a:gd name="connsiteY17713" fmla="*/ 2253428 h 5017219"/>
              <a:gd name="connsiteX17714" fmla="*/ 4559042 w 5799173"/>
              <a:gd name="connsiteY17714" fmla="*/ 2238973 h 5017219"/>
              <a:gd name="connsiteX17715" fmla="*/ 4559041 w 5799173"/>
              <a:gd name="connsiteY17715" fmla="*/ 2237809 h 5017219"/>
              <a:gd name="connsiteX17716" fmla="*/ 4567349 w 5799173"/>
              <a:gd name="connsiteY17716" fmla="*/ 2223354 h 5017219"/>
              <a:gd name="connsiteX17717" fmla="*/ 4568346 w 5799173"/>
              <a:gd name="connsiteY17717" fmla="*/ 2222772 h 5017219"/>
              <a:gd name="connsiteX17718" fmla="*/ 4585045 w 5799173"/>
              <a:gd name="connsiteY17718" fmla="*/ 2222772 h 5017219"/>
              <a:gd name="connsiteX17719" fmla="*/ 4586041 w 5799173"/>
              <a:gd name="connsiteY17719" fmla="*/ 2223355 h 5017219"/>
              <a:gd name="connsiteX17720" fmla="*/ 4594349 w 5799173"/>
              <a:gd name="connsiteY17720" fmla="*/ 2237809 h 5017219"/>
              <a:gd name="connsiteX17721" fmla="*/ 4594349 w 5799173"/>
              <a:gd name="connsiteY17721" fmla="*/ 2238973 h 5017219"/>
              <a:gd name="connsiteX17722" fmla="*/ 4586041 w 5799173"/>
              <a:gd name="connsiteY17722" fmla="*/ 2253429 h 5017219"/>
              <a:gd name="connsiteX17723" fmla="*/ 4585045 w 5799173"/>
              <a:gd name="connsiteY17723" fmla="*/ 2254011 h 5017219"/>
              <a:gd name="connsiteX17724" fmla="*/ 4748905 w 5799173"/>
              <a:gd name="connsiteY17724" fmla="*/ 2302391 h 5017219"/>
              <a:gd name="connsiteX17725" fmla="*/ 4747908 w 5799173"/>
              <a:gd name="connsiteY17725" fmla="*/ 2301809 h 5017219"/>
              <a:gd name="connsiteX17726" fmla="*/ 4739600 w 5799173"/>
              <a:gd name="connsiteY17726" fmla="*/ 2287354 h 5017219"/>
              <a:gd name="connsiteX17727" fmla="*/ 4739600 w 5799173"/>
              <a:gd name="connsiteY17727" fmla="*/ 2286190 h 5017219"/>
              <a:gd name="connsiteX17728" fmla="*/ 4747908 w 5799173"/>
              <a:gd name="connsiteY17728" fmla="*/ 2271735 h 5017219"/>
              <a:gd name="connsiteX17729" fmla="*/ 4748905 w 5799173"/>
              <a:gd name="connsiteY17729" fmla="*/ 2271153 h 5017219"/>
              <a:gd name="connsiteX17730" fmla="*/ 4765604 w 5799173"/>
              <a:gd name="connsiteY17730" fmla="*/ 2271153 h 5017219"/>
              <a:gd name="connsiteX17731" fmla="*/ 4766600 w 5799173"/>
              <a:gd name="connsiteY17731" fmla="*/ 2271735 h 5017219"/>
              <a:gd name="connsiteX17732" fmla="*/ 4774908 w 5799173"/>
              <a:gd name="connsiteY17732" fmla="*/ 2286190 h 5017219"/>
              <a:gd name="connsiteX17733" fmla="*/ 4774908 w 5799173"/>
              <a:gd name="connsiteY17733" fmla="*/ 2287354 h 5017219"/>
              <a:gd name="connsiteX17734" fmla="*/ 4766600 w 5799173"/>
              <a:gd name="connsiteY17734" fmla="*/ 2301809 h 5017219"/>
              <a:gd name="connsiteX17735" fmla="*/ 4765604 w 5799173"/>
              <a:gd name="connsiteY17735" fmla="*/ 2302391 h 5017219"/>
              <a:gd name="connsiteX17736" fmla="*/ 4628191 w 5799173"/>
              <a:gd name="connsiteY17736" fmla="*/ 2270623 h 5017219"/>
              <a:gd name="connsiteX17737" fmla="*/ 4627111 w 5799173"/>
              <a:gd name="connsiteY17737" fmla="*/ 2270041 h 5017219"/>
              <a:gd name="connsiteX17738" fmla="*/ 4618554 w 5799173"/>
              <a:gd name="connsiteY17738" fmla="*/ 2255170 h 5017219"/>
              <a:gd name="connsiteX17739" fmla="*/ 4618554 w 5799173"/>
              <a:gd name="connsiteY17739" fmla="*/ 2253924 h 5017219"/>
              <a:gd name="connsiteX17740" fmla="*/ 4627194 w 5799173"/>
              <a:gd name="connsiteY17740" fmla="*/ 2239053 h 5017219"/>
              <a:gd name="connsiteX17741" fmla="*/ 4628274 w 5799173"/>
              <a:gd name="connsiteY17741" fmla="*/ 2238471 h 5017219"/>
              <a:gd name="connsiteX17742" fmla="*/ 4645471 w 5799173"/>
              <a:gd name="connsiteY17742" fmla="*/ 2238471 h 5017219"/>
              <a:gd name="connsiteX17743" fmla="*/ 4646551 w 5799173"/>
              <a:gd name="connsiteY17743" fmla="*/ 2239053 h 5017219"/>
              <a:gd name="connsiteX17744" fmla="*/ 4655109 w 5799173"/>
              <a:gd name="connsiteY17744" fmla="*/ 2253924 h 5017219"/>
              <a:gd name="connsiteX17745" fmla="*/ 4655109 w 5799173"/>
              <a:gd name="connsiteY17745" fmla="*/ 2255170 h 5017219"/>
              <a:gd name="connsiteX17746" fmla="*/ 4646468 w 5799173"/>
              <a:gd name="connsiteY17746" fmla="*/ 2270041 h 5017219"/>
              <a:gd name="connsiteX17747" fmla="*/ 4645388 w 5799173"/>
              <a:gd name="connsiteY17747" fmla="*/ 2270623 h 5017219"/>
              <a:gd name="connsiteX17748" fmla="*/ 5771563 w 5799173"/>
              <a:gd name="connsiteY17748" fmla="*/ 2577365 h 5017219"/>
              <a:gd name="connsiteX17749" fmla="*/ 5770483 w 5799173"/>
              <a:gd name="connsiteY17749" fmla="*/ 2576784 h 5017219"/>
              <a:gd name="connsiteX17750" fmla="*/ 5761677 w 5799173"/>
              <a:gd name="connsiteY17750" fmla="*/ 2561580 h 5017219"/>
              <a:gd name="connsiteX17751" fmla="*/ 5761677 w 5799173"/>
              <a:gd name="connsiteY17751" fmla="*/ 2560334 h 5017219"/>
              <a:gd name="connsiteX17752" fmla="*/ 5770483 w 5799173"/>
              <a:gd name="connsiteY17752" fmla="*/ 2545130 h 5017219"/>
              <a:gd name="connsiteX17753" fmla="*/ 5771563 w 5799173"/>
              <a:gd name="connsiteY17753" fmla="*/ 2544549 h 5017219"/>
              <a:gd name="connsiteX17754" fmla="*/ 5789176 w 5799173"/>
              <a:gd name="connsiteY17754" fmla="*/ 2544549 h 5017219"/>
              <a:gd name="connsiteX17755" fmla="*/ 5790256 w 5799173"/>
              <a:gd name="connsiteY17755" fmla="*/ 2545131 h 5017219"/>
              <a:gd name="connsiteX17756" fmla="*/ 5799062 w 5799173"/>
              <a:gd name="connsiteY17756" fmla="*/ 2560334 h 5017219"/>
              <a:gd name="connsiteX17757" fmla="*/ 5799062 w 5799173"/>
              <a:gd name="connsiteY17757" fmla="*/ 2561580 h 5017219"/>
              <a:gd name="connsiteX17758" fmla="*/ 5790256 w 5799173"/>
              <a:gd name="connsiteY17758" fmla="*/ 2576784 h 5017219"/>
              <a:gd name="connsiteX17759" fmla="*/ 5789177 w 5799173"/>
              <a:gd name="connsiteY17759" fmla="*/ 2577364 h 5017219"/>
              <a:gd name="connsiteX17760" fmla="*/ 836230 w 5799173"/>
              <a:gd name="connsiteY17760" fmla="*/ 1255216 h 5017219"/>
              <a:gd name="connsiteX17761" fmla="*/ 835150 w 5799173"/>
              <a:gd name="connsiteY17761" fmla="*/ 1254551 h 5017219"/>
              <a:gd name="connsiteX17762" fmla="*/ 826261 w 5799173"/>
              <a:gd name="connsiteY17762" fmla="*/ 1239099 h 5017219"/>
              <a:gd name="connsiteX17763" fmla="*/ 826261 w 5799173"/>
              <a:gd name="connsiteY17763" fmla="*/ 1237852 h 5017219"/>
              <a:gd name="connsiteX17764" fmla="*/ 835150 w 5799173"/>
              <a:gd name="connsiteY17764" fmla="*/ 1222400 h 5017219"/>
              <a:gd name="connsiteX17765" fmla="*/ 836230 w 5799173"/>
              <a:gd name="connsiteY17765" fmla="*/ 1221735 h 5017219"/>
              <a:gd name="connsiteX17766" fmla="*/ 854009 w 5799173"/>
              <a:gd name="connsiteY17766" fmla="*/ 1221735 h 5017219"/>
              <a:gd name="connsiteX17767" fmla="*/ 855089 w 5799173"/>
              <a:gd name="connsiteY17767" fmla="*/ 1222400 h 5017219"/>
              <a:gd name="connsiteX17768" fmla="*/ 863979 w 5799173"/>
              <a:gd name="connsiteY17768" fmla="*/ 1237852 h 5017219"/>
              <a:gd name="connsiteX17769" fmla="*/ 863979 w 5799173"/>
              <a:gd name="connsiteY17769" fmla="*/ 1239099 h 5017219"/>
              <a:gd name="connsiteX17770" fmla="*/ 855089 w 5799173"/>
              <a:gd name="connsiteY17770" fmla="*/ 1254551 h 5017219"/>
              <a:gd name="connsiteX17771" fmla="*/ 854009 w 5799173"/>
              <a:gd name="connsiteY17771" fmla="*/ 1255216 h 5017219"/>
              <a:gd name="connsiteX17772" fmla="*/ 896179 w 5799173"/>
              <a:gd name="connsiteY17772" fmla="*/ 1271760 h 5017219"/>
              <a:gd name="connsiteX17773" fmla="*/ 895099 w 5799173"/>
              <a:gd name="connsiteY17773" fmla="*/ 1271095 h 5017219"/>
              <a:gd name="connsiteX17774" fmla="*/ 885960 w 5799173"/>
              <a:gd name="connsiteY17774" fmla="*/ 1255227 h 5017219"/>
              <a:gd name="connsiteX17775" fmla="*/ 885960 w 5799173"/>
              <a:gd name="connsiteY17775" fmla="*/ 1253898 h 5017219"/>
              <a:gd name="connsiteX17776" fmla="*/ 895098 w 5799173"/>
              <a:gd name="connsiteY17776" fmla="*/ 1238030 h 5017219"/>
              <a:gd name="connsiteX17777" fmla="*/ 896178 w 5799173"/>
              <a:gd name="connsiteY17777" fmla="*/ 1237365 h 5017219"/>
              <a:gd name="connsiteX17778" fmla="*/ 914456 w 5799173"/>
              <a:gd name="connsiteY17778" fmla="*/ 1237365 h 5017219"/>
              <a:gd name="connsiteX17779" fmla="*/ 915536 w 5799173"/>
              <a:gd name="connsiteY17779" fmla="*/ 1238030 h 5017219"/>
              <a:gd name="connsiteX17780" fmla="*/ 924675 w 5799173"/>
              <a:gd name="connsiteY17780" fmla="*/ 1253898 h 5017219"/>
              <a:gd name="connsiteX17781" fmla="*/ 924675 w 5799173"/>
              <a:gd name="connsiteY17781" fmla="*/ 1255227 h 5017219"/>
              <a:gd name="connsiteX17782" fmla="*/ 915536 w 5799173"/>
              <a:gd name="connsiteY17782" fmla="*/ 1271095 h 5017219"/>
              <a:gd name="connsiteX17783" fmla="*/ 914456 w 5799173"/>
              <a:gd name="connsiteY17783" fmla="*/ 1271760 h 5017219"/>
              <a:gd name="connsiteX17784" fmla="*/ 956260 w 5799173"/>
              <a:gd name="connsiteY17784" fmla="*/ 1288050 h 5017219"/>
              <a:gd name="connsiteX17785" fmla="*/ 955097 w 5799173"/>
              <a:gd name="connsiteY17785" fmla="*/ 1287385 h 5017219"/>
              <a:gd name="connsiteX17786" fmla="*/ 945875 w 5799173"/>
              <a:gd name="connsiteY17786" fmla="*/ 1271434 h 5017219"/>
              <a:gd name="connsiteX17787" fmla="*/ 945875 w 5799173"/>
              <a:gd name="connsiteY17787" fmla="*/ 1270105 h 5017219"/>
              <a:gd name="connsiteX17788" fmla="*/ 955098 w 5799173"/>
              <a:gd name="connsiteY17788" fmla="*/ 1254154 h 5017219"/>
              <a:gd name="connsiteX17789" fmla="*/ 956260 w 5799173"/>
              <a:gd name="connsiteY17789" fmla="*/ 1253489 h 5017219"/>
              <a:gd name="connsiteX17790" fmla="*/ 974703 w 5799173"/>
              <a:gd name="connsiteY17790" fmla="*/ 1253489 h 5017219"/>
              <a:gd name="connsiteX17791" fmla="*/ 975866 w 5799173"/>
              <a:gd name="connsiteY17791" fmla="*/ 1254154 h 5017219"/>
              <a:gd name="connsiteX17792" fmla="*/ 985088 w 5799173"/>
              <a:gd name="connsiteY17792" fmla="*/ 1270105 h 5017219"/>
              <a:gd name="connsiteX17793" fmla="*/ 985088 w 5799173"/>
              <a:gd name="connsiteY17793" fmla="*/ 1271434 h 5017219"/>
              <a:gd name="connsiteX17794" fmla="*/ 975867 w 5799173"/>
              <a:gd name="connsiteY17794" fmla="*/ 1287385 h 5017219"/>
              <a:gd name="connsiteX17795" fmla="*/ 974703 w 5799173"/>
              <a:gd name="connsiteY17795" fmla="*/ 1288049 h 5017219"/>
              <a:gd name="connsiteX17796" fmla="*/ 1076631 w 5799173"/>
              <a:gd name="connsiteY17796" fmla="*/ 1320396 h 5017219"/>
              <a:gd name="connsiteX17797" fmla="*/ 1075467 w 5799173"/>
              <a:gd name="connsiteY17797" fmla="*/ 1319732 h 5017219"/>
              <a:gd name="connsiteX17798" fmla="*/ 1066245 w 5799173"/>
              <a:gd name="connsiteY17798" fmla="*/ 1303697 h 5017219"/>
              <a:gd name="connsiteX17799" fmla="*/ 1066246 w 5799173"/>
              <a:gd name="connsiteY17799" fmla="*/ 1302368 h 5017219"/>
              <a:gd name="connsiteX17800" fmla="*/ 1075467 w 5799173"/>
              <a:gd name="connsiteY17800" fmla="*/ 1286334 h 5017219"/>
              <a:gd name="connsiteX17801" fmla="*/ 1076631 w 5799173"/>
              <a:gd name="connsiteY17801" fmla="*/ 1285669 h 5017219"/>
              <a:gd name="connsiteX17802" fmla="*/ 1095156 w 5799173"/>
              <a:gd name="connsiteY17802" fmla="*/ 1285669 h 5017219"/>
              <a:gd name="connsiteX17803" fmla="*/ 1096320 w 5799173"/>
              <a:gd name="connsiteY17803" fmla="*/ 1286334 h 5017219"/>
              <a:gd name="connsiteX17804" fmla="*/ 1105542 w 5799173"/>
              <a:gd name="connsiteY17804" fmla="*/ 1302368 h 5017219"/>
              <a:gd name="connsiteX17805" fmla="*/ 1105542 w 5799173"/>
              <a:gd name="connsiteY17805" fmla="*/ 1303697 h 5017219"/>
              <a:gd name="connsiteX17806" fmla="*/ 1096320 w 5799173"/>
              <a:gd name="connsiteY17806" fmla="*/ 1319732 h 5017219"/>
              <a:gd name="connsiteX17807" fmla="*/ 1095156 w 5799173"/>
              <a:gd name="connsiteY17807" fmla="*/ 1320396 h 5017219"/>
              <a:gd name="connsiteX17808" fmla="*/ 1859052 w 5799173"/>
              <a:gd name="connsiteY17808" fmla="*/ 1530045 h 5017219"/>
              <a:gd name="connsiteX17809" fmla="*/ 1857889 w 5799173"/>
              <a:gd name="connsiteY17809" fmla="*/ 1529381 h 5017219"/>
              <a:gd name="connsiteX17810" fmla="*/ 1848667 w 5799173"/>
              <a:gd name="connsiteY17810" fmla="*/ 1513346 h 5017219"/>
              <a:gd name="connsiteX17811" fmla="*/ 1848667 w 5799173"/>
              <a:gd name="connsiteY17811" fmla="*/ 1512017 h 5017219"/>
              <a:gd name="connsiteX17812" fmla="*/ 1857889 w 5799173"/>
              <a:gd name="connsiteY17812" fmla="*/ 1495983 h 5017219"/>
              <a:gd name="connsiteX17813" fmla="*/ 1859052 w 5799173"/>
              <a:gd name="connsiteY17813" fmla="*/ 1495318 h 5017219"/>
              <a:gd name="connsiteX17814" fmla="*/ 1877578 w 5799173"/>
              <a:gd name="connsiteY17814" fmla="*/ 1495318 h 5017219"/>
              <a:gd name="connsiteX17815" fmla="*/ 1878741 w 5799173"/>
              <a:gd name="connsiteY17815" fmla="*/ 1495983 h 5017219"/>
              <a:gd name="connsiteX17816" fmla="*/ 1887963 w 5799173"/>
              <a:gd name="connsiteY17816" fmla="*/ 1512017 h 5017219"/>
              <a:gd name="connsiteX17817" fmla="*/ 1887963 w 5799173"/>
              <a:gd name="connsiteY17817" fmla="*/ 1513346 h 5017219"/>
              <a:gd name="connsiteX17818" fmla="*/ 1878741 w 5799173"/>
              <a:gd name="connsiteY17818" fmla="*/ 1529381 h 5017219"/>
              <a:gd name="connsiteX17819" fmla="*/ 1877578 w 5799173"/>
              <a:gd name="connsiteY17819" fmla="*/ 1530045 h 5017219"/>
              <a:gd name="connsiteX17820" fmla="*/ 1016281 w 5799173"/>
              <a:gd name="connsiteY17820" fmla="*/ 1304414 h 5017219"/>
              <a:gd name="connsiteX17821" fmla="*/ 1015118 w 5799173"/>
              <a:gd name="connsiteY17821" fmla="*/ 1303750 h 5017219"/>
              <a:gd name="connsiteX17822" fmla="*/ 1005731 w 5799173"/>
              <a:gd name="connsiteY17822" fmla="*/ 1287549 h 5017219"/>
              <a:gd name="connsiteX17823" fmla="*/ 1005731 w 5799173"/>
              <a:gd name="connsiteY17823" fmla="*/ 1286220 h 5017219"/>
              <a:gd name="connsiteX17824" fmla="*/ 1015118 w 5799173"/>
              <a:gd name="connsiteY17824" fmla="*/ 1270020 h 5017219"/>
              <a:gd name="connsiteX17825" fmla="*/ 1016281 w 5799173"/>
              <a:gd name="connsiteY17825" fmla="*/ 1269355 h 5017219"/>
              <a:gd name="connsiteX17826" fmla="*/ 1034975 w 5799173"/>
              <a:gd name="connsiteY17826" fmla="*/ 1269355 h 5017219"/>
              <a:gd name="connsiteX17827" fmla="*/ 1036138 w 5799173"/>
              <a:gd name="connsiteY17827" fmla="*/ 1270020 h 5017219"/>
              <a:gd name="connsiteX17828" fmla="*/ 1045526 w 5799173"/>
              <a:gd name="connsiteY17828" fmla="*/ 1286220 h 5017219"/>
              <a:gd name="connsiteX17829" fmla="*/ 1045526 w 5799173"/>
              <a:gd name="connsiteY17829" fmla="*/ 1287549 h 5017219"/>
              <a:gd name="connsiteX17830" fmla="*/ 1036138 w 5799173"/>
              <a:gd name="connsiteY17830" fmla="*/ 1303750 h 5017219"/>
              <a:gd name="connsiteX17831" fmla="*/ 1034974 w 5799173"/>
              <a:gd name="connsiteY17831" fmla="*/ 1304414 h 5017219"/>
              <a:gd name="connsiteX17832" fmla="*/ 1256943 w 5799173"/>
              <a:gd name="connsiteY17832" fmla="*/ 1369099 h 5017219"/>
              <a:gd name="connsiteX17833" fmla="*/ 1255780 w 5799173"/>
              <a:gd name="connsiteY17833" fmla="*/ 1368434 h 5017219"/>
              <a:gd name="connsiteX17834" fmla="*/ 1246309 w 5799173"/>
              <a:gd name="connsiteY17834" fmla="*/ 1352067 h 5017219"/>
              <a:gd name="connsiteX17835" fmla="*/ 1246309 w 5799173"/>
              <a:gd name="connsiteY17835" fmla="*/ 1350738 h 5017219"/>
              <a:gd name="connsiteX17836" fmla="*/ 1255780 w 5799173"/>
              <a:gd name="connsiteY17836" fmla="*/ 1334372 h 5017219"/>
              <a:gd name="connsiteX17837" fmla="*/ 1256943 w 5799173"/>
              <a:gd name="connsiteY17837" fmla="*/ 1333707 h 5017219"/>
              <a:gd name="connsiteX17838" fmla="*/ 1275885 w 5799173"/>
              <a:gd name="connsiteY17838" fmla="*/ 1333707 h 5017219"/>
              <a:gd name="connsiteX17839" fmla="*/ 1277048 w 5799173"/>
              <a:gd name="connsiteY17839" fmla="*/ 1334372 h 5017219"/>
              <a:gd name="connsiteX17840" fmla="*/ 1286519 w 5799173"/>
              <a:gd name="connsiteY17840" fmla="*/ 1350738 h 5017219"/>
              <a:gd name="connsiteX17841" fmla="*/ 1286519 w 5799173"/>
              <a:gd name="connsiteY17841" fmla="*/ 1352067 h 5017219"/>
              <a:gd name="connsiteX17842" fmla="*/ 1277047 w 5799173"/>
              <a:gd name="connsiteY17842" fmla="*/ 1368434 h 5017219"/>
              <a:gd name="connsiteX17843" fmla="*/ 1275885 w 5799173"/>
              <a:gd name="connsiteY17843" fmla="*/ 1369099 h 5017219"/>
              <a:gd name="connsiteX17844" fmla="*/ 1317129 w 5799173"/>
              <a:gd name="connsiteY17844" fmla="*/ 1385226 h 5017219"/>
              <a:gd name="connsiteX17845" fmla="*/ 1315966 w 5799173"/>
              <a:gd name="connsiteY17845" fmla="*/ 1384561 h 5017219"/>
              <a:gd name="connsiteX17846" fmla="*/ 1306495 w 5799173"/>
              <a:gd name="connsiteY17846" fmla="*/ 1368194 h 5017219"/>
              <a:gd name="connsiteX17847" fmla="*/ 1306495 w 5799173"/>
              <a:gd name="connsiteY17847" fmla="*/ 1366865 h 5017219"/>
              <a:gd name="connsiteX17848" fmla="*/ 1315966 w 5799173"/>
              <a:gd name="connsiteY17848" fmla="*/ 1350499 h 5017219"/>
              <a:gd name="connsiteX17849" fmla="*/ 1317129 w 5799173"/>
              <a:gd name="connsiteY17849" fmla="*/ 1349834 h 5017219"/>
              <a:gd name="connsiteX17850" fmla="*/ 1336071 w 5799173"/>
              <a:gd name="connsiteY17850" fmla="*/ 1349834 h 5017219"/>
              <a:gd name="connsiteX17851" fmla="*/ 1337234 w 5799173"/>
              <a:gd name="connsiteY17851" fmla="*/ 1350499 h 5017219"/>
              <a:gd name="connsiteX17852" fmla="*/ 1346705 w 5799173"/>
              <a:gd name="connsiteY17852" fmla="*/ 1366865 h 5017219"/>
              <a:gd name="connsiteX17853" fmla="*/ 1346705 w 5799173"/>
              <a:gd name="connsiteY17853" fmla="*/ 1368194 h 5017219"/>
              <a:gd name="connsiteX17854" fmla="*/ 1337233 w 5799173"/>
              <a:gd name="connsiteY17854" fmla="*/ 1384561 h 5017219"/>
              <a:gd name="connsiteX17855" fmla="*/ 1336071 w 5799173"/>
              <a:gd name="connsiteY17855" fmla="*/ 1385226 h 5017219"/>
              <a:gd name="connsiteX17856" fmla="*/ 1136486 w 5799173"/>
              <a:gd name="connsiteY17856" fmla="*/ 1336928 h 5017219"/>
              <a:gd name="connsiteX17857" fmla="*/ 1135323 w 5799173"/>
              <a:gd name="connsiteY17857" fmla="*/ 1336263 h 5017219"/>
              <a:gd name="connsiteX17858" fmla="*/ 1125852 w 5799173"/>
              <a:gd name="connsiteY17858" fmla="*/ 1319814 h 5017219"/>
              <a:gd name="connsiteX17859" fmla="*/ 1125852 w 5799173"/>
              <a:gd name="connsiteY17859" fmla="*/ 1318485 h 5017219"/>
              <a:gd name="connsiteX17860" fmla="*/ 1135406 w 5799173"/>
              <a:gd name="connsiteY17860" fmla="*/ 1302035 h 5017219"/>
              <a:gd name="connsiteX17861" fmla="*/ 1136569 w 5799173"/>
              <a:gd name="connsiteY17861" fmla="*/ 1301370 h 5017219"/>
              <a:gd name="connsiteX17862" fmla="*/ 1155594 w 5799173"/>
              <a:gd name="connsiteY17862" fmla="*/ 1301370 h 5017219"/>
              <a:gd name="connsiteX17863" fmla="*/ 1156757 w 5799173"/>
              <a:gd name="connsiteY17863" fmla="*/ 1302035 h 5017219"/>
              <a:gd name="connsiteX17864" fmla="*/ 1166228 w 5799173"/>
              <a:gd name="connsiteY17864" fmla="*/ 1318485 h 5017219"/>
              <a:gd name="connsiteX17865" fmla="*/ 1166228 w 5799173"/>
              <a:gd name="connsiteY17865" fmla="*/ 1319814 h 5017219"/>
              <a:gd name="connsiteX17866" fmla="*/ 1156674 w 5799173"/>
              <a:gd name="connsiteY17866" fmla="*/ 1336263 h 5017219"/>
              <a:gd name="connsiteX17867" fmla="*/ 1155511 w 5799173"/>
              <a:gd name="connsiteY17867" fmla="*/ 1336928 h 5017219"/>
              <a:gd name="connsiteX17868" fmla="*/ 1196651 w 5799173"/>
              <a:gd name="connsiteY17868" fmla="*/ 1353218 h 5017219"/>
              <a:gd name="connsiteX17869" fmla="*/ 1195488 w 5799173"/>
              <a:gd name="connsiteY17869" fmla="*/ 1352553 h 5017219"/>
              <a:gd name="connsiteX17870" fmla="*/ 1185934 w 5799173"/>
              <a:gd name="connsiteY17870" fmla="*/ 1336021 h 5017219"/>
              <a:gd name="connsiteX17871" fmla="*/ 1185934 w 5799173"/>
              <a:gd name="connsiteY17871" fmla="*/ 1334691 h 5017219"/>
              <a:gd name="connsiteX17872" fmla="*/ 1195488 w 5799173"/>
              <a:gd name="connsiteY17872" fmla="*/ 1318159 h 5017219"/>
              <a:gd name="connsiteX17873" fmla="*/ 1196651 w 5799173"/>
              <a:gd name="connsiteY17873" fmla="*/ 1317494 h 5017219"/>
              <a:gd name="connsiteX17874" fmla="*/ 1215759 w 5799173"/>
              <a:gd name="connsiteY17874" fmla="*/ 1317494 h 5017219"/>
              <a:gd name="connsiteX17875" fmla="*/ 1216922 w 5799173"/>
              <a:gd name="connsiteY17875" fmla="*/ 1318159 h 5017219"/>
              <a:gd name="connsiteX17876" fmla="*/ 1226476 w 5799173"/>
              <a:gd name="connsiteY17876" fmla="*/ 1334691 h 5017219"/>
              <a:gd name="connsiteX17877" fmla="*/ 1226476 w 5799173"/>
              <a:gd name="connsiteY17877" fmla="*/ 1336021 h 5017219"/>
              <a:gd name="connsiteX17878" fmla="*/ 1216922 w 5799173"/>
              <a:gd name="connsiteY17878" fmla="*/ 1352553 h 5017219"/>
              <a:gd name="connsiteX17879" fmla="*/ 1215759 w 5799173"/>
              <a:gd name="connsiteY17879" fmla="*/ 1353218 h 5017219"/>
              <a:gd name="connsiteX17880" fmla="*/ 1497498 w 5799173"/>
              <a:gd name="connsiteY17880" fmla="*/ 1434029 h 5017219"/>
              <a:gd name="connsiteX17881" fmla="*/ 1496335 w 5799173"/>
              <a:gd name="connsiteY17881" fmla="*/ 1433365 h 5017219"/>
              <a:gd name="connsiteX17882" fmla="*/ 1486698 w 5799173"/>
              <a:gd name="connsiteY17882" fmla="*/ 1416666 h 5017219"/>
              <a:gd name="connsiteX17883" fmla="*/ 1486698 w 5799173"/>
              <a:gd name="connsiteY17883" fmla="*/ 1415337 h 5017219"/>
              <a:gd name="connsiteX17884" fmla="*/ 1496335 w 5799173"/>
              <a:gd name="connsiteY17884" fmla="*/ 1398638 h 5017219"/>
              <a:gd name="connsiteX17885" fmla="*/ 1497498 w 5799173"/>
              <a:gd name="connsiteY17885" fmla="*/ 1397973 h 5017219"/>
              <a:gd name="connsiteX17886" fmla="*/ 1516855 w 5799173"/>
              <a:gd name="connsiteY17886" fmla="*/ 1397973 h 5017219"/>
              <a:gd name="connsiteX17887" fmla="*/ 1518019 w 5799173"/>
              <a:gd name="connsiteY17887" fmla="*/ 1398638 h 5017219"/>
              <a:gd name="connsiteX17888" fmla="*/ 1527656 w 5799173"/>
              <a:gd name="connsiteY17888" fmla="*/ 1415338 h 5017219"/>
              <a:gd name="connsiteX17889" fmla="*/ 1527656 w 5799173"/>
              <a:gd name="connsiteY17889" fmla="*/ 1416666 h 5017219"/>
              <a:gd name="connsiteX17890" fmla="*/ 1518019 w 5799173"/>
              <a:gd name="connsiteY17890" fmla="*/ 1433365 h 5017219"/>
              <a:gd name="connsiteX17891" fmla="*/ 1516855 w 5799173"/>
              <a:gd name="connsiteY17891" fmla="*/ 1434029 h 5017219"/>
              <a:gd name="connsiteX17892" fmla="*/ 1377075 w 5799173"/>
              <a:gd name="connsiteY17892" fmla="*/ 1401853 h 5017219"/>
              <a:gd name="connsiteX17893" fmla="*/ 1375912 w 5799173"/>
              <a:gd name="connsiteY17893" fmla="*/ 1401188 h 5017219"/>
              <a:gd name="connsiteX17894" fmla="*/ 1366192 w 5799173"/>
              <a:gd name="connsiteY17894" fmla="*/ 1384323 h 5017219"/>
              <a:gd name="connsiteX17895" fmla="*/ 1366192 w 5799173"/>
              <a:gd name="connsiteY17895" fmla="*/ 1382911 h 5017219"/>
              <a:gd name="connsiteX17896" fmla="*/ 1375912 w 5799173"/>
              <a:gd name="connsiteY17896" fmla="*/ 1366046 h 5017219"/>
              <a:gd name="connsiteX17897" fmla="*/ 1377075 w 5799173"/>
              <a:gd name="connsiteY17897" fmla="*/ 1365381 h 5017219"/>
              <a:gd name="connsiteX17898" fmla="*/ 1396516 w 5799173"/>
              <a:gd name="connsiteY17898" fmla="*/ 1365381 h 5017219"/>
              <a:gd name="connsiteX17899" fmla="*/ 1397679 w 5799173"/>
              <a:gd name="connsiteY17899" fmla="*/ 1366046 h 5017219"/>
              <a:gd name="connsiteX17900" fmla="*/ 1407399 w 5799173"/>
              <a:gd name="connsiteY17900" fmla="*/ 1382911 h 5017219"/>
              <a:gd name="connsiteX17901" fmla="*/ 1407399 w 5799173"/>
              <a:gd name="connsiteY17901" fmla="*/ 1384323 h 5017219"/>
              <a:gd name="connsiteX17902" fmla="*/ 1397679 w 5799173"/>
              <a:gd name="connsiteY17902" fmla="*/ 1401188 h 5017219"/>
              <a:gd name="connsiteX17903" fmla="*/ 1396516 w 5799173"/>
              <a:gd name="connsiteY17903" fmla="*/ 1401853 h 5017219"/>
              <a:gd name="connsiteX17904" fmla="*/ 4927980 w 5799173"/>
              <a:gd name="connsiteY17904" fmla="*/ 2353420 h 5017219"/>
              <a:gd name="connsiteX17905" fmla="*/ 4926817 w 5799173"/>
              <a:gd name="connsiteY17905" fmla="*/ 2352755 h 5017219"/>
              <a:gd name="connsiteX17906" fmla="*/ 4917097 w 5799173"/>
              <a:gd name="connsiteY17906" fmla="*/ 2335807 h 5017219"/>
              <a:gd name="connsiteX17907" fmla="*/ 4917097 w 5799173"/>
              <a:gd name="connsiteY17907" fmla="*/ 2334395 h 5017219"/>
              <a:gd name="connsiteX17908" fmla="*/ 4926900 w 5799173"/>
              <a:gd name="connsiteY17908" fmla="*/ 2317447 h 5017219"/>
              <a:gd name="connsiteX17909" fmla="*/ 4928063 w 5799173"/>
              <a:gd name="connsiteY17909" fmla="*/ 2316782 h 5017219"/>
              <a:gd name="connsiteX17910" fmla="*/ 4947587 w 5799173"/>
              <a:gd name="connsiteY17910" fmla="*/ 2316782 h 5017219"/>
              <a:gd name="connsiteX17911" fmla="*/ 4948750 w 5799173"/>
              <a:gd name="connsiteY17911" fmla="*/ 2317447 h 5017219"/>
              <a:gd name="connsiteX17912" fmla="*/ 4958470 w 5799173"/>
              <a:gd name="connsiteY17912" fmla="*/ 2334395 h 5017219"/>
              <a:gd name="connsiteX17913" fmla="*/ 4958470 w 5799173"/>
              <a:gd name="connsiteY17913" fmla="*/ 2335807 h 5017219"/>
              <a:gd name="connsiteX17914" fmla="*/ 4948667 w 5799173"/>
              <a:gd name="connsiteY17914" fmla="*/ 2352755 h 5017219"/>
              <a:gd name="connsiteX17915" fmla="*/ 4947504 w 5799173"/>
              <a:gd name="connsiteY17915" fmla="*/ 2353420 h 5017219"/>
              <a:gd name="connsiteX17916" fmla="*/ 1677925 w 5799173"/>
              <a:gd name="connsiteY17916" fmla="*/ 1482652 h 5017219"/>
              <a:gd name="connsiteX17917" fmla="*/ 1676761 w 5799173"/>
              <a:gd name="connsiteY17917" fmla="*/ 1481987 h 5017219"/>
              <a:gd name="connsiteX17918" fmla="*/ 1666958 w 5799173"/>
              <a:gd name="connsiteY17918" fmla="*/ 1464956 h 5017219"/>
              <a:gd name="connsiteX17919" fmla="*/ 1666957 w 5799173"/>
              <a:gd name="connsiteY17919" fmla="*/ 1463544 h 5017219"/>
              <a:gd name="connsiteX17920" fmla="*/ 1676760 w 5799173"/>
              <a:gd name="connsiteY17920" fmla="*/ 1446513 h 5017219"/>
              <a:gd name="connsiteX17921" fmla="*/ 1677924 w 5799173"/>
              <a:gd name="connsiteY17921" fmla="*/ 1445848 h 5017219"/>
              <a:gd name="connsiteX17922" fmla="*/ 1697530 w 5799173"/>
              <a:gd name="connsiteY17922" fmla="*/ 1445848 h 5017219"/>
              <a:gd name="connsiteX17923" fmla="*/ 1698693 w 5799173"/>
              <a:gd name="connsiteY17923" fmla="*/ 1446513 h 5017219"/>
              <a:gd name="connsiteX17924" fmla="*/ 1708497 w 5799173"/>
              <a:gd name="connsiteY17924" fmla="*/ 1463544 h 5017219"/>
              <a:gd name="connsiteX17925" fmla="*/ 1708497 w 5799173"/>
              <a:gd name="connsiteY17925" fmla="*/ 1464956 h 5017219"/>
              <a:gd name="connsiteX17926" fmla="*/ 1698693 w 5799173"/>
              <a:gd name="connsiteY17926" fmla="*/ 1481987 h 5017219"/>
              <a:gd name="connsiteX17927" fmla="*/ 1697530 w 5799173"/>
              <a:gd name="connsiteY17927" fmla="*/ 1482652 h 5017219"/>
              <a:gd name="connsiteX17928" fmla="*/ 1738008 w 5799173"/>
              <a:gd name="connsiteY17928" fmla="*/ 1498932 h 5017219"/>
              <a:gd name="connsiteX17929" fmla="*/ 1736761 w 5799173"/>
              <a:gd name="connsiteY17929" fmla="*/ 1498268 h 5017219"/>
              <a:gd name="connsiteX17930" fmla="*/ 1726875 w 5799173"/>
              <a:gd name="connsiteY17930" fmla="*/ 1481153 h 5017219"/>
              <a:gd name="connsiteX17931" fmla="*/ 1726875 w 5799173"/>
              <a:gd name="connsiteY17931" fmla="*/ 1479741 h 5017219"/>
              <a:gd name="connsiteX17932" fmla="*/ 1736761 w 5799173"/>
              <a:gd name="connsiteY17932" fmla="*/ 1462627 h 5017219"/>
              <a:gd name="connsiteX17933" fmla="*/ 1738008 w 5799173"/>
              <a:gd name="connsiteY17933" fmla="*/ 1461962 h 5017219"/>
              <a:gd name="connsiteX17934" fmla="*/ 1757697 w 5799173"/>
              <a:gd name="connsiteY17934" fmla="*/ 1461962 h 5017219"/>
              <a:gd name="connsiteX17935" fmla="*/ 1758944 w 5799173"/>
              <a:gd name="connsiteY17935" fmla="*/ 1462627 h 5017219"/>
              <a:gd name="connsiteX17936" fmla="*/ 1768830 w 5799173"/>
              <a:gd name="connsiteY17936" fmla="*/ 1479741 h 5017219"/>
              <a:gd name="connsiteX17937" fmla="*/ 1768830 w 5799173"/>
              <a:gd name="connsiteY17937" fmla="*/ 1481153 h 5017219"/>
              <a:gd name="connsiteX17938" fmla="*/ 1758944 w 5799173"/>
              <a:gd name="connsiteY17938" fmla="*/ 1498268 h 5017219"/>
              <a:gd name="connsiteX17939" fmla="*/ 1757697 w 5799173"/>
              <a:gd name="connsiteY17939" fmla="*/ 1498932 h 5017219"/>
              <a:gd name="connsiteX17940" fmla="*/ 1557445 w 5799173"/>
              <a:gd name="connsiteY17940" fmla="*/ 1450656 h 5017219"/>
              <a:gd name="connsiteX17941" fmla="*/ 1556200 w 5799173"/>
              <a:gd name="connsiteY17941" fmla="*/ 1449991 h 5017219"/>
              <a:gd name="connsiteX17942" fmla="*/ 1546313 w 5799173"/>
              <a:gd name="connsiteY17942" fmla="*/ 1432794 h 5017219"/>
              <a:gd name="connsiteX17943" fmla="*/ 1546313 w 5799173"/>
              <a:gd name="connsiteY17943" fmla="*/ 1431382 h 5017219"/>
              <a:gd name="connsiteX17944" fmla="*/ 1556200 w 5799173"/>
              <a:gd name="connsiteY17944" fmla="*/ 1414185 h 5017219"/>
              <a:gd name="connsiteX17945" fmla="*/ 1557445 w 5799173"/>
              <a:gd name="connsiteY17945" fmla="*/ 1413519 h 5017219"/>
              <a:gd name="connsiteX17946" fmla="*/ 1577301 w 5799173"/>
              <a:gd name="connsiteY17946" fmla="*/ 1413520 h 5017219"/>
              <a:gd name="connsiteX17947" fmla="*/ 1578548 w 5799173"/>
              <a:gd name="connsiteY17947" fmla="*/ 1414184 h 5017219"/>
              <a:gd name="connsiteX17948" fmla="*/ 1588434 w 5799173"/>
              <a:gd name="connsiteY17948" fmla="*/ 1431382 h 5017219"/>
              <a:gd name="connsiteX17949" fmla="*/ 1588434 w 5799173"/>
              <a:gd name="connsiteY17949" fmla="*/ 1432793 h 5017219"/>
              <a:gd name="connsiteX17950" fmla="*/ 1578548 w 5799173"/>
              <a:gd name="connsiteY17950" fmla="*/ 1449991 h 5017219"/>
              <a:gd name="connsiteX17951" fmla="*/ 1577301 w 5799173"/>
              <a:gd name="connsiteY17951" fmla="*/ 1450656 h 5017219"/>
              <a:gd name="connsiteX17952" fmla="*/ 1617631 w 5799173"/>
              <a:gd name="connsiteY17952" fmla="*/ 1466782 h 5017219"/>
              <a:gd name="connsiteX17953" fmla="*/ 1616386 w 5799173"/>
              <a:gd name="connsiteY17953" fmla="*/ 1466118 h 5017219"/>
              <a:gd name="connsiteX17954" fmla="*/ 1606499 w 5799173"/>
              <a:gd name="connsiteY17954" fmla="*/ 1448920 h 5017219"/>
              <a:gd name="connsiteX17955" fmla="*/ 1606499 w 5799173"/>
              <a:gd name="connsiteY17955" fmla="*/ 1447508 h 5017219"/>
              <a:gd name="connsiteX17956" fmla="*/ 1616386 w 5799173"/>
              <a:gd name="connsiteY17956" fmla="*/ 1430311 h 5017219"/>
              <a:gd name="connsiteX17957" fmla="*/ 1617631 w 5799173"/>
              <a:gd name="connsiteY17957" fmla="*/ 1429646 h 5017219"/>
              <a:gd name="connsiteX17958" fmla="*/ 1637487 w 5799173"/>
              <a:gd name="connsiteY17958" fmla="*/ 1429646 h 5017219"/>
              <a:gd name="connsiteX17959" fmla="*/ 1638734 w 5799173"/>
              <a:gd name="connsiteY17959" fmla="*/ 1430311 h 5017219"/>
              <a:gd name="connsiteX17960" fmla="*/ 1648620 w 5799173"/>
              <a:gd name="connsiteY17960" fmla="*/ 1447508 h 5017219"/>
              <a:gd name="connsiteX17961" fmla="*/ 1648620 w 5799173"/>
              <a:gd name="connsiteY17961" fmla="*/ 1448920 h 5017219"/>
              <a:gd name="connsiteX17962" fmla="*/ 1638734 w 5799173"/>
              <a:gd name="connsiteY17962" fmla="*/ 1466118 h 5017219"/>
              <a:gd name="connsiteX17963" fmla="*/ 1637487 w 5799173"/>
              <a:gd name="connsiteY17963" fmla="*/ 1466782 h 5017219"/>
              <a:gd name="connsiteX17964" fmla="*/ 1798189 w 5799173"/>
              <a:gd name="connsiteY17964" fmla="*/ 1515163 h 5017219"/>
              <a:gd name="connsiteX17965" fmla="*/ 1796944 w 5799173"/>
              <a:gd name="connsiteY17965" fmla="*/ 1514499 h 5017219"/>
              <a:gd name="connsiteX17966" fmla="*/ 1787057 w 5799173"/>
              <a:gd name="connsiteY17966" fmla="*/ 1497301 h 5017219"/>
              <a:gd name="connsiteX17967" fmla="*/ 1787057 w 5799173"/>
              <a:gd name="connsiteY17967" fmla="*/ 1495889 h 5017219"/>
              <a:gd name="connsiteX17968" fmla="*/ 1796944 w 5799173"/>
              <a:gd name="connsiteY17968" fmla="*/ 1478692 h 5017219"/>
              <a:gd name="connsiteX17969" fmla="*/ 1798189 w 5799173"/>
              <a:gd name="connsiteY17969" fmla="*/ 1478027 h 5017219"/>
              <a:gd name="connsiteX17970" fmla="*/ 1818045 w 5799173"/>
              <a:gd name="connsiteY17970" fmla="*/ 1478027 h 5017219"/>
              <a:gd name="connsiteX17971" fmla="*/ 1819292 w 5799173"/>
              <a:gd name="connsiteY17971" fmla="*/ 1478692 h 5017219"/>
              <a:gd name="connsiteX17972" fmla="*/ 1829178 w 5799173"/>
              <a:gd name="connsiteY17972" fmla="*/ 1495889 h 5017219"/>
              <a:gd name="connsiteX17973" fmla="*/ 1829178 w 5799173"/>
              <a:gd name="connsiteY17973" fmla="*/ 1497301 h 5017219"/>
              <a:gd name="connsiteX17974" fmla="*/ 1819292 w 5799173"/>
              <a:gd name="connsiteY17974" fmla="*/ 1514499 h 5017219"/>
              <a:gd name="connsiteX17975" fmla="*/ 1818045 w 5799173"/>
              <a:gd name="connsiteY17975" fmla="*/ 1515163 h 5017219"/>
              <a:gd name="connsiteX17976" fmla="*/ 2099121 w 5799173"/>
              <a:gd name="connsiteY17976" fmla="*/ 1595797 h 5017219"/>
              <a:gd name="connsiteX17977" fmla="*/ 2097875 w 5799173"/>
              <a:gd name="connsiteY17977" fmla="*/ 1595133 h 5017219"/>
              <a:gd name="connsiteX17978" fmla="*/ 2087989 w 5799173"/>
              <a:gd name="connsiteY17978" fmla="*/ 1577935 h 5017219"/>
              <a:gd name="connsiteX17979" fmla="*/ 2087989 w 5799173"/>
              <a:gd name="connsiteY17979" fmla="*/ 1576523 h 5017219"/>
              <a:gd name="connsiteX17980" fmla="*/ 2097875 w 5799173"/>
              <a:gd name="connsiteY17980" fmla="*/ 1559326 h 5017219"/>
              <a:gd name="connsiteX17981" fmla="*/ 2099121 w 5799173"/>
              <a:gd name="connsiteY17981" fmla="*/ 1558661 h 5017219"/>
              <a:gd name="connsiteX17982" fmla="*/ 2118977 w 5799173"/>
              <a:gd name="connsiteY17982" fmla="*/ 1558661 h 5017219"/>
              <a:gd name="connsiteX17983" fmla="*/ 2120224 w 5799173"/>
              <a:gd name="connsiteY17983" fmla="*/ 1559326 h 5017219"/>
              <a:gd name="connsiteX17984" fmla="*/ 2130109 w 5799173"/>
              <a:gd name="connsiteY17984" fmla="*/ 1576523 h 5017219"/>
              <a:gd name="connsiteX17985" fmla="*/ 2130109 w 5799173"/>
              <a:gd name="connsiteY17985" fmla="*/ 1577935 h 5017219"/>
              <a:gd name="connsiteX17986" fmla="*/ 2120223 w 5799173"/>
              <a:gd name="connsiteY17986" fmla="*/ 1595133 h 5017219"/>
              <a:gd name="connsiteX17987" fmla="*/ 2118977 w 5799173"/>
              <a:gd name="connsiteY17987" fmla="*/ 1595797 h 5017219"/>
              <a:gd name="connsiteX17988" fmla="*/ 1436992 w 5799173"/>
              <a:gd name="connsiteY17988" fmla="*/ 1418474 h 5017219"/>
              <a:gd name="connsiteX17989" fmla="*/ 1435746 w 5799173"/>
              <a:gd name="connsiteY17989" fmla="*/ 1417810 h 5017219"/>
              <a:gd name="connsiteX17990" fmla="*/ 1425775 w 5799173"/>
              <a:gd name="connsiteY17990" fmla="*/ 1400529 h 5017219"/>
              <a:gd name="connsiteX17991" fmla="*/ 1425775 w 5799173"/>
              <a:gd name="connsiteY17991" fmla="*/ 1399117 h 5017219"/>
              <a:gd name="connsiteX17992" fmla="*/ 1435746 w 5799173"/>
              <a:gd name="connsiteY17992" fmla="*/ 1381837 h 5017219"/>
              <a:gd name="connsiteX17993" fmla="*/ 1436992 w 5799173"/>
              <a:gd name="connsiteY17993" fmla="*/ 1381172 h 5017219"/>
              <a:gd name="connsiteX17994" fmla="*/ 1456931 w 5799173"/>
              <a:gd name="connsiteY17994" fmla="*/ 1381172 h 5017219"/>
              <a:gd name="connsiteX17995" fmla="*/ 1458176 w 5799173"/>
              <a:gd name="connsiteY17995" fmla="*/ 1381837 h 5017219"/>
              <a:gd name="connsiteX17996" fmla="*/ 1468146 w 5799173"/>
              <a:gd name="connsiteY17996" fmla="*/ 1399117 h 5017219"/>
              <a:gd name="connsiteX17997" fmla="*/ 1468146 w 5799173"/>
              <a:gd name="connsiteY17997" fmla="*/ 1400529 h 5017219"/>
              <a:gd name="connsiteX17998" fmla="*/ 1458176 w 5799173"/>
              <a:gd name="connsiteY17998" fmla="*/ 1417810 h 5017219"/>
              <a:gd name="connsiteX17999" fmla="*/ 1456931 w 5799173"/>
              <a:gd name="connsiteY17999" fmla="*/ 1418474 h 5017219"/>
              <a:gd name="connsiteX18000" fmla="*/ 4686986 w 5799173"/>
              <a:gd name="connsiteY18000" fmla="*/ 2289412 h 5017219"/>
              <a:gd name="connsiteX18001" fmla="*/ 4685739 w 5799173"/>
              <a:gd name="connsiteY18001" fmla="*/ 2288664 h 5017219"/>
              <a:gd name="connsiteX18002" fmla="*/ 4675770 w 5799173"/>
              <a:gd name="connsiteY18002" fmla="*/ 2271301 h 5017219"/>
              <a:gd name="connsiteX18003" fmla="*/ 4675770 w 5799173"/>
              <a:gd name="connsiteY18003" fmla="*/ 2269888 h 5017219"/>
              <a:gd name="connsiteX18004" fmla="*/ 4685822 w 5799173"/>
              <a:gd name="connsiteY18004" fmla="*/ 2252525 h 5017219"/>
              <a:gd name="connsiteX18005" fmla="*/ 4687069 w 5799173"/>
              <a:gd name="connsiteY18005" fmla="*/ 2251777 h 5017219"/>
              <a:gd name="connsiteX18006" fmla="*/ 4707091 w 5799173"/>
              <a:gd name="connsiteY18006" fmla="*/ 2251777 h 5017219"/>
              <a:gd name="connsiteX18007" fmla="*/ 4708337 w 5799173"/>
              <a:gd name="connsiteY18007" fmla="*/ 2252525 h 5017219"/>
              <a:gd name="connsiteX18008" fmla="*/ 4718306 w 5799173"/>
              <a:gd name="connsiteY18008" fmla="*/ 2269888 h 5017219"/>
              <a:gd name="connsiteX18009" fmla="*/ 4718306 w 5799173"/>
              <a:gd name="connsiteY18009" fmla="*/ 2271301 h 5017219"/>
              <a:gd name="connsiteX18010" fmla="*/ 4708254 w 5799173"/>
              <a:gd name="connsiteY18010" fmla="*/ 2288664 h 5017219"/>
              <a:gd name="connsiteX18011" fmla="*/ 4707008 w 5799173"/>
              <a:gd name="connsiteY18011" fmla="*/ 2289412 h 5017219"/>
              <a:gd name="connsiteX18012" fmla="*/ 2219350 w 5799173"/>
              <a:gd name="connsiteY18012" fmla="*/ 1628293 h 5017219"/>
              <a:gd name="connsiteX18013" fmla="*/ 2218104 w 5799173"/>
              <a:gd name="connsiteY18013" fmla="*/ 1627545 h 5017219"/>
              <a:gd name="connsiteX18014" fmla="*/ 2208052 w 5799173"/>
              <a:gd name="connsiteY18014" fmla="*/ 1610099 h 5017219"/>
              <a:gd name="connsiteX18015" fmla="*/ 2208052 w 5799173"/>
              <a:gd name="connsiteY18015" fmla="*/ 1608686 h 5017219"/>
              <a:gd name="connsiteX18016" fmla="*/ 2218104 w 5799173"/>
              <a:gd name="connsiteY18016" fmla="*/ 1591240 h 5017219"/>
              <a:gd name="connsiteX18017" fmla="*/ 2219350 w 5799173"/>
              <a:gd name="connsiteY18017" fmla="*/ 1590492 h 5017219"/>
              <a:gd name="connsiteX18018" fmla="*/ 2239456 w 5799173"/>
              <a:gd name="connsiteY18018" fmla="*/ 1590492 h 5017219"/>
              <a:gd name="connsiteX18019" fmla="*/ 2240702 w 5799173"/>
              <a:gd name="connsiteY18019" fmla="*/ 1591240 h 5017219"/>
              <a:gd name="connsiteX18020" fmla="*/ 2250755 w 5799173"/>
              <a:gd name="connsiteY18020" fmla="*/ 1608686 h 5017219"/>
              <a:gd name="connsiteX18021" fmla="*/ 2250755 w 5799173"/>
              <a:gd name="connsiteY18021" fmla="*/ 1610099 h 5017219"/>
              <a:gd name="connsiteX18022" fmla="*/ 2240702 w 5799173"/>
              <a:gd name="connsiteY18022" fmla="*/ 1627545 h 5017219"/>
              <a:gd name="connsiteX18023" fmla="*/ 2239456 w 5799173"/>
              <a:gd name="connsiteY18023" fmla="*/ 1628293 h 5017219"/>
              <a:gd name="connsiteX18024" fmla="*/ 1978523 w 5799173"/>
              <a:gd name="connsiteY18024" fmla="*/ 1563869 h 5017219"/>
              <a:gd name="connsiteX18025" fmla="*/ 1977278 w 5799173"/>
              <a:gd name="connsiteY18025" fmla="*/ 1563122 h 5017219"/>
              <a:gd name="connsiteX18026" fmla="*/ 1967142 w 5799173"/>
              <a:gd name="connsiteY18026" fmla="*/ 1545592 h 5017219"/>
              <a:gd name="connsiteX18027" fmla="*/ 1967142 w 5799173"/>
              <a:gd name="connsiteY18027" fmla="*/ 1544180 h 5017219"/>
              <a:gd name="connsiteX18028" fmla="*/ 1977277 w 5799173"/>
              <a:gd name="connsiteY18028" fmla="*/ 1526650 h 5017219"/>
              <a:gd name="connsiteX18029" fmla="*/ 1978524 w 5799173"/>
              <a:gd name="connsiteY18029" fmla="*/ 1525902 h 5017219"/>
              <a:gd name="connsiteX18030" fmla="*/ 1998795 w 5799173"/>
              <a:gd name="connsiteY18030" fmla="*/ 1525902 h 5017219"/>
              <a:gd name="connsiteX18031" fmla="*/ 2000041 w 5799173"/>
              <a:gd name="connsiteY18031" fmla="*/ 1526650 h 5017219"/>
              <a:gd name="connsiteX18032" fmla="*/ 2010176 w 5799173"/>
              <a:gd name="connsiteY18032" fmla="*/ 1544180 h 5017219"/>
              <a:gd name="connsiteX18033" fmla="*/ 2010176 w 5799173"/>
              <a:gd name="connsiteY18033" fmla="*/ 1545592 h 5017219"/>
              <a:gd name="connsiteX18034" fmla="*/ 2000040 w 5799173"/>
              <a:gd name="connsiteY18034" fmla="*/ 1563122 h 5017219"/>
              <a:gd name="connsiteX18035" fmla="*/ 1998795 w 5799173"/>
              <a:gd name="connsiteY18035" fmla="*/ 1563869 h 5017219"/>
              <a:gd name="connsiteX18036" fmla="*/ 2038709 w 5799173"/>
              <a:gd name="connsiteY18036" fmla="*/ 1579995 h 5017219"/>
              <a:gd name="connsiteX18037" fmla="*/ 2037464 w 5799173"/>
              <a:gd name="connsiteY18037" fmla="*/ 1579249 h 5017219"/>
              <a:gd name="connsiteX18038" fmla="*/ 2027327 w 5799173"/>
              <a:gd name="connsiteY18038" fmla="*/ 1561718 h 5017219"/>
              <a:gd name="connsiteX18039" fmla="*/ 2027327 w 5799173"/>
              <a:gd name="connsiteY18039" fmla="*/ 1560306 h 5017219"/>
              <a:gd name="connsiteX18040" fmla="*/ 2037463 w 5799173"/>
              <a:gd name="connsiteY18040" fmla="*/ 1542776 h 5017219"/>
              <a:gd name="connsiteX18041" fmla="*/ 2038709 w 5799173"/>
              <a:gd name="connsiteY18041" fmla="*/ 1542028 h 5017219"/>
              <a:gd name="connsiteX18042" fmla="*/ 2058981 w 5799173"/>
              <a:gd name="connsiteY18042" fmla="*/ 1542029 h 5017219"/>
              <a:gd name="connsiteX18043" fmla="*/ 2060226 w 5799173"/>
              <a:gd name="connsiteY18043" fmla="*/ 1542776 h 5017219"/>
              <a:gd name="connsiteX18044" fmla="*/ 2070362 w 5799173"/>
              <a:gd name="connsiteY18044" fmla="*/ 1560306 h 5017219"/>
              <a:gd name="connsiteX18045" fmla="*/ 2070362 w 5799173"/>
              <a:gd name="connsiteY18045" fmla="*/ 1561718 h 5017219"/>
              <a:gd name="connsiteX18046" fmla="*/ 2060226 w 5799173"/>
              <a:gd name="connsiteY18046" fmla="*/ 1579248 h 5017219"/>
              <a:gd name="connsiteX18047" fmla="*/ 2058981 w 5799173"/>
              <a:gd name="connsiteY18047" fmla="*/ 1579995 h 5017219"/>
              <a:gd name="connsiteX18048" fmla="*/ 2159082 w 5799173"/>
              <a:gd name="connsiteY18048" fmla="*/ 1612249 h 5017219"/>
              <a:gd name="connsiteX18049" fmla="*/ 2157836 w 5799173"/>
              <a:gd name="connsiteY18049" fmla="*/ 1611502 h 5017219"/>
              <a:gd name="connsiteX18050" fmla="*/ 2147700 w 5799173"/>
              <a:gd name="connsiteY18050" fmla="*/ 1593972 h 5017219"/>
              <a:gd name="connsiteX18051" fmla="*/ 2147700 w 5799173"/>
              <a:gd name="connsiteY18051" fmla="*/ 1592560 h 5017219"/>
              <a:gd name="connsiteX18052" fmla="*/ 2157836 w 5799173"/>
              <a:gd name="connsiteY18052" fmla="*/ 1575030 h 5017219"/>
              <a:gd name="connsiteX18053" fmla="*/ 2159082 w 5799173"/>
              <a:gd name="connsiteY18053" fmla="*/ 1574282 h 5017219"/>
              <a:gd name="connsiteX18054" fmla="*/ 2179353 w 5799173"/>
              <a:gd name="connsiteY18054" fmla="*/ 1574282 h 5017219"/>
              <a:gd name="connsiteX18055" fmla="*/ 2180599 w 5799173"/>
              <a:gd name="connsiteY18055" fmla="*/ 1575030 h 5017219"/>
              <a:gd name="connsiteX18056" fmla="*/ 2190735 w 5799173"/>
              <a:gd name="connsiteY18056" fmla="*/ 1592560 h 5017219"/>
              <a:gd name="connsiteX18057" fmla="*/ 2190735 w 5799173"/>
              <a:gd name="connsiteY18057" fmla="*/ 1593972 h 5017219"/>
              <a:gd name="connsiteX18058" fmla="*/ 2180599 w 5799173"/>
              <a:gd name="connsiteY18058" fmla="*/ 1611502 h 5017219"/>
              <a:gd name="connsiteX18059" fmla="*/ 2179353 w 5799173"/>
              <a:gd name="connsiteY18059" fmla="*/ 1612249 h 5017219"/>
              <a:gd name="connsiteX18060" fmla="*/ 3061876 w 5799173"/>
              <a:gd name="connsiteY18060" fmla="*/ 1854152 h 5017219"/>
              <a:gd name="connsiteX18061" fmla="*/ 3060630 w 5799173"/>
              <a:gd name="connsiteY18061" fmla="*/ 1853405 h 5017219"/>
              <a:gd name="connsiteX18062" fmla="*/ 3050494 w 5799173"/>
              <a:gd name="connsiteY18062" fmla="*/ 1835875 h 5017219"/>
              <a:gd name="connsiteX18063" fmla="*/ 3050494 w 5799173"/>
              <a:gd name="connsiteY18063" fmla="*/ 1834463 h 5017219"/>
              <a:gd name="connsiteX18064" fmla="*/ 3060630 w 5799173"/>
              <a:gd name="connsiteY18064" fmla="*/ 1816933 h 5017219"/>
              <a:gd name="connsiteX18065" fmla="*/ 3061876 w 5799173"/>
              <a:gd name="connsiteY18065" fmla="*/ 1816185 h 5017219"/>
              <a:gd name="connsiteX18066" fmla="*/ 3082147 w 5799173"/>
              <a:gd name="connsiteY18066" fmla="*/ 1816185 h 5017219"/>
              <a:gd name="connsiteX18067" fmla="*/ 3083393 w 5799173"/>
              <a:gd name="connsiteY18067" fmla="*/ 1816933 h 5017219"/>
              <a:gd name="connsiteX18068" fmla="*/ 3093529 w 5799173"/>
              <a:gd name="connsiteY18068" fmla="*/ 1834463 h 5017219"/>
              <a:gd name="connsiteX18069" fmla="*/ 3093529 w 5799173"/>
              <a:gd name="connsiteY18069" fmla="*/ 1835875 h 5017219"/>
              <a:gd name="connsiteX18070" fmla="*/ 3083393 w 5799173"/>
              <a:gd name="connsiteY18070" fmla="*/ 1853405 h 5017219"/>
              <a:gd name="connsiteX18071" fmla="*/ 3082147 w 5799173"/>
              <a:gd name="connsiteY18071" fmla="*/ 1854152 h 5017219"/>
              <a:gd name="connsiteX18072" fmla="*/ 5168310 w 5799173"/>
              <a:gd name="connsiteY18072" fmla="*/ 2418675 h 5017219"/>
              <a:gd name="connsiteX18073" fmla="*/ 5167064 w 5799173"/>
              <a:gd name="connsiteY18073" fmla="*/ 2417928 h 5017219"/>
              <a:gd name="connsiteX18074" fmla="*/ 5156928 w 5799173"/>
              <a:gd name="connsiteY18074" fmla="*/ 2400315 h 5017219"/>
              <a:gd name="connsiteX18075" fmla="*/ 5156928 w 5799173"/>
              <a:gd name="connsiteY18075" fmla="*/ 2398903 h 5017219"/>
              <a:gd name="connsiteX18076" fmla="*/ 5167147 w 5799173"/>
              <a:gd name="connsiteY18076" fmla="*/ 2381290 h 5017219"/>
              <a:gd name="connsiteX18077" fmla="*/ 5168393 w 5799173"/>
              <a:gd name="connsiteY18077" fmla="*/ 2380542 h 5017219"/>
              <a:gd name="connsiteX18078" fmla="*/ 5188747 w 5799173"/>
              <a:gd name="connsiteY18078" fmla="*/ 2380542 h 5017219"/>
              <a:gd name="connsiteX18079" fmla="*/ 5189994 w 5799173"/>
              <a:gd name="connsiteY18079" fmla="*/ 2381290 h 5017219"/>
              <a:gd name="connsiteX18080" fmla="*/ 5200129 w 5799173"/>
              <a:gd name="connsiteY18080" fmla="*/ 2398903 h 5017219"/>
              <a:gd name="connsiteX18081" fmla="*/ 5200129 w 5799173"/>
              <a:gd name="connsiteY18081" fmla="*/ 2400315 h 5017219"/>
              <a:gd name="connsiteX18082" fmla="*/ 5189910 w 5799173"/>
              <a:gd name="connsiteY18082" fmla="*/ 2417928 h 5017219"/>
              <a:gd name="connsiteX18083" fmla="*/ 5188664 w 5799173"/>
              <a:gd name="connsiteY18083" fmla="*/ 2418675 h 5017219"/>
              <a:gd name="connsiteX18084" fmla="*/ 5409033 w 5799173"/>
              <a:gd name="connsiteY18084" fmla="*/ 2483345 h 5017219"/>
              <a:gd name="connsiteX18085" fmla="*/ 5407787 w 5799173"/>
              <a:gd name="connsiteY18085" fmla="*/ 2482598 h 5017219"/>
              <a:gd name="connsiteX18086" fmla="*/ 5397568 w 5799173"/>
              <a:gd name="connsiteY18086" fmla="*/ 2464902 h 5017219"/>
              <a:gd name="connsiteX18087" fmla="*/ 5397568 w 5799173"/>
              <a:gd name="connsiteY18087" fmla="*/ 2463490 h 5017219"/>
              <a:gd name="connsiteX18088" fmla="*/ 5407787 w 5799173"/>
              <a:gd name="connsiteY18088" fmla="*/ 2445794 h 5017219"/>
              <a:gd name="connsiteX18089" fmla="*/ 5409033 w 5799173"/>
              <a:gd name="connsiteY18089" fmla="*/ 2445046 h 5017219"/>
              <a:gd name="connsiteX18090" fmla="*/ 5429470 w 5799173"/>
              <a:gd name="connsiteY18090" fmla="*/ 2445046 h 5017219"/>
              <a:gd name="connsiteX18091" fmla="*/ 5430717 w 5799173"/>
              <a:gd name="connsiteY18091" fmla="*/ 2445794 h 5017219"/>
              <a:gd name="connsiteX18092" fmla="*/ 5440935 w 5799173"/>
              <a:gd name="connsiteY18092" fmla="*/ 2463490 h 5017219"/>
              <a:gd name="connsiteX18093" fmla="*/ 5440935 w 5799173"/>
              <a:gd name="connsiteY18093" fmla="*/ 2464902 h 5017219"/>
              <a:gd name="connsiteX18094" fmla="*/ 5430717 w 5799173"/>
              <a:gd name="connsiteY18094" fmla="*/ 2482598 h 5017219"/>
              <a:gd name="connsiteX18095" fmla="*/ 5429470 w 5799173"/>
              <a:gd name="connsiteY18095" fmla="*/ 2483345 h 5017219"/>
              <a:gd name="connsiteX18096" fmla="*/ 5108020 w 5799173"/>
              <a:gd name="connsiteY18096" fmla="*/ 2402784 h 5017219"/>
              <a:gd name="connsiteX18097" fmla="*/ 5106774 w 5799173"/>
              <a:gd name="connsiteY18097" fmla="*/ 2402036 h 5017219"/>
              <a:gd name="connsiteX18098" fmla="*/ 5096472 w 5799173"/>
              <a:gd name="connsiteY18098" fmla="*/ 2384257 h 5017219"/>
              <a:gd name="connsiteX18099" fmla="*/ 5096472 w 5799173"/>
              <a:gd name="connsiteY18099" fmla="*/ 2382845 h 5017219"/>
              <a:gd name="connsiteX18100" fmla="*/ 5106774 w 5799173"/>
              <a:gd name="connsiteY18100" fmla="*/ 2365066 h 5017219"/>
              <a:gd name="connsiteX18101" fmla="*/ 5108020 w 5799173"/>
              <a:gd name="connsiteY18101" fmla="*/ 2364318 h 5017219"/>
              <a:gd name="connsiteX18102" fmla="*/ 5128540 w 5799173"/>
              <a:gd name="connsiteY18102" fmla="*/ 2364318 h 5017219"/>
              <a:gd name="connsiteX18103" fmla="*/ 5129788 w 5799173"/>
              <a:gd name="connsiteY18103" fmla="*/ 2365066 h 5017219"/>
              <a:gd name="connsiteX18104" fmla="*/ 5140088 w 5799173"/>
              <a:gd name="connsiteY18104" fmla="*/ 2382845 h 5017219"/>
              <a:gd name="connsiteX18105" fmla="*/ 5140089 w 5799173"/>
              <a:gd name="connsiteY18105" fmla="*/ 2384257 h 5017219"/>
              <a:gd name="connsiteX18106" fmla="*/ 5129787 w 5799173"/>
              <a:gd name="connsiteY18106" fmla="*/ 2402036 h 5017219"/>
              <a:gd name="connsiteX18107" fmla="*/ 5128540 w 5799173"/>
              <a:gd name="connsiteY18107" fmla="*/ 2402784 h 5017219"/>
              <a:gd name="connsiteX18108" fmla="*/ 5348766 w 5799173"/>
              <a:gd name="connsiteY18108" fmla="*/ 2467292 h 5017219"/>
              <a:gd name="connsiteX18109" fmla="*/ 5347520 w 5799173"/>
              <a:gd name="connsiteY18109" fmla="*/ 2466544 h 5017219"/>
              <a:gd name="connsiteX18110" fmla="*/ 5337218 w 5799173"/>
              <a:gd name="connsiteY18110" fmla="*/ 2448765 h 5017219"/>
              <a:gd name="connsiteX18111" fmla="*/ 5337218 w 5799173"/>
              <a:gd name="connsiteY18111" fmla="*/ 2447353 h 5017219"/>
              <a:gd name="connsiteX18112" fmla="*/ 5347520 w 5799173"/>
              <a:gd name="connsiteY18112" fmla="*/ 2429574 h 5017219"/>
              <a:gd name="connsiteX18113" fmla="*/ 5348766 w 5799173"/>
              <a:gd name="connsiteY18113" fmla="*/ 2428826 h 5017219"/>
              <a:gd name="connsiteX18114" fmla="*/ 5369286 w 5799173"/>
              <a:gd name="connsiteY18114" fmla="*/ 2428826 h 5017219"/>
              <a:gd name="connsiteX18115" fmla="*/ 5370533 w 5799173"/>
              <a:gd name="connsiteY18115" fmla="*/ 2429574 h 5017219"/>
              <a:gd name="connsiteX18116" fmla="*/ 5380834 w 5799173"/>
              <a:gd name="connsiteY18116" fmla="*/ 2447353 h 5017219"/>
              <a:gd name="connsiteX18117" fmla="*/ 5380834 w 5799173"/>
              <a:gd name="connsiteY18117" fmla="*/ 2448765 h 5017219"/>
              <a:gd name="connsiteX18118" fmla="*/ 5370533 w 5799173"/>
              <a:gd name="connsiteY18118" fmla="*/ 2466544 h 5017219"/>
              <a:gd name="connsiteX18119" fmla="*/ 5369286 w 5799173"/>
              <a:gd name="connsiteY18119" fmla="*/ 2467292 h 5017219"/>
              <a:gd name="connsiteX18120" fmla="*/ 5469138 w 5799173"/>
              <a:gd name="connsiteY18120" fmla="*/ 2499545 h 5017219"/>
              <a:gd name="connsiteX18121" fmla="*/ 5467892 w 5799173"/>
              <a:gd name="connsiteY18121" fmla="*/ 2498797 h 5017219"/>
              <a:gd name="connsiteX18122" fmla="*/ 5457590 w 5799173"/>
              <a:gd name="connsiteY18122" fmla="*/ 2481019 h 5017219"/>
              <a:gd name="connsiteX18123" fmla="*/ 5457590 w 5799173"/>
              <a:gd name="connsiteY18123" fmla="*/ 2479606 h 5017219"/>
              <a:gd name="connsiteX18124" fmla="*/ 5467892 w 5799173"/>
              <a:gd name="connsiteY18124" fmla="*/ 2461827 h 5017219"/>
              <a:gd name="connsiteX18125" fmla="*/ 5469138 w 5799173"/>
              <a:gd name="connsiteY18125" fmla="*/ 2461079 h 5017219"/>
              <a:gd name="connsiteX18126" fmla="*/ 5489660 w 5799173"/>
              <a:gd name="connsiteY18126" fmla="*/ 2461079 h 5017219"/>
              <a:gd name="connsiteX18127" fmla="*/ 5490905 w 5799173"/>
              <a:gd name="connsiteY18127" fmla="*/ 2461827 h 5017219"/>
              <a:gd name="connsiteX18128" fmla="*/ 5501207 w 5799173"/>
              <a:gd name="connsiteY18128" fmla="*/ 2479607 h 5017219"/>
              <a:gd name="connsiteX18129" fmla="*/ 5501207 w 5799173"/>
              <a:gd name="connsiteY18129" fmla="*/ 2481018 h 5017219"/>
              <a:gd name="connsiteX18130" fmla="*/ 5490905 w 5799173"/>
              <a:gd name="connsiteY18130" fmla="*/ 2498798 h 5017219"/>
              <a:gd name="connsiteX18131" fmla="*/ 5489659 w 5799173"/>
              <a:gd name="connsiteY18131" fmla="*/ 2499546 h 5017219"/>
              <a:gd name="connsiteX18132" fmla="*/ 2279276 w 5799173"/>
              <a:gd name="connsiteY18132" fmla="*/ 1644928 h 5017219"/>
              <a:gd name="connsiteX18133" fmla="*/ 2278029 w 5799173"/>
              <a:gd name="connsiteY18133" fmla="*/ 1644180 h 5017219"/>
              <a:gd name="connsiteX18134" fmla="*/ 2267728 w 5799173"/>
              <a:gd name="connsiteY18134" fmla="*/ 1626318 h 5017219"/>
              <a:gd name="connsiteX18135" fmla="*/ 2267728 w 5799173"/>
              <a:gd name="connsiteY18135" fmla="*/ 1624823 h 5017219"/>
              <a:gd name="connsiteX18136" fmla="*/ 2278029 w 5799173"/>
              <a:gd name="connsiteY18136" fmla="*/ 1606961 h 5017219"/>
              <a:gd name="connsiteX18137" fmla="*/ 2279276 w 5799173"/>
              <a:gd name="connsiteY18137" fmla="*/ 1606213 h 5017219"/>
              <a:gd name="connsiteX18138" fmla="*/ 2299962 w 5799173"/>
              <a:gd name="connsiteY18138" fmla="*/ 1606213 h 5017219"/>
              <a:gd name="connsiteX18139" fmla="*/ 2301209 w 5799173"/>
              <a:gd name="connsiteY18139" fmla="*/ 1606961 h 5017219"/>
              <a:gd name="connsiteX18140" fmla="*/ 2311511 w 5799173"/>
              <a:gd name="connsiteY18140" fmla="*/ 1624823 h 5017219"/>
              <a:gd name="connsiteX18141" fmla="*/ 2311511 w 5799173"/>
              <a:gd name="connsiteY18141" fmla="*/ 1626318 h 5017219"/>
              <a:gd name="connsiteX18142" fmla="*/ 2301209 w 5799173"/>
              <a:gd name="connsiteY18142" fmla="*/ 1644180 h 5017219"/>
              <a:gd name="connsiteX18143" fmla="*/ 2299962 w 5799173"/>
              <a:gd name="connsiteY18143" fmla="*/ 1644928 h 5017219"/>
              <a:gd name="connsiteX18144" fmla="*/ 2339462 w 5799173"/>
              <a:gd name="connsiteY18144" fmla="*/ 1661055 h 5017219"/>
              <a:gd name="connsiteX18145" fmla="*/ 2338215 w 5799173"/>
              <a:gd name="connsiteY18145" fmla="*/ 1660307 h 5017219"/>
              <a:gd name="connsiteX18146" fmla="*/ 2327914 w 5799173"/>
              <a:gd name="connsiteY18146" fmla="*/ 1642445 h 5017219"/>
              <a:gd name="connsiteX18147" fmla="*/ 2327914 w 5799173"/>
              <a:gd name="connsiteY18147" fmla="*/ 1640950 h 5017219"/>
              <a:gd name="connsiteX18148" fmla="*/ 2338215 w 5799173"/>
              <a:gd name="connsiteY18148" fmla="*/ 1623088 h 5017219"/>
              <a:gd name="connsiteX18149" fmla="*/ 2339462 w 5799173"/>
              <a:gd name="connsiteY18149" fmla="*/ 1622340 h 5017219"/>
              <a:gd name="connsiteX18150" fmla="*/ 2360148 w 5799173"/>
              <a:gd name="connsiteY18150" fmla="*/ 1622340 h 5017219"/>
              <a:gd name="connsiteX18151" fmla="*/ 2361394 w 5799173"/>
              <a:gd name="connsiteY18151" fmla="*/ 1623088 h 5017219"/>
              <a:gd name="connsiteX18152" fmla="*/ 2371696 w 5799173"/>
              <a:gd name="connsiteY18152" fmla="*/ 1640950 h 5017219"/>
              <a:gd name="connsiteX18153" fmla="*/ 2371696 w 5799173"/>
              <a:gd name="connsiteY18153" fmla="*/ 1642445 h 5017219"/>
              <a:gd name="connsiteX18154" fmla="*/ 2361394 w 5799173"/>
              <a:gd name="connsiteY18154" fmla="*/ 1660307 h 5017219"/>
              <a:gd name="connsiteX18155" fmla="*/ 2360148 w 5799173"/>
              <a:gd name="connsiteY18155" fmla="*/ 1661055 h 5017219"/>
              <a:gd name="connsiteX18156" fmla="*/ 5529332 w 5799173"/>
              <a:gd name="connsiteY18156" fmla="*/ 2515778 h 5017219"/>
              <a:gd name="connsiteX18157" fmla="*/ 5528086 w 5799173"/>
              <a:gd name="connsiteY18157" fmla="*/ 2515030 h 5017219"/>
              <a:gd name="connsiteX18158" fmla="*/ 5517784 w 5799173"/>
              <a:gd name="connsiteY18158" fmla="*/ 2497168 h 5017219"/>
              <a:gd name="connsiteX18159" fmla="*/ 5517784 w 5799173"/>
              <a:gd name="connsiteY18159" fmla="*/ 2495673 h 5017219"/>
              <a:gd name="connsiteX18160" fmla="*/ 5528086 w 5799173"/>
              <a:gd name="connsiteY18160" fmla="*/ 2477811 h 5017219"/>
              <a:gd name="connsiteX18161" fmla="*/ 5529332 w 5799173"/>
              <a:gd name="connsiteY18161" fmla="*/ 2477063 h 5017219"/>
              <a:gd name="connsiteX18162" fmla="*/ 5550019 w 5799173"/>
              <a:gd name="connsiteY18162" fmla="*/ 2477063 h 5017219"/>
              <a:gd name="connsiteX18163" fmla="*/ 5551265 w 5799173"/>
              <a:gd name="connsiteY18163" fmla="*/ 2477811 h 5017219"/>
              <a:gd name="connsiteX18164" fmla="*/ 5561567 w 5799173"/>
              <a:gd name="connsiteY18164" fmla="*/ 2495673 h 5017219"/>
              <a:gd name="connsiteX18165" fmla="*/ 5561567 w 5799173"/>
              <a:gd name="connsiteY18165" fmla="*/ 2497168 h 5017219"/>
              <a:gd name="connsiteX18166" fmla="*/ 5551265 w 5799173"/>
              <a:gd name="connsiteY18166" fmla="*/ 2515030 h 5017219"/>
              <a:gd name="connsiteX18167" fmla="*/ 5550019 w 5799173"/>
              <a:gd name="connsiteY18167" fmla="*/ 2515778 h 5017219"/>
              <a:gd name="connsiteX18168" fmla="*/ 5589519 w 5799173"/>
              <a:gd name="connsiteY18168" fmla="*/ 2531905 h 5017219"/>
              <a:gd name="connsiteX18169" fmla="*/ 5588273 w 5799173"/>
              <a:gd name="connsiteY18169" fmla="*/ 2531157 h 5017219"/>
              <a:gd name="connsiteX18170" fmla="*/ 5577971 w 5799173"/>
              <a:gd name="connsiteY18170" fmla="*/ 2513295 h 5017219"/>
              <a:gd name="connsiteX18171" fmla="*/ 5577971 w 5799173"/>
              <a:gd name="connsiteY18171" fmla="*/ 2511800 h 5017219"/>
              <a:gd name="connsiteX18172" fmla="*/ 5588273 w 5799173"/>
              <a:gd name="connsiteY18172" fmla="*/ 2493938 h 5017219"/>
              <a:gd name="connsiteX18173" fmla="*/ 5589519 w 5799173"/>
              <a:gd name="connsiteY18173" fmla="*/ 2493190 h 5017219"/>
              <a:gd name="connsiteX18174" fmla="*/ 5610206 w 5799173"/>
              <a:gd name="connsiteY18174" fmla="*/ 2493190 h 5017219"/>
              <a:gd name="connsiteX18175" fmla="*/ 5611452 w 5799173"/>
              <a:gd name="connsiteY18175" fmla="*/ 2493938 h 5017219"/>
              <a:gd name="connsiteX18176" fmla="*/ 5621754 w 5799173"/>
              <a:gd name="connsiteY18176" fmla="*/ 2511800 h 5017219"/>
              <a:gd name="connsiteX18177" fmla="*/ 5621754 w 5799173"/>
              <a:gd name="connsiteY18177" fmla="*/ 2513295 h 5017219"/>
              <a:gd name="connsiteX18178" fmla="*/ 5611452 w 5799173"/>
              <a:gd name="connsiteY18178" fmla="*/ 2531157 h 5017219"/>
              <a:gd name="connsiteX18179" fmla="*/ 5610206 w 5799173"/>
              <a:gd name="connsiteY18179" fmla="*/ 2531905 h 5017219"/>
              <a:gd name="connsiteX18180" fmla="*/ 5649705 w 5799173"/>
              <a:gd name="connsiteY18180" fmla="*/ 2548032 h 5017219"/>
              <a:gd name="connsiteX18181" fmla="*/ 5648459 w 5799173"/>
              <a:gd name="connsiteY18181" fmla="*/ 2547284 h 5017219"/>
              <a:gd name="connsiteX18182" fmla="*/ 5638157 w 5799173"/>
              <a:gd name="connsiteY18182" fmla="*/ 2529422 h 5017219"/>
              <a:gd name="connsiteX18183" fmla="*/ 5638157 w 5799173"/>
              <a:gd name="connsiteY18183" fmla="*/ 2527927 h 5017219"/>
              <a:gd name="connsiteX18184" fmla="*/ 5648459 w 5799173"/>
              <a:gd name="connsiteY18184" fmla="*/ 2510065 h 5017219"/>
              <a:gd name="connsiteX18185" fmla="*/ 5649705 w 5799173"/>
              <a:gd name="connsiteY18185" fmla="*/ 2509317 h 5017219"/>
              <a:gd name="connsiteX18186" fmla="*/ 5670392 w 5799173"/>
              <a:gd name="connsiteY18186" fmla="*/ 2509317 h 5017219"/>
              <a:gd name="connsiteX18187" fmla="*/ 5671638 w 5799173"/>
              <a:gd name="connsiteY18187" fmla="*/ 2510065 h 5017219"/>
              <a:gd name="connsiteX18188" fmla="*/ 5681940 w 5799173"/>
              <a:gd name="connsiteY18188" fmla="*/ 2527927 h 5017219"/>
              <a:gd name="connsiteX18189" fmla="*/ 5681940 w 5799173"/>
              <a:gd name="connsiteY18189" fmla="*/ 2529422 h 5017219"/>
              <a:gd name="connsiteX18190" fmla="*/ 5671638 w 5799173"/>
              <a:gd name="connsiteY18190" fmla="*/ 2547284 h 5017219"/>
              <a:gd name="connsiteX18191" fmla="*/ 5670392 w 5799173"/>
              <a:gd name="connsiteY18191" fmla="*/ 2548032 h 5017219"/>
              <a:gd name="connsiteX18192" fmla="*/ 2459753 w 5799173"/>
              <a:gd name="connsiteY18192" fmla="*/ 1693381 h 5017219"/>
              <a:gd name="connsiteX18193" fmla="*/ 2458507 w 5799173"/>
              <a:gd name="connsiteY18193" fmla="*/ 1692633 h 5017219"/>
              <a:gd name="connsiteX18194" fmla="*/ 2448122 w 5799173"/>
              <a:gd name="connsiteY18194" fmla="*/ 1674688 h 5017219"/>
              <a:gd name="connsiteX18195" fmla="*/ 2448122 w 5799173"/>
              <a:gd name="connsiteY18195" fmla="*/ 1673193 h 5017219"/>
              <a:gd name="connsiteX18196" fmla="*/ 2458507 w 5799173"/>
              <a:gd name="connsiteY18196" fmla="*/ 1655248 h 5017219"/>
              <a:gd name="connsiteX18197" fmla="*/ 2459753 w 5799173"/>
              <a:gd name="connsiteY18197" fmla="*/ 1654500 h 5017219"/>
              <a:gd name="connsiteX18198" fmla="*/ 2480523 w 5799173"/>
              <a:gd name="connsiteY18198" fmla="*/ 1654500 h 5017219"/>
              <a:gd name="connsiteX18199" fmla="*/ 2481769 w 5799173"/>
              <a:gd name="connsiteY18199" fmla="*/ 1655248 h 5017219"/>
              <a:gd name="connsiteX18200" fmla="*/ 2492154 w 5799173"/>
              <a:gd name="connsiteY18200" fmla="*/ 1673193 h 5017219"/>
              <a:gd name="connsiteX18201" fmla="*/ 2492154 w 5799173"/>
              <a:gd name="connsiteY18201" fmla="*/ 1674688 h 5017219"/>
              <a:gd name="connsiteX18202" fmla="*/ 2481769 w 5799173"/>
              <a:gd name="connsiteY18202" fmla="*/ 1692633 h 5017219"/>
              <a:gd name="connsiteX18203" fmla="*/ 2480523 w 5799173"/>
              <a:gd name="connsiteY18203" fmla="*/ 1693381 h 5017219"/>
              <a:gd name="connsiteX18204" fmla="*/ 5047761 w 5799173"/>
              <a:gd name="connsiteY18204" fmla="*/ 2386836 h 5017219"/>
              <a:gd name="connsiteX18205" fmla="*/ 5046515 w 5799173"/>
              <a:gd name="connsiteY18205" fmla="*/ 2386088 h 5017219"/>
              <a:gd name="connsiteX18206" fmla="*/ 5036130 w 5799173"/>
              <a:gd name="connsiteY18206" fmla="*/ 2368143 h 5017219"/>
              <a:gd name="connsiteX18207" fmla="*/ 5036130 w 5799173"/>
              <a:gd name="connsiteY18207" fmla="*/ 2366648 h 5017219"/>
              <a:gd name="connsiteX18208" fmla="*/ 5046515 w 5799173"/>
              <a:gd name="connsiteY18208" fmla="*/ 2348703 h 5017219"/>
              <a:gd name="connsiteX18209" fmla="*/ 5047761 w 5799173"/>
              <a:gd name="connsiteY18209" fmla="*/ 2347955 h 5017219"/>
              <a:gd name="connsiteX18210" fmla="*/ 5068531 w 5799173"/>
              <a:gd name="connsiteY18210" fmla="*/ 2347955 h 5017219"/>
              <a:gd name="connsiteX18211" fmla="*/ 5069777 w 5799173"/>
              <a:gd name="connsiteY18211" fmla="*/ 2348703 h 5017219"/>
              <a:gd name="connsiteX18212" fmla="*/ 5080162 w 5799173"/>
              <a:gd name="connsiteY18212" fmla="*/ 2366648 h 5017219"/>
              <a:gd name="connsiteX18213" fmla="*/ 5080162 w 5799173"/>
              <a:gd name="connsiteY18213" fmla="*/ 2368143 h 5017219"/>
              <a:gd name="connsiteX18214" fmla="*/ 5069777 w 5799173"/>
              <a:gd name="connsiteY18214" fmla="*/ 2386088 h 5017219"/>
              <a:gd name="connsiteX18215" fmla="*/ 5068531 w 5799173"/>
              <a:gd name="connsiteY18215" fmla="*/ 2386836 h 5017219"/>
              <a:gd name="connsiteX18216" fmla="*/ 5228319 w 5799173"/>
              <a:gd name="connsiteY18216" fmla="*/ 2435216 h 5017219"/>
              <a:gd name="connsiteX18217" fmla="*/ 5227073 w 5799173"/>
              <a:gd name="connsiteY18217" fmla="*/ 2434468 h 5017219"/>
              <a:gd name="connsiteX18218" fmla="*/ 5216688 w 5799173"/>
              <a:gd name="connsiteY18218" fmla="*/ 2416523 h 5017219"/>
              <a:gd name="connsiteX18219" fmla="*/ 5216688 w 5799173"/>
              <a:gd name="connsiteY18219" fmla="*/ 2415028 h 5017219"/>
              <a:gd name="connsiteX18220" fmla="*/ 5227073 w 5799173"/>
              <a:gd name="connsiteY18220" fmla="*/ 2397083 h 5017219"/>
              <a:gd name="connsiteX18221" fmla="*/ 5228319 w 5799173"/>
              <a:gd name="connsiteY18221" fmla="*/ 2396335 h 5017219"/>
              <a:gd name="connsiteX18222" fmla="*/ 5249089 w 5799173"/>
              <a:gd name="connsiteY18222" fmla="*/ 2396335 h 5017219"/>
              <a:gd name="connsiteX18223" fmla="*/ 5250335 w 5799173"/>
              <a:gd name="connsiteY18223" fmla="*/ 2397083 h 5017219"/>
              <a:gd name="connsiteX18224" fmla="*/ 5260720 w 5799173"/>
              <a:gd name="connsiteY18224" fmla="*/ 2415028 h 5017219"/>
              <a:gd name="connsiteX18225" fmla="*/ 5260720 w 5799173"/>
              <a:gd name="connsiteY18225" fmla="*/ 2416523 h 5017219"/>
              <a:gd name="connsiteX18226" fmla="*/ 5250335 w 5799173"/>
              <a:gd name="connsiteY18226" fmla="*/ 2434468 h 5017219"/>
              <a:gd name="connsiteX18227" fmla="*/ 5249089 w 5799173"/>
              <a:gd name="connsiteY18227" fmla="*/ 2435216 h 5017219"/>
              <a:gd name="connsiteX18228" fmla="*/ 5288506 w 5799173"/>
              <a:gd name="connsiteY18228" fmla="*/ 2451343 h 5017219"/>
              <a:gd name="connsiteX18229" fmla="*/ 5287260 w 5799173"/>
              <a:gd name="connsiteY18229" fmla="*/ 2450595 h 5017219"/>
              <a:gd name="connsiteX18230" fmla="*/ 5276875 w 5799173"/>
              <a:gd name="connsiteY18230" fmla="*/ 2432650 h 5017219"/>
              <a:gd name="connsiteX18231" fmla="*/ 5276875 w 5799173"/>
              <a:gd name="connsiteY18231" fmla="*/ 2431155 h 5017219"/>
              <a:gd name="connsiteX18232" fmla="*/ 5287260 w 5799173"/>
              <a:gd name="connsiteY18232" fmla="*/ 2413210 h 5017219"/>
              <a:gd name="connsiteX18233" fmla="*/ 5288506 w 5799173"/>
              <a:gd name="connsiteY18233" fmla="*/ 2412462 h 5017219"/>
              <a:gd name="connsiteX18234" fmla="*/ 5309276 w 5799173"/>
              <a:gd name="connsiteY18234" fmla="*/ 2412462 h 5017219"/>
              <a:gd name="connsiteX18235" fmla="*/ 5310522 w 5799173"/>
              <a:gd name="connsiteY18235" fmla="*/ 2413210 h 5017219"/>
              <a:gd name="connsiteX18236" fmla="*/ 5320907 w 5799173"/>
              <a:gd name="connsiteY18236" fmla="*/ 2431155 h 5017219"/>
              <a:gd name="connsiteX18237" fmla="*/ 5320907 w 5799173"/>
              <a:gd name="connsiteY18237" fmla="*/ 2432650 h 5017219"/>
              <a:gd name="connsiteX18238" fmla="*/ 5310522 w 5799173"/>
              <a:gd name="connsiteY18238" fmla="*/ 2450595 h 5017219"/>
              <a:gd name="connsiteX18239" fmla="*/ 5309276 w 5799173"/>
              <a:gd name="connsiteY18239" fmla="*/ 2451343 h 5017219"/>
              <a:gd name="connsiteX18240" fmla="*/ 2399484 w 5799173"/>
              <a:gd name="connsiteY18240" fmla="*/ 1677336 h 5017219"/>
              <a:gd name="connsiteX18241" fmla="*/ 2398238 w 5799173"/>
              <a:gd name="connsiteY18241" fmla="*/ 1676589 h 5017219"/>
              <a:gd name="connsiteX18242" fmla="*/ 2387853 w 5799173"/>
              <a:gd name="connsiteY18242" fmla="*/ 1658560 h 5017219"/>
              <a:gd name="connsiteX18243" fmla="*/ 2387853 w 5799173"/>
              <a:gd name="connsiteY18243" fmla="*/ 1657065 h 5017219"/>
              <a:gd name="connsiteX18244" fmla="*/ 2398321 w 5799173"/>
              <a:gd name="connsiteY18244" fmla="*/ 1639037 h 5017219"/>
              <a:gd name="connsiteX18245" fmla="*/ 2399567 w 5799173"/>
              <a:gd name="connsiteY18245" fmla="*/ 1638289 h 5017219"/>
              <a:gd name="connsiteX18246" fmla="*/ 2420420 w 5799173"/>
              <a:gd name="connsiteY18246" fmla="*/ 1638289 h 5017219"/>
              <a:gd name="connsiteX18247" fmla="*/ 2421666 w 5799173"/>
              <a:gd name="connsiteY18247" fmla="*/ 1639037 h 5017219"/>
              <a:gd name="connsiteX18248" fmla="*/ 2432051 w 5799173"/>
              <a:gd name="connsiteY18248" fmla="*/ 1657065 h 5017219"/>
              <a:gd name="connsiteX18249" fmla="*/ 2432051 w 5799173"/>
              <a:gd name="connsiteY18249" fmla="*/ 1658560 h 5017219"/>
              <a:gd name="connsiteX18250" fmla="*/ 2421583 w 5799173"/>
              <a:gd name="connsiteY18250" fmla="*/ 1676589 h 5017219"/>
              <a:gd name="connsiteX18251" fmla="*/ 2420337 w 5799173"/>
              <a:gd name="connsiteY18251" fmla="*/ 1677336 h 5017219"/>
              <a:gd name="connsiteX18252" fmla="*/ 2519856 w 5799173"/>
              <a:gd name="connsiteY18252" fmla="*/ 1709590 h 5017219"/>
              <a:gd name="connsiteX18253" fmla="*/ 2518610 w 5799173"/>
              <a:gd name="connsiteY18253" fmla="*/ 1708843 h 5017219"/>
              <a:gd name="connsiteX18254" fmla="*/ 2508225 w 5799173"/>
              <a:gd name="connsiteY18254" fmla="*/ 1690814 h 5017219"/>
              <a:gd name="connsiteX18255" fmla="*/ 2508225 w 5799173"/>
              <a:gd name="connsiteY18255" fmla="*/ 1689319 h 5017219"/>
              <a:gd name="connsiteX18256" fmla="*/ 2518693 w 5799173"/>
              <a:gd name="connsiteY18256" fmla="*/ 1671291 h 5017219"/>
              <a:gd name="connsiteX18257" fmla="*/ 2519939 w 5799173"/>
              <a:gd name="connsiteY18257" fmla="*/ 1670543 h 5017219"/>
              <a:gd name="connsiteX18258" fmla="*/ 2540792 w 5799173"/>
              <a:gd name="connsiteY18258" fmla="*/ 1670543 h 5017219"/>
              <a:gd name="connsiteX18259" fmla="*/ 2542038 w 5799173"/>
              <a:gd name="connsiteY18259" fmla="*/ 1671291 h 5017219"/>
              <a:gd name="connsiteX18260" fmla="*/ 2552423 w 5799173"/>
              <a:gd name="connsiteY18260" fmla="*/ 1689319 h 5017219"/>
              <a:gd name="connsiteX18261" fmla="*/ 2552423 w 5799173"/>
              <a:gd name="connsiteY18261" fmla="*/ 1690814 h 5017219"/>
              <a:gd name="connsiteX18262" fmla="*/ 2541955 w 5799173"/>
              <a:gd name="connsiteY18262" fmla="*/ 1708843 h 5017219"/>
              <a:gd name="connsiteX18263" fmla="*/ 2540709 w 5799173"/>
              <a:gd name="connsiteY18263" fmla="*/ 1709590 h 5017219"/>
              <a:gd name="connsiteX18264" fmla="*/ 2580041 w 5799173"/>
              <a:gd name="connsiteY18264" fmla="*/ 1725716 h 5017219"/>
              <a:gd name="connsiteX18265" fmla="*/ 2578796 w 5799173"/>
              <a:gd name="connsiteY18265" fmla="*/ 1724970 h 5017219"/>
              <a:gd name="connsiteX18266" fmla="*/ 2568411 w 5799173"/>
              <a:gd name="connsiteY18266" fmla="*/ 1706941 h 5017219"/>
              <a:gd name="connsiteX18267" fmla="*/ 2568411 w 5799173"/>
              <a:gd name="connsiteY18267" fmla="*/ 1705446 h 5017219"/>
              <a:gd name="connsiteX18268" fmla="*/ 2578879 w 5799173"/>
              <a:gd name="connsiteY18268" fmla="*/ 1687418 h 5017219"/>
              <a:gd name="connsiteX18269" fmla="*/ 2580125 w 5799173"/>
              <a:gd name="connsiteY18269" fmla="*/ 1686670 h 5017219"/>
              <a:gd name="connsiteX18270" fmla="*/ 2600978 w 5799173"/>
              <a:gd name="connsiteY18270" fmla="*/ 1686670 h 5017219"/>
              <a:gd name="connsiteX18271" fmla="*/ 2602224 w 5799173"/>
              <a:gd name="connsiteY18271" fmla="*/ 1687418 h 5017219"/>
              <a:gd name="connsiteX18272" fmla="*/ 2612609 w 5799173"/>
              <a:gd name="connsiteY18272" fmla="*/ 1705446 h 5017219"/>
              <a:gd name="connsiteX18273" fmla="*/ 2612609 w 5799173"/>
              <a:gd name="connsiteY18273" fmla="*/ 1706941 h 5017219"/>
              <a:gd name="connsiteX18274" fmla="*/ 2602141 w 5799173"/>
              <a:gd name="connsiteY18274" fmla="*/ 1724970 h 5017219"/>
              <a:gd name="connsiteX18275" fmla="*/ 2600894 w 5799173"/>
              <a:gd name="connsiteY18275" fmla="*/ 1725717 h 5017219"/>
              <a:gd name="connsiteX18276" fmla="*/ 2820787 w 5799173"/>
              <a:gd name="connsiteY18276" fmla="*/ 1790224 h 5017219"/>
              <a:gd name="connsiteX18277" fmla="*/ 2819541 w 5799173"/>
              <a:gd name="connsiteY18277" fmla="*/ 1789477 h 5017219"/>
              <a:gd name="connsiteX18278" fmla="*/ 2809156 w 5799173"/>
              <a:gd name="connsiteY18278" fmla="*/ 1771448 h 5017219"/>
              <a:gd name="connsiteX18279" fmla="*/ 2809156 w 5799173"/>
              <a:gd name="connsiteY18279" fmla="*/ 1769953 h 5017219"/>
              <a:gd name="connsiteX18280" fmla="*/ 2819624 w 5799173"/>
              <a:gd name="connsiteY18280" fmla="*/ 1751925 h 5017219"/>
              <a:gd name="connsiteX18281" fmla="*/ 2820870 w 5799173"/>
              <a:gd name="connsiteY18281" fmla="*/ 1751177 h 5017219"/>
              <a:gd name="connsiteX18282" fmla="*/ 2841723 w 5799173"/>
              <a:gd name="connsiteY18282" fmla="*/ 1751177 h 5017219"/>
              <a:gd name="connsiteX18283" fmla="*/ 2842969 w 5799173"/>
              <a:gd name="connsiteY18283" fmla="*/ 1751925 h 5017219"/>
              <a:gd name="connsiteX18284" fmla="*/ 2853354 w 5799173"/>
              <a:gd name="connsiteY18284" fmla="*/ 1769953 h 5017219"/>
              <a:gd name="connsiteX18285" fmla="*/ 2853354 w 5799173"/>
              <a:gd name="connsiteY18285" fmla="*/ 1771448 h 5017219"/>
              <a:gd name="connsiteX18286" fmla="*/ 2842886 w 5799173"/>
              <a:gd name="connsiteY18286" fmla="*/ 1789477 h 5017219"/>
              <a:gd name="connsiteX18287" fmla="*/ 2841640 w 5799173"/>
              <a:gd name="connsiteY18287" fmla="*/ 1790224 h 5017219"/>
              <a:gd name="connsiteX18288" fmla="*/ 4987491 w 5799173"/>
              <a:gd name="connsiteY18288" fmla="*/ 2370791 h 5017219"/>
              <a:gd name="connsiteX18289" fmla="*/ 4986245 w 5799173"/>
              <a:gd name="connsiteY18289" fmla="*/ 2370044 h 5017219"/>
              <a:gd name="connsiteX18290" fmla="*/ 4975860 w 5799173"/>
              <a:gd name="connsiteY18290" fmla="*/ 2352015 h 5017219"/>
              <a:gd name="connsiteX18291" fmla="*/ 4975860 w 5799173"/>
              <a:gd name="connsiteY18291" fmla="*/ 2350520 h 5017219"/>
              <a:gd name="connsiteX18292" fmla="*/ 4986328 w 5799173"/>
              <a:gd name="connsiteY18292" fmla="*/ 2332492 h 5017219"/>
              <a:gd name="connsiteX18293" fmla="*/ 4987574 w 5799173"/>
              <a:gd name="connsiteY18293" fmla="*/ 2331744 h 5017219"/>
              <a:gd name="connsiteX18294" fmla="*/ 5008427 w 5799173"/>
              <a:gd name="connsiteY18294" fmla="*/ 2331744 h 5017219"/>
              <a:gd name="connsiteX18295" fmla="*/ 5009673 w 5799173"/>
              <a:gd name="connsiteY18295" fmla="*/ 2332492 h 5017219"/>
              <a:gd name="connsiteX18296" fmla="*/ 5020058 w 5799173"/>
              <a:gd name="connsiteY18296" fmla="*/ 2350520 h 5017219"/>
              <a:gd name="connsiteX18297" fmla="*/ 5020058 w 5799173"/>
              <a:gd name="connsiteY18297" fmla="*/ 2352015 h 5017219"/>
              <a:gd name="connsiteX18298" fmla="*/ 5009590 w 5799173"/>
              <a:gd name="connsiteY18298" fmla="*/ 2370044 h 5017219"/>
              <a:gd name="connsiteX18299" fmla="*/ 5008344 w 5799173"/>
              <a:gd name="connsiteY18299" fmla="*/ 2370791 h 5017219"/>
              <a:gd name="connsiteX18300" fmla="*/ 2640228 w 5799173"/>
              <a:gd name="connsiteY18300" fmla="*/ 1741927 h 5017219"/>
              <a:gd name="connsiteX18301" fmla="*/ 2638982 w 5799173"/>
              <a:gd name="connsiteY18301" fmla="*/ 1741179 h 5017219"/>
              <a:gd name="connsiteX18302" fmla="*/ 2628515 w 5799173"/>
              <a:gd name="connsiteY18302" fmla="*/ 1723068 h 5017219"/>
              <a:gd name="connsiteX18303" fmla="*/ 2628515 w 5799173"/>
              <a:gd name="connsiteY18303" fmla="*/ 1721573 h 5017219"/>
              <a:gd name="connsiteX18304" fmla="*/ 2638982 w 5799173"/>
              <a:gd name="connsiteY18304" fmla="*/ 1703462 h 5017219"/>
              <a:gd name="connsiteX18305" fmla="*/ 2640228 w 5799173"/>
              <a:gd name="connsiteY18305" fmla="*/ 1702714 h 5017219"/>
              <a:gd name="connsiteX18306" fmla="*/ 2661165 w 5799173"/>
              <a:gd name="connsiteY18306" fmla="*/ 1702714 h 5017219"/>
              <a:gd name="connsiteX18307" fmla="*/ 2662411 w 5799173"/>
              <a:gd name="connsiteY18307" fmla="*/ 1703462 h 5017219"/>
              <a:gd name="connsiteX18308" fmla="*/ 2672878 w 5799173"/>
              <a:gd name="connsiteY18308" fmla="*/ 1721572 h 5017219"/>
              <a:gd name="connsiteX18309" fmla="*/ 2672878 w 5799173"/>
              <a:gd name="connsiteY18309" fmla="*/ 1723068 h 5017219"/>
              <a:gd name="connsiteX18310" fmla="*/ 2662411 w 5799173"/>
              <a:gd name="connsiteY18310" fmla="*/ 1741179 h 5017219"/>
              <a:gd name="connsiteX18311" fmla="*/ 2661165 w 5799173"/>
              <a:gd name="connsiteY18311" fmla="*/ 1741927 h 5017219"/>
              <a:gd name="connsiteX18312" fmla="*/ 2760540 w 5799173"/>
              <a:gd name="connsiteY18312" fmla="*/ 1774256 h 5017219"/>
              <a:gd name="connsiteX18313" fmla="*/ 2759294 w 5799173"/>
              <a:gd name="connsiteY18313" fmla="*/ 1773508 h 5017219"/>
              <a:gd name="connsiteX18314" fmla="*/ 2748743 w 5799173"/>
              <a:gd name="connsiteY18314" fmla="*/ 1755231 h 5017219"/>
              <a:gd name="connsiteX18315" fmla="*/ 2748743 w 5799173"/>
              <a:gd name="connsiteY18315" fmla="*/ 1753735 h 5017219"/>
              <a:gd name="connsiteX18316" fmla="*/ 2759294 w 5799173"/>
              <a:gd name="connsiteY18316" fmla="*/ 1735458 h 5017219"/>
              <a:gd name="connsiteX18317" fmla="*/ 2760540 w 5799173"/>
              <a:gd name="connsiteY18317" fmla="*/ 1734710 h 5017219"/>
              <a:gd name="connsiteX18318" fmla="*/ 2781559 w 5799173"/>
              <a:gd name="connsiteY18318" fmla="*/ 1734710 h 5017219"/>
              <a:gd name="connsiteX18319" fmla="*/ 2782805 w 5799173"/>
              <a:gd name="connsiteY18319" fmla="*/ 1735458 h 5017219"/>
              <a:gd name="connsiteX18320" fmla="*/ 2793356 w 5799173"/>
              <a:gd name="connsiteY18320" fmla="*/ 1753735 h 5017219"/>
              <a:gd name="connsiteX18321" fmla="*/ 2793356 w 5799173"/>
              <a:gd name="connsiteY18321" fmla="*/ 1755231 h 5017219"/>
              <a:gd name="connsiteX18322" fmla="*/ 2782805 w 5799173"/>
              <a:gd name="connsiteY18322" fmla="*/ 1773508 h 5017219"/>
              <a:gd name="connsiteX18323" fmla="*/ 2781559 w 5799173"/>
              <a:gd name="connsiteY18323" fmla="*/ 1774256 h 5017219"/>
              <a:gd name="connsiteX18324" fmla="*/ 3121634 w 5799173"/>
              <a:gd name="connsiteY18324" fmla="*/ 1871202 h 5017219"/>
              <a:gd name="connsiteX18325" fmla="*/ 3120305 w 5799173"/>
              <a:gd name="connsiteY18325" fmla="*/ 1870454 h 5017219"/>
              <a:gd name="connsiteX18326" fmla="*/ 3109754 w 5799173"/>
              <a:gd name="connsiteY18326" fmla="*/ 1852094 h 5017219"/>
              <a:gd name="connsiteX18327" fmla="*/ 3109754 w 5799173"/>
              <a:gd name="connsiteY18327" fmla="*/ 1850598 h 5017219"/>
              <a:gd name="connsiteX18328" fmla="*/ 3120305 w 5799173"/>
              <a:gd name="connsiteY18328" fmla="*/ 1832238 h 5017219"/>
              <a:gd name="connsiteX18329" fmla="*/ 3121634 w 5799173"/>
              <a:gd name="connsiteY18329" fmla="*/ 1831490 h 5017219"/>
              <a:gd name="connsiteX18330" fmla="*/ 3142819 w 5799173"/>
              <a:gd name="connsiteY18330" fmla="*/ 1831490 h 5017219"/>
              <a:gd name="connsiteX18331" fmla="*/ 3144149 w 5799173"/>
              <a:gd name="connsiteY18331" fmla="*/ 1832238 h 5017219"/>
              <a:gd name="connsiteX18332" fmla="*/ 3154700 w 5799173"/>
              <a:gd name="connsiteY18332" fmla="*/ 1850598 h 5017219"/>
              <a:gd name="connsiteX18333" fmla="*/ 3154700 w 5799173"/>
              <a:gd name="connsiteY18333" fmla="*/ 1852094 h 5017219"/>
              <a:gd name="connsiteX18334" fmla="*/ 3144149 w 5799173"/>
              <a:gd name="connsiteY18334" fmla="*/ 1870454 h 5017219"/>
              <a:gd name="connsiteX18335" fmla="*/ 3142819 w 5799173"/>
              <a:gd name="connsiteY18335" fmla="*/ 1871202 h 5017219"/>
              <a:gd name="connsiteX18336" fmla="*/ 2700164 w 5799173"/>
              <a:gd name="connsiteY18336" fmla="*/ 1758469 h 5017219"/>
              <a:gd name="connsiteX18337" fmla="*/ 2698835 w 5799173"/>
              <a:gd name="connsiteY18337" fmla="*/ 1757722 h 5017219"/>
              <a:gd name="connsiteX18338" fmla="*/ 2688201 w 5799173"/>
              <a:gd name="connsiteY18338" fmla="*/ 1739195 h 5017219"/>
              <a:gd name="connsiteX18339" fmla="*/ 2688201 w 5799173"/>
              <a:gd name="connsiteY18339" fmla="*/ 1737699 h 5017219"/>
              <a:gd name="connsiteX18340" fmla="*/ 2698918 w 5799173"/>
              <a:gd name="connsiteY18340" fmla="*/ 1719173 h 5017219"/>
              <a:gd name="connsiteX18341" fmla="*/ 2700248 w 5799173"/>
              <a:gd name="connsiteY18341" fmla="*/ 1718425 h 5017219"/>
              <a:gd name="connsiteX18342" fmla="*/ 2721599 w 5799173"/>
              <a:gd name="connsiteY18342" fmla="*/ 1718425 h 5017219"/>
              <a:gd name="connsiteX18343" fmla="*/ 2722928 w 5799173"/>
              <a:gd name="connsiteY18343" fmla="*/ 1719173 h 5017219"/>
              <a:gd name="connsiteX18344" fmla="*/ 2733562 w 5799173"/>
              <a:gd name="connsiteY18344" fmla="*/ 1737699 h 5017219"/>
              <a:gd name="connsiteX18345" fmla="*/ 2733562 w 5799173"/>
              <a:gd name="connsiteY18345" fmla="*/ 1739195 h 5017219"/>
              <a:gd name="connsiteX18346" fmla="*/ 2722845 w 5799173"/>
              <a:gd name="connsiteY18346" fmla="*/ 1757722 h 5017219"/>
              <a:gd name="connsiteX18347" fmla="*/ 2721516 w 5799173"/>
              <a:gd name="connsiteY18347" fmla="*/ 1758469 h 5017219"/>
              <a:gd name="connsiteX18348" fmla="*/ 3482585 w 5799173"/>
              <a:gd name="connsiteY18348" fmla="*/ 1968202 h 5017219"/>
              <a:gd name="connsiteX18349" fmla="*/ 3481256 w 5799173"/>
              <a:gd name="connsiteY18349" fmla="*/ 1967454 h 5017219"/>
              <a:gd name="connsiteX18350" fmla="*/ 3470539 w 5799173"/>
              <a:gd name="connsiteY18350" fmla="*/ 1948844 h 5017219"/>
              <a:gd name="connsiteX18351" fmla="*/ 3470540 w 5799173"/>
              <a:gd name="connsiteY18351" fmla="*/ 1947349 h 5017219"/>
              <a:gd name="connsiteX18352" fmla="*/ 3481256 w 5799173"/>
              <a:gd name="connsiteY18352" fmla="*/ 1928739 h 5017219"/>
              <a:gd name="connsiteX18353" fmla="*/ 3482585 w 5799173"/>
              <a:gd name="connsiteY18353" fmla="*/ 1927991 h 5017219"/>
              <a:gd name="connsiteX18354" fmla="*/ 3504021 w 5799173"/>
              <a:gd name="connsiteY18354" fmla="*/ 1927992 h 5017219"/>
              <a:gd name="connsiteX18355" fmla="*/ 3505349 w 5799173"/>
              <a:gd name="connsiteY18355" fmla="*/ 1928739 h 5017219"/>
              <a:gd name="connsiteX18356" fmla="*/ 3516066 w 5799173"/>
              <a:gd name="connsiteY18356" fmla="*/ 1947349 h 5017219"/>
              <a:gd name="connsiteX18357" fmla="*/ 3516066 w 5799173"/>
              <a:gd name="connsiteY18357" fmla="*/ 1948844 h 5017219"/>
              <a:gd name="connsiteX18358" fmla="*/ 3505349 w 5799173"/>
              <a:gd name="connsiteY18358" fmla="*/ 1967454 h 5017219"/>
              <a:gd name="connsiteX18359" fmla="*/ 3504020 w 5799173"/>
              <a:gd name="connsiteY18359" fmla="*/ 1968202 h 5017219"/>
              <a:gd name="connsiteX18360" fmla="*/ 3241759 w 5799173"/>
              <a:gd name="connsiteY18360" fmla="*/ 1903777 h 5017219"/>
              <a:gd name="connsiteX18361" fmla="*/ 3240429 w 5799173"/>
              <a:gd name="connsiteY18361" fmla="*/ 1903030 h 5017219"/>
              <a:gd name="connsiteX18362" fmla="*/ 3229629 w 5799173"/>
              <a:gd name="connsiteY18362" fmla="*/ 1884337 h 5017219"/>
              <a:gd name="connsiteX18363" fmla="*/ 3229629 w 5799173"/>
              <a:gd name="connsiteY18363" fmla="*/ 1882841 h 5017219"/>
              <a:gd name="connsiteX18364" fmla="*/ 3240429 w 5799173"/>
              <a:gd name="connsiteY18364" fmla="*/ 1864149 h 5017219"/>
              <a:gd name="connsiteX18365" fmla="*/ 3241759 w 5799173"/>
              <a:gd name="connsiteY18365" fmla="*/ 1863401 h 5017219"/>
              <a:gd name="connsiteX18366" fmla="*/ 3263359 w 5799173"/>
              <a:gd name="connsiteY18366" fmla="*/ 1863401 h 5017219"/>
              <a:gd name="connsiteX18367" fmla="*/ 3264688 w 5799173"/>
              <a:gd name="connsiteY18367" fmla="*/ 1864149 h 5017219"/>
              <a:gd name="connsiteX18368" fmla="*/ 3275489 w 5799173"/>
              <a:gd name="connsiteY18368" fmla="*/ 1882841 h 5017219"/>
              <a:gd name="connsiteX18369" fmla="*/ 3275489 w 5799173"/>
              <a:gd name="connsiteY18369" fmla="*/ 1884337 h 5017219"/>
              <a:gd name="connsiteX18370" fmla="*/ 3264688 w 5799173"/>
              <a:gd name="connsiteY18370" fmla="*/ 1903030 h 5017219"/>
              <a:gd name="connsiteX18371" fmla="*/ 3263359 w 5799173"/>
              <a:gd name="connsiteY18371" fmla="*/ 1903777 h 5017219"/>
              <a:gd name="connsiteX18372" fmla="*/ 3783435 w 5799173"/>
              <a:gd name="connsiteY18372" fmla="*/ 2048919 h 5017219"/>
              <a:gd name="connsiteX18373" fmla="*/ 3782105 w 5799173"/>
              <a:gd name="connsiteY18373" fmla="*/ 2048172 h 5017219"/>
              <a:gd name="connsiteX18374" fmla="*/ 3771305 w 5799173"/>
              <a:gd name="connsiteY18374" fmla="*/ 2029479 h 5017219"/>
              <a:gd name="connsiteX18375" fmla="*/ 3771304 w 5799173"/>
              <a:gd name="connsiteY18375" fmla="*/ 2027983 h 5017219"/>
              <a:gd name="connsiteX18376" fmla="*/ 3782105 w 5799173"/>
              <a:gd name="connsiteY18376" fmla="*/ 2009291 h 5017219"/>
              <a:gd name="connsiteX18377" fmla="*/ 3783435 w 5799173"/>
              <a:gd name="connsiteY18377" fmla="*/ 2008543 h 5017219"/>
              <a:gd name="connsiteX18378" fmla="*/ 3805035 w 5799173"/>
              <a:gd name="connsiteY18378" fmla="*/ 2008543 h 5017219"/>
              <a:gd name="connsiteX18379" fmla="*/ 3806364 w 5799173"/>
              <a:gd name="connsiteY18379" fmla="*/ 2009291 h 5017219"/>
              <a:gd name="connsiteX18380" fmla="*/ 3817165 w 5799173"/>
              <a:gd name="connsiteY18380" fmla="*/ 2027983 h 5017219"/>
              <a:gd name="connsiteX18381" fmla="*/ 3817165 w 5799173"/>
              <a:gd name="connsiteY18381" fmla="*/ 2029479 h 5017219"/>
              <a:gd name="connsiteX18382" fmla="*/ 3806364 w 5799173"/>
              <a:gd name="connsiteY18382" fmla="*/ 2048172 h 5017219"/>
              <a:gd name="connsiteX18383" fmla="*/ 3805035 w 5799173"/>
              <a:gd name="connsiteY18383" fmla="*/ 2048919 h 5017219"/>
              <a:gd name="connsiteX18384" fmla="*/ 3301942 w 5799173"/>
              <a:gd name="connsiteY18384" fmla="*/ 1919998 h 5017219"/>
              <a:gd name="connsiteX18385" fmla="*/ 3300613 w 5799173"/>
              <a:gd name="connsiteY18385" fmla="*/ 1919251 h 5017219"/>
              <a:gd name="connsiteX18386" fmla="*/ 3289814 w 5799173"/>
              <a:gd name="connsiteY18386" fmla="*/ 1900475 h 5017219"/>
              <a:gd name="connsiteX18387" fmla="*/ 3289813 w 5799173"/>
              <a:gd name="connsiteY18387" fmla="*/ 1898980 h 5017219"/>
              <a:gd name="connsiteX18388" fmla="*/ 3300614 w 5799173"/>
              <a:gd name="connsiteY18388" fmla="*/ 1880204 h 5017219"/>
              <a:gd name="connsiteX18389" fmla="*/ 3301942 w 5799173"/>
              <a:gd name="connsiteY18389" fmla="*/ 1879456 h 5017219"/>
              <a:gd name="connsiteX18390" fmla="*/ 3323626 w 5799173"/>
              <a:gd name="connsiteY18390" fmla="*/ 1879455 h 5017219"/>
              <a:gd name="connsiteX18391" fmla="*/ 3324955 w 5799173"/>
              <a:gd name="connsiteY18391" fmla="*/ 1880204 h 5017219"/>
              <a:gd name="connsiteX18392" fmla="*/ 3335756 w 5799173"/>
              <a:gd name="connsiteY18392" fmla="*/ 1898979 h 5017219"/>
              <a:gd name="connsiteX18393" fmla="*/ 3335757 w 5799173"/>
              <a:gd name="connsiteY18393" fmla="*/ 1900475 h 5017219"/>
              <a:gd name="connsiteX18394" fmla="*/ 3324955 w 5799173"/>
              <a:gd name="connsiteY18394" fmla="*/ 1919251 h 5017219"/>
              <a:gd name="connsiteX18395" fmla="*/ 3323626 w 5799173"/>
              <a:gd name="connsiteY18395" fmla="*/ 1919999 h 5017219"/>
              <a:gd name="connsiteX18396" fmla="*/ 3362129 w 5799173"/>
              <a:gd name="connsiteY18396" fmla="*/ 1936125 h 5017219"/>
              <a:gd name="connsiteX18397" fmla="*/ 3360800 w 5799173"/>
              <a:gd name="connsiteY18397" fmla="*/ 1935378 h 5017219"/>
              <a:gd name="connsiteX18398" fmla="*/ 3350000 w 5799173"/>
              <a:gd name="connsiteY18398" fmla="*/ 1916602 h 5017219"/>
              <a:gd name="connsiteX18399" fmla="*/ 3350000 w 5799173"/>
              <a:gd name="connsiteY18399" fmla="*/ 1915107 h 5017219"/>
              <a:gd name="connsiteX18400" fmla="*/ 3360800 w 5799173"/>
              <a:gd name="connsiteY18400" fmla="*/ 1896331 h 5017219"/>
              <a:gd name="connsiteX18401" fmla="*/ 3362129 w 5799173"/>
              <a:gd name="connsiteY18401" fmla="*/ 1895583 h 5017219"/>
              <a:gd name="connsiteX18402" fmla="*/ 3383813 w 5799173"/>
              <a:gd name="connsiteY18402" fmla="*/ 1895582 h 5017219"/>
              <a:gd name="connsiteX18403" fmla="*/ 3385142 w 5799173"/>
              <a:gd name="connsiteY18403" fmla="*/ 1896331 h 5017219"/>
              <a:gd name="connsiteX18404" fmla="*/ 3395943 w 5799173"/>
              <a:gd name="connsiteY18404" fmla="*/ 1915107 h 5017219"/>
              <a:gd name="connsiteX18405" fmla="*/ 3395943 w 5799173"/>
              <a:gd name="connsiteY18405" fmla="*/ 1916602 h 5017219"/>
              <a:gd name="connsiteX18406" fmla="*/ 3385142 w 5799173"/>
              <a:gd name="connsiteY18406" fmla="*/ 1935378 h 5017219"/>
              <a:gd name="connsiteX18407" fmla="*/ 3383813 w 5799173"/>
              <a:gd name="connsiteY18407" fmla="*/ 1936126 h 5017219"/>
              <a:gd name="connsiteX18408" fmla="*/ 3181501 w 5799173"/>
              <a:gd name="connsiteY18408" fmla="*/ 1887819 h 5017219"/>
              <a:gd name="connsiteX18409" fmla="*/ 3180171 w 5799173"/>
              <a:gd name="connsiteY18409" fmla="*/ 1887071 h 5017219"/>
              <a:gd name="connsiteX18410" fmla="*/ 3169288 w 5799173"/>
              <a:gd name="connsiteY18410" fmla="*/ 1868212 h 5017219"/>
              <a:gd name="connsiteX18411" fmla="*/ 3169288 w 5799173"/>
              <a:gd name="connsiteY18411" fmla="*/ 1866634 h 5017219"/>
              <a:gd name="connsiteX18412" fmla="*/ 3180171 w 5799173"/>
              <a:gd name="connsiteY18412" fmla="*/ 1847775 h 5017219"/>
              <a:gd name="connsiteX18413" fmla="*/ 3181501 w 5799173"/>
              <a:gd name="connsiteY18413" fmla="*/ 1847027 h 5017219"/>
              <a:gd name="connsiteX18414" fmla="*/ 3203267 w 5799173"/>
              <a:gd name="connsiteY18414" fmla="*/ 1847027 h 5017219"/>
              <a:gd name="connsiteX18415" fmla="*/ 3204597 w 5799173"/>
              <a:gd name="connsiteY18415" fmla="*/ 1847775 h 5017219"/>
              <a:gd name="connsiteX18416" fmla="*/ 3215480 w 5799173"/>
              <a:gd name="connsiteY18416" fmla="*/ 1866634 h 5017219"/>
              <a:gd name="connsiteX18417" fmla="*/ 3215480 w 5799173"/>
              <a:gd name="connsiteY18417" fmla="*/ 1868212 h 5017219"/>
              <a:gd name="connsiteX18418" fmla="*/ 3204597 w 5799173"/>
              <a:gd name="connsiteY18418" fmla="*/ 1887071 h 5017219"/>
              <a:gd name="connsiteX18419" fmla="*/ 3203267 w 5799173"/>
              <a:gd name="connsiteY18419" fmla="*/ 1887819 h 5017219"/>
              <a:gd name="connsiteX18420" fmla="*/ 3422245 w 5799173"/>
              <a:gd name="connsiteY18420" fmla="*/ 1952326 h 5017219"/>
              <a:gd name="connsiteX18421" fmla="*/ 3420915 w 5799173"/>
              <a:gd name="connsiteY18421" fmla="*/ 1951578 h 5017219"/>
              <a:gd name="connsiteX18422" fmla="*/ 3410032 w 5799173"/>
              <a:gd name="connsiteY18422" fmla="*/ 1932719 h 5017219"/>
              <a:gd name="connsiteX18423" fmla="*/ 3410032 w 5799173"/>
              <a:gd name="connsiteY18423" fmla="*/ 1931141 h 5017219"/>
              <a:gd name="connsiteX18424" fmla="*/ 3420915 w 5799173"/>
              <a:gd name="connsiteY18424" fmla="*/ 1912282 h 5017219"/>
              <a:gd name="connsiteX18425" fmla="*/ 3422245 w 5799173"/>
              <a:gd name="connsiteY18425" fmla="*/ 1911534 h 5017219"/>
              <a:gd name="connsiteX18426" fmla="*/ 3444011 w 5799173"/>
              <a:gd name="connsiteY18426" fmla="*/ 1911534 h 5017219"/>
              <a:gd name="connsiteX18427" fmla="*/ 3445341 w 5799173"/>
              <a:gd name="connsiteY18427" fmla="*/ 1912282 h 5017219"/>
              <a:gd name="connsiteX18428" fmla="*/ 3456224 w 5799173"/>
              <a:gd name="connsiteY18428" fmla="*/ 1931141 h 5017219"/>
              <a:gd name="connsiteX18429" fmla="*/ 3456224 w 5799173"/>
              <a:gd name="connsiteY18429" fmla="*/ 1932719 h 5017219"/>
              <a:gd name="connsiteX18430" fmla="*/ 3445341 w 5799173"/>
              <a:gd name="connsiteY18430" fmla="*/ 1951578 h 5017219"/>
              <a:gd name="connsiteX18431" fmla="*/ 3444011 w 5799173"/>
              <a:gd name="connsiteY18431" fmla="*/ 1952326 h 5017219"/>
              <a:gd name="connsiteX18432" fmla="*/ 5709217 w 5799173"/>
              <a:gd name="connsiteY18432" fmla="*/ 2565392 h 5017219"/>
              <a:gd name="connsiteX18433" fmla="*/ 5707888 w 5799173"/>
              <a:gd name="connsiteY18433" fmla="*/ 2564645 h 5017219"/>
              <a:gd name="connsiteX18434" fmla="*/ 5696921 w 5799173"/>
              <a:gd name="connsiteY18434" fmla="*/ 2545619 h 5017219"/>
              <a:gd name="connsiteX18435" fmla="*/ 5696922 w 5799173"/>
              <a:gd name="connsiteY18435" fmla="*/ 2544041 h 5017219"/>
              <a:gd name="connsiteX18436" fmla="*/ 5707888 w 5799173"/>
              <a:gd name="connsiteY18436" fmla="*/ 2525016 h 5017219"/>
              <a:gd name="connsiteX18437" fmla="*/ 5709217 w 5799173"/>
              <a:gd name="connsiteY18437" fmla="*/ 2524268 h 5017219"/>
              <a:gd name="connsiteX18438" fmla="*/ 5731151 w 5799173"/>
              <a:gd name="connsiteY18438" fmla="*/ 2524268 h 5017219"/>
              <a:gd name="connsiteX18439" fmla="*/ 5732479 w 5799173"/>
              <a:gd name="connsiteY18439" fmla="*/ 2525016 h 5017219"/>
              <a:gd name="connsiteX18440" fmla="*/ 5743446 w 5799173"/>
              <a:gd name="connsiteY18440" fmla="*/ 2544041 h 5017219"/>
              <a:gd name="connsiteX18441" fmla="*/ 5743445 w 5799173"/>
              <a:gd name="connsiteY18441" fmla="*/ 2545619 h 5017219"/>
              <a:gd name="connsiteX18442" fmla="*/ 5732479 w 5799173"/>
              <a:gd name="connsiteY18442" fmla="*/ 2564645 h 5017219"/>
              <a:gd name="connsiteX18443" fmla="*/ 5731151 w 5799173"/>
              <a:gd name="connsiteY18443" fmla="*/ 2565392 h 5017219"/>
              <a:gd name="connsiteX18444" fmla="*/ 3843444 w 5799173"/>
              <a:gd name="connsiteY18444" fmla="*/ 2065459 h 5017219"/>
              <a:gd name="connsiteX18445" fmla="*/ 3842115 w 5799173"/>
              <a:gd name="connsiteY18445" fmla="*/ 2064712 h 5017219"/>
              <a:gd name="connsiteX18446" fmla="*/ 3831149 w 5799173"/>
              <a:gd name="connsiteY18446" fmla="*/ 2045686 h 5017219"/>
              <a:gd name="connsiteX18447" fmla="*/ 3831149 w 5799173"/>
              <a:gd name="connsiteY18447" fmla="*/ 2044108 h 5017219"/>
              <a:gd name="connsiteX18448" fmla="*/ 3842115 w 5799173"/>
              <a:gd name="connsiteY18448" fmla="*/ 2025083 h 5017219"/>
              <a:gd name="connsiteX18449" fmla="*/ 3843444 w 5799173"/>
              <a:gd name="connsiteY18449" fmla="*/ 2024335 h 5017219"/>
              <a:gd name="connsiteX18450" fmla="*/ 3865377 w 5799173"/>
              <a:gd name="connsiteY18450" fmla="*/ 2024335 h 5017219"/>
              <a:gd name="connsiteX18451" fmla="*/ 3866707 w 5799173"/>
              <a:gd name="connsiteY18451" fmla="*/ 2025083 h 5017219"/>
              <a:gd name="connsiteX18452" fmla="*/ 3877673 w 5799173"/>
              <a:gd name="connsiteY18452" fmla="*/ 2044108 h 5017219"/>
              <a:gd name="connsiteX18453" fmla="*/ 3877673 w 5799173"/>
              <a:gd name="connsiteY18453" fmla="*/ 2045686 h 5017219"/>
              <a:gd name="connsiteX18454" fmla="*/ 3866707 w 5799173"/>
              <a:gd name="connsiteY18454" fmla="*/ 2064712 h 5017219"/>
              <a:gd name="connsiteX18455" fmla="*/ 3865377 w 5799173"/>
              <a:gd name="connsiteY18455" fmla="*/ 2065459 h 5017219"/>
              <a:gd name="connsiteX18456" fmla="*/ 3903379 w 5799173"/>
              <a:gd name="connsiteY18456" fmla="*/ 2082096 h 5017219"/>
              <a:gd name="connsiteX18457" fmla="*/ 3901967 w 5799173"/>
              <a:gd name="connsiteY18457" fmla="*/ 2081265 h 5017219"/>
              <a:gd name="connsiteX18458" fmla="*/ 3890751 w 5799173"/>
              <a:gd name="connsiteY18458" fmla="*/ 2061825 h 5017219"/>
              <a:gd name="connsiteX18459" fmla="*/ 3890751 w 5799173"/>
              <a:gd name="connsiteY18459" fmla="*/ 2060246 h 5017219"/>
              <a:gd name="connsiteX18460" fmla="*/ 3901967 w 5799173"/>
              <a:gd name="connsiteY18460" fmla="*/ 2040806 h 5017219"/>
              <a:gd name="connsiteX18461" fmla="*/ 3903379 w 5799173"/>
              <a:gd name="connsiteY18461" fmla="*/ 2039975 h 5017219"/>
              <a:gd name="connsiteX18462" fmla="*/ 3925894 w 5799173"/>
              <a:gd name="connsiteY18462" fmla="*/ 2039975 h 5017219"/>
              <a:gd name="connsiteX18463" fmla="*/ 3927306 w 5799173"/>
              <a:gd name="connsiteY18463" fmla="*/ 2040806 h 5017219"/>
              <a:gd name="connsiteX18464" fmla="*/ 3938521 w 5799173"/>
              <a:gd name="connsiteY18464" fmla="*/ 2060246 h 5017219"/>
              <a:gd name="connsiteX18465" fmla="*/ 3938521 w 5799173"/>
              <a:gd name="connsiteY18465" fmla="*/ 2061825 h 5017219"/>
              <a:gd name="connsiteX18466" fmla="*/ 3927306 w 5799173"/>
              <a:gd name="connsiteY18466" fmla="*/ 2081265 h 5017219"/>
              <a:gd name="connsiteX18467" fmla="*/ 3925894 w 5799173"/>
              <a:gd name="connsiteY18467" fmla="*/ 2082096 h 5017219"/>
              <a:gd name="connsiteX18468" fmla="*/ 2880048 w 5799173"/>
              <a:gd name="connsiteY18468" fmla="*/ 1808094 h 5017219"/>
              <a:gd name="connsiteX18469" fmla="*/ 2878636 w 5799173"/>
              <a:gd name="connsiteY18469" fmla="*/ 1807264 h 5017219"/>
              <a:gd name="connsiteX18470" fmla="*/ 2867337 w 5799173"/>
              <a:gd name="connsiteY18470" fmla="*/ 1787657 h 5017219"/>
              <a:gd name="connsiteX18471" fmla="*/ 2867337 w 5799173"/>
              <a:gd name="connsiteY18471" fmla="*/ 1786079 h 5017219"/>
              <a:gd name="connsiteX18472" fmla="*/ 2878719 w 5799173"/>
              <a:gd name="connsiteY18472" fmla="*/ 1766472 h 5017219"/>
              <a:gd name="connsiteX18473" fmla="*/ 2880132 w 5799173"/>
              <a:gd name="connsiteY18473" fmla="*/ 1765642 h 5017219"/>
              <a:gd name="connsiteX18474" fmla="*/ 2902812 w 5799173"/>
              <a:gd name="connsiteY18474" fmla="*/ 1765642 h 5017219"/>
              <a:gd name="connsiteX18475" fmla="*/ 2904224 w 5799173"/>
              <a:gd name="connsiteY18475" fmla="*/ 1766473 h 5017219"/>
              <a:gd name="connsiteX18476" fmla="*/ 2915523 w 5799173"/>
              <a:gd name="connsiteY18476" fmla="*/ 1786079 h 5017219"/>
              <a:gd name="connsiteX18477" fmla="*/ 2915523 w 5799173"/>
              <a:gd name="connsiteY18477" fmla="*/ 1787657 h 5017219"/>
              <a:gd name="connsiteX18478" fmla="*/ 2904141 w 5799173"/>
              <a:gd name="connsiteY18478" fmla="*/ 1807265 h 5017219"/>
              <a:gd name="connsiteX18479" fmla="*/ 2902729 w 5799173"/>
              <a:gd name="connsiteY18479" fmla="*/ 1808094 h 5017219"/>
              <a:gd name="connsiteX18480" fmla="*/ 4143900 w 5799173"/>
              <a:gd name="connsiteY18480" fmla="*/ 2146917 h 5017219"/>
              <a:gd name="connsiteX18481" fmla="*/ 4142487 w 5799173"/>
              <a:gd name="connsiteY18481" fmla="*/ 2146086 h 5017219"/>
              <a:gd name="connsiteX18482" fmla="*/ 4131022 w 5799173"/>
              <a:gd name="connsiteY18482" fmla="*/ 2126231 h 5017219"/>
              <a:gd name="connsiteX18483" fmla="*/ 4131022 w 5799173"/>
              <a:gd name="connsiteY18483" fmla="*/ 2124652 h 5017219"/>
              <a:gd name="connsiteX18484" fmla="*/ 4142487 w 5799173"/>
              <a:gd name="connsiteY18484" fmla="*/ 2104796 h 5017219"/>
              <a:gd name="connsiteX18485" fmla="*/ 4143900 w 5799173"/>
              <a:gd name="connsiteY18485" fmla="*/ 2103965 h 5017219"/>
              <a:gd name="connsiteX18486" fmla="*/ 4166746 w 5799173"/>
              <a:gd name="connsiteY18486" fmla="*/ 2103966 h 5017219"/>
              <a:gd name="connsiteX18487" fmla="*/ 4168159 w 5799173"/>
              <a:gd name="connsiteY18487" fmla="*/ 2104796 h 5017219"/>
              <a:gd name="connsiteX18488" fmla="*/ 4179623 w 5799173"/>
              <a:gd name="connsiteY18488" fmla="*/ 2124653 h 5017219"/>
              <a:gd name="connsiteX18489" fmla="*/ 4179623 w 5799173"/>
              <a:gd name="connsiteY18489" fmla="*/ 2126231 h 5017219"/>
              <a:gd name="connsiteX18490" fmla="*/ 4168159 w 5799173"/>
              <a:gd name="connsiteY18490" fmla="*/ 2146087 h 5017219"/>
              <a:gd name="connsiteX18491" fmla="*/ 4166746 w 5799173"/>
              <a:gd name="connsiteY18491" fmla="*/ 2146917 h 5017219"/>
              <a:gd name="connsiteX18492" fmla="*/ 3542044 w 5799173"/>
              <a:gd name="connsiteY18492" fmla="*/ 1985754 h 5017219"/>
              <a:gd name="connsiteX18493" fmla="*/ 3540632 w 5799173"/>
              <a:gd name="connsiteY18493" fmla="*/ 1984923 h 5017219"/>
              <a:gd name="connsiteX18494" fmla="*/ 3529168 w 5799173"/>
              <a:gd name="connsiteY18494" fmla="*/ 1964984 h 5017219"/>
              <a:gd name="connsiteX18495" fmla="*/ 3529168 w 5799173"/>
              <a:gd name="connsiteY18495" fmla="*/ 1963323 h 5017219"/>
              <a:gd name="connsiteX18496" fmla="*/ 3540632 w 5799173"/>
              <a:gd name="connsiteY18496" fmla="*/ 1943384 h 5017219"/>
              <a:gd name="connsiteX18497" fmla="*/ 3542044 w 5799173"/>
              <a:gd name="connsiteY18497" fmla="*/ 1942553 h 5017219"/>
              <a:gd name="connsiteX18498" fmla="*/ 3565059 w 5799173"/>
              <a:gd name="connsiteY18498" fmla="*/ 1942553 h 5017219"/>
              <a:gd name="connsiteX18499" fmla="*/ 3566471 w 5799173"/>
              <a:gd name="connsiteY18499" fmla="*/ 1943384 h 5017219"/>
              <a:gd name="connsiteX18500" fmla="*/ 3577935 w 5799173"/>
              <a:gd name="connsiteY18500" fmla="*/ 1963323 h 5017219"/>
              <a:gd name="connsiteX18501" fmla="*/ 3577935 w 5799173"/>
              <a:gd name="connsiteY18501" fmla="*/ 1964984 h 5017219"/>
              <a:gd name="connsiteX18502" fmla="*/ 3566471 w 5799173"/>
              <a:gd name="connsiteY18502" fmla="*/ 1984923 h 5017219"/>
              <a:gd name="connsiteX18503" fmla="*/ 3565058 w 5799173"/>
              <a:gd name="connsiteY18503" fmla="*/ 1985754 h 5017219"/>
              <a:gd name="connsiteX18504" fmla="*/ 3963347 w 5799173"/>
              <a:gd name="connsiteY18504" fmla="*/ 2098642 h 5017219"/>
              <a:gd name="connsiteX18505" fmla="*/ 3961935 w 5799173"/>
              <a:gd name="connsiteY18505" fmla="*/ 2097811 h 5017219"/>
              <a:gd name="connsiteX18506" fmla="*/ 3950471 w 5799173"/>
              <a:gd name="connsiteY18506" fmla="*/ 2077872 h 5017219"/>
              <a:gd name="connsiteX18507" fmla="*/ 3950471 w 5799173"/>
              <a:gd name="connsiteY18507" fmla="*/ 2076211 h 5017219"/>
              <a:gd name="connsiteX18508" fmla="*/ 3961935 w 5799173"/>
              <a:gd name="connsiteY18508" fmla="*/ 2056272 h 5017219"/>
              <a:gd name="connsiteX18509" fmla="*/ 3963347 w 5799173"/>
              <a:gd name="connsiteY18509" fmla="*/ 2055441 h 5017219"/>
              <a:gd name="connsiteX18510" fmla="*/ 3986362 w 5799173"/>
              <a:gd name="connsiteY18510" fmla="*/ 2055441 h 5017219"/>
              <a:gd name="connsiteX18511" fmla="*/ 3987774 w 5799173"/>
              <a:gd name="connsiteY18511" fmla="*/ 2056272 h 5017219"/>
              <a:gd name="connsiteX18512" fmla="*/ 3999238 w 5799173"/>
              <a:gd name="connsiteY18512" fmla="*/ 2076211 h 5017219"/>
              <a:gd name="connsiteX18513" fmla="*/ 3999238 w 5799173"/>
              <a:gd name="connsiteY18513" fmla="*/ 2077872 h 5017219"/>
              <a:gd name="connsiteX18514" fmla="*/ 3987774 w 5799173"/>
              <a:gd name="connsiteY18514" fmla="*/ 2097811 h 5017219"/>
              <a:gd name="connsiteX18515" fmla="*/ 3986361 w 5799173"/>
              <a:gd name="connsiteY18515" fmla="*/ 2098642 h 5017219"/>
              <a:gd name="connsiteX18516" fmla="*/ 4023534 w 5799173"/>
              <a:gd name="connsiteY18516" fmla="*/ 2114769 h 5017219"/>
              <a:gd name="connsiteX18517" fmla="*/ 4022122 w 5799173"/>
              <a:gd name="connsiteY18517" fmla="*/ 2113938 h 5017219"/>
              <a:gd name="connsiteX18518" fmla="*/ 4010657 w 5799173"/>
              <a:gd name="connsiteY18518" fmla="*/ 2093999 h 5017219"/>
              <a:gd name="connsiteX18519" fmla="*/ 4010657 w 5799173"/>
              <a:gd name="connsiteY18519" fmla="*/ 2092338 h 5017219"/>
              <a:gd name="connsiteX18520" fmla="*/ 4022122 w 5799173"/>
              <a:gd name="connsiteY18520" fmla="*/ 2072399 h 5017219"/>
              <a:gd name="connsiteX18521" fmla="*/ 4023534 w 5799173"/>
              <a:gd name="connsiteY18521" fmla="*/ 2071568 h 5017219"/>
              <a:gd name="connsiteX18522" fmla="*/ 4046548 w 5799173"/>
              <a:gd name="connsiteY18522" fmla="*/ 2071568 h 5017219"/>
              <a:gd name="connsiteX18523" fmla="*/ 4047961 w 5799173"/>
              <a:gd name="connsiteY18523" fmla="*/ 2072399 h 5017219"/>
              <a:gd name="connsiteX18524" fmla="*/ 4059425 w 5799173"/>
              <a:gd name="connsiteY18524" fmla="*/ 2092338 h 5017219"/>
              <a:gd name="connsiteX18525" fmla="*/ 4059425 w 5799173"/>
              <a:gd name="connsiteY18525" fmla="*/ 2093999 h 5017219"/>
              <a:gd name="connsiteX18526" fmla="*/ 4047960 w 5799173"/>
              <a:gd name="connsiteY18526" fmla="*/ 2113938 h 5017219"/>
              <a:gd name="connsiteX18527" fmla="*/ 4046548 w 5799173"/>
              <a:gd name="connsiteY18527" fmla="*/ 2114769 h 5017219"/>
              <a:gd name="connsiteX18528" fmla="*/ 4083720 w 5799173"/>
              <a:gd name="connsiteY18528" fmla="*/ 2130896 h 5017219"/>
              <a:gd name="connsiteX18529" fmla="*/ 4082308 w 5799173"/>
              <a:gd name="connsiteY18529" fmla="*/ 2130065 h 5017219"/>
              <a:gd name="connsiteX18530" fmla="*/ 4070843 w 5799173"/>
              <a:gd name="connsiteY18530" fmla="*/ 2110126 h 5017219"/>
              <a:gd name="connsiteX18531" fmla="*/ 4070843 w 5799173"/>
              <a:gd name="connsiteY18531" fmla="*/ 2108464 h 5017219"/>
              <a:gd name="connsiteX18532" fmla="*/ 4082308 w 5799173"/>
              <a:gd name="connsiteY18532" fmla="*/ 2088526 h 5017219"/>
              <a:gd name="connsiteX18533" fmla="*/ 4083720 w 5799173"/>
              <a:gd name="connsiteY18533" fmla="*/ 2087695 h 5017219"/>
              <a:gd name="connsiteX18534" fmla="*/ 4106734 w 5799173"/>
              <a:gd name="connsiteY18534" fmla="*/ 2087695 h 5017219"/>
              <a:gd name="connsiteX18535" fmla="*/ 4108146 w 5799173"/>
              <a:gd name="connsiteY18535" fmla="*/ 2088526 h 5017219"/>
              <a:gd name="connsiteX18536" fmla="*/ 4119611 w 5799173"/>
              <a:gd name="connsiteY18536" fmla="*/ 2108464 h 5017219"/>
              <a:gd name="connsiteX18537" fmla="*/ 4119611 w 5799173"/>
              <a:gd name="connsiteY18537" fmla="*/ 2110126 h 5017219"/>
              <a:gd name="connsiteX18538" fmla="*/ 4108146 w 5799173"/>
              <a:gd name="connsiteY18538" fmla="*/ 2130064 h 5017219"/>
              <a:gd name="connsiteX18539" fmla="*/ 4106734 w 5799173"/>
              <a:gd name="connsiteY18539" fmla="*/ 2130896 h 5017219"/>
              <a:gd name="connsiteX18540" fmla="*/ 3602149 w 5799173"/>
              <a:gd name="connsiteY18540" fmla="*/ 2001953 h 5017219"/>
              <a:gd name="connsiteX18541" fmla="*/ 3600737 w 5799173"/>
              <a:gd name="connsiteY18541" fmla="*/ 2001122 h 5017219"/>
              <a:gd name="connsiteX18542" fmla="*/ 3589189 w 5799173"/>
              <a:gd name="connsiteY18542" fmla="*/ 1981100 h 5017219"/>
              <a:gd name="connsiteX18543" fmla="*/ 3589189 w 5799173"/>
              <a:gd name="connsiteY18543" fmla="*/ 1979439 h 5017219"/>
              <a:gd name="connsiteX18544" fmla="*/ 3600737 w 5799173"/>
              <a:gd name="connsiteY18544" fmla="*/ 1959417 h 5017219"/>
              <a:gd name="connsiteX18545" fmla="*/ 3602149 w 5799173"/>
              <a:gd name="connsiteY18545" fmla="*/ 1958586 h 5017219"/>
              <a:gd name="connsiteX18546" fmla="*/ 3625246 w 5799173"/>
              <a:gd name="connsiteY18546" fmla="*/ 1958586 h 5017219"/>
              <a:gd name="connsiteX18547" fmla="*/ 3626658 w 5799173"/>
              <a:gd name="connsiteY18547" fmla="*/ 1959417 h 5017219"/>
              <a:gd name="connsiteX18548" fmla="*/ 3638206 w 5799173"/>
              <a:gd name="connsiteY18548" fmla="*/ 1979439 h 5017219"/>
              <a:gd name="connsiteX18549" fmla="*/ 3638206 w 5799173"/>
              <a:gd name="connsiteY18549" fmla="*/ 1981100 h 5017219"/>
              <a:gd name="connsiteX18550" fmla="*/ 3626658 w 5799173"/>
              <a:gd name="connsiteY18550" fmla="*/ 2001122 h 5017219"/>
              <a:gd name="connsiteX18551" fmla="*/ 3625246 w 5799173"/>
              <a:gd name="connsiteY18551" fmla="*/ 2001953 h 5017219"/>
              <a:gd name="connsiteX18552" fmla="*/ 4377894 w 5799173"/>
              <a:gd name="connsiteY18552" fmla="*/ 2250149 h 5017219"/>
              <a:gd name="connsiteX18553" fmla="*/ 4377395 w 5799173"/>
              <a:gd name="connsiteY18553" fmla="*/ 2249817 h 5017219"/>
              <a:gd name="connsiteX18554" fmla="*/ 4373158 w 5799173"/>
              <a:gd name="connsiteY18554" fmla="*/ 2242423 h 5017219"/>
              <a:gd name="connsiteX18555" fmla="*/ 4373158 w 5799173"/>
              <a:gd name="connsiteY18555" fmla="*/ 2241841 h 5017219"/>
              <a:gd name="connsiteX18556" fmla="*/ 4377395 w 5799173"/>
              <a:gd name="connsiteY18556" fmla="*/ 2234446 h 5017219"/>
              <a:gd name="connsiteX18557" fmla="*/ 4377894 w 5799173"/>
              <a:gd name="connsiteY18557" fmla="*/ 2234115 h 5017219"/>
              <a:gd name="connsiteX18558" fmla="*/ 4386451 w 5799173"/>
              <a:gd name="connsiteY18558" fmla="*/ 2234114 h 5017219"/>
              <a:gd name="connsiteX18559" fmla="*/ 4386949 w 5799173"/>
              <a:gd name="connsiteY18559" fmla="*/ 2234446 h 5017219"/>
              <a:gd name="connsiteX18560" fmla="*/ 4391186 w 5799173"/>
              <a:gd name="connsiteY18560" fmla="*/ 2241840 h 5017219"/>
              <a:gd name="connsiteX18561" fmla="*/ 4391186 w 5799173"/>
              <a:gd name="connsiteY18561" fmla="*/ 2242422 h 5017219"/>
              <a:gd name="connsiteX18562" fmla="*/ 4386949 w 5799173"/>
              <a:gd name="connsiteY18562" fmla="*/ 2249817 h 5017219"/>
              <a:gd name="connsiteX18563" fmla="*/ 4386451 w 5799173"/>
              <a:gd name="connsiteY18563" fmla="*/ 2250148 h 5017219"/>
              <a:gd name="connsiteX18564" fmla="*/ 4615887 w 5799173"/>
              <a:gd name="connsiteY18564" fmla="*/ 2319713 h 5017219"/>
              <a:gd name="connsiteX18565" fmla="*/ 4615056 w 5799173"/>
              <a:gd name="connsiteY18565" fmla="*/ 2319215 h 5017219"/>
              <a:gd name="connsiteX18566" fmla="*/ 4608078 w 5799173"/>
              <a:gd name="connsiteY18566" fmla="*/ 2307168 h 5017219"/>
              <a:gd name="connsiteX18567" fmla="*/ 4608078 w 5799173"/>
              <a:gd name="connsiteY18567" fmla="*/ 2306171 h 5017219"/>
              <a:gd name="connsiteX18568" fmla="*/ 4615056 w 5799173"/>
              <a:gd name="connsiteY18568" fmla="*/ 2294124 h 5017219"/>
              <a:gd name="connsiteX18569" fmla="*/ 4615887 w 5799173"/>
              <a:gd name="connsiteY18569" fmla="*/ 2293626 h 5017219"/>
              <a:gd name="connsiteX18570" fmla="*/ 4629845 w 5799173"/>
              <a:gd name="connsiteY18570" fmla="*/ 2293626 h 5017219"/>
              <a:gd name="connsiteX18571" fmla="*/ 4630675 w 5799173"/>
              <a:gd name="connsiteY18571" fmla="*/ 2294124 h 5017219"/>
              <a:gd name="connsiteX18572" fmla="*/ 4637654 w 5799173"/>
              <a:gd name="connsiteY18572" fmla="*/ 2306171 h 5017219"/>
              <a:gd name="connsiteX18573" fmla="*/ 4637654 w 5799173"/>
              <a:gd name="connsiteY18573" fmla="*/ 2307168 h 5017219"/>
              <a:gd name="connsiteX18574" fmla="*/ 4630675 w 5799173"/>
              <a:gd name="connsiteY18574" fmla="*/ 2319215 h 5017219"/>
              <a:gd name="connsiteX18575" fmla="*/ 4629845 w 5799173"/>
              <a:gd name="connsiteY18575" fmla="*/ 2319713 h 5017219"/>
              <a:gd name="connsiteX18576" fmla="*/ 4495182 w 5799173"/>
              <a:gd name="connsiteY18576" fmla="*/ 2288122 h 5017219"/>
              <a:gd name="connsiteX18577" fmla="*/ 4494268 w 5799173"/>
              <a:gd name="connsiteY18577" fmla="*/ 2287624 h 5017219"/>
              <a:gd name="connsiteX18578" fmla="*/ 4486958 w 5799173"/>
              <a:gd name="connsiteY18578" fmla="*/ 2274912 h 5017219"/>
              <a:gd name="connsiteX18579" fmla="*/ 4486958 w 5799173"/>
              <a:gd name="connsiteY18579" fmla="*/ 2273916 h 5017219"/>
              <a:gd name="connsiteX18580" fmla="*/ 4494268 w 5799173"/>
              <a:gd name="connsiteY18580" fmla="*/ 2261204 h 5017219"/>
              <a:gd name="connsiteX18581" fmla="*/ 4495182 w 5799173"/>
              <a:gd name="connsiteY18581" fmla="*/ 2260706 h 5017219"/>
              <a:gd name="connsiteX18582" fmla="*/ 4509804 w 5799173"/>
              <a:gd name="connsiteY18582" fmla="*/ 2260706 h 5017219"/>
              <a:gd name="connsiteX18583" fmla="*/ 4510718 w 5799173"/>
              <a:gd name="connsiteY18583" fmla="*/ 2261204 h 5017219"/>
              <a:gd name="connsiteX18584" fmla="*/ 4518028 w 5799173"/>
              <a:gd name="connsiteY18584" fmla="*/ 2273916 h 5017219"/>
              <a:gd name="connsiteX18585" fmla="*/ 4518028 w 5799173"/>
              <a:gd name="connsiteY18585" fmla="*/ 2274912 h 5017219"/>
              <a:gd name="connsiteX18586" fmla="*/ 4510718 w 5799173"/>
              <a:gd name="connsiteY18586" fmla="*/ 2287624 h 5017219"/>
              <a:gd name="connsiteX18587" fmla="*/ 4509805 w 5799173"/>
              <a:gd name="connsiteY18587" fmla="*/ 2288122 h 5017219"/>
              <a:gd name="connsiteX18588" fmla="*/ 3712168 w 5799173"/>
              <a:gd name="connsiteY18588" fmla="*/ 2079551 h 5017219"/>
              <a:gd name="connsiteX18589" fmla="*/ 3711171 w 5799173"/>
              <a:gd name="connsiteY18589" fmla="*/ 2078970 h 5017219"/>
              <a:gd name="connsiteX18590" fmla="*/ 3703279 w 5799173"/>
              <a:gd name="connsiteY18590" fmla="*/ 2065345 h 5017219"/>
              <a:gd name="connsiteX18591" fmla="*/ 3703280 w 5799173"/>
              <a:gd name="connsiteY18591" fmla="*/ 2064264 h 5017219"/>
              <a:gd name="connsiteX18592" fmla="*/ 3711172 w 5799173"/>
              <a:gd name="connsiteY18592" fmla="*/ 2050641 h 5017219"/>
              <a:gd name="connsiteX18593" fmla="*/ 3712169 w 5799173"/>
              <a:gd name="connsiteY18593" fmla="*/ 2050059 h 5017219"/>
              <a:gd name="connsiteX18594" fmla="*/ 3727954 w 5799173"/>
              <a:gd name="connsiteY18594" fmla="*/ 2050058 h 5017219"/>
              <a:gd name="connsiteX18595" fmla="*/ 3728951 w 5799173"/>
              <a:gd name="connsiteY18595" fmla="*/ 2050640 h 5017219"/>
              <a:gd name="connsiteX18596" fmla="*/ 3736844 w 5799173"/>
              <a:gd name="connsiteY18596" fmla="*/ 2064264 h 5017219"/>
              <a:gd name="connsiteX18597" fmla="*/ 3736844 w 5799173"/>
              <a:gd name="connsiteY18597" fmla="*/ 2065345 h 5017219"/>
              <a:gd name="connsiteX18598" fmla="*/ 3728951 w 5799173"/>
              <a:gd name="connsiteY18598" fmla="*/ 2078970 h 5017219"/>
              <a:gd name="connsiteX18599" fmla="*/ 3727953 w 5799173"/>
              <a:gd name="connsiteY18599" fmla="*/ 2079551 h 5017219"/>
              <a:gd name="connsiteX18600" fmla="*/ 822315 w 5799173"/>
              <a:gd name="connsiteY18600" fmla="*/ 1307125 h 5017219"/>
              <a:gd name="connsiteX18601" fmla="*/ 821235 w 5799173"/>
              <a:gd name="connsiteY18601" fmla="*/ 1306543 h 5017219"/>
              <a:gd name="connsiteX18602" fmla="*/ 812429 w 5799173"/>
              <a:gd name="connsiteY18602" fmla="*/ 1291339 h 5017219"/>
              <a:gd name="connsiteX18603" fmla="*/ 812429 w 5799173"/>
              <a:gd name="connsiteY18603" fmla="*/ 1290094 h 5017219"/>
              <a:gd name="connsiteX18604" fmla="*/ 821235 w 5799173"/>
              <a:gd name="connsiteY18604" fmla="*/ 1274890 h 5017219"/>
              <a:gd name="connsiteX18605" fmla="*/ 822315 w 5799173"/>
              <a:gd name="connsiteY18605" fmla="*/ 1274309 h 5017219"/>
              <a:gd name="connsiteX18606" fmla="*/ 839928 w 5799173"/>
              <a:gd name="connsiteY18606" fmla="*/ 1274308 h 5017219"/>
              <a:gd name="connsiteX18607" fmla="*/ 841008 w 5799173"/>
              <a:gd name="connsiteY18607" fmla="*/ 1274891 h 5017219"/>
              <a:gd name="connsiteX18608" fmla="*/ 849815 w 5799173"/>
              <a:gd name="connsiteY18608" fmla="*/ 1290094 h 5017219"/>
              <a:gd name="connsiteX18609" fmla="*/ 849815 w 5799173"/>
              <a:gd name="connsiteY18609" fmla="*/ 1291339 h 5017219"/>
              <a:gd name="connsiteX18610" fmla="*/ 841008 w 5799173"/>
              <a:gd name="connsiteY18610" fmla="*/ 1306543 h 5017219"/>
              <a:gd name="connsiteX18611" fmla="*/ 839929 w 5799173"/>
              <a:gd name="connsiteY18611" fmla="*/ 1307124 h 5017219"/>
              <a:gd name="connsiteX18612" fmla="*/ 882274 w 5799173"/>
              <a:gd name="connsiteY18612" fmla="*/ 1323752 h 5017219"/>
              <a:gd name="connsiteX18613" fmla="*/ 881195 w 5799173"/>
              <a:gd name="connsiteY18613" fmla="*/ 1323088 h 5017219"/>
              <a:gd name="connsiteX18614" fmla="*/ 872138 w 5799173"/>
              <a:gd name="connsiteY18614" fmla="*/ 1307386 h 5017219"/>
              <a:gd name="connsiteX18615" fmla="*/ 872139 w 5799173"/>
              <a:gd name="connsiteY18615" fmla="*/ 1306140 h 5017219"/>
              <a:gd name="connsiteX18616" fmla="*/ 881194 w 5799173"/>
              <a:gd name="connsiteY18616" fmla="*/ 1290438 h 5017219"/>
              <a:gd name="connsiteX18617" fmla="*/ 882273 w 5799173"/>
              <a:gd name="connsiteY18617" fmla="*/ 1289773 h 5017219"/>
              <a:gd name="connsiteX18618" fmla="*/ 900385 w 5799173"/>
              <a:gd name="connsiteY18618" fmla="*/ 1289773 h 5017219"/>
              <a:gd name="connsiteX18619" fmla="*/ 901466 w 5799173"/>
              <a:gd name="connsiteY18619" fmla="*/ 1290438 h 5017219"/>
              <a:gd name="connsiteX18620" fmla="*/ 910521 w 5799173"/>
              <a:gd name="connsiteY18620" fmla="*/ 1306140 h 5017219"/>
              <a:gd name="connsiteX18621" fmla="*/ 910520 w 5799173"/>
              <a:gd name="connsiteY18621" fmla="*/ 1307386 h 5017219"/>
              <a:gd name="connsiteX18622" fmla="*/ 901466 w 5799173"/>
              <a:gd name="connsiteY18622" fmla="*/ 1323088 h 5017219"/>
              <a:gd name="connsiteX18623" fmla="*/ 900386 w 5799173"/>
              <a:gd name="connsiteY18623" fmla="*/ 1323752 h 5017219"/>
              <a:gd name="connsiteX18624" fmla="*/ 942377 w 5799173"/>
              <a:gd name="connsiteY18624" fmla="*/ 1339962 h 5017219"/>
              <a:gd name="connsiteX18625" fmla="*/ 941298 w 5799173"/>
              <a:gd name="connsiteY18625" fmla="*/ 1339298 h 5017219"/>
              <a:gd name="connsiteX18626" fmla="*/ 932241 w 5799173"/>
              <a:gd name="connsiteY18626" fmla="*/ 1323513 h 5017219"/>
              <a:gd name="connsiteX18627" fmla="*/ 932242 w 5799173"/>
              <a:gd name="connsiteY18627" fmla="*/ 1322267 h 5017219"/>
              <a:gd name="connsiteX18628" fmla="*/ 941381 w 5799173"/>
              <a:gd name="connsiteY18628" fmla="*/ 1306482 h 5017219"/>
              <a:gd name="connsiteX18629" fmla="*/ 942460 w 5799173"/>
              <a:gd name="connsiteY18629" fmla="*/ 1305817 h 5017219"/>
              <a:gd name="connsiteX18630" fmla="*/ 960655 w 5799173"/>
              <a:gd name="connsiteY18630" fmla="*/ 1305817 h 5017219"/>
              <a:gd name="connsiteX18631" fmla="*/ 961734 w 5799173"/>
              <a:gd name="connsiteY18631" fmla="*/ 1306482 h 5017219"/>
              <a:gd name="connsiteX18632" fmla="*/ 970790 w 5799173"/>
              <a:gd name="connsiteY18632" fmla="*/ 1322267 h 5017219"/>
              <a:gd name="connsiteX18633" fmla="*/ 970791 w 5799173"/>
              <a:gd name="connsiteY18633" fmla="*/ 1323513 h 5017219"/>
              <a:gd name="connsiteX18634" fmla="*/ 961650 w 5799173"/>
              <a:gd name="connsiteY18634" fmla="*/ 1339298 h 5017219"/>
              <a:gd name="connsiteX18635" fmla="*/ 960571 w 5799173"/>
              <a:gd name="connsiteY18635" fmla="*/ 1339962 h 5017219"/>
              <a:gd name="connsiteX18636" fmla="*/ 4433178 w 5799173"/>
              <a:gd name="connsiteY18636" fmla="*/ 2275319 h 5017219"/>
              <a:gd name="connsiteX18637" fmla="*/ 4432098 w 5799173"/>
              <a:gd name="connsiteY18637" fmla="*/ 2274655 h 5017219"/>
              <a:gd name="connsiteX18638" fmla="*/ 4423043 w 5799173"/>
              <a:gd name="connsiteY18638" fmla="*/ 2258871 h 5017219"/>
              <a:gd name="connsiteX18639" fmla="*/ 4423043 w 5799173"/>
              <a:gd name="connsiteY18639" fmla="*/ 2257625 h 5017219"/>
              <a:gd name="connsiteX18640" fmla="*/ 4432183 w 5799173"/>
              <a:gd name="connsiteY18640" fmla="*/ 2241840 h 5017219"/>
              <a:gd name="connsiteX18641" fmla="*/ 4433263 w 5799173"/>
              <a:gd name="connsiteY18641" fmla="*/ 2241174 h 5017219"/>
              <a:gd name="connsiteX18642" fmla="*/ 4451456 w 5799173"/>
              <a:gd name="connsiteY18642" fmla="*/ 2241175 h 5017219"/>
              <a:gd name="connsiteX18643" fmla="*/ 4452536 w 5799173"/>
              <a:gd name="connsiteY18643" fmla="*/ 2241840 h 5017219"/>
              <a:gd name="connsiteX18644" fmla="*/ 4461592 w 5799173"/>
              <a:gd name="connsiteY18644" fmla="*/ 2257625 h 5017219"/>
              <a:gd name="connsiteX18645" fmla="*/ 4461592 w 5799173"/>
              <a:gd name="connsiteY18645" fmla="*/ 2258870 h 5017219"/>
              <a:gd name="connsiteX18646" fmla="*/ 4452453 w 5799173"/>
              <a:gd name="connsiteY18646" fmla="*/ 2274656 h 5017219"/>
              <a:gd name="connsiteX18647" fmla="*/ 4451373 w 5799173"/>
              <a:gd name="connsiteY18647" fmla="*/ 2275320 h 5017219"/>
              <a:gd name="connsiteX18648" fmla="*/ 4854482 w 5799173"/>
              <a:gd name="connsiteY18648" fmla="*/ 2388207 h 5017219"/>
              <a:gd name="connsiteX18649" fmla="*/ 4853402 w 5799173"/>
              <a:gd name="connsiteY18649" fmla="*/ 2387544 h 5017219"/>
              <a:gd name="connsiteX18650" fmla="*/ 4844347 w 5799173"/>
              <a:gd name="connsiteY18650" fmla="*/ 2371759 h 5017219"/>
              <a:gd name="connsiteX18651" fmla="*/ 4844347 w 5799173"/>
              <a:gd name="connsiteY18651" fmla="*/ 2370513 h 5017219"/>
              <a:gd name="connsiteX18652" fmla="*/ 4853487 w 5799173"/>
              <a:gd name="connsiteY18652" fmla="*/ 2354728 h 5017219"/>
              <a:gd name="connsiteX18653" fmla="*/ 4854567 w 5799173"/>
              <a:gd name="connsiteY18653" fmla="*/ 2354063 h 5017219"/>
              <a:gd name="connsiteX18654" fmla="*/ 4872760 w 5799173"/>
              <a:gd name="connsiteY18654" fmla="*/ 2354063 h 5017219"/>
              <a:gd name="connsiteX18655" fmla="*/ 4873840 w 5799173"/>
              <a:gd name="connsiteY18655" fmla="*/ 2354728 h 5017219"/>
              <a:gd name="connsiteX18656" fmla="*/ 4882896 w 5799173"/>
              <a:gd name="connsiteY18656" fmla="*/ 2370513 h 5017219"/>
              <a:gd name="connsiteX18657" fmla="*/ 4882896 w 5799173"/>
              <a:gd name="connsiteY18657" fmla="*/ 2371759 h 5017219"/>
              <a:gd name="connsiteX18658" fmla="*/ 4873757 w 5799173"/>
              <a:gd name="connsiteY18658" fmla="*/ 2387544 h 5017219"/>
              <a:gd name="connsiteX18659" fmla="*/ 4872677 w 5799173"/>
              <a:gd name="connsiteY18659" fmla="*/ 2388208 h 5017219"/>
              <a:gd name="connsiteX18660" fmla="*/ 1002576 w 5799173"/>
              <a:gd name="connsiteY18660" fmla="*/ 1356174 h 5017219"/>
              <a:gd name="connsiteX18661" fmla="*/ 1001495 w 5799173"/>
              <a:gd name="connsiteY18661" fmla="*/ 1355509 h 5017219"/>
              <a:gd name="connsiteX18662" fmla="*/ 992356 w 5799173"/>
              <a:gd name="connsiteY18662" fmla="*/ 1339641 h 5017219"/>
              <a:gd name="connsiteX18663" fmla="*/ 992356 w 5799173"/>
              <a:gd name="connsiteY18663" fmla="*/ 1338312 h 5017219"/>
              <a:gd name="connsiteX18664" fmla="*/ 1001495 w 5799173"/>
              <a:gd name="connsiteY18664" fmla="*/ 1322444 h 5017219"/>
              <a:gd name="connsiteX18665" fmla="*/ 1002575 w 5799173"/>
              <a:gd name="connsiteY18665" fmla="*/ 1321779 h 5017219"/>
              <a:gd name="connsiteX18666" fmla="*/ 1020852 w 5799173"/>
              <a:gd name="connsiteY18666" fmla="*/ 1321780 h 5017219"/>
              <a:gd name="connsiteX18667" fmla="*/ 1021932 w 5799173"/>
              <a:gd name="connsiteY18667" fmla="*/ 1322444 h 5017219"/>
              <a:gd name="connsiteX18668" fmla="*/ 1031072 w 5799173"/>
              <a:gd name="connsiteY18668" fmla="*/ 1338313 h 5017219"/>
              <a:gd name="connsiteX18669" fmla="*/ 1031072 w 5799173"/>
              <a:gd name="connsiteY18669" fmla="*/ 1339641 h 5017219"/>
              <a:gd name="connsiteX18670" fmla="*/ 1021932 w 5799173"/>
              <a:gd name="connsiteY18670" fmla="*/ 1355509 h 5017219"/>
              <a:gd name="connsiteX18671" fmla="*/ 1020852 w 5799173"/>
              <a:gd name="connsiteY18671" fmla="*/ 1356175 h 5017219"/>
              <a:gd name="connsiteX18672" fmla="*/ 1062657 w 5799173"/>
              <a:gd name="connsiteY18672" fmla="*/ 1372464 h 5017219"/>
              <a:gd name="connsiteX18673" fmla="*/ 1061493 w 5799173"/>
              <a:gd name="connsiteY18673" fmla="*/ 1371799 h 5017219"/>
              <a:gd name="connsiteX18674" fmla="*/ 1052271 w 5799173"/>
              <a:gd name="connsiteY18674" fmla="*/ 1355848 h 5017219"/>
              <a:gd name="connsiteX18675" fmla="*/ 1052271 w 5799173"/>
              <a:gd name="connsiteY18675" fmla="*/ 1354519 h 5017219"/>
              <a:gd name="connsiteX18676" fmla="*/ 1061494 w 5799173"/>
              <a:gd name="connsiteY18676" fmla="*/ 1338568 h 5017219"/>
              <a:gd name="connsiteX18677" fmla="*/ 1062657 w 5799173"/>
              <a:gd name="connsiteY18677" fmla="*/ 1337903 h 5017219"/>
              <a:gd name="connsiteX18678" fmla="*/ 1081099 w 5799173"/>
              <a:gd name="connsiteY18678" fmla="*/ 1337903 h 5017219"/>
              <a:gd name="connsiteX18679" fmla="*/ 1082263 w 5799173"/>
              <a:gd name="connsiteY18679" fmla="*/ 1338568 h 5017219"/>
              <a:gd name="connsiteX18680" fmla="*/ 1091484 w 5799173"/>
              <a:gd name="connsiteY18680" fmla="*/ 1354519 h 5017219"/>
              <a:gd name="connsiteX18681" fmla="*/ 1091484 w 5799173"/>
              <a:gd name="connsiteY18681" fmla="*/ 1355848 h 5017219"/>
              <a:gd name="connsiteX18682" fmla="*/ 1082263 w 5799173"/>
              <a:gd name="connsiteY18682" fmla="*/ 1371799 h 5017219"/>
              <a:gd name="connsiteX18683" fmla="*/ 1081099 w 5799173"/>
              <a:gd name="connsiteY18683" fmla="*/ 1372464 h 5017219"/>
              <a:gd name="connsiteX18684" fmla="*/ 1122841 w 5799173"/>
              <a:gd name="connsiteY18684" fmla="*/ 1388685 h 5017219"/>
              <a:gd name="connsiteX18685" fmla="*/ 1121678 w 5799173"/>
              <a:gd name="connsiteY18685" fmla="*/ 1388021 h 5017219"/>
              <a:gd name="connsiteX18686" fmla="*/ 1112456 w 5799173"/>
              <a:gd name="connsiteY18686" fmla="*/ 1371986 h 5017219"/>
              <a:gd name="connsiteX18687" fmla="*/ 1112456 w 5799173"/>
              <a:gd name="connsiteY18687" fmla="*/ 1370657 h 5017219"/>
              <a:gd name="connsiteX18688" fmla="*/ 1121678 w 5799173"/>
              <a:gd name="connsiteY18688" fmla="*/ 1354623 h 5017219"/>
              <a:gd name="connsiteX18689" fmla="*/ 1122841 w 5799173"/>
              <a:gd name="connsiteY18689" fmla="*/ 1353958 h 5017219"/>
              <a:gd name="connsiteX18690" fmla="*/ 1141367 w 5799173"/>
              <a:gd name="connsiteY18690" fmla="*/ 1353958 h 5017219"/>
              <a:gd name="connsiteX18691" fmla="*/ 1142530 w 5799173"/>
              <a:gd name="connsiteY18691" fmla="*/ 1354623 h 5017219"/>
              <a:gd name="connsiteX18692" fmla="*/ 1151752 w 5799173"/>
              <a:gd name="connsiteY18692" fmla="*/ 1370657 h 5017219"/>
              <a:gd name="connsiteX18693" fmla="*/ 1151752 w 5799173"/>
              <a:gd name="connsiteY18693" fmla="*/ 1371986 h 5017219"/>
              <a:gd name="connsiteX18694" fmla="*/ 1142530 w 5799173"/>
              <a:gd name="connsiteY18694" fmla="*/ 1388021 h 5017219"/>
              <a:gd name="connsiteX18695" fmla="*/ 1141367 w 5799173"/>
              <a:gd name="connsiteY18695" fmla="*/ 1388685 h 5017219"/>
              <a:gd name="connsiteX18696" fmla="*/ 2988532 w 5799173"/>
              <a:gd name="connsiteY18696" fmla="*/ 1888690 h 5017219"/>
              <a:gd name="connsiteX18697" fmla="*/ 2987369 w 5799173"/>
              <a:gd name="connsiteY18697" fmla="*/ 1888025 h 5017219"/>
              <a:gd name="connsiteX18698" fmla="*/ 2978064 w 5799173"/>
              <a:gd name="connsiteY18698" fmla="*/ 1871907 h 5017219"/>
              <a:gd name="connsiteX18699" fmla="*/ 2978064 w 5799173"/>
              <a:gd name="connsiteY18699" fmla="*/ 1870579 h 5017219"/>
              <a:gd name="connsiteX18700" fmla="*/ 2987369 w 5799173"/>
              <a:gd name="connsiteY18700" fmla="*/ 1854462 h 5017219"/>
              <a:gd name="connsiteX18701" fmla="*/ 2988532 w 5799173"/>
              <a:gd name="connsiteY18701" fmla="*/ 1853797 h 5017219"/>
              <a:gd name="connsiteX18702" fmla="*/ 3007141 w 5799173"/>
              <a:gd name="connsiteY18702" fmla="*/ 1853796 h 5017219"/>
              <a:gd name="connsiteX18703" fmla="*/ 3008305 w 5799173"/>
              <a:gd name="connsiteY18703" fmla="*/ 1854461 h 5017219"/>
              <a:gd name="connsiteX18704" fmla="*/ 3017610 w 5799173"/>
              <a:gd name="connsiteY18704" fmla="*/ 1870579 h 5017219"/>
              <a:gd name="connsiteX18705" fmla="*/ 3017610 w 5799173"/>
              <a:gd name="connsiteY18705" fmla="*/ 1871907 h 5017219"/>
              <a:gd name="connsiteX18706" fmla="*/ 3008305 w 5799173"/>
              <a:gd name="connsiteY18706" fmla="*/ 1888026 h 5017219"/>
              <a:gd name="connsiteX18707" fmla="*/ 3007141 w 5799173"/>
              <a:gd name="connsiteY18707" fmla="*/ 1888689 h 5017219"/>
              <a:gd name="connsiteX18708" fmla="*/ 3650581 w 5799173"/>
              <a:gd name="connsiteY18708" fmla="*/ 2066085 h 5017219"/>
              <a:gd name="connsiteX18709" fmla="*/ 3649419 w 5799173"/>
              <a:gd name="connsiteY18709" fmla="*/ 2065421 h 5017219"/>
              <a:gd name="connsiteX18710" fmla="*/ 3640113 w 5799173"/>
              <a:gd name="connsiteY18710" fmla="*/ 2049303 h 5017219"/>
              <a:gd name="connsiteX18711" fmla="*/ 3640113 w 5799173"/>
              <a:gd name="connsiteY18711" fmla="*/ 2047974 h 5017219"/>
              <a:gd name="connsiteX18712" fmla="*/ 3649418 w 5799173"/>
              <a:gd name="connsiteY18712" fmla="*/ 2031857 h 5017219"/>
              <a:gd name="connsiteX18713" fmla="*/ 3650581 w 5799173"/>
              <a:gd name="connsiteY18713" fmla="*/ 2031192 h 5017219"/>
              <a:gd name="connsiteX18714" fmla="*/ 3669190 w 5799173"/>
              <a:gd name="connsiteY18714" fmla="*/ 2031192 h 5017219"/>
              <a:gd name="connsiteX18715" fmla="*/ 3670354 w 5799173"/>
              <a:gd name="connsiteY18715" fmla="*/ 2031857 h 5017219"/>
              <a:gd name="connsiteX18716" fmla="*/ 3679659 w 5799173"/>
              <a:gd name="connsiteY18716" fmla="*/ 2047974 h 5017219"/>
              <a:gd name="connsiteX18717" fmla="*/ 3679659 w 5799173"/>
              <a:gd name="connsiteY18717" fmla="*/ 2049303 h 5017219"/>
              <a:gd name="connsiteX18718" fmla="*/ 3670354 w 5799173"/>
              <a:gd name="connsiteY18718" fmla="*/ 2065421 h 5017219"/>
              <a:gd name="connsiteX18719" fmla="*/ 3669190 w 5799173"/>
              <a:gd name="connsiteY18719" fmla="*/ 2066085 h 5017219"/>
              <a:gd name="connsiteX18720" fmla="*/ 1182862 w 5799173"/>
              <a:gd name="connsiteY18720" fmla="*/ 1405050 h 5017219"/>
              <a:gd name="connsiteX18721" fmla="*/ 1181699 w 5799173"/>
              <a:gd name="connsiteY18721" fmla="*/ 1404386 h 5017219"/>
              <a:gd name="connsiteX18722" fmla="*/ 1172311 w 5799173"/>
              <a:gd name="connsiteY18722" fmla="*/ 1388102 h 5017219"/>
              <a:gd name="connsiteX18723" fmla="*/ 1172311 w 5799173"/>
              <a:gd name="connsiteY18723" fmla="*/ 1386773 h 5017219"/>
              <a:gd name="connsiteX18724" fmla="*/ 1181699 w 5799173"/>
              <a:gd name="connsiteY18724" fmla="*/ 1370490 h 5017219"/>
              <a:gd name="connsiteX18725" fmla="*/ 1182862 w 5799173"/>
              <a:gd name="connsiteY18725" fmla="*/ 1369825 h 5017219"/>
              <a:gd name="connsiteX18726" fmla="*/ 1201638 w 5799173"/>
              <a:gd name="connsiteY18726" fmla="*/ 1369825 h 5017219"/>
              <a:gd name="connsiteX18727" fmla="*/ 1202801 w 5799173"/>
              <a:gd name="connsiteY18727" fmla="*/ 1370490 h 5017219"/>
              <a:gd name="connsiteX18728" fmla="*/ 1212189 w 5799173"/>
              <a:gd name="connsiteY18728" fmla="*/ 1386773 h 5017219"/>
              <a:gd name="connsiteX18729" fmla="*/ 1212189 w 5799173"/>
              <a:gd name="connsiteY18729" fmla="*/ 1388102 h 5017219"/>
              <a:gd name="connsiteX18730" fmla="*/ 1202801 w 5799173"/>
              <a:gd name="connsiteY18730" fmla="*/ 1404386 h 5017219"/>
              <a:gd name="connsiteX18731" fmla="*/ 1201638 w 5799173"/>
              <a:gd name="connsiteY18731" fmla="*/ 1405050 h 5017219"/>
              <a:gd name="connsiteX18732" fmla="*/ 2867911 w 5799173"/>
              <a:gd name="connsiteY18732" fmla="*/ 1856768 h 5017219"/>
              <a:gd name="connsiteX18733" fmla="*/ 2866748 w 5799173"/>
              <a:gd name="connsiteY18733" fmla="*/ 1856103 h 5017219"/>
              <a:gd name="connsiteX18734" fmla="*/ 2857277 w 5799173"/>
              <a:gd name="connsiteY18734" fmla="*/ 1839654 h 5017219"/>
              <a:gd name="connsiteX18735" fmla="*/ 2857277 w 5799173"/>
              <a:gd name="connsiteY18735" fmla="*/ 1838325 h 5017219"/>
              <a:gd name="connsiteX18736" fmla="*/ 2866831 w 5799173"/>
              <a:gd name="connsiteY18736" fmla="*/ 1821875 h 5017219"/>
              <a:gd name="connsiteX18737" fmla="*/ 2867994 w 5799173"/>
              <a:gd name="connsiteY18737" fmla="*/ 1821210 h 5017219"/>
              <a:gd name="connsiteX18738" fmla="*/ 2887019 w 5799173"/>
              <a:gd name="connsiteY18738" fmla="*/ 1821210 h 5017219"/>
              <a:gd name="connsiteX18739" fmla="*/ 2888182 w 5799173"/>
              <a:gd name="connsiteY18739" fmla="*/ 1821875 h 5017219"/>
              <a:gd name="connsiteX18740" fmla="*/ 2897653 w 5799173"/>
              <a:gd name="connsiteY18740" fmla="*/ 1838325 h 5017219"/>
              <a:gd name="connsiteX18741" fmla="*/ 2897653 w 5799173"/>
              <a:gd name="connsiteY18741" fmla="*/ 1839654 h 5017219"/>
              <a:gd name="connsiteX18742" fmla="*/ 2888099 w 5799173"/>
              <a:gd name="connsiteY18742" fmla="*/ 1856103 h 5017219"/>
              <a:gd name="connsiteX18743" fmla="*/ 2886936 w 5799173"/>
              <a:gd name="connsiteY18743" fmla="*/ 1856768 h 5017219"/>
              <a:gd name="connsiteX18744" fmla="*/ 1242882 w 5799173"/>
              <a:gd name="connsiteY18744" fmla="*/ 1421343 h 5017219"/>
              <a:gd name="connsiteX18745" fmla="*/ 1241719 w 5799173"/>
              <a:gd name="connsiteY18745" fmla="*/ 1420678 h 5017219"/>
              <a:gd name="connsiteX18746" fmla="*/ 1232248 w 5799173"/>
              <a:gd name="connsiteY18746" fmla="*/ 1404229 h 5017219"/>
              <a:gd name="connsiteX18747" fmla="*/ 1232248 w 5799173"/>
              <a:gd name="connsiteY18747" fmla="*/ 1402900 h 5017219"/>
              <a:gd name="connsiteX18748" fmla="*/ 1241802 w 5799173"/>
              <a:gd name="connsiteY18748" fmla="*/ 1386450 h 5017219"/>
              <a:gd name="connsiteX18749" fmla="*/ 1242965 w 5799173"/>
              <a:gd name="connsiteY18749" fmla="*/ 1385785 h 5017219"/>
              <a:gd name="connsiteX18750" fmla="*/ 1261990 w 5799173"/>
              <a:gd name="connsiteY18750" fmla="*/ 1385785 h 5017219"/>
              <a:gd name="connsiteX18751" fmla="*/ 1263153 w 5799173"/>
              <a:gd name="connsiteY18751" fmla="*/ 1386450 h 5017219"/>
              <a:gd name="connsiteX18752" fmla="*/ 1272624 w 5799173"/>
              <a:gd name="connsiteY18752" fmla="*/ 1402900 h 5017219"/>
              <a:gd name="connsiteX18753" fmla="*/ 1272624 w 5799173"/>
              <a:gd name="connsiteY18753" fmla="*/ 1404229 h 5017219"/>
              <a:gd name="connsiteX18754" fmla="*/ 1263070 w 5799173"/>
              <a:gd name="connsiteY18754" fmla="*/ 1420678 h 5017219"/>
              <a:gd name="connsiteX18755" fmla="*/ 1261907 w 5799173"/>
              <a:gd name="connsiteY18755" fmla="*/ 1421343 h 5017219"/>
              <a:gd name="connsiteX18756" fmla="*/ 1664186 w 5799173"/>
              <a:gd name="connsiteY18756" fmla="*/ 1534231 h 5017219"/>
              <a:gd name="connsiteX18757" fmla="*/ 1663023 w 5799173"/>
              <a:gd name="connsiteY18757" fmla="*/ 1533566 h 5017219"/>
              <a:gd name="connsiteX18758" fmla="*/ 1653552 w 5799173"/>
              <a:gd name="connsiteY18758" fmla="*/ 1517117 h 5017219"/>
              <a:gd name="connsiteX18759" fmla="*/ 1653552 w 5799173"/>
              <a:gd name="connsiteY18759" fmla="*/ 1515788 h 5017219"/>
              <a:gd name="connsiteX18760" fmla="*/ 1663106 w 5799173"/>
              <a:gd name="connsiteY18760" fmla="*/ 1499338 h 5017219"/>
              <a:gd name="connsiteX18761" fmla="*/ 1664269 w 5799173"/>
              <a:gd name="connsiteY18761" fmla="*/ 1498673 h 5017219"/>
              <a:gd name="connsiteX18762" fmla="*/ 1683294 w 5799173"/>
              <a:gd name="connsiteY18762" fmla="*/ 1498673 h 5017219"/>
              <a:gd name="connsiteX18763" fmla="*/ 1684457 w 5799173"/>
              <a:gd name="connsiteY18763" fmla="*/ 1499338 h 5017219"/>
              <a:gd name="connsiteX18764" fmla="*/ 1693928 w 5799173"/>
              <a:gd name="connsiteY18764" fmla="*/ 1515788 h 5017219"/>
              <a:gd name="connsiteX18765" fmla="*/ 1693928 w 5799173"/>
              <a:gd name="connsiteY18765" fmla="*/ 1517117 h 5017219"/>
              <a:gd name="connsiteX18766" fmla="*/ 1684374 w 5799173"/>
              <a:gd name="connsiteY18766" fmla="*/ 1533566 h 5017219"/>
              <a:gd name="connsiteX18767" fmla="*/ 1683211 w 5799173"/>
              <a:gd name="connsiteY18767" fmla="*/ 1534231 h 5017219"/>
              <a:gd name="connsiteX18768" fmla="*/ 1363234 w 5799173"/>
              <a:gd name="connsiteY18768" fmla="*/ 1453760 h 5017219"/>
              <a:gd name="connsiteX18769" fmla="*/ 1362071 w 5799173"/>
              <a:gd name="connsiteY18769" fmla="*/ 1453095 h 5017219"/>
              <a:gd name="connsiteX18770" fmla="*/ 1352517 w 5799173"/>
              <a:gd name="connsiteY18770" fmla="*/ 1436563 h 5017219"/>
              <a:gd name="connsiteX18771" fmla="*/ 1352517 w 5799173"/>
              <a:gd name="connsiteY18771" fmla="*/ 1435233 h 5017219"/>
              <a:gd name="connsiteX18772" fmla="*/ 1362071 w 5799173"/>
              <a:gd name="connsiteY18772" fmla="*/ 1418701 h 5017219"/>
              <a:gd name="connsiteX18773" fmla="*/ 1363234 w 5799173"/>
              <a:gd name="connsiteY18773" fmla="*/ 1418036 h 5017219"/>
              <a:gd name="connsiteX18774" fmla="*/ 1382342 w 5799173"/>
              <a:gd name="connsiteY18774" fmla="*/ 1418036 h 5017219"/>
              <a:gd name="connsiteX18775" fmla="*/ 1383505 w 5799173"/>
              <a:gd name="connsiteY18775" fmla="*/ 1418701 h 5017219"/>
              <a:gd name="connsiteX18776" fmla="*/ 1393059 w 5799173"/>
              <a:gd name="connsiteY18776" fmla="*/ 1435233 h 5017219"/>
              <a:gd name="connsiteX18777" fmla="*/ 1393059 w 5799173"/>
              <a:gd name="connsiteY18777" fmla="*/ 1436563 h 5017219"/>
              <a:gd name="connsiteX18778" fmla="*/ 1383505 w 5799173"/>
              <a:gd name="connsiteY18778" fmla="*/ 1453095 h 5017219"/>
              <a:gd name="connsiteX18779" fmla="*/ 1382342 w 5799173"/>
              <a:gd name="connsiteY18779" fmla="*/ 1453760 h 5017219"/>
              <a:gd name="connsiteX18780" fmla="*/ 1844724 w 5799173"/>
              <a:gd name="connsiteY18780" fmla="*/ 1582775 h 5017219"/>
              <a:gd name="connsiteX18781" fmla="*/ 1843561 w 5799173"/>
              <a:gd name="connsiteY18781" fmla="*/ 1582110 h 5017219"/>
              <a:gd name="connsiteX18782" fmla="*/ 1834007 w 5799173"/>
              <a:gd name="connsiteY18782" fmla="*/ 1565578 h 5017219"/>
              <a:gd name="connsiteX18783" fmla="*/ 1834007 w 5799173"/>
              <a:gd name="connsiteY18783" fmla="*/ 1564248 h 5017219"/>
              <a:gd name="connsiteX18784" fmla="*/ 1843561 w 5799173"/>
              <a:gd name="connsiteY18784" fmla="*/ 1547716 h 5017219"/>
              <a:gd name="connsiteX18785" fmla="*/ 1844724 w 5799173"/>
              <a:gd name="connsiteY18785" fmla="*/ 1547051 h 5017219"/>
              <a:gd name="connsiteX18786" fmla="*/ 1863832 w 5799173"/>
              <a:gd name="connsiteY18786" fmla="*/ 1547051 h 5017219"/>
              <a:gd name="connsiteX18787" fmla="*/ 1864995 w 5799173"/>
              <a:gd name="connsiteY18787" fmla="*/ 1547716 h 5017219"/>
              <a:gd name="connsiteX18788" fmla="*/ 1874549 w 5799173"/>
              <a:gd name="connsiteY18788" fmla="*/ 1564248 h 5017219"/>
              <a:gd name="connsiteX18789" fmla="*/ 1874549 w 5799173"/>
              <a:gd name="connsiteY18789" fmla="*/ 1565578 h 5017219"/>
              <a:gd name="connsiteX18790" fmla="*/ 1864995 w 5799173"/>
              <a:gd name="connsiteY18790" fmla="*/ 1582110 h 5017219"/>
              <a:gd name="connsiteX18791" fmla="*/ 1863832 w 5799173"/>
              <a:gd name="connsiteY18791" fmla="*/ 1582775 h 5017219"/>
              <a:gd name="connsiteX18792" fmla="*/ 1302965 w 5799173"/>
              <a:gd name="connsiteY18792" fmla="*/ 1437705 h 5017219"/>
              <a:gd name="connsiteX18793" fmla="*/ 1301802 w 5799173"/>
              <a:gd name="connsiteY18793" fmla="*/ 1437041 h 5017219"/>
              <a:gd name="connsiteX18794" fmla="*/ 1292165 w 5799173"/>
              <a:gd name="connsiteY18794" fmla="*/ 1420425 h 5017219"/>
              <a:gd name="connsiteX18795" fmla="*/ 1292165 w 5799173"/>
              <a:gd name="connsiteY18795" fmla="*/ 1419096 h 5017219"/>
              <a:gd name="connsiteX18796" fmla="*/ 1301802 w 5799173"/>
              <a:gd name="connsiteY18796" fmla="*/ 1402480 h 5017219"/>
              <a:gd name="connsiteX18797" fmla="*/ 1302965 w 5799173"/>
              <a:gd name="connsiteY18797" fmla="*/ 1401815 h 5017219"/>
              <a:gd name="connsiteX18798" fmla="*/ 1322156 w 5799173"/>
              <a:gd name="connsiteY18798" fmla="*/ 1401815 h 5017219"/>
              <a:gd name="connsiteX18799" fmla="*/ 1323319 w 5799173"/>
              <a:gd name="connsiteY18799" fmla="*/ 1402480 h 5017219"/>
              <a:gd name="connsiteX18800" fmla="*/ 1332957 w 5799173"/>
              <a:gd name="connsiteY18800" fmla="*/ 1419096 h 5017219"/>
              <a:gd name="connsiteX18801" fmla="*/ 1332957 w 5799173"/>
              <a:gd name="connsiteY18801" fmla="*/ 1420425 h 5017219"/>
              <a:gd name="connsiteX18802" fmla="*/ 1323319 w 5799173"/>
              <a:gd name="connsiteY18802" fmla="*/ 1437041 h 5017219"/>
              <a:gd name="connsiteX18803" fmla="*/ 1322156 w 5799173"/>
              <a:gd name="connsiteY18803" fmla="*/ 1437705 h 5017219"/>
              <a:gd name="connsiteX18804" fmla="*/ 1423335 w 5799173"/>
              <a:gd name="connsiteY18804" fmla="*/ 1470063 h 5017219"/>
              <a:gd name="connsiteX18805" fmla="*/ 1422172 w 5799173"/>
              <a:gd name="connsiteY18805" fmla="*/ 1469399 h 5017219"/>
              <a:gd name="connsiteX18806" fmla="*/ 1412535 w 5799173"/>
              <a:gd name="connsiteY18806" fmla="*/ 1452700 h 5017219"/>
              <a:gd name="connsiteX18807" fmla="*/ 1412535 w 5799173"/>
              <a:gd name="connsiteY18807" fmla="*/ 1451371 h 5017219"/>
              <a:gd name="connsiteX18808" fmla="*/ 1422172 w 5799173"/>
              <a:gd name="connsiteY18808" fmla="*/ 1434672 h 5017219"/>
              <a:gd name="connsiteX18809" fmla="*/ 1423335 w 5799173"/>
              <a:gd name="connsiteY18809" fmla="*/ 1434007 h 5017219"/>
              <a:gd name="connsiteX18810" fmla="*/ 1442692 w 5799173"/>
              <a:gd name="connsiteY18810" fmla="*/ 1434007 h 5017219"/>
              <a:gd name="connsiteX18811" fmla="*/ 1443856 w 5799173"/>
              <a:gd name="connsiteY18811" fmla="*/ 1434672 h 5017219"/>
              <a:gd name="connsiteX18812" fmla="*/ 1453493 w 5799173"/>
              <a:gd name="connsiteY18812" fmla="*/ 1451371 h 5017219"/>
              <a:gd name="connsiteX18813" fmla="*/ 1453493 w 5799173"/>
              <a:gd name="connsiteY18813" fmla="*/ 1452700 h 5017219"/>
              <a:gd name="connsiteX18814" fmla="*/ 1443856 w 5799173"/>
              <a:gd name="connsiteY18814" fmla="*/ 1469399 h 5017219"/>
              <a:gd name="connsiteX18815" fmla="*/ 1442692 w 5799173"/>
              <a:gd name="connsiteY18815" fmla="*/ 1470063 h 5017219"/>
              <a:gd name="connsiteX18816" fmla="*/ 1904825 w 5799173"/>
              <a:gd name="connsiteY18816" fmla="*/ 1599078 h 5017219"/>
              <a:gd name="connsiteX18817" fmla="*/ 1903662 w 5799173"/>
              <a:gd name="connsiteY18817" fmla="*/ 1598414 h 5017219"/>
              <a:gd name="connsiteX18818" fmla="*/ 1894025 w 5799173"/>
              <a:gd name="connsiteY18818" fmla="*/ 1581715 h 5017219"/>
              <a:gd name="connsiteX18819" fmla="*/ 1894025 w 5799173"/>
              <a:gd name="connsiteY18819" fmla="*/ 1580386 h 5017219"/>
              <a:gd name="connsiteX18820" fmla="*/ 1903662 w 5799173"/>
              <a:gd name="connsiteY18820" fmla="*/ 1563687 h 5017219"/>
              <a:gd name="connsiteX18821" fmla="*/ 1904825 w 5799173"/>
              <a:gd name="connsiteY18821" fmla="*/ 1563022 h 5017219"/>
              <a:gd name="connsiteX18822" fmla="*/ 1924181 w 5799173"/>
              <a:gd name="connsiteY18822" fmla="*/ 1563022 h 5017219"/>
              <a:gd name="connsiteX18823" fmla="*/ 1925345 w 5799173"/>
              <a:gd name="connsiteY18823" fmla="*/ 1563687 h 5017219"/>
              <a:gd name="connsiteX18824" fmla="*/ 1934983 w 5799173"/>
              <a:gd name="connsiteY18824" fmla="*/ 1580386 h 5017219"/>
              <a:gd name="connsiteX18825" fmla="*/ 1934983 w 5799173"/>
              <a:gd name="connsiteY18825" fmla="*/ 1581715 h 5017219"/>
              <a:gd name="connsiteX18826" fmla="*/ 1925345 w 5799173"/>
              <a:gd name="connsiteY18826" fmla="*/ 1598414 h 5017219"/>
              <a:gd name="connsiteX18827" fmla="*/ 1924181 w 5799173"/>
              <a:gd name="connsiteY18827" fmla="*/ 1599078 h 5017219"/>
              <a:gd name="connsiteX18828" fmla="*/ 1724216 w 5799173"/>
              <a:gd name="connsiteY18828" fmla="*/ 1550775 h 5017219"/>
              <a:gd name="connsiteX18829" fmla="*/ 1723053 w 5799173"/>
              <a:gd name="connsiteY18829" fmla="*/ 1550110 h 5017219"/>
              <a:gd name="connsiteX18830" fmla="*/ 1713333 w 5799173"/>
              <a:gd name="connsiteY18830" fmla="*/ 1533245 h 5017219"/>
              <a:gd name="connsiteX18831" fmla="*/ 1713333 w 5799173"/>
              <a:gd name="connsiteY18831" fmla="*/ 1531833 h 5017219"/>
              <a:gd name="connsiteX18832" fmla="*/ 1723053 w 5799173"/>
              <a:gd name="connsiteY18832" fmla="*/ 1514968 h 5017219"/>
              <a:gd name="connsiteX18833" fmla="*/ 1724216 w 5799173"/>
              <a:gd name="connsiteY18833" fmla="*/ 1514303 h 5017219"/>
              <a:gd name="connsiteX18834" fmla="*/ 1743657 w 5799173"/>
              <a:gd name="connsiteY18834" fmla="*/ 1514303 h 5017219"/>
              <a:gd name="connsiteX18835" fmla="*/ 1744820 w 5799173"/>
              <a:gd name="connsiteY18835" fmla="*/ 1514968 h 5017219"/>
              <a:gd name="connsiteX18836" fmla="*/ 1754540 w 5799173"/>
              <a:gd name="connsiteY18836" fmla="*/ 1531833 h 5017219"/>
              <a:gd name="connsiteX18837" fmla="*/ 1754540 w 5799173"/>
              <a:gd name="connsiteY18837" fmla="*/ 1533245 h 5017219"/>
              <a:gd name="connsiteX18838" fmla="*/ 1744820 w 5799173"/>
              <a:gd name="connsiteY18838" fmla="*/ 1550110 h 5017219"/>
              <a:gd name="connsiteX18839" fmla="*/ 1743656 w 5799173"/>
              <a:gd name="connsiteY18839" fmla="*/ 1550775 h 5017219"/>
              <a:gd name="connsiteX18840" fmla="*/ 1964878 w 5799173"/>
              <a:gd name="connsiteY18840" fmla="*/ 1615366 h 5017219"/>
              <a:gd name="connsiteX18841" fmla="*/ 1963715 w 5799173"/>
              <a:gd name="connsiteY18841" fmla="*/ 1614701 h 5017219"/>
              <a:gd name="connsiteX18842" fmla="*/ 1953995 w 5799173"/>
              <a:gd name="connsiteY18842" fmla="*/ 1597753 h 5017219"/>
              <a:gd name="connsiteX18843" fmla="*/ 1953995 w 5799173"/>
              <a:gd name="connsiteY18843" fmla="*/ 1596341 h 5017219"/>
              <a:gd name="connsiteX18844" fmla="*/ 1963798 w 5799173"/>
              <a:gd name="connsiteY18844" fmla="*/ 1579394 h 5017219"/>
              <a:gd name="connsiteX18845" fmla="*/ 1964962 w 5799173"/>
              <a:gd name="connsiteY18845" fmla="*/ 1578728 h 5017219"/>
              <a:gd name="connsiteX18846" fmla="*/ 1984485 w 5799173"/>
              <a:gd name="connsiteY18846" fmla="*/ 1578728 h 5017219"/>
              <a:gd name="connsiteX18847" fmla="*/ 1985648 w 5799173"/>
              <a:gd name="connsiteY18847" fmla="*/ 1579394 h 5017219"/>
              <a:gd name="connsiteX18848" fmla="*/ 1995368 w 5799173"/>
              <a:gd name="connsiteY18848" fmla="*/ 1596341 h 5017219"/>
              <a:gd name="connsiteX18849" fmla="*/ 1995368 w 5799173"/>
              <a:gd name="connsiteY18849" fmla="*/ 1597753 h 5017219"/>
              <a:gd name="connsiteX18850" fmla="*/ 1985565 w 5799173"/>
              <a:gd name="connsiteY18850" fmla="*/ 1614701 h 5017219"/>
              <a:gd name="connsiteX18851" fmla="*/ 1984402 w 5799173"/>
              <a:gd name="connsiteY18851" fmla="*/ 1615366 h 5017219"/>
              <a:gd name="connsiteX18852" fmla="*/ 4552886 w 5799173"/>
              <a:gd name="connsiteY18852" fmla="*/ 2308821 h 5017219"/>
              <a:gd name="connsiteX18853" fmla="*/ 4551723 w 5799173"/>
              <a:gd name="connsiteY18853" fmla="*/ 2308156 h 5017219"/>
              <a:gd name="connsiteX18854" fmla="*/ 4542003 w 5799173"/>
              <a:gd name="connsiteY18854" fmla="*/ 2291208 h 5017219"/>
              <a:gd name="connsiteX18855" fmla="*/ 4542003 w 5799173"/>
              <a:gd name="connsiteY18855" fmla="*/ 2289796 h 5017219"/>
              <a:gd name="connsiteX18856" fmla="*/ 4551806 w 5799173"/>
              <a:gd name="connsiteY18856" fmla="*/ 2272848 h 5017219"/>
              <a:gd name="connsiteX18857" fmla="*/ 4552969 w 5799173"/>
              <a:gd name="connsiteY18857" fmla="*/ 2272183 h 5017219"/>
              <a:gd name="connsiteX18858" fmla="*/ 4572493 w 5799173"/>
              <a:gd name="connsiteY18858" fmla="*/ 2272183 h 5017219"/>
              <a:gd name="connsiteX18859" fmla="*/ 4573656 w 5799173"/>
              <a:gd name="connsiteY18859" fmla="*/ 2272848 h 5017219"/>
              <a:gd name="connsiteX18860" fmla="*/ 4583376 w 5799173"/>
              <a:gd name="connsiteY18860" fmla="*/ 2289796 h 5017219"/>
              <a:gd name="connsiteX18861" fmla="*/ 4583376 w 5799173"/>
              <a:gd name="connsiteY18861" fmla="*/ 2291208 h 5017219"/>
              <a:gd name="connsiteX18862" fmla="*/ 4573573 w 5799173"/>
              <a:gd name="connsiteY18862" fmla="*/ 2308156 h 5017219"/>
              <a:gd name="connsiteX18863" fmla="*/ 4572410 w 5799173"/>
              <a:gd name="connsiteY18863" fmla="*/ 2308821 h 5017219"/>
              <a:gd name="connsiteX18864" fmla="*/ 1543576 w 5799173"/>
              <a:gd name="connsiteY18864" fmla="*/ 1502560 h 5017219"/>
              <a:gd name="connsiteX18865" fmla="*/ 1542412 w 5799173"/>
              <a:gd name="connsiteY18865" fmla="*/ 1501895 h 5017219"/>
              <a:gd name="connsiteX18866" fmla="*/ 1532609 w 5799173"/>
              <a:gd name="connsiteY18866" fmla="*/ 1484864 h 5017219"/>
              <a:gd name="connsiteX18867" fmla="*/ 1532609 w 5799173"/>
              <a:gd name="connsiteY18867" fmla="*/ 1483452 h 5017219"/>
              <a:gd name="connsiteX18868" fmla="*/ 1542412 w 5799173"/>
              <a:gd name="connsiteY18868" fmla="*/ 1466421 h 5017219"/>
              <a:gd name="connsiteX18869" fmla="*/ 1543576 w 5799173"/>
              <a:gd name="connsiteY18869" fmla="*/ 1465756 h 5017219"/>
              <a:gd name="connsiteX18870" fmla="*/ 1563182 w 5799173"/>
              <a:gd name="connsiteY18870" fmla="*/ 1465756 h 5017219"/>
              <a:gd name="connsiteX18871" fmla="*/ 1564345 w 5799173"/>
              <a:gd name="connsiteY18871" fmla="*/ 1466421 h 5017219"/>
              <a:gd name="connsiteX18872" fmla="*/ 1574149 w 5799173"/>
              <a:gd name="connsiteY18872" fmla="*/ 1483452 h 5017219"/>
              <a:gd name="connsiteX18873" fmla="*/ 1574149 w 5799173"/>
              <a:gd name="connsiteY18873" fmla="*/ 1484864 h 5017219"/>
              <a:gd name="connsiteX18874" fmla="*/ 1564345 w 5799173"/>
              <a:gd name="connsiteY18874" fmla="*/ 1501895 h 5017219"/>
              <a:gd name="connsiteX18875" fmla="*/ 1563182 w 5799173"/>
              <a:gd name="connsiteY18875" fmla="*/ 1502560 h 5017219"/>
              <a:gd name="connsiteX18876" fmla="*/ 1603762 w 5799173"/>
              <a:gd name="connsiteY18876" fmla="*/ 1518686 h 5017219"/>
              <a:gd name="connsiteX18877" fmla="*/ 1602598 w 5799173"/>
              <a:gd name="connsiteY18877" fmla="*/ 1518022 h 5017219"/>
              <a:gd name="connsiteX18878" fmla="*/ 1592795 w 5799173"/>
              <a:gd name="connsiteY18878" fmla="*/ 1500991 h 5017219"/>
              <a:gd name="connsiteX18879" fmla="*/ 1592795 w 5799173"/>
              <a:gd name="connsiteY18879" fmla="*/ 1499578 h 5017219"/>
              <a:gd name="connsiteX18880" fmla="*/ 1602598 w 5799173"/>
              <a:gd name="connsiteY18880" fmla="*/ 1482548 h 5017219"/>
              <a:gd name="connsiteX18881" fmla="*/ 1603762 w 5799173"/>
              <a:gd name="connsiteY18881" fmla="*/ 1481882 h 5017219"/>
              <a:gd name="connsiteX18882" fmla="*/ 1623368 w 5799173"/>
              <a:gd name="connsiteY18882" fmla="*/ 1481882 h 5017219"/>
              <a:gd name="connsiteX18883" fmla="*/ 1624531 w 5799173"/>
              <a:gd name="connsiteY18883" fmla="*/ 1482547 h 5017219"/>
              <a:gd name="connsiteX18884" fmla="*/ 1634335 w 5799173"/>
              <a:gd name="connsiteY18884" fmla="*/ 1499578 h 5017219"/>
              <a:gd name="connsiteX18885" fmla="*/ 1634335 w 5799173"/>
              <a:gd name="connsiteY18885" fmla="*/ 1500991 h 5017219"/>
              <a:gd name="connsiteX18886" fmla="*/ 1624531 w 5799173"/>
              <a:gd name="connsiteY18886" fmla="*/ 1518021 h 5017219"/>
              <a:gd name="connsiteX18887" fmla="*/ 1623368 w 5799173"/>
              <a:gd name="connsiteY18887" fmla="*/ 1518687 h 5017219"/>
              <a:gd name="connsiteX18888" fmla="*/ 1784321 w 5799173"/>
              <a:gd name="connsiteY18888" fmla="*/ 1567067 h 5017219"/>
              <a:gd name="connsiteX18889" fmla="*/ 1783157 w 5799173"/>
              <a:gd name="connsiteY18889" fmla="*/ 1566402 h 5017219"/>
              <a:gd name="connsiteX18890" fmla="*/ 1773354 w 5799173"/>
              <a:gd name="connsiteY18890" fmla="*/ 1549371 h 5017219"/>
              <a:gd name="connsiteX18891" fmla="*/ 1773354 w 5799173"/>
              <a:gd name="connsiteY18891" fmla="*/ 1547959 h 5017219"/>
              <a:gd name="connsiteX18892" fmla="*/ 1783157 w 5799173"/>
              <a:gd name="connsiteY18892" fmla="*/ 1530928 h 5017219"/>
              <a:gd name="connsiteX18893" fmla="*/ 1784320 w 5799173"/>
              <a:gd name="connsiteY18893" fmla="*/ 1530263 h 5017219"/>
              <a:gd name="connsiteX18894" fmla="*/ 1803926 w 5799173"/>
              <a:gd name="connsiteY18894" fmla="*/ 1530263 h 5017219"/>
              <a:gd name="connsiteX18895" fmla="*/ 1805090 w 5799173"/>
              <a:gd name="connsiteY18895" fmla="*/ 1530928 h 5017219"/>
              <a:gd name="connsiteX18896" fmla="*/ 1814894 w 5799173"/>
              <a:gd name="connsiteY18896" fmla="*/ 1547959 h 5017219"/>
              <a:gd name="connsiteX18897" fmla="*/ 1814894 w 5799173"/>
              <a:gd name="connsiteY18897" fmla="*/ 1549371 h 5017219"/>
              <a:gd name="connsiteX18898" fmla="*/ 1805090 w 5799173"/>
              <a:gd name="connsiteY18898" fmla="*/ 1566402 h 5017219"/>
              <a:gd name="connsiteX18899" fmla="*/ 1803926 w 5799173"/>
              <a:gd name="connsiteY18899" fmla="*/ 1567067 h 5017219"/>
              <a:gd name="connsiteX18900" fmla="*/ 1483281 w 5799173"/>
              <a:gd name="connsiteY18900" fmla="*/ 1486690 h 5017219"/>
              <a:gd name="connsiteX18901" fmla="*/ 1482036 w 5799173"/>
              <a:gd name="connsiteY18901" fmla="*/ 1486026 h 5017219"/>
              <a:gd name="connsiteX18902" fmla="*/ 1472149 w 5799173"/>
              <a:gd name="connsiteY18902" fmla="*/ 1468828 h 5017219"/>
              <a:gd name="connsiteX18903" fmla="*/ 1472149 w 5799173"/>
              <a:gd name="connsiteY18903" fmla="*/ 1467417 h 5017219"/>
              <a:gd name="connsiteX18904" fmla="*/ 1482036 w 5799173"/>
              <a:gd name="connsiteY18904" fmla="*/ 1450219 h 5017219"/>
              <a:gd name="connsiteX18905" fmla="*/ 1483281 w 5799173"/>
              <a:gd name="connsiteY18905" fmla="*/ 1449554 h 5017219"/>
              <a:gd name="connsiteX18906" fmla="*/ 1503137 w 5799173"/>
              <a:gd name="connsiteY18906" fmla="*/ 1449554 h 5017219"/>
              <a:gd name="connsiteX18907" fmla="*/ 1504384 w 5799173"/>
              <a:gd name="connsiteY18907" fmla="*/ 1450219 h 5017219"/>
              <a:gd name="connsiteX18908" fmla="*/ 1514270 w 5799173"/>
              <a:gd name="connsiteY18908" fmla="*/ 1467416 h 5017219"/>
              <a:gd name="connsiteX18909" fmla="*/ 1514270 w 5799173"/>
              <a:gd name="connsiteY18909" fmla="*/ 1468828 h 5017219"/>
              <a:gd name="connsiteX18910" fmla="*/ 1504384 w 5799173"/>
              <a:gd name="connsiteY18910" fmla="*/ 1486026 h 5017219"/>
              <a:gd name="connsiteX18911" fmla="*/ 1503137 w 5799173"/>
              <a:gd name="connsiteY18911" fmla="*/ 1486691 h 5017219"/>
              <a:gd name="connsiteX18912" fmla="*/ 2024958 w 5799173"/>
              <a:gd name="connsiteY18912" fmla="*/ 1631832 h 5017219"/>
              <a:gd name="connsiteX18913" fmla="*/ 2023713 w 5799173"/>
              <a:gd name="connsiteY18913" fmla="*/ 1631168 h 5017219"/>
              <a:gd name="connsiteX18914" fmla="*/ 2013826 w 5799173"/>
              <a:gd name="connsiteY18914" fmla="*/ 1613970 h 5017219"/>
              <a:gd name="connsiteX18915" fmla="*/ 2013826 w 5799173"/>
              <a:gd name="connsiteY18915" fmla="*/ 1612558 h 5017219"/>
              <a:gd name="connsiteX18916" fmla="*/ 2023713 w 5799173"/>
              <a:gd name="connsiteY18916" fmla="*/ 1595361 h 5017219"/>
              <a:gd name="connsiteX18917" fmla="*/ 2024958 w 5799173"/>
              <a:gd name="connsiteY18917" fmla="*/ 1594696 h 5017219"/>
              <a:gd name="connsiteX18918" fmla="*/ 2044814 w 5799173"/>
              <a:gd name="connsiteY18918" fmla="*/ 1594696 h 5017219"/>
              <a:gd name="connsiteX18919" fmla="*/ 2046061 w 5799173"/>
              <a:gd name="connsiteY18919" fmla="*/ 1595361 h 5017219"/>
              <a:gd name="connsiteX18920" fmla="*/ 2055947 w 5799173"/>
              <a:gd name="connsiteY18920" fmla="*/ 1612558 h 5017219"/>
              <a:gd name="connsiteX18921" fmla="*/ 2055947 w 5799173"/>
              <a:gd name="connsiteY18921" fmla="*/ 1613970 h 5017219"/>
              <a:gd name="connsiteX18922" fmla="*/ 2046061 w 5799173"/>
              <a:gd name="connsiteY18922" fmla="*/ 1631168 h 5017219"/>
              <a:gd name="connsiteX18923" fmla="*/ 2044814 w 5799173"/>
              <a:gd name="connsiteY18923" fmla="*/ 1631832 h 5017219"/>
              <a:gd name="connsiteX18924" fmla="*/ 4913817 w 5799173"/>
              <a:gd name="connsiteY18924" fmla="*/ 2405994 h 5017219"/>
              <a:gd name="connsiteX18925" fmla="*/ 4912570 w 5799173"/>
              <a:gd name="connsiteY18925" fmla="*/ 2405329 h 5017219"/>
              <a:gd name="connsiteX18926" fmla="*/ 4902601 w 5799173"/>
              <a:gd name="connsiteY18926" fmla="*/ 2388048 h 5017219"/>
              <a:gd name="connsiteX18927" fmla="*/ 4902600 w 5799173"/>
              <a:gd name="connsiteY18927" fmla="*/ 2386637 h 5017219"/>
              <a:gd name="connsiteX18928" fmla="*/ 4912570 w 5799173"/>
              <a:gd name="connsiteY18928" fmla="*/ 2369356 h 5017219"/>
              <a:gd name="connsiteX18929" fmla="*/ 4913817 w 5799173"/>
              <a:gd name="connsiteY18929" fmla="*/ 2368692 h 5017219"/>
              <a:gd name="connsiteX18930" fmla="*/ 4933756 w 5799173"/>
              <a:gd name="connsiteY18930" fmla="*/ 2368691 h 5017219"/>
              <a:gd name="connsiteX18931" fmla="*/ 4935001 w 5799173"/>
              <a:gd name="connsiteY18931" fmla="*/ 2369356 h 5017219"/>
              <a:gd name="connsiteX18932" fmla="*/ 4944971 w 5799173"/>
              <a:gd name="connsiteY18932" fmla="*/ 2386637 h 5017219"/>
              <a:gd name="connsiteX18933" fmla="*/ 4944971 w 5799173"/>
              <a:gd name="connsiteY18933" fmla="*/ 2388048 h 5017219"/>
              <a:gd name="connsiteX18934" fmla="*/ 4935001 w 5799173"/>
              <a:gd name="connsiteY18934" fmla="*/ 2405329 h 5017219"/>
              <a:gd name="connsiteX18935" fmla="*/ 4933756 w 5799173"/>
              <a:gd name="connsiteY18935" fmla="*/ 2405993 h 5017219"/>
              <a:gd name="connsiteX18936" fmla="*/ 2085002 w 5799173"/>
              <a:gd name="connsiteY18936" fmla="*/ 1648118 h 5017219"/>
              <a:gd name="connsiteX18937" fmla="*/ 2083756 w 5799173"/>
              <a:gd name="connsiteY18937" fmla="*/ 1647370 h 5017219"/>
              <a:gd name="connsiteX18938" fmla="*/ 2073786 w 5799173"/>
              <a:gd name="connsiteY18938" fmla="*/ 1630007 h 5017219"/>
              <a:gd name="connsiteX18939" fmla="*/ 2073786 w 5799173"/>
              <a:gd name="connsiteY18939" fmla="*/ 1628594 h 5017219"/>
              <a:gd name="connsiteX18940" fmla="*/ 2083839 w 5799173"/>
              <a:gd name="connsiteY18940" fmla="*/ 1611231 h 5017219"/>
              <a:gd name="connsiteX18941" fmla="*/ 2085085 w 5799173"/>
              <a:gd name="connsiteY18941" fmla="*/ 1610483 h 5017219"/>
              <a:gd name="connsiteX18942" fmla="*/ 2105107 w 5799173"/>
              <a:gd name="connsiteY18942" fmla="*/ 1610483 h 5017219"/>
              <a:gd name="connsiteX18943" fmla="*/ 2106353 w 5799173"/>
              <a:gd name="connsiteY18943" fmla="*/ 1611231 h 5017219"/>
              <a:gd name="connsiteX18944" fmla="*/ 2116323 w 5799173"/>
              <a:gd name="connsiteY18944" fmla="*/ 1628594 h 5017219"/>
              <a:gd name="connsiteX18945" fmla="*/ 2116323 w 5799173"/>
              <a:gd name="connsiteY18945" fmla="*/ 1630007 h 5017219"/>
              <a:gd name="connsiteX18946" fmla="*/ 2106270 w 5799173"/>
              <a:gd name="connsiteY18946" fmla="*/ 1647370 h 5017219"/>
              <a:gd name="connsiteX18947" fmla="*/ 2105024 w 5799173"/>
              <a:gd name="connsiteY18947" fmla="*/ 1648118 h 5017219"/>
              <a:gd name="connsiteX18948" fmla="*/ 5635990 w 5799173"/>
              <a:gd name="connsiteY18948" fmla="*/ 2599686 h 5017219"/>
              <a:gd name="connsiteX18949" fmla="*/ 5634743 w 5799173"/>
              <a:gd name="connsiteY18949" fmla="*/ 2598938 h 5017219"/>
              <a:gd name="connsiteX18950" fmla="*/ 5624691 w 5799173"/>
              <a:gd name="connsiteY18950" fmla="*/ 2581492 h 5017219"/>
              <a:gd name="connsiteX18951" fmla="*/ 5624691 w 5799173"/>
              <a:gd name="connsiteY18951" fmla="*/ 2580079 h 5017219"/>
              <a:gd name="connsiteX18952" fmla="*/ 5634743 w 5799173"/>
              <a:gd name="connsiteY18952" fmla="*/ 2562633 h 5017219"/>
              <a:gd name="connsiteX18953" fmla="*/ 5635990 w 5799173"/>
              <a:gd name="connsiteY18953" fmla="*/ 2561885 h 5017219"/>
              <a:gd name="connsiteX18954" fmla="*/ 5656095 w 5799173"/>
              <a:gd name="connsiteY18954" fmla="*/ 2561885 h 5017219"/>
              <a:gd name="connsiteX18955" fmla="*/ 5657342 w 5799173"/>
              <a:gd name="connsiteY18955" fmla="*/ 2562633 h 5017219"/>
              <a:gd name="connsiteX18956" fmla="*/ 5667394 w 5799173"/>
              <a:gd name="connsiteY18956" fmla="*/ 2580079 h 5017219"/>
              <a:gd name="connsiteX18957" fmla="*/ 5667394 w 5799173"/>
              <a:gd name="connsiteY18957" fmla="*/ 2581492 h 5017219"/>
              <a:gd name="connsiteX18958" fmla="*/ 5657341 w 5799173"/>
              <a:gd name="connsiteY18958" fmla="*/ 2598938 h 5017219"/>
              <a:gd name="connsiteX18959" fmla="*/ 5656096 w 5799173"/>
              <a:gd name="connsiteY18959" fmla="*/ 2599686 h 5017219"/>
              <a:gd name="connsiteX18960" fmla="*/ 2205373 w 5799173"/>
              <a:gd name="connsiteY18960" fmla="*/ 1680455 h 5017219"/>
              <a:gd name="connsiteX18961" fmla="*/ 2204128 w 5799173"/>
              <a:gd name="connsiteY18961" fmla="*/ 1679707 h 5017219"/>
              <a:gd name="connsiteX18962" fmla="*/ 2194075 w 5799173"/>
              <a:gd name="connsiteY18962" fmla="*/ 1662261 h 5017219"/>
              <a:gd name="connsiteX18963" fmla="*/ 2194076 w 5799173"/>
              <a:gd name="connsiteY18963" fmla="*/ 1660848 h 5017219"/>
              <a:gd name="connsiteX18964" fmla="*/ 2204127 w 5799173"/>
              <a:gd name="connsiteY18964" fmla="*/ 1643402 h 5017219"/>
              <a:gd name="connsiteX18965" fmla="*/ 2205374 w 5799173"/>
              <a:gd name="connsiteY18965" fmla="*/ 1642654 h 5017219"/>
              <a:gd name="connsiteX18966" fmla="*/ 2225480 w 5799173"/>
              <a:gd name="connsiteY18966" fmla="*/ 1642654 h 5017219"/>
              <a:gd name="connsiteX18967" fmla="*/ 2226726 w 5799173"/>
              <a:gd name="connsiteY18967" fmla="*/ 1643402 h 5017219"/>
              <a:gd name="connsiteX18968" fmla="*/ 2236778 w 5799173"/>
              <a:gd name="connsiteY18968" fmla="*/ 1660848 h 5017219"/>
              <a:gd name="connsiteX18969" fmla="*/ 2236779 w 5799173"/>
              <a:gd name="connsiteY18969" fmla="*/ 1662261 h 5017219"/>
              <a:gd name="connsiteX18970" fmla="*/ 2226726 w 5799173"/>
              <a:gd name="connsiteY18970" fmla="*/ 1679707 h 5017219"/>
              <a:gd name="connsiteX18971" fmla="*/ 2225480 w 5799173"/>
              <a:gd name="connsiteY18971" fmla="*/ 1680455 h 5017219"/>
              <a:gd name="connsiteX18972" fmla="*/ 2325746 w 5799173"/>
              <a:gd name="connsiteY18972" fmla="*/ 1712709 h 5017219"/>
              <a:gd name="connsiteX18973" fmla="*/ 2324500 w 5799173"/>
              <a:gd name="connsiteY18973" fmla="*/ 1711961 h 5017219"/>
              <a:gd name="connsiteX18974" fmla="*/ 2314448 w 5799173"/>
              <a:gd name="connsiteY18974" fmla="*/ 1694515 h 5017219"/>
              <a:gd name="connsiteX18975" fmla="*/ 2314448 w 5799173"/>
              <a:gd name="connsiteY18975" fmla="*/ 1693102 h 5017219"/>
              <a:gd name="connsiteX18976" fmla="*/ 2324500 w 5799173"/>
              <a:gd name="connsiteY18976" fmla="*/ 1675656 h 5017219"/>
              <a:gd name="connsiteX18977" fmla="*/ 2325746 w 5799173"/>
              <a:gd name="connsiteY18977" fmla="*/ 1674908 h 5017219"/>
              <a:gd name="connsiteX18978" fmla="*/ 2345852 w 5799173"/>
              <a:gd name="connsiteY18978" fmla="*/ 1674908 h 5017219"/>
              <a:gd name="connsiteX18979" fmla="*/ 2347098 w 5799173"/>
              <a:gd name="connsiteY18979" fmla="*/ 1675656 h 5017219"/>
              <a:gd name="connsiteX18980" fmla="*/ 2357151 w 5799173"/>
              <a:gd name="connsiteY18980" fmla="*/ 1693102 h 5017219"/>
              <a:gd name="connsiteX18981" fmla="*/ 2357151 w 5799173"/>
              <a:gd name="connsiteY18981" fmla="*/ 1694515 h 5017219"/>
              <a:gd name="connsiteX18982" fmla="*/ 2347098 w 5799173"/>
              <a:gd name="connsiteY18982" fmla="*/ 1711961 h 5017219"/>
              <a:gd name="connsiteX18983" fmla="*/ 2345852 w 5799173"/>
              <a:gd name="connsiteY18983" fmla="*/ 1712709 h 5017219"/>
              <a:gd name="connsiteX18984" fmla="*/ 4251624 w 5799173"/>
              <a:gd name="connsiteY18984" fmla="*/ 2228850 h 5017219"/>
              <a:gd name="connsiteX18985" fmla="*/ 4250378 w 5799173"/>
              <a:gd name="connsiteY18985" fmla="*/ 2228103 h 5017219"/>
              <a:gd name="connsiteX18986" fmla="*/ 4240242 w 5799173"/>
              <a:gd name="connsiteY18986" fmla="*/ 2210573 h 5017219"/>
              <a:gd name="connsiteX18987" fmla="*/ 4240242 w 5799173"/>
              <a:gd name="connsiteY18987" fmla="*/ 2209161 h 5017219"/>
              <a:gd name="connsiteX18988" fmla="*/ 4250378 w 5799173"/>
              <a:gd name="connsiteY18988" fmla="*/ 2191631 h 5017219"/>
              <a:gd name="connsiteX18989" fmla="*/ 4251624 w 5799173"/>
              <a:gd name="connsiteY18989" fmla="*/ 2190883 h 5017219"/>
              <a:gd name="connsiteX18990" fmla="*/ 4271895 w 5799173"/>
              <a:gd name="connsiteY18990" fmla="*/ 2190883 h 5017219"/>
              <a:gd name="connsiteX18991" fmla="*/ 4273141 w 5799173"/>
              <a:gd name="connsiteY18991" fmla="*/ 2191631 h 5017219"/>
              <a:gd name="connsiteX18992" fmla="*/ 4283277 w 5799173"/>
              <a:gd name="connsiteY18992" fmla="*/ 2209161 h 5017219"/>
              <a:gd name="connsiteX18993" fmla="*/ 4283277 w 5799173"/>
              <a:gd name="connsiteY18993" fmla="*/ 2210573 h 5017219"/>
              <a:gd name="connsiteX18994" fmla="*/ 4273141 w 5799173"/>
              <a:gd name="connsiteY18994" fmla="*/ 2228103 h 5017219"/>
              <a:gd name="connsiteX18995" fmla="*/ 4271895 w 5799173"/>
              <a:gd name="connsiteY18995" fmla="*/ 2228850 h 5017219"/>
              <a:gd name="connsiteX18996" fmla="*/ 2385767 w 5799173"/>
              <a:gd name="connsiteY18996" fmla="*/ 1729001 h 5017219"/>
              <a:gd name="connsiteX18997" fmla="*/ 2384521 w 5799173"/>
              <a:gd name="connsiteY18997" fmla="*/ 1728254 h 5017219"/>
              <a:gd name="connsiteX18998" fmla="*/ 2374385 w 5799173"/>
              <a:gd name="connsiteY18998" fmla="*/ 1710641 h 5017219"/>
              <a:gd name="connsiteX18999" fmla="*/ 2374385 w 5799173"/>
              <a:gd name="connsiteY18999" fmla="*/ 1709229 h 5017219"/>
              <a:gd name="connsiteX19000" fmla="*/ 2384604 w 5799173"/>
              <a:gd name="connsiteY19000" fmla="*/ 1691616 h 5017219"/>
              <a:gd name="connsiteX19001" fmla="*/ 2385850 w 5799173"/>
              <a:gd name="connsiteY19001" fmla="*/ 1690868 h 5017219"/>
              <a:gd name="connsiteX19002" fmla="*/ 2406204 w 5799173"/>
              <a:gd name="connsiteY19002" fmla="*/ 1690868 h 5017219"/>
              <a:gd name="connsiteX19003" fmla="*/ 2407451 w 5799173"/>
              <a:gd name="connsiteY19003" fmla="*/ 1691616 h 5017219"/>
              <a:gd name="connsiteX19004" fmla="*/ 2417586 w 5799173"/>
              <a:gd name="connsiteY19004" fmla="*/ 1709229 h 5017219"/>
              <a:gd name="connsiteX19005" fmla="*/ 2417586 w 5799173"/>
              <a:gd name="connsiteY19005" fmla="*/ 1710641 h 5017219"/>
              <a:gd name="connsiteX19006" fmla="*/ 2407367 w 5799173"/>
              <a:gd name="connsiteY19006" fmla="*/ 1728254 h 5017219"/>
              <a:gd name="connsiteX19007" fmla="*/ 2406121 w 5799173"/>
              <a:gd name="connsiteY19007" fmla="*/ 1729001 h 5017219"/>
              <a:gd name="connsiteX19008" fmla="*/ 2145000 w 5799173"/>
              <a:gd name="connsiteY19008" fmla="*/ 1664656 h 5017219"/>
              <a:gd name="connsiteX19009" fmla="*/ 2143754 w 5799173"/>
              <a:gd name="connsiteY19009" fmla="*/ 1663909 h 5017219"/>
              <a:gd name="connsiteX19010" fmla="*/ 2133535 w 5799173"/>
              <a:gd name="connsiteY19010" fmla="*/ 1646213 h 5017219"/>
              <a:gd name="connsiteX19011" fmla="*/ 2133535 w 5799173"/>
              <a:gd name="connsiteY19011" fmla="*/ 1644801 h 5017219"/>
              <a:gd name="connsiteX19012" fmla="*/ 2143754 w 5799173"/>
              <a:gd name="connsiteY19012" fmla="*/ 1627105 h 5017219"/>
              <a:gd name="connsiteX19013" fmla="*/ 2145000 w 5799173"/>
              <a:gd name="connsiteY19013" fmla="*/ 1626357 h 5017219"/>
              <a:gd name="connsiteX19014" fmla="*/ 2165437 w 5799173"/>
              <a:gd name="connsiteY19014" fmla="*/ 1626357 h 5017219"/>
              <a:gd name="connsiteX19015" fmla="*/ 2166684 w 5799173"/>
              <a:gd name="connsiteY19015" fmla="*/ 1627105 h 5017219"/>
              <a:gd name="connsiteX19016" fmla="*/ 2176902 w 5799173"/>
              <a:gd name="connsiteY19016" fmla="*/ 1644801 h 5017219"/>
              <a:gd name="connsiteX19017" fmla="*/ 2176902 w 5799173"/>
              <a:gd name="connsiteY19017" fmla="*/ 1646213 h 5017219"/>
              <a:gd name="connsiteX19018" fmla="*/ 2166684 w 5799173"/>
              <a:gd name="connsiteY19018" fmla="*/ 1663909 h 5017219"/>
              <a:gd name="connsiteX19019" fmla="*/ 2165437 w 5799173"/>
              <a:gd name="connsiteY19019" fmla="*/ 1664656 h 5017219"/>
              <a:gd name="connsiteX19020" fmla="*/ 2265291 w 5799173"/>
              <a:gd name="connsiteY19020" fmla="*/ 1696983 h 5017219"/>
              <a:gd name="connsiteX19021" fmla="*/ 2264045 w 5799173"/>
              <a:gd name="connsiteY19021" fmla="*/ 1696235 h 5017219"/>
              <a:gd name="connsiteX19022" fmla="*/ 2253743 w 5799173"/>
              <a:gd name="connsiteY19022" fmla="*/ 1678456 h 5017219"/>
              <a:gd name="connsiteX19023" fmla="*/ 2253743 w 5799173"/>
              <a:gd name="connsiteY19023" fmla="*/ 1677044 h 5017219"/>
              <a:gd name="connsiteX19024" fmla="*/ 2264045 w 5799173"/>
              <a:gd name="connsiteY19024" fmla="*/ 1659265 h 5017219"/>
              <a:gd name="connsiteX19025" fmla="*/ 2265291 w 5799173"/>
              <a:gd name="connsiteY19025" fmla="*/ 1658517 h 5017219"/>
              <a:gd name="connsiteX19026" fmla="*/ 2285812 w 5799173"/>
              <a:gd name="connsiteY19026" fmla="*/ 1658517 h 5017219"/>
              <a:gd name="connsiteX19027" fmla="*/ 2287059 w 5799173"/>
              <a:gd name="connsiteY19027" fmla="*/ 1659265 h 5017219"/>
              <a:gd name="connsiteX19028" fmla="*/ 2297361 w 5799173"/>
              <a:gd name="connsiteY19028" fmla="*/ 1677044 h 5017219"/>
              <a:gd name="connsiteX19029" fmla="*/ 2297360 w 5799173"/>
              <a:gd name="connsiteY19029" fmla="*/ 1678456 h 5017219"/>
              <a:gd name="connsiteX19030" fmla="*/ 2287059 w 5799173"/>
              <a:gd name="connsiteY19030" fmla="*/ 1696235 h 5017219"/>
              <a:gd name="connsiteX19031" fmla="*/ 2285812 w 5799173"/>
              <a:gd name="connsiteY19031" fmla="*/ 1696983 h 5017219"/>
              <a:gd name="connsiteX19032" fmla="*/ 5033858 w 5799173"/>
              <a:gd name="connsiteY19032" fmla="*/ 2438818 h 5017219"/>
              <a:gd name="connsiteX19033" fmla="*/ 5032612 w 5799173"/>
              <a:gd name="connsiteY19033" fmla="*/ 2438070 h 5017219"/>
              <a:gd name="connsiteX19034" fmla="*/ 5022310 w 5799173"/>
              <a:gd name="connsiteY19034" fmla="*/ 2420291 h 5017219"/>
              <a:gd name="connsiteX19035" fmla="*/ 5022310 w 5799173"/>
              <a:gd name="connsiteY19035" fmla="*/ 2418879 h 5017219"/>
              <a:gd name="connsiteX19036" fmla="*/ 5032612 w 5799173"/>
              <a:gd name="connsiteY19036" fmla="*/ 2401100 h 5017219"/>
              <a:gd name="connsiteX19037" fmla="*/ 5033858 w 5799173"/>
              <a:gd name="connsiteY19037" fmla="*/ 2400352 h 5017219"/>
              <a:gd name="connsiteX19038" fmla="*/ 5054378 w 5799173"/>
              <a:gd name="connsiteY19038" fmla="*/ 2400352 h 5017219"/>
              <a:gd name="connsiteX19039" fmla="*/ 5055625 w 5799173"/>
              <a:gd name="connsiteY19039" fmla="*/ 2401100 h 5017219"/>
              <a:gd name="connsiteX19040" fmla="*/ 5065926 w 5799173"/>
              <a:gd name="connsiteY19040" fmla="*/ 2418879 h 5017219"/>
              <a:gd name="connsiteX19041" fmla="*/ 5065926 w 5799173"/>
              <a:gd name="connsiteY19041" fmla="*/ 2420291 h 5017219"/>
              <a:gd name="connsiteX19042" fmla="*/ 5055625 w 5799173"/>
              <a:gd name="connsiteY19042" fmla="*/ 2438071 h 5017219"/>
              <a:gd name="connsiteX19043" fmla="*/ 5054378 w 5799173"/>
              <a:gd name="connsiteY19043" fmla="*/ 2438819 h 5017219"/>
              <a:gd name="connsiteX19044" fmla="*/ 5214416 w 5799173"/>
              <a:gd name="connsiteY19044" fmla="*/ 2487199 h 5017219"/>
              <a:gd name="connsiteX19045" fmla="*/ 5213171 w 5799173"/>
              <a:gd name="connsiteY19045" fmla="*/ 2486451 h 5017219"/>
              <a:gd name="connsiteX19046" fmla="*/ 5202869 w 5799173"/>
              <a:gd name="connsiteY19046" fmla="*/ 2468672 h 5017219"/>
              <a:gd name="connsiteX19047" fmla="*/ 5202869 w 5799173"/>
              <a:gd name="connsiteY19047" fmla="*/ 2467260 h 5017219"/>
              <a:gd name="connsiteX19048" fmla="*/ 5213171 w 5799173"/>
              <a:gd name="connsiteY19048" fmla="*/ 2449481 h 5017219"/>
              <a:gd name="connsiteX19049" fmla="*/ 5214416 w 5799173"/>
              <a:gd name="connsiteY19049" fmla="*/ 2448733 h 5017219"/>
              <a:gd name="connsiteX19050" fmla="*/ 5234937 w 5799173"/>
              <a:gd name="connsiteY19050" fmla="*/ 2448733 h 5017219"/>
              <a:gd name="connsiteX19051" fmla="*/ 5236183 w 5799173"/>
              <a:gd name="connsiteY19051" fmla="*/ 2449481 h 5017219"/>
              <a:gd name="connsiteX19052" fmla="*/ 5246484 w 5799173"/>
              <a:gd name="connsiteY19052" fmla="*/ 2467260 h 5017219"/>
              <a:gd name="connsiteX19053" fmla="*/ 5246484 w 5799173"/>
              <a:gd name="connsiteY19053" fmla="*/ 2468672 h 5017219"/>
              <a:gd name="connsiteX19054" fmla="*/ 5236183 w 5799173"/>
              <a:gd name="connsiteY19054" fmla="*/ 2486451 h 5017219"/>
              <a:gd name="connsiteX19055" fmla="*/ 5234937 w 5799173"/>
              <a:gd name="connsiteY19055" fmla="*/ 2487199 h 5017219"/>
              <a:gd name="connsiteX19056" fmla="*/ 5515348 w 5799173"/>
              <a:gd name="connsiteY19056" fmla="*/ 2567833 h 5017219"/>
              <a:gd name="connsiteX19057" fmla="*/ 5514102 w 5799173"/>
              <a:gd name="connsiteY19057" fmla="*/ 2567085 h 5017219"/>
              <a:gd name="connsiteX19058" fmla="*/ 5503800 w 5799173"/>
              <a:gd name="connsiteY19058" fmla="*/ 2549306 h 5017219"/>
              <a:gd name="connsiteX19059" fmla="*/ 5503800 w 5799173"/>
              <a:gd name="connsiteY19059" fmla="*/ 2547894 h 5017219"/>
              <a:gd name="connsiteX19060" fmla="*/ 5514102 w 5799173"/>
              <a:gd name="connsiteY19060" fmla="*/ 2530115 h 5017219"/>
              <a:gd name="connsiteX19061" fmla="*/ 5515348 w 5799173"/>
              <a:gd name="connsiteY19061" fmla="*/ 2529367 h 5017219"/>
              <a:gd name="connsiteX19062" fmla="*/ 5535868 w 5799173"/>
              <a:gd name="connsiteY19062" fmla="*/ 2529367 h 5017219"/>
              <a:gd name="connsiteX19063" fmla="*/ 5537115 w 5799173"/>
              <a:gd name="connsiteY19063" fmla="*/ 2530115 h 5017219"/>
              <a:gd name="connsiteX19064" fmla="*/ 5547416 w 5799173"/>
              <a:gd name="connsiteY19064" fmla="*/ 2547894 h 5017219"/>
              <a:gd name="connsiteX19065" fmla="*/ 5547416 w 5799173"/>
              <a:gd name="connsiteY19065" fmla="*/ 2549306 h 5017219"/>
              <a:gd name="connsiteX19066" fmla="*/ 5537115 w 5799173"/>
              <a:gd name="connsiteY19066" fmla="*/ 2567085 h 5017219"/>
              <a:gd name="connsiteX19067" fmla="*/ 5535868 w 5799173"/>
              <a:gd name="connsiteY19067" fmla="*/ 2567833 h 5017219"/>
              <a:gd name="connsiteX19068" fmla="*/ 5154239 w 5799173"/>
              <a:gd name="connsiteY19068" fmla="*/ 2471178 h 5017219"/>
              <a:gd name="connsiteX19069" fmla="*/ 5152993 w 5799173"/>
              <a:gd name="connsiteY19069" fmla="*/ 2470430 h 5017219"/>
              <a:gd name="connsiteX19070" fmla="*/ 5142691 w 5799173"/>
              <a:gd name="connsiteY19070" fmla="*/ 2452568 h 5017219"/>
              <a:gd name="connsiteX19071" fmla="*/ 5142690 w 5799173"/>
              <a:gd name="connsiteY19071" fmla="*/ 2451073 h 5017219"/>
              <a:gd name="connsiteX19072" fmla="*/ 5152993 w 5799173"/>
              <a:gd name="connsiteY19072" fmla="*/ 2433211 h 5017219"/>
              <a:gd name="connsiteX19073" fmla="*/ 5154239 w 5799173"/>
              <a:gd name="connsiteY19073" fmla="*/ 2432463 h 5017219"/>
              <a:gd name="connsiteX19074" fmla="*/ 5174925 w 5799173"/>
              <a:gd name="connsiteY19074" fmla="*/ 2432463 h 5017219"/>
              <a:gd name="connsiteX19075" fmla="*/ 5176172 w 5799173"/>
              <a:gd name="connsiteY19075" fmla="*/ 2433211 h 5017219"/>
              <a:gd name="connsiteX19076" fmla="*/ 5186474 w 5799173"/>
              <a:gd name="connsiteY19076" fmla="*/ 2451073 h 5017219"/>
              <a:gd name="connsiteX19077" fmla="*/ 5186474 w 5799173"/>
              <a:gd name="connsiteY19077" fmla="*/ 2452568 h 5017219"/>
              <a:gd name="connsiteX19078" fmla="*/ 5176172 w 5799173"/>
              <a:gd name="connsiteY19078" fmla="*/ 2470430 h 5017219"/>
              <a:gd name="connsiteX19079" fmla="*/ 5174925 w 5799173"/>
              <a:gd name="connsiteY19079" fmla="*/ 2471178 h 5017219"/>
              <a:gd name="connsiteX19080" fmla="*/ 5274611 w 5799173"/>
              <a:gd name="connsiteY19080" fmla="*/ 2503432 h 5017219"/>
              <a:gd name="connsiteX19081" fmla="*/ 5273365 w 5799173"/>
              <a:gd name="connsiteY19081" fmla="*/ 2502684 h 5017219"/>
              <a:gd name="connsiteX19082" fmla="*/ 5263063 w 5799173"/>
              <a:gd name="connsiteY19082" fmla="*/ 2484822 h 5017219"/>
              <a:gd name="connsiteX19083" fmla="*/ 5263063 w 5799173"/>
              <a:gd name="connsiteY19083" fmla="*/ 2483327 h 5017219"/>
              <a:gd name="connsiteX19084" fmla="*/ 5273365 w 5799173"/>
              <a:gd name="connsiteY19084" fmla="*/ 2465465 h 5017219"/>
              <a:gd name="connsiteX19085" fmla="*/ 5274611 w 5799173"/>
              <a:gd name="connsiteY19085" fmla="*/ 2464717 h 5017219"/>
              <a:gd name="connsiteX19086" fmla="*/ 5295298 w 5799173"/>
              <a:gd name="connsiteY19086" fmla="*/ 2464717 h 5017219"/>
              <a:gd name="connsiteX19087" fmla="*/ 5296544 w 5799173"/>
              <a:gd name="connsiteY19087" fmla="*/ 2465465 h 5017219"/>
              <a:gd name="connsiteX19088" fmla="*/ 5306846 w 5799173"/>
              <a:gd name="connsiteY19088" fmla="*/ 2483327 h 5017219"/>
              <a:gd name="connsiteX19089" fmla="*/ 5306846 w 5799173"/>
              <a:gd name="connsiteY19089" fmla="*/ 2484822 h 5017219"/>
              <a:gd name="connsiteX19090" fmla="*/ 5296544 w 5799173"/>
              <a:gd name="connsiteY19090" fmla="*/ 2502684 h 5017219"/>
              <a:gd name="connsiteX19091" fmla="*/ 5295298 w 5799173"/>
              <a:gd name="connsiteY19091" fmla="*/ 2503432 h 5017219"/>
              <a:gd name="connsiteX19092" fmla="*/ 2445776 w 5799173"/>
              <a:gd name="connsiteY19092" fmla="*/ 1745543 h 5017219"/>
              <a:gd name="connsiteX19093" fmla="*/ 2444530 w 5799173"/>
              <a:gd name="connsiteY19093" fmla="*/ 1744795 h 5017219"/>
              <a:gd name="connsiteX19094" fmla="*/ 2434145 w 5799173"/>
              <a:gd name="connsiteY19094" fmla="*/ 1726850 h 5017219"/>
              <a:gd name="connsiteX19095" fmla="*/ 2434145 w 5799173"/>
              <a:gd name="connsiteY19095" fmla="*/ 1725355 h 5017219"/>
              <a:gd name="connsiteX19096" fmla="*/ 2444530 w 5799173"/>
              <a:gd name="connsiteY19096" fmla="*/ 1707410 h 5017219"/>
              <a:gd name="connsiteX19097" fmla="*/ 2445776 w 5799173"/>
              <a:gd name="connsiteY19097" fmla="*/ 1706662 h 5017219"/>
              <a:gd name="connsiteX19098" fmla="*/ 2466546 w 5799173"/>
              <a:gd name="connsiteY19098" fmla="*/ 1706662 h 5017219"/>
              <a:gd name="connsiteX19099" fmla="*/ 2467792 w 5799173"/>
              <a:gd name="connsiteY19099" fmla="*/ 1707410 h 5017219"/>
              <a:gd name="connsiteX19100" fmla="*/ 2478177 w 5799173"/>
              <a:gd name="connsiteY19100" fmla="*/ 1725355 h 5017219"/>
              <a:gd name="connsiteX19101" fmla="*/ 2478177 w 5799173"/>
              <a:gd name="connsiteY19101" fmla="*/ 1726850 h 5017219"/>
              <a:gd name="connsiteX19102" fmla="*/ 2467792 w 5799173"/>
              <a:gd name="connsiteY19102" fmla="*/ 1744795 h 5017219"/>
              <a:gd name="connsiteX19103" fmla="*/ 2466546 w 5799173"/>
              <a:gd name="connsiteY19103" fmla="*/ 1745543 h 5017219"/>
              <a:gd name="connsiteX19104" fmla="*/ 2505963 w 5799173"/>
              <a:gd name="connsiteY19104" fmla="*/ 1761670 h 5017219"/>
              <a:gd name="connsiteX19105" fmla="*/ 2504717 w 5799173"/>
              <a:gd name="connsiteY19105" fmla="*/ 1760922 h 5017219"/>
              <a:gd name="connsiteX19106" fmla="*/ 2494332 w 5799173"/>
              <a:gd name="connsiteY19106" fmla="*/ 1742977 h 5017219"/>
              <a:gd name="connsiteX19107" fmla="*/ 2494332 w 5799173"/>
              <a:gd name="connsiteY19107" fmla="*/ 1741482 h 5017219"/>
              <a:gd name="connsiteX19108" fmla="*/ 2504717 w 5799173"/>
              <a:gd name="connsiteY19108" fmla="*/ 1723537 h 5017219"/>
              <a:gd name="connsiteX19109" fmla="*/ 2505963 w 5799173"/>
              <a:gd name="connsiteY19109" fmla="*/ 1722789 h 5017219"/>
              <a:gd name="connsiteX19110" fmla="*/ 2526733 w 5799173"/>
              <a:gd name="connsiteY19110" fmla="*/ 1722789 h 5017219"/>
              <a:gd name="connsiteX19111" fmla="*/ 2527979 w 5799173"/>
              <a:gd name="connsiteY19111" fmla="*/ 1723537 h 5017219"/>
              <a:gd name="connsiteX19112" fmla="*/ 2538364 w 5799173"/>
              <a:gd name="connsiteY19112" fmla="*/ 1741482 h 5017219"/>
              <a:gd name="connsiteX19113" fmla="*/ 2538364 w 5799173"/>
              <a:gd name="connsiteY19113" fmla="*/ 1742977 h 5017219"/>
              <a:gd name="connsiteX19114" fmla="*/ 2527979 w 5799173"/>
              <a:gd name="connsiteY19114" fmla="*/ 1760922 h 5017219"/>
              <a:gd name="connsiteX19115" fmla="*/ 2526733 w 5799173"/>
              <a:gd name="connsiteY19115" fmla="*/ 1761670 h 5017219"/>
              <a:gd name="connsiteX19116" fmla="*/ 2566149 w 5799173"/>
              <a:gd name="connsiteY19116" fmla="*/ 1777797 h 5017219"/>
              <a:gd name="connsiteX19117" fmla="*/ 2564903 w 5799173"/>
              <a:gd name="connsiteY19117" fmla="*/ 1777049 h 5017219"/>
              <a:gd name="connsiteX19118" fmla="*/ 2554518 w 5799173"/>
              <a:gd name="connsiteY19118" fmla="*/ 1759104 h 5017219"/>
              <a:gd name="connsiteX19119" fmla="*/ 2554518 w 5799173"/>
              <a:gd name="connsiteY19119" fmla="*/ 1757609 h 5017219"/>
              <a:gd name="connsiteX19120" fmla="*/ 2564903 w 5799173"/>
              <a:gd name="connsiteY19120" fmla="*/ 1739664 h 5017219"/>
              <a:gd name="connsiteX19121" fmla="*/ 2566149 w 5799173"/>
              <a:gd name="connsiteY19121" fmla="*/ 1738916 h 5017219"/>
              <a:gd name="connsiteX19122" fmla="*/ 2586919 w 5799173"/>
              <a:gd name="connsiteY19122" fmla="*/ 1738916 h 5017219"/>
              <a:gd name="connsiteX19123" fmla="*/ 2588165 w 5799173"/>
              <a:gd name="connsiteY19123" fmla="*/ 1739664 h 5017219"/>
              <a:gd name="connsiteX19124" fmla="*/ 2598550 w 5799173"/>
              <a:gd name="connsiteY19124" fmla="*/ 1757609 h 5017219"/>
              <a:gd name="connsiteX19125" fmla="*/ 2598550 w 5799173"/>
              <a:gd name="connsiteY19125" fmla="*/ 1759104 h 5017219"/>
              <a:gd name="connsiteX19126" fmla="*/ 2588165 w 5799173"/>
              <a:gd name="connsiteY19126" fmla="*/ 1777049 h 5017219"/>
              <a:gd name="connsiteX19127" fmla="*/ 2586919 w 5799173"/>
              <a:gd name="connsiteY19127" fmla="*/ 1777797 h 5017219"/>
              <a:gd name="connsiteX19128" fmla="*/ 2626335 w 5799173"/>
              <a:gd name="connsiteY19128" fmla="*/ 1793923 h 5017219"/>
              <a:gd name="connsiteX19129" fmla="*/ 2625089 w 5799173"/>
              <a:gd name="connsiteY19129" fmla="*/ 1793175 h 5017219"/>
              <a:gd name="connsiteX19130" fmla="*/ 2614704 w 5799173"/>
              <a:gd name="connsiteY19130" fmla="*/ 1775230 h 5017219"/>
              <a:gd name="connsiteX19131" fmla="*/ 2614704 w 5799173"/>
              <a:gd name="connsiteY19131" fmla="*/ 1773735 h 5017219"/>
              <a:gd name="connsiteX19132" fmla="*/ 2625089 w 5799173"/>
              <a:gd name="connsiteY19132" fmla="*/ 1755790 h 5017219"/>
              <a:gd name="connsiteX19133" fmla="*/ 2626335 w 5799173"/>
              <a:gd name="connsiteY19133" fmla="*/ 1755042 h 5017219"/>
              <a:gd name="connsiteX19134" fmla="*/ 2647104 w 5799173"/>
              <a:gd name="connsiteY19134" fmla="*/ 1755042 h 5017219"/>
              <a:gd name="connsiteX19135" fmla="*/ 2648351 w 5799173"/>
              <a:gd name="connsiteY19135" fmla="*/ 1755791 h 5017219"/>
              <a:gd name="connsiteX19136" fmla="*/ 2658736 w 5799173"/>
              <a:gd name="connsiteY19136" fmla="*/ 1773736 h 5017219"/>
              <a:gd name="connsiteX19137" fmla="*/ 2658736 w 5799173"/>
              <a:gd name="connsiteY19137" fmla="*/ 1775230 h 5017219"/>
              <a:gd name="connsiteX19138" fmla="*/ 2648351 w 5799173"/>
              <a:gd name="connsiteY19138" fmla="*/ 1793175 h 5017219"/>
              <a:gd name="connsiteX19139" fmla="*/ 2647105 w 5799173"/>
              <a:gd name="connsiteY19139" fmla="*/ 1793923 h 5017219"/>
              <a:gd name="connsiteX19140" fmla="*/ 2806893 w 5799173"/>
              <a:gd name="connsiteY19140" fmla="*/ 1842304 h 5017219"/>
              <a:gd name="connsiteX19141" fmla="*/ 2805647 w 5799173"/>
              <a:gd name="connsiteY19141" fmla="*/ 1841556 h 5017219"/>
              <a:gd name="connsiteX19142" fmla="*/ 2795262 w 5799173"/>
              <a:gd name="connsiteY19142" fmla="*/ 1823611 h 5017219"/>
              <a:gd name="connsiteX19143" fmla="*/ 2795262 w 5799173"/>
              <a:gd name="connsiteY19143" fmla="*/ 1822116 h 5017219"/>
              <a:gd name="connsiteX19144" fmla="*/ 2805647 w 5799173"/>
              <a:gd name="connsiteY19144" fmla="*/ 1804171 h 5017219"/>
              <a:gd name="connsiteX19145" fmla="*/ 2806893 w 5799173"/>
              <a:gd name="connsiteY19145" fmla="*/ 1803423 h 5017219"/>
              <a:gd name="connsiteX19146" fmla="*/ 2827663 w 5799173"/>
              <a:gd name="connsiteY19146" fmla="*/ 1803423 h 5017219"/>
              <a:gd name="connsiteX19147" fmla="*/ 2828909 w 5799173"/>
              <a:gd name="connsiteY19147" fmla="*/ 1804171 h 5017219"/>
              <a:gd name="connsiteX19148" fmla="*/ 2839294 w 5799173"/>
              <a:gd name="connsiteY19148" fmla="*/ 1822116 h 5017219"/>
              <a:gd name="connsiteX19149" fmla="*/ 2839294 w 5799173"/>
              <a:gd name="connsiteY19149" fmla="*/ 1823611 h 5017219"/>
              <a:gd name="connsiteX19150" fmla="*/ 2828909 w 5799173"/>
              <a:gd name="connsiteY19150" fmla="*/ 1841556 h 5017219"/>
              <a:gd name="connsiteX19151" fmla="*/ 2827663 w 5799173"/>
              <a:gd name="connsiteY19151" fmla="*/ 1842304 h 5017219"/>
              <a:gd name="connsiteX19152" fmla="*/ 4973598 w 5799173"/>
              <a:gd name="connsiteY19152" fmla="*/ 2422871 h 5017219"/>
              <a:gd name="connsiteX19153" fmla="*/ 4972352 w 5799173"/>
              <a:gd name="connsiteY19153" fmla="*/ 2422123 h 5017219"/>
              <a:gd name="connsiteX19154" fmla="*/ 4961967 w 5799173"/>
              <a:gd name="connsiteY19154" fmla="*/ 2404178 h 5017219"/>
              <a:gd name="connsiteX19155" fmla="*/ 4961967 w 5799173"/>
              <a:gd name="connsiteY19155" fmla="*/ 2402683 h 5017219"/>
              <a:gd name="connsiteX19156" fmla="*/ 4972352 w 5799173"/>
              <a:gd name="connsiteY19156" fmla="*/ 2384738 h 5017219"/>
              <a:gd name="connsiteX19157" fmla="*/ 4973598 w 5799173"/>
              <a:gd name="connsiteY19157" fmla="*/ 2383990 h 5017219"/>
              <a:gd name="connsiteX19158" fmla="*/ 4994368 w 5799173"/>
              <a:gd name="connsiteY19158" fmla="*/ 2383990 h 5017219"/>
              <a:gd name="connsiteX19159" fmla="*/ 4995614 w 5799173"/>
              <a:gd name="connsiteY19159" fmla="*/ 2384738 h 5017219"/>
              <a:gd name="connsiteX19160" fmla="*/ 5005999 w 5799173"/>
              <a:gd name="connsiteY19160" fmla="*/ 2402683 h 5017219"/>
              <a:gd name="connsiteX19161" fmla="*/ 5005999 w 5799173"/>
              <a:gd name="connsiteY19161" fmla="*/ 2404178 h 5017219"/>
              <a:gd name="connsiteX19162" fmla="*/ 4995614 w 5799173"/>
              <a:gd name="connsiteY19162" fmla="*/ 2422123 h 5017219"/>
              <a:gd name="connsiteX19163" fmla="*/ 4994368 w 5799173"/>
              <a:gd name="connsiteY19163" fmla="*/ 2422871 h 5017219"/>
              <a:gd name="connsiteX19164" fmla="*/ 5093971 w 5799173"/>
              <a:gd name="connsiteY19164" fmla="*/ 2455125 h 5017219"/>
              <a:gd name="connsiteX19165" fmla="*/ 5092725 w 5799173"/>
              <a:gd name="connsiteY19165" fmla="*/ 2454377 h 5017219"/>
              <a:gd name="connsiteX19166" fmla="*/ 5082340 w 5799173"/>
              <a:gd name="connsiteY19166" fmla="*/ 2436432 h 5017219"/>
              <a:gd name="connsiteX19167" fmla="*/ 5082340 w 5799173"/>
              <a:gd name="connsiteY19167" fmla="*/ 2434937 h 5017219"/>
              <a:gd name="connsiteX19168" fmla="*/ 5092725 w 5799173"/>
              <a:gd name="connsiteY19168" fmla="*/ 2416991 h 5017219"/>
              <a:gd name="connsiteX19169" fmla="*/ 5093971 w 5799173"/>
              <a:gd name="connsiteY19169" fmla="*/ 2416243 h 5017219"/>
              <a:gd name="connsiteX19170" fmla="*/ 5114741 w 5799173"/>
              <a:gd name="connsiteY19170" fmla="*/ 2416244 h 5017219"/>
              <a:gd name="connsiteX19171" fmla="*/ 5115987 w 5799173"/>
              <a:gd name="connsiteY19171" fmla="*/ 2416992 h 5017219"/>
              <a:gd name="connsiteX19172" fmla="*/ 5126372 w 5799173"/>
              <a:gd name="connsiteY19172" fmla="*/ 2434937 h 5017219"/>
              <a:gd name="connsiteX19173" fmla="*/ 5126372 w 5799173"/>
              <a:gd name="connsiteY19173" fmla="*/ 2436432 h 5017219"/>
              <a:gd name="connsiteX19174" fmla="*/ 5115987 w 5799173"/>
              <a:gd name="connsiteY19174" fmla="*/ 2454377 h 5017219"/>
              <a:gd name="connsiteX19175" fmla="*/ 5114741 w 5799173"/>
              <a:gd name="connsiteY19175" fmla="*/ 2455124 h 5017219"/>
              <a:gd name="connsiteX19176" fmla="*/ 5394902 w 5799173"/>
              <a:gd name="connsiteY19176" fmla="*/ 2535759 h 5017219"/>
              <a:gd name="connsiteX19177" fmla="*/ 5393656 w 5799173"/>
              <a:gd name="connsiteY19177" fmla="*/ 2535011 h 5017219"/>
              <a:gd name="connsiteX19178" fmla="*/ 5383271 w 5799173"/>
              <a:gd name="connsiteY19178" fmla="*/ 2517066 h 5017219"/>
              <a:gd name="connsiteX19179" fmla="*/ 5383271 w 5799173"/>
              <a:gd name="connsiteY19179" fmla="*/ 2515571 h 5017219"/>
              <a:gd name="connsiteX19180" fmla="*/ 5393656 w 5799173"/>
              <a:gd name="connsiteY19180" fmla="*/ 2497626 h 5017219"/>
              <a:gd name="connsiteX19181" fmla="*/ 5394902 w 5799173"/>
              <a:gd name="connsiteY19181" fmla="*/ 2496878 h 5017219"/>
              <a:gd name="connsiteX19182" fmla="*/ 5415672 w 5799173"/>
              <a:gd name="connsiteY19182" fmla="*/ 2496878 h 5017219"/>
              <a:gd name="connsiteX19183" fmla="*/ 5416918 w 5799173"/>
              <a:gd name="connsiteY19183" fmla="*/ 2497626 h 5017219"/>
              <a:gd name="connsiteX19184" fmla="*/ 5427303 w 5799173"/>
              <a:gd name="connsiteY19184" fmla="*/ 2515571 h 5017219"/>
              <a:gd name="connsiteX19185" fmla="*/ 5427303 w 5799173"/>
              <a:gd name="connsiteY19185" fmla="*/ 2517066 h 5017219"/>
              <a:gd name="connsiteX19186" fmla="*/ 5416918 w 5799173"/>
              <a:gd name="connsiteY19186" fmla="*/ 2535011 h 5017219"/>
              <a:gd name="connsiteX19187" fmla="*/ 5415672 w 5799173"/>
              <a:gd name="connsiteY19187" fmla="*/ 2535759 h 5017219"/>
              <a:gd name="connsiteX19188" fmla="*/ 5455088 w 5799173"/>
              <a:gd name="connsiteY19188" fmla="*/ 2551886 h 5017219"/>
              <a:gd name="connsiteX19189" fmla="*/ 5453842 w 5799173"/>
              <a:gd name="connsiteY19189" fmla="*/ 2551138 h 5017219"/>
              <a:gd name="connsiteX19190" fmla="*/ 5443457 w 5799173"/>
              <a:gd name="connsiteY19190" fmla="*/ 2533193 h 5017219"/>
              <a:gd name="connsiteX19191" fmla="*/ 5443457 w 5799173"/>
              <a:gd name="connsiteY19191" fmla="*/ 2531698 h 5017219"/>
              <a:gd name="connsiteX19192" fmla="*/ 5453842 w 5799173"/>
              <a:gd name="connsiteY19192" fmla="*/ 2513753 h 5017219"/>
              <a:gd name="connsiteX19193" fmla="*/ 5455088 w 5799173"/>
              <a:gd name="connsiteY19193" fmla="*/ 2513005 h 5017219"/>
              <a:gd name="connsiteX19194" fmla="*/ 5475858 w 5799173"/>
              <a:gd name="connsiteY19194" fmla="*/ 2513005 h 5017219"/>
              <a:gd name="connsiteX19195" fmla="*/ 5477104 w 5799173"/>
              <a:gd name="connsiteY19195" fmla="*/ 2513753 h 5017219"/>
              <a:gd name="connsiteX19196" fmla="*/ 5487489 w 5799173"/>
              <a:gd name="connsiteY19196" fmla="*/ 2531698 h 5017219"/>
              <a:gd name="connsiteX19197" fmla="*/ 5487489 w 5799173"/>
              <a:gd name="connsiteY19197" fmla="*/ 2533193 h 5017219"/>
              <a:gd name="connsiteX19198" fmla="*/ 5477104 w 5799173"/>
              <a:gd name="connsiteY19198" fmla="*/ 2551138 h 5017219"/>
              <a:gd name="connsiteX19199" fmla="*/ 5475858 w 5799173"/>
              <a:gd name="connsiteY19199" fmla="*/ 2551885 h 5017219"/>
              <a:gd name="connsiteX19200" fmla="*/ 2746623 w 5799173"/>
              <a:gd name="connsiteY19200" fmla="*/ 1826259 h 5017219"/>
              <a:gd name="connsiteX19201" fmla="*/ 2745378 w 5799173"/>
              <a:gd name="connsiteY19201" fmla="*/ 1825512 h 5017219"/>
              <a:gd name="connsiteX19202" fmla="*/ 2734992 w 5799173"/>
              <a:gd name="connsiteY19202" fmla="*/ 1807483 h 5017219"/>
              <a:gd name="connsiteX19203" fmla="*/ 2734992 w 5799173"/>
              <a:gd name="connsiteY19203" fmla="*/ 1805988 h 5017219"/>
              <a:gd name="connsiteX19204" fmla="*/ 2745461 w 5799173"/>
              <a:gd name="connsiteY19204" fmla="*/ 1787960 h 5017219"/>
              <a:gd name="connsiteX19205" fmla="*/ 2746707 w 5799173"/>
              <a:gd name="connsiteY19205" fmla="*/ 1787212 h 5017219"/>
              <a:gd name="connsiteX19206" fmla="*/ 2767560 w 5799173"/>
              <a:gd name="connsiteY19206" fmla="*/ 1787212 h 5017219"/>
              <a:gd name="connsiteX19207" fmla="*/ 2768806 w 5799173"/>
              <a:gd name="connsiteY19207" fmla="*/ 1787960 h 5017219"/>
              <a:gd name="connsiteX19208" fmla="*/ 2779190 w 5799173"/>
              <a:gd name="connsiteY19208" fmla="*/ 1805988 h 5017219"/>
              <a:gd name="connsiteX19209" fmla="*/ 2779190 w 5799173"/>
              <a:gd name="connsiteY19209" fmla="*/ 1807483 h 5017219"/>
              <a:gd name="connsiteX19210" fmla="*/ 2768723 w 5799173"/>
              <a:gd name="connsiteY19210" fmla="*/ 1825512 h 5017219"/>
              <a:gd name="connsiteX19211" fmla="*/ 2767476 w 5799173"/>
              <a:gd name="connsiteY19211" fmla="*/ 1826259 h 5017219"/>
              <a:gd name="connsiteX19212" fmla="*/ 5575377 w 5799173"/>
              <a:gd name="connsiteY19212" fmla="*/ 2584221 h 5017219"/>
              <a:gd name="connsiteX19213" fmla="*/ 5574131 w 5799173"/>
              <a:gd name="connsiteY19213" fmla="*/ 2583474 h 5017219"/>
              <a:gd name="connsiteX19214" fmla="*/ 5563746 w 5799173"/>
              <a:gd name="connsiteY19214" fmla="*/ 2565445 h 5017219"/>
              <a:gd name="connsiteX19215" fmla="*/ 5563746 w 5799173"/>
              <a:gd name="connsiteY19215" fmla="*/ 2563950 h 5017219"/>
              <a:gd name="connsiteX19216" fmla="*/ 5574214 w 5799173"/>
              <a:gd name="connsiteY19216" fmla="*/ 2545922 h 5017219"/>
              <a:gd name="connsiteX19217" fmla="*/ 5575460 w 5799173"/>
              <a:gd name="connsiteY19217" fmla="*/ 2545174 h 5017219"/>
              <a:gd name="connsiteX19218" fmla="*/ 5596313 w 5799173"/>
              <a:gd name="connsiteY19218" fmla="*/ 2545174 h 5017219"/>
              <a:gd name="connsiteX19219" fmla="*/ 5597559 w 5799173"/>
              <a:gd name="connsiteY19219" fmla="*/ 2545922 h 5017219"/>
              <a:gd name="connsiteX19220" fmla="*/ 5607944 w 5799173"/>
              <a:gd name="connsiteY19220" fmla="*/ 2563950 h 5017219"/>
              <a:gd name="connsiteX19221" fmla="*/ 5607944 w 5799173"/>
              <a:gd name="connsiteY19221" fmla="*/ 2565445 h 5017219"/>
              <a:gd name="connsiteX19222" fmla="*/ 5597476 w 5799173"/>
              <a:gd name="connsiteY19222" fmla="*/ 2583474 h 5017219"/>
              <a:gd name="connsiteX19223" fmla="*/ 5596230 w 5799173"/>
              <a:gd name="connsiteY19223" fmla="*/ 2584221 h 5017219"/>
              <a:gd name="connsiteX19224" fmla="*/ 5334631 w 5799173"/>
              <a:gd name="connsiteY19224" fmla="*/ 2519797 h 5017219"/>
              <a:gd name="connsiteX19225" fmla="*/ 5333385 w 5799173"/>
              <a:gd name="connsiteY19225" fmla="*/ 2519049 h 5017219"/>
              <a:gd name="connsiteX19226" fmla="*/ 5322917 w 5799173"/>
              <a:gd name="connsiteY19226" fmla="*/ 2500938 h 5017219"/>
              <a:gd name="connsiteX19227" fmla="*/ 5322917 w 5799173"/>
              <a:gd name="connsiteY19227" fmla="*/ 2499443 h 5017219"/>
              <a:gd name="connsiteX19228" fmla="*/ 5333385 w 5799173"/>
              <a:gd name="connsiteY19228" fmla="*/ 2481332 h 5017219"/>
              <a:gd name="connsiteX19229" fmla="*/ 5334631 w 5799173"/>
              <a:gd name="connsiteY19229" fmla="*/ 2480584 h 5017219"/>
              <a:gd name="connsiteX19230" fmla="*/ 5355567 w 5799173"/>
              <a:gd name="connsiteY19230" fmla="*/ 2480584 h 5017219"/>
              <a:gd name="connsiteX19231" fmla="*/ 5356813 w 5799173"/>
              <a:gd name="connsiteY19231" fmla="*/ 2481332 h 5017219"/>
              <a:gd name="connsiteX19232" fmla="*/ 5367281 w 5799173"/>
              <a:gd name="connsiteY19232" fmla="*/ 2499443 h 5017219"/>
              <a:gd name="connsiteX19233" fmla="*/ 5367281 w 5799173"/>
              <a:gd name="connsiteY19233" fmla="*/ 2500938 h 5017219"/>
              <a:gd name="connsiteX19234" fmla="*/ 5356813 w 5799173"/>
              <a:gd name="connsiteY19234" fmla="*/ 2519049 h 5017219"/>
              <a:gd name="connsiteX19235" fmla="*/ 5355567 w 5799173"/>
              <a:gd name="connsiteY19235" fmla="*/ 2519797 h 5017219"/>
              <a:gd name="connsiteX19236" fmla="*/ 5695750 w 5799173"/>
              <a:gd name="connsiteY19236" fmla="*/ 2616558 h 5017219"/>
              <a:gd name="connsiteX19237" fmla="*/ 5694503 w 5799173"/>
              <a:gd name="connsiteY19237" fmla="*/ 2615810 h 5017219"/>
              <a:gd name="connsiteX19238" fmla="*/ 5684035 w 5799173"/>
              <a:gd name="connsiteY19238" fmla="*/ 2597699 h 5017219"/>
              <a:gd name="connsiteX19239" fmla="*/ 5684035 w 5799173"/>
              <a:gd name="connsiteY19239" fmla="*/ 2596204 h 5017219"/>
              <a:gd name="connsiteX19240" fmla="*/ 5694504 w 5799173"/>
              <a:gd name="connsiteY19240" fmla="*/ 2578093 h 5017219"/>
              <a:gd name="connsiteX19241" fmla="*/ 5695750 w 5799173"/>
              <a:gd name="connsiteY19241" fmla="*/ 2577345 h 5017219"/>
              <a:gd name="connsiteX19242" fmla="*/ 5716686 w 5799173"/>
              <a:gd name="connsiteY19242" fmla="*/ 2577345 h 5017219"/>
              <a:gd name="connsiteX19243" fmla="*/ 5717932 w 5799173"/>
              <a:gd name="connsiteY19243" fmla="*/ 2578093 h 5017219"/>
              <a:gd name="connsiteX19244" fmla="*/ 5728400 w 5799173"/>
              <a:gd name="connsiteY19244" fmla="*/ 2596204 h 5017219"/>
              <a:gd name="connsiteX19245" fmla="*/ 5728400 w 5799173"/>
              <a:gd name="connsiteY19245" fmla="*/ 2597699 h 5017219"/>
              <a:gd name="connsiteX19246" fmla="*/ 5717931 w 5799173"/>
              <a:gd name="connsiteY19246" fmla="*/ 2615810 h 5017219"/>
              <a:gd name="connsiteX19247" fmla="*/ 5716685 w 5799173"/>
              <a:gd name="connsiteY19247" fmla="*/ 2616558 h 5017219"/>
              <a:gd name="connsiteX19248" fmla="*/ 2686378 w 5799173"/>
              <a:gd name="connsiteY19248" fmla="*/ 1810291 h 5017219"/>
              <a:gd name="connsiteX19249" fmla="*/ 2685131 w 5799173"/>
              <a:gd name="connsiteY19249" fmla="*/ 1809543 h 5017219"/>
              <a:gd name="connsiteX19250" fmla="*/ 2674581 w 5799173"/>
              <a:gd name="connsiteY19250" fmla="*/ 1791266 h 5017219"/>
              <a:gd name="connsiteX19251" fmla="*/ 2674580 w 5799173"/>
              <a:gd name="connsiteY19251" fmla="*/ 1789770 h 5017219"/>
              <a:gd name="connsiteX19252" fmla="*/ 2685131 w 5799173"/>
              <a:gd name="connsiteY19252" fmla="*/ 1771493 h 5017219"/>
              <a:gd name="connsiteX19253" fmla="*/ 2686377 w 5799173"/>
              <a:gd name="connsiteY19253" fmla="*/ 1770745 h 5017219"/>
              <a:gd name="connsiteX19254" fmla="*/ 2707397 w 5799173"/>
              <a:gd name="connsiteY19254" fmla="*/ 1770746 h 5017219"/>
              <a:gd name="connsiteX19255" fmla="*/ 2708642 w 5799173"/>
              <a:gd name="connsiteY19255" fmla="*/ 1771493 h 5017219"/>
              <a:gd name="connsiteX19256" fmla="*/ 2719194 w 5799173"/>
              <a:gd name="connsiteY19256" fmla="*/ 1789770 h 5017219"/>
              <a:gd name="connsiteX19257" fmla="*/ 2719193 w 5799173"/>
              <a:gd name="connsiteY19257" fmla="*/ 1791266 h 5017219"/>
              <a:gd name="connsiteX19258" fmla="*/ 2708642 w 5799173"/>
              <a:gd name="connsiteY19258" fmla="*/ 1809543 h 5017219"/>
              <a:gd name="connsiteX19259" fmla="*/ 2707396 w 5799173"/>
              <a:gd name="connsiteY19259" fmla="*/ 1810291 h 5017219"/>
              <a:gd name="connsiteX19260" fmla="*/ 3047470 w 5799173"/>
              <a:gd name="connsiteY19260" fmla="*/ 1907236 h 5017219"/>
              <a:gd name="connsiteX19261" fmla="*/ 3046141 w 5799173"/>
              <a:gd name="connsiteY19261" fmla="*/ 1906488 h 5017219"/>
              <a:gd name="connsiteX19262" fmla="*/ 3035591 w 5799173"/>
              <a:gd name="connsiteY19262" fmla="*/ 1888128 h 5017219"/>
              <a:gd name="connsiteX19263" fmla="*/ 3035590 w 5799173"/>
              <a:gd name="connsiteY19263" fmla="*/ 1886632 h 5017219"/>
              <a:gd name="connsiteX19264" fmla="*/ 3046141 w 5799173"/>
              <a:gd name="connsiteY19264" fmla="*/ 1868272 h 5017219"/>
              <a:gd name="connsiteX19265" fmla="*/ 3047471 w 5799173"/>
              <a:gd name="connsiteY19265" fmla="*/ 1867524 h 5017219"/>
              <a:gd name="connsiteX19266" fmla="*/ 3068655 w 5799173"/>
              <a:gd name="connsiteY19266" fmla="*/ 1867524 h 5017219"/>
              <a:gd name="connsiteX19267" fmla="*/ 3069985 w 5799173"/>
              <a:gd name="connsiteY19267" fmla="*/ 1868272 h 5017219"/>
              <a:gd name="connsiteX19268" fmla="*/ 3080536 w 5799173"/>
              <a:gd name="connsiteY19268" fmla="*/ 1886632 h 5017219"/>
              <a:gd name="connsiteX19269" fmla="*/ 3080537 w 5799173"/>
              <a:gd name="connsiteY19269" fmla="*/ 1888128 h 5017219"/>
              <a:gd name="connsiteX19270" fmla="*/ 3069986 w 5799173"/>
              <a:gd name="connsiteY19270" fmla="*/ 1906488 h 5017219"/>
              <a:gd name="connsiteX19271" fmla="*/ 3068655 w 5799173"/>
              <a:gd name="connsiteY19271" fmla="*/ 1907236 h 5017219"/>
              <a:gd name="connsiteX19272" fmla="*/ 5755769 w 5799173"/>
              <a:gd name="connsiteY19272" fmla="*/ 2633018 h 5017219"/>
              <a:gd name="connsiteX19273" fmla="*/ 5754440 w 5799173"/>
              <a:gd name="connsiteY19273" fmla="*/ 2632270 h 5017219"/>
              <a:gd name="connsiteX19274" fmla="*/ 5743806 w 5799173"/>
              <a:gd name="connsiteY19274" fmla="*/ 2613827 h 5017219"/>
              <a:gd name="connsiteX19275" fmla="*/ 5743806 w 5799173"/>
              <a:gd name="connsiteY19275" fmla="*/ 2612331 h 5017219"/>
              <a:gd name="connsiteX19276" fmla="*/ 5754440 w 5799173"/>
              <a:gd name="connsiteY19276" fmla="*/ 2593888 h 5017219"/>
              <a:gd name="connsiteX19277" fmla="*/ 5755770 w 5799173"/>
              <a:gd name="connsiteY19277" fmla="*/ 2593140 h 5017219"/>
              <a:gd name="connsiteX19278" fmla="*/ 5777039 w 5799173"/>
              <a:gd name="connsiteY19278" fmla="*/ 2593140 h 5017219"/>
              <a:gd name="connsiteX19279" fmla="*/ 5778367 w 5799173"/>
              <a:gd name="connsiteY19279" fmla="*/ 2593888 h 5017219"/>
              <a:gd name="connsiteX19280" fmla="*/ 5789001 w 5799173"/>
              <a:gd name="connsiteY19280" fmla="*/ 2612331 h 5017219"/>
              <a:gd name="connsiteX19281" fmla="*/ 5789001 w 5799173"/>
              <a:gd name="connsiteY19281" fmla="*/ 2613827 h 5017219"/>
              <a:gd name="connsiteX19282" fmla="*/ 5778367 w 5799173"/>
              <a:gd name="connsiteY19282" fmla="*/ 2632270 h 5017219"/>
              <a:gd name="connsiteX19283" fmla="*/ 5777038 w 5799173"/>
              <a:gd name="connsiteY19283" fmla="*/ 2633018 h 5017219"/>
              <a:gd name="connsiteX19284" fmla="*/ 3769540 w 5799173"/>
              <a:gd name="connsiteY19284" fmla="*/ 2100998 h 5017219"/>
              <a:gd name="connsiteX19285" fmla="*/ 3768211 w 5799173"/>
              <a:gd name="connsiteY19285" fmla="*/ 2100250 h 5017219"/>
              <a:gd name="connsiteX19286" fmla="*/ 3757494 w 5799173"/>
              <a:gd name="connsiteY19286" fmla="*/ 2081640 h 5017219"/>
              <a:gd name="connsiteX19287" fmla="*/ 3757494 w 5799173"/>
              <a:gd name="connsiteY19287" fmla="*/ 2080145 h 5017219"/>
              <a:gd name="connsiteX19288" fmla="*/ 3768211 w 5799173"/>
              <a:gd name="connsiteY19288" fmla="*/ 2061535 h 5017219"/>
              <a:gd name="connsiteX19289" fmla="*/ 3769540 w 5799173"/>
              <a:gd name="connsiteY19289" fmla="*/ 2060787 h 5017219"/>
              <a:gd name="connsiteX19290" fmla="*/ 3790975 w 5799173"/>
              <a:gd name="connsiteY19290" fmla="*/ 2060787 h 5017219"/>
              <a:gd name="connsiteX19291" fmla="*/ 3792304 w 5799173"/>
              <a:gd name="connsiteY19291" fmla="*/ 2061535 h 5017219"/>
              <a:gd name="connsiteX19292" fmla="*/ 3803021 w 5799173"/>
              <a:gd name="connsiteY19292" fmla="*/ 2080145 h 5017219"/>
              <a:gd name="connsiteX19293" fmla="*/ 3803021 w 5799173"/>
              <a:gd name="connsiteY19293" fmla="*/ 2081640 h 5017219"/>
              <a:gd name="connsiteX19294" fmla="*/ 3792304 w 5799173"/>
              <a:gd name="connsiteY19294" fmla="*/ 2100250 h 5017219"/>
              <a:gd name="connsiteX19295" fmla="*/ 3790975 w 5799173"/>
              <a:gd name="connsiteY19295" fmla="*/ 2100998 h 5017219"/>
              <a:gd name="connsiteX19296" fmla="*/ 3107410 w 5799173"/>
              <a:gd name="connsiteY19296" fmla="*/ 1923684 h 5017219"/>
              <a:gd name="connsiteX19297" fmla="*/ 3106080 w 5799173"/>
              <a:gd name="connsiteY19297" fmla="*/ 1922937 h 5017219"/>
              <a:gd name="connsiteX19298" fmla="*/ 3095280 w 5799173"/>
              <a:gd name="connsiteY19298" fmla="*/ 1904244 h 5017219"/>
              <a:gd name="connsiteX19299" fmla="*/ 3095280 w 5799173"/>
              <a:gd name="connsiteY19299" fmla="*/ 1902748 h 5017219"/>
              <a:gd name="connsiteX19300" fmla="*/ 3106080 w 5799173"/>
              <a:gd name="connsiteY19300" fmla="*/ 1884056 h 5017219"/>
              <a:gd name="connsiteX19301" fmla="*/ 3107410 w 5799173"/>
              <a:gd name="connsiteY19301" fmla="*/ 1883308 h 5017219"/>
              <a:gd name="connsiteX19302" fmla="*/ 3129010 w 5799173"/>
              <a:gd name="connsiteY19302" fmla="*/ 1883308 h 5017219"/>
              <a:gd name="connsiteX19303" fmla="*/ 3130339 w 5799173"/>
              <a:gd name="connsiteY19303" fmla="*/ 1884056 h 5017219"/>
              <a:gd name="connsiteX19304" fmla="*/ 3141140 w 5799173"/>
              <a:gd name="connsiteY19304" fmla="*/ 1902748 h 5017219"/>
              <a:gd name="connsiteX19305" fmla="*/ 3141140 w 5799173"/>
              <a:gd name="connsiteY19305" fmla="*/ 1904244 h 5017219"/>
              <a:gd name="connsiteX19306" fmla="*/ 3130339 w 5799173"/>
              <a:gd name="connsiteY19306" fmla="*/ 1922937 h 5017219"/>
              <a:gd name="connsiteX19307" fmla="*/ 3129010 w 5799173"/>
              <a:gd name="connsiteY19307" fmla="*/ 1923684 h 5017219"/>
              <a:gd name="connsiteX19308" fmla="*/ 3167594 w 5799173"/>
              <a:gd name="connsiteY19308" fmla="*/ 1939906 h 5017219"/>
              <a:gd name="connsiteX19309" fmla="*/ 3166265 w 5799173"/>
              <a:gd name="connsiteY19309" fmla="*/ 1939158 h 5017219"/>
              <a:gd name="connsiteX19310" fmla="*/ 3155465 w 5799173"/>
              <a:gd name="connsiteY19310" fmla="*/ 1920382 h 5017219"/>
              <a:gd name="connsiteX19311" fmla="*/ 3155465 w 5799173"/>
              <a:gd name="connsiteY19311" fmla="*/ 1918887 h 5017219"/>
              <a:gd name="connsiteX19312" fmla="*/ 3166265 w 5799173"/>
              <a:gd name="connsiteY19312" fmla="*/ 1900111 h 5017219"/>
              <a:gd name="connsiteX19313" fmla="*/ 3167594 w 5799173"/>
              <a:gd name="connsiteY19313" fmla="*/ 1899363 h 5017219"/>
              <a:gd name="connsiteX19314" fmla="*/ 3189278 w 5799173"/>
              <a:gd name="connsiteY19314" fmla="*/ 1899363 h 5017219"/>
              <a:gd name="connsiteX19315" fmla="*/ 3190607 w 5799173"/>
              <a:gd name="connsiteY19315" fmla="*/ 1900111 h 5017219"/>
              <a:gd name="connsiteX19316" fmla="*/ 3201408 w 5799173"/>
              <a:gd name="connsiteY19316" fmla="*/ 1918887 h 5017219"/>
              <a:gd name="connsiteX19317" fmla="*/ 3201408 w 5799173"/>
              <a:gd name="connsiteY19317" fmla="*/ 1920382 h 5017219"/>
              <a:gd name="connsiteX19318" fmla="*/ 3190607 w 5799173"/>
              <a:gd name="connsiteY19318" fmla="*/ 1939158 h 5017219"/>
              <a:gd name="connsiteX19319" fmla="*/ 3189278 w 5799173"/>
              <a:gd name="connsiteY19319" fmla="*/ 1939906 h 5017219"/>
              <a:gd name="connsiteX19320" fmla="*/ 3227780 w 5799173"/>
              <a:gd name="connsiteY19320" fmla="*/ 1956033 h 5017219"/>
              <a:gd name="connsiteX19321" fmla="*/ 3226451 w 5799173"/>
              <a:gd name="connsiteY19321" fmla="*/ 1955285 h 5017219"/>
              <a:gd name="connsiteX19322" fmla="*/ 3215651 w 5799173"/>
              <a:gd name="connsiteY19322" fmla="*/ 1936509 h 5017219"/>
              <a:gd name="connsiteX19323" fmla="*/ 3215651 w 5799173"/>
              <a:gd name="connsiteY19323" fmla="*/ 1935014 h 5017219"/>
              <a:gd name="connsiteX19324" fmla="*/ 3226451 w 5799173"/>
              <a:gd name="connsiteY19324" fmla="*/ 1916238 h 5017219"/>
              <a:gd name="connsiteX19325" fmla="*/ 3227780 w 5799173"/>
              <a:gd name="connsiteY19325" fmla="*/ 1915490 h 5017219"/>
              <a:gd name="connsiteX19326" fmla="*/ 3249464 w 5799173"/>
              <a:gd name="connsiteY19326" fmla="*/ 1915490 h 5017219"/>
              <a:gd name="connsiteX19327" fmla="*/ 3250793 w 5799173"/>
              <a:gd name="connsiteY19327" fmla="*/ 1916238 h 5017219"/>
              <a:gd name="connsiteX19328" fmla="*/ 3261594 w 5799173"/>
              <a:gd name="connsiteY19328" fmla="*/ 1935014 h 5017219"/>
              <a:gd name="connsiteX19329" fmla="*/ 3261594 w 5799173"/>
              <a:gd name="connsiteY19329" fmla="*/ 1936509 h 5017219"/>
              <a:gd name="connsiteX19330" fmla="*/ 3250793 w 5799173"/>
              <a:gd name="connsiteY19330" fmla="*/ 1955285 h 5017219"/>
              <a:gd name="connsiteX19331" fmla="*/ 3249464 w 5799173"/>
              <a:gd name="connsiteY19331" fmla="*/ 1956033 h 5017219"/>
              <a:gd name="connsiteX19332" fmla="*/ 3348153 w 5799173"/>
              <a:gd name="connsiteY19332" fmla="*/ 1988286 h 5017219"/>
              <a:gd name="connsiteX19333" fmla="*/ 3346824 w 5799173"/>
              <a:gd name="connsiteY19333" fmla="*/ 1987539 h 5017219"/>
              <a:gd name="connsiteX19334" fmla="*/ 3336024 w 5799173"/>
              <a:gd name="connsiteY19334" fmla="*/ 1968763 h 5017219"/>
              <a:gd name="connsiteX19335" fmla="*/ 3336024 w 5799173"/>
              <a:gd name="connsiteY19335" fmla="*/ 1967268 h 5017219"/>
              <a:gd name="connsiteX19336" fmla="*/ 3346824 w 5799173"/>
              <a:gd name="connsiteY19336" fmla="*/ 1948492 h 5017219"/>
              <a:gd name="connsiteX19337" fmla="*/ 3348153 w 5799173"/>
              <a:gd name="connsiteY19337" fmla="*/ 1947743 h 5017219"/>
              <a:gd name="connsiteX19338" fmla="*/ 3369837 w 5799173"/>
              <a:gd name="connsiteY19338" fmla="*/ 1947743 h 5017219"/>
              <a:gd name="connsiteX19339" fmla="*/ 3371166 w 5799173"/>
              <a:gd name="connsiteY19339" fmla="*/ 1948492 h 5017219"/>
              <a:gd name="connsiteX19340" fmla="*/ 3381967 w 5799173"/>
              <a:gd name="connsiteY19340" fmla="*/ 1967267 h 5017219"/>
              <a:gd name="connsiteX19341" fmla="*/ 3381967 w 5799173"/>
              <a:gd name="connsiteY19341" fmla="*/ 1968763 h 5017219"/>
              <a:gd name="connsiteX19342" fmla="*/ 3371166 w 5799173"/>
              <a:gd name="connsiteY19342" fmla="*/ 1987539 h 5017219"/>
              <a:gd name="connsiteX19343" fmla="*/ 3369837 w 5799173"/>
              <a:gd name="connsiteY19343" fmla="*/ 1988287 h 5017219"/>
              <a:gd name="connsiteX19344" fmla="*/ 3408338 w 5799173"/>
              <a:gd name="connsiteY19344" fmla="*/ 2004413 h 5017219"/>
              <a:gd name="connsiteX19345" fmla="*/ 3407010 w 5799173"/>
              <a:gd name="connsiteY19345" fmla="*/ 2003665 h 5017219"/>
              <a:gd name="connsiteX19346" fmla="*/ 3396210 w 5799173"/>
              <a:gd name="connsiteY19346" fmla="*/ 1984889 h 5017219"/>
              <a:gd name="connsiteX19347" fmla="*/ 3396210 w 5799173"/>
              <a:gd name="connsiteY19347" fmla="*/ 1983394 h 5017219"/>
              <a:gd name="connsiteX19348" fmla="*/ 3407010 w 5799173"/>
              <a:gd name="connsiteY19348" fmla="*/ 1964618 h 5017219"/>
              <a:gd name="connsiteX19349" fmla="*/ 3408339 w 5799173"/>
              <a:gd name="connsiteY19349" fmla="*/ 1963870 h 5017219"/>
              <a:gd name="connsiteX19350" fmla="*/ 3430023 w 5799173"/>
              <a:gd name="connsiteY19350" fmla="*/ 1963870 h 5017219"/>
              <a:gd name="connsiteX19351" fmla="*/ 3431352 w 5799173"/>
              <a:gd name="connsiteY19351" fmla="*/ 1964618 h 5017219"/>
              <a:gd name="connsiteX19352" fmla="*/ 3442153 w 5799173"/>
              <a:gd name="connsiteY19352" fmla="*/ 1983394 h 5017219"/>
              <a:gd name="connsiteX19353" fmla="*/ 3442153 w 5799173"/>
              <a:gd name="connsiteY19353" fmla="*/ 1984889 h 5017219"/>
              <a:gd name="connsiteX19354" fmla="*/ 3431352 w 5799173"/>
              <a:gd name="connsiteY19354" fmla="*/ 2003665 h 5017219"/>
              <a:gd name="connsiteX19355" fmla="*/ 3430023 w 5799173"/>
              <a:gd name="connsiteY19355" fmla="*/ 2004413 h 5017219"/>
              <a:gd name="connsiteX19356" fmla="*/ 3468525 w 5799173"/>
              <a:gd name="connsiteY19356" fmla="*/ 2020540 h 5017219"/>
              <a:gd name="connsiteX19357" fmla="*/ 3467197 w 5799173"/>
              <a:gd name="connsiteY19357" fmla="*/ 2019792 h 5017219"/>
              <a:gd name="connsiteX19358" fmla="*/ 3456397 w 5799173"/>
              <a:gd name="connsiteY19358" fmla="*/ 2001016 h 5017219"/>
              <a:gd name="connsiteX19359" fmla="*/ 3456397 w 5799173"/>
              <a:gd name="connsiteY19359" fmla="*/ 1999521 h 5017219"/>
              <a:gd name="connsiteX19360" fmla="*/ 3467197 w 5799173"/>
              <a:gd name="connsiteY19360" fmla="*/ 1980745 h 5017219"/>
              <a:gd name="connsiteX19361" fmla="*/ 3468526 w 5799173"/>
              <a:gd name="connsiteY19361" fmla="*/ 1979997 h 5017219"/>
              <a:gd name="connsiteX19362" fmla="*/ 3490209 w 5799173"/>
              <a:gd name="connsiteY19362" fmla="*/ 1979997 h 5017219"/>
              <a:gd name="connsiteX19363" fmla="*/ 3491539 w 5799173"/>
              <a:gd name="connsiteY19363" fmla="*/ 1980745 h 5017219"/>
              <a:gd name="connsiteX19364" fmla="*/ 3502340 w 5799173"/>
              <a:gd name="connsiteY19364" fmla="*/ 1999521 h 5017219"/>
              <a:gd name="connsiteX19365" fmla="*/ 3502340 w 5799173"/>
              <a:gd name="connsiteY19365" fmla="*/ 2001016 h 5017219"/>
              <a:gd name="connsiteX19366" fmla="*/ 3491538 w 5799173"/>
              <a:gd name="connsiteY19366" fmla="*/ 2019792 h 5017219"/>
              <a:gd name="connsiteX19367" fmla="*/ 3490210 w 5799173"/>
              <a:gd name="connsiteY19367" fmla="*/ 2020540 h 5017219"/>
              <a:gd name="connsiteX19368" fmla="*/ 3528711 w 5799173"/>
              <a:gd name="connsiteY19368" fmla="*/ 2036667 h 5017219"/>
              <a:gd name="connsiteX19369" fmla="*/ 3527382 w 5799173"/>
              <a:gd name="connsiteY19369" fmla="*/ 2035919 h 5017219"/>
              <a:gd name="connsiteX19370" fmla="*/ 3516583 w 5799173"/>
              <a:gd name="connsiteY19370" fmla="*/ 2017143 h 5017219"/>
              <a:gd name="connsiteX19371" fmla="*/ 3516582 w 5799173"/>
              <a:gd name="connsiteY19371" fmla="*/ 2015648 h 5017219"/>
              <a:gd name="connsiteX19372" fmla="*/ 3527383 w 5799173"/>
              <a:gd name="connsiteY19372" fmla="*/ 1996872 h 5017219"/>
              <a:gd name="connsiteX19373" fmla="*/ 3528711 w 5799173"/>
              <a:gd name="connsiteY19373" fmla="*/ 1996124 h 5017219"/>
              <a:gd name="connsiteX19374" fmla="*/ 3550395 w 5799173"/>
              <a:gd name="connsiteY19374" fmla="*/ 1996124 h 5017219"/>
              <a:gd name="connsiteX19375" fmla="*/ 3551724 w 5799173"/>
              <a:gd name="connsiteY19375" fmla="*/ 1996872 h 5017219"/>
              <a:gd name="connsiteX19376" fmla="*/ 3562525 w 5799173"/>
              <a:gd name="connsiteY19376" fmla="*/ 2015648 h 5017219"/>
              <a:gd name="connsiteX19377" fmla="*/ 3562525 w 5799173"/>
              <a:gd name="connsiteY19377" fmla="*/ 2017143 h 5017219"/>
              <a:gd name="connsiteX19378" fmla="*/ 3551724 w 5799173"/>
              <a:gd name="connsiteY19378" fmla="*/ 2035919 h 5017219"/>
              <a:gd name="connsiteX19379" fmla="*/ 3550395 w 5799173"/>
              <a:gd name="connsiteY19379" fmla="*/ 2036667 h 5017219"/>
              <a:gd name="connsiteX19380" fmla="*/ 3829642 w 5799173"/>
              <a:gd name="connsiteY19380" fmla="*/ 2117301 h 5017219"/>
              <a:gd name="connsiteX19381" fmla="*/ 3828314 w 5799173"/>
              <a:gd name="connsiteY19381" fmla="*/ 2116553 h 5017219"/>
              <a:gd name="connsiteX19382" fmla="*/ 3817514 w 5799173"/>
              <a:gd name="connsiteY19382" fmla="*/ 2097777 h 5017219"/>
              <a:gd name="connsiteX19383" fmla="*/ 3817514 w 5799173"/>
              <a:gd name="connsiteY19383" fmla="*/ 2096282 h 5017219"/>
              <a:gd name="connsiteX19384" fmla="*/ 3828314 w 5799173"/>
              <a:gd name="connsiteY19384" fmla="*/ 2077506 h 5017219"/>
              <a:gd name="connsiteX19385" fmla="*/ 3829643 w 5799173"/>
              <a:gd name="connsiteY19385" fmla="*/ 2076758 h 5017219"/>
              <a:gd name="connsiteX19386" fmla="*/ 3851327 w 5799173"/>
              <a:gd name="connsiteY19386" fmla="*/ 2076758 h 5017219"/>
              <a:gd name="connsiteX19387" fmla="*/ 3852656 w 5799173"/>
              <a:gd name="connsiteY19387" fmla="*/ 2077507 h 5017219"/>
              <a:gd name="connsiteX19388" fmla="*/ 3863457 w 5799173"/>
              <a:gd name="connsiteY19388" fmla="*/ 2096282 h 5017219"/>
              <a:gd name="connsiteX19389" fmla="*/ 3863457 w 5799173"/>
              <a:gd name="connsiteY19389" fmla="*/ 2097777 h 5017219"/>
              <a:gd name="connsiteX19390" fmla="*/ 3852656 w 5799173"/>
              <a:gd name="connsiteY19390" fmla="*/ 2116553 h 5017219"/>
              <a:gd name="connsiteX19391" fmla="*/ 3851327 w 5799173"/>
              <a:gd name="connsiteY19391" fmla="*/ 2117302 h 5017219"/>
              <a:gd name="connsiteX19392" fmla="*/ 3588827 w 5799173"/>
              <a:gd name="connsiteY19392" fmla="*/ 2052868 h 5017219"/>
              <a:gd name="connsiteX19393" fmla="*/ 3587497 w 5799173"/>
              <a:gd name="connsiteY19393" fmla="*/ 2052120 h 5017219"/>
              <a:gd name="connsiteX19394" fmla="*/ 3576614 w 5799173"/>
              <a:gd name="connsiteY19394" fmla="*/ 2033262 h 5017219"/>
              <a:gd name="connsiteX19395" fmla="*/ 3576614 w 5799173"/>
              <a:gd name="connsiteY19395" fmla="*/ 2031684 h 5017219"/>
              <a:gd name="connsiteX19396" fmla="*/ 3587497 w 5799173"/>
              <a:gd name="connsiteY19396" fmla="*/ 2012824 h 5017219"/>
              <a:gd name="connsiteX19397" fmla="*/ 3588827 w 5799173"/>
              <a:gd name="connsiteY19397" fmla="*/ 2012076 h 5017219"/>
              <a:gd name="connsiteX19398" fmla="*/ 3610593 w 5799173"/>
              <a:gd name="connsiteY19398" fmla="*/ 2012076 h 5017219"/>
              <a:gd name="connsiteX19399" fmla="*/ 3611923 w 5799173"/>
              <a:gd name="connsiteY19399" fmla="*/ 2012825 h 5017219"/>
              <a:gd name="connsiteX19400" fmla="*/ 3622806 w 5799173"/>
              <a:gd name="connsiteY19400" fmla="*/ 2031683 h 5017219"/>
              <a:gd name="connsiteX19401" fmla="*/ 3622806 w 5799173"/>
              <a:gd name="connsiteY19401" fmla="*/ 2033261 h 5017219"/>
              <a:gd name="connsiteX19402" fmla="*/ 3611923 w 5799173"/>
              <a:gd name="connsiteY19402" fmla="*/ 2052121 h 5017219"/>
              <a:gd name="connsiteX19403" fmla="*/ 3610593 w 5799173"/>
              <a:gd name="connsiteY19403" fmla="*/ 2052869 h 5017219"/>
              <a:gd name="connsiteX19404" fmla="*/ 3287791 w 5799173"/>
              <a:gd name="connsiteY19404" fmla="*/ 1972398 h 5017219"/>
              <a:gd name="connsiteX19405" fmla="*/ 3286461 w 5799173"/>
              <a:gd name="connsiteY19405" fmla="*/ 1971649 h 5017219"/>
              <a:gd name="connsiteX19406" fmla="*/ 3275578 w 5799173"/>
              <a:gd name="connsiteY19406" fmla="*/ 1952707 h 5017219"/>
              <a:gd name="connsiteX19407" fmla="*/ 3275578 w 5799173"/>
              <a:gd name="connsiteY19407" fmla="*/ 1951129 h 5017219"/>
              <a:gd name="connsiteX19408" fmla="*/ 3286544 w 5799173"/>
              <a:gd name="connsiteY19408" fmla="*/ 1932187 h 5017219"/>
              <a:gd name="connsiteX19409" fmla="*/ 3287874 w 5799173"/>
              <a:gd name="connsiteY19409" fmla="*/ 1931439 h 5017219"/>
              <a:gd name="connsiteX19410" fmla="*/ 3309724 w 5799173"/>
              <a:gd name="connsiteY19410" fmla="*/ 1931439 h 5017219"/>
              <a:gd name="connsiteX19411" fmla="*/ 3311053 w 5799173"/>
              <a:gd name="connsiteY19411" fmla="*/ 1932187 h 5017219"/>
              <a:gd name="connsiteX19412" fmla="*/ 3321936 w 5799173"/>
              <a:gd name="connsiteY19412" fmla="*/ 1951129 h 5017219"/>
              <a:gd name="connsiteX19413" fmla="*/ 3321936 w 5799173"/>
              <a:gd name="connsiteY19413" fmla="*/ 1952708 h 5017219"/>
              <a:gd name="connsiteX19414" fmla="*/ 3310970 w 5799173"/>
              <a:gd name="connsiteY19414" fmla="*/ 1971649 h 5017219"/>
              <a:gd name="connsiteX19415" fmla="*/ 3309640 w 5799173"/>
              <a:gd name="connsiteY19415" fmla="*/ 1972397 h 5017219"/>
              <a:gd name="connsiteX19416" fmla="*/ 3949840 w 5799173"/>
              <a:gd name="connsiteY19416" fmla="*/ 2149793 h 5017219"/>
              <a:gd name="connsiteX19417" fmla="*/ 3948510 w 5799173"/>
              <a:gd name="connsiteY19417" fmla="*/ 2149045 h 5017219"/>
              <a:gd name="connsiteX19418" fmla="*/ 3937627 w 5799173"/>
              <a:gd name="connsiteY19418" fmla="*/ 2130103 h 5017219"/>
              <a:gd name="connsiteX19419" fmla="*/ 3937627 w 5799173"/>
              <a:gd name="connsiteY19419" fmla="*/ 2128525 h 5017219"/>
              <a:gd name="connsiteX19420" fmla="*/ 3948593 w 5799173"/>
              <a:gd name="connsiteY19420" fmla="*/ 2109583 h 5017219"/>
              <a:gd name="connsiteX19421" fmla="*/ 3949923 w 5799173"/>
              <a:gd name="connsiteY19421" fmla="*/ 2108835 h 5017219"/>
              <a:gd name="connsiteX19422" fmla="*/ 3971773 w 5799173"/>
              <a:gd name="connsiteY19422" fmla="*/ 2108835 h 5017219"/>
              <a:gd name="connsiteX19423" fmla="*/ 3973102 w 5799173"/>
              <a:gd name="connsiteY19423" fmla="*/ 2109583 h 5017219"/>
              <a:gd name="connsiteX19424" fmla="*/ 3983985 w 5799173"/>
              <a:gd name="connsiteY19424" fmla="*/ 2128525 h 5017219"/>
              <a:gd name="connsiteX19425" fmla="*/ 3983985 w 5799173"/>
              <a:gd name="connsiteY19425" fmla="*/ 2130103 h 5017219"/>
              <a:gd name="connsiteX19426" fmla="*/ 3973019 w 5799173"/>
              <a:gd name="connsiteY19426" fmla="*/ 2149045 h 5017219"/>
              <a:gd name="connsiteX19427" fmla="*/ 3971689 w 5799173"/>
              <a:gd name="connsiteY19427" fmla="*/ 2149793 h 5017219"/>
              <a:gd name="connsiteX19428" fmla="*/ 4010025 w 5799173"/>
              <a:gd name="connsiteY19428" fmla="*/ 2165920 h 5017219"/>
              <a:gd name="connsiteX19429" fmla="*/ 4008696 w 5799173"/>
              <a:gd name="connsiteY19429" fmla="*/ 2165172 h 5017219"/>
              <a:gd name="connsiteX19430" fmla="*/ 3997812 w 5799173"/>
              <a:gd name="connsiteY19430" fmla="*/ 2146230 h 5017219"/>
              <a:gd name="connsiteX19431" fmla="*/ 3997812 w 5799173"/>
              <a:gd name="connsiteY19431" fmla="*/ 2144651 h 5017219"/>
              <a:gd name="connsiteX19432" fmla="*/ 4008779 w 5799173"/>
              <a:gd name="connsiteY19432" fmla="*/ 2125710 h 5017219"/>
              <a:gd name="connsiteX19433" fmla="*/ 4010109 w 5799173"/>
              <a:gd name="connsiteY19433" fmla="*/ 2124962 h 5017219"/>
              <a:gd name="connsiteX19434" fmla="*/ 4031959 w 5799173"/>
              <a:gd name="connsiteY19434" fmla="*/ 2124961 h 5017219"/>
              <a:gd name="connsiteX19435" fmla="*/ 4033288 w 5799173"/>
              <a:gd name="connsiteY19435" fmla="*/ 2125710 h 5017219"/>
              <a:gd name="connsiteX19436" fmla="*/ 4044170 w 5799173"/>
              <a:gd name="connsiteY19436" fmla="*/ 2144652 h 5017219"/>
              <a:gd name="connsiteX19437" fmla="*/ 4044171 w 5799173"/>
              <a:gd name="connsiteY19437" fmla="*/ 2146230 h 5017219"/>
              <a:gd name="connsiteX19438" fmla="*/ 4033204 w 5799173"/>
              <a:gd name="connsiteY19438" fmla="*/ 2165172 h 5017219"/>
              <a:gd name="connsiteX19439" fmla="*/ 4031874 w 5799173"/>
              <a:gd name="connsiteY19439" fmla="*/ 2165920 h 5017219"/>
              <a:gd name="connsiteX19440" fmla="*/ 3889653 w 5799173"/>
              <a:gd name="connsiteY19440" fmla="*/ 2133748 h 5017219"/>
              <a:gd name="connsiteX19441" fmla="*/ 3888324 w 5799173"/>
              <a:gd name="connsiteY19441" fmla="*/ 2133001 h 5017219"/>
              <a:gd name="connsiteX19442" fmla="*/ 3877358 w 5799173"/>
              <a:gd name="connsiteY19442" fmla="*/ 2113975 h 5017219"/>
              <a:gd name="connsiteX19443" fmla="*/ 3877358 w 5799173"/>
              <a:gd name="connsiteY19443" fmla="*/ 2112397 h 5017219"/>
              <a:gd name="connsiteX19444" fmla="*/ 3888324 w 5799173"/>
              <a:gd name="connsiteY19444" fmla="*/ 2093372 h 5017219"/>
              <a:gd name="connsiteX19445" fmla="*/ 3889653 w 5799173"/>
              <a:gd name="connsiteY19445" fmla="*/ 2092624 h 5017219"/>
              <a:gd name="connsiteX19446" fmla="*/ 3911586 w 5799173"/>
              <a:gd name="connsiteY19446" fmla="*/ 2092624 h 5017219"/>
              <a:gd name="connsiteX19447" fmla="*/ 3912916 w 5799173"/>
              <a:gd name="connsiteY19447" fmla="*/ 2093372 h 5017219"/>
              <a:gd name="connsiteX19448" fmla="*/ 3923882 w 5799173"/>
              <a:gd name="connsiteY19448" fmla="*/ 2112397 h 5017219"/>
              <a:gd name="connsiteX19449" fmla="*/ 3923882 w 5799173"/>
              <a:gd name="connsiteY19449" fmla="*/ 2113975 h 5017219"/>
              <a:gd name="connsiteX19450" fmla="*/ 3912916 w 5799173"/>
              <a:gd name="connsiteY19450" fmla="*/ 2133001 h 5017219"/>
              <a:gd name="connsiteX19451" fmla="*/ 3911586 w 5799173"/>
              <a:gd name="connsiteY19451" fmla="*/ 2133748 h 5017219"/>
              <a:gd name="connsiteX19452" fmla="*/ 4070046 w 5799173"/>
              <a:gd name="connsiteY19452" fmla="*/ 2182295 h 5017219"/>
              <a:gd name="connsiteX19453" fmla="*/ 4068717 w 5799173"/>
              <a:gd name="connsiteY19453" fmla="*/ 2181548 h 5017219"/>
              <a:gd name="connsiteX19454" fmla="*/ 4057668 w 5799173"/>
              <a:gd name="connsiteY19454" fmla="*/ 2162356 h 5017219"/>
              <a:gd name="connsiteX19455" fmla="*/ 4057668 w 5799173"/>
              <a:gd name="connsiteY19455" fmla="*/ 2160778 h 5017219"/>
              <a:gd name="connsiteX19456" fmla="*/ 4068799 w 5799173"/>
              <a:gd name="connsiteY19456" fmla="*/ 2141587 h 5017219"/>
              <a:gd name="connsiteX19457" fmla="*/ 4070129 w 5799173"/>
              <a:gd name="connsiteY19457" fmla="*/ 2140839 h 5017219"/>
              <a:gd name="connsiteX19458" fmla="*/ 4092312 w 5799173"/>
              <a:gd name="connsiteY19458" fmla="*/ 2140839 h 5017219"/>
              <a:gd name="connsiteX19459" fmla="*/ 4093640 w 5799173"/>
              <a:gd name="connsiteY19459" fmla="*/ 2141587 h 5017219"/>
              <a:gd name="connsiteX19460" fmla="*/ 4104690 w 5799173"/>
              <a:gd name="connsiteY19460" fmla="*/ 2160778 h 5017219"/>
              <a:gd name="connsiteX19461" fmla="*/ 4104691 w 5799173"/>
              <a:gd name="connsiteY19461" fmla="*/ 2162356 h 5017219"/>
              <a:gd name="connsiteX19462" fmla="*/ 4093557 w 5799173"/>
              <a:gd name="connsiteY19462" fmla="*/ 2181548 h 5017219"/>
              <a:gd name="connsiteX19463" fmla="*/ 4092229 w 5799173"/>
              <a:gd name="connsiteY19463" fmla="*/ 2182295 h 5017219"/>
              <a:gd name="connsiteX19464" fmla="*/ 4130148 w 5799173"/>
              <a:gd name="connsiteY19464" fmla="*/ 2198764 h 5017219"/>
              <a:gd name="connsiteX19465" fmla="*/ 4128736 w 5799173"/>
              <a:gd name="connsiteY19465" fmla="*/ 2197933 h 5017219"/>
              <a:gd name="connsiteX19466" fmla="*/ 4117520 w 5799173"/>
              <a:gd name="connsiteY19466" fmla="*/ 2178493 h 5017219"/>
              <a:gd name="connsiteX19467" fmla="*/ 4117520 w 5799173"/>
              <a:gd name="connsiteY19467" fmla="*/ 2176914 h 5017219"/>
              <a:gd name="connsiteX19468" fmla="*/ 4128736 w 5799173"/>
              <a:gd name="connsiteY19468" fmla="*/ 2157474 h 5017219"/>
              <a:gd name="connsiteX19469" fmla="*/ 4130148 w 5799173"/>
              <a:gd name="connsiteY19469" fmla="*/ 2156643 h 5017219"/>
              <a:gd name="connsiteX19470" fmla="*/ 4152663 w 5799173"/>
              <a:gd name="connsiteY19470" fmla="*/ 2156643 h 5017219"/>
              <a:gd name="connsiteX19471" fmla="*/ 4154075 w 5799173"/>
              <a:gd name="connsiteY19471" fmla="*/ 2157474 h 5017219"/>
              <a:gd name="connsiteX19472" fmla="*/ 4165290 w 5799173"/>
              <a:gd name="connsiteY19472" fmla="*/ 2176914 h 5017219"/>
              <a:gd name="connsiteX19473" fmla="*/ 4165290 w 5799173"/>
              <a:gd name="connsiteY19473" fmla="*/ 2178493 h 5017219"/>
              <a:gd name="connsiteX19474" fmla="*/ 4154075 w 5799173"/>
              <a:gd name="connsiteY19474" fmla="*/ 2197933 h 5017219"/>
              <a:gd name="connsiteX19475" fmla="*/ 4152663 w 5799173"/>
              <a:gd name="connsiteY19475" fmla="*/ 2198764 h 5017219"/>
              <a:gd name="connsiteX19476" fmla="*/ 4190168 w 5799173"/>
              <a:gd name="connsiteY19476" fmla="*/ 2215046 h 5017219"/>
              <a:gd name="connsiteX19477" fmla="*/ 4188757 w 5799173"/>
              <a:gd name="connsiteY19477" fmla="*/ 2214216 h 5017219"/>
              <a:gd name="connsiteX19478" fmla="*/ 4177458 w 5799173"/>
              <a:gd name="connsiteY19478" fmla="*/ 2194609 h 5017219"/>
              <a:gd name="connsiteX19479" fmla="*/ 4177457 w 5799173"/>
              <a:gd name="connsiteY19479" fmla="*/ 2193030 h 5017219"/>
              <a:gd name="connsiteX19480" fmla="*/ 4188840 w 5799173"/>
              <a:gd name="connsiteY19480" fmla="*/ 2173424 h 5017219"/>
              <a:gd name="connsiteX19481" fmla="*/ 4190252 w 5799173"/>
              <a:gd name="connsiteY19481" fmla="*/ 2172593 h 5017219"/>
              <a:gd name="connsiteX19482" fmla="*/ 4212933 w 5799173"/>
              <a:gd name="connsiteY19482" fmla="*/ 2172593 h 5017219"/>
              <a:gd name="connsiteX19483" fmla="*/ 4214345 w 5799173"/>
              <a:gd name="connsiteY19483" fmla="*/ 2173424 h 5017219"/>
              <a:gd name="connsiteX19484" fmla="*/ 4225643 w 5799173"/>
              <a:gd name="connsiteY19484" fmla="*/ 2193030 h 5017219"/>
              <a:gd name="connsiteX19485" fmla="*/ 4225644 w 5799173"/>
              <a:gd name="connsiteY19485" fmla="*/ 2194609 h 5017219"/>
              <a:gd name="connsiteX19486" fmla="*/ 4214262 w 5799173"/>
              <a:gd name="connsiteY19486" fmla="*/ 2214216 h 5017219"/>
              <a:gd name="connsiteX19487" fmla="*/ 4212850 w 5799173"/>
              <a:gd name="connsiteY19487" fmla="*/ 2215046 h 5017219"/>
              <a:gd name="connsiteX19488" fmla="*/ 3643416 w 5799173"/>
              <a:gd name="connsiteY19488" fmla="*/ 2105453 h 5017219"/>
              <a:gd name="connsiteX19489" fmla="*/ 3643085 w 5799173"/>
              <a:gd name="connsiteY19489" fmla="*/ 2105287 h 5017219"/>
              <a:gd name="connsiteX19490" fmla="*/ 3640592 w 5799173"/>
              <a:gd name="connsiteY19490" fmla="*/ 2100966 h 5017219"/>
              <a:gd name="connsiteX19491" fmla="*/ 3640592 w 5799173"/>
              <a:gd name="connsiteY19491" fmla="*/ 2100634 h 5017219"/>
              <a:gd name="connsiteX19492" fmla="*/ 3643085 w 5799173"/>
              <a:gd name="connsiteY19492" fmla="*/ 2096314 h 5017219"/>
              <a:gd name="connsiteX19493" fmla="*/ 3643417 w 5799173"/>
              <a:gd name="connsiteY19493" fmla="*/ 2096148 h 5017219"/>
              <a:gd name="connsiteX19494" fmla="*/ 3648401 w 5799173"/>
              <a:gd name="connsiteY19494" fmla="*/ 2096148 h 5017219"/>
              <a:gd name="connsiteX19495" fmla="*/ 3648734 w 5799173"/>
              <a:gd name="connsiteY19495" fmla="*/ 2096314 h 5017219"/>
              <a:gd name="connsiteX19496" fmla="*/ 3651226 w 5799173"/>
              <a:gd name="connsiteY19496" fmla="*/ 2100634 h 5017219"/>
              <a:gd name="connsiteX19497" fmla="*/ 3651226 w 5799173"/>
              <a:gd name="connsiteY19497" fmla="*/ 2100966 h 5017219"/>
              <a:gd name="connsiteX19498" fmla="*/ 3648734 w 5799173"/>
              <a:gd name="connsiteY19498" fmla="*/ 2105287 h 5017219"/>
              <a:gd name="connsiteX19499" fmla="*/ 3648401 w 5799173"/>
              <a:gd name="connsiteY19499" fmla="*/ 2105453 h 5017219"/>
              <a:gd name="connsiteX19500" fmla="*/ 808339 w 5799173"/>
              <a:gd name="connsiteY19500" fmla="*/ 1359286 h 5017219"/>
              <a:gd name="connsiteX19501" fmla="*/ 807258 w 5799173"/>
              <a:gd name="connsiteY19501" fmla="*/ 1358704 h 5017219"/>
              <a:gd name="connsiteX19502" fmla="*/ 798453 w 5799173"/>
              <a:gd name="connsiteY19502" fmla="*/ 1343500 h 5017219"/>
              <a:gd name="connsiteX19503" fmla="*/ 798453 w 5799173"/>
              <a:gd name="connsiteY19503" fmla="*/ 1342255 h 5017219"/>
              <a:gd name="connsiteX19504" fmla="*/ 807259 w 5799173"/>
              <a:gd name="connsiteY19504" fmla="*/ 1327051 h 5017219"/>
              <a:gd name="connsiteX19505" fmla="*/ 808338 w 5799173"/>
              <a:gd name="connsiteY19505" fmla="*/ 1326469 h 5017219"/>
              <a:gd name="connsiteX19506" fmla="*/ 825951 w 5799173"/>
              <a:gd name="connsiteY19506" fmla="*/ 1326469 h 5017219"/>
              <a:gd name="connsiteX19507" fmla="*/ 827032 w 5799173"/>
              <a:gd name="connsiteY19507" fmla="*/ 1327051 h 5017219"/>
              <a:gd name="connsiteX19508" fmla="*/ 835839 w 5799173"/>
              <a:gd name="connsiteY19508" fmla="*/ 1342255 h 5017219"/>
              <a:gd name="connsiteX19509" fmla="*/ 835838 w 5799173"/>
              <a:gd name="connsiteY19509" fmla="*/ 1343500 h 5017219"/>
              <a:gd name="connsiteX19510" fmla="*/ 827031 w 5799173"/>
              <a:gd name="connsiteY19510" fmla="*/ 1358704 h 5017219"/>
              <a:gd name="connsiteX19511" fmla="*/ 825952 w 5799173"/>
              <a:gd name="connsiteY19511" fmla="*/ 1359285 h 5017219"/>
              <a:gd name="connsiteX19512" fmla="*/ 868463 w 5799173"/>
              <a:gd name="connsiteY19512" fmla="*/ 1375582 h 5017219"/>
              <a:gd name="connsiteX19513" fmla="*/ 867383 w 5799173"/>
              <a:gd name="connsiteY19513" fmla="*/ 1374917 h 5017219"/>
              <a:gd name="connsiteX19514" fmla="*/ 858577 w 5799173"/>
              <a:gd name="connsiteY19514" fmla="*/ 1359547 h 5017219"/>
              <a:gd name="connsiteX19515" fmla="*/ 858577 w 5799173"/>
              <a:gd name="connsiteY19515" fmla="*/ 1358301 h 5017219"/>
              <a:gd name="connsiteX19516" fmla="*/ 867466 w 5799173"/>
              <a:gd name="connsiteY19516" fmla="*/ 1342932 h 5017219"/>
              <a:gd name="connsiteX19517" fmla="*/ 868546 w 5799173"/>
              <a:gd name="connsiteY19517" fmla="*/ 1342267 h 5017219"/>
              <a:gd name="connsiteX19518" fmla="*/ 886242 w 5799173"/>
              <a:gd name="connsiteY19518" fmla="*/ 1342267 h 5017219"/>
              <a:gd name="connsiteX19519" fmla="*/ 887322 w 5799173"/>
              <a:gd name="connsiteY19519" fmla="*/ 1342932 h 5017219"/>
              <a:gd name="connsiteX19520" fmla="*/ 896129 w 5799173"/>
              <a:gd name="connsiteY19520" fmla="*/ 1358301 h 5017219"/>
              <a:gd name="connsiteX19521" fmla="*/ 896129 w 5799173"/>
              <a:gd name="connsiteY19521" fmla="*/ 1359547 h 5017219"/>
              <a:gd name="connsiteX19522" fmla="*/ 887239 w 5799173"/>
              <a:gd name="connsiteY19522" fmla="*/ 1374917 h 5017219"/>
              <a:gd name="connsiteX19523" fmla="*/ 886159 w 5799173"/>
              <a:gd name="connsiteY19523" fmla="*/ 1375582 h 5017219"/>
              <a:gd name="connsiteX19524" fmla="*/ 928483 w 5799173"/>
              <a:gd name="connsiteY19524" fmla="*/ 1392041 h 5017219"/>
              <a:gd name="connsiteX19525" fmla="*/ 927404 w 5799173"/>
              <a:gd name="connsiteY19525" fmla="*/ 1391377 h 5017219"/>
              <a:gd name="connsiteX19526" fmla="*/ 918347 w 5799173"/>
              <a:gd name="connsiteY19526" fmla="*/ 1375675 h 5017219"/>
              <a:gd name="connsiteX19527" fmla="*/ 918348 w 5799173"/>
              <a:gd name="connsiteY19527" fmla="*/ 1374429 h 5017219"/>
              <a:gd name="connsiteX19528" fmla="*/ 927404 w 5799173"/>
              <a:gd name="connsiteY19528" fmla="*/ 1358727 h 5017219"/>
              <a:gd name="connsiteX19529" fmla="*/ 928482 w 5799173"/>
              <a:gd name="connsiteY19529" fmla="*/ 1358062 h 5017219"/>
              <a:gd name="connsiteX19530" fmla="*/ 946595 w 5799173"/>
              <a:gd name="connsiteY19530" fmla="*/ 1358062 h 5017219"/>
              <a:gd name="connsiteX19531" fmla="*/ 947675 w 5799173"/>
              <a:gd name="connsiteY19531" fmla="*/ 1358727 h 5017219"/>
              <a:gd name="connsiteX19532" fmla="*/ 956730 w 5799173"/>
              <a:gd name="connsiteY19532" fmla="*/ 1374429 h 5017219"/>
              <a:gd name="connsiteX19533" fmla="*/ 956729 w 5799173"/>
              <a:gd name="connsiteY19533" fmla="*/ 1375675 h 5017219"/>
              <a:gd name="connsiteX19534" fmla="*/ 947675 w 5799173"/>
              <a:gd name="connsiteY19534" fmla="*/ 1391377 h 5017219"/>
              <a:gd name="connsiteX19535" fmla="*/ 946595 w 5799173"/>
              <a:gd name="connsiteY19535" fmla="*/ 1392041 h 5017219"/>
              <a:gd name="connsiteX19536" fmla="*/ 1108959 w 5799173"/>
              <a:gd name="connsiteY19536" fmla="*/ 1440504 h 5017219"/>
              <a:gd name="connsiteX19537" fmla="*/ 1107879 w 5799173"/>
              <a:gd name="connsiteY19537" fmla="*/ 1439840 h 5017219"/>
              <a:gd name="connsiteX19538" fmla="*/ 1098823 w 5799173"/>
              <a:gd name="connsiteY19538" fmla="*/ 1424055 h 5017219"/>
              <a:gd name="connsiteX19539" fmla="*/ 1098823 w 5799173"/>
              <a:gd name="connsiteY19539" fmla="*/ 1422809 h 5017219"/>
              <a:gd name="connsiteX19540" fmla="*/ 1107963 w 5799173"/>
              <a:gd name="connsiteY19540" fmla="*/ 1407025 h 5017219"/>
              <a:gd name="connsiteX19541" fmla="*/ 1109041 w 5799173"/>
              <a:gd name="connsiteY19541" fmla="*/ 1406359 h 5017219"/>
              <a:gd name="connsiteX19542" fmla="*/ 1127236 w 5799173"/>
              <a:gd name="connsiteY19542" fmla="*/ 1406360 h 5017219"/>
              <a:gd name="connsiteX19543" fmla="*/ 1128316 w 5799173"/>
              <a:gd name="connsiteY19543" fmla="*/ 1407024 h 5017219"/>
              <a:gd name="connsiteX19544" fmla="*/ 1137372 w 5799173"/>
              <a:gd name="connsiteY19544" fmla="*/ 1422809 h 5017219"/>
              <a:gd name="connsiteX19545" fmla="*/ 1137372 w 5799173"/>
              <a:gd name="connsiteY19545" fmla="*/ 1424055 h 5017219"/>
              <a:gd name="connsiteX19546" fmla="*/ 1128232 w 5799173"/>
              <a:gd name="connsiteY19546" fmla="*/ 1439840 h 5017219"/>
              <a:gd name="connsiteX19547" fmla="*/ 1127153 w 5799173"/>
              <a:gd name="connsiteY19547" fmla="*/ 1440504 h 5017219"/>
              <a:gd name="connsiteX19548" fmla="*/ 1048785 w 5799173"/>
              <a:gd name="connsiteY19548" fmla="*/ 1424463 h 5017219"/>
              <a:gd name="connsiteX19549" fmla="*/ 1047704 w 5799173"/>
              <a:gd name="connsiteY19549" fmla="*/ 1423798 h 5017219"/>
              <a:gd name="connsiteX19550" fmla="*/ 1038566 w 5799173"/>
              <a:gd name="connsiteY19550" fmla="*/ 1407930 h 5017219"/>
              <a:gd name="connsiteX19551" fmla="*/ 1038566 w 5799173"/>
              <a:gd name="connsiteY19551" fmla="*/ 1406601 h 5017219"/>
              <a:gd name="connsiteX19552" fmla="*/ 1047704 w 5799173"/>
              <a:gd name="connsiteY19552" fmla="*/ 1390733 h 5017219"/>
              <a:gd name="connsiteX19553" fmla="*/ 1048784 w 5799173"/>
              <a:gd name="connsiteY19553" fmla="*/ 1390068 h 5017219"/>
              <a:gd name="connsiteX19554" fmla="*/ 1067061 w 5799173"/>
              <a:gd name="connsiteY19554" fmla="*/ 1390068 h 5017219"/>
              <a:gd name="connsiteX19555" fmla="*/ 1068141 w 5799173"/>
              <a:gd name="connsiteY19555" fmla="*/ 1390733 h 5017219"/>
              <a:gd name="connsiteX19556" fmla="*/ 1077280 w 5799173"/>
              <a:gd name="connsiteY19556" fmla="*/ 1406601 h 5017219"/>
              <a:gd name="connsiteX19557" fmla="*/ 1077280 w 5799173"/>
              <a:gd name="connsiteY19557" fmla="*/ 1407930 h 5017219"/>
              <a:gd name="connsiteX19558" fmla="*/ 1068141 w 5799173"/>
              <a:gd name="connsiteY19558" fmla="*/ 1423798 h 5017219"/>
              <a:gd name="connsiteX19559" fmla="*/ 1067061 w 5799173"/>
              <a:gd name="connsiteY19559" fmla="*/ 1424463 h 5017219"/>
              <a:gd name="connsiteX19560" fmla="*/ 4840413 w 5799173"/>
              <a:gd name="connsiteY19560" fmla="*/ 2440618 h 5017219"/>
              <a:gd name="connsiteX19561" fmla="*/ 4839250 w 5799173"/>
              <a:gd name="connsiteY19561" fmla="*/ 2439953 h 5017219"/>
              <a:gd name="connsiteX19562" fmla="*/ 4830028 w 5799173"/>
              <a:gd name="connsiteY19562" fmla="*/ 2424002 h 5017219"/>
              <a:gd name="connsiteX19563" fmla="*/ 4830028 w 5799173"/>
              <a:gd name="connsiteY19563" fmla="*/ 2422673 h 5017219"/>
              <a:gd name="connsiteX19564" fmla="*/ 4839250 w 5799173"/>
              <a:gd name="connsiteY19564" fmla="*/ 2406722 h 5017219"/>
              <a:gd name="connsiteX19565" fmla="*/ 4840413 w 5799173"/>
              <a:gd name="connsiteY19565" fmla="*/ 2406057 h 5017219"/>
              <a:gd name="connsiteX19566" fmla="*/ 4858856 w 5799173"/>
              <a:gd name="connsiteY19566" fmla="*/ 2406057 h 5017219"/>
              <a:gd name="connsiteX19567" fmla="*/ 4860019 w 5799173"/>
              <a:gd name="connsiteY19567" fmla="*/ 2406722 h 5017219"/>
              <a:gd name="connsiteX19568" fmla="*/ 4869241 w 5799173"/>
              <a:gd name="connsiteY19568" fmla="*/ 2422673 h 5017219"/>
              <a:gd name="connsiteX19569" fmla="*/ 4869241 w 5799173"/>
              <a:gd name="connsiteY19569" fmla="*/ 2424002 h 5017219"/>
              <a:gd name="connsiteX19570" fmla="*/ 4860019 w 5799173"/>
              <a:gd name="connsiteY19570" fmla="*/ 2439953 h 5017219"/>
              <a:gd name="connsiteX19571" fmla="*/ 4858856 w 5799173"/>
              <a:gd name="connsiteY19571" fmla="*/ 2440618 h 5017219"/>
              <a:gd name="connsiteX19572" fmla="*/ 988327 w 5799173"/>
              <a:gd name="connsiteY19572" fmla="*/ 1408830 h 5017219"/>
              <a:gd name="connsiteX19573" fmla="*/ 987164 w 5799173"/>
              <a:gd name="connsiteY19573" fmla="*/ 1408166 h 5017219"/>
              <a:gd name="connsiteX19574" fmla="*/ 977776 w 5799173"/>
              <a:gd name="connsiteY19574" fmla="*/ 1391882 h 5017219"/>
              <a:gd name="connsiteX19575" fmla="*/ 977776 w 5799173"/>
              <a:gd name="connsiteY19575" fmla="*/ 1390553 h 5017219"/>
              <a:gd name="connsiteX19576" fmla="*/ 987164 w 5799173"/>
              <a:gd name="connsiteY19576" fmla="*/ 1374270 h 5017219"/>
              <a:gd name="connsiteX19577" fmla="*/ 988327 w 5799173"/>
              <a:gd name="connsiteY19577" fmla="*/ 1373605 h 5017219"/>
              <a:gd name="connsiteX19578" fmla="*/ 1007103 w 5799173"/>
              <a:gd name="connsiteY19578" fmla="*/ 1373606 h 5017219"/>
              <a:gd name="connsiteX19579" fmla="*/ 1008266 w 5799173"/>
              <a:gd name="connsiteY19579" fmla="*/ 1374270 h 5017219"/>
              <a:gd name="connsiteX19580" fmla="*/ 1017654 w 5799173"/>
              <a:gd name="connsiteY19580" fmla="*/ 1390554 h 5017219"/>
              <a:gd name="connsiteX19581" fmla="*/ 1017654 w 5799173"/>
              <a:gd name="connsiteY19581" fmla="*/ 1391883 h 5017219"/>
              <a:gd name="connsiteX19582" fmla="*/ 1008266 w 5799173"/>
              <a:gd name="connsiteY19582" fmla="*/ 1408166 h 5017219"/>
              <a:gd name="connsiteX19583" fmla="*/ 1007103 w 5799173"/>
              <a:gd name="connsiteY19583" fmla="*/ 1408831 h 5017219"/>
              <a:gd name="connsiteX19584" fmla="*/ 1168886 w 5799173"/>
              <a:gd name="connsiteY19584" fmla="*/ 1457211 h 5017219"/>
              <a:gd name="connsiteX19585" fmla="*/ 1167722 w 5799173"/>
              <a:gd name="connsiteY19585" fmla="*/ 1456547 h 5017219"/>
              <a:gd name="connsiteX19586" fmla="*/ 1158335 w 5799173"/>
              <a:gd name="connsiteY19586" fmla="*/ 1440263 h 5017219"/>
              <a:gd name="connsiteX19587" fmla="*/ 1158335 w 5799173"/>
              <a:gd name="connsiteY19587" fmla="*/ 1438934 h 5017219"/>
              <a:gd name="connsiteX19588" fmla="*/ 1167722 w 5799173"/>
              <a:gd name="connsiteY19588" fmla="*/ 1422651 h 5017219"/>
              <a:gd name="connsiteX19589" fmla="*/ 1168886 w 5799173"/>
              <a:gd name="connsiteY19589" fmla="*/ 1421986 h 5017219"/>
              <a:gd name="connsiteX19590" fmla="*/ 1187661 w 5799173"/>
              <a:gd name="connsiteY19590" fmla="*/ 1421986 h 5017219"/>
              <a:gd name="connsiteX19591" fmla="*/ 1188824 w 5799173"/>
              <a:gd name="connsiteY19591" fmla="*/ 1422651 h 5017219"/>
              <a:gd name="connsiteX19592" fmla="*/ 1198212 w 5799173"/>
              <a:gd name="connsiteY19592" fmla="*/ 1438934 h 5017219"/>
              <a:gd name="connsiteX19593" fmla="*/ 1198213 w 5799173"/>
              <a:gd name="connsiteY19593" fmla="*/ 1440263 h 5017219"/>
              <a:gd name="connsiteX19594" fmla="*/ 1188825 w 5799173"/>
              <a:gd name="connsiteY19594" fmla="*/ 1456547 h 5017219"/>
              <a:gd name="connsiteX19595" fmla="*/ 1187662 w 5799173"/>
              <a:gd name="connsiteY19595" fmla="*/ 1457211 h 5017219"/>
              <a:gd name="connsiteX19596" fmla="*/ 1228990 w 5799173"/>
              <a:gd name="connsiteY19596" fmla="*/ 1473422 h 5017219"/>
              <a:gd name="connsiteX19597" fmla="*/ 1227827 w 5799173"/>
              <a:gd name="connsiteY19597" fmla="*/ 1472757 h 5017219"/>
              <a:gd name="connsiteX19598" fmla="*/ 1218355 w 5799173"/>
              <a:gd name="connsiteY19598" fmla="*/ 1456390 h 5017219"/>
              <a:gd name="connsiteX19599" fmla="*/ 1218355 w 5799173"/>
              <a:gd name="connsiteY19599" fmla="*/ 1455061 h 5017219"/>
              <a:gd name="connsiteX19600" fmla="*/ 1227826 w 5799173"/>
              <a:gd name="connsiteY19600" fmla="*/ 1438695 h 5017219"/>
              <a:gd name="connsiteX19601" fmla="*/ 1228990 w 5799173"/>
              <a:gd name="connsiteY19601" fmla="*/ 1438030 h 5017219"/>
              <a:gd name="connsiteX19602" fmla="*/ 1247932 w 5799173"/>
              <a:gd name="connsiteY19602" fmla="*/ 1438030 h 5017219"/>
              <a:gd name="connsiteX19603" fmla="*/ 1249095 w 5799173"/>
              <a:gd name="connsiteY19603" fmla="*/ 1438695 h 5017219"/>
              <a:gd name="connsiteX19604" fmla="*/ 1258565 w 5799173"/>
              <a:gd name="connsiteY19604" fmla="*/ 1455061 h 5017219"/>
              <a:gd name="connsiteX19605" fmla="*/ 1258566 w 5799173"/>
              <a:gd name="connsiteY19605" fmla="*/ 1456390 h 5017219"/>
              <a:gd name="connsiteX19606" fmla="*/ 1249094 w 5799173"/>
              <a:gd name="connsiteY19606" fmla="*/ 1472757 h 5017219"/>
              <a:gd name="connsiteX19607" fmla="*/ 1247932 w 5799173"/>
              <a:gd name="connsiteY19607" fmla="*/ 1473422 h 5017219"/>
              <a:gd name="connsiteX19608" fmla="*/ 1349362 w 5799173"/>
              <a:gd name="connsiteY19608" fmla="*/ 1505676 h 5017219"/>
              <a:gd name="connsiteX19609" fmla="*/ 1348199 w 5799173"/>
              <a:gd name="connsiteY19609" fmla="*/ 1505011 h 5017219"/>
              <a:gd name="connsiteX19610" fmla="*/ 1338728 w 5799173"/>
              <a:gd name="connsiteY19610" fmla="*/ 1488644 h 5017219"/>
              <a:gd name="connsiteX19611" fmla="*/ 1338728 w 5799173"/>
              <a:gd name="connsiteY19611" fmla="*/ 1487315 h 5017219"/>
              <a:gd name="connsiteX19612" fmla="*/ 1348199 w 5799173"/>
              <a:gd name="connsiteY19612" fmla="*/ 1470949 h 5017219"/>
              <a:gd name="connsiteX19613" fmla="*/ 1349362 w 5799173"/>
              <a:gd name="connsiteY19613" fmla="*/ 1470284 h 5017219"/>
              <a:gd name="connsiteX19614" fmla="*/ 1368304 w 5799173"/>
              <a:gd name="connsiteY19614" fmla="*/ 1470284 h 5017219"/>
              <a:gd name="connsiteX19615" fmla="*/ 1369467 w 5799173"/>
              <a:gd name="connsiteY19615" fmla="*/ 1470949 h 5017219"/>
              <a:gd name="connsiteX19616" fmla="*/ 1378938 w 5799173"/>
              <a:gd name="connsiteY19616" fmla="*/ 1487315 h 5017219"/>
              <a:gd name="connsiteX19617" fmla="*/ 1378938 w 5799173"/>
              <a:gd name="connsiteY19617" fmla="*/ 1488644 h 5017219"/>
              <a:gd name="connsiteX19618" fmla="*/ 1369467 w 5799173"/>
              <a:gd name="connsiteY19618" fmla="*/ 1505011 h 5017219"/>
              <a:gd name="connsiteX19619" fmla="*/ 1368304 w 5799173"/>
              <a:gd name="connsiteY19619" fmla="*/ 1505676 h 5017219"/>
              <a:gd name="connsiteX19620" fmla="*/ 1289091 w 5799173"/>
              <a:gd name="connsiteY19620" fmla="*/ 1489632 h 5017219"/>
              <a:gd name="connsiteX19621" fmla="*/ 1287928 w 5799173"/>
              <a:gd name="connsiteY19621" fmla="*/ 1488966 h 5017219"/>
              <a:gd name="connsiteX19622" fmla="*/ 1278457 w 5799173"/>
              <a:gd name="connsiteY19622" fmla="*/ 1472518 h 5017219"/>
              <a:gd name="connsiteX19623" fmla="*/ 1278457 w 5799173"/>
              <a:gd name="connsiteY19623" fmla="*/ 1471189 h 5017219"/>
              <a:gd name="connsiteX19624" fmla="*/ 1288011 w 5799173"/>
              <a:gd name="connsiteY19624" fmla="*/ 1454739 h 5017219"/>
              <a:gd name="connsiteX19625" fmla="*/ 1289174 w 5799173"/>
              <a:gd name="connsiteY19625" fmla="*/ 1454073 h 5017219"/>
              <a:gd name="connsiteX19626" fmla="*/ 1308199 w 5799173"/>
              <a:gd name="connsiteY19626" fmla="*/ 1454074 h 5017219"/>
              <a:gd name="connsiteX19627" fmla="*/ 1309362 w 5799173"/>
              <a:gd name="connsiteY19627" fmla="*/ 1454739 h 5017219"/>
              <a:gd name="connsiteX19628" fmla="*/ 1318833 w 5799173"/>
              <a:gd name="connsiteY19628" fmla="*/ 1471189 h 5017219"/>
              <a:gd name="connsiteX19629" fmla="*/ 1318833 w 5799173"/>
              <a:gd name="connsiteY19629" fmla="*/ 1472517 h 5017219"/>
              <a:gd name="connsiteX19630" fmla="*/ 1309279 w 5799173"/>
              <a:gd name="connsiteY19630" fmla="*/ 1488966 h 5017219"/>
              <a:gd name="connsiteX19631" fmla="*/ 1308116 w 5799173"/>
              <a:gd name="connsiteY19631" fmla="*/ 1489632 h 5017219"/>
              <a:gd name="connsiteX19632" fmla="*/ 1409464 w 5799173"/>
              <a:gd name="connsiteY19632" fmla="*/ 1521885 h 5017219"/>
              <a:gd name="connsiteX19633" fmla="*/ 1408301 w 5799173"/>
              <a:gd name="connsiteY19633" fmla="*/ 1521220 h 5017219"/>
              <a:gd name="connsiteX19634" fmla="*/ 1398830 w 5799173"/>
              <a:gd name="connsiteY19634" fmla="*/ 1504771 h 5017219"/>
              <a:gd name="connsiteX19635" fmla="*/ 1398830 w 5799173"/>
              <a:gd name="connsiteY19635" fmla="*/ 1503442 h 5017219"/>
              <a:gd name="connsiteX19636" fmla="*/ 1408384 w 5799173"/>
              <a:gd name="connsiteY19636" fmla="*/ 1486992 h 5017219"/>
              <a:gd name="connsiteX19637" fmla="*/ 1409547 w 5799173"/>
              <a:gd name="connsiteY19637" fmla="*/ 1486327 h 5017219"/>
              <a:gd name="connsiteX19638" fmla="*/ 1428572 w 5799173"/>
              <a:gd name="connsiteY19638" fmla="*/ 1486327 h 5017219"/>
              <a:gd name="connsiteX19639" fmla="*/ 1429735 w 5799173"/>
              <a:gd name="connsiteY19639" fmla="*/ 1486992 h 5017219"/>
              <a:gd name="connsiteX19640" fmla="*/ 1439206 w 5799173"/>
              <a:gd name="connsiteY19640" fmla="*/ 1503442 h 5017219"/>
              <a:gd name="connsiteX19641" fmla="*/ 1439206 w 5799173"/>
              <a:gd name="connsiteY19641" fmla="*/ 1504771 h 5017219"/>
              <a:gd name="connsiteX19642" fmla="*/ 1429652 w 5799173"/>
              <a:gd name="connsiteY19642" fmla="*/ 1521220 h 5017219"/>
              <a:gd name="connsiteX19643" fmla="*/ 1428489 w 5799173"/>
              <a:gd name="connsiteY19643" fmla="*/ 1521885 h 5017219"/>
              <a:gd name="connsiteX19644" fmla="*/ 1469629 w 5799173"/>
              <a:gd name="connsiteY19644" fmla="*/ 1538175 h 5017219"/>
              <a:gd name="connsiteX19645" fmla="*/ 1468466 w 5799173"/>
              <a:gd name="connsiteY19645" fmla="*/ 1537510 h 5017219"/>
              <a:gd name="connsiteX19646" fmla="*/ 1458912 w 5799173"/>
              <a:gd name="connsiteY19646" fmla="*/ 1520978 h 5017219"/>
              <a:gd name="connsiteX19647" fmla="*/ 1458912 w 5799173"/>
              <a:gd name="connsiteY19647" fmla="*/ 1519648 h 5017219"/>
              <a:gd name="connsiteX19648" fmla="*/ 1468466 w 5799173"/>
              <a:gd name="connsiteY19648" fmla="*/ 1503116 h 5017219"/>
              <a:gd name="connsiteX19649" fmla="*/ 1469629 w 5799173"/>
              <a:gd name="connsiteY19649" fmla="*/ 1502451 h 5017219"/>
              <a:gd name="connsiteX19650" fmla="*/ 1488737 w 5799173"/>
              <a:gd name="connsiteY19650" fmla="*/ 1502451 h 5017219"/>
              <a:gd name="connsiteX19651" fmla="*/ 1489900 w 5799173"/>
              <a:gd name="connsiteY19651" fmla="*/ 1503116 h 5017219"/>
              <a:gd name="connsiteX19652" fmla="*/ 1499454 w 5799173"/>
              <a:gd name="connsiteY19652" fmla="*/ 1519648 h 5017219"/>
              <a:gd name="connsiteX19653" fmla="*/ 1499454 w 5799173"/>
              <a:gd name="connsiteY19653" fmla="*/ 1520978 h 5017219"/>
              <a:gd name="connsiteX19654" fmla="*/ 1489900 w 5799173"/>
              <a:gd name="connsiteY19654" fmla="*/ 1537510 h 5017219"/>
              <a:gd name="connsiteX19655" fmla="*/ 1488737 w 5799173"/>
              <a:gd name="connsiteY19655" fmla="*/ 1538175 h 5017219"/>
              <a:gd name="connsiteX19656" fmla="*/ 1710290 w 5799173"/>
              <a:gd name="connsiteY19656" fmla="*/ 1602860 h 5017219"/>
              <a:gd name="connsiteX19657" fmla="*/ 1709126 w 5799173"/>
              <a:gd name="connsiteY19657" fmla="*/ 1602195 h 5017219"/>
              <a:gd name="connsiteX19658" fmla="*/ 1699489 w 5799173"/>
              <a:gd name="connsiteY19658" fmla="*/ 1585496 h 5017219"/>
              <a:gd name="connsiteX19659" fmla="*/ 1699489 w 5799173"/>
              <a:gd name="connsiteY19659" fmla="*/ 1584167 h 5017219"/>
              <a:gd name="connsiteX19660" fmla="*/ 1709126 w 5799173"/>
              <a:gd name="connsiteY19660" fmla="*/ 1567468 h 5017219"/>
              <a:gd name="connsiteX19661" fmla="*/ 1710290 w 5799173"/>
              <a:gd name="connsiteY19661" fmla="*/ 1566804 h 5017219"/>
              <a:gd name="connsiteX19662" fmla="*/ 1729646 w 5799173"/>
              <a:gd name="connsiteY19662" fmla="*/ 1566803 h 5017219"/>
              <a:gd name="connsiteX19663" fmla="*/ 1730810 w 5799173"/>
              <a:gd name="connsiteY19663" fmla="*/ 1567469 h 5017219"/>
              <a:gd name="connsiteX19664" fmla="*/ 1740447 w 5799173"/>
              <a:gd name="connsiteY19664" fmla="*/ 1584168 h 5017219"/>
              <a:gd name="connsiteX19665" fmla="*/ 1740448 w 5799173"/>
              <a:gd name="connsiteY19665" fmla="*/ 1585496 h 5017219"/>
              <a:gd name="connsiteX19666" fmla="*/ 1730810 w 5799173"/>
              <a:gd name="connsiteY19666" fmla="*/ 1602195 h 5017219"/>
              <a:gd name="connsiteX19667" fmla="*/ 1729646 w 5799173"/>
              <a:gd name="connsiteY19667" fmla="*/ 1602859 h 5017219"/>
              <a:gd name="connsiteX19668" fmla="*/ 1770476 w 5799173"/>
              <a:gd name="connsiteY19668" fmla="*/ 1618987 h 5017219"/>
              <a:gd name="connsiteX19669" fmla="*/ 1769313 w 5799173"/>
              <a:gd name="connsiteY19669" fmla="*/ 1618322 h 5017219"/>
              <a:gd name="connsiteX19670" fmla="*/ 1759676 w 5799173"/>
              <a:gd name="connsiteY19670" fmla="*/ 1601624 h 5017219"/>
              <a:gd name="connsiteX19671" fmla="*/ 1759676 w 5799173"/>
              <a:gd name="connsiteY19671" fmla="*/ 1600294 h 5017219"/>
              <a:gd name="connsiteX19672" fmla="*/ 1769313 w 5799173"/>
              <a:gd name="connsiteY19672" fmla="*/ 1583595 h 5017219"/>
              <a:gd name="connsiteX19673" fmla="*/ 1770476 w 5799173"/>
              <a:gd name="connsiteY19673" fmla="*/ 1582931 h 5017219"/>
              <a:gd name="connsiteX19674" fmla="*/ 1789833 w 5799173"/>
              <a:gd name="connsiteY19674" fmla="*/ 1582930 h 5017219"/>
              <a:gd name="connsiteX19675" fmla="*/ 1790997 w 5799173"/>
              <a:gd name="connsiteY19675" fmla="*/ 1583596 h 5017219"/>
              <a:gd name="connsiteX19676" fmla="*/ 1800634 w 5799173"/>
              <a:gd name="connsiteY19676" fmla="*/ 1600295 h 5017219"/>
              <a:gd name="connsiteX19677" fmla="*/ 1800634 w 5799173"/>
              <a:gd name="connsiteY19677" fmla="*/ 1601623 h 5017219"/>
              <a:gd name="connsiteX19678" fmla="*/ 1790997 w 5799173"/>
              <a:gd name="connsiteY19678" fmla="*/ 1618322 h 5017219"/>
              <a:gd name="connsiteX19679" fmla="*/ 1789833 w 5799173"/>
              <a:gd name="connsiteY19679" fmla="*/ 1618987 h 5017219"/>
              <a:gd name="connsiteX19680" fmla="*/ 2011221 w 5799173"/>
              <a:gd name="connsiteY19680" fmla="*/ 1683494 h 5017219"/>
              <a:gd name="connsiteX19681" fmla="*/ 2010058 w 5799173"/>
              <a:gd name="connsiteY19681" fmla="*/ 1682830 h 5017219"/>
              <a:gd name="connsiteX19682" fmla="*/ 2000421 w 5799173"/>
              <a:gd name="connsiteY19682" fmla="*/ 1666131 h 5017219"/>
              <a:gd name="connsiteX19683" fmla="*/ 2000421 w 5799173"/>
              <a:gd name="connsiteY19683" fmla="*/ 1664802 h 5017219"/>
              <a:gd name="connsiteX19684" fmla="*/ 2010058 w 5799173"/>
              <a:gd name="connsiteY19684" fmla="*/ 1648103 h 5017219"/>
              <a:gd name="connsiteX19685" fmla="*/ 2011221 w 5799173"/>
              <a:gd name="connsiteY19685" fmla="*/ 1647438 h 5017219"/>
              <a:gd name="connsiteX19686" fmla="*/ 2030577 w 5799173"/>
              <a:gd name="connsiteY19686" fmla="*/ 1647438 h 5017219"/>
              <a:gd name="connsiteX19687" fmla="*/ 2031741 w 5799173"/>
              <a:gd name="connsiteY19687" fmla="*/ 1648103 h 5017219"/>
              <a:gd name="connsiteX19688" fmla="*/ 2041379 w 5799173"/>
              <a:gd name="connsiteY19688" fmla="*/ 1664802 h 5017219"/>
              <a:gd name="connsiteX19689" fmla="*/ 2041379 w 5799173"/>
              <a:gd name="connsiteY19689" fmla="*/ 1666131 h 5017219"/>
              <a:gd name="connsiteX19690" fmla="*/ 2031741 w 5799173"/>
              <a:gd name="connsiteY19690" fmla="*/ 1682830 h 5017219"/>
              <a:gd name="connsiteX19691" fmla="*/ 2030577 w 5799173"/>
              <a:gd name="connsiteY19691" fmla="*/ 1683494 h 5017219"/>
              <a:gd name="connsiteX19692" fmla="*/ 1589867 w 5799173"/>
              <a:gd name="connsiteY19692" fmla="*/ 1570683 h 5017219"/>
              <a:gd name="connsiteX19693" fmla="*/ 1588704 w 5799173"/>
              <a:gd name="connsiteY19693" fmla="*/ 1570018 h 5017219"/>
              <a:gd name="connsiteX19694" fmla="*/ 1578984 w 5799173"/>
              <a:gd name="connsiteY19694" fmla="*/ 1553153 h 5017219"/>
              <a:gd name="connsiteX19695" fmla="*/ 1578984 w 5799173"/>
              <a:gd name="connsiteY19695" fmla="*/ 1551741 h 5017219"/>
              <a:gd name="connsiteX19696" fmla="*/ 1588704 w 5799173"/>
              <a:gd name="connsiteY19696" fmla="*/ 1534876 h 5017219"/>
              <a:gd name="connsiteX19697" fmla="*/ 1589867 w 5799173"/>
              <a:gd name="connsiteY19697" fmla="*/ 1534211 h 5017219"/>
              <a:gd name="connsiteX19698" fmla="*/ 1609308 w 5799173"/>
              <a:gd name="connsiteY19698" fmla="*/ 1534211 h 5017219"/>
              <a:gd name="connsiteX19699" fmla="*/ 1610471 w 5799173"/>
              <a:gd name="connsiteY19699" fmla="*/ 1534876 h 5017219"/>
              <a:gd name="connsiteX19700" fmla="*/ 1620191 w 5799173"/>
              <a:gd name="connsiteY19700" fmla="*/ 1551741 h 5017219"/>
              <a:gd name="connsiteX19701" fmla="*/ 1620191 w 5799173"/>
              <a:gd name="connsiteY19701" fmla="*/ 1553153 h 5017219"/>
              <a:gd name="connsiteX19702" fmla="*/ 1610471 w 5799173"/>
              <a:gd name="connsiteY19702" fmla="*/ 1570018 h 5017219"/>
              <a:gd name="connsiteX19703" fmla="*/ 1609308 w 5799173"/>
              <a:gd name="connsiteY19703" fmla="*/ 1570683 h 5017219"/>
              <a:gd name="connsiteX19704" fmla="*/ 2071357 w 5799173"/>
              <a:gd name="connsiteY19704" fmla="*/ 1699698 h 5017219"/>
              <a:gd name="connsiteX19705" fmla="*/ 2070194 w 5799173"/>
              <a:gd name="connsiteY19705" fmla="*/ 1699033 h 5017219"/>
              <a:gd name="connsiteX19706" fmla="*/ 2060474 w 5799173"/>
              <a:gd name="connsiteY19706" fmla="*/ 1682168 h 5017219"/>
              <a:gd name="connsiteX19707" fmla="*/ 2060474 w 5799173"/>
              <a:gd name="connsiteY19707" fmla="*/ 1680756 h 5017219"/>
              <a:gd name="connsiteX19708" fmla="*/ 2070194 w 5799173"/>
              <a:gd name="connsiteY19708" fmla="*/ 1663891 h 5017219"/>
              <a:gd name="connsiteX19709" fmla="*/ 2071357 w 5799173"/>
              <a:gd name="connsiteY19709" fmla="*/ 1663226 h 5017219"/>
              <a:gd name="connsiteX19710" fmla="*/ 2090798 w 5799173"/>
              <a:gd name="connsiteY19710" fmla="*/ 1663226 h 5017219"/>
              <a:gd name="connsiteX19711" fmla="*/ 2091961 w 5799173"/>
              <a:gd name="connsiteY19711" fmla="*/ 1663891 h 5017219"/>
              <a:gd name="connsiteX19712" fmla="*/ 2101681 w 5799173"/>
              <a:gd name="connsiteY19712" fmla="*/ 1680756 h 5017219"/>
              <a:gd name="connsiteX19713" fmla="*/ 2101681 w 5799173"/>
              <a:gd name="connsiteY19713" fmla="*/ 1682168 h 5017219"/>
              <a:gd name="connsiteX19714" fmla="*/ 2091961 w 5799173"/>
              <a:gd name="connsiteY19714" fmla="*/ 1699033 h 5017219"/>
              <a:gd name="connsiteX19715" fmla="*/ 2090798 w 5799173"/>
              <a:gd name="connsiteY19715" fmla="*/ 1699698 h 5017219"/>
              <a:gd name="connsiteX19716" fmla="*/ 1950901 w 5799173"/>
              <a:gd name="connsiteY19716" fmla="*/ 1667527 h 5017219"/>
              <a:gd name="connsiteX19717" fmla="*/ 1949738 w 5799173"/>
              <a:gd name="connsiteY19717" fmla="*/ 1666862 h 5017219"/>
              <a:gd name="connsiteX19718" fmla="*/ 1940018 w 5799173"/>
              <a:gd name="connsiteY19718" fmla="*/ 1649914 h 5017219"/>
              <a:gd name="connsiteX19719" fmla="*/ 1940019 w 5799173"/>
              <a:gd name="connsiteY19719" fmla="*/ 1648502 h 5017219"/>
              <a:gd name="connsiteX19720" fmla="*/ 1949822 w 5799173"/>
              <a:gd name="connsiteY19720" fmla="*/ 1631555 h 5017219"/>
              <a:gd name="connsiteX19721" fmla="*/ 1950985 w 5799173"/>
              <a:gd name="connsiteY19721" fmla="*/ 1630889 h 5017219"/>
              <a:gd name="connsiteX19722" fmla="*/ 1970509 w 5799173"/>
              <a:gd name="connsiteY19722" fmla="*/ 1630889 h 5017219"/>
              <a:gd name="connsiteX19723" fmla="*/ 1971672 w 5799173"/>
              <a:gd name="connsiteY19723" fmla="*/ 1631555 h 5017219"/>
              <a:gd name="connsiteX19724" fmla="*/ 1981391 w 5799173"/>
              <a:gd name="connsiteY19724" fmla="*/ 1648502 h 5017219"/>
              <a:gd name="connsiteX19725" fmla="*/ 1981391 w 5799173"/>
              <a:gd name="connsiteY19725" fmla="*/ 1649914 h 5017219"/>
              <a:gd name="connsiteX19726" fmla="*/ 1971588 w 5799173"/>
              <a:gd name="connsiteY19726" fmla="*/ 1666862 h 5017219"/>
              <a:gd name="connsiteX19727" fmla="*/ 1970425 w 5799173"/>
              <a:gd name="connsiteY19727" fmla="*/ 1667527 h 5017219"/>
              <a:gd name="connsiteX19728" fmla="*/ 1649971 w 5799173"/>
              <a:gd name="connsiteY19728" fmla="*/ 1586975 h 5017219"/>
              <a:gd name="connsiteX19729" fmla="*/ 1648807 w 5799173"/>
              <a:gd name="connsiteY19729" fmla="*/ 1586310 h 5017219"/>
              <a:gd name="connsiteX19730" fmla="*/ 1639004 w 5799173"/>
              <a:gd name="connsiteY19730" fmla="*/ 1569279 h 5017219"/>
              <a:gd name="connsiteX19731" fmla="*/ 1639004 w 5799173"/>
              <a:gd name="connsiteY19731" fmla="*/ 1567867 h 5017219"/>
              <a:gd name="connsiteX19732" fmla="*/ 1648807 w 5799173"/>
              <a:gd name="connsiteY19732" fmla="*/ 1550836 h 5017219"/>
              <a:gd name="connsiteX19733" fmla="*/ 1649971 w 5799173"/>
              <a:gd name="connsiteY19733" fmla="*/ 1550171 h 5017219"/>
              <a:gd name="connsiteX19734" fmla="*/ 1669577 w 5799173"/>
              <a:gd name="connsiteY19734" fmla="*/ 1550171 h 5017219"/>
              <a:gd name="connsiteX19735" fmla="*/ 1670740 w 5799173"/>
              <a:gd name="connsiteY19735" fmla="*/ 1550836 h 5017219"/>
              <a:gd name="connsiteX19736" fmla="*/ 1680544 w 5799173"/>
              <a:gd name="connsiteY19736" fmla="*/ 1567867 h 5017219"/>
              <a:gd name="connsiteX19737" fmla="*/ 1680544 w 5799173"/>
              <a:gd name="connsiteY19737" fmla="*/ 1569279 h 5017219"/>
              <a:gd name="connsiteX19738" fmla="*/ 1670740 w 5799173"/>
              <a:gd name="connsiteY19738" fmla="*/ 1586310 h 5017219"/>
              <a:gd name="connsiteX19739" fmla="*/ 1669577 w 5799173"/>
              <a:gd name="connsiteY19739" fmla="*/ 1586975 h 5017219"/>
              <a:gd name="connsiteX19740" fmla="*/ 1890717 w 5799173"/>
              <a:gd name="connsiteY19740" fmla="*/ 1651483 h 5017219"/>
              <a:gd name="connsiteX19741" fmla="*/ 1889553 w 5799173"/>
              <a:gd name="connsiteY19741" fmla="*/ 1650818 h 5017219"/>
              <a:gd name="connsiteX19742" fmla="*/ 1879750 w 5799173"/>
              <a:gd name="connsiteY19742" fmla="*/ 1633787 h 5017219"/>
              <a:gd name="connsiteX19743" fmla="*/ 1879750 w 5799173"/>
              <a:gd name="connsiteY19743" fmla="*/ 1632375 h 5017219"/>
              <a:gd name="connsiteX19744" fmla="*/ 1889553 w 5799173"/>
              <a:gd name="connsiteY19744" fmla="*/ 1615344 h 5017219"/>
              <a:gd name="connsiteX19745" fmla="*/ 1890716 w 5799173"/>
              <a:gd name="connsiteY19745" fmla="*/ 1614679 h 5017219"/>
              <a:gd name="connsiteX19746" fmla="*/ 1910322 w 5799173"/>
              <a:gd name="connsiteY19746" fmla="*/ 1614679 h 5017219"/>
              <a:gd name="connsiteX19747" fmla="*/ 1911485 w 5799173"/>
              <a:gd name="connsiteY19747" fmla="*/ 1615344 h 5017219"/>
              <a:gd name="connsiteX19748" fmla="*/ 1921290 w 5799173"/>
              <a:gd name="connsiteY19748" fmla="*/ 1632375 h 5017219"/>
              <a:gd name="connsiteX19749" fmla="*/ 1921290 w 5799173"/>
              <a:gd name="connsiteY19749" fmla="*/ 1633787 h 5017219"/>
              <a:gd name="connsiteX19750" fmla="*/ 1911486 w 5799173"/>
              <a:gd name="connsiteY19750" fmla="*/ 1650818 h 5017219"/>
              <a:gd name="connsiteX19751" fmla="*/ 1910322 w 5799173"/>
              <a:gd name="connsiteY19751" fmla="*/ 1651483 h 5017219"/>
              <a:gd name="connsiteX19752" fmla="*/ 2191460 w 5799173"/>
              <a:gd name="connsiteY19752" fmla="*/ 1732446 h 5017219"/>
              <a:gd name="connsiteX19753" fmla="*/ 2190213 w 5799173"/>
              <a:gd name="connsiteY19753" fmla="*/ 1731782 h 5017219"/>
              <a:gd name="connsiteX19754" fmla="*/ 2180243 w 5799173"/>
              <a:gd name="connsiteY19754" fmla="*/ 1714501 h 5017219"/>
              <a:gd name="connsiteX19755" fmla="*/ 2180243 w 5799173"/>
              <a:gd name="connsiteY19755" fmla="*/ 1713089 h 5017219"/>
              <a:gd name="connsiteX19756" fmla="*/ 2190213 w 5799173"/>
              <a:gd name="connsiteY19756" fmla="*/ 1695809 h 5017219"/>
              <a:gd name="connsiteX19757" fmla="*/ 2191459 w 5799173"/>
              <a:gd name="connsiteY19757" fmla="*/ 1695144 h 5017219"/>
              <a:gd name="connsiteX19758" fmla="*/ 2211398 w 5799173"/>
              <a:gd name="connsiteY19758" fmla="*/ 1695144 h 5017219"/>
              <a:gd name="connsiteX19759" fmla="*/ 2212644 w 5799173"/>
              <a:gd name="connsiteY19759" fmla="*/ 1695809 h 5017219"/>
              <a:gd name="connsiteX19760" fmla="*/ 2222614 w 5799173"/>
              <a:gd name="connsiteY19760" fmla="*/ 1713089 h 5017219"/>
              <a:gd name="connsiteX19761" fmla="*/ 2222614 w 5799173"/>
              <a:gd name="connsiteY19761" fmla="*/ 1714501 h 5017219"/>
              <a:gd name="connsiteX19762" fmla="*/ 2212644 w 5799173"/>
              <a:gd name="connsiteY19762" fmla="*/ 1731782 h 5017219"/>
              <a:gd name="connsiteX19763" fmla="*/ 2211398 w 5799173"/>
              <a:gd name="connsiteY19763" fmla="*/ 1732446 h 5017219"/>
              <a:gd name="connsiteX19764" fmla="*/ 1830281 w 5799173"/>
              <a:gd name="connsiteY19764" fmla="*/ 1635772 h 5017219"/>
              <a:gd name="connsiteX19765" fmla="*/ 1829035 w 5799173"/>
              <a:gd name="connsiteY19765" fmla="*/ 1635024 h 5017219"/>
              <a:gd name="connsiteX19766" fmla="*/ 1819065 w 5799173"/>
              <a:gd name="connsiteY19766" fmla="*/ 1617661 h 5017219"/>
              <a:gd name="connsiteX19767" fmla="*/ 1819065 w 5799173"/>
              <a:gd name="connsiteY19767" fmla="*/ 1616248 h 5017219"/>
              <a:gd name="connsiteX19768" fmla="*/ 1829118 w 5799173"/>
              <a:gd name="connsiteY19768" fmla="*/ 1598885 h 5017219"/>
              <a:gd name="connsiteX19769" fmla="*/ 1830364 w 5799173"/>
              <a:gd name="connsiteY19769" fmla="*/ 1598137 h 5017219"/>
              <a:gd name="connsiteX19770" fmla="*/ 1850386 w 5799173"/>
              <a:gd name="connsiteY19770" fmla="*/ 1598137 h 5017219"/>
              <a:gd name="connsiteX19771" fmla="*/ 1851632 w 5799173"/>
              <a:gd name="connsiteY19771" fmla="*/ 1598885 h 5017219"/>
              <a:gd name="connsiteX19772" fmla="*/ 1861602 w 5799173"/>
              <a:gd name="connsiteY19772" fmla="*/ 1616248 h 5017219"/>
              <a:gd name="connsiteX19773" fmla="*/ 1861602 w 5799173"/>
              <a:gd name="connsiteY19773" fmla="*/ 1617661 h 5017219"/>
              <a:gd name="connsiteX19774" fmla="*/ 1851549 w 5799173"/>
              <a:gd name="connsiteY19774" fmla="*/ 1635024 h 5017219"/>
              <a:gd name="connsiteX19775" fmla="*/ 1850303 w 5799173"/>
              <a:gd name="connsiteY19775" fmla="*/ 1635772 h 5017219"/>
              <a:gd name="connsiteX19776" fmla="*/ 2131212 w 5799173"/>
              <a:gd name="connsiteY19776" fmla="*/ 1716406 h 5017219"/>
              <a:gd name="connsiteX19777" fmla="*/ 2129966 w 5799173"/>
              <a:gd name="connsiteY19777" fmla="*/ 1715658 h 5017219"/>
              <a:gd name="connsiteX19778" fmla="*/ 2119996 w 5799173"/>
              <a:gd name="connsiteY19778" fmla="*/ 1698295 h 5017219"/>
              <a:gd name="connsiteX19779" fmla="*/ 2119996 w 5799173"/>
              <a:gd name="connsiteY19779" fmla="*/ 1696882 h 5017219"/>
              <a:gd name="connsiteX19780" fmla="*/ 2130049 w 5799173"/>
              <a:gd name="connsiteY19780" fmla="*/ 1679519 h 5017219"/>
              <a:gd name="connsiteX19781" fmla="*/ 2131295 w 5799173"/>
              <a:gd name="connsiteY19781" fmla="*/ 1678771 h 5017219"/>
              <a:gd name="connsiteX19782" fmla="*/ 2151317 w 5799173"/>
              <a:gd name="connsiteY19782" fmla="*/ 1678771 h 5017219"/>
              <a:gd name="connsiteX19783" fmla="*/ 2152563 w 5799173"/>
              <a:gd name="connsiteY19783" fmla="*/ 1679519 h 5017219"/>
              <a:gd name="connsiteX19784" fmla="*/ 2162533 w 5799173"/>
              <a:gd name="connsiteY19784" fmla="*/ 1696882 h 5017219"/>
              <a:gd name="connsiteX19785" fmla="*/ 2162533 w 5799173"/>
              <a:gd name="connsiteY19785" fmla="*/ 1698295 h 5017219"/>
              <a:gd name="connsiteX19786" fmla="*/ 2152480 w 5799173"/>
              <a:gd name="connsiteY19786" fmla="*/ 1715658 h 5017219"/>
              <a:gd name="connsiteX19787" fmla="*/ 2151234 w 5799173"/>
              <a:gd name="connsiteY19787" fmla="*/ 1716406 h 5017219"/>
              <a:gd name="connsiteX19788" fmla="*/ 2612702 w 5799173"/>
              <a:gd name="connsiteY19788" fmla="*/ 1845421 h 5017219"/>
              <a:gd name="connsiteX19789" fmla="*/ 2611456 w 5799173"/>
              <a:gd name="connsiteY19789" fmla="*/ 1844673 h 5017219"/>
              <a:gd name="connsiteX19790" fmla="*/ 2601486 w 5799173"/>
              <a:gd name="connsiteY19790" fmla="*/ 1827310 h 5017219"/>
              <a:gd name="connsiteX19791" fmla="*/ 2601486 w 5799173"/>
              <a:gd name="connsiteY19791" fmla="*/ 1825897 h 5017219"/>
              <a:gd name="connsiteX19792" fmla="*/ 2611538 w 5799173"/>
              <a:gd name="connsiteY19792" fmla="*/ 1808534 h 5017219"/>
              <a:gd name="connsiteX19793" fmla="*/ 2612785 w 5799173"/>
              <a:gd name="connsiteY19793" fmla="*/ 1807786 h 5017219"/>
              <a:gd name="connsiteX19794" fmla="*/ 2632807 w 5799173"/>
              <a:gd name="connsiteY19794" fmla="*/ 1807786 h 5017219"/>
              <a:gd name="connsiteX19795" fmla="*/ 2634053 w 5799173"/>
              <a:gd name="connsiteY19795" fmla="*/ 1808534 h 5017219"/>
              <a:gd name="connsiteX19796" fmla="*/ 2644022 w 5799173"/>
              <a:gd name="connsiteY19796" fmla="*/ 1825897 h 5017219"/>
              <a:gd name="connsiteX19797" fmla="*/ 2644022 w 5799173"/>
              <a:gd name="connsiteY19797" fmla="*/ 1827310 h 5017219"/>
              <a:gd name="connsiteX19798" fmla="*/ 2633970 w 5799173"/>
              <a:gd name="connsiteY19798" fmla="*/ 1844673 h 5017219"/>
              <a:gd name="connsiteX19799" fmla="*/ 2632724 w 5799173"/>
              <a:gd name="connsiteY19799" fmla="*/ 1845421 h 5017219"/>
              <a:gd name="connsiteX19800" fmla="*/ 2371957 w 5799173"/>
              <a:gd name="connsiteY19800" fmla="*/ 1780996 h 5017219"/>
              <a:gd name="connsiteX19801" fmla="*/ 2370711 w 5799173"/>
              <a:gd name="connsiteY19801" fmla="*/ 1780248 h 5017219"/>
              <a:gd name="connsiteX19802" fmla="*/ 2360658 w 5799173"/>
              <a:gd name="connsiteY19802" fmla="*/ 1762802 h 5017219"/>
              <a:gd name="connsiteX19803" fmla="*/ 2360658 w 5799173"/>
              <a:gd name="connsiteY19803" fmla="*/ 1761389 h 5017219"/>
              <a:gd name="connsiteX19804" fmla="*/ 2370711 w 5799173"/>
              <a:gd name="connsiteY19804" fmla="*/ 1743944 h 5017219"/>
              <a:gd name="connsiteX19805" fmla="*/ 2371957 w 5799173"/>
              <a:gd name="connsiteY19805" fmla="*/ 1743196 h 5017219"/>
              <a:gd name="connsiteX19806" fmla="*/ 2392062 w 5799173"/>
              <a:gd name="connsiteY19806" fmla="*/ 1743195 h 5017219"/>
              <a:gd name="connsiteX19807" fmla="*/ 2393308 w 5799173"/>
              <a:gd name="connsiteY19807" fmla="*/ 1743943 h 5017219"/>
              <a:gd name="connsiteX19808" fmla="*/ 2403360 w 5799173"/>
              <a:gd name="connsiteY19808" fmla="*/ 1761389 h 5017219"/>
              <a:gd name="connsiteX19809" fmla="*/ 2403361 w 5799173"/>
              <a:gd name="connsiteY19809" fmla="*/ 1762802 h 5017219"/>
              <a:gd name="connsiteX19810" fmla="*/ 2393308 w 5799173"/>
              <a:gd name="connsiteY19810" fmla="*/ 1780248 h 5017219"/>
              <a:gd name="connsiteX19811" fmla="*/ 2392062 w 5799173"/>
              <a:gd name="connsiteY19811" fmla="*/ 1780996 h 5017219"/>
              <a:gd name="connsiteX19812" fmla="*/ 2251583 w 5799173"/>
              <a:gd name="connsiteY19812" fmla="*/ 1748743 h 5017219"/>
              <a:gd name="connsiteX19813" fmla="*/ 2250337 w 5799173"/>
              <a:gd name="connsiteY19813" fmla="*/ 1747995 h 5017219"/>
              <a:gd name="connsiteX19814" fmla="*/ 2240285 w 5799173"/>
              <a:gd name="connsiteY19814" fmla="*/ 1730549 h 5017219"/>
              <a:gd name="connsiteX19815" fmla="*/ 2240285 w 5799173"/>
              <a:gd name="connsiteY19815" fmla="*/ 1729136 h 5017219"/>
              <a:gd name="connsiteX19816" fmla="*/ 2250337 w 5799173"/>
              <a:gd name="connsiteY19816" fmla="*/ 1711690 h 5017219"/>
              <a:gd name="connsiteX19817" fmla="*/ 2251583 w 5799173"/>
              <a:gd name="connsiteY19817" fmla="*/ 1710942 h 5017219"/>
              <a:gd name="connsiteX19818" fmla="*/ 2271689 w 5799173"/>
              <a:gd name="connsiteY19818" fmla="*/ 1710942 h 5017219"/>
              <a:gd name="connsiteX19819" fmla="*/ 2272935 w 5799173"/>
              <a:gd name="connsiteY19819" fmla="*/ 1711690 h 5017219"/>
              <a:gd name="connsiteX19820" fmla="*/ 2282988 w 5799173"/>
              <a:gd name="connsiteY19820" fmla="*/ 1729136 h 5017219"/>
              <a:gd name="connsiteX19821" fmla="*/ 2282988 w 5799173"/>
              <a:gd name="connsiteY19821" fmla="*/ 1730549 h 5017219"/>
              <a:gd name="connsiteX19822" fmla="*/ 2272935 w 5799173"/>
              <a:gd name="connsiteY19822" fmla="*/ 1747995 h 5017219"/>
              <a:gd name="connsiteX19823" fmla="*/ 2271689 w 5799173"/>
              <a:gd name="connsiteY19823" fmla="*/ 1748743 h 5017219"/>
              <a:gd name="connsiteX19824" fmla="*/ 1529266 w 5799173"/>
              <a:gd name="connsiteY19824" fmla="*/ 1555303 h 5017219"/>
              <a:gd name="connsiteX19825" fmla="*/ 1528021 w 5799173"/>
              <a:gd name="connsiteY19825" fmla="*/ 1554557 h 5017219"/>
              <a:gd name="connsiteX19826" fmla="*/ 1517884 w 5799173"/>
              <a:gd name="connsiteY19826" fmla="*/ 1537027 h 5017219"/>
              <a:gd name="connsiteX19827" fmla="*/ 1517884 w 5799173"/>
              <a:gd name="connsiteY19827" fmla="*/ 1535614 h 5017219"/>
              <a:gd name="connsiteX19828" fmla="*/ 1528020 w 5799173"/>
              <a:gd name="connsiteY19828" fmla="*/ 1518084 h 5017219"/>
              <a:gd name="connsiteX19829" fmla="*/ 1529266 w 5799173"/>
              <a:gd name="connsiteY19829" fmla="*/ 1517337 h 5017219"/>
              <a:gd name="connsiteX19830" fmla="*/ 1549538 w 5799173"/>
              <a:gd name="connsiteY19830" fmla="*/ 1517337 h 5017219"/>
              <a:gd name="connsiteX19831" fmla="*/ 1550783 w 5799173"/>
              <a:gd name="connsiteY19831" fmla="*/ 1518085 h 5017219"/>
              <a:gd name="connsiteX19832" fmla="*/ 1560919 w 5799173"/>
              <a:gd name="connsiteY19832" fmla="*/ 1535614 h 5017219"/>
              <a:gd name="connsiteX19833" fmla="*/ 1560919 w 5799173"/>
              <a:gd name="connsiteY19833" fmla="*/ 1537027 h 5017219"/>
              <a:gd name="connsiteX19834" fmla="*/ 1550783 w 5799173"/>
              <a:gd name="connsiteY19834" fmla="*/ 1554556 h 5017219"/>
              <a:gd name="connsiteX19835" fmla="*/ 1549537 w 5799173"/>
              <a:gd name="connsiteY19835" fmla="*/ 1555304 h 5017219"/>
              <a:gd name="connsiteX19836" fmla="*/ 3695971 w 5799173"/>
              <a:gd name="connsiteY19836" fmla="*/ 2135870 h 5017219"/>
              <a:gd name="connsiteX19837" fmla="*/ 3694726 w 5799173"/>
              <a:gd name="connsiteY19837" fmla="*/ 2135123 h 5017219"/>
              <a:gd name="connsiteX19838" fmla="*/ 3684589 w 5799173"/>
              <a:gd name="connsiteY19838" fmla="*/ 2117593 h 5017219"/>
              <a:gd name="connsiteX19839" fmla="*/ 3684589 w 5799173"/>
              <a:gd name="connsiteY19839" fmla="*/ 2116181 h 5017219"/>
              <a:gd name="connsiteX19840" fmla="*/ 3694725 w 5799173"/>
              <a:gd name="connsiteY19840" fmla="*/ 2098651 h 5017219"/>
              <a:gd name="connsiteX19841" fmla="*/ 3695971 w 5799173"/>
              <a:gd name="connsiteY19841" fmla="*/ 2097903 h 5017219"/>
              <a:gd name="connsiteX19842" fmla="*/ 3716242 w 5799173"/>
              <a:gd name="connsiteY19842" fmla="*/ 2097903 h 5017219"/>
              <a:gd name="connsiteX19843" fmla="*/ 3717488 w 5799173"/>
              <a:gd name="connsiteY19843" fmla="*/ 2098651 h 5017219"/>
              <a:gd name="connsiteX19844" fmla="*/ 3727624 w 5799173"/>
              <a:gd name="connsiteY19844" fmla="*/ 2116181 h 5017219"/>
              <a:gd name="connsiteX19845" fmla="*/ 3727624 w 5799173"/>
              <a:gd name="connsiteY19845" fmla="*/ 2117593 h 5017219"/>
              <a:gd name="connsiteX19846" fmla="*/ 3717488 w 5799173"/>
              <a:gd name="connsiteY19846" fmla="*/ 2135123 h 5017219"/>
              <a:gd name="connsiteX19847" fmla="*/ 3716242 w 5799173"/>
              <a:gd name="connsiteY19847" fmla="*/ 2135870 h 5017219"/>
              <a:gd name="connsiteX19848" fmla="*/ 4899695 w 5799173"/>
              <a:gd name="connsiteY19848" fmla="*/ 2458407 h 5017219"/>
              <a:gd name="connsiteX19849" fmla="*/ 4898450 w 5799173"/>
              <a:gd name="connsiteY19849" fmla="*/ 2457660 h 5017219"/>
              <a:gd name="connsiteX19850" fmla="*/ 4888313 w 5799173"/>
              <a:gd name="connsiteY19850" fmla="*/ 2440130 h 5017219"/>
              <a:gd name="connsiteX19851" fmla="*/ 4888313 w 5799173"/>
              <a:gd name="connsiteY19851" fmla="*/ 2438718 h 5017219"/>
              <a:gd name="connsiteX19852" fmla="*/ 4898449 w 5799173"/>
              <a:gd name="connsiteY19852" fmla="*/ 2421188 h 5017219"/>
              <a:gd name="connsiteX19853" fmla="*/ 4899695 w 5799173"/>
              <a:gd name="connsiteY19853" fmla="*/ 2420440 h 5017219"/>
              <a:gd name="connsiteX19854" fmla="*/ 4919967 w 5799173"/>
              <a:gd name="connsiteY19854" fmla="*/ 2420440 h 5017219"/>
              <a:gd name="connsiteX19855" fmla="*/ 4921213 w 5799173"/>
              <a:gd name="connsiteY19855" fmla="*/ 2421188 h 5017219"/>
              <a:gd name="connsiteX19856" fmla="*/ 4931348 w 5799173"/>
              <a:gd name="connsiteY19856" fmla="*/ 2438718 h 5017219"/>
              <a:gd name="connsiteX19857" fmla="*/ 4931348 w 5799173"/>
              <a:gd name="connsiteY19857" fmla="*/ 2440130 h 5017219"/>
              <a:gd name="connsiteX19858" fmla="*/ 4921212 w 5799173"/>
              <a:gd name="connsiteY19858" fmla="*/ 2457660 h 5017219"/>
              <a:gd name="connsiteX19859" fmla="*/ 4919967 w 5799173"/>
              <a:gd name="connsiteY19859" fmla="*/ 2458407 h 5017219"/>
              <a:gd name="connsiteX19860" fmla="*/ 5501558 w 5799173"/>
              <a:gd name="connsiteY19860" fmla="*/ 2619676 h 5017219"/>
              <a:gd name="connsiteX19861" fmla="*/ 5500312 w 5799173"/>
              <a:gd name="connsiteY19861" fmla="*/ 2618929 h 5017219"/>
              <a:gd name="connsiteX19862" fmla="*/ 5490176 w 5799173"/>
              <a:gd name="connsiteY19862" fmla="*/ 2601399 h 5017219"/>
              <a:gd name="connsiteX19863" fmla="*/ 5490176 w 5799173"/>
              <a:gd name="connsiteY19863" fmla="*/ 2599987 h 5017219"/>
              <a:gd name="connsiteX19864" fmla="*/ 5500312 w 5799173"/>
              <a:gd name="connsiteY19864" fmla="*/ 2582457 h 5017219"/>
              <a:gd name="connsiteX19865" fmla="*/ 5501558 w 5799173"/>
              <a:gd name="connsiteY19865" fmla="*/ 2581709 h 5017219"/>
              <a:gd name="connsiteX19866" fmla="*/ 5521829 w 5799173"/>
              <a:gd name="connsiteY19866" fmla="*/ 2581709 h 5017219"/>
              <a:gd name="connsiteX19867" fmla="*/ 5523075 w 5799173"/>
              <a:gd name="connsiteY19867" fmla="*/ 2582457 h 5017219"/>
              <a:gd name="connsiteX19868" fmla="*/ 5533211 w 5799173"/>
              <a:gd name="connsiteY19868" fmla="*/ 2599987 h 5017219"/>
              <a:gd name="connsiteX19869" fmla="*/ 5533211 w 5799173"/>
              <a:gd name="connsiteY19869" fmla="*/ 2601399 h 5017219"/>
              <a:gd name="connsiteX19870" fmla="*/ 5523075 w 5799173"/>
              <a:gd name="connsiteY19870" fmla="*/ 2618929 h 5017219"/>
              <a:gd name="connsiteX19871" fmla="*/ 5521829 w 5799173"/>
              <a:gd name="connsiteY19871" fmla="*/ 2619676 h 5017219"/>
              <a:gd name="connsiteX19872" fmla="*/ 5621931 w 5799173"/>
              <a:gd name="connsiteY19872" fmla="*/ 2651930 h 5017219"/>
              <a:gd name="connsiteX19873" fmla="*/ 5620685 w 5799173"/>
              <a:gd name="connsiteY19873" fmla="*/ 2651183 h 5017219"/>
              <a:gd name="connsiteX19874" fmla="*/ 5610549 w 5799173"/>
              <a:gd name="connsiteY19874" fmla="*/ 2633653 h 5017219"/>
              <a:gd name="connsiteX19875" fmla="*/ 5610549 w 5799173"/>
              <a:gd name="connsiteY19875" fmla="*/ 2632241 h 5017219"/>
              <a:gd name="connsiteX19876" fmla="*/ 5620685 w 5799173"/>
              <a:gd name="connsiteY19876" fmla="*/ 2614711 h 5017219"/>
              <a:gd name="connsiteX19877" fmla="*/ 5621931 w 5799173"/>
              <a:gd name="connsiteY19877" fmla="*/ 2613963 h 5017219"/>
              <a:gd name="connsiteX19878" fmla="*/ 5642202 w 5799173"/>
              <a:gd name="connsiteY19878" fmla="*/ 2613963 h 5017219"/>
              <a:gd name="connsiteX19879" fmla="*/ 5643448 w 5799173"/>
              <a:gd name="connsiteY19879" fmla="*/ 2614711 h 5017219"/>
              <a:gd name="connsiteX19880" fmla="*/ 5653584 w 5799173"/>
              <a:gd name="connsiteY19880" fmla="*/ 2632241 h 5017219"/>
              <a:gd name="connsiteX19881" fmla="*/ 5653584 w 5799173"/>
              <a:gd name="connsiteY19881" fmla="*/ 2633653 h 5017219"/>
              <a:gd name="connsiteX19882" fmla="*/ 5643448 w 5799173"/>
              <a:gd name="connsiteY19882" fmla="*/ 2651183 h 5017219"/>
              <a:gd name="connsiteX19883" fmla="*/ 5642202 w 5799173"/>
              <a:gd name="connsiteY19883" fmla="*/ 2651930 h 5017219"/>
              <a:gd name="connsiteX19884" fmla="*/ 2431976 w 5799173"/>
              <a:gd name="connsiteY19884" fmla="*/ 1797289 h 5017219"/>
              <a:gd name="connsiteX19885" fmla="*/ 2430730 w 5799173"/>
              <a:gd name="connsiteY19885" fmla="*/ 1796542 h 5017219"/>
              <a:gd name="connsiteX19886" fmla="*/ 2420594 w 5799173"/>
              <a:gd name="connsiteY19886" fmla="*/ 1778929 h 5017219"/>
              <a:gd name="connsiteX19887" fmla="*/ 2420594 w 5799173"/>
              <a:gd name="connsiteY19887" fmla="*/ 1777517 h 5017219"/>
              <a:gd name="connsiteX19888" fmla="*/ 2430813 w 5799173"/>
              <a:gd name="connsiteY19888" fmla="*/ 1759904 h 5017219"/>
              <a:gd name="connsiteX19889" fmla="*/ 2432059 w 5799173"/>
              <a:gd name="connsiteY19889" fmla="*/ 1759156 h 5017219"/>
              <a:gd name="connsiteX19890" fmla="*/ 2452413 w 5799173"/>
              <a:gd name="connsiteY19890" fmla="*/ 1759156 h 5017219"/>
              <a:gd name="connsiteX19891" fmla="*/ 2453660 w 5799173"/>
              <a:gd name="connsiteY19891" fmla="*/ 1759904 h 5017219"/>
              <a:gd name="connsiteX19892" fmla="*/ 2463795 w 5799173"/>
              <a:gd name="connsiteY19892" fmla="*/ 1777517 h 5017219"/>
              <a:gd name="connsiteX19893" fmla="*/ 2463795 w 5799173"/>
              <a:gd name="connsiteY19893" fmla="*/ 1778929 h 5017219"/>
              <a:gd name="connsiteX19894" fmla="*/ 2453576 w 5799173"/>
              <a:gd name="connsiteY19894" fmla="*/ 1796542 h 5017219"/>
              <a:gd name="connsiteX19895" fmla="*/ 2452330 w 5799173"/>
              <a:gd name="connsiteY19895" fmla="*/ 1797289 h 5017219"/>
              <a:gd name="connsiteX19896" fmla="*/ 2492162 w 5799173"/>
              <a:gd name="connsiteY19896" fmla="*/ 1813416 h 5017219"/>
              <a:gd name="connsiteX19897" fmla="*/ 2490916 w 5799173"/>
              <a:gd name="connsiteY19897" fmla="*/ 1812669 h 5017219"/>
              <a:gd name="connsiteX19898" fmla="*/ 2480780 w 5799173"/>
              <a:gd name="connsiteY19898" fmla="*/ 1795056 h 5017219"/>
              <a:gd name="connsiteX19899" fmla="*/ 2480780 w 5799173"/>
              <a:gd name="connsiteY19899" fmla="*/ 1793644 h 5017219"/>
              <a:gd name="connsiteX19900" fmla="*/ 2490999 w 5799173"/>
              <a:gd name="connsiteY19900" fmla="*/ 1776031 h 5017219"/>
              <a:gd name="connsiteX19901" fmla="*/ 2492245 w 5799173"/>
              <a:gd name="connsiteY19901" fmla="*/ 1775283 h 5017219"/>
              <a:gd name="connsiteX19902" fmla="*/ 2512599 w 5799173"/>
              <a:gd name="connsiteY19902" fmla="*/ 1775283 h 5017219"/>
              <a:gd name="connsiteX19903" fmla="*/ 2513846 w 5799173"/>
              <a:gd name="connsiteY19903" fmla="*/ 1776031 h 5017219"/>
              <a:gd name="connsiteX19904" fmla="*/ 2523981 w 5799173"/>
              <a:gd name="connsiteY19904" fmla="*/ 1793644 h 5017219"/>
              <a:gd name="connsiteX19905" fmla="*/ 2523981 w 5799173"/>
              <a:gd name="connsiteY19905" fmla="*/ 1795056 h 5017219"/>
              <a:gd name="connsiteX19906" fmla="*/ 2513762 w 5799173"/>
              <a:gd name="connsiteY19906" fmla="*/ 1812669 h 5017219"/>
              <a:gd name="connsiteX19907" fmla="*/ 2512516 w 5799173"/>
              <a:gd name="connsiteY19907" fmla="*/ 1813416 h 5017219"/>
              <a:gd name="connsiteX19908" fmla="*/ 5080170 w 5799173"/>
              <a:gd name="connsiteY19908" fmla="*/ 2506871 h 5017219"/>
              <a:gd name="connsiteX19909" fmla="*/ 5078924 w 5799173"/>
              <a:gd name="connsiteY19909" fmla="*/ 2506124 h 5017219"/>
              <a:gd name="connsiteX19910" fmla="*/ 5068788 w 5799173"/>
              <a:gd name="connsiteY19910" fmla="*/ 2488511 h 5017219"/>
              <a:gd name="connsiteX19911" fmla="*/ 5068788 w 5799173"/>
              <a:gd name="connsiteY19911" fmla="*/ 2487099 h 5017219"/>
              <a:gd name="connsiteX19912" fmla="*/ 5079007 w 5799173"/>
              <a:gd name="connsiteY19912" fmla="*/ 2469486 h 5017219"/>
              <a:gd name="connsiteX19913" fmla="*/ 5080253 w 5799173"/>
              <a:gd name="connsiteY19913" fmla="*/ 2468738 h 5017219"/>
              <a:gd name="connsiteX19914" fmla="*/ 5100607 w 5799173"/>
              <a:gd name="connsiteY19914" fmla="*/ 2468738 h 5017219"/>
              <a:gd name="connsiteX19915" fmla="*/ 5101854 w 5799173"/>
              <a:gd name="connsiteY19915" fmla="*/ 2469486 h 5017219"/>
              <a:gd name="connsiteX19916" fmla="*/ 5111989 w 5799173"/>
              <a:gd name="connsiteY19916" fmla="*/ 2487099 h 5017219"/>
              <a:gd name="connsiteX19917" fmla="*/ 5111989 w 5799173"/>
              <a:gd name="connsiteY19917" fmla="*/ 2488511 h 5017219"/>
              <a:gd name="connsiteX19918" fmla="*/ 5101770 w 5799173"/>
              <a:gd name="connsiteY19918" fmla="*/ 2506124 h 5017219"/>
              <a:gd name="connsiteX19919" fmla="*/ 5100524 w 5799173"/>
              <a:gd name="connsiteY19919" fmla="*/ 2506871 h 5017219"/>
              <a:gd name="connsiteX19920" fmla="*/ 3876424 w 5799173"/>
              <a:gd name="connsiteY19920" fmla="*/ 2184497 h 5017219"/>
              <a:gd name="connsiteX19921" fmla="*/ 3875178 w 5799173"/>
              <a:gd name="connsiteY19921" fmla="*/ 2183750 h 5017219"/>
              <a:gd name="connsiteX19922" fmla="*/ 3864959 w 5799173"/>
              <a:gd name="connsiteY19922" fmla="*/ 2166054 h 5017219"/>
              <a:gd name="connsiteX19923" fmla="*/ 3864960 w 5799173"/>
              <a:gd name="connsiteY19923" fmla="*/ 2164642 h 5017219"/>
              <a:gd name="connsiteX19924" fmla="*/ 3875178 w 5799173"/>
              <a:gd name="connsiteY19924" fmla="*/ 2146946 h 5017219"/>
              <a:gd name="connsiteX19925" fmla="*/ 3876424 w 5799173"/>
              <a:gd name="connsiteY19925" fmla="*/ 2146198 h 5017219"/>
              <a:gd name="connsiteX19926" fmla="*/ 3896861 w 5799173"/>
              <a:gd name="connsiteY19926" fmla="*/ 2146198 h 5017219"/>
              <a:gd name="connsiteX19927" fmla="*/ 3898108 w 5799173"/>
              <a:gd name="connsiteY19927" fmla="*/ 2146946 h 5017219"/>
              <a:gd name="connsiteX19928" fmla="*/ 3908326 w 5799173"/>
              <a:gd name="connsiteY19928" fmla="*/ 2164642 h 5017219"/>
              <a:gd name="connsiteX19929" fmla="*/ 3908326 w 5799173"/>
              <a:gd name="connsiteY19929" fmla="*/ 2166054 h 5017219"/>
              <a:gd name="connsiteX19930" fmla="*/ 3898108 w 5799173"/>
              <a:gd name="connsiteY19930" fmla="*/ 2183750 h 5017219"/>
              <a:gd name="connsiteX19931" fmla="*/ 3896861 w 5799173"/>
              <a:gd name="connsiteY19931" fmla="*/ 2184497 h 5017219"/>
              <a:gd name="connsiteX19932" fmla="*/ 5682011 w 5799173"/>
              <a:gd name="connsiteY19932" fmla="*/ 2668302 h 5017219"/>
              <a:gd name="connsiteX19933" fmla="*/ 5680765 w 5799173"/>
              <a:gd name="connsiteY19933" fmla="*/ 2667555 h 5017219"/>
              <a:gd name="connsiteX19934" fmla="*/ 5670546 w 5799173"/>
              <a:gd name="connsiteY19934" fmla="*/ 2649859 h 5017219"/>
              <a:gd name="connsiteX19935" fmla="*/ 5670546 w 5799173"/>
              <a:gd name="connsiteY19935" fmla="*/ 2648448 h 5017219"/>
              <a:gd name="connsiteX19936" fmla="*/ 5680765 w 5799173"/>
              <a:gd name="connsiteY19936" fmla="*/ 2630751 h 5017219"/>
              <a:gd name="connsiteX19937" fmla="*/ 5682011 w 5799173"/>
              <a:gd name="connsiteY19937" fmla="*/ 2630003 h 5017219"/>
              <a:gd name="connsiteX19938" fmla="*/ 5702448 w 5799173"/>
              <a:gd name="connsiteY19938" fmla="*/ 2630003 h 5017219"/>
              <a:gd name="connsiteX19939" fmla="*/ 5703694 w 5799173"/>
              <a:gd name="connsiteY19939" fmla="*/ 2630751 h 5017219"/>
              <a:gd name="connsiteX19940" fmla="*/ 5713913 w 5799173"/>
              <a:gd name="connsiteY19940" fmla="*/ 2648447 h 5017219"/>
              <a:gd name="connsiteX19941" fmla="*/ 5713913 w 5799173"/>
              <a:gd name="connsiteY19941" fmla="*/ 2649859 h 5017219"/>
              <a:gd name="connsiteX19942" fmla="*/ 5703694 w 5799173"/>
              <a:gd name="connsiteY19942" fmla="*/ 2667555 h 5017219"/>
              <a:gd name="connsiteX19943" fmla="*/ 5702448 w 5799173"/>
              <a:gd name="connsiteY19943" fmla="*/ 2668302 h 5017219"/>
              <a:gd name="connsiteX19944" fmla="*/ 5200440 w 5799173"/>
              <a:gd name="connsiteY19944" fmla="*/ 2539361 h 5017219"/>
              <a:gd name="connsiteX19945" fmla="*/ 5199194 w 5799173"/>
              <a:gd name="connsiteY19945" fmla="*/ 2538613 h 5017219"/>
              <a:gd name="connsiteX19946" fmla="*/ 5188892 w 5799173"/>
              <a:gd name="connsiteY19946" fmla="*/ 2520834 h 5017219"/>
              <a:gd name="connsiteX19947" fmla="*/ 5188892 w 5799173"/>
              <a:gd name="connsiteY19947" fmla="*/ 2519422 h 5017219"/>
              <a:gd name="connsiteX19948" fmla="*/ 5199194 w 5799173"/>
              <a:gd name="connsiteY19948" fmla="*/ 2501643 h 5017219"/>
              <a:gd name="connsiteX19949" fmla="*/ 5200440 w 5799173"/>
              <a:gd name="connsiteY19949" fmla="*/ 2500895 h 5017219"/>
              <a:gd name="connsiteX19950" fmla="*/ 5220960 w 5799173"/>
              <a:gd name="connsiteY19950" fmla="*/ 2500895 h 5017219"/>
              <a:gd name="connsiteX19951" fmla="*/ 5222207 w 5799173"/>
              <a:gd name="connsiteY19951" fmla="*/ 2501643 h 5017219"/>
              <a:gd name="connsiteX19952" fmla="*/ 5232508 w 5799173"/>
              <a:gd name="connsiteY19952" fmla="*/ 2519422 h 5017219"/>
              <a:gd name="connsiteX19953" fmla="*/ 5232508 w 5799173"/>
              <a:gd name="connsiteY19953" fmla="*/ 2520834 h 5017219"/>
              <a:gd name="connsiteX19954" fmla="*/ 5222207 w 5799173"/>
              <a:gd name="connsiteY19954" fmla="*/ 2538613 h 5017219"/>
              <a:gd name="connsiteX19955" fmla="*/ 5220960 w 5799173"/>
              <a:gd name="connsiteY19955" fmla="*/ 2539361 h 5017219"/>
              <a:gd name="connsiteX19956" fmla="*/ 5260627 w 5799173"/>
              <a:gd name="connsiteY19956" fmla="*/ 2555488 h 5017219"/>
              <a:gd name="connsiteX19957" fmla="*/ 5259381 w 5799173"/>
              <a:gd name="connsiteY19957" fmla="*/ 2554740 h 5017219"/>
              <a:gd name="connsiteX19958" fmla="*/ 5249079 w 5799173"/>
              <a:gd name="connsiteY19958" fmla="*/ 2536961 h 5017219"/>
              <a:gd name="connsiteX19959" fmla="*/ 5249079 w 5799173"/>
              <a:gd name="connsiteY19959" fmla="*/ 2535549 h 5017219"/>
              <a:gd name="connsiteX19960" fmla="*/ 5259380 w 5799173"/>
              <a:gd name="connsiteY19960" fmla="*/ 2517770 h 5017219"/>
              <a:gd name="connsiteX19961" fmla="*/ 5260626 w 5799173"/>
              <a:gd name="connsiteY19961" fmla="*/ 2517022 h 5017219"/>
              <a:gd name="connsiteX19962" fmla="*/ 5281147 w 5799173"/>
              <a:gd name="connsiteY19962" fmla="*/ 2517022 h 5017219"/>
              <a:gd name="connsiteX19963" fmla="*/ 5282394 w 5799173"/>
              <a:gd name="connsiteY19963" fmla="*/ 2517770 h 5017219"/>
              <a:gd name="connsiteX19964" fmla="*/ 5292695 w 5799173"/>
              <a:gd name="connsiteY19964" fmla="*/ 2535549 h 5017219"/>
              <a:gd name="connsiteX19965" fmla="*/ 5292695 w 5799173"/>
              <a:gd name="connsiteY19965" fmla="*/ 2536961 h 5017219"/>
              <a:gd name="connsiteX19966" fmla="*/ 5282393 w 5799173"/>
              <a:gd name="connsiteY19966" fmla="*/ 2554740 h 5017219"/>
              <a:gd name="connsiteX19967" fmla="*/ 5281147 w 5799173"/>
              <a:gd name="connsiteY19967" fmla="*/ 2555488 h 5017219"/>
              <a:gd name="connsiteX19968" fmla="*/ 2311508 w 5799173"/>
              <a:gd name="connsiteY19968" fmla="*/ 1765378 h 5017219"/>
              <a:gd name="connsiteX19969" fmla="*/ 2310261 w 5799173"/>
              <a:gd name="connsiteY19969" fmla="*/ 1764630 h 5017219"/>
              <a:gd name="connsiteX19970" fmla="*/ 2299960 w 5799173"/>
              <a:gd name="connsiteY19970" fmla="*/ 1746768 h 5017219"/>
              <a:gd name="connsiteX19971" fmla="*/ 2299960 w 5799173"/>
              <a:gd name="connsiteY19971" fmla="*/ 1745273 h 5017219"/>
              <a:gd name="connsiteX19972" fmla="*/ 2310261 w 5799173"/>
              <a:gd name="connsiteY19972" fmla="*/ 1727411 h 5017219"/>
              <a:gd name="connsiteX19973" fmla="*/ 2311508 w 5799173"/>
              <a:gd name="connsiteY19973" fmla="*/ 1726663 h 5017219"/>
              <a:gd name="connsiteX19974" fmla="*/ 2332194 w 5799173"/>
              <a:gd name="connsiteY19974" fmla="*/ 1726663 h 5017219"/>
              <a:gd name="connsiteX19975" fmla="*/ 2333441 w 5799173"/>
              <a:gd name="connsiteY19975" fmla="*/ 1727411 h 5017219"/>
              <a:gd name="connsiteX19976" fmla="*/ 2343743 w 5799173"/>
              <a:gd name="connsiteY19976" fmla="*/ 1745273 h 5017219"/>
              <a:gd name="connsiteX19977" fmla="*/ 2343743 w 5799173"/>
              <a:gd name="connsiteY19977" fmla="*/ 1746768 h 5017219"/>
              <a:gd name="connsiteX19978" fmla="*/ 2333441 w 5799173"/>
              <a:gd name="connsiteY19978" fmla="*/ 1764630 h 5017219"/>
              <a:gd name="connsiteX19979" fmla="*/ 2332195 w 5799173"/>
              <a:gd name="connsiteY19979" fmla="*/ 1765378 h 5017219"/>
              <a:gd name="connsiteX19980" fmla="*/ 3033744 w 5799173"/>
              <a:gd name="connsiteY19980" fmla="*/ 1958900 h 5017219"/>
              <a:gd name="connsiteX19981" fmla="*/ 3032498 w 5799173"/>
              <a:gd name="connsiteY19981" fmla="*/ 1958152 h 5017219"/>
              <a:gd name="connsiteX19982" fmla="*/ 3022196 w 5799173"/>
              <a:gd name="connsiteY19982" fmla="*/ 1940290 h 5017219"/>
              <a:gd name="connsiteX19983" fmla="*/ 3022196 w 5799173"/>
              <a:gd name="connsiteY19983" fmla="*/ 1938795 h 5017219"/>
              <a:gd name="connsiteX19984" fmla="*/ 3032498 w 5799173"/>
              <a:gd name="connsiteY19984" fmla="*/ 1920933 h 5017219"/>
              <a:gd name="connsiteX19985" fmla="*/ 3033744 w 5799173"/>
              <a:gd name="connsiteY19985" fmla="*/ 1920185 h 5017219"/>
              <a:gd name="connsiteX19986" fmla="*/ 3054431 w 5799173"/>
              <a:gd name="connsiteY19986" fmla="*/ 1920185 h 5017219"/>
              <a:gd name="connsiteX19987" fmla="*/ 3055677 w 5799173"/>
              <a:gd name="connsiteY19987" fmla="*/ 1920933 h 5017219"/>
              <a:gd name="connsiteX19988" fmla="*/ 3065978 w 5799173"/>
              <a:gd name="connsiteY19988" fmla="*/ 1938795 h 5017219"/>
              <a:gd name="connsiteX19989" fmla="*/ 3065979 w 5799173"/>
              <a:gd name="connsiteY19989" fmla="*/ 1940290 h 5017219"/>
              <a:gd name="connsiteX19990" fmla="*/ 3055676 w 5799173"/>
              <a:gd name="connsiteY19990" fmla="*/ 1958152 h 5017219"/>
              <a:gd name="connsiteX19991" fmla="*/ 3054431 w 5799173"/>
              <a:gd name="connsiteY19991" fmla="*/ 1958900 h 5017219"/>
              <a:gd name="connsiteX19992" fmla="*/ 5019889 w 5799173"/>
              <a:gd name="connsiteY19992" fmla="*/ 2491086 h 5017219"/>
              <a:gd name="connsiteX19993" fmla="*/ 5018643 w 5799173"/>
              <a:gd name="connsiteY19993" fmla="*/ 2490338 h 5017219"/>
              <a:gd name="connsiteX19994" fmla="*/ 5008341 w 5799173"/>
              <a:gd name="connsiteY19994" fmla="*/ 2472476 h 5017219"/>
              <a:gd name="connsiteX19995" fmla="*/ 5008341 w 5799173"/>
              <a:gd name="connsiteY19995" fmla="*/ 2470981 h 5017219"/>
              <a:gd name="connsiteX19996" fmla="*/ 5018643 w 5799173"/>
              <a:gd name="connsiteY19996" fmla="*/ 2453119 h 5017219"/>
              <a:gd name="connsiteX19997" fmla="*/ 5019889 w 5799173"/>
              <a:gd name="connsiteY19997" fmla="*/ 2452371 h 5017219"/>
              <a:gd name="connsiteX19998" fmla="*/ 5040576 w 5799173"/>
              <a:gd name="connsiteY19998" fmla="*/ 2452371 h 5017219"/>
              <a:gd name="connsiteX19999" fmla="*/ 5041822 w 5799173"/>
              <a:gd name="connsiteY19999" fmla="*/ 2453119 h 5017219"/>
              <a:gd name="connsiteX20000" fmla="*/ 5052124 w 5799173"/>
              <a:gd name="connsiteY20000" fmla="*/ 2470981 h 5017219"/>
              <a:gd name="connsiteX20001" fmla="*/ 5052124 w 5799173"/>
              <a:gd name="connsiteY20001" fmla="*/ 2472476 h 5017219"/>
              <a:gd name="connsiteX20002" fmla="*/ 5041822 w 5799173"/>
              <a:gd name="connsiteY20002" fmla="*/ 2490338 h 5017219"/>
              <a:gd name="connsiteX20003" fmla="*/ 5040576 w 5799173"/>
              <a:gd name="connsiteY20003" fmla="*/ 2491086 h 5017219"/>
              <a:gd name="connsiteX20004" fmla="*/ 5320820 w 5799173"/>
              <a:gd name="connsiteY20004" fmla="*/ 2571720 h 5017219"/>
              <a:gd name="connsiteX20005" fmla="*/ 5319574 w 5799173"/>
              <a:gd name="connsiteY20005" fmla="*/ 2570972 h 5017219"/>
              <a:gd name="connsiteX20006" fmla="*/ 5309272 w 5799173"/>
              <a:gd name="connsiteY20006" fmla="*/ 2553110 h 5017219"/>
              <a:gd name="connsiteX20007" fmla="*/ 5309272 w 5799173"/>
              <a:gd name="connsiteY20007" fmla="*/ 2551616 h 5017219"/>
              <a:gd name="connsiteX20008" fmla="*/ 5319574 w 5799173"/>
              <a:gd name="connsiteY20008" fmla="*/ 2533753 h 5017219"/>
              <a:gd name="connsiteX20009" fmla="*/ 5320820 w 5799173"/>
              <a:gd name="connsiteY20009" fmla="*/ 2533006 h 5017219"/>
              <a:gd name="connsiteX20010" fmla="*/ 5341507 w 5799173"/>
              <a:gd name="connsiteY20010" fmla="*/ 2533005 h 5017219"/>
              <a:gd name="connsiteX20011" fmla="*/ 5342753 w 5799173"/>
              <a:gd name="connsiteY20011" fmla="*/ 2533753 h 5017219"/>
              <a:gd name="connsiteX20012" fmla="*/ 5353055 w 5799173"/>
              <a:gd name="connsiteY20012" fmla="*/ 2551616 h 5017219"/>
              <a:gd name="connsiteX20013" fmla="*/ 5353055 w 5799173"/>
              <a:gd name="connsiteY20013" fmla="*/ 2553111 h 5017219"/>
              <a:gd name="connsiteX20014" fmla="*/ 5342753 w 5799173"/>
              <a:gd name="connsiteY20014" fmla="*/ 2570973 h 5017219"/>
              <a:gd name="connsiteX20015" fmla="*/ 5341507 w 5799173"/>
              <a:gd name="connsiteY20015" fmla="*/ 2571721 h 5017219"/>
              <a:gd name="connsiteX20016" fmla="*/ 5381007 w 5799173"/>
              <a:gd name="connsiteY20016" fmla="*/ 2587847 h 5017219"/>
              <a:gd name="connsiteX20017" fmla="*/ 5379761 w 5799173"/>
              <a:gd name="connsiteY20017" fmla="*/ 2587099 h 5017219"/>
              <a:gd name="connsiteX20018" fmla="*/ 5369459 w 5799173"/>
              <a:gd name="connsiteY20018" fmla="*/ 2569237 h 5017219"/>
              <a:gd name="connsiteX20019" fmla="*/ 5369459 w 5799173"/>
              <a:gd name="connsiteY20019" fmla="*/ 2567743 h 5017219"/>
              <a:gd name="connsiteX20020" fmla="*/ 5379761 w 5799173"/>
              <a:gd name="connsiteY20020" fmla="*/ 2549881 h 5017219"/>
              <a:gd name="connsiteX20021" fmla="*/ 5381007 w 5799173"/>
              <a:gd name="connsiteY20021" fmla="*/ 2549133 h 5017219"/>
              <a:gd name="connsiteX20022" fmla="*/ 5401694 w 5799173"/>
              <a:gd name="connsiteY20022" fmla="*/ 2549132 h 5017219"/>
              <a:gd name="connsiteX20023" fmla="*/ 5402940 w 5799173"/>
              <a:gd name="connsiteY20023" fmla="*/ 2549880 h 5017219"/>
              <a:gd name="connsiteX20024" fmla="*/ 5413242 w 5799173"/>
              <a:gd name="connsiteY20024" fmla="*/ 2567743 h 5017219"/>
              <a:gd name="connsiteX20025" fmla="*/ 5413242 w 5799173"/>
              <a:gd name="connsiteY20025" fmla="*/ 2569238 h 5017219"/>
              <a:gd name="connsiteX20026" fmla="*/ 5402940 w 5799173"/>
              <a:gd name="connsiteY20026" fmla="*/ 2587100 h 5017219"/>
              <a:gd name="connsiteX20027" fmla="*/ 5401694 w 5799173"/>
              <a:gd name="connsiteY20027" fmla="*/ 2587848 h 5017219"/>
              <a:gd name="connsiteX20028" fmla="*/ 5561566 w 5799173"/>
              <a:gd name="connsiteY20028" fmla="*/ 2636228 h 5017219"/>
              <a:gd name="connsiteX20029" fmla="*/ 5560320 w 5799173"/>
              <a:gd name="connsiteY20029" fmla="*/ 2635480 h 5017219"/>
              <a:gd name="connsiteX20030" fmla="*/ 5550018 w 5799173"/>
              <a:gd name="connsiteY20030" fmla="*/ 2617618 h 5017219"/>
              <a:gd name="connsiteX20031" fmla="*/ 5550018 w 5799173"/>
              <a:gd name="connsiteY20031" fmla="*/ 2616123 h 5017219"/>
              <a:gd name="connsiteX20032" fmla="*/ 5560320 w 5799173"/>
              <a:gd name="connsiteY20032" fmla="*/ 2598261 h 5017219"/>
              <a:gd name="connsiteX20033" fmla="*/ 5561566 w 5799173"/>
              <a:gd name="connsiteY20033" fmla="*/ 2597513 h 5017219"/>
              <a:gd name="connsiteX20034" fmla="*/ 5582253 w 5799173"/>
              <a:gd name="connsiteY20034" fmla="*/ 2597513 h 5017219"/>
              <a:gd name="connsiteX20035" fmla="*/ 5583499 w 5799173"/>
              <a:gd name="connsiteY20035" fmla="*/ 2598261 h 5017219"/>
              <a:gd name="connsiteX20036" fmla="*/ 5593801 w 5799173"/>
              <a:gd name="connsiteY20036" fmla="*/ 2616123 h 5017219"/>
              <a:gd name="connsiteX20037" fmla="*/ 5593801 w 5799173"/>
              <a:gd name="connsiteY20037" fmla="*/ 2617618 h 5017219"/>
              <a:gd name="connsiteX20038" fmla="*/ 5583499 w 5799173"/>
              <a:gd name="connsiteY20038" fmla="*/ 2635480 h 5017219"/>
              <a:gd name="connsiteX20039" fmla="*/ 5582253 w 5799173"/>
              <a:gd name="connsiteY20039" fmla="*/ 2636228 h 5017219"/>
              <a:gd name="connsiteX20040" fmla="*/ 2792917 w 5799173"/>
              <a:gd name="connsiteY20040" fmla="*/ 1894465 h 5017219"/>
              <a:gd name="connsiteX20041" fmla="*/ 2791671 w 5799173"/>
              <a:gd name="connsiteY20041" fmla="*/ 1893717 h 5017219"/>
              <a:gd name="connsiteX20042" fmla="*/ 2781286 w 5799173"/>
              <a:gd name="connsiteY20042" fmla="*/ 1875772 h 5017219"/>
              <a:gd name="connsiteX20043" fmla="*/ 2781286 w 5799173"/>
              <a:gd name="connsiteY20043" fmla="*/ 1874277 h 5017219"/>
              <a:gd name="connsiteX20044" fmla="*/ 2791671 w 5799173"/>
              <a:gd name="connsiteY20044" fmla="*/ 1856332 h 5017219"/>
              <a:gd name="connsiteX20045" fmla="*/ 2792917 w 5799173"/>
              <a:gd name="connsiteY20045" fmla="*/ 1855584 h 5017219"/>
              <a:gd name="connsiteX20046" fmla="*/ 2813686 w 5799173"/>
              <a:gd name="connsiteY20046" fmla="*/ 1855584 h 5017219"/>
              <a:gd name="connsiteX20047" fmla="*/ 2814933 w 5799173"/>
              <a:gd name="connsiteY20047" fmla="*/ 1856332 h 5017219"/>
              <a:gd name="connsiteX20048" fmla="*/ 2825318 w 5799173"/>
              <a:gd name="connsiteY20048" fmla="*/ 1874277 h 5017219"/>
              <a:gd name="connsiteX20049" fmla="*/ 2825318 w 5799173"/>
              <a:gd name="connsiteY20049" fmla="*/ 1875772 h 5017219"/>
              <a:gd name="connsiteX20050" fmla="*/ 2814933 w 5799173"/>
              <a:gd name="connsiteY20050" fmla="*/ 1893717 h 5017219"/>
              <a:gd name="connsiteX20051" fmla="*/ 2813687 w 5799173"/>
              <a:gd name="connsiteY20051" fmla="*/ 1894465 h 5017219"/>
              <a:gd name="connsiteX20052" fmla="*/ 2853103 w 5799173"/>
              <a:gd name="connsiteY20052" fmla="*/ 1910592 h 5017219"/>
              <a:gd name="connsiteX20053" fmla="*/ 2851858 w 5799173"/>
              <a:gd name="connsiteY20053" fmla="*/ 1909844 h 5017219"/>
              <a:gd name="connsiteX20054" fmla="*/ 2841473 w 5799173"/>
              <a:gd name="connsiteY20054" fmla="*/ 1891899 h 5017219"/>
              <a:gd name="connsiteX20055" fmla="*/ 2841473 w 5799173"/>
              <a:gd name="connsiteY20055" fmla="*/ 1890404 h 5017219"/>
              <a:gd name="connsiteX20056" fmla="*/ 2851858 w 5799173"/>
              <a:gd name="connsiteY20056" fmla="*/ 1872459 h 5017219"/>
              <a:gd name="connsiteX20057" fmla="*/ 2853104 w 5799173"/>
              <a:gd name="connsiteY20057" fmla="*/ 1871711 h 5017219"/>
              <a:gd name="connsiteX20058" fmla="*/ 2873873 w 5799173"/>
              <a:gd name="connsiteY20058" fmla="*/ 1871711 h 5017219"/>
              <a:gd name="connsiteX20059" fmla="*/ 2875120 w 5799173"/>
              <a:gd name="connsiteY20059" fmla="*/ 1872459 h 5017219"/>
              <a:gd name="connsiteX20060" fmla="*/ 2885505 w 5799173"/>
              <a:gd name="connsiteY20060" fmla="*/ 1890404 h 5017219"/>
              <a:gd name="connsiteX20061" fmla="*/ 2885505 w 5799173"/>
              <a:gd name="connsiteY20061" fmla="*/ 1891899 h 5017219"/>
              <a:gd name="connsiteX20062" fmla="*/ 2875120 w 5799173"/>
              <a:gd name="connsiteY20062" fmla="*/ 1909844 h 5017219"/>
              <a:gd name="connsiteX20063" fmla="*/ 2873874 w 5799173"/>
              <a:gd name="connsiteY20063" fmla="*/ 1910592 h 5017219"/>
              <a:gd name="connsiteX20064" fmla="*/ 4959622 w 5799173"/>
              <a:gd name="connsiteY20064" fmla="*/ 2475032 h 5017219"/>
              <a:gd name="connsiteX20065" fmla="*/ 4958376 w 5799173"/>
              <a:gd name="connsiteY20065" fmla="*/ 2474284 h 5017219"/>
              <a:gd name="connsiteX20066" fmla="*/ 4947991 w 5799173"/>
              <a:gd name="connsiteY20066" fmla="*/ 2456339 h 5017219"/>
              <a:gd name="connsiteX20067" fmla="*/ 4947991 w 5799173"/>
              <a:gd name="connsiteY20067" fmla="*/ 2454844 h 5017219"/>
              <a:gd name="connsiteX20068" fmla="*/ 4958376 w 5799173"/>
              <a:gd name="connsiteY20068" fmla="*/ 2436899 h 5017219"/>
              <a:gd name="connsiteX20069" fmla="*/ 4959622 w 5799173"/>
              <a:gd name="connsiteY20069" fmla="*/ 2436151 h 5017219"/>
              <a:gd name="connsiteX20070" fmla="*/ 4980391 w 5799173"/>
              <a:gd name="connsiteY20070" fmla="*/ 2436151 h 5017219"/>
              <a:gd name="connsiteX20071" fmla="*/ 4981638 w 5799173"/>
              <a:gd name="connsiteY20071" fmla="*/ 2436899 h 5017219"/>
              <a:gd name="connsiteX20072" fmla="*/ 4992023 w 5799173"/>
              <a:gd name="connsiteY20072" fmla="*/ 2454844 h 5017219"/>
              <a:gd name="connsiteX20073" fmla="*/ 4992023 w 5799173"/>
              <a:gd name="connsiteY20073" fmla="*/ 2456339 h 5017219"/>
              <a:gd name="connsiteX20074" fmla="*/ 4981638 w 5799173"/>
              <a:gd name="connsiteY20074" fmla="*/ 2474284 h 5017219"/>
              <a:gd name="connsiteX20075" fmla="*/ 4980392 w 5799173"/>
              <a:gd name="connsiteY20075" fmla="*/ 2475032 h 5017219"/>
              <a:gd name="connsiteX20076" fmla="*/ 5140180 w 5799173"/>
              <a:gd name="connsiteY20076" fmla="*/ 2523412 h 5017219"/>
              <a:gd name="connsiteX20077" fmla="*/ 5138934 w 5799173"/>
              <a:gd name="connsiteY20077" fmla="*/ 2522664 h 5017219"/>
              <a:gd name="connsiteX20078" fmla="*/ 5128549 w 5799173"/>
              <a:gd name="connsiteY20078" fmla="*/ 2504719 h 5017219"/>
              <a:gd name="connsiteX20079" fmla="*/ 5128549 w 5799173"/>
              <a:gd name="connsiteY20079" fmla="*/ 2503224 h 5017219"/>
              <a:gd name="connsiteX20080" fmla="*/ 5138934 w 5799173"/>
              <a:gd name="connsiteY20080" fmla="*/ 2485279 h 5017219"/>
              <a:gd name="connsiteX20081" fmla="*/ 5140180 w 5799173"/>
              <a:gd name="connsiteY20081" fmla="*/ 2484531 h 5017219"/>
              <a:gd name="connsiteX20082" fmla="*/ 5160950 w 5799173"/>
              <a:gd name="connsiteY20082" fmla="*/ 2484531 h 5017219"/>
              <a:gd name="connsiteX20083" fmla="*/ 5162196 w 5799173"/>
              <a:gd name="connsiteY20083" fmla="*/ 2485279 h 5017219"/>
              <a:gd name="connsiteX20084" fmla="*/ 5172581 w 5799173"/>
              <a:gd name="connsiteY20084" fmla="*/ 2503224 h 5017219"/>
              <a:gd name="connsiteX20085" fmla="*/ 5172581 w 5799173"/>
              <a:gd name="connsiteY20085" fmla="*/ 2504719 h 5017219"/>
              <a:gd name="connsiteX20086" fmla="*/ 5162196 w 5799173"/>
              <a:gd name="connsiteY20086" fmla="*/ 2522664 h 5017219"/>
              <a:gd name="connsiteX20087" fmla="*/ 5160950 w 5799173"/>
              <a:gd name="connsiteY20087" fmla="*/ 2523412 h 5017219"/>
              <a:gd name="connsiteX20088" fmla="*/ 5441111 w 5799173"/>
              <a:gd name="connsiteY20088" fmla="*/ 2604047 h 5017219"/>
              <a:gd name="connsiteX20089" fmla="*/ 5439866 w 5799173"/>
              <a:gd name="connsiteY20089" fmla="*/ 2603299 h 5017219"/>
              <a:gd name="connsiteX20090" fmla="*/ 5429480 w 5799173"/>
              <a:gd name="connsiteY20090" fmla="*/ 2585354 h 5017219"/>
              <a:gd name="connsiteX20091" fmla="*/ 5429480 w 5799173"/>
              <a:gd name="connsiteY20091" fmla="*/ 2583859 h 5017219"/>
              <a:gd name="connsiteX20092" fmla="*/ 5439866 w 5799173"/>
              <a:gd name="connsiteY20092" fmla="*/ 2565913 h 5017219"/>
              <a:gd name="connsiteX20093" fmla="*/ 5441112 w 5799173"/>
              <a:gd name="connsiteY20093" fmla="*/ 2565165 h 5017219"/>
              <a:gd name="connsiteX20094" fmla="*/ 5461882 w 5799173"/>
              <a:gd name="connsiteY20094" fmla="*/ 2565166 h 5017219"/>
              <a:gd name="connsiteX20095" fmla="*/ 5463127 w 5799173"/>
              <a:gd name="connsiteY20095" fmla="*/ 2565914 h 5017219"/>
              <a:gd name="connsiteX20096" fmla="*/ 5473512 w 5799173"/>
              <a:gd name="connsiteY20096" fmla="*/ 2583859 h 5017219"/>
              <a:gd name="connsiteX20097" fmla="*/ 5473513 w 5799173"/>
              <a:gd name="connsiteY20097" fmla="*/ 2585354 h 5017219"/>
              <a:gd name="connsiteX20098" fmla="*/ 5463127 w 5799173"/>
              <a:gd name="connsiteY20098" fmla="*/ 2603298 h 5017219"/>
              <a:gd name="connsiteX20099" fmla="*/ 5461881 w 5799173"/>
              <a:gd name="connsiteY20099" fmla="*/ 2604046 h 5017219"/>
              <a:gd name="connsiteX20100" fmla="*/ 2552088 w 5799173"/>
              <a:gd name="connsiteY20100" fmla="*/ 1830039 h 5017219"/>
              <a:gd name="connsiteX20101" fmla="*/ 2550843 w 5799173"/>
              <a:gd name="connsiteY20101" fmla="*/ 1829293 h 5017219"/>
              <a:gd name="connsiteX20102" fmla="*/ 2540457 w 5799173"/>
              <a:gd name="connsiteY20102" fmla="*/ 1811264 h 5017219"/>
              <a:gd name="connsiteX20103" fmla="*/ 2540457 w 5799173"/>
              <a:gd name="connsiteY20103" fmla="*/ 1809768 h 5017219"/>
              <a:gd name="connsiteX20104" fmla="*/ 2550926 w 5799173"/>
              <a:gd name="connsiteY20104" fmla="*/ 1791740 h 5017219"/>
              <a:gd name="connsiteX20105" fmla="*/ 2552172 w 5799173"/>
              <a:gd name="connsiteY20105" fmla="*/ 1790992 h 5017219"/>
              <a:gd name="connsiteX20106" fmla="*/ 2573025 w 5799173"/>
              <a:gd name="connsiteY20106" fmla="*/ 1790993 h 5017219"/>
              <a:gd name="connsiteX20107" fmla="*/ 2574270 w 5799173"/>
              <a:gd name="connsiteY20107" fmla="*/ 1791741 h 5017219"/>
              <a:gd name="connsiteX20108" fmla="*/ 2584655 w 5799173"/>
              <a:gd name="connsiteY20108" fmla="*/ 1809768 h 5017219"/>
              <a:gd name="connsiteX20109" fmla="*/ 2584655 w 5799173"/>
              <a:gd name="connsiteY20109" fmla="*/ 1811264 h 5017219"/>
              <a:gd name="connsiteX20110" fmla="*/ 2574187 w 5799173"/>
              <a:gd name="connsiteY20110" fmla="*/ 1829293 h 5017219"/>
              <a:gd name="connsiteX20111" fmla="*/ 2572941 w 5799173"/>
              <a:gd name="connsiteY20111" fmla="*/ 1830040 h 5017219"/>
              <a:gd name="connsiteX20112" fmla="*/ 2672461 w 5799173"/>
              <a:gd name="connsiteY20112" fmla="*/ 1862293 h 5017219"/>
              <a:gd name="connsiteX20113" fmla="*/ 2671215 w 5799173"/>
              <a:gd name="connsiteY20113" fmla="*/ 1861546 h 5017219"/>
              <a:gd name="connsiteX20114" fmla="*/ 2660830 w 5799173"/>
              <a:gd name="connsiteY20114" fmla="*/ 1843517 h 5017219"/>
              <a:gd name="connsiteX20115" fmla="*/ 2660830 w 5799173"/>
              <a:gd name="connsiteY20115" fmla="*/ 1842022 h 5017219"/>
              <a:gd name="connsiteX20116" fmla="*/ 2671298 w 5799173"/>
              <a:gd name="connsiteY20116" fmla="*/ 1823994 h 5017219"/>
              <a:gd name="connsiteX20117" fmla="*/ 2672544 w 5799173"/>
              <a:gd name="connsiteY20117" fmla="*/ 1823246 h 5017219"/>
              <a:gd name="connsiteX20118" fmla="*/ 2693397 w 5799173"/>
              <a:gd name="connsiteY20118" fmla="*/ 1823246 h 5017219"/>
              <a:gd name="connsiteX20119" fmla="*/ 2694643 w 5799173"/>
              <a:gd name="connsiteY20119" fmla="*/ 1823994 h 5017219"/>
              <a:gd name="connsiteX20120" fmla="*/ 2705028 w 5799173"/>
              <a:gd name="connsiteY20120" fmla="*/ 1842022 h 5017219"/>
              <a:gd name="connsiteX20121" fmla="*/ 2705028 w 5799173"/>
              <a:gd name="connsiteY20121" fmla="*/ 1843517 h 5017219"/>
              <a:gd name="connsiteX20122" fmla="*/ 2694560 w 5799173"/>
              <a:gd name="connsiteY20122" fmla="*/ 1861546 h 5017219"/>
              <a:gd name="connsiteX20123" fmla="*/ 2693314 w 5799173"/>
              <a:gd name="connsiteY20123" fmla="*/ 1862293 h 5017219"/>
              <a:gd name="connsiteX20124" fmla="*/ 2732647 w 5799173"/>
              <a:gd name="connsiteY20124" fmla="*/ 1878503 h 5017219"/>
              <a:gd name="connsiteX20125" fmla="*/ 2731401 w 5799173"/>
              <a:gd name="connsiteY20125" fmla="*/ 1877755 h 5017219"/>
              <a:gd name="connsiteX20126" fmla="*/ 2720933 w 5799173"/>
              <a:gd name="connsiteY20126" fmla="*/ 1859644 h 5017219"/>
              <a:gd name="connsiteX20127" fmla="*/ 2720933 w 5799173"/>
              <a:gd name="connsiteY20127" fmla="*/ 1858149 h 5017219"/>
              <a:gd name="connsiteX20128" fmla="*/ 2731401 w 5799173"/>
              <a:gd name="connsiteY20128" fmla="*/ 1840038 h 5017219"/>
              <a:gd name="connsiteX20129" fmla="*/ 2732647 w 5799173"/>
              <a:gd name="connsiteY20129" fmla="*/ 1839290 h 5017219"/>
              <a:gd name="connsiteX20130" fmla="*/ 2753583 w 5799173"/>
              <a:gd name="connsiteY20130" fmla="*/ 1839290 h 5017219"/>
              <a:gd name="connsiteX20131" fmla="*/ 2754829 w 5799173"/>
              <a:gd name="connsiteY20131" fmla="*/ 1840038 h 5017219"/>
              <a:gd name="connsiteX20132" fmla="*/ 2765297 w 5799173"/>
              <a:gd name="connsiteY20132" fmla="*/ 1858149 h 5017219"/>
              <a:gd name="connsiteX20133" fmla="*/ 2765297 w 5799173"/>
              <a:gd name="connsiteY20133" fmla="*/ 1859644 h 5017219"/>
              <a:gd name="connsiteX20134" fmla="*/ 2754829 w 5799173"/>
              <a:gd name="connsiteY20134" fmla="*/ 1877755 h 5017219"/>
              <a:gd name="connsiteX20135" fmla="*/ 2753583 w 5799173"/>
              <a:gd name="connsiteY20135" fmla="*/ 1878503 h 5017219"/>
              <a:gd name="connsiteX20136" fmla="*/ 3755813 w 5799173"/>
              <a:gd name="connsiteY20136" fmla="*/ 2152660 h 5017219"/>
              <a:gd name="connsiteX20137" fmla="*/ 3754567 w 5799173"/>
              <a:gd name="connsiteY20137" fmla="*/ 2151912 h 5017219"/>
              <a:gd name="connsiteX20138" fmla="*/ 3744100 w 5799173"/>
              <a:gd name="connsiteY20138" fmla="*/ 2133801 h 5017219"/>
              <a:gd name="connsiteX20139" fmla="*/ 3744100 w 5799173"/>
              <a:gd name="connsiteY20139" fmla="*/ 2132306 h 5017219"/>
              <a:gd name="connsiteX20140" fmla="*/ 3754567 w 5799173"/>
              <a:gd name="connsiteY20140" fmla="*/ 2114195 h 5017219"/>
              <a:gd name="connsiteX20141" fmla="*/ 3755813 w 5799173"/>
              <a:gd name="connsiteY20141" fmla="*/ 2113447 h 5017219"/>
              <a:gd name="connsiteX20142" fmla="*/ 3776750 w 5799173"/>
              <a:gd name="connsiteY20142" fmla="*/ 2113447 h 5017219"/>
              <a:gd name="connsiteX20143" fmla="*/ 3777996 w 5799173"/>
              <a:gd name="connsiteY20143" fmla="*/ 2114195 h 5017219"/>
              <a:gd name="connsiteX20144" fmla="*/ 3788463 w 5799173"/>
              <a:gd name="connsiteY20144" fmla="*/ 2132306 h 5017219"/>
              <a:gd name="connsiteX20145" fmla="*/ 3788463 w 5799173"/>
              <a:gd name="connsiteY20145" fmla="*/ 2133801 h 5017219"/>
              <a:gd name="connsiteX20146" fmla="*/ 3777996 w 5799173"/>
              <a:gd name="connsiteY20146" fmla="*/ 2151912 h 5017219"/>
              <a:gd name="connsiteX20147" fmla="*/ 3776750 w 5799173"/>
              <a:gd name="connsiteY20147" fmla="*/ 2152660 h 5017219"/>
              <a:gd name="connsiteX20148" fmla="*/ 4056745 w 5799173"/>
              <a:gd name="connsiteY20148" fmla="*/ 2233294 h 5017219"/>
              <a:gd name="connsiteX20149" fmla="*/ 4055499 w 5799173"/>
              <a:gd name="connsiteY20149" fmla="*/ 2232546 h 5017219"/>
              <a:gd name="connsiteX20150" fmla="*/ 4045031 w 5799173"/>
              <a:gd name="connsiteY20150" fmla="*/ 2214435 h 5017219"/>
              <a:gd name="connsiteX20151" fmla="*/ 4045031 w 5799173"/>
              <a:gd name="connsiteY20151" fmla="*/ 2212940 h 5017219"/>
              <a:gd name="connsiteX20152" fmla="*/ 4055499 w 5799173"/>
              <a:gd name="connsiteY20152" fmla="*/ 2194829 h 5017219"/>
              <a:gd name="connsiteX20153" fmla="*/ 4056745 w 5799173"/>
              <a:gd name="connsiteY20153" fmla="*/ 2194081 h 5017219"/>
              <a:gd name="connsiteX20154" fmla="*/ 4077681 w 5799173"/>
              <a:gd name="connsiteY20154" fmla="*/ 2194081 h 5017219"/>
              <a:gd name="connsiteX20155" fmla="*/ 4078927 w 5799173"/>
              <a:gd name="connsiteY20155" fmla="*/ 2194829 h 5017219"/>
              <a:gd name="connsiteX20156" fmla="*/ 4089395 w 5799173"/>
              <a:gd name="connsiteY20156" fmla="*/ 2212940 h 5017219"/>
              <a:gd name="connsiteX20157" fmla="*/ 4089395 w 5799173"/>
              <a:gd name="connsiteY20157" fmla="*/ 2214435 h 5017219"/>
              <a:gd name="connsiteX20158" fmla="*/ 4078927 w 5799173"/>
              <a:gd name="connsiteY20158" fmla="*/ 2232546 h 5017219"/>
              <a:gd name="connsiteX20159" fmla="*/ 4077681 w 5799173"/>
              <a:gd name="connsiteY20159" fmla="*/ 2233294 h 5017219"/>
              <a:gd name="connsiteX20160" fmla="*/ 3213972 w 5799173"/>
              <a:gd name="connsiteY20160" fmla="*/ 2007851 h 5017219"/>
              <a:gd name="connsiteX20161" fmla="*/ 3212643 w 5799173"/>
              <a:gd name="connsiteY20161" fmla="*/ 2007103 h 5017219"/>
              <a:gd name="connsiteX20162" fmla="*/ 3202009 w 5799173"/>
              <a:gd name="connsiteY20162" fmla="*/ 1988660 h 5017219"/>
              <a:gd name="connsiteX20163" fmla="*/ 3202009 w 5799173"/>
              <a:gd name="connsiteY20163" fmla="*/ 1987164 h 5017219"/>
              <a:gd name="connsiteX20164" fmla="*/ 3212643 w 5799173"/>
              <a:gd name="connsiteY20164" fmla="*/ 1968721 h 5017219"/>
              <a:gd name="connsiteX20165" fmla="*/ 3213972 w 5799173"/>
              <a:gd name="connsiteY20165" fmla="*/ 1967973 h 5017219"/>
              <a:gd name="connsiteX20166" fmla="*/ 3235241 w 5799173"/>
              <a:gd name="connsiteY20166" fmla="*/ 1967973 h 5017219"/>
              <a:gd name="connsiteX20167" fmla="*/ 3236570 w 5799173"/>
              <a:gd name="connsiteY20167" fmla="*/ 1968721 h 5017219"/>
              <a:gd name="connsiteX20168" fmla="*/ 3247204 w 5799173"/>
              <a:gd name="connsiteY20168" fmla="*/ 1987164 h 5017219"/>
              <a:gd name="connsiteX20169" fmla="*/ 3247204 w 5799173"/>
              <a:gd name="connsiteY20169" fmla="*/ 1988660 h 5017219"/>
              <a:gd name="connsiteX20170" fmla="*/ 3236570 w 5799173"/>
              <a:gd name="connsiteY20170" fmla="*/ 2007103 h 5017219"/>
              <a:gd name="connsiteX20171" fmla="*/ 3235241 w 5799173"/>
              <a:gd name="connsiteY20171" fmla="*/ 2007851 h 5017219"/>
              <a:gd name="connsiteX20172" fmla="*/ 3575089 w 5799173"/>
              <a:gd name="connsiteY20172" fmla="*/ 2104612 h 5017219"/>
              <a:gd name="connsiteX20173" fmla="*/ 3573760 w 5799173"/>
              <a:gd name="connsiteY20173" fmla="*/ 2103864 h 5017219"/>
              <a:gd name="connsiteX20174" fmla="*/ 3563126 w 5799173"/>
              <a:gd name="connsiteY20174" fmla="*/ 2085421 h 5017219"/>
              <a:gd name="connsiteX20175" fmla="*/ 3563126 w 5799173"/>
              <a:gd name="connsiteY20175" fmla="*/ 2083925 h 5017219"/>
              <a:gd name="connsiteX20176" fmla="*/ 3573760 w 5799173"/>
              <a:gd name="connsiteY20176" fmla="*/ 2065482 h 5017219"/>
              <a:gd name="connsiteX20177" fmla="*/ 3575089 w 5799173"/>
              <a:gd name="connsiteY20177" fmla="*/ 2064734 h 5017219"/>
              <a:gd name="connsiteX20178" fmla="*/ 3596358 w 5799173"/>
              <a:gd name="connsiteY20178" fmla="*/ 2064734 h 5017219"/>
              <a:gd name="connsiteX20179" fmla="*/ 3597687 w 5799173"/>
              <a:gd name="connsiteY20179" fmla="*/ 2065482 h 5017219"/>
              <a:gd name="connsiteX20180" fmla="*/ 3608321 w 5799173"/>
              <a:gd name="connsiteY20180" fmla="*/ 2083925 h 5017219"/>
              <a:gd name="connsiteX20181" fmla="*/ 3608321 w 5799173"/>
              <a:gd name="connsiteY20181" fmla="*/ 2085421 h 5017219"/>
              <a:gd name="connsiteX20182" fmla="*/ 3597687 w 5799173"/>
              <a:gd name="connsiteY20182" fmla="*/ 2103864 h 5017219"/>
              <a:gd name="connsiteX20183" fmla="*/ 3596358 w 5799173"/>
              <a:gd name="connsiteY20183" fmla="*/ 2104612 h 5017219"/>
              <a:gd name="connsiteX20184" fmla="*/ 3153701 w 5799173"/>
              <a:gd name="connsiteY20184" fmla="*/ 1991807 h 5017219"/>
              <a:gd name="connsiteX20185" fmla="*/ 3152372 w 5799173"/>
              <a:gd name="connsiteY20185" fmla="*/ 1991060 h 5017219"/>
              <a:gd name="connsiteX20186" fmla="*/ 3141738 w 5799173"/>
              <a:gd name="connsiteY20186" fmla="*/ 1972533 h 5017219"/>
              <a:gd name="connsiteX20187" fmla="*/ 3141738 w 5799173"/>
              <a:gd name="connsiteY20187" fmla="*/ 1971037 h 5017219"/>
              <a:gd name="connsiteX20188" fmla="*/ 3152455 w 5799173"/>
              <a:gd name="connsiteY20188" fmla="*/ 1952511 h 5017219"/>
              <a:gd name="connsiteX20189" fmla="*/ 3153785 w 5799173"/>
              <a:gd name="connsiteY20189" fmla="*/ 1951763 h 5017219"/>
              <a:gd name="connsiteX20190" fmla="*/ 3175136 w 5799173"/>
              <a:gd name="connsiteY20190" fmla="*/ 1951763 h 5017219"/>
              <a:gd name="connsiteX20191" fmla="*/ 3176465 w 5799173"/>
              <a:gd name="connsiteY20191" fmla="*/ 1952511 h 5017219"/>
              <a:gd name="connsiteX20192" fmla="*/ 3187099 w 5799173"/>
              <a:gd name="connsiteY20192" fmla="*/ 1971037 h 5017219"/>
              <a:gd name="connsiteX20193" fmla="*/ 3187099 w 5799173"/>
              <a:gd name="connsiteY20193" fmla="*/ 1972533 h 5017219"/>
              <a:gd name="connsiteX20194" fmla="*/ 3176382 w 5799173"/>
              <a:gd name="connsiteY20194" fmla="*/ 1991060 h 5017219"/>
              <a:gd name="connsiteX20195" fmla="*/ 3175053 w 5799173"/>
              <a:gd name="connsiteY20195" fmla="*/ 1991807 h 5017219"/>
              <a:gd name="connsiteX20196" fmla="*/ 3815750 w 5799173"/>
              <a:gd name="connsiteY20196" fmla="*/ 2169203 h 5017219"/>
              <a:gd name="connsiteX20197" fmla="*/ 3814421 w 5799173"/>
              <a:gd name="connsiteY20197" fmla="*/ 2168455 h 5017219"/>
              <a:gd name="connsiteX20198" fmla="*/ 3803787 w 5799173"/>
              <a:gd name="connsiteY20198" fmla="*/ 2149929 h 5017219"/>
              <a:gd name="connsiteX20199" fmla="*/ 3803787 w 5799173"/>
              <a:gd name="connsiteY20199" fmla="*/ 2148433 h 5017219"/>
              <a:gd name="connsiteX20200" fmla="*/ 3814504 w 5799173"/>
              <a:gd name="connsiteY20200" fmla="*/ 2129907 h 5017219"/>
              <a:gd name="connsiteX20201" fmla="*/ 3815834 w 5799173"/>
              <a:gd name="connsiteY20201" fmla="*/ 2129159 h 5017219"/>
              <a:gd name="connsiteX20202" fmla="*/ 3837185 w 5799173"/>
              <a:gd name="connsiteY20202" fmla="*/ 2129158 h 5017219"/>
              <a:gd name="connsiteX20203" fmla="*/ 3838514 w 5799173"/>
              <a:gd name="connsiteY20203" fmla="*/ 2129907 h 5017219"/>
              <a:gd name="connsiteX20204" fmla="*/ 3849148 w 5799173"/>
              <a:gd name="connsiteY20204" fmla="*/ 2148432 h 5017219"/>
              <a:gd name="connsiteX20205" fmla="*/ 3849149 w 5799173"/>
              <a:gd name="connsiteY20205" fmla="*/ 2149929 h 5017219"/>
              <a:gd name="connsiteX20206" fmla="*/ 3838431 w 5799173"/>
              <a:gd name="connsiteY20206" fmla="*/ 2168455 h 5017219"/>
              <a:gd name="connsiteX20207" fmla="*/ 3837102 w 5799173"/>
              <a:gd name="connsiteY20207" fmla="*/ 2169202 h 5017219"/>
              <a:gd name="connsiteX20208" fmla="*/ 2973142 w 5799173"/>
              <a:gd name="connsiteY20208" fmla="*/ 1943510 h 5017219"/>
              <a:gd name="connsiteX20209" fmla="*/ 2971813 w 5799173"/>
              <a:gd name="connsiteY20209" fmla="*/ 1942762 h 5017219"/>
              <a:gd name="connsiteX20210" fmla="*/ 2961096 w 5799173"/>
              <a:gd name="connsiteY20210" fmla="*/ 1924152 h 5017219"/>
              <a:gd name="connsiteX20211" fmla="*/ 2961096 w 5799173"/>
              <a:gd name="connsiteY20211" fmla="*/ 1922657 h 5017219"/>
              <a:gd name="connsiteX20212" fmla="*/ 2971813 w 5799173"/>
              <a:gd name="connsiteY20212" fmla="*/ 1904047 h 5017219"/>
              <a:gd name="connsiteX20213" fmla="*/ 2973142 w 5799173"/>
              <a:gd name="connsiteY20213" fmla="*/ 1903299 h 5017219"/>
              <a:gd name="connsiteX20214" fmla="*/ 2994577 w 5799173"/>
              <a:gd name="connsiteY20214" fmla="*/ 1903300 h 5017219"/>
              <a:gd name="connsiteX20215" fmla="*/ 2995906 w 5799173"/>
              <a:gd name="connsiteY20215" fmla="*/ 1904047 h 5017219"/>
              <a:gd name="connsiteX20216" fmla="*/ 3006623 w 5799173"/>
              <a:gd name="connsiteY20216" fmla="*/ 1922657 h 5017219"/>
              <a:gd name="connsiteX20217" fmla="*/ 3006623 w 5799173"/>
              <a:gd name="connsiteY20217" fmla="*/ 1924153 h 5017219"/>
              <a:gd name="connsiteX20218" fmla="*/ 2995906 w 5799173"/>
              <a:gd name="connsiteY20218" fmla="*/ 1942762 h 5017219"/>
              <a:gd name="connsiteX20219" fmla="*/ 2994577 w 5799173"/>
              <a:gd name="connsiteY20219" fmla="*/ 1943510 h 5017219"/>
              <a:gd name="connsiteX20220" fmla="*/ 3093515 w 5799173"/>
              <a:gd name="connsiteY20220" fmla="*/ 1975764 h 5017219"/>
              <a:gd name="connsiteX20221" fmla="*/ 3092186 w 5799173"/>
              <a:gd name="connsiteY20221" fmla="*/ 1975016 h 5017219"/>
              <a:gd name="connsiteX20222" fmla="*/ 3081469 w 5799173"/>
              <a:gd name="connsiteY20222" fmla="*/ 1956406 h 5017219"/>
              <a:gd name="connsiteX20223" fmla="*/ 3081469 w 5799173"/>
              <a:gd name="connsiteY20223" fmla="*/ 1954911 h 5017219"/>
              <a:gd name="connsiteX20224" fmla="*/ 3092186 w 5799173"/>
              <a:gd name="connsiteY20224" fmla="*/ 1936301 h 5017219"/>
              <a:gd name="connsiteX20225" fmla="*/ 3093515 w 5799173"/>
              <a:gd name="connsiteY20225" fmla="*/ 1935553 h 5017219"/>
              <a:gd name="connsiteX20226" fmla="*/ 3114950 w 5799173"/>
              <a:gd name="connsiteY20226" fmla="*/ 1935553 h 5017219"/>
              <a:gd name="connsiteX20227" fmla="*/ 3116279 w 5799173"/>
              <a:gd name="connsiteY20227" fmla="*/ 1936301 h 5017219"/>
              <a:gd name="connsiteX20228" fmla="*/ 3126996 w 5799173"/>
              <a:gd name="connsiteY20228" fmla="*/ 1954911 h 5017219"/>
              <a:gd name="connsiteX20229" fmla="*/ 3126996 w 5799173"/>
              <a:gd name="connsiteY20229" fmla="*/ 1956406 h 5017219"/>
              <a:gd name="connsiteX20230" fmla="*/ 3116279 w 5799173"/>
              <a:gd name="connsiteY20230" fmla="*/ 1975016 h 5017219"/>
              <a:gd name="connsiteX20231" fmla="*/ 3114950 w 5799173"/>
              <a:gd name="connsiteY20231" fmla="*/ 1975764 h 5017219"/>
              <a:gd name="connsiteX20232" fmla="*/ 3514819 w 5799173"/>
              <a:gd name="connsiteY20232" fmla="*/ 2088652 h 5017219"/>
              <a:gd name="connsiteX20233" fmla="*/ 3513490 w 5799173"/>
              <a:gd name="connsiteY20233" fmla="*/ 2087904 h 5017219"/>
              <a:gd name="connsiteX20234" fmla="*/ 3502773 w 5799173"/>
              <a:gd name="connsiteY20234" fmla="*/ 2069294 h 5017219"/>
              <a:gd name="connsiteX20235" fmla="*/ 3502773 w 5799173"/>
              <a:gd name="connsiteY20235" fmla="*/ 2067799 h 5017219"/>
              <a:gd name="connsiteX20236" fmla="*/ 3513490 w 5799173"/>
              <a:gd name="connsiteY20236" fmla="*/ 2049189 h 5017219"/>
              <a:gd name="connsiteX20237" fmla="*/ 3514819 w 5799173"/>
              <a:gd name="connsiteY20237" fmla="*/ 2048441 h 5017219"/>
              <a:gd name="connsiteX20238" fmla="*/ 3536254 w 5799173"/>
              <a:gd name="connsiteY20238" fmla="*/ 2048441 h 5017219"/>
              <a:gd name="connsiteX20239" fmla="*/ 3537583 w 5799173"/>
              <a:gd name="connsiteY20239" fmla="*/ 2049189 h 5017219"/>
              <a:gd name="connsiteX20240" fmla="*/ 3548300 w 5799173"/>
              <a:gd name="connsiteY20240" fmla="*/ 2067799 h 5017219"/>
              <a:gd name="connsiteX20241" fmla="*/ 3548300 w 5799173"/>
              <a:gd name="connsiteY20241" fmla="*/ 2069294 h 5017219"/>
              <a:gd name="connsiteX20242" fmla="*/ 3537583 w 5799173"/>
              <a:gd name="connsiteY20242" fmla="*/ 2087904 h 5017219"/>
              <a:gd name="connsiteX20243" fmla="*/ 3536254 w 5799173"/>
              <a:gd name="connsiteY20243" fmla="*/ 2088652 h 5017219"/>
              <a:gd name="connsiteX20244" fmla="*/ 3394364 w 5799173"/>
              <a:gd name="connsiteY20244" fmla="*/ 2056481 h 5017219"/>
              <a:gd name="connsiteX20245" fmla="*/ 3393034 w 5799173"/>
              <a:gd name="connsiteY20245" fmla="*/ 2055734 h 5017219"/>
              <a:gd name="connsiteX20246" fmla="*/ 3382234 w 5799173"/>
              <a:gd name="connsiteY20246" fmla="*/ 2037040 h 5017219"/>
              <a:gd name="connsiteX20247" fmla="*/ 3382234 w 5799173"/>
              <a:gd name="connsiteY20247" fmla="*/ 2035544 h 5017219"/>
              <a:gd name="connsiteX20248" fmla="*/ 3393034 w 5799173"/>
              <a:gd name="connsiteY20248" fmla="*/ 2016853 h 5017219"/>
              <a:gd name="connsiteX20249" fmla="*/ 3394364 w 5799173"/>
              <a:gd name="connsiteY20249" fmla="*/ 2016105 h 5017219"/>
              <a:gd name="connsiteX20250" fmla="*/ 3415964 w 5799173"/>
              <a:gd name="connsiteY20250" fmla="*/ 2016104 h 5017219"/>
              <a:gd name="connsiteX20251" fmla="*/ 3417294 w 5799173"/>
              <a:gd name="connsiteY20251" fmla="*/ 2016853 h 5017219"/>
              <a:gd name="connsiteX20252" fmla="*/ 3428094 w 5799173"/>
              <a:gd name="connsiteY20252" fmla="*/ 2035545 h 5017219"/>
              <a:gd name="connsiteX20253" fmla="*/ 3428094 w 5799173"/>
              <a:gd name="connsiteY20253" fmla="*/ 2037041 h 5017219"/>
              <a:gd name="connsiteX20254" fmla="*/ 3417293 w 5799173"/>
              <a:gd name="connsiteY20254" fmla="*/ 2055734 h 5017219"/>
              <a:gd name="connsiteX20255" fmla="*/ 3415964 w 5799173"/>
              <a:gd name="connsiteY20255" fmla="*/ 2056481 h 5017219"/>
              <a:gd name="connsiteX20256" fmla="*/ 3936041 w 5799173"/>
              <a:gd name="connsiteY20256" fmla="*/ 2201622 h 5017219"/>
              <a:gd name="connsiteX20257" fmla="*/ 3934711 w 5799173"/>
              <a:gd name="connsiteY20257" fmla="*/ 2200875 h 5017219"/>
              <a:gd name="connsiteX20258" fmla="*/ 3923911 w 5799173"/>
              <a:gd name="connsiteY20258" fmla="*/ 2182182 h 5017219"/>
              <a:gd name="connsiteX20259" fmla="*/ 3923911 w 5799173"/>
              <a:gd name="connsiteY20259" fmla="*/ 2180686 h 5017219"/>
              <a:gd name="connsiteX20260" fmla="*/ 3934711 w 5799173"/>
              <a:gd name="connsiteY20260" fmla="*/ 2161994 h 5017219"/>
              <a:gd name="connsiteX20261" fmla="*/ 3936041 w 5799173"/>
              <a:gd name="connsiteY20261" fmla="*/ 2161246 h 5017219"/>
              <a:gd name="connsiteX20262" fmla="*/ 3957641 w 5799173"/>
              <a:gd name="connsiteY20262" fmla="*/ 2161246 h 5017219"/>
              <a:gd name="connsiteX20263" fmla="*/ 3958970 w 5799173"/>
              <a:gd name="connsiteY20263" fmla="*/ 2161994 h 5017219"/>
              <a:gd name="connsiteX20264" fmla="*/ 3969771 w 5799173"/>
              <a:gd name="connsiteY20264" fmla="*/ 2180686 h 5017219"/>
              <a:gd name="connsiteX20265" fmla="*/ 3969771 w 5799173"/>
              <a:gd name="connsiteY20265" fmla="*/ 2182182 h 5017219"/>
              <a:gd name="connsiteX20266" fmla="*/ 3958970 w 5799173"/>
              <a:gd name="connsiteY20266" fmla="*/ 2200875 h 5017219"/>
              <a:gd name="connsiteX20267" fmla="*/ 3957641 w 5799173"/>
              <a:gd name="connsiteY20267" fmla="*/ 2201622 h 5017219"/>
              <a:gd name="connsiteX20268" fmla="*/ 4116600 w 5799173"/>
              <a:gd name="connsiteY20268" fmla="*/ 2250003 h 5017219"/>
              <a:gd name="connsiteX20269" fmla="*/ 4115270 w 5799173"/>
              <a:gd name="connsiteY20269" fmla="*/ 2249256 h 5017219"/>
              <a:gd name="connsiteX20270" fmla="*/ 4104470 w 5799173"/>
              <a:gd name="connsiteY20270" fmla="*/ 2230563 h 5017219"/>
              <a:gd name="connsiteX20271" fmla="*/ 4104469 w 5799173"/>
              <a:gd name="connsiteY20271" fmla="*/ 2229067 h 5017219"/>
              <a:gd name="connsiteX20272" fmla="*/ 4115270 w 5799173"/>
              <a:gd name="connsiteY20272" fmla="*/ 2210375 h 5017219"/>
              <a:gd name="connsiteX20273" fmla="*/ 4116600 w 5799173"/>
              <a:gd name="connsiteY20273" fmla="*/ 2209627 h 5017219"/>
              <a:gd name="connsiteX20274" fmla="*/ 4138200 w 5799173"/>
              <a:gd name="connsiteY20274" fmla="*/ 2209627 h 5017219"/>
              <a:gd name="connsiteX20275" fmla="*/ 4139529 w 5799173"/>
              <a:gd name="connsiteY20275" fmla="*/ 2210375 h 5017219"/>
              <a:gd name="connsiteX20276" fmla="*/ 4150329 w 5799173"/>
              <a:gd name="connsiteY20276" fmla="*/ 2229067 h 5017219"/>
              <a:gd name="connsiteX20277" fmla="*/ 4150330 w 5799173"/>
              <a:gd name="connsiteY20277" fmla="*/ 2230563 h 5017219"/>
              <a:gd name="connsiteX20278" fmla="*/ 4139529 w 5799173"/>
              <a:gd name="connsiteY20278" fmla="*/ 2249256 h 5017219"/>
              <a:gd name="connsiteX20279" fmla="*/ 4138200 w 5799173"/>
              <a:gd name="connsiteY20279" fmla="*/ 2250003 h 5017219"/>
              <a:gd name="connsiteX20280" fmla="*/ 5741626 w 5799173"/>
              <a:gd name="connsiteY20280" fmla="*/ 2685523 h 5017219"/>
              <a:gd name="connsiteX20281" fmla="*/ 5740296 w 5799173"/>
              <a:gd name="connsiteY20281" fmla="*/ 2684775 h 5017219"/>
              <a:gd name="connsiteX20282" fmla="*/ 5729496 w 5799173"/>
              <a:gd name="connsiteY20282" fmla="*/ 2665998 h 5017219"/>
              <a:gd name="connsiteX20283" fmla="*/ 5729496 w 5799173"/>
              <a:gd name="connsiteY20283" fmla="*/ 2664504 h 5017219"/>
              <a:gd name="connsiteX20284" fmla="*/ 5740296 w 5799173"/>
              <a:gd name="connsiteY20284" fmla="*/ 2645728 h 5017219"/>
              <a:gd name="connsiteX20285" fmla="*/ 5741626 w 5799173"/>
              <a:gd name="connsiteY20285" fmla="*/ 2644980 h 5017219"/>
              <a:gd name="connsiteX20286" fmla="*/ 5763309 w 5799173"/>
              <a:gd name="connsiteY20286" fmla="*/ 2644979 h 5017219"/>
              <a:gd name="connsiteX20287" fmla="*/ 5764638 w 5799173"/>
              <a:gd name="connsiteY20287" fmla="*/ 2645728 h 5017219"/>
              <a:gd name="connsiteX20288" fmla="*/ 5775439 w 5799173"/>
              <a:gd name="connsiteY20288" fmla="*/ 2664504 h 5017219"/>
              <a:gd name="connsiteX20289" fmla="*/ 5775439 w 5799173"/>
              <a:gd name="connsiteY20289" fmla="*/ 2665999 h 5017219"/>
              <a:gd name="connsiteX20290" fmla="*/ 5764638 w 5799173"/>
              <a:gd name="connsiteY20290" fmla="*/ 2684775 h 5017219"/>
              <a:gd name="connsiteX20291" fmla="*/ 5763309 w 5799173"/>
              <a:gd name="connsiteY20291" fmla="*/ 2685523 h 5017219"/>
              <a:gd name="connsiteX20292" fmla="*/ 3454549 w 5799173"/>
              <a:gd name="connsiteY20292" fmla="*/ 2072702 h 5017219"/>
              <a:gd name="connsiteX20293" fmla="*/ 3453220 w 5799173"/>
              <a:gd name="connsiteY20293" fmla="*/ 2071954 h 5017219"/>
              <a:gd name="connsiteX20294" fmla="*/ 3442420 w 5799173"/>
              <a:gd name="connsiteY20294" fmla="*/ 2053178 h 5017219"/>
              <a:gd name="connsiteX20295" fmla="*/ 3442420 w 5799173"/>
              <a:gd name="connsiteY20295" fmla="*/ 2051683 h 5017219"/>
              <a:gd name="connsiteX20296" fmla="*/ 3453220 w 5799173"/>
              <a:gd name="connsiteY20296" fmla="*/ 2032907 h 5017219"/>
              <a:gd name="connsiteX20297" fmla="*/ 3454549 w 5799173"/>
              <a:gd name="connsiteY20297" fmla="*/ 2032159 h 5017219"/>
              <a:gd name="connsiteX20298" fmla="*/ 3476233 w 5799173"/>
              <a:gd name="connsiteY20298" fmla="*/ 2032159 h 5017219"/>
              <a:gd name="connsiteX20299" fmla="*/ 3477562 w 5799173"/>
              <a:gd name="connsiteY20299" fmla="*/ 2032907 h 5017219"/>
              <a:gd name="connsiteX20300" fmla="*/ 3488363 w 5799173"/>
              <a:gd name="connsiteY20300" fmla="*/ 2051683 h 5017219"/>
              <a:gd name="connsiteX20301" fmla="*/ 3488363 w 5799173"/>
              <a:gd name="connsiteY20301" fmla="*/ 2053178 h 5017219"/>
              <a:gd name="connsiteX20302" fmla="*/ 3477562 w 5799173"/>
              <a:gd name="connsiteY20302" fmla="*/ 2071954 h 5017219"/>
              <a:gd name="connsiteX20303" fmla="*/ 3476233 w 5799173"/>
              <a:gd name="connsiteY20303" fmla="*/ 2072702 h 5017219"/>
              <a:gd name="connsiteX20304" fmla="*/ 3996224 w 5799173"/>
              <a:gd name="connsiteY20304" fmla="*/ 2217844 h 5017219"/>
              <a:gd name="connsiteX20305" fmla="*/ 3994896 w 5799173"/>
              <a:gd name="connsiteY20305" fmla="*/ 2217096 h 5017219"/>
              <a:gd name="connsiteX20306" fmla="*/ 3984096 w 5799173"/>
              <a:gd name="connsiteY20306" fmla="*/ 2198320 h 5017219"/>
              <a:gd name="connsiteX20307" fmla="*/ 3984096 w 5799173"/>
              <a:gd name="connsiteY20307" fmla="*/ 2196825 h 5017219"/>
              <a:gd name="connsiteX20308" fmla="*/ 3994896 w 5799173"/>
              <a:gd name="connsiteY20308" fmla="*/ 2178049 h 5017219"/>
              <a:gd name="connsiteX20309" fmla="*/ 3996225 w 5799173"/>
              <a:gd name="connsiteY20309" fmla="*/ 2177301 h 5017219"/>
              <a:gd name="connsiteX20310" fmla="*/ 4017908 w 5799173"/>
              <a:gd name="connsiteY20310" fmla="*/ 2177301 h 5017219"/>
              <a:gd name="connsiteX20311" fmla="*/ 4019238 w 5799173"/>
              <a:gd name="connsiteY20311" fmla="*/ 2178049 h 5017219"/>
              <a:gd name="connsiteX20312" fmla="*/ 4030039 w 5799173"/>
              <a:gd name="connsiteY20312" fmla="*/ 2196825 h 5017219"/>
              <a:gd name="connsiteX20313" fmla="*/ 4030039 w 5799173"/>
              <a:gd name="connsiteY20313" fmla="*/ 2198320 h 5017219"/>
              <a:gd name="connsiteX20314" fmla="*/ 4019237 w 5799173"/>
              <a:gd name="connsiteY20314" fmla="*/ 2217096 h 5017219"/>
              <a:gd name="connsiteX20315" fmla="*/ 4017909 w 5799173"/>
              <a:gd name="connsiteY20315" fmla="*/ 2217844 h 5017219"/>
              <a:gd name="connsiteX20316" fmla="*/ 3273815 w 5799173"/>
              <a:gd name="connsiteY20316" fmla="*/ 2024559 h 5017219"/>
              <a:gd name="connsiteX20317" fmla="*/ 3272485 w 5799173"/>
              <a:gd name="connsiteY20317" fmla="*/ 2023810 h 5017219"/>
              <a:gd name="connsiteX20318" fmla="*/ 3261602 w 5799173"/>
              <a:gd name="connsiteY20318" fmla="*/ 2004868 h 5017219"/>
              <a:gd name="connsiteX20319" fmla="*/ 3261602 w 5799173"/>
              <a:gd name="connsiteY20319" fmla="*/ 2003290 h 5017219"/>
              <a:gd name="connsiteX20320" fmla="*/ 3272568 w 5799173"/>
              <a:gd name="connsiteY20320" fmla="*/ 1984348 h 5017219"/>
              <a:gd name="connsiteX20321" fmla="*/ 3273898 w 5799173"/>
              <a:gd name="connsiteY20321" fmla="*/ 1983600 h 5017219"/>
              <a:gd name="connsiteX20322" fmla="*/ 3295748 w 5799173"/>
              <a:gd name="connsiteY20322" fmla="*/ 1983600 h 5017219"/>
              <a:gd name="connsiteX20323" fmla="*/ 3297077 w 5799173"/>
              <a:gd name="connsiteY20323" fmla="*/ 1984348 h 5017219"/>
              <a:gd name="connsiteX20324" fmla="*/ 3307960 w 5799173"/>
              <a:gd name="connsiteY20324" fmla="*/ 2003290 h 5017219"/>
              <a:gd name="connsiteX20325" fmla="*/ 3307960 w 5799173"/>
              <a:gd name="connsiteY20325" fmla="*/ 2004868 h 5017219"/>
              <a:gd name="connsiteX20326" fmla="*/ 3296994 w 5799173"/>
              <a:gd name="connsiteY20326" fmla="*/ 2023810 h 5017219"/>
              <a:gd name="connsiteX20327" fmla="*/ 3295664 w 5799173"/>
              <a:gd name="connsiteY20327" fmla="*/ 2024558 h 5017219"/>
              <a:gd name="connsiteX20328" fmla="*/ 3334001 w 5799173"/>
              <a:gd name="connsiteY20328" fmla="*/ 2040685 h 5017219"/>
              <a:gd name="connsiteX20329" fmla="*/ 3332671 w 5799173"/>
              <a:gd name="connsiteY20329" fmla="*/ 2039937 h 5017219"/>
              <a:gd name="connsiteX20330" fmla="*/ 3321788 w 5799173"/>
              <a:gd name="connsiteY20330" fmla="*/ 2020995 h 5017219"/>
              <a:gd name="connsiteX20331" fmla="*/ 3321787 w 5799173"/>
              <a:gd name="connsiteY20331" fmla="*/ 2019417 h 5017219"/>
              <a:gd name="connsiteX20332" fmla="*/ 3332754 w 5799173"/>
              <a:gd name="connsiteY20332" fmla="*/ 2000475 h 5017219"/>
              <a:gd name="connsiteX20333" fmla="*/ 3334084 w 5799173"/>
              <a:gd name="connsiteY20333" fmla="*/ 1999727 h 5017219"/>
              <a:gd name="connsiteX20334" fmla="*/ 3355934 w 5799173"/>
              <a:gd name="connsiteY20334" fmla="*/ 1999727 h 5017219"/>
              <a:gd name="connsiteX20335" fmla="*/ 3357263 w 5799173"/>
              <a:gd name="connsiteY20335" fmla="*/ 2000475 h 5017219"/>
              <a:gd name="connsiteX20336" fmla="*/ 3368146 w 5799173"/>
              <a:gd name="connsiteY20336" fmla="*/ 2019417 h 5017219"/>
              <a:gd name="connsiteX20337" fmla="*/ 3368146 w 5799173"/>
              <a:gd name="connsiteY20337" fmla="*/ 2020995 h 5017219"/>
              <a:gd name="connsiteX20338" fmla="*/ 3357179 w 5799173"/>
              <a:gd name="connsiteY20338" fmla="*/ 2039937 h 5017219"/>
              <a:gd name="connsiteX20339" fmla="*/ 3355850 w 5799173"/>
              <a:gd name="connsiteY20339" fmla="*/ 2040685 h 5017219"/>
              <a:gd name="connsiteX20340" fmla="*/ 4176526 w 5799173"/>
              <a:gd name="connsiteY20340" fmla="*/ 2266626 h 5017219"/>
              <a:gd name="connsiteX20341" fmla="*/ 4175197 w 5799173"/>
              <a:gd name="connsiteY20341" fmla="*/ 2265880 h 5017219"/>
              <a:gd name="connsiteX20342" fmla="*/ 4164147 w 5799173"/>
              <a:gd name="connsiteY20342" fmla="*/ 2246770 h 5017219"/>
              <a:gd name="connsiteX20343" fmla="*/ 4164147 w 5799173"/>
              <a:gd name="connsiteY20343" fmla="*/ 2245192 h 5017219"/>
              <a:gd name="connsiteX20344" fmla="*/ 4175197 w 5799173"/>
              <a:gd name="connsiteY20344" fmla="*/ 2226084 h 5017219"/>
              <a:gd name="connsiteX20345" fmla="*/ 4176526 w 5799173"/>
              <a:gd name="connsiteY20345" fmla="*/ 2225336 h 5017219"/>
              <a:gd name="connsiteX20346" fmla="*/ 4198625 w 5799173"/>
              <a:gd name="connsiteY20346" fmla="*/ 2225336 h 5017219"/>
              <a:gd name="connsiteX20347" fmla="*/ 4199954 w 5799173"/>
              <a:gd name="connsiteY20347" fmla="*/ 2226084 h 5017219"/>
              <a:gd name="connsiteX20348" fmla="*/ 4211004 w 5799173"/>
              <a:gd name="connsiteY20348" fmla="*/ 2245192 h 5017219"/>
              <a:gd name="connsiteX20349" fmla="*/ 4211004 w 5799173"/>
              <a:gd name="connsiteY20349" fmla="*/ 2246770 h 5017219"/>
              <a:gd name="connsiteX20350" fmla="*/ 4199954 w 5799173"/>
              <a:gd name="connsiteY20350" fmla="*/ 2265879 h 5017219"/>
              <a:gd name="connsiteX20351" fmla="*/ 4198625 w 5799173"/>
              <a:gd name="connsiteY20351" fmla="*/ 2266626 h 5017219"/>
              <a:gd name="connsiteX20352" fmla="*/ 4236378 w 5799173"/>
              <a:gd name="connsiteY20352" fmla="*/ 2283335 h 5017219"/>
              <a:gd name="connsiteX20353" fmla="*/ 4234967 w 5799173"/>
              <a:gd name="connsiteY20353" fmla="*/ 2282505 h 5017219"/>
              <a:gd name="connsiteX20354" fmla="*/ 4223668 w 5799173"/>
              <a:gd name="connsiteY20354" fmla="*/ 2262898 h 5017219"/>
              <a:gd name="connsiteX20355" fmla="*/ 4223667 w 5799173"/>
              <a:gd name="connsiteY20355" fmla="*/ 2261319 h 5017219"/>
              <a:gd name="connsiteX20356" fmla="*/ 4235050 w 5799173"/>
              <a:gd name="connsiteY20356" fmla="*/ 2241713 h 5017219"/>
              <a:gd name="connsiteX20357" fmla="*/ 4236462 w 5799173"/>
              <a:gd name="connsiteY20357" fmla="*/ 2240882 h 5017219"/>
              <a:gd name="connsiteX20358" fmla="*/ 4259143 w 5799173"/>
              <a:gd name="connsiteY20358" fmla="*/ 2240882 h 5017219"/>
              <a:gd name="connsiteX20359" fmla="*/ 4260555 w 5799173"/>
              <a:gd name="connsiteY20359" fmla="*/ 2241713 h 5017219"/>
              <a:gd name="connsiteX20360" fmla="*/ 4271853 w 5799173"/>
              <a:gd name="connsiteY20360" fmla="*/ 2261319 h 5017219"/>
              <a:gd name="connsiteX20361" fmla="*/ 4271854 w 5799173"/>
              <a:gd name="connsiteY20361" fmla="*/ 2262898 h 5017219"/>
              <a:gd name="connsiteX20362" fmla="*/ 4260472 w 5799173"/>
              <a:gd name="connsiteY20362" fmla="*/ 2282505 h 5017219"/>
              <a:gd name="connsiteX20363" fmla="*/ 4259060 w 5799173"/>
              <a:gd name="connsiteY20363" fmla="*/ 2283335 h 5017219"/>
              <a:gd name="connsiteX20364" fmla="*/ 4296327 w 5799173"/>
              <a:gd name="connsiteY20364" fmla="*/ 2300045 h 5017219"/>
              <a:gd name="connsiteX20365" fmla="*/ 4294914 w 5799173"/>
              <a:gd name="connsiteY20365" fmla="*/ 2299214 h 5017219"/>
              <a:gd name="connsiteX20366" fmla="*/ 4283283 w 5799173"/>
              <a:gd name="connsiteY20366" fmla="*/ 2279027 h 5017219"/>
              <a:gd name="connsiteX20367" fmla="*/ 4283283 w 5799173"/>
              <a:gd name="connsiteY20367" fmla="*/ 2277364 h 5017219"/>
              <a:gd name="connsiteX20368" fmla="*/ 4294914 w 5799173"/>
              <a:gd name="connsiteY20368" fmla="*/ 2257176 h 5017219"/>
              <a:gd name="connsiteX20369" fmla="*/ 4296327 w 5799173"/>
              <a:gd name="connsiteY20369" fmla="*/ 2256345 h 5017219"/>
              <a:gd name="connsiteX20370" fmla="*/ 4319589 w 5799173"/>
              <a:gd name="connsiteY20370" fmla="*/ 2256345 h 5017219"/>
              <a:gd name="connsiteX20371" fmla="*/ 4321001 w 5799173"/>
              <a:gd name="connsiteY20371" fmla="*/ 2257176 h 5017219"/>
              <a:gd name="connsiteX20372" fmla="*/ 4332632 w 5799173"/>
              <a:gd name="connsiteY20372" fmla="*/ 2277364 h 5017219"/>
              <a:gd name="connsiteX20373" fmla="*/ 4332632 w 5799173"/>
              <a:gd name="connsiteY20373" fmla="*/ 2279026 h 5017219"/>
              <a:gd name="connsiteX20374" fmla="*/ 4321001 w 5799173"/>
              <a:gd name="connsiteY20374" fmla="*/ 2299214 h 5017219"/>
              <a:gd name="connsiteX20375" fmla="*/ 4319589 w 5799173"/>
              <a:gd name="connsiteY20375" fmla="*/ 2300045 h 5017219"/>
              <a:gd name="connsiteX20376" fmla="*/ 3628443 w 5799173"/>
              <a:gd name="connsiteY20376" fmla="*/ 2159525 h 5017219"/>
              <a:gd name="connsiteX20377" fmla="*/ 3628027 w 5799173"/>
              <a:gd name="connsiteY20377" fmla="*/ 2159275 h 5017219"/>
              <a:gd name="connsiteX20378" fmla="*/ 3624538 w 5799173"/>
              <a:gd name="connsiteY20378" fmla="*/ 2153211 h 5017219"/>
              <a:gd name="connsiteX20379" fmla="*/ 3624538 w 5799173"/>
              <a:gd name="connsiteY20379" fmla="*/ 2152712 h 5017219"/>
              <a:gd name="connsiteX20380" fmla="*/ 3628027 w 5799173"/>
              <a:gd name="connsiteY20380" fmla="*/ 2146647 h 5017219"/>
              <a:gd name="connsiteX20381" fmla="*/ 3628443 w 5799173"/>
              <a:gd name="connsiteY20381" fmla="*/ 2146398 h 5017219"/>
              <a:gd name="connsiteX20382" fmla="*/ 3635421 w 5799173"/>
              <a:gd name="connsiteY20382" fmla="*/ 2146398 h 5017219"/>
              <a:gd name="connsiteX20383" fmla="*/ 3635837 w 5799173"/>
              <a:gd name="connsiteY20383" fmla="*/ 2146647 h 5017219"/>
              <a:gd name="connsiteX20384" fmla="*/ 3639326 w 5799173"/>
              <a:gd name="connsiteY20384" fmla="*/ 2152712 h 5017219"/>
              <a:gd name="connsiteX20385" fmla="*/ 3639326 w 5799173"/>
              <a:gd name="connsiteY20385" fmla="*/ 2153211 h 5017219"/>
              <a:gd name="connsiteX20386" fmla="*/ 3635837 w 5799173"/>
              <a:gd name="connsiteY20386" fmla="*/ 2159275 h 5017219"/>
              <a:gd name="connsiteX20387" fmla="*/ 3635421 w 5799173"/>
              <a:gd name="connsiteY20387" fmla="*/ 2159525 h 5017219"/>
              <a:gd name="connsiteX20388" fmla="*/ 4406044 w 5799173"/>
              <a:gd name="connsiteY20388" fmla="*/ 2378241 h 5017219"/>
              <a:gd name="connsiteX20389" fmla="*/ 4405047 w 5799173"/>
              <a:gd name="connsiteY20389" fmla="*/ 2377659 h 5017219"/>
              <a:gd name="connsiteX20390" fmla="*/ 4396739 w 5799173"/>
              <a:gd name="connsiteY20390" fmla="*/ 2363204 h 5017219"/>
              <a:gd name="connsiteX20391" fmla="*/ 4396739 w 5799173"/>
              <a:gd name="connsiteY20391" fmla="*/ 2362040 h 5017219"/>
              <a:gd name="connsiteX20392" fmla="*/ 4405047 w 5799173"/>
              <a:gd name="connsiteY20392" fmla="*/ 2347584 h 5017219"/>
              <a:gd name="connsiteX20393" fmla="*/ 4406044 w 5799173"/>
              <a:gd name="connsiteY20393" fmla="*/ 2347002 h 5017219"/>
              <a:gd name="connsiteX20394" fmla="*/ 4422743 w 5799173"/>
              <a:gd name="connsiteY20394" fmla="*/ 2347003 h 5017219"/>
              <a:gd name="connsiteX20395" fmla="*/ 4423739 w 5799173"/>
              <a:gd name="connsiteY20395" fmla="*/ 2347585 h 5017219"/>
              <a:gd name="connsiteX20396" fmla="*/ 4432047 w 5799173"/>
              <a:gd name="connsiteY20396" fmla="*/ 2362039 h 5017219"/>
              <a:gd name="connsiteX20397" fmla="*/ 4432047 w 5799173"/>
              <a:gd name="connsiteY20397" fmla="*/ 2363204 h 5017219"/>
              <a:gd name="connsiteX20398" fmla="*/ 4423739 w 5799173"/>
              <a:gd name="connsiteY20398" fmla="*/ 2377659 h 5017219"/>
              <a:gd name="connsiteX20399" fmla="*/ 4422743 w 5799173"/>
              <a:gd name="connsiteY20399" fmla="*/ 2378241 h 5017219"/>
              <a:gd name="connsiteX20400" fmla="*/ 1817695 w 5799173"/>
              <a:gd name="connsiteY20400" fmla="*/ 1685272 h 5017219"/>
              <a:gd name="connsiteX20401" fmla="*/ 1816615 w 5799173"/>
              <a:gd name="connsiteY20401" fmla="*/ 1684690 h 5017219"/>
              <a:gd name="connsiteX20402" fmla="*/ 1808058 w 5799173"/>
              <a:gd name="connsiteY20402" fmla="*/ 1669819 h 5017219"/>
              <a:gd name="connsiteX20403" fmla="*/ 1808058 w 5799173"/>
              <a:gd name="connsiteY20403" fmla="*/ 1668573 h 5017219"/>
              <a:gd name="connsiteX20404" fmla="*/ 1816698 w 5799173"/>
              <a:gd name="connsiteY20404" fmla="*/ 1653702 h 5017219"/>
              <a:gd name="connsiteX20405" fmla="*/ 1817778 w 5799173"/>
              <a:gd name="connsiteY20405" fmla="*/ 1653120 h 5017219"/>
              <a:gd name="connsiteX20406" fmla="*/ 1834975 w 5799173"/>
              <a:gd name="connsiteY20406" fmla="*/ 1653120 h 5017219"/>
              <a:gd name="connsiteX20407" fmla="*/ 1836055 w 5799173"/>
              <a:gd name="connsiteY20407" fmla="*/ 1653702 h 5017219"/>
              <a:gd name="connsiteX20408" fmla="*/ 1844613 w 5799173"/>
              <a:gd name="connsiteY20408" fmla="*/ 1668573 h 5017219"/>
              <a:gd name="connsiteX20409" fmla="*/ 1844613 w 5799173"/>
              <a:gd name="connsiteY20409" fmla="*/ 1669819 h 5017219"/>
              <a:gd name="connsiteX20410" fmla="*/ 1835972 w 5799173"/>
              <a:gd name="connsiteY20410" fmla="*/ 1684690 h 5017219"/>
              <a:gd name="connsiteX20411" fmla="*/ 1834893 w 5799173"/>
              <a:gd name="connsiteY20411" fmla="*/ 1685272 h 5017219"/>
              <a:gd name="connsiteX20412" fmla="*/ 794529 w 5799173"/>
              <a:gd name="connsiteY20412" fmla="*/ 1411199 h 5017219"/>
              <a:gd name="connsiteX20413" fmla="*/ 793449 w 5799173"/>
              <a:gd name="connsiteY20413" fmla="*/ 1410617 h 5017219"/>
              <a:gd name="connsiteX20414" fmla="*/ 784809 w 5799173"/>
              <a:gd name="connsiteY20414" fmla="*/ 1395663 h 5017219"/>
              <a:gd name="connsiteX20415" fmla="*/ 784809 w 5799173"/>
              <a:gd name="connsiteY20415" fmla="*/ 1394417 h 5017219"/>
              <a:gd name="connsiteX20416" fmla="*/ 793449 w 5799173"/>
              <a:gd name="connsiteY20416" fmla="*/ 1379463 h 5017219"/>
              <a:gd name="connsiteX20417" fmla="*/ 794529 w 5799173"/>
              <a:gd name="connsiteY20417" fmla="*/ 1378880 h 5017219"/>
              <a:gd name="connsiteX20418" fmla="*/ 811809 w 5799173"/>
              <a:gd name="connsiteY20418" fmla="*/ 1378881 h 5017219"/>
              <a:gd name="connsiteX20419" fmla="*/ 812889 w 5799173"/>
              <a:gd name="connsiteY20419" fmla="*/ 1379462 h 5017219"/>
              <a:gd name="connsiteX20420" fmla="*/ 821530 w 5799173"/>
              <a:gd name="connsiteY20420" fmla="*/ 1394416 h 5017219"/>
              <a:gd name="connsiteX20421" fmla="*/ 821530 w 5799173"/>
              <a:gd name="connsiteY20421" fmla="*/ 1395663 h 5017219"/>
              <a:gd name="connsiteX20422" fmla="*/ 812889 w 5799173"/>
              <a:gd name="connsiteY20422" fmla="*/ 1410617 h 5017219"/>
              <a:gd name="connsiteX20423" fmla="*/ 811809 w 5799173"/>
              <a:gd name="connsiteY20423" fmla="*/ 1411199 h 5017219"/>
              <a:gd name="connsiteX20424" fmla="*/ 4827007 w 5799173"/>
              <a:gd name="connsiteY20424" fmla="*/ 2491698 h 5017219"/>
              <a:gd name="connsiteX20425" fmla="*/ 4825927 w 5799173"/>
              <a:gd name="connsiteY20425" fmla="*/ 2491116 h 5017219"/>
              <a:gd name="connsiteX20426" fmla="*/ 4817287 w 5799173"/>
              <a:gd name="connsiteY20426" fmla="*/ 2476162 h 5017219"/>
              <a:gd name="connsiteX20427" fmla="*/ 4817287 w 5799173"/>
              <a:gd name="connsiteY20427" fmla="*/ 2474916 h 5017219"/>
              <a:gd name="connsiteX20428" fmla="*/ 4825926 w 5799173"/>
              <a:gd name="connsiteY20428" fmla="*/ 2459962 h 5017219"/>
              <a:gd name="connsiteX20429" fmla="*/ 4827007 w 5799173"/>
              <a:gd name="connsiteY20429" fmla="*/ 2459380 h 5017219"/>
              <a:gd name="connsiteX20430" fmla="*/ 4844287 w 5799173"/>
              <a:gd name="connsiteY20430" fmla="*/ 2459380 h 5017219"/>
              <a:gd name="connsiteX20431" fmla="*/ 4845368 w 5799173"/>
              <a:gd name="connsiteY20431" fmla="*/ 2459962 h 5017219"/>
              <a:gd name="connsiteX20432" fmla="*/ 4854007 w 5799173"/>
              <a:gd name="connsiteY20432" fmla="*/ 2474916 h 5017219"/>
              <a:gd name="connsiteX20433" fmla="*/ 4854007 w 5799173"/>
              <a:gd name="connsiteY20433" fmla="*/ 2476162 h 5017219"/>
              <a:gd name="connsiteX20434" fmla="*/ 4845368 w 5799173"/>
              <a:gd name="connsiteY20434" fmla="*/ 2491116 h 5017219"/>
              <a:gd name="connsiteX20435" fmla="*/ 4844287 w 5799173"/>
              <a:gd name="connsiteY20435" fmla="*/ 2491698 h 5017219"/>
              <a:gd name="connsiteX20436" fmla="*/ 1095376 w 5799173"/>
              <a:gd name="connsiteY20436" fmla="*/ 1492010 h 5017219"/>
              <a:gd name="connsiteX20437" fmla="*/ 1094296 w 5799173"/>
              <a:gd name="connsiteY20437" fmla="*/ 1491429 h 5017219"/>
              <a:gd name="connsiteX20438" fmla="*/ 1085573 w 5799173"/>
              <a:gd name="connsiteY20438" fmla="*/ 1476308 h 5017219"/>
              <a:gd name="connsiteX20439" fmla="*/ 1085573 w 5799173"/>
              <a:gd name="connsiteY20439" fmla="*/ 1475061 h 5017219"/>
              <a:gd name="connsiteX20440" fmla="*/ 1094296 w 5799173"/>
              <a:gd name="connsiteY20440" fmla="*/ 1459941 h 5017219"/>
              <a:gd name="connsiteX20441" fmla="*/ 1095376 w 5799173"/>
              <a:gd name="connsiteY20441" fmla="*/ 1459360 h 5017219"/>
              <a:gd name="connsiteX20442" fmla="*/ 1112906 w 5799173"/>
              <a:gd name="connsiteY20442" fmla="*/ 1459359 h 5017219"/>
              <a:gd name="connsiteX20443" fmla="*/ 1113986 w 5799173"/>
              <a:gd name="connsiteY20443" fmla="*/ 1459942 h 5017219"/>
              <a:gd name="connsiteX20444" fmla="*/ 1122709 w 5799173"/>
              <a:gd name="connsiteY20444" fmla="*/ 1475061 h 5017219"/>
              <a:gd name="connsiteX20445" fmla="*/ 1122709 w 5799173"/>
              <a:gd name="connsiteY20445" fmla="*/ 1476308 h 5017219"/>
              <a:gd name="connsiteX20446" fmla="*/ 1113986 w 5799173"/>
              <a:gd name="connsiteY20446" fmla="*/ 1491429 h 5017219"/>
              <a:gd name="connsiteX20447" fmla="*/ 1112906 w 5799173"/>
              <a:gd name="connsiteY20447" fmla="*/ 1492009 h 5017219"/>
              <a:gd name="connsiteX20448" fmla="*/ 914735 w 5799173"/>
              <a:gd name="connsiteY20448" fmla="*/ 1443701 h 5017219"/>
              <a:gd name="connsiteX20449" fmla="*/ 913654 w 5799173"/>
              <a:gd name="connsiteY20449" fmla="*/ 1443120 h 5017219"/>
              <a:gd name="connsiteX20450" fmla="*/ 904848 w 5799173"/>
              <a:gd name="connsiteY20450" fmla="*/ 1427916 h 5017219"/>
              <a:gd name="connsiteX20451" fmla="*/ 904849 w 5799173"/>
              <a:gd name="connsiteY20451" fmla="*/ 1426670 h 5017219"/>
              <a:gd name="connsiteX20452" fmla="*/ 913655 w 5799173"/>
              <a:gd name="connsiteY20452" fmla="*/ 1411467 h 5017219"/>
              <a:gd name="connsiteX20453" fmla="*/ 914734 w 5799173"/>
              <a:gd name="connsiteY20453" fmla="*/ 1410885 h 5017219"/>
              <a:gd name="connsiteX20454" fmla="*/ 932347 w 5799173"/>
              <a:gd name="connsiteY20454" fmla="*/ 1410885 h 5017219"/>
              <a:gd name="connsiteX20455" fmla="*/ 933428 w 5799173"/>
              <a:gd name="connsiteY20455" fmla="*/ 1411467 h 5017219"/>
              <a:gd name="connsiteX20456" fmla="*/ 942235 w 5799173"/>
              <a:gd name="connsiteY20456" fmla="*/ 1426670 h 5017219"/>
              <a:gd name="connsiteX20457" fmla="*/ 942234 w 5799173"/>
              <a:gd name="connsiteY20457" fmla="*/ 1427916 h 5017219"/>
              <a:gd name="connsiteX20458" fmla="*/ 933427 w 5799173"/>
              <a:gd name="connsiteY20458" fmla="*/ 1443120 h 5017219"/>
              <a:gd name="connsiteX20459" fmla="*/ 932348 w 5799173"/>
              <a:gd name="connsiteY20459" fmla="*/ 1443701 h 5017219"/>
              <a:gd name="connsiteX20460" fmla="*/ 1155418 w 5799173"/>
              <a:gd name="connsiteY20460" fmla="*/ 1508461 h 5017219"/>
              <a:gd name="connsiteX20461" fmla="*/ 1154338 w 5799173"/>
              <a:gd name="connsiteY20461" fmla="*/ 1507796 h 5017219"/>
              <a:gd name="connsiteX20462" fmla="*/ 1145448 w 5799173"/>
              <a:gd name="connsiteY20462" fmla="*/ 1492344 h 5017219"/>
              <a:gd name="connsiteX20463" fmla="*/ 1145449 w 5799173"/>
              <a:gd name="connsiteY20463" fmla="*/ 1491097 h 5017219"/>
              <a:gd name="connsiteX20464" fmla="*/ 1154337 w 5799173"/>
              <a:gd name="connsiteY20464" fmla="*/ 1475645 h 5017219"/>
              <a:gd name="connsiteX20465" fmla="*/ 1155418 w 5799173"/>
              <a:gd name="connsiteY20465" fmla="*/ 1474980 h 5017219"/>
              <a:gd name="connsiteX20466" fmla="*/ 1173197 w 5799173"/>
              <a:gd name="connsiteY20466" fmla="*/ 1474980 h 5017219"/>
              <a:gd name="connsiteX20467" fmla="*/ 1174277 w 5799173"/>
              <a:gd name="connsiteY20467" fmla="*/ 1475645 h 5017219"/>
              <a:gd name="connsiteX20468" fmla="*/ 1183166 w 5799173"/>
              <a:gd name="connsiteY20468" fmla="*/ 1491097 h 5017219"/>
              <a:gd name="connsiteX20469" fmla="*/ 1183167 w 5799173"/>
              <a:gd name="connsiteY20469" fmla="*/ 1492344 h 5017219"/>
              <a:gd name="connsiteX20470" fmla="*/ 1174277 w 5799173"/>
              <a:gd name="connsiteY20470" fmla="*/ 1507796 h 5017219"/>
              <a:gd name="connsiteX20471" fmla="*/ 1173197 w 5799173"/>
              <a:gd name="connsiteY20471" fmla="*/ 1508461 h 5017219"/>
              <a:gd name="connsiteX20472" fmla="*/ 974778 w 5799173"/>
              <a:gd name="connsiteY20472" fmla="*/ 1460153 h 5017219"/>
              <a:gd name="connsiteX20473" fmla="*/ 973697 w 5799173"/>
              <a:gd name="connsiteY20473" fmla="*/ 1459488 h 5017219"/>
              <a:gd name="connsiteX20474" fmla="*/ 964725 w 5799173"/>
              <a:gd name="connsiteY20474" fmla="*/ 1443952 h 5017219"/>
              <a:gd name="connsiteX20475" fmla="*/ 964726 w 5799173"/>
              <a:gd name="connsiteY20475" fmla="*/ 1442706 h 5017219"/>
              <a:gd name="connsiteX20476" fmla="*/ 973697 w 5799173"/>
              <a:gd name="connsiteY20476" fmla="*/ 1427171 h 5017219"/>
              <a:gd name="connsiteX20477" fmla="*/ 974777 w 5799173"/>
              <a:gd name="connsiteY20477" fmla="*/ 1426506 h 5017219"/>
              <a:gd name="connsiteX20478" fmla="*/ 992641 w 5799173"/>
              <a:gd name="connsiteY20478" fmla="*/ 1426506 h 5017219"/>
              <a:gd name="connsiteX20479" fmla="*/ 993721 w 5799173"/>
              <a:gd name="connsiteY20479" fmla="*/ 1427171 h 5017219"/>
              <a:gd name="connsiteX20480" fmla="*/ 1002693 w 5799173"/>
              <a:gd name="connsiteY20480" fmla="*/ 1442706 h 5017219"/>
              <a:gd name="connsiteX20481" fmla="*/ 1002692 w 5799173"/>
              <a:gd name="connsiteY20481" fmla="*/ 1443952 h 5017219"/>
              <a:gd name="connsiteX20482" fmla="*/ 993720 w 5799173"/>
              <a:gd name="connsiteY20482" fmla="*/ 1459488 h 5017219"/>
              <a:gd name="connsiteX20483" fmla="*/ 992640 w 5799173"/>
              <a:gd name="connsiteY20483" fmla="*/ 1460153 h 5017219"/>
              <a:gd name="connsiteX20484" fmla="*/ 854403 w 5799173"/>
              <a:gd name="connsiteY20484" fmla="*/ 1428003 h 5017219"/>
              <a:gd name="connsiteX20485" fmla="*/ 853324 w 5799173"/>
              <a:gd name="connsiteY20485" fmla="*/ 1427339 h 5017219"/>
              <a:gd name="connsiteX20486" fmla="*/ 844351 w 5799173"/>
              <a:gd name="connsiteY20486" fmla="*/ 1411720 h 5017219"/>
              <a:gd name="connsiteX20487" fmla="*/ 844351 w 5799173"/>
              <a:gd name="connsiteY20487" fmla="*/ 1410473 h 5017219"/>
              <a:gd name="connsiteX20488" fmla="*/ 853324 w 5799173"/>
              <a:gd name="connsiteY20488" fmla="*/ 1394855 h 5017219"/>
              <a:gd name="connsiteX20489" fmla="*/ 854403 w 5799173"/>
              <a:gd name="connsiteY20489" fmla="*/ 1394190 h 5017219"/>
              <a:gd name="connsiteX20490" fmla="*/ 872432 w 5799173"/>
              <a:gd name="connsiteY20490" fmla="*/ 1394190 h 5017219"/>
              <a:gd name="connsiteX20491" fmla="*/ 873512 w 5799173"/>
              <a:gd name="connsiteY20491" fmla="*/ 1394855 h 5017219"/>
              <a:gd name="connsiteX20492" fmla="*/ 882484 w 5799173"/>
              <a:gd name="connsiteY20492" fmla="*/ 1410473 h 5017219"/>
              <a:gd name="connsiteX20493" fmla="*/ 882484 w 5799173"/>
              <a:gd name="connsiteY20493" fmla="*/ 1411720 h 5017219"/>
              <a:gd name="connsiteX20494" fmla="*/ 873512 w 5799173"/>
              <a:gd name="connsiteY20494" fmla="*/ 1427339 h 5017219"/>
              <a:gd name="connsiteX20495" fmla="*/ 872432 w 5799173"/>
              <a:gd name="connsiteY20495" fmla="*/ 1428003 h 5017219"/>
              <a:gd name="connsiteX20496" fmla="*/ 1215262 w 5799173"/>
              <a:gd name="connsiteY20496" fmla="*/ 1525168 h 5017219"/>
              <a:gd name="connsiteX20497" fmla="*/ 1214099 w 5799173"/>
              <a:gd name="connsiteY20497" fmla="*/ 1524503 h 5017219"/>
              <a:gd name="connsiteX20498" fmla="*/ 1204877 w 5799173"/>
              <a:gd name="connsiteY20498" fmla="*/ 1508552 h 5017219"/>
              <a:gd name="connsiteX20499" fmla="*/ 1204877 w 5799173"/>
              <a:gd name="connsiteY20499" fmla="*/ 1507223 h 5017219"/>
              <a:gd name="connsiteX20500" fmla="*/ 1214099 w 5799173"/>
              <a:gd name="connsiteY20500" fmla="*/ 1491272 h 5017219"/>
              <a:gd name="connsiteX20501" fmla="*/ 1215262 w 5799173"/>
              <a:gd name="connsiteY20501" fmla="*/ 1490607 h 5017219"/>
              <a:gd name="connsiteX20502" fmla="*/ 1233705 w 5799173"/>
              <a:gd name="connsiteY20502" fmla="*/ 1490607 h 5017219"/>
              <a:gd name="connsiteX20503" fmla="*/ 1234868 w 5799173"/>
              <a:gd name="connsiteY20503" fmla="*/ 1491272 h 5017219"/>
              <a:gd name="connsiteX20504" fmla="*/ 1244090 w 5799173"/>
              <a:gd name="connsiteY20504" fmla="*/ 1507223 h 5017219"/>
              <a:gd name="connsiteX20505" fmla="*/ 1244090 w 5799173"/>
              <a:gd name="connsiteY20505" fmla="*/ 1508552 h 5017219"/>
              <a:gd name="connsiteX20506" fmla="*/ 1234868 w 5799173"/>
              <a:gd name="connsiteY20506" fmla="*/ 1524503 h 5017219"/>
              <a:gd name="connsiteX20507" fmla="*/ 1233705 w 5799173"/>
              <a:gd name="connsiteY20507" fmla="*/ 1525168 h 5017219"/>
              <a:gd name="connsiteX20508" fmla="*/ 1275449 w 5799173"/>
              <a:gd name="connsiteY20508" fmla="*/ 1541295 h 5017219"/>
              <a:gd name="connsiteX20509" fmla="*/ 1274286 w 5799173"/>
              <a:gd name="connsiteY20509" fmla="*/ 1540630 h 5017219"/>
              <a:gd name="connsiteX20510" fmla="*/ 1265064 w 5799173"/>
              <a:gd name="connsiteY20510" fmla="*/ 1524679 h 5017219"/>
              <a:gd name="connsiteX20511" fmla="*/ 1265063 w 5799173"/>
              <a:gd name="connsiteY20511" fmla="*/ 1523350 h 5017219"/>
              <a:gd name="connsiteX20512" fmla="*/ 1274286 w 5799173"/>
              <a:gd name="connsiteY20512" fmla="*/ 1507399 h 5017219"/>
              <a:gd name="connsiteX20513" fmla="*/ 1275449 w 5799173"/>
              <a:gd name="connsiteY20513" fmla="*/ 1506734 h 5017219"/>
              <a:gd name="connsiteX20514" fmla="*/ 1293892 w 5799173"/>
              <a:gd name="connsiteY20514" fmla="*/ 1506734 h 5017219"/>
              <a:gd name="connsiteX20515" fmla="*/ 1295055 w 5799173"/>
              <a:gd name="connsiteY20515" fmla="*/ 1507399 h 5017219"/>
              <a:gd name="connsiteX20516" fmla="*/ 1304277 w 5799173"/>
              <a:gd name="connsiteY20516" fmla="*/ 1523350 h 5017219"/>
              <a:gd name="connsiteX20517" fmla="*/ 1304277 w 5799173"/>
              <a:gd name="connsiteY20517" fmla="*/ 1524679 h 5017219"/>
              <a:gd name="connsiteX20518" fmla="*/ 1295054 w 5799173"/>
              <a:gd name="connsiteY20518" fmla="*/ 1540630 h 5017219"/>
              <a:gd name="connsiteX20519" fmla="*/ 1293892 w 5799173"/>
              <a:gd name="connsiteY20519" fmla="*/ 1541295 h 5017219"/>
              <a:gd name="connsiteX20520" fmla="*/ 1034620 w 5799173"/>
              <a:gd name="connsiteY20520" fmla="*/ 1476953 h 5017219"/>
              <a:gd name="connsiteX20521" fmla="*/ 1033455 w 5799173"/>
              <a:gd name="connsiteY20521" fmla="*/ 1476289 h 5017219"/>
              <a:gd name="connsiteX20522" fmla="*/ 1024151 w 5799173"/>
              <a:gd name="connsiteY20522" fmla="*/ 1460171 h 5017219"/>
              <a:gd name="connsiteX20523" fmla="*/ 1024151 w 5799173"/>
              <a:gd name="connsiteY20523" fmla="*/ 1458842 h 5017219"/>
              <a:gd name="connsiteX20524" fmla="*/ 1033455 w 5799173"/>
              <a:gd name="connsiteY20524" fmla="*/ 1442725 h 5017219"/>
              <a:gd name="connsiteX20525" fmla="*/ 1034620 w 5799173"/>
              <a:gd name="connsiteY20525" fmla="*/ 1442060 h 5017219"/>
              <a:gd name="connsiteX20526" fmla="*/ 1053228 w 5799173"/>
              <a:gd name="connsiteY20526" fmla="*/ 1442060 h 5017219"/>
              <a:gd name="connsiteX20527" fmla="*/ 1054392 w 5799173"/>
              <a:gd name="connsiteY20527" fmla="*/ 1442725 h 5017219"/>
              <a:gd name="connsiteX20528" fmla="*/ 1063696 w 5799173"/>
              <a:gd name="connsiteY20528" fmla="*/ 1458842 h 5017219"/>
              <a:gd name="connsiteX20529" fmla="*/ 1063696 w 5799173"/>
              <a:gd name="connsiteY20529" fmla="*/ 1460171 h 5017219"/>
              <a:gd name="connsiteX20530" fmla="*/ 1054392 w 5799173"/>
              <a:gd name="connsiteY20530" fmla="*/ 1476289 h 5017219"/>
              <a:gd name="connsiteX20531" fmla="*/ 1053228 w 5799173"/>
              <a:gd name="connsiteY20531" fmla="*/ 1476953 h 5017219"/>
              <a:gd name="connsiteX20532" fmla="*/ 1576213 w 5799173"/>
              <a:gd name="connsiteY20532" fmla="*/ 1622261 h 5017219"/>
              <a:gd name="connsiteX20533" fmla="*/ 1575050 w 5799173"/>
              <a:gd name="connsiteY20533" fmla="*/ 1621597 h 5017219"/>
              <a:gd name="connsiteX20534" fmla="*/ 1565662 w 5799173"/>
              <a:gd name="connsiteY20534" fmla="*/ 1605313 h 5017219"/>
              <a:gd name="connsiteX20535" fmla="*/ 1565662 w 5799173"/>
              <a:gd name="connsiteY20535" fmla="*/ 1603984 h 5017219"/>
              <a:gd name="connsiteX20536" fmla="*/ 1575050 w 5799173"/>
              <a:gd name="connsiteY20536" fmla="*/ 1587701 h 5017219"/>
              <a:gd name="connsiteX20537" fmla="*/ 1576213 w 5799173"/>
              <a:gd name="connsiteY20537" fmla="*/ 1587036 h 5017219"/>
              <a:gd name="connsiteX20538" fmla="*/ 1594989 w 5799173"/>
              <a:gd name="connsiteY20538" fmla="*/ 1587036 h 5017219"/>
              <a:gd name="connsiteX20539" fmla="*/ 1596152 w 5799173"/>
              <a:gd name="connsiteY20539" fmla="*/ 1587701 h 5017219"/>
              <a:gd name="connsiteX20540" fmla="*/ 1605540 w 5799173"/>
              <a:gd name="connsiteY20540" fmla="*/ 1603984 h 5017219"/>
              <a:gd name="connsiteX20541" fmla="*/ 1605540 w 5799173"/>
              <a:gd name="connsiteY20541" fmla="*/ 1605313 h 5017219"/>
              <a:gd name="connsiteX20542" fmla="*/ 1596152 w 5799173"/>
              <a:gd name="connsiteY20542" fmla="*/ 1621597 h 5017219"/>
              <a:gd name="connsiteX20543" fmla="*/ 1594989 w 5799173"/>
              <a:gd name="connsiteY20543" fmla="*/ 1622261 h 5017219"/>
              <a:gd name="connsiteX20544" fmla="*/ 1696503 w 5799173"/>
              <a:gd name="connsiteY20544" fmla="*/ 1654599 h 5017219"/>
              <a:gd name="connsiteX20545" fmla="*/ 1695340 w 5799173"/>
              <a:gd name="connsiteY20545" fmla="*/ 1653934 h 5017219"/>
              <a:gd name="connsiteX20546" fmla="*/ 1685869 w 5799173"/>
              <a:gd name="connsiteY20546" fmla="*/ 1637567 h 5017219"/>
              <a:gd name="connsiteX20547" fmla="*/ 1685869 w 5799173"/>
              <a:gd name="connsiteY20547" fmla="*/ 1636238 h 5017219"/>
              <a:gd name="connsiteX20548" fmla="*/ 1695340 w 5799173"/>
              <a:gd name="connsiteY20548" fmla="*/ 1619872 h 5017219"/>
              <a:gd name="connsiteX20549" fmla="*/ 1696503 w 5799173"/>
              <a:gd name="connsiteY20549" fmla="*/ 1619207 h 5017219"/>
              <a:gd name="connsiteX20550" fmla="*/ 1715445 w 5799173"/>
              <a:gd name="connsiteY20550" fmla="*/ 1619207 h 5017219"/>
              <a:gd name="connsiteX20551" fmla="*/ 1716608 w 5799173"/>
              <a:gd name="connsiteY20551" fmla="*/ 1619872 h 5017219"/>
              <a:gd name="connsiteX20552" fmla="*/ 1726079 w 5799173"/>
              <a:gd name="connsiteY20552" fmla="*/ 1636238 h 5017219"/>
              <a:gd name="connsiteX20553" fmla="*/ 1726079 w 5799173"/>
              <a:gd name="connsiteY20553" fmla="*/ 1637567 h 5017219"/>
              <a:gd name="connsiteX20554" fmla="*/ 1716607 w 5799173"/>
              <a:gd name="connsiteY20554" fmla="*/ 1653934 h 5017219"/>
              <a:gd name="connsiteX20555" fmla="*/ 1715445 w 5799173"/>
              <a:gd name="connsiteY20555" fmla="*/ 1654599 h 5017219"/>
              <a:gd name="connsiteX20556" fmla="*/ 1395487 w 5799173"/>
              <a:gd name="connsiteY20556" fmla="*/ 1574046 h 5017219"/>
              <a:gd name="connsiteX20557" fmla="*/ 1394324 w 5799173"/>
              <a:gd name="connsiteY20557" fmla="*/ 1573381 h 5017219"/>
              <a:gd name="connsiteX20558" fmla="*/ 1384853 w 5799173"/>
              <a:gd name="connsiteY20558" fmla="*/ 1556932 h 5017219"/>
              <a:gd name="connsiteX20559" fmla="*/ 1384853 w 5799173"/>
              <a:gd name="connsiteY20559" fmla="*/ 1555603 h 5017219"/>
              <a:gd name="connsiteX20560" fmla="*/ 1394407 w 5799173"/>
              <a:gd name="connsiteY20560" fmla="*/ 1539153 h 5017219"/>
              <a:gd name="connsiteX20561" fmla="*/ 1395570 w 5799173"/>
              <a:gd name="connsiteY20561" fmla="*/ 1538488 h 5017219"/>
              <a:gd name="connsiteX20562" fmla="*/ 1414596 w 5799173"/>
              <a:gd name="connsiteY20562" fmla="*/ 1538488 h 5017219"/>
              <a:gd name="connsiteX20563" fmla="*/ 1415758 w 5799173"/>
              <a:gd name="connsiteY20563" fmla="*/ 1539153 h 5017219"/>
              <a:gd name="connsiteX20564" fmla="*/ 1425230 w 5799173"/>
              <a:gd name="connsiteY20564" fmla="*/ 1555603 h 5017219"/>
              <a:gd name="connsiteX20565" fmla="*/ 1425229 w 5799173"/>
              <a:gd name="connsiteY20565" fmla="*/ 1556932 h 5017219"/>
              <a:gd name="connsiteX20566" fmla="*/ 1415675 w 5799173"/>
              <a:gd name="connsiteY20566" fmla="*/ 1573381 h 5017219"/>
              <a:gd name="connsiteX20567" fmla="*/ 1414513 w 5799173"/>
              <a:gd name="connsiteY20567" fmla="*/ 1574046 h 5017219"/>
              <a:gd name="connsiteX20568" fmla="*/ 1636211 w 5799173"/>
              <a:gd name="connsiteY20568" fmla="*/ 1638717 h 5017219"/>
              <a:gd name="connsiteX20569" fmla="*/ 1635048 w 5799173"/>
              <a:gd name="connsiteY20569" fmla="*/ 1638052 h 5017219"/>
              <a:gd name="connsiteX20570" fmla="*/ 1625495 w 5799173"/>
              <a:gd name="connsiteY20570" fmla="*/ 1621520 h 5017219"/>
              <a:gd name="connsiteX20571" fmla="*/ 1625494 w 5799173"/>
              <a:gd name="connsiteY20571" fmla="*/ 1620190 h 5017219"/>
              <a:gd name="connsiteX20572" fmla="*/ 1635048 w 5799173"/>
              <a:gd name="connsiteY20572" fmla="*/ 1603658 h 5017219"/>
              <a:gd name="connsiteX20573" fmla="*/ 1636211 w 5799173"/>
              <a:gd name="connsiteY20573" fmla="*/ 1602993 h 5017219"/>
              <a:gd name="connsiteX20574" fmla="*/ 1655319 w 5799173"/>
              <a:gd name="connsiteY20574" fmla="*/ 1602993 h 5017219"/>
              <a:gd name="connsiteX20575" fmla="*/ 1656482 w 5799173"/>
              <a:gd name="connsiteY20575" fmla="*/ 1603658 h 5017219"/>
              <a:gd name="connsiteX20576" fmla="*/ 1666036 w 5799173"/>
              <a:gd name="connsiteY20576" fmla="*/ 1620190 h 5017219"/>
              <a:gd name="connsiteX20577" fmla="*/ 1666036 w 5799173"/>
              <a:gd name="connsiteY20577" fmla="*/ 1621520 h 5017219"/>
              <a:gd name="connsiteX20578" fmla="*/ 1656482 w 5799173"/>
              <a:gd name="connsiteY20578" fmla="*/ 1638052 h 5017219"/>
              <a:gd name="connsiteX20579" fmla="*/ 1655319 w 5799173"/>
              <a:gd name="connsiteY20579" fmla="*/ 1638717 h 5017219"/>
              <a:gd name="connsiteX20580" fmla="*/ 1335199 w 5799173"/>
              <a:gd name="connsiteY20580" fmla="*/ 1558155 h 5017219"/>
              <a:gd name="connsiteX20581" fmla="*/ 1334035 w 5799173"/>
              <a:gd name="connsiteY20581" fmla="*/ 1557491 h 5017219"/>
              <a:gd name="connsiteX20582" fmla="*/ 1324398 w 5799173"/>
              <a:gd name="connsiteY20582" fmla="*/ 1540875 h 5017219"/>
              <a:gd name="connsiteX20583" fmla="*/ 1324398 w 5799173"/>
              <a:gd name="connsiteY20583" fmla="*/ 1539546 h 5017219"/>
              <a:gd name="connsiteX20584" fmla="*/ 1334035 w 5799173"/>
              <a:gd name="connsiteY20584" fmla="*/ 1522930 h 5017219"/>
              <a:gd name="connsiteX20585" fmla="*/ 1335199 w 5799173"/>
              <a:gd name="connsiteY20585" fmla="*/ 1522265 h 5017219"/>
              <a:gd name="connsiteX20586" fmla="*/ 1354389 w 5799173"/>
              <a:gd name="connsiteY20586" fmla="*/ 1522265 h 5017219"/>
              <a:gd name="connsiteX20587" fmla="*/ 1355552 w 5799173"/>
              <a:gd name="connsiteY20587" fmla="*/ 1522930 h 5017219"/>
              <a:gd name="connsiteX20588" fmla="*/ 1365190 w 5799173"/>
              <a:gd name="connsiteY20588" fmla="*/ 1539546 h 5017219"/>
              <a:gd name="connsiteX20589" fmla="*/ 1365190 w 5799173"/>
              <a:gd name="connsiteY20589" fmla="*/ 1540875 h 5017219"/>
              <a:gd name="connsiteX20590" fmla="*/ 1355552 w 5799173"/>
              <a:gd name="connsiteY20590" fmla="*/ 1557491 h 5017219"/>
              <a:gd name="connsiteX20591" fmla="*/ 1354389 w 5799173"/>
              <a:gd name="connsiteY20591" fmla="*/ 1558155 h 5017219"/>
              <a:gd name="connsiteX20592" fmla="*/ 1515754 w 5799173"/>
              <a:gd name="connsiteY20592" fmla="*/ 1606640 h 5017219"/>
              <a:gd name="connsiteX20593" fmla="*/ 1514591 w 5799173"/>
              <a:gd name="connsiteY20593" fmla="*/ 1605976 h 5017219"/>
              <a:gd name="connsiteX20594" fmla="*/ 1504954 w 5799173"/>
              <a:gd name="connsiteY20594" fmla="*/ 1589277 h 5017219"/>
              <a:gd name="connsiteX20595" fmla="*/ 1504954 w 5799173"/>
              <a:gd name="connsiteY20595" fmla="*/ 1587948 h 5017219"/>
              <a:gd name="connsiteX20596" fmla="*/ 1514591 w 5799173"/>
              <a:gd name="connsiteY20596" fmla="*/ 1571249 h 5017219"/>
              <a:gd name="connsiteX20597" fmla="*/ 1515754 w 5799173"/>
              <a:gd name="connsiteY20597" fmla="*/ 1570584 h 5017219"/>
              <a:gd name="connsiteX20598" fmla="*/ 1535111 w 5799173"/>
              <a:gd name="connsiteY20598" fmla="*/ 1570584 h 5017219"/>
              <a:gd name="connsiteX20599" fmla="*/ 1536275 w 5799173"/>
              <a:gd name="connsiteY20599" fmla="*/ 1571249 h 5017219"/>
              <a:gd name="connsiteX20600" fmla="*/ 1545912 w 5799173"/>
              <a:gd name="connsiteY20600" fmla="*/ 1587948 h 5017219"/>
              <a:gd name="connsiteX20601" fmla="*/ 1545912 w 5799173"/>
              <a:gd name="connsiteY20601" fmla="*/ 1589277 h 5017219"/>
              <a:gd name="connsiteX20602" fmla="*/ 1536275 w 5799173"/>
              <a:gd name="connsiteY20602" fmla="*/ 1605976 h 5017219"/>
              <a:gd name="connsiteX20603" fmla="*/ 1535111 w 5799173"/>
              <a:gd name="connsiteY20603" fmla="*/ 1606640 h 5017219"/>
              <a:gd name="connsiteX20604" fmla="*/ 1876872 w 5799173"/>
              <a:gd name="connsiteY20604" fmla="*/ 1703401 h 5017219"/>
              <a:gd name="connsiteX20605" fmla="*/ 1875708 w 5799173"/>
              <a:gd name="connsiteY20605" fmla="*/ 1702737 h 5017219"/>
              <a:gd name="connsiteX20606" fmla="*/ 1866072 w 5799173"/>
              <a:gd name="connsiteY20606" fmla="*/ 1686038 h 5017219"/>
              <a:gd name="connsiteX20607" fmla="*/ 1866071 w 5799173"/>
              <a:gd name="connsiteY20607" fmla="*/ 1684709 h 5017219"/>
              <a:gd name="connsiteX20608" fmla="*/ 1875708 w 5799173"/>
              <a:gd name="connsiteY20608" fmla="*/ 1668010 h 5017219"/>
              <a:gd name="connsiteX20609" fmla="*/ 1876872 w 5799173"/>
              <a:gd name="connsiteY20609" fmla="*/ 1667345 h 5017219"/>
              <a:gd name="connsiteX20610" fmla="*/ 1896228 w 5799173"/>
              <a:gd name="connsiteY20610" fmla="*/ 1667345 h 5017219"/>
              <a:gd name="connsiteX20611" fmla="*/ 1897392 w 5799173"/>
              <a:gd name="connsiteY20611" fmla="*/ 1668010 h 5017219"/>
              <a:gd name="connsiteX20612" fmla="*/ 1907030 w 5799173"/>
              <a:gd name="connsiteY20612" fmla="*/ 1684709 h 5017219"/>
              <a:gd name="connsiteX20613" fmla="*/ 1907030 w 5799173"/>
              <a:gd name="connsiteY20613" fmla="*/ 1686038 h 5017219"/>
              <a:gd name="connsiteX20614" fmla="*/ 1897392 w 5799173"/>
              <a:gd name="connsiteY20614" fmla="*/ 1702737 h 5017219"/>
              <a:gd name="connsiteX20615" fmla="*/ 1896228 w 5799173"/>
              <a:gd name="connsiteY20615" fmla="*/ 1703401 h 5017219"/>
              <a:gd name="connsiteX20616" fmla="*/ 2960224 w 5799173"/>
              <a:gd name="connsiteY20616" fmla="*/ 1993685 h 5017219"/>
              <a:gd name="connsiteX20617" fmla="*/ 2959061 w 5799173"/>
              <a:gd name="connsiteY20617" fmla="*/ 1993020 h 5017219"/>
              <a:gd name="connsiteX20618" fmla="*/ 2949424 w 5799173"/>
              <a:gd name="connsiteY20618" fmla="*/ 1976321 h 5017219"/>
              <a:gd name="connsiteX20619" fmla="*/ 2949424 w 5799173"/>
              <a:gd name="connsiteY20619" fmla="*/ 1974992 h 5017219"/>
              <a:gd name="connsiteX20620" fmla="*/ 2959061 w 5799173"/>
              <a:gd name="connsiteY20620" fmla="*/ 1958293 h 5017219"/>
              <a:gd name="connsiteX20621" fmla="*/ 2960224 w 5799173"/>
              <a:gd name="connsiteY20621" fmla="*/ 1957628 h 5017219"/>
              <a:gd name="connsiteX20622" fmla="*/ 2979582 w 5799173"/>
              <a:gd name="connsiteY20622" fmla="*/ 1957628 h 5017219"/>
              <a:gd name="connsiteX20623" fmla="*/ 2980745 w 5799173"/>
              <a:gd name="connsiteY20623" fmla="*/ 1958293 h 5017219"/>
              <a:gd name="connsiteX20624" fmla="*/ 2990382 w 5799173"/>
              <a:gd name="connsiteY20624" fmla="*/ 1974993 h 5017219"/>
              <a:gd name="connsiteX20625" fmla="*/ 2990382 w 5799173"/>
              <a:gd name="connsiteY20625" fmla="*/ 1976321 h 5017219"/>
              <a:gd name="connsiteX20626" fmla="*/ 2980745 w 5799173"/>
              <a:gd name="connsiteY20626" fmla="*/ 1993020 h 5017219"/>
              <a:gd name="connsiteX20627" fmla="*/ 2979582 w 5799173"/>
              <a:gd name="connsiteY20627" fmla="*/ 1993684 h 5017219"/>
              <a:gd name="connsiteX20628" fmla="*/ 1455436 w 5799173"/>
              <a:gd name="connsiteY20628" fmla="*/ 1590756 h 5017219"/>
              <a:gd name="connsiteX20629" fmla="*/ 1454272 w 5799173"/>
              <a:gd name="connsiteY20629" fmla="*/ 1590091 h 5017219"/>
              <a:gd name="connsiteX20630" fmla="*/ 1444469 w 5799173"/>
              <a:gd name="connsiteY20630" fmla="*/ 1573060 h 5017219"/>
              <a:gd name="connsiteX20631" fmla="*/ 1444469 w 5799173"/>
              <a:gd name="connsiteY20631" fmla="*/ 1571648 h 5017219"/>
              <a:gd name="connsiteX20632" fmla="*/ 1454272 w 5799173"/>
              <a:gd name="connsiteY20632" fmla="*/ 1554617 h 5017219"/>
              <a:gd name="connsiteX20633" fmla="*/ 1455436 w 5799173"/>
              <a:gd name="connsiteY20633" fmla="*/ 1553951 h 5017219"/>
              <a:gd name="connsiteX20634" fmla="*/ 1475042 w 5799173"/>
              <a:gd name="connsiteY20634" fmla="*/ 1553952 h 5017219"/>
              <a:gd name="connsiteX20635" fmla="*/ 1476205 w 5799173"/>
              <a:gd name="connsiteY20635" fmla="*/ 1554617 h 5017219"/>
              <a:gd name="connsiteX20636" fmla="*/ 1486009 w 5799173"/>
              <a:gd name="connsiteY20636" fmla="*/ 1571648 h 5017219"/>
              <a:gd name="connsiteX20637" fmla="*/ 1486009 w 5799173"/>
              <a:gd name="connsiteY20637" fmla="*/ 1573060 h 5017219"/>
              <a:gd name="connsiteX20638" fmla="*/ 1476205 w 5799173"/>
              <a:gd name="connsiteY20638" fmla="*/ 1590091 h 5017219"/>
              <a:gd name="connsiteX20639" fmla="*/ 1475042 w 5799173"/>
              <a:gd name="connsiteY20639" fmla="*/ 1590756 h 5017219"/>
              <a:gd name="connsiteX20640" fmla="*/ 1936926 w 5799173"/>
              <a:gd name="connsiteY20640" fmla="*/ 1719770 h 5017219"/>
              <a:gd name="connsiteX20641" fmla="*/ 1935762 w 5799173"/>
              <a:gd name="connsiteY20641" fmla="*/ 1719105 h 5017219"/>
              <a:gd name="connsiteX20642" fmla="*/ 1925959 w 5799173"/>
              <a:gd name="connsiteY20642" fmla="*/ 1702074 h 5017219"/>
              <a:gd name="connsiteX20643" fmla="*/ 1925959 w 5799173"/>
              <a:gd name="connsiteY20643" fmla="*/ 1700662 h 5017219"/>
              <a:gd name="connsiteX20644" fmla="*/ 1935762 w 5799173"/>
              <a:gd name="connsiteY20644" fmla="*/ 1683631 h 5017219"/>
              <a:gd name="connsiteX20645" fmla="*/ 1936926 w 5799173"/>
              <a:gd name="connsiteY20645" fmla="*/ 1682966 h 5017219"/>
              <a:gd name="connsiteX20646" fmla="*/ 1956532 w 5799173"/>
              <a:gd name="connsiteY20646" fmla="*/ 1682966 h 5017219"/>
              <a:gd name="connsiteX20647" fmla="*/ 1957695 w 5799173"/>
              <a:gd name="connsiteY20647" fmla="*/ 1683631 h 5017219"/>
              <a:gd name="connsiteX20648" fmla="*/ 1967499 w 5799173"/>
              <a:gd name="connsiteY20648" fmla="*/ 1700662 h 5017219"/>
              <a:gd name="connsiteX20649" fmla="*/ 1967499 w 5799173"/>
              <a:gd name="connsiteY20649" fmla="*/ 1702075 h 5017219"/>
              <a:gd name="connsiteX20650" fmla="*/ 1957695 w 5799173"/>
              <a:gd name="connsiteY20650" fmla="*/ 1719105 h 5017219"/>
              <a:gd name="connsiteX20651" fmla="*/ 1956532 w 5799173"/>
              <a:gd name="connsiteY20651" fmla="*/ 1719770 h 5017219"/>
              <a:gd name="connsiteX20652" fmla="*/ 1997113 w 5799173"/>
              <a:gd name="connsiteY20652" fmla="*/ 1735897 h 5017219"/>
              <a:gd name="connsiteX20653" fmla="*/ 1995949 w 5799173"/>
              <a:gd name="connsiteY20653" fmla="*/ 1735233 h 5017219"/>
              <a:gd name="connsiteX20654" fmla="*/ 1986146 w 5799173"/>
              <a:gd name="connsiteY20654" fmla="*/ 1718201 h 5017219"/>
              <a:gd name="connsiteX20655" fmla="*/ 1986146 w 5799173"/>
              <a:gd name="connsiteY20655" fmla="*/ 1716789 h 5017219"/>
              <a:gd name="connsiteX20656" fmla="*/ 1995949 w 5799173"/>
              <a:gd name="connsiteY20656" fmla="*/ 1699758 h 5017219"/>
              <a:gd name="connsiteX20657" fmla="*/ 1997113 w 5799173"/>
              <a:gd name="connsiteY20657" fmla="*/ 1699093 h 5017219"/>
              <a:gd name="connsiteX20658" fmla="*/ 2016719 w 5799173"/>
              <a:gd name="connsiteY20658" fmla="*/ 1699093 h 5017219"/>
              <a:gd name="connsiteX20659" fmla="*/ 2017882 w 5799173"/>
              <a:gd name="connsiteY20659" fmla="*/ 1699758 h 5017219"/>
              <a:gd name="connsiteX20660" fmla="*/ 2027686 w 5799173"/>
              <a:gd name="connsiteY20660" fmla="*/ 1716789 h 5017219"/>
              <a:gd name="connsiteX20661" fmla="*/ 2027686 w 5799173"/>
              <a:gd name="connsiteY20661" fmla="*/ 1718202 h 5017219"/>
              <a:gd name="connsiteX20662" fmla="*/ 2017882 w 5799173"/>
              <a:gd name="connsiteY20662" fmla="*/ 1735232 h 5017219"/>
              <a:gd name="connsiteX20663" fmla="*/ 2016719 w 5799173"/>
              <a:gd name="connsiteY20663" fmla="*/ 1735897 h 5017219"/>
              <a:gd name="connsiteX20664" fmla="*/ 1756264 w 5799173"/>
              <a:gd name="connsiteY20664" fmla="*/ 1671543 h 5017219"/>
              <a:gd name="connsiteX20665" fmla="*/ 1755017 w 5799173"/>
              <a:gd name="connsiteY20665" fmla="*/ 1670879 h 5017219"/>
              <a:gd name="connsiteX20666" fmla="*/ 1745131 w 5799173"/>
              <a:gd name="connsiteY20666" fmla="*/ 1653764 h 5017219"/>
              <a:gd name="connsiteX20667" fmla="*/ 1745131 w 5799173"/>
              <a:gd name="connsiteY20667" fmla="*/ 1652352 h 5017219"/>
              <a:gd name="connsiteX20668" fmla="*/ 1755017 w 5799173"/>
              <a:gd name="connsiteY20668" fmla="*/ 1635238 h 5017219"/>
              <a:gd name="connsiteX20669" fmla="*/ 1756264 w 5799173"/>
              <a:gd name="connsiteY20669" fmla="*/ 1634573 h 5017219"/>
              <a:gd name="connsiteX20670" fmla="*/ 1775953 w 5799173"/>
              <a:gd name="connsiteY20670" fmla="*/ 1634573 h 5017219"/>
              <a:gd name="connsiteX20671" fmla="*/ 1777200 w 5799173"/>
              <a:gd name="connsiteY20671" fmla="*/ 1635238 h 5017219"/>
              <a:gd name="connsiteX20672" fmla="*/ 1787086 w 5799173"/>
              <a:gd name="connsiteY20672" fmla="*/ 1652352 h 5017219"/>
              <a:gd name="connsiteX20673" fmla="*/ 1787086 w 5799173"/>
              <a:gd name="connsiteY20673" fmla="*/ 1653764 h 5017219"/>
              <a:gd name="connsiteX20674" fmla="*/ 1777200 w 5799173"/>
              <a:gd name="connsiteY20674" fmla="*/ 1670879 h 5017219"/>
              <a:gd name="connsiteX20675" fmla="*/ 1775953 w 5799173"/>
              <a:gd name="connsiteY20675" fmla="*/ 1671543 h 5017219"/>
              <a:gd name="connsiteX20676" fmla="*/ 2057195 w 5799173"/>
              <a:gd name="connsiteY20676" fmla="*/ 1752178 h 5017219"/>
              <a:gd name="connsiteX20677" fmla="*/ 2055949 w 5799173"/>
              <a:gd name="connsiteY20677" fmla="*/ 1751514 h 5017219"/>
              <a:gd name="connsiteX20678" fmla="*/ 2046062 w 5799173"/>
              <a:gd name="connsiteY20678" fmla="*/ 1734399 h 5017219"/>
              <a:gd name="connsiteX20679" fmla="*/ 2046062 w 5799173"/>
              <a:gd name="connsiteY20679" fmla="*/ 1732987 h 5017219"/>
              <a:gd name="connsiteX20680" fmla="*/ 2055949 w 5799173"/>
              <a:gd name="connsiteY20680" fmla="*/ 1715873 h 5017219"/>
              <a:gd name="connsiteX20681" fmla="*/ 2057195 w 5799173"/>
              <a:gd name="connsiteY20681" fmla="*/ 1715208 h 5017219"/>
              <a:gd name="connsiteX20682" fmla="*/ 2076885 w 5799173"/>
              <a:gd name="connsiteY20682" fmla="*/ 1715208 h 5017219"/>
              <a:gd name="connsiteX20683" fmla="*/ 2078131 w 5799173"/>
              <a:gd name="connsiteY20683" fmla="*/ 1715873 h 5017219"/>
              <a:gd name="connsiteX20684" fmla="*/ 2088017 w 5799173"/>
              <a:gd name="connsiteY20684" fmla="*/ 1732987 h 5017219"/>
              <a:gd name="connsiteX20685" fmla="*/ 2088017 w 5799173"/>
              <a:gd name="connsiteY20685" fmla="*/ 1734399 h 5017219"/>
              <a:gd name="connsiteX20686" fmla="*/ 2078131 w 5799173"/>
              <a:gd name="connsiteY20686" fmla="*/ 1751514 h 5017219"/>
              <a:gd name="connsiteX20687" fmla="*/ 2076885 w 5799173"/>
              <a:gd name="connsiteY20687" fmla="*/ 1752178 h 5017219"/>
              <a:gd name="connsiteX20688" fmla="*/ 2237669 w 5799173"/>
              <a:gd name="connsiteY20688" fmla="*/ 1800735 h 5017219"/>
              <a:gd name="connsiteX20689" fmla="*/ 2236423 w 5799173"/>
              <a:gd name="connsiteY20689" fmla="*/ 1800071 h 5017219"/>
              <a:gd name="connsiteX20690" fmla="*/ 2226453 w 5799173"/>
              <a:gd name="connsiteY20690" fmla="*/ 1782790 h 5017219"/>
              <a:gd name="connsiteX20691" fmla="*/ 2226452 w 5799173"/>
              <a:gd name="connsiteY20691" fmla="*/ 1781378 h 5017219"/>
              <a:gd name="connsiteX20692" fmla="*/ 2236423 w 5799173"/>
              <a:gd name="connsiteY20692" fmla="*/ 1764098 h 5017219"/>
              <a:gd name="connsiteX20693" fmla="*/ 2237669 w 5799173"/>
              <a:gd name="connsiteY20693" fmla="*/ 1763433 h 5017219"/>
              <a:gd name="connsiteX20694" fmla="*/ 2257608 w 5799173"/>
              <a:gd name="connsiteY20694" fmla="*/ 1763433 h 5017219"/>
              <a:gd name="connsiteX20695" fmla="*/ 2258853 w 5799173"/>
              <a:gd name="connsiteY20695" fmla="*/ 1764098 h 5017219"/>
              <a:gd name="connsiteX20696" fmla="*/ 2268823 w 5799173"/>
              <a:gd name="connsiteY20696" fmla="*/ 1781378 h 5017219"/>
              <a:gd name="connsiteX20697" fmla="*/ 2268823 w 5799173"/>
              <a:gd name="connsiteY20697" fmla="*/ 1782790 h 5017219"/>
              <a:gd name="connsiteX20698" fmla="*/ 2258853 w 5799173"/>
              <a:gd name="connsiteY20698" fmla="*/ 1800071 h 5017219"/>
              <a:gd name="connsiteX20699" fmla="*/ 2257608 w 5799173"/>
              <a:gd name="connsiteY20699" fmla="*/ 1800735 h 5017219"/>
              <a:gd name="connsiteX20700" fmla="*/ 2117235 w 5799173"/>
              <a:gd name="connsiteY20700" fmla="*/ 1768568 h 5017219"/>
              <a:gd name="connsiteX20701" fmla="*/ 2115989 w 5799173"/>
              <a:gd name="connsiteY20701" fmla="*/ 1767820 h 5017219"/>
              <a:gd name="connsiteX20702" fmla="*/ 2106019 w 5799173"/>
              <a:gd name="connsiteY20702" fmla="*/ 1750457 h 5017219"/>
              <a:gd name="connsiteX20703" fmla="*/ 2106019 w 5799173"/>
              <a:gd name="connsiteY20703" fmla="*/ 1749044 h 5017219"/>
              <a:gd name="connsiteX20704" fmla="*/ 2116072 w 5799173"/>
              <a:gd name="connsiteY20704" fmla="*/ 1731681 h 5017219"/>
              <a:gd name="connsiteX20705" fmla="*/ 2117318 w 5799173"/>
              <a:gd name="connsiteY20705" fmla="*/ 1730933 h 5017219"/>
              <a:gd name="connsiteX20706" fmla="*/ 2137341 w 5799173"/>
              <a:gd name="connsiteY20706" fmla="*/ 1730933 h 5017219"/>
              <a:gd name="connsiteX20707" fmla="*/ 2138586 w 5799173"/>
              <a:gd name="connsiteY20707" fmla="*/ 1731681 h 5017219"/>
              <a:gd name="connsiteX20708" fmla="*/ 2148556 w 5799173"/>
              <a:gd name="connsiteY20708" fmla="*/ 1749044 h 5017219"/>
              <a:gd name="connsiteX20709" fmla="*/ 2148557 w 5799173"/>
              <a:gd name="connsiteY20709" fmla="*/ 1750457 h 5017219"/>
              <a:gd name="connsiteX20710" fmla="*/ 2138503 w 5799173"/>
              <a:gd name="connsiteY20710" fmla="*/ 1767820 h 5017219"/>
              <a:gd name="connsiteX20711" fmla="*/ 2137257 w 5799173"/>
              <a:gd name="connsiteY20711" fmla="*/ 1768568 h 5017219"/>
              <a:gd name="connsiteX20712" fmla="*/ 2418167 w 5799173"/>
              <a:gd name="connsiteY20712" fmla="*/ 1849202 h 5017219"/>
              <a:gd name="connsiteX20713" fmla="*/ 2416921 w 5799173"/>
              <a:gd name="connsiteY20713" fmla="*/ 1848454 h 5017219"/>
              <a:gd name="connsiteX20714" fmla="*/ 2406950 w 5799173"/>
              <a:gd name="connsiteY20714" fmla="*/ 1831091 h 5017219"/>
              <a:gd name="connsiteX20715" fmla="*/ 2406951 w 5799173"/>
              <a:gd name="connsiteY20715" fmla="*/ 1829678 h 5017219"/>
              <a:gd name="connsiteX20716" fmla="*/ 2417003 w 5799173"/>
              <a:gd name="connsiteY20716" fmla="*/ 1812315 h 5017219"/>
              <a:gd name="connsiteX20717" fmla="*/ 2418250 w 5799173"/>
              <a:gd name="connsiteY20717" fmla="*/ 1811567 h 5017219"/>
              <a:gd name="connsiteX20718" fmla="*/ 2438272 w 5799173"/>
              <a:gd name="connsiteY20718" fmla="*/ 1811567 h 5017219"/>
              <a:gd name="connsiteX20719" fmla="*/ 2439518 w 5799173"/>
              <a:gd name="connsiteY20719" fmla="*/ 1812315 h 5017219"/>
              <a:gd name="connsiteX20720" fmla="*/ 2449487 w 5799173"/>
              <a:gd name="connsiteY20720" fmla="*/ 1829678 h 5017219"/>
              <a:gd name="connsiteX20721" fmla="*/ 2449487 w 5799173"/>
              <a:gd name="connsiteY20721" fmla="*/ 1831091 h 5017219"/>
              <a:gd name="connsiteX20722" fmla="*/ 2439434 w 5799173"/>
              <a:gd name="connsiteY20722" fmla="*/ 1848454 h 5017219"/>
              <a:gd name="connsiteX20723" fmla="*/ 2438188 w 5799173"/>
              <a:gd name="connsiteY20723" fmla="*/ 1849202 h 5017219"/>
              <a:gd name="connsiteX20724" fmla="*/ 3682077 w 5799173"/>
              <a:gd name="connsiteY20724" fmla="*/ 2187866 h 5017219"/>
              <a:gd name="connsiteX20725" fmla="*/ 3680831 w 5799173"/>
              <a:gd name="connsiteY20725" fmla="*/ 2187118 h 5017219"/>
              <a:gd name="connsiteX20726" fmla="*/ 3670861 w 5799173"/>
              <a:gd name="connsiteY20726" fmla="*/ 2169755 h 5017219"/>
              <a:gd name="connsiteX20727" fmla="*/ 3670861 w 5799173"/>
              <a:gd name="connsiteY20727" fmla="*/ 2168342 h 5017219"/>
              <a:gd name="connsiteX20728" fmla="*/ 3680913 w 5799173"/>
              <a:gd name="connsiteY20728" fmla="*/ 2150979 h 5017219"/>
              <a:gd name="connsiteX20729" fmla="*/ 3682160 w 5799173"/>
              <a:gd name="connsiteY20729" fmla="*/ 2150231 h 5017219"/>
              <a:gd name="connsiteX20730" fmla="*/ 3702182 w 5799173"/>
              <a:gd name="connsiteY20730" fmla="*/ 2150231 h 5017219"/>
              <a:gd name="connsiteX20731" fmla="*/ 3703428 w 5799173"/>
              <a:gd name="connsiteY20731" fmla="*/ 2150979 h 5017219"/>
              <a:gd name="connsiteX20732" fmla="*/ 3713397 w 5799173"/>
              <a:gd name="connsiteY20732" fmla="*/ 2168342 h 5017219"/>
              <a:gd name="connsiteX20733" fmla="*/ 3713397 w 5799173"/>
              <a:gd name="connsiteY20733" fmla="*/ 2169755 h 5017219"/>
              <a:gd name="connsiteX20734" fmla="*/ 3703345 w 5799173"/>
              <a:gd name="connsiteY20734" fmla="*/ 2187118 h 5017219"/>
              <a:gd name="connsiteX20735" fmla="*/ 3702099 w 5799173"/>
              <a:gd name="connsiteY20735" fmla="*/ 2187866 h 5017219"/>
              <a:gd name="connsiteX20736" fmla="*/ 2478353 w 5799173"/>
              <a:gd name="connsiteY20736" fmla="*/ 1865412 h 5017219"/>
              <a:gd name="connsiteX20737" fmla="*/ 2477107 w 5799173"/>
              <a:gd name="connsiteY20737" fmla="*/ 1864664 h 5017219"/>
              <a:gd name="connsiteX20738" fmla="*/ 2467053 w 5799173"/>
              <a:gd name="connsiteY20738" fmla="*/ 1847218 h 5017219"/>
              <a:gd name="connsiteX20739" fmla="*/ 2467054 w 5799173"/>
              <a:gd name="connsiteY20739" fmla="*/ 1845805 h 5017219"/>
              <a:gd name="connsiteX20740" fmla="*/ 2477107 w 5799173"/>
              <a:gd name="connsiteY20740" fmla="*/ 1828359 h 5017219"/>
              <a:gd name="connsiteX20741" fmla="*/ 2478353 w 5799173"/>
              <a:gd name="connsiteY20741" fmla="*/ 1827611 h 5017219"/>
              <a:gd name="connsiteX20742" fmla="*/ 2498458 w 5799173"/>
              <a:gd name="connsiteY20742" fmla="*/ 1827611 h 5017219"/>
              <a:gd name="connsiteX20743" fmla="*/ 2499704 w 5799173"/>
              <a:gd name="connsiteY20743" fmla="*/ 1828359 h 5017219"/>
              <a:gd name="connsiteX20744" fmla="*/ 2509756 w 5799173"/>
              <a:gd name="connsiteY20744" fmla="*/ 1845805 h 5017219"/>
              <a:gd name="connsiteX20745" fmla="*/ 2509757 w 5799173"/>
              <a:gd name="connsiteY20745" fmla="*/ 1847218 h 5017219"/>
              <a:gd name="connsiteX20746" fmla="*/ 2499704 w 5799173"/>
              <a:gd name="connsiteY20746" fmla="*/ 1864664 h 5017219"/>
              <a:gd name="connsiteX20747" fmla="*/ 2498458 w 5799173"/>
              <a:gd name="connsiteY20747" fmla="*/ 1865412 h 5017219"/>
              <a:gd name="connsiteX20748" fmla="*/ 2538538 w 5799173"/>
              <a:gd name="connsiteY20748" fmla="*/ 1881539 h 5017219"/>
              <a:gd name="connsiteX20749" fmla="*/ 2537293 w 5799173"/>
              <a:gd name="connsiteY20749" fmla="*/ 1880791 h 5017219"/>
              <a:gd name="connsiteX20750" fmla="*/ 2527239 w 5799173"/>
              <a:gd name="connsiteY20750" fmla="*/ 1863345 h 5017219"/>
              <a:gd name="connsiteX20751" fmla="*/ 2527240 w 5799173"/>
              <a:gd name="connsiteY20751" fmla="*/ 1861932 h 5017219"/>
              <a:gd name="connsiteX20752" fmla="*/ 2537292 w 5799173"/>
              <a:gd name="connsiteY20752" fmla="*/ 1844486 h 5017219"/>
              <a:gd name="connsiteX20753" fmla="*/ 2538538 w 5799173"/>
              <a:gd name="connsiteY20753" fmla="*/ 1843738 h 5017219"/>
              <a:gd name="connsiteX20754" fmla="*/ 2558644 w 5799173"/>
              <a:gd name="connsiteY20754" fmla="*/ 1843738 h 5017219"/>
              <a:gd name="connsiteX20755" fmla="*/ 2559889 w 5799173"/>
              <a:gd name="connsiteY20755" fmla="*/ 1844486 h 5017219"/>
              <a:gd name="connsiteX20756" fmla="*/ 2569942 w 5799173"/>
              <a:gd name="connsiteY20756" fmla="*/ 1861932 h 5017219"/>
              <a:gd name="connsiteX20757" fmla="*/ 2569942 w 5799173"/>
              <a:gd name="connsiteY20757" fmla="*/ 1863345 h 5017219"/>
              <a:gd name="connsiteX20758" fmla="*/ 2559890 w 5799173"/>
              <a:gd name="connsiteY20758" fmla="*/ 1880791 h 5017219"/>
              <a:gd name="connsiteX20759" fmla="*/ 2558643 w 5799173"/>
              <a:gd name="connsiteY20759" fmla="*/ 1881539 h 5017219"/>
              <a:gd name="connsiteX20760" fmla="*/ 2177338 w 5799173"/>
              <a:gd name="connsiteY20760" fmla="*/ 1784860 h 5017219"/>
              <a:gd name="connsiteX20761" fmla="*/ 2176093 w 5799173"/>
              <a:gd name="connsiteY20761" fmla="*/ 1784113 h 5017219"/>
              <a:gd name="connsiteX20762" fmla="*/ 2165956 w 5799173"/>
              <a:gd name="connsiteY20762" fmla="*/ 1766583 h 5017219"/>
              <a:gd name="connsiteX20763" fmla="*/ 2165956 w 5799173"/>
              <a:gd name="connsiteY20763" fmla="*/ 1765171 h 5017219"/>
              <a:gd name="connsiteX20764" fmla="*/ 2176092 w 5799173"/>
              <a:gd name="connsiteY20764" fmla="*/ 1747641 h 5017219"/>
              <a:gd name="connsiteX20765" fmla="*/ 2177338 w 5799173"/>
              <a:gd name="connsiteY20765" fmla="*/ 1746893 h 5017219"/>
              <a:gd name="connsiteX20766" fmla="*/ 2197609 w 5799173"/>
              <a:gd name="connsiteY20766" fmla="*/ 1746893 h 5017219"/>
              <a:gd name="connsiteX20767" fmla="*/ 2198855 w 5799173"/>
              <a:gd name="connsiteY20767" fmla="*/ 1747641 h 5017219"/>
              <a:gd name="connsiteX20768" fmla="*/ 2208991 w 5799173"/>
              <a:gd name="connsiteY20768" fmla="*/ 1765171 h 5017219"/>
              <a:gd name="connsiteX20769" fmla="*/ 2208991 w 5799173"/>
              <a:gd name="connsiteY20769" fmla="*/ 1766583 h 5017219"/>
              <a:gd name="connsiteX20770" fmla="*/ 2198855 w 5799173"/>
              <a:gd name="connsiteY20770" fmla="*/ 1784113 h 5017219"/>
              <a:gd name="connsiteX20771" fmla="*/ 2197609 w 5799173"/>
              <a:gd name="connsiteY20771" fmla="*/ 1784860 h 5017219"/>
              <a:gd name="connsiteX20772" fmla="*/ 2297711 w 5799173"/>
              <a:gd name="connsiteY20772" fmla="*/ 1817114 h 5017219"/>
              <a:gd name="connsiteX20773" fmla="*/ 2296465 w 5799173"/>
              <a:gd name="connsiteY20773" fmla="*/ 1816367 h 5017219"/>
              <a:gd name="connsiteX20774" fmla="*/ 2286329 w 5799173"/>
              <a:gd name="connsiteY20774" fmla="*/ 1798837 h 5017219"/>
              <a:gd name="connsiteX20775" fmla="*/ 2286329 w 5799173"/>
              <a:gd name="connsiteY20775" fmla="*/ 1797425 h 5017219"/>
              <a:gd name="connsiteX20776" fmla="*/ 2296465 w 5799173"/>
              <a:gd name="connsiteY20776" fmla="*/ 1779895 h 5017219"/>
              <a:gd name="connsiteX20777" fmla="*/ 2297711 w 5799173"/>
              <a:gd name="connsiteY20777" fmla="*/ 1779147 h 5017219"/>
              <a:gd name="connsiteX20778" fmla="*/ 2317982 w 5799173"/>
              <a:gd name="connsiteY20778" fmla="*/ 1779147 h 5017219"/>
              <a:gd name="connsiteX20779" fmla="*/ 2319228 w 5799173"/>
              <a:gd name="connsiteY20779" fmla="*/ 1779895 h 5017219"/>
              <a:gd name="connsiteX20780" fmla="*/ 2329364 w 5799173"/>
              <a:gd name="connsiteY20780" fmla="*/ 1797425 h 5017219"/>
              <a:gd name="connsiteX20781" fmla="*/ 2329364 w 5799173"/>
              <a:gd name="connsiteY20781" fmla="*/ 1798837 h 5017219"/>
              <a:gd name="connsiteX20782" fmla="*/ 2319228 w 5799173"/>
              <a:gd name="connsiteY20782" fmla="*/ 1816367 h 5017219"/>
              <a:gd name="connsiteX20783" fmla="*/ 2317982 w 5799173"/>
              <a:gd name="connsiteY20783" fmla="*/ 1817114 h 5017219"/>
              <a:gd name="connsiteX20784" fmla="*/ 2598558 w 5799173"/>
              <a:gd name="connsiteY20784" fmla="*/ 1897831 h 5017219"/>
              <a:gd name="connsiteX20785" fmla="*/ 2597312 w 5799173"/>
              <a:gd name="connsiteY20785" fmla="*/ 1897084 h 5017219"/>
              <a:gd name="connsiteX20786" fmla="*/ 2587176 w 5799173"/>
              <a:gd name="connsiteY20786" fmla="*/ 1879471 h 5017219"/>
              <a:gd name="connsiteX20787" fmla="*/ 2587176 w 5799173"/>
              <a:gd name="connsiteY20787" fmla="*/ 1878059 h 5017219"/>
              <a:gd name="connsiteX20788" fmla="*/ 2597395 w 5799173"/>
              <a:gd name="connsiteY20788" fmla="*/ 1860446 h 5017219"/>
              <a:gd name="connsiteX20789" fmla="*/ 2598641 w 5799173"/>
              <a:gd name="connsiteY20789" fmla="*/ 1859698 h 5017219"/>
              <a:gd name="connsiteX20790" fmla="*/ 2618995 w 5799173"/>
              <a:gd name="connsiteY20790" fmla="*/ 1859698 h 5017219"/>
              <a:gd name="connsiteX20791" fmla="*/ 2620242 w 5799173"/>
              <a:gd name="connsiteY20791" fmla="*/ 1860446 h 5017219"/>
              <a:gd name="connsiteX20792" fmla="*/ 2630377 w 5799173"/>
              <a:gd name="connsiteY20792" fmla="*/ 1878059 h 5017219"/>
              <a:gd name="connsiteX20793" fmla="*/ 2630378 w 5799173"/>
              <a:gd name="connsiteY20793" fmla="*/ 1879471 h 5017219"/>
              <a:gd name="connsiteX20794" fmla="*/ 2620158 w 5799173"/>
              <a:gd name="connsiteY20794" fmla="*/ 1897084 h 5017219"/>
              <a:gd name="connsiteX20795" fmla="*/ 2618912 w 5799173"/>
              <a:gd name="connsiteY20795" fmla="*/ 1897831 h 5017219"/>
              <a:gd name="connsiteX20796" fmla="*/ 3019862 w 5799173"/>
              <a:gd name="connsiteY20796" fmla="*/ 2010719 h 5017219"/>
              <a:gd name="connsiteX20797" fmla="*/ 3018616 w 5799173"/>
              <a:gd name="connsiteY20797" fmla="*/ 2009972 h 5017219"/>
              <a:gd name="connsiteX20798" fmla="*/ 3008480 w 5799173"/>
              <a:gd name="connsiteY20798" fmla="*/ 1992359 h 5017219"/>
              <a:gd name="connsiteX20799" fmla="*/ 3008480 w 5799173"/>
              <a:gd name="connsiteY20799" fmla="*/ 1990947 h 5017219"/>
              <a:gd name="connsiteX20800" fmla="*/ 3018699 w 5799173"/>
              <a:gd name="connsiteY20800" fmla="*/ 1973334 h 5017219"/>
              <a:gd name="connsiteX20801" fmla="*/ 3019945 w 5799173"/>
              <a:gd name="connsiteY20801" fmla="*/ 1972586 h 5017219"/>
              <a:gd name="connsiteX20802" fmla="*/ 3040299 w 5799173"/>
              <a:gd name="connsiteY20802" fmla="*/ 1972586 h 5017219"/>
              <a:gd name="connsiteX20803" fmla="*/ 3041546 w 5799173"/>
              <a:gd name="connsiteY20803" fmla="*/ 1973334 h 5017219"/>
              <a:gd name="connsiteX20804" fmla="*/ 3051681 w 5799173"/>
              <a:gd name="connsiteY20804" fmla="*/ 1990947 h 5017219"/>
              <a:gd name="connsiteX20805" fmla="*/ 3051682 w 5799173"/>
              <a:gd name="connsiteY20805" fmla="*/ 1992359 h 5017219"/>
              <a:gd name="connsiteX20806" fmla="*/ 3041462 w 5799173"/>
              <a:gd name="connsiteY20806" fmla="*/ 2009972 h 5017219"/>
              <a:gd name="connsiteX20807" fmla="*/ 3040216 w 5799173"/>
              <a:gd name="connsiteY20807" fmla="*/ 2010719 h 5017219"/>
              <a:gd name="connsiteX20808" fmla="*/ 3742097 w 5799173"/>
              <a:gd name="connsiteY20808" fmla="*/ 2204241 h 5017219"/>
              <a:gd name="connsiteX20809" fmla="*/ 3740851 w 5799173"/>
              <a:gd name="connsiteY20809" fmla="*/ 2203494 h 5017219"/>
              <a:gd name="connsiteX20810" fmla="*/ 3730715 w 5799173"/>
              <a:gd name="connsiteY20810" fmla="*/ 2185881 h 5017219"/>
              <a:gd name="connsiteX20811" fmla="*/ 3730715 w 5799173"/>
              <a:gd name="connsiteY20811" fmla="*/ 2184469 h 5017219"/>
              <a:gd name="connsiteX20812" fmla="*/ 3740934 w 5799173"/>
              <a:gd name="connsiteY20812" fmla="*/ 2166856 h 5017219"/>
              <a:gd name="connsiteX20813" fmla="*/ 3742180 w 5799173"/>
              <a:gd name="connsiteY20813" fmla="*/ 2166108 h 5017219"/>
              <a:gd name="connsiteX20814" fmla="*/ 3762534 w 5799173"/>
              <a:gd name="connsiteY20814" fmla="*/ 2166108 h 5017219"/>
              <a:gd name="connsiteX20815" fmla="*/ 3763781 w 5799173"/>
              <a:gd name="connsiteY20815" fmla="*/ 2166856 h 5017219"/>
              <a:gd name="connsiteX20816" fmla="*/ 3773916 w 5799173"/>
              <a:gd name="connsiteY20816" fmla="*/ 2184469 h 5017219"/>
              <a:gd name="connsiteX20817" fmla="*/ 3773916 w 5799173"/>
              <a:gd name="connsiteY20817" fmla="*/ 2185881 h 5017219"/>
              <a:gd name="connsiteX20818" fmla="*/ 3763697 w 5799173"/>
              <a:gd name="connsiteY20818" fmla="*/ 2203494 h 5017219"/>
              <a:gd name="connsiteX20819" fmla="*/ 3762451 w 5799173"/>
              <a:gd name="connsiteY20819" fmla="*/ 2204241 h 5017219"/>
              <a:gd name="connsiteX20820" fmla="*/ 4885635 w 5799173"/>
              <a:gd name="connsiteY20820" fmla="*/ 2510651 h 5017219"/>
              <a:gd name="connsiteX20821" fmla="*/ 4884389 w 5799173"/>
              <a:gd name="connsiteY20821" fmla="*/ 2509904 h 5017219"/>
              <a:gd name="connsiteX20822" fmla="*/ 4874253 w 5799173"/>
              <a:gd name="connsiteY20822" fmla="*/ 2492291 h 5017219"/>
              <a:gd name="connsiteX20823" fmla="*/ 4874253 w 5799173"/>
              <a:gd name="connsiteY20823" fmla="*/ 2490879 h 5017219"/>
              <a:gd name="connsiteX20824" fmla="*/ 4884472 w 5799173"/>
              <a:gd name="connsiteY20824" fmla="*/ 2473266 h 5017219"/>
              <a:gd name="connsiteX20825" fmla="*/ 4885718 w 5799173"/>
              <a:gd name="connsiteY20825" fmla="*/ 2472518 h 5017219"/>
              <a:gd name="connsiteX20826" fmla="*/ 4906072 w 5799173"/>
              <a:gd name="connsiteY20826" fmla="*/ 2472518 h 5017219"/>
              <a:gd name="connsiteX20827" fmla="*/ 4907319 w 5799173"/>
              <a:gd name="connsiteY20827" fmla="*/ 2473266 h 5017219"/>
              <a:gd name="connsiteX20828" fmla="*/ 4917454 w 5799173"/>
              <a:gd name="connsiteY20828" fmla="*/ 2490879 h 5017219"/>
              <a:gd name="connsiteX20829" fmla="*/ 4917454 w 5799173"/>
              <a:gd name="connsiteY20829" fmla="*/ 2492291 h 5017219"/>
              <a:gd name="connsiteX20830" fmla="*/ 4907235 w 5799173"/>
              <a:gd name="connsiteY20830" fmla="*/ 2509904 h 5017219"/>
              <a:gd name="connsiteX20831" fmla="*/ 4905989 w 5799173"/>
              <a:gd name="connsiteY20831" fmla="*/ 2510651 h 5017219"/>
              <a:gd name="connsiteX20832" fmla="*/ 5066194 w 5799173"/>
              <a:gd name="connsiteY20832" fmla="*/ 2559032 h 5017219"/>
              <a:gd name="connsiteX20833" fmla="*/ 5064948 w 5799173"/>
              <a:gd name="connsiteY20833" fmla="*/ 2558285 h 5017219"/>
              <a:gd name="connsiteX20834" fmla="*/ 5054812 w 5799173"/>
              <a:gd name="connsiteY20834" fmla="*/ 2540672 h 5017219"/>
              <a:gd name="connsiteX20835" fmla="*/ 5054812 w 5799173"/>
              <a:gd name="connsiteY20835" fmla="*/ 2539260 h 5017219"/>
              <a:gd name="connsiteX20836" fmla="*/ 5065030 w 5799173"/>
              <a:gd name="connsiteY20836" fmla="*/ 2521647 h 5017219"/>
              <a:gd name="connsiteX20837" fmla="*/ 5066277 w 5799173"/>
              <a:gd name="connsiteY20837" fmla="*/ 2520899 h 5017219"/>
              <a:gd name="connsiteX20838" fmla="*/ 5086631 w 5799173"/>
              <a:gd name="connsiteY20838" fmla="*/ 2520899 h 5017219"/>
              <a:gd name="connsiteX20839" fmla="*/ 5087877 w 5799173"/>
              <a:gd name="connsiteY20839" fmla="*/ 2521647 h 5017219"/>
              <a:gd name="connsiteX20840" fmla="*/ 5098013 w 5799173"/>
              <a:gd name="connsiteY20840" fmla="*/ 2539260 h 5017219"/>
              <a:gd name="connsiteX20841" fmla="*/ 5098013 w 5799173"/>
              <a:gd name="connsiteY20841" fmla="*/ 2540672 h 5017219"/>
              <a:gd name="connsiteX20842" fmla="*/ 5087793 w 5799173"/>
              <a:gd name="connsiteY20842" fmla="*/ 2558285 h 5017219"/>
              <a:gd name="connsiteX20843" fmla="*/ 5086548 w 5799173"/>
              <a:gd name="connsiteY20843" fmla="*/ 2559032 h 5017219"/>
              <a:gd name="connsiteX20844" fmla="*/ 2839282 w 5799173"/>
              <a:gd name="connsiteY20844" fmla="*/ 1962501 h 5017219"/>
              <a:gd name="connsiteX20845" fmla="*/ 2838036 w 5799173"/>
              <a:gd name="connsiteY20845" fmla="*/ 1961755 h 5017219"/>
              <a:gd name="connsiteX20846" fmla="*/ 2827817 w 5799173"/>
              <a:gd name="connsiteY20846" fmla="*/ 1944058 h 5017219"/>
              <a:gd name="connsiteX20847" fmla="*/ 2827818 w 5799173"/>
              <a:gd name="connsiteY20847" fmla="*/ 1942647 h 5017219"/>
              <a:gd name="connsiteX20848" fmla="*/ 2838036 w 5799173"/>
              <a:gd name="connsiteY20848" fmla="*/ 1924950 h 5017219"/>
              <a:gd name="connsiteX20849" fmla="*/ 2839282 w 5799173"/>
              <a:gd name="connsiteY20849" fmla="*/ 1924202 h 5017219"/>
              <a:gd name="connsiteX20850" fmla="*/ 2859719 w 5799173"/>
              <a:gd name="connsiteY20850" fmla="*/ 1924202 h 5017219"/>
              <a:gd name="connsiteX20851" fmla="*/ 2860966 w 5799173"/>
              <a:gd name="connsiteY20851" fmla="*/ 1924950 h 5017219"/>
              <a:gd name="connsiteX20852" fmla="*/ 2871184 w 5799173"/>
              <a:gd name="connsiteY20852" fmla="*/ 1942647 h 5017219"/>
              <a:gd name="connsiteX20853" fmla="*/ 2871184 w 5799173"/>
              <a:gd name="connsiteY20853" fmla="*/ 1944058 h 5017219"/>
              <a:gd name="connsiteX20854" fmla="*/ 2860966 w 5799173"/>
              <a:gd name="connsiteY20854" fmla="*/ 1961754 h 5017219"/>
              <a:gd name="connsiteX20855" fmla="*/ 2859719 w 5799173"/>
              <a:gd name="connsiteY20855" fmla="*/ 1962501 h 5017219"/>
              <a:gd name="connsiteX20856" fmla="*/ 5126359 w 5799173"/>
              <a:gd name="connsiteY20856" fmla="*/ 2575322 h 5017219"/>
              <a:gd name="connsiteX20857" fmla="*/ 5125113 w 5799173"/>
              <a:gd name="connsiteY20857" fmla="*/ 2574575 h 5017219"/>
              <a:gd name="connsiteX20858" fmla="*/ 5114894 w 5799173"/>
              <a:gd name="connsiteY20858" fmla="*/ 2556879 h 5017219"/>
              <a:gd name="connsiteX20859" fmla="*/ 5114894 w 5799173"/>
              <a:gd name="connsiteY20859" fmla="*/ 2555467 h 5017219"/>
              <a:gd name="connsiteX20860" fmla="*/ 5125113 w 5799173"/>
              <a:gd name="connsiteY20860" fmla="*/ 2537771 h 5017219"/>
              <a:gd name="connsiteX20861" fmla="*/ 5126359 w 5799173"/>
              <a:gd name="connsiteY20861" fmla="*/ 2537023 h 5017219"/>
              <a:gd name="connsiteX20862" fmla="*/ 5146796 w 5799173"/>
              <a:gd name="connsiteY20862" fmla="*/ 2537023 h 5017219"/>
              <a:gd name="connsiteX20863" fmla="*/ 5148043 w 5799173"/>
              <a:gd name="connsiteY20863" fmla="*/ 2537771 h 5017219"/>
              <a:gd name="connsiteX20864" fmla="*/ 5158261 w 5799173"/>
              <a:gd name="connsiteY20864" fmla="*/ 2555467 h 5017219"/>
              <a:gd name="connsiteX20865" fmla="*/ 5158261 w 5799173"/>
              <a:gd name="connsiteY20865" fmla="*/ 2556879 h 5017219"/>
              <a:gd name="connsiteX20866" fmla="*/ 5148043 w 5799173"/>
              <a:gd name="connsiteY20866" fmla="*/ 2574575 h 5017219"/>
              <a:gd name="connsiteX20867" fmla="*/ 5146796 w 5799173"/>
              <a:gd name="connsiteY20867" fmla="*/ 2575322 h 5017219"/>
              <a:gd name="connsiteX20868" fmla="*/ 2357711 w 5799173"/>
              <a:gd name="connsiteY20868" fmla="*/ 1833560 h 5017219"/>
              <a:gd name="connsiteX20869" fmla="*/ 2356465 w 5799173"/>
              <a:gd name="connsiteY20869" fmla="*/ 1832812 h 5017219"/>
              <a:gd name="connsiteX20870" fmla="*/ 2346163 w 5799173"/>
              <a:gd name="connsiteY20870" fmla="*/ 1815033 h 5017219"/>
              <a:gd name="connsiteX20871" fmla="*/ 2346163 w 5799173"/>
              <a:gd name="connsiteY20871" fmla="*/ 1813621 h 5017219"/>
              <a:gd name="connsiteX20872" fmla="*/ 2356465 w 5799173"/>
              <a:gd name="connsiteY20872" fmla="*/ 1795842 h 5017219"/>
              <a:gd name="connsiteX20873" fmla="*/ 2357711 w 5799173"/>
              <a:gd name="connsiteY20873" fmla="*/ 1795094 h 5017219"/>
              <a:gd name="connsiteX20874" fmla="*/ 2378231 w 5799173"/>
              <a:gd name="connsiteY20874" fmla="*/ 1795094 h 5017219"/>
              <a:gd name="connsiteX20875" fmla="*/ 2379478 w 5799173"/>
              <a:gd name="connsiteY20875" fmla="*/ 1795842 h 5017219"/>
              <a:gd name="connsiteX20876" fmla="*/ 2389779 w 5799173"/>
              <a:gd name="connsiteY20876" fmla="*/ 1813621 h 5017219"/>
              <a:gd name="connsiteX20877" fmla="*/ 2389779 w 5799173"/>
              <a:gd name="connsiteY20877" fmla="*/ 1815033 h 5017219"/>
              <a:gd name="connsiteX20878" fmla="*/ 2379478 w 5799173"/>
              <a:gd name="connsiteY20878" fmla="*/ 1832812 h 5017219"/>
              <a:gd name="connsiteX20879" fmla="*/ 2378231 w 5799173"/>
              <a:gd name="connsiteY20879" fmla="*/ 1833560 h 5017219"/>
              <a:gd name="connsiteX20880" fmla="*/ 5367022 w 5799173"/>
              <a:gd name="connsiteY20880" fmla="*/ 2639902 h 5017219"/>
              <a:gd name="connsiteX20881" fmla="*/ 5365776 w 5799173"/>
              <a:gd name="connsiteY20881" fmla="*/ 2639154 h 5017219"/>
              <a:gd name="connsiteX20882" fmla="*/ 5355474 w 5799173"/>
              <a:gd name="connsiteY20882" fmla="*/ 2621375 h 5017219"/>
              <a:gd name="connsiteX20883" fmla="*/ 5355474 w 5799173"/>
              <a:gd name="connsiteY20883" fmla="*/ 2619963 h 5017219"/>
              <a:gd name="connsiteX20884" fmla="*/ 5365776 w 5799173"/>
              <a:gd name="connsiteY20884" fmla="*/ 2602184 h 5017219"/>
              <a:gd name="connsiteX20885" fmla="*/ 5367022 w 5799173"/>
              <a:gd name="connsiteY20885" fmla="*/ 2601436 h 5017219"/>
              <a:gd name="connsiteX20886" fmla="*/ 5387542 w 5799173"/>
              <a:gd name="connsiteY20886" fmla="*/ 2601436 h 5017219"/>
              <a:gd name="connsiteX20887" fmla="*/ 5388789 w 5799173"/>
              <a:gd name="connsiteY20887" fmla="*/ 2602184 h 5017219"/>
              <a:gd name="connsiteX20888" fmla="*/ 5399090 w 5799173"/>
              <a:gd name="connsiteY20888" fmla="*/ 2619963 h 5017219"/>
              <a:gd name="connsiteX20889" fmla="*/ 5399090 w 5799173"/>
              <a:gd name="connsiteY20889" fmla="*/ 2621375 h 5017219"/>
              <a:gd name="connsiteX20890" fmla="*/ 5388789 w 5799173"/>
              <a:gd name="connsiteY20890" fmla="*/ 2639154 h 5017219"/>
              <a:gd name="connsiteX20891" fmla="*/ 5387542 w 5799173"/>
              <a:gd name="connsiteY20891" fmla="*/ 2639902 h 5017219"/>
              <a:gd name="connsiteX20892" fmla="*/ 5607767 w 5799173"/>
              <a:gd name="connsiteY20892" fmla="*/ 2704410 h 5017219"/>
              <a:gd name="connsiteX20893" fmla="*/ 5606521 w 5799173"/>
              <a:gd name="connsiteY20893" fmla="*/ 2703662 h 5017219"/>
              <a:gd name="connsiteX20894" fmla="*/ 5596219 w 5799173"/>
              <a:gd name="connsiteY20894" fmla="*/ 2685883 h 5017219"/>
              <a:gd name="connsiteX20895" fmla="*/ 5596219 w 5799173"/>
              <a:gd name="connsiteY20895" fmla="*/ 2684471 h 5017219"/>
              <a:gd name="connsiteX20896" fmla="*/ 5606521 w 5799173"/>
              <a:gd name="connsiteY20896" fmla="*/ 2666692 h 5017219"/>
              <a:gd name="connsiteX20897" fmla="*/ 5607767 w 5799173"/>
              <a:gd name="connsiteY20897" fmla="*/ 2665944 h 5017219"/>
              <a:gd name="connsiteX20898" fmla="*/ 5628287 w 5799173"/>
              <a:gd name="connsiteY20898" fmla="*/ 2665944 h 5017219"/>
              <a:gd name="connsiteX20899" fmla="*/ 5629534 w 5799173"/>
              <a:gd name="connsiteY20899" fmla="*/ 2666692 h 5017219"/>
              <a:gd name="connsiteX20900" fmla="*/ 5639835 w 5799173"/>
              <a:gd name="connsiteY20900" fmla="*/ 2684471 h 5017219"/>
              <a:gd name="connsiteX20901" fmla="*/ 5639835 w 5799173"/>
              <a:gd name="connsiteY20901" fmla="*/ 2685883 h 5017219"/>
              <a:gd name="connsiteX20902" fmla="*/ 5629534 w 5799173"/>
              <a:gd name="connsiteY20902" fmla="*/ 2703662 h 5017219"/>
              <a:gd name="connsiteX20903" fmla="*/ 5628287 w 5799173"/>
              <a:gd name="connsiteY20903" fmla="*/ 2704410 h 5017219"/>
              <a:gd name="connsiteX20904" fmla="*/ 2658650 w 5799173"/>
              <a:gd name="connsiteY20904" fmla="*/ 1914300 h 5017219"/>
              <a:gd name="connsiteX20905" fmla="*/ 2657404 w 5799173"/>
              <a:gd name="connsiteY20905" fmla="*/ 1913552 h 5017219"/>
              <a:gd name="connsiteX20906" fmla="*/ 2647102 w 5799173"/>
              <a:gd name="connsiteY20906" fmla="*/ 1895690 h 5017219"/>
              <a:gd name="connsiteX20907" fmla="*/ 2647102 w 5799173"/>
              <a:gd name="connsiteY20907" fmla="*/ 1894195 h 5017219"/>
              <a:gd name="connsiteX20908" fmla="*/ 2657404 w 5799173"/>
              <a:gd name="connsiteY20908" fmla="*/ 1876333 h 5017219"/>
              <a:gd name="connsiteX20909" fmla="*/ 2658650 w 5799173"/>
              <a:gd name="connsiteY20909" fmla="*/ 1875585 h 5017219"/>
              <a:gd name="connsiteX20910" fmla="*/ 2679337 w 5799173"/>
              <a:gd name="connsiteY20910" fmla="*/ 1875585 h 5017219"/>
              <a:gd name="connsiteX20911" fmla="*/ 2680583 w 5799173"/>
              <a:gd name="connsiteY20911" fmla="*/ 1876333 h 5017219"/>
              <a:gd name="connsiteX20912" fmla="*/ 2690885 w 5799173"/>
              <a:gd name="connsiteY20912" fmla="*/ 1894195 h 5017219"/>
              <a:gd name="connsiteX20913" fmla="*/ 2690885 w 5799173"/>
              <a:gd name="connsiteY20913" fmla="*/ 1895690 h 5017219"/>
              <a:gd name="connsiteX20914" fmla="*/ 2680583 w 5799173"/>
              <a:gd name="connsiteY20914" fmla="*/ 1913552 h 5017219"/>
              <a:gd name="connsiteX20915" fmla="*/ 2679337 w 5799173"/>
              <a:gd name="connsiteY20915" fmla="*/ 1914300 h 5017219"/>
              <a:gd name="connsiteX20916" fmla="*/ 5005912 w 5799173"/>
              <a:gd name="connsiteY20916" fmla="*/ 2543247 h 5017219"/>
              <a:gd name="connsiteX20917" fmla="*/ 5004667 w 5799173"/>
              <a:gd name="connsiteY20917" fmla="*/ 2542499 h 5017219"/>
              <a:gd name="connsiteX20918" fmla="*/ 4994365 w 5799173"/>
              <a:gd name="connsiteY20918" fmla="*/ 2524637 h 5017219"/>
              <a:gd name="connsiteX20919" fmla="*/ 4994365 w 5799173"/>
              <a:gd name="connsiteY20919" fmla="*/ 2523142 h 5017219"/>
              <a:gd name="connsiteX20920" fmla="*/ 5004667 w 5799173"/>
              <a:gd name="connsiteY20920" fmla="*/ 2505280 h 5017219"/>
              <a:gd name="connsiteX20921" fmla="*/ 5005913 w 5799173"/>
              <a:gd name="connsiteY20921" fmla="*/ 2504532 h 5017219"/>
              <a:gd name="connsiteX20922" fmla="*/ 5026600 w 5799173"/>
              <a:gd name="connsiteY20922" fmla="*/ 2504532 h 5017219"/>
              <a:gd name="connsiteX20923" fmla="*/ 5027845 w 5799173"/>
              <a:gd name="connsiteY20923" fmla="*/ 2505280 h 5017219"/>
              <a:gd name="connsiteX20924" fmla="*/ 5038147 w 5799173"/>
              <a:gd name="connsiteY20924" fmla="*/ 2523142 h 5017219"/>
              <a:gd name="connsiteX20925" fmla="*/ 5038147 w 5799173"/>
              <a:gd name="connsiteY20925" fmla="*/ 2524637 h 5017219"/>
              <a:gd name="connsiteX20926" fmla="*/ 5027845 w 5799173"/>
              <a:gd name="connsiteY20926" fmla="*/ 2542499 h 5017219"/>
              <a:gd name="connsiteX20927" fmla="*/ 5026600 w 5799173"/>
              <a:gd name="connsiteY20927" fmla="*/ 2543247 h 5017219"/>
              <a:gd name="connsiteX20928" fmla="*/ 5306844 w 5799173"/>
              <a:gd name="connsiteY20928" fmla="*/ 2623881 h 5017219"/>
              <a:gd name="connsiteX20929" fmla="*/ 5305598 w 5799173"/>
              <a:gd name="connsiteY20929" fmla="*/ 2623133 h 5017219"/>
              <a:gd name="connsiteX20930" fmla="*/ 5295296 w 5799173"/>
              <a:gd name="connsiteY20930" fmla="*/ 2605271 h 5017219"/>
              <a:gd name="connsiteX20931" fmla="*/ 5295296 w 5799173"/>
              <a:gd name="connsiteY20931" fmla="*/ 2603776 h 5017219"/>
              <a:gd name="connsiteX20932" fmla="*/ 5305598 w 5799173"/>
              <a:gd name="connsiteY20932" fmla="*/ 2585914 h 5017219"/>
              <a:gd name="connsiteX20933" fmla="*/ 5306844 w 5799173"/>
              <a:gd name="connsiteY20933" fmla="*/ 2585166 h 5017219"/>
              <a:gd name="connsiteX20934" fmla="*/ 5327531 w 5799173"/>
              <a:gd name="connsiteY20934" fmla="*/ 2585166 h 5017219"/>
              <a:gd name="connsiteX20935" fmla="*/ 5328777 w 5799173"/>
              <a:gd name="connsiteY20935" fmla="*/ 2585914 h 5017219"/>
              <a:gd name="connsiteX20936" fmla="*/ 5339079 w 5799173"/>
              <a:gd name="connsiteY20936" fmla="*/ 2603777 h 5017219"/>
              <a:gd name="connsiteX20937" fmla="*/ 5339079 w 5799173"/>
              <a:gd name="connsiteY20937" fmla="*/ 2605272 h 5017219"/>
              <a:gd name="connsiteX20938" fmla="*/ 5328777 w 5799173"/>
              <a:gd name="connsiteY20938" fmla="*/ 2623134 h 5017219"/>
              <a:gd name="connsiteX20939" fmla="*/ 5327531 w 5799173"/>
              <a:gd name="connsiteY20939" fmla="*/ 2623882 h 5017219"/>
              <a:gd name="connsiteX20940" fmla="*/ 5427217 w 5799173"/>
              <a:gd name="connsiteY20940" fmla="*/ 2656135 h 5017219"/>
              <a:gd name="connsiteX20941" fmla="*/ 5425971 w 5799173"/>
              <a:gd name="connsiteY20941" fmla="*/ 2655387 h 5017219"/>
              <a:gd name="connsiteX20942" fmla="*/ 5415669 w 5799173"/>
              <a:gd name="connsiteY20942" fmla="*/ 2637525 h 5017219"/>
              <a:gd name="connsiteX20943" fmla="*/ 5415669 w 5799173"/>
              <a:gd name="connsiteY20943" fmla="*/ 2636030 h 5017219"/>
              <a:gd name="connsiteX20944" fmla="*/ 5425971 w 5799173"/>
              <a:gd name="connsiteY20944" fmla="*/ 2618168 h 5017219"/>
              <a:gd name="connsiteX20945" fmla="*/ 5427217 w 5799173"/>
              <a:gd name="connsiteY20945" fmla="*/ 2617420 h 5017219"/>
              <a:gd name="connsiteX20946" fmla="*/ 5447904 w 5799173"/>
              <a:gd name="connsiteY20946" fmla="*/ 2617420 h 5017219"/>
              <a:gd name="connsiteX20947" fmla="*/ 5449150 w 5799173"/>
              <a:gd name="connsiteY20947" fmla="*/ 2618168 h 5017219"/>
              <a:gd name="connsiteX20948" fmla="*/ 5459452 w 5799173"/>
              <a:gd name="connsiteY20948" fmla="*/ 2636030 h 5017219"/>
              <a:gd name="connsiteX20949" fmla="*/ 5459452 w 5799173"/>
              <a:gd name="connsiteY20949" fmla="*/ 2637525 h 5017219"/>
              <a:gd name="connsiteX20950" fmla="*/ 5449150 w 5799173"/>
              <a:gd name="connsiteY20950" fmla="*/ 2655387 h 5017219"/>
              <a:gd name="connsiteX20951" fmla="*/ 5447904 w 5799173"/>
              <a:gd name="connsiteY20951" fmla="*/ 2656135 h 5017219"/>
              <a:gd name="connsiteX20952" fmla="*/ 2718754 w 5799173"/>
              <a:gd name="connsiteY20952" fmla="*/ 1930499 h 5017219"/>
              <a:gd name="connsiteX20953" fmla="*/ 2717508 w 5799173"/>
              <a:gd name="connsiteY20953" fmla="*/ 1929751 h 5017219"/>
              <a:gd name="connsiteX20954" fmla="*/ 2707124 w 5799173"/>
              <a:gd name="connsiteY20954" fmla="*/ 1911806 h 5017219"/>
              <a:gd name="connsiteX20955" fmla="*/ 2707123 w 5799173"/>
              <a:gd name="connsiteY20955" fmla="*/ 1910311 h 5017219"/>
              <a:gd name="connsiteX20956" fmla="*/ 2717508 w 5799173"/>
              <a:gd name="connsiteY20956" fmla="*/ 1892366 h 5017219"/>
              <a:gd name="connsiteX20957" fmla="*/ 2718754 w 5799173"/>
              <a:gd name="connsiteY20957" fmla="*/ 1891618 h 5017219"/>
              <a:gd name="connsiteX20958" fmla="*/ 2739524 w 5799173"/>
              <a:gd name="connsiteY20958" fmla="*/ 1891618 h 5017219"/>
              <a:gd name="connsiteX20959" fmla="*/ 2740770 w 5799173"/>
              <a:gd name="connsiteY20959" fmla="*/ 1892366 h 5017219"/>
              <a:gd name="connsiteX20960" fmla="*/ 2751155 w 5799173"/>
              <a:gd name="connsiteY20960" fmla="*/ 1910311 h 5017219"/>
              <a:gd name="connsiteX20961" fmla="*/ 2751155 w 5799173"/>
              <a:gd name="connsiteY20961" fmla="*/ 1911806 h 5017219"/>
              <a:gd name="connsiteX20962" fmla="*/ 2740771 w 5799173"/>
              <a:gd name="connsiteY20962" fmla="*/ 1929751 h 5017219"/>
              <a:gd name="connsiteX20963" fmla="*/ 2739525 w 5799173"/>
              <a:gd name="connsiteY20963" fmla="*/ 1930499 h 5017219"/>
              <a:gd name="connsiteX20964" fmla="*/ 2778940 w 5799173"/>
              <a:gd name="connsiteY20964" fmla="*/ 1946626 h 5017219"/>
              <a:gd name="connsiteX20965" fmla="*/ 2777694 w 5799173"/>
              <a:gd name="connsiteY20965" fmla="*/ 1945878 h 5017219"/>
              <a:gd name="connsiteX20966" fmla="*/ 2767309 w 5799173"/>
              <a:gd name="connsiteY20966" fmla="*/ 1927933 h 5017219"/>
              <a:gd name="connsiteX20967" fmla="*/ 2767309 w 5799173"/>
              <a:gd name="connsiteY20967" fmla="*/ 1926438 h 5017219"/>
              <a:gd name="connsiteX20968" fmla="*/ 2777694 w 5799173"/>
              <a:gd name="connsiteY20968" fmla="*/ 1908493 h 5017219"/>
              <a:gd name="connsiteX20969" fmla="*/ 2778940 w 5799173"/>
              <a:gd name="connsiteY20969" fmla="*/ 1907745 h 5017219"/>
              <a:gd name="connsiteX20970" fmla="*/ 2799710 w 5799173"/>
              <a:gd name="connsiteY20970" fmla="*/ 1907745 h 5017219"/>
              <a:gd name="connsiteX20971" fmla="*/ 2800956 w 5799173"/>
              <a:gd name="connsiteY20971" fmla="*/ 1908493 h 5017219"/>
              <a:gd name="connsiteX20972" fmla="*/ 2811341 w 5799173"/>
              <a:gd name="connsiteY20972" fmla="*/ 1926438 h 5017219"/>
              <a:gd name="connsiteX20973" fmla="*/ 2811341 w 5799173"/>
              <a:gd name="connsiteY20973" fmla="*/ 1927933 h 5017219"/>
              <a:gd name="connsiteX20974" fmla="*/ 2800956 w 5799173"/>
              <a:gd name="connsiteY20974" fmla="*/ 1945878 h 5017219"/>
              <a:gd name="connsiteX20975" fmla="*/ 2799710 w 5799173"/>
              <a:gd name="connsiteY20975" fmla="*/ 1946626 h 5017219"/>
              <a:gd name="connsiteX20976" fmla="*/ 4945645 w 5799173"/>
              <a:gd name="connsiteY20976" fmla="*/ 2527193 h 5017219"/>
              <a:gd name="connsiteX20977" fmla="*/ 4944399 w 5799173"/>
              <a:gd name="connsiteY20977" fmla="*/ 2526445 h 5017219"/>
              <a:gd name="connsiteX20978" fmla="*/ 4934014 w 5799173"/>
              <a:gd name="connsiteY20978" fmla="*/ 2508500 h 5017219"/>
              <a:gd name="connsiteX20979" fmla="*/ 4934014 w 5799173"/>
              <a:gd name="connsiteY20979" fmla="*/ 2507005 h 5017219"/>
              <a:gd name="connsiteX20980" fmla="*/ 4944399 w 5799173"/>
              <a:gd name="connsiteY20980" fmla="*/ 2489060 h 5017219"/>
              <a:gd name="connsiteX20981" fmla="*/ 4945645 w 5799173"/>
              <a:gd name="connsiteY20981" fmla="*/ 2488312 h 5017219"/>
              <a:gd name="connsiteX20982" fmla="*/ 4966415 w 5799173"/>
              <a:gd name="connsiteY20982" fmla="*/ 2488312 h 5017219"/>
              <a:gd name="connsiteX20983" fmla="*/ 4967661 w 5799173"/>
              <a:gd name="connsiteY20983" fmla="*/ 2489060 h 5017219"/>
              <a:gd name="connsiteX20984" fmla="*/ 4978046 w 5799173"/>
              <a:gd name="connsiteY20984" fmla="*/ 2507005 h 5017219"/>
              <a:gd name="connsiteX20985" fmla="*/ 4978046 w 5799173"/>
              <a:gd name="connsiteY20985" fmla="*/ 2508500 h 5017219"/>
              <a:gd name="connsiteX20986" fmla="*/ 4967661 w 5799173"/>
              <a:gd name="connsiteY20986" fmla="*/ 2526445 h 5017219"/>
              <a:gd name="connsiteX20987" fmla="*/ 4966415 w 5799173"/>
              <a:gd name="connsiteY20987" fmla="*/ 2527193 h 5017219"/>
              <a:gd name="connsiteX20988" fmla="*/ 5186390 w 5799173"/>
              <a:gd name="connsiteY20988" fmla="*/ 2591700 h 5017219"/>
              <a:gd name="connsiteX20989" fmla="*/ 5185144 w 5799173"/>
              <a:gd name="connsiteY20989" fmla="*/ 2590952 h 5017219"/>
              <a:gd name="connsiteX20990" fmla="*/ 5174759 w 5799173"/>
              <a:gd name="connsiteY20990" fmla="*/ 2573007 h 5017219"/>
              <a:gd name="connsiteX20991" fmla="*/ 5174758 w 5799173"/>
              <a:gd name="connsiteY20991" fmla="*/ 2571512 h 5017219"/>
              <a:gd name="connsiteX20992" fmla="*/ 5185144 w 5799173"/>
              <a:gd name="connsiteY20992" fmla="*/ 2553567 h 5017219"/>
              <a:gd name="connsiteX20993" fmla="*/ 5186390 w 5799173"/>
              <a:gd name="connsiteY20993" fmla="*/ 2552819 h 5017219"/>
              <a:gd name="connsiteX20994" fmla="*/ 5207160 w 5799173"/>
              <a:gd name="connsiteY20994" fmla="*/ 2552819 h 5017219"/>
              <a:gd name="connsiteX20995" fmla="*/ 5208405 w 5799173"/>
              <a:gd name="connsiteY20995" fmla="*/ 2553567 h 5017219"/>
              <a:gd name="connsiteX20996" fmla="*/ 5218791 w 5799173"/>
              <a:gd name="connsiteY20996" fmla="*/ 2571512 h 5017219"/>
              <a:gd name="connsiteX20997" fmla="*/ 5218791 w 5799173"/>
              <a:gd name="connsiteY20997" fmla="*/ 2573007 h 5017219"/>
              <a:gd name="connsiteX20998" fmla="*/ 5208406 w 5799173"/>
              <a:gd name="connsiteY20998" fmla="*/ 2590952 h 5017219"/>
              <a:gd name="connsiteX20999" fmla="*/ 5207160 w 5799173"/>
              <a:gd name="connsiteY20999" fmla="*/ 2591700 h 5017219"/>
              <a:gd name="connsiteX21000" fmla="*/ 5487321 w 5799173"/>
              <a:gd name="connsiteY21000" fmla="*/ 2672334 h 5017219"/>
              <a:gd name="connsiteX21001" fmla="*/ 5486075 w 5799173"/>
              <a:gd name="connsiteY21001" fmla="*/ 2671586 h 5017219"/>
              <a:gd name="connsiteX21002" fmla="*/ 5475690 w 5799173"/>
              <a:gd name="connsiteY21002" fmla="*/ 2653641 h 5017219"/>
              <a:gd name="connsiteX21003" fmla="*/ 5475690 w 5799173"/>
              <a:gd name="connsiteY21003" fmla="*/ 2652146 h 5017219"/>
              <a:gd name="connsiteX21004" fmla="*/ 5486075 w 5799173"/>
              <a:gd name="connsiteY21004" fmla="*/ 2634201 h 5017219"/>
              <a:gd name="connsiteX21005" fmla="*/ 5487321 w 5799173"/>
              <a:gd name="connsiteY21005" fmla="*/ 2633453 h 5017219"/>
              <a:gd name="connsiteX21006" fmla="*/ 5508091 w 5799173"/>
              <a:gd name="connsiteY21006" fmla="*/ 2633453 h 5017219"/>
              <a:gd name="connsiteX21007" fmla="*/ 5509337 w 5799173"/>
              <a:gd name="connsiteY21007" fmla="*/ 2634201 h 5017219"/>
              <a:gd name="connsiteX21008" fmla="*/ 5519722 w 5799173"/>
              <a:gd name="connsiteY21008" fmla="*/ 2652146 h 5017219"/>
              <a:gd name="connsiteX21009" fmla="*/ 5519722 w 5799173"/>
              <a:gd name="connsiteY21009" fmla="*/ 2653641 h 5017219"/>
              <a:gd name="connsiteX21010" fmla="*/ 5509337 w 5799173"/>
              <a:gd name="connsiteY21010" fmla="*/ 2671586 h 5017219"/>
              <a:gd name="connsiteX21011" fmla="*/ 5508091 w 5799173"/>
              <a:gd name="connsiteY21011" fmla="*/ 2672334 h 5017219"/>
              <a:gd name="connsiteX21012" fmla="*/ 5547508 w 5799173"/>
              <a:gd name="connsiteY21012" fmla="*/ 2688461 h 5017219"/>
              <a:gd name="connsiteX21013" fmla="*/ 5546262 w 5799173"/>
              <a:gd name="connsiteY21013" fmla="*/ 2687713 h 5017219"/>
              <a:gd name="connsiteX21014" fmla="*/ 5535877 w 5799173"/>
              <a:gd name="connsiteY21014" fmla="*/ 2669768 h 5017219"/>
              <a:gd name="connsiteX21015" fmla="*/ 5535877 w 5799173"/>
              <a:gd name="connsiteY21015" fmla="*/ 2668273 h 5017219"/>
              <a:gd name="connsiteX21016" fmla="*/ 5546262 w 5799173"/>
              <a:gd name="connsiteY21016" fmla="*/ 2650328 h 5017219"/>
              <a:gd name="connsiteX21017" fmla="*/ 5547508 w 5799173"/>
              <a:gd name="connsiteY21017" fmla="*/ 2649580 h 5017219"/>
              <a:gd name="connsiteX21018" fmla="*/ 5568278 w 5799173"/>
              <a:gd name="connsiteY21018" fmla="*/ 2649580 h 5017219"/>
              <a:gd name="connsiteX21019" fmla="*/ 5569524 w 5799173"/>
              <a:gd name="connsiteY21019" fmla="*/ 2650328 h 5017219"/>
              <a:gd name="connsiteX21020" fmla="*/ 5579909 w 5799173"/>
              <a:gd name="connsiteY21020" fmla="*/ 2668273 h 5017219"/>
              <a:gd name="connsiteX21021" fmla="*/ 5579909 w 5799173"/>
              <a:gd name="connsiteY21021" fmla="*/ 2669768 h 5017219"/>
              <a:gd name="connsiteX21022" fmla="*/ 5569524 w 5799173"/>
              <a:gd name="connsiteY21022" fmla="*/ 2687713 h 5017219"/>
              <a:gd name="connsiteX21023" fmla="*/ 5568278 w 5799173"/>
              <a:gd name="connsiteY21023" fmla="*/ 2688461 h 5017219"/>
              <a:gd name="connsiteX21024" fmla="*/ 4042768 w 5799173"/>
              <a:gd name="connsiteY21024" fmla="*/ 2285373 h 5017219"/>
              <a:gd name="connsiteX21025" fmla="*/ 4041522 w 5799173"/>
              <a:gd name="connsiteY21025" fmla="*/ 2284626 h 5017219"/>
              <a:gd name="connsiteX21026" fmla="*/ 4031137 w 5799173"/>
              <a:gd name="connsiteY21026" fmla="*/ 2266597 h 5017219"/>
              <a:gd name="connsiteX21027" fmla="*/ 4031137 w 5799173"/>
              <a:gd name="connsiteY21027" fmla="*/ 2265102 h 5017219"/>
              <a:gd name="connsiteX21028" fmla="*/ 4041605 w 5799173"/>
              <a:gd name="connsiteY21028" fmla="*/ 2247074 h 5017219"/>
              <a:gd name="connsiteX21029" fmla="*/ 4042851 w 5799173"/>
              <a:gd name="connsiteY21029" fmla="*/ 2246326 h 5017219"/>
              <a:gd name="connsiteX21030" fmla="*/ 4063704 w 5799173"/>
              <a:gd name="connsiteY21030" fmla="*/ 2246326 h 5017219"/>
              <a:gd name="connsiteX21031" fmla="*/ 4064950 w 5799173"/>
              <a:gd name="connsiteY21031" fmla="*/ 2247074 h 5017219"/>
              <a:gd name="connsiteX21032" fmla="*/ 4075335 w 5799173"/>
              <a:gd name="connsiteY21032" fmla="*/ 2265102 h 5017219"/>
              <a:gd name="connsiteX21033" fmla="*/ 4075335 w 5799173"/>
              <a:gd name="connsiteY21033" fmla="*/ 2266597 h 5017219"/>
              <a:gd name="connsiteX21034" fmla="*/ 4064867 w 5799173"/>
              <a:gd name="connsiteY21034" fmla="*/ 2284626 h 5017219"/>
              <a:gd name="connsiteX21035" fmla="*/ 4063621 w 5799173"/>
              <a:gd name="connsiteY21035" fmla="*/ 2285373 h 5017219"/>
              <a:gd name="connsiteX21036" fmla="*/ 5246492 w 5799173"/>
              <a:gd name="connsiteY21036" fmla="*/ 2607910 h 5017219"/>
              <a:gd name="connsiteX21037" fmla="*/ 5245246 w 5799173"/>
              <a:gd name="connsiteY21037" fmla="*/ 2607163 h 5017219"/>
              <a:gd name="connsiteX21038" fmla="*/ 5234861 w 5799173"/>
              <a:gd name="connsiteY21038" fmla="*/ 2589134 h 5017219"/>
              <a:gd name="connsiteX21039" fmla="*/ 5234861 w 5799173"/>
              <a:gd name="connsiteY21039" fmla="*/ 2587639 h 5017219"/>
              <a:gd name="connsiteX21040" fmla="*/ 5245329 w 5799173"/>
              <a:gd name="connsiteY21040" fmla="*/ 2569611 h 5017219"/>
              <a:gd name="connsiteX21041" fmla="*/ 5246575 w 5799173"/>
              <a:gd name="connsiteY21041" fmla="*/ 2568863 h 5017219"/>
              <a:gd name="connsiteX21042" fmla="*/ 5267428 w 5799173"/>
              <a:gd name="connsiteY21042" fmla="*/ 2568863 h 5017219"/>
              <a:gd name="connsiteX21043" fmla="*/ 5268674 w 5799173"/>
              <a:gd name="connsiteY21043" fmla="*/ 2569611 h 5017219"/>
              <a:gd name="connsiteX21044" fmla="*/ 5279059 w 5799173"/>
              <a:gd name="connsiteY21044" fmla="*/ 2587639 h 5017219"/>
              <a:gd name="connsiteX21045" fmla="*/ 5279059 w 5799173"/>
              <a:gd name="connsiteY21045" fmla="*/ 2589134 h 5017219"/>
              <a:gd name="connsiteX21046" fmla="*/ 5268591 w 5799173"/>
              <a:gd name="connsiteY21046" fmla="*/ 2607163 h 5017219"/>
              <a:gd name="connsiteX21047" fmla="*/ 5267345 w 5799173"/>
              <a:gd name="connsiteY21047" fmla="*/ 2607910 h 5017219"/>
              <a:gd name="connsiteX21048" fmla="*/ 5667796 w 5799173"/>
              <a:gd name="connsiteY21048" fmla="*/ 2720798 h 5017219"/>
              <a:gd name="connsiteX21049" fmla="*/ 5666550 w 5799173"/>
              <a:gd name="connsiteY21049" fmla="*/ 2720051 h 5017219"/>
              <a:gd name="connsiteX21050" fmla="*/ 5656165 w 5799173"/>
              <a:gd name="connsiteY21050" fmla="*/ 2702022 h 5017219"/>
              <a:gd name="connsiteX21051" fmla="*/ 5656165 w 5799173"/>
              <a:gd name="connsiteY21051" fmla="*/ 2700527 h 5017219"/>
              <a:gd name="connsiteX21052" fmla="*/ 5666633 w 5799173"/>
              <a:gd name="connsiteY21052" fmla="*/ 2682499 h 5017219"/>
              <a:gd name="connsiteX21053" fmla="*/ 5667879 w 5799173"/>
              <a:gd name="connsiteY21053" fmla="*/ 2681751 h 5017219"/>
              <a:gd name="connsiteX21054" fmla="*/ 5688732 w 5799173"/>
              <a:gd name="connsiteY21054" fmla="*/ 2681751 h 5017219"/>
              <a:gd name="connsiteX21055" fmla="*/ 5689978 w 5799173"/>
              <a:gd name="connsiteY21055" fmla="*/ 2682499 h 5017219"/>
              <a:gd name="connsiteX21056" fmla="*/ 5700363 w 5799173"/>
              <a:gd name="connsiteY21056" fmla="*/ 2700527 h 5017219"/>
              <a:gd name="connsiteX21057" fmla="*/ 5700363 w 5799173"/>
              <a:gd name="connsiteY21057" fmla="*/ 2702022 h 5017219"/>
              <a:gd name="connsiteX21058" fmla="*/ 5689895 w 5799173"/>
              <a:gd name="connsiteY21058" fmla="*/ 2720051 h 5017219"/>
              <a:gd name="connsiteX21059" fmla="*/ 5688649 w 5799173"/>
              <a:gd name="connsiteY21059" fmla="*/ 2720798 h 5017219"/>
              <a:gd name="connsiteX21060" fmla="*/ 3802022 w 5799173"/>
              <a:gd name="connsiteY21060" fmla="*/ 2220948 h 5017219"/>
              <a:gd name="connsiteX21061" fmla="*/ 3800777 w 5799173"/>
              <a:gd name="connsiteY21061" fmla="*/ 2220200 h 5017219"/>
              <a:gd name="connsiteX21062" fmla="*/ 3790309 w 5799173"/>
              <a:gd name="connsiteY21062" fmla="*/ 2202090 h 5017219"/>
              <a:gd name="connsiteX21063" fmla="*/ 3790309 w 5799173"/>
              <a:gd name="connsiteY21063" fmla="*/ 2200594 h 5017219"/>
              <a:gd name="connsiteX21064" fmla="*/ 3800776 w 5799173"/>
              <a:gd name="connsiteY21064" fmla="*/ 2182483 h 5017219"/>
              <a:gd name="connsiteX21065" fmla="*/ 3802022 w 5799173"/>
              <a:gd name="connsiteY21065" fmla="*/ 2181735 h 5017219"/>
              <a:gd name="connsiteX21066" fmla="*/ 3822959 w 5799173"/>
              <a:gd name="connsiteY21066" fmla="*/ 2181735 h 5017219"/>
              <a:gd name="connsiteX21067" fmla="*/ 3824205 w 5799173"/>
              <a:gd name="connsiteY21067" fmla="*/ 2182483 h 5017219"/>
              <a:gd name="connsiteX21068" fmla="*/ 3834673 w 5799173"/>
              <a:gd name="connsiteY21068" fmla="*/ 2200594 h 5017219"/>
              <a:gd name="connsiteX21069" fmla="*/ 3834673 w 5799173"/>
              <a:gd name="connsiteY21069" fmla="*/ 2202089 h 5017219"/>
              <a:gd name="connsiteX21070" fmla="*/ 3824205 w 5799173"/>
              <a:gd name="connsiteY21070" fmla="*/ 2220200 h 5017219"/>
              <a:gd name="connsiteX21071" fmla="*/ 3822959 w 5799173"/>
              <a:gd name="connsiteY21071" fmla="*/ 2220948 h 5017219"/>
              <a:gd name="connsiteX21072" fmla="*/ 5727898 w 5799173"/>
              <a:gd name="connsiteY21072" fmla="*/ 2737267 h 5017219"/>
              <a:gd name="connsiteX21073" fmla="*/ 5726569 w 5799173"/>
              <a:gd name="connsiteY21073" fmla="*/ 2736520 h 5017219"/>
              <a:gd name="connsiteX21074" fmla="*/ 5716018 w 5799173"/>
              <a:gd name="connsiteY21074" fmla="*/ 2718159 h 5017219"/>
              <a:gd name="connsiteX21075" fmla="*/ 5716018 w 5799173"/>
              <a:gd name="connsiteY21075" fmla="*/ 2716663 h 5017219"/>
              <a:gd name="connsiteX21076" fmla="*/ 5726569 w 5799173"/>
              <a:gd name="connsiteY21076" fmla="*/ 2698303 h 5017219"/>
              <a:gd name="connsiteX21077" fmla="*/ 5727898 w 5799173"/>
              <a:gd name="connsiteY21077" fmla="*/ 2697555 h 5017219"/>
              <a:gd name="connsiteX21078" fmla="*/ 5749083 w 5799173"/>
              <a:gd name="connsiteY21078" fmla="*/ 2697555 h 5017219"/>
              <a:gd name="connsiteX21079" fmla="*/ 5750413 w 5799173"/>
              <a:gd name="connsiteY21079" fmla="*/ 2698303 h 5017219"/>
              <a:gd name="connsiteX21080" fmla="*/ 5760964 w 5799173"/>
              <a:gd name="connsiteY21080" fmla="*/ 2716663 h 5017219"/>
              <a:gd name="connsiteX21081" fmla="*/ 5760964 w 5799173"/>
              <a:gd name="connsiteY21081" fmla="*/ 2718159 h 5017219"/>
              <a:gd name="connsiteX21082" fmla="*/ 5750413 w 5799173"/>
              <a:gd name="connsiteY21082" fmla="*/ 2736520 h 5017219"/>
              <a:gd name="connsiteX21083" fmla="*/ 5749083 w 5799173"/>
              <a:gd name="connsiteY21083" fmla="*/ 2737268 h 5017219"/>
              <a:gd name="connsiteX21084" fmla="*/ 3079622 w 5799173"/>
              <a:gd name="connsiteY21084" fmla="*/ 2027759 h 5017219"/>
              <a:gd name="connsiteX21085" fmla="*/ 3078294 w 5799173"/>
              <a:gd name="connsiteY21085" fmla="*/ 2027011 h 5017219"/>
              <a:gd name="connsiteX21086" fmla="*/ 3067659 w 5799173"/>
              <a:gd name="connsiteY21086" fmla="*/ 2008568 h 5017219"/>
              <a:gd name="connsiteX21087" fmla="*/ 3067659 w 5799173"/>
              <a:gd name="connsiteY21087" fmla="*/ 2007072 h 5017219"/>
              <a:gd name="connsiteX21088" fmla="*/ 3078294 w 5799173"/>
              <a:gd name="connsiteY21088" fmla="*/ 1988629 h 5017219"/>
              <a:gd name="connsiteX21089" fmla="*/ 3079622 w 5799173"/>
              <a:gd name="connsiteY21089" fmla="*/ 1987881 h 5017219"/>
              <a:gd name="connsiteX21090" fmla="*/ 3100891 w 5799173"/>
              <a:gd name="connsiteY21090" fmla="*/ 1987881 h 5017219"/>
              <a:gd name="connsiteX21091" fmla="*/ 3102220 w 5799173"/>
              <a:gd name="connsiteY21091" fmla="*/ 1988629 h 5017219"/>
              <a:gd name="connsiteX21092" fmla="*/ 3112854 w 5799173"/>
              <a:gd name="connsiteY21092" fmla="*/ 2007072 h 5017219"/>
              <a:gd name="connsiteX21093" fmla="*/ 3112854 w 5799173"/>
              <a:gd name="connsiteY21093" fmla="*/ 2008568 h 5017219"/>
              <a:gd name="connsiteX21094" fmla="*/ 3102220 w 5799173"/>
              <a:gd name="connsiteY21094" fmla="*/ 2027011 h 5017219"/>
              <a:gd name="connsiteX21095" fmla="*/ 3100891 w 5799173"/>
              <a:gd name="connsiteY21095" fmla="*/ 2027759 h 5017219"/>
              <a:gd name="connsiteX21096" fmla="*/ 3500926 w 5799173"/>
              <a:gd name="connsiteY21096" fmla="*/ 2140647 h 5017219"/>
              <a:gd name="connsiteX21097" fmla="*/ 3499598 w 5799173"/>
              <a:gd name="connsiteY21097" fmla="*/ 2139899 h 5017219"/>
              <a:gd name="connsiteX21098" fmla="*/ 3488963 w 5799173"/>
              <a:gd name="connsiteY21098" fmla="*/ 2121456 h 5017219"/>
              <a:gd name="connsiteX21099" fmla="*/ 3488963 w 5799173"/>
              <a:gd name="connsiteY21099" fmla="*/ 2119960 h 5017219"/>
              <a:gd name="connsiteX21100" fmla="*/ 3499598 w 5799173"/>
              <a:gd name="connsiteY21100" fmla="*/ 2101517 h 5017219"/>
              <a:gd name="connsiteX21101" fmla="*/ 3500926 w 5799173"/>
              <a:gd name="connsiteY21101" fmla="*/ 2100769 h 5017219"/>
              <a:gd name="connsiteX21102" fmla="*/ 3522195 w 5799173"/>
              <a:gd name="connsiteY21102" fmla="*/ 2100769 h 5017219"/>
              <a:gd name="connsiteX21103" fmla="*/ 3523524 w 5799173"/>
              <a:gd name="connsiteY21103" fmla="*/ 2101517 h 5017219"/>
              <a:gd name="connsiteX21104" fmla="*/ 3534158 w 5799173"/>
              <a:gd name="connsiteY21104" fmla="*/ 2119960 h 5017219"/>
              <a:gd name="connsiteX21105" fmla="*/ 3534158 w 5799173"/>
              <a:gd name="connsiteY21105" fmla="*/ 2121456 h 5017219"/>
              <a:gd name="connsiteX21106" fmla="*/ 3523524 w 5799173"/>
              <a:gd name="connsiteY21106" fmla="*/ 2139899 h 5017219"/>
              <a:gd name="connsiteX21107" fmla="*/ 3522196 w 5799173"/>
              <a:gd name="connsiteY21107" fmla="*/ 2140647 h 5017219"/>
              <a:gd name="connsiteX21108" fmla="*/ 3861960 w 5799173"/>
              <a:gd name="connsiteY21108" fmla="*/ 2237490 h 5017219"/>
              <a:gd name="connsiteX21109" fmla="*/ 3860630 w 5799173"/>
              <a:gd name="connsiteY21109" fmla="*/ 2236743 h 5017219"/>
              <a:gd name="connsiteX21110" fmla="*/ 3849997 w 5799173"/>
              <a:gd name="connsiteY21110" fmla="*/ 2218216 h 5017219"/>
              <a:gd name="connsiteX21111" fmla="*/ 3849996 w 5799173"/>
              <a:gd name="connsiteY21111" fmla="*/ 2216720 h 5017219"/>
              <a:gd name="connsiteX21112" fmla="*/ 3860713 w 5799173"/>
              <a:gd name="connsiteY21112" fmla="*/ 2198194 h 5017219"/>
              <a:gd name="connsiteX21113" fmla="*/ 3862044 w 5799173"/>
              <a:gd name="connsiteY21113" fmla="*/ 2197446 h 5017219"/>
              <a:gd name="connsiteX21114" fmla="*/ 3883394 w 5799173"/>
              <a:gd name="connsiteY21114" fmla="*/ 2197446 h 5017219"/>
              <a:gd name="connsiteX21115" fmla="*/ 3884724 w 5799173"/>
              <a:gd name="connsiteY21115" fmla="*/ 2198194 h 5017219"/>
              <a:gd name="connsiteX21116" fmla="*/ 3895358 w 5799173"/>
              <a:gd name="connsiteY21116" fmla="*/ 2216720 h 5017219"/>
              <a:gd name="connsiteX21117" fmla="*/ 3895358 w 5799173"/>
              <a:gd name="connsiteY21117" fmla="*/ 2218216 h 5017219"/>
              <a:gd name="connsiteX21118" fmla="*/ 3884641 w 5799173"/>
              <a:gd name="connsiteY21118" fmla="*/ 2236743 h 5017219"/>
              <a:gd name="connsiteX21119" fmla="*/ 3883311 w 5799173"/>
              <a:gd name="connsiteY21119" fmla="*/ 2237490 h 5017219"/>
              <a:gd name="connsiteX21120" fmla="*/ 3982332 w 5799173"/>
              <a:gd name="connsiteY21120" fmla="*/ 2269828 h 5017219"/>
              <a:gd name="connsiteX21121" fmla="*/ 3981003 w 5799173"/>
              <a:gd name="connsiteY21121" fmla="*/ 2269080 h 5017219"/>
              <a:gd name="connsiteX21122" fmla="*/ 3970286 w 5799173"/>
              <a:gd name="connsiteY21122" fmla="*/ 2250470 h 5017219"/>
              <a:gd name="connsiteX21123" fmla="*/ 3970287 w 5799173"/>
              <a:gd name="connsiteY21123" fmla="*/ 2248975 h 5017219"/>
              <a:gd name="connsiteX21124" fmla="*/ 3981003 w 5799173"/>
              <a:gd name="connsiteY21124" fmla="*/ 2230365 h 5017219"/>
              <a:gd name="connsiteX21125" fmla="*/ 3982332 w 5799173"/>
              <a:gd name="connsiteY21125" fmla="*/ 2229617 h 5017219"/>
              <a:gd name="connsiteX21126" fmla="*/ 4003768 w 5799173"/>
              <a:gd name="connsiteY21126" fmla="*/ 2229617 h 5017219"/>
              <a:gd name="connsiteX21127" fmla="*/ 4005096 w 5799173"/>
              <a:gd name="connsiteY21127" fmla="*/ 2230365 h 5017219"/>
              <a:gd name="connsiteX21128" fmla="*/ 4015813 w 5799173"/>
              <a:gd name="connsiteY21128" fmla="*/ 2248975 h 5017219"/>
              <a:gd name="connsiteX21129" fmla="*/ 4015813 w 5799173"/>
              <a:gd name="connsiteY21129" fmla="*/ 2250470 h 5017219"/>
              <a:gd name="connsiteX21130" fmla="*/ 4005096 w 5799173"/>
              <a:gd name="connsiteY21130" fmla="*/ 2269080 h 5017219"/>
              <a:gd name="connsiteX21131" fmla="*/ 4003767 w 5799173"/>
              <a:gd name="connsiteY21131" fmla="*/ 2269828 h 5017219"/>
              <a:gd name="connsiteX21132" fmla="*/ 3380388 w 5799173"/>
              <a:gd name="connsiteY21132" fmla="*/ 2108641 h 5017219"/>
              <a:gd name="connsiteX21133" fmla="*/ 3379058 w 5799173"/>
              <a:gd name="connsiteY21133" fmla="*/ 2107895 h 5017219"/>
              <a:gd name="connsiteX21134" fmla="*/ 3368258 w 5799173"/>
              <a:gd name="connsiteY21134" fmla="*/ 2089201 h 5017219"/>
              <a:gd name="connsiteX21135" fmla="*/ 3368258 w 5799173"/>
              <a:gd name="connsiteY21135" fmla="*/ 2087705 h 5017219"/>
              <a:gd name="connsiteX21136" fmla="*/ 3379058 w 5799173"/>
              <a:gd name="connsiteY21136" fmla="*/ 2069013 h 5017219"/>
              <a:gd name="connsiteX21137" fmla="*/ 3380388 w 5799173"/>
              <a:gd name="connsiteY21137" fmla="*/ 2068265 h 5017219"/>
              <a:gd name="connsiteX21138" fmla="*/ 3401988 w 5799173"/>
              <a:gd name="connsiteY21138" fmla="*/ 2068265 h 5017219"/>
              <a:gd name="connsiteX21139" fmla="*/ 3403317 w 5799173"/>
              <a:gd name="connsiteY21139" fmla="*/ 2069013 h 5017219"/>
              <a:gd name="connsiteX21140" fmla="*/ 3414118 w 5799173"/>
              <a:gd name="connsiteY21140" fmla="*/ 2087706 h 5017219"/>
              <a:gd name="connsiteX21141" fmla="*/ 3414118 w 5799173"/>
              <a:gd name="connsiteY21141" fmla="*/ 2089202 h 5017219"/>
              <a:gd name="connsiteX21142" fmla="*/ 3403317 w 5799173"/>
              <a:gd name="connsiteY21142" fmla="*/ 2107895 h 5017219"/>
              <a:gd name="connsiteX21143" fmla="*/ 3401988 w 5799173"/>
              <a:gd name="connsiteY21143" fmla="*/ 2108641 h 5017219"/>
              <a:gd name="connsiteX21144" fmla="*/ 4102623 w 5799173"/>
              <a:gd name="connsiteY21144" fmla="*/ 2302164 h 5017219"/>
              <a:gd name="connsiteX21145" fmla="*/ 4101293 w 5799173"/>
              <a:gd name="connsiteY21145" fmla="*/ 2301417 h 5017219"/>
              <a:gd name="connsiteX21146" fmla="*/ 4090493 w 5799173"/>
              <a:gd name="connsiteY21146" fmla="*/ 2282724 h 5017219"/>
              <a:gd name="connsiteX21147" fmla="*/ 4090493 w 5799173"/>
              <a:gd name="connsiteY21147" fmla="*/ 2281228 h 5017219"/>
              <a:gd name="connsiteX21148" fmla="*/ 4101293 w 5799173"/>
              <a:gd name="connsiteY21148" fmla="*/ 2262536 h 5017219"/>
              <a:gd name="connsiteX21149" fmla="*/ 4102623 w 5799173"/>
              <a:gd name="connsiteY21149" fmla="*/ 2261788 h 5017219"/>
              <a:gd name="connsiteX21150" fmla="*/ 4124223 w 5799173"/>
              <a:gd name="connsiteY21150" fmla="*/ 2261788 h 5017219"/>
              <a:gd name="connsiteX21151" fmla="*/ 4125552 w 5799173"/>
              <a:gd name="connsiteY21151" fmla="*/ 2262536 h 5017219"/>
              <a:gd name="connsiteX21152" fmla="*/ 4136353 w 5799173"/>
              <a:gd name="connsiteY21152" fmla="*/ 2281228 h 5017219"/>
              <a:gd name="connsiteX21153" fmla="*/ 4136353 w 5799173"/>
              <a:gd name="connsiteY21153" fmla="*/ 2282724 h 5017219"/>
              <a:gd name="connsiteX21154" fmla="*/ 4125552 w 5799173"/>
              <a:gd name="connsiteY21154" fmla="*/ 2301417 h 5017219"/>
              <a:gd name="connsiteX21155" fmla="*/ 4124223 w 5799173"/>
              <a:gd name="connsiteY21155" fmla="*/ 2302164 h 5017219"/>
              <a:gd name="connsiteX21156" fmla="*/ 4222995 w 5799173"/>
              <a:gd name="connsiteY21156" fmla="*/ 2334417 h 5017219"/>
              <a:gd name="connsiteX21157" fmla="*/ 4221665 w 5799173"/>
              <a:gd name="connsiteY21157" fmla="*/ 2333670 h 5017219"/>
              <a:gd name="connsiteX21158" fmla="*/ 4210865 w 5799173"/>
              <a:gd name="connsiteY21158" fmla="*/ 2314977 h 5017219"/>
              <a:gd name="connsiteX21159" fmla="*/ 4210865 w 5799173"/>
              <a:gd name="connsiteY21159" fmla="*/ 2313481 h 5017219"/>
              <a:gd name="connsiteX21160" fmla="*/ 4221665 w 5799173"/>
              <a:gd name="connsiteY21160" fmla="*/ 2294789 h 5017219"/>
              <a:gd name="connsiteX21161" fmla="*/ 4222995 w 5799173"/>
              <a:gd name="connsiteY21161" fmla="*/ 2294041 h 5017219"/>
              <a:gd name="connsiteX21162" fmla="*/ 4244595 w 5799173"/>
              <a:gd name="connsiteY21162" fmla="*/ 2294041 h 5017219"/>
              <a:gd name="connsiteX21163" fmla="*/ 4245924 w 5799173"/>
              <a:gd name="connsiteY21163" fmla="*/ 2294789 h 5017219"/>
              <a:gd name="connsiteX21164" fmla="*/ 4256725 w 5799173"/>
              <a:gd name="connsiteY21164" fmla="*/ 2313481 h 5017219"/>
              <a:gd name="connsiteX21165" fmla="*/ 4256725 w 5799173"/>
              <a:gd name="connsiteY21165" fmla="*/ 2314977 h 5017219"/>
              <a:gd name="connsiteX21166" fmla="*/ 4245924 w 5799173"/>
              <a:gd name="connsiteY21166" fmla="*/ 2333670 h 5017219"/>
              <a:gd name="connsiteX21167" fmla="*/ 4244595 w 5799173"/>
              <a:gd name="connsiteY21167" fmla="*/ 2334417 h 5017219"/>
              <a:gd name="connsiteX21168" fmla="*/ 3560944 w 5799173"/>
              <a:gd name="connsiteY21168" fmla="*/ 2157117 h 5017219"/>
              <a:gd name="connsiteX21169" fmla="*/ 3559615 w 5799173"/>
              <a:gd name="connsiteY21169" fmla="*/ 2156369 h 5017219"/>
              <a:gd name="connsiteX21170" fmla="*/ 3548815 w 5799173"/>
              <a:gd name="connsiteY21170" fmla="*/ 2137593 h 5017219"/>
              <a:gd name="connsiteX21171" fmla="*/ 3548815 w 5799173"/>
              <a:gd name="connsiteY21171" fmla="*/ 2136098 h 5017219"/>
              <a:gd name="connsiteX21172" fmla="*/ 3559615 w 5799173"/>
              <a:gd name="connsiteY21172" fmla="*/ 2117322 h 5017219"/>
              <a:gd name="connsiteX21173" fmla="*/ 3560944 w 5799173"/>
              <a:gd name="connsiteY21173" fmla="*/ 2116574 h 5017219"/>
              <a:gd name="connsiteX21174" fmla="*/ 3582628 w 5799173"/>
              <a:gd name="connsiteY21174" fmla="*/ 2116574 h 5017219"/>
              <a:gd name="connsiteX21175" fmla="*/ 3583957 w 5799173"/>
              <a:gd name="connsiteY21175" fmla="*/ 2117322 h 5017219"/>
              <a:gd name="connsiteX21176" fmla="*/ 3594758 w 5799173"/>
              <a:gd name="connsiteY21176" fmla="*/ 2136098 h 5017219"/>
              <a:gd name="connsiteX21177" fmla="*/ 3594758 w 5799173"/>
              <a:gd name="connsiteY21177" fmla="*/ 2137593 h 5017219"/>
              <a:gd name="connsiteX21178" fmla="*/ 3583957 w 5799173"/>
              <a:gd name="connsiteY21178" fmla="*/ 2156369 h 5017219"/>
              <a:gd name="connsiteX21179" fmla="*/ 3582628 w 5799173"/>
              <a:gd name="connsiteY21179" fmla="*/ 2157117 h 5017219"/>
              <a:gd name="connsiteX21180" fmla="*/ 4162806 w 5799173"/>
              <a:gd name="connsiteY21180" fmla="*/ 2318385 h 5017219"/>
              <a:gd name="connsiteX21181" fmla="*/ 4161478 w 5799173"/>
              <a:gd name="connsiteY21181" fmla="*/ 2317637 h 5017219"/>
              <a:gd name="connsiteX21182" fmla="*/ 4150678 w 5799173"/>
              <a:gd name="connsiteY21182" fmla="*/ 2298861 h 5017219"/>
              <a:gd name="connsiteX21183" fmla="*/ 4150678 w 5799173"/>
              <a:gd name="connsiteY21183" fmla="*/ 2297366 h 5017219"/>
              <a:gd name="connsiteX21184" fmla="*/ 4161478 w 5799173"/>
              <a:gd name="connsiteY21184" fmla="*/ 2278590 h 5017219"/>
              <a:gd name="connsiteX21185" fmla="*/ 4162807 w 5799173"/>
              <a:gd name="connsiteY21185" fmla="*/ 2277842 h 5017219"/>
              <a:gd name="connsiteX21186" fmla="*/ 4184491 w 5799173"/>
              <a:gd name="connsiteY21186" fmla="*/ 2277842 h 5017219"/>
              <a:gd name="connsiteX21187" fmla="*/ 4185820 w 5799173"/>
              <a:gd name="connsiteY21187" fmla="*/ 2278590 h 5017219"/>
              <a:gd name="connsiteX21188" fmla="*/ 4196621 w 5799173"/>
              <a:gd name="connsiteY21188" fmla="*/ 2297366 h 5017219"/>
              <a:gd name="connsiteX21189" fmla="*/ 4196621 w 5799173"/>
              <a:gd name="connsiteY21189" fmla="*/ 2298861 h 5017219"/>
              <a:gd name="connsiteX21190" fmla="*/ 4185820 w 5799173"/>
              <a:gd name="connsiteY21190" fmla="*/ 2317637 h 5017219"/>
              <a:gd name="connsiteX21191" fmla="*/ 4184491 w 5799173"/>
              <a:gd name="connsiteY21191" fmla="*/ 2318385 h 5017219"/>
              <a:gd name="connsiteX21192" fmla="*/ 4343365 w 5799173"/>
              <a:gd name="connsiteY21192" fmla="*/ 2366766 h 5017219"/>
              <a:gd name="connsiteX21193" fmla="*/ 4342036 w 5799173"/>
              <a:gd name="connsiteY21193" fmla="*/ 2366018 h 5017219"/>
              <a:gd name="connsiteX21194" fmla="*/ 4331236 w 5799173"/>
              <a:gd name="connsiteY21194" fmla="*/ 2347242 h 5017219"/>
              <a:gd name="connsiteX21195" fmla="*/ 4331236 w 5799173"/>
              <a:gd name="connsiteY21195" fmla="*/ 2345747 h 5017219"/>
              <a:gd name="connsiteX21196" fmla="*/ 4342036 w 5799173"/>
              <a:gd name="connsiteY21196" fmla="*/ 2326971 h 5017219"/>
              <a:gd name="connsiteX21197" fmla="*/ 4343365 w 5799173"/>
              <a:gd name="connsiteY21197" fmla="*/ 2326223 h 5017219"/>
              <a:gd name="connsiteX21198" fmla="*/ 4365049 w 5799173"/>
              <a:gd name="connsiteY21198" fmla="*/ 2326223 h 5017219"/>
              <a:gd name="connsiteX21199" fmla="*/ 4366378 w 5799173"/>
              <a:gd name="connsiteY21199" fmla="*/ 2326971 h 5017219"/>
              <a:gd name="connsiteX21200" fmla="*/ 4377179 w 5799173"/>
              <a:gd name="connsiteY21200" fmla="*/ 2345747 h 5017219"/>
              <a:gd name="connsiteX21201" fmla="*/ 4377179 w 5799173"/>
              <a:gd name="connsiteY21201" fmla="*/ 2347242 h 5017219"/>
              <a:gd name="connsiteX21202" fmla="*/ 4366378 w 5799173"/>
              <a:gd name="connsiteY21202" fmla="*/ 2366018 h 5017219"/>
              <a:gd name="connsiteX21203" fmla="*/ 4365049 w 5799173"/>
              <a:gd name="connsiteY21203" fmla="*/ 2366766 h 5017219"/>
              <a:gd name="connsiteX21204" fmla="*/ 3199757 w 5799173"/>
              <a:gd name="connsiteY21204" fmla="*/ 2060429 h 5017219"/>
              <a:gd name="connsiteX21205" fmla="*/ 3198427 w 5799173"/>
              <a:gd name="connsiteY21205" fmla="*/ 2059681 h 5017219"/>
              <a:gd name="connsiteX21206" fmla="*/ 3187544 w 5799173"/>
              <a:gd name="connsiteY21206" fmla="*/ 2040822 h 5017219"/>
              <a:gd name="connsiteX21207" fmla="*/ 3187544 w 5799173"/>
              <a:gd name="connsiteY21207" fmla="*/ 2039244 h 5017219"/>
              <a:gd name="connsiteX21208" fmla="*/ 3198427 w 5799173"/>
              <a:gd name="connsiteY21208" fmla="*/ 2020385 h 5017219"/>
              <a:gd name="connsiteX21209" fmla="*/ 3199757 w 5799173"/>
              <a:gd name="connsiteY21209" fmla="*/ 2019637 h 5017219"/>
              <a:gd name="connsiteX21210" fmla="*/ 3221523 w 5799173"/>
              <a:gd name="connsiteY21210" fmla="*/ 2019637 h 5017219"/>
              <a:gd name="connsiteX21211" fmla="*/ 3222853 w 5799173"/>
              <a:gd name="connsiteY21211" fmla="*/ 2020385 h 5017219"/>
              <a:gd name="connsiteX21212" fmla="*/ 3233736 w 5799173"/>
              <a:gd name="connsiteY21212" fmla="*/ 2039244 h 5017219"/>
              <a:gd name="connsiteX21213" fmla="*/ 3233736 w 5799173"/>
              <a:gd name="connsiteY21213" fmla="*/ 2040822 h 5017219"/>
              <a:gd name="connsiteX21214" fmla="*/ 3222853 w 5799173"/>
              <a:gd name="connsiteY21214" fmla="*/ 2059681 h 5017219"/>
              <a:gd name="connsiteX21215" fmla="*/ 3221523 w 5799173"/>
              <a:gd name="connsiteY21215" fmla="*/ 2060429 h 5017219"/>
              <a:gd name="connsiteX21216" fmla="*/ 3139465 w 5799173"/>
              <a:gd name="connsiteY21216" fmla="*/ 2044549 h 5017219"/>
              <a:gd name="connsiteX21217" fmla="*/ 3138136 w 5799173"/>
              <a:gd name="connsiteY21217" fmla="*/ 2043802 h 5017219"/>
              <a:gd name="connsiteX21218" fmla="*/ 3127171 w 5799173"/>
              <a:gd name="connsiteY21218" fmla="*/ 2024776 h 5017219"/>
              <a:gd name="connsiteX21219" fmla="*/ 3127171 w 5799173"/>
              <a:gd name="connsiteY21219" fmla="*/ 2023198 h 5017219"/>
              <a:gd name="connsiteX21220" fmla="*/ 3138136 w 5799173"/>
              <a:gd name="connsiteY21220" fmla="*/ 2004173 h 5017219"/>
              <a:gd name="connsiteX21221" fmla="*/ 3139466 w 5799173"/>
              <a:gd name="connsiteY21221" fmla="*/ 2003425 h 5017219"/>
              <a:gd name="connsiteX21222" fmla="*/ 3161398 w 5799173"/>
              <a:gd name="connsiteY21222" fmla="*/ 2003425 h 5017219"/>
              <a:gd name="connsiteX21223" fmla="*/ 3162729 w 5799173"/>
              <a:gd name="connsiteY21223" fmla="*/ 2004173 h 5017219"/>
              <a:gd name="connsiteX21224" fmla="*/ 3173694 w 5799173"/>
              <a:gd name="connsiteY21224" fmla="*/ 2023198 h 5017219"/>
              <a:gd name="connsiteX21225" fmla="*/ 3173694 w 5799173"/>
              <a:gd name="connsiteY21225" fmla="*/ 2024776 h 5017219"/>
              <a:gd name="connsiteX21226" fmla="*/ 3162728 w 5799173"/>
              <a:gd name="connsiteY21226" fmla="*/ 2043802 h 5017219"/>
              <a:gd name="connsiteX21227" fmla="*/ 3161398 w 5799173"/>
              <a:gd name="connsiteY21227" fmla="*/ 2044549 h 5017219"/>
              <a:gd name="connsiteX21228" fmla="*/ 3320024 w 5799173"/>
              <a:gd name="connsiteY21228" fmla="*/ 2092929 h 5017219"/>
              <a:gd name="connsiteX21229" fmla="*/ 3318695 w 5799173"/>
              <a:gd name="connsiteY21229" fmla="*/ 2092182 h 5017219"/>
              <a:gd name="connsiteX21230" fmla="*/ 3307729 w 5799173"/>
              <a:gd name="connsiteY21230" fmla="*/ 2073156 h 5017219"/>
              <a:gd name="connsiteX21231" fmla="*/ 3307729 w 5799173"/>
              <a:gd name="connsiteY21231" fmla="*/ 2071578 h 5017219"/>
              <a:gd name="connsiteX21232" fmla="*/ 3318695 w 5799173"/>
              <a:gd name="connsiteY21232" fmla="*/ 2052553 h 5017219"/>
              <a:gd name="connsiteX21233" fmla="*/ 3320024 w 5799173"/>
              <a:gd name="connsiteY21233" fmla="*/ 2051805 h 5017219"/>
              <a:gd name="connsiteX21234" fmla="*/ 3341957 w 5799173"/>
              <a:gd name="connsiteY21234" fmla="*/ 2051805 h 5017219"/>
              <a:gd name="connsiteX21235" fmla="*/ 3343287 w 5799173"/>
              <a:gd name="connsiteY21235" fmla="*/ 2052553 h 5017219"/>
              <a:gd name="connsiteX21236" fmla="*/ 3354253 w 5799173"/>
              <a:gd name="connsiteY21236" fmla="*/ 2071578 h 5017219"/>
              <a:gd name="connsiteX21237" fmla="*/ 3354253 w 5799173"/>
              <a:gd name="connsiteY21237" fmla="*/ 2073156 h 5017219"/>
              <a:gd name="connsiteX21238" fmla="*/ 3343287 w 5799173"/>
              <a:gd name="connsiteY21238" fmla="*/ 2092182 h 5017219"/>
              <a:gd name="connsiteX21239" fmla="*/ 3341957 w 5799173"/>
              <a:gd name="connsiteY21239" fmla="*/ 2092929 h 5017219"/>
              <a:gd name="connsiteX21240" fmla="*/ 3440397 w 5799173"/>
              <a:gd name="connsiteY21240" fmla="*/ 2125183 h 5017219"/>
              <a:gd name="connsiteX21241" fmla="*/ 3439068 w 5799173"/>
              <a:gd name="connsiteY21241" fmla="*/ 2124436 h 5017219"/>
              <a:gd name="connsiteX21242" fmla="*/ 3428102 w 5799173"/>
              <a:gd name="connsiteY21242" fmla="*/ 2105410 h 5017219"/>
              <a:gd name="connsiteX21243" fmla="*/ 3428102 w 5799173"/>
              <a:gd name="connsiteY21243" fmla="*/ 2103832 h 5017219"/>
              <a:gd name="connsiteX21244" fmla="*/ 3439068 w 5799173"/>
              <a:gd name="connsiteY21244" fmla="*/ 2084807 h 5017219"/>
              <a:gd name="connsiteX21245" fmla="*/ 3440397 w 5799173"/>
              <a:gd name="connsiteY21245" fmla="*/ 2084059 h 5017219"/>
              <a:gd name="connsiteX21246" fmla="*/ 3462330 w 5799173"/>
              <a:gd name="connsiteY21246" fmla="*/ 2084059 h 5017219"/>
              <a:gd name="connsiteX21247" fmla="*/ 3463660 w 5799173"/>
              <a:gd name="connsiteY21247" fmla="*/ 2084807 h 5017219"/>
              <a:gd name="connsiteX21248" fmla="*/ 3474626 w 5799173"/>
              <a:gd name="connsiteY21248" fmla="*/ 2103832 h 5017219"/>
              <a:gd name="connsiteX21249" fmla="*/ 3474626 w 5799173"/>
              <a:gd name="connsiteY21249" fmla="*/ 2105410 h 5017219"/>
              <a:gd name="connsiteX21250" fmla="*/ 3463660 w 5799173"/>
              <a:gd name="connsiteY21250" fmla="*/ 2124436 h 5017219"/>
              <a:gd name="connsiteX21251" fmla="*/ 3462330 w 5799173"/>
              <a:gd name="connsiteY21251" fmla="*/ 2125183 h 5017219"/>
              <a:gd name="connsiteX21252" fmla="*/ 3921887 w 5799173"/>
              <a:gd name="connsiteY21252" fmla="*/ 2254198 h 5017219"/>
              <a:gd name="connsiteX21253" fmla="*/ 3920558 w 5799173"/>
              <a:gd name="connsiteY21253" fmla="*/ 2253451 h 5017219"/>
              <a:gd name="connsiteX21254" fmla="*/ 3909592 w 5799173"/>
              <a:gd name="connsiteY21254" fmla="*/ 2234425 h 5017219"/>
              <a:gd name="connsiteX21255" fmla="*/ 3909592 w 5799173"/>
              <a:gd name="connsiteY21255" fmla="*/ 2232847 h 5017219"/>
              <a:gd name="connsiteX21256" fmla="*/ 3920557 w 5799173"/>
              <a:gd name="connsiteY21256" fmla="*/ 2213822 h 5017219"/>
              <a:gd name="connsiteX21257" fmla="*/ 3921887 w 5799173"/>
              <a:gd name="connsiteY21257" fmla="*/ 2213074 h 5017219"/>
              <a:gd name="connsiteX21258" fmla="*/ 3943820 w 5799173"/>
              <a:gd name="connsiteY21258" fmla="*/ 2213074 h 5017219"/>
              <a:gd name="connsiteX21259" fmla="*/ 3945150 w 5799173"/>
              <a:gd name="connsiteY21259" fmla="*/ 2213822 h 5017219"/>
              <a:gd name="connsiteX21260" fmla="*/ 3956116 w 5799173"/>
              <a:gd name="connsiteY21260" fmla="*/ 2232847 h 5017219"/>
              <a:gd name="connsiteX21261" fmla="*/ 3956116 w 5799173"/>
              <a:gd name="connsiteY21261" fmla="*/ 2234425 h 5017219"/>
              <a:gd name="connsiteX21262" fmla="*/ 3945150 w 5799173"/>
              <a:gd name="connsiteY21262" fmla="*/ 2253451 h 5017219"/>
              <a:gd name="connsiteX21263" fmla="*/ 3943819 w 5799173"/>
              <a:gd name="connsiteY21263" fmla="*/ 2254198 h 5017219"/>
              <a:gd name="connsiteX21264" fmla="*/ 3259755 w 5799173"/>
              <a:gd name="connsiteY21264" fmla="*/ 2076885 h 5017219"/>
              <a:gd name="connsiteX21265" fmla="*/ 3258426 w 5799173"/>
              <a:gd name="connsiteY21265" fmla="*/ 2076139 h 5017219"/>
              <a:gd name="connsiteX21266" fmla="*/ 3247376 w 5799173"/>
              <a:gd name="connsiteY21266" fmla="*/ 2057029 h 5017219"/>
              <a:gd name="connsiteX21267" fmla="*/ 3247376 w 5799173"/>
              <a:gd name="connsiteY21267" fmla="*/ 2055451 h 5017219"/>
              <a:gd name="connsiteX21268" fmla="*/ 3258426 w 5799173"/>
              <a:gd name="connsiteY21268" fmla="*/ 2036343 h 5017219"/>
              <a:gd name="connsiteX21269" fmla="*/ 3259755 w 5799173"/>
              <a:gd name="connsiteY21269" fmla="*/ 2035595 h 5017219"/>
              <a:gd name="connsiteX21270" fmla="*/ 3281854 w 5799173"/>
              <a:gd name="connsiteY21270" fmla="*/ 2035595 h 5017219"/>
              <a:gd name="connsiteX21271" fmla="*/ 3283183 w 5799173"/>
              <a:gd name="connsiteY21271" fmla="*/ 2036343 h 5017219"/>
              <a:gd name="connsiteX21272" fmla="*/ 3294233 w 5799173"/>
              <a:gd name="connsiteY21272" fmla="*/ 2055451 h 5017219"/>
              <a:gd name="connsiteX21273" fmla="*/ 3294233 w 5799173"/>
              <a:gd name="connsiteY21273" fmla="*/ 2057029 h 5017219"/>
              <a:gd name="connsiteX21274" fmla="*/ 3283183 w 5799173"/>
              <a:gd name="connsiteY21274" fmla="*/ 2076138 h 5017219"/>
              <a:gd name="connsiteX21275" fmla="*/ 3281854 w 5799173"/>
              <a:gd name="connsiteY21275" fmla="*/ 2076885 h 5017219"/>
              <a:gd name="connsiteX21276" fmla="*/ 4282778 w 5799173"/>
              <a:gd name="connsiteY21276" fmla="*/ 2351284 h 5017219"/>
              <a:gd name="connsiteX21277" fmla="*/ 4281449 w 5799173"/>
              <a:gd name="connsiteY21277" fmla="*/ 2350453 h 5017219"/>
              <a:gd name="connsiteX21278" fmla="*/ 4270233 w 5799173"/>
              <a:gd name="connsiteY21278" fmla="*/ 2331096 h 5017219"/>
              <a:gd name="connsiteX21279" fmla="*/ 4270233 w 5799173"/>
              <a:gd name="connsiteY21279" fmla="*/ 2329517 h 5017219"/>
              <a:gd name="connsiteX21280" fmla="*/ 4281449 w 5799173"/>
              <a:gd name="connsiteY21280" fmla="*/ 2310160 h 5017219"/>
              <a:gd name="connsiteX21281" fmla="*/ 4282778 w 5799173"/>
              <a:gd name="connsiteY21281" fmla="*/ 2309329 h 5017219"/>
              <a:gd name="connsiteX21282" fmla="*/ 4305126 w 5799173"/>
              <a:gd name="connsiteY21282" fmla="*/ 2309329 h 5017219"/>
              <a:gd name="connsiteX21283" fmla="*/ 4306456 w 5799173"/>
              <a:gd name="connsiteY21283" fmla="*/ 2310160 h 5017219"/>
              <a:gd name="connsiteX21284" fmla="*/ 4317671 w 5799173"/>
              <a:gd name="connsiteY21284" fmla="*/ 2329517 h 5017219"/>
              <a:gd name="connsiteX21285" fmla="*/ 4317671 w 5799173"/>
              <a:gd name="connsiteY21285" fmla="*/ 2331096 h 5017219"/>
              <a:gd name="connsiteX21286" fmla="*/ 4306456 w 5799173"/>
              <a:gd name="connsiteY21286" fmla="*/ 2350453 h 5017219"/>
              <a:gd name="connsiteX21287" fmla="*/ 4305126 w 5799173"/>
              <a:gd name="connsiteY21287" fmla="*/ 2351284 h 5017219"/>
              <a:gd name="connsiteX21288" fmla="*/ 3614195 w 5799173"/>
              <a:gd name="connsiteY21288" fmla="*/ 2212192 h 5017219"/>
              <a:gd name="connsiteX21289" fmla="*/ 3613697 w 5799173"/>
              <a:gd name="connsiteY21289" fmla="*/ 2211943 h 5017219"/>
              <a:gd name="connsiteX21290" fmla="*/ 3609957 w 5799173"/>
              <a:gd name="connsiteY21290" fmla="*/ 2205463 h 5017219"/>
              <a:gd name="connsiteX21291" fmla="*/ 3609958 w 5799173"/>
              <a:gd name="connsiteY21291" fmla="*/ 2204964 h 5017219"/>
              <a:gd name="connsiteX21292" fmla="*/ 3613697 w 5799173"/>
              <a:gd name="connsiteY21292" fmla="*/ 2198484 h 5017219"/>
              <a:gd name="connsiteX21293" fmla="*/ 3614195 w 5799173"/>
              <a:gd name="connsiteY21293" fmla="*/ 2198235 h 5017219"/>
              <a:gd name="connsiteX21294" fmla="*/ 3621755 w 5799173"/>
              <a:gd name="connsiteY21294" fmla="*/ 2198235 h 5017219"/>
              <a:gd name="connsiteX21295" fmla="*/ 3622254 w 5799173"/>
              <a:gd name="connsiteY21295" fmla="*/ 2198484 h 5017219"/>
              <a:gd name="connsiteX21296" fmla="*/ 3625992 w 5799173"/>
              <a:gd name="connsiteY21296" fmla="*/ 2204964 h 5017219"/>
              <a:gd name="connsiteX21297" fmla="*/ 3625992 w 5799173"/>
              <a:gd name="connsiteY21297" fmla="*/ 2205463 h 5017219"/>
              <a:gd name="connsiteX21298" fmla="*/ 3622254 w 5799173"/>
              <a:gd name="connsiteY21298" fmla="*/ 2211943 h 5017219"/>
              <a:gd name="connsiteX21299" fmla="*/ 3621755 w 5799173"/>
              <a:gd name="connsiteY21299" fmla="*/ 2212192 h 5017219"/>
              <a:gd name="connsiteX21300" fmla="*/ 2891827 w 5799173"/>
              <a:gd name="connsiteY21300" fmla="*/ 2018912 h 5017219"/>
              <a:gd name="connsiteX21301" fmla="*/ 2891329 w 5799173"/>
              <a:gd name="connsiteY21301" fmla="*/ 2018663 h 5017219"/>
              <a:gd name="connsiteX21302" fmla="*/ 2887424 w 5799173"/>
              <a:gd name="connsiteY21302" fmla="*/ 2011850 h 5017219"/>
              <a:gd name="connsiteX21303" fmla="*/ 2887424 w 5799173"/>
              <a:gd name="connsiteY21303" fmla="*/ 2011269 h 5017219"/>
              <a:gd name="connsiteX21304" fmla="*/ 2891329 w 5799173"/>
              <a:gd name="connsiteY21304" fmla="*/ 2004456 h 5017219"/>
              <a:gd name="connsiteX21305" fmla="*/ 2891827 w 5799173"/>
              <a:gd name="connsiteY21305" fmla="*/ 2004207 h 5017219"/>
              <a:gd name="connsiteX21306" fmla="*/ 2899637 w 5799173"/>
              <a:gd name="connsiteY21306" fmla="*/ 2004207 h 5017219"/>
              <a:gd name="connsiteX21307" fmla="*/ 2900135 w 5799173"/>
              <a:gd name="connsiteY21307" fmla="*/ 2004456 h 5017219"/>
              <a:gd name="connsiteX21308" fmla="*/ 2904040 w 5799173"/>
              <a:gd name="connsiteY21308" fmla="*/ 2011269 h 5017219"/>
              <a:gd name="connsiteX21309" fmla="*/ 2904040 w 5799173"/>
              <a:gd name="connsiteY21309" fmla="*/ 2011850 h 5017219"/>
              <a:gd name="connsiteX21310" fmla="*/ 2900135 w 5799173"/>
              <a:gd name="connsiteY21310" fmla="*/ 2018663 h 5017219"/>
              <a:gd name="connsiteX21311" fmla="*/ 2899637 w 5799173"/>
              <a:gd name="connsiteY21311" fmla="*/ 2018912 h 5017219"/>
              <a:gd name="connsiteX21312" fmla="*/ 780893 w 5799173"/>
              <a:gd name="connsiteY21312" fmla="*/ 1462791 h 5017219"/>
              <a:gd name="connsiteX21313" fmla="*/ 779896 w 5799173"/>
              <a:gd name="connsiteY21313" fmla="*/ 1462208 h 5017219"/>
              <a:gd name="connsiteX21314" fmla="*/ 771589 w 5799173"/>
              <a:gd name="connsiteY21314" fmla="*/ 1447753 h 5017219"/>
              <a:gd name="connsiteX21315" fmla="*/ 771589 w 5799173"/>
              <a:gd name="connsiteY21315" fmla="*/ 1446589 h 5017219"/>
              <a:gd name="connsiteX21316" fmla="*/ 779897 w 5799173"/>
              <a:gd name="connsiteY21316" fmla="*/ 1432135 h 5017219"/>
              <a:gd name="connsiteX21317" fmla="*/ 780893 w 5799173"/>
              <a:gd name="connsiteY21317" fmla="*/ 1431552 h 5017219"/>
              <a:gd name="connsiteX21318" fmla="*/ 797592 w 5799173"/>
              <a:gd name="connsiteY21318" fmla="*/ 1431552 h 5017219"/>
              <a:gd name="connsiteX21319" fmla="*/ 798589 w 5799173"/>
              <a:gd name="connsiteY21319" fmla="*/ 1432135 h 5017219"/>
              <a:gd name="connsiteX21320" fmla="*/ 806897 w 5799173"/>
              <a:gd name="connsiteY21320" fmla="*/ 1446589 h 5017219"/>
              <a:gd name="connsiteX21321" fmla="*/ 806897 w 5799173"/>
              <a:gd name="connsiteY21321" fmla="*/ 1447753 h 5017219"/>
              <a:gd name="connsiteX21322" fmla="*/ 798589 w 5799173"/>
              <a:gd name="connsiteY21322" fmla="*/ 1462209 h 5017219"/>
              <a:gd name="connsiteX21323" fmla="*/ 797592 w 5799173"/>
              <a:gd name="connsiteY21323" fmla="*/ 1462791 h 5017219"/>
              <a:gd name="connsiteX21324" fmla="*/ 840821 w 5799173"/>
              <a:gd name="connsiteY21324" fmla="*/ 1479321 h 5017219"/>
              <a:gd name="connsiteX21325" fmla="*/ 839741 w 5799173"/>
              <a:gd name="connsiteY21325" fmla="*/ 1478739 h 5017219"/>
              <a:gd name="connsiteX21326" fmla="*/ 831184 w 5799173"/>
              <a:gd name="connsiteY21326" fmla="*/ 1463951 h 5017219"/>
              <a:gd name="connsiteX21327" fmla="*/ 831184 w 5799173"/>
              <a:gd name="connsiteY21327" fmla="*/ 1462705 h 5017219"/>
              <a:gd name="connsiteX21328" fmla="*/ 839741 w 5799173"/>
              <a:gd name="connsiteY21328" fmla="*/ 1447917 h 5017219"/>
              <a:gd name="connsiteX21329" fmla="*/ 840821 w 5799173"/>
              <a:gd name="connsiteY21329" fmla="*/ 1447335 h 5017219"/>
              <a:gd name="connsiteX21330" fmla="*/ 857935 w 5799173"/>
              <a:gd name="connsiteY21330" fmla="*/ 1447335 h 5017219"/>
              <a:gd name="connsiteX21331" fmla="*/ 859015 w 5799173"/>
              <a:gd name="connsiteY21331" fmla="*/ 1447917 h 5017219"/>
              <a:gd name="connsiteX21332" fmla="*/ 867572 w 5799173"/>
              <a:gd name="connsiteY21332" fmla="*/ 1462705 h 5017219"/>
              <a:gd name="connsiteX21333" fmla="*/ 867572 w 5799173"/>
              <a:gd name="connsiteY21333" fmla="*/ 1463951 h 5017219"/>
              <a:gd name="connsiteX21334" fmla="*/ 859015 w 5799173"/>
              <a:gd name="connsiteY21334" fmla="*/ 1478739 h 5017219"/>
              <a:gd name="connsiteX21335" fmla="*/ 857935 w 5799173"/>
              <a:gd name="connsiteY21335" fmla="*/ 1479321 h 5017219"/>
              <a:gd name="connsiteX21336" fmla="*/ 1081566 w 5799173"/>
              <a:gd name="connsiteY21336" fmla="*/ 1543828 h 5017219"/>
              <a:gd name="connsiteX21337" fmla="*/ 1080486 w 5799173"/>
              <a:gd name="connsiteY21337" fmla="*/ 1543246 h 5017219"/>
              <a:gd name="connsiteX21338" fmla="*/ 1071929 w 5799173"/>
              <a:gd name="connsiteY21338" fmla="*/ 1528459 h 5017219"/>
              <a:gd name="connsiteX21339" fmla="*/ 1071929 w 5799173"/>
              <a:gd name="connsiteY21339" fmla="*/ 1527213 h 5017219"/>
              <a:gd name="connsiteX21340" fmla="*/ 1080486 w 5799173"/>
              <a:gd name="connsiteY21340" fmla="*/ 1512424 h 5017219"/>
              <a:gd name="connsiteX21341" fmla="*/ 1081566 w 5799173"/>
              <a:gd name="connsiteY21341" fmla="*/ 1511843 h 5017219"/>
              <a:gd name="connsiteX21342" fmla="*/ 1098680 w 5799173"/>
              <a:gd name="connsiteY21342" fmla="*/ 1511843 h 5017219"/>
              <a:gd name="connsiteX21343" fmla="*/ 1099760 w 5799173"/>
              <a:gd name="connsiteY21343" fmla="*/ 1512424 h 5017219"/>
              <a:gd name="connsiteX21344" fmla="*/ 1108317 w 5799173"/>
              <a:gd name="connsiteY21344" fmla="*/ 1527213 h 5017219"/>
              <a:gd name="connsiteX21345" fmla="*/ 1108317 w 5799173"/>
              <a:gd name="connsiteY21345" fmla="*/ 1528458 h 5017219"/>
              <a:gd name="connsiteX21346" fmla="*/ 1099760 w 5799173"/>
              <a:gd name="connsiteY21346" fmla="*/ 1543247 h 5017219"/>
              <a:gd name="connsiteX21347" fmla="*/ 1098680 w 5799173"/>
              <a:gd name="connsiteY21347" fmla="*/ 1543828 h 5017219"/>
              <a:gd name="connsiteX21348" fmla="*/ 1141670 w 5799173"/>
              <a:gd name="connsiteY21348" fmla="*/ 1560039 h 5017219"/>
              <a:gd name="connsiteX21349" fmla="*/ 1140590 w 5799173"/>
              <a:gd name="connsiteY21349" fmla="*/ 1559457 h 5017219"/>
              <a:gd name="connsiteX21350" fmla="*/ 1132032 w 5799173"/>
              <a:gd name="connsiteY21350" fmla="*/ 1544586 h 5017219"/>
              <a:gd name="connsiteX21351" fmla="*/ 1132032 w 5799173"/>
              <a:gd name="connsiteY21351" fmla="*/ 1543340 h 5017219"/>
              <a:gd name="connsiteX21352" fmla="*/ 1140673 w 5799173"/>
              <a:gd name="connsiteY21352" fmla="*/ 1528469 h 5017219"/>
              <a:gd name="connsiteX21353" fmla="*/ 1141753 w 5799173"/>
              <a:gd name="connsiteY21353" fmla="*/ 1527887 h 5017219"/>
              <a:gd name="connsiteX21354" fmla="*/ 1158950 w 5799173"/>
              <a:gd name="connsiteY21354" fmla="*/ 1527886 h 5017219"/>
              <a:gd name="connsiteX21355" fmla="*/ 1160030 w 5799173"/>
              <a:gd name="connsiteY21355" fmla="*/ 1528469 h 5017219"/>
              <a:gd name="connsiteX21356" fmla="*/ 1168587 w 5799173"/>
              <a:gd name="connsiteY21356" fmla="*/ 1543339 h 5017219"/>
              <a:gd name="connsiteX21357" fmla="*/ 1168587 w 5799173"/>
              <a:gd name="connsiteY21357" fmla="*/ 1544585 h 5017219"/>
              <a:gd name="connsiteX21358" fmla="*/ 1159947 w 5799173"/>
              <a:gd name="connsiteY21358" fmla="*/ 1559456 h 5017219"/>
              <a:gd name="connsiteX21359" fmla="*/ 1158868 w 5799173"/>
              <a:gd name="connsiteY21359" fmla="*/ 1560039 h 5017219"/>
              <a:gd name="connsiteX21360" fmla="*/ 900924 w 5799173"/>
              <a:gd name="connsiteY21360" fmla="*/ 1495614 h 5017219"/>
              <a:gd name="connsiteX21361" fmla="*/ 899844 w 5799173"/>
              <a:gd name="connsiteY21361" fmla="*/ 1495032 h 5017219"/>
              <a:gd name="connsiteX21362" fmla="*/ 891204 w 5799173"/>
              <a:gd name="connsiteY21362" fmla="*/ 1480078 h 5017219"/>
              <a:gd name="connsiteX21363" fmla="*/ 891204 w 5799173"/>
              <a:gd name="connsiteY21363" fmla="*/ 1478832 h 5017219"/>
              <a:gd name="connsiteX21364" fmla="*/ 899844 w 5799173"/>
              <a:gd name="connsiteY21364" fmla="*/ 1463878 h 5017219"/>
              <a:gd name="connsiteX21365" fmla="*/ 900924 w 5799173"/>
              <a:gd name="connsiteY21365" fmla="*/ 1463296 h 5017219"/>
              <a:gd name="connsiteX21366" fmla="*/ 918204 w 5799173"/>
              <a:gd name="connsiteY21366" fmla="*/ 1463296 h 5017219"/>
              <a:gd name="connsiteX21367" fmla="*/ 919284 w 5799173"/>
              <a:gd name="connsiteY21367" fmla="*/ 1463878 h 5017219"/>
              <a:gd name="connsiteX21368" fmla="*/ 927925 w 5799173"/>
              <a:gd name="connsiteY21368" fmla="*/ 1478832 h 5017219"/>
              <a:gd name="connsiteX21369" fmla="*/ 927925 w 5799173"/>
              <a:gd name="connsiteY21369" fmla="*/ 1480078 h 5017219"/>
              <a:gd name="connsiteX21370" fmla="*/ 919284 w 5799173"/>
              <a:gd name="connsiteY21370" fmla="*/ 1495032 h 5017219"/>
              <a:gd name="connsiteX21371" fmla="*/ 918204 w 5799173"/>
              <a:gd name="connsiteY21371" fmla="*/ 1495614 h 5017219"/>
              <a:gd name="connsiteX21372" fmla="*/ 4813030 w 5799173"/>
              <a:gd name="connsiteY21372" fmla="*/ 2543860 h 5017219"/>
              <a:gd name="connsiteX21373" fmla="*/ 4811950 w 5799173"/>
              <a:gd name="connsiteY21373" fmla="*/ 2543278 h 5017219"/>
              <a:gd name="connsiteX21374" fmla="*/ 4803310 w 5799173"/>
              <a:gd name="connsiteY21374" fmla="*/ 2528324 h 5017219"/>
              <a:gd name="connsiteX21375" fmla="*/ 4803310 w 5799173"/>
              <a:gd name="connsiteY21375" fmla="*/ 2527078 h 5017219"/>
              <a:gd name="connsiteX21376" fmla="*/ 4811950 w 5799173"/>
              <a:gd name="connsiteY21376" fmla="*/ 2512124 h 5017219"/>
              <a:gd name="connsiteX21377" fmla="*/ 4813030 w 5799173"/>
              <a:gd name="connsiteY21377" fmla="*/ 2511542 h 5017219"/>
              <a:gd name="connsiteX21378" fmla="*/ 4830310 w 5799173"/>
              <a:gd name="connsiteY21378" fmla="*/ 2511542 h 5017219"/>
              <a:gd name="connsiteX21379" fmla="*/ 4831391 w 5799173"/>
              <a:gd name="connsiteY21379" fmla="*/ 2512124 h 5017219"/>
              <a:gd name="connsiteX21380" fmla="*/ 4840031 w 5799173"/>
              <a:gd name="connsiteY21380" fmla="*/ 2527077 h 5017219"/>
              <a:gd name="connsiteX21381" fmla="*/ 4840031 w 5799173"/>
              <a:gd name="connsiteY21381" fmla="*/ 2528323 h 5017219"/>
              <a:gd name="connsiteX21382" fmla="*/ 4831391 w 5799173"/>
              <a:gd name="connsiteY21382" fmla="*/ 2543278 h 5017219"/>
              <a:gd name="connsiteX21383" fmla="*/ 4830310 w 5799173"/>
              <a:gd name="connsiteY21383" fmla="*/ 2543860 h 5017219"/>
              <a:gd name="connsiteX21384" fmla="*/ 961030 w 5799173"/>
              <a:gd name="connsiteY21384" fmla="*/ 1511813 h 5017219"/>
              <a:gd name="connsiteX21385" fmla="*/ 959949 w 5799173"/>
              <a:gd name="connsiteY21385" fmla="*/ 1511231 h 5017219"/>
              <a:gd name="connsiteX21386" fmla="*/ 951226 w 5799173"/>
              <a:gd name="connsiteY21386" fmla="*/ 1496194 h 5017219"/>
              <a:gd name="connsiteX21387" fmla="*/ 951227 w 5799173"/>
              <a:gd name="connsiteY21387" fmla="*/ 1494948 h 5017219"/>
              <a:gd name="connsiteX21388" fmla="*/ 959949 w 5799173"/>
              <a:gd name="connsiteY21388" fmla="*/ 1479910 h 5017219"/>
              <a:gd name="connsiteX21389" fmla="*/ 961029 w 5799173"/>
              <a:gd name="connsiteY21389" fmla="*/ 1479329 h 5017219"/>
              <a:gd name="connsiteX21390" fmla="*/ 978393 w 5799173"/>
              <a:gd name="connsiteY21390" fmla="*/ 1479329 h 5017219"/>
              <a:gd name="connsiteX21391" fmla="*/ 979472 w 5799173"/>
              <a:gd name="connsiteY21391" fmla="*/ 1479910 h 5017219"/>
              <a:gd name="connsiteX21392" fmla="*/ 988196 w 5799173"/>
              <a:gd name="connsiteY21392" fmla="*/ 1494948 h 5017219"/>
              <a:gd name="connsiteX21393" fmla="*/ 988196 w 5799173"/>
              <a:gd name="connsiteY21393" fmla="*/ 1496194 h 5017219"/>
              <a:gd name="connsiteX21394" fmla="*/ 979473 w 5799173"/>
              <a:gd name="connsiteY21394" fmla="*/ 1511231 h 5017219"/>
              <a:gd name="connsiteX21395" fmla="*/ 978392 w 5799173"/>
              <a:gd name="connsiteY21395" fmla="*/ 1511813 h 5017219"/>
              <a:gd name="connsiteX21396" fmla="*/ 4451830 w 5799173"/>
              <a:gd name="connsiteY21396" fmla="*/ 2447170 h 5017219"/>
              <a:gd name="connsiteX21397" fmla="*/ 4450750 w 5799173"/>
              <a:gd name="connsiteY21397" fmla="*/ 2446588 h 5017219"/>
              <a:gd name="connsiteX21398" fmla="*/ 4442027 w 5799173"/>
              <a:gd name="connsiteY21398" fmla="*/ 2431552 h 5017219"/>
              <a:gd name="connsiteX21399" fmla="*/ 4442027 w 5799173"/>
              <a:gd name="connsiteY21399" fmla="*/ 2430305 h 5017219"/>
              <a:gd name="connsiteX21400" fmla="*/ 4450750 w 5799173"/>
              <a:gd name="connsiteY21400" fmla="*/ 2415267 h 5017219"/>
              <a:gd name="connsiteX21401" fmla="*/ 4451830 w 5799173"/>
              <a:gd name="connsiteY21401" fmla="*/ 2414686 h 5017219"/>
              <a:gd name="connsiteX21402" fmla="*/ 4469194 w 5799173"/>
              <a:gd name="connsiteY21402" fmla="*/ 2414687 h 5017219"/>
              <a:gd name="connsiteX21403" fmla="*/ 4470274 w 5799173"/>
              <a:gd name="connsiteY21403" fmla="*/ 2415268 h 5017219"/>
              <a:gd name="connsiteX21404" fmla="*/ 4478997 w 5799173"/>
              <a:gd name="connsiteY21404" fmla="*/ 2430305 h 5017219"/>
              <a:gd name="connsiteX21405" fmla="*/ 4478997 w 5799173"/>
              <a:gd name="connsiteY21405" fmla="*/ 2431551 h 5017219"/>
              <a:gd name="connsiteX21406" fmla="*/ 4470274 w 5799173"/>
              <a:gd name="connsiteY21406" fmla="*/ 2446589 h 5017219"/>
              <a:gd name="connsiteX21407" fmla="*/ 4469194 w 5799173"/>
              <a:gd name="connsiteY21407" fmla="*/ 2447170 h 5017219"/>
              <a:gd name="connsiteX21408" fmla="*/ 1201771 w 5799173"/>
              <a:gd name="connsiteY21408" fmla="*/ 1576424 h 5017219"/>
              <a:gd name="connsiteX21409" fmla="*/ 1200691 w 5799173"/>
              <a:gd name="connsiteY21409" fmla="*/ 1575843 h 5017219"/>
              <a:gd name="connsiteX21410" fmla="*/ 1191968 w 5799173"/>
              <a:gd name="connsiteY21410" fmla="*/ 1560722 h 5017219"/>
              <a:gd name="connsiteX21411" fmla="*/ 1191968 w 5799173"/>
              <a:gd name="connsiteY21411" fmla="*/ 1559476 h 5017219"/>
              <a:gd name="connsiteX21412" fmla="*/ 1200691 w 5799173"/>
              <a:gd name="connsiteY21412" fmla="*/ 1544356 h 5017219"/>
              <a:gd name="connsiteX21413" fmla="*/ 1201771 w 5799173"/>
              <a:gd name="connsiteY21413" fmla="*/ 1543774 h 5017219"/>
              <a:gd name="connsiteX21414" fmla="*/ 1219301 w 5799173"/>
              <a:gd name="connsiteY21414" fmla="*/ 1543774 h 5017219"/>
              <a:gd name="connsiteX21415" fmla="*/ 1220381 w 5799173"/>
              <a:gd name="connsiteY21415" fmla="*/ 1544356 h 5017219"/>
              <a:gd name="connsiteX21416" fmla="*/ 1229104 w 5799173"/>
              <a:gd name="connsiteY21416" fmla="*/ 1559476 h 5017219"/>
              <a:gd name="connsiteX21417" fmla="*/ 1229104 w 5799173"/>
              <a:gd name="connsiteY21417" fmla="*/ 1560722 h 5017219"/>
              <a:gd name="connsiteX21418" fmla="*/ 1220381 w 5799173"/>
              <a:gd name="connsiteY21418" fmla="*/ 1575843 h 5017219"/>
              <a:gd name="connsiteX21419" fmla="*/ 1219301 w 5799173"/>
              <a:gd name="connsiteY21419" fmla="*/ 1576424 h 5017219"/>
              <a:gd name="connsiteX21420" fmla="*/ 1020985 w 5799173"/>
              <a:gd name="connsiteY21420" fmla="*/ 1528545 h 5017219"/>
              <a:gd name="connsiteX21421" fmla="*/ 1019906 w 5799173"/>
              <a:gd name="connsiteY21421" fmla="*/ 1527880 h 5017219"/>
              <a:gd name="connsiteX21422" fmla="*/ 1010933 w 5799173"/>
              <a:gd name="connsiteY21422" fmla="*/ 1512262 h 5017219"/>
              <a:gd name="connsiteX21423" fmla="*/ 1010933 w 5799173"/>
              <a:gd name="connsiteY21423" fmla="*/ 1511015 h 5017219"/>
              <a:gd name="connsiteX21424" fmla="*/ 1019906 w 5799173"/>
              <a:gd name="connsiteY21424" fmla="*/ 1495396 h 5017219"/>
              <a:gd name="connsiteX21425" fmla="*/ 1020985 w 5799173"/>
              <a:gd name="connsiteY21425" fmla="*/ 1494731 h 5017219"/>
              <a:gd name="connsiteX21426" fmla="*/ 1039014 w 5799173"/>
              <a:gd name="connsiteY21426" fmla="*/ 1494731 h 5017219"/>
              <a:gd name="connsiteX21427" fmla="*/ 1040094 w 5799173"/>
              <a:gd name="connsiteY21427" fmla="*/ 1495396 h 5017219"/>
              <a:gd name="connsiteX21428" fmla="*/ 1049066 w 5799173"/>
              <a:gd name="connsiteY21428" fmla="*/ 1511014 h 5017219"/>
              <a:gd name="connsiteX21429" fmla="*/ 1049066 w 5799173"/>
              <a:gd name="connsiteY21429" fmla="*/ 1512261 h 5017219"/>
              <a:gd name="connsiteX21430" fmla="*/ 1040094 w 5799173"/>
              <a:gd name="connsiteY21430" fmla="*/ 1527880 h 5017219"/>
              <a:gd name="connsiteX21431" fmla="*/ 1039014 w 5799173"/>
              <a:gd name="connsiteY21431" fmla="*/ 1528545 h 5017219"/>
              <a:gd name="connsiteX21432" fmla="*/ 1261565 w 5799173"/>
              <a:gd name="connsiteY21432" fmla="*/ 1593208 h 5017219"/>
              <a:gd name="connsiteX21433" fmla="*/ 1260485 w 5799173"/>
              <a:gd name="connsiteY21433" fmla="*/ 1592544 h 5017219"/>
              <a:gd name="connsiteX21434" fmla="*/ 1251429 w 5799173"/>
              <a:gd name="connsiteY21434" fmla="*/ 1576759 h 5017219"/>
              <a:gd name="connsiteX21435" fmla="*/ 1251429 w 5799173"/>
              <a:gd name="connsiteY21435" fmla="*/ 1575513 h 5017219"/>
              <a:gd name="connsiteX21436" fmla="*/ 1260568 w 5799173"/>
              <a:gd name="connsiteY21436" fmla="*/ 1559728 h 5017219"/>
              <a:gd name="connsiteX21437" fmla="*/ 1261647 w 5799173"/>
              <a:gd name="connsiteY21437" fmla="*/ 1559063 h 5017219"/>
              <a:gd name="connsiteX21438" fmla="*/ 1279842 w 5799173"/>
              <a:gd name="connsiteY21438" fmla="*/ 1559063 h 5017219"/>
              <a:gd name="connsiteX21439" fmla="*/ 1280921 w 5799173"/>
              <a:gd name="connsiteY21439" fmla="*/ 1559728 h 5017219"/>
              <a:gd name="connsiteX21440" fmla="*/ 1289978 w 5799173"/>
              <a:gd name="connsiteY21440" fmla="*/ 1575513 h 5017219"/>
              <a:gd name="connsiteX21441" fmla="*/ 1289978 w 5799173"/>
              <a:gd name="connsiteY21441" fmla="*/ 1576759 h 5017219"/>
              <a:gd name="connsiteX21442" fmla="*/ 1280838 w 5799173"/>
              <a:gd name="connsiteY21442" fmla="*/ 1592544 h 5017219"/>
              <a:gd name="connsiteX21443" fmla="*/ 1279759 w 5799173"/>
              <a:gd name="connsiteY21443" fmla="*/ 1593208 h 5017219"/>
              <a:gd name="connsiteX21444" fmla="*/ 1381844 w 5799173"/>
              <a:gd name="connsiteY21444" fmla="*/ 1625710 h 5017219"/>
              <a:gd name="connsiteX21445" fmla="*/ 1380681 w 5799173"/>
              <a:gd name="connsiteY21445" fmla="*/ 1625045 h 5017219"/>
              <a:gd name="connsiteX21446" fmla="*/ 1371459 w 5799173"/>
              <a:gd name="connsiteY21446" fmla="*/ 1609094 h 5017219"/>
              <a:gd name="connsiteX21447" fmla="*/ 1371458 w 5799173"/>
              <a:gd name="connsiteY21447" fmla="*/ 1607765 h 5017219"/>
              <a:gd name="connsiteX21448" fmla="*/ 1380681 w 5799173"/>
              <a:gd name="connsiteY21448" fmla="*/ 1591814 h 5017219"/>
              <a:gd name="connsiteX21449" fmla="*/ 1381844 w 5799173"/>
              <a:gd name="connsiteY21449" fmla="*/ 1591149 h 5017219"/>
              <a:gd name="connsiteX21450" fmla="*/ 1400287 w 5799173"/>
              <a:gd name="connsiteY21450" fmla="*/ 1591149 h 5017219"/>
              <a:gd name="connsiteX21451" fmla="*/ 1401450 w 5799173"/>
              <a:gd name="connsiteY21451" fmla="*/ 1591814 h 5017219"/>
              <a:gd name="connsiteX21452" fmla="*/ 1410672 w 5799173"/>
              <a:gd name="connsiteY21452" fmla="*/ 1607765 h 5017219"/>
              <a:gd name="connsiteX21453" fmla="*/ 1410672 w 5799173"/>
              <a:gd name="connsiteY21453" fmla="*/ 1609094 h 5017219"/>
              <a:gd name="connsiteX21454" fmla="*/ 1401449 w 5799173"/>
              <a:gd name="connsiteY21454" fmla="*/ 1625045 h 5017219"/>
              <a:gd name="connsiteX21455" fmla="*/ 1400287 w 5799173"/>
              <a:gd name="connsiteY21455" fmla="*/ 1625710 h 5017219"/>
              <a:gd name="connsiteX21456" fmla="*/ 3668920 w 5799173"/>
              <a:gd name="connsiteY21456" fmla="*/ 2238624 h 5017219"/>
              <a:gd name="connsiteX21457" fmla="*/ 3667756 w 5799173"/>
              <a:gd name="connsiteY21457" fmla="*/ 2237960 h 5017219"/>
              <a:gd name="connsiteX21458" fmla="*/ 3658535 w 5799173"/>
              <a:gd name="connsiteY21458" fmla="*/ 2221925 h 5017219"/>
              <a:gd name="connsiteX21459" fmla="*/ 3658535 w 5799173"/>
              <a:gd name="connsiteY21459" fmla="*/ 2220596 h 5017219"/>
              <a:gd name="connsiteX21460" fmla="*/ 3667756 w 5799173"/>
              <a:gd name="connsiteY21460" fmla="*/ 2204562 h 5017219"/>
              <a:gd name="connsiteX21461" fmla="*/ 3668920 w 5799173"/>
              <a:gd name="connsiteY21461" fmla="*/ 2203897 h 5017219"/>
              <a:gd name="connsiteX21462" fmla="*/ 3687446 w 5799173"/>
              <a:gd name="connsiteY21462" fmla="*/ 2203897 h 5017219"/>
              <a:gd name="connsiteX21463" fmla="*/ 3688609 w 5799173"/>
              <a:gd name="connsiteY21463" fmla="*/ 2204562 h 5017219"/>
              <a:gd name="connsiteX21464" fmla="*/ 3697831 w 5799173"/>
              <a:gd name="connsiteY21464" fmla="*/ 2220596 h 5017219"/>
              <a:gd name="connsiteX21465" fmla="*/ 3697831 w 5799173"/>
              <a:gd name="connsiteY21465" fmla="*/ 2221925 h 5017219"/>
              <a:gd name="connsiteX21466" fmla="*/ 3688609 w 5799173"/>
              <a:gd name="connsiteY21466" fmla="*/ 2237960 h 5017219"/>
              <a:gd name="connsiteX21467" fmla="*/ 3687446 w 5799173"/>
              <a:gd name="connsiteY21467" fmla="*/ 2238624 h 5017219"/>
              <a:gd name="connsiteX21468" fmla="*/ 1321574 w 5799173"/>
              <a:gd name="connsiteY21468" fmla="*/ 1609748 h 5017219"/>
              <a:gd name="connsiteX21469" fmla="*/ 1320410 w 5799173"/>
              <a:gd name="connsiteY21469" fmla="*/ 1609084 h 5017219"/>
              <a:gd name="connsiteX21470" fmla="*/ 1311106 w 5799173"/>
              <a:gd name="connsiteY21470" fmla="*/ 1592966 h 5017219"/>
              <a:gd name="connsiteX21471" fmla="*/ 1311106 w 5799173"/>
              <a:gd name="connsiteY21471" fmla="*/ 1591637 h 5017219"/>
              <a:gd name="connsiteX21472" fmla="*/ 1320410 w 5799173"/>
              <a:gd name="connsiteY21472" fmla="*/ 1575520 h 5017219"/>
              <a:gd name="connsiteX21473" fmla="*/ 1321574 w 5799173"/>
              <a:gd name="connsiteY21473" fmla="*/ 1574855 h 5017219"/>
              <a:gd name="connsiteX21474" fmla="*/ 1340183 w 5799173"/>
              <a:gd name="connsiteY21474" fmla="*/ 1574855 h 5017219"/>
              <a:gd name="connsiteX21475" fmla="*/ 1341347 w 5799173"/>
              <a:gd name="connsiteY21475" fmla="*/ 1575520 h 5017219"/>
              <a:gd name="connsiteX21476" fmla="*/ 1350651 w 5799173"/>
              <a:gd name="connsiteY21476" fmla="*/ 1591637 h 5017219"/>
              <a:gd name="connsiteX21477" fmla="*/ 1350651 w 5799173"/>
              <a:gd name="connsiteY21477" fmla="*/ 1592966 h 5017219"/>
              <a:gd name="connsiteX21478" fmla="*/ 1341347 w 5799173"/>
              <a:gd name="connsiteY21478" fmla="*/ 1609084 h 5017219"/>
              <a:gd name="connsiteX21479" fmla="*/ 1340183 w 5799173"/>
              <a:gd name="connsiteY21479" fmla="*/ 1609748 h 5017219"/>
              <a:gd name="connsiteX21480" fmla="*/ 1742878 w 5799173"/>
              <a:gd name="connsiteY21480" fmla="*/ 1722636 h 5017219"/>
              <a:gd name="connsiteX21481" fmla="*/ 1741714 w 5799173"/>
              <a:gd name="connsiteY21481" fmla="*/ 1721972 h 5017219"/>
              <a:gd name="connsiteX21482" fmla="*/ 1732410 w 5799173"/>
              <a:gd name="connsiteY21482" fmla="*/ 1705854 h 5017219"/>
              <a:gd name="connsiteX21483" fmla="*/ 1732410 w 5799173"/>
              <a:gd name="connsiteY21483" fmla="*/ 1704525 h 5017219"/>
              <a:gd name="connsiteX21484" fmla="*/ 1741714 w 5799173"/>
              <a:gd name="connsiteY21484" fmla="*/ 1688408 h 5017219"/>
              <a:gd name="connsiteX21485" fmla="*/ 1742878 w 5799173"/>
              <a:gd name="connsiteY21485" fmla="*/ 1687743 h 5017219"/>
              <a:gd name="connsiteX21486" fmla="*/ 1761487 w 5799173"/>
              <a:gd name="connsiteY21486" fmla="*/ 1687743 h 5017219"/>
              <a:gd name="connsiteX21487" fmla="*/ 1762651 w 5799173"/>
              <a:gd name="connsiteY21487" fmla="*/ 1688408 h 5017219"/>
              <a:gd name="connsiteX21488" fmla="*/ 1771955 w 5799173"/>
              <a:gd name="connsiteY21488" fmla="*/ 1704526 h 5017219"/>
              <a:gd name="connsiteX21489" fmla="*/ 1771955 w 5799173"/>
              <a:gd name="connsiteY21489" fmla="*/ 1705854 h 5017219"/>
              <a:gd name="connsiteX21490" fmla="*/ 1762651 w 5799173"/>
              <a:gd name="connsiteY21490" fmla="*/ 1721972 h 5017219"/>
              <a:gd name="connsiteX21491" fmla="*/ 1761487 w 5799173"/>
              <a:gd name="connsiteY21491" fmla="*/ 1722636 h 5017219"/>
              <a:gd name="connsiteX21492" fmla="*/ 1502051 w 5799173"/>
              <a:gd name="connsiteY21492" fmla="*/ 1658295 h 5017219"/>
              <a:gd name="connsiteX21493" fmla="*/ 1500887 w 5799173"/>
              <a:gd name="connsiteY21493" fmla="*/ 1657631 h 5017219"/>
              <a:gd name="connsiteX21494" fmla="*/ 1491500 w 5799173"/>
              <a:gd name="connsiteY21494" fmla="*/ 1641347 h 5017219"/>
              <a:gd name="connsiteX21495" fmla="*/ 1491500 w 5799173"/>
              <a:gd name="connsiteY21495" fmla="*/ 1640018 h 5017219"/>
              <a:gd name="connsiteX21496" fmla="*/ 1500887 w 5799173"/>
              <a:gd name="connsiteY21496" fmla="*/ 1623735 h 5017219"/>
              <a:gd name="connsiteX21497" fmla="*/ 1502051 w 5799173"/>
              <a:gd name="connsiteY21497" fmla="*/ 1623070 h 5017219"/>
              <a:gd name="connsiteX21498" fmla="*/ 1520826 w 5799173"/>
              <a:gd name="connsiteY21498" fmla="*/ 1623070 h 5017219"/>
              <a:gd name="connsiteX21499" fmla="*/ 1521989 w 5799173"/>
              <a:gd name="connsiteY21499" fmla="*/ 1623735 h 5017219"/>
              <a:gd name="connsiteX21500" fmla="*/ 1531377 w 5799173"/>
              <a:gd name="connsiteY21500" fmla="*/ 1640018 h 5017219"/>
              <a:gd name="connsiteX21501" fmla="*/ 1531377 w 5799173"/>
              <a:gd name="connsiteY21501" fmla="*/ 1641347 h 5017219"/>
              <a:gd name="connsiteX21502" fmla="*/ 1521989 w 5799173"/>
              <a:gd name="connsiteY21502" fmla="*/ 1657631 h 5017219"/>
              <a:gd name="connsiteX21503" fmla="*/ 1520826 w 5799173"/>
              <a:gd name="connsiteY21503" fmla="*/ 1658295 h 5017219"/>
              <a:gd name="connsiteX21504" fmla="*/ 1562237 w 5799173"/>
              <a:gd name="connsiteY21504" fmla="*/ 1674422 h 5017219"/>
              <a:gd name="connsiteX21505" fmla="*/ 1561073 w 5799173"/>
              <a:gd name="connsiteY21505" fmla="*/ 1673758 h 5017219"/>
              <a:gd name="connsiteX21506" fmla="*/ 1551686 w 5799173"/>
              <a:gd name="connsiteY21506" fmla="*/ 1657474 h 5017219"/>
              <a:gd name="connsiteX21507" fmla="*/ 1551685 w 5799173"/>
              <a:gd name="connsiteY21507" fmla="*/ 1656145 h 5017219"/>
              <a:gd name="connsiteX21508" fmla="*/ 1561073 w 5799173"/>
              <a:gd name="connsiteY21508" fmla="*/ 1639862 h 5017219"/>
              <a:gd name="connsiteX21509" fmla="*/ 1562236 w 5799173"/>
              <a:gd name="connsiteY21509" fmla="*/ 1639197 h 5017219"/>
              <a:gd name="connsiteX21510" fmla="*/ 1581012 w 5799173"/>
              <a:gd name="connsiteY21510" fmla="*/ 1639197 h 5017219"/>
              <a:gd name="connsiteX21511" fmla="*/ 1582175 w 5799173"/>
              <a:gd name="connsiteY21511" fmla="*/ 1639862 h 5017219"/>
              <a:gd name="connsiteX21512" fmla="*/ 1591563 w 5799173"/>
              <a:gd name="connsiteY21512" fmla="*/ 1656145 h 5017219"/>
              <a:gd name="connsiteX21513" fmla="*/ 1591563 w 5799173"/>
              <a:gd name="connsiteY21513" fmla="*/ 1657474 h 5017219"/>
              <a:gd name="connsiteX21514" fmla="*/ 1582175 w 5799173"/>
              <a:gd name="connsiteY21514" fmla="*/ 1673758 h 5017219"/>
              <a:gd name="connsiteX21515" fmla="*/ 1581012 w 5799173"/>
              <a:gd name="connsiteY21515" fmla="*/ 1674422 h 5017219"/>
              <a:gd name="connsiteX21516" fmla="*/ 1622422 w 5799173"/>
              <a:gd name="connsiteY21516" fmla="*/ 1690549 h 5017219"/>
              <a:gd name="connsiteX21517" fmla="*/ 1621259 w 5799173"/>
              <a:gd name="connsiteY21517" fmla="*/ 1689885 h 5017219"/>
              <a:gd name="connsiteX21518" fmla="*/ 1611871 w 5799173"/>
              <a:gd name="connsiteY21518" fmla="*/ 1673601 h 5017219"/>
              <a:gd name="connsiteX21519" fmla="*/ 1611871 w 5799173"/>
              <a:gd name="connsiteY21519" fmla="*/ 1672272 h 5017219"/>
              <a:gd name="connsiteX21520" fmla="*/ 1621259 w 5799173"/>
              <a:gd name="connsiteY21520" fmla="*/ 1655989 h 5017219"/>
              <a:gd name="connsiteX21521" fmla="*/ 1622422 w 5799173"/>
              <a:gd name="connsiteY21521" fmla="*/ 1655324 h 5017219"/>
              <a:gd name="connsiteX21522" fmla="*/ 1641198 w 5799173"/>
              <a:gd name="connsiteY21522" fmla="*/ 1655324 h 5017219"/>
              <a:gd name="connsiteX21523" fmla="*/ 1642361 w 5799173"/>
              <a:gd name="connsiteY21523" fmla="*/ 1655989 h 5017219"/>
              <a:gd name="connsiteX21524" fmla="*/ 1651749 w 5799173"/>
              <a:gd name="connsiteY21524" fmla="*/ 1672272 h 5017219"/>
              <a:gd name="connsiteX21525" fmla="*/ 1651749 w 5799173"/>
              <a:gd name="connsiteY21525" fmla="*/ 1673601 h 5017219"/>
              <a:gd name="connsiteX21526" fmla="*/ 1642361 w 5799173"/>
              <a:gd name="connsiteY21526" fmla="*/ 1689885 h 5017219"/>
              <a:gd name="connsiteX21527" fmla="*/ 1641198 w 5799173"/>
              <a:gd name="connsiteY21527" fmla="*/ 1690549 h 5017219"/>
              <a:gd name="connsiteX21528" fmla="*/ 1863168 w 5799173"/>
              <a:gd name="connsiteY21528" fmla="*/ 1755056 h 5017219"/>
              <a:gd name="connsiteX21529" fmla="*/ 1862005 w 5799173"/>
              <a:gd name="connsiteY21529" fmla="*/ 1754392 h 5017219"/>
              <a:gd name="connsiteX21530" fmla="*/ 1852617 w 5799173"/>
              <a:gd name="connsiteY21530" fmla="*/ 1738108 h 5017219"/>
              <a:gd name="connsiteX21531" fmla="*/ 1852617 w 5799173"/>
              <a:gd name="connsiteY21531" fmla="*/ 1736779 h 5017219"/>
              <a:gd name="connsiteX21532" fmla="*/ 1862004 w 5799173"/>
              <a:gd name="connsiteY21532" fmla="*/ 1720496 h 5017219"/>
              <a:gd name="connsiteX21533" fmla="*/ 1863168 w 5799173"/>
              <a:gd name="connsiteY21533" fmla="*/ 1719831 h 5017219"/>
              <a:gd name="connsiteX21534" fmla="*/ 1881944 w 5799173"/>
              <a:gd name="connsiteY21534" fmla="*/ 1719831 h 5017219"/>
              <a:gd name="connsiteX21535" fmla="*/ 1883107 w 5799173"/>
              <a:gd name="connsiteY21535" fmla="*/ 1720496 h 5017219"/>
              <a:gd name="connsiteX21536" fmla="*/ 1892495 w 5799173"/>
              <a:gd name="connsiteY21536" fmla="*/ 1736779 h 5017219"/>
              <a:gd name="connsiteX21537" fmla="*/ 1892495 w 5799173"/>
              <a:gd name="connsiteY21537" fmla="*/ 1738108 h 5017219"/>
              <a:gd name="connsiteX21538" fmla="*/ 1883107 w 5799173"/>
              <a:gd name="connsiteY21538" fmla="*/ 1754392 h 5017219"/>
              <a:gd name="connsiteX21539" fmla="*/ 1881944 w 5799173"/>
              <a:gd name="connsiteY21539" fmla="*/ 1755056 h 5017219"/>
              <a:gd name="connsiteX21540" fmla="*/ 1682526 w 5799173"/>
              <a:gd name="connsiteY21540" fmla="*/ 1706760 h 5017219"/>
              <a:gd name="connsiteX21541" fmla="*/ 1681363 w 5799173"/>
              <a:gd name="connsiteY21541" fmla="*/ 1706095 h 5017219"/>
              <a:gd name="connsiteX21542" fmla="*/ 1671892 w 5799173"/>
              <a:gd name="connsiteY21542" fmla="*/ 1689728 h 5017219"/>
              <a:gd name="connsiteX21543" fmla="*/ 1671892 w 5799173"/>
              <a:gd name="connsiteY21543" fmla="*/ 1688399 h 5017219"/>
              <a:gd name="connsiteX21544" fmla="*/ 1681363 w 5799173"/>
              <a:gd name="connsiteY21544" fmla="*/ 1672033 h 5017219"/>
              <a:gd name="connsiteX21545" fmla="*/ 1682526 w 5799173"/>
              <a:gd name="connsiteY21545" fmla="*/ 1671368 h 5017219"/>
              <a:gd name="connsiteX21546" fmla="*/ 1701468 w 5799173"/>
              <a:gd name="connsiteY21546" fmla="*/ 1671368 h 5017219"/>
              <a:gd name="connsiteX21547" fmla="*/ 1702631 w 5799173"/>
              <a:gd name="connsiteY21547" fmla="*/ 1672033 h 5017219"/>
              <a:gd name="connsiteX21548" fmla="*/ 1712102 w 5799173"/>
              <a:gd name="connsiteY21548" fmla="*/ 1688399 h 5017219"/>
              <a:gd name="connsiteX21549" fmla="*/ 1712102 w 5799173"/>
              <a:gd name="connsiteY21549" fmla="*/ 1689728 h 5017219"/>
              <a:gd name="connsiteX21550" fmla="*/ 1702631 w 5799173"/>
              <a:gd name="connsiteY21550" fmla="*/ 1706095 h 5017219"/>
              <a:gd name="connsiteX21551" fmla="*/ 1701468 w 5799173"/>
              <a:gd name="connsiteY21551" fmla="*/ 1706760 h 5017219"/>
              <a:gd name="connsiteX21552" fmla="*/ 1923166 w 5799173"/>
              <a:gd name="connsiteY21552" fmla="*/ 1771513 h 5017219"/>
              <a:gd name="connsiteX21553" fmla="*/ 1922003 w 5799173"/>
              <a:gd name="connsiteY21553" fmla="*/ 1770848 h 5017219"/>
              <a:gd name="connsiteX21554" fmla="*/ 1912449 w 5799173"/>
              <a:gd name="connsiteY21554" fmla="*/ 1754316 h 5017219"/>
              <a:gd name="connsiteX21555" fmla="*/ 1912449 w 5799173"/>
              <a:gd name="connsiteY21555" fmla="*/ 1752986 h 5017219"/>
              <a:gd name="connsiteX21556" fmla="*/ 1922003 w 5799173"/>
              <a:gd name="connsiteY21556" fmla="*/ 1736454 h 5017219"/>
              <a:gd name="connsiteX21557" fmla="*/ 1923166 w 5799173"/>
              <a:gd name="connsiteY21557" fmla="*/ 1735789 h 5017219"/>
              <a:gd name="connsiteX21558" fmla="*/ 1942274 w 5799173"/>
              <a:gd name="connsiteY21558" fmla="*/ 1735789 h 5017219"/>
              <a:gd name="connsiteX21559" fmla="*/ 1943437 w 5799173"/>
              <a:gd name="connsiteY21559" fmla="*/ 1736454 h 5017219"/>
              <a:gd name="connsiteX21560" fmla="*/ 1952991 w 5799173"/>
              <a:gd name="connsiteY21560" fmla="*/ 1752986 h 5017219"/>
              <a:gd name="connsiteX21561" fmla="*/ 1952991 w 5799173"/>
              <a:gd name="connsiteY21561" fmla="*/ 1754316 h 5017219"/>
              <a:gd name="connsiteX21562" fmla="*/ 1943437 w 5799173"/>
              <a:gd name="connsiteY21562" fmla="*/ 1770848 h 5017219"/>
              <a:gd name="connsiteX21563" fmla="*/ 1942274 w 5799173"/>
              <a:gd name="connsiteY21563" fmla="*/ 1771513 h 5017219"/>
              <a:gd name="connsiteX21564" fmla="*/ 1441594 w 5799173"/>
              <a:gd name="connsiteY21564" fmla="*/ 1642571 h 5017219"/>
              <a:gd name="connsiteX21565" fmla="*/ 1440431 w 5799173"/>
              <a:gd name="connsiteY21565" fmla="*/ 1641907 h 5017219"/>
              <a:gd name="connsiteX21566" fmla="*/ 1430794 w 5799173"/>
              <a:gd name="connsiteY21566" fmla="*/ 1625291 h 5017219"/>
              <a:gd name="connsiteX21567" fmla="*/ 1430794 w 5799173"/>
              <a:gd name="connsiteY21567" fmla="*/ 1623962 h 5017219"/>
              <a:gd name="connsiteX21568" fmla="*/ 1440431 w 5799173"/>
              <a:gd name="connsiteY21568" fmla="*/ 1607346 h 5017219"/>
              <a:gd name="connsiteX21569" fmla="*/ 1441594 w 5799173"/>
              <a:gd name="connsiteY21569" fmla="*/ 1606681 h 5017219"/>
              <a:gd name="connsiteX21570" fmla="*/ 1460785 w 5799173"/>
              <a:gd name="connsiteY21570" fmla="*/ 1606681 h 5017219"/>
              <a:gd name="connsiteX21571" fmla="*/ 1461948 w 5799173"/>
              <a:gd name="connsiteY21571" fmla="*/ 1607346 h 5017219"/>
              <a:gd name="connsiteX21572" fmla="*/ 1471586 w 5799173"/>
              <a:gd name="connsiteY21572" fmla="*/ 1623961 h 5017219"/>
              <a:gd name="connsiteX21573" fmla="*/ 1471586 w 5799173"/>
              <a:gd name="connsiteY21573" fmla="*/ 1625291 h 5017219"/>
              <a:gd name="connsiteX21574" fmla="*/ 1461948 w 5799173"/>
              <a:gd name="connsiteY21574" fmla="*/ 1641907 h 5017219"/>
              <a:gd name="connsiteX21575" fmla="*/ 1460785 w 5799173"/>
              <a:gd name="connsiteY21575" fmla="*/ 1642571 h 5017219"/>
              <a:gd name="connsiteX21576" fmla="*/ 3728668 w 5799173"/>
              <a:gd name="connsiteY21576" fmla="*/ 2255496 h 5017219"/>
              <a:gd name="connsiteX21577" fmla="*/ 3727505 w 5799173"/>
              <a:gd name="connsiteY21577" fmla="*/ 2254831 h 5017219"/>
              <a:gd name="connsiteX21578" fmla="*/ 3717868 w 5799173"/>
              <a:gd name="connsiteY21578" fmla="*/ 2238132 h 5017219"/>
              <a:gd name="connsiteX21579" fmla="*/ 3717868 w 5799173"/>
              <a:gd name="connsiteY21579" fmla="*/ 2236803 h 5017219"/>
              <a:gd name="connsiteX21580" fmla="*/ 3727505 w 5799173"/>
              <a:gd name="connsiteY21580" fmla="*/ 2220104 h 5017219"/>
              <a:gd name="connsiteX21581" fmla="*/ 3728668 w 5799173"/>
              <a:gd name="connsiteY21581" fmla="*/ 2219440 h 5017219"/>
              <a:gd name="connsiteX21582" fmla="*/ 3748026 w 5799173"/>
              <a:gd name="connsiteY21582" fmla="*/ 2219439 h 5017219"/>
              <a:gd name="connsiteX21583" fmla="*/ 3749189 w 5799173"/>
              <a:gd name="connsiteY21583" fmla="*/ 2220105 h 5017219"/>
              <a:gd name="connsiteX21584" fmla="*/ 3758826 w 5799173"/>
              <a:gd name="connsiteY21584" fmla="*/ 2236804 h 5017219"/>
              <a:gd name="connsiteX21585" fmla="*/ 3758827 w 5799173"/>
              <a:gd name="connsiteY21585" fmla="*/ 2238132 h 5017219"/>
              <a:gd name="connsiteX21586" fmla="*/ 3749189 w 5799173"/>
              <a:gd name="connsiteY21586" fmla="*/ 2254831 h 5017219"/>
              <a:gd name="connsiteX21587" fmla="*/ 3748026 w 5799173"/>
              <a:gd name="connsiteY21587" fmla="*/ 2255495 h 5017219"/>
              <a:gd name="connsiteX21588" fmla="*/ 2103590 w 5799173"/>
              <a:gd name="connsiteY21588" fmla="*/ 1820148 h 5017219"/>
              <a:gd name="connsiteX21589" fmla="*/ 2102427 w 5799173"/>
              <a:gd name="connsiteY21589" fmla="*/ 1819483 h 5017219"/>
              <a:gd name="connsiteX21590" fmla="*/ 2092707 w 5799173"/>
              <a:gd name="connsiteY21590" fmla="*/ 1802618 h 5017219"/>
              <a:gd name="connsiteX21591" fmla="*/ 2092707 w 5799173"/>
              <a:gd name="connsiteY21591" fmla="*/ 1801206 h 5017219"/>
              <a:gd name="connsiteX21592" fmla="*/ 2102427 w 5799173"/>
              <a:gd name="connsiteY21592" fmla="*/ 1784341 h 5017219"/>
              <a:gd name="connsiteX21593" fmla="*/ 2103590 w 5799173"/>
              <a:gd name="connsiteY21593" fmla="*/ 1783676 h 5017219"/>
              <a:gd name="connsiteX21594" fmla="*/ 2123031 w 5799173"/>
              <a:gd name="connsiteY21594" fmla="*/ 1783676 h 5017219"/>
              <a:gd name="connsiteX21595" fmla="*/ 2124194 w 5799173"/>
              <a:gd name="connsiteY21595" fmla="*/ 1784341 h 5017219"/>
              <a:gd name="connsiteX21596" fmla="*/ 2133914 w 5799173"/>
              <a:gd name="connsiteY21596" fmla="*/ 1801206 h 5017219"/>
              <a:gd name="connsiteX21597" fmla="*/ 2133914 w 5799173"/>
              <a:gd name="connsiteY21597" fmla="*/ 1802618 h 5017219"/>
              <a:gd name="connsiteX21598" fmla="*/ 2124194 w 5799173"/>
              <a:gd name="connsiteY21598" fmla="*/ 1819483 h 5017219"/>
              <a:gd name="connsiteX21599" fmla="*/ 2123031 w 5799173"/>
              <a:gd name="connsiteY21599" fmla="*/ 1820148 h 5017219"/>
              <a:gd name="connsiteX21600" fmla="*/ 2946114 w 5799173"/>
              <a:gd name="connsiteY21600" fmla="*/ 2046007 h 5017219"/>
              <a:gd name="connsiteX21601" fmla="*/ 2944951 w 5799173"/>
              <a:gd name="connsiteY21601" fmla="*/ 2045342 h 5017219"/>
              <a:gd name="connsiteX21602" fmla="*/ 2935231 w 5799173"/>
              <a:gd name="connsiteY21602" fmla="*/ 2028394 h 5017219"/>
              <a:gd name="connsiteX21603" fmla="*/ 2935231 w 5799173"/>
              <a:gd name="connsiteY21603" fmla="*/ 2026982 h 5017219"/>
              <a:gd name="connsiteX21604" fmla="*/ 2945034 w 5799173"/>
              <a:gd name="connsiteY21604" fmla="*/ 2010034 h 5017219"/>
              <a:gd name="connsiteX21605" fmla="*/ 2946197 w 5799173"/>
              <a:gd name="connsiteY21605" fmla="*/ 2009369 h 5017219"/>
              <a:gd name="connsiteX21606" fmla="*/ 2965721 w 5799173"/>
              <a:gd name="connsiteY21606" fmla="*/ 2009369 h 5017219"/>
              <a:gd name="connsiteX21607" fmla="*/ 2966884 w 5799173"/>
              <a:gd name="connsiteY21607" fmla="*/ 2010034 h 5017219"/>
              <a:gd name="connsiteX21608" fmla="*/ 2976604 w 5799173"/>
              <a:gd name="connsiteY21608" fmla="*/ 2026982 h 5017219"/>
              <a:gd name="connsiteX21609" fmla="*/ 2976604 w 5799173"/>
              <a:gd name="connsiteY21609" fmla="*/ 2028394 h 5017219"/>
              <a:gd name="connsiteX21610" fmla="*/ 2966801 w 5799173"/>
              <a:gd name="connsiteY21610" fmla="*/ 2045342 h 5017219"/>
              <a:gd name="connsiteX21611" fmla="*/ 2965638 w 5799173"/>
              <a:gd name="connsiteY21611" fmla="*/ 2046007 h 5017219"/>
              <a:gd name="connsiteX21612" fmla="*/ 3006301 w 5799173"/>
              <a:gd name="connsiteY21612" fmla="*/ 2062134 h 5017219"/>
              <a:gd name="connsiteX21613" fmla="*/ 3005138 w 5799173"/>
              <a:gd name="connsiteY21613" fmla="*/ 2061469 h 5017219"/>
              <a:gd name="connsiteX21614" fmla="*/ 2995417 w 5799173"/>
              <a:gd name="connsiteY21614" fmla="*/ 2044521 h 5017219"/>
              <a:gd name="connsiteX21615" fmla="*/ 2995418 w 5799173"/>
              <a:gd name="connsiteY21615" fmla="*/ 2043109 h 5017219"/>
              <a:gd name="connsiteX21616" fmla="*/ 3005221 w 5799173"/>
              <a:gd name="connsiteY21616" fmla="*/ 2026161 h 5017219"/>
              <a:gd name="connsiteX21617" fmla="*/ 3006384 w 5799173"/>
              <a:gd name="connsiteY21617" fmla="*/ 2025496 h 5017219"/>
              <a:gd name="connsiteX21618" fmla="*/ 3025908 w 5799173"/>
              <a:gd name="connsiteY21618" fmla="*/ 2025496 h 5017219"/>
              <a:gd name="connsiteX21619" fmla="*/ 3027071 w 5799173"/>
              <a:gd name="connsiteY21619" fmla="*/ 2026161 h 5017219"/>
              <a:gd name="connsiteX21620" fmla="*/ 3036791 w 5799173"/>
              <a:gd name="connsiteY21620" fmla="*/ 2043109 h 5017219"/>
              <a:gd name="connsiteX21621" fmla="*/ 3036791 w 5799173"/>
              <a:gd name="connsiteY21621" fmla="*/ 2044521 h 5017219"/>
              <a:gd name="connsiteX21622" fmla="*/ 3026988 w 5799173"/>
              <a:gd name="connsiteY21622" fmla="*/ 2061469 h 5017219"/>
              <a:gd name="connsiteX21623" fmla="*/ 3025824 w 5799173"/>
              <a:gd name="connsiteY21623" fmla="*/ 2062134 h 5017219"/>
              <a:gd name="connsiteX21624" fmla="*/ 1802578 w 5799173"/>
              <a:gd name="connsiteY21624" fmla="*/ 1739679 h 5017219"/>
              <a:gd name="connsiteX21625" fmla="*/ 1801414 w 5799173"/>
              <a:gd name="connsiteY21625" fmla="*/ 1739014 h 5017219"/>
              <a:gd name="connsiteX21626" fmla="*/ 1791611 w 5799173"/>
              <a:gd name="connsiteY21626" fmla="*/ 1721983 h 5017219"/>
              <a:gd name="connsiteX21627" fmla="*/ 1791611 w 5799173"/>
              <a:gd name="connsiteY21627" fmla="*/ 1720571 h 5017219"/>
              <a:gd name="connsiteX21628" fmla="*/ 1801414 w 5799173"/>
              <a:gd name="connsiteY21628" fmla="*/ 1703540 h 5017219"/>
              <a:gd name="connsiteX21629" fmla="*/ 1802577 w 5799173"/>
              <a:gd name="connsiteY21629" fmla="*/ 1702875 h 5017219"/>
              <a:gd name="connsiteX21630" fmla="*/ 1822183 w 5799173"/>
              <a:gd name="connsiteY21630" fmla="*/ 1702875 h 5017219"/>
              <a:gd name="connsiteX21631" fmla="*/ 1823346 w 5799173"/>
              <a:gd name="connsiteY21631" fmla="*/ 1703540 h 5017219"/>
              <a:gd name="connsiteX21632" fmla="*/ 1833150 w 5799173"/>
              <a:gd name="connsiteY21632" fmla="*/ 1720571 h 5017219"/>
              <a:gd name="connsiteX21633" fmla="*/ 1833151 w 5799173"/>
              <a:gd name="connsiteY21633" fmla="*/ 1721983 h 5017219"/>
              <a:gd name="connsiteX21634" fmla="*/ 1823347 w 5799173"/>
              <a:gd name="connsiteY21634" fmla="*/ 1739014 h 5017219"/>
              <a:gd name="connsiteX21635" fmla="*/ 1822183 w 5799173"/>
              <a:gd name="connsiteY21635" fmla="*/ 1739679 h 5017219"/>
              <a:gd name="connsiteX21636" fmla="*/ 1983136 w 5799173"/>
              <a:gd name="connsiteY21636" fmla="*/ 1788059 h 5017219"/>
              <a:gd name="connsiteX21637" fmla="*/ 1981972 w 5799173"/>
              <a:gd name="connsiteY21637" fmla="*/ 1787394 h 5017219"/>
              <a:gd name="connsiteX21638" fmla="*/ 1972169 w 5799173"/>
              <a:gd name="connsiteY21638" fmla="*/ 1770363 h 5017219"/>
              <a:gd name="connsiteX21639" fmla="*/ 1972169 w 5799173"/>
              <a:gd name="connsiteY21639" fmla="*/ 1768951 h 5017219"/>
              <a:gd name="connsiteX21640" fmla="*/ 1981972 w 5799173"/>
              <a:gd name="connsiteY21640" fmla="*/ 1751920 h 5017219"/>
              <a:gd name="connsiteX21641" fmla="*/ 1983136 w 5799173"/>
              <a:gd name="connsiteY21641" fmla="*/ 1751255 h 5017219"/>
              <a:gd name="connsiteX21642" fmla="*/ 2002742 w 5799173"/>
              <a:gd name="connsiteY21642" fmla="*/ 1751255 h 5017219"/>
              <a:gd name="connsiteX21643" fmla="*/ 2003905 w 5799173"/>
              <a:gd name="connsiteY21643" fmla="*/ 1751920 h 5017219"/>
              <a:gd name="connsiteX21644" fmla="*/ 2013709 w 5799173"/>
              <a:gd name="connsiteY21644" fmla="*/ 1768951 h 5017219"/>
              <a:gd name="connsiteX21645" fmla="*/ 2013709 w 5799173"/>
              <a:gd name="connsiteY21645" fmla="*/ 1770363 h 5017219"/>
              <a:gd name="connsiteX21646" fmla="*/ 2003905 w 5799173"/>
              <a:gd name="connsiteY21646" fmla="*/ 1787394 h 5017219"/>
              <a:gd name="connsiteX21647" fmla="*/ 2002742 w 5799173"/>
              <a:gd name="connsiteY21647" fmla="*/ 1788059 h 5017219"/>
              <a:gd name="connsiteX21648" fmla="*/ 2043322 w 5799173"/>
              <a:gd name="connsiteY21648" fmla="*/ 1804186 h 5017219"/>
              <a:gd name="connsiteX21649" fmla="*/ 2042158 w 5799173"/>
              <a:gd name="connsiteY21649" fmla="*/ 1803521 h 5017219"/>
              <a:gd name="connsiteX21650" fmla="*/ 2032355 w 5799173"/>
              <a:gd name="connsiteY21650" fmla="*/ 1786490 h 5017219"/>
              <a:gd name="connsiteX21651" fmla="*/ 2032355 w 5799173"/>
              <a:gd name="connsiteY21651" fmla="*/ 1785078 h 5017219"/>
              <a:gd name="connsiteX21652" fmla="*/ 2042158 w 5799173"/>
              <a:gd name="connsiteY21652" fmla="*/ 1768047 h 5017219"/>
              <a:gd name="connsiteX21653" fmla="*/ 2043322 w 5799173"/>
              <a:gd name="connsiteY21653" fmla="*/ 1767382 h 5017219"/>
              <a:gd name="connsiteX21654" fmla="*/ 2062928 w 5799173"/>
              <a:gd name="connsiteY21654" fmla="*/ 1767382 h 5017219"/>
              <a:gd name="connsiteX21655" fmla="*/ 2064091 w 5799173"/>
              <a:gd name="connsiteY21655" fmla="*/ 1768047 h 5017219"/>
              <a:gd name="connsiteX21656" fmla="*/ 2073895 w 5799173"/>
              <a:gd name="connsiteY21656" fmla="*/ 1785078 h 5017219"/>
              <a:gd name="connsiteX21657" fmla="*/ 2073895 w 5799173"/>
              <a:gd name="connsiteY21657" fmla="*/ 1786490 h 5017219"/>
              <a:gd name="connsiteX21658" fmla="*/ 2064091 w 5799173"/>
              <a:gd name="connsiteY21658" fmla="*/ 1803521 h 5017219"/>
              <a:gd name="connsiteX21659" fmla="*/ 2062928 w 5799173"/>
              <a:gd name="connsiteY21659" fmla="*/ 1804186 h 5017219"/>
              <a:gd name="connsiteX21660" fmla="*/ 2163591 w 5799173"/>
              <a:gd name="connsiteY21660" fmla="*/ 1836592 h 5017219"/>
              <a:gd name="connsiteX21661" fmla="*/ 2162345 w 5799173"/>
              <a:gd name="connsiteY21661" fmla="*/ 1835928 h 5017219"/>
              <a:gd name="connsiteX21662" fmla="*/ 2152459 w 5799173"/>
              <a:gd name="connsiteY21662" fmla="*/ 1818813 h 5017219"/>
              <a:gd name="connsiteX21663" fmla="*/ 2152459 w 5799173"/>
              <a:gd name="connsiteY21663" fmla="*/ 1817401 h 5017219"/>
              <a:gd name="connsiteX21664" fmla="*/ 2162345 w 5799173"/>
              <a:gd name="connsiteY21664" fmla="*/ 1800287 h 5017219"/>
              <a:gd name="connsiteX21665" fmla="*/ 2163591 w 5799173"/>
              <a:gd name="connsiteY21665" fmla="*/ 1799622 h 5017219"/>
              <a:gd name="connsiteX21666" fmla="*/ 2183281 w 5799173"/>
              <a:gd name="connsiteY21666" fmla="*/ 1799622 h 5017219"/>
              <a:gd name="connsiteX21667" fmla="*/ 2184528 w 5799173"/>
              <a:gd name="connsiteY21667" fmla="*/ 1800287 h 5017219"/>
              <a:gd name="connsiteX21668" fmla="*/ 2194414 w 5799173"/>
              <a:gd name="connsiteY21668" fmla="*/ 1817401 h 5017219"/>
              <a:gd name="connsiteX21669" fmla="*/ 2194414 w 5799173"/>
              <a:gd name="connsiteY21669" fmla="*/ 1818813 h 5017219"/>
              <a:gd name="connsiteX21670" fmla="*/ 2184528 w 5799173"/>
              <a:gd name="connsiteY21670" fmla="*/ 1835928 h 5017219"/>
              <a:gd name="connsiteX21671" fmla="*/ 2183281 w 5799173"/>
              <a:gd name="connsiteY21671" fmla="*/ 1836592 h 5017219"/>
              <a:gd name="connsiteX21672" fmla="*/ 2283963 w 5799173"/>
              <a:gd name="connsiteY21672" fmla="*/ 1868846 h 5017219"/>
              <a:gd name="connsiteX21673" fmla="*/ 2282717 w 5799173"/>
              <a:gd name="connsiteY21673" fmla="*/ 1868182 h 5017219"/>
              <a:gd name="connsiteX21674" fmla="*/ 2272830 w 5799173"/>
              <a:gd name="connsiteY21674" fmla="*/ 1851067 h 5017219"/>
              <a:gd name="connsiteX21675" fmla="*/ 2272830 w 5799173"/>
              <a:gd name="connsiteY21675" fmla="*/ 1849655 h 5017219"/>
              <a:gd name="connsiteX21676" fmla="*/ 2282717 w 5799173"/>
              <a:gd name="connsiteY21676" fmla="*/ 1832541 h 5017219"/>
              <a:gd name="connsiteX21677" fmla="*/ 2283963 w 5799173"/>
              <a:gd name="connsiteY21677" fmla="*/ 1831876 h 5017219"/>
              <a:gd name="connsiteX21678" fmla="*/ 2303653 w 5799173"/>
              <a:gd name="connsiteY21678" fmla="*/ 1831876 h 5017219"/>
              <a:gd name="connsiteX21679" fmla="*/ 2304899 w 5799173"/>
              <a:gd name="connsiteY21679" fmla="*/ 1832541 h 5017219"/>
              <a:gd name="connsiteX21680" fmla="*/ 2314785 w 5799173"/>
              <a:gd name="connsiteY21680" fmla="*/ 1849655 h 5017219"/>
              <a:gd name="connsiteX21681" fmla="*/ 2314785 w 5799173"/>
              <a:gd name="connsiteY21681" fmla="*/ 1851067 h 5017219"/>
              <a:gd name="connsiteX21682" fmla="*/ 2304899 w 5799173"/>
              <a:gd name="connsiteY21682" fmla="*/ 1868182 h 5017219"/>
              <a:gd name="connsiteX21683" fmla="*/ 2303653 w 5799173"/>
              <a:gd name="connsiteY21683" fmla="*/ 1868846 h 5017219"/>
              <a:gd name="connsiteX21684" fmla="*/ 2223773 w 5799173"/>
              <a:gd name="connsiteY21684" fmla="*/ 1852823 h 5017219"/>
              <a:gd name="connsiteX21685" fmla="*/ 2222528 w 5799173"/>
              <a:gd name="connsiteY21685" fmla="*/ 1852159 h 5017219"/>
              <a:gd name="connsiteX21686" fmla="*/ 2212641 w 5799173"/>
              <a:gd name="connsiteY21686" fmla="*/ 1834961 h 5017219"/>
              <a:gd name="connsiteX21687" fmla="*/ 2212641 w 5799173"/>
              <a:gd name="connsiteY21687" fmla="*/ 1833550 h 5017219"/>
              <a:gd name="connsiteX21688" fmla="*/ 2222528 w 5799173"/>
              <a:gd name="connsiteY21688" fmla="*/ 1816352 h 5017219"/>
              <a:gd name="connsiteX21689" fmla="*/ 2223773 w 5799173"/>
              <a:gd name="connsiteY21689" fmla="*/ 1815687 h 5017219"/>
              <a:gd name="connsiteX21690" fmla="*/ 2243629 w 5799173"/>
              <a:gd name="connsiteY21690" fmla="*/ 1815687 h 5017219"/>
              <a:gd name="connsiteX21691" fmla="*/ 2244876 w 5799173"/>
              <a:gd name="connsiteY21691" fmla="*/ 1816352 h 5017219"/>
              <a:gd name="connsiteX21692" fmla="*/ 2254762 w 5799173"/>
              <a:gd name="connsiteY21692" fmla="*/ 1833549 h 5017219"/>
              <a:gd name="connsiteX21693" fmla="*/ 2254762 w 5799173"/>
              <a:gd name="connsiteY21693" fmla="*/ 1834961 h 5017219"/>
              <a:gd name="connsiteX21694" fmla="*/ 2244876 w 5799173"/>
              <a:gd name="connsiteY21694" fmla="*/ 1852159 h 5017219"/>
              <a:gd name="connsiteX21695" fmla="*/ 2243629 w 5799173"/>
              <a:gd name="connsiteY21695" fmla="*/ 1852824 h 5017219"/>
              <a:gd name="connsiteX21696" fmla="*/ 2344145 w 5799173"/>
              <a:gd name="connsiteY21696" fmla="*/ 1885077 h 5017219"/>
              <a:gd name="connsiteX21697" fmla="*/ 2342899 w 5799173"/>
              <a:gd name="connsiteY21697" fmla="*/ 1884413 h 5017219"/>
              <a:gd name="connsiteX21698" fmla="*/ 2333014 w 5799173"/>
              <a:gd name="connsiteY21698" fmla="*/ 1867215 h 5017219"/>
              <a:gd name="connsiteX21699" fmla="*/ 2333013 w 5799173"/>
              <a:gd name="connsiteY21699" fmla="*/ 1865803 h 5017219"/>
              <a:gd name="connsiteX21700" fmla="*/ 2342899 w 5799173"/>
              <a:gd name="connsiteY21700" fmla="*/ 1848606 h 5017219"/>
              <a:gd name="connsiteX21701" fmla="*/ 2344145 w 5799173"/>
              <a:gd name="connsiteY21701" fmla="*/ 1847941 h 5017219"/>
              <a:gd name="connsiteX21702" fmla="*/ 2364002 w 5799173"/>
              <a:gd name="connsiteY21702" fmla="*/ 1847941 h 5017219"/>
              <a:gd name="connsiteX21703" fmla="*/ 2365248 w 5799173"/>
              <a:gd name="connsiteY21703" fmla="*/ 1848606 h 5017219"/>
              <a:gd name="connsiteX21704" fmla="*/ 2375134 w 5799173"/>
              <a:gd name="connsiteY21704" fmla="*/ 1865803 h 5017219"/>
              <a:gd name="connsiteX21705" fmla="*/ 2375134 w 5799173"/>
              <a:gd name="connsiteY21705" fmla="*/ 1867215 h 5017219"/>
              <a:gd name="connsiteX21706" fmla="*/ 2365248 w 5799173"/>
              <a:gd name="connsiteY21706" fmla="*/ 1884413 h 5017219"/>
              <a:gd name="connsiteX21707" fmla="*/ 2364002 w 5799173"/>
              <a:gd name="connsiteY21707" fmla="*/ 1885077 h 5017219"/>
              <a:gd name="connsiteX21708" fmla="*/ 4270105 w 5799173"/>
              <a:gd name="connsiteY21708" fmla="*/ 2401136 h 5017219"/>
              <a:gd name="connsiteX21709" fmla="*/ 4268859 w 5799173"/>
              <a:gd name="connsiteY21709" fmla="*/ 2400472 h 5017219"/>
              <a:gd name="connsiteX21710" fmla="*/ 4258973 w 5799173"/>
              <a:gd name="connsiteY21710" fmla="*/ 2383274 h 5017219"/>
              <a:gd name="connsiteX21711" fmla="*/ 4258973 w 5799173"/>
              <a:gd name="connsiteY21711" fmla="*/ 2381863 h 5017219"/>
              <a:gd name="connsiteX21712" fmla="*/ 4268859 w 5799173"/>
              <a:gd name="connsiteY21712" fmla="*/ 2364666 h 5017219"/>
              <a:gd name="connsiteX21713" fmla="*/ 4270105 w 5799173"/>
              <a:gd name="connsiteY21713" fmla="*/ 2364000 h 5017219"/>
              <a:gd name="connsiteX21714" fmla="*/ 4289962 w 5799173"/>
              <a:gd name="connsiteY21714" fmla="*/ 2364001 h 5017219"/>
              <a:gd name="connsiteX21715" fmla="*/ 4291208 w 5799173"/>
              <a:gd name="connsiteY21715" fmla="*/ 2364665 h 5017219"/>
              <a:gd name="connsiteX21716" fmla="*/ 4301094 w 5799173"/>
              <a:gd name="connsiteY21716" fmla="*/ 2381863 h 5017219"/>
              <a:gd name="connsiteX21717" fmla="*/ 4301094 w 5799173"/>
              <a:gd name="connsiteY21717" fmla="*/ 2383274 h 5017219"/>
              <a:gd name="connsiteX21718" fmla="*/ 4291208 w 5799173"/>
              <a:gd name="connsiteY21718" fmla="*/ 2400472 h 5017219"/>
              <a:gd name="connsiteX21719" fmla="*/ 4289962 w 5799173"/>
              <a:gd name="connsiteY21719" fmla="*/ 2401137 h 5017219"/>
              <a:gd name="connsiteX21720" fmla="*/ 2464376 w 5799173"/>
              <a:gd name="connsiteY21720" fmla="*/ 1917490 h 5017219"/>
              <a:gd name="connsiteX21721" fmla="*/ 2463130 w 5799173"/>
              <a:gd name="connsiteY21721" fmla="*/ 1916742 h 5017219"/>
              <a:gd name="connsiteX21722" fmla="*/ 2453160 w 5799173"/>
              <a:gd name="connsiteY21722" fmla="*/ 1899379 h 5017219"/>
              <a:gd name="connsiteX21723" fmla="*/ 2453160 w 5799173"/>
              <a:gd name="connsiteY21723" fmla="*/ 1897966 h 5017219"/>
              <a:gd name="connsiteX21724" fmla="*/ 2463212 w 5799173"/>
              <a:gd name="connsiteY21724" fmla="*/ 1880603 h 5017219"/>
              <a:gd name="connsiteX21725" fmla="*/ 2464459 w 5799173"/>
              <a:gd name="connsiteY21725" fmla="*/ 1879855 h 5017219"/>
              <a:gd name="connsiteX21726" fmla="*/ 2484481 w 5799173"/>
              <a:gd name="connsiteY21726" fmla="*/ 1879855 h 5017219"/>
              <a:gd name="connsiteX21727" fmla="*/ 2485727 w 5799173"/>
              <a:gd name="connsiteY21727" fmla="*/ 1880603 h 5017219"/>
              <a:gd name="connsiteX21728" fmla="*/ 2495696 w 5799173"/>
              <a:gd name="connsiteY21728" fmla="*/ 1897966 h 5017219"/>
              <a:gd name="connsiteX21729" fmla="*/ 2495696 w 5799173"/>
              <a:gd name="connsiteY21729" fmla="*/ 1899379 h 5017219"/>
              <a:gd name="connsiteX21730" fmla="*/ 2485644 w 5799173"/>
              <a:gd name="connsiteY21730" fmla="*/ 1916742 h 5017219"/>
              <a:gd name="connsiteX21731" fmla="*/ 2484398 w 5799173"/>
              <a:gd name="connsiteY21731" fmla="*/ 1917490 h 5017219"/>
              <a:gd name="connsiteX21732" fmla="*/ 2524562 w 5799173"/>
              <a:gd name="connsiteY21732" fmla="*/ 1933700 h 5017219"/>
              <a:gd name="connsiteX21733" fmla="*/ 2523316 w 5799173"/>
              <a:gd name="connsiteY21733" fmla="*/ 1932952 h 5017219"/>
              <a:gd name="connsiteX21734" fmla="*/ 2513263 w 5799173"/>
              <a:gd name="connsiteY21734" fmla="*/ 1915506 h 5017219"/>
              <a:gd name="connsiteX21735" fmla="*/ 2513263 w 5799173"/>
              <a:gd name="connsiteY21735" fmla="*/ 1914093 h 5017219"/>
              <a:gd name="connsiteX21736" fmla="*/ 2523316 w 5799173"/>
              <a:gd name="connsiteY21736" fmla="*/ 1896647 h 5017219"/>
              <a:gd name="connsiteX21737" fmla="*/ 2524562 w 5799173"/>
              <a:gd name="connsiteY21737" fmla="*/ 1895899 h 5017219"/>
              <a:gd name="connsiteX21738" fmla="*/ 2544667 w 5799173"/>
              <a:gd name="connsiteY21738" fmla="*/ 1895899 h 5017219"/>
              <a:gd name="connsiteX21739" fmla="*/ 2545913 w 5799173"/>
              <a:gd name="connsiteY21739" fmla="*/ 1896647 h 5017219"/>
              <a:gd name="connsiteX21740" fmla="*/ 2555966 w 5799173"/>
              <a:gd name="connsiteY21740" fmla="*/ 1914093 h 5017219"/>
              <a:gd name="connsiteX21741" fmla="*/ 2555966 w 5799173"/>
              <a:gd name="connsiteY21741" fmla="*/ 1915506 h 5017219"/>
              <a:gd name="connsiteX21742" fmla="*/ 2545913 w 5799173"/>
              <a:gd name="connsiteY21742" fmla="*/ 1932952 h 5017219"/>
              <a:gd name="connsiteX21743" fmla="*/ 2544667 w 5799173"/>
              <a:gd name="connsiteY21743" fmla="*/ 1933700 h 5017219"/>
              <a:gd name="connsiteX21744" fmla="*/ 2584749 w 5799173"/>
              <a:gd name="connsiteY21744" fmla="*/ 1949827 h 5017219"/>
              <a:gd name="connsiteX21745" fmla="*/ 2583503 w 5799173"/>
              <a:gd name="connsiteY21745" fmla="*/ 1949079 h 5017219"/>
              <a:gd name="connsiteX21746" fmla="*/ 2573450 w 5799173"/>
              <a:gd name="connsiteY21746" fmla="*/ 1931633 h 5017219"/>
              <a:gd name="connsiteX21747" fmla="*/ 2573450 w 5799173"/>
              <a:gd name="connsiteY21747" fmla="*/ 1930220 h 5017219"/>
              <a:gd name="connsiteX21748" fmla="*/ 2583503 w 5799173"/>
              <a:gd name="connsiteY21748" fmla="*/ 1912774 h 5017219"/>
              <a:gd name="connsiteX21749" fmla="*/ 2584749 w 5799173"/>
              <a:gd name="connsiteY21749" fmla="*/ 1912026 h 5017219"/>
              <a:gd name="connsiteX21750" fmla="*/ 2604854 w 5799173"/>
              <a:gd name="connsiteY21750" fmla="*/ 1912026 h 5017219"/>
              <a:gd name="connsiteX21751" fmla="*/ 2606100 w 5799173"/>
              <a:gd name="connsiteY21751" fmla="*/ 1912774 h 5017219"/>
              <a:gd name="connsiteX21752" fmla="*/ 2616153 w 5799173"/>
              <a:gd name="connsiteY21752" fmla="*/ 1930220 h 5017219"/>
              <a:gd name="connsiteX21753" fmla="*/ 2616153 w 5799173"/>
              <a:gd name="connsiteY21753" fmla="*/ 1931633 h 5017219"/>
              <a:gd name="connsiteX21754" fmla="*/ 2606100 w 5799173"/>
              <a:gd name="connsiteY21754" fmla="*/ 1949079 h 5017219"/>
              <a:gd name="connsiteX21755" fmla="*/ 2604854 w 5799173"/>
              <a:gd name="connsiteY21755" fmla="*/ 1949827 h 5017219"/>
              <a:gd name="connsiteX21756" fmla="*/ 2404107 w 5799173"/>
              <a:gd name="connsiteY21756" fmla="*/ 1901528 h 5017219"/>
              <a:gd name="connsiteX21757" fmla="*/ 2402861 w 5799173"/>
              <a:gd name="connsiteY21757" fmla="*/ 1900781 h 5017219"/>
              <a:gd name="connsiteX21758" fmla="*/ 2392725 w 5799173"/>
              <a:gd name="connsiteY21758" fmla="*/ 1883251 h 5017219"/>
              <a:gd name="connsiteX21759" fmla="*/ 2392725 w 5799173"/>
              <a:gd name="connsiteY21759" fmla="*/ 1881839 h 5017219"/>
              <a:gd name="connsiteX21760" fmla="*/ 2402861 w 5799173"/>
              <a:gd name="connsiteY21760" fmla="*/ 1864309 h 5017219"/>
              <a:gd name="connsiteX21761" fmla="*/ 2404107 w 5799173"/>
              <a:gd name="connsiteY21761" fmla="*/ 1863561 h 5017219"/>
              <a:gd name="connsiteX21762" fmla="*/ 2424378 w 5799173"/>
              <a:gd name="connsiteY21762" fmla="*/ 1863561 h 5017219"/>
              <a:gd name="connsiteX21763" fmla="*/ 2425624 w 5799173"/>
              <a:gd name="connsiteY21763" fmla="*/ 1864309 h 5017219"/>
              <a:gd name="connsiteX21764" fmla="*/ 2435760 w 5799173"/>
              <a:gd name="connsiteY21764" fmla="*/ 1881839 h 5017219"/>
              <a:gd name="connsiteX21765" fmla="*/ 2435760 w 5799173"/>
              <a:gd name="connsiteY21765" fmla="*/ 1883251 h 5017219"/>
              <a:gd name="connsiteX21766" fmla="*/ 2425624 w 5799173"/>
              <a:gd name="connsiteY21766" fmla="*/ 1900781 h 5017219"/>
              <a:gd name="connsiteX21767" fmla="*/ 2424378 w 5799173"/>
              <a:gd name="connsiteY21767" fmla="*/ 1901528 h 5017219"/>
              <a:gd name="connsiteX21768" fmla="*/ 2765224 w 5799173"/>
              <a:gd name="connsiteY21768" fmla="*/ 1998289 h 5017219"/>
              <a:gd name="connsiteX21769" fmla="*/ 2763979 w 5799173"/>
              <a:gd name="connsiteY21769" fmla="*/ 1997542 h 5017219"/>
              <a:gd name="connsiteX21770" fmla="*/ 2753842 w 5799173"/>
              <a:gd name="connsiteY21770" fmla="*/ 1980012 h 5017219"/>
              <a:gd name="connsiteX21771" fmla="*/ 2753842 w 5799173"/>
              <a:gd name="connsiteY21771" fmla="*/ 1978600 h 5017219"/>
              <a:gd name="connsiteX21772" fmla="*/ 2763978 w 5799173"/>
              <a:gd name="connsiteY21772" fmla="*/ 1961070 h 5017219"/>
              <a:gd name="connsiteX21773" fmla="*/ 2765224 w 5799173"/>
              <a:gd name="connsiteY21773" fmla="*/ 1960322 h 5017219"/>
              <a:gd name="connsiteX21774" fmla="*/ 2785496 w 5799173"/>
              <a:gd name="connsiteY21774" fmla="*/ 1960322 h 5017219"/>
              <a:gd name="connsiteX21775" fmla="*/ 2786741 w 5799173"/>
              <a:gd name="connsiteY21775" fmla="*/ 1961070 h 5017219"/>
              <a:gd name="connsiteX21776" fmla="*/ 2796877 w 5799173"/>
              <a:gd name="connsiteY21776" fmla="*/ 1978600 h 5017219"/>
              <a:gd name="connsiteX21777" fmla="*/ 2796877 w 5799173"/>
              <a:gd name="connsiteY21777" fmla="*/ 1980012 h 5017219"/>
              <a:gd name="connsiteX21778" fmla="*/ 2786741 w 5799173"/>
              <a:gd name="connsiteY21778" fmla="*/ 1997542 h 5017219"/>
              <a:gd name="connsiteX21779" fmla="*/ 2785496 w 5799173"/>
              <a:gd name="connsiteY21779" fmla="*/ 1998289 h 5017219"/>
              <a:gd name="connsiteX21780" fmla="*/ 4871742 w 5799173"/>
              <a:gd name="connsiteY21780" fmla="*/ 2562729 h 5017219"/>
              <a:gd name="connsiteX21781" fmla="*/ 4870497 w 5799173"/>
              <a:gd name="connsiteY21781" fmla="*/ 2561982 h 5017219"/>
              <a:gd name="connsiteX21782" fmla="*/ 4860360 w 5799173"/>
              <a:gd name="connsiteY21782" fmla="*/ 2544452 h 5017219"/>
              <a:gd name="connsiteX21783" fmla="*/ 4860360 w 5799173"/>
              <a:gd name="connsiteY21783" fmla="*/ 2543040 h 5017219"/>
              <a:gd name="connsiteX21784" fmla="*/ 4870496 w 5799173"/>
              <a:gd name="connsiteY21784" fmla="*/ 2525510 h 5017219"/>
              <a:gd name="connsiteX21785" fmla="*/ 4871742 w 5799173"/>
              <a:gd name="connsiteY21785" fmla="*/ 2524762 h 5017219"/>
              <a:gd name="connsiteX21786" fmla="*/ 4892014 w 5799173"/>
              <a:gd name="connsiteY21786" fmla="*/ 2524762 h 5017219"/>
              <a:gd name="connsiteX21787" fmla="*/ 4893260 w 5799173"/>
              <a:gd name="connsiteY21787" fmla="*/ 2525510 h 5017219"/>
              <a:gd name="connsiteX21788" fmla="*/ 4903395 w 5799173"/>
              <a:gd name="connsiteY21788" fmla="*/ 2543040 h 5017219"/>
              <a:gd name="connsiteX21789" fmla="*/ 4903395 w 5799173"/>
              <a:gd name="connsiteY21789" fmla="*/ 2544452 h 5017219"/>
              <a:gd name="connsiteX21790" fmla="*/ 4893259 w 5799173"/>
              <a:gd name="connsiteY21790" fmla="*/ 2561982 h 5017219"/>
              <a:gd name="connsiteX21791" fmla="*/ 4892014 w 5799173"/>
              <a:gd name="connsiteY21791" fmla="*/ 2562729 h 5017219"/>
              <a:gd name="connsiteX21792" fmla="*/ 2644747 w 5799173"/>
              <a:gd name="connsiteY21792" fmla="*/ 1966283 h 5017219"/>
              <a:gd name="connsiteX21793" fmla="*/ 2643501 w 5799173"/>
              <a:gd name="connsiteY21793" fmla="*/ 1965536 h 5017219"/>
              <a:gd name="connsiteX21794" fmla="*/ 2633282 w 5799173"/>
              <a:gd name="connsiteY21794" fmla="*/ 1947840 h 5017219"/>
              <a:gd name="connsiteX21795" fmla="*/ 2633282 w 5799173"/>
              <a:gd name="connsiteY21795" fmla="*/ 1946428 h 5017219"/>
              <a:gd name="connsiteX21796" fmla="*/ 2643501 w 5799173"/>
              <a:gd name="connsiteY21796" fmla="*/ 1928732 h 5017219"/>
              <a:gd name="connsiteX21797" fmla="*/ 2644747 w 5799173"/>
              <a:gd name="connsiteY21797" fmla="*/ 1927984 h 5017219"/>
              <a:gd name="connsiteX21798" fmla="*/ 2665184 w 5799173"/>
              <a:gd name="connsiteY21798" fmla="*/ 1927984 h 5017219"/>
              <a:gd name="connsiteX21799" fmla="*/ 2666431 w 5799173"/>
              <a:gd name="connsiteY21799" fmla="*/ 1928732 h 5017219"/>
              <a:gd name="connsiteX21800" fmla="*/ 2676649 w 5799173"/>
              <a:gd name="connsiteY21800" fmla="*/ 1946428 h 5017219"/>
              <a:gd name="connsiteX21801" fmla="*/ 2676649 w 5799173"/>
              <a:gd name="connsiteY21801" fmla="*/ 1947840 h 5017219"/>
              <a:gd name="connsiteX21802" fmla="*/ 2666431 w 5799173"/>
              <a:gd name="connsiteY21802" fmla="*/ 1965536 h 5017219"/>
              <a:gd name="connsiteX21803" fmla="*/ 2665184 w 5799173"/>
              <a:gd name="connsiteY21803" fmla="*/ 1966283 h 5017219"/>
              <a:gd name="connsiteX21804" fmla="*/ 2825306 w 5799173"/>
              <a:gd name="connsiteY21804" fmla="*/ 2014663 h 5017219"/>
              <a:gd name="connsiteX21805" fmla="*/ 2824059 w 5799173"/>
              <a:gd name="connsiteY21805" fmla="*/ 2013916 h 5017219"/>
              <a:gd name="connsiteX21806" fmla="*/ 2813840 w 5799173"/>
              <a:gd name="connsiteY21806" fmla="*/ 1996220 h 5017219"/>
              <a:gd name="connsiteX21807" fmla="*/ 2813841 w 5799173"/>
              <a:gd name="connsiteY21807" fmla="*/ 1994809 h 5017219"/>
              <a:gd name="connsiteX21808" fmla="*/ 2824060 w 5799173"/>
              <a:gd name="connsiteY21808" fmla="*/ 1977112 h 5017219"/>
              <a:gd name="connsiteX21809" fmla="*/ 2825306 w 5799173"/>
              <a:gd name="connsiteY21809" fmla="*/ 1976364 h 5017219"/>
              <a:gd name="connsiteX21810" fmla="*/ 2845742 w 5799173"/>
              <a:gd name="connsiteY21810" fmla="*/ 1976364 h 5017219"/>
              <a:gd name="connsiteX21811" fmla="*/ 2846989 w 5799173"/>
              <a:gd name="connsiteY21811" fmla="*/ 1977112 h 5017219"/>
              <a:gd name="connsiteX21812" fmla="*/ 2857207 w 5799173"/>
              <a:gd name="connsiteY21812" fmla="*/ 1994808 h 5017219"/>
              <a:gd name="connsiteX21813" fmla="*/ 2857208 w 5799173"/>
              <a:gd name="connsiteY21813" fmla="*/ 1996220 h 5017219"/>
              <a:gd name="connsiteX21814" fmla="*/ 2846989 w 5799173"/>
              <a:gd name="connsiteY21814" fmla="*/ 2013916 h 5017219"/>
              <a:gd name="connsiteX21815" fmla="*/ 2845742 w 5799173"/>
              <a:gd name="connsiteY21815" fmla="*/ 2014663 h 5017219"/>
              <a:gd name="connsiteX21816" fmla="*/ 3487272 w 5799173"/>
              <a:gd name="connsiteY21816" fmla="*/ 2192132 h 5017219"/>
              <a:gd name="connsiteX21817" fmla="*/ 3486026 w 5799173"/>
              <a:gd name="connsiteY21817" fmla="*/ 2191384 h 5017219"/>
              <a:gd name="connsiteX21818" fmla="*/ 3475724 w 5799173"/>
              <a:gd name="connsiteY21818" fmla="*/ 2173605 h 5017219"/>
              <a:gd name="connsiteX21819" fmla="*/ 3475724 w 5799173"/>
              <a:gd name="connsiteY21819" fmla="*/ 2172193 h 5017219"/>
              <a:gd name="connsiteX21820" fmla="*/ 3486027 w 5799173"/>
              <a:gd name="connsiteY21820" fmla="*/ 2154414 h 5017219"/>
              <a:gd name="connsiteX21821" fmla="*/ 3487273 w 5799173"/>
              <a:gd name="connsiteY21821" fmla="*/ 2153666 h 5017219"/>
              <a:gd name="connsiteX21822" fmla="*/ 3507792 w 5799173"/>
              <a:gd name="connsiteY21822" fmla="*/ 2153666 h 5017219"/>
              <a:gd name="connsiteX21823" fmla="*/ 3509040 w 5799173"/>
              <a:gd name="connsiteY21823" fmla="*/ 2154414 h 5017219"/>
              <a:gd name="connsiteX21824" fmla="*/ 3519341 w 5799173"/>
              <a:gd name="connsiteY21824" fmla="*/ 2172193 h 5017219"/>
              <a:gd name="connsiteX21825" fmla="*/ 3519341 w 5799173"/>
              <a:gd name="connsiteY21825" fmla="*/ 2173605 h 5017219"/>
              <a:gd name="connsiteX21826" fmla="*/ 3509040 w 5799173"/>
              <a:gd name="connsiteY21826" fmla="*/ 2191384 h 5017219"/>
              <a:gd name="connsiteX21827" fmla="*/ 3507792 w 5799173"/>
              <a:gd name="connsiteY21827" fmla="*/ 2192132 h 5017219"/>
              <a:gd name="connsiteX21828" fmla="*/ 4931742 w 5799173"/>
              <a:gd name="connsiteY21828" fmla="*/ 2579176 h 5017219"/>
              <a:gd name="connsiteX21829" fmla="*/ 4930496 w 5799173"/>
              <a:gd name="connsiteY21829" fmla="*/ 2578428 h 5017219"/>
              <a:gd name="connsiteX21830" fmla="*/ 4920194 w 5799173"/>
              <a:gd name="connsiteY21830" fmla="*/ 2560649 h 5017219"/>
              <a:gd name="connsiteX21831" fmla="*/ 4920194 w 5799173"/>
              <a:gd name="connsiteY21831" fmla="*/ 2559237 h 5017219"/>
              <a:gd name="connsiteX21832" fmla="*/ 4930496 w 5799173"/>
              <a:gd name="connsiteY21832" fmla="*/ 2541458 h 5017219"/>
              <a:gd name="connsiteX21833" fmla="*/ 4931742 w 5799173"/>
              <a:gd name="connsiteY21833" fmla="*/ 2540710 h 5017219"/>
              <a:gd name="connsiteX21834" fmla="*/ 4952262 w 5799173"/>
              <a:gd name="connsiteY21834" fmla="*/ 2540710 h 5017219"/>
              <a:gd name="connsiteX21835" fmla="*/ 4953509 w 5799173"/>
              <a:gd name="connsiteY21835" fmla="*/ 2541458 h 5017219"/>
              <a:gd name="connsiteX21836" fmla="*/ 4963810 w 5799173"/>
              <a:gd name="connsiteY21836" fmla="*/ 2559238 h 5017219"/>
              <a:gd name="connsiteX21837" fmla="*/ 4963810 w 5799173"/>
              <a:gd name="connsiteY21837" fmla="*/ 2560649 h 5017219"/>
              <a:gd name="connsiteX21838" fmla="*/ 4953509 w 5799173"/>
              <a:gd name="connsiteY21838" fmla="*/ 2578429 h 5017219"/>
              <a:gd name="connsiteX21839" fmla="*/ 4952262 w 5799173"/>
              <a:gd name="connsiteY21839" fmla="*/ 2579177 h 5017219"/>
              <a:gd name="connsiteX21840" fmla="*/ 5112301 w 5799173"/>
              <a:gd name="connsiteY21840" fmla="*/ 2627557 h 5017219"/>
              <a:gd name="connsiteX21841" fmla="*/ 5111055 w 5799173"/>
              <a:gd name="connsiteY21841" fmla="*/ 2626809 h 5017219"/>
              <a:gd name="connsiteX21842" fmla="*/ 5100753 w 5799173"/>
              <a:gd name="connsiteY21842" fmla="*/ 2609030 h 5017219"/>
              <a:gd name="connsiteX21843" fmla="*/ 5100753 w 5799173"/>
              <a:gd name="connsiteY21843" fmla="*/ 2607618 h 5017219"/>
              <a:gd name="connsiteX21844" fmla="*/ 5111055 w 5799173"/>
              <a:gd name="connsiteY21844" fmla="*/ 2589839 h 5017219"/>
              <a:gd name="connsiteX21845" fmla="*/ 5112301 w 5799173"/>
              <a:gd name="connsiteY21845" fmla="*/ 2589091 h 5017219"/>
              <a:gd name="connsiteX21846" fmla="*/ 5132821 w 5799173"/>
              <a:gd name="connsiteY21846" fmla="*/ 2589091 h 5017219"/>
              <a:gd name="connsiteX21847" fmla="*/ 5134068 w 5799173"/>
              <a:gd name="connsiteY21847" fmla="*/ 2589839 h 5017219"/>
              <a:gd name="connsiteX21848" fmla="*/ 5144369 w 5799173"/>
              <a:gd name="connsiteY21848" fmla="*/ 2607618 h 5017219"/>
              <a:gd name="connsiteX21849" fmla="*/ 5144369 w 5799173"/>
              <a:gd name="connsiteY21849" fmla="*/ 2609030 h 5017219"/>
              <a:gd name="connsiteX21850" fmla="*/ 5134068 w 5799173"/>
              <a:gd name="connsiteY21850" fmla="*/ 2626809 h 5017219"/>
              <a:gd name="connsiteX21851" fmla="*/ 5132821 w 5799173"/>
              <a:gd name="connsiteY21851" fmla="*/ 2627557 h 5017219"/>
              <a:gd name="connsiteX21852" fmla="*/ 5353045 w 5799173"/>
              <a:gd name="connsiteY21852" fmla="*/ 2692064 h 5017219"/>
              <a:gd name="connsiteX21853" fmla="*/ 5351799 w 5799173"/>
              <a:gd name="connsiteY21853" fmla="*/ 2691316 h 5017219"/>
              <a:gd name="connsiteX21854" fmla="*/ 5341497 w 5799173"/>
              <a:gd name="connsiteY21854" fmla="*/ 2673537 h 5017219"/>
              <a:gd name="connsiteX21855" fmla="*/ 5341497 w 5799173"/>
              <a:gd name="connsiteY21855" fmla="*/ 2672125 h 5017219"/>
              <a:gd name="connsiteX21856" fmla="*/ 5351799 w 5799173"/>
              <a:gd name="connsiteY21856" fmla="*/ 2654346 h 5017219"/>
              <a:gd name="connsiteX21857" fmla="*/ 5353045 w 5799173"/>
              <a:gd name="connsiteY21857" fmla="*/ 2653598 h 5017219"/>
              <a:gd name="connsiteX21858" fmla="*/ 5373565 w 5799173"/>
              <a:gd name="connsiteY21858" fmla="*/ 2653598 h 5017219"/>
              <a:gd name="connsiteX21859" fmla="*/ 5374812 w 5799173"/>
              <a:gd name="connsiteY21859" fmla="*/ 2654346 h 5017219"/>
              <a:gd name="connsiteX21860" fmla="*/ 5385113 w 5799173"/>
              <a:gd name="connsiteY21860" fmla="*/ 2672125 h 5017219"/>
              <a:gd name="connsiteX21861" fmla="*/ 5385113 w 5799173"/>
              <a:gd name="connsiteY21861" fmla="*/ 2673537 h 5017219"/>
              <a:gd name="connsiteX21862" fmla="*/ 5374812 w 5799173"/>
              <a:gd name="connsiteY21862" fmla="*/ 2691316 h 5017219"/>
              <a:gd name="connsiteX21863" fmla="*/ 5373565 w 5799173"/>
              <a:gd name="connsiteY21863" fmla="*/ 2692064 h 5017219"/>
              <a:gd name="connsiteX21864" fmla="*/ 5593790 w 5799173"/>
              <a:gd name="connsiteY21864" fmla="*/ 2756572 h 5017219"/>
              <a:gd name="connsiteX21865" fmla="*/ 5592545 w 5799173"/>
              <a:gd name="connsiteY21865" fmla="*/ 2755824 h 5017219"/>
              <a:gd name="connsiteX21866" fmla="*/ 5582243 w 5799173"/>
              <a:gd name="connsiteY21866" fmla="*/ 2738045 h 5017219"/>
              <a:gd name="connsiteX21867" fmla="*/ 5582243 w 5799173"/>
              <a:gd name="connsiteY21867" fmla="*/ 2736633 h 5017219"/>
              <a:gd name="connsiteX21868" fmla="*/ 5592545 w 5799173"/>
              <a:gd name="connsiteY21868" fmla="*/ 2718854 h 5017219"/>
              <a:gd name="connsiteX21869" fmla="*/ 5593790 w 5799173"/>
              <a:gd name="connsiteY21869" fmla="*/ 2718106 h 5017219"/>
              <a:gd name="connsiteX21870" fmla="*/ 5614311 w 5799173"/>
              <a:gd name="connsiteY21870" fmla="*/ 2718106 h 5017219"/>
              <a:gd name="connsiteX21871" fmla="*/ 5615558 w 5799173"/>
              <a:gd name="connsiteY21871" fmla="*/ 2718854 h 5017219"/>
              <a:gd name="connsiteX21872" fmla="*/ 5625858 w 5799173"/>
              <a:gd name="connsiteY21872" fmla="*/ 2736633 h 5017219"/>
              <a:gd name="connsiteX21873" fmla="*/ 5625859 w 5799173"/>
              <a:gd name="connsiteY21873" fmla="*/ 2738045 h 5017219"/>
              <a:gd name="connsiteX21874" fmla="*/ 5615557 w 5799173"/>
              <a:gd name="connsiteY21874" fmla="*/ 2755824 h 5017219"/>
              <a:gd name="connsiteX21875" fmla="*/ 5614311 w 5799173"/>
              <a:gd name="connsiteY21875" fmla="*/ 2756572 h 5017219"/>
              <a:gd name="connsiteX21876" fmla="*/ 3065976 w 5799173"/>
              <a:gd name="connsiteY21876" fmla="*/ 2079350 h 5017219"/>
              <a:gd name="connsiteX21877" fmla="*/ 3064730 w 5799173"/>
              <a:gd name="connsiteY21877" fmla="*/ 2078602 h 5017219"/>
              <a:gd name="connsiteX21878" fmla="*/ 3054428 w 5799173"/>
              <a:gd name="connsiteY21878" fmla="*/ 2060740 h 5017219"/>
              <a:gd name="connsiteX21879" fmla="*/ 3054428 w 5799173"/>
              <a:gd name="connsiteY21879" fmla="*/ 2059245 h 5017219"/>
              <a:gd name="connsiteX21880" fmla="*/ 3064730 w 5799173"/>
              <a:gd name="connsiteY21880" fmla="*/ 2041383 h 5017219"/>
              <a:gd name="connsiteX21881" fmla="*/ 3065976 w 5799173"/>
              <a:gd name="connsiteY21881" fmla="*/ 2040635 h 5017219"/>
              <a:gd name="connsiteX21882" fmla="*/ 3086663 w 5799173"/>
              <a:gd name="connsiteY21882" fmla="*/ 2040635 h 5017219"/>
              <a:gd name="connsiteX21883" fmla="*/ 3087909 w 5799173"/>
              <a:gd name="connsiteY21883" fmla="*/ 2041383 h 5017219"/>
              <a:gd name="connsiteX21884" fmla="*/ 3098211 w 5799173"/>
              <a:gd name="connsiteY21884" fmla="*/ 2059245 h 5017219"/>
              <a:gd name="connsiteX21885" fmla="*/ 3098211 w 5799173"/>
              <a:gd name="connsiteY21885" fmla="*/ 2060740 h 5017219"/>
              <a:gd name="connsiteX21886" fmla="*/ 3087909 w 5799173"/>
              <a:gd name="connsiteY21886" fmla="*/ 2078602 h 5017219"/>
              <a:gd name="connsiteX21887" fmla="*/ 3086664 w 5799173"/>
              <a:gd name="connsiteY21887" fmla="*/ 2079350 h 5017219"/>
              <a:gd name="connsiteX21888" fmla="*/ 5052123 w 5799173"/>
              <a:gd name="connsiteY21888" fmla="*/ 2611536 h 5017219"/>
              <a:gd name="connsiteX21889" fmla="*/ 5050877 w 5799173"/>
              <a:gd name="connsiteY21889" fmla="*/ 2610788 h 5017219"/>
              <a:gd name="connsiteX21890" fmla="*/ 5040575 w 5799173"/>
              <a:gd name="connsiteY21890" fmla="*/ 2592926 h 5017219"/>
              <a:gd name="connsiteX21891" fmla="*/ 5040575 w 5799173"/>
              <a:gd name="connsiteY21891" fmla="*/ 2591431 h 5017219"/>
              <a:gd name="connsiteX21892" fmla="*/ 5050877 w 5799173"/>
              <a:gd name="connsiteY21892" fmla="*/ 2573569 h 5017219"/>
              <a:gd name="connsiteX21893" fmla="*/ 5052123 w 5799173"/>
              <a:gd name="connsiteY21893" fmla="*/ 2572821 h 5017219"/>
              <a:gd name="connsiteX21894" fmla="*/ 5072810 w 5799173"/>
              <a:gd name="connsiteY21894" fmla="*/ 2572821 h 5017219"/>
              <a:gd name="connsiteX21895" fmla="*/ 5074055 w 5799173"/>
              <a:gd name="connsiteY21895" fmla="*/ 2573569 h 5017219"/>
              <a:gd name="connsiteX21896" fmla="*/ 5084357 w 5799173"/>
              <a:gd name="connsiteY21896" fmla="*/ 2591431 h 5017219"/>
              <a:gd name="connsiteX21897" fmla="*/ 5084358 w 5799173"/>
              <a:gd name="connsiteY21897" fmla="*/ 2592926 h 5017219"/>
              <a:gd name="connsiteX21898" fmla="*/ 5074055 w 5799173"/>
              <a:gd name="connsiteY21898" fmla="*/ 2610788 h 5017219"/>
              <a:gd name="connsiteX21899" fmla="*/ 5072810 w 5799173"/>
              <a:gd name="connsiteY21899" fmla="*/ 2611536 h 5017219"/>
              <a:gd name="connsiteX21900" fmla="*/ 5292867 w 5799173"/>
              <a:gd name="connsiteY21900" fmla="*/ 2676043 h 5017219"/>
              <a:gd name="connsiteX21901" fmla="*/ 5291621 w 5799173"/>
              <a:gd name="connsiteY21901" fmla="*/ 2675295 h 5017219"/>
              <a:gd name="connsiteX21902" fmla="*/ 5281319 w 5799173"/>
              <a:gd name="connsiteY21902" fmla="*/ 2657433 h 5017219"/>
              <a:gd name="connsiteX21903" fmla="*/ 5281319 w 5799173"/>
              <a:gd name="connsiteY21903" fmla="*/ 2655938 h 5017219"/>
              <a:gd name="connsiteX21904" fmla="*/ 5291621 w 5799173"/>
              <a:gd name="connsiteY21904" fmla="*/ 2638076 h 5017219"/>
              <a:gd name="connsiteX21905" fmla="*/ 5292867 w 5799173"/>
              <a:gd name="connsiteY21905" fmla="*/ 2637328 h 5017219"/>
              <a:gd name="connsiteX21906" fmla="*/ 5313554 w 5799173"/>
              <a:gd name="connsiteY21906" fmla="*/ 2637328 h 5017219"/>
              <a:gd name="connsiteX21907" fmla="*/ 5314800 w 5799173"/>
              <a:gd name="connsiteY21907" fmla="*/ 2638076 h 5017219"/>
              <a:gd name="connsiteX21908" fmla="*/ 5325102 w 5799173"/>
              <a:gd name="connsiteY21908" fmla="*/ 2655939 h 5017219"/>
              <a:gd name="connsiteX21909" fmla="*/ 5325102 w 5799173"/>
              <a:gd name="connsiteY21909" fmla="*/ 2657433 h 5017219"/>
              <a:gd name="connsiteX21910" fmla="*/ 5314800 w 5799173"/>
              <a:gd name="connsiteY21910" fmla="*/ 2675296 h 5017219"/>
              <a:gd name="connsiteX21911" fmla="*/ 5313554 w 5799173"/>
              <a:gd name="connsiteY21911" fmla="*/ 2676043 h 5017219"/>
              <a:gd name="connsiteX21912" fmla="*/ 5413240 w 5799173"/>
              <a:gd name="connsiteY21912" fmla="*/ 2708297 h 5017219"/>
              <a:gd name="connsiteX21913" fmla="*/ 5411994 w 5799173"/>
              <a:gd name="connsiteY21913" fmla="*/ 2707549 h 5017219"/>
              <a:gd name="connsiteX21914" fmla="*/ 5401692 w 5799173"/>
              <a:gd name="connsiteY21914" fmla="*/ 2689687 h 5017219"/>
              <a:gd name="connsiteX21915" fmla="*/ 5401692 w 5799173"/>
              <a:gd name="connsiteY21915" fmla="*/ 2688192 h 5017219"/>
              <a:gd name="connsiteX21916" fmla="*/ 5411994 w 5799173"/>
              <a:gd name="connsiteY21916" fmla="*/ 2670330 h 5017219"/>
              <a:gd name="connsiteX21917" fmla="*/ 5413240 w 5799173"/>
              <a:gd name="connsiteY21917" fmla="*/ 2669582 h 5017219"/>
              <a:gd name="connsiteX21918" fmla="*/ 5433927 w 5799173"/>
              <a:gd name="connsiteY21918" fmla="*/ 2669582 h 5017219"/>
              <a:gd name="connsiteX21919" fmla="*/ 5435173 w 5799173"/>
              <a:gd name="connsiteY21919" fmla="*/ 2670330 h 5017219"/>
              <a:gd name="connsiteX21920" fmla="*/ 5445475 w 5799173"/>
              <a:gd name="connsiteY21920" fmla="*/ 2688192 h 5017219"/>
              <a:gd name="connsiteX21921" fmla="*/ 5445475 w 5799173"/>
              <a:gd name="connsiteY21921" fmla="*/ 2689687 h 5017219"/>
              <a:gd name="connsiteX21922" fmla="*/ 5435173 w 5799173"/>
              <a:gd name="connsiteY21922" fmla="*/ 2707549 h 5017219"/>
              <a:gd name="connsiteX21923" fmla="*/ 5433927 w 5799173"/>
              <a:gd name="connsiteY21923" fmla="*/ 2708297 h 5017219"/>
              <a:gd name="connsiteX21924" fmla="*/ 5653984 w 5799173"/>
              <a:gd name="connsiteY21924" fmla="*/ 2772804 h 5017219"/>
              <a:gd name="connsiteX21925" fmla="*/ 5652738 w 5799173"/>
              <a:gd name="connsiteY21925" fmla="*/ 2772056 h 5017219"/>
              <a:gd name="connsiteX21926" fmla="*/ 5642436 w 5799173"/>
              <a:gd name="connsiteY21926" fmla="*/ 2754194 h 5017219"/>
              <a:gd name="connsiteX21927" fmla="*/ 5642436 w 5799173"/>
              <a:gd name="connsiteY21927" fmla="*/ 2752699 h 5017219"/>
              <a:gd name="connsiteX21928" fmla="*/ 5652738 w 5799173"/>
              <a:gd name="connsiteY21928" fmla="*/ 2734837 h 5017219"/>
              <a:gd name="connsiteX21929" fmla="*/ 5653984 w 5799173"/>
              <a:gd name="connsiteY21929" fmla="*/ 2734089 h 5017219"/>
              <a:gd name="connsiteX21930" fmla="*/ 5674671 w 5799173"/>
              <a:gd name="connsiteY21930" fmla="*/ 2734089 h 5017219"/>
              <a:gd name="connsiteX21931" fmla="*/ 5675917 w 5799173"/>
              <a:gd name="connsiteY21931" fmla="*/ 2734837 h 5017219"/>
              <a:gd name="connsiteX21932" fmla="*/ 5686219 w 5799173"/>
              <a:gd name="connsiteY21932" fmla="*/ 2752700 h 5017219"/>
              <a:gd name="connsiteX21933" fmla="*/ 5686219 w 5799173"/>
              <a:gd name="connsiteY21933" fmla="*/ 2754195 h 5017219"/>
              <a:gd name="connsiteX21934" fmla="*/ 5675917 w 5799173"/>
              <a:gd name="connsiteY21934" fmla="*/ 2772057 h 5017219"/>
              <a:gd name="connsiteX21935" fmla="*/ 5674671 w 5799173"/>
              <a:gd name="connsiteY21935" fmla="*/ 2772805 h 5017219"/>
              <a:gd name="connsiteX21936" fmla="*/ 2704778 w 5799173"/>
              <a:gd name="connsiteY21936" fmla="*/ 1982661 h 5017219"/>
              <a:gd name="connsiteX21937" fmla="*/ 2703532 w 5799173"/>
              <a:gd name="connsiteY21937" fmla="*/ 1981913 h 5017219"/>
              <a:gd name="connsiteX21938" fmla="*/ 2693147 w 5799173"/>
              <a:gd name="connsiteY21938" fmla="*/ 1963968 h 5017219"/>
              <a:gd name="connsiteX21939" fmla="*/ 2693147 w 5799173"/>
              <a:gd name="connsiteY21939" fmla="*/ 1962473 h 5017219"/>
              <a:gd name="connsiteX21940" fmla="*/ 2703532 w 5799173"/>
              <a:gd name="connsiteY21940" fmla="*/ 1944528 h 5017219"/>
              <a:gd name="connsiteX21941" fmla="*/ 2704778 w 5799173"/>
              <a:gd name="connsiteY21941" fmla="*/ 1943780 h 5017219"/>
              <a:gd name="connsiteX21942" fmla="*/ 2725547 w 5799173"/>
              <a:gd name="connsiteY21942" fmla="*/ 1943780 h 5017219"/>
              <a:gd name="connsiteX21943" fmla="*/ 2726794 w 5799173"/>
              <a:gd name="connsiteY21943" fmla="*/ 1944528 h 5017219"/>
              <a:gd name="connsiteX21944" fmla="*/ 2737179 w 5799173"/>
              <a:gd name="connsiteY21944" fmla="*/ 1962473 h 5017219"/>
              <a:gd name="connsiteX21945" fmla="*/ 2737179 w 5799173"/>
              <a:gd name="connsiteY21945" fmla="*/ 1963968 h 5017219"/>
              <a:gd name="connsiteX21946" fmla="*/ 2726794 w 5799173"/>
              <a:gd name="connsiteY21946" fmla="*/ 1981913 h 5017219"/>
              <a:gd name="connsiteX21947" fmla="*/ 2725548 w 5799173"/>
              <a:gd name="connsiteY21947" fmla="*/ 1982661 h 5017219"/>
              <a:gd name="connsiteX21948" fmla="*/ 5232600 w 5799173"/>
              <a:gd name="connsiteY21948" fmla="*/ 2659989 h 5017219"/>
              <a:gd name="connsiteX21949" fmla="*/ 5231354 w 5799173"/>
              <a:gd name="connsiteY21949" fmla="*/ 2659241 h 5017219"/>
              <a:gd name="connsiteX21950" fmla="*/ 5220969 w 5799173"/>
              <a:gd name="connsiteY21950" fmla="*/ 2641296 h 5017219"/>
              <a:gd name="connsiteX21951" fmla="*/ 5220969 w 5799173"/>
              <a:gd name="connsiteY21951" fmla="*/ 2639801 h 5017219"/>
              <a:gd name="connsiteX21952" fmla="*/ 5231354 w 5799173"/>
              <a:gd name="connsiteY21952" fmla="*/ 2621856 h 5017219"/>
              <a:gd name="connsiteX21953" fmla="*/ 5232600 w 5799173"/>
              <a:gd name="connsiteY21953" fmla="*/ 2621108 h 5017219"/>
              <a:gd name="connsiteX21954" fmla="*/ 5253370 w 5799173"/>
              <a:gd name="connsiteY21954" fmla="*/ 2621108 h 5017219"/>
              <a:gd name="connsiteX21955" fmla="*/ 5254616 w 5799173"/>
              <a:gd name="connsiteY21955" fmla="*/ 2621856 h 5017219"/>
              <a:gd name="connsiteX21956" fmla="*/ 5265001 w 5799173"/>
              <a:gd name="connsiteY21956" fmla="*/ 2639801 h 5017219"/>
              <a:gd name="connsiteX21957" fmla="*/ 5265001 w 5799173"/>
              <a:gd name="connsiteY21957" fmla="*/ 2641296 h 5017219"/>
              <a:gd name="connsiteX21958" fmla="*/ 5254616 w 5799173"/>
              <a:gd name="connsiteY21958" fmla="*/ 2659241 h 5017219"/>
              <a:gd name="connsiteX21959" fmla="*/ 5253370 w 5799173"/>
              <a:gd name="connsiteY21959" fmla="*/ 2659989 h 5017219"/>
              <a:gd name="connsiteX21960" fmla="*/ 4991771 w 5799173"/>
              <a:gd name="connsiteY21960" fmla="*/ 2595563 h 5017219"/>
              <a:gd name="connsiteX21961" fmla="*/ 4990525 w 5799173"/>
              <a:gd name="connsiteY21961" fmla="*/ 2594817 h 5017219"/>
              <a:gd name="connsiteX21962" fmla="*/ 4980140 w 5799173"/>
              <a:gd name="connsiteY21962" fmla="*/ 2576788 h 5017219"/>
              <a:gd name="connsiteX21963" fmla="*/ 4980140 w 5799173"/>
              <a:gd name="connsiteY21963" fmla="*/ 2575292 h 5017219"/>
              <a:gd name="connsiteX21964" fmla="*/ 4990609 w 5799173"/>
              <a:gd name="connsiteY21964" fmla="*/ 2557264 h 5017219"/>
              <a:gd name="connsiteX21965" fmla="*/ 4991855 w 5799173"/>
              <a:gd name="connsiteY21965" fmla="*/ 2556516 h 5017219"/>
              <a:gd name="connsiteX21966" fmla="*/ 5012708 w 5799173"/>
              <a:gd name="connsiteY21966" fmla="*/ 2556517 h 5017219"/>
              <a:gd name="connsiteX21967" fmla="*/ 5013953 w 5799173"/>
              <a:gd name="connsiteY21967" fmla="*/ 2557265 h 5017219"/>
              <a:gd name="connsiteX21968" fmla="*/ 5024338 w 5799173"/>
              <a:gd name="connsiteY21968" fmla="*/ 2575292 h 5017219"/>
              <a:gd name="connsiteX21969" fmla="*/ 5024338 w 5799173"/>
              <a:gd name="connsiteY21969" fmla="*/ 2576788 h 5017219"/>
              <a:gd name="connsiteX21970" fmla="*/ 5013870 w 5799173"/>
              <a:gd name="connsiteY21970" fmla="*/ 2594817 h 5017219"/>
              <a:gd name="connsiteX21971" fmla="*/ 5012624 w 5799173"/>
              <a:gd name="connsiteY21971" fmla="*/ 2595564 h 5017219"/>
              <a:gd name="connsiteX21972" fmla="*/ 5172330 w 5799173"/>
              <a:gd name="connsiteY21972" fmla="*/ 2643944 h 5017219"/>
              <a:gd name="connsiteX21973" fmla="*/ 5171084 w 5799173"/>
              <a:gd name="connsiteY21973" fmla="*/ 2643197 h 5017219"/>
              <a:gd name="connsiteX21974" fmla="*/ 5160699 w 5799173"/>
              <a:gd name="connsiteY21974" fmla="*/ 2625168 h 5017219"/>
              <a:gd name="connsiteX21975" fmla="*/ 5160699 w 5799173"/>
              <a:gd name="connsiteY21975" fmla="*/ 2623673 h 5017219"/>
              <a:gd name="connsiteX21976" fmla="*/ 5171167 w 5799173"/>
              <a:gd name="connsiteY21976" fmla="*/ 2605645 h 5017219"/>
              <a:gd name="connsiteX21977" fmla="*/ 5172413 w 5799173"/>
              <a:gd name="connsiteY21977" fmla="*/ 2604897 h 5017219"/>
              <a:gd name="connsiteX21978" fmla="*/ 5193266 w 5799173"/>
              <a:gd name="connsiteY21978" fmla="*/ 2604897 h 5017219"/>
              <a:gd name="connsiteX21979" fmla="*/ 5194512 w 5799173"/>
              <a:gd name="connsiteY21979" fmla="*/ 2605645 h 5017219"/>
              <a:gd name="connsiteX21980" fmla="*/ 5204897 w 5799173"/>
              <a:gd name="connsiteY21980" fmla="*/ 2623673 h 5017219"/>
              <a:gd name="connsiteX21981" fmla="*/ 5204897 w 5799173"/>
              <a:gd name="connsiteY21981" fmla="*/ 2625168 h 5017219"/>
              <a:gd name="connsiteX21982" fmla="*/ 5194429 w 5799173"/>
              <a:gd name="connsiteY21982" fmla="*/ 2643197 h 5017219"/>
              <a:gd name="connsiteX21983" fmla="*/ 5193183 w 5799173"/>
              <a:gd name="connsiteY21983" fmla="*/ 2643944 h 5017219"/>
              <a:gd name="connsiteX21984" fmla="*/ 5473261 w 5799173"/>
              <a:gd name="connsiteY21984" fmla="*/ 2724578 h 5017219"/>
              <a:gd name="connsiteX21985" fmla="*/ 5472015 w 5799173"/>
              <a:gd name="connsiteY21985" fmla="*/ 2723831 h 5017219"/>
              <a:gd name="connsiteX21986" fmla="*/ 5461630 w 5799173"/>
              <a:gd name="connsiteY21986" fmla="*/ 2705802 h 5017219"/>
              <a:gd name="connsiteX21987" fmla="*/ 5461630 w 5799173"/>
              <a:gd name="connsiteY21987" fmla="*/ 2704307 h 5017219"/>
              <a:gd name="connsiteX21988" fmla="*/ 5472098 w 5799173"/>
              <a:gd name="connsiteY21988" fmla="*/ 2686279 h 5017219"/>
              <a:gd name="connsiteX21989" fmla="*/ 5473344 w 5799173"/>
              <a:gd name="connsiteY21989" fmla="*/ 2685531 h 5017219"/>
              <a:gd name="connsiteX21990" fmla="*/ 5494197 w 5799173"/>
              <a:gd name="connsiteY21990" fmla="*/ 2685531 h 5017219"/>
              <a:gd name="connsiteX21991" fmla="*/ 5495443 w 5799173"/>
              <a:gd name="connsiteY21991" fmla="*/ 2686279 h 5017219"/>
              <a:gd name="connsiteX21992" fmla="*/ 5505828 w 5799173"/>
              <a:gd name="connsiteY21992" fmla="*/ 2704307 h 5017219"/>
              <a:gd name="connsiteX21993" fmla="*/ 5505828 w 5799173"/>
              <a:gd name="connsiteY21993" fmla="*/ 2705802 h 5017219"/>
              <a:gd name="connsiteX21994" fmla="*/ 5495360 w 5799173"/>
              <a:gd name="connsiteY21994" fmla="*/ 2723831 h 5017219"/>
              <a:gd name="connsiteX21995" fmla="*/ 5494114 w 5799173"/>
              <a:gd name="connsiteY21995" fmla="*/ 2724578 h 5017219"/>
              <a:gd name="connsiteX21996" fmla="*/ 5533447 w 5799173"/>
              <a:gd name="connsiteY21996" fmla="*/ 2740705 h 5017219"/>
              <a:gd name="connsiteX21997" fmla="*/ 5532201 w 5799173"/>
              <a:gd name="connsiteY21997" fmla="*/ 2739958 h 5017219"/>
              <a:gd name="connsiteX21998" fmla="*/ 5521816 w 5799173"/>
              <a:gd name="connsiteY21998" fmla="*/ 2721929 h 5017219"/>
              <a:gd name="connsiteX21999" fmla="*/ 5521816 w 5799173"/>
              <a:gd name="connsiteY21999" fmla="*/ 2720434 h 5017219"/>
              <a:gd name="connsiteX22000" fmla="*/ 5532284 w 5799173"/>
              <a:gd name="connsiteY22000" fmla="*/ 2702406 h 5017219"/>
              <a:gd name="connsiteX22001" fmla="*/ 5533530 w 5799173"/>
              <a:gd name="connsiteY22001" fmla="*/ 2701658 h 5017219"/>
              <a:gd name="connsiteX22002" fmla="*/ 5554383 w 5799173"/>
              <a:gd name="connsiteY22002" fmla="*/ 2701658 h 5017219"/>
              <a:gd name="connsiteX22003" fmla="*/ 5555629 w 5799173"/>
              <a:gd name="connsiteY22003" fmla="*/ 2702406 h 5017219"/>
              <a:gd name="connsiteX22004" fmla="*/ 5566014 w 5799173"/>
              <a:gd name="connsiteY22004" fmla="*/ 2720434 h 5017219"/>
              <a:gd name="connsiteX22005" fmla="*/ 5566014 w 5799173"/>
              <a:gd name="connsiteY22005" fmla="*/ 2721929 h 5017219"/>
              <a:gd name="connsiteX22006" fmla="*/ 5555546 w 5799173"/>
              <a:gd name="connsiteY22006" fmla="*/ 2739958 h 5017219"/>
              <a:gd name="connsiteX22007" fmla="*/ 5554300 w 5799173"/>
              <a:gd name="connsiteY22007" fmla="*/ 2740705 h 5017219"/>
              <a:gd name="connsiteX22008" fmla="*/ 3788046 w 5799173"/>
              <a:gd name="connsiteY22008" fmla="*/ 2273109 h 5017219"/>
              <a:gd name="connsiteX22009" fmla="*/ 3786800 w 5799173"/>
              <a:gd name="connsiteY22009" fmla="*/ 2272361 h 5017219"/>
              <a:gd name="connsiteX22010" fmla="*/ 3776332 w 5799173"/>
              <a:gd name="connsiteY22010" fmla="*/ 2254250 h 5017219"/>
              <a:gd name="connsiteX22011" fmla="*/ 3776332 w 5799173"/>
              <a:gd name="connsiteY22011" fmla="*/ 2252755 h 5017219"/>
              <a:gd name="connsiteX22012" fmla="*/ 3786800 w 5799173"/>
              <a:gd name="connsiteY22012" fmla="*/ 2234644 h 5017219"/>
              <a:gd name="connsiteX22013" fmla="*/ 3788046 w 5799173"/>
              <a:gd name="connsiteY22013" fmla="*/ 2233896 h 5017219"/>
              <a:gd name="connsiteX22014" fmla="*/ 3808982 w 5799173"/>
              <a:gd name="connsiteY22014" fmla="*/ 2233896 h 5017219"/>
              <a:gd name="connsiteX22015" fmla="*/ 3810228 w 5799173"/>
              <a:gd name="connsiteY22015" fmla="*/ 2234644 h 5017219"/>
              <a:gd name="connsiteX22016" fmla="*/ 3820696 w 5799173"/>
              <a:gd name="connsiteY22016" fmla="*/ 2252755 h 5017219"/>
              <a:gd name="connsiteX22017" fmla="*/ 3820696 w 5799173"/>
              <a:gd name="connsiteY22017" fmla="*/ 2254250 h 5017219"/>
              <a:gd name="connsiteX22018" fmla="*/ 3810228 w 5799173"/>
              <a:gd name="connsiteY22018" fmla="*/ 2272361 h 5017219"/>
              <a:gd name="connsiteX22019" fmla="*/ 3808982 w 5799173"/>
              <a:gd name="connsiteY22019" fmla="*/ 2273109 h 5017219"/>
              <a:gd name="connsiteX22020" fmla="*/ 3848149 w 5799173"/>
              <a:gd name="connsiteY22020" fmla="*/ 2289496 h 5017219"/>
              <a:gd name="connsiteX22021" fmla="*/ 3846819 w 5799173"/>
              <a:gd name="connsiteY22021" fmla="*/ 2288748 h 5017219"/>
              <a:gd name="connsiteX22022" fmla="*/ 3836269 w 5799173"/>
              <a:gd name="connsiteY22022" fmla="*/ 2270388 h 5017219"/>
              <a:gd name="connsiteX22023" fmla="*/ 3836269 w 5799173"/>
              <a:gd name="connsiteY22023" fmla="*/ 2268892 h 5017219"/>
              <a:gd name="connsiteX22024" fmla="*/ 3846820 w 5799173"/>
              <a:gd name="connsiteY22024" fmla="*/ 2250532 h 5017219"/>
              <a:gd name="connsiteX22025" fmla="*/ 3848149 w 5799173"/>
              <a:gd name="connsiteY22025" fmla="*/ 2249784 h 5017219"/>
              <a:gd name="connsiteX22026" fmla="*/ 3869334 w 5799173"/>
              <a:gd name="connsiteY22026" fmla="*/ 2249784 h 5017219"/>
              <a:gd name="connsiteX22027" fmla="*/ 3870664 w 5799173"/>
              <a:gd name="connsiteY22027" fmla="*/ 2250532 h 5017219"/>
              <a:gd name="connsiteX22028" fmla="*/ 3881215 w 5799173"/>
              <a:gd name="connsiteY22028" fmla="*/ 2268892 h 5017219"/>
              <a:gd name="connsiteX22029" fmla="*/ 3881215 w 5799173"/>
              <a:gd name="connsiteY22029" fmla="*/ 2270388 h 5017219"/>
              <a:gd name="connsiteX22030" fmla="*/ 3870664 w 5799173"/>
              <a:gd name="connsiteY22030" fmla="*/ 2288748 h 5017219"/>
              <a:gd name="connsiteX22031" fmla="*/ 3869334 w 5799173"/>
              <a:gd name="connsiteY22031" fmla="*/ 2289496 h 5017219"/>
              <a:gd name="connsiteX22032" fmla="*/ 3908253 w 5799173"/>
              <a:gd name="connsiteY22032" fmla="*/ 2305696 h 5017219"/>
              <a:gd name="connsiteX22033" fmla="*/ 3906924 w 5799173"/>
              <a:gd name="connsiteY22033" fmla="*/ 2304948 h 5017219"/>
              <a:gd name="connsiteX22034" fmla="*/ 3896290 w 5799173"/>
              <a:gd name="connsiteY22034" fmla="*/ 2286505 h 5017219"/>
              <a:gd name="connsiteX22035" fmla="*/ 3896290 w 5799173"/>
              <a:gd name="connsiteY22035" fmla="*/ 2285009 h 5017219"/>
              <a:gd name="connsiteX22036" fmla="*/ 3906924 w 5799173"/>
              <a:gd name="connsiteY22036" fmla="*/ 2266566 h 5017219"/>
              <a:gd name="connsiteX22037" fmla="*/ 3908253 w 5799173"/>
              <a:gd name="connsiteY22037" fmla="*/ 2265818 h 5017219"/>
              <a:gd name="connsiteX22038" fmla="*/ 3929522 w 5799173"/>
              <a:gd name="connsiteY22038" fmla="*/ 2265818 h 5017219"/>
              <a:gd name="connsiteX22039" fmla="*/ 3930851 w 5799173"/>
              <a:gd name="connsiteY22039" fmla="*/ 2266566 h 5017219"/>
              <a:gd name="connsiteX22040" fmla="*/ 3941485 w 5799173"/>
              <a:gd name="connsiteY22040" fmla="*/ 2285009 h 5017219"/>
              <a:gd name="connsiteX22041" fmla="*/ 3941485 w 5799173"/>
              <a:gd name="connsiteY22041" fmla="*/ 2286505 h 5017219"/>
              <a:gd name="connsiteX22042" fmla="*/ 3930851 w 5799173"/>
              <a:gd name="connsiteY22042" fmla="*/ 2304948 h 5017219"/>
              <a:gd name="connsiteX22043" fmla="*/ 3929522 w 5799173"/>
              <a:gd name="connsiteY22043" fmla="*/ 2305696 h 5017219"/>
              <a:gd name="connsiteX22044" fmla="*/ 3968440 w 5799173"/>
              <a:gd name="connsiteY22044" fmla="*/ 2321823 h 5017219"/>
              <a:gd name="connsiteX22045" fmla="*/ 3967111 w 5799173"/>
              <a:gd name="connsiteY22045" fmla="*/ 2321075 h 5017219"/>
              <a:gd name="connsiteX22046" fmla="*/ 3956477 w 5799173"/>
              <a:gd name="connsiteY22046" fmla="*/ 2302632 h 5017219"/>
              <a:gd name="connsiteX22047" fmla="*/ 3956477 w 5799173"/>
              <a:gd name="connsiteY22047" fmla="*/ 2301136 h 5017219"/>
              <a:gd name="connsiteX22048" fmla="*/ 3967111 w 5799173"/>
              <a:gd name="connsiteY22048" fmla="*/ 2282693 h 5017219"/>
              <a:gd name="connsiteX22049" fmla="*/ 3968440 w 5799173"/>
              <a:gd name="connsiteY22049" fmla="*/ 2281945 h 5017219"/>
              <a:gd name="connsiteX22050" fmla="*/ 3989709 w 5799173"/>
              <a:gd name="connsiteY22050" fmla="*/ 2281945 h 5017219"/>
              <a:gd name="connsiteX22051" fmla="*/ 3991038 w 5799173"/>
              <a:gd name="connsiteY22051" fmla="*/ 2282693 h 5017219"/>
              <a:gd name="connsiteX22052" fmla="*/ 4001672 w 5799173"/>
              <a:gd name="connsiteY22052" fmla="*/ 2301136 h 5017219"/>
              <a:gd name="connsiteX22053" fmla="*/ 4001672 w 5799173"/>
              <a:gd name="connsiteY22053" fmla="*/ 2302632 h 5017219"/>
              <a:gd name="connsiteX22054" fmla="*/ 3991038 w 5799173"/>
              <a:gd name="connsiteY22054" fmla="*/ 2321075 h 5017219"/>
              <a:gd name="connsiteX22055" fmla="*/ 3989709 w 5799173"/>
              <a:gd name="connsiteY22055" fmla="*/ 2321823 h 5017219"/>
              <a:gd name="connsiteX22056" fmla="*/ 5713840 w 5799173"/>
              <a:gd name="connsiteY22056" fmla="*/ 2789502 h 5017219"/>
              <a:gd name="connsiteX22057" fmla="*/ 5712510 w 5799173"/>
              <a:gd name="connsiteY22057" fmla="*/ 2788754 h 5017219"/>
              <a:gd name="connsiteX22058" fmla="*/ 5701877 w 5799173"/>
              <a:gd name="connsiteY22058" fmla="*/ 2770311 h 5017219"/>
              <a:gd name="connsiteX22059" fmla="*/ 5701877 w 5799173"/>
              <a:gd name="connsiteY22059" fmla="*/ 2768815 h 5017219"/>
              <a:gd name="connsiteX22060" fmla="*/ 5712511 w 5799173"/>
              <a:gd name="connsiteY22060" fmla="*/ 2750372 h 5017219"/>
              <a:gd name="connsiteX22061" fmla="*/ 5713840 w 5799173"/>
              <a:gd name="connsiteY22061" fmla="*/ 2749624 h 5017219"/>
              <a:gd name="connsiteX22062" fmla="*/ 5735109 w 5799173"/>
              <a:gd name="connsiteY22062" fmla="*/ 2749624 h 5017219"/>
              <a:gd name="connsiteX22063" fmla="*/ 5736438 w 5799173"/>
              <a:gd name="connsiteY22063" fmla="*/ 2750372 h 5017219"/>
              <a:gd name="connsiteX22064" fmla="*/ 5747072 w 5799173"/>
              <a:gd name="connsiteY22064" fmla="*/ 2768815 h 5017219"/>
              <a:gd name="connsiteX22065" fmla="*/ 5747072 w 5799173"/>
              <a:gd name="connsiteY22065" fmla="*/ 2770311 h 5017219"/>
              <a:gd name="connsiteX22066" fmla="*/ 5736438 w 5799173"/>
              <a:gd name="connsiteY22066" fmla="*/ 2788754 h 5017219"/>
              <a:gd name="connsiteX22067" fmla="*/ 5735109 w 5799173"/>
              <a:gd name="connsiteY22067" fmla="*/ 2789502 h 5017219"/>
              <a:gd name="connsiteX22068" fmla="*/ 4028542 w 5799173"/>
              <a:gd name="connsiteY22068" fmla="*/ 2338033 h 5017219"/>
              <a:gd name="connsiteX22069" fmla="*/ 4027212 w 5799173"/>
              <a:gd name="connsiteY22069" fmla="*/ 2337286 h 5017219"/>
              <a:gd name="connsiteX22070" fmla="*/ 4016579 w 5799173"/>
              <a:gd name="connsiteY22070" fmla="*/ 2318759 h 5017219"/>
              <a:gd name="connsiteX22071" fmla="*/ 4016578 w 5799173"/>
              <a:gd name="connsiteY22071" fmla="*/ 2317263 h 5017219"/>
              <a:gd name="connsiteX22072" fmla="*/ 4027295 w 5799173"/>
              <a:gd name="connsiteY22072" fmla="*/ 2298737 h 5017219"/>
              <a:gd name="connsiteX22073" fmla="*/ 4028626 w 5799173"/>
              <a:gd name="connsiteY22073" fmla="*/ 2297989 h 5017219"/>
              <a:gd name="connsiteX22074" fmla="*/ 4049976 w 5799173"/>
              <a:gd name="connsiteY22074" fmla="*/ 2297989 h 5017219"/>
              <a:gd name="connsiteX22075" fmla="*/ 4051305 w 5799173"/>
              <a:gd name="connsiteY22075" fmla="*/ 2298737 h 5017219"/>
              <a:gd name="connsiteX22076" fmla="*/ 4061939 w 5799173"/>
              <a:gd name="connsiteY22076" fmla="*/ 2317263 h 5017219"/>
              <a:gd name="connsiteX22077" fmla="*/ 4061940 w 5799173"/>
              <a:gd name="connsiteY22077" fmla="*/ 2318759 h 5017219"/>
              <a:gd name="connsiteX22078" fmla="*/ 4051222 w 5799173"/>
              <a:gd name="connsiteY22078" fmla="*/ 2337286 h 5017219"/>
              <a:gd name="connsiteX22079" fmla="*/ 4049893 w 5799173"/>
              <a:gd name="connsiteY22079" fmla="*/ 2338033 h 5017219"/>
              <a:gd name="connsiteX22080" fmla="*/ 4088728 w 5799173"/>
              <a:gd name="connsiteY22080" fmla="*/ 2354160 h 5017219"/>
              <a:gd name="connsiteX22081" fmla="*/ 4087398 w 5799173"/>
              <a:gd name="connsiteY22081" fmla="*/ 2353412 h 5017219"/>
              <a:gd name="connsiteX22082" fmla="*/ 4076764 w 5799173"/>
              <a:gd name="connsiteY22082" fmla="*/ 2334886 h 5017219"/>
              <a:gd name="connsiteX22083" fmla="*/ 4076764 w 5799173"/>
              <a:gd name="connsiteY22083" fmla="*/ 2333390 h 5017219"/>
              <a:gd name="connsiteX22084" fmla="*/ 4087481 w 5799173"/>
              <a:gd name="connsiteY22084" fmla="*/ 2314864 h 5017219"/>
              <a:gd name="connsiteX22085" fmla="*/ 4088812 w 5799173"/>
              <a:gd name="connsiteY22085" fmla="*/ 2314116 h 5017219"/>
              <a:gd name="connsiteX22086" fmla="*/ 4110162 w 5799173"/>
              <a:gd name="connsiteY22086" fmla="*/ 2314115 h 5017219"/>
              <a:gd name="connsiteX22087" fmla="*/ 4111491 w 5799173"/>
              <a:gd name="connsiteY22087" fmla="*/ 2314864 h 5017219"/>
              <a:gd name="connsiteX22088" fmla="*/ 4122125 w 5799173"/>
              <a:gd name="connsiteY22088" fmla="*/ 2333389 h 5017219"/>
              <a:gd name="connsiteX22089" fmla="*/ 4122126 w 5799173"/>
              <a:gd name="connsiteY22089" fmla="*/ 2334885 h 5017219"/>
              <a:gd name="connsiteX22090" fmla="*/ 4111408 w 5799173"/>
              <a:gd name="connsiteY22090" fmla="*/ 2353412 h 5017219"/>
              <a:gd name="connsiteX22091" fmla="*/ 4110079 w 5799173"/>
              <a:gd name="connsiteY22091" fmla="*/ 2354159 h 5017219"/>
              <a:gd name="connsiteX22092" fmla="*/ 3426595 w 5799173"/>
              <a:gd name="connsiteY22092" fmla="*/ 2177025 h 5017219"/>
              <a:gd name="connsiteX22093" fmla="*/ 3425267 w 5799173"/>
              <a:gd name="connsiteY22093" fmla="*/ 2176277 h 5017219"/>
              <a:gd name="connsiteX22094" fmla="*/ 3414467 w 5799173"/>
              <a:gd name="connsiteY22094" fmla="*/ 2157501 h 5017219"/>
              <a:gd name="connsiteX22095" fmla="*/ 3414467 w 5799173"/>
              <a:gd name="connsiteY22095" fmla="*/ 2156006 h 5017219"/>
              <a:gd name="connsiteX22096" fmla="*/ 3425267 w 5799173"/>
              <a:gd name="connsiteY22096" fmla="*/ 2137230 h 5017219"/>
              <a:gd name="connsiteX22097" fmla="*/ 3426596 w 5799173"/>
              <a:gd name="connsiteY22097" fmla="*/ 2136482 h 5017219"/>
              <a:gd name="connsiteX22098" fmla="*/ 3448279 w 5799173"/>
              <a:gd name="connsiteY22098" fmla="*/ 2136482 h 5017219"/>
              <a:gd name="connsiteX22099" fmla="*/ 3449609 w 5799173"/>
              <a:gd name="connsiteY22099" fmla="*/ 2137230 h 5017219"/>
              <a:gd name="connsiteX22100" fmla="*/ 3460410 w 5799173"/>
              <a:gd name="connsiteY22100" fmla="*/ 2156006 h 5017219"/>
              <a:gd name="connsiteX22101" fmla="*/ 3460410 w 5799173"/>
              <a:gd name="connsiteY22101" fmla="*/ 2157501 h 5017219"/>
              <a:gd name="connsiteX22102" fmla="*/ 3449608 w 5799173"/>
              <a:gd name="connsiteY22102" fmla="*/ 2176277 h 5017219"/>
              <a:gd name="connsiteX22103" fmla="*/ 3448280 w 5799173"/>
              <a:gd name="connsiteY22103" fmla="*/ 2177025 h 5017219"/>
              <a:gd name="connsiteX22104" fmla="*/ 4148830 w 5799173"/>
              <a:gd name="connsiteY22104" fmla="*/ 2370547 h 5017219"/>
              <a:gd name="connsiteX22105" fmla="*/ 4147501 w 5799173"/>
              <a:gd name="connsiteY22105" fmla="*/ 2369799 h 5017219"/>
              <a:gd name="connsiteX22106" fmla="*/ 4136701 w 5799173"/>
              <a:gd name="connsiteY22106" fmla="*/ 2351023 h 5017219"/>
              <a:gd name="connsiteX22107" fmla="*/ 4136701 w 5799173"/>
              <a:gd name="connsiteY22107" fmla="*/ 2349528 h 5017219"/>
              <a:gd name="connsiteX22108" fmla="*/ 4147501 w 5799173"/>
              <a:gd name="connsiteY22108" fmla="*/ 2330752 h 5017219"/>
              <a:gd name="connsiteX22109" fmla="*/ 4148830 w 5799173"/>
              <a:gd name="connsiteY22109" fmla="*/ 2330004 h 5017219"/>
              <a:gd name="connsiteX22110" fmla="*/ 4170514 w 5799173"/>
              <a:gd name="connsiteY22110" fmla="*/ 2330004 h 5017219"/>
              <a:gd name="connsiteX22111" fmla="*/ 4171843 w 5799173"/>
              <a:gd name="connsiteY22111" fmla="*/ 2330752 h 5017219"/>
              <a:gd name="connsiteX22112" fmla="*/ 4182644 w 5799173"/>
              <a:gd name="connsiteY22112" fmla="*/ 2349528 h 5017219"/>
              <a:gd name="connsiteX22113" fmla="*/ 4182644 w 5799173"/>
              <a:gd name="connsiteY22113" fmla="*/ 2351023 h 5017219"/>
              <a:gd name="connsiteX22114" fmla="*/ 4171843 w 5799173"/>
              <a:gd name="connsiteY22114" fmla="*/ 2369799 h 5017219"/>
              <a:gd name="connsiteX22115" fmla="*/ 4170514 w 5799173"/>
              <a:gd name="connsiteY22115" fmla="*/ 2370547 h 5017219"/>
              <a:gd name="connsiteX22116" fmla="*/ 4209015 w 5799173"/>
              <a:gd name="connsiteY22116" fmla="*/ 2386674 h 5017219"/>
              <a:gd name="connsiteX22117" fmla="*/ 4207687 w 5799173"/>
              <a:gd name="connsiteY22117" fmla="*/ 2385926 h 5017219"/>
              <a:gd name="connsiteX22118" fmla="*/ 4196887 w 5799173"/>
              <a:gd name="connsiteY22118" fmla="*/ 2367150 h 5017219"/>
              <a:gd name="connsiteX22119" fmla="*/ 4196887 w 5799173"/>
              <a:gd name="connsiteY22119" fmla="*/ 2365655 h 5017219"/>
              <a:gd name="connsiteX22120" fmla="*/ 4207687 w 5799173"/>
              <a:gd name="connsiteY22120" fmla="*/ 2346879 h 5017219"/>
              <a:gd name="connsiteX22121" fmla="*/ 4209016 w 5799173"/>
              <a:gd name="connsiteY22121" fmla="*/ 2346131 h 5017219"/>
              <a:gd name="connsiteX22122" fmla="*/ 4230700 w 5799173"/>
              <a:gd name="connsiteY22122" fmla="*/ 2346131 h 5017219"/>
              <a:gd name="connsiteX22123" fmla="*/ 4232029 w 5799173"/>
              <a:gd name="connsiteY22123" fmla="*/ 2346879 h 5017219"/>
              <a:gd name="connsiteX22124" fmla="*/ 4242830 w 5799173"/>
              <a:gd name="connsiteY22124" fmla="*/ 2365655 h 5017219"/>
              <a:gd name="connsiteX22125" fmla="*/ 4242830 w 5799173"/>
              <a:gd name="connsiteY22125" fmla="*/ 2367150 h 5017219"/>
              <a:gd name="connsiteX22126" fmla="*/ 4232029 w 5799173"/>
              <a:gd name="connsiteY22126" fmla="*/ 2385926 h 5017219"/>
              <a:gd name="connsiteX22127" fmla="*/ 4230700 w 5799173"/>
              <a:gd name="connsiteY22127" fmla="*/ 2386674 h 5017219"/>
              <a:gd name="connsiteX22128" fmla="*/ 3185780 w 5799173"/>
              <a:gd name="connsiteY22128" fmla="*/ 2112591 h 5017219"/>
              <a:gd name="connsiteX22129" fmla="*/ 3184450 w 5799173"/>
              <a:gd name="connsiteY22129" fmla="*/ 2111843 h 5017219"/>
              <a:gd name="connsiteX22130" fmla="*/ 3173567 w 5799173"/>
              <a:gd name="connsiteY22130" fmla="*/ 2092984 h 5017219"/>
              <a:gd name="connsiteX22131" fmla="*/ 3173567 w 5799173"/>
              <a:gd name="connsiteY22131" fmla="*/ 2091406 h 5017219"/>
              <a:gd name="connsiteX22132" fmla="*/ 3184450 w 5799173"/>
              <a:gd name="connsiteY22132" fmla="*/ 2072547 h 5017219"/>
              <a:gd name="connsiteX22133" fmla="*/ 3185780 w 5799173"/>
              <a:gd name="connsiteY22133" fmla="*/ 2071799 h 5017219"/>
              <a:gd name="connsiteX22134" fmla="*/ 3207546 w 5799173"/>
              <a:gd name="connsiteY22134" fmla="*/ 2071799 h 5017219"/>
              <a:gd name="connsiteX22135" fmla="*/ 3208876 w 5799173"/>
              <a:gd name="connsiteY22135" fmla="*/ 2072547 h 5017219"/>
              <a:gd name="connsiteX22136" fmla="*/ 3219759 w 5799173"/>
              <a:gd name="connsiteY22136" fmla="*/ 2091406 h 5017219"/>
              <a:gd name="connsiteX22137" fmla="*/ 3219759 w 5799173"/>
              <a:gd name="connsiteY22137" fmla="*/ 2092984 h 5017219"/>
              <a:gd name="connsiteX22138" fmla="*/ 3208876 w 5799173"/>
              <a:gd name="connsiteY22138" fmla="*/ 2111843 h 5017219"/>
              <a:gd name="connsiteX22139" fmla="*/ 3207546 w 5799173"/>
              <a:gd name="connsiteY22139" fmla="*/ 2112591 h 5017219"/>
              <a:gd name="connsiteX22140" fmla="*/ 3245967 w 5799173"/>
              <a:gd name="connsiteY22140" fmla="*/ 2128718 h 5017219"/>
              <a:gd name="connsiteX22141" fmla="*/ 3244637 w 5799173"/>
              <a:gd name="connsiteY22141" fmla="*/ 2127970 h 5017219"/>
              <a:gd name="connsiteX22142" fmla="*/ 3233754 w 5799173"/>
              <a:gd name="connsiteY22142" fmla="*/ 2109111 h 5017219"/>
              <a:gd name="connsiteX22143" fmla="*/ 3233754 w 5799173"/>
              <a:gd name="connsiteY22143" fmla="*/ 2107533 h 5017219"/>
              <a:gd name="connsiteX22144" fmla="*/ 3244637 w 5799173"/>
              <a:gd name="connsiteY22144" fmla="*/ 2088674 h 5017219"/>
              <a:gd name="connsiteX22145" fmla="*/ 3245967 w 5799173"/>
              <a:gd name="connsiteY22145" fmla="*/ 2087926 h 5017219"/>
              <a:gd name="connsiteX22146" fmla="*/ 3267733 w 5799173"/>
              <a:gd name="connsiteY22146" fmla="*/ 2087926 h 5017219"/>
              <a:gd name="connsiteX22147" fmla="*/ 3269063 w 5799173"/>
              <a:gd name="connsiteY22147" fmla="*/ 2088674 h 5017219"/>
              <a:gd name="connsiteX22148" fmla="*/ 3279946 w 5799173"/>
              <a:gd name="connsiteY22148" fmla="*/ 2107533 h 5017219"/>
              <a:gd name="connsiteX22149" fmla="*/ 3279946 w 5799173"/>
              <a:gd name="connsiteY22149" fmla="*/ 2109111 h 5017219"/>
              <a:gd name="connsiteX22150" fmla="*/ 3269063 w 5799173"/>
              <a:gd name="connsiteY22150" fmla="*/ 2127970 h 5017219"/>
              <a:gd name="connsiteX22151" fmla="*/ 3267733 w 5799173"/>
              <a:gd name="connsiteY22151" fmla="*/ 2128718 h 5017219"/>
              <a:gd name="connsiteX22152" fmla="*/ 3125489 w 5799173"/>
              <a:gd name="connsiteY22152" fmla="*/ 2096628 h 5017219"/>
              <a:gd name="connsiteX22153" fmla="*/ 3124159 w 5799173"/>
              <a:gd name="connsiteY22153" fmla="*/ 2095879 h 5017219"/>
              <a:gd name="connsiteX22154" fmla="*/ 3113276 w 5799173"/>
              <a:gd name="connsiteY22154" fmla="*/ 2076938 h 5017219"/>
              <a:gd name="connsiteX22155" fmla="*/ 3113276 w 5799173"/>
              <a:gd name="connsiteY22155" fmla="*/ 2075359 h 5017219"/>
              <a:gd name="connsiteX22156" fmla="*/ 3124242 w 5799173"/>
              <a:gd name="connsiteY22156" fmla="*/ 2056418 h 5017219"/>
              <a:gd name="connsiteX22157" fmla="*/ 3125572 w 5799173"/>
              <a:gd name="connsiteY22157" fmla="*/ 2055670 h 5017219"/>
              <a:gd name="connsiteX22158" fmla="*/ 3147422 w 5799173"/>
              <a:gd name="connsiteY22158" fmla="*/ 2055669 h 5017219"/>
              <a:gd name="connsiteX22159" fmla="*/ 3148751 w 5799173"/>
              <a:gd name="connsiteY22159" fmla="*/ 2056417 h 5017219"/>
              <a:gd name="connsiteX22160" fmla="*/ 3159634 w 5799173"/>
              <a:gd name="connsiteY22160" fmla="*/ 2075360 h 5017219"/>
              <a:gd name="connsiteX22161" fmla="*/ 3159634 w 5799173"/>
              <a:gd name="connsiteY22161" fmla="*/ 2076938 h 5017219"/>
              <a:gd name="connsiteX22162" fmla="*/ 3148668 w 5799173"/>
              <a:gd name="connsiteY22162" fmla="*/ 2095880 h 5017219"/>
              <a:gd name="connsiteX22163" fmla="*/ 3147338 w 5799173"/>
              <a:gd name="connsiteY22163" fmla="*/ 2096628 h 5017219"/>
              <a:gd name="connsiteX22164" fmla="*/ 4329213 w 5799173"/>
              <a:gd name="connsiteY22164" fmla="*/ 2419165 h 5017219"/>
              <a:gd name="connsiteX22165" fmla="*/ 4327883 w 5799173"/>
              <a:gd name="connsiteY22165" fmla="*/ 2418416 h 5017219"/>
              <a:gd name="connsiteX22166" fmla="*/ 4317000 w 5799173"/>
              <a:gd name="connsiteY22166" fmla="*/ 2399474 h 5017219"/>
              <a:gd name="connsiteX22167" fmla="*/ 4317000 w 5799173"/>
              <a:gd name="connsiteY22167" fmla="*/ 2397896 h 5017219"/>
              <a:gd name="connsiteX22168" fmla="*/ 4327966 w 5799173"/>
              <a:gd name="connsiteY22168" fmla="*/ 2378954 h 5017219"/>
              <a:gd name="connsiteX22169" fmla="*/ 4329296 w 5799173"/>
              <a:gd name="connsiteY22169" fmla="*/ 2378206 h 5017219"/>
              <a:gd name="connsiteX22170" fmla="*/ 4351146 w 5799173"/>
              <a:gd name="connsiteY22170" fmla="*/ 2378206 h 5017219"/>
              <a:gd name="connsiteX22171" fmla="*/ 4352475 w 5799173"/>
              <a:gd name="connsiteY22171" fmla="*/ 2378954 h 5017219"/>
              <a:gd name="connsiteX22172" fmla="*/ 4363358 w 5799173"/>
              <a:gd name="connsiteY22172" fmla="*/ 2397897 h 5017219"/>
              <a:gd name="connsiteX22173" fmla="*/ 4363358 w 5799173"/>
              <a:gd name="connsiteY22173" fmla="*/ 2399475 h 5017219"/>
              <a:gd name="connsiteX22174" fmla="*/ 4352392 w 5799173"/>
              <a:gd name="connsiteY22174" fmla="*/ 2418416 h 5017219"/>
              <a:gd name="connsiteX22175" fmla="*/ 4351062 w 5799173"/>
              <a:gd name="connsiteY22175" fmla="*/ 2419164 h 5017219"/>
              <a:gd name="connsiteX22176" fmla="*/ 3366233 w 5799173"/>
              <a:gd name="connsiteY22176" fmla="*/ 2161217 h 5017219"/>
              <a:gd name="connsiteX22177" fmla="*/ 3364904 w 5799173"/>
              <a:gd name="connsiteY22177" fmla="*/ 2160470 h 5017219"/>
              <a:gd name="connsiteX22178" fmla="*/ 3353939 w 5799173"/>
              <a:gd name="connsiteY22178" fmla="*/ 2141444 h 5017219"/>
              <a:gd name="connsiteX22179" fmla="*/ 3353938 w 5799173"/>
              <a:gd name="connsiteY22179" fmla="*/ 2139866 h 5017219"/>
              <a:gd name="connsiteX22180" fmla="*/ 3364904 w 5799173"/>
              <a:gd name="connsiteY22180" fmla="*/ 2120841 h 5017219"/>
              <a:gd name="connsiteX22181" fmla="*/ 3366234 w 5799173"/>
              <a:gd name="connsiteY22181" fmla="*/ 2120093 h 5017219"/>
              <a:gd name="connsiteX22182" fmla="*/ 3388166 w 5799173"/>
              <a:gd name="connsiteY22182" fmla="*/ 2120093 h 5017219"/>
              <a:gd name="connsiteX22183" fmla="*/ 3389497 w 5799173"/>
              <a:gd name="connsiteY22183" fmla="*/ 2120841 h 5017219"/>
              <a:gd name="connsiteX22184" fmla="*/ 3400462 w 5799173"/>
              <a:gd name="connsiteY22184" fmla="*/ 2139866 h 5017219"/>
              <a:gd name="connsiteX22185" fmla="*/ 3400462 w 5799173"/>
              <a:gd name="connsiteY22185" fmla="*/ 2141444 h 5017219"/>
              <a:gd name="connsiteX22186" fmla="*/ 3389496 w 5799173"/>
              <a:gd name="connsiteY22186" fmla="*/ 2160470 h 5017219"/>
              <a:gd name="connsiteX22187" fmla="*/ 3388166 w 5799173"/>
              <a:gd name="connsiteY22187" fmla="*/ 2161217 h 5017219"/>
              <a:gd name="connsiteX22188" fmla="*/ 3305881 w 5799173"/>
              <a:gd name="connsiteY22188" fmla="*/ 2145256 h 5017219"/>
              <a:gd name="connsiteX22189" fmla="*/ 3304551 w 5799173"/>
              <a:gd name="connsiteY22189" fmla="*/ 2144509 h 5017219"/>
              <a:gd name="connsiteX22190" fmla="*/ 3293503 w 5799173"/>
              <a:gd name="connsiteY22190" fmla="*/ 2125317 h 5017219"/>
              <a:gd name="connsiteX22191" fmla="*/ 3293503 w 5799173"/>
              <a:gd name="connsiteY22191" fmla="*/ 2123739 h 5017219"/>
              <a:gd name="connsiteX22192" fmla="*/ 3304634 w 5799173"/>
              <a:gd name="connsiteY22192" fmla="*/ 2104548 h 5017219"/>
              <a:gd name="connsiteX22193" fmla="*/ 3305964 w 5799173"/>
              <a:gd name="connsiteY22193" fmla="*/ 2103800 h 5017219"/>
              <a:gd name="connsiteX22194" fmla="*/ 3328147 w 5799173"/>
              <a:gd name="connsiteY22194" fmla="*/ 2103800 h 5017219"/>
              <a:gd name="connsiteX22195" fmla="*/ 3329475 w 5799173"/>
              <a:gd name="connsiteY22195" fmla="*/ 2104548 h 5017219"/>
              <a:gd name="connsiteX22196" fmla="*/ 3340525 w 5799173"/>
              <a:gd name="connsiteY22196" fmla="*/ 2123739 h 5017219"/>
              <a:gd name="connsiteX22197" fmla="*/ 3340526 w 5799173"/>
              <a:gd name="connsiteY22197" fmla="*/ 2125317 h 5017219"/>
              <a:gd name="connsiteX22198" fmla="*/ 3329392 w 5799173"/>
              <a:gd name="connsiteY22198" fmla="*/ 2144509 h 5017219"/>
              <a:gd name="connsiteX22199" fmla="*/ 3328064 w 5799173"/>
              <a:gd name="connsiteY22199" fmla="*/ 2145256 h 5017219"/>
              <a:gd name="connsiteX22200" fmla="*/ 4388932 w 5799173"/>
              <a:gd name="connsiteY22200" fmla="*/ 2436302 h 5017219"/>
              <a:gd name="connsiteX22201" fmla="*/ 4387520 w 5799173"/>
              <a:gd name="connsiteY22201" fmla="*/ 2435471 h 5017219"/>
              <a:gd name="connsiteX22202" fmla="*/ 4376055 w 5799173"/>
              <a:gd name="connsiteY22202" fmla="*/ 2415532 h 5017219"/>
              <a:gd name="connsiteX22203" fmla="*/ 4376055 w 5799173"/>
              <a:gd name="connsiteY22203" fmla="*/ 2413872 h 5017219"/>
              <a:gd name="connsiteX22204" fmla="*/ 4387520 w 5799173"/>
              <a:gd name="connsiteY22204" fmla="*/ 2393932 h 5017219"/>
              <a:gd name="connsiteX22205" fmla="*/ 4388932 w 5799173"/>
              <a:gd name="connsiteY22205" fmla="*/ 2393101 h 5017219"/>
              <a:gd name="connsiteX22206" fmla="*/ 4411945 w 5799173"/>
              <a:gd name="connsiteY22206" fmla="*/ 2393102 h 5017219"/>
              <a:gd name="connsiteX22207" fmla="*/ 4413358 w 5799173"/>
              <a:gd name="connsiteY22207" fmla="*/ 2393933 h 5017219"/>
              <a:gd name="connsiteX22208" fmla="*/ 4424823 w 5799173"/>
              <a:gd name="connsiteY22208" fmla="*/ 2413872 h 5017219"/>
              <a:gd name="connsiteX22209" fmla="*/ 4424823 w 5799173"/>
              <a:gd name="connsiteY22209" fmla="*/ 2415532 h 5017219"/>
              <a:gd name="connsiteX22210" fmla="*/ 4413358 w 5799173"/>
              <a:gd name="connsiteY22210" fmla="*/ 2435472 h 5017219"/>
              <a:gd name="connsiteX22211" fmla="*/ 4411945 w 5799173"/>
              <a:gd name="connsiteY22211" fmla="*/ 2436303 h 5017219"/>
              <a:gd name="connsiteX22212" fmla="*/ 3601902 w 5799173"/>
              <a:gd name="connsiteY22212" fmla="*/ 2261189 h 5017219"/>
              <a:gd name="connsiteX22213" fmla="*/ 3601653 w 5799173"/>
              <a:gd name="connsiteY22213" fmla="*/ 2261023 h 5017219"/>
              <a:gd name="connsiteX22214" fmla="*/ 3599576 w 5799173"/>
              <a:gd name="connsiteY22214" fmla="*/ 2257451 h 5017219"/>
              <a:gd name="connsiteX22215" fmla="*/ 3599576 w 5799173"/>
              <a:gd name="connsiteY22215" fmla="*/ 2257119 h 5017219"/>
              <a:gd name="connsiteX22216" fmla="*/ 3601653 w 5799173"/>
              <a:gd name="connsiteY22216" fmla="*/ 2253546 h 5017219"/>
              <a:gd name="connsiteX22217" fmla="*/ 3601902 w 5799173"/>
              <a:gd name="connsiteY22217" fmla="*/ 2253380 h 5017219"/>
              <a:gd name="connsiteX22218" fmla="*/ 3606056 w 5799173"/>
              <a:gd name="connsiteY22218" fmla="*/ 2253380 h 5017219"/>
              <a:gd name="connsiteX22219" fmla="*/ 3606305 w 5799173"/>
              <a:gd name="connsiteY22219" fmla="*/ 2253546 h 5017219"/>
              <a:gd name="connsiteX22220" fmla="*/ 3608382 w 5799173"/>
              <a:gd name="connsiteY22220" fmla="*/ 2257119 h 5017219"/>
              <a:gd name="connsiteX22221" fmla="*/ 3608382 w 5799173"/>
              <a:gd name="connsiteY22221" fmla="*/ 2257451 h 5017219"/>
              <a:gd name="connsiteX22222" fmla="*/ 3606305 w 5799173"/>
              <a:gd name="connsiteY22222" fmla="*/ 2261023 h 5017219"/>
              <a:gd name="connsiteX22223" fmla="*/ 3606056 w 5799173"/>
              <a:gd name="connsiteY22223" fmla="*/ 2261189 h 5017219"/>
              <a:gd name="connsiteX22224" fmla="*/ 772245 w 5799173"/>
              <a:gd name="connsiteY22224" fmla="*/ 1504973 h 5017219"/>
              <a:gd name="connsiteX22225" fmla="*/ 771914 w 5799173"/>
              <a:gd name="connsiteY22225" fmla="*/ 1504724 h 5017219"/>
              <a:gd name="connsiteX22226" fmla="*/ 768922 w 5799173"/>
              <a:gd name="connsiteY22226" fmla="*/ 1499490 h 5017219"/>
              <a:gd name="connsiteX22227" fmla="*/ 768922 w 5799173"/>
              <a:gd name="connsiteY22227" fmla="*/ 1499074 h 5017219"/>
              <a:gd name="connsiteX22228" fmla="*/ 771913 w 5799173"/>
              <a:gd name="connsiteY22228" fmla="*/ 1493840 h 5017219"/>
              <a:gd name="connsiteX22229" fmla="*/ 772245 w 5799173"/>
              <a:gd name="connsiteY22229" fmla="*/ 1493591 h 5017219"/>
              <a:gd name="connsiteX22230" fmla="*/ 778227 w 5799173"/>
              <a:gd name="connsiteY22230" fmla="*/ 1493591 h 5017219"/>
              <a:gd name="connsiteX22231" fmla="*/ 778559 w 5799173"/>
              <a:gd name="connsiteY22231" fmla="*/ 1493840 h 5017219"/>
              <a:gd name="connsiteX22232" fmla="*/ 781550 w 5799173"/>
              <a:gd name="connsiteY22232" fmla="*/ 1499074 h 5017219"/>
              <a:gd name="connsiteX22233" fmla="*/ 781551 w 5799173"/>
              <a:gd name="connsiteY22233" fmla="*/ 1499490 h 5017219"/>
              <a:gd name="connsiteX22234" fmla="*/ 778559 w 5799173"/>
              <a:gd name="connsiteY22234" fmla="*/ 1504724 h 5017219"/>
              <a:gd name="connsiteX22235" fmla="*/ 778227 w 5799173"/>
              <a:gd name="connsiteY22235" fmla="*/ 1504973 h 5017219"/>
              <a:gd name="connsiteX22236" fmla="*/ 2936113 w 5799173"/>
              <a:gd name="connsiteY22236" fmla="*/ 2090865 h 5017219"/>
              <a:gd name="connsiteX22237" fmla="*/ 2935365 w 5799173"/>
              <a:gd name="connsiteY22237" fmla="*/ 2090449 h 5017219"/>
              <a:gd name="connsiteX22238" fmla="*/ 2929550 w 5799173"/>
              <a:gd name="connsiteY22238" fmla="*/ 2080314 h 5017219"/>
              <a:gd name="connsiteX22239" fmla="*/ 2929550 w 5799173"/>
              <a:gd name="connsiteY22239" fmla="*/ 2079483 h 5017219"/>
              <a:gd name="connsiteX22240" fmla="*/ 2935365 w 5799173"/>
              <a:gd name="connsiteY22240" fmla="*/ 2069348 h 5017219"/>
              <a:gd name="connsiteX22241" fmla="*/ 2936113 w 5799173"/>
              <a:gd name="connsiteY22241" fmla="*/ 2068932 h 5017219"/>
              <a:gd name="connsiteX22242" fmla="*/ 2947827 w 5799173"/>
              <a:gd name="connsiteY22242" fmla="*/ 2068932 h 5017219"/>
              <a:gd name="connsiteX22243" fmla="*/ 2948575 w 5799173"/>
              <a:gd name="connsiteY22243" fmla="*/ 2069348 h 5017219"/>
              <a:gd name="connsiteX22244" fmla="*/ 2954390 w 5799173"/>
              <a:gd name="connsiteY22244" fmla="*/ 2079483 h 5017219"/>
              <a:gd name="connsiteX22245" fmla="*/ 2954390 w 5799173"/>
              <a:gd name="connsiteY22245" fmla="*/ 2080314 h 5017219"/>
              <a:gd name="connsiteX22246" fmla="*/ 2948575 w 5799173"/>
              <a:gd name="connsiteY22246" fmla="*/ 2090449 h 5017219"/>
              <a:gd name="connsiteX22247" fmla="*/ 2947827 w 5799173"/>
              <a:gd name="connsiteY22247" fmla="*/ 2090865 h 5017219"/>
              <a:gd name="connsiteX22248" fmla="*/ 2873709 w 5799173"/>
              <a:gd name="connsiteY22248" fmla="*/ 2078791 h 5017219"/>
              <a:gd name="connsiteX22249" fmla="*/ 2872711 w 5799173"/>
              <a:gd name="connsiteY22249" fmla="*/ 2078209 h 5017219"/>
              <a:gd name="connsiteX22250" fmla="*/ 2864653 w 5799173"/>
              <a:gd name="connsiteY22250" fmla="*/ 2064252 h 5017219"/>
              <a:gd name="connsiteX22251" fmla="*/ 2864653 w 5799173"/>
              <a:gd name="connsiteY22251" fmla="*/ 2063090 h 5017219"/>
              <a:gd name="connsiteX22252" fmla="*/ 2872712 w 5799173"/>
              <a:gd name="connsiteY22252" fmla="*/ 2049133 h 5017219"/>
              <a:gd name="connsiteX22253" fmla="*/ 2873709 w 5799173"/>
              <a:gd name="connsiteY22253" fmla="*/ 2048551 h 5017219"/>
              <a:gd name="connsiteX22254" fmla="*/ 2889743 w 5799173"/>
              <a:gd name="connsiteY22254" fmla="*/ 2048550 h 5017219"/>
              <a:gd name="connsiteX22255" fmla="*/ 2890739 w 5799173"/>
              <a:gd name="connsiteY22255" fmla="*/ 2049132 h 5017219"/>
              <a:gd name="connsiteX22256" fmla="*/ 2898798 w 5799173"/>
              <a:gd name="connsiteY22256" fmla="*/ 2063089 h 5017219"/>
              <a:gd name="connsiteX22257" fmla="*/ 2898798 w 5799173"/>
              <a:gd name="connsiteY22257" fmla="*/ 2064253 h 5017219"/>
              <a:gd name="connsiteX22258" fmla="*/ 2890740 w 5799173"/>
              <a:gd name="connsiteY22258" fmla="*/ 2078210 h 5017219"/>
              <a:gd name="connsiteX22259" fmla="*/ 2889743 w 5799173"/>
              <a:gd name="connsiteY22259" fmla="*/ 2078792 h 5017219"/>
              <a:gd name="connsiteX22260" fmla="*/ 2994078 w 5799173"/>
              <a:gd name="connsiteY22260" fmla="*/ 2111149 h 5017219"/>
              <a:gd name="connsiteX22261" fmla="*/ 2993081 w 5799173"/>
              <a:gd name="connsiteY22261" fmla="*/ 2110567 h 5017219"/>
              <a:gd name="connsiteX22262" fmla="*/ 2985023 w 5799173"/>
              <a:gd name="connsiteY22262" fmla="*/ 2096527 h 5017219"/>
              <a:gd name="connsiteX22263" fmla="*/ 2985023 w 5799173"/>
              <a:gd name="connsiteY22263" fmla="*/ 2095364 h 5017219"/>
              <a:gd name="connsiteX22264" fmla="*/ 2993080 w 5799173"/>
              <a:gd name="connsiteY22264" fmla="*/ 2081324 h 5017219"/>
              <a:gd name="connsiteX22265" fmla="*/ 2994078 w 5799173"/>
              <a:gd name="connsiteY22265" fmla="*/ 2080742 h 5017219"/>
              <a:gd name="connsiteX22266" fmla="*/ 3010279 w 5799173"/>
              <a:gd name="connsiteY22266" fmla="*/ 2080742 h 5017219"/>
              <a:gd name="connsiteX22267" fmla="*/ 3011275 w 5799173"/>
              <a:gd name="connsiteY22267" fmla="*/ 2081324 h 5017219"/>
              <a:gd name="connsiteX22268" fmla="*/ 3019335 w 5799173"/>
              <a:gd name="connsiteY22268" fmla="*/ 2095364 h 5017219"/>
              <a:gd name="connsiteX22269" fmla="*/ 3019335 w 5799173"/>
              <a:gd name="connsiteY22269" fmla="*/ 2096527 h 5017219"/>
              <a:gd name="connsiteX22270" fmla="*/ 3011276 w 5799173"/>
              <a:gd name="connsiteY22270" fmla="*/ 2110567 h 5017219"/>
              <a:gd name="connsiteX22271" fmla="*/ 3010279 w 5799173"/>
              <a:gd name="connsiteY22271" fmla="*/ 2111149 h 5017219"/>
              <a:gd name="connsiteX22272" fmla="*/ 1068016 w 5799173"/>
              <a:gd name="connsiteY22272" fmla="*/ 1595242 h 5017219"/>
              <a:gd name="connsiteX22273" fmla="*/ 1067019 w 5799173"/>
              <a:gd name="connsiteY22273" fmla="*/ 1594660 h 5017219"/>
              <a:gd name="connsiteX22274" fmla="*/ 1058877 w 5799173"/>
              <a:gd name="connsiteY22274" fmla="*/ 1580537 h 5017219"/>
              <a:gd name="connsiteX22275" fmla="*/ 1058877 w 5799173"/>
              <a:gd name="connsiteY22275" fmla="*/ 1579374 h 5017219"/>
              <a:gd name="connsiteX22276" fmla="*/ 1067019 w 5799173"/>
              <a:gd name="connsiteY22276" fmla="*/ 1565251 h 5017219"/>
              <a:gd name="connsiteX22277" fmla="*/ 1068016 w 5799173"/>
              <a:gd name="connsiteY22277" fmla="*/ 1564669 h 5017219"/>
              <a:gd name="connsiteX22278" fmla="*/ 1084299 w 5799173"/>
              <a:gd name="connsiteY22278" fmla="*/ 1564669 h 5017219"/>
              <a:gd name="connsiteX22279" fmla="*/ 1085296 w 5799173"/>
              <a:gd name="connsiteY22279" fmla="*/ 1565251 h 5017219"/>
              <a:gd name="connsiteX22280" fmla="*/ 1093438 w 5799173"/>
              <a:gd name="connsiteY22280" fmla="*/ 1579374 h 5017219"/>
              <a:gd name="connsiteX22281" fmla="*/ 1093438 w 5799173"/>
              <a:gd name="connsiteY22281" fmla="*/ 1580537 h 5017219"/>
              <a:gd name="connsiteX22282" fmla="*/ 1085296 w 5799173"/>
              <a:gd name="connsiteY22282" fmla="*/ 1594660 h 5017219"/>
              <a:gd name="connsiteX22283" fmla="*/ 1084299 w 5799173"/>
              <a:gd name="connsiteY22283" fmla="*/ 1595242 h 5017219"/>
              <a:gd name="connsiteX22284" fmla="*/ 947313 w 5799173"/>
              <a:gd name="connsiteY22284" fmla="*/ 1563478 h 5017219"/>
              <a:gd name="connsiteX22285" fmla="*/ 946315 w 5799173"/>
              <a:gd name="connsiteY22285" fmla="*/ 1562895 h 5017219"/>
              <a:gd name="connsiteX22286" fmla="*/ 937842 w 5799173"/>
              <a:gd name="connsiteY22286" fmla="*/ 1548274 h 5017219"/>
              <a:gd name="connsiteX22287" fmla="*/ 937842 w 5799173"/>
              <a:gd name="connsiteY22287" fmla="*/ 1547111 h 5017219"/>
              <a:gd name="connsiteX22288" fmla="*/ 946316 w 5799173"/>
              <a:gd name="connsiteY22288" fmla="*/ 1532490 h 5017219"/>
              <a:gd name="connsiteX22289" fmla="*/ 947312 w 5799173"/>
              <a:gd name="connsiteY22289" fmla="*/ 1531908 h 5017219"/>
              <a:gd name="connsiteX22290" fmla="*/ 964177 w 5799173"/>
              <a:gd name="connsiteY22290" fmla="*/ 1531907 h 5017219"/>
              <a:gd name="connsiteX22291" fmla="*/ 965174 w 5799173"/>
              <a:gd name="connsiteY22291" fmla="*/ 1532489 h 5017219"/>
              <a:gd name="connsiteX22292" fmla="*/ 973648 w 5799173"/>
              <a:gd name="connsiteY22292" fmla="*/ 1547110 h 5017219"/>
              <a:gd name="connsiteX22293" fmla="*/ 973649 w 5799173"/>
              <a:gd name="connsiteY22293" fmla="*/ 1548275 h 5017219"/>
              <a:gd name="connsiteX22294" fmla="*/ 965175 w 5799173"/>
              <a:gd name="connsiteY22294" fmla="*/ 1562896 h 5017219"/>
              <a:gd name="connsiteX22295" fmla="*/ 964177 w 5799173"/>
              <a:gd name="connsiteY22295" fmla="*/ 1563477 h 5017219"/>
              <a:gd name="connsiteX22296" fmla="*/ 1127871 w 5799173"/>
              <a:gd name="connsiteY22296" fmla="*/ 1611858 h 5017219"/>
              <a:gd name="connsiteX22297" fmla="*/ 1126874 w 5799173"/>
              <a:gd name="connsiteY22297" fmla="*/ 1611276 h 5017219"/>
              <a:gd name="connsiteX22298" fmla="*/ 1118400 w 5799173"/>
              <a:gd name="connsiteY22298" fmla="*/ 1596655 h 5017219"/>
              <a:gd name="connsiteX22299" fmla="*/ 1118400 w 5799173"/>
              <a:gd name="connsiteY22299" fmla="*/ 1595491 h 5017219"/>
              <a:gd name="connsiteX22300" fmla="*/ 1126874 w 5799173"/>
              <a:gd name="connsiteY22300" fmla="*/ 1580870 h 5017219"/>
              <a:gd name="connsiteX22301" fmla="*/ 1127871 w 5799173"/>
              <a:gd name="connsiteY22301" fmla="*/ 1580288 h 5017219"/>
              <a:gd name="connsiteX22302" fmla="*/ 1144736 w 5799173"/>
              <a:gd name="connsiteY22302" fmla="*/ 1580288 h 5017219"/>
              <a:gd name="connsiteX22303" fmla="*/ 1145733 w 5799173"/>
              <a:gd name="connsiteY22303" fmla="*/ 1580870 h 5017219"/>
              <a:gd name="connsiteX22304" fmla="*/ 1154207 w 5799173"/>
              <a:gd name="connsiteY22304" fmla="*/ 1595491 h 5017219"/>
              <a:gd name="connsiteX22305" fmla="*/ 1154207 w 5799173"/>
              <a:gd name="connsiteY22305" fmla="*/ 1596655 h 5017219"/>
              <a:gd name="connsiteX22306" fmla="*/ 1145733 w 5799173"/>
              <a:gd name="connsiteY22306" fmla="*/ 1611276 h 5017219"/>
              <a:gd name="connsiteX22307" fmla="*/ 1144736 w 5799173"/>
              <a:gd name="connsiteY22307" fmla="*/ 1611858 h 5017219"/>
              <a:gd name="connsiteX22308" fmla="*/ 887031 w 5799173"/>
              <a:gd name="connsiteY22308" fmla="*/ 1547609 h 5017219"/>
              <a:gd name="connsiteX22309" fmla="*/ 885950 w 5799173"/>
              <a:gd name="connsiteY22309" fmla="*/ 1547027 h 5017219"/>
              <a:gd name="connsiteX22310" fmla="*/ 877393 w 5799173"/>
              <a:gd name="connsiteY22310" fmla="*/ 1532239 h 5017219"/>
              <a:gd name="connsiteX22311" fmla="*/ 877394 w 5799173"/>
              <a:gd name="connsiteY22311" fmla="*/ 1530993 h 5017219"/>
              <a:gd name="connsiteX22312" fmla="*/ 885951 w 5799173"/>
              <a:gd name="connsiteY22312" fmla="*/ 1516205 h 5017219"/>
              <a:gd name="connsiteX22313" fmla="*/ 887030 w 5799173"/>
              <a:gd name="connsiteY22313" fmla="*/ 1515623 h 5017219"/>
              <a:gd name="connsiteX22314" fmla="*/ 904144 w 5799173"/>
              <a:gd name="connsiteY22314" fmla="*/ 1515623 h 5017219"/>
              <a:gd name="connsiteX22315" fmla="*/ 905225 w 5799173"/>
              <a:gd name="connsiteY22315" fmla="*/ 1516205 h 5017219"/>
              <a:gd name="connsiteX22316" fmla="*/ 913782 w 5799173"/>
              <a:gd name="connsiteY22316" fmla="*/ 1530993 h 5017219"/>
              <a:gd name="connsiteX22317" fmla="*/ 913781 w 5799173"/>
              <a:gd name="connsiteY22317" fmla="*/ 1532239 h 5017219"/>
              <a:gd name="connsiteX22318" fmla="*/ 905224 w 5799173"/>
              <a:gd name="connsiteY22318" fmla="*/ 1547027 h 5017219"/>
              <a:gd name="connsiteX22319" fmla="*/ 904145 w 5799173"/>
              <a:gd name="connsiteY22319" fmla="*/ 1547609 h 5017219"/>
              <a:gd name="connsiteX22320" fmla="*/ 1007320 w 5799173"/>
              <a:gd name="connsiteY22320" fmla="*/ 1579946 h 5017219"/>
              <a:gd name="connsiteX22321" fmla="*/ 1006240 w 5799173"/>
              <a:gd name="connsiteY22321" fmla="*/ 1579364 h 5017219"/>
              <a:gd name="connsiteX22322" fmla="*/ 997683 w 5799173"/>
              <a:gd name="connsiteY22322" fmla="*/ 1564493 h 5017219"/>
              <a:gd name="connsiteX22323" fmla="*/ 997684 w 5799173"/>
              <a:gd name="connsiteY22323" fmla="*/ 1563247 h 5017219"/>
              <a:gd name="connsiteX22324" fmla="*/ 1006323 w 5799173"/>
              <a:gd name="connsiteY22324" fmla="*/ 1548376 h 5017219"/>
              <a:gd name="connsiteX22325" fmla="*/ 1007403 w 5799173"/>
              <a:gd name="connsiteY22325" fmla="*/ 1547794 h 5017219"/>
              <a:gd name="connsiteX22326" fmla="*/ 1024600 w 5799173"/>
              <a:gd name="connsiteY22326" fmla="*/ 1547794 h 5017219"/>
              <a:gd name="connsiteX22327" fmla="*/ 1025680 w 5799173"/>
              <a:gd name="connsiteY22327" fmla="*/ 1548376 h 5017219"/>
              <a:gd name="connsiteX22328" fmla="*/ 1034238 w 5799173"/>
              <a:gd name="connsiteY22328" fmla="*/ 1563247 h 5017219"/>
              <a:gd name="connsiteX22329" fmla="*/ 1034239 w 5799173"/>
              <a:gd name="connsiteY22329" fmla="*/ 1564493 h 5017219"/>
              <a:gd name="connsiteX22330" fmla="*/ 1025597 w 5799173"/>
              <a:gd name="connsiteY22330" fmla="*/ 1579364 h 5017219"/>
              <a:gd name="connsiteX22331" fmla="*/ 1024518 w 5799173"/>
              <a:gd name="connsiteY22331" fmla="*/ 1579946 h 5017219"/>
              <a:gd name="connsiteX22332" fmla="*/ 826762 w 5799173"/>
              <a:gd name="connsiteY22332" fmla="*/ 1531648 h 5017219"/>
              <a:gd name="connsiteX22333" fmla="*/ 825682 w 5799173"/>
              <a:gd name="connsiteY22333" fmla="*/ 1531066 h 5017219"/>
              <a:gd name="connsiteX22334" fmla="*/ 817042 w 5799173"/>
              <a:gd name="connsiteY22334" fmla="*/ 1516112 h 5017219"/>
              <a:gd name="connsiteX22335" fmla="*/ 817041 w 5799173"/>
              <a:gd name="connsiteY22335" fmla="*/ 1514866 h 5017219"/>
              <a:gd name="connsiteX22336" fmla="*/ 825682 w 5799173"/>
              <a:gd name="connsiteY22336" fmla="*/ 1499912 h 5017219"/>
              <a:gd name="connsiteX22337" fmla="*/ 826761 w 5799173"/>
              <a:gd name="connsiteY22337" fmla="*/ 1499330 h 5017219"/>
              <a:gd name="connsiteX22338" fmla="*/ 844041 w 5799173"/>
              <a:gd name="connsiteY22338" fmla="*/ 1499330 h 5017219"/>
              <a:gd name="connsiteX22339" fmla="*/ 845121 w 5799173"/>
              <a:gd name="connsiteY22339" fmla="*/ 1499912 h 5017219"/>
              <a:gd name="connsiteX22340" fmla="*/ 853762 w 5799173"/>
              <a:gd name="connsiteY22340" fmla="*/ 1514866 h 5017219"/>
              <a:gd name="connsiteX22341" fmla="*/ 853763 w 5799173"/>
              <a:gd name="connsiteY22341" fmla="*/ 1516112 h 5017219"/>
              <a:gd name="connsiteX22342" fmla="*/ 845122 w 5799173"/>
              <a:gd name="connsiteY22342" fmla="*/ 1531066 h 5017219"/>
              <a:gd name="connsiteX22343" fmla="*/ 844042 w 5799173"/>
              <a:gd name="connsiteY22343" fmla="*/ 1531648 h 5017219"/>
              <a:gd name="connsiteX22344" fmla="*/ 4799054 w 5799173"/>
              <a:gd name="connsiteY22344" fmla="*/ 2596021 h 5017219"/>
              <a:gd name="connsiteX22345" fmla="*/ 4797973 w 5799173"/>
              <a:gd name="connsiteY22345" fmla="*/ 2595439 h 5017219"/>
              <a:gd name="connsiteX22346" fmla="*/ 4789333 w 5799173"/>
              <a:gd name="connsiteY22346" fmla="*/ 2580485 h 5017219"/>
              <a:gd name="connsiteX22347" fmla="*/ 4789333 w 5799173"/>
              <a:gd name="connsiteY22347" fmla="*/ 2579239 h 5017219"/>
              <a:gd name="connsiteX22348" fmla="*/ 4797973 w 5799173"/>
              <a:gd name="connsiteY22348" fmla="*/ 2564284 h 5017219"/>
              <a:gd name="connsiteX22349" fmla="*/ 4799054 w 5799173"/>
              <a:gd name="connsiteY22349" fmla="*/ 2563703 h 5017219"/>
              <a:gd name="connsiteX22350" fmla="*/ 4816333 w 5799173"/>
              <a:gd name="connsiteY22350" fmla="*/ 2563703 h 5017219"/>
              <a:gd name="connsiteX22351" fmla="*/ 4817415 w 5799173"/>
              <a:gd name="connsiteY22351" fmla="*/ 2564285 h 5017219"/>
              <a:gd name="connsiteX22352" fmla="*/ 4826054 w 5799173"/>
              <a:gd name="connsiteY22352" fmla="*/ 2579238 h 5017219"/>
              <a:gd name="connsiteX22353" fmla="*/ 4826054 w 5799173"/>
              <a:gd name="connsiteY22353" fmla="*/ 2580484 h 5017219"/>
              <a:gd name="connsiteX22354" fmla="*/ 4817414 w 5799173"/>
              <a:gd name="connsiteY22354" fmla="*/ 2595439 h 5017219"/>
              <a:gd name="connsiteX22355" fmla="*/ 4816333 w 5799173"/>
              <a:gd name="connsiteY22355" fmla="*/ 2596021 h 5017219"/>
              <a:gd name="connsiteX22356" fmla="*/ 1187713 w 5799173"/>
              <a:gd name="connsiteY22356" fmla="*/ 1628658 h 5017219"/>
              <a:gd name="connsiteX22357" fmla="*/ 1186633 w 5799173"/>
              <a:gd name="connsiteY22357" fmla="*/ 1628077 h 5017219"/>
              <a:gd name="connsiteX22358" fmla="*/ 1177827 w 5799173"/>
              <a:gd name="connsiteY22358" fmla="*/ 1612873 h 5017219"/>
              <a:gd name="connsiteX22359" fmla="*/ 1177827 w 5799173"/>
              <a:gd name="connsiteY22359" fmla="*/ 1611627 h 5017219"/>
              <a:gd name="connsiteX22360" fmla="*/ 1186633 w 5799173"/>
              <a:gd name="connsiteY22360" fmla="*/ 1596424 h 5017219"/>
              <a:gd name="connsiteX22361" fmla="*/ 1187713 w 5799173"/>
              <a:gd name="connsiteY22361" fmla="*/ 1595842 h 5017219"/>
              <a:gd name="connsiteX22362" fmla="*/ 1205326 w 5799173"/>
              <a:gd name="connsiteY22362" fmla="*/ 1595842 h 5017219"/>
              <a:gd name="connsiteX22363" fmla="*/ 1206406 w 5799173"/>
              <a:gd name="connsiteY22363" fmla="*/ 1596424 h 5017219"/>
              <a:gd name="connsiteX22364" fmla="*/ 1215213 w 5799173"/>
              <a:gd name="connsiteY22364" fmla="*/ 1611627 h 5017219"/>
              <a:gd name="connsiteX22365" fmla="*/ 1215213 w 5799173"/>
              <a:gd name="connsiteY22365" fmla="*/ 1612873 h 5017219"/>
              <a:gd name="connsiteX22366" fmla="*/ 1206406 w 5799173"/>
              <a:gd name="connsiteY22366" fmla="*/ 1628077 h 5017219"/>
              <a:gd name="connsiteX22367" fmla="*/ 1205326 w 5799173"/>
              <a:gd name="connsiteY22367" fmla="*/ 1628658 h 5017219"/>
              <a:gd name="connsiteX22368" fmla="*/ 1247899 w 5799173"/>
              <a:gd name="connsiteY22368" fmla="*/ 1644785 h 5017219"/>
              <a:gd name="connsiteX22369" fmla="*/ 1246818 w 5799173"/>
              <a:gd name="connsiteY22369" fmla="*/ 1644204 h 5017219"/>
              <a:gd name="connsiteX22370" fmla="*/ 1238012 w 5799173"/>
              <a:gd name="connsiteY22370" fmla="*/ 1629000 h 5017219"/>
              <a:gd name="connsiteX22371" fmla="*/ 1238012 w 5799173"/>
              <a:gd name="connsiteY22371" fmla="*/ 1627754 h 5017219"/>
              <a:gd name="connsiteX22372" fmla="*/ 1246819 w 5799173"/>
              <a:gd name="connsiteY22372" fmla="*/ 1612551 h 5017219"/>
              <a:gd name="connsiteX22373" fmla="*/ 1247899 w 5799173"/>
              <a:gd name="connsiteY22373" fmla="*/ 1611969 h 5017219"/>
              <a:gd name="connsiteX22374" fmla="*/ 1265511 w 5799173"/>
              <a:gd name="connsiteY22374" fmla="*/ 1611969 h 5017219"/>
              <a:gd name="connsiteX22375" fmla="*/ 1266592 w 5799173"/>
              <a:gd name="connsiteY22375" fmla="*/ 1612551 h 5017219"/>
              <a:gd name="connsiteX22376" fmla="*/ 1275399 w 5799173"/>
              <a:gd name="connsiteY22376" fmla="*/ 1627754 h 5017219"/>
              <a:gd name="connsiteX22377" fmla="*/ 1275399 w 5799173"/>
              <a:gd name="connsiteY22377" fmla="*/ 1629000 h 5017219"/>
              <a:gd name="connsiteX22378" fmla="*/ 1266592 w 5799173"/>
              <a:gd name="connsiteY22378" fmla="*/ 1644204 h 5017219"/>
              <a:gd name="connsiteX22379" fmla="*/ 1265511 w 5799173"/>
              <a:gd name="connsiteY22379" fmla="*/ 1644785 h 5017219"/>
              <a:gd name="connsiteX22380" fmla="*/ 1307940 w 5799173"/>
              <a:gd name="connsiteY22380" fmla="*/ 1661341 h 5017219"/>
              <a:gd name="connsiteX22381" fmla="*/ 1306861 w 5799173"/>
              <a:gd name="connsiteY22381" fmla="*/ 1660677 h 5017219"/>
              <a:gd name="connsiteX22382" fmla="*/ 1297888 w 5799173"/>
              <a:gd name="connsiteY22382" fmla="*/ 1645058 h 5017219"/>
              <a:gd name="connsiteX22383" fmla="*/ 1297888 w 5799173"/>
              <a:gd name="connsiteY22383" fmla="*/ 1643811 h 5017219"/>
              <a:gd name="connsiteX22384" fmla="*/ 1306861 w 5799173"/>
              <a:gd name="connsiteY22384" fmla="*/ 1628193 h 5017219"/>
              <a:gd name="connsiteX22385" fmla="*/ 1307940 w 5799173"/>
              <a:gd name="connsiteY22385" fmla="*/ 1627528 h 5017219"/>
              <a:gd name="connsiteX22386" fmla="*/ 1325969 w 5799173"/>
              <a:gd name="connsiteY22386" fmla="*/ 1627528 h 5017219"/>
              <a:gd name="connsiteX22387" fmla="*/ 1327049 w 5799173"/>
              <a:gd name="connsiteY22387" fmla="*/ 1628193 h 5017219"/>
              <a:gd name="connsiteX22388" fmla="*/ 1336021 w 5799173"/>
              <a:gd name="connsiteY22388" fmla="*/ 1643811 h 5017219"/>
              <a:gd name="connsiteX22389" fmla="*/ 1336020 w 5799173"/>
              <a:gd name="connsiteY22389" fmla="*/ 1645058 h 5017219"/>
              <a:gd name="connsiteX22390" fmla="*/ 1327049 w 5799173"/>
              <a:gd name="connsiteY22390" fmla="*/ 1660677 h 5017219"/>
              <a:gd name="connsiteX22391" fmla="*/ 1325969 w 5799173"/>
              <a:gd name="connsiteY22391" fmla="*/ 1661341 h 5017219"/>
              <a:gd name="connsiteX22392" fmla="*/ 3655202 w 5799173"/>
              <a:gd name="connsiteY22392" fmla="*/ 2290288 h 5017219"/>
              <a:gd name="connsiteX22393" fmla="*/ 3654122 w 5799173"/>
              <a:gd name="connsiteY22393" fmla="*/ 2289624 h 5017219"/>
              <a:gd name="connsiteX22394" fmla="*/ 3645150 w 5799173"/>
              <a:gd name="connsiteY22394" fmla="*/ 2274005 h 5017219"/>
              <a:gd name="connsiteX22395" fmla="*/ 3645150 w 5799173"/>
              <a:gd name="connsiteY22395" fmla="*/ 2272758 h 5017219"/>
              <a:gd name="connsiteX22396" fmla="*/ 3654122 w 5799173"/>
              <a:gd name="connsiteY22396" fmla="*/ 2257140 h 5017219"/>
              <a:gd name="connsiteX22397" fmla="*/ 3655202 w 5799173"/>
              <a:gd name="connsiteY22397" fmla="*/ 2256475 h 5017219"/>
              <a:gd name="connsiteX22398" fmla="*/ 3673230 w 5799173"/>
              <a:gd name="connsiteY22398" fmla="*/ 2256475 h 5017219"/>
              <a:gd name="connsiteX22399" fmla="*/ 3674310 w 5799173"/>
              <a:gd name="connsiteY22399" fmla="*/ 2257140 h 5017219"/>
              <a:gd name="connsiteX22400" fmla="*/ 3683283 w 5799173"/>
              <a:gd name="connsiteY22400" fmla="*/ 2272758 h 5017219"/>
              <a:gd name="connsiteX22401" fmla="*/ 3683283 w 5799173"/>
              <a:gd name="connsiteY22401" fmla="*/ 2274005 h 5017219"/>
              <a:gd name="connsiteX22402" fmla="*/ 3674310 w 5799173"/>
              <a:gd name="connsiteY22402" fmla="*/ 2289624 h 5017219"/>
              <a:gd name="connsiteX22403" fmla="*/ 3673230 w 5799173"/>
              <a:gd name="connsiteY22403" fmla="*/ 2290288 h 5017219"/>
              <a:gd name="connsiteX22404" fmla="*/ 1367961 w 5799173"/>
              <a:gd name="connsiteY22404" fmla="*/ 1677622 h 5017219"/>
              <a:gd name="connsiteX22405" fmla="*/ 1366881 w 5799173"/>
              <a:gd name="connsiteY22405" fmla="*/ 1676959 h 5017219"/>
              <a:gd name="connsiteX22406" fmla="*/ 1357825 w 5799173"/>
              <a:gd name="connsiteY22406" fmla="*/ 1661174 h 5017219"/>
              <a:gd name="connsiteX22407" fmla="*/ 1357825 w 5799173"/>
              <a:gd name="connsiteY22407" fmla="*/ 1659928 h 5017219"/>
              <a:gd name="connsiteX22408" fmla="*/ 1366964 w 5799173"/>
              <a:gd name="connsiteY22408" fmla="*/ 1644143 h 5017219"/>
              <a:gd name="connsiteX22409" fmla="*/ 1368043 w 5799173"/>
              <a:gd name="connsiteY22409" fmla="*/ 1643478 h 5017219"/>
              <a:gd name="connsiteX22410" fmla="*/ 1386238 w 5799173"/>
              <a:gd name="connsiteY22410" fmla="*/ 1643478 h 5017219"/>
              <a:gd name="connsiteX22411" fmla="*/ 1387318 w 5799173"/>
              <a:gd name="connsiteY22411" fmla="*/ 1644143 h 5017219"/>
              <a:gd name="connsiteX22412" fmla="*/ 1396374 w 5799173"/>
              <a:gd name="connsiteY22412" fmla="*/ 1659928 h 5017219"/>
              <a:gd name="connsiteX22413" fmla="*/ 1396374 w 5799173"/>
              <a:gd name="connsiteY22413" fmla="*/ 1661174 h 5017219"/>
              <a:gd name="connsiteX22414" fmla="*/ 1387234 w 5799173"/>
              <a:gd name="connsiteY22414" fmla="*/ 1676959 h 5017219"/>
              <a:gd name="connsiteX22415" fmla="*/ 1386155 w 5799173"/>
              <a:gd name="connsiteY22415" fmla="*/ 1677623 h 5017219"/>
              <a:gd name="connsiteX22416" fmla="*/ 1548519 w 5799173"/>
              <a:gd name="connsiteY22416" fmla="*/ 1726003 h 5017219"/>
              <a:gd name="connsiteX22417" fmla="*/ 1547440 w 5799173"/>
              <a:gd name="connsiteY22417" fmla="*/ 1725339 h 5017219"/>
              <a:gd name="connsiteX22418" fmla="*/ 1538383 w 5799173"/>
              <a:gd name="connsiteY22418" fmla="*/ 1709554 h 5017219"/>
              <a:gd name="connsiteX22419" fmla="*/ 1538383 w 5799173"/>
              <a:gd name="connsiteY22419" fmla="*/ 1708308 h 5017219"/>
              <a:gd name="connsiteX22420" fmla="*/ 1547523 w 5799173"/>
              <a:gd name="connsiteY22420" fmla="*/ 1692523 h 5017219"/>
              <a:gd name="connsiteX22421" fmla="*/ 1548602 w 5799173"/>
              <a:gd name="connsiteY22421" fmla="*/ 1691858 h 5017219"/>
              <a:gd name="connsiteX22422" fmla="*/ 1566797 w 5799173"/>
              <a:gd name="connsiteY22422" fmla="*/ 1691858 h 5017219"/>
              <a:gd name="connsiteX22423" fmla="*/ 1567876 w 5799173"/>
              <a:gd name="connsiteY22423" fmla="*/ 1692523 h 5017219"/>
              <a:gd name="connsiteX22424" fmla="*/ 1576932 w 5799173"/>
              <a:gd name="connsiteY22424" fmla="*/ 1708308 h 5017219"/>
              <a:gd name="connsiteX22425" fmla="*/ 1576932 w 5799173"/>
              <a:gd name="connsiteY22425" fmla="*/ 1709554 h 5017219"/>
              <a:gd name="connsiteX22426" fmla="*/ 1567793 w 5799173"/>
              <a:gd name="connsiteY22426" fmla="*/ 1725339 h 5017219"/>
              <a:gd name="connsiteX22427" fmla="*/ 1566713 w 5799173"/>
              <a:gd name="connsiteY22427" fmla="*/ 1726003 h 5017219"/>
              <a:gd name="connsiteX22428" fmla="*/ 1428054 w 5799173"/>
              <a:gd name="connsiteY22428" fmla="*/ 1693998 h 5017219"/>
              <a:gd name="connsiteX22429" fmla="*/ 1426891 w 5799173"/>
              <a:gd name="connsiteY22429" fmla="*/ 1693333 h 5017219"/>
              <a:gd name="connsiteX22430" fmla="*/ 1417669 w 5799173"/>
              <a:gd name="connsiteY22430" fmla="*/ 1677382 h 5017219"/>
              <a:gd name="connsiteX22431" fmla="*/ 1417669 w 5799173"/>
              <a:gd name="connsiteY22431" fmla="*/ 1676053 h 5017219"/>
              <a:gd name="connsiteX22432" fmla="*/ 1426891 w 5799173"/>
              <a:gd name="connsiteY22432" fmla="*/ 1660102 h 5017219"/>
              <a:gd name="connsiteX22433" fmla="*/ 1428054 w 5799173"/>
              <a:gd name="connsiteY22433" fmla="*/ 1659437 h 5017219"/>
              <a:gd name="connsiteX22434" fmla="*/ 1446497 w 5799173"/>
              <a:gd name="connsiteY22434" fmla="*/ 1659437 h 5017219"/>
              <a:gd name="connsiteX22435" fmla="*/ 1447660 w 5799173"/>
              <a:gd name="connsiteY22435" fmla="*/ 1660102 h 5017219"/>
              <a:gd name="connsiteX22436" fmla="*/ 1456882 w 5799173"/>
              <a:gd name="connsiteY22436" fmla="*/ 1676053 h 5017219"/>
              <a:gd name="connsiteX22437" fmla="*/ 1456882 w 5799173"/>
              <a:gd name="connsiteY22437" fmla="*/ 1677382 h 5017219"/>
              <a:gd name="connsiteX22438" fmla="*/ 1447660 w 5799173"/>
              <a:gd name="connsiteY22438" fmla="*/ 1693333 h 5017219"/>
              <a:gd name="connsiteX22439" fmla="*/ 1446497 w 5799173"/>
              <a:gd name="connsiteY22439" fmla="*/ 1693998 h 5017219"/>
              <a:gd name="connsiteX22440" fmla="*/ 1728901 w 5799173"/>
              <a:gd name="connsiteY22440" fmla="*/ 1774798 h 5017219"/>
              <a:gd name="connsiteX22441" fmla="*/ 1727737 w 5799173"/>
              <a:gd name="connsiteY22441" fmla="*/ 1774134 h 5017219"/>
              <a:gd name="connsiteX22442" fmla="*/ 1718433 w 5799173"/>
              <a:gd name="connsiteY22442" fmla="*/ 1758016 h 5017219"/>
              <a:gd name="connsiteX22443" fmla="*/ 1718433 w 5799173"/>
              <a:gd name="connsiteY22443" fmla="*/ 1756687 h 5017219"/>
              <a:gd name="connsiteX22444" fmla="*/ 1727737 w 5799173"/>
              <a:gd name="connsiteY22444" fmla="*/ 1740570 h 5017219"/>
              <a:gd name="connsiteX22445" fmla="*/ 1728901 w 5799173"/>
              <a:gd name="connsiteY22445" fmla="*/ 1739905 h 5017219"/>
              <a:gd name="connsiteX22446" fmla="*/ 1747510 w 5799173"/>
              <a:gd name="connsiteY22446" fmla="*/ 1739905 h 5017219"/>
              <a:gd name="connsiteX22447" fmla="*/ 1748674 w 5799173"/>
              <a:gd name="connsiteY22447" fmla="*/ 1740570 h 5017219"/>
              <a:gd name="connsiteX22448" fmla="*/ 1757978 w 5799173"/>
              <a:gd name="connsiteY22448" fmla="*/ 1756687 h 5017219"/>
              <a:gd name="connsiteX22449" fmla="*/ 1757978 w 5799173"/>
              <a:gd name="connsiteY22449" fmla="*/ 1758016 h 5017219"/>
              <a:gd name="connsiteX22450" fmla="*/ 1748674 w 5799173"/>
              <a:gd name="connsiteY22450" fmla="*/ 1774134 h 5017219"/>
              <a:gd name="connsiteX22451" fmla="*/ 1747510 w 5799173"/>
              <a:gd name="connsiteY22451" fmla="*/ 1774798 h 5017219"/>
              <a:gd name="connsiteX22452" fmla="*/ 1488074 w 5799173"/>
              <a:gd name="connsiteY22452" fmla="*/ 1710457 h 5017219"/>
              <a:gd name="connsiteX22453" fmla="*/ 1486911 w 5799173"/>
              <a:gd name="connsiteY22453" fmla="*/ 1709793 h 5017219"/>
              <a:gd name="connsiteX22454" fmla="*/ 1477523 w 5799173"/>
              <a:gd name="connsiteY22454" fmla="*/ 1693509 h 5017219"/>
              <a:gd name="connsiteX22455" fmla="*/ 1477523 w 5799173"/>
              <a:gd name="connsiteY22455" fmla="*/ 1692180 h 5017219"/>
              <a:gd name="connsiteX22456" fmla="*/ 1486911 w 5799173"/>
              <a:gd name="connsiteY22456" fmla="*/ 1675897 h 5017219"/>
              <a:gd name="connsiteX22457" fmla="*/ 1488074 w 5799173"/>
              <a:gd name="connsiteY22457" fmla="*/ 1675232 h 5017219"/>
              <a:gd name="connsiteX22458" fmla="*/ 1506850 w 5799173"/>
              <a:gd name="connsiteY22458" fmla="*/ 1675232 h 5017219"/>
              <a:gd name="connsiteX22459" fmla="*/ 1508013 w 5799173"/>
              <a:gd name="connsiteY22459" fmla="*/ 1675897 h 5017219"/>
              <a:gd name="connsiteX22460" fmla="*/ 1517401 w 5799173"/>
              <a:gd name="connsiteY22460" fmla="*/ 1692180 h 5017219"/>
              <a:gd name="connsiteX22461" fmla="*/ 1517401 w 5799173"/>
              <a:gd name="connsiteY22461" fmla="*/ 1693509 h 5017219"/>
              <a:gd name="connsiteX22462" fmla="*/ 1508013 w 5799173"/>
              <a:gd name="connsiteY22462" fmla="*/ 1709793 h 5017219"/>
              <a:gd name="connsiteX22463" fmla="*/ 1506850 w 5799173"/>
              <a:gd name="connsiteY22463" fmla="*/ 1710457 h 5017219"/>
              <a:gd name="connsiteX22464" fmla="*/ 1608446 w 5799173"/>
              <a:gd name="connsiteY22464" fmla="*/ 1742711 h 5017219"/>
              <a:gd name="connsiteX22465" fmla="*/ 1607282 w 5799173"/>
              <a:gd name="connsiteY22465" fmla="*/ 1742047 h 5017219"/>
              <a:gd name="connsiteX22466" fmla="*/ 1597895 w 5799173"/>
              <a:gd name="connsiteY22466" fmla="*/ 1725763 h 5017219"/>
              <a:gd name="connsiteX22467" fmla="*/ 1597895 w 5799173"/>
              <a:gd name="connsiteY22467" fmla="*/ 1724433 h 5017219"/>
              <a:gd name="connsiteX22468" fmla="*/ 1607282 w 5799173"/>
              <a:gd name="connsiteY22468" fmla="*/ 1708151 h 5017219"/>
              <a:gd name="connsiteX22469" fmla="*/ 1608446 w 5799173"/>
              <a:gd name="connsiteY22469" fmla="*/ 1707486 h 5017219"/>
              <a:gd name="connsiteX22470" fmla="*/ 1627221 w 5799173"/>
              <a:gd name="connsiteY22470" fmla="*/ 1707486 h 5017219"/>
              <a:gd name="connsiteX22471" fmla="*/ 1628384 w 5799173"/>
              <a:gd name="connsiteY22471" fmla="*/ 1708150 h 5017219"/>
              <a:gd name="connsiteX22472" fmla="*/ 1637772 w 5799173"/>
              <a:gd name="connsiteY22472" fmla="*/ 1724434 h 5017219"/>
              <a:gd name="connsiteX22473" fmla="*/ 1637772 w 5799173"/>
              <a:gd name="connsiteY22473" fmla="*/ 1725763 h 5017219"/>
              <a:gd name="connsiteX22474" fmla="*/ 1628384 w 5799173"/>
              <a:gd name="connsiteY22474" fmla="*/ 1742046 h 5017219"/>
              <a:gd name="connsiteX22475" fmla="*/ 1627221 w 5799173"/>
              <a:gd name="connsiteY22475" fmla="*/ 1742711 h 5017219"/>
              <a:gd name="connsiteX22476" fmla="*/ 1668549 w 5799173"/>
              <a:gd name="connsiteY22476" fmla="*/ 1758922 h 5017219"/>
              <a:gd name="connsiteX22477" fmla="*/ 1667386 w 5799173"/>
              <a:gd name="connsiteY22477" fmla="*/ 1758257 h 5017219"/>
              <a:gd name="connsiteX22478" fmla="*/ 1657915 w 5799173"/>
              <a:gd name="connsiteY22478" fmla="*/ 1741890 h 5017219"/>
              <a:gd name="connsiteX22479" fmla="*/ 1657915 w 5799173"/>
              <a:gd name="connsiteY22479" fmla="*/ 1740560 h 5017219"/>
              <a:gd name="connsiteX22480" fmla="*/ 1667386 w 5799173"/>
              <a:gd name="connsiteY22480" fmla="*/ 1724195 h 5017219"/>
              <a:gd name="connsiteX22481" fmla="*/ 1668550 w 5799173"/>
              <a:gd name="connsiteY22481" fmla="*/ 1723530 h 5017219"/>
              <a:gd name="connsiteX22482" fmla="*/ 1687492 w 5799173"/>
              <a:gd name="connsiteY22482" fmla="*/ 1723530 h 5017219"/>
              <a:gd name="connsiteX22483" fmla="*/ 1688654 w 5799173"/>
              <a:gd name="connsiteY22483" fmla="*/ 1724195 h 5017219"/>
              <a:gd name="connsiteX22484" fmla="*/ 1698125 w 5799173"/>
              <a:gd name="connsiteY22484" fmla="*/ 1740561 h 5017219"/>
              <a:gd name="connsiteX22485" fmla="*/ 1698125 w 5799173"/>
              <a:gd name="connsiteY22485" fmla="*/ 1741890 h 5017219"/>
              <a:gd name="connsiteX22486" fmla="*/ 1688654 w 5799173"/>
              <a:gd name="connsiteY22486" fmla="*/ 1758257 h 5017219"/>
              <a:gd name="connsiteX22487" fmla="*/ 1687491 w 5799173"/>
              <a:gd name="connsiteY22487" fmla="*/ 1758921 h 5017219"/>
              <a:gd name="connsiteX22488" fmla="*/ 3714881 w 5799173"/>
              <a:gd name="connsiteY22488" fmla="*/ 2307235 h 5017219"/>
              <a:gd name="connsiteX22489" fmla="*/ 3713718 w 5799173"/>
              <a:gd name="connsiteY22489" fmla="*/ 2306570 h 5017219"/>
              <a:gd name="connsiteX22490" fmla="*/ 3704246 w 5799173"/>
              <a:gd name="connsiteY22490" fmla="*/ 2290203 h 5017219"/>
              <a:gd name="connsiteX22491" fmla="*/ 3704246 w 5799173"/>
              <a:gd name="connsiteY22491" fmla="*/ 2288874 h 5017219"/>
              <a:gd name="connsiteX22492" fmla="*/ 3713718 w 5799173"/>
              <a:gd name="connsiteY22492" fmla="*/ 2272507 h 5017219"/>
              <a:gd name="connsiteX22493" fmla="*/ 3714881 w 5799173"/>
              <a:gd name="connsiteY22493" fmla="*/ 2271843 h 5017219"/>
              <a:gd name="connsiteX22494" fmla="*/ 3733823 w 5799173"/>
              <a:gd name="connsiteY22494" fmla="*/ 2271843 h 5017219"/>
              <a:gd name="connsiteX22495" fmla="*/ 3734986 w 5799173"/>
              <a:gd name="connsiteY22495" fmla="*/ 2272508 h 5017219"/>
              <a:gd name="connsiteX22496" fmla="*/ 3744457 w 5799173"/>
              <a:gd name="connsiteY22496" fmla="*/ 2288873 h 5017219"/>
              <a:gd name="connsiteX22497" fmla="*/ 3744457 w 5799173"/>
              <a:gd name="connsiteY22497" fmla="*/ 2290202 h 5017219"/>
              <a:gd name="connsiteX22498" fmla="*/ 3734985 w 5799173"/>
              <a:gd name="connsiteY22498" fmla="*/ 2306570 h 5017219"/>
              <a:gd name="connsiteX22499" fmla="*/ 3733823 w 5799173"/>
              <a:gd name="connsiteY22499" fmla="*/ 2307235 h 5017219"/>
              <a:gd name="connsiteX22500" fmla="*/ 1788818 w 5799173"/>
              <a:gd name="connsiteY22500" fmla="*/ 1791421 h 5017219"/>
              <a:gd name="connsiteX22501" fmla="*/ 1787655 w 5799173"/>
              <a:gd name="connsiteY22501" fmla="*/ 1790756 h 5017219"/>
              <a:gd name="connsiteX22502" fmla="*/ 1778101 w 5799173"/>
              <a:gd name="connsiteY22502" fmla="*/ 1774224 h 5017219"/>
              <a:gd name="connsiteX22503" fmla="*/ 1778101 w 5799173"/>
              <a:gd name="connsiteY22503" fmla="*/ 1772893 h 5017219"/>
              <a:gd name="connsiteX22504" fmla="*/ 1787654 w 5799173"/>
              <a:gd name="connsiteY22504" fmla="*/ 1756361 h 5017219"/>
              <a:gd name="connsiteX22505" fmla="*/ 1788818 w 5799173"/>
              <a:gd name="connsiteY22505" fmla="*/ 1755697 h 5017219"/>
              <a:gd name="connsiteX22506" fmla="*/ 1807926 w 5799173"/>
              <a:gd name="connsiteY22506" fmla="*/ 1755697 h 5017219"/>
              <a:gd name="connsiteX22507" fmla="*/ 1809089 w 5799173"/>
              <a:gd name="connsiteY22507" fmla="*/ 1756361 h 5017219"/>
              <a:gd name="connsiteX22508" fmla="*/ 1818643 w 5799173"/>
              <a:gd name="connsiteY22508" fmla="*/ 1772893 h 5017219"/>
              <a:gd name="connsiteX22509" fmla="*/ 1818643 w 5799173"/>
              <a:gd name="connsiteY22509" fmla="*/ 1774224 h 5017219"/>
              <a:gd name="connsiteX22510" fmla="*/ 1809088 w 5799173"/>
              <a:gd name="connsiteY22510" fmla="*/ 1790756 h 5017219"/>
              <a:gd name="connsiteX22511" fmla="*/ 1807926 w 5799173"/>
              <a:gd name="connsiteY22511" fmla="*/ 1791421 h 5017219"/>
              <a:gd name="connsiteX22512" fmla="*/ 1848918 w 5799173"/>
              <a:gd name="connsiteY22512" fmla="*/ 1807724 h 5017219"/>
              <a:gd name="connsiteX22513" fmla="*/ 1847755 w 5799173"/>
              <a:gd name="connsiteY22513" fmla="*/ 1807060 h 5017219"/>
              <a:gd name="connsiteX22514" fmla="*/ 1838118 w 5799173"/>
              <a:gd name="connsiteY22514" fmla="*/ 1790361 h 5017219"/>
              <a:gd name="connsiteX22515" fmla="*/ 1838118 w 5799173"/>
              <a:gd name="connsiteY22515" fmla="*/ 1789032 h 5017219"/>
              <a:gd name="connsiteX22516" fmla="*/ 1847755 w 5799173"/>
              <a:gd name="connsiteY22516" fmla="*/ 1772333 h 5017219"/>
              <a:gd name="connsiteX22517" fmla="*/ 1848918 w 5799173"/>
              <a:gd name="connsiteY22517" fmla="*/ 1771668 h 5017219"/>
              <a:gd name="connsiteX22518" fmla="*/ 1868275 w 5799173"/>
              <a:gd name="connsiteY22518" fmla="*/ 1771668 h 5017219"/>
              <a:gd name="connsiteX22519" fmla="*/ 1869439 w 5799173"/>
              <a:gd name="connsiteY22519" fmla="*/ 1772333 h 5017219"/>
              <a:gd name="connsiteX22520" fmla="*/ 1879076 w 5799173"/>
              <a:gd name="connsiteY22520" fmla="*/ 1789032 h 5017219"/>
              <a:gd name="connsiteX22521" fmla="*/ 1879076 w 5799173"/>
              <a:gd name="connsiteY22521" fmla="*/ 1790361 h 5017219"/>
              <a:gd name="connsiteX22522" fmla="*/ 1869439 w 5799173"/>
              <a:gd name="connsiteY22522" fmla="*/ 1807060 h 5017219"/>
              <a:gd name="connsiteX22523" fmla="*/ 1868275 w 5799173"/>
              <a:gd name="connsiteY22523" fmla="*/ 1807724 h 5017219"/>
              <a:gd name="connsiteX22524" fmla="*/ 1969158 w 5799173"/>
              <a:gd name="connsiteY22524" fmla="*/ 1840138 h 5017219"/>
              <a:gd name="connsiteX22525" fmla="*/ 1967995 w 5799173"/>
              <a:gd name="connsiteY22525" fmla="*/ 1839473 h 5017219"/>
              <a:gd name="connsiteX22526" fmla="*/ 1958274 w 5799173"/>
              <a:gd name="connsiteY22526" fmla="*/ 1822525 h 5017219"/>
              <a:gd name="connsiteX22527" fmla="*/ 1958275 w 5799173"/>
              <a:gd name="connsiteY22527" fmla="*/ 1821113 h 5017219"/>
              <a:gd name="connsiteX22528" fmla="*/ 1968078 w 5799173"/>
              <a:gd name="connsiteY22528" fmla="*/ 1804165 h 5017219"/>
              <a:gd name="connsiteX22529" fmla="*/ 1969242 w 5799173"/>
              <a:gd name="connsiteY22529" fmla="*/ 1803500 h 5017219"/>
              <a:gd name="connsiteX22530" fmla="*/ 1988765 w 5799173"/>
              <a:gd name="connsiteY22530" fmla="*/ 1803500 h 5017219"/>
              <a:gd name="connsiteX22531" fmla="*/ 1989928 w 5799173"/>
              <a:gd name="connsiteY22531" fmla="*/ 1804165 h 5017219"/>
              <a:gd name="connsiteX22532" fmla="*/ 1999647 w 5799173"/>
              <a:gd name="connsiteY22532" fmla="*/ 1821113 h 5017219"/>
              <a:gd name="connsiteX22533" fmla="*/ 1999648 w 5799173"/>
              <a:gd name="connsiteY22533" fmla="*/ 1822525 h 5017219"/>
              <a:gd name="connsiteX22534" fmla="*/ 1989845 w 5799173"/>
              <a:gd name="connsiteY22534" fmla="*/ 1839473 h 5017219"/>
              <a:gd name="connsiteX22535" fmla="*/ 1988681 w 5799173"/>
              <a:gd name="connsiteY22535" fmla="*/ 1840138 h 5017219"/>
              <a:gd name="connsiteX22536" fmla="*/ 2390462 w 5799173"/>
              <a:gd name="connsiteY22536" fmla="*/ 1953026 h 5017219"/>
              <a:gd name="connsiteX22537" fmla="*/ 2389299 w 5799173"/>
              <a:gd name="connsiteY22537" fmla="*/ 1952361 h 5017219"/>
              <a:gd name="connsiteX22538" fmla="*/ 2379578 w 5799173"/>
              <a:gd name="connsiteY22538" fmla="*/ 1935413 h 5017219"/>
              <a:gd name="connsiteX22539" fmla="*/ 2379579 w 5799173"/>
              <a:gd name="connsiteY22539" fmla="*/ 1934001 h 5017219"/>
              <a:gd name="connsiteX22540" fmla="*/ 2389382 w 5799173"/>
              <a:gd name="connsiteY22540" fmla="*/ 1917053 h 5017219"/>
              <a:gd name="connsiteX22541" fmla="*/ 2390545 w 5799173"/>
              <a:gd name="connsiteY22541" fmla="*/ 1916388 h 5017219"/>
              <a:gd name="connsiteX22542" fmla="*/ 2410069 w 5799173"/>
              <a:gd name="connsiteY22542" fmla="*/ 1916388 h 5017219"/>
              <a:gd name="connsiteX22543" fmla="*/ 2411232 w 5799173"/>
              <a:gd name="connsiteY22543" fmla="*/ 1917053 h 5017219"/>
              <a:gd name="connsiteX22544" fmla="*/ 2420952 w 5799173"/>
              <a:gd name="connsiteY22544" fmla="*/ 1934001 h 5017219"/>
              <a:gd name="connsiteX22545" fmla="*/ 2420952 w 5799173"/>
              <a:gd name="connsiteY22545" fmla="*/ 1935413 h 5017219"/>
              <a:gd name="connsiteX22546" fmla="*/ 2411149 w 5799173"/>
              <a:gd name="connsiteY22546" fmla="*/ 1952361 h 5017219"/>
              <a:gd name="connsiteX22547" fmla="*/ 2409985 w 5799173"/>
              <a:gd name="connsiteY22547" fmla="*/ 1953026 h 5017219"/>
              <a:gd name="connsiteX22548" fmla="*/ 3052510 w 5799173"/>
              <a:gd name="connsiteY22548" fmla="*/ 2130421 h 5017219"/>
              <a:gd name="connsiteX22549" fmla="*/ 3051347 w 5799173"/>
              <a:gd name="connsiteY22549" fmla="*/ 2129756 h 5017219"/>
              <a:gd name="connsiteX22550" fmla="*/ 3041627 w 5799173"/>
              <a:gd name="connsiteY22550" fmla="*/ 2112808 h 5017219"/>
              <a:gd name="connsiteX22551" fmla="*/ 3041627 w 5799173"/>
              <a:gd name="connsiteY22551" fmla="*/ 2111396 h 5017219"/>
              <a:gd name="connsiteX22552" fmla="*/ 3051430 w 5799173"/>
              <a:gd name="connsiteY22552" fmla="*/ 2094449 h 5017219"/>
              <a:gd name="connsiteX22553" fmla="*/ 3052593 w 5799173"/>
              <a:gd name="connsiteY22553" fmla="*/ 2093783 h 5017219"/>
              <a:gd name="connsiteX22554" fmla="*/ 3072117 w 5799173"/>
              <a:gd name="connsiteY22554" fmla="*/ 2093783 h 5017219"/>
              <a:gd name="connsiteX22555" fmla="*/ 3073280 w 5799173"/>
              <a:gd name="connsiteY22555" fmla="*/ 2094449 h 5017219"/>
              <a:gd name="connsiteX22556" fmla="*/ 3083000 w 5799173"/>
              <a:gd name="connsiteY22556" fmla="*/ 2111396 h 5017219"/>
              <a:gd name="connsiteX22557" fmla="*/ 3083000 w 5799173"/>
              <a:gd name="connsiteY22557" fmla="*/ 2112808 h 5017219"/>
              <a:gd name="connsiteX22558" fmla="*/ 3073197 w 5799173"/>
              <a:gd name="connsiteY22558" fmla="*/ 2129756 h 5017219"/>
              <a:gd name="connsiteX22559" fmla="*/ 3072034 w 5799173"/>
              <a:gd name="connsiteY22559" fmla="*/ 2130421 h 5017219"/>
              <a:gd name="connsiteX22560" fmla="*/ 1908973 w 5799173"/>
              <a:gd name="connsiteY22560" fmla="*/ 1824093 h 5017219"/>
              <a:gd name="connsiteX22561" fmla="*/ 1907809 w 5799173"/>
              <a:gd name="connsiteY22561" fmla="*/ 1823428 h 5017219"/>
              <a:gd name="connsiteX22562" fmla="*/ 1898006 w 5799173"/>
              <a:gd name="connsiteY22562" fmla="*/ 1806397 h 5017219"/>
              <a:gd name="connsiteX22563" fmla="*/ 1898006 w 5799173"/>
              <a:gd name="connsiteY22563" fmla="*/ 1804985 h 5017219"/>
              <a:gd name="connsiteX22564" fmla="*/ 1907809 w 5799173"/>
              <a:gd name="connsiteY22564" fmla="*/ 1787954 h 5017219"/>
              <a:gd name="connsiteX22565" fmla="*/ 1908973 w 5799173"/>
              <a:gd name="connsiteY22565" fmla="*/ 1787289 h 5017219"/>
              <a:gd name="connsiteX22566" fmla="*/ 1928579 w 5799173"/>
              <a:gd name="connsiteY22566" fmla="*/ 1787289 h 5017219"/>
              <a:gd name="connsiteX22567" fmla="*/ 1929742 w 5799173"/>
              <a:gd name="connsiteY22567" fmla="*/ 1787954 h 5017219"/>
              <a:gd name="connsiteX22568" fmla="*/ 1939546 w 5799173"/>
              <a:gd name="connsiteY22568" fmla="*/ 1804985 h 5017219"/>
              <a:gd name="connsiteX22569" fmla="*/ 1939546 w 5799173"/>
              <a:gd name="connsiteY22569" fmla="*/ 1806397 h 5017219"/>
              <a:gd name="connsiteX22570" fmla="*/ 1929742 w 5799173"/>
              <a:gd name="connsiteY22570" fmla="*/ 1823428 h 5017219"/>
              <a:gd name="connsiteX22571" fmla="*/ 1928579 w 5799173"/>
              <a:gd name="connsiteY22571" fmla="*/ 1824093 h 5017219"/>
              <a:gd name="connsiteX22572" fmla="*/ 2269986 w 5799173"/>
              <a:gd name="connsiteY22572" fmla="*/ 1921008 h 5017219"/>
              <a:gd name="connsiteX22573" fmla="*/ 2268740 w 5799173"/>
              <a:gd name="connsiteY22573" fmla="*/ 1920344 h 5017219"/>
              <a:gd name="connsiteX22574" fmla="*/ 2258854 w 5799173"/>
              <a:gd name="connsiteY22574" fmla="*/ 1903229 h 5017219"/>
              <a:gd name="connsiteX22575" fmla="*/ 2258854 w 5799173"/>
              <a:gd name="connsiteY22575" fmla="*/ 1901817 h 5017219"/>
              <a:gd name="connsiteX22576" fmla="*/ 2268740 w 5799173"/>
              <a:gd name="connsiteY22576" fmla="*/ 1884703 h 5017219"/>
              <a:gd name="connsiteX22577" fmla="*/ 2269986 w 5799173"/>
              <a:gd name="connsiteY22577" fmla="*/ 1884038 h 5017219"/>
              <a:gd name="connsiteX22578" fmla="*/ 2289676 w 5799173"/>
              <a:gd name="connsiteY22578" fmla="*/ 1884038 h 5017219"/>
              <a:gd name="connsiteX22579" fmla="*/ 2290923 w 5799173"/>
              <a:gd name="connsiteY22579" fmla="*/ 1884703 h 5017219"/>
              <a:gd name="connsiteX22580" fmla="*/ 2300809 w 5799173"/>
              <a:gd name="connsiteY22580" fmla="*/ 1901817 h 5017219"/>
              <a:gd name="connsiteX22581" fmla="*/ 2300809 w 5799173"/>
              <a:gd name="connsiteY22581" fmla="*/ 1903229 h 5017219"/>
              <a:gd name="connsiteX22582" fmla="*/ 2290923 w 5799173"/>
              <a:gd name="connsiteY22582" fmla="*/ 1920344 h 5017219"/>
              <a:gd name="connsiteX22583" fmla="*/ 2289676 w 5799173"/>
              <a:gd name="connsiteY22583" fmla="*/ 1921008 h 5017219"/>
              <a:gd name="connsiteX22584" fmla="*/ 2029237 w 5799173"/>
              <a:gd name="connsiteY22584" fmla="*/ 1856605 h 5017219"/>
              <a:gd name="connsiteX22585" fmla="*/ 2027992 w 5799173"/>
              <a:gd name="connsiteY22585" fmla="*/ 1855941 h 5017219"/>
              <a:gd name="connsiteX22586" fmla="*/ 2018106 w 5799173"/>
              <a:gd name="connsiteY22586" fmla="*/ 1838743 h 5017219"/>
              <a:gd name="connsiteX22587" fmla="*/ 2018105 w 5799173"/>
              <a:gd name="connsiteY22587" fmla="*/ 1837331 h 5017219"/>
              <a:gd name="connsiteX22588" fmla="*/ 2027992 w 5799173"/>
              <a:gd name="connsiteY22588" fmla="*/ 1820134 h 5017219"/>
              <a:gd name="connsiteX22589" fmla="*/ 2029237 w 5799173"/>
              <a:gd name="connsiteY22589" fmla="*/ 1819469 h 5017219"/>
              <a:gd name="connsiteX22590" fmla="*/ 2049093 w 5799173"/>
              <a:gd name="connsiteY22590" fmla="*/ 1819469 h 5017219"/>
              <a:gd name="connsiteX22591" fmla="*/ 2050340 w 5799173"/>
              <a:gd name="connsiteY22591" fmla="*/ 1820134 h 5017219"/>
              <a:gd name="connsiteX22592" fmla="*/ 2060226 w 5799173"/>
              <a:gd name="connsiteY22592" fmla="*/ 1837331 h 5017219"/>
              <a:gd name="connsiteX22593" fmla="*/ 2060226 w 5799173"/>
              <a:gd name="connsiteY22593" fmla="*/ 1838743 h 5017219"/>
              <a:gd name="connsiteX22594" fmla="*/ 2050340 w 5799173"/>
              <a:gd name="connsiteY22594" fmla="*/ 1855941 h 5017219"/>
              <a:gd name="connsiteX22595" fmla="*/ 2049093 w 5799173"/>
              <a:gd name="connsiteY22595" fmla="*/ 1856605 h 5017219"/>
              <a:gd name="connsiteX22596" fmla="*/ 2089424 w 5799173"/>
              <a:gd name="connsiteY22596" fmla="*/ 1872732 h 5017219"/>
              <a:gd name="connsiteX22597" fmla="*/ 2088179 w 5799173"/>
              <a:gd name="connsiteY22597" fmla="*/ 1872068 h 5017219"/>
              <a:gd name="connsiteX22598" fmla="*/ 2078292 w 5799173"/>
              <a:gd name="connsiteY22598" fmla="*/ 1854870 h 5017219"/>
              <a:gd name="connsiteX22599" fmla="*/ 2078292 w 5799173"/>
              <a:gd name="connsiteY22599" fmla="*/ 1853458 h 5017219"/>
              <a:gd name="connsiteX22600" fmla="*/ 2088179 w 5799173"/>
              <a:gd name="connsiteY22600" fmla="*/ 1836261 h 5017219"/>
              <a:gd name="connsiteX22601" fmla="*/ 2089424 w 5799173"/>
              <a:gd name="connsiteY22601" fmla="*/ 1835596 h 5017219"/>
              <a:gd name="connsiteX22602" fmla="*/ 2109280 w 5799173"/>
              <a:gd name="connsiteY22602" fmla="*/ 1835596 h 5017219"/>
              <a:gd name="connsiteX22603" fmla="*/ 2110527 w 5799173"/>
              <a:gd name="connsiteY22603" fmla="*/ 1836261 h 5017219"/>
              <a:gd name="connsiteX22604" fmla="*/ 2120413 w 5799173"/>
              <a:gd name="connsiteY22604" fmla="*/ 1853458 h 5017219"/>
              <a:gd name="connsiteX22605" fmla="*/ 2120413 w 5799173"/>
              <a:gd name="connsiteY22605" fmla="*/ 1854870 h 5017219"/>
              <a:gd name="connsiteX22606" fmla="*/ 2110527 w 5799173"/>
              <a:gd name="connsiteY22606" fmla="*/ 1872068 h 5017219"/>
              <a:gd name="connsiteX22607" fmla="*/ 2109280 w 5799173"/>
              <a:gd name="connsiteY22607" fmla="*/ 1872732 h 5017219"/>
              <a:gd name="connsiteX22608" fmla="*/ 2209796 w 5799173"/>
              <a:gd name="connsiteY22608" fmla="*/ 1904985 h 5017219"/>
              <a:gd name="connsiteX22609" fmla="*/ 2208551 w 5799173"/>
              <a:gd name="connsiteY22609" fmla="*/ 1904321 h 5017219"/>
              <a:gd name="connsiteX22610" fmla="*/ 2198664 w 5799173"/>
              <a:gd name="connsiteY22610" fmla="*/ 1887123 h 5017219"/>
              <a:gd name="connsiteX22611" fmla="*/ 2198664 w 5799173"/>
              <a:gd name="connsiteY22611" fmla="*/ 1885711 h 5017219"/>
              <a:gd name="connsiteX22612" fmla="*/ 2208551 w 5799173"/>
              <a:gd name="connsiteY22612" fmla="*/ 1868514 h 5017219"/>
              <a:gd name="connsiteX22613" fmla="*/ 2209796 w 5799173"/>
              <a:gd name="connsiteY22613" fmla="*/ 1867849 h 5017219"/>
              <a:gd name="connsiteX22614" fmla="*/ 2229652 w 5799173"/>
              <a:gd name="connsiteY22614" fmla="*/ 1867849 h 5017219"/>
              <a:gd name="connsiteX22615" fmla="*/ 2230899 w 5799173"/>
              <a:gd name="connsiteY22615" fmla="*/ 1868514 h 5017219"/>
              <a:gd name="connsiteX22616" fmla="*/ 2240785 w 5799173"/>
              <a:gd name="connsiteY22616" fmla="*/ 1885711 h 5017219"/>
              <a:gd name="connsiteX22617" fmla="*/ 2240785 w 5799173"/>
              <a:gd name="connsiteY22617" fmla="*/ 1887123 h 5017219"/>
              <a:gd name="connsiteX22618" fmla="*/ 2230899 w 5799173"/>
              <a:gd name="connsiteY22618" fmla="*/ 1904321 h 5017219"/>
              <a:gd name="connsiteX22619" fmla="*/ 2229652 w 5799173"/>
              <a:gd name="connsiteY22619" fmla="*/ 1904985 h 5017219"/>
              <a:gd name="connsiteX22620" fmla="*/ 2631100 w 5799173"/>
              <a:gd name="connsiteY22620" fmla="*/ 2017873 h 5017219"/>
              <a:gd name="connsiteX22621" fmla="*/ 2629854 w 5799173"/>
              <a:gd name="connsiteY22621" fmla="*/ 2017209 h 5017219"/>
              <a:gd name="connsiteX22622" fmla="*/ 2619968 w 5799173"/>
              <a:gd name="connsiteY22622" fmla="*/ 2000011 h 5017219"/>
              <a:gd name="connsiteX22623" fmla="*/ 2619968 w 5799173"/>
              <a:gd name="connsiteY22623" fmla="*/ 1998600 h 5017219"/>
              <a:gd name="connsiteX22624" fmla="*/ 2629854 w 5799173"/>
              <a:gd name="connsiteY22624" fmla="*/ 1981402 h 5017219"/>
              <a:gd name="connsiteX22625" fmla="*/ 2631100 w 5799173"/>
              <a:gd name="connsiteY22625" fmla="*/ 1980737 h 5017219"/>
              <a:gd name="connsiteX22626" fmla="*/ 2650957 w 5799173"/>
              <a:gd name="connsiteY22626" fmla="*/ 1980737 h 5017219"/>
              <a:gd name="connsiteX22627" fmla="*/ 2652203 w 5799173"/>
              <a:gd name="connsiteY22627" fmla="*/ 1981402 h 5017219"/>
              <a:gd name="connsiteX22628" fmla="*/ 2662089 w 5799173"/>
              <a:gd name="connsiteY22628" fmla="*/ 1998599 h 5017219"/>
              <a:gd name="connsiteX22629" fmla="*/ 2662089 w 5799173"/>
              <a:gd name="connsiteY22629" fmla="*/ 2000011 h 5017219"/>
              <a:gd name="connsiteX22630" fmla="*/ 2652203 w 5799173"/>
              <a:gd name="connsiteY22630" fmla="*/ 2017209 h 5017219"/>
              <a:gd name="connsiteX22631" fmla="*/ 2650957 w 5799173"/>
              <a:gd name="connsiteY22631" fmla="*/ 2017874 h 5017219"/>
              <a:gd name="connsiteX22632" fmla="*/ 2149530 w 5799173"/>
              <a:gd name="connsiteY22632" fmla="*/ 1888931 h 5017219"/>
              <a:gd name="connsiteX22633" fmla="*/ 2148283 w 5799173"/>
              <a:gd name="connsiteY22633" fmla="*/ 1888267 h 5017219"/>
              <a:gd name="connsiteX22634" fmla="*/ 2138313 w 5799173"/>
              <a:gd name="connsiteY22634" fmla="*/ 1870986 h 5017219"/>
              <a:gd name="connsiteX22635" fmla="*/ 2138313 w 5799173"/>
              <a:gd name="connsiteY22635" fmla="*/ 1869574 h 5017219"/>
              <a:gd name="connsiteX22636" fmla="*/ 2148283 w 5799173"/>
              <a:gd name="connsiteY22636" fmla="*/ 1852294 h 5017219"/>
              <a:gd name="connsiteX22637" fmla="*/ 2149530 w 5799173"/>
              <a:gd name="connsiteY22637" fmla="*/ 1851629 h 5017219"/>
              <a:gd name="connsiteX22638" fmla="*/ 2169468 w 5799173"/>
              <a:gd name="connsiteY22638" fmla="*/ 1851629 h 5017219"/>
              <a:gd name="connsiteX22639" fmla="*/ 2170714 w 5799173"/>
              <a:gd name="connsiteY22639" fmla="*/ 1852294 h 5017219"/>
              <a:gd name="connsiteX22640" fmla="*/ 2180684 w 5799173"/>
              <a:gd name="connsiteY22640" fmla="*/ 1869574 h 5017219"/>
              <a:gd name="connsiteX22641" fmla="*/ 2180684 w 5799173"/>
              <a:gd name="connsiteY22641" fmla="*/ 1870986 h 5017219"/>
              <a:gd name="connsiteX22642" fmla="*/ 2170714 w 5799173"/>
              <a:gd name="connsiteY22642" fmla="*/ 1888267 h 5017219"/>
              <a:gd name="connsiteX22643" fmla="*/ 2169468 w 5799173"/>
              <a:gd name="connsiteY22643" fmla="*/ 1888931 h 5017219"/>
              <a:gd name="connsiteX22644" fmla="*/ 2450460 w 5799173"/>
              <a:gd name="connsiteY22644" fmla="*/ 1969565 h 5017219"/>
              <a:gd name="connsiteX22645" fmla="*/ 2449214 w 5799173"/>
              <a:gd name="connsiteY22645" fmla="*/ 1968901 h 5017219"/>
              <a:gd name="connsiteX22646" fmla="*/ 2439245 w 5799173"/>
              <a:gd name="connsiteY22646" fmla="*/ 1951620 h 5017219"/>
              <a:gd name="connsiteX22647" fmla="*/ 2439245 w 5799173"/>
              <a:gd name="connsiteY22647" fmla="*/ 1950208 h 5017219"/>
              <a:gd name="connsiteX22648" fmla="*/ 2449214 w 5799173"/>
              <a:gd name="connsiteY22648" fmla="*/ 1932928 h 5017219"/>
              <a:gd name="connsiteX22649" fmla="*/ 2450460 w 5799173"/>
              <a:gd name="connsiteY22649" fmla="*/ 1932263 h 5017219"/>
              <a:gd name="connsiteX22650" fmla="*/ 2470400 w 5799173"/>
              <a:gd name="connsiteY22650" fmla="*/ 1932263 h 5017219"/>
              <a:gd name="connsiteX22651" fmla="*/ 2471646 w 5799173"/>
              <a:gd name="connsiteY22651" fmla="*/ 1932928 h 5017219"/>
              <a:gd name="connsiteX22652" fmla="*/ 2481615 w 5799173"/>
              <a:gd name="connsiteY22652" fmla="*/ 1950208 h 5017219"/>
              <a:gd name="connsiteX22653" fmla="*/ 2481615 w 5799173"/>
              <a:gd name="connsiteY22653" fmla="*/ 1951620 h 5017219"/>
              <a:gd name="connsiteX22654" fmla="*/ 2471646 w 5799173"/>
              <a:gd name="connsiteY22654" fmla="*/ 1968901 h 5017219"/>
              <a:gd name="connsiteX22655" fmla="*/ 2470400 w 5799173"/>
              <a:gd name="connsiteY22655" fmla="*/ 1969565 h 5017219"/>
              <a:gd name="connsiteX22656" fmla="*/ 2510646 w 5799173"/>
              <a:gd name="connsiteY22656" fmla="*/ 1985692 h 5017219"/>
              <a:gd name="connsiteX22657" fmla="*/ 2509400 w 5799173"/>
              <a:gd name="connsiteY22657" fmla="*/ 1985028 h 5017219"/>
              <a:gd name="connsiteX22658" fmla="*/ 2499431 w 5799173"/>
              <a:gd name="connsiteY22658" fmla="*/ 1967747 h 5017219"/>
              <a:gd name="connsiteX22659" fmla="*/ 2499430 w 5799173"/>
              <a:gd name="connsiteY22659" fmla="*/ 1966335 h 5017219"/>
              <a:gd name="connsiteX22660" fmla="*/ 2509400 w 5799173"/>
              <a:gd name="connsiteY22660" fmla="*/ 1949055 h 5017219"/>
              <a:gd name="connsiteX22661" fmla="*/ 2510646 w 5799173"/>
              <a:gd name="connsiteY22661" fmla="*/ 1948390 h 5017219"/>
              <a:gd name="connsiteX22662" fmla="*/ 2530586 w 5799173"/>
              <a:gd name="connsiteY22662" fmla="*/ 1948390 h 5017219"/>
              <a:gd name="connsiteX22663" fmla="*/ 2531831 w 5799173"/>
              <a:gd name="connsiteY22663" fmla="*/ 1949055 h 5017219"/>
              <a:gd name="connsiteX22664" fmla="*/ 2541801 w 5799173"/>
              <a:gd name="connsiteY22664" fmla="*/ 1966335 h 5017219"/>
              <a:gd name="connsiteX22665" fmla="*/ 2541801 w 5799173"/>
              <a:gd name="connsiteY22665" fmla="*/ 1967747 h 5017219"/>
              <a:gd name="connsiteX22666" fmla="*/ 2531831 w 5799173"/>
              <a:gd name="connsiteY22666" fmla="*/ 1985028 h 5017219"/>
              <a:gd name="connsiteX22667" fmla="*/ 2530586 w 5799173"/>
              <a:gd name="connsiteY22667" fmla="*/ 1985692 h 5017219"/>
              <a:gd name="connsiteX22668" fmla="*/ 4857849 w 5799173"/>
              <a:gd name="connsiteY22668" fmla="*/ 2614726 h 5017219"/>
              <a:gd name="connsiteX22669" fmla="*/ 4856602 w 5799173"/>
              <a:gd name="connsiteY22669" fmla="*/ 2613978 h 5017219"/>
              <a:gd name="connsiteX22670" fmla="*/ 4846632 w 5799173"/>
              <a:gd name="connsiteY22670" fmla="*/ 2596615 h 5017219"/>
              <a:gd name="connsiteX22671" fmla="*/ 4846633 w 5799173"/>
              <a:gd name="connsiteY22671" fmla="*/ 2595202 h 5017219"/>
              <a:gd name="connsiteX22672" fmla="*/ 4856685 w 5799173"/>
              <a:gd name="connsiteY22672" fmla="*/ 2577839 h 5017219"/>
              <a:gd name="connsiteX22673" fmla="*/ 4857932 w 5799173"/>
              <a:gd name="connsiteY22673" fmla="*/ 2577091 h 5017219"/>
              <a:gd name="connsiteX22674" fmla="*/ 4877954 w 5799173"/>
              <a:gd name="connsiteY22674" fmla="*/ 2577091 h 5017219"/>
              <a:gd name="connsiteX22675" fmla="*/ 4879200 w 5799173"/>
              <a:gd name="connsiteY22675" fmla="*/ 2577839 h 5017219"/>
              <a:gd name="connsiteX22676" fmla="*/ 4889169 w 5799173"/>
              <a:gd name="connsiteY22676" fmla="*/ 2595202 h 5017219"/>
              <a:gd name="connsiteX22677" fmla="*/ 4889169 w 5799173"/>
              <a:gd name="connsiteY22677" fmla="*/ 2596615 h 5017219"/>
              <a:gd name="connsiteX22678" fmla="*/ 4879116 w 5799173"/>
              <a:gd name="connsiteY22678" fmla="*/ 2613978 h 5017219"/>
              <a:gd name="connsiteX22679" fmla="*/ 4877870 w 5799173"/>
              <a:gd name="connsiteY22679" fmla="*/ 2614726 h 5017219"/>
              <a:gd name="connsiteX22680" fmla="*/ 2570772 w 5799173"/>
              <a:gd name="connsiteY22680" fmla="*/ 2001989 h 5017219"/>
              <a:gd name="connsiteX22681" fmla="*/ 2569526 w 5799173"/>
              <a:gd name="connsiteY22681" fmla="*/ 2001241 h 5017219"/>
              <a:gd name="connsiteX22682" fmla="*/ 2559473 w 5799173"/>
              <a:gd name="connsiteY22682" fmla="*/ 1983795 h 5017219"/>
              <a:gd name="connsiteX22683" fmla="*/ 2559473 w 5799173"/>
              <a:gd name="connsiteY22683" fmla="*/ 1982382 h 5017219"/>
              <a:gd name="connsiteX22684" fmla="*/ 2569526 w 5799173"/>
              <a:gd name="connsiteY22684" fmla="*/ 1964936 h 5017219"/>
              <a:gd name="connsiteX22685" fmla="*/ 2570772 w 5799173"/>
              <a:gd name="connsiteY22685" fmla="*/ 1964188 h 5017219"/>
              <a:gd name="connsiteX22686" fmla="*/ 2590877 w 5799173"/>
              <a:gd name="connsiteY22686" fmla="*/ 1964188 h 5017219"/>
              <a:gd name="connsiteX22687" fmla="*/ 2592123 w 5799173"/>
              <a:gd name="connsiteY22687" fmla="*/ 1964936 h 5017219"/>
              <a:gd name="connsiteX22688" fmla="*/ 2602176 w 5799173"/>
              <a:gd name="connsiteY22688" fmla="*/ 1982382 h 5017219"/>
              <a:gd name="connsiteX22689" fmla="*/ 2602176 w 5799173"/>
              <a:gd name="connsiteY22689" fmla="*/ 1983795 h 5017219"/>
              <a:gd name="connsiteX22690" fmla="*/ 2592123 w 5799173"/>
              <a:gd name="connsiteY22690" fmla="*/ 2001241 h 5017219"/>
              <a:gd name="connsiteX22691" fmla="*/ 2590877 w 5799173"/>
              <a:gd name="connsiteY22691" fmla="*/ 2001989 h 5017219"/>
              <a:gd name="connsiteX22692" fmla="*/ 2811517 w 5799173"/>
              <a:gd name="connsiteY22692" fmla="*/ 2066496 h 5017219"/>
              <a:gd name="connsiteX22693" fmla="*/ 2810271 w 5799173"/>
              <a:gd name="connsiteY22693" fmla="*/ 2065748 h 5017219"/>
              <a:gd name="connsiteX22694" fmla="*/ 2800217 w 5799173"/>
              <a:gd name="connsiteY22694" fmla="*/ 2048302 h 5017219"/>
              <a:gd name="connsiteX22695" fmla="*/ 2800218 w 5799173"/>
              <a:gd name="connsiteY22695" fmla="*/ 2046889 h 5017219"/>
              <a:gd name="connsiteX22696" fmla="*/ 2810271 w 5799173"/>
              <a:gd name="connsiteY22696" fmla="*/ 2029443 h 5017219"/>
              <a:gd name="connsiteX22697" fmla="*/ 2811517 w 5799173"/>
              <a:gd name="connsiteY22697" fmla="*/ 2028695 h 5017219"/>
              <a:gd name="connsiteX22698" fmla="*/ 2831622 w 5799173"/>
              <a:gd name="connsiteY22698" fmla="*/ 2028695 h 5017219"/>
              <a:gd name="connsiteX22699" fmla="*/ 2832868 w 5799173"/>
              <a:gd name="connsiteY22699" fmla="*/ 2029443 h 5017219"/>
              <a:gd name="connsiteX22700" fmla="*/ 2842920 w 5799173"/>
              <a:gd name="connsiteY22700" fmla="*/ 2046889 h 5017219"/>
              <a:gd name="connsiteX22701" fmla="*/ 2842921 w 5799173"/>
              <a:gd name="connsiteY22701" fmla="*/ 2048302 h 5017219"/>
              <a:gd name="connsiteX22702" fmla="*/ 2832868 w 5799173"/>
              <a:gd name="connsiteY22702" fmla="*/ 2065748 h 5017219"/>
              <a:gd name="connsiteX22703" fmla="*/ 2831622 w 5799173"/>
              <a:gd name="connsiteY22703" fmla="*/ 2066496 h 5017219"/>
              <a:gd name="connsiteX22704" fmla="*/ 2329944 w 5799173"/>
              <a:gd name="connsiteY22704" fmla="*/ 1937563 h 5017219"/>
              <a:gd name="connsiteX22705" fmla="*/ 2328698 w 5799173"/>
              <a:gd name="connsiteY22705" fmla="*/ 1936816 h 5017219"/>
              <a:gd name="connsiteX22706" fmla="*/ 2318562 w 5799173"/>
              <a:gd name="connsiteY22706" fmla="*/ 1919286 h 5017219"/>
              <a:gd name="connsiteX22707" fmla="*/ 2318562 w 5799173"/>
              <a:gd name="connsiteY22707" fmla="*/ 1917874 h 5017219"/>
              <a:gd name="connsiteX22708" fmla="*/ 2328698 w 5799173"/>
              <a:gd name="connsiteY22708" fmla="*/ 1900344 h 5017219"/>
              <a:gd name="connsiteX22709" fmla="*/ 2329944 w 5799173"/>
              <a:gd name="connsiteY22709" fmla="*/ 1899596 h 5017219"/>
              <a:gd name="connsiteX22710" fmla="*/ 2350215 w 5799173"/>
              <a:gd name="connsiteY22710" fmla="*/ 1899596 h 5017219"/>
              <a:gd name="connsiteX22711" fmla="*/ 2351461 w 5799173"/>
              <a:gd name="connsiteY22711" fmla="*/ 1900344 h 5017219"/>
              <a:gd name="connsiteX22712" fmla="*/ 2361596 w 5799173"/>
              <a:gd name="connsiteY22712" fmla="*/ 1917874 h 5017219"/>
              <a:gd name="connsiteX22713" fmla="*/ 2361597 w 5799173"/>
              <a:gd name="connsiteY22713" fmla="*/ 1919286 h 5017219"/>
              <a:gd name="connsiteX22714" fmla="*/ 2351461 w 5799173"/>
              <a:gd name="connsiteY22714" fmla="*/ 1936816 h 5017219"/>
              <a:gd name="connsiteX22715" fmla="*/ 2350215 w 5799173"/>
              <a:gd name="connsiteY22715" fmla="*/ 1937563 h 5017219"/>
              <a:gd name="connsiteX22716" fmla="*/ 3774413 w 5799173"/>
              <a:gd name="connsiteY22716" fmla="*/ 2324608 h 5017219"/>
              <a:gd name="connsiteX22717" fmla="*/ 3773168 w 5799173"/>
              <a:gd name="connsiteY22717" fmla="*/ 2323861 h 5017219"/>
              <a:gd name="connsiteX22718" fmla="*/ 3763031 w 5799173"/>
              <a:gd name="connsiteY22718" fmla="*/ 2306331 h 5017219"/>
              <a:gd name="connsiteX22719" fmla="*/ 3763031 w 5799173"/>
              <a:gd name="connsiteY22719" fmla="*/ 2304919 h 5017219"/>
              <a:gd name="connsiteX22720" fmla="*/ 3773167 w 5799173"/>
              <a:gd name="connsiteY22720" fmla="*/ 2287389 h 5017219"/>
              <a:gd name="connsiteX22721" fmla="*/ 3774413 w 5799173"/>
              <a:gd name="connsiteY22721" fmla="*/ 2286641 h 5017219"/>
              <a:gd name="connsiteX22722" fmla="*/ 3794684 w 5799173"/>
              <a:gd name="connsiteY22722" fmla="*/ 2286641 h 5017219"/>
              <a:gd name="connsiteX22723" fmla="*/ 3795930 w 5799173"/>
              <a:gd name="connsiteY22723" fmla="*/ 2287389 h 5017219"/>
              <a:gd name="connsiteX22724" fmla="*/ 3806066 w 5799173"/>
              <a:gd name="connsiteY22724" fmla="*/ 2304919 h 5017219"/>
              <a:gd name="connsiteX22725" fmla="*/ 3806066 w 5799173"/>
              <a:gd name="connsiteY22725" fmla="*/ 2306331 h 5017219"/>
              <a:gd name="connsiteX22726" fmla="*/ 3795930 w 5799173"/>
              <a:gd name="connsiteY22726" fmla="*/ 2323861 h 5017219"/>
              <a:gd name="connsiteX22727" fmla="*/ 3794684 w 5799173"/>
              <a:gd name="connsiteY22727" fmla="*/ 2324608 h 5017219"/>
              <a:gd name="connsiteX22728" fmla="*/ 5098511 w 5799173"/>
              <a:gd name="connsiteY22728" fmla="*/ 2679399 h 5017219"/>
              <a:gd name="connsiteX22729" fmla="*/ 5097265 w 5799173"/>
              <a:gd name="connsiteY22729" fmla="*/ 2678652 h 5017219"/>
              <a:gd name="connsiteX22730" fmla="*/ 5087129 w 5799173"/>
              <a:gd name="connsiteY22730" fmla="*/ 2661122 h 5017219"/>
              <a:gd name="connsiteX22731" fmla="*/ 5087129 w 5799173"/>
              <a:gd name="connsiteY22731" fmla="*/ 2659710 h 5017219"/>
              <a:gd name="connsiteX22732" fmla="*/ 5097265 w 5799173"/>
              <a:gd name="connsiteY22732" fmla="*/ 2642180 h 5017219"/>
              <a:gd name="connsiteX22733" fmla="*/ 5098511 w 5799173"/>
              <a:gd name="connsiteY22733" fmla="*/ 2641432 h 5017219"/>
              <a:gd name="connsiteX22734" fmla="*/ 5118782 w 5799173"/>
              <a:gd name="connsiteY22734" fmla="*/ 2641432 h 5017219"/>
              <a:gd name="connsiteX22735" fmla="*/ 5120028 w 5799173"/>
              <a:gd name="connsiteY22735" fmla="*/ 2642180 h 5017219"/>
              <a:gd name="connsiteX22736" fmla="*/ 5130164 w 5799173"/>
              <a:gd name="connsiteY22736" fmla="*/ 2659710 h 5017219"/>
              <a:gd name="connsiteX22737" fmla="*/ 5130164 w 5799173"/>
              <a:gd name="connsiteY22737" fmla="*/ 2661122 h 5017219"/>
              <a:gd name="connsiteX22738" fmla="*/ 5120028 w 5799173"/>
              <a:gd name="connsiteY22738" fmla="*/ 2678652 h 5017219"/>
              <a:gd name="connsiteX22739" fmla="*/ 5118782 w 5799173"/>
              <a:gd name="connsiteY22739" fmla="*/ 2679399 h 5017219"/>
              <a:gd name="connsiteX22740" fmla="*/ 5519731 w 5799173"/>
              <a:gd name="connsiteY22740" fmla="*/ 2792370 h 5017219"/>
              <a:gd name="connsiteX22741" fmla="*/ 5518485 w 5799173"/>
              <a:gd name="connsiteY22741" fmla="*/ 2791623 h 5017219"/>
              <a:gd name="connsiteX22742" fmla="*/ 5508349 w 5799173"/>
              <a:gd name="connsiteY22742" fmla="*/ 2774009 h 5017219"/>
              <a:gd name="connsiteX22743" fmla="*/ 5508349 w 5799173"/>
              <a:gd name="connsiteY22743" fmla="*/ 2772597 h 5017219"/>
              <a:gd name="connsiteX22744" fmla="*/ 5518568 w 5799173"/>
              <a:gd name="connsiteY22744" fmla="*/ 2754984 h 5017219"/>
              <a:gd name="connsiteX22745" fmla="*/ 5519814 w 5799173"/>
              <a:gd name="connsiteY22745" fmla="*/ 2754236 h 5017219"/>
              <a:gd name="connsiteX22746" fmla="*/ 5540168 w 5799173"/>
              <a:gd name="connsiteY22746" fmla="*/ 2754236 h 5017219"/>
              <a:gd name="connsiteX22747" fmla="*/ 5541414 w 5799173"/>
              <a:gd name="connsiteY22747" fmla="*/ 2754984 h 5017219"/>
              <a:gd name="connsiteX22748" fmla="*/ 5551550 w 5799173"/>
              <a:gd name="connsiteY22748" fmla="*/ 2772597 h 5017219"/>
              <a:gd name="connsiteX22749" fmla="*/ 5551550 w 5799173"/>
              <a:gd name="connsiteY22749" fmla="*/ 2774010 h 5017219"/>
              <a:gd name="connsiteX22750" fmla="*/ 5541331 w 5799173"/>
              <a:gd name="connsiteY22750" fmla="*/ 2791623 h 5017219"/>
              <a:gd name="connsiteX22751" fmla="*/ 5540085 w 5799173"/>
              <a:gd name="connsiteY22751" fmla="*/ 2792370 h 5017219"/>
              <a:gd name="connsiteX22752" fmla="*/ 2751142 w 5799173"/>
              <a:gd name="connsiteY22752" fmla="*/ 2050697 h 5017219"/>
              <a:gd name="connsiteX22753" fmla="*/ 2749896 w 5799173"/>
              <a:gd name="connsiteY22753" fmla="*/ 2049950 h 5017219"/>
              <a:gd name="connsiteX22754" fmla="*/ 2739677 w 5799173"/>
              <a:gd name="connsiteY22754" fmla="*/ 2032254 h 5017219"/>
              <a:gd name="connsiteX22755" fmla="*/ 2739677 w 5799173"/>
              <a:gd name="connsiteY22755" fmla="*/ 2030843 h 5017219"/>
              <a:gd name="connsiteX22756" fmla="*/ 2749896 w 5799173"/>
              <a:gd name="connsiteY22756" fmla="*/ 2013146 h 5017219"/>
              <a:gd name="connsiteX22757" fmla="*/ 2751142 w 5799173"/>
              <a:gd name="connsiteY22757" fmla="*/ 2012398 h 5017219"/>
              <a:gd name="connsiteX22758" fmla="*/ 2771579 w 5799173"/>
              <a:gd name="connsiteY22758" fmla="*/ 2012398 h 5017219"/>
              <a:gd name="connsiteX22759" fmla="*/ 2772826 w 5799173"/>
              <a:gd name="connsiteY22759" fmla="*/ 2013146 h 5017219"/>
              <a:gd name="connsiteX22760" fmla="*/ 2783044 w 5799173"/>
              <a:gd name="connsiteY22760" fmla="*/ 2030842 h 5017219"/>
              <a:gd name="connsiteX22761" fmla="*/ 2783044 w 5799173"/>
              <a:gd name="connsiteY22761" fmla="*/ 2032254 h 5017219"/>
              <a:gd name="connsiteX22762" fmla="*/ 2772826 w 5799173"/>
              <a:gd name="connsiteY22762" fmla="*/ 2049950 h 5017219"/>
              <a:gd name="connsiteX22763" fmla="*/ 2771579 w 5799173"/>
              <a:gd name="connsiteY22763" fmla="*/ 2050697 h 5017219"/>
              <a:gd name="connsiteX22764" fmla="*/ 2690875 w 5799173"/>
              <a:gd name="connsiteY22764" fmla="*/ 2034644 h 5017219"/>
              <a:gd name="connsiteX22765" fmla="*/ 2689629 w 5799173"/>
              <a:gd name="connsiteY22765" fmla="*/ 2033896 h 5017219"/>
              <a:gd name="connsiteX22766" fmla="*/ 2679327 w 5799173"/>
              <a:gd name="connsiteY22766" fmla="*/ 2016117 h 5017219"/>
              <a:gd name="connsiteX22767" fmla="*/ 2679327 w 5799173"/>
              <a:gd name="connsiteY22767" fmla="*/ 2014705 h 5017219"/>
              <a:gd name="connsiteX22768" fmla="*/ 2689629 w 5799173"/>
              <a:gd name="connsiteY22768" fmla="*/ 1996926 h 5017219"/>
              <a:gd name="connsiteX22769" fmla="*/ 2690875 w 5799173"/>
              <a:gd name="connsiteY22769" fmla="*/ 1996178 h 5017219"/>
              <a:gd name="connsiteX22770" fmla="*/ 2711395 w 5799173"/>
              <a:gd name="connsiteY22770" fmla="*/ 1996178 h 5017219"/>
              <a:gd name="connsiteX22771" fmla="*/ 2712642 w 5799173"/>
              <a:gd name="connsiteY22771" fmla="*/ 1996926 h 5017219"/>
              <a:gd name="connsiteX22772" fmla="*/ 2722943 w 5799173"/>
              <a:gd name="connsiteY22772" fmla="*/ 2014705 h 5017219"/>
              <a:gd name="connsiteX22773" fmla="*/ 2722943 w 5799173"/>
              <a:gd name="connsiteY22773" fmla="*/ 2016117 h 5017219"/>
              <a:gd name="connsiteX22774" fmla="*/ 2712642 w 5799173"/>
              <a:gd name="connsiteY22774" fmla="*/ 2033896 h 5017219"/>
              <a:gd name="connsiteX22775" fmla="*/ 2711395 w 5799173"/>
              <a:gd name="connsiteY22775" fmla="*/ 2034644 h 5017219"/>
              <a:gd name="connsiteX22776" fmla="*/ 5218697 w 5799173"/>
              <a:gd name="connsiteY22776" fmla="*/ 2711972 h 5017219"/>
              <a:gd name="connsiteX22777" fmla="*/ 5217451 w 5799173"/>
              <a:gd name="connsiteY22777" fmla="*/ 2711224 h 5017219"/>
              <a:gd name="connsiteX22778" fmla="*/ 5207149 w 5799173"/>
              <a:gd name="connsiteY22778" fmla="*/ 2693445 h 5017219"/>
              <a:gd name="connsiteX22779" fmla="*/ 5207149 w 5799173"/>
              <a:gd name="connsiteY22779" fmla="*/ 2692033 h 5017219"/>
              <a:gd name="connsiteX22780" fmla="*/ 5217451 w 5799173"/>
              <a:gd name="connsiteY22780" fmla="*/ 2674254 h 5017219"/>
              <a:gd name="connsiteX22781" fmla="*/ 5218697 w 5799173"/>
              <a:gd name="connsiteY22781" fmla="*/ 2673506 h 5017219"/>
              <a:gd name="connsiteX22782" fmla="*/ 5239217 w 5799173"/>
              <a:gd name="connsiteY22782" fmla="*/ 2673506 h 5017219"/>
              <a:gd name="connsiteX22783" fmla="*/ 5240464 w 5799173"/>
              <a:gd name="connsiteY22783" fmla="*/ 2674254 h 5017219"/>
              <a:gd name="connsiteX22784" fmla="*/ 5250765 w 5799173"/>
              <a:gd name="connsiteY22784" fmla="*/ 2692033 h 5017219"/>
              <a:gd name="connsiteX22785" fmla="*/ 5250765 w 5799173"/>
              <a:gd name="connsiteY22785" fmla="*/ 2693445 h 5017219"/>
              <a:gd name="connsiteX22786" fmla="*/ 5240464 w 5799173"/>
              <a:gd name="connsiteY22786" fmla="*/ 2711224 h 5017219"/>
              <a:gd name="connsiteX22787" fmla="*/ 5239217 w 5799173"/>
              <a:gd name="connsiteY22787" fmla="*/ 2711972 h 5017219"/>
              <a:gd name="connsiteX22788" fmla="*/ 5278883 w 5799173"/>
              <a:gd name="connsiteY22788" fmla="*/ 2728098 h 5017219"/>
              <a:gd name="connsiteX22789" fmla="*/ 5277637 w 5799173"/>
              <a:gd name="connsiteY22789" fmla="*/ 2727350 h 5017219"/>
              <a:gd name="connsiteX22790" fmla="*/ 5267335 w 5799173"/>
              <a:gd name="connsiteY22790" fmla="*/ 2709571 h 5017219"/>
              <a:gd name="connsiteX22791" fmla="*/ 5267335 w 5799173"/>
              <a:gd name="connsiteY22791" fmla="*/ 2708159 h 5017219"/>
              <a:gd name="connsiteX22792" fmla="*/ 5277637 w 5799173"/>
              <a:gd name="connsiteY22792" fmla="*/ 2690380 h 5017219"/>
              <a:gd name="connsiteX22793" fmla="*/ 5278883 w 5799173"/>
              <a:gd name="connsiteY22793" fmla="*/ 2689632 h 5017219"/>
              <a:gd name="connsiteX22794" fmla="*/ 5299403 w 5799173"/>
              <a:gd name="connsiteY22794" fmla="*/ 2689632 h 5017219"/>
              <a:gd name="connsiteX22795" fmla="*/ 5300650 w 5799173"/>
              <a:gd name="connsiteY22795" fmla="*/ 2690380 h 5017219"/>
              <a:gd name="connsiteX22796" fmla="*/ 5310951 w 5799173"/>
              <a:gd name="connsiteY22796" fmla="*/ 2708160 h 5017219"/>
              <a:gd name="connsiteX22797" fmla="*/ 5310951 w 5799173"/>
              <a:gd name="connsiteY22797" fmla="*/ 2709571 h 5017219"/>
              <a:gd name="connsiteX22798" fmla="*/ 5300650 w 5799173"/>
              <a:gd name="connsiteY22798" fmla="*/ 2727351 h 5017219"/>
              <a:gd name="connsiteX22799" fmla="*/ 5299403 w 5799173"/>
              <a:gd name="connsiteY22799" fmla="*/ 2728099 h 5017219"/>
              <a:gd name="connsiteX22800" fmla="*/ 5459441 w 5799173"/>
              <a:gd name="connsiteY22800" fmla="*/ 2776479 h 5017219"/>
              <a:gd name="connsiteX22801" fmla="*/ 5458195 w 5799173"/>
              <a:gd name="connsiteY22801" fmla="*/ 2775731 h 5017219"/>
              <a:gd name="connsiteX22802" fmla="*/ 5447893 w 5799173"/>
              <a:gd name="connsiteY22802" fmla="*/ 2757952 h 5017219"/>
              <a:gd name="connsiteX22803" fmla="*/ 5447893 w 5799173"/>
              <a:gd name="connsiteY22803" fmla="*/ 2756540 h 5017219"/>
              <a:gd name="connsiteX22804" fmla="*/ 5458195 w 5799173"/>
              <a:gd name="connsiteY22804" fmla="*/ 2738761 h 5017219"/>
              <a:gd name="connsiteX22805" fmla="*/ 5459441 w 5799173"/>
              <a:gd name="connsiteY22805" fmla="*/ 2738013 h 5017219"/>
              <a:gd name="connsiteX22806" fmla="*/ 5479961 w 5799173"/>
              <a:gd name="connsiteY22806" fmla="*/ 2738013 h 5017219"/>
              <a:gd name="connsiteX22807" fmla="*/ 5481208 w 5799173"/>
              <a:gd name="connsiteY22807" fmla="*/ 2738761 h 5017219"/>
              <a:gd name="connsiteX22808" fmla="*/ 5491509 w 5799173"/>
              <a:gd name="connsiteY22808" fmla="*/ 2756540 h 5017219"/>
              <a:gd name="connsiteX22809" fmla="*/ 5491509 w 5799173"/>
              <a:gd name="connsiteY22809" fmla="*/ 2757952 h 5017219"/>
              <a:gd name="connsiteX22810" fmla="*/ 5481208 w 5799173"/>
              <a:gd name="connsiteY22810" fmla="*/ 2775731 h 5017219"/>
              <a:gd name="connsiteX22811" fmla="*/ 5479961 w 5799173"/>
              <a:gd name="connsiteY22811" fmla="*/ 2776479 h 5017219"/>
              <a:gd name="connsiteX22812" fmla="*/ 5038146 w 5799173"/>
              <a:gd name="connsiteY22812" fmla="*/ 2663697 h 5017219"/>
              <a:gd name="connsiteX22813" fmla="*/ 5036900 w 5799173"/>
              <a:gd name="connsiteY22813" fmla="*/ 2662949 h 5017219"/>
              <a:gd name="connsiteX22814" fmla="*/ 5026598 w 5799173"/>
              <a:gd name="connsiteY22814" fmla="*/ 2645087 h 5017219"/>
              <a:gd name="connsiteX22815" fmla="*/ 5026598 w 5799173"/>
              <a:gd name="connsiteY22815" fmla="*/ 2643592 h 5017219"/>
              <a:gd name="connsiteX22816" fmla="*/ 5036900 w 5799173"/>
              <a:gd name="connsiteY22816" fmla="*/ 2625730 h 5017219"/>
              <a:gd name="connsiteX22817" fmla="*/ 5038146 w 5799173"/>
              <a:gd name="connsiteY22817" fmla="*/ 2624982 h 5017219"/>
              <a:gd name="connsiteX22818" fmla="*/ 5058833 w 5799173"/>
              <a:gd name="connsiteY22818" fmla="*/ 2624982 h 5017219"/>
              <a:gd name="connsiteX22819" fmla="*/ 5060079 w 5799173"/>
              <a:gd name="connsiteY22819" fmla="*/ 2625730 h 5017219"/>
              <a:gd name="connsiteX22820" fmla="*/ 5070381 w 5799173"/>
              <a:gd name="connsiteY22820" fmla="*/ 2643592 h 5017219"/>
              <a:gd name="connsiteX22821" fmla="*/ 5070381 w 5799173"/>
              <a:gd name="connsiteY22821" fmla="*/ 2645087 h 5017219"/>
              <a:gd name="connsiteX22822" fmla="*/ 5060079 w 5799173"/>
              <a:gd name="connsiteY22822" fmla="*/ 2662949 h 5017219"/>
              <a:gd name="connsiteX22823" fmla="*/ 5058833 w 5799173"/>
              <a:gd name="connsiteY22823" fmla="*/ 2663697 h 5017219"/>
              <a:gd name="connsiteX22824" fmla="*/ 5640008 w 5799173"/>
              <a:gd name="connsiteY22824" fmla="*/ 2824965 h 5017219"/>
              <a:gd name="connsiteX22825" fmla="*/ 5638762 w 5799173"/>
              <a:gd name="connsiteY22825" fmla="*/ 2824217 h 5017219"/>
              <a:gd name="connsiteX22826" fmla="*/ 5628460 w 5799173"/>
              <a:gd name="connsiteY22826" fmla="*/ 2806355 h 5017219"/>
              <a:gd name="connsiteX22827" fmla="*/ 5628460 w 5799173"/>
              <a:gd name="connsiteY22827" fmla="*/ 2804860 h 5017219"/>
              <a:gd name="connsiteX22828" fmla="*/ 5638762 w 5799173"/>
              <a:gd name="connsiteY22828" fmla="*/ 2786998 h 5017219"/>
              <a:gd name="connsiteX22829" fmla="*/ 5640008 w 5799173"/>
              <a:gd name="connsiteY22829" fmla="*/ 2786250 h 5017219"/>
              <a:gd name="connsiteX22830" fmla="*/ 5660695 w 5799173"/>
              <a:gd name="connsiteY22830" fmla="*/ 2786250 h 5017219"/>
              <a:gd name="connsiteX22831" fmla="*/ 5661941 w 5799173"/>
              <a:gd name="connsiteY22831" fmla="*/ 2786998 h 5017219"/>
              <a:gd name="connsiteX22832" fmla="*/ 5672243 w 5799173"/>
              <a:gd name="connsiteY22832" fmla="*/ 2804861 h 5017219"/>
              <a:gd name="connsiteX22833" fmla="*/ 5672243 w 5799173"/>
              <a:gd name="connsiteY22833" fmla="*/ 2806356 h 5017219"/>
              <a:gd name="connsiteX22834" fmla="*/ 5661941 w 5799173"/>
              <a:gd name="connsiteY22834" fmla="*/ 2824218 h 5017219"/>
              <a:gd name="connsiteX22835" fmla="*/ 5660695 w 5799173"/>
              <a:gd name="connsiteY22835" fmla="*/ 2824966 h 5017219"/>
              <a:gd name="connsiteX22836" fmla="*/ 4917692 w 5799173"/>
              <a:gd name="connsiteY22836" fmla="*/ 2631516 h 5017219"/>
              <a:gd name="connsiteX22837" fmla="*/ 4916446 w 5799173"/>
              <a:gd name="connsiteY22837" fmla="*/ 2630768 h 5017219"/>
              <a:gd name="connsiteX22838" fmla="*/ 4906061 w 5799173"/>
              <a:gd name="connsiteY22838" fmla="*/ 2612823 h 5017219"/>
              <a:gd name="connsiteX22839" fmla="*/ 4906061 w 5799173"/>
              <a:gd name="connsiteY22839" fmla="*/ 2611328 h 5017219"/>
              <a:gd name="connsiteX22840" fmla="*/ 4916446 w 5799173"/>
              <a:gd name="connsiteY22840" fmla="*/ 2593382 h 5017219"/>
              <a:gd name="connsiteX22841" fmla="*/ 4917692 w 5799173"/>
              <a:gd name="connsiteY22841" fmla="*/ 2592635 h 5017219"/>
              <a:gd name="connsiteX22842" fmla="*/ 4938462 w 5799173"/>
              <a:gd name="connsiteY22842" fmla="*/ 2592635 h 5017219"/>
              <a:gd name="connsiteX22843" fmla="*/ 4939708 w 5799173"/>
              <a:gd name="connsiteY22843" fmla="*/ 2593383 h 5017219"/>
              <a:gd name="connsiteX22844" fmla="*/ 4950093 w 5799173"/>
              <a:gd name="connsiteY22844" fmla="*/ 2611328 h 5017219"/>
              <a:gd name="connsiteX22845" fmla="*/ 4950093 w 5799173"/>
              <a:gd name="connsiteY22845" fmla="*/ 2612823 h 5017219"/>
              <a:gd name="connsiteX22846" fmla="*/ 4939708 w 5799173"/>
              <a:gd name="connsiteY22846" fmla="*/ 2630768 h 5017219"/>
              <a:gd name="connsiteX22847" fmla="*/ 4938462 w 5799173"/>
              <a:gd name="connsiteY22847" fmla="*/ 2631516 h 5017219"/>
              <a:gd name="connsiteX22848" fmla="*/ 4977878 w 5799173"/>
              <a:gd name="connsiteY22848" fmla="*/ 2647642 h 5017219"/>
              <a:gd name="connsiteX22849" fmla="*/ 4976632 w 5799173"/>
              <a:gd name="connsiteY22849" fmla="*/ 2646894 h 5017219"/>
              <a:gd name="connsiteX22850" fmla="*/ 4966247 w 5799173"/>
              <a:gd name="connsiteY22850" fmla="*/ 2628949 h 5017219"/>
              <a:gd name="connsiteX22851" fmla="*/ 4966247 w 5799173"/>
              <a:gd name="connsiteY22851" fmla="*/ 2627454 h 5017219"/>
              <a:gd name="connsiteX22852" fmla="*/ 4976632 w 5799173"/>
              <a:gd name="connsiteY22852" fmla="*/ 2609509 h 5017219"/>
              <a:gd name="connsiteX22853" fmla="*/ 4977878 w 5799173"/>
              <a:gd name="connsiteY22853" fmla="*/ 2608761 h 5017219"/>
              <a:gd name="connsiteX22854" fmla="*/ 4998648 w 5799173"/>
              <a:gd name="connsiteY22854" fmla="*/ 2608761 h 5017219"/>
              <a:gd name="connsiteX22855" fmla="*/ 4999894 w 5799173"/>
              <a:gd name="connsiteY22855" fmla="*/ 2609509 h 5017219"/>
              <a:gd name="connsiteX22856" fmla="*/ 5010279 w 5799173"/>
              <a:gd name="connsiteY22856" fmla="*/ 2627454 h 5017219"/>
              <a:gd name="connsiteX22857" fmla="*/ 5010279 w 5799173"/>
              <a:gd name="connsiteY22857" fmla="*/ 2628949 h 5017219"/>
              <a:gd name="connsiteX22858" fmla="*/ 4999894 w 5799173"/>
              <a:gd name="connsiteY22858" fmla="*/ 2646894 h 5017219"/>
              <a:gd name="connsiteX22859" fmla="*/ 4998648 w 5799173"/>
              <a:gd name="connsiteY22859" fmla="*/ 2647642 h 5017219"/>
              <a:gd name="connsiteX22860" fmla="*/ 5399182 w 5799173"/>
              <a:gd name="connsiteY22860" fmla="*/ 2760530 h 5017219"/>
              <a:gd name="connsiteX22861" fmla="*/ 5397936 w 5799173"/>
              <a:gd name="connsiteY22861" fmla="*/ 2759782 h 5017219"/>
              <a:gd name="connsiteX22862" fmla="*/ 5387551 w 5799173"/>
              <a:gd name="connsiteY22862" fmla="*/ 2741837 h 5017219"/>
              <a:gd name="connsiteX22863" fmla="*/ 5387551 w 5799173"/>
              <a:gd name="connsiteY22863" fmla="*/ 2740342 h 5017219"/>
              <a:gd name="connsiteX22864" fmla="*/ 5397936 w 5799173"/>
              <a:gd name="connsiteY22864" fmla="*/ 2722397 h 5017219"/>
              <a:gd name="connsiteX22865" fmla="*/ 5399182 w 5799173"/>
              <a:gd name="connsiteY22865" fmla="*/ 2721649 h 5017219"/>
              <a:gd name="connsiteX22866" fmla="*/ 5419952 w 5799173"/>
              <a:gd name="connsiteY22866" fmla="*/ 2721649 h 5017219"/>
              <a:gd name="connsiteX22867" fmla="*/ 5421198 w 5799173"/>
              <a:gd name="connsiteY22867" fmla="*/ 2722397 h 5017219"/>
              <a:gd name="connsiteX22868" fmla="*/ 5431583 w 5799173"/>
              <a:gd name="connsiteY22868" fmla="*/ 2740343 h 5017219"/>
              <a:gd name="connsiteX22869" fmla="*/ 5431583 w 5799173"/>
              <a:gd name="connsiteY22869" fmla="*/ 2741837 h 5017219"/>
              <a:gd name="connsiteX22870" fmla="*/ 5421198 w 5799173"/>
              <a:gd name="connsiteY22870" fmla="*/ 2759782 h 5017219"/>
              <a:gd name="connsiteX22871" fmla="*/ 5419952 w 5799173"/>
              <a:gd name="connsiteY22871" fmla="*/ 2760530 h 5017219"/>
              <a:gd name="connsiteX22872" fmla="*/ 3112021 w 5799173"/>
              <a:gd name="connsiteY22872" fmla="*/ 2147793 h 5017219"/>
              <a:gd name="connsiteX22873" fmla="*/ 3110775 w 5799173"/>
              <a:gd name="connsiteY22873" fmla="*/ 2147046 h 5017219"/>
              <a:gd name="connsiteX22874" fmla="*/ 3100390 w 5799173"/>
              <a:gd name="connsiteY22874" fmla="*/ 2129017 h 5017219"/>
              <a:gd name="connsiteX22875" fmla="*/ 3100390 w 5799173"/>
              <a:gd name="connsiteY22875" fmla="*/ 2127522 h 5017219"/>
              <a:gd name="connsiteX22876" fmla="*/ 3110858 w 5799173"/>
              <a:gd name="connsiteY22876" fmla="*/ 2109494 h 5017219"/>
              <a:gd name="connsiteX22877" fmla="*/ 3112104 w 5799173"/>
              <a:gd name="connsiteY22877" fmla="*/ 2108746 h 5017219"/>
              <a:gd name="connsiteX22878" fmla="*/ 3132957 w 5799173"/>
              <a:gd name="connsiteY22878" fmla="*/ 2108746 h 5017219"/>
              <a:gd name="connsiteX22879" fmla="*/ 3134203 w 5799173"/>
              <a:gd name="connsiteY22879" fmla="*/ 2109494 h 5017219"/>
              <a:gd name="connsiteX22880" fmla="*/ 3144588 w 5799173"/>
              <a:gd name="connsiteY22880" fmla="*/ 2127522 h 5017219"/>
              <a:gd name="connsiteX22881" fmla="*/ 3144588 w 5799173"/>
              <a:gd name="connsiteY22881" fmla="*/ 2129017 h 5017219"/>
              <a:gd name="connsiteX22882" fmla="*/ 3134120 w 5799173"/>
              <a:gd name="connsiteY22882" fmla="*/ 2147046 h 5017219"/>
              <a:gd name="connsiteX22883" fmla="*/ 3132874 w 5799173"/>
              <a:gd name="connsiteY22883" fmla="*/ 2147793 h 5017219"/>
              <a:gd name="connsiteX22884" fmla="*/ 5338912 w 5799173"/>
              <a:gd name="connsiteY22884" fmla="*/ 2744486 h 5017219"/>
              <a:gd name="connsiteX22885" fmla="*/ 5337666 w 5799173"/>
              <a:gd name="connsiteY22885" fmla="*/ 2743739 h 5017219"/>
              <a:gd name="connsiteX22886" fmla="*/ 5327281 w 5799173"/>
              <a:gd name="connsiteY22886" fmla="*/ 2725711 h 5017219"/>
              <a:gd name="connsiteX22887" fmla="*/ 5327281 w 5799173"/>
              <a:gd name="connsiteY22887" fmla="*/ 2724215 h 5017219"/>
              <a:gd name="connsiteX22888" fmla="*/ 5337749 w 5799173"/>
              <a:gd name="connsiteY22888" fmla="*/ 2706187 h 5017219"/>
              <a:gd name="connsiteX22889" fmla="*/ 5338995 w 5799173"/>
              <a:gd name="connsiteY22889" fmla="*/ 2705439 h 5017219"/>
              <a:gd name="connsiteX22890" fmla="*/ 5359848 w 5799173"/>
              <a:gd name="connsiteY22890" fmla="*/ 2705440 h 5017219"/>
              <a:gd name="connsiteX22891" fmla="*/ 5361094 w 5799173"/>
              <a:gd name="connsiteY22891" fmla="*/ 2706188 h 5017219"/>
              <a:gd name="connsiteX22892" fmla="*/ 5371479 w 5799173"/>
              <a:gd name="connsiteY22892" fmla="*/ 2724215 h 5017219"/>
              <a:gd name="connsiteX22893" fmla="*/ 5371479 w 5799173"/>
              <a:gd name="connsiteY22893" fmla="*/ 2725711 h 5017219"/>
              <a:gd name="connsiteX22894" fmla="*/ 5361011 w 5799173"/>
              <a:gd name="connsiteY22894" fmla="*/ 2743740 h 5017219"/>
              <a:gd name="connsiteX22895" fmla="*/ 5359765 w 5799173"/>
              <a:gd name="connsiteY22895" fmla="*/ 2744487 h 5017219"/>
              <a:gd name="connsiteX22896" fmla="*/ 5158353 w 5799173"/>
              <a:gd name="connsiteY22896" fmla="*/ 2696188 h 5017219"/>
              <a:gd name="connsiteX22897" fmla="*/ 5157107 w 5799173"/>
              <a:gd name="connsiteY22897" fmla="*/ 2695440 h 5017219"/>
              <a:gd name="connsiteX22898" fmla="*/ 5146639 w 5799173"/>
              <a:gd name="connsiteY22898" fmla="*/ 2677329 h 5017219"/>
              <a:gd name="connsiteX22899" fmla="*/ 5146639 w 5799173"/>
              <a:gd name="connsiteY22899" fmla="*/ 2675834 h 5017219"/>
              <a:gd name="connsiteX22900" fmla="*/ 5157107 w 5799173"/>
              <a:gd name="connsiteY22900" fmla="*/ 2657723 h 5017219"/>
              <a:gd name="connsiteX22901" fmla="*/ 5158353 w 5799173"/>
              <a:gd name="connsiteY22901" fmla="*/ 2656975 h 5017219"/>
              <a:gd name="connsiteX22902" fmla="*/ 5179289 w 5799173"/>
              <a:gd name="connsiteY22902" fmla="*/ 2656975 h 5017219"/>
              <a:gd name="connsiteX22903" fmla="*/ 5180536 w 5799173"/>
              <a:gd name="connsiteY22903" fmla="*/ 2657723 h 5017219"/>
              <a:gd name="connsiteX22904" fmla="*/ 5191004 w 5799173"/>
              <a:gd name="connsiteY22904" fmla="*/ 2675834 h 5017219"/>
              <a:gd name="connsiteX22905" fmla="*/ 5191003 w 5799173"/>
              <a:gd name="connsiteY22905" fmla="*/ 2677329 h 5017219"/>
              <a:gd name="connsiteX22906" fmla="*/ 5180535 w 5799173"/>
              <a:gd name="connsiteY22906" fmla="*/ 2695440 h 5017219"/>
              <a:gd name="connsiteX22907" fmla="*/ 5179289 w 5799173"/>
              <a:gd name="connsiteY22907" fmla="*/ 2696188 h 5017219"/>
              <a:gd name="connsiteX22908" fmla="*/ 5700029 w 5799173"/>
              <a:gd name="connsiteY22908" fmla="*/ 2841330 h 5017219"/>
              <a:gd name="connsiteX22909" fmla="*/ 5698783 w 5799173"/>
              <a:gd name="connsiteY22909" fmla="*/ 2840582 h 5017219"/>
              <a:gd name="connsiteX22910" fmla="*/ 5688315 w 5799173"/>
              <a:gd name="connsiteY22910" fmla="*/ 2822471 h 5017219"/>
              <a:gd name="connsiteX22911" fmla="*/ 5688315 w 5799173"/>
              <a:gd name="connsiteY22911" fmla="*/ 2820975 h 5017219"/>
              <a:gd name="connsiteX22912" fmla="*/ 5698783 w 5799173"/>
              <a:gd name="connsiteY22912" fmla="*/ 2802865 h 5017219"/>
              <a:gd name="connsiteX22913" fmla="*/ 5700029 w 5799173"/>
              <a:gd name="connsiteY22913" fmla="*/ 2802117 h 5017219"/>
              <a:gd name="connsiteX22914" fmla="*/ 5720965 w 5799173"/>
              <a:gd name="connsiteY22914" fmla="*/ 2802117 h 5017219"/>
              <a:gd name="connsiteX22915" fmla="*/ 5722211 w 5799173"/>
              <a:gd name="connsiteY22915" fmla="*/ 2802865 h 5017219"/>
              <a:gd name="connsiteX22916" fmla="*/ 5732679 w 5799173"/>
              <a:gd name="connsiteY22916" fmla="*/ 2820976 h 5017219"/>
              <a:gd name="connsiteX22917" fmla="*/ 5732679 w 5799173"/>
              <a:gd name="connsiteY22917" fmla="*/ 2822471 h 5017219"/>
              <a:gd name="connsiteX22918" fmla="*/ 5722211 w 5799173"/>
              <a:gd name="connsiteY22918" fmla="*/ 2840581 h 5017219"/>
              <a:gd name="connsiteX22919" fmla="*/ 5720965 w 5799173"/>
              <a:gd name="connsiteY22919" fmla="*/ 2841329 h 5017219"/>
              <a:gd name="connsiteX22920" fmla="*/ 3834195 w 5799173"/>
              <a:gd name="connsiteY22920" fmla="*/ 2341474 h 5017219"/>
              <a:gd name="connsiteX22921" fmla="*/ 3832949 w 5799173"/>
              <a:gd name="connsiteY22921" fmla="*/ 2340726 h 5017219"/>
              <a:gd name="connsiteX22922" fmla="*/ 3822398 w 5799173"/>
              <a:gd name="connsiteY22922" fmla="*/ 2322449 h 5017219"/>
              <a:gd name="connsiteX22923" fmla="*/ 3822398 w 5799173"/>
              <a:gd name="connsiteY22923" fmla="*/ 2320953 h 5017219"/>
              <a:gd name="connsiteX22924" fmla="*/ 3832949 w 5799173"/>
              <a:gd name="connsiteY22924" fmla="*/ 2302676 h 5017219"/>
              <a:gd name="connsiteX22925" fmla="*/ 3834195 w 5799173"/>
              <a:gd name="connsiteY22925" fmla="*/ 2301928 h 5017219"/>
              <a:gd name="connsiteX22926" fmla="*/ 3855214 w 5799173"/>
              <a:gd name="connsiteY22926" fmla="*/ 2301928 h 5017219"/>
              <a:gd name="connsiteX22927" fmla="*/ 3856460 w 5799173"/>
              <a:gd name="connsiteY22927" fmla="*/ 2302676 h 5017219"/>
              <a:gd name="connsiteX22928" fmla="*/ 3867011 w 5799173"/>
              <a:gd name="connsiteY22928" fmla="*/ 2320953 h 5017219"/>
              <a:gd name="connsiteX22929" fmla="*/ 3867011 w 5799173"/>
              <a:gd name="connsiteY22929" fmla="*/ 2322449 h 5017219"/>
              <a:gd name="connsiteX22930" fmla="*/ 3856460 w 5799173"/>
              <a:gd name="connsiteY22930" fmla="*/ 2340726 h 5017219"/>
              <a:gd name="connsiteX22931" fmla="*/ 3855214 w 5799173"/>
              <a:gd name="connsiteY22931" fmla="*/ 2341474 h 5017219"/>
              <a:gd name="connsiteX22932" fmla="*/ 4195313 w 5799173"/>
              <a:gd name="connsiteY22932" fmla="*/ 2438235 h 5017219"/>
              <a:gd name="connsiteX22933" fmla="*/ 4194067 w 5799173"/>
              <a:gd name="connsiteY22933" fmla="*/ 2437487 h 5017219"/>
              <a:gd name="connsiteX22934" fmla="*/ 4183517 w 5799173"/>
              <a:gd name="connsiteY22934" fmla="*/ 2419210 h 5017219"/>
              <a:gd name="connsiteX22935" fmla="*/ 4183516 w 5799173"/>
              <a:gd name="connsiteY22935" fmla="*/ 2417714 h 5017219"/>
              <a:gd name="connsiteX22936" fmla="*/ 4194067 w 5799173"/>
              <a:gd name="connsiteY22936" fmla="*/ 2399437 h 5017219"/>
              <a:gd name="connsiteX22937" fmla="*/ 4195313 w 5799173"/>
              <a:gd name="connsiteY22937" fmla="*/ 2398689 h 5017219"/>
              <a:gd name="connsiteX22938" fmla="*/ 4216332 w 5799173"/>
              <a:gd name="connsiteY22938" fmla="*/ 2398690 h 5017219"/>
              <a:gd name="connsiteX22939" fmla="*/ 4217578 w 5799173"/>
              <a:gd name="connsiteY22939" fmla="*/ 2399437 h 5017219"/>
              <a:gd name="connsiteX22940" fmla="*/ 4228129 w 5799173"/>
              <a:gd name="connsiteY22940" fmla="*/ 2417714 h 5017219"/>
              <a:gd name="connsiteX22941" fmla="*/ 4228129 w 5799173"/>
              <a:gd name="connsiteY22941" fmla="*/ 2419210 h 5017219"/>
              <a:gd name="connsiteX22942" fmla="*/ 4217578 w 5799173"/>
              <a:gd name="connsiteY22942" fmla="*/ 2437487 h 5017219"/>
              <a:gd name="connsiteX22943" fmla="*/ 4216332 w 5799173"/>
              <a:gd name="connsiteY22943" fmla="*/ 2438235 h 5017219"/>
              <a:gd name="connsiteX22944" fmla="*/ 5579596 w 5799173"/>
              <a:gd name="connsiteY22944" fmla="*/ 2809153 h 5017219"/>
              <a:gd name="connsiteX22945" fmla="*/ 5578350 w 5799173"/>
              <a:gd name="connsiteY22945" fmla="*/ 2808405 h 5017219"/>
              <a:gd name="connsiteX22946" fmla="*/ 5567799 w 5799173"/>
              <a:gd name="connsiteY22946" fmla="*/ 2790128 h 5017219"/>
              <a:gd name="connsiteX22947" fmla="*/ 5567799 w 5799173"/>
              <a:gd name="connsiteY22947" fmla="*/ 2788632 h 5017219"/>
              <a:gd name="connsiteX22948" fmla="*/ 5578350 w 5799173"/>
              <a:gd name="connsiteY22948" fmla="*/ 2770355 h 5017219"/>
              <a:gd name="connsiteX22949" fmla="*/ 5579596 w 5799173"/>
              <a:gd name="connsiteY22949" fmla="*/ 2769607 h 5017219"/>
              <a:gd name="connsiteX22950" fmla="*/ 5600615 w 5799173"/>
              <a:gd name="connsiteY22950" fmla="*/ 2769607 h 5017219"/>
              <a:gd name="connsiteX22951" fmla="*/ 5601861 w 5799173"/>
              <a:gd name="connsiteY22951" fmla="*/ 2770355 h 5017219"/>
              <a:gd name="connsiteX22952" fmla="*/ 5612412 w 5799173"/>
              <a:gd name="connsiteY22952" fmla="*/ 2788632 h 5017219"/>
              <a:gd name="connsiteX22953" fmla="*/ 5612412 w 5799173"/>
              <a:gd name="connsiteY22953" fmla="*/ 2790128 h 5017219"/>
              <a:gd name="connsiteX22954" fmla="*/ 5601861 w 5799173"/>
              <a:gd name="connsiteY22954" fmla="*/ 2808405 h 5017219"/>
              <a:gd name="connsiteX22955" fmla="*/ 5600615 w 5799173"/>
              <a:gd name="connsiteY22955" fmla="*/ 2809153 h 5017219"/>
              <a:gd name="connsiteX22956" fmla="*/ 3412868 w 5799173"/>
              <a:gd name="connsiteY22956" fmla="*/ 2228770 h 5017219"/>
              <a:gd name="connsiteX22957" fmla="*/ 3411539 w 5799173"/>
              <a:gd name="connsiteY22957" fmla="*/ 2228022 h 5017219"/>
              <a:gd name="connsiteX22958" fmla="*/ 3400988 w 5799173"/>
              <a:gd name="connsiteY22958" fmla="*/ 2209662 h 5017219"/>
              <a:gd name="connsiteX22959" fmla="*/ 3400988 w 5799173"/>
              <a:gd name="connsiteY22959" fmla="*/ 2208166 h 5017219"/>
              <a:gd name="connsiteX22960" fmla="*/ 3411539 w 5799173"/>
              <a:gd name="connsiteY22960" fmla="*/ 2189806 h 5017219"/>
              <a:gd name="connsiteX22961" fmla="*/ 3412868 w 5799173"/>
              <a:gd name="connsiteY22961" fmla="*/ 2189058 h 5017219"/>
              <a:gd name="connsiteX22962" fmla="*/ 3434053 w 5799173"/>
              <a:gd name="connsiteY22962" fmla="*/ 2189058 h 5017219"/>
              <a:gd name="connsiteX22963" fmla="*/ 3435383 w 5799173"/>
              <a:gd name="connsiteY22963" fmla="*/ 2189806 h 5017219"/>
              <a:gd name="connsiteX22964" fmla="*/ 3445934 w 5799173"/>
              <a:gd name="connsiteY22964" fmla="*/ 2208166 h 5017219"/>
              <a:gd name="connsiteX22965" fmla="*/ 3445934 w 5799173"/>
              <a:gd name="connsiteY22965" fmla="*/ 2209662 h 5017219"/>
              <a:gd name="connsiteX22966" fmla="*/ 3435383 w 5799173"/>
              <a:gd name="connsiteY22966" fmla="*/ 2228022 h 5017219"/>
              <a:gd name="connsiteX22967" fmla="*/ 3434053 w 5799173"/>
              <a:gd name="connsiteY22967" fmla="*/ 2228770 h 5017219"/>
              <a:gd name="connsiteX22968" fmla="*/ 3894358 w 5799173"/>
              <a:gd name="connsiteY22968" fmla="*/ 2357785 h 5017219"/>
              <a:gd name="connsiteX22969" fmla="*/ 3893029 w 5799173"/>
              <a:gd name="connsiteY22969" fmla="*/ 2357037 h 5017219"/>
              <a:gd name="connsiteX22970" fmla="*/ 3882478 w 5799173"/>
              <a:gd name="connsiteY22970" fmla="*/ 2338677 h 5017219"/>
              <a:gd name="connsiteX22971" fmla="*/ 3882478 w 5799173"/>
              <a:gd name="connsiteY22971" fmla="*/ 2337181 h 5017219"/>
              <a:gd name="connsiteX22972" fmla="*/ 3893029 w 5799173"/>
              <a:gd name="connsiteY22972" fmla="*/ 2318821 h 5017219"/>
              <a:gd name="connsiteX22973" fmla="*/ 3894358 w 5799173"/>
              <a:gd name="connsiteY22973" fmla="*/ 2318073 h 5017219"/>
              <a:gd name="connsiteX22974" fmla="*/ 3915543 w 5799173"/>
              <a:gd name="connsiteY22974" fmla="*/ 2318073 h 5017219"/>
              <a:gd name="connsiteX22975" fmla="*/ 3916873 w 5799173"/>
              <a:gd name="connsiteY22975" fmla="*/ 2318821 h 5017219"/>
              <a:gd name="connsiteX22976" fmla="*/ 3927424 w 5799173"/>
              <a:gd name="connsiteY22976" fmla="*/ 2337181 h 5017219"/>
              <a:gd name="connsiteX22977" fmla="*/ 3927424 w 5799173"/>
              <a:gd name="connsiteY22977" fmla="*/ 2338677 h 5017219"/>
              <a:gd name="connsiteX22978" fmla="*/ 3916873 w 5799173"/>
              <a:gd name="connsiteY22978" fmla="*/ 2357037 h 5017219"/>
              <a:gd name="connsiteX22979" fmla="*/ 3915543 w 5799173"/>
              <a:gd name="connsiteY22979" fmla="*/ 2357785 h 5017219"/>
              <a:gd name="connsiteX22980" fmla="*/ 3292414 w 5799173"/>
              <a:gd name="connsiteY22980" fmla="*/ 2196589 h 5017219"/>
              <a:gd name="connsiteX22981" fmla="*/ 3291085 w 5799173"/>
              <a:gd name="connsiteY22981" fmla="*/ 2195841 h 5017219"/>
              <a:gd name="connsiteX22982" fmla="*/ 3280450 w 5799173"/>
              <a:gd name="connsiteY22982" fmla="*/ 2177398 h 5017219"/>
              <a:gd name="connsiteX22983" fmla="*/ 3280451 w 5799173"/>
              <a:gd name="connsiteY22983" fmla="*/ 2175902 h 5017219"/>
              <a:gd name="connsiteX22984" fmla="*/ 3291085 w 5799173"/>
              <a:gd name="connsiteY22984" fmla="*/ 2157460 h 5017219"/>
              <a:gd name="connsiteX22985" fmla="*/ 3292414 w 5799173"/>
              <a:gd name="connsiteY22985" fmla="*/ 2156712 h 5017219"/>
              <a:gd name="connsiteX22986" fmla="*/ 3313682 w 5799173"/>
              <a:gd name="connsiteY22986" fmla="*/ 2156711 h 5017219"/>
              <a:gd name="connsiteX22987" fmla="*/ 3315012 w 5799173"/>
              <a:gd name="connsiteY22987" fmla="*/ 2157460 h 5017219"/>
              <a:gd name="connsiteX22988" fmla="*/ 3325646 w 5799173"/>
              <a:gd name="connsiteY22988" fmla="*/ 2175903 h 5017219"/>
              <a:gd name="connsiteX22989" fmla="*/ 3325645 w 5799173"/>
              <a:gd name="connsiteY22989" fmla="*/ 2177398 h 5017219"/>
              <a:gd name="connsiteX22990" fmla="*/ 3315012 w 5799173"/>
              <a:gd name="connsiteY22990" fmla="*/ 2195841 h 5017219"/>
              <a:gd name="connsiteX22991" fmla="*/ 3313683 w 5799173"/>
              <a:gd name="connsiteY22991" fmla="*/ 2196589 h 5017219"/>
              <a:gd name="connsiteX22992" fmla="*/ 3954463 w 5799173"/>
              <a:gd name="connsiteY22992" fmla="*/ 2373985 h 5017219"/>
              <a:gd name="connsiteX22993" fmla="*/ 3953134 w 5799173"/>
              <a:gd name="connsiteY22993" fmla="*/ 2373237 h 5017219"/>
              <a:gd name="connsiteX22994" fmla="*/ 3942500 w 5799173"/>
              <a:gd name="connsiteY22994" fmla="*/ 2354794 h 5017219"/>
              <a:gd name="connsiteX22995" fmla="*/ 3942500 w 5799173"/>
              <a:gd name="connsiteY22995" fmla="*/ 2353298 h 5017219"/>
              <a:gd name="connsiteX22996" fmla="*/ 3953134 w 5799173"/>
              <a:gd name="connsiteY22996" fmla="*/ 2334855 h 5017219"/>
              <a:gd name="connsiteX22997" fmla="*/ 3954463 w 5799173"/>
              <a:gd name="connsiteY22997" fmla="*/ 2334107 h 5017219"/>
              <a:gd name="connsiteX22998" fmla="*/ 3975732 w 5799173"/>
              <a:gd name="connsiteY22998" fmla="*/ 2334107 h 5017219"/>
              <a:gd name="connsiteX22999" fmla="*/ 3977061 w 5799173"/>
              <a:gd name="connsiteY22999" fmla="*/ 2334855 h 5017219"/>
              <a:gd name="connsiteX23000" fmla="*/ 3987695 w 5799173"/>
              <a:gd name="connsiteY23000" fmla="*/ 2353298 h 5017219"/>
              <a:gd name="connsiteX23001" fmla="*/ 3987695 w 5799173"/>
              <a:gd name="connsiteY23001" fmla="*/ 2354794 h 5017219"/>
              <a:gd name="connsiteX23002" fmla="*/ 3977061 w 5799173"/>
              <a:gd name="connsiteY23002" fmla="*/ 2373237 h 5017219"/>
              <a:gd name="connsiteX23003" fmla="*/ 3975732 w 5799173"/>
              <a:gd name="connsiteY23003" fmla="*/ 2373985 h 5017219"/>
              <a:gd name="connsiteX23004" fmla="*/ 4014649 w 5799173"/>
              <a:gd name="connsiteY23004" fmla="*/ 2390112 h 5017219"/>
              <a:gd name="connsiteX23005" fmla="*/ 4013320 w 5799173"/>
              <a:gd name="connsiteY23005" fmla="*/ 2389364 h 5017219"/>
              <a:gd name="connsiteX23006" fmla="*/ 4002686 w 5799173"/>
              <a:gd name="connsiteY23006" fmla="*/ 2370921 h 5017219"/>
              <a:gd name="connsiteX23007" fmla="*/ 4002686 w 5799173"/>
              <a:gd name="connsiteY23007" fmla="*/ 2369425 h 5017219"/>
              <a:gd name="connsiteX23008" fmla="*/ 4013320 w 5799173"/>
              <a:gd name="connsiteY23008" fmla="*/ 2350982 h 5017219"/>
              <a:gd name="connsiteX23009" fmla="*/ 4014649 w 5799173"/>
              <a:gd name="connsiteY23009" fmla="*/ 2350234 h 5017219"/>
              <a:gd name="connsiteX23010" fmla="*/ 4035918 w 5799173"/>
              <a:gd name="connsiteY23010" fmla="*/ 2350234 h 5017219"/>
              <a:gd name="connsiteX23011" fmla="*/ 4037247 w 5799173"/>
              <a:gd name="connsiteY23011" fmla="*/ 2350982 h 5017219"/>
              <a:gd name="connsiteX23012" fmla="*/ 4047881 w 5799173"/>
              <a:gd name="connsiteY23012" fmla="*/ 2369425 h 5017219"/>
              <a:gd name="connsiteX23013" fmla="*/ 4047881 w 5799173"/>
              <a:gd name="connsiteY23013" fmla="*/ 2370921 h 5017219"/>
              <a:gd name="connsiteX23014" fmla="*/ 4037247 w 5799173"/>
              <a:gd name="connsiteY23014" fmla="*/ 2389364 h 5017219"/>
              <a:gd name="connsiteX23015" fmla="*/ 4035918 w 5799173"/>
              <a:gd name="connsiteY23015" fmla="*/ 2390112 h 5017219"/>
              <a:gd name="connsiteX23016" fmla="*/ 3171958 w 5799173"/>
              <a:gd name="connsiteY23016" fmla="*/ 2164418 h 5017219"/>
              <a:gd name="connsiteX23017" fmla="*/ 3170629 w 5799173"/>
              <a:gd name="connsiteY23017" fmla="*/ 2163671 h 5017219"/>
              <a:gd name="connsiteX23018" fmla="*/ 3159995 w 5799173"/>
              <a:gd name="connsiteY23018" fmla="*/ 2145144 h 5017219"/>
              <a:gd name="connsiteX23019" fmla="*/ 3159995 w 5799173"/>
              <a:gd name="connsiteY23019" fmla="*/ 2143648 h 5017219"/>
              <a:gd name="connsiteX23020" fmla="*/ 3170712 w 5799173"/>
              <a:gd name="connsiteY23020" fmla="*/ 2125122 h 5017219"/>
              <a:gd name="connsiteX23021" fmla="*/ 3172042 w 5799173"/>
              <a:gd name="connsiteY23021" fmla="*/ 2124374 h 5017219"/>
              <a:gd name="connsiteX23022" fmla="*/ 3193393 w 5799173"/>
              <a:gd name="connsiteY23022" fmla="*/ 2124374 h 5017219"/>
              <a:gd name="connsiteX23023" fmla="*/ 3194722 w 5799173"/>
              <a:gd name="connsiteY23023" fmla="*/ 2125122 h 5017219"/>
              <a:gd name="connsiteX23024" fmla="*/ 3205356 w 5799173"/>
              <a:gd name="connsiteY23024" fmla="*/ 2143648 h 5017219"/>
              <a:gd name="connsiteX23025" fmla="*/ 3205356 w 5799173"/>
              <a:gd name="connsiteY23025" fmla="*/ 2145144 h 5017219"/>
              <a:gd name="connsiteX23026" fmla="*/ 3194639 w 5799173"/>
              <a:gd name="connsiteY23026" fmla="*/ 2163671 h 5017219"/>
              <a:gd name="connsiteX23027" fmla="*/ 3193310 w 5799173"/>
              <a:gd name="connsiteY23027" fmla="*/ 2164418 h 5017219"/>
              <a:gd name="connsiteX23028" fmla="*/ 4074751 w 5799173"/>
              <a:gd name="connsiteY23028" fmla="*/ 2406321 h 5017219"/>
              <a:gd name="connsiteX23029" fmla="*/ 4073422 w 5799173"/>
              <a:gd name="connsiteY23029" fmla="*/ 2405573 h 5017219"/>
              <a:gd name="connsiteX23030" fmla="*/ 4062788 w 5799173"/>
              <a:gd name="connsiteY23030" fmla="*/ 2387047 h 5017219"/>
              <a:gd name="connsiteX23031" fmla="*/ 4062788 w 5799173"/>
              <a:gd name="connsiteY23031" fmla="*/ 2385551 h 5017219"/>
              <a:gd name="connsiteX23032" fmla="*/ 4073505 w 5799173"/>
              <a:gd name="connsiteY23032" fmla="*/ 2367025 h 5017219"/>
              <a:gd name="connsiteX23033" fmla="*/ 4074835 w 5799173"/>
              <a:gd name="connsiteY23033" fmla="*/ 2366277 h 5017219"/>
              <a:gd name="connsiteX23034" fmla="*/ 4096186 w 5799173"/>
              <a:gd name="connsiteY23034" fmla="*/ 2366276 h 5017219"/>
              <a:gd name="connsiteX23035" fmla="*/ 4097515 w 5799173"/>
              <a:gd name="connsiteY23035" fmla="*/ 2367025 h 5017219"/>
              <a:gd name="connsiteX23036" fmla="*/ 4108149 w 5799173"/>
              <a:gd name="connsiteY23036" fmla="*/ 2385550 h 5017219"/>
              <a:gd name="connsiteX23037" fmla="*/ 4108149 w 5799173"/>
              <a:gd name="connsiteY23037" fmla="*/ 2387046 h 5017219"/>
              <a:gd name="connsiteX23038" fmla="*/ 4097432 w 5799173"/>
              <a:gd name="connsiteY23038" fmla="*/ 2405573 h 5017219"/>
              <a:gd name="connsiteX23039" fmla="*/ 4096103 w 5799173"/>
              <a:gd name="connsiteY23039" fmla="*/ 2406320 h 5017219"/>
              <a:gd name="connsiteX23040" fmla="*/ 3352435 w 5799173"/>
              <a:gd name="connsiteY23040" fmla="*/ 2212964 h 5017219"/>
              <a:gd name="connsiteX23041" fmla="*/ 3351105 w 5799173"/>
              <a:gd name="connsiteY23041" fmla="*/ 2212217 h 5017219"/>
              <a:gd name="connsiteX23042" fmla="*/ 3340305 w 5799173"/>
              <a:gd name="connsiteY23042" fmla="*/ 2193524 h 5017219"/>
              <a:gd name="connsiteX23043" fmla="*/ 3340304 w 5799173"/>
              <a:gd name="connsiteY23043" fmla="*/ 2192028 h 5017219"/>
              <a:gd name="connsiteX23044" fmla="*/ 3351105 w 5799173"/>
              <a:gd name="connsiteY23044" fmla="*/ 2173336 h 5017219"/>
              <a:gd name="connsiteX23045" fmla="*/ 3352435 w 5799173"/>
              <a:gd name="connsiteY23045" fmla="*/ 2172588 h 5017219"/>
              <a:gd name="connsiteX23046" fmla="*/ 3374035 w 5799173"/>
              <a:gd name="connsiteY23046" fmla="*/ 2172588 h 5017219"/>
              <a:gd name="connsiteX23047" fmla="*/ 3375364 w 5799173"/>
              <a:gd name="connsiteY23047" fmla="*/ 2173336 h 5017219"/>
              <a:gd name="connsiteX23048" fmla="*/ 3386164 w 5799173"/>
              <a:gd name="connsiteY23048" fmla="*/ 2192028 h 5017219"/>
              <a:gd name="connsiteX23049" fmla="*/ 3386165 w 5799173"/>
              <a:gd name="connsiteY23049" fmla="*/ 2193524 h 5017219"/>
              <a:gd name="connsiteX23050" fmla="*/ 3375364 w 5799173"/>
              <a:gd name="connsiteY23050" fmla="*/ 2212217 h 5017219"/>
              <a:gd name="connsiteX23051" fmla="*/ 3374035 w 5799173"/>
              <a:gd name="connsiteY23051" fmla="*/ 2212964 h 5017219"/>
              <a:gd name="connsiteX23052" fmla="*/ 3472805 w 5799173"/>
              <a:gd name="connsiteY23052" fmla="*/ 2245313 h 5017219"/>
              <a:gd name="connsiteX23053" fmla="*/ 3471476 w 5799173"/>
              <a:gd name="connsiteY23053" fmla="*/ 2244565 h 5017219"/>
              <a:gd name="connsiteX23054" fmla="*/ 3460676 w 5799173"/>
              <a:gd name="connsiteY23054" fmla="*/ 2225789 h 5017219"/>
              <a:gd name="connsiteX23055" fmla="*/ 3460676 w 5799173"/>
              <a:gd name="connsiteY23055" fmla="*/ 2224294 h 5017219"/>
              <a:gd name="connsiteX23056" fmla="*/ 3471476 w 5799173"/>
              <a:gd name="connsiteY23056" fmla="*/ 2205518 h 5017219"/>
              <a:gd name="connsiteX23057" fmla="*/ 3472805 w 5799173"/>
              <a:gd name="connsiteY23057" fmla="*/ 2204770 h 5017219"/>
              <a:gd name="connsiteX23058" fmla="*/ 3494489 w 5799173"/>
              <a:gd name="connsiteY23058" fmla="*/ 2204770 h 5017219"/>
              <a:gd name="connsiteX23059" fmla="*/ 3495818 w 5799173"/>
              <a:gd name="connsiteY23059" fmla="*/ 2205518 h 5017219"/>
              <a:gd name="connsiteX23060" fmla="*/ 3506619 w 5799173"/>
              <a:gd name="connsiteY23060" fmla="*/ 2224294 h 5017219"/>
              <a:gd name="connsiteX23061" fmla="*/ 3506619 w 5799173"/>
              <a:gd name="connsiteY23061" fmla="*/ 2225789 h 5017219"/>
              <a:gd name="connsiteX23062" fmla="*/ 3495818 w 5799173"/>
              <a:gd name="connsiteY23062" fmla="*/ 2244565 h 5017219"/>
              <a:gd name="connsiteX23063" fmla="*/ 3494489 w 5799173"/>
              <a:gd name="connsiteY23063" fmla="*/ 2245313 h 5017219"/>
              <a:gd name="connsiteX23064" fmla="*/ 4134853 w 5799173"/>
              <a:gd name="connsiteY23064" fmla="*/ 2422708 h 5017219"/>
              <a:gd name="connsiteX23065" fmla="*/ 4133524 w 5799173"/>
              <a:gd name="connsiteY23065" fmla="*/ 2421960 h 5017219"/>
              <a:gd name="connsiteX23066" fmla="*/ 4122725 w 5799173"/>
              <a:gd name="connsiteY23066" fmla="*/ 2403184 h 5017219"/>
              <a:gd name="connsiteX23067" fmla="*/ 4122724 w 5799173"/>
              <a:gd name="connsiteY23067" fmla="*/ 2401689 h 5017219"/>
              <a:gd name="connsiteX23068" fmla="*/ 4133525 w 5799173"/>
              <a:gd name="connsiteY23068" fmla="*/ 2382913 h 5017219"/>
              <a:gd name="connsiteX23069" fmla="*/ 4134853 w 5799173"/>
              <a:gd name="connsiteY23069" fmla="*/ 2382165 h 5017219"/>
              <a:gd name="connsiteX23070" fmla="*/ 4156537 w 5799173"/>
              <a:gd name="connsiteY23070" fmla="*/ 2382165 h 5017219"/>
              <a:gd name="connsiteX23071" fmla="*/ 4157866 w 5799173"/>
              <a:gd name="connsiteY23071" fmla="*/ 2382913 h 5017219"/>
              <a:gd name="connsiteX23072" fmla="*/ 4168667 w 5799173"/>
              <a:gd name="connsiteY23072" fmla="*/ 2401689 h 5017219"/>
              <a:gd name="connsiteX23073" fmla="*/ 4168667 w 5799173"/>
              <a:gd name="connsiteY23073" fmla="*/ 2403184 h 5017219"/>
              <a:gd name="connsiteX23074" fmla="*/ 4157866 w 5799173"/>
              <a:gd name="connsiteY23074" fmla="*/ 2421960 h 5017219"/>
              <a:gd name="connsiteX23075" fmla="*/ 4156537 w 5799173"/>
              <a:gd name="connsiteY23075" fmla="*/ 2422708 h 5017219"/>
              <a:gd name="connsiteX23076" fmla="*/ 3231991 w 5799173"/>
              <a:gd name="connsiteY23076" fmla="*/ 2180879 h 5017219"/>
              <a:gd name="connsiteX23077" fmla="*/ 3230661 w 5799173"/>
              <a:gd name="connsiteY23077" fmla="*/ 2180131 h 5017219"/>
              <a:gd name="connsiteX23078" fmla="*/ 3219778 w 5799173"/>
              <a:gd name="connsiteY23078" fmla="*/ 2161272 h 5017219"/>
              <a:gd name="connsiteX23079" fmla="*/ 3219778 w 5799173"/>
              <a:gd name="connsiteY23079" fmla="*/ 2159694 h 5017219"/>
              <a:gd name="connsiteX23080" fmla="*/ 3230661 w 5799173"/>
              <a:gd name="connsiteY23080" fmla="*/ 2140835 h 5017219"/>
              <a:gd name="connsiteX23081" fmla="*/ 3231990 w 5799173"/>
              <a:gd name="connsiteY23081" fmla="*/ 2140087 h 5017219"/>
              <a:gd name="connsiteX23082" fmla="*/ 3253757 w 5799173"/>
              <a:gd name="connsiteY23082" fmla="*/ 2140087 h 5017219"/>
              <a:gd name="connsiteX23083" fmla="*/ 3255086 w 5799173"/>
              <a:gd name="connsiteY23083" fmla="*/ 2140835 h 5017219"/>
              <a:gd name="connsiteX23084" fmla="*/ 3265970 w 5799173"/>
              <a:gd name="connsiteY23084" fmla="*/ 2159694 h 5017219"/>
              <a:gd name="connsiteX23085" fmla="*/ 3265970 w 5799173"/>
              <a:gd name="connsiteY23085" fmla="*/ 2161272 h 5017219"/>
              <a:gd name="connsiteX23086" fmla="*/ 3255086 w 5799173"/>
              <a:gd name="connsiteY23086" fmla="*/ 2180131 h 5017219"/>
              <a:gd name="connsiteX23087" fmla="*/ 3253756 w 5799173"/>
              <a:gd name="connsiteY23087" fmla="*/ 2180879 h 5017219"/>
              <a:gd name="connsiteX23088" fmla="*/ 4315342 w 5799173"/>
              <a:gd name="connsiteY23088" fmla="*/ 2471162 h 5017219"/>
              <a:gd name="connsiteX23089" fmla="*/ 4314012 w 5799173"/>
              <a:gd name="connsiteY23089" fmla="*/ 2470414 h 5017219"/>
              <a:gd name="connsiteX23090" fmla="*/ 4303129 w 5799173"/>
              <a:gd name="connsiteY23090" fmla="*/ 2451556 h 5017219"/>
              <a:gd name="connsiteX23091" fmla="*/ 4303129 w 5799173"/>
              <a:gd name="connsiteY23091" fmla="*/ 2449978 h 5017219"/>
              <a:gd name="connsiteX23092" fmla="*/ 4314012 w 5799173"/>
              <a:gd name="connsiteY23092" fmla="*/ 2431118 h 5017219"/>
              <a:gd name="connsiteX23093" fmla="*/ 4315342 w 5799173"/>
              <a:gd name="connsiteY23093" fmla="*/ 2430370 h 5017219"/>
              <a:gd name="connsiteX23094" fmla="*/ 4337108 w 5799173"/>
              <a:gd name="connsiteY23094" fmla="*/ 2430370 h 5017219"/>
              <a:gd name="connsiteX23095" fmla="*/ 4338438 w 5799173"/>
              <a:gd name="connsiteY23095" fmla="*/ 2431118 h 5017219"/>
              <a:gd name="connsiteX23096" fmla="*/ 4349321 w 5799173"/>
              <a:gd name="connsiteY23096" fmla="*/ 2449977 h 5017219"/>
              <a:gd name="connsiteX23097" fmla="*/ 4349321 w 5799173"/>
              <a:gd name="connsiteY23097" fmla="*/ 2451555 h 5017219"/>
              <a:gd name="connsiteX23098" fmla="*/ 4338438 w 5799173"/>
              <a:gd name="connsiteY23098" fmla="*/ 2470414 h 5017219"/>
              <a:gd name="connsiteX23099" fmla="*/ 4337108 w 5799173"/>
              <a:gd name="connsiteY23099" fmla="*/ 2471162 h 5017219"/>
              <a:gd name="connsiteX23100" fmla="*/ 4255051 w 5799173"/>
              <a:gd name="connsiteY23100" fmla="*/ 2455199 h 5017219"/>
              <a:gd name="connsiteX23101" fmla="*/ 4253721 w 5799173"/>
              <a:gd name="connsiteY23101" fmla="*/ 2454451 h 5017219"/>
              <a:gd name="connsiteX23102" fmla="*/ 4242838 w 5799173"/>
              <a:gd name="connsiteY23102" fmla="*/ 2435509 h 5017219"/>
              <a:gd name="connsiteX23103" fmla="*/ 4242837 w 5799173"/>
              <a:gd name="connsiteY23103" fmla="*/ 2433931 h 5017219"/>
              <a:gd name="connsiteX23104" fmla="*/ 4253804 w 5799173"/>
              <a:gd name="connsiteY23104" fmla="*/ 2414989 h 5017219"/>
              <a:gd name="connsiteX23105" fmla="*/ 4255134 w 5799173"/>
              <a:gd name="connsiteY23105" fmla="*/ 2414241 h 5017219"/>
              <a:gd name="connsiteX23106" fmla="*/ 4276984 w 5799173"/>
              <a:gd name="connsiteY23106" fmla="*/ 2414241 h 5017219"/>
              <a:gd name="connsiteX23107" fmla="*/ 4278313 w 5799173"/>
              <a:gd name="connsiteY23107" fmla="*/ 2414989 h 5017219"/>
              <a:gd name="connsiteX23108" fmla="*/ 4289196 w 5799173"/>
              <a:gd name="connsiteY23108" fmla="*/ 2433931 h 5017219"/>
              <a:gd name="connsiteX23109" fmla="*/ 4289196 w 5799173"/>
              <a:gd name="connsiteY23109" fmla="*/ 2435509 h 5017219"/>
              <a:gd name="connsiteX23110" fmla="*/ 4278229 w 5799173"/>
              <a:gd name="connsiteY23110" fmla="*/ 2454451 h 5017219"/>
              <a:gd name="connsiteX23111" fmla="*/ 4276900 w 5799173"/>
              <a:gd name="connsiteY23111" fmla="*/ 2455199 h 5017219"/>
              <a:gd name="connsiteX23112" fmla="*/ 4375173 w 5799173"/>
              <a:gd name="connsiteY23112" fmla="*/ 2488044 h 5017219"/>
              <a:gd name="connsiteX23113" fmla="*/ 4373761 w 5799173"/>
              <a:gd name="connsiteY23113" fmla="*/ 2487213 h 5017219"/>
              <a:gd name="connsiteX23114" fmla="*/ 4362545 w 5799173"/>
              <a:gd name="connsiteY23114" fmla="*/ 2467773 h 5017219"/>
              <a:gd name="connsiteX23115" fmla="*/ 4362545 w 5799173"/>
              <a:gd name="connsiteY23115" fmla="*/ 2466194 h 5017219"/>
              <a:gd name="connsiteX23116" fmla="*/ 4373761 w 5799173"/>
              <a:gd name="connsiteY23116" fmla="*/ 2446754 h 5017219"/>
              <a:gd name="connsiteX23117" fmla="*/ 4375173 w 5799173"/>
              <a:gd name="connsiteY23117" fmla="*/ 2445923 h 5017219"/>
              <a:gd name="connsiteX23118" fmla="*/ 4397688 w 5799173"/>
              <a:gd name="connsiteY23118" fmla="*/ 2445923 h 5017219"/>
              <a:gd name="connsiteX23119" fmla="*/ 4399100 w 5799173"/>
              <a:gd name="connsiteY23119" fmla="*/ 2446754 h 5017219"/>
              <a:gd name="connsiteX23120" fmla="*/ 4410315 w 5799173"/>
              <a:gd name="connsiteY23120" fmla="*/ 2466194 h 5017219"/>
              <a:gd name="connsiteX23121" fmla="*/ 4410315 w 5799173"/>
              <a:gd name="connsiteY23121" fmla="*/ 2467773 h 5017219"/>
              <a:gd name="connsiteX23122" fmla="*/ 4399100 w 5799173"/>
              <a:gd name="connsiteY23122" fmla="*/ 2487213 h 5017219"/>
              <a:gd name="connsiteX23123" fmla="*/ 4397688 w 5799173"/>
              <a:gd name="connsiteY23123" fmla="*/ 2488044 h 5017219"/>
              <a:gd name="connsiteX23124" fmla="*/ 4435060 w 5799173"/>
              <a:gd name="connsiteY23124" fmla="*/ 2504663 h 5017219"/>
              <a:gd name="connsiteX23125" fmla="*/ 4433647 w 5799173"/>
              <a:gd name="connsiteY23125" fmla="*/ 2503833 h 5017219"/>
              <a:gd name="connsiteX23126" fmla="*/ 4422099 w 5799173"/>
              <a:gd name="connsiteY23126" fmla="*/ 2483811 h 5017219"/>
              <a:gd name="connsiteX23127" fmla="*/ 4422099 w 5799173"/>
              <a:gd name="connsiteY23127" fmla="*/ 2482149 h 5017219"/>
              <a:gd name="connsiteX23128" fmla="*/ 4433647 w 5799173"/>
              <a:gd name="connsiteY23128" fmla="*/ 2462128 h 5017219"/>
              <a:gd name="connsiteX23129" fmla="*/ 4435061 w 5799173"/>
              <a:gd name="connsiteY23129" fmla="*/ 2461297 h 5017219"/>
              <a:gd name="connsiteX23130" fmla="*/ 4458156 w 5799173"/>
              <a:gd name="connsiteY23130" fmla="*/ 2461297 h 5017219"/>
              <a:gd name="connsiteX23131" fmla="*/ 4459569 w 5799173"/>
              <a:gd name="connsiteY23131" fmla="*/ 2462128 h 5017219"/>
              <a:gd name="connsiteX23132" fmla="*/ 4471116 w 5799173"/>
              <a:gd name="connsiteY23132" fmla="*/ 2482150 h 5017219"/>
              <a:gd name="connsiteX23133" fmla="*/ 4471116 w 5799173"/>
              <a:gd name="connsiteY23133" fmla="*/ 2483811 h 5017219"/>
              <a:gd name="connsiteX23134" fmla="*/ 4459568 w 5799173"/>
              <a:gd name="connsiteY23134" fmla="*/ 2503833 h 5017219"/>
              <a:gd name="connsiteX23135" fmla="*/ 4458156 w 5799173"/>
              <a:gd name="connsiteY23135" fmla="*/ 2504664 h 5017219"/>
              <a:gd name="connsiteX23136" fmla="*/ 4495142 w 5799173"/>
              <a:gd name="connsiteY23136" fmla="*/ 2520954 h 5017219"/>
              <a:gd name="connsiteX23137" fmla="*/ 4493729 w 5799173"/>
              <a:gd name="connsiteY23137" fmla="*/ 2520123 h 5017219"/>
              <a:gd name="connsiteX23138" fmla="*/ 4482181 w 5799173"/>
              <a:gd name="connsiteY23138" fmla="*/ 2500019 h 5017219"/>
              <a:gd name="connsiteX23139" fmla="*/ 4482181 w 5799173"/>
              <a:gd name="connsiteY23139" fmla="*/ 2498356 h 5017219"/>
              <a:gd name="connsiteX23140" fmla="*/ 4493812 w 5799173"/>
              <a:gd name="connsiteY23140" fmla="*/ 2478251 h 5017219"/>
              <a:gd name="connsiteX23141" fmla="*/ 4495225 w 5799173"/>
              <a:gd name="connsiteY23141" fmla="*/ 2477421 h 5017219"/>
              <a:gd name="connsiteX23142" fmla="*/ 4518404 w 5799173"/>
              <a:gd name="connsiteY23142" fmla="*/ 2477421 h 5017219"/>
              <a:gd name="connsiteX23143" fmla="*/ 4519816 w 5799173"/>
              <a:gd name="connsiteY23143" fmla="*/ 2478252 h 5017219"/>
              <a:gd name="connsiteX23144" fmla="*/ 4531364 w 5799173"/>
              <a:gd name="connsiteY23144" fmla="*/ 2498356 h 5017219"/>
              <a:gd name="connsiteX23145" fmla="*/ 4531364 w 5799173"/>
              <a:gd name="connsiteY23145" fmla="*/ 2500019 h 5017219"/>
              <a:gd name="connsiteX23146" fmla="*/ 4519733 w 5799173"/>
              <a:gd name="connsiteY23146" fmla="*/ 2520124 h 5017219"/>
              <a:gd name="connsiteX23147" fmla="*/ 4518321 w 5799173"/>
              <a:gd name="connsiteY23147" fmla="*/ 2520953 h 5017219"/>
              <a:gd name="connsiteX23148" fmla="*/ 2980830 w 5799173"/>
              <a:gd name="connsiteY23148" fmla="*/ 2161884 h 5017219"/>
              <a:gd name="connsiteX23149" fmla="*/ 2979916 w 5799173"/>
              <a:gd name="connsiteY23149" fmla="*/ 2161386 h 5017219"/>
              <a:gd name="connsiteX23150" fmla="*/ 2972605 w 5799173"/>
              <a:gd name="connsiteY23150" fmla="*/ 2148674 h 5017219"/>
              <a:gd name="connsiteX23151" fmla="*/ 2972605 w 5799173"/>
              <a:gd name="connsiteY23151" fmla="*/ 2147678 h 5017219"/>
              <a:gd name="connsiteX23152" fmla="*/ 2979916 w 5799173"/>
              <a:gd name="connsiteY23152" fmla="*/ 2134966 h 5017219"/>
              <a:gd name="connsiteX23153" fmla="*/ 2980830 w 5799173"/>
              <a:gd name="connsiteY23153" fmla="*/ 2134468 h 5017219"/>
              <a:gd name="connsiteX23154" fmla="*/ 2995452 w 5799173"/>
              <a:gd name="connsiteY23154" fmla="*/ 2134468 h 5017219"/>
              <a:gd name="connsiteX23155" fmla="*/ 2996365 w 5799173"/>
              <a:gd name="connsiteY23155" fmla="*/ 2134966 h 5017219"/>
              <a:gd name="connsiteX23156" fmla="*/ 3003676 w 5799173"/>
              <a:gd name="connsiteY23156" fmla="*/ 2147678 h 5017219"/>
              <a:gd name="connsiteX23157" fmla="*/ 3003676 w 5799173"/>
              <a:gd name="connsiteY23157" fmla="*/ 2148674 h 5017219"/>
              <a:gd name="connsiteX23158" fmla="*/ 2996365 w 5799173"/>
              <a:gd name="connsiteY23158" fmla="*/ 2161386 h 5017219"/>
              <a:gd name="connsiteX23159" fmla="*/ 2995452 w 5799173"/>
              <a:gd name="connsiteY23159" fmla="*/ 2161884 h 5017219"/>
              <a:gd name="connsiteX23160" fmla="*/ 873481 w 5799173"/>
              <a:gd name="connsiteY23160" fmla="*/ 1599023 h 5017219"/>
              <a:gd name="connsiteX23161" fmla="*/ 872484 w 5799173"/>
              <a:gd name="connsiteY23161" fmla="*/ 1598441 h 5017219"/>
              <a:gd name="connsiteX23162" fmla="*/ 864341 w 5799173"/>
              <a:gd name="connsiteY23162" fmla="*/ 1584318 h 5017219"/>
              <a:gd name="connsiteX23163" fmla="*/ 864341 w 5799173"/>
              <a:gd name="connsiteY23163" fmla="*/ 1583155 h 5017219"/>
              <a:gd name="connsiteX23164" fmla="*/ 872484 w 5799173"/>
              <a:gd name="connsiteY23164" fmla="*/ 1569033 h 5017219"/>
              <a:gd name="connsiteX23165" fmla="*/ 873481 w 5799173"/>
              <a:gd name="connsiteY23165" fmla="*/ 1568450 h 5017219"/>
              <a:gd name="connsiteX23166" fmla="*/ 889764 w 5799173"/>
              <a:gd name="connsiteY23166" fmla="*/ 1568450 h 5017219"/>
              <a:gd name="connsiteX23167" fmla="*/ 890761 w 5799173"/>
              <a:gd name="connsiteY23167" fmla="*/ 1569032 h 5017219"/>
              <a:gd name="connsiteX23168" fmla="*/ 898903 w 5799173"/>
              <a:gd name="connsiteY23168" fmla="*/ 1583155 h 5017219"/>
              <a:gd name="connsiteX23169" fmla="*/ 898903 w 5799173"/>
              <a:gd name="connsiteY23169" fmla="*/ 1584318 h 5017219"/>
              <a:gd name="connsiteX23170" fmla="*/ 890760 w 5799173"/>
              <a:gd name="connsiteY23170" fmla="*/ 1598441 h 5017219"/>
              <a:gd name="connsiteX23171" fmla="*/ 889764 w 5799173"/>
              <a:gd name="connsiteY23171" fmla="*/ 1599023 h 5017219"/>
              <a:gd name="connsiteX23172" fmla="*/ 4785587 w 5799173"/>
              <a:gd name="connsiteY23172" fmla="*/ 2647269 h 5017219"/>
              <a:gd name="connsiteX23173" fmla="*/ 4784588 w 5799173"/>
              <a:gd name="connsiteY23173" fmla="*/ 2646687 h 5017219"/>
              <a:gd name="connsiteX23174" fmla="*/ 4776448 w 5799173"/>
              <a:gd name="connsiteY23174" fmla="*/ 2632564 h 5017219"/>
              <a:gd name="connsiteX23175" fmla="*/ 4776448 w 5799173"/>
              <a:gd name="connsiteY23175" fmla="*/ 2631401 h 5017219"/>
              <a:gd name="connsiteX23176" fmla="*/ 4784588 w 5799173"/>
              <a:gd name="connsiteY23176" fmla="*/ 2617278 h 5017219"/>
              <a:gd name="connsiteX23177" fmla="*/ 4785587 w 5799173"/>
              <a:gd name="connsiteY23177" fmla="*/ 2616696 h 5017219"/>
              <a:gd name="connsiteX23178" fmla="*/ 4801869 w 5799173"/>
              <a:gd name="connsiteY23178" fmla="*/ 2616696 h 5017219"/>
              <a:gd name="connsiteX23179" fmla="*/ 4802867 w 5799173"/>
              <a:gd name="connsiteY23179" fmla="*/ 2617278 h 5017219"/>
              <a:gd name="connsiteX23180" fmla="*/ 4811008 w 5799173"/>
              <a:gd name="connsiteY23180" fmla="*/ 2631401 h 5017219"/>
              <a:gd name="connsiteX23181" fmla="*/ 4811008 w 5799173"/>
              <a:gd name="connsiteY23181" fmla="*/ 2632564 h 5017219"/>
              <a:gd name="connsiteX23182" fmla="*/ 4802867 w 5799173"/>
              <a:gd name="connsiteY23182" fmla="*/ 2646687 h 5017219"/>
              <a:gd name="connsiteX23183" fmla="*/ 4801870 w 5799173"/>
              <a:gd name="connsiteY23183" fmla="*/ 2647269 h 5017219"/>
              <a:gd name="connsiteX23184" fmla="*/ 993771 w 5799173"/>
              <a:gd name="connsiteY23184" fmla="*/ 1631443 h 5017219"/>
              <a:gd name="connsiteX23185" fmla="*/ 992773 w 5799173"/>
              <a:gd name="connsiteY23185" fmla="*/ 1630862 h 5017219"/>
              <a:gd name="connsiteX23186" fmla="*/ 984548 w 5799173"/>
              <a:gd name="connsiteY23186" fmla="*/ 1616572 h 5017219"/>
              <a:gd name="connsiteX23187" fmla="*/ 984548 w 5799173"/>
              <a:gd name="connsiteY23187" fmla="*/ 1615409 h 5017219"/>
              <a:gd name="connsiteX23188" fmla="*/ 992773 w 5799173"/>
              <a:gd name="connsiteY23188" fmla="*/ 1601119 h 5017219"/>
              <a:gd name="connsiteX23189" fmla="*/ 993771 w 5799173"/>
              <a:gd name="connsiteY23189" fmla="*/ 1600538 h 5017219"/>
              <a:gd name="connsiteX23190" fmla="*/ 1010219 w 5799173"/>
              <a:gd name="connsiteY23190" fmla="*/ 1600538 h 5017219"/>
              <a:gd name="connsiteX23191" fmla="*/ 1011217 w 5799173"/>
              <a:gd name="connsiteY23191" fmla="*/ 1601119 h 5017219"/>
              <a:gd name="connsiteX23192" fmla="*/ 1019441 w 5799173"/>
              <a:gd name="connsiteY23192" fmla="*/ 1615409 h 5017219"/>
              <a:gd name="connsiteX23193" fmla="*/ 1019441 w 5799173"/>
              <a:gd name="connsiteY23193" fmla="*/ 1616572 h 5017219"/>
              <a:gd name="connsiteX23194" fmla="*/ 1011217 w 5799173"/>
              <a:gd name="connsiteY23194" fmla="*/ 1630862 h 5017219"/>
              <a:gd name="connsiteX23195" fmla="*/ 1010219 w 5799173"/>
              <a:gd name="connsiteY23195" fmla="*/ 1631443 h 5017219"/>
              <a:gd name="connsiteX23196" fmla="*/ 3040102 w 5799173"/>
              <a:gd name="connsiteY23196" fmla="*/ 2179756 h 5017219"/>
              <a:gd name="connsiteX23197" fmla="*/ 3039105 w 5799173"/>
              <a:gd name="connsiteY23197" fmla="*/ 2179175 h 5017219"/>
              <a:gd name="connsiteX23198" fmla="*/ 3030881 w 5799173"/>
              <a:gd name="connsiteY23198" fmla="*/ 2164885 h 5017219"/>
              <a:gd name="connsiteX23199" fmla="*/ 3030881 w 5799173"/>
              <a:gd name="connsiteY23199" fmla="*/ 2163722 h 5017219"/>
              <a:gd name="connsiteX23200" fmla="*/ 3039105 w 5799173"/>
              <a:gd name="connsiteY23200" fmla="*/ 2149432 h 5017219"/>
              <a:gd name="connsiteX23201" fmla="*/ 3040103 w 5799173"/>
              <a:gd name="connsiteY23201" fmla="*/ 2148851 h 5017219"/>
              <a:gd name="connsiteX23202" fmla="*/ 3056552 w 5799173"/>
              <a:gd name="connsiteY23202" fmla="*/ 2148851 h 5017219"/>
              <a:gd name="connsiteX23203" fmla="*/ 3057548 w 5799173"/>
              <a:gd name="connsiteY23203" fmla="*/ 2149432 h 5017219"/>
              <a:gd name="connsiteX23204" fmla="*/ 3065774 w 5799173"/>
              <a:gd name="connsiteY23204" fmla="*/ 2163722 h 5017219"/>
              <a:gd name="connsiteX23205" fmla="*/ 3065774 w 5799173"/>
              <a:gd name="connsiteY23205" fmla="*/ 2164885 h 5017219"/>
              <a:gd name="connsiteX23206" fmla="*/ 3057549 w 5799173"/>
              <a:gd name="connsiteY23206" fmla="*/ 2179175 h 5017219"/>
              <a:gd name="connsiteX23207" fmla="*/ 3056551 w 5799173"/>
              <a:gd name="connsiteY23207" fmla="*/ 2179756 h 5017219"/>
              <a:gd name="connsiteX23208" fmla="*/ 933500 w 5799173"/>
              <a:gd name="connsiteY23208" fmla="*/ 1615400 h 5017219"/>
              <a:gd name="connsiteX23209" fmla="*/ 932504 w 5799173"/>
              <a:gd name="connsiteY23209" fmla="*/ 1614818 h 5017219"/>
              <a:gd name="connsiteX23210" fmla="*/ 924196 w 5799173"/>
              <a:gd name="connsiteY23210" fmla="*/ 1600445 h 5017219"/>
              <a:gd name="connsiteX23211" fmla="*/ 924196 w 5799173"/>
              <a:gd name="connsiteY23211" fmla="*/ 1599282 h 5017219"/>
              <a:gd name="connsiteX23212" fmla="*/ 932504 w 5799173"/>
              <a:gd name="connsiteY23212" fmla="*/ 1584910 h 5017219"/>
              <a:gd name="connsiteX23213" fmla="*/ 933500 w 5799173"/>
              <a:gd name="connsiteY23213" fmla="*/ 1584328 h 5017219"/>
              <a:gd name="connsiteX23214" fmla="*/ 950117 w 5799173"/>
              <a:gd name="connsiteY23214" fmla="*/ 1584328 h 5017219"/>
              <a:gd name="connsiteX23215" fmla="*/ 951113 w 5799173"/>
              <a:gd name="connsiteY23215" fmla="*/ 1584910 h 5017219"/>
              <a:gd name="connsiteX23216" fmla="*/ 959420 w 5799173"/>
              <a:gd name="connsiteY23216" fmla="*/ 1599282 h 5017219"/>
              <a:gd name="connsiteX23217" fmla="*/ 959420 w 5799173"/>
              <a:gd name="connsiteY23217" fmla="*/ 1600445 h 5017219"/>
              <a:gd name="connsiteX23218" fmla="*/ 951112 w 5799173"/>
              <a:gd name="connsiteY23218" fmla="*/ 1614818 h 5017219"/>
              <a:gd name="connsiteX23219" fmla="*/ 950117 w 5799173"/>
              <a:gd name="connsiteY23219" fmla="*/ 1615400 h 5017219"/>
              <a:gd name="connsiteX23220" fmla="*/ 1114059 w 5799173"/>
              <a:gd name="connsiteY23220" fmla="*/ 1663781 h 5017219"/>
              <a:gd name="connsiteX23221" fmla="*/ 1113062 w 5799173"/>
              <a:gd name="connsiteY23221" fmla="*/ 1663199 h 5017219"/>
              <a:gd name="connsiteX23222" fmla="*/ 1104754 w 5799173"/>
              <a:gd name="connsiteY23222" fmla="*/ 1648826 h 5017219"/>
              <a:gd name="connsiteX23223" fmla="*/ 1104754 w 5799173"/>
              <a:gd name="connsiteY23223" fmla="*/ 1647663 h 5017219"/>
              <a:gd name="connsiteX23224" fmla="*/ 1113062 w 5799173"/>
              <a:gd name="connsiteY23224" fmla="*/ 1633291 h 5017219"/>
              <a:gd name="connsiteX23225" fmla="*/ 1114059 w 5799173"/>
              <a:gd name="connsiteY23225" fmla="*/ 1632709 h 5017219"/>
              <a:gd name="connsiteX23226" fmla="*/ 1130675 w 5799173"/>
              <a:gd name="connsiteY23226" fmla="*/ 1632709 h 5017219"/>
              <a:gd name="connsiteX23227" fmla="*/ 1131671 w 5799173"/>
              <a:gd name="connsiteY23227" fmla="*/ 1633291 h 5017219"/>
              <a:gd name="connsiteX23228" fmla="*/ 1139979 w 5799173"/>
              <a:gd name="connsiteY23228" fmla="*/ 1647663 h 5017219"/>
              <a:gd name="connsiteX23229" fmla="*/ 1139979 w 5799173"/>
              <a:gd name="connsiteY23229" fmla="*/ 1648826 h 5017219"/>
              <a:gd name="connsiteX23230" fmla="*/ 1131671 w 5799173"/>
              <a:gd name="connsiteY23230" fmla="*/ 1663199 h 5017219"/>
              <a:gd name="connsiteX23231" fmla="*/ 1130675 w 5799173"/>
              <a:gd name="connsiteY23231" fmla="*/ 1663781 h 5017219"/>
              <a:gd name="connsiteX23232" fmla="*/ 1053709 w 5799173"/>
              <a:gd name="connsiteY23232" fmla="*/ 1647892 h 5017219"/>
              <a:gd name="connsiteX23233" fmla="*/ 1052711 w 5799173"/>
              <a:gd name="connsiteY23233" fmla="*/ 1647310 h 5017219"/>
              <a:gd name="connsiteX23234" fmla="*/ 1044238 w 5799173"/>
              <a:gd name="connsiteY23234" fmla="*/ 1632689 h 5017219"/>
              <a:gd name="connsiteX23235" fmla="*/ 1044238 w 5799173"/>
              <a:gd name="connsiteY23235" fmla="*/ 1631525 h 5017219"/>
              <a:gd name="connsiteX23236" fmla="*/ 1052712 w 5799173"/>
              <a:gd name="connsiteY23236" fmla="*/ 1616904 h 5017219"/>
              <a:gd name="connsiteX23237" fmla="*/ 1053709 w 5799173"/>
              <a:gd name="connsiteY23237" fmla="*/ 1616322 h 5017219"/>
              <a:gd name="connsiteX23238" fmla="*/ 1070574 w 5799173"/>
              <a:gd name="connsiteY23238" fmla="*/ 1616322 h 5017219"/>
              <a:gd name="connsiteX23239" fmla="*/ 1071571 w 5799173"/>
              <a:gd name="connsiteY23239" fmla="*/ 1616904 h 5017219"/>
              <a:gd name="connsiteX23240" fmla="*/ 1080045 w 5799173"/>
              <a:gd name="connsiteY23240" fmla="*/ 1631525 h 5017219"/>
              <a:gd name="connsiteX23241" fmla="*/ 1080044 w 5799173"/>
              <a:gd name="connsiteY23241" fmla="*/ 1632689 h 5017219"/>
              <a:gd name="connsiteX23242" fmla="*/ 1071571 w 5799173"/>
              <a:gd name="connsiteY23242" fmla="*/ 1647310 h 5017219"/>
              <a:gd name="connsiteX23243" fmla="*/ 1070573 w 5799173"/>
              <a:gd name="connsiteY23243" fmla="*/ 1647892 h 5017219"/>
              <a:gd name="connsiteX23244" fmla="*/ 1174058 w 5799173"/>
              <a:gd name="connsiteY23244" fmla="*/ 1680320 h 5017219"/>
              <a:gd name="connsiteX23245" fmla="*/ 1173062 w 5799173"/>
              <a:gd name="connsiteY23245" fmla="*/ 1679739 h 5017219"/>
              <a:gd name="connsiteX23246" fmla="*/ 1164587 w 5799173"/>
              <a:gd name="connsiteY23246" fmla="*/ 1665034 h 5017219"/>
              <a:gd name="connsiteX23247" fmla="*/ 1164587 w 5799173"/>
              <a:gd name="connsiteY23247" fmla="*/ 1663871 h 5017219"/>
              <a:gd name="connsiteX23248" fmla="*/ 1173061 w 5799173"/>
              <a:gd name="connsiteY23248" fmla="*/ 1649166 h 5017219"/>
              <a:gd name="connsiteX23249" fmla="*/ 1174059 w 5799173"/>
              <a:gd name="connsiteY23249" fmla="*/ 1648584 h 5017219"/>
              <a:gd name="connsiteX23250" fmla="*/ 1191007 w 5799173"/>
              <a:gd name="connsiteY23250" fmla="*/ 1648584 h 5017219"/>
              <a:gd name="connsiteX23251" fmla="*/ 1192003 w 5799173"/>
              <a:gd name="connsiteY23251" fmla="*/ 1649166 h 5017219"/>
              <a:gd name="connsiteX23252" fmla="*/ 1200477 w 5799173"/>
              <a:gd name="connsiteY23252" fmla="*/ 1663871 h 5017219"/>
              <a:gd name="connsiteX23253" fmla="*/ 1200477 w 5799173"/>
              <a:gd name="connsiteY23253" fmla="*/ 1665034 h 5017219"/>
              <a:gd name="connsiteX23254" fmla="*/ 1192004 w 5799173"/>
              <a:gd name="connsiteY23254" fmla="*/ 1679739 h 5017219"/>
              <a:gd name="connsiteX23255" fmla="*/ 1191006 w 5799173"/>
              <a:gd name="connsiteY23255" fmla="*/ 1680320 h 5017219"/>
              <a:gd name="connsiteX23256" fmla="*/ 1234171 w 5799173"/>
              <a:gd name="connsiteY23256" fmla="*/ 1696532 h 5017219"/>
              <a:gd name="connsiteX23257" fmla="*/ 1233091 w 5799173"/>
              <a:gd name="connsiteY23257" fmla="*/ 1695950 h 5017219"/>
              <a:gd name="connsiteX23258" fmla="*/ 1224534 w 5799173"/>
              <a:gd name="connsiteY23258" fmla="*/ 1681162 h 5017219"/>
              <a:gd name="connsiteX23259" fmla="*/ 1224534 w 5799173"/>
              <a:gd name="connsiteY23259" fmla="*/ 1679916 h 5017219"/>
              <a:gd name="connsiteX23260" fmla="*/ 1233091 w 5799173"/>
              <a:gd name="connsiteY23260" fmla="*/ 1665128 h 5017219"/>
              <a:gd name="connsiteX23261" fmla="*/ 1234171 w 5799173"/>
              <a:gd name="connsiteY23261" fmla="*/ 1664546 h 5017219"/>
              <a:gd name="connsiteX23262" fmla="*/ 1251285 w 5799173"/>
              <a:gd name="connsiteY23262" fmla="*/ 1664546 h 5017219"/>
              <a:gd name="connsiteX23263" fmla="*/ 1252365 w 5799173"/>
              <a:gd name="connsiteY23263" fmla="*/ 1665128 h 5017219"/>
              <a:gd name="connsiteX23264" fmla="*/ 1260922 w 5799173"/>
              <a:gd name="connsiteY23264" fmla="*/ 1679916 h 5017219"/>
              <a:gd name="connsiteX23265" fmla="*/ 1260922 w 5799173"/>
              <a:gd name="connsiteY23265" fmla="*/ 1681162 h 5017219"/>
              <a:gd name="connsiteX23266" fmla="*/ 1252365 w 5799173"/>
              <a:gd name="connsiteY23266" fmla="*/ 1695950 h 5017219"/>
              <a:gd name="connsiteX23267" fmla="*/ 1251285 w 5799173"/>
              <a:gd name="connsiteY23267" fmla="*/ 1696532 h 5017219"/>
              <a:gd name="connsiteX23268" fmla="*/ 1294047 w 5799173"/>
              <a:gd name="connsiteY23268" fmla="*/ 1713326 h 5017219"/>
              <a:gd name="connsiteX23269" fmla="*/ 1292966 w 5799173"/>
              <a:gd name="connsiteY23269" fmla="*/ 1712661 h 5017219"/>
              <a:gd name="connsiteX23270" fmla="*/ 1284077 w 5799173"/>
              <a:gd name="connsiteY23270" fmla="*/ 1697209 h 5017219"/>
              <a:gd name="connsiteX23271" fmla="*/ 1284078 w 5799173"/>
              <a:gd name="connsiteY23271" fmla="*/ 1695962 h 5017219"/>
              <a:gd name="connsiteX23272" fmla="*/ 1292966 w 5799173"/>
              <a:gd name="connsiteY23272" fmla="*/ 1680510 h 5017219"/>
              <a:gd name="connsiteX23273" fmla="*/ 1294047 w 5799173"/>
              <a:gd name="connsiteY23273" fmla="*/ 1679845 h 5017219"/>
              <a:gd name="connsiteX23274" fmla="*/ 1311825 w 5799173"/>
              <a:gd name="connsiteY23274" fmla="*/ 1679845 h 5017219"/>
              <a:gd name="connsiteX23275" fmla="*/ 1312906 w 5799173"/>
              <a:gd name="connsiteY23275" fmla="*/ 1680510 h 5017219"/>
              <a:gd name="connsiteX23276" fmla="*/ 1321795 w 5799173"/>
              <a:gd name="connsiteY23276" fmla="*/ 1695962 h 5017219"/>
              <a:gd name="connsiteX23277" fmla="*/ 1321796 w 5799173"/>
              <a:gd name="connsiteY23277" fmla="*/ 1697209 h 5017219"/>
              <a:gd name="connsiteX23278" fmla="*/ 1312905 w 5799173"/>
              <a:gd name="connsiteY23278" fmla="*/ 1712661 h 5017219"/>
              <a:gd name="connsiteX23279" fmla="*/ 1311825 w 5799173"/>
              <a:gd name="connsiteY23279" fmla="*/ 1713326 h 5017219"/>
              <a:gd name="connsiteX23280" fmla="*/ 812476 w 5799173"/>
              <a:gd name="connsiteY23280" fmla="*/ 1584383 h 5017219"/>
              <a:gd name="connsiteX23281" fmla="*/ 811396 w 5799173"/>
              <a:gd name="connsiteY23281" fmla="*/ 1583718 h 5017219"/>
              <a:gd name="connsiteX23282" fmla="*/ 802424 w 5799173"/>
              <a:gd name="connsiteY23282" fmla="*/ 1568182 h 5017219"/>
              <a:gd name="connsiteX23283" fmla="*/ 802424 w 5799173"/>
              <a:gd name="connsiteY23283" fmla="*/ 1566937 h 5017219"/>
              <a:gd name="connsiteX23284" fmla="*/ 811396 w 5799173"/>
              <a:gd name="connsiteY23284" fmla="*/ 1551401 h 5017219"/>
              <a:gd name="connsiteX23285" fmla="*/ 812476 w 5799173"/>
              <a:gd name="connsiteY23285" fmla="*/ 1550736 h 5017219"/>
              <a:gd name="connsiteX23286" fmla="*/ 830339 w 5799173"/>
              <a:gd name="connsiteY23286" fmla="*/ 1550736 h 5017219"/>
              <a:gd name="connsiteX23287" fmla="*/ 831419 w 5799173"/>
              <a:gd name="connsiteY23287" fmla="*/ 1551401 h 5017219"/>
              <a:gd name="connsiteX23288" fmla="*/ 840391 w 5799173"/>
              <a:gd name="connsiteY23288" fmla="*/ 1566936 h 5017219"/>
              <a:gd name="connsiteX23289" fmla="*/ 840391 w 5799173"/>
              <a:gd name="connsiteY23289" fmla="*/ 1568182 h 5017219"/>
              <a:gd name="connsiteX23290" fmla="*/ 831419 w 5799173"/>
              <a:gd name="connsiteY23290" fmla="*/ 1583718 h 5017219"/>
              <a:gd name="connsiteX23291" fmla="*/ 830339 w 5799173"/>
              <a:gd name="connsiteY23291" fmla="*/ 1584383 h 5017219"/>
              <a:gd name="connsiteX23292" fmla="*/ 1354066 w 5799173"/>
              <a:gd name="connsiteY23292" fmla="*/ 1729702 h 5017219"/>
              <a:gd name="connsiteX23293" fmla="*/ 1352987 w 5799173"/>
              <a:gd name="connsiteY23293" fmla="*/ 1729037 h 5017219"/>
              <a:gd name="connsiteX23294" fmla="*/ 1343931 w 5799173"/>
              <a:gd name="connsiteY23294" fmla="*/ 1713336 h 5017219"/>
              <a:gd name="connsiteX23295" fmla="*/ 1343931 w 5799173"/>
              <a:gd name="connsiteY23295" fmla="*/ 1712090 h 5017219"/>
              <a:gd name="connsiteX23296" fmla="*/ 1352987 w 5799173"/>
              <a:gd name="connsiteY23296" fmla="*/ 1696387 h 5017219"/>
              <a:gd name="connsiteX23297" fmla="*/ 1354066 w 5799173"/>
              <a:gd name="connsiteY23297" fmla="*/ 1695723 h 5017219"/>
              <a:gd name="connsiteX23298" fmla="*/ 1372178 w 5799173"/>
              <a:gd name="connsiteY23298" fmla="*/ 1695722 h 5017219"/>
              <a:gd name="connsiteX23299" fmla="*/ 1373258 w 5799173"/>
              <a:gd name="connsiteY23299" fmla="*/ 1696387 h 5017219"/>
              <a:gd name="connsiteX23300" fmla="*/ 1382313 w 5799173"/>
              <a:gd name="connsiteY23300" fmla="*/ 1712090 h 5017219"/>
              <a:gd name="connsiteX23301" fmla="*/ 1382313 w 5799173"/>
              <a:gd name="connsiteY23301" fmla="*/ 1713336 h 5017219"/>
              <a:gd name="connsiteX23302" fmla="*/ 1373258 w 5799173"/>
              <a:gd name="connsiteY23302" fmla="*/ 1729037 h 5017219"/>
              <a:gd name="connsiteX23303" fmla="*/ 1372178 w 5799173"/>
              <a:gd name="connsiteY23303" fmla="*/ 1729701 h 5017219"/>
              <a:gd name="connsiteX23304" fmla="*/ 1414170 w 5799173"/>
              <a:gd name="connsiteY23304" fmla="*/ 1745910 h 5017219"/>
              <a:gd name="connsiteX23305" fmla="*/ 1413090 w 5799173"/>
              <a:gd name="connsiteY23305" fmla="*/ 1745246 h 5017219"/>
              <a:gd name="connsiteX23306" fmla="*/ 1404034 w 5799173"/>
              <a:gd name="connsiteY23306" fmla="*/ 1729461 h 5017219"/>
              <a:gd name="connsiteX23307" fmla="*/ 1404034 w 5799173"/>
              <a:gd name="connsiteY23307" fmla="*/ 1728215 h 5017219"/>
              <a:gd name="connsiteX23308" fmla="*/ 1413174 w 5799173"/>
              <a:gd name="connsiteY23308" fmla="*/ 1712430 h 5017219"/>
              <a:gd name="connsiteX23309" fmla="*/ 1414252 w 5799173"/>
              <a:gd name="connsiteY23309" fmla="*/ 1711765 h 5017219"/>
              <a:gd name="connsiteX23310" fmla="*/ 1432447 w 5799173"/>
              <a:gd name="connsiteY23310" fmla="*/ 1711765 h 5017219"/>
              <a:gd name="connsiteX23311" fmla="*/ 1433527 w 5799173"/>
              <a:gd name="connsiteY23311" fmla="*/ 1712430 h 5017219"/>
              <a:gd name="connsiteX23312" fmla="*/ 1442583 w 5799173"/>
              <a:gd name="connsiteY23312" fmla="*/ 1728215 h 5017219"/>
              <a:gd name="connsiteX23313" fmla="*/ 1442583 w 5799173"/>
              <a:gd name="connsiteY23313" fmla="*/ 1729461 h 5017219"/>
              <a:gd name="connsiteX23314" fmla="*/ 1433443 w 5799173"/>
              <a:gd name="connsiteY23314" fmla="*/ 1745246 h 5017219"/>
              <a:gd name="connsiteX23315" fmla="*/ 1432364 w 5799173"/>
              <a:gd name="connsiteY23315" fmla="*/ 1745910 h 5017219"/>
              <a:gd name="connsiteX23316" fmla="*/ 1474368 w 5799173"/>
              <a:gd name="connsiteY23316" fmla="*/ 1762124 h 5017219"/>
              <a:gd name="connsiteX23317" fmla="*/ 1473287 w 5799173"/>
              <a:gd name="connsiteY23317" fmla="*/ 1761459 h 5017219"/>
              <a:gd name="connsiteX23318" fmla="*/ 1464148 w 5799173"/>
              <a:gd name="connsiteY23318" fmla="*/ 1745591 h 5017219"/>
              <a:gd name="connsiteX23319" fmla="*/ 1464148 w 5799173"/>
              <a:gd name="connsiteY23319" fmla="*/ 1744262 h 5017219"/>
              <a:gd name="connsiteX23320" fmla="*/ 1473288 w 5799173"/>
              <a:gd name="connsiteY23320" fmla="*/ 1728394 h 5017219"/>
              <a:gd name="connsiteX23321" fmla="*/ 1474368 w 5799173"/>
              <a:gd name="connsiteY23321" fmla="*/ 1727729 h 5017219"/>
              <a:gd name="connsiteX23322" fmla="*/ 1492644 w 5799173"/>
              <a:gd name="connsiteY23322" fmla="*/ 1727729 h 5017219"/>
              <a:gd name="connsiteX23323" fmla="*/ 1493725 w 5799173"/>
              <a:gd name="connsiteY23323" fmla="*/ 1728394 h 5017219"/>
              <a:gd name="connsiteX23324" fmla="*/ 1502864 w 5799173"/>
              <a:gd name="connsiteY23324" fmla="*/ 1744262 h 5017219"/>
              <a:gd name="connsiteX23325" fmla="*/ 1502864 w 5799173"/>
              <a:gd name="connsiteY23325" fmla="*/ 1745591 h 5017219"/>
              <a:gd name="connsiteX23326" fmla="*/ 1493725 w 5799173"/>
              <a:gd name="connsiteY23326" fmla="*/ 1761459 h 5017219"/>
              <a:gd name="connsiteX23327" fmla="*/ 1492645 w 5799173"/>
              <a:gd name="connsiteY23327" fmla="*/ 1762124 h 5017219"/>
              <a:gd name="connsiteX23328" fmla="*/ 1534553 w 5799173"/>
              <a:gd name="connsiteY23328" fmla="*/ 1778250 h 5017219"/>
              <a:gd name="connsiteX23329" fmla="*/ 1533473 w 5799173"/>
              <a:gd name="connsiteY23329" fmla="*/ 1777585 h 5017219"/>
              <a:gd name="connsiteX23330" fmla="*/ 1524334 w 5799173"/>
              <a:gd name="connsiteY23330" fmla="*/ 1761717 h 5017219"/>
              <a:gd name="connsiteX23331" fmla="*/ 1524334 w 5799173"/>
              <a:gd name="connsiteY23331" fmla="*/ 1760388 h 5017219"/>
              <a:gd name="connsiteX23332" fmla="*/ 1533474 w 5799173"/>
              <a:gd name="connsiteY23332" fmla="*/ 1744521 h 5017219"/>
              <a:gd name="connsiteX23333" fmla="*/ 1534554 w 5799173"/>
              <a:gd name="connsiteY23333" fmla="*/ 1743855 h 5017219"/>
              <a:gd name="connsiteX23334" fmla="*/ 1552830 w 5799173"/>
              <a:gd name="connsiteY23334" fmla="*/ 1743856 h 5017219"/>
              <a:gd name="connsiteX23335" fmla="*/ 1553910 w 5799173"/>
              <a:gd name="connsiteY23335" fmla="*/ 1744521 h 5017219"/>
              <a:gd name="connsiteX23336" fmla="*/ 1563049 w 5799173"/>
              <a:gd name="connsiteY23336" fmla="*/ 1760389 h 5017219"/>
              <a:gd name="connsiteX23337" fmla="*/ 1563050 w 5799173"/>
              <a:gd name="connsiteY23337" fmla="*/ 1761717 h 5017219"/>
              <a:gd name="connsiteX23338" fmla="*/ 1553911 w 5799173"/>
              <a:gd name="connsiteY23338" fmla="*/ 1777585 h 5017219"/>
              <a:gd name="connsiteX23339" fmla="*/ 1552831 w 5799173"/>
              <a:gd name="connsiteY23339" fmla="*/ 1778251 h 5017219"/>
              <a:gd name="connsiteX23340" fmla="*/ 1654822 w 5799173"/>
              <a:gd name="connsiteY23340" fmla="*/ 1810667 h 5017219"/>
              <a:gd name="connsiteX23341" fmla="*/ 1653659 w 5799173"/>
              <a:gd name="connsiteY23341" fmla="*/ 1810003 h 5017219"/>
              <a:gd name="connsiteX23342" fmla="*/ 1644437 w 5799173"/>
              <a:gd name="connsiteY23342" fmla="*/ 1794051 h 5017219"/>
              <a:gd name="connsiteX23343" fmla="*/ 1644437 w 5799173"/>
              <a:gd name="connsiteY23343" fmla="*/ 1792722 h 5017219"/>
              <a:gd name="connsiteX23344" fmla="*/ 1653659 w 5799173"/>
              <a:gd name="connsiteY23344" fmla="*/ 1776771 h 5017219"/>
              <a:gd name="connsiteX23345" fmla="*/ 1654822 w 5799173"/>
              <a:gd name="connsiteY23345" fmla="*/ 1776106 h 5017219"/>
              <a:gd name="connsiteX23346" fmla="*/ 1673265 w 5799173"/>
              <a:gd name="connsiteY23346" fmla="*/ 1776106 h 5017219"/>
              <a:gd name="connsiteX23347" fmla="*/ 1674428 w 5799173"/>
              <a:gd name="connsiteY23347" fmla="*/ 1776771 h 5017219"/>
              <a:gd name="connsiteX23348" fmla="*/ 1683650 w 5799173"/>
              <a:gd name="connsiteY23348" fmla="*/ 1792722 h 5017219"/>
              <a:gd name="connsiteX23349" fmla="*/ 1683650 w 5799173"/>
              <a:gd name="connsiteY23349" fmla="*/ 1794051 h 5017219"/>
              <a:gd name="connsiteX23350" fmla="*/ 1674428 w 5799173"/>
              <a:gd name="connsiteY23350" fmla="*/ 1810002 h 5017219"/>
              <a:gd name="connsiteX23351" fmla="*/ 1673265 w 5799173"/>
              <a:gd name="connsiteY23351" fmla="*/ 1810667 h 5017219"/>
              <a:gd name="connsiteX23352" fmla="*/ 1775192 w 5799173"/>
              <a:gd name="connsiteY23352" fmla="*/ 1843014 h 5017219"/>
              <a:gd name="connsiteX23353" fmla="*/ 1774029 w 5799173"/>
              <a:gd name="connsiteY23353" fmla="*/ 1842350 h 5017219"/>
              <a:gd name="connsiteX23354" fmla="*/ 1764807 w 5799173"/>
              <a:gd name="connsiteY23354" fmla="*/ 1826315 h 5017219"/>
              <a:gd name="connsiteX23355" fmla="*/ 1764807 w 5799173"/>
              <a:gd name="connsiteY23355" fmla="*/ 1824986 h 5017219"/>
              <a:gd name="connsiteX23356" fmla="*/ 1774029 w 5799173"/>
              <a:gd name="connsiteY23356" fmla="*/ 1808952 h 5017219"/>
              <a:gd name="connsiteX23357" fmla="*/ 1775192 w 5799173"/>
              <a:gd name="connsiteY23357" fmla="*/ 1808287 h 5017219"/>
              <a:gd name="connsiteX23358" fmla="*/ 1793718 w 5799173"/>
              <a:gd name="connsiteY23358" fmla="*/ 1808287 h 5017219"/>
              <a:gd name="connsiteX23359" fmla="*/ 1794881 w 5799173"/>
              <a:gd name="connsiteY23359" fmla="*/ 1808952 h 5017219"/>
              <a:gd name="connsiteX23360" fmla="*/ 1804103 w 5799173"/>
              <a:gd name="connsiteY23360" fmla="*/ 1824986 h 5017219"/>
              <a:gd name="connsiteX23361" fmla="*/ 1804103 w 5799173"/>
              <a:gd name="connsiteY23361" fmla="*/ 1826315 h 5017219"/>
              <a:gd name="connsiteX23362" fmla="*/ 1794881 w 5799173"/>
              <a:gd name="connsiteY23362" fmla="*/ 1842350 h 5017219"/>
              <a:gd name="connsiteX23363" fmla="*/ 1793718 w 5799173"/>
              <a:gd name="connsiteY23363" fmla="*/ 1843014 h 5017219"/>
              <a:gd name="connsiteX23364" fmla="*/ 2617800 w 5799173"/>
              <a:gd name="connsiteY23364" fmla="*/ 2068790 h 5017219"/>
              <a:gd name="connsiteX23365" fmla="*/ 2616636 w 5799173"/>
              <a:gd name="connsiteY23365" fmla="*/ 2068126 h 5017219"/>
              <a:gd name="connsiteX23366" fmla="*/ 2607415 w 5799173"/>
              <a:gd name="connsiteY23366" fmla="*/ 2052091 h 5017219"/>
              <a:gd name="connsiteX23367" fmla="*/ 2607415 w 5799173"/>
              <a:gd name="connsiteY23367" fmla="*/ 2050762 h 5017219"/>
              <a:gd name="connsiteX23368" fmla="*/ 2616636 w 5799173"/>
              <a:gd name="connsiteY23368" fmla="*/ 2034728 h 5017219"/>
              <a:gd name="connsiteX23369" fmla="*/ 2617800 w 5799173"/>
              <a:gd name="connsiteY23369" fmla="*/ 2034063 h 5017219"/>
              <a:gd name="connsiteX23370" fmla="*/ 2636326 w 5799173"/>
              <a:gd name="connsiteY23370" fmla="*/ 2034063 h 5017219"/>
              <a:gd name="connsiteX23371" fmla="*/ 2637489 w 5799173"/>
              <a:gd name="connsiteY23371" fmla="*/ 2034728 h 5017219"/>
              <a:gd name="connsiteX23372" fmla="*/ 2646711 w 5799173"/>
              <a:gd name="connsiteY23372" fmla="*/ 2050762 h 5017219"/>
              <a:gd name="connsiteX23373" fmla="*/ 2646711 w 5799173"/>
              <a:gd name="connsiteY23373" fmla="*/ 2052091 h 5017219"/>
              <a:gd name="connsiteX23374" fmla="*/ 2637489 w 5799173"/>
              <a:gd name="connsiteY23374" fmla="*/ 2068126 h 5017219"/>
              <a:gd name="connsiteX23375" fmla="*/ 2636326 w 5799173"/>
              <a:gd name="connsiteY23375" fmla="*/ 2068790 h 5017219"/>
              <a:gd name="connsiteX23376" fmla="*/ 1835216 w 5799173"/>
              <a:gd name="connsiteY23376" fmla="*/ 1859285 h 5017219"/>
              <a:gd name="connsiteX23377" fmla="*/ 1834053 w 5799173"/>
              <a:gd name="connsiteY23377" fmla="*/ 1858621 h 5017219"/>
              <a:gd name="connsiteX23378" fmla="*/ 1824665 w 5799173"/>
              <a:gd name="connsiteY23378" fmla="*/ 1842420 h 5017219"/>
              <a:gd name="connsiteX23379" fmla="*/ 1824665 w 5799173"/>
              <a:gd name="connsiteY23379" fmla="*/ 1841091 h 5017219"/>
              <a:gd name="connsiteX23380" fmla="*/ 1834053 w 5799173"/>
              <a:gd name="connsiteY23380" fmla="*/ 1824891 h 5017219"/>
              <a:gd name="connsiteX23381" fmla="*/ 1835216 w 5799173"/>
              <a:gd name="connsiteY23381" fmla="*/ 1824226 h 5017219"/>
              <a:gd name="connsiteX23382" fmla="*/ 1853909 w 5799173"/>
              <a:gd name="connsiteY23382" fmla="*/ 1824226 h 5017219"/>
              <a:gd name="connsiteX23383" fmla="*/ 1855072 w 5799173"/>
              <a:gd name="connsiteY23383" fmla="*/ 1824891 h 5017219"/>
              <a:gd name="connsiteX23384" fmla="*/ 1864460 w 5799173"/>
              <a:gd name="connsiteY23384" fmla="*/ 1841091 h 5017219"/>
              <a:gd name="connsiteX23385" fmla="*/ 1864460 w 5799173"/>
              <a:gd name="connsiteY23385" fmla="*/ 1842420 h 5017219"/>
              <a:gd name="connsiteX23386" fmla="*/ 1855072 w 5799173"/>
              <a:gd name="connsiteY23386" fmla="*/ 1858621 h 5017219"/>
              <a:gd name="connsiteX23387" fmla="*/ 1853909 w 5799173"/>
              <a:gd name="connsiteY23387" fmla="*/ 1859285 h 5017219"/>
              <a:gd name="connsiteX23388" fmla="*/ 1594469 w 5799173"/>
              <a:gd name="connsiteY23388" fmla="*/ 1794872 h 5017219"/>
              <a:gd name="connsiteX23389" fmla="*/ 1593306 w 5799173"/>
              <a:gd name="connsiteY23389" fmla="*/ 1794208 h 5017219"/>
              <a:gd name="connsiteX23390" fmla="*/ 1583918 w 5799173"/>
              <a:gd name="connsiteY23390" fmla="*/ 1777923 h 5017219"/>
              <a:gd name="connsiteX23391" fmla="*/ 1583918 w 5799173"/>
              <a:gd name="connsiteY23391" fmla="*/ 1776594 h 5017219"/>
              <a:gd name="connsiteX23392" fmla="*/ 1593306 w 5799173"/>
              <a:gd name="connsiteY23392" fmla="*/ 1760312 h 5017219"/>
              <a:gd name="connsiteX23393" fmla="*/ 1594469 w 5799173"/>
              <a:gd name="connsiteY23393" fmla="*/ 1759646 h 5017219"/>
              <a:gd name="connsiteX23394" fmla="*/ 1613245 w 5799173"/>
              <a:gd name="connsiteY23394" fmla="*/ 1759647 h 5017219"/>
              <a:gd name="connsiteX23395" fmla="*/ 1614408 w 5799173"/>
              <a:gd name="connsiteY23395" fmla="*/ 1760311 h 5017219"/>
              <a:gd name="connsiteX23396" fmla="*/ 1623796 w 5799173"/>
              <a:gd name="connsiteY23396" fmla="*/ 1776595 h 5017219"/>
              <a:gd name="connsiteX23397" fmla="*/ 1623796 w 5799173"/>
              <a:gd name="connsiteY23397" fmla="*/ 1777924 h 5017219"/>
              <a:gd name="connsiteX23398" fmla="*/ 1614408 w 5799173"/>
              <a:gd name="connsiteY23398" fmla="*/ 1794207 h 5017219"/>
              <a:gd name="connsiteX23399" fmla="*/ 1613245 w 5799173"/>
              <a:gd name="connsiteY23399" fmla="*/ 1794872 h 5017219"/>
              <a:gd name="connsiteX23400" fmla="*/ 3700904 w 5799173"/>
              <a:gd name="connsiteY23400" fmla="*/ 2359395 h 5017219"/>
              <a:gd name="connsiteX23401" fmla="*/ 3699741 w 5799173"/>
              <a:gd name="connsiteY23401" fmla="*/ 2358731 h 5017219"/>
              <a:gd name="connsiteX23402" fmla="*/ 3690270 w 5799173"/>
              <a:gd name="connsiteY23402" fmla="*/ 2342364 h 5017219"/>
              <a:gd name="connsiteX23403" fmla="*/ 3690270 w 5799173"/>
              <a:gd name="connsiteY23403" fmla="*/ 2341035 h 5017219"/>
              <a:gd name="connsiteX23404" fmla="*/ 3699741 w 5799173"/>
              <a:gd name="connsiteY23404" fmla="*/ 2324668 h 5017219"/>
              <a:gd name="connsiteX23405" fmla="*/ 3700904 w 5799173"/>
              <a:gd name="connsiteY23405" fmla="*/ 2324004 h 5017219"/>
              <a:gd name="connsiteX23406" fmla="*/ 3719846 w 5799173"/>
              <a:gd name="connsiteY23406" fmla="*/ 2324004 h 5017219"/>
              <a:gd name="connsiteX23407" fmla="*/ 3721009 w 5799173"/>
              <a:gd name="connsiteY23407" fmla="*/ 2324668 h 5017219"/>
              <a:gd name="connsiteX23408" fmla="*/ 3730480 w 5799173"/>
              <a:gd name="connsiteY23408" fmla="*/ 2341034 h 5017219"/>
              <a:gd name="connsiteX23409" fmla="*/ 3730480 w 5799173"/>
              <a:gd name="connsiteY23409" fmla="*/ 2342363 h 5017219"/>
              <a:gd name="connsiteX23410" fmla="*/ 3721009 w 5799173"/>
              <a:gd name="connsiteY23410" fmla="*/ 2358731 h 5017219"/>
              <a:gd name="connsiteX23411" fmla="*/ 3719846 w 5799173"/>
              <a:gd name="connsiteY23411" fmla="*/ 2359395 h 5017219"/>
              <a:gd name="connsiteX23412" fmla="*/ 1895213 w 5799173"/>
              <a:gd name="connsiteY23412" fmla="*/ 1875835 h 5017219"/>
              <a:gd name="connsiteX23413" fmla="*/ 1894050 w 5799173"/>
              <a:gd name="connsiteY23413" fmla="*/ 1875170 h 5017219"/>
              <a:gd name="connsiteX23414" fmla="*/ 1884496 w 5799173"/>
              <a:gd name="connsiteY23414" fmla="*/ 1858638 h 5017219"/>
              <a:gd name="connsiteX23415" fmla="*/ 1884496 w 5799173"/>
              <a:gd name="connsiteY23415" fmla="*/ 1857308 h 5017219"/>
              <a:gd name="connsiteX23416" fmla="*/ 1894050 w 5799173"/>
              <a:gd name="connsiteY23416" fmla="*/ 1840776 h 5017219"/>
              <a:gd name="connsiteX23417" fmla="*/ 1895213 w 5799173"/>
              <a:gd name="connsiteY23417" fmla="*/ 1840111 h 5017219"/>
              <a:gd name="connsiteX23418" fmla="*/ 1914321 w 5799173"/>
              <a:gd name="connsiteY23418" fmla="*/ 1840111 h 5017219"/>
              <a:gd name="connsiteX23419" fmla="*/ 1915484 w 5799173"/>
              <a:gd name="connsiteY23419" fmla="*/ 1840776 h 5017219"/>
              <a:gd name="connsiteX23420" fmla="*/ 1925038 w 5799173"/>
              <a:gd name="connsiteY23420" fmla="*/ 1857308 h 5017219"/>
              <a:gd name="connsiteX23421" fmla="*/ 1925038 w 5799173"/>
              <a:gd name="connsiteY23421" fmla="*/ 1858638 h 5017219"/>
              <a:gd name="connsiteX23422" fmla="*/ 1915484 w 5799173"/>
              <a:gd name="connsiteY23422" fmla="*/ 1875170 h 5017219"/>
              <a:gd name="connsiteX23423" fmla="*/ 1914321 w 5799173"/>
              <a:gd name="connsiteY23423" fmla="*/ 1875835 h 5017219"/>
              <a:gd name="connsiteX23424" fmla="*/ 2075687 w 5799173"/>
              <a:gd name="connsiteY23424" fmla="*/ 1924393 h 5017219"/>
              <a:gd name="connsiteX23425" fmla="*/ 2074524 w 5799173"/>
              <a:gd name="connsiteY23425" fmla="*/ 1923729 h 5017219"/>
              <a:gd name="connsiteX23426" fmla="*/ 2064887 w 5799173"/>
              <a:gd name="connsiteY23426" fmla="*/ 1907030 h 5017219"/>
              <a:gd name="connsiteX23427" fmla="*/ 2064887 w 5799173"/>
              <a:gd name="connsiteY23427" fmla="*/ 1905701 h 5017219"/>
              <a:gd name="connsiteX23428" fmla="*/ 2074524 w 5799173"/>
              <a:gd name="connsiteY23428" fmla="*/ 1889002 h 5017219"/>
              <a:gd name="connsiteX23429" fmla="*/ 2075687 w 5799173"/>
              <a:gd name="connsiteY23429" fmla="*/ 1888337 h 5017219"/>
              <a:gd name="connsiteX23430" fmla="*/ 2095044 w 5799173"/>
              <a:gd name="connsiteY23430" fmla="*/ 1888337 h 5017219"/>
              <a:gd name="connsiteX23431" fmla="*/ 2096208 w 5799173"/>
              <a:gd name="connsiteY23431" fmla="*/ 1889002 h 5017219"/>
              <a:gd name="connsiteX23432" fmla="*/ 2105845 w 5799173"/>
              <a:gd name="connsiteY23432" fmla="*/ 1905702 h 5017219"/>
              <a:gd name="connsiteX23433" fmla="*/ 2105845 w 5799173"/>
              <a:gd name="connsiteY23433" fmla="*/ 1907030 h 5017219"/>
              <a:gd name="connsiteX23434" fmla="*/ 2096208 w 5799173"/>
              <a:gd name="connsiteY23434" fmla="*/ 1923729 h 5017219"/>
              <a:gd name="connsiteX23435" fmla="*/ 2095044 w 5799173"/>
              <a:gd name="connsiteY23435" fmla="*/ 1924393 h 5017219"/>
              <a:gd name="connsiteX23436" fmla="*/ 3399733 w 5799173"/>
              <a:gd name="connsiteY23436" fmla="*/ 2279261 h 5017219"/>
              <a:gd name="connsiteX23437" fmla="*/ 3398570 w 5799173"/>
              <a:gd name="connsiteY23437" fmla="*/ 2278596 h 5017219"/>
              <a:gd name="connsiteX23438" fmla="*/ 3388851 w 5799173"/>
              <a:gd name="connsiteY23438" fmla="*/ 2261731 h 5017219"/>
              <a:gd name="connsiteX23439" fmla="*/ 3388850 w 5799173"/>
              <a:gd name="connsiteY23439" fmla="*/ 2260319 h 5017219"/>
              <a:gd name="connsiteX23440" fmla="*/ 3398571 w 5799173"/>
              <a:gd name="connsiteY23440" fmla="*/ 2243454 h 5017219"/>
              <a:gd name="connsiteX23441" fmla="*/ 3399733 w 5799173"/>
              <a:gd name="connsiteY23441" fmla="*/ 2242789 h 5017219"/>
              <a:gd name="connsiteX23442" fmla="*/ 3419174 w 5799173"/>
              <a:gd name="connsiteY23442" fmla="*/ 2242789 h 5017219"/>
              <a:gd name="connsiteX23443" fmla="*/ 3420337 w 5799173"/>
              <a:gd name="connsiteY23443" fmla="*/ 2243454 h 5017219"/>
              <a:gd name="connsiteX23444" fmla="*/ 3430058 w 5799173"/>
              <a:gd name="connsiteY23444" fmla="*/ 2260320 h 5017219"/>
              <a:gd name="connsiteX23445" fmla="*/ 3430058 w 5799173"/>
              <a:gd name="connsiteY23445" fmla="*/ 2261731 h 5017219"/>
              <a:gd name="connsiteX23446" fmla="*/ 3420337 w 5799173"/>
              <a:gd name="connsiteY23446" fmla="*/ 2278597 h 5017219"/>
              <a:gd name="connsiteX23447" fmla="*/ 3419174 w 5799173"/>
              <a:gd name="connsiteY23447" fmla="*/ 2279261 h 5017219"/>
              <a:gd name="connsiteX23448" fmla="*/ 2015368 w 5799173"/>
              <a:gd name="connsiteY23448" fmla="*/ 1908427 h 5017219"/>
              <a:gd name="connsiteX23449" fmla="*/ 2014205 w 5799173"/>
              <a:gd name="connsiteY23449" fmla="*/ 1907762 h 5017219"/>
              <a:gd name="connsiteX23450" fmla="*/ 2004484 w 5799173"/>
              <a:gd name="connsiteY23450" fmla="*/ 1890814 h 5017219"/>
              <a:gd name="connsiteX23451" fmla="*/ 2004485 w 5799173"/>
              <a:gd name="connsiteY23451" fmla="*/ 1889402 h 5017219"/>
              <a:gd name="connsiteX23452" fmla="*/ 2014288 w 5799173"/>
              <a:gd name="connsiteY23452" fmla="*/ 1872454 h 5017219"/>
              <a:gd name="connsiteX23453" fmla="*/ 2015452 w 5799173"/>
              <a:gd name="connsiteY23453" fmla="*/ 1871789 h 5017219"/>
              <a:gd name="connsiteX23454" fmla="*/ 2034975 w 5799173"/>
              <a:gd name="connsiteY23454" fmla="*/ 1871789 h 5017219"/>
              <a:gd name="connsiteX23455" fmla="*/ 2036138 w 5799173"/>
              <a:gd name="connsiteY23455" fmla="*/ 1872454 h 5017219"/>
              <a:gd name="connsiteX23456" fmla="*/ 2045858 w 5799173"/>
              <a:gd name="connsiteY23456" fmla="*/ 1889402 h 5017219"/>
              <a:gd name="connsiteX23457" fmla="*/ 2045858 w 5799173"/>
              <a:gd name="connsiteY23457" fmla="*/ 1890814 h 5017219"/>
              <a:gd name="connsiteX23458" fmla="*/ 2036055 w 5799173"/>
              <a:gd name="connsiteY23458" fmla="*/ 1907762 h 5017219"/>
              <a:gd name="connsiteX23459" fmla="*/ 2034891 w 5799173"/>
              <a:gd name="connsiteY23459" fmla="*/ 1908427 h 5017219"/>
              <a:gd name="connsiteX23460" fmla="*/ 2256112 w 5799173"/>
              <a:gd name="connsiteY23460" fmla="*/ 1972934 h 5017219"/>
              <a:gd name="connsiteX23461" fmla="*/ 2254949 w 5799173"/>
              <a:gd name="connsiteY23461" fmla="*/ 1972269 h 5017219"/>
              <a:gd name="connsiteX23462" fmla="*/ 2245229 w 5799173"/>
              <a:gd name="connsiteY23462" fmla="*/ 1955321 h 5017219"/>
              <a:gd name="connsiteX23463" fmla="*/ 2245229 w 5799173"/>
              <a:gd name="connsiteY23463" fmla="*/ 1953909 h 5017219"/>
              <a:gd name="connsiteX23464" fmla="*/ 2255032 w 5799173"/>
              <a:gd name="connsiteY23464" fmla="*/ 1936961 h 5017219"/>
              <a:gd name="connsiteX23465" fmla="*/ 2256196 w 5799173"/>
              <a:gd name="connsiteY23465" fmla="*/ 1936296 h 5017219"/>
              <a:gd name="connsiteX23466" fmla="*/ 2275719 w 5799173"/>
              <a:gd name="connsiteY23466" fmla="*/ 1936296 h 5017219"/>
              <a:gd name="connsiteX23467" fmla="*/ 2276882 w 5799173"/>
              <a:gd name="connsiteY23467" fmla="*/ 1936961 h 5017219"/>
              <a:gd name="connsiteX23468" fmla="*/ 2286602 w 5799173"/>
              <a:gd name="connsiteY23468" fmla="*/ 1953909 h 5017219"/>
              <a:gd name="connsiteX23469" fmla="*/ 2286602 w 5799173"/>
              <a:gd name="connsiteY23469" fmla="*/ 1955321 h 5017219"/>
              <a:gd name="connsiteX23470" fmla="*/ 2276799 w 5799173"/>
              <a:gd name="connsiteY23470" fmla="*/ 1972269 h 5017219"/>
              <a:gd name="connsiteX23471" fmla="*/ 2275636 w 5799173"/>
              <a:gd name="connsiteY23471" fmla="*/ 1972934 h 5017219"/>
              <a:gd name="connsiteX23472" fmla="*/ 2436671 w 5799173"/>
              <a:gd name="connsiteY23472" fmla="*/ 2021315 h 5017219"/>
              <a:gd name="connsiteX23473" fmla="*/ 2435508 w 5799173"/>
              <a:gd name="connsiteY23473" fmla="*/ 2020650 h 5017219"/>
              <a:gd name="connsiteX23474" fmla="*/ 2425787 w 5799173"/>
              <a:gd name="connsiteY23474" fmla="*/ 2003702 h 5017219"/>
              <a:gd name="connsiteX23475" fmla="*/ 2425788 w 5799173"/>
              <a:gd name="connsiteY23475" fmla="*/ 2002290 h 5017219"/>
              <a:gd name="connsiteX23476" fmla="*/ 2435591 w 5799173"/>
              <a:gd name="connsiteY23476" fmla="*/ 1985342 h 5017219"/>
              <a:gd name="connsiteX23477" fmla="*/ 2436754 w 5799173"/>
              <a:gd name="connsiteY23477" fmla="*/ 1984677 h 5017219"/>
              <a:gd name="connsiteX23478" fmla="*/ 2456278 w 5799173"/>
              <a:gd name="connsiteY23478" fmla="*/ 1984677 h 5017219"/>
              <a:gd name="connsiteX23479" fmla="*/ 2457441 w 5799173"/>
              <a:gd name="connsiteY23479" fmla="*/ 1985342 h 5017219"/>
              <a:gd name="connsiteX23480" fmla="*/ 2467161 w 5799173"/>
              <a:gd name="connsiteY23480" fmla="*/ 2002290 h 5017219"/>
              <a:gd name="connsiteX23481" fmla="*/ 2467161 w 5799173"/>
              <a:gd name="connsiteY23481" fmla="*/ 2003702 h 5017219"/>
              <a:gd name="connsiteX23482" fmla="*/ 2457358 w 5799173"/>
              <a:gd name="connsiteY23482" fmla="*/ 2020650 h 5017219"/>
              <a:gd name="connsiteX23483" fmla="*/ 2456194 w 5799173"/>
              <a:gd name="connsiteY23483" fmla="*/ 2021315 h 5017219"/>
              <a:gd name="connsiteX23484" fmla="*/ 3760769 w 5799173"/>
              <a:gd name="connsiteY23484" fmla="*/ 2376106 h 5017219"/>
              <a:gd name="connsiteX23485" fmla="*/ 3759606 w 5799173"/>
              <a:gd name="connsiteY23485" fmla="*/ 2375441 h 5017219"/>
              <a:gd name="connsiteX23486" fmla="*/ 3749885 w 5799173"/>
              <a:gd name="connsiteY23486" fmla="*/ 2358493 h 5017219"/>
              <a:gd name="connsiteX23487" fmla="*/ 3749886 w 5799173"/>
              <a:gd name="connsiteY23487" fmla="*/ 2357081 h 5017219"/>
              <a:gd name="connsiteX23488" fmla="*/ 3759689 w 5799173"/>
              <a:gd name="connsiteY23488" fmla="*/ 2340133 h 5017219"/>
              <a:gd name="connsiteX23489" fmla="*/ 3760852 w 5799173"/>
              <a:gd name="connsiteY23489" fmla="*/ 2339468 h 5017219"/>
              <a:gd name="connsiteX23490" fmla="*/ 3780376 w 5799173"/>
              <a:gd name="connsiteY23490" fmla="*/ 2339468 h 5017219"/>
              <a:gd name="connsiteX23491" fmla="*/ 3781539 w 5799173"/>
              <a:gd name="connsiteY23491" fmla="*/ 2340133 h 5017219"/>
              <a:gd name="connsiteX23492" fmla="*/ 3791259 w 5799173"/>
              <a:gd name="connsiteY23492" fmla="*/ 2357081 h 5017219"/>
              <a:gd name="connsiteX23493" fmla="*/ 3791259 w 5799173"/>
              <a:gd name="connsiteY23493" fmla="*/ 2358493 h 5017219"/>
              <a:gd name="connsiteX23494" fmla="*/ 3781456 w 5799173"/>
              <a:gd name="connsiteY23494" fmla="*/ 2375441 h 5017219"/>
              <a:gd name="connsiteX23495" fmla="*/ 3780292 w 5799173"/>
              <a:gd name="connsiteY23495" fmla="*/ 2376106 h 5017219"/>
              <a:gd name="connsiteX23496" fmla="*/ 1955183 w 5799173"/>
              <a:gd name="connsiteY23496" fmla="*/ 1892382 h 5017219"/>
              <a:gd name="connsiteX23497" fmla="*/ 1954019 w 5799173"/>
              <a:gd name="connsiteY23497" fmla="*/ 1891717 h 5017219"/>
              <a:gd name="connsiteX23498" fmla="*/ 1944216 w 5799173"/>
              <a:gd name="connsiteY23498" fmla="*/ 1874686 h 5017219"/>
              <a:gd name="connsiteX23499" fmla="*/ 1944216 w 5799173"/>
              <a:gd name="connsiteY23499" fmla="*/ 1873274 h 5017219"/>
              <a:gd name="connsiteX23500" fmla="*/ 1954019 w 5799173"/>
              <a:gd name="connsiteY23500" fmla="*/ 1856243 h 5017219"/>
              <a:gd name="connsiteX23501" fmla="*/ 1955183 w 5799173"/>
              <a:gd name="connsiteY23501" fmla="*/ 1855578 h 5017219"/>
              <a:gd name="connsiteX23502" fmla="*/ 1974789 w 5799173"/>
              <a:gd name="connsiteY23502" fmla="*/ 1855578 h 5017219"/>
              <a:gd name="connsiteX23503" fmla="*/ 1975952 w 5799173"/>
              <a:gd name="connsiteY23503" fmla="*/ 1856243 h 5017219"/>
              <a:gd name="connsiteX23504" fmla="*/ 1985756 w 5799173"/>
              <a:gd name="connsiteY23504" fmla="*/ 1873274 h 5017219"/>
              <a:gd name="connsiteX23505" fmla="*/ 1985756 w 5799173"/>
              <a:gd name="connsiteY23505" fmla="*/ 1874686 h 5017219"/>
              <a:gd name="connsiteX23506" fmla="*/ 1975952 w 5799173"/>
              <a:gd name="connsiteY23506" fmla="*/ 1891717 h 5017219"/>
              <a:gd name="connsiteX23507" fmla="*/ 1974789 w 5799173"/>
              <a:gd name="connsiteY23507" fmla="*/ 1892382 h 5017219"/>
              <a:gd name="connsiteX23508" fmla="*/ 3098720 w 5799173"/>
              <a:gd name="connsiteY23508" fmla="*/ 2198792 h 5017219"/>
              <a:gd name="connsiteX23509" fmla="*/ 3097557 w 5799173"/>
              <a:gd name="connsiteY23509" fmla="*/ 2198127 h 5017219"/>
              <a:gd name="connsiteX23510" fmla="*/ 3087754 w 5799173"/>
              <a:gd name="connsiteY23510" fmla="*/ 2181096 h 5017219"/>
              <a:gd name="connsiteX23511" fmla="*/ 3087754 w 5799173"/>
              <a:gd name="connsiteY23511" fmla="*/ 2179684 h 5017219"/>
              <a:gd name="connsiteX23512" fmla="*/ 3097557 w 5799173"/>
              <a:gd name="connsiteY23512" fmla="*/ 2162653 h 5017219"/>
              <a:gd name="connsiteX23513" fmla="*/ 3098720 w 5799173"/>
              <a:gd name="connsiteY23513" fmla="*/ 2161988 h 5017219"/>
              <a:gd name="connsiteX23514" fmla="*/ 3118327 w 5799173"/>
              <a:gd name="connsiteY23514" fmla="*/ 2161988 h 5017219"/>
              <a:gd name="connsiteX23515" fmla="*/ 3119490 w 5799173"/>
              <a:gd name="connsiteY23515" fmla="*/ 2162653 h 5017219"/>
              <a:gd name="connsiteX23516" fmla="*/ 3129294 w 5799173"/>
              <a:gd name="connsiteY23516" fmla="*/ 2179684 h 5017219"/>
              <a:gd name="connsiteX23517" fmla="*/ 3129294 w 5799173"/>
              <a:gd name="connsiteY23517" fmla="*/ 2181097 h 5017219"/>
              <a:gd name="connsiteX23518" fmla="*/ 3119490 w 5799173"/>
              <a:gd name="connsiteY23518" fmla="*/ 2198127 h 5017219"/>
              <a:gd name="connsiteX23519" fmla="*/ 3118327 w 5799173"/>
              <a:gd name="connsiteY23519" fmla="*/ 2198792 h 5017219"/>
              <a:gd name="connsiteX23520" fmla="*/ 2797687 w 5799173"/>
              <a:gd name="connsiteY23520" fmla="*/ 2118311 h 5017219"/>
              <a:gd name="connsiteX23521" fmla="*/ 2796523 w 5799173"/>
              <a:gd name="connsiteY23521" fmla="*/ 2117646 h 5017219"/>
              <a:gd name="connsiteX23522" fmla="*/ 2786637 w 5799173"/>
              <a:gd name="connsiteY23522" fmla="*/ 2100532 h 5017219"/>
              <a:gd name="connsiteX23523" fmla="*/ 2786637 w 5799173"/>
              <a:gd name="connsiteY23523" fmla="*/ 2099119 h 5017219"/>
              <a:gd name="connsiteX23524" fmla="*/ 2796523 w 5799173"/>
              <a:gd name="connsiteY23524" fmla="*/ 2082006 h 5017219"/>
              <a:gd name="connsiteX23525" fmla="*/ 2797687 w 5799173"/>
              <a:gd name="connsiteY23525" fmla="*/ 2081341 h 5017219"/>
              <a:gd name="connsiteX23526" fmla="*/ 2817376 w 5799173"/>
              <a:gd name="connsiteY23526" fmla="*/ 2081341 h 5017219"/>
              <a:gd name="connsiteX23527" fmla="*/ 2818539 w 5799173"/>
              <a:gd name="connsiteY23527" fmla="*/ 2082005 h 5017219"/>
              <a:gd name="connsiteX23528" fmla="*/ 2828426 w 5799173"/>
              <a:gd name="connsiteY23528" fmla="*/ 2099120 h 5017219"/>
              <a:gd name="connsiteX23529" fmla="*/ 2828426 w 5799173"/>
              <a:gd name="connsiteY23529" fmla="*/ 2100532 h 5017219"/>
              <a:gd name="connsiteX23530" fmla="*/ 2818539 w 5799173"/>
              <a:gd name="connsiteY23530" fmla="*/ 2117647 h 5017219"/>
              <a:gd name="connsiteX23531" fmla="*/ 2817376 w 5799173"/>
              <a:gd name="connsiteY23531" fmla="*/ 2118311 h 5017219"/>
              <a:gd name="connsiteX23532" fmla="*/ 2135634 w 5799173"/>
              <a:gd name="connsiteY23532" fmla="*/ 1941020 h 5017219"/>
              <a:gd name="connsiteX23533" fmla="*/ 2134388 w 5799173"/>
              <a:gd name="connsiteY23533" fmla="*/ 1940355 h 5017219"/>
              <a:gd name="connsiteX23534" fmla="*/ 2124502 w 5799173"/>
              <a:gd name="connsiteY23534" fmla="*/ 1923158 h 5017219"/>
              <a:gd name="connsiteX23535" fmla="*/ 2124502 w 5799173"/>
              <a:gd name="connsiteY23535" fmla="*/ 1921746 h 5017219"/>
              <a:gd name="connsiteX23536" fmla="*/ 2134388 w 5799173"/>
              <a:gd name="connsiteY23536" fmla="*/ 1904549 h 5017219"/>
              <a:gd name="connsiteX23537" fmla="*/ 2135634 w 5799173"/>
              <a:gd name="connsiteY23537" fmla="*/ 1903883 h 5017219"/>
              <a:gd name="connsiteX23538" fmla="*/ 2155490 w 5799173"/>
              <a:gd name="connsiteY23538" fmla="*/ 1903884 h 5017219"/>
              <a:gd name="connsiteX23539" fmla="*/ 2156737 w 5799173"/>
              <a:gd name="connsiteY23539" fmla="*/ 1904548 h 5017219"/>
              <a:gd name="connsiteX23540" fmla="*/ 2166622 w 5799173"/>
              <a:gd name="connsiteY23540" fmla="*/ 1921746 h 5017219"/>
              <a:gd name="connsiteX23541" fmla="*/ 2166623 w 5799173"/>
              <a:gd name="connsiteY23541" fmla="*/ 1923157 h 5017219"/>
              <a:gd name="connsiteX23542" fmla="*/ 2156736 w 5799173"/>
              <a:gd name="connsiteY23542" fmla="*/ 1940356 h 5017219"/>
              <a:gd name="connsiteX23543" fmla="*/ 2155490 w 5799173"/>
              <a:gd name="connsiteY23543" fmla="*/ 1941020 h 5017219"/>
              <a:gd name="connsiteX23544" fmla="*/ 2316192 w 5799173"/>
              <a:gd name="connsiteY23544" fmla="*/ 1989400 h 5017219"/>
              <a:gd name="connsiteX23545" fmla="*/ 2314946 w 5799173"/>
              <a:gd name="connsiteY23545" fmla="*/ 1988736 h 5017219"/>
              <a:gd name="connsiteX23546" fmla="*/ 2305060 w 5799173"/>
              <a:gd name="connsiteY23546" fmla="*/ 1971538 h 5017219"/>
              <a:gd name="connsiteX23547" fmla="*/ 2305060 w 5799173"/>
              <a:gd name="connsiteY23547" fmla="*/ 1970126 h 5017219"/>
              <a:gd name="connsiteX23548" fmla="*/ 2314946 w 5799173"/>
              <a:gd name="connsiteY23548" fmla="*/ 1952929 h 5017219"/>
              <a:gd name="connsiteX23549" fmla="*/ 2316192 w 5799173"/>
              <a:gd name="connsiteY23549" fmla="*/ 1952264 h 5017219"/>
              <a:gd name="connsiteX23550" fmla="*/ 2336049 w 5799173"/>
              <a:gd name="connsiteY23550" fmla="*/ 1952264 h 5017219"/>
              <a:gd name="connsiteX23551" fmla="*/ 2337295 w 5799173"/>
              <a:gd name="connsiteY23551" fmla="*/ 1952929 h 5017219"/>
              <a:gd name="connsiteX23552" fmla="*/ 2347181 w 5799173"/>
              <a:gd name="connsiteY23552" fmla="*/ 1970126 h 5017219"/>
              <a:gd name="connsiteX23553" fmla="*/ 2347181 w 5799173"/>
              <a:gd name="connsiteY23553" fmla="*/ 1971538 h 5017219"/>
              <a:gd name="connsiteX23554" fmla="*/ 2337295 w 5799173"/>
              <a:gd name="connsiteY23554" fmla="*/ 1988736 h 5017219"/>
              <a:gd name="connsiteX23555" fmla="*/ 2336049 w 5799173"/>
              <a:gd name="connsiteY23555" fmla="*/ 1989400 h 5017219"/>
              <a:gd name="connsiteX23556" fmla="*/ 2556938 w 5799173"/>
              <a:gd name="connsiteY23556" fmla="*/ 2053908 h 5017219"/>
              <a:gd name="connsiteX23557" fmla="*/ 2555691 w 5799173"/>
              <a:gd name="connsiteY23557" fmla="*/ 2053243 h 5017219"/>
              <a:gd name="connsiteX23558" fmla="*/ 2545806 w 5799173"/>
              <a:gd name="connsiteY23558" fmla="*/ 2036046 h 5017219"/>
              <a:gd name="connsiteX23559" fmla="*/ 2545806 w 5799173"/>
              <a:gd name="connsiteY23559" fmla="*/ 2034634 h 5017219"/>
              <a:gd name="connsiteX23560" fmla="*/ 2555691 w 5799173"/>
              <a:gd name="connsiteY23560" fmla="*/ 2017437 h 5017219"/>
              <a:gd name="connsiteX23561" fmla="*/ 2556938 w 5799173"/>
              <a:gd name="connsiteY23561" fmla="*/ 2016771 h 5017219"/>
              <a:gd name="connsiteX23562" fmla="*/ 2576795 w 5799173"/>
              <a:gd name="connsiteY23562" fmla="*/ 2016772 h 5017219"/>
              <a:gd name="connsiteX23563" fmla="*/ 2578041 w 5799173"/>
              <a:gd name="connsiteY23563" fmla="*/ 2017436 h 5017219"/>
              <a:gd name="connsiteX23564" fmla="*/ 2587926 w 5799173"/>
              <a:gd name="connsiteY23564" fmla="*/ 2034634 h 5017219"/>
              <a:gd name="connsiteX23565" fmla="*/ 2587927 w 5799173"/>
              <a:gd name="connsiteY23565" fmla="*/ 2036046 h 5017219"/>
              <a:gd name="connsiteX23566" fmla="*/ 2578040 w 5799173"/>
              <a:gd name="connsiteY23566" fmla="*/ 2053244 h 5017219"/>
              <a:gd name="connsiteX23567" fmla="*/ 2576795 w 5799173"/>
              <a:gd name="connsiteY23567" fmla="*/ 2053908 h 5017219"/>
              <a:gd name="connsiteX23568" fmla="*/ 2195739 w 5799173"/>
              <a:gd name="connsiteY23568" fmla="*/ 1957219 h 5017219"/>
              <a:gd name="connsiteX23569" fmla="*/ 2194493 w 5799173"/>
              <a:gd name="connsiteY23569" fmla="*/ 1956555 h 5017219"/>
              <a:gd name="connsiteX23570" fmla="*/ 2184523 w 5799173"/>
              <a:gd name="connsiteY23570" fmla="*/ 1939274 h 5017219"/>
              <a:gd name="connsiteX23571" fmla="*/ 2184523 w 5799173"/>
              <a:gd name="connsiteY23571" fmla="*/ 1937862 h 5017219"/>
              <a:gd name="connsiteX23572" fmla="*/ 2194493 w 5799173"/>
              <a:gd name="connsiteY23572" fmla="*/ 1920582 h 5017219"/>
              <a:gd name="connsiteX23573" fmla="*/ 2195739 w 5799173"/>
              <a:gd name="connsiteY23573" fmla="*/ 1919917 h 5017219"/>
              <a:gd name="connsiteX23574" fmla="*/ 2215678 w 5799173"/>
              <a:gd name="connsiteY23574" fmla="*/ 1919916 h 5017219"/>
              <a:gd name="connsiteX23575" fmla="*/ 2216924 w 5799173"/>
              <a:gd name="connsiteY23575" fmla="*/ 1920582 h 5017219"/>
              <a:gd name="connsiteX23576" fmla="*/ 2226893 w 5799173"/>
              <a:gd name="connsiteY23576" fmla="*/ 1937862 h 5017219"/>
              <a:gd name="connsiteX23577" fmla="*/ 2226893 w 5799173"/>
              <a:gd name="connsiteY23577" fmla="*/ 1939273 h 5017219"/>
              <a:gd name="connsiteX23578" fmla="*/ 2216924 w 5799173"/>
              <a:gd name="connsiteY23578" fmla="*/ 1956555 h 5017219"/>
              <a:gd name="connsiteX23579" fmla="*/ 2215678 w 5799173"/>
              <a:gd name="connsiteY23579" fmla="*/ 1957219 h 5017219"/>
              <a:gd name="connsiteX23580" fmla="*/ 2376296 w 5799173"/>
              <a:gd name="connsiteY23580" fmla="*/ 2005599 h 5017219"/>
              <a:gd name="connsiteX23581" fmla="*/ 2375050 w 5799173"/>
              <a:gd name="connsiteY23581" fmla="*/ 2004935 h 5017219"/>
              <a:gd name="connsiteX23582" fmla="*/ 2365081 w 5799173"/>
              <a:gd name="connsiteY23582" fmla="*/ 1987654 h 5017219"/>
              <a:gd name="connsiteX23583" fmla="*/ 2365081 w 5799173"/>
              <a:gd name="connsiteY23583" fmla="*/ 1986242 h 5017219"/>
              <a:gd name="connsiteX23584" fmla="*/ 2375050 w 5799173"/>
              <a:gd name="connsiteY23584" fmla="*/ 1968962 h 5017219"/>
              <a:gd name="connsiteX23585" fmla="*/ 2376296 w 5799173"/>
              <a:gd name="connsiteY23585" fmla="*/ 1968297 h 5017219"/>
              <a:gd name="connsiteX23586" fmla="*/ 2396236 w 5799173"/>
              <a:gd name="connsiteY23586" fmla="*/ 1968297 h 5017219"/>
              <a:gd name="connsiteX23587" fmla="*/ 2397482 w 5799173"/>
              <a:gd name="connsiteY23587" fmla="*/ 1968962 h 5017219"/>
              <a:gd name="connsiteX23588" fmla="*/ 2407452 w 5799173"/>
              <a:gd name="connsiteY23588" fmla="*/ 1986242 h 5017219"/>
              <a:gd name="connsiteX23589" fmla="*/ 2407452 w 5799173"/>
              <a:gd name="connsiteY23589" fmla="*/ 1987654 h 5017219"/>
              <a:gd name="connsiteX23590" fmla="*/ 2397482 w 5799173"/>
              <a:gd name="connsiteY23590" fmla="*/ 2004935 h 5017219"/>
              <a:gd name="connsiteX23591" fmla="*/ 2396236 w 5799173"/>
              <a:gd name="connsiteY23591" fmla="*/ 2005599 h 5017219"/>
              <a:gd name="connsiteX23592" fmla="*/ 2496669 w 5799173"/>
              <a:gd name="connsiteY23592" fmla="*/ 2037853 h 5017219"/>
              <a:gd name="connsiteX23593" fmla="*/ 2495423 w 5799173"/>
              <a:gd name="connsiteY23593" fmla="*/ 2037189 h 5017219"/>
              <a:gd name="connsiteX23594" fmla="*/ 2485454 w 5799173"/>
              <a:gd name="connsiteY23594" fmla="*/ 2019908 h 5017219"/>
              <a:gd name="connsiteX23595" fmla="*/ 2485454 w 5799173"/>
              <a:gd name="connsiteY23595" fmla="*/ 2018496 h 5017219"/>
              <a:gd name="connsiteX23596" fmla="*/ 2495423 w 5799173"/>
              <a:gd name="connsiteY23596" fmla="*/ 2001216 h 5017219"/>
              <a:gd name="connsiteX23597" fmla="*/ 2496669 w 5799173"/>
              <a:gd name="connsiteY23597" fmla="*/ 2000551 h 5017219"/>
              <a:gd name="connsiteX23598" fmla="*/ 2516609 w 5799173"/>
              <a:gd name="connsiteY23598" fmla="*/ 2000551 h 5017219"/>
              <a:gd name="connsiteX23599" fmla="*/ 2517855 w 5799173"/>
              <a:gd name="connsiteY23599" fmla="*/ 2001216 h 5017219"/>
              <a:gd name="connsiteX23600" fmla="*/ 2527824 w 5799173"/>
              <a:gd name="connsiteY23600" fmla="*/ 2018496 h 5017219"/>
              <a:gd name="connsiteX23601" fmla="*/ 2527824 w 5799173"/>
              <a:gd name="connsiteY23601" fmla="*/ 2019908 h 5017219"/>
              <a:gd name="connsiteX23602" fmla="*/ 2517855 w 5799173"/>
              <a:gd name="connsiteY23602" fmla="*/ 2037189 h 5017219"/>
              <a:gd name="connsiteX23603" fmla="*/ 2516609 w 5799173"/>
              <a:gd name="connsiteY23603" fmla="*/ 2037853 h 5017219"/>
              <a:gd name="connsiteX23604" fmla="*/ 2737354 w 5799173"/>
              <a:gd name="connsiteY23604" fmla="*/ 2102530 h 5017219"/>
              <a:gd name="connsiteX23605" fmla="*/ 2736108 w 5799173"/>
              <a:gd name="connsiteY23605" fmla="*/ 2101782 h 5017219"/>
              <a:gd name="connsiteX23606" fmla="*/ 2726055 w 5799173"/>
              <a:gd name="connsiteY23606" fmla="*/ 2084336 h 5017219"/>
              <a:gd name="connsiteX23607" fmla="*/ 2726055 w 5799173"/>
              <a:gd name="connsiteY23607" fmla="*/ 2082923 h 5017219"/>
              <a:gd name="connsiteX23608" fmla="*/ 2736108 w 5799173"/>
              <a:gd name="connsiteY23608" fmla="*/ 2065477 h 5017219"/>
              <a:gd name="connsiteX23609" fmla="*/ 2737354 w 5799173"/>
              <a:gd name="connsiteY23609" fmla="*/ 2064729 h 5017219"/>
              <a:gd name="connsiteX23610" fmla="*/ 2757459 w 5799173"/>
              <a:gd name="connsiteY23610" fmla="*/ 2064729 h 5017219"/>
              <a:gd name="connsiteX23611" fmla="*/ 2758705 w 5799173"/>
              <a:gd name="connsiteY23611" fmla="*/ 2065477 h 5017219"/>
              <a:gd name="connsiteX23612" fmla="*/ 2768758 w 5799173"/>
              <a:gd name="connsiteY23612" fmla="*/ 2082923 h 5017219"/>
              <a:gd name="connsiteX23613" fmla="*/ 2768758 w 5799173"/>
              <a:gd name="connsiteY23613" fmla="*/ 2084336 h 5017219"/>
              <a:gd name="connsiteX23614" fmla="*/ 2758705 w 5799173"/>
              <a:gd name="connsiteY23614" fmla="*/ 2101782 h 5017219"/>
              <a:gd name="connsiteX23615" fmla="*/ 2757459 w 5799173"/>
              <a:gd name="connsiteY23615" fmla="*/ 2102530 h 5017219"/>
              <a:gd name="connsiteX23616" fmla="*/ 3339217 w 5799173"/>
              <a:gd name="connsiteY23616" fmla="*/ 2263799 h 5017219"/>
              <a:gd name="connsiteX23617" fmla="*/ 3337971 w 5799173"/>
              <a:gd name="connsiteY23617" fmla="*/ 2263051 h 5017219"/>
              <a:gd name="connsiteX23618" fmla="*/ 3327918 w 5799173"/>
              <a:gd name="connsiteY23618" fmla="*/ 2245605 h 5017219"/>
              <a:gd name="connsiteX23619" fmla="*/ 3327918 w 5799173"/>
              <a:gd name="connsiteY23619" fmla="*/ 2244192 h 5017219"/>
              <a:gd name="connsiteX23620" fmla="*/ 3337971 w 5799173"/>
              <a:gd name="connsiteY23620" fmla="*/ 2226746 h 5017219"/>
              <a:gd name="connsiteX23621" fmla="*/ 3339217 w 5799173"/>
              <a:gd name="connsiteY23621" fmla="*/ 2225998 h 5017219"/>
              <a:gd name="connsiteX23622" fmla="*/ 3359322 w 5799173"/>
              <a:gd name="connsiteY23622" fmla="*/ 2225998 h 5017219"/>
              <a:gd name="connsiteX23623" fmla="*/ 3360568 w 5799173"/>
              <a:gd name="connsiteY23623" fmla="*/ 2226746 h 5017219"/>
              <a:gd name="connsiteX23624" fmla="*/ 3370620 w 5799173"/>
              <a:gd name="connsiteY23624" fmla="*/ 2244192 h 5017219"/>
              <a:gd name="connsiteX23625" fmla="*/ 3370621 w 5799173"/>
              <a:gd name="connsiteY23625" fmla="*/ 2245605 h 5017219"/>
              <a:gd name="connsiteX23626" fmla="*/ 3360568 w 5799173"/>
              <a:gd name="connsiteY23626" fmla="*/ 2263051 h 5017219"/>
              <a:gd name="connsiteX23627" fmla="*/ 3359322 w 5799173"/>
              <a:gd name="connsiteY23627" fmla="*/ 2263799 h 5017219"/>
              <a:gd name="connsiteX23628" fmla="*/ 5084618 w 5799173"/>
              <a:gd name="connsiteY23628" fmla="*/ 2731478 h 5017219"/>
              <a:gd name="connsiteX23629" fmla="*/ 5083372 w 5799173"/>
              <a:gd name="connsiteY23629" fmla="*/ 2730729 h 5017219"/>
              <a:gd name="connsiteX23630" fmla="*/ 5073319 w 5799173"/>
              <a:gd name="connsiteY23630" fmla="*/ 2713284 h 5017219"/>
              <a:gd name="connsiteX23631" fmla="*/ 5073319 w 5799173"/>
              <a:gd name="connsiteY23631" fmla="*/ 2711870 h 5017219"/>
              <a:gd name="connsiteX23632" fmla="*/ 5083372 w 5799173"/>
              <a:gd name="connsiteY23632" fmla="*/ 2694425 h 5017219"/>
              <a:gd name="connsiteX23633" fmla="*/ 5084617 w 5799173"/>
              <a:gd name="connsiteY23633" fmla="*/ 2693677 h 5017219"/>
              <a:gd name="connsiteX23634" fmla="*/ 5104723 w 5799173"/>
              <a:gd name="connsiteY23634" fmla="*/ 2693677 h 5017219"/>
              <a:gd name="connsiteX23635" fmla="*/ 5105969 w 5799173"/>
              <a:gd name="connsiteY23635" fmla="*/ 2694425 h 5017219"/>
              <a:gd name="connsiteX23636" fmla="*/ 5116022 w 5799173"/>
              <a:gd name="connsiteY23636" fmla="*/ 2711871 h 5017219"/>
              <a:gd name="connsiteX23637" fmla="*/ 5116022 w 5799173"/>
              <a:gd name="connsiteY23637" fmla="*/ 2713284 h 5017219"/>
              <a:gd name="connsiteX23638" fmla="*/ 5105969 w 5799173"/>
              <a:gd name="connsiteY23638" fmla="*/ 2730730 h 5017219"/>
              <a:gd name="connsiteX23639" fmla="*/ 5104723 w 5799173"/>
              <a:gd name="connsiteY23639" fmla="*/ 2731478 h 5017219"/>
              <a:gd name="connsiteX23640" fmla="*/ 5686479 w 5799173"/>
              <a:gd name="connsiteY23640" fmla="*/ 2892746 h 5017219"/>
              <a:gd name="connsiteX23641" fmla="*/ 5685232 w 5799173"/>
              <a:gd name="connsiteY23641" fmla="*/ 2891998 h 5017219"/>
              <a:gd name="connsiteX23642" fmla="*/ 5675180 w 5799173"/>
              <a:gd name="connsiteY23642" fmla="*/ 2874552 h 5017219"/>
              <a:gd name="connsiteX23643" fmla="*/ 5675180 w 5799173"/>
              <a:gd name="connsiteY23643" fmla="*/ 2873139 h 5017219"/>
              <a:gd name="connsiteX23644" fmla="*/ 5685232 w 5799173"/>
              <a:gd name="connsiteY23644" fmla="*/ 2855693 h 5017219"/>
              <a:gd name="connsiteX23645" fmla="*/ 5686479 w 5799173"/>
              <a:gd name="connsiteY23645" fmla="*/ 2854945 h 5017219"/>
              <a:gd name="connsiteX23646" fmla="*/ 5706584 w 5799173"/>
              <a:gd name="connsiteY23646" fmla="*/ 2854945 h 5017219"/>
              <a:gd name="connsiteX23647" fmla="*/ 5707830 w 5799173"/>
              <a:gd name="connsiteY23647" fmla="*/ 2855693 h 5017219"/>
              <a:gd name="connsiteX23648" fmla="*/ 5717883 w 5799173"/>
              <a:gd name="connsiteY23648" fmla="*/ 2873139 h 5017219"/>
              <a:gd name="connsiteX23649" fmla="*/ 5717883 w 5799173"/>
              <a:gd name="connsiteY23649" fmla="*/ 2874552 h 5017219"/>
              <a:gd name="connsiteX23650" fmla="*/ 5707830 w 5799173"/>
              <a:gd name="connsiteY23650" fmla="*/ 2891998 h 5017219"/>
              <a:gd name="connsiteX23651" fmla="*/ 5706584 w 5799173"/>
              <a:gd name="connsiteY23651" fmla="*/ 2892746 h 5017219"/>
              <a:gd name="connsiteX23652" fmla="*/ 5505838 w 5799173"/>
              <a:gd name="connsiteY23652" fmla="*/ 2844447 h 5017219"/>
              <a:gd name="connsiteX23653" fmla="*/ 5504592 w 5799173"/>
              <a:gd name="connsiteY23653" fmla="*/ 2843700 h 5017219"/>
              <a:gd name="connsiteX23654" fmla="*/ 5494456 w 5799173"/>
              <a:gd name="connsiteY23654" fmla="*/ 2826170 h 5017219"/>
              <a:gd name="connsiteX23655" fmla="*/ 5494456 w 5799173"/>
              <a:gd name="connsiteY23655" fmla="*/ 2824758 h 5017219"/>
              <a:gd name="connsiteX23656" fmla="*/ 5504592 w 5799173"/>
              <a:gd name="connsiteY23656" fmla="*/ 2807228 h 5017219"/>
              <a:gd name="connsiteX23657" fmla="*/ 5505838 w 5799173"/>
              <a:gd name="connsiteY23657" fmla="*/ 2806480 h 5017219"/>
              <a:gd name="connsiteX23658" fmla="*/ 5526109 w 5799173"/>
              <a:gd name="connsiteY23658" fmla="*/ 2806480 h 5017219"/>
              <a:gd name="connsiteX23659" fmla="*/ 5527355 w 5799173"/>
              <a:gd name="connsiteY23659" fmla="*/ 2807228 h 5017219"/>
              <a:gd name="connsiteX23660" fmla="*/ 5537491 w 5799173"/>
              <a:gd name="connsiteY23660" fmla="*/ 2824758 h 5017219"/>
              <a:gd name="connsiteX23661" fmla="*/ 5537491 w 5799173"/>
              <a:gd name="connsiteY23661" fmla="*/ 2826171 h 5017219"/>
              <a:gd name="connsiteX23662" fmla="*/ 5527355 w 5799173"/>
              <a:gd name="connsiteY23662" fmla="*/ 2843700 h 5017219"/>
              <a:gd name="connsiteX23663" fmla="*/ 5526109 w 5799173"/>
              <a:gd name="connsiteY23663" fmla="*/ 2844447 h 5017219"/>
              <a:gd name="connsiteX23664" fmla="*/ 4843684 w 5799173"/>
              <a:gd name="connsiteY23664" fmla="*/ 2667299 h 5017219"/>
              <a:gd name="connsiteX23665" fmla="*/ 4842437 w 5799173"/>
              <a:gd name="connsiteY23665" fmla="*/ 2666552 h 5017219"/>
              <a:gd name="connsiteX23666" fmla="*/ 4832218 w 5799173"/>
              <a:gd name="connsiteY23666" fmla="*/ 2648856 h 5017219"/>
              <a:gd name="connsiteX23667" fmla="*/ 4832219 w 5799173"/>
              <a:gd name="connsiteY23667" fmla="*/ 2647444 h 5017219"/>
              <a:gd name="connsiteX23668" fmla="*/ 4842438 w 5799173"/>
              <a:gd name="connsiteY23668" fmla="*/ 2629748 h 5017219"/>
              <a:gd name="connsiteX23669" fmla="*/ 4843684 w 5799173"/>
              <a:gd name="connsiteY23669" fmla="*/ 2629000 h 5017219"/>
              <a:gd name="connsiteX23670" fmla="*/ 4864121 w 5799173"/>
              <a:gd name="connsiteY23670" fmla="*/ 2629000 h 5017219"/>
              <a:gd name="connsiteX23671" fmla="*/ 4865367 w 5799173"/>
              <a:gd name="connsiteY23671" fmla="*/ 2629748 h 5017219"/>
              <a:gd name="connsiteX23672" fmla="*/ 4875585 w 5799173"/>
              <a:gd name="connsiteY23672" fmla="*/ 2647444 h 5017219"/>
              <a:gd name="connsiteX23673" fmla="*/ 4875586 w 5799173"/>
              <a:gd name="connsiteY23673" fmla="*/ 2648856 h 5017219"/>
              <a:gd name="connsiteX23674" fmla="*/ 4865367 w 5799173"/>
              <a:gd name="connsiteY23674" fmla="*/ 2666552 h 5017219"/>
              <a:gd name="connsiteX23675" fmla="*/ 4864120 w 5799173"/>
              <a:gd name="connsiteY23675" fmla="*/ 2667299 h 5017219"/>
              <a:gd name="connsiteX23676" fmla="*/ 5385360 w 5799173"/>
              <a:gd name="connsiteY23676" fmla="*/ 2812441 h 5017219"/>
              <a:gd name="connsiteX23677" fmla="*/ 5384114 w 5799173"/>
              <a:gd name="connsiteY23677" fmla="*/ 2811694 h 5017219"/>
              <a:gd name="connsiteX23678" fmla="*/ 5373895 w 5799173"/>
              <a:gd name="connsiteY23678" fmla="*/ 2793998 h 5017219"/>
              <a:gd name="connsiteX23679" fmla="*/ 5373895 w 5799173"/>
              <a:gd name="connsiteY23679" fmla="*/ 2792586 h 5017219"/>
              <a:gd name="connsiteX23680" fmla="*/ 5384114 w 5799173"/>
              <a:gd name="connsiteY23680" fmla="*/ 2774890 h 5017219"/>
              <a:gd name="connsiteX23681" fmla="*/ 5385360 w 5799173"/>
              <a:gd name="connsiteY23681" fmla="*/ 2774142 h 5017219"/>
              <a:gd name="connsiteX23682" fmla="*/ 5405797 w 5799173"/>
              <a:gd name="connsiteY23682" fmla="*/ 2774142 h 5017219"/>
              <a:gd name="connsiteX23683" fmla="*/ 5407044 w 5799173"/>
              <a:gd name="connsiteY23683" fmla="*/ 2774890 h 5017219"/>
              <a:gd name="connsiteX23684" fmla="*/ 5417262 w 5799173"/>
              <a:gd name="connsiteY23684" fmla="*/ 2792586 h 5017219"/>
              <a:gd name="connsiteX23685" fmla="*/ 5417262 w 5799173"/>
              <a:gd name="connsiteY23685" fmla="*/ 2793998 h 5017219"/>
              <a:gd name="connsiteX23686" fmla="*/ 5407044 w 5799173"/>
              <a:gd name="connsiteY23686" fmla="*/ 2811694 h 5017219"/>
              <a:gd name="connsiteX23687" fmla="*/ 5405797 w 5799173"/>
              <a:gd name="connsiteY23687" fmla="*/ 2812441 h 5017219"/>
              <a:gd name="connsiteX23688" fmla="*/ 5445546 w 5799173"/>
              <a:gd name="connsiteY23688" fmla="*/ 2828568 h 5017219"/>
              <a:gd name="connsiteX23689" fmla="*/ 5444300 w 5799173"/>
              <a:gd name="connsiteY23689" fmla="*/ 2827821 h 5017219"/>
              <a:gd name="connsiteX23690" fmla="*/ 5434081 w 5799173"/>
              <a:gd name="connsiteY23690" fmla="*/ 2810125 h 5017219"/>
              <a:gd name="connsiteX23691" fmla="*/ 5434081 w 5799173"/>
              <a:gd name="connsiteY23691" fmla="*/ 2808713 h 5017219"/>
              <a:gd name="connsiteX23692" fmla="*/ 5444300 w 5799173"/>
              <a:gd name="connsiteY23692" fmla="*/ 2791017 h 5017219"/>
              <a:gd name="connsiteX23693" fmla="*/ 5445546 w 5799173"/>
              <a:gd name="connsiteY23693" fmla="*/ 2790269 h 5017219"/>
              <a:gd name="connsiteX23694" fmla="*/ 5465983 w 5799173"/>
              <a:gd name="connsiteY23694" fmla="*/ 2790269 h 5017219"/>
              <a:gd name="connsiteX23695" fmla="*/ 5467229 w 5799173"/>
              <a:gd name="connsiteY23695" fmla="*/ 2791017 h 5017219"/>
              <a:gd name="connsiteX23696" fmla="*/ 5477448 w 5799173"/>
              <a:gd name="connsiteY23696" fmla="*/ 2808713 h 5017219"/>
              <a:gd name="connsiteX23697" fmla="*/ 5477448 w 5799173"/>
              <a:gd name="connsiteY23697" fmla="*/ 2810125 h 5017219"/>
              <a:gd name="connsiteX23698" fmla="*/ 5467229 w 5799173"/>
              <a:gd name="connsiteY23698" fmla="*/ 2827821 h 5017219"/>
              <a:gd name="connsiteX23699" fmla="*/ 5465983 w 5799173"/>
              <a:gd name="connsiteY23699" fmla="*/ 2828568 h 5017219"/>
              <a:gd name="connsiteX23700" fmla="*/ 3639878 w 5799173"/>
              <a:gd name="connsiteY23700" fmla="*/ 2344835 h 5017219"/>
              <a:gd name="connsiteX23701" fmla="*/ 3638632 w 5799173"/>
              <a:gd name="connsiteY23701" fmla="*/ 2344087 h 5017219"/>
              <a:gd name="connsiteX23702" fmla="*/ 3628330 w 5799173"/>
              <a:gd name="connsiteY23702" fmla="*/ 2326308 h 5017219"/>
              <a:gd name="connsiteX23703" fmla="*/ 3628330 w 5799173"/>
              <a:gd name="connsiteY23703" fmla="*/ 2324896 h 5017219"/>
              <a:gd name="connsiteX23704" fmla="*/ 3638632 w 5799173"/>
              <a:gd name="connsiteY23704" fmla="*/ 2307117 h 5017219"/>
              <a:gd name="connsiteX23705" fmla="*/ 3639878 w 5799173"/>
              <a:gd name="connsiteY23705" fmla="*/ 2306369 h 5017219"/>
              <a:gd name="connsiteX23706" fmla="*/ 3660398 w 5799173"/>
              <a:gd name="connsiteY23706" fmla="*/ 2306369 h 5017219"/>
              <a:gd name="connsiteX23707" fmla="*/ 3661645 w 5799173"/>
              <a:gd name="connsiteY23707" fmla="*/ 2307117 h 5017219"/>
              <a:gd name="connsiteX23708" fmla="*/ 3671946 w 5799173"/>
              <a:gd name="connsiteY23708" fmla="*/ 2324896 h 5017219"/>
              <a:gd name="connsiteX23709" fmla="*/ 3671946 w 5799173"/>
              <a:gd name="connsiteY23709" fmla="*/ 2326308 h 5017219"/>
              <a:gd name="connsiteX23710" fmla="*/ 3661645 w 5799173"/>
              <a:gd name="connsiteY23710" fmla="*/ 2344088 h 5017219"/>
              <a:gd name="connsiteX23711" fmla="*/ 3660398 w 5799173"/>
              <a:gd name="connsiteY23711" fmla="*/ 2344836 h 5017219"/>
              <a:gd name="connsiteX23712" fmla="*/ 5264906 w 5799173"/>
              <a:gd name="connsiteY23712" fmla="*/ 2780260 h 5017219"/>
              <a:gd name="connsiteX23713" fmla="*/ 5263660 w 5799173"/>
              <a:gd name="connsiteY23713" fmla="*/ 2779512 h 5017219"/>
              <a:gd name="connsiteX23714" fmla="*/ 5253358 w 5799173"/>
              <a:gd name="connsiteY23714" fmla="*/ 2761733 h 5017219"/>
              <a:gd name="connsiteX23715" fmla="*/ 5253358 w 5799173"/>
              <a:gd name="connsiteY23715" fmla="*/ 2760321 h 5017219"/>
              <a:gd name="connsiteX23716" fmla="*/ 5263660 w 5799173"/>
              <a:gd name="connsiteY23716" fmla="*/ 2742542 h 5017219"/>
              <a:gd name="connsiteX23717" fmla="*/ 5264906 w 5799173"/>
              <a:gd name="connsiteY23717" fmla="*/ 2741794 h 5017219"/>
              <a:gd name="connsiteX23718" fmla="*/ 5285426 w 5799173"/>
              <a:gd name="connsiteY23718" fmla="*/ 2741794 h 5017219"/>
              <a:gd name="connsiteX23719" fmla="*/ 5286673 w 5799173"/>
              <a:gd name="connsiteY23719" fmla="*/ 2742542 h 5017219"/>
              <a:gd name="connsiteX23720" fmla="*/ 5296974 w 5799173"/>
              <a:gd name="connsiteY23720" fmla="*/ 2760321 h 5017219"/>
              <a:gd name="connsiteX23721" fmla="*/ 5296974 w 5799173"/>
              <a:gd name="connsiteY23721" fmla="*/ 2761733 h 5017219"/>
              <a:gd name="connsiteX23722" fmla="*/ 5286673 w 5799173"/>
              <a:gd name="connsiteY23722" fmla="*/ 2779513 h 5017219"/>
              <a:gd name="connsiteX23723" fmla="*/ 5285426 w 5799173"/>
              <a:gd name="connsiteY23723" fmla="*/ 2780261 h 5017219"/>
              <a:gd name="connsiteX23724" fmla="*/ 4903797 w 5799173"/>
              <a:gd name="connsiteY23724" fmla="*/ 2683605 h 5017219"/>
              <a:gd name="connsiteX23725" fmla="*/ 4902551 w 5799173"/>
              <a:gd name="connsiteY23725" fmla="*/ 2682857 h 5017219"/>
              <a:gd name="connsiteX23726" fmla="*/ 4892249 w 5799173"/>
              <a:gd name="connsiteY23726" fmla="*/ 2664995 h 5017219"/>
              <a:gd name="connsiteX23727" fmla="*/ 4892249 w 5799173"/>
              <a:gd name="connsiteY23727" fmla="*/ 2663500 h 5017219"/>
              <a:gd name="connsiteX23728" fmla="*/ 4902551 w 5799173"/>
              <a:gd name="connsiteY23728" fmla="*/ 2645638 h 5017219"/>
              <a:gd name="connsiteX23729" fmla="*/ 4903797 w 5799173"/>
              <a:gd name="connsiteY23729" fmla="*/ 2644890 h 5017219"/>
              <a:gd name="connsiteX23730" fmla="*/ 4924484 w 5799173"/>
              <a:gd name="connsiteY23730" fmla="*/ 2644890 h 5017219"/>
              <a:gd name="connsiteX23731" fmla="*/ 4925730 w 5799173"/>
              <a:gd name="connsiteY23731" fmla="*/ 2645638 h 5017219"/>
              <a:gd name="connsiteX23732" fmla="*/ 4936031 w 5799173"/>
              <a:gd name="connsiteY23732" fmla="*/ 2663500 h 5017219"/>
              <a:gd name="connsiteX23733" fmla="*/ 4936032 w 5799173"/>
              <a:gd name="connsiteY23733" fmla="*/ 2664995 h 5017219"/>
              <a:gd name="connsiteX23734" fmla="*/ 4925730 w 5799173"/>
              <a:gd name="connsiteY23734" fmla="*/ 2682857 h 5017219"/>
              <a:gd name="connsiteX23735" fmla="*/ 4924484 w 5799173"/>
              <a:gd name="connsiteY23735" fmla="*/ 2683605 h 5017219"/>
              <a:gd name="connsiteX23736" fmla="*/ 5626031 w 5799173"/>
              <a:gd name="connsiteY23736" fmla="*/ 2877127 h 5017219"/>
              <a:gd name="connsiteX23737" fmla="*/ 5624785 w 5799173"/>
              <a:gd name="connsiteY23737" fmla="*/ 2876379 h 5017219"/>
              <a:gd name="connsiteX23738" fmla="*/ 5614483 w 5799173"/>
              <a:gd name="connsiteY23738" fmla="*/ 2858517 h 5017219"/>
              <a:gd name="connsiteX23739" fmla="*/ 5614483 w 5799173"/>
              <a:gd name="connsiteY23739" fmla="*/ 2857022 h 5017219"/>
              <a:gd name="connsiteX23740" fmla="*/ 5624785 w 5799173"/>
              <a:gd name="connsiteY23740" fmla="*/ 2839160 h 5017219"/>
              <a:gd name="connsiteX23741" fmla="*/ 5626031 w 5799173"/>
              <a:gd name="connsiteY23741" fmla="*/ 2838412 h 5017219"/>
              <a:gd name="connsiteX23742" fmla="*/ 5646718 w 5799173"/>
              <a:gd name="connsiteY23742" fmla="*/ 2838412 h 5017219"/>
              <a:gd name="connsiteX23743" fmla="*/ 5647964 w 5799173"/>
              <a:gd name="connsiteY23743" fmla="*/ 2839160 h 5017219"/>
              <a:gd name="connsiteX23744" fmla="*/ 5658266 w 5799173"/>
              <a:gd name="connsiteY23744" fmla="*/ 2857022 h 5017219"/>
              <a:gd name="connsiteX23745" fmla="*/ 5658266 w 5799173"/>
              <a:gd name="connsiteY23745" fmla="*/ 2858517 h 5017219"/>
              <a:gd name="connsiteX23746" fmla="*/ 5647964 w 5799173"/>
              <a:gd name="connsiteY23746" fmla="*/ 2876379 h 5017219"/>
              <a:gd name="connsiteX23747" fmla="*/ 5646718 w 5799173"/>
              <a:gd name="connsiteY23747" fmla="*/ 2877127 h 5017219"/>
              <a:gd name="connsiteX23748" fmla="*/ 2676824 w 5799173"/>
              <a:gd name="connsiteY23748" fmla="*/ 2086984 h 5017219"/>
              <a:gd name="connsiteX23749" fmla="*/ 2675578 w 5799173"/>
              <a:gd name="connsiteY23749" fmla="*/ 2086236 h 5017219"/>
              <a:gd name="connsiteX23750" fmla="*/ 2665194 w 5799173"/>
              <a:gd name="connsiteY23750" fmla="*/ 2068291 h 5017219"/>
              <a:gd name="connsiteX23751" fmla="*/ 2665194 w 5799173"/>
              <a:gd name="connsiteY23751" fmla="*/ 2066796 h 5017219"/>
              <a:gd name="connsiteX23752" fmla="*/ 2675578 w 5799173"/>
              <a:gd name="connsiteY23752" fmla="*/ 2048851 h 5017219"/>
              <a:gd name="connsiteX23753" fmla="*/ 2676824 w 5799173"/>
              <a:gd name="connsiteY23753" fmla="*/ 2048103 h 5017219"/>
              <a:gd name="connsiteX23754" fmla="*/ 2697594 w 5799173"/>
              <a:gd name="connsiteY23754" fmla="*/ 2048103 h 5017219"/>
              <a:gd name="connsiteX23755" fmla="*/ 2698841 w 5799173"/>
              <a:gd name="connsiteY23755" fmla="*/ 2048851 h 5017219"/>
              <a:gd name="connsiteX23756" fmla="*/ 2709225 w 5799173"/>
              <a:gd name="connsiteY23756" fmla="*/ 2066796 h 5017219"/>
              <a:gd name="connsiteX23757" fmla="*/ 2709225 w 5799173"/>
              <a:gd name="connsiteY23757" fmla="*/ 2068291 h 5017219"/>
              <a:gd name="connsiteX23758" fmla="*/ 2698841 w 5799173"/>
              <a:gd name="connsiteY23758" fmla="*/ 2086236 h 5017219"/>
              <a:gd name="connsiteX23759" fmla="*/ 2697595 w 5799173"/>
              <a:gd name="connsiteY23759" fmla="*/ 2086984 h 5017219"/>
              <a:gd name="connsiteX23760" fmla="*/ 3820363 w 5799173"/>
              <a:gd name="connsiteY23760" fmla="*/ 2393394 h 5017219"/>
              <a:gd name="connsiteX23761" fmla="*/ 3819117 w 5799173"/>
              <a:gd name="connsiteY23761" fmla="*/ 2392646 h 5017219"/>
              <a:gd name="connsiteX23762" fmla="*/ 3808732 w 5799173"/>
              <a:gd name="connsiteY23762" fmla="*/ 2374701 h 5017219"/>
              <a:gd name="connsiteX23763" fmla="*/ 3808732 w 5799173"/>
              <a:gd name="connsiteY23763" fmla="*/ 2373206 h 5017219"/>
              <a:gd name="connsiteX23764" fmla="*/ 3819117 w 5799173"/>
              <a:gd name="connsiteY23764" fmla="*/ 2355261 h 5017219"/>
              <a:gd name="connsiteX23765" fmla="*/ 3820363 w 5799173"/>
              <a:gd name="connsiteY23765" fmla="*/ 2354513 h 5017219"/>
              <a:gd name="connsiteX23766" fmla="*/ 3841132 w 5799173"/>
              <a:gd name="connsiteY23766" fmla="*/ 2354513 h 5017219"/>
              <a:gd name="connsiteX23767" fmla="*/ 3842379 w 5799173"/>
              <a:gd name="connsiteY23767" fmla="*/ 2355261 h 5017219"/>
              <a:gd name="connsiteX23768" fmla="*/ 3852764 w 5799173"/>
              <a:gd name="connsiteY23768" fmla="*/ 2373206 h 5017219"/>
              <a:gd name="connsiteX23769" fmla="*/ 3852764 w 5799173"/>
              <a:gd name="connsiteY23769" fmla="*/ 2374701 h 5017219"/>
              <a:gd name="connsiteX23770" fmla="*/ 3842379 w 5799173"/>
              <a:gd name="connsiteY23770" fmla="*/ 2392646 h 5017219"/>
              <a:gd name="connsiteX23771" fmla="*/ 3841133 w 5799173"/>
              <a:gd name="connsiteY23771" fmla="*/ 2393394 h 5017219"/>
              <a:gd name="connsiteX23772" fmla="*/ 4963901 w 5799173"/>
              <a:gd name="connsiteY23772" fmla="*/ 2699804 h 5017219"/>
              <a:gd name="connsiteX23773" fmla="*/ 4962655 w 5799173"/>
              <a:gd name="connsiteY23773" fmla="*/ 2699056 h 5017219"/>
              <a:gd name="connsiteX23774" fmla="*/ 4952270 w 5799173"/>
              <a:gd name="connsiteY23774" fmla="*/ 2681111 h 5017219"/>
              <a:gd name="connsiteX23775" fmla="*/ 4952270 w 5799173"/>
              <a:gd name="connsiteY23775" fmla="*/ 2679616 h 5017219"/>
              <a:gd name="connsiteX23776" fmla="*/ 4962655 w 5799173"/>
              <a:gd name="connsiteY23776" fmla="*/ 2661671 h 5017219"/>
              <a:gd name="connsiteX23777" fmla="*/ 4963901 w 5799173"/>
              <a:gd name="connsiteY23777" fmla="*/ 2660923 h 5017219"/>
              <a:gd name="connsiteX23778" fmla="*/ 4984671 w 5799173"/>
              <a:gd name="connsiteY23778" fmla="*/ 2660923 h 5017219"/>
              <a:gd name="connsiteX23779" fmla="*/ 4985917 w 5799173"/>
              <a:gd name="connsiteY23779" fmla="*/ 2661671 h 5017219"/>
              <a:gd name="connsiteX23780" fmla="*/ 4996302 w 5799173"/>
              <a:gd name="connsiteY23780" fmla="*/ 2679616 h 5017219"/>
              <a:gd name="connsiteX23781" fmla="*/ 4996302 w 5799173"/>
              <a:gd name="connsiteY23781" fmla="*/ 2681111 h 5017219"/>
              <a:gd name="connsiteX23782" fmla="*/ 4985917 w 5799173"/>
              <a:gd name="connsiteY23782" fmla="*/ 2699056 h 5017219"/>
              <a:gd name="connsiteX23783" fmla="*/ 4984671 w 5799173"/>
              <a:gd name="connsiteY23783" fmla="*/ 2699804 h 5017219"/>
              <a:gd name="connsiteX23784" fmla="*/ 5144459 w 5799173"/>
              <a:gd name="connsiteY23784" fmla="*/ 2748185 h 5017219"/>
              <a:gd name="connsiteX23785" fmla="*/ 5143214 w 5799173"/>
              <a:gd name="connsiteY23785" fmla="*/ 2747437 h 5017219"/>
              <a:gd name="connsiteX23786" fmla="*/ 5132829 w 5799173"/>
              <a:gd name="connsiteY23786" fmla="*/ 2729492 h 5017219"/>
              <a:gd name="connsiteX23787" fmla="*/ 5132829 w 5799173"/>
              <a:gd name="connsiteY23787" fmla="*/ 2727997 h 5017219"/>
              <a:gd name="connsiteX23788" fmla="*/ 5143214 w 5799173"/>
              <a:gd name="connsiteY23788" fmla="*/ 2710052 h 5017219"/>
              <a:gd name="connsiteX23789" fmla="*/ 5144460 w 5799173"/>
              <a:gd name="connsiteY23789" fmla="*/ 2709304 h 5017219"/>
              <a:gd name="connsiteX23790" fmla="*/ 5165230 w 5799173"/>
              <a:gd name="connsiteY23790" fmla="*/ 2709304 h 5017219"/>
              <a:gd name="connsiteX23791" fmla="*/ 5166476 w 5799173"/>
              <a:gd name="connsiteY23791" fmla="*/ 2710052 h 5017219"/>
              <a:gd name="connsiteX23792" fmla="*/ 5176861 w 5799173"/>
              <a:gd name="connsiteY23792" fmla="*/ 2727997 h 5017219"/>
              <a:gd name="connsiteX23793" fmla="*/ 5176861 w 5799173"/>
              <a:gd name="connsiteY23793" fmla="*/ 2729492 h 5017219"/>
              <a:gd name="connsiteX23794" fmla="*/ 5166476 w 5799173"/>
              <a:gd name="connsiteY23794" fmla="*/ 2747437 h 5017219"/>
              <a:gd name="connsiteX23795" fmla="*/ 5165230 w 5799173"/>
              <a:gd name="connsiteY23795" fmla="*/ 2748185 h 5017219"/>
              <a:gd name="connsiteX23796" fmla="*/ 5325019 w 5799173"/>
              <a:gd name="connsiteY23796" fmla="*/ 2796566 h 5017219"/>
              <a:gd name="connsiteX23797" fmla="*/ 5323773 w 5799173"/>
              <a:gd name="connsiteY23797" fmla="*/ 2795818 h 5017219"/>
              <a:gd name="connsiteX23798" fmla="*/ 5313388 w 5799173"/>
              <a:gd name="connsiteY23798" fmla="*/ 2777873 h 5017219"/>
              <a:gd name="connsiteX23799" fmla="*/ 5313388 w 5799173"/>
              <a:gd name="connsiteY23799" fmla="*/ 2776378 h 5017219"/>
              <a:gd name="connsiteX23800" fmla="*/ 5323773 w 5799173"/>
              <a:gd name="connsiteY23800" fmla="*/ 2758432 h 5017219"/>
              <a:gd name="connsiteX23801" fmla="*/ 5325019 w 5799173"/>
              <a:gd name="connsiteY23801" fmla="*/ 2757685 h 5017219"/>
              <a:gd name="connsiteX23802" fmla="*/ 5345789 w 5799173"/>
              <a:gd name="connsiteY23802" fmla="*/ 2757685 h 5017219"/>
              <a:gd name="connsiteX23803" fmla="*/ 5347035 w 5799173"/>
              <a:gd name="connsiteY23803" fmla="*/ 2758433 h 5017219"/>
              <a:gd name="connsiteX23804" fmla="*/ 5357420 w 5799173"/>
              <a:gd name="connsiteY23804" fmla="*/ 2776378 h 5017219"/>
              <a:gd name="connsiteX23805" fmla="*/ 5357420 w 5799173"/>
              <a:gd name="connsiteY23805" fmla="*/ 2777873 h 5017219"/>
              <a:gd name="connsiteX23806" fmla="*/ 5347035 w 5799173"/>
              <a:gd name="connsiteY23806" fmla="*/ 2795817 h 5017219"/>
              <a:gd name="connsiteX23807" fmla="*/ 5345789 w 5799173"/>
              <a:gd name="connsiteY23807" fmla="*/ 2796565 h 5017219"/>
              <a:gd name="connsiteX23808" fmla="*/ 5565764 w 5799173"/>
              <a:gd name="connsiteY23808" fmla="*/ 2861073 h 5017219"/>
              <a:gd name="connsiteX23809" fmla="*/ 5564518 w 5799173"/>
              <a:gd name="connsiteY23809" fmla="*/ 2860325 h 5017219"/>
              <a:gd name="connsiteX23810" fmla="*/ 5554133 w 5799173"/>
              <a:gd name="connsiteY23810" fmla="*/ 2842380 h 5017219"/>
              <a:gd name="connsiteX23811" fmla="*/ 5554133 w 5799173"/>
              <a:gd name="connsiteY23811" fmla="*/ 2840885 h 5017219"/>
              <a:gd name="connsiteX23812" fmla="*/ 5564518 w 5799173"/>
              <a:gd name="connsiteY23812" fmla="*/ 2822940 h 5017219"/>
              <a:gd name="connsiteX23813" fmla="*/ 5565764 w 5799173"/>
              <a:gd name="connsiteY23813" fmla="*/ 2822192 h 5017219"/>
              <a:gd name="connsiteX23814" fmla="*/ 5586534 w 5799173"/>
              <a:gd name="connsiteY23814" fmla="*/ 2822192 h 5017219"/>
              <a:gd name="connsiteX23815" fmla="*/ 5587780 w 5799173"/>
              <a:gd name="connsiteY23815" fmla="*/ 2822940 h 5017219"/>
              <a:gd name="connsiteX23816" fmla="*/ 5598165 w 5799173"/>
              <a:gd name="connsiteY23816" fmla="*/ 2840885 h 5017219"/>
              <a:gd name="connsiteX23817" fmla="*/ 5598165 w 5799173"/>
              <a:gd name="connsiteY23817" fmla="*/ 2842380 h 5017219"/>
              <a:gd name="connsiteX23818" fmla="*/ 5587780 w 5799173"/>
              <a:gd name="connsiteY23818" fmla="*/ 2860325 h 5017219"/>
              <a:gd name="connsiteX23819" fmla="*/ 5586534 w 5799173"/>
              <a:gd name="connsiteY23819" fmla="*/ 2861073 h 5017219"/>
              <a:gd name="connsiteX23820" fmla="*/ 3158230 w 5799173"/>
              <a:gd name="connsiteY23820" fmla="*/ 2216081 h 5017219"/>
              <a:gd name="connsiteX23821" fmla="*/ 3156985 w 5799173"/>
              <a:gd name="connsiteY23821" fmla="*/ 2215334 h 5017219"/>
              <a:gd name="connsiteX23822" fmla="*/ 3146599 w 5799173"/>
              <a:gd name="connsiteY23822" fmla="*/ 2197305 h 5017219"/>
              <a:gd name="connsiteX23823" fmla="*/ 3146599 w 5799173"/>
              <a:gd name="connsiteY23823" fmla="*/ 2195810 h 5017219"/>
              <a:gd name="connsiteX23824" fmla="*/ 3157068 w 5799173"/>
              <a:gd name="connsiteY23824" fmla="*/ 2177782 h 5017219"/>
              <a:gd name="connsiteX23825" fmla="*/ 3158314 w 5799173"/>
              <a:gd name="connsiteY23825" fmla="*/ 2177034 h 5017219"/>
              <a:gd name="connsiteX23826" fmla="*/ 3179167 w 5799173"/>
              <a:gd name="connsiteY23826" fmla="*/ 2177034 h 5017219"/>
              <a:gd name="connsiteX23827" fmla="*/ 3180412 w 5799173"/>
              <a:gd name="connsiteY23827" fmla="*/ 2177782 h 5017219"/>
              <a:gd name="connsiteX23828" fmla="*/ 3190797 w 5799173"/>
              <a:gd name="connsiteY23828" fmla="*/ 2195810 h 5017219"/>
              <a:gd name="connsiteX23829" fmla="*/ 3190797 w 5799173"/>
              <a:gd name="connsiteY23829" fmla="*/ 2197305 h 5017219"/>
              <a:gd name="connsiteX23830" fmla="*/ 3180329 w 5799173"/>
              <a:gd name="connsiteY23830" fmla="*/ 2215334 h 5017219"/>
              <a:gd name="connsiteX23831" fmla="*/ 3179083 w 5799173"/>
              <a:gd name="connsiteY23831" fmla="*/ 2216081 h 5017219"/>
              <a:gd name="connsiteX23832" fmla="*/ 3278603 w 5799173"/>
              <a:gd name="connsiteY23832" fmla="*/ 2248334 h 5017219"/>
              <a:gd name="connsiteX23833" fmla="*/ 3277357 w 5799173"/>
              <a:gd name="connsiteY23833" fmla="*/ 2247587 h 5017219"/>
              <a:gd name="connsiteX23834" fmla="*/ 3266972 w 5799173"/>
              <a:gd name="connsiteY23834" fmla="*/ 2229558 h 5017219"/>
              <a:gd name="connsiteX23835" fmla="*/ 3266972 w 5799173"/>
              <a:gd name="connsiteY23835" fmla="*/ 2228063 h 5017219"/>
              <a:gd name="connsiteX23836" fmla="*/ 3277440 w 5799173"/>
              <a:gd name="connsiteY23836" fmla="*/ 2210035 h 5017219"/>
              <a:gd name="connsiteX23837" fmla="*/ 3278686 w 5799173"/>
              <a:gd name="connsiteY23837" fmla="*/ 2209287 h 5017219"/>
              <a:gd name="connsiteX23838" fmla="*/ 3299539 w 5799173"/>
              <a:gd name="connsiteY23838" fmla="*/ 2209288 h 5017219"/>
              <a:gd name="connsiteX23839" fmla="*/ 3300785 w 5799173"/>
              <a:gd name="connsiteY23839" fmla="*/ 2210035 h 5017219"/>
              <a:gd name="connsiteX23840" fmla="*/ 3311170 w 5799173"/>
              <a:gd name="connsiteY23840" fmla="*/ 2228063 h 5017219"/>
              <a:gd name="connsiteX23841" fmla="*/ 3311170 w 5799173"/>
              <a:gd name="connsiteY23841" fmla="*/ 2229559 h 5017219"/>
              <a:gd name="connsiteX23842" fmla="*/ 3300702 w 5799173"/>
              <a:gd name="connsiteY23842" fmla="*/ 2247588 h 5017219"/>
              <a:gd name="connsiteX23843" fmla="*/ 3299456 w 5799173"/>
              <a:gd name="connsiteY23843" fmla="*/ 2248334 h 5017219"/>
              <a:gd name="connsiteX23844" fmla="*/ 4121210 w 5799173"/>
              <a:gd name="connsiteY23844" fmla="*/ 2474110 h 5017219"/>
              <a:gd name="connsiteX23845" fmla="*/ 4119964 w 5799173"/>
              <a:gd name="connsiteY23845" fmla="*/ 2473363 h 5017219"/>
              <a:gd name="connsiteX23846" fmla="*/ 4109579 w 5799173"/>
              <a:gd name="connsiteY23846" fmla="*/ 2455334 h 5017219"/>
              <a:gd name="connsiteX23847" fmla="*/ 4109579 w 5799173"/>
              <a:gd name="connsiteY23847" fmla="*/ 2453839 h 5017219"/>
              <a:gd name="connsiteX23848" fmla="*/ 4120047 w 5799173"/>
              <a:gd name="connsiteY23848" fmla="*/ 2435811 h 5017219"/>
              <a:gd name="connsiteX23849" fmla="*/ 4121293 w 5799173"/>
              <a:gd name="connsiteY23849" fmla="*/ 2435063 h 5017219"/>
              <a:gd name="connsiteX23850" fmla="*/ 4142146 w 5799173"/>
              <a:gd name="connsiteY23850" fmla="*/ 2435063 h 5017219"/>
              <a:gd name="connsiteX23851" fmla="*/ 4143392 w 5799173"/>
              <a:gd name="connsiteY23851" fmla="*/ 2435811 h 5017219"/>
              <a:gd name="connsiteX23852" fmla="*/ 4153777 w 5799173"/>
              <a:gd name="connsiteY23852" fmla="*/ 2453839 h 5017219"/>
              <a:gd name="connsiteX23853" fmla="*/ 4153777 w 5799173"/>
              <a:gd name="connsiteY23853" fmla="*/ 2455334 h 5017219"/>
              <a:gd name="connsiteX23854" fmla="*/ 4143309 w 5799173"/>
              <a:gd name="connsiteY23854" fmla="*/ 2473363 h 5017219"/>
              <a:gd name="connsiteX23855" fmla="*/ 4142063 w 5799173"/>
              <a:gd name="connsiteY23855" fmla="*/ 2474110 h 5017219"/>
              <a:gd name="connsiteX23856" fmla="*/ 5204563 w 5799173"/>
              <a:gd name="connsiteY23856" fmla="*/ 2764394 h 5017219"/>
              <a:gd name="connsiteX23857" fmla="*/ 5203316 w 5799173"/>
              <a:gd name="connsiteY23857" fmla="*/ 2763647 h 5017219"/>
              <a:gd name="connsiteX23858" fmla="*/ 5192932 w 5799173"/>
              <a:gd name="connsiteY23858" fmla="*/ 2745618 h 5017219"/>
              <a:gd name="connsiteX23859" fmla="*/ 5192932 w 5799173"/>
              <a:gd name="connsiteY23859" fmla="*/ 2744123 h 5017219"/>
              <a:gd name="connsiteX23860" fmla="*/ 5203399 w 5799173"/>
              <a:gd name="connsiteY23860" fmla="*/ 2726095 h 5017219"/>
              <a:gd name="connsiteX23861" fmla="*/ 5204646 w 5799173"/>
              <a:gd name="connsiteY23861" fmla="*/ 2725347 h 5017219"/>
              <a:gd name="connsiteX23862" fmla="*/ 5225499 w 5799173"/>
              <a:gd name="connsiteY23862" fmla="*/ 2725347 h 5017219"/>
              <a:gd name="connsiteX23863" fmla="*/ 5226745 w 5799173"/>
              <a:gd name="connsiteY23863" fmla="*/ 2726095 h 5017219"/>
              <a:gd name="connsiteX23864" fmla="*/ 5237130 w 5799173"/>
              <a:gd name="connsiteY23864" fmla="*/ 2744123 h 5017219"/>
              <a:gd name="connsiteX23865" fmla="*/ 5237130 w 5799173"/>
              <a:gd name="connsiteY23865" fmla="*/ 2745618 h 5017219"/>
              <a:gd name="connsiteX23866" fmla="*/ 5226662 w 5799173"/>
              <a:gd name="connsiteY23866" fmla="*/ 2763647 h 5017219"/>
              <a:gd name="connsiteX23867" fmla="*/ 5225416 w 5799173"/>
              <a:gd name="connsiteY23867" fmla="*/ 2764394 h 5017219"/>
              <a:gd name="connsiteX23868" fmla="*/ 3218417 w 5799173"/>
              <a:gd name="connsiteY23868" fmla="*/ 2232291 h 5017219"/>
              <a:gd name="connsiteX23869" fmla="*/ 3217171 w 5799173"/>
              <a:gd name="connsiteY23869" fmla="*/ 2231543 h 5017219"/>
              <a:gd name="connsiteX23870" fmla="*/ 3206703 w 5799173"/>
              <a:gd name="connsiteY23870" fmla="*/ 2213432 h 5017219"/>
              <a:gd name="connsiteX23871" fmla="*/ 3206703 w 5799173"/>
              <a:gd name="connsiteY23871" fmla="*/ 2211937 h 5017219"/>
              <a:gd name="connsiteX23872" fmla="*/ 3217171 w 5799173"/>
              <a:gd name="connsiteY23872" fmla="*/ 2193826 h 5017219"/>
              <a:gd name="connsiteX23873" fmla="*/ 3218417 w 5799173"/>
              <a:gd name="connsiteY23873" fmla="*/ 2193078 h 5017219"/>
              <a:gd name="connsiteX23874" fmla="*/ 3239353 w 5799173"/>
              <a:gd name="connsiteY23874" fmla="*/ 2193078 h 5017219"/>
              <a:gd name="connsiteX23875" fmla="*/ 3240599 w 5799173"/>
              <a:gd name="connsiteY23875" fmla="*/ 2193826 h 5017219"/>
              <a:gd name="connsiteX23876" fmla="*/ 3251067 w 5799173"/>
              <a:gd name="connsiteY23876" fmla="*/ 2211937 h 5017219"/>
              <a:gd name="connsiteX23877" fmla="*/ 3251067 w 5799173"/>
              <a:gd name="connsiteY23877" fmla="*/ 2213432 h 5017219"/>
              <a:gd name="connsiteX23878" fmla="*/ 3240599 w 5799173"/>
              <a:gd name="connsiteY23878" fmla="*/ 2231543 h 5017219"/>
              <a:gd name="connsiteX23879" fmla="*/ 3239353 w 5799173"/>
              <a:gd name="connsiteY23879" fmla="*/ 2232291 h 5017219"/>
              <a:gd name="connsiteX23880" fmla="*/ 4000838 w 5799173"/>
              <a:gd name="connsiteY23880" fmla="*/ 2441940 h 5017219"/>
              <a:gd name="connsiteX23881" fmla="*/ 3999592 w 5799173"/>
              <a:gd name="connsiteY23881" fmla="*/ 2441192 h 5017219"/>
              <a:gd name="connsiteX23882" fmla="*/ 3989125 w 5799173"/>
              <a:gd name="connsiteY23882" fmla="*/ 2423081 h 5017219"/>
              <a:gd name="connsiteX23883" fmla="*/ 3989125 w 5799173"/>
              <a:gd name="connsiteY23883" fmla="*/ 2421586 h 5017219"/>
              <a:gd name="connsiteX23884" fmla="*/ 3999592 w 5799173"/>
              <a:gd name="connsiteY23884" fmla="*/ 2403475 h 5017219"/>
              <a:gd name="connsiteX23885" fmla="*/ 4000838 w 5799173"/>
              <a:gd name="connsiteY23885" fmla="*/ 2402727 h 5017219"/>
              <a:gd name="connsiteX23886" fmla="*/ 4021775 w 5799173"/>
              <a:gd name="connsiteY23886" fmla="*/ 2402727 h 5017219"/>
              <a:gd name="connsiteX23887" fmla="*/ 4023020 w 5799173"/>
              <a:gd name="connsiteY23887" fmla="*/ 2403475 h 5017219"/>
              <a:gd name="connsiteX23888" fmla="*/ 4033488 w 5799173"/>
              <a:gd name="connsiteY23888" fmla="*/ 2421586 h 5017219"/>
              <a:gd name="connsiteX23889" fmla="*/ 4033488 w 5799173"/>
              <a:gd name="connsiteY23889" fmla="*/ 2423081 h 5017219"/>
              <a:gd name="connsiteX23890" fmla="*/ 4023021 w 5799173"/>
              <a:gd name="connsiteY23890" fmla="*/ 2441192 h 5017219"/>
              <a:gd name="connsiteX23891" fmla="*/ 4021775 w 5799173"/>
              <a:gd name="connsiteY23891" fmla="*/ 2441940 h 5017219"/>
              <a:gd name="connsiteX23892" fmla="*/ 5024004 w 5799173"/>
              <a:gd name="connsiteY23892" fmla="*/ 2716096 h 5017219"/>
              <a:gd name="connsiteX23893" fmla="*/ 5022758 w 5799173"/>
              <a:gd name="connsiteY23893" fmla="*/ 2715348 h 5017219"/>
              <a:gd name="connsiteX23894" fmla="*/ 5012290 w 5799173"/>
              <a:gd name="connsiteY23894" fmla="*/ 2697237 h 5017219"/>
              <a:gd name="connsiteX23895" fmla="*/ 5012290 w 5799173"/>
              <a:gd name="connsiteY23895" fmla="*/ 2695742 h 5017219"/>
              <a:gd name="connsiteX23896" fmla="*/ 5022758 w 5799173"/>
              <a:gd name="connsiteY23896" fmla="*/ 2677631 h 5017219"/>
              <a:gd name="connsiteX23897" fmla="*/ 5024004 w 5799173"/>
              <a:gd name="connsiteY23897" fmla="*/ 2676883 h 5017219"/>
              <a:gd name="connsiteX23898" fmla="*/ 5044940 w 5799173"/>
              <a:gd name="connsiteY23898" fmla="*/ 2676883 h 5017219"/>
              <a:gd name="connsiteX23899" fmla="*/ 5046186 w 5799173"/>
              <a:gd name="connsiteY23899" fmla="*/ 2677631 h 5017219"/>
              <a:gd name="connsiteX23900" fmla="*/ 5056654 w 5799173"/>
              <a:gd name="connsiteY23900" fmla="*/ 2695742 h 5017219"/>
              <a:gd name="connsiteX23901" fmla="*/ 5056654 w 5799173"/>
              <a:gd name="connsiteY23901" fmla="*/ 2697237 h 5017219"/>
              <a:gd name="connsiteX23902" fmla="*/ 5046186 w 5799173"/>
              <a:gd name="connsiteY23902" fmla="*/ 2715348 h 5017219"/>
              <a:gd name="connsiteX23903" fmla="*/ 5044940 w 5799173"/>
              <a:gd name="connsiteY23903" fmla="*/ 2716096 h 5017219"/>
              <a:gd name="connsiteX23904" fmla="*/ 4060964 w 5799173"/>
              <a:gd name="connsiteY23904" fmla="*/ 2458143 h 5017219"/>
              <a:gd name="connsiteX23905" fmla="*/ 4059718 w 5799173"/>
              <a:gd name="connsiteY23905" fmla="*/ 2457395 h 5017219"/>
              <a:gd name="connsiteX23906" fmla="*/ 4049167 w 5799173"/>
              <a:gd name="connsiteY23906" fmla="*/ 2439118 h 5017219"/>
              <a:gd name="connsiteX23907" fmla="*/ 4049167 w 5799173"/>
              <a:gd name="connsiteY23907" fmla="*/ 2437622 h 5017219"/>
              <a:gd name="connsiteX23908" fmla="*/ 4059718 w 5799173"/>
              <a:gd name="connsiteY23908" fmla="*/ 2419345 h 5017219"/>
              <a:gd name="connsiteX23909" fmla="*/ 4060964 w 5799173"/>
              <a:gd name="connsiteY23909" fmla="*/ 2418597 h 5017219"/>
              <a:gd name="connsiteX23910" fmla="*/ 4081983 w 5799173"/>
              <a:gd name="connsiteY23910" fmla="*/ 2418597 h 5017219"/>
              <a:gd name="connsiteX23911" fmla="*/ 4083229 w 5799173"/>
              <a:gd name="connsiteY23911" fmla="*/ 2419345 h 5017219"/>
              <a:gd name="connsiteX23912" fmla="*/ 4093780 w 5799173"/>
              <a:gd name="connsiteY23912" fmla="*/ 2437622 h 5017219"/>
              <a:gd name="connsiteX23913" fmla="*/ 4093780 w 5799173"/>
              <a:gd name="connsiteY23913" fmla="*/ 2439118 h 5017219"/>
              <a:gd name="connsiteX23914" fmla="*/ 4083229 w 5799173"/>
              <a:gd name="connsiteY23914" fmla="*/ 2457395 h 5017219"/>
              <a:gd name="connsiteX23915" fmla="*/ 4081983 w 5799173"/>
              <a:gd name="connsiteY23915" fmla="*/ 2458143 h 5017219"/>
              <a:gd name="connsiteX23916" fmla="*/ 3880381 w 5799173"/>
              <a:gd name="connsiteY23916" fmla="*/ 2409946 h 5017219"/>
              <a:gd name="connsiteX23917" fmla="*/ 3879052 w 5799173"/>
              <a:gd name="connsiteY23917" fmla="*/ 2409198 h 5017219"/>
              <a:gd name="connsiteX23918" fmla="*/ 3868502 w 5799173"/>
              <a:gd name="connsiteY23918" fmla="*/ 2390838 h 5017219"/>
              <a:gd name="connsiteX23919" fmla="*/ 3868501 w 5799173"/>
              <a:gd name="connsiteY23919" fmla="*/ 2389342 h 5017219"/>
              <a:gd name="connsiteX23920" fmla="*/ 3879052 w 5799173"/>
              <a:gd name="connsiteY23920" fmla="*/ 2370982 h 5017219"/>
              <a:gd name="connsiteX23921" fmla="*/ 3880382 w 5799173"/>
              <a:gd name="connsiteY23921" fmla="*/ 2370234 h 5017219"/>
              <a:gd name="connsiteX23922" fmla="*/ 3901566 w 5799173"/>
              <a:gd name="connsiteY23922" fmla="*/ 2370234 h 5017219"/>
              <a:gd name="connsiteX23923" fmla="*/ 3902896 w 5799173"/>
              <a:gd name="connsiteY23923" fmla="*/ 2370982 h 5017219"/>
              <a:gd name="connsiteX23924" fmla="*/ 3913447 w 5799173"/>
              <a:gd name="connsiteY23924" fmla="*/ 2389342 h 5017219"/>
              <a:gd name="connsiteX23925" fmla="*/ 3913448 w 5799173"/>
              <a:gd name="connsiteY23925" fmla="*/ 2390838 h 5017219"/>
              <a:gd name="connsiteX23926" fmla="*/ 3902897 w 5799173"/>
              <a:gd name="connsiteY23926" fmla="*/ 2409198 h 5017219"/>
              <a:gd name="connsiteX23927" fmla="*/ 3901566 w 5799173"/>
              <a:gd name="connsiteY23927" fmla="*/ 2409946 h 5017219"/>
              <a:gd name="connsiteX23928" fmla="*/ 4181313 w 5799173"/>
              <a:gd name="connsiteY23928" fmla="*/ 2490580 h 5017219"/>
              <a:gd name="connsiteX23929" fmla="*/ 4179983 w 5799173"/>
              <a:gd name="connsiteY23929" fmla="*/ 2489832 h 5017219"/>
              <a:gd name="connsiteX23930" fmla="*/ 4169433 w 5799173"/>
              <a:gd name="connsiteY23930" fmla="*/ 2471472 h 5017219"/>
              <a:gd name="connsiteX23931" fmla="*/ 4169433 w 5799173"/>
              <a:gd name="connsiteY23931" fmla="*/ 2469976 h 5017219"/>
              <a:gd name="connsiteX23932" fmla="*/ 4179984 w 5799173"/>
              <a:gd name="connsiteY23932" fmla="*/ 2451616 h 5017219"/>
              <a:gd name="connsiteX23933" fmla="*/ 4181313 w 5799173"/>
              <a:gd name="connsiteY23933" fmla="*/ 2450868 h 5017219"/>
              <a:gd name="connsiteX23934" fmla="*/ 4202498 w 5799173"/>
              <a:gd name="connsiteY23934" fmla="*/ 2450868 h 5017219"/>
              <a:gd name="connsiteX23935" fmla="*/ 4203827 w 5799173"/>
              <a:gd name="connsiteY23935" fmla="*/ 2451616 h 5017219"/>
              <a:gd name="connsiteX23936" fmla="*/ 4214379 w 5799173"/>
              <a:gd name="connsiteY23936" fmla="*/ 2469976 h 5017219"/>
              <a:gd name="connsiteX23937" fmla="*/ 4214379 w 5799173"/>
              <a:gd name="connsiteY23937" fmla="*/ 2471472 h 5017219"/>
              <a:gd name="connsiteX23938" fmla="*/ 4203828 w 5799173"/>
              <a:gd name="connsiteY23938" fmla="*/ 2489832 h 5017219"/>
              <a:gd name="connsiteX23939" fmla="*/ 4202497 w 5799173"/>
              <a:gd name="connsiteY23939" fmla="*/ 2490580 h 5017219"/>
              <a:gd name="connsiteX23940" fmla="*/ 3940486 w 5799173"/>
              <a:gd name="connsiteY23940" fmla="*/ 2426146 h 5017219"/>
              <a:gd name="connsiteX23941" fmla="*/ 3939158 w 5799173"/>
              <a:gd name="connsiteY23941" fmla="*/ 2425398 h 5017219"/>
              <a:gd name="connsiteX23942" fmla="*/ 3928523 w 5799173"/>
              <a:gd name="connsiteY23942" fmla="*/ 2406955 h 5017219"/>
              <a:gd name="connsiteX23943" fmla="*/ 3928523 w 5799173"/>
              <a:gd name="connsiteY23943" fmla="*/ 2405459 h 5017219"/>
              <a:gd name="connsiteX23944" fmla="*/ 3939158 w 5799173"/>
              <a:gd name="connsiteY23944" fmla="*/ 2387016 h 5017219"/>
              <a:gd name="connsiteX23945" fmla="*/ 3940487 w 5799173"/>
              <a:gd name="connsiteY23945" fmla="*/ 2386268 h 5017219"/>
              <a:gd name="connsiteX23946" fmla="*/ 3961755 w 5799173"/>
              <a:gd name="connsiteY23946" fmla="*/ 2386268 h 5017219"/>
              <a:gd name="connsiteX23947" fmla="*/ 3963084 w 5799173"/>
              <a:gd name="connsiteY23947" fmla="*/ 2387016 h 5017219"/>
              <a:gd name="connsiteX23948" fmla="*/ 3973718 w 5799173"/>
              <a:gd name="connsiteY23948" fmla="*/ 2405459 h 5017219"/>
              <a:gd name="connsiteX23949" fmla="*/ 3973718 w 5799173"/>
              <a:gd name="connsiteY23949" fmla="*/ 2406955 h 5017219"/>
              <a:gd name="connsiteX23950" fmla="*/ 3963085 w 5799173"/>
              <a:gd name="connsiteY23950" fmla="*/ 2425398 h 5017219"/>
              <a:gd name="connsiteX23951" fmla="*/ 3961756 w 5799173"/>
              <a:gd name="connsiteY23951" fmla="*/ 2426146 h 5017219"/>
              <a:gd name="connsiteX23952" fmla="*/ 4241252 w 5799173"/>
              <a:gd name="connsiteY23952" fmla="*/ 2507029 h 5017219"/>
              <a:gd name="connsiteX23953" fmla="*/ 4239922 w 5799173"/>
              <a:gd name="connsiteY23953" fmla="*/ 2506282 h 5017219"/>
              <a:gd name="connsiteX23954" fmla="*/ 4229122 w 5799173"/>
              <a:gd name="connsiteY23954" fmla="*/ 2487589 h 5017219"/>
              <a:gd name="connsiteX23955" fmla="*/ 4229121 w 5799173"/>
              <a:gd name="connsiteY23955" fmla="*/ 2486093 h 5017219"/>
              <a:gd name="connsiteX23956" fmla="*/ 4239922 w 5799173"/>
              <a:gd name="connsiteY23956" fmla="*/ 2467401 h 5017219"/>
              <a:gd name="connsiteX23957" fmla="*/ 4241252 w 5799173"/>
              <a:gd name="connsiteY23957" fmla="*/ 2466653 h 5017219"/>
              <a:gd name="connsiteX23958" fmla="*/ 4262852 w 5799173"/>
              <a:gd name="connsiteY23958" fmla="*/ 2466653 h 5017219"/>
              <a:gd name="connsiteX23959" fmla="*/ 4264181 w 5799173"/>
              <a:gd name="connsiteY23959" fmla="*/ 2467401 h 5017219"/>
              <a:gd name="connsiteX23960" fmla="*/ 4274982 w 5799173"/>
              <a:gd name="connsiteY23960" fmla="*/ 2486093 h 5017219"/>
              <a:gd name="connsiteX23961" fmla="*/ 4274982 w 5799173"/>
              <a:gd name="connsiteY23961" fmla="*/ 2487589 h 5017219"/>
              <a:gd name="connsiteX23962" fmla="*/ 4264181 w 5799173"/>
              <a:gd name="connsiteY23962" fmla="*/ 2506282 h 5017219"/>
              <a:gd name="connsiteX23963" fmla="*/ 4262852 w 5799173"/>
              <a:gd name="connsiteY23963" fmla="*/ 2507029 h 5017219"/>
              <a:gd name="connsiteX23964" fmla="*/ 4301365 w 5799173"/>
              <a:gd name="connsiteY23964" fmla="*/ 2523324 h 5017219"/>
              <a:gd name="connsiteX23965" fmla="*/ 4300035 w 5799173"/>
              <a:gd name="connsiteY23965" fmla="*/ 2522576 h 5017219"/>
              <a:gd name="connsiteX23966" fmla="*/ 4289152 w 5799173"/>
              <a:gd name="connsiteY23966" fmla="*/ 2503717 h 5017219"/>
              <a:gd name="connsiteX23967" fmla="*/ 4289152 w 5799173"/>
              <a:gd name="connsiteY23967" fmla="*/ 2502139 h 5017219"/>
              <a:gd name="connsiteX23968" fmla="*/ 4300035 w 5799173"/>
              <a:gd name="connsiteY23968" fmla="*/ 2483280 h 5017219"/>
              <a:gd name="connsiteX23969" fmla="*/ 4301365 w 5799173"/>
              <a:gd name="connsiteY23969" fmla="*/ 2482532 h 5017219"/>
              <a:gd name="connsiteX23970" fmla="*/ 4323131 w 5799173"/>
              <a:gd name="connsiteY23970" fmla="*/ 2482532 h 5017219"/>
              <a:gd name="connsiteX23971" fmla="*/ 4324461 w 5799173"/>
              <a:gd name="connsiteY23971" fmla="*/ 2483280 h 5017219"/>
              <a:gd name="connsiteX23972" fmla="*/ 4335344 w 5799173"/>
              <a:gd name="connsiteY23972" fmla="*/ 2502139 h 5017219"/>
              <a:gd name="connsiteX23973" fmla="*/ 4335344 w 5799173"/>
              <a:gd name="connsiteY23973" fmla="*/ 2503717 h 5017219"/>
              <a:gd name="connsiteX23974" fmla="*/ 4324461 w 5799173"/>
              <a:gd name="connsiteY23974" fmla="*/ 2522576 h 5017219"/>
              <a:gd name="connsiteX23975" fmla="*/ 4323131 w 5799173"/>
              <a:gd name="connsiteY23975" fmla="*/ 2523324 h 5017219"/>
              <a:gd name="connsiteX23976" fmla="*/ 4361446 w 5799173"/>
              <a:gd name="connsiteY23976" fmla="*/ 2539614 h 5017219"/>
              <a:gd name="connsiteX23977" fmla="*/ 4360117 w 5799173"/>
              <a:gd name="connsiteY23977" fmla="*/ 2538866 h 5017219"/>
              <a:gd name="connsiteX23978" fmla="*/ 4349234 w 5799173"/>
              <a:gd name="connsiteY23978" fmla="*/ 2519924 h 5017219"/>
              <a:gd name="connsiteX23979" fmla="*/ 4349233 w 5799173"/>
              <a:gd name="connsiteY23979" fmla="*/ 2518346 h 5017219"/>
              <a:gd name="connsiteX23980" fmla="*/ 4360200 w 5799173"/>
              <a:gd name="connsiteY23980" fmla="*/ 2499404 h 5017219"/>
              <a:gd name="connsiteX23981" fmla="*/ 4361530 w 5799173"/>
              <a:gd name="connsiteY23981" fmla="*/ 2498656 h 5017219"/>
              <a:gd name="connsiteX23982" fmla="*/ 4383380 w 5799173"/>
              <a:gd name="connsiteY23982" fmla="*/ 2498656 h 5017219"/>
              <a:gd name="connsiteX23983" fmla="*/ 4384709 w 5799173"/>
              <a:gd name="connsiteY23983" fmla="*/ 2499404 h 5017219"/>
              <a:gd name="connsiteX23984" fmla="*/ 4395592 w 5799173"/>
              <a:gd name="connsiteY23984" fmla="*/ 2518346 h 5017219"/>
              <a:gd name="connsiteX23985" fmla="*/ 4395592 w 5799173"/>
              <a:gd name="connsiteY23985" fmla="*/ 2519924 h 5017219"/>
              <a:gd name="connsiteX23986" fmla="*/ 4384625 w 5799173"/>
              <a:gd name="connsiteY23986" fmla="*/ 2538866 h 5017219"/>
              <a:gd name="connsiteX23987" fmla="*/ 4383296 w 5799173"/>
              <a:gd name="connsiteY23987" fmla="*/ 2539614 h 5017219"/>
              <a:gd name="connsiteX23988" fmla="*/ 4421238 w 5799173"/>
              <a:gd name="connsiteY23988" fmla="*/ 2556575 h 5017219"/>
              <a:gd name="connsiteX23989" fmla="*/ 4419826 w 5799173"/>
              <a:gd name="connsiteY23989" fmla="*/ 2555744 h 5017219"/>
              <a:gd name="connsiteX23990" fmla="*/ 4408444 w 5799173"/>
              <a:gd name="connsiteY23990" fmla="*/ 2535971 h 5017219"/>
              <a:gd name="connsiteX23991" fmla="*/ 4408444 w 5799173"/>
              <a:gd name="connsiteY23991" fmla="*/ 2534393 h 5017219"/>
              <a:gd name="connsiteX23992" fmla="*/ 4419826 w 5799173"/>
              <a:gd name="connsiteY23992" fmla="*/ 2514620 h 5017219"/>
              <a:gd name="connsiteX23993" fmla="*/ 4421238 w 5799173"/>
              <a:gd name="connsiteY23993" fmla="*/ 2513789 h 5017219"/>
              <a:gd name="connsiteX23994" fmla="*/ 4444002 w 5799173"/>
              <a:gd name="connsiteY23994" fmla="*/ 2513789 h 5017219"/>
              <a:gd name="connsiteX23995" fmla="*/ 4445414 w 5799173"/>
              <a:gd name="connsiteY23995" fmla="*/ 2514620 h 5017219"/>
              <a:gd name="connsiteX23996" fmla="*/ 4456796 w 5799173"/>
              <a:gd name="connsiteY23996" fmla="*/ 2534393 h 5017219"/>
              <a:gd name="connsiteX23997" fmla="*/ 4456796 w 5799173"/>
              <a:gd name="connsiteY23997" fmla="*/ 2535971 h 5017219"/>
              <a:gd name="connsiteX23998" fmla="*/ 4445414 w 5799173"/>
              <a:gd name="connsiteY23998" fmla="*/ 2555744 h 5017219"/>
              <a:gd name="connsiteX23999" fmla="*/ 4444002 w 5799173"/>
              <a:gd name="connsiteY23999" fmla="*/ 2556575 h 5017219"/>
              <a:gd name="connsiteX24000" fmla="*/ 4481351 w 5799173"/>
              <a:gd name="connsiteY24000" fmla="*/ 2572879 h 5017219"/>
              <a:gd name="connsiteX24001" fmla="*/ 4479939 w 5799173"/>
              <a:gd name="connsiteY24001" fmla="*/ 2572048 h 5017219"/>
              <a:gd name="connsiteX24002" fmla="*/ 4468475 w 5799173"/>
              <a:gd name="connsiteY24002" fmla="*/ 2552109 h 5017219"/>
              <a:gd name="connsiteX24003" fmla="*/ 4468474 w 5799173"/>
              <a:gd name="connsiteY24003" fmla="*/ 2550448 h 5017219"/>
              <a:gd name="connsiteX24004" fmla="*/ 4479939 w 5799173"/>
              <a:gd name="connsiteY24004" fmla="*/ 2530509 h 5017219"/>
              <a:gd name="connsiteX24005" fmla="*/ 4481351 w 5799173"/>
              <a:gd name="connsiteY24005" fmla="*/ 2529678 h 5017219"/>
              <a:gd name="connsiteX24006" fmla="*/ 4504364 w 5799173"/>
              <a:gd name="connsiteY24006" fmla="*/ 2529678 h 5017219"/>
              <a:gd name="connsiteX24007" fmla="*/ 4505777 w 5799173"/>
              <a:gd name="connsiteY24007" fmla="*/ 2530509 h 5017219"/>
              <a:gd name="connsiteX24008" fmla="*/ 4517242 w 5799173"/>
              <a:gd name="connsiteY24008" fmla="*/ 2550448 h 5017219"/>
              <a:gd name="connsiteX24009" fmla="*/ 4517242 w 5799173"/>
              <a:gd name="connsiteY24009" fmla="*/ 2552109 h 5017219"/>
              <a:gd name="connsiteX24010" fmla="*/ 4505777 w 5799173"/>
              <a:gd name="connsiteY24010" fmla="*/ 2572048 h 5017219"/>
              <a:gd name="connsiteX24011" fmla="*/ 4504364 w 5799173"/>
              <a:gd name="connsiteY24011" fmla="*/ 2572879 h 5017219"/>
              <a:gd name="connsiteX24012" fmla="*/ 4541186 w 5799173"/>
              <a:gd name="connsiteY24012" fmla="*/ 2589491 h 5017219"/>
              <a:gd name="connsiteX24013" fmla="*/ 4539773 w 5799173"/>
              <a:gd name="connsiteY24013" fmla="*/ 2588661 h 5017219"/>
              <a:gd name="connsiteX24014" fmla="*/ 4528059 w 5799173"/>
              <a:gd name="connsiteY24014" fmla="*/ 2568306 h 5017219"/>
              <a:gd name="connsiteX24015" fmla="*/ 4528059 w 5799173"/>
              <a:gd name="connsiteY24015" fmla="*/ 2566645 h 5017219"/>
              <a:gd name="connsiteX24016" fmla="*/ 4539856 w 5799173"/>
              <a:gd name="connsiteY24016" fmla="*/ 2546291 h 5017219"/>
              <a:gd name="connsiteX24017" fmla="*/ 4541269 w 5799173"/>
              <a:gd name="connsiteY24017" fmla="*/ 2545459 h 5017219"/>
              <a:gd name="connsiteX24018" fmla="*/ 4564780 w 5799173"/>
              <a:gd name="connsiteY24018" fmla="*/ 2545459 h 5017219"/>
              <a:gd name="connsiteX24019" fmla="*/ 4566193 w 5799173"/>
              <a:gd name="connsiteY24019" fmla="*/ 2546291 h 5017219"/>
              <a:gd name="connsiteX24020" fmla="*/ 4577907 w 5799173"/>
              <a:gd name="connsiteY24020" fmla="*/ 2566644 h 5017219"/>
              <a:gd name="connsiteX24021" fmla="*/ 4577907 w 5799173"/>
              <a:gd name="connsiteY24021" fmla="*/ 2568307 h 5017219"/>
              <a:gd name="connsiteX24022" fmla="*/ 4566109 w 5799173"/>
              <a:gd name="connsiteY24022" fmla="*/ 2588661 h 5017219"/>
              <a:gd name="connsiteX24023" fmla="*/ 4564697 w 5799173"/>
              <a:gd name="connsiteY24023" fmla="*/ 2589491 h 5017219"/>
              <a:gd name="connsiteX24024" fmla="*/ 804479 w 5799173"/>
              <a:gd name="connsiteY24024" fmla="*/ 1625423 h 5017219"/>
              <a:gd name="connsiteX24025" fmla="*/ 804147 w 5799173"/>
              <a:gd name="connsiteY24025" fmla="*/ 1625174 h 5017219"/>
              <a:gd name="connsiteX24026" fmla="*/ 801156 w 5799173"/>
              <a:gd name="connsiteY24026" fmla="*/ 1619940 h 5017219"/>
              <a:gd name="connsiteX24027" fmla="*/ 801156 w 5799173"/>
              <a:gd name="connsiteY24027" fmla="*/ 1619524 h 5017219"/>
              <a:gd name="connsiteX24028" fmla="*/ 804147 w 5799173"/>
              <a:gd name="connsiteY24028" fmla="*/ 1614290 h 5017219"/>
              <a:gd name="connsiteX24029" fmla="*/ 804479 w 5799173"/>
              <a:gd name="connsiteY24029" fmla="*/ 1614041 h 5017219"/>
              <a:gd name="connsiteX24030" fmla="*/ 810461 w 5799173"/>
              <a:gd name="connsiteY24030" fmla="*/ 1614041 h 5017219"/>
              <a:gd name="connsiteX24031" fmla="*/ 810793 w 5799173"/>
              <a:gd name="connsiteY24031" fmla="*/ 1614290 h 5017219"/>
              <a:gd name="connsiteX24032" fmla="*/ 813784 w 5799173"/>
              <a:gd name="connsiteY24032" fmla="*/ 1619524 h 5017219"/>
              <a:gd name="connsiteX24033" fmla="*/ 813784 w 5799173"/>
              <a:gd name="connsiteY24033" fmla="*/ 1619940 h 5017219"/>
              <a:gd name="connsiteX24034" fmla="*/ 810793 w 5799173"/>
              <a:gd name="connsiteY24034" fmla="*/ 1625174 h 5017219"/>
              <a:gd name="connsiteX24035" fmla="*/ 810461 w 5799173"/>
              <a:gd name="connsiteY24035" fmla="*/ 1625423 h 5017219"/>
              <a:gd name="connsiteX24036" fmla="*/ 1646577 w 5799173"/>
              <a:gd name="connsiteY24036" fmla="*/ 1852111 h 5017219"/>
              <a:gd name="connsiteX24037" fmla="*/ 1646162 w 5799173"/>
              <a:gd name="connsiteY24037" fmla="*/ 1851861 h 5017219"/>
              <a:gd name="connsiteX24038" fmla="*/ 1642672 w 5799173"/>
              <a:gd name="connsiteY24038" fmla="*/ 1845797 h 5017219"/>
              <a:gd name="connsiteX24039" fmla="*/ 1642672 w 5799173"/>
              <a:gd name="connsiteY24039" fmla="*/ 1845298 h 5017219"/>
              <a:gd name="connsiteX24040" fmla="*/ 1646162 w 5799173"/>
              <a:gd name="connsiteY24040" fmla="*/ 1839233 h 5017219"/>
              <a:gd name="connsiteX24041" fmla="*/ 1646577 w 5799173"/>
              <a:gd name="connsiteY24041" fmla="*/ 1838985 h 5017219"/>
              <a:gd name="connsiteX24042" fmla="*/ 1653555 w 5799173"/>
              <a:gd name="connsiteY24042" fmla="*/ 1838984 h 5017219"/>
              <a:gd name="connsiteX24043" fmla="*/ 1653971 w 5799173"/>
              <a:gd name="connsiteY24043" fmla="*/ 1839233 h 5017219"/>
              <a:gd name="connsiteX24044" fmla="*/ 1657460 w 5799173"/>
              <a:gd name="connsiteY24044" fmla="*/ 1845298 h 5017219"/>
              <a:gd name="connsiteX24045" fmla="*/ 1657460 w 5799173"/>
              <a:gd name="connsiteY24045" fmla="*/ 1845797 h 5017219"/>
              <a:gd name="connsiteX24046" fmla="*/ 1653971 w 5799173"/>
              <a:gd name="connsiteY24046" fmla="*/ 1851861 h 5017219"/>
              <a:gd name="connsiteX24047" fmla="*/ 1653555 w 5799173"/>
              <a:gd name="connsiteY24047" fmla="*/ 1852111 h 5017219"/>
              <a:gd name="connsiteX24048" fmla="*/ 2970406 w 5799173"/>
              <a:gd name="connsiteY24048" fmla="*/ 2207303 h 5017219"/>
              <a:gd name="connsiteX24049" fmla="*/ 2969991 w 5799173"/>
              <a:gd name="connsiteY24049" fmla="*/ 2207054 h 5017219"/>
              <a:gd name="connsiteX24050" fmla="*/ 2966252 w 5799173"/>
              <a:gd name="connsiteY24050" fmla="*/ 2200657 h 5017219"/>
              <a:gd name="connsiteX24051" fmla="*/ 2966252 w 5799173"/>
              <a:gd name="connsiteY24051" fmla="*/ 2200158 h 5017219"/>
              <a:gd name="connsiteX24052" fmla="*/ 2969991 w 5799173"/>
              <a:gd name="connsiteY24052" fmla="*/ 2193761 h 5017219"/>
              <a:gd name="connsiteX24053" fmla="*/ 2970406 w 5799173"/>
              <a:gd name="connsiteY24053" fmla="*/ 2193512 h 5017219"/>
              <a:gd name="connsiteX24054" fmla="*/ 2977800 w 5799173"/>
              <a:gd name="connsiteY24054" fmla="*/ 2193512 h 5017219"/>
              <a:gd name="connsiteX24055" fmla="*/ 2978215 w 5799173"/>
              <a:gd name="connsiteY24055" fmla="*/ 2193761 h 5017219"/>
              <a:gd name="connsiteX24056" fmla="*/ 2981954 w 5799173"/>
              <a:gd name="connsiteY24056" fmla="*/ 2200158 h 5017219"/>
              <a:gd name="connsiteX24057" fmla="*/ 2981954 w 5799173"/>
              <a:gd name="connsiteY24057" fmla="*/ 2200657 h 5017219"/>
              <a:gd name="connsiteX24058" fmla="*/ 2978215 w 5799173"/>
              <a:gd name="connsiteY24058" fmla="*/ 2207054 h 5017219"/>
              <a:gd name="connsiteX24059" fmla="*/ 2977800 w 5799173"/>
              <a:gd name="connsiteY24059" fmla="*/ 2207303 h 5017219"/>
              <a:gd name="connsiteX24060" fmla="*/ 3511864 w 5799173"/>
              <a:gd name="connsiteY24060" fmla="*/ 2352865 h 5017219"/>
              <a:gd name="connsiteX24061" fmla="*/ 3511366 w 5799173"/>
              <a:gd name="connsiteY24061" fmla="*/ 2352615 h 5017219"/>
              <a:gd name="connsiteX24062" fmla="*/ 3507378 w 5799173"/>
              <a:gd name="connsiteY24062" fmla="*/ 2345721 h 5017219"/>
              <a:gd name="connsiteX24063" fmla="*/ 3507378 w 5799173"/>
              <a:gd name="connsiteY24063" fmla="*/ 2345138 h 5017219"/>
              <a:gd name="connsiteX24064" fmla="*/ 3511366 w 5799173"/>
              <a:gd name="connsiteY24064" fmla="*/ 2338242 h 5017219"/>
              <a:gd name="connsiteX24065" fmla="*/ 3511864 w 5799173"/>
              <a:gd name="connsiteY24065" fmla="*/ 2337994 h 5017219"/>
              <a:gd name="connsiteX24066" fmla="*/ 3519757 w 5799173"/>
              <a:gd name="connsiteY24066" fmla="*/ 2337993 h 5017219"/>
              <a:gd name="connsiteX24067" fmla="*/ 3520255 w 5799173"/>
              <a:gd name="connsiteY24067" fmla="*/ 2338242 h 5017219"/>
              <a:gd name="connsiteX24068" fmla="*/ 3524243 w 5799173"/>
              <a:gd name="connsiteY24068" fmla="*/ 2345138 h 5017219"/>
              <a:gd name="connsiteX24069" fmla="*/ 3524243 w 5799173"/>
              <a:gd name="connsiteY24069" fmla="*/ 2345720 h 5017219"/>
              <a:gd name="connsiteX24070" fmla="*/ 3520255 w 5799173"/>
              <a:gd name="connsiteY24070" fmla="*/ 2352615 h 5017219"/>
              <a:gd name="connsiteX24071" fmla="*/ 3519757 w 5799173"/>
              <a:gd name="connsiteY24071" fmla="*/ 2352864 h 5017219"/>
              <a:gd name="connsiteX24072" fmla="*/ 3390222 w 5799173"/>
              <a:gd name="connsiteY24072" fmla="*/ 2323029 h 5017219"/>
              <a:gd name="connsiteX24073" fmla="*/ 3389558 w 5799173"/>
              <a:gd name="connsiteY24073" fmla="*/ 2322696 h 5017219"/>
              <a:gd name="connsiteX24074" fmla="*/ 3384324 w 5799173"/>
              <a:gd name="connsiteY24074" fmla="*/ 2313641 h 5017219"/>
              <a:gd name="connsiteX24075" fmla="*/ 3384324 w 5799173"/>
              <a:gd name="connsiteY24075" fmla="*/ 2312893 h 5017219"/>
              <a:gd name="connsiteX24076" fmla="*/ 3389559 w 5799173"/>
              <a:gd name="connsiteY24076" fmla="*/ 2303837 h 5017219"/>
              <a:gd name="connsiteX24077" fmla="*/ 3390223 w 5799173"/>
              <a:gd name="connsiteY24077" fmla="*/ 2303505 h 5017219"/>
              <a:gd name="connsiteX24078" fmla="*/ 3400690 w 5799173"/>
              <a:gd name="connsiteY24078" fmla="*/ 2303505 h 5017219"/>
              <a:gd name="connsiteX24079" fmla="*/ 3401355 w 5799173"/>
              <a:gd name="connsiteY24079" fmla="*/ 2303837 h 5017219"/>
              <a:gd name="connsiteX24080" fmla="*/ 3406589 w 5799173"/>
              <a:gd name="connsiteY24080" fmla="*/ 2312893 h 5017219"/>
              <a:gd name="connsiteX24081" fmla="*/ 3406589 w 5799173"/>
              <a:gd name="connsiteY24081" fmla="*/ 2313641 h 5017219"/>
              <a:gd name="connsiteX24082" fmla="*/ 3401355 w 5799173"/>
              <a:gd name="connsiteY24082" fmla="*/ 2322696 h 5017219"/>
              <a:gd name="connsiteX24083" fmla="*/ 3400691 w 5799173"/>
              <a:gd name="connsiteY24083" fmla="*/ 2323029 h 5017219"/>
              <a:gd name="connsiteX24084" fmla="*/ 1764374 w 5799173"/>
              <a:gd name="connsiteY24084" fmla="*/ 1889099 h 5017219"/>
              <a:gd name="connsiteX24085" fmla="*/ 1763627 w 5799173"/>
              <a:gd name="connsiteY24085" fmla="*/ 1888684 h 5017219"/>
              <a:gd name="connsiteX24086" fmla="*/ 1757562 w 5799173"/>
              <a:gd name="connsiteY24086" fmla="*/ 1878216 h 5017219"/>
              <a:gd name="connsiteX24087" fmla="*/ 1757562 w 5799173"/>
              <a:gd name="connsiteY24087" fmla="*/ 1877385 h 5017219"/>
              <a:gd name="connsiteX24088" fmla="*/ 1763627 w 5799173"/>
              <a:gd name="connsiteY24088" fmla="*/ 1866917 h 5017219"/>
              <a:gd name="connsiteX24089" fmla="*/ 1764374 w 5799173"/>
              <a:gd name="connsiteY24089" fmla="*/ 1866502 h 5017219"/>
              <a:gd name="connsiteX24090" fmla="*/ 1776504 w 5799173"/>
              <a:gd name="connsiteY24090" fmla="*/ 1866502 h 5017219"/>
              <a:gd name="connsiteX24091" fmla="*/ 1777252 w 5799173"/>
              <a:gd name="connsiteY24091" fmla="*/ 1866917 h 5017219"/>
              <a:gd name="connsiteX24092" fmla="*/ 1783316 w 5799173"/>
              <a:gd name="connsiteY24092" fmla="*/ 1877385 h 5017219"/>
              <a:gd name="connsiteX24093" fmla="*/ 1783316 w 5799173"/>
              <a:gd name="connsiteY24093" fmla="*/ 1878216 h 5017219"/>
              <a:gd name="connsiteX24094" fmla="*/ 1777252 w 5799173"/>
              <a:gd name="connsiteY24094" fmla="*/ 1888684 h 5017219"/>
              <a:gd name="connsiteX24095" fmla="*/ 1776504 w 5799173"/>
              <a:gd name="connsiteY24095" fmla="*/ 1889099 h 5017219"/>
              <a:gd name="connsiteX24096" fmla="*/ 3027185 w 5799173"/>
              <a:gd name="connsiteY24096" fmla="*/ 2229826 h 5017219"/>
              <a:gd name="connsiteX24097" fmla="*/ 3026354 w 5799173"/>
              <a:gd name="connsiteY24097" fmla="*/ 2229329 h 5017219"/>
              <a:gd name="connsiteX24098" fmla="*/ 3019210 w 5799173"/>
              <a:gd name="connsiteY24098" fmla="*/ 2217032 h 5017219"/>
              <a:gd name="connsiteX24099" fmla="*/ 3019210 w 5799173"/>
              <a:gd name="connsiteY24099" fmla="*/ 2216035 h 5017219"/>
              <a:gd name="connsiteX24100" fmla="*/ 3026354 w 5799173"/>
              <a:gd name="connsiteY24100" fmla="*/ 2203739 h 5017219"/>
              <a:gd name="connsiteX24101" fmla="*/ 3027185 w 5799173"/>
              <a:gd name="connsiteY24101" fmla="*/ 2203242 h 5017219"/>
              <a:gd name="connsiteX24102" fmla="*/ 3041392 w 5799173"/>
              <a:gd name="connsiteY24102" fmla="*/ 2203242 h 5017219"/>
              <a:gd name="connsiteX24103" fmla="*/ 3042223 w 5799173"/>
              <a:gd name="connsiteY24103" fmla="*/ 2203739 h 5017219"/>
              <a:gd name="connsiteX24104" fmla="*/ 3049368 w 5799173"/>
              <a:gd name="connsiteY24104" fmla="*/ 2216035 h 5017219"/>
              <a:gd name="connsiteX24105" fmla="*/ 3049368 w 5799173"/>
              <a:gd name="connsiteY24105" fmla="*/ 2217033 h 5017219"/>
              <a:gd name="connsiteX24106" fmla="*/ 3042223 w 5799173"/>
              <a:gd name="connsiteY24106" fmla="*/ 2229329 h 5017219"/>
              <a:gd name="connsiteX24107" fmla="*/ 3041392 w 5799173"/>
              <a:gd name="connsiteY24107" fmla="*/ 2229827 h 5017219"/>
              <a:gd name="connsiteX24108" fmla="*/ 3447618 w 5799173"/>
              <a:gd name="connsiteY24108" fmla="*/ 2344383 h 5017219"/>
              <a:gd name="connsiteX24109" fmla="*/ 3446621 w 5799173"/>
              <a:gd name="connsiteY24109" fmla="*/ 2343801 h 5017219"/>
              <a:gd name="connsiteX24110" fmla="*/ 3438562 w 5799173"/>
              <a:gd name="connsiteY24110" fmla="*/ 2329844 h 5017219"/>
              <a:gd name="connsiteX24111" fmla="*/ 3438562 w 5799173"/>
              <a:gd name="connsiteY24111" fmla="*/ 2328681 h 5017219"/>
              <a:gd name="connsiteX24112" fmla="*/ 3446621 w 5799173"/>
              <a:gd name="connsiteY24112" fmla="*/ 2314724 h 5017219"/>
              <a:gd name="connsiteX24113" fmla="*/ 3447618 w 5799173"/>
              <a:gd name="connsiteY24113" fmla="*/ 2314142 h 5017219"/>
              <a:gd name="connsiteX24114" fmla="*/ 3463652 w 5799173"/>
              <a:gd name="connsiteY24114" fmla="*/ 2314142 h 5017219"/>
              <a:gd name="connsiteX24115" fmla="*/ 3464649 w 5799173"/>
              <a:gd name="connsiteY24115" fmla="*/ 2314724 h 5017219"/>
              <a:gd name="connsiteX24116" fmla="*/ 3472707 w 5799173"/>
              <a:gd name="connsiteY24116" fmla="*/ 2328681 h 5017219"/>
              <a:gd name="connsiteX24117" fmla="*/ 3472707 w 5799173"/>
              <a:gd name="connsiteY24117" fmla="*/ 2329844 h 5017219"/>
              <a:gd name="connsiteX24118" fmla="*/ 3464649 w 5799173"/>
              <a:gd name="connsiteY24118" fmla="*/ 2343801 h 5017219"/>
              <a:gd name="connsiteX24119" fmla="*/ 3463652 w 5799173"/>
              <a:gd name="connsiteY24119" fmla="*/ 2344383 h 5017219"/>
              <a:gd name="connsiteX24120" fmla="*/ 1100355 w 5799173"/>
              <a:gd name="connsiteY24120" fmla="*/ 1715436 h 5017219"/>
              <a:gd name="connsiteX24121" fmla="*/ 1099357 w 5799173"/>
              <a:gd name="connsiteY24121" fmla="*/ 1714854 h 5017219"/>
              <a:gd name="connsiteX24122" fmla="*/ 1091300 w 5799173"/>
              <a:gd name="connsiteY24122" fmla="*/ 1700897 h 5017219"/>
              <a:gd name="connsiteX24123" fmla="*/ 1091300 w 5799173"/>
              <a:gd name="connsiteY24123" fmla="*/ 1699734 h 5017219"/>
              <a:gd name="connsiteX24124" fmla="*/ 1099357 w 5799173"/>
              <a:gd name="connsiteY24124" fmla="*/ 1685777 h 5017219"/>
              <a:gd name="connsiteX24125" fmla="*/ 1100355 w 5799173"/>
              <a:gd name="connsiteY24125" fmla="*/ 1685195 h 5017219"/>
              <a:gd name="connsiteX24126" fmla="*/ 1116388 w 5799173"/>
              <a:gd name="connsiteY24126" fmla="*/ 1685195 h 5017219"/>
              <a:gd name="connsiteX24127" fmla="*/ 1117386 w 5799173"/>
              <a:gd name="connsiteY24127" fmla="*/ 1685777 h 5017219"/>
              <a:gd name="connsiteX24128" fmla="*/ 1125445 w 5799173"/>
              <a:gd name="connsiteY24128" fmla="*/ 1699734 h 5017219"/>
              <a:gd name="connsiteX24129" fmla="*/ 1125444 w 5799173"/>
              <a:gd name="connsiteY24129" fmla="*/ 1700897 h 5017219"/>
              <a:gd name="connsiteX24130" fmla="*/ 1117387 w 5799173"/>
              <a:gd name="connsiteY24130" fmla="*/ 1714854 h 5017219"/>
              <a:gd name="connsiteX24131" fmla="*/ 1116388 w 5799173"/>
              <a:gd name="connsiteY24131" fmla="*/ 1715436 h 5017219"/>
              <a:gd name="connsiteX24132" fmla="*/ 979794 w 5799173"/>
              <a:gd name="connsiteY24132" fmla="*/ 1683604 h 5017219"/>
              <a:gd name="connsiteX24133" fmla="*/ 978797 w 5799173"/>
              <a:gd name="connsiteY24133" fmla="*/ 1683023 h 5017219"/>
              <a:gd name="connsiteX24134" fmla="*/ 970572 w 5799173"/>
              <a:gd name="connsiteY24134" fmla="*/ 1668733 h 5017219"/>
              <a:gd name="connsiteX24135" fmla="*/ 970572 w 5799173"/>
              <a:gd name="connsiteY24135" fmla="*/ 1667570 h 5017219"/>
              <a:gd name="connsiteX24136" fmla="*/ 978797 w 5799173"/>
              <a:gd name="connsiteY24136" fmla="*/ 1653280 h 5017219"/>
              <a:gd name="connsiteX24137" fmla="*/ 979794 w 5799173"/>
              <a:gd name="connsiteY24137" fmla="*/ 1652699 h 5017219"/>
              <a:gd name="connsiteX24138" fmla="*/ 996243 w 5799173"/>
              <a:gd name="connsiteY24138" fmla="*/ 1652699 h 5017219"/>
              <a:gd name="connsiteX24139" fmla="*/ 997240 w 5799173"/>
              <a:gd name="connsiteY24139" fmla="*/ 1653280 h 5017219"/>
              <a:gd name="connsiteX24140" fmla="*/ 1005465 w 5799173"/>
              <a:gd name="connsiteY24140" fmla="*/ 1667570 h 5017219"/>
              <a:gd name="connsiteX24141" fmla="*/ 1005465 w 5799173"/>
              <a:gd name="connsiteY24141" fmla="*/ 1668733 h 5017219"/>
              <a:gd name="connsiteX24142" fmla="*/ 997240 w 5799173"/>
              <a:gd name="connsiteY24142" fmla="*/ 1683023 h 5017219"/>
              <a:gd name="connsiteX24143" fmla="*/ 996243 w 5799173"/>
              <a:gd name="connsiteY24143" fmla="*/ 1683604 h 5017219"/>
              <a:gd name="connsiteX24144" fmla="*/ 1039980 w 5799173"/>
              <a:gd name="connsiteY24144" fmla="*/ 1699731 h 5017219"/>
              <a:gd name="connsiteX24145" fmla="*/ 1038983 w 5799173"/>
              <a:gd name="connsiteY24145" fmla="*/ 1699150 h 5017219"/>
              <a:gd name="connsiteX24146" fmla="*/ 1030758 w 5799173"/>
              <a:gd name="connsiteY24146" fmla="*/ 1684860 h 5017219"/>
              <a:gd name="connsiteX24147" fmla="*/ 1030758 w 5799173"/>
              <a:gd name="connsiteY24147" fmla="*/ 1683697 h 5017219"/>
              <a:gd name="connsiteX24148" fmla="*/ 1038983 w 5799173"/>
              <a:gd name="connsiteY24148" fmla="*/ 1669407 h 5017219"/>
              <a:gd name="connsiteX24149" fmla="*/ 1039980 w 5799173"/>
              <a:gd name="connsiteY24149" fmla="*/ 1668826 h 5017219"/>
              <a:gd name="connsiteX24150" fmla="*/ 1056429 w 5799173"/>
              <a:gd name="connsiteY24150" fmla="*/ 1668826 h 5017219"/>
              <a:gd name="connsiteX24151" fmla="*/ 1057426 w 5799173"/>
              <a:gd name="connsiteY24151" fmla="*/ 1669407 h 5017219"/>
              <a:gd name="connsiteX24152" fmla="*/ 1065651 w 5799173"/>
              <a:gd name="connsiteY24152" fmla="*/ 1683697 h 5017219"/>
              <a:gd name="connsiteX24153" fmla="*/ 1065651 w 5799173"/>
              <a:gd name="connsiteY24153" fmla="*/ 1684860 h 5017219"/>
              <a:gd name="connsiteX24154" fmla="*/ 1057426 w 5799173"/>
              <a:gd name="connsiteY24154" fmla="*/ 1699150 h 5017219"/>
              <a:gd name="connsiteX24155" fmla="*/ 1056429 w 5799173"/>
              <a:gd name="connsiteY24155" fmla="*/ 1699731 h 5017219"/>
              <a:gd name="connsiteX24156" fmla="*/ 1160352 w 5799173"/>
              <a:gd name="connsiteY24156" fmla="*/ 1731985 h 5017219"/>
              <a:gd name="connsiteX24157" fmla="*/ 1159355 w 5799173"/>
              <a:gd name="connsiteY24157" fmla="*/ 1731403 h 5017219"/>
              <a:gd name="connsiteX24158" fmla="*/ 1151131 w 5799173"/>
              <a:gd name="connsiteY24158" fmla="*/ 1717114 h 5017219"/>
              <a:gd name="connsiteX24159" fmla="*/ 1151131 w 5799173"/>
              <a:gd name="connsiteY24159" fmla="*/ 1715951 h 5017219"/>
              <a:gd name="connsiteX24160" fmla="*/ 1159355 w 5799173"/>
              <a:gd name="connsiteY24160" fmla="*/ 1701660 h 5017219"/>
              <a:gd name="connsiteX24161" fmla="*/ 1160353 w 5799173"/>
              <a:gd name="connsiteY24161" fmla="*/ 1701080 h 5017219"/>
              <a:gd name="connsiteX24162" fmla="*/ 1176802 w 5799173"/>
              <a:gd name="connsiteY24162" fmla="*/ 1701080 h 5017219"/>
              <a:gd name="connsiteX24163" fmla="*/ 1177798 w 5799173"/>
              <a:gd name="connsiteY24163" fmla="*/ 1701661 h 5017219"/>
              <a:gd name="connsiteX24164" fmla="*/ 1186023 w 5799173"/>
              <a:gd name="connsiteY24164" fmla="*/ 1715951 h 5017219"/>
              <a:gd name="connsiteX24165" fmla="*/ 1186024 w 5799173"/>
              <a:gd name="connsiteY24165" fmla="*/ 1717113 h 5017219"/>
              <a:gd name="connsiteX24166" fmla="*/ 1177799 w 5799173"/>
              <a:gd name="connsiteY24166" fmla="*/ 1731404 h 5017219"/>
              <a:gd name="connsiteX24167" fmla="*/ 1176801 w 5799173"/>
              <a:gd name="connsiteY24167" fmla="*/ 1731985 h 5017219"/>
              <a:gd name="connsiteX24168" fmla="*/ 3086227 w 5799173"/>
              <a:gd name="connsiteY24168" fmla="*/ 2248223 h 5017219"/>
              <a:gd name="connsiteX24169" fmla="*/ 3085230 w 5799173"/>
              <a:gd name="connsiteY24169" fmla="*/ 2247641 h 5017219"/>
              <a:gd name="connsiteX24170" fmla="*/ 3076923 w 5799173"/>
              <a:gd name="connsiteY24170" fmla="*/ 2233186 h 5017219"/>
              <a:gd name="connsiteX24171" fmla="*/ 3076922 w 5799173"/>
              <a:gd name="connsiteY24171" fmla="*/ 2232022 h 5017219"/>
              <a:gd name="connsiteX24172" fmla="*/ 3085230 w 5799173"/>
              <a:gd name="connsiteY24172" fmla="*/ 2217567 h 5017219"/>
              <a:gd name="connsiteX24173" fmla="*/ 3086227 w 5799173"/>
              <a:gd name="connsiteY24173" fmla="*/ 2216985 h 5017219"/>
              <a:gd name="connsiteX24174" fmla="*/ 3102926 w 5799173"/>
              <a:gd name="connsiteY24174" fmla="*/ 2216985 h 5017219"/>
              <a:gd name="connsiteX24175" fmla="*/ 3103922 w 5799173"/>
              <a:gd name="connsiteY24175" fmla="*/ 2217567 h 5017219"/>
              <a:gd name="connsiteX24176" fmla="*/ 3112230 w 5799173"/>
              <a:gd name="connsiteY24176" fmla="*/ 2232022 h 5017219"/>
              <a:gd name="connsiteX24177" fmla="*/ 3112230 w 5799173"/>
              <a:gd name="connsiteY24177" fmla="*/ 2233186 h 5017219"/>
              <a:gd name="connsiteX24178" fmla="*/ 3103922 w 5799173"/>
              <a:gd name="connsiteY24178" fmla="*/ 2247641 h 5017219"/>
              <a:gd name="connsiteX24179" fmla="*/ 3102926 w 5799173"/>
              <a:gd name="connsiteY24179" fmla="*/ 2248223 h 5017219"/>
              <a:gd name="connsiteX24180" fmla="*/ 3688008 w 5799173"/>
              <a:gd name="connsiteY24180" fmla="*/ 2409562 h 5017219"/>
              <a:gd name="connsiteX24181" fmla="*/ 3687010 w 5799173"/>
              <a:gd name="connsiteY24181" fmla="*/ 2408981 h 5017219"/>
              <a:gd name="connsiteX24182" fmla="*/ 3678620 w 5799173"/>
              <a:gd name="connsiteY24182" fmla="*/ 2394442 h 5017219"/>
              <a:gd name="connsiteX24183" fmla="*/ 3678619 w 5799173"/>
              <a:gd name="connsiteY24183" fmla="*/ 2393278 h 5017219"/>
              <a:gd name="connsiteX24184" fmla="*/ 3687010 w 5799173"/>
              <a:gd name="connsiteY24184" fmla="*/ 2378740 h 5017219"/>
              <a:gd name="connsiteX24185" fmla="*/ 3688008 w 5799173"/>
              <a:gd name="connsiteY24185" fmla="*/ 2378158 h 5017219"/>
              <a:gd name="connsiteX24186" fmla="*/ 3704789 w 5799173"/>
              <a:gd name="connsiteY24186" fmla="*/ 2378158 h 5017219"/>
              <a:gd name="connsiteX24187" fmla="*/ 3705787 w 5799173"/>
              <a:gd name="connsiteY24187" fmla="*/ 2378740 h 5017219"/>
              <a:gd name="connsiteX24188" fmla="*/ 3714177 w 5799173"/>
              <a:gd name="connsiteY24188" fmla="*/ 2393278 h 5017219"/>
              <a:gd name="connsiteX24189" fmla="*/ 3714178 w 5799173"/>
              <a:gd name="connsiteY24189" fmla="*/ 2394442 h 5017219"/>
              <a:gd name="connsiteX24190" fmla="*/ 3705786 w 5799173"/>
              <a:gd name="connsiteY24190" fmla="*/ 2408981 h 5017219"/>
              <a:gd name="connsiteX24191" fmla="*/ 3704789 w 5799173"/>
              <a:gd name="connsiteY24191" fmla="*/ 2409562 h 5017219"/>
              <a:gd name="connsiteX24192" fmla="*/ 1220291 w 5799173"/>
              <a:gd name="connsiteY24192" fmla="*/ 1748435 h 5017219"/>
              <a:gd name="connsiteX24193" fmla="*/ 1219293 w 5799173"/>
              <a:gd name="connsiteY24193" fmla="*/ 1747852 h 5017219"/>
              <a:gd name="connsiteX24194" fmla="*/ 1210820 w 5799173"/>
              <a:gd name="connsiteY24194" fmla="*/ 1733232 h 5017219"/>
              <a:gd name="connsiteX24195" fmla="*/ 1210819 w 5799173"/>
              <a:gd name="connsiteY24195" fmla="*/ 1732068 h 5017219"/>
              <a:gd name="connsiteX24196" fmla="*/ 1219293 w 5799173"/>
              <a:gd name="connsiteY24196" fmla="*/ 1717447 h 5017219"/>
              <a:gd name="connsiteX24197" fmla="*/ 1220291 w 5799173"/>
              <a:gd name="connsiteY24197" fmla="*/ 1716865 h 5017219"/>
              <a:gd name="connsiteX24198" fmla="*/ 1237156 w 5799173"/>
              <a:gd name="connsiteY24198" fmla="*/ 1716865 h 5017219"/>
              <a:gd name="connsiteX24199" fmla="*/ 1238153 w 5799173"/>
              <a:gd name="connsiteY24199" fmla="*/ 1717447 h 5017219"/>
              <a:gd name="connsiteX24200" fmla="*/ 1246627 w 5799173"/>
              <a:gd name="connsiteY24200" fmla="*/ 1732068 h 5017219"/>
              <a:gd name="connsiteX24201" fmla="*/ 1246626 w 5799173"/>
              <a:gd name="connsiteY24201" fmla="*/ 1733232 h 5017219"/>
              <a:gd name="connsiteX24202" fmla="*/ 1238152 w 5799173"/>
              <a:gd name="connsiteY24202" fmla="*/ 1747853 h 5017219"/>
              <a:gd name="connsiteX24203" fmla="*/ 1237155 w 5799173"/>
              <a:gd name="connsiteY24203" fmla="*/ 1748435 h 5017219"/>
              <a:gd name="connsiteX24204" fmla="*/ 859151 w 5799173"/>
              <a:gd name="connsiteY24204" fmla="*/ 1651847 h 5017219"/>
              <a:gd name="connsiteX24205" fmla="*/ 858153 w 5799173"/>
              <a:gd name="connsiteY24205" fmla="*/ 1651265 h 5017219"/>
              <a:gd name="connsiteX24206" fmla="*/ 849680 w 5799173"/>
              <a:gd name="connsiteY24206" fmla="*/ 1636560 h 5017219"/>
              <a:gd name="connsiteX24207" fmla="*/ 849679 w 5799173"/>
              <a:gd name="connsiteY24207" fmla="*/ 1635398 h 5017219"/>
              <a:gd name="connsiteX24208" fmla="*/ 858153 w 5799173"/>
              <a:gd name="connsiteY24208" fmla="*/ 1620692 h 5017219"/>
              <a:gd name="connsiteX24209" fmla="*/ 859151 w 5799173"/>
              <a:gd name="connsiteY24209" fmla="*/ 1620111 h 5017219"/>
              <a:gd name="connsiteX24210" fmla="*/ 876098 w 5799173"/>
              <a:gd name="connsiteY24210" fmla="*/ 1620110 h 5017219"/>
              <a:gd name="connsiteX24211" fmla="*/ 877096 w 5799173"/>
              <a:gd name="connsiteY24211" fmla="*/ 1620693 h 5017219"/>
              <a:gd name="connsiteX24212" fmla="*/ 885569 w 5799173"/>
              <a:gd name="connsiteY24212" fmla="*/ 1635398 h 5017219"/>
              <a:gd name="connsiteX24213" fmla="*/ 885569 w 5799173"/>
              <a:gd name="connsiteY24213" fmla="*/ 1636560 h 5017219"/>
              <a:gd name="connsiteX24214" fmla="*/ 877096 w 5799173"/>
              <a:gd name="connsiteY24214" fmla="*/ 1651266 h 5017219"/>
              <a:gd name="connsiteX24215" fmla="*/ 876098 w 5799173"/>
              <a:gd name="connsiteY24215" fmla="*/ 1651847 h 5017219"/>
              <a:gd name="connsiteX24216" fmla="*/ 919263 w 5799173"/>
              <a:gd name="connsiteY24216" fmla="*/ 1668059 h 5017219"/>
              <a:gd name="connsiteX24217" fmla="*/ 918183 w 5799173"/>
              <a:gd name="connsiteY24217" fmla="*/ 1667476 h 5017219"/>
              <a:gd name="connsiteX24218" fmla="*/ 909626 w 5799173"/>
              <a:gd name="connsiteY24218" fmla="*/ 1652689 h 5017219"/>
              <a:gd name="connsiteX24219" fmla="*/ 909626 w 5799173"/>
              <a:gd name="connsiteY24219" fmla="*/ 1651443 h 5017219"/>
              <a:gd name="connsiteX24220" fmla="*/ 918183 w 5799173"/>
              <a:gd name="connsiteY24220" fmla="*/ 1636655 h 5017219"/>
              <a:gd name="connsiteX24221" fmla="*/ 919263 w 5799173"/>
              <a:gd name="connsiteY24221" fmla="*/ 1636073 h 5017219"/>
              <a:gd name="connsiteX24222" fmla="*/ 936377 w 5799173"/>
              <a:gd name="connsiteY24222" fmla="*/ 1636073 h 5017219"/>
              <a:gd name="connsiteX24223" fmla="*/ 937457 w 5799173"/>
              <a:gd name="connsiteY24223" fmla="*/ 1636654 h 5017219"/>
              <a:gd name="connsiteX24224" fmla="*/ 946014 w 5799173"/>
              <a:gd name="connsiteY24224" fmla="*/ 1651443 h 5017219"/>
              <a:gd name="connsiteX24225" fmla="*/ 946014 w 5799173"/>
              <a:gd name="connsiteY24225" fmla="*/ 1652688 h 5017219"/>
              <a:gd name="connsiteX24226" fmla="*/ 937457 w 5799173"/>
              <a:gd name="connsiteY24226" fmla="*/ 1667477 h 5017219"/>
              <a:gd name="connsiteX24227" fmla="*/ 936377 w 5799173"/>
              <a:gd name="connsiteY24227" fmla="*/ 1668059 h 5017219"/>
              <a:gd name="connsiteX24228" fmla="*/ 1280381 w 5799173"/>
              <a:gd name="connsiteY24228" fmla="*/ 1764820 h 5017219"/>
              <a:gd name="connsiteX24229" fmla="*/ 1279301 w 5799173"/>
              <a:gd name="connsiteY24229" fmla="*/ 1764238 h 5017219"/>
              <a:gd name="connsiteX24230" fmla="*/ 1270745 w 5799173"/>
              <a:gd name="connsiteY24230" fmla="*/ 1749450 h 5017219"/>
              <a:gd name="connsiteX24231" fmla="*/ 1270744 w 5799173"/>
              <a:gd name="connsiteY24231" fmla="*/ 1748204 h 5017219"/>
              <a:gd name="connsiteX24232" fmla="*/ 1279302 w 5799173"/>
              <a:gd name="connsiteY24232" fmla="*/ 1733416 h 5017219"/>
              <a:gd name="connsiteX24233" fmla="*/ 1280381 w 5799173"/>
              <a:gd name="connsiteY24233" fmla="*/ 1732834 h 5017219"/>
              <a:gd name="connsiteX24234" fmla="*/ 1297496 w 5799173"/>
              <a:gd name="connsiteY24234" fmla="*/ 1732834 h 5017219"/>
              <a:gd name="connsiteX24235" fmla="*/ 1298575 w 5799173"/>
              <a:gd name="connsiteY24235" fmla="*/ 1733416 h 5017219"/>
              <a:gd name="connsiteX24236" fmla="*/ 1307132 w 5799173"/>
              <a:gd name="connsiteY24236" fmla="*/ 1748204 h 5017219"/>
              <a:gd name="connsiteX24237" fmla="*/ 1307132 w 5799173"/>
              <a:gd name="connsiteY24237" fmla="*/ 1749450 h 5017219"/>
              <a:gd name="connsiteX24238" fmla="*/ 1298575 w 5799173"/>
              <a:gd name="connsiteY24238" fmla="*/ 1764238 h 5017219"/>
              <a:gd name="connsiteX24239" fmla="*/ 1297496 w 5799173"/>
              <a:gd name="connsiteY24239" fmla="*/ 1764820 h 5017219"/>
              <a:gd name="connsiteX24240" fmla="*/ 1460690 w 5799173"/>
              <a:gd name="connsiteY24240" fmla="*/ 1813615 h 5017219"/>
              <a:gd name="connsiteX24241" fmla="*/ 1459610 w 5799173"/>
              <a:gd name="connsiteY24241" fmla="*/ 1813034 h 5017219"/>
              <a:gd name="connsiteX24242" fmla="*/ 1450804 w 5799173"/>
              <a:gd name="connsiteY24242" fmla="*/ 1797830 h 5017219"/>
              <a:gd name="connsiteX24243" fmla="*/ 1450804 w 5799173"/>
              <a:gd name="connsiteY24243" fmla="*/ 1796584 h 5017219"/>
              <a:gd name="connsiteX24244" fmla="*/ 1459610 w 5799173"/>
              <a:gd name="connsiteY24244" fmla="*/ 1781381 h 5017219"/>
              <a:gd name="connsiteX24245" fmla="*/ 1460690 w 5799173"/>
              <a:gd name="connsiteY24245" fmla="*/ 1780799 h 5017219"/>
              <a:gd name="connsiteX24246" fmla="*/ 1478303 w 5799173"/>
              <a:gd name="connsiteY24246" fmla="*/ 1780799 h 5017219"/>
              <a:gd name="connsiteX24247" fmla="*/ 1479383 w 5799173"/>
              <a:gd name="connsiteY24247" fmla="*/ 1781381 h 5017219"/>
              <a:gd name="connsiteX24248" fmla="*/ 1488190 w 5799173"/>
              <a:gd name="connsiteY24248" fmla="*/ 1796584 h 5017219"/>
              <a:gd name="connsiteX24249" fmla="*/ 1488190 w 5799173"/>
              <a:gd name="connsiteY24249" fmla="*/ 1797830 h 5017219"/>
              <a:gd name="connsiteX24250" fmla="*/ 1479383 w 5799173"/>
              <a:gd name="connsiteY24250" fmla="*/ 1813034 h 5017219"/>
              <a:gd name="connsiteX24251" fmla="*/ 1478303 w 5799173"/>
              <a:gd name="connsiteY24251" fmla="*/ 1813615 h 5017219"/>
              <a:gd name="connsiteX24252" fmla="*/ 1400443 w 5799173"/>
              <a:gd name="connsiteY24252" fmla="*/ 1797741 h 5017219"/>
              <a:gd name="connsiteX24253" fmla="*/ 1399362 w 5799173"/>
              <a:gd name="connsiteY24253" fmla="*/ 1797076 h 5017219"/>
              <a:gd name="connsiteX24254" fmla="*/ 1390473 w 5799173"/>
              <a:gd name="connsiteY24254" fmla="*/ 1781624 h 5017219"/>
              <a:gd name="connsiteX24255" fmla="*/ 1390474 w 5799173"/>
              <a:gd name="connsiteY24255" fmla="*/ 1780377 h 5017219"/>
              <a:gd name="connsiteX24256" fmla="*/ 1399362 w 5799173"/>
              <a:gd name="connsiteY24256" fmla="*/ 1764925 h 5017219"/>
              <a:gd name="connsiteX24257" fmla="*/ 1400443 w 5799173"/>
              <a:gd name="connsiteY24257" fmla="*/ 1764260 h 5017219"/>
              <a:gd name="connsiteX24258" fmla="*/ 1418221 w 5799173"/>
              <a:gd name="connsiteY24258" fmla="*/ 1764260 h 5017219"/>
              <a:gd name="connsiteX24259" fmla="*/ 1419302 w 5799173"/>
              <a:gd name="connsiteY24259" fmla="*/ 1764925 h 5017219"/>
              <a:gd name="connsiteX24260" fmla="*/ 1428191 w 5799173"/>
              <a:gd name="connsiteY24260" fmla="*/ 1780377 h 5017219"/>
              <a:gd name="connsiteX24261" fmla="*/ 1428192 w 5799173"/>
              <a:gd name="connsiteY24261" fmla="*/ 1781624 h 5017219"/>
              <a:gd name="connsiteX24262" fmla="*/ 1419301 w 5799173"/>
              <a:gd name="connsiteY24262" fmla="*/ 1797076 h 5017219"/>
              <a:gd name="connsiteX24263" fmla="*/ 1418221 w 5799173"/>
              <a:gd name="connsiteY24263" fmla="*/ 1797741 h 5017219"/>
              <a:gd name="connsiteX24264" fmla="*/ 1581001 w 5799173"/>
              <a:gd name="connsiteY24264" fmla="*/ 1846122 h 5017219"/>
              <a:gd name="connsiteX24265" fmla="*/ 1579921 w 5799173"/>
              <a:gd name="connsiteY24265" fmla="*/ 1845457 h 5017219"/>
              <a:gd name="connsiteX24266" fmla="*/ 1571032 w 5799173"/>
              <a:gd name="connsiteY24266" fmla="*/ 1830005 h 5017219"/>
              <a:gd name="connsiteX24267" fmla="*/ 1571032 w 5799173"/>
              <a:gd name="connsiteY24267" fmla="*/ 1828758 h 5017219"/>
              <a:gd name="connsiteX24268" fmla="*/ 1579921 w 5799173"/>
              <a:gd name="connsiteY24268" fmla="*/ 1813306 h 5017219"/>
              <a:gd name="connsiteX24269" fmla="*/ 1581001 w 5799173"/>
              <a:gd name="connsiteY24269" fmla="*/ 1812641 h 5017219"/>
              <a:gd name="connsiteX24270" fmla="*/ 1598780 w 5799173"/>
              <a:gd name="connsiteY24270" fmla="*/ 1812641 h 5017219"/>
              <a:gd name="connsiteX24271" fmla="*/ 1599860 w 5799173"/>
              <a:gd name="connsiteY24271" fmla="*/ 1813306 h 5017219"/>
              <a:gd name="connsiteX24272" fmla="*/ 1608750 w 5799173"/>
              <a:gd name="connsiteY24272" fmla="*/ 1828758 h 5017219"/>
              <a:gd name="connsiteX24273" fmla="*/ 1608750 w 5799173"/>
              <a:gd name="connsiteY24273" fmla="*/ 1830005 h 5017219"/>
              <a:gd name="connsiteX24274" fmla="*/ 1599860 w 5799173"/>
              <a:gd name="connsiteY24274" fmla="*/ 1845457 h 5017219"/>
              <a:gd name="connsiteX24275" fmla="*/ 1598780 w 5799173"/>
              <a:gd name="connsiteY24275" fmla="*/ 1846122 h 5017219"/>
              <a:gd name="connsiteX24276" fmla="*/ 1520733 w 5799173"/>
              <a:gd name="connsiteY24276" fmla="*/ 1830067 h 5017219"/>
              <a:gd name="connsiteX24277" fmla="*/ 1519654 w 5799173"/>
              <a:gd name="connsiteY24277" fmla="*/ 1829402 h 5017219"/>
              <a:gd name="connsiteX24278" fmla="*/ 1510681 w 5799173"/>
              <a:gd name="connsiteY24278" fmla="*/ 1813866 h 5017219"/>
              <a:gd name="connsiteX24279" fmla="*/ 1510681 w 5799173"/>
              <a:gd name="connsiteY24279" fmla="*/ 1812620 h 5017219"/>
              <a:gd name="connsiteX24280" fmla="*/ 1519653 w 5799173"/>
              <a:gd name="connsiteY24280" fmla="*/ 1797085 h 5017219"/>
              <a:gd name="connsiteX24281" fmla="*/ 1520733 w 5799173"/>
              <a:gd name="connsiteY24281" fmla="*/ 1796420 h 5017219"/>
              <a:gd name="connsiteX24282" fmla="*/ 1538596 w 5799173"/>
              <a:gd name="connsiteY24282" fmla="*/ 1796420 h 5017219"/>
              <a:gd name="connsiteX24283" fmla="*/ 1539677 w 5799173"/>
              <a:gd name="connsiteY24283" fmla="*/ 1797085 h 5017219"/>
              <a:gd name="connsiteX24284" fmla="*/ 1548649 w 5799173"/>
              <a:gd name="connsiteY24284" fmla="*/ 1812620 h 5017219"/>
              <a:gd name="connsiteX24285" fmla="*/ 1548649 w 5799173"/>
              <a:gd name="connsiteY24285" fmla="*/ 1813866 h 5017219"/>
              <a:gd name="connsiteX24286" fmla="*/ 1539676 w 5799173"/>
              <a:gd name="connsiteY24286" fmla="*/ 1829402 h 5017219"/>
              <a:gd name="connsiteX24287" fmla="*/ 1538597 w 5799173"/>
              <a:gd name="connsiteY24287" fmla="*/ 1830067 h 5017219"/>
              <a:gd name="connsiteX24288" fmla="*/ 1340090 w 5799173"/>
              <a:gd name="connsiteY24288" fmla="*/ 1781863 h 5017219"/>
              <a:gd name="connsiteX24289" fmla="*/ 1339011 w 5799173"/>
              <a:gd name="connsiteY24289" fmla="*/ 1781198 h 5017219"/>
              <a:gd name="connsiteX24290" fmla="*/ 1329955 w 5799173"/>
              <a:gd name="connsiteY24290" fmla="*/ 1765497 h 5017219"/>
              <a:gd name="connsiteX24291" fmla="*/ 1329955 w 5799173"/>
              <a:gd name="connsiteY24291" fmla="*/ 1764251 h 5017219"/>
              <a:gd name="connsiteX24292" fmla="*/ 1339011 w 5799173"/>
              <a:gd name="connsiteY24292" fmla="*/ 1748548 h 5017219"/>
              <a:gd name="connsiteX24293" fmla="*/ 1340090 w 5799173"/>
              <a:gd name="connsiteY24293" fmla="*/ 1747883 h 5017219"/>
              <a:gd name="connsiteX24294" fmla="*/ 1358201 w 5799173"/>
              <a:gd name="connsiteY24294" fmla="*/ 1747883 h 5017219"/>
              <a:gd name="connsiteX24295" fmla="*/ 1359282 w 5799173"/>
              <a:gd name="connsiteY24295" fmla="*/ 1748548 h 5017219"/>
              <a:gd name="connsiteX24296" fmla="*/ 1368337 w 5799173"/>
              <a:gd name="connsiteY24296" fmla="*/ 1764251 h 5017219"/>
              <a:gd name="connsiteX24297" fmla="*/ 1368337 w 5799173"/>
              <a:gd name="connsiteY24297" fmla="*/ 1765496 h 5017219"/>
              <a:gd name="connsiteX24298" fmla="*/ 1359282 w 5799173"/>
              <a:gd name="connsiteY24298" fmla="*/ 1781198 h 5017219"/>
              <a:gd name="connsiteX24299" fmla="*/ 1358202 w 5799173"/>
              <a:gd name="connsiteY24299" fmla="*/ 1781862 h 5017219"/>
              <a:gd name="connsiteX24300" fmla="*/ 4770705 w 5799173"/>
              <a:gd name="connsiteY24300" fmla="*/ 2701093 h 5017219"/>
              <a:gd name="connsiteX24301" fmla="*/ 4769625 w 5799173"/>
              <a:gd name="connsiteY24301" fmla="*/ 2700429 h 5017219"/>
              <a:gd name="connsiteX24302" fmla="*/ 4760570 w 5799173"/>
              <a:gd name="connsiteY24302" fmla="*/ 2684727 h 5017219"/>
              <a:gd name="connsiteX24303" fmla="*/ 4760570 w 5799173"/>
              <a:gd name="connsiteY24303" fmla="*/ 2683481 h 5017219"/>
              <a:gd name="connsiteX24304" fmla="*/ 4769625 w 5799173"/>
              <a:gd name="connsiteY24304" fmla="*/ 2667779 h 5017219"/>
              <a:gd name="connsiteX24305" fmla="*/ 4770705 w 5799173"/>
              <a:gd name="connsiteY24305" fmla="*/ 2667114 h 5017219"/>
              <a:gd name="connsiteX24306" fmla="*/ 4788816 w 5799173"/>
              <a:gd name="connsiteY24306" fmla="*/ 2667114 h 5017219"/>
              <a:gd name="connsiteX24307" fmla="*/ 4789897 w 5799173"/>
              <a:gd name="connsiteY24307" fmla="*/ 2667779 h 5017219"/>
              <a:gd name="connsiteX24308" fmla="*/ 4798952 w 5799173"/>
              <a:gd name="connsiteY24308" fmla="*/ 2683481 h 5017219"/>
              <a:gd name="connsiteX24309" fmla="*/ 4798952 w 5799173"/>
              <a:gd name="connsiteY24309" fmla="*/ 2684727 h 5017219"/>
              <a:gd name="connsiteX24310" fmla="*/ 4789897 w 5799173"/>
              <a:gd name="connsiteY24310" fmla="*/ 2700429 h 5017219"/>
              <a:gd name="connsiteX24311" fmla="*/ 4788817 w 5799173"/>
              <a:gd name="connsiteY24311" fmla="*/ 2701093 h 5017219"/>
              <a:gd name="connsiteX24312" fmla="*/ 1821404 w 5799173"/>
              <a:gd name="connsiteY24312" fmla="*/ 1911209 h 5017219"/>
              <a:gd name="connsiteX24313" fmla="*/ 1820241 w 5799173"/>
              <a:gd name="connsiteY24313" fmla="*/ 1910544 h 5017219"/>
              <a:gd name="connsiteX24314" fmla="*/ 1811019 w 5799173"/>
              <a:gd name="connsiteY24314" fmla="*/ 1894593 h 5017219"/>
              <a:gd name="connsiteX24315" fmla="*/ 1811019 w 5799173"/>
              <a:gd name="connsiteY24315" fmla="*/ 1893264 h 5017219"/>
              <a:gd name="connsiteX24316" fmla="*/ 1820241 w 5799173"/>
              <a:gd name="connsiteY24316" fmla="*/ 1877313 h 5017219"/>
              <a:gd name="connsiteX24317" fmla="*/ 1821404 w 5799173"/>
              <a:gd name="connsiteY24317" fmla="*/ 1876648 h 5017219"/>
              <a:gd name="connsiteX24318" fmla="*/ 1839847 w 5799173"/>
              <a:gd name="connsiteY24318" fmla="*/ 1876648 h 5017219"/>
              <a:gd name="connsiteX24319" fmla="*/ 1841010 w 5799173"/>
              <a:gd name="connsiteY24319" fmla="*/ 1877313 h 5017219"/>
              <a:gd name="connsiteX24320" fmla="*/ 1850232 w 5799173"/>
              <a:gd name="connsiteY24320" fmla="*/ 1893264 h 5017219"/>
              <a:gd name="connsiteX24321" fmla="*/ 1850232 w 5799173"/>
              <a:gd name="connsiteY24321" fmla="*/ 1894593 h 5017219"/>
              <a:gd name="connsiteX24322" fmla="*/ 1841010 w 5799173"/>
              <a:gd name="connsiteY24322" fmla="*/ 1910544 h 5017219"/>
              <a:gd name="connsiteX24323" fmla="*/ 1839847 w 5799173"/>
              <a:gd name="connsiteY24323" fmla="*/ 1911209 h 5017219"/>
              <a:gd name="connsiteX24324" fmla="*/ 3145502 w 5799173"/>
              <a:gd name="connsiteY24324" fmla="*/ 2266000 h 5017219"/>
              <a:gd name="connsiteX24325" fmla="*/ 3144339 w 5799173"/>
              <a:gd name="connsiteY24325" fmla="*/ 2265335 h 5017219"/>
              <a:gd name="connsiteX24326" fmla="*/ 3135117 w 5799173"/>
              <a:gd name="connsiteY24326" fmla="*/ 2249384 h 5017219"/>
              <a:gd name="connsiteX24327" fmla="*/ 3135117 w 5799173"/>
              <a:gd name="connsiteY24327" fmla="*/ 2248055 h 5017219"/>
              <a:gd name="connsiteX24328" fmla="*/ 3144339 w 5799173"/>
              <a:gd name="connsiteY24328" fmla="*/ 2232104 h 5017219"/>
              <a:gd name="connsiteX24329" fmla="*/ 3145502 w 5799173"/>
              <a:gd name="connsiteY24329" fmla="*/ 2231439 h 5017219"/>
              <a:gd name="connsiteX24330" fmla="*/ 3163945 w 5799173"/>
              <a:gd name="connsiteY24330" fmla="*/ 2231439 h 5017219"/>
              <a:gd name="connsiteX24331" fmla="*/ 3165108 w 5799173"/>
              <a:gd name="connsiteY24331" fmla="*/ 2232104 h 5017219"/>
              <a:gd name="connsiteX24332" fmla="*/ 3174330 w 5799173"/>
              <a:gd name="connsiteY24332" fmla="*/ 2248055 h 5017219"/>
              <a:gd name="connsiteX24333" fmla="*/ 3174330 w 5799173"/>
              <a:gd name="connsiteY24333" fmla="*/ 2249384 h 5017219"/>
              <a:gd name="connsiteX24334" fmla="*/ 3165108 w 5799173"/>
              <a:gd name="connsiteY24334" fmla="*/ 2265335 h 5017219"/>
              <a:gd name="connsiteX24335" fmla="*/ 3163945 w 5799173"/>
              <a:gd name="connsiteY24335" fmla="*/ 2266000 h 5017219"/>
              <a:gd name="connsiteX24336" fmla="*/ 1941774 w 5799173"/>
              <a:gd name="connsiteY24336" fmla="*/ 1943555 h 5017219"/>
              <a:gd name="connsiteX24337" fmla="*/ 1940611 w 5799173"/>
              <a:gd name="connsiteY24337" fmla="*/ 1942891 h 5017219"/>
              <a:gd name="connsiteX24338" fmla="*/ 1931389 w 5799173"/>
              <a:gd name="connsiteY24338" fmla="*/ 1926856 h 5017219"/>
              <a:gd name="connsiteX24339" fmla="*/ 1931389 w 5799173"/>
              <a:gd name="connsiteY24339" fmla="*/ 1925527 h 5017219"/>
              <a:gd name="connsiteX24340" fmla="*/ 1940611 w 5799173"/>
              <a:gd name="connsiteY24340" fmla="*/ 1909493 h 5017219"/>
              <a:gd name="connsiteX24341" fmla="*/ 1941774 w 5799173"/>
              <a:gd name="connsiteY24341" fmla="*/ 1908828 h 5017219"/>
              <a:gd name="connsiteX24342" fmla="*/ 1960300 w 5799173"/>
              <a:gd name="connsiteY24342" fmla="*/ 1908828 h 5017219"/>
              <a:gd name="connsiteX24343" fmla="*/ 1961463 w 5799173"/>
              <a:gd name="connsiteY24343" fmla="*/ 1909493 h 5017219"/>
              <a:gd name="connsiteX24344" fmla="*/ 1970685 w 5799173"/>
              <a:gd name="connsiteY24344" fmla="*/ 1925527 h 5017219"/>
              <a:gd name="connsiteX24345" fmla="*/ 1970685 w 5799173"/>
              <a:gd name="connsiteY24345" fmla="*/ 1926856 h 5017219"/>
              <a:gd name="connsiteX24346" fmla="*/ 1961463 w 5799173"/>
              <a:gd name="connsiteY24346" fmla="*/ 1942891 h 5017219"/>
              <a:gd name="connsiteX24347" fmla="*/ 1960300 w 5799173"/>
              <a:gd name="connsiteY24347" fmla="*/ 1943555 h 5017219"/>
              <a:gd name="connsiteX24348" fmla="*/ 4830714 w 5799173"/>
              <a:gd name="connsiteY24348" fmla="*/ 2717644 h 5017219"/>
              <a:gd name="connsiteX24349" fmla="*/ 4829552 w 5799173"/>
              <a:gd name="connsiteY24349" fmla="*/ 2716980 h 5017219"/>
              <a:gd name="connsiteX24350" fmla="*/ 4820330 w 5799173"/>
              <a:gd name="connsiteY24350" fmla="*/ 2700945 h 5017219"/>
              <a:gd name="connsiteX24351" fmla="*/ 4820330 w 5799173"/>
              <a:gd name="connsiteY24351" fmla="*/ 2699616 h 5017219"/>
              <a:gd name="connsiteX24352" fmla="*/ 4829552 w 5799173"/>
              <a:gd name="connsiteY24352" fmla="*/ 2683582 h 5017219"/>
              <a:gd name="connsiteX24353" fmla="*/ 4830714 w 5799173"/>
              <a:gd name="connsiteY24353" fmla="*/ 2682917 h 5017219"/>
              <a:gd name="connsiteX24354" fmla="*/ 4849241 w 5799173"/>
              <a:gd name="connsiteY24354" fmla="*/ 2682917 h 5017219"/>
              <a:gd name="connsiteX24355" fmla="*/ 4850404 w 5799173"/>
              <a:gd name="connsiteY24355" fmla="*/ 2683582 h 5017219"/>
              <a:gd name="connsiteX24356" fmla="*/ 4859625 w 5799173"/>
              <a:gd name="connsiteY24356" fmla="*/ 2699616 h 5017219"/>
              <a:gd name="connsiteX24357" fmla="*/ 4859626 w 5799173"/>
              <a:gd name="connsiteY24357" fmla="*/ 2700945 h 5017219"/>
              <a:gd name="connsiteX24358" fmla="*/ 4850404 w 5799173"/>
              <a:gd name="connsiteY24358" fmla="*/ 2716980 h 5017219"/>
              <a:gd name="connsiteX24359" fmla="*/ 4849241 w 5799173"/>
              <a:gd name="connsiteY24359" fmla="*/ 2717644 h 5017219"/>
              <a:gd name="connsiteX24360" fmla="*/ 3325895 w 5799173"/>
              <a:gd name="connsiteY24360" fmla="*/ 2314617 h 5017219"/>
              <a:gd name="connsiteX24361" fmla="*/ 3324732 w 5799173"/>
              <a:gd name="connsiteY24361" fmla="*/ 2313953 h 5017219"/>
              <a:gd name="connsiteX24362" fmla="*/ 3315344 w 5799173"/>
              <a:gd name="connsiteY24362" fmla="*/ 2297752 h 5017219"/>
              <a:gd name="connsiteX24363" fmla="*/ 3315344 w 5799173"/>
              <a:gd name="connsiteY24363" fmla="*/ 2296423 h 5017219"/>
              <a:gd name="connsiteX24364" fmla="*/ 3324732 w 5799173"/>
              <a:gd name="connsiteY24364" fmla="*/ 2280223 h 5017219"/>
              <a:gd name="connsiteX24365" fmla="*/ 3325895 w 5799173"/>
              <a:gd name="connsiteY24365" fmla="*/ 2279559 h 5017219"/>
              <a:gd name="connsiteX24366" fmla="*/ 3344588 w 5799173"/>
              <a:gd name="connsiteY24366" fmla="*/ 2279558 h 5017219"/>
              <a:gd name="connsiteX24367" fmla="*/ 3345751 w 5799173"/>
              <a:gd name="connsiteY24367" fmla="*/ 2280224 h 5017219"/>
              <a:gd name="connsiteX24368" fmla="*/ 3355139 w 5799173"/>
              <a:gd name="connsiteY24368" fmla="*/ 2296424 h 5017219"/>
              <a:gd name="connsiteX24369" fmla="*/ 3355139 w 5799173"/>
              <a:gd name="connsiteY24369" fmla="*/ 2297753 h 5017219"/>
              <a:gd name="connsiteX24370" fmla="*/ 3345751 w 5799173"/>
              <a:gd name="connsiteY24370" fmla="*/ 2313954 h 5017219"/>
              <a:gd name="connsiteX24371" fmla="*/ 3344588 w 5799173"/>
              <a:gd name="connsiteY24371" fmla="*/ 2314617 h 5017219"/>
              <a:gd name="connsiteX24372" fmla="*/ 2122086 w 5799173"/>
              <a:gd name="connsiteY24372" fmla="*/ 1992259 h 5017219"/>
              <a:gd name="connsiteX24373" fmla="*/ 2120923 w 5799173"/>
              <a:gd name="connsiteY24373" fmla="*/ 1991594 h 5017219"/>
              <a:gd name="connsiteX24374" fmla="*/ 2111452 w 5799173"/>
              <a:gd name="connsiteY24374" fmla="*/ 1975227 h 5017219"/>
              <a:gd name="connsiteX24375" fmla="*/ 2111452 w 5799173"/>
              <a:gd name="connsiteY24375" fmla="*/ 1973898 h 5017219"/>
              <a:gd name="connsiteX24376" fmla="*/ 2120923 w 5799173"/>
              <a:gd name="connsiteY24376" fmla="*/ 1957532 h 5017219"/>
              <a:gd name="connsiteX24377" fmla="*/ 2122086 w 5799173"/>
              <a:gd name="connsiteY24377" fmla="*/ 1956867 h 5017219"/>
              <a:gd name="connsiteX24378" fmla="*/ 2141028 w 5799173"/>
              <a:gd name="connsiteY24378" fmla="*/ 1956867 h 5017219"/>
              <a:gd name="connsiteX24379" fmla="*/ 2142191 w 5799173"/>
              <a:gd name="connsiteY24379" fmla="*/ 1957532 h 5017219"/>
              <a:gd name="connsiteX24380" fmla="*/ 2151662 w 5799173"/>
              <a:gd name="connsiteY24380" fmla="*/ 1973898 h 5017219"/>
              <a:gd name="connsiteX24381" fmla="*/ 2151662 w 5799173"/>
              <a:gd name="connsiteY24381" fmla="*/ 1975227 h 5017219"/>
              <a:gd name="connsiteX24382" fmla="*/ 2142191 w 5799173"/>
              <a:gd name="connsiteY24382" fmla="*/ 1991594 h 5017219"/>
              <a:gd name="connsiteX24383" fmla="*/ 2141028 w 5799173"/>
              <a:gd name="connsiteY24383" fmla="*/ 1992259 h 5017219"/>
              <a:gd name="connsiteX24384" fmla="*/ 1881257 w 5799173"/>
              <a:gd name="connsiteY24384" fmla="*/ 1927834 h 5017219"/>
              <a:gd name="connsiteX24385" fmla="*/ 1880094 w 5799173"/>
              <a:gd name="connsiteY24385" fmla="*/ 1927168 h 5017219"/>
              <a:gd name="connsiteX24386" fmla="*/ 1870623 w 5799173"/>
              <a:gd name="connsiteY24386" fmla="*/ 1910720 h 5017219"/>
              <a:gd name="connsiteX24387" fmla="*/ 1870623 w 5799173"/>
              <a:gd name="connsiteY24387" fmla="*/ 1909391 h 5017219"/>
              <a:gd name="connsiteX24388" fmla="*/ 1880177 w 5799173"/>
              <a:gd name="connsiteY24388" fmla="*/ 1892941 h 5017219"/>
              <a:gd name="connsiteX24389" fmla="*/ 1881340 w 5799173"/>
              <a:gd name="connsiteY24389" fmla="*/ 1892276 h 5017219"/>
              <a:gd name="connsiteX24390" fmla="*/ 1900365 w 5799173"/>
              <a:gd name="connsiteY24390" fmla="*/ 1892276 h 5017219"/>
              <a:gd name="connsiteX24391" fmla="*/ 1901528 w 5799173"/>
              <a:gd name="connsiteY24391" fmla="*/ 1892941 h 5017219"/>
              <a:gd name="connsiteX24392" fmla="*/ 1910999 w 5799173"/>
              <a:gd name="connsiteY24392" fmla="*/ 1909391 h 5017219"/>
              <a:gd name="connsiteX24393" fmla="*/ 1910998 w 5799173"/>
              <a:gd name="connsiteY24393" fmla="*/ 1910720 h 5017219"/>
              <a:gd name="connsiteX24394" fmla="*/ 1901445 w 5799173"/>
              <a:gd name="connsiteY24394" fmla="*/ 1927169 h 5017219"/>
              <a:gd name="connsiteX24395" fmla="*/ 1900282 w 5799173"/>
              <a:gd name="connsiteY24395" fmla="*/ 1927834 h 5017219"/>
              <a:gd name="connsiteX24396" fmla="*/ 3265435 w 5799173"/>
              <a:gd name="connsiteY24396" fmla="*/ 2299091 h 5017219"/>
              <a:gd name="connsiteX24397" fmla="*/ 3264272 w 5799173"/>
              <a:gd name="connsiteY24397" fmla="*/ 2298427 h 5017219"/>
              <a:gd name="connsiteX24398" fmla="*/ 3254635 w 5799173"/>
              <a:gd name="connsiteY24398" fmla="*/ 2281728 h 5017219"/>
              <a:gd name="connsiteX24399" fmla="*/ 3254635 w 5799173"/>
              <a:gd name="connsiteY24399" fmla="*/ 2280399 h 5017219"/>
              <a:gd name="connsiteX24400" fmla="*/ 3264272 w 5799173"/>
              <a:gd name="connsiteY24400" fmla="*/ 2263700 h 5017219"/>
              <a:gd name="connsiteX24401" fmla="*/ 3265435 w 5799173"/>
              <a:gd name="connsiteY24401" fmla="*/ 2263035 h 5017219"/>
              <a:gd name="connsiteX24402" fmla="*/ 3284792 w 5799173"/>
              <a:gd name="connsiteY24402" fmla="*/ 2263035 h 5017219"/>
              <a:gd name="connsiteX24403" fmla="*/ 3285955 w 5799173"/>
              <a:gd name="connsiteY24403" fmla="*/ 2263700 h 5017219"/>
              <a:gd name="connsiteX24404" fmla="*/ 3295593 w 5799173"/>
              <a:gd name="connsiteY24404" fmla="*/ 2280399 h 5017219"/>
              <a:gd name="connsiteX24405" fmla="*/ 3295593 w 5799173"/>
              <a:gd name="connsiteY24405" fmla="*/ 2281728 h 5017219"/>
              <a:gd name="connsiteX24406" fmla="*/ 3285955 w 5799173"/>
              <a:gd name="connsiteY24406" fmla="*/ 2298427 h 5017219"/>
              <a:gd name="connsiteX24407" fmla="*/ 3284792 w 5799173"/>
              <a:gd name="connsiteY24407" fmla="*/ 2299091 h 5017219"/>
              <a:gd name="connsiteX24408" fmla="*/ 3746925 w 5799173"/>
              <a:gd name="connsiteY24408" fmla="*/ 2428106 h 5017219"/>
              <a:gd name="connsiteX24409" fmla="*/ 3745761 w 5799173"/>
              <a:gd name="connsiteY24409" fmla="*/ 2427442 h 5017219"/>
              <a:gd name="connsiteX24410" fmla="*/ 3736125 w 5799173"/>
              <a:gd name="connsiteY24410" fmla="*/ 2410743 h 5017219"/>
              <a:gd name="connsiteX24411" fmla="*/ 3736125 w 5799173"/>
              <a:gd name="connsiteY24411" fmla="*/ 2409414 h 5017219"/>
              <a:gd name="connsiteX24412" fmla="*/ 3745761 w 5799173"/>
              <a:gd name="connsiteY24412" fmla="*/ 2392715 h 5017219"/>
              <a:gd name="connsiteX24413" fmla="*/ 3746925 w 5799173"/>
              <a:gd name="connsiteY24413" fmla="*/ 2392050 h 5017219"/>
              <a:gd name="connsiteX24414" fmla="*/ 3766282 w 5799173"/>
              <a:gd name="connsiteY24414" fmla="*/ 2392050 h 5017219"/>
              <a:gd name="connsiteX24415" fmla="*/ 3767445 w 5799173"/>
              <a:gd name="connsiteY24415" fmla="*/ 2392715 h 5017219"/>
              <a:gd name="connsiteX24416" fmla="*/ 3777083 w 5799173"/>
              <a:gd name="connsiteY24416" fmla="*/ 2409414 h 5017219"/>
              <a:gd name="connsiteX24417" fmla="*/ 3777083 w 5799173"/>
              <a:gd name="connsiteY24417" fmla="*/ 2410743 h 5017219"/>
              <a:gd name="connsiteX24418" fmla="*/ 3767445 w 5799173"/>
              <a:gd name="connsiteY24418" fmla="*/ 2427442 h 5017219"/>
              <a:gd name="connsiteX24419" fmla="*/ 3766282 w 5799173"/>
              <a:gd name="connsiteY24419" fmla="*/ 2428106 h 5017219"/>
              <a:gd name="connsiteX24420" fmla="*/ 5672884 w 5799173"/>
              <a:gd name="connsiteY24420" fmla="*/ 2944165 h 5017219"/>
              <a:gd name="connsiteX24421" fmla="*/ 5671721 w 5799173"/>
              <a:gd name="connsiteY24421" fmla="*/ 2943501 h 5017219"/>
              <a:gd name="connsiteX24422" fmla="*/ 5662084 w 5799173"/>
              <a:gd name="connsiteY24422" fmla="*/ 2926802 h 5017219"/>
              <a:gd name="connsiteX24423" fmla="*/ 5662084 w 5799173"/>
              <a:gd name="connsiteY24423" fmla="*/ 2925473 h 5017219"/>
              <a:gd name="connsiteX24424" fmla="*/ 5671721 w 5799173"/>
              <a:gd name="connsiteY24424" fmla="*/ 2908774 h 5017219"/>
              <a:gd name="connsiteX24425" fmla="*/ 5672884 w 5799173"/>
              <a:gd name="connsiteY24425" fmla="*/ 2908109 h 5017219"/>
              <a:gd name="connsiteX24426" fmla="*/ 5692242 w 5799173"/>
              <a:gd name="connsiteY24426" fmla="*/ 2908109 h 5017219"/>
              <a:gd name="connsiteX24427" fmla="*/ 5693405 w 5799173"/>
              <a:gd name="connsiteY24427" fmla="*/ 2908775 h 5017219"/>
              <a:gd name="connsiteX24428" fmla="*/ 5703042 w 5799173"/>
              <a:gd name="connsiteY24428" fmla="*/ 2925473 h 5017219"/>
              <a:gd name="connsiteX24429" fmla="*/ 5703042 w 5799173"/>
              <a:gd name="connsiteY24429" fmla="*/ 2926802 h 5017219"/>
              <a:gd name="connsiteX24430" fmla="*/ 5693405 w 5799173"/>
              <a:gd name="connsiteY24430" fmla="*/ 2943501 h 5017219"/>
              <a:gd name="connsiteX24431" fmla="*/ 5692242 w 5799173"/>
              <a:gd name="connsiteY24431" fmla="*/ 2944165 h 5017219"/>
              <a:gd name="connsiteX24432" fmla="*/ 2001474 w 5799173"/>
              <a:gd name="connsiteY24432" fmla="*/ 1960505 h 5017219"/>
              <a:gd name="connsiteX24433" fmla="*/ 2000311 w 5799173"/>
              <a:gd name="connsiteY24433" fmla="*/ 1959840 h 5017219"/>
              <a:gd name="connsiteX24434" fmla="*/ 1990591 w 5799173"/>
              <a:gd name="connsiteY24434" fmla="*/ 1942975 h 5017219"/>
              <a:gd name="connsiteX24435" fmla="*/ 1990591 w 5799173"/>
              <a:gd name="connsiteY24435" fmla="*/ 1941563 h 5017219"/>
              <a:gd name="connsiteX24436" fmla="*/ 2000311 w 5799173"/>
              <a:gd name="connsiteY24436" fmla="*/ 1924698 h 5017219"/>
              <a:gd name="connsiteX24437" fmla="*/ 2001474 w 5799173"/>
              <a:gd name="connsiteY24437" fmla="*/ 1924033 h 5017219"/>
              <a:gd name="connsiteX24438" fmla="*/ 2020915 w 5799173"/>
              <a:gd name="connsiteY24438" fmla="*/ 1924033 h 5017219"/>
              <a:gd name="connsiteX24439" fmla="*/ 2022078 w 5799173"/>
              <a:gd name="connsiteY24439" fmla="*/ 1924698 h 5017219"/>
              <a:gd name="connsiteX24440" fmla="*/ 2031798 w 5799173"/>
              <a:gd name="connsiteY24440" fmla="*/ 1941563 h 5017219"/>
              <a:gd name="connsiteX24441" fmla="*/ 2031798 w 5799173"/>
              <a:gd name="connsiteY24441" fmla="*/ 1942975 h 5017219"/>
              <a:gd name="connsiteX24442" fmla="*/ 2022078 w 5799173"/>
              <a:gd name="connsiteY24442" fmla="*/ 1959840 h 5017219"/>
              <a:gd name="connsiteX24443" fmla="*/ 2020915 w 5799173"/>
              <a:gd name="connsiteY24443" fmla="*/ 1960505 h 5017219"/>
              <a:gd name="connsiteX24444" fmla="*/ 2061660 w 5799173"/>
              <a:gd name="connsiteY24444" fmla="*/ 1976632 h 5017219"/>
              <a:gd name="connsiteX24445" fmla="*/ 2060497 w 5799173"/>
              <a:gd name="connsiteY24445" fmla="*/ 1975967 h 5017219"/>
              <a:gd name="connsiteX24446" fmla="*/ 2050777 w 5799173"/>
              <a:gd name="connsiteY24446" fmla="*/ 1959102 h 5017219"/>
              <a:gd name="connsiteX24447" fmla="*/ 2050777 w 5799173"/>
              <a:gd name="connsiteY24447" fmla="*/ 1957690 h 5017219"/>
              <a:gd name="connsiteX24448" fmla="*/ 2060497 w 5799173"/>
              <a:gd name="connsiteY24448" fmla="*/ 1940825 h 5017219"/>
              <a:gd name="connsiteX24449" fmla="*/ 2061660 w 5799173"/>
              <a:gd name="connsiteY24449" fmla="*/ 1940160 h 5017219"/>
              <a:gd name="connsiteX24450" fmla="*/ 2081101 w 5799173"/>
              <a:gd name="connsiteY24450" fmla="*/ 1940160 h 5017219"/>
              <a:gd name="connsiteX24451" fmla="*/ 2082264 w 5799173"/>
              <a:gd name="connsiteY24451" fmla="*/ 1940825 h 5017219"/>
              <a:gd name="connsiteX24452" fmla="*/ 2091984 w 5799173"/>
              <a:gd name="connsiteY24452" fmla="*/ 1957690 h 5017219"/>
              <a:gd name="connsiteX24453" fmla="*/ 2091984 w 5799173"/>
              <a:gd name="connsiteY24453" fmla="*/ 1959102 h 5017219"/>
              <a:gd name="connsiteX24454" fmla="*/ 2082264 w 5799173"/>
              <a:gd name="connsiteY24454" fmla="*/ 1975967 h 5017219"/>
              <a:gd name="connsiteX24455" fmla="*/ 2081101 w 5799173"/>
              <a:gd name="connsiteY24455" fmla="*/ 1976632 h 5017219"/>
              <a:gd name="connsiteX24456" fmla="*/ 2362508 w 5799173"/>
              <a:gd name="connsiteY24456" fmla="*/ 2057349 h 5017219"/>
              <a:gd name="connsiteX24457" fmla="*/ 2361345 w 5799173"/>
              <a:gd name="connsiteY24457" fmla="*/ 2056684 h 5017219"/>
              <a:gd name="connsiteX24458" fmla="*/ 2351625 w 5799173"/>
              <a:gd name="connsiteY24458" fmla="*/ 2039736 h 5017219"/>
              <a:gd name="connsiteX24459" fmla="*/ 2351626 w 5799173"/>
              <a:gd name="connsiteY24459" fmla="*/ 2038324 h 5017219"/>
              <a:gd name="connsiteX24460" fmla="*/ 2361428 w 5799173"/>
              <a:gd name="connsiteY24460" fmla="*/ 2021376 h 5017219"/>
              <a:gd name="connsiteX24461" fmla="*/ 2362591 w 5799173"/>
              <a:gd name="connsiteY24461" fmla="*/ 2020711 h 5017219"/>
              <a:gd name="connsiteX24462" fmla="*/ 2382116 w 5799173"/>
              <a:gd name="connsiteY24462" fmla="*/ 2020711 h 5017219"/>
              <a:gd name="connsiteX24463" fmla="*/ 2383279 w 5799173"/>
              <a:gd name="connsiteY24463" fmla="*/ 2021376 h 5017219"/>
              <a:gd name="connsiteX24464" fmla="*/ 2392998 w 5799173"/>
              <a:gd name="connsiteY24464" fmla="*/ 2038324 h 5017219"/>
              <a:gd name="connsiteX24465" fmla="*/ 2392998 w 5799173"/>
              <a:gd name="connsiteY24465" fmla="*/ 2039736 h 5017219"/>
              <a:gd name="connsiteX24466" fmla="*/ 2383195 w 5799173"/>
              <a:gd name="connsiteY24466" fmla="*/ 2056684 h 5017219"/>
              <a:gd name="connsiteX24467" fmla="*/ 2382032 w 5799173"/>
              <a:gd name="connsiteY24467" fmla="*/ 2057349 h 5017219"/>
              <a:gd name="connsiteX24468" fmla="*/ 2181951 w 5799173"/>
              <a:gd name="connsiteY24468" fmla="*/ 2009051 h 5017219"/>
              <a:gd name="connsiteX24469" fmla="*/ 2180787 w 5799173"/>
              <a:gd name="connsiteY24469" fmla="*/ 2008386 h 5017219"/>
              <a:gd name="connsiteX24470" fmla="*/ 2170984 w 5799173"/>
              <a:gd name="connsiteY24470" fmla="*/ 1991355 h 5017219"/>
              <a:gd name="connsiteX24471" fmla="*/ 2170984 w 5799173"/>
              <a:gd name="connsiteY24471" fmla="*/ 1989942 h 5017219"/>
              <a:gd name="connsiteX24472" fmla="*/ 2180787 w 5799173"/>
              <a:gd name="connsiteY24472" fmla="*/ 1972912 h 5017219"/>
              <a:gd name="connsiteX24473" fmla="*/ 2181951 w 5799173"/>
              <a:gd name="connsiteY24473" fmla="*/ 1972246 h 5017219"/>
              <a:gd name="connsiteX24474" fmla="*/ 2201557 w 5799173"/>
              <a:gd name="connsiteY24474" fmla="*/ 1972246 h 5017219"/>
              <a:gd name="connsiteX24475" fmla="*/ 2202720 w 5799173"/>
              <a:gd name="connsiteY24475" fmla="*/ 1972911 h 5017219"/>
              <a:gd name="connsiteX24476" fmla="*/ 2212524 w 5799173"/>
              <a:gd name="connsiteY24476" fmla="*/ 1989942 h 5017219"/>
              <a:gd name="connsiteX24477" fmla="*/ 2212524 w 5799173"/>
              <a:gd name="connsiteY24477" fmla="*/ 1991355 h 5017219"/>
              <a:gd name="connsiteX24478" fmla="*/ 2202720 w 5799173"/>
              <a:gd name="connsiteY24478" fmla="*/ 2008385 h 5017219"/>
              <a:gd name="connsiteX24479" fmla="*/ 2201557 w 5799173"/>
              <a:gd name="connsiteY24479" fmla="*/ 2009051 h 5017219"/>
              <a:gd name="connsiteX24480" fmla="*/ 2242138 w 5799173"/>
              <a:gd name="connsiteY24480" fmla="*/ 2025178 h 5017219"/>
              <a:gd name="connsiteX24481" fmla="*/ 2240974 w 5799173"/>
              <a:gd name="connsiteY24481" fmla="*/ 2024513 h 5017219"/>
              <a:gd name="connsiteX24482" fmla="*/ 2231171 w 5799173"/>
              <a:gd name="connsiteY24482" fmla="*/ 2007482 h 5017219"/>
              <a:gd name="connsiteX24483" fmla="*/ 2231171 w 5799173"/>
              <a:gd name="connsiteY24483" fmla="*/ 2006069 h 5017219"/>
              <a:gd name="connsiteX24484" fmla="*/ 2240974 w 5799173"/>
              <a:gd name="connsiteY24484" fmla="*/ 1989039 h 5017219"/>
              <a:gd name="connsiteX24485" fmla="*/ 2242137 w 5799173"/>
              <a:gd name="connsiteY24485" fmla="*/ 1988373 h 5017219"/>
              <a:gd name="connsiteX24486" fmla="*/ 2261744 w 5799173"/>
              <a:gd name="connsiteY24486" fmla="*/ 1988374 h 5017219"/>
              <a:gd name="connsiteX24487" fmla="*/ 2262907 w 5799173"/>
              <a:gd name="connsiteY24487" fmla="*/ 1989038 h 5017219"/>
              <a:gd name="connsiteX24488" fmla="*/ 2272711 w 5799173"/>
              <a:gd name="connsiteY24488" fmla="*/ 2006069 h 5017219"/>
              <a:gd name="connsiteX24489" fmla="*/ 2272711 w 5799173"/>
              <a:gd name="connsiteY24489" fmla="*/ 2007482 h 5017219"/>
              <a:gd name="connsiteX24490" fmla="*/ 2262907 w 5799173"/>
              <a:gd name="connsiteY24490" fmla="*/ 2024512 h 5017219"/>
              <a:gd name="connsiteX24491" fmla="*/ 2261743 w 5799173"/>
              <a:gd name="connsiteY24491" fmla="*/ 2025178 h 5017219"/>
              <a:gd name="connsiteX24492" fmla="*/ 2302323 w 5799173"/>
              <a:gd name="connsiteY24492" fmla="*/ 2041304 h 5017219"/>
              <a:gd name="connsiteX24493" fmla="*/ 2301160 w 5799173"/>
              <a:gd name="connsiteY24493" fmla="*/ 2040639 h 5017219"/>
              <a:gd name="connsiteX24494" fmla="*/ 2291357 w 5799173"/>
              <a:gd name="connsiteY24494" fmla="*/ 2023608 h 5017219"/>
              <a:gd name="connsiteX24495" fmla="*/ 2291357 w 5799173"/>
              <a:gd name="connsiteY24495" fmla="*/ 2022196 h 5017219"/>
              <a:gd name="connsiteX24496" fmla="*/ 2301160 w 5799173"/>
              <a:gd name="connsiteY24496" fmla="*/ 2005165 h 5017219"/>
              <a:gd name="connsiteX24497" fmla="*/ 2302323 w 5799173"/>
              <a:gd name="connsiteY24497" fmla="*/ 2004500 h 5017219"/>
              <a:gd name="connsiteX24498" fmla="*/ 2321929 w 5799173"/>
              <a:gd name="connsiteY24498" fmla="*/ 2004500 h 5017219"/>
              <a:gd name="connsiteX24499" fmla="*/ 2323092 w 5799173"/>
              <a:gd name="connsiteY24499" fmla="*/ 2005165 h 5017219"/>
              <a:gd name="connsiteX24500" fmla="*/ 2332897 w 5799173"/>
              <a:gd name="connsiteY24500" fmla="*/ 2022196 h 5017219"/>
              <a:gd name="connsiteX24501" fmla="*/ 2332897 w 5799173"/>
              <a:gd name="connsiteY24501" fmla="*/ 2023608 h 5017219"/>
              <a:gd name="connsiteX24502" fmla="*/ 2323093 w 5799173"/>
              <a:gd name="connsiteY24502" fmla="*/ 2040639 h 5017219"/>
              <a:gd name="connsiteX24503" fmla="*/ 2321929 w 5799173"/>
              <a:gd name="connsiteY24503" fmla="*/ 2041304 h 5017219"/>
              <a:gd name="connsiteX24504" fmla="*/ 2542964 w 5799173"/>
              <a:gd name="connsiteY24504" fmla="*/ 2105965 h 5017219"/>
              <a:gd name="connsiteX24505" fmla="*/ 2541801 w 5799173"/>
              <a:gd name="connsiteY24505" fmla="*/ 2105301 h 5017219"/>
              <a:gd name="connsiteX24506" fmla="*/ 2531915 w 5799173"/>
              <a:gd name="connsiteY24506" fmla="*/ 2088186 h 5017219"/>
              <a:gd name="connsiteX24507" fmla="*/ 2531914 w 5799173"/>
              <a:gd name="connsiteY24507" fmla="*/ 2086774 h 5017219"/>
              <a:gd name="connsiteX24508" fmla="*/ 2541801 w 5799173"/>
              <a:gd name="connsiteY24508" fmla="*/ 2069660 h 5017219"/>
              <a:gd name="connsiteX24509" fmla="*/ 2542965 w 5799173"/>
              <a:gd name="connsiteY24509" fmla="*/ 2068995 h 5017219"/>
              <a:gd name="connsiteX24510" fmla="*/ 2562654 w 5799173"/>
              <a:gd name="connsiteY24510" fmla="*/ 2068995 h 5017219"/>
              <a:gd name="connsiteX24511" fmla="*/ 2563817 w 5799173"/>
              <a:gd name="connsiteY24511" fmla="*/ 2069660 h 5017219"/>
              <a:gd name="connsiteX24512" fmla="*/ 2573704 w 5799173"/>
              <a:gd name="connsiteY24512" fmla="*/ 2086774 h 5017219"/>
              <a:gd name="connsiteX24513" fmla="*/ 2573703 w 5799173"/>
              <a:gd name="connsiteY24513" fmla="*/ 2088186 h 5017219"/>
              <a:gd name="connsiteX24514" fmla="*/ 2563817 w 5799173"/>
              <a:gd name="connsiteY24514" fmla="*/ 2105301 h 5017219"/>
              <a:gd name="connsiteX24515" fmla="*/ 2562654 w 5799173"/>
              <a:gd name="connsiteY24515" fmla="*/ 2105965 h 5017219"/>
              <a:gd name="connsiteX24516" fmla="*/ 2603151 w 5799173"/>
              <a:gd name="connsiteY24516" fmla="*/ 2122092 h 5017219"/>
              <a:gd name="connsiteX24517" fmla="*/ 2601988 w 5799173"/>
              <a:gd name="connsiteY24517" fmla="*/ 2121428 h 5017219"/>
              <a:gd name="connsiteX24518" fmla="*/ 2592101 w 5799173"/>
              <a:gd name="connsiteY24518" fmla="*/ 2104313 h 5017219"/>
              <a:gd name="connsiteX24519" fmla="*/ 2592101 w 5799173"/>
              <a:gd name="connsiteY24519" fmla="*/ 2102901 h 5017219"/>
              <a:gd name="connsiteX24520" fmla="*/ 2601988 w 5799173"/>
              <a:gd name="connsiteY24520" fmla="*/ 2085787 h 5017219"/>
              <a:gd name="connsiteX24521" fmla="*/ 2603151 w 5799173"/>
              <a:gd name="connsiteY24521" fmla="*/ 2085122 h 5017219"/>
              <a:gd name="connsiteX24522" fmla="*/ 2622841 w 5799173"/>
              <a:gd name="connsiteY24522" fmla="*/ 2085122 h 5017219"/>
              <a:gd name="connsiteX24523" fmla="*/ 2624004 w 5799173"/>
              <a:gd name="connsiteY24523" fmla="*/ 2085787 h 5017219"/>
              <a:gd name="connsiteX24524" fmla="*/ 2633891 w 5799173"/>
              <a:gd name="connsiteY24524" fmla="*/ 2102901 h 5017219"/>
              <a:gd name="connsiteX24525" fmla="*/ 2633890 w 5799173"/>
              <a:gd name="connsiteY24525" fmla="*/ 2104313 h 5017219"/>
              <a:gd name="connsiteX24526" fmla="*/ 2624004 w 5799173"/>
              <a:gd name="connsiteY24526" fmla="*/ 2121428 h 5017219"/>
              <a:gd name="connsiteX24527" fmla="*/ 2622841 w 5799173"/>
              <a:gd name="connsiteY24527" fmla="*/ 2122092 h 5017219"/>
              <a:gd name="connsiteX24528" fmla="*/ 3205013 w 5799173"/>
              <a:gd name="connsiteY24528" fmla="*/ 2283360 h 5017219"/>
              <a:gd name="connsiteX24529" fmla="*/ 3203849 w 5799173"/>
              <a:gd name="connsiteY24529" fmla="*/ 2282696 h 5017219"/>
              <a:gd name="connsiteX24530" fmla="*/ 3193963 w 5799173"/>
              <a:gd name="connsiteY24530" fmla="*/ 2265581 h 5017219"/>
              <a:gd name="connsiteX24531" fmla="*/ 3193963 w 5799173"/>
              <a:gd name="connsiteY24531" fmla="*/ 2264169 h 5017219"/>
              <a:gd name="connsiteX24532" fmla="*/ 3203849 w 5799173"/>
              <a:gd name="connsiteY24532" fmla="*/ 2247055 h 5017219"/>
              <a:gd name="connsiteX24533" fmla="*/ 3205013 w 5799173"/>
              <a:gd name="connsiteY24533" fmla="*/ 2246390 h 5017219"/>
              <a:gd name="connsiteX24534" fmla="*/ 3224702 w 5799173"/>
              <a:gd name="connsiteY24534" fmla="*/ 2246390 h 5017219"/>
              <a:gd name="connsiteX24535" fmla="*/ 3225865 w 5799173"/>
              <a:gd name="connsiteY24535" fmla="*/ 2247055 h 5017219"/>
              <a:gd name="connsiteX24536" fmla="*/ 3235752 w 5799173"/>
              <a:gd name="connsiteY24536" fmla="*/ 2264169 h 5017219"/>
              <a:gd name="connsiteX24537" fmla="*/ 3235752 w 5799173"/>
              <a:gd name="connsiteY24537" fmla="*/ 2265581 h 5017219"/>
              <a:gd name="connsiteX24538" fmla="*/ 3225865 w 5799173"/>
              <a:gd name="connsiteY24538" fmla="*/ 2282696 h 5017219"/>
              <a:gd name="connsiteX24539" fmla="*/ 3224702 w 5799173"/>
              <a:gd name="connsiteY24539" fmla="*/ 2283360 h 5017219"/>
              <a:gd name="connsiteX24540" fmla="*/ 2422588 w 5799173"/>
              <a:gd name="connsiteY24540" fmla="*/ 2073815 h 5017219"/>
              <a:gd name="connsiteX24541" fmla="*/ 2421342 w 5799173"/>
              <a:gd name="connsiteY24541" fmla="*/ 2073151 h 5017219"/>
              <a:gd name="connsiteX24542" fmla="*/ 2411457 w 5799173"/>
              <a:gd name="connsiteY24542" fmla="*/ 2055953 h 5017219"/>
              <a:gd name="connsiteX24543" fmla="*/ 2411456 w 5799173"/>
              <a:gd name="connsiteY24543" fmla="*/ 2054541 h 5017219"/>
              <a:gd name="connsiteX24544" fmla="*/ 2421342 w 5799173"/>
              <a:gd name="connsiteY24544" fmla="*/ 2037344 h 5017219"/>
              <a:gd name="connsiteX24545" fmla="*/ 2422588 w 5799173"/>
              <a:gd name="connsiteY24545" fmla="*/ 2036679 h 5017219"/>
              <a:gd name="connsiteX24546" fmla="*/ 2442445 w 5799173"/>
              <a:gd name="connsiteY24546" fmla="*/ 2036679 h 5017219"/>
              <a:gd name="connsiteX24547" fmla="*/ 2443691 w 5799173"/>
              <a:gd name="connsiteY24547" fmla="*/ 2037344 h 5017219"/>
              <a:gd name="connsiteX24548" fmla="*/ 2453577 w 5799173"/>
              <a:gd name="connsiteY24548" fmla="*/ 2054541 h 5017219"/>
              <a:gd name="connsiteX24549" fmla="*/ 2453577 w 5799173"/>
              <a:gd name="connsiteY24549" fmla="*/ 2055953 h 5017219"/>
              <a:gd name="connsiteX24550" fmla="*/ 2443691 w 5799173"/>
              <a:gd name="connsiteY24550" fmla="*/ 2073151 h 5017219"/>
              <a:gd name="connsiteX24551" fmla="*/ 2442445 w 5799173"/>
              <a:gd name="connsiteY24551" fmla="*/ 2073815 h 5017219"/>
              <a:gd name="connsiteX24552" fmla="*/ 2663333 w 5799173"/>
              <a:gd name="connsiteY24552" fmla="*/ 2138322 h 5017219"/>
              <a:gd name="connsiteX24553" fmla="*/ 2662087 w 5799173"/>
              <a:gd name="connsiteY24553" fmla="*/ 2137658 h 5017219"/>
              <a:gd name="connsiteX24554" fmla="*/ 2652201 w 5799173"/>
              <a:gd name="connsiteY24554" fmla="*/ 2120460 h 5017219"/>
              <a:gd name="connsiteX24555" fmla="*/ 2652201 w 5799173"/>
              <a:gd name="connsiteY24555" fmla="*/ 2119048 h 5017219"/>
              <a:gd name="connsiteX24556" fmla="*/ 2662087 w 5799173"/>
              <a:gd name="connsiteY24556" fmla="*/ 2101851 h 5017219"/>
              <a:gd name="connsiteX24557" fmla="*/ 2663333 w 5799173"/>
              <a:gd name="connsiteY24557" fmla="*/ 2101186 h 5017219"/>
              <a:gd name="connsiteX24558" fmla="*/ 2683190 w 5799173"/>
              <a:gd name="connsiteY24558" fmla="*/ 2101186 h 5017219"/>
              <a:gd name="connsiteX24559" fmla="*/ 2684436 w 5799173"/>
              <a:gd name="connsiteY24559" fmla="*/ 2101851 h 5017219"/>
              <a:gd name="connsiteX24560" fmla="*/ 2694322 w 5799173"/>
              <a:gd name="connsiteY24560" fmla="*/ 2119048 h 5017219"/>
              <a:gd name="connsiteX24561" fmla="*/ 2694322 w 5799173"/>
              <a:gd name="connsiteY24561" fmla="*/ 2120460 h 5017219"/>
              <a:gd name="connsiteX24562" fmla="*/ 2684436 w 5799173"/>
              <a:gd name="connsiteY24562" fmla="*/ 2137658 h 5017219"/>
              <a:gd name="connsiteX24563" fmla="*/ 2683190 w 5799173"/>
              <a:gd name="connsiteY24563" fmla="*/ 2138322 h 5017219"/>
              <a:gd name="connsiteX24564" fmla="*/ 2482692 w 5799173"/>
              <a:gd name="connsiteY24564" fmla="*/ 2090015 h 5017219"/>
              <a:gd name="connsiteX24565" fmla="*/ 2481446 w 5799173"/>
              <a:gd name="connsiteY24565" fmla="*/ 2089351 h 5017219"/>
              <a:gd name="connsiteX24566" fmla="*/ 2471477 w 5799173"/>
              <a:gd name="connsiteY24566" fmla="*/ 2072070 h 5017219"/>
              <a:gd name="connsiteX24567" fmla="*/ 2471477 w 5799173"/>
              <a:gd name="connsiteY24567" fmla="*/ 2070658 h 5017219"/>
              <a:gd name="connsiteX24568" fmla="*/ 2481446 w 5799173"/>
              <a:gd name="connsiteY24568" fmla="*/ 2053378 h 5017219"/>
              <a:gd name="connsiteX24569" fmla="*/ 2482692 w 5799173"/>
              <a:gd name="connsiteY24569" fmla="*/ 2052713 h 5017219"/>
              <a:gd name="connsiteX24570" fmla="*/ 2502632 w 5799173"/>
              <a:gd name="connsiteY24570" fmla="*/ 2052713 h 5017219"/>
              <a:gd name="connsiteX24571" fmla="*/ 2503878 w 5799173"/>
              <a:gd name="connsiteY24571" fmla="*/ 2053378 h 5017219"/>
              <a:gd name="connsiteX24572" fmla="*/ 2513847 w 5799173"/>
              <a:gd name="connsiteY24572" fmla="*/ 2070658 h 5017219"/>
              <a:gd name="connsiteX24573" fmla="*/ 2513848 w 5799173"/>
              <a:gd name="connsiteY24573" fmla="*/ 2072070 h 5017219"/>
              <a:gd name="connsiteX24574" fmla="*/ 2503878 w 5799173"/>
              <a:gd name="connsiteY24574" fmla="*/ 2089351 h 5017219"/>
              <a:gd name="connsiteX24575" fmla="*/ 2502632 w 5799173"/>
              <a:gd name="connsiteY24575" fmla="*/ 2090015 h 5017219"/>
              <a:gd name="connsiteX24576" fmla="*/ 2723377 w 5799173"/>
              <a:gd name="connsiteY24576" fmla="*/ 2154609 h 5017219"/>
              <a:gd name="connsiteX24577" fmla="*/ 2722131 w 5799173"/>
              <a:gd name="connsiteY24577" fmla="*/ 2153861 h 5017219"/>
              <a:gd name="connsiteX24578" fmla="*/ 2712161 w 5799173"/>
              <a:gd name="connsiteY24578" fmla="*/ 2136498 h 5017219"/>
              <a:gd name="connsiteX24579" fmla="*/ 2712161 w 5799173"/>
              <a:gd name="connsiteY24579" fmla="*/ 2135085 h 5017219"/>
              <a:gd name="connsiteX24580" fmla="*/ 2722213 w 5799173"/>
              <a:gd name="connsiteY24580" fmla="*/ 2117722 h 5017219"/>
              <a:gd name="connsiteX24581" fmla="*/ 2723460 w 5799173"/>
              <a:gd name="connsiteY24581" fmla="*/ 2116974 h 5017219"/>
              <a:gd name="connsiteX24582" fmla="*/ 2743483 w 5799173"/>
              <a:gd name="connsiteY24582" fmla="*/ 2116974 h 5017219"/>
              <a:gd name="connsiteX24583" fmla="*/ 2744728 w 5799173"/>
              <a:gd name="connsiteY24583" fmla="*/ 2117722 h 5017219"/>
              <a:gd name="connsiteX24584" fmla="*/ 2754697 w 5799173"/>
              <a:gd name="connsiteY24584" fmla="*/ 2135085 h 5017219"/>
              <a:gd name="connsiteX24585" fmla="*/ 2754698 w 5799173"/>
              <a:gd name="connsiteY24585" fmla="*/ 2136498 h 5017219"/>
              <a:gd name="connsiteX24586" fmla="*/ 2744645 w 5799173"/>
              <a:gd name="connsiteY24586" fmla="*/ 2153861 h 5017219"/>
              <a:gd name="connsiteX24587" fmla="*/ 2743399 w 5799173"/>
              <a:gd name="connsiteY24587" fmla="*/ 2154609 h 5017219"/>
              <a:gd name="connsiteX24588" fmla="*/ 2783563 w 5799173"/>
              <a:gd name="connsiteY24588" fmla="*/ 2170736 h 5017219"/>
              <a:gd name="connsiteX24589" fmla="*/ 2782317 w 5799173"/>
              <a:gd name="connsiteY24589" fmla="*/ 2169988 h 5017219"/>
              <a:gd name="connsiteX24590" fmla="*/ 2772347 w 5799173"/>
              <a:gd name="connsiteY24590" fmla="*/ 2152625 h 5017219"/>
              <a:gd name="connsiteX24591" fmla="*/ 2772347 w 5799173"/>
              <a:gd name="connsiteY24591" fmla="*/ 2151212 h 5017219"/>
              <a:gd name="connsiteX24592" fmla="*/ 2782399 w 5799173"/>
              <a:gd name="connsiteY24592" fmla="*/ 2133849 h 5017219"/>
              <a:gd name="connsiteX24593" fmla="*/ 2783646 w 5799173"/>
              <a:gd name="connsiteY24593" fmla="*/ 2133101 h 5017219"/>
              <a:gd name="connsiteX24594" fmla="*/ 2803668 w 5799173"/>
              <a:gd name="connsiteY24594" fmla="*/ 2133101 h 5017219"/>
              <a:gd name="connsiteX24595" fmla="*/ 2804914 w 5799173"/>
              <a:gd name="connsiteY24595" fmla="*/ 2133849 h 5017219"/>
              <a:gd name="connsiteX24596" fmla="*/ 2814883 w 5799173"/>
              <a:gd name="connsiteY24596" fmla="*/ 2151212 h 5017219"/>
              <a:gd name="connsiteX24597" fmla="*/ 2814883 w 5799173"/>
              <a:gd name="connsiteY24597" fmla="*/ 2152625 h 5017219"/>
              <a:gd name="connsiteX24598" fmla="*/ 2804831 w 5799173"/>
              <a:gd name="connsiteY24598" fmla="*/ 2169988 h 5017219"/>
              <a:gd name="connsiteX24599" fmla="*/ 2803585 w 5799173"/>
              <a:gd name="connsiteY24599" fmla="*/ 2170736 h 5017219"/>
              <a:gd name="connsiteX24600" fmla="*/ 4107578 w 5799173"/>
              <a:gd name="connsiteY24600" fmla="*/ 2525692 h 5017219"/>
              <a:gd name="connsiteX24601" fmla="*/ 4106332 w 5799173"/>
              <a:gd name="connsiteY24601" fmla="*/ 2524945 h 5017219"/>
              <a:gd name="connsiteX24602" fmla="*/ 4096196 w 5799173"/>
              <a:gd name="connsiteY24602" fmla="*/ 2507415 h 5017219"/>
              <a:gd name="connsiteX24603" fmla="*/ 4096196 w 5799173"/>
              <a:gd name="connsiteY24603" fmla="*/ 2506003 h 5017219"/>
              <a:gd name="connsiteX24604" fmla="*/ 4106332 w 5799173"/>
              <a:gd name="connsiteY24604" fmla="*/ 2488473 h 5017219"/>
              <a:gd name="connsiteX24605" fmla="*/ 4107578 w 5799173"/>
              <a:gd name="connsiteY24605" fmla="*/ 2487725 h 5017219"/>
              <a:gd name="connsiteX24606" fmla="*/ 4127849 w 5799173"/>
              <a:gd name="connsiteY24606" fmla="*/ 2487725 h 5017219"/>
              <a:gd name="connsiteX24607" fmla="*/ 4129095 w 5799173"/>
              <a:gd name="connsiteY24607" fmla="*/ 2488473 h 5017219"/>
              <a:gd name="connsiteX24608" fmla="*/ 4139231 w 5799173"/>
              <a:gd name="connsiteY24608" fmla="*/ 2506003 h 5017219"/>
              <a:gd name="connsiteX24609" fmla="*/ 4139231 w 5799173"/>
              <a:gd name="connsiteY24609" fmla="*/ 2507415 h 5017219"/>
              <a:gd name="connsiteX24610" fmla="*/ 4129095 w 5799173"/>
              <a:gd name="connsiteY24610" fmla="*/ 2524945 h 5017219"/>
              <a:gd name="connsiteX24611" fmla="*/ 4127849 w 5799173"/>
              <a:gd name="connsiteY24611" fmla="*/ 2525692 h 5017219"/>
              <a:gd name="connsiteX24612" fmla="*/ 3806460 w 5799173"/>
              <a:gd name="connsiteY24612" fmla="*/ 2445377 h 5017219"/>
              <a:gd name="connsiteX24613" fmla="*/ 3805214 w 5799173"/>
              <a:gd name="connsiteY24613" fmla="*/ 2444629 h 5017219"/>
              <a:gd name="connsiteX24614" fmla="*/ 3794912 w 5799173"/>
              <a:gd name="connsiteY24614" fmla="*/ 2426850 h 5017219"/>
              <a:gd name="connsiteX24615" fmla="*/ 3794912 w 5799173"/>
              <a:gd name="connsiteY24615" fmla="*/ 2425438 h 5017219"/>
              <a:gd name="connsiteX24616" fmla="*/ 3805214 w 5799173"/>
              <a:gd name="connsiteY24616" fmla="*/ 2407659 h 5017219"/>
              <a:gd name="connsiteX24617" fmla="*/ 3806460 w 5799173"/>
              <a:gd name="connsiteY24617" fmla="*/ 2406911 h 5017219"/>
              <a:gd name="connsiteX24618" fmla="*/ 3826980 w 5799173"/>
              <a:gd name="connsiteY24618" fmla="*/ 2406911 h 5017219"/>
              <a:gd name="connsiteX24619" fmla="*/ 3828227 w 5799173"/>
              <a:gd name="connsiteY24619" fmla="*/ 2407659 h 5017219"/>
              <a:gd name="connsiteX24620" fmla="*/ 3838528 w 5799173"/>
              <a:gd name="connsiteY24620" fmla="*/ 2425438 h 5017219"/>
              <a:gd name="connsiteX24621" fmla="*/ 3838528 w 5799173"/>
              <a:gd name="connsiteY24621" fmla="*/ 2426850 h 5017219"/>
              <a:gd name="connsiteX24622" fmla="*/ 3828227 w 5799173"/>
              <a:gd name="connsiteY24622" fmla="*/ 2444629 h 5017219"/>
              <a:gd name="connsiteX24623" fmla="*/ 3826980 w 5799173"/>
              <a:gd name="connsiteY24623" fmla="*/ 2445377 h 5017219"/>
              <a:gd name="connsiteX24624" fmla="*/ 5010193 w 5799173"/>
              <a:gd name="connsiteY24624" fmla="*/ 2768020 h 5017219"/>
              <a:gd name="connsiteX24625" fmla="*/ 5008947 w 5799173"/>
              <a:gd name="connsiteY24625" fmla="*/ 2767272 h 5017219"/>
              <a:gd name="connsiteX24626" fmla="*/ 4998645 w 5799173"/>
              <a:gd name="connsiteY24626" fmla="*/ 2749410 h 5017219"/>
              <a:gd name="connsiteX24627" fmla="*/ 4998645 w 5799173"/>
              <a:gd name="connsiteY24627" fmla="*/ 2747915 h 5017219"/>
              <a:gd name="connsiteX24628" fmla="*/ 5008947 w 5799173"/>
              <a:gd name="connsiteY24628" fmla="*/ 2730053 h 5017219"/>
              <a:gd name="connsiteX24629" fmla="*/ 5010193 w 5799173"/>
              <a:gd name="connsiteY24629" fmla="*/ 2729305 h 5017219"/>
              <a:gd name="connsiteX24630" fmla="*/ 5030880 w 5799173"/>
              <a:gd name="connsiteY24630" fmla="*/ 2729305 h 5017219"/>
              <a:gd name="connsiteX24631" fmla="*/ 5032126 w 5799173"/>
              <a:gd name="connsiteY24631" fmla="*/ 2730053 h 5017219"/>
              <a:gd name="connsiteX24632" fmla="*/ 5042428 w 5799173"/>
              <a:gd name="connsiteY24632" fmla="*/ 2747915 h 5017219"/>
              <a:gd name="connsiteX24633" fmla="*/ 5042428 w 5799173"/>
              <a:gd name="connsiteY24633" fmla="*/ 2749410 h 5017219"/>
              <a:gd name="connsiteX24634" fmla="*/ 5032126 w 5799173"/>
              <a:gd name="connsiteY24634" fmla="*/ 2767272 h 5017219"/>
              <a:gd name="connsiteX24635" fmla="*/ 5030880 w 5799173"/>
              <a:gd name="connsiteY24635" fmla="*/ 2768020 h 5017219"/>
              <a:gd name="connsiteX24636" fmla="*/ 4949924 w 5799173"/>
              <a:gd name="connsiteY24636" fmla="*/ 2751965 h 5017219"/>
              <a:gd name="connsiteX24637" fmla="*/ 4948679 w 5799173"/>
              <a:gd name="connsiteY24637" fmla="*/ 2751217 h 5017219"/>
              <a:gd name="connsiteX24638" fmla="*/ 4938294 w 5799173"/>
              <a:gd name="connsiteY24638" fmla="*/ 2733272 h 5017219"/>
              <a:gd name="connsiteX24639" fmla="*/ 4938294 w 5799173"/>
              <a:gd name="connsiteY24639" fmla="*/ 2731777 h 5017219"/>
              <a:gd name="connsiteX24640" fmla="*/ 4948679 w 5799173"/>
              <a:gd name="connsiteY24640" fmla="*/ 2713832 h 5017219"/>
              <a:gd name="connsiteX24641" fmla="*/ 4949925 w 5799173"/>
              <a:gd name="connsiteY24641" fmla="*/ 2713084 h 5017219"/>
              <a:gd name="connsiteX24642" fmla="*/ 4970694 w 5799173"/>
              <a:gd name="connsiteY24642" fmla="*/ 2713084 h 5017219"/>
              <a:gd name="connsiteX24643" fmla="*/ 4971941 w 5799173"/>
              <a:gd name="connsiteY24643" fmla="*/ 2713832 h 5017219"/>
              <a:gd name="connsiteX24644" fmla="*/ 4982326 w 5799173"/>
              <a:gd name="connsiteY24644" fmla="*/ 2731777 h 5017219"/>
              <a:gd name="connsiteX24645" fmla="*/ 4982326 w 5799173"/>
              <a:gd name="connsiteY24645" fmla="*/ 2733272 h 5017219"/>
              <a:gd name="connsiteX24646" fmla="*/ 4971941 w 5799173"/>
              <a:gd name="connsiteY24646" fmla="*/ 2751217 h 5017219"/>
              <a:gd name="connsiteX24647" fmla="*/ 4970695 w 5799173"/>
              <a:gd name="connsiteY24647" fmla="*/ 2751965 h 5017219"/>
              <a:gd name="connsiteX24648" fmla="*/ 5070297 w 5799173"/>
              <a:gd name="connsiteY24648" fmla="*/ 2784219 h 5017219"/>
              <a:gd name="connsiteX24649" fmla="*/ 5069051 w 5799173"/>
              <a:gd name="connsiteY24649" fmla="*/ 2783471 h 5017219"/>
              <a:gd name="connsiteX24650" fmla="*/ 5058666 w 5799173"/>
              <a:gd name="connsiteY24650" fmla="*/ 2765526 h 5017219"/>
              <a:gd name="connsiteX24651" fmla="*/ 5058666 w 5799173"/>
              <a:gd name="connsiteY24651" fmla="*/ 2764031 h 5017219"/>
              <a:gd name="connsiteX24652" fmla="*/ 5069051 w 5799173"/>
              <a:gd name="connsiteY24652" fmla="*/ 2746086 h 5017219"/>
              <a:gd name="connsiteX24653" fmla="*/ 5070297 w 5799173"/>
              <a:gd name="connsiteY24653" fmla="*/ 2745338 h 5017219"/>
              <a:gd name="connsiteX24654" fmla="*/ 5091067 w 5799173"/>
              <a:gd name="connsiteY24654" fmla="*/ 2745338 h 5017219"/>
              <a:gd name="connsiteX24655" fmla="*/ 5092313 w 5799173"/>
              <a:gd name="connsiteY24655" fmla="*/ 2746086 h 5017219"/>
              <a:gd name="connsiteX24656" fmla="*/ 5102698 w 5799173"/>
              <a:gd name="connsiteY24656" fmla="*/ 2764031 h 5017219"/>
              <a:gd name="connsiteX24657" fmla="*/ 5102698 w 5799173"/>
              <a:gd name="connsiteY24657" fmla="*/ 2765526 h 5017219"/>
              <a:gd name="connsiteX24658" fmla="*/ 5092313 w 5799173"/>
              <a:gd name="connsiteY24658" fmla="*/ 2783471 h 5017219"/>
              <a:gd name="connsiteX24659" fmla="*/ 5091067 w 5799173"/>
              <a:gd name="connsiteY24659" fmla="*/ 2784219 h 5017219"/>
              <a:gd name="connsiteX24660" fmla="*/ 5130483 w 5799173"/>
              <a:gd name="connsiteY24660" fmla="*/ 2800346 h 5017219"/>
              <a:gd name="connsiteX24661" fmla="*/ 5129237 w 5799173"/>
              <a:gd name="connsiteY24661" fmla="*/ 2799598 h 5017219"/>
              <a:gd name="connsiteX24662" fmla="*/ 5118852 w 5799173"/>
              <a:gd name="connsiteY24662" fmla="*/ 2781653 h 5017219"/>
              <a:gd name="connsiteX24663" fmla="*/ 5118852 w 5799173"/>
              <a:gd name="connsiteY24663" fmla="*/ 2780158 h 5017219"/>
              <a:gd name="connsiteX24664" fmla="*/ 5129237 w 5799173"/>
              <a:gd name="connsiteY24664" fmla="*/ 2762213 h 5017219"/>
              <a:gd name="connsiteX24665" fmla="*/ 5130483 w 5799173"/>
              <a:gd name="connsiteY24665" fmla="*/ 2761465 h 5017219"/>
              <a:gd name="connsiteX24666" fmla="*/ 5151253 w 5799173"/>
              <a:gd name="connsiteY24666" fmla="*/ 2761465 h 5017219"/>
              <a:gd name="connsiteX24667" fmla="*/ 5152499 w 5799173"/>
              <a:gd name="connsiteY24667" fmla="*/ 2762213 h 5017219"/>
              <a:gd name="connsiteX24668" fmla="*/ 5162884 w 5799173"/>
              <a:gd name="connsiteY24668" fmla="*/ 2780158 h 5017219"/>
              <a:gd name="connsiteX24669" fmla="*/ 5162884 w 5799173"/>
              <a:gd name="connsiteY24669" fmla="*/ 2781653 h 5017219"/>
              <a:gd name="connsiteX24670" fmla="*/ 5152499 w 5799173"/>
              <a:gd name="connsiteY24670" fmla="*/ 2799598 h 5017219"/>
              <a:gd name="connsiteX24671" fmla="*/ 5151253 w 5799173"/>
              <a:gd name="connsiteY24671" fmla="*/ 2800346 h 5017219"/>
              <a:gd name="connsiteX24672" fmla="*/ 5190670 w 5799173"/>
              <a:gd name="connsiteY24672" fmla="*/ 2816473 h 5017219"/>
              <a:gd name="connsiteX24673" fmla="*/ 5189424 w 5799173"/>
              <a:gd name="connsiteY24673" fmla="*/ 2815725 h 5017219"/>
              <a:gd name="connsiteX24674" fmla="*/ 5179039 w 5799173"/>
              <a:gd name="connsiteY24674" fmla="*/ 2797780 h 5017219"/>
              <a:gd name="connsiteX24675" fmla="*/ 5179039 w 5799173"/>
              <a:gd name="connsiteY24675" fmla="*/ 2796285 h 5017219"/>
              <a:gd name="connsiteX24676" fmla="*/ 5189424 w 5799173"/>
              <a:gd name="connsiteY24676" fmla="*/ 2778340 h 5017219"/>
              <a:gd name="connsiteX24677" fmla="*/ 5190670 w 5799173"/>
              <a:gd name="connsiteY24677" fmla="*/ 2777592 h 5017219"/>
              <a:gd name="connsiteX24678" fmla="*/ 5211440 w 5799173"/>
              <a:gd name="connsiteY24678" fmla="*/ 2777592 h 5017219"/>
              <a:gd name="connsiteX24679" fmla="*/ 5212686 w 5799173"/>
              <a:gd name="connsiteY24679" fmla="*/ 2778340 h 5017219"/>
              <a:gd name="connsiteX24680" fmla="*/ 5223071 w 5799173"/>
              <a:gd name="connsiteY24680" fmla="*/ 2796285 h 5017219"/>
              <a:gd name="connsiteX24681" fmla="*/ 5223071 w 5799173"/>
              <a:gd name="connsiteY24681" fmla="*/ 2797780 h 5017219"/>
              <a:gd name="connsiteX24682" fmla="*/ 5212686 w 5799173"/>
              <a:gd name="connsiteY24682" fmla="*/ 2815725 h 5017219"/>
              <a:gd name="connsiteX24683" fmla="*/ 5211440 w 5799173"/>
              <a:gd name="connsiteY24683" fmla="*/ 2816473 h 5017219"/>
              <a:gd name="connsiteX24684" fmla="*/ 5371228 w 5799173"/>
              <a:gd name="connsiteY24684" fmla="*/ 2864853 h 5017219"/>
              <a:gd name="connsiteX24685" fmla="*/ 5369983 w 5799173"/>
              <a:gd name="connsiteY24685" fmla="*/ 2864105 h 5017219"/>
              <a:gd name="connsiteX24686" fmla="*/ 5359598 w 5799173"/>
              <a:gd name="connsiteY24686" fmla="*/ 2846160 h 5017219"/>
              <a:gd name="connsiteX24687" fmla="*/ 5359597 w 5799173"/>
              <a:gd name="connsiteY24687" fmla="*/ 2844665 h 5017219"/>
              <a:gd name="connsiteX24688" fmla="*/ 5369983 w 5799173"/>
              <a:gd name="connsiteY24688" fmla="*/ 2826720 h 5017219"/>
              <a:gd name="connsiteX24689" fmla="*/ 5371229 w 5799173"/>
              <a:gd name="connsiteY24689" fmla="*/ 2825972 h 5017219"/>
              <a:gd name="connsiteX24690" fmla="*/ 5391999 w 5799173"/>
              <a:gd name="connsiteY24690" fmla="*/ 2825972 h 5017219"/>
              <a:gd name="connsiteX24691" fmla="*/ 5393244 w 5799173"/>
              <a:gd name="connsiteY24691" fmla="*/ 2826720 h 5017219"/>
              <a:gd name="connsiteX24692" fmla="*/ 5403630 w 5799173"/>
              <a:gd name="connsiteY24692" fmla="*/ 2844665 h 5017219"/>
              <a:gd name="connsiteX24693" fmla="*/ 5403630 w 5799173"/>
              <a:gd name="connsiteY24693" fmla="*/ 2846160 h 5017219"/>
              <a:gd name="connsiteX24694" fmla="*/ 5393245 w 5799173"/>
              <a:gd name="connsiteY24694" fmla="*/ 2864105 h 5017219"/>
              <a:gd name="connsiteX24695" fmla="*/ 5391998 w 5799173"/>
              <a:gd name="connsiteY24695" fmla="*/ 2864853 h 5017219"/>
              <a:gd name="connsiteX24696" fmla="*/ 5431414 w 5799173"/>
              <a:gd name="connsiteY24696" fmla="*/ 2880980 h 5017219"/>
              <a:gd name="connsiteX24697" fmla="*/ 5430168 w 5799173"/>
              <a:gd name="connsiteY24697" fmla="*/ 2880232 h 5017219"/>
              <a:gd name="connsiteX24698" fmla="*/ 5419783 w 5799173"/>
              <a:gd name="connsiteY24698" fmla="*/ 2862287 h 5017219"/>
              <a:gd name="connsiteX24699" fmla="*/ 5419783 w 5799173"/>
              <a:gd name="connsiteY24699" fmla="*/ 2860792 h 5017219"/>
              <a:gd name="connsiteX24700" fmla="*/ 5430168 w 5799173"/>
              <a:gd name="connsiteY24700" fmla="*/ 2842847 h 5017219"/>
              <a:gd name="connsiteX24701" fmla="*/ 5431415 w 5799173"/>
              <a:gd name="connsiteY24701" fmla="*/ 2842099 h 5017219"/>
              <a:gd name="connsiteX24702" fmla="*/ 5452184 w 5799173"/>
              <a:gd name="connsiteY24702" fmla="*/ 2842099 h 5017219"/>
              <a:gd name="connsiteX24703" fmla="*/ 5453430 w 5799173"/>
              <a:gd name="connsiteY24703" fmla="*/ 2842847 h 5017219"/>
              <a:gd name="connsiteX24704" fmla="*/ 5463815 w 5799173"/>
              <a:gd name="connsiteY24704" fmla="*/ 2860792 h 5017219"/>
              <a:gd name="connsiteX24705" fmla="*/ 5463815 w 5799173"/>
              <a:gd name="connsiteY24705" fmla="*/ 2862287 h 5017219"/>
              <a:gd name="connsiteX24706" fmla="*/ 5453430 w 5799173"/>
              <a:gd name="connsiteY24706" fmla="*/ 2880232 h 5017219"/>
              <a:gd name="connsiteX24707" fmla="*/ 5452184 w 5799173"/>
              <a:gd name="connsiteY24707" fmla="*/ 2880980 h 5017219"/>
              <a:gd name="connsiteX24708" fmla="*/ 5551787 w 5799173"/>
              <a:gd name="connsiteY24708" fmla="*/ 2913234 h 5017219"/>
              <a:gd name="connsiteX24709" fmla="*/ 5550541 w 5799173"/>
              <a:gd name="connsiteY24709" fmla="*/ 2912486 h 5017219"/>
              <a:gd name="connsiteX24710" fmla="*/ 5540156 w 5799173"/>
              <a:gd name="connsiteY24710" fmla="*/ 2894541 h 5017219"/>
              <a:gd name="connsiteX24711" fmla="*/ 5540156 w 5799173"/>
              <a:gd name="connsiteY24711" fmla="*/ 2893046 h 5017219"/>
              <a:gd name="connsiteX24712" fmla="*/ 5550541 w 5799173"/>
              <a:gd name="connsiteY24712" fmla="*/ 2875101 h 5017219"/>
              <a:gd name="connsiteX24713" fmla="*/ 5551787 w 5799173"/>
              <a:gd name="connsiteY24713" fmla="*/ 2874353 h 5017219"/>
              <a:gd name="connsiteX24714" fmla="*/ 5572557 w 5799173"/>
              <a:gd name="connsiteY24714" fmla="*/ 2874353 h 5017219"/>
              <a:gd name="connsiteX24715" fmla="*/ 5573803 w 5799173"/>
              <a:gd name="connsiteY24715" fmla="*/ 2875101 h 5017219"/>
              <a:gd name="connsiteX24716" fmla="*/ 5584188 w 5799173"/>
              <a:gd name="connsiteY24716" fmla="*/ 2893046 h 5017219"/>
              <a:gd name="connsiteX24717" fmla="*/ 5584188 w 5799173"/>
              <a:gd name="connsiteY24717" fmla="*/ 2894541 h 5017219"/>
              <a:gd name="connsiteX24718" fmla="*/ 5573803 w 5799173"/>
              <a:gd name="connsiteY24718" fmla="*/ 2912486 h 5017219"/>
              <a:gd name="connsiteX24719" fmla="*/ 5572557 w 5799173"/>
              <a:gd name="connsiteY24719" fmla="*/ 2913234 h 5017219"/>
              <a:gd name="connsiteX24720" fmla="*/ 5611974 w 5799173"/>
              <a:gd name="connsiteY24720" fmla="*/ 2929361 h 5017219"/>
              <a:gd name="connsiteX24721" fmla="*/ 5610728 w 5799173"/>
              <a:gd name="connsiteY24721" fmla="*/ 2928613 h 5017219"/>
              <a:gd name="connsiteX24722" fmla="*/ 5600343 w 5799173"/>
              <a:gd name="connsiteY24722" fmla="*/ 2910668 h 5017219"/>
              <a:gd name="connsiteX24723" fmla="*/ 5600343 w 5799173"/>
              <a:gd name="connsiteY24723" fmla="*/ 2909173 h 5017219"/>
              <a:gd name="connsiteX24724" fmla="*/ 5610728 w 5799173"/>
              <a:gd name="connsiteY24724" fmla="*/ 2891228 h 5017219"/>
              <a:gd name="connsiteX24725" fmla="*/ 5611974 w 5799173"/>
              <a:gd name="connsiteY24725" fmla="*/ 2890480 h 5017219"/>
              <a:gd name="connsiteX24726" fmla="*/ 5632744 w 5799173"/>
              <a:gd name="connsiteY24726" fmla="*/ 2890480 h 5017219"/>
              <a:gd name="connsiteX24727" fmla="*/ 5633990 w 5799173"/>
              <a:gd name="connsiteY24727" fmla="*/ 2891228 h 5017219"/>
              <a:gd name="connsiteX24728" fmla="*/ 5644375 w 5799173"/>
              <a:gd name="connsiteY24728" fmla="*/ 2909173 h 5017219"/>
              <a:gd name="connsiteX24729" fmla="*/ 5644375 w 5799173"/>
              <a:gd name="connsiteY24729" fmla="*/ 2910668 h 5017219"/>
              <a:gd name="connsiteX24730" fmla="*/ 5633990 w 5799173"/>
              <a:gd name="connsiteY24730" fmla="*/ 2928613 h 5017219"/>
              <a:gd name="connsiteX24731" fmla="*/ 5632744 w 5799173"/>
              <a:gd name="connsiteY24731" fmla="*/ 2929361 h 5017219"/>
              <a:gd name="connsiteX24732" fmla="*/ 4889655 w 5799173"/>
              <a:gd name="connsiteY24732" fmla="*/ 2735920 h 5017219"/>
              <a:gd name="connsiteX24733" fmla="*/ 4888409 w 5799173"/>
              <a:gd name="connsiteY24733" fmla="*/ 2735173 h 5017219"/>
              <a:gd name="connsiteX24734" fmla="*/ 4878024 w 5799173"/>
              <a:gd name="connsiteY24734" fmla="*/ 2717144 h 5017219"/>
              <a:gd name="connsiteX24735" fmla="*/ 4878024 w 5799173"/>
              <a:gd name="connsiteY24735" fmla="*/ 2715649 h 5017219"/>
              <a:gd name="connsiteX24736" fmla="*/ 4888492 w 5799173"/>
              <a:gd name="connsiteY24736" fmla="*/ 2697621 h 5017219"/>
              <a:gd name="connsiteX24737" fmla="*/ 4889738 w 5799173"/>
              <a:gd name="connsiteY24737" fmla="*/ 2696873 h 5017219"/>
              <a:gd name="connsiteX24738" fmla="*/ 4910591 w 5799173"/>
              <a:gd name="connsiteY24738" fmla="*/ 2696873 h 5017219"/>
              <a:gd name="connsiteX24739" fmla="*/ 4911837 w 5799173"/>
              <a:gd name="connsiteY24739" fmla="*/ 2697621 h 5017219"/>
              <a:gd name="connsiteX24740" fmla="*/ 4922222 w 5799173"/>
              <a:gd name="connsiteY24740" fmla="*/ 2715649 h 5017219"/>
              <a:gd name="connsiteX24741" fmla="*/ 4922222 w 5799173"/>
              <a:gd name="connsiteY24741" fmla="*/ 2717144 h 5017219"/>
              <a:gd name="connsiteX24742" fmla="*/ 4911754 w 5799173"/>
              <a:gd name="connsiteY24742" fmla="*/ 2735174 h 5017219"/>
              <a:gd name="connsiteX24743" fmla="*/ 4910508 w 5799173"/>
              <a:gd name="connsiteY24743" fmla="*/ 2735920 h 5017219"/>
              <a:gd name="connsiteX24744" fmla="*/ 5310959 w 5799173"/>
              <a:gd name="connsiteY24744" fmla="*/ 2848808 h 5017219"/>
              <a:gd name="connsiteX24745" fmla="*/ 5309713 w 5799173"/>
              <a:gd name="connsiteY24745" fmla="*/ 2848061 h 5017219"/>
              <a:gd name="connsiteX24746" fmla="*/ 5299328 w 5799173"/>
              <a:gd name="connsiteY24746" fmla="*/ 2830033 h 5017219"/>
              <a:gd name="connsiteX24747" fmla="*/ 5299328 w 5799173"/>
              <a:gd name="connsiteY24747" fmla="*/ 2828537 h 5017219"/>
              <a:gd name="connsiteX24748" fmla="*/ 5309796 w 5799173"/>
              <a:gd name="connsiteY24748" fmla="*/ 2810509 h 5017219"/>
              <a:gd name="connsiteX24749" fmla="*/ 5311042 w 5799173"/>
              <a:gd name="connsiteY24749" fmla="*/ 2809761 h 5017219"/>
              <a:gd name="connsiteX24750" fmla="*/ 5331895 w 5799173"/>
              <a:gd name="connsiteY24750" fmla="*/ 2809761 h 5017219"/>
              <a:gd name="connsiteX24751" fmla="*/ 5333141 w 5799173"/>
              <a:gd name="connsiteY24751" fmla="*/ 2810509 h 5017219"/>
              <a:gd name="connsiteX24752" fmla="*/ 5343526 w 5799173"/>
              <a:gd name="connsiteY24752" fmla="*/ 2828537 h 5017219"/>
              <a:gd name="connsiteX24753" fmla="*/ 5343526 w 5799173"/>
              <a:gd name="connsiteY24753" fmla="*/ 2830033 h 5017219"/>
              <a:gd name="connsiteX24754" fmla="*/ 5333058 w 5799173"/>
              <a:gd name="connsiteY24754" fmla="*/ 2848062 h 5017219"/>
              <a:gd name="connsiteX24755" fmla="*/ 5331812 w 5799173"/>
              <a:gd name="connsiteY24755" fmla="*/ 2848809 h 5017219"/>
              <a:gd name="connsiteX24756" fmla="*/ 5491517 w 5799173"/>
              <a:gd name="connsiteY24756" fmla="*/ 2897189 h 5017219"/>
              <a:gd name="connsiteX24757" fmla="*/ 5490271 w 5799173"/>
              <a:gd name="connsiteY24757" fmla="*/ 2896442 h 5017219"/>
              <a:gd name="connsiteX24758" fmla="*/ 5479886 w 5799173"/>
              <a:gd name="connsiteY24758" fmla="*/ 2878413 h 5017219"/>
              <a:gd name="connsiteX24759" fmla="*/ 5479886 w 5799173"/>
              <a:gd name="connsiteY24759" fmla="*/ 2876918 h 5017219"/>
              <a:gd name="connsiteX24760" fmla="*/ 5490354 w 5799173"/>
              <a:gd name="connsiteY24760" fmla="*/ 2858890 h 5017219"/>
              <a:gd name="connsiteX24761" fmla="*/ 5491600 w 5799173"/>
              <a:gd name="connsiteY24761" fmla="*/ 2858142 h 5017219"/>
              <a:gd name="connsiteX24762" fmla="*/ 5512453 w 5799173"/>
              <a:gd name="connsiteY24762" fmla="*/ 2858142 h 5017219"/>
              <a:gd name="connsiteX24763" fmla="*/ 5513699 w 5799173"/>
              <a:gd name="connsiteY24763" fmla="*/ 2858890 h 5017219"/>
              <a:gd name="connsiteX24764" fmla="*/ 5524084 w 5799173"/>
              <a:gd name="connsiteY24764" fmla="*/ 2876918 h 5017219"/>
              <a:gd name="connsiteX24765" fmla="*/ 5524084 w 5799173"/>
              <a:gd name="connsiteY24765" fmla="*/ 2878413 h 5017219"/>
              <a:gd name="connsiteX24766" fmla="*/ 5513616 w 5799173"/>
              <a:gd name="connsiteY24766" fmla="*/ 2896442 h 5017219"/>
              <a:gd name="connsiteX24767" fmla="*/ 5512370 w 5799173"/>
              <a:gd name="connsiteY24767" fmla="*/ 2897189 h 5017219"/>
              <a:gd name="connsiteX24768" fmla="*/ 5250772 w 5799173"/>
              <a:gd name="connsiteY24768" fmla="*/ 2832764 h 5017219"/>
              <a:gd name="connsiteX24769" fmla="*/ 5249526 w 5799173"/>
              <a:gd name="connsiteY24769" fmla="*/ 2832016 h 5017219"/>
              <a:gd name="connsiteX24770" fmla="*/ 5239058 w 5799173"/>
              <a:gd name="connsiteY24770" fmla="*/ 2813905 h 5017219"/>
              <a:gd name="connsiteX24771" fmla="*/ 5239058 w 5799173"/>
              <a:gd name="connsiteY24771" fmla="*/ 2812410 h 5017219"/>
              <a:gd name="connsiteX24772" fmla="*/ 5249526 w 5799173"/>
              <a:gd name="connsiteY24772" fmla="*/ 2794300 h 5017219"/>
              <a:gd name="connsiteX24773" fmla="*/ 5250772 w 5799173"/>
              <a:gd name="connsiteY24773" fmla="*/ 2793552 h 5017219"/>
              <a:gd name="connsiteX24774" fmla="*/ 5271708 w 5799173"/>
              <a:gd name="connsiteY24774" fmla="*/ 2793551 h 5017219"/>
              <a:gd name="connsiteX24775" fmla="*/ 5272954 w 5799173"/>
              <a:gd name="connsiteY24775" fmla="*/ 2794299 h 5017219"/>
              <a:gd name="connsiteX24776" fmla="*/ 5283422 w 5799173"/>
              <a:gd name="connsiteY24776" fmla="*/ 2812410 h 5017219"/>
              <a:gd name="connsiteX24777" fmla="*/ 5283422 w 5799173"/>
              <a:gd name="connsiteY24777" fmla="*/ 2813906 h 5017219"/>
              <a:gd name="connsiteX24778" fmla="*/ 5272954 w 5799173"/>
              <a:gd name="connsiteY24778" fmla="*/ 2832016 h 5017219"/>
              <a:gd name="connsiteX24779" fmla="*/ 5271708 w 5799173"/>
              <a:gd name="connsiteY24779" fmla="*/ 2832764 h 5017219"/>
              <a:gd name="connsiteX24780" fmla="*/ 3866405 w 5799173"/>
              <a:gd name="connsiteY24780" fmla="*/ 2462108 h 5017219"/>
              <a:gd name="connsiteX24781" fmla="*/ 3865075 w 5799173"/>
              <a:gd name="connsiteY24781" fmla="*/ 2461360 h 5017219"/>
              <a:gd name="connsiteX24782" fmla="*/ 3854525 w 5799173"/>
              <a:gd name="connsiteY24782" fmla="*/ 2443000 h 5017219"/>
              <a:gd name="connsiteX24783" fmla="*/ 3854525 w 5799173"/>
              <a:gd name="connsiteY24783" fmla="*/ 2441504 h 5017219"/>
              <a:gd name="connsiteX24784" fmla="*/ 3865075 w 5799173"/>
              <a:gd name="connsiteY24784" fmla="*/ 2423144 h 5017219"/>
              <a:gd name="connsiteX24785" fmla="*/ 3866405 w 5799173"/>
              <a:gd name="connsiteY24785" fmla="*/ 2422396 h 5017219"/>
              <a:gd name="connsiteX24786" fmla="*/ 3887590 w 5799173"/>
              <a:gd name="connsiteY24786" fmla="*/ 2422396 h 5017219"/>
              <a:gd name="connsiteX24787" fmla="*/ 3888919 w 5799173"/>
              <a:gd name="connsiteY24787" fmla="*/ 2423144 h 5017219"/>
              <a:gd name="connsiteX24788" fmla="*/ 3899470 w 5799173"/>
              <a:gd name="connsiteY24788" fmla="*/ 2441504 h 5017219"/>
              <a:gd name="connsiteX24789" fmla="*/ 3899471 w 5799173"/>
              <a:gd name="connsiteY24789" fmla="*/ 2443000 h 5017219"/>
              <a:gd name="connsiteX24790" fmla="*/ 3888920 w 5799173"/>
              <a:gd name="connsiteY24790" fmla="*/ 2461360 h 5017219"/>
              <a:gd name="connsiteX24791" fmla="*/ 3887589 w 5799173"/>
              <a:gd name="connsiteY24791" fmla="*/ 2462108 h 5017219"/>
              <a:gd name="connsiteX24792" fmla="*/ 3986696 w 5799173"/>
              <a:gd name="connsiteY24792" fmla="*/ 2494435 h 5017219"/>
              <a:gd name="connsiteX24793" fmla="*/ 3985367 w 5799173"/>
              <a:gd name="connsiteY24793" fmla="*/ 2493687 h 5017219"/>
              <a:gd name="connsiteX24794" fmla="*/ 3974732 w 5799173"/>
              <a:gd name="connsiteY24794" fmla="*/ 2475244 h 5017219"/>
              <a:gd name="connsiteX24795" fmla="*/ 3974733 w 5799173"/>
              <a:gd name="connsiteY24795" fmla="*/ 2473748 h 5017219"/>
              <a:gd name="connsiteX24796" fmla="*/ 3985367 w 5799173"/>
              <a:gd name="connsiteY24796" fmla="*/ 2455305 h 5017219"/>
              <a:gd name="connsiteX24797" fmla="*/ 3986696 w 5799173"/>
              <a:gd name="connsiteY24797" fmla="*/ 2454557 h 5017219"/>
              <a:gd name="connsiteX24798" fmla="*/ 4007964 w 5799173"/>
              <a:gd name="connsiteY24798" fmla="*/ 2454557 h 5017219"/>
              <a:gd name="connsiteX24799" fmla="*/ 4009294 w 5799173"/>
              <a:gd name="connsiteY24799" fmla="*/ 2455305 h 5017219"/>
              <a:gd name="connsiteX24800" fmla="*/ 4019928 w 5799173"/>
              <a:gd name="connsiteY24800" fmla="*/ 2473748 h 5017219"/>
              <a:gd name="connsiteX24801" fmla="*/ 4019927 w 5799173"/>
              <a:gd name="connsiteY24801" fmla="*/ 2475244 h 5017219"/>
              <a:gd name="connsiteX24802" fmla="*/ 4009294 w 5799173"/>
              <a:gd name="connsiteY24802" fmla="*/ 2493687 h 5017219"/>
              <a:gd name="connsiteX24803" fmla="*/ 4007965 w 5799173"/>
              <a:gd name="connsiteY24803" fmla="*/ 2494435 h 5017219"/>
              <a:gd name="connsiteX24804" fmla="*/ 4046881 w 5799173"/>
              <a:gd name="connsiteY24804" fmla="*/ 2510561 h 5017219"/>
              <a:gd name="connsiteX24805" fmla="*/ 4045553 w 5799173"/>
              <a:gd name="connsiteY24805" fmla="*/ 2509813 h 5017219"/>
              <a:gd name="connsiteX24806" fmla="*/ 4034918 w 5799173"/>
              <a:gd name="connsiteY24806" fmla="*/ 2491370 h 5017219"/>
              <a:gd name="connsiteX24807" fmla="*/ 4034918 w 5799173"/>
              <a:gd name="connsiteY24807" fmla="*/ 2489874 h 5017219"/>
              <a:gd name="connsiteX24808" fmla="*/ 4045553 w 5799173"/>
              <a:gd name="connsiteY24808" fmla="*/ 2471432 h 5017219"/>
              <a:gd name="connsiteX24809" fmla="*/ 4046882 w 5799173"/>
              <a:gd name="connsiteY24809" fmla="*/ 2470684 h 5017219"/>
              <a:gd name="connsiteX24810" fmla="*/ 4068150 w 5799173"/>
              <a:gd name="connsiteY24810" fmla="*/ 2470683 h 5017219"/>
              <a:gd name="connsiteX24811" fmla="*/ 4069479 w 5799173"/>
              <a:gd name="connsiteY24811" fmla="*/ 2471432 h 5017219"/>
              <a:gd name="connsiteX24812" fmla="*/ 4080113 w 5799173"/>
              <a:gd name="connsiteY24812" fmla="*/ 2489875 h 5017219"/>
              <a:gd name="connsiteX24813" fmla="*/ 4080113 w 5799173"/>
              <a:gd name="connsiteY24813" fmla="*/ 2491370 h 5017219"/>
              <a:gd name="connsiteX24814" fmla="*/ 4069480 w 5799173"/>
              <a:gd name="connsiteY24814" fmla="*/ 2509813 h 5017219"/>
              <a:gd name="connsiteX24815" fmla="*/ 4068151 w 5799173"/>
              <a:gd name="connsiteY24815" fmla="*/ 2510561 h 5017219"/>
              <a:gd name="connsiteX24816" fmla="*/ 3926426 w 5799173"/>
              <a:gd name="connsiteY24816" fmla="*/ 2478390 h 5017219"/>
              <a:gd name="connsiteX24817" fmla="*/ 3925097 w 5799173"/>
              <a:gd name="connsiteY24817" fmla="*/ 2477643 h 5017219"/>
              <a:gd name="connsiteX24818" fmla="*/ 3914463 w 5799173"/>
              <a:gd name="connsiteY24818" fmla="*/ 2459116 h 5017219"/>
              <a:gd name="connsiteX24819" fmla="*/ 3914463 w 5799173"/>
              <a:gd name="connsiteY24819" fmla="*/ 2457620 h 5017219"/>
              <a:gd name="connsiteX24820" fmla="*/ 3925180 w 5799173"/>
              <a:gd name="connsiteY24820" fmla="*/ 2439094 h 5017219"/>
              <a:gd name="connsiteX24821" fmla="*/ 3926510 w 5799173"/>
              <a:gd name="connsiteY24821" fmla="*/ 2438346 h 5017219"/>
              <a:gd name="connsiteX24822" fmla="*/ 3947861 w 5799173"/>
              <a:gd name="connsiteY24822" fmla="*/ 2438346 h 5017219"/>
              <a:gd name="connsiteX24823" fmla="*/ 3949190 w 5799173"/>
              <a:gd name="connsiteY24823" fmla="*/ 2439094 h 5017219"/>
              <a:gd name="connsiteX24824" fmla="*/ 3959824 w 5799173"/>
              <a:gd name="connsiteY24824" fmla="*/ 2457620 h 5017219"/>
              <a:gd name="connsiteX24825" fmla="*/ 3959824 w 5799173"/>
              <a:gd name="connsiteY24825" fmla="*/ 2459116 h 5017219"/>
              <a:gd name="connsiteX24826" fmla="*/ 3949107 w 5799173"/>
              <a:gd name="connsiteY24826" fmla="*/ 2477643 h 5017219"/>
              <a:gd name="connsiteX24827" fmla="*/ 3947778 w 5799173"/>
              <a:gd name="connsiteY24827" fmla="*/ 2478390 h 5017219"/>
              <a:gd name="connsiteX24828" fmla="*/ 4287461 w 5799173"/>
              <a:gd name="connsiteY24828" fmla="*/ 2575317 h 5017219"/>
              <a:gd name="connsiteX24829" fmla="*/ 4286131 w 5799173"/>
              <a:gd name="connsiteY24829" fmla="*/ 2574570 h 5017219"/>
              <a:gd name="connsiteX24830" fmla="*/ 4275331 w 5799173"/>
              <a:gd name="connsiteY24830" fmla="*/ 2555877 h 5017219"/>
              <a:gd name="connsiteX24831" fmla="*/ 4275331 w 5799173"/>
              <a:gd name="connsiteY24831" fmla="*/ 2554381 h 5017219"/>
              <a:gd name="connsiteX24832" fmla="*/ 4286131 w 5799173"/>
              <a:gd name="connsiteY24832" fmla="*/ 2535689 h 5017219"/>
              <a:gd name="connsiteX24833" fmla="*/ 4287461 w 5799173"/>
              <a:gd name="connsiteY24833" fmla="*/ 2534941 h 5017219"/>
              <a:gd name="connsiteX24834" fmla="*/ 4309061 w 5799173"/>
              <a:gd name="connsiteY24834" fmla="*/ 2534941 h 5017219"/>
              <a:gd name="connsiteX24835" fmla="*/ 4310390 w 5799173"/>
              <a:gd name="connsiteY24835" fmla="*/ 2535689 h 5017219"/>
              <a:gd name="connsiteX24836" fmla="*/ 4321191 w 5799173"/>
              <a:gd name="connsiteY24836" fmla="*/ 2554381 h 5017219"/>
              <a:gd name="connsiteX24837" fmla="*/ 4321191 w 5799173"/>
              <a:gd name="connsiteY24837" fmla="*/ 2555877 h 5017219"/>
              <a:gd name="connsiteX24838" fmla="*/ 4310390 w 5799173"/>
              <a:gd name="connsiteY24838" fmla="*/ 2574570 h 5017219"/>
              <a:gd name="connsiteX24839" fmla="*/ 4309061 w 5799173"/>
              <a:gd name="connsiteY24839" fmla="*/ 2575317 h 5017219"/>
              <a:gd name="connsiteX24840" fmla="*/ 4167017 w 5799173"/>
              <a:gd name="connsiteY24840" fmla="*/ 2543232 h 5017219"/>
              <a:gd name="connsiteX24841" fmla="*/ 4165687 w 5799173"/>
              <a:gd name="connsiteY24841" fmla="*/ 2542484 h 5017219"/>
              <a:gd name="connsiteX24842" fmla="*/ 4154804 w 5799173"/>
              <a:gd name="connsiteY24842" fmla="*/ 2523625 h 5017219"/>
              <a:gd name="connsiteX24843" fmla="*/ 4154804 w 5799173"/>
              <a:gd name="connsiteY24843" fmla="*/ 2522047 h 5017219"/>
              <a:gd name="connsiteX24844" fmla="*/ 4165687 w 5799173"/>
              <a:gd name="connsiteY24844" fmla="*/ 2503188 h 5017219"/>
              <a:gd name="connsiteX24845" fmla="*/ 4167017 w 5799173"/>
              <a:gd name="connsiteY24845" fmla="*/ 2502440 h 5017219"/>
              <a:gd name="connsiteX24846" fmla="*/ 4188783 w 5799173"/>
              <a:gd name="connsiteY24846" fmla="*/ 2502440 h 5017219"/>
              <a:gd name="connsiteX24847" fmla="*/ 4190113 w 5799173"/>
              <a:gd name="connsiteY24847" fmla="*/ 2503188 h 5017219"/>
              <a:gd name="connsiteX24848" fmla="*/ 4200996 w 5799173"/>
              <a:gd name="connsiteY24848" fmla="*/ 2522047 h 5017219"/>
              <a:gd name="connsiteX24849" fmla="*/ 4200996 w 5799173"/>
              <a:gd name="connsiteY24849" fmla="*/ 2523625 h 5017219"/>
              <a:gd name="connsiteX24850" fmla="*/ 4190113 w 5799173"/>
              <a:gd name="connsiteY24850" fmla="*/ 2542484 h 5017219"/>
              <a:gd name="connsiteX24851" fmla="*/ 4188783 w 5799173"/>
              <a:gd name="connsiteY24851" fmla="*/ 2543232 h 5017219"/>
              <a:gd name="connsiteX24852" fmla="*/ 4347470 w 5799173"/>
              <a:gd name="connsiteY24852" fmla="*/ 2591775 h 5017219"/>
              <a:gd name="connsiteX24853" fmla="*/ 4346140 w 5799173"/>
              <a:gd name="connsiteY24853" fmla="*/ 2591027 h 5017219"/>
              <a:gd name="connsiteX24854" fmla="*/ 4335257 w 5799173"/>
              <a:gd name="connsiteY24854" fmla="*/ 2572085 h 5017219"/>
              <a:gd name="connsiteX24855" fmla="*/ 4335257 w 5799173"/>
              <a:gd name="connsiteY24855" fmla="*/ 2570507 h 5017219"/>
              <a:gd name="connsiteX24856" fmla="*/ 4346223 w 5799173"/>
              <a:gd name="connsiteY24856" fmla="*/ 2551565 h 5017219"/>
              <a:gd name="connsiteX24857" fmla="*/ 4347553 w 5799173"/>
              <a:gd name="connsiteY24857" fmla="*/ 2550817 h 5017219"/>
              <a:gd name="connsiteX24858" fmla="*/ 4369403 w 5799173"/>
              <a:gd name="connsiteY24858" fmla="*/ 2550817 h 5017219"/>
              <a:gd name="connsiteX24859" fmla="*/ 4370732 w 5799173"/>
              <a:gd name="connsiteY24859" fmla="*/ 2551565 h 5017219"/>
              <a:gd name="connsiteX24860" fmla="*/ 4381615 w 5799173"/>
              <a:gd name="connsiteY24860" fmla="*/ 2570507 h 5017219"/>
              <a:gd name="connsiteX24861" fmla="*/ 4381615 w 5799173"/>
              <a:gd name="connsiteY24861" fmla="*/ 2572085 h 5017219"/>
              <a:gd name="connsiteX24862" fmla="*/ 4370649 w 5799173"/>
              <a:gd name="connsiteY24862" fmla="*/ 2591027 h 5017219"/>
              <a:gd name="connsiteX24863" fmla="*/ 4369319 w 5799173"/>
              <a:gd name="connsiteY24863" fmla="*/ 2591775 h 5017219"/>
              <a:gd name="connsiteX24864" fmla="*/ 4227015 w 5799173"/>
              <a:gd name="connsiteY24864" fmla="*/ 2559687 h 5017219"/>
              <a:gd name="connsiteX24865" fmla="*/ 4225686 w 5799173"/>
              <a:gd name="connsiteY24865" fmla="*/ 2558940 h 5017219"/>
              <a:gd name="connsiteX24866" fmla="*/ 4214636 w 5799173"/>
              <a:gd name="connsiteY24866" fmla="*/ 2539831 h 5017219"/>
              <a:gd name="connsiteX24867" fmla="*/ 4214636 w 5799173"/>
              <a:gd name="connsiteY24867" fmla="*/ 2538253 h 5017219"/>
              <a:gd name="connsiteX24868" fmla="*/ 4225686 w 5799173"/>
              <a:gd name="connsiteY24868" fmla="*/ 2519145 h 5017219"/>
              <a:gd name="connsiteX24869" fmla="*/ 4227014 w 5799173"/>
              <a:gd name="connsiteY24869" fmla="*/ 2518397 h 5017219"/>
              <a:gd name="connsiteX24870" fmla="*/ 4249113 w 5799173"/>
              <a:gd name="connsiteY24870" fmla="*/ 2518397 h 5017219"/>
              <a:gd name="connsiteX24871" fmla="*/ 4250443 w 5799173"/>
              <a:gd name="connsiteY24871" fmla="*/ 2519145 h 5017219"/>
              <a:gd name="connsiteX24872" fmla="*/ 4261493 w 5799173"/>
              <a:gd name="connsiteY24872" fmla="*/ 2538253 h 5017219"/>
              <a:gd name="connsiteX24873" fmla="*/ 4261493 w 5799173"/>
              <a:gd name="connsiteY24873" fmla="*/ 2539831 h 5017219"/>
              <a:gd name="connsiteX24874" fmla="*/ 4250442 w 5799173"/>
              <a:gd name="connsiteY24874" fmla="*/ 2558939 h 5017219"/>
              <a:gd name="connsiteX24875" fmla="*/ 4249114 w 5799173"/>
              <a:gd name="connsiteY24875" fmla="*/ 2559687 h 5017219"/>
              <a:gd name="connsiteX24876" fmla="*/ 4407573 w 5799173"/>
              <a:gd name="connsiteY24876" fmla="*/ 2608067 h 5017219"/>
              <a:gd name="connsiteX24877" fmla="*/ 4406243 w 5799173"/>
              <a:gd name="connsiteY24877" fmla="*/ 2607320 h 5017219"/>
              <a:gd name="connsiteX24878" fmla="*/ 4395194 w 5799173"/>
              <a:gd name="connsiteY24878" fmla="*/ 2588211 h 5017219"/>
              <a:gd name="connsiteX24879" fmla="*/ 4395194 w 5799173"/>
              <a:gd name="connsiteY24879" fmla="*/ 2586633 h 5017219"/>
              <a:gd name="connsiteX24880" fmla="*/ 4406243 w 5799173"/>
              <a:gd name="connsiteY24880" fmla="*/ 2567525 h 5017219"/>
              <a:gd name="connsiteX24881" fmla="*/ 4407573 w 5799173"/>
              <a:gd name="connsiteY24881" fmla="*/ 2566777 h 5017219"/>
              <a:gd name="connsiteX24882" fmla="*/ 4429672 w 5799173"/>
              <a:gd name="connsiteY24882" fmla="*/ 2566777 h 5017219"/>
              <a:gd name="connsiteX24883" fmla="*/ 4431001 w 5799173"/>
              <a:gd name="connsiteY24883" fmla="*/ 2567525 h 5017219"/>
              <a:gd name="connsiteX24884" fmla="*/ 4442051 w 5799173"/>
              <a:gd name="connsiteY24884" fmla="*/ 2586633 h 5017219"/>
              <a:gd name="connsiteX24885" fmla="*/ 4442051 w 5799173"/>
              <a:gd name="connsiteY24885" fmla="*/ 2588211 h 5017219"/>
              <a:gd name="connsiteX24886" fmla="*/ 4431001 w 5799173"/>
              <a:gd name="connsiteY24886" fmla="*/ 2607320 h 5017219"/>
              <a:gd name="connsiteX24887" fmla="*/ 4429672 w 5799173"/>
              <a:gd name="connsiteY24887" fmla="*/ 2608067 h 5017219"/>
              <a:gd name="connsiteX24888" fmla="*/ 4587964 w 5799173"/>
              <a:gd name="connsiteY24888" fmla="*/ 2656875 h 5017219"/>
              <a:gd name="connsiteX24889" fmla="*/ 4586552 w 5799173"/>
              <a:gd name="connsiteY24889" fmla="*/ 2656044 h 5017219"/>
              <a:gd name="connsiteX24890" fmla="*/ 4575336 w 5799173"/>
              <a:gd name="connsiteY24890" fmla="*/ 2636603 h 5017219"/>
              <a:gd name="connsiteX24891" fmla="*/ 4575336 w 5799173"/>
              <a:gd name="connsiteY24891" fmla="*/ 2635024 h 5017219"/>
              <a:gd name="connsiteX24892" fmla="*/ 4586552 w 5799173"/>
              <a:gd name="connsiteY24892" fmla="*/ 2615584 h 5017219"/>
              <a:gd name="connsiteX24893" fmla="*/ 4587964 w 5799173"/>
              <a:gd name="connsiteY24893" fmla="*/ 2614754 h 5017219"/>
              <a:gd name="connsiteX24894" fmla="*/ 4610479 w 5799173"/>
              <a:gd name="connsiteY24894" fmla="*/ 2614753 h 5017219"/>
              <a:gd name="connsiteX24895" fmla="*/ 4611891 w 5799173"/>
              <a:gd name="connsiteY24895" fmla="*/ 2615584 h 5017219"/>
              <a:gd name="connsiteX24896" fmla="*/ 4623106 w 5799173"/>
              <a:gd name="connsiteY24896" fmla="*/ 2635025 h 5017219"/>
              <a:gd name="connsiteX24897" fmla="*/ 4623106 w 5799173"/>
              <a:gd name="connsiteY24897" fmla="*/ 2636604 h 5017219"/>
              <a:gd name="connsiteX24898" fmla="*/ 4611891 w 5799173"/>
              <a:gd name="connsiteY24898" fmla="*/ 2656044 h 5017219"/>
              <a:gd name="connsiteX24899" fmla="*/ 4610479 w 5799173"/>
              <a:gd name="connsiteY24899" fmla="*/ 2656874 h 5017219"/>
              <a:gd name="connsiteX24900" fmla="*/ 4467375 w 5799173"/>
              <a:gd name="connsiteY24900" fmla="*/ 2625040 h 5017219"/>
              <a:gd name="connsiteX24901" fmla="*/ 4465963 w 5799173"/>
              <a:gd name="connsiteY24901" fmla="*/ 2624209 h 5017219"/>
              <a:gd name="connsiteX24902" fmla="*/ 4454498 w 5799173"/>
              <a:gd name="connsiteY24902" fmla="*/ 2604270 h 5017219"/>
              <a:gd name="connsiteX24903" fmla="*/ 4454498 w 5799173"/>
              <a:gd name="connsiteY24903" fmla="*/ 2602609 h 5017219"/>
              <a:gd name="connsiteX24904" fmla="*/ 4465963 w 5799173"/>
              <a:gd name="connsiteY24904" fmla="*/ 2582670 h 5017219"/>
              <a:gd name="connsiteX24905" fmla="*/ 4467375 w 5799173"/>
              <a:gd name="connsiteY24905" fmla="*/ 2581839 h 5017219"/>
              <a:gd name="connsiteX24906" fmla="*/ 4490388 w 5799173"/>
              <a:gd name="connsiteY24906" fmla="*/ 2581839 h 5017219"/>
              <a:gd name="connsiteX24907" fmla="*/ 4491801 w 5799173"/>
              <a:gd name="connsiteY24907" fmla="*/ 2582670 h 5017219"/>
              <a:gd name="connsiteX24908" fmla="*/ 4503266 w 5799173"/>
              <a:gd name="connsiteY24908" fmla="*/ 2602609 h 5017219"/>
              <a:gd name="connsiteX24909" fmla="*/ 4503266 w 5799173"/>
              <a:gd name="connsiteY24909" fmla="*/ 2604270 h 5017219"/>
              <a:gd name="connsiteX24910" fmla="*/ 4491801 w 5799173"/>
              <a:gd name="connsiteY24910" fmla="*/ 2624209 h 5017219"/>
              <a:gd name="connsiteX24911" fmla="*/ 4490388 w 5799173"/>
              <a:gd name="connsiteY24911" fmla="*/ 2625040 h 5017219"/>
              <a:gd name="connsiteX24912" fmla="*/ 4527376 w 5799173"/>
              <a:gd name="connsiteY24912" fmla="*/ 2641402 h 5017219"/>
              <a:gd name="connsiteX24913" fmla="*/ 4525962 w 5799173"/>
              <a:gd name="connsiteY24913" fmla="*/ 2640572 h 5017219"/>
              <a:gd name="connsiteX24914" fmla="*/ 4514414 w 5799173"/>
              <a:gd name="connsiteY24914" fmla="*/ 2620467 h 5017219"/>
              <a:gd name="connsiteX24915" fmla="*/ 4514415 w 5799173"/>
              <a:gd name="connsiteY24915" fmla="*/ 2618805 h 5017219"/>
              <a:gd name="connsiteX24916" fmla="*/ 4526046 w 5799173"/>
              <a:gd name="connsiteY24916" fmla="*/ 2598700 h 5017219"/>
              <a:gd name="connsiteX24917" fmla="*/ 4527459 w 5799173"/>
              <a:gd name="connsiteY24917" fmla="*/ 2597870 h 5017219"/>
              <a:gd name="connsiteX24918" fmla="*/ 4550638 w 5799173"/>
              <a:gd name="connsiteY24918" fmla="*/ 2597869 h 5017219"/>
              <a:gd name="connsiteX24919" fmla="*/ 4552050 w 5799173"/>
              <a:gd name="connsiteY24919" fmla="*/ 2598700 h 5017219"/>
              <a:gd name="connsiteX24920" fmla="*/ 4563598 w 5799173"/>
              <a:gd name="connsiteY24920" fmla="*/ 2618805 h 5017219"/>
              <a:gd name="connsiteX24921" fmla="*/ 4563598 w 5799173"/>
              <a:gd name="connsiteY24921" fmla="*/ 2620468 h 5017219"/>
              <a:gd name="connsiteX24922" fmla="*/ 4551966 w 5799173"/>
              <a:gd name="connsiteY24922" fmla="*/ 2640572 h 5017219"/>
              <a:gd name="connsiteX24923" fmla="*/ 4550555 w 5799173"/>
              <a:gd name="connsiteY24923" fmla="*/ 2641402 h 5017219"/>
              <a:gd name="connsiteX24924" fmla="*/ 4762710 w 5799173"/>
              <a:gd name="connsiteY24924" fmla="*/ 2742133 h 5017219"/>
              <a:gd name="connsiteX24925" fmla="*/ 4762295 w 5799173"/>
              <a:gd name="connsiteY24925" fmla="*/ 2741884 h 5017219"/>
              <a:gd name="connsiteX24926" fmla="*/ 4759221 w 5799173"/>
              <a:gd name="connsiteY24926" fmla="*/ 2736484 h 5017219"/>
              <a:gd name="connsiteX24927" fmla="*/ 4759221 w 5799173"/>
              <a:gd name="connsiteY24927" fmla="*/ 2736069 h 5017219"/>
              <a:gd name="connsiteX24928" fmla="*/ 4762295 w 5799173"/>
              <a:gd name="connsiteY24928" fmla="*/ 2730668 h 5017219"/>
              <a:gd name="connsiteX24929" fmla="*/ 4762710 w 5799173"/>
              <a:gd name="connsiteY24929" fmla="*/ 2730419 h 5017219"/>
              <a:gd name="connsiteX24930" fmla="*/ 4768941 w 5799173"/>
              <a:gd name="connsiteY24930" fmla="*/ 2730419 h 5017219"/>
              <a:gd name="connsiteX24931" fmla="*/ 4769356 w 5799173"/>
              <a:gd name="connsiteY24931" fmla="*/ 2730668 h 5017219"/>
              <a:gd name="connsiteX24932" fmla="*/ 4772431 w 5799173"/>
              <a:gd name="connsiteY24932" fmla="*/ 2736069 h 5017219"/>
              <a:gd name="connsiteX24933" fmla="*/ 4772431 w 5799173"/>
              <a:gd name="connsiteY24933" fmla="*/ 2736484 h 5017219"/>
              <a:gd name="connsiteX24934" fmla="*/ 4769356 w 5799173"/>
              <a:gd name="connsiteY24934" fmla="*/ 2741884 h 5017219"/>
              <a:gd name="connsiteX24935" fmla="*/ 4768940 w 5799173"/>
              <a:gd name="connsiteY24935" fmla="*/ 2742133 h 5017219"/>
              <a:gd name="connsiteX24936" fmla="*/ 3316900 w 5799173"/>
              <a:gd name="connsiteY24936" fmla="*/ 2357580 h 5017219"/>
              <a:gd name="connsiteX24937" fmla="*/ 3316318 w 5799173"/>
              <a:gd name="connsiteY24937" fmla="*/ 2357247 h 5017219"/>
              <a:gd name="connsiteX24938" fmla="*/ 3311915 w 5799173"/>
              <a:gd name="connsiteY24938" fmla="*/ 2349604 h 5017219"/>
              <a:gd name="connsiteX24939" fmla="*/ 3311915 w 5799173"/>
              <a:gd name="connsiteY24939" fmla="*/ 2348940 h 5017219"/>
              <a:gd name="connsiteX24940" fmla="*/ 3316318 w 5799173"/>
              <a:gd name="connsiteY24940" fmla="*/ 2341296 h 5017219"/>
              <a:gd name="connsiteX24941" fmla="*/ 3316900 w 5799173"/>
              <a:gd name="connsiteY24941" fmla="*/ 2340964 h 5017219"/>
              <a:gd name="connsiteX24942" fmla="*/ 3325789 w 5799173"/>
              <a:gd name="connsiteY24942" fmla="*/ 2340964 h 5017219"/>
              <a:gd name="connsiteX24943" fmla="*/ 3326371 w 5799173"/>
              <a:gd name="connsiteY24943" fmla="*/ 2341296 h 5017219"/>
              <a:gd name="connsiteX24944" fmla="*/ 3330774 w 5799173"/>
              <a:gd name="connsiteY24944" fmla="*/ 2348940 h 5017219"/>
              <a:gd name="connsiteX24945" fmla="*/ 3330774 w 5799173"/>
              <a:gd name="connsiteY24945" fmla="*/ 2349604 h 5017219"/>
              <a:gd name="connsiteX24946" fmla="*/ 3326371 w 5799173"/>
              <a:gd name="connsiteY24946" fmla="*/ 2357247 h 5017219"/>
              <a:gd name="connsiteX24947" fmla="*/ 3325789 w 5799173"/>
              <a:gd name="connsiteY24947" fmla="*/ 2357580 h 5017219"/>
              <a:gd name="connsiteX24948" fmla="*/ 3133361 w 5799173"/>
              <a:gd name="connsiteY24948" fmla="*/ 2314768 h 5017219"/>
              <a:gd name="connsiteX24949" fmla="*/ 3132447 w 5799173"/>
              <a:gd name="connsiteY24949" fmla="*/ 2314269 h 5017219"/>
              <a:gd name="connsiteX24950" fmla="*/ 3125053 w 5799173"/>
              <a:gd name="connsiteY24950" fmla="*/ 2301392 h 5017219"/>
              <a:gd name="connsiteX24951" fmla="*/ 3125053 w 5799173"/>
              <a:gd name="connsiteY24951" fmla="*/ 2300312 h 5017219"/>
              <a:gd name="connsiteX24952" fmla="*/ 3132447 w 5799173"/>
              <a:gd name="connsiteY24952" fmla="*/ 2287435 h 5017219"/>
              <a:gd name="connsiteX24953" fmla="*/ 3133361 w 5799173"/>
              <a:gd name="connsiteY24953" fmla="*/ 2286936 h 5017219"/>
              <a:gd name="connsiteX24954" fmla="*/ 3148232 w 5799173"/>
              <a:gd name="connsiteY24954" fmla="*/ 2286936 h 5017219"/>
              <a:gd name="connsiteX24955" fmla="*/ 3149146 w 5799173"/>
              <a:gd name="connsiteY24955" fmla="*/ 2287435 h 5017219"/>
              <a:gd name="connsiteX24956" fmla="*/ 3156540 w 5799173"/>
              <a:gd name="connsiteY24956" fmla="*/ 2300312 h 5017219"/>
              <a:gd name="connsiteX24957" fmla="*/ 3156540 w 5799173"/>
              <a:gd name="connsiteY24957" fmla="*/ 2301392 h 5017219"/>
              <a:gd name="connsiteX24958" fmla="*/ 3149146 w 5799173"/>
              <a:gd name="connsiteY24958" fmla="*/ 2314269 h 5017219"/>
              <a:gd name="connsiteX24959" fmla="*/ 3148232 w 5799173"/>
              <a:gd name="connsiteY24959" fmla="*/ 2314768 h 5017219"/>
              <a:gd name="connsiteX24960" fmla="*/ 3794891 w 5799173"/>
              <a:gd name="connsiteY24960" fmla="*/ 2493062 h 5017219"/>
              <a:gd name="connsiteX24961" fmla="*/ 3793894 w 5799173"/>
              <a:gd name="connsiteY24961" fmla="*/ 2492480 h 5017219"/>
              <a:gd name="connsiteX24962" fmla="*/ 3786002 w 5799173"/>
              <a:gd name="connsiteY24962" fmla="*/ 2478856 h 5017219"/>
              <a:gd name="connsiteX24963" fmla="*/ 3786002 w 5799173"/>
              <a:gd name="connsiteY24963" fmla="*/ 2477775 h 5017219"/>
              <a:gd name="connsiteX24964" fmla="*/ 3793894 w 5799173"/>
              <a:gd name="connsiteY24964" fmla="*/ 2464151 h 5017219"/>
              <a:gd name="connsiteX24965" fmla="*/ 3794891 w 5799173"/>
              <a:gd name="connsiteY24965" fmla="*/ 2463569 h 5017219"/>
              <a:gd name="connsiteX24966" fmla="*/ 3810676 w 5799173"/>
              <a:gd name="connsiteY24966" fmla="*/ 2463569 h 5017219"/>
              <a:gd name="connsiteX24967" fmla="*/ 3811673 w 5799173"/>
              <a:gd name="connsiteY24967" fmla="*/ 2464150 h 5017219"/>
              <a:gd name="connsiteX24968" fmla="*/ 3819566 w 5799173"/>
              <a:gd name="connsiteY24968" fmla="*/ 2477775 h 5017219"/>
              <a:gd name="connsiteX24969" fmla="*/ 3819566 w 5799173"/>
              <a:gd name="connsiteY24969" fmla="*/ 2478856 h 5017219"/>
              <a:gd name="connsiteX24970" fmla="*/ 3811673 w 5799173"/>
              <a:gd name="connsiteY24970" fmla="*/ 2492481 h 5017219"/>
              <a:gd name="connsiteX24971" fmla="*/ 3810676 w 5799173"/>
              <a:gd name="connsiteY24971" fmla="*/ 2493061 h 5017219"/>
              <a:gd name="connsiteX24972" fmla="*/ 4818057 w 5799173"/>
              <a:gd name="connsiteY24972" fmla="*/ 2767218 h 5017219"/>
              <a:gd name="connsiteX24973" fmla="*/ 4817060 w 5799173"/>
              <a:gd name="connsiteY24973" fmla="*/ 2766637 h 5017219"/>
              <a:gd name="connsiteX24974" fmla="*/ 4809168 w 5799173"/>
              <a:gd name="connsiteY24974" fmla="*/ 2753012 h 5017219"/>
              <a:gd name="connsiteX24975" fmla="*/ 4809169 w 5799173"/>
              <a:gd name="connsiteY24975" fmla="*/ 2751931 h 5017219"/>
              <a:gd name="connsiteX24976" fmla="*/ 4817061 w 5799173"/>
              <a:gd name="connsiteY24976" fmla="*/ 2738307 h 5017219"/>
              <a:gd name="connsiteX24977" fmla="*/ 4818058 w 5799173"/>
              <a:gd name="connsiteY24977" fmla="*/ 2737725 h 5017219"/>
              <a:gd name="connsiteX24978" fmla="*/ 4833843 w 5799173"/>
              <a:gd name="connsiteY24978" fmla="*/ 2737725 h 5017219"/>
              <a:gd name="connsiteX24979" fmla="*/ 4834840 w 5799173"/>
              <a:gd name="connsiteY24979" fmla="*/ 2738307 h 5017219"/>
              <a:gd name="connsiteX24980" fmla="*/ 4842733 w 5799173"/>
              <a:gd name="connsiteY24980" fmla="*/ 2751931 h 5017219"/>
              <a:gd name="connsiteX24981" fmla="*/ 4842732 w 5799173"/>
              <a:gd name="connsiteY24981" fmla="*/ 2753012 h 5017219"/>
              <a:gd name="connsiteX24982" fmla="*/ 4834840 w 5799173"/>
              <a:gd name="connsiteY24982" fmla="*/ 2766637 h 5017219"/>
              <a:gd name="connsiteX24983" fmla="*/ 4833842 w 5799173"/>
              <a:gd name="connsiteY24983" fmla="*/ 2767218 h 5017219"/>
              <a:gd name="connsiteX24984" fmla="*/ 3192956 w 5799173"/>
              <a:gd name="connsiteY24984" fmla="*/ 2331877 h 5017219"/>
              <a:gd name="connsiteX24985" fmla="*/ 3191959 w 5799173"/>
              <a:gd name="connsiteY24985" fmla="*/ 2331296 h 5017219"/>
              <a:gd name="connsiteX24986" fmla="*/ 3184067 w 5799173"/>
              <a:gd name="connsiteY24986" fmla="*/ 2317588 h 5017219"/>
              <a:gd name="connsiteX24987" fmla="*/ 3184067 w 5799173"/>
              <a:gd name="connsiteY24987" fmla="*/ 2316426 h 5017219"/>
              <a:gd name="connsiteX24988" fmla="*/ 3192042 w 5799173"/>
              <a:gd name="connsiteY24988" fmla="*/ 2302717 h 5017219"/>
              <a:gd name="connsiteX24989" fmla="*/ 3193039 w 5799173"/>
              <a:gd name="connsiteY24989" fmla="*/ 2302135 h 5017219"/>
              <a:gd name="connsiteX24990" fmla="*/ 3208907 w 5799173"/>
              <a:gd name="connsiteY24990" fmla="*/ 2302135 h 5017219"/>
              <a:gd name="connsiteX24991" fmla="*/ 3209904 w 5799173"/>
              <a:gd name="connsiteY24991" fmla="*/ 2302718 h 5017219"/>
              <a:gd name="connsiteX24992" fmla="*/ 3217797 w 5799173"/>
              <a:gd name="connsiteY24992" fmla="*/ 2316425 h 5017219"/>
              <a:gd name="connsiteX24993" fmla="*/ 3217797 w 5799173"/>
              <a:gd name="connsiteY24993" fmla="*/ 2317588 h 5017219"/>
              <a:gd name="connsiteX24994" fmla="*/ 3209821 w 5799173"/>
              <a:gd name="connsiteY24994" fmla="*/ 2331296 h 5017219"/>
              <a:gd name="connsiteX24995" fmla="*/ 3208824 w 5799173"/>
              <a:gd name="connsiteY24995" fmla="*/ 2331877 h 5017219"/>
              <a:gd name="connsiteX24996" fmla="*/ 845444 w 5799173"/>
              <a:gd name="connsiteY24996" fmla="*/ 1703429 h 5017219"/>
              <a:gd name="connsiteX24997" fmla="*/ 844448 w 5799173"/>
              <a:gd name="connsiteY24997" fmla="*/ 1702848 h 5017219"/>
              <a:gd name="connsiteX24998" fmla="*/ 836305 w 5799173"/>
              <a:gd name="connsiteY24998" fmla="*/ 1688641 h 5017219"/>
              <a:gd name="connsiteX24999" fmla="*/ 836305 w 5799173"/>
              <a:gd name="connsiteY24999" fmla="*/ 1687478 h 5017219"/>
              <a:gd name="connsiteX25000" fmla="*/ 844530 w 5799173"/>
              <a:gd name="connsiteY25000" fmla="*/ 1673272 h 5017219"/>
              <a:gd name="connsiteX25001" fmla="*/ 845527 w 5799173"/>
              <a:gd name="connsiteY25001" fmla="*/ 1672690 h 5017219"/>
              <a:gd name="connsiteX25002" fmla="*/ 861894 w 5799173"/>
              <a:gd name="connsiteY25002" fmla="*/ 1672690 h 5017219"/>
              <a:gd name="connsiteX25003" fmla="*/ 862890 w 5799173"/>
              <a:gd name="connsiteY25003" fmla="*/ 1673272 h 5017219"/>
              <a:gd name="connsiteX25004" fmla="*/ 871033 w 5799173"/>
              <a:gd name="connsiteY25004" fmla="*/ 1687478 h 5017219"/>
              <a:gd name="connsiteX25005" fmla="*/ 871033 w 5799173"/>
              <a:gd name="connsiteY25005" fmla="*/ 1688641 h 5017219"/>
              <a:gd name="connsiteX25006" fmla="*/ 862807 w 5799173"/>
              <a:gd name="connsiteY25006" fmla="*/ 1702848 h 5017219"/>
              <a:gd name="connsiteX25007" fmla="*/ 861810 w 5799173"/>
              <a:gd name="connsiteY25007" fmla="*/ 1703429 h 5017219"/>
              <a:gd name="connsiteX25008" fmla="*/ 1086190 w 5799173"/>
              <a:gd name="connsiteY25008" fmla="*/ 1767937 h 5017219"/>
              <a:gd name="connsiteX25009" fmla="*/ 1085193 w 5799173"/>
              <a:gd name="connsiteY25009" fmla="*/ 1767356 h 5017219"/>
              <a:gd name="connsiteX25010" fmla="*/ 1077051 w 5799173"/>
              <a:gd name="connsiteY25010" fmla="*/ 1753149 h 5017219"/>
              <a:gd name="connsiteX25011" fmla="*/ 1077051 w 5799173"/>
              <a:gd name="connsiteY25011" fmla="*/ 1751986 h 5017219"/>
              <a:gd name="connsiteX25012" fmla="*/ 1085276 w 5799173"/>
              <a:gd name="connsiteY25012" fmla="*/ 1737780 h 5017219"/>
              <a:gd name="connsiteX25013" fmla="*/ 1086273 w 5799173"/>
              <a:gd name="connsiteY25013" fmla="*/ 1737198 h 5017219"/>
              <a:gd name="connsiteX25014" fmla="*/ 1102639 w 5799173"/>
              <a:gd name="connsiteY25014" fmla="*/ 1737198 h 5017219"/>
              <a:gd name="connsiteX25015" fmla="*/ 1103636 w 5799173"/>
              <a:gd name="connsiteY25015" fmla="*/ 1737780 h 5017219"/>
              <a:gd name="connsiteX25016" fmla="*/ 1111778 w 5799173"/>
              <a:gd name="connsiteY25016" fmla="*/ 1751986 h 5017219"/>
              <a:gd name="connsiteX25017" fmla="*/ 1111778 w 5799173"/>
              <a:gd name="connsiteY25017" fmla="*/ 1753149 h 5017219"/>
              <a:gd name="connsiteX25018" fmla="*/ 1103553 w 5799173"/>
              <a:gd name="connsiteY25018" fmla="*/ 1767356 h 5017219"/>
              <a:gd name="connsiteX25019" fmla="*/ 1102556 w 5799173"/>
              <a:gd name="connsiteY25019" fmla="*/ 1767937 h 5017219"/>
              <a:gd name="connsiteX25020" fmla="*/ 965818 w 5799173"/>
              <a:gd name="connsiteY25020" fmla="*/ 1735766 h 5017219"/>
              <a:gd name="connsiteX25021" fmla="*/ 964820 w 5799173"/>
              <a:gd name="connsiteY25021" fmla="*/ 1735185 h 5017219"/>
              <a:gd name="connsiteX25022" fmla="*/ 956595 w 5799173"/>
              <a:gd name="connsiteY25022" fmla="*/ 1720895 h 5017219"/>
              <a:gd name="connsiteX25023" fmla="*/ 956595 w 5799173"/>
              <a:gd name="connsiteY25023" fmla="*/ 1719732 h 5017219"/>
              <a:gd name="connsiteX25024" fmla="*/ 964820 w 5799173"/>
              <a:gd name="connsiteY25024" fmla="*/ 1705442 h 5017219"/>
              <a:gd name="connsiteX25025" fmla="*/ 965817 w 5799173"/>
              <a:gd name="connsiteY25025" fmla="*/ 1704861 h 5017219"/>
              <a:gd name="connsiteX25026" fmla="*/ 982266 w 5799173"/>
              <a:gd name="connsiteY25026" fmla="*/ 1704861 h 5017219"/>
              <a:gd name="connsiteX25027" fmla="*/ 983263 w 5799173"/>
              <a:gd name="connsiteY25027" fmla="*/ 1705442 h 5017219"/>
              <a:gd name="connsiteX25028" fmla="*/ 991488 w 5799173"/>
              <a:gd name="connsiteY25028" fmla="*/ 1719732 h 5017219"/>
              <a:gd name="connsiteX25029" fmla="*/ 991488 w 5799173"/>
              <a:gd name="connsiteY25029" fmla="*/ 1720895 h 5017219"/>
              <a:gd name="connsiteX25030" fmla="*/ 983263 w 5799173"/>
              <a:gd name="connsiteY25030" fmla="*/ 1735185 h 5017219"/>
              <a:gd name="connsiteX25031" fmla="*/ 982266 w 5799173"/>
              <a:gd name="connsiteY25031" fmla="*/ 1735766 h 5017219"/>
              <a:gd name="connsiteX25032" fmla="*/ 1025917 w 5799173"/>
              <a:gd name="connsiteY25032" fmla="*/ 1752071 h 5017219"/>
              <a:gd name="connsiteX25033" fmla="*/ 1024922 w 5799173"/>
              <a:gd name="connsiteY25033" fmla="*/ 1751489 h 5017219"/>
              <a:gd name="connsiteX25034" fmla="*/ 1016614 w 5799173"/>
              <a:gd name="connsiteY25034" fmla="*/ 1737034 h 5017219"/>
              <a:gd name="connsiteX25035" fmla="*/ 1016614 w 5799173"/>
              <a:gd name="connsiteY25035" fmla="*/ 1735870 h 5017219"/>
              <a:gd name="connsiteX25036" fmla="*/ 1024921 w 5799173"/>
              <a:gd name="connsiteY25036" fmla="*/ 1721414 h 5017219"/>
              <a:gd name="connsiteX25037" fmla="*/ 1025917 w 5799173"/>
              <a:gd name="connsiteY25037" fmla="*/ 1720832 h 5017219"/>
              <a:gd name="connsiteX25038" fmla="*/ 1042616 w 5799173"/>
              <a:gd name="connsiteY25038" fmla="*/ 1720832 h 5017219"/>
              <a:gd name="connsiteX25039" fmla="*/ 1043614 w 5799173"/>
              <a:gd name="connsiteY25039" fmla="*/ 1721415 h 5017219"/>
              <a:gd name="connsiteX25040" fmla="*/ 1051922 w 5799173"/>
              <a:gd name="connsiteY25040" fmla="*/ 1735869 h 5017219"/>
              <a:gd name="connsiteX25041" fmla="*/ 1051921 w 5799173"/>
              <a:gd name="connsiteY25041" fmla="*/ 1737034 h 5017219"/>
              <a:gd name="connsiteX25042" fmla="*/ 1043614 w 5799173"/>
              <a:gd name="connsiteY25042" fmla="*/ 1751489 h 5017219"/>
              <a:gd name="connsiteX25043" fmla="*/ 1042616 w 5799173"/>
              <a:gd name="connsiteY25043" fmla="*/ 1752071 h 5017219"/>
              <a:gd name="connsiteX25044" fmla="*/ 1146210 w 5799173"/>
              <a:gd name="connsiteY25044" fmla="*/ 1784396 h 5017219"/>
              <a:gd name="connsiteX25045" fmla="*/ 1145213 w 5799173"/>
              <a:gd name="connsiteY25045" fmla="*/ 1783815 h 5017219"/>
              <a:gd name="connsiteX25046" fmla="*/ 1136822 w 5799173"/>
              <a:gd name="connsiteY25046" fmla="*/ 1769276 h 5017219"/>
              <a:gd name="connsiteX25047" fmla="*/ 1136822 w 5799173"/>
              <a:gd name="connsiteY25047" fmla="*/ 1768112 h 5017219"/>
              <a:gd name="connsiteX25048" fmla="*/ 1145213 w 5799173"/>
              <a:gd name="connsiteY25048" fmla="*/ 1753573 h 5017219"/>
              <a:gd name="connsiteX25049" fmla="*/ 1146210 w 5799173"/>
              <a:gd name="connsiteY25049" fmla="*/ 1752992 h 5017219"/>
              <a:gd name="connsiteX25050" fmla="*/ 1162992 w 5799173"/>
              <a:gd name="connsiteY25050" fmla="*/ 1752992 h 5017219"/>
              <a:gd name="connsiteX25051" fmla="*/ 1163989 w 5799173"/>
              <a:gd name="connsiteY25051" fmla="*/ 1753574 h 5017219"/>
              <a:gd name="connsiteX25052" fmla="*/ 1172380 w 5799173"/>
              <a:gd name="connsiteY25052" fmla="*/ 1768112 h 5017219"/>
              <a:gd name="connsiteX25053" fmla="*/ 1172380 w 5799173"/>
              <a:gd name="connsiteY25053" fmla="*/ 1769276 h 5017219"/>
              <a:gd name="connsiteX25054" fmla="*/ 1163989 w 5799173"/>
              <a:gd name="connsiteY25054" fmla="*/ 1783814 h 5017219"/>
              <a:gd name="connsiteX25055" fmla="*/ 1162992 w 5799173"/>
              <a:gd name="connsiteY25055" fmla="*/ 1784396 h 5017219"/>
              <a:gd name="connsiteX25056" fmla="*/ 905383 w 5799173"/>
              <a:gd name="connsiteY25056" fmla="*/ 1719961 h 5017219"/>
              <a:gd name="connsiteX25057" fmla="*/ 904386 w 5799173"/>
              <a:gd name="connsiteY25057" fmla="*/ 1719379 h 5017219"/>
              <a:gd name="connsiteX25058" fmla="*/ 895912 w 5799173"/>
              <a:gd name="connsiteY25058" fmla="*/ 1704758 h 5017219"/>
              <a:gd name="connsiteX25059" fmla="*/ 895912 w 5799173"/>
              <a:gd name="connsiteY25059" fmla="*/ 1703594 h 5017219"/>
              <a:gd name="connsiteX25060" fmla="*/ 904386 w 5799173"/>
              <a:gd name="connsiteY25060" fmla="*/ 1688974 h 5017219"/>
              <a:gd name="connsiteX25061" fmla="*/ 905383 w 5799173"/>
              <a:gd name="connsiteY25061" fmla="*/ 1688391 h 5017219"/>
              <a:gd name="connsiteX25062" fmla="*/ 922247 w 5799173"/>
              <a:gd name="connsiteY25062" fmla="*/ 1688391 h 5017219"/>
              <a:gd name="connsiteX25063" fmla="*/ 923245 w 5799173"/>
              <a:gd name="connsiteY25063" fmla="*/ 1688973 h 5017219"/>
              <a:gd name="connsiteX25064" fmla="*/ 931718 w 5799173"/>
              <a:gd name="connsiteY25064" fmla="*/ 1703594 h 5017219"/>
              <a:gd name="connsiteX25065" fmla="*/ 931719 w 5799173"/>
              <a:gd name="connsiteY25065" fmla="*/ 1704758 h 5017219"/>
              <a:gd name="connsiteX25066" fmla="*/ 923245 w 5799173"/>
              <a:gd name="connsiteY25066" fmla="*/ 1719379 h 5017219"/>
              <a:gd name="connsiteX25067" fmla="*/ 922247 w 5799173"/>
              <a:gd name="connsiteY25067" fmla="*/ 1719961 h 5017219"/>
              <a:gd name="connsiteX25068" fmla="*/ 1206218 w 5799173"/>
              <a:gd name="connsiteY25068" fmla="*/ 1800854 h 5017219"/>
              <a:gd name="connsiteX25069" fmla="*/ 1205138 w 5799173"/>
              <a:gd name="connsiteY25069" fmla="*/ 1800272 h 5017219"/>
              <a:gd name="connsiteX25070" fmla="*/ 1196581 w 5799173"/>
              <a:gd name="connsiteY25070" fmla="*/ 1785484 h 5017219"/>
              <a:gd name="connsiteX25071" fmla="*/ 1196581 w 5799173"/>
              <a:gd name="connsiteY25071" fmla="*/ 1784238 h 5017219"/>
              <a:gd name="connsiteX25072" fmla="*/ 1205138 w 5799173"/>
              <a:gd name="connsiteY25072" fmla="*/ 1769450 h 5017219"/>
              <a:gd name="connsiteX25073" fmla="*/ 1206218 w 5799173"/>
              <a:gd name="connsiteY25073" fmla="*/ 1768868 h 5017219"/>
              <a:gd name="connsiteX25074" fmla="*/ 1223332 w 5799173"/>
              <a:gd name="connsiteY25074" fmla="*/ 1768868 h 5017219"/>
              <a:gd name="connsiteX25075" fmla="*/ 1224412 w 5799173"/>
              <a:gd name="connsiteY25075" fmla="*/ 1769450 h 5017219"/>
              <a:gd name="connsiteX25076" fmla="*/ 1232969 w 5799173"/>
              <a:gd name="connsiteY25076" fmla="*/ 1784238 h 5017219"/>
              <a:gd name="connsiteX25077" fmla="*/ 1232969 w 5799173"/>
              <a:gd name="connsiteY25077" fmla="*/ 1785484 h 5017219"/>
              <a:gd name="connsiteX25078" fmla="*/ 1224412 w 5799173"/>
              <a:gd name="connsiteY25078" fmla="*/ 1800272 h 5017219"/>
              <a:gd name="connsiteX25079" fmla="*/ 1223332 w 5799173"/>
              <a:gd name="connsiteY25079" fmla="*/ 1800854 h 5017219"/>
              <a:gd name="connsiteX25080" fmla="*/ 3071992 w 5799173"/>
              <a:gd name="connsiteY25080" fmla="*/ 2300786 h 5017219"/>
              <a:gd name="connsiteX25081" fmla="*/ 3070912 w 5799173"/>
              <a:gd name="connsiteY25081" fmla="*/ 2300204 h 5017219"/>
              <a:gd name="connsiteX25082" fmla="*/ 3062355 w 5799173"/>
              <a:gd name="connsiteY25082" fmla="*/ 2285416 h 5017219"/>
              <a:gd name="connsiteX25083" fmla="*/ 3062355 w 5799173"/>
              <a:gd name="connsiteY25083" fmla="*/ 2284170 h 5017219"/>
              <a:gd name="connsiteX25084" fmla="*/ 3070912 w 5799173"/>
              <a:gd name="connsiteY25084" fmla="*/ 2269382 h 5017219"/>
              <a:gd name="connsiteX25085" fmla="*/ 3071992 w 5799173"/>
              <a:gd name="connsiteY25085" fmla="*/ 2268800 h 5017219"/>
              <a:gd name="connsiteX25086" fmla="*/ 3089106 w 5799173"/>
              <a:gd name="connsiteY25086" fmla="*/ 2268800 h 5017219"/>
              <a:gd name="connsiteX25087" fmla="*/ 3090186 w 5799173"/>
              <a:gd name="connsiteY25087" fmla="*/ 2269382 h 5017219"/>
              <a:gd name="connsiteX25088" fmla="*/ 3098743 w 5799173"/>
              <a:gd name="connsiteY25088" fmla="*/ 2284170 h 5017219"/>
              <a:gd name="connsiteX25089" fmla="*/ 3098743 w 5799173"/>
              <a:gd name="connsiteY25089" fmla="*/ 2285416 h 5017219"/>
              <a:gd name="connsiteX25090" fmla="*/ 3090186 w 5799173"/>
              <a:gd name="connsiteY25090" fmla="*/ 2300205 h 5017219"/>
              <a:gd name="connsiteX25091" fmla="*/ 3089106 w 5799173"/>
              <a:gd name="connsiteY25091" fmla="*/ 2300786 h 5017219"/>
              <a:gd name="connsiteX25092" fmla="*/ 3673854 w 5799173"/>
              <a:gd name="connsiteY25092" fmla="*/ 2462055 h 5017219"/>
              <a:gd name="connsiteX25093" fmla="*/ 3672774 w 5799173"/>
              <a:gd name="connsiteY25093" fmla="*/ 2461473 h 5017219"/>
              <a:gd name="connsiteX25094" fmla="*/ 3664217 w 5799173"/>
              <a:gd name="connsiteY25094" fmla="*/ 2446685 h 5017219"/>
              <a:gd name="connsiteX25095" fmla="*/ 3664217 w 5799173"/>
              <a:gd name="connsiteY25095" fmla="*/ 2445439 h 5017219"/>
              <a:gd name="connsiteX25096" fmla="*/ 3672774 w 5799173"/>
              <a:gd name="connsiteY25096" fmla="*/ 2430651 h 5017219"/>
              <a:gd name="connsiteX25097" fmla="*/ 3673854 w 5799173"/>
              <a:gd name="connsiteY25097" fmla="*/ 2430069 h 5017219"/>
              <a:gd name="connsiteX25098" fmla="*/ 3690968 w 5799173"/>
              <a:gd name="connsiteY25098" fmla="*/ 2430069 h 5017219"/>
              <a:gd name="connsiteX25099" fmla="*/ 3692048 w 5799173"/>
              <a:gd name="connsiteY25099" fmla="*/ 2430651 h 5017219"/>
              <a:gd name="connsiteX25100" fmla="*/ 3700605 w 5799173"/>
              <a:gd name="connsiteY25100" fmla="*/ 2445439 h 5017219"/>
              <a:gd name="connsiteX25101" fmla="*/ 3700605 w 5799173"/>
              <a:gd name="connsiteY25101" fmla="*/ 2446685 h 5017219"/>
              <a:gd name="connsiteX25102" fmla="*/ 3692048 w 5799173"/>
              <a:gd name="connsiteY25102" fmla="*/ 2461473 h 5017219"/>
              <a:gd name="connsiteX25103" fmla="*/ 3690968 w 5799173"/>
              <a:gd name="connsiteY25103" fmla="*/ 2462055 h 5017219"/>
              <a:gd name="connsiteX25104" fmla="*/ 1266322 w 5799173"/>
              <a:gd name="connsiteY25104" fmla="*/ 1817148 h 5017219"/>
              <a:gd name="connsiteX25105" fmla="*/ 1265242 w 5799173"/>
              <a:gd name="connsiteY25105" fmla="*/ 1816566 h 5017219"/>
              <a:gd name="connsiteX25106" fmla="*/ 1256602 w 5799173"/>
              <a:gd name="connsiteY25106" fmla="*/ 1801612 h 5017219"/>
              <a:gd name="connsiteX25107" fmla="*/ 1256602 w 5799173"/>
              <a:gd name="connsiteY25107" fmla="*/ 1800366 h 5017219"/>
              <a:gd name="connsiteX25108" fmla="*/ 1265241 w 5799173"/>
              <a:gd name="connsiteY25108" fmla="*/ 1785412 h 5017219"/>
              <a:gd name="connsiteX25109" fmla="*/ 1266322 w 5799173"/>
              <a:gd name="connsiteY25109" fmla="*/ 1784830 h 5017219"/>
              <a:gd name="connsiteX25110" fmla="*/ 1283602 w 5799173"/>
              <a:gd name="connsiteY25110" fmla="*/ 1784830 h 5017219"/>
              <a:gd name="connsiteX25111" fmla="*/ 1284682 w 5799173"/>
              <a:gd name="connsiteY25111" fmla="*/ 1785412 h 5017219"/>
              <a:gd name="connsiteX25112" fmla="*/ 1293322 w 5799173"/>
              <a:gd name="connsiteY25112" fmla="*/ 1800366 h 5017219"/>
              <a:gd name="connsiteX25113" fmla="*/ 1293322 w 5799173"/>
              <a:gd name="connsiteY25113" fmla="*/ 1801612 h 5017219"/>
              <a:gd name="connsiteX25114" fmla="*/ 1284682 w 5799173"/>
              <a:gd name="connsiteY25114" fmla="*/ 1816566 h 5017219"/>
              <a:gd name="connsiteX25115" fmla="*/ 1283602 w 5799173"/>
              <a:gd name="connsiteY25115" fmla="*/ 1817148 h 5017219"/>
              <a:gd name="connsiteX25116" fmla="*/ 1326424 w 5799173"/>
              <a:gd name="connsiteY25116" fmla="*/ 1833451 h 5017219"/>
              <a:gd name="connsiteX25117" fmla="*/ 1325344 w 5799173"/>
              <a:gd name="connsiteY25117" fmla="*/ 1832870 h 5017219"/>
              <a:gd name="connsiteX25118" fmla="*/ 1316621 w 5799173"/>
              <a:gd name="connsiteY25118" fmla="*/ 1817749 h 5017219"/>
              <a:gd name="connsiteX25119" fmla="*/ 1316621 w 5799173"/>
              <a:gd name="connsiteY25119" fmla="*/ 1816503 h 5017219"/>
              <a:gd name="connsiteX25120" fmla="*/ 1325344 w 5799173"/>
              <a:gd name="connsiteY25120" fmla="*/ 1801382 h 5017219"/>
              <a:gd name="connsiteX25121" fmla="*/ 1326424 w 5799173"/>
              <a:gd name="connsiteY25121" fmla="*/ 1800801 h 5017219"/>
              <a:gd name="connsiteX25122" fmla="*/ 1343954 w 5799173"/>
              <a:gd name="connsiteY25122" fmla="*/ 1800800 h 5017219"/>
              <a:gd name="connsiteX25123" fmla="*/ 1345034 w 5799173"/>
              <a:gd name="connsiteY25123" fmla="*/ 1801383 h 5017219"/>
              <a:gd name="connsiteX25124" fmla="*/ 1353757 w 5799173"/>
              <a:gd name="connsiteY25124" fmla="*/ 1816502 h 5017219"/>
              <a:gd name="connsiteX25125" fmla="*/ 1353757 w 5799173"/>
              <a:gd name="connsiteY25125" fmla="*/ 1817749 h 5017219"/>
              <a:gd name="connsiteX25126" fmla="*/ 1345034 w 5799173"/>
              <a:gd name="connsiteY25126" fmla="*/ 1832870 h 5017219"/>
              <a:gd name="connsiteX25127" fmla="*/ 1343954 w 5799173"/>
              <a:gd name="connsiteY25127" fmla="*/ 1833451 h 5017219"/>
              <a:gd name="connsiteX25128" fmla="*/ 1386610 w 5799173"/>
              <a:gd name="connsiteY25128" fmla="*/ 1849577 h 5017219"/>
              <a:gd name="connsiteX25129" fmla="*/ 1385530 w 5799173"/>
              <a:gd name="connsiteY25129" fmla="*/ 1848996 h 5017219"/>
              <a:gd name="connsiteX25130" fmla="*/ 1376807 w 5799173"/>
              <a:gd name="connsiteY25130" fmla="*/ 1833875 h 5017219"/>
              <a:gd name="connsiteX25131" fmla="*/ 1376807 w 5799173"/>
              <a:gd name="connsiteY25131" fmla="*/ 1832629 h 5017219"/>
              <a:gd name="connsiteX25132" fmla="*/ 1385530 w 5799173"/>
              <a:gd name="connsiteY25132" fmla="*/ 1817509 h 5017219"/>
              <a:gd name="connsiteX25133" fmla="*/ 1386610 w 5799173"/>
              <a:gd name="connsiteY25133" fmla="*/ 1816927 h 5017219"/>
              <a:gd name="connsiteX25134" fmla="*/ 1404140 w 5799173"/>
              <a:gd name="connsiteY25134" fmla="*/ 1816927 h 5017219"/>
              <a:gd name="connsiteX25135" fmla="*/ 1405220 w 5799173"/>
              <a:gd name="connsiteY25135" fmla="*/ 1817509 h 5017219"/>
              <a:gd name="connsiteX25136" fmla="*/ 1413943 w 5799173"/>
              <a:gd name="connsiteY25136" fmla="*/ 1832629 h 5017219"/>
              <a:gd name="connsiteX25137" fmla="*/ 1413943 w 5799173"/>
              <a:gd name="connsiteY25137" fmla="*/ 1833875 h 5017219"/>
              <a:gd name="connsiteX25138" fmla="*/ 1405220 w 5799173"/>
              <a:gd name="connsiteY25138" fmla="*/ 1848996 h 5017219"/>
              <a:gd name="connsiteX25139" fmla="*/ 1404140 w 5799173"/>
              <a:gd name="connsiteY25139" fmla="*/ 1849577 h 5017219"/>
              <a:gd name="connsiteX25140" fmla="*/ 1446796 w 5799173"/>
              <a:gd name="connsiteY25140" fmla="*/ 1865704 h 5017219"/>
              <a:gd name="connsiteX25141" fmla="*/ 1445716 w 5799173"/>
              <a:gd name="connsiteY25141" fmla="*/ 1865123 h 5017219"/>
              <a:gd name="connsiteX25142" fmla="*/ 1436993 w 5799173"/>
              <a:gd name="connsiteY25142" fmla="*/ 1850002 h 5017219"/>
              <a:gd name="connsiteX25143" fmla="*/ 1436993 w 5799173"/>
              <a:gd name="connsiteY25143" fmla="*/ 1848756 h 5017219"/>
              <a:gd name="connsiteX25144" fmla="*/ 1445716 w 5799173"/>
              <a:gd name="connsiteY25144" fmla="*/ 1833636 h 5017219"/>
              <a:gd name="connsiteX25145" fmla="*/ 1446796 w 5799173"/>
              <a:gd name="connsiteY25145" fmla="*/ 1833054 h 5017219"/>
              <a:gd name="connsiteX25146" fmla="*/ 1464326 w 5799173"/>
              <a:gd name="connsiteY25146" fmla="*/ 1833054 h 5017219"/>
              <a:gd name="connsiteX25147" fmla="*/ 1465406 w 5799173"/>
              <a:gd name="connsiteY25147" fmla="*/ 1833636 h 5017219"/>
              <a:gd name="connsiteX25148" fmla="*/ 1474129 w 5799173"/>
              <a:gd name="connsiteY25148" fmla="*/ 1848756 h 5017219"/>
              <a:gd name="connsiteX25149" fmla="*/ 1474129 w 5799173"/>
              <a:gd name="connsiteY25149" fmla="*/ 1850002 h 5017219"/>
              <a:gd name="connsiteX25150" fmla="*/ 1465406 w 5799173"/>
              <a:gd name="connsiteY25150" fmla="*/ 1865123 h 5017219"/>
              <a:gd name="connsiteX25151" fmla="*/ 1464326 w 5799173"/>
              <a:gd name="connsiteY25151" fmla="*/ 1865704 h 5017219"/>
              <a:gd name="connsiteX25152" fmla="*/ 3733791 w 5799173"/>
              <a:gd name="connsiteY25152" fmla="*/ 2478597 h 5017219"/>
              <a:gd name="connsiteX25153" fmla="*/ 3732711 w 5799173"/>
              <a:gd name="connsiteY25153" fmla="*/ 2478016 h 5017219"/>
              <a:gd name="connsiteX25154" fmla="*/ 3723905 w 5799173"/>
              <a:gd name="connsiteY25154" fmla="*/ 2462812 h 5017219"/>
              <a:gd name="connsiteX25155" fmla="*/ 3723905 w 5799173"/>
              <a:gd name="connsiteY25155" fmla="*/ 2461566 h 5017219"/>
              <a:gd name="connsiteX25156" fmla="*/ 3732711 w 5799173"/>
              <a:gd name="connsiteY25156" fmla="*/ 2446363 h 5017219"/>
              <a:gd name="connsiteX25157" fmla="*/ 3733791 w 5799173"/>
              <a:gd name="connsiteY25157" fmla="*/ 2445781 h 5017219"/>
              <a:gd name="connsiteX25158" fmla="*/ 3751404 w 5799173"/>
              <a:gd name="connsiteY25158" fmla="*/ 2445781 h 5017219"/>
              <a:gd name="connsiteX25159" fmla="*/ 3752484 w 5799173"/>
              <a:gd name="connsiteY25159" fmla="*/ 2446363 h 5017219"/>
              <a:gd name="connsiteX25160" fmla="*/ 3761290 w 5799173"/>
              <a:gd name="connsiteY25160" fmla="*/ 2461566 h 5017219"/>
              <a:gd name="connsiteX25161" fmla="*/ 3761290 w 5799173"/>
              <a:gd name="connsiteY25161" fmla="*/ 2462812 h 5017219"/>
              <a:gd name="connsiteX25162" fmla="*/ 3752484 w 5799173"/>
              <a:gd name="connsiteY25162" fmla="*/ 2478016 h 5017219"/>
              <a:gd name="connsiteX25163" fmla="*/ 3751404 w 5799173"/>
              <a:gd name="connsiteY25163" fmla="*/ 2478597 h 5017219"/>
              <a:gd name="connsiteX25164" fmla="*/ 1506757 w 5799173"/>
              <a:gd name="connsiteY25164" fmla="*/ 1882228 h 5017219"/>
              <a:gd name="connsiteX25165" fmla="*/ 1505677 w 5799173"/>
              <a:gd name="connsiteY25165" fmla="*/ 1881563 h 5017219"/>
              <a:gd name="connsiteX25166" fmla="*/ 1496705 w 5799173"/>
              <a:gd name="connsiteY25166" fmla="*/ 1866027 h 5017219"/>
              <a:gd name="connsiteX25167" fmla="*/ 1496705 w 5799173"/>
              <a:gd name="connsiteY25167" fmla="*/ 1864781 h 5017219"/>
              <a:gd name="connsiteX25168" fmla="*/ 1505677 w 5799173"/>
              <a:gd name="connsiteY25168" fmla="*/ 1849246 h 5017219"/>
              <a:gd name="connsiteX25169" fmla="*/ 1506757 w 5799173"/>
              <a:gd name="connsiteY25169" fmla="*/ 1848581 h 5017219"/>
              <a:gd name="connsiteX25170" fmla="*/ 1524620 w 5799173"/>
              <a:gd name="connsiteY25170" fmla="*/ 1848581 h 5017219"/>
              <a:gd name="connsiteX25171" fmla="*/ 1525700 w 5799173"/>
              <a:gd name="connsiteY25171" fmla="*/ 1849246 h 5017219"/>
              <a:gd name="connsiteX25172" fmla="*/ 1534672 w 5799173"/>
              <a:gd name="connsiteY25172" fmla="*/ 1864781 h 5017219"/>
              <a:gd name="connsiteX25173" fmla="*/ 1534672 w 5799173"/>
              <a:gd name="connsiteY25173" fmla="*/ 1866027 h 5017219"/>
              <a:gd name="connsiteX25174" fmla="*/ 1525700 w 5799173"/>
              <a:gd name="connsiteY25174" fmla="*/ 1881563 h 5017219"/>
              <a:gd name="connsiteX25175" fmla="*/ 1524620 w 5799173"/>
              <a:gd name="connsiteY25175" fmla="*/ 1882228 h 5017219"/>
              <a:gd name="connsiteX25176" fmla="*/ 1807532 w 5799173"/>
              <a:gd name="connsiteY25176" fmla="*/ 1963208 h 5017219"/>
              <a:gd name="connsiteX25177" fmla="*/ 1806451 w 5799173"/>
              <a:gd name="connsiteY25177" fmla="*/ 1962543 h 5017219"/>
              <a:gd name="connsiteX25178" fmla="*/ 1797312 w 5799173"/>
              <a:gd name="connsiteY25178" fmla="*/ 1946675 h 5017219"/>
              <a:gd name="connsiteX25179" fmla="*/ 1797312 w 5799173"/>
              <a:gd name="connsiteY25179" fmla="*/ 1945345 h 5017219"/>
              <a:gd name="connsiteX25180" fmla="*/ 1806452 w 5799173"/>
              <a:gd name="connsiteY25180" fmla="*/ 1929478 h 5017219"/>
              <a:gd name="connsiteX25181" fmla="*/ 1807532 w 5799173"/>
              <a:gd name="connsiteY25181" fmla="*/ 1928813 h 5017219"/>
              <a:gd name="connsiteX25182" fmla="*/ 1825808 w 5799173"/>
              <a:gd name="connsiteY25182" fmla="*/ 1928813 h 5017219"/>
              <a:gd name="connsiteX25183" fmla="*/ 1826889 w 5799173"/>
              <a:gd name="connsiteY25183" fmla="*/ 1929478 h 5017219"/>
              <a:gd name="connsiteX25184" fmla="*/ 1836028 w 5799173"/>
              <a:gd name="connsiteY25184" fmla="*/ 1945346 h 5017219"/>
              <a:gd name="connsiteX25185" fmla="*/ 1836028 w 5799173"/>
              <a:gd name="connsiteY25185" fmla="*/ 1946675 h 5017219"/>
              <a:gd name="connsiteX25186" fmla="*/ 1826889 w 5799173"/>
              <a:gd name="connsiteY25186" fmla="*/ 1962543 h 5017219"/>
              <a:gd name="connsiteX25187" fmla="*/ 1825809 w 5799173"/>
              <a:gd name="connsiteY25187" fmla="*/ 1963208 h 5017219"/>
              <a:gd name="connsiteX25188" fmla="*/ 1867614 w 5799173"/>
              <a:gd name="connsiteY25188" fmla="*/ 1979498 h 5017219"/>
              <a:gd name="connsiteX25189" fmla="*/ 1866451 w 5799173"/>
              <a:gd name="connsiteY25189" fmla="*/ 1978833 h 5017219"/>
              <a:gd name="connsiteX25190" fmla="*/ 1857229 w 5799173"/>
              <a:gd name="connsiteY25190" fmla="*/ 1962882 h 5017219"/>
              <a:gd name="connsiteX25191" fmla="*/ 1857229 w 5799173"/>
              <a:gd name="connsiteY25191" fmla="*/ 1961553 h 5017219"/>
              <a:gd name="connsiteX25192" fmla="*/ 1866451 w 5799173"/>
              <a:gd name="connsiteY25192" fmla="*/ 1945602 h 5017219"/>
              <a:gd name="connsiteX25193" fmla="*/ 1867614 w 5799173"/>
              <a:gd name="connsiteY25193" fmla="*/ 1944937 h 5017219"/>
              <a:gd name="connsiteX25194" fmla="*/ 1886057 w 5799173"/>
              <a:gd name="connsiteY25194" fmla="*/ 1944937 h 5017219"/>
              <a:gd name="connsiteX25195" fmla="*/ 1887220 w 5799173"/>
              <a:gd name="connsiteY25195" fmla="*/ 1945602 h 5017219"/>
              <a:gd name="connsiteX25196" fmla="*/ 1896442 w 5799173"/>
              <a:gd name="connsiteY25196" fmla="*/ 1961553 h 5017219"/>
              <a:gd name="connsiteX25197" fmla="*/ 1896442 w 5799173"/>
              <a:gd name="connsiteY25197" fmla="*/ 1962882 h 5017219"/>
              <a:gd name="connsiteX25198" fmla="*/ 1887220 w 5799173"/>
              <a:gd name="connsiteY25198" fmla="*/ 1978833 h 5017219"/>
              <a:gd name="connsiteX25199" fmla="*/ 1886057 w 5799173"/>
              <a:gd name="connsiteY25199" fmla="*/ 1979498 h 5017219"/>
              <a:gd name="connsiteX25200" fmla="*/ 1927716 w 5799173"/>
              <a:gd name="connsiteY25200" fmla="*/ 1995789 h 5017219"/>
              <a:gd name="connsiteX25201" fmla="*/ 1926552 w 5799173"/>
              <a:gd name="connsiteY25201" fmla="*/ 1995125 h 5017219"/>
              <a:gd name="connsiteX25202" fmla="*/ 1917248 w 5799173"/>
              <a:gd name="connsiteY25202" fmla="*/ 1979007 h 5017219"/>
              <a:gd name="connsiteX25203" fmla="*/ 1917248 w 5799173"/>
              <a:gd name="connsiteY25203" fmla="*/ 1977679 h 5017219"/>
              <a:gd name="connsiteX25204" fmla="*/ 1926552 w 5799173"/>
              <a:gd name="connsiteY25204" fmla="*/ 1961561 h 5017219"/>
              <a:gd name="connsiteX25205" fmla="*/ 1927716 w 5799173"/>
              <a:gd name="connsiteY25205" fmla="*/ 1960897 h 5017219"/>
              <a:gd name="connsiteX25206" fmla="*/ 1946325 w 5799173"/>
              <a:gd name="connsiteY25206" fmla="*/ 1960896 h 5017219"/>
              <a:gd name="connsiteX25207" fmla="*/ 1947489 w 5799173"/>
              <a:gd name="connsiteY25207" fmla="*/ 1961561 h 5017219"/>
              <a:gd name="connsiteX25208" fmla="*/ 1956793 w 5799173"/>
              <a:gd name="connsiteY25208" fmla="*/ 1977679 h 5017219"/>
              <a:gd name="connsiteX25209" fmla="*/ 1956793 w 5799173"/>
              <a:gd name="connsiteY25209" fmla="*/ 1979007 h 5017219"/>
              <a:gd name="connsiteX25210" fmla="*/ 1947489 w 5799173"/>
              <a:gd name="connsiteY25210" fmla="*/ 1995126 h 5017219"/>
              <a:gd name="connsiteX25211" fmla="*/ 1946325 w 5799173"/>
              <a:gd name="connsiteY25211" fmla="*/ 1995789 h 5017219"/>
              <a:gd name="connsiteX25212" fmla="*/ 1987903 w 5799173"/>
              <a:gd name="connsiteY25212" fmla="*/ 2011917 h 5017219"/>
              <a:gd name="connsiteX25213" fmla="*/ 1986739 w 5799173"/>
              <a:gd name="connsiteY25213" fmla="*/ 2011252 h 5017219"/>
              <a:gd name="connsiteX25214" fmla="*/ 1977435 w 5799173"/>
              <a:gd name="connsiteY25214" fmla="*/ 1995134 h 5017219"/>
              <a:gd name="connsiteX25215" fmla="*/ 1977435 w 5799173"/>
              <a:gd name="connsiteY25215" fmla="*/ 1993806 h 5017219"/>
              <a:gd name="connsiteX25216" fmla="*/ 1986739 w 5799173"/>
              <a:gd name="connsiteY25216" fmla="*/ 1977689 h 5017219"/>
              <a:gd name="connsiteX25217" fmla="*/ 1987903 w 5799173"/>
              <a:gd name="connsiteY25217" fmla="*/ 1977024 h 5017219"/>
              <a:gd name="connsiteX25218" fmla="*/ 2006512 w 5799173"/>
              <a:gd name="connsiteY25218" fmla="*/ 1977023 h 5017219"/>
              <a:gd name="connsiteX25219" fmla="*/ 2007676 w 5799173"/>
              <a:gd name="connsiteY25219" fmla="*/ 1977688 h 5017219"/>
              <a:gd name="connsiteX25220" fmla="*/ 2016980 w 5799173"/>
              <a:gd name="connsiteY25220" fmla="*/ 1993806 h 5017219"/>
              <a:gd name="connsiteX25221" fmla="*/ 2016980 w 5799173"/>
              <a:gd name="connsiteY25221" fmla="*/ 1995134 h 5017219"/>
              <a:gd name="connsiteX25222" fmla="*/ 2007676 w 5799173"/>
              <a:gd name="connsiteY25222" fmla="*/ 2011253 h 5017219"/>
              <a:gd name="connsiteX25223" fmla="*/ 2006512 w 5799173"/>
              <a:gd name="connsiteY25223" fmla="*/ 2011916 h 5017219"/>
              <a:gd name="connsiteX25224" fmla="*/ 3251814 w 5799173"/>
              <a:gd name="connsiteY25224" fmla="*/ 2350580 h 5017219"/>
              <a:gd name="connsiteX25225" fmla="*/ 3250651 w 5799173"/>
              <a:gd name="connsiteY25225" fmla="*/ 2349916 h 5017219"/>
              <a:gd name="connsiteX25226" fmla="*/ 3241346 w 5799173"/>
              <a:gd name="connsiteY25226" fmla="*/ 2333798 h 5017219"/>
              <a:gd name="connsiteX25227" fmla="*/ 3241346 w 5799173"/>
              <a:gd name="connsiteY25227" fmla="*/ 2332469 h 5017219"/>
              <a:gd name="connsiteX25228" fmla="*/ 3250651 w 5799173"/>
              <a:gd name="connsiteY25228" fmla="*/ 2316352 h 5017219"/>
              <a:gd name="connsiteX25229" fmla="*/ 3251814 w 5799173"/>
              <a:gd name="connsiteY25229" fmla="*/ 2315687 h 5017219"/>
              <a:gd name="connsiteX25230" fmla="*/ 3270423 w 5799173"/>
              <a:gd name="connsiteY25230" fmla="*/ 2315687 h 5017219"/>
              <a:gd name="connsiteX25231" fmla="*/ 3271587 w 5799173"/>
              <a:gd name="connsiteY25231" fmla="*/ 2316352 h 5017219"/>
              <a:gd name="connsiteX25232" fmla="*/ 3280892 w 5799173"/>
              <a:gd name="connsiteY25232" fmla="*/ 2332469 h 5017219"/>
              <a:gd name="connsiteX25233" fmla="*/ 3280892 w 5799173"/>
              <a:gd name="connsiteY25233" fmla="*/ 2333798 h 5017219"/>
              <a:gd name="connsiteX25234" fmla="*/ 3271587 w 5799173"/>
              <a:gd name="connsiteY25234" fmla="*/ 2349916 h 5017219"/>
              <a:gd name="connsiteX25235" fmla="*/ 3270423 w 5799173"/>
              <a:gd name="connsiteY25235" fmla="*/ 2350580 h 5017219"/>
              <a:gd name="connsiteX25236" fmla="*/ 2168380 w 5799173"/>
              <a:gd name="connsiteY25236" fmla="*/ 2060369 h 5017219"/>
              <a:gd name="connsiteX25237" fmla="*/ 2167217 w 5799173"/>
              <a:gd name="connsiteY25237" fmla="*/ 2059705 h 5017219"/>
              <a:gd name="connsiteX25238" fmla="*/ 2157829 w 5799173"/>
              <a:gd name="connsiteY25238" fmla="*/ 2043504 h 5017219"/>
              <a:gd name="connsiteX25239" fmla="*/ 2157829 w 5799173"/>
              <a:gd name="connsiteY25239" fmla="*/ 2042175 h 5017219"/>
              <a:gd name="connsiteX25240" fmla="*/ 2167217 w 5799173"/>
              <a:gd name="connsiteY25240" fmla="*/ 2025975 h 5017219"/>
              <a:gd name="connsiteX25241" fmla="*/ 2168380 w 5799173"/>
              <a:gd name="connsiteY25241" fmla="*/ 2025310 h 5017219"/>
              <a:gd name="connsiteX25242" fmla="*/ 2187073 w 5799173"/>
              <a:gd name="connsiteY25242" fmla="*/ 2025310 h 5017219"/>
              <a:gd name="connsiteX25243" fmla="*/ 2188236 w 5799173"/>
              <a:gd name="connsiteY25243" fmla="*/ 2025975 h 5017219"/>
              <a:gd name="connsiteX25244" fmla="*/ 2197624 w 5799173"/>
              <a:gd name="connsiteY25244" fmla="*/ 2042175 h 5017219"/>
              <a:gd name="connsiteX25245" fmla="*/ 2197624 w 5799173"/>
              <a:gd name="connsiteY25245" fmla="*/ 2043504 h 5017219"/>
              <a:gd name="connsiteX25246" fmla="*/ 2188236 w 5799173"/>
              <a:gd name="connsiteY25246" fmla="*/ 2059705 h 5017219"/>
              <a:gd name="connsiteX25247" fmla="*/ 2187073 w 5799173"/>
              <a:gd name="connsiteY25247" fmla="*/ 2060369 h 5017219"/>
              <a:gd name="connsiteX25248" fmla="*/ 2348938 w 5799173"/>
              <a:gd name="connsiteY25248" fmla="*/ 2108750 h 5017219"/>
              <a:gd name="connsiteX25249" fmla="*/ 2347775 w 5799173"/>
              <a:gd name="connsiteY25249" fmla="*/ 2108086 h 5017219"/>
              <a:gd name="connsiteX25250" fmla="*/ 2338387 w 5799173"/>
              <a:gd name="connsiteY25250" fmla="*/ 2091885 h 5017219"/>
              <a:gd name="connsiteX25251" fmla="*/ 2338387 w 5799173"/>
              <a:gd name="connsiteY25251" fmla="*/ 2090556 h 5017219"/>
              <a:gd name="connsiteX25252" fmla="*/ 2347775 w 5799173"/>
              <a:gd name="connsiteY25252" fmla="*/ 2074356 h 5017219"/>
              <a:gd name="connsiteX25253" fmla="*/ 2348938 w 5799173"/>
              <a:gd name="connsiteY25253" fmla="*/ 2073691 h 5017219"/>
              <a:gd name="connsiteX25254" fmla="*/ 2367631 w 5799173"/>
              <a:gd name="connsiteY25254" fmla="*/ 2073691 h 5017219"/>
              <a:gd name="connsiteX25255" fmla="*/ 2368794 w 5799173"/>
              <a:gd name="connsiteY25255" fmla="*/ 2074356 h 5017219"/>
              <a:gd name="connsiteX25256" fmla="*/ 2378182 w 5799173"/>
              <a:gd name="connsiteY25256" fmla="*/ 2090556 h 5017219"/>
              <a:gd name="connsiteX25257" fmla="*/ 2378182 w 5799173"/>
              <a:gd name="connsiteY25257" fmla="*/ 2091885 h 5017219"/>
              <a:gd name="connsiteX25258" fmla="*/ 2368794 w 5799173"/>
              <a:gd name="connsiteY25258" fmla="*/ 2108086 h 5017219"/>
              <a:gd name="connsiteX25259" fmla="*/ 2367631 w 5799173"/>
              <a:gd name="connsiteY25259" fmla="*/ 2108750 h 5017219"/>
              <a:gd name="connsiteX25260" fmla="*/ 2108193 w 5799173"/>
              <a:gd name="connsiteY25260" fmla="*/ 2044336 h 5017219"/>
              <a:gd name="connsiteX25261" fmla="*/ 2107029 w 5799173"/>
              <a:gd name="connsiteY25261" fmla="*/ 2043672 h 5017219"/>
              <a:gd name="connsiteX25262" fmla="*/ 2097642 w 5799173"/>
              <a:gd name="connsiteY25262" fmla="*/ 2027388 h 5017219"/>
              <a:gd name="connsiteX25263" fmla="*/ 2097642 w 5799173"/>
              <a:gd name="connsiteY25263" fmla="*/ 2026059 h 5017219"/>
              <a:gd name="connsiteX25264" fmla="*/ 2107029 w 5799173"/>
              <a:gd name="connsiteY25264" fmla="*/ 2009776 h 5017219"/>
              <a:gd name="connsiteX25265" fmla="*/ 2108193 w 5799173"/>
              <a:gd name="connsiteY25265" fmla="*/ 2009111 h 5017219"/>
              <a:gd name="connsiteX25266" fmla="*/ 2126968 w 5799173"/>
              <a:gd name="connsiteY25266" fmla="*/ 2009111 h 5017219"/>
              <a:gd name="connsiteX25267" fmla="*/ 2128131 w 5799173"/>
              <a:gd name="connsiteY25267" fmla="*/ 2009776 h 5017219"/>
              <a:gd name="connsiteX25268" fmla="*/ 2137519 w 5799173"/>
              <a:gd name="connsiteY25268" fmla="*/ 2026059 h 5017219"/>
              <a:gd name="connsiteX25269" fmla="*/ 2137519 w 5799173"/>
              <a:gd name="connsiteY25269" fmla="*/ 2027388 h 5017219"/>
              <a:gd name="connsiteX25270" fmla="*/ 2128131 w 5799173"/>
              <a:gd name="connsiteY25270" fmla="*/ 2043672 h 5017219"/>
              <a:gd name="connsiteX25271" fmla="*/ 2126968 w 5799173"/>
              <a:gd name="connsiteY25271" fmla="*/ 2044336 h 5017219"/>
              <a:gd name="connsiteX25272" fmla="*/ 2047818 w 5799173"/>
              <a:gd name="connsiteY25272" fmla="*/ 2028538 h 5017219"/>
              <a:gd name="connsiteX25273" fmla="*/ 2046655 w 5799173"/>
              <a:gd name="connsiteY25273" fmla="*/ 2027873 h 5017219"/>
              <a:gd name="connsiteX25274" fmla="*/ 2037101 w 5799173"/>
              <a:gd name="connsiteY25274" fmla="*/ 2011341 h 5017219"/>
              <a:gd name="connsiteX25275" fmla="*/ 2037101 w 5799173"/>
              <a:gd name="connsiteY25275" fmla="*/ 2010011 h 5017219"/>
              <a:gd name="connsiteX25276" fmla="*/ 2046655 w 5799173"/>
              <a:gd name="connsiteY25276" fmla="*/ 1993479 h 5017219"/>
              <a:gd name="connsiteX25277" fmla="*/ 2047818 w 5799173"/>
              <a:gd name="connsiteY25277" fmla="*/ 1992814 h 5017219"/>
              <a:gd name="connsiteX25278" fmla="*/ 2066926 w 5799173"/>
              <a:gd name="connsiteY25278" fmla="*/ 1992814 h 5017219"/>
              <a:gd name="connsiteX25279" fmla="*/ 2068089 w 5799173"/>
              <a:gd name="connsiteY25279" fmla="*/ 1993479 h 5017219"/>
              <a:gd name="connsiteX25280" fmla="*/ 2077643 w 5799173"/>
              <a:gd name="connsiteY25280" fmla="*/ 2010011 h 5017219"/>
              <a:gd name="connsiteX25281" fmla="*/ 2077643 w 5799173"/>
              <a:gd name="connsiteY25281" fmla="*/ 2011342 h 5017219"/>
              <a:gd name="connsiteX25282" fmla="*/ 2068089 w 5799173"/>
              <a:gd name="connsiteY25282" fmla="*/ 2027873 h 5017219"/>
              <a:gd name="connsiteX25283" fmla="*/ 2066926 w 5799173"/>
              <a:gd name="connsiteY25283" fmla="*/ 2028538 h 5017219"/>
              <a:gd name="connsiteX25284" fmla="*/ 2228293 w 5799173"/>
              <a:gd name="connsiteY25284" fmla="*/ 2077096 h 5017219"/>
              <a:gd name="connsiteX25285" fmla="*/ 2227129 w 5799173"/>
              <a:gd name="connsiteY25285" fmla="*/ 2076432 h 5017219"/>
              <a:gd name="connsiteX25286" fmla="*/ 2217493 w 5799173"/>
              <a:gd name="connsiteY25286" fmla="*/ 2059733 h 5017219"/>
              <a:gd name="connsiteX25287" fmla="*/ 2217493 w 5799173"/>
              <a:gd name="connsiteY25287" fmla="*/ 2058404 h 5017219"/>
              <a:gd name="connsiteX25288" fmla="*/ 2227129 w 5799173"/>
              <a:gd name="connsiteY25288" fmla="*/ 2041705 h 5017219"/>
              <a:gd name="connsiteX25289" fmla="*/ 2228293 w 5799173"/>
              <a:gd name="connsiteY25289" fmla="*/ 2041040 h 5017219"/>
              <a:gd name="connsiteX25290" fmla="*/ 2247649 w 5799173"/>
              <a:gd name="connsiteY25290" fmla="*/ 2041040 h 5017219"/>
              <a:gd name="connsiteX25291" fmla="*/ 2248813 w 5799173"/>
              <a:gd name="connsiteY25291" fmla="*/ 2041705 h 5017219"/>
              <a:gd name="connsiteX25292" fmla="*/ 2258451 w 5799173"/>
              <a:gd name="connsiteY25292" fmla="*/ 2058404 h 5017219"/>
              <a:gd name="connsiteX25293" fmla="*/ 2258451 w 5799173"/>
              <a:gd name="connsiteY25293" fmla="*/ 2059733 h 5017219"/>
              <a:gd name="connsiteX25294" fmla="*/ 2248813 w 5799173"/>
              <a:gd name="connsiteY25294" fmla="*/ 2076432 h 5017219"/>
              <a:gd name="connsiteX25295" fmla="*/ 2247649 w 5799173"/>
              <a:gd name="connsiteY25295" fmla="*/ 2077096 h 5017219"/>
              <a:gd name="connsiteX25296" fmla="*/ 2288479 w 5799173"/>
              <a:gd name="connsiteY25296" fmla="*/ 2093223 h 5017219"/>
              <a:gd name="connsiteX25297" fmla="*/ 2287315 w 5799173"/>
              <a:gd name="connsiteY25297" fmla="*/ 2092558 h 5017219"/>
              <a:gd name="connsiteX25298" fmla="*/ 2277678 w 5799173"/>
              <a:gd name="connsiteY25298" fmla="*/ 2075860 h 5017219"/>
              <a:gd name="connsiteX25299" fmla="*/ 2277678 w 5799173"/>
              <a:gd name="connsiteY25299" fmla="*/ 2074530 h 5017219"/>
              <a:gd name="connsiteX25300" fmla="*/ 2287315 w 5799173"/>
              <a:gd name="connsiteY25300" fmla="*/ 2057831 h 5017219"/>
              <a:gd name="connsiteX25301" fmla="*/ 2288479 w 5799173"/>
              <a:gd name="connsiteY25301" fmla="*/ 2057167 h 5017219"/>
              <a:gd name="connsiteX25302" fmla="*/ 2307836 w 5799173"/>
              <a:gd name="connsiteY25302" fmla="*/ 2057166 h 5017219"/>
              <a:gd name="connsiteX25303" fmla="*/ 2308999 w 5799173"/>
              <a:gd name="connsiteY25303" fmla="*/ 2057832 h 5017219"/>
              <a:gd name="connsiteX25304" fmla="*/ 2318636 w 5799173"/>
              <a:gd name="connsiteY25304" fmla="*/ 2074531 h 5017219"/>
              <a:gd name="connsiteX25305" fmla="*/ 2318637 w 5799173"/>
              <a:gd name="connsiteY25305" fmla="*/ 2075860 h 5017219"/>
              <a:gd name="connsiteX25306" fmla="*/ 2308999 w 5799173"/>
              <a:gd name="connsiteY25306" fmla="*/ 2092558 h 5017219"/>
              <a:gd name="connsiteX25307" fmla="*/ 2307836 w 5799173"/>
              <a:gd name="connsiteY25307" fmla="*/ 2093223 h 5017219"/>
              <a:gd name="connsiteX25308" fmla="*/ 2649463 w 5799173"/>
              <a:gd name="connsiteY25308" fmla="*/ 2190227 h 5017219"/>
              <a:gd name="connsiteX25309" fmla="*/ 2648300 w 5799173"/>
              <a:gd name="connsiteY25309" fmla="*/ 2189562 h 5017219"/>
              <a:gd name="connsiteX25310" fmla="*/ 2638497 w 5799173"/>
              <a:gd name="connsiteY25310" fmla="*/ 2172531 h 5017219"/>
              <a:gd name="connsiteX25311" fmla="*/ 2638497 w 5799173"/>
              <a:gd name="connsiteY25311" fmla="*/ 2171119 h 5017219"/>
              <a:gd name="connsiteX25312" fmla="*/ 2648300 w 5799173"/>
              <a:gd name="connsiteY25312" fmla="*/ 2154088 h 5017219"/>
              <a:gd name="connsiteX25313" fmla="*/ 2649463 w 5799173"/>
              <a:gd name="connsiteY25313" fmla="*/ 2153423 h 5017219"/>
              <a:gd name="connsiteX25314" fmla="*/ 2669070 w 5799173"/>
              <a:gd name="connsiteY25314" fmla="*/ 2153423 h 5017219"/>
              <a:gd name="connsiteX25315" fmla="*/ 2670233 w 5799173"/>
              <a:gd name="connsiteY25315" fmla="*/ 2154088 h 5017219"/>
              <a:gd name="connsiteX25316" fmla="*/ 2680037 w 5799173"/>
              <a:gd name="connsiteY25316" fmla="*/ 2171119 h 5017219"/>
              <a:gd name="connsiteX25317" fmla="*/ 2680037 w 5799173"/>
              <a:gd name="connsiteY25317" fmla="*/ 2172531 h 5017219"/>
              <a:gd name="connsiteX25318" fmla="*/ 2670233 w 5799173"/>
              <a:gd name="connsiteY25318" fmla="*/ 2189562 h 5017219"/>
              <a:gd name="connsiteX25319" fmla="*/ 2669070 w 5799173"/>
              <a:gd name="connsiteY25319" fmla="*/ 2190227 h 5017219"/>
              <a:gd name="connsiteX25320" fmla="*/ 2769836 w 5799173"/>
              <a:gd name="connsiteY25320" fmla="*/ 2222481 h 5017219"/>
              <a:gd name="connsiteX25321" fmla="*/ 2768673 w 5799173"/>
              <a:gd name="connsiteY25321" fmla="*/ 2221816 h 5017219"/>
              <a:gd name="connsiteX25322" fmla="*/ 2758870 w 5799173"/>
              <a:gd name="connsiteY25322" fmla="*/ 2204785 h 5017219"/>
              <a:gd name="connsiteX25323" fmla="*/ 2758870 w 5799173"/>
              <a:gd name="connsiteY25323" fmla="*/ 2203373 h 5017219"/>
              <a:gd name="connsiteX25324" fmla="*/ 2768673 w 5799173"/>
              <a:gd name="connsiteY25324" fmla="*/ 2186342 h 5017219"/>
              <a:gd name="connsiteX25325" fmla="*/ 2769836 w 5799173"/>
              <a:gd name="connsiteY25325" fmla="*/ 2185677 h 5017219"/>
              <a:gd name="connsiteX25326" fmla="*/ 2789443 w 5799173"/>
              <a:gd name="connsiteY25326" fmla="*/ 2185677 h 5017219"/>
              <a:gd name="connsiteX25327" fmla="*/ 2790606 w 5799173"/>
              <a:gd name="connsiteY25327" fmla="*/ 2186342 h 5017219"/>
              <a:gd name="connsiteX25328" fmla="*/ 2800410 w 5799173"/>
              <a:gd name="connsiteY25328" fmla="*/ 2203373 h 5017219"/>
              <a:gd name="connsiteX25329" fmla="*/ 2800410 w 5799173"/>
              <a:gd name="connsiteY25329" fmla="*/ 2204785 h 5017219"/>
              <a:gd name="connsiteX25330" fmla="*/ 2790606 w 5799173"/>
              <a:gd name="connsiteY25330" fmla="*/ 2221816 h 5017219"/>
              <a:gd name="connsiteX25331" fmla="*/ 2789442 w 5799173"/>
              <a:gd name="connsiteY25331" fmla="*/ 2222481 h 5017219"/>
              <a:gd name="connsiteX25332" fmla="*/ 5598588 w 5799173"/>
              <a:gd name="connsiteY25332" fmla="*/ 2980443 h 5017219"/>
              <a:gd name="connsiteX25333" fmla="*/ 5597425 w 5799173"/>
              <a:gd name="connsiteY25333" fmla="*/ 2979778 h 5017219"/>
              <a:gd name="connsiteX25334" fmla="*/ 5587622 w 5799173"/>
              <a:gd name="connsiteY25334" fmla="*/ 2962747 h 5017219"/>
              <a:gd name="connsiteX25335" fmla="*/ 5587622 w 5799173"/>
              <a:gd name="connsiteY25335" fmla="*/ 2961335 h 5017219"/>
              <a:gd name="connsiteX25336" fmla="*/ 5597425 w 5799173"/>
              <a:gd name="connsiteY25336" fmla="*/ 2944304 h 5017219"/>
              <a:gd name="connsiteX25337" fmla="*/ 5598588 w 5799173"/>
              <a:gd name="connsiteY25337" fmla="*/ 2943639 h 5017219"/>
              <a:gd name="connsiteX25338" fmla="*/ 5618195 w 5799173"/>
              <a:gd name="connsiteY25338" fmla="*/ 2943639 h 5017219"/>
              <a:gd name="connsiteX25339" fmla="*/ 5619358 w 5799173"/>
              <a:gd name="connsiteY25339" fmla="*/ 2944304 h 5017219"/>
              <a:gd name="connsiteX25340" fmla="*/ 5629162 w 5799173"/>
              <a:gd name="connsiteY25340" fmla="*/ 2961335 h 5017219"/>
              <a:gd name="connsiteX25341" fmla="*/ 5629162 w 5799173"/>
              <a:gd name="connsiteY25341" fmla="*/ 2962747 h 5017219"/>
              <a:gd name="connsiteX25342" fmla="*/ 5619358 w 5799173"/>
              <a:gd name="connsiteY25342" fmla="*/ 2979778 h 5017219"/>
              <a:gd name="connsiteX25343" fmla="*/ 5618195 w 5799173"/>
              <a:gd name="connsiteY25343" fmla="*/ 2980443 h 5017219"/>
              <a:gd name="connsiteX25344" fmla="*/ 2709547 w 5799173"/>
              <a:gd name="connsiteY25344" fmla="*/ 2206506 h 5017219"/>
              <a:gd name="connsiteX25345" fmla="*/ 2708383 w 5799173"/>
              <a:gd name="connsiteY25345" fmla="*/ 2205842 h 5017219"/>
              <a:gd name="connsiteX25346" fmla="*/ 2698497 w 5799173"/>
              <a:gd name="connsiteY25346" fmla="*/ 2188727 h 5017219"/>
              <a:gd name="connsiteX25347" fmla="*/ 2698497 w 5799173"/>
              <a:gd name="connsiteY25347" fmla="*/ 2187315 h 5017219"/>
              <a:gd name="connsiteX25348" fmla="*/ 2708383 w 5799173"/>
              <a:gd name="connsiteY25348" fmla="*/ 2170201 h 5017219"/>
              <a:gd name="connsiteX25349" fmla="*/ 2709547 w 5799173"/>
              <a:gd name="connsiteY25349" fmla="*/ 2169536 h 5017219"/>
              <a:gd name="connsiteX25350" fmla="*/ 2729236 w 5799173"/>
              <a:gd name="connsiteY25350" fmla="*/ 2169536 h 5017219"/>
              <a:gd name="connsiteX25351" fmla="*/ 2730399 w 5799173"/>
              <a:gd name="connsiteY25351" fmla="*/ 2170201 h 5017219"/>
              <a:gd name="connsiteX25352" fmla="*/ 2740286 w 5799173"/>
              <a:gd name="connsiteY25352" fmla="*/ 2187315 h 5017219"/>
              <a:gd name="connsiteX25353" fmla="*/ 2740286 w 5799173"/>
              <a:gd name="connsiteY25353" fmla="*/ 2188727 h 5017219"/>
              <a:gd name="connsiteX25354" fmla="*/ 2730399 w 5799173"/>
              <a:gd name="connsiteY25354" fmla="*/ 2205843 h 5017219"/>
              <a:gd name="connsiteX25355" fmla="*/ 2729236 w 5799173"/>
              <a:gd name="connsiteY25355" fmla="*/ 2206506 h 5017219"/>
              <a:gd name="connsiteX25356" fmla="*/ 2408612 w 5799173"/>
              <a:gd name="connsiteY25356" fmla="*/ 2125977 h 5017219"/>
              <a:gd name="connsiteX25357" fmla="*/ 2407366 w 5799173"/>
              <a:gd name="connsiteY25357" fmla="*/ 2125313 h 5017219"/>
              <a:gd name="connsiteX25358" fmla="*/ 2397480 w 5799173"/>
              <a:gd name="connsiteY25358" fmla="*/ 2108115 h 5017219"/>
              <a:gd name="connsiteX25359" fmla="*/ 2397480 w 5799173"/>
              <a:gd name="connsiteY25359" fmla="*/ 2106703 h 5017219"/>
              <a:gd name="connsiteX25360" fmla="*/ 2407366 w 5799173"/>
              <a:gd name="connsiteY25360" fmla="*/ 2089506 h 5017219"/>
              <a:gd name="connsiteX25361" fmla="*/ 2408612 w 5799173"/>
              <a:gd name="connsiteY25361" fmla="*/ 2088841 h 5017219"/>
              <a:gd name="connsiteX25362" fmla="*/ 2428469 w 5799173"/>
              <a:gd name="connsiteY25362" fmla="*/ 2088841 h 5017219"/>
              <a:gd name="connsiteX25363" fmla="*/ 2429715 w 5799173"/>
              <a:gd name="connsiteY25363" fmla="*/ 2089506 h 5017219"/>
              <a:gd name="connsiteX25364" fmla="*/ 2439600 w 5799173"/>
              <a:gd name="connsiteY25364" fmla="*/ 2106703 h 5017219"/>
              <a:gd name="connsiteX25365" fmla="*/ 2439601 w 5799173"/>
              <a:gd name="connsiteY25365" fmla="*/ 2108115 h 5017219"/>
              <a:gd name="connsiteX25366" fmla="*/ 2429715 w 5799173"/>
              <a:gd name="connsiteY25366" fmla="*/ 2125313 h 5017219"/>
              <a:gd name="connsiteX25367" fmla="*/ 2428469 w 5799173"/>
              <a:gd name="connsiteY25367" fmla="*/ 2125977 h 5017219"/>
              <a:gd name="connsiteX25368" fmla="*/ 2468797 w 5799173"/>
              <a:gd name="connsiteY25368" fmla="*/ 2142103 h 5017219"/>
              <a:gd name="connsiteX25369" fmla="*/ 2467551 w 5799173"/>
              <a:gd name="connsiteY25369" fmla="*/ 2141439 h 5017219"/>
              <a:gd name="connsiteX25370" fmla="*/ 2457666 w 5799173"/>
              <a:gd name="connsiteY25370" fmla="*/ 2124241 h 5017219"/>
              <a:gd name="connsiteX25371" fmla="*/ 2457666 w 5799173"/>
              <a:gd name="connsiteY25371" fmla="*/ 2122830 h 5017219"/>
              <a:gd name="connsiteX25372" fmla="*/ 2467551 w 5799173"/>
              <a:gd name="connsiteY25372" fmla="*/ 2105633 h 5017219"/>
              <a:gd name="connsiteX25373" fmla="*/ 2468797 w 5799173"/>
              <a:gd name="connsiteY25373" fmla="*/ 2104967 h 5017219"/>
              <a:gd name="connsiteX25374" fmla="*/ 2488655 w 5799173"/>
              <a:gd name="connsiteY25374" fmla="*/ 2104968 h 5017219"/>
              <a:gd name="connsiteX25375" fmla="*/ 2489900 w 5799173"/>
              <a:gd name="connsiteY25375" fmla="*/ 2105632 h 5017219"/>
              <a:gd name="connsiteX25376" fmla="*/ 2499786 w 5799173"/>
              <a:gd name="connsiteY25376" fmla="*/ 2122830 h 5017219"/>
              <a:gd name="connsiteX25377" fmla="*/ 2499786 w 5799173"/>
              <a:gd name="connsiteY25377" fmla="*/ 2124241 h 5017219"/>
              <a:gd name="connsiteX25378" fmla="*/ 2489900 w 5799173"/>
              <a:gd name="connsiteY25378" fmla="*/ 2141439 h 5017219"/>
              <a:gd name="connsiteX25379" fmla="*/ 2488655 w 5799173"/>
              <a:gd name="connsiteY25379" fmla="*/ 2142104 h 5017219"/>
              <a:gd name="connsiteX25380" fmla="*/ 2528984 w 5799173"/>
              <a:gd name="connsiteY25380" fmla="*/ 2158231 h 5017219"/>
              <a:gd name="connsiteX25381" fmla="*/ 2527738 w 5799173"/>
              <a:gd name="connsiteY25381" fmla="*/ 2157566 h 5017219"/>
              <a:gd name="connsiteX25382" fmla="*/ 2517853 w 5799173"/>
              <a:gd name="connsiteY25382" fmla="*/ 2140369 h 5017219"/>
              <a:gd name="connsiteX25383" fmla="*/ 2517852 w 5799173"/>
              <a:gd name="connsiteY25383" fmla="*/ 2138957 h 5017219"/>
              <a:gd name="connsiteX25384" fmla="*/ 2527738 w 5799173"/>
              <a:gd name="connsiteY25384" fmla="*/ 2121760 h 5017219"/>
              <a:gd name="connsiteX25385" fmla="*/ 2528984 w 5799173"/>
              <a:gd name="connsiteY25385" fmla="*/ 2121094 h 5017219"/>
              <a:gd name="connsiteX25386" fmla="*/ 2548841 w 5799173"/>
              <a:gd name="connsiteY25386" fmla="*/ 2121095 h 5017219"/>
              <a:gd name="connsiteX25387" fmla="*/ 2550087 w 5799173"/>
              <a:gd name="connsiteY25387" fmla="*/ 2121759 h 5017219"/>
              <a:gd name="connsiteX25388" fmla="*/ 2559973 w 5799173"/>
              <a:gd name="connsiteY25388" fmla="*/ 2138957 h 5017219"/>
              <a:gd name="connsiteX25389" fmla="*/ 2559973 w 5799173"/>
              <a:gd name="connsiteY25389" fmla="*/ 2140368 h 5017219"/>
              <a:gd name="connsiteX25390" fmla="*/ 2550087 w 5799173"/>
              <a:gd name="connsiteY25390" fmla="*/ 2157566 h 5017219"/>
              <a:gd name="connsiteX25391" fmla="*/ 2548841 w 5799173"/>
              <a:gd name="connsiteY25391" fmla="*/ 2158231 h 5017219"/>
              <a:gd name="connsiteX25392" fmla="*/ 2589028 w 5799173"/>
              <a:gd name="connsiteY25392" fmla="*/ 2174516 h 5017219"/>
              <a:gd name="connsiteX25393" fmla="*/ 2587782 w 5799173"/>
              <a:gd name="connsiteY25393" fmla="*/ 2173768 h 5017219"/>
              <a:gd name="connsiteX25394" fmla="*/ 2577812 w 5799173"/>
              <a:gd name="connsiteY25394" fmla="*/ 2156405 h 5017219"/>
              <a:gd name="connsiteX25395" fmla="*/ 2577812 w 5799173"/>
              <a:gd name="connsiteY25395" fmla="*/ 2154992 h 5017219"/>
              <a:gd name="connsiteX25396" fmla="*/ 2587864 w 5799173"/>
              <a:gd name="connsiteY25396" fmla="*/ 2137629 h 5017219"/>
              <a:gd name="connsiteX25397" fmla="*/ 2589111 w 5799173"/>
              <a:gd name="connsiteY25397" fmla="*/ 2136881 h 5017219"/>
              <a:gd name="connsiteX25398" fmla="*/ 2609133 w 5799173"/>
              <a:gd name="connsiteY25398" fmla="*/ 2136881 h 5017219"/>
              <a:gd name="connsiteX25399" fmla="*/ 2610379 w 5799173"/>
              <a:gd name="connsiteY25399" fmla="*/ 2137629 h 5017219"/>
              <a:gd name="connsiteX25400" fmla="*/ 2620348 w 5799173"/>
              <a:gd name="connsiteY25400" fmla="*/ 2154992 h 5017219"/>
              <a:gd name="connsiteX25401" fmla="*/ 2620348 w 5799173"/>
              <a:gd name="connsiteY25401" fmla="*/ 2156405 h 5017219"/>
              <a:gd name="connsiteX25402" fmla="*/ 2610296 w 5799173"/>
              <a:gd name="connsiteY25402" fmla="*/ 2173768 h 5017219"/>
              <a:gd name="connsiteX25403" fmla="*/ 2609050 w 5799173"/>
              <a:gd name="connsiteY25403" fmla="*/ 2174516 h 5017219"/>
              <a:gd name="connsiteX25404" fmla="*/ 5116850 w 5799173"/>
              <a:gd name="connsiteY25404" fmla="*/ 2851844 h 5017219"/>
              <a:gd name="connsiteX25405" fmla="*/ 5115603 w 5799173"/>
              <a:gd name="connsiteY25405" fmla="*/ 2851096 h 5017219"/>
              <a:gd name="connsiteX25406" fmla="*/ 5105634 w 5799173"/>
              <a:gd name="connsiteY25406" fmla="*/ 2833733 h 5017219"/>
              <a:gd name="connsiteX25407" fmla="*/ 5105634 w 5799173"/>
              <a:gd name="connsiteY25407" fmla="*/ 2832320 h 5017219"/>
              <a:gd name="connsiteX25408" fmla="*/ 5115686 w 5799173"/>
              <a:gd name="connsiteY25408" fmla="*/ 2814957 h 5017219"/>
              <a:gd name="connsiteX25409" fmla="*/ 5116933 w 5799173"/>
              <a:gd name="connsiteY25409" fmla="*/ 2814209 h 5017219"/>
              <a:gd name="connsiteX25410" fmla="*/ 5136955 w 5799173"/>
              <a:gd name="connsiteY25410" fmla="*/ 2814209 h 5017219"/>
              <a:gd name="connsiteX25411" fmla="*/ 5138201 w 5799173"/>
              <a:gd name="connsiteY25411" fmla="*/ 2814957 h 5017219"/>
              <a:gd name="connsiteX25412" fmla="*/ 5148170 w 5799173"/>
              <a:gd name="connsiteY25412" fmla="*/ 2832320 h 5017219"/>
              <a:gd name="connsiteX25413" fmla="*/ 5148170 w 5799173"/>
              <a:gd name="connsiteY25413" fmla="*/ 2833733 h 5017219"/>
              <a:gd name="connsiteX25414" fmla="*/ 5138118 w 5799173"/>
              <a:gd name="connsiteY25414" fmla="*/ 2851096 h 5017219"/>
              <a:gd name="connsiteX25415" fmla="*/ 5136872 w 5799173"/>
              <a:gd name="connsiteY25415" fmla="*/ 2851844 h 5017219"/>
              <a:gd name="connsiteX25416" fmla="*/ 5417782 w 5799173"/>
              <a:gd name="connsiteY25416" fmla="*/ 2932479 h 5017219"/>
              <a:gd name="connsiteX25417" fmla="*/ 5416534 w 5799173"/>
              <a:gd name="connsiteY25417" fmla="*/ 2931731 h 5017219"/>
              <a:gd name="connsiteX25418" fmla="*/ 5406566 w 5799173"/>
              <a:gd name="connsiteY25418" fmla="*/ 2914368 h 5017219"/>
              <a:gd name="connsiteX25419" fmla="*/ 5406566 w 5799173"/>
              <a:gd name="connsiteY25419" fmla="*/ 2912954 h 5017219"/>
              <a:gd name="connsiteX25420" fmla="*/ 5416617 w 5799173"/>
              <a:gd name="connsiteY25420" fmla="*/ 2895591 h 5017219"/>
              <a:gd name="connsiteX25421" fmla="*/ 5417865 w 5799173"/>
              <a:gd name="connsiteY25421" fmla="*/ 2894843 h 5017219"/>
              <a:gd name="connsiteX25422" fmla="*/ 5437887 w 5799173"/>
              <a:gd name="connsiteY25422" fmla="*/ 2894844 h 5017219"/>
              <a:gd name="connsiteX25423" fmla="*/ 5439133 w 5799173"/>
              <a:gd name="connsiteY25423" fmla="*/ 2895592 h 5017219"/>
              <a:gd name="connsiteX25424" fmla="*/ 5449101 w 5799173"/>
              <a:gd name="connsiteY25424" fmla="*/ 2912955 h 5017219"/>
              <a:gd name="connsiteX25425" fmla="*/ 5449101 w 5799173"/>
              <a:gd name="connsiteY25425" fmla="*/ 2914367 h 5017219"/>
              <a:gd name="connsiteX25426" fmla="*/ 5439049 w 5799173"/>
              <a:gd name="connsiteY25426" fmla="*/ 2931730 h 5017219"/>
              <a:gd name="connsiteX25427" fmla="*/ 5437804 w 5799173"/>
              <a:gd name="connsiteY25427" fmla="*/ 2932478 h 5017219"/>
              <a:gd name="connsiteX25428" fmla="*/ 5538154 w 5799173"/>
              <a:gd name="connsiteY25428" fmla="*/ 2964815 h 5017219"/>
              <a:gd name="connsiteX25429" fmla="*/ 5536907 w 5799173"/>
              <a:gd name="connsiteY25429" fmla="*/ 2964067 h 5017219"/>
              <a:gd name="connsiteX25430" fmla="*/ 5526855 w 5799173"/>
              <a:gd name="connsiteY25430" fmla="*/ 2946621 h 5017219"/>
              <a:gd name="connsiteX25431" fmla="*/ 5526855 w 5799173"/>
              <a:gd name="connsiteY25431" fmla="*/ 2945208 h 5017219"/>
              <a:gd name="connsiteX25432" fmla="*/ 5536907 w 5799173"/>
              <a:gd name="connsiteY25432" fmla="*/ 2927762 h 5017219"/>
              <a:gd name="connsiteX25433" fmla="*/ 5538154 w 5799173"/>
              <a:gd name="connsiteY25433" fmla="*/ 2927014 h 5017219"/>
              <a:gd name="connsiteX25434" fmla="*/ 5558259 w 5799173"/>
              <a:gd name="connsiteY25434" fmla="*/ 2927014 h 5017219"/>
              <a:gd name="connsiteX25435" fmla="*/ 5559505 w 5799173"/>
              <a:gd name="connsiteY25435" fmla="*/ 2927762 h 5017219"/>
              <a:gd name="connsiteX25436" fmla="*/ 5569558 w 5799173"/>
              <a:gd name="connsiteY25436" fmla="*/ 2945208 h 5017219"/>
              <a:gd name="connsiteX25437" fmla="*/ 5569558 w 5799173"/>
              <a:gd name="connsiteY25437" fmla="*/ 2946621 h 5017219"/>
              <a:gd name="connsiteX25438" fmla="*/ 5559505 w 5799173"/>
              <a:gd name="connsiteY25438" fmla="*/ 2964067 h 5017219"/>
              <a:gd name="connsiteX25439" fmla="*/ 5558259 w 5799173"/>
              <a:gd name="connsiteY25439" fmla="*/ 2964815 h 5017219"/>
              <a:gd name="connsiteX25440" fmla="*/ 3371366 w 5799173"/>
              <a:gd name="connsiteY25440" fmla="*/ 2384330 h 5017219"/>
              <a:gd name="connsiteX25441" fmla="*/ 3370121 w 5799173"/>
              <a:gd name="connsiteY25441" fmla="*/ 2383584 h 5017219"/>
              <a:gd name="connsiteX25442" fmla="*/ 3359984 w 5799173"/>
              <a:gd name="connsiteY25442" fmla="*/ 2366054 h 5017219"/>
              <a:gd name="connsiteX25443" fmla="*/ 3359984 w 5799173"/>
              <a:gd name="connsiteY25443" fmla="*/ 2364641 h 5017219"/>
              <a:gd name="connsiteX25444" fmla="*/ 3370120 w 5799173"/>
              <a:gd name="connsiteY25444" fmla="*/ 2347111 h 5017219"/>
              <a:gd name="connsiteX25445" fmla="*/ 3371366 w 5799173"/>
              <a:gd name="connsiteY25445" fmla="*/ 2346363 h 5017219"/>
              <a:gd name="connsiteX25446" fmla="*/ 3391638 w 5799173"/>
              <a:gd name="connsiteY25446" fmla="*/ 2346364 h 5017219"/>
              <a:gd name="connsiteX25447" fmla="*/ 3392883 w 5799173"/>
              <a:gd name="connsiteY25447" fmla="*/ 2347112 h 5017219"/>
              <a:gd name="connsiteX25448" fmla="*/ 3403019 w 5799173"/>
              <a:gd name="connsiteY25448" fmla="*/ 2364641 h 5017219"/>
              <a:gd name="connsiteX25449" fmla="*/ 3403019 w 5799173"/>
              <a:gd name="connsiteY25449" fmla="*/ 2366054 h 5017219"/>
              <a:gd name="connsiteX25450" fmla="*/ 3392883 w 5799173"/>
              <a:gd name="connsiteY25450" fmla="*/ 2383583 h 5017219"/>
              <a:gd name="connsiteX25451" fmla="*/ 3391638 w 5799173"/>
              <a:gd name="connsiteY25451" fmla="*/ 2384331 h 5017219"/>
              <a:gd name="connsiteX25452" fmla="*/ 5357429 w 5799173"/>
              <a:gd name="connsiteY25452" fmla="*/ 2916600 h 5017219"/>
              <a:gd name="connsiteX25453" fmla="*/ 5356182 w 5799173"/>
              <a:gd name="connsiteY25453" fmla="*/ 2915853 h 5017219"/>
              <a:gd name="connsiteX25454" fmla="*/ 5346047 w 5799173"/>
              <a:gd name="connsiteY25454" fmla="*/ 2898240 h 5017219"/>
              <a:gd name="connsiteX25455" fmla="*/ 5346047 w 5799173"/>
              <a:gd name="connsiteY25455" fmla="*/ 2896828 h 5017219"/>
              <a:gd name="connsiteX25456" fmla="*/ 5356266 w 5799173"/>
              <a:gd name="connsiteY25456" fmla="*/ 2879215 h 5017219"/>
              <a:gd name="connsiteX25457" fmla="*/ 5357512 w 5799173"/>
              <a:gd name="connsiteY25457" fmla="*/ 2878467 h 5017219"/>
              <a:gd name="connsiteX25458" fmla="*/ 5377866 w 5799173"/>
              <a:gd name="connsiteY25458" fmla="*/ 2878467 h 5017219"/>
              <a:gd name="connsiteX25459" fmla="*/ 5379112 w 5799173"/>
              <a:gd name="connsiteY25459" fmla="*/ 2879215 h 5017219"/>
              <a:gd name="connsiteX25460" fmla="*/ 5389248 w 5799173"/>
              <a:gd name="connsiteY25460" fmla="*/ 2896828 h 5017219"/>
              <a:gd name="connsiteX25461" fmla="*/ 5389248 w 5799173"/>
              <a:gd name="connsiteY25461" fmla="*/ 2898240 h 5017219"/>
              <a:gd name="connsiteX25462" fmla="*/ 5379029 w 5799173"/>
              <a:gd name="connsiteY25462" fmla="*/ 2915853 h 5017219"/>
              <a:gd name="connsiteX25463" fmla="*/ 5377783 w 5799173"/>
              <a:gd name="connsiteY25463" fmla="*/ 2916600 h 5017219"/>
              <a:gd name="connsiteX25464" fmla="*/ 4996289 w 5799173"/>
              <a:gd name="connsiteY25464" fmla="*/ 2820003 h 5017219"/>
              <a:gd name="connsiteX25465" fmla="*/ 4995043 w 5799173"/>
              <a:gd name="connsiteY25465" fmla="*/ 2819256 h 5017219"/>
              <a:gd name="connsiteX25466" fmla="*/ 4984824 w 5799173"/>
              <a:gd name="connsiteY25466" fmla="*/ 2801559 h 5017219"/>
              <a:gd name="connsiteX25467" fmla="*/ 4984824 w 5799173"/>
              <a:gd name="connsiteY25467" fmla="*/ 2800148 h 5017219"/>
              <a:gd name="connsiteX25468" fmla="*/ 4995043 w 5799173"/>
              <a:gd name="connsiteY25468" fmla="*/ 2782452 h 5017219"/>
              <a:gd name="connsiteX25469" fmla="*/ 4996289 w 5799173"/>
              <a:gd name="connsiteY25469" fmla="*/ 2781704 h 5017219"/>
              <a:gd name="connsiteX25470" fmla="*/ 5016726 w 5799173"/>
              <a:gd name="connsiteY25470" fmla="*/ 2781703 h 5017219"/>
              <a:gd name="connsiteX25471" fmla="*/ 5017973 w 5799173"/>
              <a:gd name="connsiteY25471" fmla="*/ 2782451 h 5017219"/>
              <a:gd name="connsiteX25472" fmla="*/ 5028191 w 5799173"/>
              <a:gd name="connsiteY25472" fmla="*/ 2800148 h 5017219"/>
              <a:gd name="connsiteX25473" fmla="*/ 5028191 w 5799173"/>
              <a:gd name="connsiteY25473" fmla="*/ 2801559 h 5017219"/>
              <a:gd name="connsiteX25474" fmla="*/ 5017973 w 5799173"/>
              <a:gd name="connsiteY25474" fmla="*/ 2819255 h 5017219"/>
              <a:gd name="connsiteX25475" fmla="*/ 5016726 w 5799173"/>
              <a:gd name="connsiteY25475" fmla="*/ 2820002 h 5017219"/>
              <a:gd name="connsiteX25476" fmla="*/ 5056394 w 5799173"/>
              <a:gd name="connsiteY25476" fmla="*/ 2836203 h 5017219"/>
              <a:gd name="connsiteX25477" fmla="*/ 5055148 w 5799173"/>
              <a:gd name="connsiteY25477" fmla="*/ 2835455 h 5017219"/>
              <a:gd name="connsiteX25478" fmla="*/ 5044846 w 5799173"/>
              <a:gd name="connsiteY25478" fmla="*/ 2817676 h 5017219"/>
              <a:gd name="connsiteX25479" fmla="*/ 5044846 w 5799173"/>
              <a:gd name="connsiteY25479" fmla="*/ 2816264 h 5017219"/>
              <a:gd name="connsiteX25480" fmla="*/ 5055148 w 5799173"/>
              <a:gd name="connsiteY25480" fmla="*/ 2798485 h 5017219"/>
              <a:gd name="connsiteX25481" fmla="*/ 5056394 w 5799173"/>
              <a:gd name="connsiteY25481" fmla="*/ 2797737 h 5017219"/>
              <a:gd name="connsiteX25482" fmla="*/ 5076914 w 5799173"/>
              <a:gd name="connsiteY25482" fmla="*/ 2797737 h 5017219"/>
              <a:gd name="connsiteX25483" fmla="*/ 5078161 w 5799173"/>
              <a:gd name="connsiteY25483" fmla="*/ 2798485 h 5017219"/>
              <a:gd name="connsiteX25484" fmla="*/ 5088462 w 5799173"/>
              <a:gd name="connsiteY25484" fmla="*/ 2816264 h 5017219"/>
              <a:gd name="connsiteX25485" fmla="*/ 5088462 w 5799173"/>
              <a:gd name="connsiteY25485" fmla="*/ 2817676 h 5017219"/>
              <a:gd name="connsiteX25486" fmla="*/ 5078161 w 5799173"/>
              <a:gd name="connsiteY25486" fmla="*/ 2835455 h 5017219"/>
              <a:gd name="connsiteX25487" fmla="*/ 5076914 w 5799173"/>
              <a:gd name="connsiteY25487" fmla="*/ 2836203 h 5017219"/>
              <a:gd name="connsiteX25488" fmla="*/ 4875843 w 5799173"/>
              <a:gd name="connsiteY25488" fmla="*/ 2787928 h 5017219"/>
              <a:gd name="connsiteX25489" fmla="*/ 4874598 w 5799173"/>
              <a:gd name="connsiteY25489" fmla="*/ 2787180 h 5017219"/>
              <a:gd name="connsiteX25490" fmla="*/ 4864295 w 5799173"/>
              <a:gd name="connsiteY25490" fmla="*/ 2769318 h 5017219"/>
              <a:gd name="connsiteX25491" fmla="*/ 4864295 w 5799173"/>
              <a:gd name="connsiteY25491" fmla="*/ 2767823 h 5017219"/>
              <a:gd name="connsiteX25492" fmla="*/ 4874597 w 5799173"/>
              <a:gd name="connsiteY25492" fmla="*/ 2749961 h 5017219"/>
              <a:gd name="connsiteX25493" fmla="*/ 4875844 w 5799173"/>
              <a:gd name="connsiteY25493" fmla="*/ 2749213 h 5017219"/>
              <a:gd name="connsiteX25494" fmla="*/ 4896530 w 5799173"/>
              <a:gd name="connsiteY25494" fmla="*/ 2749213 h 5017219"/>
              <a:gd name="connsiteX25495" fmla="*/ 4897776 w 5799173"/>
              <a:gd name="connsiteY25495" fmla="*/ 2749961 h 5017219"/>
              <a:gd name="connsiteX25496" fmla="*/ 4908078 w 5799173"/>
              <a:gd name="connsiteY25496" fmla="*/ 2767823 h 5017219"/>
              <a:gd name="connsiteX25497" fmla="*/ 4908078 w 5799173"/>
              <a:gd name="connsiteY25497" fmla="*/ 2769318 h 5017219"/>
              <a:gd name="connsiteX25498" fmla="*/ 4897776 w 5799173"/>
              <a:gd name="connsiteY25498" fmla="*/ 2787180 h 5017219"/>
              <a:gd name="connsiteX25499" fmla="*/ 4896531 w 5799173"/>
              <a:gd name="connsiteY25499" fmla="*/ 2787928 h 5017219"/>
              <a:gd name="connsiteX25500" fmla="*/ 4033071 w 5799173"/>
              <a:gd name="connsiteY25500" fmla="*/ 2562306 h 5017219"/>
              <a:gd name="connsiteX25501" fmla="*/ 4031825 w 5799173"/>
              <a:gd name="connsiteY25501" fmla="*/ 2561559 h 5017219"/>
              <a:gd name="connsiteX25502" fmla="*/ 4021440 w 5799173"/>
              <a:gd name="connsiteY25502" fmla="*/ 2543530 h 5017219"/>
              <a:gd name="connsiteX25503" fmla="*/ 4021440 w 5799173"/>
              <a:gd name="connsiteY25503" fmla="*/ 2542035 h 5017219"/>
              <a:gd name="connsiteX25504" fmla="*/ 4031908 w 5799173"/>
              <a:gd name="connsiteY25504" fmla="*/ 2524007 h 5017219"/>
              <a:gd name="connsiteX25505" fmla="*/ 4033154 w 5799173"/>
              <a:gd name="connsiteY25505" fmla="*/ 2523259 h 5017219"/>
              <a:gd name="connsiteX25506" fmla="*/ 4054007 w 5799173"/>
              <a:gd name="connsiteY25506" fmla="*/ 2523260 h 5017219"/>
              <a:gd name="connsiteX25507" fmla="*/ 4055253 w 5799173"/>
              <a:gd name="connsiteY25507" fmla="*/ 2524007 h 5017219"/>
              <a:gd name="connsiteX25508" fmla="*/ 4065638 w 5799173"/>
              <a:gd name="connsiteY25508" fmla="*/ 2542035 h 5017219"/>
              <a:gd name="connsiteX25509" fmla="*/ 4065638 w 5799173"/>
              <a:gd name="connsiteY25509" fmla="*/ 2543531 h 5017219"/>
              <a:gd name="connsiteX25510" fmla="*/ 4055170 w 5799173"/>
              <a:gd name="connsiteY25510" fmla="*/ 2561560 h 5017219"/>
              <a:gd name="connsiteX25511" fmla="*/ 4053924 w 5799173"/>
              <a:gd name="connsiteY25511" fmla="*/ 2562306 h 5017219"/>
              <a:gd name="connsiteX25512" fmla="*/ 4935865 w 5799173"/>
              <a:gd name="connsiteY25512" fmla="*/ 2804209 h 5017219"/>
              <a:gd name="connsiteX25513" fmla="*/ 4934619 w 5799173"/>
              <a:gd name="connsiteY25513" fmla="*/ 2803462 h 5017219"/>
              <a:gd name="connsiteX25514" fmla="*/ 4924234 w 5799173"/>
              <a:gd name="connsiteY25514" fmla="*/ 2785433 h 5017219"/>
              <a:gd name="connsiteX25515" fmla="*/ 4924234 w 5799173"/>
              <a:gd name="connsiteY25515" fmla="*/ 2783938 h 5017219"/>
              <a:gd name="connsiteX25516" fmla="*/ 4934702 w 5799173"/>
              <a:gd name="connsiteY25516" fmla="*/ 2765910 h 5017219"/>
              <a:gd name="connsiteX25517" fmla="*/ 4935948 w 5799173"/>
              <a:gd name="connsiteY25517" fmla="*/ 2765162 h 5017219"/>
              <a:gd name="connsiteX25518" fmla="*/ 4956801 w 5799173"/>
              <a:gd name="connsiteY25518" fmla="*/ 2765162 h 5017219"/>
              <a:gd name="connsiteX25519" fmla="*/ 4958047 w 5799173"/>
              <a:gd name="connsiteY25519" fmla="*/ 2765910 h 5017219"/>
              <a:gd name="connsiteX25520" fmla="*/ 4968432 w 5799173"/>
              <a:gd name="connsiteY25520" fmla="*/ 2783938 h 5017219"/>
              <a:gd name="connsiteX25521" fmla="*/ 4968432 w 5799173"/>
              <a:gd name="connsiteY25521" fmla="*/ 2785433 h 5017219"/>
              <a:gd name="connsiteX25522" fmla="*/ 4957964 w 5799173"/>
              <a:gd name="connsiteY25522" fmla="*/ 2803462 h 5017219"/>
              <a:gd name="connsiteX25523" fmla="*/ 4956718 w 5799173"/>
              <a:gd name="connsiteY25523" fmla="*/ 2804209 h 5017219"/>
              <a:gd name="connsiteX25524" fmla="*/ 5176609 w 5799173"/>
              <a:gd name="connsiteY25524" fmla="*/ 2868717 h 5017219"/>
              <a:gd name="connsiteX25525" fmla="*/ 5175363 w 5799173"/>
              <a:gd name="connsiteY25525" fmla="*/ 2867970 h 5017219"/>
              <a:gd name="connsiteX25526" fmla="*/ 5164978 w 5799173"/>
              <a:gd name="connsiteY25526" fmla="*/ 2849941 h 5017219"/>
              <a:gd name="connsiteX25527" fmla="*/ 5164978 w 5799173"/>
              <a:gd name="connsiteY25527" fmla="*/ 2848445 h 5017219"/>
              <a:gd name="connsiteX25528" fmla="*/ 5175446 w 5799173"/>
              <a:gd name="connsiteY25528" fmla="*/ 2830417 h 5017219"/>
              <a:gd name="connsiteX25529" fmla="*/ 5176692 w 5799173"/>
              <a:gd name="connsiteY25529" fmla="*/ 2829669 h 5017219"/>
              <a:gd name="connsiteX25530" fmla="*/ 5197545 w 5799173"/>
              <a:gd name="connsiteY25530" fmla="*/ 2829670 h 5017219"/>
              <a:gd name="connsiteX25531" fmla="*/ 5198791 w 5799173"/>
              <a:gd name="connsiteY25531" fmla="*/ 2830418 h 5017219"/>
              <a:gd name="connsiteX25532" fmla="*/ 5209176 w 5799173"/>
              <a:gd name="connsiteY25532" fmla="*/ 2848446 h 5017219"/>
              <a:gd name="connsiteX25533" fmla="*/ 5209176 w 5799173"/>
              <a:gd name="connsiteY25533" fmla="*/ 2849941 h 5017219"/>
              <a:gd name="connsiteX25534" fmla="*/ 5198708 w 5799173"/>
              <a:gd name="connsiteY25534" fmla="*/ 2867970 h 5017219"/>
              <a:gd name="connsiteX25535" fmla="*/ 5197462 w 5799173"/>
              <a:gd name="connsiteY25535" fmla="*/ 2868717 h 5017219"/>
              <a:gd name="connsiteX25536" fmla="*/ 5236795 w 5799173"/>
              <a:gd name="connsiteY25536" fmla="*/ 2884843 h 5017219"/>
              <a:gd name="connsiteX25537" fmla="*/ 5235549 w 5799173"/>
              <a:gd name="connsiteY25537" fmla="*/ 2884096 h 5017219"/>
              <a:gd name="connsiteX25538" fmla="*/ 5225164 w 5799173"/>
              <a:gd name="connsiteY25538" fmla="*/ 2866067 h 5017219"/>
              <a:gd name="connsiteX25539" fmla="*/ 5225164 w 5799173"/>
              <a:gd name="connsiteY25539" fmla="*/ 2864572 h 5017219"/>
              <a:gd name="connsiteX25540" fmla="*/ 5235632 w 5799173"/>
              <a:gd name="connsiteY25540" fmla="*/ 2846544 h 5017219"/>
              <a:gd name="connsiteX25541" fmla="*/ 5236878 w 5799173"/>
              <a:gd name="connsiteY25541" fmla="*/ 2845796 h 5017219"/>
              <a:gd name="connsiteX25542" fmla="*/ 5257731 w 5799173"/>
              <a:gd name="connsiteY25542" fmla="*/ 2845796 h 5017219"/>
              <a:gd name="connsiteX25543" fmla="*/ 5258977 w 5799173"/>
              <a:gd name="connsiteY25543" fmla="*/ 2846544 h 5017219"/>
              <a:gd name="connsiteX25544" fmla="*/ 5269362 w 5799173"/>
              <a:gd name="connsiteY25544" fmla="*/ 2864572 h 5017219"/>
              <a:gd name="connsiteX25545" fmla="*/ 5269362 w 5799173"/>
              <a:gd name="connsiteY25545" fmla="*/ 2866067 h 5017219"/>
              <a:gd name="connsiteX25546" fmla="*/ 5258894 w 5799173"/>
              <a:gd name="connsiteY25546" fmla="*/ 2884096 h 5017219"/>
              <a:gd name="connsiteX25547" fmla="*/ 5257648 w 5799173"/>
              <a:gd name="connsiteY25547" fmla="*/ 2884843 h 5017219"/>
              <a:gd name="connsiteX25548" fmla="*/ 5296982 w 5799173"/>
              <a:gd name="connsiteY25548" fmla="*/ 2900970 h 5017219"/>
              <a:gd name="connsiteX25549" fmla="*/ 5295736 w 5799173"/>
              <a:gd name="connsiteY25549" fmla="*/ 2900223 h 5017219"/>
              <a:gd name="connsiteX25550" fmla="*/ 5285351 w 5799173"/>
              <a:gd name="connsiteY25550" fmla="*/ 2882194 h 5017219"/>
              <a:gd name="connsiteX25551" fmla="*/ 5285351 w 5799173"/>
              <a:gd name="connsiteY25551" fmla="*/ 2880699 h 5017219"/>
              <a:gd name="connsiteX25552" fmla="*/ 5295819 w 5799173"/>
              <a:gd name="connsiteY25552" fmla="*/ 2862671 h 5017219"/>
              <a:gd name="connsiteX25553" fmla="*/ 5297065 w 5799173"/>
              <a:gd name="connsiteY25553" fmla="*/ 2861923 h 5017219"/>
              <a:gd name="connsiteX25554" fmla="*/ 5317918 w 5799173"/>
              <a:gd name="connsiteY25554" fmla="*/ 2861923 h 5017219"/>
              <a:gd name="connsiteX25555" fmla="*/ 5319164 w 5799173"/>
              <a:gd name="connsiteY25555" fmla="*/ 2862671 h 5017219"/>
              <a:gd name="connsiteX25556" fmla="*/ 5329549 w 5799173"/>
              <a:gd name="connsiteY25556" fmla="*/ 2880699 h 5017219"/>
              <a:gd name="connsiteX25557" fmla="*/ 5329549 w 5799173"/>
              <a:gd name="connsiteY25557" fmla="*/ 2882194 h 5017219"/>
              <a:gd name="connsiteX25558" fmla="*/ 5319081 w 5799173"/>
              <a:gd name="connsiteY25558" fmla="*/ 2900223 h 5017219"/>
              <a:gd name="connsiteX25559" fmla="*/ 5317835 w 5799173"/>
              <a:gd name="connsiteY25559" fmla="*/ 2900970 h 5017219"/>
              <a:gd name="connsiteX25560" fmla="*/ 5477541 w 5799173"/>
              <a:gd name="connsiteY25560" fmla="*/ 2949351 h 5017219"/>
              <a:gd name="connsiteX25561" fmla="*/ 5476295 w 5799173"/>
              <a:gd name="connsiteY25561" fmla="*/ 2948604 h 5017219"/>
              <a:gd name="connsiteX25562" fmla="*/ 5465910 w 5799173"/>
              <a:gd name="connsiteY25562" fmla="*/ 2930575 h 5017219"/>
              <a:gd name="connsiteX25563" fmla="*/ 5465910 w 5799173"/>
              <a:gd name="connsiteY25563" fmla="*/ 2929080 h 5017219"/>
              <a:gd name="connsiteX25564" fmla="*/ 5476378 w 5799173"/>
              <a:gd name="connsiteY25564" fmla="*/ 2911052 h 5017219"/>
              <a:gd name="connsiteX25565" fmla="*/ 5477624 w 5799173"/>
              <a:gd name="connsiteY25565" fmla="*/ 2910304 h 5017219"/>
              <a:gd name="connsiteX25566" fmla="*/ 5498477 w 5799173"/>
              <a:gd name="connsiteY25566" fmla="*/ 2910304 h 5017219"/>
              <a:gd name="connsiteX25567" fmla="*/ 5499723 w 5799173"/>
              <a:gd name="connsiteY25567" fmla="*/ 2911052 h 5017219"/>
              <a:gd name="connsiteX25568" fmla="*/ 5510108 w 5799173"/>
              <a:gd name="connsiteY25568" fmla="*/ 2929080 h 5017219"/>
              <a:gd name="connsiteX25569" fmla="*/ 5510108 w 5799173"/>
              <a:gd name="connsiteY25569" fmla="*/ 2930575 h 5017219"/>
              <a:gd name="connsiteX25570" fmla="*/ 5499640 w 5799173"/>
              <a:gd name="connsiteY25570" fmla="*/ 2948604 h 5017219"/>
              <a:gd name="connsiteX25571" fmla="*/ 5498394 w 5799173"/>
              <a:gd name="connsiteY25571" fmla="*/ 2949351 h 5017219"/>
              <a:gd name="connsiteX25572" fmla="*/ 1565351 w 5799173"/>
              <a:gd name="connsiteY25572" fmla="*/ 1901448 h 5017219"/>
              <a:gd name="connsiteX25573" fmla="*/ 1564022 w 5799173"/>
              <a:gd name="connsiteY25573" fmla="*/ 1900700 h 5017219"/>
              <a:gd name="connsiteX25574" fmla="*/ 1553472 w 5799173"/>
              <a:gd name="connsiteY25574" fmla="*/ 1882340 h 5017219"/>
              <a:gd name="connsiteX25575" fmla="*/ 1553471 w 5799173"/>
              <a:gd name="connsiteY25575" fmla="*/ 1880844 h 5017219"/>
              <a:gd name="connsiteX25576" fmla="*/ 1564022 w 5799173"/>
              <a:gd name="connsiteY25576" fmla="*/ 1862484 h 5017219"/>
              <a:gd name="connsiteX25577" fmla="*/ 1565352 w 5799173"/>
              <a:gd name="connsiteY25577" fmla="*/ 1861736 h 5017219"/>
              <a:gd name="connsiteX25578" fmla="*/ 1586538 w 5799173"/>
              <a:gd name="connsiteY25578" fmla="*/ 1861736 h 5017219"/>
              <a:gd name="connsiteX25579" fmla="*/ 1587866 w 5799173"/>
              <a:gd name="connsiteY25579" fmla="*/ 1862484 h 5017219"/>
              <a:gd name="connsiteX25580" fmla="*/ 1598417 w 5799173"/>
              <a:gd name="connsiteY25580" fmla="*/ 1880844 h 5017219"/>
              <a:gd name="connsiteX25581" fmla="*/ 1598418 w 5799173"/>
              <a:gd name="connsiteY25581" fmla="*/ 1882340 h 5017219"/>
              <a:gd name="connsiteX25582" fmla="*/ 1587867 w 5799173"/>
              <a:gd name="connsiteY25582" fmla="*/ 1900700 h 5017219"/>
              <a:gd name="connsiteX25583" fmla="*/ 1586537 w 5799173"/>
              <a:gd name="connsiteY25583" fmla="*/ 1901448 h 5017219"/>
              <a:gd name="connsiteX25584" fmla="*/ 3972719 w 5799173"/>
              <a:gd name="connsiteY25584" fmla="*/ 2546596 h 5017219"/>
              <a:gd name="connsiteX25585" fmla="*/ 3971390 w 5799173"/>
              <a:gd name="connsiteY25585" fmla="*/ 2545848 h 5017219"/>
              <a:gd name="connsiteX25586" fmla="*/ 3960756 w 5799173"/>
              <a:gd name="connsiteY25586" fmla="*/ 2527405 h 5017219"/>
              <a:gd name="connsiteX25587" fmla="*/ 3960756 w 5799173"/>
              <a:gd name="connsiteY25587" fmla="*/ 2525909 h 5017219"/>
              <a:gd name="connsiteX25588" fmla="*/ 3971390 w 5799173"/>
              <a:gd name="connsiteY25588" fmla="*/ 2507466 h 5017219"/>
              <a:gd name="connsiteX25589" fmla="*/ 3972719 w 5799173"/>
              <a:gd name="connsiteY25589" fmla="*/ 2506718 h 5017219"/>
              <a:gd name="connsiteX25590" fmla="*/ 3993988 w 5799173"/>
              <a:gd name="connsiteY25590" fmla="*/ 2506718 h 5017219"/>
              <a:gd name="connsiteX25591" fmla="*/ 3995317 w 5799173"/>
              <a:gd name="connsiteY25591" fmla="*/ 2507466 h 5017219"/>
              <a:gd name="connsiteX25592" fmla="*/ 4005951 w 5799173"/>
              <a:gd name="connsiteY25592" fmla="*/ 2525909 h 5017219"/>
              <a:gd name="connsiteX25593" fmla="*/ 4005951 w 5799173"/>
              <a:gd name="connsiteY25593" fmla="*/ 2527405 h 5017219"/>
              <a:gd name="connsiteX25594" fmla="*/ 3995317 w 5799173"/>
              <a:gd name="connsiteY25594" fmla="*/ 2545848 h 5017219"/>
              <a:gd name="connsiteX25595" fmla="*/ 3993988 w 5799173"/>
              <a:gd name="connsiteY25595" fmla="*/ 2546596 h 5017219"/>
              <a:gd name="connsiteX25596" fmla="*/ 4213381 w 5799173"/>
              <a:gd name="connsiteY25596" fmla="*/ 2611185 h 5017219"/>
              <a:gd name="connsiteX25597" fmla="*/ 4212052 w 5799173"/>
              <a:gd name="connsiteY25597" fmla="*/ 2610438 h 5017219"/>
              <a:gd name="connsiteX25598" fmla="*/ 4201418 w 5799173"/>
              <a:gd name="connsiteY25598" fmla="*/ 2591911 h 5017219"/>
              <a:gd name="connsiteX25599" fmla="*/ 4201417 w 5799173"/>
              <a:gd name="connsiteY25599" fmla="*/ 2590415 h 5017219"/>
              <a:gd name="connsiteX25600" fmla="*/ 4212135 w 5799173"/>
              <a:gd name="connsiteY25600" fmla="*/ 2571889 h 5017219"/>
              <a:gd name="connsiteX25601" fmla="*/ 4213465 w 5799173"/>
              <a:gd name="connsiteY25601" fmla="*/ 2571141 h 5017219"/>
              <a:gd name="connsiteX25602" fmla="*/ 4234816 w 5799173"/>
              <a:gd name="connsiteY25602" fmla="*/ 2571141 h 5017219"/>
              <a:gd name="connsiteX25603" fmla="*/ 4236145 w 5799173"/>
              <a:gd name="connsiteY25603" fmla="*/ 2571889 h 5017219"/>
              <a:gd name="connsiteX25604" fmla="*/ 4246779 w 5799173"/>
              <a:gd name="connsiteY25604" fmla="*/ 2590415 h 5017219"/>
              <a:gd name="connsiteX25605" fmla="*/ 4246779 w 5799173"/>
              <a:gd name="connsiteY25605" fmla="*/ 2591911 h 5017219"/>
              <a:gd name="connsiteX25606" fmla="*/ 4236062 w 5799173"/>
              <a:gd name="connsiteY25606" fmla="*/ 2610438 h 5017219"/>
              <a:gd name="connsiteX25607" fmla="*/ 4234733 w 5799173"/>
              <a:gd name="connsiteY25607" fmla="*/ 2611185 h 5017219"/>
              <a:gd name="connsiteX25608" fmla="*/ 3852262 w 5799173"/>
              <a:gd name="connsiteY25608" fmla="*/ 2514509 h 5017219"/>
              <a:gd name="connsiteX25609" fmla="*/ 3850933 w 5799173"/>
              <a:gd name="connsiteY25609" fmla="*/ 2513761 h 5017219"/>
              <a:gd name="connsiteX25610" fmla="*/ 3840216 w 5799173"/>
              <a:gd name="connsiteY25610" fmla="*/ 2495151 h 5017219"/>
              <a:gd name="connsiteX25611" fmla="*/ 3840217 w 5799173"/>
              <a:gd name="connsiteY25611" fmla="*/ 2493656 h 5017219"/>
              <a:gd name="connsiteX25612" fmla="*/ 3850933 w 5799173"/>
              <a:gd name="connsiteY25612" fmla="*/ 2475046 h 5017219"/>
              <a:gd name="connsiteX25613" fmla="*/ 3852262 w 5799173"/>
              <a:gd name="connsiteY25613" fmla="*/ 2474298 h 5017219"/>
              <a:gd name="connsiteX25614" fmla="*/ 3873698 w 5799173"/>
              <a:gd name="connsiteY25614" fmla="*/ 2474298 h 5017219"/>
              <a:gd name="connsiteX25615" fmla="*/ 3875026 w 5799173"/>
              <a:gd name="connsiteY25615" fmla="*/ 2475046 h 5017219"/>
              <a:gd name="connsiteX25616" fmla="*/ 3885743 w 5799173"/>
              <a:gd name="connsiteY25616" fmla="*/ 2493656 h 5017219"/>
              <a:gd name="connsiteX25617" fmla="*/ 3885743 w 5799173"/>
              <a:gd name="connsiteY25617" fmla="*/ 2495151 h 5017219"/>
              <a:gd name="connsiteX25618" fmla="*/ 3875026 w 5799173"/>
              <a:gd name="connsiteY25618" fmla="*/ 2513761 h 5017219"/>
              <a:gd name="connsiteX25619" fmla="*/ 3873697 w 5799173"/>
              <a:gd name="connsiteY25619" fmla="*/ 2514509 h 5017219"/>
              <a:gd name="connsiteX25620" fmla="*/ 4153194 w 5799173"/>
              <a:gd name="connsiteY25620" fmla="*/ 2595143 h 5017219"/>
              <a:gd name="connsiteX25621" fmla="*/ 4151864 w 5799173"/>
              <a:gd name="connsiteY25621" fmla="*/ 2594395 h 5017219"/>
              <a:gd name="connsiteX25622" fmla="*/ 4141147 w 5799173"/>
              <a:gd name="connsiteY25622" fmla="*/ 2575785 h 5017219"/>
              <a:gd name="connsiteX25623" fmla="*/ 4141148 w 5799173"/>
              <a:gd name="connsiteY25623" fmla="*/ 2574290 h 5017219"/>
              <a:gd name="connsiteX25624" fmla="*/ 4151865 w 5799173"/>
              <a:gd name="connsiteY25624" fmla="*/ 2555680 h 5017219"/>
              <a:gd name="connsiteX25625" fmla="*/ 4153193 w 5799173"/>
              <a:gd name="connsiteY25625" fmla="*/ 2554932 h 5017219"/>
              <a:gd name="connsiteX25626" fmla="*/ 4174629 w 5799173"/>
              <a:gd name="connsiteY25626" fmla="*/ 2554932 h 5017219"/>
              <a:gd name="connsiteX25627" fmla="*/ 4175958 w 5799173"/>
              <a:gd name="connsiteY25627" fmla="*/ 2555680 h 5017219"/>
              <a:gd name="connsiteX25628" fmla="*/ 4186675 w 5799173"/>
              <a:gd name="connsiteY25628" fmla="*/ 2574290 h 5017219"/>
              <a:gd name="connsiteX25629" fmla="*/ 4186675 w 5799173"/>
              <a:gd name="connsiteY25629" fmla="*/ 2575785 h 5017219"/>
              <a:gd name="connsiteX25630" fmla="*/ 4175957 w 5799173"/>
              <a:gd name="connsiteY25630" fmla="*/ 2594395 h 5017219"/>
              <a:gd name="connsiteX25631" fmla="*/ 4174628 w 5799173"/>
              <a:gd name="connsiteY25631" fmla="*/ 2595143 h 5017219"/>
              <a:gd name="connsiteX25632" fmla="*/ 4273412 w 5799173"/>
              <a:gd name="connsiteY25632" fmla="*/ 2627647 h 5017219"/>
              <a:gd name="connsiteX25633" fmla="*/ 4272082 w 5799173"/>
              <a:gd name="connsiteY25633" fmla="*/ 2626899 h 5017219"/>
              <a:gd name="connsiteX25634" fmla="*/ 4261199 w 5799173"/>
              <a:gd name="connsiteY25634" fmla="*/ 2608040 h 5017219"/>
              <a:gd name="connsiteX25635" fmla="*/ 4261199 w 5799173"/>
              <a:gd name="connsiteY25635" fmla="*/ 2606462 h 5017219"/>
              <a:gd name="connsiteX25636" fmla="*/ 4272082 w 5799173"/>
              <a:gd name="connsiteY25636" fmla="*/ 2587603 h 5017219"/>
              <a:gd name="connsiteX25637" fmla="*/ 4273412 w 5799173"/>
              <a:gd name="connsiteY25637" fmla="*/ 2586855 h 5017219"/>
              <a:gd name="connsiteX25638" fmla="*/ 4295178 w 5799173"/>
              <a:gd name="connsiteY25638" fmla="*/ 2586855 h 5017219"/>
              <a:gd name="connsiteX25639" fmla="*/ 4296508 w 5799173"/>
              <a:gd name="connsiteY25639" fmla="*/ 2587603 h 5017219"/>
              <a:gd name="connsiteX25640" fmla="*/ 4307391 w 5799173"/>
              <a:gd name="connsiteY25640" fmla="*/ 2606462 h 5017219"/>
              <a:gd name="connsiteX25641" fmla="*/ 4307391 w 5799173"/>
              <a:gd name="connsiteY25641" fmla="*/ 2608040 h 5017219"/>
              <a:gd name="connsiteX25642" fmla="*/ 4296508 w 5799173"/>
              <a:gd name="connsiteY25642" fmla="*/ 2626899 h 5017219"/>
              <a:gd name="connsiteX25643" fmla="*/ 4295178 w 5799173"/>
              <a:gd name="connsiteY25643" fmla="*/ 2627647 h 5017219"/>
              <a:gd name="connsiteX25644" fmla="*/ 4453971 w 5799173"/>
              <a:gd name="connsiteY25644" fmla="*/ 2676028 h 5017219"/>
              <a:gd name="connsiteX25645" fmla="*/ 4452641 w 5799173"/>
              <a:gd name="connsiteY25645" fmla="*/ 2675280 h 5017219"/>
              <a:gd name="connsiteX25646" fmla="*/ 4441758 w 5799173"/>
              <a:gd name="connsiteY25646" fmla="*/ 2656421 h 5017219"/>
              <a:gd name="connsiteX25647" fmla="*/ 4441758 w 5799173"/>
              <a:gd name="connsiteY25647" fmla="*/ 2654843 h 5017219"/>
              <a:gd name="connsiteX25648" fmla="*/ 4452641 w 5799173"/>
              <a:gd name="connsiteY25648" fmla="*/ 2635984 h 5017219"/>
              <a:gd name="connsiteX25649" fmla="*/ 4453971 w 5799173"/>
              <a:gd name="connsiteY25649" fmla="*/ 2635236 h 5017219"/>
              <a:gd name="connsiteX25650" fmla="*/ 4475737 w 5799173"/>
              <a:gd name="connsiteY25650" fmla="*/ 2635236 h 5017219"/>
              <a:gd name="connsiteX25651" fmla="*/ 4477066 w 5799173"/>
              <a:gd name="connsiteY25651" fmla="*/ 2635984 h 5017219"/>
              <a:gd name="connsiteX25652" fmla="*/ 4487950 w 5799173"/>
              <a:gd name="connsiteY25652" fmla="*/ 2654843 h 5017219"/>
              <a:gd name="connsiteX25653" fmla="*/ 4487950 w 5799173"/>
              <a:gd name="connsiteY25653" fmla="*/ 2656421 h 5017219"/>
              <a:gd name="connsiteX25654" fmla="*/ 4477066 w 5799173"/>
              <a:gd name="connsiteY25654" fmla="*/ 2675280 h 5017219"/>
              <a:gd name="connsiteX25655" fmla="*/ 4475736 w 5799173"/>
              <a:gd name="connsiteY25655" fmla="*/ 2676028 h 5017219"/>
              <a:gd name="connsiteX25656" fmla="*/ 4333493 w 5799173"/>
              <a:gd name="connsiteY25656" fmla="*/ 2643937 h 5017219"/>
              <a:gd name="connsiteX25657" fmla="*/ 4332164 w 5799173"/>
              <a:gd name="connsiteY25657" fmla="*/ 2643189 h 5017219"/>
              <a:gd name="connsiteX25658" fmla="*/ 4321280 w 5799173"/>
              <a:gd name="connsiteY25658" fmla="*/ 2624247 h 5017219"/>
              <a:gd name="connsiteX25659" fmla="*/ 4321280 w 5799173"/>
              <a:gd name="connsiteY25659" fmla="*/ 2622669 h 5017219"/>
              <a:gd name="connsiteX25660" fmla="*/ 4332246 w 5799173"/>
              <a:gd name="connsiteY25660" fmla="*/ 2603727 h 5017219"/>
              <a:gd name="connsiteX25661" fmla="*/ 4333576 w 5799173"/>
              <a:gd name="connsiteY25661" fmla="*/ 2602979 h 5017219"/>
              <a:gd name="connsiteX25662" fmla="*/ 4355426 w 5799173"/>
              <a:gd name="connsiteY25662" fmla="*/ 2602979 h 5017219"/>
              <a:gd name="connsiteX25663" fmla="*/ 4356756 w 5799173"/>
              <a:gd name="connsiteY25663" fmla="*/ 2603727 h 5017219"/>
              <a:gd name="connsiteX25664" fmla="*/ 4367638 w 5799173"/>
              <a:gd name="connsiteY25664" fmla="*/ 2622669 h 5017219"/>
              <a:gd name="connsiteX25665" fmla="*/ 4367638 w 5799173"/>
              <a:gd name="connsiteY25665" fmla="*/ 2624247 h 5017219"/>
              <a:gd name="connsiteX25666" fmla="*/ 4356672 w 5799173"/>
              <a:gd name="connsiteY25666" fmla="*/ 2643189 h 5017219"/>
              <a:gd name="connsiteX25667" fmla="*/ 4355342 w 5799173"/>
              <a:gd name="connsiteY25667" fmla="*/ 2643937 h 5017219"/>
              <a:gd name="connsiteX25668" fmla="*/ 4393679 w 5799173"/>
              <a:gd name="connsiteY25668" fmla="*/ 2660064 h 5017219"/>
              <a:gd name="connsiteX25669" fmla="*/ 4392349 w 5799173"/>
              <a:gd name="connsiteY25669" fmla="*/ 2659316 h 5017219"/>
              <a:gd name="connsiteX25670" fmla="*/ 4381466 w 5799173"/>
              <a:gd name="connsiteY25670" fmla="*/ 2640374 h 5017219"/>
              <a:gd name="connsiteX25671" fmla="*/ 4381466 w 5799173"/>
              <a:gd name="connsiteY25671" fmla="*/ 2638796 h 5017219"/>
              <a:gd name="connsiteX25672" fmla="*/ 4392432 w 5799173"/>
              <a:gd name="connsiteY25672" fmla="*/ 2619854 h 5017219"/>
              <a:gd name="connsiteX25673" fmla="*/ 4393762 w 5799173"/>
              <a:gd name="connsiteY25673" fmla="*/ 2619106 h 5017219"/>
              <a:gd name="connsiteX25674" fmla="*/ 4415612 w 5799173"/>
              <a:gd name="connsiteY25674" fmla="*/ 2619106 h 5017219"/>
              <a:gd name="connsiteX25675" fmla="*/ 4416941 w 5799173"/>
              <a:gd name="connsiteY25675" fmla="*/ 2619854 h 5017219"/>
              <a:gd name="connsiteX25676" fmla="*/ 4427824 w 5799173"/>
              <a:gd name="connsiteY25676" fmla="*/ 2638796 h 5017219"/>
              <a:gd name="connsiteX25677" fmla="*/ 4427824 w 5799173"/>
              <a:gd name="connsiteY25677" fmla="*/ 2640374 h 5017219"/>
              <a:gd name="connsiteX25678" fmla="*/ 4416858 w 5799173"/>
              <a:gd name="connsiteY25678" fmla="*/ 2659316 h 5017219"/>
              <a:gd name="connsiteX25679" fmla="*/ 4415528 w 5799173"/>
              <a:gd name="connsiteY25679" fmla="*/ 2660064 h 5017219"/>
              <a:gd name="connsiteX25680" fmla="*/ 3430700 w 5799173"/>
              <a:gd name="connsiteY25680" fmla="*/ 2402117 h 5017219"/>
              <a:gd name="connsiteX25681" fmla="*/ 3429371 w 5799173"/>
              <a:gd name="connsiteY25681" fmla="*/ 2401370 h 5017219"/>
              <a:gd name="connsiteX25682" fmla="*/ 3418405 w 5799173"/>
              <a:gd name="connsiteY25682" fmla="*/ 2382344 h 5017219"/>
              <a:gd name="connsiteX25683" fmla="*/ 3418405 w 5799173"/>
              <a:gd name="connsiteY25683" fmla="*/ 2380766 h 5017219"/>
              <a:gd name="connsiteX25684" fmla="*/ 3429370 w 5799173"/>
              <a:gd name="connsiteY25684" fmla="*/ 2361741 h 5017219"/>
              <a:gd name="connsiteX25685" fmla="*/ 3430700 w 5799173"/>
              <a:gd name="connsiteY25685" fmla="*/ 2360993 h 5017219"/>
              <a:gd name="connsiteX25686" fmla="*/ 3452633 w 5799173"/>
              <a:gd name="connsiteY25686" fmla="*/ 2360992 h 5017219"/>
              <a:gd name="connsiteX25687" fmla="*/ 3453963 w 5799173"/>
              <a:gd name="connsiteY25687" fmla="*/ 2361741 h 5017219"/>
              <a:gd name="connsiteX25688" fmla="*/ 3464929 w 5799173"/>
              <a:gd name="connsiteY25688" fmla="*/ 2380765 h 5017219"/>
              <a:gd name="connsiteX25689" fmla="*/ 3464929 w 5799173"/>
              <a:gd name="connsiteY25689" fmla="*/ 2382343 h 5017219"/>
              <a:gd name="connsiteX25690" fmla="*/ 3453963 w 5799173"/>
              <a:gd name="connsiteY25690" fmla="*/ 2401370 h 5017219"/>
              <a:gd name="connsiteX25691" fmla="*/ 3452633 w 5799173"/>
              <a:gd name="connsiteY25691" fmla="*/ 2402116 h 5017219"/>
              <a:gd name="connsiteX25692" fmla="*/ 3912107 w 5799173"/>
              <a:gd name="connsiteY25692" fmla="*/ 2531214 h 5017219"/>
              <a:gd name="connsiteX25693" fmla="*/ 3910778 w 5799173"/>
              <a:gd name="connsiteY25693" fmla="*/ 2530467 h 5017219"/>
              <a:gd name="connsiteX25694" fmla="*/ 3899728 w 5799173"/>
              <a:gd name="connsiteY25694" fmla="*/ 2511358 h 5017219"/>
              <a:gd name="connsiteX25695" fmla="*/ 3899727 w 5799173"/>
              <a:gd name="connsiteY25695" fmla="*/ 2509780 h 5017219"/>
              <a:gd name="connsiteX25696" fmla="*/ 3910777 w 5799173"/>
              <a:gd name="connsiteY25696" fmla="*/ 2490672 h 5017219"/>
              <a:gd name="connsiteX25697" fmla="*/ 3912106 w 5799173"/>
              <a:gd name="connsiteY25697" fmla="*/ 2489924 h 5017219"/>
              <a:gd name="connsiteX25698" fmla="*/ 3934205 w 5799173"/>
              <a:gd name="connsiteY25698" fmla="*/ 2489924 h 5017219"/>
              <a:gd name="connsiteX25699" fmla="*/ 3935535 w 5799173"/>
              <a:gd name="connsiteY25699" fmla="*/ 2490672 h 5017219"/>
              <a:gd name="connsiteX25700" fmla="*/ 3946585 w 5799173"/>
              <a:gd name="connsiteY25700" fmla="*/ 2509780 h 5017219"/>
              <a:gd name="connsiteX25701" fmla="*/ 3946585 w 5799173"/>
              <a:gd name="connsiteY25701" fmla="*/ 2511358 h 5017219"/>
              <a:gd name="connsiteX25702" fmla="*/ 3935534 w 5799173"/>
              <a:gd name="connsiteY25702" fmla="*/ 2530467 h 5017219"/>
              <a:gd name="connsiteX25703" fmla="*/ 3934206 w 5799173"/>
              <a:gd name="connsiteY25703" fmla="*/ 2531214 h 5017219"/>
              <a:gd name="connsiteX25704" fmla="*/ 4092582 w 5799173"/>
              <a:gd name="connsiteY25704" fmla="*/ 2579678 h 5017219"/>
              <a:gd name="connsiteX25705" fmla="*/ 4091252 w 5799173"/>
              <a:gd name="connsiteY25705" fmla="*/ 2578931 h 5017219"/>
              <a:gd name="connsiteX25706" fmla="*/ 4080203 w 5799173"/>
              <a:gd name="connsiteY25706" fmla="*/ 2559739 h 5017219"/>
              <a:gd name="connsiteX25707" fmla="*/ 4080203 w 5799173"/>
              <a:gd name="connsiteY25707" fmla="*/ 2558161 h 5017219"/>
              <a:gd name="connsiteX25708" fmla="*/ 4091335 w 5799173"/>
              <a:gd name="connsiteY25708" fmla="*/ 2538970 h 5017219"/>
              <a:gd name="connsiteX25709" fmla="*/ 4092665 w 5799173"/>
              <a:gd name="connsiteY25709" fmla="*/ 2538222 h 5017219"/>
              <a:gd name="connsiteX25710" fmla="*/ 4114847 w 5799173"/>
              <a:gd name="connsiteY25710" fmla="*/ 2538222 h 5017219"/>
              <a:gd name="connsiteX25711" fmla="*/ 4116176 w 5799173"/>
              <a:gd name="connsiteY25711" fmla="*/ 2538970 h 5017219"/>
              <a:gd name="connsiteX25712" fmla="*/ 4127226 w 5799173"/>
              <a:gd name="connsiteY25712" fmla="*/ 2558161 h 5017219"/>
              <a:gd name="connsiteX25713" fmla="*/ 4127226 w 5799173"/>
              <a:gd name="connsiteY25713" fmla="*/ 2559739 h 5017219"/>
              <a:gd name="connsiteX25714" fmla="*/ 4116093 w 5799173"/>
              <a:gd name="connsiteY25714" fmla="*/ 2578931 h 5017219"/>
              <a:gd name="connsiteX25715" fmla="*/ 4114764 w 5799173"/>
              <a:gd name="connsiteY25715" fmla="*/ 2579678 h 5017219"/>
              <a:gd name="connsiteX25716" fmla="*/ 3490493 w 5799173"/>
              <a:gd name="connsiteY25716" fmla="*/ 2418995 h 5017219"/>
              <a:gd name="connsiteX25717" fmla="*/ 3489080 w 5799173"/>
              <a:gd name="connsiteY25717" fmla="*/ 2418164 h 5017219"/>
              <a:gd name="connsiteX25718" fmla="*/ 3477698 w 5799173"/>
              <a:gd name="connsiteY25718" fmla="*/ 2398391 h 5017219"/>
              <a:gd name="connsiteX25719" fmla="*/ 3477698 w 5799173"/>
              <a:gd name="connsiteY25719" fmla="*/ 2396813 h 5017219"/>
              <a:gd name="connsiteX25720" fmla="*/ 3489080 w 5799173"/>
              <a:gd name="connsiteY25720" fmla="*/ 2377040 h 5017219"/>
              <a:gd name="connsiteX25721" fmla="*/ 3490493 w 5799173"/>
              <a:gd name="connsiteY25721" fmla="*/ 2376209 h 5017219"/>
              <a:gd name="connsiteX25722" fmla="*/ 3513256 w 5799173"/>
              <a:gd name="connsiteY25722" fmla="*/ 2376209 h 5017219"/>
              <a:gd name="connsiteX25723" fmla="*/ 3514669 w 5799173"/>
              <a:gd name="connsiteY25723" fmla="*/ 2377040 h 5017219"/>
              <a:gd name="connsiteX25724" fmla="*/ 3526050 w 5799173"/>
              <a:gd name="connsiteY25724" fmla="*/ 2396813 h 5017219"/>
              <a:gd name="connsiteX25725" fmla="*/ 3526050 w 5799173"/>
              <a:gd name="connsiteY25725" fmla="*/ 2398391 h 5017219"/>
              <a:gd name="connsiteX25726" fmla="*/ 3514669 w 5799173"/>
              <a:gd name="connsiteY25726" fmla="*/ 2418164 h 5017219"/>
              <a:gd name="connsiteX25727" fmla="*/ 3513256 w 5799173"/>
              <a:gd name="connsiteY25727" fmla="*/ 2418995 h 5017219"/>
              <a:gd name="connsiteX25728" fmla="*/ 3550679 w 5799173"/>
              <a:gd name="connsiteY25728" fmla="*/ 2435122 h 5017219"/>
              <a:gd name="connsiteX25729" fmla="*/ 3549266 w 5799173"/>
              <a:gd name="connsiteY25729" fmla="*/ 2434291 h 5017219"/>
              <a:gd name="connsiteX25730" fmla="*/ 3537884 w 5799173"/>
              <a:gd name="connsiteY25730" fmla="*/ 2414518 h 5017219"/>
              <a:gd name="connsiteX25731" fmla="*/ 3537884 w 5799173"/>
              <a:gd name="connsiteY25731" fmla="*/ 2412940 h 5017219"/>
              <a:gd name="connsiteX25732" fmla="*/ 3549266 w 5799173"/>
              <a:gd name="connsiteY25732" fmla="*/ 2393167 h 5017219"/>
              <a:gd name="connsiteX25733" fmla="*/ 3550679 w 5799173"/>
              <a:gd name="connsiteY25733" fmla="*/ 2392336 h 5017219"/>
              <a:gd name="connsiteX25734" fmla="*/ 3573442 w 5799173"/>
              <a:gd name="connsiteY25734" fmla="*/ 2392336 h 5017219"/>
              <a:gd name="connsiteX25735" fmla="*/ 3574855 w 5799173"/>
              <a:gd name="connsiteY25735" fmla="*/ 2393167 h 5017219"/>
              <a:gd name="connsiteX25736" fmla="*/ 3586236 w 5799173"/>
              <a:gd name="connsiteY25736" fmla="*/ 2412940 h 5017219"/>
              <a:gd name="connsiteX25737" fmla="*/ 3586236 w 5799173"/>
              <a:gd name="connsiteY25737" fmla="*/ 2414518 h 5017219"/>
              <a:gd name="connsiteX25738" fmla="*/ 3574855 w 5799173"/>
              <a:gd name="connsiteY25738" fmla="*/ 2434291 h 5017219"/>
              <a:gd name="connsiteX25739" fmla="*/ 3573442 w 5799173"/>
              <a:gd name="connsiteY25739" fmla="*/ 2435122 h 5017219"/>
              <a:gd name="connsiteX25740" fmla="*/ 4513658 w 5799173"/>
              <a:gd name="connsiteY25740" fmla="*/ 2693152 h 5017219"/>
              <a:gd name="connsiteX25741" fmla="*/ 4512246 w 5799173"/>
              <a:gd name="connsiteY25741" fmla="*/ 2692321 h 5017219"/>
              <a:gd name="connsiteX25742" fmla="*/ 4500863 w 5799173"/>
              <a:gd name="connsiteY25742" fmla="*/ 2672548 h 5017219"/>
              <a:gd name="connsiteX25743" fmla="*/ 4500863 w 5799173"/>
              <a:gd name="connsiteY25743" fmla="*/ 2670970 h 5017219"/>
              <a:gd name="connsiteX25744" fmla="*/ 4512245 w 5799173"/>
              <a:gd name="connsiteY25744" fmla="*/ 2651197 h 5017219"/>
              <a:gd name="connsiteX25745" fmla="*/ 4513657 w 5799173"/>
              <a:gd name="connsiteY25745" fmla="*/ 2650366 h 5017219"/>
              <a:gd name="connsiteX25746" fmla="*/ 4536422 w 5799173"/>
              <a:gd name="connsiteY25746" fmla="*/ 2650366 h 5017219"/>
              <a:gd name="connsiteX25747" fmla="*/ 4537834 w 5799173"/>
              <a:gd name="connsiteY25747" fmla="*/ 2651197 h 5017219"/>
              <a:gd name="connsiteX25748" fmla="*/ 4549215 w 5799173"/>
              <a:gd name="connsiteY25748" fmla="*/ 2670970 h 5017219"/>
              <a:gd name="connsiteX25749" fmla="*/ 4549215 w 5799173"/>
              <a:gd name="connsiteY25749" fmla="*/ 2672548 h 5017219"/>
              <a:gd name="connsiteX25750" fmla="*/ 4537833 w 5799173"/>
              <a:gd name="connsiteY25750" fmla="*/ 2692321 h 5017219"/>
              <a:gd name="connsiteX25751" fmla="*/ 4536421 w 5799173"/>
              <a:gd name="connsiteY25751" fmla="*/ 2693152 h 5017219"/>
              <a:gd name="connsiteX25752" fmla="*/ 4573689 w 5799173"/>
              <a:gd name="connsiteY25752" fmla="*/ 2709528 h 5017219"/>
              <a:gd name="connsiteX25753" fmla="*/ 4572276 w 5799173"/>
              <a:gd name="connsiteY25753" fmla="*/ 2708697 h 5017219"/>
              <a:gd name="connsiteX25754" fmla="*/ 4560728 w 5799173"/>
              <a:gd name="connsiteY25754" fmla="*/ 2688675 h 5017219"/>
              <a:gd name="connsiteX25755" fmla="*/ 4560728 w 5799173"/>
              <a:gd name="connsiteY25755" fmla="*/ 2687014 h 5017219"/>
              <a:gd name="connsiteX25756" fmla="*/ 4572276 w 5799173"/>
              <a:gd name="connsiteY25756" fmla="*/ 2666992 h 5017219"/>
              <a:gd name="connsiteX25757" fmla="*/ 4573689 w 5799173"/>
              <a:gd name="connsiteY25757" fmla="*/ 2666161 h 5017219"/>
              <a:gd name="connsiteX25758" fmla="*/ 4596785 w 5799173"/>
              <a:gd name="connsiteY25758" fmla="*/ 2666161 h 5017219"/>
              <a:gd name="connsiteX25759" fmla="*/ 4598197 w 5799173"/>
              <a:gd name="connsiteY25759" fmla="*/ 2666992 h 5017219"/>
              <a:gd name="connsiteX25760" fmla="*/ 4609745 w 5799173"/>
              <a:gd name="connsiteY25760" fmla="*/ 2687014 h 5017219"/>
              <a:gd name="connsiteX25761" fmla="*/ 4609745 w 5799173"/>
              <a:gd name="connsiteY25761" fmla="*/ 2688675 h 5017219"/>
              <a:gd name="connsiteX25762" fmla="*/ 4598197 w 5799173"/>
              <a:gd name="connsiteY25762" fmla="*/ 2708697 h 5017219"/>
              <a:gd name="connsiteX25763" fmla="*/ 4596785 w 5799173"/>
              <a:gd name="connsiteY25763" fmla="*/ 2709528 h 5017219"/>
              <a:gd name="connsiteX25764" fmla="*/ 3610356 w 5799173"/>
              <a:gd name="connsiteY25764" fmla="*/ 2452160 h 5017219"/>
              <a:gd name="connsiteX25765" fmla="*/ 3608944 w 5799173"/>
              <a:gd name="connsiteY25765" fmla="*/ 2451329 h 5017219"/>
              <a:gd name="connsiteX25766" fmla="*/ 3597063 w 5799173"/>
              <a:gd name="connsiteY25766" fmla="*/ 2430726 h 5017219"/>
              <a:gd name="connsiteX25767" fmla="*/ 3597063 w 5799173"/>
              <a:gd name="connsiteY25767" fmla="*/ 2429064 h 5017219"/>
              <a:gd name="connsiteX25768" fmla="*/ 3608944 w 5799173"/>
              <a:gd name="connsiteY25768" fmla="*/ 2408461 h 5017219"/>
              <a:gd name="connsiteX25769" fmla="*/ 3610356 w 5799173"/>
              <a:gd name="connsiteY25769" fmla="*/ 2407630 h 5017219"/>
              <a:gd name="connsiteX25770" fmla="*/ 3634117 w 5799173"/>
              <a:gd name="connsiteY25770" fmla="*/ 2407630 h 5017219"/>
              <a:gd name="connsiteX25771" fmla="*/ 3635529 w 5799173"/>
              <a:gd name="connsiteY25771" fmla="*/ 2408461 h 5017219"/>
              <a:gd name="connsiteX25772" fmla="*/ 3647409 w 5799173"/>
              <a:gd name="connsiteY25772" fmla="*/ 2429064 h 5017219"/>
              <a:gd name="connsiteX25773" fmla="*/ 3647409 w 5799173"/>
              <a:gd name="connsiteY25773" fmla="*/ 2430726 h 5017219"/>
              <a:gd name="connsiteX25774" fmla="*/ 3635529 w 5799173"/>
              <a:gd name="connsiteY25774" fmla="*/ 2451329 h 5017219"/>
              <a:gd name="connsiteX25775" fmla="*/ 3634117 w 5799173"/>
              <a:gd name="connsiteY25775" fmla="*/ 2452160 h 5017219"/>
              <a:gd name="connsiteX25776" fmla="*/ 1497981 w 5799173"/>
              <a:gd name="connsiteY25776" fmla="*/ 1924686 h 5017219"/>
              <a:gd name="connsiteX25777" fmla="*/ 1497482 w 5799173"/>
              <a:gd name="connsiteY25777" fmla="*/ 1924437 h 5017219"/>
              <a:gd name="connsiteX25778" fmla="*/ 1493743 w 5799173"/>
              <a:gd name="connsiteY25778" fmla="*/ 1917957 h 5017219"/>
              <a:gd name="connsiteX25779" fmla="*/ 1493743 w 5799173"/>
              <a:gd name="connsiteY25779" fmla="*/ 1917458 h 5017219"/>
              <a:gd name="connsiteX25780" fmla="*/ 1497481 w 5799173"/>
              <a:gd name="connsiteY25780" fmla="*/ 1910978 h 5017219"/>
              <a:gd name="connsiteX25781" fmla="*/ 1497980 w 5799173"/>
              <a:gd name="connsiteY25781" fmla="*/ 1910729 h 5017219"/>
              <a:gd name="connsiteX25782" fmla="*/ 1505541 w 5799173"/>
              <a:gd name="connsiteY25782" fmla="*/ 1910729 h 5017219"/>
              <a:gd name="connsiteX25783" fmla="*/ 1506040 w 5799173"/>
              <a:gd name="connsiteY25783" fmla="*/ 1910978 h 5017219"/>
              <a:gd name="connsiteX25784" fmla="*/ 1509777 w 5799173"/>
              <a:gd name="connsiteY25784" fmla="*/ 1917458 h 5017219"/>
              <a:gd name="connsiteX25785" fmla="*/ 1509778 w 5799173"/>
              <a:gd name="connsiteY25785" fmla="*/ 1917957 h 5017219"/>
              <a:gd name="connsiteX25786" fmla="*/ 1506040 w 5799173"/>
              <a:gd name="connsiteY25786" fmla="*/ 1924437 h 5017219"/>
              <a:gd name="connsiteX25787" fmla="*/ 1505541 w 5799173"/>
              <a:gd name="connsiteY25787" fmla="*/ 1924686 h 5017219"/>
              <a:gd name="connsiteX25788" fmla="*/ 2942317 w 5799173"/>
              <a:gd name="connsiteY25788" fmla="*/ 2311973 h 5017219"/>
              <a:gd name="connsiteX25789" fmla="*/ 2941819 w 5799173"/>
              <a:gd name="connsiteY25789" fmla="*/ 2311725 h 5017219"/>
              <a:gd name="connsiteX25790" fmla="*/ 2937914 w 5799173"/>
              <a:gd name="connsiteY25790" fmla="*/ 2304912 h 5017219"/>
              <a:gd name="connsiteX25791" fmla="*/ 2937914 w 5799173"/>
              <a:gd name="connsiteY25791" fmla="*/ 2304330 h 5017219"/>
              <a:gd name="connsiteX25792" fmla="*/ 2941819 w 5799173"/>
              <a:gd name="connsiteY25792" fmla="*/ 2297517 h 5017219"/>
              <a:gd name="connsiteX25793" fmla="*/ 2942317 w 5799173"/>
              <a:gd name="connsiteY25793" fmla="*/ 2297268 h 5017219"/>
              <a:gd name="connsiteX25794" fmla="*/ 2950127 w 5799173"/>
              <a:gd name="connsiteY25794" fmla="*/ 2297269 h 5017219"/>
              <a:gd name="connsiteX25795" fmla="*/ 2950625 w 5799173"/>
              <a:gd name="connsiteY25795" fmla="*/ 2297517 h 5017219"/>
              <a:gd name="connsiteX25796" fmla="*/ 2954529 w 5799173"/>
              <a:gd name="connsiteY25796" fmla="*/ 2304330 h 5017219"/>
              <a:gd name="connsiteX25797" fmla="*/ 2954530 w 5799173"/>
              <a:gd name="connsiteY25797" fmla="*/ 2304912 h 5017219"/>
              <a:gd name="connsiteX25798" fmla="*/ 2950625 w 5799173"/>
              <a:gd name="connsiteY25798" fmla="*/ 2311724 h 5017219"/>
              <a:gd name="connsiteX25799" fmla="*/ 2950127 w 5799173"/>
              <a:gd name="connsiteY25799" fmla="*/ 2311974 h 5017219"/>
              <a:gd name="connsiteX25800" fmla="*/ 3000687 w 5799173"/>
              <a:gd name="connsiteY25800" fmla="*/ 2331414 h 5017219"/>
              <a:gd name="connsiteX25801" fmla="*/ 3000023 w 5799173"/>
              <a:gd name="connsiteY25801" fmla="*/ 2330999 h 5017219"/>
              <a:gd name="connsiteX25802" fmla="*/ 2994291 w 5799173"/>
              <a:gd name="connsiteY25802" fmla="*/ 2321113 h 5017219"/>
              <a:gd name="connsiteX25803" fmla="*/ 2994291 w 5799173"/>
              <a:gd name="connsiteY25803" fmla="*/ 2320282 h 5017219"/>
              <a:gd name="connsiteX25804" fmla="*/ 3000022 w 5799173"/>
              <a:gd name="connsiteY25804" fmla="*/ 2310395 h 5017219"/>
              <a:gd name="connsiteX25805" fmla="*/ 3000688 w 5799173"/>
              <a:gd name="connsiteY25805" fmla="*/ 2309980 h 5017219"/>
              <a:gd name="connsiteX25806" fmla="*/ 3012070 w 5799173"/>
              <a:gd name="connsiteY25806" fmla="*/ 2309980 h 5017219"/>
              <a:gd name="connsiteX25807" fmla="*/ 3012734 w 5799173"/>
              <a:gd name="connsiteY25807" fmla="*/ 2310395 h 5017219"/>
              <a:gd name="connsiteX25808" fmla="*/ 3018466 w 5799173"/>
              <a:gd name="connsiteY25808" fmla="*/ 2320282 h 5017219"/>
              <a:gd name="connsiteX25809" fmla="*/ 3018467 w 5799173"/>
              <a:gd name="connsiteY25809" fmla="*/ 2321113 h 5017219"/>
              <a:gd name="connsiteX25810" fmla="*/ 3012734 w 5799173"/>
              <a:gd name="connsiteY25810" fmla="*/ 2330999 h 5017219"/>
              <a:gd name="connsiteX25811" fmla="*/ 3012070 w 5799173"/>
              <a:gd name="connsiteY25811" fmla="*/ 2331414 h 5017219"/>
              <a:gd name="connsiteX25812" fmla="*/ 894061 w 5799173"/>
              <a:gd name="connsiteY25812" fmla="*/ 1767325 h 5017219"/>
              <a:gd name="connsiteX25813" fmla="*/ 893315 w 5799173"/>
              <a:gd name="connsiteY25813" fmla="*/ 1766909 h 5017219"/>
              <a:gd name="connsiteX25814" fmla="*/ 887499 w 5799173"/>
              <a:gd name="connsiteY25814" fmla="*/ 1756774 h 5017219"/>
              <a:gd name="connsiteX25815" fmla="*/ 887499 w 5799173"/>
              <a:gd name="connsiteY25815" fmla="*/ 1755943 h 5017219"/>
              <a:gd name="connsiteX25816" fmla="*/ 893314 w 5799173"/>
              <a:gd name="connsiteY25816" fmla="*/ 1745808 h 5017219"/>
              <a:gd name="connsiteX25817" fmla="*/ 894061 w 5799173"/>
              <a:gd name="connsiteY25817" fmla="*/ 1745392 h 5017219"/>
              <a:gd name="connsiteX25818" fmla="*/ 905775 w 5799173"/>
              <a:gd name="connsiteY25818" fmla="*/ 1745392 h 5017219"/>
              <a:gd name="connsiteX25819" fmla="*/ 906523 w 5799173"/>
              <a:gd name="connsiteY25819" fmla="*/ 1745808 h 5017219"/>
              <a:gd name="connsiteX25820" fmla="*/ 912339 w 5799173"/>
              <a:gd name="connsiteY25820" fmla="*/ 1755943 h 5017219"/>
              <a:gd name="connsiteX25821" fmla="*/ 912339 w 5799173"/>
              <a:gd name="connsiteY25821" fmla="*/ 1756774 h 5017219"/>
              <a:gd name="connsiteX25822" fmla="*/ 906524 w 5799173"/>
              <a:gd name="connsiteY25822" fmla="*/ 1766909 h 5017219"/>
              <a:gd name="connsiteX25823" fmla="*/ 905776 w 5799173"/>
              <a:gd name="connsiteY25823" fmla="*/ 1767325 h 5017219"/>
              <a:gd name="connsiteX25824" fmla="*/ 4804922 w 5799173"/>
              <a:gd name="connsiteY25824" fmla="*/ 2817720 h 5017219"/>
              <a:gd name="connsiteX25825" fmla="*/ 4804092 w 5799173"/>
              <a:gd name="connsiteY25825" fmla="*/ 2817222 h 5017219"/>
              <a:gd name="connsiteX25826" fmla="*/ 4797114 w 5799173"/>
              <a:gd name="connsiteY25826" fmla="*/ 2805093 h 5017219"/>
              <a:gd name="connsiteX25827" fmla="*/ 4797114 w 5799173"/>
              <a:gd name="connsiteY25827" fmla="*/ 2804096 h 5017219"/>
              <a:gd name="connsiteX25828" fmla="*/ 4804175 w 5799173"/>
              <a:gd name="connsiteY25828" fmla="*/ 2791966 h 5017219"/>
              <a:gd name="connsiteX25829" fmla="*/ 4805005 w 5799173"/>
              <a:gd name="connsiteY25829" fmla="*/ 2791468 h 5017219"/>
              <a:gd name="connsiteX25830" fmla="*/ 4819046 w 5799173"/>
              <a:gd name="connsiteY25830" fmla="*/ 2791467 h 5017219"/>
              <a:gd name="connsiteX25831" fmla="*/ 4819876 w 5799173"/>
              <a:gd name="connsiteY25831" fmla="*/ 2791965 h 5017219"/>
              <a:gd name="connsiteX25832" fmla="*/ 4826856 w 5799173"/>
              <a:gd name="connsiteY25832" fmla="*/ 2804096 h 5017219"/>
              <a:gd name="connsiteX25833" fmla="*/ 4826856 w 5799173"/>
              <a:gd name="connsiteY25833" fmla="*/ 2805093 h 5017219"/>
              <a:gd name="connsiteX25834" fmla="*/ 4819794 w 5799173"/>
              <a:gd name="connsiteY25834" fmla="*/ 2817222 h 5017219"/>
              <a:gd name="connsiteX25835" fmla="*/ 4818963 w 5799173"/>
              <a:gd name="connsiteY25835" fmla="*/ 2817721 h 5017219"/>
              <a:gd name="connsiteX25836" fmla="*/ 531191 w 5799173"/>
              <a:gd name="connsiteY25836" fmla="*/ 1673699 h 5017219"/>
              <a:gd name="connsiteX25837" fmla="*/ 530277 w 5799173"/>
              <a:gd name="connsiteY25837" fmla="*/ 1673200 h 5017219"/>
              <a:gd name="connsiteX25838" fmla="*/ 522717 w 5799173"/>
              <a:gd name="connsiteY25838" fmla="*/ 1660157 h 5017219"/>
              <a:gd name="connsiteX25839" fmla="*/ 522717 w 5799173"/>
              <a:gd name="connsiteY25839" fmla="*/ 1659077 h 5017219"/>
              <a:gd name="connsiteX25840" fmla="*/ 530278 w 5799173"/>
              <a:gd name="connsiteY25840" fmla="*/ 1646033 h 5017219"/>
              <a:gd name="connsiteX25841" fmla="*/ 531192 w 5799173"/>
              <a:gd name="connsiteY25841" fmla="*/ 1645535 h 5017219"/>
              <a:gd name="connsiteX25842" fmla="*/ 546228 w 5799173"/>
              <a:gd name="connsiteY25842" fmla="*/ 1645535 h 5017219"/>
              <a:gd name="connsiteX25843" fmla="*/ 547142 w 5799173"/>
              <a:gd name="connsiteY25843" fmla="*/ 1646033 h 5017219"/>
              <a:gd name="connsiteX25844" fmla="*/ 554702 w 5799173"/>
              <a:gd name="connsiteY25844" fmla="*/ 1659077 h 5017219"/>
              <a:gd name="connsiteX25845" fmla="*/ 554702 w 5799173"/>
              <a:gd name="connsiteY25845" fmla="*/ 1660157 h 5017219"/>
              <a:gd name="connsiteX25846" fmla="*/ 547143 w 5799173"/>
              <a:gd name="connsiteY25846" fmla="*/ 1673201 h 5017219"/>
              <a:gd name="connsiteX25847" fmla="*/ 546229 w 5799173"/>
              <a:gd name="connsiteY25847" fmla="*/ 1673699 h 5017219"/>
              <a:gd name="connsiteX25848" fmla="*/ 591377 w 5799173"/>
              <a:gd name="connsiteY25848" fmla="*/ 1689825 h 5017219"/>
              <a:gd name="connsiteX25849" fmla="*/ 590463 w 5799173"/>
              <a:gd name="connsiteY25849" fmla="*/ 1689327 h 5017219"/>
              <a:gd name="connsiteX25850" fmla="*/ 582903 w 5799173"/>
              <a:gd name="connsiteY25850" fmla="*/ 1676283 h 5017219"/>
              <a:gd name="connsiteX25851" fmla="*/ 582903 w 5799173"/>
              <a:gd name="connsiteY25851" fmla="*/ 1675203 h 5017219"/>
              <a:gd name="connsiteX25852" fmla="*/ 590463 w 5799173"/>
              <a:gd name="connsiteY25852" fmla="*/ 1662159 h 5017219"/>
              <a:gd name="connsiteX25853" fmla="*/ 591377 w 5799173"/>
              <a:gd name="connsiteY25853" fmla="*/ 1661662 h 5017219"/>
              <a:gd name="connsiteX25854" fmla="*/ 606414 w 5799173"/>
              <a:gd name="connsiteY25854" fmla="*/ 1661661 h 5017219"/>
              <a:gd name="connsiteX25855" fmla="*/ 607328 w 5799173"/>
              <a:gd name="connsiteY25855" fmla="*/ 1662159 h 5017219"/>
              <a:gd name="connsiteX25856" fmla="*/ 614888 w 5799173"/>
              <a:gd name="connsiteY25856" fmla="*/ 1675203 h 5017219"/>
              <a:gd name="connsiteX25857" fmla="*/ 614888 w 5799173"/>
              <a:gd name="connsiteY25857" fmla="*/ 1676284 h 5017219"/>
              <a:gd name="connsiteX25858" fmla="*/ 607328 w 5799173"/>
              <a:gd name="connsiteY25858" fmla="*/ 1689328 h 5017219"/>
              <a:gd name="connsiteX25859" fmla="*/ 606414 w 5799173"/>
              <a:gd name="connsiteY25859" fmla="*/ 1689826 h 5017219"/>
              <a:gd name="connsiteX25860" fmla="*/ 1012681 w 5799173"/>
              <a:gd name="connsiteY25860" fmla="*/ 1802713 h 5017219"/>
              <a:gd name="connsiteX25861" fmla="*/ 1011767 w 5799173"/>
              <a:gd name="connsiteY25861" fmla="*/ 1802215 h 5017219"/>
              <a:gd name="connsiteX25862" fmla="*/ 1004207 w 5799173"/>
              <a:gd name="connsiteY25862" fmla="*/ 1789172 h 5017219"/>
              <a:gd name="connsiteX25863" fmla="*/ 1004207 w 5799173"/>
              <a:gd name="connsiteY25863" fmla="*/ 1788091 h 5017219"/>
              <a:gd name="connsiteX25864" fmla="*/ 1011767 w 5799173"/>
              <a:gd name="connsiteY25864" fmla="*/ 1775047 h 5017219"/>
              <a:gd name="connsiteX25865" fmla="*/ 1012681 w 5799173"/>
              <a:gd name="connsiteY25865" fmla="*/ 1774549 h 5017219"/>
              <a:gd name="connsiteX25866" fmla="*/ 1027718 w 5799173"/>
              <a:gd name="connsiteY25866" fmla="*/ 1774550 h 5017219"/>
              <a:gd name="connsiteX25867" fmla="*/ 1028632 w 5799173"/>
              <a:gd name="connsiteY25867" fmla="*/ 1775047 h 5017219"/>
              <a:gd name="connsiteX25868" fmla="*/ 1036192 w 5799173"/>
              <a:gd name="connsiteY25868" fmla="*/ 1788092 h 5017219"/>
              <a:gd name="connsiteX25869" fmla="*/ 1036192 w 5799173"/>
              <a:gd name="connsiteY25869" fmla="*/ 1789172 h 5017219"/>
              <a:gd name="connsiteX25870" fmla="*/ 1028632 w 5799173"/>
              <a:gd name="connsiteY25870" fmla="*/ 1802216 h 5017219"/>
              <a:gd name="connsiteX25871" fmla="*/ 1027718 w 5799173"/>
              <a:gd name="connsiteY25871" fmla="*/ 1802713 h 5017219"/>
              <a:gd name="connsiteX25872" fmla="*/ 471004 w 5799173"/>
              <a:gd name="connsiteY25872" fmla="*/ 1657665 h 5017219"/>
              <a:gd name="connsiteX25873" fmla="*/ 470090 w 5799173"/>
              <a:gd name="connsiteY25873" fmla="*/ 1657167 h 5017219"/>
              <a:gd name="connsiteX25874" fmla="*/ 462530 w 5799173"/>
              <a:gd name="connsiteY25874" fmla="*/ 1644040 h 5017219"/>
              <a:gd name="connsiteX25875" fmla="*/ 462530 w 5799173"/>
              <a:gd name="connsiteY25875" fmla="*/ 1642960 h 5017219"/>
              <a:gd name="connsiteX25876" fmla="*/ 470090 w 5799173"/>
              <a:gd name="connsiteY25876" fmla="*/ 1629833 h 5017219"/>
              <a:gd name="connsiteX25877" fmla="*/ 471004 w 5799173"/>
              <a:gd name="connsiteY25877" fmla="*/ 1629334 h 5017219"/>
              <a:gd name="connsiteX25878" fmla="*/ 486124 w 5799173"/>
              <a:gd name="connsiteY25878" fmla="*/ 1629335 h 5017219"/>
              <a:gd name="connsiteX25879" fmla="*/ 487038 w 5799173"/>
              <a:gd name="connsiteY25879" fmla="*/ 1629833 h 5017219"/>
              <a:gd name="connsiteX25880" fmla="*/ 494598 w 5799173"/>
              <a:gd name="connsiteY25880" fmla="*/ 1642960 h 5017219"/>
              <a:gd name="connsiteX25881" fmla="*/ 494598 w 5799173"/>
              <a:gd name="connsiteY25881" fmla="*/ 1644040 h 5017219"/>
              <a:gd name="connsiteX25882" fmla="*/ 487039 w 5799173"/>
              <a:gd name="connsiteY25882" fmla="*/ 1657167 h 5017219"/>
              <a:gd name="connsiteX25883" fmla="*/ 486124 w 5799173"/>
              <a:gd name="connsiteY25883" fmla="*/ 1657665 h 5017219"/>
              <a:gd name="connsiteX25884" fmla="*/ 831873 w 5799173"/>
              <a:gd name="connsiteY25884" fmla="*/ 1754832 h 5017219"/>
              <a:gd name="connsiteX25885" fmla="*/ 830958 w 5799173"/>
              <a:gd name="connsiteY25885" fmla="*/ 1754250 h 5017219"/>
              <a:gd name="connsiteX25886" fmla="*/ 823150 w 5799173"/>
              <a:gd name="connsiteY25886" fmla="*/ 1740791 h 5017219"/>
              <a:gd name="connsiteX25887" fmla="*/ 823149 w 5799173"/>
              <a:gd name="connsiteY25887" fmla="*/ 1739711 h 5017219"/>
              <a:gd name="connsiteX25888" fmla="*/ 830959 w 5799173"/>
              <a:gd name="connsiteY25888" fmla="*/ 1726253 h 5017219"/>
              <a:gd name="connsiteX25889" fmla="*/ 831872 w 5799173"/>
              <a:gd name="connsiteY25889" fmla="*/ 1725671 h 5017219"/>
              <a:gd name="connsiteX25890" fmla="*/ 847409 w 5799173"/>
              <a:gd name="connsiteY25890" fmla="*/ 1725671 h 5017219"/>
              <a:gd name="connsiteX25891" fmla="*/ 848322 w 5799173"/>
              <a:gd name="connsiteY25891" fmla="*/ 1726253 h 5017219"/>
              <a:gd name="connsiteX25892" fmla="*/ 856131 w 5799173"/>
              <a:gd name="connsiteY25892" fmla="*/ 1739711 h 5017219"/>
              <a:gd name="connsiteX25893" fmla="*/ 856132 w 5799173"/>
              <a:gd name="connsiteY25893" fmla="*/ 1740791 h 5017219"/>
              <a:gd name="connsiteX25894" fmla="*/ 848322 w 5799173"/>
              <a:gd name="connsiteY25894" fmla="*/ 1754250 h 5017219"/>
              <a:gd name="connsiteX25895" fmla="*/ 847408 w 5799173"/>
              <a:gd name="connsiteY25895" fmla="*/ 1754832 h 5017219"/>
              <a:gd name="connsiteX25896" fmla="*/ 3780842 w 5799173"/>
              <a:gd name="connsiteY25896" fmla="*/ 2545308 h 5017219"/>
              <a:gd name="connsiteX25897" fmla="*/ 3779845 w 5799173"/>
              <a:gd name="connsiteY25897" fmla="*/ 2544727 h 5017219"/>
              <a:gd name="connsiteX25898" fmla="*/ 3771953 w 5799173"/>
              <a:gd name="connsiteY25898" fmla="*/ 2531019 h 5017219"/>
              <a:gd name="connsiteX25899" fmla="*/ 3771953 w 5799173"/>
              <a:gd name="connsiteY25899" fmla="*/ 2529856 h 5017219"/>
              <a:gd name="connsiteX25900" fmla="*/ 3779928 w 5799173"/>
              <a:gd name="connsiteY25900" fmla="*/ 2516148 h 5017219"/>
              <a:gd name="connsiteX25901" fmla="*/ 3780925 w 5799173"/>
              <a:gd name="connsiteY25901" fmla="*/ 2515566 h 5017219"/>
              <a:gd name="connsiteX25902" fmla="*/ 3796793 w 5799173"/>
              <a:gd name="connsiteY25902" fmla="*/ 2515566 h 5017219"/>
              <a:gd name="connsiteX25903" fmla="*/ 3797790 w 5799173"/>
              <a:gd name="connsiteY25903" fmla="*/ 2516148 h 5017219"/>
              <a:gd name="connsiteX25904" fmla="*/ 3805683 w 5799173"/>
              <a:gd name="connsiteY25904" fmla="*/ 2529856 h 5017219"/>
              <a:gd name="connsiteX25905" fmla="*/ 3805683 w 5799173"/>
              <a:gd name="connsiteY25905" fmla="*/ 2531019 h 5017219"/>
              <a:gd name="connsiteX25906" fmla="*/ 3797707 w 5799173"/>
              <a:gd name="connsiteY25906" fmla="*/ 2544727 h 5017219"/>
              <a:gd name="connsiteX25907" fmla="*/ 3796710 w 5799173"/>
              <a:gd name="connsiteY25907" fmla="*/ 2545308 h 5017219"/>
              <a:gd name="connsiteX25908" fmla="*/ 1072213 w 5799173"/>
              <a:gd name="connsiteY25908" fmla="*/ 1820098 h 5017219"/>
              <a:gd name="connsiteX25909" fmla="*/ 1071216 w 5799173"/>
              <a:gd name="connsiteY25909" fmla="*/ 1819517 h 5017219"/>
              <a:gd name="connsiteX25910" fmla="*/ 1063074 w 5799173"/>
              <a:gd name="connsiteY25910" fmla="*/ 1805310 h 5017219"/>
              <a:gd name="connsiteX25911" fmla="*/ 1063074 w 5799173"/>
              <a:gd name="connsiteY25911" fmla="*/ 1804147 h 5017219"/>
              <a:gd name="connsiteX25912" fmla="*/ 1071299 w 5799173"/>
              <a:gd name="connsiteY25912" fmla="*/ 1789941 h 5017219"/>
              <a:gd name="connsiteX25913" fmla="*/ 1072296 w 5799173"/>
              <a:gd name="connsiteY25913" fmla="*/ 1789359 h 5017219"/>
              <a:gd name="connsiteX25914" fmla="*/ 1088663 w 5799173"/>
              <a:gd name="connsiteY25914" fmla="*/ 1789359 h 5017219"/>
              <a:gd name="connsiteX25915" fmla="*/ 1089659 w 5799173"/>
              <a:gd name="connsiteY25915" fmla="*/ 1789941 h 5017219"/>
              <a:gd name="connsiteX25916" fmla="*/ 1097802 w 5799173"/>
              <a:gd name="connsiteY25916" fmla="*/ 1804147 h 5017219"/>
              <a:gd name="connsiteX25917" fmla="*/ 1097802 w 5799173"/>
              <a:gd name="connsiteY25917" fmla="*/ 1805310 h 5017219"/>
              <a:gd name="connsiteX25918" fmla="*/ 1089576 w 5799173"/>
              <a:gd name="connsiteY25918" fmla="*/ 1819517 h 5017219"/>
              <a:gd name="connsiteX25919" fmla="*/ 1088579 w 5799173"/>
              <a:gd name="connsiteY25919" fmla="*/ 1820098 h 5017219"/>
              <a:gd name="connsiteX25920" fmla="*/ 1132399 w 5799173"/>
              <a:gd name="connsiteY25920" fmla="*/ 1836307 h 5017219"/>
              <a:gd name="connsiteX25921" fmla="*/ 1131402 w 5799173"/>
              <a:gd name="connsiteY25921" fmla="*/ 1835726 h 5017219"/>
              <a:gd name="connsiteX25922" fmla="*/ 1123177 w 5799173"/>
              <a:gd name="connsiteY25922" fmla="*/ 1821436 h 5017219"/>
              <a:gd name="connsiteX25923" fmla="*/ 1123177 w 5799173"/>
              <a:gd name="connsiteY25923" fmla="*/ 1820274 h 5017219"/>
              <a:gd name="connsiteX25924" fmla="*/ 1131402 w 5799173"/>
              <a:gd name="connsiteY25924" fmla="*/ 1805983 h 5017219"/>
              <a:gd name="connsiteX25925" fmla="*/ 1132399 w 5799173"/>
              <a:gd name="connsiteY25925" fmla="*/ 1805402 h 5017219"/>
              <a:gd name="connsiteX25926" fmla="*/ 1148848 w 5799173"/>
              <a:gd name="connsiteY25926" fmla="*/ 1805402 h 5017219"/>
              <a:gd name="connsiteX25927" fmla="*/ 1149845 w 5799173"/>
              <a:gd name="connsiteY25927" fmla="*/ 1805983 h 5017219"/>
              <a:gd name="connsiteX25928" fmla="*/ 1158070 w 5799173"/>
              <a:gd name="connsiteY25928" fmla="*/ 1820273 h 5017219"/>
              <a:gd name="connsiteX25929" fmla="*/ 1158070 w 5799173"/>
              <a:gd name="connsiteY25929" fmla="*/ 1821436 h 5017219"/>
              <a:gd name="connsiteX25930" fmla="*/ 1149845 w 5799173"/>
              <a:gd name="connsiteY25930" fmla="*/ 1835727 h 5017219"/>
              <a:gd name="connsiteX25931" fmla="*/ 1148848 w 5799173"/>
              <a:gd name="connsiteY25931" fmla="*/ 1836307 h 5017219"/>
              <a:gd name="connsiteX25932" fmla="*/ 3720324 w 5799173"/>
              <a:gd name="connsiteY25932" fmla="*/ 2529846 h 5017219"/>
              <a:gd name="connsiteX25933" fmla="*/ 3719327 w 5799173"/>
              <a:gd name="connsiteY25933" fmla="*/ 2529264 h 5017219"/>
              <a:gd name="connsiteX25934" fmla="*/ 3711019 w 5799173"/>
              <a:gd name="connsiteY25934" fmla="*/ 2514891 h 5017219"/>
              <a:gd name="connsiteX25935" fmla="*/ 3711019 w 5799173"/>
              <a:gd name="connsiteY25935" fmla="*/ 2513728 h 5017219"/>
              <a:gd name="connsiteX25936" fmla="*/ 3719327 w 5799173"/>
              <a:gd name="connsiteY25936" fmla="*/ 2499356 h 5017219"/>
              <a:gd name="connsiteX25937" fmla="*/ 3720324 w 5799173"/>
              <a:gd name="connsiteY25937" fmla="*/ 2498774 h 5017219"/>
              <a:gd name="connsiteX25938" fmla="*/ 3736939 w 5799173"/>
              <a:gd name="connsiteY25938" fmla="*/ 2498774 h 5017219"/>
              <a:gd name="connsiteX25939" fmla="*/ 3737936 w 5799173"/>
              <a:gd name="connsiteY25939" fmla="*/ 2499356 h 5017219"/>
              <a:gd name="connsiteX25940" fmla="*/ 3746244 w 5799173"/>
              <a:gd name="connsiteY25940" fmla="*/ 2513728 h 5017219"/>
              <a:gd name="connsiteX25941" fmla="*/ 3746244 w 5799173"/>
              <a:gd name="connsiteY25941" fmla="*/ 2514891 h 5017219"/>
              <a:gd name="connsiteX25942" fmla="*/ 3737936 w 5799173"/>
              <a:gd name="connsiteY25942" fmla="*/ 2529264 h 5017219"/>
              <a:gd name="connsiteX25943" fmla="*/ 3736939 w 5799173"/>
              <a:gd name="connsiteY25943" fmla="*/ 2529846 h 5017219"/>
              <a:gd name="connsiteX25944" fmla="*/ 1252685 w 5799173"/>
              <a:gd name="connsiteY25944" fmla="*/ 1868740 h 5017219"/>
              <a:gd name="connsiteX25945" fmla="*/ 1251689 w 5799173"/>
              <a:gd name="connsiteY25945" fmla="*/ 1868158 h 5017219"/>
              <a:gd name="connsiteX25946" fmla="*/ 1243382 w 5799173"/>
              <a:gd name="connsiteY25946" fmla="*/ 1853703 h 5017219"/>
              <a:gd name="connsiteX25947" fmla="*/ 1243381 w 5799173"/>
              <a:gd name="connsiteY25947" fmla="*/ 1852539 h 5017219"/>
              <a:gd name="connsiteX25948" fmla="*/ 1251689 w 5799173"/>
              <a:gd name="connsiteY25948" fmla="*/ 1838084 h 5017219"/>
              <a:gd name="connsiteX25949" fmla="*/ 1252685 w 5799173"/>
              <a:gd name="connsiteY25949" fmla="*/ 1837502 h 5017219"/>
              <a:gd name="connsiteX25950" fmla="*/ 1269384 w 5799173"/>
              <a:gd name="connsiteY25950" fmla="*/ 1837502 h 5017219"/>
              <a:gd name="connsiteX25951" fmla="*/ 1270381 w 5799173"/>
              <a:gd name="connsiteY25951" fmla="*/ 1838084 h 5017219"/>
              <a:gd name="connsiteX25952" fmla="*/ 1278689 w 5799173"/>
              <a:gd name="connsiteY25952" fmla="*/ 1852539 h 5017219"/>
              <a:gd name="connsiteX25953" fmla="*/ 1278689 w 5799173"/>
              <a:gd name="connsiteY25953" fmla="*/ 1853703 h 5017219"/>
              <a:gd name="connsiteX25954" fmla="*/ 1270381 w 5799173"/>
              <a:gd name="connsiteY25954" fmla="*/ 1868158 h 5017219"/>
              <a:gd name="connsiteX25955" fmla="*/ 1269384 w 5799173"/>
              <a:gd name="connsiteY25955" fmla="*/ 1868740 h 5017219"/>
              <a:gd name="connsiteX25956" fmla="*/ 1192419 w 5799173"/>
              <a:gd name="connsiteY25956" fmla="*/ 1852684 h 5017219"/>
              <a:gd name="connsiteX25957" fmla="*/ 1191422 w 5799173"/>
              <a:gd name="connsiteY25957" fmla="*/ 1852103 h 5017219"/>
              <a:gd name="connsiteX25958" fmla="*/ 1183031 w 5799173"/>
              <a:gd name="connsiteY25958" fmla="*/ 1837564 h 5017219"/>
              <a:gd name="connsiteX25959" fmla="*/ 1183031 w 5799173"/>
              <a:gd name="connsiteY25959" fmla="*/ 1836400 h 5017219"/>
              <a:gd name="connsiteX25960" fmla="*/ 1191422 w 5799173"/>
              <a:gd name="connsiteY25960" fmla="*/ 1821862 h 5017219"/>
              <a:gd name="connsiteX25961" fmla="*/ 1192419 w 5799173"/>
              <a:gd name="connsiteY25961" fmla="*/ 1821280 h 5017219"/>
              <a:gd name="connsiteX25962" fmla="*/ 1209201 w 5799173"/>
              <a:gd name="connsiteY25962" fmla="*/ 1821280 h 5017219"/>
              <a:gd name="connsiteX25963" fmla="*/ 1210198 w 5799173"/>
              <a:gd name="connsiteY25963" fmla="*/ 1821862 h 5017219"/>
              <a:gd name="connsiteX25964" fmla="*/ 1218589 w 5799173"/>
              <a:gd name="connsiteY25964" fmla="*/ 1836400 h 5017219"/>
              <a:gd name="connsiteX25965" fmla="*/ 1218589 w 5799173"/>
              <a:gd name="connsiteY25965" fmla="*/ 1837564 h 5017219"/>
              <a:gd name="connsiteX25966" fmla="*/ 1210198 w 5799173"/>
              <a:gd name="connsiteY25966" fmla="*/ 1852103 h 5017219"/>
              <a:gd name="connsiteX25967" fmla="*/ 1209201 w 5799173"/>
              <a:gd name="connsiteY25967" fmla="*/ 1852684 h 5017219"/>
              <a:gd name="connsiteX25968" fmla="*/ 1312687 w 5799173"/>
              <a:gd name="connsiteY25968" fmla="*/ 1885184 h 5017219"/>
              <a:gd name="connsiteX25969" fmla="*/ 1311690 w 5799173"/>
              <a:gd name="connsiteY25969" fmla="*/ 1884603 h 5017219"/>
              <a:gd name="connsiteX25970" fmla="*/ 1303216 w 5799173"/>
              <a:gd name="connsiteY25970" fmla="*/ 1869898 h 5017219"/>
              <a:gd name="connsiteX25971" fmla="*/ 1303216 w 5799173"/>
              <a:gd name="connsiteY25971" fmla="*/ 1868735 h 5017219"/>
              <a:gd name="connsiteX25972" fmla="*/ 1311690 w 5799173"/>
              <a:gd name="connsiteY25972" fmla="*/ 1854030 h 5017219"/>
              <a:gd name="connsiteX25973" fmla="*/ 1312687 w 5799173"/>
              <a:gd name="connsiteY25973" fmla="*/ 1853448 h 5017219"/>
              <a:gd name="connsiteX25974" fmla="*/ 1329635 w 5799173"/>
              <a:gd name="connsiteY25974" fmla="*/ 1853448 h 5017219"/>
              <a:gd name="connsiteX25975" fmla="*/ 1330632 w 5799173"/>
              <a:gd name="connsiteY25975" fmla="*/ 1854030 h 5017219"/>
              <a:gd name="connsiteX25976" fmla="*/ 1339106 w 5799173"/>
              <a:gd name="connsiteY25976" fmla="*/ 1868735 h 5017219"/>
              <a:gd name="connsiteX25977" fmla="*/ 1339106 w 5799173"/>
              <a:gd name="connsiteY25977" fmla="*/ 1869898 h 5017219"/>
              <a:gd name="connsiteX25978" fmla="*/ 1330632 w 5799173"/>
              <a:gd name="connsiteY25978" fmla="*/ 1884603 h 5017219"/>
              <a:gd name="connsiteX25979" fmla="*/ 1329635 w 5799173"/>
              <a:gd name="connsiteY25979" fmla="*/ 1885184 h 5017219"/>
              <a:gd name="connsiteX25980" fmla="*/ 1372800 w 5799173"/>
              <a:gd name="connsiteY25980" fmla="*/ 1901396 h 5017219"/>
              <a:gd name="connsiteX25981" fmla="*/ 1371720 w 5799173"/>
              <a:gd name="connsiteY25981" fmla="*/ 1900814 h 5017219"/>
              <a:gd name="connsiteX25982" fmla="*/ 1363163 w 5799173"/>
              <a:gd name="connsiteY25982" fmla="*/ 1886026 h 5017219"/>
              <a:gd name="connsiteX25983" fmla="*/ 1363163 w 5799173"/>
              <a:gd name="connsiteY25983" fmla="*/ 1884780 h 5017219"/>
              <a:gd name="connsiteX25984" fmla="*/ 1371720 w 5799173"/>
              <a:gd name="connsiteY25984" fmla="*/ 1869992 h 5017219"/>
              <a:gd name="connsiteX25985" fmla="*/ 1372800 w 5799173"/>
              <a:gd name="connsiteY25985" fmla="*/ 1869410 h 5017219"/>
              <a:gd name="connsiteX25986" fmla="*/ 1389914 w 5799173"/>
              <a:gd name="connsiteY25986" fmla="*/ 1869410 h 5017219"/>
              <a:gd name="connsiteX25987" fmla="*/ 1390994 w 5799173"/>
              <a:gd name="connsiteY25987" fmla="*/ 1869992 h 5017219"/>
              <a:gd name="connsiteX25988" fmla="*/ 1399551 w 5799173"/>
              <a:gd name="connsiteY25988" fmla="*/ 1884780 h 5017219"/>
              <a:gd name="connsiteX25989" fmla="*/ 1399551 w 5799173"/>
              <a:gd name="connsiteY25989" fmla="*/ 1886026 h 5017219"/>
              <a:gd name="connsiteX25990" fmla="*/ 1390994 w 5799173"/>
              <a:gd name="connsiteY25990" fmla="*/ 1900814 h 5017219"/>
              <a:gd name="connsiteX25991" fmla="*/ 1389914 w 5799173"/>
              <a:gd name="connsiteY25991" fmla="*/ 1901396 h 5017219"/>
              <a:gd name="connsiteX25992" fmla="*/ 1432904 w 5799173"/>
              <a:gd name="connsiteY25992" fmla="*/ 1917606 h 5017219"/>
              <a:gd name="connsiteX25993" fmla="*/ 1431824 w 5799173"/>
              <a:gd name="connsiteY25993" fmla="*/ 1917024 h 5017219"/>
              <a:gd name="connsiteX25994" fmla="*/ 1423267 w 5799173"/>
              <a:gd name="connsiteY25994" fmla="*/ 1902153 h 5017219"/>
              <a:gd name="connsiteX25995" fmla="*/ 1423267 w 5799173"/>
              <a:gd name="connsiteY25995" fmla="*/ 1900907 h 5017219"/>
              <a:gd name="connsiteX25996" fmla="*/ 1431907 w 5799173"/>
              <a:gd name="connsiteY25996" fmla="*/ 1886036 h 5017219"/>
              <a:gd name="connsiteX25997" fmla="*/ 1432987 w 5799173"/>
              <a:gd name="connsiteY25997" fmla="*/ 1885454 h 5017219"/>
              <a:gd name="connsiteX25998" fmla="*/ 1450184 w 5799173"/>
              <a:gd name="connsiteY25998" fmla="*/ 1885454 h 5017219"/>
              <a:gd name="connsiteX25999" fmla="*/ 1451264 w 5799173"/>
              <a:gd name="connsiteY25999" fmla="*/ 1886036 h 5017219"/>
              <a:gd name="connsiteX26000" fmla="*/ 1459822 w 5799173"/>
              <a:gd name="connsiteY26000" fmla="*/ 1900907 h 5017219"/>
              <a:gd name="connsiteX26001" fmla="*/ 1459822 w 5799173"/>
              <a:gd name="connsiteY26001" fmla="*/ 1902153 h 5017219"/>
              <a:gd name="connsiteX26002" fmla="*/ 1451181 w 5799173"/>
              <a:gd name="connsiteY26002" fmla="*/ 1917024 h 5017219"/>
              <a:gd name="connsiteX26003" fmla="*/ 1450102 w 5799173"/>
              <a:gd name="connsiteY26003" fmla="*/ 1917606 h 5017219"/>
              <a:gd name="connsiteX26004" fmla="*/ 650317 w 5799173"/>
              <a:gd name="connsiteY26004" fmla="*/ 1708288 h 5017219"/>
              <a:gd name="connsiteX26005" fmla="*/ 649236 w 5799173"/>
              <a:gd name="connsiteY26005" fmla="*/ 1707707 h 5017219"/>
              <a:gd name="connsiteX26006" fmla="*/ 640430 w 5799173"/>
              <a:gd name="connsiteY26006" fmla="*/ 1692503 h 5017219"/>
              <a:gd name="connsiteX26007" fmla="*/ 640431 w 5799173"/>
              <a:gd name="connsiteY26007" fmla="*/ 1691257 h 5017219"/>
              <a:gd name="connsiteX26008" fmla="*/ 649237 w 5799173"/>
              <a:gd name="connsiteY26008" fmla="*/ 1676054 h 5017219"/>
              <a:gd name="connsiteX26009" fmla="*/ 650316 w 5799173"/>
              <a:gd name="connsiteY26009" fmla="*/ 1675472 h 5017219"/>
              <a:gd name="connsiteX26010" fmla="*/ 667929 w 5799173"/>
              <a:gd name="connsiteY26010" fmla="*/ 1675472 h 5017219"/>
              <a:gd name="connsiteX26011" fmla="*/ 669010 w 5799173"/>
              <a:gd name="connsiteY26011" fmla="*/ 1676054 h 5017219"/>
              <a:gd name="connsiteX26012" fmla="*/ 677817 w 5799173"/>
              <a:gd name="connsiteY26012" fmla="*/ 1691257 h 5017219"/>
              <a:gd name="connsiteX26013" fmla="*/ 677816 w 5799173"/>
              <a:gd name="connsiteY26013" fmla="*/ 1692503 h 5017219"/>
              <a:gd name="connsiteX26014" fmla="*/ 669009 w 5799173"/>
              <a:gd name="connsiteY26014" fmla="*/ 1707707 h 5017219"/>
              <a:gd name="connsiteX26015" fmla="*/ 667930 w 5799173"/>
              <a:gd name="connsiteY26015" fmla="*/ 1708288 h 5017219"/>
              <a:gd name="connsiteX26016" fmla="*/ 1793855 w 5799173"/>
              <a:gd name="connsiteY26016" fmla="*/ 2014699 h 5017219"/>
              <a:gd name="connsiteX26017" fmla="*/ 1792775 w 5799173"/>
              <a:gd name="connsiteY26017" fmla="*/ 2014117 h 5017219"/>
              <a:gd name="connsiteX26018" fmla="*/ 1783969 w 5799173"/>
              <a:gd name="connsiteY26018" fmla="*/ 1998913 h 5017219"/>
              <a:gd name="connsiteX26019" fmla="*/ 1783969 w 5799173"/>
              <a:gd name="connsiteY26019" fmla="*/ 1997667 h 5017219"/>
              <a:gd name="connsiteX26020" fmla="*/ 1792775 w 5799173"/>
              <a:gd name="connsiteY26020" fmla="*/ 1982464 h 5017219"/>
              <a:gd name="connsiteX26021" fmla="*/ 1793855 w 5799173"/>
              <a:gd name="connsiteY26021" fmla="*/ 1981883 h 5017219"/>
              <a:gd name="connsiteX26022" fmla="*/ 1811468 w 5799173"/>
              <a:gd name="connsiteY26022" fmla="*/ 1981882 h 5017219"/>
              <a:gd name="connsiteX26023" fmla="*/ 1812548 w 5799173"/>
              <a:gd name="connsiteY26023" fmla="*/ 1982465 h 5017219"/>
              <a:gd name="connsiteX26024" fmla="*/ 1821355 w 5799173"/>
              <a:gd name="connsiteY26024" fmla="*/ 1997668 h 5017219"/>
              <a:gd name="connsiteX26025" fmla="*/ 1821355 w 5799173"/>
              <a:gd name="connsiteY26025" fmla="*/ 1998914 h 5017219"/>
              <a:gd name="connsiteX26026" fmla="*/ 1812548 w 5799173"/>
              <a:gd name="connsiteY26026" fmla="*/ 2014118 h 5017219"/>
              <a:gd name="connsiteX26027" fmla="*/ 1811468 w 5799173"/>
              <a:gd name="connsiteY26027" fmla="*/ 2014698 h 5017219"/>
              <a:gd name="connsiteX26028" fmla="*/ 1853730 w 5799173"/>
              <a:gd name="connsiteY26028" fmla="*/ 2031410 h 5017219"/>
              <a:gd name="connsiteX26029" fmla="*/ 1852650 w 5799173"/>
              <a:gd name="connsiteY26029" fmla="*/ 2030746 h 5017219"/>
              <a:gd name="connsiteX26030" fmla="*/ 1843594 w 5799173"/>
              <a:gd name="connsiteY26030" fmla="*/ 2014961 h 5017219"/>
              <a:gd name="connsiteX26031" fmla="*/ 1843594 w 5799173"/>
              <a:gd name="connsiteY26031" fmla="*/ 2013715 h 5017219"/>
              <a:gd name="connsiteX26032" fmla="*/ 1852733 w 5799173"/>
              <a:gd name="connsiteY26032" fmla="*/ 1997930 h 5017219"/>
              <a:gd name="connsiteX26033" fmla="*/ 1853812 w 5799173"/>
              <a:gd name="connsiteY26033" fmla="*/ 1997265 h 5017219"/>
              <a:gd name="connsiteX26034" fmla="*/ 1872007 w 5799173"/>
              <a:gd name="connsiteY26034" fmla="*/ 1997265 h 5017219"/>
              <a:gd name="connsiteX26035" fmla="*/ 1873087 w 5799173"/>
              <a:gd name="connsiteY26035" fmla="*/ 1997930 h 5017219"/>
              <a:gd name="connsiteX26036" fmla="*/ 1882143 w 5799173"/>
              <a:gd name="connsiteY26036" fmla="*/ 2013715 h 5017219"/>
              <a:gd name="connsiteX26037" fmla="*/ 1882143 w 5799173"/>
              <a:gd name="connsiteY26037" fmla="*/ 2014961 h 5017219"/>
              <a:gd name="connsiteX26038" fmla="*/ 1873003 w 5799173"/>
              <a:gd name="connsiteY26038" fmla="*/ 2030746 h 5017219"/>
              <a:gd name="connsiteX26039" fmla="*/ 1871924 w 5799173"/>
              <a:gd name="connsiteY26039" fmla="*/ 2031410 h 5017219"/>
              <a:gd name="connsiteX26040" fmla="*/ 5585276 w 5799173"/>
              <a:gd name="connsiteY26040" fmla="*/ 3031275 h 5017219"/>
              <a:gd name="connsiteX26041" fmla="*/ 5584196 w 5799173"/>
              <a:gd name="connsiteY26041" fmla="*/ 3030611 h 5017219"/>
              <a:gd name="connsiteX26042" fmla="*/ 5575141 w 5799173"/>
              <a:gd name="connsiteY26042" fmla="*/ 3014826 h 5017219"/>
              <a:gd name="connsiteX26043" fmla="*/ 5575142 w 5799173"/>
              <a:gd name="connsiteY26043" fmla="*/ 3013580 h 5017219"/>
              <a:gd name="connsiteX26044" fmla="*/ 5584279 w 5799173"/>
              <a:gd name="connsiteY26044" fmla="*/ 2997795 h 5017219"/>
              <a:gd name="connsiteX26045" fmla="*/ 5585360 w 5799173"/>
              <a:gd name="connsiteY26045" fmla="*/ 2997130 h 5017219"/>
              <a:gd name="connsiteX26046" fmla="*/ 5603555 w 5799173"/>
              <a:gd name="connsiteY26046" fmla="*/ 2997130 h 5017219"/>
              <a:gd name="connsiteX26047" fmla="*/ 5604634 w 5799173"/>
              <a:gd name="connsiteY26047" fmla="*/ 2997795 h 5017219"/>
              <a:gd name="connsiteX26048" fmla="*/ 5613690 w 5799173"/>
              <a:gd name="connsiteY26048" fmla="*/ 3013580 h 5017219"/>
              <a:gd name="connsiteX26049" fmla="*/ 5613690 w 5799173"/>
              <a:gd name="connsiteY26049" fmla="*/ 3014826 h 5017219"/>
              <a:gd name="connsiteX26050" fmla="*/ 5604552 w 5799173"/>
              <a:gd name="connsiteY26050" fmla="*/ 3030611 h 5017219"/>
              <a:gd name="connsiteX26051" fmla="*/ 5603471 w 5799173"/>
              <a:gd name="connsiteY26051" fmla="*/ 3031275 h 5017219"/>
              <a:gd name="connsiteX26052" fmla="*/ 1913823 w 5799173"/>
              <a:gd name="connsiteY26052" fmla="*/ 2047786 h 5017219"/>
              <a:gd name="connsiteX26053" fmla="*/ 1912660 w 5799173"/>
              <a:gd name="connsiteY26053" fmla="*/ 2047121 h 5017219"/>
              <a:gd name="connsiteX26054" fmla="*/ 1903438 w 5799173"/>
              <a:gd name="connsiteY26054" fmla="*/ 2031169 h 5017219"/>
              <a:gd name="connsiteX26055" fmla="*/ 1903438 w 5799173"/>
              <a:gd name="connsiteY26055" fmla="*/ 2029840 h 5017219"/>
              <a:gd name="connsiteX26056" fmla="*/ 1912660 w 5799173"/>
              <a:gd name="connsiteY26056" fmla="*/ 2013890 h 5017219"/>
              <a:gd name="connsiteX26057" fmla="*/ 1913824 w 5799173"/>
              <a:gd name="connsiteY26057" fmla="*/ 2013224 h 5017219"/>
              <a:gd name="connsiteX26058" fmla="*/ 1932266 w 5799173"/>
              <a:gd name="connsiteY26058" fmla="*/ 2013225 h 5017219"/>
              <a:gd name="connsiteX26059" fmla="*/ 1933429 w 5799173"/>
              <a:gd name="connsiteY26059" fmla="*/ 2013890 h 5017219"/>
              <a:gd name="connsiteX26060" fmla="*/ 1942651 w 5799173"/>
              <a:gd name="connsiteY26060" fmla="*/ 2029841 h 5017219"/>
              <a:gd name="connsiteX26061" fmla="*/ 1942651 w 5799173"/>
              <a:gd name="connsiteY26061" fmla="*/ 2031170 h 5017219"/>
              <a:gd name="connsiteX26062" fmla="*/ 1933429 w 5799173"/>
              <a:gd name="connsiteY26062" fmla="*/ 2047120 h 5017219"/>
              <a:gd name="connsiteX26063" fmla="*/ 1932266 w 5799173"/>
              <a:gd name="connsiteY26063" fmla="*/ 2047785 h 5017219"/>
              <a:gd name="connsiteX26064" fmla="*/ 1974008 w 5799173"/>
              <a:gd name="connsiteY26064" fmla="*/ 2064005 h 5017219"/>
              <a:gd name="connsiteX26065" fmla="*/ 1972845 w 5799173"/>
              <a:gd name="connsiteY26065" fmla="*/ 2063341 h 5017219"/>
              <a:gd name="connsiteX26066" fmla="*/ 1963623 w 5799173"/>
              <a:gd name="connsiteY26066" fmla="*/ 2047306 h 5017219"/>
              <a:gd name="connsiteX26067" fmla="*/ 1963623 w 5799173"/>
              <a:gd name="connsiteY26067" fmla="*/ 2045977 h 5017219"/>
              <a:gd name="connsiteX26068" fmla="*/ 1972845 w 5799173"/>
              <a:gd name="connsiteY26068" fmla="*/ 2029943 h 5017219"/>
              <a:gd name="connsiteX26069" fmla="*/ 1974008 w 5799173"/>
              <a:gd name="connsiteY26069" fmla="*/ 2029278 h 5017219"/>
              <a:gd name="connsiteX26070" fmla="*/ 1992534 w 5799173"/>
              <a:gd name="connsiteY26070" fmla="*/ 2029278 h 5017219"/>
              <a:gd name="connsiteX26071" fmla="*/ 1993697 w 5799173"/>
              <a:gd name="connsiteY26071" fmla="*/ 2029943 h 5017219"/>
              <a:gd name="connsiteX26072" fmla="*/ 2002919 w 5799173"/>
              <a:gd name="connsiteY26072" fmla="*/ 2045977 h 5017219"/>
              <a:gd name="connsiteX26073" fmla="*/ 2002919 w 5799173"/>
              <a:gd name="connsiteY26073" fmla="*/ 2047306 h 5017219"/>
              <a:gd name="connsiteX26074" fmla="*/ 1993697 w 5799173"/>
              <a:gd name="connsiteY26074" fmla="*/ 2063341 h 5017219"/>
              <a:gd name="connsiteX26075" fmla="*/ 1992534 w 5799173"/>
              <a:gd name="connsiteY26075" fmla="*/ 2064005 h 5017219"/>
              <a:gd name="connsiteX26076" fmla="*/ 2033946 w 5799173"/>
              <a:gd name="connsiteY26076" fmla="*/ 2080455 h 5017219"/>
              <a:gd name="connsiteX26077" fmla="*/ 2032783 w 5799173"/>
              <a:gd name="connsiteY26077" fmla="*/ 2079790 h 5017219"/>
              <a:gd name="connsiteX26078" fmla="*/ 2023312 w 5799173"/>
              <a:gd name="connsiteY26078" fmla="*/ 2063423 h 5017219"/>
              <a:gd name="connsiteX26079" fmla="*/ 2023312 w 5799173"/>
              <a:gd name="connsiteY26079" fmla="*/ 2062094 h 5017219"/>
              <a:gd name="connsiteX26080" fmla="*/ 2032783 w 5799173"/>
              <a:gd name="connsiteY26080" fmla="*/ 2045728 h 5017219"/>
              <a:gd name="connsiteX26081" fmla="*/ 2033946 w 5799173"/>
              <a:gd name="connsiteY26081" fmla="*/ 2045063 h 5017219"/>
              <a:gd name="connsiteX26082" fmla="*/ 2052888 w 5799173"/>
              <a:gd name="connsiteY26082" fmla="*/ 2045063 h 5017219"/>
              <a:gd name="connsiteX26083" fmla="*/ 2054051 w 5799173"/>
              <a:gd name="connsiteY26083" fmla="*/ 2045728 h 5017219"/>
              <a:gd name="connsiteX26084" fmla="*/ 2063522 w 5799173"/>
              <a:gd name="connsiteY26084" fmla="*/ 2062094 h 5017219"/>
              <a:gd name="connsiteX26085" fmla="*/ 2063522 w 5799173"/>
              <a:gd name="connsiteY26085" fmla="*/ 2063423 h 5017219"/>
              <a:gd name="connsiteX26086" fmla="*/ 2054051 w 5799173"/>
              <a:gd name="connsiteY26086" fmla="*/ 2079790 h 5017219"/>
              <a:gd name="connsiteX26087" fmla="*/ 2052888 w 5799173"/>
              <a:gd name="connsiteY26087" fmla="*/ 2080455 h 5017219"/>
              <a:gd name="connsiteX26088" fmla="*/ 2154319 w 5799173"/>
              <a:gd name="connsiteY26088" fmla="*/ 2112709 h 5017219"/>
              <a:gd name="connsiteX26089" fmla="*/ 2153156 w 5799173"/>
              <a:gd name="connsiteY26089" fmla="*/ 2112044 h 5017219"/>
              <a:gd name="connsiteX26090" fmla="*/ 2143685 w 5799173"/>
              <a:gd name="connsiteY26090" fmla="*/ 2095677 h 5017219"/>
              <a:gd name="connsiteX26091" fmla="*/ 2143685 w 5799173"/>
              <a:gd name="connsiteY26091" fmla="*/ 2094348 h 5017219"/>
              <a:gd name="connsiteX26092" fmla="*/ 2153156 w 5799173"/>
              <a:gd name="connsiteY26092" fmla="*/ 2077982 h 5017219"/>
              <a:gd name="connsiteX26093" fmla="*/ 2154319 w 5799173"/>
              <a:gd name="connsiteY26093" fmla="*/ 2077317 h 5017219"/>
              <a:gd name="connsiteX26094" fmla="*/ 2173261 w 5799173"/>
              <a:gd name="connsiteY26094" fmla="*/ 2077317 h 5017219"/>
              <a:gd name="connsiteX26095" fmla="*/ 2174424 w 5799173"/>
              <a:gd name="connsiteY26095" fmla="*/ 2077982 h 5017219"/>
              <a:gd name="connsiteX26096" fmla="*/ 2183895 w 5799173"/>
              <a:gd name="connsiteY26096" fmla="*/ 2094348 h 5017219"/>
              <a:gd name="connsiteX26097" fmla="*/ 2183895 w 5799173"/>
              <a:gd name="connsiteY26097" fmla="*/ 2095677 h 5017219"/>
              <a:gd name="connsiteX26098" fmla="*/ 2174423 w 5799173"/>
              <a:gd name="connsiteY26098" fmla="*/ 2112044 h 5017219"/>
              <a:gd name="connsiteX26099" fmla="*/ 2173261 w 5799173"/>
              <a:gd name="connsiteY26099" fmla="*/ 2112709 h 5017219"/>
              <a:gd name="connsiteX26100" fmla="*/ 2214506 w 5799173"/>
              <a:gd name="connsiteY26100" fmla="*/ 2128836 h 5017219"/>
              <a:gd name="connsiteX26101" fmla="*/ 2213343 w 5799173"/>
              <a:gd name="connsiteY26101" fmla="*/ 2128171 h 5017219"/>
              <a:gd name="connsiteX26102" fmla="*/ 2203871 w 5799173"/>
              <a:gd name="connsiteY26102" fmla="*/ 2111804 h 5017219"/>
              <a:gd name="connsiteX26103" fmla="*/ 2203871 w 5799173"/>
              <a:gd name="connsiteY26103" fmla="*/ 2110475 h 5017219"/>
              <a:gd name="connsiteX26104" fmla="*/ 2213342 w 5799173"/>
              <a:gd name="connsiteY26104" fmla="*/ 2094109 h 5017219"/>
              <a:gd name="connsiteX26105" fmla="*/ 2214506 w 5799173"/>
              <a:gd name="connsiteY26105" fmla="*/ 2093444 h 5017219"/>
              <a:gd name="connsiteX26106" fmla="*/ 2233448 w 5799173"/>
              <a:gd name="connsiteY26106" fmla="*/ 2093444 h 5017219"/>
              <a:gd name="connsiteX26107" fmla="*/ 2234611 w 5799173"/>
              <a:gd name="connsiteY26107" fmla="*/ 2094109 h 5017219"/>
              <a:gd name="connsiteX26108" fmla="*/ 2244082 w 5799173"/>
              <a:gd name="connsiteY26108" fmla="*/ 2110475 h 5017219"/>
              <a:gd name="connsiteX26109" fmla="*/ 2244082 w 5799173"/>
              <a:gd name="connsiteY26109" fmla="*/ 2111804 h 5017219"/>
              <a:gd name="connsiteX26110" fmla="*/ 2234610 w 5799173"/>
              <a:gd name="connsiteY26110" fmla="*/ 2128171 h 5017219"/>
              <a:gd name="connsiteX26111" fmla="*/ 2233448 w 5799173"/>
              <a:gd name="connsiteY26111" fmla="*/ 2128836 h 5017219"/>
              <a:gd name="connsiteX26112" fmla="*/ 2515436 w 5799173"/>
              <a:gd name="connsiteY26112" fmla="*/ 2209470 h 5017219"/>
              <a:gd name="connsiteX26113" fmla="*/ 2514273 w 5799173"/>
              <a:gd name="connsiteY26113" fmla="*/ 2208805 h 5017219"/>
              <a:gd name="connsiteX26114" fmla="*/ 2504802 w 5799173"/>
              <a:gd name="connsiteY26114" fmla="*/ 2192438 h 5017219"/>
              <a:gd name="connsiteX26115" fmla="*/ 2504802 w 5799173"/>
              <a:gd name="connsiteY26115" fmla="*/ 2191109 h 5017219"/>
              <a:gd name="connsiteX26116" fmla="*/ 2514273 w 5799173"/>
              <a:gd name="connsiteY26116" fmla="*/ 2174743 h 5017219"/>
              <a:gd name="connsiteX26117" fmla="*/ 2515436 w 5799173"/>
              <a:gd name="connsiteY26117" fmla="*/ 2174078 h 5017219"/>
              <a:gd name="connsiteX26118" fmla="*/ 2534378 w 5799173"/>
              <a:gd name="connsiteY26118" fmla="*/ 2174078 h 5017219"/>
              <a:gd name="connsiteX26119" fmla="*/ 2535541 w 5799173"/>
              <a:gd name="connsiteY26119" fmla="*/ 2174743 h 5017219"/>
              <a:gd name="connsiteX26120" fmla="*/ 2545012 w 5799173"/>
              <a:gd name="connsiteY26120" fmla="*/ 2191109 h 5017219"/>
              <a:gd name="connsiteX26121" fmla="*/ 2545012 w 5799173"/>
              <a:gd name="connsiteY26121" fmla="*/ 2192438 h 5017219"/>
              <a:gd name="connsiteX26122" fmla="*/ 2535541 w 5799173"/>
              <a:gd name="connsiteY26122" fmla="*/ 2208805 h 5017219"/>
              <a:gd name="connsiteX26123" fmla="*/ 2534378 w 5799173"/>
              <a:gd name="connsiteY26123" fmla="*/ 2209470 h 5017219"/>
              <a:gd name="connsiteX26124" fmla="*/ 2334794 w 5799173"/>
              <a:gd name="connsiteY26124" fmla="*/ 2161171 h 5017219"/>
              <a:gd name="connsiteX26125" fmla="*/ 2333631 w 5799173"/>
              <a:gd name="connsiteY26125" fmla="*/ 2160506 h 5017219"/>
              <a:gd name="connsiteX26126" fmla="*/ 2324160 w 5799173"/>
              <a:gd name="connsiteY26126" fmla="*/ 2144057 h 5017219"/>
              <a:gd name="connsiteX26127" fmla="*/ 2324160 w 5799173"/>
              <a:gd name="connsiteY26127" fmla="*/ 2142728 h 5017219"/>
              <a:gd name="connsiteX26128" fmla="*/ 2333714 w 5799173"/>
              <a:gd name="connsiteY26128" fmla="*/ 2126278 h 5017219"/>
              <a:gd name="connsiteX26129" fmla="*/ 2334877 w 5799173"/>
              <a:gd name="connsiteY26129" fmla="*/ 2125613 h 5017219"/>
              <a:gd name="connsiteX26130" fmla="*/ 2353902 w 5799173"/>
              <a:gd name="connsiteY26130" fmla="*/ 2125614 h 5017219"/>
              <a:gd name="connsiteX26131" fmla="*/ 2355065 w 5799173"/>
              <a:gd name="connsiteY26131" fmla="*/ 2126279 h 5017219"/>
              <a:gd name="connsiteX26132" fmla="*/ 2364536 w 5799173"/>
              <a:gd name="connsiteY26132" fmla="*/ 2142728 h 5017219"/>
              <a:gd name="connsiteX26133" fmla="*/ 2364536 w 5799173"/>
              <a:gd name="connsiteY26133" fmla="*/ 2144057 h 5017219"/>
              <a:gd name="connsiteX26134" fmla="*/ 2354982 w 5799173"/>
              <a:gd name="connsiteY26134" fmla="*/ 2160507 h 5017219"/>
              <a:gd name="connsiteX26135" fmla="*/ 2353820 w 5799173"/>
              <a:gd name="connsiteY26135" fmla="*/ 2161171 h 5017219"/>
              <a:gd name="connsiteX26136" fmla="*/ 2094049 w 5799173"/>
              <a:gd name="connsiteY26136" fmla="*/ 2096664 h 5017219"/>
              <a:gd name="connsiteX26137" fmla="*/ 2092886 w 5799173"/>
              <a:gd name="connsiteY26137" fmla="*/ 2095999 h 5017219"/>
              <a:gd name="connsiteX26138" fmla="*/ 2083415 w 5799173"/>
              <a:gd name="connsiteY26138" fmla="*/ 2079550 h 5017219"/>
              <a:gd name="connsiteX26139" fmla="*/ 2083415 w 5799173"/>
              <a:gd name="connsiteY26139" fmla="*/ 2078221 h 5017219"/>
              <a:gd name="connsiteX26140" fmla="*/ 2092969 w 5799173"/>
              <a:gd name="connsiteY26140" fmla="*/ 2061771 h 5017219"/>
              <a:gd name="connsiteX26141" fmla="*/ 2094132 w 5799173"/>
              <a:gd name="connsiteY26141" fmla="*/ 2061106 h 5017219"/>
              <a:gd name="connsiteX26142" fmla="*/ 2113157 w 5799173"/>
              <a:gd name="connsiteY26142" fmla="*/ 2061106 h 5017219"/>
              <a:gd name="connsiteX26143" fmla="*/ 2114320 w 5799173"/>
              <a:gd name="connsiteY26143" fmla="*/ 2061771 h 5017219"/>
              <a:gd name="connsiteX26144" fmla="*/ 2123791 w 5799173"/>
              <a:gd name="connsiteY26144" fmla="*/ 2078221 h 5017219"/>
              <a:gd name="connsiteX26145" fmla="*/ 2123791 w 5799173"/>
              <a:gd name="connsiteY26145" fmla="*/ 2079550 h 5017219"/>
              <a:gd name="connsiteX26146" fmla="*/ 2114237 w 5799173"/>
              <a:gd name="connsiteY26146" fmla="*/ 2095999 h 5017219"/>
              <a:gd name="connsiteX26147" fmla="*/ 2113074 w 5799173"/>
              <a:gd name="connsiteY26147" fmla="*/ 2096664 h 5017219"/>
              <a:gd name="connsiteX26148" fmla="*/ 2635703 w 5799173"/>
              <a:gd name="connsiteY26148" fmla="*/ 2241969 h 5017219"/>
              <a:gd name="connsiteX26149" fmla="*/ 2634540 w 5799173"/>
              <a:gd name="connsiteY26149" fmla="*/ 2241304 h 5017219"/>
              <a:gd name="connsiteX26150" fmla="*/ 2624986 w 5799173"/>
              <a:gd name="connsiteY26150" fmla="*/ 2224772 h 5017219"/>
              <a:gd name="connsiteX26151" fmla="*/ 2624986 w 5799173"/>
              <a:gd name="connsiteY26151" fmla="*/ 2223442 h 5017219"/>
              <a:gd name="connsiteX26152" fmla="*/ 2634540 w 5799173"/>
              <a:gd name="connsiteY26152" fmla="*/ 2206910 h 5017219"/>
              <a:gd name="connsiteX26153" fmla="*/ 2635703 w 5799173"/>
              <a:gd name="connsiteY26153" fmla="*/ 2206245 h 5017219"/>
              <a:gd name="connsiteX26154" fmla="*/ 2654811 w 5799173"/>
              <a:gd name="connsiteY26154" fmla="*/ 2206245 h 5017219"/>
              <a:gd name="connsiteX26155" fmla="*/ 2655974 w 5799173"/>
              <a:gd name="connsiteY26155" fmla="*/ 2206910 h 5017219"/>
              <a:gd name="connsiteX26156" fmla="*/ 2665528 w 5799173"/>
              <a:gd name="connsiteY26156" fmla="*/ 2223442 h 5017219"/>
              <a:gd name="connsiteX26157" fmla="*/ 2665528 w 5799173"/>
              <a:gd name="connsiteY26157" fmla="*/ 2224772 h 5017219"/>
              <a:gd name="connsiteX26158" fmla="*/ 2655974 w 5799173"/>
              <a:gd name="connsiteY26158" fmla="*/ 2241304 h 5017219"/>
              <a:gd name="connsiteX26159" fmla="*/ 2654811 w 5799173"/>
              <a:gd name="connsiteY26159" fmla="*/ 2241969 h 5017219"/>
              <a:gd name="connsiteX26160" fmla="*/ 2274452 w 5799173"/>
              <a:gd name="connsiteY26160" fmla="*/ 2145462 h 5017219"/>
              <a:gd name="connsiteX26161" fmla="*/ 2273289 w 5799173"/>
              <a:gd name="connsiteY26161" fmla="*/ 2144797 h 5017219"/>
              <a:gd name="connsiteX26162" fmla="*/ 2263569 w 5799173"/>
              <a:gd name="connsiteY26162" fmla="*/ 2127932 h 5017219"/>
              <a:gd name="connsiteX26163" fmla="*/ 2263569 w 5799173"/>
              <a:gd name="connsiteY26163" fmla="*/ 2126520 h 5017219"/>
              <a:gd name="connsiteX26164" fmla="*/ 2273289 w 5799173"/>
              <a:gd name="connsiteY26164" fmla="*/ 2109655 h 5017219"/>
              <a:gd name="connsiteX26165" fmla="*/ 2274452 w 5799173"/>
              <a:gd name="connsiteY26165" fmla="*/ 2108990 h 5017219"/>
              <a:gd name="connsiteX26166" fmla="*/ 2293893 w 5799173"/>
              <a:gd name="connsiteY26166" fmla="*/ 2108990 h 5017219"/>
              <a:gd name="connsiteX26167" fmla="*/ 2295056 w 5799173"/>
              <a:gd name="connsiteY26167" fmla="*/ 2109655 h 5017219"/>
              <a:gd name="connsiteX26168" fmla="*/ 2304776 w 5799173"/>
              <a:gd name="connsiteY26168" fmla="*/ 2126520 h 5017219"/>
              <a:gd name="connsiteX26169" fmla="*/ 2304776 w 5799173"/>
              <a:gd name="connsiteY26169" fmla="*/ 2127932 h 5017219"/>
              <a:gd name="connsiteX26170" fmla="*/ 2295056 w 5799173"/>
              <a:gd name="connsiteY26170" fmla="*/ 2144797 h 5017219"/>
              <a:gd name="connsiteX26171" fmla="*/ 2293893 w 5799173"/>
              <a:gd name="connsiteY26171" fmla="*/ 2145462 h 5017219"/>
              <a:gd name="connsiteX26172" fmla="*/ 2394824 w 5799173"/>
              <a:gd name="connsiteY26172" fmla="*/ 2177716 h 5017219"/>
              <a:gd name="connsiteX26173" fmla="*/ 2393661 w 5799173"/>
              <a:gd name="connsiteY26173" fmla="*/ 2177050 h 5017219"/>
              <a:gd name="connsiteX26174" fmla="*/ 2383941 w 5799173"/>
              <a:gd name="connsiteY26174" fmla="*/ 2160186 h 5017219"/>
              <a:gd name="connsiteX26175" fmla="*/ 2383941 w 5799173"/>
              <a:gd name="connsiteY26175" fmla="*/ 2158774 h 5017219"/>
              <a:gd name="connsiteX26176" fmla="*/ 2393661 w 5799173"/>
              <a:gd name="connsiteY26176" fmla="*/ 2141909 h 5017219"/>
              <a:gd name="connsiteX26177" fmla="*/ 2394824 w 5799173"/>
              <a:gd name="connsiteY26177" fmla="*/ 2141244 h 5017219"/>
              <a:gd name="connsiteX26178" fmla="*/ 2414265 w 5799173"/>
              <a:gd name="connsiteY26178" fmla="*/ 2141244 h 5017219"/>
              <a:gd name="connsiteX26179" fmla="*/ 2415428 w 5799173"/>
              <a:gd name="connsiteY26179" fmla="*/ 2141909 h 5017219"/>
              <a:gd name="connsiteX26180" fmla="*/ 2425148 w 5799173"/>
              <a:gd name="connsiteY26180" fmla="*/ 2158774 h 5017219"/>
              <a:gd name="connsiteX26181" fmla="*/ 2425148 w 5799173"/>
              <a:gd name="connsiteY26181" fmla="*/ 2160186 h 5017219"/>
              <a:gd name="connsiteX26182" fmla="*/ 2415428 w 5799173"/>
              <a:gd name="connsiteY26182" fmla="*/ 2177051 h 5017219"/>
              <a:gd name="connsiteX26183" fmla="*/ 2414265 w 5799173"/>
              <a:gd name="connsiteY26183" fmla="*/ 2177716 h 5017219"/>
              <a:gd name="connsiteX26184" fmla="*/ 2455011 w 5799173"/>
              <a:gd name="connsiteY26184" fmla="*/ 2193843 h 5017219"/>
              <a:gd name="connsiteX26185" fmla="*/ 2453848 w 5799173"/>
              <a:gd name="connsiteY26185" fmla="*/ 2193177 h 5017219"/>
              <a:gd name="connsiteX26186" fmla="*/ 2444128 w 5799173"/>
              <a:gd name="connsiteY26186" fmla="*/ 2176313 h 5017219"/>
              <a:gd name="connsiteX26187" fmla="*/ 2444128 w 5799173"/>
              <a:gd name="connsiteY26187" fmla="*/ 2174901 h 5017219"/>
              <a:gd name="connsiteX26188" fmla="*/ 2453848 w 5799173"/>
              <a:gd name="connsiteY26188" fmla="*/ 2158036 h 5017219"/>
              <a:gd name="connsiteX26189" fmla="*/ 2455011 w 5799173"/>
              <a:gd name="connsiteY26189" fmla="*/ 2157371 h 5017219"/>
              <a:gd name="connsiteX26190" fmla="*/ 2474452 w 5799173"/>
              <a:gd name="connsiteY26190" fmla="*/ 2157371 h 5017219"/>
              <a:gd name="connsiteX26191" fmla="*/ 2475615 w 5799173"/>
              <a:gd name="connsiteY26191" fmla="*/ 2158036 h 5017219"/>
              <a:gd name="connsiteX26192" fmla="*/ 2485335 w 5799173"/>
              <a:gd name="connsiteY26192" fmla="*/ 2174901 h 5017219"/>
              <a:gd name="connsiteX26193" fmla="*/ 2485335 w 5799173"/>
              <a:gd name="connsiteY26193" fmla="*/ 2176313 h 5017219"/>
              <a:gd name="connsiteX26194" fmla="*/ 2475615 w 5799173"/>
              <a:gd name="connsiteY26194" fmla="*/ 2193178 h 5017219"/>
              <a:gd name="connsiteX26195" fmla="*/ 2474452 w 5799173"/>
              <a:gd name="connsiteY26195" fmla="*/ 2193843 h 5017219"/>
              <a:gd name="connsiteX26196" fmla="*/ 3839293 w 5799173"/>
              <a:gd name="connsiteY26196" fmla="*/ 2564760 h 5017219"/>
              <a:gd name="connsiteX26197" fmla="*/ 3838130 w 5799173"/>
              <a:gd name="connsiteY26197" fmla="*/ 2564095 h 5017219"/>
              <a:gd name="connsiteX26198" fmla="*/ 3828411 w 5799173"/>
              <a:gd name="connsiteY26198" fmla="*/ 2547230 h 5017219"/>
              <a:gd name="connsiteX26199" fmla="*/ 3828411 w 5799173"/>
              <a:gd name="connsiteY26199" fmla="*/ 2545818 h 5017219"/>
              <a:gd name="connsiteX26200" fmla="*/ 3838131 w 5799173"/>
              <a:gd name="connsiteY26200" fmla="*/ 2528953 h 5017219"/>
              <a:gd name="connsiteX26201" fmla="*/ 3839294 w 5799173"/>
              <a:gd name="connsiteY26201" fmla="*/ 2528288 h 5017219"/>
              <a:gd name="connsiteX26202" fmla="*/ 3858734 w 5799173"/>
              <a:gd name="connsiteY26202" fmla="*/ 2528288 h 5017219"/>
              <a:gd name="connsiteX26203" fmla="*/ 3859898 w 5799173"/>
              <a:gd name="connsiteY26203" fmla="*/ 2528953 h 5017219"/>
              <a:gd name="connsiteX26204" fmla="*/ 3869618 w 5799173"/>
              <a:gd name="connsiteY26204" fmla="*/ 2545818 h 5017219"/>
              <a:gd name="connsiteX26205" fmla="*/ 3869618 w 5799173"/>
              <a:gd name="connsiteY26205" fmla="*/ 2547230 h 5017219"/>
              <a:gd name="connsiteX26206" fmla="*/ 3859898 w 5799173"/>
              <a:gd name="connsiteY26206" fmla="*/ 2564095 h 5017219"/>
              <a:gd name="connsiteX26207" fmla="*/ 3858734 w 5799173"/>
              <a:gd name="connsiteY26207" fmla="*/ 2564760 h 5017219"/>
              <a:gd name="connsiteX26208" fmla="*/ 2575300 w 5799173"/>
              <a:gd name="connsiteY26208" fmla="*/ 2226179 h 5017219"/>
              <a:gd name="connsiteX26209" fmla="*/ 2574137 w 5799173"/>
              <a:gd name="connsiteY26209" fmla="*/ 2225514 h 5017219"/>
              <a:gd name="connsiteX26210" fmla="*/ 2564416 w 5799173"/>
              <a:gd name="connsiteY26210" fmla="*/ 2208566 h 5017219"/>
              <a:gd name="connsiteX26211" fmla="*/ 2564417 w 5799173"/>
              <a:gd name="connsiteY26211" fmla="*/ 2207154 h 5017219"/>
              <a:gd name="connsiteX26212" fmla="*/ 2574220 w 5799173"/>
              <a:gd name="connsiteY26212" fmla="*/ 2190206 h 5017219"/>
              <a:gd name="connsiteX26213" fmla="*/ 2575382 w 5799173"/>
              <a:gd name="connsiteY26213" fmla="*/ 2189541 h 5017219"/>
              <a:gd name="connsiteX26214" fmla="*/ 2594907 w 5799173"/>
              <a:gd name="connsiteY26214" fmla="*/ 2189541 h 5017219"/>
              <a:gd name="connsiteX26215" fmla="*/ 2596070 w 5799173"/>
              <a:gd name="connsiteY26215" fmla="*/ 2190206 h 5017219"/>
              <a:gd name="connsiteX26216" fmla="*/ 2605789 w 5799173"/>
              <a:gd name="connsiteY26216" fmla="*/ 2207154 h 5017219"/>
              <a:gd name="connsiteX26217" fmla="*/ 2605790 w 5799173"/>
              <a:gd name="connsiteY26217" fmla="*/ 2208566 h 5017219"/>
              <a:gd name="connsiteX26218" fmla="*/ 2595987 w 5799173"/>
              <a:gd name="connsiteY26218" fmla="*/ 2225514 h 5017219"/>
              <a:gd name="connsiteX26219" fmla="*/ 2594823 w 5799173"/>
              <a:gd name="connsiteY26219" fmla="*/ 2226179 h 5017219"/>
              <a:gd name="connsiteX26220" fmla="*/ 2755859 w 5799173"/>
              <a:gd name="connsiteY26220" fmla="*/ 2274642 h 5017219"/>
              <a:gd name="connsiteX26221" fmla="*/ 2754696 w 5799173"/>
              <a:gd name="connsiteY26221" fmla="*/ 2273977 h 5017219"/>
              <a:gd name="connsiteX26222" fmla="*/ 2744893 w 5799173"/>
              <a:gd name="connsiteY26222" fmla="*/ 2256946 h 5017219"/>
              <a:gd name="connsiteX26223" fmla="*/ 2744893 w 5799173"/>
              <a:gd name="connsiteY26223" fmla="*/ 2255534 h 5017219"/>
              <a:gd name="connsiteX26224" fmla="*/ 2754696 w 5799173"/>
              <a:gd name="connsiteY26224" fmla="*/ 2238503 h 5017219"/>
              <a:gd name="connsiteX26225" fmla="*/ 2755859 w 5799173"/>
              <a:gd name="connsiteY26225" fmla="*/ 2237838 h 5017219"/>
              <a:gd name="connsiteX26226" fmla="*/ 2775466 w 5799173"/>
              <a:gd name="connsiteY26226" fmla="*/ 2237838 h 5017219"/>
              <a:gd name="connsiteX26227" fmla="*/ 2776629 w 5799173"/>
              <a:gd name="connsiteY26227" fmla="*/ 2238503 h 5017219"/>
              <a:gd name="connsiteX26228" fmla="*/ 2786433 w 5799173"/>
              <a:gd name="connsiteY26228" fmla="*/ 2255534 h 5017219"/>
              <a:gd name="connsiteX26229" fmla="*/ 2786433 w 5799173"/>
              <a:gd name="connsiteY26229" fmla="*/ 2256946 h 5017219"/>
              <a:gd name="connsiteX26230" fmla="*/ 2776629 w 5799173"/>
              <a:gd name="connsiteY26230" fmla="*/ 2273977 h 5017219"/>
              <a:gd name="connsiteX26231" fmla="*/ 2775466 w 5799173"/>
              <a:gd name="connsiteY26231" fmla="*/ 2274642 h 5017219"/>
              <a:gd name="connsiteX26232" fmla="*/ 3177162 w 5799173"/>
              <a:gd name="connsiteY26232" fmla="*/ 2387530 h 5017219"/>
              <a:gd name="connsiteX26233" fmla="*/ 3175999 w 5799173"/>
              <a:gd name="connsiteY26233" fmla="*/ 2386865 h 5017219"/>
              <a:gd name="connsiteX26234" fmla="*/ 3166196 w 5799173"/>
              <a:gd name="connsiteY26234" fmla="*/ 2369834 h 5017219"/>
              <a:gd name="connsiteX26235" fmla="*/ 3166196 w 5799173"/>
              <a:gd name="connsiteY26235" fmla="*/ 2368422 h 5017219"/>
              <a:gd name="connsiteX26236" fmla="*/ 3175999 w 5799173"/>
              <a:gd name="connsiteY26236" fmla="*/ 2351391 h 5017219"/>
              <a:gd name="connsiteX26237" fmla="*/ 3177163 w 5799173"/>
              <a:gd name="connsiteY26237" fmla="*/ 2350726 h 5017219"/>
              <a:gd name="connsiteX26238" fmla="*/ 3196769 w 5799173"/>
              <a:gd name="connsiteY26238" fmla="*/ 2350726 h 5017219"/>
              <a:gd name="connsiteX26239" fmla="*/ 3197932 w 5799173"/>
              <a:gd name="connsiteY26239" fmla="*/ 2351391 h 5017219"/>
              <a:gd name="connsiteX26240" fmla="*/ 3207736 w 5799173"/>
              <a:gd name="connsiteY26240" fmla="*/ 2368422 h 5017219"/>
              <a:gd name="connsiteX26241" fmla="*/ 3207736 w 5799173"/>
              <a:gd name="connsiteY26241" fmla="*/ 2369834 h 5017219"/>
              <a:gd name="connsiteX26242" fmla="*/ 3197932 w 5799173"/>
              <a:gd name="connsiteY26242" fmla="*/ 2386865 h 5017219"/>
              <a:gd name="connsiteX26243" fmla="*/ 3196769 w 5799173"/>
              <a:gd name="connsiteY26243" fmla="*/ 2387530 h 5017219"/>
              <a:gd name="connsiteX26244" fmla="*/ 4862377 w 5799173"/>
              <a:gd name="connsiteY26244" fmla="*/ 2839082 h 5017219"/>
              <a:gd name="connsiteX26245" fmla="*/ 4861214 w 5799173"/>
              <a:gd name="connsiteY26245" fmla="*/ 2838417 h 5017219"/>
              <a:gd name="connsiteX26246" fmla="*/ 4851411 w 5799173"/>
              <a:gd name="connsiteY26246" fmla="*/ 2821386 h 5017219"/>
              <a:gd name="connsiteX26247" fmla="*/ 4851411 w 5799173"/>
              <a:gd name="connsiteY26247" fmla="*/ 2819974 h 5017219"/>
              <a:gd name="connsiteX26248" fmla="*/ 4861214 w 5799173"/>
              <a:gd name="connsiteY26248" fmla="*/ 2802943 h 5017219"/>
              <a:gd name="connsiteX26249" fmla="*/ 4862378 w 5799173"/>
              <a:gd name="connsiteY26249" fmla="*/ 2802278 h 5017219"/>
              <a:gd name="connsiteX26250" fmla="*/ 4881984 w 5799173"/>
              <a:gd name="connsiteY26250" fmla="*/ 2802278 h 5017219"/>
              <a:gd name="connsiteX26251" fmla="*/ 4883147 w 5799173"/>
              <a:gd name="connsiteY26251" fmla="*/ 2802943 h 5017219"/>
              <a:gd name="connsiteX26252" fmla="*/ 4892951 w 5799173"/>
              <a:gd name="connsiteY26252" fmla="*/ 2819974 h 5017219"/>
              <a:gd name="connsiteX26253" fmla="*/ 4892951 w 5799173"/>
              <a:gd name="connsiteY26253" fmla="*/ 2821386 h 5017219"/>
              <a:gd name="connsiteX26254" fmla="*/ 4883147 w 5799173"/>
              <a:gd name="connsiteY26254" fmla="*/ 2838417 h 5017219"/>
              <a:gd name="connsiteX26255" fmla="*/ 4881984 w 5799173"/>
              <a:gd name="connsiteY26255" fmla="*/ 2839082 h 5017219"/>
              <a:gd name="connsiteX26256" fmla="*/ 5103017 w 5799173"/>
              <a:gd name="connsiteY26256" fmla="*/ 2903846 h 5017219"/>
              <a:gd name="connsiteX26257" fmla="*/ 5101770 w 5799173"/>
              <a:gd name="connsiteY26257" fmla="*/ 2903182 h 5017219"/>
              <a:gd name="connsiteX26258" fmla="*/ 5091884 w 5799173"/>
              <a:gd name="connsiteY26258" fmla="*/ 2885984 h 5017219"/>
              <a:gd name="connsiteX26259" fmla="*/ 5091884 w 5799173"/>
              <a:gd name="connsiteY26259" fmla="*/ 2884572 h 5017219"/>
              <a:gd name="connsiteX26260" fmla="*/ 5101770 w 5799173"/>
              <a:gd name="connsiteY26260" fmla="*/ 2867375 h 5017219"/>
              <a:gd name="connsiteX26261" fmla="*/ 5103017 w 5799173"/>
              <a:gd name="connsiteY26261" fmla="*/ 2866710 h 5017219"/>
              <a:gd name="connsiteX26262" fmla="*/ 5122873 w 5799173"/>
              <a:gd name="connsiteY26262" fmla="*/ 2866710 h 5017219"/>
              <a:gd name="connsiteX26263" fmla="*/ 5124119 w 5799173"/>
              <a:gd name="connsiteY26263" fmla="*/ 2867375 h 5017219"/>
              <a:gd name="connsiteX26264" fmla="*/ 5134005 w 5799173"/>
              <a:gd name="connsiteY26264" fmla="*/ 2884572 h 5017219"/>
              <a:gd name="connsiteX26265" fmla="*/ 5134005 w 5799173"/>
              <a:gd name="connsiteY26265" fmla="*/ 2885984 h 5017219"/>
              <a:gd name="connsiteX26266" fmla="*/ 5124119 w 5799173"/>
              <a:gd name="connsiteY26266" fmla="*/ 2903182 h 5017219"/>
              <a:gd name="connsiteX26267" fmla="*/ 5122873 w 5799173"/>
              <a:gd name="connsiteY26267" fmla="*/ 2903846 h 5017219"/>
              <a:gd name="connsiteX26268" fmla="*/ 2695566 w 5799173"/>
              <a:gd name="connsiteY26268" fmla="*/ 2258772 h 5017219"/>
              <a:gd name="connsiteX26269" fmla="*/ 2694320 w 5799173"/>
              <a:gd name="connsiteY26269" fmla="*/ 2258108 h 5017219"/>
              <a:gd name="connsiteX26270" fmla="*/ 2684435 w 5799173"/>
              <a:gd name="connsiteY26270" fmla="*/ 2240910 h 5017219"/>
              <a:gd name="connsiteX26271" fmla="*/ 2684435 w 5799173"/>
              <a:gd name="connsiteY26271" fmla="*/ 2239498 h 5017219"/>
              <a:gd name="connsiteX26272" fmla="*/ 2694320 w 5799173"/>
              <a:gd name="connsiteY26272" fmla="*/ 2222301 h 5017219"/>
              <a:gd name="connsiteX26273" fmla="*/ 2695566 w 5799173"/>
              <a:gd name="connsiteY26273" fmla="*/ 2221636 h 5017219"/>
              <a:gd name="connsiteX26274" fmla="*/ 2715424 w 5799173"/>
              <a:gd name="connsiteY26274" fmla="*/ 2221636 h 5017219"/>
              <a:gd name="connsiteX26275" fmla="*/ 2716669 w 5799173"/>
              <a:gd name="connsiteY26275" fmla="*/ 2222301 h 5017219"/>
              <a:gd name="connsiteX26276" fmla="*/ 2726555 w 5799173"/>
              <a:gd name="connsiteY26276" fmla="*/ 2239498 h 5017219"/>
              <a:gd name="connsiteX26277" fmla="*/ 2726555 w 5799173"/>
              <a:gd name="connsiteY26277" fmla="*/ 2240910 h 5017219"/>
              <a:gd name="connsiteX26278" fmla="*/ 2716669 w 5799173"/>
              <a:gd name="connsiteY26278" fmla="*/ 2258108 h 5017219"/>
              <a:gd name="connsiteX26279" fmla="*/ 2715423 w 5799173"/>
              <a:gd name="connsiteY26279" fmla="*/ 2258772 h 5017219"/>
              <a:gd name="connsiteX26280" fmla="*/ 709279 w 5799173"/>
              <a:gd name="connsiteY26280" fmla="*/ 1726746 h 5017219"/>
              <a:gd name="connsiteX26281" fmla="*/ 708033 w 5799173"/>
              <a:gd name="connsiteY26281" fmla="*/ 1725998 h 5017219"/>
              <a:gd name="connsiteX26282" fmla="*/ 698063 w 5799173"/>
              <a:gd name="connsiteY26282" fmla="*/ 1708635 h 5017219"/>
              <a:gd name="connsiteX26283" fmla="*/ 698063 w 5799173"/>
              <a:gd name="connsiteY26283" fmla="*/ 1707222 h 5017219"/>
              <a:gd name="connsiteX26284" fmla="*/ 708116 w 5799173"/>
              <a:gd name="connsiteY26284" fmla="*/ 1689859 h 5017219"/>
              <a:gd name="connsiteX26285" fmla="*/ 709361 w 5799173"/>
              <a:gd name="connsiteY26285" fmla="*/ 1689111 h 5017219"/>
              <a:gd name="connsiteX26286" fmla="*/ 729383 w 5799173"/>
              <a:gd name="connsiteY26286" fmla="*/ 1689111 h 5017219"/>
              <a:gd name="connsiteX26287" fmla="*/ 730629 w 5799173"/>
              <a:gd name="connsiteY26287" fmla="*/ 1689859 h 5017219"/>
              <a:gd name="connsiteX26288" fmla="*/ 740600 w 5799173"/>
              <a:gd name="connsiteY26288" fmla="*/ 1707222 h 5017219"/>
              <a:gd name="connsiteX26289" fmla="*/ 740599 w 5799173"/>
              <a:gd name="connsiteY26289" fmla="*/ 1708635 h 5017219"/>
              <a:gd name="connsiteX26290" fmla="*/ 730547 w 5799173"/>
              <a:gd name="connsiteY26290" fmla="*/ 1725998 h 5017219"/>
              <a:gd name="connsiteX26291" fmla="*/ 729301 w 5799173"/>
              <a:gd name="connsiteY26291" fmla="*/ 1726746 h 5017219"/>
              <a:gd name="connsiteX26292" fmla="*/ 5524178 w 5799173"/>
              <a:gd name="connsiteY26292" fmla="*/ 3016977 h 5017219"/>
              <a:gd name="connsiteX26293" fmla="*/ 5522930 w 5799173"/>
              <a:gd name="connsiteY26293" fmla="*/ 3016229 h 5017219"/>
              <a:gd name="connsiteX26294" fmla="*/ 5512878 w 5799173"/>
              <a:gd name="connsiteY26294" fmla="*/ 2998783 h 5017219"/>
              <a:gd name="connsiteX26295" fmla="*/ 5512878 w 5799173"/>
              <a:gd name="connsiteY26295" fmla="*/ 2997370 h 5017219"/>
              <a:gd name="connsiteX26296" fmla="*/ 5522931 w 5799173"/>
              <a:gd name="connsiteY26296" fmla="*/ 2979924 h 5017219"/>
              <a:gd name="connsiteX26297" fmla="*/ 5524177 w 5799173"/>
              <a:gd name="connsiteY26297" fmla="*/ 2979176 h 5017219"/>
              <a:gd name="connsiteX26298" fmla="*/ 5544282 w 5799173"/>
              <a:gd name="connsiteY26298" fmla="*/ 2979176 h 5017219"/>
              <a:gd name="connsiteX26299" fmla="*/ 5545529 w 5799173"/>
              <a:gd name="connsiteY26299" fmla="*/ 2979924 h 5017219"/>
              <a:gd name="connsiteX26300" fmla="*/ 5555581 w 5799173"/>
              <a:gd name="connsiteY26300" fmla="*/ 2997370 h 5017219"/>
              <a:gd name="connsiteX26301" fmla="*/ 5555582 w 5799173"/>
              <a:gd name="connsiteY26301" fmla="*/ 2998783 h 5017219"/>
              <a:gd name="connsiteX26302" fmla="*/ 5545528 w 5799173"/>
              <a:gd name="connsiteY26302" fmla="*/ 3016229 h 5017219"/>
              <a:gd name="connsiteX26303" fmla="*/ 5544283 w 5799173"/>
              <a:gd name="connsiteY26303" fmla="*/ 3016977 h 5017219"/>
              <a:gd name="connsiteX26304" fmla="*/ 950022 w 5799173"/>
              <a:gd name="connsiteY26304" fmla="*/ 1791336 h 5017219"/>
              <a:gd name="connsiteX26305" fmla="*/ 948776 w 5799173"/>
              <a:gd name="connsiteY26305" fmla="*/ 1790588 h 5017219"/>
              <a:gd name="connsiteX26306" fmla="*/ 938725 w 5799173"/>
              <a:gd name="connsiteY26306" fmla="*/ 1773142 h 5017219"/>
              <a:gd name="connsiteX26307" fmla="*/ 938724 w 5799173"/>
              <a:gd name="connsiteY26307" fmla="*/ 1771729 h 5017219"/>
              <a:gd name="connsiteX26308" fmla="*/ 948776 w 5799173"/>
              <a:gd name="connsiteY26308" fmla="*/ 1754283 h 5017219"/>
              <a:gd name="connsiteX26309" fmla="*/ 950022 w 5799173"/>
              <a:gd name="connsiteY26309" fmla="*/ 1753535 h 5017219"/>
              <a:gd name="connsiteX26310" fmla="*/ 970128 w 5799173"/>
              <a:gd name="connsiteY26310" fmla="*/ 1753535 h 5017219"/>
              <a:gd name="connsiteX26311" fmla="*/ 971374 w 5799173"/>
              <a:gd name="connsiteY26311" fmla="*/ 1754283 h 5017219"/>
              <a:gd name="connsiteX26312" fmla="*/ 981427 w 5799173"/>
              <a:gd name="connsiteY26312" fmla="*/ 1771729 h 5017219"/>
              <a:gd name="connsiteX26313" fmla="*/ 981427 w 5799173"/>
              <a:gd name="connsiteY26313" fmla="*/ 1773142 h 5017219"/>
              <a:gd name="connsiteX26314" fmla="*/ 971374 w 5799173"/>
              <a:gd name="connsiteY26314" fmla="*/ 1790588 h 5017219"/>
              <a:gd name="connsiteX26315" fmla="*/ 970128 w 5799173"/>
              <a:gd name="connsiteY26315" fmla="*/ 1791336 h 5017219"/>
              <a:gd name="connsiteX26316" fmla="*/ 5162977 w 5799173"/>
              <a:gd name="connsiteY26316" fmla="*/ 2920298 h 5017219"/>
              <a:gd name="connsiteX26317" fmla="*/ 5161730 w 5799173"/>
              <a:gd name="connsiteY26317" fmla="*/ 2919551 h 5017219"/>
              <a:gd name="connsiteX26318" fmla="*/ 5151594 w 5799173"/>
              <a:gd name="connsiteY26318" fmla="*/ 2902021 h 5017219"/>
              <a:gd name="connsiteX26319" fmla="*/ 5151594 w 5799173"/>
              <a:gd name="connsiteY26319" fmla="*/ 2900609 h 5017219"/>
              <a:gd name="connsiteX26320" fmla="*/ 5161730 w 5799173"/>
              <a:gd name="connsiteY26320" fmla="*/ 2883079 h 5017219"/>
              <a:gd name="connsiteX26321" fmla="*/ 5162976 w 5799173"/>
              <a:gd name="connsiteY26321" fmla="*/ 2882331 h 5017219"/>
              <a:gd name="connsiteX26322" fmla="*/ 5183247 w 5799173"/>
              <a:gd name="connsiteY26322" fmla="*/ 2882331 h 5017219"/>
              <a:gd name="connsiteX26323" fmla="*/ 5184493 w 5799173"/>
              <a:gd name="connsiteY26323" fmla="*/ 2883079 h 5017219"/>
              <a:gd name="connsiteX26324" fmla="*/ 5194630 w 5799173"/>
              <a:gd name="connsiteY26324" fmla="*/ 2900609 h 5017219"/>
              <a:gd name="connsiteX26325" fmla="*/ 5194630 w 5799173"/>
              <a:gd name="connsiteY26325" fmla="*/ 2902021 h 5017219"/>
              <a:gd name="connsiteX26326" fmla="*/ 5184493 w 5799173"/>
              <a:gd name="connsiteY26326" fmla="*/ 2919551 h 5017219"/>
              <a:gd name="connsiteX26327" fmla="*/ 5183248 w 5799173"/>
              <a:gd name="connsiteY26327" fmla="*/ 2920298 h 5017219"/>
              <a:gd name="connsiteX26328" fmla="*/ 769195 w 5799173"/>
              <a:gd name="connsiteY26328" fmla="*/ 1743357 h 5017219"/>
              <a:gd name="connsiteX26329" fmla="*/ 767948 w 5799173"/>
              <a:gd name="connsiteY26329" fmla="*/ 1742609 h 5017219"/>
              <a:gd name="connsiteX26330" fmla="*/ 757647 w 5799173"/>
              <a:gd name="connsiteY26330" fmla="*/ 1724830 h 5017219"/>
              <a:gd name="connsiteX26331" fmla="*/ 757646 w 5799173"/>
              <a:gd name="connsiteY26331" fmla="*/ 1723418 h 5017219"/>
              <a:gd name="connsiteX26332" fmla="*/ 767949 w 5799173"/>
              <a:gd name="connsiteY26332" fmla="*/ 1705639 h 5017219"/>
              <a:gd name="connsiteX26333" fmla="*/ 769195 w 5799173"/>
              <a:gd name="connsiteY26333" fmla="*/ 1704891 h 5017219"/>
              <a:gd name="connsiteX26334" fmla="*/ 789716 w 5799173"/>
              <a:gd name="connsiteY26334" fmla="*/ 1704891 h 5017219"/>
              <a:gd name="connsiteX26335" fmla="*/ 790962 w 5799173"/>
              <a:gd name="connsiteY26335" fmla="*/ 1705639 h 5017219"/>
              <a:gd name="connsiteX26336" fmla="*/ 801263 w 5799173"/>
              <a:gd name="connsiteY26336" fmla="*/ 1723418 h 5017219"/>
              <a:gd name="connsiteX26337" fmla="*/ 801264 w 5799173"/>
              <a:gd name="connsiteY26337" fmla="*/ 1724830 h 5017219"/>
              <a:gd name="connsiteX26338" fmla="*/ 790961 w 5799173"/>
              <a:gd name="connsiteY26338" fmla="*/ 1742609 h 5017219"/>
              <a:gd name="connsiteX26339" fmla="*/ 789715 w 5799173"/>
              <a:gd name="connsiteY26339" fmla="*/ 1743357 h 5017219"/>
              <a:gd name="connsiteX26340" fmla="*/ 5042418 w 5799173"/>
              <a:gd name="connsiteY26340" fmla="*/ 2888364 h 5017219"/>
              <a:gd name="connsiteX26341" fmla="*/ 5041172 w 5799173"/>
              <a:gd name="connsiteY26341" fmla="*/ 2887616 h 5017219"/>
              <a:gd name="connsiteX26342" fmla="*/ 5030870 w 5799173"/>
              <a:gd name="connsiteY26342" fmla="*/ 2869837 h 5017219"/>
              <a:gd name="connsiteX26343" fmla="*/ 5030870 w 5799173"/>
              <a:gd name="connsiteY26343" fmla="*/ 2868425 h 5017219"/>
              <a:gd name="connsiteX26344" fmla="*/ 5041172 w 5799173"/>
              <a:gd name="connsiteY26344" fmla="*/ 2850646 h 5017219"/>
              <a:gd name="connsiteX26345" fmla="*/ 5042418 w 5799173"/>
              <a:gd name="connsiteY26345" fmla="*/ 2849898 h 5017219"/>
              <a:gd name="connsiteX26346" fmla="*/ 5062938 w 5799173"/>
              <a:gd name="connsiteY26346" fmla="*/ 2849898 h 5017219"/>
              <a:gd name="connsiteX26347" fmla="*/ 5064185 w 5799173"/>
              <a:gd name="connsiteY26347" fmla="*/ 2850646 h 5017219"/>
              <a:gd name="connsiteX26348" fmla="*/ 5074486 w 5799173"/>
              <a:gd name="connsiteY26348" fmla="*/ 2868425 h 5017219"/>
              <a:gd name="connsiteX26349" fmla="*/ 5074486 w 5799173"/>
              <a:gd name="connsiteY26349" fmla="*/ 2869837 h 5017219"/>
              <a:gd name="connsiteX26350" fmla="*/ 5064185 w 5799173"/>
              <a:gd name="connsiteY26350" fmla="*/ 2887616 h 5017219"/>
              <a:gd name="connsiteX26351" fmla="*/ 5062938 w 5799173"/>
              <a:gd name="connsiteY26351" fmla="*/ 2888364 h 5017219"/>
              <a:gd name="connsiteX26352" fmla="*/ 5222984 w 5799173"/>
              <a:gd name="connsiteY26352" fmla="*/ 2936850 h 5017219"/>
              <a:gd name="connsiteX26353" fmla="*/ 5221738 w 5799173"/>
              <a:gd name="connsiteY26353" fmla="*/ 2936102 h 5017219"/>
              <a:gd name="connsiteX26354" fmla="*/ 5211436 w 5799173"/>
              <a:gd name="connsiteY26354" fmla="*/ 2918240 h 5017219"/>
              <a:gd name="connsiteX26355" fmla="*/ 5211436 w 5799173"/>
              <a:gd name="connsiteY26355" fmla="*/ 2916745 h 5017219"/>
              <a:gd name="connsiteX26356" fmla="*/ 5221738 w 5799173"/>
              <a:gd name="connsiteY26356" fmla="*/ 2898883 h 5017219"/>
              <a:gd name="connsiteX26357" fmla="*/ 5222984 w 5799173"/>
              <a:gd name="connsiteY26357" fmla="*/ 2898135 h 5017219"/>
              <a:gd name="connsiteX26358" fmla="*/ 5243671 w 5799173"/>
              <a:gd name="connsiteY26358" fmla="*/ 2898135 h 5017219"/>
              <a:gd name="connsiteX26359" fmla="*/ 5244917 w 5799173"/>
              <a:gd name="connsiteY26359" fmla="*/ 2898883 h 5017219"/>
              <a:gd name="connsiteX26360" fmla="*/ 5255219 w 5799173"/>
              <a:gd name="connsiteY26360" fmla="*/ 2916745 h 5017219"/>
              <a:gd name="connsiteX26361" fmla="*/ 5255219 w 5799173"/>
              <a:gd name="connsiteY26361" fmla="*/ 2918240 h 5017219"/>
              <a:gd name="connsiteX26362" fmla="*/ 5244917 w 5799173"/>
              <a:gd name="connsiteY26362" fmla="*/ 2936102 h 5017219"/>
              <a:gd name="connsiteX26363" fmla="*/ 5243671 w 5799173"/>
              <a:gd name="connsiteY26363" fmla="*/ 2936850 h 5017219"/>
              <a:gd name="connsiteX26364" fmla="*/ 5283171 w 5799173"/>
              <a:gd name="connsiteY26364" fmla="*/ 2952977 h 5017219"/>
              <a:gd name="connsiteX26365" fmla="*/ 5281925 w 5799173"/>
              <a:gd name="connsiteY26365" fmla="*/ 2952229 h 5017219"/>
              <a:gd name="connsiteX26366" fmla="*/ 5271623 w 5799173"/>
              <a:gd name="connsiteY26366" fmla="*/ 2934367 h 5017219"/>
              <a:gd name="connsiteX26367" fmla="*/ 5271623 w 5799173"/>
              <a:gd name="connsiteY26367" fmla="*/ 2932872 h 5017219"/>
              <a:gd name="connsiteX26368" fmla="*/ 5281925 w 5799173"/>
              <a:gd name="connsiteY26368" fmla="*/ 2915010 h 5017219"/>
              <a:gd name="connsiteX26369" fmla="*/ 5283171 w 5799173"/>
              <a:gd name="connsiteY26369" fmla="*/ 2914262 h 5017219"/>
              <a:gd name="connsiteX26370" fmla="*/ 5303858 w 5799173"/>
              <a:gd name="connsiteY26370" fmla="*/ 2914262 h 5017219"/>
              <a:gd name="connsiteX26371" fmla="*/ 5305104 w 5799173"/>
              <a:gd name="connsiteY26371" fmla="*/ 2915010 h 5017219"/>
              <a:gd name="connsiteX26372" fmla="*/ 5315406 w 5799173"/>
              <a:gd name="connsiteY26372" fmla="*/ 2932872 h 5017219"/>
              <a:gd name="connsiteX26373" fmla="*/ 5315406 w 5799173"/>
              <a:gd name="connsiteY26373" fmla="*/ 2934367 h 5017219"/>
              <a:gd name="connsiteX26374" fmla="*/ 5305104 w 5799173"/>
              <a:gd name="connsiteY26374" fmla="*/ 2952229 h 5017219"/>
              <a:gd name="connsiteX26375" fmla="*/ 5303858 w 5799173"/>
              <a:gd name="connsiteY26375" fmla="*/ 2952977 h 5017219"/>
              <a:gd name="connsiteX26376" fmla="*/ 3898806 w 5799173"/>
              <a:gd name="connsiteY26376" fmla="*/ 2582132 h 5017219"/>
              <a:gd name="connsiteX26377" fmla="*/ 3897560 w 5799173"/>
              <a:gd name="connsiteY26377" fmla="*/ 2581384 h 5017219"/>
              <a:gd name="connsiteX26378" fmla="*/ 3887175 w 5799173"/>
              <a:gd name="connsiteY26378" fmla="*/ 2563439 h 5017219"/>
              <a:gd name="connsiteX26379" fmla="*/ 3887175 w 5799173"/>
              <a:gd name="connsiteY26379" fmla="*/ 2561944 h 5017219"/>
              <a:gd name="connsiteX26380" fmla="*/ 3897560 w 5799173"/>
              <a:gd name="connsiteY26380" fmla="*/ 2543999 h 5017219"/>
              <a:gd name="connsiteX26381" fmla="*/ 3898806 w 5799173"/>
              <a:gd name="connsiteY26381" fmla="*/ 2543251 h 5017219"/>
              <a:gd name="connsiteX26382" fmla="*/ 3919575 w 5799173"/>
              <a:gd name="connsiteY26382" fmla="*/ 2543251 h 5017219"/>
              <a:gd name="connsiteX26383" fmla="*/ 3920822 w 5799173"/>
              <a:gd name="connsiteY26383" fmla="*/ 2543999 h 5017219"/>
              <a:gd name="connsiteX26384" fmla="*/ 3931207 w 5799173"/>
              <a:gd name="connsiteY26384" fmla="*/ 2561944 h 5017219"/>
              <a:gd name="connsiteX26385" fmla="*/ 3931207 w 5799173"/>
              <a:gd name="connsiteY26385" fmla="*/ 2563439 h 5017219"/>
              <a:gd name="connsiteX26386" fmla="*/ 3920822 w 5799173"/>
              <a:gd name="connsiteY26386" fmla="*/ 2581384 h 5017219"/>
              <a:gd name="connsiteX26387" fmla="*/ 3919576 w 5799173"/>
              <a:gd name="connsiteY26387" fmla="*/ 2582132 h 5017219"/>
              <a:gd name="connsiteX26388" fmla="*/ 3958908 w 5799173"/>
              <a:gd name="connsiteY26388" fmla="*/ 2598340 h 5017219"/>
              <a:gd name="connsiteX26389" fmla="*/ 3957663 w 5799173"/>
              <a:gd name="connsiteY26389" fmla="*/ 2597594 h 5017219"/>
              <a:gd name="connsiteX26390" fmla="*/ 3947278 w 5799173"/>
              <a:gd name="connsiteY26390" fmla="*/ 2579565 h 5017219"/>
              <a:gd name="connsiteX26391" fmla="*/ 3947278 w 5799173"/>
              <a:gd name="connsiteY26391" fmla="*/ 2578069 h 5017219"/>
              <a:gd name="connsiteX26392" fmla="*/ 3957746 w 5799173"/>
              <a:gd name="connsiteY26392" fmla="*/ 2560042 h 5017219"/>
              <a:gd name="connsiteX26393" fmla="*/ 3958992 w 5799173"/>
              <a:gd name="connsiteY26393" fmla="*/ 2559294 h 5017219"/>
              <a:gd name="connsiteX26394" fmla="*/ 3979845 w 5799173"/>
              <a:gd name="connsiteY26394" fmla="*/ 2559294 h 5017219"/>
              <a:gd name="connsiteX26395" fmla="*/ 3981091 w 5799173"/>
              <a:gd name="connsiteY26395" fmla="*/ 2560042 h 5017219"/>
              <a:gd name="connsiteX26396" fmla="*/ 3991476 w 5799173"/>
              <a:gd name="connsiteY26396" fmla="*/ 2578070 h 5017219"/>
              <a:gd name="connsiteX26397" fmla="*/ 3991476 w 5799173"/>
              <a:gd name="connsiteY26397" fmla="*/ 2579565 h 5017219"/>
              <a:gd name="connsiteX26398" fmla="*/ 3981008 w 5799173"/>
              <a:gd name="connsiteY26398" fmla="*/ 2597594 h 5017219"/>
              <a:gd name="connsiteX26399" fmla="*/ 3979761 w 5799173"/>
              <a:gd name="connsiteY26399" fmla="*/ 2598341 h 5017219"/>
              <a:gd name="connsiteX26400" fmla="*/ 5343191 w 5799173"/>
              <a:gd name="connsiteY26400" fmla="*/ 2969258 h 5017219"/>
              <a:gd name="connsiteX26401" fmla="*/ 5341945 w 5799173"/>
              <a:gd name="connsiteY26401" fmla="*/ 2968511 h 5017219"/>
              <a:gd name="connsiteX26402" fmla="*/ 5331560 w 5799173"/>
              <a:gd name="connsiteY26402" fmla="*/ 2950482 h 5017219"/>
              <a:gd name="connsiteX26403" fmla="*/ 5331560 w 5799173"/>
              <a:gd name="connsiteY26403" fmla="*/ 2948987 h 5017219"/>
              <a:gd name="connsiteX26404" fmla="*/ 5342028 w 5799173"/>
              <a:gd name="connsiteY26404" fmla="*/ 2930959 h 5017219"/>
              <a:gd name="connsiteX26405" fmla="*/ 5343274 w 5799173"/>
              <a:gd name="connsiteY26405" fmla="*/ 2930211 h 5017219"/>
              <a:gd name="connsiteX26406" fmla="*/ 5364127 w 5799173"/>
              <a:gd name="connsiteY26406" fmla="*/ 2930211 h 5017219"/>
              <a:gd name="connsiteX26407" fmla="*/ 5365374 w 5799173"/>
              <a:gd name="connsiteY26407" fmla="*/ 2930959 h 5017219"/>
              <a:gd name="connsiteX26408" fmla="*/ 5375758 w 5799173"/>
              <a:gd name="connsiteY26408" fmla="*/ 2948987 h 5017219"/>
              <a:gd name="connsiteX26409" fmla="*/ 5375758 w 5799173"/>
              <a:gd name="connsiteY26409" fmla="*/ 2950482 h 5017219"/>
              <a:gd name="connsiteX26410" fmla="*/ 5365291 w 5799173"/>
              <a:gd name="connsiteY26410" fmla="*/ 2968511 h 5017219"/>
              <a:gd name="connsiteX26411" fmla="*/ 5364044 w 5799173"/>
              <a:gd name="connsiteY26411" fmla="*/ 2969258 h 5017219"/>
              <a:gd name="connsiteX26412" fmla="*/ 5463564 w 5799173"/>
              <a:gd name="connsiteY26412" fmla="*/ 3001512 h 5017219"/>
              <a:gd name="connsiteX26413" fmla="*/ 5462318 w 5799173"/>
              <a:gd name="connsiteY26413" fmla="*/ 3000765 h 5017219"/>
              <a:gd name="connsiteX26414" fmla="*/ 5451933 w 5799173"/>
              <a:gd name="connsiteY26414" fmla="*/ 2982736 h 5017219"/>
              <a:gd name="connsiteX26415" fmla="*/ 5451933 w 5799173"/>
              <a:gd name="connsiteY26415" fmla="*/ 2981241 h 5017219"/>
              <a:gd name="connsiteX26416" fmla="*/ 5462401 w 5799173"/>
              <a:gd name="connsiteY26416" fmla="*/ 2963213 h 5017219"/>
              <a:gd name="connsiteX26417" fmla="*/ 5463647 w 5799173"/>
              <a:gd name="connsiteY26417" fmla="*/ 2962465 h 5017219"/>
              <a:gd name="connsiteX26418" fmla="*/ 5484500 w 5799173"/>
              <a:gd name="connsiteY26418" fmla="*/ 2962465 h 5017219"/>
              <a:gd name="connsiteX26419" fmla="*/ 5485746 w 5799173"/>
              <a:gd name="connsiteY26419" fmla="*/ 2963213 h 5017219"/>
              <a:gd name="connsiteX26420" fmla="*/ 5496131 w 5799173"/>
              <a:gd name="connsiteY26420" fmla="*/ 2981241 h 5017219"/>
              <a:gd name="connsiteX26421" fmla="*/ 5496131 w 5799173"/>
              <a:gd name="connsiteY26421" fmla="*/ 2982736 h 5017219"/>
              <a:gd name="connsiteX26422" fmla="*/ 5485663 w 5799173"/>
              <a:gd name="connsiteY26422" fmla="*/ 3000765 h 5017219"/>
              <a:gd name="connsiteX26423" fmla="*/ 5484417 w 5799173"/>
              <a:gd name="connsiteY26423" fmla="*/ 3001512 h 5017219"/>
              <a:gd name="connsiteX26424" fmla="*/ 5403378 w 5799173"/>
              <a:gd name="connsiteY26424" fmla="*/ 2985468 h 5017219"/>
              <a:gd name="connsiteX26425" fmla="*/ 5402132 w 5799173"/>
              <a:gd name="connsiteY26425" fmla="*/ 2984720 h 5017219"/>
              <a:gd name="connsiteX26426" fmla="*/ 5391664 w 5799173"/>
              <a:gd name="connsiteY26426" fmla="*/ 2966609 h 5017219"/>
              <a:gd name="connsiteX26427" fmla="*/ 5391664 w 5799173"/>
              <a:gd name="connsiteY26427" fmla="*/ 2965114 h 5017219"/>
              <a:gd name="connsiteX26428" fmla="*/ 5402132 w 5799173"/>
              <a:gd name="connsiteY26428" fmla="*/ 2947003 h 5017219"/>
              <a:gd name="connsiteX26429" fmla="*/ 5403378 w 5799173"/>
              <a:gd name="connsiteY26429" fmla="*/ 2946255 h 5017219"/>
              <a:gd name="connsiteX26430" fmla="*/ 5424314 w 5799173"/>
              <a:gd name="connsiteY26430" fmla="*/ 2946255 h 5017219"/>
              <a:gd name="connsiteX26431" fmla="*/ 5425560 w 5799173"/>
              <a:gd name="connsiteY26431" fmla="*/ 2947003 h 5017219"/>
              <a:gd name="connsiteX26432" fmla="*/ 5436028 w 5799173"/>
              <a:gd name="connsiteY26432" fmla="*/ 2965114 h 5017219"/>
              <a:gd name="connsiteX26433" fmla="*/ 5436028 w 5799173"/>
              <a:gd name="connsiteY26433" fmla="*/ 2966609 h 5017219"/>
              <a:gd name="connsiteX26434" fmla="*/ 5425560 w 5799173"/>
              <a:gd name="connsiteY26434" fmla="*/ 2984720 h 5017219"/>
              <a:gd name="connsiteX26435" fmla="*/ 5424314 w 5799173"/>
              <a:gd name="connsiteY26435" fmla="*/ 2985468 h 5017219"/>
              <a:gd name="connsiteX26436" fmla="*/ 4921828 w 5799173"/>
              <a:gd name="connsiteY26436" fmla="*/ 2856529 h 5017219"/>
              <a:gd name="connsiteX26437" fmla="*/ 4920582 w 5799173"/>
              <a:gd name="connsiteY26437" fmla="*/ 2855781 h 5017219"/>
              <a:gd name="connsiteX26438" fmla="*/ 4910032 w 5799173"/>
              <a:gd name="connsiteY26438" fmla="*/ 2837504 h 5017219"/>
              <a:gd name="connsiteX26439" fmla="*/ 4910031 w 5799173"/>
              <a:gd name="connsiteY26439" fmla="*/ 2836008 h 5017219"/>
              <a:gd name="connsiteX26440" fmla="*/ 4920582 w 5799173"/>
              <a:gd name="connsiteY26440" fmla="*/ 2817731 h 5017219"/>
              <a:gd name="connsiteX26441" fmla="*/ 4921828 w 5799173"/>
              <a:gd name="connsiteY26441" fmla="*/ 2816983 h 5017219"/>
              <a:gd name="connsiteX26442" fmla="*/ 4942847 w 5799173"/>
              <a:gd name="connsiteY26442" fmla="*/ 2816983 h 5017219"/>
              <a:gd name="connsiteX26443" fmla="*/ 4944093 w 5799173"/>
              <a:gd name="connsiteY26443" fmla="*/ 2817731 h 5017219"/>
              <a:gd name="connsiteX26444" fmla="*/ 4954644 w 5799173"/>
              <a:gd name="connsiteY26444" fmla="*/ 2836008 h 5017219"/>
              <a:gd name="connsiteX26445" fmla="*/ 4954644 w 5799173"/>
              <a:gd name="connsiteY26445" fmla="*/ 2837504 h 5017219"/>
              <a:gd name="connsiteX26446" fmla="*/ 4944093 w 5799173"/>
              <a:gd name="connsiteY26446" fmla="*/ 2855781 h 5017219"/>
              <a:gd name="connsiteX26447" fmla="*/ 4942847 w 5799173"/>
              <a:gd name="connsiteY26447" fmla="*/ 2856529 h 5017219"/>
              <a:gd name="connsiteX26448" fmla="*/ 4981990 w 5799173"/>
              <a:gd name="connsiteY26448" fmla="*/ 2872841 h 5017219"/>
              <a:gd name="connsiteX26449" fmla="*/ 4980660 w 5799173"/>
              <a:gd name="connsiteY26449" fmla="*/ 2872093 h 5017219"/>
              <a:gd name="connsiteX26450" fmla="*/ 4970110 w 5799173"/>
              <a:gd name="connsiteY26450" fmla="*/ 2853733 h 5017219"/>
              <a:gd name="connsiteX26451" fmla="*/ 4970110 w 5799173"/>
              <a:gd name="connsiteY26451" fmla="*/ 2852237 h 5017219"/>
              <a:gd name="connsiteX26452" fmla="*/ 4980661 w 5799173"/>
              <a:gd name="connsiteY26452" fmla="*/ 2833877 h 5017219"/>
              <a:gd name="connsiteX26453" fmla="*/ 4981990 w 5799173"/>
              <a:gd name="connsiteY26453" fmla="*/ 2833129 h 5017219"/>
              <a:gd name="connsiteX26454" fmla="*/ 5003176 w 5799173"/>
              <a:gd name="connsiteY26454" fmla="*/ 2833129 h 5017219"/>
              <a:gd name="connsiteX26455" fmla="*/ 5004505 w 5799173"/>
              <a:gd name="connsiteY26455" fmla="*/ 2833877 h 5017219"/>
              <a:gd name="connsiteX26456" fmla="*/ 5015056 w 5799173"/>
              <a:gd name="connsiteY26456" fmla="*/ 2852237 h 5017219"/>
              <a:gd name="connsiteX26457" fmla="*/ 5015056 w 5799173"/>
              <a:gd name="connsiteY26457" fmla="*/ 2853733 h 5017219"/>
              <a:gd name="connsiteX26458" fmla="*/ 5004505 w 5799173"/>
              <a:gd name="connsiteY26458" fmla="*/ 2872093 h 5017219"/>
              <a:gd name="connsiteX26459" fmla="*/ 5003176 w 5799173"/>
              <a:gd name="connsiteY26459" fmla="*/ 2872841 h 5017219"/>
              <a:gd name="connsiteX26460" fmla="*/ 4139301 w 5799173"/>
              <a:gd name="connsiteY26460" fmla="*/ 2647138 h 5017219"/>
              <a:gd name="connsiteX26461" fmla="*/ 4137972 w 5799173"/>
              <a:gd name="connsiteY26461" fmla="*/ 2646390 h 5017219"/>
              <a:gd name="connsiteX26462" fmla="*/ 4127338 w 5799173"/>
              <a:gd name="connsiteY26462" fmla="*/ 2627947 h 5017219"/>
              <a:gd name="connsiteX26463" fmla="*/ 4127338 w 5799173"/>
              <a:gd name="connsiteY26463" fmla="*/ 2626451 h 5017219"/>
              <a:gd name="connsiteX26464" fmla="*/ 4137972 w 5799173"/>
              <a:gd name="connsiteY26464" fmla="*/ 2608008 h 5017219"/>
              <a:gd name="connsiteX26465" fmla="*/ 4139301 w 5799173"/>
              <a:gd name="connsiteY26465" fmla="*/ 2607260 h 5017219"/>
              <a:gd name="connsiteX26466" fmla="*/ 4160570 w 5799173"/>
              <a:gd name="connsiteY26466" fmla="*/ 2607260 h 5017219"/>
              <a:gd name="connsiteX26467" fmla="*/ 4161899 w 5799173"/>
              <a:gd name="connsiteY26467" fmla="*/ 2608008 h 5017219"/>
              <a:gd name="connsiteX26468" fmla="*/ 4172533 w 5799173"/>
              <a:gd name="connsiteY26468" fmla="*/ 2626451 h 5017219"/>
              <a:gd name="connsiteX26469" fmla="*/ 4172533 w 5799173"/>
              <a:gd name="connsiteY26469" fmla="*/ 2627947 h 5017219"/>
              <a:gd name="connsiteX26470" fmla="*/ 4161899 w 5799173"/>
              <a:gd name="connsiteY26470" fmla="*/ 2646390 h 5017219"/>
              <a:gd name="connsiteX26471" fmla="*/ 4160570 w 5799173"/>
              <a:gd name="connsiteY26471" fmla="*/ 2647138 h 5017219"/>
              <a:gd name="connsiteX26472" fmla="*/ 4018844 w 5799173"/>
              <a:gd name="connsiteY26472" fmla="*/ 2615050 h 5017219"/>
              <a:gd name="connsiteX26473" fmla="*/ 4017515 w 5799173"/>
              <a:gd name="connsiteY26473" fmla="*/ 2614302 h 5017219"/>
              <a:gd name="connsiteX26474" fmla="*/ 4006798 w 5799173"/>
              <a:gd name="connsiteY26474" fmla="*/ 2595692 h 5017219"/>
              <a:gd name="connsiteX26475" fmla="*/ 4006799 w 5799173"/>
              <a:gd name="connsiteY26475" fmla="*/ 2594197 h 5017219"/>
              <a:gd name="connsiteX26476" fmla="*/ 4017515 w 5799173"/>
              <a:gd name="connsiteY26476" fmla="*/ 2575587 h 5017219"/>
              <a:gd name="connsiteX26477" fmla="*/ 4018844 w 5799173"/>
              <a:gd name="connsiteY26477" fmla="*/ 2574839 h 5017219"/>
              <a:gd name="connsiteX26478" fmla="*/ 4040280 w 5799173"/>
              <a:gd name="connsiteY26478" fmla="*/ 2574839 h 5017219"/>
              <a:gd name="connsiteX26479" fmla="*/ 4041608 w 5799173"/>
              <a:gd name="connsiteY26479" fmla="*/ 2575587 h 5017219"/>
              <a:gd name="connsiteX26480" fmla="*/ 4052325 w 5799173"/>
              <a:gd name="connsiteY26480" fmla="*/ 2594197 h 5017219"/>
              <a:gd name="connsiteX26481" fmla="*/ 4052325 w 5799173"/>
              <a:gd name="connsiteY26481" fmla="*/ 2595692 h 5017219"/>
              <a:gd name="connsiteX26482" fmla="*/ 4041608 w 5799173"/>
              <a:gd name="connsiteY26482" fmla="*/ 2614302 h 5017219"/>
              <a:gd name="connsiteX26483" fmla="*/ 4040279 w 5799173"/>
              <a:gd name="connsiteY26483" fmla="*/ 2615050 h 5017219"/>
              <a:gd name="connsiteX26484" fmla="*/ 4199404 w 5799173"/>
              <a:gd name="connsiteY26484" fmla="*/ 2663431 h 5017219"/>
              <a:gd name="connsiteX26485" fmla="*/ 4198075 w 5799173"/>
              <a:gd name="connsiteY26485" fmla="*/ 2662683 h 5017219"/>
              <a:gd name="connsiteX26486" fmla="*/ 4187358 w 5799173"/>
              <a:gd name="connsiteY26486" fmla="*/ 2644073 h 5017219"/>
              <a:gd name="connsiteX26487" fmla="*/ 4187358 w 5799173"/>
              <a:gd name="connsiteY26487" fmla="*/ 2642578 h 5017219"/>
              <a:gd name="connsiteX26488" fmla="*/ 4198075 w 5799173"/>
              <a:gd name="connsiteY26488" fmla="*/ 2623968 h 5017219"/>
              <a:gd name="connsiteX26489" fmla="*/ 4199404 w 5799173"/>
              <a:gd name="connsiteY26489" fmla="*/ 2623220 h 5017219"/>
              <a:gd name="connsiteX26490" fmla="*/ 4220839 w 5799173"/>
              <a:gd name="connsiteY26490" fmla="*/ 2623220 h 5017219"/>
              <a:gd name="connsiteX26491" fmla="*/ 4222168 w 5799173"/>
              <a:gd name="connsiteY26491" fmla="*/ 2623968 h 5017219"/>
              <a:gd name="connsiteX26492" fmla="*/ 4232885 w 5799173"/>
              <a:gd name="connsiteY26492" fmla="*/ 2642578 h 5017219"/>
              <a:gd name="connsiteX26493" fmla="*/ 4232885 w 5799173"/>
              <a:gd name="connsiteY26493" fmla="*/ 2644073 h 5017219"/>
              <a:gd name="connsiteX26494" fmla="*/ 4222168 w 5799173"/>
              <a:gd name="connsiteY26494" fmla="*/ 2662683 h 5017219"/>
              <a:gd name="connsiteX26495" fmla="*/ 4220839 w 5799173"/>
              <a:gd name="connsiteY26495" fmla="*/ 2663431 h 5017219"/>
              <a:gd name="connsiteX26496" fmla="*/ 3055784 w 5799173"/>
              <a:gd name="connsiteY26496" fmla="*/ 2357103 h 5017219"/>
              <a:gd name="connsiteX26497" fmla="*/ 3054454 w 5799173"/>
              <a:gd name="connsiteY26497" fmla="*/ 2356356 h 5017219"/>
              <a:gd name="connsiteX26498" fmla="*/ 3043654 w 5799173"/>
              <a:gd name="connsiteY26498" fmla="*/ 2337663 h 5017219"/>
              <a:gd name="connsiteX26499" fmla="*/ 3043653 w 5799173"/>
              <a:gd name="connsiteY26499" fmla="*/ 2336167 h 5017219"/>
              <a:gd name="connsiteX26500" fmla="*/ 3054454 w 5799173"/>
              <a:gd name="connsiteY26500" fmla="*/ 2317475 h 5017219"/>
              <a:gd name="connsiteX26501" fmla="*/ 3055784 w 5799173"/>
              <a:gd name="connsiteY26501" fmla="*/ 2316727 h 5017219"/>
              <a:gd name="connsiteX26502" fmla="*/ 3077384 w 5799173"/>
              <a:gd name="connsiteY26502" fmla="*/ 2316727 h 5017219"/>
              <a:gd name="connsiteX26503" fmla="*/ 3078713 w 5799173"/>
              <a:gd name="connsiteY26503" fmla="*/ 2317475 h 5017219"/>
              <a:gd name="connsiteX26504" fmla="*/ 3089514 w 5799173"/>
              <a:gd name="connsiteY26504" fmla="*/ 2336167 h 5017219"/>
              <a:gd name="connsiteX26505" fmla="*/ 3089514 w 5799173"/>
              <a:gd name="connsiteY26505" fmla="*/ 2337663 h 5017219"/>
              <a:gd name="connsiteX26506" fmla="*/ 3078713 w 5799173"/>
              <a:gd name="connsiteY26506" fmla="*/ 2356356 h 5017219"/>
              <a:gd name="connsiteX26507" fmla="*/ 3077384 w 5799173"/>
              <a:gd name="connsiteY26507" fmla="*/ 2357103 h 5017219"/>
              <a:gd name="connsiteX26508" fmla="*/ 4078949 w 5799173"/>
              <a:gd name="connsiteY26508" fmla="*/ 2631259 h 5017219"/>
              <a:gd name="connsiteX26509" fmla="*/ 4077619 w 5799173"/>
              <a:gd name="connsiteY26509" fmla="*/ 2630512 h 5017219"/>
              <a:gd name="connsiteX26510" fmla="*/ 4066819 w 5799173"/>
              <a:gd name="connsiteY26510" fmla="*/ 2611819 h 5017219"/>
              <a:gd name="connsiteX26511" fmla="*/ 4066819 w 5799173"/>
              <a:gd name="connsiteY26511" fmla="*/ 2610323 h 5017219"/>
              <a:gd name="connsiteX26512" fmla="*/ 4077619 w 5799173"/>
              <a:gd name="connsiteY26512" fmla="*/ 2591631 h 5017219"/>
              <a:gd name="connsiteX26513" fmla="*/ 4078949 w 5799173"/>
              <a:gd name="connsiteY26513" fmla="*/ 2590883 h 5017219"/>
              <a:gd name="connsiteX26514" fmla="*/ 4100549 w 5799173"/>
              <a:gd name="connsiteY26514" fmla="*/ 2590883 h 5017219"/>
              <a:gd name="connsiteX26515" fmla="*/ 4101878 w 5799173"/>
              <a:gd name="connsiteY26515" fmla="*/ 2591631 h 5017219"/>
              <a:gd name="connsiteX26516" fmla="*/ 4112679 w 5799173"/>
              <a:gd name="connsiteY26516" fmla="*/ 2610323 h 5017219"/>
              <a:gd name="connsiteX26517" fmla="*/ 4112679 w 5799173"/>
              <a:gd name="connsiteY26517" fmla="*/ 2611819 h 5017219"/>
              <a:gd name="connsiteX26518" fmla="*/ 4101878 w 5799173"/>
              <a:gd name="connsiteY26518" fmla="*/ 2630512 h 5017219"/>
              <a:gd name="connsiteX26519" fmla="*/ 4100549 w 5799173"/>
              <a:gd name="connsiteY26519" fmla="*/ 2631259 h 5017219"/>
              <a:gd name="connsiteX26520" fmla="*/ 4319693 w 5799173"/>
              <a:gd name="connsiteY26520" fmla="*/ 2695861 h 5017219"/>
              <a:gd name="connsiteX26521" fmla="*/ 4318363 w 5799173"/>
              <a:gd name="connsiteY26521" fmla="*/ 2695113 h 5017219"/>
              <a:gd name="connsiteX26522" fmla="*/ 4307563 w 5799173"/>
              <a:gd name="connsiteY26522" fmla="*/ 2676337 h 5017219"/>
              <a:gd name="connsiteX26523" fmla="*/ 4307563 w 5799173"/>
              <a:gd name="connsiteY26523" fmla="*/ 2674843 h 5017219"/>
              <a:gd name="connsiteX26524" fmla="*/ 4318363 w 5799173"/>
              <a:gd name="connsiteY26524" fmla="*/ 2656067 h 5017219"/>
              <a:gd name="connsiteX26525" fmla="*/ 4319693 w 5799173"/>
              <a:gd name="connsiteY26525" fmla="*/ 2655318 h 5017219"/>
              <a:gd name="connsiteX26526" fmla="*/ 4341376 w 5799173"/>
              <a:gd name="connsiteY26526" fmla="*/ 2655318 h 5017219"/>
              <a:gd name="connsiteX26527" fmla="*/ 4342705 w 5799173"/>
              <a:gd name="connsiteY26527" fmla="*/ 2656067 h 5017219"/>
              <a:gd name="connsiteX26528" fmla="*/ 4353506 w 5799173"/>
              <a:gd name="connsiteY26528" fmla="*/ 2674842 h 5017219"/>
              <a:gd name="connsiteX26529" fmla="*/ 4353506 w 5799173"/>
              <a:gd name="connsiteY26529" fmla="*/ 2676338 h 5017219"/>
              <a:gd name="connsiteX26530" fmla="*/ 4342705 w 5799173"/>
              <a:gd name="connsiteY26530" fmla="*/ 2695114 h 5017219"/>
              <a:gd name="connsiteX26531" fmla="*/ 4341376 w 5799173"/>
              <a:gd name="connsiteY26531" fmla="*/ 2695862 h 5017219"/>
              <a:gd name="connsiteX26532" fmla="*/ 4259505 w 5799173"/>
              <a:gd name="connsiteY26532" fmla="*/ 2679734 h 5017219"/>
              <a:gd name="connsiteX26533" fmla="*/ 4258177 w 5799173"/>
              <a:gd name="connsiteY26533" fmla="*/ 2678986 h 5017219"/>
              <a:gd name="connsiteX26534" fmla="*/ 4247377 w 5799173"/>
              <a:gd name="connsiteY26534" fmla="*/ 2660210 h 5017219"/>
              <a:gd name="connsiteX26535" fmla="*/ 4247377 w 5799173"/>
              <a:gd name="connsiteY26535" fmla="*/ 2658716 h 5017219"/>
              <a:gd name="connsiteX26536" fmla="*/ 4258177 w 5799173"/>
              <a:gd name="connsiteY26536" fmla="*/ 2639939 h 5017219"/>
              <a:gd name="connsiteX26537" fmla="*/ 4259506 w 5799173"/>
              <a:gd name="connsiteY26537" fmla="*/ 2639191 h 5017219"/>
              <a:gd name="connsiteX26538" fmla="*/ 4281189 w 5799173"/>
              <a:gd name="connsiteY26538" fmla="*/ 2639191 h 5017219"/>
              <a:gd name="connsiteX26539" fmla="*/ 4282519 w 5799173"/>
              <a:gd name="connsiteY26539" fmla="*/ 2639940 h 5017219"/>
              <a:gd name="connsiteX26540" fmla="*/ 4293320 w 5799173"/>
              <a:gd name="connsiteY26540" fmla="*/ 2658715 h 5017219"/>
              <a:gd name="connsiteX26541" fmla="*/ 4293320 w 5799173"/>
              <a:gd name="connsiteY26541" fmla="*/ 2660211 h 5017219"/>
              <a:gd name="connsiteX26542" fmla="*/ 4282518 w 5799173"/>
              <a:gd name="connsiteY26542" fmla="*/ 2678987 h 5017219"/>
              <a:gd name="connsiteX26543" fmla="*/ 4281190 w 5799173"/>
              <a:gd name="connsiteY26543" fmla="*/ 2679735 h 5017219"/>
              <a:gd name="connsiteX26544" fmla="*/ 4379703 w 5799173"/>
              <a:gd name="connsiteY26544" fmla="*/ 2712225 h 5017219"/>
              <a:gd name="connsiteX26545" fmla="*/ 4378373 w 5799173"/>
              <a:gd name="connsiteY26545" fmla="*/ 2711477 h 5017219"/>
              <a:gd name="connsiteX26546" fmla="*/ 4367490 w 5799173"/>
              <a:gd name="connsiteY26546" fmla="*/ 2692535 h 5017219"/>
              <a:gd name="connsiteX26547" fmla="*/ 4367490 w 5799173"/>
              <a:gd name="connsiteY26547" fmla="*/ 2690957 h 5017219"/>
              <a:gd name="connsiteX26548" fmla="*/ 4378456 w 5799173"/>
              <a:gd name="connsiteY26548" fmla="*/ 2672015 h 5017219"/>
              <a:gd name="connsiteX26549" fmla="*/ 4379786 w 5799173"/>
              <a:gd name="connsiteY26549" fmla="*/ 2671267 h 5017219"/>
              <a:gd name="connsiteX26550" fmla="*/ 4401636 w 5799173"/>
              <a:gd name="connsiteY26550" fmla="*/ 2671267 h 5017219"/>
              <a:gd name="connsiteX26551" fmla="*/ 4402965 w 5799173"/>
              <a:gd name="connsiteY26551" fmla="*/ 2672015 h 5017219"/>
              <a:gd name="connsiteX26552" fmla="*/ 4413848 w 5799173"/>
              <a:gd name="connsiteY26552" fmla="*/ 2690957 h 5017219"/>
              <a:gd name="connsiteX26553" fmla="*/ 4413848 w 5799173"/>
              <a:gd name="connsiteY26553" fmla="*/ 2692535 h 5017219"/>
              <a:gd name="connsiteX26554" fmla="*/ 4402882 w 5799173"/>
              <a:gd name="connsiteY26554" fmla="*/ 2711477 h 5017219"/>
              <a:gd name="connsiteX26555" fmla="*/ 4401552 w 5799173"/>
              <a:gd name="connsiteY26555" fmla="*/ 2712225 h 5017219"/>
              <a:gd name="connsiteX26556" fmla="*/ 4439807 w 5799173"/>
              <a:gd name="connsiteY26556" fmla="*/ 2728517 h 5017219"/>
              <a:gd name="connsiteX26557" fmla="*/ 4438477 w 5799173"/>
              <a:gd name="connsiteY26557" fmla="*/ 2727770 h 5017219"/>
              <a:gd name="connsiteX26558" fmla="*/ 4427428 w 5799173"/>
              <a:gd name="connsiteY26558" fmla="*/ 2708661 h 5017219"/>
              <a:gd name="connsiteX26559" fmla="*/ 4427428 w 5799173"/>
              <a:gd name="connsiteY26559" fmla="*/ 2707083 h 5017219"/>
              <a:gd name="connsiteX26560" fmla="*/ 4438477 w 5799173"/>
              <a:gd name="connsiteY26560" fmla="*/ 2687975 h 5017219"/>
              <a:gd name="connsiteX26561" fmla="*/ 4439807 w 5799173"/>
              <a:gd name="connsiteY26561" fmla="*/ 2687227 h 5017219"/>
              <a:gd name="connsiteX26562" fmla="*/ 4461906 w 5799173"/>
              <a:gd name="connsiteY26562" fmla="*/ 2687227 h 5017219"/>
              <a:gd name="connsiteX26563" fmla="*/ 4463235 w 5799173"/>
              <a:gd name="connsiteY26563" fmla="*/ 2687975 h 5017219"/>
              <a:gd name="connsiteX26564" fmla="*/ 4474285 w 5799173"/>
              <a:gd name="connsiteY26564" fmla="*/ 2707083 h 5017219"/>
              <a:gd name="connsiteX26565" fmla="*/ 4474285 w 5799173"/>
              <a:gd name="connsiteY26565" fmla="*/ 2708661 h 5017219"/>
              <a:gd name="connsiteX26566" fmla="*/ 4463235 w 5799173"/>
              <a:gd name="connsiteY26566" fmla="*/ 2727770 h 5017219"/>
              <a:gd name="connsiteX26567" fmla="*/ 4461906 w 5799173"/>
              <a:gd name="connsiteY26567" fmla="*/ 2728517 h 5017219"/>
              <a:gd name="connsiteX26568" fmla="*/ 3416497 w 5799173"/>
              <a:gd name="connsiteY26568" fmla="*/ 2454604 h 5017219"/>
              <a:gd name="connsiteX26569" fmla="*/ 3415168 w 5799173"/>
              <a:gd name="connsiteY26569" fmla="*/ 2453773 h 5017219"/>
              <a:gd name="connsiteX26570" fmla="*/ 3403952 w 5799173"/>
              <a:gd name="connsiteY26570" fmla="*/ 2434415 h 5017219"/>
              <a:gd name="connsiteX26571" fmla="*/ 3403952 w 5799173"/>
              <a:gd name="connsiteY26571" fmla="*/ 2432836 h 5017219"/>
              <a:gd name="connsiteX26572" fmla="*/ 3415168 w 5799173"/>
              <a:gd name="connsiteY26572" fmla="*/ 2413480 h 5017219"/>
              <a:gd name="connsiteX26573" fmla="*/ 3416497 w 5799173"/>
              <a:gd name="connsiteY26573" fmla="*/ 2412648 h 5017219"/>
              <a:gd name="connsiteX26574" fmla="*/ 3438845 w 5799173"/>
              <a:gd name="connsiteY26574" fmla="*/ 2412649 h 5017219"/>
              <a:gd name="connsiteX26575" fmla="*/ 3440175 w 5799173"/>
              <a:gd name="connsiteY26575" fmla="*/ 2413480 h 5017219"/>
              <a:gd name="connsiteX26576" fmla="*/ 3451390 w 5799173"/>
              <a:gd name="connsiteY26576" fmla="*/ 2432837 h 5017219"/>
              <a:gd name="connsiteX26577" fmla="*/ 3451390 w 5799173"/>
              <a:gd name="connsiteY26577" fmla="*/ 2434416 h 5017219"/>
              <a:gd name="connsiteX26578" fmla="*/ 3440175 w 5799173"/>
              <a:gd name="connsiteY26578" fmla="*/ 2453773 h 5017219"/>
              <a:gd name="connsiteX26579" fmla="*/ 3438845 w 5799173"/>
              <a:gd name="connsiteY26579" fmla="*/ 2454604 h 5017219"/>
              <a:gd name="connsiteX26580" fmla="*/ 4499825 w 5799173"/>
              <a:gd name="connsiteY26580" fmla="*/ 2745071 h 5017219"/>
              <a:gd name="connsiteX26581" fmla="*/ 4498413 w 5799173"/>
              <a:gd name="connsiteY26581" fmla="*/ 2744240 h 5017219"/>
              <a:gd name="connsiteX26582" fmla="*/ 4487197 w 5799173"/>
              <a:gd name="connsiteY26582" fmla="*/ 2724800 h 5017219"/>
              <a:gd name="connsiteX26583" fmla="*/ 4487197 w 5799173"/>
              <a:gd name="connsiteY26583" fmla="*/ 2723221 h 5017219"/>
              <a:gd name="connsiteX26584" fmla="*/ 4498413 w 5799173"/>
              <a:gd name="connsiteY26584" fmla="*/ 2703781 h 5017219"/>
              <a:gd name="connsiteX26585" fmla="*/ 4499825 w 5799173"/>
              <a:gd name="connsiteY26585" fmla="*/ 2702950 h 5017219"/>
              <a:gd name="connsiteX26586" fmla="*/ 4522340 w 5799173"/>
              <a:gd name="connsiteY26586" fmla="*/ 2702950 h 5017219"/>
              <a:gd name="connsiteX26587" fmla="*/ 4523752 w 5799173"/>
              <a:gd name="connsiteY26587" fmla="*/ 2703781 h 5017219"/>
              <a:gd name="connsiteX26588" fmla="*/ 4534967 w 5799173"/>
              <a:gd name="connsiteY26588" fmla="*/ 2723221 h 5017219"/>
              <a:gd name="connsiteX26589" fmla="*/ 4534967 w 5799173"/>
              <a:gd name="connsiteY26589" fmla="*/ 2724800 h 5017219"/>
              <a:gd name="connsiteX26590" fmla="*/ 4523752 w 5799173"/>
              <a:gd name="connsiteY26590" fmla="*/ 2744240 h 5017219"/>
              <a:gd name="connsiteX26591" fmla="*/ 4522340 w 5799173"/>
              <a:gd name="connsiteY26591" fmla="*/ 2745071 h 5017219"/>
              <a:gd name="connsiteX26592" fmla="*/ 4560011 w 5799173"/>
              <a:gd name="connsiteY26592" fmla="*/ 2761197 h 5017219"/>
              <a:gd name="connsiteX26593" fmla="*/ 4558599 w 5799173"/>
              <a:gd name="connsiteY26593" fmla="*/ 2760366 h 5017219"/>
              <a:gd name="connsiteX26594" fmla="*/ 4547383 w 5799173"/>
              <a:gd name="connsiteY26594" fmla="*/ 2740926 h 5017219"/>
              <a:gd name="connsiteX26595" fmla="*/ 4547383 w 5799173"/>
              <a:gd name="connsiteY26595" fmla="*/ 2739347 h 5017219"/>
              <a:gd name="connsiteX26596" fmla="*/ 4558599 w 5799173"/>
              <a:gd name="connsiteY26596" fmla="*/ 2719907 h 5017219"/>
              <a:gd name="connsiteX26597" fmla="*/ 4560011 w 5799173"/>
              <a:gd name="connsiteY26597" fmla="*/ 2719076 h 5017219"/>
              <a:gd name="connsiteX26598" fmla="*/ 4582526 w 5799173"/>
              <a:gd name="connsiteY26598" fmla="*/ 2719076 h 5017219"/>
              <a:gd name="connsiteX26599" fmla="*/ 4583938 w 5799173"/>
              <a:gd name="connsiteY26599" fmla="*/ 2719907 h 5017219"/>
              <a:gd name="connsiteX26600" fmla="*/ 4595153 w 5799173"/>
              <a:gd name="connsiteY26600" fmla="*/ 2739347 h 5017219"/>
              <a:gd name="connsiteX26601" fmla="*/ 4595153 w 5799173"/>
              <a:gd name="connsiteY26601" fmla="*/ 2740926 h 5017219"/>
              <a:gd name="connsiteX26602" fmla="*/ 4583938 w 5799173"/>
              <a:gd name="connsiteY26602" fmla="*/ 2760366 h 5017219"/>
              <a:gd name="connsiteX26603" fmla="*/ 4582526 w 5799173"/>
              <a:gd name="connsiteY26603" fmla="*/ 2761197 h 5017219"/>
              <a:gd name="connsiteX26604" fmla="*/ 3235771 w 5799173"/>
              <a:gd name="connsiteY26604" fmla="*/ 2406649 h 5017219"/>
              <a:gd name="connsiteX26605" fmla="*/ 3234358 w 5799173"/>
              <a:gd name="connsiteY26605" fmla="*/ 2405818 h 5017219"/>
              <a:gd name="connsiteX26606" fmla="*/ 3222976 w 5799173"/>
              <a:gd name="connsiteY26606" fmla="*/ 2386045 h 5017219"/>
              <a:gd name="connsiteX26607" fmla="*/ 3222976 w 5799173"/>
              <a:gd name="connsiteY26607" fmla="*/ 2384467 h 5017219"/>
              <a:gd name="connsiteX26608" fmla="*/ 3234358 w 5799173"/>
              <a:gd name="connsiteY26608" fmla="*/ 2364694 h 5017219"/>
              <a:gd name="connsiteX26609" fmla="*/ 3235771 w 5799173"/>
              <a:gd name="connsiteY26609" fmla="*/ 2363863 h 5017219"/>
              <a:gd name="connsiteX26610" fmla="*/ 3258534 w 5799173"/>
              <a:gd name="connsiteY26610" fmla="*/ 2363863 h 5017219"/>
              <a:gd name="connsiteX26611" fmla="*/ 3259947 w 5799173"/>
              <a:gd name="connsiteY26611" fmla="*/ 2364694 h 5017219"/>
              <a:gd name="connsiteX26612" fmla="*/ 3271328 w 5799173"/>
              <a:gd name="connsiteY26612" fmla="*/ 2384467 h 5017219"/>
              <a:gd name="connsiteX26613" fmla="*/ 3271328 w 5799173"/>
              <a:gd name="connsiteY26613" fmla="*/ 2386045 h 5017219"/>
              <a:gd name="connsiteX26614" fmla="*/ 3259947 w 5799173"/>
              <a:gd name="connsiteY26614" fmla="*/ 2405818 h 5017219"/>
              <a:gd name="connsiteX26615" fmla="*/ 3258534 w 5799173"/>
              <a:gd name="connsiteY26615" fmla="*/ 2406649 h 5017219"/>
              <a:gd name="connsiteX26616" fmla="*/ 3295876 w 5799173"/>
              <a:gd name="connsiteY26616" fmla="*/ 2422848 h 5017219"/>
              <a:gd name="connsiteX26617" fmla="*/ 3294463 w 5799173"/>
              <a:gd name="connsiteY26617" fmla="*/ 2422017 h 5017219"/>
              <a:gd name="connsiteX26618" fmla="*/ 3282998 w 5799173"/>
              <a:gd name="connsiteY26618" fmla="*/ 2402161 h 5017219"/>
              <a:gd name="connsiteX26619" fmla="*/ 3282998 w 5799173"/>
              <a:gd name="connsiteY26619" fmla="*/ 2400583 h 5017219"/>
              <a:gd name="connsiteX26620" fmla="*/ 3294463 w 5799173"/>
              <a:gd name="connsiteY26620" fmla="*/ 2380727 h 5017219"/>
              <a:gd name="connsiteX26621" fmla="*/ 3295876 w 5799173"/>
              <a:gd name="connsiteY26621" fmla="*/ 2379896 h 5017219"/>
              <a:gd name="connsiteX26622" fmla="*/ 3318722 w 5799173"/>
              <a:gd name="connsiteY26622" fmla="*/ 2379896 h 5017219"/>
              <a:gd name="connsiteX26623" fmla="*/ 3320135 w 5799173"/>
              <a:gd name="connsiteY26623" fmla="*/ 2380727 h 5017219"/>
              <a:gd name="connsiteX26624" fmla="*/ 3331599 w 5799173"/>
              <a:gd name="connsiteY26624" fmla="*/ 2400583 h 5017219"/>
              <a:gd name="connsiteX26625" fmla="*/ 3331599 w 5799173"/>
              <a:gd name="connsiteY26625" fmla="*/ 2402161 h 5017219"/>
              <a:gd name="connsiteX26626" fmla="*/ 3320135 w 5799173"/>
              <a:gd name="connsiteY26626" fmla="*/ 2422017 h 5017219"/>
              <a:gd name="connsiteX26627" fmla="*/ 3318722 w 5799173"/>
              <a:gd name="connsiteY26627" fmla="*/ 2422848 h 5017219"/>
              <a:gd name="connsiteX26628" fmla="*/ 3536627 w 5799173"/>
              <a:gd name="connsiteY26628" fmla="*/ 2487460 h 5017219"/>
              <a:gd name="connsiteX26629" fmla="*/ 3535214 w 5799173"/>
              <a:gd name="connsiteY26629" fmla="*/ 2486629 h 5017219"/>
              <a:gd name="connsiteX26630" fmla="*/ 3523750 w 5799173"/>
              <a:gd name="connsiteY26630" fmla="*/ 2466690 h 5017219"/>
              <a:gd name="connsiteX26631" fmla="*/ 3523750 w 5799173"/>
              <a:gd name="connsiteY26631" fmla="*/ 2465029 h 5017219"/>
              <a:gd name="connsiteX26632" fmla="*/ 3535215 w 5799173"/>
              <a:gd name="connsiteY26632" fmla="*/ 2445090 h 5017219"/>
              <a:gd name="connsiteX26633" fmla="*/ 3536627 w 5799173"/>
              <a:gd name="connsiteY26633" fmla="*/ 2444259 h 5017219"/>
              <a:gd name="connsiteX26634" fmla="*/ 3559641 w 5799173"/>
              <a:gd name="connsiteY26634" fmla="*/ 2444259 h 5017219"/>
              <a:gd name="connsiteX26635" fmla="*/ 3561053 w 5799173"/>
              <a:gd name="connsiteY26635" fmla="*/ 2445090 h 5017219"/>
              <a:gd name="connsiteX26636" fmla="*/ 3572518 w 5799173"/>
              <a:gd name="connsiteY26636" fmla="*/ 2465029 h 5017219"/>
              <a:gd name="connsiteX26637" fmla="*/ 3572518 w 5799173"/>
              <a:gd name="connsiteY26637" fmla="*/ 2466690 h 5017219"/>
              <a:gd name="connsiteX26638" fmla="*/ 3561053 w 5799173"/>
              <a:gd name="connsiteY26638" fmla="*/ 2486629 h 5017219"/>
              <a:gd name="connsiteX26639" fmla="*/ 3559641 w 5799173"/>
              <a:gd name="connsiteY26639" fmla="*/ 2487460 h 5017219"/>
              <a:gd name="connsiteX26640" fmla="*/ 3656814 w 5799173"/>
              <a:gd name="connsiteY26640" fmla="*/ 2519949 h 5017219"/>
              <a:gd name="connsiteX26641" fmla="*/ 3655401 w 5799173"/>
              <a:gd name="connsiteY26641" fmla="*/ 2519119 h 5017219"/>
              <a:gd name="connsiteX26642" fmla="*/ 3643853 w 5799173"/>
              <a:gd name="connsiteY26642" fmla="*/ 2499014 h 5017219"/>
              <a:gd name="connsiteX26643" fmla="*/ 3643853 w 5799173"/>
              <a:gd name="connsiteY26643" fmla="*/ 2497352 h 5017219"/>
              <a:gd name="connsiteX26644" fmla="*/ 3655484 w 5799173"/>
              <a:gd name="connsiteY26644" fmla="*/ 2477247 h 5017219"/>
              <a:gd name="connsiteX26645" fmla="*/ 3656897 w 5799173"/>
              <a:gd name="connsiteY26645" fmla="*/ 2476416 h 5017219"/>
              <a:gd name="connsiteX26646" fmla="*/ 3680076 w 5799173"/>
              <a:gd name="connsiteY26646" fmla="*/ 2476416 h 5017219"/>
              <a:gd name="connsiteX26647" fmla="*/ 3681488 w 5799173"/>
              <a:gd name="connsiteY26647" fmla="*/ 2477247 h 5017219"/>
              <a:gd name="connsiteX26648" fmla="*/ 3693036 w 5799173"/>
              <a:gd name="connsiteY26648" fmla="*/ 2497352 h 5017219"/>
              <a:gd name="connsiteX26649" fmla="*/ 3693037 w 5799173"/>
              <a:gd name="connsiteY26649" fmla="*/ 2499014 h 5017219"/>
              <a:gd name="connsiteX26650" fmla="*/ 3681405 w 5799173"/>
              <a:gd name="connsiteY26650" fmla="*/ 2519119 h 5017219"/>
              <a:gd name="connsiteX26651" fmla="*/ 3679993 w 5799173"/>
              <a:gd name="connsiteY26651" fmla="*/ 2519949 h 5017219"/>
              <a:gd name="connsiteX26652" fmla="*/ 3476255 w 5799173"/>
              <a:gd name="connsiteY26652" fmla="*/ 2471654 h 5017219"/>
              <a:gd name="connsiteX26653" fmla="*/ 3474842 w 5799173"/>
              <a:gd name="connsiteY26653" fmla="*/ 2470823 h 5017219"/>
              <a:gd name="connsiteX26654" fmla="*/ 3463212 w 5799173"/>
              <a:gd name="connsiteY26654" fmla="*/ 2450635 h 5017219"/>
              <a:gd name="connsiteX26655" fmla="*/ 3463212 w 5799173"/>
              <a:gd name="connsiteY26655" fmla="*/ 2448973 h 5017219"/>
              <a:gd name="connsiteX26656" fmla="*/ 3474843 w 5799173"/>
              <a:gd name="connsiteY26656" fmla="*/ 2428785 h 5017219"/>
              <a:gd name="connsiteX26657" fmla="*/ 3476255 w 5799173"/>
              <a:gd name="connsiteY26657" fmla="*/ 2427954 h 5017219"/>
              <a:gd name="connsiteX26658" fmla="*/ 3499517 w 5799173"/>
              <a:gd name="connsiteY26658" fmla="*/ 2427954 h 5017219"/>
              <a:gd name="connsiteX26659" fmla="*/ 3500929 w 5799173"/>
              <a:gd name="connsiteY26659" fmla="*/ 2428785 h 5017219"/>
              <a:gd name="connsiteX26660" fmla="*/ 3512561 w 5799173"/>
              <a:gd name="connsiteY26660" fmla="*/ 2448973 h 5017219"/>
              <a:gd name="connsiteX26661" fmla="*/ 3512561 w 5799173"/>
              <a:gd name="connsiteY26661" fmla="*/ 2450635 h 5017219"/>
              <a:gd name="connsiteX26662" fmla="*/ 3500930 w 5799173"/>
              <a:gd name="connsiteY26662" fmla="*/ 2470823 h 5017219"/>
              <a:gd name="connsiteX26663" fmla="*/ 3499518 w 5799173"/>
              <a:gd name="connsiteY26663" fmla="*/ 2471654 h 5017219"/>
              <a:gd name="connsiteX26664" fmla="*/ 3596275 w 5799173"/>
              <a:gd name="connsiteY26664" fmla="*/ 2504486 h 5017219"/>
              <a:gd name="connsiteX26665" fmla="*/ 3594780 w 5799173"/>
              <a:gd name="connsiteY26665" fmla="*/ 2503655 h 5017219"/>
              <a:gd name="connsiteX26666" fmla="*/ 3582816 w 5799173"/>
              <a:gd name="connsiteY26666" fmla="*/ 2482968 h 5017219"/>
              <a:gd name="connsiteX26667" fmla="*/ 3582816 w 5799173"/>
              <a:gd name="connsiteY26667" fmla="*/ 2481307 h 5017219"/>
              <a:gd name="connsiteX26668" fmla="*/ 3594780 w 5799173"/>
              <a:gd name="connsiteY26668" fmla="*/ 2460620 h 5017219"/>
              <a:gd name="connsiteX26669" fmla="*/ 3596275 w 5799173"/>
              <a:gd name="connsiteY26669" fmla="*/ 2459789 h 5017219"/>
              <a:gd name="connsiteX26670" fmla="*/ 3620202 w 5799173"/>
              <a:gd name="connsiteY26670" fmla="*/ 2459789 h 5017219"/>
              <a:gd name="connsiteX26671" fmla="*/ 3621697 w 5799173"/>
              <a:gd name="connsiteY26671" fmla="*/ 2460620 h 5017219"/>
              <a:gd name="connsiteX26672" fmla="*/ 3633661 w 5799173"/>
              <a:gd name="connsiteY26672" fmla="*/ 2481307 h 5017219"/>
              <a:gd name="connsiteX26673" fmla="*/ 3633661 w 5799173"/>
              <a:gd name="connsiteY26673" fmla="*/ 2482968 h 5017219"/>
              <a:gd name="connsiteX26674" fmla="*/ 3621697 w 5799173"/>
              <a:gd name="connsiteY26674" fmla="*/ 2503655 h 5017219"/>
              <a:gd name="connsiteX26675" fmla="*/ 3620202 w 5799173"/>
              <a:gd name="connsiteY26675" fmla="*/ 2504486 h 5017219"/>
              <a:gd name="connsiteX26676" fmla="*/ 4619367 w 5799173"/>
              <a:gd name="connsiteY26676" fmla="*/ 2778809 h 5017219"/>
              <a:gd name="connsiteX26677" fmla="*/ 4617872 w 5799173"/>
              <a:gd name="connsiteY26677" fmla="*/ 2777978 h 5017219"/>
              <a:gd name="connsiteX26678" fmla="*/ 4605825 w 5799173"/>
              <a:gd name="connsiteY26678" fmla="*/ 2757125 h 5017219"/>
              <a:gd name="connsiteX26679" fmla="*/ 4605825 w 5799173"/>
              <a:gd name="connsiteY26679" fmla="*/ 2755381 h 5017219"/>
              <a:gd name="connsiteX26680" fmla="*/ 4617872 w 5799173"/>
              <a:gd name="connsiteY26680" fmla="*/ 2734528 h 5017219"/>
              <a:gd name="connsiteX26681" fmla="*/ 4619367 w 5799173"/>
              <a:gd name="connsiteY26681" fmla="*/ 2733697 h 5017219"/>
              <a:gd name="connsiteX26682" fmla="*/ 4643460 w 5799173"/>
              <a:gd name="connsiteY26682" fmla="*/ 2733697 h 5017219"/>
              <a:gd name="connsiteX26683" fmla="*/ 4644956 w 5799173"/>
              <a:gd name="connsiteY26683" fmla="*/ 2734529 h 5017219"/>
              <a:gd name="connsiteX26684" fmla="*/ 4657002 w 5799173"/>
              <a:gd name="connsiteY26684" fmla="*/ 2755381 h 5017219"/>
              <a:gd name="connsiteX26685" fmla="*/ 4657002 w 5799173"/>
              <a:gd name="connsiteY26685" fmla="*/ 2757125 h 5017219"/>
              <a:gd name="connsiteX26686" fmla="*/ 4644956 w 5799173"/>
              <a:gd name="connsiteY26686" fmla="*/ 2777978 h 5017219"/>
              <a:gd name="connsiteX26687" fmla="*/ 4643460 w 5799173"/>
              <a:gd name="connsiteY26687" fmla="*/ 2778809 h 5017219"/>
              <a:gd name="connsiteX26688" fmla="*/ 3355373 w 5799173"/>
              <a:gd name="connsiteY26688" fmla="*/ 2440321 h 5017219"/>
              <a:gd name="connsiteX26689" fmla="*/ 3353878 w 5799173"/>
              <a:gd name="connsiteY26689" fmla="*/ 2439490 h 5017219"/>
              <a:gd name="connsiteX26690" fmla="*/ 3341748 w 5799173"/>
              <a:gd name="connsiteY26690" fmla="*/ 2418471 h 5017219"/>
              <a:gd name="connsiteX26691" fmla="*/ 3341748 w 5799173"/>
              <a:gd name="connsiteY26691" fmla="*/ 2416728 h 5017219"/>
              <a:gd name="connsiteX26692" fmla="*/ 3353878 w 5799173"/>
              <a:gd name="connsiteY26692" fmla="*/ 2395709 h 5017219"/>
              <a:gd name="connsiteX26693" fmla="*/ 3355373 w 5799173"/>
              <a:gd name="connsiteY26693" fmla="*/ 2394877 h 5017219"/>
              <a:gd name="connsiteX26694" fmla="*/ 3379715 w 5799173"/>
              <a:gd name="connsiteY26694" fmla="*/ 2394878 h 5017219"/>
              <a:gd name="connsiteX26695" fmla="*/ 3381211 w 5799173"/>
              <a:gd name="connsiteY26695" fmla="*/ 2395709 h 5017219"/>
              <a:gd name="connsiteX26696" fmla="*/ 3393340 w 5799173"/>
              <a:gd name="connsiteY26696" fmla="*/ 2416728 h 5017219"/>
              <a:gd name="connsiteX26697" fmla="*/ 3393340 w 5799173"/>
              <a:gd name="connsiteY26697" fmla="*/ 2418471 h 5017219"/>
              <a:gd name="connsiteX26698" fmla="*/ 3381211 w 5799173"/>
              <a:gd name="connsiteY26698" fmla="*/ 2439490 h 5017219"/>
              <a:gd name="connsiteX26699" fmla="*/ 3379715 w 5799173"/>
              <a:gd name="connsiteY26699" fmla="*/ 2440322 h 5017219"/>
              <a:gd name="connsiteX26700" fmla="*/ 3114483 w 5799173"/>
              <a:gd name="connsiteY26700" fmla="*/ 2375974 h 5017219"/>
              <a:gd name="connsiteX26701" fmla="*/ 3112988 w 5799173"/>
              <a:gd name="connsiteY26701" fmla="*/ 2375143 h 5017219"/>
              <a:gd name="connsiteX26702" fmla="*/ 3100775 w 5799173"/>
              <a:gd name="connsiteY26702" fmla="*/ 2353875 h 5017219"/>
              <a:gd name="connsiteX26703" fmla="*/ 3100775 w 5799173"/>
              <a:gd name="connsiteY26703" fmla="*/ 2352130 h 5017219"/>
              <a:gd name="connsiteX26704" fmla="*/ 3113071 w 5799173"/>
              <a:gd name="connsiteY26704" fmla="*/ 2330862 h 5017219"/>
              <a:gd name="connsiteX26705" fmla="*/ 3114566 w 5799173"/>
              <a:gd name="connsiteY26705" fmla="*/ 2330031 h 5017219"/>
              <a:gd name="connsiteX26706" fmla="*/ 3139075 w 5799173"/>
              <a:gd name="connsiteY26706" fmla="*/ 2330031 h 5017219"/>
              <a:gd name="connsiteX26707" fmla="*/ 3140570 w 5799173"/>
              <a:gd name="connsiteY26707" fmla="*/ 2330862 h 5017219"/>
              <a:gd name="connsiteX26708" fmla="*/ 3152783 w 5799173"/>
              <a:gd name="connsiteY26708" fmla="*/ 2352130 h 5017219"/>
              <a:gd name="connsiteX26709" fmla="*/ 3152783 w 5799173"/>
              <a:gd name="connsiteY26709" fmla="*/ 2353875 h 5017219"/>
              <a:gd name="connsiteX26710" fmla="*/ 3140487 w 5799173"/>
              <a:gd name="connsiteY26710" fmla="*/ 2375143 h 5017219"/>
              <a:gd name="connsiteX26711" fmla="*/ 3138992 w 5799173"/>
              <a:gd name="connsiteY26711" fmla="*/ 2375974 h 5017219"/>
              <a:gd name="connsiteX26712" fmla="*/ 340655 w 5799173"/>
              <a:gd name="connsiteY26712" fmla="*/ 1670014 h 5017219"/>
              <a:gd name="connsiteX26713" fmla="*/ 340239 w 5799173"/>
              <a:gd name="connsiteY26713" fmla="*/ 1669764 h 5017219"/>
              <a:gd name="connsiteX26714" fmla="*/ 336666 w 5799173"/>
              <a:gd name="connsiteY26714" fmla="*/ 1663616 h 5017219"/>
              <a:gd name="connsiteX26715" fmla="*/ 336666 w 5799173"/>
              <a:gd name="connsiteY26715" fmla="*/ 1663118 h 5017219"/>
              <a:gd name="connsiteX26716" fmla="*/ 340238 w 5799173"/>
              <a:gd name="connsiteY26716" fmla="*/ 1656970 h 5017219"/>
              <a:gd name="connsiteX26717" fmla="*/ 340655 w 5799173"/>
              <a:gd name="connsiteY26717" fmla="*/ 1656721 h 5017219"/>
              <a:gd name="connsiteX26718" fmla="*/ 347798 w 5799173"/>
              <a:gd name="connsiteY26718" fmla="*/ 1656721 h 5017219"/>
              <a:gd name="connsiteX26719" fmla="*/ 348214 w 5799173"/>
              <a:gd name="connsiteY26719" fmla="*/ 1656970 h 5017219"/>
              <a:gd name="connsiteX26720" fmla="*/ 351787 w 5799173"/>
              <a:gd name="connsiteY26720" fmla="*/ 1663118 h 5017219"/>
              <a:gd name="connsiteX26721" fmla="*/ 351787 w 5799173"/>
              <a:gd name="connsiteY26721" fmla="*/ 1663616 h 5017219"/>
              <a:gd name="connsiteX26722" fmla="*/ 348215 w 5799173"/>
              <a:gd name="connsiteY26722" fmla="*/ 1669764 h 5017219"/>
              <a:gd name="connsiteX26723" fmla="*/ 347798 w 5799173"/>
              <a:gd name="connsiteY26723" fmla="*/ 1670013 h 5017219"/>
              <a:gd name="connsiteX26724" fmla="*/ 397350 w 5799173"/>
              <a:gd name="connsiteY26724" fmla="*/ 1692704 h 5017219"/>
              <a:gd name="connsiteX26725" fmla="*/ 396518 w 5799173"/>
              <a:gd name="connsiteY26725" fmla="*/ 1692206 h 5017219"/>
              <a:gd name="connsiteX26726" fmla="*/ 389458 w 5799173"/>
              <a:gd name="connsiteY26726" fmla="*/ 1679993 h 5017219"/>
              <a:gd name="connsiteX26727" fmla="*/ 389458 w 5799173"/>
              <a:gd name="connsiteY26727" fmla="*/ 1678996 h 5017219"/>
              <a:gd name="connsiteX26728" fmla="*/ 396518 w 5799173"/>
              <a:gd name="connsiteY26728" fmla="*/ 1666783 h 5017219"/>
              <a:gd name="connsiteX26729" fmla="*/ 397351 w 5799173"/>
              <a:gd name="connsiteY26729" fmla="*/ 1666285 h 5017219"/>
              <a:gd name="connsiteX26730" fmla="*/ 411473 w 5799173"/>
              <a:gd name="connsiteY26730" fmla="*/ 1666285 h 5017219"/>
              <a:gd name="connsiteX26731" fmla="*/ 412304 w 5799173"/>
              <a:gd name="connsiteY26731" fmla="*/ 1666783 h 5017219"/>
              <a:gd name="connsiteX26732" fmla="*/ 419365 w 5799173"/>
              <a:gd name="connsiteY26732" fmla="*/ 1678996 h 5017219"/>
              <a:gd name="connsiteX26733" fmla="*/ 419365 w 5799173"/>
              <a:gd name="connsiteY26733" fmla="*/ 1679993 h 5017219"/>
              <a:gd name="connsiteX26734" fmla="*/ 412304 w 5799173"/>
              <a:gd name="connsiteY26734" fmla="*/ 1692206 h 5017219"/>
              <a:gd name="connsiteX26735" fmla="*/ 411473 w 5799173"/>
              <a:gd name="connsiteY26735" fmla="*/ 1692704 h 5017219"/>
              <a:gd name="connsiteX26736" fmla="*/ 4851048 w 5799173"/>
              <a:gd name="connsiteY26736" fmla="*/ 2886352 h 5017219"/>
              <a:gd name="connsiteX26737" fmla="*/ 4850134 w 5799173"/>
              <a:gd name="connsiteY26737" fmla="*/ 2885853 h 5017219"/>
              <a:gd name="connsiteX26738" fmla="*/ 4842989 w 5799173"/>
              <a:gd name="connsiteY26738" fmla="*/ 2873391 h 5017219"/>
              <a:gd name="connsiteX26739" fmla="*/ 4842989 w 5799173"/>
              <a:gd name="connsiteY26739" fmla="*/ 2872394 h 5017219"/>
              <a:gd name="connsiteX26740" fmla="*/ 4850134 w 5799173"/>
              <a:gd name="connsiteY26740" fmla="*/ 2859932 h 5017219"/>
              <a:gd name="connsiteX26741" fmla="*/ 4851048 w 5799173"/>
              <a:gd name="connsiteY26741" fmla="*/ 2859434 h 5017219"/>
              <a:gd name="connsiteX26742" fmla="*/ 4865421 w 5799173"/>
              <a:gd name="connsiteY26742" fmla="*/ 2859434 h 5017219"/>
              <a:gd name="connsiteX26743" fmla="*/ 4866334 w 5799173"/>
              <a:gd name="connsiteY26743" fmla="*/ 2859932 h 5017219"/>
              <a:gd name="connsiteX26744" fmla="*/ 4873479 w 5799173"/>
              <a:gd name="connsiteY26744" fmla="*/ 2872394 h 5017219"/>
              <a:gd name="connsiteX26745" fmla="*/ 4873479 w 5799173"/>
              <a:gd name="connsiteY26745" fmla="*/ 2873391 h 5017219"/>
              <a:gd name="connsiteX26746" fmla="*/ 4866334 w 5799173"/>
              <a:gd name="connsiteY26746" fmla="*/ 2885853 h 5017219"/>
              <a:gd name="connsiteX26747" fmla="*/ 4865420 w 5799173"/>
              <a:gd name="connsiteY26747" fmla="*/ 2886352 h 5017219"/>
              <a:gd name="connsiteX26748" fmla="*/ 457216 w 5799173"/>
              <a:gd name="connsiteY26748" fmla="*/ 1709415 h 5017219"/>
              <a:gd name="connsiteX26749" fmla="*/ 456302 w 5799173"/>
              <a:gd name="connsiteY26749" fmla="*/ 1708915 h 5017219"/>
              <a:gd name="connsiteX26750" fmla="*/ 448908 w 5799173"/>
              <a:gd name="connsiteY26750" fmla="*/ 1696122 h 5017219"/>
              <a:gd name="connsiteX26751" fmla="*/ 448908 w 5799173"/>
              <a:gd name="connsiteY26751" fmla="*/ 1695041 h 5017219"/>
              <a:gd name="connsiteX26752" fmla="*/ 456302 w 5799173"/>
              <a:gd name="connsiteY26752" fmla="*/ 1682247 h 5017219"/>
              <a:gd name="connsiteX26753" fmla="*/ 457216 w 5799173"/>
              <a:gd name="connsiteY26753" fmla="*/ 1681749 h 5017219"/>
              <a:gd name="connsiteX26754" fmla="*/ 472004 w 5799173"/>
              <a:gd name="connsiteY26754" fmla="*/ 1681749 h 5017219"/>
              <a:gd name="connsiteX26755" fmla="*/ 472918 w 5799173"/>
              <a:gd name="connsiteY26755" fmla="*/ 1682247 h 5017219"/>
              <a:gd name="connsiteX26756" fmla="*/ 480312 w 5799173"/>
              <a:gd name="connsiteY26756" fmla="*/ 1695041 h 5017219"/>
              <a:gd name="connsiteX26757" fmla="*/ 480312 w 5799173"/>
              <a:gd name="connsiteY26757" fmla="*/ 1696122 h 5017219"/>
              <a:gd name="connsiteX26758" fmla="*/ 472918 w 5799173"/>
              <a:gd name="connsiteY26758" fmla="*/ 1708916 h 5017219"/>
              <a:gd name="connsiteX26759" fmla="*/ 472004 w 5799173"/>
              <a:gd name="connsiteY26759" fmla="*/ 1709414 h 5017219"/>
              <a:gd name="connsiteX26760" fmla="*/ 1118609 w 5799173"/>
              <a:gd name="connsiteY26760" fmla="*/ 1888151 h 5017219"/>
              <a:gd name="connsiteX26761" fmla="*/ 1117612 w 5799173"/>
              <a:gd name="connsiteY26761" fmla="*/ 1887569 h 5017219"/>
              <a:gd name="connsiteX26762" fmla="*/ 1109553 w 5799173"/>
              <a:gd name="connsiteY26762" fmla="*/ 1873529 h 5017219"/>
              <a:gd name="connsiteX26763" fmla="*/ 1109553 w 5799173"/>
              <a:gd name="connsiteY26763" fmla="*/ 1872366 h 5017219"/>
              <a:gd name="connsiteX26764" fmla="*/ 1117611 w 5799173"/>
              <a:gd name="connsiteY26764" fmla="*/ 1858326 h 5017219"/>
              <a:gd name="connsiteX26765" fmla="*/ 1118609 w 5799173"/>
              <a:gd name="connsiteY26765" fmla="*/ 1857744 h 5017219"/>
              <a:gd name="connsiteX26766" fmla="*/ 1134809 w 5799173"/>
              <a:gd name="connsiteY26766" fmla="*/ 1857744 h 5017219"/>
              <a:gd name="connsiteX26767" fmla="*/ 1135805 w 5799173"/>
              <a:gd name="connsiteY26767" fmla="*/ 1858326 h 5017219"/>
              <a:gd name="connsiteX26768" fmla="*/ 1143864 w 5799173"/>
              <a:gd name="connsiteY26768" fmla="*/ 1872366 h 5017219"/>
              <a:gd name="connsiteX26769" fmla="*/ 1143864 w 5799173"/>
              <a:gd name="connsiteY26769" fmla="*/ 1873529 h 5017219"/>
              <a:gd name="connsiteX26770" fmla="*/ 1135806 w 5799173"/>
              <a:gd name="connsiteY26770" fmla="*/ 1887569 h 5017219"/>
              <a:gd name="connsiteX26771" fmla="*/ 1134809 w 5799173"/>
              <a:gd name="connsiteY26771" fmla="*/ 1888151 h 5017219"/>
              <a:gd name="connsiteX26772" fmla="*/ 2743533 w 5799173"/>
              <a:gd name="connsiteY26772" fmla="*/ 2323728 h 5017219"/>
              <a:gd name="connsiteX26773" fmla="*/ 2742536 w 5799173"/>
              <a:gd name="connsiteY26773" fmla="*/ 2323146 h 5017219"/>
              <a:gd name="connsiteX26774" fmla="*/ 2734395 w 5799173"/>
              <a:gd name="connsiteY26774" fmla="*/ 2309023 h 5017219"/>
              <a:gd name="connsiteX26775" fmla="*/ 2734395 w 5799173"/>
              <a:gd name="connsiteY26775" fmla="*/ 2307860 h 5017219"/>
              <a:gd name="connsiteX26776" fmla="*/ 2742536 w 5799173"/>
              <a:gd name="connsiteY26776" fmla="*/ 2293737 h 5017219"/>
              <a:gd name="connsiteX26777" fmla="*/ 2743533 w 5799173"/>
              <a:gd name="connsiteY26777" fmla="*/ 2293155 h 5017219"/>
              <a:gd name="connsiteX26778" fmla="*/ 2759817 w 5799173"/>
              <a:gd name="connsiteY26778" fmla="*/ 2293155 h 5017219"/>
              <a:gd name="connsiteX26779" fmla="*/ 2760814 w 5799173"/>
              <a:gd name="connsiteY26779" fmla="*/ 2293737 h 5017219"/>
              <a:gd name="connsiteX26780" fmla="*/ 2768955 w 5799173"/>
              <a:gd name="connsiteY26780" fmla="*/ 2307860 h 5017219"/>
              <a:gd name="connsiteX26781" fmla="*/ 2768955 w 5799173"/>
              <a:gd name="connsiteY26781" fmla="*/ 2309023 h 5017219"/>
              <a:gd name="connsiteX26782" fmla="*/ 2760814 w 5799173"/>
              <a:gd name="connsiteY26782" fmla="*/ 2323146 h 5017219"/>
              <a:gd name="connsiteX26783" fmla="*/ 2759817 w 5799173"/>
              <a:gd name="connsiteY26783" fmla="*/ 2323728 h 5017219"/>
              <a:gd name="connsiteX26784" fmla="*/ 1238795 w 5799173"/>
              <a:gd name="connsiteY26784" fmla="*/ 1920640 h 5017219"/>
              <a:gd name="connsiteX26785" fmla="*/ 1237798 w 5799173"/>
              <a:gd name="connsiteY26785" fmla="*/ 1920059 h 5017219"/>
              <a:gd name="connsiteX26786" fmla="*/ 1229656 w 5799173"/>
              <a:gd name="connsiteY26786" fmla="*/ 1905852 h 5017219"/>
              <a:gd name="connsiteX26787" fmla="*/ 1229656 w 5799173"/>
              <a:gd name="connsiteY26787" fmla="*/ 1904689 h 5017219"/>
              <a:gd name="connsiteX26788" fmla="*/ 1237881 w 5799173"/>
              <a:gd name="connsiteY26788" fmla="*/ 1890483 h 5017219"/>
              <a:gd name="connsiteX26789" fmla="*/ 1238878 w 5799173"/>
              <a:gd name="connsiteY26789" fmla="*/ 1889901 h 5017219"/>
              <a:gd name="connsiteX26790" fmla="*/ 1255244 w 5799173"/>
              <a:gd name="connsiteY26790" fmla="*/ 1889901 h 5017219"/>
              <a:gd name="connsiteX26791" fmla="*/ 1256241 w 5799173"/>
              <a:gd name="connsiteY26791" fmla="*/ 1890483 h 5017219"/>
              <a:gd name="connsiteX26792" fmla="*/ 1264383 w 5799173"/>
              <a:gd name="connsiteY26792" fmla="*/ 1904689 h 5017219"/>
              <a:gd name="connsiteX26793" fmla="*/ 1264383 w 5799173"/>
              <a:gd name="connsiteY26793" fmla="*/ 1905852 h 5017219"/>
              <a:gd name="connsiteX26794" fmla="*/ 1256158 w 5799173"/>
              <a:gd name="connsiteY26794" fmla="*/ 1920059 h 5017219"/>
              <a:gd name="connsiteX26795" fmla="*/ 1255161 w 5799173"/>
              <a:gd name="connsiteY26795" fmla="*/ 1920640 h 5017219"/>
              <a:gd name="connsiteX26796" fmla="*/ 1178609 w 5799173"/>
              <a:gd name="connsiteY26796" fmla="*/ 1904596 h 5017219"/>
              <a:gd name="connsiteX26797" fmla="*/ 1177612 w 5799173"/>
              <a:gd name="connsiteY26797" fmla="*/ 1904015 h 5017219"/>
              <a:gd name="connsiteX26798" fmla="*/ 1169387 w 5799173"/>
              <a:gd name="connsiteY26798" fmla="*/ 1889725 h 5017219"/>
              <a:gd name="connsiteX26799" fmla="*/ 1169387 w 5799173"/>
              <a:gd name="connsiteY26799" fmla="*/ 1888562 h 5017219"/>
              <a:gd name="connsiteX26800" fmla="*/ 1177612 w 5799173"/>
              <a:gd name="connsiteY26800" fmla="*/ 1874272 h 5017219"/>
              <a:gd name="connsiteX26801" fmla="*/ 1178610 w 5799173"/>
              <a:gd name="connsiteY26801" fmla="*/ 1873691 h 5017219"/>
              <a:gd name="connsiteX26802" fmla="*/ 1195059 w 5799173"/>
              <a:gd name="connsiteY26802" fmla="*/ 1873691 h 5017219"/>
              <a:gd name="connsiteX26803" fmla="*/ 1196055 w 5799173"/>
              <a:gd name="connsiteY26803" fmla="*/ 1874272 h 5017219"/>
              <a:gd name="connsiteX26804" fmla="*/ 1204280 w 5799173"/>
              <a:gd name="connsiteY26804" fmla="*/ 1888562 h 5017219"/>
              <a:gd name="connsiteX26805" fmla="*/ 1204280 w 5799173"/>
              <a:gd name="connsiteY26805" fmla="*/ 1889725 h 5017219"/>
              <a:gd name="connsiteX26806" fmla="*/ 1196056 w 5799173"/>
              <a:gd name="connsiteY26806" fmla="*/ 1904015 h 5017219"/>
              <a:gd name="connsiteX26807" fmla="*/ 1195058 w 5799173"/>
              <a:gd name="connsiteY26807" fmla="*/ 1904596 h 5017219"/>
              <a:gd name="connsiteX26808" fmla="*/ 1359001 w 5799173"/>
              <a:gd name="connsiteY26808" fmla="*/ 1953226 h 5017219"/>
              <a:gd name="connsiteX26809" fmla="*/ 1358004 w 5799173"/>
              <a:gd name="connsiteY26809" fmla="*/ 1952645 h 5017219"/>
              <a:gd name="connsiteX26810" fmla="*/ 1349613 w 5799173"/>
              <a:gd name="connsiteY26810" fmla="*/ 1938106 h 5017219"/>
              <a:gd name="connsiteX26811" fmla="*/ 1349613 w 5799173"/>
              <a:gd name="connsiteY26811" fmla="*/ 1936942 h 5017219"/>
              <a:gd name="connsiteX26812" fmla="*/ 1358004 w 5799173"/>
              <a:gd name="connsiteY26812" fmla="*/ 1922404 h 5017219"/>
              <a:gd name="connsiteX26813" fmla="*/ 1359001 w 5799173"/>
              <a:gd name="connsiteY26813" fmla="*/ 1921822 h 5017219"/>
              <a:gd name="connsiteX26814" fmla="*/ 1375783 w 5799173"/>
              <a:gd name="connsiteY26814" fmla="*/ 1921822 h 5017219"/>
              <a:gd name="connsiteX26815" fmla="*/ 1376780 w 5799173"/>
              <a:gd name="connsiteY26815" fmla="*/ 1922404 h 5017219"/>
              <a:gd name="connsiteX26816" fmla="*/ 1385171 w 5799173"/>
              <a:gd name="connsiteY26816" fmla="*/ 1936942 h 5017219"/>
              <a:gd name="connsiteX26817" fmla="*/ 1385171 w 5799173"/>
              <a:gd name="connsiteY26817" fmla="*/ 1938106 h 5017219"/>
              <a:gd name="connsiteX26818" fmla="*/ 1376780 w 5799173"/>
              <a:gd name="connsiteY26818" fmla="*/ 1952645 h 5017219"/>
              <a:gd name="connsiteX26819" fmla="*/ 1375783 w 5799173"/>
              <a:gd name="connsiteY26819" fmla="*/ 1953226 h 5017219"/>
              <a:gd name="connsiteX26820" fmla="*/ 1298554 w 5799173"/>
              <a:gd name="connsiteY26820" fmla="*/ 1937515 h 5017219"/>
              <a:gd name="connsiteX26821" fmla="*/ 1297474 w 5799173"/>
              <a:gd name="connsiteY26821" fmla="*/ 1936932 h 5017219"/>
              <a:gd name="connsiteX26822" fmla="*/ 1288917 w 5799173"/>
              <a:gd name="connsiteY26822" fmla="*/ 1922061 h 5017219"/>
              <a:gd name="connsiteX26823" fmla="*/ 1288917 w 5799173"/>
              <a:gd name="connsiteY26823" fmla="*/ 1920816 h 5017219"/>
              <a:gd name="connsiteX26824" fmla="*/ 1297557 w 5799173"/>
              <a:gd name="connsiteY26824" fmla="*/ 1905945 h 5017219"/>
              <a:gd name="connsiteX26825" fmla="*/ 1298637 w 5799173"/>
              <a:gd name="connsiteY26825" fmla="*/ 1905362 h 5017219"/>
              <a:gd name="connsiteX26826" fmla="*/ 1315834 w 5799173"/>
              <a:gd name="connsiteY26826" fmla="*/ 1905362 h 5017219"/>
              <a:gd name="connsiteX26827" fmla="*/ 1316914 w 5799173"/>
              <a:gd name="connsiteY26827" fmla="*/ 1905945 h 5017219"/>
              <a:gd name="connsiteX26828" fmla="*/ 1325472 w 5799173"/>
              <a:gd name="connsiteY26828" fmla="*/ 1920815 h 5017219"/>
              <a:gd name="connsiteX26829" fmla="*/ 1325472 w 5799173"/>
              <a:gd name="connsiteY26829" fmla="*/ 1922061 h 5017219"/>
              <a:gd name="connsiteX26830" fmla="*/ 1316831 w 5799173"/>
              <a:gd name="connsiteY26830" fmla="*/ 1936932 h 5017219"/>
              <a:gd name="connsiteX26831" fmla="*/ 1315752 w 5799173"/>
              <a:gd name="connsiteY26831" fmla="*/ 1937515 h 5017219"/>
              <a:gd name="connsiteX26832" fmla="*/ 1779961 w 5799173"/>
              <a:gd name="connsiteY26832" fmla="*/ 2066788 h 5017219"/>
              <a:gd name="connsiteX26833" fmla="*/ 1778881 w 5799173"/>
              <a:gd name="connsiteY26833" fmla="*/ 2066207 h 5017219"/>
              <a:gd name="connsiteX26834" fmla="*/ 1770158 w 5799173"/>
              <a:gd name="connsiteY26834" fmla="*/ 2051086 h 5017219"/>
              <a:gd name="connsiteX26835" fmla="*/ 1770158 w 5799173"/>
              <a:gd name="connsiteY26835" fmla="*/ 2049840 h 5017219"/>
              <a:gd name="connsiteX26836" fmla="*/ 1778881 w 5799173"/>
              <a:gd name="connsiteY26836" fmla="*/ 2034720 h 5017219"/>
              <a:gd name="connsiteX26837" fmla="*/ 1779961 w 5799173"/>
              <a:gd name="connsiteY26837" fmla="*/ 2034138 h 5017219"/>
              <a:gd name="connsiteX26838" fmla="*/ 1797491 w 5799173"/>
              <a:gd name="connsiteY26838" fmla="*/ 2034138 h 5017219"/>
              <a:gd name="connsiteX26839" fmla="*/ 1798571 w 5799173"/>
              <a:gd name="connsiteY26839" fmla="*/ 2034720 h 5017219"/>
              <a:gd name="connsiteX26840" fmla="*/ 1807294 w 5799173"/>
              <a:gd name="connsiteY26840" fmla="*/ 2049840 h 5017219"/>
              <a:gd name="connsiteX26841" fmla="*/ 1807294 w 5799173"/>
              <a:gd name="connsiteY26841" fmla="*/ 2051086 h 5017219"/>
              <a:gd name="connsiteX26842" fmla="*/ 1798571 w 5799173"/>
              <a:gd name="connsiteY26842" fmla="*/ 2066207 h 5017219"/>
              <a:gd name="connsiteX26843" fmla="*/ 1797491 w 5799173"/>
              <a:gd name="connsiteY26843" fmla="*/ 2066788 h 5017219"/>
              <a:gd name="connsiteX26844" fmla="*/ 3826148 w 5799173"/>
              <a:gd name="connsiteY26844" fmla="*/ 2615343 h 5017219"/>
              <a:gd name="connsiteX26845" fmla="*/ 3825068 w 5799173"/>
              <a:gd name="connsiteY26845" fmla="*/ 2614678 h 5017219"/>
              <a:gd name="connsiteX26846" fmla="*/ 3816262 w 5799173"/>
              <a:gd name="connsiteY26846" fmla="*/ 2599308 h 5017219"/>
              <a:gd name="connsiteX26847" fmla="*/ 3816262 w 5799173"/>
              <a:gd name="connsiteY26847" fmla="*/ 2598062 h 5017219"/>
              <a:gd name="connsiteX26848" fmla="*/ 3825151 w 5799173"/>
              <a:gd name="connsiteY26848" fmla="*/ 2582693 h 5017219"/>
              <a:gd name="connsiteX26849" fmla="*/ 3826231 w 5799173"/>
              <a:gd name="connsiteY26849" fmla="*/ 2582028 h 5017219"/>
              <a:gd name="connsiteX26850" fmla="*/ 3843927 w 5799173"/>
              <a:gd name="connsiteY26850" fmla="*/ 2582028 h 5017219"/>
              <a:gd name="connsiteX26851" fmla="*/ 3845007 w 5799173"/>
              <a:gd name="connsiteY26851" fmla="*/ 2582693 h 5017219"/>
              <a:gd name="connsiteX26852" fmla="*/ 3853814 w 5799173"/>
              <a:gd name="connsiteY26852" fmla="*/ 2598062 h 5017219"/>
              <a:gd name="connsiteX26853" fmla="*/ 3853814 w 5799173"/>
              <a:gd name="connsiteY26853" fmla="*/ 2599308 h 5017219"/>
              <a:gd name="connsiteX26854" fmla="*/ 3844924 w 5799173"/>
              <a:gd name="connsiteY26854" fmla="*/ 2614678 h 5017219"/>
              <a:gd name="connsiteX26855" fmla="*/ 3843844 w 5799173"/>
              <a:gd name="connsiteY26855" fmla="*/ 2615343 h 5017219"/>
              <a:gd name="connsiteX26856" fmla="*/ 5511279 w 5799173"/>
              <a:gd name="connsiteY26856" fmla="*/ 3067154 h 5017219"/>
              <a:gd name="connsiteX26857" fmla="*/ 5510199 w 5799173"/>
              <a:gd name="connsiteY26857" fmla="*/ 3066490 h 5017219"/>
              <a:gd name="connsiteX26858" fmla="*/ 5501227 w 5799173"/>
              <a:gd name="connsiteY26858" fmla="*/ 3050871 h 5017219"/>
              <a:gd name="connsiteX26859" fmla="*/ 5501227 w 5799173"/>
              <a:gd name="connsiteY26859" fmla="*/ 3049624 h 5017219"/>
              <a:gd name="connsiteX26860" fmla="*/ 5510199 w 5799173"/>
              <a:gd name="connsiteY26860" fmla="*/ 3034006 h 5017219"/>
              <a:gd name="connsiteX26861" fmla="*/ 5511279 w 5799173"/>
              <a:gd name="connsiteY26861" fmla="*/ 3033341 h 5017219"/>
              <a:gd name="connsiteX26862" fmla="*/ 5529308 w 5799173"/>
              <a:gd name="connsiteY26862" fmla="*/ 3033341 h 5017219"/>
              <a:gd name="connsiteX26863" fmla="*/ 5530388 w 5799173"/>
              <a:gd name="connsiteY26863" fmla="*/ 3034006 h 5017219"/>
              <a:gd name="connsiteX26864" fmla="*/ 5539360 w 5799173"/>
              <a:gd name="connsiteY26864" fmla="*/ 3049624 h 5017219"/>
              <a:gd name="connsiteX26865" fmla="*/ 5539360 w 5799173"/>
              <a:gd name="connsiteY26865" fmla="*/ 3050871 h 5017219"/>
              <a:gd name="connsiteX26866" fmla="*/ 5530388 w 5799173"/>
              <a:gd name="connsiteY26866" fmla="*/ 3066490 h 5017219"/>
              <a:gd name="connsiteX26867" fmla="*/ 5529308 w 5799173"/>
              <a:gd name="connsiteY26867" fmla="*/ 3067154 h 5017219"/>
              <a:gd name="connsiteX26868" fmla="*/ 1900023 w 5799173"/>
              <a:gd name="connsiteY26868" fmla="*/ 2099615 h 5017219"/>
              <a:gd name="connsiteX26869" fmla="*/ 1898943 w 5799173"/>
              <a:gd name="connsiteY26869" fmla="*/ 2098951 h 5017219"/>
              <a:gd name="connsiteX26870" fmla="*/ 1889888 w 5799173"/>
              <a:gd name="connsiteY26870" fmla="*/ 2083249 h 5017219"/>
              <a:gd name="connsiteX26871" fmla="*/ 1889888 w 5799173"/>
              <a:gd name="connsiteY26871" fmla="*/ 2082003 h 5017219"/>
              <a:gd name="connsiteX26872" fmla="*/ 1898944 w 5799173"/>
              <a:gd name="connsiteY26872" fmla="*/ 2066301 h 5017219"/>
              <a:gd name="connsiteX26873" fmla="*/ 1900023 w 5799173"/>
              <a:gd name="connsiteY26873" fmla="*/ 2065636 h 5017219"/>
              <a:gd name="connsiteX26874" fmla="*/ 1918134 w 5799173"/>
              <a:gd name="connsiteY26874" fmla="*/ 2065636 h 5017219"/>
              <a:gd name="connsiteX26875" fmla="*/ 1919215 w 5799173"/>
              <a:gd name="connsiteY26875" fmla="*/ 2066301 h 5017219"/>
              <a:gd name="connsiteX26876" fmla="*/ 1928270 w 5799173"/>
              <a:gd name="connsiteY26876" fmla="*/ 2082003 h 5017219"/>
              <a:gd name="connsiteX26877" fmla="*/ 1928270 w 5799173"/>
              <a:gd name="connsiteY26877" fmla="*/ 2083249 h 5017219"/>
              <a:gd name="connsiteX26878" fmla="*/ 1919215 w 5799173"/>
              <a:gd name="connsiteY26878" fmla="*/ 2098951 h 5017219"/>
              <a:gd name="connsiteX26879" fmla="*/ 1918134 w 5799173"/>
              <a:gd name="connsiteY26879" fmla="*/ 2099615 h 5017219"/>
              <a:gd name="connsiteX26880" fmla="*/ 1839765 w 5799173"/>
              <a:gd name="connsiteY26880" fmla="*/ 2083656 h 5017219"/>
              <a:gd name="connsiteX26881" fmla="*/ 1838685 w 5799173"/>
              <a:gd name="connsiteY26881" fmla="*/ 2082991 h 5017219"/>
              <a:gd name="connsiteX26882" fmla="*/ 1829546 w 5799173"/>
              <a:gd name="connsiteY26882" fmla="*/ 2067123 h 5017219"/>
              <a:gd name="connsiteX26883" fmla="*/ 1829546 w 5799173"/>
              <a:gd name="connsiteY26883" fmla="*/ 2065794 h 5017219"/>
              <a:gd name="connsiteX26884" fmla="*/ 1838686 w 5799173"/>
              <a:gd name="connsiteY26884" fmla="*/ 2049927 h 5017219"/>
              <a:gd name="connsiteX26885" fmla="*/ 1839765 w 5799173"/>
              <a:gd name="connsiteY26885" fmla="*/ 2049262 h 5017219"/>
              <a:gd name="connsiteX26886" fmla="*/ 1858042 w 5799173"/>
              <a:gd name="connsiteY26886" fmla="*/ 2049262 h 5017219"/>
              <a:gd name="connsiteX26887" fmla="*/ 1859122 w 5799173"/>
              <a:gd name="connsiteY26887" fmla="*/ 2049927 h 5017219"/>
              <a:gd name="connsiteX26888" fmla="*/ 1868261 w 5799173"/>
              <a:gd name="connsiteY26888" fmla="*/ 2065795 h 5017219"/>
              <a:gd name="connsiteX26889" fmla="*/ 1868261 w 5799173"/>
              <a:gd name="connsiteY26889" fmla="*/ 2067123 h 5017219"/>
              <a:gd name="connsiteX26890" fmla="*/ 1859123 w 5799173"/>
              <a:gd name="connsiteY26890" fmla="*/ 2082992 h 5017219"/>
              <a:gd name="connsiteX26891" fmla="*/ 1858043 w 5799173"/>
              <a:gd name="connsiteY26891" fmla="*/ 2083657 h 5017219"/>
              <a:gd name="connsiteX26892" fmla="*/ 1960034 w 5799173"/>
              <a:gd name="connsiteY26892" fmla="*/ 2116075 h 5017219"/>
              <a:gd name="connsiteX26893" fmla="*/ 1958871 w 5799173"/>
              <a:gd name="connsiteY26893" fmla="*/ 2115410 h 5017219"/>
              <a:gd name="connsiteX26894" fmla="*/ 1949648 w 5799173"/>
              <a:gd name="connsiteY26894" fmla="*/ 2099458 h 5017219"/>
              <a:gd name="connsiteX26895" fmla="*/ 1949648 w 5799173"/>
              <a:gd name="connsiteY26895" fmla="*/ 2098129 h 5017219"/>
              <a:gd name="connsiteX26896" fmla="*/ 1958870 w 5799173"/>
              <a:gd name="connsiteY26896" fmla="*/ 2082178 h 5017219"/>
              <a:gd name="connsiteX26897" fmla="*/ 1960034 w 5799173"/>
              <a:gd name="connsiteY26897" fmla="*/ 2081513 h 5017219"/>
              <a:gd name="connsiteX26898" fmla="*/ 1978477 w 5799173"/>
              <a:gd name="connsiteY26898" fmla="*/ 2081514 h 5017219"/>
              <a:gd name="connsiteX26899" fmla="*/ 1979640 w 5799173"/>
              <a:gd name="connsiteY26899" fmla="*/ 2082178 h 5017219"/>
              <a:gd name="connsiteX26900" fmla="*/ 1988861 w 5799173"/>
              <a:gd name="connsiteY26900" fmla="*/ 2098129 h 5017219"/>
              <a:gd name="connsiteX26901" fmla="*/ 1988861 w 5799173"/>
              <a:gd name="connsiteY26901" fmla="*/ 2099459 h 5017219"/>
              <a:gd name="connsiteX26902" fmla="*/ 1979639 w 5799173"/>
              <a:gd name="connsiteY26902" fmla="*/ 2115409 h 5017219"/>
              <a:gd name="connsiteX26903" fmla="*/ 1978476 w 5799173"/>
              <a:gd name="connsiteY26903" fmla="*/ 2116074 h 5017219"/>
              <a:gd name="connsiteX26904" fmla="*/ 2080239 w 5799173"/>
              <a:gd name="connsiteY26904" fmla="*/ 2148659 h 5017219"/>
              <a:gd name="connsiteX26905" fmla="*/ 2079076 w 5799173"/>
              <a:gd name="connsiteY26905" fmla="*/ 2147995 h 5017219"/>
              <a:gd name="connsiteX26906" fmla="*/ 2069688 w 5799173"/>
              <a:gd name="connsiteY26906" fmla="*/ 2131711 h 5017219"/>
              <a:gd name="connsiteX26907" fmla="*/ 2069688 w 5799173"/>
              <a:gd name="connsiteY26907" fmla="*/ 2130382 h 5017219"/>
              <a:gd name="connsiteX26908" fmla="*/ 2079076 w 5799173"/>
              <a:gd name="connsiteY26908" fmla="*/ 2114099 h 5017219"/>
              <a:gd name="connsiteX26909" fmla="*/ 2080239 w 5799173"/>
              <a:gd name="connsiteY26909" fmla="*/ 2113434 h 5017219"/>
              <a:gd name="connsiteX26910" fmla="*/ 2099015 w 5799173"/>
              <a:gd name="connsiteY26910" fmla="*/ 2113434 h 5017219"/>
              <a:gd name="connsiteX26911" fmla="*/ 2100178 w 5799173"/>
              <a:gd name="connsiteY26911" fmla="*/ 2114099 h 5017219"/>
              <a:gd name="connsiteX26912" fmla="*/ 2109566 w 5799173"/>
              <a:gd name="connsiteY26912" fmla="*/ 2130382 h 5017219"/>
              <a:gd name="connsiteX26913" fmla="*/ 2109566 w 5799173"/>
              <a:gd name="connsiteY26913" fmla="*/ 2131711 h 5017219"/>
              <a:gd name="connsiteX26914" fmla="*/ 2100178 w 5799173"/>
              <a:gd name="connsiteY26914" fmla="*/ 2147995 h 5017219"/>
              <a:gd name="connsiteX26915" fmla="*/ 2099015 w 5799173"/>
              <a:gd name="connsiteY26915" fmla="*/ 2148659 h 5017219"/>
              <a:gd name="connsiteX26916" fmla="*/ 2019969 w 5799173"/>
              <a:gd name="connsiteY26916" fmla="*/ 2132616 h 5017219"/>
              <a:gd name="connsiteX26917" fmla="*/ 2018807 w 5799173"/>
              <a:gd name="connsiteY26917" fmla="*/ 2131951 h 5017219"/>
              <a:gd name="connsiteX26918" fmla="*/ 2009335 w 5799173"/>
              <a:gd name="connsiteY26918" fmla="*/ 2115584 h 5017219"/>
              <a:gd name="connsiteX26919" fmla="*/ 2009335 w 5799173"/>
              <a:gd name="connsiteY26919" fmla="*/ 2114255 h 5017219"/>
              <a:gd name="connsiteX26920" fmla="*/ 2018806 w 5799173"/>
              <a:gd name="connsiteY26920" fmla="*/ 2097889 h 5017219"/>
              <a:gd name="connsiteX26921" fmla="*/ 2019970 w 5799173"/>
              <a:gd name="connsiteY26921" fmla="*/ 2097224 h 5017219"/>
              <a:gd name="connsiteX26922" fmla="*/ 2038912 w 5799173"/>
              <a:gd name="connsiteY26922" fmla="*/ 2097224 h 5017219"/>
              <a:gd name="connsiteX26923" fmla="*/ 2040075 w 5799173"/>
              <a:gd name="connsiteY26923" fmla="*/ 2097889 h 5017219"/>
              <a:gd name="connsiteX26924" fmla="*/ 2049545 w 5799173"/>
              <a:gd name="connsiteY26924" fmla="*/ 2114255 h 5017219"/>
              <a:gd name="connsiteX26925" fmla="*/ 2049545 w 5799173"/>
              <a:gd name="connsiteY26925" fmla="*/ 2115584 h 5017219"/>
              <a:gd name="connsiteX26926" fmla="*/ 2040074 w 5799173"/>
              <a:gd name="connsiteY26926" fmla="*/ 2131951 h 5017219"/>
              <a:gd name="connsiteX26927" fmla="*/ 2038911 w 5799173"/>
              <a:gd name="connsiteY26927" fmla="*/ 2132616 h 5017219"/>
              <a:gd name="connsiteX26928" fmla="*/ 2260715 w 5799173"/>
              <a:gd name="connsiteY26928" fmla="*/ 2197124 h 5017219"/>
              <a:gd name="connsiteX26929" fmla="*/ 2259552 w 5799173"/>
              <a:gd name="connsiteY26929" fmla="*/ 2196459 h 5017219"/>
              <a:gd name="connsiteX26930" fmla="*/ 2250081 w 5799173"/>
              <a:gd name="connsiteY26930" fmla="*/ 2180092 h 5017219"/>
              <a:gd name="connsiteX26931" fmla="*/ 2250081 w 5799173"/>
              <a:gd name="connsiteY26931" fmla="*/ 2178763 h 5017219"/>
              <a:gd name="connsiteX26932" fmla="*/ 2259552 w 5799173"/>
              <a:gd name="connsiteY26932" fmla="*/ 2162397 h 5017219"/>
              <a:gd name="connsiteX26933" fmla="*/ 2260715 w 5799173"/>
              <a:gd name="connsiteY26933" fmla="*/ 2161732 h 5017219"/>
              <a:gd name="connsiteX26934" fmla="*/ 2279657 w 5799173"/>
              <a:gd name="connsiteY26934" fmla="*/ 2161732 h 5017219"/>
              <a:gd name="connsiteX26935" fmla="*/ 2280820 w 5799173"/>
              <a:gd name="connsiteY26935" fmla="*/ 2162397 h 5017219"/>
              <a:gd name="connsiteX26936" fmla="*/ 2290291 w 5799173"/>
              <a:gd name="connsiteY26936" fmla="*/ 2178763 h 5017219"/>
              <a:gd name="connsiteX26937" fmla="*/ 2290291 w 5799173"/>
              <a:gd name="connsiteY26937" fmla="*/ 2180092 h 5017219"/>
              <a:gd name="connsiteX26938" fmla="*/ 2280820 w 5799173"/>
              <a:gd name="connsiteY26938" fmla="*/ 2196459 h 5017219"/>
              <a:gd name="connsiteX26939" fmla="*/ 2279657 w 5799173"/>
              <a:gd name="connsiteY26939" fmla="*/ 2197124 h 5017219"/>
              <a:gd name="connsiteX26940" fmla="*/ 2681936 w 5799173"/>
              <a:gd name="connsiteY26940" fmla="*/ 2310094 h 5017219"/>
              <a:gd name="connsiteX26941" fmla="*/ 2680773 w 5799173"/>
              <a:gd name="connsiteY26941" fmla="*/ 2309429 h 5017219"/>
              <a:gd name="connsiteX26942" fmla="*/ 2671302 w 5799173"/>
              <a:gd name="connsiteY26942" fmla="*/ 2292980 h 5017219"/>
              <a:gd name="connsiteX26943" fmla="*/ 2671302 w 5799173"/>
              <a:gd name="connsiteY26943" fmla="*/ 2291651 h 5017219"/>
              <a:gd name="connsiteX26944" fmla="*/ 2680856 w 5799173"/>
              <a:gd name="connsiteY26944" fmla="*/ 2275201 h 5017219"/>
              <a:gd name="connsiteX26945" fmla="*/ 2682019 w 5799173"/>
              <a:gd name="connsiteY26945" fmla="*/ 2274536 h 5017219"/>
              <a:gd name="connsiteX26946" fmla="*/ 2701044 w 5799173"/>
              <a:gd name="connsiteY26946" fmla="*/ 2274536 h 5017219"/>
              <a:gd name="connsiteX26947" fmla="*/ 2702207 w 5799173"/>
              <a:gd name="connsiteY26947" fmla="*/ 2275201 h 5017219"/>
              <a:gd name="connsiteX26948" fmla="*/ 2711678 w 5799173"/>
              <a:gd name="connsiteY26948" fmla="*/ 2291651 h 5017219"/>
              <a:gd name="connsiteX26949" fmla="*/ 2711678 w 5799173"/>
              <a:gd name="connsiteY26949" fmla="*/ 2292980 h 5017219"/>
              <a:gd name="connsiteX26950" fmla="*/ 2702124 w 5799173"/>
              <a:gd name="connsiteY26950" fmla="*/ 2309429 h 5017219"/>
              <a:gd name="connsiteX26951" fmla="*/ 2700961 w 5799173"/>
              <a:gd name="connsiteY26951" fmla="*/ 2310094 h 5017219"/>
              <a:gd name="connsiteX26952" fmla="*/ 996720 w 5799173"/>
              <a:gd name="connsiteY26952" fmla="*/ 1858542 h 5017219"/>
              <a:gd name="connsiteX26953" fmla="*/ 995557 w 5799173"/>
              <a:gd name="connsiteY26953" fmla="*/ 1857876 h 5017219"/>
              <a:gd name="connsiteX26954" fmla="*/ 986086 w 5799173"/>
              <a:gd name="connsiteY26954" fmla="*/ 1841428 h 5017219"/>
              <a:gd name="connsiteX26955" fmla="*/ 986086 w 5799173"/>
              <a:gd name="connsiteY26955" fmla="*/ 1840099 h 5017219"/>
              <a:gd name="connsiteX26956" fmla="*/ 995640 w 5799173"/>
              <a:gd name="connsiteY26956" fmla="*/ 1823649 h 5017219"/>
              <a:gd name="connsiteX26957" fmla="*/ 996803 w 5799173"/>
              <a:gd name="connsiteY26957" fmla="*/ 1822983 h 5017219"/>
              <a:gd name="connsiteX26958" fmla="*/ 1015828 w 5799173"/>
              <a:gd name="connsiteY26958" fmla="*/ 1822984 h 5017219"/>
              <a:gd name="connsiteX26959" fmla="*/ 1016991 w 5799173"/>
              <a:gd name="connsiteY26959" fmla="*/ 1823649 h 5017219"/>
              <a:gd name="connsiteX26960" fmla="*/ 1026462 w 5799173"/>
              <a:gd name="connsiteY26960" fmla="*/ 1840099 h 5017219"/>
              <a:gd name="connsiteX26961" fmla="*/ 1026462 w 5799173"/>
              <a:gd name="connsiteY26961" fmla="*/ 1841427 h 5017219"/>
              <a:gd name="connsiteX26962" fmla="*/ 1016908 w 5799173"/>
              <a:gd name="connsiteY26962" fmla="*/ 1857877 h 5017219"/>
              <a:gd name="connsiteX26963" fmla="*/ 1015745 w 5799173"/>
              <a:gd name="connsiteY26963" fmla="*/ 1858542 h 5017219"/>
              <a:gd name="connsiteX26964" fmla="*/ 2200445 w 5799173"/>
              <a:gd name="connsiteY26964" fmla="*/ 2181079 h 5017219"/>
              <a:gd name="connsiteX26965" fmla="*/ 2199282 w 5799173"/>
              <a:gd name="connsiteY26965" fmla="*/ 2180414 h 5017219"/>
              <a:gd name="connsiteX26966" fmla="*/ 2189811 w 5799173"/>
              <a:gd name="connsiteY26966" fmla="*/ 2163965 h 5017219"/>
              <a:gd name="connsiteX26967" fmla="*/ 2189811 w 5799173"/>
              <a:gd name="connsiteY26967" fmla="*/ 2162636 h 5017219"/>
              <a:gd name="connsiteX26968" fmla="*/ 2199365 w 5799173"/>
              <a:gd name="connsiteY26968" fmla="*/ 2146186 h 5017219"/>
              <a:gd name="connsiteX26969" fmla="*/ 2200528 w 5799173"/>
              <a:gd name="connsiteY26969" fmla="*/ 2145521 h 5017219"/>
              <a:gd name="connsiteX26970" fmla="*/ 2219553 w 5799173"/>
              <a:gd name="connsiteY26970" fmla="*/ 2145521 h 5017219"/>
              <a:gd name="connsiteX26971" fmla="*/ 2220716 w 5799173"/>
              <a:gd name="connsiteY26971" fmla="*/ 2146186 h 5017219"/>
              <a:gd name="connsiteX26972" fmla="*/ 2230187 w 5799173"/>
              <a:gd name="connsiteY26972" fmla="*/ 2162636 h 5017219"/>
              <a:gd name="connsiteX26973" fmla="*/ 2230187 w 5799173"/>
              <a:gd name="connsiteY26973" fmla="*/ 2163965 h 5017219"/>
              <a:gd name="connsiteX26974" fmla="*/ 2220633 w 5799173"/>
              <a:gd name="connsiteY26974" fmla="*/ 2180414 h 5017219"/>
              <a:gd name="connsiteX26975" fmla="*/ 2219470 w 5799173"/>
              <a:gd name="connsiteY26975" fmla="*/ 2181079 h 5017219"/>
              <a:gd name="connsiteX26976" fmla="*/ 3765265 w 5799173"/>
              <a:gd name="connsiteY26976" fmla="*/ 2600540 h 5017219"/>
              <a:gd name="connsiteX26977" fmla="*/ 3764102 w 5799173"/>
              <a:gd name="connsiteY26977" fmla="*/ 2599875 h 5017219"/>
              <a:gd name="connsiteX26978" fmla="*/ 3754548 w 5799173"/>
              <a:gd name="connsiteY26978" fmla="*/ 2583343 h 5017219"/>
              <a:gd name="connsiteX26979" fmla="*/ 3754548 w 5799173"/>
              <a:gd name="connsiteY26979" fmla="*/ 2582013 h 5017219"/>
              <a:gd name="connsiteX26980" fmla="*/ 3764102 w 5799173"/>
              <a:gd name="connsiteY26980" fmla="*/ 2565481 h 5017219"/>
              <a:gd name="connsiteX26981" fmla="*/ 3765265 w 5799173"/>
              <a:gd name="connsiteY26981" fmla="*/ 2564816 h 5017219"/>
              <a:gd name="connsiteX26982" fmla="*/ 3784373 w 5799173"/>
              <a:gd name="connsiteY26982" fmla="*/ 2564816 h 5017219"/>
              <a:gd name="connsiteX26983" fmla="*/ 3785536 w 5799173"/>
              <a:gd name="connsiteY26983" fmla="*/ 2565481 h 5017219"/>
              <a:gd name="connsiteX26984" fmla="*/ 3795090 w 5799173"/>
              <a:gd name="connsiteY26984" fmla="*/ 2582013 h 5017219"/>
              <a:gd name="connsiteX26985" fmla="*/ 3795090 w 5799173"/>
              <a:gd name="connsiteY26985" fmla="*/ 2583343 h 5017219"/>
              <a:gd name="connsiteX26986" fmla="*/ 3785536 w 5799173"/>
              <a:gd name="connsiteY26986" fmla="*/ 2599875 h 5017219"/>
              <a:gd name="connsiteX26987" fmla="*/ 3784373 w 5799173"/>
              <a:gd name="connsiteY26987" fmla="*/ 2600540 h 5017219"/>
              <a:gd name="connsiteX26988" fmla="*/ 2140155 w 5799173"/>
              <a:gd name="connsiteY26988" fmla="*/ 2165187 h 5017219"/>
              <a:gd name="connsiteX26989" fmla="*/ 2138992 w 5799173"/>
              <a:gd name="connsiteY26989" fmla="*/ 2164523 h 5017219"/>
              <a:gd name="connsiteX26990" fmla="*/ 2129355 w 5799173"/>
              <a:gd name="connsiteY26990" fmla="*/ 2147907 h 5017219"/>
              <a:gd name="connsiteX26991" fmla="*/ 2129355 w 5799173"/>
              <a:gd name="connsiteY26991" fmla="*/ 2146578 h 5017219"/>
              <a:gd name="connsiteX26992" fmla="*/ 2138992 w 5799173"/>
              <a:gd name="connsiteY26992" fmla="*/ 2129962 h 5017219"/>
              <a:gd name="connsiteX26993" fmla="*/ 2140155 w 5799173"/>
              <a:gd name="connsiteY26993" fmla="*/ 2129297 h 5017219"/>
              <a:gd name="connsiteX26994" fmla="*/ 2159346 w 5799173"/>
              <a:gd name="connsiteY26994" fmla="*/ 2129297 h 5017219"/>
              <a:gd name="connsiteX26995" fmla="*/ 2160509 w 5799173"/>
              <a:gd name="connsiteY26995" fmla="*/ 2129962 h 5017219"/>
              <a:gd name="connsiteX26996" fmla="*/ 2170147 w 5799173"/>
              <a:gd name="connsiteY26996" fmla="*/ 2146578 h 5017219"/>
              <a:gd name="connsiteX26997" fmla="*/ 2170147 w 5799173"/>
              <a:gd name="connsiteY26997" fmla="*/ 2147907 h 5017219"/>
              <a:gd name="connsiteX26998" fmla="*/ 2160509 w 5799173"/>
              <a:gd name="connsiteY26998" fmla="*/ 2164523 h 5017219"/>
              <a:gd name="connsiteX26999" fmla="*/ 2159346 w 5799173"/>
              <a:gd name="connsiteY26999" fmla="*/ 2165187 h 5017219"/>
              <a:gd name="connsiteX27000" fmla="*/ 2320715 w 5799173"/>
              <a:gd name="connsiteY27000" fmla="*/ 2213568 h 5017219"/>
              <a:gd name="connsiteX27001" fmla="*/ 2319552 w 5799173"/>
              <a:gd name="connsiteY27001" fmla="*/ 2212904 h 5017219"/>
              <a:gd name="connsiteX27002" fmla="*/ 2309915 w 5799173"/>
              <a:gd name="connsiteY27002" fmla="*/ 2196288 h 5017219"/>
              <a:gd name="connsiteX27003" fmla="*/ 2309915 w 5799173"/>
              <a:gd name="connsiteY27003" fmla="*/ 2194959 h 5017219"/>
              <a:gd name="connsiteX27004" fmla="*/ 2319552 w 5799173"/>
              <a:gd name="connsiteY27004" fmla="*/ 2178343 h 5017219"/>
              <a:gd name="connsiteX27005" fmla="*/ 2320715 w 5799173"/>
              <a:gd name="connsiteY27005" fmla="*/ 2177678 h 5017219"/>
              <a:gd name="connsiteX27006" fmla="*/ 2339907 w 5799173"/>
              <a:gd name="connsiteY27006" fmla="*/ 2177678 h 5017219"/>
              <a:gd name="connsiteX27007" fmla="*/ 2341070 w 5799173"/>
              <a:gd name="connsiteY27007" fmla="*/ 2178343 h 5017219"/>
              <a:gd name="connsiteX27008" fmla="*/ 2350707 w 5799173"/>
              <a:gd name="connsiteY27008" fmla="*/ 2194959 h 5017219"/>
              <a:gd name="connsiteX27009" fmla="*/ 2350707 w 5799173"/>
              <a:gd name="connsiteY27009" fmla="*/ 2196288 h 5017219"/>
              <a:gd name="connsiteX27010" fmla="*/ 2341070 w 5799173"/>
              <a:gd name="connsiteY27010" fmla="*/ 2212904 h 5017219"/>
              <a:gd name="connsiteX27011" fmla="*/ 2339907 w 5799173"/>
              <a:gd name="connsiteY27011" fmla="*/ 2213568 h 5017219"/>
              <a:gd name="connsiteX27012" fmla="*/ 3885557 w 5799173"/>
              <a:gd name="connsiteY27012" fmla="*/ 2632866 h 5017219"/>
              <a:gd name="connsiteX27013" fmla="*/ 3884394 w 5799173"/>
              <a:gd name="connsiteY27013" fmla="*/ 2632202 h 5017219"/>
              <a:gd name="connsiteX27014" fmla="*/ 3874757 w 5799173"/>
              <a:gd name="connsiteY27014" fmla="*/ 2615586 h 5017219"/>
              <a:gd name="connsiteX27015" fmla="*/ 3874757 w 5799173"/>
              <a:gd name="connsiteY27015" fmla="*/ 2614257 h 5017219"/>
              <a:gd name="connsiteX27016" fmla="*/ 3884394 w 5799173"/>
              <a:gd name="connsiteY27016" fmla="*/ 2597641 h 5017219"/>
              <a:gd name="connsiteX27017" fmla="*/ 3885557 w 5799173"/>
              <a:gd name="connsiteY27017" fmla="*/ 2596976 h 5017219"/>
              <a:gd name="connsiteX27018" fmla="*/ 3904749 w 5799173"/>
              <a:gd name="connsiteY27018" fmla="*/ 2596976 h 5017219"/>
              <a:gd name="connsiteX27019" fmla="*/ 3905912 w 5799173"/>
              <a:gd name="connsiteY27019" fmla="*/ 2597641 h 5017219"/>
              <a:gd name="connsiteX27020" fmla="*/ 3915549 w 5799173"/>
              <a:gd name="connsiteY27020" fmla="*/ 2614257 h 5017219"/>
              <a:gd name="connsiteX27021" fmla="*/ 3915549 w 5799173"/>
              <a:gd name="connsiteY27021" fmla="*/ 2615586 h 5017219"/>
              <a:gd name="connsiteX27022" fmla="*/ 3905912 w 5799173"/>
              <a:gd name="connsiteY27022" fmla="*/ 2632202 h 5017219"/>
              <a:gd name="connsiteX27023" fmla="*/ 3904749 w 5799173"/>
              <a:gd name="connsiteY27023" fmla="*/ 2632866 h 5017219"/>
              <a:gd name="connsiteX27024" fmla="*/ 2501271 w 5799173"/>
              <a:gd name="connsiteY27024" fmla="*/ 2262053 h 5017219"/>
              <a:gd name="connsiteX27025" fmla="*/ 2500107 w 5799173"/>
              <a:gd name="connsiteY27025" fmla="*/ 2261389 h 5017219"/>
              <a:gd name="connsiteX27026" fmla="*/ 2490471 w 5799173"/>
              <a:gd name="connsiteY27026" fmla="*/ 2244690 h 5017219"/>
              <a:gd name="connsiteX27027" fmla="*/ 2490471 w 5799173"/>
              <a:gd name="connsiteY27027" fmla="*/ 2243361 h 5017219"/>
              <a:gd name="connsiteX27028" fmla="*/ 2500107 w 5799173"/>
              <a:gd name="connsiteY27028" fmla="*/ 2226662 h 5017219"/>
              <a:gd name="connsiteX27029" fmla="*/ 2501271 w 5799173"/>
              <a:gd name="connsiteY27029" fmla="*/ 2225997 h 5017219"/>
              <a:gd name="connsiteX27030" fmla="*/ 2520628 w 5799173"/>
              <a:gd name="connsiteY27030" fmla="*/ 2225997 h 5017219"/>
              <a:gd name="connsiteX27031" fmla="*/ 2521791 w 5799173"/>
              <a:gd name="connsiteY27031" fmla="*/ 2226662 h 5017219"/>
              <a:gd name="connsiteX27032" fmla="*/ 2531429 w 5799173"/>
              <a:gd name="connsiteY27032" fmla="*/ 2243361 h 5017219"/>
              <a:gd name="connsiteX27033" fmla="*/ 2531429 w 5799173"/>
              <a:gd name="connsiteY27033" fmla="*/ 2244690 h 5017219"/>
              <a:gd name="connsiteX27034" fmla="*/ 2521791 w 5799173"/>
              <a:gd name="connsiteY27034" fmla="*/ 2261389 h 5017219"/>
              <a:gd name="connsiteX27035" fmla="*/ 2520628 w 5799173"/>
              <a:gd name="connsiteY27035" fmla="*/ 2262053 h 5017219"/>
              <a:gd name="connsiteX27036" fmla="*/ 2561457 w 5799173"/>
              <a:gd name="connsiteY27036" fmla="*/ 2278180 h 5017219"/>
              <a:gd name="connsiteX27037" fmla="*/ 2560293 w 5799173"/>
              <a:gd name="connsiteY27037" fmla="*/ 2277516 h 5017219"/>
              <a:gd name="connsiteX27038" fmla="*/ 2550656 w 5799173"/>
              <a:gd name="connsiteY27038" fmla="*/ 2260817 h 5017219"/>
              <a:gd name="connsiteX27039" fmla="*/ 2550656 w 5799173"/>
              <a:gd name="connsiteY27039" fmla="*/ 2259488 h 5017219"/>
              <a:gd name="connsiteX27040" fmla="*/ 2560293 w 5799173"/>
              <a:gd name="connsiteY27040" fmla="*/ 2242789 h 5017219"/>
              <a:gd name="connsiteX27041" fmla="*/ 2561457 w 5799173"/>
              <a:gd name="connsiteY27041" fmla="*/ 2242124 h 5017219"/>
              <a:gd name="connsiteX27042" fmla="*/ 2580814 w 5799173"/>
              <a:gd name="connsiteY27042" fmla="*/ 2242124 h 5017219"/>
              <a:gd name="connsiteX27043" fmla="*/ 2581977 w 5799173"/>
              <a:gd name="connsiteY27043" fmla="*/ 2242789 h 5017219"/>
              <a:gd name="connsiteX27044" fmla="*/ 2591615 w 5799173"/>
              <a:gd name="connsiteY27044" fmla="*/ 2259488 h 5017219"/>
              <a:gd name="connsiteX27045" fmla="*/ 2591615 w 5799173"/>
              <a:gd name="connsiteY27045" fmla="*/ 2260817 h 5017219"/>
              <a:gd name="connsiteX27046" fmla="*/ 2581977 w 5799173"/>
              <a:gd name="connsiteY27046" fmla="*/ 2277516 h 5017219"/>
              <a:gd name="connsiteX27047" fmla="*/ 2580814 w 5799173"/>
              <a:gd name="connsiteY27047" fmla="*/ 2278180 h 5017219"/>
              <a:gd name="connsiteX27048" fmla="*/ 2380847 w 5799173"/>
              <a:gd name="connsiteY27048" fmla="*/ 2229878 h 5017219"/>
              <a:gd name="connsiteX27049" fmla="*/ 2379684 w 5799173"/>
              <a:gd name="connsiteY27049" fmla="*/ 2229212 h 5017219"/>
              <a:gd name="connsiteX27050" fmla="*/ 2369964 w 5799173"/>
              <a:gd name="connsiteY27050" fmla="*/ 2212348 h 5017219"/>
              <a:gd name="connsiteX27051" fmla="*/ 2369964 w 5799173"/>
              <a:gd name="connsiteY27051" fmla="*/ 2210935 h 5017219"/>
              <a:gd name="connsiteX27052" fmla="*/ 2379684 w 5799173"/>
              <a:gd name="connsiteY27052" fmla="*/ 2194071 h 5017219"/>
              <a:gd name="connsiteX27053" fmla="*/ 2380847 w 5799173"/>
              <a:gd name="connsiteY27053" fmla="*/ 2193406 h 5017219"/>
              <a:gd name="connsiteX27054" fmla="*/ 2400288 w 5799173"/>
              <a:gd name="connsiteY27054" fmla="*/ 2193406 h 5017219"/>
              <a:gd name="connsiteX27055" fmla="*/ 2401451 w 5799173"/>
              <a:gd name="connsiteY27055" fmla="*/ 2194070 h 5017219"/>
              <a:gd name="connsiteX27056" fmla="*/ 2411171 w 5799173"/>
              <a:gd name="connsiteY27056" fmla="*/ 2210936 h 5017219"/>
              <a:gd name="connsiteX27057" fmla="*/ 2411171 w 5799173"/>
              <a:gd name="connsiteY27057" fmla="*/ 2212348 h 5017219"/>
              <a:gd name="connsiteX27058" fmla="*/ 2401451 w 5799173"/>
              <a:gd name="connsiteY27058" fmla="*/ 2229213 h 5017219"/>
              <a:gd name="connsiteX27059" fmla="*/ 2400288 w 5799173"/>
              <a:gd name="connsiteY27059" fmla="*/ 2229878 h 5017219"/>
              <a:gd name="connsiteX27060" fmla="*/ 2440951 w 5799173"/>
              <a:gd name="connsiteY27060" fmla="*/ 2246087 h 5017219"/>
              <a:gd name="connsiteX27061" fmla="*/ 2439788 w 5799173"/>
              <a:gd name="connsiteY27061" fmla="*/ 2245423 h 5017219"/>
              <a:gd name="connsiteX27062" fmla="*/ 2430068 w 5799173"/>
              <a:gd name="connsiteY27062" fmla="*/ 2228475 h 5017219"/>
              <a:gd name="connsiteX27063" fmla="*/ 2430068 w 5799173"/>
              <a:gd name="connsiteY27063" fmla="*/ 2227063 h 5017219"/>
              <a:gd name="connsiteX27064" fmla="*/ 2439871 w 5799173"/>
              <a:gd name="connsiteY27064" fmla="*/ 2210115 h 5017219"/>
              <a:gd name="connsiteX27065" fmla="*/ 2441034 w 5799173"/>
              <a:gd name="connsiteY27065" fmla="*/ 2209450 h 5017219"/>
              <a:gd name="connsiteX27066" fmla="*/ 2460558 w 5799173"/>
              <a:gd name="connsiteY27066" fmla="*/ 2209450 h 5017219"/>
              <a:gd name="connsiteX27067" fmla="*/ 2461721 w 5799173"/>
              <a:gd name="connsiteY27067" fmla="*/ 2210115 h 5017219"/>
              <a:gd name="connsiteX27068" fmla="*/ 2471441 w 5799173"/>
              <a:gd name="connsiteY27068" fmla="*/ 2227063 h 5017219"/>
              <a:gd name="connsiteX27069" fmla="*/ 2471441 w 5799173"/>
              <a:gd name="connsiteY27069" fmla="*/ 2228474 h 5017219"/>
              <a:gd name="connsiteX27070" fmla="*/ 2461638 w 5799173"/>
              <a:gd name="connsiteY27070" fmla="*/ 2245423 h 5017219"/>
              <a:gd name="connsiteX27071" fmla="*/ 2460475 w 5799173"/>
              <a:gd name="connsiteY27071" fmla="*/ 2246088 h 5017219"/>
              <a:gd name="connsiteX27072" fmla="*/ 2621407 w 5799173"/>
              <a:gd name="connsiteY27072" fmla="*/ 2294703 h 5017219"/>
              <a:gd name="connsiteX27073" fmla="*/ 2620244 w 5799173"/>
              <a:gd name="connsiteY27073" fmla="*/ 2294038 h 5017219"/>
              <a:gd name="connsiteX27074" fmla="*/ 2610357 w 5799173"/>
              <a:gd name="connsiteY27074" fmla="*/ 2276924 h 5017219"/>
              <a:gd name="connsiteX27075" fmla="*/ 2610357 w 5799173"/>
              <a:gd name="connsiteY27075" fmla="*/ 2275511 h 5017219"/>
              <a:gd name="connsiteX27076" fmla="*/ 2620244 w 5799173"/>
              <a:gd name="connsiteY27076" fmla="*/ 2258398 h 5017219"/>
              <a:gd name="connsiteX27077" fmla="*/ 2621408 w 5799173"/>
              <a:gd name="connsiteY27077" fmla="*/ 2257733 h 5017219"/>
              <a:gd name="connsiteX27078" fmla="*/ 2641097 w 5799173"/>
              <a:gd name="connsiteY27078" fmla="*/ 2257733 h 5017219"/>
              <a:gd name="connsiteX27079" fmla="*/ 2642260 w 5799173"/>
              <a:gd name="connsiteY27079" fmla="*/ 2258398 h 5017219"/>
              <a:gd name="connsiteX27080" fmla="*/ 2652147 w 5799173"/>
              <a:gd name="connsiteY27080" fmla="*/ 2275512 h 5017219"/>
              <a:gd name="connsiteX27081" fmla="*/ 2652146 w 5799173"/>
              <a:gd name="connsiteY27081" fmla="*/ 2276924 h 5017219"/>
              <a:gd name="connsiteX27082" fmla="*/ 2642260 w 5799173"/>
              <a:gd name="connsiteY27082" fmla="*/ 2294039 h 5017219"/>
              <a:gd name="connsiteX27083" fmla="*/ 2641097 w 5799173"/>
              <a:gd name="connsiteY27083" fmla="*/ 2294703 h 5017219"/>
              <a:gd name="connsiteX27084" fmla="*/ 4908483 w 5799173"/>
              <a:gd name="connsiteY27084" fmla="*/ 2907523 h 5017219"/>
              <a:gd name="connsiteX27085" fmla="*/ 4907320 w 5799173"/>
              <a:gd name="connsiteY27085" fmla="*/ 2906859 h 5017219"/>
              <a:gd name="connsiteX27086" fmla="*/ 4897434 w 5799173"/>
              <a:gd name="connsiteY27086" fmla="*/ 2889744 h 5017219"/>
              <a:gd name="connsiteX27087" fmla="*/ 4897434 w 5799173"/>
              <a:gd name="connsiteY27087" fmla="*/ 2888332 h 5017219"/>
              <a:gd name="connsiteX27088" fmla="*/ 4907320 w 5799173"/>
              <a:gd name="connsiteY27088" fmla="*/ 2871218 h 5017219"/>
              <a:gd name="connsiteX27089" fmla="*/ 4908483 w 5799173"/>
              <a:gd name="connsiteY27089" fmla="*/ 2870553 h 5017219"/>
              <a:gd name="connsiteX27090" fmla="*/ 4928174 w 5799173"/>
              <a:gd name="connsiteY27090" fmla="*/ 2870553 h 5017219"/>
              <a:gd name="connsiteX27091" fmla="*/ 4929337 w 5799173"/>
              <a:gd name="connsiteY27091" fmla="*/ 2871218 h 5017219"/>
              <a:gd name="connsiteX27092" fmla="*/ 4939224 w 5799173"/>
              <a:gd name="connsiteY27092" fmla="*/ 2888332 h 5017219"/>
              <a:gd name="connsiteX27093" fmla="*/ 4939223 w 5799173"/>
              <a:gd name="connsiteY27093" fmla="*/ 2889744 h 5017219"/>
              <a:gd name="connsiteX27094" fmla="*/ 4929336 w 5799173"/>
              <a:gd name="connsiteY27094" fmla="*/ 2906859 h 5017219"/>
              <a:gd name="connsiteX27095" fmla="*/ 4928174 w 5799173"/>
              <a:gd name="connsiteY27095" fmla="*/ 2907523 h 5017219"/>
              <a:gd name="connsiteX27096" fmla="*/ 3945359 w 5799173"/>
              <a:gd name="connsiteY27096" fmla="*/ 2649757 h 5017219"/>
              <a:gd name="connsiteX27097" fmla="*/ 3944113 w 5799173"/>
              <a:gd name="connsiteY27097" fmla="*/ 2649009 h 5017219"/>
              <a:gd name="connsiteX27098" fmla="*/ 3934142 w 5799173"/>
              <a:gd name="connsiteY27098" fmla="*/ 2631646 h 5017219"/>
              <a:gd name="connsiteX27099" fmla="*/ 3934143 w 5799173"/>
              <a:gd name="connsiteY27099" fmla="*/ 2630233 h 5017219"/>
              <a:gd name="connsiteX27100" fmla="*/ 3944195 w 5799173"/>
              <a:gd name="connsiteY27100" fmla="*/ 2612870 h 5017219"/>
              <a:gd name="connsiteX27101" fmla="*/ 3945442 w 5799173"/>
              <a:gd name="connsiteY27101" fmla="*/ 2612122 h 5017219"/>
              <a:gd name="connsiteX27102" fmla="*/ 3965464 w 5799173"/>
              <a:gd name="connsiteY27102" fmla="*/ 2612122 h 5017219"/>
              <a:gd name="connsiteX27103" fmla="*/ 3966710 w 5799173"/>
              <a:gd name="connsiteY27103" fmla="*/ 2612870 h 5017219"/>
              <a:gd name="connsiteX27104" fmla="*/ 3976679 w 5799173"/>
              <a:gd name="connsiteY27104" fmla="*/ 2630233 h 5017219"/>
              <a:gd name="connsiteX27105" fmla="*/ 3976679 w 5799173"/>
              <a:gd name="connsiteY27105" fmla="*/ 2631646 h 5017219"/>
              <a:gd name="connsiteX27106" fmla="*/ 3966626 w 5799173"/>
              <a:gd name="connsiteY27106" fmla="*/ 2649009 h 5017219"/>
              <a:gd name="connsiteX27107" fmla="*/ 3965380 w 5799173"/>
              <a:gd name="connsiteY27107" fmla="*/ 2649757 h 5017219"/>
              <a:gd name="connsiteX27108" fmla="*/ 514741 w 5799173"/>
              <a:gd name="connsiteY27108" fmla="*/ 1730609 h 5017219"/>
              <a:gd name="connsiteX27109" fmla="*/ 513495 w 5799173"/>
              <a:gd name="connsiteY27109" fmla="*/ 1729861 h 5017219"/>
              <a:gd name="connsiteX27110" fmla="*/ 503444 w 5799173"/>
              <a:gd name="connsiteY27110" fmla="*/ 1712415 h 5017219"/>
              <a:gd name="connsiteX27111" fmla="*/ 503444 w 5799173"/>
              <a:gd name="connsiteY27111" fmla="*/ 1711002 h 5017219"/>
              <a:gd name="connsiteX27112" fmla="*/ 513496 w 5799173"/>
              <a:gd name="connsiteY27112" fmla="*/ 1693556 h 5017219"/>
              <a:gd name="connsiteX27113" fmla="*/ 514742 w 5799173"/>
              <a:gd name="connsiteY27113" fmla="*/ 1692808 h 5017219"/>
              <a:gd name="connsiteX27114" fmla="*/ 534848 w 5799173"/>
              <a:gd name="connsiteY27114" fmla="*/ 1692808 h 5017219"/>
              <a:gd name="connsiteX27115" fmla="*/ 536094 w 5799173"/>
              <a:gd name="connsiteY27115" fmla="*/ 1693556 h 5017219"/>
              <a:gd name="connsiteX27116" fmla="*/ 546147 w 5799173"/>
              <a:gd name="connsiteY27116" fmla="*/ 1711002 h 5017219"/>
              <a:gd name="connsiteX27117" fmla="*/ 546146 w 5799173"/>
              <a:gd name="connsiteY27117" fmla="*/ 1712415 h 5017219"/>
              <a:gd name="connsiteX27118" fmla="*/ 536093 w 5799173"/>
              <a:gd name="connsiteY27118" fmla="*/ 1729861 h 5017219"/>
              <a:gd name="connsiteX27119" fmla="*/ 534847 w 5799173"/>
              <a:gd name="connsiteY27119" fmla="*/ 1730609 h 5017219"/>
              <a:gd name="connsiteX27120" fmla="*/ 574928 w 5799173"/>
              <a:gd name="connsiteY27120" fmla="*/ 1746736 h 5017219"/>
              <a:gd name="connsiteX27121" fmla="*/ 573682 w 5799173"/>
              <a:gd name="connsiteY27121" fmla="*/ 1745988 h 5017219"/>
              <a:gd name="connsiteX27122" fmla="*/ 563631 w 5799173"/>
              <a:gd name="connsiteY27122" fmla="*/ 1728542 h 5017219"/>
              <a:gd name="connsiteX27123" fmla="*/ 563631 w 5799173"/>
              <a:gd name="connsiteY27123" fmla="*/ 1727129 h 5017219"/>
              <a:gd name="connsiteX27124" fmla="*/ 573683 w 5799173"/>
              <a:gd name="connsiteY27124" fmla="*/ 1709683 h 5017219"/>
              <a:gd name="connsiteX27125" fmla="*/ 574929 w 5799173"/>
              <a:gd name="connsiteY27125" fmla="*/ 1708935 h 5017219"/>
              <a:gd name="connsiteX27126" fmla="*/ 595035 w 5799173"/>
              <a:gd name="connsiteY27126" fmla="*/ 1708935 h 5017219"/>
              <a:gd name="connsiteX27127" fmla="*/ 596281 w 5799173"/>
              <a:gd name="connsiteY27127" fmla="*/ 1709683 h 5017219"/>
              <a:gd name="connsiteX27128" fmla="*/ 606334 w 5799173"/>
              <a:gd name="connsiteY27128" fmla="*/ 1727129 h 5017219"/>
              <a:gd name="connsiteX27129" fmla="*/ 606333 w 5799173"/>
              <a:gd name="connsiteY27129" fmla="*/ 1728542 h 5017219"/>
              <a:gd name="connsiteX27130" fmla="*/ 596280 w 5799173"/>
              <a:gd name="connsiteY27130" fmla="*/ 1745988 h 5017219"/>
              <a:gd name="connsiteX27131" fmla="*/ 595034 w 5799173"/>
              <a:gd name="connsiteY27131" fmla="*/ 1746736 h 5017219"/>
              <a:gd name="connsiteX27132" fmla="*/ 1056418 w 5799173"/>
              <a:gd name="connsiteY27132" fmla="*/ 1875751 h 5017219"/>
              <a:gd name="connsiteX27133" fmla="*/ 1055173 w 5799173"/>
              <a:gd name="connsiteY27133" fmla="*/ 1875003 h 5017219"/>
              <a:gd name="connsiteX27134" fmla="*/ 1045120 w 5799173"/>
              <a:gd name="connsiteY27134" fmla="*/ 1857557 h 5017219"/>
              <a:gd name="connsiteX27135" fmla="*/ 1045121 w 5799173"/>
              <a:gd name="connsiteY27135" fmla="*/ 1856144 h 5017219"/>
              <a:gd name="connsiteX27136" fmla="*/ 1055172 w 5799173"/>
              <a:gd name="connsiteY27136" fmla="*/ 1838698 h 5017219"/>
              <a:gd name="connsiteX27137" fmla="*/ 1056418 w 5799173"/>
              <a:gd name="connsiteY27137" fmla="*/ 1837950 h 5017219"/>
              <a:gd name="connsiteX27138" fmla="*/ 1076525 w 5799173"/>
              <a:gd name="connsiteY27138" fmla="*/ 1837950 h 5017219"/>
              <a:gd name="connsiteX27139" fmla="*/ 1077771 w 5799173"/>
              <a:gd name="connsiteY27139" fmla="*/ 1838698 h 5017219"/>
              <a:gd name="connsiteX27140" fmla="*/ 1087823 w 5799173"/>
              <a:gd name="connsiteY27140" fmla="*/ 1856144 h 5017219"/>
              <a:gd name="connsiteX27141" fmla="*/ 1087823 w 5799173"/>
              <a:gd name="connsiteY27141" fmla="*/ 1857557 h 5017219"/>
              <a:gd name="connsiteX27142" fmla="*/ 1077771 w 5799173"/>
              <a:gd name="connsiteY27142" fmla="*/ 1875003 h 5017219"/>
              <a:gd name="connsiteX27143" fmla="*/ 1076525 w 5799173"/>
              <a:gd name="connsiteY27143" fmla="*/ 1875751 h 5017219"/>
              <a:gd name="connsiteX27144" fmla="*/ 3162771 w 5799173"/>
              <a:gd name="connsiteY27144" fmla="*/ 2440356 h 5017219"/>
              <a:gd name="connsiteX27145" fmla="*/ 3161525 w 5799173"/>
              <a:gd name="connsiteY27145" fmla="*/ 2439609 h 5017219"/>
              <a:gd name="connsiteX27146" fmla="*/ 3151389 w 5799173"/>
              <a:gd name="connsiteY27146" fmla="*/ 2421996 h 5017219"/>
              <a:gd name="connsiteX27147" fmla="*/ 3151389 w 5799173"/>
              <a:gd name="connsiteY27147" fmla="*/ 2420584 h 5017219"/>
              <a:gd name="connsiteX27148" fmla="*/ 3161607 w 5799173"/>
              <a:gd name="connsiteY27148" fmla="*/ 2402971 h 5017219"/>
              <a:gd name="connsiteX27149" fmla="*/ 3162854 w 5799173"/>
              <a:gd name="connsiteY27149" fmla="*/ 2402223 h 5017219"/>
              <a:gd name="connsiteX27150" fmla="*/ 3183208 w 5799173"/>
              <a:gd name="connsiteY27150" fmla="*/ 2402223 h 5017219"/>
              <a:gd name="connsiteX27151" fmla="*/ 3184454 w 5799173"/>
              <a:gd name="connsiteY27151" fmla="*/ 2402971 h 5017219"/>
              <a:gd name="connsiteX27152" fmla="*/ 3194590 w 5799173"/>
              <a:gd name="connsiteY27152" fmla="*/ 2420584 h 5017219"/>
              <a:gd name="connsiteX27153" fmla="*/ 3194590 w 5799173"/>
              <a:gd name="connsiteY27153" fmla="*/ 2421996 h 5017219"/>
              <a:gd name="connsiteX27154" fmla="*/ 3184371 w 5799173"/>
              <a:gd name="connsiteY27154" fmla="*/ 2439609 h 5017219"/>
              <a:gd name="connsiteX27155" fmla="*/ 3183125 w 5799173"/>
              <a:gd name="connsiteY27155" fmla="*/ 2440356 h 5017219"/>
              <a:gd name="connsiteX27156" fmla="*/ 875672 w 5799173"/>
              <a:gd name="connsiteY27156" fmla="*/ 1827698 h 5017219"/>
              <a:gd name="connsiteX27157" fmla="*/ 874427 w 5799173"/>
              <a:gd name="connsiteY27157" fmla="*/ 1826952 h 5017219"/>
              <a:gd name="connsiteX27158" fmla="*/ 864208 w 5799173"/>
              <a:gd name="connsiteY27158" fmla="*/ 1809256 h 5017219"/>
              <a:gd name="connsiteX27159" fmla="*/ 864207 w 5799173"/>
              <a:gd name="connsiteY27159" fmla="*/ 1807844 h 5017219"/>
              <a:gd name="connsiteX27160" fmla="*/ 874426 w 5799173"/>
              <a:gd name="connsiteY27160" fmla="*/ 1790148 h 5017219"/>
              <a:gd name="connsiteX27161" fmla="*/ 875673 w 5799173"/>
              <a:gd name="connsiteY27161" fmla="*/ 1789400 h 5017219"/>
              <a:gd name="connsiteX27162" fmla="*/ 896110 w 5799173"/>
              <a:gd name="connsiteY27162" fmla="*/ 1789400 h 5017219"/>
              <a:gd name="connsiteX27163" fmla="*/ 897357 w 5799173"/>
              <a:gd name="connsiteY27163" fmla="*/ 1790148 h 5017219"/>
              <a:gd name="connsiteX27164" fmla="*/ 907575 w 5799173"/>
              <a:gd name="connsiteY27164" fmla="*/ 1807844 h 5017219"/>
              <a:gd name="connsiteX27165" fmla="*/ 907574 w 5799173"/>
              <a:gd name="connsiteY27165" fmla="*/ 1809255 h 5017219"/>
              <a:gd name="connsiteX27166" fmla="*/ 897356 w 5799173"/>
              <a:gd name="connsiteY27166" fmla="*/ 1826952 h 5017219"/>
              <a:gd name="connsiteX27167" fmla="*/ 896109 w 5799173"/>
              <a:gd name="connsiteY27167" fmla="*/ 1827699 h 5017219"/>
              <a:gd name="connsiteX27168" fmla="*/ 5449826 w 5799173"/>
              <a:gd name="connsiteY27168" fmla="*/ 3053339 h 5017219"/>
              <a:gd name="connsiteX27169" fmla="*/ 5448580 w 5799173"/>
              <a:gd name="connsiteY27169" fmla="*/ 3052592 h 5017219"/>
              <a:gd name="connsiteX27170" fmla="*/ 5438361 w 5799173"/>
              <a:gd name="connsiteY27170" fmla="*/ 3034896 h 5017219"/>
              <a:gd name="connsiteX27171" fmla="*/ 5438361 w 5799173"/>
              <a:gd name="connsiteY27171" fmla="*/ 3033484 h 5017219"/>
              <a:gd name="connsiteX27172" fmla="*/ 5448580 w 5799173"/>
              <a:gd name="connsiteY27172" fmla="*/ 3015788 h 5017219"/>
              <a:gd name="connsiteX27173" fmla="*/ 5449826 w 5799173"/>
              <a:gd name="connsiteY27173" fmla="*/ 3015040 h 5017219"/>
              <a:gd name="connsiteX27174" fmla="*/ 5470263 w 5799173"/>
              <a:gd name="connsiteY27174" fmla="*/ 3015040 h 5017219"/>
              <a:gd name="connsiteX27175" fmla="*/ 5471509 w 5799173"/>
              <a:gd name="connsiteY27175" fmla="*/ 3015788 h 5017219"/>
              <a:gd name="connsiteX27176" fmla="*/ 5481728 w 5799173"/>
              <a:gd name="connsiteY27176" fmla="*/ 3033484 h 5017219"/>
              <a:gd name="connsiteX27177" fmla="*/ 5481728 w 5799173"/>
              <a:gd name="connsiteY27177" fmla="*/ 3034896 h 5017219"/>
              <a:gd name="connsiteX27178" fmla="*/ 5471509 w 5799173"/>
              <a:gd name="connsiteY27178" fmla="*/ 3052592 h 5017219"/>
              <a:gd name="connsiteX27179" fmla="*/ 5470263 w 5799173"/>
              <a:gd name="connsiteY27179" fmla="*/ 3053339 h 5017219"/>
              <a:gd name="connsiteX27180" fmla="*/ 5389558 w 5799173"/>
              <a:gd name="connsiteY27180" fmla="*/ 3037287 h 5017219"/>
              <a:gd name="connsiteX27181" fmla="*/ 5388312 w 5799173"/>
              <a:gd name="connsiteY27181" fmla="*/ 3036539 h 5017219"/>
              <a:gd name="connsiteX27182" fmla="*/ 5378010 w 5799173"/>
              <a:gd name="connsiteY27182" fmla="*/ 3018760 h 5017219"/>
              <a:gd name="connsiteX27183" fmla="*/ 5378010 w 5799173"/>
              <a:gd name="connsiteY27183" fmla="*/ 3017348 h 5017219"/>
              <a:gd name="connsiteX27184" fmla="*/ 5388312 w 5799173"/>
              <a:gd name="connsiteY27184" fmla="*/ 2999569 h 5017219"/>
              <a:gd name="connsiteX27185" fmla="*/ 5389558 w 5799173"/>
              <a:gd name="connsiteY27185" fmla="*/ 2998821 h 5017219"/>
              <a:gd name="connsiteX27186" fmla="*/ 5410078 w 5799173"/>
              <a:gd name="connsiteY27186" fmla="*/ 2998821 h 5017219"/>
              <a:gd name="connsiteX27187" fmla="*/ 5411325 w 5799173"/>
              <a:gd name="connsiteY27187" fmla="*/ 2999569 h 5017219"/>
              <a:gd name="connsiteX27188" fmla="*/ 5421626 w 5799173"/>
              <a:gd name="connsiteY27188" fmla="*/ 3017348 h 5017219"/>
              <a:gd name="connsiteX27189" fmla="*/ 5421626 w 5799173"/>
              <a:gd name="connsiteY27189" fmla="*/ 3018760 h 5017219"/>
              <a:gd name="connsiteX27190" fmla="*/ 5411325 w 5799173"/>
              <a:gd name="connsiteY27190" fmla="*/ 3036539 h 5017219"/>
              <a:gd name="connsiteX27191" fmla="*/ 5410078 w 5799173"/>
              <a:gd name="connsiteY27191" fmla="*/ 3037287 h 5017219"/>
              <a:gd name="connsiteX27192" fmla="*/ 4968263 w 5799173"/>
              <a:gd name="connsiteY27192" fmla="*/ 2924505 h 5017219"/>
              <a:gd name="connsiteX27193" fmla="*/ 4967017 w 5799173"/>
              <a:gd name="connsiteY27193" fmla="*/ 2923757 h 5017219"/>
              <a:gd name="connsiteX27194" fmla="*/ 4956715 w 5799173"/>
              <a:gd name="connsiteY27194" fmla="*/ 2905895 h 5017219"/>
              <a:gd name="connsiteX27195" fmla="*/ 4956715 w 5799173"/>
              <a:gd name="connsiteY27195" fmla="*/ 2904400 h 5017219"/>
              <a:gd name="connsiteX27196" fmla="*/ 4967017 w 5799173"/>
              <a:gd name="connsiteY27196" fmla="*/ 2886538 h 5017219"/>
              <a:gd name="connsiteX27197" fmla="*/ 4968263 w 5799173"/>
              <a:gd name="connsiteY27197" fmla="*/ 2885790 h 5017219"/>
              <a:gd name="connsiteX27198" fmla="*/ 4988950 w 5799173"/>
              <a:gd name="connsiteY27198" fmla="*/ 2885790 h 5017219"/>
              <a:gd name="connsiteX27199" fmla="*/ 4990196 w 5799173"/>
              <a:gd name="connsiteY27199" fmla="*/ 2886538 h 5017219"/>
              <a:gd name="connsiteX27200" fmla="*/ 5000498 w 5799173"/>
              <a:gd name="connsiteY27200" fmla="*/ 2904400 h 5017219"/>
              <a:gd name="connsiteX27201" fmla="*/ 5000498 w 5799173"/>
              <a:gd name="connsiteY27201" fmla="*/ 2905895 h 5017219"/>
              <a:gd name="connsiteX27202" fmla="*/ 4990196 w 5799173"/>
              <a:gd name="connsiteY27202" fmla="*/ 2923757 h 5017219"/>
              <a:gd name="connsiteX27203" fmla="*/ 4988950 w 5799173"/>
              <a:gd name="connsiteY27203" fmla="*/ 2924505 h 5017219"/>
              <a:gd name="connsiteX27204" fmla="*/ 5088553 w 5799173"/>
              <a:gd name="connsiteY27204" fmla="*/ 2956831 h 5017219"/>
              <a:gd name="connsiteX27205" fmla="*/ 5087307 w 5799173"/>
              <a:gd name="connsiteY27205" fmla="*/ 2956083 h 5017219"/>
              <a:gd name="connsiteX27206" fmla="*/ 5076922 w 5799173"/>
              <a:gd name="connsiteY27206" fmla="*/ 2938138 h 5017219"/>
              <a:gd name="connsiteX27207" fmla="*/ 5076922 w 5799173"/>
              <a:gd name="connsiteY27207" fmla="*/ 2936643 h 5017219"/>
              <a:gd name="connsiteX27208" fmla="*/ 5087307 w 5799173"/>
              <a:gd name="connsiteY27208" fmla="*/ 2918697 h 5017219"/>
              <a:gd name="connsiteX27209" fmla="*/ 5088553 w 5799173"/>
              <a:gd name="connsiteY27209" fmla="*/ 2917949 h 5017219"/>
              <a:gd name="connsiteX27210" fmla="*/ 5109323 w 5799173"/>
              <a:gd name="connsiteY27210" fmla="*/ 2917950 h 5017219"/>
              <a:gd name="connsiteX27211" fmla="*/ 5110569 w 5799173"/>
              <a:gd name="connsiteY27211" fmla="*/ 2918698 h 5017219"/>
              <a:gd name="connsiteX27212" fmla="*/ 5120954 w 5799173"/>
              <a:gd name="connsiteY27212" fmla="*/ 2936643 h 5017219"/>
              <a:gd name="connsiteX27213" fmla="*/ 5120954 w 5799173"/>
              <a:gd name="connsiteY27213" fmla="*/ 2938138 h 5017219"/>
              <a:gd name="connsiteX27214" fmla="*/ 5110569 w 5799173"/>
              <a:gd name="connsiteY27214" fmla="*/ 2956082 h 5017219"/>
              <a:gd name="connsiteX27215" fmla="*/ 5109323 w 5799173"/>
              <a:gd name="connsiteY27215" fmla="*/ 2956830 h 5017219"/>
              <a:gd name="connsiteX27216" fmla="*/ 5148740 w 5799173"/>
              <a:gd name="connsiteY27216" fmla="*/ 2972958 h 5017219"/>
              <a:gd name="connsiteX27217" fmla="*/ 5147494 w 5799173"/>
              <a:gd name="connsiteY27217" fmla="*/ 2972210 h 5017219"/>
              <a:gd name="connsiteX27218" fmla="*/ 5137109 w 5799173"/>
              <a:gd name="connsiteY27218" fmla="*/ 2954265 h 5017219"/>
              <a:gd name="connsiteX27219" fmla="*/ 5137109 w 5799173"/>
              <a:gd name="connsiteY27219" fmla="*/ 2952770 h 5017219"/>
              <a:gd name="connsiteX27220" fmla="*/ 5147494 w 5799173"/>
              <a:gd name="connsiteY27220" fmla="*/ 2934824 h 5017219"/>
              <a:gd name="connsiteX27221" fmla="*/ 5148740 w 5799173"/>
              <a:gd name="connsiteY27221" fmla="*/ 2934077 h 5017219"/>
              <a:gd name="connsiteX27222" fmla="*/ 5169510 w 5799173"/>
              <a:gd name="connsiteY27222" fmla="*/ 2934077 h 5017219"/>
              <a:gd name="connsiteX27223" fmla="*/ 5170756 w 5799173"/>
              <a:gd name="connsiteY27223" fmla="*/ 2934825 h 5017219"/>
              <a:gd name="connsiteX27224" fmla="*/ 5181141 w 5799173"/>
              <a:gd name="connsiteY27224" fmla="*/ 2952770 h 5017219"/>
              <a:gd name="connsiteX27225" fmla="*/ 5181141 w 5799173"/>
              <a:gd name="connsiteY27225" fmla="*/ 2954265 h 5017219"/>
              <a:gd name="connsiteX27226" fmla="*/ 5170756 w 5799173"/>
              <a:gd name="connsiteY27226" fmla="*/ 2972209 h 5017219"/>
              <a:gd name="connsiteX27227" fmla="*/ 5169510 w 5799173"/>
              <a:gd name="connsiteY27227" fmla="*/ 2972957 h 5017219"/>
              <a:gd name="connsiteX27228" fmla="*/ 5269113 w 5799173"/>
              <a:gd name="connsiteY27228" fmla="*/ 3005211 h 5017219"/>
              <a:gd name="connsiteX27229" fmla="*/ 5267867 w 5799173"/>
              <a:gd name="connsiteY27229" fmla="*/ 3004463 h 5017219"/>
              <a:gd name="connsiteX27230" fmla="*/ 5257482 w 5799173"/>
              <a:gd name="connsiteY27230" fmla="*/ 2986518 h 5017219"/>
              <a:gd name="connsiteX27231" fmla="*/ 5257482 w 5799173"/>
              <a:gd name="connsiteY27231" fmla="*/ 2985023 h 5017219"/>
              <a:gd name="connsiteX27232" fmla="*/ 5267867 w 5799173"/>
              <a:gd name="connsiteY27232" fmla="*/ 2967078 h 5017219"/>
              <a:gd name="connsiteX27233" fmla="*/ 5269113 w 5799173"/>
              <a:gd name="connsiteY27233" fmla="*/ 2966330 h 5017219"/>
              <a:gd name="connsiteX27234" fmla="*/ 5289883 w 5799173"/>
              <a:gd name="connsiteY27234" fmla="*/ 2966330 h 5017219"/>
              <a:gd name="connsiteX27235" fmla="*/ 5291129 w 5799173"/>
              <a:gd name="connsiteY27235" fmla="*/ 2967078 h 5017219"/>
              <a:gd name="connsiteX27236" fmla="*/ 5301514 w 5799173"/>
              <a:gd name="connsiteY27236" fmla="*/ 2985023 h 5017219"/>
              <a:gd name="connsiteX27237" fmla="*/ 5301514 w 5799173"/>
              <a:gd name="connsiteY27237" fmla="*/ 2986518 h 5017219"/>
              <a:gd name="connsiteX27238" fmla="*/ 5291129 w 5799173"/>
              <a:gd name="connsiteY27238" fmla="*/ 3004463 h 5017219"/>
              <a:gd name="connsiteX27239" fmla="*/ 5289883 w 5799173"/>
              <a:gd name="connsiteY27239" fmla="*/ 3005211 h 5017219"/>
              <a:gd name="connsiteX27240" fmla="*/ 5329299 w 5799173"/>
              <a:gd name="connsiteY27240" fmla="*/ 3021338 h 5017219"/>
              <a:gd name="connsiteX27241" fmla="*/ 5328053 w 5799173"/>
              <a:gd name="connsiteY27241" fmla="*/ 3020590 h 5017219"/>
              <a:gd name="connsiteX27242" fmla="*/ 5317668 w 5799173"/>
              <a:gd name="connsiteY27242" fmla="*/ 3002645 h 5017219"/>
              <a:gd name="connsiteX27243" fmla="*/ 5317667 w 5799173"/>
              <a:gd name="connsiteY27243" fmla="*/ 3001150 h 5017219"/>
              <a:gd name="connsiteX27244" fmla="*/ 5328053 w 5799173"/>
              <a:gd name="connsiteY27244" fmla="*/ 2983205 h 5017219"/>
              <a:gd name="connsiteX27245" fmla="*/ 5329299 w 5799173"/>
              <a:gd name="connsiteY27245" fmla="*/ 2982457 h 5017219"/>
              <a:gd name="connsiteX27246" fmla="*/ 5350069 w 5799173"/>
              <a:gd name="connsiteY27246" fmla="*/ 2982457 h 5017219"/>
              <a:gd name="connsiteX27247" fmla="*/ 5351314 w 5799173"/>
              <a:gd name="connsiteY27247" fmla="*/ 2983205 h 5017219"/>
              <a:gd name="connsiteX27248" fmla="*/ 5361700 w 5799173"/>
              <a:gd name="connsiteY27248" fmla="*/ 3001150 h 5017219"/>
              <a:gd name="connsiteX27249" fmla="*/ 5361700 w 5799173"/>
              <a:gd name="connsiteY27249" fmla="*/ 3002645 h 5017219"/>
              <a:gd name="connsiteX27250" fmla="*/ 5351315 w 5799173"/>
              <a:gd name="connsiteY27250" fmla="*/ 3020590 h 5017219"/>
              <a:gd name="connsiteX27251" fmla="*/ 5350069 w 5799173"/>
              <a:gd name="connsiteY27251" fmla="*/ 3021338 h 5017219"/>
              <a:gd name="connsiteX27252" fmla="*/ 694876 w 5799173"/>
              <a:gd name="connsiteY27252" fmla="*/ 1779653 h 5017219"/>
              <a:gd name="connsiteX27253" fmla="*/ 693630 w 5799173"/>
              <a:gd name="connsiteY27253" fmla="*/ 1778906 h 5017219"/>
              <a:gd name="connsiteX27254" fmla="*/ 683244 w 5799173"/>
              <a:gd name="connsiteY27254" fmla="*/ 1760876 h 5017219"/>
              <a:gd name="connsiteX27255" fmla="*/ 683245 w 5799173"/>
              <a:gd name="connsiteY27255" fmla="*/ 1759382 h 5017219"/>
              <a:gd name="connsiteX27256" fmla="*/ 693713 w 5799173"/>
              <a:gd name="connsiteY27256" fmla="*/ 1741354 h 5017219"/>
              <a:gd name="connsiteX27257" fmla="*/ 694959 w 5799173"/>
              <a:gd name="connsiteY27257" fmla="*/ 1740606 h 5017219"/>
              <a:gd name="connsiteX27258" fmla="*/ 715811 w 5799173"/>
              <a:gd name="connsiteY27258" fmla="*/ 1740605 h 5017219"/>
              <a:gd name="connsiteX27259" fmla="*/ 717057 w 5799173"/>
              <a:gd name="connsiteY27259" fmla="*/ 1741353 h 5017219"/>
              <a:gd name="connsiteX27260" fmla="*/ 727443 w 5799173"/>
              <a:gd name="connsiteY27260" fmla="*/ 1759382 h 5017219"/>
              <a:gd name="connsiteX27261" fmla="*/ 727442 w 5799173"/>
              <a:gd name="connsiteY27261" fmla="*/ 1760876 h 5017219"/>
              <a:gd name="connsiteX27262" fmla="*/ 716974 w 5799173"/>
              <a:gd name="connsiteY27262" fmla="*/ 1778905 h 5017219"/>
              <a:gd name="connsiteX27263" fmla="*/ 715728 w 5799173"/>
              <a:gd name="connsiteY27263" fmla="*/ 1779652 h 5017219"/>
              <a:gd name="connsiteX27264" fmla="*/ 935621 w 5799173"/>
              <a:gd name="connsiteY27264" fmla="*/ 1844160 h 5017219"/>
              <a:gd name="connsiteX27265" fmla="*/ 934375 w 5799173"/>
              <a:gd name="connsiteY27265" fmla="*/ 1843413 h 5017219"/>
              <a:gd name="connsiteX27266" fmla="*/ 923989 w 5799173"/>
              <a:gd name="connsiteY27266" fmla="*/ 1825384 h 5017219"/>
              <a:gd name="connsiteX27267" fmla="*/ 923990 w 5799173"/>
              <a:gd name="connsiteY27267" fmla="*/ 1823889 h 5017219"/>
              <a:gd name="connsiteX27268" fmla="*/ 934458 w 5799173"/>
              <a:gd name="connsiteY27268" fmla="*/ 1805861 h 5017219"/>
              <a:gd name="connsiteX27269" fmla="*/ 935704 w 5799173"/>
              <a:gd name="connsiteY27269" fmla="*/ 1805113 h 5017219"/>
              <a:gd name="connsiteX27270" fmla="*/ 956557 w 5799173"/>
              <a:gd name="connsiteY27270" fmla="*/ 1805113 h 5017219"/>
              <a:gd name="connsiteX27271" fmla="*/ 957803 w 5799173"/>
              <a:gd name="connsiteY27271" fmla="*/ 1805861 h 5017219"/>
              <a:gd name="connsiteX27272" fmla="*/ 968188 w 5799173"/>
              <a:gd name="connsiteY27272" fmla="*/ 1823889 h 5017219"/>
              <a:gd name="connsiteX27273" fmla="*/ 968188 w 5799173"/>
              <a:gd name="connsiteY27273" fmla="*/ 1825384 h 5017219"/>
              <a:gd name="connsiteX27274" fmla="*/ 957720 w 5799173"/>
              <a:gd name="connsiteY27274" fmla="*/ 1843413 h 5017219"/>
              <a:gd name="connsiteX27275" fmla="*/ 956474 w 5799173"/>
              <a:gd name="connsiteY27275" fmla="*/ 1844160 h 5017219"/>
              <a:gd name="connsiteX27276" fmla="*/ 5028283 w 5799173"/>
              <a:gd name="connsiteY27276" fmla="*/ 2940786 h 5017219"/>
              <a:gd name="connsiteX27277" fmla="*/ 5027037 w 5799173"/>
              <a:gd name="connsiteY27277" fmla="*/ 2940039 h 5017219"/>
              <a:gd name="connsiteX27278" fmla="*/ 5016652 w 5799173"/>
              <a:gd name="connsiteY27278" fmla="*/ 2922010 h 5017219"/>
              <a:gd name="connsiteX27279" fmla="*/ 5016652 w 5799173"/>
              <a:gd name="connsiteY27279" fmla="*/ 2920515 h 5017219"/>
              <a:gd name="connsiteX27280" fmla="*/ 5027120 w 5799173"/>
              <a:gd name="connsiteY27280" fmla="*/ 2902487 h 5017219"/>
              <a:gd name="connsiteX27281" fmla="*/ 5028366 w 5799173"/>
              <a:gd name="connsiteY27281" fmla="*/ 2901739 h 5017219"/>
              <a:gd name="connsiteX27282" fmla="*/ 5049219 w 5799173"/>
              <a:gd name="connsiteY27282" fmla="*/ 2901739 h 5017219"/>
              <a:gd name="connsiteX27283" fmla="*/ 5050465 w 5799173"/>
              <a:gd name="connsiteY27283" fmla="*/ 2902487 h 5017219"/>
              <a:gd name="connsiteX27284" fmla="*/ 5060850 w 5799173"/>
              <a:gd name="connsiteY27284" fmla="*/ 2920515 h 5017219"/>
              <a:gd name="connsiteX27285" fmla="*/ 5060850 w 5799173"/>
              <a:gd name="connsiteY27285" fmla="*/ 2922010 h 5017219"/>
              <a:gd name="connsiteX27286" fmla="*/ 5050382 w 5799173"/>
              <a:gd name="connsiteY27286" fmla="*/ 2940039 h 5017219"/>
              <a:gd name="connsiteX27287" fmla="*/ 5049136 w 5799173"/>
              <a:gd name="connsiteY27287" fmla="*/ 2940786 h 5017219"/>
              <a:gd name="connsiteX27288" fmla="*/ 815247 w 5799173"/>
              <a:gd name="connsiteY27288" fmla="*/ 1811989 h 5017219"/>
              <a:gd name="connsiteX27289" fmla="*/ 814001 w 5799173"/>
              <a:gd name="connsiteY27289" fmla="*/ 1811241 h 5017219"/>
              <a:gd name="connsiteX27290" fmla="*/ 803533 w 5799173"/>
              <a:gd name="connsiteY27290" fmla="*/ 1793130 h 5017219"/>
              <a:gd name="connsiteX27291" fmla="*/ 803533 w 5799173"/>
              <a:gd name="connsiteY27291" fmla="*/ 1791635 h 5017219"/>
              <a:gd name="connsiteX27292" fmla="*/ 814001 w 5799173"/>
              <a:gd name="connsiteY27292" fmla="*/ 1773524 h 5017219"/>
              <a:gd name="connsiteX27293" fmla="*/ 815247 w 5799173"/>
              <a:gd name="connsiteY27293" fmla="*/ 1772776 h 5017219"/>
              <a:gd name="connsiteX27294" fmla="*/ 836183 w 5799173"/>
              <a:gd name="connsiteY27294" fmla="*/ 1772776 h 5017219"/>
              <a:gd name="connsiteX27295" fmla="*/ 837429 w 5799173"/>
              <a:gd name="connsiteY27295" fmla="*/ 1773524 h 5017219"/>
              <a:gd name="connsiteX27296" fmla="*/ 847898 w 5799173"/>
              <a:gd name="connsiteY27296" fmla="*/ 1791635 h 5017219"/>
              <a:gd name="connsiteX27297" fmla="*/ 847898 w 5799173"/>
              <a:gd name="connsiteY27297" fmla="*/ 1793130 h 5017219"/>
              <a:gd name="connsiteX27298" fmla="*/ 837429 w 5799173"/>
              <a:gd name="connsiteY27298" fmla="*/ 1811241 h 5017219"/>
              <a:gd name="connsiteX27299" fmla="*/ 836183 w 5799173"/>
              <a:gd name="connsiteY27299" fmla="*/ 1811989 h 5017219"/>
              <a:gd name="connsiteX27300" fmla="*/ 4606980 w 5799173"/>
              <a:gd name="connsiteY27300" fmla="*/ 2827981 h 5017219"/>
              <a:gd name="connsiteX27301" fmla="*/ 4605734 w 5799173"/>
              <a:gd name="connsiteY27301" fmla="*/ 2827233 h 5017219"/>
              <a:gd name="connsiteX27302" fmla="*/ 4595267 w 5799173"/>
              <a:gd name="connsiteY27302" fmla="*/ 2809122 h 5017219"/>
              <a:gd name="connsiteX27303" fmla="*/ 4595267 w 5799173"/>
              <a:gd name="connsiteY27303" fmla="*/ 2807627 h 5017219"/>
              <a:gd name="connsiteX27304" fmla="*/ 4605734 w 5799173"/>
              <a:gd name="connsiteY27304" fmla="*/ 2789516 h 5017219"/>
              <a:gd name="connsiteX27305" fmla="*/ 4606980 w 5799173"/>
              <a:gd name="connsiteY27305" fmla="*/ 2788768 h 5017219"/>
              <a:gd name="connsiteX27306" fmla="*/ 4627917 w 5799173"/>
              <a:gd name="connsiteY27306" fmla="*/ 2788768 h 5017219"/>
              <a:gd name="connsiteX27307" fmla="*/ 4629162 w 5799173"/>
              <a:gd name="connsiteY27307" fmla="*/ 2789516 h 5017219"/>
              <a:gd name="connsiteX27308" fmla="*/ 4639630 w 5799173"/>
              <a:gd name="connsiteY27308" fmla="*/ 2807627 h 5017219"/>
              <a:gd name="connsiteX27309" fmla="*/ 4639630 w 5799173"/>
              <a:gd name="connsiteY27309" fmla="*/ 2809122 h 5017219"/>
              <a:gd name="connsiteX27310" fmla="*/ 4629163 w 5799173"/>
              <a:gd name="connsiteY27310" fmla="*/ 2827233 h 5017219"/>
              <a:gd name="connsiteX27311" fmla="*/ 4627917 w 5799173"/>
              <a:gd name="connsiteY27311" fmla="*/ 2827981 h 5017219"/>
              <a:gd name="connsiteX27312" fmla="*/ 5208842 w 5799173"/>
              <a:gd name="connsiteY27312" fmla="*/ 2989249 h 5017219"/>
              <a:gd name="connsiteX27313" fmla="*/ 5207596 w 5799173"/>
              <a:gd name="connsiteY27313" fmla="*/ 2988501 h 5017219"/>
              <a:gd name="connsiteX27314" fmla="*/ 5197128 w 5799173"/>
              <a:gd name="connsiteY27314" fmla="*/ 2970390 h 5017219"/>
              <a:gd name="connsiteX27315" fmla="*/ 5197128 w 5799173"/>
              <a:gd name="connsiteY27315" fmla="*/ 2968895 h 5017219"/>
              <a:gd name="connsiteX27316" fmla="*/ 5207596 w 5799173"/>
              <a:gd name="connsiteY27316" fmla="*/ 2950784 h 5017219"/>
              <a:gd name="connsiteX27317" fmla="*/ 5208842 w 5799173"/>
              <a:gd name="connsiteY27317" fmla="*/ 2950036 h 5017219"/>
              <a:gd name="connsiteX27318" fmla="*/ 5229778 w 5799173"/>
              <a:gd name="connsiteY27318" fmla="*/ 2950036 h 5017219"/>
              <a:gd name="connsiteX27319" fmla="*/ 5231024 w 5799173"/>
              <a:gd name="connsiteY27319" fmla="*/ 2950784 h 5017219"/>
              <a:gd name="connsiteX27320" fmla="*/ 5241492 w 5799173"/>
              <a:gd name="connsiteY27320" fmla="*/ 2968895 h 5017219"/>
              <a:gd name="connsiteX27321" fmla="*/ 5241492 w 5799173"/>
              <a:gd name="connsiteY27321" fmla="*/ 2970390 h 5017219"/>
              <a:gd name="connsiteX27322" fmla="*/ 5231024 w 5799173"/>
              <a:gd name="connsiteY27322" fmla="*/ 2988501 h 5017219"/>
              <a:gd name="connsiteX27323" fmla="*/ 5229778 w 5799173"/>
              <a:gd name="connsiteY27323" fmla="*/ 2989249 h 5017219"/>
              <a:gd name="connsiteX27324" fmla="*/ 634629 w 5799173"/>
              <a:gd name="connsiteY27324" fmla="*/ 1763685 h 5017219"/>
              <a:gd name="connsiteX27325" fmla="*/ 633383 w 5799173"/>
              <a:gd name="connsiteY27325" fmla="*/ 1762937 h 5017219"/>
              <a:gd name="connsiteX27326" fmla="*/ 622832 w 5799173"/>
              <a:gd name="connsiteY27326" fmla="*/ 1744660 h 5017219"/>
              <a:gd name="connsiteX27327" fmla="*/ 622832 w 5799173"/>
              <a:gd name="connsiteY27327" fmla="*/ 1743164 h 5017219"/>
              <a:gd name="connsiteX27328" fmla="*/ 633383 w 5799173"/>
              <a:gd name="connsiteY27328" fmla="*/ 1724887 h 5017219"/>
              <a:gd name="connsiteX27329" fmla="*/ 634629 w 5799173"/>
              <a:gd name="connsiteY27329" fmla="*/ 1724139 h 5017219"/>
              <a:gd name="connsiteX27330" fmla="*/ 655647 w 5799173"/>
              <a:gd name="connsiteY27330" fmla="*/ 1724139 h 5017219"/>
              <a:gd name="connsiteX27331" fmla="*/ 656894 w 5799173"/>
              <a:gd name="connsiteY27331" fmla="*/ 1724887 h 5017219"/>
              <a:gd name="connsiteX27332" fmla="*/ 667445 w 5799173"/>
              <a:gd name="connsiteY27332" fmla="*/ 1743163 h 5017219"/>
              <a:gd name="connsiteX27333" fmla="*/ 667446 w 5799173"/>
              <a:gd name="connsiteY27333" fmla="*/ 1744660 h 5017219"/>
              <a:gd name="connsiteX27334" fmla="*/ 656894 w 5799173"/>
              <a:gd name="connsiteY27334" fmla="*/ 1762937 h 5017219"/>
              <a:gd name="connsiteX27335" fmla="*/ 655648 w 5799173"/>
              <a:gd name="connsiteY27335" fmla="*/ 1763685 h 5017219"/>
              <a:gd name="connsiteX27336" fmla="*/ 754895 w 5799173"/>
              <a:gd name="connsiteY27336" fmla="*/ 1796195 h 5017219"/>
              <a:gd name="connsiteX27337" fmla="*/ 753567 w 5799173"/>
              <a:gd name="connsiteY27337" fmla="*/ 1795447 h 5017219"/>
              <a:gd name="connsiteX27338" fmla="*/ 742933 w 5799173"/>
              <a:gd name="connsiteY27338" fmla="*/ 1777004 h 5017219"/>
              <a:gd name="connsiteX27339" fmla="*/ 742933 w 5799173"/>
              <a:gd name="connsiteY27339" fmla="*/ 1775508 h 5017219"/>
              <a:gd name="connsiteX27340" fmla="*/ 753567 w 5799173"/>
              <a:gd name="connsiteY27340" fmla="*/ 1757065 h 5017219"/>
              <a:gd name="connsiteX27341" fmla="*/ 754895 w 5799173"/>
              <a:gd name="connsiteY27341" fmla="*/ 1756317 h 5017219"/>
              <a:gd name="connsiteX27342" fmla="*/ 776164 w 5799173"/>
              <a:gd name="connsiteY27342" fmla="*/ 1756317 h 5017219"/>
              <a:gd name="connsiteX27343" fmla="*/ 777493 w 5799173"/>
              <a:gd name="connsiteY27343" fmla="*/ 1757065 h 5017219"/>
              <a:gd name="connsiteX27344" fmla="*/ 788128 w 5799173"/>
              <a:gd name="connsiteY27344" fmla="*/ 1775508 h 5017219"/>
              <a:gd name="connsiteX27345" fmla="*/ 788128 w 5799173"/>
              <a:gd name="connsiteY27345" fmla="*/ 1777004 h 5017219"/>
              <a:gd name="connsiteX27346" fmla="*/ 777493 w 5799173"/>
              <a:gd name="connsiteY27346" fmla="*/ 1795447 h 5017219"/>
              <a:gd name="connsiteX27347" fmla="*/ 776164 w 5799173"/>
              <a:gd name="connsiteY27347" fmla="*/ 1796195 h 5017219"/>
              <a:gd name="connsiteX27348" fmla="*/ 2861413 w 5799173"/>
              <a:gd name="connsiteY27348" fmla="*/ 2360635 h 5017219"/>
              <a:gd name="connsiteX27349" fmla="*/ 2860085 w 5799173"/>
              <a:gd name="connsiteY27349" fmla="*/ 2359887 h 5017219"/>
              <a:gd name="connsiteX27350" fmla="*/ 2849450 w 5799173"/>
              <a:gd name="connsiteY27350" fmla="*/ 2341444 h 5017219"/>
              <a:gd name="connsiteX27351" fmla="*/ 2849450 w 5799173"/>
              <a:gd name="connsiteY27351" fmla="*/ 2339948 h 5017219"/>
              <a:gd name="connsiteX27352" fmla="*/ 2860085 w 5799173"/>
              <a:gd name="connsiteY27352" fmla="*/ 2321505 h 5017219"/>
              <a:gd name="connsiteX27353" fmla="*/ 2861414 w 5799173"/>
              <a:gd name="connsiteY27353" fmla="*/ 2320757 h 5017219"/>
              <a:gd name="connsiteX27354" fmla="*/ 2882682 w 5799173"/>
              <a:gd name="connsiteY27354" fmla="*/ 2320757 h 5017219"/>
              <a:gd name="connsiteX27355" fmla="*/ 2884011 w 5799173"/>
              <a:gd name="connsiteY27355" fmla="*/ 2321505 h 5017219"/>
              <a:gd name="connsiteX27356" fmla="*/ 2894645 w 5799173"/>
              <a:gd name="connsiteY27356" fmla="*/ 2339948 h 5017219"/>
              <a:gd name="connsiteX27357" fmla="*/ 2894645 w 5799173"/>
              <a:gd name="connsiteY27357" fmla="*/ 2341444 h 5017219"/>
              <a:gd name="connsiteX27358" fmla="*/ 2884011 w 5799173"/>
              <a:gd name="connsiteY27358" fmla="*/ 2359887 h 5017219"/>
              <a:gd name="connsiteX27359" fmla="*/ 2882683 w 5799173"/>
              <a:gd name="connsiteY27359" fmla="*/ 2360635 h 5017219"/>
              <a:gd name="connsiteX27360" fmla="*/ 4185510 w 5799173"/>
              <a:gd name="connsiteY27360" fmla="*/ 2715426 h 5017219"/>
              <a:gd name="connsiteX27361" fmla="*/ 4184182 w 5799173"/>
              <a:gd name="connsiteY27361" fmla="*/ 2714678 h 5017219"/>
              <a:gd name="connsiteX27362" fmla="*/ 4173547 w 5799173"/>
              <a:gd name="connsiteY27362" fmla="*/ 2696235 h 5017219"/>
              <a:gd name="connsiteX27363" fmla="*/ 4173547 w 5799173"/>
              <a:gd name="connsiteY27363" fmla="*/ 2694739 h 5017219"/>
              <a:gd name="connsiteX27364" fmla="*/ 4184182 w 5799173"/>
              <a:gd name="connsiteY27364" fmla="*/ 2676296 h 5017219"/>
              <a:gd name="connsiteX27365" fmla="*/ 4185510 w 5799173"/>
              <a:gd name="connsiteY27365" fmla="*/ 2675548 h 5017219"/>
              <a:gd name="connsiteX27366" fmla="*/ 4206779 w 5799173"/>
              <a:gd name="connsiteY27366" fmla="*/ 2675548 h 5017219"/>
              <a:gd name="connsiteX27367" fmla="*/ 4208108 w 5799173"/>
              <a:gd name="connsiteY27367" fmla="*/ 2676296 h 5017219"/>
              <a:gd name="connsiteX27368" fmla="*/ 4218742 w 5799173"/>
              <a:gd name="connsiteY27368" fmla="*/ 2694739 h 5017219"/>
              <a:gd name="connsiteX27369" fmla="*/ 4218742 w 5799173"/>
              <a:gd name="connsiteY27369" fmla="*/ 2696235 h 5017219"/>
              <a:gd name="connsiteX27370" fmla="*/ 4208108 w 5799173"/>
              <a:gd name="connsiteY27370" fmla="*/ 2714678 h 5017219"/>
              <a:gd name="connsiteX27371" fmla="*/ 4206780 w 5799173"/>
              <a:gd name="connsiteY27371" fmla="*/ 2715426 h 5017219"/>
              <a:gd name="connsiteX27372" fmla="*/ 4305883 w 5799173"/>
              <a:gd name="connsiteY27372" fmla="*/ 2747679 h 5017219"/>
              <a:gd name="connsiteX27373" fmla="*/ 4304554 w 5799173"/>
              <a:gd name="connsiteY27373" fmla="*/ 2746932 h 5017219"/>
              <a:gd name="connsiteX27374" fmla="*/ 4293920 w 5799173"/>
              <a:gd name="connsiteY27374" fmla="*/ 2728489 h 5017219"/>
              <a:gd name="connsiteX27375" fmla="*/ 4293920 w 5799173"/>
              <a:gd name="connsiteY27375" fmla="*/ 2726993 h 5017219"/>
              <a:gd name="connsiteX27376" fmla="*/ 4304554 w 5799173"/>
              <a:gd name="connsiteY27376" fmla="*/ 2708550 h 5017219"/>
              <a:gd name="connsiteX27377" fmla="*/ 4305883 w 5799173"/>
              <a:gd name="connsiteY27377" fmla="*/ 2707802 h 5017219"/>
              <a:gd name="connsiteX27378" fmla="*/ 4327152 w 5799173"/>
              <a:gd name="connsiteY27378" fmla="*/ 2707801 h 5017219"/>
              <a:gd name="connsiteX27379" fmla="*/ 4328481 w 5799173"/>
              <a:gd name="connsiteY27379" fmla="*/ 2708550 h 5017219"/>
              <a:gd name="connsiteX27380" fmla="*/ 4339115 w 5799173"/>
              <a:gd name="connsiteY27380" fmla="*/ 2726993 h 5017219"/>
              <a:gd name="connsiteX27381" fmla="*/ 4339115 w 5799173"/>
              <a:gd name="connsiteY27381" fmla="*/ 2728489 h 5017219"/>
              <a:gd name="connsiteX27382" fmla="*/ 4328481 w 5799173"/>
              <a:gd name="connsiteY27382" fmla="*/ 2746932 h 5017219"/>
              <a:gd name="connsiteX27383" fmla="*/ 4327152 w 5799173"/>
              <a:gd name="connsiteY27383" fmla="*/ 2747680 h 5017219"/>
              <a:gd name="connsiteX27384" fmla="*/ 4004868 w 5799173"/>
              <a:gd name="connsiteY27384" fmla="*/ 2667127 h 5017219"/>
              <a:gd name="connsiteX27385" fmla="*/ 4003539 w 5799173"/>
              <a:gd name="connsiteY27385" fmla="*/ 2666380 h 5017219"/>
              <a:gd name="connsiteX27386" fmla="*/ 3992905 w 5799173"/>
              <a:gd name="connsiteY27386" fmla="*/ 2647853 h 5017219"/>
              <a:gd name="connsiteX27387" fmla="*/ 3992905 w 5799173"/>
              <a:gd name="connsiteY27387" fmla="*/ 2646357 h 5017219"/>
              <a:gd name="connsiteX27388" fmla="*/ 4003622 w 5799173"/>
              <a:gd name="connsiteY27388" fmla="*/ 2627831 h 5017219"/>
              <a:gd name="connsiteX27389" fmla="*/ 4004952 w 5799173"/>
              <a:gd name="connsiteY27389" fmla="*/ 2627083 h 5017219"/>
              <a:gd name="connsiteX27390" fmla="*/ 4026303 w 5799173"/>
              <a:gd name="connsiteY27390" fmla="*/ 2627083 h 5017219"/>
              <a:gd name="connsiteX27391" fmla="*/ 4027632 w 5799173"/>
              <a:gd name="connsiteY27391" fmla="*/ 2627831 h 5017219"/>
              <a:gd name="connsiteX27392" fmla="*/ 4038266 w 5799173"/>
              <a:gd name="connsiteY27392" fmla="*/ 2646357 h 5017219"/>
              <a:gd name="connsiteX27393" fmla="*/ 4038266 w 5799173"/>
              <a:gd name="connsiteY27393" fmla="*/ 2647853 h 5017219"/>
              <a:gd name="connsiteX27394" fmla="*/ 4027549 w 5799173"/>
              <a:gd name="connsiteY27394" fmla="*/ 2666380 h 5017219"/>
              <a:gd name="connsiteX27395" fmla="*/ 4026220 w 5799173"/>
              <a:gd name="connsiteY27395" fmla="*/ 2667127 h 5017219"/>
              <a:gd name="connsiteX27396" fmla="*/ 4365987 w 5799173"/>
              <a:gd name="connsiteY27396" fmla="*/ 2763972 h 5017219"/>
              <a:gd name="connsiteX27397" fmla="*/ 4364657 w 5799173"/>
              <a:gd name="connsiteY27397" fmla="*/ 2763224 h 5017219"/>
              <a:gd name="connsiteX27398" fmla="*/ 4353940 w 5799173"/>
              <a:gd name="connsiteY27398" fmla="*/ 2744615 h 5017219"/>
              <a:gd name="connsiteX27399" fmla="*/ 4353940 w 5799173"/>
              <a:gd name="connsiteY27399" fmla="*/ 2743119 h 5017219"/>
              <a:gd name="connsiteX27400" fmla="*/ 4364657 w 5799173"/>
              <a:gd name="connsiteY27400" fmla="*/ 2724510 h 5017219"/>
              <a:gd name="connsiteX27401" fmla="*/ 4365987 w 5799173"/>
              <a:gd name="connsiteY27401" fmla="*/ 2723762 h 5017219"/>
              <a:gd name="connsiteX27402" fmla="*/ 4387421 w 5799173"/>
              <a:gd name="connsiteY27402" fmla="*/ 2723762 h 5017219"/>
              <a:gd name="connsiteX27403" fmla="*/ 4388750 w 5799173"/>
              <a:gd name="connsiteY27403" fmla="*/ 2724510 h 5017219"/>
              <a:gd name="connsiteX27404" fmla="*/ 4399467 w 5799173"/>
              <a:gd name="connsiteY27404" fmla="*/ 2743119 h 5017219"/>
              <a:gd name="connsiteX27405" fmla="*/ 4399467 w 5799173"/>
              <a:gd name="connsiteY27405" fmla="*/ 2744615 h 5017219"/>
              <a:gd name="connsiteX27406" fmla="*/ 4388750 w 5799173"/>
              <a:gd name="connsiteY27406" fmla="*/ 2763224 h 5017219"/>
              <a:gd name="connsiteX27407" fmla="*/ 4387421 w 5799173"/>
              <a:gd name="connsiteY27407" fmla="*/ 2763972 h 5017219"/>
              <a:gd name="connsiteX27408" fmla="*/ 4065055 w 5799173"/>
              <a:gd name="connsiteY27408" fmla="*/ 2683338 h 5017219"/>
              <a:gd name="connsiteX27409" fmla="*/ 4063726 w 5799173"/>
              <a:gd name="connsiteY27409" fmla="*/ 2682590 h 5017219"/>
              <a:gd name="connsiteX27410" fmla="*/ 4053008 w 5799173"/>
              <a:gd name="connsiteY27410" fmla="*/ 2663980 h 5017219"/>
              <a:gd name="connsiteX27411" fmla="*/ 4053009 w 5799173"/>
              <a:gd name="connsiteY27411" fmla="*/ 2662485 h 5017219"/>
              <a:gd name="connsiteX27412" fmla="*/ 4063726 w 5799173"/>
              <a:gd name="connsiteY27412" fmla="*/ 2643875 h 5017219"/>
              <a:gd name="connsiteX27413" fmla="*/ 4065055 w 5799173"/>
              <a:gd name="connsiteY27413" fmla="*/ 2643127 h 5017219"/>
              <a:gd name="connsiteX27414" fmla="*/ 4086490 w 5799173"/>
              <a:gd name="connsiteY27414" fmla="*/ 2643127 h 5017219"/>
              <a:gd name="connsiteX27415" fmla="*/ 4087819 w 5799173"/>
              <a:gd name="connsiteY27415" fmla="*/ 2643875 h 5017219"/>
              <a:gd name="connsiteX27416" fmla="*/ 4098536 w 5799173"/>
              <a:gd name="connsiteY27416" fmla="*/ 2662485 h 5017219"/>
              <a:gd name="connsiteX27417" fmla="*/ 4098536 w 5799173"/>
              <a:gd name="connsiteY27417" fmla="*/ 2663980 h 5017219"/>
              <a:gd name="connsiteX27418" fmla="*/ 4087819 w 5799173"/>
              <a:gd name="connsiteY27418" fmla="*/ 2682590 h 5017219"/>
              <a:gd name="connsiteX27419" fmla="*/ 4086490 w 5799173"/>
              <a:gd name="connsiteY27419" fmla="*/ 2683338 h 5017219"/>
              <a:gd name="connsiteX27420" fmla="*/ 3222366 w 5799173"/>
              <a:gd name="connsiteY27420" fmla="*/ 2457644 h 5017219"/>
              <a:gd name="connsiteX27421" fmla="*/ 3221036 w 5799173"/>
              <a:gd name="connsiteY27421" fmla="*/ 2456897 h 5017219"/>
              <a:gd name="connsiteX27422" fmla="*/ 3210236 w 5799173"/>
              <a:gd name="connsiteY27422" fmla="*/ 2438204 h 5017219"/>
              <a:gd name="connsiteX27423" fmla="*/ 3210236 w 5799173"/>
              <a:gd name="connsiteY27423" fmla="*/ 2436708 h 5017219"/>
              <a:gd name="connsiteX27424" fmla="*/ 3221036 w 5799173"/>
              <a:gd name="connsiteY27424" fmla="*/ 2418016 h 5017219"/>
              <a:gd name="connsiteX27425" fmla="*/ 3222366 w 5799173"/>
              <a:gd name="connsiteY27425" fmla="*/ 2417268 h 5017219"/>
              <a:gd name="connsiteX27426" fmla="*/ 3243966 w 5799173"/>
              <a:gd name="connsiteY27426" fmla="*/ 2417268 h 5017219"/>
              <a:gd name="connsiteX27427" fmla="*/ 3245295 w 5799173"/>
              <a:gd name="connsiteY27427" fmla="*/ 2418016 h 5017219"/>
              <a:gd name="connsiteX27428" fmla="*/ 3256096 w 5799173"/>
              <a:gd name="connsiteY27428" fmla="*/ 2436708 h 5017219"/>
              <a:gd name="connsiteX27429" fmla="*/ 3256096 w 5799173"/>
              <a:gd name="connsiteY27429" fmla="*/ 2438204 h 5017219"/>
              <a:gd name="connsiteX27430" fmla="*/ 3245295 w 5799173"/>
              <a:gd name="connsiteY27430" fmla="*/ 2456897 h 5017219"/>
              <a:gd name="connsiteX27431" fmla="*/ 3243966 w 5799173"/>
              <a:gd name="connsiteY27431" fmla="*/ 2457644 h 5017219"/>
              <a:gd name="connsiteX27432" fmla="*/ 4426089 w 5799173"/>
              <a:gd name="connsiteY27432" fmla="*/ 2780181 h 5017219"/>
              <a:gd name="connsiteX27433" fmla="*/ 4424760 w 5799173"/>
              <a:gd name="connsiteY27433" fmla="*/ 2779434 h 5017219"/>
              <a:gd name="connsiteX27434" fmla="*/ 4413960 w 5799173"/>
              <a:gd name="connsiteY27434" fmla="*/ 2760741 h 5017219"/>
              <a:gd name="connsiteX27435" fmla="*/ 4413960 w 5799173"/>
              <a:gd name="connsiteY27435" fmla="*/ 2759245 h 5017219"/>
              <a:gd name="connsiteX27436" fmla="*/ 4424760 w 5799173"/>
              <a:gd name="connsiteY27436" fmla="*/ 2740553 h 5017219"/>
              <a:gd name="connsiteX27437" fmla="*/ 4426089 w 5799173"/>
              <a:gd name="connsiteY27437" fmla="*/ 2739805 h 5017219"/>
              <a:gd name="connsiteX27438" fmla="*/ 4447690 w 5799173"/>
              <a:gd name="connsiteY27438" fmla="*/ 2739805 h 5017219"/>
              <a:gd name="connsiteX27439" fmla="*/ 4449019 w 5799173"/>
              <a:gd name="connsiteY27439" fmla="*/ 2740553 h 5017219"/>
              <a:gd name="connsiteX27440" fmla="*/ 4459820 w 5799173"/>
              <a:gd name="connsiteY27440" fmla="*/ 2759245 h 5017219"/>
              <a:gd name="connsiteX27441" fmla="*/ 4459820 w 5799173"/>
              <a:gd name="connsiteY27441" fmla="*/ 2760741 h 5017219"/>
              <a:gd name="connsiteX27442" fmla="*/ 4449019 w 5799173"/>
              <a:gd name="connsiteY27442" fmla="*/ 2779434 h 5017219"/>
              <a:gd name="connsiteX27443" fmla="*/ 4447690 w 5799173"/>
              <a:gd name="connsiteY27443" fmla="*/ 2780181 h 5017219"/>
              <a:gd name="connsiteX27444" fmla="*/ 3523294 w 5799173"/>
              <a:gd name="connsiteY27444" fmla="*/ 2538374 h 5017219"/>
              <a:gd name="connsiteX27445" fmla="*/ 3521965 w 5799173"/>
              <a:gd name="connsiteY27445" fmla="*/ 2537626 h 5017219"/>
              <a:gd name="connsiteX27446" fmla="*/ 3511166 w 5799173"/>
              <a:gd name="connsiteY27446" fmla="*/ 2518850 h 5017219"/>
              <a:gd name="connsiteX27447" fmla="*/ 3511165 w 5799173"/>
              <a:gd name="connsiteY27447" fmla="*/ 2517355 h 5017219"/>
              <a:gd name="connsiteX27448" fmla="*/ 3521966 w 5799173"/>
              <a:gd name="connsiteY27448" fmla="*/ 2498579 h 5017219"/>
              <a:gd name="connsiteX27449" fmla="*/ 3523294 w 5799173"/>
              <a:gd name="connsiteY27449" fmla="*/ 2497831 h 5017219"/>
              <a:gd name="connsiteX27450" fmla="*/ 3544978 w 5799173"/>
              <a:gd name="connsiteY27450" fmla="*/ 2497831 h 5017219"/>
              <a:gd name="connsiteX27451" fmla="*/ 3546307 w 5799173"/>
              <a:gd name="connsiteY27451" fmla="*/ 2498579 h 5017219"/>
              <a:gd name="connsiteX27452" fmla="*/ 3557108 w 5799173"/>
              <a:gd name="connsiteY27452" fmla="*/ 2517355 h 5017219"/>
              <a:gd name="connsiteX27453" fmla="*/ 3557108 w 5799173"/>
              <a:gd name="connsiteY27453" fmla="*/ 2518850 h 5017219"/>
              <a:gd name="connsiteX27454" fmla="*/ 3546307 w 5799173"/>
              <a:gd name="connsiteY27454" fmla="*/ 2537626 h 5017219"/>
              <a:gd name="connsiteX27455" fmla="*/ 3544978 w 5799173"/>
              <a:gd name="connsiteY27455" fmla="*/ 2538374 h 5017219"/>
              <a:gd name="connsiteX27456" fmla="*/ 4125156 w 5799173"/>
              <a:gd name="connsiteY27456" fmla="*/ 2699642 h 5017219"/>
              <a:gd name="connsiteX27457" fmla="*/ 4123827 w 5799173"/>
              <a:gd name="connsiteY27457" fmla="*/ 2698895 h 5017219"/>
              <a:gd name="connsiteX27458" fmla="*/ 4113027 w 5799173"/>
              <a:gd name="connsiteY27458" fmla="*/ 2680119 h 5017219"/>
              <a:gd name="connsiteX27459" fmla="*/ 4113027 w 5799173"/>
              <a:gd name="connsiteY27459" fmla="*/ 2678624 h 5017219"/>
              <a:gd name="connsiteX27460" fmla="*/ 4123827 w 5799173"/>
              <a:gd name="connsiteY27460" fmla="*/ 2659848 h 5017219"/>
              <a:gd name="connsiteX27461" fmla="*/ 4125156 w 5799173"/>
              <a:gd name="connsiteY27461" fmla="*/ 2659100 h 5017219"/>
              <a:gd name="connsiteX27462" fmla="*/ 4146840 w 5799173"/>
              <a:gd name="connsiteY27462" fmla="*/ 2659100 h 5017219"/>
              <a:gd name="connsiteX27463" fmla="*/ 4148169 w 5799173"/>
              <a:gd name="connsiteY27463" fmla="*/ 2659848 h 5017219"/>
              <a:gd name="connsiteX27464" fmla="*/ 4158970 w 5799173"/>
              <a:gd name="connsiteY27464" fmla="*/ 2678624 h 5017219"/>
              <a:gd name="connsiteX27465" fmla="*/ 4158970 w 5799173"/>
              <a:gd name="connsiteY27465" fmla="*/ 2680119 h 5017219"/>
              <a:gd name="connsiteX27466" fmla="*/ 4148169 w 5799173"/>
              <a:gd name="connsiteY27466" fmla="*/ 2698895 h 5017219"/>
              <a:gd name="connsiteX27467" fmla="*/ 4146840 w 5799173"/>
              <a:gd name="connsiteY27467" fmla="*/ 2699643 h 5017219"/>
              <a:gd name="connsiteX27468" fmla="*/ 4245528 w 5799173"/>
              <a:gd name="connsiteY27468" fmla="*/ 2731896 h 5017219"/>
              <a:gd name="connsiteX27469" fmla="*/ 4244200 w 5799173"/>
              <a:gd name="connsiteY27469" fmla="*/ 2731148 h 5017219"/>
              <a:gd name="connsiteX27470" fmla="*/ 4233400 w 5799173"/>
              <a:gd name="connsiteY27470" fmla="*/ 2712372 h 5017219"/>
              <a:gd name="connsiteX27471" fmla="*/ 4233400 w 5799173"/>
              <a:gd name="connsiteY27471" fmla="*/ 2710877 h 5017219"/>
              <a:gd name="connsiteX27472" fmla="*/ 4244200 w 5799173"/>
              <a:gd name="connsiteY27472" fmla="*/ 2692101 h 5017219"/>
              <a:gd name="connsiteX27473" fmla="*/ 4245529 w 5799173"/>
              <a:gd name="connsiteY27473" fmla="*/ 2691353 h 5017219"/>
              <a:gd name="connsiteX27474" fmla="*/ 4267213 w 5799173"/>
              <a:gd name="connsiteY27474" fmla="*/ 2691353 h 5017219"/>
              <a:gd name="connsiteX27475" fmla="*/ 4268542 w 5799173"/>
              <a:gd name="connsiteY27475" fmla="*/ 2692102 h 5017219"/>
              <a:gd name="connsiteX27476" fmla="*/ 4279343 w 5799173"/>
              <a:gd name="connsiteY27476" fmla="*/ 2710877 h 5017219"/>
              <a:gd name="connsiteX27477" fmla="*/ 4279343 w 5799173"/>
              <a:gd name="connsiteY27477" fmla="*/ 2712373 h 5017219"/>
              <a:gd name="connsiteX27478" fmla="*/ 4268542 w 5799173"/>
              <a:gd name="connsiteY27478" fmla="*/ 2731149 h 5017219"/>
              <a:gd name="connsiteX27479" fmla="*/ 4267213 w 5799173"/>
              <a:gd name="connsiteY27479" fmla="*/ 2731897 h 5017219"/>
              <a:gd name="connsiteX27480" fmla="*/ 3402852 w 5799173"/>
              <a:gd name="connsiteY27480" fmla="*/ 2506194 h 5017219"/>
              <a:gd name="connsiteX27481" fmla="*/ 3401522 w 5799173"/>
              <a:gd name="connsiteY27481" fmla="*/ 2505446 h 5017219"/>
              <a:gd name="connsiteX27482" fmla="*/ 3390639 w 5799173"/>
              <a:gd name="connsiteY27482" fmla="*/ 2486587 h 5017219"/>
              <a:gd name="connsiteX27483" fmla="*/ 3390639 w 5799173"/>
              <a:gd name="connsiteY27483" fmla="*/ 2485009 h 5017219"/>
              <a:gd name="connsiteX27484" fmla="*/ 3401522 w 5799173"/>
              <a:gd name="connsiteY27484" fmla="*/ 2466150 h 5017219"/>
              <a:gd name="connsiteX27485" fmla="*/ 3402852 w 5799173"/>
              <a:gd name="connsiteY27485" fmla="*/ 2465402 h 5017219"/>
              <a:gd name="connsiteX27486" fmla="*/ 3424618 w 5799173"/>
              <a:gd name="connsiteY27486" fmla="*/ 2465402 h 5017219"/>
              <a:gd name="connsiteX27487" fmla="*/ 3425948 w 5799173"/>
              <a:gd name="connsiteY27487" fmla="*/ 2466150 h 5017219"/>
              <a:gd name="connsiteX27488" fmla="*/ 3436831 w 5799173"/>
              <a:gd name="connsiteY27488" fmla="*/ 2485009 h 5017219"/>
              <a:gd name="connsiteX27489" fmla="*/ 3436831 w 5799173"/>
              <a:gd name="connsiteY27489" fmla="*/ 2486587 h 5017219"/>
              <a:gd name="connsiteX27490" fmla="*/ 3425948 w 5799173"/>
              <a:gd name="connsiteY27490" fmla="*/ 2505446 h 5017219"/>
              <a:gd name="connsiteX27491" fmla="*/ 3424618 w 5799173"/>
              <a:gd name="connsiteY27491" fmla="*/ 2506194 h 5017219"/>
              <a:gd name="connsiteX27492" fmla="*/ 4486099 w 5799173"/>
              <a:gd name="connsiteY27492" fmla="*/ 2796641 h 5017219"/>
              <a:gd name="connsiteX27493" fmla="*/ 4484769 w 5799173"/>
              <a:gd name="connsiteY27493" fmla="*/ 2795893 h 5017219"/>
              <a:gd name="connsiteX27494" fmla="*/ 4473886 w 5799173"/>
              <a:gd name="connsiteY27494" fmla="*/ 2776951 h 5017219"/>
              <a:gd name="connsiteX27495" fmla="*/ 4473886 w 5799173"/>
              <a:gd name="connsiteY27495" fmla="*/ 2775373 h 5017219"/>
              <a:gd name="connsiteX27496" fmla="*/ 4484852 w 5799173"/>
              <a:gd name="connsiteY27496" fmla="*/ 2756431 h 5017219"/>
              <a:gd name="connsiteX27497" fmla="*/ 4486182 w 5799173"/>
              <a:gd name="connsiteY27497" fmla="*/ 2755683 h 5017219"/>
              <a:gd name="connsiteX27498" fmla="*/ 4508032 w 5799173"/>
              <a:gd name="connsiteY27498" fmla="*/ 2755683 h 5017219"/>
              <a:gd name="connsiteX27499" fmla="*/ 4509361 w 5799173"/>
              <a:gd name="connsiteY27499" fmla="*/ 2756431 h 5017219"/>
              <a:gd name="connsiteX27500" fmla="*/ 4520244 w 5799173"/>
              <a:gd name="connsiteY27500" fmla="*/ 2775373 h 5017219"/>
              <a:gd name="connsiteX27501" fmla="*/ 4520244 w 5799173"/>
              <a:gd name="connsiteY27501" fmla="*/ 2776951 h 5017219"/>
              <a:gd name="connsiteX27502" fmla="*/ 4509278 w 5799173"/>
              <a:gd name="connsiteY27502" fmla="*/ 2795893 h 5017219"/>
              <a:gd name="connsiteX27503" fmla="*/ 4507948 w 5799173"/>
              <a:gd name="connsiteY27503" fmla="*/ 2796641 h 5017219"/>
              <a:gd name="connsiteX27504" fmla="*/ 3282292 w 5799173"/>
              <a:gd name="connsiteY27504" fmla="*/ 2474269 h 5017219"/>
              <a:gd name="connsiteX27505" fmla="*/ 3280963 w 5799173"/>
              <a:gd name="connsiteY27505" fmla="*/ 2473522 h 5017219"/>
              <a:gd name="connsiteX27506" fmla="*/ 3269913 w 5799173"/>
              <a:gd name="connsiteY27506" fmla="*/ 2454413 h 5017219"/>
              <a:gd name="connsiteX27507" fmla="*/ 3269913 w 5799173"/>
              <a:gd name="connsiteY27507" fmla="*/ 2452835 h 5017219"/>
              <a:gd name="connsiteX27508" fmla="*/ 3280963 w 5799173"/>
              <a:gd name="connsiteY27508" fmla="*/ 2433727 h 5017219"/>
              <a:gd name="connsiteX27509" fmla="*/ 3282292 w 5799173"/>
              <a:gd name="connsiteY27509" fmla="*/ 2432979 h 5017219"/>
              <a:gd name="connsiteX27510" fmla="*/ 3304391 w 5799173"/>
              <a:gd name="connsiteY27510" fmla="*/ 2432979 h 5017219"/>
              <a:gd name="connsiteX27511" fmla="*/ 3305720 w 5799173"/>
              <a:gd name="connsiteY27511" fmla="*/ 2433727 h 5017219"/>
              <a:gd name="connsiteX27512" fmla="*/ 3316770 w 5799173"/>
              <a:gd name="connsiteY27512" fmla="*/ 2452835 h 5017219"/>
              <a:gd name="connsiteX27513" fmla="*/ 3316770 w 5799173"/>
              <a:gd name="connsiteY27513" fmla="*/ 2454413 h 5017219"/>
              <a:gd name="connsiteX27514" fmla="*/ 3305720 w 5799173"/>
              <a:gd name="connsiteY27514" fmla="*/ 2473522 h 5017219"/>
              <a:gd name="connsiteX27515" fmla="*/ 3304391 w 5799173"/>
              <a:gd name="connsiteY27515" fmla="*/ 2474269 h 5017219"/>
              <a:gd name="connsiteX27516" fmla="*/ 3342394 w 5799173"/>
              <a:gd name="connsiteY27516" fmla="*/ 2490479 h 5017219"/>
              <a:gd name="connsiteX27517" fmla="*/ 3341065 w 5799173"/>
              <a:gd name="connsiteY27517" fmla="*/ 2489731 h 5017219"/>
              <a:gd name="connsiteX27518" fmla="*/ 3330016 w 5799173"/>
              <a:gd name="connsiteY27518" fmla="*/ 2470540 h 5017219"/>
              <a:gd name="connsiteX27519" fmla="*/ 3330016 w 5799173"/>
              <a:gd name="connsiteY27519" fmla="*/ 2468962 h 5017219"/>
              <a:gd name="connsiteX27520" fmla="*/ 3341147 w 5799173"/>
              <a:gd name="connsiteY27520" fmla="*/ 2449771 h 5017219"/>
              <a:gd name="connsiteX27521" fmla="*/ 3342477 w 5799173"/>
              <a:gd name="connsiteY27521" fmla="*/ 2449023 h 5017219"/>
              <a:gd name="connsiteX27522" fmla="*/ 3364660 w 5799173"/>
              <a:gd name="connsiteY27522" fmla="*/ 2449022 h 5017219"/>
              <a:gd name="connsiteX27523" fmla="*/ 3365988 w 5799173"/>
              <a:gd name="connsiteY27523" fmla="*/ 2449771 h 5017219"/>
              <a:gd name="connsiteX27524" fmla="*/ 3377038 w 5799173"/>
              <a:gd name="connsiteY27524" fmla="*/ 2468961 h 5017219"/>
              <a:gd name="connsiteX27525" fmla="*/ 3377039 w 5799173"/>
              <a:gd name="connsiteY27525" fmla="*/ 2470540 h 5017219"/>
              <a:gd name="connsiteX27526" fmla="*/ 3365905 w 5799173"/>
              <a:gd name="connsiteY27526" fmla="*/ 2489731 h 5017219"/>
              <a:gd name="connsiteX27527" fmla="*/ 3364577 w 5799173"/>
              <a:gd name="connsiteY27527" fmla="*/ 2490479 h 5017219"/>
              <a:gd name="connsiteX27528" fmla="*/ 3462767 w 5799173"/>
              <a:gd name="connsiteY27528" fmla="*/ 2522732 h 5017219"/>
              <a:gd name="connsiteX27529" fmla="*/ 3461437 w 5799173"/>
              <a:gd name="connsiteY27529" fmla="*/ 2521985 h 5017219"/>
              <a:gd name="connsiteX27530" fmla="*/ 3450388 w 5799173"/>
              <a:gd name="connsiteY27530" fmla="*/ 2502793 h 5017219"/>
              <a:gd name="connsiteX27531" fmla="*/ 3450388 w 5799173"/>
              <a:gd name="connsiteY27531" fmla="*/ 2501215 h 5017219"/>
              <a:gd name="connsiteX27532" fmla="*/ 3461520 w 5799173"/>
              <a:gd name="connsiteY27532" fmla="*/ 2482024 h 5017219"/>
              <a:gd name="connsiteX27533" fmla="*/ 3462850 w 5799173"/>
              <a:gd name="connsiteY27533" fmla="*/ 2481276 h 5017219"/>
              <a:gd name="connsiteX27534" fmla="*/ 3485032 w 5799173"/>
              <a:gd name="connsiteY27534" fmla="*/ 2481276 h 5017219"/>
              <a:gd name="connsiteX27535" fmla="*/ 3486361 w 5799173"/>
              <a:gd name="connsiteY27535" fmla="*/ 2482024 h 5017219"/>
              <a:gd name="connsiteX27536" fmla="*/ 3497411 w 5799173"/>
              <a:gd name="connsiteY27536" fmla="*/ 2501215 h 5017219"/>
              <a:gd name="connsiteX27537" fmla="*/ 3497411 w 5799173"/>
              <a:gd name="connsiteY27537" fmla="*/ 2502793 h 5017219"/>
              <a:gd name="connsiteX27538" fmla="*/ 3486278 w 5799173"/>
              <a:gd name="connsiteY27538" fmla="*/ 2521985 h 5017219"/>
              <a:gd name="connsiteX27539" fmla="*/ 3484950 w 5799173"/>
              <a:gd name="connsiteY27539" fmla="*/ 2522732 h 5017219"/>
              <a:gd name="connsiteX27540" fmla="*/ 4546120 w 5799173"/>
              <a:gd name="connsiteY27540" fmla="*/ 2813016 h 5017219"/>
              <a:gd name="connsiteX27541" fmla="*/ 4544790 w 5799173"/>
              <a:gd name="connsiteY27541" fmla="*/ 2812269 h 5017219"/>
              <a:gd name="connsiteX27542" fmla="*/ 4533741 w 5799173"/>
              <a:gd name="connsiteY27542" fmla="*/ 2793077 h 5017219"/>
              <a:gd name="connsiteX27543" fmla="*/ 4533741 w 5799173"/>
              <a:gd name="connsiteY27543" fmla="*/ 2791499 h 5017219"/>
              <a:gd name="connsiteX27544" fmla="*/ 4544873 w 5799173"/>
              <a:gd name="connsiteY27544" fmla="*/ 2772308 h 5017219"/>
              <a:gd name="connsiteX27545" fmla="*/ 4546203 w 5799173"/>
              <a:gd name="connsiteY27545" fmla="*/ 2771560 h 5017219"/>
              <a:gd name="connsiteX27546" fmla="*/ 4568385 w 5799173"/>
              <a:gd name="connsiteY27546" fmla="*/ 2771560 h 5017219"/>
              <a:gd name="connsiteX27547" fmla="*/ 4569714 w 5799173"/>
              <a:gd name="connsiteY27547" fmla="*/ 2772308 h 5017219"/>
              <a:gd name="connsiteX27548" fmla="*/ 4580764 w 5799173"/>
              <a:gd name="connsiteY27548" fmla="*/ 2791499 h 5017219"/>
              <a:gd name="connsiteX27549" fmla="*/ 4580764 w 5799173"/>
              <a:gd name="connsiteY27549" fmla="*/ 2793077 h 5017219"/>
              <a:gd name="connsiteX27550" fmla="*/ 4569631 w 5799173"/>
              <a:gd name="connsiteY27550" fmla="*/ 2812269 h 5017219"/>
              <a:gd name="connsiteX27551" fmla="*/ 4568302 w 5799173"/>
              <a:gd name="connsiteY27551" fmla="*/ 2813016 h 5017219"/>
              <a:gd name="connsiteX27552" fmla="*/ 2800658 w 5799173"/>
              <a:gd name="connsiteY27552" fmla="*/ 2345496 h 5017219"/>
              <a:gd name="connsiteX27553" fmla="*/ 2799329 w 5799173"/>
              <a:gd name="connsiteY27553" fmla="*/ 2344665 h 5017219"/>
              <a:gd name="connsiteX27554" fmla="*/ 2788113 w 5799173"/>
              <a:gd name="connsiteY27554" fmla="*/ 2325308 h 5017219"/>
              <a:gd name="connsiteX27555" fmla="*/ 2788113 w 5799173"/>
              <a:gd name="connsiteY27555" fmla="*/ 2323729 h 5017219"/>
              <a:gd name="connsiteX27556" fmla="*/ 2799329 w 5799173"/>
              <a:gd name="connsiteY27556" fmla="*/ 2304372 h 5017219"/>
              <a:gd name="connsiteX27557" fmla="*/ 2800658 w 5799173"/>
              <a:gd name="connsiteY27557" fmla="*/ 2303541 h 5017219"/>
              <a:gd name="connsiteX27558" fmla="*/ 2823006 w 5799173"/>
              <a:gd name="connsiteY27558" fmla="*/ 2303541 h 5017219"/>
              <a:gd name="connsiteX27559" fmla="*/ 2824336 w 5799173"/>
              <a:gd name="connsiteY27559" fmla="*/ 2304372 h 5017219"/>
              <a:gd name="connsiteX27560" fmla="*/ 2835551 w 5799173"/>
              <a:gd name="connsiteY27560" fmla="*/ 2323729 h 5017219"/>
              <a:gd name="connsiteX27561" fmla="*/ 2835551 w 5799173"/>
              <a:gd name="connsiteY27561" fmla="*/ 2325308 h 5017219"/>
              <a:gd name="connsiteX27562" fmla="*/ 2824336 w 5799173"/>
              <a:gd name="connsiteY27562" fmla="*/ 2344665 h 5017219"/>
              <a:gd name="connsiteX27563" fmla="*/ 2823006 w 5799173"/>
              <a:gd name="connsiteY27563" fmla="*/ 2345496 h 5017219"/>
              <a:gd name="connsiteX27564" fmla="*/ 3583079 w 5799173"/>
              <a:gd name="connsiteY27564" fmla="*/ 2555145 h 5017219"/>
              <a:gd name="connsiteX27565" fmla="*/ 3581750 w 5799173"/>
              <a:gd name="connsiteY27565" fmla="*/ 2554314 h 5017219"/>
              <a:gd name="connsiteX27566" fmla="*/ 3570534 w 5799173"/>
              <a:gd name="connsiteY27566" fmla="*/ 2534957 h 5017219"/>
              <a:gd name="connsiteX27567" fmla="*/ 3570534 w 5799173"/>
              <a:gd name="connsiteY27567" fmla="*/ 2533378 h 5017219"/>
              <a:gd name="connsiteX27568" fmla="*/ 3581750 w 5799173"/>
              <a:gd name="connsiteY27568" fmla="*/ 2514021 h 5017219"/>
              <a:gd name="connsiteX27569" fmla="*/ 3583079 w 5799173"/>
              <a:gd name="connsiteY27569" fmla="*/ 2513190 h 5017219"/>
              <a:gd name="connsiteX27570" fmla="*/ 3605427 w 5799173"/>
              <a:gd name="connsiteY27570" fmla="*/ 2513190 h 5017219"/>
              <a:gd name="connsiteX27571" fmla="*/ 3606757 w 5799173"/>
              <a:gd name="connsiteY27571" fmla="*/ 2514021 h 5017219"/>
              <a:gd name="connsiteX27572" fmla="*/ 3617972 w 5799173"/>
              <a:gd name="connsiteY27572" fmla="*/ 2533378 h 5017219"/>
              <a:gd name="connsiteX27573" fmla="*/ 3617972 w 5799173"/>
              <a:gd name="connsiteY27573" fmla="*/ 2534957 h 5017219"/>
              <a:gd name="connsiteX27574" fmla="*/ 3606757 w 5799173"/>
              <a:gd name="connsiteY27574" fmla="*/ 2554314 h 5017219"/>
              <a:gd name="connsiteX27575" fmla="*/ 3605427 w 5799173"/>
              <a:gd name="connsiteY27575" fmla="*/ 2555145 h 5017219"/>
              <a:gd name="connsiteX27576" fmla="*/ 2921006 w 5799173"/>
              <a:gd name="connsiteY27576" fmla="*/ 2377933 h 5017219"/>
              <a:gd name="connsiteX27577" fmla="*/ 2919594 w 5799173"/>
              <a:gd name="connsiteY27577" fmla="*/ 2377102 h 5017219"/>
              <a:gd name="connsiteX27578" fmla="*/ 2908378 w 5799173"/>
              <a:gd name="connsiteY27578" fmla="*/ 2357662 h 5017219"/>
              <a:gd name="connsiteX27579" fmla="*/ 2908378 w 5799173"/>
              <a:gd name="connsiteY27579" fmla="*/ 2356083 h 5017219"/>
              <a:gd name="connsiteX27580" fmla="*/ 2919594 w 5799173"/>
              <a:gd name="connsiteY27580" fmla="*/ 2336643 h 5017219"/>
              <a:gd name="connsiteX27581" fmla="*/ 2921006 w 5799173"/>
              <a:gd name="connsiteY27581" fmla="*/ 2335812 h 5017219"/>
              <a:gd name="connsiteX27582" fmla="*/ 2943521 w 5799173"/>
              <a:gd name="connsiteY27582" fmla="*/ 2335812 h 5017219"/>
              <a:gd name="connsiteX27583" fmla="*/ 2944933 w 5799173"/>
              <a:gd name="connsiteY27583" fmla="*/ 2336643 h 5017219"/>
              <a:gd name="connsiteX27584" fmla="*/ 2956148 w 5799173"/>
              <a:gd name="connsiteY27584" fmla="*/ 2356083 h 5017219"/>
              <a:gd name="connsiteX27585" fmla="*/ 2956148 w 5799173"/>
              <a:gd name="connsiteY27585" fmla="*/ 2357662 h 5017219"/>
              <a:gd name="connsiteX27586" fmla="*/ 2944933 w 5799173"/>
              <a:gd name="connsiteY27586" fmla="*/ 2377102 h 5017219"/>
              <a:gd name="connsiteX27587" fmla="*/ 2943522 w 5799173"/>
              <a:gd name="connsiteY27587" fmla="*/ 2377933 h 5017219"/>
              <a:gd name="connsiteX27588" fmla="*/ 2981111 w 5799173"/>
              <a:gd name="connsiteY27588" fmla="*/ 2394132 h 5017219"/>
              <a:gd name="connsiteX27589" fmla="*/ 2979699 w 5799173"/>
              <a:gd name="connsiteY27589" fmla="*/ 2393301 h 5017219"/>
              <a:gd name="connsiteX27590" fmla="*/ 2968400 w 5799173"/>
              <a:gd name="connsiteY27590" fmla="*/ 2373778 h 5017219"/>
              <a:gd name="connsiteX27591" fmla="*/ 2968400 w 5799173"/>
              <a:gd name="connsiteY27591" fmla="*/ 2372199 h 5017219"/>
              <a:gd name="connsiteX27592" fmla="*/ 2979699 w 5799173"/>
              <a:gd name="connsiteY27592" fmla="*/ 2352676 h 5017219"/>
              <a:gd name="connsiteX27593" fmla="*/ 2981110 w 5799173"/>
              <a:gd name="connsiteY27593" fmla="*/ 2351845 h 5017219"/>
              <a:gd name="connsiteX27594" fmla="*/ 3003708 w 5799173"/>
              <a:gd name="connsiteY27594" fmla="*/ 2351845 h 5017219"/>
              <a:gd name="connsiteX27595" fmla="*/ 3005120 w 5799173"/>
              <a:gd name="connsiteY27595" fmla="*/ 2352676 h 5017219"/>
              <a:gd name="connsiteX27596" fmla="*/ 3016420 w 5799173"/>
              <a:gd name="connsiteY27596" fmla="*/ 2372199 h 5017219"/>
              <a:gd name="connsiteX27597" fmla="*/ 3016419 w 5799173"/>
              <a:gd name="connsiteY27597" fmla="*/ 2373778 h 5017219"/>
              <a:gd name="connsiteX27598" fmla="*/ 3005120 w 5799173"/>
              <a:gd name="connsiteY27598" fmla="*/ 2393301 h 5017219"/>
              <a:gd name="connsiteX27599" fmla="*/ 3003709 w 5799173"/>
              <a:gd name="connsiteY27599" fmla="*/ 2394132 h 5017219"/>
              <a:gd name="connsiteX27600" fmla="*/ 3041213 w 5799173"/>
              <a:gd name="connsiteY27600" fmla="*/ 2410342 h 5017219"/>
              <a:gd name="connsiteX27601" fmla="*/ 3039801 w 5799173"/>
              <a:gd name="connsiteY27601" fmla="*/ 2409512 h 5017219"/>
              <a:gd name="connsiteX27602" fmla="*/ 3028503 w 5799173"/>
              <a:gd name="connsiteY27602" fmla="*/ 2389905 h 5017219"/>
              <a:gd name="connsiteX27603" fmla="*/ 3028502 w 5799173"/>
              <a:gd name="connsiteY27603" fmla="*/ 2388326 h 5017219"/>
              <a:gd name="connsiteX27604" fmla="*/ 3039885 w 5799173"/>
              <a:gd name="connsiteY27604" fmla="*/ 2368720 h 5017219"/>
              <a:gd name="connsiteX27605" fmla="*/ 3041297 w 5799173"/>
              <a:gd name="connsiteY27605" fmla="*/ 2367889 h 5017219"/>
              <a:gd name="connsiteX27606" fmla="*/ 3063978 w 5799173"/>
              <a:gd name="connsiteY27606" fmla="*/ 2367889 h 5017219"/>
              <a:gd name="connsiteX27607" fmla="*/ 3065390 w 5799173"/>
              <a:gd name="connsiteY27607" fmla="*/ 2368720 h 5017219"/>
              <a:gd name="connsiteX27608" fmla="*/ 3076688 w 5799173"/>
              <a:gd name="connsiteY27608" fmla="*/ 2388326 h 5017219"/>
              <a:gd name="connsiteX27609" fmla="*/ 3076689 w 5799173"/>
              <a:gd name="connsiteY27609" fmla="*/ 2389905 h 5017219"/>
              <a:gd name="connsiteX27610" fmla="*/ 3065306 w 5799173"/>
              <a:gd name="connsiteY27610" fmla="*/ 2409512 h 5017219"/>
              <a:gd name="connsiteX27611" fmla="*/ 3063895 w 5799173"/>
              <a:gd name="connsiteY27611" fmla="*/ 2410342 h 5017219"/>
              <a:gd name="connsiteX27612" fmla="*/ 3101423 w 5799173"/>
              <a:gd name="connsiteY27612" fmla="*/ 2426557 h 5017219"/>
              <a:gd name="connsiteX27613" fmla="*/ 3100010 w 5799173"/>
              <a:gd name="connsiteY27613" fmla="*/ 2425726 h 5017219"/>
              <a:gd name="connsiteX27614" fmla="*/ 3088627 w 5799173"/>
              <a:gd name="connsiteY27614" fmla="*/ 2405953 h 5017219"/>
              <a:gd name="connsiteX27615" fmla="*/ 3088627 w 5799173"/>
              <a:gd name="connsiteY27615" fmla="*/ 2404375 h 5017219"/>
              <a:gd name="connsiteX27616" fmla="*/ 3100009 w 5799173"/>
              <a:gd name="connsiteY27616" fmla="*/ 2384602 h 5017219"/>
              <a:gd name="connsiteX27617" fmla="*/ 3101422 w 5799173"/>
              <a:gd name="connsiteY27617" fmla="*/ 2383771 h 5017219"/>
              <a:gd name="connsiteX27618" fmla="*/ 3124186 w 5799173"/>
              <a:gd name="connsiteY27618" fmla="*/ 2383771 h 5017219"/>
              <a:gd name="connsiteX27619" fmla="*/ 3125599 w 5799173"/>
              <a:gd name="connsiteY27619" fmla="*/ 2384602 h 5017219"/>
              <a:gd name="connsiteX27620" fmla="*/ 3136979 w 5799173"/>
              <a:gd name="connsiteY27620" fmla="*/ 2404375 h 5017219"/>
              <a:gd name="connsiteX27621" fmla="*/ 3136979 w 5799173"/>
              <a:gd name="connsiteY27621" fmla="*/ 2405953 h 5017219"/>
              <a:gd name="connsiteX27622" fmla="*/ 3125598 w 5799173"/>
              <a:gd name="connsiteY27622" fmla="*/ 2425726 h 5017219"/>
              <a:gd name="connsiteX27623" fmla="*/ 3124185 w 5799173"/>
              <a:gd name="connsiteY27623" fmla="*/ 2426557 h 5017219"/>
              <a:gd name="connsiteX27624" fmla="*/ 3703203 w 5799173"/>
              <a:gd name="connsiteY27624" fmla="*/ 2587897 h 5017219"/>
              <a:gd name="connsiteX27625" fmla="*/ 3701790 w 5799173"/>
              <a:gd name="connsiteY27625" fmla="*/ 2587066 h 5017219"/>
              <a:gd name="connsiteX27626" fmla="*/ 3690325 w 5799173"/>
              <a:gd name="connsiteY27626" fmla="*/ 2567210 h 5017219"/>
              <a:gd name="connsiteX27627" fmla="*/ 3690325 w 5799173"/>
              <a:gd name="connsiteY27627" fmla="*/ 2565632 h 5017219"/>
              <a:gd name="connsiteX27628" fmla="*/ 3701790 w 5799173"/>
              <a:gd name="connsiteY27628" fmla="*/ 2545776 h 5017219"/>
              <a:gd name="connsiteX27629" fmla="*/ 3703203 w 5799173"/>
              <a:gd name="connsiteY27629" fmla="*/ 2544945 h 5017219"/>
              <a:gd name="connsiteX27630" fmla="*/ 3726049 w 5799173"/>
              <a:gd name="connsiteY27630" fmla="*/ 2544945 h 5017219"/>
              <a:gd name="connsiteX27631" fmla="*/ 3727462 w 5799173"/>
              <a:gd name="connsiteY27631" fmla="*/ 2545776 h 5017219"/>
              <a:gd name="connsiteX27632" fmla="*/ 3738926 w 5799173"/>
              <a:gd name="connsiteY27632" fmla="*/ 2565632 h 5017219"/>
              <a:gd name="connsiteX27633" fmla="*/ 3738926 w 5799173"/>
              <a:gd name="connsiteY27633" fmla="*/ 2567210 h 5017219"/>
              <a:gd name="connsiteX27634" fmla="*/ 3727462 w 5799173"/>
              <a:gd name="connsiteY27634" fmla="*/ 2587066 h 5017219"/>
              <a:gd name="connsiteX27635" fmla="*/ 3726049 w 5799173"/>
              <a:gd name="connsiteY27635" fmla="*/ 2587897 h 5017219"/>
              <a:gd name="connsiteX27636" fmla="*/ 3643022 w 5799173"/>
              <a:gd name="connsiteY27636" fmla="*/ 2571876 h 5017219"/>
              <a:gd name="connsiteX27637" fmla="*/ 3641610 w 5799173"/>
              <a:gd name="connsiteY27637" fmla="*/ 2571045 h 5017219"/>
              <a:gd name="connsiteX27638" fmla="*/ 3630146 w 5799173"/>
              <a:gd name="connsiteY27638" fmla="*/ 2551106 h 5017219"/>
              <a:gd name="connsiteX27639" fmla="*/ 3630146 w 5799173"/>
              <a:gd name="connsiteY27639" fmla="*/ 2549445 h 5017219"/>
              <a:gd name="connsiteX27640" fmla="*/ 3641611 w 5799173"/>
              <a:gd name="connsiteY27640" fmla="*/ 2529506 h 5017219"/>
              <a:gd name="connsiteX27641" fmla="*/ 3643023 w 5799173"/>
              <a:gd name="connsiteY27641" fmla="*/ 2528675 h 5017219"/>
              <a:gd name="connsiteX27642" fmla="*/ 3666037 w 5799173"/>
              <a:gd name="connsiteY27642" fmla="*/ 2528675 h 5017219"/>
              <a:gd name="connsiteX27643" fmla="*/ 3667449 w 5799173"/>
              <a:gd name="connsiteY27643" fmla="*/ 2529506 h 5017219"/>
              <a:gd name="connsiteX27644" fmla="*/ 3678914 w 5799173"/>
              <a:gd name="connsiteY27644" fmla="*/ 2549445 h 5017219"/>
              <a:gd name="connsiteX27645" fmla="*/ 3678914 w 5799173"/>
              <a:gd name="connsiteY27645" fmla="*/ 2551106 h 5017219"/>
              <a:gd name="connsiteX27646" fmla="*/ 3667449 w 5799173"/>
              <a:gd name="connsiteY27646" fmla="*/ 2571045 h 5017219"/>
              <a:gd name="connsiteX27647" fmla="*/ 3666037 w 5799173"/>
              <a:gd name="connsiteY27647" fmla="*/ 2571876 h 5017219"/>
              <a:gd name="connsiteX27648" fmla="*/ 4841465 w 5799173"/>
              <a:gd name="connsiteY27648" fmla="*/ 2930193 h 5017219"/>
              <a:gd name="connsiteX27649" fmla="*/ 4841133 w 5799173"/>
              <a:gd name="connsiteY27649" fmla="*/ 2930027 h 5017219"/>
              <a:gd name="connsiteX27650" fmla="*/ 4838391 w 5799173"/>
              <a:gd name="connsiteY27650" fmla="*/ 2925291 h 5017219"/>
              <a:gd name="connsiteX27651" fmla="*/ 4838390 w 5799173"/>
              <a:gd name="connsiteY27651" fmla="*/ 2924876 h 5017219"/>
              <a:gd name="connsiteX27652" fmla="*/ 4841133 w 5799173"/>
              <a:gd name="connsiteY27652" fmla="*/ 2920140 h 5017219"/>
              <a:gd name="connsiteX27653" fmla="*/ 4841464 w 5799173"/>
              <a:gd name="connsiteY27653" fmla="*/ 2919974 h 5017219"/>
              <a:gd name="connsiteX27654" fmla="*/ 4846948 w 5799173"/>
              <a:gd name="connsiteY27654" fmla="*/ 2919974 h 5017219"/>
              <a:gd name="connsiteX27655" fmla="*/ 4847280 w 5799173"/>
              <a:gd name="connsiteY27655" fmla="*/ 2920140 h 5017219"/>
              <a:gd name="connsiteX27656" fmla="*/ 4850022 w 5799173"/>
              <a:gd name="connsiteY27656" fmla="*/ 2924876 h 5017219"/>
              <a:gd name="connsiteX27657" fmla="*/ 4850021 w 5799173"/>
              <a:gd name="connsiteY27657" fmla="*/ 2925291 h 5017219"/>
              <a:gd name="connsiteX27658" fmla="*/ 4847280 w 5799173"/>
              <a:gd name="connsiteY27658" fmla="*/ 2930027 h 5017219"/>
              <a:gd name="connsiteX27659" fmla="*/ 4846947 w 5799173"/>
              <a:gd name="connsiteY27659" fmla="*/ 2930193 h 5017219"/>
              <a:gd name="connsiteX27660" fmla="*/ 265245 w 5799173"/>
              <a:gd name="connsiteY27660" fmla="*/ 1708376 h 5017219"/>
              <a:gd name="connsiteX27661" fmla="*/ 264662 w 5799173"/>
              <a:gd name="connsiteY27661" fmla="*/ 1708043 h 5017219"/>
              <a:gd name="connsiteX27662" fmla="*/ 259928 w 5799173"/>
              <a:gd name="connsiteY27662" fmla="*/ 1699736 h 5017219"/>
              <a:gd name="connsiteX27663" fmla="*/ 259927 w 5799173"/>
              <a:gd name="connsiteY27663" fmla="*/ 1699070 h 5017219"/>
              <a:gd name="connsiteX27664" fmla="*/ 264746 w 5799173"/>
              <a:gd name="connsiteY27664" fmla="*/ 1690762 h 5017219"/>
              <a:gd name="connsiteX27665" fmla="*/ 265328 w 5799173"/>
              <a:gd name="connsiteY27665" fmla="*/ 1690430 h 5017219"/>
              <a:gd name="connsiteX27666" fmla="*/ 274882 w 5799173"/>
              <a:gd name="connsiteY27666" fmla="*/ 1690431 h 5017219"/>
              <a:gd name="connsiteX27667" fmla="*/ 275464 w 5799173"/>
              <a:gd name="connsiteY27667" fmla="*/ 1690762 h 5017219"/>
              <a:gd name="connsiteX27668" fmla="*/ 280199 w 5799173"/>
              <a:gd name="connsiteY27668" fmla="*/ 1699071 h 5017219"/>
              <a:gd name="connsiteX27669" fmla="*/ 280199 w 5799173"/>
              <a:gd name="connsiteY27669" fmla="*/ 1699735 h 5017219"/>
              <a:gd name="connsiteX27670" fmla="*/ 275381 w 5799173"/>
              <a:gd name="connsiteY27670" fmla="*/ 1708043 h 5017219"/>
              <a:gd name="connsiteX27671" fmla="*/ 274799 w 5799173"/>
              <a:gd name="connsiteY27671" fmla="*/ 1708375 h 5017219"/>
              <a:gd name="connsiteX27672" fmla="*/ 4898100 w 5799173"/>
              <a:gd name="connsiteY27672" fmla="*/ 2952970 h 5017219"/>
              <a:gd name="connsiteX27673" fmla="*/ 4897352 w 5799173"/>
              <a:gd name="connsiteY27673" fmla="*/ 2952553 h 5017219"/>
              <a:gd name="connsiteX27674" fmla="*/ 4891038 w 5799173"/>
              <a:gd name="connsiteY27674" fmla="*/ 2941587 h 5017219"/>
              <a:gd name="connsiteX27675" fmla="*/ 4891038 w 5799173"/>
              <a:gd name="connsiteY27675" fmla="*/ 2940673 h 5017219"/>
              <a:gd name="connsiteX27676" fmla="*/ 4897352 w 5799173"/>
              <a:gd name="connsiteY27676" fmla="*/ 2929707 h 5017219"/>
              <a:gd name="connsiteX27677" fmla="*/ 4898100 w 5799173"/>
              <a:gd name="connsiteY27677" fmla="*/ 2929291 h 5017219"/>
              <a:gd name="connsiteX27678" fmla="*/ 4910728 w 5799173"/>
              <a:gd name="connsiteY27678" fmla="*/ 2929291 h 5017219"/>
              <a:gd name="connsiteX27679" fmla="*/ 4911475 w 5799173"/>
              <a:gd name="connsiteY27679" fmla="*/ 2929707 h 5017219"/>
              <a:gd name="connsiteX27680" fmla="*/ 4917789 w 5799173"/>
              <a:gd name="connsiteY27680" fmla="*/ 2940673 h 5017219"/>
              <a:gd name="connsiteX27681" fmla="*/ 4917789 w 5799173"/>
              <a:gd name="connsiteY27681" fmla="*/ 2941587 h 5017219"/>
              <a:gd name="connsiteX27682" fmla="*/ 4911475 w 5799173"/>
              <a:gd name="connsiteY27682" fmla="*/ 2952553 h 5017219"/>
              <a:gd name="connsiteX27683" fmla="*/ 4910728 w 5799173"/>
              <a:gd name="connsiteY27683" fmla="*/ 2952969 h 5017219"/>
              <a:gd name="connsiteX27684" fmla="*/ 323761 w 5799173"/>
              <a:gd name="connsiteY27684" fmla="*/ 1727646 h 5017219"/>
              <a:gd name="connsiteX27685" fmla="*/ 323012 w 5799173"/>
              <a:gd name="connsiteY27685" fmla="*/ 1727231 h 5017219"/>
              <a:gd name="connsiteX27686" fmla="*/ 316533 w 5799173"/>
              <a:gd name="connsiteY27686" fmla="*/ 1716015 h 5017219"/>
              <a:gd name="connsiteX27687" fmla="*/ 316532 w 5799173"/>
              <a:gd name="connsiteY27687" fmla="*/ 1715101 h 5017219"/>
              <a:gd name="connsiteX27688" fmla="*/ 323013 w 5799173"/>
              <a:gd name="connsiteY27688" fmla="*/ 1703885 h 5017219"/>
              <a:gd name="connsiteX27689" fmla="*/ 323761 w 5799173"/>
              <a:gd name="connsiteY27689" fmla="*/ 1703470 h 5017219"/>
              <a:gd name="connsiteX27690" fmla="*/ 336638 w 5799173"/>
              <a:gd name="connsiteY27690" fmla="*/ 1703470 h 5017219"/>
              <a:gd name="connsiteX27691" fmla="*/ 337386 w 5799173"/>
              <a:gd name="connsiteY27691" fmla="*/ 1703885 h 5017219"/>
              <a:gd name="connsiteX27692" fmla="*/ 343866 w 5799173"/>
              <a:gd name="connsiteY27692" fmla="*/ 1715101 h 5017219"/>
              <a:gd name="connsiteX27693" fmla="*/ 343866 w 5799173"/>
              <a:gd name="connsiteY27693" fmla="*/ 1716015 h 5017219"/>
              <a:gd name="connsiteX27694" fmla="*/ 337385 w 5799173"/>
              <a:gd name="connsiteY27694" fmla="*/ 1727231 h 5017219"/>
              <a:gd name="connsiteX27695" fmla="*/ 336637 w 5799173"/>
              <a:gd name="connsiteY27695" fmla="*/ 1727646 h 5017219"/>
              <a:gd name="connsiteX27696" fmla="*/ 5438043 w 5799173"/>
              <a:gd name="connsiteY27696" fmla="*/ 3101342 h 5017219"/>
              <a:gd name="connsiteX27697" fmla="*/ 5437047 w 5799173"/>
              <a:gd name="connsiteY27697" fmla="*/ 3100760 h 5017219"/>
              <a:gd name="connsiteX27698" fmla="*/ 5428988 w 5799173"/>
              <a:gd name="connsiteY27698" fmla="*/ 3086803 h 5017219"/>
              <a:gd name="connsiteX27699" fmla="*/ 5428988 w 5799173"/>
              <a:gd name="connsiteY27699" fmla="*/ 3085640 h 5017219"/>
              <a:gd name="connsiteX27700" fmla="*/ 5437047 w 5799173"/>
              <a:gd name="connsiteY27700" fmla="*/ 3071683 h 5017219"/>
              <a:gd name="connsiteX27701" fmla="*/ 5438043 w 5799173"/>
              <a:gd name="connsiteY27701" fmla="*/ 3071101 h 5017219"/>
              <a:gd name="connsiteX27702" fmla="*/ 5454078 w 5799173"/>
              <a:gd name="connsiteY27702" fmla="*/ 3071101 h 5017219"/>
              <a:gd name="connsiteX27703" fmla="*/ 5455075 w 5799173"/>
              <a:gd name="connsiteY27703" fmla="*/ 3071683 h 5017219"/>
              <a:gd name="connsiteX27704" fmla="*/ 5463133 w 5799173"/>
              <a:gd name="connsiteY27704" fmla="*/ 3085640 h 5017219"/>
              <a:gd name="connsiteX27705" fmla="*/ 5463133 w 5799173"/>
              <a:gd name="connsiteY27705" fmla="*/ 3086803 h 5017219"/>
              <a:gd name="connsiteX27706" fmla="*/ 5455075 w 5799173"/>
              <a:gd name="connsiteY27706" fmla="*/ 3100760 h 5017219"/>
              <a:gd name="connsiteX27707" fmla="*/ 5454078 w 5799173"/>
              <a:gd name="connsiteY27707" fmla="*/ 3101342 h 5017219"/>
              <a:gd name="connsiteX27708" fmla="*/ 1826173 w 5799173"/>
              <a:gd name="connsiteY27708" fmla="*/ 2134972 h 5017219"/>
              <a:gd name="connsiteX27709" fmla="*/ 1825093 w 5799173"/>
              <a:gd name="connsiteY27709" fmla="*/ 2134390 h 5017219"/>
              <a:gd name="connsiteX27710" fmla="*/ 1816370 w 5799173"/>
              <a:gd name="connsiteY27710" fmla="*/ 2119354 h 5017219"/>
              <a:gd name="connsiteX27711" fmla="*/ 1816370 w 5799173"/>
              <a:gd name="connsiteY27711" fmla="*/ 2118107 h 5017219"/>
              <a:gd name="connsiteX27712" fmla="*/ 1825093 w 5799173"/>
              <a:gd name="connsiteY27712" fmla="*/ 2103069 h 5017219"/>
              <a:gd name="connsiteX27713" fmla="*/ 1826173 w 5799173"/>
              <a:gd name="connsiteY27713" fmla="*/ 2102488 h 5017219"/>
              <a:gd name="connsiteX27714" fmla="*/ 1843536 w 5799173"/>
              <a:gd name="connsiteY27714" fmla="*/ 2102489 h 5017219"/>
              <a:gd name="connsiteX27715" fmla="*/ 1844616 w 5799173"/>
              <a:gd name="connsiteY27715" fmla="*/ 2103070 h 5017219"/>
              <a:gd name="connsiteX27716" fmla="*/ 1853340 w 5799173"/>
              <a:gd name="connsiteY27716" fmla="*/ 2118107 h 5017219"/>
              <a:gd name="connsiteX27717" fmla="*/ 1853340 w 5799173"/>
              <a:gd name="connsiteY27717" fmla="*/ 2119353 h 5017219"/>
              <a:gd name="connsiteX27718" fmla="*/ 1844616 w 5799173"/>
              <a:gd name="connsiteY27718" fmla="*/ 2134391 h 5017219"/>
              <a:gd name="connsiteX27719" fmla="*/ 1843536 w 5799173"/>
              <a:gd name="connsiteY27719" fmla="*/ 2134972 h 5017219"/>
              <a:gd name="connsiteX27720" fmla="*/ 1946317 w 5799173"/>
              <a:gd name="connsiteY27720" fmla="*/ 2167728 h 5017219"/>
              <a:gd name="connsiteX27721" fmla="*/ 1945237 w 5799173"/>
              <a:gd name="connsiteY27721" fmla="*/ 2167063 h 5017219"/>
              <a:gd name="connsiteX27722" fmla="*/ 1936265 w 5799173"/>
              <a:gd name="connsiteY27722" fmla="*/ 2151527 h 5017219"/>
              <a:gd name="connsiteX27723" fmla="*/ 1936265 w 5799173"/>
              <a:gd name="connsiteY27723" fmla="*/ 2150281 h 5017219"/>
              <a:gd name="connsiteX27724" fmla="*/ 1945237 w 5799173"/>
              <a:gd name="connsiteY27724" fmla="*/ 2134746 h 5017219"/>
              <a:gd name="connsiteX27725" fmla="*/ 1946317 w 5799173"/>
              <a:gd name="connsiteY27725" fmla="*/ 2134081 h 5017219"/>
              <a:gd name="connsiteX27726" fmla="*/ 1964180 w 5799173"/>
              <a:gd name="connsiteY27726" fmla="*/ 2134081 h 5017219"/>
              <a:gd name="connsiteX27727" fmla="*/ 1965260 w 5799173"/>
              <a:gd name="connsiteY27727" fmla="*/ 2134746 h 5017219"/>
              <a:gd name="connsiteX27728" fmla="*/ 1974232 w 5799173"/>
              <a:gd name="connsiteY27728" fmla="*/ 2150281 h 5017219"/>
              <a:gd name="connsiteX27729" fmla="*/ 1974232 w 5799173"/>
              <a:gd name="connsiteY27729" fmla="*/ 2151527 h 5017219"/>
              <a:gd name="connsiteX27730" fmla="*/ 1965260 w 5799173"/>
              <a:gd name="connsiteY27730" fmla="*/ 2167063 h 5017219"/>
              <a:gd name="connsiteX27731" fmla="*/ 1964180 w 5799173"/>
              <a:gd name="connsiteY27731" fmla="*/ 2167728 h 5017219"/>
              <a:gd name="connsiteX27732" fmla="*/ 1886046 w 5799173"/>
              <a:gd name="connsiteY27732" fmla="*/ 2151777 h 5017219"/>
              <a:gd name="connsiteX27733" fmla="*/ 1884967 w 5799173"/>
              <a:gd name="connsiteY27733" fmla="*/ 2151113 h 5017219"/>
              <a:gd name="connsiteX27734" fmla="*/ 1875911 w 5799173"/>
              <a:gd name="connsiteY27734" fmla="*/ 2135411 h 5017219"/>
              <a:gd name="connsiteX27735" fmla="*/ 1875911 w 5799173"/>
              <a:gd name="connsiteY27735" fmla="*/ 2134165 h 5017219"/>
              <a:gd name="connsiteX27736" fmla="*/ 1884967 w 5799173"/>
              <a:gd name="connsiteY27736" fmla="*/ 2118463 h 5017219"/>
              <a:gd name="connsiteX27737" fmla="*/ 1886046 w 5799173"/>
              <a:gd name="connsiteY27737" fmla="*/ 2117798 h 5017219"/>
              <a:gd name="connsiteX27738" fmla="*/ 1904158 w 5799173"/>
              <a:gd name="connsiteY27738" fmla="*/ 2117798 h 5017219"/>
              <a:gd name="connsiteX27739" fmla="*/ 1905238 w 5799173"/>
              <a:gd name="connsiteY27739" fmla="*/ 2118463 h 5017219"/>
              <a:gd name="connsiteX27740" fmla="*/ 1914293 w 5799173"/>
              <a:gd name="connsiteY27740" fmla="*/ 2134165 h 5017219"/>
              <a:gd name="connsiteX27741" fmla="*/ 1914293 w 5799173"/>
              <a:gd name="connsiteY27741" fmla="*/ 2135411 h 5017219"/>
              <a:gd name="connsiteX27742" fmla="*/ 1905238 w 5799173"/>
              <a:gd name="connsiteY27742" fmla="*/ 2151113 h 5017219"/>
              <a:gd name="connsiteX27743" fmla="*/ 1904158 w 5799173"/>
              <a:gd name="connsiteY27743" fmla="*/ 2151777 h 5017219"/>
              <a:gd name="connsiteX27744" fmla="*/ 3872108 w 5799173"/>
              <a:gd name="connsiteY27744" fmla="*/ 2684046 h 5017219"/>
              <a:gd name="connsiteX27745" fmla="*/ 3871028 w 5799173"/>
              <a:gd name="connsiteY27745" fmla="*/ 2683382 h 5017219"/>
              <a:gd name="connsiteX27746" fmla="*/ 3861973 w 5799173"/>
              <a:gd name="connsiteY27746" fmla="*/ 2667597 h 5017219"/>
              <a:gd name="connsiteX27747" fmla="*/ 3861973 w 5799173"/>
              <a:gd name="connsiteY27747" fmla="*/ 2666351 h 5017219"/>
              <a:gd name="connsiteX27748" fmla="*/ 3871112 w 5799173"/>
              <a:gd name="connsiteY27748" fmla="*/ 2650566 h 5017219"/>
              <a:gd name="connsiteX27749" fmla="*/ 3872192 w 5799173"/>
              <a:gd name="connsiteY27749" fmla="*/ 2649901 h 5017219"/>
              <a:gd name="connsiteX27750" fmla="*/ 3890386 w 5799173"/>
              <a:gd name="connsiteY27750" fmla="*/ 2649901 h 5017219"/>
              <a:gd name="connsiteX27751" fmla="*/ 3891466 w 5799173"/>
              <a:gd name="connsiteY27751" fmla="*/ 2650566 h 5017219"/>
              <a:gd name="connsiteX27752" fmla="*/ 3900522 w 5799173"/>
              <a:gd name="connsiteY27752" fmla="*/ 2666351 h 5017219"/>
              <a:gd name="connsiteX27753" fmla="*/ 3900522 w 5799173"/>
              <a:gd name="connsiteY27753" fmla="*/ 2667597 h 5017219"/>
              <a:gd name="connsiteX27754" fmla="*/ 3891383 w 5799173"/>
              <a:gd name="connsiteY27754" fmla="*/ 2683382 h 5017219"/>
              <a:gd name="connsiteX27755" fmla="*/ 3890303 w 5799173"/>
              <a:gd name="connsiteY27755" fmla="*/ 2684046 h 5017219"/>
              <a:gd name="connsiteX27756" fmla="*/ 2006240 w 5799173"/>
              <a:gd name="connsiteY27756" fmla="*/ 2184455 h 5017219"/>
              <a:gd name="connsiteX27757" fmla="*/ 2005078 w 5799173"/>
              <a:gd name="connsiteY27757" fmla="*/ 2183791 h 5017219"/>
              <a:gd name="connsiteX27758" fmla="*/ 1995856 w 5799173"/>
              <a:gd name="connsiteY27758" fmla="*/ 2167756 h 5017219"/>
              <a:gd name="connsiteX27759" fmla="*/ 1995855 w 5799173"/>
              <a:gd name="connsiteY27759" fmla="*/ 2166427 h 5017219"/>
              <a:gd name="connsiteX27760" fmla="*/ 2005078 w 5799173"/>
              <a:gd name="connsiteY27760" fmla="*/ 2150393 h 5017219"/>
              <a:gd name="connsiteX27761" fmla="*/ 2006240 w 5799173"/>
              <a:gd name="connsiteY27761" fmla="*/ 2149728 h 5017219"/>
              <a:gd name="connsiteX27762" fmla="*/ 2024767 w 5799173"/>
              <a:gd name="connsiteY27762" fmla="*/ 2149728 h 5017219"/>
              <a:gd name="connsiteX27763" fmla="*/ 2025930 w 5799173"/>
              <a:gd name="connsiteY27763" fmla="*/ 2150393 h 5017219"/>
              <a:gd name="connsiteX27764" fmla="*/ 2035152 w 5799173"/>
              <a:gd name="connsiteY27764" fmla="*/ 2166427 h 5017219"/>
              <a:gd name="connsiteX27765" fmla="*/ 2035152 w 5799173"/>
              <a:gd name="connsiteY27765" fmla="*/ 2167756 h 5017219"/>
              <a:gd name="connsiteX27766" fmla="*/ 2025930 w 5799173"/>
              <a:gd name="connsiteY27766" fmla="*/ 2183791 h 5017219"/>
              <a:gd name="connsiteX27767" fmla="*/ 2024767 w 5799173"/>
              <a:gd name="connsiteY27767" fmla="*/ 2184455 h 5017219"/>
              <a:gd name="connsiteX27768" fmla="*/ 2186636 w 5799173"/>
              <a:gd name="connsiteY27768" fmla="*/ 2232980 h 5017219"/>
              <a:gd name="connsiteX27769" fmla="*/ 2185473 w 5799173"/>
              <a:gd name="connsiteY27769" fmla="*/ 2232316 h 5017219"/>
              <a:gd name="connsiteX27770" fmla="*/ 2176085 w 5799173"/>
              <a:gd name="connsiteY27770" fmla="*/ 2216115 h 5017219"/>
              <a:gd name="connsiteX27771" fmla="*/ 2176085 w 5799173"/>
              <a:gd name="connsiteY27771" fmla="*/ 2214786 h 5017219"/>
              <a:gd name="connsiteX27772" fmla="*/ 2185473 w 5799173"/>
              <a:gd name="connsiteY27772" fmla="*/ 2198586 h 5017219"/>
              <a:gd name="connsiteX27773" fmla="*/ 2186636 w 5799173"/>
              <a:gd name="connsiteY27773" fmla="*/ 2197921 h 5017219"/>
              <a:gd name="connsiteX27774" fmla="*/ 2205329 w 5799173"/>
              <a:gd name="connsiteY27774" fmla="*/ 2197921 h 5017219"/>
              <a:gd name="connsiteX27775" fmla="*/ 2206492 w 5799173"/>
              <a:gd name="connsiteY27775" fmla="*/ 2198586 h 5017219"/>
              <a:gd name="connsiteX27776" fmla="*/ 2215880 w 5799173"/>
              <a:gd name="connsiteY27776" fmla="*/ 2214786 h 5017219"/>
              <a:gd name="connsiteX27777" fmla="*/ 2215880 w 5799173"/>
              <a:gd name="connsiteY27777" fmla="*/ 2216115 h 5017219"/>
              <a:gd name="connsiteX27778" fmla="*/ 2206492 w 5799173"/>
              <a:gd name="connsiteY27778" fmla="*/ 2232316 h 5017219"/>
              <a:gd name="connsiteX27779" fmla="*/ 2205329 w 5799173"/>
              <a:gd name="connsiteY27779" fmla="*/ 2232980 h 5017219"/>
              <a:gd name="connsiteX27780" fmla="*/ 2246823 w 5799173"/>
              <a:gd name="connsiteY27780" fmla="*/ 2249107 h 5017219"/>
              <a:gd name="connsiteX27781" fmla="*/ 2245660 w 5799173"/>
              <a:gd name="connsiteY27781" fmla="*/ 2248443 h 5017219"/>
              <a:gd name="connsiteX27782" fmla="*/ 2236272 w 5799173"/>
              <a:gd name="connsiteY27782" fmla="*/ 2232242 h 5017219"/>
              <a:gd name="connsiteX27783" fmla="*/ 2236272 w 5799173"/>
              <a:gd name="connsiteY27783" fmla="*/ 2230913 h 5017219"/>
              <a:gd name="connsiteX27784" fmla="*/ 2245660 w 5799173"/>
              <a:gd name="connsiteY27784" fmla="*/ 2214713 h 5017219"/>
              <a:gd name="connsiteX27785" fmla="*/ 2246823 w 5799173"/>
              <a:gd name="connsiteY27785" fmla="*/ 2214048 h 5017219"/>
              <a:gd name="connsiteX27786" fmla="*/ 2265516 w 5799173"/>
              <a:gd name="connsiteY27786" fmla="*/ 2214048 h 5017219"/>
              <a:gd name="connsiteX27787" fmla="*/ 2266679 w 5799173"/>
              <a:gd name="connsiteY27787" fmla="*/ 2214713 h 5017219"/>
              <a:gd name="connsiteX27788" fmla="*/ 2276067 w 5799173"/>
              <a:gd name="connsiteY27788" fmla="*/ 2230913 h 5017219"/>
              <a:gd name="connsiteX27789" fmla="*/ 2276067 w 5799173"/>
              <a:gd name="connsiteY27789" fmla="*/ 2232242 h 5017219"/>
              <a:gd name="connsiteX27790" fmla="*/ 2266679 w 5799173"/>
              <a:gd name="connsiteY27790" fmla="*/ 2248443 h 5017219"/>
              <a:gd name="connsiteX27791" fmla="*/ 2265516 w 5799173"/>
              <a:gd name="connsiteY27791" fmla="*/ 2249107 h 5017219"/>
              <a:gd name="connsiteX27792" fmla="*/ 381047 w 5799173"/>
              <a:gd name="connsiteY27792" fmla="*/ 1749268 h 5017219"/>
              <a:gd name="connsiteX27793" fmla="*/ 379885 w 5799173"/>
              <a:gd name="connsiteY27793" fmla="*/ 1748604 h 5017219"/>
              <a:gd name="connsiteX27794" fmla="*/ 370496 w 5799173"/>
              <a:gd name="connsiteY27794" fmla="*/ 1732320 h 5017219"/>
              <a:gd name="connsiteX27795" fmla="*/ 370496 w 5799173"/>
              <a:gd name="connsiteY27795" fmla="*/ 1730991 h 5017219"/>
              <a:gd name="connsiteX27796" fmla="*/ 379885 w 5799173"/>
              <a:gd name="connsiteY27796" fmla="*/ 1714708 h 5017219"/>
              <a:gd name="connsiteX27797" fmla="*/ 381047 w 5799173"/>
              <a:gd name="connsiteY27797" fmla="*/ 1714043 h 5017219"/>
              <a:gd name="connsiteX27798" fmla="*/ 399824 w 5799173"/>
              <a:gd name="connsiteY27798" fmla="*/ 1714043 h 5017219"/>
              <a:gd name="connsiteX27799" fmla="*/ 400987 w 5799173"/>
              <a:gd name="connsiteY27799" fmla="*/ 1714708 h 5017219"/>
              <a:gd name="connsiteX27800" fmla="*/ 410375 w 5799173"/>
              <a:gd name="connsiteY27800" fmla="*/ 1730991 h 5017219"/>
              <a:gd name="connsiteX27801" fmla="*/ 410375 w 5799173"/>
              <a:gd name="connsiteY27801" fmla="*/ 1732320 h 5017219"/>
              <a:gd name="connsiteX27802" fmla="*/ 400987 w 5799173"/>
              <a:gd name="connsiteY27802" fmla="*/ 1748604 h 5017219"/>
              <a:gd name="connsiteX27803" fmla="*/ 399824 w 5799173"/>
              <a:gd name="connsiteY27803" fmla="*/ 1749268 h 5017219"/>
              <a:gd name="connsiteX27804" fmla="*/ 2066263 w 5799173"/>
              <a:gd name="connsiteY27804" fmla="*/ 2200820 h 5017219"/>
              <a:gd name="connsiteX27805" fmla="*/ 2065100 w 5799173"/>
              <a:gd name="connsiteY27805" fmla="*/ 2200156 h 5017219"/>
              <a:gd name="connsiteX27806" fmla="*/ 2055712 w 5799173"/>
              <a:gd name="connsiteY27806" fmla="*/ 2183872 h 5017219"/>
              <a:gd name="connsiteX27807" fmla="*/ 2055712 w 5799173"/>
              <a:gd name="connsiteY27807" fmla="*/ 2182543 h 5017219"/>
              <a:gd name="connsiteX27808" fmla="*/ 2065100 w 5799173"/>
              <a:gd name="connsiteY27808" fmla="*/ 2166260 h 5017219"/>
              <a:gd name="connsiteX27809" fmla="*/ 2066263 w 5799173"/>
              <a:gd name="connsiteY27809" fmla="*/ 2165595 h 5017219"/>
              <a:gd name="connsiteX27810" fmla="*/ 2085039 w 5799173"/>
              <a:gd name="connsiteY27810" fmla="*/ 2165595 h 5017219"/>
              <a:gd name="connsiteX27811" fmla="*/ 2086202 w 5799173"/>
              <a:gd name="connsiteY27811" fmla="*/ 2166260 h 5017219"/>
              <a:gd name="connsiteX27812" fmla="*/ 2095590 w 5799173"/>
              <a:gd name="connsiteY27812" fmla="*/ 2182543 h 5017219"/>
              <a:gd name="connsiteX27813" fmla="*/ 2095590 w 5799173"/>
              <a:gd name="connsiteY27813" fmla="*/ 2183872 h 5017219"/>
              <a:gd name="connsiteX27814" fmla="*/ 2086202 w 5799173"/>
              <a:gd name="connsiteY27814" fmla="*/ 2200156 h 5017219"/>
              <a:gd name="connsiteX27815" fmla="*/ 2085039 w 5799173"/>
              <a:gd name="connsiteY27815" fmla="*/ 2200820 h 5017219"/>
              <a:gd name="connsiteX27816" fmla="*/ 2307007 w 5799173"/>
              <a:gd name="connsiteY27816" fmla="*/ 2265327 h 5017219"/>
              <a:gd name="connsiteX27817" fmla="*/ 2305844 w 5799173"/>
              <a:gd name="connsiteY27817" fmla="*/ 2264663 h 5017219"/>
              <a:gd name="connsiteX27818" fmla="*/ 2296456 w 5799173"/>
              <a:gd name="connsiteY27818" fmla="*/ 2248379 h 5017219"/>
              <a:gd name="connsiteX27819" fmla="*/ 2296456 w 5799173"/>
              <a:gd name="connsiteY27819" fmla="*/ 2247050 h 5017219"/>
              <a:gd name="connsiteX27820" fmla="*/ 2305844 w 5799173"/>
              <a:gd name="connsiteY27820" fmla="*/ 2230767 h 5017219"/>
              <a:gd name="connsiteX27821" fmla="*/ 2307007 w 5799173"/>
              <a:gd name="connsiteY27821" fmla="*/ 2230102 h 5017219"/>
              <a:gd name="connsiteX27822" fmla="*/ 2325783 w 5799173"/>
              <a:gd name="connsiteY27822" fmla="*/ 2230102 h 5017219"/>
              <a:gd name="connsiteX27823" fmla="*/ 2326946 w 5799173"/>
              <a:gd name="connsiteY27823" fmla="*/ 2230767 h 5017219"/>
              <a:gd name="connsiteX27824" fmla="*/ 2336334 w 5799173"/>
              <a:gd name="connsiteY27824" fmla="*/ 2247050 h 5017219"/>
              <a:gd name="connsiteX27825" fmla="*/ 2336334 w 5799173"/>
              <a:gd name="connsiteY27825" fmla="*/ 2248379 h 5017219"/>
              <a:gd name="connsiteX27826" fmla="*/ 2326946 w 5799173"/>
              <a:gd name="connsiteY27826" fmla="*/ 2264663 h 5017219"/>
              <a:gd name="connsiteX27827" fmla="*/ 2325783 w 5799173"/>
              <a:gd name="connsiteY27827" fmla="*/ 2265327 h 5017219"/>
              <a:gd name="connsiteX27828" fmla="*/ 2367193 w 5799173"/>
              <a:gd name="connsiteY27828" fmla="*/ 2281454 h 5017219"/>
              <a:gd name="connsiteX27829" fmla="*/ 2366030 w 5799173"/>
              <a:gd name="connsiteY27829" fmla="*/ 2280790 h 5017219"/>
              <a:gd name="connsiteX27830" fmla="*/ 2356642 w 5799173"/>
              <a:gd name="connsiteY27830" fmla="*/ 2264506 h 5017219"/>
              <a:gd name="connsiteX27831" fmla="*/ 2356642 w 5799173"/>
              <a:gd name="connsiteY27831" fmla="*/ 2263177 h 5017219"/>
              <a:gd name="connsiteX27832" fmla="*/ 2366030 w 5799173"/>
              <a:gd name="connsiteY27832" fmla="*/ 2246894 h 5017219"/>
              <a:gd name="connsiteX27833" fmla="*/ 2367193 w 5799173"/>
              <a:gd name="connsiteY27833" fmla="*/ 2246229 h 5017219"/>
              <a:gd name="connsiteX27834" fmla="*/ 2385969 w 5799173"/>
              <a:gd name="connsiteY27834" fmla="*/ 2246229 h 5017219"/>
              <a:gd name="connsiteX27835" fmla="*/ 2387132 w 5799173"/>
              <a:gd name="connsiteY27835" fmla="*/ 2246894 h 5017219"/>
              <a:gd name="connsiteX27836" fmla="*/ 2396520 w 5799173"/>
              <a:gd name="connsiteY27836" fmla="*/ 2263177 h 5017219"/>
              <a:gd name="connsiteX27837" fmla="*/ 2396520 w 5799173"/>
              <a:gd name="connsiteY27837" fmla="*/ 2264506 h 5017219"/>
              <a:gd name="connsiteX27838" fmla="*/ 2387132 w 5799173"/>
              <a:gd name="connsiteY27838" fmla="*/ 2280790 h 5017219"/>
              <a:gd name="connsiteX27839" fmla="*/ 2385969 w 5799173"/>
              <a:gd name="connsiteY27839" fmla="*/ 2281454 h 5017219"/>
              <a:gd name="connsiteX27840" fmla="*/ 4955119 w 5799173"/>
              <a:gd name="connsiteY27840" fmla="*/ 2974994 h 5017219"/>
              <a:gd name="connsiteX27841" fmla="*/ 4953956 w 5799173"/>
              <a:gd name="connsiteY27841" fmla="*/ 2974329 h 5017219"/>
              <a:gd name="connsiteX27842" fmla="*/ 4944485 w 5799173"/>
              <a:gd name="connsiteY27842" fmla="*/ 2957962 h 5017219"/>
              <a:gd name="connsiteX27843" fmla="*/ 4944485 w 5799173"/>
              <a:gd name="connsiteY27843" fmla="*/ 2956633 h 5017219"/>
              <a:gd name="connsiteX27844" fmla="*/ 4953956 w 5799173"/>
              <a:gd name="connsiteY27844" fmla="*/ 2940267 h 5017219"/>
              <a:gd name="connsiteX27845" fmla="*/ 4955119 w 5799173"/>
              <a:gd name="connsiteY27845" fmla="*/ 2939602 h 5017219"/>
              <a:gd name="connsiteX27846" fmla="*/ 4974061 w 5799173"/>
              <a:gd name="connsiteY27846" fmla="*/ 2939602 h 5017219"/>
              <a:gd name="connsiteX27847" fmla="*/ 4975224 w 5799173"/>
              <a:gd name="connsiteY27847" fmla="*/ 2940267 h 5017219"/>
              <a:gd name="connsiteX27848" fmla="*/ 4984695 w 5799173"/>
              <a:gd name="connsiteY27848" fmla="*/ 2956633 h 5017219"/>
              <a:gd name="connsiteX27849" fmla="*/ 4984695 w 5799173"/>
              <a:gd name="connsiteY27849" fmla="*/ 2957962 h 5017219"/>
              <a:gd name="connsiteX27850" fmla="*/ 4975224 w 5799173"/>
              <a:gd name="connsiteY27850" fmla="*/ 2974329 h 5017219"/>
              <a:gd name="connsiteX27851" fmla="*/ 4974061 w 5799173"/>
              <a:gd name="connsiteY27851" fmla="*/ 2974994 h 5017219"/>
              <a:gd name="connsiteX27852" fmla="*/ 2607772 w 5799173"/>
              <a:gd name="connsiteY27852" fmla="*/ 2346129 h 5017219"/>
              <a:gd name="connsiteX27853" fmla="*/ 2606609 w 5799173"/>
              <a:gd name="connsiteY27853" fmla="*/ 2345464 h 5017219"/>
              <a:gd name="connsiteX27854" fmla="*/ 2597138 w 5799173"/>
              <a:gd name="connsiteY27854" fmla="*/ 2329015 h 5017219"/>
              <a:gd name="connsiteX27855" fmla="*/ 2597138 w 5799173"/>
              <a:gd name="connsiteY27855" fmla="*/ 2327686 h 5017219"/>
              <a:gd name="connsiteX27856" fmla="*/ 2606692 w 5799173"/>
              <a:gd name="connsiteY27856" fmla="*/ 2311236 h 5017219"/>
              <a:gd name="connsiteX27857" fmla="*/ 2607855 w 5799173"/>
              <a:gd name="connsiteY27857" fmla="*/ 2310571 h 5017219"/>
              <a:gd name="connsiteX27858" fmla="*/ 2626880 w 5799173"/>
              <a:gd name="connsiteY27858" fmla="*/ 2310571 h 5017219"/>
              <a:gd name="connsiteX27859" fmla="*/ 2628044 w 5799173"/>
              <a:gd name="connsiteY27859" fmla="*/ 2311236 h 5017219"/>
              <a:gd name="connsiteX27860" fmla="*/ 2637514 w 5799173"/>
              <a:gd name="connsiteY27860" fmla="*/ 2327686 h 5017219"/>
              <a:gd name="connsiteX27861" fmla="*/ 2637514 w 5799173"/>
              <a:gd name="connsiteY27861" fmla="*/ 2329015 h 5017219"/>
              <a:gd name="connsiteX27862" fmla="*/ 2627960 w 5799173"/>
              <a:gd name="connsiteY27862" fmla="*/ 2345464 h 5017219"/>
              <a:gd name="connsiteX27863" fmla="*/ 2626798 w 5799173"/>
              <a:gd name="connsiteY27863" fmla="*/ 2346129 h 5017219"/>
              <a:gd name="connsiteX27864" fmla="*/ 2427191 w 5799173"/>
              <a:gd name="connsiteY27864" fmla="*/ 2297911 h 5017219"/>
              <a:gd name="connsiteX27865" fmla="*/ 2426028 w 5799173"/>
              <a:gd name="connsiteY27865" fmla="*/ 2297246 h 5017219"/>
              <a:gd name="connsiteX27866" fmla="*/ 2416475 w 5799173"/>
              <a:gd name="connsiteY27866" fmla="*/ 2280714 h 5017219"/>
              <a:gd name="connsiteX27867" fmla="*/ 2416474 w 5799173"/>
              <a:gd name="connsiteY27867" fmla="*/ 2279384 h 5017219"/>
              <a:gd name="connsiteX27868" fmla="*/ 2426029 w 5799173"/>
              <a:gd name="connsiteY27868" fmla="*/ 2262852 h 5017219"/>
              <a:gd name="connsiteX27869" fmla="*/ 2427191 w 5799173"/>
              <a:gd name="connsiteY27869" fmla="*/ 2262187 h 5017219"/>
              <a:gd name="connsiteX27870" fmla="*/ 2446299 w 5799173"/>
              <a:gd name="connsiteY27870" fmla="*/ 2262187 h 5017219"/>
              <a:gd name="connsiteX27871" fmla="*/ 2447462 w 5799173"/>
              <a:gd name="connsiteY27871" fmla="*/ 2262852 h 5017219"/>
              <a:gd name="connsiteX27872" fmla="*/ 2457016 w 5799173"/>
              <a:gd name="connsiteY27872" fmla="*/ 2279384 h 5017219"/>
              <a:gd name="connsiteX27873" fmla="*/ 2457016 w 5799173"/>
              <a:gd name="connsiteY27873" fmla="*/ 2280714 h 5017219"/>
              <a:gd name="connsiteX27874" fmla="*/ 2447462 w 5799173"/>
              <a:gd name="connsiteY27874" fmla="*/ 2297246 h 5017219"/>
              <a:gd name="connsiteX27875" fmla="*/ 2446299 w 5799173"/>
              <a:gd name="connsiteY27875" fmla="*/ 2297911 h 5017219"/>
              <a:gd name="connsiteX27876" fmla="*/ 2126179 w 5799173"/>
              <a:gd name="connsiteY27876" fmla="*/ 2217349 h 5017219"/>
              <a:gd name="connsiteX27877" fmla="*/ 2125015 w 5799173"/>
              <a:gd name="connsiteY27877" fmla="*/ 2216685 h 5017219"/>
              <a:gd name="connsiteX27878" fmla="*/ 2115378 w 5799173"/>
              <a:gd name="connsiteY27878" fmla="*/ 2200069 h 5017219"/>
              <a:gd name="connsiteX27879" fmla="*/ 2115378 w 5799173"/>
              <a:gd name="connsiteY27879" fmla="*/ 2198740 h 5017219"/>
              <a:gd name="connsiteX27880" fmla="*/ 2125015 w 5799173"/>
              <a:gd name="connsiteY27880" fmla="*/ 2182124 h 5017219"/>
              <a:gd name="connsiteX27881" fmla="*/ 2126178 w 5799173"/>
              <a:gd name="connsiteY27881" fmla="*/ 2181459 h 5017219"/>
              <a:gd name="connsiteX27882" fmla="*/ 2145369 w 5799173"/>
              <a:gd name="connsiteY27882" fmla="*/ 2181459 h 5017219"/>
              <a:gd name="connsiteX27883" fmla="*/ 2146532 w 5799173"/>
              <a:gd name="connsiteY27883" fmla="*/ 2182124 h 5017219"/>
              <a:gd name="connsiteX27884" fmla="*/ 2156170 w 5799173"/>
              <a:gd name="connsiteY27884" fmla="*/ 2198740 h 5017219"/>
              <a:gd name="connsiteX27885" fmla="*/ 2156170 w 5799173"/>
              <a:gd name="connsiteY27885" fmla="*/ 2200069 h 5017219"/>
              <a:gd name="connsiteX27886" fmla="*/ 2146532 w 5799173"/>
              <a:gd name="connsiteY27886" fmla="*/ 2216685 h 5017219"/>
              <a:gd name="connsiteX27887" fmla="*/ 2145369 w 5799173"/>
              <a:gd name="connsiteY27887" fmla="*/ 2217349 h 5017219"/>
              <a:gd name="connsiteX27888" fmla="*/ 2487294 w 5799173"/>
              <a:gd name="connsiteY27888" fmla="*/ 2314215 h 5017219"/>
              <a:gd name="connsiteX27889" fmla="*/ 2486131 w 5799173"/>
              <a:gd name="connsiteY27889" fmla="*/ 2313551 h 5017219"/>
              <a:gd name="connsiteX27890" fmla="*/ 2476494 w 5799173"/>
              <a:gd name="connsiteY27890" fmla="*/ 2296852 h 5017219"/>
              <a:gd name="connsiteX27891" fmla="*/ 2476494 w 5799173"/>
              <a:gd name="connsiteY27891" fmla="*/ 2295523 h 5017219"/>
              <a:gd name="connsiteX27892" fmla="*/ 2486131 w 5799173"/>
              <a:gd name="connsiteY27892" fmla="*/ 2278824 h 5017219"/>
              <a:gd name="connsiteX27893" fmla="*/ 2487294 w 5799173"/>
              <a:gd name="connsiteY27893" fmla="*/ 2278159 h 5017219"/>
              <a:gd name="connsiteX27894" fmla="*/ 2506652 w 5799173"/>
              <a:gd name="connsiteY27894" fmla="*/ 2278159 h 5017219"/>
              <a:gd name="connsiteX27895" fmla="*/ 2507815 w 5799173"/>
              <a:gd name="connsiteY27895" fmla="*/ 2278824 h 5017219"/>
              <a:gd name="connsiteX27896" fmla="*/ 2517452 w 5799173"/>
              <a:gd name="connsiteY27896" fmla="*/ 2295523 h 5017219"/>
              <a:gd name="connsiteX27897" fmla="*/ 2517452 w 5799173"/>
              <a:gd name="connsiteY27897" fmla="*/ 2296852 h 5017219"/>
              <a:gd name="connsiteX27898" fmla="*/ 2507815 w 5799173"/>
              <a:gd name="connsiteY27898" fmla="*/ 2313551 h 5017219"/>
              <a:gd name="connsiteX27899" fmla="*/ 2506652 w 5799173"/>
              <a:gd name="connsiteY27899" fmla="*/ 2314215 h 5017219"/>
              <a:gd name="connsiteX27900" fmla="*/ 2547430 w 5799173"/>
              <a:gd name="connsiteY27900" fmla="*/ 2330419 h 5017219"/>
              <a:gd name="connsiteX27901" fmla="*/ 2546267 w 5799173"/>
              <a:gd name="connsiteY27901" fmla="*/ 2329754 h 5017219"/>
              <a:gd name="connsiteX27902" fmla="*/ 2536547 w 5799173"/>
              <a:gd name="connsiteY27902" fmla="*/ 2312889 h 5017219"/>
              <a:gd name="connsiteX27903" fmla="*/ 2536547 w 5799173"/>
              <a:gd name="connsiteY27903" fmla="*/ 2311477 h 5017219"/>
              <a:gd name="connsiteX27904" fmla="*/ 2546267 w 5799173"/>
              <a:gd name="connsiteY27904" fmla="*/ 2294612 h 5017219"/>
              <a:gd name="connsiteX27905" fmla="*/ 2547430 w 5799173"/>
              <a:gd name="connsiteY27905" fmla="*/ 2293947 h 5017219"/>
              <a:gd name="connsiteX27906" fmla="*/ 2566871 w 5799173"/>
              <a:gd name="connsiteY27906" fmla="*/ 2293947 h 5017219"/>
              <a:gd name="connsiteX27907" fmla="*/ 2568034 w 5799173"/>
              <a:gd name="connsiteY27907" fmla="*/ 2294612 h 5017219"/>
              <a:gd name="connsiteX27908" fmla="*/ 2577754 w 5799173"/>
              <a:gd name="connsiteY27908" fmla="*/ 2311477 h 5017219"/>
              <a:gd name="connsiteX27909" fmla="*/ 2577754 w 5799173"/>
              <a:gd name="connsiteY27909" fmla="*/ 2312889 h 5017219"/>
              <a:gd name="connsiteX27910" fmla="*/ 2568034 w 5799173"/>
              <a:gd name="connsiteY27910" fmla="*/ 2329754 h 5017219"/>
              <a:gd name="connsiteX27911" fmla="*/ 2566871 w 5799173"/>
              <a:gd name="connsiteY27911" fmla="*/ 2330419 h 5017219"/>
              <a:gd name="connsiteX27912" fmla="*/ 5375913 w 5799173"/>
              <a:gd name="connsiteY27912" fmla="*/ 3088876 h 5017219"/>
              <a:gd name="connsiteX27913" fmla="*/ 5374666 w 5799173"/>
              <a:gd name="connsiteY27913" fmla="*/ 3088212 h 5017219"/>
              <a:gd name="connsiteX27914" fmla="*/ 5364697 w 5799173"/>
              <a:gd name="connsiteY27914" fmla="*/ 3070931 h 5017219"/>
              <a:gd name="connsiteX27915" fmla="*/ 5364697 w 5799173"/>
              <a:gd name="connsiteY27915" fmla="*/ 3069519 h 5017219"/>
              <a:gd name="connsiteX27916" fmla="*/ 5374666 w 5799173"/>
              <a:gd name="connsiteY27916" fmla="*/ 3052239 h 5017219"/>
              <a:gd name="connsiteX27917" fmla="*/ 5375913 w 5799173"/>
              <a:gd name="connsiteY27917" fmla="*/ 3051574 h 5017219"/>
              <a:gd name="connsiteX27918" fmla="*/ 5395852 w 5799173"/>
              <a:gd name="connsiteY27918" fmla="*/ 3051573 h 5017219"/>
              <a:gd name="connsiteX27919" fmla="*/ 5397098 w 5799173"/>
              <a:gd name="connsiteY27919" fmla="*/ 3052239 h 5017219"/>
              <a:gd name="connsiteX27920" fmla="*/ 5407067 w 5799173"/>
              <a:gd name="connsiteY27920" fmla="*/ 3069519 h 5017219"/>
              <a:gd name="connsiteX27921" fmla="*/ 5407067 w 5799173"/>
              <a:gd name="connsiteY27921" fmla="*/ 3070930 h 5017219"/>
              <a:gd name="connsiteX27922" fmla="*/ 5397098 w 5799173"/>
              <a:gd name="connsiteY27922" fmla="*/ 3088212 h 5017219"/>
              <a:gd name="connsiteX27923" fmla="*/ 5395852 w 5799173"/>
              <a:gd name="connsiteY27923" fmla="*/ 3088876 h 5017219"/>
              <a:gd name="connsiteX27924" fmla="*/ 440580 w 5799173"/>
              <a:gd name="connsiteY27924" fmla="*/ 1766561 h 5017219"/>
              <a:gd name="connsiteX27925" fmla="*/ 439334 w 5799173"/>
              <a:gd name="connsiteY27925" fmla="*/ 1765813 h 5017219"/>
              <a:gd name="connsiteX27926" fmla="*/ 429364 w 5799173"/>
              <a:gd name="connsiteY27926" fmla="*/ 1748450 h 5017219"/>
              <a:gd name="connsiteX27927" fmla="*/ 429364 w 5799173"/>
              <a:gd name="connsiteY27927" fmla="*/ 1747037 h 5017219"/>
              <a:gd name="connsiteX27928" fmla="*/ 439418 w 5799173"/>
              <a:gd name="connsiteY27928" fmla="*/ 1729674 h 5017219"/>
              <a:gd name="connsiteX27929" fmla="*/ 440663 w 5799173"/>
              <a:gd name="connsiteY27929" fmla="*/ 1728926 h 5017219"/>
              <a:gd name="connsiteX27930" fmla="*/ 460685 w 5799173"/>
              <a:gd name="connsiteY27930" fmla="*/ 1728926 h 5017219"/>
              <a:gd name="connsiteX27931" fmla="*/ 461931 w 5799173"/>
              <a:gd name="connsiteY27931" fmla="*/ 1729674 h 5017219"/>
              <a:gd name="connsiteX27932" fmla="*/ 471901 w 5799173"/>
              <a:gd name="connsiteY27932" fmla="*/ 1747037 h 5017219"/>
              <a:gd name="connsiteX27933" fmla="*/ 471901 w 5799173"/>
              <a:gd name="connsiteY27933" fmla="*/ 1748450 h 5017219"/>
              <a:gd name="connsiteX27934" fmla="*/ 461848 w 5799173"/>
              <a:gd name="connsiteY27934" fmla="*/ 1765813 h 5017219"/>
              <a:gd name="connsiteX27935" fmla="*/ 460602 w 5799173"/>
              <a:gd name="connsiteY27935" fmla="*/ 1766561 h 5017219"/>
              <a:gd name="connsiteX27936" fmla="*/ 2667471 w 5799173"/>
              <a:gd name="connsiteY27936" fmla="*/ 2363338 h 5017219"/>
              <a:gd name="connsiteX27937" fmla="*/ 2666225 w 5799173"/>
              <a:gd name="connsiteY27937" fmla="*/ 2362590 h 5017219"/>
              <a:gd name="connsiteX27938" fmla="*/ 2656172 w 5799173"/>
              <a:gd name="connsiteY27938" fmla="*/ 2345144 h 5017219"/>
              <a:gd name="connsiteX27939" fmla="*/ 2656172 w 5799173"/>
              <a:gd name="connsiteY27939" fmla="*/ 2343731 h 5017219"/>
              <a:gd name="connsiteX27940" fmla="*/ 2666225 w 5799173"/>
              <a:gd name="connsiteY27940" fmla="*/ 2326285 h 5017219"/>
              <a:gd name="connsiteX27941" fmla="*/ 2667471 w 5799173"/>
              <a:gd name="connsiteY27941" fmla="*/ 2325537 h 5017219"/>
              <a:gd name="connsiteX27942" fmla="*/ 2687576 w 5799173"/>
              <a:gd name="connsiteY27942" fmla="*/ 2325537 h 5017219"/>
              <a:gd name="connsiteX27943" fmla="*/ 2688822 w 5799173"/>
              <a:gd name="connsiteY27943" fmla="*/ 2326285 h 5017219"/>
              <a:gd name="connsiteX27944" fmla="*/ 2698875 w 5799173"/>
              <a:gd name="connsiteY27944" fmla="*/ 2343731 h 5017219"/>
              <a:gd name="connsiteX27945" fmla="*/ 2698875 w 5799173"/>
              <a:gd name="connsiteY27945" fmla="*/ 2345144 h 5017219"/>
              <a:gd name="connsiteX27946" fmla="*/ 2688822 w 5799173"/>
              <a:gd name="connsiteY27946" fmla="*/ 2362590 h 5017219"/>
              <a:gd name="connsiteX27947" fmla="*/ 2687576 w 5799173"/>
              <a:gd name="connsiteY27947" fmla="*/ 2363338 h 5017219"/>
              <a:gd name="connsiteX27948" fmla="*/ 5135106 w 5799173"/>
              <a:gd name="connsiteY27948" fmla="*/ 3024539 h 5017219"/>
              <a:gd name="connsiteX27949" fmla="*/ 5133860 w 5799173"/>
              <a:gd name="connsiteY27949" fmla="*/ 3023791 h 5017219"/>
              <a:gd name="connsiteX27950" fmla="*/ 5123807 w 5799173"/>
              <a:gd name="connsiteY27950" fmla="*/ 3006345 h 5017219"/>
              <a:gd name="connsiteX27951" fmla="*/ 5123807 w 5799173"/>
              <a:gd name="connsiteY27951" fmla="*/ 3004932 h 5017219"/>
              <a:gd name="connsiteX27952" fmla="*/ 5133860 w 5799173"/>
              <a:gd name="connsiteY27952" fmla="*/ 2987486 h 5017219"/>
              <a:gd name="connsiteX27953" fmla="*/ 5135106 w 5799173"/>
              <a:gd name="connsiteY27953" fmla="*/ 2986738 h 5017219"/>
              <a:gd name="connsiteX27954" fmla="*/ 5155211 w 5799173"/>
              <a:gd name="connsiteY27954" fmla="*/ 2986738 h 5017219"/>
              <a:gd name="connsiteX27955" fmla="*/ 5156457 w 5799173"/>
              <a:gd name="connsiteY27955" fmla="*/ 2987486 h 5017219"/>
              <a:gd name="connsiteX27956" fmla="*/ 5166510 w 5799173"/>
              <a:gd name="connsiteY27956" fmla="*/ 3004932 h 5017219"/>
              <a:gd name="connsiteX27957" fmla="*/ 5166510 w 5799173"/>
              <a:gd name="connsiteY27957" fmla="*/ 3006345 h 5017219"/>
              <a:gd name="connsiteX27958" fmla="*/ 5156457 w 5799173"/>
              <a:gd name="connsiteY27958" fmla="*/ 3023791 h 5017219"/>
              <a:gd name="connsiteX27959" fmla="*/ 5155211 w 5799173"/>
              <a:gd name="connsiteY27959" fmla="*/ 3024539 h 5017219"/>
              <a:gd name="connsiteX27960" fmla="*/ 500505 w 5799173"/>
              <a:gd name="connsiteY27960" fmla="*/ 1783279 h 5017219"/>
              <a:gd name="connsiteX27961" fmla="*/ 499258 w 5799173"/>
              <a:gd name="connsiteY27961" fmla="*/ 1782531 h 5017219"/>
              <a:gd name="connsiteX27962" fmla="*/ 488957 w 5799173"/>
              <a:gd name="connsiteY27962" fmla="*/ 1764669 h 5017219"/>
              <a:gd name="connsiteX27963" fmla="*/ 488957 w 5799173"/>
              <a:gd name="connsiteY27963" fmla="*/ 1763174 h 5017219"/>
              <a:gd name="connsiteX27964" fmla="*/ 499258 w 5799173"/>
              <a:gd name="connsiteY27964" fmla="*/ 1745312 h 5017219"/>
              <a:gd name="connsiteX27965" fmla="*/ 500504 w 5799173"/>
              <a:gd name="connsiteY27965" fmla="*/ 1744563 h 5017219"/>
              <a:gd name="connsiteX27966" fmla="*/ 521191 w 5799173"/>
              <a:gd name="connsiteY27966" fmla="*/ 1744564 h 5017219"/>
              <a:gd name="connsiteX27967" fmla="*/ 522438 w 5799173"/>
              <a:gd name="connsiteY27967" fmla="*/ 1745312 h 5017219"/>
              <a:gd name="connsiteX27968" fmla="*/ 532740 w 5799173"/>
              <a:gd name="connsiteY27968" fmla="*/ 1763174 h 5017219"/>
              <a:gd name="connsiteX27969" fmla="*/ 532740 w 5799173"/>
              <a:gd name="connsiteY27969" fmla="*/ 1764669 h 5017219"/>
              <a:gd name="connsiteX27970" fmla="*/ 522438 w 5799173"/>
              <a:gd name="connsiteY27970" fmla="*/ 1782531 h 5017219"/>
              <a:gd name="connsiteX27971" fmla="*/ 521191 w 5799173"/>
              <a:gd name="connsiteY27971" fmla="*/ 1783279 h 5017219"/>
              <a:gd name="connsiteX27972" fmla="*/ 560610 w 5799173"/>
              <a:gd name="connsiteY27972" fmla="*/ 1799478 h 5017219"/>
              <a:gd name="connsiteX27973" fmla="*/ 559363 w 5799173"/>
              <a:gd name="connsiteY27973" fmla="*/ 1798729 h 5017219"/>
              <a:gd name="connsiteX27974" fmla="*/ 548978 w 5799173"/>
              <a:gd name="connsiteY27974" fmla="*/ 1780785 h 5017219"/>
              <a:gd name="connsiteX27975" fmla="*/ 548978 w 5799173"/>
              <a:gd name="connsiteY27975" fmla="*/ 1779290 h 5017219"/>
              <a:gd name="connsiteX27976" fmla="*/ 559363 w 5799173"/>
              <a:gd name="connsiteY27976" fmla="*/ 1761344 h 5017219"/>
              <a:gd name="connsiteX27977" fmla="*/ 560609 w 5799173"/>
              <a:gd name="connsiteY27977" fmla="*/ 1760596 h 5017219"/>
              <a:gd name="connsiteX27978" fmla="*/ 581379 w 5799173"/>
              <a:gd name="connsiteY27978" fmla="*/ 1760597 h 5017219"/>
              <a:gd name="connsiteX27979" fmla="*/ 582625 w 5799173"/>
              <a:gd name="connsiteY27979" fmla="*/ 1761345 h 5017219"/>
              <a:gd name="connsiteX27980" fmla="*/ 593010 w 5799173"/>
              <a:gd name="connsiteY27980" fmla="*/ 1779290 h 5017219"/>
              <a:gd name="connsiteX27981" fmla="*/ 593010 w 5799173"/>
              <a:gd name="connsiteY27981" fmla="*/ 1780785 h 5017219"/>
              <a:gd name="connsiteX27982" fmla="*/ 582625 w 5799173"/>
              <a:gd name="connsiteY27982" fmla="*/ 1798730 h 5017219"/>
              <a:gd name="connsiteX27983" fmla="*/ 581379 w 5799173"/>
              <a:gd name="connsiteY27983" fmla="*/ 1799478 h 5017219"/>
              <a:gd name="connsiteX27984" fmla="*/ 620796 w 5799173"/>
              <a:gd name="connsiteY27984" fmla="*/ 1815605 h 5017219"/>
              <a:gd name="connsiteX27985" fmla="*/ 619550 w 5799173"/>
              <a:gd name="connsiteY27985" fmla="*/ 1814857 h 5017219"/>
              <a:gd name="connsiteX27986" fmla="*/ 609165 w 5799173"/>
              <a:gd name="connsiteY27986" fmla="*/ 1796912 h 5017219"/>
              <a:gd name="connsiteX27987" fmla="*/ 609165 w 5799173"/>
              <a:gd name="connsiteY27987" fmla="*/ 1795417 h 5017219"/>
              <a:gd name="connsiteX27988" fmla="*/ 619550 w 5799173"/>
              <a:gd name="connsiteY27988" fmla="*/ 1777471 h 5017219"/>
              <a:gd name="connsiteX27989" fmla="*/ 620796 w 5799173"/>
              <a:gd name="connsiteY27989" fmla="*/ 1776723 h 5017219"/>
              <a:gd name="connsiteX27990" fmla="*/ 641566 w 5799173"/>
              <a:gd name="connsiteY27990" fmla="*/ 1776724 h 5017219"/>
              <a:gd name="connsiteX27991" fmla="*/ 642812 w 5799173"/>
              <a:gd name="connsiteY27991" fmla="*/ 1777472 h 5017219"/>
              <a:gd name="connsiteX27992" fmla="*/ 653197 w 5799173"/>
              <a:gd name="connsiteY27992" fmla="*/ 1795417 h 5017219"/>
              <a:gd name="connsiteX27993" fmla="*/ 653197 w 5799173"/>
              <a:gd name="connsiteY27993" fmla="*/ 1796912 h 5017219"/>
              <a:gd name="connsiteX27994" fmla="*/ 642812 w 5799173"/>
              <a:gd name="connsiteY27994" fmla="*/ 1814857 h 5017219"/>
              <a:gd name="connsiteX27995" fmla="*/ 641566 w 5799173"/>
              <a:gd name="connsiteY27995" fmla="*/ 1815605 h 5017219"/>
              <a:gd name="connsiteX27996" fmla="*/ 3208804 w 5799173"/>
              <a:gd name="connsiteY27996" fmla="*/ 2509059 h 5017219"/>
              <a:gd name="connsiteX27997" fmla="*/ 3207558 w 5799173"/>
              <a:gd name="connsiteY27997" fmla="*/ 2508311 h 5017219"/>
              <a:gd name="connsiteX27998" fmla="*/ 3197173 w 5799173"/>
              <a:gd name="connsiteY27998" fmla="*/ 2490366 h 5017219"/>
              <a:gd name="connsiteX27999" fmla="*/ 3197173 w 5799173"/>
              <a:gd name="connsiteY27999" fmla="*/ 2488871 h 5017219"/>
              <a:gd name="connsiteX28000" fmla="*/ 3207558 w 5799173"/>
              <a:gd name="connsiteY28000" fmla="*/ 2470926 h 5017219"/>
              <a:gd name="connsiteX28001" fmla="*/ 3208804 w 5799173"/>
              <a:gd name="connsiteY28001" fmla="*/ 2470178 h 5017219"/>
              <a:gd name="connsiteX28002" fmla="*/ 3229574 w 5799173"/>
              <a:gd name="connsiteY28002" fmla="*/ 2470178 h 5017219"/>
              <a:gd name="connsiteX28003" fmla="*/ 3230820 w 5799173"/>
              <a:gd name="connsiteY28003" fmla="*/ 2470926 h 5017219"/>
              <a:gd name="connsiteX28004" fmla="*/ 3241205 w 5799173"/>
              <a:gd name="connsiteY28004" fmla="*/ 2488871 h 5017219"/>
              <a:gd name="connsiteX28005" fmla="*/ 3241205 w 5799173"/>
              <a:gd name="connsiteY28005" fmla="*/ 2490366 h 5017219"/>
              <a:gd name="connsiteX28006" fmla="*/ 3230820 w 5799173"/>
              <a:gd name="connsiteY28006" fmla="*/ 2508311 h 5017219"/>
              <a:gd name="connsiteX28007" fmla="*/ 3229574 w 5799173"/>
              <a:gd name="connsiteY28007" fmla="*/ 2509059 h 5017219"/>
              <a:gd name="connsiteX28008" fmla="*/ 3329177 w 5799173"/>
              <a:gd name="connsiteY28008" fmla="*/ 2541313 h 5017219"/>
              <a:gd name="connsiteX28009" fmla="*/ 3327931 w 5799173"/>
              <a:gd name="connsiteY28009" fmla="*/ 2540565 h 5017219"/>
              <a:gd name="connsiteX28010" fmla="*/ 3317546 w 5799173"/>
              <a:gd name="connsiteY28010" fmla="*/ 2522620 h 5017219"/>
              <a:gd name="connsiteX28011" fmla="*/ 3317546 w 5799173"/>
              <a:gd name="connsiteY28011" fmla="*/ 2521125 h 5017219"/>
              <a:gd name="connsiteX28012" fmla="*/ 3327931 w 5799173"/>
              <a:gd name="connsiteY28012" fmla="*/ 2503180 h 5017219"/>
              <a:gd name="connsiteX28013" fmla="*/ 3329177 w 5799173"/>
              <a:gd name="connsiteY28013" fmla="*/ 2502432 h 5017219"/>
              <a:gd name="connsiteX28014" fmla="*/ 3349946 w 5799173"/>
              <a:gd name="connsiteY28014" fmla="*/ 2502432 h 5017219"/>
              <a:gd name="connsiteX28015" fmla="*/ 3351193 w 5799173"/>
              <a:gd name="connsiteY28015" fmla="*/ 2503180 h 5017219"/>
              <a:gd name="connsiteX28016" fmla="*/ 3361578 w 5799173"/>
              <a:gd name="connsiteY28016" fmla="*/ 2521125 h 5017219"/>
              <a:gd name="connsiteX28017" fmla="*/ 3361578 w 5799173"/>
              <a:gd name="connsiteY28017" fmla="*/ 2522620 h 5017219"/>
              <a:gd name="connsiteX28018" fmla="*/ 3351193 w 5799173"/>
              <a:gd name="connsiteY28018" fmla="*/ 2540565 h 5017219"/>
              <a:gd name="connsiteX28019" fmla="*/ 3349947 w 5799173"/>
              <a:gd name="connsiteY28019" fmla="*/ 2541313 h 5017219"/>
              <a:gd name="connsiteX28020" fmla="*/ 5194949 w 5799173"/>
              <a:gd name="connsiteY28020" fmla="*/ 3041245 h 5017219"/>
              <a:gd name="connsiteX28021" fmla="*/ 5193703 w 5799173"/>
              <a:gd name="connsiteY28021" fmla="*/ 3040497 h 5017219"/>
              <a:gd name="connsiteX28022" fmla="*/ 5183318 w 5799173"/>
              <a:gd name="connsiteY28022" fmla="*/ 3022552 h 5017219"/>
              <a:gd name="connsiteX28023" fmla="*/ 5183318 w 5799173"/>
              <a:gd name="connsiteY28023" fmla="*/ 3021057 h 5017219"/>
              <a:gd name="connsiteX28024" fmla="*/ 5193703 w 5799173"/>
              <a:gd name="connsiteY28024" fmla="*/ 3003112 h 5017219"/>
              <a:gd name="connsiteX28025" fmla="*/ 5194949 w 5799173"/>
              <a:gd name="connsiteY28025" fmla="*/ 3002364 h 5017219"/>
              <a:gd name="connsiteX28026" fmla="*/ 5215719 w 5799173"/>
              <a:gd name="connsiteY28026" fmla="*/ 3002364 h 5017219"/>
              <a:gd name="connsiteX28027" fmla="*/ 5216965 w 5799173"/>
              <a:gd name="connsiteY28027" fmla="*/ 3003112 h 5017219"/>
              <a:gd name="connsiteX28028" fmla="*/ 5227350 w 5799173"/>
              <a:gd name="connsiteY28028" fmla="*/ 3021057 h 5017219"/>
              <a:gd name="connsiteX28029" fmla="*/ 5227350 w 5799173"/>
              <a:gd name="connsiteY28029" fmla="*/ 3022552 h 5017219"/>
              <a:gd name="connsiteX28030" fmla="*/ 5216965 w 5799173"/>
              <a:gd name="connsiteY28030" fmla="*/ 3040497 h 5017219"/>
              <a:gd name="connsiteX28031" fmla="*/ 5215719 w 5799173"/>
              <a:gd name="connsiteY28031" fmla="*/ 3041245 h 5017219"/>
              <a:gd name="connsiteX28032" fmla="*/ 5255136 w 5799173"/>
              <a:gd name="connsiteY28032" fmla="*/ 3057372 h 5017219"/>
              <a:gd name="connsiteX28033" fmla="*/ 5253890 w 5799173"/>
              <a:gd name="connsiteY28033" fmla="*/ 3056624 h 5017219"/>
              <a:gd name="connsiteX28034" fmla="*/ 5243505 w 5799173"/>
              <a:gd name="connsiteY28034" fmla="*/ 3038679 h 5017219"/>
              <a:gd name="connsiteX28035" fmla="*/ 5243505 w 5799173"/>
              <a:gd name="connsiteY28035" fmla="*/ 3037184 h 5017219"/>
              <a:gd name="connsiteX28036" fmla="*/ 5253890 w 5799173"/>
              <a:gd name="connsiteY28036" fmla="*/ 3019239 h 5017219"/>
              <a:gd name="connsiteX28037" fmla="*/ 5255136 w 5799173"/>
              <a:gd name="connsiteY28037" fmla="*/ 3018491 h 5017219"/>
              <a:gd name="connsiteX28038" fmla="*/ 5275906 w 5799173"/>
              <a:gd name="connsiteY28038" fmla="*/ 3018491 h 5017219"/>
              <a:gd name="connsiteX28039" fmla="*/ 5277152 w 5799173"/>
              <a:gd name="connsiteY28039" fmla="*/ 3019239 h 5017219"/>
              <a:gd name="connsiteX28040" fmla="*/ 5287537 w 5799173"/>
              <a:gd name="connsiteY28040" fmla="*/ 3037184 h 5017219"/>
              <a:gd name="connsiteX28041" fmla="*/ 5287537 w 5799173"/>
              <a:gd name="connsiteY28041" fmla="*/ 3038679 h 5017219"/>
              <a:gd name="connsiteX28042" fmla="*/ 5277152 w 5799173"/>
              <a:gd name="connsiteY28042" fmla="*/ 3056624 h 5017219"/>
              <a:gd name="connsiteX28043" fmla="*/ 5275906 w 5799173"/>
              <a:gd name="connsiteY28043" fmla="*/ 3057372 h 5017219"/>
              <a:gd name="connsiteX28044" fmla="*/ 5315322 w 5799173"/>
              <a:gd name="connsiteY28044" fmla="*/ 3073499 h 5017219"/>
              <a:gd name="connsiteX28045" fmla="*/ 5314076 w 5799173"/>
              <a:gd name="connsiteY28045" fmla="*/ 3072751 h 5017219"/>
              <a:gd name="connsiteX28046" fmla="*/ 5303691 w 5799173"/>
              <a:gd name="connsiteY28046" fmla="*/ 3054806 h 5017219"/>
              <a:gd name="connsiteX28047" fmla="*/ 5303691 w 5799173"/>
              <a:gd name="connsiteY28047" fmla="*/ 3053311 h 5017219"/>
              <a:gd name="connsiteX28048" fmla="*/ 5314076 w 5799173"/>
              <a:gd name="connsiteY28048" fmla="*/ 3035366 h 5017219"/>
              <a:gd name="connsiteX28049" fmla="*/ 5315322 w 5799173"/>
              <a:gd name="connsiteY28049" fmla="*/ 3034618 h 5017219"/>
              <a:gd name="connsiteX28050" fmla="*/ 5336092 w 5799173"/>
              <a:gd name="connsiteY28050" fmla="*/ 3034618 h 5017219"/>
              <a:gd name="connsiteX28051" fmla="*/ 5337338 w 5799173"/>
              <a:gd name="connsiteY28051" fmla="*/ 3035366 h 5017219"/>
              <a:gd name="connsiteX28052" fmla="*/ 5347723 w 5799173"/>
              <a:gd name="connsiteY28052" fmla="*/ 3053311 h 5017219"/>
              <a:gd name="connsiteX28053" fmla="*/ 5347723 w 5799173"/>
              <a:gd name="connsiteY28053" fmla="*/ 3054806 h 5017219"/>
              <a:gd name="connsiteX28054" fmla="*/ 5337338 w 5799173"/>
              <a:gd name="connsiteY28054" fmla="*/ 3072751 h 5017219"/>
              <a:gd name="connsiteX28055" fmla="*/ 5336092 w 5799173"/>
              <a:gd name="connsiteY28055" fmla="*/ 3073499 h 5017219"/>
              <a:gd name="connsiteX28056" fmla="*/ 5014307 w 5799173"/>
              <a:gd name="connsiteY28056" fmla="*/ 2992947 h 5017219"/>
              <a:gd name="connsiteX28057" fmla="*/ 5013061 w 5799173"/>
              <a:gd name="connsiteY28057" fmla="*/ 2992200 h 5017219"/>
              <a:gd name="connsiteX28058" fmla="*/ 5002676 w 5799173"/>
              <a:gd name="connsiteY28058" fmla="*/ 2974171 h 5017219"/>
              <a:gd name="connsiteX28059" fmla="*/ 5002676 w 5799173"/>
              <a:gd name="connsiteY28059" fmla="*/ 2972676 h 5017219"/>
              <a:gd name="connsiteX28060" fmla="*/ 5013144 w 5799173"/>
              <a:gd name="connsiteY28060" fmla="*/ 2954648 h 5017219"/>
              <a:gd name="connsiteX28061" fmla="*/ 5014390 w 5799173"/>
              <a:gd name="connsiteY28061" fmla="*/ 2953900 h 5017219"/>
              <a:gd name="connsiteX28062" fmla="*/ 5035243 w 5799173"/>
              <a:gd name="connsiteY28062" fmla="*/ 2953900 h 5017219"/>
              <a:gd name="connsiteX28063" fmla="*/ 5036489 w 5799173"/>
              <a:gd name="connsiteY28063" fmla="*/ 2954648 h 5017219"/>
              <a:gd name="connsiteX28064" fmla="*/ 5046874 w 5799173"/>
              <a:gd name="connsiteY28064" fmla="*/ 2972676 h 5017219"/>
              <a:gd name="connsiteX28065" fmla="*/ 5046874 w 5799173"/>
              <a:gd name="connsiteY28065" fmla="*/ 2974171 h 5017219"/>
              <a:gd name="connsiteX28066" fmla="*/ 5036406 w 5799173"/>
              <a:gd name="connsiteY28066" fmla="*/ 2992200 h 5017219"/>
              <a:gd name="connsiteX28067" fmla="*/ 5035160 w 5799173"/>
              <a:gd name="connsiteY28067" fmla="*/ 2992947 h 5017219"/>
              <a:gd name="connsiteX28068" fmla="*/ 981829 w 5799173"/>
              <a:gd name="connsiteY28068" fmla="*/ 1912530 h 5017219"/>
              <a:gd name="connsiteX28069" fmla="*/ 980583 w 5799173"/>
              <a:gd name="connsiteY28069" fmla="*/ 1911783 h 5017219"/>
              <a:gd name="connsiteX28070" fmla="*/ 970115 w 5799173"/>
              <a:gd name="connsiteY28070" fmla="*/ 1893672 h 5017219"/>
              <a:gd name="connsiteX28071" fmla="*/ 970115 w 5799173"/>
              <a:gd name="connsiteY28071" fmla="*/ 1892176 h 5017219"/>
              <a:gd name="connsiteX28072" fmla="*/ 980583 w 5799173"/>
              <a:gd name="connsiteY28072" fmla="*/ 1874066 h 5017219"/>
              <a:gd name="connsiteX28073" fmla="*/ 981829 w 5799173"/>
              <a:gd name="connsiteY28073" fmla="*/ 1873318 h 5017219"/>
              <a:gd name="connsiteX28074" fmla="*/ 1002766 w 5799173"/>
              <a:gd name="connsiteY28074" fmla="*/ 1873318 h 5017219"/>
              <a:gd name="connsiteX28075" fmla="*/ 1004011 w 5799173"/>
              <a:gd name="connsiteY28075" fmla="*/ 1874066 h 5017219"/>
              <a:gd name="connsiteX28076" fmla="*/ 1014479 w 5799173"/>
              <a:gd name="connsiteY28076" fmla="*/ 1892176 h 5017219"/>
              <a:gd name="connsiteX28077" fmla="*/ 1014479 w 5799173"/>
              <a:gd name="connsiteY28077" fmla="*/ 1893672 h 5017219"/>
              <a:gd name="connsiteX28078" fmla="*/ 1004012 w 5799173"/>
              <a:gd name="connsiteY28078" fmla="*/ 1911782 h 5017219"/>
              <a:gd name="connsiteX28079" fmla="*/ 1002765 w 5799173"/>
              <a:gd name="connsiteY28079" fmla="*/ 1912530 h 5017219"/>
              <a:gd name="connsiteX28080" fmla="*/ 2727230 w 5799173"/>
              <a:gd name="connsiteY28080" fmla="*/ 2380209 h 5017219"/>
              <a:gd name="connsiteX28081" fmla="*/ 2725984 w 5799173"/>
              <a:gd name="connsiteY28081" fmla="*/ 2379461 h 5017219"/>
              <a:gd name="connsiteX28082" fmla="*/ 2715516 w 5799173"/>
              <a:gd name="connsiteY28082" fmla="*/ 2361350 h 5017219"/>
              <a:gd name="connsiteX28083" fmla="*/ 2715516 w 5799173"/>
              <a:gd name="connsiteY28083" fmla="*/ 2359855 h 5017219"/>
              <a:gd name="connsiteX28084" fmla="*/ 2725984 w 5799173"/>
              <a:gd name="connsiteY28084" fmla="*/ 2341744 h 5017219"/>
              <a:gd name="connsiteX28085" fmla="*/ 2727230 w 5799173"/>
              <a:gd name="connsiteY28085" fmla="*/ 2340996 h 5017219"/>
              <a:gd name="connsiteX28086" fmla="*/ 2748166 w 5799173"/>
              <a:gd name="connsiteY28086" fmla="*/ 2340996 h 5017219"/>
              <a:gd name="connsiteX28087" fmla="*/ 2749412 w 5799173"/>
              <a:gd name="connsiteY28087" fmla="*/ 2341744 h 5017219"/>
              <a:gd name="connsiteX28088" fmla="*/ 2759880 w 5799173"/>
              <a:gd name="connsiteY28088" fmla="*/ 2359855 h 5017219"/>
              <a:gd name="connsiteX28089" fmla="*/ 2759880 w 5799173"/>
              <a:gd name="connsiteY28089" fmla="*/ 2361350 h 5017219"/>
              <a:gd name="connsiteX28090" fmla="*/ 2749412 w 5799173"/>
              <a:gd name="connsiteY28090" fmla="*/ 2379461 h 5017219"/>
              <a:gd name="connsiteX28091" fmla="*/ 2748166 w 5799173"/>
              <a:gd name="connsiteY28091" fmla="*/ 2380209 h 5017219"/>
              <a:gd name="connsiteX28092" fmla="*/ 4593004 w 5799173"/>
              <a:gd name="connsiteY28092" fmla="*/ 2880142 h 5017219"/>
              <a:gd name="connsiteX28093" fmla="*/ 4591758 w 5799173"/>
              <a:gd name="connsiteY28093" fmla="*/ 2879394 h 5017219"/>
              <a:gd name="connsiteX28094" fmla="*/ 4581290 w 5799173"/>
              <a:gd name="connsiteY28094" fmla="*/ 2861283 h 5017219"/>
              <a:gd name="connsiteX28095" fmla="*/ 4581290 w 5799173"/>
              <a:gd name="connsiteY28095" fmla="*/ 2859788 h 5017219"/>
              <a:gd name="connsiteX28096" fmla="*/ 4591758 w 5799173"/>
              <a:gd name="connsiteY28096" fmla="*/ 2841677 h 5017219"/>
              <a:gd name="connsiteX28097" fmla="*/ 4593004 w 5799173"/>
              <a:gd name="connsiteY28097" fmla="*/ 2840929 h 5017219"/>
              <a:gd name="connsiteX28098" fmla="*/ 4613940 w 5799173"/>
              <a:gd name="connsiteY28098" fmla="*/ 2840929 h 5017219"/>
              <a:gd name="connsiteX28099" fmla="*/ 4615186 w 5799173"/>
              <a:gd name="connsiteY28099" fmla="*/ 2841677 h 5017219"/>
              <a:gd name="connsiteX28100" fmla="*/ 4625654 w 5799173"/>
              <a:gd name="connsiteY28100" fmla="*/ 2859788 h 5017219"/>
              <a:gd name="connsiteX28101" fmla="*/ 4625654 w 5799173"/>
              <a:gd name="connsiteY28101" fmla="*/ 2861283 h 5017219"/>
              <a:gd name="connsiteX28102" fmla="*/ 4615186 w 5799173"/>
              <a:gd name="connsiteY28102" fmla="*/ 2879394 h 5017219"/>
              <a:gd name="connsiteX28103" fmla="*/ 4613940 w 5799173"/>
              <a:gd name="connsiteY28103" fmla="*/ 2880142 h 5017219"/>
              <a:gd name="connsiteX28104" fmla="*/ 5074494 w 5799173"/>
              <a:gd name="connsiteY28104" fmla="*/ 3009157 h 5017219"/>
              <a:gd name="connsiteX28105" fmla="*/ 5073247 w 5799173"/>
              <a:gd name="connsiteY28105" fmla="*/ 3008409 h 5017219"/>
              <a:gd name="connsiteX28106" fmla="*/ 5062780 w 5799173"/>
              <a:gd name="connsiteY28106" fmla="*/ 2990298 h 5017219"/>
              <a:gd name="connsiteX28107" fmla="*/ 5062780 w 5799173"/>
              <a:gd name="connsiteY28107" fmla="*/ 2988803 h 5017219"/>
              <a:gd name="connsiteX28108" fmla="*/ 5073248 w 5799173"/>
              <a:gd name="connsiteY28108" fmla="*/ 2970692 h 5017219"/>
              <a:gd name="connsiteX28109" fmla="*/ 5074494 w 5799173"/>
              <a:gd name="connsiteY28109" fmla="*/ 2969944 h 5017219"/>
              <a:gd name="connsiteX28110" fmla="*/ 5095430 w 5799173"/>
              <a:gd name="connsiteY28110" fmla="*/ 2969944 h 5017219"/>
              <a:gd name="connsiteX28111" fmla="*/ 5096676 w 5799173"/>
              <a:gd name="connsiteY28111" fmla="*/ 2970692 h 5017219"/>
              <a:gd name="connsiteX28112" fmla="*/ 5107144 w 5799173"/>
              <a:gd name="connsiteY28112" fmla="*/ 2988803 h 5017219"/>
              <a:gd name="connsiteX28113" fmla="*/ 5107144 w 5799173"/>
              <a:gd name="connsiteY28113" fmla="*/ 2990298 h 5017219"/>
              <a:gd name="connsiteX28114" fmla="*/ 5096676 w 5799173"/>
              <a:gd name="connsiteY28114" fmla="*/ 3008409 h 5017219"/>
              <a:gd name="connsiteX28115" fmla="*/ 5095430 w 5799173"/>
              <a:gd name="connsiteY28115" fmla="*/ 3009157 h 5017219"/>
              <a:gd name="connsiteX28116" fmla="*/ 741025 w 5799173"/>
              <a:gd name="connsiteY28116" fmla="*/ 1848099 h 5017219"/>
              <a:gd name="connsiteX28117" fmla="*/ 739779 w 5799173"/>
              <a:gd name="connsiteY28117" fmla="*/ 1847351 h 5017219"/>
              <a:gd name="connsiteX28118" fmla="*/ 729228 w 5799173"/>
              <a:gd name="connsiteY28118" fmla="*/ 1829074 h 5017219"/>
              <a:gd name="connsiteX28119" fmla="*/ 729228 w 5799173"/>
              <a:gd name="connsiteY28119" fmla="*/ 1827578 h 5017219"/>
              <a:gd name="connsiteX28120" fmla="*/ 739779 w 5799173"/>
              <a:gd name="connsiteY28120" fmla="*/ 1809301 h 5017219"/>
              <a:gd name="connsiteX28121" fmla="*/ 741025 w 5799173"/>
              <a:gd name="connsiteY28121" fmla="*/ 1808553 h 5017219"/>
              <a:gd name="connsiteX28122" fmla="*/ 762043 w 5799173"/>
              <a:gd name="connsiteY28122" fmla="*/ 1808553 h 5017219"/>
              <a:gd name="connsiteX28123" fmla="*/ 763290 w 5799173"/>
              <a:gd name="connsiteY28123" fmla="*/ 1809302 h 5017219"/>
              <a:gd name="connsiteX28124" fmla="*/ 773841 w 5799173"/>
              <a:gd name="connsiteY28124" fmla="*/ 1827578 h 5017219"/>
              <a:gd name="connsiteX28125" fmla="*/ 773842 w 5799173"/>
              <a:gd name="connsiteY28125" fmla="*/ 1829075 h 5017219"/>
              <a:gd name="connsiteX28126" fmla="*/ 763290 w 5799173"/>
              <a:gd name="connsiteY28126" fmla="*/ 1847352 h 5017219"/>
              <a:gd name="connsiteX28127" fmla="*/ 762044 w 5799173"/>
              <a:gd name="connsiteY28127" fmla="*/ 1848100 h 5017219"/>
              <a:gd name="connsiteX28128" fmla="*/ 861398 w 5799173"/>
              <a:gd name="connsiteY28128" fmla="*/ 1880353 h 5017219"/>
              <a:gd name="connsiteX28129" fmla="*/ 860152 w 5799173"/>
              <a:gd name="connsiteY28129" fmla="*/ 1879605 h 5017219"/>
              <a:gd name="connsiteX28130" fmla="*/ 849601 w 5799173"/>
              <a:gd name="connsiteY28130" fmla="*/ 1861328 h 5017219"/>
              <a:gd name="connsiteX28131" fmla="*/ 849601 w 5799173"/>
              <a:gd name="connsiteY28131" fmla="*/ 1859832 h 5017219"/>
              <a:gd name="connsiteX28132" fmla="*/ 860152 w 5799173"/>
              <a:gd name="connsiteY28132" fmla="*/ 1841555 h 5017219"/>
              <a:gd name="connsiteX28133" fmla="*/ 861398 w 5799173"/>
              <a:gd name="connsiteY28133" fmla="*/ 1840807 h 5017219"/>
              <a:gd name="connsiteX28134" fmla="*/ 882416 w 5799173"/>
              <a:gd name="connsiteY28134" fmla="*/ 1840807 h 5017219"/>
              <a:gd name="connsiteX28135" fmla="*/ 883663 w 5799173"/>
              <a:gd name="connsiteY28135" fmla="*/ 1841555 h 5017219"/>
              <a:gd name="connsiteX28136" fmla="*/ 894214 w 5799173"/>
              <a:gd name="connsiteY28136" fmla="*/ 1859832 h 5017219"/>
              <a:gd name="connsiteX28137" fmla="*/ 894215 w 5799173"/>
              <a:gd name="connsiteY28137" fmla="*/ 1861328 h 5017219"/>
              <a:gd name="connsiteX28138" fmla="*/ 883663 w 5799173"/>
              <a:gd name="connsiteY28138" fmla="*/ 1879605 h 5017219"/>
              <a:gd name="connsiteX28139" fmla="*/ 882417 w 5799173"/>
              <a:gd name="connsiteY28139" fmla="*/ 1880353 h 5017219"/>
              <a:gd name="connsiteX28140" fmla="*/ 921583 w 5799173"/>
              <a:gd name="connsiteY28140" fmla="*/ 1896480 h 5017219"/>
              <a:gd name="connsiteX28141" fmla="*/ 920338 w 5799173"/>
              <a:gd name="connsiteY28141" fmla="*/ 1895732 h 5017219"/>
              <a:gd name="connsiteX28142" fmla="*/ 909787 w 5799173"/>
              <a:gd name="connsiteY28142" fmla="*/ 1877455 h 5017219"/>
              <a:gd name="connsiteX28143" fmla="*/ 909787 w 5799173"/>
              <a:gd name="connsiteY28143" fmla="*/ 1875959 h 5017219"/>
              <a:gd name="connsiteX28144" fmla="*/ 920338 w 5799173"/>
              <a:gd name="connsiteY28144" fmla="*/ 1857682 h 5017219"/>
              <a:gd name="connsiteX28145" fmla="*/ 921584 w 5799173"/>
              <a:gd name="connsiteY28145" fmla="*/ 1856934 h 5017219"/>
              <a:gd name="connsiteX28146" fmla="*/ 942602 w 5799173"/>
              <a:gd name="connsiteY28146" fmla="*/ 1856934 h 5017219"/>
              <a:gd name="connsiteX28147" fmla="*/ 943849 w 5799173"/>
              <a:gd name="connsiteY28147" fmla="*/ 1857682 h 5017219"/>
              <a:gd name="connsiteX28148" fmla="*/ 954400 w 5799173"/>
              <a:gd name="connsiteY28148" fmla="*/ 1875959 h 5017219"/>
              <a:gd name="connsiteX28149" fmla="*/ 954400 w 5799173"/>
              <a:gd name="connsiteY28149" fmla="*/ 1877455 h 5017219"/>
              <a:gd name="connsiteX28150" fmla="*/ 943849 w 5799173"/>
              <a:gd name="connsiteY28150" fmla="*/ 1895732 h 5017219"/>
              <a:gd name="connsiteX28151" fmla="*/ 942603 w 5799173"/>
              <a:gd name="connsiteY28151" fmla="*/ 1896480 h 5017219"/>
              <a:gd name="connsiteX28152" fmla="*/ 3449406 w 5799173"/>
              <a:gd name="connsiteY28152" fmla="*/ 2573808 h 5017219"/>
              <a:gd name="connsiteX28153" fmla="*/ 3448159 w 5799173"/>
              <a:gd name="connsiteY28153" fmla="*/ 2573060 h 5017219"/>
              <a:gd name="connsiteX28154" fmla="*/ 3437609 w 5799173"/>
              <a:gd name="connsiteY28154" fmla="*/ 2554783 h 5017219"/>
              <a:gd name="connsiteX28155" fmla="*/ 3437608 w 5799173"/>
              <a:gd name="connsiteY28155" fmla="*/ 2553287 h 5017219"/>
              <a:gd name="connsiteX28156" fmla="*/ 3448159 w 5799173"/>
              <a:gd name="connsiteY28156" fmla="*/ 2535010 h 5017219"/>
              <a:gd name="connsiteX28157" fmla="*/ 3449405 w 5799173"/>
              <a:gd name="connsiteY28157" fmla="*/ 2534262 h 5017219"/>
              <a:gd name="connsiteX28158" fmla="*/ 3470425 w 5799173"/>
              <a:gd name="connsiteY28158" fmla="*/ 2534262 h 5017219"/>
              <a:gd name="connsiteX28159" fmla="*/ 3471670 w 5799173"/>
              <a:gd name="connsiteY28159" fmla="*/ 2535010 h 5017219"/>
              <a:gd name="connsiteX28160" fmla="*/ 3482222 w 5799173"/>
              <a:gd name="connsiteY28160" fmla="*/ 2553287 h 5017219"/>
              <a:gd name="connsiteX28161" fmla="*/ 3482221 w 5799173"/>
              <a:gd name="connsiteY28161" fmla="*/ 2554783 h 5017219"/>
              <a:gd name="connsiteX28162" fmla="*/ 3471670 w 5799173"/>
              <a:gd name="connsiteY28162" fmla="*/ 2573060 h 5017219"/>
              <a:gd name="connsiteX28163" fmla="*/ 3470424 w 5799173"/>
              <a:gd name="connsiteY28163" fmla="*/ 2573808 h 5017219"/>
              <a:gd name="connsiteX28164" fmla="*/ 3991081 w 5799173"/>
              <a:gd name="connsiteY28164" fmla="*/ 2718949 h 5017219"/>
              <a:gd name="connsiteX28165" fmla="*/ 3989835 w 5799173"/>
              <a:gd name="connsiteY28165" fmla="*/ 2718201 h 5017219"/>
              <a:gd name="connsiteX28166" fmla="*/ 3979284 w 5799173"/>
              <a:gd name="connsiteY28166" fmla="*/ 2699924 h 5017219"/>
              <a:gd name="connsiteX28167" fmla="*/ 3979284 w 5799173"/>
              <a:gd name="connsiteY28167" fmla="*/ 2698428 h 5017219"/>
              <a:gd name="connsiteX28168" fmla="*/ 3989835 w 5799173"/>
              <a:gd name="connsiteY28168" fmla="*/ 2680151 h 5017219"/>
              <a:gd name="connsiteX28169" fmla="*/ 3991081 w 5799173"/>
              <a:gd name="connsiteY28169" fmla="*/ 2679403 h 5017219"/>
              <a:gd name="connsiteX28170" fmla="*/ 4012100 w 5799173"/>
              <a:gd name="connsiteY28170" fmla="*/ 2679403 h 5017219"/>
              <a:gd name="connsiteX28171" fmla="*/ 4013346 w 5799173"/>
              <a:gd name="connsiteY28171" fmla="*/ 2680151 h 5017219"/>
              <a:gd name="connsiteX28172" fmla="*/ 4023897 w 5799173"/>
              <a:gd name="connsiteY28172" fmla="*/ 2698428 h 5017219"/>
              <a:gd name="connsiteX28173" fmla="*/ 4023897 w 5799173"/>
              <a:gd name="connsiteY28173" fmla="*/ 2699924 h 5017219"/>
              <a:gd name="connsiteX28174" fmla="*/ 4013346 w 5799173"/>
              <a:gd name="connsiteY28174" fmla="*/ 2718201 h 5017219"/>
              <a:gd name="connsiteX28175" fmla="*/ 4012100 w 5799173"/>
              <a:gd name="connsiteY28175" fmla="*/ 2718949 h 5017219"/>
              <a:gd name="connsiteX28176" fmla="*/ 4111454 w 5799173"/>
              <a:gd name="connsiteY28176" fmla="*/ 2751203 h 5017219"/>
              <a:gd name="connsiteX28177" fmla="*/ 4110208 w 5799173"/>
              <a:gd name="connsiteY28177" fmla="*/ 2750455 h 5017219"/>
              <a:gd name="connsiteX28178" fmla="*/ 4099657 w 5799173"/>
              <a:gd name="connsiteY28178" fmla="*/ 2732178 h 5017219"/>
              <a:gd name="connsiteX28179" fmla="*/ 4099657 w 5799173"/>
              <a:gd name="connsiteY28179" fmla="*/ 2730682 h 5017219"/>
              <a:gd name="connsiteX28180" fmla="*/ 4110208 w 5799173"/>
              <a:gd name="connsiteY28180" fmla="*/ 2712405 h 5017219"/>
              <a:gd name="connsiteX28181" fmla="*/ 4111454 w 5799173"/>
              <a:gd name="connsiteY28181" fmla="*/ 2711657 h 5017219"/>
              <a:gd name="connsiteX28182" fmla="*/ 4132473 w 5799173"/>
              <a:gd name="connsiteY28182" fmla="*/ 2711657 h 5017219"/>
              <a:gd name="connsiteX28183" fmla="*/ 4133719 w 5799173"/>
              <a:gd name="connsiteY28183" fmla="*/ 2712405 h 5017219"/>
              <a:gd name="connsiteX28184" fmla="*/ 4144270 w 5799173"/>
              <a:gd name="connsiteY28184" fmla="*/ 2730682 h 5017219"/>
              <a:gd name="connsiteX28185" fmla="*/ 4144270 w 5799173"/>
              <a:gd name="connsiteY28185" fmla="*/ 2732178 h 5017219"/>
              <a:gd name="connsiteX28186" fmla="*/ 4133719 w 5799173"/>
              <a:gd name="connsiteY28186" fmla="*/ 2750455 h 5017219"/>
              <a:gd name="connsiteX28187" fmla="*/ 4132473 w 5799173"/>
              <a:gd name="connsiteY28187" fmla="*/ 2751203 h 5017219"/>
              <a:gd name="connsiteX28188" fmla="*/ 4292013 w 5799173"/>
              <a:gd name="connsiteY28188" fmla="*/ 2799584 h 5017219"/>
              <a:gd name="connsiteX28189" fmla="*/ 4290766 w 5799173"/>
              <a:gd name="connsiteY28189" fmla="*/ 2798836 h 5017219"/>
              <a:gd name="connsiteX28190" fmla="*/ 4280216 w 5799173"/>
              <a:gd name="connsiteY28190" fmla="*/ 2780559 h 5017219"/>
              <a:gd name="connsiteX28191" fmla="*/ 4280215 w 5799173"/>
              <a:gd name="connsiteY28191" fmla="*/ 2779063 h 5017219"/>
              <a:gd name="connsiteX28192" fmla="*/ 4290766 w 5799173"/>
              <a:gd name="connsiteY28192" fmla="*/ 2760786 h 5017219"/>
              <a:gd name="connsiteX28193" fmla="*/ 4292012 w 5799173"/>
              <a:gd name="connsiteY28193" fmla="*/ 2760038 h 5017219"/>
              <a:gd name="connsiteX28194" fmla="*/ 4313032 w 5799173"/>
              <a:gd name="connsiteY28194" fmla="*/ 2760038 h 5017219"/>
              <a:gd name="connsiteX28195" fmla="*/ 4314278 w 5799173"/>
              <a:gd name="connsiteY28195" fmla="*/ 2760786 h 5017219"/>
              <a:gd name="connsiteX28196" fmla="*/ 4324829 w 5799173"/>
              <a:gd name="connsiteY28196" fmla="*/ 2779063 h 5017219"/>
              <a:gd name="connsiteX28197" fmla="*/ 4324828 w 5799173"/>
              <a:gd name="connsiteY28197" fmla="*/ 2780559 h 5017219"/>
              <a:gd name="connsiteX28198" fmla="*/ 4314278 w 5799173"/>
              <a:gd name="connsiteY28198" fmla="*/ 2798836 h 5017219"/>
              <a:gd name="connsiteX28199" fmla="*/ 4313031 w 5799173"/>
              <a:gd name="connsiteY28199" fmla="*/ 2799584 h 5017219"/>
              <a:gd name="connsiteX28200" fmla="*/ 4352198 w 5799173"/>
              <a:gd name="connsiteY28200" fmla="*/ 2815710 h 5017219"/>
              <a:gd name="connsiteX28201" fmla="*/ 4350952 w 5799173"/>
              <a:gd name="connsiteY28201" fmla="*/ 2814962 h 5017219"/>
              <a:gd name="connsiteX28202" fmla="*/ 4340402 w 5799173"/>
              <a:gd name="connsiteY28202" fmla="*/ 2796685 h 5017219"/>
              <a:gd name="connsiteX28203" fmla="*/ 4340401 w 5799173"/>
              <a:gd name="connsiteY28203" fmla="*/ 2795189 h 5017219"/>
              <a:gd name="connsiteX28204" fmla="*/ 4350952 w 5799173"/>
              <a:gd name="connsiteY28204" fmla="*/ 2776912 h 5017219"/>
              <a:gd name="connsiteX28205" fmla="*/ 4352198 w 5799173"/>
              <a:gd name="connsiteY28205" fmla="*/ 2776164 h 5017219"/>
              <a:gd name="connsiteX28206" fmla="*/ 4373217 w 5799173"/>
              <a:gd name="connsiteY28206" fmla="*/ 2776164 h 5017219"/>
              <a:gd name="connsiteX28207" fmla="*/ 4374463 w 5799173"/>
              <a:gd name="connsiteY28207" fmla="*/ 2776912 h 5017219"/>
              <a:gd name="connsiteX28208" fmla="*/ 4385014 w 5799173"/>
              <a:gd name="connsiteY28208" fmla="*/ 2795189 h 5017219"/>
              <a:gd name="connsiteX28209" fmla="*/ 4385014 w 5799173"/>
              <a:gd name="connsiteY28209" fmla="*/ 2796685 h 5017219"/>
              <a:gd name="connsiteX28210" fmla="*/ 4374463 w 5799173"/>
              <a:gd name="connsiteY28210" fmla="*/ 2814962 h 5017219"/>
              <a:gd name="connsiteX28211" fmla="*/ 4373217 w 5799173"/>
              <a:gd name="connsiteY28211" fmla="*/ 2815710 h 5017219"/>
              <a:gd name="connsiteX28212" fmla="*/ 680814 w 5799173"/>
              <a:gd name="connsiteY28212" fmla="*/ 1832157 h 5017219"/>
              <a:gd name="connsiteX28213" fmla="*/ 679486 w 5799173"/>
              <a:gd name="connsiteY28213" fmla="*/ 1831409 h 5017219"/>
              <a:gd name="connsiteX28214" fmla="*/ 668934 w 5799173"/>
              <a:gd name="connsiteY28214" fmla="*/ 1813049 h 5017219"/>
              <a:gd name="connsiteX28215" fmla="*/ 668934 w 5799173"/>
              <a:gd name="connsiteY28215" fmla="*/ 1811553 h 5017219"/>
              <a:gd name="connsiteX28216" fmla="*/ 679486 w 5799173"/>
              <a:gd name="connsiteY28216" fmla="*/ 1793193 h 5017219"/>
              <a:gd name="connsiteX28217" fmla="*/ 680815 w 5799173"/>
              <a:gd name="connsiteY28217" fmla="*/ 1792445 h 5017219"/>
              <a:gd name="connsiteX28218" fmla="*/ 702001 w 5799173"/>
              <a:gd name="connsiteY28218" fmla="*/ 1792445 h 5017219"/>
              <a:gd name="connsiteX28219" fmla="*/ 703329 w 5799173"/>
              <a:gd name="connsiteY28219" fmla="*/ 1793193 h 5017219"/>
              <a:gd name="connsiteX28220" fmla="*/ 713881 w 5799173"/>
              <a:gd name="connsiteY28220" fmla="*/ 1811553 h 5017219"/>
              <a:gd name="connsiteX28221" fmla="*/ 713881 w 5799173"/>
              <a:gd name="connsiteY28221" fmla="*/ 1813049 h 5017219"/>
              <a:gd name="connsiteX28222" fmla="*/ 703329 w 5799173"/>
              <a:gd name="connsiteY28222" fmla="*/ 1831409 h 5017219"/>
              <a:gd name="connsiteX28223" fmla="*/ 702000 w 5799173"/>
              <a:gd name="connsiteY28223" fmla="*/ 1832157 h 5017219"/>
              <a:gd name="connsiteX28224" fmla="*/ 801186 w 5799173"/>
              <a:gd name="connsiteY28224" fmla="*/ 1864411 h 5017219"/>
              <a:gd name="connsiteX28225" fmla="*/ 799857 w 5799173"/>
              <a:gd name="connsiteY28225" fmla="*/ 1863663 h 5017219"/>
              <a:gd name="connsiteX28226" fmla="*/ 789306 w 5799173"/>
              <a:gd name="connsiteY28226" fmla="*/ 1845303 h 5017219"/>
              <a:gd name="connsiteX28227" fmla="*/ 789306 w 5799173"/>
              <a:gd name="connsiteY28227" fmla="*/ 1843807 h 5017219"/>
              <a:gd name="connsiteX28228" fmla="*/ 799858 w 5799173"/>
              <a:gd name="connsiteY28228" fmla="*/ 1825447 h 5017219"/>
              <a:gd name="connsiteX28229" fmla="*/ 801186 w 5799173"/>
              <a:gd name="connsiteY28229" fmla="*/ 1824699 h 5017219"/>
              <a:gd name="connsiteX28230" fmla="*/ 822372 w 5799173"/>
              <a:gd name="connsiteY28230" fmla="*/ 1824699 h 5017219"/>
              <a:gd name="connsiteX28231" fmla="*/ 823701 w 5799173"/>
              <a:gd name="connsiteY28231" fmla="*/ 1825447 h 5017219"/>
              <a:gd name="connsiteX28232" fmla="*/ 834253 w 5799173"/>
              <a:gd name="connsiteY28232" fmla="*/ 1843807 h 5017219"/>
              <a:gd name="connsiteX28233" fmla="*/ 834252 w 5799173"/>
              <a:gd name="connsiteY28233" fmla="*/ 1845303 h 5017219"/>
              <a:gd name="connsiteX28234" fmla="*/ 823701 w 5799173"/>
              <a:gd name="connsiteY28234" fmla="*/ 1863663 h 5017219"/>
              <a:gd name="connsiteX28235" fmla="*/ 822372 w 5799173"/>
              <a:gd name="connsiteY28235" fmla="*/ 1864411 h 5017219"/>
              <a:gd name="connsiteX28236" fmla="*/ 4051244 w 5799173"/>
              <a:gd name="connsiteY28236" fmla="*/ 2735261 h 5017219"/>
              <a:gd name="connsiteX28237" fmla="*/ 4049914 w 5799173"/>
              <a:gd name="connsiteY28237" fmla="*/ 2734513 h 5017219"/>
              <a:gd name="connsiteX28238" fmla="*/ 4039364 w 5799173"/>
              <a:gd name="connsiteY28238" fmla="*/ 2716153 h 5017219"/>
              <a:gd name="connsiteX28239" fmla="*/ 4039363 w 5799173"/>
              <a:gd name="connsiteY28239" fmla="*/ 2714657 h 5017219"/>
              <a:gd name="connsiteX28240" fmla="*/ 4049914 w 5799173"/>
              <a:gd name="connsiteY28240" fmla="*/ 2696297 h 5017219"/>
              <a:gd name="connsiteX28241" fmla="*/ 4051244 w 5799173"/>
              <a:gd name="connsiteY28241" fmla="*/ 2695549 h 5017219"/>
              <a:gd name="connsiteX28242" fmla="*/ 4072429 w 5799173"/>
              <a:gd name="connsiteY28242" fmla="*/ 2695549 h 5017219"/>
              <a:gd name="connsiteX28243" fmla="*/ 4073758 w 5799173"/>
              <a:gd name="connsiteY28243" fmla="*/ 2696297 h 5017219"/>
              <a:gd name="connsiteX28244" fmla="*/ 4084309 w 5799173"/>
              <a:gd name="connsiteY28244" fmla="*/ 2714657 h 5017219"/>
              <a:gd name="connsiteX28245" fmla="*/ 4084310 w 5799173"/>
              <a:gd name="connsiteY28245" fmla="*/ 2716153 h 5017219"/>
              <a:gd name="connsiteX28246" fmla="*/ 4073759 w 5799173"/>
              <a:gd name="connsiteY28246" fmla="*/ 2734513 h 5017219"/>
              <a:gd name="connsiteX28247" fmla="*/ 4072428 w 5799173"/>
              <a:gd name="connsiteY28247" fmla="*/ 2735261 h 5017219"/>
              <a:gd name="connsiteX28248" fmla="*/ 3268741 w 5799173"/>
              <a:gd name="connsiteY28248" fmla="*/ 2525685 h 5017219"/>
              <a:gd name="connsiteX28249" fmla="*/ 3267412 w 5799173"/>
              <a:gd name="connsiteY28249" fmla="*/ 2524937 h 5017219"/>
              <a:gd name="connsiteX28250" fmla="*/ 3256778 w 5799173"/>
              <a:gd name="connsiteY28250" fmla="*/ 2506494 h 5017219"/>
              <a:gd name="connsiteX28251" fmla="*/ 3256778 w 5799173"/>
              <a:gd name="connsiteY28251" fmla="*/ 2504998 h 5017219"/>
              <a:gd name="connsiteX28252" fmla="*/ 3267412 w 5799173"/>
              <a:gd name="connsiteY28252" fmla="*/ 2486555 h 5017219"/>
              <a:gd name="connsiteX28253" fmla="*/ 3268741 w 5799173"/>
              <a:gd name="connsiteY28253" fmla="*/ 2485807 h 5017219"/>
              <a:gd name="connsiteX28254" fmla="*/ 3290010 w 5799173"/>
              <a:gd name="connsiteY28254" fmla="*/ 2485807 h 5017219"/>
              <a:gd name="connsiteX28255" fmla="*/ 3291339 w 5799173"/>
              <a:gd name="connsiteY28255" fmla="*/ 2486555 h 5017219"/>
              <a:gd name="connsiteX28256" fmla="*/ 3301973 w 5799173"/>
              <a:gd name="connsiteY28256" fmla="*/ 2504998 h 5017219"/>
              <a:gd name="connsiteX28257" fmla="*/ 3301972 w 5799173"/>
              <a:gd name="connsiteY28257" fmla="*/ 2506494 h 5017219"/>
              <a:gd name="connsiteX28258" fmla="*/ 3291339 w 5799173"/>
              <a:gd name="connsiteY28258" fmla="*/ 2524937 h 5017219"/>
              <a:gd name="connsiteX28259" fmla="*/ 3290010 w 5799173"/>
              <a:gd name="connsiteY28259" fmla="*/ 2525685 h 5017219"/>
              <a:gd name="connsiteX28260" fmla="*/ 4231720 w 5799173"/>
              <a:gd name="connsiteY28260" fmla="*/ 2783715 h 5017219"/>
              <a:gd name="connsiteX28261" fmla="*/ 4230392 w 5799173"/>
              <a:gd name="connsiteY28261" fmla="*/ 2782967 h 5017219"/>
              <a:gd name="connsiteX28262" fmla="*/ 4219757 w 5799173"/>
              <a:gd name="connsiteY28262" fmla="*/ 2764524 h 5017219"/>
              <a:gd name="connsiteX28263" fmla="*/ 4219757 w 5799173"/>
              <a:gd name="connsiteY28263" fmla="*/ 2763028 h 5017219"/>
              <a:gd name="connsiteX28264" fmla="*/ 4230392 w 5799173"/>
              <a:gd name="connsiteY28264" fmla="*/ 2744585 h 5017219"/>
              <a:gd name="connsiteX28265" fmla="*/ 4231721 w 5799173"/>
              <a:gd name="connsiteY28265" fmla="*/ 2743837 h 5017219"/>
              <a:gd name="connsiteX28266" fmla="*/ 4252989 w 5799173"/>
              <a:gd name="connsiteY28266" fmla="*/ 2743837 h 5017219"/>
              <a:gd name="connsiteX28267" fmla="*/ 4254318 w 5799173"/>
              <a:gd name="connsiteY28267" fmla="*/ 2744585 h 5017219"/>
              <a:gd name="connsiteX28268" fmla="*/ 4264952 w 5799173"/>
              <a:gd name="connsiteY28268" fmla="*/ 2763028 h 5017219"/>
              <a:gd name="connsiteX28269" fmla="*/ 4264952 w 5799173"/>
              <a:gd name="connsiteY28269" fmla="*/ 2764524 h 5017219"/>
              <a:gd name="connsiteX28270" fmla="*/ 4254319 w 5799173"/>
              <a:gd name="connsiteY28270" fmla="*/ 2782967 h 5017219"/>
              <a:gd name="connsiteX28271" fmla="*/ 4252990 w 5799173"/>
              <a:gd name="connsiteY28271" fmla="*/ 2783715 h 5017219"/>
              <a:gd name="connsiteX28272" fmla="*/ 4472465 w 5799173"/>
              <a:gd name="connsiteY28272" fmla="*/ 2848222 h 5017219"/>
              <a:gd name="connsiteX28273" fmla="*/ 4471136 w 5799173"/>
              <a:gd name="connsiteY28273" fmla="*/ 2847474 h 5017219"/>
              <a:gd name="connsiteX28274" fmla="*/ 4460502 w 5799173"/>
              <a:gd name="connsiteY28274" fmla="*/ 2829031 h 5017219"/>
              <a:gd name="connsiteX28275" fmla="*/ 4460502 w 5799173"/>
              <a:gd name="connsiteY28275" fmla="*/ 2827535 h 5017219"/>
              <a:gd name="connsiteX28276" fmla="*/ 4471136 w 5799173"/>
              <a:gd name="connsiteY28276" fmla="*/ 2809092 h 5017219"/>
              <a:gd name="connsiteX28277" fmla="*/ 4472465 w 5799173"/>
              <a:gd name="connsiteY28277" fmla="*/ 2808344 h 5017219"/>
              <a:gd name="connsiteX28278" fmla="*/ 4493734 w 5799173"/>
              <a:gd name="connsiteY28278" fmla="*/ 2808344 h 5017219"/>
              <a:gd name="connsiteX28279" fmla="*/ 4495063 w 5799173"/>
              <a:gd name="connsiteY28279" fmla="*/ 2809092 h 5017219"/>
              <a:gd name="connsiteX28280" fmla="*/ 4505697 w 5799173"/>
              <a:gd name="connsiteY28280" fmla="*/ 2827535 h 5017219"/>
              <a:gd name="connsiteX28281" fmla="*/ 4505697 w 5799173"/>
              <a:gd name="connsiteY28281" fmla="*/ 2829031 h 5017219"/>
              <a:gd name="connsiteX28282" fmla="*/ 4495063 w 5799173"/>
              <a:gd name="connsiteY28282" fmla="*/ 2847474 h 5017219"/>
              <a:gd name="connsiteX28283" fmla="*/ 4493734 w 5799173"/>
              <a:gd name="connsiteY28283" fmla="*/ 2848222 h 5017219"/>
              <a:gd name="connsiteX28284" fmla="*/ 4412196 w 5799173"/>
              <a:gd name="connsiteY28284" fmla="*/ 2832177 h 5017219"/>
              <a:gd name="connsiteX28285" fmla="*/ 4410867 w 5799173"/>
              <a:gd name="connsiteY28285" fmla="*/ 2831430 h 5017219"/>
              <a:gd name="connsiteX28286" fmla="*/ 4400233 w 5799173"/>
              <a:gd name="connsiteY28286" fmla="*/ 2812903 h 5017219"/>
              <a:gd name="connsiteX28287" fmla="*/ 4400233 w 5799173"/>
              <a:gd name="connsiteY28287" fmla="*/ 2811407 h 5017219"/>
              <a:gd name="connsiteX28288" fmla="*/ 4410950 w 5799173"/>
              <a:gd name="connsiteY28288" fmla="*/ 2792881 h 5017219"/>
              <a:gd name="connsiteX28289" fmla="*/ 4412279 w 5799173"/>
              <a:gd name="connsiteY28289" fmla="*/ 2792133 h 5017219"/>
              <a:gd name="connsiteX28290" fmla="*/ 4433631 w 5799173"/>
              <a:gd name="connsiteY28290" fmla="*/ 2792133 h 5017219"/>
              <a:gd name="connsiteX28291" fmla="*/ 4434960 w 5799173"/>
              <a:gd name="connsiteY28291" fmla="*/ 2792881 h 5017219"/>
              <a:gd name="connsiteX28292" fmla="*/ 4445594 w 5799173"/>
              <a:gd name="connsiteY28292" fmla="*/ 2811407 h 5017219"/>
              <a:gd name="connsiteX28293" fmla="*/ 4445594 w 5799173"/>
              <a:gd name="connsiteY28293" fmla="*/ 2812903 h 5017219"/>
              <a:gd name="connsiteX28294" fmla="*/ 4434877 w 5799173"/>
              <a:gd name="connsiteY28294" fmla="*/ 2831430 h 5017219"/>
              <a:gd name="connsiteX28295" fmla="*/ 4433548 w 5799173"/>
              <a:gd name="connsiteY28295" fmla="*/ 2832177 h 5017219"/>
              <a:gd name="connsiteX28296" fmla="*/ 3389030 w 5799173"/>
              <a:gd name="connsiteY28296" fmla="*/ 2558021 h 5017219"/>
              <a:gd name="connsiteX28297" fmla="*/ 3387700 w 5799173"/>
              <a:gd name="connsiteY28297" fmla="*/ 2557274 h 5017219"/>
              <a:gd name="connsiteX28298" fmla="*/ 3377067 w 5799173"/>
              <a:gd name="connsiteY28298" fmla="*/ 2538747 h 5017219"/>
              <a:gd name="connsiteX28299" fmla="*/ 3377066 w 5799173"/>
              <a:gd name="connsiteY28299" fmla="*/ 2537251 h 5017219"/>
              <a:gd name="connsiteX28300" fmla="*/ 3387783 w 5799173"/>
              <a:gd name="connsiteY28300" fmla="*/ 2518725 h 5017219"/>
              <a:gd name="connsiteX28301" fmla="*/ 3389114 w 5799173"/>
              <a:gd name="connsiteY28301" fmla="*/ 2517977 h 5017219"/>
              <a:gd name="connsiteX28302" fmla="*/ 3410464 w 5799173"/>
              <a:gd name="connsiteY28302" fmla="*/ 2517977 h 5017219"/>
              <a:gd name="connsiteX28303" fmla="*/ 3411793 w 5799173"/>
              <a:gd name="connsiteY28303" fmla="*/ 2518725 h 5017219"/>
              <a:gd name="connsiteX28304" fmla="*/ 3422427 w 5799173"/>
              <a:gd name="connsiteY28304" fmla="*/ 2537251 h 5017219"/>
              <a:gd name="connsiteX28305" fmla="*/ 3422428 w 5799173"/>
              <a:gd name="connsiteY28305" fmla="*/ 2538747 h 5017219"/>
              <a:gd name="connsiteX28306" fmla="*/ 3411710 w 5799173"/>
              <a:gd name="connsiteY28306" fmla="*/ 2557274 h 5017219"/>
              <a:gd name="connsiteX28307" fmla="*/ 3410381 w 5799173"/>
              <a:gd name="connsiteY28307" fmla="*/ 2558021 h 5017219"/>
              <a:gd name="connsiteX28308" fmla="*/ 3509401 w 5799173"/>
              <a:gd name="connsiteY28308" fmla="*/ 2590358 h 5017219"/>
              <a:gd name="connsiteX28309" fmla="*/ 3508072 w 5799173"/>
              <a:gd name="connsiteY28309" fmla="*/ 2589610 h 5017219"/>
              <a:gd name="connsiteX28310" fmla="*/ 3497355 w 5799173"/>
              <a:gd name="connsiteY28310" fmla="*/ 2571000 h 5017219"/>
              <a:gd name="connsiteX28311" fmla="*/ 3497356 w 5799173"/>
              <a:gd name="connsiteY28311" fmla="*/ 2569505 h 5017219"/>
              <a:gd name="connsiteX28312" fmla="*/ 3508072 w 5799173"/>
              <a:gd name="connsiteY28312" fmla="*/ 2550895 h 5017219"/>
              <a:gd name="connsiteX28313" fmla="*/ 3509401 w 5799173"/>
              <a:gd name="connsiteY28313" fmla="*/ 2550147 h 5017219"/>
              <a:gd name="connsiteX28314" fmla="*/ 3530837 w 5799173"/>
              <a:gd name="connsiteY28314" fmla="*/ 2550147 h 5017219"/>
              <a:gd name="connsiteX28315" fmla="*/ 3532165 w 5799173"/>
              <a:gd name="connsiteY28315" fmla="*/ 2550895 h 5017219"/>
              <a:gd name="connsiteX28316" fmla="*/ 3542882 w 5799173"/>
              <a:gd name="connsiteY28316" fmla="*/ 2569505 h 5017219"/>
              <a:gd name="connsiteX28317" fmla="*/ 3542882 w 5799173"/>
              <a:gd name="connsiteY28317" fmla="*/ 2571000 h 5017219"/>
              <a:gd name="connsiteX28318" fmla="*/ 3532165 w 5799173"/>
              <a:gd name="connsiteY28318" fmla="*/ 2589610 h 5017219"/>
              <a:gd name="connsiteX28319" fmla="*/ 3530836 w 5799173"/>
              <a:gd name="connsiteY28319" fmla="*/ 2590358 h 5017219"/>
              <a:gd name="connsiteX28320" fmla="*/ 4171369 w 5799173"/>
              <a:gd name="connsiteY28320" fmla="*/ 2767836 h 5017219"/>
              <a:gd name="connsiteX28321" fmla="*/ 4170039 w 5799173"/>
              <a:gd name="connsiteY28321" fmla="*/ 2767089 h 5017219"/>
              <a:gd name="connsiteX28322" fmla="*/ 4159239 w 5799173"/>
              <a:gd name="connsiteY28322" fmla="*/ 2748396 h 5017219"/>
              <a:gd name="connsiteX28323" fmla="*/ 4159239 w 5799173"/>
              <a:gd name="connsiteY28323" fmla="*/ 2746900 h 5017219"/>
              <a:gd name="connsiteX28324" fmla="*/ 4170039 w 5799173"/>
              <a:gd name="connsiteY28324" fmla="*/ 2728208 h 5017219"/>
              <a:gd name="connsiteX28325" fmla="*/ 4171369 w 5799173"/>
              <a:gd name="connsiteY28325" fmla="*/ 2727460 h 5017219"/>
              <a:gd name="connsiteX28326" fmla="*/ 4192969 w 5799173"/>
              <a:gd name="connsiteY28326" fmla="*/ 2727460 h 5017219"/>
              <a:gd name="connsiteX28327" fmla="*/ 4194298 w 5799173"/>
              <a:gd name="connsiteY28327" fmla="*/ 2728208 h 5017219"/>
              <a:gd name="connsiteX28328" fmla="*/ 4205099 w 5799173"/>
              <a:gd name="connsiteY28328" fmla="*/ 2746900 h 5017219"/>
              <a:gd name="connsiteX28329" fmla="*/ 4205099 w 5799173"/>
              <a:gd name="connsiteY28329" fmla="*/ 2748396 h 5017219"/>
              <a:gd name="connsiteX28330" fmla="*/ 4194298 w 5799173"/>
              <a:gd name="connsiteY28330" fmla="*/ 2767089 h 5017219"/>
              <a:gd name="connsiteX28331" fmla="*/ 4192969 w 5799173"/>
              <a:gd name="connsiteY28331" fmla="*/ 2767836 h 5017219"/>
              <a:gd name="connsiteX28332" fmla="*/ 3569504 w 5799173"/>
              <a:gd name="connsiteY28332" fmla="*/ 2606662 h 5017219"/>
              <a:gd name="connsiteX28333" fmla="*/ 3568175 w 5799173"/>
              <a:gd name="connsiteY28333" fmla="*/ 2605914 h 5017219"/>
              <a:gd name="connsiteX28334" fmla="*/ 3557375 w 5799173"/>
              <a:gd name="connsiteY28334" fmla="*/ 2587138 h 5017219"/>
              <a:gd name="connsiteX28335" fmla="*/ 3557375 w 5799173"/>
              <a:gd name="connsiteY28335" fmla="*/ 2585643 h 5017219"/>
              <a:gd name="connsiteX28336" fmla="*/ 3568175 w 5799173"/>
              <a:gd name="connsiteY28336" fmla="*/ 2566867 h 5017219"/>
              <a:gd name="connsiteX28337" fmla="*/ 3569504 w 5799173"/>
              <a:gd name="connsiteY28337" fmla="*/ 2566119 h 5017219"/>
              <a:gd name="connsiteX28338" fmla="*/ 3591188 w 5799173"/>
              <a:gd name="connsiteY28338" fmla="*/ 2566119 h 5017219"/>
              <a:gd name="connsiteX28339" fmla="*/ 3592517 w 5799173"/>
              <a:gd name="connsiteY28339" fmla="*/ 2566867 h 5017219"/>
              <a:gd name="connsiteX28340" fmla="*/ 3603318 w 5799173"/>
              <a:gd name="connsiteY28340" fmla="*/ 2585643 h 5017219"/>
              <a:gd name="connsiteX28341" fmla="*/ 3603318 w 5799173"/>
              <a:gd name="connsiteY28341" fmla="*/ 2587138 h 5017219"/>
              <a:gd name="connsiteX28342" fmla="*/ 3592517 w 5799173"/>
              <a:gd name="connsiteY28342" fmla="*/ 2605914 h 5017219"/>
              <a:gd name="connsiteX28343" fmla="*/ 3591188 w 5799173"/>
              <a:gd name="connsiteY28343" fmla="*/ 2606662 h 5017219"/>
              <a:gd name="connsiteX28344" fmla="*/ 3930621 w 5799173"/>
              <a:gd name="connsiteY28344" fmla="*/ 2703423 h 5017219"/>
              <a:gd name="connsiteX28345" fmla="*/ 3929292 w 5799173"/>
              <a:gd name="connsiteY28345" fmla="*/ 2702675 h 5017219"/>
              <a:gd name="connsiteX28346" fmla="*/ 3918492 w 5799173"/>
              <a:gd name="connsiteY28346" fmla="*/ 2683899 h 5017219"/>
              <a:gd name="connsiteX28347" fmla="*/ 3918492 w 5799173"/>
              <a:gd name="connsiteY28347" fmla="*/ 2682404 h 5017219"/>
              <a:gd name="connsiteX28348" fmla="*/ 3929292 w 5799173"/>
              <a:gd name="connsiteY28348" fmla="*/ 2663628 h 5017219"/>
              <a:gd name="connsiteX28349" fmla="*/ 3930621 w 5799173"/>
              <a:gd name="connsiteY28349" fmla="*/ 2662880 h 5017219"/>
              <a:gd name="connsiteX28350" fmla="*/ 3952305 w 5799173"/>
              <a:gd name="connsiteY28350" fmla="*/ 2662880 h 5017219"/>
              <a:gd name="connsiteX28351" fmla="*/ 3953634 w 5799173"/>
              <a:gd name="connsiteY28351" fmla="*/ 2663628 h 5017219"/>
              <a:gd name="connsiteX28352" fmla="*/ 3964435 w 5799173"/>
              <a:gd name="connsiteY28352" fmla="*/ 2682404 h 5017219"/>
              <a:gd name="connsiteX28353" fmla="*/ 3964435 w 5799173"/>
              <a:gd name="connsiteY28353" fmla="*/ 2683899 h 5017219"/>
              <a:gd name="connsiteX28354" fmla="*/ 3953634 w 5799173"/>
              <a:gd name="connsiteY28354" fmla="*/ 2702675 h 5017219"/>
              <a:gd name="connsiteX28355" fmla="*/ 3952305 w 5799173"/>
              <a:gd name="connsiteY28355" fmla="*/ 2703423 h 5017219"/>
              <a:gd name="connsiteX28356" fmla="*/ 3087944 w 5799173"/>
              <a:gd name="connsiteY28356" fmla="*/ 2477721 h 5017219"/>
              <a:gd name="connsiteX28357" fmla="*/ 3086614 w 5799173"/>
              <a:gd name="connsiteY28357" fmla="*/ 2476973 h 5017219"/>
              <a:gd name="connsiteX28358" fmla="*/ 3075731 w 5799173"/>
              <a:gd name="connsiteY28358" fmla="*/ 2458114 h 5017219"/>
              <a:gd name="connsiteX28359" fmla="*/ 3075731 w 5799173"/>
              <a:gd name="connsiteY28359" fmla="*/ 2456536 h 5017219"/>
              <a:gd name="connsiteX28360" fmla="*/ 3086614 w 5799173"/>
              <a:gd name="connsiteY28360" fmla="*/ 2437677 h 5017219"/>
              <a:gd name="connsiteX28361" fmla="*/ 3087944 w 5799173"/>
              <a:gd name="connsiteY28361" fmla="*/ 2436929 h 5017219"/>
              <a:gd name="connsiteX28362" fmla="*/ 3109710 w 5799173"/>
              <a:gd name="connsiteY28362" fmla="*/ 2436929 h 5017219"/>
              <a:gd name="connsiteX28363" fmla="*/ 3111040 w 5799173"/>
              <a:gd name="connsiteY28363" fmla="*/ 2437677 h 5017219"/>
              <a:gd name="connsiteX28364" fmla="*/ 3121923 w 5799173"/>
              <a:gd name="connsiteY28364" fmla="*/ 2456536 h 5017219"/>
              <a:gd name="connsiteX28365" fmla="*/ 3121923 w 5799173"/>
              <a:gd name="connsiteY28365" fmla="*/ 2458114 h 5017219"/>
              <a:gd name="connsiteX28366" fmla="*/ 3111040 w 5799173"/>
              <a:gd name="connsiteY28366" fmla="*/ 2476973 h 5017219"/>
              <a:gd name="connsiteX28367" fmla="*/ 3109710 w 5799173"/>
              <a:gd name="connsiteY28367" fmla="*/ 2477721 h 5017219"/>
              <a:gd name="connsiteX28368" fmla="*/ 3027570 w 5799173"/>
              <a:gd name="connsiteY28368" fmla="*/ 2461922 h 5017219"/>
              <a:gd name="connsiteX28369" fmla="*/ 3026241 w 5799173"/>
              <a:gd name="connsiteY28369" fmla="*/ 2461175 h 5017219"/>
              <a:gd name="connsiteX28370" fmla="*/ 3015191 w 5799173"/>
              <a:gd name="connsiteY28370" fmla="*/ 2442066 h 5017219"/>
              <a:gd name="connsiteX28371" fmla="*/ 3015191 w 5799173"/>
              <a:gd name="connsiteY28371" fmla="*/ 2440488 h 5017219"/>
              <a:gd name="connsiteX28372" fmla="*/ 3026241 w 5799173"/>
              <a:gd name="connsiteY28372" fmla="*/ 2421380 h 5017219"/>
              <a:gd name="connsiteX28373" fmla="*/ 3027570 w 5799173"/>
              <a:gd name="connsiteY28373" fmla="*/ 2420632 h 5017219"/>
              <a:gd name="connsiteX28374" fmla="*/ 3049669 w 5799173"/>
              <a:gd name="connsiteY28374" fmla="*/ 2420632 h 5017219"/>
              <a:gd name="connsiteX28375" fmla="*/ 3050998 w 5799173"/>
              <a:gd name="connsiteY28375" fmla="*/ 2421380 h 5017219"/>
              <a:gd name="connsiteX28376" fmla="*/ 3062048 w 5799173"/>
              <a:gd name="connsiteY28376" fmla="*/ 2440488 h 5017219"/>
              <a:gd name="connsiteX28377" fmla="*/ 3062048 w 5799173"/>
              <a:gd name="connsiteY28377" fmla="*/ 2442066 h 5017219"/>
              <a:gd name="connsiteX28378" fmla="*/ 3050998 w 5799173"/>
              <a:gd name="connsiteY28378" fmla="*/ 2461175 h 5017219"/>
              <a:gd name="connsiteX28379" fmla="*/ 3049669 w 5799173"/>
              <a:gd name="connsiteY28379" fmla="*/ 2461922 h 5017219"/>
              <a:gd name="connsiteX28380" fmla="*/ 4532226 w 5799173"/>
              <a:gd name="connsiteY28380" fmla="*/ 2865094 h 5017219"/>
              <a:gd name="connsiteX28381" fmla="*/ 4530896 w 5799173"/>
              <a:gd name="connsiteY28381" fmla="*/ 2864347 h 5017219"/>
              <a:gd name="connsiteX28382" fmla="*/ 4519847 w 5799173"/>
              <a:gd name="connsiteY28382" fmla="*/ 2845238 h 5017219"/>
              <a:gd name="connsiteX28383" fmla="*/ 4519847 w 5799173"/>
              <a:gd name="connsiteY28383" fmla="*/ 2843660 h 5017219"/>
              <a:gd name="connsiteX28384" fmla="*/ 4530896 w 5799173"/>
              <a:gd name="connsiteY28384" fmla="*/ 2824552 h 5017219"/>
              <a:gd name="connsiteX28385" fmla="*/ 4532226 w 5799173"/>
              <a:gd name="connsiteY28385" fmla="*/ 2823804 h 5017219"/>
              <a:gd name="connsiteX28386" fmla="*/ 4554325 w 5799173"/>
              <a:gd name="connsiteY28386" fmla="*/ 2823804 h 5017219"/>
              <a:gd name="connsiteX28387" fmla="*/ 4555654 w 5799173"/>
              <a:gd name="connsiteY28387" fmla="*/ 2824552 h 5017219"/>
              <a:gd name="connsiteX28388" fmla="*/ 4566704 w 5799173"/>
              <a:gd name="connsiteY28388" fmla="*/ 2843660 h 5017219"/>
              <a:gd name="connsiteX28389" fmla="*/ 4566704 w 5799173"/>
              <a:gd name="connsiteY28389" fmla="*/ 2845238 h 5017219"/>
              <a:gd name="connsiteX28390" fmla="*/ 4555654 w 5799173"/>
              <a:gd name="connsiteY28390" fmla="*/ 2864347 h 5017219"/>
              <a:gd name="connsiteX28391" fmla="*/ 4554325 w 5799173"/>
              <a:gd name="connsiteY28391" fmla="*/ 2865094 h 5017219"/>
              <a:gd name="connsiteX28392" fmla="*/ 3629349 w 5799173"/>
              <a:gd name="connsiteY28392" fmla="*/ 2623274 h 5017219"/>
              <a:gd name="connsiteX28393" fmla="*/ 3628019 w 5799173"/>
              <a:gd name="connsiteY28393" fmla="*/ 2622527 h 5017219"/>
              <a:gd name="connsiteX28394" fmla="*/ 3616971 w 5799173"/>
              <a:gd name="connsiteY28394" fmla="*/ 2603335 h 5017219"/>
              <a:gd name="connsiteX28395" fmla="*/ 3616970 w 5799173"/>
              <a:gd name="connsiteY28395" fmla="*/ 2601757 h 5017219"/>
              <a:gd name="connsiteX28396" fmla="*/ 3628102 w 5799173"/>
              <a:gd name="connsiteY28396" fmla="*/ 2582566 h 5017219"/>
              <a:gd name="connsiteX28397" fmla="*/ 3629432 w 5799173"/>
              <a:gd name="connsiteY28397" fmla="*/ 2581818 h 5017219"/>
              <a:gd name="connsiteX28398" fmla="*/ 3651615 w 5799173"/>
              <a:gd name="connsiteY28398" fmla="*/ 2581818 h 5017219"/>
              <a:gd name="connsiteX28399" fmla="*/ 3652943 w 5799173"/>
              <a:gd name="connsiteY28399" fmla="*/ 2582566 h 5017219"/>
              <a:gd name="connsiteX28400" fmla="*/ 3663993 w 5799173"/>
              <a:gd name="connsiteY28400" fmla="*/ 2601757 h 5017219"/>
              <a:gd name="connsiteX28401" fmla="*/ 3663993 w 5799173"/>
              <a:gd name="connsiteY28401" fmla="*/ 2603335 h 5017219"/>
              <a:gd name="connsiteX28402" fmla="*/ 3652860 w 5799173"/>
              <a:gd name="connsiteY28402" fmla="*/ 2622527 h 5017219"/>
              <a:gd name="connsiteX28403" fmla="*/ 3651532 w 5799173"/>
              <a:gd name="connsiteY28403" fmla="*/ 2623274 h 5017219"/>
              <a:gd name="connsiteX28404" fmla="*/ 2786681 w 5799173"/>
              <a:gd name="connsiteY28404" fmla="*/ 2397657 h 5017219"/>
              <a:gd name="connsiteX28405" fmla="*/ 2785352 w 5799173"/>
              <a:gd name="connsiteY28405" fmla="*/ 2396826 h 5017219"/>
              <a:gd name="connsiteX28406" fmla="*/ 2774136 w 5799173"/>
              <a:gd name="connsiteY28406" fmla="*/ 2377469 h 5017219"/>
              <a:gd name="connsiteX28407" fmla="*/ 2774136 w 5799173"/>
              <a:gd name="connsiteY28407" fmla="*/ 2375890 h 5017219"/>
              <a:gd name="connsiteX28408" fmla="*/ 2785352 w 5799173"/>
              <a:gd name="connsiteY28408" fmla="*/ 2356533 h 5017219"/>
              <a:gd name="connsiteX28409" fmla="*/ 2786681 w 5799173"/>
              <a:gd name="connsiteY28409" fmla="*/ 2355702 h 5017219"/>
              <a:gd name="connsiteX28410" fmla="*/ 2809029 w 5799173"/>
              <a:gd name="connsiteY28410" fmla="*/ 2355702 h 5017219"/>
              <a:gd name="connsiteX28411" fmla="*/ 2810359 w 5799173"/>
              <a:gd name="connsiteY28411" fmla="*/ 2356533 h 5017219"/>
              <a:gd name="connsiteX28412" fmla="*/ 2821574 w 5799173"/>
              <a:gd name="connsiteY28412" fmla="*/ 2375890 h 5017219"/>
              <a:gd name="connsiteX28413" fmla="*/ 2821574 w 5799173"/>
              <a:gd name="connsiteY28413" fmla="*/ 2377469 h 5017219"/>
              <a:gd name="connsiteX28414" fmla="*/ 2810359 w 5799173"/>
              <a:gd name="connsiteY28414" fmla="*/ 2396826 h 5017219"/>
              <a:gd name="connsiteX28415" fmla="*/ 2809029 w 5799173"/>
              <a:gd name="connsiteY28415" fmla="*/ 2397657 h 5017219"/>
              <a:gd name="connsiteX28416" fmla="*/ 3147799 w 5799173"/>
              <a:gd name="connsiteY28416" fmla="*/ 2494418 h 5017219"/>
              <a:gd name="connsiteX28417" fmla="*/ 3146469 w 5799173"/>
              <a:gd name="connsiteY28417" fmla="*/ 2493587 h 5017219"/>
              <a:gd name="connsiteX28418" fmla="*/ 3135253 w 5799173"/>
              <a:gd name="connsiteY28418" fmla="*/ 2474230 h 5017219"/>
              <a:gd name="connsiteX28419" fmla="*/ 3135253 w 5799173"/>
              <a:gd name="connsiteY28419" fmla="*/ 2472651 h 5017219"/>
              <a:gd name="connsiteX28420" fmla="*/ 3146470 w 5799173"/>
              <a:gd name="connsiteY28420" fmla="*/ 2453294 h 5017219"/>
              <a:gd name="connsiteX28421" fmla="*/ 3147798 w 5799173"/>
              <a:gd name="connsiteY28421" fmla="*/ 2452463 h 5017219"/>
              <a:gd name="connsiteX28422" fmla="*/ 3170146 w 5799173"/>
              <a:gd name="connsiteY28422" fmla="*/ 2452463 h 5017219"/>
              <a:gd name="connsiteX28423" fmla="*/ 3171477 w 5799173"/>
              <a:gd name="connsiteY28423" fmla="*/ 2453294 h 5017219"/>
              <a:gd name="connsiteX28424" fmla="*/ 3182691 w 5799173"/>
              <a:gd name="connsiteY28424" fmla="*/ 2472651 h 5017219"/>
              <a:gd name="connsiteX28425" fmla="*/ 3182692 w 5799173"/>
              <a:gd name="connsiteY28425" fmla="*/ 2474230 h 5017219"/>
              <a:gd name="connsiteX28426" fmla="*/ 3171477 w 5799173"/>
              <a:gd name="connsiteY28426" fmla="*/ 2493587 h 5017219"/>
              <a:gd name="connsiteX28427" fmla="*/ 3170147 w 5799173"/>
              <a:gd name="connsiteY28427" fmla="*/ 2494418 h 5017219"/>
              <a:gd name="connsiteX28428" fmla="*/ 3689475 w 5799173"/>
              <a:gd name="connsiteY28428" fmla="*/ 2639560 h 5017219"/>
              <a:gd name="connsiteX28429" fmla="*/ 3688146 w 5799173"/>
              <a:gd name="connsiteY28429" fmla="*/ 2638729 h 5017219"/>
              <a:gd name="connsiteX28430" fmla="*/ 3676930 w 5799173"/>
              <a:gd name="connsiteY28430" fmla="*/ 2619372 h 5017219"/>
              <a:gd name="connsiteX28431" fmla="*/ 3676930 w 5799173"/>
              <a:gd name="connsiteY28431" fmla="*/ 2617793 h 5017219"/>
              <a:gd name="connsiteX28432" fmla="*/ 3688146 w 5799173"/>
              <a:gd name="connsiteY28432" fmla="*/ 2598436 h 5017219"/>
              <a:gd name="connsiteX28433" fmla="*/ 3689475 w 5799173"/>
              <a:gd name="connsiteY28433" fmla="*/ 2597605 h 5017219"/>
              <a:gd name="connsiteX28434" fmla="*/ 3711823 w 5799173"/>
              <a:gd name="connsiteY28434" fmla="*/ 2597605 h 5017219"/>
              <a:gd name="connsiteX28435" fmla="*/ 3713153 w 5799173"/>
              <a:gd name="connsiteY28435" fmla="*/ 2598436 h 5017219"/>
              <a:gd name="connsiteX28436" fmla="*/ 3724368 w 5799173"/>
              <a:gd name="connsiteY28436" fmla="*/ 2617793 h 5017219"/>
              <a:gd name="connsiteX28437" fmla="*/ 3724368 w 5799173"/>
              <a:gd name="connsiteY28437" fmla="*/ 2619372 h 5017219"/>
              <a:gd name="connsiteX28438" fmla="*/ 3713153 w 5799173"/>
              <a:gd name="connsiteY28438" fmla="*/ 2638729 h 5017219"/>
              <a:gd name="connsiteX28439" fmla="*/ 3711823 w 5799173"/>
              <a:gd name="connsiteY28439" fmla="*/ 2639560 h 5017219"/>
              <a:gd name="connsiteX28440" fmla="*/ 2967215 w 5799173"/>
              <a:gd name="connsiteY28440" fmla="*/ 2446222 h 5017219"/>
              <a:gd name="connsiteX28441" fmla="*/ 2965803 w 5799173"/>
              <a:gd name="connsiteY28441" fmla="*/ 2445391 h 5017219"/>
              <a:gd name="connsiteX28442" fmla="*/ 2954587 w 5799173"/>
              <a:gd name="connsiteY28442" fmla="*/ 2425951 h 5017219"/>
              <a:gd name="connsiteX28443" fmla="*/ 2954587 w 5799173"/>
              <a:gd name="connsiteY28443" fmla="*/ 2424372 h 5017219"/>
              <a:gd name="connsiteX28444" fmla="*/ 2965803 w 5799173"/>
              <a:gd name="connsiteY28444" fmla="*/ 2404932 h 5017219"/>
              <a:gd name="connsiteX28445" fmla="*/ 2967215 w 5799173"/>
              <a:gd name="connsiteY28445" fmla="*/ 2404101 h 5017219"/>
              <a:gd name="connsiteX28446" fmla="*/ 2989730 w 5799173"/>
              <a:gd name="connsiteY28446" fmla="*/ 2404101 h 5017219"/>
              <a:gd name="connsiteX28447" fmla="*/ 2991142 w 5799173"/>
              <a:gd name="connsiteY28447" fmla="*/ 2404932 h 5017219"/>
              <a:gd name="connsiteX28448" fmla="*/ 3002358 w 5799173"/>
              <a:gd name="connsiteY28448" fmla="*/ 2424372 h 5017219"/>
              <a:gd name="connsiteX28449" fmla="*/ 3002357 w 5799173"/>
              <a:gd name="connsiteY28449" fmla="*/ 2425951 h 5017219"/>
              <a:gd name="connsiteX28450" fmla="*/ 2991142 w 5799173"/>
              <a:gd name="connsiteY28450" fmla="*/ 2445391 h 5017219"/>
              <a:gd name="connsiteX28451" fmla="*/ 2989731 w 5799173"/>
              <a:gd name="connsiteY28451" fmla="*/ 2446222 h 5017219"/>
              <a:gd name="connsiteX28452" fmla="*/ 2846701 w 5799173"/>
              <a:gd name="connsiteY28452" fmla="*/ 2414211 h 5017219"/>
              <a:gd name="connsiteX28453" fmla="*/ 2845288 w 5799173"/>
              <a:gd name="connsiteY28453" fmla="*/ 2413380 h 5017219"/>
              <a:gd name="connsiteX28454" fmla="*/ 2833905 w 5799173"/>
              <a:gd name="connsiteY28454" fmla="*/ 2393606 h 5017219"/>
              <a:gd name="connsiteX28455" fmla="*/ 2833905 w 5799173"/>
              <a:gd name="connsiteY28455" fmla="*/ 2392028 h 5017219"/>
              <a:gd name="connsiteX28456" fmla="*/ 2845287 w 5799173"/>
              <a:gd name="connsiteY28456" fmla="*/ 2372255 h 5017219"/>
              <a:gd name="connsiteX28457" fmla="*/ 2846701 w 5799173"/>
              <a:gd name="connsiteY28457" fmla="*/ 2371424 h 5017219"/>
              <a:gd name="connsiteX28458" fmla="*/ 2869464 w 5799173"/>
              <a:gd name="connsiteY28458" fmla="*/ 2371424 h 5017219"/>
              <a:gd name="connsiteX28459" fmla="*/ 2870877 w 5799173"/>
              <a:gd name="connsiteY28459" fmla="*/ 2372256 h 5017219"/>
              <a:gd name="connsiteX28460" fmla="*/ 2882257 w 5799173"/>
              <a:gd name="connsiteY28460" fmla="*/ 2392029 h 5017219"/>
              <a:gd name="connsiteX28461" fmla="*/ 2882257 w 5799173"/>
              <a:gd name="connsiteY28461" fmla="*/ 2393607 h 5017219"/>
              <a:gd name="connsiteX28462" fmla="*/ 2870877 w 5799173"/>
              <a:gd name="connsiteY28462" fmla="*/ 2413379 h 5017219"/>
              <a:gd name="connsiteX28463" fmla="*/ 2869463 w 5799173"/>
              <a:gd name="connsiteY28463" fmla="*/ 2414211 h 5017219"/>
              <a:gd name="connsiteX28464" fmla="*/ 2906812 w 5799173"/>
              <a:gd name="connsiteY28464" fmla="*/ 2430515 h 5017219"/>
              <a:gd name="connsiteX28465" fmla="*/ 2905400 w 5799173"/>
              <a:gd name="connsiteY28465" fmla="*/ 2429683 h 5017219"/>
              <a:gd name="connsiteX28466" fmla="*/ 2893935 w 5799173"/>
              <a:gd name="connsiteY28466" fmla="*/ 2409745 h 5017219"/>
              <a:gd name="connsiteX28467" fmla="*/ 2893935 w 5799173"/>
              <a:gd name="connsiteY28467" fmla="*/ 2408083 h 5017219"/>
              <a:gd name="connsiteX28468" fmla="*/ 2905400 w 5799173"/>
              <a:gd name="connsiteY28468" fmla="*/ 2388145 h 5017219"/>
              <a:gd name="connsiteX28469" fmla="*/ 2906812 w 5799173"/>
              <a:gd name="connsiteY28469" fmla="*/ 2387314 h 5017219"/>
              <a:gd name="connsiteX28470" fmla="*/ 2929826 w 5799173"/>
              <a:gd name="connsiteY28470" fmla="*/ 2387314 h 5017219"/>
              <a:gd name="connsiteX28471" fmla="*/ 2931238 w 5799173"/>
              <a:gd name="connsiteY28471" fmla="*/ 2388145 h 5017219"/>
              <a:gd name="connsiteX28472" fmla="*/ 2942703 w 5799173"/>
              <a:gd name="connsiteY28472" fmla="*/ 2408083 h 5017219"/>
              <a:gd name="connsiteX28473" fmla="*/ 2942703 w 5799173"/>
              <a:gd name="connsiteY28473" fmla="*/ 2409745 h 5017219"/>
              <a:gd name="connsiteX28474" fmla="*/ 2931238 w 5799173"/>
              <a:gd name="connsiteY28474" fmla="*/ 2429683 h 5017219"/>
              <a:gd name="connsiteX28475" fmla="*/ 2929826 w 5799173"/>
              <a:gd name="connsiteY28475" fmla="*/ 2430515 h 5017219"/>
              <a:gd name="connsiteX28476" fmla="*/ 3748985 w 5799173"/>
              <a:gd name="connsiteY28476" fmla="*/ 2656932 h 5017219"/>
              <a:gd name="connsiteX28477" fmla="*/ 3747573 w 5799173"/>
              <a:gd name="connsiteY28477" fmla="*/ 2656101 h 5017219"/>
              <a:gd name="connsiteX28478" fmla="*/ 3735692 w 5799173"/>
              <a:gd name="connsiteY28478" fmla="*/ 2635580 h 5017219"/>
              <a:gd name="connsiteX28479" fmla="*/ 3735692 w 5799173"/>
              <a:gd name="connsiteY28479" fmla="*/ 2633918 h 5017219"/>
              <a:gd name="connsiteX28480" fmla="*/ 3747573 w 5799173"/>
              <a:gd name="connsiteY28480" fmla="*/ 2613398 h 5017219"/>
              <a:gd name="connsiteX28481" fmla="*/ 3748985 w 5799173"/>
              <a:gd name="connsiteY28481" fmla="*/ 2612567 h 5017219"/>
              <a:gd name="connsiteX28482" fmla="*/ 3772662 w 5799173"/>
              <a:gd name="connsiteY28482" fmla="*/ 2612567 h 5017219"/>
              <a:gd name="connsiteX28483" fmla="*/ 3774075 w 5799173"/>
              <a:gd name="connsiteY28483" fmla="*/ 2613398 h 5017219"/>
              <a:gd name="connsiteX28484" fmla="*/ 3785955 w 5799173"/>
              <a:gd name="connsiteY28484" fmla="*/ 2633918 h 5017219"/>
              <a:gd name="connsiteX28485" fmla="*/ 3785955 w 5799173"/>
              <a:gd name="connsiteY28485" fmla="*/ 2635580 h 5017219"/>
              <a:gd name="connsiteX28486" fmla="*/ 3774075 w 5799173"/>
              <a:gd name="connsiteY28486" fmla="*/ 2656101 h 5017219"/>
              <a:gd name="connsiteX28487" fmla="*/ 3772662 w 5799173"/>
              <a:gd name="connsiteY28487" fmla="*/ 2656932 h 5017219"/>
              <a:gd name="connsiteX28488" fmla="*/ 250677 w 5799173"/>
              <a:gd name="connsiteY28488" fmla="*/ 1761698 h 5017219"/>
              <a:gd name="connsiteX28489" fmla="*/ 250012 w 5799173"/>
              <a:gd name="connsiteY28489" fmla="*/ 1761283 h 5017219"/>
              <a:gd name="connsiteX28490" fmla="*/ 244611 w 5799173"/>
              <a:gd name="connsiteY28490" fmla="*/ 1751978 h 5017219"/>
              <a:gd name="connsiteX28491" fmla="*/ 244612 w 5799173"/>
              <a:gd name="connsiteY28491" fmla="*/ 1751230 h 5017219"/>
              <a:gd name="connsiteX28492" fmla="*/ 250012 w 5799173"/>
              <a:gd name="connsiteY28492" fmla="*/ 1741925 h 5017219"/>
              <a:gd name="connsiteX28493" fmla="*/ 250676 w 5799173"/>
              <a:gd name="connsiteY28493" fmla="*/ 1741510 h 5017219"/>
              <a:gd name="connsiteX28494" fmla="*/ 261476 w 5799173"/>
              <a:gd name="connsiteY28494" fmla="*/ 1741510 h 5017219"/>
              <a:gd name="connsiteX28495" fmla="*/ 262141 w 5799173"/>
              <a:gd name="connsiteY28495" fmla="*/ 1741925 h 5017219"/>
              <a:gd name="connsiteX28496" fmla="*/ 267542 w 5799173"/>
              <a:gd name="connsiteY28496" fmla="*/ 1751230 h 5017219"/>
              <a:gd name="connsiteX28497" fmla="*/ 267541 w 5799173"/>
              <a:gd name="connsiteY28497" fmla="*/ 1751978 h 5017219"/>
              <a:gd name="connsiteX28498" fmla="*/ 262141 w 5799173"/>
              <a:gd name="connsiteY28498" fmla="*/ 1761283 h 5017219"/>
              <a:gd name="connsiteX28499" fmla="*/ 261477 w 5799173"/>
              <a:gd name="connsiteY28499" fmla="*/ 1761698 h 5017219"/>
              <a:gd name="connsiteX28500" fmla="*/ 4944124 w 5799173"/>
              <a:gd name="connsiteY28500" fmla="*/ 3021576 h 5017219"/>
              <a:gd name="connsiteX28501" fmla="*/ 4943376 w 5799173"/>
              <a:gd name="connsiteY28501" fmla="*/ 3021161 h 5017219"/>
              <a:gd name="connsiteX28502" fmla="*/ 4936896 w 5799173"/>
              <a:gd name="connsiteY28502" fmla="*/ 3009945 h 5017219"/>
              <a:gd name="connsiteX28503" fmla="*/ 4936896 w 5799173"/>
              <a:gd name="connsiteY28503" fmla="*/ 3009031 h 5017219"/>
              <a:gd name="connsiteX28504" fmla="*/ 4943376 w 5799173"/>
              <a:gd name="connsiteY28504" fmla="*/ 2997815 h 5017219"/>
              <a:gd name="connsiteX28505" fmla="*/ 4944124 w 5799173"/>
              <a:gd name="connsiteY28505" fmla="*/ 2997400 h 5017219"/>
              <a:gd name="connsiteX28506" fmla="*/ 4957001 w 5799173"/>
              <a:gd name="connsiteY28506" fmla="*/ 2997400 h 5017219"/>
              <a:gd name="connsiteX28507" fmla="*/ 4957749 w 5799173"/>
              <a:gd name="connsiteY28507" fmla="*/ 2997815 h 5017219"/>
              <a:gd name="connsiteX28508" fmla="*/ 4964229 w 5799173"/>
              <a:gd name="connsiteY28508" fmla="*/ 3009031 h 5017219"/>
              <a:gd name="connsiteX28509" fmla="*/ 4964229 w 5799173"/>
              <a:gd name="connsiteY28509" fmla="*/ 3009945 h 5017219"/>
              <a:gd name="connsiteX28510" fmla="*/ 4957749 w 5799173"/>
              <a:gd name="connsiteY28510" fmla="*/ 3021161 h 5017219"/>
              <a:gd name="connsiteX28511" fmla="*/ 4957001 w 5799173"/>
              <a:gd name="connsiteY28511" fmla="*/ 3021576 h 5017219"/>
              <a:gd name="connsiteX28512" fmla="*/ 308702 w 5799173"/>
              <a:gd name="connsiteY28512" fmla="*/ 1781896 h 5017219"/>
              <a:gd name="connsiteX28513" fmla="*/ 307787 w 5799173"/>
              <a:gd name="connsiteY28513" fmla="*/ 1781398 h 5017219"/>
              <a:gd name="connsiteX28514" fmla="*/ 300227 w 5799173"/>
              <a:gd name="connsiteY28514" fmla="*/ 1768271 h 5017219"/>
              <a:gd name="connsiteX28515" fmla="*/ 300228 w 5799173"/>
              <a:gd name="connsiteY28515" fmla="*/ 1767191 h 5017219"/>
              <a:gd name="connsiteX28516" fmla="*/ 307787 w 5799173"/>
              <a:gd name="connsiteY28516" fmla="*/ 1754064 h 5017219"/>
              <a:gd name="connsiteX28517" fmla="*/ 308701 w 5799173"/>
              <a:gd name="connsiteY28517" fmla="*/ 1753566 h 5017219"/>
              <a:gd name="connsiteX28518" fmla="*/ 323821 w 5799173"/>
              <a:gd name="connsiteY28518" fmla="*/ 1753566 h 5017219"/>
              <a:gd name="connsiteX28519" fmla="*/ 324735 w 5799173"/>
              <a:gd name="connsiteY28519" fmla="*/ 1754064 h 5017219"/>
              <a:gd name="connsiteX28520" fmla="*/ 332295 w 5799173"/>
              <a:gd name="connsiteY28520" fmla="*/ 1767191 h 5017219"/>
              <a:gd name="connsiteX28521" fmla="*/ 332295 w 5799173"/>
              <a:gd name="connsiteY28521" fmla="*/ 1768271 h 5017219"/>
              <a:gd name="connsiteX28522" fmla="*/ 324736 w 5799173"/>
              <a:gd name="connsiteY28522" fmla="*/ 1781398 h 5017219"/>
              <a:gd name="connsiteX28523" fmla="*/ 323822 w 5799173"/>
              <a:gd name="connsiteY28523" fmla="*/ 1781896 h 5017219"/>
              <a:gd name="connsiteX28524" fmla="*/ 5002823 w 5799173"/>
              <a:gd name="connsiteY28524" fmla="*/ 3040539 h 5017219"/>
              <a:gd name="connsiteX28525" fmla="*/ 5001826 w 5799173"/>
              <a:gd name="connsiteY28525" fmla="*/ 3039958 h 5017219"/>
              <a:gd name="connsiteX28526" fmla="*/ 4993851 w 5799173"/>
              <a:gd name="connsiteY28526" fmla="*/ 3026167 h 5017219"/>
              <a:gd name="connsiteX28527" fmla="*/ 4993851 w 5799173"/>
              <a:gd name="connsiteY28527" fmla="*/ 3025004 h 5017219"/>
              <a:gd name="connsiteX28528" fmla="*/ 5001826 w 5799173"/>
              <a:gd name="connsiteY28528" fmla="*/ 3011212 h 5017219"/>
              <a:gd name="connsiteX28529" fmla="*/ 5002823 w 5799173"/>
              <a:gd name="connsiteY28529" fmla="*/ 3010631 h 5017219"/>
              <a:gd name="connsiteX28530" fmla="*/ 5018775 w 5799173"/>
              <a:gd name="connsiteY28530" fmla="*/ 3010631 h 5017219"/>
              <a:gd name="connsiteX28531" fmla="*/ 5019772 w 5799173"/>
              <a:gd name="connsiteY28531" fmla="*/ 3011212 h 5017219"/>
              <a:gd name="connsiteX28532" fmla="*/ 5027747 w 5799173"/>
              <a:gd name="connsiteY28532" fmla="*/ 3025004 h 5017219"/>
              <a:gd name="connsiteX28533" fmla="*/ 5027747 w 5799173"/>
              <a:gd name="connsiteY28533" fmla="*/ 3026167 h 5017219"/>
              <a:gd name="connsiteX28534" fmla="*/ 5019772 w 5799173"/>
              <a:gd name="connsiteY28534" fmla="*/ 3039958 h 5017219"/>
              <a:gd name="connsiteX28535" fmla="*/ 5018775 w 5799173"/>
              <a:gd name="connsiteY28535" fmla="*/ 3040539 h 5017219"/>
              <a:gd name="connsiteX28536" fmla="*/ 5363880 w 5799173"/>
              <a:gd name="connsiteY28536" fmla="*/ 3137376 h 5017219"/>
              <a:gd name="connsiteX28537" fmla="*/ 5362884 w 5799173"/>
              <a:gd name="connsiteY28537" fmla="*/ 3136794 h 5017219"/>
              <a:gd name="connsiteX28538" fmla="*/ 5354825 w 5799173"/>
              <a:gd name="connsiteY28538" fmla="*/ 3122837 h 5017219"/>
              <a:gd name="connsiteX28539" fmla="*/ 5354825 w 5799173"/>
              <a:gd name="connsiteY28539" fmla="*/ 3121674 h 5017219"/>
              <a:gd name="connsiteX28540" fmla="*/ 5362884 w 5799173"/>
              <a:gd name="connsiteY28540" fmla="*/ 3107717 h 5017219"/>
              <a:gd name="connsiteX28541" fmla="*/ 5363880 w 5799173"/>
              <a:gd name="connsiteY28541" fmla="*/ 3107135 h 5017219"/>
              <a:gd name="connsiteX28542" fmla="*/ 5379915 w 5799173"/>
              <a:gd name="connsiteY28542" fmla="*/ 3107135 h 5017219"/>
              <a:gd name="connsiteX28543" fmla="*/ 5380912 w 5799173"/>
              <a:gd name="connsiteY28543" fmla="*/ 3107717 h 5017219"/>
              <a:gd name="connsiteX28544" fmla="*/ 5388970 w 5799173"/>
              <a:gd name="connsiteY28544" fmla="*/ 3121674 h 5017219"/>
              <a:gd name="connsiteX28545" fmla="*/ 5388970 w 5799173"/>
              <a:gd name="connsiteY28545" fmla="*/ 3122837 h 5017219"/>
              <a:gd name="connsiteX28546" fmla="*/ 5380912 w 5799173"/>
              <a:gd name="connsiteY28546" fmla="*/ 3136794 h 5017219"/>
              <a:gd name="connsiteX28547" fmla="*/ 5379915 w 5799173"/>
              <a:gd name="connsiteY28547" fmla="*/ 3137376 h 5017219"/>
              <a:gd name="connsiteX28548" fmla="*/ 1812456 w 5799173"/>
              <a:gd name="connsiteY28548" fmla="*/ 2186637 h 5017219"/>
              <a:gd name="connsiteX28549" fmla="*/ 1811459 w 5799173"/>
              <a:gd name="connsiteY28549" fmla="*/ 2186055 h 5017219"/>
              <a:gd name="connsiteX28550" fmla="*/ 1802985 w 5799173"/>
              <a:gd name="connsiteY28550" fmla="*/ 2171434 h 5017219"/>
              <a:gd name="connsiteX28551" fmla="*/ 1802985 w 5799173"/>
              <a:gd name="connsiteY28551" fmla="*/ 2170270 h 5017219"/>
              <a:gd name="connsiteX28552" fmla="*/ 1811459 w 5799173"/>
              <a:gd name="connsiteY28552" fmla="*/ 2155649 h 5017219"/>
              <a:gd name="connsiteX28553" fmla="*/ 1812456 w 5799173"/>
              <a:gd name="connsiteY28553" fmla="*/ 2155067 h 5017219"/>
              <a:gd name="connsiteX28554" fmla="*/ 1829321 w 5799173"/>
              <a:gd name="connsiteY28554" fmla="*/ 2155067 h 5017219"/>
              <a:gd name="connsiteX28555" fmla="*/ 1830318 w 5799173"/>
              <a:gd name="connsiteY28555" fmla="*/ 2155649 h 5017219"/>
              <a:gd name="connsiteX28556" fmla="*/ 1838792 w 5799173"/>
              <a:gd name="connsiteY28556" fmla="*/ 2170270 h 5017219"/>
              <a:gd name="connsiteX28557" fmla="*/ 1838792 w 5799173"/>
              <a:gd name="connsiteY28557" fmla="*/ 2171434 h 5017219"/>
              <a:gd name="connsiteX28558" fmla="*/ 1830318 w 5799173"/>
              <a:gd name="connsiteY28558" fmla="*/ 2186055 h 5017219"/>
              <a:gd name="connsiteX28559" fmla="*/ 1829321 w 5799173"/>
              <a:gd name="connsiteY28559" fmla="*/ 2186637 h 5017219"/>
              <a:gd name="connsiteX28560" fmla="*/ 1872620 w 5799173"/>
              <a:gd name="connsiteY28560" fmla="*/ 2202937 h 5017219"/>
              <a:gd name="connsiteX28561" fmla="*/ 1871623 w 5799173"/>
              <a:gd name="connsiteY28561" fmla="*/ 2202356 h 5017219"/>
              <a:gd name="connsiteX28562" fmla="*/ 1863149 w 5799173"/>
              <a:gd name="connsiteY28562" fmla="*/ 2187651 h 5017219"/>
              <a:gd name="connsiteX28563" fmla="*/ 1863149 w 5799173"/>
              <a:gd name="connsiteY28563" fmla="*/ 2186488 h 5017219"/>
              <a:gd name="connsiteX28564" fmla="*/ 1871623 w 5799173"/>
              <a:gd name="connsiteY28564" fmla="*/ 2171783 h 5017219"/>
              <a:gd name="connsiteX28565" fmla="*/ 1872620 w 5799173"/>
              <a:gd name="connsiteY28565" fmla="*/ 2171201 h 5017219"/>
              <a:gd name="connsiteX28566" fmla="*/ 1889568 w 5799173"/>
              <a:gd name="connsiteY28566" fmla="*/ 2171201 h 5017219"/>
              <a:gd name="connsiteX28567" fmla="*/ 1890565 w 5799173"/>
              <a:gd name="connsiteY28567" fmla="*/ 2171783 h 5017219"/>
              <a:gd name="connsiteX28568" fmla="*/ 1899039 w 5799173"/>
              <a:gd name="connsiteY28568" fmla="*/ 2186488 h 5017219"/>
              <a:gd name="connsiteX28569" fmla="*/ 1899039 w 5799173"/>
              <a:gd name="connsiteY28569" fmla="*/ 2187651 h 5017219"/>
              <a:gd name="connsiteX28570" fmla="*/ 1890565 w 5799173"/>
              <a:gd name="connsiteY28570" fmla="*/ 2202356 h 5017219"/>
              <a:gd name="connsiteX28571" fmla="*/ 1889568 w 5799173"/>
              <a:gd name="connsiteY28571" fmla="*/ 2202937 h 5017219"/>
              <a:gd name="connsiteX28572" fmla="*/ 5303079 w 5799173"/>
              <a:gd name="connsiteY28572" fmla="*/ 3122419 h 5017219"/>
              <a:gd name="connsiteX28573" fmla="*/ 5301999 w 5799173"/>
              <a:gd name="connsiteY28573" fmla="*/ 3121838 h 5017219"/>
              <a:gd name="connsiteX28574" fmla="*/ 5293359 w 5799173"/>
              <a:gd name="connsiteY28574" fmla="*/ 3106884 h 5017219"/>
              <a:gd name="connsiteX28575" fmla="*/ 5293359 w 5799173"/>
              <a:gd name="connsiteY28575" fmla="*/ 3105638 h 5017219"/>
              <a:gd name="connsiteX28576" fmla="*/ 5301999 w 5799173"/>
              <a:gd name="connsiteY28576" fmla="*/ 3090683 h 5017219"/>
              <a:gd name="connsiteX28577" fmla="*/ 5303079 w 5799173"/>
              <a:gd name="connsiteY28577" fmla="*/ 3090101 h 5017219"/>
              <a:gd name="connsiteX28578" fmla="*/ 5320359 w 5799173"/>
              <a:gd name="connsiteY28578" fmla="*/ 3090102 h 5017219"/>
              <a:gd name="connsiteX28579" fmla="*/ 5321440 w 5799173"/>
              <a:gd name="connsiteY28579" fmla="*/ 3090683 h 5017219"/>
              <a:gd name="connsiteX28580" fmla="*/ 5330080 w 5799173"/>
              <a:gd name="connsiteY28580" fmla="*/ 3105637 h 5017219"/>
              <a:gd name="connsiteX28581" fmla="*/ 5330080 w 5799173"/>
              <a:gd name="connsiteY28581" fmla="*/ 3106883 h 5017219"/>
              <a:gd name="connsiteX28582" fmla="*/ 5321440 w 5799173"/>
              <a:gd name="connsiteY28582" fmla="*/ 3121837 h 5017219"/>
              <a:gd name="connsiteX28583" fmla="*/ 5320359 w 5799173"/>
              <a:gd name="connsiteY28583" fmla="*/ 3122420 h 5017219"/>
              <a:gd name="connsiteX28584" fmla="*/ 1992608 w 5799173"/>
              <a:gd name="connsiteY28584" fmla="*/ 2235943 h 5017219"/>
              <a:gd name="connsiteX28585" fmla="*/ 1991528 w 5799173"/>
              <a:gd name="connsiteY28585" fmla="*/ 2235278 h 5017219"/>
              <a:gd name="connsiteX28586" fmla="*/ 1982639 w 5799173"/>
              <a:gd name="connsiteY28586" fmla="*/ 2219826 h 5017219"/>
              <a:gd name="connsiteX28587" fmla="*/ 1982639 w 5799173"/>
              <a:gd name="connsiteY28587" fmla="*/ 2218580 h 5017219"/>
              <a:gd name="connsiteX28588" fmla="*/ 1991528 w 5799173"/>
              <a:gd name="connsiteY28588" fmla="*/ 2203127 h 5017219"/>
              <a:gd name="connsiteX28589" fmla="*/ 1992608 w 5799173"/>
              <a:gd name="connsiteY28589" fmla="*/ 2202463 h 5017219"/>
              <a:gd name="connsiteX28590" fmla="*/ 2010387 w 5799173"/>
              <a:gd name="connsiteY28590" fmla="*/ 2202463 h 5017219"/>
              <a:gd name="connsiteX28591" fmla="*/ 2011467 w 5799173"/>
              <a:gd name="connsiteY28591" fmla="*/ 2203128 h 5017219"/>
              <a:gd name="connsiteX28592" fmla="*/ 2020357 w 5799173"/>
              <a:gd name="connsiteY28592" fmla="*/ 2218579 h 5017219"/>
              <a:gd name="connsiteX28593" fmla="*/ 2020357 w 5799173"/>
              <a:gd name="connsiteY28593" fmla="*/ 2219826 h 5017219"/>
              <a:gd name="connsiteX28594" fmla="*/ 2011467 w 5799173"/>
              <a:gd name="connsiteY28594" fmla="*/ 2235278 h 5017219"/>
              <a:gd name="connsiteX28595" fmla="*/ 2010387 w 5799173"/>
              <a:gd name="connsiteY28595" fmla="*/ 2235943 h 5017219"/>
              <a:gd name="connsiteX28596" fmla="*/ 2052628 w 5799173"/>
              <a:gd name="connsiteY28596" fmla="*/ 2252318 h 5017219"/>
              <a:gd name="connsiteX28597" fmla="*/ 2051549 w 5799173"/>
              <a:gd name="connsiteY28597" fmla="*/ 2251654 h 5017219"/>
              <a:gd name="connsiteX28598" fmla="*/ 2042493 w 5799173"/>
              <a:gd name="connsiteY28598" fmla="*/ 2235952 h 5017219"/>
              <a:gd name="connsiteX28599" fmla="*/ 2042493 w 5799173"/>
              <a:gd name="connsiteY28599" fmla="*/ 2234706 h 5017219"/>
              <a:gd name="connsiteX28600" fmla="*/ 2051549 w 5799173"/>
              <a:gd name="connsiteY28600" fmla="*/ 2219004 h 5017219"/>
              <a:gd name="connsiteX28601" fmla="*/ 2052628 w 5799173"/>
              <a:gd name="connsiteY28601" fmla="*/ 2218339 h 5017219"/>
              <a:gd name="connsiteX28602" fmla="*/ 2070740 w 5799173"/>
              <a:gd name="connsiteY28602" fmla="*/ 2218339 h 5017219"/>
              <a:gd name="connsiteX28603" fmla="*/ 2071820 w 5799173"/>
              <a:gd name="connsiteY28603" fmla="*/ 2219004 h 5017219"/>
              <a:gd name="connsiteX28604" fmla="*/ 2080875 w 5799173"/>
              <a:gd name="connsiteY28604" fmla="*/ 2234706 h 5017219"/>
              <a:gd name="connsiteX28605" fmla="*/ 2080875 w 5799173"/>
              <a:gd name="connsiteY28605" fmla="*/ 2235952 h 5017219"/>
              <a:gd name="connsiteX28606" fmla="*/ 2071820 w 5799173"/>
              <a:gd name="connsiteY28606" fmla="*/ 2251654 h 5017219"/>
              <a:gd name="connsiteX28607" fmla="*/ 2070740 w 5799173"/>
              <a:gd name="connsiteY28607" fmla="*/ 2252318 h 5017219"/>
              <a:gd name="connsiteX28608" fmla="*/ 1932173 w 5799173"/>
              <a:gd name="connsiteY28608" fmla="*/ 2220147 h 5017219"/>
              <a:gd name="connsiteX28609" fmla="*/ 1931093 w 5799173"/>
              <a:gd name="connsiteY28609" fmla="*/ 2219484 h 5017219"/>
              <a:gd name="connsiteX28610" fmla="*/ 1922037 w 5799173"/>
              <a:gd name="connsiteY28610" fmla="*/ 2203699 h 5017219"/>
              <a:gd name="connsiteX28611" fmla="*/ 1922037 w 5799173"/>
              <a:gd name="connsiteY28611" fmla="*/ 2202453 h 5017219"/>
              <a:gd name="connsiteX28612" fmla="*/ 1931176 w 5799173"/>
              <a:gd name="connsiteY28612" fmla="*/ 2186668 h 5017219"/>
              <a:gd name="connsiteX28613" fmla="*/ 1932255 w 5799173"/>
              <a:gd name="connsiteY28613" fmla="*/ 2186002 h 5017219"/>
              <a:gd name="connsiteX28614" fmla="*/ 1950450 w 5799173"/>
              <a:gd name="connsiteY28614" fmla="*/ 2186003 h 5017219"/>
              <a:gd name="connsiteX28615" fmla="*/ 1951530 w 5799173"/>
              <a:gd name="connsiteY28615" fmla="*/ 2186668 h 5017219"/>
              <a:gd name="connsiteX28616" fmla="*/ 1960586 w 5799173"/>
              <a:gd name="connsiteY28616" fmla="*/ 2202453 h 5017219"/>
              <a:gd name="connsiteX28617" fmla="*/ 1960586 w 5799173"/>
              <a:gd name="connsiteY28617" fmla="*/ 2203699 h 5017219"/>
              <a:gd name="connsiteX28618" fmla="*/ 1951446 w 5799173"/>
              <a:gd name="connsiteY28618" fmla="*/ 2219484 h 5017219"/>
              <a:gd name="connsiteX28619" fmla="*/ 1950367 w 5799173"/>
              <a:gd name="connsiteY28619" fmla="*/ 2220148 h 5017219"/>
              <a:gd name="connsiteX28620" fmla="*/ 2112639 w 5799173"/>
              <a:gd name="connsiteY28620" fmla="*/ 2268777 h 5017219"/>
              <a:gd name="connsiteX28621" fmla="*/ 2111476 w 5799173"/>
              <a:gd name="connsiteY28621" fmla="*/ 2268112 h 5017219"/>
              <a:gd name="connsiteX28622" fmla="*/ 2102254 w 5799173"/>
              <a:gd name="connsiteY28622" fmla="*/ 2252161 h 5017219"/>
              <a:gd name="connsiteX28623" fmla="*/ 2102254 w 5799173"/>
              <a:gd name="connsiteY28623" fmla="*/ 2250832 h 5017219"/>
              <a:gd name="connsiteX28624" fmla="*/ 2111476 w 5799173"/>
              <a:gd name="connsiteY28624" fmla="*/ 2234881 h 5017219"/>
              <a:gd name="connsiteX28625" fmla="*/ 2112639 w 5799173"/>
              <a:gd name="connsiteY28625" fmla="*/ 2234216 h 5017219"/>
              <a:gd name="connsiteX28626" fmla="*/ 2131082 w 5799173"/>
              <a:gd name="connsiteY28626" fmla="*/ 2234216 h 5017219"/>
              <a:gd name="connsiteX28627" fmla="*/ 2132245 w 5799173"/>
              <a:gd name="connsiteY28627" fmla="*/ 2234881 h 5017219"/>
              <a:gd name="connsiteX28628" fmla="*/ 2141467 w 5799173"/>
              <a:gd name="connsiteY28628" fmla="*/ 2250832 h 5017219"/>
              <a:gd name="connsiteX28629" fmla="*/ 2141467 w 5799173"/>
              <a:gd name="connsiteY28629" fmla="*/ 2252161 h 5017219"/>
              <a:gd name="connsiteX28630" fmla="*/ 2132245 w 5799173"/>
              <a:gd name="connsiteY28630" fmla="*/ 2268112 h 5017219"/>
              <a:gd name="connsiteX28631" fmla="*/ 2131082 w 5799173"/>
              <a:gd name="connsiteY28631" fmla="*/ 2268777 h 5017219"/>
              <a:gd name="connsiteX28632" fmla="*/ 2172825 w 5799173"/>
              <a:gd name="connsiteY28632" fmla="*/ 2284904 h 5017219"/>
              <a:gd name="connsiteX28633" fmla="*/ 2171662 w 5799173"/>
              <a:gd name="connsiteY28633" fmla="*/ 2284239 h 5017219"/>
              <a:gd name="connsiteX28634" fmla="*/ 2162440 w 5799173"/>
              <a:gd name="connsiteY28634" fmla="*/ 2268288 h 5017219"/>
              <a:gd name="connsiteX28635" fmla="*/ 2162440 w 5799173"/>
              <a:gd name="connsiteY28635" fmla="*/ 2266959 h 5017219"/>
              <a:gd name="connsiteX28636" fmla="*/ 2171662 w 5799173"/>
              <a:gd name="connsiteY28636" fmla="*/ 2251008 h 5017219"/>
              <a:gd name="connsiteX28637" fmla="*/ 2172825 w 5799173"/>
              <a:gd name="connsiteY28637" fmla="*/ 2250343 h 5017219"/>
              <a:gd name="connsiteX28638" fmla="*/ 2191268 w 5799173"/>
              <a:gd name="connsiteY28638" fmla="*/ 2250343 h 5017219"/>
              <a:gd name="connsiteX28639" fmla="*/ 2192431 w 5799173"/>
              <a:gd name="connsiteY28639" fmla="*/ 2251008 h 5017219"/>
              <a:gd name="connsiteX28640" fmla="*/ 2201653 w 5799173"/>
              <a:gd name="connsiteY28640" fmla="*/ 2266959 h 5017219"/>
              <a:gd name="connsiteX28641" fmla="*/ 2201653 w 5799173"/>
              <a:gd name="connsiteY28641" fmla="*/ 2268288 h 5017219"/>
              <a:gd name="connsiteX28642" fmla="*/ 2192431 w 5799173"/>
              <a:gd name="connsiteY28642" fmla="*/ 2284239 h 5017219"/>
              <a:gd name="connsiteX28643" fmla="*/ 2191268 w 5799173"/>
              <a:gd name="connsiteY28643" fmla="*/ 2284904 h 5017219"/>
              <a:gd name="connsiteX28644" fmla="*/ 2353384 w 5799173"/>
              <a:gd name="connsiteY28644" fmla="*/ 2333284 h 5017219"/>
              <a:gd name="connsiteX28645" fmla="*/ 2352221 w 5799173"/>
              <a:gd name="connsiteY28645" fmla="*/ 2332619 h 5017219"/>
              <a:gd name="connsiteX28646" fmla="*/ 2342998 w 5799173"/>
              <a:gd name="connsiteY28646" fmla="*/ 2316668 h 5017219"/>
              <a:gd name="connsiteX28647" fmla="*/ 2342998 w 5799173"/>
              <a:gd name="connsiteY28647" fmla="*/ 2315339 h 5017219"/>
              <a:gd name="connsiteX28648" fmla="*/ 2352220 w 5799173"/>
              <a:gd name="connsiteY28648" fmla="*/ 2299388 h 5017219"/>
              <a:gd name="connsiteX28649" fmla="*/ 2353384 w 5799173"/>
              <a:gd name="connsiteY28649" fmla="*/ 2298723 h 5017219"/>
              <a:gd name="connsiteX28650" fmla="*/ 2371827 w 5799173"/>
              <a:gd name="connsiteY28650" fmla="*/ 2298723 h 5017219"/>
              <a:gd name="connsiteX28651" fmla="*/ 2372990 w 5799173"/>
              <a:gd name="connsiteY28651" fmla="*/ 2299388 h 5017219"/>
              <a:gd name="connsiteX28652" fmla="*/ 2382211 w 5799173"/>
              <a:gd name="connsiteY28652" fmla="*/ 2315339 h 5017219"/>
              <a:gd name="connsiteX28653" fmla="*/ 2382211 w 5799173"/>
              <a:gd name="connsiteY28653" fmla="*/ 2316668 h 5017219"/>
              <a:gd name="connsiteX28654" fmla="*/ 2372989 w 5799173"/>
              <a:gd name="connsiteY28654" fmla="*/ 2332619 h 5017219"/>
              <a:gd name="connsiteX28655" fmla="*/ 2371827 w 5799173"/>
              <a:gd name="connsiteY28655" fmla="*/ 2333284 h 5017219"/>
              <a:gd name="connsiteX28656" fmla="*/ 2473756 w 5799173"/>
              <a:gd name="connsiteY28656" fmla="*/ 2365538 h 5017219"/>
              <a:gd name="connsiteX28657" fmla="*/ 2472593 w 5799173"/>
              <a:gd name="connsiteY28657" fmla="*/ 2364873 h 5017219"/>
              <a:gd name="connsiteX28658" fmla="*/ 2463371 w 5799173"/>
              <a:gd name="connsiteY28658" fmla="*/ 2348922 h 5017219"/>
              <a:gd name="connsiteX28659" fmla="*/ 2463371 w 5799173"/>
              <a:gd name="connsiteY28659" fmla="*/ 2347593 h 5017219"/>
              <a:gd name="connsiteX28660" fmla="*/ 2472593 w 5799173"/>
              <a:gd name="connsiteY28660" fmla="*/ 2331642 h 5017219"/>
              <a:gd name="connsiteX28661" fmla="*/ 2473756 w 5799173"/>
              <a:gd name="connsiteY28661" fmla="*/ 2330977 h 5017219"/>
              <a:gd name="connsiteX28662" fmla="*/ 2492199 w 5799173"/>
              <a:gd name="connsiteY28662" fmla="*/ 2330977 h 5017219"/>
              <a:gd name="connsiteX28663" fmla="*/ 2493362 w 5799173"/>
              <a:gd name="connsiteY28663" fmla="*/ 2331642 h 5017219"/>
              <a:gd name="connsiteX28664" fmla="*/ 2502584 w 5799173"/>
              <a:gd name="connsiteY28664" fmla="*/ 2347593 h 5017219"/>
              <a:gd name="connsiteX28665" fmla="*/ 2502584 w 5799173"/>
              <a:gd name="connsiteY28665" fmla="*/ 2348922 h 5017219"/>
              <a:gd name="connsiteX28666" fmla="*/ 2493362 w 5799173"/>
              <a:gd name="connsiteY28666" fmla="*/ 2364873 h 5017219"/>
              <a:gd name="connsiteX28667" fmla="*/ 2492199 w 5799173"/>
              <a:gd name="connsiteY28667" fmla="*/ 2365538 h 5017219"/>
              <a:gd name="connsiteX28668" fmla="*/ 2232845 w 5799173"/>
              <a:gd name="connsiteY28668" fmla="*/ 2301363 h 5017219"/>
              <a:gd name="connsiteX28669" fmla="*/ 2231681 w 5799173"/>
              <a:gd name="connsiteY28669" fmla="*/ 2300699 h 5017219"/>
              <a:gd name="connsiteX28670" fmla="*/ 2222294 w 5799173"/>
              <a:gd name="connsiteY28670" fmla="*/ 2284415 h 5017219"/>
              <a:gd name="connsiteX28671" fmla="*/ 2222294 w 5799173"/>
              <a:gd name="connsiteY28671" fmla="*/ 2283085 h 5017219"/>
              <a:gd name="connsiteX28672" fmla="*/ 2231681 w 5799173"/>
              <a:gd name="connsiteY28672" fmla="*/ 2266803 h 5017219"/>
              <a:gd name="connsiteX28673" fmla="*/ 2232845 w 5799173"/>
              <a:gd name="connsiteY28673" fmla="*/ 2266138 h 5017219"/>
              <a:gd name="connsiteX28674" fmla="*/ 2251620 w 5799173"/>
              <a:gd name="connsiteY28674" fmla="*/ 2266138 h 5017219"/>
              <a:gd name="connsiteX28675" fmla="*/ 2252783 w 5799173"/>
              <a:gd name="connsiteY28675" fmla="*/ 2266802 h 5017219"/>
              <a:gd name="connsiteX28676" fmla="*/ 2262171 w 5799173"/>
              <a:gd name="connsiteY28676" fmla="*/ 2283086 h 5017219"/>
              <a:gd name="connsiteX28677" fmla="*/ 2262172 w 5799173"/>
              <a:gd name="connsiteY28677" fmla="*/ 2284415 h 5017219"/>
              <a:gd name="connsiteX28678" fmla="*/ 2252784 w 5799173"/>
              <a:gd name="connsiteY28678" fmla="*/ 2300698 h 5017219"/>
              <a:gd name="connsiteX28679" fmla="*/ 2251621 w 5799173"/>
              <a:gd name="connsiteY28679" fmla="*/ 2301363 h 5017219"/>
              <a:gd name="connsiteX28680" fmla="*/ 2292947 w 5799173"/>
              <a:gd name="connsiteY28680" fmla="*/ 2317573 h 5017219"/>
              <a:gd name="connsiteX28681" fmla="*/ 2291784 w 5799173"/>
              <a:gd name="connsiteY28681" fmla="*/ 2316908 h 5017219"/>
              <a:gd name="connsiteX28682" fmla="*/ 2282312 w 5799173"/>
              <a:gd name="connsiteY28682" fmla="*/ 2300541 h 5017219"/>
              <a:gd name="connsiteX28683" fmla="*/ 2282312 w 5799173"/>
              <a:gd name="connsiteY28683" fmla="*/ 2299212 h 5017219"/>
              <a:gd name="connsiteX28684" fmla="*/ 2291783 w 5799173"/>
              <a:gd name="connsiteY28684" fmla="*/ 2282846 h 5017219"/>
              <a:gd name="connsiteX28685" fmla="*/ 2292947 w 5799173"/>
              <a:gd name="connsiteY28685" fmla="*/ 2282181 h 5017219"/>
              <a:gd name="connsiteX28686" fmla="*/ 2311889 w 5799173"/>
              <a:gd name="connsiteY28686" fmla="*/ 2282181 h 5017219"/>
              <a:gd name="connsiteX28687" fmla="*/ 2313052 w 5799173"/>
              <a:gd name="connsiteY28687" fmla="*/ 2282846 h 5017219"/>
              <a:gd name="connsiteX28688" fmla="*/ 2322523 w 5799173"/>
              <a:gd name="connsiteY28688" fmla="*/ 2299212 h 5017219"/>
              <a:gd name="connsiteX28689" fmla="*/ 2322523 w 5799173"/>
              <a:gd name="connsiteY28689" fmla="*/ 2300541 h 5017219"/>
              <a:gd name="connsiteX28690" fmla="*/ 2313051 w 5799173"/>
              <a:gd name="connsiteY28690" fmla="*/ 2316908 h 5017219"/>
              <a:gd name="connsiteX28691" fmla="*/ 2311889 w 5799173"/>
              <a:gd name="connsiteY28691" fmla="*/ 2317573 h 5017219"/>
              <a:gd name="connsiteX28692" fmla="*/ 2413215 w 5799173"/>
              <a:gd name="connsiteY28692" fmla="*/ 2350072 h 5017219"/>
              <a:gd name="connsiteX28693" fmla="*/ 2412052 w 5799173"/>
              <a:gd name="connsiteY28693" fmla="*/ 2349407 h 5017219"/>
              <a:gd name="connsiteX28694" fmla="*/ 2402498 w 5799173"/>
              <a:gd name="connsiteY28694" fmla="*/ 2332875 h 5017219"/>
              <a:gd name="connsiteX28695" fmla="*/ 2402498 w 5799173"/>
              <a:gd name="connsiteY28695" fmla="*/ 2331545 h 5017219"/>
              <a:gd name="connsiteX28696" fmla="*/ 2412052 w 5799173"/>
              <a:gd name="connsiteY28696" fmla="*/ 2315013 h 5017219"/>
              <a:gd name="connsiteX28697" fmla="*/ 2413215 w 5799173"/>
              <a:gd name="connsiteY28697" fmla="*/ 2314348 h 5017219"/>
              <a:gd name="connsiteX28698" fmla="*/ 2432323 w 5799173"/>
              <a:gd name="connsiteY28698" fmla="*/ 2314348 h 5017219"/>
              <a:gd name="connsiteX28699" fmla="*/ 2433486 w 5799173"/>
              <a:gd name="connsiteY28699" fmla="*/ 2315013 h 5017219"/>
              <a:gd name="connsiteX28700" fmla="*/ 2443040 w 5799173"/>
              <a:gd name="connsiteY28700" fmla="*/ 2331545 h 5017219"/>
              <a:gd name="connsiteX28701" fmla="*/ 2443040 w 5799173"/>
              <a:gd name="connsiteY28701" fmla="*/ 2332875 h 5017219"/>
              <a:gd name="connsiteX28702" fmla="*/ 2433486 w 5799173"/>
              <a:gd name="connsiteY28702" fmla="*/ 2349407 h 5017219"/>
              <a:gd name="connsiteX28703" fmla="*/ 2432323 w 5799173"/>
              <a:gd name="connsiteY28703" fmla="*/ 2350072 h 5017219"/>
              <a:gd name="connsiteX28704" fmla="*/ 5061410 w 5799173"/>
              <a:gd name="connsiteY28704" fmla="*/ 3059654 h 5017219"/>
              <a:gd name="connsiteX28705" fmla="*/ 5060247 w 5799173"/>
              <a:gd name="connsiteY28705" fmla="*/ 3058989 h 5017219"/>
              <a:gd name="connsiteX28706" fmla="*/ 5050693 w 5799173"/>
              <a:gd name="connsiteY28706" fmla="*/ 3042457 h 5017219"/>
              <a:gd name="connsiteX28707" fmla="*/ 5050693 w 5799173"/>
              <a:gd name="connsiteY28707" fmla="*/ 3041127 h 5017219"/>
              <a:gd name="connsiteX28708" fmla="*/ 5060247 w 5799173"/>
              <a:gd name="connsiteY28708" fmla="*/ 3024595 h 5017219"/>
              <a:gd name="connsiteX28709" fmla="*/ 5061409 w 5799173"/>
              <a:gd name="connsiteY28709" fmla="*/ 3023930 h 5017219"/>
              <a:gd name="connsiteX28710" fmla="*/ 5080518 w 5799173"/>
              <a:gd name="connsiteY28710" fmla="*/ 3023930 h 5017219"/>
              <a:gd name="connsiteX28711" fmla="*/ 5081681 w 5799173"/>
              <a:gd name="connsiteY28711" fmla="*/ 3024595 h 5017219"/>
              <a:gd name="connsiteX28712" fmla="*/ 5091235 w 5799173"/>
              <a:gd name="connsiteY28712" fmla="*/ 3041127 h 5017219"/>
              <a:gd name="connsiteX28713" fmla="*/ 5091235 w 5799173"/>
              <a:gd name="connsiteY28713" fmla="*/ 3042457 h 5017219"/>
              <a:gd name="connsiteX28714" fmla="*/ 5081681 w 5799173"/>
              <a:gd name="connsiteY28714" fmla="*/ 3058989 h 5017219"/>
              <a:gd name="connsiteX28715" fmla="*/ 5080518 w 5799173"/>
              <a:gd name="connsiteY28715" fmla="*/ 3059654 h 5017219"/>
              <a:gd name="connsiteX28716" fmla="*/ 2533506 w 5799173"/>
              <a:gd name="connsiteY28716" fmla="*/ 2382398 h 5017219"/>
              <a:gd name="connsiteX28717" fmla="*/ 2532343 w 5799173"/>
              <a:gd name="connsiteY28717" fmla="*/ 2381734 h 5017219"/>
              <a:gd name="connsiteX28718" fmla="*/ 2522706 w 5799173"/>
              <a:gd name="connsiteY28718" fmla="*/ 2365118 h 5017219"/>
              <a:gd name="connsiteX28719" fmla="*/ 2522706 w 5799173"/>
              <a:gd name="connsiteY28719" fmla="*/ 2363789 h 5017219"/>
              <a:gd name="connsiteX28720" fmla="*/ 2532343 w 5799173"/>
              <a:gd name="connsiteY28720" fmla="*/ 2347173 h 5017219"/>
              <a:gd name="connsiteX28721" fmla="*/ 2533506 w 5799173"/>
              <a:gd name="connsiteY28721" fmla="*/ 2346508 h 5017219"/>
              <a:gd name="connsiteX28722" fmla="*/ 2552698 w 5799173"/>
              <a:gd name="connsiteY28722" fmla="*/ 2346508 h 5017219"/>
              <a:gd name="connsiteX28723" fmla="*/ 2553861 w 5799173"/>
              <a:gd name="connsiteY28723" fmla="*/ 2347173 h 5017219"/>
              <a:gd name="connsiteX28724" fmla="*/ 2563498 w 5799173"/>
              <a:gd name="connsiteY28724" fmla="*/ 2363789 h 5017219"/>
              <a:gd name="connsiteX28725" fmla="*/ 2563498 w 5799173"/>
              <a:gd name="connsiteY28725" fmla="*/ 2365118 h 5017219"/>
              <a:gd name="connsiteX28726" fmla="*/ 2553861 w 5799173"/>
              <a:gd name="connsiteY28726" fmla="*/ 2381734 h 5017219"/>
              <a:gd name="connsiteX28727" fmla="*/ 2552698 w 5799173"/>
              <a:gd name="connsiteY28727" fmla="*/ 2382398 h 5017219"/>
              <a:gd name="connsiteX28728" fmla="*/ 5241884 w 5799173"/>
              <a:gd name="connsiteY28728" fmla="*/ 3108211 h 5017219"/>
              <a:gd name="connsiteX28729" fmla="*/ 5240721 w 5799173"/>
              <a:gd name="connsiteY28729" fmla="*/ 3107547 h 5017219"/>
              <a:gd name="connsiteX28730" fmla="*/ 5231084 w 5799173"/>
              <a:gd name="connsiteY28730" fmla="*/ 3090848 h 5017219"/>
              <a:gd name="connsiteX28731" fmla="*/ 5231084 w 5799173"/>
              <a:gd name="connsiteY28731" fmla="*/ 3089519 h 5017219"/>
              <a:gd name="connsiteX28732" fmla="*/ 5240721 w 5799173"/>
              <a:gd name="connsiteY28732" fmla="*/ 3072820 h 5017219"/>
              <a:gd name="connsiteX28733" fmla="*/ 5241884 w 5799173"/>
              <a:gd name="connsiteY28733" fmla="*/ 3072155 h 5017219"/>
              <a:gd name="connsiteX28734" fmla="*/ 5261242 w 5799173"/>
              <a:gd name="connsiteY28734" fmla="*/ 3072155 h 5017219"/>
              <a:gd name="connsiteX28735" fmla="*/ 5262405 w 5799173"/>
              <a:gd name="connsiteY28735" fmla="*/ 3072820 h 5017219"/>
              <a:gd name="connsiteX28736" fmla="*/ 5272042 w 5799173"/>
              <a:gd name="connsiteY28736" fmla="*/ 3089519 h 5017219"/>
              <a:gd name="connsiteX28737" fmla="*/ 5272042 w 5799173"/>
              <a:gd name="connsiteY28737" fmla="*/ 3090848 h 5017219"/>
              <a:gd name="connsiteX28738" fmla="*/ 5262405 w 5799173"/>
              <a:gd name="connsiteY28738" fmla="*/ 3107547 h 5017219"/>
              <a:gd name="connsiteX28739" fmla="*/ 5261242 w 5799173"/>
              <a:gd name="connsiteY28739" fmla="*/ 3108211 h 5017219"/>
              <a:gd name="connsiteX28740" fmla="*/ 2593556 w 5799173"/>
              <a:gd name="connsiteY28740" fmla="*/ 2398791 h 5017219"/>
              <a:gd name="connsiteX28741" fmla="*/ 2592393 w 5799173"/>
              <a:gd name="connsiteY28741" fmla="*/ 2398126 h 5017219"/>
              <a:gd name="connsiteX28742" fmla="*/ 2582673 w 5799173"/>
              <a:gd name="connsiteY28742" fmla="*/ 2381178 h 5017219"/>
              <a:gd name="connsiteX28743" fmla="*/ 2582674 w 5799173"/>
              <a:gd name="connsiteY28743" fmla="*/ 2379766 h 5017219"/>
              <a:gd name="connsiteX28744" fmla="*/ 2592477 w 5799173"/>
              <a:gd name="connsiteY28744" fmla="*/ 2362818 h 5017219"/>
              <a:gd name="connsiteX28745" fmla="*/ 2593639 w 5799173"/>
              <a:gd name="connsiteY28745" fmla="*/ 2362153 h 5017219"/>
              <a:gd name="connsiteX28746" fmla="*/ 2613164 w 5799173"/>
              <a:gd name="connsiteY28746" fmla="*/ 2362153 h 5017219"/>
              <a:gd name="connsiteX28747" fmla="*/ 2614327 w 5799173"/>
              <a:gd name="connsiteY28747" fmla="*/ 2362818 h 5017219"/>
              <a:gd name="connsiteX28748" fmla="*/ 2624046 w 5799173"/>
              <a:gd name="connsiteY28748" fmla="*/ 2379766 h 5017219"/>
              <a:gd name="connsiteX28749" fmla="*/ 2624046 w 5799173"/>
              <a:gd name="connsiteY28749" fmla="*/ 2381178 h 5017219"/>
              <a:gd name="connsiteX28750" fmla="*/ 2614243 w 5799173"/>
              <a:gd name="connsiteY28750" fmla="*/ 2398126 h 5017219"/>
              <a:gd name="connsiteX28751" fmla="*/ 2613080 w 5799173"/>
              <a:gd name="connsiteY28751" fmla="*/ 2398791 h 5017219"/>
              <a:gd name="connsiteX28752" fmla="*/ 3195419 w 5799173"/>
              <a:gd name="connsiteY28752" fmla="*/ 2560059 h 5017219"/>
              <a:gd name="connsiteX28753" fmla="*/ 3194256 w 5799173"/>
              <a:gd name="connsiteY28753" fmla="*/ 2559395 h 5017219"/>
              <a:gd name="connsiteX28754" fmla="*/ 3184536 w 5799173"/>
              <a:gd name="connsiteY28754" fmla="*/ 2542447 h 5017219"/>
              <a:gd name="connsiteX28755" fmla="*/ 3184536 w 5799173"/>
              <a:gd name="connsiteY28755" fmla="*/ 2541035 h 5017219"/>
              <a:gd name="connsiteX28756" fmla="*/ 3194339 w 5799173"/>
              <a:gd name="connsiteY28756" fmla="*/ 2524087 h 5017219"/>
              <a:gd name="connsiteX28757" fmla="*/ 3195502 w 5799173"/>
              <a:gd name="connsiteY28757" fmla="*/ 2523422 h 5017219"/>
              <a:gd name="connsiteX28758" fmla="*/ 3215026 w 5799173"/>
              <a:gd name="connsiteY28758" fmla="*/ 2523422 h 5017219"/>
              <a:gd name="connsiteX28759" fmla="*/ 3216189 w 5799173"/>
              <a:gd name="connsiteY28759" fmla="*/ 2524087 h 5017219"/>
              <a:gd name="connsiteX28760" fmla="*/ 3225909 w 5799173"/>
              <a:gd name="connsiteY28760" fmla="*/ 2541035 h 5017219"/>
              <a:gd name="connsiteX28761" fmla="*/ 3225909 w 5799173"/>
              <a:gd name="connsiteY28761" fmla="*/ 2542446 h 5017219"/>
              <a:gd name="connsiteX28762" fmla="*/ 3216106 w 5799173"/>
              <a:gd name="connsiteY28762" fmla="*/ 2559395 h 5017219"/>
              <a:gd name="connsiteX28763" fmla="*/ 3214943 w 5799173"/>
              <a:gd name="connsiteY28763" fmla="*/ 2560060 h 5017219"/>
              <a:gd name="connsiteX28764" fmla="*/ 3917654 w 5799173"/>
              <a:gd name="connsiteY28764" fmla="*/ 2753664 h 5017219"/>
              <a:gd name="connsiteX28765" fmla="*/ 3916491 w 5799173"/>
              <a:gd name="connsiteY28765" fmla="*/ 2752999 h 5017219"/>
              <a:gd name="connsiteX28766" fmla="*/ 3906687 w 5799173"/>
              <a:gd name="connsiteY28766" fmla="*/ 2735968 h 5017219"/>
              <a:gd name="connsiteX28767" fmla="*/ 3906687 w 5799173"/>
              <a:gd name="connsiteY28767" fmla="*/ 2734556 h 5017219"/>
              <a:gd name="connsiteX28768" fmla="*/ 3916490 w 5799173"/>
              <a:gd name="connsiteY28768" fmla="*/ 2717525 h 5017219"/>
              <a:gd name="connsiteX28769" fmla="*/ 3917654 w 5799173"/>
              <a:gd name="connsiteY28769" fmla="*/ 2716860 h 5017219"/>
              <a:gd name="connsiteX28770" fmla="*/ 3937260 w 5799173"/>
              <a:gd name="connsiteY28770" fmla="*/ 2716860 h 5017219"/>
              <a:gd name="connsiteX28771" fmla="*/ 3938423 w 5799173"/>
              <a:gd name="connsiteY28771" fmla="*/ 2717525 h 5017219"/>
              <a:gd name="connsiteX28772" fmla="*/ 3948227 w 5799173"/>
              <a:gd name="connsiteY28772" fmla="*/ 2734556 h 5017219"/>
              <a:gd name="connsiteX28773" fmla="*/ 3948227 w 5799173"/>
              <a:gd name="connsiteY28773" fmla="*/ 2735968 h 5017219"/>
              <a:gd name="connsiteX28774" fmla="*/ 3938423 w 5799173"/>
              <a:gd name="connsiteY28774" fmla="*/ 2752999 h 5017219"/>
              <a:gd name="connsiteX28775" fmla="*/ 3937260 w 5799173"/>
              <a:gd name="connsiteY28775" fmla="*/ 2753664 h 5017219"/>
              <a:gd name="connsiteX28776" fmla="*/ 3977738 w 5799173"/>
              <a:gd name="connsiteY28776" fmla="*/ 2769943 h 5017219"/>
              <a:gd name="connsiteX28777" fmla="*/ 3976574 w 5799173"/>
              <a:gd name="connsiteY28777" fmla="*/ 2769279 h 5017219"/>
              <a:gd name="connsiteX28778" fmla="*/ 3966688 w 5799173"/>
              <a:gd name="connsiteY28778" fmla="*/ 2752164 h 5017219"/>
              <a:gd name="connsiteX28779" fmla="*/ 3966688 w 5799173"/>
              <a:gd name="connsiteY28779" fmla="*/ 2750752 h 5017219"/>
              <a:gd name="connsiteX28780" fmla="*/ 3976574 w 5799173"/>
              <a:gd name="connsiteY28780" fmla="*/ 2733638 h 5017219"/>
              <a:gd name="connsiteX28781" fmla="*/ 3977738 w 5799173"/>
              <a:gd name="connsiteY28781" fmla="*/ 2732973 h 5017219"/>
              <a:gd name="connsiteX28782" fmla="*/ 3997427 w 5799173"/>
              <a:gd name="connsiteY28782" fmla="*/ 2732973 h 5017219"/>
              <a:gd name="connsiteX28783" fmla="*/ 3998590 w 5799173"/>
              <a:gd name="connsiteY28783" fmla="*/ 2733638 h 5017219"/>
              <a:gd name="connsiteX28784" fmla="*/ 4008477 w 5799173"/>
              <a:gd name="connsiteY28784" fmla="*/ 2750752 h 5017219"/>
              <a:gd name="connsiteX28785" fmla="*/ 4008477 w 5799173"/>
              <a:gd name="connsiteY28785" fmla="*/ 2752164 h 5017219"/>
              <a:gd name="connsiteX28786" fmla="*/ 3998590 w 5799173"/>
              <a:gd name="connsiteY28786" fmla="*/ 2769279 h 5017219"/>
              <a:gd name="connsiteX28787" fmla="*/ 3997427 w 5799173"/>
              <a:gd name="connsiteY28787" fmla="*/ 2769943 h 5017219"/>
              <a:gd name="connsiteX28788" fmla="*/ 366559 w 5799173"/>
              <a:gd name="connsiteY28788" fmla="*/ 1802436 h 5017219"/>
              <a:gd name="connsiteX28789" fmla="*/ 365314 w 5799173"/>
              <a:gd name="connsiteY28789" fmla="*/ 1801772 h 5017219"/>
              <a:gd name="connsiteX28790" fmla="*/ 355427 w 5799173"/>
              <a:gd name="connsiteY28790" fmla="*/ 1784574 h 5017219"/>
              <a:gd name="connsiteX28791" fmla="*/ 355427 w 5799173"/>
              <a:gd name="connsiteY28791" fmla="*/ 1783162 h 5017219"/>
              <a:gd name="connsiteX28792" fmla="*/ 365314 w 5799173"/>
              <a:gd name="connsiteY28792" fmla="*/ 1765965 h 5017219"/>
              <a:gd name="connsiteX28793" fmla="*/ 366559 w 5799173"/>
              <a:gd name="connsiteY28793" fmla="*/ 1765300 h 5017219"/>
              <a:gd name="connsiteX28794" fmla="*/ 386415 w 5799173"/>
              <a:gd name="connsiteY28794" fmla="*/ 1765300 h 5017219"/>
              <a:gd name="connsiteX28795" fmla="*/ 387662 w 5799173"/>
              <a:gd name="connsiteY28795" fmla="*/ 1765965 h 5017219"/>
              <a:gd name="connsiteX28796" fmla="*/ 397548 w 5799173"/>
              <a:gd name="connsiteY28796" fmla="*/ 1783162 h 5017219"/>
              <a:gd name="connsiteX28797" fmla="*/ 397548 w 5799173"/>
              <a:gd name="connsiteY28797" fmla="*/ 1784574 h 5017219"/>
              <a:gd name="connsiteX28798" fmla="*/ 387662 w 5799173"/>
              <a:gd name="connsiteY28798" fmla="*/ 1801772 h 5017219"/>
              <a:gd name="connsiteX28799" fmla="*/ 386414 w 5799173"/>
              <a:gd name="connsiteY28799" fmla="*/ 1802436 h 5017219"/>
              <a:gd name="connsiteX28800" fmla="*/ 5121130 w 5799173"/>
              <a:gd name="connsiteY28800" fmla="*/ 3076700 h 5017219"/>
              <a:gd name="connsiteX28801" fmla="*/ 5119884 w 5799173"/>
              <a:gd name="connsiteY28801" fmla="*/ 3075952 h 5017219"/>
              <a:gd name="connsiteX28802" fmla="*/ 5109831 w 5799173"/>
              <a:gd name="connsiteY28802" fmla="*/ 3058506 h 5017219"/>
              <a:gd name="connsiteX28803" fmla="*/ 5109830 w 5799173"/>
              <a:gd name="connsiteY28803" fmla="*/ 3057093 h 5017219"/>
              <a:gd name="connsiteX28804" fmla="*/ 5119884 w 5799173"/>
              <a:gd name="connsiteY28804" fmla="*/ 3039647 h 5017219"/>
              <a:gd name="connsiteX28805" fmla="*/ 5121130 w 5799173"/>
              <a:gd name="connsiteY28805" fmla="*/ 3038899 h 5017219"/>
              <a:gd name="connsiteX28806" fmla="*/ 5141234 w 5799173"/>
              <a:gd name="connsiteY28806" fmla="*/ 3038899 h 5017219"/>
              <a:gd name="connsiteX28807" fmla="*/ 5142481 w 5799173"/>
              <a:gd name="connsiteY28807" fmla="*/ 3039647 h 5017219"/>
              <a:gd name="connsiteX28808" fmla="*/ 5152534 w 5799173"/>
              <a:gd name="connsiteY28808" fmla="*/ 3057093 h 5017219"/>
              <a:gd name="connsiteX28809" fmla="*/ 5152534 w 5799173"/>
              <a:gd name="connsiteY28809" fmla="*/ 3058506 h 5017219"/>
              <a:gd name="connsiteX28810" fmla="*/ 5142481 w 5799173"/>
              <a:gd name="connsiteY28810" fmla="*/ 3075952 h 5017219"/>
              <a:gd name="connsiteX28811" fmla="*/ 5141235 w 5799173"/>
              <a:gd name="connsiteY28811" fmla="*/ 3076700 h 5017219"/>
              <a:gd name="connsiteX28812" fmla="*/ 426602 w 5799173"/>
              <a:gd name="connsiteY28812" fmla="*/ 1818805 h 5017219"/>
              <a:gd name="connsiteX28813" fmla="*/ 425356 w 5799173"/>
              <a:gd name="connsiteY28813" fmla="*/ 1818057 h 5017219"/>
              <a:gd name="connsiteX28814" fmla="*/ 415305 w 5799173"/>
              <a:gd name="connsiteY28814" fmla="*/ 1800611 h 5017219"/>
              <a:gd name="connsiteX28815" fmla="*/ 415305 w 5799173"/>
              <a:gd name="connsiteY28815" fmla="*/ 1799198 h 5017219"/>
              <a:gd name="connsiteX28816" fmla="*/ 425357 w 5799173"/>
              <a:gd name="connsiteY28816" fmla="*/ 1781752 h 5017219"/>
              <a:gd name="connsiteX28817" fmla="*/ 426603 w 5799173"/>
              <a:gd name="connsiteY28817" fmla="*/ 1781004 h 5017219"/>
              <a:gd name="connsiteX28818" fmla="*/ 446709 w 5799173"/>
              <a:gd name="connsiteY28818" fmla="*/ 1781004 h 5017219"/>
              <a:gd name="connsiteX28819" fmla="*/ 447955 w 5799173"/>
              <a:gd name="connsiteY28819" fmla="*/ 1781752 h 5017219"/>
              <a:gd name="connsiteX28820" fmla="*/ 458008 w 5799173"/>
              <a:gd name="connsiteY28820" fmla="*/ 1799198 h 5017219"/>
              <a:gd name="connsiteX28821" fmla="*/ 458007 w 5799173"/>
              <a:gd name="connsiteY28821" fmla="*/ 1800611 h 5017219"/>
              <a:gd name="connsiteX28822" fmla="*/ 447954 w 5799173"/>
              <a:gd name="connsiteY28822" fmla="*/ 1818057 h 5017219"/>
              <a:gd name="connsiteX28823" fmla="*/ 446708 w 5799173"/>
              <a:gd name="connsiteY28823" fmla="*/ 1818805 h 5017219"/>
              <a:gd name="connsiteX28824" fmla="*/ 5181150 w 5799173"/>
              <a:gd name="connsiteY28824" fmla="*/ 3092992 h 5017219"/>
              <a:gd name="connsiteX28825" fmla="*/ 5179904 w 5799173"/>
              <a:gd name="connsiteY28825" fmla="*/ 3092245 h 5017219"/>
              <a:gd name="connsiteX28826" fmla="*/ 5169767 w 5799173"/>
              <a:gd name="connsiteY28826" fmla="*/ 3074632 h 5017219"/>
              <a:gd name="connsiteX28827" fmla="*/ 5169768 w 5799173"/>
              <a:gd name="connsiteY28827" fmla="*/ 3073220 h 5017219"/>
              <a:gd name="connsiteX28828" fmla="*/ 5179986 w 5799173"/>
              <a:gd name="connsiteY28828" fmla="*/ 3055607 h 5017219"/>
              <a:gd name="connsiteX28829" fmla="*/ 5181233 w 5799173"/>
              <a:gd name="connsiteY28829" fmla="*/ 3054859 h 5017219"/>
              <a:gd name="connsiteX28830" fmla="*/ 5201587 w 5799173"/>
              <a:gd name="connsiteY28830" fmla="*/ 3054859 h 5017219"/>
              <a:gd name="connsiteX28831" fmla="*/ 5202834 w 5799173"/>
              <a:gd name="connsiteY28831" fmla="*/ 3055607 h 5017219"/>
              <a:gd name="connsiteX28832" fmla="*/ 5212969 w 5799173"/>
              <a:gd name="connsiteY28832" fmla="*/ 3073220 h 5017219"/>
              <a:gd name="connsiteX28833" fmla="*/ 5212969 w 5799173"/>
              <a:gd name="connsiteY28833" fmla="*/ 3074632 h 5017219"/>
              <a:gd name="connsiteX28834" fmla="*/ 5202749 w 5799173"/>
              <a:gd name="connsiteY28834" fmla="*/ 3092245 h 5017219"/>
              <a:gd name="connsiteX28835" fmla="*/ 5201504 w 5799173"/>
              <a:gd name="connsiteY28835" fmla="*/ 3092992 h 5017219"/>
              <a:gd name="connsiteX28836" fmla="*/ 546788 w 5799173"/>
              <a:gd name="connsiteY28836" fmla="*/ 1851387 h 5017219"/>
              <a:gd name="connsiteX28837" fmla="*/ 545542 w 5799173"/>
              <a:gd name="connsiteY28837" fmla="*/ 1850640 h 5017219"/>
              <a:gd name="connsiteX28838" fmla="*/ 535323 w 5799173"/>
              <a:gd name="connsiteY28838" fmla="*/ 1832944 h 5017219"/>
              <a:gd name="connsiteX28839" fmla="*/ 535323 w 5799173"/>
              <a:gd name="connsiteY28839" fmla="*/ 1831532 h 5017219"/>
              <a:gd name="connsiteX28840" fmla="*/ 545542 w 5799173"/>
              <a:gd name="connsiteY28840" fmla="*/ 1813836 h 5017219"/>
              <a:gd name="connsiteX28841" fmla="*/ 546788 w 5799173"/>
              <a:gd name="connsiteY28841" fmla="*/ 1813088 h 5017219"/>
              <a:gd name="connsiteX28842" fmla="*/ 567225 w 5799173"/>
              <a:gd name="connsiteY28842" fmla="*/ 1813088 h 5017219"/>
              <a:gd name="connsiteX28843" fmla="*/ 568472 w 5799173"/>
              <a:gd name="connsiteY28843" fmla="*/ 1813836 h 5017219"/>
              <a:gd name="connsiteX28844" fmla="*/ 578690 w 5799173"/>
              <a:gd name="connsiteY28844" fmla="*/ 1831532 h 5017219"/>
              <a:gd name="connsiteX28845" fmla="*/ 578690 w 5799173"/>
              <a:gd name="connsiteY28845" fmla="*/ 1832944 h 5017219"/>
              <a:gd name="connsiteX28846" fmla="*/ 568472 w 5799173"/>
              <a:gd name="connsiteY28846" fmla="*/ 1850640 h 5017219"/>
              <a:gd name="connsiteX28847" fmla="*/ 567225 w 5799173"/>
              <a:gd name="connsiteY28847" fmla="*/ 1851387 h 5017219"/>
              <a:gd name="connsiteX28848" fmla="*/ 486521 w 5799173"/>
              <a:gd name="connsiteY28848" fmla="*/ 1835335 h 5017219"/>
              <a:gd name="connsiteX28849" fmla="*/ 485274 w 5799173"/>
              <a:gd name="connsiteY28849" fmla="*/ 1834586 h 5017219"/>
              <a:gd name="connsiteX28850" fmla="*/ 474972 w 5799173"/>
              <a:gd name="connsiteY28850" fmla="*/ 1816808 h 5017219"/>
              <a:gd name="connsiteX28851" fmla="*/ 474972 w 5799173"/>
              <a:gd name="connsiteY28851" fmla="*/ 1815395 h 5017219"/>
              <a:gd name="connsiteX28852" fmla="*/ 485274 w 5799173"/>
              <a:gd name="connsiteY28852" fmla="*/ 1797617 h 5017219"/>
              <a:gd name="connsiteX28853" fmla="*/ 486520 w 5799173"/>
              <a:gd name="connsiteY28853" fmla="*/ 1796869 h 5017219"/>
              <a:gd name="connsiteX28854" fmla="*/ 507042 w 5799173"/>
              <a:gd name="connsiteY28854" fmla="*/ 1796869 h 5017219"/>
              <a:gd name="connsiteX28855" fmla="*/ 508287 w 5799173"/>
              <a:gd name="connsiteY28855" fmla="*/ 1797617 h 5017219"/>
              <a:gd name="connsiteX28856" fmla="*/ 518589 w 5799173"/>
              <a:gd name="connsiteY28856" fmla="*/ 1815396 h 5017219"/>
              <a:gd name="connsiteX28857" fmla="*/ 518590 w 5799173"/>
              <a:gd name="connsiteY28857" fmla="*/ 1816808 h 5017219"/>
              <a:gd name="connsiteX28858" fmla="*/ 508287 w 5799173"/>
              <a:gd name="connsiteY28858" fmla="*/ 1834587 h 5017219"/>
              <a:gd name="connsiteX28859" fmla="*/ 507041 w 5799173"/>
              <a:gd name="connsiteY28859" fmla="*/ 1835335 h 5017219"/>
              <a:gd name="connsiteX28860" fmla="*/ 1028196 w 5799173"/>
              <a:gd name="connsiteY28860" fmla="*/ 1980476 h 5017219"/>
              <a:gd name="connsiteX28861" fmla="*/ 1026950 w 5799173"/>
              <a:gd name="connsiteY28861" fmla="*/ 1979728 h 5017219"/>
              <a:gd name="connsiteX28862" fmla="*/ 1016648 w 5799173"/>
              <a:gd name="connsiteY28862" fmla="*/ 1961949 h 5017219"/>
              <a:gd name="connsiteX28863" fmla="*/ 1016648 w 5799173"/>
              <a:gd name="connsiteY28863" fmla="*/ 1960537 h 5017219"/>
              <a:gd name="connsiteX28864" fmla="*/ 1026950 w 5799173"/>
              <a:gd name="connsiteY28864" fmla="*/ 1942758 h 5017219"/>
              <a:gd name="connsiteX28865" fmla="*/ 1028196 w 5799173"/>
              <a:gd name="connsiteY28865" fmla="*/ 1942010 h 5017219"/>
              <a:gd name="connsiteX28866" fmla="*/ 1048717 w 5799173"/>
              <a:gd name="connsiteY28866" fmla="*/ 1942010 h 5017219"/>
              <a:gd name="connsiteX28867" fmla="*/ 1049963 w 5799173"/>
              <a:gd name="connsiteY28867" fmla="*/ 1942758 h 5017219"/>
              <a:gd name="connsiteX28868" fmla="*/ 1060265 w 5799173"/>
              <a:gd name="connsiteY28868" fmla="*/ 1960537 h 5017219"/>
              <a:gd name="connsiteX28869" fmla="*/ 1060265 w 5799173"/>
              <a:gd name="connsiteY28869" fmla="*/ 1961949 h 5017219"/>
              <a:gd name="connsiteX28870" fmla="*/ 1049963 w 5799173"/>
              <a:gd name="connsiteY28870" fmla="*/ 1979728 h 5017219"/>
              <a:gd name="connsiteX28871" fmla="*/ 1048717 w 5799173"/>
              <a:gd name="connsiteY28871" fmla="*/ 1980476 h 5017219"/>
              <a:gd name="connsiteX28872" fmla="*/ 968018 w 5799173"/>
              <a:gd name="connsiteY28872" fmla="*/ 1964454 h 5017219"/>
              <a:gd name="connsiteX28873" fmla="*/ 966771 w 5799173"/>
              <a:gd name="connsiteY28873" fmla="*/ 1963706 h 5017219"/>
              <a:gd name="connsiteX28874" fmla="*/ 956470 w 5799173"/>
              <a:gd name="connsiteY28874" fmla="*/ 1945844 h 5017219"/>
              <a:gd name="connsiteX28875" fmla="*/ 956470 w 5799173"/>
              <a:gd name="connsiteY28875" fmla="*/ 1944349 h 5017219"/>
              <a:gd name="connsiteX28876" fmla="*/ 966771 w 5799173"/>
              <a:gd name="connsiteY28876" fmla="*/ 1926487 h 5017219"/>
              <a:gd name="connsiteX28877" fmla="*/ 968018 w 5799173"/>
              <a:gd name="connsiteY28877" fmla="*/ 1925739 h 5017219"/>
              <a:gd name="connsiteX28878" fmla="*/ 988704 w 5799173"/>
              <a:gd name="connsiteY28878" fmla="*/ 1925739 h 5017219"/>
              <a:gd name="connsiteX28879" fmla="*/ 989951 w 5799173"/>
              <a:gd name="connsiteY28879" fmla="*/ 1926487 h 5017219"/>
              <a:gd name="connsiteX28880" fmla="*/ 1000253 w 5799173"/>
              <a:gd name="connsiteY28880" fmla="*/ 1944349 h 5017219"/>
              <a:gd name="connsiteX28881" fmla="*/ 1000253 w 5799173"/>
              <a:gd name="connsiteY28881" fmla="*/ 1945844 h 5017219"/>
              <a:gd name="connsiteX28882" fmla="*/ 989951 w 5799173"/>
              <a:gd name="connsiteY28882" fmla="*/ 1963706 h 5017219"/>
              <a:gd name="connsiteX28883" fmla="*/ 988704 w 5799173"/>
              <a:gd name="connsiteY28883" fmla="*/ 1964454 h 5017219"/>
              <a:gd name="connsiteX28884" fmla="*/ 606820 w 5799173"/>
              <a:gd name="connsiteY28884" fmla="*/ 1867767 h 5017219"/>
              <a:gd name="connsiteX28885" fmla="*/ 605573 w 5799173"/>
              <a:gd name="connsiteY28885" fmla="*/ 1867018 h 5017219"/>
              <a:gd name="connsiteX28886" fmla="*/ 595189 w 5799173"/>
              <a:gd name="connsiteY28886" fmla="*/ 1849074 h 5017219"/>
              <a:gd name="connsiteX28887" fmla="*/ 595188 w 5799173"/>
              <a:gd name="connsiteY28887" fmla="*/ 1847579 h 5017219"/>
              <a:gd name="connsiteX28888" fmla="*/ 605573 w 5799173"/>
              <a:gd name="connsiteY28888" fmla="*/ 1829633 h 5017219"/>
              <a:gd name="connsiteX28889" fmla="*/ 606819 w 5799173"/>
              <a:gd name="connsiteY28889" fmla="*/ 1828885 h 5017219"/>
              <a:gd name="connsiteX28890" fmla="*/ 627590 w 5799173"/>
              <a:gd name="connsiteY28890" fmla="*/ 1828886 h 5017219"/>
              <a:gd name="connsiteX28891" fmla="*/ 628835 w 5799173"/>
              <a:gd name="connsiteY28891" fmla="*/ 1829634 h 5017219"/>
              <a:gd name="connsiteX28892" fmla="*/ 639220 w 5799173"/>
              <a:gd name="connsiteY28892" fmla="*/ 1847578 h 5017219"/>
              <a:gd name="connsiteX28893" fmla="*/ 639220 w 5799173"/>
              <a:gd name="connsiteY28893" fmla="*/ 1849073 h 5017219"/>
              <a:gd name="connsiteX28894" fmla="*/ 628836 w 5799173"/>
              <a:gd name="connsiteY28894" fmla="*/ 1867018 h 5017219"/>
              <a:gd name="connsiteX28895" fmla="*/ 627589 w 5799173"/>
              <a:gd name="connsiteY28895" fmla="*/ 1867766 h 5017219"/>
              <a:gd name="connsiteX28896" fmla="*/ 666923 w 5799173"/>
              <a:gd name="connsiteY28896" fmla="*/ 1883975 h 5017219"/>
              <a:gd name="connsiteX28897" fmla="*/ 665676 w 5799173"/>
              <a:gd name="connsiteY28897" fmla="*/ 1883228 h 5017219"/>
              <a:gd name="connsiteX28898" fmla="*/ 655291 w 5799173"/>
              <a:gd name="connsiteY28898" fmla="*/ 1865199 h 5017219"/>
              <a:gd name="connsiteX28899" fmla="*/ 655292 w 5799173"/>
              <a:gd name="connsiteY28899" fmla="*/ 1863704 h 5017219"/>
              <a:gd name="connsiteX28900" fmla="*/ 665759 w 5799173"/>
              <a:gd name="connsiteY28900" fmla="*/ 1845676 h 5017219"/>
              <a:gd name="connsiteX28901" fmla="*/ 667005 w 5799173"/>
              <a:gd name="connsiteY28901" fmla="*/ 1844928 h 5017219"/>
              <a:gd name="connsiteX28902" fmla="*/ 687858 w 5799173"/>
              <a:gd name="connsiteY28902" fmla="*/ 1844928 h 5017219"/>
              <a:gd name="connsiteX28903" fmla="*/ 689104 w 5799173"/>
              <a:gd name="connsiteY28903" fmla="*/ 1845676 h 5017219"/>
              <a:gd name="connsiteX28904" fmla="*/ 699490 w 5799173"/>
              <a:gd name="connsiteY28904" fmla="*/ 1863704 h 5017219"/>
              <a:gd name="connsiteX28905" fmla="*/ 699489 w 5799173"/>
              <a:gd name="connsiteY28905" fmla="*/ 1865199 h 5017219"/>
              <a:gd name="connsiteX28906" fmla="*/ 689021 w 5799173"/>
              <a:gd name="connsiteY28906" fmla="*/ 1883228 h 5017219"/>
              <a:gd name="connsiteX28907" fmla="*/ 687775 w 5799173"/>
              <a:gd name="connsiteY28907" fmla="*/ 1883975 h 5017219"/>
              <a:gd name="connsiteX28908" fmla="*/ 727109 w 5799173"/>
              <a:gd name="connsiteY28908" fmla="*/ 1900102 h 5017219"/>
              <a:gd name="connsiteX28909" fmla="*/ 725863 w 5799173"/>
              <a:gd name="connsiteY28909" fmla="*/ 1899355 h 5017219"/>
              <a:gd name="connsiteX28910" fmla="*/ 715478 w 5799173"/>
              <a:gd name="connsiteY28910" fmla="*/ 1881326 h 5017219"/>
              <a:gd name="connsiteX28911" fmla="*/ 715479 w 5799173"/>
              <a:gd name="connsiteY28911" fmla="*/ 1879831 h 5017219"/>
              <a:gd name="connsiteX28912" fmla="*/ 725946 w 5799173"/>
              <a:gd name="connsiteY28912" fmla="*/ 1861803 h 5017219"/>
              <a:gd name="connsiteX28913" fmla="*/ 727192 w 5799173"/>
              <a:gd name="connsiteY28913" fmla="*/ 1861055 h 5017219"/>
              <a:gd name="connsiteX28914" fmla="*/ 748045 w 5799173"/>
              <a:gd name="connsiteY28914" fmla="*/ 1861055 h 5017219"/>
              <a:gd name="connsiteX28915" fmla="*/ 749291 w 5799173"/>
              <a:gd name="connsiteY28915" fmla="*/ 1861803 h 5017219"/>
              <a:gd name="connsiteX28916" fmla="*/ 759677 w 5799173"/>
              <a:gd name="connsiteY28916" fmla="*/ 1879831 h 5017219"/>
              <a:gd name="connsiteX28917" fmla="*/ 759676 w 5799173"/>
              <a:gd name="connsiteY28917" fmla="*/ 1881326 h 5017219"/>
              <a:gd name="connsiteX28918" fmla="*/ 749208 w 5799173"/>
              <a:gd name="connsiteY28918" fmla="*/ 1899355 h 5017219"/>
              <a:gd name="connsiteX28919" fmla="*/ 747962 w 5799173"/>
              <a:gd name="connsiteY28919" fmla="*/ 1900102 h 5017219"/>
              <a:gd name="connsiteX28920" fmla="*/ 2653067 w 5799173"/>
              <a:gd name="connsiteY28920" fmla="*/ 2416161 h 5017219"/>
              <a:gd name="connsiteX28921" fmla="*/ 2651822 w 5799173"/>
              <a:gd name="connsiteY28921" fmla="*/ 2415415 h 5017219"/>
              <a:gd name="connsiteX28922" fmla="*/ 2641437 w 5799173"/>
              <a:gd name="connsiteY28922" fmla="*/ 2397386 h 5017219"/>
              <a:gd name="connsiteX28923" fmla="*/ 2641437 w 5799173"/>
              <a:gd name="connsiteY28923" fmla="*/ 2395890 h 5017219"/>
              <a:gd name="connsiteX28924" fmla="*/ 2651905 w 5799173"/>
              <a:gd name="connsiteY28924" fmla="*/ 2377862 h 5017219"/>
              <a:gd name="connsiteX28925" fmla="*/ 2653151 w 5799173"/>
              <a:gd name="connsiteY28925" fmla="*/ 2377114 h 5017219"/>
              <a:gd name="connsiteX28926" fmla="*/ 2674004 w 5799173"/>
              <a:gd name="connsiteY28926" fmla="*/ 2377115 h 5017219"/>
              <a:gd name="connsiteX28927" fmla="*/ 2675250 w 5799173"/>
              <a:gd name="connsiteY28927" fmla="*/ 2377863 h 5017219"/>
              <a:gd name="connsiteX28928" fmla="*/ 2685635 w 5799173"/>
              <a:gd name="connsiteY28928" fmla="*/ 2395890 h 5017219"/>
              <a:gd name="connsiteX28929" fmla="*/ 2685635 w 5799173"/>
              <a:gd name="connsiteY28929" fmla="*/ 2397386 h 5017219"/>
              <a:gd name="connsiteX28930" fmla="*/ 2675167 w 5799173"/>
              <a:gd name="connsiteY28930" fmla="*/ 2415415 h 5017219"/>
              <a:gd name="connsiteX28931" fmla="*/ 2673920 w 5799173"/>
              <a:gd name="connsiteY28931" fmla="*/ 2416162 h 5017219"/>
              <a:gd name="connsiteX28932" fmla="*/ 847480 w 5799173"/>
              <a:gd name="connsiteY28932" fmla="*/ 1932439 h 5017219"/>
              <a:gd name="connsiteX28933" fmla="*/ 846234 w 5799173"/>
              <a:gd name="connsiteY28933" fmla="*/ 1931691 h 5017219"/>
              <a:gd name="connsiteX28934" fmla="*/ 835766 w 5799173"/>
              <a:gd name="connsiteY28934" fmla="*/ 1913580 h 5017219"/>
              <a:gd name="connsiteX28935" fmla="*/ 835766 w 5799173"/>
              <a:gd name="connsiteY28935" fmla="*/ 1912085 h 5017219"/>
              <a:gd name="connsiteX28936" fmla="*/ 846234 w 5799173"/>
              <a:gd name="connsiteY28936" fmla="*/ 1893974 h 5017219"/>
              <a:gd name="connsiteX28937" fmla="*/ 847480 w 5799173"/>
              <a:gd name="connsiteY28937" fmla="*/ 1893226 h 5017219"/>
              <a:gd name="connsiteX28938" fmla="*/ 868416 w 5799173"/>
              <a:gd name="connsiteY28938" fmla="*/ 1893226 h 5017219"/>
              <a:gd name="connsiteX28939" fmla="*/ 869662 w 5799173"/>
              <a:gd name="connsiteY28939" fmla="*/ 1893974 h 5017219"/>
              <a:gd name="connsiteX28940" fmla="*/ 880130 w 5799173"/>
              <a:gd name="connsiteY28940" fmla="*/ 1912085 h 5017219"/>
              <a:gd name="connsiteX28941" fmla="*/ 880130 w 5799173"/>
              <a:gd name="connsiteY28941" fmla="*/ 1913580 h 5017219"/>
              <a:gd name="connsiteX28942" fmla="*/ 869662 w 5799173"/>
              <a:gd name="connsiteY28942" fmla="*/ 1931691 h 5017219"/>
              <a:gd name="connsiteX28943" fmla="*/ 868416 w 5799173"/>
              <a:gd name="connsiteY28943" fmla="*/ 1932439 h 5017219"/>
              <a:gd name="connsiteX28944" fmla="*/ 3375302 w 5799173"/>
              <a:gd name="connsiteY28944" fmla="*/ 2609767 h 5017219"/>
              <a:gd name="connsiteX28945" fmla="*/ 3374056 w 5799173"/>
              <a:gd name="connsiteY28945" fmla="*/ 2609019 h 5017219"/>
              <a:gd name="connsiteX28946" fmla="*/ 3363588 w 5799173"/>
              <a:gd name="connsiteY28946" fmla="*/ 2590908 h 5017219"/>
              <a:gd name="connsiteX28947" fmla="*/ 3363588 w 5799173"/>
              <a:gd name="connsiteY28947" fmla="*/ 2589413 h 5017219"/>
              <a:gd name="connsiteX28948" fmla="*/ 3374056 w 5799173"/>
              <a:gd name="connsiteY28948" fmla="*/ 2571302 h 5017219"/>
              <a:gd name="connsiteX28949" fmla="*/ 3375302 w 5799173"/>
              <a:gd name="connsiteY28949" fmla="*/ 2570554 h 5017219"/>
              <a:gd name="connsiteX28950" fmla="*/ 3396238 w 5799173"/>
              <a:gd name="connsiteY28950" fmla="*/ 2570554 h 5017219"/>
              <a:gd name="connsiteX28951" fmla="*/ 3397484 w 5799173"/>
              <a:gd name="connsiteY28951" fmla="*/ 2571302 h 5017219"/>
              <a:gd name="connsiteX28952" fmla="*/ 3407952 w 5799173"/>
              <a:gd name="connsiteY28952" fmla="*/ 2589412 h 5017219"/>
              <a:gd name="connsiteX28953" fmla="*/ 3407952 w 5799173"/>
              <a:gd name="connsiteY28953" fmla="*/ 2590908 h 5017219"/>
              <a:gd name="connsiteX28954" fmla="*/ 3397484 w 5799173"/>
              <a:gd name="connsiteY28954" fmla="*/ 2609019 h 5017219"/>
              <a:gd name="connsiteX28955" fmla="*/ 3396238 w 5799173"/>
              <a:gd name="connsiteY28955" fmla="*/ 2609767 h 5017219"/>
              <a:gd name="connsiteX28956" fmla="*/ 4579027 w 5799173"/>
              <a:gd name="connsiteY28956" fmla="*/ 2932304 h 5017219"/>
              <a:gd name="connsiteX28957" fmla="*/ 4577781 w 5799173"/>
              <a:gd name="connsiteY28957" fmla="*/ 2931556 h 5017219"/>
              <a:gd name="connsiteX28958" fmla="*/ 4567313 w 5799173"/>
              <a:gd name="connsiteY28958" fmla="*/ 2913445 h 5017219"/>
              <a:gd name="connsiteX28959" fmla="*/ 4567313 w 5799173"/>
              <a:gd name="connsiteY28959" fmla="*/ 2911950 h 5017219"/>
              <a:gd name="connsiteX28960" fmla="*/ 4577781 w 5799173"/>
              <a:gd name="connsiteY28960" fmla="*/ 2893839 h 5017219"/>
              <a:gd name="connsiteX28961" fmla="*/ 4579027 w 5799173"/>
              <a:gd name="connsiteY28961" fmla="*/ 2893091 h 5017219"/>
              <a:gd name="connsiteX28962" fmla="*/ 4599963 w 5799173"/>
              <a:gd name="connsiteY28962" fmla="*/ 2893091 h 5017219"/>
              <a:gd name="connsiteX28963" fmla="*/ 4601209 w 5799173"/>
              <a:gd name="connsiteY28963" fmla="*/ 2893839 h 5017219"/>
              <a:gd name="connsiteX28964" fmla="*/ 4611677 w 5799173"/>
              <a:gd name="connsiteY28964" fmla="*/ 2911950 h 5017219"/>
              <a:gd name="connsiteX28965" fmla="*/ 4611677 w 5799173"/>
              <a:gd name="connsiteY28965" fmla="*/ 2913445 h 5017219"/>
              <a:gd name="connsiteX28966" fmla="*/ 4601209 w 5799173"/>
              <a:gd name="connsiteY28966" fmla="*/ 2931556 h 5017219"/>
              <a:gd name="connsiteX28967" fmla="*/ 4599963 w 5799173"/>
              <a:gd name="connsiteY28967" fmla="*/ 2932304 h 5017219"/>
              <a:gd name="connsiteX28968" fmla="*/ 787234 w 5799173"/>
              <a:gd name="connsiteY28968" fmla="*/ 1916388 h 5017219"/>
              <a:gd name="connsiteX28969" fmla="*/ 785988 w 5799173"/>
              <a:gd name="connsiteY28969" fmla="*/ 1915640 h 5017219"/>
              <a:gd name="connsiteX28970" fmla="*/ 775437 w 5799173"/>
              <a:gd name="connsiteY28970" fmla="*/ 1897363 h 5017219"/>
              <a:gd name="connsiteX28971" fmla="*/ 775437 w 5799173"/>
              <a:gd name="connsiteY28971" fmla="*/ 1895867 h 5017219"/>
              <a:gd name="connsiteX28972" fmla="*/ 785988 w 5799173"/>
              <a:gd name="connsiteY28972" fmla="*/ 1877590 h 5017219"/>
              <a:gd name="connsiteX28973" fmla="*/ 787234 w 5799173"/>
              <a:gd name="connsiteY28973" fmla="*/ 1876842 h 5017219"/>
              <a:gd name="connsiteX28974" fmla="*/ 808252 w 5799173"/>
              <a:gd name="connsiteY28974" fmla="*/ 1876842 h 5017219"/>
              <a:gd name="connsiteX28975" fmla="*/ 809499 w 5799173"/>
              <a:gd name="connsiteY28975" fmla="*/ 1877590 h 5017219"/>
              <a:gd name="connsiteX28976" fmla="*/ 820051 w 5799173"/>
              <a:gd name="connsiteY28976" fmla="*/ 1895867 h 5017219"/>
              <a:gd name="connsiteX28977" fmla="*/ 820051 w 5799173"/>
              <a:gd name="connsiteY28977" fmla="*/ 1897363 h 5017219"/>
              <a:gd name="connsiteX28978" fmla="*/ 809499 w 5799173"/>
              <a:gd name="connsiteY28978" fmla="*/ 1915640 h 5017219"/>
              <a:gd name="connsiteX28979" fmla="*/ 808253 w 5799173"/>
              <a:gd name="connsiteY28979" fmla="*/ 1916388 h 5017219"/>
              <a:gd name="connsiteX28980" fmla="*/ 3315056 w 5799173"/>
              <a:gd name="connsiteY28980" fmla="*/ 2593716 h 5017219"/>
              <a:gd name="connsiteX28981" fmla="*/ 3313810 w 5799173"/>
              <a:gd name="connsiteY28981" fmla="*/ 2592968 h 5017219"/>
              <a:gd name="connsiteX28982" fmla="*/ 3303259 w 5799173"/>
              <a:gd name="connsiteY28982" fmla="*/ 2574691 h 5017219"/>
              <a:gd name="connsiteX28983" fmla="*/ 3303259 w 5799173"/>
              <a:gd name="connsiteY28983" fmla="*/ 2573195 h 5017219"/>
              <a:gd name="connsiteX28984" fmla="*/ 3313810 w 5799173"/>
              <a:gd name="connsiteY28984" fmla="*/ 2554918 h 5017219"/>
              <a:gd name="connsiteX28985" fmla="*/ 3315056 w 5799173"/>
              <a:gd name="connsiteY28985" fmla="*/ 2554170 h 5017219"/>
              <a:gd name="connsiteX28986" fmla="*/ 3336075 w 5799173"/>
              <a:gd name="connsiteY28986" fmla="*/ 2554170 h 5017219"/>
              <a:gd name="connsiteX28987" fmla="*/ 3337321 w 5799173"/>
              <a:gd name="connsiteY28987" fmla="*/ 2554918 h 5017219"/>
              <a:gd name="connsiteX28988" fmla="*/ 3347872 w 5799173"/>
              <a:gd name="connsiteY28988" fmla="*/ 2573195 h 5017219"/>
              <a:gd name="connsiteX28989" fmla="*/ 3347872 w 5799173"/>
              <a:gd name="connsiteY28989" fmla="*/ 2574691 h 5017219"/>
              <a:gd name="connsiteX28990" fmla="*/ 3337321 w 5799173"/>
              <a:gd name="connsiteY28990" fmla="*/ 2592968 h 5017219"/>
              <a:gd name="connsiteX28991" fmla="*/ 3336075 w 5799173"/>
              <a:gd name="connsiteY28991" fmla="*/ 2593716 h 5017219"/>
              <a:gd name="connsiteX28992" fmla="*/ 3435429 w 5799173"/>
              <a:gd name="connsiteY28992" fmla="*/ 2625970 h 5017219"/>
              <a:gd name="connsiteX28993" fmla="*/ 3434182 w 5799173"/>
              <a:gd name="connsiteY28993" fmla="*/ 2625222 h 5017219"/>
              <a:gd name="connsiteX28994" fmla="*/ 3423632 w 5799173"/>
              <a:gd name="connsiteY28994" fmla="*/ 2606945 h 5017219"/>
              <a:gd name="connsiteX28995" fmla="*/ 3423632 w 5799173"/>
              <a:gd name="connsiteY28995" fmla="*/ 2605449 h 5017219"/>
              <a:gd name="connsiteX28996" fmla="*/ 3434183 w 5799173"/>
              <a:gd name="connsiteY28996" fmla="*/ 2587172 h 5017219"/>
              <a:gd name="connsiteX28997" fmla="*/ 3435429 w 5799173"/>
              <a:gd name="connsiteY28997" fmla="*/ 2586424 h 5017219"/>
              <a:gd name="connsiteX28998" fmla="*/ 3456448 w 5799173"/>
              <a:gd name="connsiteY28998" fmla="*/ 2586424 h 5017219"/>
              <a:gd name="connsiteX28999" fmla="*/ 3457694 w 5799173"/>
              <a:gd name="connsiteY28999" fmla="*/ 2587172 h 5017219"/>
              <a:gd name="connsiteX29000" fmla="*/ 3468245 w 5799173"/>
              <a:gd name="connsiteY29000" fmla="*/ 2605449 h 5017219"/>
              <a:gd name="connsiteX29001" fmla="*/ 3468245 w 5799173"/>
              <a:gd name="connsiteY29001" fmla="*/ 2606945 h 5017219"/>
              <a:gd name="connsiteX29002" fmla="*/ 3457694 w 5799173"/>
              <a:gd name="connsiteY29002" fmla="*/ 2625222 h 5017219"/>
              <a:gd name="connsiteX29003" fmla="*/ 3456448 w 5799173"/>
              <a:gd name="connsiteY29003" fmla="*/ 2625970 h 5017219"/>
              <a:gd name="connsiteX29004" fmla="*/ 4037290 w 5799173"/>
              <a:gd name="connsiteY29004" fmla="*/ 2787238 h 5017219"/>
              <a:gd name="connsiteX29005" fmla="*/ 4036044 w 5799173"/>
              <a:gd name="connsiteY29005" fmla="*/ 2786490 h 5017219"/>
              <a:gd name="connsiteX29006" fmla="*/ 4025494 w 5799173"/>
              <a:gd name="connsiteY29006" fmla="*/ 2768213 h 5017219"/>
              <a:gd name="connsiteX29007" fmla="*/ 4025493 w 5799173"/>
              <a:gd name="connsiteY29007" fmla="*/ 2766717 h 5017219"/>
              <a:gd name="connsiteX29008" fmla="*/ 4036044 w 5799173"/>
              <a:gd name="connsiteY29008" fmla="*/ 2748440 h 5017219"/>
              <a:gd name="connsiteX29009" fmla="*/ 4037290 w 5799173"/>
              <a:gd name="connsiteY29009" fmla="*/ 2747692 h 5017219"/>
              <a:gd name="connsiteX29010" fmla="*/ 4058309 w 5799173"/>
              <a:gd name="connsiteY29010" fmla="*/ 2747692 h 5017219"/>
              <a:gd name="connsiteX29011" fmla="*/ 4059555 w 5799173"/>
              <a:gd name="connsiteY29011" fmla="*/ 2748440 h 5017219"/>
              <a:gd name="connsiteX29012" fmla="*/ 4070106 w 5799173"/>
              <a:gd name="connsiteY29012" fmla="*/ 2766717 h 5017219"/>
              <a:gd name="connsiteX29013" fmla="*/ 4070106 w 5799173"/>
              <a:gd name="connsiteY29013" fmla="*/ 2768213 h 5017219"/>
              <a:gd name="connsiteX29014" fmla="*/ 4059555 w 5799173"/>
              <a:gd name="connsiteY29014" fmla="*/ 2786490 h 5017219"/>
              <a:gd name="connsiteX29015" fmla="*/ 4058309 w 5799173"/>
              <a:gd name="connsiteY29015" fmla="*/ 2787238 h 5017219"/>
              <a:gd name="connsiteX29016" fmla="*/ 907582 w 5799173"/>
              <a:gd name="connsiteY29016" fmla="*/ 1948825 h 5017219"/>
              <a:gd name="connsiteX29017" fmla="*/ 906254 w 5799173"/>
              <a:gd name="connsiteY29017" fmla="*/ 1948078 h 5017219"/>
              <a:gd name="connsiteX29018" fmla="*/ 895702 w 5799173"/>
              <a:gd name="connsiteY29018" fmla="*/ 1929717 h 5017219"/>
              <a:gd name="connsiteX29019" fmla="*/ 895702 w 5799173"/>
              <a:gd name="connsiteY29019" fmla="*/ 1928221 h 5017219"/>
              <a:gd name="connsiteX29020" fmla="*/ 906254 w 5799173"/>
              <a:gd name="connsiteY29020" fmla="*/ 1909861 h 5017219"/>
              <a:gd name="connsiteX29021" fmla="*/ 907583 w 5799173"/>
              <a:gd name="connsiteY29021" fmla="*/ 1909113 h 5017219"/>
              <a:gd name="connsiteX29022" fmla="*/ 928768 w 5799173"/>
              <a:gd name="connsiteY29022" fmla="*/ 1909113 h 5017219"/>
              <a:gd name="connsiteX29023" fmla="*/ 930097 w 5799173"/>
              <a:gd name="connsiteY29023" fmla="*/ 1909861 h 5017219"/>
              <a:gd name="connsiteX29024" fmla="*/ 940648 w 5799173"/>
              <a:gd name="connsiteY29024" fmla="*/ 1928222 h 5017219"/>
              <a:gd name="connsiteX29025" fmla="*/ 940649 w 5799173"/>
              <a:gd name="connsiteY29025" fmla="*/ 1929718 h 5017219"/>
              <a:gd name="connsiteX29026" fmla="*/ 930097 w 5799173"/>
              <a:gd name="connsiteY29026" fmla="*/ 1948078 h 5017219"/>
              <a:gd name="connsiteX29027" fmla="*/ 928768 w 5799173"/>
              <a:gd name="connsiteY29027" fmla="*/ 1948825 h 5017219"/>
              <a:gd name="connsiteX29028" fmla="*/ 3495590 w 5799173"/>
              <a:gd name="connsiteY29028" fmla="*/ 2642280 h 5017219"/>
              <a:gd name="connsiteX29029" fmla="*/ 3494261 w 5799173"/>
              <a:gd name="connsiteY29029" fmla="*/ 2641532 h 5017219"/>
              <a:gd name="connsiteX29030" fmla="*/ 3483711 w 5799173"/>
              <a:gd name="connsiteY29030" fmla="*/ 2623172 h 5017219"/>
              <a:gd name="connsiteX29031" fmla="*/ 3483710 w 5799173"/>
              <a:gd name="connsiteY29031" fmla="*/ 2621676 h 5017219"/>
              <a:gd name="connsiteX29032" fmla="*/ 3494261 w 5799173"/>
              <a:gd name="connsiteY29032" fmla="*/ 2603316 h 5017219"/>
              <a:gd name="connsiteX29033" fmla="*/ 3495591 w 5799173"/>
              <a:gd name="connsiteY29033" fmla="*/ 2602568 h 5017219"/>
              <a:gd name="connsiteX29034" fmla="*/ 3516775 w 5799173"/>
              <a:gd name="connsiteY29034" fmla="*/ 2602568 h 5017219"/>
              <a:gd name="connsiteX29035" fmla="*/ 3518105 w 5799173"/>
              <a:gd name="connsiteY29035" fmla="*/ 2603316 h 5017219"/>
              <a:gd name="connsiteX29036" fmla="*/ 3528656 w 5799173"/>
              <a:gd name="connsiteY29036" fmla="*/ 2621676 h 5017219"/>
              <a:gd name="connsiteX29037" fmla="*/ 3528657 w 5799173"/>
              <a:gd name="connsiteY29037" fmla="*/ 2623172 h 5017219"/>
              <a:gd name="connsiteX29038" fmla="*/ 3518106 w 5799173"/>
              <a:gd name="connsiteY29038" fmla="*/ 2641532 h 5017219"/>
              <a:gd name="connsiteX29039" fmla="*/ 3516775 w 5799173"/>
              <a:gd name="connsiteY29039" fmla="*/ 2642280 h 5017219"/>
              <a:gd name="connsiteX29040" fmla="*/ 4157639 w 5799173"/>
              <a:gd name="connsiteY29040" fmla="*/ 2819675 h 5017219"/>
              <a:gd name="connsiteX29041" fmla="*/ 4156310 w 5799173"/>
              <a:gd name="connsiteY29041" fmla="*/ 2818927 h 5017219"/>
              <a:gd name="connsiteX29042" fmla="*/ 4145759 w 5799173"/>
              <a:gd name="connsiteY29042" fmla="*/ 2800567 h 5017219"/>
              <a:gd name="connsiteX29043" fmla="*/ 4145759 w 5799173"/>
              <a:gd name="connsiteY29043" fmla="*/ 2799071 h 5017219"/>
              <a:gd name="connsiteX29044" fmla="*/ 4156310 w 5799173"/>
              <a:gd name="connsiteY29044" fmla="*/ 2780711 h 5017219"/>
              <a:gd name="connsiteX29045" fmla="*/ 4157639 w 5799173"/>
              <a:gd name="connsiteY29045" fmla="*/ 2779963 h 5017219"/>
              <a:gd name="connsiteX29046" fmla="*/ 4178824 w 5799173"/>
              <a:gd name="connsiteY29046" fmla="*/ 2779963 h 5017219"/>
              <a:gd name="connsiteX29047" fmla="*/ 4180154 w 5799173"/>
              <a:gd name="connsiteY29047" fmla="*/ 2780711 h 5017219"/>
              <a:gd name="connsiteX29048" fmla="*/ 4190705 w 5799173"/>
              <a:gd name="connsiteY29048" fmla="*/ 2799072 h 5017219"/>
              <a:gd name="connsiteX29049" fmla="*/ 4190705 w 5799173"/>
              <a:gd name="connsiteY29049" fmla="*/ 2800568 h 5017219"/>
              <a:gd name="connsiteX29050" fmla="*/ 4180154 w 5799173"/>
              <a:gd name="connsiteY29050" fmla="*/ 2818928 h 5017219"/>
              <a:gd name="connsiteX29051" fmla="*/ 4178824 w 5799173"/>
              <a:gd name="connsiteY29051" fmla="*/ 2819676 h 5017219"/>
              <a:gd name="connsiteX29052" fmla="*/ 4398384 w 5799173"/>
              <a:gd name="connsiteY29052" fmla="*/ 2884183 h 5017219"/>
              <a:gd name="connsiteX29053" fmla="*/ 4397055 w 5799173"/>
              <a:gd name="connsiteY29053" fmla="*/ 2883435 h 5017219"/>
              <a:gd name="connsiteX29054" fmla="*/ 4386504 w 5799173"/>
              <a:gd name="connsiteY29054" fmla="*/ 2865075 h 5017219"/>
              <a:gd name="connsiteX29055" fmla="*/ 4386504 w 5799173"/>
              <a:gd name="connsiteY29055" fmla="*/ 2863579 h 5017219"/>
              <a:gd name="connsiteX29056" fmla="*/ 4397055 w 5799173"/>
              <a:gd name="connsiteY29056" fmla="*/ 2845219 h 5017219"/>
              <a:gd name="connsiteX29057" fmla="*/ 4398384 w 5799173"/>
              <a:gd name="connsiteY29057" fmla="*/ 2844471 h 5017219"/>
              <a:gd name="connsiteX29058" fmla="*/ 4419570 w 5799173"/>
              <a:gd name="connsiteY29058" fmla="*/ 2844471 h 5017219"/>
              <a:gd name="connsiteX29059" fmla="*/ 4420899 w 5799173"/>
              <a:gd name="connsiteY29059" fmla="*/ 2845219 h 5017219"/>
              <a:gd name="connsiteX29060" fmla="*/ 4431450 w 5799173"/>
              <a:gd name="connsiteY29060" fmla="*/ 2863579 h 5017219"/>
              <a:gd name="connsiteX29061" fmla="*/ 4431450 w 5799173"/>
              <a:gd name="connsiteY29061" fmla="*/ 2865075 h 5017219"/>
              <a:gd name="connsiteX29062" fmla="*/ 4420899 w 5799173"/>
              <a:gd name="connsiteY29062" fmla="*/ 2883435 h 5017219"/>
              <a:gd name="connsiteX29063" fmla="*/ 4419570 w 5799173"/>
              <a:gd name="connsiteY29063" fmla="*/ 2884183 h 5017219"/>
              <a:gd name="connsiteX29064" fmla="*/ 3555695 w 5799173"/>
              <a:gd name="connsiteY29064" fmla="*/ 2658480 h 5017219"/>
              <a:gd name="connsiteX29065" fmla="*/ 3554367 w 5799173"/>
              <a:gd name="connsiteY29065" fmla="*/ 2657732 h 5017219"/>
              <a:gd name="connsiteX29066" fmla="*/ 3543732 w 5799173"/>
              <a:gd name="connsiteY29066" fmla="*/ 2639289 h 5017219"/>
              <a:gd name="connsiteX29067" fmla="*/ 3543732 w 5799173"/>
              <a:gd name="connsiteY29067" fmla="*/ 2637793 h 5017219"/>
              <a:gd name="connsiteX29068" fmla="*/ 3554367 w 5799173"/>
              <a:gd name="connsiteY29068" fmla="*/ 2619351 h 5017219"/>
              <a:gd name="connsiteX29069" fmla="*/ 3555696 w 5799173"/>
              <a:gd name="connsiteY29069" fmla="*/ 2618602 h 5017219"/>
              <a:gd name="connsiteX29070" fmla="*/ 3576964 w 5799173"/>
              <a:gd name="connsiteY29070" fmla="*/ 2618602 h 5017219"/>
              <a:gd name="connsiteX29071" fmla="*/ 3578294 w 5799173"/>
              <a:gd name="connsiteY29071" fmla="*/ 2619350 h 5017219"/>
              <a:gd name="connsiteX29072" fmla="*/ 3588927 w 5799173"/>
              <a:gd name="connsiteY29072" fmla="*/ 2637793 h 5017219"/>
              <a:gd name="connsiteX29073" fmla="*/ 3588927 w 5799173"/>
              <a:gd name="connsiteY29073" fmla="*/ 2639289 h 5017219"/>
              <a:gd name="connsiteX29074" fmla="*/ 3578294 w 5799173"/>
              <a:gd name="connsiteY29074" fmla="*/ 2657732 h 5017219"/>
              <a:gd name="connsiteX29075" fmla="*/ 3576965 w 5799173"/>
              <a:gd name="connsiteY29075" fmla="*/ 2658480 h 5017219"/>
              <a:gd name="connsiteX29076" fmla="*/ 4097371 w 5799173"/>
              <a:gd name="connsiteY29076" fmla="*/ 2803622 h 5017219"/>
              <a:gd name="connsiteX29077" fmla="*/ 4096043 w 5799173"/>
              <a:gd name="connsiteY29077" fmla="*/ 2802874 h 5017219"/>
              <a:gd name="connsiteX29078" fmla="*/ 4085408 w 5799173"/>
              <a:gd name="connsiteY29078" fmla="*/ 2784431 h 5017219"/>
              <a:gd name="connsiteX29079" fmla="*/ 4085408 w 5799173"/>
              <a:gd name="connsiteY29079" fmla="*/ 2782935 h 5017219"/>
              <a:gd name="connsiteX29080" fmla="*/ 4096042 w 5799173"/>
              <a:gd name="connsiteY29080" fmla="*/ 2764492 h 5017219"/>
              <a:gd name="connsiteX29081" fmla="*/ 4097371 w 5799173"/>
              <a:gd name="connsiteY29081" fmla="*/ 2763744 h 5017219"/>
              <a:gd name="connsiteX29082" fmla="*/ 4118640 w 5799173"/>
              <a:gd name="connsiteY29082" fmla="*/ 2763744 h 5017219"/>
              <a:gd name="connsiteX29083" fmla="*/ 4119969 w 5799173"/>
              <a:gd name="connsiteY29083" fmla="*/ 2764492 h 5017219"/>
              <a:gd name="connsiteX29084" fmla="*/ 4130603 w 5799173"/>
              <a:gd name="connsiteY29084" fmla="*/ 2782935 h 5017219"/>
              <a:gd name="connsiteX29085" fmla="*/ 4130603 w 5799173"/>
              <a:gd name="connsiteY29085" fmla="*/ 2784431 h 5017219"/>
              <a:gd name="connsiteX29086" fmla="*/ 4119969 w 5799173"/>
              <a:gd name="connsiteY29086" fmla="*/ 2802874 h 5017219"/>
              <a:gd name="connsiteX29087" fmla="*/ 4118640 w 5799173"/>
              <a:gd name="connsiteY29087" fmla="*/ 2803622 h 5017219"/>
              <a:gd name="connsiteX29088" fmla="*/ 4338117 w 5799173"/>
              <a:gd name="connsiteY29088" fmla="*/ 2868129 h 5017219"/>
              <a:gd name="connsiteX29089" fmla="*/ 4336788 w 5799173"/>
              <a:gd name="connsiteY29089" fmla="*/ 2867381 h 5017219"/>
              <a:gd name="connsiteX29090" fmla="*/ 4326153 w 5799173"/>
              <a:gd name="connsiteY29090" fmla="*/ 2848938 h 5017219"/>
              <a:gd name="connsiteX29091" fmla="*/ 4326154 w 5799173"/>
              <a:gd name="connsiteY29091" fmla="*/ 2847442 h 5017219"/>
              <a:gd name="connsiteX29092" fmla="*/ 4336788 w 5799173"/>
              <a:gd name="connsiteY29092" fmla="*/ 2829000 h 5017219"/>
              <a:gd name="connsiteX29093" fmla="*/ 4338117 w 5799173"/>
              <a:gd name="connsiteY29093" fmla="*/ 2828252 h 5017219"/>
              <a:gd name="connsiteX29094" fmla="*/ 4359386 w 5799173"/>
              <a:gd name="connsiteY29094" fmla="*/ 2828251 h 5017219"/>
              <a:gd name="connsiteX29095" fmla="*/ 4360715 w 5799173"/>
              <a:gd name="connsiteY29095" fmla="*/ 2829000 h 5017219"/>
              <a:gd name="connsiteX29096" fmla="*/ 4371349 w 5799173"/>
              <a:gd name="connsiteY29096" fmla="*/ 2847443 h 5017219"/>
              <a:gd name="connsiteX29097" fmla="*/ 4371348 w 5799173"/>
              <a:gd name="connsiteY29097" fmla="*/ 2848938 h 5017219"/>
              <a:gd name="connsiteX29098" fmla="*/ 4360715 w 5799173"/>
              <a:gd name="connsiteY29098" fmla="*/ 2867381 h 5017219"/>
              <a:gd name="connsiteX29099" fmla="*/ 4359386 w 5799173"/>
              <a:gd name="connsiteY29099" fmla="*/ 2868130 h 5017219"/>
              <a:gd name="connsiteX29100" fmla="*/ 3013935 w 5799173"/>
              <a:gd name="connsiteY29100" fmla="*/ 2513421 h 5017219"/>
              <a:gd name="connsiteX29101" fmla="*/ 3012606 w 5799173"/>
              <a:gd name="connsiteY29101" fmla="*/ 2512673 h 5017219"/>
              <a:gd name="connsiteX29102" fmla="*/ 3001972 w 5799173"/>
              <a:gd name="connsiteY29102" fmla="*/ 2494147 h 5017219"/>
              <a:gd name="connsiteX29103" fmla="*/ 3001972 w 5799173"/>
              <a:gd name="connsiteY29103" fmla="*/ 2492650 h 5017219"/>
              <a:gd name="connsiteX29104" fmla="*/ 3012689 w 5799173"/>
              <a:gd name="connsiteY29104" fmla="*/ 2474125 h 5017219"/>
              <a:gd name="connsiteX29105" fmla="*/ 3014019 w 5799173"/>
              <a:gd name="connsiteY29105" fmla="*/ 2473377 h 5017219"/>
              <a:gd name="connsiteX29106" fmla="*/ 3035370 w 5799173"/>
              <a:gd name="connsiteY29106" fmla="*/ 2473376 h 5017219"/>
              <a:gd name="connsiteX29107" fmla="*/ 3036699 w 5799173"/>
              <a:gd name="connsiteY29107" fmla="*/ 2474125 h 5017219"/>
              <a:gd name="connsiteX29108" fmla="*/ 3047333 w 5799173"/>
              <a:gd name="connsiteY29108" fmla="*/ 2492650 h 5017219"/>
              <a:gd name="connsiteX29109" fmla="*/ 3047333 w 5799173"/>
              <a:gd name="connsiteY29109" fmla="*/ 2494146 h 5017219"/>
              <a:gd name="connsiteX29110" fmla="*/ 3036616 w 5799173"/>
              <a:gd name="connsiteY29110" fmla="*/ 2512673 h 5017219"/>
              <a:gd name="connsiteX29111" fmla="*/ 3035287 w 5799173"/>
              <a:gd name="connsiteY29111" fmla="*/ 2513420 h 5017219"/>
              <a:gd name="connsiteX29112" fmla="*/ 3254681 w 5799173"/>
              <a:gd name="connsiteY29112" fmla="*/ 2577928 h 5017219"/>
              <a:gd name="connsiteX29113" fmla="*/ 3253351 w 5799173"/>
              <a:gd name="connsiteY29113" fmla="*/ 2577181 h 5017219"/>
              <a:gd name="connsiteX29114" fmla="*/ 3242717 w 5799173"/>
              <a:gd name="connsiteY29114" fmla="*/ 2558654 h 5017219"/>
              <a:gd name="connsiteX29115" fmla="*/ 3242717 w 5799173"/>
              <a:gd name="connsiteY29115" fmla="*/ 2557158 h 5017219"/>
              <a:gd name="connsiteX29116" fmla="*/ 3253434 w 5799173"/>
              <a:gd name="connsiteY29116" fmla="*/ 2538632 h 5017219"/>
              <a:gd name="connsiteX29117" fmla="*/ 3254765 w 5799173"/>
              <a:gd name="connsiteY29117" fmla="*/ 2537884 h 5017219"/>
              <a:gd name="connsiteX29118" fmla="*/ 3276115 w 5799173"/>
              <a:gd name="connsiteY29118" fmla="*/ 2537884 h 5017219"/>
              <a:gd name="connsiteX29119" fmla="*/ 3277444 w 5799173"/>
              <a:gd name="connsiteY29119" fmla="*/ 2538632 h 5017219"/>
              <a:gd name="connsiteX29120" fmla="*/ 3288078 w 5799173"/>
              <a:gd name="connsiteY29120" fmla="*/ 2557158 h 5017219"/>
              <a:gd name="connsiteX29121" fmla="*/ 3288079 w 5799173"/>
              <a:gd name="connsiteY29121" fmla="*/ 2558654 h 5017219"/>
              <a:gd name="connsiteX29122" fmla="*/ 3277361 w 5799173"/>
              <a:gd name="connsiteY29122" fmla="*/ 2577181 h 5017219"/>
              <a:gd name="connsiteX29123" fmla="*/ 3276032 w 5799173"/>
              <a:gd name="connsiteY29123" fmla="*/ 2577928 h 5017219"/>
              <a:gd name="connsiteX29124" fmla="*/ 4217660 w 5799173"/>
              <a:gd name="connsiteY29124" fmla="*/ 2835958 h 5017219"/>
              <a:gd name="connsiteX29125" fmla="*/ 4216331 w 5799173"/>
              <a:gd name="connsiteY29125" fmla="*/ 2835210 h 5017219"/>
              <a:gd name="connsiteX29126" fmla="*/ 4205697 w 5799173"/>
              <a:gd name="connsiteY29126" fmla="*/ 2816684 h 5017219"/>
              <a:gd name="connsiteX29127" fmla="*/ 4205697 w 5799173"/>
              <a:gd name="connsiteY29127" fmla="*/ 2815188 h 5017219"/>
              <a:gd name="connsiteX29128" fmla="*/ 4216414 w 5799173"/>
              <a:gd name="connsiteY29128" fmla="*/ 2796662 h 5017219"/>
              <a:gd name="connsiteX29129" fmla="*/ 4217744 w 5799173"/>
              <a:gd name="connsiteY29129" fmla="*/ 2795914 h 5017219"/>
              <a:gd name="connsiteX29130" fmla="*/ 4239095 w 5799173"/>
              <a:gd name="connsiteY29130" fmla="*/ 2795913 h 5017219"/>
              <a:gd name="connsiteX29131" fmla="*/ 4240424 w 5799173"/>
              <a:gd name="connsiteY29131" fmla="*/ 2796662 h 5017219"/>
              <a:gd name="connsiteX29132" fmla="*/ 4251058 w 5799173"/>
              <a:gd name="connsiteY29132" fmla="*/ 2815188 h 5017219"/>
              <a:gd name="connsiteX29133" fmla="*/ 4251058 w 5799173"/>
              <a:gd name="connsiteY29133" fmla="*/ 2816684 h 5017219"/>
              <a:gd name="connsiteX29134" fmla="*/ 4240341 w 5799173"/>
              <a:gd name="connsiteY29134" fmla="*/ 2835211 h 5017219"/>
              <a:gd name="connsiteX29135" fmla="*/ 4239012 w 5799173"/>
              <a:gd name="connsiteY29135" fmla="*/ 2835957 h 5017219"/>
              <a:gd name="connsiteX29136" fmla="*/ 4277847 w 5799173"/>
              <a:gd name="connsiteY29136" fmla="*/ 2852168 h 5017219"/>
              <a:gd name="connsiteX29137" fmla="*/ 4276517 w 5799173"/>
              <a:gd name="connsiteY29137" fmla="*/ 2851420 h 5017219"/>
              <a:gd name="connsiteX29138" fmla="*/ 4265800 w 5799173"/>
              <a:gd name="connsiteY29138" fmla="*/ 2832810 h 5017219"/>
              <a:gd name="connsiteX29139" fmla="*/ 4265800 w 5799173"/>
              <a:gd name="connsiteY29139" fmla="*/ 2831315 h 5017219"/>
              <a:gd name="connsiteX29140" fmla="*/ 4276517 w 5799173"/>
              <a:gd name="connsiteY29140" fmla="*/ 2812705 h 5017219"/>
              <a:gd name="connsiteX29141" fmla="*/ 4277847 w 5799173"/>
              <a:gd name="connsiteY29141" fmla="*/ 2811957 h 5017219"/>
              <a:gd name="connsiteX29142" fmla="*/ 4299281 w 5799173"/>
              <a:gd name="connsiteY29142" fmla="*/ 2811958 h 5017219"/>
              <a:gd name="connsiteX29143" fmla="*/ 4300610 w 5799173"/>
              <a:gd name="connsiteY29143" fmla="*/ 2812705 h 5017219"/>
              <a:gd name="connsiteX29144" fmla="*/ 4311327 w 5799173"/>
              <a:gd name="connsiteY29144" fmla="*/ 2831315 h 5017219"/>
              <a:gd name="connsiteX29145" fmla="*/ 4311327 w 5799173"/>
              <a:gd name="connsiteY29145" fmla="*/ 2832810 h 5017219"/>
              <a:gd name="connsiteX29146" fmla="*/ 4300610 w 5799173"/>
              <a:gd name="connsiteY29146" fmla="*/ 2851420 h 5017219"/>
              <a:gd name="connsiteX29147" fmla="*/ 4299281 w 5799173"/>
              <a:gd name="connsiteY29147" fmla="*/ 2852168 h 5017219"/>
              <a:gd name="connsiteX29148" fmla="*/ 4458407 w 5799173"/>
              <a:gd name="connsiteY29148" fmla="*/ 2900549 h 5017219"/>
              <a:gd name="connsiteX29149" fmla="*/ 4457076 w 5799173"/>
              <a:gd name="connsiteY29149" fmla="*/ 2899801 h 5017219"/>
              <a:gd name="connsiteX29150" fmla="*/ 4446359 w 5799173"/>
              <a:gd name="connsiteY29150" fmla="*/ 2881191 h 5017219"/>
              <a:gd name="connsiteX29151" fmla="*/ 4446360 w 5799173"/>
              <a:gd name="connsiteY29151" fmla="*/ 2879696 h 5017219"/>
              <a:gd name="connsiteX29152" fmla="*/ 4457077 w 5799173"/>
              <a:gd name="connsiteY29152" fmla="*/ 2861086 h 5017219"/>
              <a:gd name="connsiteX29153" fmla="*/ 4458406 w 5799173"/>
              <a:gd name="connsiteY29153" fmla="*/ 2860338 h 5017219"/>
              <a:gd name="connsiteX29154" fmla="*/ 4479841 w 5799173"/>
              <a:gd name="connsiteY29154" fmla="*/ 2860338 h 5017219"/>
              <a:gd name="connsiteX29155" fmla="*/ 4481169 w 5799173"/>
              <a:gd name="connsiteY29155" fmla="*/ 2861086 h 5017219"/>
              <a:gd name="connsiteX29156" fmla="*/ 4491887 w 5799173"/>
              <a:gd name="connsiteY29156" fmla="*/ 2879696 h 5017219"/>
              <a:gd name="connsiteX29157" fmla="*/ 4491887 w 5799173"/>
              <a:gd name="connsiteY29157" fmla="*/ 2881191 h 5017219"/>
              <a:gd name="connsiteX29158" fmla="*/ 4481169 w 5799173"/>
              <a:gd name="connsiteY29158" fmla="*/ 2899801 h 5017219"/>
              <a:gd name="connsiteX29159" fmla="*/ 4479840 w 5799173"/>
              <a:gd name="connsiteY29159" fmla="*/ 2900549 h 5017219"/>
              <a:gd name="connsiteX29160" fmla="*/ 4518592 w 5799173"/>
              <a:gd name="connsiteY29160" fmla="*/ 2916676 h 5017219"/>
              <a:gd name="connsiteX29161" fmla="*/ 4517262 w 5799173"/>
              <a:gd name="connsiteY29161" fmla="*/ 2915928 h 5017219"/>
              <a:gd name="connsiteX29162" fmla="*/ 4506545 w 5799173"/>
              <a:gd name="connsiteY29162" fmla="*/ 2897318 h 5017219"/>
              <a:gd name="connsiteX29163" fmla="*/ 4506546 w 5799173"/>
              <a:gd name="connsiteY29163" fmla="*/ 2895823 h 5017219"/>
              <a:gd name="connsiteX29164" fmla="*/ 4517262 w 5799173"/>
              <a:gd name="connsiteY29164" fmla="*/ 2877213 h 5017219"/>
              <a:gd name="connsiteX29165" fmla="*/ 4518592 w 5799173"/>
              <a:gd name="connsiteY29165" fmla="*/ 2876465 h 5017219"/>
              <a:gd name="connsiteX29166" fmla="*/ 4540027 w 5799173"/>
              <a:gd name="connsiteY29166" fmla="*/ 2876465 h 5017219"/>
              <a:gd name="connsiteX29167" fmla="*/ 4541355 w 5799173"/>
              <a:gd name="connsiteY29167" fmla="*/ 2877213 h 5017219"/>
              <a:gd name="connsiteX29168" fmla="*/ 4552072 w 5799173"/>
              <a:gd name="connsiteY29168" fmla="*/ 2895823 h 5017219"/>
              <a:gd name="connsiteX29169" fmla="*/ 4552072 w 5799173"/>
              <a:gd name="connsiteY29169" fmla="*/ 2897318 h 5017219"/>
              <a:gd name="connsiteX29170" fmla="*/ 4541355 w 5799173"/>
              <a:gd name="connsiteY29170" fmla="*/ 2915928 h 5017219"/>
              <a:gd name="connsiteX29171" fmla="*/ 4540026 w 5799173"/>
              <a:gd name="connsiteY29171" fmla="*/ 2916676 h 5017219"/>
              <a:gd name="connsiteX29172" fmla="*/ 2953749 w 5799173"/>
              <a:gd name="connsiteY29172" fmla="*/ 2497378 h 5017219"/>
              <a:gd name="connsiteX29173" fmla="*/ 2952420 w 5799173"/>
              <a:gd name="connsiteY29173" fmla="*/ 2496630 h 5017219"/>
              <a:gd name="connsiteX29174" fmla="*/ 2941703 w 5799173"/>
              <a:gd name="connsiteY29174" fmla="*/ 2478020 h 5017219"/>
              <a:gd name="connsiteX29175" fmla="*/ 2941703 w 5799173"/>
              <a:gd name="connsiteY29175" fmla="*/ 2476525 h 5017219"/>
              <a:gd name="connsiteX29176" fmla="*/ 2952420 w 5799173"/>
              <a:gd name="connsiteY29176" fmla="*/ 2457915 h 5017219"/>
              <a:gd name="connsiteX29177" fmla="*/ 2953749 w 5799173"/>
              <a:gd name="connsiteY29177" fmla="*/ 2457167 h 5017219"/>
              <a:gd name="connsiteX29178" fmla="*/ 2975184 w 5799173"/>
              <a:gd name="connsiteY29178" fmla="*/ 2457167 h 5017219"/>
              <a:gd name="connsiteX29179" fmla="*/ 2976513 w 5799173"/>
              <a:gd name="connsiteY29179" fmla="*/ 2457915 h 5017219"/>
              <a:gd name="connsiteX29180" fmla="*/ 2987230 w 5799173"/>
              <a:gd name="connsiteY29180" fmla="*/ 2476525 h 5017219"/>
              <a:gd name="connsiteX29181" fmla="*/ 2987230 w 5799173"/>
              <a:gd name="connsiteY29181" fmla="*/ 2478020 h 5017219"/>
              <a:gd name="connsiteX29182" fmla="*/ 2976513 w 5799173"/>
              <a:gd name="connsiteY29182" fmla="*/ 2496630 h 5017219"/>
              <a:gd name="connsiteX29183" fmla="*/ 2975184 w 5799173"/>
              <a:gd name="connsiteY29183" fmla="*/ 2497378 h 5017219"/>
              <a:gd name="connsiteX29184" fmla="*/ 3736170 w 5799173"/>
              <a:gd name="connsiteY29184" fmla="*/ 2707027 h 5017219"/>
              <a:gd name="connsiteX29185" fmla="*/ 3734841 w 5799173"/>
              <a:gd name="connsiteY29185" fmla="*/ 2706279 h 5017219"/>
              <a:gd name="connsiteX29186" fmla="*/ 3724124 w 5799173"/>
              <a:gd name="connsiteY29186" fmla="*/ 2687669 h 5017219"/>
              <a:gd name="connsiteX29187" fmla="*/ 3724124 w 5799173"/>
              <a:gd name="connsiteY29187" fmla="*/ 2686174 h 5017219"/>
              <a:gd name="connsiteX29188" fmla="*/ 3734841 w 5799173"/>
              <a:gd name="connsiteY29188" fmla="*/ 2667564 h 5017219"/>
              <a:gd name="connsiteX29189" fmla="*/ 3736170 w 5799173"/>
              <a:gd name="connsiteY29189" fmla="*/ 2666816 h 5017219"/>
              <a:gd name="connsiteX29190" fmla="*/ 3757605 w 5799173"/>
              <a:gd name="connsiteY29190" fmla="*/ 2666816 h 5017219"/>
              <a:gd name="connsiteX29191" fmla="*/ 3758934 w 5799173"/>
              <a:gd name="connsiteY29191" fmla="*/ 2667564 h 5017219"/>
              <a:gd name="connsiteX29192" fmla="*/ 3769651 w 5799173"/>
              <a:gd name="connsiteY29192" fmla="*/ 2686174 h 5017219"/>
              <a:gd name="connsiteX29193" fmla="*/ 3769651 w 5799173"/>
              <a:gd name="connsiteY29193" fmla="*/ 2687669 h 5017219"/>
              <a:gd name="connsiteX29194" fmla="*/ 3758934 w 5799173"/>
              <a:gd name="connsiteY29194" fmla="*/ 2706279 h 5017219"/>
              <a:gd name="connsiteX29195" fmla="*/ 3757605 w 5799173"/>
              <a:gd name="connsiteY29195" fmla="*/ 2707027 h 5017219"/>
              <a:gd name="connsiteX29196" fmla="*/ 3074040 w 5799173"/>
              <a:gd name="connsiteY29196" fmla="*/ 2529713 h 5017219"/>
              <a:gd name="connsiteX29197" fmla="*/ 3072710 w 5799173"/>
              <a:gd name="connsiteY29197" fmla="*/ 2528967 h 5017219"/>
              <a:gd name="connsiteX29198" fmla="*/ 3061910 w 5799173"/>
              <a:gd name="connsiteY29198" fmla="*/ 2510273 h 5017219"/>
              <a:gd name="connsiteX29199" fmla="*/ 3061910 w 5799173"/>
              <a:gd name="connsiteY29199" fmla="*/ 2508777 h 5017219"/>
              <a:gd name="connsiteX29200" fmla="*/ 3072710 w 5799173"/>
              <a:gd name="connsiteY29200" fmla="*/ 2490085 h 5017219"/>
              <a:gd name="connsiteX29201" fmla="*/ 3074040 w 5799173"/>
              <a:gd name="connsiteY29201" fmla="*/ 2489337 h 5017219"/>
              <a:gd name="connsiteX29202" fmla="*/ 3095640 w 5799173"/>
              <a:gd name="connsiteY29202" fmla="*/ 2489337 h 5017219"/>
              <a:gd name="connsiteX29203" fmla="*/ 3096969 w 5799173"/>
              <a:gd name="connsiteY29203" fmla="*/ 2490085 h 5017219"/>
              <a:gd name="connsiteX29204" fmla="*/ 3107770 w 5799173"/>
              <a:gd name="connsiteY29204" fmla="*/ 2508778 h 5017219"/>
              <a:gd name="connsiteX29205" fmla="*/ 3107770 w 5799173"/>
              <a:gd name="connsiteY29205" fmla="*/ 2510274 h 5017219"/>
              <a:gd name="connsiteX29206" fmla="*/ 3096969 w 5799173"/>
              <a:gd name="connsiteY29206" fmla="*/ 2528966 h 5017219"/>
              <a:gd name="connsiteX29207" fmla="*/ 3095640 w 5799173"/>
              <a:gd name="connsiteY29207" fmla="*/ 2529713 h 5017219"/>
              <a:gd name="connsiteX29208" fmla="*/ 3615644 w 5799173"/>
              <a:gd name="connsiteY29208" fmla="*/ 2675025 h 5017219"/>
              <a:gd name="connsiteX29209" fmla="*/ 3614314 w 5799173"/>
              <a:gd name="connsiteY29209" fmla="*/ 2674277 h 5017219"/>
              <a:gd name="connsiteX29210" fmla="*/ 3603431 w 5799173"/>
              <a:gd name="connsiteY29210" fmla="*/ 2655418 h 5017219"/>
              <a:gd name="connsiteX29211" fmla="*/ 3603431 w 5799173"/>
              <a:gd name="connsiteY29211" fmla="*/ 2653840 h 5017219"/>
              <a:gd name="connsiteX29212" fmla="*/ 3614314 w 5799173"/>
              <a:gd name="connsiteY29212" fmla="*/ 2634981 h 5017219"/>
              <a:gd name="connsiteX29213" fmla="*/ 3615644 w 5799173"/>
              <a:gd name="connsiteY29213" fmla="*/ 2634233 h 5017219"/>
              <a:gd name="connsiteX29214" fmla="*/ 3637410 w 5799173"/>
              <a:gd name="connsiteY29214" fmla="*/ 2634233 h 5017219"/>
              <a:gd name="connsiteX29215" fmla="*/ 3638740 w 5799173"/>
              <a:gd name="connsiteY29215" fmla="*/ 2634981 h 5017219"/>
              <a:gd name="connsiteX29216" fmla="*/ 3649623 w 5799173"/>
              <a:gd name="connsiteY29216" fmla="*/ 2653840 h 5017219"/>
              <a:gd name="connsiteX29217" fmla="*/ 3649623 w 5799173"/>
              <a:gd name="connsiteY29217" fmla="*/ 2655418 h 5017219"/>
              <a:gd name="connsiteX29218" fmla="*/ 3638740 w 5799173"/>
              <a:gd name="connsiteY29218" fmla="*/ 2674277 h 5017219"/>
              <a:gd name="connsiteX29219" fmla="*/ 3637410 w 5799173"/>
              <a:gd name="connsiteY29219" fmla="*/ 2675025 h 5017219"/>
              <a:gd name="connsiteX29220" fmla="*/ 2712745 w 5799173"/>
              <a:gd name="connsiteY29220" fmla="*/ 2433367 h 5017219"/>
              <a:gd name="connsiteX29221" fmla="*/ 2711416 w 5799173"/>
              <a:gd name="connsiteY29221" fmla="*/ 2432620 h 5017219"/>
              <a:gd name="connsiteX29222" fmla="*/ 2700450 w 5799173"/>
              <a:gd name="connsiteY29222" fmla="*/ 2413594 h 5017219"/>
              <a:gd name="connsiteX29223" fmla="*/ 2700450 w 5799173"/>
              <a:gd name="connsiteY29223" fmla="*/ 2412016 h 5017219"/>
              <a:gd name="connsiteX29224" fmla="*/ 2711416 w 5799173"/>
              <a:gd name="connsiteY29224" fmla="*/ 2392991 h 5017219"/>
              <a:gd name="connsiteX29225" fmla="*/ 2712745 w 5799173"/>
              <a:gd name="connsiteY29225" fmla="*/ 2392243 h 5017219"/>
              <a:gd name="connsiteX29226" fmla="*/ 2734678 w 5799173"/>
              <a:gd name="connsiteY29226" fmla="*/ 2392243 h 5017219"/>
              <a:gd name="connsiteX29227" fmla="*/ 2736008 w 5799173"/>
              <a:gd name="connsiteY29227" fmla="*/ 2392991 h 5017219"/>
              <a:gd name="connsiteX29228" fmla="*/ 2746974 w 5799173"/>
              <a:gd name="connsiteY29228" fmla="*/ 2412016 h 5017219"/>
              <a:gd name="connsiteX29229" fmla="*/ 2746974 w 5799173"/>
              <a:gd name="connsiteY29229" fmla="*/ 2413594 h 5017219"/>
              <a:gd name="connsiteX29230" fmla="*/ 2736008 w 5799173"/>
              <a:gd name="connsiteY29230" fmla="*/ 2432620 h 5017219"/>
              <a:gd name="connsiteX29231" fmla="*/ 2734678 w 5799173"/>
              <a:gd name="connsiteY29231" fmla="*/ 2433367 h 5017219"/>
              <a:gd name="connsiteX29232" fmla="*/ 2893303 w 5799173"/>
              <a:gd name="connsiteY29232" fmla="*/ 2481748 h 5017219"/>
              <a:gd name="connsiteX29233" fmla="*/ 2891974 w 5799173"/>
              <a:gd name="connsiteY29233" fmla="*/ 2481001 h 5017219"/>
              <a:gd name="connsiteX29234" fmla="*/ 2881008 w 5799173"/>
              <a:gd name="connsiteY29234" fmla="*/ 2461975 h 5017219"/>
              <a:gd name="connsiteX29235" fmla="*/ 2881008 w 5799173"/>
              <a:gd name="connsiteY29235" fmla="*/ 2460397 h 5017219"/>
              <a:gd name="connsiteX29236" fmla="*/ 2891974 w 5799173"/>
              <a:gd name="connsiteY29236" fmla="*/ 2441371 h 5017219"/>
              <a:gd name="connsiteX29237" fmla="*/ 2893303 w 5799173"/>
              <a:gd name="connsiteY29237" fmla="*/ 2440624 h 5017219"/>
              <a:gd name="connsiteX29238" fmla="*/ 2915236 w 5799173"/>
              <a:gd name="connsiteY29238" fmla="*/ 2440623 h 5017219"/>
              <a:gd name="connsiteX29239" fmla="*/ 2916567 w 5799173"/>
              <a:gd name="connsiteY29239" fmla="*/ 2441371 h 5017219"/>
              <a:gd name="connsiteX29240" fmla="*/ 2927532 w 5799173"/>
              <a:gd name="connsiteY29240" fmla="*/ 2460396 h 5017219"/>
              <a:gd name="connsiteX29241" fmla="*/ 2927532 w 5799173"/>
              <a:gd name="connsiteY29241" fmla="*/ 2461974 h 5017219"/>
              <a:gd name="connsiteX29242" fmla="*/ 2916566 w 5799173"/>
              <a:gd name="connsiteY29242" fmla="*/ 2481000 h 5017219"/>
              <a:gd name="connsiteX29243" fmla="*/ 2915236 w 5799173"/>
              <a:gd name="connsiteY29243" fmla="*/ 2481747 h 5017219"/>
              <a:gd name="connsiteX29244" fmla="*/ 2833035 w 5799173"/>
              <a:gd name="connsiteY29244" fmla="*/ 2465704 h 5017219"/>
              <a:gd name="connsiteX29245" fmla="*/ 2831706 w 5799173"/>
              <a:gd name="connsiteY29245" fmla="*/ 2464957 h 5017219"/>
              <a:gd name="connsiteX29246" fmla="*/ 2820655 w 5799173"/>
              <a:gd name="connsiteY29246" fmla="*/ 2445848 h 5017219"/>
              <a:gd name="connsiteX29247" fmla="*/ 2820655 w 5799173"/>
              <a:gd name="connsiteY29247" fmla="*/ 2444270 h 5017219"/>
              <a:gd name="connsiteX29248" fmla="*/ 2831705 w 5799173"/>
              <a:gd name="connsiteY29248" fmla="*/ 2425162 h 5017219"/>
              <a:gd name="connsiteX29249" fmla="*/ 2833034 w 5799173"/>
              <a:gd name="connsiteY29249" fmla="*/ 2424414 h 5017219"/>
              <a:gd name="connsiteX29250" fmla="*/ 2855133 w 5799173"/>
              <a:gd name="connsiteY29250" fmla="*/ 2424414 h 5017219"/>
              <a:gd name="connsiteX29251" fmla="*/ 2856463 w 5799173"/>
              <a:gd name="connsiteY29251" fmla="*/ 2425162 h 5017219"/>
              <a:gd name="connsiteX29252" fmla="*/ 2867513 w 5799173"/>
              <a:gd name="connsiteY29252" fmla="*/ 2444270 h 5017219"/>
              <a:gd name="connsiteX29253" fmla="*/ 2867513 w 5799173"/>
              <a:gd name="connsiteY29253" fmla="*/ 2445848 h 5017219"/>
              <a:gd name="connsiteX29254" fmla="*/ 2856462 w 5799173"/>
              <a:gd name="connsiteY29254" fmla="*/ 2464956 h 5017219"/>
              <a:gd name="connsiteX29255" fmla="*/ 2855134 w 5799173"/>
              <a:gd name="connsiteY29255" fmla="*/ 2465704 h 5017219"/>
              <a:gd name="connsiteX29256" fmla="*/ 2772765 w 5799173"/>
              <a:gd name="connsiteY29256" fmla="*/ 2449660 h 5017219"/>
              <a:gd name="connsiteX29257" fmla="*/ 2771436 w 5799173"/>
              <a:gd name="connsiteY29257" fmla="*/ 2448913 h 5017219"/>
              <a:gd name="connsiteX29258" fmla="*/ 2760387 w 5799173"/>
              <a:gd name="connsiteY29258" fmla="*/ 2429721 h 5017219"/>
              <a:gd name="connsiteX29259" fmla="*/ 2760387 w 5799173"/>
              <a:gd name="connsiteY29259" fmla="*/ 2428143 h 5017219"/>
              <a:gd name="connsiteX29260" fmla="*/ 2771518 w 5799173"/>
              <a:gd name="connsiteY29260" fmla="*/ 2408952 h 5017219"/>
              <a:gd name="connsiteX29261" fmla="*/ 2772848 w 5799173"/>
              <a:gd name="connsiteY29261" fmla="*/ 2408204 h 5017219"/>
              <a:gd name="connsiteX29262" fmla="*/ 2795031 w 5799173"/>
              <a:gd name="connsiteY29262" fmla="*/ 2408204 h 5017219"/>
              <a:gd name="connsiteX29263" fmla="*/ 2796359 w 5799173"/>
              <a:gd name="connsiteY29263" fmla="*/ 2408952 h 5017219"/>
              <a:gd name="connsiteX29264" fmla="*/ 2807409 w 5799173"/>
              <a:gd name="connsiteY29264" fmla="*/ 2428143 h 5017219"/>
              <a:gd name="connsiteX29265" fmla="*/ 2807410 w 5799173"/>
              <a:gd name="connsiteY29265" fmla="*/ 2429721 h 5017219"/>
              <a:gd name="connsiteX29266" fmla="*/ 2796276 w 5799173"/>
              <a:gd name="connsiteY29266" fmla="*/ 2448913 h 5017219"/>
              <a:gd name="connsiteX29267" fmla="*/ 2794948 w 5799173"/>
              <a:gd name="connsiteY29267" fmla="*/ 2449660 h 5017219"/>
              <a:gd name="connsiteX29268" fmla="*/ 3133883 w 5799173"/>
              <a:gd name="connsiteY29268" fmla="*/ 2546421 h 5017219"/>
              <a:gd name="connsiteX29269" fmla="*/ 3132553 w 5799173"/>
              <a:gd name="connsiteY29269" fmla="*/ 2545674 h 5017219"/>
              <a:gd name="connsiteX29270" fmla="*/ 3121504 w 5799173"/>
              <a:gd name="connsiteY29270" fmla="*/ 2526482 h 5017219"/>
              <a:gd name="connsiteX29271" fmla="*/ 3121504 w 5799173"/>
              <a:gd name="connsiteY29271" fmla="*/ 2524904 h 5017219"/>
              <a:gd name="connsiteX29272" fmla="*/ 3132636 w 5799173"/>
              <a:gd name="connsiteY29272" fmla="*/ 2505713 h 5017219"/>
              <a:gd name="connsiteX29273" fmla="*/ 3133966 w 5799173"/>
              <a:gd name="connsiteY29273" fmla="*/ 2504965 h 5017219"/>
              <a:gd name="connsiteX29274" fmla="*/ 3156148 w 5799173"/>
              <a:gd name="connsiteY29274" fmla="*/ 2504965 h 5017219"/>
              <a:gd name="connsiteX29275" fmla="*/ 3157477 w 5799173"/>
              <a:gd name="connsiteY29275" fmla="*/ 2505713 h 5017219"/>
              <a:gd name="connsiteX29276" fmla="*/ 3168527 w 5799173"/>
              <a:gd name="connsiteY29276" fmla="*/ 2524904 h 5017219"/>
              <a:gd name="connsiteX29277" fmla="*/ 3168527 w 5799173"/>
              <a:gd name="connsiteY29277" fmla="*/ 2526482 h 5017219"/>
              <a:gd name="connsiteX29278" fmla="*/ 3157394 w 5799173"/>
              <a:gd name="connsiteY29278" fmla="*/ 2545674 h 5017219"/>
              <a:gd name="connsiteX29279" fmla="*/ 3156065 w 5799173"/>
              <a:gd name="connsiteY29279" fmla="*/ 2546421 h 5017219"/>
              <a:gd name="connsiteX29280" fmla="*/ 3675474 w 5799173"/>
              <a:gd name="connsiteY29280" fmla="*/ 2691905 h 5017219"/>
              <a:gd name="connsiteX29281" fmla="*/ 3674062 w 5799173"/>
              <a:gd name="connsiteY29281" fmla="*/ 2691074 h 5017219"/>
              <a:gd name="connsiteX29282" fmla="*/ 3662846 w 5799173"/>
              <a:gd name="connsiteY29282" fmla="*/ 2671634 h 5017219"/>
              <a:gd name="connsiteX29283" fmla="*/ 3662846 w 5799173"/>
              <a:gd name="connsiteY29283" fmla="*/ 2670055 h 5017219"/>
              <a:gd name="connsiteX29284" fmla="*/ 3674062 w 5799173"/>
              <a:gd name="connsiteY29284" fmla="*/ 2650615 h 5017219"/>
              <a:gd name="connsiteX29285" fmla="*/ 3675474 w 5799173"/>
              <a:gd name="connsiteY29285" fmla="*/ 2649784 h 5017219"/>
              <a:gd name="connsiteX29286" fmla="*/ 3697989 w 5799173"/>
              <a:gd name="connsiteY29286" fmla="*/ 2649784 h 5017219"/>
              <a:gd name="connsiteX29287" fmla="*/ 3699401 w 5799173"/>
              <a:gd name="connsiteY29287" fmla="*/ 2650615 h 5017219"/>
              <a:gd name="connsiteX29288" fmla="*/ 3710616 w 5799173"/>
              <a:gd name="connsiteY29288" fmla="*/ 2670055 h 5017219"/>
              <a:gd name="connsiteX29289" fmla="*/ 3710616 w 5799173"/>
              <a:gd name="connsiteY29289" fmla="*/ 2671634 h 5017219"/>
              <a:gd name="connsiteX29290" fmla="*/ 3699401 w 5799173"/>
              <a:gd name="connsiteY29290" fmla="*/ 2691074 h 5017219"/>
              <a:gd name="connsiteX29291" fmla="*/ 3697989 w 5799173"/>
              <a:gd name="connsiteY29291" fmla="*/ 2691905 h 5017219"/>
              <a:gd name="connsiteX29292" fmla="*/ 4573192 w 5799173"/>
              <a:gd name="connsiteY29292" fmla="*/ 2969262 h 5017219"/>
              <a:gd name="connsiteX29293" fmla="*/ 4572943 w 5799173"/>
              <a:gd name="connsiteY29293" fmla="*/ 2969096 h 5017219"/>
              <a:gd name="connsiteX29294" fmla="*/ 4570617 w 5799173"/>
              <a:gd name="connsiteY29294" fmla="*/ 2965025 h 5017219"/>
              <a:gd name="connsiteX29295" fmla="*/ 4570616 w 5799173"/>
              <a:gd name="connsiteY29295" fmla="*/ 2964693 h 5017219"/>
              <a:gd name="connsiteX29296" fmla="*/ 4572942 w 5799173"/>
              <a:gd name="connsiteY29296" fmla="*/ 2960622 h 5017219"/>
              <a:gd name="connsiteX29297" fmla="*/ 4573191 w 5799173"/>
              <a:gd name="connsiteY29297" fmla="*/ 2960456 h 5017219"/>
              <a:gd name="connsiteX29298" fmla="*/ 4577844 w 5799173"/>
              <a:gd name="connsiteY29298" fmla="*/ 2960456 h 5017219"/>
              <a:gd name="connsiteX29299" fmla="*/ 4578093 w 5799173"/>
              <a:gd name="connsiteY29299" fmla="*/ 2960622 h 5017219"/>
              <a:gd name="connsiteX29300" fmla="*/ 4580420 w 5799173"/>
              <a:gd name="connsiteY29300" fmla="*/ 2964693 h 5017219"/>
              <a:gd name="connsiteX29301" fmla="*/ 4580420 w 5799173"/>
              <a:gd name="connsiteY29301" fmla="*/ 2965025 h 5017219"/>
              <a:gd name="connsiteX29302" fmla="*/ 4578094 w 5799173"/>
              <a:gd name="connsiteY29302" fmla="*/ 2969096 h 5017219"/>
              <a:gd name="connsiteX29303" fmla="*/ 4577845 w 5799173"/>
              <a:gd name="connsiteY29303" fmla="*/ 2969262 h 5017219"/>
              <a:gd name="connsiteX29304" fmla="*/ 177695 w 5799173"/>
              <a:gd name="connsiteY29304" fmla="*/ 1795586 h 5017219"/>
              <a:gd name="connsiteX29305" fmla="*/ 177197 w 5799173"/>
              <a:gd name="connsiteY29305" fmla="*/ 1795254 h 5017219"/>
              <a:gd name="connsiteX29306" fmla="*/ 172960 w 5799173"/>
              <a:gd name="connsiteY29306" fmla="*/ 1787859 h 5017219"/>
              <a:gd name="connsiteX29307" fmla="*/ 172960 w 5799173"/>
              <a:gd name="connsiteY29307" fmla="*/ 1787278 h 5017219"/>
              <a:gd name="connsiteX29308" fmla="*/ 177197 w 5799173"/>
              <a:gd name="connsiteY29308" fmla="*/ 1779884 h 5017219"/>
              <a:gd name="connsiteX29309" fmla="*/ 177695 w 5799173"/>
              <a:gd name="connsiteY29309" fmla="*/ 1779552 h 5017219"/>
              <a:gd name="connsiteX29310" fmla="*/ 186253 w 5799173"/>
              <a:gd name="connsiteY29310" fmla="*/ 1779552 h 5017219"/>
              <a:gd name="connsiteX29311" fmla="*/ 186751 w 5799173"/>
              <a:gd name="connsiteY29311" fmla="*/ 1779884 h 5017219"/>
              <a:gd name="connsiteX29312" fmla="*/ 190989 w 5799173"/>
              <a:gd name="connsiteY29312" fmla="*/ 1787278 h 5017219"/>
              <a:gd name="connsiteX29313" fmla="*/ 190988 w 5799173"/>
              <a:gd name="connsiteY29313" fmla="*/ 1787859 h 5017219"/>
              <a:gd name="connsiteX29314" fmla="*/ 186751 w 5799173"/>
              <a:gd name="connsiteY29314" fmla="*/ 1795254 h 5017219"/>
              <a:gd name="connsiteX29315" fmla="*/ 186253 w 5799173"/>
              <a:gd name="connsiteY29315" fmla="*/ 1795585 h 5017219"/>
              <a:gd name="connsiteX29316" fmla="*/ 235702 w 5799173"/>
              <a:gd name="connsiteY29316" fmla="*/ 1815770 h 5017219"/>
              <a:gd name="connsiteX29317" fmla="*/ 234954 w 5799173"/>
              <a:gd name="connsiteY29317" fmla="*/ 1815355 h 5017219"/>
              <a:gd name="connsiteX29318" fmla="*/ 228557 w 5799173"/>
              <a:gd name="connsiteY29318" fmla="*/ 1804222 h 5017219"/>
              <a:gd name="connsiteX29319" fmla="*/ 228557 w 5799173"/>
              <a:gd name="connsiteY29319" fmla="*/ 1803308 h 5017219"/>
              <a:gd name="connsiteX29320" fmla="*/ 234954 w 5799173"/>
              <a:gd name="connsiteY29320" fmla="*/ 1792176 h 5017219"/>
              <a:gd name="connsiteX29321" fmla="*/ 235702 w 5799173"/>
              <a:gd name="connsiteY29321" fmla="*/ 1791760 h 5017219"/>
              <a:gd name="connsiteX29322" fmla="*/ 248496 w 5799173"/>
              <a:gd name="connsiteY29322" fmla="*/ 1791760 h 5017219"/>
              <a:gd name="connsiteX29323" fmla="*/ 249244 w 5799173"/>
              <a:gd name="connsiteY29323" fmla="*/ 1792176 h 5017219"/>
              <a:gd name="connsiteX29324" fmla="*/ 255641 w 5799173"/>
              <a:gd name="connsiteY29324" fmla="*/ 1803308 h 5017219"/>
              <a:gd name="connsiteX29325" fmla="*/ 255641 w 5799173"/>
              <a:gd name="connsiteY29325" fmla="*/ 1804222 h 5017219"/>
              <a:gd name="connsiteX29326" fmla="*/ 249244 w 5799173"/>
              <a:gd name="connsiteY29326" fmla="*/ 1815355 h 5017219"/>
              <a:gd name="connsiteX29327" fmla="*/ 248496 w 5799173"/>
              <a:gd name="connsiteY29327" fmla="*/ 1815770 h 5017219"/>
              <a:gd name="connsiteX29328" fmla="*/ 5110724 w 5799173"/>
              <a:gd name="connsiteY29328" fmla="*/ 3122224 h 5017219"/>
              <a:gd name="connsiteX29329" fmla="*/ 5109893 w 5799173"/>
              <a:gd name="connsiteY29329" fmla="*/ 3121727 h 5017219"/>
              <a:gd name="connsiteX29330" fmla="*/ 5103413 w 5799173"/>
              <a:gd name="connsiteY29330" fmla="*/ 3110427 h 5017219"/>
              <a:gd name="connsiteX29331" fmla="*/ 5103413 w 5799173"/>
              <a:gd name="connsiteY29331" fmla="*/ 3109514 h 5017219"/>
              <a:gd name="connsiteX29332" fmla="*/ 5109893 w 5799173"/>
              <a:gd name="connsiteY29332" fmla="*/ 3098214 h 5017219"/>
              <a:gd name="connsiteX29333" fmla="*/ 5110724 w 5799173"/>
              <a:gd name="connsiteY29333" fmla="*/ 3097717 h 5017219"/>
              <a:gd name="connsiteX29334" fmla="*/ 5123767 w 5799173"/>
              <a:gd name="connsiteY29334" fmla="*/ 3097717 h 5017219"/>
              <a:gd name="connsiteX29335" fmla="*/ 5124598 w 5799173"/>
              <a:gd name="connsiteY29335" fmla="*/ 3098214 h 5017219"/>
              <a:gd name="connsiteX29336" fmla="*/ 5131078 w 5799173"/>
              <a:gd name="connsiteY29336" fmla="*/ 3109514 h 5017219"/>
              <a:gd name="connsiteX29337" fmla="*/ 5131078 w 5799173"/>
              <a:gd name="connsiteY29337" fmla="*/ 3110427 h 5017219"/>
              <a:gd name="connsiteX29338" fmla="*/ 5124598 w 5799173"/>
              <a:gd name="connsiteY29338" fmla="*/ 3121727 h 5017219"/>
              <a:gd name="connsiteX29339" fmla="*/ 5123767 w 5799173"/>
              <a:gd name="connsiteY29339" fmla="*/ 3122224 h 5017219"/>
              <a:gd name="connsiteX29340" fmla="*/ 1860502 w 5799173"/>
              <a:gd name="connsiteY29340" fmla="*/ 2251614 h 5017219"/>
              <a:gd name="connsiteX29341" fmla="*/ 1859672 w 5799173"/>
              <a:gd name="connsiteY29341" fmla="*/ 2251115 h 5017219"/>
              <a:gd name="connsiteX29342" fmla="*/ 1853026 w 5799173"/>
              <a:gd name="connsiteY29342" fmla="*/ 2239567 h 5017219"/>
              <a:gd name="connsiteX29343" fmla="*/ 1853026 w 5799173"/>
              <a:gd name="connsiteY29343" fmla="*/ 2238654 h 5017219"/>
              <a:gd name="connsiteX29344" fmla="*/ 1859672 w 5799173"/>
              <a:gd name="connsiteY29344" fmla="*/ 2227105 h 5017219"/>
              <a:gd name="connsiteX29345" fmla="*/ 1860503 w 5799173"/>
              <a:gd name="connsiteY29345" fmla="*/ 2226607 h 5017219"/>
              <a:gd name="connsiteX29346" fmla="*/ 1873795 w 5799173"/>
              <a:gd name="connsiteY29346" fmla="*/ 2226607 h 5017219"/>
              <a:gd name="connsiteX29347" fmla="*/ 1874627 w 5799173"/>
              <a:gd name="connsiteY29347" fmla="*/ 2227105 h 5017219"/>
              <a:gd name="connsiteX29348" fmla="*/ 1881272 w 5799173"/>
              <a:gd name="connsiteY29348" fmla="*/ 2238654 h 5017219"/>
              <a:gd name="connsiteX29349" fmla="*/ 1881273 w 5799173"/>
              <a:gd name="connsiteY29349" fmla="*/ 2239567 h 5017219"/>
              <a:gd name="connsiteX29350" fmla="*/ 1874627 w 5799173"/>
              <a:gd name="connsiteY29350" fmla="*/ 2251115 h 5017219"/>
              <a:gd name="connsiteX29351" fmla="*/ 1873795 w 5799173"/>
              <a:gd name="connsiteY29351" fmla="*/ 2251614 h 5017219"/>
              <a:gd name="connsiteX29352" fmla="*/ 5170216 w 5799173"/>
              <a:gd name="connsiteY29352" fmla="*/ 3139489 h 5017219"/>
              <a:gd name="connsiteX29353" fmla="*/ 5169386 w 5799173"/>
              <a:gd name="connsiteY29353" fmla="*/ 3138991 h 5017219"/>
              <a:gd name="connsiteX29354" fmla="*/ 5162241 w 5799173"/>
              <a:gd name="connsiteY29354" fmla="*/ 3126695 h 5017219"/>
              <a:gd name="connsiteX29355" fmla="*/ 5162241 w 5799173"/>
              <a:gd name="connsiteY29355" fmla="*/ 3125698 h 5017219"/>
              <a:gd name="connsiteX29356" fmla="*/ 5169386 w 5799173"/>
              <a:gd name="connsiteY29356" fmla="*/ 3113402 h 5017219"/>
              <a:gd name="connsiteX29357" fmla="*/ 5170216 w 5799173"/>
              <a:gd name="connsiteY29357" fmla="*/ 3112904 h 5017219"/>
              <a:gd name="connsiteX29358" fmla="*/ 5184423 w 5799173"/>
              <a:gd name="connsiteY29358" fmla="*/ 3112904 h 5017219"/>
              <a:gd name="connsiteX29359" fmla="*/ 5185254 w 5799173"/>
              <a:gd name="connsiteY29359" fmla="*/ 3113402 h 5017219"/>
              <a:gd name="connsiteX29360" fmla="*/ 5192399 w 5799173"/>
              <a:gd name="connsiteY29360" fmla="*/ 3125698 h 5017219"/>
              <a:gd name="connsiteX29361" fmla="*/ 5192399 w 5799173"/>
              <a:gd name="connsiteY29361" fmla="*/ 3126695 h 5017219"/>
              <a:gd name="connsiteX29362" fmla="*/ 5185254 w 5799173"/>
              <a:gd name="connsiteY29362" fmla="*/ 3138991 h 5017219"/>
              <a:gd name="connsiteX29363" fmla="*/ 5184423 w 5799173"/>
              <a:gd name="connsiteY29363" fmla="*/ 3139489 h 5017219"/>
              <a:gd name="connsiteX29364" fmla="*/ 2581658 w 5799173"/>
              <a:gd name="connsiteY29364" fmla="*/ 2447130 h 5017219"/>
              <a:gd name="connsiteX29365" fmla="*/ 2580744 w 5799173"/>
              <a:gd name="connsiteY29365" fmla="*/ 2446548 h 5017219"/>
              <a:gd name="connsiteX29366" fmla="*/ 2573018 w 5799173"/>
              <a:gd name="connsiteY29366" fmla="*/ 2433172 h 5017219"/>
              <a:gd name="connsiteX29367" fmla="*/ 2573018 w 5799173"/>
              <a:gd name="connsiteY29367" fmla="*/ 2432092 h 5017219"/>
              <a:gd name="connsiteX29368" fmla="*/ 2580744 w 5799173"/>
              <a:gd name="connsiteY29368" fmla="*/ 2418716 h 5017219"/>
              <a:gd name="connsiteX29369" fmla="*/ 2581658 w 5799173"/>
              <a:gd name="connsiteY29369" fmla="*/ 2418135 h 5017219"/>
              <a:gd name="connsiteX29370" fmla="*/ 2597111 w 5799173"/>
              <a:gd name="connsiteY29370" fmla="*/ 2418135 h 5017219"/>
              <a:gd name="connsiteX29371" fmla="*/ 2598025 w 5799173"/>
              <a:gd name="connsiteY29371" fmla="*/ 2418716 h 5017219"/>
              <a:gd name="connsiteX29372" fmla="*/ 2605751 w 5799173"/>
              <a:gd name="connsiteY29372" fmla="*/ 2432092 h 5017219"/>
              <a:gd name="connsiteX29373" fmla="*/ 2605751 w 5799173"/>
              <a:gd name="connsiteY29373" fmla="*/ 2433172 h 5017219"/>
              <a:gd name="connsiteX29374" fmla="*/ 2598025 w 5799173"/>
              <a:gd name="connsiteY29374" fmla="*/ 2446548 h 5017219"/>
              <a:gd name="connsiteX29375" fmla="*/ 2597111 w 5799173"/>
              <a:gd name="connsiteY29375" fmla="*/ 2447130 h 5017219"/>
              <a:gd name="connsiteX29376" fmla="*/ 1918852 w 5799173"/>
              <a:gd name="connsiteY29376" fmla="*/ 2271052 h 5017219"/>
              <a:gd name="connsiteX29377" fmla="*/ 1917855 w 5799173"/>
              <a:gd name="connsiteY29377" fmla="*/ 2270470 h 5017219"/>
              <a:gd name="connsiteX29378" fmla="*/ 1909381 w 5799173"/>
              <a:gd name="connsiteY29378" fmla="*/ 2255849 h 5017219"/>
              <a:gd name="connsiteX29379" fmla="*/ 1909381 w 5799173"/>
              <a:gd name="connsiteY29379" fmla="*/ 2254685 h 5017219"/>
              <a:gd name="connsiteX29380" fmla="*/ 1917855 w 5799173"/>
              <a:gd name="connsiteY29380" fmla="*/ 2240064 h 5017219"/>
              <a:gd name="connsiteX29381" fmla="*/ 1918852 w 5799173"/>
              <a:gd name="connsiteY29381" fmla="*/ 2239482 h 5017219"/>
              <a:gd name="connsiteX29382" fmla="*/ 1935717 w 5799173"/>
              <a:gd name="connsiteY29382" fmla="*/ 2239483 h 5017219"/>
              <a:gd name="connsiteX29383" fmla="*/ 1936714 w 5799173"/>
              <a:gd name="connsiteY29383" fmla="*/ 2240064 h 5017219"/>
              <a:gd name="connsiteX29384" fmla="*/ 1945188 w 5799173"/>
              <a:gd name="connsiteY29384" fmla="*/ 2254686 h 5017219"/>
              <a:gd name="connsiteX29385" fmla="*/ 1945188 w 5799173"/>
              <a:gd name="connsiteY29385" fmla="*/ 2255849 h 5017219"/>
              <a:gd name="connsiteX29386" fmla="*/ 1936714 w 5799173"/>
              <a:gd name="connsiteY29386" fmla="*/ 2270470 h 5017219"/>
              <a:gd name="connsiteX29387" fmla="*/ 1935717 w 5799173"/>
              <a:gd name="connsiteY29387" fmla="*/ 2271052 h 5017219"/>
              <a:gd name="connsiteX29388" fmla="*/ 1978778 w 5799173"/>
              <a:gd name="connsiteY29388" fmla="*/ 2287676 h 5017219"/>
              <a:gd name="connsiteX29389" fmla="*/ 1977698 w 5799173"/>
              <a:gd name="connsiteY29389" fmla="*/ 2287094 h 5017219"/>
              <a:gd name="connsiteX29390" fmla="*/ 1968975 w 5799173"/>
              <a:gd name="connsiteY29390" fmla="*/ 2272057 h 5017219"/>
              <a:gd name="connsiteX29391" fmla="*/ 1968975 w 5799173"/>
              <a:gd name="connsiteY29391" fmla="*/ 2270811 h 5017219"/>
              <a:gd name="connsiteX29392" fmla="*/ 1977698 w 5799173"/>
              <a:gd name="connsiteY29392" fmla="*/ 2255773 h 5017219"/>
              <a:gd name="connsiteX29393" fmla="*/ 1978778 w 5799173"/>
              <a:gd name="connsiteY29393" fmla="*/ 2255192 h 5017219"/>
              <a:gd name="connsiteX29394" fmla="*/ 1996141 w 5799173"/>
              <a:gd name="connsiteY29394" fmla="*/ 2255192 h 5017219"/>
              <a:gd name="connsiteX29395" fmla="*/ 1997221 w 5799173"/>
              <a:gd name="connsiteY29395" fmla="*/ 2255773 h 5017219"/>
              <a:gd name="connsiteX29396" fmla="*/ 2005945 w 5799173"/>
              <a:gd name="connsiteY29396" fmla="*/ 2270811 h 5017219"/>
              <a:gd name="connsiteX29397" fmla="*/ 2005945 w 5799173"/>
              <a:gd name="connsiteY29397" fmla="*/ 2272057 h 5017219"/>
              <a:gd name="connsiteX29398" fmla="*/ 1997221 w 5799173"/>
              <a:gd name="connsiteY29398" fmla="*/ 2287094 h 5017219"/>
              <a:gd name="connsiteX29399" fmla="*/ 1996141 w 5799173"/>
              <a:gd name="connsiteY29399" fmla="*/ 2287676 h 5017219"/>
              <a:gd name="connsiteX29400" fmla="*/ 3182502 w 5799173"/>
              <a:gd name="connsiteY29400" fmla="*/ 2610213 h 5017219"/>
              <a:gd name="connsiteX29401" fmla="*/ 3181423 w 5799173"/>
              <a:gd name="connsiteY29401" fmla="*/ 2609631 h 5017219"/>
              <a:gd name="connsiteX29402" fmla="*/ 3172699 w 5799173"/>
              <a:gd name="connsiteY29402" fmla="*/ 2594594 h 5017219"/>
              <a:gd name="connsiteX29403" fmla="*/ 3172699 w 5799173"/>
              <a:gd name="connsiteY29403" fmla="*/ 2593348 h 5017219"/>
              <a:gd name="connsiteX29404" fmla="*/ 3181423 w 5799173"/>
              <a:gd name="connsiteY29404" fmla="*/ 2578310 h 5017219"/>
              <a:gd name="connsiteX29405" fmla="*/ 3182502 w 5799173"/>
              <a:gd name="connsiteY29405" fmla="*/ 2577729 h 5017219"/>
              <a:gd name="connsiteX29406" fmla="*/ 3199866 w 5799173"/>
              <a:gd name="connsiteY29406" fmla="*/ 2577729 h 5017219"/>
              <a:gd name="connsiteX29407" fmla="*/ 3200946 w 5799173"/>
              <a:gd name="connsiteY29407" fmla="*/ 2578310 h 5017219"/>
              <a:gd name="connsiteX29408" fmla="*/ 3209669 w 5799173"/>
              <a:gd name="connsiteY29408" fmla="*/ 2593348 h 5017219"/>
              <a:gd name="connsiteX29409" fmla="*/ 3209669 w 5799173"/>
              <a:gd name="connsiteY29409" fmla="*/ 2594594 h 5017219"/>
              <a:gd name="connsiteX29410" fmla="*/ 3200946 w 5799173"/>
              <a:gd name="connsiteY29410" fmla="*/ 2609631 h 5017219"/>
              <a:gd name="connsiteX29411" fmla="*/ 3199866 w 5799173"/>
              <a:gd name="connsiteY29411" fmla="*/ 2610213 h 5017219"/>
              <a:gd name="connsiteX29412" fmla="*/ 4025108 w 5799173"/>
              <a:gd name="connsiteY29412" fmla="*/ 2836093 h 5017219"/>
              <a:gd name="connsiteX29413" fmla="*/ 4024028 w 5799173"/>
              <a:gd name="connsiteY29413" fmla="*/ 2835512 h 5017219"/>
              <a:gd name="connsiteX29414" fmla="*/ 4015305 w 5799173"/>
              <a:gd name="connsiteY29414" fmla="*/ 2820391 h 5017219"/>
              <a:gd name="connsiteX29415" fmla="*/ 4015305 w 5799173"/>
              <a:gd name="connsiteY29415" fmla="*/ 2819144 h 5017219"/>
              <a:gd name="connsiteX29416" fmla="*/ 4024028 w 5799173"/>
              <a:gd name="connsiteY29416" fmla="*/ 2804024 h 5017219"/>
              <a:gd name="connsiteX29417" fmla="*/ 4025108 w 5799173"/>
              <a:gd name="connsiteY29417" fmla="*/ 2803443 h 5017219"/>
              <a:gd name="connsiteX29418" fmla="*/ 4042638 w 5799173"/>
              <a:gd name="connsiteY29418" fmla="*/ 2803442 h 5017219"/>
              <a:gd name="connsiteX29419" fmla="*/ 4043718 w 5799173"/>
              <a:gd name="connsiteY29419" fmla="*/ 2804025 h 5017219"/>
              <a:gd name="connsiteX29420" fmla="*/ 4052441 w 5799173"/>
              <a:gd name="connsiteY29420" fmla="*/ 2819144 h 5017219"/>
              <a:gd name="connsiteX29421" fmla="*/ 4052441 w 5799173"/>
              <a:gd name="connsiteY29421" fmla="*/ 2820391 h 5017219"/>
              <a:gd name="connsiteX29422" fmla="*/ 4043718 w 5799173"/>
              <a:gd name="connsiteY29422" fmla="*/ 2835511 h 5017219"/>
              <a:gd name="connsiteX29423" fmla="*/ 4042638 w 5799173"/>
              <a:gd name="connsiteY29423" fmla="*/ 2836092 h 5017219"/>
              <a:gd name="connsiteX29424" fmla="*/ 2038880 w 5799173"/>
              <a:gd name="connsiteY29424" fmla="*/ 2303979 h 5017219"/>
              <a:gd name="connsiteX29425" fmla="*/ 2037800 w 5799173"/>
              <a:gd name="connsiteY29425" fmla="*/ 2303397 h 5017219"/>
              <a:gd name="connsiteX29426" fmla="*/ 2028994 w 5799173"/>
              <a:gd name="connsiteY29426" fmla="*/ 2288194 h 5017219"/>
              <a:gd name="connsiteX29427" fmla="*/ 2028994 w 5799173"/>
              <a:gd name="connsiteY29427" fmla="*/ 2286948 h 5017219"/>
              <a:gd name="connsiteX29428" fmla="*/ 2037800 w 5799173"/>
              <a:gd name="connsiteY29428" fmla="*/ 2271745 h 5017219"/>
              <a:gd name="connsiteX29429" fmla="*/ 2038880 w 5799173"/>
              <a:gd name="connsiteY29429" fmla="*/ 2271163 h 5017219"/>
              <a:gd name="connsiteX29430" fmla="*/ 2056493 w 5799173"/>
              <a:gd name="connsiteY29430" fmla="*/ 2271162 h 5017219"/>
              <a:gd name="connsiteX29431" fmla="*/ 2057573 w 5799173"/>
              <a:gd name="connsiteY29431" fmla="*/ 2271745 h 5017219"/>
              <a:gd name="connsiteX29432" fmla="*/ 2066380 w 5799173"/>
              <a:gd name="connsiteY29432" fmla="*/ 2286948 h 5017219"/>
              <a:gd name="connsiteX29433" fmla="*/ 2066380 w 5799173"/>
              <a:gd name="connsiteY29433" fmla="*/ 2288194 h 5017219"/>
              <a:gd name="connsiteX29434" fmla="*/ 2057573 w 5799173"/>
              <a:gd name="connsiteY29434" fmla="*/ 2303398 h 5017219"/>
              <a:gd name="connsiteX29435" fmla="*/ 2056493 w 5799173"/>
              <a:gd name="connsiteY29435" fmla="*/ 2303978 h 5017219"/>
              <a:gd name="connsiteX29436" fmla="*/ 2098920 w 5799173"/>
              <a:gd name="connsiteY29436" fmla="*/ 2320535 h 5017219"/>
              <a:gd name="connsiteX29437" fmla="*/ 2097841 w 5799173"/>
              <a:gd name="connsiteY29437" fmla="*/ 2319871 h 5017219"/>
              <a:gd name="connsiteX29438" fmla="*/ 2088868 w 5799173"/>
              <a:gd name="connsiteY29438" fmla="*/ 2304252 h 5017219"/>
              <a:gd name="connsiteX29439" fmla="*/ 2088868 w 5799173"/>
              <a:gd name="connsiteY29439" fmla="*/ 2303005 h 5017219"/>
              <a:gd name="connsiteX29440" fmla="*/ 2097841 w 5799173"/>
              <a:gd name="connsiteY29440" fmla="*/ 2287387 h 5017219"/>
              <a:gd name="connsiteX29441" fmla="*/ 2098920 w 5799173"/>
              <a:gd name="connsiteY29441" fmla="*/ 2286722 h 5017219"/>
              <a:gd name="connsiteX29442" fmla="*/ 2116949 w 5799173"/>
              <a:gd name="connsiteY29442" fmla="*/ 2286722 h 5017219"/>
              <a:gd name="connsiteX29443" fmla="*/ 2118029 w 5799173"/>
              <a:gd name="connsiteY29443" fmla="*/ 2287387 h 5017219"/>
              <a:gd name="connsiteX29444" fmla="*/ 2127001 w 5799173"/>
              <a:gd name="connsiteY29444" fmla="*/ 2303005 h 5017219"/>
              <a:gd name="connsiteX29445" fmla="*/ 2127000 w 5799173"/>
              <a:gd name="connsiteY29445" fmla="*/ 2304252 h 5017219"/>
              <a:gd name="connsiteX29446" fmla="*/ 2118029 w 5799173"/>
              <a:gd name="connsiteY29446" fmla="*/ 2319871 h 5017219"/>
              <a:gd name="connsiteX29447" fmla="*/ 2116949 w 5799173"/>
              <a:gd name="connsiteY29447" fmla="*/ 2320535 h 5017219"/>
              <a:gd name="connsiteX29448" fmla="*/ 2159024 w 5799173"/>
              <a:gd name="connsiteY29448" fmla="*/ 2336734 h 5017219"/>
              <a:gd name="connsiteX29449" fmla="*/ 2157945 w 5799173"/>
              <a:gd name="connsiteY29449" fmla="*/ 2336070 h 5017219"/>
              <a:gd name="connsiteX29450" fmla="*/ 2148889 w 5799173"/>
              <a:gd name="connsiteY29450" fmla="*/ 2320368 h 5017219"/>
              <a:gd name="connsiteX29451" fmla="*/ 2148889 w 5799173"/>
              <a:gd name="connsiteY29451" fmla="*/ 2319122 h 5017219"/>
              <a:gd name="connsiteX29452" fmla="*/ 2157945 w 5799173"/>
              <a:gd name="connsiteY29452" fmla="*/ 2303420 h 5017219"/>
              <a:gd name="connsiteX29453" fmla="*/ 2159024 w 5799173"/>
              <a:gd name="connsiteY29453" fmla="*/ 2302755 h 5017219"/>
              <a:gd name="connsiteX29454" fmla="*/ 2177136 w 5799173"/>
              <a:gd name="connsiteY29454" fmla="*/ 2302755 h 5017219"/>
              <a:gd name="connsiteX29455" fmla="*/ 2178216 w 5799173"/>
              <a:gd name="connsiteY29455" fmla="*/ 2303420 h 5017219"/>
              <a:gd name="connsiteX29456" fmla="*/ 2187271 w 5799173"/>
              <a:gd name="connsiteY29456" fmla="*/ 2319122 h 5017219"/>
              <a:gd name="connsiteX29457" fmla="*/ 2187271 w 5799173"/>
              <a:gd name="connsiteY29457" fmla="*/ 2320368 h 5017219"/>
              <a:gd name="connsiteX29458" fmla="*/ 2178216 w 5799173"/>
              <a:gd name="connsiteY29458" fmla="*/ 2336070 h 5017219"/>
              <a:gd name="connsiteX29459" fmla="*/ 2177136 w 5799173"/>
              <a:gd name="connsiteY29459" fmla="*/ 2336734 h 5017219"/>
              <a:gd name="connsiteX29460" fmla="*/ 2399769 w 5799173"/>
              <a:gd name="connsiteY29460" fmla="*/ 2401241 h 5017219"/>
              <a:gd name="connsiteX29461" fmla="*/ 2398688 w 5799173"/>
              <a:gd name="connsiteY29461" fmla="*/ 2400577 h 5017219"/>
              <a:gd name="connsiteX29462" fmla="*/ 2389634 w 5799173"/>
              <a:gd name="connsiteY29462" fmla="*/ 2384875 h 5017219"/>
              <a:gd name="connsiteX29463" fmla="*/ 2389634 w 5799173"/>
              <a:gd name="connsiteY29463" fmla="*/ 2383629 h 5017219"/>
              <a:gd name="connsiteX29464" fmla="*/ 2398689 w 5799173"/>
              <a:gd name="connsiteY29464" fmla="*/ 2367927 h 5017219"/>
              <a:gd name="connsiteX29465" fmla="*/ 2399768 w 5799173"/>
              <a:gd name="connsiteY29465" fmla="*/ 2367262 h 5017219"/>
              <a:gd name="connsiteX29466" fmla="*/ 2417880 w 5799173"/>
              <a:gd name="connsiteY29466" fmla="*/ 2367262 h 5017219"/>
              <a:gd name="connsiteX29467" fmla="*/ 2418960 w 5799173"/>
              <a:gd name="connsiteY29467" fmla="*/ 2367927 h 5017219"/>
              <a:gd name="connsiteX29468" fmla="*/ 2428015 w 5799173"/>
              <a:gd name="connsiteY29468" fmla="*/ 2383629 h 5017219"/>
              <a:gd name="connsiteX29469" fmla="*/ 2428015 w 5799173"/>
              <a:gd name="connsiteY29469" fmla="*/ 2384875 h 5017219"/>
              <a:gd name="connsiteX29470" fmla="*/ 2418960 w 5799173"/>
              <a:gd name="connsiteY29470" fmla="*/ 2400577 h 5017219"/>
              <a:gd name="connsiteX29471" fmla="*/ 2417880 w 5799173"/>
              <a:gd name="connsiteY29471" fmla="*/ 2401241 h 5017219"/>
              <a:gd name="connsiteX29472" fmla="*/ 2339510 w 5799173"/>
              <a:gd name="connsiteY29472" fmla="*/ 2385283 h 5017219"/>
              <a:gd name="connsiteX29473" fmla="*/ 2338430 w 5799173"/>
              <a:gd name="connsiteY29473" fmla="*/ 2384618 h 5017219"/>
              <a:gd name="connsiteX29474" fmla="*/ 2329292 w 5799173"/>
              <a:gd name="connsiteY29474" fmla="*/ 2368750 h 5017219"/>
              <a:gd name="connsiteX29475" fmla="*/ 2329292 w 5799173"/>
              <a:gd name="connsiteY29475" fmla="*/ 2367421 h 5017219"/>
              <a:gd name="connsiteX29476" fmla="*/ 2338430 w 5799173"/>
              <a:gd name="connsiteY29476" fmla="*/ 2351553 h 5017219"/>
              <a:gd name="connsiteX29477" fmla="*/ 2339510 w 5799173"/>
              <a:gd name="connsiteY29477" fmla="*/ 2350888 h 5017219"/>
              <a:gd name="connsiteX29478" fmla="*/ 2357788 w 5799173"/>
              <a:gd name="connsiteY29478" fmla="*/ 2350888 h 5017219"/>
              <a:gd name="connsiteX29479" fmla="*/ 2358868 w 5799173"/>
              <a:gd name="connsiteY29479" fmla="*/ 2351553 h 5017219"/>
              <a:gd name="connsiteX29480" fmla="*/ 2368006 w 5799173"/>
              <a:gd name="connsiteY29480" fmla="*/ 2367421 h 5017219"/>
              <a:gd name="connsiteX29481" fmla="*/ 2368006 w 5799173"/>
              <a:gd name="connsiteY29481" fmla="*/ 2368750 h 5017219"/>
              <a:gd name="connsiteX29482" fmla="*/ 2358868 w 5799173"/>
              <a:gd name="connsiteY29482" fmla="*/ 2384618 h 5017219"/>
              <a:gd name="connsiteX29483" fmla="*/ 2357788 w 5799173"/>
              <a:gd name="connsiteY29483" fmla="*/ 2385283 h 5017219"/>
              <a:gd name="connsiteX29484" fmla="*/ 2219034 w 5799173"/>
              <a:gd name="connsiteY29484" fmla="*/ 2353192 h 5017219"/>
              <a:gd name="connsiteX29485" fmla="*/ 2217871 w 5799173"/>
              <a:gd name="connsiteY29485" fmla="*/ 2352527 h 5017219"/>
              <a:gd name="connsiteX29486" fmla="*/ 2208649 w 5799173"/>
              <a:gd name="connsiteY29486" fmla="*/ 2336576 h 5017219"/>
              <a:gd name="connsiteX29487" fmla="*/ 2208649 w 5799173"/>
              <a:gd name="connsiteY29487" fmla="*/ 2335247 h 5017219"/>
              <a:gd name="connsiteX29488" fmla="*/ 2217871 w 5799173"/>
              <a:gd name="connsiteY29488" fmla="*/ 2319296 h 5017219"/>
              <a:gd name="connsiteX29489" fmla="*/ 2219034 w 5799173"/>
              <a:gd name="connsiteY29489" fmla="*/ 2318631 h 5017219"/>
              <a:gd name="connsiteX29490" fmla="*/ 2237477 w 5799173"/>
              <a:gd name="connsiteY29490" fmla="*/ 2318631 h 5017219"/>
              <a:gd name="connsiteX29491" fmla="*/ 2238640 w 5799173"/>
              <a:gd name="connsiteY29491" fmla="*/ 2319296 h 5017219"/>
              <a:gd name="connsiteX29492" fmla="*/ 2247862 w 5799173"/>
              <a:gd name="connsiteY29492" fmla="*/ 2335247 h 5017219"/>
              <a:gd name="connsiteX29493" fmla="*/ 2247862 w 5799173"/>
              <a:gd name="connsiteY29493" fmla="*/ 2336576 h 5017219"/>
              <a:gd name="connsiteX29494" fmla="*/ 2238640 w 5799173"/>
              <a:gd name="connsiteY29494" fmla="*/ 2352527 h 5017219"/>
              <a:gd name="connsiteX29495" fmla="*/ 2237477 w 5799173"/>
              <a:gd name="connsiteY29495" fmla="*/ 2353192 h 5017219"/>
              <a:gd name="connsiteX29496" fmla="*/ 2279221 w 5799173"/>
              <a:gd name="connsiteY29496" fmla="*/ 2369319 h 5017219"/>
              <a:gd name="connsiteX29497" fmla="*/ 2278058 w 5799173"/>
              <a:gd name="connsiteY29497" fmla="*/ 2368655 h 5017219"/>
              <a:gd name="connsiteX29498" fmla="*/ 2268836 w 5799173"/>
              <a:gd name="connsiteY29498" fmla="*/ 2352703 h 5017219"/>
              <a:gd name="connsiteX29499" fmla="*/ 2268836 w 5799173"/>
              <a:gd name="connsiteY29499" fmla="*/ 2351374 h 5017219"/>
              <a:gd name="connsiteX29500" fmla="*/ 2278058 w 5799173"/>
              <a:gd name="connsiteY29500" fmla="*/ 2335423 h 5017219"/>
              <a:gd name="connsiteX29501" fmla="*/ 2279221 w 5799173"/>
              <a:gd name="connsiteY29501" fmla="*/ 2334758 h 5017219"/>
              <a:gd name="connsiteX29502" fmla="*/ 2297664 w 5799173"/>
              <a:gd name="connsiteY29502" fmla="*/ 2334758 h 5017219"/>
              <a:gd name="connsiteX29503" fmla="*/ 2298827 w 5799173"/>
              <a:gd name="connsiteY29503" fmla="*/ 2335423 h 5017219"/>
              <a:gd name="connsiteX29504" fmla="*/ 2308049 w 5799173"/>
              <a:gd name="connsiteY29504" fmla="*/ 2351374 h 5017219"/>
              <a:gd name="connsiteX29505" fmla="*/ 2308049 w 5799173"/>
              <a:gd name="connsiteY29505" fmla="*/ 2352703 h 5017219"/>
              <a:gd name="connsiteX29506" fmla="*/ 2298827 w 5799173"/>
              <a:gd name="connsiteY29506" fmla="*/ 2368654 h 5017219"/>
              <a:gd name="connsiteX29507" fmla="*/ 2297664 w 5799173"/>
              <a:gd name="connsiteY29507" fmla="*/ 2369319 h 5017219"/>
              <a:gd name="connsiteX29508" fmla="*/ 2459780 w 5799173"/>
              <a:gd name="connsiteY29508" fmla="*/ 2417700 h 5017219"/>
              <a:gd name="connsiteX29509" fmla="*/ 2458617 w 5799173"/>
              <a:gd name="connsiteY29509" fmla="*/ 2417035 h 5017219"/>
              <a:gd name="connsiteX29510" fmla="*/ 2449394 w 5799173"/>
              <a:gd name="connsiteY29510" fmla="*/ 2401084 h 5017219"/>
              <a:gd name="connsiteX29511" fmla="*/ 2449394 w 5799173"/>
              <a:gd name="connsiteY29511" fmla="*/ 2399755 h 5017219"/>
              <a:gd name="connsiteX29512" fmla="*/ 2458616 w 5799173"/>
              <a:gd name="connsiteY29512" fmla="*/ 2383804 h 5017219"/>
              <a:gd name="connsiteX29513" fmla="*/ 2459780 w 5799173"/>
              <a:gd name="connsiteY29513" fmla="*/ 2383139 h 5017219"/>
              <a:gd name="connsiteX29514" fmla="*/ 2478223 w 5799173"/>
              <a:gd name="connsiteY29514" fmla="*/ 2383139 h 5017219"/>
              <a:gd name="connsiteX29515" fmla="*/ 2479386 w 5799173"/>
              <a:gd name="connsiteY29515" fmla="*/ 2383804 h 5017219"/>
              <a:gd name="connsiteX29516" fmla="*/ 2488607 w 5799173"/>
              <a:gd name="connsiteY29516" fmla="*/ 2399755 h 5017219"/>
              <a:gd name="connsiteX29517" fmla="*/ 2488607 w 5799173"/>
              <a:gd name="connsiteY29517" fmla="*/ 2401084 h 5017219"/>
              <a:gd name="connsiteX29518" fmla="*/ 2479385 w 5799173"/>
              <a:gd name="connsiteY29518" fmla="*/ 2417035 h 5017219"/>
              <a:gd name="connsiteX29519" fmla="*/ 2478223 w 5799173"/>
              <a:gd name="connsiteY29519" fmla="*/ 2417700 h 5017219"/>
              <a:gd name="connsiteX29520" fmla="*/ 3964080 w 5799173"/>
              <a:gd name="connsiteY29520" fmla="*/ 2821532 h 5017219"/>
              <a:gd name="connsiteX29521" fmla="*/ 3962917 w 5799173"/>
              <a:gd name="connsiteY29521" fmla="*/ 2820867 h 5017219"/>
              <a:gd name="connsiteX29522" fmla="*/ 3953364 w 5799173"/>
              <a:gd name="connsiteY29522" fmla="*/ 2804335 h 5017219"/>
              <a:gd name="connsiteX29523" fmla="*/ 3953363 w 5799173"/>
              <a:gd name="connsiteY29523" fmla="*/ 2803005 h 5017219"/>
              <a:gd name="connsiteX29524" fmla="*/ 3962918 w 5799173"/>
              <a:gd name="connsiteY29524" fmla="*/ 2786473 h 5017219"/>
              <a:gd name="connsiteX29525" fmla="*/ 3964080 w 5799173"/>
              <a:gd name="connsiteY29525" fmla="*/ 2785808 h 5017219"/>
              <a:gd name="connsiteX29526" fmla="*/ 3983188 w 5799173"/>
              <a:gd name="connsiteY29526" fmla="*/ 2785808 h 5017219"/>
              <a:gd name="connsiteX29527" fmla="*/ 3984352 w 5799173"/>
              <a:gd name="connsiteY29527" fmla="*/ 2786473 h 5017219"/>
              <a:gd name="connsiteX29528" fmla="*/ 3993905 w 5799173"/>
              <a:gd name="connsiteY29528" fmla="*/ 2803005 h 5017219"/>
              <a:gd name="connsiteX29529" fmla="*/ 3993906 w 5799173"/>
              <a:gd name="connsiteY29529" fmla="*/ 2804335 h 5017219"/>
              <a:gd name="connsiteX29530" fmla="*/ 3984351 w 5799173"/>
              <a:gd name="connsiteY29530" fmla="*/ 2820867 h 5017219"/>
              <a:gd name="connsiteX29531" fmla="*/ 3983188 w 5799173"/>
              <a:gd name="connsiteY29531" fmla="*/ 2821532 h 5017219"/>
              <a:gd name="connsiteX29532" fmla="*/ 292586 w 5799173"/>
              <a:gd name="connsiteY29532" fmla="*/ 1838049 h 5017219"/>
              <a:gd name="connsiteX29533" fmla="*/ 291424 w 5799173"/>
              <a:gd name="connsiteY29533" fmla="*/ 1837384 h 5017219"/>
              <a:gd name="connsiteX29534" fmla="*/ 281703 w 5799173"/>
              <a:gd name="connsiteY29534" fmla="*/ 1820519 h 5017219"/>
              <a:gd name="connsiteX29535" fmla="*/ 281703 w 5799173"/>
              <a:gd name="connsiteY29535" fmla="*/ 1819106 h 5017219"/>
              <a:gd name="connsiteX29536" fmla="*/ 291423 w 5799173"/>
              <a:gd name="connsiteY29536" fmla="*/ 1802241 h 5017219"/>
              <a:gd name="connsiteX29537" fmla="*/ 292587 w 5799173"/>
              <a:gd name="connsiteY29537" fmla="*/ 1801577 h 5017219"/>
              <a:gd name="connsiteX29538" fmla="*/ 312027 w 5799173"/>
              <a:gd name="connsiteY29538" fmla="*/ 1801577 h 5017219"/>
              <a:gd name="connsiteX29539" fmla="*/ 313191 w 5799173"/>
              <a:gd name="connsiteY29539" fmla="*/ 1802242 h 5017219"/>
              <a:gd name="connsiteX29540" fmla="*/ 322910 w 5799173"/>
              <a:gd name="connsiteY29540" fmla="*/ 1819107 h 5017219"/>
              <a:gd name="connsiteX29541" fmla="*/ 322910 w 5799173"/>
              <a:gd name="connsiteY29541" fmla="*/ 1820519 h 5017219"/>
              <a:gd name="connsiteX29542" fmla="*/ 313190 w 5799173"/>
              <a:gd name="connsiteY29542" fmla="*/ 1837384 h 5017219"/>
              <a:gd name="connsiteX29543" fmla="*/ 312027 w 5799173"/>
              <a:gd name="connsiteY29543" fmla="*/ 1838049 h 5017219"/>
              <a:gd name="connsiteX29544" fmla="*/ 352587 w 5799173"/>
              <a:gd name="connsiteY29544" fmla="*/ 1854493 h 5017219"/>
              <a:gd name="connsiteX29545" fmla="*/ 351340 w 5799173"/>
              <a:gd name="connsiteY29545" fmla="*/ 1853829 h 5017219"/>
              <a:gd name="connsiteX29546" fmla="*/ 341455 w 5799173"/>
              <a:gd name="connsiteY29546" fmla="*/ 1836714 h 5017219"/>
              <a:gd name="connsiteX29547" fmla="*/ 341454 w 5799173"/>
              <a:gd name="connsiteY29547" fmla="*/ 1835302 h 5017219"/>
              <a:gd name="connsiteX29548" fmla="*/ 351340 w 5799173"/>
              <a:gd name="connsiteY29548" fmla="*/ 1818188 h 5017219"/>
              <a:gd name="connsiteX29549" fmla="*/ 352587 w 5799173"/>
              <a:gd name="connsiteY29549" fmla="*/ 1817523 h 5017219"/>
              <a:gd name="connsiteX29550" fmla="*/ 372276 w 5799173"/>
              <a:gd name="connsiteY29550" fmla="*/ 1817523 h 5017219"/>
              <a:gd name="connsiteX29551" fmla="*/ 373523 w 5799173"/>
              <a:gd name="connsiteY29551" fmla="*/ 1818188 h 5017219"/>
              <a:gd name="connsiteX29552" fmla="*/ 383409 w 5799173"/>
              <a:gd name="connsiteY29552" fmla="*/ 1835302 h 5017219"/>
              <a:gd name="connsiteX29553" fmla="*/ 383409 w 5799173"/>
              <a:gd name="connsiteY29553" fmla="*/ 1836714 h 5017219"/>
              <a:gd name="connsiteX29554" fmla="*/ 373523 w 5799173"/>
              <a:gd name="connsiteY29554" fmla="*/ 1853829 h 5017219"/>
              <a:gd name="connsiteX29555" fmla="*/ 372276 w 5799173"/>
              <a:gd name="connsiteY29555" fmla="*/ 1854493 h 5017219"/>
              <a:gd name="connsiteX29556" fmla="*/ 2519287 w 5799173"/>
              <a:gd name="connsiteY29556" fmla="*/ 2435164 h 5017219"/>
              <a:gd name="connsiteX29557" fmla="*/ 2518041 w 5799173"/>
              <a:gd name="connsiteY29557" fmla="*/ 2434500 h 5017219"/>
              <a:gd name="connsiteX29558" fmla="*/ 2508155 w 5799173"/>
              <a:gd name="connsiteY29558" fmla="*/ 2417302 h 5017219"/>
              <a:gd name="connsiteX29559" fmla="*/ 2508155 w 5799173"/>
              <a:gd name="connsiteY29559" fmla="*/ 2415890 h 5017219"/>
              <a:gd name="connsiteX29560" fmla="*/ 2518041 w 5799173"/>
              <a:gd name="connsiteY29560" fmla="*/ 2398693 h 5017219"/>
              <a:gd name="connsiteX29561" fmla="*/ 2519287 w 5799173"/>
              <a:gd name="connsiteY29561" fmla="*/ 2398028 h 5017219"/>
              <a:gd name="connsiteX29562" fmla="*/ 2539144 w 5799173"/>
              <a:gd name="connsiteY29562" fmla="*/ 2398028 h 5017219"/>
              <a:gd name="connsiteX29563" fmla="*/ 2540390 w 5799173"/>
              <a:gd name="connsiteY29563" fmla="*/ 2398693 h 5017219"/>
              <a:gd name="connsiteX29564" fmla="*/ 2550276 w 5799173"/>
              <a:gd name="connsiteY29564" fmla="*/ 2415890 h 5017219"/>
              <a:gd name="connsiteX29565" fmla="*/ 2550276 w 5799173"/>
              <a:gd name="connsiteY29565" fmla="*/ 2417302 h 5017219"/>
              <a:gd name="connsiteX29566" fmla="*/ 2540390 w 5799173"/>
              <a:gd name="connsiteY29566" fmla="*/ 2434500 h 5017219"/>
              <a:gd name="connsiteX29567" fmla="*/ 2539144 w 5799173"/>
              <a:gd name="connsiteY29567" fmla="*/ 2435164 h 5017219"/>
              <a:gd name="connsiteX29568" fmla="*/ 412689 w 5799173"/>
              <a:gd name="connsiteY29568" fmla="*/ 1870797 h 5017219"/>
              <a:gd name="connsiteX29569" fmla="*/ 411443 w 5799173"/>
              <a:gd name="connsiteY29569" fmla="*/ 1870133 h 5017219"/>
              <a:gd name="connsiteX29570" fmla="*/ 401473 w 5799173"/>
              <a:gd name="connsiteY29570" fmla="*/ 1852852 h 5017219"/>
              <a:gd name="connsiteX29571" fmla="*/ 401472 w 5799173"/>
              <a:gd name="connsiteY29571" fmla="*/ 1851440 h 5017219"/>
              <a:gd name="connsiteX29572" fmla="*/ 411443 w 5799173"/>
              <a:gd name="connsiteY29572" fmla="*/ 1834159 h 5017219"/>
              <a:gd name="connsiteX29573" fmla="*/ 412688 w 5799173"/>
              <a:gd name="connsiteY29573" fmla="*/ 1833494 h 5017219"/>
              <a:gd name="connsiteX29574" fmla="*/ 432628 w 5799173"/>
              <a:gd name="connsiteY29574" fmla="*/ 1833494 h 5017219"/>
              <a:gd name="connsiteX29575" fmla="*/ 433874 w 5799173"/>
              <a:gd name="connsiteY29575" fmla="*/ 1834160 h 5017219"/>
              <a:gd name="connsiteX29576" fmla="*/ 443842 w 5799173"/>
              <a:gd name="connsiteY29576" fmla="*/ 1851439 h 5017219"/>
              <a:gd name="connsiteX29577" fmla="*/ 443843 w 5799173"/>
              <a:gd name="connsiteY29577" fmla="*/ 1852851 h 5017219"/>
              <a:gd name="connsiteX29578" fmla="*/ 433873 w 5799173"/>
              <a:gd name="connsiteY29578" fmla="*/ 1870132 h 5017219"/>
              <a:gd name="connsiteX29579" fmla="*/ 432628 w 5799173"/>
              <a:gd name="connsiteY29579" fmla="*/ 1870797 h 5017219"/>
              <a:gd name="connsiteX29580" fmla="*/ 4083988 w 5799173"/>
              <a:gd name="connsiteY29580" fmla="*/ 2854704 h 5017219"/>
              <a:gd name="connsiteX29581" fmla="*/ 4082742 w 5799173"/>
              <a:gd name="connsiteY29581" fmla="*/ 2853956 h 5017219"/>
              <a:gd name="connsiteX29582" fmla="*/ 4072688 w 5799173"/>
              <a:gd name="connsiteY29582" fmla="*/ 2836510 h 5017219"/>
              <a:gd name="connsiteX29583" fmla="*/ 4072689 w 5799173"/>
              <a:gd name="connsiteY29583" fmla="*/ 2835097 h 5017219"/>
              <a:gd name="connsiteX29584" fmla="*/ 4082742 w 5799173"/>
              <a:gd name="connsiteY29584" fmla="*/ 2817651 h 5017219"/>
              <a:gd name="connsiteX29585" fmla="*/ 4083988 w 5799173"/>
              <a:gd name="connsiteY29585" fmla="*/ 2816903 h 5017219"/>
              <a:gd name="connsiteX29586" fmla="*/ 4104093 w 5799173"/>
              <a:gd name="connsiteY29586" fmla="*/ 2816903 h 5017219"/>
              <a:gd name="connsiteX29587" fmla="*/ 4105339 w 5799173"/>
              <a:gd name="connsiteY29587" fmla="*/ 2817651 h 5017219"/>
              <a:gd name="connsiteX29588" fmla="*/ 4115391 w 5799173"/>
              <a:gd name="connsiteY29588" fmla="*/ 2835097 h 5017219"/>
              <a:gd name="connsiteX29589" fmla="*/ 4115392 w 5799173"/>
              <a:gd name="connsiteY29589" fmla="*/ 2836510 h 5017219"/>
              <a:gd name="connsiteX29590" fmla="*/ 4105339 w 5799173"/>
              <a:gd name="connsiteY29590" fmla="*/ 2853956 h 5017219"/>
              <a:gd name="connsiteX29591" fmla="*/ 4104093 w 5799173"/>
              <a:gd name="connsiteY29591" fmla="*/ 2854704 h 5017219"/>
              <a:gd name="connsiteX29592" fmla="*/ 472731 w 5799173"/>
              <a:gd name="connsiteY29592" fmla="*/ 1887176 h 5017219"/>
              <a:gd name="connsiteX29593" fmla="*/ 471485 w 5799173"/>
              <a:gd name="connsiteY29593" fmla="*/ 1886429 h 5017219"/>
              <a:gd name="connsiteX29594" fmla="*/ 461349 w 5799173"/>
              <a:gd name="connsiteY29594" fmla="*/ 1868899 h 5017219"/>
              <a:gd name="connsiteX29595" fmla="*/ 461349 w 5799173"/>
              <a:gd name="connsiteY29595" fmla="*/ 1867487 h 5017219"/>
              <a:gd name="connsiteX29596" fmla="*/ 471485 w 5799173"/>
              <a:gd name="connsiteY29596" fmla="*/ 1849957 h 5017219"/>
              <a:gd name="connsiteX29597" fmla="*/ 472731 w 5799173"/>
              <a:gd name="connsiteY29597" fmla="*/ 1849209 h 5017219"/>
              <a:gd name="connsiteX29598" fmla="*/ 493001 w 5799173"/>
              <a:gd name="connsiteY29598" fmla="*/ 1849209 h 5017219"/>
              <a:gd name="connsiteX29599" fmla="*/ 494247 w 5799173"/>
              <a:gd name="connsiteY29599" fmla="*/ 1849957 h 5017219"/>
              <a:gd name="connsiteX29600" fmla="*/ 504384 w 5799173"/>
              <a:gd name="connsiteY29600" fmla="*/ 1867487 h 5017219"/>
              <a:gd name="connsiteX29601" fmla="*/ 504384 w 5799173"/>
              <a:gd name="connsiteY29601" fmla="*/ 1868899 h 5017219"/>
              <a:gd name="connsiteX29602" fmla="*/ 494248 w 5799173"/>
              <a:gd name="connsiteY29602" fmla="*/ 1886429 h 5017219"/>
              <a:gd name="connsiteX29603" fmla="*/ 493002 w 5799173"/>
              <a:gd name="connsiteY29603" fmla="*/ 1887176 h 5017219"/>
              <a:gd name="connsiteX29604" fmla="*/ 532917 w 5799173"/>
              <a:gd name="connsiteY29604" fmla="*/ 1903303 h 5017219"/>
              <a:gd name="connsiteX29605" fmla="*/ 531671 w 5799173"/>
              <a:gd name="connsiteY29605" fmla="*/ 1902556 h 5017219"/>
              <a:gd name="connsiteX29606" fmla="*/ 521535 w 5799173"/>
              <a:gd name="connsiteY29606" fmla="*/ 1885026 h 5017219"/>
              <a:gd name="connsiteX29607" fmla="*/ 521535 w 5799173"/>
              <a:gd name="connsiteY29607" fmla="*/ 1883614 h 5017219"/>
              <a:gd name="connsiteX29608" fmla="*/ 531671 w 5799173"/>
              <a:gd name="connsiteY29608" fmla="*/ 1866084 h 5017219"/>
              <a:gd name="connsiteX29609" fmla="*/ 532917 w 5799173"/>
              <a:gd name="connsiteY29609" fmla="*/ 1865336 h 5017219"/>
              <a:gd name="connsiteX29610" fmla="*/ 553187 w 5799173"/>
              <a:gd name="connsiteY29610" fmla="*/ 1865336 h 5017219"/>
              <a:gd name="connsiteX29611" fmla="*/ 554433 w 5799173"/>
              <a:gd name="connsiteY29611" fmla="*/ 1866084 h 5017219"/>
              <a:gd name="connsiteX29612" fmla="*/ 564569 w 5799173"/>
              <a:gd name="connsiteY29612" fmla="*/ 1883614 h 5017219"/>
              <a:gd name="connsiteX29613" fmla="*/ 564570 w 5799173"/>
              <a:gd name="connsiteY29613" fmla="*/ 1885026 h 5017219"/>
              <a:gd name="connsiteX29614" fmla="*/ 554434 w 5799173"/>
              <a:gd name="connsiteY29614" fmla="*/ 1902556 h 5017219"/>
              <a:gd name="connsiteX29615" fmla="*/ 553188 w 5799173"/>
              <a:gd name="connsiteY29615" fmla="*/ 1903303 h 5017219"/>
              <a:gd name="connsiteX29616" fmla="*/ 1074592 w 5799173"/>
              <a:gd name="connsiteY29616" fmla="*/ 2048445 h 5017219"/>
              <a:gd name="connsiteX29617" fmla="*/ 1073347 w 5799173"/>
              <a:gd name="connsiteY29617" fmla="*/ 2047698 h 5017219"/>
              <a:gd name="connsiteX29618" fmla="*/ 1063210 w 5799173"/>
              <a:gd name="connsiteY29618" fmla="*/ 2030168 h 5017219"/>
              <a:gd name="connsiteX29619" fmla="*/ 1063210 w 5799173"/>
              <a:gd name="connsiteY29619" fmla="*/ 2028756 h 5017219"/>
              <a:gd name="connsiteX29620" fmla="*/ 1073346 w 5799173"/>
              <a:gd name="connsiteY29620" fmla="*/ 2011226 h 5017219"/>
              <a:gd name="connsiteX29621" fmla="*/ 1074592 w 5799173"/>
              <a:gd name="connsiteY29621" fmla="*/ 2010478 h 5017219"/>
              <a:gd name="connsiteX29622" fmla="*/ 1094864 w 5799173"/>
              <a:gd name="connsiteY29622" fmla="*/ 2010478 h 5017219"/>
              <a:gd name="connsiteX29623" fmla="*/ 1096109 w 5799173"/>
              <a:gd name="connsiteY29623" fmla="*/ 2011226 h 5017219"/>
              <a:gd name="connsiteX29624" fmla="*/ 1106245 w 5799173"/>
              <a:gd name="connsiteY29624" fmla="*/ 2028756 h 5017219"/>
              <a:gd name="connsiteX29625" fmla="*/ 1106245 w 5799173"/>
              <a:gd name="connsiteY29625" fmla="*/ 2030168 h 5017219"/>
              <a:gd name="connsiteX29626" fmla="*/ 1096109 w 5799173"/>
              <a:gd name="connsiteY29626" fmla="*/ 2047698 h 5017219"/>
              <a:gd name="connsiteX29627" fmla="*/ 1094863 w 5799173"/>
              <a:gd name="connsiteY29627" fmla="*/ 2048445 h 5017219"/>
              <a:gd name="connsiteX29628" fmla="*/ 4505208 w 5799173"/>
              <a:gd name="connsiteY29628" fmla="*/ 2967675 h 5017219"/>
              <a:gd name="connsiteX29629" fmla="*/ 4503963 w 5799173"/>
              <a:gd name="connsiteY29629" fmla="*/ 2966928 h 5017219"/>
              <a:gd name="connsiteX29630" fmla="*/ 4493826 w 5799173"/>
              <a:gd name="connsiteY29630" fmla="*/ 2949398 h 5017219"/>
              <a:gd name="connsiteX29631" fmla="*/ 4493826 w 5799173"/>
              <a:gd name="connsiteY29631" fmla="*/ 2947986 h 5017219"/>
              <a:gd name="connsiteX29632" fmla="*/ 4503962 w 5799173"/>
              <a:gd name="connsiteY29632" fmla="*/ 2930456 h 5017219"/>
              <a:gd name="connsiteX29633" fmla="*/ 4505208 w 5799173"/>
              <a:gd name="connsiteY29633" fmla="*/ 2929708 h 5017219"/>
              <a:gd name="connsiteX29634" fmla="*/ 4525480 w 5799173"/>
              <a:gd name="connsiteY29634" fmla="*/ 2929708 h 5017219"/>
              <a:gd name="connsiteX29635" fmla="*/ 4526725 w 5799173"/>
              <a:gd name="connsiteY29635" fmla="*/ 2930456 h 5017219"/>
              <a:gd name="connsiteX29636" fmla="*/ 4536861 w 5799173"/>
              <a:gd name="connsiteY29636" fmla="*/ 2947986 h 5017219"/>
              <a:gd name="connsiteX29637" fmla="*/ 4536861 w 5799173"/>
              <a:gd name="connsiteY29637" fmla="*/ 2949398 h 5017219"/>
              <a:gd name="connsiteX29638" fmla="*/ 4526725 w 5799173"/>
              <a:gd name="connsiteY29638" fmla="*/ 2966928 h 5017219"/>
              <a:gd name="connsiteX29639" fmla="*/ 4525479 w 5799173"/>
              <a:gd name="connsiteY29639" fmla="*/ 2967675 h 5017219"/>
              <a:gd name="connsiteX29640" fmla="*/ 593020 w 5799173"/>
              <a:gd name="connsiteY29640" fmla="*/ 1919513 h 5017219"/>
              <a:gd name="connsiteX29641" fmla="*/ 591773 w 5799173"/>
              <a:gd name="connsiteY29641" fmla="*/ 1918766 h 5017219"/>
              <a:gd name="connsiteX29642" fmla="*/ 581638 w 5799173"/>
              <a:gd name="connsiteY29642" fmla="*/ 1901153 h 5017219"/>
              <a:gd name="connsiteX29643" fmla="*/ 581637 w 5799173"/>
              <a:gd name="connsiteY29643" fmla="*/ 1899741 h 5017219"/>
              <a:gd name="connsiteX29644" fmla="*/ 591857 w 5799173"/>
              <a:gd name="connsiteY29644" fmla="*/ 1882128 h 5017219"/>
              <a:gd name="connsiteX29645" fmla="*/ 593103 w 5799173"/>
              <a:gd name="connsiteY29645" fmla="*/ 1881380 h 5017219"/>
              <a:gd name="connsiteX29646" fmla="*/ 613457 w 5799173"/>
              <a:gd name="connsiteY29646" fmla="*/ 1881380 h 5017219"/>
              <a:gd name="connsiteX29647" fmla="*/ 614702 w 5799173"/>
              <a:gd name="connsiteY29647" fmla="*/ 1882128 h 5017219"/>
              <a:gd name="connsiteX29648" fmla="*/ 624838 w 5799173"/>
              <a:gd name="connsiteY29648" fmla="*/ 1899741 h 5017219"/>
              <a:gd name="connsiteX29649" fmla="*/ 624839 w 5799173"/>
              <a:gd name="connsiteY29649" fmla="*/ 1901153 h 5017219"/>
              <a:gd name="connsiteX29650" fmla="*/ 614620 w 5799173"/>
              <a:gd name="connsiteY29650" fmla="*/ 1918766 h 5017219"/>
              <a:gd name="connsiteX29651" fmla="*/ 613373 w 5799173"/>
              <a:gd name="connsiteY29651" fmla="*/ 1919513 h 5017219"/>
              <a:gd name="connsiteX29652" fmla="*/ 4144007 w 5799173"/>
              <a:gd name="connsiteY29652" fmla="*/ 2870997 h 5017219"/>
              <a:gd name="connsiteX29653" fmla="*/ 4142761 w 5799173"/>
              <a:gd name="connsiteY29653" fmla="*/ 2870250 h 5017219"/>
              <a:gd name="connsiteX29654" fmla="*/ 4132625 w 5799173"/>
              <a:gd name="connsiteY29654" fmla="*/ 2852637 h 5017219"/>
              <a:gd name="connsiteX29655" fmla="*/ 4132625 w 5799173"/>
              <a:gd name="connsiteY29655" fmla="*/ 2851225 h 5017219"/>
              <a:gd name="connsiteX29656" fmla="*/ 4142844 w 5799173"/>
              <a:gd name="connsiteY29656" fmla="*/ 2833612 h 5017219"/>
              <a:gd name="connsiteX29657" fmla="*/ 4144090 w 5799173"/>
              <a:gd name="connsiteY29657" fmla="*/ 2832864 h 5017219"/>
              <a:gd name="connsiteX29658" fmla="*/ 4164444 w 5799173"/>
              <a:gd name="connsiteY29658" fmla="*/ 2832864 h 5017219"/>
              <a:gd name="connsiteX29659" fmla="*/ 4165691 w 5799173"/>
              <a:gd name="connsiteY29659" fmla="*/ 2833612 h 5017219"/>
              <a:gd name="connsiteX29660" fmla="*/ 4175826 w 5799173"/>
              <a:gd name="connsiteY29660" fmla="*/ 2851225 h 5017219"/>
              <a:gd name="connsiteX29661" fmla="*/ 4175826 w 5799173"/>
              <a:gd name="connsiteY29661" fmla="*/ 2852637 h 5017219"/>
              <a:gd name="connsiteX29662" fmla="*/ 4165607 w 5799173"/>
              <a:gd name="connsiteY29662" fmla="*/ 2870250 h 5017219"/>
              <a:gd name="connsiteX29663" fmla="*/ 4164361 w 5799173"/>
              <a:gd name="connsiteY29663" fmla="*/ 2870997 h 5017219"/>
              <a:gd name="connsiteX29664" fmla="*/ 5227359 w 5799173"/>
              <a:gd name="connsiteY29664" fmla="*/ 3161280 h 5017219"/>
              <a:gd name="connsiteX29665" fmla="*/ 5226112 w 5799173"/>
              <a:gd name="connsiteY29665" fmla="*/ 3160533 h 5017219"/>
              <a:gd name="connsiteX29666" fmla="*/ 5215977 w 5799173"/>
              <a:gd name="connsiteY29666" fmla="*/ 3142920 h 5017219"/>
              <a:gd name="connsiteX29667" fmla="*/ 5215977 w 5799173"/>
              <a:gd name="connsiteY29667" fmla="*/ 3141508 h 5017219"/>
              <a:gd name="connsiteX29668" fmla="*/ 5226196 w 5799173"/>
              <a:gd name="connsiteY29668" fmla="*/ 3123895 h 5017219"/>
              <a:gd name="connsiteX29669" fmla="*/ 5227442 w 5799173"/>
              <a:gd name="connsiteY29669" fmla="*/ 3123147 h 5017219"/>
              <a:gd name="connsiteX29670" fmla="*/ 5247795 w 5799173"/>
              <a:gd name="connsiteY29670" fmla="*/ 3123147 h 5017219"/>
              <a:gd name="connsiteX29671" fmla="*/ 5249043 w 5799173"/>
              <a:gd name="connsiteY29671" fmla="*/ 3123895 h 5017219"/>
              <a:gd name="connsiteX29672" fmla="*/ 5259178 w 5799173"/>
              <a:gd name="connsiteY29672" fmla="*/ 3141508 h 5017219"/>
              <a:gd name="connsiteX29673" fmla="*/ 5259178 w 5799173"/>
              <a:gd name="connsiteY29673" fmla="*/ 3142920 h 5017219"/>
              <a:gd name="connsiteX29674" fmla="*/ 5248959 w 5799173"/>
              <a:gd name="connsiteY29674" fmla="*/ 3160533 h 5017219"/>
              <a:gd name="connsiteX29675" fmla="*/ 5247713 w 5799173"/>
              <a:gd name="connsiteY29675" fmla="*/ 3161280 h 5017219"/>
              <a:gd name="connsiteX29676" fmla="*/ 3301296 w 5799173"/>
              <a:gd name="connsiteY29676" fmla="*/ 2645457 h 5017219"/>
              <a:gd name="connsiteX29677" fmla="*/ 3300050 w 5799173"/>
              <a:gd name="connsiteY29677" fmla="*/ 2644709 h 5017219"/>
              <a:gd name="connsiteX29678" fmla="*/ 3289748 w 5799173"/>
              <a:gd name="connsiteY29678" fmla="*/ 2626931 h 5017219"/>
              <a:gd name="connsiteX29679" fmla="*/ 3289748 w 5799173"/>
              <a:gd name="connsiteY29679" fmla="*/ 2625518 h 5017219"/>
              <a:gd name="connsiteX29680" fmla="*/ 3300050 w 5799173"/>
              <a:gd name="connsiteY29680" fmla="*/ 2607739 h 5017219"/>
              <a:gd name="connsiteX29681" fmla="*/ 3301296 w 5799173"/>
              <a:gd name="connsiteY29681" fmla="*/ 2606991 h 5017219"/>
              <a:gd name="connsiteX29682" fmla="*/ 3321816 w 5799173"/>
              <a:gd name="connsiteY29682" fmla="*/ 2606991 h 5017219"/>
              <a:gd name="connsiteX29683" fmla="*/ 3323063 w 5799173"/>
              <a:gd name="connsiteY29683" fmla="*/ 2607739 h 5017219"/>
              <a:gd name="connsiteX29684" fmla="*/ 3333364 w 5799173"/>
              <a:gd name="connsiteY29684" fmla="*/ 2625519 h 5017219"/>
              <a:gd name="connsiteX29685" fmla="*/ 3333364 w 5799173"/>
              <a:gd name="connsiteY29685" fmla="*/ 2626930 h 5017219"/>
              <a:gd name="connsiteX29686" fmla="*/ 3323063 w 5799173"/>
              <a:gd name="connsiteY29686" fmla="*/ 2644710 h 5017219"/>
              <a:gd name="connsiteX29687" fmla="*/ 3321816 w 5799173"/>
              <a:gd name="connsiteY29687" fmla="*/ 2645458 h 5017219"/>
              <a:gd name="connsiteX29688" fmla="*/ 4324471 w 5799173"/>
              <a:gd name="connsiteY29688" fmla="*/ 2919720 h 5017219"/>
              <a:gd name="connsiteX29689" fmla="*/ 4323225 w 5799173"/>
              <a:gd name="connsiteY29689" fmla="*/ 2918972 h 5017219"/>
              <a:gd name="connsiteX29690" fmla="*/ 4312923 w 5799173"/>
              <a:gd name="connsiteY29690" fmla="*/ 2901110 h 5017219"/>
              <a:gd name="connsiteX29691" fmla="*/ 4312923 w 5799173"/>
              <a:gd name="connsiteY29691" fmla="*/ 2899615 h 5017219"/>
              <a:gd name="connsiteX29692" fmla="*/ 4323225 w 5799173"/>
              <a:gd name="connsiteY29692" fmla="*/ 2881753 h 5017219"/>
              <a:gd name="connsiteX29693" fmla="*/ 4324471 w 5799173"/>
              <a:gd name="connsiteY29693" fmla="*/ 2881005 h 5017219"/>
              <a:gd name="connsiteX29694" fmla="*/ 4345158 w 5799173"/>
              <a:gd name="connsiteY29694" fmla="*/ 2881005 h 5017219"/>
              <a:gd name="connsiteX29695" fmla="*/ 4346403 w 5799173"/>
              <a:gd name="connsiteY29695" fmla="*/ 2881753 h 5017219"/>
              <a:gd name="connsiteX29696" fmla="*/ 4356705 w 5799173"/>
              <a:gd name="connsiteY29696" fmla="*/ 2899615 h 5017219"/>
              <a:gd name="connsiteX29697" fmla="*/ 4356706 w 5799173"/>
              <a:gd name="connsiteY29697" fmla="*/ 2901110 h 5017219"/>
              <a:gd name="connsiteX29698" fmla="*/ 4346403 w 5799173"/>
              <a:gd name="connsiteY29698" fmla="*/ 2918972 h 5017219"/>
              <a:gd name="connsiteX29699" fmla="*/ 4345158 w 5799173"/>
              <a:gd name="connsiteY29699" fmla="*/ 2919720 h 5017219"/>
              <a:gd name="connsiteX29700" fmla="*/ 5046705 w 5799173"/>
              <a:gd name="connsiteY29700" fmla="*/ 3113242 h 5017219"/>
              <a:gd name="connsiteX29701" fmla="*/ 5045459 w 5799173"/>
              <a:gd name="connsiteY29701" fmla="*/ 3112494 h 5017219"/>
              <a:gd name="connsiteX29702" fmla="*/ 5035157 w 5799173"/>
              <a:gd name="connsiteY29702" fmla="*/ 3094632 h 5017219"/>
              <a:gd name="connsiteX29703" fmla="*/ 5035157 w 5799173"/>
              <a:gd name="connsiteY29703" fmla="*/ 3093137 h 5017219"/>
              <a:gd name="connsiteX29704" fmla="*/ 5045459 w 5799173"/>
              <a:gd name="connsiteY29704" fmla="*/ 3075275 h 5017219"/>
              <a:gd name="connsiteX29705" fmla="*/ 5046705 w 5799173"/>
              <a:gd name="connsiteY29705" fmla="*/ 3074527 h 5017219"/>
              <a:gd name="connsiteX29706" fmla="*/ 5067392 w 5799173"/>
              <a:gd name="connsiteY29706" fmla="*/ 3074527 h 5017219"/>
              <a:gd name="connsiteX29707" fmla="*/ 5068638 w 5799173"/>
              <a:gd name="connsiteY29707" fmla="*/ 3075275 h 5017219"/>
              <a:gd name="connsiteX29708" fmla="*/ 5078940 w 5799173"/>
              <a:gd name="connsiteY29708" fmla="*/ 3093137 h 5017219"/>
              <a:gd name="connsiteX29709" fmla="*/ 5078940 w 5799173"/>
              <a:gd name="connsiteY29709" fmla="*/ 3094632 h 5017219"/>
              <a:gd name="connsiteX29710" fmla="*/ 5068638 w 5799173"/>
              <a:gd name="connsiteY29710" fmla="*/ 3112494 h 5017219"/>
              <a:gd name="connsiteX29711" fmla="*/ 5067392 w 5799173"/>
              <a:gd name="connsiteY29711" fmla="*/ 3113242 h 5017219"/>
              <a:gd name="connsiteX29712" fmla="*/ 653029 w 5799173"/>
              <a:gd name="connsiteY29712" fmla="*/ 1936054 h 5017219"/>
              <a:gd name="connsiteX29713" fmla="*/ 651782 w 5799173"/>
              <a:gd name="connsiteY29713" fmla="*/ 1935306 h 5017219"/>
              <a:gd name="connsiteX29714" fmla="*/ 641398 w 5799173"/>
              <a:gd name="connsiteY29714" fmla="*/ 1917361 h 5017219"/>
              <a:gd name="connsiteX29715" fmla="*/ 641398 w 5799173"/>
              <a:gd name="connsiteY29715" fmla="*/ 1915866 h 5017219"/>
              <a:gd name="connsiteX29716" fmla="*/ 651782 w 5799173"/>
              <a:gd name="connsiteY29716" fmla="*/ 1897921 h 5017219"/>
              <a:gd name="connsiteX29717" fmla="*/ 653028 w 5799173"/>
              <a:gd name="connsiteY29717" fmla="*/ 1897173 h 5017219"/>
              <a:gd name="connsiteX29718" fmla="*/ 673799 w 5799173"/>
              <a:gd name="connsiteY29718" fmla="*/ 1897173 h 5017219"/>
              <a:gd name="connsiteX29719" fmla="*/ 675045 w 5799173"/>
              <a:gd name="connsiteY29719" fmla="*/ 1897921 h 5017219"/>
              <a:gd name="connsiteX29720" fmla="*/ 685429 w 5799173"/>
              <a:gd name="connsiteY29720" fmla="*/ 1915866 h 5017219"/>
              <a:gd name="connsiteX29721" fmla="*/ 685429 w 5799173"/>
              <a:gd name="connsiteY29721" fmla="*/ 1917361 h 5017219"/>
              <a:gd name="connsiteX29722" fmla="*/ 675045 w 5799173"/>
              <a:gd name="connsiteY29722" fmla="*/ 1935306 h 5017219"/>
              <a:gd name="connsiteX29723" fmla="*/ 673799 w 5799173"/>
              <a:gd name="connsiteY29723" fmla="*/ 1936054 h 5017219"/>
              <a:gd name="connsiteX29724" fmla="*/ 713216 w 5799173"/>
              <a:gd name="connsiteY29724" fmla="*/ 1952181 h 5017219"/>
              <a:gd name="connsiteX29725" fmla="*/ 711969 w 5799173"/>
              <a:gd name="connsiteY29725" fmla="*/ 1951433 h 5017219"/>
              <a:gd name="connsiteX29726" fmla="*/ 701585 w 5799173"/>
              <a:gd name="connsiteY29726" fmla="*/ 1933488 h 5017219"/>
              <a:gd name="connsiteX29727" fmla="*/ 701585 w 5799173"/>
              <a:gd name="connsiteY29727" fmla="*/ 1931993 h 5017219"/>
              <a:gd name="connsiteX29728" fmla="*/ 711969 w 5799173"/>
              <a:gd name="connsiteY29728" fmla="*/ 1914048 h 5017219"/>
              <a:gd name="connsiteX29729" fmla="*/ 713215 w 5799173"/>
              <a:gd name="connsiteY29729" fmla="*/ 1913300 h 5017219"/>
              <a:gd name="connsiteX29730" fmla="*/ 733986 w 5799173"/>
              <a:gd name="connsiteY29730" fmla="*/ 1913300 h 5017219"/>
              <a:gd name="connsiteX29731" fmla="*/ 735232 w 5799173"/>
              <a:gd name="connsiteY29731" fmla="*/ 1914048 h 5017219"/>
              <a:gd name="connsiteX29732" fmla="*/ 745616 w 5799173"/>
              <a:gd name="connsiteY29732" fmla="*/ 1931993 h 5017219"/>
              <a:gd name="connsiteX29733" fmla="*/ 745616 w 5799173"/>
              <a:gd name="connsiteY29733" fmla="*/ 1933488 h 5017219"/>
              <a:gd name="connsiteX29734" fmla="*/ 735232 w 5799173"/>
              <a:gd name="connsiteY29734" fmla="*/ 1951433 h 5017219"/>
              <a:gd name="connsiteX29735" fmla="*/ 733986 w 5799173"/>
              <a:gd name="connsiteY29735" fmla="*/ 1952181 h 5017219"/>
              <a:gd name="connsiteX29736" fmla="*/ 3481782 w 5799173"/>
              <a:gd name="connsiteY29736" fmla="*/ 2694016 h 5017219"/>
              <a:gd name="connsiteX29737" fmla="*/ 3480536 w 5799173"/>
              <a:gd name="connsiteY29737" fmla="*/ 2693268 h 5017219"/>
              <a:gd name="connsiteX29738" fmla="*/ 3470151 w 5799173"/>
              <a:gd name="connsiteY29738" fmla="*/ 2675323 h 5017219"/>
              <a:gd name="connsiteX29739" fmla="*/ 3470151 w 5799173"/>
              <a:gd name="connsiteY29739" fmla="*/ 2673828 h 5017219"/>
              <a:gd name="connsiteX29740" fmla="*/ 3480536 w 5799173"/>
              <a:gd name="connsiteY29740" fmla="*/ 2655883 h 5017219"/>
              <a:gd name="connsiteX29741" fmla="*/ 3481782 w 5799173"/>
              <a:gd name="connsiteY29741" fmla="*/ 2655135 h 5017219"/>
              <a:gd name="connsiteX29742" fmla="*/ 3502552 w 5799173"/>
              <a:gd name="connsiteY29742" fmla="*/ 2655135 h 5017219"/>
              <a:gd name="connsiteX29743" fmla="*/ 3503798 w 5799173"/>
              <a:gd name="connsiteY29743" fmla="*/ 2655884 h 5017219"/>
              <a:gd name="connsiteX29744" fmla="*/ 3514183 w 5799173"/>
              <a:gd name="connsiteY29744" fmla="*/ 2673829 h 5017219"/>
              <a:gd name="connsiteX29745" fmla="*/ 3514183 w 5799173"/>
              <a:gd name="connsiteY29745" fmla="*/ 2675323 h 5017219"/>
              <a:gd name="connsiteX29746" fmla="*/ 3503798 w 5799173"/>
              <a:gd name="connsiteY29746" fmla="*/ 2693268 h 5017219"/>
              <a:gd name="connsiteX29747" fmla="*/ 3502552 w 5799173"/>
              <a:gd name="connsiteY29747" fmla="*/ 2694016 h 5017219"/>
              <a:gd name="connsiteX29748" fmla="*/ 893691 w 5799173"/>
              <a:gd name="connsiteY29748" fmla="*/ 2000644 h 5017219"/>
              <a:gd name="connsiteX29749" fmla="*/ 892445 w 5799173"/>
              <a:gd name="connsiteY29749" fmla="*/ 1999897 h 5017219"/>
              <a:gd name="connsiteX29750" fmla="*/ 882060 w 5799173"/>
              <a:gd name="connsiteY29750" fmla="*/ 1981868 h 5017219"/>
              <a:gd name="connsiteX29751" fmla="*/ 882061 w 5799173"/>
              <a:gd name="connsiteY29751" fmla="*/ 1980373 h 5017219"/>
              <a:gd name="connsiteX29752" fmla="*/ 892528 w 5799173"/>
              <a:gd name="connsiteY29752" fmla="*/ 1962345 h 5017219"/>
              <a:gd name="connsiteX29753" fmla="*/ 893774 w 5799173"/>
              <a:gd name="connsiteY29753" fmla="*/ 1961597 h 5017219"/>
              <a:gd name="connsiteX29754" fmla="*/ 914627 w 5799173"/>
              <a:gd name="connsiteY29754" fmla="*/ 1961597 h 5017219"/>
              <a:gd name="connsiteX29755" fmla="*/ 915873 w 5799173"/>
              <a:gd name="connsiteY29755" fmla="*/ 1962345 h 5017219"/>
              <a:gd name="connsiteX29756" fmla="*/ 926258 w 5799173"/>
              <a:gd name="connsiteY29756" fmla="*/ 1980373 h 5017219"/>
              <a:gd name="connsiteX29757" fmla="*/ 926258 w 5799173"/>
              <a:gd name="connsiteY29757" fmla="*/ 1981868 h 5017219"/>
              <a:gd name="connsiteX29758" fmla="*/ 915790 w 5799173"/>
              <a:gd name="connsiteY29758" fmla="*/ 1999897 h 5017219"/>
              <a:gd name="connsiteX29759" fmla="*/ 914544 w 5799173"/>
              <a:gd name="connsiteY29759" fmla="*/ 2000644 h 5017219"/>
              <a:gd name="connsiteX29760" fmla="*/ 1014063 w 5799173"/>
              <a:gd name="connsiteY29760" fmla="*/ 2032897 h 5017219"/>
              <a:gd name="connsiteX29761" fmla="*/ 1012817 w 5799173"/>
              <a:gd name="connsiteY29761" fmla="*/ 2032150 h 5017219"/>
              <a:gd name="connsiteX29762" fmla="*/ 1002432 w 5799173"/>
              <a:gd name="connsiteY29762" fmla="*/ 2014121 h 5017219"/>
              <a:gd name="connsiteX29763" fmla="*/ 1002432 w 5799173"/>
              <a:gd name="connsiteY29763" fmla="*/ 2012626 h 5017219"/>
              <a:gd name="connsiteX29764" fmla="*/ 1012900 w 5799173"/>
              <a:gd name="connsiteY29764" fmla="*/ 1994598 h 5017219"/>
              <a:gd name="connsiteX29765" fmla="*/ 1014146 w 5799173"/>
              <a:gd name="connsiteY29765" fmla="*/ 1993850 h 5017219"/>
              <a:gd name="connsiteX29766" fmla="*/ 1034999 w 5799173"/>
              <a:gd name="connsiteY29766" fmla="*/ 1993850 h 5017219"/>
              <a:gd name="connsiteX29767" fmla="*/ 1036245 w 5799173"/>
              <a:gd name="connsiteY29767" fmla="*/ 1994598 h 5017219"/>
              <a:gd name="connsiteX29768" fmla="*/ 1046630 w 5799173"/>
              <a:gd name="connsiteY29768" fmla="*/ 2012626 h 5017219"/>
              <a:gd name="connsiteX29769" fmla="*/ 1046630 w 5799173"/>
              <a:gd name="connsiteY29769" fmla="*/ 2014121 h 5017219"/>
              <a:gd name="connsiteX29770" fmla="*/ 1036162 w 5799173"/>
              <a:gd name="connsiteY29770" fmla="*/ 2032150 h 5017219"/>
              <a:gd name="connsiteX29771" fmla="*/ 1034916 w 5799173"/>
              <a:gd name="connsiteY29771" fmla="*/ 2032897 h 5017219"/>
              <a:gd name="connsiteX29772" fmla="*/ 3421512 w 5799173"/>
              <a:gd name="connsiteY29772" fmla="*/ 2677971 h 5017219"/>
              <a:gd name="connsiteX29773" fmla="*/ 3420266 w 5799173"/>
              <a:gd name="connsiteY29773" fmla="*/ 2677225 h 5017219"/>
              <a:gd name="connsiteX29774" fmla="*/ 3409881 w 5799173"/>
              <a:gd name="connsiteY29774" fmla="*/ 2659196 h 5017219"/>
              <a:gd name="connsiteX29775" fmla="*/ 3409881 w 5799173"/>
              <a:gd name="connsiteY29775" fmla="*/ 2657700 h 5017219"/>
              <a:gd name="connsiteX29776" fmla="*/ 3420349 w 5799173"/>
              <a:gd name="connsiteY29776" fmla="*/ 2639673 h 5017219"/>
              <a:gd name="connsiteX29777" fmla="*/ 3421596 w 5799173"/>
              <a:gd name="connsiteY29777" fmla="*/ 2638925 h 5017219"/>
              <a:gd name="connsiteX29778" fmla="*/ 3442449 w 5799173"/>
              <a:gd name="connsiteY29778" fmla="*/ 2638925 h 5017219"/>
              <a:gd name="connsiteX29779" fmla="*/ 3443694 w 5799173"/>
              <a:gd name="connsiteY29779" fmla="*/ 2639673 h 5017219"/>
              <a:gd name="connsiteX29780" fmla="*/ 3454079 w 5799173"/>
              <a:gd name="connsiteY29780" fmla="*/ 2657700 h 5017219"/>
              <a:gd name="connsiteX29781" fmla="*/ 3454079 w 5799173"/>
              <a:gd name="connsiteY29781" fmla="*/ 2659196 h 5017219"/>
              <a:gd name="connsiteX29782" fmla="*/ 3443611 w 5799173"/>
              <a:gd name="connsiteY29782" fmla="*/ 2677225 h 5017219"/>
              <a:gd name="connsiteX29783" fmla="*/ 3442365 w 5799173"/>
              <a:gd name="connsiteY29783" fmla="*/ 2677972 h 5017219"/>
              <a:gd name="connsiteX29784" fmla="*/ 3541884 w 5799173"/>
              <a:gd name="connsiteY29784" fmla="*/ 2710225 h 5017219"/>
              <a:gd name="connsiteX29785" fmla="*/ 3540638 w 5799173"/>
              <a:gd name="connsiteY29785" fmla="*/ 2709478 h 5017219"/>
              <a:gd name="connsiteX29786" fmla="*/ 3530253 w 5799173"/>
              <a:gd name="connsiteY29786" fmla="*/ 2691449 h 5017219"/>
              <a:gd name="connsiteX29787" fmla="*/ 3530253 w 5799173"/>
              <a:gd name="connsiteY29787" fmla="*/ 2689954 h 5017219"/>
              <a:gd name="connsiteX29788" fmla="*/ 3540721 w 5799173"/>
              <a:gd name="connsiteY29788" fmla="*/ 2671926 h 5017219"/>
              <a:gd name="connsiteX29789" fmla="*/ 3541967 w 5799173"/>
              <a:gd name="connsiteY29789" fmla="*/ 2671178 h 5017219"/>
              <a:gd name="connsiteX29790" fmla="*/ 3562820 w 5799173"/>
              <a:gd name="connsiteY29790" fmla="*/ 2671178 h 5017219"/>
              <a:gd name="connsiteX29791" fmla="*/ 3564066 w 5799173"/>
              <a:gd name="connsiteY29791" fmla="*/ 2671926 h 5017219"/>
              <a:gd name="connsiteX29792" fmla="*/ 3574451 w 5799173"/>
              <a:gd name="connsiteY29792" fmla="*/ 2689954 h 5017219"/>
              <a:gd name="connsiteX29793" fmla="*/ 3574451 w 5799173"/>
              <a:gd name="connsiteY29793" fmla="*/ 2691449 h 5017219"/>
              <a:gd name="connsiteX29794" fmla="*/ 3563983 w 5799173"/>
              <a:gd name="connsiteY29794" fmla="*/ 2709478 h 5017219"/>
              <a:gd name="connsiteX29795" fmla="*/ 3562737 w 5799173"/>
              <a:gd name="connsiteY29795" fmla="*/ 2710225 h 5017219"/>
              <a:gd name="connsiteX29796" fmla="*/ 4384492 w 5799173"/>
              <a:gd name="connsiteY29796" fmla="*/ 2936001 h 5017219"/>
              <a:gd name="connsiteX29797" fmla="*/ 4383246 w 5799173"/>
              <a:gd name="connsiteY29797" fmla="*/ 2935254 h 5017219"/>
              <a:gd name="connsiteX29798" fmla="*/ 4372861 w 5799173"/>
              <a:gd name="connsiteY29798" fmla="*/ 2917225 h 5017219"/>
              <a:gd name="connsiteX29799" fmla="*/ 4372861 w 5799173"/>
              <a:gd name="connsiteY29799" fmla="*/ 2915730 h 5017219"/>
              <a:gd name="connsiteX29800" fmla="*/ 4383329 w 5799173"/>
              <a:gd name="connsiteY29800" fmla="*/ 2897702 h 5017219"/>
              <a:gd name="connsiteX29801" fmla="*/ 4384575 w 5799173"/>
              <a:gd name="connsiteY29801" fmla="*/ 2896954 h 5017219"/>
              <a:gd name="connsiteX29802" fmla="*/ 4405428 w 5799173"/>
              <a:gd name="connsiteY29802" fmla="*/ 2896954 h 5017219"/>
              <a:gd name="connsiteX29803" fmla="*/ 4406674 w 5799173"/>
              <a:gd name="connsiteY29803" fmla="*/ 2897702 h 5017219"/>
              <a:gd name="connsiteX29804" fmla="*/ 4417059 w 5799173"/>
              <a:gd name="connsiteY29804" fmla="*/ 2915730 h 5017219"/>
              <a:gd name="connsiteX29805" fmla="*/ 4417059 w 5799173"/>
              <a:gd name="connsiteY29805" fmla="*/ 2917225 h 5017219"/>
              <a:gd name="connsiteX29806" fmla="*/ 4406591 w 5799173"/>
              <a:gd name="connsiteY29806" fmla="*/ 2935254 h 5017219"/>
              <a:gd name="connsiteX29807" fmla="*/ 4405345 w 5799173"/>
              <a:gd name="connsiteY29807" fmla="*/ 2936001 h 5017219"/>
              <a:gd name="connsiteX29808" fmla="*/ 773317 w 5799173"/>
              <a:gd name="connsiteY29808" fmla="*/ 1968473 h 5017219"/>
              <a:gd name="connsiteX29809" fmla="*/ 772071 w 5799173"/>
              <a:gd name="connsiteY29809" fmla="*/ 1967725 h 5017219"/>
              <a:gd name="connsiteX29810" fmla="*/ 761603 w 5799173"/>
              <a:gd name="connsiteY29810" fmla="*/ 1949614 h 5017219"/>
              <a:gd name="connsiteX29811" fmla="*/ 761603 w 5799173"/>
              <a:gd name="connsiteY29811" fmla="*/ 1948119 h 5017219"/>
              <a:gd name="connsiteX29812" fmla="*/ 772071 w 5799173"/>
              <a:gd name="connsiteY29812" fmla="*/ 1930008 h 5017219"/>
              <a:gd name="connsiteX29813" fmla="*/ 773317 w 5799173"/>
              <a:gd name="connsiteY29813" fmla="*/ 1929260 h 5017219"/>
              <a:gd name="connsiteX29814" fmla="*/ 794254 w 5799173"/>
              <a:gd name="connsiteY29814" fmla="*/ 1929260 h 5017219"/>
              <a:gd name="connsiteX29815" fmla="*/ 795500 w 5799173"/>
              <a:gd name="connsiteY29815" fmla="*/ 1930008 h 5017219"/>
              <a:gd name="connsiteX29816" fmla="*/ 805968 w 5799173"/>
              <a:gd name="connsiteY29816" fmla="*/ 1948119 h 5017219"/>
              <a:gd name="connsiteX29817" fmla="*/ 805968 w 5799173"/>
              <a:gd name="connsiteY29817" fmla="*/ 1949614 h 5017219"/>
              <a:gd name="connsiteX29818" fmla="*/ 795500 w 5799173"/>
              <a:gd name="connsiteY29818" fmla="*/ 1967725 h 5017219"/>
              <a:gd name="connsiteX29819" fmla="*/ 794254 w 5799173"/>
              <a:gd name="connsiteY29819" fmla="*/ 1968473 h 5017219"/>
              <a:gd name="connsiteX29820" fmla="*/ 833503 w 5799173"/>
              <a:gd name="connsiteY29820" fmla="*/ 1984600 h 5017219"/>
              <a:gd name="connsiteX29821" fmla="*/ 832257 w 5799173"/>
              <a:gd name="connsiteY29821" fmla="*/ 1983852 h 5017219"/>
              <a:gd name="connsiteX29822" fmla="*/ 821789 w 5799173"/>
              <a:gd name="connsiteY29822" fmla="*/ 1965741 h 5017219"/>
              <a:gd name="connsiteX29823" fmla="*/ 821789 w 5799173"/>
              <a:gd name="connsiteY29823" fmla="*/ 1964245 h 5017219"/>
              <a:gd name="connsiteX29824" fmla="*/ 832257 w 5799173"/>
              <a:gd name="connsiteY29824" fmla="*/ 1946135 h 5017219"/>
              <a:gd name="connsiteX29825" fmla="*/ 833503 w 5799173"/>
              <a:gd name="connsiteY29825" fmla="*/ 1945387 h 5017219"/>
              <a:gd name="connsiteX29826" fmla="*/ 854440 w 5799173"/>
              <a:gd name="connsiteY29826" fmla="*/ 1945387 h 5017219"/>
              <a:gd name="connsiteX29827" fmla="*/ 855685 w 5799173"/>
              <a:gd name="connsiteY29827" fmla="*/ 1946135 h 5017219"/>
              <a:gd name="connsiteX29828" fmla="*/ 866154 w 5799173"/>
              <a:gd name="connsiteY29828" fmla="*/ 1964246 h 5017219"/>
              <a:gd name="connsiteX29829" fmla="*/ 866154 w 5799173"/>
              <a:gd name="connsiteY29829" fmla="*/ 1965741 h 5017219"/>
              <a:gd name="connsiteX29830" fmla="*/ 855686 w 5799173"/>
              <a:gd name="connsiteY29830" fmla="*/ 1983852 h 5017219"/>
              <a:gd name="connsiteX29831" fmla="*/ 854440 w 5799173"/>
              <a:gd name="connsiteY29831" fmla="*/ 1984600 h 5017219"/>
              <a:gd name="connsiteX29832" fmla="*/ 953876 w 5799173"/>
              <a:gd name="connsiteY29832" fmla="*/ 2016853 h 5017219"/>
              <a:gd name="connsiteX29833" fmla="*/ 952630 w 5799173"/>
              <a:gd name="connsiteY29833" fmla="*/ 2016105 h 5017219"/>
              <a:gd name="connsiteX29834" fmla="*/ 942162 w 5799173"/>
              <a:gd name="connsiteY29834" fmla="*/ 1997995 h 5017219"/>
              <a:gd name="connsiteX29835" fmla="*/ 942162 w 5799173"/>
              <a:gd name="connsiteY29835" fmla="*/ 1996499 h 5017219"/>
              <a:gd name="connsiteX29836" fmla="*/ 952630 w 5799173"/>
              <a:gd name="connsiteY29836" fmla="*/ 1978388 h 5017219"/>
              <a:gd name="connsiteX29837" fmla="*/ 953876 w 5799173"/>
              <a:gd name="connsiteY29837" fmla="*/ 1977640 h 5017219"/>
              <a:gd name="connsiteX29838" fmla="*/ 974812 w 5799173"/>
              <a:gd name="connsiteY29838" fmla="*/ 1977640 h 5017219"/>
              <a:gd name="connsiteX29839" fmla="*/ 976058 w 5799173"/>
              <a:gd name="connsiteY29839" fmla="*/ 1978388 h 5017219"/>
              <a:gd name="connsiteX29840" fmla="*/ 986526 w 5799173"/>
              <a:gd name="connsiteY29840" fmla="*/ 1996499 h 5017219"/>
              <a:gd name="connsiteX29841" fmla="*/ 986526 w 5799173"/>
              <a:gd name="connsiteY29841" fmla="*/ 1997994 h 5017219"/>
              <a:gd name="connsiteX29842" fmla="*/ 976058 w 5799173"/>
              <a:gd name="connsiteY29842" fmla="*/ 2016105 h 5017219"/>
              <a:gd name="connsiteX29843" fmla="*/ 974812 w 5799173"/>
              <a:gd name="connsiteY29843" fmla="*/ 2016853 h 5017219"/>
              <a:gd name="connsiteX29844" fmla="*/ 3240954 w 5799173"/>
              <a:gd name="connsiteY29844" fmla="*/ 2629674 h 5017219"/>
              <a:gd name="connsiteX29845" fmla="*/ 3239708 w 5799173"/>
              <a:gd name="connsiteY29845" fmla="*/ 2628926 h 5017219"/>
              <a:gd name="connsiteX29846" fmla="*/ 3229240 w 5799173"/>
              <a:gd name="connsiteY29846" fmla="*/ 2610815 h 5017219"/>
              <a:gd name="connsiteX29847" fmla="*/ 3229240 w 5799173"/>
              <a:gd name="connsiteY29847" fmla="*/ 2609320 h 5017219"/>
              <a:gd name="connsiteX29848" fmla="*/ 3239707 w 5799173"/>
              <a:gd name="connsiteY29848" fmla="*/ 2591209 h 5017219"/>
              <a:gd name="connsiteX29849" fmla="*/ 3240954 w 5799173"/>
              <a:gd name="connsiteY29849" fmla="*/ 2590461 h 5017219"/>
              <a:gd name="connsiteX29850" fmla="*/ 3261890 w 5799173"/>
              <a:gd name="connsiteY29850" fmla="*/ 2590461 h 5017219"/>
              <a:gd name="connsiteX29851" fmla="*/ 3263136 w 5799173"/>
              <a:gd name="connsiteY29851" fmla="*/ 2591209 h 5017219"/>
              <a:gd name="connsiteX29852" fmla="*/ 3273604 w 5799173"/>
              <a:gd name="connsiteY29852" fmla="*/ 2609320 h 5017219"/>
              <a:gd name="connsiteX29853" fmla="*/ 3273604 w 5799173"/>
              <a:gd name="connsiteY29853" fmla="*/ 2610815 h 5017219"/>
              <a:gd name="connsiteX29854" fmla="*/ 3263136 w 5799173"/>
              <a:gd name="connsiteY29854" fmla="*/ 2628926 h 5017219"/>
              <a:gd name="connsiteX29855" fmla="*/ 3261890 w 5799173"/>
              <a:gd name="connsiteY29855" fmla="*/ 2629674 h 5017219"/>
              <a:gd name="connsiteX29856" fmla="*/ 3361266 w 5799173"/>
              <a:gd name="connsiteY29856" fmla="*/ 2662004 h 5017219"/>
              <a:gd name="connsiteX29857" fmla="*/ 3360019 w 5799173"/>
              <a:gd name="connsiteY29857" fmla="*/ 2661256 h 5017219"/>
              <a:gd name="connsiteX29858" fmla="*/ 3349469 w 5799173"/>
              <a:gd name="connsiteY29858" fmla="*/ 2642979 h 5017219"/>
              <a:gd name="connsiteX29859" fmla="*/ 3349468 w 5799173"/>
              <a:gd name="connsiteY29859" fmla="*/ 2641483 h 5017219"/>
              <a:gd name="connsiteX29860" fmla="*/ 3360019 w 5799173"/>
              <a:gd name="connsiteY29860" fmla="*/ 2623206 h 5017219"/>
              <a:gd name="connsiteX29861" fmla="*/ 3361265 w 5799173"/>
              <a:gd name="connsiteY29861" fmla="*/ 2622458 h 5017219"/>
              <a:gd name="connsiteX29862" fmla="*/ 3382284 w 5799173"/>
              <a:gd name="connsiteY29862" fmla="*/ 2622458 h 5017219"/>
              <a:gd name="connsiteX29863" fmla="*/ 3383530 w 5799173"/>
              <a:gd name="connsiteY29863" fmla="*/ 2623206 h 5017219"/>
              <a:gd name="connsiteX29864" fmla="*/ 3394081 w 5799173"/>
              <a:gd name="connsiteY29864" fmla="*/ 2641483 h 5017219"/>
              <a:gd name="connsiteX29865" fmla="*/ 3394081 w 5799173"/>
              <a:gd name="connsiteY29865" fmla="*/ 2642979 h 5017219"/>
              <a:gd name="connsiteX29866" fmla="*/ 3383530 w 5799173"/>
              <a:gd name="connsiteY29866" fmla="*/ 2661256 h 5017219"/>
              <a:gd name="connsiteX29867" fmla="*/ 3382284 w 5799173"/>
              <a:gd name="connsiteY29867" fmla="*/ 2662004 h 5017219"/>
              <a:gd name="connsiteX29868" fmla="*/ 4264035 w 5799173"/>
              <a:gd name="connsiteY29868" fmla="*/ 2904091 h 5017219"/>
              <a:gd name="connsiteX29869" fmla="*/ 4262706 w 5799173"/>
              <a:gd name="connsiteY29869" fmla="*/ 2903343 h 5017219"/>
              <a:gd name="connsiteX29870" fmla="*/ 4252155 w 5799173"/>
              <a:gd name="connsiteY29870" fmla="*/ 2884983 h 5017219"/>
              <a:gd name="connsiteX29871" fmla="*/ 4252155 w 5799173"/>
              <a:gd name="connsiteY29871" fmla="*/ 2883487 h 5017219"/>
              <a:gd name="connsiteX29872" fmla="*/ 4262706 w 5799173"/>
              <a:gd name="connsiteY29872" fmla="*/ 2865127 h 5017219"/>
              <a:gd name="connsiteX29873" fmla="*/ 4264035 w 5799173"/>
              <a:gd name="connsiteY29873" fmla="*/ 2864379 h 5017219"/>
              <a:gd name="connsiteX29874" fmla="*/ 4285220 w 5799173"/>
              <a:gd name="connsiteY29874" fmla="*/ 2864379 h 5017219"/>
              <a:gd name="connsiteX29875" fmla="*/ 4286550 w 5799173"/>
              <a:gd name="connsiteY29875" fmla="*/ 2865127 h 5017219"/>
              <a:gd name="connsiteX29876" fmla="*/ 4297101 w 5799173"/>
              <a:gd name="connsiteY29876" fmla="*/ 2883487 h 5017219"/>
              <a:gd name="connsiteX29877" fmla="*/ 4297101 w 5799173"/>
              <a:gd name="connsiteY29877" fmla="*/ 2884983 h 5017219"/>
              <a:gd name="connsiteX29878" fmla="*/ 4286550 w 5799173"/>
              <a:gd name="connsiteY29878" fmla="*/ 2903343 h 5017219"/>
              <a:gd name="connsiteX29879" fmla="*/ 4285220 w 5799173"/>
              <a:gd name="connsiteY29879" fmla="*/ 2904091 h 5017219"/>
              <a:gd name="connsiteX29880" fmla="*/ 2638925 w 5799173"/>
              <a:gd name="connsiteY29880" fmla="*/ 2468738 h 5017219"/>
              <a:gd name="connsiteX29881" fmla="*/ 2637596 w 5799173"/>
              <a:gd name="connsiteY29881" fmla="*/ 2467990 h 5017219"/>
              <a:gd name="connsiteX29882" fmla="*/ 2626962 w 5799173"/>
              <a:gd name="connsiteY29882" fmla="*/ 2449547 h 5017219"/>
              <a:gd name="connsiteX29883" fmla="*/ 2626962 w 5799173"/>
              <a:gd name="connsiteY29883" fmla="*/ 2448051 h 5017219"/>
              <a:gd name="connsiteX29884" fmla="*/ 2637596 w 5799173"/>
              <a:gd name="connsiteY29884" fmla="*/ 2429609 h 5017219"/>
              <a:gd name="connsiteX29885" fmla="*/ 2638925 w 5799173"/>
              <a:gd name="connsiteY29885" fmla="*/ 2428861 h 5017219"/>
              <a:gd name="connsiteX29886" fmla="*/ 2660194 w 5799173"/>
              <a:gd name="connsiteY29886" fmla="*/ 2428860 h 5017219"/>
              <a:gd name="connsiteX29887" fmla="*/ 2661523 w 5799173"/>
              <a:gd name="connsiteY29887" fmla="*/ 2429609 h 5017219"/>
              <a:gd name="connsiteX29888" fmla="*/ 2672157 w 5799173"/>
              <a:gd name="connsiteY29888" fmla="*/ 2448052 h 5017219"/>
              <a:gd name="connsiteX29889" fmla="*/ 2672157 w 5799173"/>
              <a:gd name="connsiteY29889" fmla="*/ 2449547 h 5017219"/>
              <a:gd name="connsiteX29890" fmla="*/ 2661523 w 5799173"/>
              <a:gd name="connsiteY29890" fmla="*/ 2467990 h 5017219"/>
              <a:gd name="connsiteX29891" fmla="*/ 2660194 w 5799173"/>
              <a:gd name="connsiteY29891" fmla="*/ 2468738 h 5017219"/>
              <a:gd name="connsiteX29892" fmla="*/ 2939856 w 5799173"/>
              <a:gd name="connsiteY29892" fmla="*/ 2549373 h 5017219"/>
              <a:gd name="connsiteX29893" fmla="*/ 2938528 w 5799173"/>
              <a:gd name="connsiteY29893" fmla="*/ 2548625 h 5017219"/>
              <a:gd name="connsiteX29894" fmla="*/ 2927893 w 5799173"/>
              <a:gd name="connsiteY29894" fmla="*/ 2530182 h 5017219"/>
              <a:gd name="connsiteX29895" fmla="*/ 2927893 w 5799173"/>
              <a:gd name="connsiteY29895" fmla="*/ 2528686 h 5017219"/>
              <a:gd name="connsiteX29896" fmla="*/ 2938528 w 5799173"/>
              <a:gd name="connsiteY29896" fmla="*/ 2510243 h 5017219"/>
              <a:gd name="connsiteX29897" fmla="*/ 2939857 w 5799173"/>
              <a:gd name="connsiteY29897" fmla="*/ 2509495 h 5017219"/>
              <a:gd name="connsiteX29898" fmla="*/ 2961125 w 5799173"/>
              <a:gd name="connsiteY29898" fmla="*/ 2509495 h 5017219"/>
              <a:gd name="connsiteX29899" fmla="*/ 2962454 w 5799173"/>
              <a:gd name="connsiteY29899" fmla="*/ 2510243 h 5017219"/>
              <a:gd name="connsiteX29900" fmla="*/ 2973088 w 5799173"/>
              <a:gd name="connsiteY29900" fmla="*/ 2528686 h 5017219"/>
              <a:gd name="connsiteX29901" fmla="*/ 2973088 w 5799173"/>
              <a:gd name="connsiteY29901" fmla="*/ 2530182 h 5017219"/>
              <a:gd name="connsiteX29902" fmla="*/ 2962454 w 5799173"/>
              <a:gd name="connsiteY29902" fmla="*/ 2548625 h 5017219"/>
              <a:gd name="connsiteX29903" fmla="*/ 2961126 w 5799173"/>
              <a:gd name="connsiteY29903" fmla="*/ 2549373 h 5017219"/>
              <a:gd name="connsiteX29904" fmla="*/ 4444512 w 5799173"/>
              <a:gd name="connsiteY29904" fmla="*/ 2952544 h 5017219"/>
              <a:gd name="connsiteX29905" fmla="*/ 4443183 w 5799173"/>
              <a:gd name="connsiteY29905" fmla="*/ 2951796 h 5017219"/>
              <a:gd name="connsiteX29906" fmla="*/ 4432549 w 5799173"/>
              <a:gd name="connsiteY29906" fmla="*/ 2933353 h 5017219"/>
              <a:gd name="connsiteX29907" fmla="*/ 4432549 w 5799173"/>
              <a:gd name="connsiteY29907" fmla="*/ 2931857 h 5017219"/>
              <a:gd name="connsiteX29908" fmla="*/ 4443183 w 5799173"/>
              <a:gd name="connsiteY29908" fmla="*/ 2913414 h 5017219"/>
              <a:gd name="connsiteX29909" fmla="*/ 4444512 w 5799173"/>
              <a:gd name="connsiteY29909" fmla="*/ 2912666 h 5017219"/>
              <a:gd name="connsiteX29910" fmla="*/ 4465781 w 5799173"/>
              <a:gd name="connsiteY29910" fmla="*/ 2912666 h 5017219"/>
              <a:gd name="connsiteX29911" fmla="*/ 4467110 w 5799173"/>
              <a:gd name="connsiteY29911" fmla="*/ 2913414 h 5017219"/>
              <a:gd name="connsiteX29912" fmla="*/ 4477744 w 5799173"/>
              <a:gd name="connsiteY29912" fmla="*/ 2931857 h 5017219"/>
              <a:gd name="connsiteX29913" fmla="*/ 4477744 w 5799173"/>
              <a:gd name="connsiteY29913" fmla="*/ 2933353 h 5017219"/>
              <a:gd name="connsiteX29914" fmla="*/ 4467110 w 5799173"/>
              <a:gd name="connsiteY29914" fmla="*/ 2951796 h 5017219"/>
              <a:gd name="connsiteX29915" fmla="*/ 4465781 w 5799173"/>
              <a:gd name="connsiteY29915" fmla="*/ 2952544 h 5017219"/>
              <a:gd name="connsiteX29916" fmla="*/ 4203684 w 5799173"/>
              <a:gd name="connsiteY29916" fmla="*/ 2888120 h 5017219"/>
              <a:gd name="connsiteX29917" fmla="*/ 4202354 w 5799173"/>
              <a:gd name="connsiteY29917" fmla="*/ 2887372 h 5017219"/>
              <a:gd name="connsiteX29918" fmla="*/ 4191720 w 5799173"/>
              <a:gd name="connsiteY29918" fmla="*/ 2868846 h 5017219"/>
              <a:gd name="connsiteX29919" fmla="*/ 4191720 w 5799173"/>
              <a:gd name="connsiteY29919" fmla="*/ 2867350 h 5017219"/>
              <a:gd name="connsiteX29920" fmla="*/ 4202437 w 5799173"/>
              <a:gd name="connsiteY29920" fmla="*/ 2848824 h 5017219"/>
              <a:gd name="connsiteX29921" fmla="*/ 4203768 w 5799173"/>
              <a:gd name="connsiteY29921" fmla="*/ 2848076 h 5017219"/>
              <a:gd name="connsiteX29922" fmla="*/ 4225118 w 5799173"/>
              <a:gd name="connsiteY29922" fmla="*/ 2848075 h 5017219"/>
              <a:gd name="connsiteX29923" fmla="*/ 4226447 w 5799173"/>
              <a:gd name="connsiteY29923" fmla="*/ 2848824 h 5017219"/>
              <a:gd name="connsiteX29924" fmla="*/ 4237081 w 5799173"/>
              <a:gd name="connsiteY29924" fmla="*/ 2867349 h 5017219"/>
              <a:gd name="connsiteX29925" fmla="*/ 4237082 w 5799173"/>
              <a:gd name="connsiteY29925" fmla="*/ 2868845 h 5017219"/>
              <a:gd name="connsiteX29926" fmla="*/ 4226364 w 5799173"/>
              <a:gd name="connsiteY29926" fmla="*/ 2887372 h 5017219"/>
              <a:gd name="connsiteX29927" fmla="*/ 4225035 w 5799173"/>
              <a:gd name="connsiteY29927" fmla="*/ 2888119 h 5017219"/>
              <a:gd name="connsiteX29928" fmla="*/ 2699028 w 5799173"/>
              <a:gd name="connsiteY29928" fmla="*/ 2485032 h 5017219"/>
              <a:gd name="connsiteX29929" fmla="*/ 2697699 w 5799173"/>
              <a:gd name="connsiteY29929" fmla="*/ 2484284 h 5017219"/>
              <a:gd name="connsiteX29930" fmla="*/ 2686982 w 5799173"/>
              <a:gd name="connsiteY29930" fmla="*/ 2465674 h 5017219"/>
              <a:gd name="connsiteX29931" fmla="*/ 2686982 w 5799173"/>
              <a:gd name="connsiteY29931" fmla="*/ 2464179 h 5017219"/>
              <a:gd name="connsiteX29932" fmla="*/ 2697699 w 5799173"/>
              <a:gd name="connsiteY29932" fmla="*/ 2445569 h 5017219"/>
              <a:gd name="connsiteX29933" fmla="*/ 2699028 w 5799173"/>
              <a:gd name="connsiteY29933" fmla="*/ 2444821 h 5017219"/>
              <a:gd name="connsiteX29934" fmla="*/ 2720463 w 5799173"/>
              <a:gd name="connsiteY29934" fmla="*/ 2444821 h 5017219"/>
              <a:gd name="connsiteX29935" fmla="*/ 2721792 w 5799173"/>
              <a:gd name="connsiteY29935" fmla="*/ 2445569 h 5017219"/>
              <a:gd name="connsiteX29936" fmla="*/ 2732509 w 5799173"/>
              <a:gd name="connsiteY29936" fmla="*/ 2464179 h 5017219"/>
              <a:gd name="connsiteX29937" fmla="*/ 2732509 w 5799173"/>
              <a:gd name="connsiteY29937" fmla="*/ 2465674 h 5017219"/>
              <a:gd name="connsiteX29938" fmla="*/ 2721792 w 5799173"/>
              <a:gd name="connsiteY29938" fmla="*/ 2484284 h 5017219"/>
              <a:gd name="connsiteX29939" fmla="*/ 2720463 w 5799173"/>
              <a:gd name="connsiteY29939" fmla="*/ 2485032 h 5017219"/>
              <a:gd name="connsiteX29940" fmla="*/ 2759129 w 5799173"/>
              <a:gd name="connsiteY29940" fmla="*/ 2501336 h 5017219"/>
              <a:gd name="connsiteX29941" fmla="*/ 2757800 w 5799173"/>
              <a:gd name="connsiteY29941" fmla="*/ 2500588 h 5017219"/>
              <a:gd name="connsiteX29942" fmla="*/ 2747001 w 5799173"/>
              <a:gd name="connsiteY29942" fmla="*/ 2481812 h 5017219"/>
              <a:gd name="connsiteX29943" fmla="*/ 2747000 w 5799173"/>
              <a:gd name="connsiteY29943" fmla="*/ 2480317 h 5017219"/>
              <a:gd name="connsiteX29944" fmla="*/ 2757801 w 5799173"/>
              <a:gd name="connsiteY29944" fmla="*/ 2461541 h 5017219"/>
              <a:gd name="connsiteX29945" fmla="*/ 2759129 w 5799173"/>
              <a:gd name="connsiteY29945" fmla="*/ 2460793 h 5017219"/>
              <a:gd name="connsiteX29946" fmla="*/ 2780813 w 5799173"/>
              <a:gd name="connsiteY29946" fmla="*/ 2460793 h 5017219"/>
              <a:gd name="connsiteX29947" fmla="*/ 2782142 w 5799173"/>
              <a:gd name="connsiteY29947" fmla="*/ 2461541 h 5017219"/>
              <a:gd name="connsiteX29948" fmla="*/ 2792943 w 5799173"/>
              <a:gd name="connsiteY29948" fmla="*/ 2480317 h 5017219"/>
              <a:gd name="connsiteX29949" fmla="*/ 2792943 w 5799173"/>
              <a:gd name="connsiteY29949" fmla="*/ 2481812 h 5017219"/>
              <a:gd name="connsiteX29950" fmla="*/ 2782142 w 5799173"/>
              <a:gd name="connsiteY29950" fmla="*/ 2500588 h 5017219"/>
              <a:gd name="connsiteX29951" fmla="*/ 2780813 w 5799173"/>
              <a:gd name="connsiteY29951" fmla="*/ 2501336 h 5017219"/>
              <a:gd name="connsiteX29952" fmla="*/ 2999875 w 5799173"/>
              <a:gd name="connsiteY29952" fmla="*/ 2565843 h 5017219"/>
              <a:gd name="connsiteX29953" fmla="*/ 2998546 w 5799173"/>
              <a:gd name="connsiteY29953" fmla="*/ 2565095 h 5017219"/>
              <a:gd name="connsiteX29954" fmla="*/ 2987746 w 5799173"/>
              <a:gd name="connsiteY29954" fmla="*/ 2546319 h 5017219"/>
              <a:gd name="connsiteX29955" fmla="*/ 2987746 w 5799173"/>
              <a:gd name="connsiteY29955" fmla="*/ 2544824 h 5017219"/>
              <a:gd name="connsiteX29956" fmla="*/ 2998546 w 5799173"/>
              <a:gd name="connsiteY29956" fmla="*/ 2526048 h 5017219"/>
              <a:gd name="connsiteX29957" fmla="*/ 2999875 w 5799173"/>
              <a:gd name="connsiteY29957" fmla="*/ 2525300 h 5017219"/>
              <a:gd name="connsiteX29958" fmla="*/ 3021559 w 5799173"/>
              <a:gd name="connsiteY29958" fmla="*/ 2525300 h 5017219"/>
              <a:gd name="connsiteX29959" fmla="*/ 3022888 w 5799173"/>
              <a:gd name="connsiteY29959" fmla="*/ 2526048 h 5017219"/>
              <a:gd name="connsiteX29960" fmla="*/ 3033689 w 5799173"/>
              <a:gd name="connsiteY29960" fmla="*/ 2544824 h 5017219"/>
              <a:gd name="connsiteX29961" fmla="*/ 3033689 w 5799173"/>
              <a:gd name="connsiteY29961" fmla="*/ 2546319 h 5017219"/>
              <a:gd name="connsiteX29962" fmla="*/ 3022888 w 5799173"/>
              <a:gd name="connsiteY29962" fmla="*/ 2565095 h 5017219"/>
              <a:gd name="connsiteX29963" fmla="*/ 3021559 w 5799173"/>
              <a:gd name="connsiteY29963" fmla="*/ 2565844 h 5017219"/>
              <a:gd name="connsiteX29964" fmla="*/ 3060060 w 5799173"/>
              <a:gd name="connsiteY29964" fmla="*/ 2581970 h 5017219"/>
              <a:gd name="connsiteX29965" fmla="*/ 3058732 w 5799173"/>
              <a:gd name="connsiteY29965" fmla="*/ 2581222 h 5017219"/>
              <a:gd name="connsiteX29966" fmla="*/ 3047932 w 5799173"/>
              <a:gd name="connsiteY29966" fmla="*/ 2562446 h 5017219"/>
              <a:gd name="connsiteX29967" fmla="*/ 3047932 w 5799173"/>
              <a:gd name="connsiteY29967" fmla="*/ 2560951 h 5017219"/>
              <a:gd name="connsiteX29968" fmla="*/ 3058732 w 5799173"/>
              <a:gd name="connsiteY29968" fmla="*/ 2542175 h 5017219"/>
              <a:gd name="connsiteX29969" fmla="*/ 3060061 w 5799173"/>
              <a:gd name="connsiteY29969" fmla="*/ 2541427 h 5017219"/>
              <a:gd name="connsiteX29970" fmla="*/ 3081745 w 5799173"/>
              <a:gd name="connsiteY29970" fmla="*/ 2541427 h 5017219"/>
              <a:gd name="connsiteX29971" fmla="*/ 3083074 w 5799173"/>
              <a:gd name="connsiteY29971" fmla="*/ 2542175 h 5017219"/>
              <a:gd name="connsiteX29972" fmla="*/ 3093875 w 5799173"/>
              <a:gd name="connsiteY29972" fmla="*/ 2560951 h 5017219"/>
              <a:gd name="connsiteX29973" fmla="*/ 3093875 w 5799173"/>
              <a:gd name="connsiteY29973" fmla="*/ 2562446 h 5017219"/>
              <a:gd name="connsiteX29974" fmla="*/ 3083074 w 5799173"/>
              <a:gd name="connsiteY29974" fmla="*/ 2581222 h 5017219"/>
              <a:gd name="connsiteX29975" fmla="*/ 3081745 w 5799173"/>
              <a:gd name="connsiteY29975" fmla="*/ 2581970 h 5017219"/>
              <a:gd name="connsiteX29976" fmla="*/ 3601736 w 5799173"/>
              <a:gd name="connsiteY29976" fmla="*/ 2727112 h 5017219"/>
              <a:gd name="connsiteX29977" fmla="*/ 3600407 w 5799173"/>
              <a:gd name="connsiteY29977" fmla="*/ 2726364 h 5017219"/>
              <a:gd name="connsiteX29978" fmla="*/ 3589608 w 5799173"/>
              <a:gd name="connsiteY29978" fmla="*/ 2707588 h 5017219"/>
              <a:gd name="connsiteX29979" fmla="*/ 3589607 w 5799173"/>
              <a:gd name="connsiteY29979" fmla="*/ 2706093 h 5017219"/>
              <a:gd name="connsiteX29980" fmla="*/ 3600408 w 5799173"/>
              <a:gd name="connsiteY29980" fmla="*/ 2687317 h 5017219"/>
              <a:gd name="connsiteX29981" fmla="*/ 3601736 w 5799173"/>
              <a:gd name="connsiteY29981" fmla="*/ 2686569 h 5017219"/>
              <a:gd name="connsiteX29982" fmla="*/ 3623420 w 5799173"/>
              <a:gd name="connsiteY29982" fmla="*/ 2686569 h 5017219"/>
              <a:gd name="connsiteX29983" fmla="*/ 3624749 w 5799173"/>
              <a:gd name="connsiteY29983" fmla="*/ 2687317 h 5017219"/>
              <a:gd name="connsiteX29984" fmla="*/ 3635550 w 5799173"/>
              <a:gd name="connsiteY29984" fmla="*/ 2706093 h 5017219"/>
              <a:gd name="connsiteX29985" fmla="*/ 3635550 w 5799173"/>
              <a:gd name="connsiteY29985" fmla="*/ 2707588 h 5017219"/>
              <a:gd name="connsiteX29986" fmla="*/ 3624749 w 5799173"/>
              <a:gd name="connsiteY29986" fmla="*/ 2726364 h 5017219"/>
              <a:gd name="connsiteX29987" fmla="*/ 3623420 w 5799173"/>
              <a:gd name="connsiteY29987" fmla="*/ 2727112 h 5017219"/>
              <a:gd name="connsiteX29988" fmla="*/ 2819247 w 5799173"/>
              <a:gd name="connsiteY29988" fmla="*/ 2517536 h 5017219"/>
              <a:gd name="connsiteX29989" fmla="*/ 2817916 w 5799173"/>
              <a:gd name="connsiteY29989" fmla="*/ 2516788 h 5017219"/>
              <a:gd name="connsiteX29990" fmla="*/ 2807033 w 5799173"/>
              <a:gd name="connsiteY29990" fmla="*/ 2497930 h 5017219"/>
              <a:gd name="connsiteX29991" fmla="*/ 2807033 w 5799173"/>
              <a:gd name="connsiteY29991" fmla="*/ 2496352 h 5017219"/>
              <a:gd name="connsiteX29992" fmla="*/ 2817916 w 5799173"/>
              <a:gd name="connsiteY29992" fmla="*/ 2477492 h 5017219"/>
              <a:gd name="connsiteX29993" fmla="*/ 2819246 w 5799173"/>
              <a:gd name="connsiteY29993" fmla="*/ 2476744 h 5017219"/>
              <a:gd name="connsiteX29994" fmla="*/ 2841012 w 5799173"/>
              <a:gd name="connsiteY29994" fmla="*/ 2476744 h 5017219"/>
              <a:gd name="connsiteX29995" fmla="*/ 2842342 w 5799173"/>
              <a:gd name="connsiteY29995" fmla="*/ 2477493 h 5017219"/>
              <a:gd name="connsiteX29996" fmla="*/ 2853225 w 5799173"/>
              <a:gd name="connsiteY29996" fmla="*/ 2496351 h 5017219"/>
              <a:gd name="connsiteX29997" fmla="*/ 2853225 w 5799173"/>
              <a:gd name="connsiteY29997" fmla="*/ 2497930 h 5017219"/>
              <a:gd name="connsiteX29998" fmla="*/ 2842342 w 5799173"/>
              <a:gd name="connsiteY29998" fmla="*/ 2516789 h 5017219"/>
              <a:gd name="connsiteX29999" fmla="*/ 2841012 w 5799173"/>
              <a:gd name="connsiteY29999" fmla="*/ 2517537 h 5017219"/>
              <a:gd name="connsiteX30000" fmla="*/ 3661854 w 5799173"/>
              <a:gd name="connsiteY30000" fmla="*/ 2743312 h 5017219"/>
              <a:gd name="connsiteX30001" fmla="*/ 3660523 w 5799173"/>
              <a:gd name="connsiteY30001" fmla="*/ 2742564 h 5017219"/>
              <a:gd name="connsiteX30002" fmla="*/ 3649641 w 5799173"/>
              <a:gd name="connsiteY30002" fmla="*/ 2723706 h 5017219"/>
              <a:gd name="connsiteX30003" fmla="*/ 3649640 w 5799173"/>
              <a:gd name="connsiteY30003" fmla="*/ 2722127 h 5017219"/>
              <a:gd name="connsiteX30004" fmla="*/ 3660523 w 5799173"/>
              <a:gd name="connsiteY30004" fmla="*/ 2703268 h 5017219"/>
              <a:gd name="connsiteX30005" fmla="*/ 3661853 w 5799173"/>
              <a:gd name="connsiteY30005" fmla="*/ 2702520 h 5017219"/>
              <a:gd name="connsiteX30006" fmla="*/ 3683619 w 5799173"/>
              <a:gd name="connsiteY30006" fmla="*/ 2702520 h 5017219"/>
              <a:gd name="connsiteX30007" fmla="*/ 3684949 w 5799173"/>
              <a:gd name="connsiteY30007" fmla="*/ 2703268 h 5017219"/>
              <a:gd name="connsiteX30008" fmla="*/ 3695832 w 5799173"/>
              <a:gd name="connsiteY30008" fmla="*/ 2722127 h 5017219"/>
              <a:gd name="connsiteX30009" fmla="*/ 3695833 w 5799173"/>
              <a:gd name="connsiteY30009" fmla="*/ 2723705 h 5017219"/>
              <a:gd name="connsiteX30010" fmla="*/ 3684949 w 5799173"/>
              <a:gd name="connsiteY30010" fmla="*/ 2742564 h 5017219"/>
              <a:gd name="connsiteX30011" fmla="*/ 3683619 w 5799173"/>
              <a:gd name="connsiteY30011" fmla="*/ 2743312 h 5017219"/>
              <a:gd name="connsiteX30012" fmla="*/ 2879327 w 5799173"/>
              <a:gd name="connsiteY30012" fmla="*/ 2533826 h 5017219"/>
              <a:gd name="connsiteX30013" fmla="*/ 2877997 w 5799173"/>
              <a:gd name="connsiteY30013" fmla="*/ 2533078 h 5017219"/>
              <a:gd name="connsiteX30014" fmla="*/ 2867114 w 5799173"/>
              <a:gd name="connsiteY30014" fmla="*/ 2514136 h 5017219"/>
              <a:gd name="connsiteX30015" fmla="*/ 2867114 w 5799173"/>
              <a:gd name="connsiteY30015" fmla="*/ 2512558 h 5017219"/>
              <a:gd name="connsiteX30016" fmla="*/ 2878080 w 5799173"/>
              <a:gd name="connsiteY30016" fmla="*/ 2493616 h 5017219"/>
              <a:gd name="connsiteX30017" fmla="*/ 2879410 w 5799173"/>
              <a:gd name="connsiteY30017" fmla="*/ 2492868 h 5017219"/>
              <a:gd name="connsiteX30018" fmla="*/ 2901260 w 5799173"/>
              <a:gd name="connsiteY30018" fmla="*/ 2492868 h 5017219"/>
              <a:gd name="connsiteX30019" fmla="*/ 2902589 w 5799173"/>
              <a:gd name="connsiteY30019" fmla="*/ 2493616 h 5017219"/>
              <a:gd name="connsiteX30020" fmla="*/ 2913472 w 5799173"/>
              <a:gd name="connsiteY30020" fmla="*/ 2512558 h 5017219"/>
              <a:gd name="connsiteX30021" fmla="*/ 2913472 w 5799173"/>
              <a:gd name="connsiteY30021" fmla="*/ 2514136 h 5017219"/>
              <a:gd name="connsiteX30022" fmla="*/ 2902505 w 5799173"/>
              <a:gd name="connsiteY30022" fmla="*/ 2533078 h 5017219"/>
              <a:gd name="connsiteX30023" fmla="*/ 2901176 w 5799173"/>
              <a:gd name="connsiteY30023" fmla="*/ 2533826 h 5017219"/>
              <a:gd name="connsiteX30024" fmla="*/ 3721934 w 5799173"/>
              <a:gd name="connsiteY30024" fmla="*/ 2759684 h 5017219"/>
              <a:gd name="connsiteX30025" fmla="*/ 3720605 w 5799173"/>
              <a:gd name="connsiteY30025" fmla="*/ 2758937 h 5017219"/>
              <a:gd name="connsiteX30026" fmla="*/ 3709639 w 5799173"/>
              <a:gd name="connsiteY30026" fmla="*/ 2739911 h 5017219"/>
              <a:gd name="connsiteX30027" fmla="*/ 3709639 w 5799173"/>
              <a:gd name="connsiteY30027" fmla="*/ 2738333 h 5017219"/>
              <a:gd name="connsiteX30028" fmla="*/ 3720605 w 5799173"/>
              <a:gd name="connsiteY30028" fmla="*/ 2719308 h 5017219"/>
              <a:gd name="connsiteX30029" fmla="*/ 3721934 w 5799173"/>
              <a:gd name="connsiteY30029" fmla="*/ 2718560 h 5017219"/>
              <a:gd name="connsiteX30030" fmla="*/ 3743867 w 5799173"/>
              <a:gd name="connsiteY30030" fmla="*/ 2718560 h 5017219"/>
              <a:gd name="connsiteX30031" fmla="*/ 3745197 w 5799173"/>
              <a:gd name="connsiteY30031" fmla="*/ 2719308 h 5017219"/>
              <a:gd name="connsiteX30032" fmla="*/ 3756163 w 5799173"/>
              <a:gd name="connsiteY30032" fmla="*/ 2738333 h 5017219"/>
              <a:gd name="connsiteX30033" fmla="*/ 3756163 w 5799173"/>
              <a:gd name="connsiteY30033" fmla="*/ 2739911 h 5017219"/>
              <a:gd name="connsiteX30034" fmla="*/ 3745197 w 5799173"/>
              <a:gd name="connsiteY30034" fmla="*/ 2758937 h 5017219"/>
              <a:gd name="connsiteX30035" fmla="*/ 3743867 w 5799173"/>
              <a:gd name="connsiteY30035" fmla="*/ 2759684 h 5017219"/>
              <a:gd name="connsiteX30036" fmla="*/ 3119906 w 5799173"/>
              <a:gd name="connsiteY30036" fmla="*/ 2598666 h 5017219"/>
              <a:gd name="connsiteX30037" fmla="*/ 3118576 w 5799173"/>
              <a:gd name="connsiteY30037" fmla="*/ 2597918 h 5017219"/>
              <a:gd name="connsiteX30038" fmla="*/ 3107444 w 5799173"/>
              <a:gd name="connsiteY30038" fmla="*/ 2578644 h 5017219"/>
              <a:gd name="connsiteX30039" fmla="*/ 3107444 w 5799173"/>
              <a:gd name="connsiteY30039" fmla="*/ 2577065 h 5017219"/>
              <a:gd name="connsiteX30040" fmla="*/ 3118576 w 5799173"/>
              <a:gd name="connsiteY30040" fmla="*/ 2557791 h 5017219"/>
              <a:gd name="connsiteX30041" fmla="*/ 3119906 w 5799173"/>
              <a:gd name="connsiteY30041" fmla="*/ 2557043 h 5017219"/>
              <a:gd name="connsiteX30042" fmla="*/ 3142171 w 5799173"/>
              <a:gd name="connsiteY30042" fmla="*/ 2557043 h 5017219"/>
              <a:gd name="connsiteX30043" fmla="*/ 3143500 w 5799173"/>
              <a:gd name="connsiteY30043" fmla="*/ 2557791 h 5017219"/>
              <a:gd name="connsiteX30044" fmla="*/ 3154633 w 5799173"/>
              <a:gd name="connsiteY30044" fmla="*/ 2577065 h 5017219"/>
              <a:gd name="connsiteX30045" fmla="*/ 3154633 w 5799173"/>
              <a:gd name="connsiteY30045" fmla="*/ 2578644 h 5017219"/>
              <a:gd name="connsiteX30046" fmla="*/ 3143500 w 5799173"/>
              <a:gd name="connsiteY30046" fmla="*/ 2597918 h 5017219"/>
              <a:gd name="connsiteX30047" fmla="*/ 3142171 w 5799173"/>
              <a:gd name="connsiteY30047" fmla="*/ 2598666 h 5017219"/>
              <a:gd name="connsiteX30048" fmla="*/ 163864 w 5799173"/>
              <a:gd name="connsiteY30048" fmla="*/ 1847402 h 5017219"/>
              <a:gd name="connsiteX30049" fmla="*/ 163367 w 5799173"/>
              <a:gd name="connsiteY30049" fmla="*/ 1847152 h 5017219"/>
              <a:gd name="connsiteX30050" fmla="*/ 159296 w 5799173"/>
              <a:gd name="connsiteY30050" fmla="*/ 1840091 h 5017219"/>
              <a:gd name="connsiteX30051" fmla="*/ 159295 w 5799173"/>
              <a:gd name="connsiteY30051" fmla="*/ 1839509 h 5017219"/>
              <a:gd name="connsiteX30052" fmla="*/ 163367 w 5799173"/>
              <a:gd name="connsiteY30052" fmla="*/ 1832447 h 5017219"/>
              <a:gd name="connsiteX30053" fmla="*/ 163864 w 5799173"/>
              <a:gd name="connsiteY30053" fmla="*/ 1832198 h 5017219"/>
              <a:gd name="connsiteX30054" fmla="*/ 172007 w 5799173"/>
              <a:gd name="connsiteY30054" fmla="*/ 1832198 h 5017219"/>
              <a:gd name="connsiteX30055" fmla="*/ 172504 w 5799173"/>
              <a:gd name="connsiteY30055" fmla="*/ 1832447 h 5017219"/>
              <a:gd name="connsiteX30056" fmla="*/ 176575 w 5799173"/>
              <a:gd name="connsiteY30056" fmla="*/ 1839509 h 5017219"/>
              <a:gd name="connsiteX30057" fmla="*/ 176576 w 5799173"/>
              <a:gd name="connsiteY30057" fmla="*/ 1840091 h 5017219"/>
              <a:gd name="connsiteX30058" fmla="*/ 172504 w 5799173"/>
              <a:gd name="connsiteY30058" fmla="*/ 1847152 h 5017219"/>
              <a:gd name="connsiteX30059" fmla="*/ 172007 w 5799173"/>
              <a:gd name="connsiteY30059" fmla="*/ 1847402 h 5017219"/>
              <a:gd name="connsiteX30060" fmla="*/ 1123865 w 5799173"/>
              <a:gd name="connsiteY30060" fmla="*/ 2110916 h 5017219"/>
              <a:gd name="connsiteX30061" fmla="*/ 1123034 w 5799173"/>
              <a:gd name="connsiteY30061" fmla="*/ 2110417 h 5017219"/>
              <a:gd name="connsiteX30062" fmla="*/ 1116056 w 5799173"/>
              <a:gd name="connsiteY30062" fmla="*/ 2098288 h 5017219"/>
              <a:gd name="connsiteX30063" fmla="*/ 1116056 w 5799173"/>
              <a:gd name="connsiteY30063" fmla="*/ 2097291 h 5017219"/>
              <a:gd name="connsiteX30064" fmla="*/ 1123117 w 5799173"/>
              <a:gd name="connsiteY30064" fmla="*/ 2085161 h 5017219"/>
              <a:gd name="connsiteX30065" fmla="*/ 1123948 w 5799173"/>
              <a:gd name="connsiteY30065" fmla="*/ 2084663 h 5017219"/>
              <a:gd name="connsiteX30066" fmla="*/ 1137988 w 5799173"/>
              <a:gd name="connsiteY30066" fmla="*/ 2084663 h 5017219"/>
              <a:gd name="connsiteX30067" fmla="*/ 1138820 w 5799173"/>
              <a:gd name="connsiteY30067" fmla="*/ 2085161 h 5017219"/>
              <a:gd name="connsiteX30068" fmla="*/ 1145798 w 5799173"/>
              <a:gd name="connsiteY30068" fmla="*/ 2097291 h 5017219"/>
              <a:gd name="connsiteX30069" fmla="*/ 1145798 w 5799173"/>
              <a:gd name="connsiteY30069" fmla="*/ 2098288 h 5017219"/>
              <a:gd name="connsiteX30070" fmla="*/ 1138736 w 5799173"/>
              <a:gd name="connsiteY30070" fmla="*/ 2110417 h 5017219"/>
              <a:gd name="connsiteX30071" fmla="*/ 1137906 w 5799173"/>
              <a:gd name="connsiteY30071" fmla="*/ 2110916 h 5017219"/>
              <a:gd name="connsiteX30072" fmla="*/ 2025412 w 5799173"/>
              <a:gd name="connsiteY30072" fmla="*/ 2355229 h 5017219"/>
              <a:gd name="connsiteX30073" fmla="*/ 2024415 w 5799173"/>
              <a:gd name="connsiteY30073" fmla="*/ 2354647 h 5017219"/>
              <a:gd name="connsiteX30074" fmla="*/ 2016107 w 5799173"/>
              <a:gd name="connsiteY30074" fmla="*/ 2340274 h 5017219"/>
              <a:gd name="connsiteX30075" fmla="*/ 2016107 w 5799173"/>
              <a:gd name="connsiteY30075" fmla="*/ 2339111 h 5017219"/>
              <a:gd name="connsiteX30076" fmla="*/ 2024415 w 5799173"/>
              <a:gd name="connsiteY30076" fmla="*/ 2324739 h 5017219"/>
              <a:gd name="connsiteX30077" fmla="*/ 2025412 w 5799173"/>
              <a:gd name="connsiteY30077" fmla="*/ 2324157 h 5017219"/>
              <a:gd name="connsiteX30078" fmla="*/ 2042028 w 5799173"/>
              <a:gd name="connsiteY30078" fmla="*/ 2324157 h 5017219"/>
              <a:gd name="connsiteX30079" fmla="*/ 2043024 w 5799173"/>
              <a:gd name="connsiteY30079" fmla="*/ 2324739 h 5017219"/>
              <a:gd name="connsiteX30080" fmla="*/ 2051332 w 5799173"/>
              <a:gd name="connsiteY30080" fmla="*/ 2339111 h 5017219"/>
              <a:gd name="connsiteX30081" fmla="*/ 2051332 w 5799173"/>
              <a:gd name="connsiteY30081" fmla="*/ 2340274 h 5017219"/>
              <a:gd name="connsiteX30082" fmla="*/ 2043024 w 5799173"/>
              <a:gd name="connsiteY30082" fmla="*/ 2354647 h 5017219"/>
              <a:gd name="connsiteX30083" fmla="*/ 2042028 w 5799173"/>
              <a:gd name="connsiteY30083" fmla="*/ 2355229 h 5017219"/>
              <a:gd name="connsiteX30084" fmla="*/ 1965143 w 5799173"/>
              <a:gd name="connsiteY30084" fmla="*/ 2339267 h 5017219"/>
              <a:gd name="connsiteX30085" fmla="*/ 1964146 w 5799173"/>
              <a:gd name="connsiteY30085" fmla="*/ 2338686 h 5017219"/>
              <a:gd name="connsiteX30086" fmla="*/ 1955755 w 5799173"/>
              <a:gd name="connsiteY30086" fmla="*/ 2324147 h 5017219"/>
              <a:gd name="connsiteX30087" fmla="*/ 1955755 w 5799173"/>
              <a:gd name="connsiteY30087" fmla="*/ 2322983 h 5017219"/>
              <a:gd name="connsiteX30088" fmla="*/ 1964146 w 5799173"/>
              <a:gd name="connsiteY30088" fmla="*/ 2308445 h 5017219"/>
              <a:gd name="connsiteX30089" fmla="*/ 1965143 w 5799173"/>
              <a:gd name="connsiteY30089" fmla="*/ 2307863 h 5017219"/>
              <a:gd name="connsiteX30090" fmla="*/ 1981925 w 5799173"/>
              <a:gd name="connsiteY30090" fmla="*/ 2307863 h 5017219"/>
              <a:gd name="connsiteX30091" fmla="*/ 1982922 w 5799173"/>
              <a:gd name="connsiteY30091" fmla="*/ 2308445 h 5017219"/>
              <a:gd name="connsiteX30092" fmla="*/ 1991313 w 5799173"/>
              <a:gd name="connsiteY30092" fmla="*/ 2322983 h 5017219"/>
              <a:gd name="connsiteX30093" fmla="*/ 1991313 w 5799173"/>
              <a:gd name="connsiteY30093" fmla="*/ 2324147 h 5017219"/>
              <a:gd name="connsiteX30094" fmla="*/ 1982922 w 5799173"/>
              <a:gd name="connsiteY30094" fmla="*/ 2338686 h 5017219"/>
              <a:gd name="connsiteX30095" fmla="*/ 1981925 w 5799173"/>
              <a:gd name="connsiteY30095" fmla="*/ 2339267 h 5017219"/>
              <a:gd name="connsiteX30096" fmla="*/ 2085255 w 5799173"/>
              <a:gd name="connsiteY30096" fmla="*/ 2371935 h 5017219"/>
              <a:gd name="connsiteX30097" fmla="*/ 2084175 w 5799173"/>
              <a:gd name="connsiteY30097" fmla="*/ 2371353 h 5017219"/>
              <a:gd name="connsiteX30098" fmla="*/ 2075618 w 5799173"/>
              <a:gd name="connsiteY30098" fmla="*/ 2356482 h 5017219"/>
              <a:gd name="connsiteX30099" fmla="*/ 2075618 w 5799173"/>
              <a:gd name="connsiteY30099" fmla="*/ 2355236 h 5017219"/>
              <a:gd name="connsiteX30100" fmla="*/ 2084258 w 5799173"/>
              <a:gd name="connsiteY30100" fmla="*/ 2340365 h 5017219"/>
              <a:gd name="connsiteX30101" fmla="*/ 2085338 w 5799173"/>
              <a:gd name="connsiteY30101" fmla="*/ 2339783 h 5017219"/>
              <a:gd name="connsiteX30102" fmla="*/ 2102535 w 5799173"/>
              <a:gd name="connsiteY30102" fmla="*/ 2339783 h 5017219"/>
              <a:gd name="connsiteX30103" fmla="*/ 2103615 w 5799173"/>
              <a:gd name="connsiteY30103" fmla="*/ 2340365 h 5017219"/>
              <a:gd name="connsiteX30104" fmla="*/ 2112173 w 5799173"/>
              <a:gd name="connsiteY30104" fmla="*/ 2355236 h 5017219"/>
              <a:gd name="connsiteX30105" fmla="*/ 2112173 w 5799173"/>
              <a:gd name="connsiteY30105" fmla="*/ 2356482 h 5017219"/>
              <a:gd name="connsiteX30106" fmla="*/ 2103532 w 5799173"/>
              <a:gd name="connsiteY30106" fmla="*/ 2371353 h 5017219"/>
              <a:gd name="connsiteX30107" fmla="*/ 2102453 w 5799173"/>
              <a:gd name="connsiteY30107" fmla="*/ 2371935 h 5017219"/>
              <a:gd name="connsiteX30108" fmla="*/ 2386103 w 5799173"/>
              <a:gd name="connsiteY30108" fmla="*/ 2452830 h 5017219"/>
              <a:gd name="connsiteX30109" fmla="*/ 2385023 w 5799173"/>
              <a:gd name="connsiteY30109" fmla="*/ 2452248 h 5017219"/>
              <a:gd name="connsiteX30110" fmla="*/ 2376300 w 5799173"/>
              <a:gd name="connsiteY30110" fmla="*/ 2437128 h 5017219"/>
              <a:gd name="connsiteX30111" fmla="*/ 2376300 w 5799173"/>
              <a:gd name="connsiteY30111" fmla="*/ 2435881 h 5017219"/>
              <a:gd name="connsiteX30112" fmla="*/ 2385023 w 5799173"/>
              <a:gd name="connsiteY30112" fmla="*/ 2420761 h 5017219"/>
              <a:gd name="connsiteX30113" fmla="*/ 2386103 w 5799173"/>
              <a:gd name="connsiteY30113" fmla="*/ 2420180 h 5017219"/>
              <a:gd name="connsiteX30114" fmla="*/ 2403633 w 5799173"/>
              <a:gd name="connsiteY30114" fmla="*/ 2420179 h 5017219"/>
              <a:gd name="connsiteX30115" fmla="*/ 2404713 w 5799173"/>
              <a:gd name="connsiteY30115" fmla="*/ 2420761 h 5017219"/>
              <a:gd name="connsiteX30116" fmla="*/ 2413436 w 5799173"/>
              <a:gd name="connsiteY30116" fmla="*/ 2435881 h 5017219"/>
              <a:gd name="connsiteX30117" fmla="*/ 2413436 w 5799173"/>
              <a:gd name="connsiteY30117" fmla="*/ 2437128 h 5017219"/>
              <a:gd name="connsiteX30118" fmla="*/ 2404713 w 5799173"/>
              <a:gd name="connsiteY30118" fmla="*/ 2452248 h 5017219"/>
              <a:gd name="connsiteX30119" fmla="*/ 2403633 w 5799173"/>
              <a:gd name="connsiteY30119" fmla="*/ 2452829 h 5017219"/>
              <a:gd name="connsiteX30120" fmla="*/ 4071234 w 5799173"/>
              <a:gd name="connsiteY30120" fmla="*/ 2904453 h 5017219"/>
              <a:gd name="connsiteX30121" fmla="*/ 4070154 w 5799173"/>
              <a:gd name="connsiteY30121" fmla="*/ 2903872 h 5017219"/>
              <a:gd name="connsiteX30122" fmla="*/ 4061348 w 5799173"/>
              <a:gd name="connsiteY30122" fmla="*/ 2888668 h 5017219"/>
              <a:gd name="connsiteX30123" fmla="*/ 4061348 w 5799173"/>
              <a:gd name="connsiteY30123" fmla="*/ 2887422 h 5017219"/>
              <a:gd name="connsiteX30124" fmla="*/ 4070155 w 5799173"/>
              <a:gd name="connsiteY30124" fmla="*/ 2872219 h 5017219"/>
              <a:gd name="connsiteX30125" fmla="*/ 4071234 w 5799173"/>
              <a:gd name="connsiteY30125" fmla="*/ 2871637 h 5017219"/>
              <a:gd name="connsiteX30126" fmla="*/ 4088847 w 5799173"/>
              <a:gd name="connsiteY30126" fmla="*/ 2871637 h 5017219"/>
              <a:gd name="connsiteX30127" fmla="*/ 4089927 w 5799173"/>
              <a:gd name="connsiteY30127" fmla="*/ 2872219 h 5017219"/>
              <a:gd name="connsiteX30128" fmla="*/ 4098733 w 5799173"/>
              <a:gd name="connsiteY30128" fmla="*/ 2887422 h 5017219"/>
              <a:gd name="connsiteX30129" fmla="*/ 4098733 w 5799173"/>
              <a:gd name="connsiteY30129" fmla="*/ 2888668 h 5017219"/>
              <a:gd name="connsiteX30130" fmla="*/ 4089927 w 5799173"/>
              <a:gd name="connsiteY30130" fmla="*/ 2903872 h 5017219"/>
              <a:gd name="connsiteX30131" fmla="*/ 4088847 w 5799173"/>
              <a:gd name="connsiteY30131" fmla="*/ 2904453 h 5017219"/>
              <a:gd name="connsiteX30132" fmla="*/ 2145130 w 5799173"/>
              <a:gd name="connsiteY30132" fmla="*/ 2388823 h 5017219"/>
              <a:gd name="connsiteX30133" fmla="*/ 2144051 w 5799173"/>
              <a:gd name="connsiteY30133" fmla="*/ 2388159 h 5017219"/>
              <a:gd name="connsiteX30134" fmla="*/ 2135078 w 5799173"/>
              <a:gd name="connsiteY30134" fmla="*/ 2372540 h 5017219"/>
              <a:gd name="connsiteX30135" fmla="*/ 2135078 w 5799173"/>
              <a:gd name="connsiteY30135" fmla="*/ 2371293 h 5017219"/>
              <a:gd name="connsiteX30136" fmla="*/ 2144051 w 5799173"/>
              <a:gd name="connsiteY30136" fmla="*/ 2355675 h 5017219"/>
              <a:gd name="connsiteX30137" fmla="*/ 2145130 w 5799173"/>
              <a:gd name="connsiteY30137" fmla="*/ 2355010 h 5017219"/>
              <a:gd name="connsiteX30138" fmla="*/ 2163159 w 5799173"/>
              <a:gd name="connsiteY30138" fmla="*/ 2355010 h 5017219"/>
              <a:gd name="connsiteX30139" fmla="*/ 2164239 w 5799173"/>
              <a:gd name="connsiteY30139" fmla="*/ 2355675 h 5017219"/>
              <a:gd name="connsiteX30140" fmla="*/ 2173211 w 5799173"/>
              <a:gd name="connsiteY30140" fmla="*/ 2371293 h 5017219"/>
              <a:gd name="connsiteX30141" fmla="*/ 2173211 w 5799173"/>
              <a:gd name="connsiteY30141" fmla="*/ 2372540 h 5017219"/>
              <a:gd name="connsiteX30142" fmla="*/ 2164239 w 5799173"/>
              <a:gd name="connsiteY30142" fmla="*/ 2388159 h 5017219"/>
              <a:gd name="connsiteX30143" fmla="*/ 2163159 w 5799173"/>
              <a:gd name="connsiteY30143" fmla="*/ 2388823 h 5017219"/>
              <a:gd name="connsiteX30144" fmla="*/ 2265419 w 5799173"/>
              <a:gd name="connsiteY30144" fmla="*/ 2421149 h 5017219"/>
              <a:gd name="connsiteX30145" fmla="*/ 2264339 w 5799173"/>
              <a:gd name="connsiteY30145" fmla="*/ 2420484 h 5017219"/>
              <a:gd name="connsiteX30146" fmla="*/ 2255284 w 5799173"/>
              <a:gd name="connsiteY30146" fmla="*/ 2404783 h 5017219"/>
              <a:gd name="connsiteX30147" fmla="*/ 2255284 w 5799173"/>
              <a:gd name="connsiteY30147" fmla="*/ 2403537 h 5017219"/>
              <a:gd name="connsiteX30148" fmla="*/ 2264339 w 5799173"/>
              <a:gd name="connsiteY30148" fmla="*/ 2387835 h 5017219"/>
              <a:gd name="connsiteX30149" fmla="*/ 2265419 w 5799173"/>
              <a:gd name="connsiteY30149" fmla="*/ 2387170 h 5017219"/>
              <a:gd name="connsiteX30150" fmla="*/ 2283531 w 5799173"/>
              <a:gd name="connsiteY30150" fmla="*/ 2387169 h 5017219"/>
              <a:gd name="connsiteX30151" fmla="*/ 2284611 w 5799173"/>
              <a:gd name="connsiteY30151" fmla="*/ 2387834 h 5017219"/>
              <a:gd name="connsiteX30152" fmla="*/ 2293666 w 5799173"/>
              <a:gd name="connsiteY30152" fmla="*/ 2403537 h 5017219"/>
              <a:gd name="connsiteX30153" fmla="*/ 2293666 w 5799173"/>
              <a:gd name="connsiteY30153" fmla="*/ 2404782 h 5017219"/>
              <a:gd name="connsiteX30154" fmla="*/ 2284611 w 5799173"/>
              <a:gd name="connsiteY30154" fmla="*/ 2420484 h 5017219"/>
              <a:gd name="connsiteX30155" fmla="*/ 2283531 w 5799173"/>
              <a:gd name="connsiteY30155" fmla="*/ 2421148 h 5017219"/>
              <a:gd name="connsiteX30156" fmla="*/ 2205150 w 5799173"/>
              <a:gd name="connsiteY30156" fmla="*/ 2405105 h 5017219"/>
              <a:gd name="connsiteX30157" fmla="*/ 2204070 w 5799173"/>
              <a:gd name="connsiteY30157" fmla="*/ 2404441 h 5017219"/>
              <a:gd name="connsiteX30158" fmla="*/ 2195015 w 5799173"/>
              <a:gd name="connsiteY30158" fmla="*/ 2388656 h 5017219"/>
              <a:gd name="connsiteX30159" fmla="*/ 2195015 w 5799173"/>
              <a:gd name="connsiteY30159" fmla="*/ 2387410 h 5017219"/>
              <a:gd name="connsiteX30160" fmla="*/ 2204154 w 5799173"/>
              <a:gd name="connsiteY30160" fmla="*/ 2371625 h 5017219"/>
              <a:gd name="connsiteX30161" fmla="*/ 2205234 w 5799173"/>
              <a:gd name="connsiteY30161" fmla="*/ 2370960 h 5017219"/>
              <a:gd name="connsiteX30162" fmla="*/ 2223428 w 5799173"/>
              <a:gd name="connsiteY30162" fmla="*/ 2370960 h 5017219"/>
              <a:gd name="connsiteX30163" fmla="*/ 2224508 w 5799173"/>
              <a:gd name="connsiteY30163" fmla="*/ 2371625 h 5017219"/>
              <a:gd name="connsiteX30164" fmla="*/ 2233564 w 5799173"/>
              <a:gd name="connsiteY30164" fmla="*/ 2387410 h 5017219"/>
              <a:gd name="connsiteX30165" fmla="*/ 2233564 w 5799173"/>
              <a:gd name="connsiteY30165" fmla="*/ 2388656 h 5017219"/>
              <a:gd name="connsiteX30166" fmla="*/ 2224425 w 5799173"/>
              <a:gd name="connsiteY30166" fmla="*/ 2404441 h 5017219"/>
              <a:gd name="connsiteX30167" fmla="*/ 2223345 w 5799173"/>
              <a:gd name="connsiteY30167" fmla="*/ 2405105 h 5017219"/>
              <a:gd name="connsiteX30168" fmla="*/ 2325523 w 5799173"/>
              <a:gd name="connsiteY30168" fmla="*/ 2437358 h 5017219"/>
              <a:gd name="connsiteX30169" fmla="*/ 2324443 w 5799173"/>
              <a:gd name="connsiteY30169" fmla="*/ 2436694 h 5017219"/>
              <a:gd name="connsiteX30170" fmla="*/ 2315388 w 5799173"/>
              <a:gd name="connsiteY30170" fmla="*/ 2420909 h 5017219"/>
              <a:gd name="connsiteX30171" fmla="*/ 2315388 w 5799173"/>
              <a:gd name="connsiteY30171" fmla="*/ 2419664 h 5017219"/>
              <a:gd name="connsiteX30172" fmla="*/ 2324527 w 5799173"/>
              <a:gd name="connsiteY30172" fmla="*/ 2403879 h 5017219"/>
              <a:gd name="connsiteX30173" fmla="*/ 2325607 w 5799173"/>
              <a:gd name="connsiteY30173" fmla="*/ 2403213 h 5017219"/>
              <a:gd name="connsiteX30174" fmla="*/ 2343801 w 5799173"/>
              <a:gd name="connsiteY30174" fmla="*/ 2403214 h 5017219"/>
              <a:gd name="connsiteX30175" fmla="*/ 2344881 w 5799173"/>
              <a:gd name="connsiteY30175" fmla="*/ 2403878 h 5017219"/>
              <a:gd name="connsiteX30176" fmla="*/ 2353937 w 5799173"/>
              <a:gd name="connsiteY30176" fmla="*/ 2419664 h 5017219"/>
              <a:gd name="connsiteX30177" fmla="*/ 2353937 w 5799173"/>
              <a:gd name="connsiteY30177" fmla="*/ 2420909 h 5017219"/>
              <a:gd name="connsiteX30178" fmla="*/ 2344798 w 5799173"/>
              <a:gd name="connsiteY30178" fmla="*/ 2436695 h 5017219"/>
              <a:gd name="connsiteX30179" fmla="*/ 2343718 w 5799173"/>
              <a:gd name="connsiteY30179" fmla="*/ 2437359 h 5017219"/>
              <a:gd name="connsiteX30180" fmla="*/ 3168037 w 5799173"/>
              <a:gd name="connsiteY30180" fmla="*/ 2663383 h 5017219"/>
              <a:gd name="connsiteX30181" fmla="*/ 3166874 w 5799173"/>
              <a:gd name="connsiteY30181" fmla="*/ 2662718 h 5017219"/>
              <a:gd name="connsiteX30182" fmla="*/ 3157652 w 5799173"/>
              <a:gd name="connsiteY30182" fmla="*/ 2646767 h 5017219"/>
              <a:gd name="connsiteX30183" fmla="*/ 3157652 w 5799173"/>
              <a:gd name="connsiteY30183" fmla="*/ 2645438 h 5017219"/>
              <a:gd name="connsiteX30184" fmla="*/ 3166874 w 5799173"/>
              <a:gd name="connsiteY30184" fmla="*/ 2629487 h 5017219"/>
              <a:gd name="connsiteX30185" fmla="*/ 3168037 w 5799173"/>
              <a:gd name="connsiteY30185" fmla="*/ 2628822 h 5017219"/>
              <a:gd name="connsiteX30186" fmla="*/ 3186480 w 5799173"/>
              <a:gd name="connsiteY30186" fmla="*/ 2628822 h 5017219"/>
              <a:gd name="connsiteX30187" fmla="*/ 3187643 w 5799173"/>
              <a:gd name="connsiteY30187" fmla="*/ 2629487 h 5017219"/>
              <a:gd name="connsiteX30188" fmla="*/ 3196865 w 5799173"/>
              <a:gd name="connsiteY30188" fmla="*/ 2645438 h 5017219"/>
              <a:gd name="connsiteX30189" fmla="*/ 3196865 w 5799173"/>
              <a:gd name="connsiteY30189" fmla="*/ 2646767 h 5017219"/>
              <a:gd name="connsiteX30190" fmla="*/ 3187643 w 5799173"/>
              <a:gd name="connsiteY30190" fmla="*/ 2662718 h 5017219"/>
              <a:gd name="connsiteX30191" fmla="*/ 3186480 w 5799173"/>
              <a:gd name="connsiteY30191" fmla="*/ 2663383 h 5017219"/>
              <a:gd name="connsiteX30192" fmla="*/ 4251306 w 5799173"/>
              <a:gd name="connsiteY30192" fmla="*/ 2953832 h 5017219"/>
              <a:gd name="connsiteX30193" fmla="*/ 4250143 w 5799173"/>
              <a:gd name="connsiteY30193" fmla="*/ 2953168 h 5017219"/>
              <a:gd name="connsiteX30194" fmla="*/ 4240837 w 5799173"/>
              <a:gd name="connsiteY30194" fmla="*/ 2937050 h 5017219"/>
              <a:gd name="connsiteX30195" fmla="*/ 4240837 w 5799173"/>
              <a:gd name="connsiteY30195" fmla="*/ 2935721 h 5017219"/>
              <a:gd name="connsiteX30196" fmla="*/ 4250143 w 5799173"/>
              <a:gd name="connsiteY30196" fmla="*/ 2919604 h 5017219"/>
              <a:gd name="connsiteX30197" fmla="*/ 4251306 w 5799173"/>
              <a:gd name="connsiteY30197" fmla="*/ 2918939 h 5017219"/>
              <a:gd name="connsiteX30198" fmla="*/ 4269915 w 5799173"/>
              <a:gd name="connsiteY30198" fmla="*/ 2918939 h 5017219"/>
              <a:gd name="connsiteX30199" fmla="*/ 4271079 w 5799173"/>
              <a:gd name="connsiteY30199" fmla="*/ 2919604 h 5017219"/>
              <a:gd name="connsiteX30200" fmla="*/ 4280383 w 5799173"/>
              <a:gd name="connsiteY30200" fmla="*/ 2935721 h 5017219"/>
              <a:gd name="connsiteX30201" fmla="*/ 4280383 w 5799173"/>
              <a:gd name="connsiteY30201" fmla="*/ 2937050 h 5017219"/>
              <a:gd name="connsiteX30202" fmla="*/ 4271079 w 5799173"/>
              <a:gd name="connsiteY30202" fmla="*/ 2953168 h 5017219"/>
              <a:gd name="connsiteX30203" fmla="*/ 4269915 w 5799173"/>
              <a:gd name="connsiteY30203" fmla="*/ 2953832 h 5017219"/>
              <a:gd name="connsiteX30204" fmla="*/ 2445637 w 5799173"/>
              <a:gd name="connsiteY30204" fmla="*/ 2470099 h 5017219"/>
              <a:gd name="connsiteX30205" fmla="*/ 2444474 w 5799173"/>
              <a:gd name="connsiteY30205" fmla="*/ 2469435 h 5017219"/>
              <a:gd name="connsiteX30206" fmla="*/ 2435086 w 5799173"/>
              <a:gd name="connsiteY30206" fmla="*/ 2453234 h 5017219"/>
              <a:gd name="connsiteX30207" fmla="*/ 2435086 w 5799173"/>
              <a:gd name="connsiteY30207" fmla="*/ 2451905 h 5017219"/>
              <a:gd name="connsiteX30208" fmla="*/ 2444474 w 5799173"/>
              <a:gd name="connsiteY30208" fmla="*/ 2435705 h 5017219"/>
              <a:gd name="connsiteX30209" fmla="*/ 2445637 w 5799173"/>
              <a:gd name="connsiteY30209" fmla="*/ 2435040 h 5017219"/>
              <a:gd name="connsiteX30210" fmla="*/ 2464330 w 5799173"/>
              <a:gd name="connsiteY30210" fmla="*/ 2435040 h 5017219"/>
              <a:gd name="connsiteX30211" fmla="*/ 2465493 w 5799173"/>
              <a:gd name="connsiteY30211" fmla="*/ 2435705 h 5017219"/>
              <a:gd name="connsiteX30212" fmla="*/ 2474881 w 5799173"/>
              <a:gd name="connsiteY30212" fmla="*/ 2451905 h 5017219"/>
              <a:gd name="connsiteX30213" fmla="*/ 2474881 w 5799173"/>
              <a:gd name="connsiteY30213" fmla="*/ 2453234 h 5017219"/>
              <a:gd name="connsiteX30214" fmla="*/ 2465493 w 5799173"/>
              <a:gd name="connsiteY30214" fmla="*/ 2469435 h 5017219"/>
              <a:gd name="connsiteX30215" fmla="*/ 2464330 w 5799173"/>
              <a:gd name="connsiteY30215" fmla="*/ 2470099 h 5017219"/>
              <a:gd name="connsiteX30216" fmla="*/ 218663 w 5799173"/>
              <a:gd name="connsiteY30216" fmla="*/ 1873584 h 5017219"/>
              <a:gd name="connsiteX30217" fmla="*/ 217500 w 5799173"/>
              <a:gd name="connsiteY30217" fmla="*/ 1872918 h 5017219"/>
              <a:gd name="connsiteX30218" fmla="*/ 208029 w 5799173"/>
              <a:gd name="connsiteY30218" fmla="*/ 1856551 h 5017219"/>
              <a:gd name="connsiteX30219" fmla="*/ 208029 w 5799173"/>
              <a:gd name="connsiteY30219" fmla="*/ 1855222 h 5017219"/>
              <a:gd name="connsiteX30220" fmla="*/ 217500 w 5799173"/>
              <a:gd name="connsiteY30220" fmla="*/ 1838857 h 5017219"/>
              <a:gd name="connsiteX30221" fmla="*/ 218663 w 5799173"/>
              <a:gd name="connsiteY30221" fmla="*/ 1838191 h 5017219"/>
              <a:gd name="connsiteX30222" fmla="*/ 237605 w 5799173"/>
              <a:gd name="connsiteY30222" fmla="*/ 1838191 h 5017219"/>
              <a:gd name="connsiteX30223" fmla="*/ 238768 w 5799173"/>
              <a:gd name="connsiteY30223" fmla="*/ 1838857 h 5017219"/>
              <a:gd name="connsiteX30224" fmla="*/ 248239 w 5799173"/>
              <a:gd name="connsiteY30224" fmla="*/ 1855222 h 5017219"/>
              <a:gd name="connsiteX30225" fmla="*/ 248239 w 5799173"/>
              <a:gd name="connsiteY30225" fmla="*/ 1856551 h 5017219"/>
              <a:gd name="connsiteX30226" fmla="*/ 238768 w 5799173"/>
              <a:gd name="connsiteY30226" fmla="*/ 1872918 h 5017219"/>
              <a:gd name="connsiteX30227" fmla="*/ 237605 w 5799173"/>
              <a:gd name="connsiteY30227" fmla="*/ 1873583 h 5017219"/>
              <a:gd name="connsiteX30228" fmla="*/ 4491780 w 5799173"/>
              <a:gd name="connsiteY30228" fmla="*/ 3018835 h 5017219"/>
              <a:gd name="connsiteX30229" fmla="*/ 4490617 w 5799173"/>
              <a:gd name="connsiteY30229" fmla="*/ 3018170 h 5017219"/>
              <a:gd name="connsiteX30230" fmla="*/ 4481063 w 5799173"/>
              <a:gd name="connsiteY30230" fmla="*/ 3001638 h 5017219"/>
              <a:gd name="connsiteX30231" fmla="*/ 4481063 w 5799173"/>
              <a:gd name="connsiteY30231" fmla="*/ 3000308 h 5017219"/>
              <a:gd name="connsiteX30232" fmla="*/ 4490617 w 5799173"/>
              <a:gd name="connsiteY30232" fmla="*/ 2983776 h 5017219"/>
              <a:gd name="connsiteX30233" fmla="*/ 4491780 w 5799173"/>
              <a:gd name="connsiteY30233" fmla="*/ 2983111 h 5017219"/>
              <a:gd name="connsiteX30234" fmla="*/ 4510888 w 5799173"/>
              <a:gd name="connsiteY30234" fmla="*/ 2983111 h 5017219"/>
              <a:gd name="connsiteX30235" fmla="*/ 4512051 w 5799173"/>
              <a:gd name="connsiteY30235" fmla="*/ 2983776 h 5017219"/>
              <a:gd name="connsiteX30236" fmla="*/ 4521605 w 5799173"/>
              <a:gd name="connsiteY30236" fmla="*/ 3000308 h 5017219"/>
              <a:gd name="connsiteX30237" fmla="*/ 4521605 w 5799173"/>
              <a:gd name="connsiteY30237" fmla="*/ 3001638 h 5017219"/>
              <a:gd name="connsiteX30238" fmla="*/ 4512050 w 5799173"/>
              <a:gd name="connsiteY30238" fmla="*/ 3018170 h 5017219"/>
              <a:gd name="connsiteX30239" fmla="*/ 4510888 w 5799173"/>
              <a:gd name="connsiteY30239" fmla="*/ 3018835 h 5017219"/>
              <a:gd name="connsiteX30240" fmla="*/ 4311087 w 5799173"/>
              <a:gd name="connsiteY30240" fmla="*/ 2970709 h 5017219"/>
              <a:gd name="connsiteX30241" fmla="*/ 4309924 w 5799173"/>
              <a:gd name="connsiteY30241" fmla="*/ 2970044 h 5017219"/>
              <a:gd name="connsiteX30242" fmla="*/ 4300204 w 5799173"/>
              <a:gd name="connsiteY30242" fmla="*/ 2953179 h 5017219"/>
              <a:gd name="connsiteX30243" fmla="*/ 4300204 w 5799173"/>
              <a:gd name="connsiteY30243" fmla="*/ 2951767 h 5017219"/>
              <a:gd name="connsiteX30244" fmla="*/ 4309925 w 5799173"/>
              <a:gd name="connsiteY30244" fmla="*/ 2934902 h 5017219"/>
              <a:gd name="connsiteX30245" fmla="*/ 4311087 w 5799173"/>
              <a:gd name="connsiteY30245" fmla="*/ 2934237 h 5017219"/>
              <a:gd name="connsiteX30246" fmla="*/ 4330528 w 5799173"/>
              <a:gd name="connsiteY30246" fmla="*/ 2934237 h 5017219"/>
              <a:gd name="connsiteX30247" fmla="*/ 4331691 w 5799173"/>
              <a:gd name="connsiteY30247" fmla="*/ 2934902 h 5017219"/>
              <a:gd name="connsiteX30248" fmla="*/ 4341411 w 5799173"/>
              <a:gd name="connsiteY30248" fmla="*/ 2951767 h 5017219"/>
              <a:gd name="connsiteX30249" fmla="*/ 4341412 w 5799173"/>
              <a:gd name="connsiteY30249" fmla="*/ 2953179 h 5017219"/>
              <a:gd name="connsiteX30250" fmla="*/ 4331691 w 5799173"/>
              <a:gd name="connsiteY30250" fmla="*/ 2970044 h 5017219"/>
              <a:gd name="connsiteX30251" fmla="*/ 4330528 w 5799173"/>
              <a:gd name="connsiteY30251" fmla="*/ 2970709 h 5017219"/>
              <a:gd name="connsiteX30252" fmla="*/ 278526 w 5799173"/>
              <a:gd name="connsiteY30252" fmla="*/ 1890293 h 5017219"/>
              <a:gd name="connsiteX30253" fmla="*/ 277363 w 5799173"/>
              <a:gd name="connsiteY30253" fmla="*/ 1889629 h 5017219"/>
              <a:gd name="connsiteX30254" fmla="*/ 267644 w 5799173"/>
              <a:gd name="connsiteY30254" fmla="*/ 1872681 h 5017219"/>
              <a:gd name="connsiteX30255" fmla="*/ 267643 w 5799173"/>
              <a:gd name="connsiteY30255" fmla="*/ 1871268 h 5017219"/>
              <a:gd name="connsiteX30256" fmla="*/ 277447 w 5799173"/>
              <a:gd name="connsiteY30256" fmla="*/ 1854321 h 5017219"/>
              <a:gd name="connsiteX30257" fmla="*/ 278610 w 5799173"/>
              <a:gd name="connsiteY30257" fmla="*/ 1853656 h 5017219"/>
              <a:gd name="connsiteX30258" fmla="*/ 298134 w 5799173"/>
              <a:gd name="connsiteY30258" fmla="*/ 1853655 h 5017219"/>
              <a:gd name="connsiteX30259" fmla="*/ 299296 w 5799173"/>
              <a:gd name="connsiteY30259" fmla="*/ 1854321 h 5017219"/>
              <a:gd name="connsiteX30260" fmla="*/ 309017 w 5799173"/>
              <a:gd name="connsiteY30260" fmla="*/ 1871269 h 5017219"/>
              <a:gd name="connsiteX30261" fmla="*/ 309017 w 5799173"/>
              <a:gd name="connsiteY30261" fmla="*/ 1872680 h 5017219"/>
              <a:gd name="connsiteX30262" fmla="*/ 299213 w 5799173"/>
              <a:gd name="connsiteY30262" fmla="*/ 1889628 h 5017219"/>
              <a:gd name="connsiteX30263" fmla="*/ 298050 w 5799173"/>
              <a:gd name="connsiteY30263" fmla="*/ 1890294 h 5017219"/>
              <a:gd name="connsiteX30264" fmla="*/ 338611 w 5799173"/>
              <a:gd name="connsiteY30264" fmla="*/ 1906655 h 5017219"/>
              <a:gd name="connsiteX30265" fmla="*/ 337363 w 5799173"/>
              <a:gd name="connsiteY30265" fmla="*/ 1905991 h 5017219"/>
              <a:gd name="connsiteX30266" fmla="*/ 327478 w 5799173"/>
              <a:gd name="connsiteY30266" fmla="*/ 1888876 h 5017219"/>
              <a:gd name="connsiteX30267" fmla="*/ 327477 w 5799173"/>
              <a:gd name="connsiteY30267" fmla="*/ 1887464 h 5017219"/>
              <a:gd name="connsiteX30268" fmla="*/ 337364 w 5799173"/>
              <a:gd name="connsiteY30268" fmla="*/ 1870350 h 5017219"/>
              <a:gd name="connsiteX30269" fmla="*/ 338610 w 5799173"/>
              <a:gd name="connsiteY30269" fmla="*/ 1869685 h 5017219"/>
              <a:gd name="connsiteX30270" fmla="*/ 358299 w 5799173"/>
              <a:gd name="connsiteY30270" fmla="*/ 1869685 h 5017219"/>
              <a:gd name="connsiteX30271" fmla="*/ 359546 w 5799173"/>
              <a:gd name="connsiteY30271" fmla="*/ 1870350 h 5017219"/>
              <a:gd name="connsiteX30272" fmla="*/ 369432 w 5799173"/>
              <a:gd name="connsiteY30272" fmla="*/ 1887464 h 5017219"/>
              <a:gd name="connsiteX30273" fmla="*/ 369432 w 5799173"/>
              <a:gd name="connsiteY30273" fmla="*/ 1888876 h 5017219"/>
              <a:gd name="connsiteX30274" fmla="*/ 359546 w 5799173"/>
              <a:gd name="connsiteY30274" fmla="*/ 1905991 h 5017219"/>
              <a:gd name="connsiteX30275" fmla="*/ 358300 w 5799173"/>
              <a:gd name="connsiteY30275" fmla="*/ 1906655 h 5017219"/>
              <a:gd name="connsiteX30276" fmla="*/ 4130343 w 5799173"/>
              <a:gd name="connsiteY30276" fmla="*/ 2922647 h 5017219"/>
              <a:gd name="connsiteX30277" fmla="*/ 4129180 w 5799173"/>
              <a:gd name="connsiteY30277" fmla="*/ 2921982 h 5017219"/>
              <a:gd name="connsiteX30278" fmla="*/ 4119293 w 5799173"/>
              <a:gd name="connsiteY30278" fmla="*/ 2904868 h 5017219"/>
              <a:gd name="connsiteX30279" fmla="*/ 4119293 w 5799173"/>
              <a:gd name="connsiteY30279" fmla="*/ 2903455 h 5017219"/>
              <a:gd name="connsiteX30280" fmla="*/ 4129180 w 5799173"/>
              <a:gd name="connsiteY30280" fmla="*/ 2886342 h 5017219"/>
              <a:gd name="connsiteX30281" fmla="*/ 4130343 w 5799173"/>
              <a:gd name="connsiteY30281" fmla="*/ 2885677 h 5017219"/>
              <a:gd name="connsiteX30282" fmla="*/ 4150033 w 5799173"/>
              <a:gd name="connsiteY30282" fmla="*/ 2885677 h 5017219"/>
              <a:gd name="connsiteX30283" fmla="*/ 4151196 w 5799173"/>
              <a:gd name="connsiteY30283" fmla="*/ 2886342 h 5017219"/>
              <a:gd name="connsiteX30284" fmla="*/ 4161083 w 5799173"/>
              <a:gd name="connsiteY30284" fmla="*/ 2903456 h 5017219"/>
              <a:gd name="connsiteX30285" fmla="*/ 4161082 w 5799173"/>
              <a:gd name="connsiteY30285" fmla="*/ 2904868 h 5017219"/>
              <a:gd name="connsiteX30286" fmla="*/ 4151196 w 5799173"/>
              <a:gd name="connsiteY30286" fmla="*/ 2921983 h 5017219"/>
              <a:gd name="connsiteX30287" fmla="*/ 4150033 w 5799173"/>
              <a:gd name="connsiteY30287" fmla="*/ 2922647 h 5017219"/>
              <a:gd name="connsiteX30288" fmla="*/ 398792 w 5799173"/>
              <a:gd name="connsiteY30288" fmla="*/ 1922886 h 5017219"/>
              <a:gd name="connsiteX30289" fmla="*/ 397548 w 5799173"/>
              <a:gd name="connsiteY30289" fmla="*/ 1922222 h 5017219"/>
              <a:gd name="connsiteX30290" fmla="*/ 387660 w 5799173"/>
              <a:gd name="connsiteY30290" fmla="*/ 1905024 h 5017219"/>
              <a:gd name="connsiteX30291" fmla="*/ 387661 w 5799173"/>
              <a:gd name="connsiteY30291" fmla="*/ 1903612 h 5017219"/>
              <a:gd name="connsiteX30292" fmla="*/ 397547 w 5799173"/>
              <a:gd name="connsiteY30292" fmla="*/ 1886415 h 5017219"/>
              <a:gd name="connsiteX30293" fmla="*/ 398793 w 5799173"/>
              <a:gd name="connsiteY30293" fmla="*/ 1885750 h 5017219"/>
              <a:gd name="connsiteX30294" fmla="*/ 418648 w 5799173"/>
              <a:gd name="connsiteY30294" fmla="*/ 1885750 h 5017219"/>
              <a:gd name="connsiteX30295" fmla="*/ 419896 w 5799173"/>
              <a:gd name="connsiteY30295" fmla="*/ 1886415 h 5017219"/>
              <a:gd name="connsiteX30296" fmla="*/ 429782 w 5799173"/>
              <a:gd name="connsiteY30296" fmla="*/ 1903612 h 5017219"/>
              <a:gd name="connsiteX30297" fmla="*/ 429781 w 5799173"/>
              <a:gd name="connsiteY30297" fmla="*/ 1905024 h 5017219"/>
              <a:gd name="connsiteX30298" fmla="*/ 419895 w 5799173"/>
              <a:gd name="connsiteY30298" fmla="*/ 1922222 h 5017219"/>
              <a:gd name="connsiteX30299" fmla="*/ 418648 w 5799173"/>
              <a:gd name="connsiteY30299" fmla="*/ 1922886 h 5017219"/>
              <a:gd name="connsiteX30300" fmla="*/ 4431189 w 5799173"/>
              <a:gd name="connsiteY30300" fmla="*/ 3003458 h 5017219"/>
              <a:gd name="connsiteX30301" fmla="*/ 4429942 w 5799173"/>
              <a:gd name="connsiteY30301" fmla="*/ 3002793 h 5017219"/>
              <a:gd name="connsiteX30302" fmla="*/ 4419973 w 5799173"/>
              <a:gd name="connsiteY30302" fmla="*/ 2985512 h 5017219"/>
              <a:gd name="connsiteX30303" fmla="*/ 4419973 w 5799173"/>
              <a:gd name="connsiteY30303" fmla="*/ 2984101 h 5017219"/>
              <a:gd name="connsiteX30304" fmla="*/ 4429942 w 5799173"/>
              <a:gd name="connsiteY30304" fmla="*/ 2966820 h 5017219"/>
              <a:gd name="connsiteX30305" fmla="*/ 4431189 w 5799173"/>
              <a:gd name="connsiteY30305" fmla="*/ 2966156 h 5017219"/>
              <a:gd name="connsiteX30306" fmla="*/ 4451128 w 5799173"/>
              <a:gd name="connsiteY30306" fmla="*/ 2966155 h 5017219"/>
              <a:gd name="connsiteX30307" fmla="*/ 4452374 w 5799173"/>
              <a:gd name="connsiteY30307" fmla="*/ 2966820 h 5017219"/>
              <a:gd name="connsiteX30308" fmla="*/ 4462344 w 5799173"/>
              <a:gd name="connsiteY30308" fmla="*/ 2984101 h 5017219"/>
              <a:gd name="connsiteX30309" fmla="*/ 4462344 w 5799173"/>
              <a:gd name="connsiteY30309" fmla="*/ 2985512 h 5017219"/>
              <a:gd name="connsiteX30310" fmla="*/ 4452374 w 5799173"/>
              <a:gd name="connsiteY30310" fmla="*/ 3002793 h 5017219"/>
              <a:gd name="connsiteX30311" fmla="*/ 4451128 w 5799173"/>
              <a:gd name="connsiteY30311" fmla="*/ 3003457 h 5017219"/>
              <a:gd name="connsiteX30312" fmla="*/ 458835 w 5799173"/>
              <a:gd name="connsiteY30312" fmla="*/ 1939255 h 5017219"/>
              <a:gd name="connsiteX30313" fmla="*/ 457589 w 5799173"/>
              <a:gd name="connsiteY30313" fmla="*/ 1938507 h 5017219"/>
              <a:gd name="connsiteX30314" fmla="*/ 447538 w 5799173"/>
              <a:gd name="connsiteY30314" fmla="*/ 1921061 h 5017219"/>
              <a:gd name="connsiteX30315" fmla="*/ 447537 w 5799173"/>
              <a:gd name="connsiteY30315" fmla="*/ 1919648 h 5017219"/>
              <a:gd name="connsiteX30316" fmla="*/ 457589 w 5799173"/>
              <a:gd name="connsiteY30316" fmla="*/ 1902202 h 5017219"/>
              <a:gd name="connsiteX30317" fmla="*/ 458835 w 5799173"/>
              <a:gd name="connsiteY30317" fmla="*/ 1901454 h 5017219"/>
              <a:gd name="connsiteX30318" fmla="*/ 478941 w 5799173"/>
              <a:gd name="connsiteY30318" fmla="*/ 1901454 h 5017219"/>
              <a:gd name="connsiteX30319" fmla="*/ 480187 w 5799173"/>
              <a:gd name="connsiteY30319" fmla="*/ 1902202 h 5017219"/>
              <a:gd name="connsiteX30320" fmla="*/ 490240 w 5799173"/>
              <a:gd name="connsiteY30320" fmla="*/ 1919648 h 5017219"/>
              <a:gd name="connsiteX30321" fmla="*/ 490240 w 5799173"/>
              <a:gd name="connsiteY30321" fmla="*/ 1921061 h 5017219"/>
              <a:gd name="connsiteX30322" fmla="*/ 480187 w 5799173"/>
              <a:gd name="connsiteY30322" fmla="*/ 1938507 h 5017219"/>
              <a:gd name="connsiteX30323" fmla="*/ 478941 w 5799173"/>
              <a:gd name="connsiteY30323" fmla="*/ 1939255 h 5017219"/>
              <a:gd name="connsiteX30324" fmla="*/ 519022 w 5799173"/>
              <a:gd name="connsiteY30324" fmla="*/ 1955382 h 5017219"/>
              <a:gd name="connsiteX30325" fmla="*/ 517776 w 5799173"/>
              <a:gd name="connsiteY30325" fmla="*/ 1954634 h 5017219"/>
              <a:gd name="connsiteX30326" fmla="*/ 507725 w 5799173"/>
              <a:gd name="connsiteY30326" fmla="*/ 1937188 h 5017219"/>
              <a:gd name="connsiteX30327" fmla="*/ 507724 w 5799173"/>
              <a:gd name="connsiteY30327" fmla="*/ 1935775 h 5017219"/>
              <a:gd name="connsiteX30328" fmla="*/ 517776 w 5799173"/>
              <a:gd name="connsiteY30328" fmla="*/ 1918329 h 5017219"/>
              <a:gd name="connsiteX30329" fmla="*/ 519022 w 5799173"/>
              <a:gd name="connsiteY30329" fmla="*/ 1917581 h 5017219"/>
              <a:gd name="connsiteX30330" fmla="*/ 539128 w 5799173"/>
              <a:gd name="connsiteY30330" fmla="*/ 1917581 h 5017219"/>
              <a:gd name="connsiteX30331" fmla="*/ 540374 w 5799173"/>
              <a:gd name="connsiteY30331" fmla="*/ 1918329 h 5017219"/>
              <a:gd name="connsiteX30332" fmla="*/ 550427 w 5799173"/>
              <a:gd name="connsiteY30332" fmla="*/ 1935775 h 5017219"/>
              <a:gd name="connsiteX30333" fmla="*/ 550427 w 5799173"/>
              <a:gd name="connsiteY30333" fmla="*/ 1937188 h 5017219"/>
              <a:gd name="connsiteX30334" fmla="*/ 540374 w 5799173"/>
              <a:gd name="connsiteY30334" fmla="*/ 1954634 h 5017219"/>
              <a:gd name="connsiteX30335" fmla="*/ 539128 w 5799173"/>
              <a:gd name="connsiteY30335" fmla="*/ 1955382 h 5017219"/>
              <a:gd name="connsiteX30336" fmla="*/ 1903224 w 5799173"/>
              <a:gd name="connsiteY30336" fmla="*/ 2326382 h 5017219"/>
              <a:gd name="connsiteX30337" fmla="*/ 1901978 w 5799173"/>
              <a:gd name="connsiteY30337" fmla="*/ 2325635 h 5017219"/>
              <a:gd name="connsiteX30338" fmla="*/ 1891842 w 5799173"/>
              <a:gd name="connsiteY30338" fmla="*/ 2308105 h 5017219"/>
              <a:gd name="connsiteX30339" fmla="*/ 1891842 w 5799173"/>
              <a:gd name="connsiteY30339" fmla="*/ 2306693 h 5017219"/>
              <a:gd name="connsiteX30340" fmla="*/ 1901978 w 5799173"/>
              <a:gd name="connsiteY30340" fmla="*/ 2289163 h 5017219"/>
              <a:gd name="connsiteX30341" fmla="*/ 1903224 w 5799173"/>
              <a:gd name="connsiteY30341" fmla="*/ 2288415 h 5017219"/>
              <a:gd name="connsiteX30342" fmla="*/ 1923495 w 5799173"/>
              <a:gd name="connsiteY30342" fmla="*/ 2288415 h 5017219"/>
              <a:gd name="connsiteX30343" fmla="*/ 1924741 w 5799173"/>
              <a:gd name="connsiteY30343" fmla="*/ 2289163 h 5017219"/>
              <a:gd name="connsiteX30344" fmla="*/ 1934877 w 5799173"/>
              <a:gd name="connsiteY30344" fmla="*/ 2306693 h 5017219"/>
              <a:gd name="connsiteX30345" fmla="*/ 1934877 w 5799173"/>
              <a:gd name="connsiteY30345" fmla="*/ 2308105 h 5017219"/>
              <a:gd name="connsiteX30346" fmla="*/ 1924741 w 5799173"/>
              <a:gd name="connsiteY30346" fmla="*/ 2325635 h 5017219"/>
              <a:gd name="connsiteX30347" fmla="*/ 1923495 w 5799173"/>
              <a:gd name="connsiteY30347" fmla="*/ 2326382 h 5017219"/>
              <a:gd name="connsiteX30348" fmla="*/ 4190217 w 5799173"/>
              <a:gd name="connsiteY30348" fmla="*/ 2939285 h 5017219"/>
              <a:gd name="connsiteX30349" fmla="*/ 4188971 w 5799173"/>
              <a:gd name="connsiteY30349" fmla="*/ 2938538 h 5017219"/>
              <a:gd name="connsiteX30350" fmla="*/ 4178835 w 5799173"/>
              <a:gd name="connsiteY30350" fmla="*/ 2920925 h 5017219"/>
              <a:gd name="connsiteX30351" fmla="*/ 4178835 w 5799173"/>
              <a:gd name="connsiteY30351" fmla="*/ 2919513 h 5017219"/>
              <a:gd name="connsiteX30352" fmla="*/ 4189053 w 5799173"/>
              <a:gd name="connsiteY30352" fmla="*/ 2901900 h 5017219"/>
              <a:gd name="connsiteX30353" fmla="*/ 4190300 w 5799173"/>
              <a:gd name="connsiteY30353" fmla="*/ 2901152 h 5017219"/>
              <a:gd name="connsiteX30354" fmla="*/ 4210654 w 5799173"/>
              <a:gd name="connsiteY30354" fmla="*/ 2901152 h 5017219"/>
              <a:gd name="connsiteX30355" fmla="*/ 4211900 w 5799173"/>
              <a:gd name="connsiteY30355" fmla="*/ 2901900 h 5017219"/>
              <a:gd name="connsiteX30356" fmla="*/ 4222036 w 5799173"/>
              <a:gd name="connsiteY30356" fmla="*/ 2919513 h 5017219"/>
              <a:gd name="connsiteX30357" fmla="*/ 4222036 w 5799173"/>
              <a:gd name="connsiteY30357" fmla="*/ 2920925 h 5017219"/>
              <a:gd name="connsiteX30358" fmla="*/ 4211817 w 5799173"/>
              <a:gd name="connsiteY30358" fmla="*/ 2938538 h 5017219"/>
              <a:gd name="connsiteX30359" fmla="*/ 4210571 w 5799173"/>
              <a:gd name="connsiteY30359" fmla="*/ 2939285 h 5017219"/>
              <a:gd name="connsiteX30360" fmla="*/ 579021 w 5799173"/>
              <a:gd name="connsiteY30360" fmla="*/ 1971837 h 5017219"/>
              <a:gd name="connsiteX30361" fmla="*/ 577776 w 5799173"/>
              <a:gd name="connsiteY30361" fmla="*/ 1971090 h 5017219"/>
              <a:gd name="connsiteX30362" fmla="*/ 567557 w 5799173"/>
              <a:gd name="connsiteY30362" fmla="*/ 1953394 h 5017219"/>
              <a:gd name="connsiteX30363" fmla="*/ 567556 w 5799173"/>
              <a:gd name="connsiteY30363" fmla="*/ 1951982 h 5017219"/>
              <a:gd name="connsiteX30364" fmla="*/ 577776 w 5799173"/>
              <a:gd name="connsiteY30364" fmla="*/ 1934286 h 5017219"/>
              <a:gd name="connsiteX30365" fmla="*/ 579022 w 5799173"/>
              <a:gd name="connsiteY30365" fmla="*/ 1933538 h 5017219"/>
              <a:gd name="connsiteX30366" fmla="*/ 599459 w 5799173"/>
              <a:gd name="connsiteY30366" fmla="*/ 1933538 h 5017219"/>
              <a:gd name="connsiteX30367" fmla="*/ 600706 w 5799173"/>
              <a:gd name="connsiteY30367" fmla="*/ 1934286 h 5017219"/>
              <a:gd name="connsiteX30368" fmla="*/ 610924 w 5799173"/>
              <a:gd name="connsiteY30368" fmla="*/ 1951982 h 5017219"/>
              <a:gd name="connsiteX30369" fmla="*/ 610924 w 5799173"/>
              <a:gd name="connsiteY30369" fmla="*/ 1953394 h 5017219"/>
              <a:gd name="connsiteX30370" fmla="*/ 600705 w 5799173"/>
              <a:gd name="connsiteY30370" fmla="*/ 1971090 h 5017219"/>
              <a:gd name="connsiteX30371" fmla="*/ 599458 w 5799173"/>
              <a:gd name="connsiteY30371" fmla="*/ 1971837 h 5017219"/>
              <a:gd name="connsiteX30372" fmla="*/ 2565085 w 5799173"/>
              <a:gd name="connsiteY30372" fmla="*/ 2504096 h 5017219"/>
              <a:gd name="connsiteX30373" fmla="*/ 2563839 w 5799173"/>
              <a:gd name="connsiteY30373" fmla="*/ 2503348 h 5017219"/>
              <a:gd name="connsiteX30374" fmla="*/ 2553537 w 5799173"/>
              <a:gd name="connsiteY30374" fmla="*/ 2485569 h 5017219"/>
              <a:gd name="connsiteX30375" fmla="*/ 2553537 w 5799173"/>
              <a:gd name="connsiteY30375" fmla="*/ 2484157 h 5017219"/>
              <a:gd name="connsiteX30376" fmla="*/ 2563839 w 5799173"/>
              <a:gd name="connsiteY30376" fmla="*/ 2466378 h 5017219"/>
              <a:gd name="connsiteX30377" fmla="*/ 2565085 w 5799173"/>
              <a:gd name="connsiteY30377" fmla="*/ 2465630 h 5017219"/>
              <a:gd name="connsiteX30378" fmla="*/ 2585605 w 5799173"/>
              <a:gd name="connsiteY30378" fmla="*/ 2465630 h 5017219"/>
              <a:gd name="connsiteX30379" fmla="*/ 2586853 w 5799173"/>
              <a:gd name="connsiteY30379" fmla="*/ 2466378 h 5017219"/>
              <a:gd name="connsiteX30380" fmla="*/ 2597154 w 5799173"/>
              <a:gd name="connsiteY30380" fmla="*/ 2484157 h 5017219"/>
              <a:gd name="connsiteX30381" fmla="*/ 2597154 w 5799173"/>
              <a:gd name="connsiteY30381" fmla="*/ 2485569 h 5017219"/>
              <a:gd name="connsiteX30382" fmla="*/ 2586852 w 5799173"/>
              <a:gd name="connsiteY30382" fmla="*/ 2503349 h 5017219"/>
              <a:gd name="connsiteX30383" fmla="*/ 2585605 w 5799173"/>
              <a:gd name="connsiteY30383" fmla="*/ 2504096 h 5017219"/>
              <a:gd name="connsiteX30384" fmla="*/ 3528065 w 5799173"/>
              <a:gd name="connsiteY30384" fmla="*/ 2762126 h 5017219"/>
              <a:gd name="connsiteX30385" fmla="*/ 3526819 w 5799173"/>
              <a:gd name="connsiteY30385" fmla="*/ 2761378 h 5017219"/>
              <a:gd name="connsiteX30386" fmla="*/ 3516517 w 5799173"/>
              <a:gd name="connsiteY30386" fmla="*/ 2743599 h 5017219"/>
              <a:gd name="connsiteX30387" fmla="*/ 3516517 w 5799173"/>
              <a:gd name="connsiteY30387" fmla="*/ 2742187 h 5017219"/>
              <a:gd name="connsiteX30388" fmla="*/ 3526819 w 5799173"/>
              <a:gd name="connsiteY30388" fmla="*/ 2724408 h 5017219"/>
              <a:gd name="connsiteX30389" fmla="*/ 3528065 w 5799173"/>
              <a:gd name="connsiteY30389" fmla="*/ 2723660 h 5017219"/>
              <a:gd name="connsiteX30390" fmla="*/ 3548585 w 5799173"/>
              <a:gd name="connsiteY30390" fmla="*/ 2723660 h 5017219"/>
              <a:gd name="connsiteX30391" fmla="*/ 3549832 w 5799173"/>
              <a:gd name="connsiteY30391" fmla="*/ 2724408 h 5017219"/>
              <a:gd name="connsiteX30392" fmla="*/ 3560133 w 5799173"/>
              <a:gd name="connsiteY30392" fmla="*/ 2742187 h 5017219"/>
              <a:gd name="connsiteX30393" fmla="*/ 3560133 w 5799173"/>
              <a:gd name="connsiteY30393" fmla="*/ 2743599 h 5017219"/>
              <a:gd name="connsiteX30394" fmla="*/ 3549832 w 5799173"/>
              <a:gd name="connsiteY30394" fmla="*/ 2761378 h 5017219"/>
              <a:gd name="connsiteX30395" fmla="*/ 3548585 w 5799173"/>
              <a:gd name="connsiteY30395" fmla="*/ 2762126 h 5017219"/>
              <a:gd name="connsiteX30396" fmla="*/ 759507 w 5799173"/>
              <a:gd name="connsiteY30396" fmla="*/ 2020397 h 5017219"/>
              <a:gd name="connsiteX30397" fmla="*/ 758260 w 5799173"/>
              <a:gd name="connsiteY30397" fmla="*/ 2019649 h 5017219"/>
              <a:gd name="connsiteX30398" fmla="*/ 747959 w 5799173"/>
              <a:gd name="connsiteY30398" fmla="*/ 2001787 h 5017219"/>
              <a:gd name="connsiteX30399" fmla="*/ 747959 w 5799173"/>
              <a:gd name="connsiteY30399" fmla="*/ 2000292 h 5017219"/>
              <a:gd name="connsiteX30400" fmla="*/ 758260 w 5799173"/>
              <a:gd name="connsiteY30400" fmla="*/ 1982430 h 5017219"/>
              <a:gd name="connsiteX30401" fmla="*/ 759506 w 5799173"/>
              <a:gd name="connsiteY30401" fmla="*/ 1981682 h 5017219"/>
              <a:gd name="connsiteX30402" fmla="*/ 780193 w 5799173"/>
              <a:gd name="connsiteY30402" fmla="*/ 1981682 h 5017219"/>
              <a:gd name="connsiteX30403" fmla="*/ 781440 w 5799173"/>
              <a:gd name="connsiteY30403" fmla="*/ 1982430 h 5017219"/>
              <a:gd name="connsiteX30404" fmla="*/ 791742 w 5799173"/>
              <a:gd name="connsiteY30404" fmla="*/ 2000292 h 5017219"/>
              <a:gd name="connsiteX30405" fmla="*/ 791742 w 5799173"/>
              <a:gd name="connsiteY30405" fmla="*/ 2001787 h 5017219"/>
              <a:gd name="connsiteX30406" fmla="*/ 781440 w 5799173"/>
              <a:gd name="connsiteY30406" fmla="*/ 2019649 h 5017219"/>
              <a:gd name="connsiteX30407" fmla="*/ 780193 w 5799173"/>
              <a:gd name="connsiteY30407" fmla="*/ 2020397 h 5017219"/>
              <a:gd name="connsiteX30408" fmla="*/ 699239 w 5799173"/>
              <a:gd name="connsiteY30408" fmla="*/ 2004342 h 5017219"/>
              <a:gd name="connsiteX30409" fmla="*/ 697993 w 5799173"/>
              <a:gd name="connsiteY30409" fmla="*/ 2003594 h 5017219"/>
              <a:gd name="connsiteX30410" fmla="*/ 687608 w 5799173"/>
              <a:gd name="connsiteY30410" fmla="*/ 1985649 h 5017219"/>
              <a:gd name="connsiteX30411" fmla="*/ 687608 w 5799173"/>
              <a:gd name="connsiteY30411" fmla="*/ 1984154 h 5017219"/>
              <a:gd name="connsiteX30412" fmla="*/ 697993 w 5799173"/>
              <a:gd name="connsiteY30412" fmla="*/ 1966209 h 5017219"/>
              <a:gd name="connsiteX30413" fmla="*/ 699239 w 5799173"/>
              <a:gd name="connsiteY30413" fmla="*/ 1965461 h 5017219"/>
              <a:gd name="connsiteX30414" fmla="*/ 720009 w 5799173"/>
              <a:gd name="connsiteY30414" fmla="*/ 1965461 h 5017219"/>
              <a:gd name="connsiteX30415" fmla="*/ 721255 w 5799173"/>
              <a:gd name="connsiteY30415" fmla="*/ 1966209 h 5017219"/>
              <a:gd name="connsiteX30416" fmla="*/ 731640 w 5799173"/>
              <a:gd name="connsiteY30416" fmla="*/ 1984154 h 5017219"/>
              <a:gd name="connsiteX30417" fmla="*/ 731640 w 5799173"/>
              <a:gd name="connsiteY30417" fmla="*/ 1985649 h 5017219"/>
              <a:gd name="connsiteX30418" fmla="*/ 721255 w 5799173"/>
              <a:gd name="connsiteY30418" fmla="*/ 2003594 h 5017219"/>
              <a:gd name="connsiteX30419" fmla="*/ 720009 w 5799173"/>
              <a:gd name="connsiteY30419" fmla="*/ 2004342 h 5017219"/>
              <a:gd name="connsiteX30420" fmla="*/ 879798 w 5799173"/>
              <a:gd name="connsiteY30420" fmla="*/ 2052723 h 5017219"/>
              <a:gd name="connsiteX30421" fmla="*/ 878551 w 5799173"/>
              <a:gd name="connsiteY30421" fmla="*/ 2051975 h 5017219"/>
              <a:gd name="connsiteX30422" fmla="*/ 868167 w 5799173"/>
              <a:gd name="connsiteY30422" fmla="*/ 2034030 h 5017219"/>
              <a:gd name="connsiteX30423" fmla="*/ 868167 w 5799173"/>
              <a:gd name="connsiteY30423" fmla="*/ 2032535 h 5017219"/>
              <a:gd name="connsiteX30424" fmla="*/ 878551 w 5799173"/>
              <a:gd name="connsiteY30424" fmla="*/ 2014590 h 5017219"/>
              <a:gd name="connsiteX30425" fmla="*/ 879797 w 5799173"/>
              <a:gd name="connsiteY30425" fmla="*/ 2013842 h 5017219"/>
              <a:gd name="connsiteX30426" fmla="*/ 900568 w 5799173"/>
              <a:gd name="connsiteY30426" fmla="*/ 2013842 h 5017219"/>
              <a:gd name="connsiteX30427" fmla="*/ 901814 w 5799173"/>
              <a:gd name="connsiteY30427" fmla="*/ 2014590 h 5017219"/>
              <a:gd name="connsiteX30428" fmla="*/ 912199 w 5799173"/>
              <a:gd name="connsiteY30428" fmla="*/ 2032535 h 5017219"/>
              <a:gd name="connsiteX30429" fmla="*/ 912199 w 5799173"/>
              <a:gd name="connsiteY30429" fmla="*/ 2034030 h 5017219"/>
              <a:gd name="connsiteX30430" fmla="*/ 901814 w 5799173"/>
              <a:gd name="connsiteY30430" fmla="*/ 2051975 h 5017219"/>
              <a:gd name="connsiteX30431" fmla="*/ 900568 w 5799173"/>
              <a:gd name="connsiteY30431" fmla="*/ 2052723 h 5017219"/>
              <a:gd name="connsiteX30432" fmla="*/ 1060356 w 5799173"/>
              <a:gd name="connsiteY30432" fmla="*/ 2101103 h 5017219"/>
              <a:gd name="connsiteX30433" fmla="*/ 1059110 w 5799173"/>
              <a:gd name="connsiteY30433" fmla="*/ 2100355 h 5017219"/>
              <a:gd name="connsiteX30434" fmla="*/ 1048725 w 5799173"/>
              <a:gd name="connsiteY30434" fmla="*/ 2082410 h 5017219"/>
              <a:gd name="connsiteX30435" fmla="*/ 1048725 w 5799173"/>
              <a:gd name="connsiteY30435" fmla="*/ 2080915 h 5017219"/>
              <a:gd name="connsiteX30436" fmla="*/ 1059110 w 5799173"/>
              <a:gd name="connsiteY30436" fmla="*/ 2062970 h 5017219"/>
              <a:gd name="connsiteX30437" fmla="*/ 1060356 w 5799173"/>
              <a:gd name="connsiteY30437" fmla="*/ 2062222 h 5017219"/>
              <a:gd name="connsiteX30438" fmla="*/ 1081126 w 5799173"/>
              <a:gd name="connsiteY30438" fmla="*/ 2062222 h 5017219"/>
              <a:gd name="connsiteX30439" fmla="*/ 1082372 w 5799173"/>
              <a:gd name="connsiteY30439" fmla="*/ 2062970 h 5017219"/>
              <a:gd name="connsiteX30440" fmla="*/ 1092757 w 5799173"/>
              <a:gd name="connsiteY30440" fmla="*/ 2080915 h 5017219"/>
              <a:gd name="connsiteX30441" fmla="*/ 1092757 w 5799173"/>
              <a:gd name="connsiteY30441" fmla="*/ 2082410 h 5017219"/>
              <a:gd name="connsiteX30442" fmla="*/ 1082372 w 5799173"/>
              <a:gd name="connsiteY30442" fmla="*/ 2100355 h 5017219"/>
              <a:gd name="connsiteX30443" fmla="*/ 1081126 w 5799173"/>
              <a:gd name="connsiteY30443" fmla="*/ 2101103 h 5017219"/>
              <a:gd name="connsiteX30444" fmla="*/ 2625198 w 5799173"/>
              <a:gd name="connsiteY30444" fmla="*/ 2520401 h 5017219"/>
              <a:gd name="connsiteX30445" fmla="*/ 2623952 w 5799173"/>
              <a:gd name="connsiteY30445" fmla="*/ 2519653 h 5017219"/>
              <a:gd name="connsiteX30446" fmla="*/ 2613567 w 5799173"/>
              <a:gd name="connsiteY30446" fmla="*/ 2501708 h 5017219"/>
              <a:gd name="connsiteX30447" fmla="*/ 2613567 w 5799173"/>
              <a:gd name="connsiteY30447" fmla="*/ 2500213 h 5017219"/>
              <a:gd name="connsiteX30448" fmla="*/ 2623952 w 5799173"/>
              <a:gd name="connsiteY30448" fmla="*/ 2482268 h 5017219"/>
              <a:gd name="connsiteX30449" fmla="*/ 2625198 w 5799173"/>
              <a:gd name="connsiteY30449" fmla="*/ 2481520 h 5017219"/>
              <a:gd name="connsiteX30450" fmla="*/ 2645967 w 5799173"/>
              <a:gd name="connsiteY30450" fmla="*/ 2481520 h 5017219"/>
              <a:gd name="connsiteX30451" fmla="*/ 2647214 w 5799173"/>
              <a:gd name="connsiteY30451" fmla="*/ 2482268 h 5017219"/>
              <a:gd name="connsiteX30452" fmla="*/ 2657599 w 5799173"/>
              <a:gd name="connsiteY30452" fmla="*/ 2500213 h 5017219"/>
              <a:gd name="connsiteX30453" fmla="*/ 2657599 w 5799173"/>
              <a:gd name="connsiteY30453" fmla="*/ 2501708 h 5017219"/>
              <a:gd name="connsiteX30454" fmla="*/ 2647214 w 5799173"/>
              <a:gd name="connsiteY30454" fmla="*/ 2519653 h 5017219"/>
              <a:gd name="connsiteX30455" fmla="*/ 2645968 w 5799173"/>
              <a:gd name="connsiteY30455" fmla="*/ 2520401 h 5017219"/>
              <a:gd name="connsiteX30456" fmla="*/ 3287247 w 5799173"/>
              <a:gd name="connsiteY30456" fmla="*/ 2697797 h 5017219"/>
              <a:gd name="connsiteX30457" fmla="*/ 3286001 w 5799173"/>
              <a:gd name="connsiteY30457" fmla="*/ 2697049 h 5017219"/>
              <a:gd name="connsiteX30458" fmla="*/ 3275616 w 5799173"/>
              <a:gd name="connsiteY30458" fmla="*/ 2679104 h 5017219"/>
              <a:gd name="connsiteX30459" fmla="*/ 3275616 w 5799173"/>
              <a:gd name="connsiteY30459" fmla="*/ 2677609 h 5017219"/>
              <a:gd name="connsiteX30460" fmla="*/ 3286001 w 5799173"/>
              <a:gd name="connsiteY30460" fmla="*/ 2659664 h 5017219"/>
              <a:gd name="connsiteX30461" fmla="*/ 3287247 w 5799173"/>
              <a:gd name="connsiteY30461" fmla="*/ 2658916 h 5017219"/>
              <a:gd name="connsiteX30462" fmla="*/ 3308017 w 5799173"/>
              <a:gd name="connsiteY30462" fmla="*/ 2658916 h 5017219"/>
              <a:gd name="connsiteX30463" fmla="*/ 3309263 w 5799173"/>
              <a:gd name="connsiteY30463" fmla="*/ 2659664 h 5017219"/>
              <a:gd name="connsiteX30464" fmla="*/ 3319648 w 5799173"/>
              <a:gd name="connsiteY30464" fmla="*/ 2677609 h 5017219"/>
              <a:gd name="connsiteX30465" fmla="*/ 3319648 w 5799173"/>
              <a:gd name="connsiteY30465" fmla="*/ 2679104 h 5017219"/>
              <a:gd name="connsiteX30466" fmla="*/ 3309263 w 5799173"/>
              <a:gd name="connsiteY30466" fmla="*/ 2697049 h 5017219"/>
              <a:gd name="connsiteX30467" fmla="*/ 3308017 w 5799173"/>
              <a:gd name="connsiteY30467" fmla="*/ 2697797 h 5017219"/>
              <a:gd name="connsiteX30468" fmla="*/ 3467806 w 5799173"/>
              <a:gd name="connsiteY30468" fmla="*/ 2746177 h 5017219"/>
              <a:gd name="connsiteX30469" fmla="*/ 3466560 w 5799173"/>
              <a:gd name="connsiteY30469" fmla="*/ 2745429 h 5017219"/>
              <a:gd name="connsiteX30470" fmla="*/ 3456175 w 5799173"/>
              <a:gd name="connsiteY30470" fmla="*/ 2727484 h 5017219"/>
              <a:gd name="connsiteX30471" fmla="*/ 3456175 w 5799173"/>
              <a:gd name="connsiteY30471" fmla="*/ 2725989 h 5017219"/>
              <a:gd name="connsiteX30472" fmla="*/ 3466560 w 5799173"/>
              <a:gd name="connsiteY30472" fmla="*/ 2708044 h 5017219"/>
              <a:gd name="connsiteX30473" fmla="*/ 3467806 w 5799173"/>
              <a:gd name="connsiteY30473" fmla="*/ 2707296 h 5017219"/>
              <a:gd name="connsiteX30474" fmla="*/ 3488575 w 5799173"/>
              <a:gd name="connsiteY30474" fmla="*/ 2707296 h 5017219"/>
              <a:gd name="connsiteX30475" fmla="*/ 3489822 w 5799173"/>
              <a:gd name="connsiteY30475" fmla="*/ 2708044 h 5017219"/>
              <a:gd name="connsiteX30476" fmla="*/ 3500207 w 5799173"/>
              <a:gd name="connsiteY30476" fmla="*/ 2725989 h 5017219"/>
              <a:gd name="connsiteX30477" fmla="*/ 3500207 w 5799173"/>
              <a:gd name="connsiteY30477" fmla="*/ 2727484 h 5017219"/>
              <a:gd name="connsiteX30478" fmla="*/ 3489822 w 5799173"/>
              <a:gd name="connsiteY30478" fmla="*/ 2745429 h 5017219"/>
              <a:gd name="connsiteX30479" fmla="*/ 3488576 w 5799173"/>
              <a:gd name="connsiteY30479" fmla="*/ 2746177 h 5017219"/>
              <a:gd name="connsiteX30480" fmla="*/ 638969 w 5799173"/>
              <a:gd name="connsiteY30480" fmla="*/ 1988298 h 5017219"/>
              <a:gd name="connsiteX30481" fmla="*/ 637723 w 5799173"/>
              <a:gd name="connsiteY30481" fmla="*/ 1987551 h 5017219"/>
              <a:gd name="connsiteX30482" fmla="*/ 627338 w 5799173"/>
              <a:gd name="connsiteY30482" fmla="*/ 1969522 h 5017219"/>
              <a:gd name="connsiteX30483" fmla="*/ 627338 w 5799173"/>
              <a:gd name="connsiteY30483" fmla="*/ 1968027 h 5017219"/>
              <a:gd name="connsiteX30484" fmla="*/ 637806 w 5799173"/>
              <a:gd name="connsiteY30484" fmla="*/ 1949999 h 5017219"/>
              <a:gd name="connsiteX30485" fmla="*/ 639052 w 5799173"/>
              <a:gd name="connsiteY30485" fmla="*/ 1949251 h 5017219"/>
              <a:gd name="connsiteX30486" fmla="*/ 659905 w 5799173"/>
              <a:gd name="connsiteY30486" fmla="*/ 1949251 h 5017219"/>
              <a:gd name="connsiteX30487" fmla="*/ 661151 w 5799173"/>
              <a:gd name="connsiteY30487" fmla="*/ 1949999 h 5017219"/>
              <a:gd name="connsiteX30488" fmla="*/ 671536 w 5799173"/>
              <a:gd name="connsiteY30488" fmla="*/ 1968027 h 5017219"/>
              <a:gd name="connsiteX30489" fmla="*/ 671536 w 5799173"/>
              <a:gd name="connsiteY30489" fmla="*/ 1969522 h 5017219"/>
              <a:gd name="connsiteX30490" fmla="*/ 661068 w 5799173"/>
              <a:gd name="connsiteY30490" fmla="*/ 1987551 h 5017219"/>
              <a:gd name="connsiteX30491" fmla="*/ 659822 w 5799173"/>
              <a:gd name="connsiteY30491" fmla="*/ 1988298 h 5017219"/>
              <a:gd name="connsiteX30492" fmla="*/ 939900 w 5799173"/>
              <a:gd name="connsiteY30492" fmla="*/ 2068932 h 5017219"/>
              <a:gd name="connsiteX30493" fmla="*/ 938654 w 5799173"/>
              <a:gd name="connsiteY30493" fmla="*/ 2068186 h 5017219"/>
              <a:gd name="connsiteX30494" fmla="*/ 928269 w 5799173"/>
              <a:gd name="connsiteY30494" fmla="*/ 2050156 h 5017219"/>
              <a:gd name="connsiteX30495" fmla="*/ 928269 w 5799173"/>
              <a:gd name="connsiteY30495" fmla="*/ 2048662 h 5017219"/>
              <a:gd name="connsiteX30496" fmla="*/ 938737 w 5799173"/>
              <a:gd name="connsiteY30496" fmla="*/ 2030634 h 5017219"/>
              <a:gd name="connsiteX30497" fmla="*/ 939984 w 5799173"/>
              <a:gd name="connsiteY30497" fmla="*/ 2029886 h 5017219"/>
              <a:gd name="connsiteX30498" fmla="*/ 960836 w 5799173"/>
              <a:gd name="connsiteY30498" fmla="*/ 2029885 h 5017219"/>
              <a:gd name="connsiteX30499" fmla="*/ 962082 w 5799173"/>
              <a:gd name="connsiteY30499" fmla="*/ 2030633 h 5017219"/>
              <a:gd name="connsiteX30500" fmla="*/ 972467 w 5799173"/>
              <a:gd name="connsiteY30500" fmla="*/ 2048662 h 5017219"/>
              <a:gd name="connsiteX30501" fmla="*/ 972467 w 5799173"/>
              <a:gd name="connsiteY30501" fmla="*/ 2050156 h 5017219"/>
              <a:gd name="connsiteX30502" fmla="*/ 961999 w 5799173"/>
              <a:gd name="connsiteY30502" fmla="*/ 2068186 h 5017219"/>
              <a:gd name="connsiteX30503" fmla="*/ 960753 w 5799173"/>
              <a:gd name="connsiteY30503" fmla="*/ 2068932 h 5017219"/>
              <a:gd name="connsiteX30504" fmla="*/ 3588094 w 5799173"/>
              <a:gd name="connsiteY30504" fmla="*/ 2778514 h 5017219"/>
              <a:gd name="connsiteX30505" fmla="*/ 3586848 w 5799173"/>
              <a:gd name="connsiteY30505" fmla="*/ 2777767 h 5017219"/>
              <a:gd name="connsiteX30506" fmla="*/ 3576463 w 5799173"/>
              <a:gd name="connsiteY30506" fmla="*/ 2759738 h 5017219"/>
              <a:gd name="connsiteX30507" fmla="*/ 3576463 w 5799173"/>
              <a:gd name="connsiteY30507" fmla="*/ 2758243 h 5017219"/>
              <a:gd name="connsiteX30508" fmla="*/ 3586931 w 5799173"/>
              <a:gd name="connsiteY30508" fmla="*/ 2740215 h 5017219"/>
              <a:gd name="connsiteX30509" fmla="*/ 3588177 w 5799173"/>
              <a:gd name="connsiteY30509" fmla="*/ 2739467 h 5017219"/>
              <a:gd name="connsiteX30510" fmla="*/ 3609030 w 5799173"/>
              <a:gd name="connsiteY30510" fmla="*/ 2739467 h 5017219"/>
              <a:gd name="connsiteX30511" fmla="*/ 3610276 w 5799173"/>
              <a:gd name="connsiteY30511" fmla="*/ 2740215 h 5017219"/>
              <a:gd name="connsiteX30512" fmla="*/ 3620661 w 5799173"/>
              <a:gd name="connsiteY30512" fmla="*/ 2758243 h 5017219"/>
              <a:gd name="connsiteX30513" fmla="*/ 3620661 w 5799173"/>
              <a:gd name="connsiteY30513" fmla="*/ 2759738 h 5017219"/>
              <a:gd name="connsiteX30514" fmla="*/ 3610193 w 5799173"/>
              <a:gd name="connsiteY30514" fmla="*/ 2777767 h 5017219"/>
              <a:gd name="connsiteX30515" fmla="*/ 3608947 w 5799173"/>
              <a:gd name="connsiteY30515" fmla="*/ 2778514 h 5017219"/>
              <a:gd name="connsiteX30516" fmla="*/ 819526 w 5799173"/>
              <a:gd name="connsiteY30516" fmla="*/ 2036762 h 5017219"/>
              <a:gd name="connsiteX30517" fmla="*/ 818281 w 5799173"/>
              <a:gd name="connsiteY30517" fmla="*/ 2036014 h 5017219"/>
              <a:gd name="connsiteX30518" fmla="*/ 807812 w 5799173"/>
              <a:gd name="connsiteY30518" fmla="*/ 2017903 h 5017219"/>
              <a:gd name="connsiteX30519" fmla="*/ 807812 w 5799173"/>
              <a:gd name="connsiteY30519" fmla="*/ 2016407 h 5017219"/>
              <a:gd name="connsiteX30520" fmla="*/ 818280 w 5799173"/>
              <a:gd name="connsiteY30520" fmla="*/ 1998297 h 5017219"/>
              <a:gd name="connsiteX30521" fmla="*/ 819526 w 5799173"/>
              <a:gd name="connsiteY30521" fmla="*/ 1997549 h 5017219"/>
              <a:gd name="connsiteX30522" fmla="*/ 840463 w 5799173"/>
              <a:gd name="connsiteY30522" fmla="*/ 1997549 h 5017219"/>
              <a:gd name="connsiteX30523" fmla="*/ 841709 w 5799173"/>
              <a:gd name="connsiteY30523" fmla="*/ 1998297 h 5017219"/>
              <a:gd name="connsiteX30524" fmla="*/ 852177 w 5799173"/>
              <a:gd name="connsiteY30524" fmla="*/ 2016408 h 5017219"/>
              <a:gd name="connsiteX30525" fmla="*/ 852177 w 5799173"/>
              <a:gd name="connsiteY30525" fmla="*/ 2017903 h 5017219"/>
              <a:gd name="connsiteX30526" fmla="*/ 841709 w 5799173"/>
              <a:gd name="connsiteY30526" fmla="*/ 2036014 h 5017219"/>
              <a:gd name="connsiteX30527" fmla="*/ 840463 w 5799173"/>
              <a:gd name="connsiteY30527" fmla="*/ 2036762 h 5017219"/>
              <a:gd name="connsiteX30528" fmla="*/ 1000086 w 5799173"/>
              <a:gd name="connsiteY30528" fmla="*/ 2085142 h 5017219"/>
              <a:gd name="connsiteX30529" fmla="*/ 998840 w 5799173"/>
              <a:gd name="connsiteY30529" fmla="*/ 2084394 h 5017219"/>
              <a:gd name="connsiteX30530" fmla="*/ 988372 w 5799173"/>
              <a:gd name="connsiteY30530" fmla="*/ 2066284 h 5017219"/>
              <a:gd name="connsiteX30531" fmla="*/ 988372 w 5799173"/>
              <a:gd name="connsiteY30531" fmla="*/ 2064788 h 5017219"/>
              <a:gd name="connsiteX30532" fmla="*/ 998840 w 5799173"/>
              <a:gd name="connsiteY30532" fmla="*/ 2046677 h 5017219"/>
              <a:gd name="connsiteX30533" fmla="*/ 1000086 w 5799173"/>
              <a:gd name="connsiteY30533" fmla="*/ 2045929 h 5017219"/>
              <a:gd name="connsiteX30534" fmla="*/ 1021022 w 5799173"/>
              <a:gd name="connsiteY30534" fmla="*/ 2045929 h 5017219"/>
              <a:gd name="connsiteX30535" fmla="*/ 1022268 w 5799173"/>
              <a:gd name="connsiteY30535" fmla="*/ 2046677 h 5017219"/>
              <a:gd name="connsiteX30536" fmla="*/ 1032736 w 5799173"/>
              <a:gd name="connsiteY30536" fmla="*/ 2064788 h 5017219"/>
              <a:gd name="connsiteX30537" fmla="*/ 1032736 w 5799173"/>
              <a:gd name="connsiteY30537" fmla="*/ 2066283 h 5017219"/>
              <a:gd name="connsiteX30538" fmla="*/ 1022268 w 5799173"/>
              <a:gd name="connsiteY30538" fmla="*/ 2084394 h 5017219"/>
              <a:gd name="connsiteX30539" fmla="*/ 1021022 w 5799173"/>
              <a:gd name="connsiteY30539" fmla="*/ 2085142 h 5017219"/>
              <a:gd name="connsiteX30540" fmla="*/ 3407535 w 5799173"/>
              <a:gd name="connsiteY30540" fmla="*/ 2730216 h 5017219"/>
              <a:gd name="connsiteX30541" fmla="*/ 3406289 w 5799173"/>
              <a:gd name="connsiteY30541" fmla="*/ 2729469 h 5017219"/>
              <a:gd name="connsiteX30542" fmla="*/ 3395822 w 5799173"/>
              <a:gd name="connsiteY30542" fmla="*/ 2711358 h 5017219"/>
              <a:gd name="connsiteX30543" fmla="*/ 3395822 w 5799173"/>
              <a:gd name="connsiteY30543" fmla="*/ 2709862 h 5017219"/>
              <a:gd name="connsiteX30544" fmla="*/ 3406289 w 5799173"/>
              <a:gd name="connsiteY30544" fmla="*/ 2691752 h 5017219"/>
              <a:gd name="connsiteX30545" fmla="*/ 3407535 w 5799173"/>
              <a:gd name="connsiteY30545" fmla="*/ 2691004 h 5017219"/>
              <a:gd name="connsiteX30546" fmla="*/ 3428472 w 5799173"/>
              <a:gd name="connsiteY30546" fmla="*/ 2691004 h 5017219"/>
              <a:gd name="connsiteX30547" fmla="*/ 3429718 w 5799173"/>
              <a:gd name="connsiteY30547" fmla="*/ 2691751 h 5017219"/>
              <a:gd name="connsiteX30548" fmla="*/ 3440185 w 5799173"/>
              <a:gd name="connsiteY30548" fmla="*/ 2709862 h 5017219"/>
              <a:gd name="connsiteX30549" fmla="*/ 3440185 w 5799173"/>
              <a:gd name="connsiteY30549" fmla="*/ 2711358 h 5017219"/>
              <a:gd name="connsiteX30550" fmla="*/ 3429718 w 5799173"/>
              <a:gd name="connsiteY30550" fmla="*/ 2729468 h 5017219"/>
              <a:gd name="connsiteX30551" fmla="*/ 3428472 w 5799173"/>
              <a:gd name="connsiteY30551" fmla="*/ 2730216 h 5017219"/>
              <a:gd name="connsiteX30552" fmla="*/ 4370515 w 5799173"/>
              <a:gd name="connsiteY30552" fmla="*/ 2988246 h 5017219"/>
              <a:gd name="connsiteX30553" fmla="*/ 4369269 w 5799173"/>
              <a:gd name="connsiteY30553" fmla="*/ 2987498 h 5017219"/>
              <a:gd name="connsiteX30554" fmla="*/ 4358801 w 5799173"/>
              <a:gd name="connsiteY30554" fmla="*/ 2969387 h 5017219"/>
              <a:gd name="connsiteX30555" fmla="*/ 4358801 w 5799173"/>
              <a:gd name="connsiteY30555" fmla="*/ 2967892 h 5017219"/>
              <a:gd name="connsiteX30556" fmla="*/ 4369269 w 5799173"/>
              <a:gd name="connsiteY30556" fmla="*/ 2949781 h 5017219"/>
              <a:gd name="connsiteX30557" fmla="*/ 4370515 w 5799173"/>
              <a:gd name="connsiteY30557" fmla="*/ 2949033 h 5017219"/>
              <a:gd name="connsiteX30558" fmla="*/ 4391452 w 5799173"/>
              <a:gd name="connsiteY30558" fmla="*/ 2949033 h 5017219"/>
              <a:gd name="connsiteX30559" fmla="*/ 4392697 w 5799173"/>
              <a:gd name="connsiteY30559" fmla="*/ 2949781 h 5017219"/>
              <a:gd name="connsiteX30560" fmla="*/ 4403165 w 5799173"/>
              <a:gd name="connsiteY30560" fmla="*/ 2967892 h 5017219"/>
              <a:gd name="connsiteX30561" fmla="*/ 4403165 w 5799173"/>
              <a:gd name="connsiteY30561" fmla="*/ 2969387 h 5017219"/>
              <a:gd name="connsiteX30562" fmla="*/ 4392698 w 5799173"/>
              <a:gd name="connsiteY30562" fmla="*/ 2987498 h 5017219"/>
              <a:gd name="connsiteX30563" fmla="*/ 4391451 w 5799173"/>
              <a:gd name="connsiteY30563" fmla="*/ 2988246 h 5017219"/>
              <a:gd name="connsiteX30564" fmla="*/ 3226893 w 5799173"/>
              <a:gd name="connsiteY30564" fmla="*/ 2682096 h 5017219"/>
              <a:gd name="connsiteX30565" fmla="*/ 3225563 w 5799173"/>
              <a:gd name="connsiteY30565" fmla="*/ 2681348 h 5017219"/>
              <a:gd name="connsiteX30566" fmla="*/ 3215013 w 5799173"/>
              <a:gd name="connsiteY30566" fmla="*/ 2662988 h 5017219"/>
              <a:gd name="connsiteX30567" fmla="*/ 3215013 w 5799173"/>
              <a:gd name="connsiteY30567" fmla="*/ 2661492 h 5017219"/>
              <a:gd name="connsiteX30568" fmla="*/ 3225564 w 5799173"/>
              <a:gd name="connsiteY30568" fmla="*/ 2643132 h 5017219"/>
              <a:gd name="connsiteX30569" fmla="*/ 3226893 w 5799173"/>
              <a:gd name="connsiteY30569" fmla="*/ 2642384 h 5017219"/>
              <a:gd name="connsiteX30570" fmla="*/ 3248078 w 5799173"/>
              <a:gd name="connsiteY30570" fmla="*/ 2642384 h 5017219"/>
              <a:gd name="connsiteX30571" fmla="*/ 3249407 w 5799173"/>
              <a:gd name="connsiteY30571" fmla="*/ 2643132 h 5017219"/>
              <a:gd name="connsiteX30572" fmla="*/ 3259959 w 5799173"/>
              <a:gd name="connsiteY30572" fmla="*/ 2661492 h 5017219"/>
              <a:gd name="connsiteX30573" fmla="*/ 3259959 w 5799173"/>
              <a:gd name="connsiteY30573" fmla="*/ 2662988 h 5017219"/>
              <a:gd name="connsiteX30574" fmla="*/ 3249408 w 5799173"/>
              <a:gd name="connsiteY30574" fmla="*/ 2681348 h 5017219"/>
              <a:gd name="connsiteX30575" fmla="*/ 3248077 w 5799173"/>
              <a:gd name="connsiteY30575" fmla="*/ 2682096 h 5017219"/>
              <a:gd name="connsiteX30576" fmla="*/ 3648196 w 5799173"/>
              <a:gd name="connsiteY30576" fmla="*/ 2794984 h 5017219"/>
              <a:gd name="connsiteX30577" fmla="*/ 3646866 w 5799173"/>
              <a:gd name="connsiteY30577" fmla="*/ 2794236 h 5017219"/>
              <a:gd name="connsiteX30578" fmla="*/ 3636316 w 5799173"/>
              <a:gd name="connsiteY30578" fmla="*/ 2775876 h 5017219"/>
              <a:gd name="connsiteX30579" fmla="*/ 3636316 w 5799173"/>
              <a:gd name="connsiteY30579" fmla="*/ 2774379 h 5017219"/>
              <a:gd name="connsiteX30580" fmla="*/ 3646867 w 5799173"/>
              <a:gd name="connsiteY30580" fmla="*/ 2756019 h 5017219"/>
              <a:gd name="connsiteX30581" fmla="*/ 3648196 w 5799173"/>
              <a:gd name="connsiteY30581" fmla="*/ 2755271 h 5017219"/>
              <a:gd name="connsiteX30582" fmla="*/ 3669381 w 5799173"/>
              <a:gd name="connsiteY30582" fmla="*/ 2755272 h 5017219"/>
              <a:gd name="connsiteX30583" fmla="*/ 3670711 w 5799173"/>
              <a:gd name="connsiteY30583" fmla="*/ 2756019 h 5017219"/>
              <a:gd name="connsiteX30584" fmla="*/ 3681262 w 5799173"/>
              <a:gd name="connsiteY30584" fmla="*/ 2774380 h 5017219"/>
              <a:gd name="connsiteX30585" fmla="*/ 3681262 w 5799173"/>
              <a:gd name="connsiteY30585" fmla="*/ 2775876 h 5017219"/>
              <a:gd name="connsiteX30586" fmla="*/ 3670711 w 5799173"/>
              <a:gd name="connsiteY30586" fmla="*/ 2794236 h 5017219"/>
              <a:gd name="connsiteX30587" fmla="*/ 3669381 w 5799173"/>
              <a:gd name="connsiteY30587" fmla="*/ 2794984 h 5017219"/>
              <a:gd name="connsiteX30588" fmla="*/ 2986066 w 5799173"/>
              <a:gd name="connsiteY30588" fmla="*/ 2617661 h 5017219"/>
              <a:gd name="connsiteX30589" fmla="*/ 2984737 w 5799173"/>
              <a:gd name="connsiteY30589" fmla="*/ 2616913 h 5017219"/>
              <a:gd name="connsiteX30590" fmla="*/ 2974102 w 5799173"/>
              <a:gd name="connsiteY30590" fmla="*/ 2598470 h 5017219"/>
              <a:gd name="connsiteX30591" fmla="*/ 2974103 w 5799173"/>
              <a:gd name="connsiteY30591" fmla="*/ 2596974 h 5017219"/>
              <a:gd name="connsiteX30592" fmla="*/ 2984737 w 5799173"/>
              <a:gd name="connsiteY30592" fmla="*/ 2578532 h 5017219"/>
              <a:gd name="connsiteX30593" fmla="*/ 2986066 w 5799173"/>
              <a:gd name="connsiteY30593" fmla="*/ 2577784 h 5017219"/>
              <a:gd name="connsiteX30594" fmla="*/ 3007334 w 5799173"/>
              <a:gd name="connsiteY30594" fmla="*/ 2577783 h 5017219"/>
              <a:gd name="connsiteX30595" fmla="*/ 3008664 w 5799173"/>
              <a:gd name="connsiteY30595" fmla="*/ 2578532 h 5017219"/>
              <a:gd name="connsiteX30596" fmla="*/ 3019298 w 5799173"/>
              <a:gd name="connsiteY30596" fmla="*/ 2596974 h 5017219"/>
              <a:gd name="connsiteX30597" fmla="*/ 3019297 w 5799173"/>
              <a:gd name="connsiteY30597" fmla="*/ 2598470 h 5017219"/>
              <a:gd name="connsiteX30598" fmla="*/ 3008664 w 5799173"/>
              <a:gd name="connsiteY30598" fmla="*/ 2616913 h 5017219"/>
              <a:gd name="connsiteX30599" fmla="*/ 3007335 w 5799173"/>
              <a:gd name="connsiteY30599" fmla="*/ 2617661 h 5017219"/>
              <a:gd name="connsiteX30600" fmla="*/ 4009232 w 5799173"/>
              <a:gd name="connsiteY30600" fmla="*/ 2891818 h 5017219"/>
              <a:gd name="connsiteX30601" fmla="*/ 4007903 w 5799173"/>
              <a:gd name="connsiteY30601" fmla="*/ 2891070 h 5017219"/>
              <a:gd name="connsiteX30602" fmla="*/ 3997269 w 5799173"/>
              <a:gd name="connsiteY30602" fmla="*/ 2872627 h 5017219"/>
              <a:gd name="connsiteX30603" fmla="*/ 3997269 w 5799173"/>
              <a:gd name="connsiteY30603" fmla="*/ 2871131 h 5017219"/>
              <a:gd name="connsiteX30604" fmla="*/ 4007903 w 5799173"/>
              <a:gd name="connsiteY30604" fmla="*/ 2852688 h 5017219"/>
              <a:gd name="connsiteX30605" fmla="*/ 4009232 w 5799173"/>
              <a:gd name="connsiteY30605" fmla="*/ 2851940 h 5017219"/>
              <a:gd name="connsiteX30606" fmla="*/ 4030501 w 5799173"/>
              <a:gd name="connsiteY30606" fmla="*/ 2851940 h 5017219"/>
              <a:gd name="connsiteX30607" fmla="*/ 4031830 w 5799173"/>
              <a:gd name="connsiteY30607" fmla="*/ 2852688 h 5017219"/>
              <a:gd name="connsiteX30608" fmla="*/ 4042464 w 5799173"/>
              <a:gd name="connsiteY30608" fmla="*/ 2871131 h 5017219"/>
              <a:gd name="connsiteX30609" fmla="*/ 4042464 w 5799173"/>
              <a:gd name="connsiteY30609" fmla="*/ 2872627 h 5017219"/>
              <a:gd name="connsiteX30610" fmla="*/ 4031830 w 5799173"/>
              <a:gd name="connsiteY30610" fmla="*/ 2891070 h 5017219"/>
              <a:gd name="connsiteX30611" fmla="*/ 4030501 w 5799173"/>
              <a:gd name="connsiteY30611" fmla="*/ 2891818 h 5017219"/>
              <a:gd name="connsiteX30612" fmla="*/ 3347100 w 5799173"/>
              <a:gd name="connsiteY30612" fmla="*/ 2714505 h 5017219"/>
              <a:gd name="connsiteX30613" fmla="*/ 3345771 w 5799173"/>
              <a:gd name="connsiteY30613" fmla="*/ 2713757 h 5017219"/>
              <a:gd name="connsiteX30614" fmla="*/ 3335137 w 5799173"/>
              <a:gd name="connsiteY30614" fmla="*/ 2695231 h 5017219"/>
              <a:gd name="connsiteX30615" fmla="*/ 3335137 w 5799173"/>
              <a:gd name="connsiteY30615" fmla="*/ 2693735 h 5017219"/>
              <a:gd name="connsiteX30616" fmla="*/ 3345854 w 5799173"/>
              <a:gd name="connsiteY30616" fmla="*/ 2675209 h 5017219"/>
              <a:gd name="connsiteX30617" fmla="*/ 3347184 w 5799173"/>
              <a:gd name="connsiteY30617" fmla="*/ 2674461 h 5017219"/>
              <a:gd name="connsiteX30618" fmla="*/ 3368535 w 5799173"/>
              <a:gd name="connsiteY30618" fmla="*/ 2674460 h 5017219"/>
              <a:gd name="connsiteX30619" fmla="*/ 3369864 w 5799173"/>
              <a:gd name="connsiteY30619" fmla="*/ 2675209 h 5017219"/>
              <a:gd name="connsiteX30620" fmla="*/ 3380498 w 5799173"/>
              <a:gd name="connsiteY30620" fmla="*/ 2693735 h 5017219"/>
              <a:gd name="connsiteX30621" fmla="*/ 3380498 w 5799173"/>
              <a:gd name="connsiteY30621" fmla="*/ 2695231 h 5017219"/>
              <a:gd name="connsiteX30622" fmla="*/ 3369781 w 5799173"/>
              <a:gd name="connsiteY30622" fmla="*/ 2713758 h 5017219"/>
              <a:gd name="connsiteX30623" fmla="*/ 3368452 w 5799173"/>
              <a:gd name="connsiteY30623" fmla="*/ 2714504 h 5017219"/>
              <a:gd name="connsiteX30624" fmla="*/ 2685051 w 5799173"/>
              <a:gd name="connsiteY30624" fmla="*/ 2537193 h 5017219"/>
              <a:gd name="connsiteX30625" fmla="*/ 2683722 w 5799173"/>
              <a:gd name="connsiteY30625" fmla="*/ 2536445 h 5017219"/>
              <a:gd name="connsiteX30626" fmla="*/ 2673005 w 5799173"/>
              <a:gd name="connsiteY30626" fmla="*/ 2517835 h 5017219"/>
              <a:gd name="connsiteX30627" fmla="*/ 2673006 w 5799173"/>
              <a:gd name="connsiteY30627" fmla="*/ 2516340 h 5017219"/>
              <a:gd name="connsiteX30628" fmla="*/ 2683722 w 5799173"/>
              <a:gd name="connsiteY30628" fmla="*/ 2497730 h 5017219"/>
              <a:gd name="connsiteX30629" fmla="*/ 2685051 w 5799173"/>
              <a:gd name="connsiteY30629" fmla="*/ 2496982 h 5017219"/>
              <a:gd name="connsiteX30630" fmla="*/ 2706487 w 5799173"/>
              <a:gd name="connsiteY30630" fmla="*/ 2496982 h 5017219"/>
              <a:gd name="connsiteX30631" fmla="*/ 2707815 w 5799173"/>
              <a:gd name="connsiteY30631" fmla="*/ 2497730 h 5017219"/>
              <a:gd name="connsiteX30632" fmla="*/ 2718532 w 5799173"/>
              <a:gd name="connsiteY30632" fmla="*/ 2516340 h 5017219"/>
              <a:gd name="connsiteX30633" fmla="*/ 2718532 w 5799173"/>
              <a:gd name="connsiteY30633" fmla="*/ 2517835 h 5017219"/>
              <a:gd name="connsiteX30634" fmla="*/ 2707815 w 5799173"/>
              <a:gd name="connsiteY30634" fmla="*/ 2536445 h 5017219"/>
              <a:gd name="connsiteX30635" fmla="*/ 2706486 w 5799173"/>
              <a:gd name="connsiteY30635" fmla="*/ 2537193 h 5017219"/>
              <a:gd name="connsiteX30636" fmla="*/ 3046169 w 5799173"/>
              <a:gd name="connsiteY30636" fmla="*/ 2633954 h 5017219"/>
              <a:gd name="connsiteX30637" fmla="*/ 3044839 w 5799173"/>
              <a:gd name="connsiteY30637" fmla="*/ 2633206 h 5017219"/>
              <a:gd name="connsiteX30638" fmla="*/ 3034122 w 5799173"/>
              <a:gd name="connsiteY30638" fmla="*/ 2614596 h 5017219"/>
              <a:gd name="connsiteX30639" fmla="*/ 3034123 w 5799173"/>
              <a:gd name="connsiteY30639" fmla="*/ 2613101 h 5017219"/>
              <a:gd name="connsiteX30640" fmla="*/ 3044840 w 5799173"/>
              <a:gd name="connsiteY30640" fmla="*/ 2594491 h 5017219"/>
              <a:gd name="connsiteX30641" fmla="*/ 3046168 w 5799173"/>
              <a:gd name="connsiteY30641" fmla="*/ 2593743 h 5017219"/>
              <a:gd name="connsiteX30642" fmla="*/ 3067604 w 5799173"/>
              <a:gd name="connsiteY30642" fmla="*/ 2593743 h 5017219"/>
              <a:gd name="connsiteX30643" fmla="*/ 3068932 w 5799173"/>
              <a:gd name="connsiteY30643" fmla="*/ 2594491 h 5017219"/>
              <a:gd name="connsiteX30644" fmla="*/ 3079650 w 5799173"/>
              <a:gd name="connsiteY30644" fmla="*/ 2613101 h 5017219"/>
              <a:gd name="connsiteX30645" fmla="*/ 3079650 w 5799173"/>
              <a:gd name="connsiteY30645" fmla="*/ 2614596 h 5017219"/>
              <a:gd name="connsiteX30646" fmla="*/ 3068932 w 5799173"/>
              <a:gd name="connsiteY30646" fmla="*/ 2633206 h 5017219"/>
              <a:gd name="connsiteX30647" fmla="*/ 3067603 w 5799173"/>
              <a:gd name="connsiteY30647" fmla="*/ 2633954 h 5017219"/>
              <a:gd name="connsiteX30648" fmla="*/ 2745153 w 5799173"/>
              <a:gd name="connsiteY30648" fmla="*/ 2553497 h 5017219"/>
              <a:gd name="connsiteX30649" fmla="*/ 2743824 w 5799173"/>
              <a:gd name="connsiteY30649" fmla="*/ 2552749 h 5017219"/>
              <a:gd name="connsiteX30650" fmla="*/ 2733024 w 5799173"/>
              <a:gd name="connsiteY30650" fmla="*/ 2533973 h 5017219"/>
              <a:gd name="connsiteX30651" fmla="*/ 2733024 w 5799173"/>
              <a:gd name="connsiteY30651" fmla="*/ 2532478 h 5017219"/>
              <a:gd name="connsiteX30652" fmla="*/ 2743824 w 5799173"/>
              <a:gd name="connsiteY30652" fmla="*/ 2513702 h 5017219"/>
              <a:gd name="connsiteX30653" fmla="*/ 2745153 w 5799173"/>
              <a:gd name="connsiteY30653" fmla="*/ 2512954 h 5017219"/>
              <a:gd name="connsiteX30654" fmla="*/ 2766837 w 5799173"/>
              <a:gd name="connsiteY30654" fmla="*/ 2512954 h 5017219"/>
              <a:gd name="connsiteX30655" fmla="*/ 2768166 w 5799173"/>
              <a:gd name="connsiteY30655" fmla="*/ 2513702 h 5017219"/>
              <a:gd name="connsiteX30656" fmla="*/ 2778967 w 5799173"/>
              <a:gd name="connsiteY30656" fmla="*/ 2532478 h 5017219"/>
              <a:gd name="connsiteX30657" fmla="*/ 2778967 w 5799173"/>
              <a:gd name="connsiteY30657" fmla="*/ 2533973 h 5017219"/>
              <a:gd name="connsiteX30658" fmla="*/ 2768166 w 5799173"/>
              <a:gd name="connsiteY30658" fmla="*/ 2552749 h 5017219"/>
              <a:gd name="connsiteX30659" fmla="*/ 2766837 w 5799173"/>
              <a:gd name="connsiteY30659" fmla="*/ 2553497 h 5017219"/>
              <a:gd name="connsiteX30660" fmla="*/ 2805339 w 5799173"/>
              <a:gd name="connsiteY30660" fmla="*/ 2569624 h 5017219"/>
              <a:gd name="connsiteX30661" fmla="*/ 2804011 w 5799173"/>
              <a:gd name="connsiteY30661" fmla="*/ 2568876 h 5017219"/>
              <a:gd name="connsiteX30662" fmla="*/ 2793211 w 5799173"/>
              <a:gd name="connsiteY30662" fmla="*/ 2550100 h 5017219"/>
              <a:gd name="connsiteX30663" fmla="*/ 2793211 w 5799173"/>
              <a:gd name="connsiteY30663" fmla="*/ 2548605 h 5017219"/>
              <a:gd name="connsiteX30664" fmla="*/ 2804011 w 5799173"/>
              <a:gd name="connsiteY30664" fmla="*/ 2529829 h 5017219"/>
              <a:gd name="connsiteX30665" fmla="*/ 2805340 w 5799173"/>
              <a:gd name="connsiteY30665" fmla="*/ 2529081 h 5017219"/>
              <a:gd name="connsiteX30666" fmla="*/ 2827024 w 5799173"/>
              <a:gd name="connsiteY30666" fmla="*/ 2529081 h 5017219"/>
              <a:gd name="connsiteX30667" fmla="*/ 2828353 w 5799173"/>
              <a:gd name="connsiteY30667" fmla="*/ 2529829 h 5017219"/>
              <a:gd name="connsiteX30668" fmla="*/ 2839154 w 5799173"/>
              <a:gd name="connsiteY30668" fmla="*/ 2548605 h 5017219"/>
              <a:gd name="connsiteX30669" fmla="*/ 2839154 w 5799173"/>
              <a:gd name="connsiteY30669" fmla="*/ 2550100 h 5017219"/>
              <a:gd name="connsiteX30670" fmla="*/ 2828353 w 5799173"/>
              <a:gd name="connsiteY30670" fmla="*/ 2568876 h 5017219"/>
              <a:gd name="connsiteX30671" fmla="*/ 2827024 w 5799173"/>
              <a:gd name="connsiteY30671" fmla="*/ 2569624 h 5017219"/>
              <a:gd name="connsiteX30672" fmla="*/ 2865525 w 5799173"/>
              <a:gd name="connsiteY30672" fmla="*/ 2585750 h 5017219"/>
              <a:gd name="connsiteX30673" fmla="*/ 2864197 w 5799173"/>
              <a:gd name="connsiteY30673" fmla="*/ 2585002 h 5017219"/>
              <a:gd name="connsiteX30674" fmla="*/ 2853397 w 5799173"/>
              <a:gd name="connsiteY30674" fmla="*/ 2566226 h 5017219"/>
              <a:gd name="connsiteX30675" fmla="*/ 2853397 w 5799173"/>
              <a:gd name="connsiteY30675" fmla="*/ 2564732 h 5017219"/>
              <a:gd name="connsiteX30676" fmla="*/ 2864197 w 5799173"/>
              <a:gd name="connsiteY30676" fmla="*/ 2545956 h 5017219"/>
              <a:gd name="connsiteX30677" fmla="*/ 2865526 w 5799173"/>
              <a:gd name="connsiteY30677" fmla="*/ 2545207 h 5017219"/>
              <a:gd name="connsiteX30678" fmla="*/ 2887210 w 5799173"/>
              <a:gd name="connsiteY30678" fmla="*/ 2545207 h 5017219"/>
              <a:gd name="connsiteX30679" fmla="*/ 2888539 w 5799173"/>
              <a:gd name="connsiteY30679" fmla="*/ 2545956 h 5017219"/>
              <a:gd name="connsiteX30680" fmla="*/ 2899340 w 5799173"/>
              <a:gd name="connsiteY30680" fmla="*/ 2564731 h 5017219"/>
              <a:gd name="connsiteX30681" fmla="*/ 2899340 w 5799173"/>
              <a:gd name="connsiteY30681" fmla="*/ 2566227 h 5017219"/>
              <a:gd name="connsiteX30682" fmla="*/ 2888539 w 5799173"/>
              <a:gd name="connsiteY30682" fmla="*/ 2585003 h 5017219"/>
              <a:gd name="connsiteX30683" fmla="*/ 2887210 w 5799173"/>
              <a:gd name="connsiteY30683" fmla="*/ 2585751 h 5017219"/>
              <a:gd name="connsiteX30684" fmla="*/ 3708063 w 5799173"/>
              <a:gd name="connsiteY30684" fmla="*/ 2811600 h 5017219"/>
              <a:gd name="connsiteX30685" fmla="*/ 3706733 w 5799173"/>
              <a:gd name="connsiteY30685" fmla="*/ 2810852 h 5017219"/>
              <a:gd name="connsiteX30686" fmla="*/ 3695850 w 5799173"/>
              <a:gd name="connsiteY30686" fmla="*/ 2791993 h 5017219"/>
              <a:gd name="connsiteX30687" fmla="*/ 3695850 w 5799173"/>
              <a:gd name="connsiteY30687" fmla="*/ 2790415 h 5017219"/>
              <a:gd name="connsiteX30688" fmla="*/ 3706733 w 5799173"/>
              <a:gd name="connsiteY30688" fmla="*/ 2771556 h 5017219"/>
              <a:gd name="connsiteX30689" fmla="*/ 3708063 w 5799173"/>
              <a:gd name="connsiteY30689" fmla="*/ 2770808 h 5017219"/>
              <a:gd name="connsiteX30690" fmla="*/ 3729829 w 5799173"/>
              <a:gd name="connsiteY30690" fmla="*/ 2770808 h 5017219"/>
              <a:gd name="connsiteX30691" fmla="*/ 3731159 w 5799173"/>
              <a:gd name="connsiteY30691" fmla="*/ 2771556 h 5017219"/>
              <a:gd name="connsiteX30692" fmla="*/ 3742042 w 5799173"/>
              <a:gd name="connsiteY30692" fmla="*/ 2790415 h 5017219"/>
              <a:gd name="connsiteX30693" fmla="*/ 3742042 w 5799173"/>
              <a:gd name="connsiteY30693" fmla="*/ 2791993 h 5017219"/>
              <a:gd name="connsiteX30694" fmla="*/ 3731158 w 5799173"/>
              <a:gd name="connsiteY30694" fmla="*/ 2810852 h 5017219"/>
              <a:gd name="connsiteX30695" fmla="*/ 3729829 w 5799173"/>
              <a:gd name="connsiteY30695" fmla="*/ 2811600 h 5017219"/>
              <a:gd name="connsiteX30696" fmla="*/ 2925537 w 5799173"/>
              <a:gd name="connsiteY30696" fmla="*/ 2602115 h 5017219"/>
              <a:gd name="connsiteX30697" fmla="*/ 2924207 w 5799173"/>
              <a:gd name="connsiteY30697" fmla="*/ 2601367 h 5017219"/>
              <a:gd name="connsiteX30698" fmla="*/ 2913324 w 5799173"/>
              <a:gd name="connsiteY30698" fmla="*/ 2582425 h 5017219"/>
              <a:gd name="connsiteX30699" fmla="*/ 2913324 w 5799173"/>
              <a:gd name="connsiteY30699" fmla="*/ 2580847 h 5017219"/>
              <a:gd name="connsiteX30700" fmla="*/ 2924290 w 5799173"/>
              <a:gd name="connsiteY30700" fmla="*/ 2561905 h 5017219"/>
              <a:gd name="connsiteX30701" fmla="*/ 2925620 w 5799173"/>
              <a:gd name="connsiteY30701" fmla="*/ 2561157 h 5017219"/>
              <a:gd name="connsiteX30702" fmla="*/ 2947470 w 5799173"/>
              <a:gd name="connsiteY30702" fmla="*/ 2561157 h 5017219"/>
              <a:gd name="connsiteX30703" fmla="*/ 2948799 w 5799173"/>
              <a:gd name="connsiteY30703" fmla="*/ 2561905 h 5017219"/>
              <a:gd name="connsiteX30704" fmla="*/ 2959682 w 5799173"/>
              <a:gd name="connsiteY30704" fmla="*/ 2580847 h 5017219"/>
              <a:gd name="connsiteX30705" fmla="*/ 2959682 w 5799173"/>
              <a:gd name="connsiteY30705" fmla="*/ 2582425 h 5017219"/>
              <a:gd name="connsiteX30706" fmla="*/ 2948716 w 5799173"/>
              <a:gd name="connsiteY30706" fmla="*/ 2601367 h 5017219"/>
              <a:gd name="connsiteX30707" fmla="*/ 2947386 w 5799173"/>
              <a:gd name="connsiteY30707" fmla="*/ 2602115 h 5017219"/>
              <a:gd name="connsiteX30708" fmla="*/ 3106013 w 5799173"/>
              <a:gd name="connsiteY30708" fmla="*/ 2650661 h 5017219"/>
              <a:gd name="connsiteX30709" fmla="*/ 3104684 w 5799173"/>
              <a:gd name="connsiteY30709" fmla="*/ 2649914 h 5017219"/>
              <a:gd name="connsiteX30710" fmla="*/ 3093634 w 5799173"/>
              <a:gd name="connsiteY30710" fmla="*/ 2630805 h 5017219"/>
              <a:gd name="connsiteX30711" fmla="*/ 3093633 w 5799173"/>
              <a:gd name="connsiteY30711" fmla="*/ 2629227 h 5017219"/>
              <a:gd name="connsiteX30712" fmla="*/ 3104683 w 5799173"/>
              <a:gd name="connsiteY30712" fmla="*/ 2610119 h 5017219"/>
              <a:gd name="connsiteX30713" fmla="*/ 3106012 w 5799173"/>
              <a:gd name="connsiteY30713" fmla="*/ 2609371 h 5017219"/>
              <a:gd name="connsiteX30714" fmla="*/ 3128111 w 5799173"/>
              <a:gd name="connsiteY30714" fmla="*/ 2609371 h 5017219"/>
              <a:gd name="connsiteX30715" fmla="*/ 3129441 w 5799173"/>
              <a:gd name="connsiteY30715" fmla="*/ 2610119 h 5017219"/>
              <a:gd name="connsiteX30716" fmla="*/ 3140491 w 5799173"/>
              <a:gd name="connsiteY30716" fmla="*/ 2629227 h 5017219"/>
              <a:gd name="connsiteX30717" fmla="*/ 3140491 w 5799173"/>
              <a:gd name="connsiteY30717" fmla="*/ 2630805 h 5017219"/>
              <a:gd name="connsiteX30718" fmla="*/ 3129440 w 5799173"/>
              <a:gd name="connsiteY30718" fmla="*/ 2649914 h 5017219"/>
              <a:gd name="connsiteX30719" fmla="*/ 3128112 w 5799173"/>
              <a:gd name="connsiteY30719" fmla="*/ 2650661 h 5017219"/>
              <a:gd name="connsiteX30720" fmla="*/ 149067 w 5799173"/>
              <a:gd name="connsiteY30720" fmla="*/ 1901153 h 5017219"/>
              <a:gd name="connsiteX30721" fmla="*/ 148486 w 5799173"/>
              <a:gd name="connsiteY30721" fmla="*/ 1900821 h 5017219"/>
              <a:gd name="connsiteX30722" fmla="*/ 143584 w 5799173"/>
              <a:gd name="connsiteY30722" fmla="*/ 1892264 h 5017219"/>
              <a:gd name="connsiteX30723" fmla="*/ 143584 w 5799173"/>
              <a:gd name="connsiteY30723" fmla="*/ 1891599 h 5017219"/>
              <a:gd name="connsiteX30724" fmla="*/ 148486 w 5799173"/>
              <a:gd name="connsiteY30724" fmla="*/ 1883042 h 5017219"/>
              <a:gd name="connsiteX30725" fmla="*/ 149068 w 5799173"/>
              <a:gd name="connsiteY30725" fmla="*/ 1882710 h 5017219"/>
              <a:gd name="connsiteX30726" fmla="*/ 158954 w 5799173"/>
              <a:gd name="connsiteY30726" fmla="*/ 1882710 h 5017219"/>
              <a:gd name="connsiteX30727" fmla="*/ 159535 w 5799173"/>
              <a:gd name="connsiteY30727" fmla="*/ 1883042 h 5017219"/>
              <a:gd name="connsiteX30728" fmla="*/ 164438 w 5799173"/>
              <a:gd name="connsiteY30728" fmla="*/ 1891599 h 5017219"/>
              <a:gd name="connsiteX30729" fmla="*/ 164437 w 5799173"/>
              <a:gd name="connsiteY30729" fmla="*/ 1892264 h 5017219"/>
              <a:gd name="connsiteX30730" fmla="*/ 159536 w 5799173"/>
              <a:gd name="connsiteY30730" fmla="*/ 1900821 h 5017219"/>
              <a:gd name="connsiteX30731" fmla="*/ 158954 w 5799173"/>
              <a:gd name="connsiteY30731" fmla="*/ 1901153 h 5017219"/>
              <a:gd name="connsiteX30732" fmla="*/ 2072619 w 5799173"/>
              <a:gd name="connsiteY30732" fmla="*/ 2421688 h 5017219"/>
              <a:gd name="connsiteX30733" fmla="*/ 2071705 w 5799173"/>
              <a:gd name="connsiteY30733" fmla="*/ 2421190 h 5017219"/>
              <a:gd name="connsiteX30734" fmla="*/ 2064395 w 5799173"/>
              <a:gd name="connsiteY30734" fmla="*/ 2408478 h 5017219"/>
              <a:gd name="connsiteX30735" fmla="*/ 2064394 w 5799173"/>
              <a:gd name="connsiteY30735" fmla="*/ 2407482 h 5017219"/>
              <a:gd name="connsiteX30736" fmla="*/ 2071705 w 5799173"/>
              <a:gd name="connsiteY30736" fmla="*/ 2394770 h 5017219"/>
              <a:gd name="connsiteX30737" fmla="*/ 2072619 w 5799173"/>
              <a:gd name="connsiteY30737" fmla="*/ 2394272 h 5017219"/>
              <a:gd name="connsiteX30738" fmla="*/ 2087241 w 5799173"/>
              <a:gd name="connsiteY30738" fmla="*/ 2394272 h 5017219"/>
              <a:gd name="connsiteX30739" fmla="*/ 2088155 w 5799173"/>
              <a:gd name="connsiteY30739" fmla="*/ 2394770 h 5017219"/>
              <a:gd name="connsiteX30740" fmla="*/ 2095465 w 5799173"/>
              <a:gd name="connsiteY30740" fmla="*/ 2407481 h 5017219"/>
              <a:gd name="connsiteX30741" fmla="*/ 2095465 w 5799173"/>
              <a:gd name="connsiteY30741" fmla="*/ 2408478 h 5017219"/>
              <a:gd name="connsiteX30742" fmla="*/ 2088155 w 5799173"/>
              <a:gd name="connsiteY30742" fmla="*/ 2421190 h 5017219"/>
              <a:gd name="connsiteX30743" fmla="*/ 2087242 w 5799173"/>
              <a:gd name="connsiteY30743" fmla="*/ 2421688 h 5017219"/>
              <a:gd name="connsiteX30744" fmla="*/ 4118774 w 5799173"/>
              <a:gd name="connsiteY30744" fmla="*/ 2970333 h 5017219"/>
              <a:gd name="connsiteX30745" fmla="*/ 4117860 w 5799173"/>
              <a:gd name="connsiteY30745" fmla="*/ 2969834 h 5017219"/>
              <a:gd name="connsiteX30746" fmla="*/ 4110383 w 5799173"/>
              <a:gd name="connsiteY30746" fmla="*/ 2956874 h 5017219"/>
              <a:gd name="connsiteX30747" fmla="*/ 4110383 w 5799173"/>
              <a:gd name="connsiteY30747" fmla="*/ 2955794 h 5017219"/>
              <a:gd name="connsiteX30748" fmla="*/ 4117860 w 5799173"/>
              <a:gd name="connsiteY30748" fmla="*/ 2942833 h 5017219"/>
              <a:gd name="connsiteX30749" fmla="*/ 4118774 w 5799173"/>
              <a:gd name="connsiteY30749" fmla="*/ 2942335 h 5017219"/>
              <a:gd name="connsiteX30750" fmla="*/ 4133728 w 5799173"/>
              <a:gd name="connsiteY30750" fmla="*/ 2942335 h 5017219"/>
              <a:gd name="connsiteX30751" fmla="*/ 4134643 w 5799173"/>
              <a:gd name="connsiteY30751" fmla="*/ 2942833 h 5017219"/>
              <a:gd name="connsiteX30752" fmla="*/ 4142119 w 5799173"/>
              <a:gd name="connsiteY30752" fmla="*/ 2955794 h 5017219"/>
              <a:gd name="connsiteX30753" fmla="*/ 4142119 w 5799173"/>
              <a:gd name="connsiteY30753" fmla="*/ 2956874 h 5017219"/>
              <a:gd name="connsiteX30754" fmla="*/ 4134643 w 5799173"/>
              <a:gd name="connsiteY30754" fmla="*/ 2969834 h 5017219"/>
              <a:gd name="connsiteX30755" fmla="*/ 4133728 w 5799173"/>
              <a:gd name="connsiteY30755" fmla="*/ 2970333 h 5017219"/>
              <a:gd name="connsiteX30756" fmla="*/ 1410062 w 5799173"/>
              <a:gd name="connsiteY30756" fmla="*/ 2245195 h 5017219"/>
              <a:gd name="connsiteX30757" fmla="*/ 1409148 w 5799173"/>
              <a:gd name="connsiteY30757" fmla="*/ 2244613 h 5017219"/>
              <a:gd name="connsiteX30758" fmla="*/ 1401339 w 5799173"/>
              <a:gd name="connsiteY30758" fmla="*/ 2231154 h 5017219"/>
              <a:gd name="connsiteX30759" fmla="*/ 1401339 w 5799173"/>
              <a:gd name="connsiteY30759" fmla="*/ 2230074 h 5017219"/>
              <a:gd name="connsiteX30760" fmla="*/ 1409149 w 5799173"/>
              <a:gd name="connsiteY30760" fmla="*/ 2216616 h 5017219"/>
              <a:gd name="connsiteX30761" fmla="*/ 1410062 w 5799173"/>
              <a:gd name="connsiteY30761" fmla="*/ 2216034 h 5017219"/>
              <a:gd name="connsiteX30762" fmla="*/ 1425598 w 5799173"/>
              <a:gd name="connsiteY30762" fmla="*/ 2216034 h 5017219"/>
              <a:gd name="connsiteX30763" fmla="*/ 1426512 w 5799173"/>
              <a:gd name="connsiteY30763" fmla="*/ 2216616 h 5017219"/>
              <a:gd name="connsiteX30764" fmla="*/ 1434322 w 5799173"/>
              <a:gd name="connsiteY30764" fmla="*/ 2230074 h 5017219"/>
              <a:gd name="connsiteX30765" fmla="*/ 1434322 w 5799173"/>
              <a:gd name="connsiteY30765" fmla="*/ 2231154 h 5017219"/>
              <a:gd name="connsiteX30766" fmla="*/ 1426512 w 5799173"/>
              <a:gd name="connsiteY30766" fmla="*/ 2244613 h 5017219"/>
              <a:gd name="connsiteX30767" fmla="*/ 1425598 w 5799173"/>
              <a:gd name="connsiteY30767" fmla="*/ 2245195 h 5017219"/>
              <a:gd name="connsiteX30768" fmla="*/ 1470246 w 5799173"/>
              <a:gd name="connsiteY30768" fmla="*/ 2261426 h 5017219"/>
              <a:gd name="connsiteX30769" fmla="*/ 1469248 w 5799173"/>
              <a:gd name="connsiteY30769" fmla="*/ 2260844 h 5017219"/>
              <a:gd name="connsiteX30770" fmla="*/ 1461440 w 5799173"/>
              <a:gd name="connsiteY30770" fmla="*/ 2247302 h 5017219"/>
              <a:gd name="connsiteX30771" fmla="*/ 1461440 w 5799173"/>
              <a:gd name="connsiteY30771" fmla="*/ 2246222 h 5017219"/>
              <a:gd name="connsiteX30772" fmla="*/ 1469249 w 5799173"/>
              <a:gd name="connsiteY30772" fmla="*/ 2232680 h 5017219"/>
              <a:gd name="connsiteX30773" fmla="*/ 1470246 w 5799173"/>
              <a:gd name="connsiteY30773" fmla="*/ 2232099 h 5017219"/>
              <a:gd name="connsiteX30774" fmla="*/ 1485947 w 5799173"/>
              <a:gd name="connsiteY30774" fmla="*/ 2232099 h 5017219"/>
              <a:gd name="connsiteX30775" fmla="*/ 1486945 w 5799173"/>
              <a:gd name="connsiteY30775" fmla="*/ 2232680 h 5017219"/>
              <a:gd name="connsiteX30776" fmla="*/ 1494754 w 5799173"/>
              <a:gd name="connsiteY30776" fmla="*/ 2246222 h 5017219"/>
              <a:gd name="connsiteX30777" fmla="*/ 1494754 w 5799173"/>
              <a:gd name="connsiteY30777" fmla="*/ 2247302 h 5017219"/>
              <a:gd name="connsiteX30778" fmla="*/ 1486944 w 5799173"/>
              <a:gd name="connsiteY30778" fmla="*/ 2260844 h 5017219"/>
              <a:gd name="connsiteX30779" fmla="*/ 1485948 w 5799173"/>
              <a:gd name="connsiteY30779" fmla="*/ 2261426 h 5017219"/>
              <a:gd name="connsiteX30780" fmla="*/ 1530278 w 5799173"/>
              <a:gd name="connsiteY30780" fmla="*/ 2277793 h 5017219"/>
              <a:gd name="connsiteX30781" fmla="*/ 1529281 w 5799173"/>
              <a:gd name="connsiteY30781" fmla="*/ 2277212 h 5017219"/>
              <a:gd name="connsiteX30782" fmla="*/ 1521306 w 5799173"/>
              <a:gd name="connsiteY30782" fmla="*/ 2263421 h 5017219"/>
              <a:gd name="connsiteX30783" fmla="*/ 1521306 w 5799173"/>
              <a:gd name="connsiteY30783" fmla="*/ 2262258 h 5017219"/>
              <a:gd name="connsiteX30784" fmla="*/ 1529281 w 5799173"/>
              <a:gd name="connsiteY30784" fmla="*/ 2248466 h 5017219"/>
              <a:gd name="connsiteX30785" fmla="*/ 1530278 w 5799173"/>
              <a:gd name="connsiteY30785" fmla="*/ 2247885 h 5017219"/>
              <a:gd name="connsiteX30786" fmla="*/ 1546230 w 5799173"/>
              <a:gd name="connsiteY30786" fmla="*/ 2247885 h 5017219"/>
              <a:gd name="connsiteX30787" fmla="*/ 1547227 w 5799173"/>
              <a:gd name="connsiteY30787" fmla="*/ 2248466 h 5017219"/>
              <a:gd name="connsiteX30788" fmla="*/ 1555202 w 5799173"/>
              <a:gd name="connsiteY30788" fmla="*/ 2262258 h 5017219"/>
              <a:gd name="connsiteX30789" fmla="*/ 1555202 w 5799173"/>
              <a:gd name="connsiteY30789" fmla="*/ 2263421 h 5017219"/>
              <a:gd name="connsiteX30790" fmla="*/ 1547227 w 5799173"/>
              <a:gd name="connsiteY30790" fmla="*/ 2277212 h 5017219"/>
              <a:gd name="connsiteX30791" fmla="*/ 1546230 w 5799173"/>
              <a:gd name="connsiteY30791" fmla="*/ 2277793 h 5017219"/>
              <a:gd name="connsiteX30792" fmla="*/ 2312024 w 5799173"/>
              <a:gd name="connsiteY30792" fmla="*/ 2488605 h 5017219"/>
              <a:gd name="connsiteX30793" fmla="*/ 2310944 w 5799173"/>
              <a:gd name="connsiteY30793" fmla="*/ 2488023 h 5017219"/>
              <a:gd name="connsiteX30794" fmla="*/ 2302387 w 5799173"/>
              <a:gd name="connsiteY30794" fmla="*/ 2473152 h 5017219"/>
              <a:gd name="connsiteX30795" fmla="*/ 2302387 w 5799173"/>
              <a:gd name="connsiteY30795" fmla="*/ 2471906 h 5017219"/>
              <a:gd name="connsiteX30796" fmla="*/ 2311027 w 5799173"/>
              <a:gd name="connsiteY30796" fmla="*/ 2457035 h 5017219"/>
              <a:gd name="connsiteX30797" fmla="*/ 2312107 w 5799173"/>
              <a:gd name="connsiteY30797" fmla="*/ 2456453 h 5017219"/>
              <a:gd name="connsiteX30798" fmla="*/ 2329305 w 5799173"/>
              <a:gd name="connsiteY30798" fmla="*/ 2456453 h 5017219"/>
              <a:gd name="connsiteX30799" fmla="*/ 2330385 w 5799173"/>
              <a:gd name="connsiteY30799" fmla="*/ 2457035 h 5017219"/>
              <a:gd name="connsiteX30800" fmla="*/ 2338942 w 5799173"/>
              <a:gd name="connsiteY30800" fmla="*/ 2471906 h 5017219"/>
              <a:gd name="connsiteX30801" fmla="*/ 2338942 w 5799173"/>
              <a:gd name="connsiteY30801" fmla="*/ 2473152 h 5017219"/>
              <a:gd name="connsiteX30802" fmla="*/ 2330302 w 5799173"/>
              <a:gd name="connsiteY30802" fmla="*/ 2488023 h 5017219"/>
              <a:gd name="connsiteX30803" fmla="*/ 2329221 w 5799173"/>
              <a:gd name="connsiteY30803" fmla="*/ 2488605 h 5017219"/>
              <a:gd name="connsiteX30804" fmla="*/ 4418460 w 5799173"/>
              <a:gd name="connsiteY30804" fmla="*/ 3053200 h 5017219"/>
              <a:gd name="connsiteX30805" fmla="*/ 4417380 w 5799173"/>
              <a:gd name="connsiteY30805" fmla="*/ 3052618 h 5017219"/>
              <a:gd name="connsiteX30806" fmla="*/ 4408657 w 5799173"/>
              <a:gd name="connsiteY30806" fmla="*/ 3037581 h 5017219"/>
              <a:gd name="connsiteX30807" fmla="*/ 4408657 w 5799173"/>
              <a:gd name="connsiteY30807" fmla="*/ 3036335 h 5017219"/>
              <a:gd name="connsiteX30808" fmla="*/ 4417380 w 5799173"/>
              <a:gd name="connsiteY30808" fmla="*/ 3021297 h 5017219"/>
              <a:gd name="connsiteX30809" fmla="*/ 4418460 w 5799173"/>
              <a:gd name="connsiteY30809" fmla="*/ 3020716 h 5017219"/>
              <a:gd name="connsiteX30810" fmla="*/ 4435824 w 5799173"/>
              <a:gd name="connsiteY30810" fmla="*/ 3020716 h 5017219"/>
              <a:gd name="connsiteX30811" fmla="*/ 4436904 w 5799173"/>
              <a:gd name="connsiteY30811" fmla="*/ 3021297 h 5017219"/>
              <a:gd name="connsiteX30812" fmla="*/ 4445627 w 5799173"/>
              <a:gd name="connsiteY30812" fmla="*/ 3036335 h 5017219"/>
              <a:gd name="connsiteX30813" fmla="*/ 4445627 w 5799173"/>
              <a:gd name="connsiteY30813" fmla="*/ 3037581 h 5017219"/>
              <a:gd name="connsiteX30814" fmla="*/ 4436904 w 5799173"/>
              <a:gd name="connsiteY30814" fmla="*/ 3052618 h 5017219"/>
              <a:gd name="connsiteX30815" fmla="*/ 4435824 w 5799173"/>
              <a:gd name="connsiteY30815" fmla="*/ 3053200 h 5017219"/>
              <a:gd name="connsiteX30816" fmla="*/ 1589479 w 5799173"/>
              <a:gd name="connsiteY30816" fmla="*/ 2295738 h 5017219"/>
              <a:gd name="connsiteX30817" fmla="*/ 1588400 w 5799173"/>
              <a:gd name="connsiteY30817" fmla="*/ 2295074 h 5017219"/>
              <a:gd name="connsiteX30818" fmla="*/ 1579427 w 5799173"/>
              <a:gd name="connsiteY30818" fmla="*/ 2279538 h 5017219"/>
              <a:gd name="connsiteX30819" fmla="*/ 1579427 w 5799173"/>
              <a:gd name="connsiteY30819" fmla="*/ 2278292 h 5017219"/>
              <a:gd name="connsiteX30820" fmla="*/ 1588399 w 5799173"/>
              <a:gd name="connsiteY30820" fmla="*/ 2262756 h 5017219"/>
              <a:gd name="connsiteX30821" fmla="*/ 1589479 w 5799173"/>
              <a:gd name="connsiteY30821" fmla="*/ 2262091 h 5017219"/>
              <a:gd name="connsiteX30822" fmla="*/ 1607342 w 5799173"/>
              <a:gd name="connsiteY30822" fmla="*/ 2262092 h 5017219"/>
              <a:gd name="connsiteX30823" fmla="*/ 1608423 w 5799173"/>
              <a:gd name="connsiteY30823" fmla="*/ 2262756 h 5017219"/>
              <a:gd name="connsiteX30824" fmla="*/ 1617395 w 5799173"/>
              <a:gd name="connsiteY30824" fmla="*/ 2278291 h 5017219"/>
              <a:gd name="connsiteX30825" fmla="*/ 1617395 w 5799173"/>
              <a:gd name="connsiteY30825" fmla="*/ 2279537 h 5017219"/>
              <a:gd name="connsiteX30826" fmla="*/ 1608422 w 5799173"/>
              <a:gd name="connsiteY30826" fmla="*/ 2295073 h 5017219"/>
              <a:gd name="connsiteX30827" fmla="*/ 1607342 w 5799173"/>
              <a:gd name="connsiteY30827" fmla="*/ 2295739 h 5017219"/>
              <a:gd name="connsiteX30828" fmla="*/ 4057112 w 5799173"/>
              <a:gd name="connsiteY30828" fmla="*/ 2957044 h 5017219"/>
              <a:gd name="connsiteX30829" fmla="*/ 4056032 w 5799173"/>
              <a:gd name="connsiteY30829" fmla="*/ 2956380 h 5017219"/>
              <a:gd name="connsiteX30830" fmla="*/ 4047060 w 5799173"/>
              <a:gd name="connsiteY30830" fmla="*/ 2940761 h 5017219"/>
              <a:gd name="connsiteX30831" fmla="*/ 4047060 w 5799173"/>
              <a:gd name="connsiteY30831" fmla="*/ 2939514 h 5017219"/>
              <a:gd name="connsiteX30832" fmla="*/ 4056032 w 5799173"/>
              <a:gd name="connsiteY30832" fmla="*/ 2923896 h 5017219"/>
              <a:gd name="connsiteX30833" fmla="*/ 4057112 w 5799173"/>
              <a:gd name="connsiteY30833" fmla="*/ 2923231 h 5017219"/>
              <a:gd name="connsiteX30834" fmla="*/ 4075140 w 5799173"/>
              <a:gd name="connsiteY30834" fmla="*/ 2923231 h 5017219"/>
              <a:gd name="connsiteX30835" fmla="*/ 4076220 w 5799173"/>
              <a:gd name="connsiteY30835" fmla="*/ 2923896 h 5017219"/>
              <a:gd name="connsiteX30836" fmla="*/ 4085193 w 5799173"/>
              <a:gd name="connsiteY30836" fmla="*/ 2939514 h 5017219"/>
              <a:gd name="connsiteX30837" fmla="*/ 4085193 w 5799173"/>
              <a:gd name="connsiteY30837" fmla="*/ 2940761 h 5017219"/>
              <a:gd name="connsiteX30838" fmla="*/ 4076220 w 5799173"/>
              <a:gd name="connsiteY30838" fmla="*/ 2956380 h 5017219"/>
              <a:gd name="connsiteX30839" fmla="*/ 4075140 w 5799173"/>
              <a:gd name="connsiteY30839" fmla="*/ 2957044 h 5017219"/>
              <a:gd name="connsiteX30840" fmla="*/ 2191257 w 5799173"/>
              <a:gd name="connsiteY30840" fmla="*/ 2457184 h 5017219"/>
              <a:gd name="connsiteX30841" fmla="*/ 2190176 w 5799173"/>
              <a:gd name="connsiteY30841" fmla="*/ 2456519 h 5017219"/>
              <a:gd name="connsiteX30842" fmla="*/ 2181122 w 5799173"/>
              <a:gd name="connsiteY30842" fmla="*/ 2440818 h 5017219"/>
              <a:gd name="connsiteX30843" fmla="*/ 2181122 w 5799173"/>
              <a:gd name="connsiteY30843" fmla="*/ 2439572 h 5017219"/>
              <a:gd name="connsiteX30844" fmla="*/ 2190177 w 5799173"/>
              <a:gd name="connsiteY30844" fmla="*/ 2423870 h 5017219"/>
              <a:gd name="connsiteX30845" fmla="*/ 2191257 w 5799173"/>
              <a:gd name="connsiteY30845" fmla="*/ 2423205 h 5017219"/>
              <a:gd name="connsiteX30846" fmla="*/ 2209368 w 5799173"/>
              <a:gd name="connsiteY30846" fmla="*/ 2423205 h 5017219"/>
              <a:gd name="connsiteX30847" fmla="*/ 2210449 w 5799173"/>
              <a:gd name="connsiteY30847" fmla="*/ 2423870 h 5017219"/>
              <a:gd name="connsiteX30848" fmla="*/ 2219504 w 5799173"/>
              <a:gd name="connsiteY30848" fmla="*/ 2439572 h 5017219"/>
              <a:gd name="connsiteX30849" fmla="*/ 2219504 w 5799173"/>
              <a:gd name="connsiteY30849" fmla="*/ 2440818 h 5017219"/>
              <a:gd name="connsiteX30850" fmla="*/ 2210449 w 5799173"/>
              <a:gd name="connsiteY30850" fmla="*/ 2456520 h 5017219"/>
              <a:gd name="connsiteX30851" fmla="*/ 2209368 w 5799173"/>
              <a:gd name="connsiteY30851" fmla="*/ 2457184 h 5017219"/>
              <a:gd name="connsiteX30852" fmla="*/ 4177320 w 5799173"/>
              <a:gd name="connsiteY30852" fmla="*/ 2989453 h 5017219"/>
              <a:gd name="connsiteX30853" fmla="*/ 4176240 w 5799173"/>
              <a:gd name="connsiteY30853" fmla="*/ 2988789 h 5017219"/>
              <a:gd name="connsiteX30854" fmla="*/ 4167185 w 5799173"/>
              <a:gd name="connsiteY30854" fmla="*/ 2973004 h 5017219"/>
              <a:gd name="connsiteX30855" fmla="*/ 4167185 w 5799173"/>
              <a:gd name="connsiteY30855" fmla="*/ 2971758 h 5017219"/>
              <a:gd name="connsiteX30856" fmla="*/ 4176324 w 5799173"/>
              <a:gd name="connsiteY30856" fmla="*/ 2955973 h 5017219"/>
              <a:gd name="connsiteX30857" fmla="*/ 4177404 w 5799173"/>
              <a:gd name="connsiteY30857" fmla="*/ 2955308 h 5017219"/>
              <a:gd name="connsiteX30858" fmla="*/ 4195598 w 5799173"/>
              <a:gd name="connsiteY30858" fmla="*/ 2955308 h 5017219"/>
              <a:gd name="connsiteX30859" fmla="*/ 4196678 w 5799173"/>
              <a:gd name="connsiteY30859" fmla="*/ 2955973 h 5017219"/>
              <a:gd name="connsiteX30860" fmla="*/ 4205734 w 5799173"/>
              <a:gd name="connsiteY30860" fmla="*/ 2971758 h 5017219"/>
              <a:gd name="connsiteX30861" fmla="*/ 4205734 w 5799173"/>
              <a:gd name="connsiteY30861" fmla="*/ 2973004 h 5017219"/>
              <a:gd name="connsiteX30862" fmla="*/ 4196595 w 5799173"/>
              <a:gd name="connsiteY30862" fmla="*/ 2988789 h 5017219"/>
              <a:gd name="connsiteX30863" fmla="*/ 4195515 w 5799173"/>
              <a:gd name="connsiteY30863" fmla="*/ 2989453 h 5017219"/>
              <a:gd name="connsiteX30864" fmla="*/ 4357620 w 5799173"/>
              <a:gd name="connsiteY30864" fmla="*/ 3038319 h 5017219"/>
              <a:gd name="connsiteX30865" fmla="*/ 4356457 w 5799173"/>
              <a:gd name="connsiteY30865" fmla="*/ 3037655 h 5017219"/>
              <a:gd name="connsiteX30866" fmla="*/ 4347069 w 5799173"/>
              <a:gd name="connsiteY30866" fmla="*/ 3021454 h 5017219"/>
              <a:gd name="connsiteX30867" fmla="*/ 4347069 w 5799173"/>
              <a:gd name="connsiteY30867" fmla="*/ 3020125 h 5017219"/>
              <a:gd name="connsiteX30868" fmla="*/ 4356457 w 5799173"/>
              <a:gd name="connsiteY30868" fmla="*/ 3003925 h 5017219"/>
              <a:gd name="connsiteX30869" fmla="*/ 4357620 w 5799173"/>
              <a:gd name="connsiteY30869" fmla="*/ 3003260 h 5017219"/>
              <a:gd name="connsiteX30870" fmla="*/ 4376313 w 5799173"/>
              <a:gd name="connsiteY30870" fmla="*/ 3003260 h 5017219"/>
              <a:gd name="connsiteX30871" fmla="*/ 4377476 w 5799173"/>
              <a:gd name="connsiteY30871" fmla="*/ 3003925 h 5017219"/>
              <a:gd name="connsiteX30872" fmla="*/ 4386864 w 5799173"/>
              <a:gd name="connsiteY30872" fmla="*/ 3020125 h 5017219"/>
              <a:gd name="connsiteX30873" fmla="*/ 4386864 w 5799173"/>
              <a:gd name="connsiteY30873" fmla="*/ 3021454 h 5017219"/>
              <a:gd name="connsiteX30874" fmla="*/ 4377476 w 5799173"/>
              <a:gd name="connsiteY30874" fmla="*/ 3037655 h 5017219"/>
              <a:gd name="connsiteX30875" fmla="*/ 4376313 w 5799173"/>
              <a:gd name="connsiteY30875" fmla="*/ 3038319 h 5017219"/>
              <a:gd name="connsiteX30876" fmla="*/ 4297433 w 5799173"/>
              <a:gd name="connsiteY30876" fmla="*/ 3022286 h 5017219"/>
              <a:gd name="connsiteX30877" fmla="*/ 4296270 w 5799173"/>
              <a:gd name="connsiteY30877" fmla="*/ 3021622 h 5017219"/>
              <a:gd name="connsiteX30878" fmla="*/ 4286882 w 5799173"/>
              <a:gd name="connsiteY30878" fmla="*/ 3005338 h 5017219"/>
              <a:gd name="connsiteX30879" fmla="*/ 4286882 w 5799173"/>
              <a:gd name="connsiteY30879" fmla="*/ 3004009 h 5017219"/>
              <a:gd name="connsiteX30880" fmla="*/ 4296270 w 5799173"/>
              <a:gd name="connsiteY30880" fmla="*/ 2987726 h 5017219"/>
              <a:gd name="connsiteX30881" fmla="*/ 4297433 w 5799173"/>
              <a:gd name="connsiteY30881" fmla="*/ 2987061 h 5017219"/>
              <a:gd name="connsiteX30882" fmla="*/ 4316209 w 5799173"/>
              <a:gd name="connsiteY30882" fmla="*/ 2987061 h 5017219"/>
              <a:gd name="connsiteX30883" fmla="*/ 4317372 w 5799173"/>
              <a:gd name="connsiteY30883" fmla="*/ 2987726 h 5017219"/>
              <a:gd name="connsiteX30884" fmla="*/ 4326760 w 5799173"/>
              <a:gd name="connsiteY30884" fmla="*/ 3004009 h 5017219"/>
              <a:gd name="connsiteX30885" fmla="*/ 4326760 w 5799173"/>
              <a:gd name="connsiteY30885" fmla="*/ 3005338 h 5017219"/>
              <a:gd name="connsiteX30886" fmla="*/ 4317372 w 5799173"/>
              <a:gd name="connsiteY30886" fmla="*/ 3021622 h 5017219"/>
              <a:gd name="connsiteX30887" fmla="*/ 4316209 w 5799173"/>
              <a:gd name="connsiteY30887" fmla="*/ 3022286 h 5017219"/>
              <a:gd name="connsiteX30888" fmla="*/ 264872 w 5799173"/>
              <a:gd name="connsiteY30888" fmla="*/ 1941871 h 5017219"/>
              <a:gd name="connsiteX30889" fmla="*/ 263709 w 5799173"/>
              <a:gd name="connsiteY30889" fmla="*/ 1941206 h 5017219"/>
              <a:gd name="connsiteX30890" fmla="*/ 254238 w 5799173"/>
              <a:gd name="connsiteY30890" fmla="*/ 1924839 h 5017219"/>
              <a:gd name="connsiteX30891" fmla="*/ 254238 w 5799173"/>
              <a:gd name="connsiteY30891" fmla="*/ 1923510 h 5017219"/>
              <a:gd name="connsiteX30892" fmla="*/ 263710 w 5799173"/>
              <a:gd name="connsiteY30892" fmla="*/ 1907144 h 5017219"/>
              <a:gd name="connsiteX30893" fmla="*/ 264873 w 5799173"/>
              <a:gd name="connsiteY30893" fmla="*/ 1906479 h 5017219"/>
              <a:gd name="connsiteX30894" fmla="*/ 283814 w 5799173"/>
              <a:gd name="connsiteY30894" fmla="*/ 1906479 h 5017219"/>
              <a:gd name="connsiteX30895" fmla="*/ 284978 w 5799173"/>
              <a:gd name="connsiteY30895" fmla="*/ 1907144 h 5017219"/>
              <a:gd name="connsiteX30896" fmla="*/ 294448 w 5799173"/>
              <a:gd name="connsiteY30896" fmla="*/ 1923510 h 5017219"/>
              <a:gd name="connsiteX30897" fmla="*/ 294448 w 5799173"/>
              <a:gd name="connsiteY30897" fmla="*/ 1924839 h 5017219"/>
              <a:gd name="connsiteX30898" fmla="*/ 284978 w 5799173"/>
              <a:gd name="connsiteY30898" fmla="*/ 1941206 h 5017219"/>
              <a:gd name="connsiteX30899" fmla="*/ 283814 w 5799173"/>
              <a:gd name="connsiteY30899" fmla="*/ 1941871 h 5017219"/>
              <a:gd name="connsiteX30900" fmla="*/ 2250935 w 5799173"/>
              <a:gd name="connsiteY30900" fmla="*/ 2474140 h 5017219"/>
              <a:gd name="connsiteX30901" fmla="*/ 2249772 w 5799173"/>
              <a:gd name="connsiteY30901" fmla="*/ 2473475 h 5017219"/>
              <a:gd name="connsiteX30902" fmla="*/ 2240301 w 5799173"/>
              <a:gd name="connsiteY30902" fmla="*/ 2457026 h 5017219"/>
              <a:gd name="connsiteX30903" fmla="*/ 2240301 w 5799173"/>
              <a:gd name="connsiteY30903" fmla="*/ 2455697 h 5017219"/>
              <a:gd name="connsiteX30904" fmla="*/ 2249855 w 5799173"/>
              <a:gd name="connsiteY30904" fmla="*/ 2439247 h 5017219"/>
              <a:gd name="connsiteX30905" fmla="*/ 2251017 w 5799173"/>
              <a:gd name="connsiteY30905" fmla="*/ 2438582 h 5017219"/>
              <a:gd name="connsiteX30906" fmla="*/ 2270043 w 5799173"/>
              <a:gd name="connsiteY30906" fmla="*/ 2438582 h 5017219"/>
              <a:gd name="connsiteX30907" fmla="*/ 2271206 w 5799173"/>
              <a:gd name="connsiteY30907" fmla="*/ 2439247 h 5017219"/>
              <a:gd name="connsiteX30908" fmla="*/ 2280676 w 5799173"/>
              <a:gd name="connsiteY30908" fmla="*/ 2455697 h 5017219"/>
              <a:gd name="connsiteX30909" fmla="*/ 2280676 w 5799173"/>
              <a:gd name="connsiteY30909" fmla="*/ 2457026 h 5017219"/>
              <a:gd name="connsiteX30910" fmla="*/ 2271123 w 5799173"/>
              <a:gd name="connsiteY30910" fmla="*/ 2473475 h 5017219"/>
              <a:gd name="connsiteX30911" fmla="*/ 2269960 w 5799173"/>
              <a:gd name="connsiteY30911" fmla="*/ 2474140 h 5017219"/>
              <a:gd name="connsiteX30912" fmla="*/ 204582 w 5799173"/>
              <a:gd name="connsiteY30912" fmla="*/ 1925991 h 5017219"/>
              <a:gd name="connsiteX30913" fmla="*/ 203419 w 5799173"/>
              <a:gd name="connsiteY30913" fmla="*/ 1925326 h 5017219"/>
              <a:gd name="connsiteX30914" fmla="*/ 193865 w 5799173"/>
              <a:gd name="connsiteY30914" fmla="*/ 1908794 h 5017219"/>
              <a:gd name="connsiteX30915" fmla="*/ 193865 w 5799173"/>
              <a:gd name="connsiteY30915" fmla="*/ 1907464 h 5017219"/>
              <a:gd name="connsiteX30916" fmla="*/ 203419 w 5799173"/>
              <a:gd name="connsiteY30916" fmla="*/ 1890931 h 5017219"/>
              <a:gd name="connsiteX30917" fmla="*/ 204582 w 5799173"/>
              <a:gd name="connsiteY30917" fmla="*/ 1890267 h 5017219"/>
              <a:gd name="connsiteX30918" fmla="*/ 223689 w 5799173"/>
              <a:gd name="connsiteY30918" fmla="*/ 1890266 h 5017219"/>
              <a:gd name="connsiteX30919" fmla="*/ 224853 w 5799173"/>
              <a:gd name="connsiteY30919" fmla="*/ 1890931 h 5017219"/>
              <a:gd name="connsiteX30920" fmla="*/ 234407 w 5799173"/>
              <a:gd name="connsiteY30920" fmla="*/ 1907463 h 5017219"/>
              <a:gd name="connsiteX30921" fmla="*/ 234407 w 5799173"/>
              <a:gd name="connsiteY30921" fmla="*/ 1908793 h 5017219"/>
              <a:gd name="connsiteX30922" fmla="*/ 224853 w 5799173"/>
              <a:gd name="connsiteY30922" fmla="*/ 1925326 h 5017219"/>
              <a:gd name="connsiteX30923" fmla="*/ 223689 w 5799173"/>
              <a:gd name="connsiteY30923" fmla="*/ 1925990 h 5017219"/>
              <a:gd name="connsiteX30924" fmla="*/ 3153624 w 5799173"/>
              <a:gd name="connsiteY30924" fmla="*/ 2716278 h 5017219"/>
              <a:gd name="connsiteX30925" fmla="*/ 3152461 w 5799173"/>
              <a:gd name="connsiteY30925" fmla="*/ 2715614 h 5017219"/>
              <a:gd name="connsiteX30926" fmla="*/ 3142824 w 5799173"/>
              <a:gd name="connsiteY30926" fmla="*/ 2698998 h 5017219"/>
              <a:gd name="connsiteX30927" fmla="*/ 3142824 w 5799173"/>
              <a:gd name="connsiteY30927" fmla="*/ 2697669 h 5017219"/>
              <a:gd name="connsiteX30928" fmla="*/ 3152461 w 5799173"/>
              <a:gd name="connsiteY30928" fmla="*/ 2681053 h 5017219"/>
              <a:gd name="connsiteX30929" fmla="*/ 3153624 w 5799173"/>
              <a:gd name="connsiteY30929" fmla="*/ 2680388 h 5017219"/>
              <a:gd name="connsiteX30930" fmla="*/ 3172816 w 5799173"/>
              <a:gd name="connsiteY30930" fmla="*/ 2680388 h 5017219"/>
              <a:gd name="connsiteX30931" fmla="*/ 3173979 w 5799173"/>
              <a:gd name="connsiteY30931" fmla="*/ 2681053 h 5017219"/>
              <a:gd name="connsiteX30932" fmla="*/ 3183616 w 5799173"/>
              <a:gd name="connsiteY30932" fmla="*/ 2697669 h 5017219"/>
              <a:gd name="connsiteX30933" fmla="*/ 3183616 w 5799173"/>
              <a:gd name="connsiteY30933" fmla="*/ 2698998 h 5017219"/>
              <a:gd name="connsiteX30934" fmla="*/ 3173979 w 5799173"/>
              <a:gd name="connsiteY30934" fmla="*/ 2715614 h 5017219"/>
              <a:gd name="connsiteX30935" fmla="*/ 3172816 w 5799173"/>
              <a:gd name="connsiteY30935" fmla="*/ 2716278 h 5017219"/>
              <a:gd name="connsiteX30936" fmla="*/ 4236974 w 5799173"/>
              <a:gd name="connsiteY30936" fmla="*/ 3006666 h 5017219"/>
              <a:gd name="connsiteX30937" fmla="*/ 4235811 w 5799173"/>
              <a:gd name="connsiteY30937" fmla="*/ 3006002 h 5017219"/>
              <a:gd name="connsiteX30938" fmla="*/ 4226174 w 5799173"/>
              <a:gd name="connsiteY30938" fmla="*/ 2989303 h 5017219"/>
              <a:gd name="connsiteX30939" fmla="*/ 4226174 w 5799173"/>
              <a:gd name="connsiteY30939" fmla="*/ 2987974 h 5017219"/>
              <a:gd name="connsiteX30940" fmla="*/ 4235811 w 5799173"/>
              <a:gd name="connsiteY30940" fmla="*/ 2971275 h 5017219"/>
              <a:gd name="connsiteX30941" fmla="*/ 4236974 w 5799173"/>
              <a:gd name="connsiteY30941" fmla="*/ 2970610 h 5017219"/>
              <a:gd name="connsiteX30942" fmla="*/ 4256332 w 5799173"/>
              <a:gd name="connsiteY30942" fmla="*/ 2970610 h 5017219"/>
              <a:gd name="connsiteX30943" fmla="*/ 4257495 w 5799173"/>
              <a:gd name="connsiteY30943" fmla="*/ 2971275 h 5017219"/>
              <a:gd name="connsiteX30944" fmla="*/ 4267132 w 5799173"/>
              <a:gd name="connsiteY30944" fmla="*/ 2987974 h 5017219"/>
              <a:gd name="connsiteX30945" fmla="*/ 4267132 w 5799173"/>
              <a:gd name="connsiteY30945" fmla="*/ 2989303 h 5017219"/>
              <a:gd name="connsiteX30946" fmla="*/ 4257495 w 5799173"/>
              <a:gd name="connsiteY30946" fmla="*/ 3006002 h 5017219"/>
              <a:gd name="connsiteX30947" fmla="*/ 4256332 w 5799173"/>
              <a:gd name="connsiteY30947" fmla="*/ 3006666 h 5017219"/>
              <a:gd name="connsiteX30948" fmla="*/ 2130405 w 5799173"/>
              <a:gd name="connsiteY30948" fmla="*/ 2442304 h 5017219"/>
              <a:gd name="connsiteX30949" fmla="*/ 2129243 w 5799173"/>
              <a:gd name="connsiteY30949" fmla="*/ 2441639 h 5017219"/>
              <a:gd name="connsiteX30950" fmla="*/ 2119523 w 5799173"/>
              <a:gd name="connsiteY30950" fmla="*/ 2424774 h 5017219"/>
              <a:gd name="connsiteX30951" fmla="*/ 2119523 w 5799173"/>
              <a:gd name="connsiteY30951" fmla="*/ 2423362 h 5017219"/>
              <a:gd name="connsiteX30952" fmla="*/ 2129243 w 5799173"/>
              <a:gd name="connsiteY30952" fmla="*/ 2406497 h 5017219"/>
              <a:gd name="connsiteX30953" fmla="*/ 2130406 w 5799173"/>
              <a:gd name="connsiteY30953" fmla="*/ 2405832 h 5017219"/>
              <a:gd name="connsiteX30954" fmla="*/ 2149847 w 5799173"/>
              <a:gd name="connsiteY30954" fmla="*/ 2405832 h 5017219"/>
              <a:gd name="connsiteX30955" fmla="*/ 2151010 w 5799173"/>
              <a:gd name="connsiteY30955" fmla="*/ 2406497 h 5017219"/>
              <a:gd name="connsiteX30956" fmla="*/ 2160730 w 5799173"/>
              <a:gd name="connsiteY30956" fmla="*/ 2423362 h 5017219"/>
              <a:gd name="connsiteX30957" fmla="*/ 2160730 w 5799173"/>
              <a:gd name="connsiteY30957" fmla="*/ 2424774 h 5017219"/>
              <a:gd name="connsiteX30958" fmla="*/ 2151010 w 5799173"/>
              <a:gd name="connsiteY30958" fmla="*/ 2441639 h 5017219"/>
              <a:gd name="connsiteX30959" fmla="*/ 2149846 w 5799173"/>
              <a:gd name="connsiteY30959" fmla="*/ 2442304 h 5017219"/>
              <a:gd name="connsiteX30960" fmla="*/ 384821 w 5799173"/>
              <a:gd name="connsiteY30960" fmla="*/ 1974943 h 5017219"/>
              <a:gd name="connsiteX30961" fmla="*/ 383573 w 5799173"/>
              <a:gd name="connsiteY30961" fmla="*/ 1974279 h 5017219"/>
              <a:gd name="connsiteX30962" fmla="*/ 373688 w 5799173"/>
              <a:gd name="connsiteY30962" fmla="*/ 1957164 h 5017219"/>
              <a:gd name="connsiteX30963" fmla="*/ 373688 w 5799173"/>
              <a:gd name="connsiteY30963" fmla="*/ 1955752 h 5017219"/>
              <a:gd name="connsiteX30964" fmla="*/ 383574 w 5799173"/>
              <a:gd name="connsiteY30964" fmla="*/ 1938638 h 5017219"/>
              <a:gd name="connsiteX30965" fmla="*/ 384821 w 5799173"/>
              <a:gd name="connsiteY30965" fmla="*/ 1937973 h 5017219"/>
              <a:gd name="connsiteX30966" fmla="*/ 404510 w 5799173"/>
              <a:gd name="connsiteY30966" fmla="*/ 1937973 h 5017219"/>
              <a:gd name="connsiteX30967" fmla="*/ 405757 w 5799173"/>
              <a:gd name="connsiteY30967" fmla="*/ 1938638 h 5017219"/>
              <a:gd name="connsiteX30968" fmla="*/ 415642 w 5799173"/>
              <a:gd name="connsiteY30968" fmla="*/ 1955752 h 5017219"/>
              <a:gd name="connsiteX30969" fmla="*/ 415643 w 5799173"/>
              <a:gd name="connsiteY30969" fmla="*/ 1957164 h 5017219"/>
              <a:gd name="connsiteX30970" fmla="*/ 405756 w 5799173"/>
              <a:gd name="connsiteY30970" fmla="*/ 1974279 h 5017219"/>
              <a:gd name="connsiteX30971" fmla="*/ 404510 w 5799173"/>
              <a:gd name="connsiteY30971" fmla="*/ 1974943 h 5017219"/>
              <a:gd name="connsiteX30972" fmla="*/ 324550 w 5799173"/>
              <a:gd name="connsiteY30972" fmla="*/ 1958993 h 5017219"/>
              <a:gd name="connsiteX30973" fmla="*/ 323304 w 5799173"/>
              <a:gd name="connsiteY30973" fmla="*/ 1958329 h 5017219"/>
              <a:gd name="connsiteX30974" fmla="*/ 313334 w 5799173"/>
              <a:gd name="connsiteY30974" fmla="*/ 1941048 h 5017219"/>
              <a:gd name="connsiteX30975" fmla="*/ 313333 w 5799173"/>
              <a:gd name="connsiteY30975" fmla="*/ 1939636 h 5017219"/>
              <a:gd name="connsiteX30976" fmla="*/ 323303 w 5799173"/>
              <a:gd name="connsiteY30976" fmla="*/ 1922356 h 5017219"/>
              <a:gd name="connsiteX30977" fmla="*/ 324549 w 5799173"/>
              <a:gd name="connsiteY30977" fmla="*/ 1921691 h 5017219"/>
              <a:gd name="connsiteX30978" fmla="*/ 344488 w 5799173"/>
              <a:gd name="connsiteY30978" fmla="*/ 1921690 h 5017219"/>
              <a:gd name="connsiteX30979" fmla="*/ 345735 w 5799173"/>
              <a:gd name="connsiteY30979" fmla="*/ 1922356 h 5017219"/>
              <a:gd name="connsiteX30980" fmla="*/ 355703 w 5799173"/>
              <a:gd name="connsiteY30980" fmla="*/ 1939635 h 5017219"/>
              <a:gd name="connsiteX30981" fmla="*/ 355704 w 5799173"/>
              <a:gd name="connsiteY30981" fmla="*/ 1941047 h 5017219"/>
              <a:gd name="connsiteX30982" fmla="*/ 345734 w 5799173"/>
              <a:gd name="connsiteY30982" fmla="*/ 1958329 h 5017219"/>
              <a:gd name="connsiteX30983" fmla="*/ 344489 w 5799173"/>
              <a:gd name="connsiteY30983" fmla="*/ 1958993 h 5017219"/>
              <a:gd name="connsiteX30984" fmla="*/ 1106970 w 5799173"/>
              <a:gd name="connsiteY30984" fmla="*/ 2168642 h 5017219"/>
              <a:gd name="connsiteX30985" fmla="*/ 1105724 w 5799173"/>
              <a:gd name="connsiteY30985" fmla="*/ 2167977 h 5017219"/>
              <a:gd name="connsiteX30986" fmla="*/ 1095754 w 5799173"/>
              <a:gd name="connsiteY30986" fmla="*/ 2150696 h 5017219"/>
              <a:gd name="connsiteX30987" fmla="*/ 1095754 w 5799173"/>
              <a:gd name="connsiteY30987" fmla="*/ 2149285 h 5017219"/>
              <a:gd name="connsiteX30988" fmla="*/ 1105724 w 5799173"/>
              <a:gd name="connsiteY30988" fmla="*/ 2132004 h 5017219"/>
              <a:gd name="connsiteX30989" fmla="*/ 1106970 w 5799173"/>
              <a:gd name="connsiteY30989" fmla="*/ 2131340 h 5017219"/>
              <a:gd name="connsiteX30990" fmla="*/ 1126909 w 5799173"/>
              <a:gd name="connsiteY30990" fmla="*/ 2131339 h 5017219"/>
              <a:gd name="connsiteX30991" fmla="*/ 1128154 w 5799173"/>
              <a:gd name="connsiteY30991" fmla="*/ 2132004 h 5017219"/>
              <a:gd name="connsiteX30992" fmla="*/ 1138124 w 5799173"/>
              <a:gd name="connsiteY30992" fmla="*/ 2149284 h 5017219"/>
              <a:gd name="connsiteX30993" fmla="*/ 1138124 w 5799173"/>
              <a:gd name="connsiteY30993" fmla="*/ 2150696 h 5017219"/>
              <a:gd name="connsiteX30994" fmla="*/ 1128154 w 5799173"/>
              <a:gd name="connsiteY30994" fmla="*/ 2167977 h 5017219"/>
              <a:gd name="connsiteX30995" fmla="*/ 1126909 w 5799173"/>
              <a:gd name="connsiteY30995" fmla="*/ 2168641 h 5017219"/>
              <a:gd name="connsiteX30996" fmla="*/ 2611625 w 5799173"/>
              <a:gd name="connsiteY30996" fmla="*/ 2571813 h 5017219"/>
              <a:gd name="connsiteX30997" fmla="*/ 2610379 w 5799173"/>
              <a:gd name="connsiteY30997" fmla="*/ 2571149 h 5017219"/>
              <a:gd name="connsiteX30998" fmla="*/ 2600410 w 5799173"/>
              <a:gd name="connsiteY30998" fmla="*/ 2553868 h 5017219"/>
              <a:gd name="connsiteX30999" fmla="*/ 2600410 w 5799173"/>
              <a:gd name="connsiteY30999" fmla="*/ 2552456 h 5017219"/>
              <a:gd name="connsiteX31000" fmla="*/ 2610379 w 5799173"/>
              <a:gd name="connsiteY31000" fmla="*/ 2535176 h 5017219"/>
              <a:gd name="connsiteX31001" fmla="*/ 2611625 w 5799173"/>
              <a:gd name="connsiteY31001" fmla="*/ 2534511 h 5017219"/>
              <a:gd name="connsiteX31002" fmla="*/ 2631565 w 5799173"/>
              <a:gd name="connsiteY31002" fmla="*/ 2534511 h 5017219"/>
              <a:gd name="connsiteX31003" fmla="*/ 2632811 w 5799173"/>
              <a:gd name="connsiteY31003" fmla="*/ 2535176 h 5017219"/>
              <a:gd name="connsiteX31004" fmla="*/ 2642780 w 5799173"/>
              <a:gd name="connsiteY31004" fmla="*/ 2552456 h 5017219"/>
              <a:gd name="connsiteX31005" fmla="*/ 2642780 w 5799173"/>
              <a:gd name="connsiteY31005" fmla="*/ 2553868 h 5017219"/>
              <a:gd name="connsiteX31006" fmla="*/ 2632811 w 5799173"/>
              <a:gd name="connsiteY31006" fmla="*/ 2571149 h 5017219"/>
              <a:gd name="connsiteX31007" fmla="*/ 2631565 w 5799173"/>
              <a:gd name="connsiteY31007" fmla="*/ 2571813 h 5017219"/>
              <a:gd name="connsiteX31008" fmla="*/ 444860 w 5799173"/>
              <a:gd name="connsiteY31008" fmla="*/ 1991333 h 5017219"/>
              <a:gd name="connsiteX31009" fmla="*/ 443614 w 5799173"/>
              <a:gd name="connsiteY31009" fmla="*/ 1990585 h 5017219"/>
              <a:gd name="connsiteX31010" fmla="*/ 433644 w 5799173"/>
              <a:gd name="connsiteY31010" fmla="*/ 1973222 h 5017219"/>
              <a:gd name="connsiteX31011" fmla="*/ 433644 w 5799173"/>
              <a:gd name="connsiteY31011" fmla="*/ 1971809 h 5017219"/>
              <a:gd name="connsiteX31012" fmla="*/ 443697 w 5799173"/>
              <a:gd name="connsiteY31012" fmla="*/ 1954446 h 5017219"/>
              <a:gd name="connsiteX31013" fmla="*/ 444942 w 5799173"/>
              <a:gd name="connsiteY31013" fmla="*/ 1953698 h 5017219"/>
              <a:gd name="connsiteX31014" fmla="*/ 464964 w 5799173"/>
              <a:gd name="connsiteY31014" fmla="*/ 1953698 h 5017219"/>
              <a:gd name="connsiteX31015" fmla="*/ 466210 w 5799173"/>
              <a:gd name="connsiteY31015" fmla="*/ 1954446 h 5017219"/>
              <a:gd name="connsiteX31016" fmla="*/ 476181 w 5799173"/>
              <a:gd name="connsiteY31016" fmla="*/ 1971809 h 5017219"/>
              <a:gd name="connsiteX31017" fmla="*/ 476180 w 5799173"/>
              <a:gd name="connsiteY31017" fmla="*/ 1973222 h 5017219"/>
              <a:gd name="connsiteX31018" fmla="*/ 466128 w 5799173"/>
              <a:gd name="connsiteY31018" fmla="*/ 1990585 h 5017219"/>
              <a:gd name="connsiteX31019" fmla="*/ 464882 w 5799173"/>
              <a:gd name="connsiteY31019" fmla="*/ 1991333 h 5017219"/>
              <a:gd name="connsiteX31020" fmla="*/ 1046722 w 5799173"/>
              <a:gd name="connsiteY31020" fmla="*/ 2152602 h 5017219"/>
              <a:gd name="connsiteX31021" fmla="*/ 1045476 w 5799173"/>
              <a:gd name="connsiteY31021" fmla="*/ 2151854 h 5017219"/>
              <a:gd name="connsiteX31022" fmla="*/ 1035506 w 5799173"/>
              <a:gd name="connsiteY31022" fmla="*/ 2134490 h 5017219"/>
              <a:gd name="connsiteX31023" fmla="*/ 1035506 w 5799173"/>
              <a:gd name="connsiteY31023" fmla="*/ 2133077 h 5017219"/>
              <a:gd name="connsiteX31024" fmla="*/ 1045559 w 5799173"/>
              <a:gd name="connsiteY31024" fmla="*/ 2115714 h 5017219"/>
              <a:gd name="connsiteX31025" fmla="*/ 1046805 w 5799173"/>
              <a:gd name="connsiteY31025" fmla="*/ 2114966 h 5017219"/>
              <a:gd name="connsiteX31026" fmla="*/ 1066828 w 5799173"/>
              <a:gd name="connsiteY31026" fmla="*/ 2114967 h 5017219"/>
              <a:gd name="connsiteX31027" fmla="*/ 1068073 w 5799173"/>
              <a:gd name="connsiteY31027" fmla="*/ 2115714 h 5017219"/>
              <a:gd name="connsiteX31028" fmla="*/ 1078043 w 5799173"/>
              <a:gd name="connsiteY31028" fmla="*/ 2133078 h 5017219"/>
              <a:gd name="connsiteX31029" fmla="*/ 1078044 w 5799173"/>
              <a:gd name="connsiteY31029" fmla="*/ 2134490 h 5017219"/>
              <a:gd name="connsiteX31030" fmla="*/ 1067990 w 5799173"/>
              <a:gd name="connsiteY31030" fmla="*/ 2151853 h 5017219"/>
              <a:gd name="connsiteX31031" fmla="*/ 1066744 w 5799173"/>
              <a:gd name="connsiteY31031" fmla="*/ 2152601 h 5017219"/>
              <a:gd name="connsiteX31032" fmla="*/ 3694917 w 5799173"/>
              <a:gd name="connsiteY31032" fmla="*/ 2862183 h 5017219"/>
              <a:gd name="connsiteX31033" fmla="*/ 3693671 w 5799173"/>
              <a:gd name="connsiteY31033" fmla="*/ 2861435 h 5017219"/>
              <a:gd name="connsiteX31034" fmla="*/ 3683701 w 5799173"/>
              <a:gd name="connsiteY31034" fmla="*/ 2844072 h 5017219"/>
              <a:gd name="connsiteX31035" fmla="*/ 3683701 w 5799173"/>
              <a:gd name="connsiteY31035" fmla="*/ 2842659 h 5017219"/>
              <a:gd name="connsiteX31036" fmla="*/ 3693753 w 5799173"/>
              <a:gd name="connsiteY31036" fmla="*/ 2825296 h 5017219"/>
              <a:gd name="connsiteX31037" fmla="*/ 3695000 w 5799173"/>
              <a:gd name="connsiteY31037" fmla="*/ 2824548 h 5017219"/>
              <a:gd name="connsiteX31038" fmla="*/ 3715022 w 5799173"/>
              <a:gd name="connsiteY31038" fmla="*/ 2824548 h 5017219"/>
              <a:gd name="connsiteX31039" fmla="*/ 3716268 w 5799173"/>
              <a:gd name="connsiteY31039" fmla="*/ 2825296 h 5017219"/>
              <a:gd name="connsiteX31040" fmla="*/ 3726237 w 5799173"/>
              <a:gd name="connsiteY31040" fmla="*/ 2842659 h 5017219"/>
              <a:gd name="connsiteX31041" fmla="*/ 3726237 w 5799173"/>
              <a:gd name="connsiteY31041" fmla="*/ 2844072 h 5017219"/>
              <a:gd name="connsiteX31042" fmla="*/ 3716185 w 5799173"/>
              <a:gd name="connsiteY31042" fmla="*/ 2861435 h 5017219"/>
              <a:gd name="connsiteX31043" fmla="*/ 3714939 w 5799173"/>
              <a:gd name="connsiteY31043" fmla="*/ 2862183 h 5017219"/>
              <a:gd name="connsiteX31044" fmla="*/ 3574544 w 5799173"/>
              <a:gd name="connsiteY31044" fmla="*/ 2830012 h 5017219"/>
              <a:gd name="connsiteX31045" fmla="*/ 3573299 w 5799173"/>
              <a:gd name="connsiteY31045" fmla="*/ 2829264 h 5017219"/>
              <a:gd name="connsiteX31046" fmla="*/ 3563245 w 5799173"/>
              <a:gd name="connsiteY31046" fmla="*/ 2811818 h 5017219"/>
              <a:gd name="connsiteX31047" fmla="*/ 3563246 w 5799173"/>
              <a:gd name="connsiteY31047" fmla="*/ 2810405 h 5017219"/>
              <a:gd name="connsiteX31048" fmla="*/ 3573298 w 5799173"/>
              <a:gd name="connsiteY31048" fmla="*/ 2792960 h 5017219"/>
              <a:gd name="connsiteX31049" fmla="*/ 3574545 w 5799173"/>
              <a:gd name="connsiteY31049" fmla="*/ 2792212 h 5017219"/>
              <a:gd name="connsiteX31050" fmla="*/ 3594650 w 5799173"/>
              <a:gd name="connsiteY31050" fmla="*/ 2792211 h 5017219"/>
              <a:gd name="connsiteX31051" fmla="*/ 3595896 w 5799173"/>
              <a:gd name="connsiteY31051" fmla="*/ 2792959 h 5017219"/>
              <a:gd name="connsiteX31052" fmla="*/ 3605948 w 5799173"/>
              <a:gd name="connsiteY31052" fmla="*/ 2810405 h 5017219"/>
              <a:gd name="connsiteX31053" fmla="*/ 3605948 w 5799173"/>
              <a:gd name="connsiteY31053" fmla="*/ 2811818 h 5017219"/>
              <a:gd name="connsiteX31054" fmla="*/ 3595896 w 5799173"/>
              <a:gd name="connsiteY31054" fmla="*/ 2829264 h 5017219"/>
              <a:gd name="connsiteX31055" fmla="*/ 3594650 w 5799173"/>
              <a:gd name="connsiteY31055" fmla="*/ 2830012 h 5017219"/>
              <a:gd name="connsiteX31056" fmla="*/ 625150 w 5799173"/>
              <a:gd name="connsiteY31056" fmla="*/ 2040199 h 5017219"/>
              <a:gd name="connsiteX31057" fmla="*/ 623903 w 5799173"/>
              <a:gd name="connsiteY31057" fmla="*/ 2039451 h 5017219"/>
              <a:gd name="connsiteX31058" fmla="*/ 613601 w 5799173"/>
              <a:gd name="connsiteY31058" fmla="*/ 2021672 h 5017219"/>
              <a:gd name="connsiteX31059" fmla="*/ 613601 w 5799173"/>
              <a:gd name="connsiteY31059" fmla="*/ 2020260 h 5017219"/>
              <a:gd name="connsiteX31060" fmla="*/ 623903 w 5799173"/>
              <a:gd name="connsiteY31060" fmla="*/ 2002481 h 5017219"/>
              <a:gd name="connsiteX31061" fmla="*/ 625149 w 5799173"/>
              <a:gd name="connsiteY31061" fmla="*/ 2001733 h 5017219"/>
              <a:gd name="connsiteX31062" fmla="*/ 645670 w 5799173"/>
              <a:gd name="connsiteY31062" fmla="*/ 2001733 h 5017219"/>
              <a:gd name="connsiteX31063" fmla="*/ 646916 w 5799173"/>
              <a:gd name="connsiteY31063" fmla="*/ 2002481 h 5017219"/>
              <a:gd name="connsiteX31064" fmla="*/ 657218 w 5799173"/>
              <a:gd name="connsiteY31064" fmla="*/ 2020260 h 5017219"/>
              <a:gd name="connsiteX31065" fmla="*/ 657218 w 5799173"/>
              <a:gd name="connsiteY31065" fmla="*/ 2021672 h 5017219"/>
              <a:gd name="connsiteX31066" fmla="*/ 646916 w 5799173"/>
              <a:gd name="connsiteY31066" fmla="*/ 2039451 h 5017219"/>
              <a:gd name="connsiteX31067" fmla="*/ 645670 w 5799173"/>
              <a:gd name="connsiteY31067" fmla="*/ 2040199 h 5017219"/>
              <a:gd name="connsiteX31068" fmla="*/ 926080 w 5799173"/>
              <a:gd name="connsiteY31068" fmla="*/ 2120833 h 5017219"/>
              <a:gd name="connsiteX31069" fmla="*/ 924834 w 5799173"/>
              <a:gd name="connsiteY31069" fmla="*/ 2120085 h 5017219"/>
              <a:gd name="connsiteX31070" fmla="*/ 914532 w 5799173"/>
              <a:gd name="connsiteY31070" fmla="*/ 2102306 h 5017219"/>
              <a:gd name="connsiteX31071" fmla="*/ 914532 w 5799173"/>
              <a:gd name="connsiteY31071" fmla="*/ 2100894 h 5017219"/>
              <a:gd name="connsiteX31072" fmla="*/ 924834 w 5799173"/>
              <a:gd name="connsiteY31072" fmla="*/ 2083115 h 5017219"/>
              <a:gd name="connsiteX31073" fmla="*/ 926081 w 5799173"/>
              <a:gd name="connsiteY31073" fmla="*/ 2082367 h 5017219"/>
              <a:gd name="connsiteX31074" fmla="*/ 946601 w 5799173"/>
              <a:gd name="connsiteY31074" fmla="*/ 2082367 h 5017219"/>
              <a:gd name="connsiteX31075" fmla="*/ 947848 w 5799173"/>
              <a:gd name="connsiteY31075" fmla="*/ 2083115 h 5017219"/>
              <a:gd name="connsiteX31076" fmla="*/ 958150 w 5799173"/>
              <a:gd name="connsiteY31076" fmla="*/ 2100894 h 5017219"/>
              <a:gd name="connsiteX31077" fmla="*/ 958149 w 5799173"/>
              <a:gd name="connsiteY31077" fmla="*/ 2102306 h 5017219"/>
              <a:gd name="connsiteX31078" fmla="*/ 947848 w 5799173"/>
              <a:gd name="connsiteY31078" fmla="*/ 2120085 h 5017219"/>
              <a:gd name="connsiteX31079" fmla="*/ 946601 w 5799173"/>
              <a:gd name="connsiteY31079" fmla="*/ 2120833 h 5017219"/>
              <a:gd name="connsiteX31080" fmla="*/ 504785 w 5799173"/>
              <a:gd name="connsiteY31080" fmla="*/ 2008051 h 5017219"/>
              <a:gd name="connsiteX31081" fmla="*/ 503538 w 5799173"/>
              <a:gd name="connsiteY31081" fmla="*/ 2007303 h 5017219"/>
              <a:gd name="connsiteX31082" fmla="*/ 493237 w 5799173"/>
              <a:gd name="connsiteY31082" fmla="*/ 1989441 h 5017219"/>
              <a:gd name="connsiteX31083" fmla="*/ 493237 w 5799173"/>
              <a:gd name="connsiteY31083" fmla="*/ 1987946 h 5017219"/>
              <a:gd name="connsiteX31084" fmla="*/ 503538 w 5799173"/>
              <a:gd name="connsiteY31084" fmla="*/ 1970084 h 5017219"/>
              <a:gd name="connsiteX31085" fmla="*/ 504784 w 5799173"/>
              <a:gd name="connsiteY31085" fmla="*/ 1969336 h 5017219"/>
              <a:gd name="connsiteX31086" fmla="*/ 525471 w 5799173"/>
              <a:gd name="connsiteY31086" fmla="*/ 1969336 h 5017219"/>
              <a:gd name="connsiteX31087" fmla="*/ 526718 w 5799173"/>
              <a:gd name="connsiteY31087" fmla="*/ 1970084 h 5017219"/>
              <a:gd name="connsiteX31088" fmla="*/ 537020 w 5799173"/>
              <a:gd name="connsiteY31088" fmla="*/ 1987946 h 5017219"/>
              <a:gd name="connsiteX31089" fmla="*/ 537020 w 5799173"/>
              <a:gd name="connsiteY31089" fmla="*/ 1989441 h 5017219"/>
              <a:gd name="connsiteX31090" fmla="*/ 526718 w 5799173"/>
              <a:gd name="connsiteY31090" fmla="*/ 2007303 h 5017219"/>
              <a:gd name="connsiteX31091" fmla="*/ 525470 w 5799173"/>
              <a:gd name="connsiteY31091" fmla="*/ 2008051 h 5017219"/>
              <a:gd name="connsiteX31092" fmla="*/ 564971 w 5799173"/>
              <a:gd name="connsiteY31092" fmla="*/ 2024178 h 5017219"/>
              <a:gd name="connsiteX31093" fmla="*/ 563725 w 5799173"/>
              <a:gd name="connsiteY31093" fmla="*/ 2023430 h 5017219"/>
              <a:gd name="connsiteX31094" fmla="*/ 553424 w 5799173"/>
              <a:gd name="connsiteY31094" fmla="*/ 2005568 h 5017219"/>
              <a:gd name="connsiteX31095" fmla="*/ 553424 w 5799173"/>
              <a:gd name="connsiteY31095" fmla="*/ 2004073 h 5017219"/>
              <a:gd name="connsiteX31096" fmla="*/ 563725 w 5799173"/>
              <a:gd name="connsiteY31096" fmla="*/ 1986211 h 5017219"/>
              <a:gd name="connsiteX31097" fmla="*/ 564971 w 5799173"/>
              <a:gd name="connsiteY31097" fmla="*/ 1985463 h 5017219"/>
              <a:gd name="connsiteX31098" fmla="*/ 585658 w 5799173"/>
              <a:gd name="connsiteY31098" fmla="*/ 1985463 h 5017219"/>
              <a:gd name="connsiteX31099" fmla="*/ 586904 w 5799173"/>
              <a:gd name="connsiteY31099" fmla="*/ 1986211 h 5017219"/>
              <a:gd name="connsiteX31100" fmla="*/ 597206 w 5799173"/>
              <a:gd name="connsiteY31100" fmla="*/ 2004073 h 5017219"/>
              <a:gd name="connsiteX31101" fmla="*/ 597206 w 5799173"/>
              <a:gd name="connsiteY31101" fmla="*/ 2005568 h 5017219"/>
              <a:gd name="connsiteX31102" fmla="*/ 586904 w 5799173"/>
              <a:gd name="connsiteY31102" fmla="*/ 2023430 h 5017219"/>
              <a:gd name="connsiteX31103" fmla="*/ 585657 w 5799173"/>
              <a:gd name="connsiteY31103" fmla="*/ 2024178 h 5017219"/>
              <a:gd name="connsiteX31104" fmla="*/ 745530 w 5799173"/>
              <a:gd name="connsiteY31104" fmla="*/ 2072559 h 5017219"/>
              <a:gd name="connsiteX31105" fmla="*/ 744283 w 5799173"/>
              <a:gd name="connsiteY31105" fmla="*/ 2071811 h 5017219"/>
              <a:gd name="connsiteX31106" fmla="*/ 733982 w 5799173"/>
              <a:gd name="connsiteY31106" fmla="*/ 2053949 h 5017219"/>
              <a:gd name="connsiteX31107" fmla="*/ 733982 w 5799173"/>
              <a:gd name="connsiteY31107" fmla="*/ 2052454 h 5017219"/>
              <a:gd name="connsiteX31108" fmla="*/ 744283 w 5799173"/>
              <a:gd name="connsiteY31108" fmla="*/ 2034592 h 5017219"/>
              <a:gd name="connsiteX31109" fmla="*/ 745529 w 5799173"/>
              <a:gd name="connsiteY31109" fmla="*/ 2033843 h 5017219"/>
              <a:gd name="connsiteX31110" fmla="*/ 766216 w 5799173"/>
              <a:gd name="connsiteY31110" fmla="*/ 2033844 h 5017219"/>
              <a:gd name="connsiteX31111" fmla="*/ 767463 w 5799173"/>
              <a:gd name="connsiteY31111" fmla="*/ 2034592 h 5017219"/>
              <a:gd name="connsiteX31112" fmla="*/ 777765 w 5799173"/>
              <a:gd name="connsiteY31112" fmla="*/ 2052454 h 5017219"/>
              <a:gd name="connsiteX31113" fmla="*/ 777765 w 5799173"/>
              <a:gd name="connsiteY31113" fmla="*/ 2053949 h 5017219"/>
              <a:gd name="connsiteX31114" fmla="*/ 767463 w 5799173"/>
              <a:gd name="connsiteY31114" fmla="*/ 2071811 h 5017219"/>
              <a:gd name="connsiteX31115" fmla="*/ 766216 w 5799173"/>
              <a:gd name="connsiteY31115" fmla="*/ 2072559 h 5017219"/>
              <a:gd name="connsiteX31116" fmla="*/ 805716 w 5799173"/>
              <a:gd name="connsiteY31116" fmla="*/ 2088685 h 5017219"/>
              <a:gd name="connsiteX31117" fmla="*/ 804469 w 5799173"/>
              <a:gd name="connsiteY31117" fmla="*/ 2087937 h 5017219"/>
              <a:gd name="connsiteX31118" fmla="*/ 794168 w 5799173"/>
              <a:gd name="connsiteY31118" fmla="*/ 2070075 h 5017219"/>
              <a:gd name="connsiteX31119" fmla="*/ 794168 w 5799173"/>
              <a:gd name="connsiteY31119" fmla="*/ 2068581 h 5017219"/>
              <a:gd name="connsiteX31120" fmla="*/ 804469 w 5799173"/>
              <a:gd name="connsiteY31120" fmla="*/ 2050718 h 5017219"/>
              <a:gd name="connsiteX31121" fmla="*/ 805715 w 5799173"/>
              <a:gd name="connsiteY31121" fmla="*/ 2049970 h 5017219"/>
              <a:gd name="connsiteX31122" fmla="*/ 826402 w 5799173"/>
              <a:gd name="connsiteY31122" fmla="*/ 2049970 h 5017219"/>
              <a:gd name="connsiteX31123" fmla="*/ 827649 w 5799173"/>
              <a:gd name="connsiteY31123" fmla="*/ 2050718 h 5017219"/>
              <a:gd name="connsiteX31124" fmla="*/ 837951 w 5799173"/>
              <a:gd name="connsiteY31124" fmla="*/ 2068581 h 5017219"/>
              <a:gd name="connsiteX31125" fmla="*/ 837951 w 5799173"/>
              <a:gd name="connsiteY31125" fmla="*/ 2070076 h 5017219"/>
              <a:gd name="connsiteX31126" fmla="*/ 827649 w 5799173"/>
              <a:gd name="connsiteY31126" fmla="*/ 2087938 h 5017219"/>
              <a:gd name="connsiteX31127" fmla="*/ 826402 w 5799173"/>
              <a:gd name="connsiteY31127" fmla="*/ 2088686 h 5017219"/>
              <a:gd name="connsiteX31128" fmla="*/ 3393642 w 5799173"/>
              <a:gd name="connsiteY31128" fmla="*/ 2782212 h 5017219"/>
              <a:gd name="connsiteX31129" fmla="*/ 3392396 w 5799173"/>
              <a:gd name="connsiteY31129" fmla="*/ 2781464 h 5017219"/>
              <a:gd name="connsiteX31130" fmla="*/ 3382011 w 5799173"/>
              <a:gd name="connsiteY31130" fmla="*/ 2763519 h 5017219"/>
              <a:gd name="connsiteX31131" fmla="*/ 3382011 w 5799173"/>
              <a:gd name="connsiteY31131" fmla="*/ 2762024 h 5017219"/>
              <a:gd name="connsiteX31132" fmla="*/ 3392396 w 5799173"/>
              <a:gd name="connsiteY31132" fmla="*/ 2744079 h 5017219"/>
              <a:gd name="connsiteX31133" fmla="*/ 3393642 w 5799173"/>
              <a:gd name="connsiteY31133" fmla="*/ 2743331 h 5017219"/>
              <a:gd name="connsiteX31134" fmla="*/ 3414412 w 5799173"/>
              <a:gd name="connsiteY31134" fmla="*/ 2743331 h 5017219"/>
              <a:gd name="connsiteX31135" fmla="*/ 3415658 w 5799173"/>
              <a:gd name="connsiteY31135" fmla="*/ 2744079 h 5017219"/>
              <a:gd name="connsiteX31136" fmla="*/ 3426043 w 5799173"/>
              <a:gd name="connsiteY31136" fmla="*/ 2762024 h 5017219"/>
              <a:gd name="connsiteX31137" fmla="*/ 3426043 w 5799173"/>
              <a:gd name="connsiteY31137" fmla="*/ 2763519 h 5017219"/>
              <a:gd name="connsiteX31138" fmla="*/ 3415658 w 5799173"/>
              <a:gd name="connsiteY31138" fmla="*/ 2781464 h 5017219"/>
              <a:gd name="connsiteX31139" fmla="*/ 3414412 w 5799173"/>
              <a:gd name="connsiteY31139" fmla="*/ 2782212 h 5017219"/>
              <a:gd name="connsiteX31140" fmla="*/ 3453829 w 5799173"/>
              <a:gd name="connsiteY31140" fmla="*/ 2798339 h 5017219"/>
              <a:gd name="connsiteX31141" fmla="*/ 3452583 w 5799173"/>
              <a:gd name="connsiteY31141" fmla="*/ 2797591 h 5017219"/>
              <a:gd name="connsiteX31142" fmla="*/ 3442198 w 5799173"/>
              <a:gd name="connsiteY31142" fmla="*/ 2779646 h 5017219"/>
              <a:gd name="connsiteX31143" fmla="*/ 3442198 w 5799173"/>
              <a:gd name="connsiteY31143" fmla="*/ 2778151 h 5017219"/>
              <a:gd name="connsiteX31144" fmla="*/ 3452583 w 5799173"/>
              <a:gd name="connsiteY31144" fmla="*/ 2760206 h 5017219"/>
              <a:gd name="connsiteX31145" fmla="*/ 3453829 w 5799173"/>
              <a:gd name="connsiteY31145" fmla="*/ 2759458 h 5017219"/>
              <a:gd name="connsiteX31146" fmla="*/ 3474599 w 5799173"/>
              <a:gd name="connsiteY31146" fmla="*/ 2759458 h 5017219"/>
              <a:gd name="connsiteX31147" fmla="*/ 3475845 w 5799173"/>
              <a:gd name="connsiteY31147" fmla="*/ 2760206 h 5017219"/>
              <a:gd name="connsiteX31148" fmla="*/ 3486230 w 5799173"/>
              <a:gd name="connsiteY31148" fmla="*/ 2778151 h 5017219"/>
              <a:gd name="connsiteX31149" fmla="*/ 3486230 w 5799173"/>
              <a:gd name="connsiteY31149" fmla="*/ 2779646 h 5017219"/>
              <a:gd name="connsiteX31150" fmla="*/ 3475845 w 5799173"/>
              <a:gd name="connsiteY31150" fmla="*/ 2797591 h 5017219"/>
              <a:gd name="connsiteX31151" fmla="*/ 3474599 w 5799173"/>
              <a:gd name="connsiteY31151" fmla="*/ 2798339 h 5017219"/>
              <a:gd name="connsiteX31152" fmla="*/ 865738 w 5799173"/>
              <a:gd name="connsiteY31152" fmla="*/ 2104967 h 5017219"/>
              <a:gd name="connsiteX31153" fmla="*/ 864492 w 5799173"/>
              <a:gd name="connsiteY31153" fmla="*/ 2104220 h 5017219"/>
              <a:gd name="connsiteX31154" fmla="*/ 854107 w 5799173"/>
              <a:gd name="connsiteY31154" fmla="*/ 2086191 h 5017219"/>
              <a:gd name="connsiteX31155" fmla="*/ 854107 w 5799173"/>
              <a:gd name="connsiteY31155" fmla="*/ 2084696 h 5017219"/>
              <a:gd name="connsiteX31156" fmla="*/ 864575 w 5799173"/>
              <a:gd name="connsiteY31156" fmla="*/ 2066668 h 5017219"/>
              <a:gd name="connsiteX31157" fmla="*/ 865821 w 5799173"/>
              <a:gd name="connsiteY31157" fmla="*/ 2065920 h 5017219"/>
              <a:gd name="connsiteX31158" fmla="*/ 886674 w 5799173"/>
              <a:gd name="connsiteY31158" fmla="*/ 2065920 h 5017219"/>
              <a:gd name="connsiteX31159" fmla="*/ 887920 w 5799173"/>
              <a:gd name="connsiteY31159" fmla="*/ 2066668 h 5017219"/>
              <a:gd name="connsiteX31160" fmla="*/ 898305 w 5799173"/>
              <a:gd name="connsiteY31160" fmla="*/ 2084696 h 5017219"/>
              <a:gd name="connsiteX31161" fmla="*/ 898305 w 5799173"/>
              <a:gd name="connsiteY31161" fmla="*/ 2086191 h 5017219"/>
              <a:gd name="connsiteX31162" fmla="*/ 887837 w 5799173"/>
              <a:gd name="connsiteY31162" fmla="*/ 2104220 h 5017219"/>
              <a:gd name="connsiteX31163" fmla="*/ 886591 w 5799173"/>
              <a:gd name="connsiteY31163" fmla="*/ 2104967 h 5017219"/>
              <a:gd name="connsiteX31164" fmla="*/ 986109 w 5799173"/>
              <a:gd name="connsiteY31164" fmla="*/ 2137220 h 5017219"/>
              <a:gd name="connsiteX31165" fmla="*/ 984864 w 5799173"/>
              <a:gd name="connsiteY31165" fmla="*/ 2136473 h 5017219"/>
              <a:gd name="connsiteX31166" fmla="*/ 974479 w 5799173"/>
              <a:gd name="connsiteY31166" fmla="*/ 2118444 h 5017219"/>
              <a:gd name="connsiteX31167" fmla="*/ 974479 w 5799173"/>
              <a:gd name="connsiteY31167" fmla="*/ 2116949 h 5017219"/>
              <a:gd name="connsiteX31168" fmla="*/ 984947 w 5799173"/>
              <a:gd name="connsiteY31168" fmla="*/ 2098921 h 5017219"/>
              <a:gd name="connsiteX31169" fmla="*/ 986193 w 5799173"/>
              <a:gd name="connsiteY31169" fmla="*/ 2098173 h 5017219"/>
              <a:gd name="connsiteX31170" fmla="*/ 1007045 w 5799173"/>
              <a:gd name="connsiteY31170" fmla="*/ 2098173 h 5017219"/>
              <a:gd name="connsiteX31171" fmla="*/ 1008292 w 5799173"/>
              <a:gd name="connsiteY31171" fmla="*/ 2098921 h 5017219"/>
              <a:gd name="connsiteX31172" fmla="*/ 1018677 w 5799173"/>
              <a:gd name="connsiteY31172" fmla="*/ 2116949 h 5017219"/>
              <a:gd name="connsiteX31173" fmla="*/ 1018677 w 5799173"/>
              <a:gd name="connsiteY31173" fmla="*/ 2118444 h 5017219"/>
              <a:gd name="connsiteX31174" fmla="*/ 1008209 w 5799173"/>
              <a:gd name="connsiteY31174" fmla="*/ 2136473 h 5017219"/>
              <a:gd name="connsiteX31175" fmla="*/ 1006963 w 5799173"/>
              <a:gd name="connsiteY31175" fmla="*/ 2137220 h 5017219"/>
              <a:gd name="connsiteX31176" fmla="*/ 3273186 w 5799173"/>
              <a:gd name="connsiteY31176" fmla="*/ 2750041 h 5017219"/>
              <a:gd name="connsiteX31177" fmla="*/ 3271941 w 5799173"/>
              <a:gd name="connsiteY31177" fmla="*/ 2749294 h 5017219"/>
              <a:gd name="connsiteX31178" fmla="*/ 3261555 w 5799173"/>
              <a:gd name="connsiteY31178" fmla="*/ 2731265 h 5017219"/>
              <a:gd name="connsiteX31179" fmla="*/ 3261555 w 5799173"/>
              <a:gd name="connsiteY31179" fmla="*/ 2729770 h 5017219"/>
              <a:gd name="connsiteX31180" fmla="*/ 3272024 w 5799173"/>
              <a:gd name="connsiteY31180" fmla="*/ 2711742 h 5017219"/>
              <a:gd name="connsiteX31181" fmla="*/ 3273270 w 5799173"/>
              <a:gd name="connsiteY31181" fmla="*/ 2710994 h 5017219"/>
              <a:gd name="connsiteX31182" fmla="*/ 3294123 w 5799173"/>
              <a:gd name="connsiteY31182" fmla="*/ 2710994 h 5017219"/>
              <a:gd name="connsiteX31183" fmla="*/ 3295368 w 5799173"/>
              <a:gd name="connsiteY31183" fmla="*/ 2711742 h 5017219"/>
              <a:gd name="connsiteX31184" fmla="*/ 3305753 w 5799173"/>
              <a:gd name="connsiteY31184" fmla="*/ 2729770 h 5017219"/>
              <a:gd name="connsiteX31185" fmla="*/ 3305753 w 5799173"/>
              <a:gd name="connsiteY31185" fmla="*/ 2731265 h 5017219"/>
              <a:gd name="connsiteX31186" fmla="*/ 3295285 w 5799173"/>
              <a:gd name="connsiteY31186" fmla="*/ 2749294 h 5017219"/>
              <a:gd name="connsiteX31187" fmla="*/ 3294039 w 5799173"/>
              <a:gd name="connsiteY31187" fmla="*/ 2750041 h 5017219"/>
              <a:gd name="connsiteX31188" fmla="*/ 3513931 w 5799173"/>
              <a:gd name="connsiteY31188" fmla="*/ 2814548 h 5017219"/>
              <a:gd name="connsiteX31189" fmla="*/ 3512685 w 5799173"/>
              <a:gd name="connsiteY31189" fmla="*/ 2813801 h 5017219"/>
              <a:gd name="connsiteX31190" fmla="*/ 3502300 w 5799173"/>
              <a:gd name="connsiteY31190" fmla="*/ 2795772 h 5017219"/>
              <a:gd name="connsiteX31191" fmla="*/ 3502300 w 5799173"/>
              <a:gd name="connsiteY31191" fmla="*/ 2794277 h 5017219"/>
              <a:gd name="connsiteX31192" fmla="*/ 3512768 w 5799173"/>
              <a:gd name="connsiteY31192" fmla="*/ 2776249 h 5017219"/>
              <a:gd name="connsiteX31193" fmla="*/ 3514014 w 5799173"/>
              <a:gd name="connsiteY31193" fmla="*/ 2775501 h 5017219"/>
              <a:gd name="connsiteX31194" fmla="*/ 3534867 w 5799173"/>
              <a:gd name="connsiteY31194" fmla="*/ 2775501 h 5017219"/>
              <a:gd name="connsiteX31195" fmla="*/ 3536113 w 5799173"/>
              <a:gd name="connsiteY31195" fmla="*/ 2776249 h 5017219"/>
              <a:gd name="connsiteX31196" fmla="*/ 3546498 w 5799173"/>
              <a:gd name="connsiteY31196" fmla="*/ 2794277 h 5017219"/>
              <a:gd name="connsiteX31197" fmla="*/ 3546498 w 5799173"/>
              <a:gd name="connsiteY31197" fmla="*/ 2795772 h 5017219"/>
              <a:gd name="connsiteX31198" fmla="*/ 3536030 w 5799173"/>
              <a:gd name="connsiteY31198" fmla="*/ 2813801 h 5017219"/>
              <a:gd name="connsiteX31199" fmla="*/ 3534784 w 5799173"/>
              <a:gd name="connsiteY31199" fmla="*/ 2814548 h 5017219"/>
              <a:gd name="connsiteX31200" fmla="*/ 3634303 w 5799173"/>
              <a:gd name="connsiteY31200" fmla="*/ 2846802 h 5017219"/>
              <a:gd name="connsiteX31201" fmla="*/ 3633058 w 5799173"/>
              <a:gd name="connsiteY31201" fmla="*/ 2846055 h 5017219"/>
              <a:gd name="connsiteX31202" fmla="*/ 3622673 w 5799173"/>
              <a:gd name="connsiteY31202" fmla="*/ 2828026 h 5017219"/>
              <a:gd name="connsiteX31203" fmla="*/ 3622673 w 5799173"/>
              <a:gd name="connsiteY31203" fmla="*/ 2826531 h 5017219"/>
              <a:gd name="connsiteX31204" fmla="*/ 3633141 w 5799173"/>
              <a:gd name="connsiteY31204" fmla="*/ 2808503 h 5017219"/>
              <a:gd name="connsiteX31205" fmla="*/ 3634387 w 5799173"/>
              <a:gd name="connsiteY31205" fmla="*/ 2807755 h 5017219"/>
              <a:gd name="connsiteX31206" fmla="*/ 3655240 w 5799173"/>
              <a:gd name="connsiteY31206" fmla="*/ 2807755 h 5017219"/>
              <a:gd name="connsiteX31207" fmla="*/ 3656486 w 5799173"/>
              <a:gd name="connsiteY31207" fmla="*/ 2808503 h 5017219"/>
              <a:gd name="connsiteX31208" fmla="*/ 3666871 w 5799173"/>
              <a:gd name="connsiteY31208" fmla="*/ 2826531 h 5017219"/>
              <a:gd name="connsiteX31209" fmla="*/ 3666871 w 5799173"/>
              <a:gd name="connsiteY31209" fmla="*/ 2828026 h 5017219"/>
              <a:gd name="connsiteX31210" fmla="*/ 3656403 w 5799173"/>
              <a:gd name="connsiteY31210" fmla="*/ 2846055 h 5017219"/>
              <a:gd name="connsiteX31211" fmla="*/ 3655156 w 5799173"/>
              <a:gd name="connsiteY31211" fmla="*/ 2846802 h 5017219"/>
              <a:gd name="connsiteX31212" fmla="*/ 685178 w 5799173"/>
              <a:gd name="connsiteY31212" fmla="*/ 2056669 h 5017219"/>
              <a:gd name="connsiteX31213" fmla="*/ 683932 w 5799173"/>
              <a:gd name="connsiteY31213" fmla="*/ 2055921 h 5017219"/>
              <a:gd name="connsiteX31214" fmla="*/ 673464 w 5799173"/>
              <a:gd name="connsiteY31214" fmla="*/ 2037810 h 5017219"/>
              <a:gd name="connsiteX31215" fmla="*/ 673464 w 5799173"/>
              <a:gd name="connsiteY31215" fmla="*/ 2036315 h 5017219"/>
              <a:gd name="connsiteX31216" fmla="*/ 683932 w 5799173"/>
              <a:gd name="connsiteY31216" fmla="*/ 2018204 h 5017219"/>
              <a:gd name="connsiteX31217" fmla="*/ 685178 w 5799173"/>
              <a:gd name="connsiteY31217" fmla="*/ 2017456 h 5017219"/>
              <a:gd name="connsiteX31218" fmla="*/ 706115 w 5799173"/>
              <a:gd name="connsiteY31218" fmla="*/ 2017456 h 5017219"/>
              <a:gd name="connsiteX31219" fmla="*/ 707360 w 5799173"/>
              <a:gd name="connsiteY31219" fmla="*/ 2018204 h 5017219"/>
              <a:gd name="connsiteX31220" fmla="*/ 717829 w 5799173"/>
              <a:gd name="connsiteY31220" fmla="*/ 2036315 h 5017219"/>
              <a:gd name="connsiteX31221" fmla="*/ 717829 w 5799173"/>
              <a:gd name="connsiteY31221" fmla="*/ 2037810 h 5017219"/>
              <a:gd name="connsiteX31222" fmla="*/ 707361 w 5799173"/>
              <a:gd name="connsiteY31222" fmla="*/ 2055921 h 5017219"/>
              <a:gd name="connsiteX31223" fmla="*/ 706115 w 5799173"/>
              <a:gd name="connsiteY31223" fmla="*/ 2056669 h 5017219"/>
              <a:gd name="connsiteX31224" fmla="*/ 3213000 w 5799173"/>
              <a:gd name="connsiteY31224" fmla="*/ 2733997 h 5017219"/>
              <a:gd name="connsiteX31225" fmla="*/ 3211754 w 5799173"/>
              <a:gd name="connsiteY31225" fmla="*/ 2733249 h 5017219"/>
              <a:gd name="connsiteX31226" fmla="*/ 3201287 w 5799173"/>
              <a:gd name="connsiteY31226" fmla="*/ 2715138 h 5017219"/>
              <a:gd name="connsiteX31227" fmla="*/ 3201287 w 5799173"/>
              <a:gd name="connsiteY31227" fmla="*/ 2713643 h 5017219"/>
              <a:gd name="connsiteX31228" fmla="*/ 3211754 w 5799173"/>
              <a:gd name="connsiteY31228" fmla="*/ 2695532 h 5017219"/>
              <a:gd name="connsiteX31229" fmla="*/ 3213000 w 5799173"/>
              <a:gd name="connsiteY31229" fmla="*/ 2694784 h 5017219"/>
              <a:gd name="connsiteX31230" fmla="*/ 3233937 w 5799173"/>
              <a:gd name="connsiteY31230" fmla="*/ 2694784 h 5017219"/>
              <a:gd name="connsiteX31231" fmla="*/ 3235183 w 5799173"/>
              <a:gd name="connsiteY31231" fmla="*/ 2695532 h 5017219"/>
              <a:gd name="connsiteX31232" fmla="*/ 3245650 w 5799173"/>
              <a:gd name="connsiteY31232" fmla="*/ 2713643 h 5017219"/>
              <a:gd name="connsiteX31233" fmla="*/ 3245650 w 5799173"/>
              <a:gd name="connsiteY31233" fmla="*/ 2715138 h 5017219"/>
              <a:gd name="connsiteX31234" fmla="*/ 3235183 w 5799173"/>
              <a:gd name="connsiteY31234" fmla="*/ 2733249 h 5017219"/>
              <a:gd name="connsiteX31235" fmla="*/ 3233937 w 5799173"/>
              <a:gd name="connsiteY31235" fmla="*/ 2733997 h 5017219"/>
              <a:gd name="connsiteX31236" fmla="*/ 2671264 w 5799173"/>
              <a:gd name="connsiteY31236" fmla="*/ 2588931 h 5017219"/>
              <a:gd name="connsiteX31237" fmla="*/ 2670017 w 5799173"/>
              <a:gd name="connsiteY31237" fmla="*/ 2588183 h 5017219"/>
              <a:gd name="connsiteX31238" fmla="*/ 2659467 w 5799173"/>
              <a:gd name="connsiteY31238" fmla="*/ 2569906 h 5017219"/>
              <a:gd name="connsiteX31239" fmla="*/ 2659467 w 5799173"/>
              <a:gd name="connsiteY31239" fmla="*/ 2568410 h 5017219"/>
              <a:gd name="connsiteX31240" fmla="*/ 2670018 w 5799173"/>
              <a:gd name="connsiteY31240" fmla="*/ 2550133 h 5017219"/>
              <a:gd name="connsiteX31241" fmla="*/ 2671264 w 5799173"/>
              <a:gd name="connsiteY31241" fmla="*/ 2549385 h 5017219"/>
              <a:gd name="connsiteX31242" fmla="*/ 2692283 w 5799173"/>
              <a:gd name="connsiteY31242" fmla="*/ 2549385 h 5017219"/>
              <a:gd name="connsiteX31243" fmla="*/ 2693529 w 5799173"/>
              <a:gd name="connsiteY31243" fmla="*/ 2550133 h 5017219"/>
              <a:gd name="connsiteX31244" fmla="*/ 2704080 w 5799173"/>
              <a:gd name="connsiteY31244" fmla="*/ 2568410 h 5017219"/>
              <a:gd name="connsiteX31245" fmla="*/ 2704080 w 5799173"/>
              <a:gd name="connsiteY31245" fmla="*/ 2569906 h 5017219"/>
              <a:gd name="connsiteX31246" fmla="*/ 2693529 w 5799173"/>
              <a:gd name="connsiteY31246" fmla="*/ 2588183 h 5017219"/>
              <a:gd name="connsiteX31247" fmla="*/ 2692283 w 5799173"/>
              <a:gd name="connsiteY31247" fmla="*/ 2588931 h 5017219"/>
              <a:gd name="connsiteX31248" fmla="*/ 2791612 w 5799173"/>
              <a:gd name="connsiteY31248" fmla="*/ 2621370 h 5017219"/>
              <a:gd name="connsiteX31249" fmla="*/ 2790283 w 5799173"/>
              <a:gd name="connsiteY31249" fmla="*/ 2620622 h 5017219"/>
              <a:gd name="connsiteX31250" fmla="*/ 2779732 w 5799173"/>
              <a:gd name="connsiteY31250" fmla="*/ 2602262 h 5017219"/>
              <a:gd name="connsiteX31251" fmla="*/ 2779732 w 5799173"/>
              <a:gd name="connsiteY31251" fmla="*/ 2600766 h 5017219"/>
              <a:gd name="connsiteX31252" fmla="*/ 2790283 w 5799173"/>
              <a:gd name="connsiteY31252" fmla="*/ 2582405 h 5017219"/>
              <a:gd name="connsiteX31253" fmla="*/ 2791612 w 5799173"/>
              <a:gd name="connsiteY31253" fmla="*/ 2581658 h 5017219"/>
              <a:gd name="connsiteX31254" fmla="*/ 2812797 w 5799173"/>
              <a:gd name="connsiteY31254" fmla="*/ 2581658 h 5017219"/>
              <a:gd name="connsiteX31255" fmla="*/ 2814127 w 5799173"/>
              <a:gd name="connsiteY31255" fmla="*/ 2582405 h 5017219"/>
              <a:gd name="connsiteX31256" fmla="*/ 2824678 w 5799173"/>
              <a:gd name="connsiteY31256" fmla="*/ 2600766 h 5017219"/>
              <a:gd name="connsiteX31257" fmla="*/ 2824678 w 5799173"/>
              <a:gd name="connsiteY31257" fmla="*/ 2602262 h 5017219"/>
              <a:gd name="connsiteX31258" fmla="*/ 2814127 w 5799173"/>
              <a:gd name="connsiteY31258" fmla="*/ 2620622 h 5017219"/>
              <a:gd name="connsiteX31259" fmla="*/ 2812797 w 5799173"/>
              <a:gd name="connsiteY31259" fmla="*/ 2621370 h 5017219"/>
              <a:gd name="connsiteX31260" fmla="*/ 2009109 w 5799173"/>
              <a:gd name="connsiteY31260" fmla="*/ 2411793 h 5017219"/>
              <a:gd name="connsiteX31261" fmla="*/ 2007781 w 5799173"/>
              <a:gd name="connsiteY31261" fmla="*/ 2411045 h 5017219"/>
              <a:gd name="connsiteX31262" fmla="*/ 1997146 w 5799173"/>
              <a:gd name="connsiteY31262" fmla="*/ 2392602 h 5017219"/>
              <a:gd name="connsiteX31263" fmla="*/ 1997146 w 5799173"/>
              <a:gd name="connsiteY31263" fmla="*/ 2391106 h 5017219"/>
              <a:gd name="connsiteX31264" fmla="*/ 2007781 w 5799173"/>
              <a:gd name="connsiteY31264" fmla="*/ 2372663 h 5017219"/>
              <a:gd name="connsiteX31265" fmla="*/ 2009109 w 5799173"/>
              <a:gd name="connsiteY31265" fmla="*/ 2371915 h 5017219"/>
              <a:gd name="connsiteX31266" fmla="*/ 2030378 w 5799173"/>
              <a:gd name="connsiteY31266" fmla="*/ 2371915 h 5017219"/>
              <a:gd name="connsiteX31267" fmla="*/ 2031707 w 5799173"/>
              <a:gd name="connsiteY31267" fmla="*/ 2372663 h 5017219"/>
              <a:gd name="connsiteX31268" fmla="*/ 2042341 w 5799173"/>
              <a:gd name="connsiteY31268" fmla="*/ 2391106 h 5017219"/>
              <a:gd name="connsiteX31269" fmla="*/ 2042341 w 5799173"/>
              <a:gd name="connsiteY31269" fmla="*/ 2392602 h 5017219"/>
              <a:gd name="connsiteX31270" fmla="*/ 2031707 w 5799173"/>
              <a:gd name="connsiteY31270" fmla="*/ 2411045 h 5017219"/>
              <a:gd name="connsiteX31271" fmla="*/ 2030378 w 5799173"/>
              <a:gd name="connsiteY31271" fmla="*/ 2411793 h 5017219"/>
              <a:gd name="connsiteX31272" fmla="*/ 2972089 w 5799173"/>
              <a:gd name="connsiteY31272" fmla="*/ 2669822 h 5017219"/>
              <a:gd name="connsiteX31273" fmla="*/ 2970760 w 5799173"/>
              <a:gd name="connsiteY31273" fmla="*/ 2669074 h 5017219"/>
              <a:gd name="connsiteX31274" fmla="*/ 2960126 w 5799173"/>
              <a:gd name="connsiteY31274" fmla="*/ 2650631 h 5017219"/>
              <a:gd name="connsiteX31275" fmla="*/ 2960126 w 5799173"/>
              <a:gd name="connsiteY31275" fmla="*/ 2649135 h 5017219"/>
              <a:gd name="connsiteX31276" fmla="*/ 2970760 w 5799173"/>
              <a:gd name="connsiteY31276" fmla="*/ 2630693 h 5017219"/>
              <a:gd name="connsiteX31277" fmla="*/ 2972089 w 5799173"/>
              <a:gd name="connsiteY31277" fmla="*/ 2629944 h 5017219"/>
              <a:gd name="connsiteX31278" fmla="*/ 2993358 w 5799173"/>
              <a:gd name="connsiteY31278" fmla="*/ 2629944 h 5017219"/>
              <a:gd name="connsiteX31279" fmla="*/ 2994687 w 5799173"/>
              <a:gd name="connsiteY31279" fmla="*/ 2630692 h 5017219"/>
              <a:gd name="connsiteX31280" fmla="*/ 3005321 w 5799173"/>
              <a:gd name="connsiteY31280" fmla="*/ 2649135 h 5017219"/>
              <a:gd name="connsiteX31281" fmla="*/ 3005321 w 5799173"/>
              <a:gd name="connsiteY31281" fmla="*/ 2650631 h 5017219"/>
              <a:gd name="connsiteX31282" fmla="*/ 2994687 w 5799173"/>
              <a:gd name="connsiteY31282" fmla="*/ 2669074 h 5017219"/>
              <a:gd name="connsiteX31283" fmla="*/ 2993358 w 5799173"/>
              <a:gd name="connsiteY31283" fmla="*/ 2669822 h 5017219"/>
              <a:gd name="connsiteX31284" fmla="*/ 3333123 w 5799173"/>
              <a:gd name="connsiteY31284" fmla="*/ 2766667 h 5017219"/>
              <a:gd name="connsiteX31285" fmla="*/ 3331794 w 5799173"/>
              <a:gd name="connsiteY31285" fmla="*/ 2765919 h 5017219"/>
              <a:gd name="connsiteX31286" fmla="*/ 3321160 w 5799173"/>
              <a:gd name="connsiteY31286" fmla="*/ 2747393 h 5017219"/>
              <a:gd name="connsiteX31287" fmla="*/ 3321160 w 5799173"/>
              <a:gd name="connsiteY31287" fmla="*/ 2745897 h 5017219"/>
              <a:gd name="connsiteX31288" fmla="*/ 3331877 w 5799173"/>
              <a:gd name="connsiteY31288" fmla="*/ 2727371 h 5017219"/>
              <a:gd name="connsiteX31289" fmla="*/ 3333207 w 5799173"/>
              <a:gd name="connsiteY31289" fmla="*/ 2726623 h 5017219"/>
              <a:gd name="connsiteX31290" fmla="*/ 3354558 w 5799173"/>
              <a:gd name="connsiteY31290" fmla="*/ 2726622 h 5017219"/>
              <a:gd name="connsiteX31291" fmla="*/ 3355887 w 5799173"/>
              <a:gd name="connsiteY31291" fmla="*/ 2727371 h 5017219"/>
              <a:gd name="connsiteX31292" fmla="*/ 3366521 w 5799173"/>
              <a:gd name="connsiteY31292" fmla="*/ 2745896 h 5017219"/>
              <a:gd name="connsiteX31293" fmla="*/ 3366521 w 5799173"/>
              <a:gd name="connsiteY31293" fmla="*/ 2747392 h 5017219"/>
              <a:gd name="connsiteX31294" fmla="*/ 3355804 w 5799173"/>
              <a:gd name="connsiteY31294" fmla="*/ 2765919 h 5017219"/>
              <a:gd name="connsiteX31295" fmla="*/ 3354475 w 5799173"/>
              <a:gd name="connsiteY31295" fmla="*/ 2766666 h 5017219"/>
              <a:gd name="connsiteX31296" fmla="*/ 3032192 w 5799173"/>
              <a:gd name="connsiteY31296" fmla="*/ 2686116 h 5017219"/>
              <a:gd name="connsiteX31297" fmla="*/ 3030863 w 5799173"/>
              <a:gd name="connsiteY31297" fmla="*/ 2685368 h 5017219"/>
              <a:gd name="connsiteX31298" fmla="*/ 3020146 w 5799173"/>
              <a:gd name="connsiteY31298" fmla="*/ 2666758 h 5017219"/>
              <a:gd name="connsiteX31299" fmla="*/ 3020146 w 5799173"/>
              <a:gd name="connsiteY31299" fmla="*/ 2665263 h 5017219"/>
              <a:gd name="connsiteX31300" fmla="*/ 3030863 w 5799173"/>
              <a:gd name="connsiteY31300" fmla="*/ 2646653 h 5017219"/>
              <a:gd name="connsiteX31301" fmla="*/ 3032192 w 5799173"/>
              <a:gd name="connsiteY31301" fmla="*/ 2645905 h 5017219"/>
              <a:gd name="connsiteX31302" fmla="*/ 3053627 w 5799173"/>
              <a:gd name="connsiteY31302" fmla="*/ 2645905 h 5017219"/>
              <a:gd name="connsiteX31303" fmla="*/ 3054956 w 5799173"/>
              <a:gd name="connsiteY31303" fmla="*/ 2646653 h 5017219"/>
              <a:gd name="connsiteX31304" fmla="*/ 3065673 w 5799173"/>
              <a:gd name="connsiteY31304" fmla="*/ 2665263 h 5017219"/>
              <a:gd name="connsiteX31305" fmla="*/ 3065673 w 5799173"/>
              <a:gd name="connsiteY31305" fmla="*/ 2666758 h 5017219"/>
              <a:gd name="connsiteX31306" fmla="*/ 3054956 w 5799173"/>
              <a:gd name="connsiteY31306" fmla="*/ 2685368 h 5017219"/>
              <a:gd name="connsiteX31307" fmla="*/ 3053627 w 5799173"/>
              <a:gd name="connsiteY31307" fmla="*/ 2686116 h 5017219"/>
              <a:gd name="connsiteX31308" fmla="*/ 2731178 w 5799173"/>
              <a:gd name="connsiteY31308" fmla="*/ 2605564 h 5017219"/>
              <a:gd name="connsiteX31309" fmla="*/ 2729848 w 5799173"/>
              <a:gd name="connsiteY31309" fmla="*/ 2604817 h 5017219"/>
              <a:gd name="connsiteX31310" fmla="*/ 2719049 w 5799173"/>
              <a:gd name="connsiteY31310" fmla="*/ 2586124 h 5017219"/>
              <a:gd name="connsiteX31311" fmla="*/ 2719048 w 5799173"/>
              <a:gd name="connsiteY31311" fmla="*/ 2584628 h 5017219"/>
              <a:gd name="connsiteX31312" fmla="*/ 2729849 w 5799173"/>
              <a:gd name="connsiteY31312" fmla="*/ 2565936 h 5017219"/>
              <a:gd name="connsiteX31313" fmla="*/ 2731179 w 5799173"/>
              <a:gd name="connsiteY31313" fmla="*/ 2565188 h 5017219"/>
              <a:gd name="connsiteX31314" fmla="*/ 2752779 w 5799173"/>
              <a:gd name="connsiteY31314" fmla="*/ 2565188 h 5017219"/>
              <a:gd name="connsiteX31315" fmla="*/ 2754108 w 5799173"/>
              <a:gd name="connsiteY31315" fmla="*/ 2565936 h 5017219"/>
              <a:gd name="connsiteX31316" fmla="*/ 2764908 w 5799173"/>
              <a:gd name="connsiteY31316" fmla="*/ 2584628 h 5017219"/>
              <a:gd name="connsiteX31317" fmla="*/ 2764909 w 5799173"/>
              <a:gd name="connsiteY31317" fmla="*/ 2586124 h 5017219"/>
              <a:gd name="connsiteX31318" fmla="*/ 2754108 w 5799173"/>
              <a:gd name="connsiteY31318" fmla="*/ 2604817 h 5017219"/>
              <a:gd name="connsiteX31319" fmla="*/ 2752778 w 5799173"/>
              <a:gd name="connsiteY31319" fmla="*/ 2605564 h 5017219"/>
              <a:gd name="connsiteX31320" fmla="*/ 2911737 w 5799173"/>
              <a:gd name="connsiteY31320" fmla="*/ 2653944 h 5017219"/>
              <a:gd name="connsiteX31321" fmla="*/ 2910407 w 5799173"/>
              <a:gd name="connsiteY31321" fmla="*/ 2653198 h 5017219"/>
              <a:gd name="connsiteX31322" fmla="*/ 2899607 w 5799173"/>
              <a:gd name="connsiteY31322" fmla="*/ 2634504 h 5017219"/>
              <a:gd name="connsiteX31323" fmla="*/ 2899607 w 5799173"/>
              <a:gd name="connsiteY31323" fmla="*/ 2633008 h 5017219"/>
              <a:gd name="connsiteX31324" fmla="*/ 2910407 w 5799173"/>
              <a:gd name="connsiteY31324" fmla="*/ 2614317 h 5017219"/>
              <a:gd name="connsiteX31325" fmla="*/ 2911737 w 5799173"/>
              <a:gd name="connsiteY31325" fmla="*/ 2613568 h 5017219"/>
              <a:gd name="connsiteX31326" fmla="*/ 2933337 w 5799173"/>
              <a:gd name="connsiteY31326" fmla="*/ 2613568 h 5017219"/>
              <a:gd name="connsiteX31327" fmla="*/ 2934666 w 5799173"/>
              <a:gd name="connsiteY31327" fmla="*/ 2614316 h 5017219"/>
              <a:gd name="connsiteX31328" fmla="*/ 2945467 w 5799173"/>
              <a:gd name="connsiteY31328" fmla="*/ 2633009 h 5017219"/>
              <a:gd name="connsiteX31329" fmla="*/ 2945467 w 5799173"/>
              <a:gd name="connsiteY31329" fmla="*/ 2634505 h 5017219"/>
              <a:gd name="connsiteX31330" fmla="*/ 2934666 w 5799173"/>
              <a:gd name="connsiteY31330" fmla="*/ 2653198 h 5017219"/>
              <a:gd name="connsiteX31331" fmla="*/ 2933337 w 5799173"/>
              <a:gd name="connsiteY31331" fmla="*/ 2653944 h 5017219"/>
              <a:gd name="connsiteX31332" fmla="*/ 2851549 w 5799173"/>
              <a:gd name="connsiteY31332" fmla="*/ 2637912 h 5017219"/>
              <a:gd name="connsiteX31333" fmla="*/ 2850220 w 5799173"/>
              <a:gd name="connsiteY31333" fmla="*/ 2637164 h 5017219"/>
              <a:gd name="connsiteX31334" fmla="*/ 2839420 w 5799173"/>
              <a:gd name="connsiteY31334" fmla="*/ 2618388 h 5017219"/>
              <a:gd name="connsiteX31335" fmla="*/ 2839420 w 5799173"/>
              <a:gd name="connsiteY31335" fmla="*/ 2616893 h 5017219"/>
              <a:gd name="connsiteX31336" fmla="*/ 2850220 w 5799173"/>
              <a:gd name="connsiteY31336" fmla="*/ 2598117 h 5017219"/>
              <a:gd name="connsiteX31337" fmla="*/ 2851549 w 5799173"/>
              <a:gd name="connsiteY31337" fmla="*/ 2597369 h 5017219"/>
              <a:gd name="connsiteX31338" fmla="*/ 2873233 w 5799173"/>
              <a:gd name="connsiteY31338" fmla="*/ 2597369 h 5017219"/>
              <a:gd name="connsiteX31339" fmla="*/ 2874562 w 5799173"/>
              <a:gd name="connsiteY31339" fmla="*/ 2598118 h 5017219"/>
              <a:gd name="connsiteX31340" fmla="*/ 2885363 w 5799173"/>
              <a:gd name="connsiteY31340" fmla="*/ 2616893 h 5017219"/>
              <a:gd name="connsiteX31341" fmla="*/ 2885363 w 5799173"/>
              <a:gd name="connsiteY31341" fmla="*/ 2618389 h 5017219"/>
              <a:gd name="connsiteX31342" fmla="*/ 2874562 w 5799173"/>
              <a:gd name="connsiteY31342" fmla="*/ 2637165 h 5017219"/>
              <a:gd name="connsiteX31343" fmla="*/ 2873233 w 5799173"/>
              <a:gd name="connsiteY31343" fmla="*/ 2637913 h 5017219"/>
              <a:gd name="connsiteX31344" fmla="*/ 3092119 w 5799173"/>
              <a:gd name="connsiteY31344" fmla="*/ 2702739 h 5017219"/>
              <a:gd name="connsiteX31345" fmla="*/ 3090790 w 5799173"/>
              <a:gd name="connsiteY31345" fmla="*/ 2701992 h 5017219"/>
              <a:gd name="connsiteX31346" fmla="*/ 3079824 w 5799173"/>
              <a:gd name="connsiteY31346" fmla="*/ 2682966 h 5017219"/>
              <a:gd name="connsiteX31347" fmla="*/ 3079824 w 5799173"/>
              <a:gd name="connsiteY31347" fmla="*/ 2681388 h 5017219"/>
              <a:gd name="connsiteX31348" fmla="*/ 3090790 w 5799173"/>
              <a:gd name="connsiteY31348" fmla="*/ 2662363 h 5017219"/>
              <a:gd name="connsiteX31349" fmla="*/ 3092119 w 5799173"/>
              <a:gd name="connsiteY31349" fmla="*/ 2661615 h 5017219"/>
              <a:gd name="connsiteX31350" fmla="*/ 3114052 w 5799173"/>
              <a:gd name="connsiteY31350" fmla="*/ 2661615 h 5017219"/>
              <a:gd name="connsiteX31351" fmla="*/ 3115382 w 5799173"/>
              <a:gd name="connsiteY31351" fmla="*/ 2662363 h 5017219"/>
              <a:gd name="connsiteX31352" fmla="*/ 3126348 w 5799173"/>
              <a:gd name="connsiteY31352" fmla="*/ 2681388 h 5017219"/>
              <a:gd name="connsiteX31353" fmla="*/ 3126348 w 5799173"/>
              <a:gd name="connsiteY31353" fmla="*/ 2682966 h 5017219"/>
              <a:gd name="connsiteX31354" fmla="*/ 3115382 w 5799173"/>
              <a:gd name="connsiteY31354" fmla="*/ 2701992 h 5017219"/>
              <a:gd name="connsiteX31355" fmla="*/ 3114052 w 5799173"/>
              <a:gd name="connsiteY31355" fmla="*/ 2702739 h 5017219"/>
              <a:gd name="connsiteX31356" fmla="*/ 2550276 w 5799173"/>
              <a:gd name="connsiteY31356" fmla="*/ 2557763 h 5017219"/>
              <a:gd name="connsiteX31357" fmla="*/ 2548946 w 5799173"/>
              <a:gd name="connsiteY31357" fmla="*/ 2557016 h 5017219"/>
              <a:gd name="connsiteX31358" fmla="*/ 2537897 w 5799173"/>
              <a:gd name="connsiteY31358" fmla="*/ 2537824 h 5017219"/>
              <a:gd name="connsiteX31359" fmla="*/ 2537897 w 5799173"/>
              <a:gd name="connsiteY31359" fmla="*/ 2536246 h 5017219"/>
              <a:gd name="connsiteX31360" fmla="*/ 2549029 w 5799173"/>
              <a:gd name="connsiteY31360" fmla="*/ 2517055 h 5017219"/>
              <a:gd name="connsiteX31361" fmla="*/ 2550359 w 5799173"/>
              <a:gd name="connsiteY31361" fmla="*/ 2516307 h 5017219"/>
              <a:gd name="connsiteX31362" fmla="*/ 2572541 w 5799173"/>
              <a:gd name="connsiteY31362" fmla="*/ 2516307 h 5017219"/>
              <a:gd name="connsiteX31363" fmla="*/ 2573870 w 5799173"/>
              <a:gd name="connsiteY31363" fmla="*/ 2517055 h 5017219"/>
              <a:gd name="connsiteX31364" fmla="*/ 2584920 w 5799173"/>
              <a:gd name="connsiteY31364" fmla="*/ 2536246 h 5017219"/>
              <a:gd name="connsiteX31365" fmla="*/ 2584920 w 5799173"/>
              <a:gd name="connsiteY31365" fmla="*/ 2537824 h 5017219"/>
              <a:gd name="connsiteX31366" fmla="*/ 2573787 w 5799173"/>
              <a:gd name="connsiteY31366" fmla="*/ 2557016 h 5017219"/>
              <a:gd name="connsiteX31367" fmla="*/ 2572459 w 5799173"/>
              <a:gd name="connsiteY31367" fmla="*/ 2557763 h 5017219"/>
              <a:gd name="connsiteX31368" fmla="*/ 3688845 w 5799173"/>
              <a:gd name="connsiteY31368" fmla="*/ 2899548 h 5017219"/>
              <a:gd name="connsiteX31369" fmla="*/ 3688596 w 5799173"/>
              <a:gd name="connsiteY31369" fmla="*/ 2899382 h 5017219"/>
              <a:gd name="connsiteX31370" fmla="*/ 3686436 w 5799173"/>
              <a:gd name="connsiteY31370" fmla="*/ 2895643 h 5017219"/>
              <a:gd name="connsiteX31371" fmla="*/ 3686436 w 5799173"/>
              <a:gd name="connsiteY31371" fmla="*/ 2895311 h 5017219"/>
              <a:gd name="connsiteX31372" fmla="*/ 3688595 w 5799173"/>
              <a:gd name="connsiteY31372" fmla="*/ 2891572 h 5017219"/>
              <a:gd name="connsiteX31373" fmla="*/ 3688844 w 5799173"/>
              <a:gd name="connsiteY31373" fmla="*/ 2891406 h 5017219"/>
              <a:gd name="connsiteX31374" fmla="*/ 3693082 w 5799173"/>
              <a:gd name="connsiteY31374" fmla="*/ 2891406 h 5017219"/>
              <a:gd name="connsiteX31375" fmla="*/ 3693331 w 5799173"/>
              <a:gd name="connsiteY31375" fmla="*/ 2891572 h 5017219"/>
              <a:gd name="connsiteX31376" fmla="*/ 3695492 w 5799173"/>
              <a:gd name="connsiteY31376" fmla="*/ 2895311 h 5017219"/>
              <a:gd name="connsiteX31377" fmla="*/ 3695492 w 5799173"/>
              <a:gd name="connsiteY31377" fmla="*/ 2895643 h 5017219"/>
              <a:gd name="connsiteX31378" fmla="*/ 3693331 w 5799173"/>
              <a:gd name="connsiteY31378" fmla="*/ 2899382 h 5017219"/>
              <a:gd name="connsiteX31379" fmla="*/ 3693081 w 5799173"/>
              <a:gd name="connsiteY31379" fmla="*/ 2899548 h 5017219"/>
              <a:gd name="connsiteX31380" fmla="*/ 76974 w 5799173"/>
              <a:gd name="connsiteY31380" fmla="*/ 1933178 h 5017219"/>
              <a:gd name="connsiteX31381" fmla="*/ 76641 w 5799173"/>
              <a:gd name="connsiteY31381" fmla="*/ 1933012 h 5017219"/>
              <a:gd name="connsiteX31382" fmla="*/ 73817 w 5799173"/>
              <a:gd name="connsiteY31382" fmla="*/ 1928193 h 5017219"/>
              <a:gd name="connsiteX31383" fmla="*/ 73817 w 5799173"/>
              <a:gd name="connsiteY31383" fmla="*/ 1927778 h 5017219"/>
              <a:gd name="connsiteX31384" fmla="*/ 76641 w 5799173"/>
              <a:gd name="connsiteY31384" fmla="*/ 1922959 h 5017219"/>
              <a:gd name="connsiteX31385" fmla="*/ 76974 w 5799173"/>
              <a:gd name="connsiteY31385" fmla="*/ 1922793 h 5017219"/>
              <a:gd name="connsiteX31386" fmla="*/ 82540 w 5799173"/>
              <a:gd name="connsiteY31386" fmla="*/ 1922793 h 5017219"/>
              <a:gd name="connsiteX31387" fmla="*/ 82873 w 5799173"/>
              <a:gd name="connsiteY31387" fmla="*/ 1922959 h 5017219"/>
              <a:gd name="connsiteX31388" fmla="*/ 85697 w 5799173"/>
              <a:gd name="connsiteY31388" fmla="*/ 1927778 h 5017219"/>
              <a:gd name="connsiteX31389" fmla="*/ 85696 w 5799173"/>
              <a:gd name="connsiteY31389" fmla="*/ 1928193 h 5017219"/>
              <a:gd name="connsiteX31390" fmla="*/ 82873 w 5799173"/>
              <a:gd name="connsiteY31390" fmla="*/ 1933012 h 5017219"/>
              <a:gd name="connsiteX31391" fmla="*/ 82541 w 5799173"/>
              <a:gd name="connsiteY31391" fmla="*/ 1933178 h 5017219"/>
              <a:gd name="connsiteX31392" fmla="*/ 1698532 w 5799173"/>
              <a:gd name="connsiteY31392" fmla="*/ 2375180 h 5017219"/>
              <a:gd name="connsiteX31393" fmla="*/ 1697785 w 5799173"/>
              <a:gd name="connsiteY31393" fmla="*/ 2374764 h 5017219"/>
              <a:gd name="connsiteX31394" fmla="*/ 1691471 w 5799173"/>
              <a:gd name="connsiteY31394" fmla="*/ 2363798 h 5017219"/>
              <a:gd name="connsiteX31395" fmla="*/ 1691471 w 5799173"/>
              <a:gd name="connsiteY31395" fmla="*/ 2362884 h 5017219"/>
              <a:gd name="connsiteX31396" fmla="*/ 1697785 w 5799173"/>
              <a:gd name="connsiteY31396" fmla="*/ 2351918 h 5017219"/>
              <a:gd name="connsiteX31397" fmla="*/ 1698532 w 5799173"/>
              <a:gd name="connsiteY31397" fmla="*/ 2351502 h 5017219"/>
              <a:gd name="connsiteX31398" fmla="*/ 1711161 w 5799173"/>
              <a:gd name="connsiteY31398" fmla="*/ 2351502 h 5017219"/>
              <a:gd name="connsiteX31399" fmla="*/ 1711908 w 5799173"/>
              <a:gd name="connsiteY31399" fmla="*/ 2351918 h 5017219"/>
              <a:gd name="connsiteX31400" fmla="*/ 1718222 w 5799173"/>
              <a:gd name="connsiteY31400" fmla="*/ 2362884 h 5017219"/>
              <a:gd name="connsiteX31401" fmla="*/ 1718222 w 5799173"/>
              <a:gd name="connsiteY31401" fmla="*/ 2363798 h 5017219"/>
              <a:gd name="connsiteX31402" fmla="*/ 1711908 w 5799173"/>
              <a:gd name="connsiteY31402" fmla="*/ 2374764 h 5017219"/>
              <a:gd name="connsiteX31403" fmla="*/ 1711161 w 5799173"/>
              <a:gd name="connsiteY31403" fmla="*/ 2375180 h 5017219"/>
              <a:gd name="connsiteX31404" fmla="*/ 1276899 w 5799173"/>
              <a:gd name="connsiteY31404" fmla="*/ 2262863 h 5017219"/>
              <a:gd name="connsiteX31405" fmla="*/ 1276067 w 5799173"/>
              <a:gd name="connsiteY31405" fmla="*/ 2262364 h 5017219"/>
              <a:gd name="connsiteX31406" fmla="*/ 1269421 w 5799173"/>
              <a:gd name="connsiteY31406" fmla="*/ 2250899 h 5017219"/>
              <a:gd name="connsiteX31407" fmla="*/ 1269421 w 5799173"/>
              <a:gd name="connsiteY31407" fmla="*/ 2249985 h 5017219"/>
              <a:gd name="connsiteX31408" fmla="*/ 1276067 w 5799173"/>
              <a:gd name="connsiteY31408" fmla="*/ 2238520 h 5017219"/>
              <a:gd name="connsiteX31409" fmla="*/ 1276898 w 5799173"/>
              <a:gd name="connsiteY31409" fmla="*/ 2238022 h 5017219"/>
              <a:gd name="connsiteX31410" fmla="*/ 1290109 w 5799173"/>
              <a:gd name="connsiteY31410" fmla="*/ 2238022 h 5017219"/>
              <a:gd name="connsiteX31411" fmla="*/ 1290939 w 5799173"/>
              <a:gd name="connsiteY31411" fmla="*/ 2238520 h 5017219"/>
              <a:gd name="connsiteX31412" fmla="*/ 1297586 w 5799173"/>
              <a:gd name="connsiteY31412" fmla="*/ 2249985 h 5017219"/>
              <a:gd name="connsiteX31413" fmla="*/ 1297585 w 5799173"/>
              <a:gd name="connsiteY31413" fmla="*/ 2250899 h 5017219"/>
              <a:gd name="connsiteX31414" fmla="*/ 1290939 w 5799173"/>
              <a:gd name="connsiteY31414" fmla="*/ 2262364 h 5017219"/>
              <a:gd name="connsiteX31415" fmla="*/ 1290108 w 5799173"/>
              <a:gd name="connsiteY31415" fmla="*/ 2262863 h 5017219"/>
              <a:gd name="connsiteX31416" fmla="*/ 4104975 w 5799173"/>
              <a:gd name="connsiteY31416" fmla="*/ 3022163 h 5017219"/>
              <a:gd name="connsiteX31417" fmla="*/ 4104061 w 5799173"/>
              <a:gd name="connsiteY31417" fmla="*/ 3021665 h 5017219"/>
              <a:gd name="connsiteX31418" fmla="*/ 4096750 w 5799173"/>
              <a:gd name="connsiteY31418" fmla="*/ 3008953 h 5017219"/>
              <a:gd name="connsiteX31419" fmla="*/ 4096750 w 5799173"/>
              <a:gd name="connsiteY31419" fmla="*/ 3007957 h 5017219"/>
              <a:gd name="connsiteX31420" fmla="*/ 4104061 w 5799173"/>
              <a:gd name="connsiteY31420" fmla="*/ 2995245 h 5017219"/>
              <a:gd name="connsiteX31421" fmla="*/ 4104975 w 5799173"/>
              <a:gd name="connsiteY31421" fmla="*/ 2994747 h 5017219"/>
              <a:gd name="connsiteX31422" fmla="*/ 4119597 w 5799173"/>
              <a:gd name="connsiteY31422" fmla="*/ 2994747 h 5017219"/>
              <a:gd name="connsiteX31423" fmla="*/ 4120510 w 5799173"/>
              <a:gd name="connsiteY31423" fmla="*/ 2995245 h 5017219"/>
              <a:gd name="connsiteX31424" fmla="*/ 4127821 w 5799173"/>
              <a:gd name="connsiteY31424" fmla="*/ 3007956 h 5017219"/>
              <a:gd name="connsiteX31425" fmla="*/ 4127821 w 5799173"/>
              <a:gd name="connsiteY31425" fmla="*/ 3008953 h 5017219"/>
              <a:gd name="connsiteX31426" fmla="*/ 4120510 w 5799173"/>
              <a:gd name="connsiteY31426" fmla="*/ 3021665 h 5017219"/>
              <a:gd name="connsiteX31427" fmla="*/ 4119597 w 5799173"/>
              <a:gd name="connsiteY31427" fmla="*/ 3022163 h 5017219"/>
              <a:gd name="connsiteX31428" fmla="*/ 1336148 w 5799173"/>
              <a:gd name="connsiteY31428" fmla="*/ 2280824 h 5017219"/>
              <a:gd name="connsiteX31429" fmla="*/ 1335234 w 5799173"/>
              <a:gd name="connsiteY31429" fmla="*/ 2280326 h 5017219"/>
              <a:gd name="connsiteX31430" fmla="*/ 1327674 w 5799173"/>
              <a:gd name="connsiteY31430" fmla="*/ 2267199 h 5017219"/>
              <a:gd name="connsiteX31431" fmla="*/ 1327674 w 5799173"/>
              <a:gd name="connsiteY31431" fmla="*/ 2266119 h 5017219"/>
              <a:gd name="connsiteX31432" fmla="*/ 1335234 w 5799173"/>
              <a:gd name="connsiteY31432" fmla="*/ 2252992 h 5017219"/>
              <a:gd name="connsiteX31433" fmla="*/ 1336148 w 5799173"/>
              <a:gd name="connsiteY31433" fmla="*/ 2252494 h 5017219"/>
              <a:gd name="connsiteX31434" fmla="*/ 1351267 w 5799173"/>
              <a:gd name="connsiteY31434" fmla="*/ 2252494 h 5017219"/>
              <a:gd name="connsiteX31435" fmla="*/ 1352182 w 5799173"/>
              <a:gd name="connsiteY31435" fmla="*/ 2252992 h 5017219"/>
              <a:gd name="connsiteX31436" fmla="*/ 1359742 w 5799173"/>
              <a:gd name="connsiteY31436" fmla="*/ 2266119 h 5017219"/>
              <a:gd name="connsiteX31437" fmla="*/ 1359742 w 5799173"/>
              <a:gd name="connsiteY31437" fmla="*/ 2267199 h 5017219"/>
              <a:gd name="connsiteX31438" fmla="*/ 1352182 w 5799173"/>
              <a:gd name="connsiteY31438" fmla="*/ 2280326 h 5017219"/>
              <a:gd name="connsiteX31439" fmla="*/ 1351268 w 5799173"/>
              <a:gd name="connsiteY31439" fmla="*/ 2280824 h 5017219"/>
              <a:gd name="connsiteX31440" fmla="*/ 4224942 w 5799173"/>
              <a:gd name="connsiteY31440" fmla="*/ 3055167 h 5017219"/>
              <a:gd name="connsiteX31441" fmla="*/ 4224028 w 5799173"/>
              <a:gd name="connsiteY31441" fmla="*/ 3054585 h 5017219"/>
              <a:gd name="connsiteX31442" fmla="*/ 4216302 w 5799173"/>
              <a:gd name="connsiteY31442" fmla="*/ 3041209 h 5017219"/>
              <a:gd name="connsiteX31443" fmla="*/ 4216302 w 5799173"/>
              <a:gd name="connsiteY31443" fmla="*/ 3040129 h 5017219"/>
              <a:gd name="connsiteX31444" fmla="*/ 4224028 w 5799173"/>
              <a:gd name="connsiteY31444" fmla="*/ 3026753 h 5017219"/>
              <a:gd name="connsiteX31445" fmla="*/ 4224942 w 5799173"/>
              <a:gd name="connsiteY31445" fmla="*/ 3026172 h 5017219"/>
              <a:gd name="connsiteX31446" fmla="*/ 4240395 w 5799173"/>
              <a:gd name="connsiteY31446" fmla="*/ 3026172 h 5017219"/>
              <a:gd name="connsiteX31447" fmla="*/ 4241309 w 5799173"/>
              <a:gd name="connsiteY31447" fmla="*/ 3026753 h 5017219"/>
              <a:gd name="connsiteX31448" fmla="*/ 4249035 w 5799173"/>
              <a:gd name="connsiteY31448" fmla="*/ 3040129 h 5017219"/>
              <a:gd name="connsiteX31449" fmla="*/ 4249035 w 5799173"/>
              <a:gd name="connsiteY31449" fmla="*/ 3041209 h 5017219"/>
              <a:gd name="connsiteX31450" fmla="*/ 4241309 w 5799173"/>
              <a:gd name="connsiteY31450" fmla="*/ 3054585 h 5017219"/>
              <a:gd name="connsiteX31451" fmla="*/ 4240395 w 5799173"/>
              <a:gd name="connsiteY31451" fmla="*/ 3055167 h 5017219"/>
              <a:gd name="connsiteX31452" fmla="*/ 4285129 w 5799173"/>
              <a:gd name="connsiteY31452" fmla="*/ 3071294 h 5017219"/>
              <a:gd name="connsiteX31453" fmla="*/ 4284215 w 5799173"/>
              <a:gd name="connsiteY31453" fmla="*/ 3070712 h 5017219"/>
              <a:gd name="connsiteX31454" fmla="*/ 4276489 w 5799173"/>
              <a:gd name="connsiteY31454" fmla="*/ 3057336 h 5017219"/>
              <a:gd name="connsiteX31455" fmla="*/ 4276489 w 5799173"/>
              <a:gd name="connsiteY31455" fmla="*/ 3056256 h 5017219"/>
              <a:gd name="connsiteX31456" fmla="*/ 4284215 w 5799173"/>
              <a:gd name="connsiteY31456" fmla="*/ 3042880 h 5017219"/>
              <a:gd name="connsiteX31457" fmla="*/ 4285129 w 5799173"/>
              <a:gd name="connsiteY31457" fmla="*/ 3042299 h 5017219"/>
              <a:gd name="connsiteX31458" fmla="*/ 4300582 w 5799173"/>
              <a:gd name="connsiteY31458" fmla="*/ 3042299 h 5017219"/>
              <a:gd name="connsiteX31459" fmla="*/ 4301496 w 5799173"/>
              <a:gd name="connsiteY31459" fmla="*/ 3042880 h 5017219"/>
              <a:gd name="connsiteX31460" fmla="*/ 4309222 w 5799173"/>
              <a:gd name="connsiteY31460" fmla="*/ 3056256 h 5017219"/>
              <a:gd name="connsiteX31461" fmla="*/ 4309222 w 5799173"/>
              <a:gd name="connsiteY31461" fmla="*/ 3057336 h 5017219"/>
              <a:gd name="connsiteX31462" fmla="*/ 4301496 w 5799173"/>
              <a:gd name="connsiteY31462" fmla="*/ 3070712 h 5017219"/>
              <a:gd name="connsiteX31463" fmla="*/ 4300582 w 5799173"/>
              <a:gd name="connsiteY31463" fmla="*/ 3071294 h 5017219"/>
              <a:gd name="connsiteX31464" fmla="*/ 4164652 w 5799173"/>
              <a:gd name="connsiteY31464" fmla="*/ 3039192 h 5017219"/>
              <a:gd name="connsiteX31465" fmla="*/ 4163738 w 5799173"/>
              <a:gd name="connsiteY31465" fmla="*/ 3038610 h 5017219"/>
              <a:gd name="connsiteX31466" fmla="*/ 4155929 w 5799173"/>
              <a:gd name="connsiteY31466" fmla="*/ 3025151 h 5017219"/>
              <a:gd name="connsiteX31467" fmla="*/ 4155929 w 5799173"/>
              <a:gd name="connsiteY31467" fmla="*/ 3024071 h 5017219"/>
              <a:gd name="connsiteX31468" fmla="*/ 4163738 w 5799173"/>
              <a:gd name="connsiteY31468" fmla="*/ 3010613 h 5017219"/>
              <a:gd name="connsiteX31469" fmla="*/ 4164652 w 5799173"/>
              <a:gd name="connsiteY31469" fmla="*/ 3010031 h 5017219"/>
              <a:gd name="connsiteX31470" fmla="*/ 4180188 w 5799173"/>
              <a:gd name="connsiteY31470" fmla="*/ 3010031 h 5017219"/>
              <a:gd name="connsiteX31471" fmla="*/ 4181102 w 5799173"/>
              <a:gd name="connsiteY31471" fmla="*/ 3010613 h 5017219"/>
              <a:gd name="connsiteX31472" fmla="*/ 4188911 w 5799173"/>
              <a:gd name="connsiteY31472" fmla="*/ 3024071 h 5017219"/>
              <a:gd name="connsiteX31473" fmla="*/ 4188911 w 5799173"/>
              <a:gd name="connsiteY31473" fmla="*/ 3025151 h 5017219"/>
              <a:gd name="connsiteX31474" fmla="*/ 4181102 w 5799173"/>
              <a:gd name="connsiteY31474" fmla="*/ 3038610 h 5017219"/>
              <a:gd name="connsiteX31475" fmla="*/ 4180188 w 5799173"/>
              <a:gd name="connsiteY31475" fmla="*/ 3039192 h 5017219"/>
              <a:gd name="connsiteX31476" fmla="*/ 1395336 w 5799173"/>
              <a:gd name="connsiteY31476" fmla="*/ 2298780 h 5017219"/>
              <a:gd name="connsiteX31477" fmla="*/ 1394256 w 5799173"/>
              <a:gd name="connsiteY31477" fmla="*/ 2298198 h 5017219"/>
              <a:gd name="connsiteX31478" fmla="*/ 1385700 w 5799173"/>
              <a:gd name="connsiteY31478" fmla="*/ 2283410 h 5017219"/>
              <a:gd name="connsiteX31479" fmla="*/ 1385700 w 5799173"/>
              <a:gd name="connsiteY31479" fmla="*/ 2282164 h 5017219"/>
              <a:gd name="connsiteX31480" fmla="*/ 1394257 w 5799173"/>
              <a:gd name="connsiteY31480" fmla="*/ 2267376 h 5017219"/>
              <a:gd name="connsiteX31481" fmla="*/ 1395336 w 5799173"/>
              <a:gd name="connsiteY31481" fmla="*/ 2266794 h 5017219"/>
              <a:gd name="connsiteX31482" fmla="*/ 1412451 w 5799173"/>
              <a:gd name="connsiteY31482" fmla="*/ 2266794 h 5017219"/>
              <a:gd name="connsiteX31483" fmla="*/ 1413530 w 5799173"/>
              <a:gd name="connsiteY31483" fmla="*/ 2267376 h 5017219"/>
              <a:gd name="connsiteX31484" fmla="*/ 1422087 w 5799173"/>
              <a:gd name="connsiteY31484" fmla="*/ 2282164 h 5017219"/>
              <a:gd name="connsiteX31485" fmla="*/ 1422087 w 5799173"/>
              <a:gd name="connsiteY31485" fmla="*/ 2283410 h 5017219"/>
              <a:gd name="connsiteX31486" fmla="*/ 1413530 w 5799173"/>
              <a:gd name="connsiteY31486" fmla="*/ 2298198 h 5017219"/>
              <a:gd name="connsiteX31487" fmla="*/ 1412451 w 5799173"/>
              <a:gd name="connsiteY31487" fmla="*/ 2298780 h 5017219"/>
              <a:gd name="connsiteX31488" fmla="*/ 131344 w 5799173"/>
              <a:gd name="connsiteY31488" fmla="*/ 1960282 h 5017219"/>
              <a:gd name="connsiteX31489" fmla="*/ 130263 w 5799173"/>
              <a:gd name="connsiteY31489" fmla="*/ 1959700 h 5017219"/>
              <a:gd name="connsiteX31490" fmla="*/ 121623 w 5799173"/>
              <a:gd name="connsiteY31490" fmla="*/ 1944746 h 5017219"/>
              <a:gd name="connsiteX31491" fmla="*/ 121623 w 5799173"/>
              <a:gd name="connsiteY31491" fmla="*/ 1943500 h 5017219"/>
              <a:gd name="connsiteX31492" fmla="*/ 130264 w 5799173"/>
              <a:gd name="connsiteY31492" fmla="*/ 1928546 h 5017219"/>
              <a:gd name="connsiteX31493" fmla="*/ 131343 w 5799173"/>
              <a:gd name="connsiteY31493" fmla="*/ 1927964 h 5017219"/>
              <a:gd name="connsiteX31494" fmla="*/ 148623 w 5799173"/>
              <a:gd name="connsiteY31494" fmla="*/ 1927964 h 5017219"/>
              <a:gd name="connsiteX31495" fmla="*/ 149703 w 5799173"/>
              <a:gd name="connsiteY31495" fmla="*/ 1928546 h 5017219"/>
              <a:gd name="connsiteX31496" fmla="*/ 158344 w 5799173"/>
              <a:gd name="connsiteY31496" fmla="*/ 1943500 h 5017219"/>
              <a:gd name="connsiteX31497" fmla="*/ 158345 w 5799173"/>
              <a:gd name="connsiteY31497" fmla="*/ 1944746 h 5017219"/>
              <a:gd name="connsiteX31498" fmla="*/ 149704 w 5799173"/>
              <a:gd name="connsiteY31498" fmla="*/ 1959700 h 5017219"/>
              <a:gd name="connsiteX31499" fmla="*/ 148623 w 5799173"/>
              <a:gd name="connsiteY31499" fmla="*/ 1960282 h 5017219"/>
              <a:gd name="connsiteX31500" fmla="*/ 190626 w 5799173"/>
              <a:gd name="connsiteY31500" fmla="*/ 1977988 h 5017219"/>
              <a:gd name="connsiteX31501" fmla="*/ 189463 w 5799173"/>
              <a:gd name="connsiteY31501" fmla="*/ 1977323 h 5017219"/>
              <a:gd name="connsiteX31502" fmla="*/ 179992 w 5799173"/>
              <a:gd name="connsiteY31502" fmla="*/ 1960874 h 5017219"/>
              <a:gd name="connsiteX31503" fmla="*/ 179992 w 5799173"/>
              <a:gd name="connsiteY31503" fmla="*/ 1959545 h 5017219"/>
              <a:gd name="connsiteX31504" fmla="*/ 189546 w 5799173"/>
              <a:gd name="connsiteY31504" fmla="*/ 1943095 h 5017219"/>
              <a:gd name="connsiteX31505" fmla="*/ 190709 w 5799173"/>
              <a:gd name="connsiteY31505" fmla="*/ 1942430 h 5017219"/>
              <a:gd name="connsiteX31506" fmla="*/ 209734 w 5799173"/>
              <a:gd name="connsiteY31506" fmla="*/ 1942430 h 5017219"/>
              <a:gd name="connsiteX31507" fmla="*/ 210896 w 5799173"/>
              <a:gd name="connsiteY31507" fmla="*/ 1943095 h 5017219"/>
              <a:gd name="connsiteX31508" fmla="*/ 220368 w 5799173"/>
              <a:gd name="connsiteY31508" fmla="*/ 1959545 h 5017219"/>
              <a:gd name="connsiteX31509" fmla="*/ 220368 w 5799173"/>
              <a:gd name="connsiteY31509" fmla="*/ 1960874 h 5017219"/>
              <a:gd name="connsiteX31510" fmla="*/ 210814 w 5799173"/>
              <a:gd name="connsiteY31510" fmla="*/ 1977323 h 5017219"/>
              <a:gd name="connsiteX31511" fmla="*/ 209651 w 5799173"/>
              <a:gd name="connsiteY31511" fmla="*/ 1977988 h 5017219"/>
              <a:gd name="connsiteX31512" fmla="*/ 4343455 w 5799173"/>
              <a:gd name="connsiteY31512" fmla="*/ 3090904 h 5017219"/>
              <a:gd name="connsiteX31513" fmla="*/ 4342292 w 5799173"/>
              <a:gd name="connsiteY31513" fmla="*/ 3090239 h 5017219"/>
              <a:gd name="connsiteX31514" fmla="*/ 4332738 w 5799173"/>
              <a:gd name="connsiteY31514" fmla="*/ 3073707 h 5017219"/>
              <a:gd name="connsiteX31515" fmla="*/ 4332738 w 5799173"/>
              <a:gd name="connsiteY31515" fmla="*/ 3072377 h 5017219"/>
              <a:gd name="connsiteX31516" fmla="*/ 4342292 w 5799173"/>
              <a:gd name="connsiteY31516" fmla="*/ 3055845 h 5017219"/>
              <a:gd name="connsiteX31517" fmla="*/ 4343455 w 5799173"/>
              <a:gd name="connsiteY31517" fmla="*/ 3055180 h 5017219"/>
              <a:gd name="connsiteX31518" fmla="*/ 4362563 w 5799173"/>
              <a:gd name="connsiteY31518" fmla="*/ 3055180 h 5017219"/>
              <a:gd name="connsiteX31519" fmla="*/ 4363726 w 5799173"/>
              <a:gd name="connsiteY31519" fmla="*/ 3055845 h 5017219"/>
              <a:gd name="connsiteX31520" fmla="*/ 4373280 w 5799173"/>
              <a:gd name="connsiteY31520" fmla="*/ 3072377 h 5017219"/>
              <a:gd name="connsiteX31521" fmla="*/ 4373280 w 5799173"/>
              <a:gd name="connsiteY31521" fmla="*/ 3073707 h 5017219"/>
              <a:gd name="connsiteX31522" fmla="*/ 4363726 w 5799173"/>
              <a:gd name="connsiteY31522" fmla="*/ 3090239 h 5017219"/>
              <a:gd name="connsiteX31523" fmla="*/ 4362563 w 5799173"/>
              <a:gd name="connsiteY31523" fmla="*/ 3090904 h 5017219"/>
              <a:gd name="connsiteX31524" fmla="*/ 3621138 w 5799173"/>
              <a:gd name="connsiteY31524" fmla="*/ 2897454 h 5017219"/>
              <a:gd name="connsiteX31525" fmla="*/ 3619975 w 5799173"/>
              <a:gd name="connsiteY31525" fmla="*/ 2896790 h 5017219"/>
              <a:gd name="connsiteX31526" fmla="*/ 3610338 w 5799173"/>
              <a:gd name="connsiteY31526" fmla="*/ 2880174 h 5017219"/>
              <a:gd name="connsiteX31527" fmla="*/ 3610338 w 5799173"/>
              <a:gd name="connsiteY31527" fmla="*/ 2878845 h 5017219"/>
              <a:gd name="connsiteX31528" fmla="*/ 3619975 w 5799173"/>
              <a:gd name="connsiteY31528" fmla="*/ 2862229 h 5017219"/>
              <a:gd name="connsiteX31529" fmla="*/ 3621138 w 5799173"/>
              <a:gd name="connsiteY31529" fmla="*/ 2861564 h 5017219"/>
              <a:gd name="connsiteX31530" fmla="*/ 3640330 w 5799173"/>
              <a:gd name="connsiteY31530" fmla="*/ 2861564 h 5017219"/>
              <a:gd name="connsiteX31531" fmla="*/ 3641493 w 5799173"/>
              <a:gd name="connsiteY31531" fmla="*/ 2862229 h 5017219"/>
              <a:gd name="connsiteX31532" fmla="*/ 3651130 w 5799173"/>
              <a:gd name="connsiteY31532" fmla="*/ 2878845 h 5017219"/>
              <a:gd name="connsiteX31533" fmla="*/ 3651130 w 5799173"/>
              <a:gd name="connsiteY31533" fmla="*/ 2880174 h 5017219"/>
              <a:gd name="connsiteX31534" fmla="*/ 3641493 w 5799173"/>
              <a:gd name="connsiteY31534" fmla="*/ 2896790 h 5017219"/>
              <a:gd name="connsiteX31535" fmla="*/ 3640330 w 5799173"/>
              <a:gd name="connsiteY31535" fmla="*/ 2897454 h 5017219"/>
              <a:gd name="connsiteX31536" fmla="*/ 2537784 w 5799173"/>
              <a:gd name="connsiteY31536" fmla="*/ 2607276 h 5017219"/>
              <a:gd name="connsiteX31537" fmla="*/ 2536620 w 5799173"/>
              <a:gd name="connsiteY31537" fmla="*/ 2606611 h 5017219"/>
              <a:gd name="connsiteX31538" fmla="*/ 2526984 w 5799173"/>
              <a:gd name="connsiteY31538" fmla="*/ 2589912 h 5017219"/>
              <a:gd name="connsiteX31539" fmla="*/ 2526984 w 5799173"/>
              <a:gd name="connsiteY31539" fmla="*/ 2588583 h 5017219"/>
              <a:gd name="connsiteX31540" fmla="*/ 2536621 w 5799173"/>
              <a:gd name="connsiteY31540" fmla="*/ 2571884 h 5017219"/>
              <a:gd name="connsiteX31541" fmla="*/ 2537784 w 5799173"/>
              <a:gd name="connsiteY31541" fmla="*/ 2571219 h 5017219"/>
              <a:gd name="connsiteX31542" fmla="*/ 2557141 w 5799173"/>
              <a:gd name="connsiteY31542" fmla="*/ 2571219 h 5017219"/>
              <a:gd name="connsiteX31543" fmla="*/ 2558304 w 5799173"/>
              <a:gd name="connsiteY31543" fmla="*/ 2571884 h 5017219"/>
              <a:gd name="connsiteX31544" fmla="*/ 2567942 w 5799173"/>
              <a:gd name="connsiteY31544" fmla="*/ 2588584 h 5017219"/>
              <a:gd name="connsiteX31545" fmla="*/ 2567942 w 5799173"/>
              <a:gd name="connsiteY31545" fmla="*/ 2589912 h 5017219"/>
              <a:gd name="connsiteX31546" fmla="*/ 2558304 w 5799173"/>
              <a:gd name="connsiteY31546" fmla="*/ 2606611 h 5017219"/>
              <a:gd name="connsiteX31547" fmla="*/ 2557141 w 5799173"/>
              <a:gd name="connsiteY31547" fmla="*/ 2607275 h 5017219"/>
              <a:gd name="connsiteX31548" fmla="*/ 250656 w 5799173"/>
              <a:gd name="connsiteY31548" fmla="*/ 1994532 h 5017219"/>
              <a:gd name="connsiteX31549" fmla="*/ 249494 w 5799173"/>
              <a:gd name="connsiteY31549" fmla="*/ 1993867 h 5017219"/>
              <a:gd name="connsiteX31550" fmla="*/ 239774 w 5799173"/>
              <a:gd name="connsiteY31550" fmla="*/ 1977002 h 5017219"/>
              <a:gd name="connsiteX31551" fmla="*/ 239773 w 5799173"/>
              <a:gd name="connsiteY31551" fmla="*/ 1975590 h 5017219"/>
              <a:gd name="connsiteX31552" fmla="*/ 249493 w 5799173"/>
              <a:gd name="connsiteY31552" fmla="*/ 1958725 h 5017219"/>
              <a:gd name="connsiteX31553" fmla="*/ 250657 w 5799173"/>
              <a:gd name="connsiteY31553" fmla="*/ 1958061 h 5017219"/>
              <a:gd name="connsiteX31554" fmla="*/ 270097 w 5799173"/>
              <a:gd name="connsiteY31554" fmla="*/ 1958060 h 5017219"/>
              <a:gd name="connsiteX31555" fmla="*/ 271261 w 5799173"/>
              <a:gd name="connsiteY31555" fmla="*/ 1958725 h 5017219"/>
              <a:gd name="connsiteX31556" fmla="*/ 280980 w 5799173"/>
              <a:gd name="connsiteY31556" fmla="*/ 1975590 h 5017219"/>
              <a:gd name="connsiteX31557" fmla="*/ 280981 w 5799173"/>
              <a:gd name="connsiteY31557" fmla="*/ 1977002 h 5017219"/>
              <a:gd name="connsiteX31558" fmla="*/ 271260 w 5799173"/>
              <a:gd name="connsiteY31558" fmla="*/ 1993868 h 5017219"/>
              <a:gd name="connsiteX31559" fmla="*/ 270098 w 5799173"/>
              <a:gd name="connsiteY31559" fmla="*/ 1994533 h 5017219"/>
              <a:gd name="connsiteX31560" fmla="*/ 3380258 w 5799173"/>
              <a:gd name="connsiteY31560" fmla="*/ 2833294 h 5017219"/>
              <a:gd name="connsiteX31561" fmla="*/ 3379094 w 5799173"/>
              <a:gd name="connsiteY31561" fmla="*/ 2832629 h 5017219"/>
              <a:gd name="connsiteX31562" fmla="*/ 3369291 w 5799173"/>
              <a:gd name="connsiteY31562" fmla="*/ 2815598 h 5017219"/>
              <a:gd name="connsiteX31563" fmla="*/ 3369291 w 5799173"/>
              <a:gd name="connsiteY31563" fmla="*/ 2814186 h 5017219"/>
              <a:gd name="connsiteX31564" fmla="*/ 3379094 w 5799173"/>
              <a:gd name="connsiteY31564" fmla="*/ 2797155 h 5017219"/>
              <a:gd name="connsiteX31565" fmla="*/ 3380258 w 5799173"/>
              <a:gd name="connsiteY31565" fmla="*/ 2796490 h 5017219"/>
              <a:gd name="connsiteX31566" fmla="*/ 3399864 w 5799173"/>
              <a:gd name="connsiteY31566" fmla="*/ 2796490 h 5017219"/>
              <a:gd name="connsiteX31567" fmla="*/ 3401027 w 5799173"/>
              <a:gd name="connsiteY31567" fmla="*/ 2797155 h 5017219"/>
              <a:gd name="connsiteX31568" fmla="*/ 3410831 w 5799173"/>
              <a:gd name="connsiteY31568" fmla="*/ 2814186 h 5017219"/>
              <a:gd name="connsiteX31569" fmla="*/ 3410831 w 5799173"/>
              <a:gd name="connsiteY31569" fmla="*/ 2815598 h 5017219"/>
              <a:gd name="connsiteX31570" fmla="*/ 3401027 w 5799173"/>
              <a:gd name="connsiteY31570" fmla="*/ 2832629 h 5017219"/>
              <a:gd name="connsiteX31571" fmla="*/ 3399864 w 5799173"/>
              <a:gd name="connsiteY31571" fmla="*/ 2833294 h 5017219"/>
              <a:gd name="connsiteX31572" fmla="*/ 310657 w 5799173"/>
              <a:gd name="connsiteY31572" fmla="*/ 2010978 h 5017219"/>
              <a:gd name="connsiteX31573" fmla="*/ 309410 w 5799173"/>
              <a:gd name="connsiteY31573" fmla="*/ 2010313 h 5017219"/>
              <a:gd name="connsiteX31574" fmla="*/ 299525 w 5799173"/>
              <a:gd name="connsiteY31574" fmla="*/ 1993199 h 5017219"/>
              <a:gd name="connsiteX31575" fmla="*/ 299524 w 5799173"/>
              <a:gd name="connsiteY31575" fmla="*/ 1991787 h 5017219"/>
              <a:gd name="connsiteX31576" fmla="*/ 309410 w 5799173"/>
              <a:gd name="connsiteY31576" fmla="*/ 1974673 h 5017219"/>
              <a:gd name="connsiteX31577" fmla="*/ 310657 w 5799173"/>
              <a:gd name="connsiteY31577" fmla="*/ 1974008 h 5017219"/>
              <a:gd name="connsiteX31578" fmla="*/ 330346 w 5799173"/>
              <a:gd name="connsiteY31578" fmla="*/ 1974008 h 5017219"/>
              <a:gd name="connsiteX31579" fmla="*/ 331593 w 5799173"/>
              <a:gd name="connsiteY31579" fmla="*/ 1974673 h 5017219"/>
              <a:gd name="connsiteX31580" fmla="*/ 341479 w 5799173"/>
              <a:gd name="connsiteY31580" fmla="*/ 1991786 h 5017219"/>
              <a:gd name="connsiteX31581" fmla="*/ 341479 w 5799173"/>
              <a:gd name="connsiteY31581" fmla="*/ 1993199 h 5017219"/>
              <a:gd name="connsiteX31582" fmla="*/ 331593 w 5799173"/>
              <a:gd name="connsiteY31582" fmla="*/ 2010314 h 5017219"/>
              <a:gd name="connsiteX31583" fmla="*/ 330346 w 5799173"/>
              <a:gd name="connsiteY31583" fmla="*/ 2010978 h 5017219"/>
              <a:gd name="connsiteX31584" fmla="*/ 2597734 w 5799173"/>
              <a:gd name="connsiteY31584" fmla="*/ 2623798 h 5017219"/>
              <a:gd name="connsiteX31585" fmla="*/ 2596570 w 5799173"/>
              <a:gd name="connsiteY31585" fmla="*/ 2623134 h 5017219"/>
              <a:gd name="connsiteX31586" fmla="*/ 2586684 w 5799173"/>
              <a:gd name="connsiteY31586" fmla="*/ 2606019 h 5017219"/>
              <a:gd name="connsiteX31587" fmla="*/ 2586684 w 5799173"/>
              <a:gd name="connsiteY31587" fmla="*/ 2604607 h 5017219"/>
              <a:gd name="connsiteX31588" fmla="*/ 2596570 w 5799173"/>
              <a:gd name="connsiteY31588" fmla="*/ 2587493 h 5017219"/>
              <a:gd name="connsiteX31589" fmla="*/ 2597734 w 5799173"/>
              <a:gd name="connsiteY31589" fmla="*/ 2586828 h 5017219"/>
              <a:gd name="connsiteX31590" fmla="*/ 2617423 w 5799173"/>
              <a:gd name="connsiteY31590" fmla="*/ 2586828 h 5017219"/>
              <a:gd name="connsiteX31591" fmla="*/ 2618586 w 5799173"/>
              <a:gd name="connsiteY31591" fmla="*/ 2587493 h 5017219"/>
              <a:gd name="connsiteX31592" fmla="*/ 2628473 w 5799173"/>
              <a:gd name="connsiteY31592" fmla="*/ 2604607 h 5017219"/>
              <a:gd name="connsiteX31593" fmla="*/ 2628473 w 5799173"/>
              <a:gd name="connsiteY31593" fmla="*/ 2606019 h 5017219"/>
              <a:gd name="connsiteX31594" fmla="*/ 2618586 w 5799173"/>
              <a:gd name="connsiteY31594" fmla="*/ 2623134 h 5017219"/>
              <a:gd name="connsiteX31595" fmla="*/ 2617423 w 5799173"/>
              <a:gd name="connsiteY31595" fmla="*/ 2623798 h 5017219"/>
              <a:gd name="connsiteX31596" fmla="*/ 430945 w 5799173"/>
              <a:gd name="connsiteY31596" fmla="*/ 2043408 h 5017219"/>
              <a:gd name="connsiteX31597" fmla="*/ 429699 w 5799173"/>
              <a:gd name="connsiteY31597" fmla="*/ 2042744 h 5017219"/>
              <a:gd name="connsiteX31598" fmla="*/ 419729 w 5799173"/>
              <a:gd name="connsiteY31598" fmla="*/ 2025463 h 5017219"/>
              <a:gd name="connsiteX31599" fmla="*/ 419728 w 5799173"/>
              <a:gd name="connsiteY31599" fmla="*/ 2024051 h 5017219"/>
              <a:gd name="connsiteX31600" fmla="*/ 429698 w 5799173"/>
              <a:gd name="connsiteY31600" fmla="*/ 2006771 h 5017219"/>
              <a:gd name="connsiteX31601" fmla="*/ 430944 w 5799173"/>
              <a:gd name="connsiteY31601" fmla="*/ 2006106 h 5017219"/>
              <a:gd name="connsiteX31602" fmla="*/ 450883 w 5799173"/>
              <a:gd name="connsiteY31602" fmla="*/ 2006106 h 5017219"/>
              <a:gd name="connsiteX31603" fmla="*/ 452130 w 5799173"/>
              <a:gd name="connsiteY31603" fmla="*/ 2006771 h 5017219"/>
              <a:gd name="connsiteX31604" fmla="*/ 462098 w 5799173"/>
              <a:gd name="connsiteY31604" fmla="*/ 2024051 h 5017219"/>
              <a:gd name="connsiteX31605" fmla="*/ 462099 w 5799173"/>
              <a:gd name="connsiteY31605" fmla="*/ 2025463 h 5017219"/>
              <a:gd name="connsiteX31606" fmla="*/ 452129 w 5799173"/>
              <a:gd name="connsiteY31606" fmla="*/ 2042744 h 5017219"/>
              <a:gd name="connsiteX31607" fmla="*/ 450884 w 5799173"/>
              <a:gd name="connsiteY31607" fmla="*/ 2043408 h 5017219"/>
              <a:gd name="connsiteX31608" fmla="*/ 3319883 w 5799173"/>
              <a:gd name="connsiteY31608" fmla="*/ 2817497 h 5017219"/>
              <a:gd name="connsiteX31609" fmla="*/ 3318637 w 5799173"/>
              <a:gd name="connsiteY31609" fmla="*/ 2816833 h 5017219"/>
              <a:gd name="connsiteX31610" fmla="*/ 3308668 w 5799173"/>
              <a:gd name="connsiteY31610" fmla="*/ 2799552 h 5017219"/>
              <a:gd name="connsiteX31611" fmla="*/ 3308668 w 5799173"/>
              <a:gd name="connsiteY31611" fmla="*/ 2798140 h 5017219"/>
              <a:gd name="connsiteX31612" fmla="*/ 3318637 w 5799173"/>
              <a:gd name="connsiteY31612" fmla="*/ 2780860 h 5017219"/>
              <a:gd name="connsiteX31613" fmla="*/ 3319883 w 5799173"/>
              <a:gd name="connsiteY31613" fmla="*/ 2780195 h 5017219"/>
              <a:gd name="connsiteX31614" fmla="*/ 3339823 w 5799173"/>
              <a:gd name="connsiteY31614" fmla="*/ 2780195 h 5017219"/>
              <a:gd name="connsiteX31615" fmla="*/ 3341069 w 5799173"/>
              <a:gd name="connsiteY31615" fmla="*/ 2780860 h 5017219"/>
              <a:gd name="connsiteX31616" fmla="*/ 3351038 w 5799173"/>
              <a:gd name="connsiteY31616" fmla="*/ 2798140 h 5017219"/>
              <a:gd name="connsiteX31617" fmla="*/ 3351038 w 5799173"/>
              <a:gd name="connsiteY31617" fmla="*/ 2799552 h 5017219"/>
              <a:gd name="connsiteX31618" fmla="*/ 3341069 w 5799173"/>
              <a:gd name="connsiteY31618" fmla="*/ 2816833 h 5017219"/>
              <a:gd name="connsiteX31619" fmla="*/ 3339823 w 5799173"/>
              <a:gd name="connsiteY31619" fmla="*/ 2817497 h 5017219"/>
              <a:gd name="connsiteX31620" fmla="*/ 370697 w 5799173"/>
              <a:gd name="connsiteY31620" fmla="*/ 2027368 h 5017219"/>
              <a:gd name="connsiteX31621" fmla="*/ 369451 w 5799173"/>
              <a:gd name="connsiteY31621" fmla="*/ 2026620 h 5017219"/>
              <a:gd name="connsiteX31622" fmla="*/ 359481 w 5799173"/>
              <a:gd name="connsiteY31622" fmla="*/ 2009257 h 5017219"/>
              <a:gd name="connsiteX31623" fmla="*/ 359481 w 5799173"/>
              <a:gd name="connsiteY31623" fmla="*/ 2007844 h 5017219"/>
              <a:gd name="connsiteX31624" fmla="*/ 369535 w 5799173"/>
              <a:gd name="connsiteY31624" fmla="*/ 1990481 h 5017219"/>
              <a:gd name="connsiteX31625" fmla="*/ 370780 w 5799173"/>
              <a:gd name="connsiteY31625" fmla="*/ 1989733 h 5017219"/>
              <a:gd name="connsiteX31626" fmla="*/ 390802 w 5799173"/>
              <a:gd name="connsiteY31626" fmla="*/ 1989733 h 5017219"/>
              <a:gd name="connsiteX31627" fmla="*/ 392048 w 5799173"/>
              <a:gd name="connsiteY31627" fmla="*/ 1990481 h 5017219"/>
              <a:gd name="connsiteX31628" fmla="*/ 402019 w 5799173"/>
              <a:gd name="connsiteY31628" fmla="*/ 2007844 h 5017219"/>
              <a:gd name="connsiteX31629" fmla="*/ 402018 w 5799173"/>
              <a:gd name="connsiteY31629" fmla="*/ 2009257 h 5017219"/>
              <a:gd name="connsiteX31630" fmla="*/ 391965 w 5799173"/>
              <a:gd name="connsiteY31630" fmla="*/ 2026620 h 5017219"/>
              <a:gd name="connsiteX31631" fmla="*/ 390719 w 5799173"/>
              <a:gd name="connsiteY31631" fmla="*/ 2027368 h 5017219"/>
              <a:gd name="connsiteX31632" fmla="*/ 551256 w 5799173"/>
              <a:gd name="connsiteY31632" fmla="*/ 2075749 h 5017219"/>
              <a:gd name="connsiteX31633" fmla="*/ 550010 w 5799173"/>
              <a:gd name="connsiteY31633" fmla="*/ 2075001 h 5017219"/>
              <a:gd name="connsiteX31634" fmla="*/ 540040 w 5799173"/>
              <a:gd name="connsiteY31634" fmla="*/ 2057638 h 5017219"/>
              <a:gd name="connsiteX31635" fmla="*/ 540040 w 5799173"/>
              <a:gd name="connsiteY31635" fmla="*/ 2056225 h 5017219"/>
              <a:gd name="connsiteX31636" fmla="*/ 550093 w 5799173"/>
              <a:gd name="connsiteY31636" fmla="*/ 2038862 h 5017219"/>
              <a:gd name="connsiteX31637" fmla="*/ 551338 w 5799173"/>
              <a:gd name="connsiteY31637" fmla="*/ 2038113 h 5017219"/>
              <a:gd name="connsiteX31638" fmla="*/ 571360 w 5799173"/>
              <a:gd name="connsiteY31638" fmla="*/ 2038114 h 5017219"/>
              <a:gd name="connsiteX31639" fmla="*/ 572606 w 5799173"/>
              <a:gd name="connsiteY31639" fmla="*/ 2038861 h 5017219"/>
              <a:gd name="connsiteX31640" fmla="*/ 582577 w 5799173"/>
              <a:gd name="connsiteY31640" fmla="*/ 2056225 h 5017219"/>
              <a:gd name="connsiteX31641" fmla="*/ 582576 w 5799173"/>
              <a:gd name="connsiteY31641" fmla="*/ 2057637 h 5017219"/>
              <a:gd name="connsiteX31642" fmla="*/ 572524 w 5799173"/>
              <a:gd name="connsiteY31642" fmla="*/ 2075001 h 5017219"/>
              <a:gd name="connsiteX31643" fmla="*/ 571278 w 5799173"/>
              <a:gd name="connsiteY31643" fmla="*/ 2075749 h 5017219"/>
              <a:gd name="connsiteX31644" fmla="*/ 912373 w 5799173"/>
              <a:gd name="connsiteY31644" fmla="*/ 2172510 h 5017219"/>
              <a:gd name="connsiteX31645" fmla="*/ 911127 w 5799173"/>
              <a:gd name="connsiteY31645" fmla="*/ 2171762 h 5017219"/>
              <a:gd name="connsiteX31646" fmla="*/ 901157 w 5799173"/>
              <a:gd name="connsiteY31646" fmla="*/ 2154399 h 5017219"/>
              <a:gd name="connsiteX31647" fmla="*/ 901157 w 5799173"/>
              <a:gd name="connsiteY31647" fmla="*/ 2152986 h 5017219"/>
              <a:gd name="connsiteX31648" fmla="*/ 911210 w 5799173"/>
              <a:gd name="connsiteY31648" fmla="*/ 2135623 h 5017219"/>
              <a:gd name="connsiteX31649" fmla="*/ 912456 w 5799173"/>
              <a:gd name="connsiteY31649" fmla="*/ 2134875 h 5017219"/>
              <a:gd name="connsiteX31650" fmla="*/ 932478 w 5799173"/>
              <a:gd name="connsiteY31650" fmla="*/ 2134875 h 5017219"/>
              <a:gd name="connsiteX31651" fmla="*/ 933724 w 5799173"/>
              <a:gd name="connsiteY31651" fmla="*/ 2135623 h 5017219"/>
              <a:gd name="connsiteX31652" fmla="*/ 943694 w 5799173"/>
              <a:gd name="connsiteY31652" fmla="*/ 2152986 h 5017219"/>
              <a:gd name="connsiteX31653" fmla="*/ 943694 w 5799173"/>
              <a:gd name="connsiteY31653" fmla="*/ 2154399 h 5017219"/>
              <a:gd name="connsiteX31654" fmla="*/ 933641 w 5799173"/>
              <a:gd name="connsiteY31654" fmla="*/ 2171762 h 5017219"/>
              <a:gd name="connsiteX31655" fmla="*/ 932395 w 5799173"/>
              <a:gd name="connsiteY31655" fmla="*/ 2172509 h 5017219"/>
              <a:gd name="connsiteX31656" fmla="*/ 490987 w 5799173"/>
              <a:gd name="connsiteY31656" fmla="*/ 2059787 h 5017219"/>
              <a:gd name="connsiteX31657" fmla="*/ 489741 w 5799173"/>
              <a:gd name="connsiteY31657" fmla="*/ 2059040 h 5017219"/>
              <a:gd name="connsiteX31658" fmla="*/ 479605 w 5799173"/>
              <a:gd name="connsiteY31658" fmla="*/ 2041510 h 5017219"/>
              <a:gd name="connsiteX31659" fmla="*/ 479605 w 5799173"/>
              <a:gd name="connsiteY31659" fmla="*/ 2040098 h 5017219"/>
              <a:gd name="connsiteX31660" fmla="*/ 489741 w 5799173"/>
              <a:gd name="connsiteY31660" fmla="*/ 2022568 h 5017219"/>
              <a:gd name="connsiteX31661" fmla="*/ 490987 w 5799173"/>
              <a:gd name="connsiteY31661" fmla="*/ 2021820 h 5017219"/>
              <a:gd name="connsiteX31662" fmla="*/ 511258 w 5799173"/>
              <a:gd name="connsiteY31662" fmla="*/ 2021820 h 5017219"/>
              <a:gd name="connsiteX31663" fmla="*/ 512503 w 5799173"/>
              <a:gd name="connsiteY31663" fmla="*/ 2022568 h 5017219"/>
              <a:gd name="connsiteX31664" fmla="*/ 522640 w 5799173"/>
              <a:gd name="connsiteY31664" fmla="*/ 2040098 h 5017219"/>
              <a:gd name="connsiteX31665" fmla="*/ 522640 w 5799173"/>
              <a:gd name="connsiteY31665" fmla="*/ 2041510 h 5017219"/>
              <a:gd name="connsiteX31666" fmla="*/ 512504 w 5799173"/>
              <a:gd name="connsiteY31666" fmla="*/ 2059040 h 5017219"/>
              <a:gd name="connsiteX31667" fmla="*/ 511258 w 5799173"/>
              <a:gd name="connsiteY31667" fmla="*/ 2059787 h 5017219"/>
              <a:gd name="connsiteX31668" fmla="*/ 1092849 w 5799173"/>
              <a:gd name="connsiteY31668" fmla="*/ 2221055 h 5017219"/>
              <a:gd name="connsiteX31669" fmla="*/ 1091604 w 5799173"/>
              <a:gd name="connsiteY31669" fmla="*/ 2220309 h 5017219"/>
              <a:gd name="connsiteX31670" fmla="*/ 1081467 w 5799173"/>
              <a:gd name="connsiteY31670" fmla="*/ 2202779 h 5017219"/>
              <a:gd name="connsiteX31671" fmla="*/ 1081467 w 5799173"/>
              <a:gd name="connsiteY31671" fmla="*/ 2201366 h 5017219"/>
              <a:gd name="connsiteX31672" fmla="*/ 1091603 w 5799173"/>
              <a:gd name="connsiteY31672" fmla="*/ 2183836 h 5017219"/>
              <a:gd name="connsiteX31673" fmla="*/ 1092849 w 5799173"/>
              <a:gd name="connsiteY31673" fmla="*/ 2183088 h 5017219"/>
              <a:gd name="connsiteX31674" fmla="*/ 1113121 w 5799173"/>
              <a:gd name="connsiteY31674" fmla="*/ 2183089 h 5017219"/>
              <a:gd name="connsiteX31675" fmla="*/ 1114367 w 5799173"/>
              <a:gd name="connsiteY31675" fmla="*/ 2183836 h 5017219"/>
              <a:gd name="connsiteX31676" fmla="*/ 1124502 w 5799173"/>
              <a:gd name="connsiteY31676" fmla="*/ 2201366 h 5017219"/>
              <a:gd name="connsiteX31677" fmla="*/ 1124502 w 5799173"/>
              <a:gd name="connsiteY31677" fmla="*/ 2202779 h 5017219"/>
              <a:gd name="connsiteX31678" fmla="*/ 1114366 w 5799173"/>
              <a:gd name="connsiteY31678" fmla="*/ 2220308 h 5017219"/>
              <a:gd name="connsiteX31679" fmla="*/ 1113121 w 5799173"/>
              <a:gd name="connsiteY31679" fmla="*/ 2221055 h 5017219"/>
              <a:gd name="connsiteX31680" fmla="*/ 3500299 w 5799173"/>
              <a:gd name="connsiteY31680" fmla="*/ 2866130 h 5017219"/>
              <a:gd name="connsiteX31681" fmla="*/ 3499053 w 5799173"/>
              <a:gd name="connsiteY31681" fmla="*/ 2865383 h 5017219"/>
              <a:gd name="connsiteX31682" fmla="*/ 3488917 w 5799173"/>
              <a:gd name="connsiteY31682" fmla="*/ 2847853 h 5017219"/>
              <a:gd name="connsiteX31683" fmla="*/ 3488917 w 5799173"/>
              <a:gd name="connsiteY31683" fmla="*/ 2846441 h 5017219"/>
              <a:gd name="connsiteX31684" fmla="*/ 3499053 w 5799173"/>
              <a:gd name="connsiteY31684" fmla="*/ 2828911 h 5017219"/>
              <a:gd name="connsiteX31685" fmla="*/ 3500299 w 5799173"/>
              <a:gd name="connsiteY31685" fmla="*/ 2828163 h 5017219"/>
              <a:gd name="connsiteX31686" fmla="*/ 3520570 w 5799173"/>
              <a:gd name="connsiteY31686" fmla="*/ 2828163 h 5017219"/>
              <a:gd name="connsiteX31687" fmla="*/ 3521816 w 5799173"/>
              <a:gd name="connsiteY31687" fmla="*/ 2828911 h 5017219"/>
              <a:gd name="connsiteX31688" fmla="*/ 3531952 w 5799173"/>
              <a:gd name="connsiteY31688" fmla="*/ 2846441 h 5017219"/>
              <a:gd name="connsiteX31689" fmla="*/ 3531952 w 5799173"/>
              <a:gd name="connsiteY31689" fmla="*/ 2847853 h 5017219"/>
              <a:gd name="connsiteX31690" fmla="*/ 3521816 w 5799173"/>
              <a:gd name="connsiteY31690" fmla="*/ 2865383 h 5017219"/>
              <a:gd name="connsiteX31691" fmla="*/ 3520570 w 5799173"/>
              <a:gd name="connsiteY31691" fmla="*/ 2866130 h 5017219"/>
              <a:gd name="connsiteX31692" fmla="*/ 611277 w 5799173"/>
              <a:gd name="connsiteY31692" fmla="*/ 2092124 h 5017219"/>
              <a:gd name="connsiteX31693" fmla="*/ 610031 w 5799173"/>
              <a:gd name="connsiteY31693" fmla="*/ 2091377 h 5017219"/>
              <a:gd name="connsiteX31694" fmla="*/ 599895 w 5799173"/>
              <a:gd name="connsiteY31694" fmla="*/ 2073764 h 5017219"/>
              <a:gd name="connsiteX31695" fmla="*/ 599894 w 5799173"/>
              <a:gd name="connsiteY31695" fmla="*/ 2072352 h 5017219"/>
              <a:gd name="connsiteX31696" fmla="*/ 610114 w 5799173"/>
              <a:gd name="connsiteY31696" fmla="*/ 2054739 h 5017219"/>
              <a:gd name="connsiteX31697" fmla="*/ 611360 w 5799173"/>
              <a:gd name="connsiteY31697" fmla="*/ 2053991 h 5017219"/>
              <a:gd name="connsiteX31698" fmla="*/ 631714 w 5799173"/>
              <a:gd name="connsiteY31698" fmla="*/ 2053991 h 5017219"/>
              <a:gd name="connsiteX31699" fmla="*/ 632960 w 5799173"/>
              <a:gd name="connsiteY31699" fmla="*/ 2054739 h 5017219"/>
              <a:gd name="connsiteX31700" fmla="*/ 643095 w 5799173"/>
              <a:gd name="connsiteY31700" fmla="*/ 2072352 h 5017219"/>
              <a:gd name="connsiteX31701" fmla="*/ 643096 w 5799173"/>
              <a:gd name="connsiteY31701" fmla="*/ 2073764 h 5017219"/>
              <a:gd name="connsiteX31702" fmla="*/ 632877 w 5799173"/>
              <a:gd name="connsiteY31702" fmla="*/ 2091377 h 5017219"/>
              <a:gd name="connsiteX31703" fmla="*/ 631630 w 5799173"/>
              <a:gd name="connsiteY31703" fmla="*/ 2092124 h 5017219"/>
              <a:gd name="connsiteX31704" fmla="*/ 852021 w 5799173"/>
              <a:gd name="connsiteY31704" fmla="*/ 2156631 h 5017219"/>
              <a:gd name="connsiteX31705" fmla="*/ 850775 w 5799173"/>
              <a:gd name="connsiteY31705" fmla="*/ 2155884 h 5017219"/>
              <a:gd name="connsiteX31706" fmla="*/ 840639 w 5799173"/>
              <a:gd name="connsiteY31706" fmla="*/ 2138271 h 5017219"/>
              <a:gd name="connsiteX31707" fmla="*/ 840639 w 5799173"/>
              <a:gd name="connsiteY31707" fmla="*/ 2136859 h 5017219"/>
              <a:gd name="connsiteX31708" fmla="*/ 850858 w 5799173"/>
              <a:gd name="connsiteY31708" fmla="*/ 2119246 h 5017219"/>
              <a:gd name="connsiteX31709" fmla="*/ 852105 w 5799173"/>
              <a:gd name="connsiteY31709" fmla="*/ 2118498 h 5017219"/>
              <a:gd name="connsiteX31710" fmla="*/ 872458 w 5799173"/>
              <a:gd name="connsiteY31710" fmla="*/ 2118498 h 5017219"/>
              <a:gd name="connsiteX31711" fmla="*/ 873704 w 5799173"/>
              <a:gd name="connsiteY31711" fmla="*/ 2119246 h 5017219"/>
              <a:gd name="connsiteX31712" fmla="*/ 883840 w 5799173"/>
              <a:gd name="connsiteY31712" fmla="*/ 2136859 h 5017219"/>
              <a:gd name="connsiteX31713" fmla="*/ 883840 w 5799173"/>
              <a:gd name="connsiteY31713" fmla="*/ 2138271 h 5017219"/>
              <a:gd name="connsiteX31714" fmla="*/ 873621 w 5799173"/>
              <a:gd name="connsiteY31714" fmla="*/ 2155884 h 5017219"/>
              <a:gd name="connsiteX31715" fmla="*/ 872375 w 5799173"/>
              <a:gd name="connsiteY31715" fmla="*/ 2156631 h 5017219"/>
              <a:gd name="connsiteX31716" fmla="*/ 3139098 w 5799173"/>
              <a:gd name="connsiteY31716" fmla="*/ 2769451 h 5017219"/>
              <a:gd name="connsiteX31717" fmla="*/ 3137852 w 5799173"/>
              <a:gd name="connsiteY31717" fmla="*/ 2768704 h 5017219"/>
              <a:gd name="connsiteX31718" fmla="*/ 3127716 w 5799173"/>
              <a:gd name="connsiteY31718" fmla="*/ 2751091 h 5017219"/>
              <a:gd name="connsiteX31719" fmla="*/ 3127716 w 5799173"/>
              <a:gd name="connsiteY31719" fmla="*/ 2749680 h 5017219"/>
              <a:gd name="connsiteX31720" fmla="*/ 3137935 w 5799173"/>
              <a:gd name="connsiteY31720" fmla="*/ 2732066 h 5017219"/>
              <a:gd name="connsiteX31721" fmla="*/ 3139181 w 5799173"/>
              <a:gd name="connsiteY31721" fmla="*/ 2731318 h 5017219"/>
              <a:gd name="connsiteX31722" fmla="*/ 3159535 w 5799173"/>
              <a:gd name="connsiteY31722" fmla="*/ 2731318 h 5017219"/>
              <a:gd name="connsiteX31723" fmla="*/ 3160782 w 5799173"/>
              <a:gd name="connsiteY31723" fmla="*/ 2732066 h 5017219"/>
              <a:gd name="connsiteX31724" fmla="*/ 3170917 w 5799173"/>
              <a:gd name="connsiteY31724" fmla="*/ 2749680 h 5017219"/>
              <a:gd name="connsiteX31725" fmla="*/ 3170917 w 5799173"/>
              <a:gd name="connsiteY31725" fmla="*/ 2751091 h 5017219"/>
              <a:gd name="connsiteX31726" fmla="*/ 3160698 w 5799173"/>
              <a:gd name="connsiteY31726" fmla="*/ 2768704 h 5017219"/>
              <a:gd name="connsiteX31727" fmla="*/ 3159452 w 5799173"/>
              <a:gd name="connsiteY31727" fmla="*/ 2769451 h 5017219"/>
              <a:gd name="connsiteX31728" fmla="*/ 1574234 w 5799173"/>
              <a:gd name="connsiteY31728" fmla="*/ 2350316 h 5017219"/>
              <a:gd name="connsiteX31729" fmla="*/ 1572988 w 5799173"/>
              <a:gd name="connsiteY31729" fmla="*/ 2349569 h 5017219"/>
              <a:gd name="connsiteX31730" fmla="*/ 1562769 w 5799173"/>
              <a:gd name="connsiteY31730" fmla="*/ 2331873 h 5017219"/>
              <a:gd name="connsiteX31731" fmla="*/ 1562769 w 5799173"/>
              <a:gd name="connsiteY31731" fmla="*/ 2330461 h 5017219"/>
              <a:gd name="connsiteX31732" fmla="*/ 1572988 w 5799173"/>
              <a:gd name="connsiteY31732" fmla="*/ 2312765 h 5017219"/>
              <a:gd name="connsiteX31733" fmla="*/ 1574234 w 5799173"/>
              <a:gd name="connsiteY31733" fmla="*/ 2312017 h 5017219"/>
              <a:gd name="connsiteX31734" fmla="*/ 1594671 w 5799173"/>
              <a:gd name="connsiteY31734" fmla="*/ 2312017 h 5017219"/>
              <a:gd name="connsiteX31735" fmla="*/ 1595918 w 5799173"/>
              <a:gd name="connsiteY31735" fmla="*/ 2312765 h 5017219"/>
              <a:gd name="connsiteX31736" fmla="*/ 1606136 w 5799173"/>
              <a:gd name="connsiteY31736" fmla="*/ 2330461 h 5017219"/>
              <a:gd name="connsiteX31737" fmla="*/ 1606136 w 5799173"/>
              <a:gd name="connsiteY31737" fmla="*/ 2331873 h 5017219"/>
              <a:gd name="connsiteX31738" fmla="*/ 1595918 w 5799173"/>
              <a:gd name="connsiteY31738" fmla="*/ 2349569 h 5017219"/>
              <a:gd name="connsiteX31739" fmla="*/ 1594671 w 5799173"/>
              <a:gd name="connsiteY31739" fmla="*/ 2350316 h 5017219"/>
              <a:gd name="connsiteX31740" fmla="*/ 3199262 w 5799173"/>
              <a:gd name="connsiteY31740" fmla="*/ 2785741 h 5017219"/>
              <a:gd name="connsiteX31741" fmla="*/ 3198016 w 5799173"/>
              <a:gd name="connsiteY31741" fmla="*/ 2784994 h 5017219"/>
              <a:gd name="connsiteX31742" fmla="*/ 3187797 w 5799173"/>
              <a:gd name="connsiteY31742" fmla="*/ 2767298 h 5017219"/>
              <a:gd name="connsiteX31743" fmla="*/ 3187797 w 5799173"/>
              <a:gd name="connsiteY31743" fmla="*/ 2765886 h 5017219"/>
              <a:gd name="connsiteX31744" fmla="*/ 3198016 w 5799173"/>
              <a:gd name="connsiteY31744" fmla="*/ 2748190 h 5017219"/>
              <a:gd name="connsiteX31745" fmla="*/ 3199262 w 5799173"/>
              <a:gd name="connsiteY31745" fmla="*/ 2747442 h 5017219"/>
              <a:gd name="connsiteX31746" fmla="*/ 3219699 w 5799173"/>
              <a:gd name="connsiteY31746" fmla="*/ 2747442 h 5017219"/>
              <a:gd name="connsiteX31747" fmla="*/ 3220946 w 5799173"/>
              <a:gd name="connsiteY31747" fmla="*/ 2748190 h 5017219"/>
              <a:gd name="connsiteX31748" fmla="*/ 3231164 w 5799173"/>
              <a:gd name="connsiteY31748" fmla="*/ 2765886 h 5017219"/>
              <a:gd name="connsiteX31749" fmla="*/ 3231164 w 5799173"/>
              <a:gd name="connsiteY31749" fmla="*/ 2767298 h 5017219"/>
              <a:gd name="connsiteX31750" fmla="*/ 3220946 w 5799173"/>
              <a:gd name="connsiteY31750" fmla="*/ 2784994 h 5017219"/>
              <a:gd name="connsiteX31751" fmla="*/ 3219699 w 5799173"/>
              <a:gd name="connsiteY31751" fmla="*/ 2785741 h 5017219"/>
              <a:gd name="connsiteX31752" fmla="*/ 3560379 w 5799173"/>
              <a:gd name="connsiteY31752" fmla="*/ 2882502 h 5017219"/>
              <a:gd name="connsiteX31753" fmla="*/ 3559133 w 5799173"/>
              <a:gd name="connsiteY31753" fmla="*/ 2881755 h 5017219"/>
              <a:gd name="connsiteX31754" fmla="*/ 3548914 w 5799173"/>
              <a:gd name="connsiteY31754" fmla="*/ 2864059 h 5017219"/>
              <a:gd name="connsiteX31755" fmla="*/ 3548915 w 5799173"/>
              <a:gd name="connsiteY31755" fmla="*/ 2862648 h 5017219"/>
              <a:gd name="connsiteX31756" fmla="*/ 3559133 w 5799173"/>
              <a:gd name="connsiteY31756" fmla="*/ 2844951 h 5017219"/>
              <a:gd name="connsiteX31757" fmla="*/ 3560379 w 5799173"/>
              <a:gd name="connsiteY31757" fmla="*/ 2844203 h 5017219"/>
              <a:gd name="connsiteX31758" fmla="*/ 3580816 w 5799173"/>
              <a:gd name="connsiteY31758" fmla="*/ 2844203 h 5017219"/>
              <a:gd name="connsiteX31759" fmla="*/ 3582063 w 5799173"/>
              <a:gd name="connsiteY31759" fmla="*/ 2844951 h 5017219"/>
              <a:gd name="connsiteX31760" fmla="*/ 3592281 w 5799173"/>
              <a:gd name="connsiteY31760" fmla="*/ 2862647 h 5017219"/>
              <a:gd name="connsiteX31761" fmla="*/ 3592281 w 5799173"/>
              <a:gd name="connsiteY31761" fmla="*/ 2864059 h 5017219"/>
              <a:gd name="connsiteX31762" fmla="*/ 3582063 w 5799173"/>
              <a:gd name="connsiteY31762" fmla="*/ 2881755 h 5017219"/>
              <a:gd name="connsiteX31763" fmla="*/ 3580816 w 5799173"/>
              <a:gd name="connsiteY31763" fmla="*/ 2882502 h 5017219"/>
              <a:gd name="connsiteX31764" fmla="*/ 731546 w 5799173"/>
              <a:gd name="connsiteY31764" fmla="*/ 2124614 h 5017219"/>
              <a:gd name="connsiteX31765" fmla="*/ 730299 w 5799173"/>
              <a:gd name="connsiteY31765" fmla="*/ 2123866 h 5017219"/>
              <a:gd name="connsiteX31766" fmla="*/ 719997 w 5799173"/>
              <a:gd name="connsiteY31766" fmla="*/ 2106087 h 5017219"/>
              <a:gd name="connsiteX31767" fmla="*/ 719997 w 5799173"/>
              <a:gd name="connsiteY31767" fmla="*/ 2104674 h 5017219"/>
              <a:gd name="connsiteX31768" fmla="*/ 730299 w 5799173"/>
              <a:gd name="connsiteY31768" fmla="*/ 2086896 h 5017219"/>
              <a:gd name="connsiteX31769" fmla="*/ 731545 w 5799173"/>
              <a:gd name="connsiteY31769" fmla="*/ 2086148 h 5017219"/>
              <a:gd name="connsiteX31770" fmla="*/ 752067 w 5799173"/>
              <a:gd name="connsiteY31770" fmla="*/ 2086148 h 5017219"/>
              <a:gd name="connsiteX31771" fmla="*/ 753313 w 5799173"/>
              <a:gd name="connsiteY31771" fmla="*/ 2086896 h 5017219"/>
              <a:gd name="connsiteX31772" fmla="*/ 763614 w 5799173"/>
              <a:gd name="connsiteY31772" fmla="*/ 2104675 h 5017219"/>
              <a:gd name="connsiteX31773" fmla="*/ 763615 w 5799173"/>
              <a:gd name="connsiteY31773" fmla="*/ 2106087 h 5017219"/>
              <a:gd name="connsiteX31774" fmla="*/ 753312 w 5799173"/>
              <a:gd name="connsiteY31774" fmla="*/ 2123866 h 5017219"/>
              <a:gd name="connsiteX31775" fmla="*/ 752066 w 5799173"/>
              <a:gd name="connsiteY31775" fmla="*/ 2124614 h 5017219"/>
              <a:gd name="connsiteX31776" fmla="*/ 1032477 w 5799173"/>
              <a:gd name="connsiteY31776" fmla="*/ 2205248 h 5017219"/>
              <a:gd name="connsiteX31777" fmla="*/ 1031231 w 5799173"/>
              <a:gd name="connsiteY31777" fmla="*/ 2204500 h 5017219"/>
              <a:gd name="connsiteX31778" fmla="*/ 1020929 w 5799173"/>
              <a:gd name="connsiteY31778" fmla="*/ 2186721 h 5017219"/>
              <a:gd name="connsiteX31779" fmla="*/ 1020929 w 5799173"/>
              <a:gd name="connsiteY31779" fmla="*/ 2185309 h 5017219"/>
              <a:gd name="connsiteX31780" fmla="*/ 1031231 w 5799173"/>
              <a:gd name="connsiteY31780" fmla="*/ 2167530 h 5017219"/>
              <a:gd name="connsiteX31781" fmla="*/ 1032477 w 5799173"/>
              <a:gd name="connsiteY31781" fmla="*/ 2166782 h 5017219"/>
              <a:gd name="connsiteX31782" fmla="*/ 1052998 w 5799173"/>
              <a:gd name="connsiteY31782" fmla="*/ 2166782 h 5017219"/>
              <a:gd name="connsiteX31783" fmla="*/ 1054244 w 5799173"/>
              <a:gd name="connsiteY31783" fmla="*/ 2167530 h 5017219"/>
              <a:gd name="connsiteX31784" fmla="*/ 1064546 w 5799173"/>
              <a:gd name="connsiteY31784" fmla="*/ 2185309 h 5017219"/>
              <a:gd name="connsiteX31785" fmla="*/ 1064545 w 5799173"/>
              <a:gd name="connsiteY31785" fmla="*/ 2186721 h 5017219"/>
              <a:gd name="connsiteX31786" fmla="*/ 1054244 w 5799173"/>
              <a:gd name="connsiteY31786" fmla="*/ 2204500 h 5017219"/>
              <a:gd name="connsiteX31787" fmla="*/ 1052998 w 5799173"/>
              <a:gd name="connsiteY31787" fmla="*/ 2205248 h 5017219"/>
              <a:gd name="connsiteX31788" fmla="*/ 3439925 w 5799173"/>
              <a:gd name="connsiteY31788" fmla="*/ 2850322 h 5017219"/>
              <a:gd name="connsiteX31789" fmla="*/ 3438679 w 5799173"/>
              <a:gd name="connsiteY31789" fmla="*/ 2849574 h 5017219"/>
              <a:gd name="connsiteX31790" fmla="*/ 3428377 w 5799173"/>
              <a:gd name="connsiteY31790" fmla="*/ 2831795 h 5017219"/>
              <a:gd name="connsiteX31791" fmla="*/ 3428377 w 5799173"/>
              <a:gd name="connsiteY31791" fmla="*/ 2830383 h 5017219"/>
              <a:gd name="connsiteX31792" fmla="*/ 3438679 w 5799173"/>
              <a:gd name="connsiteY31792" fmla="*/ 2812604 h 5017219"/>
              <a:gd name="connsiteX31793" fmla="*/ 3439925 w 5799173"/>
              <a:gd name="connsiteY31793" fmla="*/ 2811856 h 5017219"/>
              <a:gd name="connsiteX31794" fmla="*/ 3460445 w 5799173"/>
              <a:gd name="connsiteY31794" fmla="*/ 2811856 h 5017219"/>
              <a:gd name="connsiteX31795" fmla="*/ 3461692 w 5799173"/>
              <a:gd name="connsiteY31795" fmla="*/ 2812604 h 5017219"/>
              <a:gd name="connsiteX31796" fmla="*/ 3471993 w 5799173"/>
              <a:gd name="connsiteY31796" fmla="*/ 2830383 h 5017219"/>
              <a:gd name="connsiteX31797" fmla="*/ 3471993 w 5799173"/>
              <a:gd name="connsiteY31797" fmla="*/ 2831795 h 5017219"/>
              <a:gd name="connsiteX31798" fmla="*/ 3461692 w 5799173"/>
              <a:gd name="connsiteY31798" fmla="*/ 2849574 h 5017219"/>
              <a:gd name="connsiteX31799" fmla="*/ 3460445 w 5799173"/>
              <a:gd name="connsiteY31799" fmla="*/ 2850322 h 5017219"/>
              <a:gd name="connsiteX31800" fmla="*/ 791739 w 5799173"/>
              <a:gd name="connsiteY31800" fmla="*/ 2140846 h 5017219"/>
              <a:gd name="connsiteX31801" fmla="*/ 790493 w 5799173"/>
              <a:gd name="connsiteY31801" fmla="*/ 2140098 h 5017219"/>
              <a:gd name="connsiteX31802" fmla="*/ 780192 w 5799173"/>
              <a:gd name="connsiteY31802" fmla="*/ 2122236 h 5017219"/>
              <a:gd name="connsiteX31803" fmla="*/ 780192 w 5799173"/>
              <a:gd name="connsiteY31803" fmla="*/ 2120741 h 5017219"/>
              <a:gd name="connsiteX31804" fmla="*/ 790493 w 5799173"/>
              <a:gd name="connsiteY31804" fmla="*/ 2102879 h 5017219"/>
              <a:gd name="connsiteX31805" fmla="*/ 791739 w 5799173"/>
              <a:gd name="connsiteY31805" fmla="*/ 2102131 h 5017219"/>
              <a:gd name="connsiteX31806" fmla="*/ 812425 w 5799173"/>
              <a:gd name="connsiteY31806" fmla="*/ 2102131 h 5017219"/>
              <a:gd name="connsiteX31807" fmla="*/ 813672 w 5799173"/>
              <a:gd name="connsiteY31807" fmla="*/ 2102879 h 5017219"/>
              <a:gd name="connsiteX31808" fmla="*/ 823974 w 5799173"/>
              <a:gd name="connsiteY31808" fmla="*/ 2120742 h 5017219"/>
              <a:gd name="connsiteX31809" fmla="*/ 823974 w 5799173"/>
              <a:gd name="connsiteY31809" fmla="*/ 2122237 h 5017219"/>
              <a:gd name="connsiteX31810" fmla="*/ 813672 w 5799173"/>
              <a:gd name="connsiteY31810" fmla="*/ 2140099 h 5017219"/>
              <a:gd name="connsiteX31811" fmla="*/ 812425 w 5799173"/>
              <a:gd name="connsiteY31811" fmla="*/ 2140846 h 5017219"/>
              <a:gd name="connsiteX31812" fmla="*/ 972298 w 5799173"/>
              <a:gd name="connsiteY31812" fmla="*/ 2189227 h 5017219"/>
              <a:gd name="connsiteX31813" fmla="*/ 971051 w 5799173"/>
              <a:gd name="connsiteY31813" fmla="*/ 2188479 h 5017219"/>
              <a:gd name="connsiteX31814" fmla="*/ 960750 w 5799173"/>
              <a:gd name="connsiteY31814" fmla="*/ 2170617 h 5017219"/>
              <a:gd name="connsiteX31815" fmla="*/ 960750 w 5799173"/>
              <a:gd name="connsiteY31815" fmla="*/ 2169122 h 5017219"/>
              <a:gd name="connsiteX31816" fmla="*/ 971051 w 5799173"/>
              <a:gd name="connsiteY31816" fmla="*/ 2151260 h 5017219"/>
              <a:gd name="connsiteX31817" fmla="*/ 972298 w 5799173"/>
              <a:gd name="connsiteY31817" fmla="*/ 2150512 h 5017219"/>
              <a:gd name="connsiteX31818" fmla="*/ 992984 w 5799173"/>
              <a:gd name="connsiteY31818" fmla="*/ 2150512 h 5017219"/>
              <a:gd name="connsiteX31819" fmla="*/ 994231 w 5799173"/>
              <a:gd name="connsiteY31819" fmla="*/ 2151260 h 5017219"/>
              <a:gd name="connsiteX31820" fmla="*/ 1004532 w 5799173"/>
              <a:gd name="connsiteY31820" fmla="*/ 2169122 h 5017219"/>
              <a:gd name="connsiteX31821" fmla="*/ 1004533 w 5799173"/>
              <a:gd name="connsiteY31821" fmla="*/ 2170617 h 5017219"/>
              <a:gd name="connsiteX31822" fmla="*/ 994230 w 5799173"/>
              <a:gd name="connsiteY31822" fmla="*/ 2188479 h 5017219"/>
              <a:gd name="connsiteX31823" fmla="*/ 992984 w 5799173"/>
              <a:gd name="connsiteY31823" fmla="*/ 2189227 h 5017219"/>
              <a:gd name="connsiteX31824" fmla="*/ 671286 w 5799173"/>
              <a:gd name="connsiteY31824" fmla="*/ 2108665 h 5017219"/>
              <a:gd name="connsiteX31825" fmla="*/ 670039 w 5799173"/>
              <a:gd name="connsiteY31825" fmla="*/ 2107917 h 5017219"/>
              <a:gd name="connsiteX31826" fmla="*/ 659655 w 5799173"/>
              <a:gd name="connsiteY31826" fmla="*/ 2089972 h 5017219"/>
              <a:gd name="connsiteX31827" fmla="*/ 659655 w 5799173"/>
              <a:gd name="connsiteY31827" fmla="*/ 2088477 h 5017219"/>
              <a:gd name="connsiteX31828" fmla="*/ 670039 w 5799173"/>
              <a:gd name="connsiteY31828" fmla="*/ 2070532 h 5017219"/>
              <a:gd name="connsiteX31829" fmla="*/ 671285 w 5799173"/>
              <a:gd name="connsiteY31829" fmla="*/ 2069784 h 5017219"/>
              <a:gd name="connsiteX31830" fmla="*/ 692056 w 5799173"/>
              <a:gd name="connsiteY31830" fmla="*/ 2069784 h 5017219"/>
              <a:gd name="connsiteX31831" fmla="*/ 693302 w 5799173"/>
              <a:gd name="connsiteY31831" fmla="*/ 2070532 h 5017219"/>
              <a:gd name="connsiteX31832" fmla="*/ 703686 w 5799173"/>
              <a:gd name="connsiteY31832" fmla="*/ 2088477 h 5017219"/>
              <a:gd name="connsiteX31833" fmla="*/ 703686 w 5799173"/>
              <a:gd name="connsiteY31833" fmla="*/ 2089972 h 5017219"/>
              <a:gd name="connsiteX31834" fmla="*/ 693302 w 5799173"/>
              <a:gd name="connsiteY31834" fmla="*/ 2107917 h 5017219"/>
              <a:gd name="connsiteX31835" fmla="*/ 692056 w 5799173"/>
              <a:gd name="connsiteY31835" fmla="*/ 2108665 h 5017219"/>
              <a:gd name="connsiteX31836" fmla="*/ 2657347 w 5799173"/>
              <a:gd name="connsiteY31836" fmla="*/ 2640934 h 5017219"/>
              <a:gd name="connsiteX31837" fmla="*/ 2656101 w 5799173"/>
              <a:gd name="connsiteY31837" fmla="*/ 2640187 h 5017219"/>
              <a:gd name="connsiteX31838" fmla="*/ 2645716 w 5799173"/>
              <a:gd name="connsiteY31838" fmla="*/ 2622158 h 5017219"/>
              <a:gd name="connsiteX31839" fmla="*/ 2645716 w 5799173"/>
              <a:gd name="connsiteY31839" fmla="*/ 2620663 h 5017219"/>
              <a:gd name="connsiteX31840" fmla="*/ 2656184 w 5799173"/>
              <a:gd name="connsiteY31840" fmla="*/ 2602635 h 5017219"/>
              <a:gd name="connsiteX31841" fmla="*/ 2657430 w 5799173"/>
              <a:gd name="connsiteY31841" fmla="*/ 2601887 h 5017219"/>
              <a:gd name="connsiteX31842" fmla="*/ 2678283 w 5799173"/>
              <a:gd name="connsiteY31842" fmla="*/ 2601887 h 5017219"/>
              <a:gd name="connsiteX31843" fmla="*/ 2679529 w 5799173"/>
              <a:gd name="connsiteY31843" fmla="*/ 2602635 h 5017219"/>
              <a:gd name="connsiteX31844" fmla="*/ 2689914 w 5799173"/>
              <a:gd name="connsiteY31844" fmla="*/ 2620663 h 5017219"/>
              <a:gd name="connsiteX31845" fmla="*/ 2689914 w 5799173"/>
              <a:gd name="connsiteY31845" fmla="*/ 2622158 h 5017219"/>
              <a:gd name="connsiteX31846" fmla="*/ 2679446 w 5799173"/>
              <a:gd name="connsiteY31846" fmla="*/ 2640187 h 5017219"/>
              <a:gd name="connsiteX31847" fmla="*/ 2678200 w 5799173"/>
              <a:gd name="connsiteY31847" fmla="*/ 2640934 h 5017219"/>
              <a:gd name="connsiteX31848" fmla="*/ 2898092 w 5799173"/>
              <a:gd name="connsiteY31848" fmla="*/ 2705441 h 5017219"/>
              <a:gd name="connsiteX31849" fmla="*/ 2896847 w 5799173"/>
              <a:gd name="connsiteY31849" fmla="*/ 2704695 h 5017219"/>
              <a:gd name="connsiteX31850" fmla="*/ 2886461 w 5799173"/>
              <a:gd name="connsiteY31850" fmla="*/ 2686666 h 5017219"/>
              <a:gd name="connsiteX31851" fmla="*/ 2886461 w 5799173"/>
              <a:gd name="connsiteY31851" fmla="*/ 2685170 h 5017219"/>
              <a:gd name="connsiteX31852" fmla="*/ 2896930 w 5799173"/>
              <a:gd name="connsiteY31852" fmla="*/ 2667143 h 5017219"/>
              <a:gd name="connsiteX31853" fmla="*/ 2898176 w 5799173"/>
              <a:gd name="connsiteY31853" fmla="*/ 2666395 h 5017219"/>
              <a:gd name="connsiteX31854" fmla="*/ 2919029 w 5799173"/>
              <a:gd name="connsiteY31854" fmla="*/ 2666395 h 5017219"/>
              <a:gd name="connsiteX31855" fmla="*/ 2920275 w 5799173"/>
              <a:gd name="connsiteY31855" fmla="*/ 2667143 h 5017219"/>
              <a:gd name="connsiteX31856" fmla="*/ 2930659 w 5799173"/>
              <a:gd name="connsiteY31856" fmla="*/ 2685170 h 5017219"/>
              <a:gd name="connsiteX31857" fmla="*/ 2930659 w 5799173"/>
              <a:gd name="connsiteY31857" fmla="*/ 2686666 h 5017219"/>
              <a:gd name="connsiteX31858" fmla="*/ 2920192 w 5799173"/>
              <a:gd name="connsiteY31858" fmla="*/ 2704695 h 5017219"/>
              <a:gd name="connsiteX31859" fmla="*/ 2918945 w 5799173"/>
              <a:gd name="connsiteY31859" fmla="*/ 2705442 h 5017219"/>
              <a:gd name="connsiteX31860" fmla="*/ 2717534 w 5799173"/>
              <a:gd name="connsiteY31860" fmla="*/ 2657143 h 5017219"/>
              <a:gd name="connsiteX31861" fmla="*/ 2716288 w 5799173"/>
              <a:gd name="connsiteY31861" fmla="*/ 2656395 h 5017219"/>
              <a:gd name="connsiteX31862" fmla="*/ 2705820 w 5799173"/>
              <a:gd name="connsiteY31862" fmla="*/ 2638284 h 5017219"/>
              <a:gd name="connsiteX31863" fmla="*/ 2705820 w 5799173"/>
              <a:gd name="connsiteY31863" fmla="*/ 2636789 h 5017219"/>
              <a:gd name="connsiteX31864" fmla="*/ 2716288 w 5799173"/>
              <a:gd name="connsiteY31864" fmla="*/ 2618678 h 5017219"/>
              <a:gd name="connsiteX31865" fmla="*/ 2717534 w 5799173"/>
              <a:gd name="connsiteY31865" fmla="*/ 2617930 h 5017219"/>
              <a:gd name="connsiteX31866" fmla="*/ 2738470 w 5799173"/>
              <a:gd name="connsiteY31866" fmla="*/ 2617930 h 5017219"/>
              <a:gd name="connsiteX31867" fmla="*/ 2739716 w 5799173"/>
              <a:gd name="connsiteY31867" fmla="*/ 2618678 h 5017219"/>
              <a:gd name="connsiteX31868" fmla="*/ 2750184 w 5799173"/>
              <a:gd name="connsiteY31868" fmla="*/ 2636789 h 5017219"/>
              <a:gd name="connsiteX31869" fmla="*/ 2750184 w 5799173"/>
              <a:gd name="connsiteY31869" fmla="*/ 2638284 h 5017219"/>
              <a:gd name="connsiteX31870" fmla="*/ 2739716 w 5799173"/>
              <a:gd name="connsiteY31870" fmla="*/ 2656395 h 5017219"/>
              <a:gd name="connsiteX31871" fmla="*/ 2738470 w 5799173"/>
              <a:gd name="connsiteY31871" fmla="*/ 2657143 h 5017219"/>
              <a:gd name="connsiteX31872" fmla="*/ 3259125 w 5799173"/>
              <a:gd name="connsiteY31872" fmla="*/ 2802545 h 5017219"/>
              <a:gd name="connsiteX31873" fmla="*/ 3257796 w 5799173"/>
              <a:gd name="connsiteY31873" fmla="*/ 2801797 h 5017219"/>
              <a:gd name="connsiteX31874" fmla="*/ 3247246 w 5799173"/>
              <a:gd name="connsiteY31874" fmla="*/ 2783437 h 5017219"/>
              <a:gd name="connsiteX31875" fmla="*/ 3247245 w 5799173"/>
              <a:gd name="connsiteY31875" fmla="*/ 2781941 h 5017219"/>
              <a:gd name="connsiteX31876" fmla="*/ 3257796 w 5799173"/>
              <a:gd name="connsiteY31876" fmla="*/ 2763581 h 5017219"/>
              <a:gd name="connsiteX31877" fmla="*/ 3259126 w 5799173"/>
              <a:gd name="connsiteY31877" fmla="*/ 2762833 h 5017219"/>
              <a:gd name="connsiteX31878" fmla="*/ 3280310 w 5799173"/>
              <a:gd name="connsiteY31878" fmla="*/ 2762833 h 5017219"/>
              <a:gd name="connsiteX31879" fmla="*/ 3281640 w 5799173"/>
              <a:gd name="connsiteY31879" fmla="*/ 2763581 h 5017219"/>
              <a:gd name="connsiteX31880" fmla="*/ 3292191 w 5799173"/>
              <a:gd name="connsiteY31880" fmla="*/ 2781941 h 5017219"/>
              <a:gd name="connsiteX31881" fmla="*/ 3292191 w 5799173"/>
              <a:gd name="connsiteY31881" fmla="*/ 2783437 h 5017219"/>
              <a:gd name="connsiteX31882" fmla="*/ 3281641 w 5799173"/>
              <a:gd name="connsiteY31882" fmla="*/ 2801798 h 5017219"/>
              <a:gd name="connsiteX31883" fmla="*/ 3280310 w 5799173"/>
              <a:gd name="connsiteY31883" fmla="*/ 2802545 h 5017219"/>
              <a:gd name="connsiteX31884" fmla="*/ 1513643 w 5799173"/>
              <a:gd name="connsiteY31884" fmla="*/ 2334940 h 5017219"/>
              <a:gd name="connsiteX31885" fmla="*/ 1512314 w 5799173"/>
              <a:gd name="connsiteY31885" fmla="*/ 2334192 h 5017219"/>
              <a:gd name="connsiteX31886" fmla="*/ 1501680 w 5799173"/>
              <a:gd name="connsiteY31886" fmla="*/ 2315749 h 5017219"/>
              <a:gd name="connsiteX31887" fmla="*/ 1501680 w 5799173"/>
              <a:gd name="connsiteY31887" fmla="*/ 2314253 h 5017219"/>
              <a:gd name="connsiteX31888" fmla="*/ 1512314 w 5799173"/>
              <a:gd name="connsiteY31888" fmla="*/ 2295810 h 5017219"/>
              <a:gd name="connsiteX31889" fmla="*/ 1513643 w 5799173"/>
              <a:gd name="connsiteY31889" fmla="*/ 2295062 h 5017219"/>
              <a:gd name="connsiteX31890" fmla="*/ 1534912 w 5799173"/>
              <a:gd name="connsiteY31890" fmla="*/ 2295062 h 5017219"/>
              <a:gd name="connsiteX31891" fmla="*/ 1536241 w 5799173"/>
              <a:gd name="connsiteY31891" fmla="*/ 2295810 h 5017219"/>
              <a:gd name="connsiteX31892" fmla="*/ 1546875 w 5799173"/>
              <a:gd name="connsiteY31892" fmla="*/ 2314253 h 5017219"/>
              <a:gd name="connsiteX31893" fmla="*/ 1546874 w 5799173"/>
              <a:gd name="connsiteY31893" fmla="*/ 2315749 h 5017219"/>
              <a:gd name="connsiteX31894" fmla="*/ 1536241 w 5799173"/>
              <a:gd name="connsiteY31894" fmla="*/ 2334192 h 5017219"/>
              <a:gd name="connsiteX31895" fmla="*/ 1534912 w 5799173"/>
              <a:gd name="connsiteY31895" fmla="*/ 2334940 h 5017219"/>
              <a:gd name="connsiteX31896" fmla="*/ 2958112 w 5799173"/>
              <a:gd name="connsiteY31896" fmla="*/ 2721984 h 5017219"/>
              <a:gd name="connsiteX31897" fmla="*/ 2956784 w 5799173"/>
              <a:gd name="connsiteY31897" fmla="*/ 2721236 h 5017219"/>
              <a:gd name="connsiteX31898" fmla="*/ 2946149 w 5799173"/>
              <a:gd name="connsiteY31898" fmla="*/ 2702793 h 5017219"/>
              <a:gd name="connsiteX31899" fmla="*/ 2946149 w 5799173"/>
              <a:gd name="connsiteY31899" fmla="*/ 2701297 h 5017219"/>
              <a:gd name="connsiteX31900" fmla="*/ 2956784 w 5799173"/>
              <a:gd name="connsiteY31900" fmla="*/ 2682854 h 5017219"/>
              <a:gd name="connsiteX31901" fmla="*/ 2958112 w 5799173"/>
              <a:gd name="connsiteY31901" fmla="*/ 2682106 h 5017219"/>
              <a:gd name="connsiteX31902" fmla="*/ 2979381 w 5799173"/>
              <a:gd name="connsiteY31902" fmla="*/ 2682106 h 5017219"/>
              <a:gd name="connsiteX31903" fmla="*/ 2980710 w 5799173"/>
              <a:gd name="connsiteY31903" fmla="*/ 2682854 h 5017219"/>
              <a:gd name="connsiteX31904" fmla="*/ 2991344 w 5799173"/>
              <a:gd name="connsiteY31904" fmla="*/ 2701297 h 5017219"/>
              <a:gd name="connsiteX31905" fmla="*/ 2991344 w 5799173"/>
              <a:gd name="connsiteY31905" fmla="*/ 2702793 h 5017219"/>
              <a:gd name="connsiteX31906" fmla="*/ 2980710 w 5799173"/>
              <a:gd name="connsiteY31906" fmla="*/ 2721236 h 5017219"/>
              <a:gd name="connsiteX31907" fmla="*/ 2979381 w 5799173"/>
              <a:gd name="connsiteY31907" fmla="*/ 2721984 h 5017219"/>
              <a:gd name="connsiteX31908" fmla="*/ 3018299 w 5799173"/>
              <a:gd name="connsiteY31908" fmla="*/ 2738111 h 5017219"/>
              <a:gd name="connsiteX31909" fmla="*/ 3016970 w 5799173"/>
              <a:gd name="connsiteY31909" fmla="*/ 2737363 h 5017219"/>
              <a:gd name="connsiteX31910" fmla="*/ 3006336 w 5799173"/>
              <a:gd name="connsiteY31910" fmla="*/ 2718920 h 5017219"/>
              <a:gd name="connsiteX31911" fmla="*/ 3006336 w 5799173"/>
              <a:gd name="connsiteY31911" fmla="*/ 2717424 h 5017219"/>
              <a:gd name="connsiteX31912" fmla="*/ 3016970 w 5799173"/>
              <a:gd name="connsiteY31912" fmla="*/ 2698981 h 5017219"/>
              <a:gd name="connsiteX31913" fmla="*/ 3018299 w 5799173"/>
              <a:gd name="connsiteY31913" fmla="*/ 2698233 h 5017219"/>
              <a:gd name="connsiteX31914" fmla="*/ 3039568 w 5799173"/>
              <a:gd name="connsiteY31914" fmla="*/ 2698233 h 5017219"/>
              <a:gd name="connsiteX31915" fmla="*/ 3040897 w 5799173"/>
              <a:gd name="connsiteY31915" fmla="*/ 2698981 h 5017219"/>
              <a:gd name="connsiteX31916" fmla="*/ 3051531 w 5799173"/>
              <a:gd name="connsiteY31916" fmla="*/ 2717424 h 5017219"/>
              <a:gd name="connsiteX31917" fmla="*/ 3051531 w 5799173"/>
              <a:gd name="connsiteY31917" fmla="*/ 2718920 h 5017219"/>
              <a:gd name="connsiteX31918" fmla="*/ 3040897 w 5799173"/>
              <a:gd name="connsiteY31918" fmla="*/ 2737363 h 5017219"/>
              <a:gd name="connsiteX31919" fmla="*/ 3039568 w 5799173"/>
              <a:gd name="connsiteY31919" fmla="*/ 2738111 h 5017219"/>
              <a:gd name="connsiteX31920" fmla="*/ 3078485 w 5799173"/>
              <a:gd name="connsiteY31920" fmla="*/ 2754238 h 5017219"/>
              <a:gd name="connsiteX31921" fmla="*/ 3077156 w 5799173"/>
              <a:gd name="connsiteY31921" fmla="*/ 2753490 h 5017219"/>
              <a:gd name="connsiteX31922" fmla="*/ 3066522 w 5799173"/>
              <a:gd name="connsiteY31922" fmla="*/ 2735047 h 5017219"/>
              <a:gd name="connsiteX31923" fmla="*/ 3066522 w 5799173"/>
              <a:gd name="connsiteY31923" fmla="*/ 2733551 h 5017219"/>
              <a:gd name="connsiteX31924" fmla="*/ 3077156 w 5799173"/>
              <a:gd name="connsiteY31924" fmla="*/ 2715108 h 5017219"/>
              <a:gd name="connsiteX31925" fmla="*/ 3078485 w 5799173"/>
              <a:gd name="connsiteY31925" fmla="*/ 2714360 h 5017219"/>
              <a:gd name="connsiteX31926" fmla="*/ 3099754 w 5799173"/>
              <a:gd name="connsiteY31926" fmla="*/ 2714360 h 5017219"/>
              <a:gd name="connsiteX31927" fmla="*/ 3101083 w 5799173"/>
              <a:gd name="connsiteY31927" fmla="*/ 2715108 h 5017219"/>
              <a:gd name="connsiteX31928" fmla="*/ 3111717 w 5799173"/>
              <a:gd name="connsiteY31928" fmla="*/ 2733551 h 5017219"/>
              <a:gd name="connsiteX31929" fmla="*/ 3111717 w 5799173"/>
              <a:gd name="connsiteY31929" fmla="*/ 2735047 h 5017219"/>
              <a:gd name="connsiteX31930" fmla="*/ 3101083 w 5799173"/>
              <a:gd name="connsiteY31930" fmla="*/ 2753490 h 5017219"/>
              <a:gd name="connsiteX31931" fmla="*/ 3099754 w 5799173"/>
              <a:gd name="connsiteY31931" fmla="*/ 2754238 h 5017219"/>
              <a:gd name="connsiteX31932" fmla="*/ 2777470 w 5799173"/>
              <a:gd name="connsiteY31932" fmla="*/ 2673770 h 5017219"/>
              <a:gd name="connsiteX31933" fmla="*/ 2776141 w 5799173"/>
              <a:gd name="connsiteY31933" fmla="*/ 2673022 h 5017219"/>
              <a:gd name="connsiteX31934" fmla="*/ 2765424 w 5799173"/>
              <a:gd name="connsiteY31934" fmla="*/ 2654412 h 5017219"/>
              <a:gd name="connsiteX31935" fmla="*/ 2765424 w 5799173"/>
              <a:gd name="connsiteY31935" fmla="*/ 2652917 h 5017219"/>
              <a:gd name="connsiteX31936" fmla="*/ 2776141 w 5799173"/>
              <a:gd name="connsiteY31936" fmla="*/ 2634307 h 5017219"/>
              <a:gd name="connsiteX31937" fmla="*/ 2777470 w 5799173"/>
              <a:gd name="connsiteY31937" fmla="*/ 2633559 h 5017219"/>
              <a:gd name="connsiteX31938" fmla="*/ 2798905 w 5799173"/>
              <a:gd name="connsiteY31938" fmla="*/ 2633559 h 5017219"/>
              <a:gd name="connsiteX31939" fmla="*/ 2800234 w 5799173"/>
              <a:gd name="connsiteY31939" fmla="*/ 2634307 h 5017219"/>
              <a:gd name="connsiteX31940" fmla="*/ 2810951 w 5799173"/>
              <a:gd name="connsiteY31940" fmla="*/ 2652917 h 5017219"/>
              <a:gd name="connsiteX31941" fmla="*/ 2810951 w 5799173"/>
              <a:gd name="connsiteY31941" fmla="*/ 2654412 h 5017219"/>
              <a:gd name="connsiteX31942" fmla="*/ 2800234 w 5799173"/>
              <a:gd name="connsiteY31942" fmla="*/ 2673022 h 5017219"/>
              <a:gd name="connsiteX31943" fmla="*/ 2798905 w 5799173"/>
              <a:gd name="connsiteY31943" fmla="*/ 2673770 h 5017219"/>
              <a:gd name="connsiteX31944" fmla="*/ 1633778 w 5799173"/>
              <a:gd name="connsiteY31944" fmla="*/ 2367610 h 5017219"/>
              <a:gd name="connsiteX31945" fmla="*/ 1632449 w 5799173"/>
              <a:gd name="connsiteY31945" fmla="*/ 2366862 h 5017219"/>
              <a:gd name="connsiteX31946" fmla="*/ 1621565 w 5799173"/>
              <a:gd name="connsiteY31946" fmla="*/ 2348003 h 5017219"/>
              <a:gd name="connsiteX31947" fmla="*/ 1621565 w 5799173"/>
              <a:gd name="connsiteY31947" fmla="*/ 2346425 h 5017219"/>
              <a:gd name="connsiteX31948" fmla="*/ 1632449 w 5799173"/>
              <a:gd name="connsiteY31948" fmla="*/ 2327566 h 5017219"/>
              <a:gd name="connsiteX31949" fmla="*/ 1633778 w 5799173"/>
              <a:gd name="connsiteY31949" fmla="*/ 2326818 h 5017219"/>
              <a:gd name="connsiteX31950" fmla="*/ 1655544 w 5799173"/>
              <a:gd name="connsiteY31950" fmla="*/ 2326818 h 5017219"/>
              <a:gd name="connsiteX31951" fmla="*/ 1656873 w 5799173"/>
              <a:gd name="connsiteY31951" fmla="*/ 2327566 h 5017219"/>
              <a:gd name="connsiteX31952" fmla="*/ 1667757 w 5799173"/>
              <a:gd name="connsiteY31952" fmla="*/ 2346425 h 5017219"/>
              <a:gd name="connsiteX31953" fmla="*/ 1667757 w 5799173"/>
              <a:gd name="connsiteY31953" fmla="*/ 2348003 h 5017219"/>
              <a:gd name="connsiteX31954" fmla="*/ 1656873 w 5799173"/>
              <a:gd name="connsiteY31954" fmla="*/ 2366862 h 5017219"/>
              <a:gd name="connsiteX31955" fmla="*/ 1655544 w 5799173"/>
              <a:gd name="connsiteY31955" fmla="*/ 2367610 h 5017219"/>
              <a:gd name="connsiteX31956" fmla="*/ 2837503 w 5799173"/>
              <a:gd name="connsiteY31956" fmla="*/ 2690147 h 5017219"/>
              <a:gd name="connsiteX31957" fmla="*/ 2836172 w 5799173"/>
              <a:gd name="connsiteY31957" fmla="*/ 2689399 h 5017219"/>
              <a:gd name="connsiteX31958" fmla="*/ 2825290 w 5799173"/>
              <a:gd name="connsiteY31958" fmla="*/ 2670540 h 5017219"/>
              <a:gd name="connsiteX31959" fmla="*/ 2825290 w 5799173"/>
              <a:gd name="connsiteY31959" fmla="*/ 2668962 h 5017219"/>
              <a:gd name="connsiteX31960" fmla="*/ 2836172 w 5799173"/>
              <a:gd name="connsiteY31960" fmla="*/ 2650103 h 5017219"/>
              <a:gd name="connsiteX31961" fmla="*/ 2837502 w 5799173"/>
              <a:gd name="connsiteY31961" fmla="*/ 2649355 h 5017219"/>
              <a:gd name="connsiteX31962" fmla="*/ 2859269 w 5799173"/>
              <a:gd name="connsiteY31962" fmla="*/ 2649355 h 5017219"/>
              <a:gd name="connsiteX31963" fmla="*/ 2860598 w 5799173"/>
              <a:gd name="connsiteY31963" fmla="*/ 2650103 h 5017219"/>
              <a:gd name="connsiteX31964" fmla="*/ 2871482 w 5799173"/>
              <a:gd name="connsiteY31964" fmla="*/ 2668962 h 5017219"/>
              <a:gd name="connsiteX31965" fmla="*/ 2871482 w 5799173"/>
              <a:gd name="connsiteY31965" fmla="*/ 2670540 h 5017219"/>
              <a:gd name="connsiteX31966" fmla="*/ 2860598 w 5799173"/>
              <a:gd name="connsiteY31966" fmla="*/ 2689399 h 5017219"/>
              <a:gd name="connsiteX31967" fmla="*/ 2859268 w 5799173"/>
              <a:gd name="connsiteY31967" fmla="*/ 2690147 h 5017219"/>
              <a:gd name="connsiteX31968" fmla="*/ 1452781 w 5799173"/>
              <a:gd name="connsiteY31968" fmla="*/ 2320057 h 5017219"/>
              <a:gd name="connsiteX31969" fmla="*/ 1451368 w 5799173"/>
              <a:gd name="connsiteY31969" fmla="*/ 2319225 h 5017219"/>
              <a:gd name="connsiteX31970" fmla="*/ 1440070 w 5799173"/>
              <a:gd name="connsiteY31970" fmla="*/ 2299703 h 5017219"/>
              <a:gd name="connsiteX31971" fmla="*/ 1440070 w 5799173"/>
              <a:gd name="connsiteY31971" fmla="*/ 2298124 h 5017219"/>
              <a:gd name="connsiteX31972" fmla="*/ 1451368 w 5799173"/>
              <a:gd name="connsiteY31972" fmla="*/ 2278600 h 5017219"/>
              <a:gd name="connsiteX31973" fmla="*/ 1452781 w 5799173"/>
              <a:gd name="connsiteY31973" fmla="*/ 2277770 h 5017219"/>
              <a:gd name="connsiteX31974" fmla="*/ 1475378 w 5799173"/>
              <a:gd name="connsiteY31974" fmla="*/ 2277770 h 5017219"/>
              <a:gd name="connsiteX31975" fmla="*/ 1476791 w 5799173"/>
              <a:gd name="connsiteY31975" fmla="*/ 2278601 h 5017219"/>
              <a:gd name="connsiteX31976" fmla="*/ 1488090 w 5799173"/>
              <a:gd name="connsiteY31976" fmla="*/ 2298124 h 5017219"/>
              <a:gd name="connsiteX31977" fmla="*/ 1488090 w 5799173"/>
              <a:gd name="connsiteY31977" fmla="*/ 2299703 h 5017219"/>
              <a:gd name="connsiteX31978" fmla="*/ 1476791 w 5799173"/>
              <a:gd name="connsiteY31978" fmla="*/ 2319226 h 5017219"/>
              <a:gd name="connsiteX31979" fmla="*/ 1475378 w 5799173"/>
              <a:gd name="connsiteY31979" fmla="*/ 2320057 h 5017219"/>
              <a:gd name="connsiteX31980" fmla="*/ 1144199 w 5799173"/>
              <a:gd name="connsiteY31980" fmla="*/ 2279706 h 5017219"/>
              <a:gd name="connsiteX31981" fmla="*/ 1143618 w 5799173"/>
              <a:gd name="connsiteY31981" fmla="*/ 2279373 h 5017219"/>
              <a:gd name="connsiteX31982" fmla="*/ 1138633 w 5799173"/>
              <a:gd name="connsiteY31982" fmla="*/ 2270733 h 5017219"/>
              <a:gd name="connsiteX31983" fmla="*/ 1138633 w 5799173"/>
              <a:gd name="connsiteY31983" fmla="*/ 2270068 h 5017219"/>
              <a:gd name="connsiteX31984" fmla="*/ 1143618 w 5799173"/>
              <a:gd name="connsiteY31984" fmla="*/ 2261428 h 5017219"/>
              <a:gd name="connsiteX31985" fmla="*/ 1144199 w 5799173"/>
              <a:gd name="connsiteY31985" fmla="*/ 2261096 h 5017219"/>
              <a:gd name="connsiteX31986" fmla="*/ 1154168 w 5799173"/>
              <a:gd name="connsiteY31986" fmla="*/ 2261096 h 5017219"/>
              <a:gd name="connsiteX31987" fmla="*/ 1154750 w 5799173"/>
              <a:gd name="connsiteY31987" fmla="*/ 2261428 h 5017219"/>
              <a:gd name="connsiteX31988" fmla="*/ 1159735 w 5799173"/>
              <a:gd name="connsiteY31988" fmla="*/ 2270068 h 5017219"/>
              <a:gd name="connsiteX31989" fmla="*/ 1159735 w 5799173"/>
              <a:gd name="connsiteY31989" fmla="*/ 2270733 h 5017219"/>
              <a:gd name="connsiteX31990" fmla="*/ 1154750 w 5799173"/>
              <a:gd name="connsiteY31990" fmla="*/ 2279373 h 5017219"/>
              <a:gd name="connsiteX31991" fmla="*/ 1154168 w 5799173"/>
              <a:gd name="connsiteY31991" fmla="*/ 2279706 h 5017219"/>
              <a:gd name="connsiteX31992" fmla="*/ 1203199 w 5799173"/>
              <a:gd name="connsiteY31992" fmla="*/ 2297990 h 5017219"/>
              <a:gd name="connsiteX31993" fmla="*/ 1202453 w 5799173"/>
              <a:gd name="connsiteY31993" fmla="*/ 2297574 h 5017219"/>
              <a:gd name="connsiteX31994" fmla="*/ 1196387 w 5799173"/>
              <a:gd name="connsiteY31994" fmla="*/ 2287023 h 5017219"/>
              <a:gd name="connsiteX31995" fmla="*/ 1196388 w 5799173"/>
              <a:gd name="connsiteY31995" fmla="*/ 2286193 h 5017219"/>
              <a:gd name="connsiteX31996" fmla="*/ 1202535 w 5799173"/>
              <a:gd name="connsiteY31996" fmla="*/ 2275642 h 5017219"/>
              <a:gd name="connsiteX31997" fmla="*/ 1203284 w 5799173"/>
              <a:gd name="connsiteY31997" fmla="*/ 2275226 h 5017219"/>
              <a:gd name="connsiteX31998" fmla="*/ 1215496 w 5799173"/>
              <a:gd name="connsiteY31998" fmla="*/ 2275226 h 5017219"/>
              <a:gd name="connsiteX31999" fmla="*/ 1216244 w 5799173"/>
              <a:gd name="connsiteY31999" fmla="*/ 2275642 h 5017219"/>
              <a:gd name="connsiteX32000" fmla="*/ 1222308 w 5799173"/>
              <a:gd name="connsiteY32000" fmla="*/ 2286193 h 5017219"/>
              <a:gd name="connsiteX32001" fmla="*/ 1222309 w 5799173"/>
              <a:gd name="connsiteY32001" fmla="*/ 2287023 h 5017219"/>
              <a:gd name="connsiteX32002" fmla="*/ 1216160 w 5799173"/>
              <a:gd name="connsiteY32002" fmla="*/ 2297574 h 5017219"/>
              <a:gd name="connsiteX32003" fmla="*/ 1215413 w 5799173"/>
              <a:gd name="connsiteY32003" fmla="*/ 2297990 h 5017219"/>
              <a:gd name="connsiteX32004" fmla="*/ 1262410 w 5799173"/>
              <a:gd name="connsiteY32004" fmla="*/ 2316124 h 5017219"/>
              <a:gd name="connsiteX32005" fmla="*/ 1261496 w 5799173"/>
              <a:gd name="connsiteY32005" fmla="*/ 2315625 h 5017219"/>
              <a:gd name="connsiteX32006" fmla="*/ 1254351 w 5799173"/>
              <a:gd name="connsiteY32006" fmla="*/ 2303163 h 5017219"/>
              <a:gd name="connsiteX32007" fmla="*/ 1254351 w 5799173"/>
              <a:gd name="connsiteY32007" fmla="*/ 2302166 h 5017219"/>
              <a:gd name="connsiteX32008" fmla="*/ 1261496 w 5799173"/>
              <a:gd name="connsiteY32008" fmla="*/ 2289704 h 5017219"/>
              <a:gd name="connsiteX32009" fmla="*/ 1262410 w 5799173"/>
              <a:gd name="connsiteY32009" fmla="*/ 2289206 h 5017219"/>
              <a:gd name="connsiteX32010" fmla="*/ 1276783 w 5799173"/>
              <a:gd name="connsiteY32010" fmla="*/ 2289206 h 5017219"/>
              <a:gd name="connsiteX32011" fmla="*/ 1277696 w 5799173"/>
              <a:gd name="connsiteY32011" fmla="*/ 2289704 h 5017219"/>
              <a:gd name="connsiteX32012" fmla="*/ 1284841 w 5799173"/>
              <a:gd name="connsiteY32012" fmla="*/ 2302166 h 5017219"/>
              <a:gd name="connsiteX32013" fmla="*/ 1284841 w 5799173"/>
              <a:gd name="connsiteY32013" fmla="*/ 2303163 h 5017219"/>
              <a:gd name="connsiteX32014" fmla="*/ 1277696 w 5799173"/>
              <a:gd name="connsiteY32014" fmla="*/ 2315625 h 5017219"/>
              <a:gd name="connsiteX32015" fmla="*/ 1276782 w 5799173"/>
              <a:gd name="connsiteY32015" fmla="*/ 2316124 h 5017219"/>
              <a:gd name="connsiteX32016" fmla="*/ 4873242 w 5799173"/>
              <a:gd name="connsiteY32016" fmla="*/ 3284305 h 5017219"/>
              <a:gd name="connsiteX32017" fmla="*/ 4872328 w 5799173"/>
              <a:gd name="connsiteY32017" fmla="*/ 3283806 h 5017219"/>
              <a:gd name="connsiteX32018" fmla="*/ 4864851 w 5799173"/>
              <a:gd name="connsiteY32018" fmla="*/ 3270846 h 5017219"/>
              <a:gd name="connsiteX32019" fmla="*/ 4864851 w 5799173"/>
              <a:gd name="connsiteY32019" fmla="*/ 3269766 h 5017219"/>
              <a:gd name="connsiteX32020" fmla="*/ 4872328 w 5799173"/>
              <a:gd name="connsiteY32020" fmla="*/ 3256805 h 5017219"/>
              <a:gd name="connsiteX32021" fmla="*/ 4873242 w 5799173"/>
              <a:gd name="connsiteY32021" fmla="*/ 3256307 h 5017219"/>
              <a:gd name="connsiteX32022" fmla="*/ 4888196 w 5799173"/>
              <a:gd name="connsiteY32022" fmla="*/ 3256307 h 5017219"/>
              <a:gd name="connsiteX32023" fmla="*/ 4889111 w 5799173"/>
              <a:gd name="connsiteY32023" fmla="*/ 3256805 h 5017219"/>
              <a:gd name="connsiteX32024" fmla="*/ 4896587 w 5799173"/>
              <a:gd name="connsiteY32024" fmla="*/ 3269766 h 5017219"/>
              <a:gd name="connsiteX32025" fmla="*/ 4896587 w 5799173"/>
              <a:gd name="connsiteY32025" fmla="*/ 3270846 h 5017219"/>
              <a:gd name="connsiteX32026" fmla="*/ 4889111 w 5799173"/>
              <a:gd name="connsiteY32026" fmla="*/ 3283806 h 5017219"/>
              <a:gd name="connsiteX32027" fmla="*/ 4888196 w 5799173"/>
              <a:gd name="connsiteY32027" fmla="*/ 3284305 h 5017219"/>
              <a:gd name="connsiteX32028" fmla="*/ 4631948 w 5799173"/>
              <a:gd name="connsiteY32028" fmla="*/ 3220788 h 5017219"/>
              <a:gd name="connsiteX32029" fmla="*/ 4630952 w 5799173"/>
              <a:gd name="connsiteY32029" fmla="*/ 3220206 h 5017219"/>
              <a:gd name="connsiteX32030" fmla="*/ 4622893 w 5799173"/>
              <a:gd name="connsiteY32030" fmla="*/ 3206249 h 5017219"/>
              <a:gd name="connsiteX32031" fmla="*/ 4622893 w 5799173"/>
              <a:gd name="connsiteY32031" fmla="*/ 3205086 h 5017219"/>
              <a:gd name="connsiteX32032" fmla="*/ 4630952 w 5799173"/>
              <a:gd name="connsiteY32032" fmla="*/ 3191129 h 5017219"/>
              <a:gd name="connsiteX32033" fmla="*/ 4631948 w 5799173"/>
              <a:gd name="connsiteY32033" fmla="*/ 3190547 h 5017219"/>
              <a:gd name="connsiteX32034" fmla="*/ 4647983 w 5799173"/>
              <a:gd name="connsiteY32034" fmla="*/ 3190547 h 5017219"/>
              <a:gd name="connsiteX32035" fmla="*/ 4648980 w 5799173"/>
              <a:gd name="connsiteY32035" fmla="*/ 3191129 h 5017219"/>
              <a:gd name="connsiteX32036" fmla="*/ 4657038 w 5799173"/>
              <a:gd name="connsiteY32036" fmla="*/ 3205086 h 5017219"/>
              <a:gd name="connsiteX32037" fmla="*/ 4657038 w 5799173"/>
              <a:gd name="connsiteY32037" fmla="*/ 3206249 h 5017219"/>
              <a:gd name="connsiteX32038" fmla="*/ 4648980 w 5799173"/>
              <a:gd name="connsiteY32038" fmla="*/ 3220206 h 5017219"/>
              <a:gd name="connsiteX32039" fmla="*/ 4647983 w 5799173"/>
              <a:gd name="connsiteY32039" fmla="*/ 3220788 h 5017219"/>
              <a:gd name="connsiteX32040" fmla="*/ 4691438 w 5799173"/>
              <a:gd name="connsiteY32040" fmla="*/ 3238157 h 5017219"/>
              <a:gd name="connsiteX32041" fmla="*/ 4690358 w 5799173"/>
              <a:gd name="connsiteY32041" fmla="*/ 3237575 h 5017219"/>
              <a:gd name="connsiteX32042" fmla="*/ 4681635 w 5799173"/>
              <a:gd name="connsiteY32042" fmla="*/ 3222538 h 5017219"/>
              <a:gd name="connsiteX32043" fmla="*/ 4681635 w 5799173"/>
              <a:gd name="connsiteY32043" fmla="*/ 3221292 h 5017219"/>
              <a:gd name="connsiteX32044" fmla="*/ 4690358 w 5799173"/>
              <a:gd name="connsiteY32044" fmla="*/ 3206254 h 5017219"/>
              <a:gd name="connsiteX32045" fmla="*/ 4691438 w 5799173"/>
              <a:gd name="connsiteY32045" fmla="*/ 3205673 h 5017219"/>
              <a:gd name="connsiteX32046" fmla="*/ 4708802 w 5799173"/>
              <a:gd name="connsiteY32046" fmla="*/ 3205673 h 5017219"/>
              <a:gd name="connsiteX32047" fmla="*/ 4709882 w 5799173"/>
              <a:gd name="connsiteY32047" fmla="*/ 3206254 h 5017219"/>
              <a:gd name="connsiteX32048" fmla="*/ 4718605 w 5799173"/>
              <a:gd name="connsiteY32048" fmla="*/ 3221292 h 5017219"/>
              <a:gd name="connsiteX32049" fmla="*/ 4718605 w 5799173"/>
              <a:gd name="connsiteY32049" fmla="*/ 3222538 h 5017219"/>
              <a:gd name="connsiteX32050" fmla="*/ 4709882 w 5799173"/>
              <a:gd name="connsiteY32050" fmla="*/ 3237575 h 5017219"/>
              <a:gd name="connsiteX32051" fmla="*/ 4708802 w 5799173"/>
              <a:gd name="connsiteY32051" fmla="*/ 3238157 h 5017219"/>
              <a:gd name="connsiteX32052" fmla="*/ 4751397 w 5799173"/>
              <a:gd name="connsiteY32052" fmla="*/ 3254785 h 5017219"/>
              <a:gd name="connsiteX32053" fmla="*/ 4750317 w 5799173"/>
              <a:gd name="connsiteY32053" fmla="*/ 3254120 h 5017219"/>
              <a:gd name="connsiteX32054" fmla="*/ 4741345 w 5799173"/>
              <a:gd name="connsiteY32054" fmla="*/ 3238584 h 5017219"/>
              <a:gd name="connsiteX32055" fmla="*/ 4741345 w 5799173"/>
              <a:gd name="connsiteY32055" fmla="*/ 3237338 h 5017219"/>
              <a:gd name="connsiteX32056" fmla="*/ 4750317 w 5799173"/>
              <a:gd name="connsiteY32056" fmla="*/ 3221802 h 5017219"/>
              <a:gd name="connsiteX32057" fmla="*/ 4751397 w 5799173"/>
              <a:gd name="connsiteY32057" fmla="*/ 3221138 h 5017219"/>
              <a:gd name="connsiteX32058" fmla="*/ 4769259 w 5799173"/>
              <a:gd name="connsiteY32058" fmla="*/ 3221138 h 5017219"/>
              <a:gd name="connsiteX32059" fmla="*/ 4770339 w 5799173"/>
              <a:gd name="connsiteY32059" fmla="*/ 3221803 h 5017219"/>
              <a:gd name="connsiteX32060" fmla="*/ 4779312 w 5799173"/>
              <a:gd name="connsiteY32060" fmla="*/ 3237338 h 5017219"/>
              <a:gd name="connsiteX32061" fmla="*/ 4779312 w 5799173"/>
              <a:gd name="connsiteY32061" fmla="*/ 3238584 h 5017219"/>
              <a:gd name="connsiteX32062" fmla="*/ 4770339 w 5799173"/>
              <a:gd name="connsiteY32062" fmla="*/ 3254119 h 5017219"/>
              <a:gd name="connsiteX32063" fmla="*/ 4769259 w 5799173"/>
              <a:gd name="connsiteY32063" fmla="*/ 3254785 h 5017219"/>
              <a:gd name="connsiteX32064" fmla="*/ 3547587 w 5799173"/>
              <a:gd name="connsiteY32064" fmla="*/ 2932424 h 5017219"/>
              <a:gd name="connsiteX32065" fmla="*/ 3546507 w 5799173"/>
              <a:gd name="connsiteY32065" fmla="*/ 2931760 h 5017219"/>
              <a:gd name="connsiteX32066" fmla="*/ 3537452 w 5799173"/>
              <a:gd name="connsiteY32066" fmla="*/ 2916058 h 5017219"/>
              <a:gd name="connsiteX32067" fmla="*/ 3537452 w 5799173"/>
              <a:gd name="connsiteY32067" fmla="*/ 2914812 h 5017219"/>
              <a:gd name="connsiteX32068" fmla="*/ 3546507 w 5799173"/>
              <a:gd name="connsiteY32068" fmla="*/ 2899110 h 5017219"/>
              <a:gd name="connsiteX32069" fmla="*/ 3547587 w 5799173"/>
              <a:gd name="connsiteY32069" fmla="*/ 2898445 h 5017219"/>
              <a:gd name="connsiteX32070" fmla="*/ 3565699 w 5799173"/>
              <a:gd name="connsiteY32070" fmla="*/ 2898445 h 5017219"/>
              <a:gd name="connsiteX32071" fmla="*/ 3566779 w 5799173"/>
              <a:gd name="connsiteY32071" fmla="*/ 2899110 h 5017219"/>
              <a:gd name="connsiteX32072" fmla="*/ 3575834 w 5799173"/>
              <a:gd name="connsiteY32072" fmla="*/ 2914812 h 5017219"/>
              <a:gd name="connsiteX32073" fmla="*/ 3575834 w 5799173"/>
              <a:gd name="connsiteY32073" fmla="*/ 2916058 h 5017219"/>
              <a:gd name="connsiteX32074" fmla="*/ 3566779 w 5799173"/>
              <a:gd name="connsiteY32074" fmla="*/ 2931760 h 5017219"/>
              <a:gd name="connsiteX32075" fmla="*/ 3565699 w 5799173"/>
              <a:gd name="connsiteY32075" fmla="*/ 2932424 h 5017219"/>
              <a:gd name="connsiteX32076" fmla="*/ 4811415 w 5799173"/>
              <a:gd name="connsiteY32076" fmla="*/ 3271171 h 5017219"/>
              <a:gd name="connsiteX32077" fmla="*/ 4810335 w 5799173"/>
              <a:gd name="connsiteY32077" fmla="*/ 3270507 h 5017219"/>
              <a:gd name="connsiteX32078" fmla="*/ 4801280 w 5799173"/>
              <a:gd name="connsiteY32078" fmla="*/ 3254722 h 5017219"/>
              <a:gd name="connsiteX32079" fmla="*/ 4801280 w 5799173"/>
              <a:gd name="connsiteY32079" fmla="*/ 3253476 h 5017219"/>
              <a:gd name="connsiteX32080" fmla="*/ 4810419 w 5799173"/>
              <a:gd name="connsiteY32080" fmla="*/ 3237691 h 5017219"/>
              <a:gd name="connsiteX32081" fmla="*/ 4811499 w 5799173"/>
              <a:gd name="connsiteY32081" fmla="*/ 3237026 h 5017219"/>
              <a:gd name="connsiteX32082" fmla="*/ 4829693 w 5799173"/>
              <a:gd name="connsiteY32082" fmla="*/ 3237026 h 5017219"/>
              <a:gd name="connsiteX32083" fmla="*/ 4830773 w 5799173"/>
              <a:gd name="connsiteY32083" fmla="*/ 3237691 h 5017219"/>
              <a:gd name="connsiteX32084" fmla="*/ 4839829 w 5799173"/>
              <a:gd name="connsiteY32084" fmla="*/ 3253476 h 5017219"/>
              <a:gd name="connsiteX32085" fmla="*/ 4839829 w 5799173"/>
              <a:gd name="connsiteY32085" fmla="*/ 3254722 h 5017219"/>
              <a:gd name="connsiteX32086" fmla="*/ 4830690 w 5799173"/>
              <a:gd name="connsiteY32086" fmla="*/ 3270507 h 5017219"/>
              <a:gd name="connsiteX32087" fmla="*/ 4829610 w 5799173"/>
              <a:gd name="connsiteY32087" fmla="*/ 3271171 h 5017219"/>
              <a:gd name="connsiteX32088" fmla="*/ 116796 w 5799173"/>
              <a:gd name="connsiteY32088" fmla="*/ 2013525 h 5017219"/>
              <a:gd name="connsiteX32089" fmla="*/ 115633 w 5799173"/>
              <a:gd name="connsiteY32089" fmla="*/ 2012860 h 5017219"/>
              <a:gd name="connsiteX32090" fmla="*/ 106411 w 5799173"/>
              <a:gd name="connsiteY32090" fmla="*/ 1996909 h 5017219"/>
              <a:gd name="connsiteX32091" fmla="*/ 106411 w 5799173"/>
              <a:gd name="connsiteY32091" fmla="*/ 1995580 h 5017219"/>
              <a:gd name="connsiteX32092" fmla="*/ 115634 w 5799173"/>
              <a:gd name="connsiteY32092" fmla="*/ 1979629 h 5017219"/>
              <a:gd name="connsiteX32093" fmla="*/ 116797 w 5799173"/>
              <a:gd name="connsiteY32093" fmla="*/ 1978964 h 5017219"/>
              <a:gd name="connsiteX32094" fmla="*/ 135239 w 5799173"/>
              <a:gd name="connsiteY32094" fmla="*/ 1978964 h 5017219"/>
              <a:gd name="connsiteX32095" fmla="*/ 136402 w 5799173"/>
              <a:gd name="connsiteY32095" fmla="*/ 1979629 h 5017219"/>
              <a:gd name="connsiteX32096" fmla="*/ 145624 w 5799173"/>
              <a:gd name="connsiteY32096" fmla="*/ 1995580 h 5017219"/>
              <a:gd name="connsiteX32097" fmla="*/ 145624 w 5799173"/>
              <a:gd name="connsiteY32097" fmla="*/ 1996909 h 5017219"/>
              <a:gd name="connsiteX32098" fmla="*/ 136403 w 5799173"/>
              <a:gd name="connsiteY32098" fmla="*/ 2012860 h 5017219"/>
              <a:gd name="connsiteX32099" fmla="*/ 135239 w 5799173"/>
              <a:gd name="connsiteY32099" fmla="*/ 2013525 h 5017219"/>
              <a:gd name="connsiteX32100" fmla="*/ 176815 w 5799173"/>
              <a:gd name="connsiteY32100" fmla="*/ 2029983 h 5017219"/>
              <a:gd name="connsiteX32101" fmla="*/ 175652 w 5799173"/>
              <a:gd name="connsiteY32101" fmla="*/ 2029319 h 5017219"/>
              <a:gd name="connsiteX32102" fmla="*/ 166264 w 5799173"/>
              <a:gd name="connsiteY32102" fmla="*/ 2013035 h 5017219"/>
              <a:gd name="connsiteX32103" fmla="*/ 166264 w 5799173"/>
              <a:gd name="connsiteY32103" fmla="*/ 2011706 h 5017219"/>
              <a:gd name="connsiteX32104" fmla="*/ 175652 w 5799173"/>
              <a:gd name="connsiteY32104" fmla="*/ 1995423 h 5017219"/>
              <a:gd name="connsiteX32105" fmla="*/ 176815 w 5799173"/>
              <a:gd name="connsiteY32105" fmla="*/ 1994758 h 5017219"/>
              <a:gd name="connsiteX32106" fmla="*/ 195592 w 5799173"/>
              <a:gd name="connsiteY32106" fmla="*/ 1994758 h 5017219"/>
              <a:gd name="connsiteX32107" fmla="*/ 196754 w 5799173"/>
              <a:gd name="connsiteY32107" fmla="*/ 1995423 h 5017219"/>
              <a:gd name="connsiteX32108" fmla="*/ 206143 w 5799173"/>
              <a:gd name="connsiteY32108" fmla="*/ 2011706 h 5017219"/>
              <a:gd name="connsiteX32109" fmla="*/ 206143 w 5799173"/>
              <a:gd name="connsiteY32109" fmla="*/ 2013035 h 5017219"/>
              <a:gd name="connsiteX32110" fmla="*/ 196754 w 5799173"/>
              <a:gd name="connsiteY32110" fmla="*/ 2029319 h 5017219"/>
              <a:gd name="connsiteX32111" fmla="*/ 195592 w 5799173"/>
              <a:gd name="connsiteY32111" fmla="*/ 2029983 h 5017219"/>
              <a:gd name="connsiteX32112" fmla="*/ 236680 w 5799173"/>
              <a:gd name="connsiteY32112" fmla="*/ 2046694 h 5017219"/>
              <a:gd name="connsiteX32113" fmla="*/ 235517 w 5799173"/>
              <a:gd name="connsiteY32113" fmla="*/ 2046029 h 5017219"/>
              <a:gd name="connsiteX32114" fmla="*/ 225797 w 5799173"/>
              <a:gd name="connsiteY32114" fmla="*/ 2029164 h 5017219"/>
              <a:gd name="connsiteX32115" fmla="*/ 225796 w 5799173"/>
              <a:gd name="connsiteY32115" fmla="*/ 2027752 h 5017219"/>
              <a:gd name="connsiteX32116" fmla="*/ 235517 w 5799173"/>
              <a:gd name="connsiteY32116" fmla="*/ 2010887 h 5017219"/>
              <a:gd name="connsiteX32117" fmla="*/ 236680 w 5799173"/>
              <a:gd name="connsiteY32117" fmla="*/ 2010223 h 5017219"/>
              <a:gd name="connsiteX32118" fmla="*/ 256121 w 5799173"/>
              <a:gd name="connsiteY32118" fmla="*/ 2010222 h 5017219"/>
              <a:gd name="connsiteX32119" fmla="*/ 257284 w 5799173"/>
              <a:gd name="connsiteY32119" fmla="*/ 2010887 h 5017219"/>
              <a:gd name="connsiteX32120" fmla="*/ 267003 w 5799173"/>
              <a:gd name="connsiteY32120" fmla="*/ 2027752 h 5017219"/>
              <a:gd name="connsiteX32121" fmla="*/ 267004 w 5799173"/>
              <a:gd name="connsiteY32121" fmla="*/ 2029164 h 5017219"/>
              <a:gd name="connsiteX32122" fmla="*/ 257284 w 5799173"/>
              <a:gd name="connsiteY32122" fmla="*/ 2046029 h 5017219"/>
              <a:gd name="connsiteX32123" fmla="*/ 256121 w 5799173"/>
              <a:gd name="connsiteY32123" fmla="*/ 2046694 h 5017219"/>
              <a:gd name="connsiteX32124" fmla="*/ 296782 w 5799173"/>
              <a:gd name="connsiteY32124" fmla="*/ 2062904 h 5017219"/>
              <a:gd name="connsiteX32125" fmla="*/ 295620 w 5799173"/>
              <a:gd name="connsiteY32125" fmla="*/ 2062239 h 5017219"/>
              <a:gd name="connsiteX32126" fmla="*/ 285900 w 5799173"/>
              <a:gd name="connsiteY32126" fmla="*/ 2045291 h 5017219"/>
              <a:gd name="connsiteX32127" fmla="*/ 285899 w 5799173"/>
              <a:gd name="connsiteY32127" fmla="*/ 2043879 h 5017219"/>
              <a:gd name="connsiteX32128" fmla="*/ 295703 w 5799173"/>
              <a:gd name="connsiteY32128" fmla="*/ 2026931 h 5017219"/>
              <a:gd name="connsiteX32129" fmla="*/ 296867 w 5799173"/>
              <a:gd name="connsiteY32129" fmla="*/ 2026266 h 5017219"/>
              <a:gd name="connsiteX32130" fmla="*/ 316390 w 5799173"/>
              <a:gd name="connsiteY32130" fmla="*/ 2026266 h 5017219"/>
              <a:gd name="connsiteX32131" fmla="*/ 317552 w 5799173"/>
              <a:gd name="connsiteY32131" fmla="*/ 2026931 h 5017219"/>
              <a:gd name="connsiteX32132" fmla="*/ 327273 w 5799173"/>
              <a:gd name="connsiteY32132" fmla="*/ 2043879 h 5017219"/>
              <a:gd name="connsiteX32133" fmla="*/ 327273 w 5799173"/>
              <a:gd name="connsiteY32133" fmla="*/ 2045291 h 5017219"/>
              <a:gd name="connsiteX32134" fmla="*/ 317469 w 5799173"/>
              <a:gd name="connsiteY32134" fmla="*/ 2062239 h 5017219"/>
              <a:gd name="connsiteX32135" fmla="*/ 316306 w 5799173"/>
              <a:gd name="connsiteY32135" fmla="*/ 2062904 h 5017219"/>
              <a:gd name="connsiteX32136" fmla="*/ 2583859 w 5799173"/>
              <a:gd name="connsiteY32136" fmla="*/ 2675724 h 5017219"/>
              <a:gd name="connsiteX32137" fmla="*/ 2582696 w 5799173"/>
              <a:gd name="connsiteY32137" fmla="*/ 2675059 h 5017219"/>
              <a:gd name="connsiteX32138" fmla="*/ 2572976 w 5799173"/>
              <a:gd name="connsiteY32138" fmla="*/ 2658111 h 5017219"/>
              <a:gd name="connsiteX32139" fmla="*/ 2572977 w 5799173"/>
              <a:gd name="connsiteY32139" fmla="*/ 2656699 h 5017219"/>
              <a:gd name="connsiteX32140" fmla="*/ 2582779 w 5799173"/>
              <a:gd name="connsiteY32140" fmla="*/ 2639752 h 5017219"/>
              <a:gd name="connsiteX32141" fmla="*/ 2583942 w 5799173"/>
              <a:gd name="connsiteY32141" fmla="*/ 2639086 h 5017219"/>
              <a:gd name="connsiteX32142" fmla="*/ 2603467 w 5799173"/>
              <a:gd name="connsiteY32142" fmla="*/ 2639086 h 5017219"/>
              <a:gd name="connsiteX32143" fmla="*/ 2604630 w 5799173"/>
              <a:gd name="connsiteY32143" fmla="*/ 2639752 h 5017219"/>
              <a:gd name="connsiteX32144" fmla="*/ 2614349 w 5799173"/>
              <a:gd name="connsiteY32144" fmla="*/ 2656699 h 5017219"/>
              <a:gd name="connsiteX32145" fmla="*/ 2614349 w 5799173"/>
              <a:gd name="connsiteY32145" fmla="*/ 2658111 h 5017219"/>
              <a:gd name="connsiteX32146" fmla="*/ 2604546 w 5799173"/>
              <a:gd name="connsiteY32146" fmla="*/ 2675059 h 5017219"/>
              <a:gd name="connsiteX32147" fmla="*/ 2603383 w 5799173"/>
              <a:gd name="connsiteY32147" fmla="*/ 2675725 h 5017219"/>
              <a:gd name="connsiteX32148" fmla="*/ 356868 w 5799173"/>
              <a:gd name="connsiteY32148" fmla="*/ 2079266 h 5017219"/>
              <a:gd name="connsiteX32149" fmla="*/ 355620 w 5799173"/>
              <a:gd name="connsiteY32149" fmla="*/ 2078601 h 5017219"/>
              <a:gd name="connsiteX32150" fmla="*/ 345735 w 5799173"/>
              <a:gd name="connsiteY32150" fmla="*/ 2061487 h 5017219"/>
              <a:gd name="connsiteX32151" fmla="*/ 345734 w 5799173"/>
              <a:gd name="connsiteY32151" fmla="*/ 2060075 h 5017219"/>
              <a:gd name="connsiteX32152" fmla="*/ 355621 w 5799173"/>
              <a:gd name="connsiteY32152" fmla="*/ 2042961 h 5017219"/>
              <a:gd name="connsiteX32153" fmla="*/ 356867 w 5799173"/>
              <a:gd name="connsiteY32153" fmla="*/ 2042296 h 5017219"/>
              <a:gd name="connsiteX32154" fmla="*/ 376556 w 5799173"/>
              <a:gd name="connsiteY32154" fmla="*/ 2042295 h 5017219"/>
              <a:gd name="connsiteX32155" fmla="*/ 377804 w 5799173"/>
              <a:gd name="connsiteY32155" fmla="*/ 2042961 h 5017219"/>
              <a:gd name="connsiteX32156" fmla="*/ 387689 w 5799173"/>
              <a:gd name="connsiteY32156" fmla="*/ 2060074 h 5017219"/>
              <a:gd name="connsiteX32157" fmla="*/ 387690 w 5799173"/>
              <a:gd name="connsiteY32157" fmla="*/ 2061487 h 5017219"/>
              <a:gd name="connsiteX32158" fmla="*/ 377803 w 5799173"/>
              <a:gd name="connsiteY32158" fmla="*/ 2078602 h 5017219"/>
              <a:gd name="connsiteX32159" fmla="*/ 376557 w 5799173"/>
              <a:gd name="connsiteY32159" fmla="*/ 2079266 h 5017219"/>
              <a:gd name="connsiteX32160" fmla="*/ 417049 w 5799173"/>
              <a:gd name="connsiteY32160" fmla="*/ 2095497 h 5017219"/>
              <a:gd name="connsiteX32161" fmla="*/ 415804 w 5799173"/>
              <a:gd name="connsiteY32161" fmla="*/ 2094833 h 5017219"/>
              <a:gd name="connsiteX32162" fmla="*/ 405916 w 5799173"/>
              <a:gd name="connsiteY32162" fmla="*/ 2077635 h 5017219"/>
              <a:gd name="connsiteX32163" fmla="*/ 405917 w 5799173"/>
              <a:gd name="connsiteY32163" fmla="*/ 2076223 h 5017219"/>
              <a:gd name="connsiteX32164" fmla="*/ 415803 w 5799173"/>
              <a:gd name="connsiteY32164" fmla="*/ 2059026 h 5017219"/>
              <a:gd name="connsiteX32165" fmla="*/ 417049 w 5799173"/>
              <a:gd name="connsiteY32165" fmla="*/ 2058361 h 5017219"/>
              <a:gd name="connsiteX32166" fmla="*/ 436905 w 5799173"/>
              <a:gd name="connsiteY32166" fmla="*/ 2058361 h 5017219"/>
              <a:gd name="connsiteX32167" fmla="*/ 438152 w 5799173"/>
              <a:gd name="connsiteY32167" fmla="*/ 2059026 h 5017219"/>
              <a:gd name="connsiteX32168" fmla="*/ 448038 w 5799173"/>
              <a:gd name="connsiteY32168" fmla="*/ 2076223 h 5017219"/>
              <a:gd name="connsiteX32169" fmla="*/ 448038 w 5799173"/>
              <a:gd name="connsiteY32169" fmla="*/ 2077635 h 5017219"/>
              <a:gd name="connsiteX32170" fmla="*/ 438151 w 5799173"/>
              <a:gd name="connsiteY32170" fmla="*/ 2094833 h 5017219"/>
              <a:gd name="connsiteX32171" fmla="*/ 436904 w 5799173"/>
              <a:gd name="connsiteY32171" fmla="*/ 2095497 h 5017219"/>
              <a:gd name="connsiteX32172" fmla="*/ 477155 w 5799173"/>
              <a:gd name="connsiteY32172" fmla="*/ 2111696 h 5017219"/>
              <a:gd name="connsiteX32173" fmla="*/ 475909 w 5799173"/>
              <a:gd name="connsiteY32173" fmla="*/ 2111032 h 5017219"/>
              <a:gd name="connsiteX32174" fmla="*/ 465939 w 5799173"/>
              <a:gd name="connsiteY32174" fmla="*/ 2093751 h 5017219"/>
              <a:gd name="connsiteX32175" fmla="*/ 465939 w 5799173"/>
              <a:gd name="connsiteY32175" fmla="*/ 2092339 h 5017219"/>
              <a:gd name="connsiteX32176" fmla="*/ 475909 w 5799173"/>
              <a:gd name="connsiteY32176" fmla="*/ 2075059 h 5017219"/>
              <a:gd name="connsiteX32177" fmla="*/ 477154 w 5799173"/>
              <a:gd name="connsiteY32177" fmla="*/ 2074394 h 5017219"/>
              <a:gd name="connsiteX32178" fmla="*/ 497094 w 5799173"/>
              <a:gd name="connsiteY32178" fmla="*/ 2074394 h 5017219"/>
              <a:gd name="connsiteX32179" fmla="*/ 498340 w 5799173"/>
              <a:gd name="connsiteY32179" fmla="*/ 2075059 h 5017219"/>
              <a:gd name="connsiteX32180" fmla="*/ 508308 w 5799173"/>
              <a:gd name="connsiteY32180" fmla="*/ 2092339 h 5017219"/>
              <a:gd name="connsiteX32181" fmla="*/ 508309 w 5799173"/>
              <a:gd name="connsiteY32181" fmla="*/ 2093751 h 5017219"/>
              <a:gd name="connsiteX32182" fmla="*/ 498340 w 5799173"/>
              <a:gd name="connsiteY32182" fmla="*/ 2111032 h 5017219"/>
              <a:gd name="connsiteX32183" fmla="*/ 497094 w 5799173"/>
              <a:gd name="connsiteY32183" fmla="*/ 2111696 h 5017219"/>
              <a:gd name="connsiteX32184" fmla="*/ 898458 w 5799173"/>
              <a:gd name="connsiteY32184" fmla="*/ 2224584 h 5017219"/>
              <a:gd name="connsiteX32185" fmla="*/ 897212 w 5799173"/>
              <a:gd name="connsiteY32185" fmla="*/ 2223920 h 5017219"/>
              <a:gd name="connsiteX32186" fmla="*/ 887242 w 5799173"/>
              <a:gd name="connsiteY32186" fmla="*/ 2206639 h 5017219"/>
              <a:gd name="connsiteX32187" fmla="*/ 887242 w 5799173"/>
              <a:gd name="connsiteY32187" fmla="*/ 2205227 h 5017219"/>
              <a:gd name="connsiteX32188" fmla="*/ 897212 w 5799173"/>
              <a:gd name="connsiteY32188" fmla="*/ 2187947 h 5017219"/>
              <a:gd name="connsiteX32189" fmla="*/ 898458 w 5799173"/>
              <a:gd name="connsiteY32189" fmla="*/ 2187282 h 5017219"/>
              <a:gd name="connsiteX32190" fmla="*/ 918397 w 5799173"/>
              <a:gd name="connsiteY32190" fmla="*/ 2187282 h 5017219"/>
              <a:gd name="connsiteX32191" fmla="*/ 919643 w 5799173"/>
              <a:gd name="connsiteY32191" fmla="*/ 2187947 h 5017219"/>
              <a:gd name="connsiteX32192" fmla="*/ 929612 w 5799173"/>
              <a:gd name="connsiteY32192" fmla="*/ 2205227 h 5017219"/>
              <a:gd name="connsiteX32193" fmla="*/ 929612 w 5799173"/>
              <a:gd name="connsiteY32193" fmla="*/ 2206639 h 5017219"/>
              <a:gd name="connsiteX32194" fmla="*/ 919643 w 5799173"/>
              <a:gd name="connsiteY32194" fmla="*/ 2223920 h 5017219"/>
              <a:gd name="connsiteX32195" fmla="*/ 918397 w 5799173"/>
              <a:gd name="connsiteY32195" fmla="*/ 2224584 h 5017219"/>
              <a:gd name="connsiteX32196" fmla="*/ 1079017 w 5799173"/>
              <a:gd name="connsiteY32196" fmla="*/ 2272964 h 5017219"/>
              <a:gd name="connsiteX32197" fmla="*/ 1077770 w 5799173"/>
              <a:gd name="connsiteY32197" fmla="*/ 2272300 h 5017219"/>
              <a:gd name="connsiteX32198" fmla="*/ 1067800 w 5799173"/>
              <a:gd name="connsiteY32198" fmla="*/ 2255019 h 5017219"/>
              <a:gd name="connsiteX32199" fmla="*/ 1067800 w 5799173"/>
              <a:gd name="connsiteY32199" fmla="*/ 2253607 h 5017219"/>
              <a:gd name="connsiteX32200" fmla="*/ 1077770 w 5799173"/>
              <a:gd name="connsiteY32200" fmla="*/ 2236327 h 5017219"/>
              <a:gd name="connsiteX32201" fmla="*/ 1079016 w 5799173"/>
              <a:gd name="connsiteY32201" fmla="*/ 2235662 h 5017219"/>
              <a:gd name="connsiteX32202" fmla="*/ 1098955 w 5799173"/>
              <a:gd name="connsiteY32202" fmla="*/ 2235662 h 5017219"/>
              <a:gd name="connsiteX32203" fmla="*/ 1100201 w 5799173"/>
              <a:gd name="connsiteY32203" fmla="*/ 2236327 h 5017219"/>
              <a:gd name="connsiteX32204" fmla="*/ 1110171 w 5799173"/>
              <a:gd name="connsiteY32204" fmla="*/ 2253607 h 5017219"/>
              <a:gd name="connsiteX32205" fmla="*/ 1110171 w 5799173"/>
              <a:gd name="connsiteY32205" fmla="*/ 2255019 h 5017219"/>
              <a:gd name="connsiteX32206" fmla="*/ 1100201 w 5799173"/>
              <a:gd name="connsiteY32206" fmla="*/ 2272300 h 5017219"/>
              <a:gd name="connsiteX32207" fmla="*/ 1098955 w 5799173"/>
              <a:gd name="connsiteY32207" fmla="*/ 2272964 h 5017219"/>
              <a:gd name="connsiteX32208" fmla="*/ 537279 w 5799173"/>
              <a:gd name="connsiteY32208" fmla="*/ 2127910 h 5017219"/>
              <a:gd name="connsiteX32209" fmla="*/ 536033 w 5799173"/>
              <a:gd name="connsiteY32209" fmla="*/ 2127162 h 5017219"/>
              <a:gd name="connsiteX32210" fmla="*/ 526064 w 5799173"/>
              <a:gd name="connsiteY32210" fmla="*/ 2109799 h 5017219"/>
              <a:gd name="connsiteX32211" fmla="*/ 526063 w 5799173"/>
              <a:gd name="connsiteY32211" fmla="*/ 2108385 h 5017219"/>
              <a:gd name="connsiteX32212" fmla="*/ 536117 w 5799173"/>
              <a:gd name="connsiteY32212" fmla="*/ 2091023 h 5017219"/>
              <a:gd name="connsiteX32213" fmla="*/ 537362 w 5799173"/>
              <a:gd name="connsiteY32213" fmla="*/ 2090274 h 5017219"/>
              <a:gd name="connsiteX32214" fmla="*/ 557384 w 5799173"/>
              <a:gd name="connsiteY32214" fmla="*/ 2090274 h 5017219"/>
              <a:gd name="connsiteX32215" fmla="*/ 558630 w 5799173"/>
              <a:gd name="connsiteY32215" fmla="*/ 2091022 h 5017219"/>
              <a:gd name="connsiteX32216" fmla="*/ 568601 w 5799173"/>
              <a:gd name="connsiteY32216" fmla="*/ 2108386 h 5017219"/>
              <a:gd name="connsiteX32217" fmla="*/ 568600 w 5799173"/>
              <a:gd name="connsiteY32217" fmla="*/ 2109798 h 5017219"/>
              <a:gd name="connsiteX32218" fmla="*/ 558548 w 5799173"/>
              <a:gd name="connsiteY32218" fmla="*/ 2127162 h 5017219"/>
              <a:gd name="connsiteX32219" fmla="*/ 557301 w 5799173"/>
              <a:gd name="connsiteY32219" fmla="*/ 2127910 h 5017219"/>
              <a:gd name="connsiteX32220" fmla="*/ 3125287 w 5799173"/>
              <a:gd name="connsiteY32220" fmla="*/ 2821364 h 5017219"/>
              <a:gd name="connsiteX32221" fmla="*/ 3124041 w 5799173"/>
              <a:gd name="connsiteY32221" fmla="*/ 2820616 h 5017219"/>
              <a:gd name="connsiteX32222" fmla="*/ 3114071 w 5799173"/>
              <a:gd name="connsiteY32222" fmla="*/ 2803253 h 5017219"/>
              <a:gd name="connsiteX32223" fmla="*/ 3114071 w 5799173"/>
              <a:gd name="connsiteY32223" fmla="*/ 2801840 h 5017219"/>
              <a:gd name="connsiteX32224" fmla="*/ 3124123 w 5799173"/>
              <a:gd name="connsiteY32224" fmla="*/ 2784477 h 5017219"/>
              <a:gd name="connsiteX32225" fmla="*/ 3125370 w 5799173"/>
              <a:gd name="connsiteY32225" fmla="*/ 2783729 h 5017219"/>
              <a:gd name="connsiteX32226" fmla="*/ 3145392 w 5799173"/>
              <a:gd name="connsiteY32226" fmla="*/ 2783729 h 5017219"/>
              <a:gd name="connsiteX32227" fmla="*/ 3146638 w 5799173"/>
              <a:gd name="connsiteY32227" fmla="*/ 2784477 h 5017219"/>
              <a:gd name="connsiteX32228" fmla="*/ 3156607 w 5799173"/>
              <a:gd name="connsiteY32228" fmla="*/ 2801840 h 5017219"/>
              <a:gd name="connsiteX32229" fmla="*/ 3156607 w 5799173"/>
              <a:gd name="connsiteY32229" fmla="*/ 2803253 h 5017219"/>
              <a:gd name="connsiteX32230" fmla="*/ 3146555 w 5799173"/>
              <a:gd name="connsiteY32230" fmla="*/ 2820616 h 5017219"/>
              <a:gd name="connsiteX32231" fmla="*/ 3145309 w 5799173"/>
              <a:gd name="connsiteY32231" fmla="*/ 2821364 h 5017219"/>
              <a:gd name="connsiteX32232" fmla="*/ 3426218 w 5799173"/>
              <a:gd name="connsiteY32232" fmla="*/ 2901999 h 5017219"/>
              <a:gd name="connsiteX32233" fmla="*/ 3424973 w 5799173"/>
              <a:gd name="connsiteY32233" fmla="*/ 2901251 h 5017219"/>
              <a:gd name="connsiteX32234" fmla="*/ 3415002 w 5799173"/>
              <a:gd name="connsiteY32234" fmla="*/ 2883887 h 5017219"/>
              <a:gd name="connsiteX32235" fmla="*/ 3415003 w 5799173"/>
              <a:gd name="connsiteY32235" fmla="*/ 2882474 h 5017219"/>
              <a:gd name="connsiteX32236" fmla="*/ 3425054 w 5799173"/>
              <a:gd name="connsiteY32236" fmla="*/ 2865111 h 5017219"/>
              <a:gd name="connsiteX32237" fmla="*/ 3426301 w 5799173"/>
              <a:gd name="connsiteY32237" fmla="*/ 2864363 h 5017219"/>
              <a:gd name="connsiteX32238" fmla="*/ 3446324 w 5799173"/>
              <a:gd name="connsiteY32238" fmla="*/ 2864364 h 5017219"/>
              <a:gd name="connsiteX32239" fmla="*/ 3447570 w 5799173"/>
              <a:gd name="connsiteY32239" fmla="*/ 2865111 h 5017219"/>
              <a:gd name="connsiteX32240" fmla="*/ 3457538 w 5799173"/>
              <a:gd name="connsiteY32240" fmla="*/ 2882474 h 5017219"/>
              <a:gd name="connsiteX32241" fmla="*/ 3457539 w 5799173"/>
              <a:gd name="connsiteY32241" fmla="*/ 2883887 h 5017219"/>
              <a:gd name="connsiteX32242" fmla="*/ 3447486 w 5799173"/>
              <a:gd name="connsiteY32242" fmla="*/ 2901250 h 5017219"/>
              <a:gd name="connsiteX32243" fmla="*/ 3446240 w 5799173"/>
              <a:gd name="connsiteY32243" fmla="*/ 2901998 h 5017219"/>
              <a:gd name="connsiteX32244" fmla="*/ 3486404 w 5799173"/>
              <a:gd name="connsiteY32244" fmla="*/ 2918125 h 5017219"/>
              <a:gd name="connsiteX32245" fmla="*/ 3485158 w 5799173"/>
              <a:gd name="connsiteY32245" fmla="*/ 2917377 h 5017219"/>
              <a:gd name="connsiteX32246" fmla="*/ 3475188 w 5799173"/>
              <a:gd name="connsiteY32246" fmla="*/ 2900014 h 5017219"/>
              <a:gd name="connsiteX32247" fmla="*/ 3475188 w 5799173"/>
              <a:gd name="connsiteY32247" fmla="*/ 2898601 h 5017219"/>
              <a:gd name="connsiteX32248" fmla="*/ 3485240 w 5799173"/>
              <a:gd name="connsiteY32248" fmla="*/ 2881238 h 5017219"/>
              <a:gd name="connsiteX32249" fmla="*/ 3486487 w 5799173"/>
              <a:gd name="connsiteY32249" fmla="*/ 2880490 h 5017219"/>
              <a:gd name="connsiteX32250" fmla="*/ 3506510 w 5799173"/>
              <a:gd name="connsiteY32250" fmla="*/ 2880490 h 5017219"/>
              <a:gd name="connsiteX32251" fmla="*/ 3507755 w 5799173"/>
              <a:gd name="connsiteY32251" fmla="*/ 2881238 h 5017219"/>
              <a:gd name="connsiteX32252" fmla="*/ 3517724 w 5799173"/>
              <a:gd name="connsiteY32252" fmla="*/ 2898601 h 5017219"/>
              <a:gd name="connsiteX32253" fmla="*/ 3517725 w 5799173"/>
              <a:gd name="connsiteY32253" fmla="*/ 2900014 h 5017219"/>
              <a:gd name="connsiteX32254" fmla="*/ 3507672 w 5799173"/>
              <a:gd name="connsiteY32254" fmla="*/ 2917377 h 5017219"/>
              <a:gd name="connsiteX32255" fmla="*/ 3506426 w 5799173"/>
              <a:gd name="connsiteY32255" fmla="*/ 2918125 h 5017219"/>
              <a:gd name="connsiteX32256" fmla="*/ 657569 w 5799173"/>
              <a:gd name="connsiteY32256" fmla="*/ 2160328 h 5017219"/>
              <a:gd name="connsiteX32257" fmla="*/ 656323 w 5799173"/>
              <a:gd name="connsiteY32257" fmla="*/ 2159581 h 5017219"/>
              <a:gd name="connsiteX32258" fmla="*/ 646187 w 5799173"/>
              <a:gd name="connsiteY32258" fmla="*/ 2142051 h 5017219"/>
              <a:gd name="connsiteX32259" fmla="*/ 646187 w 5799173"/>
              <a:gd name="connsiteY32259" fmla="*/ 2140639 h 5017219"/>
              <a:gd name="connsiteX32260" fmla="*/ 656323 w 5799173"/>
              <a:gd name="connsiteY32260" fmla="*/ 2123109 h 5017219"/>
              <a:gd name="connsiteX32261" fmla="*/ 657569 w 5799173"/>
              <a:gd name="connsiteY32261" fmla="*/ 2122361 h 5017219"/>
              <a:gd name="connsiteX32262" fmla="*/ 677840 w 5799173"/>
              <a:gd name="connsiteY32262" fmla="*/ 2122361 h 5017219"/>
              <a:gd name="connsiteX32263" fmla="*/ 679086 w 5799173"/>
              <a:gd name="connsiteY32263" fmla="*/ 2123109 h 5017219"/>
              <a:gd name="connsiteX32264" fmla="*/ 689222 w 5799173"/>
              <a:gd name="connsiteY32264" fmla="*/ 2140639 h 5017219"/>
              <a:gd name="connsiteX32265" fmla="*/ 689222 w 5799173"/>
              <a:gd name="connsiteY32265" fmla="*/ 2142052 h 5017219"/>
              <a:gd name="connsiteX32266" fmla="*/ 679086 w 5799173"/>
              <a:gd name="connsiteY32266" fmla="*/ 2159581 h 5017219"/>
              <a:gd name="connsiteX32267" fmla="*/ 677840 w 5799173"/>
              <a:gd name="connsiteY32267" fmla="*/ 2160328 h 5017219"/>
              <a:gd name="connsiteX32268" fmla="*/ 717755 w 5799173"/>
              <a:gd name="connsiteY32268" fmla="*/ 2176455 h 5017219"/>
              <a:gd name="connsiteX32269" fmla="*/ 716509 w 5799173"/>
              <a:gd name="connsiteY32269" fmla="*/ 2175708 h 5017219"/>
              <a:gd name="connsiteX32270" fmla="*/ 706373 w 5799173"/>
              <a:gd name="connsiteY32270" fmla="*/ 2158178 h 5017219"/>
              <a:gd name="connsiteX32271" fmla="*/ 706373 w 5799173"/>
              <a:gd name="connsiteY32271" fmla="*/ 2156766 h 5017219"/>
              <a:gd name="connsiteX32272" fmla="*/ 716509 w 5799173"/>
              <a:gd name="connsiteY32272" fmla="*/ 2139236 h 5017219"/>
              <a:gd name="connsiteX32273" fmla="*/ 717755 w 5799173"/>
              <a:gd name="connsiteY32273" fmla="*/ 2138488 h 5017219"/>
              <a:gd name="connsiteX32274" fmla="*/ 738026 w 5799173"/>
              <a:gd name="connsiteY32274" fmla="*/ 2138488 h 5017219"/>
              <a:gd name="connsiteX32275" fmla="*/ 739271 w 5799173"/>
              <a:gd name="connsiteY32275" fmla="*/ 2139236 h 5017219"/>
              <a:gd name="connsiteX32276" fmla="*/ 749408 w 5799173"/>
              <a:gd name="connsiteY32276" fmla="*/ 2156766 h 5017219"/>
              <a:gd name="connsiteX32277" fmla="*/ 749408 w 5799173"/>
              <a:gd name="connsiteY32277" fmla="*/ 2158178 h 5017219"/>
              <a:gd name="connsiteX32278" fmla="*/ 739272 w 5799173"/>
              <a:gd name="connsiteY32278" fmla="*/ 2175708 h 5017219"/>
              <a:gd name="connsiteX32279" fmla="*/ 738026 w 5799173"/>
              <a:gd name="connsiteY32279" fmla="*/ 2176455 h 5017219"/>
              <a:gd name="connsiteX32280" fmla="*/ 958500 w 5799173"/>
              <a:gd name="connsiteY32280" fmla="*/ 2240963 h 5017219"/>
              <a:gd name="connsiteX32281" fmla="*/ 957255 w 5799173"/>
              <a:gd name="connsiteY32281" fmla="*/ 2240216 h 5017219"/>
              <a:gd name="connsiteX32282" fmla="*/ 947118 w 5799173"/>
              <a:gd name="connsiteY32282" fmla="*/ 2222686 h 5017219"/>
              <a:gd name="connsiteX32283" fmla="*/ 947118 w 5799173"/>
              <a:gd name="connsiteY32283" fmla="*/ 2221274 h 5017219"/>
              <a:gd name="connsiteX32284" fmla="*/ 957254 w 5799173"/>
              <a:gd name="connsiteY32284" fmla="*/ 2203744 h 5017219"/>
              <a:gd name="connsiteX32285" fmla="*/ 958500 w 5799173"/>
              <a:gd name="connsiteY32285" fmla="*/ 2202996 h 5017219"/>
              <a:gd name="connsiteX32286" fmla="*/ 978771 w 5799173"/>
              <a:gd name="connsiteY32286" fmla="*/ 2202996 h 5017219"/>
              <a:gd name="connsiteX32287" fmla="*/ 980017 w 5799173"/>
              <a:gd name="connsiteY32287" fmla="*/ 2203744 h 5017219"/>
              <a:gd name="connsiteX32288" fmla="*/ 990153 w 5799173"/>
              <a:gd name="connsiteY32288" fmla="*/ 2221274 h 5017219"/>
              <a:gd name="connsiteX32289" fmla="*/ 990153 w 5799173"/>
              <a:gd name="connsiteY32289" fmla="*/ 2222686 h 5017219"/>
              <a:gd name="connsiteX32290" fmla="*/ 980017 w 5799173"/>
              <a:gd name="connsiteY32290" fmla="*/ 2240216 h 5017219"/>
              <a:gd name="connsiteX32291" fmla="*/ 978771 w 5799173"/>
              <a:gd name="connsiteY32291" fmla="*/ 2240963 h 5017219"/>
              <a:gd name="connsiteX32292" fmla="*/ 2643610 w 5799173"/>
              <a:gd name="connsiteY32292" fmla="*/ 2692762 h 5017219"/>
              <a:gd name="connsiteX32293" fmla="*/ 2642364 w 5799173"/>
              <a:gd name="connsiteY32293" fmla="*/ 2692015 h 5017219"/>
              <a:gd name="connsiteX32294" fmla="*/ 2632144 w 5799173"/>
              <a:gd name="connsiteY32294" fmla="*/ 2674319 h 5017219"/>
              <a:gd name="connsiteX32295" fmla="*/ 2632145 w 5799173"/>
              <a:gd name="connsiteY32295" fmla="*/ 2672907 h 5017219"/>
              <a:gd name="connsiteX32296" fmla="*/ 2642364 w 5799173"/>
              <a:gd name="connsiteY32296" fmla="*/ 2655211 h 5017219"/>
              <a:gd name="connsiteX32297" fmla="*/ 2643610 w 5799173"/>
              <a:gd name="connsiteY32297" fmla="*/ 2654463 h 5017219"/>
              <a:gd name="connsiteX32298" fmla="*/ 2664047 w 5799173"/>
              <a:gd name="connsiteY32298" fmla="*/ 2654463 h 5017219"/>
              <a:gd name="connsiteX32299" fmla="*/ 2665294 w 5799173"/>
              <a:gd name="connsiteY32299" fmla="*/ 2655211 h 5017219"/>
              <a:gd name="connsiteX32300" fmla="*/ 2675512 w 5799173"/>
              <a:gd name="connsiteY32300" fmla="*/ 2672907 h 5017219"/>
              <a:gd name="connsiteX32301" fmla="*/ 2675512 w 5799173"/>
              <a:gd name="connsiteY32301" fmla="*/ 2674319 h 5017219"/>
              <a:gd name="connsiteX32302" fmla="*/ 2665293 w 5799173"/>
              <a:gd name="connsiteY32302" fmla="*/ 2692015 h 5017219"/>
              <a:gd name="connsiteX32303" fmla="*/ 2664047 w 5799173"/>
              <a:gd name="connsiteY32303" fmla="*/ 2692762 h 5017219"/>
              <a:gd name="connsiteX32304" fmla="*/ 3185204 w 5799173"/>
              <a:gd name="connsiteY32304" fmla="*/ 2837976 h 5017219"/>
              <a:gd name="connsiteX32305" fmla="*/ 3183958 w 5799173"/>
              <a:gd name="connsiteY32305" fmla="*/ 2837228 h 5017219"/>
              <a:gd name="connsiteX32306" fmla="*/ 3173656 w 5799173"/>
              <a:gd name="connsiteY32306" fmla="*/ 2819450 h 5017219"/>
              <a:gd name="connsiteX32307" fmla="*/ 3173656 w 5799173"/>
              <a:gd name="connsiteY32307" fmla="*/ 2818037 h 5017219"/>
              <a:gd name="connsiteX32308" fmla="*/ 3183958 w 5799173"/>
              <a:gd name="connsiteY32308" fmla="*/ 2800258 h 5017219"/>
              <a:gd name="connsiteX32309" fmla="*/ 3185204 w 5799173"/>
              <a:gd name="connsiteY32309" fmla="*/ 2799510 h 5017219"/>
              <a:gd name="connsiteX32310" fmla="*/ 3205724 w 5799173"/>
              <a:gd name="connsiteY32310" fmla="*/ 2799510 h 5017219"/>
              <a:gd name="connsiteX32311" fmla="*/ 3206971 w 5799173"/>
              <a:gd name="connsiteY32311" fmla="*/ 2800258 h 5017219"/>
              <a:gd name="connsiteX32312" fmla="*/ 3217272 w 5799173"/>
              <a:gd name="connsiteY32312" fmla="*/ 2818038 h 5017219"/>
              <a:gd name="connsiteX32313" fmla="*/ 3217272 w 5799173"/>
              <a:gd name="connsiteY32313" fmla="*/ 2819449 h 5017219"/>
              <a:gd name="connsiteX32314" fmla="*/ 3206971 w 5799173"/>
              <a:gd name="connsiteY32314" fmla="*/ 2837229 h 5017219"/>
              <a:gd name="connsiteX32315" fmla="*/ 3205724 w 5799173"/>
              <a:gd name="connsiteY32315" fmla="*/ 2837977 h 5017219"/>
              <a:gd name="connsiteX32316" fmla="*/ 597204 w 5799173"/>
              <a:gd name="connsiteY32316" fmla="*/ 2144628 h 5017219"/>
              <a:gd name="connsiteX32317" fmla="*/ 595957 w 5799173"/>
              <a:gd name="connsiteY32317" fmla="*/ 2143880 h 5017219"/>
              <a:gd name="connsiteX32318" fmla="*/ 585656 w 5799173"/>
              <a:gd name="connsiteY32318" fmla="*/ 2126018 h 5017219"/>
              <a:gd name="connsiteX32319" fmla="*/ 585656 w 5799173"/>
              <a:gd name="connsiteY32319" fmla="*/ 2124523 h 5017219"/>
              <a:gd name="connsiteX32320" fmla="*/ 595957 w 5799173"/>
              <a:gd name="connsiteY32320" fmla="*/ 2106661 h 5017219"/>
              <a:gd name="connsiteX32321" fmla="*/ 597203 w 5799173"/>
              <a:gd name="connsiteY32321" fmla="*/ 2105913 h 5017219"/>
              <a:gd name="connsiteX32322" fmla="*/ 617890 w 5799173"/>
              <a:gd name="connsiteY32322" fmla="*/ 2105913 h 5017219"/>
              <a:gd name="connsiteX32323" fmla="*/ 619137 w 5799173"/>
              <a:gd name="connsiteY32323" fmla="*/ 2106661 h 5017219"/>
              <a:gd name="connsiteX32324" fmla="*/ 629439 w 5799173"/>
              <a:gd name="connsiteY32324" fmla="*/ 2124523 h 5017219"/>
              <a:gd name="connsiteX32325" fmla="*/ 629439 w 5799173"/>
              <a:gd name="connsiteY32325" fmla="*/ 2126018 h 5017219"/>
              <a:gd name="connsiteX32326" fmla="*/ 619137 w 5799173"/>
              <a:gd name="connsiteY32326" fmla="*/ 2143880 h 5017219"/>
              <a:gd name="connsiteX32327" fmla="*/ 617890 w 5799173"/>
              <a:gd name="connsiteY32327" fmla="*/ 2144628 h 5017219"/>
              <a:gd name="connsiteX32328" fmla="*/ 837950 w 5799173"/>
              <a:gd name="connsiteY32328" fmla="*/ 2209135 h 5017219"/>
              <a:gd name="connsiteX32329" fmla="*/ 836703 w 5799173"/>
              <a:gd name="connsiteY32329" fmla="*/ 2208387 h 5017219"/>
              <a:gd name="connsiteX32330" fmla="*/ 826402 w 5799173"/>
              <a:gd name="connsiteY32330" fmla="*/ 2190525 h 5017219"/>
              <a:gd name="connsiteX32331" fmla="*/ 826402 w 5799173"/>
              <a:gd name="connsiteY32331" fmla="*/ 2189030 h 5017219"/>
              <a:gd name="connsiteX32332" fmla="*/ 836703 w 5799173"/>
              <a:gd name="connsiteY32332" fmla="*/ 2171168 h 5017219"/>
              <a:gd name="connsiteX32333" fmla="*/ 837949 w 5799173"/>
              <a:gd name="connsiteY32333" fmla="*/ 2170420 h 5017219"/>
              <a:gd name="connsiteX32334" fmla="*/ 858636 w 5799173"/>
              <a:gd name="connsiteY32334" fmla="*/ 2170420 h 5017219"/>
              <a:gd name="connsiteX32335" fmla="*/ 859882 w 5799173"/>
              <a:gd name="connsiteY32335" fmla="*/ 2171168 h 5017219"/>
              <a:gd name="connsiteX32336" fmla="*/ 870184 w 5799173"/>
              <a:gd name="connsiteY32336" fmla="*/ 2189030 h 5017219"/>
              <a:gd name="connsiteX32337" fmla="*/ 870184 w 5799173"/>
              <a:gd name="connsiteY32337" fmla="*/ 2190525 h 5017219"/>
              <a:gd name="connsiteX32338" fmla="*/ 859882 w 5799173"/>
              <a:gd name="connsiteY32338" fmla="*/ 2208387 h 5017219"/>
              <a:gd name="connsiteX32339" fmla="*/ 858635 w 5799173"/>
              <a:gd name="connsiteY32339" fmla="*/ 2209135 h 5017219"/>
              <a:gd name="connsiteX32340" fmla="*/ 1018508 w 5799173"/>
              <a:gd name="connsiteY32340" fmla="*/ 2257516 h 5017219"/>
              <a:gd name="connsiteX32341" fmla="*/ 1017261 w 5799173"/>
              <a:gd name="connsiteY32341" fmla="*/ 2256768 h 5017219"/>
              <a:gd name="connsiteX32342" fmla="*/ 1006960 w 5799173"/>
              <a:gd name="connsiteY32342" fmla="*/ 2238906 h 5017219"/>
              <a:gd name="connsiteX32343" fmla="*/ 1006960 w 5799173"/>
              <a:gd name="connsiteY32343" fmla="*/ 2237411 h 5017219"/>
              <a:gd name="connsiteX32344" fmla="*/ 1017261 w 5799173"/>
              <a:gd name="connsiteY32344" fmla="*/ 2219549 h 5017219"/>
              <a:gd name="connsiteX32345" fmla="*/ 1018508 w 5799173"/>
              <a:gd name="connsiteY32345" fmla="*/ 2218801 h 5017219"/>
              <a:gd name="connsiteX32346" fmla="*/ 1039194 w 5799173"/>
              <a:gd name="connsiteY32346" fmla="*/ 2218801 h 5017219"/>
              <a:gd name="connsiteX32347" fmla="*/ 1040441 w 5799173"/>
              <a:gd name="connsiteY32347" fmla="*/ 2219549 h 5017219"/>
              <a:gd name="connsiteX32348" fmla="*/ 1050743 w 5799173"/>
              <a:gd name="connsiteY32348" fmla="*/ 2237411 h 5017219"/>
              <a:gd name="connsiteX32349" fmla="*/ 1050743 w 5799173"/>
              <a:gd name="connsiteY32349" fmla="*/ 2238906 h 5017219"/>
              <a:gd name="connsiteX32350" fmla="*/ 1040441 w 5799173"/>
              <a:gd name="connsiteY32350" fmla="*/ 2256768 h 5017219"/>
              <a:gd name="connsiteX32351" fmla="*/ 1039194 w 5799173"/>
              <a:gd name="connsiteY32351" fmla="*/ 2257516 h 5017219"/>
              <a:gd name="connsiteX32352" fmla="*/ 1319357 w 5799173"/>
              <a:gd name="connsiteY32352" fmla="*/ 2338222 h 5017219"/>
              <a:gd name="connsiteX32353" fmla="*/ 1318112 w 5799173"/>
              <a:gd name="connsiteY32353" fmla="*/ 2337474 h 5017219"/>
              <a:gd name="connsiteX32354" fmla="*/ 1307727 w 5799173"/>
              <a:gd name="connsiteY32354" fmla="*/ 2319529 h 5017219"/>
              <a:gd name="connsiteX32355" fmla="*/ 1307727 w 5799173"/>
              <a:gd name="connsiteY32355" fmla="*/ 2318034 h 5017219"/>
              <a:gd name="connsiteX32356" fmla="*/ 1318112 w 5799173"/>
              <a:gd name="connsiteY32356" fmla="*/ 2300089 h 5017219"/>
              <a:gd name="connsiteX32357" fmla="*/ 1319358 w 5799173"/>
              <a:gd name="connsiteY32357" fmla="*/ 2299341 h 5017219"/>
              <a:gd name="connsiteX32358" fmla="*/ 1340127 w 5799173"/>
              <a:gd name="connsiteY32358" fmla="*/ 2299341 h 5017219"/>
              <a:gd name="connsiteX32359" fmla="*/ 1341374 w 5799173"/>
              <a:gd name="connsiteY32359" fmla="*/ 2300089 h 5017219"/>
              <a:gd name="connsiteX32360" fmla="*/ 1351758 w 5799173"/>
              <a:gd name="connsiteY32360" fmla="*/ 2318034 h 5017219"/>
              <a:gd name="connsiteX32361" fmla="*/ 1351759 w 5799173"/>
              <a:gd name="connsiteY32361" fmla="*/ 2319529 h 5017219"/>
              <a:gd name="connsiteX32362" fmla="*/ 1341374 w 5799173"/>
              <a:gd name="connsiteY32362" fmla="*/ 2337474 h 5017219"/>
              <a:gd name="connsiteX32363" fmla="*/ 1340128 w 5799173"/>
              <a:gd name="connsiteY32363" fmla="*/ 2338222 h 5017219"/>
              <a:gd name="connsiteX32364" fmla="*/ 1379543 w 5799173"/>
              <a:gd name="connsiteY32364" fmla="*/ 2354349 h 5017219"/>
              <a:gd name="connsiteX32365" fmla="*/ 1378297 w 5799173"/>
              <a:gd name="connsiteY32365" fmla="*/ 2353601 h 5017219"/>
              <a:gd name="connsiteX32366" fmla="*/ 1367913 w 5799173"/>
              <a:gd name="connsiteY32366" fmla="*/ 2335656 h 5017219"/>
              <a:gd name="connsiteX32367" fmla="*/ 1367913 w 5799173"/>
              <a:gd name="connsiteY32367" fmla="*/ 2334161 h 5017219"/>
              <a:gd name="connsiteX32368" fmla="*/ 1378297 w 5799173"/>
              <a:gd name="connsiteY32368" fmla="*/ 2316216 h 5017219"/>
              <a:gd name="connsiteX32369" fmla="*/ 1379543 w 5799173"/>
              <a:gd name="connsiteY32369" fmla="*/ 2315468 h 5017219"/>
              <a:gd name="connsiteX32370" fmla="*/ 1400313 w 5799173"/>
              <a:gd name="connsiteY32370" fmla="*/ 2315468 h 5017219"/>
              <a:gd name="connsiteX32371" fmla="*/ 1401560 w 5799173"/>
              <a:gd name="connsiteY32371" fmla="*/ 2316216 h 5017219"/>
              <a:gd name="connsiteX32372" fmla="*/ 1411944 w 5799173"/>
              <a:gd name="connsiteY32372" fmla="*/ 2334161 h 5017219"/>
              <a:gd name="connsiteX32373" fmla="*/ 1411944 w 5799173"/>
              <a:gd name="connsiteY32373" fmla="*/ 2335656 h 5017219"/>
              <a:gd name="connsiteX32374" fmla="*/ 1401560 w 5799173"/>
              <a:gd name="connsiteY32374" fmla="*/ 2353601 h 5017219"/>
              <a:gd name="connsiteX32375" fmla="*/ 1400314 w 5799173"/>
              <a:gd name="connsiteY32375" fmla="*/ 2354349 h 5017219"/>
              <a:gd name="connsiteX32376" fmla="*/ 3245317 w 5799173"/>
              <a:gd name="connsiteY32376" fmla="*/ 2854282 h 5017219"/>
              <a:gd name="connsiteX32377" fmla="*/ 3244071 w 5799173"/>
              <a:gd name="connsiteY32377" fmla="*/ 2853534 h 5017219"/>
              <a:gd name="connsiteX32378" fmla="*/ 3233686 w 5799173"/>
              <a:gd name="connsiteY32378" fmla="*/ 2835589 h 5017219"/>
              <a:gd name="connsiteX32379" fmla="*/ 3233686 w 5799173"/>
              <a:gd name="connsiteY32379" fmla="*/ 2834094 h 5017219"/>
              <a:gd name="connsiteX32380" fmla="*/ 3244071 w 5799173"/>
              <a:gd name="connsiteY32380" fmla="*/ 2816149 h 5017219"/>
              <a:gd name="connsiteX32381" fmla="*/ 3245317 w 5799173"/>
              <a:gd name="connsiteY32381" fmla="*/ 2815401 h 5017219"/>
              <a:gd name="connsiteX32382" fmla="*/ 3266087 w 5799173"/>
              <a:gd name="connsiteY32382" fmla="*/ 2815401 h 5017219"/>
              <a:gd name="connsiteX32383" fmla="*/ 3267333 w 5799173"/>
              <a:gd name="connsiteY32383" fmla="*/ 2816149 h 5017219"/>
              <a:gd name="connsiteX32384" fmla="*/ 3277718 w 5799173"/>
              <a:gd name="connsiteY32384" fmla="*/ 2834094 h 5017219"/>
              <a:gd name="connsiteX32385" fmla="*/ 3277718 w 5799173"/>
              <a:gd name="connsiteY32385" fmla="*/ 2835589 h 5017219"/>
              <a:gd name="connsiteX32386" fmla="*/ 3267333 w 5799173"/>
              <a:gd name="connsiteY32386" fmla="*/ 2853534 h 5017219"/>
              <a:gd name="connsiteX32387" fmla="*/ 3266087 w 5799173"/>
              <a:gd name="connsiteY32387" fmla="*/ 2854282 h 5017219"/>
              <a:gd name="connsiteX32388" fmla="*/ 3365689 w 5799173"/>
              <a:gd name="connsiteY32388" fmla="*/ 2886535 h 5017219"/>
              <a:gd name="connsiteX32389" fmla="*/ 3364443 w 5799173"/>
              <a:gd name="connsiteY32389" fmla="*/ 2885787 h 5017219"/>
              <a:gd name="connsiteX32390" fmla="*/ 3354058 w 5799173"/>
              <a:gd name="connsiteY32390" fmla="*/ 2867842 h 5017219"/>
              <a:gd name="connsiteX32391" fmla="*/ 3354058 w 5799173"/>
              <a:gd name="connsiteY32391" fmla="*/ 2866347 h 5017219"/>
              <a:gd name="connsiteX32392" fmla="*/ 3364443 w 5799173"/>
              <a:gd name="connsiteY32392" fmla="*/ 2848402 h 5017219"/>
              <a:gd name="connsiteX32393" fmla="*/ 3365689 w 5799173"/>
              <a:gd name="connsiteY32393" fmla="*/ 2847654 h 5017219"/>
              <a:gd name="connsiteX32394" fmla="*/ 3386459 w 5799173"/>
              <a:gd name="connsiteY32394" fmla="*/ 2847654 h 5017219"/>
              <a:gd name="connsiteX32395" fmla="*/ 3387705 w 5799173"/>
              <a:gd name="connsiteY32395" fmla="*/ 2848402 h 5017219"/>
              <a:gd name="connsiteX32396" fmla="*/ 3398090 w 5799173"/>
              <a:gd name="connsiteY32396" fmla="*/ 2866347 h 5017219"/>
              <a:gd name="connsiteX32397" fmla="*/ 3398090 w 5799173"/>
              <a:gd name="connsiteY32397" fmla="*/ 2867842 h 5017219"/>
              <a:gd name="connsiteX32398" fmla="*/ 3387705 w 5799173"/>
              <a:gd name="connsiteY32398" fmla="*/ 2885787 h 5017219"/>
              <a:gd name="connsiteX32399" fmla="*/ 3386459 w 5799173"/>
              <a:gd name="connsiteY32399" fmla="*/ 2886535 h 5017219"/>
              <a:gd name="connsiteX32400" fmla="*/ 3004487 w 5799173"/>
              <a:gd name="connsiteY32400" fmla="*/ 2789939 h 5017219"/>
              <a:gd name="connsiteX32401" fmla="*/ 3003242 w 5799173"/>
              <a:gd name="connsiteY32401" fmla="*/ 2789191 h 5017219"/>
              <a:gd name="connsiteX32402" fmla="*/ 2992774 w 5799173"/>
              <a:gd name="connsiteY32402" fmla="*/ 2771080 h 5017219"/>
              <a:gd name="connsiteX32403" fmla="*/ 2992774 w 5799173"/>
              <a:gd name="connsiteY32403" fmla="*/ 2769585 h 5017219"/>
              <a:gd name="connsiteX32404" fmla="*/ 3003241 w 5799173"/>
              <a:gd name="connsiteY32404" fmla="*/ 2751474 h 5017219"/>
              <a:gd name="connsiteX32405" fmla="*/ 3004488 w 5799173"/>
              <a:gd name="connsiteY32405" fmla="*/ 2750726 h 5017219"/>
              <a:gd name="connsiteX32406" fmla="*/ 3025424 w 5799173"/>
              <a:gd name="connsiteY32406" fmla="*/ 2750726 h 5017219"/>
              <a:gd name="connsiteX32407" fmla="*/ 3026670 w 5799173"/>
              <a:gd name="connsiteY32407" fmla="*/ 2751474 h 5017219"/>
              <a:gd name="connsiteX32408" fmla="*/ 3037138 w 5799173"/>
              <a:gd name="connsiteY32408" fmla="*/ 2769585 h 5017219"/>
              <a:gd name="connsiteX32409" fmla="*/ 3037138 w 5799173"/>
              <a:gd name="connsiteY32409" fmla="*/ 2771080 h 5017219"/>
              <a:gd name="connsiteX32410" fmla="*/ 3026670 w 5799173"/>
              <a:gd name="connsiteY32410" fmla="*/ 2789191 h 5017219"/>
              <a:gd name="connsiteX32411" fmla="*/ 3025424 w 5799173"/>
              <a:gd name="connsiteY32411" fmla="*/ 2789939 h 5017219"/>
              <a:gd name="connsiteX32412" fmla="*/ 777538 w 5799173"/>
              <a:gd name="connsiteY32412" fmla="*/ 2193322 h 5017219"/>
              <a:gd name="connsiteX32413" fmla="*/ 776292 w 5799173"/>
              <a:gd name="connsiteY32413" fmla="*/ 2192574 h 5017219"/>
              <a:gd name="connsiteX32414" fmla="*/ 765741 w 5799173"/>
              <a:gd name="connsiteY32414" fmla="*/ 2174297 h 5017219"/>
              <a:gd name="connsiteX32415" fmla="*/ 765741 w 5799173"/>
              <a:gd name="connsiteY32415" fmla="*/ 2172801 h 5017219"/>
              <a:gd name="connsiteX32416" fmla="*/ 776292 w 5799173"/>
              <a:gd name="connsiteY32416" fmla="*/ 2154524 h 5017219"/>
              <a:gd name="connsiteX32417" fmla="*/ 777538 w 5799173"/>
              <a:gd name="connsiteY32417" fmla="*/ 2153776 h 5017219"/>
              <a:gd name="connsiteX32418" fmla="*/ 798556 w 5799173"/>
              <a:gd name="connsiteY32418" fmla="*/ 2153776 h 5017219"/>
              <a:gd name="connsiteX32419" fmla="*/ 799803 w 5799173"/>
              <a:gd name="connsiteY32419" fmla="*/ 2154524 h 5017219"/>
              <a:gd name="connsiteX32420" fmla="*/ 810354 w 5799173"/>
              <a:gd name="connsiteY32420" fmla="*/ 2172801 h 5017219"/>
              <a:gd name="connsiteX32421" fmla="*/ 810355 w 5799173"/>
              <a:gd name="connsiteY32421" fmla="*/ 2174297 h 5017219"/>
              <a:gd name="connsiteX32422" fmla="*/ 799803 w 5799173"/>
              <a:gd name="connsiteY32422" fmla="*/ 2192574 h 5017219"/>
              <a:gd name="connsiteX32423" fmla="*/ 798557 w 5799173"/>
              <a:gd name="connsiteY32423" fmla="*/ 2193322 h 5017219"/>
              <a:gd name="connsiteX32424" fmla="*/ 2522938 w 5799173"/>
              <a:gd name="connsiteY32424" fmla="*/ 2661000 h 5017219"/>
              <a:gd name="connsiteX32425" fmla="*/ 2521692 w 5799173"/>
              <a:gd name="connsiteY32425" fmla="*/ 2660252 h 5017219"/>
              <a:gd name="connsiteX32426" fmla="*/ 2511141 w 5799173"/>
              <a:gd name="connsiteY32426" fmla="*/ 2641975 h 5017219"/>
              <a:gd name="connsiteX32427" fmla="*/ 2511141 w 5799173"/>
              <a:gd name="connsiteY32427" fmla="*/ 2640479 h 5017219"/>
              <a:gd name="connsiteX32428" fmla="*/ 2521692 w 5799173"/>
              <a:gd name="connsiteY32428" fmla="*/ 2622202 h 5017219"/>
              <a:gd name="connsiteX32429" fmla="*/ 2522938 w 5799173"/>
              <a:gd name="connsiteY32429" fmla="*/ 2621454 h 5017219"/>
              <a:gd name="connsiteX32430" fmla="*/ 2543957 w 5799173"/>
              <a:gd name="connsiteY32430" fmla="*/ 2621454 h 5017219"/>
              <a:gd name="connsiteX32431" fmla="*/ 2545203 w 5799173"/>
              <a:gd name="connsiteY32431" fmla="*/ 2622202 h 5017219"/>
              <a:gd name="connsiteX32432" fmla="*/ 2555754 w 5799173"/>
              <a:gd name="connsiteY32432" fmla="*/ 2640479 h 5017219"/>
              <a:gd name="connsiteX32433" fmla="*/ 2555754 w 5799173"/>
              <a:gd name="connsiteY32433" fmla="*/ 2641975 h 5017219"/>
              <a:gd name="connsiteX32434" fmla="*/ 2545203 w 5799173"/>
              <a:gd name="connsiteY32434" fmla="*/ 2660252 h 5017219"/>
              <a:gd name="connsiteX32435" fmla="*/ 2543957 w 5799173"/>
              <a:gd name="connsiteY32435" fmla="*/ 2661000 h 5017219"/>
              <a:gd name="connsiteX32436" fmla="*/ 1559935 w 5799173"/>
              <a:gd name="connsiteY32436" fmla="*/ 2403155 h 5017219"/>
              <a:gd name="connsiteX32437" fmla="*/ 1558606 w 5799173"/>
              <a:gd name="connsiteY32437" fmla="*/ 2402407 h 5017219"/>
              <a:gd name="connsiteX32438" fmla="*/ 1548055 w 5799173"/>
              <a:gd name="connsiteY32438" fmla="*/ 2384047 h 5017219"/>
              <a:gd name="connsiteX32439" fmla="*/ 1548055 w 5799173"/>
              <a:gd name="connsiteY32439" fmla="*/ 2382550 h 5017219"/>
              <a:gd name="connsiteX32440" fmla="*/ 1558606 w 5799173"/>
              <a:gd name="connsiteY32440" fmla="*/ 2364190 h 5017219"/>
              <a:gd name="connsiteX32441" fmla="*/ 1559935 w 5799173"/>
              <a:gd name="connsiteY32441" fmla="*/ 2363443 h 5017219"/>
              <a:gd name="connsiteX32442" fmla="*/ 1581121 w 5799173"/>
              <a:gd name="connsiteY32442" fmla="*/ 2363443 h 5017219"/>
              <a:gd name="connsiteX32443" fmla="*/ 1582450 w 5799173"/>
              <a:gd name="connsiteY32443" fmla="*/ 2364190 h 5017219"/>
              <a:gd name="connsiteX32444" fmla="*/ 1593001 w 5799173"/>
              <a:gd name="connsiteY32444" fmla="*/ 2382551 h 5017219"/>
              <a:gd name="connsiteX32445" fmla="*/ 1593001 w 5799173"/>
              <a:gd name="connsiteY32445" fmla="*/ 2384047 h 5017219"/>
              <a:gd name="connsiteX32446" fmla="*/ 1582450 w 5799173"/>
              <a:gd name="connsiteY32446" fmla="*/ 2402407 h 5017219"/>
              <a:gd name="connsiteX32447" fmla="*/ 1581121 w 5799173"/>
              <a:gd name="connsiteY32447" fmla="*/ 2403154 h 5017219"/>
              <a:gd name="connsiteX32448" fmla="*/ 1620121 w 5799173"/>
              <a:gd name="connsiteY32448" fmla="*/ 2419281 h 5017219"/>
              <a:gd name="connsiteX32449" fmla="*/ 1618791 w 5799173"/>
              <a:gd name="connsiteY32449" fmla="*/ 2418533 h 5017219"/>
              <a:gd name="connsiteX32450" fmla="*/ 1608241 w 5799173"/>
              <a:gd name="connsiteY32450" fmla="*/ 2400173 h 5017219"/>
              <a:gd name="connsiteX32451" fmla="*/ 1608241 w 5799173"/>
              <a:gd name="connsiteY32451" fmla="*/ 2398677 h 5017219"/>
              <a:gd name="connsiteX32452" fmla="*/ 1618791 w 5799173"/>
              <a:gd name="connsiteY32452" fmla="*/ 2380317 h 5017219"/>
              <a:gd name="connsiteX32453" fmla="*/ 1620121 w 5799173"/>
              <a:gd name="connsiteY32453" fmla="*/ 2379569 h 5017219"/>
              <a:gd name="connsiteX32454" fmla="*/ 1641307 w 5799173"/>
              <a:gd name="connsiteY32454" fmla="*/ 2379569 h 5017219"/>
              <a:gd name="connsiteX32455" fmla="*/ 1642635 w 5799173"/>
              <a:gd name="connsiteY32455" fmla="*/ 2380317 h 5017219"/>
              <a:gd name="connsiteX32456" fmla="*/ 1653186 w 5799173"/>
              <a:gd name="connsiteY32456" fmla="*/ 2398677 h 5017219"/>
              <a:gd name="connsiteX32457" fmla="*/ 1653187 w 5799173"/>
              <a:gd name="connsiteY32457" fmla="*/ 2400173 h 5017219"/>
              <a:gd name="connsiteX32458" fmla="*/ 1642636 w 5799173"/>
              <a:gd name="connsiteY32458" fmla="*/ 2418533 h 5017219"/>
              <a:gd name="connsiteX32459" fmla="*/ 1641307 w 5799173"/>
              <a:gd name="connsiteY32459" fmla="*/ 2419281 h 5017219"/>
              <a:gd name="connsiteX32460" fmla="*/ 2823764 w 5799173"/>
              <a:gd name="connsiteY32460" fmla="*/ 2741892 h 5017219"/>
              <a:gd name="connsiteX32461" fmla="*/ 2822435 w 5799173"/>
              <a:gd name="connsiteY32461" fmla="*/ 2741144 h 5017219"/>
              <a:gd name="connsiteX32462" fmla="*/ 2811801 w 5799173"/>
              <a:gd name="connsiteY32462" fmla="*/ 2722701 h 5017219"/>
              <a:gd name="connsiteX32463" fmla="*/ 2811801 w 5799173"/>
              <a:gd name="connsiteY32463" fmla="*/ 2721205 h 5017219"/>
              <a:gd name="connsiteX32464" fmla="*/ 2822435 w 5799173"/>
              <a:gd name="connsiteY32464" fmla="*/ 2702762 h 5017219"/>
              <a:gd name="connsiteX32465" fmla="*/ 2823764 w 5799173"/>
              <a:gd name="connsiteY32465" fmla="*/ 2702014 h 5017219"/>
              <a:gd name="connsiteX32466" fmla="*/ 2845033 w 5799173"/>
              <a:gd name="connsiteY32466" fmla="*/ 2702014 h 5017219"/>
              <a:gd name="connsiteX32467" fmla="*/ 2846362 w 5799173"/>
              <a:gd name="connsiteY32467" fmla="*/ 2702762 h 5017219"/>
              <a:gd name="connsiteX32468" fmla="*/ 2856996 w 5799173"/>
              <a:gd name="connsiteY32468" fmla="*/ 2721205 h 5017219"/>
              <a:gd name="connsiteX32469" fmla="*/ 2856996 w 5799173"/>
              <a:gd name="connsiteY32469" fmla="*/ 2722701 h 5017219"/>
              <a:gd name="connsiteX32470" fmla="*/ 2846362 w 5799173"/>
              <a:gd name="connsiteY32470" fmla="*/ 2741144 h 5017219"/>
              <a:gd name="connsiteX32471" fmla="*/ 2845033 w 5799173"/>
              <a:gd name="connsiteY32471" fmla="*/ 2741892 h 5017219"/>
              <a:gd name="connsiteX32472" fmla="*/ 2883950 w 5799173"/>
              <a:gd name="connsiteY32472" fmla="*/ 2758018 h 5017219"/>
              <a:gd name="connsiteX32473" fmla="*/ 2882621 w 5799173"/>
              <a:gd name="connsiteY32473" fmla="*/ 2757271 h 5017219"/>
              <a:gd name="connsiteX32474" fmla="*/ 2871987 w 5799173"/>
              <a:gd name="connsiteY32474" fmla="*/ 2738827 h 5017219"/>
              <a:gd name="connsiteX32475" fmla="*/ 2871987 w 5799173"/>
              <a:gd name="connsiteY32475" fmla="*/ 2737332 h 5017219"/>
              <a:gd name="connsiteX32476" fmla="*/ 2882621 w 5799173"/>
              <a:gd name="connsiteY32476" fmla="*/ 2718889 h 5017219"/>
              <a:gd name="connsiteX32477" fmla="*/ 2883950 w 5799173"/>
              <a:gd name="connsiteY32477" fmla="*/ 2718141 h 5017219"/>
              <a:gd name="connsiteX32478" fmla="*/ 2905219 w 5799173"/>
              <a:gd name="connsiteY32478" fmla="*/ 2718140 h 5017219"/>
              <a:gd name="connsiteX32479" fmla="*/ 2906548 w 5799173"/>
              <a:gd name="connsiteY32479" fmla="*/ 2718889 h 5017219"/>
              <a:gd name="connsiteX32480" fmla="*/ 2917182 w 5799173"/>
              <a:gd name="connsiteY32480" fmla="*/ 2737332 h 5017219"/>
              <a:gd name="connsiteX32481" fmla="*/ 2917182 w 5799173"/>
              <a:gd name="connsiteY32481" fmla="*/ 2738828 h 5017219"/>
              <a:gd name="connsiteX32482" fmla="*/ 2906548 w 5799173"/>
              <a:gd name="connsiteY32482" fmla="*/ 2757270 h 5017219"/>
              <a:gd name="connsiteX32483" fmla="*/ 2905219 w 5799173"/>
              <a:gd name="connsiteY32483" fmla="*/ 2758019 h 5017219"/>
              <a:gd name="connsiteX32484" fmla="*/ 3305254 w 5799173"/>
              <a:gd name="connsiteY32484" fmla="*/ 2870906 h 5017219"/>
              <a:gd name="connsiteX32485" fmla="*/ 3303925 w 5799173"/>
              <a:gd name="connsiteY32485" fmla="*/ 2870159 h 5017219"/>
              <a:gd name="connsiteX32486" fmla="*/ 3293291 w 5799173"/>
              <a:gd name="connsiteY32486" fmla="*/ 2851716 h 5017219"/>
              <a:gd name="connsiteX32487" fmla="*/ 3293291 w 5799173"/>
              <a:gd name="connsiteY32487" fmla="*/ 2850220 h 5017219"/>
              <a:gd name="connsiteX32488" fmla="*/ 3303925 w 5799173"/>
              <a:gd name="connsiteY32488" fmla="*/ 2831777 h 5017219"/>
              <a:gd name="connsiteX32489" fmla="*/ 3305254 w 5799173"/>
              <a:gd name="connsiteY32489" fmla="*/ 2831029 h 5017219"/>
              <a:gd name="connsiteX32490" fmla="*/ 3326523 w 5799173"/>
              <a:gd name="connsiteY32490" fmla="*/ 2831028 h 5017219"/>
              <a:gd name="connsiteX32491" fmla="*/ 3327852 w 5799173"/>
              <a:gd name="connsiteY32491" fmla="*/ 2831777 h 5017219"/>
              <a:gd name="connsiteX32492" fmla="*/ 3338486 w 5799173"/>
              <a:gd name="connsiteY32492" fmla="*/ 2850220 h 5017219"/>
              <a:gd name="connsiteX32493" fmla="*/ 3338486 w 5799173"/>
              <a:gd name="connsiteY32493" fmla="*/ 2851716 h 5017219"/>
              <a:gd name="connsiteX32494" fmla="*/ 3327852 w 5799173"/>
              <a:gd name="connsiteY32494" fmla="*/ 2870159 h 5017219"/>
              <a:gd name="connsiteX32495" fmla="*/ 3326523 w 5799173"/>
              <a:gd name="connsiteY32495" fmla="*/ 2870907 h 5017219"/>
              <a:gd name="connsiteX32496" fmla="*/ 1439397 w 5799173"/>
              <a:gd name="connsiteY32496" fmla="*/ 2371056 h 5017219"/>
              <a:gd name="connsiteX32497" fmla="*/ 1438067 w 5799173"/>
              <a:gd name="connsiteY32497" fmla="*/ 2370309 h 5017219"/>
              <a:gd name="connsiteX32498" fmla="*/ 1427434 w 5799173"/>
              <a:gd name="connsiteY32498" fmla="*/ 2351782 h 5017219"/>
              <a:gd name="connsiteX32499" fmla="*/ 1427433 w 5799173"/>
              <a:gd name="connsiteY32499" fmla="*/ 2350286 h 5017219"/>
              <a:gd name="connsiteX32500" fmla="*/ 1438150 w 5799173"/>
              <a:gd name="connsiteY32500" fmla="*/ 2331760 h 5017219"/>
              <a:gd name="connsiteX32501" fmla="*/ 1439480 w 5799173"/>
              <a:gd name="connsiteY32501" fmla="*/ 2331012 h 5017219"/>
              <a:gd name="connsiteX32502" fmla="*/ 1460831 w 5799173"/>
              <a:gd name="connsiteY32502" fmla="*/ 2331012 h 5017219"/>
              <a:gd name="connsiteX32503" fmla="*/ 1462160 w 5799173"/>
              <a:gd name="connsiteY32503" fmla="*/ 2331760 h 5017219"/>
              <a:gd name="connsiteX32504" fmla="*/ 1472794 w 5799173"/>
              <a:gd name="connsiteY32504" fmla="*/ 2350286 h 5017219"/>
              <a:gd name="connsiteX32505" fmla="*/ 1472795 w 5799173"/>
              <a:gd name="connsiteY32505" fmla="*/ 2351782 h 5017219"/>
              <a:gd name="connsiteX32506" fmla="*/ 1462077 w 5799173"/>
              <a:gd name="connsiteY32506" fmla="*/ 2370309 h 5017219"/>
              <a:gd name="connsiteX32507" fmla="*/ 1460748 w 5799173"/>
              <a:gd name="connsiteY32507" fmla="*/ 2371056 h 5017219"/>
              <a:gd name="connsiteX32508" fmla="*/ 1499583 w 5799173"/>
              <a:gd name="connsiteY32508" fmla="*/ 2387183 h 5017219"/>
              <a:gd name="connsiteX32509" fmla="*/ 1498253 w 5799173"/>
              <a:gd name="connsiteY32509" fmla="*/ 2386436 h 5017219"/>
              <a:gd name="connsiteX32510" fmla="*/ 1487619 w 5799173"/>
              <a:gd name="connsiteY32510" fmla="*/ 2367909 h 5017219"/>
              <a:gd name="connsiteX32511" fmla="*/ 1487619 w 5799173"/>
              <a:gd name="connsiteY32511" fmla="*/ 2366413 h 5017219"/>
              <a:gd name="connsiteX32512" fmla="*/ 1498336 w 5799173"/>
              <a:gd name="connsiteY32512" fmla="*/ 2347887 h 5017219"/>
              <a:gd name="connsiteX32513" fmla="*/ 1499666 w 5799173"/>
              <a:gd name="connsiteY32513" fmla="*/ 2347139 h 5017219"/>
              <a:gd name="connsiteX32514" fmla="*/ 1521017 w 5799173"/>
              <a:gd name="connsiteY32514" fmla="*/ 2347139 h 5017219"/>
              <a:gd name="connsiteX32515" fmla="*/ 1522346 w 5799173"/>
              <a:gd name="connsiteY32515" fmla="*/ 2347887 h 5017219"/>
              <a:gd name="connsiteX32516" fmla="*/ 1532980 w 5799173"/>
              <a:gd name="connsiteY32516" fmla="*/ 2366413 h 5017219"/>
              <a:gd name="connsiteX32517" fmla="*/ 1532981 w 5799173"/>
              <a:gd name="connsiteY32517" fmla="*/ 2367909 h 5017219"/>
              <a:gd name="connsiteX32518" fmla="*/ 1522263 w 5799173"/>
              <a:gd name="connsiteY32518" fmla="*/ 2386436 h 5017219"/>
              <a:gd name="connsiteX32519" fmla="*/ 1520934 w 5799173"/>
              <a:gd name="connsiteY32519" fmla="*/ 2387183 h 5017219"/>
              <a:gd name="connsiteX32520" fmla="*/ 1740329 w 5799173"/>
              <a:gd name="connsiteY32520" fmla="*/ 2451690 h 5017219"/>
              <a:gd name="connsiteX32521" fmla="*/ 1738999 w 5799173"/>
              <a:gd name="connsiteY32521" fmla="*/ 2450943 h 5017219"/>
              <a:gd name="connsiteX32522" fmla="*/ 1728365 w 5799173"/>
              <a:gd name="connsiteY32522" fmla="*/ 2432416 h 5017219"/>
              <a:gd name="connsiteX32523" fmla="*/ 1728365 w 5799173"/>
              <a:gd name="connsiteY32523" fmla="*/ 2430920 h 5017219"/>
              <a:gd name="connsiteX32524" fmla="*/ 1739082 w 5799173"/>
              <a:gd name="connsiteY32524" fmla="*/ 2412394 h 5017219"/>
              <a:gd name="connsiteX32525" fmla="*/ 1740411 w 5799173"/>
              <a:gd name="connsiteY32525" fmla="*/ 2411646 h 5017219"/>
              <a:gd name="connsiteX32526" fmla="*/ 1761763 w 5799173"/>
              <a:gd name="connsiteY32526" fmla="*/ 2411646 h 5017219"/>
              <a:gd name="connsiteX32527" fmla="*/ 1763092 w 5799173"/>
              <a:gd name="connsiteY32527" fmla="*/ 2412394 h 5017219"/>
              <a:gd name="connsiteX32528" fmla="*/ 1773726 w 5799173"/>
              <a:gd name="connsiteY32528" fmla="*/ 2430920 h 5017219"/>
              <a:gd name="connsiteX32529" fmla="*/ 1773726 w 5799173"/>
              <a:gd name="connsiteY32529" fmla="*/ 2432416 h 5017219"/>
              <a:gd name="connsiteX32530" fmla="*/ 1763009 w 5799173"/>
              <a:gd name="connsiteY32530" fmla="*/ 2450943 h 5017219"/>
              <a:gd name="connsiteX32531" fmla="*/ 1761680 w 5799173"/>
              <a:gd name="connsiteY32531" fmla="*/ 2451690 h 5017219"/>
              <a:gd name="connsiteX32532" fmla="*/ 2763494 w 5799173"/>
              <a:gd name="connsiteY32532" fmla="*/ 2725847 h 5017219"/>
              <a:gd name="connsiteX32533" fmla="*/ 2762164 w 5799173"/>
              <a:gd name="connsiteY32533" fmla="*/ 2725099 h 5017219"/>
              <a:gd name="connsiteX32534" fmla="*/ 2751530 w 5799173"/>
              <a:gd name="connsiteY32534" fmla="*/ 2706573 h 5017219"/>
              <a:gd name="connsiteX32535" fmla="*/ 2751530 w 5799173"/>
              <a:gd name="connsiteY32535" fmla="*/ 2705077 h 5017219"/>
              <a:gd name="connsiteX32536" fmla="*/ 2762247 w 5799173"/>
              <a:gd name="connsiteY32536" fmla="*/ 2686551 h 5017219"/>
              <a:gd name="connsiteX32537" fmla="*/ 2763578 w 5799173"/>
              <a:gd name="connsiteY32537" fmla="*/ 2685803 h 5017219"/>
              <a:gd name="connsiteX32538" fmla="*/ 2784928 w 5799173"/>
              <a:gd name="connsiteY32538" fmla="*/ 2685802 h 5017219"/>
              <a:gd name="connsiteX32539" fmla="*/ 2786257 w 5799173"/>
              <a:gd name="connsiteY32539" fmla="*/ 2686551 h 5017219"/>
              <a:gd name="connsiteX32540" fmla="*/ 2796891 w 5799173"/>
              <a:gd name="connsiteY32540" fmla="*/ 2705077 h 5017219"/>
              <a:gd name="connsiteX32541" fmla="*/ 2796892 w 5799173"/>
              <a:gd name="connsiteY32541" fmla="*/ 2706573 h 5017219"/>
              <a:gd name="connsiteX32542" fmla="*/ 2786174 w 5799173"/>
              <a:gd name="connsiteY32542" fmla="*/ 2725100 h 5017219"/>
              <a:gd name="connsiteX32543" fmla="*/ 2784845 w 5799173"/>
              <a:gd name="connsiteY32543" fmla="*/ 2725846 h 5017219"/>
              <a:gd name="connsiteX32544" fmla="*/ 2703225 w 5799173"/>
              <a:gd name="connsiteY32544" fmla="*/ 2709887 h 5017219"/>
              <a:gd name="connsiteX32545" fmla="*/ 2701895 w 5799173"/>
              <a:gd name="connsiteY32545" fmla="*/ 2709140 h 5017219"/>
              <a:gd name="connsiteX32546" fmla="*/ 2691095 w 5799173"/>
              <a:gd name="connsiteY32546" fmla="*/ 2690447 h 5017219"/>
              <a:gd name="connsiteX32547" fmla="*/ 2691095 w 5799173"/>
              <a:gd name="connsiteY32547" fmla="*/ 2688951 h 5017219"/>
              <a:gd name="connsiteX32548" fmla="*/ 2701895 w 5799173"/>
              <a:gd name="connsiteY32548" fmla="*/ 2670259 h 5017219"/>
              <a:gd name="connsiteX32549" fmla="*/ 2703225 w 5799173"/>
              <a:gd name="connsiteY32549" fmla="*/ 2669511 h 5017219"/>
              <a:gd name="connsiteX32550" fmla="*/ 2724825 w 5799173"/>
              <a:gd name="connsiteY32550" fmla="*/ 2669511 h 5017219"/>
              <a:gd name="connsiteX32551" fmla="*/ 2726155 w 5799173"/>
              <a:gd name="connsiteY32551" fmla="*/ 2670259 h 5017219"/>
              <a:gd name="connsiteX32552" fmla="*/ 2736955 w 5799173"/>
              <a:gd name="connsiteY32552" fmla="*/ 2688951 h 5017219"/>
              <a:gd name="connsiteX32553" fmla="*/ 2736955 w 5799173"/>
              <a:gd name="connsiteY32553" fmla="*/ 2690447 h 5017219"/>
              <a:gd name="connsiteX32554" fmla="*/ 2726154 w 5799173"/>
              <a:gd name="connsiteY32554" fmla="*/ 2709140 h 5017219"/>
              <a:gd name="connsiteX32555" fmla="*/ 2724825 w 5799173"/>
              <a:gd name="connsiteY32555" fmla="*/ 2709887 h 5017219"/>
              <a:gd name="connsiteX32556" fmla="*/ 1680059 w 5799173"/>
              <a:gd name="connsiteY32556" fmla="*/ 2435730 h 5017219"/>
              <a:gd name="connsiteX32557" fmla="*/ 1678730 w 5799173"/>
              <a:gd name="connsiteY32557" fmla="*/ 2434984 h 5017219"/>
              <a:gd name="connsiteX32558" fmla="*/ 1667930 w 5799173"/>
              <a:gd name="connsiteY32558" fmla="*/ 2416290 h 5017219"/>
              <a:gd name="connsiteX32559" fmla="*/ 1667929 w 5799173"/>
              <a:gd name="connsiteY32559" fmla="*/ 2414794 h 5017219"/>
              <a:gd name="connsiteX32560" fmla="*/ 1678730 w 5799173"/>
              <a:gd name="connsiteY32560" fmla="*/ 2396102 h 5017219"/>
              <a:gd name="connsiteX32561" fmla="*/ 1680059 w 5799173"/>
              <a:gd name="connsiteY32561" fmla="*/ 2395354 h 5017219"/>
              <a:gd name="connsiteX32562" fmla="*/ 1701660 w 5799173"/>
              <a:gd name="connsiteY32562" fmla="*/ 2395354 h 5017219"/>
              <a:gd name="connsiteX32563" fmla="*/ 1702989 w 5799173"/>
              <a:gd name="connsiteY32563" fmla="*/ 2396102 h 5017219"/>
              <a:gd name="connsiteX32564" fmla="*/ 1713790 w 5799173"/>
              <a:gd name="connsiteY32564" fmla="*/ 2414795 h 5017219"/>
              <a:gd name="connsiteX32565" fmla="*/ 1713790 w 5799173"/>
              <a:gd name="connsiteY32565" fmla="*/ 2416291 h 5017219"/>
              <a:gd name="connsiteX32566" fmla="*/ 1702989 w 5799173"/>
              <a:gd name="connsiteY32566" fmla="*/ 2434983 h 5017219"/>
              <a:gd name="connsiteX32567" fmla="*/ 1701660 w 5799173"/>
              <a:gd name="connsiteY32567" fmla="*/ 2435730 h 5017219"/>
              <a:gd name="connsiteX32568" fmla="*/ 2943968 w 5799173"/>
              <a:gd name="connsiteY32568" fmla="*/ 2774489 h 5017219"/>
              <a:gd name="connsiteX32569" fmla="*/ 2942639 w 5799173"/>
              <a:gd name="connsiteY32569" fmla="*/ 2773741 h 5017219"/>
              <a:gd name="connsiteX32570" fmla="*/ 2931839 w 5799173"/>
              <a:gd name="connsiteY32570" fmla="*/ 2754965 h 5017219"/>
              <a:gd name="connsiteX32571" fmla="*/ 2931839 w 5799173"/>
              <a:gd name="connsiteY32571" fmla="*/ 2753470 h 5017219"/>
              <a:gd name="connsiteX32572" fmla="*/ 2942639 w 5799173"/>
              <a:gd name="connsiteY32572" fmla="*/ 2734694 h 5017219"/>
              <a:gd name="connsiteX32573" fmla="*/ 2943968 w 5799173"/>
              <a:gd name="connsiteY32573" fmla="*/ 2733946 h 5017219"/>
              <a:gd name="connsiteX32574" fmla="*/ 2965652 w 5799173"/>
              <a:gd name="connsiteY32574" fmla="*/ 2733946 h 5017219"/>
              <a:gd name="connsiteX32575" fmla="*/ 2966981 w 5799173"/>
              <a:gd name="connsiteY32575" fmla="*/ 2734694 h 5017219"/>
              <a:gd name="connsiteX32576" fmla="*/ 2977782 w 5799173"/>
              <a:gd name="connsiteY32576" fmla="*/ 2753470 h 5017219"/>
              <a:gd name="connsiteX32577" fmla="*/ 2977782 w 5799173"/>
              <a:gd name="connsiteY32577" fmla="*/ 2754965 h 5017219"/>
              <a:gd name="connsiteX32578" fmla="*/ 2966981 w 5799173"/>
              <a:gd name="connsiteY32578" fmla="*/ 2773741 h 5017219"/>
              <a:gd name="connsiteX32579" fmla="*/ 2965652 w 5799173"/>
              <a:gd name="connsiteY32579" fmla="*/ 2774489 h 5017219"/>
              <a:gd name="connsiteX32580" fmla="*/ 3606017 w 5799173"/>
              <a:gd name="connsiteY32580" fmla="*/ 2951884 h 5017219"/>
              <a:gd name="connsiteX32581" fmla="*/ 3604688 w 5799173"/>
              <a:gd name="connsiteY32581" fmla="*/ 2951136 h 5017219"/>
              <a:gd name="connsiteX32582" fmla="*/ 3593888 w 5799173"/>
              <a:gd name="connsiteY32582" fmla="*/ 2932360 h 5017219"/>
              <a:gd name="connsiteX32583" fmla="*/ 3593888 w 5799173"/>
              <a:gd name="connsiteY32583" fmla="*/ 2930865 h 5017219"/>
              <a:gd name="connsiteX32584" fmla="*/ 3604688 w 5799173"/>
              <a:gd name="connsiteY32584" fmla="*/ 2912089 h 5017219"/>
              <a:gd name="connsiteX32585" fmla="*/ 3606017 w 5799173"/>
              <a:gd name="connsiteY32585" fmla="*/ 2911341 h 5017219"/>
              <a:gd name="connsiteX32586" fmla="*/ 3627701 w 5799173"/>
              <a:gd name="connsiteY32586" fmla="*/ 2911341 h 5017219"/>
              <a:gd name="connsiteX32587" fmla="*/ 3629030 w 5799173"/>
              <a:gd name="connsiteY32587" fmla="*/ 2912090 h 5017219"/>
              <a:gd name="connsiteX32588" fmla="*/ 3639831 w 5799173"/>
              <a:gd name="connsiteY32588" fmla="*/ 2930865 h 5017219"/>
              <a:gd name="connsiteX32589" fmla="*/ 3639831 w 5799173"/>
              <a:gd name="connsiteY32589" fmla="*/ 2932361 h 5017219"/>
              <a:gd name="connsiteX32590" fmla="*/ 3629030 w 5799173"/>
              <a:gd name="connsiteY32590" fmla="*/ 2951137 h 5017219"/>
              <a:gd name="connsiteX32591" fmla="*/ 3627701 w 5799173"/>
              <a:gd name="connsiteY32591" fmla="*/ 2951885 h 5017219"/>
              <a:gd name="connsiteX32592" fmla="*/ 3064271 w 5799173"/>
              <a:gd name="connsiteY32592" fmla="*/ 2806817 h 5017219"/>
              <a:gd name="connsiteX32593" fmla="*/ 3062941 w 5799173"/>
              <a:gd name="connsiteY32593" fmla="*/ 2806068 h 5017219"/>
              <a:gd name="connsiteX32594" fmla="*/ 3052058 w 5799173"/>
              <a:gd name="connsiteY32594" fmla="*/ 2787210 h 5017219"/>
              <a:gd name="connsiteX32595" fmla="*/ 3052058 w 5799173"/>
              <a:gd name="connsiteY32595" fmla="*/ 2785632 h 5017219"/>
              <a:gd name="connsiteX32596" fmla="*/ 3062941 w 5799173"/>
              <a:gd name="connsiteY32596" fmla="*/ 2766773 h 5017219"/>
              <a:gd name="connsiteX32597" fmla="*/ 3064271 w 5799173"/>
              <a:gd name="connsiteY32597" fmla="*/ 2766024 h 5017219"/>
              <a:gd name="connsiteX32598" fmla="*/ 3086037 w 5799173"/>
              <a:gd name="connsiteY32598" fmla="*/ 2766024 h 5017219"/>
              <a:gd name="connsiteX32599" fmla="*/ 3087367 w 5799173"/>
              <a:gd name="connsiteY32599" fmla="*/ 2766773 h 5017219"/>
              <a:gd name="connsiteX32600" fmla="*/ 3098250 w 5799173"/>
              <a:gd name="connsiteY32600" fmla="*/ 2785632 h 5017219"/>
              <a:gd name="connsiteX32601" fmla="*/ 3098250 w 5799173"/>
              <a:gd name="connsiteY32601" fmla="*/ 2787210 h 5017219"/>
              <a:gd name="connsiteX32602" fmla="*/ 3087367 w 5799173"/>
              <a:gd name="connsiteY32602" fmla="*/ 2806069 h 5017219"/>
              <a:gd name="connsiteX32603" fmla="*/ 3086037 w 5799173"/>
              <a:gd name="connsiteY32603" fmla="*/ 2806817 h 5017219"/>
              <a:gd name="connsiteX32604" fmla="*/ 2513083 w 5799173"/>
              <a:gd name="connsiteY32604" fmla="*/ 2705524 h 5017219"/>
              <a:gd name="connsiteX32605" fmla="*/ 2512334 w 5799173"/>
              <a:gd name="connsiteY32605" fmla="*/ 2705109 h 5017219"/>
              <a:gd name="connsiteX32606" fmla="*/ 2505937 w 5799173"/>
              <a:gd name="connsiteY32606" fmla="*/ 2693976 h 5017219"/>
              <a:gd name="connsiteX32607" fmla="*/ 2505937 w 5799173"/>
              <a:gd name="connsiteY32607" fmla="*/ 2693062 h 5017219"/>
              <a:gd name="connsiteX32608" fmla="*/ 2512335 w 5799173"/>
              <a:gd name="connsiteY32608" fmla="*/ 2681930 h 5017219"/>
              <a:gd name="connsiteX32609" fmla="*/ 2513083 w 5799173"/>
              <a:gd name="connsiteY32609" fmla="*/ 2681514 h 5017219"/>
              <a:gd name="connsiteX32610" fmla="*/ 2525877 w 5799173"/>
              <a:gd name="connsiteY32610" fmla="*/ 2681514 h 5017219"/>
              <a:gd name="connsiteX32611" fmla="*/ 2526623 w 5799173"/>
              <a:gd name="connsiteY32611" fmla="*/ 2681930 h 5017219"/>
              <a:gd name="connsiteX32612" fmla="*/ 2533022 w 5799173"/>
              <a:gd name="connsiteY32612" fmla="*/ 2693062 h 5017219"/>
              <a:gd name="connsiteX32613" fmla="*/ 2533022 w 5799173"/>
              <a:gd name="connsiteY32613" fmla="*/ 2693976 h 5017219"/>
              <a:gd name="connsiteX32614" fmla="*/ 2526624 w 5799173"/>
              <a:gd name="connsiteY32614" fmla="*/ 2705109 h 5017219"/>
              <a:gd name="connsiteX32615" fmla="*/ 2525876 w 5799173"/>
              <a:gd name="connsiteY32615" fmla="*/ 2705524 h 5017219"/>
              <a:gd name="connsiteX32616" fmla="*/ 1188662 w 5799173"/>
              <a:gd name="connsiteY32616" fmla="*/ 2351410 h 5017219"/>
              <a:gd name="connsiteX32617" fmla="*/ 1187831 w 5799173"/>
              <a:gd name="connsiteY32617" fmla="*/ 2350912 h 5017219"/>
              <a:gd name="connsiteX32618" fmla="*/ 1181102 w 5799173"/>
              <a:gd name="connsiteY32618" fmla="*/ 2339198 h 5017219"/>
              <a:gd name="connsiteX32619" fmla="*/ 1181102 w 5799173"/>
              <a:gd name="connsiteY32619" fmla="*/ 2338201 h 5017219"/>
              <a:gd name="connsiteX32620" fmla="*/ 1187831 w 5799173"/>
              <a:gd name="connsiteY32620" fmla="*/ 2326486 h 5017219"/>
              <a:gd name="connsiteX32621" fmla="*/ 1188662 w 5799173"/>
              <a:gd name="connsiteY32621" fmla="*/ 2325988 h 5017219"/>
              <a:gd name="connsiteX32622" fmla="*/ 1202204 w 5799173"/>
              <a:gd name="connsiteY32622" fmla="*/ 2325988 h 5017219"/>
              <a:gd name="connsiteX32623" fmla="*/ 1203034 w 5799173"/>
              <a:gd name="connsiteY32623" fmla="*/ 2326486 h 5017219"/>
              <a:gd name="connsiteX32624" fmla="*/ 1209764 w 5799173"/>
              <a:gd name="connsiteY32624" fmla="*/ 2338201 h 5017219"/>
              <a:gd name="connsiteX32625" fmla="*/ 1209764 w 5799173"/>
              <a:gd name="connsiteY32625" fmla="*/ 2339198 h 5017219"/>
              <a:gd name="connsiteX32626" fmla="*/ 1203034 w 5799173"/>
              <a:gd name="connsiteY32626" fmla="*/ 2350912 h 5017219"/>
              <a:gd name="connsiteX32627" fmla="*/ 1202204 w 5799173"/>
              <a:gd name="connsiteY32627" fmla="*/ 2351410 h 5017219"/>
              <a:gd name="connsiteX32628" fmla="*/ 4980312 w 5799173"/>
              <a:gd name="connsiteY32628" fmla="*/ 3367475 h 5017219"/>
              <a:gd name="connsiteX32629" fmla="*/ 4979482 w 5799173"/>
              <a:gd name="connsiteY32629" fmla="*/ 3366976 h 5017219"/>
              <a:gd name="connsiteX32630" fmla="*/ 4972670 w 5799173"/>
              <a:gd name="connsiteY32630" fmla="*/ 3355179 h 5017219"/>
              <a:gd name="connsiteX32631" fmla="*/ 4972670 w 5799173"/>
              <a:gd name="connsiteY32631" fmla="*/ 3354182 h 5017219"/>
              <a:gd name="connsiteX32632" fmla="*/ 4979481 w 5799173"/>
              <a:gd name="connsiteY32632" fmla="*/ 3342384 h 5017219"/>
              <a:gd name="connsiteX32633" fmla="*/ 4980312 w 5799173"/>
              <a:gd name="connsiteY32633" fmla="*/ 3341886 h 5017219"/>
              <a:gd name="connsiteX32634" fmla="*/ 4993937 w 5799173"/>
              <a:gd name="connsiteY32634" fmla="*/ 3341886 h 5017219"/>
              <a:gd name="connsiteX32635" fmla="*/ 4994768 w 5799173"/>
              <a:gd name="connsiteY32635" fmla="*/ 3342384 h 5017219"/>
              <a:gd name="connsiteX32636" fmla="*/ 5001580 w 5799173"/>
              <a:gd name="connsiteY32636" fmla="*/ 3354182 h 5017219"/>
              <a:gd name="connsiteX32637" fmla="*/ 5001580 w 5799173"/>
              <a:gd name="connsiteY32637" fmla="*/ 3355179 h 5017219"/>
              <a:gd name="connsiteX32638" fmla="*/ 4994768 w 5799173"/>
              <a:gd name="connsiteY32638" fmla="*/ 3366976 h 5017219"/>
              <a:gd name="connsiteX32639" fmla="*/ 4993938 w 5799173"/>
              <a:gd name="connsiteY32639" fmla="*/ 3367475 h 5017219"/>
              <a:gd name="connsiteX32640" fmla="*/ 4497660 w 5799173"/>
              <a:gd name="connsiteY32640" fmla="*/ 3240620 h 5017219"/>
              <a:gd name="connsiteX32641" fmla="*/ 4496663 w 5799173"/>
              <a:gd name="connsiteY32641" fmla="*/ 3240039 h 5017219"/>
              <a:gd name="connsiteX32642" fmla="*/ 4488688 w 5799173"/>
              <a:gd name="connsiteY32642" fmla="*/ 3226248 h 5017219"/>
              <a:gd name="connsiteX32643" fmla="*/ 4488688 w 5799173"/>
              <a:gd name="connsiteY32643" fmla="*/ 3225085 h 5017219"/>
              <a:gd name="connsiteX32644" fmla="*/ 4496663 w 5799173"/>
              <a:gd name="connsiteY32644" fmla="*/ 3211293 h 5017219"/>
              <a:gd name="connsiteX32645" fmla="*/ 4497661 w 5799173"/>
              <a:gd name="connsiteY32645" fmla="*/ 3210712 h 5017219"/>
              <a:gd name="connsiteX32646" fmla="*/ 4513613 w 5799173"/>
              <a:gd name="connsiteY32646" fmla="*/ 3210712 h 5017219"/>
              <a:gd name="connsiteX32647" fmla="*/ 4514609 w 5799173"/>
              <a:gd name="connsiteY32647" fmla="*/ 3211293 h 5017219"/>
              <a:gd name="connsiteX32648" fmla="*/ 4522584 w 5799173"/>
              <a:gd name="connsiteY32648" fmla="*/ 3225085 h 5017219"/>
              <a:gd name="connsiteX32649" fmla="*/ 4522584 w 5799173"/>
              <a:gd name="connsiteY32649" fmla="*/ 3226247 h 5017219"/>
              <a:gd name="connsiteX32650" fmla="*/ 4514609 w 5799173"/>
              <a:gd name="connsiteY32650" fmla="*/ 3240039 h 5017219"/>
              <a:gd name="connsiteX32651" fmla="*/ 4513612 w 5799173"/>
              <a:gd name="connsiteY32651" fmla="*/ 3240620 h 5017219"/>
              <a:gd name="connsiteX32652" fmla="*/ 3654804 w 5799173"/>
              <a:gd name="connsiteY32652" fmla="*/ 3015259 h 5017219"/>
              <a:gd name="connsiteX32653" fmla="*/ 3653807 w 5799173"/>
              <a:gd name="connsiteY32653" fmla="*/ 3014679 h 5017219"/>
              <a:gd name="connsiteX32654" fmla="*/ 3645665 w 5799173"/>
              <a:gd name="connsiteY32654" fmla="*/ 3000471 h 5017219"/>
              <a:gd name="connsiteX32655" fmla="*/ 3645665 w 5799173"/>
              <a:gd name="connsiteY32655" fmla="*/ 2999309 h 5017219"/>
              <a:gd name="connsiteX32656" fmla="*/ 3653890 w 5799173"/>
              <a:gd name="connsiteY32656" fmla="*/ 2985103 h 5017219"/>
              <a:gd name="connsiteX32657" fmla="*/ 3654886 w 5799173"/>
              <a:gd name="connsiteY32657" fmla="*/ 2984521 h 5017219"/>
              <a:gd name="connsiteX32658" fmla="*/ 3671254 w 5799173"/>
              <a:gd name="connsiteY32658" fmla="*/ 2984521 h 5017219"/>
              <a:gd name="connsiteX32659" fmla="*/ 3672250 w 5799173"/>
              <a:gd name="connsiteY32659" fmla="*/ 2985103 h 5017219"/>
              <a:gd name="connsiteX32660" fmla="*/ 3680393 w 5799173"/>
              <a:gd name="connsiteY32660" fmla="*/ 2999309 h 5017219"/>
              <a:gd name="connsiteX32661" fmla="*/ 3680393 w 5799173"/>
              <a:gd name="connsiteY32661" fmla="*/ 3000472 h 5017219"/>
              <a:gd name="connsiteX32662" fmla="*/ 3672167 w 5799173"/>
              <a:gd name="connsiteY32662" fmla="*/ 3014679 h 5017219"/>
              <a:gd name="connsiteX32663" fmla="*/ 3671170 w 5799173"/>
              <a:gd name="connsiteY32663" fmla="*/ 3015260 h 5017219"/>
              <a:gd name="connsiteX32664" fmla="*/ 4557350 w 5799173"/>
              <a:gd name="connsiteY32664" fmla="*/ 3257568 h 5017219"/>
              <a:gd name="connsiteX32665" fmla="*/ 4556352 w 5799173"/>
              <a:gd name="connsiteY32665" fmla="*/ 3256985 h 5017219"/>
              <a:gd name="connsiteX32666" fmla="*/ 4547879 w 5799173"/>
              <a:gd name="connsiteY32666" fmla="*/ 3242365 h 5017219"/>
              <a:gd name="connsiteX32667" fmla="*/ 4547879 w 5799173"/>
              <a:gd name="connsiteY32667" fmla="*/ 3241201 h 5017219"/>
              <a:gd name="connsiteX32668" fmla="*/ 4556353 w 5799173"/>
              <a:gd name="connsiteY32668" fmla="*/ 3226580 h 5017219"/>
              <a:gd name="connsiteX32669" fmla="*/ 4557350 w 5799173"/>
              <a:gd name="connsiteY32669" fmla="*/ 3225998 h 5017219"/>
              <a:gd name="connsiteX32670" fmla="*/ 4574215 w 5799173"/>
              <a:gd name="connsiteY32670" fmla="*/ 3225998 h 5017219"/>
              <a:gd name="connsiteX32671" fmla="*/ 4575212 w 5799173"/>
              <a:gd name="connsiteY32671" fmla="*/ 3226579 h 5017219"/>
              <a:gd name="connsiteX32672" fmla="*/ 4583686 w 5799173"/>
              <a:gd name="connsiteY32672" fmla="*/ 3241201 h 5017219"/>
              <a:gd name="connsiteX32673" fmla="*/ 4583686 w 5799173"/>
              <a:gd name="connsiteY32673" fmla="*/ 3242365 h 5017219"/>
              <a:gd name="connsiteX32674" fmla="*/ 4575212 w 5799173"/>
              <a:gd name="connsiteY32674" fmla="*/ 3256986 h 5017219"/>
              <a:gd name="connsiteX32675" fmla="*/ 4574214 w 5799173"/>
              <a:gd name="connsiteY32675" fmla="*/ 3257568 h 5017219"/>
              <a:gd name="connsiteX32676" fmla="*/ 3473974 w 5799173"/>
              <a:gd name="connsiteY32676" fmla="*/ 2967457 h 5017219"/>
              <a:gd name="connsiteX32677" fmla="*/ 3472978 w 5799173"/>
              <a:gd name="connsiteY32677" fmla="*/ 2966876 h 5017219"/>
              <a:gd name="connsiteX32678" fmla="*/ 3464503 w 5799173"/>
              <a:gd name="connsiteY32678" fmla="*/ 2952171 h 5017219"/>
              <a:gd name="connsiteX32679" fmla="*/ 3464503 w 5799173"/>
              <a:gd name="connsiteY32679" fmla="*/ 2951008 h 5017219"/>
              <a:gd name="connsiteX32680" fmla="*/ 3472978 w 5799173"/>
              <a:gd name="connsiteY32680" fmla="*/ 2936303 h 5017219"/>
              <a:gd name="connsiteX32681" fmla="*/ 3473975 w 5799173"/>
              <a:gd name="connsiteY32681" fmla="*/ 2935721 h 5017219"/>
              <a:gd name="connsiteX32682" fmla="*/ 3490923 w 5799173"/>
              <a:gd name="connsiteY32682" fmla="*/ 2935721 h 5017219"/>
              <a:gd name="connsiteX32683" fmla="*/ 3491919 w 5799173"/>
              <a:gd name="connsiteY32683" fmla="*/ 2936303 h 5017219"/>
              <a:gd name="connsiteX32684" fmla="*/ 3500393 w 5799173"/>
              <a:gd name="connsiteY32684" fmla="*/ 2951008 h 5017219"/>
              <a:gd name="connsiteX32685" fmla="*/ 3500393 w 5799173"/>
              <a:gd name="connsiteY32685" fmla="*/ 2952171 h 5017219"/>
              <a:gd name="connsiteX32686" fmla="*/ 3491920 w 5799173"/>
              <a:gd name="connsiteY32686" fmla="*/ 2966876 h 5017219"/>
              <a:gd name="connsiteX32687" fmla="*/ 3490922 w 5799173"/>
              <a:gd name="connsiteY32687" fmla="*/ 2967457 h 5017219"/>
              <a:gd name="connsiteX32688" fmla="*/ 3594274 w 5799173"/>
              <a:gd name="connsiteY32688" fmla="*/ 2999796 h 5017219"/>
              <a:gd name="connsiteX32689" fmla="*/ 3593194 w 5799173"/>
              <a:gd name="connsiteY32689" fmla="*/ 2999214 h 5017219"/>
              <a:gd name="connsiteX32690" fmla="*/ 3584637 w 5799173"/>
              <a:gd name="connsiteY32690" fmla="*/ 2984426 h 5017219"/>
              <a:gd name="connsiteX32691" fmla="*/ 3584637 w 5799173"/>
              <a:gd name="connsiteY32691" fmla="*/ 2983180 h 5017219"/>
              <a:gd name="connsiteX32692" fmla="*/ 3593194 w 5799173"/>
              <a:gd name="connsiteY32692" fmla="*/ 2968392 h 5017219"/>
              <a:gd name="connsiteX32693" fmla="*/ 3594274 w 5799173"/>
              <a:gd name="connsiteY32693" fmla="*/ 2967810 h 5017219"/>
              <a:gd name="connsiteX32694" fmla="*/ 3611388 w 5799173"/>
              <a:gd name="connsiteY32694" fmla="*/ 2967810 h 5017219"/>
              <a:gd name="connsiteX32695" fmla="*/ 3612468 w 5799173"/>
              <a:gd name="connsiteY32695" fmla="*/ 2968392 h 5017219"/>
              <a:gd name="connsiteX32696" fmla="*/ 3621025 w 5799173"/>
              <a:gd name="connsiteY32696" fmla="*/ 2983180 h 5017219"/>
              <a:gd name="connsiteX32697" fmla="*/ 3621025 w 5799173"/>
              <a:gd name="connsiteY32697" fmla="*/ 2984426 h 5017219"/>
              <a:gd name="connsiteX32698" fmla="*/ 3612468 w 5799173"/>
              <a:gd name="connsiteY32698" fmla="*/ 2999214 h 5017219"/>
              <a:gd name="connsiteX32699" fmla="*/ 3611388 w 5799173"/>
              <a:gd name="connsiteY32699" fmla="*/ 2999796 h 5017219"/>
              <a:gd name="connsiteX32700" fmla="*/ 2570715 w 5799173"/>
              <a:gd name="connsiteY32700" fmla="*/ 2726380 h 5017219"/>
              <a:gd name="connsiteX32701" fmla="*/ 2569635 w 5799173"/>
              <a:gd name="connsiteY32701" fmla="*/ 2725715 h 5017219"/>
              <a:gd name="connsiteX32702" fmla="*/ 2560663 w 5799173"/>
              <a:gd name="connsiteY32702" fmla="*/ 2710179 h 5017219"/>
              <a:gd name="connsiteX32703" fmla="*/ 2560663 w 5799173"/>
              <a:gd name="connsiteY32703" fmla="*/ 2708933 h 5017219"/>
              <a:gd name="connsiteX32704" fmla="*/ 2569635 w 5799173"/>
              <a:gd name="connsiteY32704" fmla="*/ 2693398 h 5017219"/>
              <a:gd name="connsiteX32705" fmla="*/ 2570715 w 5799173"/>
              <a:gd name="connsiteY32705" fmla="*/ 2692733 h 5017219"/>
              <a:gd name="connsiteX32706" fmla="*/ 2588577 w 5799173"/>
              <a:gd name="connsiteY32706" fmla="*/ 2692733 h 5017219"/>
              <a:gd name="connsiteX32707" fmla="*/ 2589657 w 5799173"/>
              <a:gd name="connsiteY32707" fmla="*/ 2693398 h 5017219"/>
              <a:gd name="connsiteX32708" fmla="*/ 2598630 w 5799173"/>
              <a:gd name="connsiteY32708" fmla="*/ 2708933 h 5017219"/>
              <a:gd name="connsiteX32709" fmla="*/ 2598630 w 5799173"/>
              <a:gd name="connsiteY32709" fmla="*/ 2710179 h 5017219"/>
              <a:gd name="connsiteX32710" fmla="*/ 2589657 w 5799173"/>
              <a:gd name="connsiteY32710" fmla="*/ 2725715 h 5017219"/>
              <a:gd name="connsiteX32711" fmla="*/ 2588577 w 5799173"/>
              <a:gd name="connsiteY32711" fmla="*/ 2726380 h 5017219"/>
              <a:gd name="connsiteX32712" fmla="*/ 102924 w 5799173"/>
              <a:gd name="connsiteY32712" fmla="*/ 2065523 h 5017219"/>
              <a:gd name="connsiteX32713" fmla="*/ 101843 w 5799173"/>
              <a:gd name="connsiteY32713" fmla="*/ 2064858 h 5017219"/>
              <a:gd name="connsiteX32714" fmla="*/ 92705 w 5799173"/>
              <a:gd name="connsiteY32714" fmla="*/ 2048990 h 5017219"/>
              <a:gd name="connsiteX32715" fmla="*/ 92705 w 5799173"/>
              <a:gd name="connsiteY32715" fmla="*/ 2047661 h 5017219"/>
              <a:gd name="connsiteX32716" fmla="*/ 101843 w 5799173"/>
              <a:gd name="connsiteY32716" fmla="*/ 2031793 h 5017219"/>
              <a:gd name="connsiteX32717" fmla="*/ 102923 w 5799173"/>
              <a:gd name="connsiteY32717" fmla="*/ 2031128 h 5017219"/>
              <a:gd name="connsiteX32718" fmla="*/ 121201 w 5799173"/>
              <a:gd name="connsiteY32718" fmla="*/ 2031128 h 5017219"/>
              <a:gd name="connsiteX32719" fmla="*/ 122280 w 5799173"/>
              <a:gd name="connsiteY32719" fmla="*/ 2031793 h 5017219"/>
              <a:gd name="connsiteX32720" fmla="*/ 131420 w 5799173"/>
              <a:gd name="connsiteY32720" fmla="*/ 2047661 h 5017219"/>
              <a:gd name="connsiteX32721" fmla="*/ 131420 w 5799173"/>
              <a:gd name="connsiteY32721" fmla="*/ 2048990 h 5017219"/>
              <a:gd name="connsiteX32722" fmla="*/ 122280 w 5799173"/>
              <a:gd name="connsiteY32722" fmla="*/ 2064858 h 5017219"/>
              <a:gd name="connsiteX32723" fmla="*/ 121201 w 5799173"/>
              <a:gd name="connsiteY32723" fmla="*/ 2065523 h 5017219"/>
              <a:gd name="connsiteX32724" fmla="*/ 3413062 w 5799173"/>
              <a:gd name="connsiteY32724" fmla="*/ 2952663 h 5017219"/>
              <a:gd name="connsiteX32725" fmla="*/ 3411899 w 5799173"/>
              <a:gd name="connsiteY32725" fmla="*/ 2951998 h 5017219"/>
              <a:gd name="connsiteX32726" fmla="*/ 3402677 w 5799173"/>
              <a:gd name="connsiteY32726" fmla="*/ 2936047 h 5017219"/>
              <a:gd name="connsiteX32727" fmla="*/ 3402677 w 5799173"/>
              <a:gd name="connsiteY32727" fmla="*/ 2934718 h 5017219"/>
              <a:gd name="connsiteX32728" fmla="*/ 3411899 w 5799173"/>
              <a:gd name="connsiteY32728" fmla="*/ 2918767 h 5017219"/>
              <a:gd name="connsiteX32729" fmla="*/ 3413062 w 5799173"/>
              <a:gd name="connsiteY32729" fmla="*/ 2918102 h 5017219"/>
              <a:gd name="connsiteX32730" fmla="*/ 3431505 w 5799173"/>
              <a:gd name="connsiteY32730" fmla="*/ 2918102 h 5017219"/>
              <a:gd name="connsiteX32731" fmla="*/ 3432668 w 5799173"/>
              <a:gd name="connsiteY32731" fmla="*/ 2918767 h 5017219"/>
              <a:gd name="connsiteX32732" fmla="*/ 3441890 w 5799173"/>
              <a:gd name="connsiteY32732" fmla="*/ 2934718 h 5017219"/>
              <a:gd name="connsiteX32733" fmla="*/ 3441890 w 5799173"/>
              <a:gd name="connsiteY32733" fmla="*/ 2936047 h 5017219"/>
              <a:gd name="connsiteX32734" fmla="*/ 3432668 w 5799173"/>
              <a:gd name="connsiteY32734" fmla="*/ 2951998 h 5017219"/>
              <a:gd name="connsiteX32735" fmla="*/ 3431505 w 5799173"/>
              <a:gd name="connsiteY32735" fmla="*/ 2952663 h 5017219"/>
              <a:gd name="connsiteX32736" fmla="*/ 162840 w 5799173"/>
              <a:gd name="connsiteY32736" fmla="*/ 2082050 h 5017219"/>
              <a:gd name="connsiteX32737" fmla="*/ 161677 w 5799173"/>
              <a:gd name="connsiteY32737" fmla="*/ 2081386 h 5017219"/>
              <a:gd name="connsiteX32738" fmla="*/ 152289 w 5799173"/>
              <a:gd name="connsiteY32738" fmla="*/ 2065185 h 5017219"/>
              <a:gd name="connsiteX32739" fmla="*/ 152289 w 5799173"/>
              <a:gd name="connsiteY32739" fmla="*/ 2063856 h 5017219"/>
              <a:gd name="connsiteX32740" fmla="*/ 161677 w 5799173"/>
              <a:gd name="connsiteY32740" fmla="*/ 2047656 h 5017219"/>
              <a:gd name="connsiteX32741" fmla="*/ 162840 w 5799173"/>
              <a:gd name="connsiteY32741" fmla="*/ 2046991 h 5017219"/>
              <a:gd name="connsiteX32742" fmla="*/ 181534 w 5799173"/>
              <a:gd name="connsiteY32742" fmla="*/ 2046991 h 5017219"/>
              <a:gd name="connsiteX32743" fmla="*/ 182696 w 5799173"/>
              <a:gd name="connsiteY32743" fmla="*/ 2047656 h 5017219"/>
              <a:gd name="connsiteX32744" fmla="*/ 192084 w 5799173"/>
              <a:gd name="connsiteY32744" fmla="*/ 2063856 h 5017219"/>
              <a:gd name="connsiteX32745" fmla="*/ 192084 w 5799173"/>
              <a:gd name="connsiteY32745" fmla="*/ 2065185 h 5017219"/>
              <a:gd name="connsiteX32746" fmla="*/ 182696 w 5799173"/>
              <a:gd name="connsiteY32746" fmla="*/ 2081386 h 5017219"/>
              <a:gd name="connsiteX32747" fmla="*/ 181533 w 5799173"/>
              <a:gd name="connsiteY32747" fmla="*/ 2082050 h 5017219"/>
              <a:gd name="connsiteX32748" fmla="*/ 3352709 w 5799173"/>
              <a:gd name="connsiteY32748" fmla="*/ 2936868 h 5017219"/>
              <a:gd name="connsiteX32749" fmla="*/ 3351546 w 5799173"/>
              <a:gd name="connsiteY32749" fmla="*/ 2936204 h 5017219"/>
              <a:gd name="connsiteX32750" fmla="*/ 3342158 w 5799173"/>
              <a:gd name="connsiteY32750" fmla="*/ 2919920 h 5017219"/>
              <a:gd name="connsiteX32751" fmla="*/ 3342158 w 5799173"/>
              <a:gd name="connsiteY32751" fmla="*/ 2918591 h 5017219"/>
              <a:gd name="connsiteX32752" fmla="*/ 3351546 w 5799173"/>
              <a:gd name="connsiteY32752" fmla="*/ 2902308 h 5017219"/>
              <a:gd name="connsiteX32753" fmla="*/ 3352709 w 5799173"/>
              <a:gd name="connsiteY32753" fmla="*/ 2901643 h 5017219"/>
              <a:gd name="connsiteX32754" fmla="*/ 3371485 w 5799173"/>
              <a:gd name="connsiteY32754" fmla="*/ 2901643 h 5017219"/>
              <a:gd name="connsiteX32755" fmla="*/ 3372648 w 5799173"/>
              <a:gd name="connsiteY32755" fmla="*/ 2902308 h 5017219"/>
              <a:gd name="connsiteX32756" fmla="*/ 3382036 w 5799173"/>
              <a:gd name="connsiteY32756" fmla="*/ 2918591 h 5017219"/>
              <a:gd name="connsiteX32757" fmla="*/ 3382036 w 5799173"/>
              <a:gd name="connsiteY32757" fmla="*/ 2919920 h 5017219"/>
              <a:gd name="connsiteX32758" fmla="*/ 3372648 w 5799173"/>
              <a:gd name="connsiteY32758" fmla="*/ 2936204 h 5017219"/>
              <a:gd name="connsiteX32759" fmla="*/ 3371485 w 5799173"/>
              <a:gd name="connsiteY32759" fmla="*/ 2936868 h 5017219"/>
              <a:gd name="connsiteX32760" fmla="*/ 283024 w 5799173"/>
              <a:gd name="connsiteY32760" fmla="*/ 2114728 h 5017219"/>
              <a:gd name="connsiteX32761" fmla="*/ 281861 w 5799173"/>
              <a:gd name="connsiteY32761" fmla="*/ 2114063 h 5017219"/>
              <a:gd name="connsiteX32762" fmla="*/ 272307 w 5799173"/>
              <a:gd name="connsiteY32762" fmla="*/ 2097531 h 5017219"/>
              <a:gd name="connsiteX32763" fmla="*/ 272307 w 5799173"/>
              <a:gd name="connsiteY32763" fmla="*/ 2096201 h 5017219"/>
              <a:gd name="connsiteX32764" fmla="*/ 281861 w 5799173"/>
              <a:gd name="connsiteY32764" fmla="*/ 2079669 h 5017219"/>
              <a:gd name="connsiteX32765" fmla="*/ 283024 w 5799173"/>
              <a:gd name="connsiteY32765" fmla="*/ 2079004 h 5017219"/>
              <a:gd name="connsiteX32766" fmla="*/ 302132 w 5799173"/>
              <a:gd name="connsiteY32766" fmla="*/ 2079004 h 5017219"/>
              <a:gd name="connsiteX32767" fmla="*/ 303295 w 5799173"/>
              <a:gd name="connsiteY32767" fmla="*/ 2079669 h 5017219"/>
              <a:gd name="connsiteX32768" fmla="*/ 312849 w 5799173"/>
              <a:gd name="connsiteY32768" fmla="*/ 2096201 h 5017219"/>
              <a:gd name="connsiteX32769" fmla="*/ 312849 w 5799173"/>
              <a:gd name="connsiteY32769" fmla="*/ 2097531 h 5017219"/>
              <a:gd name="connsiteX32770" fmla="*/ 303295 w 5799173"/>
              <a:gd name="connsiteY32770" fmla="*/ 2114063 h 5017219"/>
              <a:gd name="connsiteX32771" fmla="*/ 302131 w 5799173"/>
              <a:gd name="connsiteY32771" fmla="*/ 2114728 h 5017219"/>
              <a:gd name="connsiteX32772" fmla="*/ 222703 w 5799173"/>
              <a:gd name="connsiteY32772" fmla="*/ 2098855 h 5017219"/>
              <a:gd name="connsiteX32773" fmla="*/ 221541 w 5799173"/>
              <a:gd name="connsiteY32773" fmla="*/ 2098190 h 5017219"/>
              <a:gd name="connsiteX32774" fmla="*/ 211820 w 5799173"/>
              <a:gd name="connsiteY32774" fmla="*/ 2081325 h 5017219"/>
              <a:gd name="connsiteX32775" fmla="*/ 211820 w 5799173"/>
              <a:gd name="connsiteY32775" fmla="*/ 2079913 h 5017219"/>
              <a:gd name="connsiteX32776" fmla="*/ 221540 w 5799173"/>
              <a:gd name="connsiteY32776" fmla="*/ 2063048 h 5017219"/>
              <a:gd name="connsiteX32777" fmla="*/ 222704 w 5799173"/>
              <a:gd name="connsiteY32777" fmla="*/ 2062384 h 5017219"/>
              <a:gd name="connsiteX32778" fmla="*/ 242144 w 5799173"/>
              <a:gd name="connsiteY32778" fmla="*/ 2062383 h 5017219"/>
              <a:gd name="connsiteX32779" fmla="*/ 243308 w 5799173"/>
              <a:gd name="connsiteY32779" fmla="*/ 2063048 h 5017219"/>
              <a:gd name="connsiteX32780" fmla="*/ 253027 w 5799173"/>
              <a:gd name="connsiteY32780" fmla="*/ 2079913 h 5017219"/>
              <a:gd name="connsiteX32781" fmla="*/ 253027 w 5799173"/>
              <a:gd name="connsiteY32781" fmla="*/ 2081325 h 5017219"/>
              <a:gd name="connsiteX32782" fmla="*/ 243307 w 5799173"/>
              <a:gd name="connsiteY32782" fmla="*/ 2098190 h 5017219"/>
              <a:gd name="connsiteX32783" fmla="*/ 242145 w 5799173"/>
              <a:gd name="connsiteY32783" fmla="*/ 2098855 h 5017219"/>
              <a:gd name="connsiteX32784" fmla="*/ 2630152 w 5799173"/>
              <a:gd name="connsiteY32784" fmla="*/ 2743929 h 5017219"/>
              <a:gd name="connsiteX32785" fmla="*/ 2628990 w 5799173"/>
              <a:gd name="connsiteY32785" fmla="*/ 2743264 h 5017219"/>
              <a:gd name="connsiteX32786" fmla="*/ 2619270 w 5799173"/>
              <a:gd name="connsiteY32786" fmla="*/ 2726399 h 5017219"/>
              <a:gd name="connsiteX32787" fmla="*/ 2619270 w 5799173"/>
              <a:gd name="connsiteY32787" fmla="*/ 2724987 h 5017219"/>
              <a:gd name="connsiteX32788" fmla="*/ 2628990 w 5799173"/>
              <a:gd name="connsiteY32788" fmla="*/ 2708122 h 5017219"/>
              <a:gd name="connsiteX32789" fmla="*/ 2630153 w 5799173"/>
              <a:gd name="connsiteY32789" fmla="*/ 2707457 h 5017219"/>
              <a:gd name="connsiteX32790" fmla="*/ 2649594 w 5799173"/>
              <a:gd name="connsiteY32790" fmla="*/ 2707457 h 5017219"/>
              <a:gd name="connsiteX32791" fmla="*/ 2650757 w 5799173"/>
              <a:gd name="connsiteY32791" fmla="*/ 2708122 h 5017219"/>
              <a:gd name="connsiteX32792" fmla="*/ 2660477 w 5799173"/>
              <a:gd name="connsiteY32792" fmla="*/ 2724988 h 5017219"/>
              <a:gd name="connsiteX32793" fmla="*/ 2660477 w 5799173"/>
              <a:gd name="connsiteY32793" fmla="*/ 2726399 h 5017219"/>
              <a:gd name="connsiteX32794" fmla="*/ 2650757 w 5799173"/>
              <a:gd name="connsiteY32794" fmla="*/ 2743265 h 5017219"/>
              <a:gd name="connsiteX32795" fmla="*/ 2649593 w 5799173"/>
              <a:gd name="connsiteY32795" fmla="*/ 2743929 h 5017219"/>
              <a:gd name="connsiteX32796" fmla="*/ 403178 w 5799173"/>
              <a:gd name="connsiteY32796" fmla="*/ 2147319 h 5017219"/>
              <a:gd name="connsiteX32797" fmla="*/ 402016 w 5799173"/>
              <a:gd name="connsiteY32797" fmla="*/ 2146654 h 5017219"/>
              <a:gd name="connsiteX32798" fmla="*/ 392296 w 5799173"/>
              <a:gd name="connsiteY32798" fmla="*/ 2129706 h 5017219"/>
              <a:gd name="connsiteX32799" fmla="*/ 392296 w 5799173"/>
              <a:gd name="connsiteY32799" fmla="*/ 2128294 h 5017219"/>
              <a:gd name="connsiteX32800" fmla="*/ 402099 w 5799173"/>
              <a:gd name="connsiteY32800" fmla="*/ 2111346 h 5017219"/>
              <a:gd name="connsiteX32801" fmla="*/ 403263 w 5799173"/>
              <a:gd name="connsiteY32801" fmla="*/ 2110681 h 5017219"/>
              <a:gd name="connsiteX32802" fmla="*/ 422786 w 5799173"/>
              <a:gd name="connsiteY32802" fmla="*/ 2110681 h 5017219"/>
              <a:gd name="connsiteX32803" fmla="*/ 423949 w 5799173"/>
              <a:gd name="connsiteY32803" fmla="*/ 2111346 h 5017219"/>
              <a:gd name="connsiteX32804" fmla="*/ 433669 w 5799173"/>
              <a:gd name="connsiteY32804" fmla="*/ 2128294 h 5017219"/>
              <a:gd name="connsiteX32805" fmla="*/ 433669 w 5799173"/>
              <a:gd name="connsiteY32805" fmla="*/ 2129706 h 5017219"/>
              <a:gd name="connsiteX32806" fmla="*/ 423865 w 5799173"/>
              <a:gd name="connsiteY32806" fmla="*/ 2146654 h 5017219"/>
              <a:gd name="connsiteX32807" fmla="*/ 422703 w 5799173"/>
              <a:gd name="connsiteY32807" fmla="*/ 2147319 h 5017219"/>
              <a:gd name="connsiteX32808" fmla="*/ 643923 w 5799173"/>
              <a:gd name="connsiteY32808" fmla="*/ 2211826 h 5017219"/>
              <a:gd name="connsiteX32809" fmla="*/ 642760 w 5799173"/>
              <a:gd name="connsiteY32809" fmla="*/ 2211161 h 5017219"/>
              <a:gd name="connsiteX32810" fmla="*/ 633041 w 5799173"/>
              <a:gd name="connsiteY32810" fmla="*/ 2194213 h 5017219"/>
              <a:gd name="connsiteX32811" fmla="*/ 633040 w 5799173"/>
              <a:gd name="connsiteY32811" fmla="*/ 2192801 h 5017219"/>
              <a:gd name="connsiteX32812" fmla="*/ 642843 w 5799173"/>
              <a:gd name="connsiteY32812" fmla="*/ 2175853 h 5017219"/>
              <a:gd name="connsiteX32813" fmla="*/ 644007 w 5799173"/>
              <a:gd name="connsiteY32813" fmla="*/ 2175188 h 5017219"/>
              <a:gd name="connsiteX32814" fmla="*/ 663531 w 5799173"/>
              <a:gd name="connsiteY32814" fmla="*/ 2175188 h 5017219"/>
              <a:gd name="connsiteX32815" fmla="*/ 664693 w 5799173"/>
              <a:gd name="connsiteY32815" fmla="*/ 2175853 h 5017219"/>
              <a:gd name="connsiteX32816" fmla="*/ 674414 w 5799173"/>
              <a:gd name="connsiteY32816" fmla="*/ 2192801 h 5017219"/>
              <a:gd name="connsiteX32817" fmla="*/ 674413 w 5799173"/>
              <a:gd name="connsiteY32817" fmla="*/ 2194213 h 5017219"/>
              <a:gd name="connsiteX32818" fmla="*/ 664610 w 5799173"/>
              <a:gd name="connsiteY32818" fmla="*/ 2211161 h 5017219"/>
              <a:gd name="connsiteX32819" fmla="*/ 663447 w 5799173"/>
              <a:gd name="connsiteY32819" fmla="*/ 2211826 h 5017219"/>
              <a:gd name="connsiteX32820" fmla="*/ 342994 w 5799173"/>
              <a:gd name="connsiteY32820" fmla="*/ 2131274 h 5017219"/>
              <a:gd name="connsiteX32821" fmla="*/ 341830 w 5799173"/>
              <a:gd name="connsiteY32821" fmla="*/ 2130609 h 5017219"/>
              <a:gd name="connsiteX32822" fmla="*/ 332027 w 5799173"/>
              <a:gd name="connsiteY32822" fmla="*/ 2113578 h 5017219"/>
              <a:gd name="connsiteX32823" fmla="*/ 332027 w 5799173"/>
              <a:gd name="connsiteY32823" fmla="*/ 2112166 h 5017219"/>
              <a:gd name="connsiteX32824" fmla="*/ 341830 w 5799173"/>
              <a:gd name="connsiteY32824" fmla="*/ 2095135 h 5017219"/>
              <a:gd name="connsiteX32825" fmla="*/ 342994 w 5799173"/>
              <a:gd name="connsiteY32825" fmla="*/ 2094470 h 5017219"/>
              <a:gd name="connsiteX32826" fmla="*/ 362600 w 5799173"/>
              <a:gd name="connsiteY32826" fmla="*/ 2094470 h 5017219"/>
              <a:gd name="connsiteX32827" fmla="*/ 363763 w 5799173"/>
              <a:gd name="connsiteY32827" fmla="*/ 2095135 h 5017219"/>
              <a:gd name="connsiteX32828" fmla="*/ 373568 w 5799173"/>
              <a:gd name="connsiteY32828" fmla="*/ 2112166 h 5017219"/>
              <a:gd name="connsiteX32829" fmla="*/ 373567 w 5799173"/>
              <a:gd name="connsiteY32829" fmla="*/ 2113578 h 5017219"/>
              <a:gd name="connsiteX32830" fmla="*/ 363763 w 5799173"/>
              <a:gd name="connsiteY32830" fmla="*/ 2130609 h 5017219"/>
              <a:gd name="connsiteX32831" fmla="*/ 362600 w 5799173"/>
              <a:gd name="connsiteY32831" fmla="*/ 2131274 h 5017219"/>
              <a:gd name="connsiteX32832" fmla="*/ 463366 w 5799173"/>
              <a:gd name="connsiteY32832" fmla="*/ 2163528 h 5017219"/>
              <a:gd name="connsiteX32833" fmla="*/ 462202 w 5799173"/>
              <a:gd name="connsiteY32833" fmla="*/ 2162863 h 5017219"/>
              <a:gd name="connsiteX32834" fmla="*/ 452398 w 5799173"/>
              <a:gd name="connsiteY32834" fmla="*/ 2145832 h 5017219"/>
              <a:gd name="connsiteX32835" fmla="*/ 452399 w 5799173"/>
              <a:gd name="connsiteY32835" fmla="*/ 2144420 h 5017219"/>
              <a:gd name="connsiteX32836" fmla="*/ 462202 w 5799173"/>
              <a:gd name="connsiteY32836" fmla="*/ 2127389 h 5017219"/>
              <a:gd name="connsiteX32837" fmla="*/ 463366 w 5799173"/>
              <a:gd name="connsiteY32837" fmla="*/ 2126723 h 5017219"/>
              <a:gd name="connsiteX32838" fmla="*/ 482972 w 5799173"/>
              <a:gd name="connsiteY32838" fmla="*/ 2126724 h 5017219"/>
              <a:gd name="connsiteX32839" fmla="*/ 484135 w 5799173"/>
              <a:gd name="connsiteY32839" fmla="*/ 2127389 h 5017219"/>
              <a:gd name="connsiteX32840" fmla="*/ 493939 w 5799173"/>
              <a:gd name="connsiteY32840" fmla="*/ 2144420 h 5017219"/>
              <a:gd name="connsiteX32841" fmla="*/ 493939 w 5799173"/>
              <a:gd name="connsiteY32841" fmla="*/ 2145832 h 5017219"/>
              <a:gd name="connsiteX32842" fmla="*/ 484135 w 5799173"/>
              <a:gd name="connsiteY32842" fmla="*/ 2162863 h 5017219"/>
              <a:gd name="connsiteX32843" fmla="*/ 482972 w 5799173"/>
              <a:gd name="connsiteY32843" fmla="*/ 2163528 h 5017219"/>
              <a:gd name="connsiteX32844" fmla="*/ 1125415 w 5799173"/>
              <a:gd name="connsiteY32844" fmla="*/ 2340923 h 5017219"/>
              <a:gd name="connsiteX32845" fmla="*/ 1124251 w 5799173"/>
              <a:gd name="connsiteY32845" fmla="*/ 2340258 h 5017219"/>
              <a:gd name="connsiteX32846" fmla="*/ 1114448 w 5799173"/>
              <a:gd name="connsiteY32846" fmla="*/ 2323227 h 5017219"/>
              <a:gd name="connsiteX32847" fmla="*/ 1114448 w 5799173"/>
              <a:gd name="connsiteY32847" fmla="*/ 2321815 h 5017219"/>
              <a:gd name="connsiteX32848" fmla="*/ 1124251 w 5799173"/>
              <a:gd name="connsiteY32848" fmla="*/ 2304784 h 5017219"/>
              <a:gd name="connsiteX32849" fmla="*/ 1125415 w 5799173"/>
              <a:gd name="connsiteY32849" fmla="*/ 2304119 h 5017219"/>
              <a:gd name="connsiteX32850" fmla="*/ 1145021 w 5799173"/>
              <a:gd name="connsiteY32850" fmla="*/ 2304119 h 5017219"/>
              <a:gd name="connsiteX32851" fmla="*/ 1146184 w 5799173"/>
              <a:gd name="connsiteY32851" fmla="*/ 2304784 h 5017219"/>
              <a:gd name="connsiteX32852" fmla="*/ 1155988 w 5799173"/>
              <a:gd name="connsiteY32852" fmla="*/ 2321815 h 5017219"/>
              <a:gd name="connsiteX32853" fmla="*/ 1155988 w 5799173"/>
              <a:gd name="connsiteY32853" fmla="*/ 2323227 h 5017219"/>
              <a:gd name="connsiteX32854" fmla="*/ 1146184 w 5799173"/>
              <a:gd name="connsiteY32854" fmla="*/ 2340258 h 5017219"/>
              <a:gd name="connsiteX32855" fmla="*/ 1145021 w 5799173"/>
              <a:gd name="connsiteY32855" fmla="*/ 2340923 h 5017219"/>
              <a:gd name="connsiteX32856" fmla="*/ 523450 w 5799173"/>
              <a:gd name="connsiteY32856" fmla="*/ 2179808 h 5017219"/>
              <a:gd name="connsiteX32857" fmla="*/ 522202 w 5799173"/>
              <a:gd name="connsiteY32857" fmla="*/ 2179144 h 5017219"/>
              <a:gd name="connsiteX32858" fmla="*/ 512317 w 5799173"/>
              <a:gd name="connsiteY32858" fmla="*/ 2162029 h 5017219"/>
              <a:gd name="connsiteX32859" fmla="*/ 512316 w 5799173"/>
              <a:gd name="connsiteY32859" fmla="*/ 2160617 h 5017219"/>
              <a:gd name="connsiteX32860" fmla="*/ 522203 w 5799173"/>
              <a:gd name="connsiteY32860" fmla="*/ 2143503 h 5017219"/>
              <a:gd name="connsiteX32861" fmla="*/ 523449 w 5799173"/>
              <a:gd name="connsiteY32861" fmla="*/ 2142838 h 5017219"/>
              <a:gd name="connsiteX32862" fmla="*/ 543138 w 5799173"/>
              <a:gd name="connsiteY32862" fmla="*/ 2142838 h 5017219"/>
              <a:gd name="connsiteX32863" fmla="*/ 544385 w 5799173"/>
              <a:gd name="connsiteY32863" fmla="*/ 2143503 h 5017219"/>
              <a:gd name="connsiteX32864" fmla="*/ 554271 w 5799173"/>
              <a:gd name="connsiteY32864" fmla="*/ 2160617 h 5017219"/>
              <a:gd name="connsiteX32865" fmla="*/ 554271 w 5799173"/>
              <a:gd name="connsiteY32865" fmla="*/ 2162029 h 5017219"/>
              <a:gd name="connsiteX32866" fmla="*/ 544385 w 5799173"/>
              <a:gd name="connsiteY32866" fmla="*/ 2179144 h 5017219"/>
              <a:gd name="connsiteX32867" fmla="*/ 543139 w 5799173"/>
              <a:gd name="connsiteY32867" fmla="*/ 2179808 h 5017219"/>
              <a:gd name="connsiteX32868" fmla="*/ 583550 w 5799173"/>
              <a:gd name="connsiteY32868" fmla="*/ 2196112 h 5017219"/>
              <a:gd name="connsiteX32869" fmla="*/ 582304 w 5799173"/>
              <a:gd name="connsiteY32869" fmla="*/ 2195448 h 5017219"/>
              <a:gd name="connsiteX32870" fmla="*/ 572334 w 5799173"/>
              <a:gd name="connsiteY32870" fmla="*/ 2178167 h 5017219"/>
              <a:gd name="connsiteX32871" fmla="*/ 572334 w 5799173"/>
              <a:gd name="connsiteY32871" fmla="*/ 2176754 h 5017219"/>
              <a:gd name="connsiteX32872" fmla="*/ 582304 w 5799173"/>
              <a:gd name="connsiteY32872" fmla="*/ 2159474 h 5017219"/>
              <a:gd name="connsiteX32873" fmla="*/ 583549 w 5799173"/>
              <a:gd name="connsiteY32873" fmla="*/ 2158809 h 5017219"/>
              <a:gd name="connsiteX32874" fmla="*/ 603489 w 5799173"/>
              <a:gd name="connsiteY32874" fmla="*/ 2158809 h 5017219"/>
              <a:gd name="connsiteX32875" fmla="*/ 604735 w 5799173"/>
              <a:gd name="connsiteY32875" fmla="*/ 2159475 h 5017219"/>
              <a:gd name="connsiteX32876" fmla="*/ 614703 w 5799173"/>
              <a:gd name="connsiteY32876" fmla="*/ 2176754 h 5017219"/>
              <a:gd name="connsiteX32877" fmla="*/ 614704 w 5799173"/>
              <a:gd name="connsiteY32877" fmla="*/ 2178166 h 5017219"/>
              <a:gd name="connsiteX32878" fmla="*/ 604735 w 5799173"/>
              <a:gd name="connsiteY32878" fmla="*/ 2195447 h 5017219"/>
              <a:gd name="connsiteX32879" fmla="*/ 603489 w 5799173"/>
              <a:gd name="connsiteY32879" fmla="*/ 2196111 h 5017219"/>
              <a:gd name="connsiteX32880" fmla="*/ 3231744 w 5799173"/>
              <a:gd name="connsiteY32880" fmla="*/ 2905693 h 5017219"/>
              <a:gd name="connsiteX32881" fmla="*/ 3230498 w 5799173"/>
              <a:gd name="connsiteY32881" fmla="*/ 2905029 h 5017219"/>
              <a:gd name="connsiteX32882" fmla="*/ 3220529 w 5799173"/>
              <a:gd name="connsiteY32882" fmla="*/ 2887748 h 5017219"/>
              <a:gd name="connsiteX32883" fmla="*/ 3220528 w 5799173"/>
              <a:gd name="connsiteY32883" fmla="*/ 2886336 h 5017219"/>
              <a:gd name="connsiteX32884" fmla="*/ 3230498 w 5799173"/>
              <a:gd name="connsiteY32884" fmla="*/ 2869056 h 5017219"/>
              <a:gd name="connsiteX32885" fmla="*/ 3231744 w 5799173"/>
              <a:gd name="connsiteY32885" fmla="*/ 2868391 h 5017219"/>
              <a:gd name="connsiteX32886" fmla="*/ 3251684 w 5799173"/>
              <a:gd name="connsiteY32886" fmla="*/ 2868391 h 5017219"/>
              <a:gd name="connsiteX32887" fmla="*/ 3252929 w 5799173"/>
              <a:gd name="connsiteY32887" fmla="*/ 2869056 h 5017219"/>
              <a:gd name="connsiteX32888" fmla="*/ 3262899 w 5799173"/>
              <a:gd name="connsiteY32888" fmla="*/ 2886336 h 5017219"/>
              <a:gd name="connsiteX32889" fmla="*/ 3262899 w 5799173"/>
              <a:gd name="connsiteY32889" fmla="*/ 2887748 h 5017219"/>
              <a:gd name="connsiteX32890" fmla="*/ 3252929 w 5799173"/>
              <a:gd name="connsiteY32890" fmla="*/ 2905029 h 5017219"/>
              <a:gd name="connsiteX32891" fmla="*/ 3251684 w 5799173"/>
              <a:gd name="connsiteY32891" fmla="*/ 2905693 h 5017219"/>
              <a:gd name="connsiteX32892" fmla="*/ 824234 w 5799173"/>
              <a:gd name="connsiteY32892" fmla="*/ 2260706 h 5017219"/>
              <a:gd name="connsiteX32893" fmla="*/ 822988 w 5799173"/>
              <a:gd name="connsiteY32893" fmla="*/ 2259958 h 5017219"/>
              <a:gd name="connsiteX32894" fmla="*/ 813018 w 5799173"/>
              <a:gd name="connsiteY32894" fmla="*/ 2242595 h 5017219"/>
              <a:gd name="connsiteX32895" fmla="*/ 813018 w 5799173"/>
              <a:gd name="connsiteY32895" fmla="*/ 2241182 h 5017219"/>
              <a:gd name="connsiteX32896" fmla="*/ 823071 w 5799173"/>
              <a:gd name="connsiteY32896" fmla="*/ 2223819 h 5017219"/>
              <a:gd name="connsiteX32897" fmla="*/ 824316 w 5799173"/>
              <a:gd name="connsiteY32897" fmla="*/ 2223071 h 5017219"/>
              <a:gd name="connsiteX32898" fmla="*/ 844339 w 5799173"/>
              <a:gd name="connsiteY32898" fmla="*/ 2223071 h 5017219"/>
              <a:gd name="connsiteX32899" fmla="*/ 845584 w 5799173"/>
              <a:gd name="connsiteY32899" fmla="*/ 2223819 h 5017219"/>
              <a:gd name="connsiteX32900" fmla="*/ 855555 w 5799173"/>
              <a:gd name="connsiteY32900" fmla="*/ 2241182 h 5017219"/>
              <a:gd name="connsiteX32901" fmla="*/ 855555 w 5799173"/>
              <a:gd name="connsiteY32901" fmla="*/ 2242595 h 5017219"/>
              <a:gd name="connsiteX32902" fmla="*/ 845502 w 5799173"/>
              <a:gd name="connsiteY32902" fmla="*/ 2259958 h 5017219"/>
              <a:gd name="connsiteX32903" fmla="*/ 844256 w 5799173"/>
              <a:gd name="connsiteY32903" fmla="*/ 2260706 h 5017219"/>
              <a:gd name="connsiteX32904" fmla="*/ 1064979 w 5799173"/>
              <a:gd name="connsiteY32904" fmla="*/ 2325213 h 5017219"/>
              <a:gd name="connsiteX32905" fmla="*/ 1063733 w 5799173"/>
              <a:gd name="connsiteY32905" fmla="*/ 2324465 h 5017219"/>
              <a:gd name="connsiteX32906" fmla="*/ 1053763 w 5799173"/>
              <a:gd name="connsiteY32906" fmla="*/ 2307102 h 5017219"/>
              <a:gd name="connsiteX32907" fmla="*/ 1053763 w 5799173"/>
              <a:gd name="connsiteY32907" fmla="*/ 2305689 h 5017219"/>
              <a:gd name="connsiteX32908" fmla="*/ 1063816 w 5799173"/>
              <a:gd name="connsiteY32908" fmla="*/ 2288326 h 5017219"/>
              <a:gd name="connsiteX32909" fmla="*/ 1065062 w 5799173"/>
              <a:gd name="connsiteY32909" fmla="*/ 2287578 h 5017219"/>
              <a:gd name="connsiteX32910" fmla="*/ 1085084 w 5799173"/>
              <a:gd name="connsiteY32910" fmla="*/ 2287578 h 5017219"/>
              <a:gd name="connsiteX32911" fmla="*/ 1086330 w 5799173"/>
              <a:gd name="connsiteY32911" fmla="*/ 2288326 h 5017219"/>
              <a:gd name="connsiteX32912" fmla="*/ 1096300 w 5799173"/>
              <a:gd name="connsiteY32912" fmla="*/ 2305689 h 5017219"/>
              <a:gd name="connsiteX32913" fmla="*/ 1096300 w 5799173"/>
              <a:gd name="connsiteY32913" fmla="*/ 2307102 h 5017219"/>
              <a:gd name="connsiteX32914" fmla="*/ 1086247 w 5799173"/>
              <a:gd name="connsiteY32914" fmla="*/ 2324465 h 5017219"/>
              <a:gd name="connsiteX32915" fmla="*/ 1085001 w 5799173"/>
              <a:gd name="connsiteY32915" fmla="*/ 2325213 h 5017219"/>
              <a:gd name="connsiteX32916" fmla="*/ 703860 w 5799173"/>
              <a:gd name="connsiteY32916" fmla="*/ 2228535 h 5017219"/>
              <a:gd name="connsiteX32917" fmla="*/ 702614 w 5799173"/>
              <a:gd name="connsiteY32917" fmla="*/ 2227787 h 5017219"/>
              <a:gd name="connsiteX32918" fmla="*/ 692563 w 5799173"/>
              <a:gd name="connsiteY32918" fmla="*/ 2210341 h 5017219"/>
              <a:gd name="connsiteX32919" fmla="*/ 692562 w 5799173"/>
              <a:gd name="connsiteY32919" fmla="*/ 2208928 h 5017219"/>
              <a:gd name="connsiteX32920" fmla="*/ 702614 w 5799173"/>
              <a:gd name="connsiteY32920" fmla="*/ 2191482 h 5017219"/>
              <a:gd name="connsiteX32921" fmla="*/ 703860 w 5799173"/>
              <a:gd name="connsiteY32921" fmla="*/ 2190734 h 5017219"/>
              <a:gd name="connsiteX32922" fmla="*/ 723966 w 5799173"/>
              <a:gd name="connsiteY32922" fmla="*/ 2190734 h 5017219"/>
              <a:gd name="connsiteX32923" fmla="*/ 725212 w 5799173"/>
              <a:gd name="connsiteY32923" fmla="*/ 2191482 h 5017219"/>
              <a:gd name="connsiteX32924" fmla="*/ 735265 w 5799173"/>
              <a:gd name="connsiteY32924" fmla="*/ 2208928 h 5017219"/>
              <a:gd name="connsiteX32925" fmla="*/ 735265 w 5799173"/>
              <a:gd name="connsiteY32925" fmla="*/ 2210341 h 5017219"/>
              <a:gd name="connsiteX32926" fmla="*/ 725212 w 5799173"/>
              <a:gd name="connsiteY32926" fmla="*/ 2227787 h 5017219"/>
              <a:gd name="connsiteX32927" fmla="*/ 723966 w 5799173"/>
              <a:gd name="connsiteY32927" fmla="*/ 2228535 h 5017219"/>
              <a:gd name="connsiteX32928" fmla="*/ 884419 w 5799173"/>
              <a:gd name="connsiteY32928" fmla="*/ 2276915 h 5017219"/>
              <a:gd name="connsiteX32929" fmla="*/ 883173 w 5799173"/>
              <a:gd name="connsiteY32929" fmla="*/ 2276167 h 5017219"/>
              <a:gd name="connsiteX32930" fmla="*/ 873121 w 5799173"/>
              <a:gd name="connsiteY32930" fmla="*/ 2258722 h 5017219"/>
              <a:gd name="connsiteX32931" fmla="*/ 873121 w 5799173"/>
              <a:gd name="connsiteY32931" fmla="*/ 2257309 h 5017219"/>
              <a:gd name="connsiteX32932" fmla="*/ 883173 w 5799173"/>
              <a:gd name="connsiteY32932" fmla="*/ 2239863 h 5017219"/>
              <a:gd name="connsiteX32933" fmla="*/ 884419 w 5799173"/>
              <a:gd name="connsiteY32933" fmla="*/ 2239115 h 5017219"/>
              <a:gd name="connsiteX32934" fmla="*/ 904525 w 5799173"/>
              <a:gd name="connsiteY32934" fmla="*/ 2239115 h 5017219"/>
              <a:gd name="connsiteX32935" fmla="*/ 905771 w 5799173"/>
              <a:gd name="connsiteY32935" fmla="*/ 2239862 h 5017219"/>
              <a:gd name="connsiteX32936" fmla="*/ 915823 w 5799173"/>
              <a:gd name="connsiteY32936" fmla="*/ 2257308 h 5017219"/>
              <a:gd name="connsiteX32937" fmla="*/ 915824 w 5799173"/>
              <a:gd name="connsiteY32937" fmla="*/ 2258721 h 5017219"/>
              <a:gd name="connsiteX32938" fmla="*/ 905771 w 5799173"/>
              <a:gd name="connsiteY32938" fmla="*/ 2276168 h 5017219"/>
              <a:gd name="connsiteX32939" fmla="*/ 904525 w 5799173"/>
              <a:gd name="connsiteY32939" fmla="*/ 2276916 h 5017219"/>
              <a:gd name="connsiteX32940" fmla="*/ 944605 w 5799173"/>
              <a:gd name="connsiteY32940" fmla="*/ 2293042 h 5017219"/>
              <a:gd name="connsiteX32941" fmla="*/ 943360 w 5799173"/>
              <a:gd name="connsiteY32941" fmla="*/ 2292295 h 5017219"/>
              <a:gd name="connsiteX32942" fmla="*/ 933307 w 5799173"/>
              <a:gd name="connsiteY32942" fmla="*/ 2274849 h 5017219"/>
              <a:gd name="connsiteX32943" fmla="*/ 933308 w 5799173"/>
              <a:gd name="connsiteY32943" fmla="*/ 2273436 h 5017219"/>
              <a:gd name="connsiteX32944" fmla="*/ 943360 w 5799173"/>
              <a:gd name="connsiteY32944" fmla="*/ 2255990 h 5017219"/>
              <a:gd name="connsiteX32945" fmla="*/ 944606 w 5799173"/>
              <a:gd name="connsiteY32945" fmla="*/ 2255242 h 5017219"/>
              <a:gd name="connsiteX32946" fmla="*/ 964712 w 5799173"/>
              <a:gd name="connsiteY32946" fmla="*/ 2255242 h 5017219"/>
              <a:gd name="connsiteX32947" fmla="*/ 965958 w 5799173"/>
              <a:gd name="connsiteY32947" fmla="*/ 2255989 h 5017219"/>
              <a:gd name="connsiteX32948" fmla="*/ 976010 w 5799173"/>
              <a:gd name="connsiteY32948" fmla="*/ 2273436 h 5017219"/>
              <a:gd name="connsiteX32949" fmla="*/ 976011 w 5799173"/>
              <a:gd name="connsiteY32949" fmla="*/ 2274848 h 5017219"/>
              <a:gd name="connsiteX32950" fmla="*/ 965958 w 5799173"/>
              <a:gd name="connsiteY32950" fmla="*/ 2292295 h 5017219"/>
              <a:gd name="connsiteX32951" fmla="*/ 964712 w 5799173"/>
              <a:gd name="connsiteY32951" fmla="*/ 2293043 h 5017219"/>
              <a:gd name="connsiteX32952" fmla="*/ 1004791 w 5799173"/>
              <a:gd name="connsiteY32952" fmla="*/ 2309169 h 5017219"/>
              <a:gd name="connsiteX32953" fmla="*/ 1003546 w 5799173"/>
              <a:gd name="connsiteY32953" fmla="*/ 2308421 h 5017219"/>
              <a:gd name="connsiteX32954" fmla="*/ 993493 w 5799173"/>
              <a:gd name="connsiteY32954" fmla="*/ 2290975 h 5017219"/>
              <a:gd name="connsiteX32955" fmla="*/ 993494 w 5799173"/>
              <a:gd name="connsiteY32955" fmla="*/ 2289562 h 5017219"/>
              <a:gd name="connsiteX32956" fmla="*/ 1003545 w 5799173"/>
              <a:gd name="connsiteY32956" fmla="*/ 2272116 h 5017219"/>
              <a:gd name="connsiteX32957" fmla="*/ 1004791 w 5799173"/>
              <a:gd name="connsiteY32957" fmla="*/ 2271368 h 5017219"/>
              <a:gd name="connsiteX32958" fmla="*/ 1024898 w 5799173"/>
              <a:gd name="connsiteY32958" fmla="*/ 2271368 h 5017219"/>
              <a:gd name="connsiteX32959" fmla="*/ 1026143 w 5799173"/>
              <a:gd name="connsiteY32959" fmla="*/ 2272116 h 5017219"/>
              <a:gd name="connsiteX32960" fmla="*/ 1036196 w 5799173"/>
              <a:gd name="connsiteY32960" fmla="*/ 2289562 h 5017219"/>
              <a:gd name="connsiteX32961" fmla="*/ 1036196 w 5799173"/>
              <a:gd name="connsiteY32961" fmla="*/ 2290975 h 5017219"/>
              <a:gd name="connsiteX32962" fmla="*/ 1026143 w 5799173"/>
              <a:gd name="connsiteY32962" fmla="*/ 2308421 h 5017219"/>
              <a:gd name="connsiteX32963" fmla="*/ 1024897 w 5799173"/>
              <a:gd name="connsiteY32963" fmla="*/ 2309169 h 5017219"/>
              <a:gd name="connsiteX32964" fmla="*/ 3171330 w 5799173"/>
              <a:gd name="connsiteY32964" fmla="*/ 2889901 h 5017219"/>
              <a:gd name="connsiteX32965" fmla="*/ 3170084 w 5799173"/>
              <a:gd name="connsiteY32965" fmla="*/ 2889154 h 5017219"/>
              <a:gd name="connsiteX32966" fmla="*/ 3159949 w 5799173"/>
              <a:gd name="connsiteY32966" fmla="*/ 2871541 h 5017219"/>
              <a:gd name="connsiteX32967" fmla="*/ 3159948 w 5799173"/>
              <a:gd name="connsiteY32967" fmla="*/ 2870129 h 5017219"/>
              <a:gd name="connsiteX32968" fmla="*/ 3170167 w 5799173"/>
              <a:gd name="connsiteY32968" fmla="*/ 2852516 h 5017219"/>
              <a:gd name="connsiteX32969" fmla="*/ 3171413 w 5799173"/>
              <a:gd name="connsiteY32969" fmla="*/ 2851768 h 5017219"/>
              <a:gd name="connsiteX32970" fmla="*/ 3191767 w 5799173"/>
              <a:gd name="connsiteY32970" fmla="*/ 2851768 h 5017219"/>
              <a:gd name="connsiteX32971" fmla="*/ 3193014 w 5799173"/>
              <a:gd name="connsiteY32971" fmla="*/ 2852516 h 5017219"/>
              <a:gd name="connsiteX32972" fmla="*/ 3203149 w 5799173"/>
              <a:gd name="connsiteY32972" fmla="*/ 2870129 h 5017219"/>
              <a:gd name="connsiteX32973" fmla="*/ 3203150 w 5799173"/>
              <a:gd name="connsiteY32973" fmla="*/ 2871541 h 5017219"/>
              <a:gd name="connsiteX32974" fmla="*/ 3192930 w 5799173"/>
              <a:gd name="connsiteY32974" fmla="*/ 2889154 h 5017219"/>
              <a:gd name="connsiteX32975" fmla="*/ 3191684 w 5799173"/>
              <a:gd name="connsiteY32975" fmla="*/ 2889901 h 5017219"/>
              <a:gd name="connsiteX32976" fmla="*/ 1245349 w 5799173"/>
              <a:gd name="connsiteY32976" fmla="*/ 2374005 h 5017219"/>
              <a:gd name="connsiteX32977" fmla="*/ 1244103 w 5799173"/>
              <a:gd name="connsiteY32977" fmla="*/ 2373258 h 5017219"/>
              <a:gd name="connsiteX32978" fmla="*/ 1233884 w 5799173"/>
              <a:gd name="connsiteY32978" fmla="*/ 2355562 h 5017219"/>
              <a:gd name="connsiteX32979" fmla="*/ 1233885 w 5799173"/>
              <a:gd name="connsiteY32979" fmla="*/ 2354150 h 5017219"/>
              <a:gd name="connsiteX32980" fmla="*/ 1244103 w 5799173"/>
              <a:gd name="connsiteY32980" fmla="*/ 2336454 h 5017219"/>
              <a:gd name="connsiteX32981" fmla="*/ 1245349 w 5799173"/>
              <a:gd name="connsiteY32981" fmla="*/ 2335706 h 5017219"/>
              <a:gd name="connsiteX32982" fmla="*/ 1265786 w 5799173"/>
              <a:gd name="connsiteY32982" fmla="*/ 2335706 h 5017219"/>
              <a:gd name="connsiteX32983" fmla="*/ 1267033 w 5799173"/>
              <a:gd name="connsiteY32983" fmla="*/ 2336454 h 5017219"/>
              <a:gd name="connsiteX32984" fmla="*/ 1277251 w 5799173"/>
              <a:gd name="connsiteY32984" fmla="*/ 2354150 h 5017219"/>
              <a:gd name="connsiteX32985" fmla="*/ 1277251 w 5799173"/>
              <a:gd name="connsiteY32985" fmla="*/ 2355562 h 5017219"/>
              <a:gd name="connsiteX32986" fmla="*/ 1267033 w 5799173"/>
              <a:gd name="connsiteY32986" fmla="*/ 2373258 h 5017219"/>
              <a:gd name="connsiteX32987" fmla="*/ 1265786 w 5799173"/>
              <a:gd name="connsiteY32987" fmla="*/ 2374005 h 5017219"/>
              <a:gd name="connsiteX32988" fmla="*/ 763778 w 5799173"/>
              <a:gd name="connsiteY32988" fmla="*/ 2245063 h 5017219"/>
              <a:gd name="connsiteX32989" fmla="*/ 762532 w 5799173"/>
              <a:gd name="connsiteY32989" fmla="*/ 2244315 h 5017219"/>
              <a:gd name="connsiteX32990" fmla="*/ 752230 w 5799173"/>
              <a:gd name="connsiteY32990" fmla="*/ 2226536 h 5017219"/>
              <a:gd name="connsiteX32991" fmla="*/ 752230 w 5799173"/>
              <a:gd name="connsiteY32991" fmla="*/ 2225124 h 5017219"/>
              <a:gd name="connsiteX32992" fmla="*/ 762532 w 5799173"/>
              <a:gd name="connsiteY32992" fmla="*/ 2207345 h 5017219"/>
              <a:gd name="connsiteX32993" fmla="*/ 763778 w 5799173"/>
              <a:gd name="connsiteY32993" fmla="*/ 2206597 h 5017219"/>
              <a:gd name="connsiteX32994" fmla="*/ 784299 w 5799173"/>
              <a:gd name="connsiteY32994" fmla="*/ 2206597 h 5017219"/>
              <a:gd name="connsiteX32995" fmla="*/ 785545 w 5799173"/>
              <a:gd name="connsiteY32995" fmla="*/ 2207345 h 5017219"/>
              <a:gd name="connsiteX32996" fmla="*/ 795847 w 5799173"/>
              <a:gd name="connsiteY32996" fmla="*/ 2225124 h 5017219"/>
              <a:gd name="connsiteX32997" fmla="*/ 795847 w 5799173"/>
              <a:gd name="connsiteY32997" fmla="*/ 2226536 h 5017219"/>
              <a:gd name="connsiteX32998" fmla="*/ 785545 w 5799173"/>
              <a:gd name="connsiteY32998" fmla="*/ 2244315 h 5017219"/>
              <a:gd name="connsiteX32999" fmla="*/ 784299 w 5799173"/>
              <a:gd name="connsiteY32999" fmla="*/ 2245063 h 5017219"/>
              <a:gd name="connsiteX33000" fmla="*/ 3291608 w 5799173"/>
              <a:gd name="connsiteY33000" fmla="*/ 2922497 h 5017219"/>
              <a:gd name="connsiteX33001" fmla="*/ 3290362 w 5799173"/>
              <a:gd name="connsiteY33001" fmla="*/ 2921749 h 5017219"/>
              <a:gd name="connsiteX33002" fmla="*/ 3280060 w 5799173"/>
              <a:gd name="connsiteY33002" fmla="*/ 2903887 h 5017219"/>
              <a:gd name="connsiteX33003" fmla="*/ 3280060 w 5799173"/>
              <a:gd name="connsiteY33003" fmla="*/ 2902392 h 5017219"/>
              <a:gd name="connsiteX33004" fmla="*/ 3290362 w 5799173"/>
              <a:gd name="connsiteY33004" fmla="*/ 2884530 h 5017219"/>
              <a:gd name="connsiteX33005" fmla="*/ 3291608 w 5799173"/>
              <a:gd name="connsiteY33005" fmla="*/ 2883782 h 5017219"/>
              <a:gd name="connsiteX33006" fmla="*/ 3312295 w 5799173"/>
              <a:gd name="connsiteY33006" fmla="*/ 2883782 h 5017219"/>
              <a:gd name="connsiteX33007" fmla="*/ 3313541 w 5799173"/>
              <a:gd name="connsiteY33007" fmla="*/ 2884530 h 5017219"/>
              <a:gd name="connsiteX33008" fmla="*/ 3323843 w 5799173"/>
              <a:gd name="connsiteY33008" fmla="*/ 2902392 h 5017219"/>
              <a:gd name="connsiteX33009" fmla="*/ 3323843 w 5799173"/>
              <a:gd name="connsiteY33009" fmla="*/ 2903887 h 5017219"/>
              <a:gd name="connsiteX33010" fmla="*/ 3313541 w 5799173"/>
              <a:gd name="connsiteY33010" fmla="*/ 2921749 h 5017219"/>
              <a:gd name="connsiteX33011" fmla="*/ 3312295 w 5799173"/>
              <a:gd name="connsiteY33011" fmla="*/ 2922497 h 5017219"/>
              <a:gd name="connsiteX33012" fmla="*/ 2870222 w 5799173"/>
              <a:gd name="connsiteY33012" fmla="*/ 2809681 h 5017219"/>
              <a:gd name="connsiteX33013" fmla="*/ 2868976 w 5799173"/>
              <a:gd name="connsiteY33013" fmla="*/ 2808933 h 5017219"/>
              <a:gd name="connsiteX33014" fmla="*/ 2858592 w 5799173"/>
              <a:gd name="connsiteY33014" fmla="*/ 2790988 h 5017219"/>
              <a:gd name="connsiteX33015" fmla="*/ 2858592 w 5799173"/>
              <a:gd name="connsiteY33015" fmla="*/ 2789493 h 5017219"/>
              <a:gd name="connsiteX33016" fmla="*/ 2868976 w 5799173"/>
              <a:gd name="connsiteY33016" fmla="*/ 2771548 h 5017219"/>
              <a:gd name="connsiteX33017" fmla="*/ 2870222 w 5799173"/>
              <a:gd name="connsiteY33017" fmla="*/ 2770800 h 5017219"/>
              <a:gd name="connsiteX33018" fmla="*/ 2890992 w 5799173"/>
              <a:gd name="connsiteY33018" fmla="*/ 2770800 h 5017219"/>
              <a:gd name="connsiteX33019" fmla="*/ 2892239 w 5799173"/>
              <a:gd name="connsiteY33019" fmla="*/ 2771548 h 5017219"/>
              <a:gd name="connsiteX33020" fmla="*/ 2902623 w 5799173"/>
              <a:gd name="connsiteY33020" fmla="*/ 2789493 h 5017219"/>
              <a:gd name="connsiteX33021" fmla="*/ 2902623 w 5799173"/>
              <a:gd name="connsiteY33021" fmla="*/ 2790988 h 5017219"/>
              <a:gd name="connsiteX33022" fmla="*/ 2892239 w 5799173"/>
              <a:gd name="connsiteY33022" fmla="*/ 2808933 h 5017219"/>
              <a:gd name="connsiteX33023" fmla="*/ 2890993 w 5799173"/>
              <a:gd name="connsiteY33023" fmla="*/ 2809681 h 5017219"/>
              <a:gd name="connsiteX33024" fmla="*/ 1365483 w 5799173"/>
              <a:gd name="connsiteY33024" fmla="*/ 2406675 h 5017219"/>
              <a:gd name="connsiteX33025" fmla="*/ 1364237 w 5799173"/>
              <a:gd name="connsiteY33025" fmla="*/ 2405927 h 5017219"/>
              <a:gd name="connsiteX33026" fmla="*/ 1353769 w 5799173"/>
              <a:gd name="connsiteY33026" fmla="*/ 2387816 h 5017219"/>
              <a:gd name="connsiteX33027" fmla="*/ 1353769 w 5799173"/>
              <a:gd name="connsiteY33027" fmla="*/ 2386321 h 5017219"/>
              <a:gd name="connsiteX33028" fmla="*/ 1364237 w 5799173"/>
              <a:gd name="connsiteY33028" fmla="*/ 2368210 h 5017219"/>
              <a:gd name="connsiteX33029" fmla="*/ 1365483 w 5799173"/>
              <a:gd name="connsiteY33029" fmla="*/ 2367462 h 5017219"/>
              <a:gd name="connsiteX33030" fmla="*/ 1386419 w 5799173"/>
              <a:gd name="connsiteY33030" fmla="*/ 2367462 h 5017219"/>
              <a:gd name="connsiteX33031" fmla="*/ 1387665 w 5799173"/>
              <a:gd name="connsiteY33031" fmla="*/ 2368210 h 5017219"/>
              <a:gd name="connsiteX33032" fmla="*/ 1398133 w 5799173"/>
              <a:gd name="connsiteY33032" fmla="*/ 2386321 h 5017219"/>
              <a:gd name="connsiteX33033" fmla="*/ 1398133 w 5799173"/>
              <a:gd name="connsiteY33033" fmla="*/ 2387816 h 5017219"/>
              <a:gd name="connsiteX33034" fmla="*/ 1387665 w 5799173"/>
              <a:gd name="connsiteY33034" fmla="*/ 2405927 h 5017219"/>
              <a:gd name="connsiteX33035" fmla="*/ 1386419 w 5799173"/>
              <a:gd name="connsiteY33035" fmla="*/ 2406675 h 5017219"/>
              <a:gd name="connsiteX33036" fmla="*/ 2749767 w 5799173"/>
              <a:gd name="connsiteY33036" fmla="*/ 2777593 h 5017219"/>
              <a:gd name="connsiteX33037" fmla="*/ 2748521 w 5799173"/>
              <a:gd name="connsiteY33037" fmla="*/ 2776845 h 5017219"/>
              <a:gd name="connsiteX33038" fmla="*/ 2738053 w 5799173"/>
              <a:gd name="connsiteY33038" fmla="*/ 2758734 h 5017219"/>
              <a:gd name="connsiteX33039" fmla="*/ 2738053 w 5799173"/>
              <a:gd name="connsiteY33039" fmla="*/ 2757239 h 5017219"/>
              <a:gd name="connsiteX33040" fmla="*/ 2748521 w 5799173"/>
              <a:gd name="connsiteY33040" fmla="*/ 2739128 h 5017219"/>
              <a:gd name="connsiteX33041" fmla="*/ 2749767 w 5799173"/>
              <a:gd name="connsiteY33041" fmla="*/ 2738380 h 5017219"/>
              <a:gd name="connsiteX33042" fmla="*/ 2770703 w 5799173"/>
              <a:gd name="connsiteY33042" fmla="*/ 2738380 h 5017219"/>
              <a:gd name="connsiteX33043" fmla="*/ 2771949 w 5799173"/>
              <a:gd name="connsiteY33043" fmla="*/ 2739128 h 5017219"/>
              <a:gd name="connsiteX33044" fmla="*/ 2782417 w 5799173"/>
              <a:gd name="connsiteY33044" fmla="*/ 2757239 h 5017219"/>
              <a:gd name="connsiteX33045" fmla="*/ 2782417 w 5799173"/>
              <a:gd name="connsiteY33045" fmla="*/ 2758734 h 5017219"/>
              <a:gd name="connsiteX33046" fmla="*/ 2771949 w 5799173"/>
              <a:gd name="connsiteY33046" fmla="*/ 2776845 h 5017219"/>
              <a:gd name="connsiteX33047" fmla="*/ 2770703 w 5799173"/>
              <a:gd name="connsiteY33047" fmla="*/ 2777593 h 5017219"/>
              <a:gd name="connsiteX33048" fmla="*/ 2990511 w 5799173"/>
              <a:gd name="connsiteY33048" fmla="*/ 2842100 h 5017219"/>
              <a:gd name="connsiteX33049" fmla="*/ 2989265 w 5799173"/>
              <a:gd name="connsiteY33049" fmla="*/ 2841352 h 5017219"/>
              <a:gd name="connsiteX33050" fmla="*/ 2978797 w 5799173"/>
              <a:gd name="connsiteY33050" fmla="*/ 2823241 h 5017219"/>
              <a:gd name="connsiteX33051" fmla="*/ 2978797 w 5799173"/>
              <a:gd name="connsiteY33051" fmla="*/ 2821746 h 5017219"/>
              <a:gd name="connsiteX33052" fmla="*/ 2989265 w 5799173"/>
              <a:gd name="connsiteY33052" fmla="*/ 2803635 h 5017219"/>
              <a:gd name="connsiteX33053" fmla="*/ 2990511 w 5799173"/>
              <a:gd name="connsiteY33053" fmla="*/ 2802887 h 5017219"/>
              <a:gd name="connsiteX33054" fmla="*/ 3011447 w 5799173"/>
              <a:gd name="connsiteY33054" fmla="*/ 2802887 h 5017219"/>
              <a:gd name="connsiteX33055" fmla="*/ 3012693 w 5799173"/>
              <a:gd name="connsiteY33055" fmla="*/ 2803635 h 5017219"/>
              <a:gd name="connsiteX33056" fmla="*/ 3023161 w 5799173"/>
              <a:gd name="connsiteY33056" fmla="*/ 2821746 h 5017219"/>
              <a:gd name="connsiteX33057" fmla="*/ 3023161 w 5799173"/>
              <a:gd name="connsiteY33057" fmla="*/ 2823241 h 5017219"/>
              <a:gd name="connsiteX33058" fmla="*/ 3012693 w 5799173"/>
              <a:gd name="connsiteY33058" fmla="*/ 2841352 h 5017219"/>
              <a:gd name="connsiteX33059" fmla="*/ 3011447 w 5799173"/>
              <a:gd name="connsiteY33059" fmla="*/ 2842100 h 5017219"/>
              <a:gd name="connsiteX33060" fmla="*/ 1305237 w 5799173"/>
              <a:gd name="connsiteY33060" fmla="*/ 2390625 h 5017219"/>
              <a:gd name="connsiteX33061" fmla="*/ 1303991 w 5799173"/>
              <a:gd name="connsiteY33061" fmla="*/ 2389877 h 5017219"/>
              <a:gd name="connsiteX33062" fmla="*/ 1293440 w 5799173"/>
              <a:gd name="connsiteY33062" fmla="*/ 2371600 h 5017219"/>
              <a:gd name="connsiteX33063" fmla="*/ 1293440 w 5799173"/>
              <a:gd name="connsiteY33063" fmla="*/ 2370104 h 5017219"/>
              <a:gd name="connsiteX33064" fmla="*/ 1303991 w 5799173"/>
              <a:gd name="connsiteY33064" fmla="*/ 2351827 h 5017219"/>
              <a:gd name="connsiteX33065" fmla="*/ 1305237 w 5799173"/>
              <a:gd name="connsiteY33065" fmla="*/ 2351079 h 5017219"/>
              <a:gd name="connsiteX33066" fmla="*/ 1326256 w 5799173"/>
              <a:gd name="connsiteY33066" fmla="*/ 2351079 h 5017219"/>
              <a:gd name="connsiteX33067" fmla="*/ 1327502 w 5799173"/>
              <a:gd name="connsiteY33067" fmla="*/ 2351827 h 5017219"/>
              <a:gd name="connsiteX33068" fmla="*/ 1338054 w 5799173"/>
              <a:gd name="connsiteY33068" fmla="*/ 2370104 h 5017219"/>
              <a:gd name="connsiteX33069" fmla="*/ 1338054 w 5799173"/>
              <a:gd name="connsiteY33069" fmla="*/ 2371600 h 5017219"/>
              <a:gd name="connsiteX33070" fmla="*/ 1327502 w 5799173"/>
              <a:gd name="connsiteY33070" fmla="*/ 2389877 h 5017219"/>
              <a:gd name="connsiteX33071" fmla="*/ 1326256 w 5799173"/>
              <a:gd name="connsiteY33071" fmla="*/ 2390625 h 5017219"/>
              <a:gd name="connsiteX33072" fmla="*/ 1425610 w 5799173"/>
              <a:gd name="connsiteY33072" fmla="*/ 2422879 h 5017219"/>
              <a:gd name="connsiteX33073" fmla="*/ 1424363 w 5799173"/>
              <a:gd name="connsiteY33073" fmla="*/ 2422131 h 5017219"/>
              <a:gd name="connsiteX33074" fmla="*/ 1413813 w 5799173"/>
              <a:gd name="connsiteY33074" fmla="*/ 2403854 h 5017219"/>
              <a:gd name="connsiteX33075" fmla="*/ 1413812 w 5799173"/>
              <a:gd name="connsiteY33075" fmla="*/ 2402358 h 5017219"/>
              <a:gd name="connsiteX33076" fmla="*/ 1424363 w 5799173"/>
              <a:gd name="connsiteY33076" fmla="*/ 2384081 h 5017219"/>
              <a:gd name="connsiteX33077" fmla="*/ 1425609 w 5799173"/>
              <a:gd name="connsiteY33077" fmla="*/ 2383333 h 5017219"/>
              <a:gd name="connsiteX33078" fmla="*/ 1446629 w 5799173"/>
              <a:gd name="connsiteY33078" fmla="*/ 2383333 h 5017219"/>
              <a:gd name="connsiteX33079" fmla="*/ 1447874 w 5799173"/>
              <a:gd name="connsiteY33079" fmla="*/ 2384081 h 5017219"/>
              <a:gd name="connsiteX33080" fmla="*/ 1458427 w 5799173"/>
              <a:gd name="connsiteY33080" fmla="*/ 2402358 h 5017219"/>
              <a:gd name="connsiteX33081" fmla="*/ 1458426 w 5799173"/>
              <a:gd name="connsiteY33081" fmla="*/ 2403854 h 5017219"/>
              <a:gd name="connsiteX33082" fmla="*/ 1447874 w 5799173"/>
              <a:gd name="connsiteY33082" fmla="*/ 2422131 h 5017219"/>
              <a:gd name="connsiteX33083" fmla="*/ 1446628 w 5799173"/>
              <a:gd name="connsiteY33083" fmla="*/ 2422879 h 5017219"/>
              <a:gd name="connsiteX33084" fmla="*/ 1606168 w 5799173"/>
              <a:gd name="connsiteY33084" fmla="*/ 2471260 h 5017219"/>
              <a:gd name="connsiteX33085" fmla="*/ 1604922 w 5799173"/>
              <a:gd name="connsiteY33085" fmla="*/ 2470512 h 5017219"/>
              <a:gd name="connsiteX33086" fmla="*/ 1594371 w 5799173"/>
              <a:gd name="connsiteY33086" fmla="*/ 2452235 h 5017219"/>
              <a:gd name="connsiteX33087" fmla="*/ 1594371 w 5799173"/>
              <a:gd name="connsiteY33087" fmla="*/ 2450738 h 5017219"/>
              <a:gd name="connsiteX33088" fmla="*/ 1604922 w 5799173"/>
              <a:gd name="connsiteY33088" fmla="*/ 2432462 h 5017219"/>
              <a:gd name="connsiteX33089" fmla="*/ 1606168 w 5799173"/>
              <a:gd name="connsiteY33089" fmla="*/ 2431714 h 5017219"/>
              <a:gd name="connsiteX33090" fmla="*/ 1627187 w 5799173"/>
              <a:gd name="connsiteY33090" fmla="*/ 2431714 h 5017219"/>
              <a:gd name="connsiteX33091" fmla="*/ 1628433 w 5799173"/>
              <a:gd name="connsiteY33091" fmla="*/ 2432462 h 5017219"/>
              <a:gd name="connsiteX33092" fmla="*/ 1638985 w 5799173"/>
              <a:gd name="connsiteY33092" fmla="*/ 2450738 h 5017219"/>
              <a:gd name="connsiteX33093" fmla="*/ 1638985 w 5799173"/>
              <a:gd name="connsiteY33093" fmla="*/ 2452235 h 5017219"/>
              <a:gd name="connsiteX33094" fmla="*/ 1628433 w 5799173"/>
              <a:gd name="connsiteY33094" fmla="*/ 2470512 h 5017219"/>
              <a:gd name="connsiteX33095" fmla="*/ 1627187 w 5799173"/>
              <a:gd name="connsiteY33095" fmla="*/ 2471260 h 5017219"/>
              <a:gd name="connsiteX33096" fmla="*/ 2689520 w 5799173"/>
              <a:gd name="connsiteY33096" fmla="*/ 2761543 h 5017219"/>
              <a:gd name="connsiteX33097" fmla="*/ 2688273 w 5799173"/>
              <a:gd name="connsiteY33097" fmla="*/ 2760795 h 5017219"/>
              <a:gd name="connsiteX33098" fmla="*/ 2677723 w 5799173"/>
              <a:gd name="connsiteY33098" fmla="*/ 2742518 h 5017219"/>
              <a:gd name="connsiteX33099" fmla="*/ 2677722 w 5799173"/>
              <a:gd name="connsiteY33099" fmla="*/ 2741022 h 5017219"/>
              <a:gd name="connsiteX33100" fmla="*/ 2688273 w 5799173"/>
              <a:gd name="connsiteY33100" fmla="*/ 2722745 h 5017219"/>
              <a:gd name="connsiteX33101" fmla="*/ 2689519 w 5799173"/>
              <a:gd name="connsiteY33101" fmla="*/ 2721997 h 5017219"/>
              <a:gd name="connsiteX33102" fmla="*/ 2710539 w 5799173"/>
              <a:gd name="connsiteY33102" fmla="*/ 2721997 h 5017219"/>
              <a:gd name="connsiteX33103" fmla="*/ 2711785 w 5799173"/>
              <a:gd name="connsiteY33103" fmla="*/ 2722745 h 5017219"/>
              <a:gd name="connsiteX33104" fmla="*/ 2722336 w 5799173"/>
              <a:gd name="connsiteY33104" fmla="*/ 2741022 h 5017219"/>
              <a:gd name="connsiteX33105" fmla="*/ 2722335 w 5799173"/>
              <a:gd name="connsiteY33105" fmla="*/ 2742518 h 5017219"/>
              <a:gd name="connsiteX33106" fmla="*/ 2711784 w 5799173"/>
              <a:gd name="connsiteY33106" fmla="*/ 2760795 h 5017219"/>
              <a:gd name="connsiteX33107" fmla="*/ 2710538 w 5799173"/>
              <a:gd name="connsiteY33107" fmla="*/ 2761543 h 5017219"/>
              <a:gd name="connsiteX33108" fmla="*/ 1485689 w 5799173"/>
              <a:gd name="connsiteY33108" fmla="*/ 2439263 h 5017219"/>
              <a:gd name="connsiteX33109" fmla="*/ 1484361 w 5799173"/>
              <a:gd name="connsiteY33109" fmla="*/ 2438515 h 5017219"/>
              <a:gd name="connsiteX33110" fmla="*/ 1473726 w 5799173"/>
              <a:gd name="connsiteY33110" fmla="*/ 2420072 h 5017219"/>
              <a:gd name="connsiteX33111" fmla="*/ 1473726 w 5799173"/>
              <a:gd name="connsiteY33111" fmla="*/ 2418576 h 5017219"/>
              <a:gd name="connsiteX33112" fmla="*/ 1484361 w 5799173"/>
              <a:gd name="connsiteY33112" fmla="*/ 2400133 h 5017219"/>
              <a:gd name="connsiteX33113" fmla="*/ 1485690 w 5799173"/>
              <a:gd name="connsiteY33113" fmla="*/ 2399385 h 5017219"/>
              <a:gd name="connsiteX33114" fmla="*/ 1506958 w 5799173"/>
              <a:gd name="connsiteY33114" fmla="*/ 2399385 h 5017219"/>
              <a:gd name="connsiteX33115" fmla="*/ 1508287 w 5799173"/>
              <a:gd name="connsiteY33115" fmla="*/ 2400133 h 5017219"/>
              <a:gd name="connsiteX33116" fmla="*/ 1518921 w 5799173"/>
              <a:gd name="connsiteY33116" fmla="*/ 2418576 h 5017219"/>
              <a:gd name="connsiteX33117" fmla="*/ 1518921 w 5799173"/>
              <a:gd name="connsiteY33117" fmla="*/ 2420072 h 5017219"/>
              <a:gd name="connsiteX33118" fmla="*/ 1508288 w 5799173"/>
              <a:gd name="connsiteY33118" fmla="*/ 2438515 h 5017219"/>
              <a:gd name="connsiteX33119" fmla="*/ 1506959 w 5799173"/>
              <a:gd name="connsiteY33119" fmla="*/ 2439263 h 5017219"/>
              <a:gd name="connsiteX33120" fmla="*/ 1545876 w 5799173"/>
              <a:gd name="connsiteY33120" fmla="*/ 2455390 h 5017219"/>
              <a:gd name="connsiteX33121" fmla="*/ 1544548 w 5799173"/>
              <a:gd name="connsiteY33121" fmla="*/ 2454642 h 5017219"/>
              <a:gd name="connsiteX33122" fmla="*/ 1533913 w 5799173"/>
              <a:gd name="connsiteY33122" fmla="*/ 2436199 h 5017219"/>
              <a:gd name="connsiteX33123" fmla="*/ 1533913 w 5799173"/>
              <a:gd name="connsiteY33123" fmla="*/ 2434703 h 5017219"/>
              <a:gd name="connsiteX33124" fmla="*/ 1544548 w 5799173"/>
              <a:gd name="connsiteY33124" fmla="*/ 2416260 h 5017219"/>
              <a:gd name="connsiteX33125" fmla="*/ 1545876 w 5799173"/>
              <a:gd name="connsiteY33125" fmla="*/ 2415512 h 5017219"/>
              <a:gd name="connsiteX33126" fmla="*/ 1567145 w 5799173"/>
              <a:gd name="connsiteY33126" fmla="*/ 2415512 h 5017219"/>
              <a:gd name="connsiteX33127" fmla="*/ 1568474 w 5799173"/>
              <a:gd name="connsiteY33127" fmla="*/ 2416260 h 5017219"/>
              <a:gd name="connsiteX33128" fmla="*/ 1579108 w 5799173"/>
              <a:gd name="connsiteY33128" fmla="*/ 2434703 h 5017219"/>
              <a:gd name="connsiteX33129" fmla="*/ 1579108 w 5799173"/>
              <a:gd name="connsiteY33129" fmla="*/ 2436199 h 5017219"/>
              <a:gd name="connsiteX33130" fmla="*/ 1568474 w 5799173"/>
              <a:gd name="connsiteY33130" fmla="*/ 2454642 h 5017219"/>
              <a:gd name="connsiteX33131" fmla="*/ 1567145 w 5799173"/>
              <a:gd name="connsiteY33131" fmla="*/ 2455390 h 5017219"/>
              <a:gd name="connsiteX33132" fmla="*/ 1726435 w 5799173"/>
              <a:gd name="connsiteY33132" fmla="*/ 2503770 h 5017219"/>
              <a:gd name="connsiteX33133" fmla="*/ 1725106 w 5799173"/>
              <a:gd name="connsiteY33133" fmla="*/ 2503022 h 5017219"/>
              <a:gd name="connsiteX33134" fmla="*/ 1714472 w 5799173"/>
              <a:gd name="connsiteY33134" fmla="*/ 2484579 h 5017219"/>
              <a:gd name="connsiteX33135" fmla="*/ 1714472 w 5799173"/>
              <a:gd name="connsiteY33135" fmla="*/ 2483083 h 5017219"/>
              <a:gd name="connsiteX33136" fmla="*/ 1725106 w 5799173"/>
              <a:gd name="connsiteY33136" fmla="*/ 2464640 h 5017219"/>
              <a:gd name="connsiteX33137" fmla="*/ 1726435 w 5799173"/>
              <a:gd name="connsiteY33137" fmla="*/ 2463892 h 5017219"/>
              <a:gd name="connsiteX33138" fmla="*/ 1747704 w 5799173"/>
              <a:gd name="connsiteY33138" fmla="*/ 2463892 h 5017219"/>
              <a:gd name="connsiteX33139" fmla="*/ 1749033 w 5799173"/>
              <a:gd name="connsiteY33139" fmla="*/ 2464640 h 5017219"/>
              <a:gd name="connsiteX33140" fmla="*/ 1759667 w 5799173"/>
              <a:gd name="connsiteY33140" fmla="*/ 2483083 h 5017219"/>
              <a:gd name="connsiteX33141" fmla="*/ 1759667 w 5799173"/>
              <a:gd name="connsiteY33141" fmla="*/ 2484579 h 5017219"/>
              <a:gd name="connsiteX33142" fmla="*/ 1749033 w 5799173"/>
              <a:gd name="connsiteY33142" fmla="*/ 2503022 h 5017219"/>
              <a:gd name="connsiteX33143" fmla="*/ 1747704 w 5799173"/>
              <a:gd name="connsiteY33143" fmla="*/ 2503770 h 5017219"/>
              <a:gd name="connsiteX33144" fmla="*/ 4615374 w 5799173"/>
              <a:gd name="connsiteY33144" fmla="*/ 3277859 h 5017219"/>
              <a:gd name="connsiteX33145" fmla="*/ 4614045 w 5799173"/>
              <a:gd name="connsiteY33145" fmla="*/ 3277111 h 5017219"/>
              <a:gd name="connsiteX33146" fmla="*/ 4603411 w 5799173"/>
              <a:gd name="connsiteY33146" fmla="*/ 3258668 h 5017219"/>
              <a:gd name="connsiteX33147" fmla="*/ 4603411 w 5799173"/>
              <a:gd name="connsiteY33147" fmla="*/ 3257172 h 5017219"/>
              <a:gd name="connsiteX33148" fmla="*/ 4614045 w 5799173"/>
              <a:gd name="connsiteY33148" fmla="*/ 3238729 h 5017219"/>
              <a:gd name="connsiteX33149" fmla="*/ 4615374 w 5799173"/>
              <a:gd name="connsiteY33149" fmla="*/ 3237981 h 5017219"/>
              <a:gd name="connsiteX33150" fmla="*/ 4636643 w 5799173"/>
              <a:gd name="connsiteY33150" fmla="*/ 3237981 h 5017219"/>
              <a:gd name="connsiteX33151" fmla="*/ 4637972 w 5799173"/>
              <a:gd name="connsiteY33151" fmla="*/ 3238729 h 5017219"/>
              <a:gd name="connsiteX33152" fmla="*/ 4648606 w 5799173"/>
              <a:gd name="connsiteY33152" fmla="*/ 3257172 h 5017219"/>
              <a:gd name="connsiteX33153" fmla="*/ 4648606 w 5799173"/>
              <a:gd name="connsiteY33153" fmla="*/ 3258668 h 5017219"/>
              <a:gd name="connsiteX33154" fmla="*/ 4637972 w 5799173"/>
              <a:gd name="connsiteY33154" fmla="*/ 3277111 h 5017219"/>
              <a:gd name="connsiteX33155" fmla="*/ 4636643 w 5799173"/>
              <a:gd name="connsiteY33155" fmla="*/ 3277859 h 5017219"/>
              <a:gd name="connsiteX33156" fmla="*/ 1666166 w 5799173"/>
              <a:gd name="connsiteY33156" fmla="*/ 2487725 h 5017219"/>
              <a:gd name="connsiteX33157" fmla="*/ 1664836 w 5799173"/>
              <a:gd name="connsiteY33157" fmla="*/ 2486978 h 5017219"/>
              <a:gd name="connsiteX33158" fmla="*/ 1654202 w 5799173"/>
              <a:gd name="connsiteY33158" fmla="*/ 2468452 h 5017219"/>
              <a:gd name="connsiteX33159" fmla="*/ 1654202 w 5799173"/>
              <a:gd name="connsiteY33159" fmla="*/ 2466955 h 5017219"/>
              <a:gd name="connsiteX33160" fmla="*/ 1664919 w 5799173"/>
              <a:gd name="connsiteY33160" fmla="*/ 2448429 h 5017219"/>
              <a:gd name="connsiteX33161" fmla="*/ 1666248 w 5799173"/>
              <a:gd name="connsiteY33161" fmla="*/ 2447682 h 5017219"/>
              <a:gd name="connsiteX33162" fmla="*/ 1687600 w 5799173"/>
              <a:gd name="connsiteY33162" fmla="*/ 2447681 h 5017219"/>
              <a:gd name="connsiteX33163" fmla="*/ 1688929 w 5799173"/>
              <a:gd name="connsiteY33163" fmla="*/ 2448430 h 5017219"/>
              <a:gd name="connsiteX33164" fmla="*/ 1699563 w 5799173"/>
              <a:gd name="connsiteY33164" fmla="*/ 2466955 h 5017219"/>
              <a:gd name="connsiteX33165" fmla="*/ 1699563 w 5799173"/>
              <a:gd name="connsiteY33165" fmla="*/ 2468451 h 5017219"/>
              <a:gd name="connsiteX33166" fmla="*/ 1688846 w 5799173"/>
              <a:gd name="connsiteY33166" fmla="*/ 2486978 h 5017219"/>
              <a:gd name="connsiteX33167" fmla="*/ 1687517 w 5799173"/>
              <a:gd name="connsiteY33167" fmla="*/ 2487725 h 5017219"/>
              <a:gd name="connsiteX33168" fmla="*/ 1786538 w 5799173"/>
              <a:gd name="connsiteY33168" fmla="*/ 2519979 h 5017219"/>
              <a:gd name="connsiteX33169" fmla="*/ 1785208 w 5799173"/>
              <a:gd name="connsiteY33169" fmla="*/ 2519232 h 5017219"/>
              <a:gd name="connsiteX33170" fmla="*/ 1774574 w 5799173"/>
              <a:gd name="connsiteY33170" fmla="*/ 2500705 h 5017219"/>
              <a:gd name="connsiteX33171" fmla="*/ 1774574 w 5799173"/>
              <a:gd name="connsiteY33171" fmla="*/ 2499209 h 5017219"/>
              <a:gd name="connsiteX33172" fmla="*/ 1785291 w 5799173"/>
              <a:gd name="connsiteY33172" fmla="*/ 2480683 h 5017219"/>
              <a:gd name="connsiteX33173" fmla="*/ 1786620 w 5799173"/>
              <a:gd name="connsiteY33173" fmla="*/ 2479935 h 5017219"/>
              <a:gd name="connsiteX33174" fmla="*/ 1807972 w 5799173"/>
              <a:gd name="connsiteY33174" fmla="*/ 2479935 h 5017219"/>
              <a:gd name="connsiteX33175" fmla="*/ 1809301 w 5799173"/>
              <a:gd name="connsiteY33175" fmla="*/ 2480683 h 5017219"/>
              <a:gd name="connsiteX33176" fmla="*/ 1819935 w 5799173"/>
              <a:gd name="connsiteY33176" fmla="*/ 2499209 h 5017219"/>
              <a:gd name="connsiteX33177" fmla="*/ 1819935 w 5799173"/>
              <a:gd name="connsiteY33177" fmla="*/ 2500705 h 5017219"/>
              <a:gd name="connsiteX33178" fmla="*/ 1809218 w 5799173"/>
              <a:gd name="connsiteY33178" fmla="*/ 2519232 h 5017219"/>
              <a:gd name="connsiteX33179" fmla="*/ 1807889 w 5799173"/>
              <a:gd name="connsiteY33179" fmla="*/ 2519979 h 5017219"/>
              <a:gd name="connsiteX33180" fmla="*/ 2930075 w 5799173"/>
              <a:gd name="connsiteY33180" fmla="*/ 2826473 h 5017219"/>
              <a:gd name="connsiteX33181" fmla="*/ 2928746 w 5799173"/>
              <a:gd name="connsiteY33181" fmla="*/ 2825725 h 5017219"/>
              <a:gd name="connsiteX33182" fmla="*/ 2918029 w 5799173"/>
              <a:gd name="connsiteY33182" fmla="*/ 2807115 h 5017219"/>
              <a:gd name="connsiteX33183" fmla="*/ 2918029 w 5799173"/>
              <a:gd name="connsiteY33183" fmla="*/ 2805620 h 5017219"/>
              <a:gd name="connsiteX33184" fmla="*/ 2928746 w 5799173"/>
              <a:gd name="connsiteY33184" fmla="*/ 2787010 h 5017219"/>
              <a:gd name="connsiteX33185" fmla="*/ 2930075 w 5799173"/>
              <a:gd name="connsiteY33185" fmla="*/ 2786262 h 5017219"/>
              <a:gd name="connsiteX33186" fmla="*/ 2951510 w 5799173"/>
              <a:gd name="connsiteY33186" fmla="*/ 2786262 h 5017219"/>
              <a:gd name="connsiteX33187" fmla="*/ 2952839 w 5799173"/>
              <a:gd name="connsiteY33187" fmla="*/ 2787010 h 5017219"/>
              <a:gd name="connsiteX33188" fmla="*/ 2963556 w 5799173"/>
              <a:gd name="connsiteY33188" fmla="*/ 2805620 h 5017219"/>
              <a:gd name="connsiteX33189" fmla="*/ 2963556 w 5799173"/>
              <a:gd name="connsiteY33189" fmla="*/ 2807115 h 5017219"/>
              <a:gd name="connsiteX33190" fmla="*/ 2952839 w 5799173"/>
              <a:gd name="connsiteY33190" fmla="*/ 2825725 h 5017219"/>
              <a:gd name="connsiteX33191" fmla="*/ 2951510 w 5799173"/>
              <a:gd name="connsiteY33191" fmla="*/ 2826473 h 5017219"/>
              <a:gd name="connsiteX33192" fmla="*/ 2809621 w 5799173"/>
              <a:gd name="connsiteY33192" fmla="*/ 2794302 h 5017219"/>
              <a:gd name="connsiteX33193" fmla="*/ 2808291 w 5799173"/>
              <a:gd name="connsiteY33193" fmla="*/ 2793555 h 5017219"/>
              <a:gd name="connsiteX33194" fmla="*/ 2797492 w 5799173"/>
              <a:gd name="connsiteY33194" fmla="*/ 2774861 h 5017219"/>
              <a:gd name="connsiteX33195" fmla="*/ 2797491 w 5799173"/>
              <a:gd name="connsiteY33195" fmla="*/ 2773365 h 5017219"/>
              <a:gd name="connsiteX33196" fmla="*/ 2808292 w 5799173"/>
              <a:gd name="connsiteY33196" fmla="*/ 2754674 h 5017219"/>
              <a:gd name="connsiteX33197" fmla="*/ 2809622 w 5799173"/>
              <a:gd name="connsiteY33197" fmla="*/ 2753926 h 5017219"/>
              <a:gd name="connsiteX33198" fmla="*/ 2831222 w 5799173"/>
              <a:gd name="connsiteY33198" fmla="*/ 2753926 h 5017219"/>
              <a:gd name="connsiteX33199" fmla="*/ 2832551 w 5799173"/>
              <a:gd name="connsiteY33199" fmla="*/ 2754674 h 5017219"/>
              <a:gd name="connsiteX33200" fmla="*/ 2843351 w 5799173"/>
              <a:gd name="connsiteY33200" fmla="*/ 2773366 h 5017219"/>
              <a:gd name="connsiteX33201" fmla="*/ 2843352 w 5799173"/>
              <a:gd name="connsiteY33201" fmla="*/ 2774862 h 5017219"/>
              <a:gd name="connsiteX33202" fmla="*/ 2832551 w 5799173"/>
              <a:gd name="connsiteY33202" fmla="*/ 2793555 h 5017219"/>
              <a:gd name="connsiteX33203" fmla="*/ 2831221 w 5799173"/>
              <a:gd name="connsiteY33203" fmla="*/ 2794302 h 5017219"/>
              <a:gd name="connsiteX33204" fmla="*/ 3050366 w 5799173"/>
              <a:gd name="connsiteY33204" fmla="*/ 2858809 h 5017219"/>
              <a:gd name="connsiteX33205" fmla="*/ 3049036 w 5799173"/>
              <a:gd name="connsiteY33205" fmla="*/ 2858062 h 5017219"/>
              <a:gd name="connsiteX33206" fmla="*/ 3038236 w 5799173"/>
              <a:gd name="connsiteY33206" fmla="*/ 2839369 h 5017219"/>
              <a:gd name="connsiteX33207" fmla="*/ 3038236 w 5799173"/>
              <a:gd name="connsiteY33207" fmla="*/ 2837873 h 5017219"/>
              <a:gd name="connsiteX33208" fmla="*/ 3049036 w 5799173"/>
              <a:gd name="connsiteY33208" fmla="*/ 2819181 h 5017219"/>
              <a:gd name="connsiteX33209" fmla="*/ 3050366 w 5799173"/>
              <a:gd name="connsiteY33209" fmla="*/ 2818433 h 5017219"/>
              <a:gd name="connsiteX33210" fmla="*/ 3071966 w 5799173"/>
              <a:gd name="connsiteY33210" fmla="*/ 2818433 h 5017219"/>
              <a:gd name="connsiteX33211" fmla="*/ 3073295 w 5799173"/>
              <a:gd name="connsiteY33211" fmla="*/ 2819181 h 5017219"/>
              <a:gd name="connsiteX33212" fmla="*/ 3084096 w 5799173"/>
              <a:gd name="connsiteY33212" fmla="*/ 2837873 h 5017219"/>
              <a:gd name="connsiteX33213" fmla="*/ 3084096 w 5799173"/>
              <a:gd name="connsiteY33213" fmla="*/ 2839369 h 5017219"/>
              <a:gd name="connsiteX33214" fmla="*/ 3073295 w 5799173"/>
              <a:gd name="connsiteY33214" fmla="*/ 2858062 h 5017219"/>
              <a:gd name="connsiteX33215" fmla="*/ 3071966 w 5799173"/>
              <a:gd name="connsiteY33215" fmla="*/ 2858809 h 5017219"/>
              <a:gd name="connsiteX33216" fmla="*/ 4916139 w 5799173"/>
              <a:gd name="connsiteY33216" fmla="*/ 3358741 h 5017219"/>
              <a:gd name="connsiteX33217" fmla="*/ 4914810 w 5799173"/>
              <a:gd name="connsiteY33217" fmla="*/ 3357994 h 5017219"/>
              <a:gd name="connsiteX33218" fmla="*/ 4904010 w 5799173"/>
              <a:gd name="connsiteY33218" fmla="*/ 3339301 h 5017219"/>
              <a:gd name="connsiteX33219" fmla="*/ 4904010 w 5799173"/>
              <a:gd name="connsiteY33219" fmla="*/ 3337805 h 5017219"/>
              <a:gd name="connsiteX33220" fmla="*/ 4914809 w 5799173"/>
              <a:gd name="connsiteY33220" fmla="*/ 3319113 h 5017219"/>
              <a:gd name="connsiteX33221" fmla="*/ 4916139 w 5799173"/>
              <a:gd name="connsiteY33221" fmla="*/ 3318365 h 5017219"/>
              <a:gd name="connsiteX33222" fmla="*/ 4937740 w 5799173"/>
              <a:gd name="connsiteY33222" fmla="*/ 3318365 h 5017219"/>
              <a:gd name="connsiteX33223" fmla="*/ 4939069 w 5799173"/>
              <a:gd name="connsiteY33223" fmla="*/ 3319113 h 5017219"/>
              <a:gd name="connsiteX33224" fmla="*/ 4949869 w 5799173"/>
              <a:gd name="connsiteY33224" fmla="*/ 3337805 h 5017219"/>
              <a:gd name="connsiteX33225" fmla="*/ 4949870 w 5799173"/>
              <a:gd name="connsiteY33225" fmla="*/ 3339301 h 5017219"/>
              <a:gd name="connsiteX33226" fmla="*/ 4939069 w 5799173"/>
              <a:gd name="connsiteY33226" fmla="*/ 3357994 h 5017219"/>
              <a:gd name="connsiteX33227" fmla="*/ 4937740 w 5799173"/>
              <a:gd name="connsiteY33227" fmla="*/ 3358741 h 5017219"/>
              <a:gd name="connsiteX33228" fmla="*/ 4675135 w 5799173"/>
              <a:gd name="connsiteY33228" fmla="*/ 3294731 h 5017219"/>
              <a:gd name="connsiteX33229" fmla="*/ 4673805 w 5799173"/>
              <a:gd name="connsiteY33229" fmla="*/ 3293984 h 5017219"/>
              <a:gd name="connsiteX33230" fmla="*/ 4662756 w 5799173"/>
              <a:gd name="connsiteY33230" fmla="*/ 3274875 h 5017219"/>
              <a:gd name="connsiteX33231" fmla="*/ 4662755 w 5799173"/>
              <a:gd name="connsiteY33231" fmla="*/ 3273297 h 5017219"/>
              <a:gd name="connsiteX33232" fmla="*/ 4673804 w 5799173"/>
              <a:gd name="connsiteY33232" fmla="*/ 3254189 h 5017219"/>
              <a:gd name="connsiteX33233" fmla="*/ 4675134 w 5799173"/>
              <a:gd name="connsiteY33233" fmla="*/ 3253441 h 5017219"/>
              <a:gd name="connsiteX33234" fmla="*/ 4697233 w 5799173"/>
              <a:gd name="connsiteY33234" fmla="*/ 3253441 h 5017219"/>
              <a:gd name="connsiteX33235" fmla="*/ 4698563 w 5799173"/>
              <a:gd name="connsiteY33235" fmla="*/ 3254189 h 5017219"/>
              <a:gd name="connsiteX33236" fmla="*/ 4709613 w 5799173"/>
              <a:gd name="connsiteY33236" fmla="*/ 3273297 h 5017219"/>
              <a:gd name="connsiteX33237" fmla="*/ 4709613 w 5799173"/>
              <a:gd name="connsiteY33237" fmla="*/ 3274875 h 5017219"/>
              <a:gd name="connsiteX33238" fmla="*/ 4698562 w 5799173"/>
              <a:gd name="connsiteY33238" fmla="*/ 3293983 h 5017219"/>
              <a:gd name="connsiteX33239" fmla="*/ 4697234 w 5799173"/>
              <a:gd name="connsiteY33239" fmla="*/ 3294731 h 5017219"/>
              <a:gd name="connsiteX33240" fmla="*/ 4735009 w 5799173"/>
              <a:gd name="connsiteY33240" fmla="*/ 3311526 h 5017219"/>
              <a:gd name="connsiteX33241" fmla="*/ 4733597 w 5799173"/>
              <a:gd name="connsiteY33241" fmla="*/ 3310695 h 5017219"/>
              <a:gd name="connsiteX33242" fmla="*/ 4722215 w 5799173"/>
              <a:gd name="connsiteY33242" fmla="*/ 3290922 h 5017219"/>
              <a:gd name="connsiteX33243" fmla="*/ 4722215 w 5799173"/>
              <a:gd name="connsiteY33243" fmla="*/ 3289344 h 5017219"/>
              <a:gd name="connsiteX33244" fmla="*/ 4733597 w 5799173"/>
              <a:gd name="connsiteY33244" fmla="*/ 3269571 h 5017219"/>
              <a:gd name="connsiteX33245" fmla="*/ 4735009 w 5799173"/>
              <a:gd name="connsiteY33245" fmla="*/ 3268740 h 5017219"/>
              <a:gd name="connsiteX33246" fmla="*/ 4757773 w 5799173"/>
              <a:gd name="connsiteY33246" fmla="*/ 3268740 h 5017219"/>
              <a:gd name="connsiteX33247" fmla="*/ 4759185 w 5799173"/>
              <a:gd name="connsiteY33247" fmla="*/ 3269571 h 5017219"/>
              <a:gd name="connsiteX33248" fmla="*/ 4770567 w 5799173"/>
              <a:gd name="connsiteY33248" fmla="*/ 3289344 h 5017219"/>
              <a:gd name="connsiteX33249" fmla="*/ 4770567 w 5799173"/>
              <a:gd name="connsiteY33249" fmla="*/ 3290922 h 5017219"/>
              <a:gd name="connsiteX33250" fmla="*/ 4759185 w 5799173"/>
              <a:gd name="connsiteY33250" fmla="*/ 3310695 h 5017219"/>
              <a:gd name="connsiteX33251" fmla="*/ 4757773 w 5799173"/>
              <a:gd name="connsiteY33251" fmla="*/ 3311526 h 5017219"/>
              <a:gd name="connsiteX33252" fmla="*/ 4855382 w 5799173"/>
              <a:gd name="connsiteY33252" fmla="*/ 3343780 h 5017219"/>
              <a:gd name="connsiteX33253" fmla="*/ 4853970 w 5799173"/>
              <a:gd name="connsiteY33253" fmla="*/ 3342949 h 5017219"/>
              <a:gd name="connsiteX33254" fmla="*/ 4842587 w 5799173"/>
              <a:gd name="connsiteY33254" fmla="*/ 3323176 h 5017219"/>
              <a:gd name="connsiteX33255" fmla="*/ 4842587 w 5799173"/>
              <a:gd name="connsiteY33255" fmla="*/ 3321598 h 5017219"/>
              <a:gd name="connsiteX33256" fmla="*/ 4853969 w 5799173"/>
              <a:gd name="connsiteY33256" fmla="*/ 3301825 h 5017219"/>
              <a:gd name="connsiteX33257" fmla="*/ 4855381 w 5799173"/>
              <a:gd name="connsiteY33257" fmla="*/ 3300994 h 5017219"/>
              <a:gd name="connsiteX33258" fmla="*/ 4878146 w 5799173"/>
              <a:gd name="connsiteY33258" fmla="*/ 3300994 h 5017219"/>
              <a:gd name="connsiteX33259" fmla="*/ 4879558 w 5799173"/>
              <a:gd name="connsiteY33259" fmla="*/ 3301825 h 5017219"/>
              <a:gd name="connsiteX33260" fmla="*/ 4890939 w 5799173"/>
              <a:gd name="connsiteY33260" fmla="*/ 3321598 h 5017219"/>
              <a:gd name="connsiteX33261" fmla="*/ 4890939 w 5799173"/>
              <a:gd name="connsiteY33261" fmla="*/ 3323176 h 5017219"/>
              <a:gd name="connsiteX33262" fmla="*/ 4879557 w 5799173"/>
              <a:gd name="connsiteY33262" fmla="*/ 3342949 h 5017219"/>
              <a:gd name="connsiteX33263" fmla="*/ 4878145 w 5799173"/>
              <a:gd name="connsiteY33263" fmla="*/ 3343780 h 5017219"/>
              <a:gd name="connsiteX33264" fmla="*/ 3109639 w 5799173"/>
              <a:gd name="connsiteY33264" fmla="*/ 2876681 h 5017219"/>
              <a:gd name="connsiteX33265" fmla="*/ 3108226 w 5799173"/>
              <a:gd name="connsiteY33265" fmla="*/ 2875850 h 5017219"/>
              <a:gd name="connsiteX33266" fmla="*/ 3096512 w 5799173"/>
              <a:gd name="connsiteY33266" fmla="*/ 2855579 h 5017219"/>
              <a:gd name="connsiteX33267" fmla="*/ 3096512 w 5799173"/>
              <a:gd name="connsiteY33267" fmla="*/ 2853917 h 5017219"/>
              <a:gd name="connsiteX33268" fmla="*/ 3108226 w 5799173"/>
              <a:gd name="connsiteY33268" fmla="*/ 2833646 h 5017219"/>
              <a:gd name="connsiteX33269" fmla="*/ 3109639 w 5799173"/>
              <a:gd name="connsiteY33269" fmla="*/ 2832815 h 5017219"/>
              <a:gd name="connsiteX33270" fmla="*/ 3133067 w 5799173"/>
              <a:gd name="connsiteY33270" fmla="*/ 2832815 h 5017219"/>
              <a:gd name="connsiteX33271" fmla="*/ 3134479 w 5799173"/>
              <a:gd name="connsiteY33271" fmla="*/ 2833646 h 5017219"/>
              <a:gd name="connsiteX33272" fmla="*/ 3146193 w 5799173"/>
              <a:gd name="connsiteY33272" fmla="*/ 2853917 h 5017219"/>
              <a:gd name="connsiteX33273" fmla="*/ 3146193 w 5799173"/>
              <a:gd name="connsiteY33273" fmla="*/ 2855579 h 5017219"/>
              <a:gd name="connsiteX33274" fmla="*/ 3134479 w 5799173"/>
              <a:gd name="connsiteY33274" fmla="*/ 2875850 h 5017219"/>
              <a:gd name="connsiteX33275" fmla="*/ 3133067 w 5799173"/>
              <a:gd name="connsiteY33275" fmla="*/ 2876681 h 5017219"/>
              <a:gd name="connsiteX33276" fmla="*/ 3530943 w 5799173"/>
              <a:gd name="connsiteY33276" fmla="*/ 2989569 h 5017219"/>
              <a:gd name="connsiteX33277" fmla="*/ 3529530 w 5799173"/>
              <a:gd name="connsiteY33277" fmla="*/ 2988738 h 5017219"/>
              <a:gd name="connsiteX33278" fmla="*/ 3517816 w 5799173"/>
              <a:gd name="connsiteY33278" fmla="*/ 2968467 h 5017219"/>
              <a:gd name="connsiteX33279" fmla="*/ 3517816 w 5799173"/>
              <a:gd name="connsiteY33279" fmla="*/ 2966805 h 5017219"/>
              <a:gd name="connsiteX33280" fmla="*/ 3529530 w 5799173"/>
              <a:gd name="connsiteY33280" fmla="*/ 2946534 h 5017219"/>
              <a:gd name="connsiteX33281" fmla="*/ 3530943 w 5799173"/>
              <a:gd name="connsiteY33281" fmla="*/ 2945703 h 5017219"/>
              <a:gd name="connsiteX33282" fmla="*/ 3554371 w 5799173"/>
              <a:gd name="connsiteY33282" fmla="*/ 2945703 h 5017219"/>
              <a:gd name="connsiteX33283" fmla="*/ 3555783 w 5799173"/>
              <a:gd name="connsiteY33283" fmla="*/ 2946534 h 5017219"/>
              <a:gd name="connsiteX33284" fmla="*/ 3567497 w 5799173"/>
              <a:gd name="connsiteY33284" fmla="*/ 2966805 h 5017219"/>
              <a:gd name="connsiteX33285" fmla="*/ 3567497 w 5799173"/>
              <a:gd name="connsiteY33285" fmla="*/ 2968467 h 5017219"/>
              <a:gd name="connsiteX33286" fmla="*/ 3555783 w 5799173"/>
              <a:gd name="connsiteY33286" fmla="*/ 2988738 h 5017219"/>
              <a:gd name="connsiteX33287" fmla="*/ 3554371 w 5799173"/>
              <a:gd name="connsiteY33287" fmla="*/ 2989569 h 5017219"/>
              <a:gd name="connsiteX33288" fmla="*/ 4794688 w 5799173"/>
              <a:gd name="connsiteY33288" fmla="*/ 3328472 h 5017219"/>
              <a:gd name="connsiteX33289" fmla="*/ 4793276 w 5799173"/>
              <a:gd name="connsiteY33289" fmla="*/ 3327641 h 5017219"/>
              <a:gd name="connsiteX33290" fmla="*/ 4781395 w 5799173"/>
              <a:gd name="connsiteY33290" fmla="*/ 3307120 h 5017219"/>
              <a:gd name="connsiteX33291" fmla="*/ 4781396 w 5799173"/>
              <a:gd name="connsiteY33291" fmla="*/ 3305458 h 5017219"/>
              <a:gd name="connsiteX33292" fmla="*/ 4793276 w 5799173"/>
              <a:gd name="connsiteY33292" fmla="*/ 3284938 h 5017219"/>
              <a:gd name="connsiteX33293" fmla="*/ 4794689 w 5799173"/>
              <a:gd name="connsiteY33293" fmla="*/ 3284107 h 5017219"/>
              <a:gd name="connsiteX33294" fmla="*/ 4818365 w 5799173"/>
              <a:gd name="connsiteY33294" fmla="*/ 3284107 h 5017219"/>
              <a:gd name="connsiteX33295" fmla="*/ 4819778 w 5799173"/>
              <a:gd name="connsiteY33295" fmla="*/ 3284938 h 5017219"/>
              <a:gd name="connsiteX33296" fmla="*/ 4831658 w 5799173"/>
              <a:gd name="connsiteY33296" fmla="*/ 3305458 h 5017219"/>
              <a:gd name="connsiteX33297" fmla="*/ 4831658 w 5799173"/>
              <a:gd name="connsiteY33297" fmla="*/ 3307120 h 5017219"/>
              <a:gd name="connsiteX33298" fmla="*/ 4819778 w 5799173"/>
              <a:gd name="connsiteY33298" fmla="*/ 3327641 h 5017219"/>
              <a:gd name="connsiteX33299" fmla="*/ 4818365 w 5799173"/>
              <a:gd name="connsiteY33299" fmla="*/ 3328472 h 5017219"/>
              <a:gd name="connsiteX33300" fmla="*/ 32801 w 5799173"/>
              <a:gd name="connsiteY33300" fmla="*/ 2093898 h 5017219"/>
              <a:gd name="connsiteX33301" fmla="*/ 32219 w 5799173"/>
              <a:gd name="connsiteY33301" fmla="*/ 2093566 h 5017219"/>
              <a:gd name="connsiteX33302" fmla="*/ 27151 w 5799173"/>
              <a:gd name="connsiteY33302" fmla="*/ 2084843 h 5017219"/>
              <a:gd name="connsiteX33303" fmla="*/ 27151 w 5799173"/>
              <a:gd name="connsiteY33303" fmla="*/ 2084095 h 5017219"/>
              <a:gd name="connsiteX33304" fmla="*/ 32219 w 5799173"/>
              <a:gd name="connsiteY33304" fmla="*/ 2075371 h 5017219"/>
              <a:gd name="connsiteX33305" fmla="*/ 32801 w 5799173"/>
              <a:gd name="connsiteY33305" fmla="*/ 2075039 h 5017219"/>
              <a:gd name="connsiteX33306" fmla="*/ 42853 w 5799173"/>
              <a:gd name="connsiteY33306" fmla="*/ 2075039 h 5017219"/>
              <a:gd name="connsiteX33307" fmla="*/ 43434 w 5799173"/>
              <a:gd name="connsiteY33307" fmla="*/ 2075371 h 5017219"/>
              <a:gd name="connsiteX33308" fmla="*/ 48503 w 5799173"/>
              <a:gd name="connsiteY33308" fmla="*/ 2084095 h 5017219"/>
              <a:gd name="connsiteX33309" fmla="*/ 48502 w 5799173"/>
              <a:gd name="connsiteY33309" fmla="*/ 2084843 h 5017219"/>
              <a:gd name="connsiteX33310" fmla="*/ 43435 w 5799173"/>
              <a:gd name="connsiteY33310" fmla="*/ 2093566 h 5017219"/>
              <a:gd name="connsiteX33311" fmla="*/ 42853 w 5799173"/>
              <a:gd name="connsiteY33311" fmla="*/ 2093898 h 5017219"/>
              <a:gd name="connsiteX33312" fmla="*/ 2559635 w 5799173"/>
              <a:gd name="connsiteY33312" fmla="*/ 2773066 h 5017219"/>
              <a:gd name="connsiteX33313" fmla="*/ 2558887 w 5799173"/>
              <a:gd name="connsiteY33313" fmla="*/ 2772651 h 5017219"/>
              <a:gd name="connsiteX33314" fmla="*/ 2552823 w 5799173"/>
              <a:gd name="connsiteY33314" fmla="*/ 2762183 h 5017219"/>
              <a:gd name="connsiteX33315" fmla="*/ 2552822 w 5799173"/>
              <a:gd name="connsiteY33315" fmla="*/ 2761352 h 5017219"/>
              <a:gd name="connsiteX33316" fmla="*/ 2558888 w 5799173"/>
              <a:gd name="connsiteY33316" fmla="*/ 2750884 h 5017219"/>
              <a:gd name="connsiteX33317" fmla="*/ 2559635 w 5799173"/>
              <a:gd name="connsiteY33317" fmla="*/ 2750469 h 5017219"/>
              <a:gd name="connsiteX33318" fmla="*/ 2571764 w 5799173"/>
              <a:gd name="connsiteY33318" fmla="*/ 2750469 h 5017219"/>
              <a:gd name="connsiteX33319" fmla="*/ 2572512 w 5799173"/>
              <a:gd name="connsiteY33319" fmla="*/ 2750884 h 5017219"/>
              <a:gd name="connsiteX33320" fmla="*/ 2578576 w 5799173"/>
              <a:gd name="connsiteY33320" fmla="*/ 2761352 h 5017219"/>
              <a:gd name="connsiteX33321" fmla="*/ 2578577 w 5799173"/>
              <a:gd name="connsiteY33321" fmla="*/ 2762183 h 5017219"/>
              <a:gd name="connsiteX33322" fmla="*/ 2572512 w 5799173"/>
              <a:gd name="connsiteY33322" fmla="*/ 2772651 h 5017219"/>
              <a:gd name="connsiteX33323" fmla="*/ 2571764 w 5799173"/>
              <a:gd name="connsiteY33323" fmla="*/ 2773066 h 5017219"/>
              <a:gd name="connsiteX33324" fmla="*/ 3461775 w 5799173"/>
              <a:gd name="connsiteY33324" fmla="*/ 3016217 h 5017219"/>
              <a:gd name="connsiteX33325" fmla="*/ 3460944 w 5799173"/>
              <a:gd name="connsiteY33325" fmla="*/ 3015719 h 5017219"/>
              <a:gd name="connsiteX33326" fmla="*/ 3454215 w 5799173"/>
              <a:gd name="connsiteY33326" fmla="*/ 3004087 h 5017219"/>
              <a:gd name="connsiteX33327" fmla="*/ 3454215 w 5799173"/>
              <a:gd name="connsiteY33327" fmla="*/ 3003174 h 5017219"/>
              <a:gd name="connsiteX33328" fmla="*/ 3460944 w 5799173"/>
              <a:gd name="connsiteY33328" fmla="*/ 2991542 h 5017219"/>
              <a:gd name="connsiteX33329" fmla="*/ 3461775 w 5799173"/>
              <a:gd name="connsiteY33329" fmla="*/ 2991045 h 5017219"/>
              <a:gd name="connsiteX33330" fmla="*/ 3475234 w 5799173"/>
              <a:gd name="connsiteY33330" fmla="*/ 2991044 h 5017219"/>
              <a:gd name="connsiteX33331" fmla="*/ 3476065 w 5799173"/>
              <a:gd name="connsiteY33331" fmla="*/ 2991543 h 5017219"/>
              <a:gd name="connsiteX33332" fmla="*/ 3482794 w 5799173"/>
              <a:gd name="connsiteY33332" fmla="*/ 3003174 h 5017219"/>
              <a:gd name="connsiteX33333" fmla="*/ 3482794 w 5799173"/>
              <a:gd name="connsiteY33333" fmla="*/ 3004088 h 5017219"/>
              <a:gd name="connsiteX33334" fmla="*/ 3476065 w 5799173"/>
              <a:gd name="connsiteY33334" fmla="*/ 3015719 h 5017219"/>
              <a:gd name="connsiteX33335" fmla="*/ 3475234 w 5799173"/>
              <a:gd name="connsiteY33335" fmla="*/ 3016217 h 5017219"/>
              <a:gd name="connsiteX33336" fmla="*/ 4424410 w 5799173"/>
              <a:gd name="connsiteY33336" fmla="*/ 3274909 h 5017219"/>
              <a:gd name="connsiteX33337" fmla="*/ 4423580 w 5799173"/>
              <a:gd name="connsiteY33337" fmla="*/ 3274411 h 5017219"/>
              <a:gd name="connsiteX33338" fmla="*/ 4416518 w 5799173"/>
              <a:gd name="connsiteY33338" fmla="*/ 3262198 h 5017219"/>
              <a:gd name="connsiteX33339" fmla="*/ 4416518 w 5799173"/>
              <a:gd name="connsiteY33339" fmla="*/ 3261201 h 5017219"/>
              <a:gd name="connsiteX33340" fmla="*/ 4423580 w 5799173"/>
              <a:gd name="connsiteY33340" fmla="*/ 3248988 h 5017219"/>
              <a:gd name="connsiteX33341" fmla="*/ 4424410 w 5799173"/>
              <a:gd name="connsiteY33341" fmla="*/ 3248491 h 5017219"/>
              <a:gd name="connsiteX33342" fmla="*/ 4438534 w 5799173"/>
              <a:gd name="connsiteY33342" fmla="*/ 3248490 h 5017219"/>
              <a:gd name="connsiteX33343" fmla="*/ 4439365 w 5799173"/>
              <a:gd name="connsiteY33343" fmla="*/ 3248988 h 5017219"/>
              <a:gd name="connsiteX33344" fmla="*/ 4446426 w 5799173"/>
              <a:gd name="connsiteY33344" fmla="*/ 3261201 h 5017219"/>
              <a:gd name="connsiteX33345" fmla="*/ 4446426 w 5799173"/>
              <a:gd name="connsiteY33345" fmla="*/ 3262199 h 5017219"/>
              <a:gd name="connsiteX33346" fmla="*/ 4439365 w 5799173"/>
              <a:gd name="connsiteY33346" fmla="*/ 3274411 h 5017219"/>
              <a:gd name="connsiteX33347" fmla="*/ 4438534 w 5799173"/>
              <a:gd name="connsiteY33347" fmla="*/ 3274909 h 5017219"/>
              <a:gd name="connsiteX33348" fmla="*/ 2196867 w 5799173"/>
              <a:gd name="connsiteY33348" fmla="*/ 2679381 h 5017219"/>
              <a:gd name="connsiteX33349" fmla="*/ 2195953 w 5799173"/>
              <a:gd name="connsiteY33349" fmla="*/ 2678799 h 5017219"/>
              <a:gd name="connsiteX33350" fmla="*/ 2188310 w 5799173"/>
              <a:gd name="connsiteY33350" fmla="*/ 2665506 h 5017219"/>
              <a:gd name="connsiteX33351" fmla="*/ 2188310 w 5799173"/>
              <a:gd name="connsiteY33351" fmla="*/ 2664426 h 5017219"/>
              <a:gd name="connsiteX33352" fmla="*/ 2196036 w 5799173"/>
              <a:gd name="connsiteY33352" fmla="*/ 2651134 h 5017219"/>
              <a:gd name="connsiteX33353" fmla="*/ 2196950 w 5799173"/>
              <a:gd name="connsiteY33353" fmla="*/ 2650552 h 5017219"/>
              <a:gd name="connsiteX33354" fmla="*/ 2212320 w 5799173"/>
              <a:gd name="connsiteY33354" fmla="*/ 2650552 h 5017219"/>
              <a:gd name="connsiteX33355" fmla="*/ 2213234 w 5799173"/>
              <a:gd name="connsiteY33355" fmla="*/ 2651134 h 5017219"/>
              <a:gd name="connsiteX33356" fmla="*/ 2220877 w 5799173"/>
              <a:gd name="connsiteY33356" fmla="*/ 2664426 h 5017219"/>
              <a:gd name="connsiteX33357" fmla="*/ 2220877 w 5799173"/>
              <a:gd name="connsiteY33357" fmla="*/ 2665507 h 5017219"/>
              <a:gd name="connsiteX33358" fmla="*/ 2213151 w 5799173"/>
              <a:gd name="connsiteY33358" fmla="*/ 2678800 h 5017219"/>
              <a:gd name="connsiteX33359" fmla="*/ 2212237 w 5799173"/>
              <a:gd name="connsiteY33359" fmla="*/ 2679380 h 5017219"/>
              <a:gd name="connsiteX33360" fmla="*/ 2617235 w 5799173"/>
              <a:gd name="connsiteY33360" fmla="*/ 2794012 h 5017219"/>
              <a:gd name="connsiteX33361" fmla="*/ 2616154 w 5799173"/>
              <a:gd name="connsiteY33361" fmla="*/ 2793429 h 5017219"/>
              <a:gd name="connsiteX33362" fmla="*/ 2607597 w 5799173"/>
              <a:gd name="connsiteY33362" fmla="*/ 2778558 h 5017219"/>
              <a:gd name="connsiteX33363" fmla="*/ 2607597 w 5799173"/>
              <a:gd name="connsiteY33363" fmla="*/ 2777312 h 5017219"/>
              <a:gd name="connsiteX33364" fmla="*/ 2616238 w 5799173"/>
              <a:gd name="connsiteY33364" fmla="*/ 2762442 h 5017219"/>
              <a:gd name="connsiteX33365" fmla="*/ 2617318 w 5799173"/>
              <a:gd name="connsiteY33365" fmla="*/ 2761859 h 5017219"/>
              <a:gd name="connsiteX33366" fmla="*/ 2634516 w 5799173"/>
              <a:gd name="connsiteY33366" fmla="*/ 2761859 h 5017219"/>
              <a:gd name="connsiteX33367" fmla="*/ 2635596 w 5799173"/>
              <a:gd name="connsiteY33367" fmla="*/ 2762442 h 5017219"/>
              <a:gd name="connsiteX33368" fmla="*/ 2644152 w 5799173"/>
              <a:gd name="connsiteY33368" fmla="*/ 2777312 h 5017219"/>
              <a:gd name="connsiteX33369" fmla="*/ 2644152 w 5799173"/>
              <a:gd name="connsiteY33369" fmla="*/ 2778558 h 5017219"/>
              <a:gd name="connsiteX33370" fmla="*/ 2635513 w 5799173"/>
              <a:gd name="connsiteY33370" fmla="*/ 2793429 h 5017219"/>
              <a:gd name="connsiteX33371" fmla="*/ 2634432 w 5799173"/>
              <a:gd name="connsiteY33371" fmla="*/ 2794011 h 5017219"/>
              <a:gd name="connsiteX33372" fmla="*/ 3279201 w 5799173"/>
              <a:gd name="connsiteY33372" fmla="*/ 2971562 h 5017219"/>
              <a:gd name="connsiteX33373" fmla="*/ 3278121 w 5799173"/>
              <a:gd name="connsiteY33373" fmla="*/ 2970980 h 5017219"/>
              <a:gd name="connsiteX33374" fmla="*/ 3269398 w 5799173"/>
              <a:gd name="connsiteY33374" fmla="*/ 2955943 h 5017219"/>
              <a:gd name="connsiteX33375" fmla="*/ 3269398 w 5799173"/>
              <a:gd name="connsiteY33375" fmla="*/ 2954697 h 5017219"/>
              <a:gd name="connsiteX33376" fmla="*/ 3278121 w 5799173"/>
              <a:gd name="connsiteY33376" fmla="*/ 2939659 h 5017219"/>
              <a:gd name="connsiteX33377" fmla="*/ 3279201 w 5799173"/>
              <a:gd name="connsiteY33377" fmla="*/ 2939078 h 5017219"/>
              <a:gd name="connsiteX33378" fmla="*/ 3296565 w 5799173"/>
              <a:gd name="connsiteY33378" fmla="*/ 2939078 h 5017219"/>
              <a:gd name="connsiteX33379" fmla="*/ 3297645 w 5799173"/>
              <a:gd name="connsiteY33379" fmla="*/ 2939659 h 5017219"/>
              <a:gd name="connsiteX33380" fmla="*/ 3306368 w 5799173"/>
              <a:gd name="connsiteY33380" fmla="*/ 2954697 h 5017219"/>
              <a:gd name="connsiteX33381" fmla="*/ 3306368 w 5799173"/>
              <a:gd name="connsiteY33381" fmla="*/ 2955943 h 5017219"/>
              <a:gd name="connsiteX33382" fmla="*/ 3297645 w 5799173"/>
              <a:gd name="connsiteY33382" fmla="*/ 2970980 h 5017219"/>
              <a:gd name="connsiteX33383" fmla="*/ 3296565 w 5799173"/>
              <a:gd name="connsiteY33383" fmla="*/ 2971562 h 5017219"/>
              <a:gd name="connsiteX33384" fmla="*/ 3820731 w 5799173"/>
              <a:gd name="connsiteY33384" fmla="*/ 3117132 h 5017219"/>
              <a:gd name="connsiteX33385" fmla="*/ 3819651 w 5799173"/>
              <a:gd name="connsiteY33385" fmla="*/ 3116467 h 5017219"/>
              <a:gd name="connsiteX33386" fmla="*/ 3810762 w 5799173"/>
              <a:gd name="connsiteY33386" fmla="*/ 3101015 h 5017219"/>
              <a:gd name="connsiteX33387" fmla="*/ 3810762 w 5799173"/>
              <a:gd name="connsiteY33387" fmla="*/ 3099768 h 5017219"/>
              <a:gd name="connsiteX33388" fmla="*/ 3819651 w 5799173"/>
              <a:gd name="connsiteY33388" fmla="*/ 3084316 h 5017219"/>
              <a:gd name="connsiteX33389" fmla="*/ 3820731 w 5799173"/>
              <a:gd name="connsiteY33389" fmla="*/ 3083651 h 5017219"/>
              <a:gd name="connsiteX33390" fmla="*/ 3838510 w 5799173"/>
              <a:gd name="connsiteY33390" fmla="*/ 3083651 h 5017219"/>
              <a:gd name="connsiteX33391" fmla="*/ 3839590 w 5799173"/>
              <a:gd name="connsiteY33391" fmla="*/ 3084316 h 5017219"/>
              <a:gd name="connsiteX33392" fmla="*/ 3848480 w 5799173"/>
              <a:gd name="connsiteY33392" fmla="*/ 3099768 h 5017219"/>
              <a:gd name="connsiteX33393" fmla="*/ 3848480 w 5799173"/>
              <a:gd name="connsiteY33393" fmla="*/ 3101015 h 5017219"/>
              <a:gd name="connsiteX33394" fmla="*/ 3839590 w 5799173"/>
              <a:gd name="connsiteY33394" fmla="*/ 3116467 h 5017219"/>
              <a:gd name="connsiteX33395" fmla="*/ 3838510 w 5799173"/>
              <a:gd name="connsiteY33395" fmla="*/ 3117132 h 5017219"/>
              <a:gd name="connsiteX33396" fmla="*/ 3760378 w 5799173"/>
              <a:gd name="connsiteY33396" fmla="*/ 3101255 h 5017219"/>
              <a:gd name="connsiteX33397" fmla="*/ 3759298 w 5799173"/>
              <a:gd name="connsiteY33397" fmla="*/ 3100590 h 5017219"/>
              <a:gd name="connsiteX33398" fmla="*/ 3750243 w 5799173"/>
              <a:gd name="connsiteY33398" fmla="*/ 3084888 h 5017219"/>
              <a:gd name="connsiteX33399" fmla="*/ 3750243 w 5799173"/>
              <a:gd name="connsiteY33399" fmla="*/ 3083643 h 5017219"/>
              <a:gd name="connsiteX33400" fmla="*/ 3759298 w 5799173"/>
              <a:gd name="connsiteY33400" fmla="*/ 3067941 h 5017219"/>
              <a:gd name="connsiteX33401" fmla="*/ 3760378 w 5799173"/>
              <a:gd name="connsiteY33401" fmla="*/ 3067275 h 5017219"/>
              <a:gd name="connsiteX33402" fmla="*/ 3778490 w 5799173"/>
              <a:gd name="connsiteY33402" fmla="*/ 3067275 h 5017219"/>
              <a:gd name="connsiteX33403" fmla="*/ 3779570 w 5799173"/>
              <a:gd name="connsiteY33403" fmla="*/ 3067940 h 5017219"/>
              <a:gd name="connsiteX33404" fmla="*/ 3788625 w 5799173"/>
              <a:gd name="connsiteY33404" fmla="*/ 3083642 h 5017219"/>
              <a:gd name="connsiteX33405" fmla="*/ 3788625 w 5799173"/>
              <a:gd name="connsiteY33405" fmla="*/ 3084888 h 5017219"/>
              <a:gd name="connsiteX33406" fmla="*/ 3779570 w 5799173"/>
              <a:gd name="connsiteY33406" fmla="*/ 3100590 h 5017219"/>
              <a:gd name="connsiteX33407" fmla="*/ 3778490 w 5799173"/>
              <a:gd name="connsiteY33407" fmla="*/ 3101254 h 5017219"/>
              <a:gd name="connsiteX33408" fmla="*/ 88947 w 5799173"/>
              <a:gd name="connsiteY33408" fmla="*/ 2117685 h 5017219"/>
              <a:gd name="connsiteX33409" fmla="*/ 87866 w 5799173"/>
              <a:gd name="connsiteY33409" fmla="*/ 2117020 h 5017219"/>
              <a:gd name="connsiteX33410" fmla="*/ 78728 w 5799173"/>
              <a:gd name="connsiteY33410" fmla="*/ 2101152 h 5017219"/>
              <a:gd name="connsiteX33411" fmla="*/ 78728 w 5799173"/>
              <a:gd name="connsiteY33411" fmla="*/ 2099823 h 5017219"/>
              <a:gd name="connsiteX33412" fmla="*/ 87866 w 5799173"/>
              <a:gd name="connsiteY33412" fmla="*/ 2083955 h 5017219"/>
              <a:gd name="connsiteX33413" fmla="*/ 88946 w 5799173"/>
              <a:gd name="connsiteY33413" fmla="*/ 2083290 h 5017219"/>
              <a:gd name="connsiteX33414" fmla="*/ 107224 w 5799173"/>
              <a:gd name="connsiteY33414" fmla="*/ 2083290 h 5017219"/>
              <a:gd name="connsiteX33415" fmla="*/ 108304 w 5799173"/>
              <a:gd name="connsiteY33415" fmla="*/ 2083955 h 5017219"/>
              <a:gd name="connsiteX33416" fmla="*/ 117443 w 5799173"/>
              <a:gd name="connsiteY33416" fmla="*/ 2099823 h 5017219"/>
              <a:gd name="connsiteX33417" fmla="*/ 117443 w 5799173"/>
              <a:gd name="connsiteY33417" fmla="*/ 2101152 h 5017219"/>
              <a:gd name="connsiteX33418" fmla="*/ 108304 w 5799173"/>
              <a:gd name="connsiteY33418" fmla="*/ 2117020 h 5017219"/>
              <a:gd name="connsiteX33419" fmla="*/ 107224 w 5799173"/>
              <a:gd name="connsiteY33419" fmla="*/ 2117685 h 5017219"/>
              <a:gd name="connsiteX33420" fmla="*/ 149134 w 5799173"/>
              <a:gd name="connsiteY33420" fmla="*/ 2133812 h 5017219"/>
              <a:gd name="connsiteX33421" fmla="*/ 148053 w 5799173"/>
              <a:gd name="connsiteY33421" fmla="*/ 2133147 h 5017219"/>
              <a:gd name="connsiteX33422" fmla="*/ 138915 w 5799173"/>
              <a:gd name="connsiteY33422" fmla="*/ 2117279 h 5017219"/>
              <a:gd name="connsiteX33423" fmla="*/ 138915 w 5799173"/>
              <a:gd name="connsiteY33423" fmla="*/ 2115950 h 5017219"/>
              <a:gd name="connsiteX33424" fmla="*/ 148053 w 5799173"/>
              <a:gd name="connsiteY33424" fmla="*/ 2100082 h 5017219"/>
              <a:gd name="connsiteX33425" fmla="*/ 149133 w 5799173"/>
              <a:gd name="connsiteY33425" fmla="*/ 2099417 h 5017219"/>
              <a:gd name="connsiteX33426" fmla="*/ 167411 w 5799173"/>
              <a:gd name="connsiteY33426" fmla="*/ 2099417 h 5017219"/>
              <a:gd name="connsiteX33427" fmla="*/ 168490 w 5799173"/>
              <a:gd name="connsiteY33427" fmla="*/ 2100082 h 5017219"/>
              <a:gd name="connsiteX33428" fmla="*/ 177630 w 5799173"/>
              <a:gd name="connsiteY33428" fmla="*/ 2115950 h 5017219"/>
              <a:gd name="connsiteX33429" fmla="*/ 177630 w 5799173"/>
              <a:gd name="connsiteY33429" fmla="*/ 2117279 h 5017219"/>
              <a:gd name="connsiteX33430" fmla="*/ 168491 w 5799173"/>
              <a:gd name="connsiteY33430" fmla="*/ 2133147 h 5017219"/>
              <a:gd name="connsiteX33431" fmla="*/ 167411 w 5799173"/>
              <a:gd name="connsiteY33431" fmla="*/ 2133812 h 5017219"/>
              <a:gd name="connsiteX33432" fmla="*/ 3158176 w 5799173"/>
              <a:gd name="connsiteY33432" fmla="*/ 2940555 h 5017219"/>
              <a:gd name="connsiteX33433" fmla="*/ 3157012 w 5799173"/>
              <a:gd name="connsiteY33433" fmla="*/ 2939891 h 5017219"/>
              <a:gd name="connsiteX33434" fmla="*/ 3147625 w 5799173"/>
              <a:gd name="connsiteY33434" fmla="*/ 2923690 h 5017219"/>
              <a:gd name="connsiteX33435" fmla="*/ 3147624 w 5799173"/>
              <a:gd name="connsiteY33435" fmla="*/ 2922361 h 5017219"/>
              <a:gd name="connsiteX33436" fmla="*/ 3157012 w 5799173"/>
              <a:gd name="connsiteY33436" fmla="*/ 2906161 h 5017219"/>
              <a:gd name="connsiteX33437" fmla="*/ 3158175 w 5799173"/>
              <a:gd name="connsiteY33437" fmla="*/ 2905496 h 5017219"/>
              <a:gd name="connsiteX33438" fmla="*/ 3176868 w 5799173"/>
              <a:gd name="connsiteY33438" fmla="*/ 2905496 h 5017219"/>
              <a:gd name="connsiteX33439" fmla="*/ 3178031 w 5799173"/>
              <a:gd name="connsiteY33439" fmla="*/ 2906161 h 5017219"/>
              <a:gd name="connsiteX33440" fmla="*/ 3187419 w 5799173"/>
              <a:gd name="connsiteY33440" fmla="*/ 2922361 h 5017219"/>
              <a:gd name="connsiteX33441" fmla="*/ 3187419 w 5799173"/>
              <a:gd name="connsiteY33441" fmla="*/ 2923690 h 5017219"/>
              <a:gd name="connsiteX33442" fmla="*/ 3178031 w 5799173"/>
              <a:gd name="connsiteY33442" fmla="*/ 2939891 h 5017219"/>
              <a:gd name="connsiteX33443" fmla="*/ 3176868 w 5799173"/>
              <a:gd name="connsiteY33443" fmla="*/ 2940555 h 5017219"/>
              <a:gd name="connsiteX33444" fmla="*/ 3218360 w 5799173"/>
              <a:gd name="connsiteY33444" fmla="*/ 2956775 h 5017219"/>
              <a:gd name="connsiteX33445" fmla="*/ 3217197 w 5799173"/>
              <a:gd name="connsiteY33445" fmla="*/ 2956111 h 5017219"/>
              <a:gd name="connsiteX33446" fmla="*/ 3207809 w 5799173"/>
              <a:gd name="connsiteY33446" fmla="*/ 2939827 h 5017219"/>
              <a:gd name="connsiteX33447" fmla="*/ 3207809 w 5799173"/>
              <a:gd name="connsiteY33447" fmla="*/ 2938498 h 5017219"/>
              <a:gd name="connsiteX33448" fmla="*/ 3217197 w 5799173"/>
              <a:gd name="connsiteY33448" fmla="*/ 2922215 h 5017219"/>
              <a:gd name="connsiteX33449" fmla="*/ 3218360 w 5799173"/>
              <a:gd name="connsiteY33449" fmla="*/ 2921550 h 5017219"/>
              <a:gd name="connsiteX33450" fmla="*/ 3237136 w 5799173"/>
              <a:gd name="connsiteY33450" fmla="*/ 2921550 h 5017219"/>
              <a:gd name="connsiteX33451" fmla="*/ 3238299 w 5799173"/>
              <a:gd name="connsiteY33451" fmla="*/ 2922215 h 5017219"/>
              <a:gd name="connsiteX33452" fmla="*/ 3247687 w 5799173"/>
              <a:gd name="connsiteY33452" fmla="*/ 2938498 h 5017219"/>
              <a:gd name="connsiteX33453" fmla="*/ 3247687 w 5799173"/>
              <a:gd name="connsiteY33453" fmla="*/ 2939827 h 5017219"/>
              <a:gd name="connsiteX33454" fmla="*/ 3238299 w 5799173"/>
              <a:gd name="connsiteY33454" fmla="*/ 2956111 h 5017219"/>
              <a:gd name="connsiteX33455" fmla="*/ 3237136 w 5799173"/>
              <a:gd name="connsiteY33455" fmla="*/ 2956775 h 5017219"/>
              <a:gd name="connsiteX33456" fmla="*/ 3519291 w 5799173"/>
              <a:gd name="connsiteY33456" fmla="*/ 3037410 h 5017219"/>
              <a:gd name="connsiteX33457" fmla="*/ 3518128 w 5799173"/>
              <a:gd name="connsiteY33457" fmla="*/ 3036746 h 5017219"/>
              <a:gd name="connsiteX33458" fmla="*/ 3508740 w 5799173"/>
              <a:gd name="connsiteY33458" fmla="*/ 3020462 h 5017219"/>
              <a:gd name="connsiteX33459" fmla="*/ 3508740 w 5799173"/>
              <a:gd name="connsiteY33459" fmla="*/ 3019133 h 5017219"/>
              <a:gd name="connsiteX33460" fmla="*/ 3518128 w 5799173"/>
              <a:gd name="connsiteY33460" fmla="*/ 3002850 h 5017219"/>
              <a:gd name="connsiteX33461" fmla="*/ 3519291 w 5799173"/>
              <a:gd name="connsiteY33461" fmla="*/ 3002185 h 5017219"/>
              <a:gd name="connsiteX33462" fmla="*/ 3538067 w 5799173"/>
              <a:gd name="connsiteY33462" fmla="*/ 3002185 h 5017219"/>
              <a:gd name="connsiteX33463" fmla="*/ 3539230 w 5799173"/>
              <a:gd name="connsiteY33463" fmla="*/ 3002850 h 5017219"/>
              <a:gd name="connsiteX33464" fmla="*/ 3548618 w 5799173"/>
              <a:gd name="connsiteY33464" fmla="*/ 3019133 h 5017219"/>
              <a:gd name="connsiteX33465" fmla="*/ 3548618 w 5799173"/>
              <a:gd name="connsiteY33465" fmla="*/ 3020462 h 5017219"/>
              <a:gd name="connsiteX33466" fmla="*/ 3539230 w 5799173"/>
              <a:gd name="connsiteY33466" fmla="*/ 3036746 h 5017219"/>
              <a:gd name="connsiteX33467" fmla="*/ 3538067 w 5799173"/>
              <a:gd name="connsiteY33467" fmla="*/ 3037410 h 5017219"/>
              <a:gd name="connsiteX33468" fmla="*/ 208882 w 5799173"/>
              <a:gd name="connsiteY33468" fmla="*/ 2150599 h 5017219"/>
              <a:gd name="connsiteX33469" fmla="*/ 207719 w 5799173"/>
              <a:gd name="connsiteY33469" fmla="*/ 2149934 h 5017219"/>
              <a:gd name="connsiteX33470" fmla="*/ 198248 w 5799173"/>
              <a:gd name="connsiteY33470" fmla="*/ 2133485 h 5017219"/>
              <a:gd name="connsiteX33471" fmla="*/ 198248 w 5799173"/>
              <a:gd name="connsiteY33471" fmla="*/ 2132156 h 5017219"/>
              <a:gd name="connsiteX33472" fmla="*/ 207802 w 5799173"/>
              <a:gd name="connsiteY33472" fmla="*/ 2115706 h 5017219"/>
              <a:gd name="connsiteX33473" fmla="*/ 208965 w 5799173"/>
              <a:gd name="connsiteY33473" fmla="*/ 2115041 h 5017219"/>
              <a:gd name="connsiteX33474" fmla="*/ 227990 w 5799173"/>
              <a:gd name="connsiteY33474" fmla="*/ 2115041 h 5017219"/>
              <a:gd name="connsiteX33475" fmla="*/ 229153 w 5799173"/>
              <a:gd name="connsiteY33475" fmla="*/ 2115706 h 5017219"/>
              <a:gd name="connsiteX33476" fmla="*/ 238624 w 5799173"/>
              <a:gd name="connsiteY33476" fmla="*/ 2132156 h 5017219"/>
              <a:gd name="connsiteX33477" fmla="*/ 238624 w 5799173"/>
              <a:gd name="connsiteY33477" fmla="*/ 2133485 h 5017219"/>
              <a:gd name="connsiteX33478" fmla="*/ 229070 w 5799173"/>
              <a:gd name="connsiteY33478" fmla="*/ 2149934 h 5017219"/>
              <a:gd name="connsiteX33479" fmla="*/ 227907 w 5799173"/>
              <a:gd name="connsiteY33479" fmla="*/ 2150599 h 5017219"/>
              <a:gd name="connsiteX33480" fmla="*/ 329151 w 5799173"/>
              <a:gd name="connsiteY33480" fmla="*/ 2183089 h 5017219"/>
              <a:gd name="connsiteX33481" fmla="*/ 327988 w 5799173"/>
              <a:gd name="connsiteY33481" fmla="*/ 2182425 h 5017219"/>
              <a:gd name="connsiteX33482" fmla="*/ 318351 w 5799173"/>
              <a:gd name="connsiteY33482" fmla="*/ 2165809 h 5017219"/>
              <a:gd name="connsiteX33483" fmla="*/ 318351 w 5799173"/>
              <a:gd name="connsiteY33483" fmla="*/ 2164480 h 5017219"/>
              <a:gd name="connsiteX33484" fmla="*/ 327988 w 5799173"/>
              <a:gd name="connsiteY33484" fmla="*/ 2147864 h 5017219"/>
              <a:gd name="connsiteX33485" fmla="*/ 329151 w 5799173"/>
              <a:gd name="connsiteY33485" fmla="*/ 2147199 h 5017219"/>
              <a:gd name="connsiteX33486" fmla="*/ 348343 w 5799173"/>
              <a:gd name="connsiteY33486" fmla="*/ 2147199 h 5017219"/>
              <a:gd name="connsiteX33487" fmla="*/ 349505 w 5799173"/>
              <a:gd name="connsiteY33487" fmla="*/ 2147864 h 5017219"/>
              <a:gd name="connsiteX33488" fmla="*/ 359143 w 5799173"/>
              <a:gd name="connsiteY33488" fmla="*/ 2164480 h 5017219"/>
              <a:gd name="connsiteX33489" fmla="*/ 359143 w 5799173"/>
              <a:gd name="connsiteY33489" fmla="*/ 2165809 h 5017219"/>
              <a:gd name="connsiteX33490" fmla="*/ 349505 w 5799173"/>
              <a:gd name="connsiteY33490" fmla="*/ 2182425 h 5017219"/>
              <a:gd name="connsiteX33491" fmla="*/ 348343 w 5799173"/>
              <a:gd name="connsiteY33491" fmla="*/ 2183089 h 5017219"/>
              <a:gd name="connsiteX33492" fmla="*/ 268963 w 5799173"/>
              <a:gd name="connsiteY33492" fmla="*/ 2167066 h 5017219"/>
              <a:gd name="connsiteX33493" fmla="*/ 267800 w 5799173"/>
              <a:gd name="connsiteY33493" fmla="*/ 2166402 h 5017219"/>
              <a:gd name="connsiteX33494" fmla="*/ 258163 w 5799173"/>
              <a:gd name="connsiteY33494" fmla="*/ 2149703 h 5017219"/>
              <a:gd name="connsiteX33495" fmla="*/ 258163 w 5799173"/>
              <a:gd name="connsiteY33495" fmla="*/ 2148374 h 5017219"/>
              <a:gd name="connsiteX33496" fmla="*/ 267800 w 5799173"/>
              <a:gd name="connsiteY33496" fmla="*/ 2131675 h 5017219"/>
              <a:gd name="connsiteX33497" fmla="*/ 268963 w 5799173"/>
              <a:gd name="connsiteY33497" fmla="*/ 2131010 h 5017219"/>
              <a:gd name="connsiteX33498" fmla="*/ 288320 w 5799173"/>
              <a:gd name="connsiteY33498" fmla="*/ 2131010 h 5017219"/>
              <a:gd name="connsiteX33499" fmla="*/ 289484 w 5799173"/>
              <a:gd name="connsiteY33499" fmla="*/ 2131675 h 5017219"/>
              <a:gd name="connsiteX33500" fmla="*/ 299121 w 5799173"/>
              <a:gd name="connsiteY33500" fmla="*/ 2148374 h 5017219"/>
              <a:gd name="connsiteX33501" fmla="*/ 299121 w 5799173"/>
              <a:gd name="connsiteY33501" fmla="*/ 2149703 h 5017219"/>
              <a:gd name="connsiteX33502" fmla="*/ 289484 w 5799173"/>
              <a:gd name="connsiteY33502" fmla="*/ 2166402 h 5017219"/>
              <a:gd name="connsiteX33503" fmla="*/ 288320 w 5799173"/>
              <a:gd name="connsiteY33503" fmla="*/ 2167066 h 5017219"/>
              <a:gd name="connsiteX33504" fmla="*/ 449471 w 5799173"/>
              <a:gd name="connsiteY33504" fmla="*/ 2215525 h 5017219"/>
              <a:gd name="connsiteX33505" fmla="*/ 448308 w 5799173"/>
              <a:gd name="connsiteY33505" fmla="*/ 2214860 h 5017219"/>
              <a:gd name="connsiteX33506" fmla="*/ 438588 w 5799173"/>
              <a:gd name="connsiteY33506" fmla="*/ 2197995 h 5017219"/>
              <a:gd name="connsiteX33507" fmla="*/ 438588 w 5799173"/>
              <a:gd name="connsiteY33507" fmla="*/ 2196582 h 5017219"/>
              <a:gd name="connsiteX33508" fmla="*/ 448308 w 5799173"/>
              <a:gd name="connsiteY33508" fmla="*/ 2179717 h 5017219"/>
              <a:gd name="connsiteX33509" fmla="*/ 449471 w 5799173"/>
              <a:gd name="connsiteY33509" fmla="*/ 2179053 h 5017219"/>
              <a:gd name="connsiteX33510" fmla="*/ 468912 w 5799173"/>
              <a:gd name="connsiteY33510" fmla="*/ 2179053 h 5017219"/>
              <a:gd name="connsiteX33511" fmla="*/ 470075 w 5799173"/>
              <a:gd name="connsiteY33511" fmla="*/ 2179718 h 5017219"/>
              <a:gd name="connsiteX33512" fmla="*/ 479795 w 5799173"/>
              <a:gd name="connsiteY33512" fmla="*/ 2196582 h 5017219"/>
              <a:gd name="connsiteX33513" fmla="*/ 479795 w 5799173"/>
              <a:gd name="connsiteY33513" fmla="*/ 2197995 h 5017219"/>
              <a:gd name="connsiteX33514" fmla="*/ 470075 w 5799173"/>
              <a:gd name="connsiteY33514" fmla="*/ 2214860 h 5017219"/>
              <a:gd name="connsiteX33515" fmla="*/ 468912 w 5799173"/>
              <a:gd name="connsiteY33515" fmla="*/ 2215525 h 5017219"/>
              <a:gd name="connsiteX33516" fmla="*/ 389202 w 5799173"/>
              <a:gd name="connsiteY33516" fmla="*/ 2199481 h 5017219"/>
              <a:gd name="connsiteX33517" fmla="*/ 388039 w 5799173"/>
              <a:gd name="connsiteY33517" fmla="*/ 2198816 h 5017219"/>
              <a:gd name="connsiteX33518" fmla="*/ 378319 w 5799173"/>
              <a:gd name="connsiteY33518" fmla="*/ 2181868 h 5017219"/>
              <a:gd name="connsiteX33519" fmla="*/ 378319 w 5799173"/>
              <a:gd name="connsiteY33519" fmla="*/ 2180456 h 5017219"/>
              <a:gd name="connsiteX33520" fmla="*/ 388122 w 5799173"/>
              <a:gd name="connsiteY33520" fmla="*/ 2163508 h 5017219"/>
              <a:gd name="connsiteX33521" fmla="*/ 389286 w 5799173"/>
              <a:gd name="connsiteY33521" fmla="*/ 2162843 h 5017219"/>
              <a:gd name="connsiteX33522" fmla="*/ 408809 w 5799173"/>
              <a:gd name="connsiteY33522" fmla="*/ 2162843 h 5017219"/>
              <a:gd name="connsiteX33523" fmla="*/ 409972 w 5799173"/>
              <a:gd name="connsiteY33523" fmla="*/ 2163508 h 5017219"/>
              <a:gd name="connsiteX33524" fmla="*/ 419693 w 5799173"/>
              <a:gd name="connsiteY33524" fmla="*/ 2180456 h 5017219"/>
              <a:gd name="connsiteX33525" fmla="*/ 419692 w 5799173"/>
              <a:gd name="connsiteY33525" fmla="*/ 2181868 h 5017219"/>
              <a:gd name="connsiteX33526" fmla="*/ 409889 w 5799173"/>
              <a:gd name="connsiteY33526" fmla="*/ 2198816 h 5017219"/>
              <a:gd name="connsiteX33527" fmla="*/ 408726 w 5799173"/>
              <a:gd name="connsiteY33527" fmla="*/ 2199481 h 5017219"/>
              <a:gd name="connsiteX33528" fmla="*/ 629845 w 5799173"/>
              <a:gd name="connsiteY33528" fmla="*/ 2264223 h 5017219"/>
              <a:gd name="connsiteX33529" fmla="*/ 628597 w 5799173"/>
              <a:gd name="connsiteY33529" fmla="*/ 2263558 h 5017219"/>
              <a:gd name="connsiteX33530" fmla="*/ 618712 w 5799173"/>
              <a:gd name="connsiteY33530" fmla="*/ 2246444 h 5017219"/>
              <a:gd name="connsiteX33531" fmla="*/ 618712 w 5799173"/>
              <a:gd name="connsiteY33531" fmla="*/ 2245031 h 5017219"/>
              <a:gd name="connsiteX33532" fmla="*/ 628598 w 5799173"/>
              <a:gd name="connsiteY33532" fmla="*/ 2227918 h 5017219"/>
              <a:gd name="connsiteX33533" fmla="*/ 629844 w 5799173"/>
              <a:gd name="connsiteY33533" fmla="*/ 2227253 h 5017219"/>
              <a:gd name="connsiteX33534" fmla="*/ 649533 w 5799173"/>
              <a:gd name="connsiteY33534" fmla="*/ 2227252 h 5017219"/>
              <a:gd name="connsiteX33535" fmla="*/ 650781 w 5799173"/>
              <a:gd name="connsiteY33535" fmla="*/ 2227918 h 5017219"/>
              <a:gd name="connsiteX33536" fmla="*/ 660666 w 5799173"/>
              <a:gd name="connsiteY33536" fmla="*/ 2245031 h 5017219"/>
              <a:gd name="connsiteX33537" fmla="*/ 660667 w 5799173"/>
              <a:gd name="connsiteY33537" fmla="*/ 2246444 h 5017219"/>
              <a:gd name="connsiteX33538" fmla="*/ 650780 w 5799173"/>
              <a:gd name="connsiteY33538" fmla="*/ 2263558 h 5017219"/>
              <a:gd name="connsiteX33539" fmla="*/ 649534 w 5799173"/>
              <a:gd name="connsiteY33539" fmla="*/ 2264223 h 5017219"/>
              <a:gd name="connsiteX33540" fmla="*/ 810404 w 5799173"/>
              <a:gd name="connsiteY33540" fmla="*/ 2312603 h 5017219"/>
              <a:gd name="connsiteX33541" fmla="*/ 809157 w 5799173"/>
              <a:gd name="connsiteY33541" fmla="*/ 2311939 h 5017219"/>
              <a:gd name="connsiteX33542" fmla="*/ 799272 w 5799173"/>
              <a:gd name="connsiteY33542" fmla="*/ 2294824 h 5017219"/>
              <a:gd name="connsiteX33543" fmla="*/ 799271 w 5799173"/>
              <a:gd name="connsiteY33543" fmla="*/ 2293412 h 5017219"/>
              <a:gd name="connsiteX33544" fmla="*/ 809157 w 5799173"/>
              <a:gd name="connsiteY33544" fmla="*/ 2276298 h 5017219"/>
              <a:gd name="connsiteX33545" fmla="*/ 810404 w 5799173"/>
              <a:gd name="connsiteY33545" fmla="*/ 2275633 h 5017219"/>
              <a:gd name="connsiteX33546" fmla="*/ 830093 w 5799173"/>
              <a:gd name="connsiteY33546" fmla="*/ 2275633 h 5017219"/>
              <a:gd name="connsiteX33547" fmla="*/ 831340 w 5799173"/>
              <a:gd name="connsiteY33547" fmla="*/ 2276298 h 5017219"/>
              <a:gd name="connsiteX33548" fmla="*/ 841226 w 5799173"/>
              <a:gd name="connsiteY33548" fmla="*/ 2293412 h 5017219"/>
              <a:gd name="connsiteX33549" fmla="*/ 841226 w 5799173"/>
              <a:gd name="connsiteY33549" fmla="*/ 2294824 h 5017219"/>
              <a:gd name="connsiteX33550" fmla="*/ 831340 w 5799173"/>
              <a:gd name="connsiteY33550" fmla="*/ 2311939 h 5017219"/>
              <a:gd name="connsiteX33551" fmla="*/ 830093 w 5799173"/>
              <a:gd name="connsiteY33551" fmla="*/ 2312603 h 5017219"/>
              <a:gd name="connsiteX33552" fmla="*/ 1111334 w 5799173"/>
              <a:gd name="connsiteY33552" fmla="*/ 2393237 h 5017219"/>
              <a:gd name="connsiteX33553" fmla="*/ 1110088 w 5799173"/>
              <a:gd name="connsiteY33553" fmla="*/ 2392573 h 5017219"/>
              <a:gd name="connsiteX33554" fmla="*/ 1100201 w 5799173"/>
              <a:gd name="connsiteY33554" fmla="*/ 2375458 h 5017219"/>
              <a:gd name="connsiteX33555" fmla="*/ 1100201 w 5799173"/>
              <a:gd name="connsiteY33555" fmla="*/ 2374046 h 5017219"/>
              <a:gd name="connsiteX33556" fmla="*/ 1110088 w 5799173"/>
              <a:gd name="connsiteY33556" fmla="*/ 2356932 h 5017219"/>
              <a:gd name="connsiteX33557" fmla="*/ 1111334 w 5799173"/>
              <a:gd name="connsiteY33557" fmla="*/ 2356267 h 5017219"/>
              <a:gd name="connsiteX33558" fmla="*/ 1131024 w 5799173"/>
              <a:gd name="connsiteY33558" fmla="*/ 2356267 h 5017219"/>
              <a:gd name="connsiteX33559" fmla="*/ 1132271 w 5799173"/>
              <a:gd name="connsiteY33559" fmla="*/ 2356932 h 5017219"/>
              <a:gd name="connsiteX33560" fmla="*/ 1142157 w 5799173"/>
              <a:gd name="connsiteY33560" fmla="*/ 2374046 h 5017219"/>
              <a:gd name="connsiteX33561" fmla="*/ 1142157 w 5799173"/>
              <a:gd name="connsiteY33561" fmla="*/ 2375458 h 5017219"/>
              <a:gd name="connsiteX33562" fmla="*/ 1132271 w 5799173"/>
              <a:gd name="connsiteY33562" fmla="*/ 2392573 h 5017219"/>
              <a:gd name="connsiteX33563" fmla="*/ 1131024 w 5799173"/>
              <a:gd name="connsiteY33563" fmla="*/ 2393237 h 5017219"/>
              <a:gd name="connsiteX33564" fmla="*/ 690027 w 5799173"/>
              <a:gd name="connsiteY33564" fmla="*/ 2280454 h 5017219"/>
              <a:gd name="connsiteX33565" fmla="*/ 688782 w 5799173"/>
              <a:gd name="connsiteY33565" fmla="*/ 2279790 h 5017219"/>
              <a:gd name="connsiteX33566" fmla="*/ 678894 w 5799173"/>
              <a:gd name="connsiteY33566" fmla="*/ 2262592 h 5017219"/>
              <a:gd name="connsiteX33567" fmla="*/ 678895 w 5799173"/>
              <a:gd name="connsiteY33567" fmla="*/ 2261180 h 5017219"/>
              <a:gd name="connsiteX33568" fmla="*/ 688782 w 5799173"/>
              <a:gd name="connsiteY33568" fmla="*/ 2243983 h 5017219"/>
              <a:gd name="connsiteX33569" fmla="*/ 690027 w 5799173"/>
              <a:gd name="connsiteY33569" fmla="*/ 2243318 h 5017219"/>
              <a:gd name="connsiteX33570" fmla="*/ 709883 w 5799173"/>
              <a:gd name="connsiteY33570" fmla="*/ 2243318 h 5017219"/>
              <a:gd name="connsiteX33571" fmla="*/ 711130 w 5799173"/>
              <a:gd name="connsiteY33571" fmla="*/ 2243983 h 5017219"/>
              <a:gd name="connsiteX33572" fmla="*/ 721016 w 5799173"/>
              <a:gd name="connsiteY33572" fmla="*/ 2261180 h 5017219"/>
              <a:gd name="connsiteX33573" fmla="*/ 721016 w 5799173"/>
              <a:gd name="connsiteY33573" fmla="*/ 2262592 h 5017219"/>
              <a:gd name="connsiteX33574" fmla="*/ 711130 w 5799173"/>
              <a:gd name="connsiteY33574" fmla="*/ 2279790 h 5017219"/>
              <a:gd name="connsiteX33575" fmla="*/ 709882 w 5799173"/>
              <a:gd name="connsiteY33575" fmla="*/ 2280454 h 5017219"/>
              <a:gd name="connsiteX33576" fmla="*/ 870585 w 5799173"/>
              <a:gd name="connsiteY33576" fmla="*/ 2328834 h 5017219"/>
              <a:gd name="connsiteX33577" fmla="*/ 869340 w 5799173"/>
              <a:gd name="connsiteY33577" fmla="*/ 2328170 h 5017219"/>
              <a:gd name="connsiteX33578" fmla="*/ 859453 w 5799173"/>
              <a:gd name="connsiteY33578" fmla="*/ 2310972 h 5017219"/>
              <a:gd name="connsiteX33579" fmla="*/ 859453 w 5799173"/>
              <a:gd name="connsiteY33579" fmla="*/ 2309561 h 5017219"/>
              <a:gd name="connsiteX33580" fmla="*/ 869340 w 5799173"/>
              <a:gd name="connsiteY33580" fmla="*/ 2292363 h 5017219"/>
              <a:gd name="connsiteX33581" fmla="*/ 870585 w 5799173"/>
              <a:gd name="connsiteY33581" fmla="*/ 2291698 h 5017219"/>
              <a:gd name="connsiteX33582" fmla="*/ 890441 w 5799173"/>
              <a:gd name="connsiteY33582" fmla="*/ 2291698 h 5017219"/>
              <a:gd name="connsiteX33583" fmla="*/ 891688 w 5799173"/>
              <a:gd name="connsiteY33583" fmla="*/ 2292363 h 5017219"/>
              <a:gd name="connsiteX33584" fmla="*/ 901574 w 5799173"/>
              <a:gd name="connsiteY33584" fmla="*/ 2309560 h 5017219"/>
              <a:gd name="connsiteX33585" fmla="*/ 901574 w 5799173"/>
              <a:gd name="connsiteY33585" fmla="*/ 2310972 h 5017219"/>
              <a:gd name="connsiteX33586" fmla="*/ 891688 w 5799173"/>
              <a:gd name="connsiteY33586" fmla="*/ 2328170 h 5017219"/>
              <a:gd name="connsiteX33587" fmla="*/ 890441 w 5799173"/>
              <a:gd name="connsiteY33587" fmla="*/ 2328835 h 5017219"/>
              <a:gd name="connsiteX33588" fmla="*/ 2676172 w 5799173"/>
              <a:gd name="connsiteY33588" fmla="*/ 2812640 h 5017219"/>
              <a:gd name="connsiteX33589" fmla="*/ 2674926 w 5799173"/>
              <a:gd name="connsiteY33589" fmla="*/ 2811976 h 5017219"/>
              <a:gd name="connsiteX33590" fmla="*/ 2665040 w 5799173"/>
              <a:gd name="connsiteY33590" fmla="*/ 2794778 h 5017219"/>
              <a:gd name="connsiteX33591" fmla="*/ 2665040 w 5799173"/>
              <a:gd name="connsiteY33591" fmla="*/ 2793366 h 5017219"/>
              <a:gd name="connsiteX33592" fmla="*/ 2674926 w 5799173"/>
              <a:gd name="connsiteY33592" fmla="*/ 2776169 h 5017219"/>
              <a:gd name="connsiteX33593" fmla="*/ 2676172 w 5799173"/>
              <a:gd name="connsiteY33593" fmla="*/ 2775504 h 5017219"/>
              <a:gd name="connsiteX33594" fmla="*/ 2696029 w 5799173"/>
              <a:gd name="connsiteY33594" fmla="*/ 2775504 h 5017219"/>
              <a:gd name="connsiteX33595" fmla="*/ 2697275 w 5799173"/>
              <a:gd name="connsiteY33595" fmla="*/ 2776169 h 5017219"/>
              <a:gd name="connsiteX33596" fmla="*/ 2707161 w 5799173"/>
              <a:gd name="connsiteY33596" fmla="*/ 2793366 h 5017219"/>
              <a:gd name="connsiteX33597" fmla="*/ 2707161 w 5799173"/>
              <a:gd name="connsiteY33597" fmla="*/ 2794778 h 5017219"/>
              <a:gd name="connsiteX33598" fmla="*/ 2697275 w 5799173"/>
              <a:gd name="connsiteY33598" fmla="*/ 2811976 h 5017219"/>
              <a:gd name="connsiteX33599" fmla="*/ 2696029 w 5799173"/>
              <a:gd name="connsiteY33599" fmla="*/ 2812640 h 5017219"/>
              <a:gd name="connsiteX33600" fmla="*/ 509326 w 5799173"/>
              <a:gd name="connsiteY33600" fmla="*/ 2232233 h 5017219"/>
              <a:gd name="connsiteX33601" fmla="*/ 508080 w 5799173"/>
              <a:gd name="connsiteY33601" fmla="*/ 2231485 h 5017219"/>
              <a:gd name="connsiteX33602" fmla="*/ 498110 w 5799173"/>
              <a:gd name="connsiteY33602" fmla="*/ 2214122 h 5017219"/>
              <a:gd name="connsiteX33603" fmla="*/ 498110 w 5799173"/>
              <a:gd name="connsiteY33603" fmla="*/ 2212708 h 5017219"/>
              <a:gd name="connsiteX33604" fmla="*/ 508163 w 5799173"/>
              <a:gd name="connsiteY33604" fmla="*/ 2195345 h 5017219"/>
              <a:gd name="connsiteX33605" fmla="*/ 509409 w 5799173"/>
              <a:gd name="connsiteY33605" fmla="*/ 2194597 h 5017219"/>
              <a:gd name="connsiteX33606" fmla="*/ 529431 w 5799173"/>
              <a:gd name="connsiteY33606" fmla="*/ 2194597 h 5017219"/>
              <a:gd name="connsiteX33607" fmla="*/ 530677 w 5799173"/>
              <a:gd name="connsiteY33607" fmla="*/ 2195345 h 5017219"/>
              <a:gd name="connsiteX33608" fmla="*/ 540647 w 5799173"/>
              <a:gd name="connsiteY33608" fmla="*/ 2212709 h 5017219"/>
              <a:gd name="connsiteX33609" fmla="*/ 540647 w 5799173"/>
              <a:gd name="connsiteY33609" fmla="*/ 2214121 h 5017219"/>
              <a:gd name="connsiteX33610" fmla="*/ 530594 w 5799173"/>
              <a:gd name="connsiteY33610" fmla="*/ 2231484 h 5017219"/>
              <a:gd name="connsiteX33611" fmla="*/ 529348 w 5799173"/>
              <a:gd name="connsiteY33611" fmla="*/ 2232232 h 5017219"/>
              <a:gd name="connsiteX33612" fmla="*/ 569513 w 5799173"/>
              <a:gd name="connsiteY33612" fmla="*/ 2248360 h 5017219"/>
              <a:gd name="connsiteX33613" fmla="*/ 568267 w 5799173"/>
              <a:gd name="connsiteY33613" fmla="*/ 2247612 h 5017219"/>
              <a:gd name="connsiteX33614" fmla="*/ 558297 w 5799173"/>
              <a:gd name="connsiteY33614" fmla="*/ 2230249 h 5017219"/>
              <a:gd name="connsiteX33615" fmla="*/ 558297 w 5799173"/>
              <a:gd name="connsiteY33615" fmla="*/ 2228835 h 5017219"/>
              <a:gd name="connsiteX33616" fmla="*/ 568350 w 5799173"/>
              <a:gd name="connsiteY33616" fmla="*/ 2211473 h 5017219"/>
              <a:gd name="connsiteX33617" fmla="*/ 569595 w 5799173"/>
              <a:gd name="connsiteY33617" fmla="*/ 2210724 h 5017219"/>
              <a:gd name="connsiteX33618" fmla="*/ 589618 w 5799173"/>
              <a:gd name="connsiteY33618" fmla="*/ 2210724 h 5017219"/>
              <a:gd name="connsiteX33619" fmla="*/ 590863 w 5799173"/>
              <a:gd name="connsiteY33619" fmla="*/ 2211472 h 5017219"/>
              <a:gd name="connsiteX33620" fmla="*/ 600834 w 5799173"/>
              <a:gd name="connsiteY33620" fmla="*/ 2228836 h 5017219"/>
              <a:gd name="connsiteX33621" fmla="*/ 600834 w 5799173"/>
              <a:gd name="connsiteY33621" fmla="*/ 2230248 h 5017219"/>
              <a:gd name="connsiteX33622" fmla="*/ 590781 w 5799173"/>
              <a:gd name="connsiteY33622" fmla="*/ 2247611 h 5017219"/>
              <a:gd name="connsiteX33623" fmla="*/ 589535 w 5799173"/>
              <a:gd name="connsiteY33623" fmla="*/ 2248359 h 5017219"/>
              <a:gd name="connsiteX33624" fmla="*/ 990816 w 5799173"/>
              <a:gd name="connsiteY33624" fmla="*/ 2361247 h 5017219"/>
              <a:gd name="connsiteX33625" fmla="*/ 989570 w 5799173"/>
              <a:gd name="connsiteY33625" fmla="*/ 2360499 h 5017219"/>
              <a:gd name="connsiteX33626" fmla="*/ 979600 w 5799173"/>
              <a:gd name="connsiteY33626" fmla="*/ 2343136 h 5017219"/>
              <a:gd name="connsiteX33627" fmla="*/ 979600 w 5799173"/>
              <a:gd name="connsiteY33627" fmla="*/ 2341723 h 5017219"/>
              <a:gd name="connsiteX33628" fmla="*/ 989653 w 5799173"/>
              <a:gd name="connsiteY33628" fmla="*/ 2324360 h 5017219"/>
              <a:gd name="connsiteX33629" fmla="*/ 990899 w 5799173"/>
              <a:gd name="connsiteY33629" fmla="*/ 2323612 h 5017219"/>
              <a:gd name="connsiteX33630" fmla="*/ 1010921 w 5799173"/>
              <a:gd name="connsiteY33630" fmla="*/ 2323612 h 5017219"/>
              <a:gd name="connsiteX33631" fmla="*/ 1012167 w 5799173"/>
              <a:gd name="connsiteY33631" fmla="*/ 2324360 h 5017219"/>
              <a:gd name="connsiteX33632" fmla="*/ 1022137 w 5799173"/>
              <a:gd name="connsiteY33632" fmla="*/ 2341723 h 5017219"/>
              <a:gd name="connsiteX33633" fmla="*/ 1022137 w 5799173"/>
              <a:gd name="connsiteY33633" fmla="*/ 2343136 h 5017219"/>
              <a:gd name="connsiteX33634" fmla="*/ 1012084 w 5799173"/>
              <a:gd name="connsiteY33634" fmla="*/ 2360499 h 5017219"/>
              <a:gd name="connsiteX33635" fmla="*/ 1010838 w 5799173"/>
              <a:gd name="connsiteY33635" fmla="*/ 2361247 h 5017219"/>
              <a:gd name="connsiteX33636" fmla="*/ 1051003 w 5799173"/>
              <a:gd name="connsiteY33636" fmla="*/ 2377374 h 5017219"/>
              <a:gd name="connsiteX33637" fmla="*/ 1049757 w 5799173"/>
              <a:gd name="connsiteY33637" fmla="*/ 2376626 h 5017219"/>
              <a:gd name="connsiteX33638" fmla="*/ 1039787 w 5799173"/>
              <a:gd name="connsiteY33638" fmla="*/ 2359263 h 5017219"/>
              <a:gd name="connsiteX33639" fmla="*/ 1039787 w 5799173"/>
              <a:gd name="connsiteY33639" fmla="*/ 2357850 h 5017219"/>
              <a:gd name="connsiteX33640" fmla="*/ 1049840 w 5799173"/>
              <a:gd name="connsiteY33640" fmla="*/ 2340487 h 5017219"/>
              <a:gd name="connsiteX33641" fmla="*/ 1051086 w 5799173"/>
              <a:gd name="connsiteY33641" fmla="*/ 2339739 h 5017219"/>
              <a:gd name="connsiteX33642" fmla="*/ 1071108 w 5799173"/>
              <a:gd name="connsiteY33642" fmla="*/ 2339739 h 5017219"/>
              <a:gd name="connsiteX33643" fmla="*/ 1072354 w 5799173"/>
              <a:gd name="connsiteY33643" fmla="*/ 2340487 h 5017219"/>
              <a:gd name="connsiteX33644" fmla="*/ 1082324 w 5799173"/>
              <a:gd name="connsiteY33644" fmla="*/ 2357850 h 5017219"/>
              <a:gd name="connsiteX33645" fmla="*/ 1082324 w 5799173"/>
              <a:gd name="connsiteY33645" fmla="*/ 2359263 h 5017219"/>
              <a:gd name="connsiteX33646" fmla="*/ 1072271 w 5799173"/>
              <a:gd name="connsiteY33646" fmla="*/ 2376626 h 5017219"/>
              <a:gd name="connsiteX33647" fmla="*/ 1071024 w 5799173"/>
              <a:gd name="connsiteY33647" fmla="*/ 2377374 h 5017219"/>
              <a:gd name="connsiteX33648" fmla="*/ 2435285 w 5799173"/>
              <a:gd name="connsiteY33648" fmla="*/ 2748292 h 5017219"/>
              <a:gd name="connsiteX33649" fmla="*/ 2434040 w 5799173"/>
              <a:gd name="connsiteY33649" fmla="*/ 2747544 h 5017219"/>
              <a:gd name="connsiteX33650" fmla="*/ 2424069 w 5799173"/>
              <a:gd name="connsiteY33650" fmla="*/ 2730181 h 5017219"/>
              <a:gd name="connsiteX33651" fmla="*/ 2424070 w 5799173"/>
              <a:gd name="connsiteY33651" fmla="*/ 2728768 h 5017219"/>
              <a:gd name="connsiteX33652" fmla="*/ 2434121 w 5799173"/>
              <a:gd name="connsiteY33652" fmla="*/ 2711405 h 5017219"/>
              <a:gd name="connsiteX33653" fmla="*/ 2435369 w 5799173"/>
              <a:gd name="connsiteY33653" fmla="*/ 2710657 h 5017219"/>
              <a:gd name="connsiteX33654" fmla="*/ 2455391 w 5799173"/>
              <a:gd name="connsiteY33654" fmla="*/ 2710657 h 5017219"/>
              <a:gd name="connsiteX33655" fmla="*/ 2456637 w 5799173"/>
              <a:gd name="connsiteY33655" fmla="*/ 2711405 h 5017219"/>
              <a:gd name="connsiteX33656" fmla="*/ 2466605 w 5799173"/>
              <a:gd name="connsiteY33656" fmla="*/ 2728768 h 5017219"/>
              <a:gd name="connsiteX33657" fmla="*/ 2466606 w 5799173"/>
              <a:gd name="connsiteY33657" fmla="*/ 2730181 h 5017219"/>
              <a:gd name="connsiteX33658" fmla="*/ 2456553 w 5799173"/>
              <a:gd name="connsiteY33658" fmla="*/ 2747544 h 5017219"/>
              <a:gd name="connsiteX33659" fmla="*/ 2455307 w 5799173"/>
              <a:gd name="connsiteY33659" fmla="*/ 2748292 h 5017219"/>
              <a:gd name="connsiteX33660" fmla="*/ 5023293 w 5799173"/>
              <a:gd name="connsiteY33660" fmla="*/ 3441746 h 5017219"/>
              <a:gd name="connsiteX33661" fmla="*/ 5022046 w 5799173"/>
              <a:gd name="connsiteY33661" fmla="*/ 3440998 h 5017219"/>
              <a:gd name="connsiteX33662" fmla="*/ 5012077 w 5799173"/>
              <a:gd name="connsiteY33662" fmla="*/ 3423635 h 5017219"/>
              <a:gd name="connsiteX33663" fmla="*/ 5012077 w 5799173"/>
              <a:gd name="connsiteY33663" fmla="*/ 3422222 h 5017219"/>
              <a:gd name="connsiteX33664" fmla="*/ 5022129 w 5799173"/>
              <a:gd name="connsiteY33664" fmla="*/ 3404859 h 5017219"/>
              <a:gd name="connsiteX33665" fmla="*/ 5023376 w 5799173"/>
              <a:gd name="connsiteY33665" fmla="*/ 3404111 h 5017219"/>
              <a:gd name="connsiteX33666" fmla="*/ 5043398 w 5799173"/>
              <a:gd name="connsiteY33666" fmla="*/ 3404111 h 5017219"/>
              <a:gd name="connsiteX33667" fmla="*/ 5044645 w 5799173"/>
              <a:gd name="connsiteY33667" fmla="*/ 3404859 h 5017219"/>
              <a:gd name="connsiteX33668" fmla="*/ 5054613 w 5799173"/>
              <a:gd name="connsiteY33668" fmla="*/ 3422222 h 5017219"/>
              <a:gd name="connsiteX33669" fmla="*/ 5054613 w 5799173"/>
              <a:gd name="connsiteY33669" fmla="*/ 3423635 h 5017219"/>
              <a:gd name="connsiteX33670" fmla="*/ 5044562 w 5799173"/>
              <a:gd name="connsiteY33670" fmla="*/ 3440998 h 5017219"/>
              <a:gd name="connsiteX33671" fmla="*/ 5043315 w 5799173"/>
              <a:gd name="connsiteY33671" fmla="*/ 3441746 h 5017219"/>
              <a:gd name="connsiteX33672" fmla="*/ 749989 w 5799173"/>
              <a:gd name="connsiteY33672" fmla="*/ 2296905 h 5017219"/>
              <a:gd name="connsiteX33673" fmla="*/ 748743 w 5799173"/>
              <a:gd name="connsiteY33673" fmla="*/ 2296158 h 5017219"/>
              <a:gd name="connsiteX33674" fmla="*/ 738606 w 5799173"/>
              <a:gd name="connsiteY33674" fmla="*/ 2278628 h 5017219"/>
              <a:gd name="connsiteX33675" fmla="*/ 738607 w 5799173"/>
              <a:gd name="connsiteY33675" fmla="*/ 2277216 h 5017219"/>
              <a:gd name="connsiteX33676" fmla="*/ 748742 w 5799173"/>
              <a:gd name="connsiteY33676" fmla="*/ 2259686 h 5017219"/>
              <a:gd name="connsiteX33677" fmla="*/ 749988 w 5799173"/>
              <a:gd name="connsiteY33677" fmla="*/ 2258938 h 5017219"/>
              <a:gd name="connsiteX33678" fmla="*/ 770259 w 5799173"/>
              <a:gd name="connsiteY33678" fmla="*/ 2258938 h 5017219"/>
              <a:gd name="connsiteX33679" fmla="*/ 771505 w 5799173"/>
              <a:gd name="connsiteY33679" fmla="*/ 2259686 h 5017219"/>
              <a:gd name="connsiteX33680" fmla="*/ 781641 w 5799173"/>
              <a:gd name="connsiteY33680" fmla="*/ 2277216 h 5017219"/>
              <a:gd name="connsiteX33681" fmla="*/ 781642 w 5799173"/>
              <a:gd name="connsiteY33681" fmla="*/ 2278628 h 5017219"/>
              <a:gd name="connsiteX33682" fmla="*/ 771505 w 5799173"/>
              <a:gd name="connsiteY33682" fmla="*/ 2296158 h 5017219"/>
              <a:gd name="connsiteX33683" fmla="*/ 770260 w 5799173"/>
              <a:gd name="connsiteY33683" fmla="*/ 2296905 h 5017219"/>
              <a:gd name="connsiteX33684" fmla="*/ 930547 w 5799173"/>
              <a:gd name="connsiteY33684" fmla="*/ 2345285 h 5017219"/>
              <a:gd name="connsiteX33685" fmla="*/ 929301 w 5799173"/>
              <a:gd name="connsiteY33685" fmla="*/ 2344539 h 5017219"/>
              <a:gd name="connsiteX33686" fmla="*/ 919165 w 5799173"/>
              <a:gd name="connsiteY33686" fmla="*/ 2327009 h 5017219"/>
              <a:gd name="connsiteX33687" fmla="*/ 919165 w 5799173"/>
              <a:gd name="connsiteY33687" fmla="*/ 2325596 h 5017219"/>
              <a:gd name="connsiteX33688" fmla="*/ 929301 w 5799173"/>
              <a:gd name="connsiteY33688" fmla="*/ 2308067 h 5017219"/>
              <a:gd name="connsiteX33689" fmla="*/ 930547 w 5799173"/>
              <a:gd name="connsiteY33689" fmla="*/ 2307319 h 5017219"/>
              <a:gd name="connsiteX33690" fmla="*/ 950818 w 5799173"/>
              <a:gd name="connsiteY33690" fmla="*/ 2307319 h 5017219"/>
              <a:gd name="connsiteX33691" fmla="*/ 952064 w 5799173"/>
              <a:gd name="connsiteY33691" fmla="*/ 2308067 h 5017219"/>
              <a:gd name="connsiteX33692" fmla="*/ 962200 w 5799173"/>
              <a:gd name="connsiteY33692" fmla="*/ 2325596 h 5017219"/>
              <a:gd name="connsiteX33693" fmla="*/ 962200 w 5799173"/>
              <a:gd name="connsiteY33693" fmla="*/ 2327009 h 5017219"/>
              <a:gd name="connsiteX33694" fmla="*/ 952064 w 5799173"/>
              <a:gd name="connsiteY33694" fmla="*/ 2344539 h 5017219"/>
              <a:gd name="connsiteX33695" fmla="*/ 950818 w 5799173"/>
              <a:gd name="connsiteY33695" fmla="*/ 2345286 h 5017219"/>
              <a:gd name="connsiteX33696" fmla="*/ 1351851 w 5799173"/>
              <a:gd name="connsiteY33696" fmla="*/ 2458174 h 5017219"/>
              <a:gd name="connsiteX33697" fmla="*/ 1350605 w 5799173"/>
              <a:gd name="connsiteY33697" fmla="*/ 2457427 h 5017219"/>
              <a:gd name="connsiteX33698" fmla="*/ 1340469 w 5799173"/>
              <a:gd name="connsiteY33698" fmla="*/ 2439897 h 5017219"/>
              <a:gd name="connsiteX33699" fmla="*/ 1340469 w 5799173"/>
              <a:gd name="connsiteY33699" fmla="*/ 2438485 h 5017219"/>
              <a:gd name="connsiteX33700" fmla="*/ 1350605 w 5799173"/>
              <a:gd name="connsiteY33700" fmla="*/ 2420955 h 5017219"/>
              <a:gd name="connsiteX33701" fmla="*/ 1351851 w 5799173"/>
              <a:gd name="connsiteY33701" fmla="*/ 2420207 h 5017219"/>
              <a:gd name="connsiteX33702" fmla="*/ 1372122 w 5799173"/>
              <a:gd name="connsiteY33702" fmla="*/ 2420207 h 5017219"/>
              <a:gd name="connsiteX33703" fmla="*/ 1373368 w 5799173"/>
              <a:gd name="connsiteY33703" fmla="*/ 2420955 h 5017219"/>
              <a:gd name="connsiteX33704" fmla="*/ 1383504 w 5799173"/>
              <a:gd name="connsiteY33704" fmla="*/ 2438485 h 5017219"/>
              <a:gd name="connsiteX33705" fmla="*/ 1383504 w 5799173"/>
              <a:gd name="connsiteY33705" fmla="*/ 2439897 h 5017219"/>
              <a:gd name="connsiteX33706" fmla="*/ 1373368 w 5799173"/>
              <a:gd name="connsiteY33706" fmla="*/ 2457427 h 5017219"/>
              <a:gd name="connsiteX33707" fmla="*/ 1372122 w 5799173"/>
              <a:gd name="connsiteY33707" fmla="*/ 2458174 h 5017219"/>
              <a:gd name="connsiteX33708" fmla="*/ 1231395 w 5799173"/>
              <a:gd name="connsiteY33708" fmla="*/ 2426003 h 5017219"/>
              <a:gd name="connsiteX33709" fmla="*/ 1230149 w 5799173"/>
              <a:gd name="connsiteY33709" fmla="*/ 2425256 h 5017219"/>
              <a:gd name="connsiteX33710" fmla="*/ 1220014 w 5799173"/>
              <a:gd name="connsiteY33710" fmla="*/ 2407643 h 5017219"/>
              <a:gd name="connsiteX33711" fmla="*/ 1220013 w 5799173"/>
              <a:gd name="connsiteY33711" fmla="*/ 2406231 h 5017219"/>
              <a:gd name="connsiteX33712" fmla="*/ 1230232 w 5799173"/>
              <a:gd name="connsiteY33712" fmla="*/ 2388618 h 5017219"/>
              <a:gd name="connsiteX33713" fmla="*/ 1231478 w 5799173"/>
              <a:gd name="connsiteY33713" fmla="*/ 2387870 h 5017219"/>
              <a:gd name="connsiteX33714" fmla="*/ 1251832 w 5799173"/>
              <a:gd name="connsiteY33714" fmla="*/ 2387870 h 5017219"/>
              <a:gd name="connsiteX33715" fmla="*/ 1253078 w 5799173"/>
              <a:gd name="connsiteY33715" fmla="*/ 2388618 h 5017219"/>
              <a:gd name="connsiteX33716" fmla="*/ 1263215 w 5799173"/>
              <a:gd name="connsiteY33716" fmla="*/ 2406231 h 5017219"/>
              <a:gd name="connsiteX33717" fmla="*/ 1263215 w 5799173"/>
              <a:gd name="connsiteY33717" fmla="*/ 2407643 h 5017219"/>
              <a:gd name="connsiteX33718" fmla="*/ 1252995 w 5799173"/>
              <a:gd name="connsiteY33718" fmla="*/ 2425256 h 5017219"/>
              <a:gd name="connsiteX33719" fmla="*/ 1251749 w 5799173"/>
              <a:gd name="connsiteY33719" fmla="*/ 2426003 h 5017219"/>
              <a:gd name="connsiteX33720" fmla="*/ 2976795 w 5799173"/>
              <a:gd name="connsiteY33720" fmla="*/ 2893681 h 5017219"/>
              <a:gd name="connsiteX33721" fmla="*/ 2975549 w 5799173"/>
              <a:gd name="connsiteY33721" fmla="*/ 2892934 h 5017219"/>
              <a:gd name="connsiteX33722" fmla="*/ 2965413 w 5799173"/>
              <a:gd name="connsiteY33722" fmla="*/ 2875321 h 5017219"/>
              <a:gd name="connsiteX33723" fmla="*/ 2965413 w 5799173"/>
              <a:gd name="connsiteY33723" fmla="*/ 2873910 h 5017219"/>
              <a:gd name="connsiteX33724" fmla="*/ 2975632 w 5799173"/>
              <a:gd name="connsiteY33724" fmla="*/ 2856297 h 5017219"/>
              <a:gd name="connsiteX33725" fmla="*/ 2976878 w 5799173"/>
              <a:gd name="connsiteY33725" fmla="*/ 2855549 h 5017219"/>
              <a:gd name="connsiteX33726" fmla="*/ 2997232 w 5799173"/>
              <a:gd name="connsiteY33726" fmla="*/ 2855549 h 5017219"/>
              <a:gd name="connsiteX33727" fmla="*/ 2998479 w 5799173"/>
              <a:gd name="connsiteY33727" fmla="*/ 2856296 h 5017219"/>
              <a:gd name="connsiteX33728" fmla="*/ 3008614 w 5799173"/>
              <a:gd name="connsiteY33728" fmla="*/ 2873910 h 5017219"/>
              <a:gd name="connsiteX33729" fmla="*/ 3008615 w 5799173"/>
              <a:gd name="connsiteY33729" fmla="*/ 2875321 h 5017219"/>
              <a:gd name="connsiteX33730" fmla="*/ 2998395 w 5799173"/>
              <a:gd name="connsiteY33730" fmla="*/ 2892934 h 5017219"/>
              <a:gd name="connsiteX33731" fmla="*/ 2997149 w 5799173"/>
              <a:gd name="connsiteY33731" fmla="*/ 2893681 h 5017219"/>
              <a:gd name="connsiteX33732" fmla="*/ 1171187 w 5799173"/>
              <a:gd name="connsiteY33732" fmla="*/ 2410040 h 5017219"/>
              <a:gd name="connsiteX33733" fmla="*/ 1169941 w 5799173"/>
              <a:gd name="connsiteY33733" fmla="*/ 2409293 h 5017219"/>
              <a:gd name="connsiteX33734" fmla="*/ 1159722 w 5799173"/>
              <a:gd name="connsiteY33734" fmla="*/ 2391597 h 5017219"/>
              <a:gd name="connsiteX33735" fmla="*/ 1159722 w 5799173"/>
              <a:gd name="connsiteY33735" fmla="*/ 2390185 h 5017219"/>
              <a:gd name="connsiteX33736" fmla="*/ 1169941 w 5799173"/>
              <a:gd name="connsiteY33736" fmla="*/ 2372489 h 5017219"/>
              <a:gd name="connsiteX33737" fmla="*/ 1171187 w 5799173"/>
              <a:gd name="connsiteY33737" fmla="*/ 2371741 h 5017219"/>
              <a:gd name="connsiteX33738" fmla="*/ 1191624 w 5799173"/>
              <a:gd name="connsiteY33738" fmla="*/ 2371741 h 5017219"/>
              <a:gd name="connsiteX33739" fmla="*/ 1192871 w 5799173"/>
              <a:gd name="connsiteY33739" fmla="*/ 2372489 h 5017219"/>
              <a:gd name="connsiteX33740" fmla="*/ 1203089 w 5799173"/>
              <a:gd name="connsiteY33740" fmla="*/ 2390185 h 5017219"/>
              <a:gd name="connsiteX33741" fmla="*/ 1203089 w 5799173"/>
              <a:gd name="connsiteY33741" fmla="*/ 2391597 h 5017219"/>
              <a:gd name="connsiteX33742" fmla="*/ 1192871 w 5799173"/>
              <a:gd name="connsiteY33742" fmla="*/ 2409293 h 5017219"/>
              <a:gd name="connsiteX33743" fmla="*/ 1191624 w 5799173"/>
              <a:gd name="connsiteY33743" fmla="*/ 2410040 h 5017219"/>
              <a:gd name="connsiteX33744" fmla="*/ 3638822 w 5799173"/>
              <a:gd name="connsiteY33744" fmla="*/ 3071241 h 5017219"/>
              <a:gd name="connsiteX33745" fmla="*/ 3637576 w 5799173"/>
              <a:gd name="connsiteY33745" fmla="*/ 3070494 h 5017219"/>
              <a:gd name="connsiteX33746" fmla="*/ 3627357 w 5799173"/>
              <a:gd name="connsiteY33746" fmla="*/ 3052798 h 5017219"/>
              <a:gd name="connsiteX33747" fmla="*/ 3627357 w 5799173"/>
              <a:gd name="connsiteY33747" fmla="*/ 3051386 h 5017219"/>
              <a:gd name="connsiteX33748" fmla="*/ 3637576 w 5799173"/>
              <a:gd name="connsiteY33748" fmla="*/ 3033690 h 5017219"/>
              <a:gd name="connsiteX33749" fmla="*/ 3638822 w 5799173"/>
              <a:gd name="connsiteY33749" fmla="*/ 3032942 h 5017219"/>
              <a:gd name="connsiteX33750" fmla="*/ 3659259 w 5799173"/>
              <a:gd name="connsiteY33750" fmla="*/ 3032942 h 5017219"/>
              <a:gd name="connsiteX33751" fmla="*/ 3660506 w 5799173"/>
              <a:gd name="connsiteY33751" fmla="*/ 3033690 h 5017219"/>
              <a:gd name="connsiteX33752" fmla="*/ 3670724 w 5799173"/>
              <a:gd name="connsiteY33752" fmla="*/ 3051386 h 5017219"/>
              <a:gd name="connsiteX33753" fmla="*/ 3670724 w 5799173"/>
              <a:gd name="connsiteY33753" fmla="*/ 3052798 h 5017219"/>
              <a:gd name="connsiteX33754" fmla="*/ 3660506 w 5799173"/>
              <a:gd name="connsiteY33754" fmla="*/ 3070494 h 5017219"/>
              <a:gd name="connsiteX33755" fmla="*/ 3659259 w 5799173"/>
              <a:gd name="connsiteY33755" fmla="*/ 3071241 h 5017219"/>
              <a:gd name="connsiteX33756" fmla="*/ 1291404 w 5799173"/>
              <a:gd name="connsiteY33756" fmla="*/ 2442545 h 5017219"/>
              <a:gd name="connsiteX33757" fmla="*/ 1290158 w 5799173"/>
              <a:gd name="connsiteY33757" fmla="*/ 2441797 h 5017219"/>
              <a:gd name="connsiteX33758" fmla="*/ 1279773 w 5799173"/>
              <a:gd name="connsiteY33758" fmla="*/ 2423852 h 5017219"/>
              <a:gd name="connsiteX33759" fmla="*/ 1279773 w 5799173"/>
              <a:gd name="connsiteY33759" fmla="*/ 2422357 h 5017219"/>
              <a:gd name="connsiteX33760" fmla="*/ 1290158 w 5799173"/>
              <a:gd name="connsiteY33760" fmla="*/ 2404412 h 5017219"/>
              <a:gd name="connsiteX33761" fmla="*/ 1291404 w 5799173"/>
              <a:gd name="connsiteY33761" fmla="*/ 2403664 h 5017219"/>
              <a:gd name="connsiteX33762" fmla="*/ 1312174 w 5799173"/>
              <a:gd name="connsiteY33762" fmla="*/ 2403664 h 5017219"/>
              <a:gd name="connsiteX33763" fmla="*/ 1313420 w 5799173"/>
              <a:gd name="connsiteY33763" fmla="*/ 2404412 h 5017219"/>
              <a:gd name="connsiteX33764" fmla="*/ 1323805 w 5799173"/>
              <a:gd name="connsiteY33764" fmla="*/ 2422357 h 5017219"/>
              <a:gd name="connsiteX33765" fmla="*/ 1323805 w 5799173"/>
              <a:gd name="connsiteY33765" fmla="*/ 2423852 h 5017219"/>
              <a:gd name="connsiteX33766" fmla="*/ 1313420 w 5799173"/>
              <a:gd name="connsiteY33766" fmla="*/ 2441797 h 5017219"/>
              <a:gd name="connsiteX33767" fmla="*/ 1312174 w 5799173"/>
              <a:gd name="connsiteY33767" fmla="*/ 2442545 h 5017219"/>
              <a:gd name="connsiteX33768" fmla="*/ 1772894 w 5799173"/>
              <a:gd name="connsiteY33768" fmla="*/ 2571560 h 5017219"/>
              <a:gd name="connsiteX33769" fmla="*/ 1771648 w 5799173"/>
              <a:gd name="connsiteY33769" fmla="*/ 2570812 h 5017219"/>
              <a:gd name="connsiteX33770" fmla="*/ 1761263 w 5799173"/>
              <a:gd name="connsiteY33770" fmla="*/ 2552867 h 5017219"/>
              <a:gd name="connsiteX33771" fmla="*/ 1761263 w 5799173"/>
              <a:gd name="connsiteY33771" fmla="*/ 2551372 h 5017219"/>
              <a:gd name="connsiteX33772" fmla="*/ 1771648 w 5799173"/>
              <a:gd name="connsiteY33772" fmla="*/ 2533427 h 5017219"/>
              <a:gd name="connsiteX33773" fmla="*/ 1772894 w 5799173"/>
              <a:gd name="connsiteY33773" fmla="*/ 2532679 h 5017219"/>
              <a:gd name="connsiteX33774" fmla="*/ 1793664 w 5799173"/>
              <a:gd name="connsiteY33774" fmla="*/ 2532679 h 5017219"/>
              <a:gd name="connsiteX33775" fmla="*/ 1794910 w 5799173"/>
              <a:gd name="connsiteY33775" fmla="*/ 2533427 h 5017219"/>
              <a:gd name="connsiteX33776" fmla="*/ 1805295 w 5799173"/>
              <a:gd name="connsiteY33776" fmla="*/ 2551372 h 5017219"/>
              <a:gd name="connsiteX33777" fmla="*/ 1805295 w 5799173"/>
              <a:gd name="connsiteY33777" fmla="*/ 2552867 h 5017219"/>
              <a:gd name="connsiteX33778" fmla="*/ 1794910 w 5799173"/>
              <a:gd name="connsiteY33778" fmla="*/ 2570812 h 5017219"/>
              <a:gd name="connsiteX33779" fmla="*/ 1793664 w 5799173"/>
              <a:gd name="connsiteY33779" fmla="*/ 2571560 h 5017219"/>
              <a:gd name="connsiteX33780" fmla="*/ 3036804 w 5799173"/>
              <a:gd name="connsiteY33780" fmla="*/ 2910224 h 5017219"/>
              <a:gd name="connsiteX33781" fmla="*/ 3035558 w 5799173"/>
              <a:gd name="connsiteY33781" fmla="*/ 2909476 h 5017219"/>
              <a:gd name="connsiteX33782" fmla="*/ 3025173 w 5799173"/>
              <a:gd name="connsiteY33782" fmla="*/ 2891531 h 5017219"/>
              <a:gd name="connsiteX33783" fmla="*/ 3025173 w 5799173"/>
              <a:gd name="connsiteY33783" fmla="*/ 2890036 h 5017219"/>
              <a:gd name="connsiteX33784" fmla="*/ 3035558 w 5799173"/>
              <a:gd name="connsiteY33784" fmla="*/ 2872091 h 5017219"/>
              <a:gd name="connsiteX33785" fmla="*/ 3036804 w 5799173"/>
              <a:gd name="connsiteY33785" fmla="*/ 2871343 h 5017219"/>
              <a:gd name="connsiteX33786" fmla="*/ 3057574 w 5799173"/>
              <a:gd name="connsiteY33786" fmla="*/ 2871343 h 5017219"/>
              <a:gd name="connsiteX33787" fmla="*/ 3058820 w 5799173"/>
              <a:gd name="connsiteY33787" fmla="*/ 2872091 h 5017219"/>
              <a:gd name="connsiteX33788" fmla="*/ 3069205 w 5799173"/>
              <a:gd name="connsiteY33788" fmla="*/ 2890036 h 5017219"/>
              <a:gd name="connsiteX33789" fmla="*/ 3069205 w 5799173"/>
              <a:gd name="connsiteY33789" fmla="*/ 2891531 h 5017219"/>
              <a:gd name="connsiteX33790" fmla="*/ 3058820 w 5799173"/>
              <a:gd name="connsiteY33790" fmla="*/ 2909476 h 5017219"/>
              <a:gd name="connsiteX33791" fmla="*/ 3057574 w 5799173"/>
              <a:gd name="connsiteY33791" fmla="*/ 2910224 h 5017219"/>
              <a:gd name="connsiteX33792" fmla="*/ 2735790 w 5799173"/>
              <a:gd name="connsiteY33792" fmla="*/ 2829755 h 5017219"/>
              <a:gd name="connsiteX33793" fmla="*/ 2734544 w 5799173"/>
              <a:gd name="connsiteY33793" fmla="*/ 2829007 h 5017219"/>
              <a:gd name="connsiteX33794" fmla="*/ 2724076 w 5799173"/>
              <a:gd name="connsiteY33794" fmla="*/ 2810896 h 5017219"/>
              <a:gd name="connsiteX33795" fmla="*/ 2724076 w 5799173"/>
              <a:gd name="connsiteY33795" fmla="*/ 2809401 h 5017219"/>
              <a:gd name="connsiteX33796" fmla="*/ 2734544 w 5799173"/>
              <a:gd name="connsiteY33796" fmla="*/ 2791290 h 5017219"/>
              <a:gd name="connsiteX33797" fmla="*/ 2735790 w 5799173"/>
              <a:gd name="connsiteY33797" fmla="*/ 2790542 h 5017219"/>
              <a:gd name="connsiteX33798" fmla="*/ 2756726 w 5799173"/>
              <a:gd name="connsiteY33798" fmla="*/ 2790542 h 5017219"/>
              <a:gd name="connsiteX33799" fmla="*/ 2757972 w 5799173"/>
              <a:gd name="connsiteY33799" fmla="*/ 2791290 h 5017219"/>
              <a:gd name="connsiteX33800" fmla="*/ 2768440 w 5799173"/>
              <a:gd name="connsiteY33800" fmla="*/ 2809400 h 5017219"/>
              <a:gd name="connsiteX33801" fmla="*/ 2768440 w 5799173"/>
              <a:gd name="connsiteY33801" fmla="*/ 2810896 h 5017219"/>
              <a:gd name="connsiteX33802" fmla="*/ 2757972 w 5799173"/>
              <a:gd name="connsiteY33802" fmla="*/ 2829007 h 5017219"/>
              <a:gd name="connsiteX33803" fmla="*/ 2756726 w 5799173"/>
              <a:gd name="connsiteY33803" fmla="*/ 2829755 h 5017219"/>
              <a:gd name="connsiteX33804" fmla="*/ 2795976 w 5799173"/>
              <a:gd name="connsiteY33804" fmla="*/ 2845881 h 5017219"/>
              <a:gd name="connsiteX33805" fmla="*/ 2794730 w 5799173"/>
              <a:gd name="connsiteY33805" fmla="*/ 2845133 h 5017219"/>
              <a:gd name="connsiteX33806" fmla="*/ 2784262 w 5799173"/>
              <a:gd name="connsiteY33806" fmla="*/ 2827023 h 5017219"/>
              <a:gd name="connsiteX33807" fmla="*/ 2784262 w 5799173"/>
              <a:gd name="connsiteY33807" fmla="*/ 2825527 h 5017219"/>
              <a:gd name="connsiteX33808" fmla="*/ 2794730 w 5799173"/>
              <a:gd name="connsiteY33808" fmla="*/ 2807416 h 5017219"/>
              <a:gd name="connsiteX33809" fmla="*/ 2795976 w 5799173"/>
              <a:gd name="connsiteY33809" fmla="*/ 2806668 h 5017219"/>
              <a:gd name="connsiteX33810" fmla="*/ 2816912 w 5799173"/>
              <a:gd name="connsiteY33810" fmla="*/ 2806668 h 5017219"/>
              <a:gd name="connsiteX33811" fmla="*/ 2818158 w 5799173"/>
              <a:gd name="connsiteY33811" fmla="*/ 2807416 h 5017219"/>
              <a:gd name="connsiteX33812" fmla="*/ 2828626 w 5799173"/>
              <a:gd name="connsiteY33812" fmla="*/ 2825527 h 5017219"/>
              <a:gd name="connsiteX33813" fmla="*/ 2828626 w 5799173"/>
              <a:gd name="connsiteY33813" fmla="*/ 2827022 h 5017219"/>
              <a:gd name="connsiteX33814" fmla="*/ 2818158 w 5799173"/>
              <a:gd name="connsiteY33814" fmla="*/ 2845133 h 5017219"/>
              <a:gd name="connsiteX33815" fmla="*/ 2816912 w 5799173"/>
              <a:gd name="connsiteY33815" fmla="*/ 2845881 h 5017219"/>
              <a:gd name="connsiteX33816" fmla="*/ 4481191 w 5799173"/>
              <a:gd name="connsiteY33816" fmla="*/ 3297433 h 5017219"/>
              <a:gd name="connsiteX33817" fmla="*/ 4479945 w 5799173"/>
              <a:gd name="connsiteY33817" fmla="*/ 3296685 h 5017219"/>
              <a:gd name="connsiteX33818" fmla="*/ 4469477 w 5799173"/>
              <a:gd name="connsiteY33818" fmla="*/ 3278575 h 5017219"/>
              <a:gd name="connsiteX33819" fmla="*/ 4469477 w 5799173"/>
              <a:gd name="connsiteY33819" fmla="*/ 3277079 h 5017219"/>
              <a:gd name="connsiteX33820" fmla="*/ 4479945 w 5799173"/>
              <a:gd name="connsiteY33820" fmla="*/ 3258968 h 5017219"/>
              <a:gd name="connsiteX33821" fmla="*/ 4481191 w 5799173"/>
              <a:gd name="connsiteY33821" fmla="*/ 3258220 h 5017219"/>
              <a:gd name="connsiteX33822" fmla="*/ 4502127 w 5799173"/>
              <a:gd name="connsiteY33822" fmla="*/ 3258220 h 5017219"/>
              <a:gd name="connsiteX33823" fmla="*/ 4503373 w 5799173"/>
              <a:gd name="connsiteY33823" fmla="*/ 3258968 h 5017219"/>
              <a:gd name="connsiteX33824" fmla="*/ 4513841 w 5799173"/>
              <a:gd name="connsiteY33824" fmla="*/ 3277079 h 5017219"/>
              <a:gd name="connsiteX33825" fmla="*/ 4513841 w 5799173"/>
              <a:gd name="connsiteY33825" fmla="*/ 3278574 h 5017219"/>
              <a:gd name="connsiteX33826" fmla="*/ 4503373 w 5799173"/>
              <a:gd name="connsiteY33826" fmla="*/ 3296685 h 5017219"/>
              <a:gd name="connsiteX33827" fmla="*/ 4502127 w 5799173"/>
              <a:gd name="connsiteY33827" fmla="*/ 3297433 h 5017219"/>
              <a:gd name="connsiteX33828" fmla="*/ 1411633 w 5799173"/>
              <a:gd name="connsiteY33828" fmla="*/ 2475040 h 5017219"/>
              <a:gd name="connsiteX33829" fmla="*/ 1410387 w 5799173"/>
              <a:gd name="connsiteY33829" fmla="*/ 2474292 h 5017219"/>
              <a:gd name="connsiteX33830" fmla="*/ 1399836 w 5799173"/>
              <a:gd name="connsiteY33830" fmla="*/ 2456015 h 5017219"/>
              <a:gd name="connsiteX33831" fmla="*/ 1399836 w 5799173"/>
              <a:gd name="connsiteY33831" fmla="*/ 2454519 h 5017219"/>
              <a:gd name="connsiteX33832" fmla="*/ 1410387 w 5799173"/>
              <a:gd name="connsiteY33832" fmla="*/ 2436242 h 5017219"/>
              <a:gd name="connsiteX33833" fmla="*/ 1411633 w 5799173"/>
              <a:gd name="connsiteY33833" fmla="*/ 2435494 h 5017219"/>
              <a:gd name="connsiteX33834" fmla="*/ 1432652 w 5799173"/>
              <a:gd name="connsiteY33834" fmla="*/ 2435494 h 5017219"/>
              <a:gd name="connsiteX33835" fmla="*/ 1433898 w 5799173"/>
              <a:gd name="connsiteY33835" fmla="*/ 2436242 h 5017219"/>
              <a:gd name="connsiteX33836" fmla="*/ 1444450 w 5799173"/>
              <a:gd name="connsiteY33836" fmla="*/ 2454519 h 5017219"/>
              <a:gd name="connsiteX33837" fmla="*/ 1444450 w 5799173"/>
              <a:gd name="connsiteY33837" fmla="*/ 2456015 h 5017219"/>
              <a:gd name="connsiteX33838" fmla="*/ 1433898 w 5799173"/>
              <a:gd name="connsiteY33838" fmla="*/ 2474292 h 5017219"/>
              <a:gd name="connsiteX33839" fmla="*/ 1432652 w 5799173"/>
              <a:gd name="connsiteY33839" fmla="*/ 2475040 h 5017219"/>
              <a:gd name="connsiteX33840" fmla="*/ 1652378 w 5799173"/>
              <a:gd name="connsiteY33840" fmla="*/ 2539547 h 5017219"/>
              <a:gd name="connsiteX33841" fmla="*/ 1651131 w 5799173"/>
              <a:gd name="connsiteY33841" fmla="*/ 2538799 h 5017219"/>
              <a:gd name="connsiteX33842" fmla="*/ 1640581 w 5799173"/>
              <a:gd name="connsiteY33842" fmla="*/ 2520522 h 5017219"/>
              <a:gd name="connsiteX33843" fmla="*/ 1640580 w 5799173"/>
              <a:gd name="connsiteY33843" fmla="*/ 2519026 h 5017219"/>
              <a:gd name="connsiteX33844" fmla="*/ 1651131 w 5799173"/>
              <a:gd name="connsiteY33844" fmla="*/ 2500749 h 5017219"/>
              <a:gd name="connsiteX33845" fmla="*/ 1652377 w 5799173"/>
              <a:gd name="connsiteY33845" fmla="*/ 2500001 h 5017219"/>
              <a:gd name="connsiteX33846" fmla="*/ 1673397 w 5799173"/>
              <a:gd name="connsiteY33846" fmla="*/ 2500001 h 5017219"/>
              <a:gd name="connsiteX33847" fmla="*/ 1674642 w 5799173"/>
              <a:gd name="connsiteY33847" fmla="*/ 2500749 h 5017219"/>
              <a:gd name="connsiteX33848" fmla="*/ 1685195 w 5799173"/>
              <a:gd name="connsiteY33848" fmla="*/ 2519026 h 5017219"/>
              <a:gd name="connsiteX33849" fmla="*/ 1685194 w 5799173"/>
              <a:gd name="connsiteY33849" fmla="*/ 2520522 h 5017219"/>
              <a:gd name="connsiteX33850" fmla="*/ 1674642 w 5799173"/>
              <a:gd name="connsiteY33850" fmla="*/ 2538799 h 5017219"/>
              <a:gd name="connsiteX33851" fmla="*/ 1673396 w 5799173"/>
              <a:gd name="connsiteY33851" fmla="*/ 2539547 h 5017219"/>
              <a:gd name="connsiteX33852" fmla="*/ 2916264 w 5799173"/>
              <a:gd name="connsiteY33852" fmla="*/ 2878395 h 5017219"/>
              <a:gd name="connsiteX33853" fmla="*/ 2914935 w 5799173"/>
              <a:gd name="connsiteY33853" fmla="*/ 2877647 h 5017219"/>
              <a:gd name="connsiteX33854" fmla="*/ 2904385 w 5799173"/>
              <a:gd name="connsiteY33854" fmla="*/ 2859287 h 5017219"/>
              <a:gd name="connsiteX33855" fmla="*/ 2904384 w 5799173"/>
              <a:gd name="connsiteY33855" fmla="*/ 2857791 h 5017219"/>
              <a:gd name="connsiteX33856" fmla="*/ 2914935 w 5799173"/>
              <a:gd name="connsiteY33856" fmla="*/ 2839431 h 5017219"/>
              <a:gd name="connsiteX33857" fmla="*/ 2916265 w 5799173"/>
              <a:gd name="connsiteY33857" fmla="*/ 2838683 h 5017219"/>
              <a:gd name="connsiteX33858" fmla="*/ 2937449 w 5799173"/>
              <a:gd name="connsiteY33858" fmla="*/ 2838683 h 5017219"/>
              <a:gd name="connsiteX33859" fmla="*/ 2938779 w 5799173"/>
              <a:gd name="connsiteY33859" fmla="*/ 2839431 h 5017219"/>
              <a:gd name="connsiteX33860" fmla="*/ 2949330 w 5799173"/>
              <a:gd name="connsiteY33860" fmla="*/ 2857791 h 5017219"/>
              <a:gd name="connsiteX33861" fmla="*/ 2949330 w 5799173"/>
              <a:gd name="connsiteY33861" fmla="*/ 2859287 h 5017219"/>
              <a:gd name="connsiteX33862" fmla="*/ 2938780 w 5799173"/>
              <a:gd name="connsiteY33862" fmla="*/ 2877647 h 5017219"/>
              <a:gd name="connsiteX33863" fmla="*/ 2937449 w 5799173"/>
              <a:gd name="connsiteY33863" fmla="*/ 2878395 h 5017219"/>
              <a:gd name="connsiteX33864" fmla="*/ 3397754 w 5799173"/>
              <a:gd name="connsiteY33864" fmla="*/ 3007410 h 5017219"/>
              <a:gd name="connsiteX33865" fmla="*/ 3396425 w 5799173"/>
              <a:gd name="connsiteY33865" fmla="*/ 3006662 h 5017219"/>
              <a:gd name="connsiteX33866" fmla="*/ 3385874 w 5799173"/>
              <a:gd name="connsiteY33866" fmla="*/ 2988302 h 5017219"/>
              <a:gd name="connsiteX33867" fmla="*/ 3385874 w 5799173"/>
              <a:gd name="connsiteY33867" fmla="*/ 2986806 h 5017219"/>
              <a:gd name="connsiteX33868" fmla="*/ 3396425 w 5799173"/>
              <a:gd name="connsiteY33868" fmla="*/ 2968446 h 5017219"/>
              <a:gd name="connsiteX33869" fmla="*/ 3397754 w 5799173"/>
              <a:gd name="connsiteY33869" fmla="*/ 2967698 h 5017219"/>
              <a:gd name="connsiteX33870" fmla="*/ 3418939 w 5799173"/>
              <a:gd name="connsiteY33870" fmla="*/ 2967698 h 5017219"/>
              <a:gd name="connsiteX33871" fmla="*/ 3420269 w 5799173"/>
              <a:gd name="connsiteY33871" fmla="*/ 2968446 h 5017219"/>
              <a:gd name="connsiteX33872" fmla="*/ 3430820 w 5799173"/>
              <a:gd name="connsiteY33872" fmla="*/ 2986806 h 5017219"/>
              <a:gd name="connsiteX33873" fmla="*/ 3430820 w 5799173"/>
              <a:gd name="connsiteY33873" fmla="*/ 2988302 h 5017219"/>
              <a:gd name="connsiteX33874" fmla="*/ 3420269 w 5799173"/>
              <a:gd name="connsiteY33874" fmla="*/ 3006662 h 5017219"/>
              <a:gd name="connsiteX33875" fmla="*/ 3418939 w 5799173"/>
              <a:gd name="connsiteY33875" fmla="*/ 3007410 h 5017219"/>
              <a:gd name="connsiteX33876" fmla="*/ 1592086 w 5799173"/>
              <a:gd name="connsiteY33876" fmla="*/ 2523677 h 5017219"/>
              <a:gd name="connsiteX33877" fmla="*/ 1590757 w 5799173"/>
              <a:gd name="connsiteY33877" fmla="*/ 2522929 h 5017219"/>
              <a:gd name="connsiteX33878" fmla="*/ 1580122 w 5799173"/>
              <a:gd name="connsiteY33878" fmla="*/ 2504486 h 5017219"/>
              <a:gd name="connsiteX33879" fmla="*/ 1580123 w 5799173"/>
              <a:gd name="connsiteY33879" fmla="*/ 2502990 h 5017219"/>
              <a:gd name="connsiteX33880" fmla="*/ 1590757 w 5799173"/>
              <a:gd name="connsiteY33880" fmla="*/ 2484548 h 5017219"/>
              <a:gd name="connsiteX33881" fmla="*/ 1592086 w 5799173"/>
              <a:gd name="connsiteY33881" fmla="*/ 2483800 h 5017219"/>
              <a:gd name="connsiteX33882" fmla="*/ 1613355 w 5799173"/>
              <a:gd name="connsiteY33882" fmla="*/ 2483799 h 5017219"/>
              <a:gd name="connsiteX33883" fmla="*/ 1614684 w 5799173"/>
              <a:gd name="connsiteY33883" fmla="*/ 2484548 h 5017219"/>
              <a:gd name="connsiteX33884" fmla="*/ 1625318 w 5799173"/>
              <a:gd name="connsiteY33884" fmla="*/ 2502991 h 5017219"/>
              <a:gd name="connsiteX33885" fmla="*/ 1625317 w 5799173"/>
              <a:gd name="connsiteY33885" fmla="*/ 2504486 h 5017219"/>
              <a:gd name="connsiteX33886" fmla="*/ 1614684 w 5799173"/>
              <a:gd name="connsiteY33886" fmla="*/ 2522929 h 5017219"/>
              <a:gd name="connsiteX33887" fmla="*/ 1613355 w 5799173"/>
              <a:gd name="connsiteY33887" fmla="*/ 2523677 h 5017219"/>
              <a:gd name="connsiteX33888" fmla="*/ 3698604 w 5799173"/>
              <a:gd name="connsiteY33888" fmla="*/ 3088117 h 5017219"/>
              <a:gd name="connsiteX33889" fmla="*/ 3697275 w 5799173"/>
              <a:gd name="connsiteY33889" fmla="*/ 3087369 h 5017219"/>
              <a:gd name="connsiteX33890" fmla="*/ 3686641 w 5799173"/>
              <a:gd name="connsiteY33890" fmla="*/ 3068926 h 5017219"/>
              <a:gd name="connsiteX33891" fmla="*/ 3686641 w 5799173"/>
              <a:gd name="connsiteY33891" fmla="*/ 3067430 h 5017219"/>
              <a:gd name="connsiteX33892" fmla="*/ 3697275 w 5799173"/>
              <a:gd name="connsiteY33892" fmla="*/ 3048987 h 5017219"/>
              <a:gd name="connsiteX33893" fmla="*/ 3698604 w 5799173"/>
              <a:gd name="connsiteY33893" fmla="*/ 3048239 h 5017219"/>
              <a:gd name="connsiteX33894" fmla="*/ 3719873 w 5799173"/>
              <a:gd name="connsiteY33894" fmla="*/ 3048239 h 5017219"/>
              <a:gd name="connsiteX33895" fmla="*/ 3721202 w 5799173"/>
              <a:gd name="connsiteY33895" fmla="*/ 3048987 h 5017219"/>
              <a:gd name="connsiteX33896" fmla="*/ 3731836 w 5799173"/>
              <a:gd name="connsiteY33896" fmla="*/ 3067430 h 5017219"/>
              <a:gd name="connsiteX33897" fmla="*/ 3731836 w 5799173"/>
              <a:gd name="connsiteY33897" fmla="*/ 3068926 h 5017219"/>
              <a:gd name="connsiteX33898" fmla="*/ 3721202 w 5799173"/>
              <a:gd name="connsiteY33898" fmla="*/ 3087369 h 5017219"/>
              <a:gd name="connsiteX33899" fmla="*/ 3719873 w 5799173"/>
              <a:gd name="connsiteY33899" fmla="*/ 3088117 h 5017219"/>
              <a:gd name="connsiteX33900" fmla="*/ 1471630 w 5799173"/>
              <a:gd name="connsiteY33900" fmla="*/ 2491506 h 5017219"/>
              <a:gd name="connsiteX33901" fmla="*/ 1470300 w 5799173"/>
              <a:gd name="connsiteY33901" fmla="*/ 2490758 h 5017219"/>
              <a:gd name="connsiteX33902" fmla="*/ 1459666 w 5799173"/>
              <a:gd name="connsiteY33902" fmla="*/ 2472232 h 5017219"/>
              <a:gd name="connsiteX33903" fmla="*/ 1459666 w 5799173"/>
              <a:gd name="connsiteY33903" fmla="*/ 2470736 h 5017219"/>
              <a:gd name="connsiteX33904" fmla="*/ 1470383 w 5799173"/>
              <a:gd name="connsiteY33904" fmla="*/ 2452210 h 5017219"/>
              <a:gd name="connsiteX33905" fmla="*/ 1471712 w 5799173"/>
              <a:gd name="connsiteY33905" fmla="*/ 2451462 h 5017219"/>
              <a:gd name="connsiteX33906" fmla="*/ 1493064 w 5799173"/>
              <a:gd name="connsiteY33906" fmla="*/ 2451461 h 5017219"/>
              <a:gd name="connsiteX33907" fmla="*/ 1494393 w 5799173"/>
              <a:gd name="connsiteY33907" fmla="*/ 2452210 h 5017219"/>
              <a:gd name="connsiteX33908" fmla="*/ 1505027 w 5799173"/>
              <a:gd name="connsiteY33908" fmla="*/ 2470735 h 5017219"/>
              <a:gd name="connsiteX33909" fmla="*/ 1505027 w 5799173"/>
              <a:gd name="connsiteY33909" fmla="*/ 2472232 h 5017219"/>
              <a:gd name="connsiteX33910" fmla="*/ 1494310 w 5799173"/>
              <a:gd name="connsiteY33910" fmla="*/ 2490758 h 5017219"/>
              <a:gd name="connsiteX33911" fmla="*/ 1492981 w 5799173"/>
              <a:gd name="connsiteY33911" fmla="*/ 2491505 h 5017219"/>
              <a:gd name="connsiteX33912" fmla="*/ 1712375 w 5799173"/>
              <a:gd name="connsiteY33912" fmla="*/ 2556013 h 5017219"/>
              <a:gd name="connsiteX33913" fmla="*/ 1711045 w 5799173"/>
              <a:gd name="connsiteY33913" fmla="*/ 2555266 h 5017219"/>
              <a:gd name="connsiteX33914" fmla="*/ 1700412 w 5799173"/>
              <a:gd name="connsiteY33914" fmla="*/ 2536739 h 5017219"/>
              <a:gd name="connsiteX33915" fmla="*/ 1700411 w 5799173"/>
              <a:gd name="connsiteY33915" fmla="*/ 2535243 h 5017219"/>
              <a:gd name="connsiteX33916" fmla="*/ 1711128 w 5799173"/>
              <a:gd name="connsiteY33916" fmla="*/ 2516717 h 5017219"/>
              <a:gd name="connsiteX33917" fmla="*/ 1712458 w 5799173"/>
              <a:gd name="connsiteY33917" fmla="*/ 2515969 h 5017219"/>
              <a:gd name="connsiteX33918" fmla="*/ 1733809 w 5799173"/>
              <a:gd name="connsiteY33918" fmla="*/ 2515969 h 5017219"/>
              <a:gd name="connsiteX33919" fmla="*/ 1735138 w 5799173"/>
              <a:gd name="connsiteY33919" fmla="*/ 2516717 h 5017219"/>
              <a:gd name="connsiteX33920" fmla="*/ 1745772 w 5799173"/>
              <a:gd name="connsiteY33920" fmla="*/ 2535243 h 5017219"/>
              <a:gd name="connsiteX33921" fmla="*/ 1745773 w 5799173"/>
              <a:gd name="connsiteY33921" fmla="*/ 2536739 h 5017219"/>
              <a:gd name="connsiteX33922" fmla="*/ 1735055 w 5799173"/>
              <a:gd name="connsiteY33922" fmla="*/ 2555266 h 5017219"/>
              <a:gd name="connsiteX33923" fmla="*/ 1733726 w 5799173"/>
              <a:gd name="connsiteY33923" fmla="*/ 2556013 h 5017219"/>
              <a:gd name="connsiteX33924" fmla="*/ 1531817 w 5799173"/>
              <a:gd name="connsiteY33924" fmla="*/ 2507718 h 5017219"/>
              <a:gd name="connsiteX33925" fmla="*/ 1530487 w 5799173"/>
              <a:gd name="connsiteY33925" fmla="*/ 2506970 h 5017219"/>
              <a:gd name="connsiteX33926" fmla="*/ 1519769 w 5799173"/>
              <a:gd name="connsiteY33926" fmla="*/ 2488360 h 5017219"/>
              <a:gd name="connsiteX33927" fmla="*/ 1519770 w 5799173"/>
              <a:gd name="connsiteY33927" fmla="*/ 2486865 h 5017219"/>
              <a:gd name="connsiteX33928" fmla="*/ 1530487 w 5799173"/>
              <a:gd name="connsiteY33928" fmla="*/ 2468255 h 5017219"/>
              <a:gd name="connsiteX33929" fmla="*/ 1531817 w 5799173"/>
              <a:gd name="connsiteY33929" fmla="*/ 2467507 h 5017219"/>
              <a:gd name="connsiteX33930" fmla="*/ 1553251 w 5799173"/>
              <a:gd name="connsiteY33930" fmla="*/ 2467507 h 5017219"/>
              <a:gd name="connsiteX33931" fmla="*/ 1554580 w 5799173"/>
              <a:gd name="connsiteY33931" fmla="*/ 2468255 h 5017219"/>
              <a:gd name="connsiteX33932" fmla="*/ 1565297 w 5799173"/>
              <a:gd name="connsiteY33932" fmla="*/ 2486864 h 5017219"/>
              <a:gd name="connsiteX33933" fmla="*/ 1565297 w 5799173"/>
              <a:gd name="connsiteY33933" fmla="*/ 2488360 h 5017219"/>
              <a:gd name="connsiteX33934" fmla="*/ 1554579 w 5799173"/>
              <a:gd name="connsiteY33934" fmla="*/ 2506969 h 5017219"/>
              <a:gd name="connsiteX33935" fmla="*/ 1553251 w 5799173"/>
              <a:gd name="connsiteY33935" fmla="*/ 2507718 h 5017219"/>
              <a:gd name="connsiteX33936" fmla="*/ 3578066 w 5799173"/>
              <a:gd name="connsiteY33936" fmla="*/ 3056112 h 5017219"/>
              <a:gd name="connsiteX33937" fmla="*/ 3576736 w 5799173"/>
              <a:gd name="connsiteY33937" fmla="*/ 3055365 h 5017219"/>
              <a:gd name="connsiteX33938" fmla="*/ 3565936 w 5799173"/>
              <a:gd name="connsiteY33938" fmla="*/ 3036672 h 5017219"/>
              <a:gd name="connsiteX33939" fmla="*/ 3565936 w 5799173"/>
              <a:gd name="connsiteY33939" fmla="*/ 3035176 h 5017219"/>
              <a:gd name="connsiteX33940" fmla="*/ 3576736 w 5799173"/>
              <a:gd name="connsiteY33940" fmla="*/ 3016484 h 5017219"/>
              <a:gd name="connsiteX33941" fmla="*/ 3578066 w 5799173"/>
              <a:gd name="connsiteY33941" fmla="*/ 3015736 h 5017219"/>
              <a:gd name="connsiteX33942" fmla="*/ 3599666 w 5799173"/>
              <a:gd name="connsiteY33942" fmla="*/ 3015736 h 5017219"/>
              <a:gd name="connsiteX33943" fmla="*/ 3600995 w 5799173"/>
              <a:gd name="connsiteY33943" fmla="*/ 3016484 h 5017219"/>
              <a:gd name="connsiteX33944" fmla="*/ 3611796 w 5799173"/>
              <a:gd name="connsiteY33944" fmla="*/ 3035176 h 5017219"/>
              <a:gd name="connsiteX33945" fmla="*/ 3611796 w 5799173"/>
              <a:gd name="connsiteY33945" fmla="*/ 3036672 h 5017219"/>
              <a:gd name="connsiteX33946" fmla="*/ 3600995 w 5799173"/>
              <a:gd name="connsiteY33946" fmla="*/ 3055365 h 5017219"/>
              <a:gd name="connsiteX33947" fmla="*/ 3599666 w 5799173"/>
              <a:gd name="connsiteY33947" fmla="*/ 3056112 h 5017219"/>
              <a:gd name="connsiteX33948" fmla="*/ 4721603 w 5799173"/>
              <a:gd name="connsiteY33948" fmla="*/ 3362617 h 5017219"/>
              <a:gd name="connsiteX33949" fmla="*/ 4720273 w 5799173"/>
              <a:gd name="connsiteY33949" fmla="*/ 3361869 h 5017219"/>
              <a:gd name="connsiteX33950" fmla="*/ 4709473 w 5799173"/>
              <a:gd name="connsiteY33950" fmla="*/ 3343093 h 5017219"/>
              <a:gd name="connsiteX33951" fmla="*/ 4709473 w 5799173"/>
              <a:gd name="connsiteY33951" fmla="*/ 3341599 h 5017219"/>
              <a:gd name="connsiteX33952" fmla="*/ 4720273 w 5799173"/>
              <a:gd name="connsiteY33952" fmla="*/ 3322823 h 5017219"/>
              <a:gd name="connsiteX33953" fmla="*/ 4721603 w 5799173"/>
              <a:gd name="connsiteY33953" fmla="*/ 3322074 h 5017219"/>
              <a:gd name="connsiteX33954" fmla="*/ 4743286 w 5799173"/>
              <a:gd name="connsiteY33954" fmla="*/ 3322074 h 5017219"/>
              <a:gd name="connsiteX33955" fmla="*/ 4744616 w 5799173"/>
              <a:gd name="connsiteY33955" fmla="*/ 3322823 h 5017219"/>
              <a:gd name="connsiteX33956" fmla="*/ 4755416 w 5799173"/>
              <a:gd name="connsiteY33956" fmla="*/ 3341598 h 5017219"/>
              <a:gd name="connsiteX33957" fmla="*/ 4755416 w 5799173"/>
              <a:gd name="connsiteY33957" fmla="*/ 3343094 h 5017219"/>
              <a:gd name="connsiteX33958" fmla="*/ 4744616 w 5799173"/>
              <a:gd name="connsiteY33958" fmla="*/ 3361870 h 5017219"/>
              <a:gd name="connsiteX33959" fmla="*/ 4743286 w 5799173"/>
              <a:gd name="connsiteY33959" fmla="*/ 3362618 h 5017219"/>
              <a:gd name="connsiteX33960" fmla="*/ 3096573 w 5799173"/>
              <a:gd name="connsiteY33960" fmla="*/ 2927192 h 5017219"/>
              <a:gd name="connsiteX33961" fmla="*/ 3095245 w 5799173"/>
              <a:gd name="connsiteY33961" fmla="*/ 2926444 h 5017219"/>
              <a:gd name="connsiteX33962" fmla="*/ 3084445 w 5799173"/>
              <a:gd name="connsiteY33962" fmla="*/ 2907668 h 5017219"/>
              <a:gd name="connsiteX33963" fmla="*/ 3084445 w 5799173"/>
              <a:gd name="connsiteY33963" fmla="*/ 2906174 h 5017219"/>
              <a:gd name="connsiteX33964" fmla="*/ 3095245 w 5799173"/>
              <a:gd name="connsiteY33964" fmla="*/ 2887398 h 5017219"/>
              <a:gd name="connsiteX33965" fmla="*/ 3096574 w 5799173"/>
              <a:gd name="connsiteY33965" fmla="*/ 2886649 h 5017219"/>
              <a:gd name="connsiteX33966" fmla="*/ 3118258 w 5799173"/>
              <a:gd name="connsiteY33966" fmla="*/ 2886649 h 5017219"/>
              <a:gd name="connsiteX33967" fmla="*/ 3119587 w 5799173"/>
              <a:gd name="connsiteY33967" fmla="*/ 2887398 h 5017219"/>
              <a:gd name="connsiteX33968" fmla="*/ 3130388 w 5799173"/>
              <a:gd name="connsiteY33968" fmla="*/ 2906173 h 5017219"/>
              <a:gd name="connsiteX33969" fmla="*/ 3130388 w 5799173"/>
              <a:gd name="connsiteY33969" fmla="*/ 2907669 h 5017219"/>
              <a:gd name="connsiteX33970" fmla="*/ 3119587 w 5799173"/>
              <a:gd name="connsiteY33970" fmla="*/ 2926445 h 5017219"/>
              <a:gd name="connsiteX33971" fmla="*/ 3118258 w 5799173"/>
              <a:gd name="connsiteY33971" fmla="*/ 2927193 h 5017219"/>
              <a:gd name="connsiteX33972" fmla="*/ 2855759 w 5799173"/>
              <a:gd name="connsiteY33972" fmla="*/ 2862759 h 5017219"/>
              <a:gd name="connsiteX33973" fmla="*/ 2854428 w 5799173"/>
              <a:gd name="connsiteY33973" fmla="*/ 2862011 h 5017219"/>
              <a:gd name="connsiteX33974" fmla="*/ 2843546 w 5799173"/>
              <a:gd name="connsiteY33974" fmla="*/ 2843152 h 5017219"/>
              <a:gd name="connsiteX33975" fmla="*/ 2843545 w 5799173"/>
              <a:gd name="connsiteY33975" fmla="*/ 2841574 h 5017219"/>
              <a:gd name="connsiteX33976" fmla="*/ 2854428 w 5799173"/>
              <a:gd name="connsiteY33976" fmla="*/ 2822715 h 5017219"/>
              <a:gd name="connsiteX33977" fmla="*/ 2855758 w 5799173"/>
              <a:gd name="connsiteY33977" fmla="*/ 2821967 h 5017219"/>
              <a:gd name="connsiteX33978" fmla="*/ 2877524 w 5799173"/>
              <a:gd name="connsiteY33978" fmla="*/ 2821967 h 5017219"/>
              <a:gd name="connsiteX33979" fmla="*/ 2878854 w 5799173"/>
              <a:gd name="connsiteY33979" fmla="*/ 2822715 h 5017219"/>
              <a:gd name="connsiteX33980" fmla="*/ 2889737 w 5799173"/>
              <a:gd name="connsiteY33980" fmla="*/ 2841574 h 5017219"/>
              <a:gd name="connsiteX33981" fmla="*/ 2889738 w 5799173"/>
              <a:gd name="connsiteY33981" fmla="*/ 2843152 h 5017219"/>
              <a:gd name="connsiteX33982" fmla="*/ 2878854 w 5799173"/>
              <a:gd name="connsiteY33982" fmla="*/ 2862011 h 5017219"/>
              <a:gd name="connsiteX33983" fmla="*/ 2877524 w 5799173"/>
              <a:gd name="connsiteY33983" fmla="*/ 2862759 h 5017219"/>
              <a:gd name="connsiteX33984" fmla="*/ 4540974 w 5799173"/>
              <a:gd name="connsiteY33984" fmla="*/ 3314311 h 5017219"/>
              <a:gd name="connsiteX33985" fmla="*/ 4539643 w 5799173"/>
              <a:gd name="connsiteY33985" fmla="*/ 3313563 h 5017219"/>
              <a:gd name="connsiteX33986" fmla="*/ 4528761 w 5799173"/>
              <a:gd name="connsiteY33986" fmla="*/ 3294704 h 5017219"/>
              <a:gd name="connsiteX33987" fmla="*/ 4528761 w 5799173"/>
              <a:gd name="connsiteY33987" fmla="*/ 3293126 h 5017219"/>
              <a:gd name="connsiteX33988" fmla="*/ 4539643 w 5799173"/>
              <a:gd name="connsiteY33988" fmla="*/ 3274267 h 5017219"/>
              <a:gd name="connsiteX33989" fmla="*/ 4540973 w 5799173"/>
              <a:gd name="connsiteY33989" fmla="*/ 3273519 h 5017219"/>
              <a:gd name="connsiteX33990" fmla="*/ 4562740 w 5799173"/>
              <a:gd name="connsiteY33990" fmla="*/ 3273519 h 5017219"/>
              <a:gd name="connsiteX33991" fmla="*/ 4564069 w 5799173"/>
              <a:gd name="connsiteY33991" fmla="*/ 3274267 h 5017219"/>
              <a:gd name="connsiteX33992" fmla="*/ 4574952 w 5799173"/>
              <a:gd name="connsiteY33992" fmla="*/ 3293126 h 5017219"/>
              <a:gd name="connsiteX33993" fmla="*/ 4574953 w 5799173"/>
              <a:gd name="connsiteY33993" fmla="*/ 3294704 h 5017219"/>
              <a:gd name="connsiteX33994" fmla="*/ 4564069 w 5799173"/>
              <a:gd name="connsiteY33994" fmla="*/ 3313563 h 5017219"/>
              <a:gd name="connsiteX33995" fmla="*/ 4562739 w 5799173"/>
              <a:gd name="connsiteY33995" fmla="*/ 3314311 h 5017219"/>
              <a:gd name="connsiteX33996" fmla="*/ 4601159 w 5799173"/>
              <a:gd name="connsiteY33996" fmla="*/ 3330437 h 5017219"/>
              <a:gd name="connsiteX33997" fmla="*/ 4599829 w 5799173"/>
              <a:gd name="connsiteY33997" fmla="*/ 3329689 h 5017219"/>
              <a:gd name="connsiteX33998" fmla="*/ 4588946 w 5799173"/>
              <a:gd name="connsiteY33998" fmla="*/ 3310831 h 5017219"/>
              <a:gd name="connsiteX33999" fmla="*/ 4588946 w 5799173"/>
              <a:gd name="connsiteY33999" fmla="*/ 3309253 h 5017219"/>
              <a:gd name="connsiteX34000" fmla="*/ 4599829 w 5799173"/>
              <a:gd name="connsiteY34000" fmla="*/ 3290393 h 5017219"/>
              <a:gd name="connsiteX34001" fmla="*/ 4601159 w 5799173"/>
              <a:gd name="connsiteY34001" fmla="*/ 3289645 h 5017219"/>
              <a:gd name="connsiteX34002" fmla="*/ 4622925 w 5799173"/>
              <a:gd name="connsiteY34002" fmla="*/ 3289645 h 5017219"/>
              <a:gd name="connsiteX34003" fmla="*/ 4624255 w 5799173"/>
              <a:gd name="connsiteY34003" fmla="*/ 3290394 h 5017219"/>
              <a:gd name="connsiteX34004" fmla="*/ 4635138 w 5799173"/>
              <a:gd name="connsiteY34004" fmla="*/ 3309252 h 5017219"/>
              <a:gd name="connsiteX34005" fmla="*/ 4635138 w 5799173"/>
              <a:gd name="connsiteY34005" fmla="*/ 3310830 h 5017219"/>
              <a:gd name="connsiteX34006" fmla="*/ 4624255 w 5799173"/>
              <a:gd name="connsiteY34006" fmla="*/ 3329689 h 5017219"/>
              <a:gd name="connsiteX34007" fmla="*/ 4622925 w 5799173"/>
              <a:gd name="connsiteY34007" fmla="*/ 3330437 h 5017219"/>
              <a:gd name="connsiteX34008" fmla="*/ 4781614 w 5799173"/>
              <a:gd name="connsiteY34008" fmla="*/ 3379063 h 5017219"/>
              <a:gd name="connsiteX34009" fmla="*/ 4780284 w 5799173"/>
              <a:gd name="connsiteY34009" fmla="*/ 3378316 h 5017219"/>
              <a:gd name="connsiteX34010" fmla="*/ 4769318 w 5799173"/>
              <a:gd name="connsiteY34010" fmla="*/ 3359290 h 5017219"/>
              <a:gd name="connsiteX34011" fmla="*/ 4769318 w 5799173"/>
              <a:gd name="connsiteY34011" fmla="*/ 3357712 h 5017219"/>
              <a:gd name="connsiteX34012" fmla="*/ 4780283 w 5799173"/>
              <a:gd name="connsiteY34012" fmla="*/ 3338687 h 5017219"/>
              <a:gd name="connsiteX34013" fmla="*/ 4781614 w 5799173"/>
              <a:gd name="connsiteY34013" fmla="*/ 3337939 h 5017219"/>
              <a:gd name="connsiteX34014" fmla="*/ 4803547 w 5799173"/>
              <a:gd name="connsiteY34014" fmla="*/ 3337939 h 5017219"/>
              <a:gd name="connsiteX34015" fmla="*/ 4804876 w 5799173"/>
              <a:gd name="connsiteY34015" fmla="*/ 3338687 h 5017219"/>
              <a:gd name="connsiteX34016" fmla="*/ 4815841 w 5799173"/>
              <a:gd name="connsiteY34016" fmla="*/ 3357712 h 5017219"/>
              <a:gd name="connsiteX34017" fmla="*/ 4815841 w 5799173"/>
              <a:gd name="connsiteY34017" fmla="*/ 3359290 h 5017219"/>
              <a:gd name="connsiteX34018" fmla="*/ 4804875 w 5799173"/>
              <a:gd name="connsiteY34018" fmla="*/ 3378316 h 5017219"/>
              <a:gd name="connsiteX34019" fmla="*/ 4803546 w 5799173"/>
              <a:gd name="connsiteY34019" fmla="*/ 3379063 h 5017219"/>
              <a:gd name="connsiteX34020" fmla="*/ 4661158 w 5799173"/>
              <a:gd name="connsiteY34020" fmla="*/ 3346893 h 5017219"/>
              <a:gd name="connsiteX34021" fmla="*/ 4659828 w 5799173"/>
              <a:gd name="connsiteY34021" fmla="*/ 3346146 h 5017219"/>
              <a:gd name="connsiteX34022" fmla="*/ 4648779 w 5799173"/>
              <a:gd name="connsiteY34022" fmla="*/ 3327037 h 5017219"/>
              <a:gd name="connsiteX34023" fmla="*/ 4648779 w 5799173"/>
              <a:gd name="connsiteY34023" fmla="*/ 3325458 h 5017219"/>
              <a:gd name="connsiteX34024" fmla="*/ 4659828 w 5799173"/>
              <a:gd name="connsiteY34024" fmla="*/ 3306351 h 5017219"/>
              <a:gd name="connsiteX34025" fmla="*/ 4661158 w 5799173"/>
              <a:gd name="connsiteY34025" fmla="*/ 3305603 h 5017219"/>
              <a:gd name="connsiteX34026" fmla="*/ 4683257 w 5799173"/>
              <a:gd name="connsiteY34026" fmla="*/ 3305602 h 5017219"/>
              <a:gd name="connsiteX34027" fmla="*/ 4684586 w 5799173"/>
              <a:gd name="connsiteY34027" fmla="*/ 3306350 h 5017219"/>
              <a:gd name="connsiteX34028" fmla="*/ 4695636 w 5799173"/>
              <a:gd name="connsiteY34028" fmla="*/ 3325459 h 5017219"/>
              <a:gd name="connsiteX34029" fmla="*/ 4695636 w 5799173"/>
              <a:gd name="connsiteY34029" fmla="*/ 3327037 h 5017219"/>
              <a:gd name="connsiteX34030" fmla="*/ 4684586 w 5799173"/>
              <a:gd name="connsiteY34030" fmla="*/ 3346145 h 5017219"/>
              <a:gd name="connsiteX34031" fmla="*/ 4683257 w 5799173"/>
              <a:gd name="connsiteY34031" fmla="*/ 3346892 h 5017219"/>
              <a:gd name="connsiteX34032" fmla="*/ 2253565 w 5799173"/>
              <a:gd name="connsiteY34032" fmla="*/ 2702060 h 5017219"/>
              <a:gd name="connsiteX34033" fmla="*/ 2252235 w 5799173"/>
              <a:gd name="connsiteY34033" fmla="*/ 2701229 h 5017219"/>
              <a:gd name="connsiteX34034" fmla="*/ 2241019 w 5799173"/>
              <a:gd name="connsiteY34034" fmla="*/ 2681872 h 5017219"/>
              <a:gd name="connsiteX34035" fmla="*/ 2241019 w 5799173"/>
              <a:gd name="connsiteY34035" fmla="*/ 2680293 h 5017219"/>
              <a:gd name="connsiteX34036" fmla="*/ 2252235 w 5799173"/>
              <a:gd name="connsiteY34036" fmla="*/ 2660936 h 5017219"/>
              <a:gd name="connsiteX34037" fmla="*/ 2253564 w 5799173"/>
              <a:gd name="connsiteY34037" fmla="*/ 2660105 h 5017219"/>
              <a:gd name="connsiteX34038" fmla="*/ 2275912 w 5799173"/>
              <a:gd name="connsiteY34038" fmla="*/ 2660105 h 5017219"/>
              <a:gd name="connsiteX34039" fmla="*/ 2277243 w 5799173"/>
              <a:gd name="connsiteY34039" fmla="*/ 2660936 h 5017219"/>
              <a:gd name="connsiteX34040" fmla="*/ 2288457 w 5799173"/>
              <a:gd name="connsiteY34040" fmla="*/ 2680293 h 5017219"/>
              <a:gd name="connsiteX34041" fmla="*/ 2288458 w 5799173"/>
              <a:gd name="connsiteY34041" fmla="*/ 2681873 h 5017219"/>
              <a:gd name="connsiteX34042" fmla="*/ 2277242 w 5799173"/>
              <a:gd name="connsiteY34042" fmla="*/ 2701229 h 5017219"/>
              <a:gd name="connsiteX34043" fmla="*/ 2275913 w 5799173"/>
              <a:gd name="connsiteY34043" fmla="*/ 2702061 h 5017219"/>
              <a:gd name="connsiteX34044" fmla="*/ 3336917 w 5799173"/>
              <a:gd name="connsiteY34044" fmla="*/ 2992344 h 5017219"/>
              <a:gd name="connsiteX34045" fmla="*/ 3335588 w 5799173"/>
              <a:gd name="connsiteY34045" fmla="*/ 2991513 h 5017219"/>
              <a:gd name="connsiteX34046" fmla="*/ 3324372 w 5799173"/>
              <a:gd name="connsiteY34046" fmla="*/ 2972156 h 5017219"/>
              <a:gd name="connsiteX34047" fmla="*/ 3324372 w 5799173"/>
              <a:gd name="connsiteY34047" fmla="*/ 2970577 h 5017219"/>
              <a:gd name="connsiteX34048" fmla="*/ 3335588 w 5799173"/>
              <a:gd name="connsiteY34048" fmla="*/ 2951220 h 5017219"/>
              <a:gd name="connsiteX34049" fmla="*/ 3336917 w 5799173"/>
              <a:gd name="connsiteY34049" fmla="*/ 2950389 h 5017219"/>
              <a:gd name="connsiteX34050" fmla="*/ 3359265 w 5799173"/>
              <a:gd name="connsiteY34050" fmla="*/ 2950389 h 5017219"/>
              <a:gd name="connsiteX34051" fmla="*/ 3360595 w 5799173"/>
              <a:gd name="connsiteY34051" fmla="*/ 2951220 h 5017219"/>
              <a:gd name="connsiteX34052" fmla="*/ 3371810 w 5799173"/>
              <a:gd name="connsiteY34052" fmla="*/ 2970577 h 5017219"/>
              <a:gd name="connsiteX34053" fmla="*/ 3371810 w 5799173"/>
              <a:gd name="connsiteY34053" fmla="*/ 2972156 h 5017219"/>
              <a:gd name="connsiteX34054" fmla="*/ 3360595 w 5799173"/>
              <a:gd name="connsiteY34054" fmla="*/ 2991513 h 5017219"/>
              <a:gd name="connsiteX34055" fmla="*/ 3359265 w 5799173"/>
              <a:gd name="connsiteY34055" fmla="*/ 2992344 h 5017219"/>
              <a:gd name="connsiteX34056" fmla="*/ 4841549 w 5799173"/>
              <a:gd name="connsiteY34056" fmla="*/ 3395699 h 5017219"/>
              <a:gd name="connsiteX34057" fmla="*/ 4840137 w 5799173"/>
              <a:gd name="connsiteY34057" fmla="*/ 3394868 h 5017219"/>
              <a:gd name="connsiteX34058" fmla="*/ 4828921 w 5799173"/>
              <a:gd name="connsiteY34058" fmla="*/ 3375428 h 5017219"/>
              <a:gd name="connsiteX34059" fmla="*/ 4828921 w 5799173"/>
              <a:gd name="connsiteY34059" fmla="*/ 3373849 h 5017219"/>
              <a:gd name="connsiteX34060" fmla="*/ 4840137 w 5799173"/>
              <a:gd name="connsiteY34060" fmla="*/ 3354409 h 5017219"/>
              <a:gd name="connsiteX34061" fmla="*/ 4841549 w 5799173"/>
              <a:gd name="connsiteY34061" fmla="*/ 3353578 h 5017219"/>
              <a:gd name="connsiteX34062" fmla="*/ 4864064 w 5799173"/>
              <a:gd name="connsiteY34062" fmla="*/ 3353578 h 5017219"/>
              <a:gd name="connsiteX34063" fmla="*/ 4865476 w 5799173"/>
              <a:gd name="connsiteY34063" fmla="*/ 3354409 h 5017219"/>
              <a:gd name="connsiteX34064" fmla="*/ 4876691 w 5799173"/>
              <a:gd name="connsiteY34064" fmla="*/ 3373849 h 5017219"/>
              <a:gd name="connsiteX34065" fmla="*/ 4876691 w 5799173"/>
              <a:gd name="connsiteY34065" fmla="*/ 3375428 h 5017219"/>
              <a:gd name="connsiteX34066" fmla="*/ 4865476 w 5799173"/>
              <a:gd name="connsiteY34066" fmla="*/ 3394868 h 5017219"/>
              <a:gd name="connsiteX34067" fmla="*/ 4864064 w 5799173"/>
              <a:gd name="connsiteY34067" fmla="*/ 3395699 h 5017219"/>
              <a:gd name="connsiteX34068" fmla="*/ 4961778 w 5799173"/>
              <a:gd name="connsiteY34068" fmla="*/ 3428196 h 5017219"/>
              <a:gd name="connsiteX34069" fmla="*/ 4960365 w 5799173"/>
              <a:gd name="connsiteY34069" fmla="*/ 3427365 h 5017219"/>
              <a:gd name="connsiteX34070" fmla="*/ 4948983 w 5799173"/>
              <a:gd name="connsiteY34070" fmla="*/ 3407592 h 5017219"/>
              <a:gd name="connsiteX34071" fmla="*/ 4948983 w 5799173"/>
              <a:gd name="connsiteY34071" fmla="*/ 3406014 h 5017219"/>
              <a:gd name="connsiteX34072" fmla="*/ 4960365 w 5799173"/>
              <a:gd name="connsiteY34072" fmla="*/ 3386241 h 5017219"/>
              <a:gd name="connsiteX34073" fmla="*/ 4961777 w 5799173"/>
              <a:gd name="connsiteY34073" fmla="*/ 3385410 h 5017219"/>
              <a:gd name="connsiteX34074" fmla="*/ 4984542 w 5799173"/>
              <a:gd name="connsiteY34074" fmla="*/ 3385410 h 5017219"/>
              <a:gd name="connsiteX34075" fmla="*/ 4985953 w 5799173"/>
              <a:gd name="connsiteY34075" fmla="*/ 3386241 h 5017219"/>
              <a:gd name="connsiteX34076" fmla="*/ 4997336 w 5799173"/>
              <a:gd name="connsiteY34076" fmla="*/ 3406014 h 5017219"/>
              <a:gd name="connsiteX34077" fmla="*/ 4997335 w 5799173"/>
              <a:gd name="connsiteY34077" fmla="*/ 3407592 h 5017219"/>
              <a:gd name="connsiteX34078" fmla="*/ 4985953 w 5799173"/>
              <a:gd name="connsiteY34078" fmla="*/ 3427365 h 5017219"/>
              <a:gd name="connsiteX34079" fmla="*/ 4984541 w 5799173"/>
              <a:gd name="connsiteY34079" fmla="*/ 3428196 h 5017219"/>
              <a:gd name="connsiteX34080" fmla="*/ 4901518 w 5799173"/>
              <a:gd name="connsiteY34080" fmla="*/ 3412246 h 5017219"/>
              <a:gd name="connsiteX34081" fmla="*/ 4900106 w 5799173"/>
              <a:gd name="connsiteY34081" fmla="*/ 3411415 h 5017219"/>
              <a:gd name="connsiteX34082" fmla="*/ 4888641 w 5799173"/>
              <a:gd name="connsiteY34082" fmla="*/ 3391476 h 5017219"/>
              <a:gd name="connsiteX34083" fmla="*/ 4888641 w 5799173"/>
              <a:gd name="connsiteY34083" fmla="*/ 3389815 h 5017219"/>
              <a:gd name="connsiteX34084" fmla="*/ 4900106 w 5799173"/>
              <a:gd name="connsiteY34084" fmla="*/ 3369876 h 5017219"/>
              <a:gd name="connsiteX34085" fmla="*/ 4901518 w 5799173"/>
              <a:gd name="connsiteY34085" fmla="*/ 3369045 h 5017219"/>
              <a:gd name="connsiteX34086" fmla="*/ 4924531 w 5799173"/>
              <a:gd name="connsiteY34086" fmla="*/ 3369045 h 5017219"/>
              <a:gd name="connsiteX34087" fmla="*/ 4925944 w 5799173"/>
              <a:gd name="connsiteY34087" fmla="*/ 3369876 h 5017219"/>
              <a:gd name="connsiteX34088" fmla="*/ 4937409 w 5799173"/>
              <a:gd name="connsiteY34088" fmla="*/ 3389815 h 5017219"/>
              <a:gd name="connsiteX34089" fmla="*/ 4937409 w 5799173"/>
              <a:gd name="connsiteY34089" fmla="*/ 3391476 h 5017219"/>
              <a:gd name="connsiteX34090" fmla="*/ 4925944 w 5799173"/>
              <a:gd name="connsiteY34090" fmla="*/ 3411415 h 5017219"/>
              <a:gd name="connsiteX34091" fmla="*/ 4924531 w 5799173"/>
              <a:gd name="connsiteY34091" fmla="*/ 3412246 h 5017219"/>
              <a:gd name="connsiteX34092" fmla="*/ 2313324 w 5799173"/>
              <a:gd name="connsiteY34092" fmla="*/ 2719111 h 5017219"/>
              <a:gd name="connsiteX34093" fmla="*/ 2311911 w 5799173"/>
              <a:gd name="connsiteY34093" fmla="*/ 2718280 h 5017219"/>
              <a:gd name="connsiteX34094" fmla="*/ 2300280 w 5799173"/>
              <a:gd name="connsiteY34094" fmla="*/ 2698092 h 5017219"/>
              <a:gd name="connsiteX34095" fmla="*/ 2300280 w 5799173"/>
              <a:gd name="connsiteY34095" fmla="*/ 2696430 h 5017219"/>
              <a:gd name="connsiteX34096" fmla="*/ 2311911 w 5799173"/>
              <a:gd name="connsiteY34096" fmla="*/ 2676242 h 5017219"/>
              <a:gd name="connsiteX34097" fmla="*/ 2313324 w 5799173"/>
              <a:gd name="connsiteY34097" fmla="*/ 2675411 h 5017219"/>
              <a:gd name="connsiteX34098" fmla="*/ 2336586 w 5799173"/>
              <a:gd name="connsiteY34098" fmla="*/ 2675411 h 5017219"/>
              <a:gd name="connsiteX34099" fmla="*/ 2337998 w 5799173"/>
              <a:gd name="connsiteY34099" fmla="*/ 2676242 h 5017219"/>
              <a:gd name="connsiteX34100" fmla="*/ 2349629 w 5799173"/>
              <a:gd name="connsiteY34100" fmla="*/ 2696430 h 5017219"/>
              <a:gd name="connsiteX34101" fmla="*/ 2349629 w 5799173"/>
              <a:gd name="connsiteY34101" fmla="*/ 2698092 h 5017219"/>
              <a:gd name="connsiteX34102" fmla="*/ 2337998 w 5799173"/>
              <a:gd name="connsiteY34102" fmla="*/ 2718280 h 5017219"/>
              <a:gd name="connsiteX34103" fmla="*/ 2336586 w 5799173"/>
              <a:gd name="connsiteY34103" fmla="*/ 2719111 h 5017219"/>
              <a:gd name="connsiteX34104" fmla="*/ 2373344 w 5799173"/>
              <a:gd name="connsiteY34104" fmla="*/ 2735486 h 5017219"/>
              <a:gd name="connsiteX34105" fmla="*/ 2371931 w 5799173"/>
              <a:gd name="connsiteY34105" fmla="*/ 2734654 h 5017219"/>
              <a:gd name="connsiteX34106" fmla="*/ 2360134 w 5799173"/>
              <a:gd name="connsiteY34106" fmla="*/ 2714218 h 5017219"/>
              <a:gd name="connsiteX34107" fmla="*/ 2360134 w 5799173"/>
              <a:gd name="connsiteY34107" fmla="*/ 2712555 h 5017219"/>
              <a:gd name="connsiteX34108" fmla="*/ 2371931 w 5799173"/>
              <a:gd name="connsiteY34108" fmla="*/ 2692119 h 5017219"/>
              <a:gd name="connsiteX34109" fmla="*/ 2373344 w 5799173"/>
              <a:gd name="connsiteY34109" fmla="*/ 2691288 h 5017219"/>
              <a:gd name="connsiteX34110" fmla="*/ 2396938 w 5799173"/>
              <a:gd name="connsiteY34110" fmla="*/ 2691288 h 5017219"/>
              <a:gd name="connsiteX34111" fmla="*/ 2398351 w 5799173"/>
              <a:gd name="connsiteY34111" fmla="*/ 2692119 h 5017219"/>
              <a:gd name="connsiteX34112" fmla="*/ 2410148 w 5799173"/>
              <a:gd name="connsiteY34112" fmla="*/ 2712556 h 5017219"/>
              <a:gd name="connsiteX34113" fmla="*/ 2410148 w 5799173"/>
              <a:gd name="connsiteY34113" fmla="*/ 2714218 h 5017219"/>
              <a:gd name="connsiteX34114" fmla="*/ 2398351 w 5799173"/>
              <a:gd name="connsiteY34114" fmla="*/ 2734655 h 5017219"/>
              <a:gd name="connsiteX34115" fmla="*/ 2396938 w 5799173"/>
              <a:gd name="connsiteY34115" fmla="*/ 2735486 h 5017219"/>
              <a:gd name="connsiteX34116" fmla="*/ 2548504 w 5799173"/>
              <a:gd name="connsiteY34116" fmla="*/ 2819998 h 5017219"/>
              <a:gd name="connsiteX34117" fmla="*/ 2548089 w 5799173"/>
              <a:gd name="connsiteY34117" fmla="*/ 2819749 h 5017219"/>
              <a:gd name="connsiteX34118" fmla="*/ 2544849 w 5799173"/>
              <a:gd name="connsiteY34118" fmla="*/ 2814099 h 5017219"/>
              <a:gd name="connsiteX34119" fmla="*/ 2544849 w 5799173"/>
              <a:gd name="connsiteY34119" fmla="*/ 2813601 h 5017219"/>
              <a:gd name="connsiteX34120" fmla="*/ 2548089 w 5799173"/>
              <a:gd name="connsiteY34120" fmla="*/ 2807951 h 5017219"/>
              <a:gd name="connsiteX34121" fmla="*/ 2548504 w 5799173"/>
              <a:gd name="connsiteY34121" fmla="*/ 2807702 h 5017219"/>
              <a:gd name="connsiteX34122" fmla="*/ 2554985 w 5799173"/>
              <a:gd name="connsiteY34122" fmla="*/ 2807702 h 5017219"/>
              <a:gd name="connsiteX34123" fmla="*/ 2555400 w 5799173"/>
              <a:gd name="connsiteY34123" fmla="*/ 2807951 h 5017219"/>
              <a:gd name="connsiteX34124" fmla="*/ 2558640 w 5799173"/>
              <a:gd name="connsiteY34124" fmla="*/ 2813601 h 5017219"/>
              <a:gd name="connsiteX34125" fmla="*/ 2558640 w 5799173"/>
              <a:gd name="connsiteY34125" fmla="*/ 2814099 h 5017219"/>
              <a:gd name="connsiteX34126" fmla="*/ 2555400 w 5799173"/>
              <a:gd name="connsiteY34126" fmla="*/ 2819749 h 5017219"/>
              <a:gd name="connsiteX34127" fmla="*/ 2554985 w 5799173"/>
              <a:gd name="connsiteY34127" fmla="*/ 2819998 h 5017219"/>
              <a:gd name="connsiteX34128" fmla="*/ 4351756 w 5799173"/>
              <a:gd name="connsiteY34128" fmla="*/ 3308111 h 5017219"/>
              <a:gd name="connsiteX34129" fmla="*/ 4351091 w 5799173"/>
              <a:gd name="connsiteY34129" fmla="*/ 3307695 h 5017219"/>
              <a:gd name="connsiteX34130" fmla="*/ 4345525 w 5799173"/>
              <a:gd name="connsiteY34130" fmla="*/ 3298058 h 5017219"/>
              <a:gd name="connsiteX34131" fmla="*/ 4345525 w 5799173"/>
              <a:gd name="connsiteY34131" fmla="*/ 3297311 h 5017219"/>
              <a:gd name="connsiteX34132" fmla="*/ 4351091 w 5799173"/>
              <a:gd name="connsiteY34132" fmla="*/ 3287673 h 5017219"/>
              <a:gd name="connsiteX34133" fmla="*/ 4351756 w 5799173"/>
              <a:gd name="connsiteY34133" fmla="*/ 3287258 h 5017219"/>
              <a:gd name="connsiteX34134" fmla="*/ 4362805 w 5799173"/>
              <a:gd name="connsiteY34134" fmla="*/ 3287258 h 5017219"/>
              <a:gd name="connsiteX34135" fmla="*/ 4363470 w 5799173"/>
              <a:gd name="connsiteY34135" fmla="*/ 3287673 h 5017219"/>
              <a:gd name="connsiteX34136" fmla="*/ 4369036 w 5799173"/>
              <a:gd name="connsiteY34136" fmla="*/ 3297311 h 5017219"/>
              <a:gd name="connsiteX34137" fmla="*/ 4369035 w 5799173"/>
              <a:gd name="connsiteY34137" fmla="*/ 3298058 h 5017219"/>
              <a:gd name="connsiteX34138" fmla="*/ 4363469 w 5799173"/>
              <a:gd name="connsiteY34138" fmla="*/ 3307695 h 5017219"/>
              <a:gd name="connsiteX34139" fmla="*/ 4362805 w 5799173"/>
              <a:gd name="connsiteY34139" fmla="*/ 3308111 h 5017219"/>
              <a:gd name="connsiteX34140" fmla="*/ 17836 w 5799173"/>
              <a:gd name="connsiteY34140" fmla="*/ 2147899 h 5017219"/>
              <a:gd name="connsiteX34141" fmla="*/ 17089 w 5799173"/>
              <a:gd name="connsiteY34141" fmla="*/ 2147484 h 5017219"/>
              <a:gd name="connsiteX34142" fmla="*/ 11024 w 5799173"/>
              <a:gd name="connsiteY34142" fmla="*/ 2137016 h 5017219"/>
              <a:gd name="connsiteX34143" fmla="*/ 11024 w 5799173"/>
              <a:gd name="connsiteY34143" fmla="*/ 2136185 h 5017219"/>
              <a:gd name="connsiteX34144" fmla="*/ 17089 w 5799173"/>
              <a:gd name="connsiteY34144" fmla="*/ 2125717 h 5017219"/>
              <a:gd name="connsiteX34145" fmla="*/ 17835 w 5799173"/>
              <a:gd name="connsiteY34145" fmla="*/ 2125302 h 5017219"/>
              <a:gd name="connsiteX34146" fmla="*/ 29966 w 5799173"/>
              <a:gd name="connsiteY34146" fmla="*/ 2125302 h 5017219"/>
              <a:gd name="connsiteX34147" fmla="*/ 30714 w 5799173"/>
              <a:gd name="connsiteY34147" fmla="*/ 2125717 h 5017219"/>
              <a:gd name="connsiteX34148" fmla="*/ 36778 w 5799173"/>
              <a:gd name="connsiteY34148" fmla="*/ 2136185 h 5017219"/>
              <a:gd name="connsiteX34149" fmla="*/ 36778 w 5799173"/>
              <a:gd name="connsiteY34149" fmla="*/ 2137016 h 5017219"/>
              <a:gd name="connsiteX34150" fmla="*/ 30714 w 5799173"/>
              <a:gd name="connsiteY34150" fmla="*/ 2147484 h 5017219"/>
              <a:gd name="connsiteX34151" fmla="*/ 29966 w 5799173"/>
              <a:gd name="connsiteY34151" fmla="*/ 2147899 h 5017219"/>
              <a:gd name="connsiteX34152" fmla="*/ 2605739 w 5799173"/>
              <a:gd name="connsiteY34152" fmla="*/ 2841519 h 5017219"/>
              <a:gd name="connsiteX34153" fmla="*/ 2604992 w 5799173"/>
              <a:gd name="connsiteY34153" fmla="*/ 2841103 h 5017219"/>
              <a:gd name="connsiteX34154" fmla="*/ 2598927 w 5799173"/>
              <a:gd name="connsiteY34154" fmla="*/ 2830552 h 5017219"/>
              <a:gd name="connsiteX34155" fmla="*/ 2598927 w 5799173"/>
              <a:gd name="connsiteY34155" fmla="*/ 2829722 h 5017219"/>
              <a:gd name="connsiteX34156" fmla="*/ 2605075 w 5799173"/>
              <a:gd name="connsiteY34156" fmla="*/ 2819171 h 5017219"/>
              <a:gd name="connsiteX34157" fmla="*/ 2605822 w 5799173"/>
              <a:gd name="connsiteY34157" fmla="*/ 2818755 h 5017219"/>
              <a:gd name="connsiteX34158" fmla="*/ 2618035 w 5799173"/>
              <a:gd name="connsiteY34158" fmla="*/ 2818755 h 5017219"/>
              <a:gd name="connsiteX34159" fmla="*/ 2618783 w 5799173"/>
              <a:gd name="connsiteY34159" fmla="*/ 2819171 h 5017219"/>
              <a:gd name="connsiteX34160" fmla="*/ 2624847 w 5799173"/>
              <a:gd name="connsiteY34160" fmla="*/ 2829722 h 5017219"/>
              <a:gd name="connsiteX34161" fmla="*/ 2624847 w 5799173"/>
              <a:gd name="connsiteY34161" fmla="*/ 2830552 h 5017219"/>
              <a:gd name="connsiteX34162" fmla="*/ 2618700 w 5799173"/>
              <a:gd name="connsiteY34162" fmla="*/ 2841103 h 5017219"/>
              <a:gd name="connsiteX34163" fmla="*/ 2617952 w 5799173"/>
              <a:gd name="connsiteY34163" fmla="*/ 2841519 h 5017219"/>
              <a:gd name="connsiteX34164" fmla="*/ 3327758 w 5799173"/>
              <a:gd name="connsiteY34164" fmla="*/ 3035460 h 5017219"/>
              <a:gd name="connsiteX34165" fmla="*/ 3327010 w 5799173"/>
              <a:gd name="connsiteY34165" fmla="*/ 3035044 h 5017219"/>
              <a:gd name="connsiteX34166" fmla="*/ 3320696 w 5799173"/>
              <a:gd name="connsiteY34166" fmla="*/ 3023995 h 5017219"/>
              <a:gd name="connsiteX34167" fmla="*/ 3320696 w 5799173"/>
              <a:gd name="connsiteY34167" fmla="*/ 3023081 h 5017219"/>
              <a:gd name="connsiteX34168" fmla="*/ 3327093 w 5799173"/>
              <a:gd name="connsiteY34168" fmla="*/ 3012031 h 5017219"/>
              <a:gd name="connsiteX34169" fmla="*/ 3327841 w 5799173"/>
              <a:gd name="connsiteY34169" fmla="*/ 3011616 h 5017219"/>
              <a:gd name="connsiteX34170" fmla="*/ 3340552 w 5799173"/>
              <a:gd name="connsiteY34170" fmla="*/ 3011617 h 5017219"/>
              <a:gd name="connsiteX34171" fmla="*/ 3341299 w 5799173"/>
              <a:gd name="connsiteY34171" fmla="*/ 3012032 h 5017219"/>
              <a:gd name="connsiteX34172" fmla="*/ 3347613 w 5799173"/>
              <a:gd name="connsiteY34172" fmla="*/ 3023082 h 5017219"/>
              <a:gd name="connsiteX34173" fmla="*/ 3347613 w 5799173"/>
              <a:gd name="connsiteY34173" fmla="*/ 3023995 h 5017219"/>
              <a:gd name="connsiteX34174" fmla="*/ 3341216 w 5799173"/>
              <a:gd name="connsiteY34174" fmla="*/ 3035044 h 5017219"/>
              <a:gd name="connsiteX34175" fmla="*/ 3340469 w 5799173"/>
              <a:gd name="connsiteY34175" fmla="*/ 3035460 h 5017219"/>
              <a:gd name="connsiteX34176" fmla="*/ 2063069 w 5799173"/>
              <a:gd name="connsiteY34176" fmla="*/ 2698276 h 5017219"/>
              <a:gd name="connsiteX34177" fmla="*/ 2062238 w 5799173"/>
              <a:gd name="connsiteY34177" fmla="*/ 2697778 h 5017219"/>
              <a:gd name="connsiteX34178" fmla="*/ 2055093 w 5799173"/>
              <a:gd name="connsiteY34178" fmla="*/ 2685482 h 5017219"/>
              <a:gd name="connsiteX34179" fmla="*/ 2055093 w 5799173"/>
              <a:gd name="connsiteY34179" fmla="*/ 2684485 h 5017219"/>
              <a:gd name="connsiteX34180" fmla="*/ 2062238 w 5799173"/>
              <a:gd name="connsiteY34180" fmla="*/ 2672189 h 5017219"/>
              <a:gd name="connsiteX34181" fmla="*/ 2063069 w 5799173"/>
              <a:gd name="connsiteY34181" fmla="*/ 2671691 h 5017219"/>
              <a:gd name="connsiteX34182" fmla="*/ 2077275 w 5799173"/>
              <a:gd name="connsiteY34182" fmla="*/ 2671691 h 5017219"/>
              <a:gd name="connsiteX34183" fmla="*/ 2078106 w 5799173"/>
              <a:gd name="connsiteY34183" fmla="*/ 2672189 h 5017219"/>
              <a:gd name="connsiteX34184" fmla="*/ 2085251 w 5799173"/>
              <a:gd name="connsiteY34184" fmla="*/ 2684485 h 5017219"/>
              <a:gd name="connsiteX34185" fmla="*/ 2085251 w 5799173"/>
              <a:gd name="connsiteY34185" fmla="*/ 2685482 h 5017219"/>
              <a:gd name="connsiteX34186" fmla="*/ 2078106 w 5799173"/>
              <a:gd name="connsiteY34186" fmla="*/ 2697778 h 5017219"/>
              <a:gd name="connsiteX34187" fmla="*/ 2077275 w 5799173"/>
              <a:gd name="connsiteY34187" fmla="*/ 2698276 h 5017219"/>
              <a:gd name="connsiteX34188" fmla="*/ 2484309 w 5799173"/>
              <a:gd name="connsiteY34188" fmla="*/ 2811345 h 5017219"/>
              <a:gd name="connsiteX34189" fmla="*/ 2483395 w 5799173"/>
              <a:gd name="connsiteY34189" fmla="*/ 2810846 h 5017219"/>
              <a:gd name="connsiteX34190" fmla="*/ 2476167 w 5799173"/>
              <a:gd name="connsiteY34190" fmla="*/ 2798301 h 5017219"/>
              <a:gd name="connsiteX34191" fmla="*/ 2476167 w 5799173"/>
              <a:gd name="connsiteY34191" fmla="*/ 2797304 h 5017219"/>
              <a:gd name="connsiteX34192" fmla="*/ 2483395 w 5799173"/>
              <a:gd name="connsiteY34192" fmla="*/ 2784759 h 5017219"/>
              <a:gd name="connsiteX34193" fmla="*/ 2484309 w 5799173"/>
              <a:gd name="connsiteY34193" fmla="*/ 2784261 h 5017219"/>
              <a:gd name="connsiteX34194" fmla="*/ 2498764 w 5799173"/>
              <a:gd name="connsiteY34194" fmla="*/ 2784261 h 5017219"/>
              <a:gd name="connsiteX34195" fmla="*/ 2499678 w 5799173"/>
              <a:gd name="connsiteY34195" fmla="*/ 2784759 h 5017219"/>
              <a:gd name="connsiteX34196" fmla="*/ 2506906 w 5799173"/>
              <a:gd name="connsiteY34196" fmla="*/ 2797304 h 5017219"/>
              <a:gd name="connsiteX34197" fmla="*/ 2506906 w 5799173"/>
              <a:gd name="connsiteY34197" fmla="*/ 2798301 h 5017219"/>
              <a:gd name="connsiteX34198" fmla="*/ 2499678 w 5799173"/>
              <a:gd name="connsiteY34198" fmla="*/ 2810846 h 5017219"/>
              <a:gd name="connsiteX34199" fmla="*/ 2498764 w 5799173"/>
              <a:gd name="connsiteY34199" fmla="*/ 2811345 h 5017219"/>
              <a:gd name="connsiteX34200" fmla="*/ 5071050 w 5799173"/>
              <a:gd name="connsiteY34200" fmla="*/ 3507205 h 5017219"/>
              <a:gd name="connsiteX34201" fmla="*/ 5070052 w 5799173"/>
              <a:gd name="connsiteY34201" fmla="*/ 3506624 h 5017219"/>
              <a:gd name="connsiteX34202" fmla="*/ 5061578 w 5799173"/>
              <a:gd name="connsiteY34202" fmla="*/ 3491919 h 5017219"/>
              <a:gd name="connsiteX34203" fmla="*/ 5061578 w 5799173"/>
              <a:gd name="connsiteY34203" fmla="*/ 3490756 h 5017219"/>
              <a:gd name="connsiteX34204" fmla="*/ 5070053 w 5799173"/>
              <a:gd name="connsiteY34204" fmla="*/ 3476051 h 5017219"/>
              <a:gd name="connsiteX34205" fmla="*/ 5071049 w 5799173"/>
              <a:gd name="connsiteY34205" fmla="*/ 3475469 h 5017219"/>
              <a:gd name="connsiteX34206" fmla="*/ 5087997 w 5799173"/>
              <a:gd name="connsiteY34206" fmla="*/ 3475469 h 5017219"/>
              <a:gd name="connsiteX34207" fmla="*/ 5088994 w 5799173"/>
              <a:gd name="connsiteY34207" fmla="*/ 3476051 h 5017219"/>
              <a:gd name="connsiteX34208" fmla="*/ 5097469 w 5799173"/>
              <a:gd name="connsiteY34208" fmla="*/ 3490756 h 5017219"/>
              <a:gd name="connsiteX34209" fmla="*/ 5097469 w 5799173"/>
              <a:gd name="connsiteY34209" fmla="*/ 3491919 h 5017219"/>
              <a:gd name="connsiteX34210" fmla="*/ 5088994 w 5799173"/>
              <a:gd name="connsiteY34210" fmla="*/ 3506624 h 5017219"/>
              <a:gd name="connsiteX34211" fmla="*/ 5087998 w 5799173"/>
              <a:gd name="connsiteY34211" fmla="*/ 3507205 h 5017219"/>
              <a:gd name="connsiteX34212" fmla="*/ 3145018 w 5799173"/>
              <a:gd name="connsiteY34212" fmla="*/ 2991231 h 5017219"/>
              <a:gd name="connsiteX34213" fmla="*/ 3143938 w 5799173"/>
              <a:gd name="connsiteY34213" fmla="*/ 2990649 h 5017219"/>
              <a:gd name="connsiteX34214" fmla="*/ 3135381 w 5799173"/>
              <a:gd name="connsiteY34214" fmla="*/ 2975861 h 5017219"/>
              <a:gd name="connsiteX34215" fmla="*/ 3135381 w 5799173"/>
              <a:gd name="connsiteY34215" fmla="*/ 2974615 h 5017219"/>
              <a:gd name="connsiteX34216" fmla="*/ 3143938 w 5799173"/>
              <a:gd name="connsiteY34216" fmla="*/ 2959827 h 5017219"/>
              <a:gd name="connsiteX34217" fmla="*/ 3145018 w 5799173"/>
              <a:gd name="connsiteY34217" fmla="*/ 2959245 h 5017219"/>
              <a:gd name="connsiteX34218" fmla="*/ 3162132 w 5799173"/>
              <a:gd name="connsiteY34218" fmla="*/ 2959245 h 5017219"/>
              <a:gd name="connsiteX34219" fmla="*/ 3163212 w 5799173"/>
              <a:gd name="connsiteY34219" fmla="*/ 2959827 h 5017219"/>
              <a:gd name="connsiteX34220" fmla="*/ 3171769 w 5799173"/>
              <a:gd name="connsiteY34220" fmla="*/ 2974615 h 5017219"/>
              <a:gd name="connsiteX34221" fmla="*/ 3171769 w 5799173"/>
              <a:gd name="connsiteY34221" fmla="*/ 2975861 h 5017219"/>
              <a:gd name="connsiteX34222" fmla="*/ 3163212 w 5799173"/>
              <a:gd name="connsiteY34222" fmla="*/ 2990649 h 5017219"/>
              <a:gd name="connsiteX34223" fmla="*/ 3162132 w 5799173"/>
              <a:gd name="connsiteY34223" fmla="*/ 2991231 h 5017219"/>
              <a:gd name="connsiteX34224" fmla="*/ 2723631 w 5799173"/>
              <a:gd name="connsiteY34224" fmla="*/ 2878426 h 5017219"/>
              <a:gd name="connsiteX34225" fmla="*/ 2722551 w 5799173"/>
              <a:gd name="connsiteY34225" fmla="*/ 2877844 h 5017219"/>
              <a:gd name="connsiteX34226" fmla="*/ 2713994 w 5799173"/>
              <a:gd name="connsiteY34226" fmla="*/ 2862973 h 5017219"/>
              <a:gd name="connsiteX34227" fmla="*/ 2713993 w 5799173"/>
              <a:gd name="connsiteY34227" fmla="*/ 2861727 h 5017219"/>
              <a:gd name="connsiteX34228" fmla="*/ 2722634 w 5799173"/>
              <a:gd name="connsiteY34228" fmla="*/ 2846856 h 5017219"/>
              <a:gd name="connsiteX34229" fmla="*/ 2723714 w 5799173"/>
              <a:gd name="connsiteY34229" fmla="*/ 2846274 h 5017219"/>
              <a:gd name="connsiteX34230" fmla="*/ 2740912 w 5799173"/>
              <a:gd name="connsiteY34230" fmla="*/ 2846274 h 5017219"/>
              <a:gd name="connsiteX34231" fmla="*/ 2741992 w 5799173"/>
              <a:gd name="connsiteY34231" fmla="*/ 2846856 h 5017219"/>
              <a:gd name="connsiteX34232" fmla="*/ 2750549 w 5799173"/>
              <a:gd name="connsiteY34232" fmla="*/ 2861727 h 5017219"/>
              <a:gd name="connsiteX34233" fmla="*/ 2750549 w 5799173"/>
              <a:gd name="connsiteY34233" fmla="*/ 2862973 h 5017219"/>
              <a:gd name="connsiteX34234" fmla="*/ 2741909 w 5799173"/>
              <a:gd name="connsiteY34234" fmla="*/ 2877844 h 5017219"/>
              <a:gd name="connsiteX34235" fmla="*/ 2740828 w 5799173"/>
              <a:gd name="connsiteY34235" fmla="*/ 2878426 h 5017219"/>
              <a:gd name="connsiteX34236" fmla="*/ 2964375 w 5799173"/>
              <a:gd name="connsiteY34236" fmla="*/ 2943016 h 5017219"/>
              <a:gd name="connsiteX34237" fmla="*/ 2963295 w 5799173"/>
              <a:gd name="connsiteY34237" fmla="*/ 2942435 h 5017219"/>
              <a:gd name="connsiteX34238" fmla="*/ 2954655 w 5799173"/>
              <a:gd name="connsiteY34238" fmla="*/ 2927481 h 5017219"/>
              <a:gd name="connsiteX34239" fmla="*/ 2954655 w 5799173"/>
              <a:gd name="connsiteY34239" fmla="*/ 2926235 h 5017219"/>
              <a:gd name="connsiteX34240" fmla="*/ 2963295 w 5799173"/>
              <a:gd name="connsiteY34240" fmla="*/ 2911280 h 5017219"/>
              <a:gd name="connsiteX34241" fmla="*/ 2964375 w 5799173"/>
              <a:gd name="connsiteY34241" fmla="*/ 2910698 h 5017219"/>
              <a:gd name="connsiteX34242" fmla="*/ 2981655 w 5799173"/>
              <a:gd name="connsiteY34242" fmla="*/ 2910699 h 5017219"/>
              <a:gd name="connsiteX34243" fmla="*/ 2982736 w 5799173"/>
              <a:gd name="connsiteY34243" fmla="*/ 2911280 h 5017219"/>
              <a:gd name="connsiteX34244" fmla="*/ 2991376 w 5799173"/>
              <a:gd name="connsiteY34244" fmla="*/ 2926234 h 5017219"/>
              <a:gd name="connsiteX34245" fmla="*/ 2991376 w 5799173"/>
              <a:gd name="connsiteY34245" fmla="*/ 2927480 h 5017219"/>
              <a:gd name="connsiteX34246" fmla="*/ 2982736 w 5799173"/>
              <a:gd name="connsiteY34246" fmla="*/ 2942434 h 5017219"/>
              <a:gd name="connsiteX34247" fmla="*/ 2981655 w 5799173"/>
              <a:gd name="connsiteY34247" fmla="*/ 2943017 h 5017219"/>
              <a:gd name="connsiteX34248" fmla="*/ 3867085 w 5799173"/>
              <a:gd name="connsiteY34248" fmla="*/ 3185095 h 5017219"/>
              <a:gd name="connsiteX34249" fmla="*/ 3866005 w 5799173"/>
              <a:gd name="connsiteY34249" fmla="*/ 3184514 h 5017219"/>
              <a:gd name="connsiteX34250" fmla="*/ 3857282 w 5799173"/>
              <a:gd name="connsiteY34250" fmla="*/ 3169393 h 5017219"/>
              <a:gd name="connsiteX34251" fmla="*/ 3857282 w 5799173"/>
              <a:gd name="connsiteY34251" fmla="*/ 3168147 h 5017219"/>
              <a:gd name="connsiteX34252" fmla="*/ 3866005 w 5799173"/>
              <a:gd name="connsiteY34252" fmla="*/ 3153027 h 5017219"/>
              <a:gd name="connsiteX34253" fmla="*/ 3867085 w 5799173"/>
              <a:gd name="connsiteY34253" fmla="*/ 3152445 h 5017219"/>
              <a:gd name="connsiteX34254" fmla="*/ 3884615 w 5799173"/>
              <a:gd name="connsiteY34254" fmla="*/ 3152445 h 5017219"/>
              <a:gd name="connsiteX34255" fmla="*/ 3885695 w 5799173"/>
              <a:gd name="connsiteY34255" fmla="*/ 3153027 h 5017219"/>
              <a:gd name="connsiteX34256" fmla="*/ 3894418 w 5799173"/>
              <a:gd name="connsiteY34256" fmla="*/ 3168147 h 5017219"/>
              <a:gd name="connsiteX34257" fmla="*/ 3894418 w 5799173"/>
              <a:gd name="connsiteY34257" fmla="*/ 3169393 h 5017219"/>
              <a:gd name="connsiteX34258" fmla="*/ 3885695 w 5799173"/>
              <a:gd name="connsiteY34258" fmla="*/ 3184514 h 5017219"/>
              <a:gd name="connsiteX34259" fmla="*/ 3884615 w 5799173"/>
              <a:gd name="connsiteY34259" fmla="*/ 3185095 h 5017219"/>
              <a:gd name="connsiteX34260" fmla="*/ 3024395 w 5799173"/>
              <a:gd name="connsiteY34260" fmla="*/ 2959392 h 5017219"/>
              <a:gd name="connsiteX34261" fmla="*/ 3023315 w 5799173"/>
              <a:gd name="connsiteY34261" fmla="*/ 2958811 h 5017219"/>
              <a:gd name="connsiteX34262" fmla="*/ 3014509 w 5799173"/>
              <a:gd name="connsiteY34262" fmla="*/ 2943607 h 5017219"/>
              <a:gd name="connsiteX34263" fmla="*/ 3014509 w 5799173"/>
              <a:gd name="connsiteY34263" fmla="*/ 2942361 h 5017219"/>
              <a:gd name="connsiteX34264" fmla="*/ 3023315 w 5799173"/>
              <a:gd name="connsiteY34264" fmla="*/ 2927158 h 5017219"/>
              <a:gd name="connsiteX34265" fmla="*/ 3024395 w 5799173"/>
              <a:gd name="connsiteY34265" fmla="*/ 2926576 h 5017219"/>
              <a:gd name="connsiteX34266" fmla="*/ 3042008 w 5799173"/>
              <a:gd name="connsiteY34266" fmla="*/ 2926576 h 5017219"/>
              <a:gd name="connsiteX34267" fmla="*/ 3043088 w 5799173"/>
              <a:gd name="connsiteY34267" fmla="*/ 2927158 h 5017219"/>
              <a:gd name="connsiteX34268" fmla="*/ 3051894 w 5799173"/>
              <a:gd name="connsiteY34268" fmla="*/ 2942361 h 5017219"/>
              <a:gd name="connsiteX34269" fmla="*/ 3051894 w 5799173"/>
              <a:gd name="connsiteY34269" fmla="*/ 2943607 h 5017219"/>
              <a:gd name="connsiteX34270" fmla="*/ 3043088 w 5799173"/>
              <a:gd name="connsiteY34270" fmla="*/ 2958811 h 5017219"/>
              <a:gd name="connsiteX34271" fmla="*/ 3042008 w 5799173"/>
              <a:gd name="connsiteY34271" fmla="*/ 2959392 h 5017219"/>
              <a:gd name="connsiteX34272" fmla="*/ 2663050 w 5799173"/>
              <a:gd name="connsiteY34272" fmla="*/ 2863132 h 5017219"/>
              <a:gd name="connsiteX34273" fmla="*/ 2661969 w 5799173"/>
              <a:gd name="connsiteY34273" fmla="*/ 2862468 h 5017219"/>
              <a:gd name="connsiteX34274" fmla="*/ 2652915 w 5799173"/>
              <a:gd name="connsiteY34274" fmla="*/ 2846766 h 5017219"/>
              <a:gd name="connsiteX34275" fmla="*/ 2652914 w 5799173"/>
              <a:gd name="connsiteY34275" fmla="*/ 2845520 h 5017219"/>
              <a:gd name="connsiteX34276" fmla="*/ 2661969 w 5799173"/>
              <a:gd name="connsiteY34276" fmla="*/ 2829818 h 5017219"/>
              <a:gd name="connsiteX34277" fmla="*/ 2663049 w 5799173"/>
              <a:gd name="connsiteY34277" fmla="*/ 2829153 h 5017219"/>
              <a:gd name="connsiteX34278" fmla="*/ 2681161 w 5799173"/>
              <a:gd name="connsiteY34278" fmla="*/ 2829153 h 5017219"/>
              <a:gd name="connsiteX34279" fmla="*/ 2682241 w 5799173"/>
              <a:gd name="connsiteY34279" fmla="*/ 2829818 h 5017219"/>
              <a:gd name="connsiteX34280" fmla="*/ 2691296 w 5799173"/>
              <a:gd name="connsiteY34280" fmla="*/ 2845520 h 5017219"/>
              <a:gd name="connsiteX34281" fmla="*/ 2691296 w 5799173"/>
              <a:gd name="connsiteY34281" fmla="*/ 2846766 h 5017219"/>
              <a:gd name="connsiteX34282" fmla="*/ 2682241 w 5799173"/>
              <a:gd name="connsiteY34282" fmla="*/ 2862468 h 5017219"/>
              <a:gd name="connsiteX34283" fmla="*/ 2681161 w 5799173"/>
              <a:gd name="connsiteY34283" fmla="*/ 2863132 h 5017219"/>
              <a:gd name="connsiteX34284" fmla="*/ 135157 w 5799173"/>
              <a:gd name="connsiteY34284" fmla="*/ 2185973 h 5017219"/>
              <a:gd name="connsiteX34285" fmla="*/ 134077 w 5799173"/>
              <a:gd name="connsiteY34285" fmla="*/ 2185308 h 5017219"/>
              <a:gd name="connsiteX34286" fmla="*/ 124938 w 5799173"/>
              <a:gd name="connsiteY34286" fmla="*/ 2169440 h 5017219"/>
              <a:gd name="connsiteX34287" fmla="*/ 124938 w 5799173"/>
              <a:gd name="connsiteY34287" fmla="*/ 2168111 h 5017219"/>
              <a:gd name="connsiteX34288" fmla="*/ 134077 w 5799173"/>
              <a:gd name="connsiteY34288" fmla="*/ 2152243 h 5017219"/>
              <a:gd name="connsiteX34289" fmla="*/ 135156 w 5799173"/>
              <a:gd name="connsiteY34289" fmla="*/ 2151578 h 5017219"/>
              <a:gd name="connsiteX34290" fmla="*/ 153434 w 5799173"/>
              <a:gd name="connsiteY34290" fmla="*/ 2151578 h 5017219"/>
              <a:gd name="connsiteX34291" fmla="*/ 154514 w 5799173"/>
              <a:gd name="connsiteY34291" fmla="*/ 2152243 h 5017219"/>
              <a:gd name="connsiteX34292" fmla="*/ 163653 w 5799173"/>
              <a:gd name="connsiteY34292" fmla="*/ 2168111 h 5017219"/>
              <a:gd name="connsiteX34293" fmla="*/ 163653 w 5799173"/>
              <a:gd name="connsiteY34293" fmla="*/ 2169440 h 5017219"/>
              <a:gd name="connsiteX34294" fmla="*/ 154514 w 5799173"/>
              <a:gd name="connsiteY34294" fmla="*/ 2185308 h 5017219"/>
              <a:gd name="connsiteX34295" fmla="*/ 153434 w 5799173"/>
              <a:gd name="connsiteY34295" fmla="*/ 2185973 h 5017219"/>
              <a:gd name="connsiteX34296" fmla="*/ 74867 w 5799173"/>
              <a:gd name="connsiteY34296" fmla="*/ 2170009 h 5017219"/>
              <a:gd name="connsiteX34297" fmla="*/ 73703 w 5799173"/>
              <a:gd name="connsiteY34297" fmla="*/ 2169344 h 5017219"/>
              <a:gd name="connsiteX34298" fmla="*/ 64481 w 5799173"/>
              <a:gd name="connsiteY34298" fmla="*/ 2153393 h 5017219"/>
              <a:gd name="connsiteX34299" fmla="*/ 64481 w 5799173"/>
              <a:gd name="connsiteY34299" fmla="*/ 2152064 h 5017219"/>
              <a:gd name="connsiteX34300" fmla="*/ 73704 w 5799173"/>
              <a:gd name="connsiteY34300" fmla="*/ 2136113 h 5017219"/>
              <a:gd name="connsiteX34301" fmla="*/ 74867 w 5799173"/>
              <a:gd name="connsiteY34301" fmla="*/ 2135448 h 5017219"/>
              <a:gd name="connsiteX34302" fmla="*/ 93309 w 5799173"/>
              <a:gd name="connsiteY34302" fmla="*/ 2135448 h 5017219"/>
              <a:gd name="connsiteX34303" fmla="*/ 94473 w 5799173"/>
              <a:gd name="connsiteY34303" fmla="*/ 2136113 h 5017219"/>
              <a:gd name="connsiteX34304" fmla="*/ 103695 w 5799173"/>
              <a:gd name="connsiteY34304" fmla="*/ 2152064 h 5017219"/>
              <a:gd name="connsiteX34305" fmla="*/ 103695 w 5799173"/>
              <a:gd name="connsiteY34305" fmla="*/ 2153393 h 5017219"/>
              <a:gd name="connsiteX34306" fmla="*/ 94473 w 5799173"/>
              <a:gd name="connsiteY34306" fmla="*/ 2169344 h 5017219"/>
              <a:gd name="connsiteX34307" fmla="*/ 93309 w 5799173"/>
              <a:gd name="connsiteY34307" fmla="*/ 2170009 h 5017219"/>
              <a:gd name="connsiteX34308" fmla="*/ 2783163 w 5799173"/>
              <a:gd name="connsiteY34308" fmla="*/ 2895883 h 5017219"/>
              <a:gd name="connsiteX34309" fmla="*/ 2782001 w 5799173"/>
              <a:gd name="connsiteY34309" fmla="*/ 2895218 h 5017219"/>
              <a:gd name="connsiteX34310" fmla="*/ 2772695 w 5799173"/>
              <a:gd name="connsiteY34310" fmla="*/ 2879100 h 5017219"/>
              <a:gd name="connsiteX34311" fmla="*/ 2772695 w 5799173"/>
              <a:gd name="connsiteY34311" fmla="*/ 2877772 h 5017219"/>
              <a:gd name="connsiteX34312" fmla="*/ 2782001 w 5799173"/>
              <a:gd name="connsiteY34312" fmla="*/ 2861655 h 5017219"/>
              <a:gd name="connsiteX34313" fmla="*/ 2783163 w 5799173"/>
              <a:gd name="connsiteY34313" fmla="*/ 2860990 h 5017219"/>
              <a:gd name="connsiteX34314" fmla="*/ 2801772 w 5799173"/>
              <a:gd name="connsiteY34314" fmla="*/ 2860989 h 5017219"/>
              <a:gd name="connsiteX34315" fmla="*/ 2802936 w 5799173"/>
              <a:gd name="connsiteY34315" fmla="*/ 2861654 h 5017219"/>
              <a:gd name="connsiteX34316" fmla="*/ 2812241 w 5799173"/>
              <a:gd name="connsiteY34316" fmla="*/ 2877772 h 5017219"/>
              <a:gd name="connsiteX34317" fmla="*/ 2812241 w 5799173"/>
              <a:gd name="connsiteY34317" fmla="*/ 2879100 h 5017219"/>
              <a:gd name="connsiteX34318" fmla="*/ 2802936 w 5799173"/>
              <a:gd name="connsiteY34318" fmla="*/ 2895219 h 5017219"/>
              <a:gd name="connsiteX34319" fmla="*/ 2801772 w 5799173"/>
              <a:gd name="connsiteY34319" fmla="*/ 2895882 h 5017219"/>
              <a:gd name="connsiteX34320" fmla="*/ 2843349 w 5799173"/>
              <a:gd name="connsiteY34320" fmla="*/ 2912009 h 5017219"/>
              <a:gd name="connsiteX34321" fmla="*/ 2842186 w 5799173"/>
              <a:gd name="connsiteY34321" fmla="*/ 2911345 h 5017219"/>
              <a:gd name="connsiteX34322" fmla="*/ 2832881 w 5799173"/>
              <a:gd name="connsiteY34322" fmla="*/ 2895227 h 5017219"/>
              <a:gd name="connsiteX34323" fmla="*/ 2832881 w 5799173"/>
              <a:gd name="connsiteY34323" fmla="*/ 2893898 h 5017219"/>
              <a:gd name="connsiteX34324" fmla="*/ 2842186 w 5799173"/>
              <a:gd name="connsiteY34324" fmla="*/ 2877781 h 5017219"/>
              <a:gd name="connsiteX34325" fmla="*/ 2843349 w 5799173"/>
              <a:gd name="connsiteY34325" fmla="*/ 2877116 h 5017219"/>
              <a:gd name="connsiteX34326" fmla="*/ 2861958 w 5799173"/>
              <a:gd name="connsiteY34326" fmla="*/ 2877116 h 5017219"/>
              <a:gd name="connsiteX34327" fmla="*/ 2863122 w 5799173"/>
              <a:gd name="connsiteY34327" fmla="*/ 2877781 h 5017219"/>
              <a:gd name="connsiteX34328" fmla="*/ 2872427 w 5799173"/>
              <a:gd name="connsiteY34328" fmla="*/ 2893898 h 5017219"/>
              <a:gd name="connsiteX34329" fmla="*/ 2872427 w 5799173"/>
              <a:gd name="connsiteY34329" fmla="*/ 2895227 h 5017219"/>
              <a:gd name="connsiteX34330" fmla="*/ 2863122 w 5799173"/>
              <a:gd name="connsiteY34330" fmla="*/ 2911345 h 5017219"/>
              <a:gd name="connsiteX34331" fmla="*/ 2861958 w 5799173"/>
              <a:gd name="connsiteY34331" fmla="*/ 2912009 h 5017219"/>
              <a:gd name="connsiteX34332" fmla="*/ 255259 w 5799173"/>
              <a:gd name="connsiteY34332" fmla="*/ 2218627 h 5017219"/>
              <a:gd name="connsiteX34333" fmla="*/ 254097 w 5799173"/>
              <a:gd name="connsiteY34333" fmla="*/ 2217963 h 5017219"/>
              <a:gd name="connsiteX34334" fmla="*/ 244709 w 5799173"/>
              <a:gd name="connsiteY34334" fmla="*/ 2201762 h 5017219"/>
              <a:gd name="connsiteX34335" fmla="*/ 244709 w 5799173"/>
              <a:gd name="connsiteY34335" fmla="*/ 2200433 h 5017219"/>
              <a:gd name="connsiteX34336" fmla="*/ 254097 w 5799173"/>
              <a:gd name="connsiteY34336" fmla="*/ 2184233 h 5017219"/>
              <a:gd name="connsiteX34337" fmla="*/ 255259 w 5799173"/>
              <a:gd name="connsiteY34337" fmla="*/ 2183568 h 5017219"/>
              <a:gd name="connsiteX34338" fmla="*/ 273953 w 5799173"/>
              <a:gd name="connsiteY34338" fmla="*/ 2183568 h 5017219"/>
              <a:gd name="connsiteX34339" fmla="*/ 275116 w 5799173"/>
              <a:gd name="connsiteY34339" fmla="*/ 2184233 h 5017219"/>
              <a:gd name="connsiteX34340" fmla="*/ 284504 w 5799173"/>
              <a:gd name="connsiteY34340" fmla="*/ 2200433 h 5017219"/>
              <a:gd name="connsiteX34341" fmla="*/ 284504 w 5799173"/>
              <a:gd name="connsiteY34341" fmla="*/ 2201762 h 5017219"/>
              <a:gd name="connsiteX34342" fmla="*/ 275116 w 5799173"/>
              <a:gd name="connsiteY34342" fmla="*/ 2217963 h 5017219"/>
              <a:gd name="connsiteX34343" fmla="*/ 273952 w 5799173"/>
              <a:gd name="connsiteY34343" fmla="*/ 2218627 h 5017219"/>
              <a:gd name="connsiteX34344" fmla="*/ 4407941 w 5799173"/>
              <a:gd name="connsiteY34344" fmla="*/ 3331640 h 5017219"/>
              <a:gd name="connsiteX34345" fmla="*/ 4406778 w 5799173"/>
              <a:gd name="connsiteY34345" fmla="*/ 3330975 h 5017219"/>
              <a:gd name="connsiteX34346" fmla="*/ 4397307 w 5799173"/>
              <a:gd name="connsiteY34346" fmla="*/ 3314526 h 5017219"/>
              <a:gd name="connsiteX34347" fmla="*/ 4397307 w 5799173"/>
              <a:gd name="connsiteY34347" fmla="*/ 3313197 h 5017219"/>
              <a:gd name="connsiteX34348" fmla="*/ 4406862 w 5799173"/>
              <a:gd name="connsiteY34348" fmla="*/ 3296747 h 5017219"/>
              <a:gd name="connsiteX34349" fmla="*/ 4408024 w 5799173"/>
              <a:gd name="connsiteY34349" fmla="*/ 3296082 h 5017219"/>
              <a:gd name="connsiteX34350" fmla="*/ 4427050 w 5799173"/>
              <a:gd name="connsiteY34350" fmla="*/ 3296082 h 5017219"/>
              <a:gd name="connsiteX34351" fmla="*/ 4428213 w 5799173"/>
              <a:gd name="connsiteY34351" fmla="*/ 3296747 h 5017219"/>
              <a:gd name="connsiteX34352" fmla="*/ 4437684 w 5799173"/>
              <a:gd name="connsiteY34352" fmla="*/ 3313197 h 5017219"/>
              <a:gd name="connsiteX34353" fmla="*/ 4437683 w 5799173"/>
              <a:gd name="connsiteY34353" fmla="*/ 3314526 h 5017219"/>
              <a:gd name="connsiteX34354" fmla="*/ 4428129 w 5799173"/>
              <a:gd name="connsiteY34354" fmla="*/ 3330975 h 5017219"/>
              <a:gd name="connsiteX34355" fmla="*/ 4426967 w 5799173"/>
              <a:gd name="connsiteY34355" fmla="*/ 3331640 h 5017219"/>
              <a:gd name="connsiteX34356" fmla="*/ 194885 w 5799173"/>
              <a:gd name="connsiteY34356" fmla="*/ 2202924 h 5017219"/>
              <a:gd name="connsiteX34357" fmla="*/ 193722 w 5799173"/>
              <a:gd name="connsiteY34357" fmla="*/ 2202259 h 5017219"/>
              <a:gd name="connsiteX34358" fmla="*/ 184168 w 5799173"/>
              <a:gd name="connsiteY34358" fmla="*/ 2185727 h 5017219"/>
              <a:gd name="connsiteX34359" fmla="*/ 184168 w 5799173"/>
              <a:gd name="connsiteY34359" fmla="*/ 2184397 h 5017219"/>
              <a:gd name="connsiteX34360" fmla="*/ 193722 w 5799173"/>
              <a:gd name="connsiteY34360" fmla="*/ 2167865 h 5017219"/>
              <a:gd name="connsiteX34361" fmla="*/ 194885 w 5799173"/>
              <a:gd name="connsiteY34361" fmla="*/ 2167200 h 5017219"/>
              <a:gd name="connsiteX34362" fmla="*/ 213992 w 5799173"/>
              <a:gd name="connsiteY34362" fmla="*/ 2167200 h 5017219"/>
              <a:gd name="connsiteX34363" fmla="*/ 215156 w 5799173"/>
              <a:gd name="connsiteY34363" fmla="*/ 2167865 h 5017219"/>
              <a:gd name="connsiteX34364" fmla="*/ 224710 w 5799173"/>
              <a:gd name="connsiteY34364" fmla="*/ 2184397 h 5017219"/>
              <a:gd name="connsiteX34365" fmla="*/ 224709 w 5799173"/>
              <a:gd name="connsiteY34365" fmla="*/ 2185727 h 5017219"/>
              <a:gd name="connsiteX34366" fmla="*/ 215156 w 5799173"/>
              <a:gd name="connsiteY34366" fmla="*/ 2202259 h 5017219"/>
              <a:gd name="connsiteX34367" fmla="*/ 213992 w 5799173"/>
              <a:gd name="connsiteY34367" fmla="*/ 2202924 h 5017219"/>
              <a:gd name="connsiteX34368" fmla="*/ 315122 w 5799173"/>
              <a:gd name="connsiteY34368" fmla="*/ 2235432 h 5017219"/>
              <a:gd name="connsiteX34369" fmla="*/ 313959 w 5799173"/>
              <a:gd name="connsiteY34369" fmla="*/ 2234767 h 5017219"/>
              <a:gd name="connsiteX34370" fmla="*/ 304239 w 5799173"/>
              <a:gd name="connsiteY34370" fmla="*/ 2217902 h 5017219"/>
              <a:gd name="connsiteX34371" fmla="*/ 304238 w 5799173"/>
              <a:gd name="connsiteY34371" fmla="*/ 2216490 h 5017219"/>
              <a:gd name="connsiteX34372" fmla="*/ 313959 w 5799173"/>
              <a:gd name="connsiteY34372" fmla="*/ 2199625 h 5017219"/>
              <a:gd name="connsiteX34373" fmla="*/ 315122 w 5799173"/>
              <a:gd name="connsiteY34373" fmla="*/ 2198960 h 5017219"/>
              <a:gd name="connsiteX34374" fmla="*/ 334563 w 5799173"/>
              <a:gd name="connsiteY34374" fmla="*/ 2198960 h 5017219"/>
              <a:gd name="connsiteX34375" fmla="*/ 335726 w 5799173"/>
              <a:gd name="connsiteY34375" fmla="*/ 2199625 h 5017219"/>
              <a:gd name="connsiteX34376" fmla="*/ 345445 w 5799173"/>
              <a:gd name="connsiteY34376" fmla="*/ 2216490 h 5017219"/>
              <a:gd name="connsiteX34377" fmla="*/ 345446 w 5799173"/>
              <a:gd name="connsiteY34377" fmla="*/ 2217902 h 5017219"/>
              <a:gd name="connsiteX34378" fmla="*/ 335726 w 5799173"/>
              <a:gd name="connsiteY34378" fmla="*/ 2234767 h 5017219"/>
              <a:gd name="connsiteX34379" fmla="*/ 334563 w 5799173"/>
              <a:gd name="connsiteY34379" fmla="*/ 2235432 h 5017219"/>
              <a:gd name="connsiteX34380" fmla="*/ 375225 w 5799173"/>
              <a:gd name="connsiteY34380" fmla="*/ 2251642 h 5017219"/>
              <a:gd name="connsiteX34381" fmla="*/ 374063 w 5799173"/>
              <a:gd name="connsiteY34381" fmla="*/ 2250977 h 5017219"/>
              <a:gd name="connsiteX34382" fmla="*/ 364343 w 5799173"/>
              <a:gd name="connsiteY34382" fmla="*/ 2234029 h 5017219"/>
              <a:gd name="connsiteX34383" fmla="*/ 364342 w 5799173"/>
              <a:gd name="connsiteY34383" fmla="*/ 2232617 h 5017219"/>
              <a:gd name="connsiteX34384" fmla="*/ 374146 w 5799173"/>
              <a:gd name="connsiteY34384" fmla="*/ 2215669 h 5017219"/>
              <a:gd name="connsiteX34385" fmla="*/ 375310 w 5799173"/>
              <a:gd name="connsiteY34385" fmla="*/ 2215004 h 5017219"/>
              <a:gd name="connsiteX34386" fmla="*/ 394833 w 5799173"/>
              <a:gd name="connsiteY34386" fmla="*/ 2215004 h 5017219"/>
              <a:gd name="connsiteX34387" fmla="*/ 395995 w 5799173"/>
              <a:gd name="connsiteY34387" fmla="*/ 2215669 h 5017219"/>
              <a:gd name="connsiteX34388" fmla="*/ 405716 w 5799173"/>
              <a:gd name="connsiteY34388" fmla="*/ 2232617 h 5017219"/>
              <a:gd name="connsiteX34389" fmla="*/ 405716 w 5799173"/>
              <a:gd name="connsiteY34389" fmla="*/ 2234029 h 5017219"/>
              <a:gd name="connsiteX34390" fmla="*/ 395912 w 5799173"/>
              <a:gd name="connsiteY34390" fmla="*/ 2250977 h 5017219"/>
              <a:gd name="connsiteX34391" fmla="*/ 394749 w 5799173"/>
              <a:gd name="connsiteY34391" fmla="*/ 2251642 h 5017219"/>
              <a:gd name="connsiteX34392" fmla="*/ 435411 w 5799173"/>
              <a:gd name="connsiteY34392" fmla="*/ 2267768 h 5017219"/>
              <a:gd name="connsiteX34393" fmla="*/ 434249 w 5799173"/>
              <a:gd name="connsiteY34393" fmla="*/ 2267103 h 5017219"/>
              <a:gd name="connsiteX34394" fmla="*/ 424529 w 5799173"/>
              <a:gd name="connsiteY34394" fmla="*/ 2250156 h 5017219"/>
              <a:gd name="connsiteX34395" fmla="*/ 424528 w 5799173"/>
              <a:gd name="connsiteY34395" fmla="*/ 2248743 h 5017219"/>
              <a:gd name="connsiteX34396" fmla="*/ 434332 w 5799173"/>
              <a:gd name="connsiteY34396" fmla="*/ 2231796 h 5017219"/>
              <a:gd name="connsiteX34397" fmla="*/ 435495 w 5799173"/>
              <a:gd name="connsiteY34397" fmla="*/ 2231130 h 5017219"/>
              <a:gd name="connsiteX34398" fmla="*/ 455019 w 5799173"/>
              <a:gd name="connsiteY34398" fmla="*/ 2231130 h 5017219"/>
              <a:gd name="connsiteX34399" fmla="*/ 456181 w 5799173"/>
              <a:gd name="connsiteY34399" fmla="*/ 2231796 h 5017219"/>
              <a:gd name="connsiteX34400" fmla="*/ 465902 w 5799173"/>
              <a:gd name="connsiteY34400" fmla="*/ 2248744 h 5017219"/>
              <a:gd name="connsiteX34401" fmla="*/ 465902 w 5799173"/>
              <a:gd name="connsiteY34401" fmla="*/ 2250155 h 5017219"/>
              <a:gd name="connsiteX34402" fmla="*/ 456098 w 5799173"/>
              <a:gd name="connsiteY34402" fmla="*/ 2267103 h 5017219"/>
              <a:gd name="connsiteX34403" fmla="*/ 454935 w 5799173"/>
              <a:gd name="connsiteY34403" fmla="*/ 2267769 h 5017219"/>
              <a:gd name="connsiteX34404" fmla="*/ 495598 w 5799173"/>
              <a:gd name="connsiteY34404" fmla="*/ 2283895 h 5017219"/>
              <a:gd name="connsiteX34405" fmla="*/ 494435 w 5799173"/>
              <a:gd name="connsiteY34405" fmla="*/ 2283231 h 5017219"/>
              <a:gd name="connsiteX34406" fmla="*/ 484716 w 5799173"/>
              <a:gd name="connsiteY34406" fmla="*/ 2266283 h 5017219"/>
              <a:gd name="connsiteX34407" fmla="*/ 484715 w 5799173"/>
              <a:gd name="connsiteY34407" fmla="*/ 2264870 h 5017219"/>
              <a:gd name="connsiteX34408" fmla="*/ 494519 w 5799173"/>
              <a:gd name="connsiteY34408" fmla="*/ 2247923 h 5017219"/>
              <a:gd name="connsiteX34409" fmla="*/ 495682 w 5799173"/>
              <a:gd name="connsiteY34409" fmla="*/ 2247257 h 5017219"/>
              <a:gd name="connsiteX34410" fmla="*/ 515206 w 5799173"/>
              <a:gd name="connsiteY34410" fmla="*/ 2247257 h 5017219"/>
              <a:gd name="connsiteX34411" fmla="*/ 516368 w 5799173"/>
              <a:gd name="connsiteY34411" fmla="*/ 2247923 h 5017219"/>
              <a:gd name="connsiteX34412" fmla="*/ 526089 w 5799173"/>
              <a:gd name="connsiteY34412" fmla="*/ 2264871 h 5017219"/>
              <a:gd name="connsiteX34413" fmla="*/ 526088 w 5799173"/>
              <a:gd name="connsiteY34413" fmla="*/ 2266282 h 5017219"/>
              <a:gd name="connsiteX34414" fmla="*/ 516285 w 5799173"/>
              <a:gd name="connsiteY34414" fmla="*/ 2283230 h 5017219"/>
              <a:gd name="connsiteX34415" fmla="*/ 515122 w 5799173"/>
              <a:gd name="connsiteY34415" fmla="*/ 2283896 h 5017219"/>
              <a:gd name="connsiteX34416" fmla="*/ 676158 w 5799173"/>
              <a:gd name="connsiteY34416" fmla="*/ 2332358 h 5017219"/>
              <a:gd name="connsiteX34417" fmla="*/ 674994 w 5799173"/>
              <a:gd name="connsiteY34417" fmla="*/ 2331693 h 5017219"/>
              <a:gd name="connsiteX34418" fmla="*/ 665191 w 5799173"/>
              <a:gd name="connsiteY34418" fmla="*/ 2314662 h 5017219"/>
              <a:gd name="connsiteX34419" fmla="*/ 665191 w 5799173"/>
              <a:gd name="connsiteY34419" fmla="*/ 2313250 h 5017219"/>
              <a:gd name="connsiteX34420" fmla="*/ 674994 w 5799173"/>
              <a:gd name="connsiteY34420" fmla="*/ 2296219 h 5017219"/>
              <a:gd name="connsiteX34421" fmla="*/ 676158 w 5799173"/>
              <a:gd name="connsiteY34421" fmla="*/ 2295554 h 5017219"/>
              <a:gd name="connsiteX34422" fmla="*/ 695764 w 5799173"/>
              <a:gd name="connsiteY34422" fmla="*/ 2295554 h 5017219"/>
              <a:gd name="connsiteX34423" fmla="*/ 696927 w 5799173"/>
              <a:gd name="connsiteY34423" fmla="*/ 2296219 h 5017219"/>
              <a:gd name="connsiteX34424" fmla="*/ 706731 w 5799173"/>
              <a:gd name="connsiteY34424" fmla="*/ 2313250 h 5017219"/>
              <a:gd name="connsiteX34425" fmla="*/ 706731 w 5799173"/>
              <a:gd name="connsiteY34425" fmla="*/ 2314662 h 5017219"/>
              <a:gd name="connsiteX34426" fmla="*/ 696927 w 5799173"/>
              <a:gd name="connsiteY34426" fmla="*/ 2331693 h 5017219"/>
              <a:gd name="connsiteX34427" fmla="*/ 695764 w 5799173"/>
              <a:gd name="connsiteY34427" fmla="*/ 2332358 h 5017219"/>
              <a:gd name="connsiteX34428" fmla="*/ 736344 w 5799173"/>
              <a:gd name="connsiteY34428" fmla="*/ 2348485 h 5017219"/>
              <a:gd name="connsiteX34429" fmla="*/ 735180 w 5799173"/>
              <a:gd name="connsiteY34429" fmla="*/ 2347820 h 5017219"/>
              <a:gd name="connsiteX34430" fmla="*/ 725376 w 5799173"/>
              <a:gd name="connsiteY34430" fmla="*/ 2330789 h 5017219"/>
              <a:gd name="connsiteX34431" fmla="*/ 725377 w 5799173"/>
              <a:gd name="connsiteY34431" fmla="*/ 2329377 h 5017219"/>
              <a:gd name="connsiteX34432" fmla="*/ 735180 w 5799173"/>
              <a:gd name="connsiteY34432" fmla="*/ 2312346 h 5017219"/>
              <a:gd name="connsiteX34433" fmla="*/ 736344 w 5799173"/>
              <a:gd name="connsiteY34433" fmla="*/ 2311681 h 5017219"/>
              <a:gd name="connsiteX34434" fmla="*/ 755950 w 5799173"/>
              <a:gd name="connsiteY34434" fmla="*/ 2311681 h 5017219"/>
              <a:gd name="connsiteX34435" fmla="*/ 757113 w 5799173"/>
              <a:gd name="connsiteY34435" fmla="*/ 2312346 h 5017219"/>
              <a:gd name="connsiteX34436" fmla="*/ 766917 w 5799173"/>
              <a:gd name="connsiteY34436" fmla="*/ 2329377 h 5017219"/>
              <a:gd name="connsiteX34437" fmla="*/ 766917 w 5799173"/>
              <a:gd name="connsiteY34437" fmla="*/ 2330789 h 5017219"/>
              <a:gd name="connsiteX34438" fmla="*/ 757113 w 5799173"/>
              <a:gd name="connsiteY34438" fmla="*/ 2347820 h 5017219"/>
              <a:gd name="connsiteX34439" fmla="*/ 755950 w 5799173"/>
              <a:gd name="connsiteY34439" fmla="*/ 2348485 h 5017219"/>
              <a:gd name="connsiteX34440" fmla="*/ 2903048 w 5799173"/>
              <a:gd name="connsiteY34440" fmla="*/ 2929052 h 5017219"/>
              <a:gd name="connsiteX34441" fmla="*/ 2901885 w 5799173"/>
              <a:gd name="connsiteY34441" fmla="*/ 2928387 h 5017219"/>
              <a:gd name="connsiteX34442" fmla="*/ 2892082 w 5799173"/>
              <a:gd name="connsiteY34442" fmla="*/ 2911356 h 5017219"/>
              <a:gd name="connsiteX34443" fmla="*/ 2892082 w 5799173"/>
              <a:gd name="connsiteY34443" fmla="*/ 2909944 h 5017219"/>
              <a:gd name="connsiteX34444" fmla="*/ 2901885 w 5799173"/>
              <a:gd name="connsiteY34444" fmla="*/ 2892913 h 5017219"/>
              <a:gd name="connsiteX34445" fmla="*/ 2903048 w 5799173"/>
              <a:gd name="connsiteY34445" fmla="*/ 2892248 h 5017219"/>
              <a:gd name="connsiteX34446" fmla="*/ 2922655 w 5799173"/>
              <a:gd name="connsiteY34446" fmla="*/ 2892248 h 5017219"/>
              <a:gd name="connsiteX34447" fmla="*/ 2923818 w 5799173"/>
              <a:gd name="connsiteY34447" fmla="*/ 2892913 h 5017219"/>
              <a:gd name="connsiteX34448" fmla="*/ 2933622 w 5799173"/>
              <a:gd name="connsiteY34448" fmla="*/ 2909944 h 5017219"/>
              <a:gd name="connsiteX34449" fmla="*/ 2933622 w 5799173"/>
              <a:gd name="connsiteY34449" fmla="*/ 2911356 h 5017219"/>
              <a:gd name="connsiteX34450" fmla="*/ 2923818 w 5799173"/>
              <a:gd name="connsiteY34450" fmla="*/ 2928387 h 5017219"/>
              <a:gd name="connsiteX34451" fmla="*/ 2922655 w 5799173"/>
              <a:gd name="connsiteY34451" fmla="*/ 2929052 h 5017219"/>
              <a:gd name="connsiteX34452" fmla="*/ 976981 w 5799173"/>
              <a:gd name="connsiteY34452" fmla="*/ 2413249 h 5017219"/>
              <a:gd name="connsiteX34453" fmla="*/ 975736 w 5799173"/>
              <a:gd name="connsiteY34453" fmla="*/ 2412585 h 5017219"/>
              <a:gd name="connsiteX34454" fmla="*/ 965850 w 5799173"/>
              <a:gd name="connsiteY34454" fmla="*/ 2395387 h 5017219"/>
              <a:gd name="connsiteX34455" fmla="*/ 965850 w 5799173"/>
              <a:gd name="connsiteY34455" fmla="*/ 2393975 h 5017219"/>
              <a:gd name="connsiteX34456" fmla="*/ 975736 w 5799173"/>
              <a:gd name="connsiteY34456" fmla="*/ 2376778 h 5017219"/>
              <a:gd name="connsiteX34457" fmla="*/ 976981 w 5799173"/>
              <a:gd name="connsiteY34457" fmla="*/ 2376113 h 5017219"/>
              <a:gd name="connsiteX34458" fmla="*/ 996837 w 5799173"/>
              <a:gd name="connsiteY34458" fmla="*/ 2376113 h 5017219"/>
              <a:gd name="connsiteX34459" fmla="*/ 998084 w 5799173"/>
              <a:gd name="connsiteY34459" fmla="*/ 2376778 h 5017219"/>
              <a:gd name="connsiteX34460" fmla="*/ 1007970 w 5799173"/>
              <a:gd name="connsiteY34460" fmla="*/ 2393975 h 5017219"/>
              <a:gd name="connsiteX34461" fmla="*/ 1007970 w 5799173"/>
              <a:gd name="connsiteY34461" fmla="*/ 2395387 h 5017219"/>
              <a:gd name="connsiteX34462" fmla="*/ 998084 w 5799173"/>
              <a:gd name="connsiteY34462" fmla="*/ 2412585 h 5017219"/>
              <a:gd name="connsiteX34463" fmla="*/ 996837 w 5799173"/>
              <a:gd name="connsiteY34463" fmla="*/ 2413249 h 5017219"/>
              <a:gd name="connsiteX34464" fmla="*/ 1037167 w 5799173"/>
              <a:gd name="connsiteY34464" fmla="*/ 2429376 h 5017219"/>
              <a:gd name="connsiteX34465" fmla="*/ 1035922 w 5799173"/>
              <a:gd name="connsiteY34465" fmla="*/ 2428712 h 5017219"/>
              <a:gd name="connsiteX34466" fmla="*/ 1026035 w 5799173"/>
              <a:gd name="connsiteY34466" fmla="*/ 2411514 h 5017219"/>
              <a:gd name="connsiteX34467" fmla="*/ 1026035 w 5799173"/>
              <a:gd name="connsiteY34467" fmla="*/ 2410102 h 5017219"/>
              <a:gd name="connsiteX34468" fmla="*/ 1035922 w 5799173"/>
              <a:gd name="connsiteY34468" fmla="*/ 2392905 h 5017219"/>
              <a:gd name="connsiteX34469" fmla="*/ 1037167 w 5799173"/>
              <a:gd name="connsiteY34469" fmla="*/ 2392240 h 5017219"/>
              <a:gd name="connsiteX34470" fmla="*/ 1057023 w 5799173"/>
              <a:gd name="connsiteY34470" fmla="*/ 2392240 h 5017219"/>
              <a:gd name="connsiteX34471" fmla="*/ 1058270 w 5799173"/>
              <a:gd name="connsiteY34471" fmla="*/ 2392905 h 5017219"/>
              <a:gd name="connsiteX34472" fmla="*/ 1068156 w 5799173"/>
              <a:gd name="connsiteY34472" fmla="*/ 2410102 h 5017219"/>
              <a:gd name="connsiteX34473" fmla="*/ 1068156 w 5799173"/>
              <a:gd name="connsiteY34473" fmla="*/ 2411514 h 5017219"/>
              <a:gd name="connsiteX34474" fmla="*/ 1058270 w 5799173"/>
              <a:gd name="connsiteY34474" fmla="*/ 2428712 h 5017219"/>
              <a:gd name="connsiteX34475" fmla="*/ 1057023 w 5799173"/>
              <a:gd name="connsiteY34475" fmla="*/ 2429376 h 5017219"/>
              <a:gd name="connsiteX34476" fmla="*/ 1097354 w 5799173"/>
              <a:gd name="connsiteY34476" fmla="*/ 2445503 h 5017219"/>
              <a:gd name="connsiteX34477" fmla="*/ 1096109 w 5799173"/>
              <a:gd name="connsiteY34477" fmla="*/ 2444839 h 5017219"/>
              <a:gd name="connsiteX34478" fmla="*/ 1086222 w 5799173"/>
              <a:gd name="connsiteY34478" fmla="*/ 2427641 h 5017219"/>
              <a:gd name="connsiteX34479" fmla="*/ 1086222 w 5799173"/>
              <a:gd name="connsiteY34479" fmla="*/ 2426229 h 5017219"/>
              <a:gd name="connsiteX34480" fmla="*/ 1096109 w 5799173"/>
              <a:gd name="connsiteY34480" fmla="*/ 2409032 h 5017219"/>
              <a:gd name="connsiteX34481" fmla="*/ 1097354 w 5799173"/>
              <a:gd name="connsiteY34481" fmla="*/ 2408367 h 5017219"/>
              <a:gd name="connsiteX34482" fmla="*/ 1117210 w 5799173"/>
              <a:gd name="connsiteY34482" fmla="*/ 2408367 h 5017219"/>
              <a:gd name="connsiteX34483" fmla="*/ 1118457 w 5799173"/>
              <a:gd name="connsiteY34483" fmla="*/ 2409032 h 5017219"/>
              <a:gd name="connsiteX34484" fmla="*/ 1128343 w 5799173"/>
              <a:gd name="connsiteY34484" fmla="*/ 2426229 h 5017219"/>
              <a:gd name="connsiteX34485" fmla="*/ 1128343 w 5799173"/>
              <a:gd name="connsiteY34485" fmla="*/ 2427641 h 5017219"/>
              <a:gd name="connsiteX34486" fmla="*/ 1118457 w 5799173"/>
              <a:gd name="connsiteY34486" fmla="*/ 2444839 h 5017219"/>
              <a:gd name="connsiteX34487" fmla="*/ 1117210 w 5799173"/>
              <a:gd name="connsiteY34487" fmla="*/ 2445503 h 5017219"/>
              <a:gd name="connsiteX34488" fmla="*/ 796342 w 5799173"/>
              <a:gd name="connsiteY34488" fmla="*/ 2364942 h 5017219"/>
              <a:gd name="connsiteX34489" fmla="*/ 795096 w 5799173"/>
              <a:gd name="connsiteY34489" fmla="*/ 2364278 h 5017219"/>
              <a:gd name="connsiteX34490" fmla="*/ 785126 w 5799173"/>
              <a:gd name="connsiteY34490" fmla="*/ 2346997 h 5017219"/>
              <a:gd name="connsiteX34491" fmla="*/ 785126 w 5799173"/>
              <a:gd name="connsiteY34491" fmla="*/ 2345585 h 5017219"/>
              <a:gd name="connsiteX34492" fmla="*/ 795096 w 5799173"/>
              <a:gd name="connsiteY34492" fmla="*/ 2328305 h 5017219"/>
              <a:gd name="connsiteX34493" fmla="*/ 796342 w 5799173"/>
              <a:gd name="connsiteY34493" fmla="*/ 2327640 h 5017219"/>
              <a:gd name="connsiteX34494" fmla="*/ 816281 w 5799173"/>
              <a:gd name="connsiteY34494" fmla="*/ 2327640 h 5017219"/>
              <a:gd name="connsiteX34495" fmla="*/ 817527 w 5799173"/>
              <a:gd name="connsiteY34495" fmla="*/ 2328305 h 5017219"/>
              <a:gd name="connsiteX34496" fmla="*/ 827496 w 5799173"/>
              <a:gd name="connsiteY34496" fmla="*/ 2345585 h 5017219"/>
              <a:gd name="connsiteX34497" fmla="*/ 827496 w 5799173"/>
              <a:gd name="connsiteY34497" fmla="*/ 2346997 h 5017219"/>
              <a:gd name="connsiteX34498" fmla="*/ 817527 w 5799173"/>
              <a:gd name="connsiteY34498" fmla="*/ 2364278 h 5017219"/>
              <a:gd name="connsiteX34499" fmla="*/ 816282 w 5799173"/>
              <a:gd name="connsiteY34499" fmla="*/ 2364942 h 5017219"/>
              <a:gd name="connsiteX34500" fmla="*/ 916715 w 5799173"/>
              <a:gd name="connsiteY34500" fmla="*/ 2397196 h 5017219"/>
              <a:gd name="connsiteX34501" fmla="*/ 915469 w 5799173"/>
              <a:gd name="connsiteY34501" fmla="*/ 2396532 h 5017219"/>
              <a:gd name="connsiteX34502" fmla="*/ 905499 w 5799173"/>
              <a:gd name="connsiteY34502" fmla="*/ 2379251 h 5017219"/>
              <a:gd name="connsiteX34503" fmla="*/ 905499 w 5799173"/>
              <a:gd name="connsiteY34503" fmla="*/ 2377839 h 5017219"/>
              <a:gd name="connsiteX34504" fmla="*/ 915469 w 5799173"/>
              <a:gd name="connsiteY34504" fmla="*/ 2360559 h 5017219"/>
              <a:gd name="connsiteX34505" fmla="*/ 916715 w 5799173"/>
              <a:gd name="connsiteY34505" fmla="*/ 2359894 h 5017219"/>
              <a:gd name="connsiteX34506" fmla="*/ 936654 w 5799173"/>
              <a:gd name="connsiteY34506" fmla="*/ 2359894 h 5017219"/>
              <a:gd name="connsiteX34507" fmla="*/ 937900 w 5799173"/>
              <a:gd name="connsiteY34507" fmla="*/ 2360559 h 5017219"/>
              <a:gd name="connsiteX34508" fmla="*/ 947869 w 5799173"/>
              <a:gd name="connsiteY34508" fmla="*/ 2377839 h 5017219"/>
              <a:gd name="connsiteX34509" fmla="*/ 947869 w 5799173"/>
              <a:gd name="connsiteY34509" fmla="*/ 2379251 h 5017219"/>
              <a:gd name="connsiteX34510" fmla="*/ 937900 w 5799173"/>
              <a:gd name="connsiteY34510" fmla="*/ 2396532 h 5017219"/>
              <a:gd name="connsiteX34511" fmla="*/ 936654 w 5799173"/>
              <a:gd name="connsiteY34511" fmla="*/ 2397196 h 5017219"/>
              <a:gd name="connsiteX34512" fmla="*/ 1157459 w 5799173"/>
              <a:gd name="connsiteY34512" fmla="*/ 2461703 h 5017219"/>
              <a:gd name="connsiteX34513" fmla="*/ 1156213 w 5799173"/>
              <a:gd name="connsiteY34513" fmla="*/ 2461039 h 5017219"/>
              <a:gd name="connsiteX34514" fmla="*/ 1146243 w 5799173"/>
              <a:gd name="connsiteY34514" fmla="*/ 2443758 h 5017219"/>
              <a:gd name="connsiteX34515" fmla="*/ 1146243 w 5799173"/>
              <a:gd name="connsiteY34515" fmla="*/ 2442346 h 5017219"/>
              <a:gd name="connsiteX34516" fmla="*/ 1156213 w 5799173"/>
              <a:gd name="connsiteY34516" fmla="*/ 2425066 h 5017219"/>
              <a:gd name="connsiteX34517" fmla="*/ 1157459 w 5799173"/>
              <a:gd name="connsiteY34517" fmla="*/ 2424401 h 5017219"/>
              <a:gd name="connsiteX34518" fmla="*/ 1177398 w 5799173"/>
              <a:gd name="connsiteY34518" fmla="*/ 2424401 h 5017219"/>
              <a:gd name="connsiteX34519" fmla="*/ 1178644 w 5799173"/>
              <a:gd name="connsiteY34519" fmla="*/ 2425066 h 5017219"/>
              <a:gd name="connsiteX34520" fmla="*/ 1188613 w 5799173"/>
              <a:gd name="connsiteY34520" fmla="*/ 2442346 h 5017219"/>
              <a:gd name="connsiteX34521" fmla="*/ 1188613 w 5799173"/>
              <a:gd name="connsiteY34521" fmla="*/ 2443758 h 5017219"/>
              <a:gd name="connsiteX34522" fmla="*/ 1178644 w 5799173"/>
              <a:gd name="connsiteY34522" fmla="*/ 2461039 h 5017219"/>
              <a:gd name="connsiteX34523" fmla="*/ 1177398 w 5799173"/>
              <a:gd name="connsiteY34523" fmla="*/ 2461703 h 5017219"/>
              <a:gd name="connsiteX34524" fmla="*/ 856466 w 5799173"/>
              <a:gd name="connsiteY34524" fmla="*/ 2381155 h 5017219"/>
              <a:gd name="connsiteX34525" fmla="*/ 855221 w 5799173"/>
              <a:gd name="connsiteY34525" fmla="*/ 2380408 h 5017219"/>
              <a:gd name="connsiteX34526" fmla="*/ 845250 w 5799173"/>
              <a:gd name="connsiteY34526" fmla="*/ 2363044 h 5017219"/>
              <a:gd name="connsiteX34527" fmla="*/ 845250 w 5799173"/>
              <a:gd name="connsiteY34527" fmla="*/ 2361631 h 5017219"/>
              <a:gd name="connsiteX34528" fmla="*/ 855303 w 5799173"/>
              <a:gd name="connsiteY34528" fmla="*/ 2344268 h 5017219"/>
              <a:gd name="connsiteX34529" fmla="*/ 856549 w 5799173"/>
              <a:gd name="connsiteY34529" fmla="*/ 2343520 h 5017219"/>
              <a:gd name="connsiteX34530" fmla="*/ 876572 w 5799173"/>
              <a:gd name="connsiteY34530" fmla="*/ 2343520 h 5017219"/>
              <a:gd name="connsiteX34531" fmla="*/ 877817 w 5799173"/>
              <a:gd name="connsiteY34531" fmla="*/ 2344268 h 5017219"/>
              <a:gd name="connsiteX34532" fmla="*/ 887787 w 5799173"/>
              <a:gd name="connsiteY34532" fmla="*/ 2361631 h 5017219"/>
              <a:gd name="connsiteX34533" fmla="*/ 887788 w 5799173"/>
              <a:gd name="connsiteY34533" fmla="*/ 2363044 h 5017219"/>
              <a:gd name="connsiteX34534" fmla="*/ 877734 w 5799173"/>
              <a:gd name="connsiteY34534" fmla="*/ 2380407 h 5017219"/>
              <a:gd name="connsiteX34535" fmla="*/ 876488 w 5799173"/>
              <a:gd name="connsiteY34535" fmla="*/ 2381155 h 5017219"/>
              <a:gd name="connsiteX34536" fmla="*/ 1217585 w 5799173"/>
              <a:gd name="connsiteY34536" fmla="*/ 2477917 h 5017219"/>
              <a:gd name="connsiteX34537" fmla="*/ 1216339 w 5799173"/>
              <a:gd name="connsiteY34537" fmla="*/ 2477169 h 5017219"/>
              <a:gd name="connsiteX34538" fmla="*/ 1206368 w 5799173"/>
              <a:gd name="connsiteY34538" fmla="*/ 2459806 h 5017219"/>
              <a:gd name="connsiteX34539" fmla="*/ 1206369 w 5799173"/>
              <a:gd name="connsiteY34539" fmla="*/ 2458393 h 5017219"/>
              <a:gd name="connsiteX34540" fmla="*/ 1216421 w 5799173"/>
              <a:gd name="connsiteY34540" fmla="*/ 2441030 h 5017219"/>
              <a:gd name="connsiteX34541" fmla="*/ 1217668 w 5799173"/>
              <a:gd name="connsiteY34541" fmla="*/ 2440282 h 5017219"/>
              <a:gd name="connsiteX34542" fmla="*/ 1237690 w 5799173"/>
              <a:gd name="connsiteY34542" fmla="*/ 2440282 h 5017219"/>
              <a:gd name="connsiteX34543" fmla="*/ 1238936 w 5799173"/>
              <a:gd name="connsiteY34543" fmla="*/ 2441030 h 5017219"/>
              <a:gd name="connsiteX34544" fmla="*/ 1248905 w 5799173"/>
              <a:gd name="connsiteY34544" fmla="*/ 2458393 h 5017219"/>
              <a:gd name="connsiteX34545" fmla="*/ 1248906 w 5799173"/>
              <a:gd name="connsiteY34545" fmla="*/ 2459806 h 5017219"/>
              <a:gd name="connsiteX34546" fmla="*/ 1238852 w 5799173"/>
              <a:gd name="connsiteY34546" fmla="*/ 2477169 h 5017219"/>
              <a:gd name="connsiteX34547" fmla="*/ 1237606 w 5799173"/>
              <a:gd name="connsiteY34547" fmla="*/ 2477917 h 5017219"/>
              <a:gd name="connsiteX34548" fmla="*/ 555534 w 5799173"/>
              <a:gd name="connsiteY34548" fmla="*/ 2300604 h 5017219"/>
              <a:gd name="connsiteX34549" fmla="*/ 554288 w 5799173"/>
              <a:gd name="connsiteY34549" fmla="*/ 2299856 h 5017219"/>
              <a:gd name="connsiteX34550" fmla="*/ 544237 w 5799173"/>
              <a:gd name="connsiteY34550" fmla="*/ 2282410 h 5017219"/>
              <a:gd name="connsiteX34551" fmla="*/ 544236 w 5799173"/>
              <a:gd name="connsiteY34551" fmla="*/ 2280997 h 5017219"/>
              <a:gd name="connsiteX34552" fmla="*/ 554288 w 5799173"/>
              <a:gd name="connsiteY34552" fmla="*/ 2263551 h 5017219"/>
              <a:gd name="connsiteX34553" fmla="*/ 555534 w 5799173"/>
              <a:gd name="connsiteY34553" fmla="*/ 2262803 h 5017219"/>
              <a:gd name="connsiteX34554" fmla="*/ 575640 w 5799173"/>
              <a:gd name="connsiteY34554" fmla="*/ 2262803 h 5017219"/>
              <a:gd name="connsiteX34555" fmla="*/ 576886 w 5799173"/>
              <a:gd name="connsiteY34555" fmla="*/ 2263551 h 5017219"/>
              <a:gd name="connsiteX34556" fmla="*/ 586939 w 5799173"/>
              <a:gd name="connsiteY34556" fmla="*/ 2280997 h 5017219"/>
              <a:gd name="connsiteX34557" fmla="*/ 586939 w 5799173"/>
              <a:gd name="connsiteY34557" fmla="*/ 2282410 h 5017219"/>
              <a:gd name="connsiteX34558" fmla="*/ 576886 w 5799173"/>
              <a:gd name="connsiteY34558" fmla="*/ 2299856 h 5017219"/>
              <a:gd name="connsiteX34559" fmla="*/ 575640 w 5799173"/>
              <a:gd name="connsiteY34559" fmla="*/ 2300604 h 5017219"/>
              <a:gd name="connsiteX34560" fmla="*/ 615720 w 5799173"/>
              <a:gd name="connsiteY34560" fmla="*/ 2316731 h 5017219"/>
              <a:gd name="connsiteX34561" fmla="*/ 614475 w 5799173"/>
              <a:gd name="connsiteY34561" fmla="*/ 2315983 h 5017219"/>
              <a:gd name="connsiteX34562" fmla="*/ 604423 w 5799173"/>
              <a:gd name="connsiteY34562" fmla="*/ 2298537 h 5017219"/>
              <a:gd name="connsiteX34563" fmla="*/ 604423 w 5799173"/>
              <a:gd name="connsiteY34563" fmla="*/ 2297124 h 5017219"/>
              <a:gd name="connsiteX34564" fmla="*/ 614475 w 5799173"/>
              <a:gd name="connsiteY34564" fmla="*/ 2279678 h 5017219"/>
              <a:gd name="connsiteX34565" fmla="*/ 615721 w 5799173"/>
              <a:gd name="connsiteY34565" fmla="*/ 2278930 h 5017219"/>
              <a:gd name="connsiteX34566" fmla="*/ 635827 w 5799173"/>
              <a:gd name="connsiteY34566" fmla="*/ 2278930 h 5017219"/>
              <a:gd name="connsiteX34567" fmla="*/ 637073 w 5799173"/>
              <a:gd name="connsiteY34567" fmla="*/ 2279678 h 5017219"/>
              <a:gd name="connsiteX34568" fmla="*/ 647126 w 5799173"/>
              <a:gd name="connsiteY34568" fmla="*/ 2297124 h 5017219"/>
              <a:gd name="connsiteX34569" fmla="*/ 647126 w 5799173"/>
              <a:gd name="connsiteY34569" fmla="*/ 2298537 h 5017219"/>
              <a:gd name="connsiteX34570" fmla="*/ 637073 w 5799173"/>
              <a:gd name="connsiteY34570" fmla="*/ 2315983 h 5017219"/>
              <a:gd name="connsiteX34571" fmla="*/ 635827 w 5799173"/>
              <a:gd name="connsiteY34571" fmla="*/ 2316731 h 5017219"/>
              <a:gd name="connsiteX34572" fmla="*/ 1277769 w 5799173"/>
              <a:gd name="connsiteY34572" fmla="*/ 2494126 h 5017219"/>
              <a:gd name="connsiteX34573" fmla="*/ 1276524 w 5799173"/>
              <a:gd name="connsiteY34573" fmla="*/ 2493378 h 5017219"/>
              <a:gd name="connsiteX34574" fmla="*/ 1266471 w 5799173"/>
              <a:gd name="connsiteY34574" fmla="*/ 2475933 h 5017219"/>
              <a:gd name="connsiteX34575" fmla="*/ 1266472 w 5799173"/>
              <a:gd name="connsiteY34575" fmla="*/ 2474519 h 5017219"/>
              <a:gd name="connsiteX34576" fmla="*/ 1276523 w 5799173"/>
              <a:gd name="connsiteY34576" fmla="*/ 2457074 h 5017219"/>
              <a:gd name="connsiteX34577" fmla="*/ 1277769 w 5799173"/>
              <a:gd name="connsiteY34577" fmla="*/ 2456326 h 5017219"/>
              <a:gd name="connsiteX34578" fmla="*/ 1297876 w 5799173"/>
              <a:gd name="connsiteY34578" fmla="*/ 2456325 h 5017219"/>
              <a:gd name="connsiteX34579" fmla="*/ 1299122 w 5799173"/>
              <a:gd name="connsiteY34579" fmla="*/ 2457073 h 5017219"/>
              <a:gd name="connsiteX34580" fmla="*/ 1309174 w 5799173"/>
              <a:gd name="connsiteY34580" fmla="*/ 2474519 h 5017219"/>
              <a:gd name="connsiteX34581" fmla="*/ 1309174 w 5799173"/>
              <a:gd name="connsiteY34581" fmla="*/ 2475932 h 5017219"/>
              <a:gd name="connsiteX34582" fmla="*/ 1299122 w 5799173"/>
              <a:gd name="connsiteY34582" fmla="*/ 2493378 h 5017219"/>
              <a:gd name="connsiteX34583" fmla="*/ 1297876 w 5799173"/>
              <a:gd name="connsiteY34583" fmla="*/ 2494126 h 5017219"/>
              <a:gd name="connsiteX34584" fmla="*/ 3564764 w 5799173"/>
              <a:gd name="connsiteY34584" fmla="*/ 3107029 h 5017219"/>
              <a:gd name="connsiteX34585" fmla="*/ 3563518 w 5799173"/>
              <a:gd name="connsiteY34585" fmla="*/ 3106282 h 5017219"/>
              <a:gd name="connsiteX34586" fmla="*/ 3553382 w 5799173"/>
              <a:gd name="connsiteY34586" fmla="*/ 3088752 h 5017219"/>
              <a:gd name="connsiteX34587" fmla="*/ 3553382 w 5799173"/>
              <a:gd name="connsiteY34587" fmla="*/ 3087340 h 5017219"/>
              <a:gd name="connsiteX34588" fmla="*/ 3563518 w 5799173"/>
              <a:gd name="connsiteY34588" fmla="*/ 3069810 h 5017219"/>
              <a:gd name="connsiteX34589" fmla="*/ 3564764 w 5799173"/>
              <a:gd name="connsiteY34589" fmla="*/ 3069062 h 5017219"/>
              <a:gd name="connsiteX34590" fmla="*/ 3585035 w 5799173"/>
              <a:gd name="connsiteY34590" fmla="*/ 3069062 h 5017219"/>
              <a:gd name="connsiteX34591" fmla="*/ 3586281 w 5799173"/>
              <a:gd name="connsiteY34591" fmla="*/ 3069810 h 5017219"/>
              <a:gd name="connsiteX34592" fmla="*/ 3596417 w 5799173"/>
              <a:gd name="connsiteY34592" fmla="*/ 3087340 h 5017219"/>
              <a:gd name="connsiteX34593" fmla="*/ 3596417 w 5799173"/>
              <a:gd name="connsiteY34593" fmla="*/ 3088752 h 5017219"/>
              <a:gd name="connsiteX34594" fmla="*/ 3586281 w 5799173"/>
              <a:gd name="connsiteY34594" fmla="*/ 3106282 h 5017219"/>
              <a:gd name="connsiteX34595" fmla="*/ 3585035 w 5799173"/>
              <a:gd name="connsiteY34595" fmla="*/ 3107029 h 5017219"/>
              <a:gd name="connsiteX34596" fmla="*/ 3805509 w 5799173"/>
              <a:gd name="connsiteY34596" fmla="*/ 3171536 h 5017219"/>
              <a:gd name="connsiteX34597" fmla="*/ 3804264 w 5799173"/>
              <a:gd name="connsiteY34597" fmla="*/ 3170789 h 5017219"/>
              <a:gd name="connsiteX34598" fmla="*/ 3794128 w 5799173"/>
              <a:gd name="connsiteY34598" fmla="*/ 3153259 h 5017219"/>
              <a:gd name="connsiteX34599" fmla="*/ 3794128 w 5799173"/>
              <a:gd name="connsiteY34599" fmla="*/ 3151847 h 5017219"/>
              <a:gd name="connsiteX34600" fmla="*/ 3804264 w 5799173"/>
              <a:gd name="connsiteY34600" fmla="*/ 3134317 h 5017219"/>
              <a:gd name="connsiteX34601" fmla="*/ 3805510 w 5799173"/>
              <a:gd name="connsiteY34601" fmla="*/ 3133569 h 5017219"/>
              <a:gd name="connsiteX34602" fmla="*/ 3825781 w 5799173"/>
              <a:gd name="connsiteY34602" fmla="*/ 3133569 h 5017219"/>
              <a:gd name="connsiteX34603" fmla="*/ 3827027 w 5799173"/>
              <a:gd name="connsiteY34603" fmla="*/ 3134317 h 5017219"/>
              <a:gd name="connsiteX34604" fmla="*/ 3837162 w 5799173"/>
              <a:gd name="connsiteY34604" fmla="*/ 3151847 h 5017219"/>
              <a:gd name="connsiteX34605" fmla="*/ 3837162 w 5799173"/>
              <a:gd name="connsiteY34605" fmla="*/ 3153259 h 5017219"/>
              <a:gd name="connsiteX34606" fmla="*/ 3827026 w 5799173"/>
              <a:gd name="connsiteY34606" fmla="*/ 3170789 h 5017219"/>
              <a:gd name="connsiteX34607" fmla="*/ 3825781 w 5799173"/>
              <a:gd name="connsiteY34607" fmla="*/ 3171536 h 5017219"/>
              <a:gd name="connsiteX34608" fmla="*/ 1397955 w 5799173"/>
              <a:gd name="connsiteY34608" fmla="*/ 2526708 h 5017219"/>
              <a:gd name="connsiteX34609" fmla="*/ 1396709 w 5799173"/>
              <a:gd name="connsiteY34609" fmla="*/ 2525961 h 5017219"/>
              <a:gd name="connsiteX34610" fmla="*/ 1386490 w 5799173"/>
              <a:gd name="connsiteY34610" fmla="*/ 2508265 h 5017219"/>
              <a:gd name="connsiteX34611" fmla="*/ 1386490 w 5799173"/>
              <a:gd name="connsiteY34611" fmla="*/ 2506854 h 5017219"/>
              <a:gd name="connsiteX34612" fmla="*/ 1396709 w 5799173"/>
              <a:gd name="connsiteY34612" fmla="*/ 2489157 h 5017219"/>
              <a:gd name="connsiteX34613" fmla="*/ 1397955 w 5799173"/>
              <a:gd name="connsiteY34613" fmla="*/ 2488409 h 5017219"/>
              <a:gd name="connsiteX34614" fmla="*/ 1418392 w 5799173"/>
              <a:gd name="connsiteY34614" fmla="*/ 2488409 h 5017219"/>
              <a:gd name="connsiteX34615" fmla="*/ 1419639 w 5799173"/>
              <a:gd name="connsiteY34615" fmla="*/ 2489157 h 5017219"/>
              <a:gd name="connsiteX34616" fmla="*/ 1429857 w 5799173"/>
              <a:gd name="connsiteY34616" fmla="*/ 2506853 h 5017219"/>
              <a:gd name="connsiteX34617" fmla="*/ 1429857 w 5799173"/>
              <a:gd name="connsiteY34617" fmla="*/ 2508265 h 5017219"/>
              <a:gd name="connsiteX34618" fmla="*/ 1419639 w 5799173"/>
              <a:gd name="connsiteY34618" fmla="*/ 2525961 h 5017219"/>
              <a:gd name="connsiteX34619" fmla="*/ 1418392 w 5799173"/>
              <a:gd name="connsiteY34619" fmla="*/ 2526708 h 5017219"/>
              <a:gd name="connsiteX34620" fmla="*/ 3384101 w 5799173"/>
              <a:gd name="connsiteY34620" fmla="*/ 3058895 h 5017219"/>
              <a:gd name="connsiteX34621" fmla="*/ 3382855 w 5799173"/>
              <a:gd name="connsiteY34621" fmla="*/ 3058148 h 5017219"/>
              <a:gd name="connsiteX34622" fmla="*/ 3372636 w 5799173"/>
              <a:gd name="connsiteY34622" fmla="*/ 3040452 h 5017219"/>
              <a:gd name="connsiteX34623" fmla="*/ 3372636 w 5799173"/>
              <a:gd name="connsiteY34623" fmla="*/ 3039040 h 5017219"/>
              <a:gd name="connsiteX34624" fmla="*/ 3382855 w 5799173"/>
              <a:gd name="connsiteY34624" fmla="*/ 3021344 h 5017219"/>
              <a:gd name="connsiteX34625" fmla="*/ 3384101 w 5799173"/>
              <a:gd name="connsiteY34625" fmla="*/ 3020596 h 5017219"/>
              <a:gd name="connsiteX34626" fmla="*/ 3404538 w 5799173"/>
              <a:gd name="connsiteY34626" fmla="*/ 3020596 h 5017219"/>
              <a:gd name="connsiteX34627" fmla="*/ 3405785 w 5799173"/>
              <a:gd name="connsiteY34627" fmla="*/ 3021344 h 5017219"/>
              <a:gd name="connsiteX34628" fmla="*/ 3416003 w 5799173"/>
              <a:gd name="connsiteY34628" fmla="*/ 3039040 h 5017219"/>
              <a:gd name="connsiteX34629" fmla="*/ 3416003 w 5799173"/>
              <a:gd name="connsiteY34629" fmla="*/ 3040452 h 5017219"/>
              <a:gd name="connsiteX34630" fmla="*/ 3405785 w 5799173"/>
              <a:gd name="connsiteY34630" fmla="*/ 3058148 h 5017219"/>
              <a:gd name="connsiteX34631" fmla="*/ 3404538 w 5799173"/>
              <a:gd name="connsiteY34631" fmla="*/ 3058895 h 5017219"/>
              <a:gd name="connsiteX34632" fmla="*/ 1337687 w 5799173"/>
              <a:gd name="connsiteY34632" fmla="*/ 2510655 h 5017219"/>
              <a:gd name="connsiteX34633" fmla="*/ 1336441 w 5799173"/>
              <a:gd name="connsiteY34633" fmla="*/ 2509907 h 5017219"/>
              <a:gd name="connsiteX34634" fmla="*/ 1326139 w 5799173"/>
              <a:gd name="connsiteY34634" fmla="*/ 2492128 h 5017219"/>
              <a:gd name="connsiteX34635" fmla="*/ 1326139 w 5799173"/>
              <a:gd name="connsiteY34635" fmla="*/ 2490716 h 5017219"/>
              <a:gd name="connsiteX34636" fmla="*/ 1336441 w 5799173"/>
              <a:gd name="connsiteY34636" fmla="*/ 2472937 h 5017219"/>
              <a:gd name="connsiteX34637" fmla="*/ 1337687 w 5799173"/>
              <a:gd name="connsiteY34637" fmla="*/ 2472189 h 5017219"/>
              <a:gd name="connsiteX34638" fmla="*/ 1358208 w 5799173"/>
              <a:gd name="connsiteY34638" fmla="*/ 2472189 h 5017219"/>
              <a:gd name="connsiteX34639" fmla="*/ 1359455 w 5799173"/>
              <a:gd name="connsiteY34639" fmla="*/ 2472937 h 5017219"/>
              <a:gd name="connsiteX34640" fmla="*/ 1369757 w 5799173"/>
              <a:gd name="connsiteY34640" fmla="*/ 2490716 h 5017219"/>
              <a:gd name="connsiteX34641" fmla="*/ 1369756 w 5799173"/>
              <a:gd name="connsiteY34641" fmla="*/ 2492128 h 5017219"/>
              <a:gd name="connsiteX34642" fmla="*/ 1359454 w 5799173"/>
              <a:gd name="connsiteY34642" fmla="*/ 2509907 h 5017219"/>
              <a:gd name="connsiteX34643" fmla="*/ 1358208 w 5799173"/>
              <a:gd name="connsiteY34643" fmla="*/ 2510655 h 5017219"/>
              <a:gd name="connsiteX34644" fmla="*/ 1819177 w 5799173"/>
              <a:gd name="connsiteY34644" fmla="*/ 2639670 h 5017219"/>
              <a:gd name="connsiteX34645" fmla="*/ 1817931 w 5799173"/>
              <a:gd name="connsiteY34645" fmla="*/ 2638922 h 5017219"/>
              <a:gd name="connsiteX34646" fmla="*/ 1807629 w 5799173"/>
              <a:gd name="connsiteY34646" fmla="*/ 2621143 h 5017219"/>
              <a:gd name="connsiteX34647" fmla="*/ 1807629 w 5799173"/>
              <a:gd name="connsiteY34647" fmla="*/ 2619731 h 5017219"/>
              <a:gd name="connsiteX34648" fmla="*/ 1817931 w 5799173"/>
              <a:gd name="connsiteY34648" fmla="*/ 2601952 h 5017219"/>
              <a:gd name="connsiteX34649" fmla="*/ 1819177 w 5799173"/>
              <a:gd name="connsiteY34649" fmla="*/ 2601204 h 5017219"/>
              <a:gd name="connsiteX34650" fmla="*/ 1839698 w 5799173"/>
              <a:gd name="connsiteY34650" fmla="*/ 2601204 h 5017219"/>
              <a:gd name="connsiteX34651" fmla="*/ 1840944 w 5799173"/>
              <a:gd name="connsiteY34651" fmla="*/ 2601952 h 5017219"/>
              <a:gd name="connsiteX34652" fmla="*/ 1851246 w 5799173"/>
              <a:gd name="connsiteY34652" fmla="*/ 2619731 h 5017219"/>
              <a:gd name="connsiteX34653" fmla="*/ 1851246 w 5799173"/>
              <a:gd name="connsiteY34653" fmla="*/ 2621143 h 5017219"/>
              <a:gd name="connsiteX34654" fmla="*/ 1840944 w 5799173"/>
              <a:gd name="connsiteY34654" fmla="*/ 2638922 h 5017219"/>
              <a:gd name="connsiteX34655" fmla="*/ 1839698 w 5799173"/>
              <a:gd name="connsiteY34655" fmla="*/ 2639670 h 5017219"/>
              <a:gd name="connsiteX34656" fmla="*/ 4708116 w 5799173"/>
              <a:gd name="connsiteY34656" fmla="*/ 3413758 h 5017219"/>
              <a:gd name="connsiteX34657" fmla="*/ 4706871 w 5799173"/>
              <a:gd name="connsiteY34657" fmla="*/ 3413011 h 5017219"/>
              <a:gd name="connsiteX34658" fmla="*/ 4696568 w 5799173"/>
              <a:gd name="connsiteY34658" fmla="*/ 3395232 h 5017219"/>
              <a:gd name="connsiteX34659" fmla="*/ 4696568 w 5799173"/>
              <a:gd name="connsiteY34659" fmla="*/ 3393819 h 5017219"/>
              <a:gd name="connsiteX34660" fmla="*/ 4706871 w 5799173"/>
              <a:gd name="connsiteY34660" fmla="*/ 3376041 h 5017219"/>
              <a:gd name="connsiteX34661" fmla="*/ 4708117 w 5799173"/>
              <a:gd name="connsiteY34661" fmla="*/ 3375293 h 5017219"/>
              <a:gd name="connsiteX34662" fmla="*/ 4728636 w 5799173"/>
              <a:gd name="connsiteY34662" fmla="*/ 3375292 h 5017219"/>
              <a:gd name="connsiteX34663" fmla="*/ 4729884 w 5799173"/>
              <a:gd name="connsiteY34663" fmla="*/ 3376041 h 5017219"/>
              <a:gd name="connsiteX34664" fmla="*/ 4740185 w 5799173"/>
              <a:gd name="connsiteY34664" fmla="*/ 3393820 h 5017219"/>
              <a:gd name="connsiteX34665" fmla="*/ 4740185 w 5799173"/>
              <a:gd name="connsiteY34665" fmla="*/ 3395232 h 5017219"/>
              <a:gd name="connsiteX34666" fmla="*/ 4729884 w 5799173"/>
              <a:gd name="connsiteY34666" fmla="*/ 3413011 h 5017219"/>
              <a:gd name="connsiteX34667" fmla="*/ 4728637 w 5799173"/>
              <a:gd name="connsiteY34667" fmla="*/ 3413759 h 5017219"/>
              <a:gd name="connsiteX34668" fmla="*/ 4587752 w 5799173"/>
              <a:gd name="connsiteY34668" fmla="*/ 3381611 h 5017219"/>
              <a:gd name="connsiteX34669" fmla="*/ 4586506 w 5799173"/>
              <a:gd name="connsiteY34669" fmla="*/ 3380863 h 5017219"/>
              <a:gd name="connsiteX34670" fmla="*/ 4576204 w 5799173"/>
              <a:gd name="connsiteY34670" fmla="*/ 3363001 h 5017219"/>
              <a:gd name="connsiteX34671" fmla="*/ 4576204 w 5799173"/>
              <a:gd name="connsiteY34671" fmla="*/ 3361506 h 5017219"/>
              <a:gd name="connsiteX34672" fmla="*/ 4586506 w 5799173"/>
              <a:gd name="connsiteY34672" fmla="*/ 3343644 h 5017219"/>
              <a:gd name="connsiteX34673" fmla="*/ 4587752 w 5799173"/>
              <a:gd name="connsiteY34673" fmla="*/ 3342896 h 5017219"/>
              <a:gd name="connsiteX34674" fmla="*/ 4608439 w 5799173"/>
              <a:gd name="connsiteY34674" fmla="*/ 3342896 h 5017219"/>
              <a:gd name="connsiteX34675" fmla="*/ 4609684 w 5799173"/>
              <a:gd name="connsiteY34675" fmla="*/ 3343644 h 5017219"/>
              <a:gd name="connsiteX34676" fmla="*/ 4619986 w 5799173"/>
              <a:gd name="connsiteY34676" fmla="*/ 3361506 h 5017219"/>
              <a:gd name="connsiteX34677" fmla="*/ 4619986 w 5799173"/>
              <a:gd name="connsiteY34677" fmla="*/ 3363001 h 5017219"/>
              <a:gd name="connsiteX34678" fmla="*/ 4609684 w 5799173"/>
              <a:gd name="connsiteY34678" fmla="*/ 3380863 h 5017219"/>
              <a:gd name="connsiteX34679" fmla="*/ 4608439 w 5799173"/>
              <a:gd name="connsiteY34679" fmla="*/ 3381611 h 5017219"/>
              <a:gd name="connsiteX34680" fmla="*/ 1457986 w 5799173"/>
              <a:gd name="connsiteY34680" fmla="*/ 2543087 h 5017219"/>
              <a:gd name="connsiteX34681" fmla="*/ 1456740 w 5799173"/>
              <a:gd name="connsiteY34681" fmla="*/ 2542339 h 5017219"/>
              <a:gd name="connsiteX34682" fmla="*/ 1446356 w 5799173"/>
              <a:gd name="connsiteY34682" fmla="*/ 2524394 h 5017219"/>
              <a:gd name="connsiteX34683" fmla="*/ 1446356 w 5799173"/>
              <a:gd name="connsiteY34683" fmla="*/ 2522899 h 5017219"/>
              <a:gd name="connsiteX34684" fmla="*/ 1456740 w 5799173"/>
              <a:gd name="connsiteY34684" fmla="*/ 2504954 h 5017219"/>
              <a:gd name="connsiteX34685" fmla="*/ 1457986 w 5799173"/>
              <a:gd name="connsiteY34685" fmla="*/ 2504206 h 5017219"/>
              <a:gd name="connsiteX34686" fmla="*/ 1478756 w 5799173"/>
              <a:gd name="connsiteY34686" fmla="*/ 2504206 h 5017219"/>
              <a:gd name="connsiteX34687" fmla="*/ 1480003 w 5799173"/>
              <a:gd name="connsiteY34687" fmla="*/ 2504954 h 5017219"/>
              <a:gd name="connsiteX34688" fmla="*/ 1490387 w 5799173"/>
              <a:gd name="connsiteY34688" fmla="*/ 2522899 h 5017219"/>
              <a:gd name="connsiteX34689" fmla="*/ 1490387 w 5799173"/>
              <a:gd name="connsiteY34689" fmla="*/ 2524394 h 5017219"/>
              <a:gd name="connsiteX34690" fmla="*/ 1480003 w 5799173"/>
              <a:gd name="connsiteY34690" fmla="*/ 2542339 h 5017219"/>
              <a:gd name="connsiteX34691" fmla="*/ 1478757 w 5799173"/>
              <a:gd name="connsiteY34691" fmla="*/ 2543087 h 5017219"/>
              <a:gd name="connsiteX34692" fmla="*/ 1758918 w 5799173"/>
              <a:gd name="connsiteY34692" fmla="*/ 2623721 h 5017219"/>
              <a:gd name="connsiteX34693" fmla="*/ 1757672 w 5799173"/>
              <a:gd name="connsiteY34693" fmla="*/ 2622973 h 5017219"/>
              <a:gd name="connsiteX34694" fmla="*/ 1747287 w 5799173"/>
              <a:gd name="connsiteY34694" fmla="*/ 2605028 h 5017219"/>
              <a:gd name="connsiteX34695" fmla="*/ 1747287 w 5799173"/>
              <a:gd name="connsiteY34695" fmla="*/ 2603533 h 5017219"/>
              <a:gd name="connsiteX34696" fmla="*/ 1757672 w 5799173"/>
              <a:gd name="connsiteY34696" fmla="*/ 2585588 h 5017219"/>
              <a:gd name="connsiteX34697" fmla="*/ 1758918 w 5799173"/>
              <a:gd name="connsiteY34697" fmla="*/ 2584840 h 5017219"/>
              <a:gd name="connsiteX34698" fmla="*/ 1779687 w 5799173"/>
              <a:gd name="connsiteY34698" fmla="*/ 2584840 h 5017219"/>
              <a:gd name="connsiteX34699" fmla="*/ 1780934 w 5799173"/>
              <a:gd name="connsiteY34699" fmla="*/ 2585588 h 5017219"/>
              <a:gd name="connsiteX34700" fmla="*/ 1791319 w 5799173"/>
              <a:gd name="connsiteY34700" fmla="*/ 2603533 h 5017219"/>
              <a:gd name="connsiteX34701" fmla="*/ 1791319 w 5799173"/>
              <a:gd name="connsiteY34701" fmla="*/ 2605028 h 5017219"/>
              <a:gd name="connsiteX34702" fmla="*/ 1780934 w 5799173"/>
              <a:gd name="connsiteY34702" fmla="*/ 2622973 h 5017219"/>
              <a:gd name="connsiteX34703" fmla="*/ 1779688 w 5799173"/>
              <a:gd name="connsiteY34703" fmla="*/ 2623721 h 5017219"/>
              <a:gd name="connsiteX34704" fmla="*/ 3083015 w 5799173"/>
              <a:gd name="connsiteY34704" fmla="*/ 2978512 h 5017219"/>
              <a:gd name="connsiteX34705" fmla="*/ 3081769 w 5799173"/>
              <a:gd name="connsiteY34705" fmla="*/ 2977764 h 5017219"/>
              <a:gd name="connsiteX34706" fmla="*/ 3071384 w 5799173"/>
              <a:gd name="connsiteY34706" fmla="*/ 2959819 h 5017219"/>
              <a:gd name="connsiteX34707" fmla="*/ 3071384 w 5799173"/>
              <a:gd name="connsiteY34707" fmla="*/ 2958324 h 5017219"/>
              <a:gd name="connsiteX34708" fmla="*/ 3081769 w 5799173"/>
              <a:gd name="connsiteY34708" fmla="*/ 2940379 h 5017219"/>
              <a:gd name="connsiteX34709" fmla="*/ 3083015 w 5799173"/>
              <a:gd name="connsiteY34709" fmla="*/ 2939631 h 5017219"/>
              <a:gd name="connsiteX34710" fmla="*/ 3103784 w 5799173"/>
              <a:gd name="connsiteY34710" fmla="*/ 2939631 h 5017219"/>
              <a:gd name="connsiteX34711" fmla="*/ 3105031 w 5799173"/>
              <a:gd name="connsiteY34711" fmla="*/ 2940379 h 5017219"/>
              <a:gd name="connsiteX34712" fmla="*/ 3115416 w 5799173"/>
              <a:gd name="connsiteY34712" fmla="*/ 2958324 h 5017219"/>
              <a:gd name="connsiteX34713" fmla="*/ 3115416 w 5799173"/>
              <a:gd name="connsiteY34713" fmla="*/ 2959819 h 5017219"/>
              <a:gd name="connsiteX34714" fmla="*/ 3105031 w 5799173"/>
              <a:gd name="connsiteY34714" fmla="*/ 2977764 h 5017219"/>
              <a:gd name="connsiteX34715" fmla="*/ 3103785 w 5799173"/>
              <a:gd name="connsiteY34715" fmla="*/ 2978512 h 5017219"/>
              <a:gd name="connsiteX34716" fmla="*/ 4647857 w 5799173"/>
              <a:gd name="connsiteY34716" fmla="*/ 3397810 h 5017219"/>
              <a:gd name="connsiteX34717" fmla="*/ 4646611 w 5799173"/>
              <a:gd name="connsiteY34717" fmla="*/ 3397062 h 5017219"/>
              <a:gd name="connsiteX34718" fmla="*/ 4636226 w 5799173"/>
              <a:gd name="connsiteY34718" fmla="*/ 3379117 h 5017219"/>
              <a:gd name="connsiteX34719" fmla="*/ 4636226 w 5799173"/>
              <a:gd name="connsiteY34719" fmla="*/ 3377622 h 5017219"/>
              <a:gd name="connsiteX34720" fmla="*/ 4646611 w 5799173"/>
              <a:gd name="connsiteY34720" fmla="*/ 3359677 h 5017219"/>
              <a:gd name="connsiteX34721" fmla="*/ 4647857 w 5799173"/>
              <a:gd name="connsiteY34721" fmla="*/ 3358929 h 5017219"/>
              <a:gd name="connsiteX34722" fmla="*/ 4668627 w 5799173"/>
              <a:gd name="connsiteY34722" fmla="*/ 3358929 h 5017219"/>
              <a:gd name="connsiteX34723" fmla="*/ 4669873 w 5799173"/>
              <a:gd name="connsiteY34723" fmla="*/ 3359677 h 5017219"/>
              <a:gd name="connsiteX34724" fmla="*/ 4680258 w 5799173"/>
              <a:gd name="connsiteY34724" fmla="*/ 3377622 h 5017219"/>
              <a:gd name="connsiteX34725" fmla="*/ 4680258 w 5799173"/>
              <a:gd name="connsiteY34725" fmla="*/ 3379117 h 5017219"/>
              <a:gd name="connsiteX34726" fmla="*/ 4669873 w 5799173"/>
              <a:gd name="connsiteY34726" fmla="*/ 3397062 h 5017219"/>
              <a:gd name="connsiteX34727" fmla="*/ 4668627 w 5799173"/>
              <a:gd name="connsiteY34727" fmla="*/ 3397810 h 5017219"/>
              <a:gd name="connsiteX34728" fmla="*/ 4828415 w 5799173"/>
              <a:gd name="connsiteY34728" fmla="*/ 3446190 h 5017219"/>
              <a:gd name="connsiteX34729" fmla="*/ 4827170 w 5799173"/>
              <a:gd name="connsiteY34729" fmla="*/ 3445443 h 5017219"/>
              <a:gd name="connsiteX34730" fmla="*/ 4816785 w 5799173"/>
              <a:gd name="connsiteY34730" fmla="*/ 3427498 h 5017219"/>
              <a:gd name="connsiteX34731" fmla="*/ 4816785 w 5799173"/>
              <a:gd name="connsiteY34731" fmla="*/ 3426003 h 5017219"/>
              <a:gd name="connsiteX34732" fmla="*/ 4827170 w 5799173"/>
              <a:gd name="connsiteY34732" fmla="*/ 3408057 h 5017219"/>
              <a:gd name="connsiteX34733" fmla="*/ 4828416 w 5799173"/>
              <a:gd name="connsiteY34733" fmla="*/ 3407309 h 5017219"/>
              <a:gd name="connsiteX34734" fmla="*/ 4849185 w 5799173"/>
              <a:gd name="connsiteY34734" fmla="*/ 3407310 h 5017219"/>
              <a:gd name="connsiteX34735" fmla="*/ 4850432 w 5799173"/>
              <a:gd name="connsiteY34735" fmla="*/ 3408058 h 5017219"/>
              <a:gd name="connsiteX34736" fmla="*/ 4860816 w 5799173"/>
              <a:gd name="connsiteY34736" fmla="*/ 3426003 h 5017219"/>
              <a:gd name="connsiteX34737" fmla="*/ 4860817 w 5799173"/>
              <a:gd name="connsiteY34737" fmla="*/ 3427498 h 5017219"/>
              <a:gd name="connsiteX34738" fmla="*/ 4850432 w 5799173"/>
              <a:gd name="connsiteY34738" fmla="*/ 3445442 h 5017219"/>
              <a:gd name="connsiteX34739" fmla="*/ 4849186 w 5799173"/>
              <a:gd name="connsiteY34739" fmla="*/ 3446190 h 5017219"/>
              <a:gd name="connsiteX34740" fmla="*/ 3504234 w 5799173"/>
              <a:gd name="connsiteY34740" fmla="*/ 3091482 h 5017219"/>
              <a:gd name="connsiteX34741" fmla="*/ 3502989 w 5799173"/>
              <a:gd name="connsiteY34741" fmla="*/ 3090735 h 5017219"/>
              <a:gd name="connsiteX34742" fmla="*/ 3492604 w 5799173"/>
              <a:gd name="connsiteY34742" fmla="*/ 3072706 h 5017219"/>
              <a:gd name="connsiteX34743" fmla="*/ 3492604 w 5799173"/>
              <a:gd name="connsiteY34743" fmla="*/ 3071211 h 5017219"/>
              <a:gd name="connsiteX34744" fmla="*/ 3503072 w 5799173"/>
              <a:gd name="connsiteY34744" fmla="*/ 3053183 h 5017219"/>
              <a:gd name="connsiteX34745" fmla="*/ 3504318 w 5799173"/>
              <a:gd name="connsiteY34745" fmla="*/ 3052435 h 5017219"/>
              <a:gd name="connsiteX34746" fmla="*/ 3525171 w 5799173"/>
              <a:gd name="connsiteY34746" fmla="*/ 3052435 h 5017219"/>
              <a:gd name="connsiteX34747" fmla="*/ 3526417 w 5799173"/>
              <a:gd name="connsiteY34747" fmla="*/ 3053183 h 5017219"/>
              <a:gd name="connsiteX34748" fmla="*/ 3536802 w 5799173"/>
              <a:gd name="connsiteY34748" fmla="*/ 3071211 h 5017219"/>
              <a:gd name="connsiteX34749" fmla="*/ 3536802 w 5799173"/>
              <a:gd name="connsiteY34749" fmla="*/ 3072706 h 5017219"/>
              <a:gd name="connsiteX34750" fmla="*/ 3526334 w 5799173"/>
              <a:gd name="connsiteY34750" fmla="*/ 3090735 h 5017219"/>
              <a:gd name="connsiteX34751" fmla="*/ 3525087 w 5799173"/>
              <a:gd name="connsiteY34751" fmla="*/ 3091482 h 5017219"/>
              <a:gd name="connsiteX34752" fmla="*/ 4768146 w 5799173"/>
              <a:gd name="connsiteY34752" fmla="*/ 3430146 h 5017219"/>
              <a:gd name="connsiteX34753" fmla="*/ 4766900 w 5799173"/>
              <a:gd name="connsiteY34753" fmla="*/ 3429399 h 5017219"/>
              <a:gd name="connsiteX34754" fmla="*/ 4756515 w 5799173"/>
              <a:gd name="connsiteY34754" fmla="*/ 3411370 h 5017219"/>
              <a:gd name="connsiteX34755" fmla="*/ 4756515 w 5799173"/>
              <a:gd name="connsiteY34755" fmla="*/ 3409875 h 5017219"/>
              <a:gd name="connsiteX34756" fmla="*/ 4766983 w 5799173"/>
              <a:gd name="connsiteY34756" fmla="*/ 3391847 h 5017219"/>
              <a:gd name="connsiteX34757" fmla="*/ 4768229 w 5799173"/>
              <a:gd name="connsiteY34757" fmla="*/ 3391099 h 5017219"/>
              <a:gd name="connsiteX34758" fmla="*/ 4789082 w 5799173"/>
              <a:gd name="connsiteY34758" fmla="*/ 3391099 h 5017219"/>
              <a:gd name="connsiteX34759" fmla="*/ 4790328 w 5799173"/>
              <a:gd name="connsiteY34759" fmla="*/ 3391847 h 5017219"/>
              <a:gd name="connsiteX34760" fmla="*/ 4800713 w 5799173"/>
              <a:gd name="connsiteY34760" fmla="*/ 3409875 h 5017219"/>
              <a:gd name="connsiteX34761" fmla="*/ 4800713 w 5799173"/>
              <a:gd name="connsiteY34761" fmla="*/ 3411370 h 5017219"/>
              <a:gd name="connsiteX34762" fmla="*/ 4790245 w 5799173"/>
              <a:gd name="connsiteY34762" fmla="*/ 3429399 h 5017219"/>
              <a:gd name="connsiteX34763" fmla="*/ 4788999 w 5799173"/>
              <a:gd name="connsiteY34763" fmla="*/ 3430146 h 5017219"/>
              <a:gd name="connsiteX34764" fmla="*/ 1518005 w 5799173"/>
              <a:gd name="connsiteY34764" fmla="*/ 2559639 h 5017219"/>
              <a:gd name="connsiteX34765" fmla="*/ 1516676 w 5799173"/>
              <a:gd name="connsiteY34765" fmla="*/ 2558891 h 5017219"/>
              <a:gd name="connsiteX34766" fmla="*/ 1506125 w 5799173"/>
              <a:gd name="connsiteY34766" fmla="*/ 2540531 h 5017219"/>
              <a:gd name="connsiteX34767" fmla="*/ 1506125 w 5799173"/>
              <a:gd name="connsiteY34767" fmla="*/ 2539035 h 5017219"/>
              <a:gd name="connsiteX34768" fmla="*/ 1516676 w 5799173"/>
              <a:gd name="connsiteY34768" fmla="*/ 2520675 h 5017219"/>
              <a:gd name="connsiteX34769" fmla="*/ 1518005 w 5799173"/>
              <a:gd name="connsiteY34769" fmla="*/ 2519927 h 5017219"/>
              <a:gd name="connsiteX34770" fmla="*/ 1539191 w 5799173"/>
              <a:gd name="connsiteY34770" fmla="*/ 2519927 h 5017219"/>
              <a:gd name="connsiteX34771" fmla="*/ 1540520 w 5799173"/>
              <a:gd name="connsiteY34771" fmla="*/ 2520675 h 5017219"/>
              <a:gd name="connsiteX34772" fmla="*/ 1551071 w 5799173"/>
              <a:gd name="connsiteY34772" fmla="*/ 2539035 h 5017219"/>
              <a:gd name="connsiteX34773" fmla="*/ 1551071 w 5799173"/>
              <a:gd name="connsiteY34773" fmla="*/ 2540531 h 5017219"/>
              <a:gd name="connsiteX34774" fmla="*/ 1540520 w 5799173"/>
              <a:gd name="connsiteY34774" fmla="*/ 2558892 h 5017219"/>
              <a:gd name="connsiteX34775" fmla="*/ 1539191 w 5799173"/>
              <a:gd name="connsiteY34775" fmla="*/ 2559639 h 5017219"/>
              <a:gd name="connsiteX34776" fmla="*/ 1638376 w 5799173"/>
              <a:gd name="connsiteY34776" fmla="*/ 2591893 h 5017219"/>
              <a:gd name="connsiteX34777" fmla="*/ 1637047 w 5799173"/>
              <a:gd name="connsiteY34777" fmla="*/ 2591145 h 5017219"/>
              <a:gd name="connsiteX34778" fmla="*/ 1626497 w 5799173"/>
              <a:gd name="connsiteY34778" fmla="*/ 2572785 h 5017219"/>
              <a:gd name="connsiteX34779" fmla="*/ 1626496 w 5799173"/>
              <a:gd name="connsiteY34779" fmla="*/ 2571289 h 5017219"/>
              <a:gd name="connsiteX34780" fmla="*/ 1637047 w 5799173"/>
              <a:gd name="connsiteY34780" fmla="*/ 2552929 h 5017219"/>
              <a:gd name="connsiteX34781" fmla="*/ 1638377 w 5799173"/>
              <a:gd name="connsiteY34781" fmla="*/ 2552181 h 5017219"/>
              <a:gd name="connsiteX34782" fmla="*/ 1659563 w 5799173"/>
              <a:gd name="connsiteY34782" fmla="*/ 2552181 h 5017219"/>
              <a:gd name="connsiteX34783" fmla="*/ 1660891 w 5799173"/>
              <a:gd name="connsiteY34783" fmla="*/ 2552929 h 5017219"/>
              <a:gd name="connsiteX34784" fmla="*/ 1671442 w 5799173"/>
              <a:gd name="connsiteY34784" fmla="*/ 2571289 h 5017219"/>
              <a:gd name="connsiteX34785" fmla="*/ 1671443 w 5799173"/>
              <a:gd name="connsiteY34785" fmla="*/ 2572785 h 5017219"/>
              <a:gd name="connsiteX34786" fmla="*/ 1660892 w 5799173"/>
              <a:gd name="connsiteY34786" fmla="*/ 2591145 h 5017219"/>
              <a:gd name="connsiteX34787" fmla="*/ 1659562 w 5799173"/>
              <a:gd name="connsiteY34787" fmla="*/ 2591893 h 5017219"/>
              <a:gd name="connsiteX34788" fmla="*/ 4888434 w 5799173"/>
              <a:gd name="connsiteY34788" fmla="*/ 3462743 h 5017219"/>
              <a:gd name="connsiteX34789" fmla="*/ 4887105 w 5799173"/>
              <a:gd name="connsiteY34789" fmla="*/ 3461995 h 5017219"/>
              <a:gd name="connsiteX34790" fmla="*/ 4876554 w 5799173"/>
              <a:gd name="connsiteY34790" fmla="*/ 3443635 h 5017219"/>
              <a:gd name="connsiteX34791" fmla="*/ 4876554 w 5799173"/>
              <a:gd name="connsiteY34791" fmla="*/ 3442139 h 5017219"/>
              <a:gd name="connsiteX34792" fmla="*/ 4887105 w 5799173"/>
              <a:gd name="connsiteY34792" fmla="*/ 3423779 h 5017219"/>
              <a:gd name="connsiteX34793" fmla="*/ 4888434 w 5799173"/>
              <a:gd name="connsiteY34793" fmla="*/ 3423031 h 5017219"/>
              <a:gd name="connsiteX34794" fmla="*/ 4909620 w 5799173"/>
              <a:gd name="connsiteY34794" fmla="*/ 3423031 h 5017219"/>
              <a:gd name="connsiteX34795" fmla="*/ 4910949 w 5799173"/>
              <a:gd name="connsiteY34795" fmla="*/ 3423779 h 5017219"/>
              <a:gd name="connsiteX34796" fmla="*/ 4921500 w 5799173"/>
              <a:gd name="connsiteY34796" fmla="*/ 3442139 h 5017219"/>
              <a:gd name="connsiteX34797" fmla="*/ 4921500 w 5799173"/>
              <a:gd name="connsiteY34797" fmla="*/ 3443635 h 5017219"/>
              <a:gd name="connsiteX34798" fmla="*/ 4910949 w 5799173"/>
              <a:gd name="connsiteY34798" fmla="*/ 3461995 h 5017219"/>
              <a:gd name="connsiteX34799" fmla="*/ 4909620 w 5799173"/>
              <a:gd name="connsiteY34799" fmla="*/ 3462743 h 5017219"/>
              <a:gd name="connsiteX34800" fmla="*/ 1578109 w 5799173"/>
              <a:gd name="connsiteY34800" fmla="*/ 2575839 h 5017219"/>
              <a:gd name="connsiteX34801" fmla="*/ 1576780 w 5799173"/>
              <a:gd name="connsiteY34801" fmla="*/ 2575091 h 5017219"/>
              <a:gd name="connsiteX34802" fmla="*/ 1566146 w 5799173"/>
              <a:gd name="connsiteY34802" fmla="*/ 2556648 h 5017219"/>
              <a:gd name="connsiteX34803" fmla="*/ 1566146 w 5799173"/>
              <a:gd name="connsiteY34803" fmla="*/ 2555152 h 5017219"/>
              <a:gd name="connsiteX34804" fmla="*/ 1576780 w 5799173"/>
              <a:gd name="connsiteY34804" fmla="*/ 2536710 h 5017219"/>
              <a:gd name="connsiteX34805" fmla="*/ 1578109 w 5799173"/>
              <a:gd name="connsiteY34805" fmla="*/ 2535961 h 5017219"/>
              <a:gd name="connsiteX34806" fmla="*/ 1599378 w 5799173"/>
              <a:gd name="connsiteY34806" fmla="*/ 2535961 h 5017219"/>
              <a:gd name="connsiteX34807" fmla="*/ 1600707 w 5799173"/>
              <a:gd name="connsiteY34807" fmla="*/ 2536710 h 5017219"/>
              <a:gd name="connsiteX34808" fmla="*/ 1611341 w 5799173"/>
              <a:gd name="connsiteY34808" fmla="*/ 2555152 h 5017219"/>
              <a:gd name="connsiteX34809" fmla="*/ 1611341 w 5799173"/>
              <a:gd name="connsiteY34809" fmla="*/ 2556648 h 5017219"/>
              <a:gd name="connsiteX34810" fmla="*/ 1600707 w 5799173"/>
              <a:gd name="connsiteY34810" fmla="*/ 2575091 h 5017219"/>
              <a:gd name="connsiteX34811" fmla="*/ 1599378 w 5799173"/>
              <a:gd name="connsiteY34811" fmla="*/ 2575839 h 5017219"/>
              <a:gd name="connsiteX34812" fmla="*/ 1698482 w 5799173"/>
              <a:gd name="connsiteY34812" fmla="*/ 2608093 h 5017219"/>
              <a:gd name="connsiteX34813" fmla="*/ 1697153 w 5799173"/>
              <a:gd name="connsiteY34813" fmla="*/ 2607345 h 5017219"/>
              <a:gd name="connsiteX34814" fmla="*/ 1686518 w 5799173"/>
              <a:gd name="connsiteY34814" fmla="*/ 2588902 h 5017219"/>
              <a:gd name="connsiteX34815" fmla="*/ 1686519 w 5799173"/>
              <a:gd name="connsiteY34815" fmla="*/ 2587406 h 5017219"/>
              <a:gd name="connsiteX34816" fmla="*/ 1697153 w 5799173"/>
              <a:gd name="connsiteY34816" fmla="*/ 2568963 h 5017219"/>
              <a:gd name="connsiteX34817" fmla="*/ 1698482 w 5799173"/>
              <a:gd name="connsiteY34817" fmla="*/ 2568215 h 5017219"/>
              <a:gd name="connsiteX34818" fmla="*/ 1719751 w 5799173"/>
              <a:gd name="connsiteY34818" fmla="*/ 2568215 h 5017219"/>
              <a:gd name="connsiteX34819" fmla="*/ 1721080 w 5799173"/>
              <a:gd name="connsiteY34819" fmla="*/ 2568963 h 5017219"/>
              <a:gd name="connsiteX34820" fmla="*/ 1731714 w 5799173"/>
              <a:gd name="connsiteY34820" fmla="*/ 2587406 h 5017219"/>
              <a:gd name="connsiteX34821" fmla="*/ 1731713 w 5799173"/>
              <a:gd name="connsiteY34821" fmla="*/ 2588902 h 5017219"/>
              <a:gd name="connsiteX34822" fmla="*/ 1721080 w 5799173"/>
              <a:gd name="connsiteY34822" fmla="*/ 2607345 h 5017219"/>
              <a:gd name="connsiteX34823" fmla="*/ 1719751 w 5799173"/>
              <a:gd name="connsiteY34823" fmla="*/ 2608093 h 5017219"/>
              <a:gd name="connsiteX34824" fmla="*/ 3624441 w 5799173"/>
              <a:gd name="connsiteY34824" fmla="*/ 3124152 h 5017219"/>
              <a:gd name="connsiteX34825" fmla="*/ 3623112 w 5799173"/>
              <a:gd name="connsiteY34825" fmla="*/ 3123404 h 5017219"/>
              <a:gd name="connsiteX34826" fmla="*/ 3612478 w 5799173"/>
              <a:gd name="connsiteY34826" fmla="*/ 3104961 h 5017219"/>
              <a:gd name="connsiteX34827" fmla="*/ 3612478 w 5799173"/>
              <a:gd name="connsiteY34827" fmla="*/ 3103465 h 5017219"/>
              <a:gd name="connsiteX34828" fmla="*/ 3623112 w 5799173"/>
              <a:gd name="connsiteY34828" fmla="*/ 3085023 h 5017219"/>
              <a:gd name="connsiteX34829" fmla="*/ 3624441 w 5799173"/>
              <a:gd name="connsiteY34829" fmla="*/ 3084275 h 5017219"/>
              <a:gd name="connsiteX34830" fmla="*/ 3645710 w 5799173"/>
              <a:gd name="connsiteY34830" fmla="*/ 3084274 h 5017219"/>
              <a:gd name="connsiteX34831" fmla="*/ 3647039 w 5799173"/>
              <a:gd name="connsiteY34831" fmla="*/ 3085023 h 5017219"/>
              <a:gd name="connsiteX34832" fmla="*/ 3657673 w 5799173"/>
              <a:gd name="connsiteY34832" fmla="*/ 3103466 h 5017219"/>
              <a:gd name="connsiteX34833" fmla="*/ 3657673 w 5799173"/>
              <a:gd name="connsiteY34833" fmla="*/ 3104961 h 5017219"/>
              <a:gd name="connsiteX34834" fmla="*/ 3647039 w 5799173"/>
              <a:gd name="connsiteY34834" fmla="*/ 3123404 h 5017219"/>
              <a:gd name="connsiteX34835" fmla="*/ 3645710 w 5799173"/>
              <a:gd name="connsiteY34835" fmla="*/ 3124152 h 5017219"/>
              <a:gd name="connsiteX34836" fmla="*/ 3684627 w 5799173"/>
              <a:gd name="connsiteY34836" fmla="*/ 3140279 h 5017219"/>
              <a:gd name="connsiteX34837" fmla="*/ 3683298 w 5799173"/>
              <a:gd name="connsiteY34837" fmla="*/ 3139531 h 5017219"/>
              <a:gd name="connsiteX34838" fmla="*/ 3672664 w 5799173"/>
              <a:gd name="connsiteY34838" fmla="*/ 3121088 h 5017219"/>
              <a:gd name="connsiteX34839" fmla="*/ 3672664 w 5799173"/>
              <a:gd name="connsiteY34839" fmla="*/ 3119592 h 5017219"/>
              <a:gd name="connsiteX34840" fmla="*/ 3683298 w 5799173"/>
              <a:gd name="connsiteY34840" fmla="*/ 3101149 h 5017219"/>
              <a:gd name="connsiteX34841" fmla="*/ 3684627 w 5799173"/>
              <a:gd name="connsiteY34841" fmla="*/ 3100401 h 5017219"/>
              <a:gd name="connsiteX34842" fmla="*/ 3705896 w 5799173"/>
              <a:gd name="connsiteY34842" fmla="*/ 3100401 h 5017219"/>
              <a:gd name="connsiteX34843" fmla="*/ 3707225 w 5799173"/>
              <a:gd name="connsiteY34843" fmla="*/ 3101149 h 5017219"/>
              <a:gd name="connsiteX34844" fmla="*/ 3717859 w 5799173"/>
              <a:gd name="connsiteY34844" fmla="*/ 3119592 h 5017219"/>
              <a:gd name="connsiteX34845" fmla="*/ 3717859 w 5799173"/>
              <a:gd name="connsiteY34845" fmla="*/ 3121088 h 5017219"/>
              <a:gd name="connsiteX34846" fmla="*/ 3707225 w 5799173"/>
              <a:gd name="connsiteY34846" fmla="*/ 3139531 h 5017219"/>
              <a:gd name="connsiteX34847" fmla="*/ 3705896 w 5799173"/>
              <a:gd name="connsiteY34847" fmla="*/ 3140279 h 5017219"/>
              <a:gd name="connsiteX34848" fmla="*/ 4467048 w 5799173"/>
              <a:gd name="connsiteY34848" fmla="*/ 3349928 h 5017219"/>
              <a:gd name="connsiteX34849" fmla="*/ 4465719 w 5799173"/>
              <a:gd name="connsiteY34849" fmla="*/ 3349180 h 5017219"/>
              <a:gd name="connsiteX34850" fmla="*/ 4455085 w 5799173"/>
              <a:gd name="connsiteY34850" fmla="*/ 3330737 h 5017219"/>
              <a:gd name="connsiteX34851" fmla="*/ 4455085 w 5799173"/>
              <a:gd name="connsiteY34851" fmla="*/ 3329241 h 5017219"/>
              <a:gd name="connsiteX34852" fmla="*/ 4465719 w 5799173"/>
              <a:gd name="connsiteY34852" fmla="*/ 3310798 h 5017219"/>
              <a:gd name="connsiteX34853" fmla="*/ 4467048 w 5799173"/>
              <a:gd name="connsiteY34853" fmla="*/ 3310050 h 5017219"/>
              <a:gd name="connsiteX34854" fmla="*/ 4488317 w 5799173"/>
              <a:gd name="connsiteY34854" fmla="*/ 3310050 h 5017219"/>
              <a:gd name="connsiteX34855" fmla="*/ 4489646 w 5799173"/>
              <a:gd name="connsiteY34855" fmla="*/ 3310798 h 5017219"/>
              <a:gd name="connsiteX34856" fmla="*/ 4500280 w 5799173"/>
              <a:gd name="connsiteY34856" fmla="*/ 3329241 h 5017219"/>
              <a:gd name="connsiteX34857" fmla="*/ 4500280 w 5799173"/>
              <a:gd name="connsiteY34857" fmla="*/ 3330737 h 5017219"/>
              <a:gd name="connsiteX34858" fmla="*/ 4489646 w 5799173"/>
              <a:gd name="connsiteY34858" fmla="*/ 3349180 h 5017219"/>
              <a:gd name="connsiteX34859" fmla="*/ 4488317 w 5799173"/>
              <a:gd name="connsiteY34859" fmla="*/ 3349928 h 5017219"/>
              <a:gd name="connsiteX34860" fmla="*/ 4527151 w 5799173"/>
              <a:gd name="connsiteY34860" fmla="*/ 3366137 h 5017219"/>
              <a:gd name="connsiteX34861" fmla="*/ 4525822 w 5799173"/>
              <a:gd name="connsiteY34861" fmla="*/ 3365390 h 5017219"/>
              <a:gd name="connsiteX34862" fmla="*/ 4515188 w 5799173"/>
              <a:gd name="connsiteY34862" fmla="*/ 3346863 h 5017219"/>
              <a:gd name="connsiteX34863" fmla="*/ 4515188 w 5799173"/>
              <a:gd name="connsiteY34863" fmla="*/ 3345367 h 5017219"/>
              <a:gd name="connsiteX34864" fmla="*/ 4525905 w 5799173"/>
              <a:gd name="connsiteY34864" fmla="*/ 3326841 h 5017219"/>
              <a:gd name="connsiteX34865" fmla="*/ 4527234 w 5799173"/>
              <a:gd name="connsiteY34865" fmla="*/ 3326093 h 5017219"/>
              <a:gd name="connsiteX34866" fmla="*/ 4548586 w 5799173"/>
              <a:gd name="connsiteY34866" fmla="*/ 3326093 h 5017219"/>
              <a:gd name="connsiteX34867" fmla="*/ 4549915 w 5799173"/>
              <a:gd name="connsiteY34867" fmla="*/ 3326841 h 5017219"/>
              <a:gd name="connsiteX34868" fmla="*/ 4560549 w 5799173"/>
              <a:gd name="connsiteY34868" fmla="*/ 3345367 h 5017219"/>
              <a:gd name="connsiteX34869" fmla="*/ 4560549 w 5799173"/>
              <a:gd name="connsiteY34869" fmla="*/ 3346863 h 5017219"/>
              <a:gd name="connsiteX34870" fmla="*/ 4549832 w 5799173"/>
              <a:gd name="connsiteY34870" fmla="*/ 3365390 h 5017219"/>
              <a:gd name="connsiteX34871" fmla="*/ 4548503 w 5799173"/>
              <a:gd name="connsiteY34871" fmla="*/ 3366137 h 5017219"/>
              <a:gd name="connsiteX34872" fmla="*/ 3443714 w 5799173"/>
              <a:gd name="connsiteY34872" fmla="*/ 3076114 h 5017219"/>
              <a:gd name="connsiteX34873" fmla="*/ 3442385 w 5799173"/>
              <a:gd name="connsiteY34873" fmla="*/ 3075367 h 5017219"/>
              <a:gd name="connsiteX34874" fmla="*/ 3431586 w 5799173"/>
              <a:gd name="connsiteY34874" fmla="*/ 3056591 h 5017219"/>
              <a:gd name="connsiteX34875" fmla="*/ 3431585 w 5799173"/>
              <a:gd name="connsiteY34875" fmla="*/ 3055096 h 5017219"/>
              <a:gd name="connsiteX34876" fmla="*/ 3442386 w 5799173"/>
              <a:gd name="connsiteY34876" fmla="*/ 3036320 h 5017219"/>
              <a:gd name="connsiteX34877" fmla="*/ 3443714 w 5799173"/>
              <a:gd name="connsiteY34877" fmla="*/ 3035571 h 5017219"/>
              <a:gd name="connsiteX34878" fmla="*/ 3465398 w 5799173"/>
              <a:gd name="connsiteY34878" fmla="*/ 3035571 h 5017219"/>
              <a:gd name="connsiteX34879" fmla="*/ 3466727 w 5799173"/>
              <a:gd name="connsiteY34879" fmla="*/ 3036320 h 5017219"/>
              <a:gd name="connsiteX34880" fmla="*/ 3477528 w 5799173"/>
              <a:gd name="connsiteY34880" fmla="*/ 3055095 h 5017219"/>
              <a:gd name="connsiteX34881" fmla="*/ 3477528 w 5799173"/>
              <a:gd name="connsiteY34881" fmla="*/ 3056591 h 5017219"/>
              <a:gd name="connsiteX34882" fmla="*/ 3466727 w 5799173"/>
              <a:gd name="connsiteY34882" fmla="*/ 3075367 h 5017219"/>
              <a:gd name="connsiteX34883" fmla="*/ 3465398 w 5799173"/>
              <a:gd name="connsiteY34883" fmla="*/ 3076115 h 5017219"/>
              <a:gd name="connsiteX34884" fmla="*/ 3744645 w 5799173"/>
              <a:gd name="connsiteY34884" fmla="*/ 3156749 h 5017219"/>
              <a:gd name="connsiteX34885" fmla="*/ 3743317 w 5799173"/>
              <a:gd name="connsiteY34885" fmla="*/ 3156001 h 5017219"/>
              <a:gd name="connsiteX34886" fmla="*/ 3732517 w 5799173"/>
              <a:gd name="connsiteY34886" fmla="*/ 3137225 h 5017219"/>
              <a:gd name="connsiteX34887" fmla="*/ 3732517 w 5799173"/>
              <a:gd name="connsiteY34887" fmla="*/ 3135730 h 5017219"/>
              <a:gd name="connsiteX34888" fmla="*/ 3743317 w 5799173"/>
              <a:gd name="connsiteY34888" fmla="*/ 3116954 h 5017219"/>
              <a:gd name="connsiteX34889" fmla="*/ 3744646 w 5799173"/>
              <a:gd name="connsiteY34889" fmla="*/ 3116206 h 5017219"/>
              <a:gd name="connsiteX34890" fmla="*/ 3766330 w 5799173"/>
              <a:gd name="connsiteY34890" fmla="*/ 3116206 h 5017219"/>
              <a:gd name="connsiteX34891" fmla="*/ 3767659 w 5799173"/>
              <a:gd name="connsiteY34891" fmla="*/ 3116954 h 5017219"/>
              <a:gd name="connsiteX34892" fmla="*/ 3778460 w 5799173"/>
              <a:gd name="connsiteY34892" fmla="*/ 3135730 h 5017219"/>
              <a:gd name="connsiteX34893" fmla="*/ 3778460 w 5799173"/>
              <a:gd name="connsiteY34893" fmla="*/ 3137225 h 5017219"/>
              <a:gd name="connsiteX34894" fmla="*/ 3767659 w 5799173"/>
              <a:gd name="connsiteY34894" fmla="*/ 3156001 h 5017219"/>
              <a:gd name="connsiteX34895" fmla="*/ 3766330 w 5799173"/>
              <a:gd name="connsiteY34895" fmla="*/ 3156749 h 5017219"/>
              <a:gd name="connsiteX34896" fmla="*/ 2119442 w 5799173"/>
              <a:gd name="connsiteY34896" fmla="*/ 2721561 h 5017219"/>
              <a:gd name="connsiteX34897" fmla="*/ 2118112 w 5799173"/>
              <a:gd name="connsiteY34897" fmla="*/ 2720813 h 5017219"/>
              <a:gd name="connsiteX34898" fmla="*/ 2107229 w 5799173"/>
              <a:gd name="connsiteY34898" fmla="*/ 2701871 h 5017219"/>
              <a:gd name="connsiteX34899" fmla="*/ 2107229 w 5799173"/>
              <a:gd name="connsiteY34899" fmla="*/ 2700292 h 5017219"/>
              <a:gd name="connsiteX34900" fmla="*/ 2118195 w 5799173"/>
              <a:gd name="connsiteY34900" fmla="*/ 2681351 h 5017219"/>
              <a:gd name="connsiteX34901" fmla="*/ 2119525 w 5799173"/>
              <a:gd name="connsiteY34901" fmla="*/ 2680603 h 5017219"/>
              <a:gd name="connsiteX34902" fmla="*/ 2141375 w 5799173"/>
              <a:gd name="connsiteY34902" fmla="*/ 2680602 h 5017219"/>
              <a:gd name="connsiteX34903" fmla="*/ 2142704 w 5799173"/>
              <a:gd name="connsiteY34903" fmla="*/ 2681350 h 5017219"/>
              <a:gd name="connsiteX34904" fmla="*/ 2153587 w 5799173"/>
              <a:gd name="connsiteY34904" fmla="*/ 2700293 h 5017219"/>
              <a:gd name="connsiteX34905" fmla="*/ 2153587 w 5799173"/>
              <a:gd name="connsiteY34905" fmla="*/ 2701871 h 5017219"/>
              <a:gd name="connsiteX34906" fmla="*/ 2142621 w 5799173"/>
              <a:gd name="connsiteY34906" fmla="*/ 2720813 h 5017219"/>
              <a:gd name="connsiteX34907" fmla="*/ 2141291 w 5799173"/>
              <a:gd name="connsiteY34907" fmla="*/ 2721561 h 5017219"/>
              <a:gd name="connsiteX34908" fmla="*/ 4948029 w 5799173"/>
              <a:gd name="connsiteY34908" fmla="*/ 3479856 h 5017219"/>
              <a:gd name="connsiteX34909" fmla="*/ 4946699 w 5799173"/>
              <a:gd name="connsiteY34909" fmla="*/ 3479108 h 5017219"/>
              <a:gd name="connsiteX34910" fmla="*/ 4935567 w 5799173"/>
              <a:gd name="connsiteY34910" fmla="*/ 3459834 h 5017219"/>
              <a:gd name="connsiteX34911" fmla="*/ 4935567 w 5799173"/>
              <a:gd name="connsiteY34911" fmla="*/ 3458255 h 5017219"/>
              <a:gd name="connsiteX34912" fmla="*/ 4946699 w 5799173"/>
              <a:gd name="connsiteY34912" fmla="*/ 3438981 h 5017219"/>
              <a:gd name="connsiteX34913" fmla="*/ 4948029 w 5799173"/>
              <a:gd name="connsiteY34913" fmla="*/ 3438233 h 5017219"/>
              <a:gd name="connsiteX34914" fmla="*/ 4970294 w 5799173"/>
              <a:gd name="connsiteY34914" fmla="*/ 3438233 h 5017219"/>
              <a:gd name="connsiteX34915" fmla="*/ 4971623 w 5799173"/>
              <a:gd name="connsiteY34915" fmla="*/ 3438981 h 5017219"/>
              <a:gd name="connsiteX34916" fmla="*/ 4982756 w 5799173"/>
              <a:gd name="connsiteY34916" fmla="*/ 3458255 h 5017219"/>
              <a:gd name="connsiteX34917" fmla="*/ 4982756 w 5799173"/>
              <a:gd name="connsiteY34917" fmla="*/ 3459834 h 5017219"/>
              <a:gd name="connsiteX34918" fmla="*/ 4971623 w 5799173"/>
              <a:gd name="connsiteY34918" fmla="*/ 3479108 h 5017219"/>
              <a:gd name="connsiteX34919" fmla="*/ 4970294 w 5799173"/>
              <a:gd name="connsiteY34919" fmla="*/ 3479856 h 5017219"/>
              <a:gd name="connsiteX34920" fmla="*/ 2179378 w 5799173"/>
              <a:gd name="connsiteY34920" fmla="*/ 2738279 h 5017219"/>
              <a:gd name="connsiteX34921" fmla="*/ 2177966 w 5799173"/>
              <a:gd name="connsiteY34921" fmla="*/ 2737448 h 5017219"/>
              <a:gd name="connsiteX34922" fmla="*/ 2166749 w 5799173"/>
              <a:gd name="connsiteY34922" fmla="*/ 2718008 h 5017219"/>
              <a:gd name="connsiteX34923" fmla="*/ 2166750 w 5799173"/>
              <a:gd name="connsiteY34923" fmla="*/ 2716429 h 5017219"/>
              <a:gd name="connsiteX34924" fmla="*/ 2177966 w 5799173"/>
              <a:gd name="connsiteY34924" fmla="*/ 2696989 h 5017219"/>
              <a:gd name="connsiteX34925" fmla="*/ 2179377 w 5799173"/>
              <a:gd name="connsiteY34925" fmla="*/ 2696158 h 5017219"/>
              <a:gd name="connsiteX34926" fmla="*/ 2201893 w 5799173"/>
              <a:gd name="connsiteY34926" fmla="*/ 2696158 h 5017219"/>
              <a:gd name="connsiteX34927" fmla="*/ 2203305 w 5799173"/>
              <a:gd name="connsiteY34927" fmla="*/ 2696989 h 5017219"/>
              <a:gd name="connsiteX34928" fmla="*/ 2214520 w 5799173"/>
              <a:gd name="connsiteY34928" fmla="*/ 2716429 h 5017219"/>
              <a:gd name="connsiteX34929" fmla="*/ 2214520 w 5799173"/>
              <a:gd name="connsiteY34929" fmla="*/ 2718008 h 5017219"/>
              <a:gd name="connsiteX34930" fmla="*/ 2203304 w 5799173"/>
              <a:gd name="connsiteY34930" fmla="*/ 2737448 h 5017219"/>
              <a:gd name="connsiteX34931" fmla="*/ 2201893 w 5799173"/>
              <a:gd name="connsiteY34931" fmla="*/ 2738279 h 5017219"/>
              <a:gd name="connsiteX34932" fmla="*/ 5008131 w 5799173"/>
              <a:gd name="connsiteY34932" fmla="*/ 3496241 h 5017219"/>
              <a:gd name="connsiteX34933" fmla="*/ 5006719 w 5799173"/>
              <a:gd name="connsiteY34933" fmla="*/ 3495410 h 5017219"/>
              <a:gd name="connsiteX34934" fmla="*/ 4995503 w 5799173"/>
              <a:gd name="connsiteY34934" fmla="*/ 3475970 h 5017219"/>
              <a:gd name="connsiteX34935" fmla="*/ 4995503 w 5799173"/>
              <a:gd name="connsiteY34935" fmla="*/ 3474391 h 5017219"/>
              <a:gd name="connsiteX34936" fmla="*/ 5006719 w 5799173"/>
              <a:gd name="connsiteY34936" fmla="*/ 3454951 h 5017219"/>
              <a:gd name="connsiteX34937" fmla="*/ 5008131 w 5799173"/>
              <a:gd name="connsiteY34937" fmla="*/ 3454120 h 5017219"/>
              <a:gd name="connsiteX34938" fmla="*/ 5030646 w 5799173"/>
              <a:gd name="connsiteY34938" fmla="*/ 3454120 h 5017219"/>
              <a:gd name="connsiteX34939" fmla="*/ 5032058 w 5799173"/>
              <a:gd name="connsiteY34939" fmla="*/ 3454951 h 5017219"/>
              <a:gd name="connsiteX34940" fmla="*/ 5043273 w 5799173"/>
              <a:gd name="connsiteY34940" fmla="*/ 3474391 h 5017219"/>
              <a:gd name="connsiteX34941" fmla="*/ 5043273 w 5799173"/>
              <a:gd name="connsiteY34941" fmla="*/ 3475970 h 5017219"/>
              <a:gd name="connsiteX34942" fmla="*/ 5032058 w 5799173"/>
              <a:gd name="connsiteY34942" fmla="*/ 3495410 h 5017219"/>
              <a:gd name="connsiteX34943" fmla="*/ 5030646 w 5799173"/>
              <a:gd name="connsiteY34943" fmla="*/ 3496241 h 5017219"/>
              <a:gd name="connsiteX34944" fmla="*/ 2239399 w 5799173"/>
              <a:gd name="connsiteY34944" fmla="*/ 2754561 h 5017219"/>
              <a:gd name="connsiteX34945" fmla="*/ 2237987 w 5799173"/>
              <a:gd name="connsiteY34945" fmla="*/ 2753731 h 5017219"/>
              <a:gd name="connsiteX34946" fmla="*/ 2226688 w 5799173"/>
              <a:gd name="connsiteY34946" fmla="*/ 2734124 h 5017219"/>
              <a:gd name="connsiteX34947" fmla="*/ 2226688 w 5799173"/>
              <a:gd name="connsiteY34947" fmla="*/ 2732545 h 5017219"/>
              <a:gd name="connsiteX34948" fmla="*/ 2238070 w 5799173"/>
              <a:gd name="connsiteY34948" fmla="*/ 2712939 h 5017219"/>
              <a:gd name="connsiteX34949" fmla="*/ 2239483 w 5799173"/>
              <a:gd name="connsiteY34949" fmla="*/ 2712108 h 5017219"/>
              <a:gd name="connsiteX34950" fmla="*/ 2262163 w 5799173"/>
              <a:gd name="connsiteY34950" fmla="*/ 2712108 h 5017219"/>
              <a:gd name="connsiteX34951" fmla="*/ 2263575 w 5799173"/>
              <a:gd name="connsiteY34951" fmla="*/ 2712940 h 5017219"/>
              <a:gd name="connsiteX34952" fmla="*/ 2274874 w 5799173"/>
              <a:gd name="connsiteY34952" fmla="*/ 2732545 h 5017219"/>
              <a:gd name="connsiteX34953" fmla="*/ 2274874 w 5799173"/>
              <a:gd name="connsiteY34953" fmla="*/ 2734124 h 5017219"/>
              <a:gd name="connsiteX34954" fmla="*/ 2263492 w 5799173"/>
              <a:gd name="connsiteY34954" fmla="*/ 2753731 h 5017219"/>
              <a:gd name="connsiteX34955" fmla="*/ 2262080 w 5799173"/>
              <a:gd name="connsiteY34955" fmla="*/ 2754561 h 5017219"/>
              <a:gd name="connsiteX34956" fmla="*/ 2299525 w 5799173"/>
              <a:gd name="connsiteY34956" fmla="*/ 2770847 h 5017219"/>
              <a:gd name="connsiteX34957" fmla="*/ 2298113 w 5799173"/>
              <a:gd name="connsiteY34957" fmla="*/ 2770016 h 5017219"/>
              <a:gd name="connsiteX34958" fmla="*/ 2286648 w 5799173"/>
              <a:gd name="connsiteY34958" fmla="*/ 2750160 h 5017219"/>
              <a:gd name="connsiteX34959" fmla="*/ 2286648 w 5799173"/>
              <a:gd name="connsiteY34959" fmla="*/ 2748582 h 5017219"/>
              <a:gd name="connsiteX34960" fmla="*/ 2298112 w 5799173"/>
              <a:gd name="connsiteY34960" fmla="*/ 2728726 h 5017219"/>
              <a:gd name="connsiteX34961" fmla="*/ 2299526 w 5799173"/>
              <a:gd name="connsiteY34961" fmla="*/ 2727895 h 5017219"/>
              <a:gd name="connsiteX34962" fmla="*/ 2322372 w 5799173"/>
              <a:gd name="connsiteY34962" fmla="*/ 2727895 h 5017219"/>
              <a:gd name="connsiteX34963" fmla="*/ 2323785 w 5799173"/>
              <a:gd name="connsiteY34963" fmla="*/ 2728726 h 5017219"/>
              <a:gd name="connsiteX34964" fmla="*/ 2335249 w 5799173"/>
              <a:gd name="connsiteY34964" fmla="*/ 2748582 h 5017219"/>
              <a:gd name="connsiteX34965" fmla="*/ 2335249 w 5799173"/>
              <a:gd name="connsiteY34965" fmla="*/ 2750160 h 5017219"/>
              <a:gd name="connsiteX34966" fmla="*/ 2323784 w 5799173"/>
              <a:gd name="connsiteY34966" fmla="*/ 2770016 h 5017219"/>
              <a:gd name="connsiteX34967" fmla="*/ 2322372 w 5799173"/>
              <a:gd name="connsiteY34967" fmla="*/ 2770847 h 5017219"/>
              <a:gd name="connsiteX34968" fmla="*/ 2359718 w 5799173"/>
              <a:gd name="connsiteY34968" fmla="*/ 2787079 h 5017219"/>
              <a:gd name="connsiteX34969" fmla="*/ 2358306 w 5799173"/>
              <a:gd name="connsiteY34969" fmla="*/ 2786248 h 5017219"/>
              <a:gd name="connsiteX34970" fmla="*/ 2346842 w 5799173"/>
              <a:gd name="connsiteY34970" fmla="*/ 2766309 h 5017219"/>
              <a:gd name="connsiteX34971" fmla="*/ 2346842 w 5799173"/>
              <a:gd name="connsiteY34971" fmla="*/ 2764648 h 5017219"/>
              <a:gd name="connsiteX34972" fmla="*/ 2358306 w 5799173"/>
              <a:gd name="connsiteY34972" fmla="*/ 2744709 h 5017219"/>
              <a:gd name="connsiteX34973" fmla="*/ 2359718 w 5799173"/>
              <a:gd name="connsiteY34973" fmla="*/ 2743878 h 5017219"/>
              <a:gd name="connsiteX34974" fmla="*/ 2382733 w 5799173"/>
              <a:gd name="connsiteY34974" fmla="*/ 2743878 h 5017219"/>
              <a:gd name="connsiteX34975" fmla="*/ 2384145 w 5799173"/>
              <a:gd name="connsiteY34975" fmla="*/ 2744709 h 5017219"/>
              <a:gd name="connsiteX34976" fmla="*/ 2395609 w 5799173"/>
              <a:gd name="connsiteY34976" fmla="*/ 2764648 h 5017219"/>
              <a:gd name="connsiteX34977" fmla="*/ 2395609 w 5799173"/>
              <a:gd name="connsiteY34977" fmla="*/ 2766309 h 5017219"/>
              <a:gd name="connsiteX34978" fmla="*/ 2384145 w 5799173"/>
              <a:gd name="connsiteY34978" fmla="*/ 2786248 h 5017219"/>
              <a:gd name="connsiteX34979" fmla="*/ 2382732 w 5799173"/>
              <a:gd name="connsiteY34979" fmla="*/ 2787079 h 5017219"/>
              <a:gd name="connsiteX34980" fmla="*/ 2419637 w 5799173"/>
              <a:gd name="connsiteY34980" fmla="*/ 2803608 h 5017219"/>
              <a:gd name="connsiteX34981" fmla="*/ 2418224 w 5799173"/>
              <a:gd name="connsiteY34981" fmla="*/ 2802777 h 5017219"/>
              <a:gd name="connsiteX34982" fmla="*/ 2406510 w 5799173"/>
              <a:gd name="connsiteY34982" fmla="*/ 2782507 h 5017219"/>
              <a:gd name="connsiteX34983" fmla="*/ 2406510 w 5799173"/>
              <a:gd name="connsiteY34983" fmla="*/ 2780844 h 5017219"/>
              <a:gd name="connsiteX34984" fmla="*/ 2418224 w 5799173"/>
              <a:gd name="connsiteY34984" fmla="*/ 2760573 h 5017219"/>
              <a:gd name="connsiteX34985" fmla="*/ 2419637 w 5799173"/>
              <a:gd name="connsiteY34985" fmla="*/ 2759742 h 5017219"/>
              <a:gd name="connsiteX34986" fmla="*/ 2443065 w 5799173"/>
              <a:gd name="connsiteY34986" fmla="*/ 2759742 h 5017219"/>
              <a:gd name="connsiteX34987" fmla="*/ 2444477 w 5799173"/>
              <a:gd name="connsiteY34987" fmla="*/ 2760573 h 5017219"/>
              <a:gd name="connsiteX34988" fmla="*/ 2456191 w 5799173"/>
              <a:gd name="connsiteY34988" fmla="*/ 2780844 h 5017219"/>
              <a:gd name="connsiteX34989" fmla="*/ 2456191 w 5799173"/>
              <a:gd name="connsiteY34989" fmla="*/ 2782506 h 5017219"/>
              <a:gd name="connsiteX34990" fmla="*/ 2444477 w 5799173"/>
              <a:gd name="connsiteY34990" fmla="*/ 2802777 h 5017219"/>
              <a:gd name="connsiteX34991" fmla="*/ 2443065 w 5799173"/>
              <a:gd name="connsiteY34991" fmla="*/ 2803608 h 5017219"/>
              <a:gd name="connsiteX34992" fmla="*/ 4280820 w 5799173"/>
              <a:gd name="connsiteY34992" fmla="*/ 3338172 h 5017219"/>
              <a:gd name="connsiteX34993" fmla="*/ 4280571 w 5799173"/>
              <a:gd name="connsiteY34993" fmla="*/ 3338006 h 5017219"/>
              <a:gd name="connsiteX34994" fmla="*/ 4278245 w 5799173"/>
              <a:gd name="connsiteY34994" fmla="*/ 3333935 h 5017219"/>
              <a:gd name="connsiteX34995" fmla="*/ 4278245 w 5799173"/>
              <a:gd name="connsiteY34995" fmla="*/ 3333603 h 5017219"/>
              <a:gd name="connsiteX34996" fmla="*/ 4280571 w 5799173"/>
              <a:gd name="connsiteY34996" fmla="*/ 3329532 h 5017219"/>
              <a:gd name="connsiteX34997" fmla="*/ 4280820 w 5799173"/>
              <a:gd name="connsiteY34997" fmla="*/ 3329366 h 5017219"/>
              <a:gd name="connsiteX34998" fmla="*/ 4285473 w 5799173"/>
              <a:gd name="connsiteY34998" fmla="*/ 3329366 h 5017219"/>
              <a:gd name="connsiteX34999" fmla="*/ 4285722 w 5799173"/>
              <a:gd name="connsiteY34999" fmla="*/ 3329532 h 5017219"/>
              <a:gd name="connsiteX35000" fmla="*/ 4288048 w 5799173"/>
              <a:gd name="connsiteY35000" fmla="*/ 3333603 h 5017219"/>
              <a:gd name="connsiteX35001" fmla="*/ 4288048 w 5799173"/>
              <a:gd name="connsiteY35001" fmla="*/ 3333935 h 5017219"/>
              <a:gd name="connsiteX35002" fmla="*/ 4285722 w 5799173"/>
              <a:gd name="connsiteY35002" fmla="*/ 3338006 h 5017219"/>
              <a:gd name="connsiteX35003" fmla="*/ 4285473 w 5799173"/>
              <a:gd name="connsiteY35003" fmla="*/ 3338172 h 5017219"/>
              <a:gd name="connsiteX35004" fmla="*/ 2654631 w 5799173"/>
              <a:gd name="connsiteY35004" fmla="*/ 2904813 h 5017219"/>
              <a:gd name="connsiteX35005" fmla="*/ 2654216 w 5799173"/>
              <a:gd name="connsiteY35005" fmla="*/ 2904564 h 5017219"/>
              <a:gd name="connsiteX35006" fmla="*/ 2650727 w 5799173"/>
              <a:gd name="connsiteY35006" fmla="*/ 2898582 h 5017219"/>
              <a:gd name="connsiteX35007" fmla="*/ 2650726 w 5799173"/>
              <a:gd name="connsiteY35007" fmla="*/ 2898084 h 5017219"/>
              <a:gd name="connsiteX35008" fmla="*/ 2654216 w 5799173"/>
              <a:gd name="connsiteY35008" fmla="*/ 2892102 h 5017219"/>
              <a:gd name="connsiteX35009" fmla="*/ 2654632 w 5799173"/>
              <a:gd name="connsiteY35009" fmla="*/ 2891853 h 5017219"/>
              <a:gd name="connsiteX35010" fmla="*/ 2661527 w 5799173"/>
              <a:gd name="connsiteY35010" fmla="*/ 2891853 h 5017219"/>
              <a:gd name="connsiteX35011" fmla="*/ 2661942 w 5799173"/>
              <a:gd name="connsiteY35011" fmla="*/ 2892102 h 5017219"/>
              <a:gd name="connsiteX35012" fmla="*/ 2665431 w 5799173"/>
              <a:gd name="connsiteY35012" fmla="*/ 2898084 h 5017219"/>
              <a:gd name="connsiteX35013" fmla="*/ 2665432 w 5799173"/>
              <a:gd name="connsiteY35013" fmla="*/ 2898582 h 5017219"/>
              <a:gd name="connsiteX35014" fmla="*/ 2661942 w 5799173"/>
              <a:gd name="connsiteY35014" fmla="*/ 2904564 h 5017219"/>
              <a:gd name="connsiteX35015" fmla="*/ 2661526 w 5799173"/>
              <a:gd name="connsiteY35015" fmla="*/ 2904813 h 5017219"/>
              <a:gd name="connsiteX35016" fmla="*/ 1931740 w 5799173"/>
              <a:gd name="connsiteY35016" fmla="*/ 2712633 h 5017219"/>
              <a:gd name="connsiteX35017" fmla="*/ 1931242 w 5799173"/>
              <a:gd name="connsiteY35017" fmla="*/ 2712301 h 5017219"/>
              <a:gd name="connsiteX35018" fmla="*/ 1927088 w 5799173"/>
              <a:gd name="connsiteY35018" fmla="*/ 2705073 h 5017219"/>
              <a:gd name="connsiteX35019" fmla="*/ 1927088 w 5799173"/>
              <a:gd name="connsiteY35019" fmla="*/ 2704491 h 5017219"/>
              <a:gd name="connsiteX35020" fmla="*/ 1931242 w 5799173"/>
              <a:gd name="connsiteY35020" fmla="*/ 2697263 h 5017219"/>
              <a:gd name="connsiteX35021" fmla="*/ 1931740 w 5799173"/>
              <a:gd name="connsiteY35021" fmla="*/ 2696931 h 5017219"/>
              <a:gd name="connsiteX35022" fmla="*/ 1940048 w 5799173"/>
              <a:gd name="connsiteY35022" fmla="*/ 2696931 h 5017219"/>
              <a:gd name="connsiteX35023" fmla="*/ 1940547 w 5799173"/>
              <a:gd name="connsiteY35023" fmla="*/ 2697263 h 5017219"/>
              <a:gd name="connsiteX35024" fmla="*/ 1944701 w 5799173"/>
              <a:gd name="connsiteY35024" fmla="*/ 2704491 h 5017219"/>
              <a:gd name="connsiteX35025" fmla="*/ 1944701 w 5799173"/>
              <a:gd name="connsiteY35025" fmla="*/ 2705073 h 5017219"/>
              <a:gd name="connsiteX35026" fmla="*/ 1940547 w 5799173"/>
              <a:gd name="connsiteY35026" fmla="*/ 2712301 h 5017219"/>
              <a:gd name="connsiteX35027" fmla="*/ 1940048 w 5799173"/>
              <a:gd name="connsiteY35027" fmla="*/ 2712633 h 5017219"/>
              <a:gd name="connsiteX35028" fmla="*/ 2593303 w 5799173"/>
              <a:gd name="connsiteY35028" fmla="*/ 2890851 h 5017219"/>
              <a:gd name="connsiteX35029" fmla="*/ 2592721 w 5799173"/>
              <a:gd name="connsiteY35029" fmla="*/ 2890518 h 5017219"/>
              <a:gd name="connsiteX35030" fmla="*/ 2588069 w 5799173"/>
              <a:gd name="connsiteY35030" fmla="*/ 2882460 h 5017219"/>
              <a:gd name="connsiteX35031" fmla="*/ 2588069 w 5799173"/>
              <a:gd name="connsiteY35031" fmla="*/ 2881795 h 5017219"/>
              <a:gd name="connsiteX35032" fmla="*/ 2592721 w 5799173"/>
              <a:gd name="connsiteY35032" fmla="*/ 2873736 h 5017219"/>
              <a:gd name="connsiteX35033" fmla="*/ 2593303 w 5799173"/>
              <a:gd name="connsiteY35033" fmla="*/ 2873404 h 5017219"/>
              <a:gd name="connsiteX35034" fmla="*/ 2602525 w 5799173"/>
              <a:gd name="connsiteY35034" fmla="*/ 2873404 h 5017219"/>
              <a:gd name="connsiteX35035" fmla="*/ 2603106 w 5799173"/>
              <a:gd name="connsiteY35035" fmla="*/ 2873736 h 5017219"/>
              <a:gd name="connsiteX35036" fmla="*/ 2607759 w 5799173"/>
              <a:gd name="connsiteY35036" fmla="*/ 2881795 h 5017219"/>
              <a:gd name="connsiteX35037" fmla="*/ 2607759 w 5799173"/>
              <a:gd name="connsiteY35037" fmla="*/ 2882460 h 5017219"/>
              <a:gd name="connsiteX35038" fmla="*/ 2603106 w 5799173"/>
              <a:gd name="connsiteY35038" fmla="*/ 2890518 h 5017219"/>
              <a:gd name="connsiteX35039" fmla="*/ 2602525 w 5799173"/>
              <a:gd name="connsiteY35039" fmla="*/ 2890851 h 5017219"/>
              <a:gd name="connsiteX35040" fmla="*/ 5270 w 5799173"/>
              <a:gd name="connsiteY35040" fmla="*/ 2197581 h 5017219"/>
              <a:gd name="connsiteX35041" fmla="*/ 4689 w 5799173"/>
              <a:gd name="connsiteY35041" fmla="*/ 2197248 h 5017219"/>
              <a:gd name="connsiteX35042" fmla="*/ 36 w 5799173"/>
              <a:gd name="connsiteY35042" fmla="*/ 2189107 h 5017219"/>
              <a:gd name="connsiteX35043" fmla="*/ 36 w 5799173"/>
              <a:gd name="connsiteY35043" fmla="*/ 2188442 h 5017219"/>
              <a:gd name="connsiteX35044" fmla="*/ 4689 w 5799173"/>
              <a:gd name="connsiteY35044" fmla="*/ 2180300 h 5017219"/>
              <a:gd name="connsiteX35045" fmla="*/ 5271 w 5799173"/>
              <a:gd name="connsiteY35045" fmla="*/ 2179968 h 5017219"/>
              <a:gd name="connsiteX35046" fmla="*/ 14659 w 5799173"/>
              <a:gd name="connsiteY35046" fmla="*/ 2179968 h 5017219"/>
              <a:gd name="connsiteX35047" fmla="*/ 15241 w 5799173"/>
              <a:gd name="connsiteY35047" fmla="*/ 2180300 h 5017219"/>
              <a:gd name="connsiteX35048" fmla="*/ 19893 w 5799173"/>
              <a:gd name="connsiteY35048" fmla="*/ 2188442 h 5017219"/>
              <a:gd name="connsiteX35049" fmla="*/ 19893 w 5799173"/>
              <a:gd name="connsiteY35049" fmla="*/ 2189107 h 5017219"/>
              <a:gd name="connsiteX35050" fmla="*/ 15240 w 5799173"/>
              <a:gd name="connsiteY35050" fmla="*/ 2197248 h 5017219"/>
              <a:gd name="connsiteX35051" fmla="*/ 14658 w 5799173"/>
              <a:gd name="connsiteY35051" fmla="*/ 2197581 h 5017219"/>
              <a:gd name="connsiteX35052" fmla="*/ 1988167 w 5799173"/>
              <a:gd name="connsiteY35052" fmla="*/ 2735735 h 5017219"/>
              <a:gd name="connsiteX35053" fmla="*/ 1987170 w 5799173"/>
              <a:gd name="connsiteY35053" fmla="*/ 2735154 h 5017219"/>
              <a:gd name="connsiteX35054" fmla="*/ 1979278 w 5799173"/>
              <a:gd name="connsiteY35054" fmla="*/ 2721529 h 5017219"/>
              <a:gd name="connsiteX35055" fmla="*/ 1979278 w 5799173"/>
              <a:gd name="connsiteY35055" fmla="*/ 2720448 h 5017219"/>
              <a:gd name="connsiteX35056" fmla="*/ 1987170 w 5799173"/>
              <a:gd name="connsiteY35056" fmla="*/ 2706824 h 5017219"/>
              <a:gd name="connsiteX35057" fmla="*/ 1988167 w 5799173"/>
              <a:gd name="connsiteY35057" fmla="*/ 2706242 h 5017219"/>
              <a:gd name="connsiteX35058" fmla="*/ 2003952 w 5799173"/>
              <a:gd name="connsiteY35058" fmla="*/ 2706242 h 5017219"/>
              <a:gd name="connsiteX35059" fmla="*/ 2004949 w 5799173"/>
              <a:gd name="connsiteY35059" fmla="*/ 2706824 h 5017219"/>
              <a:gd name="connsiteX35060" fmla="*/ 2012842 w 5799173"/>
              <a:gd name="connsiteY35060" fmla="*/ 2720448 h 5017219"/>
              <a:gd name="connsiteX35061" fmla="*/ 2012842 w 5799173"/>
              <a:gd name="connsiteY35061" fmla="*/ 2721529 h 5017219"/>
              <a:gd name="connsiteX35062" fmla="*/ 2004949 w 5799173"/>
              <a:gd name="connsiteY35062" fmla="*/ 2735154 h 5017219"/>
              <a:gd name="connsiteX35063" fmla="*/ 2003952 w 5799173"/>
              <a:gd name="connsiteY35063" fmla="*/ 2735735 h 5017219"/>
              <a:gd name="connsiteX35064" fmla="*/ 2770267 w 5799173"/>
              <a:gd name="connsiteY35064" fmla="*/ 2945967 h 5017219"/>
              <a:gd name="connsiteX35065" fmla="*/ 2769269 w 5799173"/>
              <a:gd name="connsiteY35065" fmla="*/ 2945386 h 5017219"/>
              <a:gd name="connsiteX35066" fmla="*/ 2761128 w 5799173"/>
              <a:gd name="connsiteY35066" fmla="*/ 2931179 h 5017219"/>
              <a:gd name="connsiteX35067" fmla="*/ 2761128 w 5799173"/>
              <a:gd name="connsiteY35067" fmla="*/ 2930016 h 5017219"/>
              <a:gd name="connsiteX35068" fmla="*/ 2769353 w 5799173"/>
              <a:gd name="connsiteY35068" fmla="*/ 2915810 h 5017219"/>
              <a:gd name="connsiteX35069" fmla="*/ 2770349 w 5799173"/>
              <a:gd name="connsiteY35069" fmla="*/ 2915228 h 5017219"/>
              <a:gd name="connsiteX35070" fmla="*/ 2786716 w 5799173"/>
              <a:gd name="connsiteY35070" fmla="*/ 2915228 h 5017219"/>
              <a:gd name="connsiteX35071" fmla="*/ 2787713 w 5799173"/>
              <a:gd name="connsiteY35071" fmla="*/ 2915810 h 5017219"/>
              <a:gd name="connsiteX35072" fmla="*/ 2795855 w 5799173"/>
              <a:gd name="connsiteY35072" fmla="*/ 2930016 h 5017219"/>
              <a:gd name="connsiteX35073" fmla="*/ 2795855 w 5799173"/>
              <a:gd name="connsiteY35073" fmla="*/ 2931179 h 5017219"/>
              <a:gd name="connsiteX35074" fmla="*/ 2787630 w 5799173"/>
              <a:gd name="connsiteY35074" fmla="*/ 2945386 h 5017219"/>
              <a:gd name="connsiteX35075" fmla="*/ 2786633 w 5799173"/>
              <a:gd name="connsiteY35075" fmla="*/ 2945967 h 5017219"/>
              <a:gd name="connsiteX35076" fmla="*/ 61293 w 5799173"/>
              <a:gd name="connsiteY35076" fmla="*/ 2221338 h 5017219"/>
              <a:gd name="connsiteX35077" fmla="*/ 60213 w 5799173"/>
              <a:gd name="connsiteY35077" fmla="*/ 2220757 h 5017219"/>
              <a:gd name="connsiteX35078" fmla="*/ 51407 w 5799173"/>
              <a:gd name="connsiteY35078" fmla="*/ 2205553 h 5017219"/>
              <a:gd name="connsiteX35079" fmla="*/ 51408 w 5799173"/>
              <a:gd name="connsiteY35079" fmla="*/ 2204307 h 5017219"/>
              <a:gd name="connsiteX35080" fmla="*/ 60213 w 5799173"/>
              <a:gd name="connsiteY35080" fmla="*/ 2189104 h 5017219"/>
              <a:gd name="connsiteX35081" fmla="*/ 61293 w 5799173"/>
              <a:gd name="connsiteY35081" fmla="*/ 2188522 h 5017219"/>
              <a:gd name="connsiteX35082" fmla="*/ 78906 w 5799173"/>
              <a:gd name="connsiteY35082" fmla="*/ 2188521 h 5017219"/>
              <a:gd name="connsiteX35083" fmla="*/ 79986 w 5799173"/>
              <a:gd name="connsiteY35083" fmla="*/ 2189104 h 5017219"/>
              <a:gd name="connsiteX35084" fmla="*/ 88793 w 5799173"/>
              <a:gd name="connsiteY35084" fmla="*/ 2204307 h 5017219"/>
              <a:gd name="connsiteX35085" fmla="*/ 88793 w 5799173"/>
              <a:gd name="connsiteY35085" fmla="*/ 2205552 h 5017219"/>
              <a:gd name="connsiteX35086" fmla="*/ 79986 w 5799173"/>
              <a:gd name="connsiteY35086" fmla="*/ 2220757 h 5017219"/>
              <a:gd name="connsiteX35087" fmla="*/ 78907 w 5799173"/>
              <a:gd name="connsiteY35087" fmla="*/ 2221338 h 5017219"/>
              <a:gd name="connsiteX35088" fmla="*/ 121479 w 5799173"/>
              <a:gd name="connsiteY35088" fmla="*/ 2237464 h 5017219"/>
              <a:gd name="connsiteX35089" fmla="*/ 120399 w 5799173"/>
              <a:gd name="connsiteY35089" fmla="*/ 2236883 h 5017219"/>
              <a:gd name="connsiteX35090" fmla="*/ 111593 w 5799173"/>
              <a:gd name="connsiteY35090" fmla="*/ 2221679 h 5017219"/>
              <a:gd name="connsiteX35091" fmla="*/ 111593 w 5799173"/>
              <a:gd name="connsiteY35091" fmla="*/ 2220433 h 5017219"/>
              <a:gd name="connsiteX35092" fmla="*/ 120399 w 5799173"/>
              <a:gd name="connsiteY35092" fmla="*/ 2205230 h 5017219"/>
              <a:gd name="connsiteX35093" fmla="*/ 121479 w 5799173"/>
              <a:gd name="connsiteY35093" fmla="*/ 2204648 h 5017219"/>
              <a:gd name="connsiteX35094" fmla="*/ 139092 w 5799173"/>
              <a:gd name="connsiteY35094" fmla="*/ 2204648 h 5017219"/>
              <a:gd name="connsiteX35095" fmla="*/ 140172 w 5799173"/>
              <a:gd name="connsiteY35095" fmla="*/ 2205230 h 5017219"/>
              <a:gd name="connsiteX35096" fmla="*/ 148979 w 5799173"/>
              <a:gd name="connsiteY35096" fmla="*/ 2220433 h 5017219"/>
              <a:gd name="connsiteX35097" fmla="*/ 148979 w 5799173"/>
              <a:gd name="connsiteY35097" fmla="*/ 2221679 h 5017219"/>
              <a:gd name="connsiteX35098" fmla="*/ 140172 w 5799173"/>
              <a:gd name="connsiteY35098" fmla="*/ 2236883 h 5017219"/>
              <a:gd name="connsiteX35099" fmla="*/ 139092 w 5799173"/>
              <a:gd name="connsiteY35099" fmla="*/ 2237464 h 5017219"/>
              <a:gd name="connsiteX35100" fmla="*/ 2528701 w 5799173"/>
              <a:gd name="connsiteY35100" fmla="*/ 2883040 h 5017219"/>
              <a:gd name="connsiteX35101" fmla="*/ 2527621 w 5799173"/>
              <a:gd name="connsiteY35101" fmla="*/ 2882375 h 5017219"/>
              <a:gd name="connsiteX35102" fmla="*/ 2518566 w 5799173"/>
              <a:gd name="connsiteY35102" fmla="*/ 2866673 h 5017219"/>
              <a:gd name="connsiteX35103" fmla="*/ 2518566 w 5799173"/>
              <a:gd name="connsiteY35103" fmla="*/ 2865428 h 5017219"/>
              <a:gd name="connsiteX35104" fmla="*/ 2527621 w 5799173"/>
              <a:gd name="connsiteY35104" fmla="*/ 2849726 h 5017219"/>
              <a:gd name="connsiteX35105" fmla="*/ 2528701 w 5799173"/>
              <a:gd name="connsiteY35105" fmla="*/ 2849060 h 5017219"/>
              <a:gd name="connsiteX35106" fmla="*/ 2546813 w 5799173"/>
              <a:gd name="connsiteY35106" fmla="*/ 2849060 h 5017219"/>
              <a:gd name="connsiteX35107" fmla="*/ 2547893 w 5799173"/>
              <a:gd name="connsiteY35107" fmla="*/ 2849725 h 5017219"/>
              <a:gd name="connsiteX35108" fmla="*/ 2556948 w 5799173"/>
              <a:gd name="connsiteY35108" fmla="*/ 2865427 h 5017219"/>
              <a:gd name="connsiteX35109" fmla="*/ 2556948 w 5799173"/>
              <a:gd name="connsiteY35109" fmla="*/ 2866673 h 5017219"/>
              <a:gd name="connsiteX35110" fmla="*/ 2547893 w 5799173"/>
              <a:gd name="connsiteY35110" fmla="*/ 2882375 h 5017219"/>
              <a:gd name="connsiteX35111" fmla="*/ 2546813 w 5799173"/>
              <a:gd name="connsiteY35111" fmla="*/ 2883039 h 5017219"/>
              <a:gd name="connsiteX35112" fmla="*/ 181356 w 5799173"/>
              <a:gd name="connsiteY35112" fmla="*/ 2254175 h 5017219"/>
              <a:gd name="connsiteX35113" fmla="*/ 180276 w 5799173"/>
              <a:gd name="connsiteY35113" fmla="*/ 2253511 h 5017219"/>
              <a:gd name="connsiteX35114" fmla="*/ 171219 w 5799173"/>
              <a:gd name="connsiteY35114" fmla="*/ 2237726 h 5017219"/>
              <a:gd name="connsiteX35115" fmla="*/ 171220 w 5799173"/>
              <a:gd name="connsiteY35115" fmla="*/ 2236480 h 5017219"/>
              <a:gd name="connsiteX35116" fmla="*/ 180359 w 5799173"/>
              <a:gd name="connsiteY35116" fmla="*/ 2220695 h 5017219"/>
              <a:gd name="connsiteX35117" fmla="*/ 181438 w 5799173"/>
              <a:gd name="connsiteY35117" fmla="*/ 2220030 h 5017219"/>
              <a:gd name="connsiteX35118" fmla="*/ 199633 w 5799173"/>
              <a:gd name="connsiteY35118" fmla="*/ 2220030 h 5017219"/>
              <a:gd name="connsiteX35119" fmla="*/ 200712 w 5799173"/>
              <a:gd name="connsiteY35119" fmla="*/ 2220695 h 5017219"/>
              <a:gd name="connsiteX35120" fmla="*/ 209768 w 5799173"/>
              <a:gd name="connsiteY35120" fmla="*/ 2236480 h 5017219"/>
              <a:gd name="connsiteX35121" fmla="*/ 209769 w 5799173"/>
              <a:gd name="connsiteY35121" fmla="*/ 2237726 h 5017219"/>
              <a:gd name="connsiteX35122" fmla="*/ 200628 w 5799173"/>
              <a:gd name="connsiteY35122" fmla="*/ 2253511 h 5017219"/>
              <a:gd name="connsiteX35123" fmla="*/ 199549 w 5799173"/>
              <a:gd name="connsiteY35123" fmla="*/ 2254175 h 5017219"/>
              <a:gd name="connsiteX35124" fmla="*/ 241554 w 5799173"/>
              <a:gd name="connsiteY35124" fmla="*/ 2270388 h 5017219"/>
              <a:gd name="connsiteX35125" fmla="*/ 240473 w 5799173"/>
              <a:gd name="connsiteY35125" fmla="*/ 2269722 h 5017219"/>
              <a:gd name="connsiteX35126" fmla="*/ 231334 w 5799173"/>
              <a:gd name="connsiteY35126" fmla="*/ 2253855 h 5017219"/>
              <a:gd name="connsiteX35127" fmla="*/ 231334 w 5799173"/>
              <a:gd name="connsiteY35127" fmla="*/ 2252525 h 5017219"/>
              <a:gd name="connsiteX35128" fmla="*/ 240473 w 5799173"/>
              <a:gd name="connsiteY35128" fmla="*/ 2236657 h 5017219"/>
              <a:gd name="connsiteX35129" fmla="*/ 241553 w 5799173"/>
              <a:gd name="connsiteY35129" fmla="*/ 2235992 h 5017219"/>
              <a:gd name="connsiteX35130" fmla="*/ 259830 w 5799173"/>
              <a:gd name="connsiteY35130" fmla="*/ 2235993 h 5017219"/>
              <a:gd name="connsiteX35131" fmla="*/ 260910 w 5799173"/>
              <a:gd name="connsiteY35131" fmla="*/ 2236658 h 5017219"/>
              <a:gd name="connsiteX35132" fmla="*/ 270050 w 5799173"/>
              <a:gd name="connsiteY35132" fmla="*/ 2252526 h 5017219"/>
              <a:gd name="connsiteX35133" fmla="*/ 270050 w 5799173"/>
              <a:gd name="connsiteY35133" fmla="*/ 2253855 h 5017219"/>
              <a:gd name="connsiteX35134" fmla="*/ 260910 w 5799173"/>
              <a:gd name="connsiteY35134" fmla="*/ 2269723 h 5017219"/>
              <a:gd name="connsiteX35135" fmla="*/ 259830 w 5799173"/>
              <a:gd name="connsiteY35135" fmla="*/ 2270388 h 5017219"/>
              <a:gd name="connsiteX35136" fmla="*/ 1084056 w 5799173"/>
              <a:gd name="connsiteY35136" fmla="*/ 2496328 h 5017219"/>
              <a:gd name="connsiteX35137" fmla="*/ 1082893 w 5799173"/>
              <a:gd name="connsiteY35137" fmla="*/ 2495663 h 5017219"/>
              <a:gd name="connsiteX35138" fmla="*/ 1073670 w 5799173"/>
              <a:gd name="connsiteY35138" fmla="*/ 2479711 h 5017219"/>
              <a:gd name="connsiteX35139" fmla="*/ 1073670 w 5799173"/>
              <a:gd name="connsiteY35139" fmla="*/ 2478382 h 5017219"/>
              <a:gd name="connsiteX35140" fmla="*/ 1082892 w 5799173"/>
              <a:gd name="connsiteY35140" fmla="*/ 2462432 h 5017219"/>
              <a:gd name="connsiteX35141" fmla="*/ 1084056 w 5799173"/>
              <a:gd name="connsiteY35141" fmla="*/ 2461766 h 5017219"/>
              <a:gd name="connsiteX35142" fmla="*/ 1102499 w 5799173"/>
              <a:gd name="connsiteY35142" fmla="*/ 2461767 h 5017219"/>
              <a:gd name="connsiteX35143" fmla="*/ 1103662 w 5799173"/>
              <a:gd name="connsiteY35143" fmla="*/ 2462431 h 5017219"/>
              <a:gd name="connsiteX35144" fmla="*/ 1112883 w 5799173"/>
              <a:gd name="connsiteY35144" fmla="*/ 2478383 h 5017219"/>
              <a:gd name="connsiteX35145" fmla="*/ 1112883 w 5799173"/>
              <a:gd name="connsiteY35145" fmla="*/ 2479712 h 5017219"/>
              <a:gd name="connsiteX35146" fmla="*/ 1103661 w 5799173"/>
              <a:gd name="connsiteY35146" fmla="*/ 2495662 h 5017219"/>
              <a:gd name="connsiteX35147" fmla="*/ 1102499 w 5799173"/>
              <a:gd name="connsiteY35147" fmla="*/ 2496327 h 5017219"/>
              <a:gd name="connsiteX35148" fmla="*/ 4334110 w 5799173"/>
              <a:gd name="connsiteY35148" fmla="*/ 3367270 h 5017219"/>
              <a:gd name="connsiteX35149" fmla="*/ 4332948 w 5799173"/>
              <a:gd name="connsiteY35149" fmla="*/ 3366606 h 5017219"/>
              <a:gd name="connsiteX35150" fmla="*/ 4323726 w 5799173"/>
              <a:gd name="connsiteY35150" fmla="*/ 3350571 h 5017219"/>
              <a:gd name="connsiteX35151" fmla="*/ 4323726 w 5799173"/>
              <a:gd name="connsiteY35151" fmla="*/ 3349242 h 5017219"/>
              <a:gd name="connsiteX35152" fmla="*/ 4332948 w 5799173"/>
              <a:gd name="connsiteY35152" fmla="*/ 3333208 h 5017219"/>
              <a:gd name="connsiteX35153" fmla="*/ 4334110 w 5799173"/>
              <a:gd name="connsiteY35153" fmla="*/ 3332543 h 5017219"/>
              <a:gd name="connsiteX35154" fmla="*/ 4352637 w 5799173"/>
              <a:gd name="connsiteY35154" fmla="*/ 3332543 h 5017219"/>
              <a:gd name="connsiteX35155" fmla="*/ 4353800 w 5799173"/>
              <a:gd name="connsiteY35155" fmla="*/ 3333208 h 5017219"/>
              <a:gd name="connsiteX35156" fmla="*/ 4363022 w 5799173"/>
              <a:gd name="connsiteY35156" fmla="*/ 3349242 h 5017219"/>
              <a:gd name="connsiteX35157" fmla="*/ 4363022 w 5799173"/>
              <a:gd name="connsiteY35157" fmla="*/ 3350571 h 5017219"/>
              <a:gd name="connsiteX35158" fmla="*/ 4353800 w 5799173"/>
              <a:gd name="connsiteY35158" fmla="*/ 3366606 h 5017219"/>
              <a:gd name="connsiteX35159" fmla="*/ 4352637 w 5799173"/>
              <a:gd name="connsiteY35159" fmla="*/ 3367270 h 5017219"/>
              <a:gd name="connsiteX35160" fmla="*/ 301385 w 5799173"/>
              <a:gd name="connsiteY35160" fmla="*/ 2287094 h 5017219"/>
              <a:gd name="connsiteX35161" fmla="*/ 300222 w 5799173"/>
              <a:gd name="connsiteY35161" fmla="*/ 2286428 h 5017219"/>
              <a:gd name="connsiteX35162" fmla="*/ 290751 w 5799173"/>
              <a:gd name="connsiteY35162" fmla="*/ 2270061 h 5017219"/>
              <a:gd name="connsiteX35163" fmla="*/ 290751 w 5799173"/>
              <a:gd name="connsiteY35163" fmla="*/ 2268732 h 5017219"/>
              <a:gd name="connsiteX35164" fmla="*/ 300223 w 5799173"/>
              <a:gd name="connsiteY35164" fmla="*/ 2252367 h 5017219"/>
              <a:gd name="connsiteX35165" fmla="*/ 301386 w 5799173"/>
              <a:gd name="connsiteY35165" fmla="*/ 2251701 h 5017219"/>
              <a:gd name="connsiteX35166" fmla="*/ 320327 w 5799173"/>
              <a:gd name="connsiteY35166" fmla="*/ 2251701 h 5017219"/>
              <a:gd name="connsiteX35167" fmla="*/ 321491 w 5799173"/>
              <a:gd name="connsiteY35167" fmla="*/ 2252367 h 5017219"/>
              <a:gd name="connsiteX35168" fmla="*/ 330961 w 5799173"/>
              <a:gd name="connsiteY35168" fmla="*/ 2268733 h 5017219"/>
              <a:gd name="connsiteX35169" fmla="*/ 330961 w 5799173"/>
              <a:gd name="connsiteY35169" fmla="*/ 2270062 h 5017219"/>
              <a:gd name="connsiteX35170" fmla="*/ 321491 w 5799173"/>
              <a:gd name="connsiteY35170" fmla="*/ 2286429 h 5017219"/>
              <a:gd name="connsiteX35171" fmla="*/ 320327 w 5799173"/>
              <a:gd name="connsiteY35171" fmla="*/ 2287093 h 5017219"/>
              <a:gd name="connsiteX35172" fmla="*/ 361487 w 5799173"/>
              <a:gd name="connsiteY35172" fmla="*/ 2303302 h 5017219"/>
              <a:gd name="connsiteX35173" fmla="*/ 360325 w 5799173"/>
              <a:gd name="connsiteY35173" fmla="*/ 2302637 h 5017219"/>
              <a:gd name="connsiteX35174" fmla="*/ 350853 w 5799173"/>
              <a:gd name="connsiteY35174" fmla="*/ 2286188 h 5017219"/>
              <a:gd name="connsiteX35175" fmla="*/ 350853 w 5799173"/>
              <a:gd name="connsiteY35175" fmla="*/ 2284859 h 5017219"/>
              <a:gd name="connsiteX35176" fmla="*/ 360407 w 5799173"/>
              <a:gd name="connsiteY35176" fmla="*/ 2268409 h 5017219"/>
              <a:gd name="connsiteX35177" fmla="*/ 361570 w 5799173"/>
              <a:gd name="connsiteY35177" fmla="*/ 2267744 h 5017219"/>
              <a:gd name="connsiteX35178" fmla="*/ 380596 w 5799173"/>
              <a:gd name="connsiteY35178" fmla="*/ 2267744 h 5017219"/>
              <a:gd name="connsiteX35179" fmla="*/ 381758 w 5799173"/>
              <a:gd name="connsiteY35179" fmla="*/ 2268409 h 5017219"/>
              <a:gd name="connsiteX35180" fmla="*/ 391229 w 5799173"/>
              <a:gd name="connsiteY35180" fmla="*/ 2284859 h 5017219"/>
              <a:gd name="connsiteX35181" fmla="*/ 391229 w 5799173"/>
              <a:gd name="connsiteY35181" fmla="*/ 2286188 h 5017219"/>
              <a:gd name="connsiteX35182" fmla="*/ 381675 w 5799173"/>
              <a:gd name="connsiteY35182" fmla="*/ 2302637 h 5017219"/>
              <a:gd name="connsiteX35183" fmla="*/ 380513 w 5799173"/>
              <a:gd name="connsiteY35183" fmla="*/ 2303302 h 5017219"/>
              <a:gd name="connsiteX35184" fmla="*/ 481840 w 5799173"/>
              <a:gd name="connsiteY35184" fmla="*/ 2335719 h 5017219"/>
              <a:gd name="connsiteX35185" fmla="*/ 480677 w 5799173"/>
              <a:gd name="connsiteY35185" fmla="*/ 2335054 h 5017219"/>
              <a:gd name="connsiteX35186" fmla="*/ 471123 w 5799173"/>
              <a:gd name="connsiteY35186" fmla="*/ 2318522 h 5017219"/>
              <a:gd name="connsiteX35187" fmla="*/ 471123 w 5799173"/>
              <a:gd name="connsiteY35187" fmla="*/ 2317192 h 5017219"/>
              <a:gd name="connsiteX35188" fmla="*/ 480676 w 5799173"/>
              <a:gd name="connsiteY35188" fmla="*/ 2300660 h 5017219"/>
              <a:gd name="connsiteX35189" fmla="*/ 481840 w 5799173"/>
              <a:gd name="connsiteY35189" fmla="*/ 2299995 h 5017219"/>
              <a:gd name="connsiteX35190" fmla="*/ 500947 w 5799173"/>
              <a:gd name="connsiteY35190" fmla="*/ 2299995 h 5017219"/>
              <a:gd name="connsiteX35191" fmla="*/ 502111 w 5799173"/>
              <a:gd name="connsiteY35191" fmla="*/ 2300660 h 5017219"/>
              <a:gd name="connsiteX35192" fmla="*/ 511664 w 5799173"/>
              <a:gd name="connsiteY35192" fmla="*/ 2317192 h 5017219"/>
              <a:gd name="connsiteX35193" fmla="*/ 511664 w 5799173"/>
              <a:gd name="connsiteY35193" fmla="*/ 2318522 h 5017219"/>
              <a:gd name="connsiteX35194" fmla="*/ 502111 w 5799173"/>
              <a:gd name="connsiteY35194" fmla="*/ 2335054 h 5017219"/>
              <a:gd name="connsiteX35195" fmla="*/ 500947 w 5799173"/>
              <a:gd name="connsiteY35195" fmla="*/ 2335719 h 5017219"/>
              <a:gd name="connsiteX35196" fmla="*/ 963247 w 5799173"/>
              <a:gd name="connsiteY35196" fmla="*/ 2464806 h 5017219"/>
              <a:gd name="connsiteX35197" fmla="*/ 962084 w 5799173"/>
              <a:gd name="connsiteY35197" fmla="*/ 2464142 h 5017219"/>
              <a:gd name="connsiteX35198" fmla="*/ 952447 w 5799173"/>
              <a:gd name="connsiteY35198" fmla="*/ 2447526 h 5017219"/>
              <a:gd name="connsiteX35199" fmla="*/ 952447 w 5799173"/>
              <a:gd name="connsiteY35199" fmla="*/ 2446197 h 5017219"/>
              <a:gd name="connsiteX35200" fmla="*/ 962084 w 5799173"/>
              <a:gd name="connsiteY35200" fmla="*/ 2429581 h 5017219"/>
              <a:gd name="connsiteX35201" fmla="*/ 963247 w 5799173"/>
              <a:gd name="connsiteY35201" fmla="*/ 2428916 h 5017219"/>
              <a:gd name="connsiteX35202" fmla="*/ 982438 w 5799173"/>
              <a:gd name="connsiteY35202" fmla="*/ 2428916 h 5017219"/>
              <a:gd name="connsiteX35203" fmla="*/ 983601 w 5799173"/>
              <a:gd name="connsiteY35203" fmla="*/ 2429581 h 5017219"/>
              <a:gd name="connsiteX35204" fmla="*/ 993239 w 5799173"/>
              <a:gd name="connsiteY35204" fmla="*/ 2446197 h 5017219"/>
              <a:gd name="connsiteX35205" fmla="*/ 993239 w 5799173"/>
              <a:gd name="connsiteY35205" fmla="*/ 2447526 h 5017219"/>
              <a:gd name="connsiteX35206" fmla="*/ 983601 w 5799173"/>
              <a:gd name="connsiteY35206" fmla="*/ 2464142 h 5017219"/>
              <a:gd name="connsiteX35207" fmla="*/ 982438 w 5799173"/>
              <a:gd name="connsiteY35207" fmla="*/ 2464806 h 5017219"/>
              <a:gd name="connsiteX35208" fmla="*/ 541890 w 5799173"/>
              <a:gd name="connsiteY35208" fmla="*/ 2352101 h 5017219"/>
              <a:gd name="connsiteX35209" fmla="*/ 540728 w 5799173"/>
              <a:gd name="connsiteY35209" fmla="*/ 2351436 h 5017219"/>
              <a:gd name="connsiteX35210" fmla="*/ 531008 w 5799173"/>
              <a:gd name="connsiteY35210" fmla="*/ 2334571 h 5017219"/>
              <a:gd name="connsiteX35211" fmla="*/ 531007 w 5799173"/>
              <a:gd name="connsiteY35211" fmla="*/ 2333159 h 5017219"/>
              <a:gd name="connsiteX35212" fmla="*/ 540727 w 5799173"/>
              <a:gd name="connsiteY35212" fmla="*/ 2316294 h 5017219"/>
              <a:gd name="connsiteX35213" fmla="*/ 541891 w 5799173"/>
              <a:gd name="connsiteY35213" fmla="*/ 2315629 h 5017219"/>
              <a:gd name="connsiteX35214" fmla="*/ 561331 w 5799173"/>
              <a:gd name="connsiteY35214" fmla="*/ 2315629 h 5017219"/>
              <a:gd name="connsiteX35215" fmla="*/ 562495 w 5799173"/>
              <a:gd name="connsiteY35215" fmla="*/ 2316294 h 5017219"/>
              <a:gd name="connsiteX35216" fmla="*/ 572214 w 5799173"/>
              <a:gd name="connsiteY35216" fmla="*/ 2333159 h 5017219"/>
              <a:gd name="connsiteX35217" fmla="*/ 572215 w 5799173"/>
              <a:gd name="connsiteY35217" fmla="*/ 2334571 h 5017219"/>
              <a:gd name="connsiteX35218" fmla="*/ 562494 w 5799173"/>
              <a:gd name="connsiteY35218" fmla="*/ 2351436 h 5017219"/>
              <a:gd name="connsiteX35219" fmla="*/ 561332 w 5799173"/>
              <a:gd name="connsiteY35219" fmla="*/ 2352101 h 5017219"/>
              <a:gd name="connsiteX35220" fmla="*/ 782635 w 5799173"/>
              <a:gd name="connsiteY35220" fmla="*/ 2416608 h 5017219"/>
              <a:gd name="connsiteX35221" fmla="*/ 781472 w 5799173"/>
              <a:gd name="connsiteY35221" fmla="*/ 2415943 h 5017219"/>
              <a:gd name="connsiteX35222" fmla="*/ 771752 w 5799173"/>
              <a:gd name="connsiteY35222" fmla="*/ 2399079 h 5017219"/>
              <a:gd name="connsiteX35223" fmla="*/ 771752 w 5799173"/>
              <a:gd name="connsiteY35223" fmla="*/ 2397666 h 5017219"/>
              <a:gd name="connsiteX35224" fmla="*/ 781472 w 5799173"/>
              <a:gd name="connsiteY35224" fmla="*/ 2380801 h 5017219"/>
              <a:gd name="connsiteX35225" fmla="*/ 782635 w 5799173"/>
              <a:gd name="connsiteY35225" fmla="*/ 2380137 h 5017219"/>
              <a:gd name="connsiteX35226" fmla="*/ 802076 w 5799173"/>
              <a:gd name="connsiteY35226" fmla="*/ 2380136 h 5017219"/>
              <a:gd name="connsiteX35227" fmla="*/ 803239 w 5799173"/>
              <a:gd name="connsiteY35227" fmla="*/ 2380802 h 5017219"/>
              <a:gd name="connsiteX35228" fmla="*/ 812959 w 5799173"/>
              <a:gd name="connsiteY35228" fmla="*/ 2397667 h 5017219"/>
              <a:gd name="connsiteX35229" fmla="*/ 812959 w 5799173"/>
              <a:gd name="connsiteY35229" fmla="*/ 2399078 h 5017219"/>
              <a:gd name="connsiteX35230" fmla="*/ 803239 w 5799173"/>
              <a:gd name="connsiteY35230" fmla="*/ 2415944 h 5017219"/>
              <a:gd name="connsiteX35231" fmla="*/ 802076 w 5799173"/>
              <a:gd name="connsiteY35231" fmla="*/ 2416609 h 5017219"/>
              <a:gd name="connsiteX35232" fmla="*/ 3250271 w 5799173"/>
              <a:gd name="connsiteY35232" fmla="*/ 3077810 h 5017219"/>
              <a:gd name="connsiteX35233" fmla="*/ 3249108 w 5799173"/>
              <a:gd name="connsiteY35233" fmla="*/ 3077144 h 5017219"/>
              <a:gd name="connsiteX35234" fmla="*/ 3239388 w 5799173"/>
              <a:gd name="connsiteY35234" fmla="*/ 3060280 h 5017219"/>
              <a:gd name="connsiteX35235" fmla="*/ 3239388 w 5799173"/>
              <a:gd name="connsiteY35235" fmla="*/ 3058868 h 5017219"/>
              <a:gd name="connsiteX35236" fmla="*/ 3249108 w 5799173"/>
              <a:gd name="connsiteY35236" fmla="*/ 3042003 h 5017219"/>
              <a:gd name="connsiteX35237" fmla="*/ 3250271 w 5799173"/>
              <a:gd name="connsiteY35237" fmla="*/ 3041338 h 5017219"/>
              <a:gd name="connsiteX35238" fmla="*/ 3269712 w 5799173"/>
              <a:gd name="connsiteY35238" fmla="*/ 3041338 h 5017219"/>
              <a:gd name="connsiteX35239" fmla="*/ 3270875 w 5799173"/>
              <a:gd name="connsiteY35239" fmla="*/ 3042003 h 5017219"/>
              <a:gd name="connsiteX35240" fmla="*/ 3280595 w 5799173"/>
              <a:gd name="connsiteY35240" fmla="*/ 3058868 h 5017219"/>
              <a:gd name="connsiteX35241" fmla="*/ 3280595 w 5799173"/>
              <a:gd name="connsiteY35241" fmla="*/ 3060280 h 5017219"/>
              <a:gd name="connsiteX35242" fmla="*/ 3270875 w 5799173"/>
              <a:gd name="connsiteY35242" fmla="*/ 3077145 h 5017219"/>
              <a:gd name="connsiteX35243" fmla="*/ 3269712 w 5799173"/>
              <a:gd name="connsiteY35243" fmla="*/ 3077810 h 5017219"/>
              <a:gd name="connsiteX35244" fmla="*/ 421434 w 5799173"/>
              <a:gd name="connsiteY35244" fmla="*/ 2319930 h 5017219"/>
              <a:gd name="connsiteX35245" fmla="*/ 420272 w 5799173"/>
              <a:gd name="connsiteY35245" fmla="*/ 2319265 h 5017219"/>
              <a:gd name="connsiteX35246" fmla="*/ 410552 w 5799173"/>
              <a:gd name="connsiteY35246" fmla="*/ 2302318 h 5017219"/>
              <a:gd name="connsiteX35247" fmla="*/ 410552 w 5799173"/>
              <a:gd name="connsiteY35247" fmla="*/ 2300905 h 5017219"/>
              <a:gd name="connsiteX35248" fmla="*/ 420355 w 5799173"/>
              <a:gd name="connsiteY35248" fmla="*/ 2283958 h 5017219"/>
              <a:gd name="connsiteX35249" fmla="*/ 421519 w 5799173"/>
              <a:gd name="connsiteY35249" fmla="*/ 2283292 h 5017219"/>
              <a:gd name="connsiteX35250" fmla="*/ 441042 w 5799173"/>
              <a:gd name="connsiteY35250" fmla="*/ 2283292 h 5017219"/>
              <a:gd name="connsiteX35251" fmla="*/ 442204 w 5799173"/>
              <a:gd name="connsiteY35251" fmla="*/ 2283957 h 5017219"/>
              <a:gd name="connsiteX35252" fmla="*/ 451925 w 5799173"/>
              <a:gd name="connsiteY35252" fmla="*/ 2300906 h 5017219"/>
              <a:gd name="connsiteX35253" fmla="*/ 451925 w 5799173"/>
              <a:gd name="connsiteY35253" fmla="*/ 2302317 h 5017219"/>
              <a:gd name="connsiteX35254" fmla="*/ 442121 w 5799173"/>
              <a:gd name="connsiteY35254" fmla="*/ 2319265 h 5017219"/>
              <a:gd name="connsiteX35255" fmla="*/ 440959 w 5799173"/>
              <a:gd name="connsiteY35255" fmla="*/ 2319930 h 5017219"/>
              <a:gd name="connsiteX35256" fmla="*/ 601993 w 5799173"/>
              <a:gd name="connsiteY35256" fmla="*/ 2368311 h 5017219"/>
              <a:gd name="connsiteX35257" fmla="*/ 600830 w 5799173"/>
              <a:gd name="connsiteY35257" fmla="*/ 2367646 h 5017219"/>
              <a:gd name="connsiteX35258" fmla="*/ 591111 w 5799173"/>
              <a:gd name="connsiteY35258" fmla="*/ 2350698 h 5017219"/>
              <a:gd name="connsiteX35259" fmla="*/ 591110 w 5799173"/>
              <a:gd name="connsiteY35259" fmla="*/ 2349286 h 5017219"/>
              <a:gd name="connsiteX35260" fmla="*/ 600914 w 5799173"/>
              <a:gd name="connsiteY35260" fmla="*/ 2332338 h 5017219"/>
              <a:gd name="connsiteX35261" fmla="*/ 602077 w 5799173"/>
              <a:gd name="connsiteY35261" fmla="*/ 2331673 h 5017219"/>
              <a:gd name="connsiteX35262" fmla="*/ 621601 w 5799173"/>
              <a:gd name="connsiteY35262" fmla="*/ 2331673 h 5017219"/>
              <a:gd name="connsiteX35263" fmla="*/ 622763 w 5799173"/>
              <a:gd name="connsiteY35263" fmla="*/ 2332338 h 5017219"/>
              <a:gd name="connsiteX35264" fmla="*/ 632484 w 5799173"/>
              <a:gd name="connsiteY35264" fmla="*/ 2349286 h 5017219"/>
              <a:gd name="connsiteX35265" fmla="*/ 632483 w 5799173"/>
              <a:gd name="connsiteY35265" fmla="*/ 2350698 h 5017219"/>
              <a:gd name="connsiteX35266" fmla="*/ 622680 w 5799173"/>
              <a:gd name="connsiteY35266" fmla="*/ 2367646 h 5017219"/>
              <a:gd name="connsiteX35267" fmla="*/ 621517 w 5799173"/>
              <a:gd name="connsiteY35267" fmla="*/ 2368311 h 5017219"/>
              <a:gd name="connsiteX35268" fmla="*/ 662181 w 5799173"/>
              <a:gd name="connsiteY35268" fmla="*/ 2384520 h 5017219"/>
              <a:gd name="connsiteX35269" fmla="*/ 661017 w 5799173"/>
              <a:gd name="connsiteY35269" fmla="*/ 2383855 h 5017219"/>
              <a:gd name="connsiteX35270" fmla="*/ 651214 w 5799173"/>
              <a:gd name="connsiteY35270" fmla="*/ 2366824 h 5017219"/>
              <a:gd name="connsiteX35271" fmla="*/ 651214 w 5799173"/>
              <a:gd name="connsiteY35271" fmla="*/ 2365412 h 5017219"/>
              <a:gd name="connsiteX35272" fmla="*/ 661017 w 5799173"/>
              <a:gd name="connsiteY35272" fmla="*/ 2348381 h 5017219"/>
              <a:gd name="connsiteX35273" fmla="*/ 662181 w 5799173"/>
              <a:gd name="connsiteY35273" fmla="*/ 2347716 h 5017219"/>
              <a:gd name="connsiteX35274" fmla="*/ 681787 w 5799173"/>
              <a:gd name="connsiteY35274" fmla="*/ 2347716 h 5017219"/>
              <a:gd name="connsiteX35275" fmla="*/ 682951 w 5799173"/>
              <a:gd name="connsiteY35275" fmla="*/ 2348381 h 5017219"/>
              <a:gd name="connsiteX35276" fmla="*/ 692755 w 5799173"/>
              <a:gd name="connsiteY35276" fmla="*/ 2365412 h 5017219"/>
              <a:gd name="connsiteX35277" fmla="*/ 692754 w 5799173"/>
              <a:gd name="connsiteY35277" fmla="*/ 2366824 h 5017219"/>
              <a:gd name="connsiteX35278" fmla="*/ 682950 w 5799173"/>
              <a:gd name="connsiteY35278" fmla="*/ 2383855 h 5017219"/>
              <a:gd name="connsiteX35279" fmla="*/ 681788 w 5799173"/>
              <a:gd name="connsiteY35279" fmla="*/ 2384520 h 5017219"/>
              <a:gd name="connsiteX35280" fmla="*/ 722367 w 5799173"/>
              <a:gd name="connsiteY35280" fmla="*/ 2400647 h 5017219"/>
              <a:gd name="connsiteX35281" fmla="*/ 721203 w 5799173"/>
              <a:gd name="connsiteY35281" fmla="*/ 2399982 h 5017219"/>
              <a:gd name="connsiteX35282" fmla="*/ 711400 w 5799173"/>
              <a:gd name="connsiteY35282" fmla="*/ 2382951 h 5017219"/>
              <a:gd name="connsiteX35283" fmla="*/ 711400 w 5799173"/>
              <a:gd name="connsiteY35283" fmla="*/ 2381539 h 5017219"/>
              <a:gd name="connsiteX35284" fmla="*/ 721203 w 5799173"/>
              <a:gd name="connsiteY35284" fmla="*/ 2364508 h 5017219"/>
              <a:gd name="connsiteX35285" fmla="*/ 722367 w 5799173"/>
              <a:gd name="connsiteY35285" fmla="*/ 2363843 h 5017219"/>
              <a:gd name="connsiteX35286" fmla="*/ 741973 w 5799173"/>
              <a:gd name="connsiteY35286" fmla="*/ 2363843 h 5017219"/>
              <a:gd name="connsiteX35287" fmla="*/ 743137 w 5799173"/>
              <a:gd name="connsiteY35287" fmla="*/ 2364508 h 5017219"/>
              <a:gd name="connsiteX35288" fmla="*/ 752941 w 5799173"/>
              <a:gd name="connsiteY35288" fmla="*/ 2381539 h 5017219"/>
              <a:gd name="connsiteX35289" fmla="*/ 752940 w 5799173"/>
              <a:gd name="connsiteY35289" fmla="*/ 2382951 h 5017219"/>
              <a:gd name="connsiteX35290" fmla="*/ 743136 w 5799173"/>
              <a:gd name="connsiteY35290" fmla="*/ 2399982 h 5017219"/>
              <a:gd name="connsiteX35291" fmla="*/ 741973 w 5799173"/>
              <a:gd name="connsiteY35291" fmla="*/ 2400647 h 5017219"/>
              <a:gd name="connsiteX35292" fmla="*/ 842740 w 5799173"/>
              <a:gd name="connsiteY35292" fmla="*/ 2432901 h 5017219"/>
              <a:gd name="connsiteX35293" fmla="*/ 841576 w 5799173"/>
              <a:gd name="connsiteY35293" fmla="*/ 2432236 h 5017219"/>
              <a:gd name="connsiteX35294" fmla="*/ 831773 w 5799173"/>
              <a:gd name="connsiteY35294" fmla="*/ 2415205 h 5017219"/>
              <a:gd name="connsiteX35295" fmla="*/ 831773 w 5799173"/>
              <a:gd name="connsiteY35295" fmla="*/ 2413792 h 5017219"/>
              <a:gd name="connsiteX35296" fmla="*/ 841576 w 5799173"/>
              <a:gd name="connsiteY35296" fmla="*/ 2396762 h 5017219"/>
              <a:gd name="connsiteX35297" fmla="*/ 842740 w 5799173"/>
              <a:gd name="connsiteY35297" fmla="*/ 2396096 h 5017219"/>
              <a:gd name="connsiteX35298" fmla="*/ 862346 w 5799173"/>
              <a:gd name="connsiteY35298" fmla="*/ 2396097 h 5017219"/>
              <a:gd name="connsiteX35299" fmla="*/ 863509 w 5799173"/>
              <a:gd name="connsiteY35299" fmla="*/ 2396761 h 5017219"/>
              <a:gd name="connsiteX35300" fmla="*/ 873313 w 5799173"/>
              <a:gd name="connsiteY35300" fmla="*/ 2413793 h 5017219"/>
              <a:gd name="connsiteX35301" fmla="*/ 873313 w 5799173"/>
              <a:gd name="connsiteY35301" fmla="*/ 2415205 h 5017219"/>
              <a:gd name="connsiteX35302" fmla="*/ 863509 w 5799173"/>
              <a:gd name="connsiteY35302" fmla="*/ 2432235 h 5017219"/>
              <a:gd name="connsiteX35303" fmla="*/ 862346 w 5799173"/>
              <a:gd name="connsiteY35303" fmla="*/ 2432901 h 5017219"/>
              <a:gd name="connsiteX35304" fmla="*/ 902926 w 5799173"/>
              <a:gd name="connsiteY35304" fmla="*/ 2449027 h 5017219"/>
              <a:gd name="connsiteX35305" fmla="*/ 901762 w 5799173"/>
              <a:gd name="connsiteY35305" fmla="*/ 2448362 h 5017219"/>
              <a:gd name="connsiteX35306" fmla="*/ 891959 w 5799173"/>
              <a:gd name="connsiteY35306" fmla="*/ 2431331 h 5017219"/>
              <a:gd name="connsiteX35307" fmla="*/ 891959 w 5799173"/>
              <a:gd name="connsiteY35307" fmla="*/ 2429919 h 5017219"/>
              <a:gd name="connsiteX35308" fmla="*/ 901762 w 5799173"/>
              <a:gd name="connsiteY35308" fmla="*/ 2412888 h 5017219"/>
              <a:gd name="connsiteX35309" fmla="*/ 902926 w 5799173"/>
              <a:gd name="connsiteY35309" fmla="*/ 2412223 h 5017219"/>
              <a:gd name="connsiteX35310" fmla="*/ 922532 w 5799173"/>
              <a:gd name="connsiteY35310" fmla="*/ 2412223 h 5017219"/>
              <a:gd name="connsiteX35311" fmla="*/ 923695 w 5799173"/>
              <a:gd name="connsiteY35311" fmla="*/ 2412888 h 5017219"/>
              <a:gd name="connsiteX35312" fmla="*/ 933499 w 5799173"/>
              <a:gd name="connsiteY35312" fmla="*/ 2429919 h 5017219"/>
              <a:gd name="connsiteX35313" fmla="*/ 933499 w 5799173"/>
              <a:gd name="connsiteY35313" fmla="*/ 2431331 h 5017219"/>
              <a:gd name="connsiteX35314" fmla="*/ 923695 w 5799173"/>
              <a:gd name="connsiteY35314" fmla="*/ 2448362 h 5017219"/>
              <a:gd name="connsiteX35315" fmla="*/ 922531 w 5799173"/>
              <a:gd name="connsiteY35315" fmla="*/ 2449027 h 5017219"/>
              <a:gd name="connsiteX35316" fmla="*/ 1143671 w 5799173"/>
              <a:gd name="connsiteY35316" fmla="*/ 2513535 h 5017219"/>
              <a:gd name="connsiteX35317" fmla="*/ 1142507 w 5799173"/>
              <a:gd name="connsiteY35317" fmla="*/ 2512870 h 5017219"/>
              <a:gd name="connsiteX35318" fmla="*/ 1132704 w 5799173"/>
              <a:gd name="connsiteY35318" fmla="*/ 2495839 h 5017219"/>
              <a:gd name="connsiteX35319" fmla="*/ 1132704 w 5799173"/>
              <a:gd name="connsiteY35319" fmla="*/ 2494427 h 5017219"/>
              <a:gd name="connsiteX35320" fmla="*/ 1142507 w 5799173"/>
              <a:gd name="connsiteY35320" fmla="*/ 2477396 h 5017219"/>
              <a:gd name="connsiteX35321" fmla="*/ 1143671 w 5799173"/>
              <a:gd name="connsiteY35321" fmla="*/ 2476731 h 5017219"/>
              <a:gd name="connsiteX35322" fmla="*/ 1163277 w 5799173"/>
              <a:gd name="connsiteY35322" fmla="*/ 2476731 h 5017219"/>
              <a:gd name="connsiteX35323" fmla="*/ 1164440 w 5799173"/>
              <a:gd name="connsiteY35323" fmla="*/ 2477396 h 5017219"/>
              <a:gd name="connsiteX35324" fmla="*/ 1174244 w 5799173"/>
              <a:gd name="connsiteY35324" fmla="*/ 2494427 h 5017219"/>
              <a:gd name="connsiteX35325" fmla="*/ 1174244 w 5799173"/>
              <a:gd name="connsiteY35325" fmla="*/ 2495839 h 5017219"/>
              <a:gd name="connsiteX35326" fmla="*/ 1164440 w 5799173"/>
              <a:gd name="connsiteY35326" fmla="*/ 2512870 h 5017219"/>
              <a:gd name="connsiteX35327" fmla="*/ 1163277 w 5799173"/>
              <a:gd name="connsiteY35327" fmla="*/ 2513535 h 5017219"/>
              <a:gd name="connsiteX35328" fmla="*/ 1023195 w 5799173"/>
              <a:gd name="connsiteY35328" fmla="*/ 2481433 h 5017219"/>
              <a:gd name="connsiteX35329" fmla="*/ 1021949 w 5799173"/>
              <a:gd name="connsiteY35329" fmla="*/ 2480769 h 5017219"/>
              <a:gd name="connsiteX35330" fmla="*/ 1012062 w 5799173"/>
              <a:gd name="connsiteY35330" fmla="*/ 2463655 h 5017219"/>
              <a:gd name="connsiteX35331" fmla="*/ 1012062 w 5799173"/>
              <a:gd name="connsiteY35331" fmla="*/ 2462242 h 5017219"/>
              <a:gd name="connsiteX35332" fmla="*/ 1021949 w 5799173"/>
              <a:gd name="connsiteY35332" fmla="*/ 2445129 h 5017219"/>
              <a:gd name="connsiteX35333" fmla="*/ 1023195 w 5799173"/>
              <a:gd name="connsiteY35333" fmla="*/ 2444464 h 5017219"/>
              <a:gd name="connsiteX35334" fmla="*/ 1042885 w 5799173"/>
              <a:gd name="connsiteY35334" fmla="*/ 2444464 h 5017219"/>
              <a:gd name="connsiteX35335" fmla="*/ 1044131 w 5799173"/>
              <a:gd name="connsiteY35335" fmla="*/ 2445129 h 5017219"/>
              <a:gd name="connsiteX35336" fmla="*/ 1054017 w 5799173"/>
              <a:gd name="connsiteY35336" fmla="*/ 2462242 h 5017219"/>
              <a:gd name="connsiteX35337" fmla="*/ 1054017 w 5799173"/>
              <a:gd name="connsiteY35337" fmla="*/ 2463655 h 5017219"/>
              <a:gd name="connsiteX35338" fmla="*/ 1044131 w 5799173"/>
              <a:gd name="connsiteY35338" fmla="*/ 2480770 h 5017219"/>
              <a:gd name="connsiteX35339" fmla="*/ 1042885 w 5799173"/>
              <a:gd name="connsiteY35339" fmla="*/ 2481433 h 5017219"/>
              <a:gd name="connsiteX35340" fmla="*/ 1203754 w 5799173"/>
              <a:gd name="connsiteY35340" fmla="*/ 2529814 h 5017219"/>
              <a:gd name="connsiteX35341" fmla="*/ 1202507 w 5799173"/>
              <a:gd name="connsiteY35341" fmla="*/ 2529150 h 5017219"/>
              <a:gd name="connsiteX35342" fmla="*/ 1192621 w 5799173"/>
              <a:gd name="connsiteY35342" fmla="*/ 2512035 h 5017219"/>
              <a:gd name="connsiteX35343" fmla="*/ 1192621 w 5799173"/>
              <a:gd name="connsiteY35343" fmla="*/ 2510623 h 5017219"/>
              <a:gd name="connsiteX35344" fmla="*/ 1202507 w 5799173"/>
              <a:gd name="connsiteY35344" fmla="*/ 2493509 h 5017219"/>
              <a:gd name="connsiteX35345" fmla="*/ 1203754 w 5799173"/>
              <a:gd name="connsiteY35345" fmla="*/ 2492844 h 5017219"/>
              <a:gd name="connsiteX35346" fmla="*/ 1223443 w 5799173"/>
              <a:gd name="connsiteY35346" fmla="*/ 2492844 h 5017219"/>
              <a:gd name="connsiteX35347" fmla="*/ 1224690 w 5799173"/>
              <a:gd name="connsiteY35347" fmla="*/ 2493509 h 5017219"/>
              <a:gd name="connsiteX35348" fmla="*/ 1234576 w 5799173"/>
              <a:gd name="connsiteY35348" fmla="*/ 2510623 h 5017219"/>
              <a:gd name="connsiteX35349" fmla="*/ 1234576 w 5799173"/>
              <a:gd name="connsiteY35349" fmla="*/ 2512035 h 5017219"/>
              <a:gd name="connsiteX35350" fmla="*/ 1224690 w 5799173"/>
              <a:gd name="connsiteY35350" fmla="*/ 2529150 h 5017219"/>
              <a:gd name="connsiteX35351" fmla="*/ 1223443 w 5799173"/>
              <a:gd name="connsiteY35351" fmla="*/ 2529814 h 5017219"/>
              <a:gd name="connsiteX35352" fmla="*/ 1263941 w 5799173"/>
              <a:gd name="connsiteY35352" fmla="*/ 2545941 h 5017219"/>
              <a:gd name="connsiteX35353" fmla="*/ 1262694 w 5799173"/>
              <a:gd name="connsiteY35353" fmla="*/ 2545277 h 5017219"/>
              <a:gd name="connsiteX35354" fmla="*/ 1252808 w 5799173"/>
              <a:gd name="connsiteY35354" fmla="*/ 2528162 h 5017219"/>
              <a:gd name="connsiteX35355" fmla="*/ 1252808 w 5799173"/>
              <a:gd name="connsiteY35355" fmla="*/ 2526750 h 5017219"/>
              <a:gd name="connsiteX35356" fmla="*/ 1262694 w 5799173"/>
              <a:gd name="connsiteY35356" fmla="*/ 2509636 h 5017219"/>
              <a:gd name="connsiteX35357" fmla="*/ 1263941 w 5799173"/>
              <a:gd name="connsiteY35357" fmla="*/ 2508971 h 5017219"/>
              <a:gd name="connsiteX35358" fmla="*/ 1283630 w 5799173"/>
              <a:gd name="connsiteY35358" fmla="*/ 2508971 h 5017219"/>
              <a:gd name="connsiteX35359" fmla="*/ 1284877 w 5799173"/>
              <a:gd name="connsiteY35359" fmla="*/ 2509636 h 5017219"/>
              <a:gd name="connsiteX35360" fmla="*/ 1294763 w 5799173"/>
              <a:gd name="connsiteY35360" fmla="*/ 2526750 h 5017219"/>
              <a:gd name="connsiteX35361" fmla="*/ 1294763 w 5799173"/>
              <a:gd name="connsiteY35361" fmla="*/ 2528162 h 5017219"/>
              <a:gd name="connsiteX35362" fmla="*/ 1284877 w 5799173"/>
              <a:gd name="connsiteY35362" fmla="*/ 2545277 h 5017219"/>
              <a:gd name="connsiteX35363" fmla="*/ 1283630 w 5799173"/>
              <a:gd name="connsiteY35363" fmla="*/ 2545941 h 5017219"/>
              <a:gd name="connsiteX35364" fmla="*/ 1805470 w 5799173"/>
              <a:gd name="connsiteY35364" fmla="*/ 2691346 h 5017219"/>
              <a:gd name="connsiteX35365" fmla="*/ 1804224 w 5799173"/>
              <a:gd name="connsiteY35365" fmla="*/ 2690598 h 5017219"/>
              <a:gd name="connsiteX35366" fmla="*/ 1794253 w 5799173"/>
              <a:gd name="connsiteY35366" fmla="*/ 2673235 h 5017219"/>
              <a:gd name="connsiteX35367" fmla="*/ 1794254 w 5799173"/>
              <a:gd name="connsiteY35367" fmla="*/ 2671822 h 5017219"/>
              <a:gd name="connsiteX35368" fmla="*/ 1804307 w 5799173"/>
              <a:gd name="connsiteY35368" fmla="*/ 2654459 h 5017219"/>
              <a:gd name="connsiteX35369" fmla="*/ 1805553 w 5799173"/>
              <a:gd name="connsiteY35369" fmla="*/ 2653711 h 5017219"/>
              <a:gd name="connsiteX35370" fmla="*/ 1825575 w 5799173"/>
              <a:gd name="connsiteY35370" fmla="*/ 2653711 h 5017219"/>
              <a:gd name="connsiteX35371" fmla="*/ 1826821 w 5799173"/>
              <a:gd name="connsiteY35371" fmla="*/ 2654459 h 5017219"/>
              <a:gd name="connsiteX35372" fmla="*/ 1836791 w 5799173"/>
              <a:gd name="connsiteY35372" fmla="*/ 2671822 h 5017219"/>
              <a:gd name="connsiteX35373" fmla="*/ 1836791 w 5799173"/>
              <a:gd name="connsiteY35373" fmla="*/ 2673235 h 5017219"/>
              <a:gd name="connsiteX35374" fmla="*/ 1826737 w 5799173"/>
              <a:gd name="connsiteY35374" fmla="*/ 2690598 h 5017219"/>
              <a:gd name="connsiteX35375" fmla="*/ 1825491 w 5799173"/>
              <a:gd name="connsiteY35375" fmla="*/ 2691346 h 5017219"/>
              <a:gd name="connsiteX35376" fmla="*/ 3310126 w 5799173"/>
              <a:gd name="connsiteY35376" fmla="*/ 3094518 h 5017219"/>
              <a:gd name="connsiteX35377" fmla="*/ 3308880 w 5799173"/>
              <a:gd name="connsiteY35377" fmla="*/ 3093770 h 5017219"/>
              <a:gd name="connsiteX35378" fmla="*/ 3298910 w 5799173"/>
              <a:gd name="connsiteY35378" fmla="*/ 3076407 h 5017219"/>
              <a:gd name="connsiteX35379" fmla="*/ 3298910 w 5799173"/>
              <a:gd name="connsiteY35379" fmla="*/ 3074993 h 5017219"/>
              <a:gd name="connsiteX35380" fmla="*/ 3308962 w 5799173"/>
              <a:gd name="connsiteY35380" fmla="*/ 3057630 h 5017219"/>
              <a:gd name="connsiteX35381" fmla="*/ 3310209 w 5799173"/>
              <a:gd name="connsiteY35381" fmla="*/ 3056882 h 5017219"/>
              <a:gd name="connsiteX35382" fmla="*/ 3330231 w 5799173"/>
              <a:gd name="connsiteY35382" fmla="*/ 3056883 h 5017219"/>
              <a:gd name="connsiteX35383" fmla="*/ 3331477 w 5799173"/>
              <a:gd name="connsiteY35383" fmla="*/ 3057631 h 5017219"/>
              <a:gd name="connsiteX35384" fmla="*/ 3341446 w 5799173"/>
              <a:gd name="connsiteY35384" fmla="*/ 3074994 h 5017219"/>
              <a:gd name="connsiteX35385" fmla="*/ 3341446 w 5799173"/>
              <a:gd name="connsiteY35385" fmla="*/ 3076406 h 5017219"/>
              <a:gd name="connsiteX35386" fmla="*/ 3331394 w 5799173"/>
              <a:gd name="connsiteY35386" fmla="*/ 3093769 h 5017219"/>
              <a:gd name="connsiteX35387" fmla="*/ 3330148 w 5799173"/>
              <a:gd name="connsiteY35387" fmla="*/ 3094517 h 5017219"/>
              <a:gd name="connsiteX35388" fmla="*/ 2708264 w 5799173"/>
              <a:gd name="connsiteY35388" fmla="*/ 2933332 h 5017219"/>
              <a:gd name="connsiteX35389" fmla="*/ 2707018 w 5799173"/>
              <a:gd name="connsiteY35389" fmla="*/ 2932584 h 5017219"/>
              <a:gd name="connsiteX35390" fmla="*/ 2696965 w 5799173"/>
              <a:gd name="connsiteY35390" fmla="*/ 2915138 h 5017219"/>
              <a:gd name="connsiteX35391" fmla="*/ 2696965 w 5799173"/>
              <a:gd name="connsiteY35391" fmla="*/ 2913725 h 5017219"/>
              <a:gd name="connsiteX35392" fmla="*/ 2707018 w 5799173"/>
              <a:gd name="connsiteY35392" fmla="*/ 2896279 h 5017219"/>
              <a:gd name="connsiteX35393" fmla="*/ 2708264 w 5799173"/>
              <a:gd name="connsiteY35393" fmla="*/ 2895531 h 5017219"/>
              <a:gd name="connsiteX35394" fmla="*/ 2728369 w 5799173"/>
              <a:gd name="connsiteY35394" fmla="*/ 2895531 h 5017219"/>
              <a:gd name="connsiteX35395" fmla="*/ 2729615 w 5799173"/>
              <a:gd name="connsiteY35395" fmla="*/ 2896279 h 5017219"/>
              <a:gd name="connsiteX35396" fmla="*/ 2739667 w 5799173"/>
              <a:gd name="connsiteY35396" fmla="*/ 2913725 h 5017219"/>
              <a:gd name="connsiteX35397" fmla="*/ 2739668 w 5799173"/>
              <a:gd name="connsiteY35397" fmla="*/ 2915138 h 5017219"/>
              <a:gd name="connsiteX35398" fmla="*/ 2729615 w 5799173"/>
              <a:gd name="connsiteY35398" fmla="*/ 2932584 h 5017219"/>
              <a:gd name="connsiteX35399" fmla="*/ 2728369 w 5799173"/>
              <a:gd name="connsiteY35399" fmla="*/ 2933332 h 5017219"/>
              <a:gd name="connsiteX35400" fmla="*/ 1323979 w 5799173"/>
              <a:gd name="connsiteY35400" fmla="*/ 2562414 h 5017219"/>
              <a:gd name="connsiteX35401" fmla="*/ 1322733 w 5799173"/>
              <a:gd name="connsiteY35401" fmla="*/ 2561666 h 5017219"/>
              <a:gd name="connsiteX35402" fmla="*/ 1312681 w 5799173"/>
              <a:gd name="connsiteY35402" fmla="*/ 2544220 h 5017219"/>
              <a:gd name="connsiteX35403" fmla="*/ 1312681 w 5799173"/>
              <a:gd name="connsiteY35403" fmla="*/ 2542807 h 5017219"/>
              <a:gd name="connsiteX35404" fmla="*/ 1322733 w 5799173"/>
              <a:gd name="connsiteY35404" fmla="*/ 2525361 h 5017219"/>
              <a:gd name="connsiteX35405" fmla="*/ 1323979 w 5799173"/>
              <a:gd name="connsiteY35405" fmla="*/ 2524613 h 5017219"/>
              <a:gd name="connsiteX35406" fmla="*/ 1344085 w 5799173"/>
              <a:gd name="connsiteY35406" fmla="*/ 2524613 h 5017219"/>
              <a:gd name="connsiteX35407" fmla="*/ 1345331 w 5799173"/>
              <a:gd name="connsiteY35407" fmla="*/ 2525361 h 5017219"/>
              <a:gd name="connsiteX35408" fmla="*/ 1355384 w 5799173"/>
              <a:gd name="connsiteY35408" fmla="*/ 2542807 h 5017219"/>
              <a:gd name="connsiteX35409" fmla="*/ 1355384 w 5799173"/>
              <a:gd name="connsiteY35409" fmla="*/ 2544220 h 5017219"/>
              <a:gd name="connsiteX35410" fmla="*/ 1345331 w 5799173"/>
              <a:gd name="connsiteY35410" fmla="*/ 2561666 h 5017219"/>
              <a:gd name="connsiteX35411" fmla="*/ 1344085 w 5799173"/>
              <a:gd name="connsiteY35411" fmla="*/ 2562414 h 5017219"/>
              <a:gd name="connsiteX35412" fmla="*/ 1684910 w 5799173"/>
              <a:gd name="connsiteY35412" fmla="*/ 2659504 h 5017219"/>
              <a:gd name="connsiteX35413" fmla="*/ 1683663 w 5799173"/>
              <a:gd name="connsiteY35413" fmla="*/ 2658757 h 5017219"/>
              <a:gd name="connsiteX35414" fmla="*/ 1673444 w 5799173"/>
              <a:gd name="connsiteY35414" fmla="*/ 2641061 h 5017219"/>
              <a:gd name="connsiteX35415" fmla="*/ 1673445 w 5799173"/>
              <a:gd name="connsiteY35415" fmla="*/ 2639649 h 5017219"/>
              <a:gd name="connsiteX35416" fmla="*/ 1683664 w 5799173"/>
              <a:gd name="connsiteY35416" fmla="*/ 2621953 h 5017219"/>
              <a:gd name="connsiteX35417" fmla="*/ 1684910 w 5799173"/>
              <a:gd name="connsiteY35417" fmla="*/ 2621205 h 5017219"/>
              <a:gd name="connsiteX35418" fmla="*/ 1705347 w 5799173"/>
              <a:gd name="connsiteY35418" fmla="*/ 2621205 h 5017219"/>
              <a:gd name="connsiteX35419" fmla="*/ 1706593 w 5799173"/>
              <a:gd name="connsiteY35419" fmla="*/ 2621953 h 5017219"/>
              <a:gd name="connsiteX35420" fmla="*/ 1716811 w 5799173"/>
              <a:gd name="connsiteY35420" fmla="*/ 2639649 h 5017219"/>
              <a:gd name="connsiteX35421" fmla="*/ 1716812 w 5799173"/>
              <a:gd name="connsiteY35421" fmla="*/ 2641061 h 5017219"/>
              <a:gd name="connsiteX35422" fmla="*/ 1706593 w 5799173"/>
              <a:gd name="connsiteY35422" fmla="*/ 2658757 h 5017219"/>
              <a:gd name="connsiteX35423" fmla="*/ 1705347 w 5799173"/>
              <a:gd name="connsiteY35423" fmla="*/ 2659504 h 5017219"/>
              <a:gd name="connsiteX35424" fmla="*/ 1383896 w 5799173"/>
              <a:gd name="connsiteY35424" fmla="*/ 2578943 h 5017219"/>
              <a:gd name="connsiteX35425" fmla="*/ 1382650 w 5799173"/>
              <a:gd name="connsiteY35425" fmla="*/ 2578195 h 5017219"/>
              <a:gd name="connsiteX35426" fmla="*/ 1372348 w 5799173"/>
              <a:gd name="connsiteY35426" fmla="*/ 2560417 h 5017219"/>
              <a:gd name="connsiteX35427" fmla="*/ 1372348 w 5799173"/>
              <a:gd name="connsiteY35427" fmla="*/ 2559004 h 5017219"/>
              <a:gd name="connsiteX35428" fmla="*/ 1382651 w 5799173"/>
              <a:gd name="connsiteY35428" fmla="*/ 2541225 h 5017219"/>
              <a:gd name="connsiteX35429" fmla="*/ 1383897 w 5799173"/>
              <a:gd name="connsiteY35429" fmla="*/ 2540477 h 5017219"/>
              <a:gd name="connsiteX35430" fmla="*/ 1404417 w 5799173"/>
              <a:gd name="connsiteY35430" fmla="*/ 2540477 h 5017219"/>
              <a:gd name="connsiteX35431" fmla="*/ 1405664 w 5799173"/>
              <a:gd name="connsiteY35431" fmla="*/ 2541225 h 5017219"/>
              <a:gd name="connsiteX35432" fmla="*/ 1415966 w 5799173"/>
              <a:gd name="connsiteY35432" fmla="*/ 2559005 h 5017219"/>
              <a:gd name="connsiteX35433" fmla="*/ 1415965 w 5799173"/>
              <a:gd name="connsiteY35433" fmla="*/ 2560416 h 5017219"/>
              <a:gd name="connsiteX35434" fmla="*/ 1405664 w 5799173"/>
              <a:gd name="connsiteY35434" fmla="*/ 2578196 h 5017219"/>
              <a:gd name="connsiteX35435" fmla="*/ 1404418 w 5799173"/>
              <a:gd name="connsiteY35435" fmla="*/ 2578944 h 5017219"/>
              <a:gd name="connsiteX35436" fmla="*/ 1745014 w 5799173"/>
              <a:gd name="connsiteY35436" fmla="*/ 2675705 h 5017219"/>
              <a:gd name="connsiteX35437" fmla="*/ 1743769 w 5799173"/>
              <a:gd name="connsiteY35437" fmla="*/ 2674957 h 5017219"/>
              <a:gd name="connsiteX35438" fmla="*/ 1733467 w 5799173"/>
              <a:gd name="connsiteY35438" fmla="*/ 2657178 h 5017219"/>
              <a:gd name="connsiteX35439" fmla="*/ 1733467 w 5799173"/>
              <a:gd name="connsiteY35439" fmla="*/ 2655766 h 5017219"/>
              <a:gd name="connsiteX35440" fmla="*/ 1743769 w 5799173"/>
              <a:gd name="connsiteY35440" fmla="*/ 2637987 h 5017219"/>
              <a:gd name="connsiteX35441" fmla="*/ 1745015 w 5799173"/>
              <a:gd name="connsiteY35441" fmla="*/ 2637239 h 5017219"/>
              <a:gd name="connsiteX35442" fmla="*/ 1765535 w 5799173"/>
              <a:gd name="connsiteY35442" fmla="*/ 2637239 h 5017219"/>
              <a:gd name="connsiteX35443" fmla="*/ 1766782 w 5799173"/>
              <a:gd name="connsiteY35443" fmla="*/ 2637987 h 5017219"/>
              <a:gd name="connsiteX35444" fmla="*/ 1777084 w 5799173"/>
              <a:gd name="connsiteY35444" fmla="*/ 2655766 h 5017219"/>
              <a:gd name="connsiteX35445" fmla="*/ 1777083 w 5799173"/>
              <a:gd name="connsiteY35445" fmla="*/ 2657178 h 5017219"/>
              <a:gd name="connsiteX35446" fmla="*/ 1766782 w 5799173"/>
              <a:gd name="connsiteY35446" fmla="*/ 2674957 h 5017219"/>
              <a:gd name="connsiteX35447" fmla="*/ 1765536 w 5799173"/>
              <a:gd name="connsiteY35447" fmla="*/ 2675705 h 5017219"/>
              <a:gd name="connsiteX35448" fmla="*/ 4694140 w 5799173"/>
              <a:gd name="connsiteY35448" fmla="*/ 3465920 h 5017219"/>
              <a:gd name="connsiteX35449" fmla="*/ 4692894 w 5799173"/>
              <a:gd name="connsiteY35449" fmla="*/ 3465172 h 5017219"/>
              <a:gd name="connsiteX35450" fmla="*/ 4682592 w 5799173"/>
              <a:gd name="connsiteY35450" fmla="*/ 3447394 h 5017219"/>
              <a:gd name="connsiteX35451" fmla="*/ 4682592 w 5799173"/>
              <a:gd name="connsiteY35451" fmla="*/ 3445981 h 5017219"/>
              <a:gd name="connsiteX35452" fmla="*/ 4692894 w 5799173"/>
              <a:gd name="connsiteY35452" fmla="*/ 3428202 h 5017219"/>
              <a:gd name="connsiteX35453" fmla="*/ 4694140 w 5799173"/>
              <a:gd name="connsiteY35453" fmla="*/ 3427454 h 5017219"/>
              <a:gd name="connsiteX35454" fmla="*/ 4714660 w 5799173"/>
              <a:gd name="connsiteY35454" fmla="*/ 3427454 h 5017219"/>
              <a:gd name="connsiteX35455" fmla="*/ 4715907 w 5799173"/>
              <a:gd name="connsiteY35455" fmla="*/ 3428202 h 5017219"/>
              <a:gd name="connsiteX35456" fmla="*/ 4726208 w 5799173"/>
              <a:gd name="connsiteY35456" fmla="*/ 3445982 h 5017219"/>
              <a:gd name="connsiteX35457" fmla="*/ 4726208 w 5799173"/>
              <a:gd name="connsiteY35457" fmla="*/ 3447393 h 5017219"/>
              <a:gd name="connsiteX35458" fmla="*/ 4715907 w 5799173"/>
              <a:gd name="connsiteY35458" fmla="*/ 3465173 h 5017219"/>
              <a:gd name="connsiteX35459" fmla="*/ 4714660 w 5799173"/>
              <a:gd name="connsiteY35459" fmla="*/ 3465921 h 5017219"/>
              <a:gd name="connsiteX35460" fmla="*/ 1504277 w 5799173"/>
              <a:gd name="connsiteY35460" fmla="*/ 2611303 h 5017219"/>
              <a:gd name="connsiteX35461" fmla="*/ 1503030 w 5799173"/>
              <a:gd name="connsiteY35461" fmla="*/ 2610555 h 5017219"/>
              <a:gd name="connsiteX35462" fmla="*/ 1492729 w 5799173"/>
              <a:gd name="connsiteY35462" fmla="*/ 2592693 h 5017219"/>
              <a:gd name="connsiteX35463" fmla="*/ 1492729 w 5799173"/>
              <a:gd name="connsiteY35463" fmla="*/ 2591198 h 5017219"/>
              <a:gd name="connsiteX35464" fmla="*/ 1503030 w 5799173"/>
              <a:gd name="connsiteY35464" fmla="*/ 2573336 h 5017219"/>
              <a:gd name="connsiteX35465" fmla="*/ 1504277 w 5799173"/>
              <a:gd name="connsiteY35465" fmla="*/ 2572588 h 5017219"/>
              <a:gd name="connsiteX35466" fmla="*/ 1524963 w 5799173"/>
              <a:gd name="connsiteY35466" fmla="*/ 2572588 h 5017219"/>
              <a:gd name="connsiteX35467" fmla="*/ 1526210 w 5799173"/>
              <a:gd name="connsiteY35467" fmla="*/ 2573336 h 5017219"/>
              <a:gd name="connsiteX35468" fmla="*/ 1536512 w 5799173"/>
              <a:gd name="connsiteY35468" fmla="*/ 2591198 h 5017219"/>
              <a:gd name="connsiteX35469" fmla="*/ 1536512 w 5799173"/>
              <a:gd name="connsiteY35469" fmla="*/ 2592693 h 5017219"/>
              <a:gd name="connsiteX35470" fmla="*/ 1526210 w 5799173"/>
              <a:gd name="connsiteY35470" fmla="*/ 2610555 h 5017219"/>
              <a:gd name="connsiteX35471" fmla="*/ 1524963 w 5799173"/>
              <a:gd name="connsiteY35471" fmla="*/ 2611303 h 5017219"/>
              <a:gd name="connsiteX35472" fmla="*/ 3430236 w 5799173"/>
              <a:gd name="connsiteY35472" fmla="*/ 3127362 h 5017219"/>
              <a:gd name="connsiteX35473" fmla="*/ 3428991 w 5799173"/>
              <a:gd name="connsiteY35473" fmla="*/ 3126614 h 5017219"/>
              <a:gd name="connsiteX35474" fmla="*/ 3418689 w 5799173"/>
              <a:gd name="connsiteY35474" fmla="*/ 3108752 h 5017219"/>
              <a:gd name="connsiteX35475" fmla="*/ 3418688 w 5799173"/>
              <a:gd name="connsiteY35475" fmla="*/ 3107257 h 5017219"/>
              <a:gd name="connsiteX35476" fmla="*/ 3428991 w 5799173"/>
              <a:gd name="connsiteY35476" fmla="*/ 3089395 h 5017219"/>
              <a:gd name="connsiteX35477" fmla="*/ 3430237 w 5799173"/>
              <a:gd name="connsiteY35477" fmla="*/ 3088647 h 5017219"/>
              <a:gd name="connsiteX35478" fmla="*/ 3450924 w 5799173"/>
              <a:gd name="connsiteY35478" fmla="*/ 3088647 h 5017219"/>
              <a:gd name="connsiteX35479" fmla="*/ 3452169 w 5799173"/>
              <a:gd name="connsiteY35479" fmla="*/ 3089395 h 5017219"/>
              <a:gd name="connsiteX35480" fmla="*/ 3462471 w 5799173"/>
              <a:gd name="connsiteY35480" fmla="*/ 3107258 h 5017219"/>
              <a:gd name="connsiteX35481" fmla="*/ 3462471 w 5799173"/>
              <a:gd name="connsiteY35481" fmla="*/ 3108752 h 5017219"/>
              <a:gd name="connsiteX35482" fmla="*/ 3452169 w 5799173"/>
              <a:gd name="connsiteY35482" fmla="*/ 3126615 h 5017219"/>
              <a:gd name="connsiteX35483" fmla="*/ 3450924 w 5799173"/>
              <a:gd name="connsiteY35483" fmla="*/ 3127363 h 5017219"/>
              <a:gd name="connsiteX35484" fmla="*/ 4393216 w 5799173"/>
              <a:gd name="connsiteY35484" fmla="*/ 3385392 h 5017219"/>
              <a:gd name="connsiteX35485" fmla="*/ 4391970 w 5799173"/>
              <a:gd name="connsiteY35485" fmla="*/ 3384644 h 5017219"/>
              <a:gd name="connsiteX35486" fmla="*/ 4381668 w 5799173"/>
              <a:gd name="connsiteY35486" fmla="*/ 3366782 h 5017219"/>
              <a:gd name="connsiteX35487" fmla="*/ 4381668 w 5799173"/>
              <a:gd name="connsiteY35487" fmla="*/ 3365287 h 5017219"/>
              <a:gd name="connsiteX35488" fmla="*/ 4391970 w 5799173"/>
              <a:gd name="connsiteY35488" fmla="*/ 3347425 h 5017219"/>
              <a:gd name="connsiteX35489" fmla="*/ 4393216 w 5799173"/>
              <a:gd name="connsiteY35489" fmla="*/ 3346677 h 5017219"/>
              <a:gd name="connsiteX35490" fmla="*/ 4413903 w 5799173"/>
              <a:gd name="connsiteY35490" fmla="*/ 3346677 h 5017219"/>
              <a:gd name="connsiteX35491" fmla="*/ 4415149 w 5799173"/>
              <a:gd name="connsiteY35491" fmla="*/ 3347425 h 5017219"/>
              <a:gd name="connsiteX35492" fmla="*/ 4425451 w 5799173"/>
              <a:gd name="connsiteY35492" fmla="*/ 3365287 h 5017219"/>
              <a:gd name="connsiteX35493" fmla="*/ 4425451 w 5799173"/>
              <a:gd name="connsiteY35493" fmla="*/ 3366782 h 5017219"/>
              <a:gd name="connsiteX35494" fmla="*/ 4415149 w 5799173"/>
              <a:gd name="connsiteY35494" fmla="*/ 3384644 h 5017219"/>
              <a:gd name="connsiteX35495" fmla="*/ 4413904 w 5799173"/>
              <a:gd name="connsiteY35495" fmla="*/ 3385392 h 5017219"/>
              <a:gd name="connsiteX35496" fmla="*/ 4633962 w 5799173"/>
              <a:gd name="connsiteY35496" fmla="*/ 3449900 h 5017219"/>
              <a:gd name="connsiteX35497" fmla="*/ 4632716 w 5799173"/>
              <a:gd name="connsiteY35497" fmla="*/ 3449152 h 5017219"/>
              <a:gd name="connsiteX35498" fmla="*/ 4622414 w 5799173"/>
              <a:gd name="connsiteY35498" fmla="*/ 3431290 h 5017219"/>
              <a:gd name="connsiteX35499" fmla="*/ 4622414 w 5799173"/>
              <a:gd name="connsiteY35499" fmla="*/ 3429795 h 5017219"/>
              <a:gd name="connsiteX35500" fmla="*/ 4632716 w 5799173"/>
              <a:gd name="connsiteY35500" fmla="*/ 3411933 h 5017219"/>
              <a:gd name="connsiteX35501" fmla="*/ 4633962 w 5799173"/>
              <a:gd name="connsiteY35501" fmla="*/ 3411185 h 5017219"/>
              <a:gd name="connsiteX35502" fmla="*/ 4654649 w 5799173"/>
              <a:gd name="connsiteY35502" fmla="*/ 3411185 h 5017219"/>
              <a:gd name="connsiteX35503" fmla="*/ 4655895 w 5799173"/>
              <a:gd name="connsiteY35503" fmla="*/ 3411932 h 5017219"/>
              <a:gd name="connsiteX35504" fmla="*/ 4666196 w 5799173"/>
              <a:gd name="connsiteY35504" fmla="*/ 3429795 h 5017219"/>
              <a:gd name="connsiteX35505" fmla="*/ 4666197 w 5799173"/>
              <a:gd name="connsiteY35505" fmla="*/ 3431290 h 5017219"/>
              <a:gd name="connsiteX35506" fmla="*/ 4655895 w 5799173"/>
              <a:gd name="connsiteY35506" fmla="*/ 3449152 h 5017219"/>
              <a:gd name="connsiteX35507" fmla="*/ 4654649 w 5799173"/>
              <a:gd name="connsiteY35507" fmla="*/ 3449900 h 5017219"/>
              <a:gd name="connsiteX35508" fmla="*/ 1444010 w 5799173"/>
              <a:gd name="connsiteY35508" fmla="*/ 2595249 h 5017219"/>
              <a:gd name="connsiteX35509" fmla="*/ 1442764 w 5799173"/>
              <a:gd name="connsiteY35509" fmla="*/ 2594501 h 5017219"/>
              <a:gd name="connsiteX35510" fmla="*/ 1432379 w 5799173"/>
              <a:gd name="connsiteY35510" fmla="*/ 2576556 h 5017219"/>
              <a:gd name="connsiteX35511" fmla="*/ 1432379 w 5799173"/>
              <a:gd name="connsiteY35511" fmla="*/ 2575061 h 5017219"/>
              <a:gd name="connsiteX35512" fmla="*/ 1442764 w 5799173"/>
              <a:gd name="connsiteY35512" fmla="*/ 2557116 h 5017219"/>
              <a:gd name="connsiteX35513" fmla="*/ 1444010 w 5799173"/>
              <a:gd name="connsiteY35513" fmla="*/ 2556368 h 5017219"/>
              <a:gd name="connsiteX35514" fmla="*/ 1464779 w 5799173"/>
              <a:gd name="connsiteY35514" fmla="*/ 2556368 h 5017219"/>
              <a:gd name="connsiteX35515" fmla="*/ 1466026 w 5799173"/>
              <a:gd name="connsiteY35515" fmla="*/ 2557116 h 5017219"/>
              <a:gd name="connsiteX35516" fmla="*/ 1476411 w 5799173"/>
              <a:gd name="connsiteY35516" fmla="*/ 2575061 h 5017219"/>
              <a:gd name="connsiteX35517" fmla="*/ 1476411 w 5799173"/>
              <a:gd name="connsiteY35517" fmla="*/ 2576556 h 5017219"/>
              <a:gd name="connsiteX35518" fmla="*/ 1466026 w 5799173"/>
              <a:gd name="connsiteY35518" fmla="*/ 2594501 h 5017219"/>
              <a:gd name="connsiteX35519" fmla="*/ 1464780 w 5799173"/>
              <a:gd name="connsiteY35519" fmla="*/ 2595249 h 5017219"/>
              <a:gd name="connsiteX35520" fmla="*/ 4453321 w 5799173"/>
              <a:gd name="connsiteY35520" fmla="*/ 3401591 h 5017219"/>
              <a:gd name="connsiteX35521" fmla="*/ 4452075 w 5799173"/>
              <a:gd name="connsiteY35521" fmla="*/ 3400843 h 5017219"/>
              <a:gd name="connsiteX35522" fmla="*/ 4441690 w 5799173"/>
              <a:gd name="connsiteY35522" fmla="*/ 3382898 h 5017219"/>
              <a:gd name="connsiteX35523" fmla="*/ 4441690 w 5799173"/>
              <a:gd name="connsiteY35523" fmla="*/ 3381403 h 5017219"/>
              <a:gd name="connsiteX35524" fmla="*/ 4452075 w 5799173"/>
              <a:gd name="connsiteY35524" fmla="*/ 3363458 h 5017219"/>
              <a:gd name="connsiteX35525" fmla="*/ 4453321 w 5799173"/>
              <a:gd name="connsiteY35525" fmla="*/ 3362710 h 5017219"/>
              <a:gd name="connsiteX35526" fmla="*/ 4474090 w 5799173"/>
              <a:gd name="connsiteY35526" fmla="*/ 3362710 h 5017219"/>
              <a:gd name="connsiteX35527" fmla="*/ 4475337 w 5799173"/>
              <a:gd name="connsiteY35527" fmla="*/ 3363458 h 5017219"/>
              <a:gd name="connsiteX35528" fmla="*/ 4485722 w 5799173"/>
              <a:gd name="connsiteY35528" fmla="*/ 3381403 h 5017219"/>
              <a:gd name="connsiteX35529" fmla="*/ 4485722 w 5799173"/>
              <a:gd name="connsiteY35529" fmla="*/ 3382898 h 5017219"/>
              <a:gd name="connsiteX35530" fmla="*/ 4475337 w 5799173"/>
              <a:gd name="connsiteY35530" fmla="*/ 3400843 h 5017219"/>
              <a:gd name="connsiteX35531" fmla="*/ 4474091 w 5799173"/>
              <a:gd name="connsiteY35531" fmla="*/ 3401591 h 5017219"/>
              <a:gd name="connsiteX35532" fmla="*/ 1564299 w 5799173"/>
              <a:gd name="connsiteY35532" fmla="*/ 2627584 h 5017219"/>
              <a:gd name="connsiteX35533" fmla="*/ 1563054 w 5799173"/>
              <a:gd name="connsiteY35533" fmla="*/ 2626838 h 5017219"/>
              <a:gd name="connsiteX35534" fmla="*/ 1552668 w 5799173"/>
              <a:gd name="connsiteY35534" fmla="*/ 2608808 h 5017219"/>
              <a:gd name="connsiteX35535" fmla="*/ 1552668 w 5799173"/>
              <a:gd name="connsiteY35535" fmla="*/ 2607313 h 5017219"/>
              <a:gd name="connsiteX35536" fmla="*/ 1563137 w 5799173"/>
              <a:gd name="connsiteY35536" fmla="*/ 2589286 h 5017219"/>
              <a:gd name="connsiteX35537" fmla="*/ 1564383 w 5799173"/>
              <a:gd name="connsiteY35537" fmla="*/ 2588538 h 5017219"/>
              <a:gd name="connsiteX35538" fmla="*/ 1585235 w 5799173"/>
              <a:gd name="connsiteY35538" fmla="*/ 2588537 h 5017219"/>
              <a:gd name="connsiteX35539" fmla="*/ 1586482 w 5799173"/>
              <a:gd name="connsiteY35539" fmla="*/ 2589285 h 5017219"/>
              <a:gd name="connsiteX35540" fmla="*/ 1596866 w 5799173"/>
              <a:gd name="connsiteY35540" fmla="*/ 2607314 h 5017219"/>
              <a:gd name="connsiteX35541" fmla="*/ 1596866 w 5799173"/>
              <a:gd name="connsiteY35541" fmla="*/ 2608808 h 5017219"/>
              <a:gd name="connsiteX35542" fmla="*/ 1586399 w 5799173"/>
              <a:gd name="connsiteY35542" fmla="*/ 2626838 h 5017219"/>
              <a:gd name="connsiteX35543" fmla="*/ 1585152 w 5799173"/>
              <a:gd name="connsiteY35543" fmla="*/ 2627584 h 5017219"/>
              <a:gd name="connsiteX35544" fmla="*/ 1624485 w 5799173"/>
              <a:gd name="connsiteY35544" fmla="*/ 2643711 h 5017219"/>
              <a:gd name="connsiteX35545" fmla="*/ 1623239 w 5799173"/>
              <a:gd name="connsiteY35545" fmla="*/ 2642964 h 5017219"/>
              <a:gd name="connsiteX35546" fmla="*/ 1612854 w 5799173"/>
              <a:gd name="connsiteY35546" fmla="*/ 2624935 h 5017219"/>
              <a:gd name="connsiteX35547" fmla="*/ 1612854 w 5799173"/>
              <a:gd name="connsiteY35547" fmla="*/ 2623440 h 5017219"/>
              <a:gd name="connsiteX35548" fmla="*/ 1623322 w 5799173"/>
              <a:gd name="connsiteY35548" fmla="*/ 2605412 h 5017219"/>
              <a:gd name="connsiteX35549" fmla="*/ 1624568 w 5799173"/>
              <a:gd name="connsiteY35549" fmla="*/ 2604664 h 5017219"/>
              <a:gd name="connsiteX35550" fmla="*/ 1645421 w 5799173"/>
              <a:gd name="connsiteY35550" fmla="*/ 2604664 h 5017219"/>
              <a:gd name="connsiteX35551" fmla="*/ 1646667 w 5799173"/>
              <a:gd name="connsiteY35551" fmla="*/ 2605412 h 5017219"/>
              <a:gd name="connsiteX35552" fmla="*/ 1657052 w 5799173"/>
              <a:gd name="connsiteY35552" fmla="*/ 2623440 h 5017219"/>
              <a:gd name="connsiteX35553" fmla="*/ 1657052 w 5799173"/>
              <a:gd name="connsiteY35553" fmla="*/ 2624935 h 5017219"/>
              <a:gd name="connsiteX35554" fmla="*/ 1646584 w 5799173"/>
              <a:gd name="connsiteY35554" fmla="*/ 2642964 h 5017219"/>
              <a:gd name="connsiteX35555" fmla="*/ 1645338 w 5799173"/>
              <a:gd name="connsiteY35555" fmla="*/ 2643711 h 5017219"/>
              <a:gd name="connsiteX35556" fmla="*/ 3550444 w 5799173"/>
              <a:gd name="connsiteY35556" fmla="*/ 3159770 h 5017219"/>
              <a:gd name="connsiteX35557" fmla="*/ 3549198 w 5799173"/>
              <a:gd name="connsiteY35557" fmla="*/ 3159023 h 5017219"/>
              <a:gd name="connsiteX35558" fmla="*/ 3538813 w 5799173"/>
              <a:gd name="connsiteY35558" fmla="*/ 3140994 h 5017219"/>
              <a:gd name="connsiteX35559" fmla="*/ 3538813 w 5799173"/>
              <a:gd name="connsiteY35559" fmla="*/ 3139499 h 5017219"/>
              <a:gd name="connsiteX35560" fmla="*/ 3549281 w 5799173"/>
              <a:gd name="connsiteY35560" fmla="*/ 3121471 h 5017219"/>
              <a:gd name="connsiteX35561" fmla="*/ 3550527 w 5799173"/>
              <a:gd name="connsiteY35561" fmla="*/ 3120723 h 5017219"/>
              <a:gd name="connsiteX35562" fmla="*/ 3571380 w 5799173"/>
              <a:gd name="connsiteY35562" fmla="*/ 3120724 h 5017219"/>
              <a:gd name="connsiteX35563" fmla="*/ 3572626 w 5799173"/>
              <a:gd name="connsiteY35563" fmla="*/ 3121471 h 5017219"/>
              <a:gd name="connsiteX35564" fmla="*/ 3583011 w 5799173"/>
              <a:gd name="connsiteY35564" fmla="*/ 3139499 h 5017219"/>
              <a:gd name="connsiteX35565" fmla="*/ 3583011 w 5799173"/>
              <a:gd name="connsiteY35565" fmla="*/ 3140995 h 5017219"/>
              <a:gd name="connsiteX35566" fmla="*/ 3572543 w 5799173"/>
              <a:gd name="connsiteY35566" fmla="*/ 3159024 h 5017219"/>
              <a:gd name="connsiteX35567" fmla="*/ 3571297 w 5799173"/>
              <a:gd name="connsiteY35567" fmla="*/ 3159770 h 5017219"/>
              <a:gd name="connsiteX35568" fmla="*/ 4814355 w 5799173"/>
              <a:gd name="connsiteY35568" fmla="*/ 3498434 h 5017219"/>
              <a:gd name="connsiteX35569" fmla="*/ 4813109 w 5799173"/>
              <a:gd name="connsiteY35569" fmla="*/ 3497687 h 5017219"/>
              <a:gd name="connsiteX35570" fmla="*/ 4802724 w 5799173"/>
              <a:gd name="connsiteY35570" fmla="*/ 3479658 h 5017219"/>
              <a:gd name="connsiteX35571" fmla="*/ 4802724 w 5799173"/>
              <a:gd name="connsiteY35571" fmla="*/ 3478163 h 5017219"/>
              <a:gd name="connsiteX35572" fmla="*/ 4813192 w 5799173"/>
              <a:gd name="connsiteY35572" fmla="*/ 3460135 h 5017219"/>
              <a:gd name="connsiteX35573" fmla="*/ 4814438 w 5799173"/>
              <a:gd name="connsiteY35573" fmla="*/ 3459387 h 5017219"/>
              <a:gd name="connsiteX35574" fmla="*/ 4835291 w 5799173"/>
              <a:gd name="connsiteY35574" fmla="*/ 3459387 h 5017219"/>
              <a:gd name="connsiteX35575" fmla="*/ 4836537 w 5799173"/>
              <a:gd name="connsiteY35575" fmla="*/ 3460135 h 5017219"/>
              <a:gd name="connsiteX35576" fmla="*/ 4846922 w 5799173"/>
              <a:gd name="connsiteY35576" fmla="*/ 3478163 h 5017219"/>
              <a:gd name="connsiteX35577" fmla="*/ 4846922 w 5799173"/>
              <a:gd name="connsiteY35577" fmla="*/ 3479658 h 5017219"/>
              <a:gd name="connsiteX35578" fmla="*/ 4836454 w 5799173"/>
              <a:gd name="connsiteY35578" fmla="*/ 3497687 h 5017219"/>
              <a:gd name="connsiteX35579" fmla="*/ 4835208 w 5799173"/>
              <a:gd name="connsiteY35579" fmla="*/ 3498434 h 5017219"/>
              <a:gd name="connsiteX35580" fmla="*/ 2286533 w 5799173"/>
              <a:gd name="connsiteY35580" fmla="*/ 2821189 h 5017219"/>
              <a:gd name="connsiteX35581" fmla="*/ 2285287 w 5799173"/>
              <a:gd name="connsiteY35581" fmla="*/ 2820441 h 5017219"/>
              <a:gd name="connsiteX35582" fmla="*/ 2274819 w 5799173"/>
              <a:gd name="connsiteY35582" fmla="*/ 2802331 h 5017219"/>
              <a:gd name="connsiteX35583" fmla="*/ 2274819 w 5799173"/>
              <a:gd name="connsiteY35583" fmla="*/ 2800835 h 5017219"/>
              <a:gd name="connsiteX35584" fmla="*/ 2285287 w 5799173"/>
              <a:gd name="connsiteY35584" fmla="*/ 2782725 h 5017219"/>
              <a:gd name="connsiteX35585" fmla="*/ 2286533 w 5799173"/>
              <a:gd name="connsiteY35585" fmla="*/ 2781977 h 5017219"/>
              <a:gd name="connsiteX35586" fmla="*/ 2307469 w 5799173"/>
              <a:gd name="connsiteY35586" fmla="*/ 2781977 h 5017219"/>
              <a:gd name="connsiteX35587" fmla="*/ 2308715 w 5799173"/>
              <a:gd name="connsiteY35587" fmla="*/ 2782724 h 5017219"/>
              <a:gd name="connsiteX35588" fmla="*/ 2319183 w 5799173"/>
              <a:gd name="connsiteY35588" fmla="*/ 2800835 h 5017219"/>
              <a:gd name="connsiteX35589" fmla="*/ 2319183 w 5799173"/>
              <a:gd name="connsiteY35589" fmla="*/ 2802331 h 5017219"/>
              <a:gd name="connsiteX35590" fmla="*/ 2308715 w 5799173"/>
              <a:gd name="connsiteY35590" fmla="*/ 2820441 h 5017219"/>
              <a:gd name="connsiteX35591" fmla="*/ 2307469 w 5799173"/>
              <a:gd name="connsiteY35591" fmla="*/ 2821189 h 5017219"/>
              <a:gd name="connsiteX35592" fmla="*/ 3369885 w 5799173"/>
              <a:gd name="connsiteY35592" fmla="*/ 3111473 h 5017219"/>
              <a:gd name="connsiteX35593" fmla="*/ 3368639 w 5799173"/>
              <a:gd name="connsiteY35593" fmla="*/ 3110725 h 5017219"/>
              <a:gd name="connsiteX35594" fmla="*/ 3358171 w 5799173"/>
              <a:gd name="connsiteY35594" fmla="*/ 3092614 h 5017219"/>
              <a:gd name="connsiteX35595" fmla="*/ 3358171 w 5799173"/>
              <a:gd name="connsiteY35595" fmla="*/ 3091119 h 5017219"/>
              <a:gd name="connsiteX35596" fmla="*/ 3368639 w 5799173"/>
              <a:gd name="connsiteY35596" fmla="*/ 3073008 h 5017219"/>
              <a:gd name="connsiteX35597" fmla="*/ 3369885 w 5799173"/>
              <a:gd name="connsiteY35597" fmla="*/ 3072260 h 5017219"/>
              <a:gd name="connsiteX35598" fmla="*/ 3390821 w 5799173"/>
              <a:gd name="connsiteY35598" fmla="*/ 3072260 h 5017219"/>
              <a:gd name="connsiteX35599" fmla="*/ 3392067 w 5799173"/>
              <a:gd name="connsiteY35599" fmla="*/ 3073008 h 5017219"/>
              <a:gd name="connsiteX35600" fmla="*/ 3402535 w 5799173"/>
              <a:gd name="connsiteY35600" fmla="*/ 3091119 h 5017219"/>
              <a:gd name="connsiteX35601" fmla="*/ 3402535 w 5799173"/>
              <a:gd name="connsiteY35601" fmla="*/ 3092614 h 5017219"/>
              <a:gd name="connsiteX35602" fmla="*/ 3392067 w 5799173"/>
              <a:gd name="connsiteY35602" fmla="*/ 3110725 h 5017219"/>
              <a:gd name="connsiteX35603" fmla="*/ 3390821 w 5799173"/>
              <a:gd name="connsiteY35603" fmla="*/ 3111473 h 5017219"/>
              <a:gd name="connsiteX35604" fmla="*/ 4513423 w 5799173"/>
              <a:gd name="connsiteY35604" fmla="*/ 3417883 h 5017219"/>
              <a:gd name="connsiteX35605" fmla="*/ 4512177 w 5799173"/>
              <a:gd name="connsiteY35605" fmla="*/ 3417135 h 5017219"/>
              <a:gd name="connsiteX35606" fmla="*/ 4501710 w 5799173"/>
              <a:gd name="connsiteY35606" fmla="*/ 3399024 h 5017219"/>
              <a:gd name="connsiteX35607" fmla="*/ 4501710 w 5799173"/>
              <a:gd name="connsiteY35607" fmla="*/ 3397529 h 5017219"/>
              <a:gd name="connsiteX35608" fmla="*/ 4512177 w 5799173"/>
              <a:gd name="connsiteY35608" fmla="*/ 3379418 h 5017219"/>
              <a:gd name="connsiteX35609" fmla="*/ 4513423 w 5799173"/>
              <a:gd name="connsiteY35609" fmla="*/ 3378670 h 5017219"/>
              <a:gd name="connsiteX35610" fmla="*/ 4534360 w 5799173"/>
              <a:gd name="connsiteY35610" fmla="*/ 3378670 h 5017219"/>
              <a:gd name="connsiteX35611" fmla="*/ 4535606 w 5799173"/>
              <a:gd name="connsiteY35611" fmla="*/ 3379418 h 5017219"/>
              <a:gd name="connsiteX35612" fmla="*/ 4546073 w 5799173"/>
              <a:gd name="connsiteY35612" fmla="*/ 3397529 h 5017219"/>
              <a:gd name="connsiteX35613" fmla="*/ 4546073 w 5799173"/>
              <a:gd name="connsiteY35613" fmla="*/ 3399024 h 5017219"/>
              <a:gd name="connsiteX35614" fmla="*/ 4535606 w 5799173"/>
              <a:gd name="connsiteY35614" fmla="*/ 3417135 h 5017219"/>
              <a:gd name="connsiteX35615" fmla="*/ 4534360 w 5799173"/>
              <a:gd name="connsiteY35615" fmla="*/ 3417883 h 5017219"/>
              <a:gd name="connsiteX35616" fmla="*/ 4573609 w 5799173"/>
              <a:gd name="connsiteY35616" fmla="*/ 3434010 h 5017219"/>
              <a:gd name="connsiteX35617" fmla="*/ 4572363 w 5799173"/>
              <a:gd name="connsiteY35617" fmla="*/ 3433262 h 5017219"/>
              <a:gd name="connsiteX35618" fmla="*/ 4561896 w 5799173"/>
              <a:gd name="connsiteY35618" fmla="*/ 3415151 h 5017219"/>
              <a:gd name="connsiteX35619" fmla="*/ 4561896 w 5799173"/>
              <a:gd name="connsiteY35619" fmla="*/ 3413656 h 5017219"/>
              <a:gd name="connsiteX35620" fmla="*/ 4572363 w 5799173"/>
              <a:gd name="connsiteY35620" fmla="*/ 3395545 h 5017219"/>
              <a:gd name="connsiteX35621" fmla="*/ 4573609 w 5799173"/>
              <a:gd name="connsiteY35621" fmla="*/ 3394797 h 5017219"/>
              <a:gd name="connsiteX35622" fmla="*/ 4594546 w 5799173"/>
              <a:gd name="connsiteY35622" fmla="*/ 3394797 h 5017219"/>
              <a:gd name="connsiteX35623" fmla="*/ 4595792 w 5799173"/>
              <a:gd name="connsiteY35623" fmla="*/ 3395545 h 5017219"/>
              <a:gd name="connsiteX35624" fmla="*/ 4606259 w 5799173"/>
              <a:gd name="connsiteY35624" fmla="*/ 3413656 h 5017219"/>
              <a:gd name="connsiteX35625" fmla="*/ 4606259 w 5799173"/>
              <a:gd name="connsiteY35625" fmla="*/ 3415151 h 5017219"/>
              <a:gd name="connsiteX35626" fmla="*/ 4595792 w 5799173"/>
              <a:gd name="connsiteY35626" fmla="*/ 3433262 h 5017219"/>
              <a:gd name="connsiteX35627" fmla="*/ 4594546 w 5799173"/>
              <a:gd name="connsiteY35627" fmla="*/ 3434010 h 5017219"/>
              <a:gd name="connsiteX35628" fmla="*/ 4754169 w 5799173"/>
              <a:gd name="connsiteY35628" fmla="*/ 3482391 h 5017219"/>
              <a:gd name="connsiteX35629" fmla="*/ 4752923 w 5799173"/>
              <a:gd name="connsiteY35629" fmla="*/ 3481643 h 5017219"/>
              <a:gd name="connsiteX35630" fmla="*/ 4742455 w 5799173"/>
              <a:gd name="connsiteY35630" fmla="*/ 3463532 h 5017219"/>
              <a:gd name="connsiteX35631" fmla="*/ 4742455 w 5799173"/>
              <a:gd name="connsiteY35631" fmla="*/ 3462037 h 5017219"/>
              <a:gd name="connsiteX35632" fmla="*/ 4752923 w 5799173"/>
              <a:gd name="connsiteY35632" fmla="*/ 3443926 h 5017219"/>
              <a:gd name="connsiteX35633" fmla="*/ 4754169 w 5799173"/>
              <a:gd name="connsiteY35633" fmla="*/ 3443178 h 5017219"/>
              <a:gd name="connsiteX35634" fmla="*/ 4775105 w 5799173"/>
              <a:gd name="connsiteY35634" fmla="*/ 3443178 h 5017219"/>
              <a:gd name="connsiteX35635" fmla="*/ 4776351 w 5799173"/>
              <a:gd name="connsiteY35635" fmla="*/ 3443926 h 5017219"/>
              <a:gd name="connsiteX35636" fmla="*/ 4786819 w 5799173"/>
              <a:gd name="connsiteY35636" fmla="*/ 3462036 h 5017219"/>
              <a:gd name="connsiteX35637" fmla="*/ 4786819 w 5799173"/>
              <a:gd name="connsiteY35637" fmla="*/ 3463532 h 5017219"/>
              <a:gd name="connsiteX35638" fmla="*/ 4776351 w 5799173"/>
              <a:gd name="connsiteY35638" fmla="*/ 3481643 h 5017219"/>
              <a:gd name="connsiteX35639" fmla="*/ 4775105 w 5799173"/>
              <a:gd name="connsiteY35639" fmla="*/ 3482391 h 5017219"/>
              <a:gd name="connsiteX35640" fmla="*/ 4934728 w 5799173"/>
              <a:gd name="connsiteY35640" fmla="*/ 3530771 h 5017219"/>
              <a:gd name="connsiteX35641" fmla="*/ 4933481 w 5799173"/>
              <a:gd name="connsiteY35641" fmla="*/ 3530023 h 5017219"/>
              <a:gd name="connsiteX35642" fmla="*/ 4923014 w 5799173"/>
              <a:gd name="connsiteY35642" fmla="*/ 3511912 h 5017219"/>
              <a:gd name="connsiteX35643" fmla="*/ 4923013 w 5799173"/>
              <a:gd name="connsiteY35643" fmla="*/ 3510417 h 5017219"/>
              <a:gd name="connsiteX35644" fmla="*/ 4933482 w 5799173"/>
              <a:gd name="connsiteY35644" fmla="*/ 3492306 h 5017219"/>
              <a:gd name="connsiteX35645" fmla="*/ 4934728 w 5799173"/>
              <a:gd name="connsiteY35645" fmla="*/ 3491558 h 5017219"/>
              <a:gd name="connsiteX35646" fmla="*/ 4955664 w 5799173"/>
              <a:gd name="connsiteY35646" fmla="*/ 3491558 h 5017219"/>
              <a:gd name="connsiteX35647" fmla="*/ 4956910 w 5799173"/>
              <a:gd name="connsiteY35647" fmla="*/ 3492306 h 5017219"/>
              <a:gd name="connsiteX35648" fmla="*/ 4967378 w 5799173"/>
              <a:gd name="connsiteY35648" fmla="*/ 3510417 h 5017219"/>
              <a:gd name="connsiteX35649" fmla="*/ 4967378 w 5799173"/>
              <a:gd name="connsiteY35649" fmla="*/ 3511912 h 5017219"/>
              <a:gd name="connsiteX35650" fmla="*/ 4956910 w 5799173"/>
              <a:gd name="connsiteY35650" fmla="*/ 3530023 h 5017219"/>
              <a:gd name="connsiteX35651" fmla="*/ 4955664 w 5799173"/>
              <a:gd name="connsiteY35651" fmla="*/ 3530771 h 5017219"/>
              <a:gd name="connsiteX35652" fmla="*/ 2226287 w 5799173"/>
              <a:gd name="connsiteY35652" fmla="*/ 2805139 h 5017219"/>
              <a:gd name="connsiteX35653" fmla="*/ 2225041 w 5799173"/>
              <a:gd name="connsiteY35653" fmla="*/ 2804391 h 5017219"/>
              <a:gd name="connsiteX35654" fmla="*/ 2214490 w 5799173"/>
              <a:gd name="connsiteY35654" fmla="*/ 2786114 h 5017219"/>
              <a:gd name="connsiteX35655" fmla="*/ 2214490 w 5799173"/>
              <a:gd name="connsiteY35655" fmla="*/ 2784618 h 5017219"/>
              <a:gd name="connsiteX35656" fmla="*/ 2225041 w 5799173"/>
              <a:gd name="connsiteY35656" fmla="*/ 2766341 h 5017219"/>
              <a:gd name="connsiteX35657" fmla="*/ 2226287 w 5799173"/>
              <a:gd name="connsiteY35657" fmla="*/ 2765593 h 5017219"/>
              <a:gd name="connsiteX35658" fmla="*/ 2247306 w 5799173"/>
              <a:gd name="connsiteY35658" fmla="*/ 2765593 h 5017219"/>
              <a:gd name="connsiteX35659" fmla="*/ 2248552 w 5799173"/>
              <a:gd name="connsiteY35659" fmla="*/ 2766341 h 5017219"/>
              <a:gd name="connsiteX35660" fmla="*/ 2259103 w 5799173"/>
              <a:gd name="connsiteY35660" fmla="*/ 2784618 h 5017219"/>
              <a:gd name="connsiteX35661" fmla="*/ 2259103 w 5799173"/>
              <a:gd name="connsiteY35661" fmla="*/ 2786114 h 5017219"/>
              <a:gd name="connsiteX35662" fmla="*/ 2248552 w 5799173"/>
              <a:gd name="connsiteY35662" fmla="*/ 2804391 h 5017219"/>
              <a:gd name="connsiteX35663" fmla="*/ 2247306 w 5799173"/>
              <a:gd name="connsiteY35663" fmla="*/ 2805139 h 5017219"/>
              <a:gd name="connsiteX35664" fmla="*/ 3610570 w 5799173"/>
              <a:gd name="connsiteY35664" fmla="*/ 3176056 h 5017219"/>
              <a:gd name="connsiteX35665" fmla="*/ 3609323 w 5799173"/>
              <a:gd name="connsiteY35665" fmla="*/ 3175308 h 5017219"/>
              <a:gd name="connsiteX35666" fmla="*/ 3598773 w 5799173"/>
              <a:gd name="connsiteY35666" fmla="*/ 3157031 h 5017219"/>
              <a:gd name="connsiteX35667" fmla="*/ 3598773 w 5799173"/>
              <a:gd name="connsiteY35667" fmla="*/ 3155535 h 5017219"/>
              <a:gd name="connsiteX35668" fmla="*/ 3609323 w 5799173"/>
              <a:gd name="connsiteY35668" fmla="*/ 3137258 h 5017219"/>
              <a:gd name="connsiteX35669" fmla="*/ 3610570 w 5799173"/>
              <a:gd name="connsiteY35669" fmla="*/ 3136510 h 5017219"/>
              <a:gd name="connsiteX35670" fmla="*/ 3631589 w 5799173"/>
              <a:gd name="connsiteY35670" fmla="*/ 3136510 h 5017219"/>
              <a:gd name="connsiteX35671" fmla="*/ 3632835 w 5799173"/>
              <a:gd name="connsiteY35671" fmla="*/ 3137258 h 5017219"/>
              <a:gd name="connsiteX35672" fmla="*/ 3643386 w 5799173"/>
              <a:gd name="connsiteY35672" fmla="*/ 3155535 h 5017219"/>
              <a:gd name="connsiteX35673" fmla="*/ 3643385 w 5799173"/>
              <a:gd name="connsiteY35673" fmla="*/ 3157031 h 5017219"/>
              <a:gd name="connsiteX35674" fmla="*/ 3632834 w 5799173"/>
              <a:gd name="connsiteY35674" fmla="*/ 3175308 h 5017219"/>
              <a:gd name="connsiteX35675" fmla="*/ 3631588 w 5799173"/>
              <a:gd name="connsiteY35675" fmla="*/ 3176056 h 5017219"/>
              <a:gd name="connsiteX35676" fmla="*/ 4874481 w 5799173"/>
              <a:gd name="connsiteY35676" fmla="*/ 3514720 h 5017219"/>
              <a:gd name="connsiteX35677" fmla="*/ 4873235 w 5799173"/>
              <a:gd name="connsiteY35677" fmla="*/ 3513972 h 5017219"/>
              <a:gd name="connsiteX35678" fmla="*/ 4862684 w 5799173"/>
              <a:gd name="connsiteY35678" fmla="*/ 3495695 h 5017219"/>
              <a:gd name="connsiteX35679" fmla="*/ 4862683 w 5799173"/>
              <a:gd name="connsiteY35679" fmla="*/ 3494199 h 5017219"/>
              <a:gd name="connsiteX35680" fmla="*/ 4873235 w 5799173"/>
              <a:gd name="connsiteY35680" fmla="*/ 3475922 h 5017219"/>
              <a:gd name="connsiteX35681" fmla="*/ 4874481 w 5799173"/>
              <a:gd name="connsiteY35681" fmla="*/ 3475174 h 5017219"/>
              <a:gd name="connsiteX35682" fmla="*/ 4895500 w 5799173"/>
              <a:gd name="connsiteY35682" fmla="*/ 3475174 h 5017219"/>
              <a:gd name="connsiteX35683" fmla="*/ 4896746 w 5799173"/>
              <a:gd name="connsiteY35683" fmla="*/ 3475922 h 5017219"/>
              <a:gd name="connsiteX35684" fmla="*/ 4907297 w 5799173"/>
              <a:gd name="connsiteY35684" fmla="*/ 3494199 h 5017219"/>
              <a:gd name="connsiteX35685" fmla="*/ 4907297 w 5799173"/>
              <a:gd name="connsiteY35685" fmla="*/ 3495695 h 5017219"/>
              <a:gd name="connsiteX35686" fmla="*/ 4896745 w 5799173"/>
              <a:gd name="connsiteY35686" fmla="*/ 3513972 h 5017219"/>
              <a:gd name="connsiteX35687" fmla="*/ 4895500 w 5799173"/>
              <a:gd name="connsiteY35687" fmla="*/ 3514720 h 5017219"/>
              <a:gd name="connsiteX35688" fmla="*/ 2346554 w 5799173"/>
              <a:gd name="connsiteY35688" fmla="*/ 2837649 h 5017219"/>
              <a:gd name="connsiteX35689" fmla="*/ 2345225 w 5799173"/>
              <a:gd name="connsiteY35689" fmla="*/ 2836901 h 5017219"/>
              <a:gd name="connsiteX35690" fmla="*/ 2334590 w 5799173"/>
              <a:gd name="connsiteY35690" fmla="*/ 2818458 h 5017219"/>
              <a:gd name="connsiteX35691" fmla="*/ 2334591 w 5799173"/>
              <a:gd name="connsiteY35691" fmla="*/ 2816962 h 5017219"/>
              <a:gd name="connsiteX35692" fmla="*/ 2345225 w 5799173"/>
              <a:gd name="connsiteY35692" fmla="*/ 2798520 h 5017219"/>
              <a:gd name="connsiteX35693" fmla="*/ 2346554 w 5799173"/>
              <a:gd name="connsiteY35693" fmla="*/ 2797772 h 5017219"/>
              <a:gd name="connsiteX35694" fmla="*/ 2367822 w 5799173"/>
              <a:gd name="connsiteY35694" fmla="*/ 2797771 h 5017219"/>
              <a:gd name="connsiteX35695" fmla="*/ 2369152 w 5799173"/>
              <a:gd name="connsiteY35695" fmla="*/ 2798520 h 5017219"/>
              <a:gd name="connsiteX35696" fmla="*/ 2379786 w 5799173"/>
              <a:gd name="connsiteY35696" fmla="*/ 2816963 h 5017219"/>
              <a:gd name="connsiteX35697" fmla="*/ 2379785 w 5799173"/>
              <a:gd name="connsiteY35697" fmla="*/ 2818458 h 5017219"/>
              <a:gd name="connsiteX35698" fmla="*/ 2369152 w 5799173"/>
              <a:gd name="connsiteY35698" fmla="*/ 2836901 h 5017219"/>
              <a:gd name="connsiteX35699" fmla="*/ 2367823 w 5799173"/>
              <a:gd name="connsiteY35699" fmla="*/ 2837649 h 5017219"/>
              <a:gd name="connsiteX35700" fmla="*/ 3490092 w 5799173"/>
              <a:gd name="connsiteY35700" fmla="*/ 3144060 h 5017219"/>
              <a:gd name="connsiteX35701" fmla="*/ 3488763 w 5799173"/>
              <a:gd name="connsiteY35701" fmla="*/ 3143312 h 5017219"/>
              <a:gd name="connsiteX35702" fmla="*/ 3478129 w 5799173"/>
              <a:gd name="connsiteY35702" fmla="*/ 3124869 h 5017219"/>
              <a:gd name="connsiteX35703" fmla="*/ 3478129 w 5799173"/>
              <a:gd name="connsiteY35703" fmla="*/ 3123373 h 5017219"/>
              <a:gd name="connsiteX35704" fmla="*/ 3488763 w 5799173"/>
              <a:gd name="connsiteY35704" fmla="*/ 3104930 h 5017219"/>
              <a:gd name="connsiteX35705" fmla="*/ 3490092 w 5799173"/>
              <a:gd name="connsiteY35705" fmla="*/ 3104182 h 5017219"/>
              <a:gd name="connsiteX35706" fmla="*/ 3511361 w 5799173"/>
              <a:gd name="connsiteY35706" fmla="*/ 3104182 h 5017219"/>
              <a:gd name="connsiteX35707" fmla="*/ 3512690 w 5799173"/>
              <a:gd name="connsiteY35707" fmla="*/ 3104930 h 5017219"/>
              <a:gd name="connsiteX35708" fmla="*/ 3523324 w 5799173"/>
              <a:gd name="connsiteY35708" fmla="*/ 3123373 h 5017219"/>
              <a:gd name="connsiteX35709" fmla="*/ 3523324 w 5799173"/>
              <a:gd name="connsiteY35709" fmla="*/ 3124869 h 5017219"/>
              <a:gd name="connsiteX35710" fmla="*/ 3512690 w 5799173"/>
              <a:gd name="connsiteY35710" fmla="*/ 3143312 h 5017219"/>
              <a:gd name="connsiteX35711" fmla="*/ 3511361 w 5799173"/>
              <a:gd name="connsiteY35711" fmla="*/ 3144060 h 5017219"/>
              <a:gd name="connsiteX35712" fmla="*/ 3670651 w 5799173"/>
              <a:gd name="connsiteY35712" fmla="*/ 3192440 h 5017219"/>
              <a:gd name="connsiteX35713" fmla="*/ 3669322 w 5799173"/>
              <a:gd name="connsiteY35713" fmla="*/ 3191692 h 5017219"/>
              <a:gd name="connsiteX35714" fmla="*/ 3658687 w 5799173"/>
              <a:gd name="connsiteY35714" fmla="*/ 3173249 h 5017219"/>
              <a:gd name="connsiteX35715" fmla="*/ 3658688 w 5799173"/>
              <a:gd name="connsiteY35715" fmla="*/ 3171753 h 5017219"/>
              <a:gd name="connsiteX35716" fmla="*/ 3669322 w 5799173"/>
              <a:gd name="connsiteY35716" fmla="*/ 3153310 h 5017219"/>
              <a:gd name="connsiteX35717" fmla="*/ 3670651 w 5799173"/>
              <a:gd name="connsiteY35717" fmla="*/ 3152562 h 5017219"/>
              <a:gd name="connsiteX35718" fmla="*/ 3691919 w 5799173"/>
              <a:gd name="connsiteY35718" fmla="*/ 3152562 h 5017219"/>
              <a:gd name="connsiteX35719" fmla="*/ 3693249 w 5799173"/>
              <a:gd name="connsiteY35719" fmla="*/ 3153310 h 5017219"/>
              <a:gd name="connsiteX35720" fmla="*/ 3703882 w 5799173"/>
              <a:gd name="connsiteY35720" fmla="*/ 3171753 h 5017219"/>
              <a:gd name="connsiteX35721" fmla="*/ 3703882 w 5799173"/>
              <a:gd name="connsiteY35721" fmla="*/ 3173249 h 5017219"/>
              <a:gd name="connsiteX35722" fmla="*/ 3693249 w 5799173"/>
              <a:gd name="connsiteY35722" fmla="*/ 3191692 h 5017219"/>
              <a:gd name="connsiteX35723" fmla="*/ 3691920 w 5799173"/>
              <a:gd name="connsiteY35723" fmla="*/ 3192440 h 5017219"/>
              <a:gd name="connsiteX35724" fmla="*/ 2165911 w 5799173"/>
              <a:gd name="connsiteY35724" fmla="*/ 2789351 h 5017219"/>
              <a:gd name="connsiteX35725" fmla="*/ 2164582 w 5799173"/>
              <a:gd name="connsiteY35725" fmla="*/ 2788604 h 5017219"/>
              <a:gd name="connsiteX35726" fmla="*/ 2153948 w 5799173"/>
              <a:gd name="connsiteY35726" fmla="*/ 2770077 h 5017219"/>
              <a:gd name="connsiteX35727" fmla="*/ 2153948 w 5799173"/>
              <a:gd name="connsiteY35727" fmla="*/ 2768581 h 5017219"/>
              <a:gd name="connsiteX35728" fmla="*/ 2164665 w 5799173"/>
              <a:gd name="connsiteY35728" fmla="*/ 2750055 h 5017219"/>
              <a:gd name="connsiteX35729" fmla="*/ 2165995 w 5799173"/>
              <a:gd name="connsiteY35729" fmla="*/ 2749307 h 5017219"/>
              <a:gd name="connsiteX35730" fmla="*/ 2187346 w 5799173"/>
              <a:gd name="connsiteY35730" fmla="*/ 2749307 h 5017219"/>
              <a:gd name="connsiteX35731" fmla="*/ 2188675 w 5799173"/>
              <a:gd name="connsiteY35731" fmla="*/ 2750055 h 5017219"/>
              <a:gd name="connsiteX35732" fmla="*/ 2199309 w 5799173"/>
              <a:gd name="connsiteY35732" fmla="*/ 2768581 h 5017219"/>
              <a:gd name="connsiteX35733" fmla="*/ 2199309 w 5799173"/>
              <a:gd name="connsiteY35733" fmla="*/ 2770077 h 5017219"/>
              <a:gd name="connsiteX35734" fmla="*/ 2188592 w 5799173"/>
              <a:gd name="connsiteY35734" fmla="*/ 2788604 h 5017219"/>
              <a:gd name="connsiteX35735" fmla="*/ 2187263 w 5799173"/>
              <a:gd name="connsiteY35735" fmla="*/ 2789351 h 5017219"/>
              <a:gd name="connsiteX35736" fmla="*/ 2406656 w 5799173"/>
              <a:gd name="connsiteY35736" fmla="*/ 2853858 h 5017219"/>
              <a:gd name="connsiteX35737" fmla="*/ 2405326 w 5799173"/>
              <a:gd name="connsiteY35737" fmla="*/ 2853111 h 5017219"/>
              <a:gd name="connsiteX35738" fmla="*/ 2394693 w 5799173"/>
              <a:gd name="connsiteY35738" fmla="*/ 2834584 h 5017219"/>
              <a:gd name="connsiteX35739" fmla="*/ 2394692 w 5799173"/>
              <a:gd name="connsiteY35739" fmla="*/ 2833088 h 5017219"/>
              <a:gd name="connsiteX35740" fmla="*/ 2405409 w 5799173"/>
              <a:gd name="connsiteY35740" fmla="*/ 2814562 h 5017219"/>
              <a:gd name="connsiteX35741" fmla="*/ 2406740 w 5799173"/>
              <a:gd name="connsiteY35741" fmla="*/ 2813814 h 5017219"/>
              <a:gd name="connsiteX35742" fmla="*/ 2428090 w 5799173"/>
              <a:gd name="connsiteY35742" fmla="*/ 2813814 h 5017219"/>
              <a:gd name="connsiteX35743" fmla="*/ 2429420 w 5799173"/>
              <a:gd name="connsiteY35743" fmla="*/ 2814562 h 5017219"/>
              <a:gd name="connsiteX35744" fmla="*/ 2440054 w 5799173"/>
              <a:gd name="connsiteY35744" fmla="*/ 2833088 h 5017219"/>
              <a:gd name="connsiteX35745" fmla="*/ 2440054 w 5799173"/>
              <a:gd name="connsiteY35745" fmla="*/ 2834584 h 5017219"/>
              <a:gd name="connsiteX35746" fmla="*/ 2429337 w 5799173"/>
              <a:gd name="connsiteY35746" fmla="*/ 2853111 h 5017219"/>
              <a:gd name="connsiteX35747" fmla="*/ 2428007 w 5799173"/>
              <a:gd name="connsiteY35747" fmla="*/ 2853858 h 5017219"/>
              <a:gd name="connsiteX35748" fmla="*/ 3730754 w 5799173"/>
              <a:gd name="connsiteY35748" fmla="*/ 3208649 h 5017219"/>
              <a:gd name="connsiteX35749" fmla="*/ 3729424 w 5799173"/>
              <a:gd name="connsiteY35749" fmla="*/ 3207902 h 5017219"/>
              <a:gd name="connsiteX35750" fmla="*/ 3718791 w 5799173"/>
              <a:gd name="connsiteY35750" fmla="*/ 3189375 h 5017219"/>
              <a:gd name="connsiteX35751" fmla="*/ 3718790 w 5799173"/>
              <a:gd name="connsiteY35751" fmla="*/ 3187879 h 5017219"/>
              <a:gd name="connsiteX35752" fmla="*/ 3729507 w 5799173"/>
              <a:gd name="connsiteY35752" fmla="*/ 3169353 h 5017219"/>
              <a:gd name="connsiteX35753" fmla="*/ 3730838 w 5799173"/>
              <a:gd name="connsiteY35753" fmla="*/ 3168605 h 5017219"/>
              <a:gd name="connsiteX35754" fmla="*/ 3752188 w 5799173"/>
              <a:gd name="connsiteY35754" fmla="*/ 3168605 h 5017219"/>
              <a:gd name="connsiteX35755" fmla="*/ 3753517 w 5799173"/>
              <a:gd name="connsiteY35755" fmla="*/ 3169353 h 5017219"/>
              <a:gd name="connsiteX35756" fmla="*/ 3764151 w 5799173"/>
              <a:gd name="connsiteY35756" fmla="*/ 3187879 h 5017219"/>
              <a:gd name="connsiteX35757" fmla="*/ 3764152 w 5799173"/>
              <a:gd name="connsiteY35757" fmla="*/ 3189375 h 5017219"/>
              <a:gd name="connsiteX35758" fmla="*/ 3753434 w 5799173"/>
              <a:gd name="connsiteY35758" fmla="*/ 3207902 h 5017219"/>
              <a:gd name="connsiteX35759" fmla="*/ 3752105 w 5799173"/>
              <a:gd name="connsiteY35759" fmla="*/ 3208649 h 5017219"/>
              <a:gd name="connsiteX35760" fmla="*/ 3851125 w 5799173"/>
              <a:gd name="connsiteY35760" fmla="*/ 3240987 h 5017219"/>
              <a:gd name="connsiteX35761" fmla="*/ 3849796 w 5799173"/>
              <a:gd name="connsiteY35761" fmla="*/ 3240239 h 5017219"/>
              <a:gd name="connsiteX35762" fmla="*/ 3839079 w 5799173"/>
              <a:gd name="connsiteY35762" fmla="*/ 3221629 h 5017219"/>
              <a:gd name="connsiteX35763" fmla="*/ 3839079 w 5799173"/>
              <a:gd name="connsiteY35763" fmla="*/ 3220134 h 5017219"/>
              <a:gd name="connsiteX35764" fmla="*/ 3849796 w 5799173"/>
              <a:gd name="connsiteY35764" fmla="*/ 3201524 h 5017219"/>
              <a:gd name="connsiteX35765" fmla="*/ 3851125 w 5799173"/>
              <a:gd name="connsiteY35765" fmla="*/ 3200776 h 5017219"/>
              <a:gd name="connsiteX35766" fmla="*/ 3872560 w 5799173"/>
              <a:gd name="connsiteY35766" fmla="*/ 3200776 h 5017219"/>
              <a:gd name="connsiteX35767" fmla="*/ 3873889 w 5799173"/>
              <a:gd name="connsiteY35767" fmla="*/ 3201524 h 5017219"/>
              <a:gd name="connsiteX35768" fmla="*/ 3884606 w 5799173"/>
              <a:gd name="connsiteY35768" fmla="*/ 3220134 h 5017219"/>
              <a:gd name="connsiteX35769" fmla="*/ 3884606 w 5799173"/>
              <a:gd name="connsiteY35769" fmla="*/ 3221629 h 5017219"/>
              <a:gd name="connsiteX35770" fmla="*/ 3873889 w 5799173"/>
              <a:gd name="connsiteY35770" fmla="*/ 3240238 h 5017219"/>
              <a:gd name="connsiteX35771" fmla="*/ 3872560 w 5799173"/>
              <a:gd name="connsiteY35771" fmla="*/ 3240987 h 5017219"/>
              <a:gd name="connsiteX35772" fmla="*/ 3790857 w 5799173"/>
              <a:gd name="connsiteY35772" fmla="*/ 3224942 h 5017219"/>
              <a:gd name="connsiteX35773" fmla="*/ 3789527 w 5799173"/>
              <a:gd name="connsiteY35773" fmla="*/ 3224195 h 5017219"/>
              <a:gd name="connsiteX35774" fmla="*/ 3778728 w 5799173"/>
              <a:gd name="connsiteY35774" fmla="*/ 3205502 h 5017219"/>
              <a:gd name="connsiteX35775" fmla="*/ 3778727 w 5799173"/>
              <a:gd name="connsiteY35775" fmla="*/ 3204006 h 5017219"/>
              <a:gd name="connsiteX35776" fmla="*/ 3789528 w 5799173"/>
              <a:gd name="connsiteY35776" fmla="*/ 3185314 h 5017219"/>
              <a:gd name="connsiteX35777" fmla="*/ 3790857 w 5799173"/>
              <a:gd name="connsiteY35777" fmla="*/ 3184566 h 5017219"/>
              <a:gd name="connsiteX35778" fmla="*/ 3812457 w 5799173"/>
              <a:gd name="connsiteY35778" fmla="*/ 3184566 h 5017219"/>
              <a:gd name="connsiteX35779" fmla="*/ 3813787 w 5799173"/>
              <a:gd name="connsiteY35779" fmla="*/ 3185314 h 5017219"/>
              <a:gd name="connsiteX35780" fmla="*/ 3824587 w 5799173"/>
              <a:gd name="connsiteY35780" fmla="*/ 3204006 h 5017219"/>
              <a:gd name="connsiteX35781" fmla="*/ 3824588 w 5799173"/>
              <a:gd name="connsiteY35781" fmla="*/ 3205502 h 5017219"/>
              <a:gd name="connsiteX35782" fmla="*/ 3813786 w 5799173"/>
              <a:gd name="connsiteY35782" fmla="*/ 3224195 h 5017219"/>
              <a:gd name="connsiteX35783" fmla="*/ 3812457 w 5799173"/>
              <a:gd name="connsiteY35783" fmla="*/ 3224942 h 5017219"/>
              <a:gd name="connsiteX35784" fmla="*/ 4994582 w 5799173"/>
              <a:gd name="connsiteY35784" fmla="*/ 3547479 h 5017219"/>
              <a:gd name="connsiteX35785" fmla="*/ 4993253 w 5799173"/>
              <a:gd name="connsiteY35785" fmla="*/ 3546732 h 5017219"/>
              <a:gd name="connsiteX35786" fmla="*/ 4982453 w 5799173"/>
              <a:gd name="connsiteY35786" fmla="*/ 3528039 h 5017219"/>
              <a:gd name="connsiteX35787" fmla="*/ 4982453 w 5799173"/>
              <a:gd name="connsiteY35787" fmla="*/ 3526543 h 5017219"/>
              <a:gd name="connsiteX35788" fmla="*/ 4993252 w 5799173"/>
              <a:gd name="connsiteY35788" fmla="*/ 3507851 h 5017219"/>
              <a:gd name="connsiteX35789" fmla="*/ 4994582 w 5799173"/>
              <a:gd name="connsiteY35789" fmla="*/ 3507103 h 5017219"/>
              <a:gd name="connsiteX35790" fmla="*/ 5016183 w 5799173"/>
              <a:gd name="connsiteY35790" fmla="*/ 3507103 h 5017219"/>
              <a:gd name="connsiteX35791" fmla="*/ 5017512 w 5799173"/>
              <a:gd name="connsiteY35791" fmla="*/ 3507851 h 5017219"/>
              <a:gd name="connsiteX35792" fmla="*/ 5028312 w 5799173"/>
              <a:gd name="connsiteY35792" fmla="*/ 3526543 h 5017219"/>
              <a:gd name="connsiteX35793" fmla="*/ 5028313 w 5799173"/>
              <a:gd name="connsiteY35793" fmla="*/ 3528039 h 5017219"/>
              <a:gd name="connsiteX35794" fmla="*/ 5017512 w 5799173"/>
              <a:gd name="connsiteY35794" fmla="*/ 3546732 h 5017219"/>
              <a:gd name="connsiteX35795" fmla="*/ 5016183 w 5799173"/>
              <a:gd name="connsiteY35795" fmla="*/ 3547479 h 5017219"/>
              <a:gd name="connsiteX35796" fmla="*/ 2466758 w 5799173"/>
              <a:gd name="connsiteY35796" fmla="*/ 2870247 h 5017219"/>
              <a:gd name="connsiteX35797" fmla="*/ 2465429 w 5799173"/>
              <a:gd name="connsiteY35797" fmla="*/ 2869499 h 5017219"/>
              <a:gd name="connsiteX35798" fmla="*/ 2454629 w 5799173"/>
              <a:gd name="connsiteY35798" fmla="*/ 2850723 h 5017219"/>
              <a:gd name="connsiteX35799" fmla="*/ 2454629 w 5799173"/>
              <a:gd name="connsiteY35799" fmla="*/ 2849228 h 5017219"/>
              <a:gd name="connsiteX35800" fmla="*/ 2465429 w 5799173"/>
              <a:gd name="connsiteY35800" fmla="*/ 2830452 h 5017219"/>
              <a:gd name="connsiteX35801" fmla="*/ 2466758 w 5799173"/>
              <a:gd name="connsiteY35801" fmla="*/ 2829704 h 5017219"/>
              <a:gd name="connsiteX35802" fmla="*/ 2488442 w 5799173"/>
              <a:gd name="connsiteY35802" fmla="*/ 2829704 h 5017219"/>
              <a:gd name="connsiteX35803" fmla="*/ 2489771 w 5799173"/>
              <a:gd name="connsiteY35803" fmla="*/ 2830452 h 5017219"/>
              <a:gd name="connsiteX35804" fmla="*/ 2500572 w 5799173"/>
              <a:gd name="connsiteY35804" fmla="*/ 2849228 h 5017219"/>
              <a:gd name="connsiteX35805" fmla="*/ 2500572 w 5799173"/>
              <a:gd name="connsiteY35805" fmla="*/ 2850723 h 5017219"/>
              <a:gd name="connsiteX35806" fmla="*/ 2489771 w 5799173"/>
              <a:gd name="connsiteY35806" fmla="*/ 2869499 h 5017219"/>
              <a:gd name="connsiteX35807" fmla="*/ 2488442 w 5799173"/>
              <a:gd name="connsiteY35807" fmla="*/ 2870247 h 5017219"/>
              <a:gd name="connsiteX35808" fmla="*/ 2045385 w 5799173"/>
              <a:gd name="connsiteY35808" fmla="*/ 2757433 h 5017219"/>
              <a:gd name="connsiteX35809" fmla="*/ 2044056 w 5799173"/>
              <a:gd name="connsiteY35809" fmla="*/ 2756685 h 5017219"/>
              <a:gd name="connsiteX35810" fmla="*/ 2033172 w 5799173"/>
              <a:gd name="connsiteY35810" fmla="*/ 2737826 h 5017219"/>
              <a:gd name="connsiteX35811" fmla="*/ 2033172 w 5799173"/>
              <a:gd name="connsiteY35811" fmla="*/ 2736248 h 5017219"/>
              <a:gd name="connsiteX35812" fmla="*/ 2044056 w 5799173"/>
              <a:gd name="connsiteY35812" fmla="*/ 2717389 h 5017219"/>
              <a:gd name="connsiteX35813" fmla="*/ 2045385 w 5799173"/>
              <a:gd name="connsiteY35813" fmla="*/ 2716641 h 5017219"/>
              <a:gd name="connsiteX35814" fmla="*/ 2067151 w 5799173"/>
              <a:gd name="connsiteY35814" fmla="*/ 2716641 h 5017219"/>
              <a:gd name="connsiteX35815" fmla="*/ 2068480 w 5799173"/>
              <a:gd name="connsiteY35815" fmla="*/ 2717389 h 5017219"/>
              <a:gd name="connsiteX35816" fmla="*/ 2079364 w 5799173"/>
              <a:gd name="connsiteY35816" fmla="*/ 2736248 h 5017219"/>
              <a:gd name="connsiteX35817" fmla="*/ 2079364 w 5799173"/>
              <a:gd name="connsiteY35817" fmla="*/ 2737826 h 5017219"/>
              <a:gd name="connsiteX35818" fmla="*/ 2068480 w 5799173"/>
              <a:gd name="connsiteY35818" fmla="*/ 2756685 h 5017219"/>
              <a:gd name="connsiteX35819" fmla="*/ 2067151 w 5799173"/>
              <a:gd name="connsiteY35819" fmla="*/ 2757433 h 5017219"/>
              <a:gd name="connsiteX35820" fmla="*/ 2105571 w 5799173"/>
              <a:gd name="connsiteY35820" fmla="*/ 2773559 h 5017219"/>
              <a:gd name="connsiteX35821" fmla="*/ 2104241 w 5799173"/>
              <a:gd name="connsiteY35821" fmla="*/ 2772811 h 5017219"/>
              <a:gd name="connsiteX35822" fmla="*/ 2093358 w 5799173"/>
              <a:gd name="connsiteY35822" fmla="*/ 2753953 h 5017219"/>
              <a:gd name="connsiteX35823" fmla="*/ 2093358 w 5799173"/>
              <a:gd name="connsiteY35823" fmla="*/ 2752375 h 5017219"/>
              <a:gd name="connsiteX35824" fmla="*/ 2104241 w 5799173"/>
              <a:gd name="connsiteY35824" fmla="*/ 2733515 h 5017219"/>
              <a:gd name="connsiteX35825" fmla="*/ 2105571 w 5799173"/>
              <a:gd name="connsiteY35825" fmla="*/ 2732767 h 5017219"/>
              <a:gd name="connsiteX35826" fmla="*/ 2127337 w 5799173"/>
              <a:gd name="connsiteY35826" fmla="*/ 2732767 h 5017219"/>
              <a:gd name="connsiteX35827" fmla="*/ 2128667 w 5799173"/>
              <a:gd name="connsiteY35827" fmla="*/ 2733516 h 5017219"/>
              <a:gd name="connsiteX35828" fmla="*/ 2139550 w 5799173"/>
              <a:gd name="connsiteY35828" fmla="*/ 2752374 h 5017219"/>
              <a:gd name="connsiteX35829" fmla="*/ 2139550 w 5799173"/>
              <a:gd name="connsiteY35829" fmla="*/ 2753952 h 5017219"/>
              <a:gd name="connsiteX35830" fmla="*/ 2128667 w 5799173"/>
              <a:gd name="connsiteY35830" fmla="*/ 2772811 h 5017219"/>
              <a:gd name="connsiteX35831" fmla="*/ 2127337 w 5799173"/>
              <a:gd name="connsiteY35831" fmla="*/ 2773560 h 5017219"/>
              <a:gd name="connsiteX35832" fmla="*/ 5054425 w 5799173"/>
              <a:gd name="connsiteY35832" fmla="*/ 3564186 h 5017219"/>
              <a:gd name="connsiteX35833" fmla="*/ 5053095 w 5799173"/>
              <a:gd name="connsiteY35833" fmla="*/ 3563439 h 5017219"/>
              <a:gd name="connsiteX35834" fmla="*/ 5042046 w 5799173"/>
              <a:gd name="connsiteY35834" fmla="*/ 3544247 h 5017219"/>
              <a:gd name="connsiteX35835" fmla="*/ 5042047 w 5799173"/>
              <a:gd name="connsiteY35835" fmla="*/ 3542670 h 5017219"/>
              <a:gd name="connsiteX35836" fmla="*/ 5053178 w 5799173"/>
              <a:gd name="connsiteY35836" fmla="*/ 3523478 h 5017219"/>
              <a:gd name="connsiteX35837" fmla="*/ 5054509 w 5799173"/>
              <a:gd name="connsiteY35837" fmla="*/ 3522731 h 5017219"/>
              <a:gd name="connsiteX35838" fmla="*/ 5076690 w 5799173"/>
              <a:gd name="connsiteY35838" fmla="*/ 3522730 h 5017219"/>
              <a:gd name="connsiteX35839" fmla="*/ 5078020 w 5799173"/>
              <a:gd name="connsiteY35839" fmla="*/ 3523479 h 5017219"/>
              <a:gd name="connsiteX35840" fmla="*/ 5089070 w 5799173"/>
              <a:gd name="connsiteY35840" fmla="*/ 3542669 h 5017219"/>
              <a:gd name="connsiteX35841" fmla="*/ 5089070 w 5799173"/>
              <a:gd name="connsiteY35841" fmla="*/ 3544247 h 5017219"/>
              <a:gd name="connsiteX35842" fmla="*/ 5077937 w 5799173"/>
              <a:gd name="connsiteY35842" fmla="*/ 3563439 h 5017219"/>
              <a:gd name="connsiteX35843" fmla="*/ 5076608 w 5799173"/>
              <a:gd name="connsiteY35843" fmla="*/ 3564186 h 5017219"/>
              <a:gd name="connsiteX35844" fmla="*/ 3910887 w 5799173"/>
              <a:gd name="connsiteY35844" fmla="*/ 3257860 h 5017219"/>
              <a:gd name="connsiteX35845" fmla="*/ 3909557 w 5799173"/>
              <a:gd name="connsiteY35845" fmla="*/ 3257112 h 5017219"/>
              <a:gd name="connsiteX35846" fmla="*/ 3898425 w 5799173"/>
              <a:gd name="connsiteY35846" fmla="*/ 3237838 h 5017219"/>
              <a:gd name="connsiteX35847" fmla="*/ 3898425 w 5799173"/>
              <a:gd name="connsiteY35847" fmla="*/ 3236259 h 5017219"/>
              <a:gd name="connsiteX35848" fmla="*/ 3909557 w 5799173"/>
              <a:gd name="connsiteY35848" fmla="*/ 3216985 h 5017219"/>
              <a:gd name="connsiteX35849" fmla="*/ 3910887 w 5799173"/>
              <a:gd name="connsiteY35849" fmla="*/ 3216237 h 5017219"/>
              <a:gd name="connsiteX35850" fmla="*/ 3933152 w 5799173"/>
              <a:gd name="connsiteY35850" fmla="*/ 3216237 h 5017219"/>
              <a:gd name="connsiteX35851" fmla="*/ 3934481 w 5799173"/>
              <a:gd name="connsiteY35851" fmla="*/ 3216985 h 5017219"/>
              <a:gd name="connsiteX35852" fmla="*/ 3945614 w 5799173"/>
              <a:gd name="connsiteY35852" fmla="*/ 3236259 h 5017219"/>
              <a:gd name="connsiteX35853" fmla="*/ 3945614 w 5799173"/>
              <a:gd name="connsiteY35853" fmla="*/ 3237838 h 5017219"/>
              <a:gd name="connsiteX35854" fmla="*/ 3934481 w 5799173"/>
              <a:gd name="connsiteY35854" fmla="*/ 3257112 h 5017219"/>
              <a:gd name="connsiteX35855" fmla="*/ 3933152 w 5799173"/>
              <a:gd name="connsiteY35855" fmla="*/ 3257860 h 5017219"/>
              <a:gd name="connsiteX35856" fmla="*/ 4264351 w 5799173"/>
              <a:gd name="connsiteY35856" fmla="*/ 3394903 h 5017219"/>
              <a:gd name="connsiteX35857" fmla="*/ 4263770 w 5799173"/>
              <a:gd name="connsiteY35857" fmla="*/ 3394572 h 5017219"/>
              <a:gd name="connsiteX35858" fmla="*/ 4259034 w 5799173"/>
              <a:gd name="connsiteY35858" fmla="*/ 3386264 h 5017219"/>
              <a:gd name="connsiteX35859" fmla="*/ 4259035 w 5799173"/>
              <a:gd name="connsiteY35859" fmla="*/ 3385599 h 5017219"/>
              <a:gd name="connsiteX35860" fmla="*/ 4263854 w 5799173"/>
              <a:gd name="connsiteY35860" fmla="*/ 3377291 h 5017219"/>
              <a:gd name="connsiteX35861" fmla="*/ 4264434 w 5799173"/>
              <a:gd name="connsiteY35861" fmla="*/ 3376958 h 5017219"/>
              <a:gd name="connsiteX35862" fmla="*/ 4273988 w 5799173"/>
              <a:gd name="connsiteY35862" fmla="*/ 3376958 h 5017219"/>
              <a:gd name="connsiteX35863" fmla="*/ 4274571 w 5799173"/>
              <a:gd name="connsiteY35863" fmla="*/ 3377291 h 5017219"/>
              <a:gd name="connsiteX35864" fmla="*/ 4279305 w 5799173"/>
              <a:gd name="connsiteY35864" fmla="*/ 3385598 h 5017219"/>
              <a:gd name="connsiteX35865" fmla="*/ 4279306 w 5799173"/>
              <a:gd name="connsiteY35865" fmla="*/ 3386264 h 5017219"/>
              <a:gd name="connsiteX35866" fmla="*/ 4274488 w 5799173"/>
              <a:gd name="connsiteY35866" fmla="*/ 3394572 h 5017219"/>
              <a:gd name="connsiteX35867" fmla="*/ 4273906 w 5799173"/>
              <a:gd name="connsiteY35867" fmla="*/ 3394903 h 5017219"/>
              <a:gd name="connsiteX35868" fmla="*/ 2638897 w 5799173"/>
              <a:gd name="connsiteY35868" fmla="*/ 2960308 h 5017219"/>
              <a:gd name="connsiteX35869" fmla="*/ 2638234 w 5799173"/>
              <a:gd name="connsiteY35869" fmla="*/ 2959975 h 5017219"/>
              <a:gd name="connsiteX35870" fmla="*/ 2632999 w 5799173"/>
              <a:gd name="connsiteY35870" fmla="*/ 2950920 h 5017219"/>
              <a:gd name="connsiteX35871" fmla="*/ 2632999 w 5799173"/>
              <a:gd name="connsiteY35871" fmla="*/ 2950172 h 5017219"/>
              <a:gd name="connsiteX35872" fmla="*/ 2638234 w 5799173"/>
              <a:gd name="connsiteY35872" fmla="*/ 2941116 h 5017219"/>
              <a:gd name="connsiteX35873" fmla="*/ 2638898 w 5799173"/>
              <a:gd name="connsiteY35873" fmla="*/ 2940784 h 5017219"/>
              <a:gd name="connsiteX35874" fmla="*/ 2649365 w 5799173"/>
              <a:gd name="connsiteY35874" fmla="*/ 2940784 h 5017219"/>
              <a:gd name="connsiteX35875" fmla="*/ 2650031 w 5799173"/>
              <a:gd name="connsiteY35875" fmla="*/ 2941116 h 5017219"/>
              <a:gd name="connsiteX35876" fmla="*/ 2655265 w 5799173"/>
              <a:gd name="connsiteY35876" fmla="*/ 2950172 h 5017219"/>
              <a:gd name="connsiteX35877" fmla="*/ 2655264 w 5799173"/>
              <a:gd name="connsiteY35877" fmla="*/ 2950920 h 5017219"/>
              <a:gd name="connsiteX35878" fmla="*/ 2650031 w 5799173"/>
              <a:gd name="connsiteY35878" fmla="*/ 2959975 h 5017219"/>
              <a:gd name="connsiteX35879" fmla="*/ 2649366 w 5799173"/>
              <a:gd name="connsiteY35879" fmla="*/ 2960308 h 5017219"/>
              <a:gd name="connsiteX35880" fmla="*/ 1915271 w 5799173"/>
              <a:gd name="connsiteY35880" fmla="*/ 2769448 h 5017219"/>
              <a:gd name="connsiteX35881" fmla="*/ 1914441 w 5799173"/>
              <a:gd name="connsiteY35881" fmla="*/ 2768949 h 5017219"/>
              <a:gd name="connsiteX35882" fmla="*/ 1907795 w 5799173"/>
              <a:gd name="connsiteY35882" fmla="*/ 2757401 h 5017219"/>
              <a:gd name="connsiteX35883" fmla="*/ 1907794 w 5799173"/>
              <a:gd name="connsiteY35883" fmla="*/ 2756488 h 5017219"/>
              <a:gd name="connsiteX35884" fmla="*/ 1914440 w 5799173"/>
              <a:gd name="connsiteY35884" fmla="*/ 2744939 h 5017219"/>
              <a:gd name="connsiteX35885" fmla="*/ 1915272 w 5799173"/>
              <a:gd name="connsiteY35885" fmla="*/ 2744441 h 5017219"/>
              <a:gd name="connsiteX35886" fmla="*/ 1928564 w 5799173"/>
              <a:gd name="connsiteY35886" fmla="*/ 2744441 h 5017219"/>
              <a:gd name="connsiteX35887" fmla="*/ 1929396 w 5799173"/>
              <a:gd name="connsiteY35887" fmla="*/ 2744939 h 5017219"/>
              <a:gd name="connsiteX35888" fmla="*/ 1936041 w 5799173"/>
              <a:gd name="connsiteY35888" fmla="*/ 2756488 h 5017219"/>
              <a:gd name="connsiteX35889" fmla="*/ 1936042 w 5799173"/>
              <a:gd name="connsiteY35889" fmla="*/ 2757401 h 5017219"/>
              <a:gd name="connsiteX35890" fmla="*/ 1929396 w 5799173"/>
              <a:gd name="connsiteY35890" fmla="*/ 2768949 h 5017219"/>
              <a:gd name="connsiteX35891" fmla="*/ 1928564 w 5799173"/>
              <a:gd name="connsiteY35891" fmla="*/ 2769448 h 5017219"/>
              <a:gd name="connsiteX35892" fmla="*/ 3959931 w 5799173"/>
              <a:gd name="connsiteY35892" fmla="*/ 3320832 h 5017219"/>
              <a:gd name="connsiteX35893" fmla="*/ 3958934 w 5799173"/>
              <a:gd name="connsiteY35893" fmla="*/ 3320250 h 5017219"/>
              <a:gd name="connsiteX35894" fmla="*/ 3950626 w 5799173"/>
              <a:gd name="connsiteY35894" fmla="*/ 3305877 h 5017219"/>
              <a:gd name="connsiteX35895" fmla="*/ 3950626 w 5799173"/>
              <a:gd name="connsiteY35895" fmla="*/ 3304714 h 5017219"/>
              <a:gd name="connsiteX35896" fmla="*/ 3958935 w 5799173"/>
              <a:gd name="connsiteY35896" fmla="*/ 3290342 h 5017219"/>
              <a:gd name="connsiteX35897" fmla="*/ 3959931 w 5799173"/>
              <a:gd name="connsiteY35897" fmla="*/ 3289760 h 5017219"/>
              <a:gd name="connsiteX35898" fmla="*/ 3976546 w 5799173"/>
              <a:gd name="connsiteY35898" fmla="*/ 3289760 h 5017219"/>
              <a:gd name="connsiteX35899" fmla="*/ 3977543 w 5799173"/>
              <a:gd name="connsiteY35899" fmla="*/ 3290342 h 5017219"/>
              <a:gd name="connsiteX35900" fmla="*/ 3985852 w 5799173"/>
              <a:gd name="connsiteY35900" fmla="*/ 3304714 h 5017219"/>
              <a:gd name="connsiteX35901" fmla="*/ 3985851 w 5799173"/>
              <a:gd name="connsiteY35901" fmla="*/ 3305877 h 5017219"/>
              <a:gd name="connsiteX35902" fmla="*/ 3977543 w 5799173"/>
              <a:gd name="connsiteY35902" fmla="*/ 3320250 h 5017219"/>
              <a:gd name="connsiteX35903" fmla="*/ 3976546 w 5799173"/>
              <a:gd name="connsiteY35903" fmla="*/ 3320832 h 5017219"/>
              <a:gd name="connsiteX35904" fmla="*/ 47482 w 5799173"/>
              <a:gd name="connsiteY35904" fmla="*/ 2273167 h 5017219"/>
              <a:gd name="connsiteX35905" fmla="*/ 46402 w 5799173"/>
              <a:gd name="connsiteY35905" fmla="*/ 2272585 h 5017219"/>
              <a:gd name="connsiteX35906" fmla="*/ 37845 w 5799173"/>
              <a:gd name="connsiteY35906" fmla="*/ 2257714 h 5017219"/>
              <a:gd name="connsiteX35907" fmla="*/ 37846 w 5799173"/>
              <a:gd name="connsiteY35907" fmla="*/ 2256469 h 5017219"/>
              <a:gd name="connsiteX35908" fmla="*/ 46485 w 5799173"/>
              <a:gd name="connsiteY35908" fmla="*/ 2241597 h 5017219"/>
              <a:gd name="connsiteX35909" fmla="*/ 47566 w 5799173"/>
              <a:gd name="connsiteY35909" fmla="*/ 2241015 h 5017219"/>
              <a:gd name="connsiteX35910" fmla="*/ 64763 w 5799173"/>
              <a:gd name="connsiteY35910" fmla="*/ 2241015 h 5017219"/>
              <a:gd name="connsiteX35911" fmla="*/ 65843 w 5799173"/>
              <a:gd name="connsiteY35911" fmla="*/ 2241597 h 5017219"/>
              <a:gd name="connsiteX35912" fmla="*/ 74401 w 5799173"/>
              <a:gd name="connsiteY35912" fmla="*/ 2256468 h 5017219"/>
              <a:gd name="connsiteX35913" fmla="*/ 74401 w 5799173"/>
              <a:gd name="connsiteY35913" fmla="*/ 2257714 h 5017219"/>
              <a:gd name="connsiteX35914" fmla="*/ 65760 w 5799173"/>
              <a:gd name="connsiteY35914" fmla="*/ 2272585 h 5017219"/>
              <a:gd name="connsiteX35915" fmla="*/ 64680 w 5799173"/>
              <a:gd name="connsiteY35915" fmla="*/ 2273167 h 5017219"/>
              <a:gd name="connsiteX35916" fmla="*/ 107441 w 5799173"/>
              <a:gd name="connsiteY35916" fmla="*/ 2289795 h 5017219"/>
              <a:gd name="connsiteX35917" fmla="*/ 106361 w 5799173"/>
              <a:gd name="connsiteY35917" fmla="*/ 2289130 h 5017219"/>
              <a:gd name="connsiteX35918" fmla="*/ 97555 w 5799173"/>
              <a:gd name="connsiteY35918" fmla="*/ 2273760 h 5017219"/>
              <a:gd name="connsiteX35919" fmla="*/ 97556 w 5799173"/>
              <a:gd name="connsiteY35919" fmla="*/ 2272514 h 5017219"/>
              <a:gd name="connsiteX35920" fmla="*/ 106444 w 5799173"/>
              <a:gd name="connsiteY35920" fmla="*/ 2257145 h 5017219"/>
              <a:gd name="connsiteX35921" fmla="*/ 107524 w 5799173"/>
              <a:gd name="connsiteY35921" fmla="*/ 2256480 h 5017219"/>
              <a:gd name="connsiteX35922" fmla="*/ 125220 w 5799173"/>
              <a:gd name="connsiteY35922" fmla="*/ 2256480 h 5017219"/>
              <a:gd name="connsiteX35923" fmla="*/ 126300 w 5799173"/>
              <a:gd name="connsiteY35923" fmla="*/ 2257145 h 5017219"/>
              <a:gd name="connsiteX35924" fmla="*/ 135107 w 5799173"/>
              <a:gd name="connsiteY35924" fmla="*/ 2272514 h 5017219"/>
              <a:gd name="connsiteX35925" fmla="*/ 135107 w 5799173"/>
              <a:gd name="connsiteY35925" fmla="*/ 2273760 h 5017219"/>
              <a:gd name="connsiteX35926" fmla="*/ 126217 w 5799173"/>
              <a:gd name="connsiteY35926" fmla="*/ 2289130 h 5017219"/>
              <a:gd name="connsiteX35927" fmla="*/ 125137 w 5799173"/>
              <a:gd name="connsiteY35927" fmla="*/ 2289795 h 5017219"/>
              <a:gd name="connsiteX35928" fmla="*/ 3176855 w 5799173"/>
              <a:gd name="connsiteY35928" fmla="*/ 3112525 h 5017219"/>
              <a:gd name="connsiteX35929" fmla="*/ 3175776 w 5799173"/>
              <a:gd name="connsiteY35929" fmla="*/ 3111861 h 5017219"/>
              <a:gd name="connsiteX35930" fmla="*/ 3166803 w 5799173"/>
              <a:gd name="connsiteY35930" fmla="*/ 3096242 h 5017219"/>
              <a:gd name="connsiteX35931" fmla="*/ 3166804 w 5799173"/>
              <a:gd name="connsiteY35931" fmla="*/ 3094995 h 5017219"/>
              <a:gd name="connsiteX35932" fmla="*/ 3175775 w 5799173"/>
              <a:gd name="connsiteY35932" fmla="*/ 3079377 h 5017219"/>
              <a:gd name="connsiteX35933" fmla="*/ 3176855 w 5799173"/>
              <a:gd name="connsiteY35933" fmla="*/ 3078712 h 5017219"/>
              <a:gd name="connsiteX35934" fmla="*/ 3194883 w 5799173"/>
              <a:gd name="connsiteY35934" fmla="*/ 3078711 h 5017219"/>
              <a:gd name="connsiteX35935" fmla="*/ 3195963 w 5799173"/>
              <a:gd name="connsiteY35935" fmla="*/ 3079377 h 5017219"/>
              <a:gd name="connsiteX35936" fmla="*/ 3204936 w 5799173"/>
              <a:gd name="connsiteY35936" fmla="*/ 3094994 h 5017219"/>
              <a:gd name="connsiteX35937" fmla="*/ 3204936 w 5799173"/>
              <a:gd name="connsiteY35937" fmla="*/ 3096241 h 5017219"/>
              <a:gd name="connsiteX35938" fmla="*/ 3195963 w 5799173"/>
              <a:gd name="connsiteY35938" fmla="*/ 3111861 h 5017219"/>
              <a:gd name="connsiteX35939" fmla="*/ 3194883 w 5799173"/>
              <a:gd name="connsiteY35939" fmla="*/ 3112525 h 5017219"/>
              <a:gd name="connsiteX35940" fmla="*/ 167285 w 5799173"/>
              <a:gd name="connsiteY35940" fmla="*/ 2306586 h 5017219"/>
              <a:gd name="connsiteX35941" fmla="*/ 166122 w 5799173"/>
              <a:gd name="connsiteY35941" fmla="*/ 2305921 h 5017219"/>
              <a:gd name="connsiteX35942" fmla="*/ 156900 w 5799173"/>
              <a:gd name="connsiteY35942" fmla="*/ 2289970 h 5017219"/>
              <a:gd name="connsiteX35943" fmla="*/ 156900 w 5799173"/>
              <a:gd name="connsiteY35943" fmla="*/ 2288640 h 5017219"/>
              <a:gd name="connsiteX35944" fmla="*/ 166123 w 5799173"/>
              <a:gd name="connsiteY35944" fmla="*/ 2272690 h 5017219"/>
              <a:gd name="connsiteX35945" fmla="*/ 167285 w 5799173"/>
              <a:gd name="connsiteY35945" fmla="*/ 2272025 h 5017219"/>
              <a:gd name="connsiteX35946" fmla="*/ 185728 w 5799173"/>
              <a:gd name="connsiteY35946" fmla="*/ 2272025 h 5017219"/>
              <a:gd name="connsiteX35947" fmla="*/ 186891 w 5799173"/>
              <a:gd name="connsiteY35947" fmla="*/ 2272690 h 5017219"/>
              <a:gd name="connsiteX35948" fmla="*/ 196113 w 5799173"/>
              <a:gd name="connsiteY35948" fmla="*/ 2288641 h 5017219"/>
              <a:gd name="connsiteX35949" fmla="*/ 196113 w 5799173"/>
              <a:gd name="connsiteY35949" fmla="*/ 2289970 h 5017219"/>
              <a:gd name="connsiteX35950" fmla="*/ 186891 w 5799173"/>
              <a:gd name="connsiteY35950" fmla="*/ 2305921 h 5017219"/>
              <a:gd name="connsiteX35951" fmla="*/ 185728 w 5799173"/>
              <a:gd name="connsiteY35951" fmla="*/ 2306585 h 5017219"/>
              <a:gd name="connsiteX35952" fmla="*/ 227472 w 5799173"/>
              <a:gd name="connsiteY35952" fmla="*/ 2322713 h 5017219"/>
              <a:gd name="connsiteX35953" fmla="*/ 226309 w 5799173"/>
              <a:gd name="connsiteY35953" fmla="*/ 2322048 h 5017219"/>
              <a:gd name="connsiteX35954" fmla="*/ 217087 w 5799173"/>
              <a:gd name="connsiteY35954" fmla="*/ 2306097 h 5017219"/>
              <a:gd name="connsiteX35955" fmla="*/ 217087 w 5799173"/>
              <a:gd name="connsiteY35955" fmla="*/ 2304768 h 5017219"/>
              <a:gd name="connsiteX35956" fmla="*/ 226309 w 5799173"/>
              <a:gd name="connsiteY35956" fmla="*/ 2288817 h 5017219"/>
              <a:gd name="connsiteX35957" fmla="*/ 227472 w 5799173"/>
              <a:gd name="connsiteY35957" fmla="*/ 2288152 h 5017219"/>
              <a:gd name="connsiteX35958" fmla="*/ 245915 w 5799173"/>
              <a:gd name="connsiteY35958" fmla="*/ 2288152 h 5017219"/>
              <a:gd name="connsiteX35959" fmla="*/ 247078 w 5799173"/>
              <a:gd name="connsiteY35959" fmla="*/ 2288817 h 5017219"/>
              <a:gd name="connsiteX35960" fmla="*/ 256300 w 5799173"/>
              <a:gd name="connsiteY35960" fmla="*/ 2304768 h 5017219"/>
              <a:gd name="connsiteX35961" fmla="*/ 256300 w 5799173"/>
              <a:gd name="connsiteY35961" fmla="*/ 2306097 h 5017219"/>
              <a:gd name="connsiteX35962" fmla="*/ 247078 w 5799173"/>
              <a:gd name="connsiteY35962" fmla="*/ 2322048 h 5017219"/>
              <a:gd name="connsiteX35963" fmla="*/ 245915 w 5799173"/>
              <a:gd name="connsiteY35963" fmla="*/ 2322712 h 5017219"/>
              <a:gd name="connsiteX35964" fmla="*/ 347843 w 5799173"/>
              <a:gd name="connsiteY35964" fmla="*/ 2355059 h 5017219"/>
              <a:gd name="connsiteX35965" fmla="*/ 346679 w 5799173"/>
              <a:gd name="connsiteY35965" fmla="*/ 2354395 h 5017219"/>
              <a:gd name="connsiteX35966" fmla="*/ 337457 w 5799173"/>
              <a:gd name="connsiteY35966" fmla="*/ 2338360 h 5017219"/>
              <a:gd name="connsiteX35967" fmla="*/ 337458 w 5799173"/>
              <a:gd name="connsiteY35967" fmla="*/ 2337031 h 5017219"/>
              <a:gd name="connsiteX35968" fmla="*/ 346679 w 5799173"/>
              <a:gd name="connsiteY35968" fmla="*/ 2320997 h 5017219"/>
              <a:gd name="connsiteX35969" fmla="*/ 347843 w 5799173"/>
              <a:gd name="connsiteY35969" fmla="*/ 2320332 h 5017219"/>
              <a:gd name="connsiteX35970" fmla="*/ 366368 w 5799173"/>
              <a:gd name="connsiteY35970" fmla="*/ 2320332 h 5017219"/>
              <a:gd name="connsiteX35971" fmla="*/ 367532 w 5799173"/>
              <a:gd name="connsiteY35971" fmla="*/ 2320997 h 5017219"/>
              <a:gd name="connsiteX35972" fmla="*/ 376754 w 5799173"/>
              <a:gd name="connsiteY35972" fmla="*/ 2337031 h 5017219"/>
              <a:gd name="connsiteX35973" fmla="*/ 376753 w 5799173"/>
              <a:gd name="connsiteY35973" fmla="*/ 2338360 h 5017219"/>
              <a:gd name="connsiteX35974" fmla="*/ 367531 w 5799173"/>
              <a:gd name="connsiteY35974" fmla="*/ 2354395 h 5017219"/>
              <a:gd name="connsiteX35975" fmla="*/ 366368 w 5799173"/>
              <a:gd name="connsiteY35975" fmla="*/ 2355059 h 5017219"/>
              <a:gd name="connsiteX35976" fmla="*/ 407947 w 5799173"/>
              <a:gd name="connsiteY35976" fmla="*/ 2371258 h 5017219"/>
              <a:gd name="connsiteX35977" fmla="*/ 406782 w 5799173"/>
              <a:gd name="connsiteY35977" fmla="*/ 2370594 h 5017219"/>
              <a:gd name="connsiteX35978" fmla="*/ 397479 w 5799173"/>
              <a:gd name="connsiteY35978" fmla="*/ 2354476 h 5017219"/>
              <a:gd name="connsiteX35979" fmla="*/ 397479 w 5799173"/>
              <a:gd name="connsiteY35979" fmla="*/ 2353147 h 5017219"/>
              <a:gd name="connsiteX35980" fmla="*/ 406782 w 5799173"/>
              <a:gd name="connsiteY35980" fmla="*/ 2337030 h 5017219"/>
              <a:gd name="connsiteX35981" fmla="*/ 407947 w 5799173"/>
              <a:gd name="connsiteY35981" fmla="*/ 2336365 h 5017219"/>
              <a:gd name="connsiteX35982" fmla="*/ 426555 w 5799173"/>
              <a:gd name="connsiteY35982" fmla="*/ 2336365 h 5017219"/>
              <a:gd name="connsiteX35983" fmla="*/ 427720 w 5799173"/>
              <a:gd name="connsiteY35983" fmla="*/ 2337030 h 5017219"/>
              <a:gd name="connsiteX35984" fmla="*/ 437023 w 5799173"/>
              <a:gd name="connsiteY35984" fmla="*/ 2353147 h 5017219"/>
              <a:gd name="connsiteX35985" fmla="*/ 437023 w 5799173"/>
              <a:gd name="connsiteY35985" fmla="*/ 2354476 h 5017219"/>
              <a:gd name="connsiteX35986" fmla="*/ 427720 w 5799173"/>
              <a:gd name="connsiteY35986" fmla="*/ 2370594 h 5017219"/>
              <a:gd name="connsiteX35987" fmla="*/ 426555 w 5799173"/>
              <a:gd name="connsiteY35987" fmla="*/ 2371258 h 5017219"/>
              <a:gd name="connsiteX35988" fmla="*/ 1069995 w 5799173"/>
              <a:gd name="connsiteY35988" fmla="*/ 2548653 h 5017219"/>
              <a:gd name="connsiteX35989" fmla="*/ 1068831 w 5799173"/>
              <a:gd name="connsiteY35989" fmla="*/ 2547989 h 5017219"/>
              <a:gd name="connsiteX35990" fmla="*/ 1059527 w 5799173"/>
              <a:gd name="connsiteY35990" fmla="*/ 2531871 h 5017219"/>
              <a:gd name="connsiteX35991" fmla="*/ 1059527 w 5799173"/>
              <a:gd name="connsiteY35991" fmla="*/ 2530542 h 5017219"/>
              <a:gd name="connsiteX35992" fmla="*/ 1068831 w 5799173"/>
              <a:gd name="connsiteY35992" fmla="*/ 2514425 h 5017219"/>
              <a:gd name="connsiteX35993" fmla="*/ 1069995 w 5799173"/>
              <a:gd name="connsiteY35993" fmla="*/ 2513760 h 5017219"/>
              <a:gd name="connsiteX35994" fmla="*/ 1088604 w 5799173"/>
              <a:gd name="connsiteY35994" fmla="*/ 2513760 h 5017219"/>
              <a:gd name="connsiteX35995" fmla="*/ 1089768 w 5799173"/>
              <a:gd name="connsiteY35995" fmla="*/ 2514425 h 5017219"/>
              <a:gd name="connsiteX35996" fmla="*/ 1099072 w 5799173"/>
              <a:gd name="connsiteY35996" fmla="*/ 2530543 h 5017219"/>
              <a:gd name="connsiteX35997" fmla="*/ 1099072 w 5799173"/>
              <a:gd name="connsiteY35997" fmla="*/ 2531871 h 5017219"/>
              <a:gd name="connsiteX35998" fmla="*/ 1089768 w 5799173"/>
              <a:gd name="connsiteY35998" fmla="*/ 2547989 h 5017219"/>
              <a:gd name="connsiteX35999" fmla="*/ 1088604 w 5799173"/>
              <a:gd name="connsiteY35999" fmla="*/ 2548653 h 5017219"/>
              <a:gd name="connsiteX36000" fmla="*/ 528236 w 5799173"/>
              <a:gd name="connsiteY36000" fmla="*/ 2403678 h 5017219"/>
              <a:gd name="connsiteX36001" fmla="*/ 527073 w 5799173"/>
              <a:gd name="connsiteY36001" fmla="*/ 2403014 h 5017219"/>
              <a:gd name="connsiteX36002" fmla="*/ 517685 w 5799173"/>
              <a:gd name="connsiteY36002" fmla="*/ 2386730 h 5017219"/>
              <a:gd name="connsiteX36003" fmla="*/ 517685 w 5799173"/>
              <a:gd name="connsiteY36003" fmla="*/ 2385401 h 5017219"/>
              <a:gd name="connsiteX36004" fmla="*/ 527073 w 5799173"/>
              <a:gd name="connsiteY36004" fmla="*/ 2369118 h 5017219"/>
              <a:gd name="connsiteX36005" fmla="*/ 528236 w 5799173"/>
              <a:gd name="connsiteY36005" fmla="*/ 2368453 h 5017219"/>
              <a:gd name="connsiteX36006" fmla="*/ 547013 w 5799173"/>
              <a:gd name="connsiteY36006" fmla="*/ 2368453 h 5017219"/>
              <a:gd name="connsiteX36007" fmla="*/ 548175 w 5799173"/>
              <a:gd name="connsiteY36007" fmla="*/ 2369118 h 5017219"/>
              <a:gd name="connsiteX36008" fmla="*/ 557564 w 5799173"/>
              <a:gd name="connsiteY36008" fmla="*/ 2385401 h 5017219"/>
              <a:gd name="connsiteX36009" fmla="*/ 557564 w 5799173"/>
              <a:gd name="connsiteY36009" fmla="*/ 2386730 h 5017219"/>
              <a:gd name="connsiteX36010" fmla="*/ 548175 w 5799173"/>
              <a:gd name="connsiteY36010" fmla="*/ 2403014 h 5017219"/>
              <a:gd name="connsiteX36011" fmla="*/ 547013 w 5799173"/>
              <a:gd name="connsiteY36011" fmla="*/ 2403678 h 5017219"/>
              <a:gd name="connsiteX36012" fmla="*/ 467967 w 5799173"/>
              <a:gd name="connsiteY36012" fmla="*/ 2387636 h 5017219"/>
              <a:gd name="connsiteX36013" fmla="*/ 466804 w 5799173"/>
              <a:gd name="connsiteY36013" fmla="*/ 2386971 h 5017219"/>
              <a:gd name="connsiteX36014" fmla="*/ 457333 w 5799173"/>
              <a:gd name="connsiteY36014" fmla="*/ 2370604 h 5017219"/>
              <a:gd name="connsiteX36015" fmla="*/ 457333 w 5799173"/>
              <a:gd name="connsiteY36015" fmla="*/ 2369275 h 5017219"/>
              <a:gd name="connsiteX36016" fmla="*/ 466805 w 5799173"/>
              <a:gd name="connsiteY36016" fmla="*/ 2352909 h 5017219"/>
              <a:gd name="connsiteX36017" fmla="*/ 467967 w 5799173"/>
              <a:gd name="connsiteY36017" fmla="*/ 2352244 h 5017219"/>
              <a:gd name="connsiteX36018" fmla="*/ 486909 w 5799173"/>
              <a:gd name="connsiteY36018" fmla="*/ 2352244 h 5017219"/>
              <a:gd name="connsiteX36019" fmla="*/ 488072 w 5799173"/>
              <a:gd name="connsiteY36019" fmla="*/ 2352909 h 5017219"/>
              <a:gd name="connsiteX36020" fmla="*/ 497543 w 5799173"/>
              <a:gd name="connsiteY36020" fmla="*/ 2369275 h 5017219"/>
              <a:gd name="connsiteX36021" fmla="*/ 497543 w 5799173"/>
              <a:gd name="connsiteY36021" fmla="*/ 2370604 h 5017219"/>
              <a:gd name="connsiteX36022" fmla="*/ 488073 w 5799173"/>
              <a:gd name="connsiteY36022" fmla="*/ 2386971 h 5017219"/>
              <a:gd name="connsiteX36023" fmla="*/ 486909 w 5799173"/>
              <a:gd name="connsiteY36023" fmla="*/ 2387636 h 5017219"/>
              <a:gd name="connsiteX36024" fmla="*/ 648442 w 5799173"/>
              <a:gd name="connsiteY36024" fmla="*/ 2436098 h 5017219"/>
              <a:gd name="connsiteX36025" fmla="*/ 647279 w 5799173"/>
              <a:gd name="connsiteY36025" fmla="*/ 2435433 h 5017219"/>
              <a:gd name="connsiteX36026" fmla="*/ 637808 w 5799173"/>
              <a:gd name="connsiteY36026" fmla="*/ 2418985 h 5017219"/>
              <a:gd name="connsiteX36027" fmla="*/ 637808 w 5799173"/>
              <a:gd name="connsiteY36027" fmla="*/ 2417655 h 5017219"/>
              <a:gd name="connsiteX36028" fmla="*/ 647362 w 5799173"/>
              <a:gd name="connsiteY36028" fmla="*/ 2401205 h 5017219"/>
              <a:gd name="connsiteX36029" fmla="*/ 648525 w 5799173"/>
              <a:gd name="connsiteY36029" fmla="*/ 2400540 h 5017219"/>
              <a:gd name="connsiteX36030" fmla="*/ 667550 w 5799173"/>
              <a:gd name="connsiteY36030" fmla="*/ 2400540 h 5017219"/>
              <a:gd name="connsiteX36031" fmla="*/ 668713 w 5799173"/>
              <a:gd name="connsiteY36031" fmla="*/ 2401205 h 5017219"/>
              <a:gd name="connsiteX36032" fmla="*/ 678184 w 5799173"/>
              <a:gd name="connsiteY36032" fmla="*/ 2417655 h 5017219"/>
              <a:gd name="connsiteX36033" fmla="*/ 678184 w 5799173"/>
              <a:gd name="connsiteY36033" fmla="*/ 2418984 h 5017219"/>
              <a:gd name="connsiteX36034" fmla="*/ 668630 w 5799173"/>
              <a:gd name="connsiteY36034" fmla="*/ 2435433 h 5017219"/>
              <a:gd name="connsiteX36035" fmla="*/ 667467 w 5799173"/>
              <a:gd name="connsiteY36035" fmla="*/ 2436099 h 5017219"/>
              <a:gd name="connsiteX36036" fmla="*/ 588150 w 5799173"/>
              <a:gd name="connsiteY36036" fmla="*/ 2420312 h 5017219"/>
              <a:gd name="connsiteX36037" fmla="*/ 586988 w 5799173"/>
              <a:gd name="connsiteY36037" fmla="*/ 2419648 h 5017219"/>
              <a:gd name="connsiteX36038" fmla="*/ 577350 w 5799173"/>
              <a:gd name="connsiteY36038" fmla="*/ 2402949 h 5017219"/>
              <a:gd name="connsiteX36039" fmla="*/ 577350 w 5799173"/>
              <a:gd name="connsiteY36039" fmla="*/ 2401619 h 5017219"/>
              <a:gd name="connsiteX36040" fmla="*/ 586988 w 5799173"/>
              <a:gd name="connsiteY36040" fmla="*/ 2384921 h 5017219"/>
              <a:gd name="connsiteX36041" fmla="*/ 588150 w 5799173"/>
              <a:gd name="connsiteY36041" fmla="*/ 2384256 h 5017219"/>
              <a:gd name="connsiteX36042" fmla="*/ 607507 w 5799173"/>
              <a:gd name="connsiteY36042" fmla="*/ 2384255 h 5017219"/>
              <a:gd name="connsiteX36043" fmla="*/ 608671 w 5799173"/>
              <a:gd name="connsiteY36043" fmla="*/ 2384921 h 5017219"/>
              <a:gd name="connsiteX36044" fmla="*/ 618308 w 5799173"/>
              <a:gd name="connsiteY36044" fmla="*/ 2401620 h 5017219"/>
              <a:gd name="connsiteX36045" fmla="*/ 618308 w 5799173"/>
              <a:gd name="connsiteY36045" fmla="*/ 2402948 h 5017219"/>
              <a:gd name="connsiteX36046" fmla="*/ 608672 w 5799173"/>
              <a:gd name="connsiteY36046" fmla="*/ 2419648 h 5017219"/>
              <a:gd name="connsiteX36047" fmla="*/ 607507 w 5799173"/>
              <a:gd name="connsiteY36047" fmla="*/ 2420312 h 5017219"/>
              <a:gd name="connsiteX36048" fmla="*/ 1009404 w 5799173"/>
              <a:gd name="connsiteY36048" fmla="*/ 2533277 h 5017219"/>
              <a:gd name="connsiteX36049" fmla="*/ 1008241 w 5799173"/>
              <a:gd name="connsiteY36049" fmla="*/ 2532612 h 5017219"/>
              <a:gd name="connsiteX36050" fmla="*/ 998521 w 5799173"/>
              <a:gd name="connsiteY36050" fmla="*/ 2515747 h 5017219"/>
              <a:gd name="connsiteX36051" fmla="*/ 998521 w 5799173"/>
              <a:gd name="connsiteY36051" fmla="*/ 2514335 h 5017219"/>
              <a:gd name="connsiteX36052" fmla="*/ 1008241 w 5799173"/>
              <a:gd name="connsiteY36052" fmla="*/ 2497470 h 5017219"/>
              <a:gd name="connsiteX36053" fmla="*/ 1009404 w 5799173"/>
              <a:gd name="connsiteY36053" fmla="*/ 2496805 h 5017219"/>
              <a:gd name="connsiteX36054" fmla="*/ 1028845 w 5799173"/>
              <a:gd name="connsiteY36054" fmla="*/ 2496805 h 5017219"/>
              <a:gd name="connsiteX36055" fmla="*/ 1030008 w 5799173"/>
              <a:gd name="connsiteY36055" fmla="*/ 2497470 h 5017219"/>
              <a:gd name="connsiteX36056" fmla="*/ 1039728 w 5799173"/>
              <a:gd name="connsiteY36056" fmla="*/ 2514335 h 5017219"/>
              <a:gd name="connsiteX36057" fmla="*/ 1039728 w 5799173"/>
              <a:gd name="connsiteY36057" fmla="*/ 2515747 h 5017219"/>
              <a:gd name="connsiteX36058" fmla="*/ 1030008 w 5799173"/>
              <a:gd name="connsiteY36058" fmla="*/ 2532612 h 5017219"/>
              <a:gd name="connsiteX36059" fmla="*/ 1028845 w 5799173"/>
              <a:gd name="connsiteY36059" fmla="*/ 2533277 h 5017219"/>
              <a:gd name="connsiteX36060" fmla="*/ 708389 w 5799173"/>
              <a:gd name="connsiteY36060" fmla="*/ 2452725 h 5017219"/>
              <a:gd name="connsiteX36061" fmla="*/ 707227 w 5799173"/>
              <a:gd name="connsiteY36061" fmla="*/ 2452061 h 5017219"/>
              <a:gd name="connsiteX36062" fmla="*/ 697507 w 5799173"/>
              <a:gd name="connsiteY36062" fmla="*/ 2435113 h 5017219"/>
              <a:gd name="connsiteX36063" fmla="*/ 697506 w 5799173"/>
              <a:gd name="connsiteY36063" fmla="*/ 2433701 h 5017219"/>
              <a:gd name="connsiteX36064" fmla="*/ 707310 w 5799173"/>
              <a:gd name="connsiteY36064" fmla="*/ 2416753 h 5017219"/>
              <a:gd name="connsiteX36065" fmla="*/ 708474 w 5799173"/>
              <a:gd name="connsiteY36065" fmla="*/ 2416088 h 5017219"/>
              <a:gd name="connsiteX36066" fmla="*/ 727997 w 5799173"/>
              <a:gd name="connsiteY36066" fmla="*/ 2416088 h 5017219"/>
              <a:gd name="connsiteX36067" fmla="*/ 729159 w 5799173"/>
              <a:gd name="connsiteY36067" fmla="*/ 2416753 h 5017219"/>
              <a:gd name="connsiteX36068" fmla="*/ 738880 w 5799173"/>
              <a:gd name="connsiteY36068" fmla="*/ 2433701 h 5017219"/>
              <a:gd name="connsiteX36069" fmla="*/ 738880 w 5799173"/>
              <a:gd name="connsiteY36069" fmla="*/ 2435113 h 5017219"/>
              <a:gd name="connsiteX36070" fmla="*/ 729076 w 5799173"/>
              <a:gd name="connsiteY36070" fmla="*/ 2452060 h 5017219"/>
              <a:gd name="connsiteX36071" fmla="*/ 727913 w 5799173"/>
              <a:gd name="connsiteY36071" fmla="*/ 2452726 h 5017219"/>
              <a:gd name="connsiteX36072" fmla="*/ 828762 w 5799173"/>
              <a:gd name="connsiteY36072" fmla="*/ 2484979 h 5017219"/>
              <a:gd name="connsiteX36073" fmla="*/ 827599 w 5799173"/>
              <a:gd name="connsiteY36073" fmla="*/ 2484314 h 5017219"/>
              <a:gd name="connsiteX36074" fmla="*/ 817879 w 5799173"/>
              <a:gd name="connsiteY36074" fmla="*/ 2467366 h 5017219"/>
              <a:gd name="connsiteX36075" fmla="*/ 817880 w 5799173"/>
              <a:gd name="connsiteY36075" fmla="*/ 2465954 h 5017219"/>
              <a:gd name="connsiteX36076" fmla="*/ 827682 w 5799173"/>
              <a:gd name="connsiteY36076" fmla="*/ 2449007 h 5017219"/>
              <a:gd name="connsiteX36077" fmla="*/ 828846 w 5799173"/>
              <a:gd name="connsiteY36077" fmla="*/ 2448341 h 5017219"/>
              <a:gd name="connsiteX36078" fmla="*/ 848370 w 5799173"/>
              <a:gd name="connsiteY36078" fmla="*/ 2448341 h 5017219"/>
              <a:gd name="connsiteX36079" fmla="*/ 849532 w 5799173"/>
              <a:gd name="connsiteY36079" fmla="*/ 2449007 h 5017219"/>
              <a:gd name="connsiteX36080" fmla="*/ 859252 w 5799173"/>
              <a:gd name="connsiteY36080" fmla="*/ 2465954 h 5017219"/>
              <a:gd name="connsiteX36081" fmla="*/ 859252 w 5799173"/>
              <a:gd name="connsiteY36081" fmla="*/ 2467366 h 5017219"/>
              <a:gd name="connsiteX36082" fmla="*/ 849449 w 5799173"/>
              <a:gd name="connsiteY36082" fmla="*/ 2484314 h 5017219"/>
              <a:gd name="connsiteX36083" fmla="*/ 848286 w 5799173"/>
              <a:gd name="connsiteY36083" fmla="*/ 2484979 h 5017219"/>
              <a:gd name="connsiteX36084" fmla="*/ 888948 w 5799173"/>
              <a:gd name="connsiteY36084" fmla="*/ 2501106 h 5017219"/>
              <a:gd name="connsiteX36085" fmla="*/ 887785 w 5799173"/>
              <a:gd name="connsiteY36085" fmla="*/ 2500441 h 5017219"/>
              <a:gd name="connsiteX36086" fmla="*/ 878065 w 5799173"/>
              <a:gd name="connsiteY36086" fmla="*/ 2483493 h 5017219"/>
              <a:gd name="connsiteX36087" fmla="*/ 878065 w 5799173"/>
              <a:gd name="connsiteY36087" fmla="*/ 2482081 h 5017219"/>
              <a:gd name="connsiteX36088" fmla="*/ 887868 w 5799173"/>
              <a:gd name="connsiteY36088" fmla="*/ 2465133 h 5017219"/>
              <a:gd name="connsiteX36089" fmla="*/ 889032 w 5799173"/>
              <a:gd name="connsiteY36089" fmla="*/ 2464468 h 5017219"/>
              <a:gd name="connsiteX36090" fmla="*/ 908555 w 5799173"/>
              <a:gd name="connsiteY36090" fmla="*/ 2464468 h 5017219"/>
              <a:gd name="connsiteX36091" fmla="*/ 909718 w 5799173"/>
              <a:gd name="connsiteY36091" fmla="*/ 2465133 h 5017219"/>
              <a:gd name="connsiteX36092" fmla="*/ 919438 w 5799173"/>
              <a:gd name="connsiteY36092" fmla="*/ 2482081 h 5017219"/>
              <a:gd name="connsiteX36093" fmla="*/ 919438 w 5799173"/>
              <a:gd name="connsiteY36093" fmla="*/ 2483493 h 5017219"/>
              <a:gd name="connsiteX36094" fmla="*/ 909635 w 5799173"/>
              <a:gd name="connsiteY36094" fmla="*/ 2500441 h 5017219"/>
              <a:gd name="connsiteX36095" fmla="*/ 908472 w 5799173"/>
              <a:gd name="connsiteY36095" fmla="*/ 2501106 h 5017219"/>
              <a:gd name="connsiteX36096" fmla="*/ 287088 w 5799173"/>
              <a:gd name="connsiteY36096" fmla="*/ 2339920 h 5017219"/>
              <a:gd name="connsiteX36097" fmla="*/ 285923 w 5799173"/>
              <a:gd name="connsiteY36097" fmla="*/ 2339255 h 5017219"/>
              <a:gd name="connsiteX36098" fmla="*/ 276120 w 5799173"/>
              <a:gd name="connsiteY36098" fmla="*/ 2322224 h 5017219"/>
              <a:gd name="connsiteX36099" fmla="*/ 276121 w 5799173"/>
              <a:gd name="connsiteY36099" fmla="*/ 2320812 h 5017219"/>
              <a:gd name="connsiteX36100" fmla="*/ 285924 w 5799173"/>
              <a:gd name="connsiteY36100" fmla="*/ 2303781 h 5017219"/>
              <a:gd name="connsiteX36101" fmla="*/ 287087 w 5799173"/>
              <a:gd name="connsiteY36101" fmla="*/ 2303116 h 5017219"/>
              <a:gd name="connsiteX36102" fmla="*/ 306693 w 5799173"/>
              <a:gd name="connsiteY36102" fmla="*/ 2303116 h 5017219"/>
              <a:gd name="connsiteX36103" fmla="*/ 307857 w 5799173"/>
              <a:gd name="connsiteY36103" fmla="*/ 2303781 h 5017219"/>
              <a:gd name="connsiteX36104" fmla="*/ 317661 w 5799173"/>
              <a:gd name="connsiteY36104" fmla="*/ 2320812 h 5017219"/>
              <a:gd name="connsiteX36105" fmla="*/ 317661 w 5799173"/>
              <a:gd name="connsiteY36105" fmla="*/ 2322224 h 5017219"/>
              <a:gd name="connsiteX36106" fmla="*/ 307857 w 5799173"/>
              <a:gd name="connsiteY36106" fmla="*/ 2339255 h 5017219"/>
              <a:gd name="connsiteX36107" fmla="*/ 306694 w 5799173"/>
              <a:gd name="connsiteY36107" fmla="*/ 2339920 h 5017219"/>
              <a:gd name="connsiteX36108" fmla="*/ 768578 w 5799173"/>
              <a:gd name="connsiteY36108" fmla="*/ 2468935 h 5017219"/>
              <a:gd name="connsiteX36109" fmla="*/ 767413 w 5799173"/>
              <a:gd name="connsiteY36109" fmla="*/ 2468270 h 5017219"/>
              <a:gd name="connsiteX36110" fmla="*/ 757610 w 5799173"/>
              <a:gd name="connsiteY36110" fmla="*/ 2451239 h 5017219"/>
              <a:gd name="connsiteX36111" fmla="*/ 757611 w 5799173"/>
              <a:gd name="connsiteY36111" fmla="*/ 2449827 h 5017219"/>
              <a:gd name="connsiteX36112" fmla="*/ 767414 w 5799173"/>
              <a:gd name="connsiteY36112" fmla="*/ 2432796 h 5017219"/>
              <a:gd name="connsiteX36113" fmla="*/ 768577 w 5799173"/>
              <a:gd name="connsiteY36113" fmla="*/ 2432131 h 5017219"/>
              <a:gd name="connsiteX36114" fmla="*/ 788183 w 5799173"/>
              <a:gd name="connsiteY36114" fmla="*/ 2432131 h 5017219"/>
              <a:gd name="connsiteX36115" fmla="*/ 789347 w 5799173"/>
              <a:gd name="connsiteY36115" fmla="*/ 2432796 h 5017219"/>
              <a:gd name="connsiteX36116" fmla="*/ 799150 w 5799173"/>
              <a:gd name="connsiteY36116" fmla="*/ 2449827 h 5017219"/>
              <a:gd name="connsiteX36117" fmla="*/ 799151 w 5799173"/>
              <a:gd name="connsiteY36117" fmla="*/ 2451239 h 5017219"/>
              <a:gd name="connsiteX36118" fmla="*/ 789347 w 5799173"/>
              <a:gd name="connsiteY36118" fmla="*/ 2468270 h 5017219"/>
              <a:gd name="connsiteX36119" fmla="*/ 788184 w 5799173"/>
              <a:gd name="connsiteY36119" fmla="*/ 2468935 h 5017219"/>
              <a:gd name="connsiteX36120" fmla="*/ 949033 w 5799173"/>
              <a:gd name="connsiteY36120" fmla="*/ 2517468 h 5017219"/>
              <a:gd name="connsiteX36121" fmla="*/ 947786 w 5799173"/>
              <a:gd name="connsiteY36121" fmla="*/ 2516804 h 5017219"/>
              <a:gd name="connsiteX36122" fmla="*/ 937900 w 5799173"/>
              <a:gd name="connsiteY36122" fmla="*/ 2499689 h 5017219"/>
              <a:gd name="connsiteX36123" fmla="*/ 937900 w 5799173"/>
              <a:gd name="connsiteY36123" fmla="*/ 2498277 h 5017219"/>
              <a:gd name="connsiteX36124" fmla="*/ 947786 w 5799173"/>
              <a:gd name="connsiteY36124" fmla="*/ 2481163 h 5017219"/>
              <a:gd name="connsiteX36125" fmla="*/ 949033 w 5799173"/>
              <a:gd name="connsiteY36125" fmla="*/ 2480498 h 5017219"/>
              <a:gd name="connsiteX36126" fmla="*/ 968722 w 5799173"/>
              <a:gd name="connsiteY36126" fmla="*/ 2480498 h 5017219"/>
              <a:gd name="connsiteX36127" fmla="*/ 969969 w 5799173"/>
              <a:gd name="connsiteY36127" fmla="*/ 2481163 h 5017219"/>
              <a:gd name="connsiteX36128" fmla="*/ 979855 w 5799173"/>
              <a:gd name="connsiteY36128" fmla="*/ 2498277 h 5017219"/>
              <a:gd name="connsiteX36129" fmla="*/ 979855 w 5799173"/>
              <a:gd name="connsiteY36129" fmla="*/ 2499689 h 5017219"/>
              <a:gd name="connsiteX36130" fmla="*/ 969969 w 5799173"/>
              <a:gd name="connsiteY36130" fmla="*/ 2516804 h 5017219"/>
              <a:gd name="connsiteX36131" fmla="*/ 968722 w 5799173"/>
              <a:gd name="connsiteY36131" fmla="*/ 2517468 h 5017219"/>
              <a:gd name="connsiteX36132" fmla="*/ 1129591 w 5799173"/>
              <a:gd name="connsiteY36132" fmla="*/ 2565848 h 5017219"/>
              <a:gd name="connsiteX36133" fmla="*/ 1128345 w 5799173"/>
              <a:gd name="connsiteY36133" fmla="*/ 2565184 h 5017219"/>
              <a:gd name="connsiteX36134" fmla="*/ 1118459 w 5799173"/>
              <a:gd name="connsiteY36134" fmla="*/ 2548069 h 5017219"/>
              <a:gd name="connsiteX36135" fmla="*/ 1118459 w 5799173"/>
              <a:gd name="connsiteY36135" fmla="*/ 2546657 h 5017219"/>
              <a:gd name="connsiteX36136" fmla="*/ 1128345 w 5799173"/>
              <a:gd name="connsiteY36136" fmla="*/ 2529543 h 5017219"/>
              <a:gd name="connsiteX36137" fmla="*/ 1129591 w 5799173"/>
              <a:gd name="connsiteY36137" fmla="*/ 2528878 h 5017219"/>
              <a:gd name="connsiteX36138" fmla="*/ 1149281 w 5799173"/>
              <a:gd name="connsiteY36138" fmla="*/ 2528878 h 5017219"/>
              <a:gd name="connsiteX36139" fmla="*/ 1150528 w 5799173"/>
              <a:gd name="connsiteY36139" fmla="*/ 2529543 h 5017219"/>
              <a:gd name="connsiteX36140" fmla="*/ 1160414 w 5799173"/>
              <a:gd name="connsiteY36140" fmla="*/ 2546657 h 5017219"/>
              <a:gd name="connsiteX36141" fmla="*/ 1160414 w 5799173"/>
              <a:gd name="connsiteY36141" fmla="*/ 2548069 h 5017219"/>
              <a:gd name="connsiteX36142" fmla="*/ 1150528 w 5799173"/>
              <a:gd name="connsiteY36142" fmla="*/ 2565184 h 5017219"/>
              <a:gd name="connsiteX36143" fmla="*/ 1149281 w 5799173"/>
              <a:gd name="connsiteY36143" fmla="*/ 2565848 h 5017219"/>
              <a:gd name="connsiteX36144" fmla="*/ 1249964 w 5799173"/>
              <a:gd name="connsiteY36144" fmla="*/ 2598102 h 5017219"/>
              <a:gd name="connsiteX36145" fmla="*/ 1248718 w 5799173"/>
              <a:gd name="connsiteY36145" fmla="*/ 2597438 h 5017219"/>
              <a:gd name="connsiteX36146" fmla="*/ 1238831 w 5799173"/>
              <a:gd name="connsiteY36146" fmla="*/ 2580323 h 5017219"/>
              <a:gd name="connsiteX36147" fmla="*/ 1238831 w 5799173"/>
              <a:gd name="connsiteY36147" fmla="*/ 2578911 h 5017219"/>
              <a:gd name="connsiteX36148" fmla="*/ 1248718 w 5799173"/>
              <a:gd name="connsiteY36148" fmla="*/ 2561797 h 5017219"/>
              <a:gd name="connsiteX36149" fmla="*/ 1249964 w 5799173"/>
              <a:gd name="connsiteY36149" fmla="*/ 2561132 h 5017219"/>
              <a:gd name="connsiteX36150" fmla="*/ 1269654 w 5799173"/>
              <a:gd name="connsiteY36150" fmla="*/ 2561132 h 5017219"/>
              <a:gd name="connsiteX36151" fmla="*/ 1270900 w 5799173"/>
              <a:gd name="connsiteY36151" fmla="*/ 2561797 h 5017219"/>
              <a:gd name="connsiteX36152" fmla="*/ 1280786 w 5799173"/>
              <a:gd name="connsiteY36152" fmla="*/ 2578911 h 5017219"/>
              <a:gd name="connsiteX36153" fmla="*/ 1280786 w 5799173"/>
              <a:gd name="connsiteY36153" fmla="*/ 2580323 h 5017219"/>
              <a:gd name="connsiteX36154" fmla="*/ 1270900 w 5799173"/>
              <a:gd name="connsiteY36154" fmla="*/ 2597438 h 5017219"/>
              <a:gd name="connsiteX36155" fmla="*/ 1269654 w 5799173"/>
              <a:gd name="connsiteY36155" fmla="*/ 2598102 h 5017219"/>
              <a:gd name="connsiteX36156" fmla="*/ 1370332 w 5799173"/>
              <a:gd name="connsiteY36156" fmla="*/ 2630460 h 5017219"/>
              <a:gd name="connsiteX36157" fmla="*/ 1369087 w 5799173"/>
              <a:gd name="connsiteY36157" fmla="*/ 2629796 h 5017219"/>
              <a:gd name="connsiteX36158" fmla="*/ 1359200 w 5799173"/>
              <a:gd name="connsiteY36158" fmla="*/ 2612598 h 5017219"/>
              <a:gd name="connsiteX36159" fmla="*/ 1359200 w 5799173"/>
              <a:gd name="connsiteY36159" fmla="*/ 2611186 h 5017219"/>
              <a:gd name="connsiteX36160" fmla="*/ 1369087 w 5799173"/>
              <a:gd name="connsiteY36160" fmla="*/ 2593989 h 5017219"/>
              <a:gd name="connsiteX36161" fmla="*/ 1370332 w 5799173"/>
              <a:gd name="connsiteY36161" fmla="*/ 2593324 h 5017219"/>
              <a:gd name="connsiteX36162" fmla="*/ 1390188 w 5799173"/>
              <a:gd name="connsiteY36162" fmla="*/ 2593324 h 5017219"/>
              <a:gd name="connsiteX36163" fmla="*/ 1391435 w 5799173"/>
              <a:gd name="connsiteY36163" fmla="*/ 2593989 h 5017219"/>
              <a:gd name="connsiteX36164" fmla="*/ 1401321 w 5799173"/>
              <a:gd name="connsiteY36164" fmla="*/ 2611186 h 5017219"/>
              <a:gd name="connsiteX36165" fmla="*/ 1401321 w 5799173"/>
              <a:gd name="connsiteY36165" fmla="*/ 2612598 h 5017219"/>
              <a:gd name="connsiteX36166" fmla="*/ 1391435 w 5799173"/>
              <a:gd name="connsiteY36166" fmla="*/ 2629796 h 5017219"/>
              <a:gd name="connsiteX36167" fmla="*/ 1390188 w 5799173"/>
              <a:gd name="connsiteY36167" fmla="*/ 2630460 h 5017219"/>
              <a:gd name="connsiteX36168" fmla="*/ 1310065 w 5799173"/>
              <a:gd name="connsiteY36168" fmla="*/ 2614405 h 5017219"/>
              <a:gd name="connsiteX36169" fmla="*/ 1308819 w 5799173"/>
              <a:gd name="connsiteY36169" fmla="*/ 2613741 h 5017219"/>
              <a:gd name="connsiteX36170" fmla="*/ 1298849 w 5799173"/>
              <a:gd name="connsiteY36170" fmla="*/ 2596460 h 5017219"/>
              <a:gd name="connsiteX36171" fmla="*/ 1298849 w 5799173"/>
              <a:gd name="connsiteY36171" fmla="*/ 2595048 h 5017219"/>
              <a:gd name="connsiteX36172" fmla="*/ 1308819 w 5799173"/>
              <a:gd name="connsiteY36172" fmla="*/ 2577768 h 5017219"/>
              <a:gd name="connsiteX36173" fmla="*/ 1310065 w 5799173"/>
              <a:gd name="connsiteY36173" fmla="*/ 2577103 h 5017219"/>
              <a:gd name="connsiteX36174" fmla="*/ 1330004 w 5799173"/>
              <a:gd name="connsiteY36174" fmla="*/ 2577103 h 5017219"/>
              <a:gd name="connsiteX36175" fmla="*/ 1331250 w 5799173"/>
              <a:gd name="connsiteY36175" fmla="*/ 2577768 h 5017219"/>
              <a:gd name="connsiteX36176" fmla="*/ 1341219 w 5799173"/>
              <a:gd name="connsiteY36176" fmla="*/ 2595048 h 5017219"/>
              <a:gd name="connsiteX36177" fmla="*/ 1341219 w 5799173"/>
              <a:gd name="connsiteY36177" fmla="*/ 2596460 h 5017219"/>
              <a:gd name="connsiteX36178" fmla="*/ 1331250 w 5799173"/>
              <a:gd name="connsiteY36178" fmla="*/ 2613741 h 5017219"/>
              <a:gd name="connsiteX36179" fmla="*/ 1330004 w 5799173"/>
              <a:gd name="connsiteY36179" fmla="*/ 2614405 h 5017219"/>
              <a:gd name="connsiteX36180" fmla="*/ 1189631 w 5799173"/>
              <a:gd name="connsiteY36180" fmla="*/ 2582240 h 5017219"/>
              <a:gd name="connsiteX36181" fmla="*/ 1188385 w 5799173"/>
              <a:gd name="connsiteY36181" fmla="*/ 2581492 h 5017219"/>
              <a:gd name="connsiteX36182" fmla="*/ 1178415 w 5799173"/>
              <a:gd name="connsiteY36182" fmla="*/ 2564129 h 5017219"/>
              <a:gd name="connsiteX36183" fmla="*/ 1178415 w 5799173"/>
              <a:gd name="connsiteY36183" fmla="*/ 2562716 h 5017219"/>
              <a:gd name="connsiteX36184" fmla="*/ 1188468 w 5799173"/>
              <a:gd name="connsiteY36184" fmla="*/ 2545353 h 5017219"/>
              <a:gd name="connsiteX36185" fmla="*/ 1189714 w 5799173"/>
              <a:gd name="connsiteY36185" fmla="*/ 2544605 h 5017219"/>
              <a:gd name="connsiteX36186" fmla="*/ 1209737 w 5799173"/>
              <a:gd name="connsiteY36186" fmla="*/ 2544605 h 5017219"/>
              <a:gd name="connsiteX36187" fmla="*/ 1210982 w 5799173"/>
              <a:gd name="connsiteY36187" fmla="*/ 2545353 h 5017219"/>
              <a:gd name="connsiteX36188" fmla="*/ 1220952 w 5799173"/>
              <a:gd name="connsiteY36188" fmla="*/ 2562716 h 5017219"/>
              <a:gd name="connsiteX36189" fmla="*/ 1220953 w 5799173"/>
              <a:gd name="connsiteY36189" fmla="*/ 2564129 h 5017219"/>
              <a:gd name="connsiteX36190" fmla="*/ 1210899 w 5799173"/>
              <a:gd name="connsiteY36190" fmla="*/ 2581491 h 5017219"/>
              <a:gd name="connsiteX36191" fmla="*/ 1209653 w 5799173"/>
              <a:gd name="connsiteY36191" fmla="*/ 2582239 h 5017219"/>
              <a:gd name="connsiteX36192" fmla="*/ 3235963 w 5799173"/>
              <a:gd name="connsiteY36192" fmla="*/ 3130635 h 5017219"/>
              <a:gd name="connsiteX36193" fmla="*/ 3234717 w 5799173"/>
              <a:gd name="connsiteY36193" fmla="*/ 3129887 h 5017219"/>
              <a:gd name="connsiteX36194" fmla="*/ 3224664 w 5799173"/>
              <a:gd name="connsiteY36194" fmla="*/ 3112441 h 5017219"/>
              <a:gd name="connsiteX36195" fmla="*/ 3224664 w 5799173"/>
              <a:gd name="connsiteY36195" fmla="*/ 3111028 h 5017219"/>
              <a:gd name="connsiteX36196" fmla="*/ 3234717 w 5799173"/>
              <a:gd name="connsiteY36196" fmla="*/ 3093583 h 5017219"/>
              <a:gd name="connsiteX36197" fmla="*/ 3235963 w 5799173"/>
              <a:gd name="connsiteY36197" fmla="*/ 3092835 h 5017219"/>
              <a:gd name="connsiteX36198" fmla="*/ 3256068 w 5799173"/>
              <a:gd name="connsiteY36198" fmla="*/ 3092834 h 5017219"/>
              <a:gd name="connsiteX36199" fmla="*/ 3257314 w 5799173"/>
              <a:gd name="connsiteY36199" fmla="*/ 3093582 h 5017219"/>
              <a:gd name="connsiteX36200" fmla="*/ 3267366 w 5799173"/>
              <a:gd name="connsiteY36200" fmla="*/ 3111028 h 5017219"/>
              <a:gd name="connsiteX36201" fmla="*/ 3267367 w 5799173"/>
              <a:gd name="connsiteY36201" fmla="*/ 3112441 h 5017219"/>
              <a:gd name="connsiteX36202" fmla="*/ 3257314 w 5799173"/>
              <a:gd name="connsiteY36202" fmla="*/ 3129887 h 5017219"/>
              <a:gd name="connsiteX36203" fmla="*/ 3256068 w 5799173"/>
              <a:gd name="connsiteY36203" fmla="*/ 3130635 h 5017219"/>
              <a:gd name="connsiteX36204" fmla="*/ 4319315 w 5799173"/>
              <a:gd name="connsiteY36204" fmla="*/ 3420919 h 5017219"/>
              <a:gd name="connsiteX36205" fmla="*/ 4318069 w 5799173"/>
              <a:gd name="connsiteY36205" fmla="*/ 3420171 h 5017219"/>
              <a:gd name="connsiteX36206" fmla="*/ 4308016 w 5799173"/>
              <a:gd name="connsiteY36206" fmla="*/ 3402725 h 5017219"/>
              <a:gd name="connsiteX36207" fmla="*/ 4308016 w 5799173"/>
              <a:gd name="connsiteY36207" fmla="*/ 3401312 h 5017219"/>
              <a:gd name="connsiteX36208" fmla="*/ 4318069 w 5799173"/>
              <a:gd name="connsiteY36208" fmla="*/ 3383866 h 5017219"/>
              <a:gd name="connsiteX36209" fmla="*/ 4319315 w 5799173"/>
              <a:gd name="connsiteY36209" fmla="*/ 3383118 h 5017219"/>
              <a:gd name="connsiteX36210" fmla="*/ 4339420 w 5799173"/>
              <a:gd name="connsiteY36210" fmla="*/ 3383118 h 5017219"/>
              <a:gd name="connsiteX36211" fmla="*/ 4340666 w 5799173"/>
              <a:gd name="connsiteY36211" fmla="*/ 3383866 h 5017219"/>
              <a:gd name="connsiteX36212" fmla="*/ 4350719 w 5799173"/>
              <a:gd name="connsiteY36212" fmla="*/ 3401312 h 5017219"/>
              <a:gd name="connsiteX36213" fmla="*/ 4350719 w 5799173"/>
              <a:gd name="connsiteY36213" fmla="*/ 3402725 h 5017219"/>
              <a:gd name="connsiteX36214" fmla="*/ 4340666 w 5799173"/>
              <a:gd name="connsiteY36214" fmla="*/ 3420171 h 5017219"/>
              <a:gd name="connsiteX36215" fmla="*/ 4339420 w 5799173"/>
              <a:gd name="connsiteY36215" fmla="*/ 3420919 h 5017219"/>
              <a:gd name="connsiteX36216" fmla="*/ 1731306 w 5799173"/>
              <a:gd name="connsiteY36216" fmla="*/ 2727464 h 5017219"/>
              <a:gd name="connsiteX36217" fmla="*/ 1730060 w 5799173"/>
              <a:gd name="connsiteY36217" fmla="*/ 2726716 h 5017219"/>
              <a:gd name="connsiteX36218" fmla="*/ 1720008 w 5799173"/>
              <a:gd name="connsiteY36218" fmla="*/ 2709270 h 5017219"/>
              <a:gd name="connsiteX36219" fmla="*/ 1720008 w 5799173"/>
              <a:gd name="connsiteY36219" fmla="*/ 2707857 h 5017219"/>
              <a:gd name="connsiteX36220" fmla="*/ 1730060 w 5799173"/>
              <a:gd name="connsiteY36220" fmla="*/ 2690411 h 5017219"/>
              <a:gd name="connsiteX36221" fmla="*/ 1731306 w 5799173"/>
              <a:gd name="connsiteY36221" fmla="*/ 2689663 h 5017219"/>
              <a:gd name="connsiteX36222" fmla="*/ 1751412 w 5799173"/>
              <a:gd name="connsiteY36222" fmla="*/ 2689663 h 5017219"/>
              <a:gd name="connsiteX36223" fmla="*/ 1752658 w 5799173"/>
              <a:gd name="connsiteY36223" fmla="*/ 2690411 h 5017219"/>
              <a:gd name="connsiteX36224" fmla="*/ 1762711 w 5799173"/>
              <a:gd name="connsiteY36224" fmla="*/ 2707857 h 5017219"/>
              <a:gd name="connsiteX36225" fmla="*/ 1762711 w 5799173"/>
              <a:gd name="connsiteY36225" fmla="*/ 2709270 h 5017219"/>
              <a:gd name="connsiteX36226" fmla="*/ 1752658 w 5799173"/>
              <a:gd name="connsiteY36226" fmla="*/ 2726716 h 5017219"/>
              <a:gd name="connsiteX36227" fmla="*/ 1751412 w 5799173"/>
              <a:gd name="connsiteY36227" fmla="*/ 2727464 h 5017219"/>
              <a:gd name="connsiteX36228" fmla="*/ 1791492 w 5799173"/>
              <a:gd name="connsiteY36228" fmla="*/ 2743591 h 5017219"/>
              <a:gd name="connsiteX36229" fmla="*/ 1790246 w 5799173"/>
              <a:gd name="connsiteY36229" fmla="*/ 2742843 h 5017219"/>
              <a:gd name="connsiteX36230" fmla="*/ 1780194 w 5799173"/>
              <a:gd name="connsiteY36230" fmla="*/ 2725397 h 5017219"/>
              <a:gd name="connsiteX36231" fmla="*/ 1780194 w 5799173"/>
              <a:gd name="connsiteY36231" fmla="*/ 2723984 h 5017219"/>
              <a:gd name="connsiteX36232" fmla="*/ 1790246 w 5799173"/>
              <a:gd name="connsiteY36232" fmla="*/ 2706538 h 5017219"/>
              <a:gd name="connsiteX36233" fmla="*/ 1791492 w 5799173"/>
              <a:gd name="connsiteY36233" fmla="*/ 2705790 h 5017219"/>
              <a:gd name="connsiteX36234" fmla="*/ 1811598 w 5799173"/>
              <a:gd name="connsiteY36234" fmla="*/ 2705790 h 5017219"/>
              <a:gd name="connsiteX36235" fmla="*/ 1812844 w 5799173"/>
              <a:gd name="connsiteY36235" fmla="*/ 2706538 h 5017219"/>
              <a:gd name="connsiteX36236" fmla="*/ 1822897 w 5799173"/>
              <a:gd name="connsiteY36236" fmla="*/ 2723984 h 5017219"/>
              <a:gd name="connsiteX36237" fmla="*/ 1822897 w 5799173"/>
              <a:gd name="connsiteY36237" fmla="*/ 2725397 h 5017219"/>
              <a:gd name="connsiteX36238" fmla="*/ 1812844 w 5799173"/>
              <a:gd name="connsiteY36238" fmla="*/ 2742843 h 5017219"/>
              <a:gd name="connsiteX36239" fmla="*/ 1811598 w 5799173"/>
              <a:gd name="connsiteY36239" fmla="*/ 2743591 h 5017219"/>
              <a:gd name="connsiteX36240" fmla="*/ 1430293 w 5799173"/>
              <a:gd name="connsiteY36240" fmla="*/ 2646912 h 5017219"/>
              <a:gd name="connsiteX36241" fmla="*/ 1429047 w 5799173"/>
              <a:gd name="connsiteY36241" fmla="*/ 2646165 h 5017219"/>
              <a:gd name="connsiteX36242" fmla="*/ 1418911 w 5799173"/>
              <a:gd name="connsiteY36242" fmla="*/ 2628635 h 5017219"/>
              <a:gd name="connsiteX36243" fmla="*/ 1418911 w 5799173"/>
              <a:gd name="connsiteY36243" fmla="*/ 2627223 h 5017219"/>
              <a:gd name="connsiteX36244" fmla="*/ 1429047 w 5799173"/>
              <a:gd name="connsiteY36244" fmla="*/ 2609693 h 5017219"/>
              <a:gd name="connsiteX36245" fmla="*/ 1430293 w 5799173"/>
              <a:gd name="connsiteY36245" fmla="*/ 2608945 h 5017219"/>
              <a:gd name="connsiteX36246" fmla="*/ 1450564 w 5799173"/>
              <a:gd name="connsiteY36246" fmla="*/ 2608945 h 5017219"/>
              <a:gd name="connsiteX36247" fmla="*/ 1451810 w 5799173"/>
              <a:gd name="connsiteY36247" fmla="*/ 2609693 h 5017219"/>
              <a:gd name="connsiteX36248" fmla="*/ 1461946 w 5799173"/>
              <a:gd name="connsiteY36248" fmla="*/ 2627223 h 5017219"/>
              <a:gd name="connsiteX36249" fmla="*/ 1461946 w 5799173"/>
              <a:gd name="connsiteY36249" fmla="*/ 2628635 h 5017219"/>
              <a:gd name="connsiteX36250" fmla="*/ 1451810 w 5799173"/>
              <a:gd name="connsiteY36250" fmla="*/ 2646165 h 5017219"/>
              <a:gd name="connsiteX36251" fmla="*/ 1450564 w 5799173"/>
              <a:gd name="connsiteY36251" fmla="*/ 2646912 h 5017219"/>
              <a:gd name="connsiteX36252" fmla="*/ 3356148 w 5799173"/>
              <a:gd name="connsiteY36252" fmla="*/ 3163218 h 5017219"/>
              <a:gd name="connsiteX36253" fmla="*/ 3354902 w 5799173"/>
              <a:gd name="connsiteY36253" fmla="*/ 3162471 h 5017219"/>
              <a:gd name="connsiteX36254" fmla="*/ 3344683 w 5799173"/>
              <a:gd name="connsiteY36254" fmla="*/ 3144774 h 5017219"/>
              <a:gd name="connsiteX36255" fmla="*/ 3344683 w 5799173"/>
              <a:gd name="connsiteY36255" fmla="*/ 3143363 h 5017219"/>
              <a:gd name="connsiteX36256" fmla="*/ 3354902 w 5799173"/>
              <a:gd name="connsiteY36256" fmla="*/ 3125667 h 5017219"/>
              <a:gd name="connsiteX36257" fmla="*/ 3356148 w 5799173"/>
              <a:gd name="connsiteY36257" fmla="*/ 3124919 h 5017219"/>
              <a:gd name="connsiteX36258" fmla="*/ 3376585 w 5799173"/>
              <a:gd name="connsiteY36258" fmla="*/ 3124919 h 5017219"/>
              <a:gd name="connsiteX36259" fmla="*/ 3377832 w 5799173"/>
              <a:gd name="connsiteY36259" fmla="*/ 3125666 h 5017219"/>
              <a:gd name="connsiteX36260" fmla="*/ 3388050 w 5799173"/>
              <a:gd name="connsiteY36260" fmla="*/ 3143363 h 5017219"/>
              <a:gd name="connsiteX36261" fmla="*/ 3388050 w 5799173"/>
              <a:gd name="connsiteY36261" fmla="*/ 3144774 h 5017219"/>
              <a:gd name="connsiteX36262" fmla="*/ 3377832 w 5799173"/>
              <a:gd name="connsiteY36262" fmla="*/ 3162471 h 5017219"/>
              <a:gd name="connsiteX36263" fmla="*/ 3376585 w 5799173"/>
              <a:gd name="connsiteY36263" fmla="*/ 3163218 h 5017219"/>
              <a:gd name="connsiteX36264" fmla="*/ 1490293 w 5799173"/>
              <a:gd name="connsiteY36264" fmla="*/ 2663358 h 5017219"/>
              <a:gd name="connsiteX36265" fmla="*/ 1489047 w 5799173"/>
              <a:gd name="connsiteY36265" fmla="*/ 2662610 h 5017219"/>
              <a:gd name="connsiteX36266" fmla="*/ 1478745 w 5799173"/>
              <a:gd name="connsiteY36266" fmla="*/ 2644831 h 5017219"/>
              <a:gd name="connsiteX36267" fmla="*/ 1478745 w 5799173"/>
              <a:gd name="connsiteY36267" fmla="*/ 2643419 h 5017219"/>
              <a:gd name="connsiteX36268" fmla="*/ 1489047 w 5799173"/>
              <a:gd name="connsiteY36268" fmla="*/ 2625640 h 5017219"/>
              <a:gd name="connsiteX36269" fmla="*/ 1490293 w 5799173"/>
              <a:gd name="connsiteY36269" fmla="*/ 2624892 h 5017219"/>
              <a:gd name="connsiteX36270" fmla="*/ 1510814 w 5799173"/>
              <a:gd name="connsiteY36270" fmla="*/ 2624892 h 5017219"/>
              <a:gd name="connsiteX36271" fmla="*/ 1512060 w 5799173"/>
              <a:gd name="connsiteY36271" fmla="*/ 2625640 h 5017219"/>
              <a:gd name="connsiteX36272" fmla="*/ 1522362 w 5799173"/>
              <a:gd name="connsiteY36272" fmla="*/ 2643419 h 5017219"/>
              <a:gd name="connsiteX36273" fmla="*/ 1522361 w 5799173"/>
              <a:gd name="connsiteY36273" fmla="*/ 2644831 h 5017219"/>
              <a:gd name="connsiteX36274" fmla="*/ 1512060 w 5799173"/>
              <a:gd name="connsiteY36274" fmla="*/ 2662610 h 5017219"/>
              <a:gd name="connsiteX36275" fmla="*/ 1510814 w 5799173"/>
              <a:gd name="connsiteY36275" fmla="*/ 2663358 h 5017219"/>
              <a:gd name="connsiteX36276" fmla="*/ 1550478 w 5799173"/>
              <a:gd name="connsiteY36276" fmla="*/ 2679485 h 5017219"/>
              <a:gd name="connsiteX36277" fmla="*/ 1549233 w 5799173"/>
              <a:gd name="connsiteY36277" fmla="*/ 2678737 h 5017219"/>
              <a:gd name="connsiteX36278" fmla="*/ 1538931 w 5799173"/>
              <a:gd name="connsiteY36278" fmla="*/ 2660958 h 5017219"/>
              <a:gd name="connsiteX36279" fmla="*/ 1538931 w 5799173"/>
              <a:gd name="connsiteY36279" fmla="*/ 2659546 h 5017219"/>
              <a:gd name="connsiteX36280" fmla="*/ 1549233 w 5799173"/>
              <a:gd name="connsiteY36280" fmla="*/ 2641767 h 5017219"/>
              <a:gd name="connsiteX36281" fmla="*/ 1550479 w 5799173"/>
              <a:gd name="connsiteY36281" fmla="*/ 2641019 h 5017219"/>
              <a:gd name="connsiteX36282" fmla="*/ 1570999 w 5799173"/>
              <a:gd name="connsiteY36282" fmla="*/ 2641019 h 5017219"/>
              <a:gd name="connsiteX36283" fmla="*/ 1572246 w 5799173"/>
              <a:gd name="connsiteY36283" fmla="*/ 2641767 h 5017219"/>
              <a:gd name="connsiteX36284" fmla="*/ 1582548 w 5799173"/>
              <a:gd name="connsiteY36284" fmla="*/ 2659546 h 5017219"/>
              <a:gd name="connsiteX36285" fmla="*/ 1582547 w 5799173"/>
              <a:gd name="connsiteY36285" fmla="*/ 2660958 h 5017219"/>
              <a:gd name="connsiteX36286" fmla="*/ 1572246 w 5799173"/>
              <a:gd name="connsiteY36286" fmla="*/ 2678737 h 5017219"/>
              <a:gd name="connsiteX36287" fmla="*/ 1571000 w 5799173"/>
              <a:gd name="connsiteY36287" fmla="*/ 2679485 h 5017219"/>
              <a:gd name="connsiteX36288" fmla="*/ 3476438 w 5799173"/>
              <a:gd name="connsiteY36288" fmla="*/ 3195544 h 5017219"/>
              <a:gd name="connsiteX36289" fmla="*/ 3475192 w 5799173"/>
              <a:gd name="connsiteY36289" fmla="*/ 3194796 h 5017219"/>
              <a:gd name="connsiteX36290" fmla="*/ 3464890 w 5799173"/>
              <a:gd name="connsiteY36290" fmla="*/ 3177017 h 5017219"/>
              <a:gd name="connsiteX36291" fmla="*/ 3464890 w 5799173"/>
              <a:gd name="connsiteY36291" fmla="*/ 3175605 h 5017219"/>
              <a:gd name="connsiteX36292" fmla="*/ 3475192 w 5799173"/>
              <a:gd name="connsiteY36292" fmla="*/ 3157826 h 5017219"/>
              <a:gd name="connsiteX36293" fmla="*/ 3476438 w 5799173"/>
              <a:gd name="connsiteY36293" fmla="*/ 3157078 h 5017219"/>
              <a:gd name="connsiteX36294" fmla="*/ 3496958 w 5799173"/>
              <a:gd name="connsiteY36294" fmla="*/ 3157078 h 5017219"/>
              <a:gd name="connsiteX36295" fmla="*/ 3498205 w 5799173"/>
              <a:gd name="connsiteY36295" fmla="*/ 3157826 h 5017219"/>
              <a:gd name="connsiteX36296" fmla="*/ 3508506 w 5799173"/>
              <a:gd name="connsiteY36296" fmla="*/ 3175605 h 5017219"/>
              <a:gd name="connsiteX36297" fmla="*/ 3508506 w 5799173"/>
              <a:gd name="connsiteY36297" fmla="*/ 3177017 h 5017219"/>
              <a:gd name="connsiteX36298" fmla="*/ 3498205 w 5799173"/>
              <a:gd name="connsiteY36298" fmla="*/ 3194796 h 5017219"/>
              <a:gd name="connsiteX36299" fmla="*/ 3496958 w 5799173"/>
              <a:gd name="connsiteY36299" fmla="*/ 3195544 h 5017219"/>
              <a:gd name="connsiteX36300" fmla="*/ 4619976 w 5799173"/>
              <a:gd name="connsiteY36300" fmla="*/ 3501954 h 5017219"/>
              <a:gd name="connsiteX36301" fmla="*/ 4618730 w 5799173"/>
              <a:gd name="connsiteY36301" fmla="*/ 3501206 h 5017219"/>
              <a:gd name="connsiteX36302" fmla="*/ 4608428 w 5799173"/>
              <a:gd name="connsiteY36302" fmla="*/ 3483427 h 5017219"/>
              <a:gd name="connsiteX36303" fmla="*/ 4608428 w 5799173"/>
              <a:gd name="connsiteY36303" fmla="*/ 3482015 h 5017219"/>
              <a:gd name="connsiteX36304" fmla="*/ 4618730 w 5799173"/>
              <a:gd name="connsiteY36304" fmla="*/ 3464236 h 5017219"/>
              <a:gd name="connsiteX36305" fmla="*/ 4619977 w 5799173"/>
              <a:gd name="connsiteY36305" fmla="*/ 3463488 h 5017219"/>
              <a:gd name="connsiteX36306" fmla="*/ 4640496 w 5799173"/>
              <a:gd name="connsiteY36306" fmla="*/ 3463488 h 5017219"/>
              <a:gd name="connsiteX36307" fmla="*/ 4641744 w 5799173"/>
              <a:gd name="connsiteY36307" fmla="*/ 3464236 h 5017219"/>
              <a:gd name="connsiteX36308" fmla="*/ 4652045 w 5799173"/>
              <a:gd name="connsiteY36308" fmla="*/ 3482016 h 5017219"/>
              <a:gd name="connsiteX36309" fmla="*/ 4652045 w 5799173"/>
              <a:gd name="connsiteY36309" fmla="*/ 3483427 h 5017219"/>
              <a:gd name="connsiteX36310" fmla="*/ 4641744 w 5799173"/>
              <a:gd name="connsiteY36310" fmla="*/ 3501207 h 5017219"/>
              <a:gd name="connsiteX36311" fmla="*/ 4640496 w 5799173"/>
              <a:gd name="connsiteY36311" fmla="*/ 3501955 h 5017219"/>
              <a:gd name="connsiteX36312" fmla="*/ 4800535 w 5799173"/>
              <a:gd name="connsiteY36312" fmla="*/ 3550335 h 5017219"/>
              <a:gd name="connsiteX36313" fmla="*/ 4799289 w 5799173"/>
              <a:gd name="connsiteY36313" fmla="*/ 3549587 h 5017219"/>
              <a:gd name="connsiteX36314" fmla="*/ 4788987 w 5799173"/>
              <a:gd name="connsiteY36314" fmla="*/ 3531808 h 5017219"/>
              <a:gd name="connsiteX36315" fmla="*/ 4788987 w 5799173"/>
              <a:gd name="connsiteY36315" fmla="*/ 3530396 h 5017219"/>
              <a:gd name="connsiteX36316" fmla="*/ 4799289 w 5799173"/>
              <a:gd name="connsiteY36316" fmla="*/ 3512617 h 5017219"/>
              <a:gd name="connsiteX36317" fmla="*/ 4800535 w 5799173"/>
              <a:gd name="connsiteY36317" fmla="*/ 3511869 h 5017219"/>
              <a:gd name="connsiteX36318" fmla="*/ 4821055 w 5799173"/>
              <a:gd name="connsiteY36318" fmla="*/ 3511869 h 5017219"/>
              <a:gd name="connsiteX36319" fmla="*/ 4822302 w 5799173"/>
              <a:gd name="connsiteY36319" fmla="*/ 3512617 h 5017219"/>
              <a:gd name="connsiteX36320" fmla="*/ 4832603 w 5799173"/>
              <a:gd name="connsiteY36320" fmla="*/ 3530396 h 5017219"/>
              <a:gd name="connsiteX36321" fmla="*/ 4832603 w 5799173"/>
              <a:gd name="connsiteY36321" fmla="*/ 3531808 h 5017219"/>
              <a:gd name="connsiteX36322" fmla="*/ 4822302 w 5799173"/>
              <a:gd name="connsiteY36322" fmla="*/ 3549587 h 5017219"/>
              <a:gd name="connsiteX36323" fmla="*/ 4821055 w 5799173"/>
              <a:gd name="connsiteY36323" fmla="*/ 3550335 h 5017219"/>
              <a:gd name="connsiteX36324" fmla="*/ 1610673 w 5799173"/>
              <a:gd name="connsiteY36324" fmla="*/ 2695718 h 5017219"/>
              <a:gd name="connsiteX36325" fmla="*/ 1609426 w 5799173"/>
              <a:gd name="connsiteY36325" fmla="*/ 2694970 h 5017219"/>
              <a:gd name="connsiteX36326" fmla="*/ 1599125 w 5799173"/>
              <a:gd name="connsiteY36326" fmla="*/ 2677108 h 5017219"/>
              <a:gd name="connsiteX36327" fmla="*/ 1599125 w 5799173"/>
              <a:gd name="connsiteY36327" fmla="*/ 2675613 h 5017219"/>
              <a:gd name="connsiteX36328" fmla="*/ 1609426 w 5799173"/>
              <a:gd name="connsiteY36328" fmla="*/ 2657751 h 5017219"/>
              <a:gd name="connsiteX36329" fmla="*/ 1610673 w 5799173"/>
              <a:gd name="connsiteY36329" fmla="*/ 2657003 h 5017219"/>
              <a:gd name="connsiteX36330" fmla="*/ 1631359 w 5799173"/>
              <a:gd name="connsiteY36330" fmla="*/ 2657003 h 5017219"/>
              <a:gd name="connsiteX36331" fmla="*/ 1632606 w 5799173"/>
              <a:gd name="connsiteY36331" fmla="*/ 2657751 h 5017219"/>
              <a:gd name="connsiteX36332" fmla="*/ 1642908 w 5799173"/>
              <a:gd name="connsiteY36332" fmla="*/ 2675613 h 5017219"/>
              <a:gd name="connsiteX36333" fmla="*/ 1642908 w 5799173"/>
              <a:gd name="connsiteY36333" fmla="*/ 2677108 h 5017219"/>
              <a:gd name="connsiteX36334" fmla="*/ 1632606 w 5799173"/>
              <a:gd name="connsiteY36334" fmla="*/ 2694970 h 5017219"/>
              <a:gd name="connsiteX36335" fmla="*/ 1631359 w 5799173"/>
              <a:gd name="connsiteY36335" fmla="*/ 2695718 h 5017219"/>
              <a:gd name="connsiteX36336" fmla="*/ 1670859 w 5799173"/>
              <a:gd name="connsiteY36336" fmla="*/ 2711845 h 5017219"/>
              <a:gd name="connsiteX36337" fmla="*/ 1669612 w 5799173"/>
              <a:gd name="connsiteY36337" fmla="*/ 2711097 h 5017219"/>
              <a:gd name="connsiteX36338" fmla="*/ 1659311 w 5799173"/>
              <a:gd name="connsiteY36338" fmla="*/ 2693235 h 5017219"/>
              <a:gd name="connsiteX36339" fmla="*/ 1659311 w 5799173"/>
              <a:gd name="connsiteY36339" fmla="*/ 2691740 h 5017219"/>
              <a:gd name="connsiteX36340" fmla="*/ 1669612 w 5799173"/>
              <a:gd name="connsiteY36340" fmla="*/ 2673878 h 5017219"/>
              <a:gd name="connsiteX36341" fmla="*/ 1670859 w 5799173"/>
              <a:gd name="connsiteY36341" fmla="*/ 2673130 h 5017219"/>
              <a:gd name="connsiteX36342" fmla="*/ 1691545 w 5799173"/>
              <a:gd name="connsiteY36342" fmla="*/ 2673130 h 5017219"/>
              <a:gd name="connsiteX36343" fmla="*/ 1692792 w 5799173"/>
              <a:gd name="connsiteY36343" fmla="*/ 2673877 h 5017219"/>
              <a:gd name="connsiteX36344" fmla="*/ 1703094 w 5799173"/>
              <a:gd name="connsiteY36344" fmla="*/ 2691740 h 5017219"/>
              <a:gd name="connsiteX36345" fmla="*/ 1703094 w 5799173"/>
              <a:gd name="connsiteY36345" fmla="*/ 2693235 h 5017219"/>
              <a:gd name="connsiteX36346" fmla="*/ 1692792 w 5799173"/>
              <a:gd name="connsiteY36346" fmla="*/ 2711097 h 5017219"/>
              <a:gd name="connsiteX36347" fmla="*/ 1691545 w 5799173"/>
              <a:gd name="connsiteY36347" fmla="*/ 2711845 h 5017219"/>
              <a:gd name="connsiteX36348" fmla="*/ 3295887 w 5799173"/>
              <a:gd name="connsiteY36348" fmla="*/ 3147270 h 5017219"/>
              <a:gd name="connsiteX36349" fmla="*/ 3294641 w 5799173"/>
              <a:gd name="connsiteY36349" fmla="*/ 3146522 h 5017219"/>
              <a:gd name="connsiteX36350" fmla="*/ 3284339 w 5799173"/>
              <a:gd name="connsiteY36350" fmla="*/ 3128660 h 5017219"/>
              <a:gd name="connsiteX36351" fmla="*/ 3284339 w 5799173"/>
              <a:gd name="connsiteY36351" fmla="*/ 3127165 h 5017219"/>
              <a:gd name="connsiteX36352" fmla="*/ 3294641 w 5799173"/>
              <a:gd name="connsiteY36352" fmla="*/ 3109303 h 5017219"/>
              <a:gd name="connsiteX36353" fmla="*/ 3295887 w 5799173"/>
              <a:gd name="connsiteY36353" fmla="*/ 3108555 h 5017219"/>
              <a:gd name="connsiteX36354" fmla="*/ 3316574 w 5799173"/>
              <a:gd name="connsiteY36354" fmla="*/ 3108555 h 5017219"/>
              <a:gd name="connsiteX36355" fmla="*/ 3317820 w 5799173"/>
              <a:gd name="connsiteY36355" fmla="*/ 3109302 h 5017219"/>
              <a:gd name="connsiteX36356" fmla="*/ 3328122 w 5799173"/>
              <a:gd name="connsiteY36356" fmla="*/ 3127165 h 5017219"/>
              <a:gd name="connsiteX36357" fmla="*/ 3328122 w 5799173"/>
              <a:gd name="connsiteY36357" fmla="*/ 3128660 h 5017219"/>
              <a:gd name="connsiteX36358" fmla="*/ 3317820 w 5799173"/>
              <a:gd name="connsiteY36358" fmla="*/ 3146522 h 5017219"/>
              <a:gd name="connsiteX36359" fmla="*/ 3316575 w 5799173"/>
              <a:gd name="connsiteY36359" fmla="*/ 3147270 h 5017219"/>
              <a:gd name="connsiteX36360" fmla="*/ 3536633 w 5799173"/>
              <a:gd name="connsiteY36360" fmla="*/ 3211777 h 5017219"/>
              <a:gd name="connsiteX36361" fmla="*/ 3535387 w 5799173"/>
              <a:gd name="connsiteY36361" fmla="*/ 3211029 h 5017219"/>
              <a:gd name="connsiteX36362" fmla="*/ 3525085 w 5799173"/>
              <a:gd name="connsiteY36362" fmla="*/ 3193167 h 5017219"/>
              <a:gd name="connsiteX36363" fmla="*/ 3525085 w 5799173"/>
              <a:gd name="connsiteY36363" fmla="*/ 3191672 h 5017219"/>
              <a:gd name="connsiteX36364" fmla="*/ 3535387 w 5799173"/>
              <a:gd name="connsiteY36364" fmla="*/ 3173810 h 5017219"/>
              <a:gd name="connsiteX36365" fmla="*/ 3536633 w 5799173"/>
              <a:gd name="connsiteY36365" fmla="*/ 3173062 h 5017219"/>
              <a:gd name="connsiteX36366" fmla="*/ 3557320 w 5799173"/>
              <a:gd name="connsiteY36366" fmla="*/ 3173062 h 5017219"/>
              <a:gd name="connsiteX36367" fmla="*/ 3558566 w 5799173"/>
              <a:gd name="connsiteY36367" fmla="*/ 3173810 h 5017219"/>
              <a:gd name="connsiteX36368" fmla="*/ 3568868 w 5799173"/>
              <a:gd name="connsiteY36368" fmla="*/ 3191672 h 5017219"/>
              <a:gd name="connsiteX36369" fmla="*/ 3568868 w 5799173"/>
              <a:gd name="connsiteY36369" fmla="*/ 3193167 h 5017219"/>
              <a:gd name="connsiteX36370" fmla="*/ 3558566 w 5799173"/>
              <a:gd name="connsiteY36370" fmla="*/ 3211029 h 5017219"/>
              <a:gd name="connsiteX36371" fmla="*/ 3557320 w 5799173"/>
              <a:gd name="connsiteY36371" fmla="*/ 3211777 h 5017219"/>
              <a:gd name="connsiteX36372" fmla="*/ 4439426 w 5799173"/>
              <a:gd name="connsiteY36372" fmla="*/ 3453680 h 5017219"/>
              <a:gd name="connsiteX36373" fmla="*/ 4438180 w 5799173"/>
              <a:gd name="connsiteY36373" fmla="*/ 3452932 h 5017219"/>
              <a:gd name="connsiteX36374" fmla="*/ 4427878 w 5799173"/>
              <a:gd name="connsiteY36374" fmla="*/ 3435070 h 5017219"/>
              <a:gd name="connsiteX36375" fmla="*/ 4427878 w 5799173"/>
              <a:gd name="connsiteY36375" fmla="*/ 3433575 h 5017219"/>
              <a:gd name="connsiteX36376" fmla="*/ 4438180 w 5799173"/>
              <a:gd name="connsiteY36376" fmla="*/ 3415713 h 5017219"/>
              <a:gd name="connsiteX36377" fmla="*/ 4439426 w 5799173"/>
              <a:gd name="connsiteY36377" fmla="*/ 3414965 h 5017219"/>
              <a:gd name="connsiteX36378" fmla="*/ 4460113 w 5799173"/>
              <a:gd name="connsiteY36378" fmla="*/ 3414965 h 5017219"/>
              <a:gd name="connsiteX36379" fmla="*/ 4461359 w 5799173"/>
              <a:gd name="connsiteY36379" fmla="*/ 3415713 h 5017219"/>
              <a:gd name="connsiteX36380" fmla="*/ 4471660 w 5799173"/>
              <a:gd name="connsiteY36380" fmla="*/ 3433575 h 5017219"/>
              <a:gd name="connsiteX36381" fmla="*/ 4471661 w 5799173"/>
              <a:gd name="connsiteY36381" fmla="*/ 3435070 h 5017219"/>
              <a:gd name="connsiteX36382" fmla="*/ 4461358 w 5799173"/>
              <a:gd name="connsiteY36382" fmla="*/ 3452932 h 5017219"/>
              <a:gd name="connsiteX36383" fmla="*/ 4460113 w 5799173"/>
              <a:gd name="connsiteY36383" fmla="*/ 3453680 h 5017219"/>
              <a:gd name="connsiteX36384" fmla="*/ 4499612 w 5799173"/>
              <a:gd name="connsiteY36384" fmla="*/ 3469807 h 5017219"/>
              <a:gd name="connsiteX36385" fmla="*/ 4498367 w 5799173"/>
              <a:gd name="connsiteY36385" fmla="*/ 3469059 h 5017219"/>
              <a:gd name="connsiteX36386" fmla="*/ 4488065 w 5799173"/>
              <a:gd name="connsiteY36386" fmla="*/ 3451197 h 5017219"/>
              <a:gd name="connsiteX36387" fmla="*/ 4488064 w 5799173"/>
              <a:gd name="connsiteY36387" fmla="*/ 3449702 h 5017219"/>
              <a:gd name="connsiteX36388" fmla="*/ 4498367 w 5799173"/>
              <a:gd name="connsiteY36388" fmla="*/ 3431840 h 5017219"/>
              <a:gd name="connsiteX36389" fmla="*/ 4499613 w 5799173"/>
              <a:gd name="connsiteY36389" fmla="*/ 3431092 h 5017219"/>
              <a:gd name="connsiteX36390" fmla="*/ 4520299 w 5799173"/>
              <a:gd name="connsiteY36390" fmla="*/ 3431092 h 5017219"/>
              <a:gd name="connsiteX36391" fmla="*/ 4521545 w 5799173"/>
              <a:gd name="connsiteY36391" fmla="*/ 3431840 h 5017219"/>
              <a:gd name="connsiteX36392" fmla="*/ 4531847 w 5799173"/>
              <a:gd name="connsiteY36392" fmla="*/ 3449702 h 5017219"/>
              <a:gd name="connsiteX36393" fmla="*/ 4531847 w 5799173"/>
              <a:gd name="connsiteY36393" fmla="*/ 3451197 h 5017219"/>
              <a:gd name="connsiteX36394" fmla="*/ 4521545 w 5799173"/>
              <a:gd name="connsiteY36394" fmla="*/ 3469059 h 5017219"/>
              <a:gd name="connsiteX36395" fmla="*/ 4520300 w 5799173"/>
              <a:gd name="connsiteY36395" fmla="*/ 3469807 h 5017219"/>
              <a:gd name="connsiteX36396" fmla="*/ 3416178 w 5799173"/>
              <a:gd name="connsiteY36396" fmla="*/ 3179596 h 5017219"/>
              <a:gd name="connsiteX36397" fmla="*/ 3414933 w 5799173"/>
              <a:gd name="connsiteY36397" fmla="*/ 3178848 h 5017219"/>
              <a:gd name="connsiteX36398" fmla="*/ 3404548 w 5799173"/>
              <a:gd name="connsiteY36398" fmla="*/ 3160903 h 5017219"/>
              <a:gd name="connsiteX36399" fmla="*/ 3404548 w 5799173"/>
              <a:gd name="connsiteY36399" fmla="*/ 3159408 h 5017219"/>
              <a:gd name="connsiteX36400" fmla="*/ 3414933 w 5799173"/>
              <a:gd name="connsiteY36400" fmla="*/ 3141463 h 5017219"/>
              <a:gd name="connsiteX36401" fmla="*/ 3416179 w 5799173"/>
              <a:gd name="connsiteY36401" fmla="*/ 3140715 h 5017219"/>
              <a:gd name="connsiteX36402" fmla="*/ 3436948 w 5799173"/>
              <a:gd name="connsiteY36402" fmla="*/ 3140715 h 5017219"/>
              <a:gd name="connsiteX36403" fmla="*/ 3438195 w 5799173"/>
              <a:gd name="connsiteY36403" fmla="*/ 3141463 h 5017219"/>
              <a:gd name="connsiteX36404" fmla="*/ 3448579 w 5799173"/>
              <a:gd name="connsiteY36404" fmla="*/ 3159408 h 5017219"/>
              <a:gd name="connsiteX36405" fmla="*/ 3448580 w 5799173"/>
              <a:gd name="connsiteY36405" fmla="*/ 3160903 h 5017219"/>
              <a:gd name="connsiteX36406" fmla="*/ 3438195 w 5799173"/>
              <a:gd name="connsiteY36406" fmla="*/ 3178848 h 5017219"/>
              <a:gd name="connsiteX36407" fmla="*/ 3436949 w 5799173"/>
              <a:gd name="connsiteY36407" fmla="*/ 3179596 h 5017219"/>
              <a:gd name="connsiteX36408" fmla="*/ 3897668 w 5799173"/>
              <a:gd name="connsiteY36408" fmla="*/ 3308610 h 5017219"/>
              <a:gd name="connsiteX36409" fmla="*/ 3896422 w 5799173"/>
              <a:gd name="connsiteY36409" fmla="*/ 3307863 h 5017219"/>
              <a:gd name="connsiteX36410" fmla="*/ 3886038 w 5799173"/>
              <a:gd name="connsiteY36410" fmla="*/ 3289918 h 5017219"/>
              <a:gd name="connsiteX36411" fmla="*/ 3886038 w 5799173"/>
              <a:gd name="connsiteY36411" fmla="*/ 3288423 h 5017219"/>
              <a:gd name="connsiteX36412" fmla="*/ 3896422 w 5799173"/>
              <a:gd name="connsiteY36412" fmla="*/ 3270477 h 5017219"/>
              <a:gd name="connsiteX36413" fmla="*/ 3897668 w 5799173"/>
              <a:gd name="connsiteY36413" fmla="*/ 3269729 h 5017219"/>
              <a:gd name="connsiteX36414" fmla="*/ 3918438 w 5799173"/>
              <a:gd name="connsiteY36414" fmla="*/ 3269730 h 5017219"/>
              <a:gd name="connsiteX36415" fmla="*/ 3919685 w 5799173"/>
              <a:gd name="connsiteY36415" fmla="*/ 3270478 h 5017219"/>
              <a:gd name="connsiteX36416" fmla="*/ 3930069 w 5799173"/>
              <a:gd name="connsiteY36416" fmla="*/ 3288423 h 5017219"/>
              <a:gd name="connsiteX36417" fmla="*/ 3930069 w 5799173"/>
              <a:gd name="connsiteY36417" fmla="*/ 3289918 h 5017219"/>
              <a:gd name="connsiteX36418" fmla="*/ 3919685 w 5799173"/>
              <a:gd name="connsiteY36418" fmla="*/ 3307862 h 5017219"/>
              <a:gd name="connsiteX36419" fmla="*/ 3918439 w 5799173"/>
              <a:gd name="connsiteY36419" fmla="*/ 3308610 h 5017219"/>
              <a:gd name="connsiteX36420" fmla="*/ 2272556 w 5799173"/>
              <a:gd name="connsiteY36420" fmla="*/ 2873267 h 5017219"/>
              <a:gd name="connsiteX36421" fmla="*/ 2271310 w 5799173"/>
              <a:gd name="connsiteY36421" fmla="*/ 2872520 h 5017219"/>
              <a:gd name="connsiteX36422" fmla="*/ 2260925 w 5799173"/>
              <a:gd name="connsiteY36422" fmla="*/ 2854491 h 5017219"/>
              <a:gd name="connsiteX36423" fmla="*/ 2260925 w 5799173"/>
              <a:gd name="connsiteY36423" fmla="*/ 2852996 h 5017219"/>
              <a:gd name="connsiteX36424" fmla="*/ 2271393 w 5799173"/>
              <a:gd name="connsiteY36424" fmla="*/ 2834968 h 5017219"/>
              <a:gd name="connsiteX36425" fmla="*/ 2272640 w 5799173"/>
              <a:gd name="connsiteY36425" fmla="*/ 2834220 h 5017219"/>
              <a:gd name="connsiteX36426" fmla="*/ 2293493 w 5799173"/>
              <a:gd name="connsiteY36426" fmla="*/ 2834221 h 5017219"/>
              <a:gd name="connsiteX36427" fmla="*/ 2294738 w 5799173"/>
              <a:gd name="connsiteY36427" fmla="*/ 2834968 h 5017219"/>
              <a:gd name="connsiteX36428" fmla="*/ 2305123 w 5799173"/>
              <a:gd name="connsiteY36428" fmla="*/ 2852996 h 5017219"/>
              <a:gd name="connsiteX36429" fmla="*/ 2305123 w 5799173"/>
              <a:gd name="connsiteY36429" fmla="*/ 2854492 h 5017219"/>
              <a:gd name="connsiteX36430" fmla="*/ 2294655 w 5799173"/>
              <a:gd name="connsiteY36430" fmla="*/ 2872521 h 5017219"/>
              <a:gd name="connsiteX36431" fmla="*/ 2293409 w 5799173"/>
              <a:gd name="connsiteY36431" fmla="*/ 2873267 h 5017219"/>
              <a:gd name="connsiteX36432" fmla="*/ 2332743 w 5799173"/>
              <a:gd name="connsiteY36432" fmla="*/ 2889394 h 5017219"/>
              <a:gd name="connsiteX36433" fmla="*/ 2331497 w 5799173"/>
              <a:gd name="connsiteY36433" fmla="*/ 2888647 h 5017219"/>
              <a:gd name="connsiteX36434" fmla="*/ 2321112 w 5799173"/>
              <a:gd name="connsiteY36434" fmla="*/ 2870619 h 5017219"/>
              <a:gd name="connsiteX36435" fmla="*/ 2321112 w 5799173"/>
              <a:gd name="connsiteY36435" fmla="*/ 2869123 h 5017219"/>
              <a:gd name="connsiteX36436" fmla="*/ 2331580 w 5799173"/>
              <a:gd name="connsiteY36436" fmla="*/ 2851095 h 5017219"/>
              <a:gd name="connsiteX36437" fmla="*/ 2332826 w 5799173"/>
              <a:gd name="connsiteY36437" fmla="*/ 2850347 h 5017219"/>
              <a:gd name="connsiteX36438" fmla="*/ 2353679 w 5799173"/>
              <a:gd name="connsiteY36438" fmla="*/ 2850348 h 5017219"/>
              <a:gd name="connsiteX36439" fmla="*/ 2354925 w 5799173"/>
              <a:gd name="connsiteY36439" fmla="*/ 2851095 h 5017219"/>
              <a:gd name="connsiteX36440" fmla="*/ 2365310 w 5799173"/>
              <a:gd name="connsiteY36440" fmla="*/ 2869123 h 5017219"/>
              <a:gd name="connsiteX36441" fmla="*/ 2365310 w 5799173"/>
              <a:gd name="connsiteY36441" fmla="*/ 2870619 h 5017219"/>
              <a:gd name="connsiteX36442" fmla="*/ 2354842 w 5799173"/>
              <a:gd name="connsiteY36442" fmla="*/ 2888648 h 5017219"/>
              <a:gd name="connsiteX36443" fmla="*/ 2353596 w 5799173"/>
              <a:gd name="connsiteY36443" fmla="*/ 2889394 h 5017219"/>
              <a:gd name="connsiteX36444" fmla="*/ 4680005 w 5799173"/>
              <a:gd name="connsiteY36444" fmla="*/ 3518341 h 5017219"/>
              <a:gd name="connsiteX36445" fmla="*/ 4678760 w 5799173"/>
              <a:gd name="connsiteY36445" fmla="*/ 3517595 h 5017219"/>
              <a:gd name="connsiteX36446" fmla="*/ 4668375 w 5799173"/>
              <a:gd name="connsiteY36446" fmla="*/ 3499566 h 5017219"/>
              <a:gd name="connsiteX36447" fmla="*/ 4668375 w 5799173"/>
              <a:gd name="connsiteY36447" fmla="*/ 3498070 h 5017219"/>
              <a:gd name="connsiteX36448" fmla="*/ 4678843 w 5799173"/>
              <a:gd name="connsiteY36448" fmla="*/ 3480042 h 5017219"/>
              <a:gd name="connsiteX36449" fmla="*/ 4680089 w 5799173"/>
              <a:gd name="connsiteY36449" fmla="*/ 3479295 h 5017219"/>
              <a:gd name="connsiteX36450" fmla="*/ 4700942 w 5799173"/>
              <a:gd name="connsiteY36450" fmla="*/ 3479295 h 5017219"/>
              <a:gd name="connsiteX36451" fmla="*/ 4702188 w 5799173"/>
              <a:gd name="connsiteY36451" fmla="*/ 3480043 h 5017219"/>
              <a:gd name="connsiteX36452" fmla="*/ 4712573 w 5799173"/>
              <a:gd name="connsiteY36452" fmla="*/ 3498070 h 5017219"/>
              <a:gd name="connsiteX36453" fmla="*/ 4712573 w 5799173"/>
              <a:gd name="connsiteY36453" fmla="*/ 3499566 h 5017219"/>
              <a:gd name="connsiteX36454" fmla="*/ 4702105 w 5799173"/>
              <a:gd name="connsiteY36454" fmla="*/ 3517595 h 5017219"/>
              <a:gd name="connsiteX36455" fmla="*/ 4700858 w 5799173"/>
              <a:gd name="connsiteY36455" fmla="*/ 3518342 h 5017219"/>
              <a:gd name="connsiteX36456" fmla="*/ 4740192 w 5799173"/>
              <a:gd name="connsiteY36456" fmla="*/ 3534468 h 5017219"/>
              <a:gd name="connsiteX36457" fmla="*/ 4738947 w 5799173"/>
              <a:gd name="connsiteY36457" fmla="*/ 3533722 h 5017219"/>
              <a:gd name="connsiteX36458" fmla="*/ 4728562 w 5799173"/>
              <a:gd name="connsiteY36458" fmla="*/ 3515693 h 5017219"/>
              <a:gd name="connsiteX36459" fmla="*/ 4728562 w 5799173"/>
              <a:gd name="connsiteY36459" fmla="*/ 3514197 h 5017219"/>
              <a:gd name="connsiteX36460" fmla="*/ 4739030 w 5799173"/>
              <a:gd name="connsiteY36460" fmla="*/ 3496170 h 5017219"/>
              <a:gd name="connsiteX36461" fmla="*/ 4740276 w 5799173"/>
              <a:gd name="connsiteY36461" fmla="*/ 3495422 h 5017219"/>
              <a:gd name="connsiteX36462" fmla="*/ 4761129 w 5799173"/>
              <a:gd name="connsiteY36462" fmla="*/ 3495422 h 5017219"/>
              <a:gd name="connsiteX36463" fmla="*/ 4762375 w 5799173"/>
              <a:gd name="connsiteY36463" fmla="*/ 3496170 h 5017219"/>
              <a:gd name="connsiteX36464" fmla="*/ 4772760 w 5799173"/>
              <a:gd name="connsiteY36464" fmla="*/ 3514197 h 5017219"/>
              <a:gd name="connsiteX36465" fmla="*/ 4772760 w 5799173"/>
              <a:gd name="connsiteY36465" fmla="*/ 3515693 h 5017219"/>
              <a:gd name="connsiteX36466" fmla="*/ 4762292 w 5799173"/>
              <a:gd name="connsiteY36466" fmla="*/ 3533722 h 5017219"/>
              <a:gd name="connsiteX36467" fmla="*/ 4761045 w 5799173"/>
              <a:gd name="connsiteY36467" fmla="*/ 3534469 h 5017219"/>
              <a:gd name="connsiteX36468" fmla="*/ 4860564 w 5799173"/>
              <a:gd name="connsiteY36468" fmla="*/ 3566722 h 5017219"/>
              <a:gd name="connsiteX36469" fmla="*/ 4859318 w 5799173"/>
              <a:gd name="connsiteY36469" fmla="*/ 3565975 h 5017219"/>
              <a:gd name="connsiteX36470" fmla="*/ 4848933 w 5799173"/>
              <a:gd name="connsiteY36470" fmla="*/ 3547946 h 5017219"/>
              <a:gd name="connsiteX36471" fmla="*/ 4848933 w 5799173"/>
              <a:gd name="connsiteY36471" fmla="*/ 3546451 h 5017219"/>
              <a:gd name="connsiteX36472" fmla="*/ 4859401 w 5799173"/>
              <a:gd name="connsiteY36472" fmla="*/ 3528423 h 5017219"/>
              <a:gd name="connsiteX36473" fmla="*/ 4860647 w 5799173"/>
              <a:gd name="connsiteY36473" fmla="*/ 3527675 h 5017219"/>
              <a:gd name="connsiteX36474" fmla="*/ 4881500 w 5799173"/>
              <a:gd name="connsiteY36474" fmla="*/ 3527675 h 5017219"/>
              <a:gd name="connsiteX36475" fmla="*/ 4882746 w 5799173"/>
              <a:gd name="connsiteY36475" fmla="*/ 3528423 h 5017219"/>
              <a:gd name="connsiteX36476" fmla="*/ 4893131 w 5799173"/>
              <a:gd name="connsiteY36476" fmla="*/ 3546451 h 5017219"/>
              <a:gd name="connsiteX36477" fmla="*/ 4893131 w 5799173"/>
              <a:gd name="connsiteY36477" fmla="*/ 3547946 h 5017219"/>
              <a:gd name="connsiteX36478" fmla="*/ 4882663 w 5799173"/>
              <a:gd name="connsiteY36478" fmla="*/ 3565975 h 5017219"/>
              <a:gd name="connsiteX36479" fmla="*/ 4881417 w 5799173"/>
              <a:gd name="connsiteY36479" fmla="*/ 3566722 h 5017219"/>
              <a:gd name="connsiteX36480" fmla="*/ 4920751 w 5799173"/>
              <a:gd name="connsiteY36480" fmla="*/ 3582849 h 5017219"/>
              <a:gd name="connsiteX36481" fmla="*/ 4919505 w 5799173"/>
              <a:gd name="connsiteY36481" fmla="*/ 3582102 h 5017219"/>
              <a:gd name="connsiteX36482" fmla="*/ 4909120 w 5799173"/>
              <a:gd name="connsiteY36482" fmla="*/ 3564073 h 5017219"/>
              <a:gd name="connsiteX36483" fmla="*/ 4909120 w 5799173"/>
              <a:gd name="connsiteY36483" fmla="*/ 3562578 h 5017219"/>
              <a:gd name="connsiteX36484" fmla="*/ 4919588 w 5799173"/>
              <a:gd name="connsiteY36484" fmla="*/ 3544550 h 5017219"/>
              <a:gd name="connsiteX36485" fmla="*/ 4920834 w 5799173"/>
              <a:gd name="connsiteY36485" fmla="*/ 3543802 h 5017219"/>
              <a:gd name="connsiteX36486" fmla="*/ 4941687 w 5799173"/>
              <a:gd name="connsiteY36486" fmla="*/ 3543802 h 5017219"/>
              <a:gd name="connsiteX36487" fmla="*/ 4942933 w 5799173"/>
              <a:gd name="connsiteY36487" fmla="*/ 3544550 h 5017219"/>
              <a:gd name="connsiteX36488" fmla="*/ 4953318 w 5799173"/>
              <a:gd name="connsiteY36488" fmla="*/ 3562578 h 5017219"/>
              <a:gd name="connsiteX36489" fmla="*/ 4953318 w 5799173"/>
              <a:gd name="connsiteY36489" fmla="*/ 3564073 h 5017219"/>
              <a:gd name="connsiteX36490" fmla="*/ 4942850 w 5799173"/>
              <a:gd name="connsiteY36490" fmla="*/ 3582102 h 5017219"/>
              <a:gd name="connsiteX36491" fmla="*/ 4941604 w 5799173"/>
              <a:gd name="connsiteY36491" fmla="*/ 3582849 h 5017219"/>
              <a:gd name="connsiteX36492" fmla="*/ 2212370 w 5799173"/>
              <a:gd name="connsiteY36492" fmla="*/ 2857224 h 5017219"/>
              <a:gd name="connsiteX36493" fmla="*/ 2211124 w 5799173"/>
              <a:gd name="connsiteY36493" fmla="*/ 2856476 h 5017219"/>
              <a:gd name="connsiteX36494" fmla="*/ 2200657 w 5799173"/>
              <a:gd name="connsiteY36494" fmla="*/ 2838365 h 5017219"/>
              <a:gd name="connsiteX36495" fmla="*/ 2200657 w 5799173"/>
              <a:gd name="connsiteY36495" fmla="*/ 2836870 h 5017219"/>
              <a:gd name="connsiteX36496" fmla="*/ 2211124 w 5799173"/>
              <a:gd name="connsiteY36496" fmla="*/ 2818759 h 5017219"/>
              <a:gd name="connsiteX36497" fmla="*/ 2212370 w 5799173"/>
              <a:gd name="connsiteY36497" fmla="*/ 2818011 h 5017219"/>
              <a:gd name="connsiteX36498" fmla="*/ 2233307 w 5799173"/>
              <a:gd name="connsiteY36498" fmla="*/ 2818011 h 5017219"/>
              <a:gd name="connsiteX36499" fmla="*/ 2234553 w 5799173"/>
              <a:gd name="connsiteY36499" fmla="*/ 2818759 h 5017219"/>
              <a:gd name="connsiteX36500" fmla="*/ 2245020 w 5799173"/>
              <a:gd name="connsiteY36500" fmla="*/ 2836870 h 5017219"/>
              <a:gd name="connsiteX36501" fmla="*/ 2245020 w 5799173"/>
              <a:gd name="connsiteY36501" fmla="*/ 2838365 h 5017219"/>
              <a:gd name="connsiteX36502" fmla="*/ 2234553 w 5799173"/>
              <a:gd name="connsiteY36502" fmla="*/ 2856476 h 5017219"/>
              <a:gd name="connsiteX36503" fmla="*/ 2233307 w 5799173"/>
              <a:gd name="connsiteY36503" fmla="*/ 2857224 h 5017219"/>
              <a:gd name="connsiteX36504" fmla="*/ 2392929 w 5799173"/>
              <a:gd name="connsiteY36504" fmla="*/ 2905604 h 5017219"/>
              <a:gd name="connsiteX36505" fmla="*/ 2391683 w 5799173"/>
              <a:gd name="connsiteY36505" fmla="*/ 2904856 h 5017219"/>
              <a:gd name="connsiteX36506" fmla="*/ 2381215 w 5799173"/>
              <a:gd name="connsiteY36506" fmla="*/ 2886745 h 5017219"/>
              <a:gd name="connsiteX36507" fmla="*/ 2381215 w 5799173"/>
              <a:gd name="connsiteY36507" fmla="*/ 2885250 h 5017219"/>
              <a:gd name="connsiteX36508" fmla="*/ 2391683 w 5799173"/>
              <a:gd name="connsiteY36508" fmla="*/ 2867139 h 5017219"/>
              <a:gd name="connsiteX36509" fmla="*/ 2392929 w 5799173"/>
              <a:gd name="connsiteY36509" fmla="*/ 2866391 h 5017219"/>
              <a:gd name="connsiteX36510" fmla="*/ 2413865 w 5799173"/>
              <a:gd name="connsiteY36510" fmla="*/ 2866391 h 5017219"/>
              <a:gd name="connsiteX36511" fmla="*/ 2415111 w 5799173"/>
              <a:gd name="connsiteY36511" fmla="*/ 2867139 h 5017219"/>
              <a:gd name="connsiteX36512" fmla="*/ 2425579 w 5799173"/>
              <a:gd name="connsiteY36512" fmla="*/ 2885250 h 5017219"/>
              <a:gd name="connsiteX36513" fmla="*/ 2425579 w 5799173"/>
              <a:gd name="connsiteY36513" fmla="*/ 2886745 h 5017219"/>
              <a:gd name="connsiteX36514" fmla="*/ 2415111 w 5799173"/>
              <a:gd name="connsiteY36514" fmla="*/ 2904856 h 5017219"/>
              <a:gd name="connsiteX36515" fmla="*/ 2413865 w 5799173"/>
              <a:gd name="connsiteY36515" fmla="*/ 2905604 h 5017219"/>
              <a:gd name="connsiteX36516" fmla="*/ 3596654 w 5799173"/>
              <a:gd name="connsiteY36516" fmla="*/ 3228141 h 5017219"/>
              <a:gd name="connsiteX36517" fmla="*/ 3595408 w 5799173"/>
              <a:gd name="connsiteY36517" fmla="*/ 3227393 h 5017219"/>
              <a:gd name="connsiteX36518" fmla="*/ 3584940 w 5799173"/>
              <a:gd name="connsiteY36518" fmla="*/ 3209283 h 5017219"/>
              <a:gd name="connsiteX36519" fmla="*/ 3584940 w 5799173"/>
              <a:gd name="connsiteY36519" fmla="*/ 3207787 h 5017219"/>
              <a:gd name="connsiteX36520" fmla="*/ 3595408 w 5799173"/>
              <a:gd name="connsiteY36520" fmla="*/ 3189676 h 5017219"/>
              <a:gd name="connsiteX36521" fmla="*/ 3596654 w 5799173"/>
              <a:gd name="connsiteY36521" fmla="*/ 3188928 h 5017219"/>
              <a:gd name="connsiteX36522" fmla="*/ 3617590 w 5799173"/>
              <a:gd name="connsiteY36522" fmla="*/ 3188928 h 5017219"/>
              <a:gd name="connsiteX36523" fmla="*/ 3618836 w 5799173"/>
              <a:gd name="connsiteY36523" fmla="*/ 3189676 h 5017219"/>
              <a:gd name="connsiteX36524" fmla="*/ 3629304 w 5799173"/>
              <a:gd name="connsiteY36524" fmla="*/ 3207787 h 5017219"/>
              <a:gd name="connsiteX36525" fmla="*/ 3629304 w 5799173"/>
              <a:gd name="connsiteY36525" fmla="*/ 3209282 h 5017219"/>
              <a:gd name="connsiteX36526" fmla="*/ 3618836 w 5799173"/>
              <a:gd name="connsiteY36526" fmla="*/ 3227393 h 5017219"/>
              <a:gd name="connsiteX36527" fmla="*/ 3617590 w 5799173"/>
              <a:gd name="connsiteY36527" fmla="*/ 3228141 h 5017219"/>
              <a:gd name="connsiteX36528" fmla="*/ 3656840 w 5799173"/>
              <a:gd name="connsiteY36528" fmla="*/ 3244268 h 5017219"/>
              <a:gd name="connsiteX36529" fmla="*/ 3655594 w 5799173"/>
              <a:gd name="connsiteY36529" fmla="*/ 3243520 h 5017219"/>
              <a:gd name="connsiteX36530" fmla="*/ 3645126 w 5799173"/>
              <a:gd name="connsiteY36530" fmla="*/ 3225409 h 5017219"/>
              <a:gd name="connsiteX36531" fmla="*/ 3645126 w 5799173"/>
              <a:gd name="connsiteY36531" fmla="*/ 3223914 h 5017219"/>
              <a:gd name="connsiteX36532" fmla="*/ 3655594 w 5799173"/>
              <a:gd name="connsiteY36532" fmla="*/ 3205803 h 5017219"/>
              <a:gd name="connsiteX36533" fmla="*/ 3656840 w 5799173"/>
              <a:gd name="connsiteY36533" fmla="*/ 3205055 h 5017219"/>
              <a:gd name="connsiteX36534" fmla="*/ 3677776 w 5799173"/>
              <a:gd name="connsiteY36534" fmla="*/ 3205055 h 5017219"/>
              <a:gd name="connsiteX36535" fmla="*/ 3679022 w 5799173"/>
              <a:gd name="connsiteY36535" fmla="*/ 3205803 h 5017219"/>
              <a:gd name="connsiteX36536" fmla="*/ 3689490 w 5799173"/>
              <a:gd name="connsiteY36536" fmla="*/ 3223914 h 5017219"/>
              <a:gd name="connsiteX36537" fmla="*/ 3689490 w 5799173"/>
              <a:gd name="connsiteY36537" fmla="*/ 3225409 h 5017219"/>
              <a:gd name="connsiteX36538" fmla="*/ 3679022 w 5799173"/>
              <a:gd name="connsiteY36538" fmla="*/ 3243520 h 5017219"/>
              <a:gd name="connsiteX36539" fmla="*/ 3677776 w 5799173"/>
              <a:gd name="connsiteY36539" fmla="*/ 3244268 h 5017219"/>
              <a:gd name="connsiteX36540" fmla="*/ 3777213 w 5799173"/>
              <a:gd name="connsiteY36540" fmla="*/ 3276522 h 5017219"/>
              <a:gd name="connsiteX36541" fmla="*/ 3775967 w 5799173"/>
              <a:gd name="connsiteY36541" fmla="*/ 3275774 h 5017219"/>
              <a:gd name="connsiteX36542" fmla="*/ 3765499 w 5799173"/>
              <a:gd name="connsiteY36542" fmla="*/ 3257663 h 5017219"/>
              <a:gd name="connsiteX36543" fmla="*/ 3765499 w 5799173"/>
              <a:gd name="connsiteY36543" fmla="*/ 3256168 h 5017219"/>
              <a:gd name="connsiteX36544" fmla="*/ 3775967 w 5799173"/>
              <a:gd name="connsiteY36544" fmla="*/ 3238057 h 5017219"/>
              <a:gd name="connsiteX36545" fmla="*/ 3777213 w 5799173"/>
              <a:gd name="connsiteY36545" fmla="*/ 3237309 h 5017219"/>
              <a:gd name="connsiteX36546" fmla="*/ 3798149 w 5799173"/>
              <a:gd name="connsiteY36546" fmla="*/ 3237309 h 5017219"/>
              <a:gd name="connsiteX36547" fmla="*/ 3799395 w 5799173"/>
              <a:gd name="connsiteY36547" fmla="*/ 3238057 h 5017219"/>
              <a:gd name="connsiteX36548" fmla="*/ 3809863 w 5799173"/>
              <a:gd name="connsiteY36548" fmla="*/ 3256168 h 5017219"/>
              <a:gd name="connsiteX36549" fmla="*/ 3809863 w 5799173"/>
              <a:gd name="connsiteY36549" fmla="*/ 3257663 h 5017219"/>
              <a:gd name="connsiteX36550" fmla="*/ 3799395 w 5799173"/>
              <a:gd name="connsiteY36550" fmla="*/ 3275774 h 5017219"/>
              <a:gd name="connsiteX36551" fmla="*/ 3798149 w 5799173"/>
              <a:gd name="connsiteY36551" fmla="*/ 3276522 h 5017219"/>
              <a:gd name="connsiteX36552" fmla="*/ 3837398 w 5799173"/>
              <a:gd name="connsiteY36552" fmla="*/ 3292649 h 5017219"/>
              <a:gd name="connsiteX36553" fmla="*/ 3836153 w 5799173"/>
              <a:gd name="connsiteY36553" fmla="*/ 3291901 h 5017219"/>
              <a:gd name="connsiteX36554" fmla="*/ 3825685 w 5799173"/>
              <a:gd name="connsiteY36554" fmla="*/ 3273790 h 5017219"/>
              <a:gd name="connsiteX36555" fmla="*/ 3825685 w 5799173"/>
              <a:gd name="connsiteY36555" fmla="*/ 3272295 h 5017219"/>
              <a:gd name="connsiteX36556" fmla="*/ 3836152 w 5799173"/>
              <a:gd name="connsiteY36556" fmla="*/ 3254184 h 5017219"/>
              <a:gd name="connsiteX36557" fmla="*/ 3837398 w 5799173"/>
              <a:gd name="connsiteY36557" fmla="*/ 3253436 h 5017219"/>
              <a:gd name="connsiteX36558" fmla="*/ 3858335 w 5799173"/>
              <a:gd name="connsiteY36558" fmla="*/ 3253436 h 5017219"/>
              <a:gd name="connsiteX36559" fmla="*/ 3859581 w 5799173"/>
              <a:gd name="connsiteY36559" fmla="*/ 3254184 h 5017219"/>
              <a:gd name="connsiteX36560" fmla="*/ 3870048 w 5799173"/>
              <a:gd name="connsiteY36560" fmla="*/ 3272295 h 5017219"/>
              <a:gd name="connsiteX36561" fmla="*/ 3870048 w 5799173"/>
              <a:gd name="connsiteY36561" fmla="*/ 3273790 h 5017219"/>
              <a:gd name="connsiteX36562" fmla="*/ 3859581 w 5799173"/>
              <a:gd name="connsiteY36562" fmla="*/ 3291901 h 5017219"/>
              <a:gd name="connsiteX36563" fmla="*/ 3858335 w 5799173"/>
              <a:gd name="connsiteY36563" fmla="*/ 3292649 h 5017219"/>
              <a:gd name="connsiteX36564" fmla="*/ 4379074 w 5799173"/>
              <a:gd name="connsiteY36564" fmla="*/ 3437790 h 5017219"/>
              <a:gd name="connsiteX36565" fmla="*/ 4377828 w 5799173"/>
              <a:gd name="connsiteY36565" fmla="*/ 3437042 h 5017219"/>
              <a:gd name="connsiteX36566" fmla="*/ 4367361 w 5799173"/>
              <a:gd name="connsiteY36566" fmla="*/ 3418931 h 5017219"/>
              <a:gd name="connsiteX36567" fmla="*/ 4367361 w 5799173"/>
              <a:gd name="connsiteY36567" fmla="*/ 3417436 h 5017219"/>
              <a:gd name="connsiteX36568" fmla="*/ 4377828 w 5799173"/>
              <a:gd name="connsiteY36568" fmla="*/ 3399325 h 5017219"/>
              <a:gd name="connsiteX36569" fmla="*/ 4379074 w 5799173"/>
              <a:gd name="connsiteY36569" fmla="*/ 3398577 h 5017219"/>
              <a:gd name="connsiteX36570" fmla="*/ 4400011 w 5799173"/>
              <a:gd name="connsiteY36570" fmla="*/ 3398577 h 5017219"/>
              <a:gd name="connsiteX36571" fmla="*/ 4401256 w 5799173"/>
              <a:gd name="connsiteY36571" fmla="*/ 3399325 h 5017219"/>
              <a:gd name="connsiteX36572" fmla="*/ 4411724 w 5799173"/>
              <a:gd name="connsiteY36572" fmla="*/ 3417436 h 5017219"/>
              <a:gd name="connsiteX36573" fmla="*/ 4411724 w 5799173"/>
              <a:gd name="connsiteY36573" fmla="*/ 3418931 h 5017219"/>
              <a:gd name="connsiteX36574" fmla="*/ 4401257 w 5799173"/>
              <a:gd name="connsiteY36574" fmla="*/ 3437042 h 5017219"/>
              <a:gd name="connsiteX36575" fmla="*/ 4400011 w 5799173"/>
              <a:gd name="connsiteY36575" fmla="*/ 3437790 h 5017219"/>
              <a:gd name="connsiteX36576" fmla="*/ 4559633 w 5799173"/>
              <a:gd name="connsiteY36576" fmla="*/ 3486171 h 5017219"/>
              <a:gd name="connsiteX36577" fmla="*/ 4558387 w 5799173"/>
              <a:gd name="connsiteY36577" fmla="*/ 3485423 h 5017219"/>
              <a:gd name="connsiteX36578" fmla="*/ 4547919 w 5799173"/>
              <a:gd name="connsiteY36578" fmla="*/ 3467312 h 5017219"/>
              <a:gd name="connsiteX36579" fmla="*/ 4547919 w 5799173"/>
              <a:gd name="connsiteY36579" fmla="*/ 3465817 h 5017219"/>
              <a:gd name="connsiteX36580" fmla="*/ 4558387 w 5799173"/>
              <a:gd name="connsiteY36580" fmla="*/ 3447706 h 5017219"/>
              <a:gd name="connsiteX36581" fmla="*/ 4559633 w 5799173"/>
              <a:gd name="connsiteY36581" fmla="*/ 3446958 h 5017219"/>
              <a:gd name="connsiteX36582" fmla="*/ 4580569 w 5799173"/>
              <a:gd name="connsiteY36582" fmla="*/ 3446958 h 5017219"/>
              <a:gd name="connsiteX36583" fmla="*/ 4581815 w 5799173"/>
              <a:gd name="connsiteY36583" fmla="*/ 3447706 h 5017219"/>
              <a:gd name="connsiteX36584" fmla="*/ 4592283 w 5799173"/>
              <a:gd name="connsiteY36584" fmla="*/ 3465817 h 5017219"/>
              <a:gd name="connsiteX36585" fmla="*/ 4592283 w 5799173"/>
              <a:gd name="connsiteY36585" fmla="*/ 3467312 h 5017219"/>
              <a:gd name="connsiteX36586" fmla="*/ 4581815 w 5799173"/>
              <a:gd name="connsiteY36586" fmla="*/ 3485423 h 5017219"/>
              <a:gd name="connsiteX36587" fmla="*/ 4580569 w 5799173"/>
              <a:gd name="connsiteY36587" fmla="*/ 3486171 h 5017219"/>
              <a:gd name="connsiteX36588" fmla="*/ 4980937 w 5799173"/>
              <a:gd name="connsiteY36588" fmla="*/ 3599059 h 5017219"/>
              <a:gd name="connsiteX36589" fmla="*/ 4979691 w 5799173"/>
              <a:gd name="connsiteY36589" fmla="*/ 3598311 h 5017219"/>
              <a:gd name="connsiteX36590" fmla="*/ 4969223 w 5799173"/>
              <a:gd name="connsiteY36590" fmla="*/ 3580200 h 5017219"/>
              <a:gd name="connsiteX36591" fmla="*/ 4969223 w 5799173"/>
              <a:gd name="connsiteY36591" fmla="*/ 3578705 h 5017219"/>
              <a:gd name="connsiteX36592" fmla="*/ 4979691 w 5799173"/>
              <a:gd name="connsiteY36592" fmla="*/ 3560594 h 5017219"/>
              <a:gd name="connsiteX36593" fmla="*/ 4980937 w 5799173"/>
              <a:gd name="connsiteY36593" fmla="*/ 3559846 h 5017219"/>
              <a:gd name="connsiteX36594" fmla="*/ 5001873 w 5799173"/>
              <a:gd name="connsiteY36594" fmla="*/ 3559846 h 5017219"/>
              <a:gd name="connsiteX36595" fmla="*/ 5003119 w 5799173"/>
              <a:gd name="connsiteY36595" fmla="*/ 3560594 h 5017219"/>
              <a:gd name="connsiteX36596" fmla="*/ 5013587 w 5799173"/>
              <a:gd name="connsiteY36596" fmla="*/ 3578705 h 5017219"/>
              <a:gd name="connsiteX36597" fmla="*/ 5013587 w 5799173"/>
              <a:gd name="connsiteY36597" fmla="*/ 3580200 h 5017219"/>
              <a:gd name="connsiteX36598" fmla="*/ 5003119 w 5799173"/>
              <a:gd name="connsiteY36598" fmla="*/ 3598311 h 5017219"/>
              <a:gd name="connsiteX36599" fmla="*/ 5001873 w 5799173"/>
              <a:gd name="connsiteY36599" fmla="*/ 3599059 h 5017219"/>
              <a:gd name="connsiteX36600" fmla="*/ 1971541 w 5799173"/>
              <a:gd name="connsiteY36600" fmla="*/ 2792977 h 5017219"/>
              <a:gd name="connsiteX36601" fmla="*/ 1970212 w 5799173"/>
              <a:gd name="connsiteY36601" fmla="*/ 2792229 h 5017219"/>
              <a:gd name="connsiteX36602" fmla="*/ 1959662 w 5799173"/>
              <a:gd name="connsiteY36602" fmla="*/ 2773869 h 5017219"/>
              <a:gd name="connsiteX36603" fmla="*/ 1959661 w 5799173"/>
              <a:gd name="connsiteY36603" fmla="*/ 2772373 h 5017219"/>
              <a:gd name="connsiteX36604" fmla="*/ 1970212 w 5799173"/>
              <a:gd name="connsiteY36604" fmla="*/ 2754013 h 5017219"/>
              <a:gd name="connsiteX36605" fmla="*/ 1971542 w 5799173"/>
              <a:gd name="connsiteY36605" fmla="*/ 2753265 h 5017219"/>
              <a:gd name="connsiteX36606" fmla="*/ 1992728 w 5799173"/>
              <a:gd name="connsiteY36606" fmla="*/ 2753265 h 5017219"/>
              <a:gd name="connsiteX36607" fmla="*/ 1994056 w 5799173"/>
              <a:gd name="connsiteY36607" fmla="*/ 2754013 h 5017219"/>
              <a:gd name="connsiteX36608" fmla="*/ 2004607 w 5799173"/>
              <a:gd name="connsiteY36608" fmla="*/ 2772373 h 5017219"/>
              <a:gd name="connsiteX36609" fmla="*/ 2004608 w 5799173"/>
              <a:gd name="connsiteY36609" fmla="*/ 2773869 h 5017219"/>
              <a:gd name="connsiteX36610" fmla="*/ 1994057 w 5799173"/>
              <a:gd name="connsiteY36610" fmla="*/ 2792229 h 5017219"/>
              <a:gd name="connsiteX36611" fmla="*/ 1992727 w 5799173"/>
              <a:gd name="connsiteY36611" fmla="*/ 2792977 h 5017219"/>
              <a:gd name="connsiteX36612" fmla="*/ 2091913 w 5799173"/>
              <a:gd name="connsiteY36612" fmla="*/ 2825231 h 5017219"/>
              <a:gd name="connsiteX36613" fmla="*/ 2090584 w 5799173"/>
              <a:gd name="connsiteY36613" fmla="*/ 2824483 h 5017219"/>
              <a:gd name="connsiteX36614" fmla="*/ 2080033 w 5799173"/>
              <a:gd name="connsiteY36614" fmla="*/ 2806123 h 5017219"/>
              <a:gd name="connsiteX36615" fmla="*/ 2080033 w 5799173"/>
              <a:gd name="connsiteY36615" fmla="*/ 2804627 h 5017219"/>
              <a:gd name="connsiteX36616" fmla="*/ 2090584 w 5799173"/>
              <a:gd name="connsiteY36616" fmla="*/ 2786266 h 5017219"/>
              <a:gd name="connsiteX36617" fmla="*/ 2091913 w 5799173"/>
              <a:gd name="connsiteY36617" fmla="*/ 2785519 h 5017219"/>
              <a:gd name="connsiteX36618" fmla="*/ 2113098 w 5799173"/>
              <a:gd name="connsiteY36618" fmla="*/ 2785519 h 5017219"/>
              <a:gd name="connsiteX36619" fmla="*/ 2114428 w 5799173"/>
              <a:gd name="connsiteY36619" fmla="*/ 2786266 h 5017219"/>
              <a:gd name="connsiteX36620" fmla="*/ 2124979 w 5799173"/>
              <a:gd name="connsiteY36620" fmla="*/ 2804627 h 5017219"/>
              <a:gd name="connsiteX36621" fmla="*/ 2124979 w 5799173"/>
              <a:gd name="connsiteY36621" fmla="*/ 2806123 h 5017219"/>
              <a:gd name="connsiteX36622" fmla="*/ 2114428 w 5799173"/>
              <a:gd name="connsiteY36622" fmla="*/ 2824483 h 5017219"/>
              <a:gd name="connsiteX36623" fmla="*/ 2113098 w 5799173"/>
              <a:gd name="connsiteY36623" fmla="*/ 2825231 h 5017219"/>
              <a:gd name="connsiteX36624" fmla="*/ 3716941 w 5799173"/>
              <a:gd name="connsiteY36624" fmla="*/ 3260656 h 5017219"/>
              <a:gd name="connsiteX36625" fmla="*/ 3715612 w 5799173"/>
              <a:gd name="connsiteY36625" fmla="*/ 3259908 h 5017219"/>
              <a:gd name="connsiteX36626" fmla="*/ 3705062 w 5799173"/>
              <a:gd name="connsiteY36626" fmla="*/ 3241548 h 5017219"/>
              <a:gd name="connsiteX36627" fmla="*/ 3705061 w 5799173"/>
              <a:gd name="connsiteY36627" fmla="*/ 3240052 h 5017219"/>
              <a:gd name="connsiteX36628" fmla="*/ 3715612 w 5799173"/>
              <a:gd name="connsiteY36628" fmla="*/ 3221691 h 5017219"/>
              <a:gd name="connsiteX36629" fmla="*/ 3716942 w 5799173"/>
              <a:gd name="connsiteY36629" fmla="*/ 3220944 h 5017219"/>
              <a:gd name="connsiteX36630" fmla="*/ 3738126 w 5799173"/>
              <a:gd name="connsiteY36630" fmla="*/ 3220944 h 5017219"/>
              <a:gd name="connsiteX36631" fmla="*/ 3739456 w 5799173"/>
              <a:gd name="connsiteY36631" fmla="*/ 3221691 h 5017219"/>
              <a:gd name="connsiteX36632" fmla="*/ 3750007 w 5799173"/>
              <a:gd name="connsiteY36632" fmla="*/ 3240052 h 5017219"/>
              <a:gd name="connsiteX36633" fmla="*/ 3750008 w 5799173"/>
              <a:gd name="connsiteY36633" fmla="*/ 3241548 h 5017219"/>
              <a:gd name="connsiteX36634" fmla="*/ 3739457 w 5799173"/>
              <a:gd name="connsiteY36634" fmla="*/ 3259908 h 5017219"/>
              <a:gd name="connsiteX36635" fmla="*/ 3738126 w 5799173"/>
              <a:gd name="connsiteY36635" fmla="*/ 3260656 h 5017219"/>
              <a:gd name="connsiteX36636" fmla="*/ 2152018 w 5799173"/>
              <a:gd name="connsiteY36636" fmla="*/ 2841431 h 5017219"/>
              <a:gd name="connsiteX36637" fmla="*/ 2150690 w 5799173"/>
              <a:gd name="connsiteY36637" fmla="*/ 2840683 h 5017219"/>
              <a:gd name="connsiteX36638" fmla="*/ 2140055 w 5799173"/>
              <a:gd name="connsiteY36638" fmla="*/ 2822240 h 5017219"/>
              <a:gd name="connsiteX36639" fmla="*/ 2140055 w 5799173"/>
              <a:gd name="connsiteY36639" fmla="*/ 2820744 h 5017219"/>
              <a:gd name="connsiteX36640" fmla="*/ 2150689 w 5799173"/>
              <a:gd name="connsiteY36640" fmla="*/ 2802301 h 5017219"/>
              <a:gd name="connsiteX36641" fmla="*/ 2152018 w 5799173"/>
              <a:gd name="connsiteY36641" fmla="*/ 2801553 h 5017219"/>
              <a:gd name="connsiteX36642" fmla="*/ 2173287 w 5799173"/>
              <a:gd name="connsiteY36642" fmla="*/ 2801553 h 5017219"/>
              <a:gd name="connsiteX36643" fmla="*/ 2174616 w 5799173"/>
              <a:gd name="connsiteY36643" fmla="*/ 2802301 h 5017219"/>
              <a:gd name="connsiteX36644" fmla="*/ 2185250 w 5799173"/>
              <a:gd name="connsiteY36644" fmla="*/ 2820744 h 5017219"/>
              <a:gd name="connsiteX36645" fmla="*/ 2185250 w 5799173"/>
              <a:gd name="connsiteY36645" fmla="*/ 2822240 h 5017219"/>
              <a:gd name="connsiteX36646" fmla="*/ 2174616 w 5799173"/>
              <a:gd name="connsiteY36646" fmla="*/ 2840683 h 5017219"/>
              <a:gd name="connsiteX36647" fmla="*/ 2173287 w 5799173"/>
              <a:gd name="connsiteY36647" fmla="*/ 2841431 h 5017219"/>
              <a:gd name="connsiteX36648" fmla="*/ 2452950 w 5799173"/>
              <a:gd name="connsiteY36648" fmla="*/ 2922065 h 5017219"/>
              <a:gd name="connsiteX36649" fmla="*/ 2451621 w 5799173"/>
              <a:gd name="connsiteY36649" fmla="*/ 2921317 h 5017219"/>
              <a:gd name="connsiteX36650" fmla="*/ 2440986 w 5799173"/>
              <a:gd name="connsiteY36650" fmla="*/ 2902874 h 5017219"/>
              <a:gd name="connsiteX36651" fmla="*/ 2440987 w 5799173"/>
              <a:gd name="connsiteY36651" fmla="*/ 2901378 h 5017219"/>
              <a:gd name="connsiteX36652" fmla="*/ 2451621 w 5799173"/>
              <a:gd name="connsiteY36652" fmla="*/ 2882935 h 5017219"/>
              <a:gd name="connsiteX36653" fmla="*/ 2452950 w 5799173"/>
              <a:gd name="connsiteY36653" fmla="*/ 2882187 h 5017219"/>
              <a:gd name="connsiteX36654" fmla="*/ 2474218 w 5799173"/>
              <a:gd name="connsiteY36654" fmla="*/ 2882187 h 5017219"/>
              <a:gd name="connsiteX36655" fmla="*/ 2475548 w 5799173"/>
              <a:gd name="connsiteY36655" fmla="*/ 2882935 h 5017219"/>
              <a:gd name="connsiteX36656" fmla="*/ 2486182 w 5799173"/>
              <a:gd name="connsiteY36656" fmla="*/ 2901378 h 5017219"/>
              <a:gd name="connsiteX36657" fmla="*/ 2486181 w 5799173"/>
              <a:gd name="connsiteY36657" fmla="*/ 2902874 h 5017219"/>
              <a:gd name="connsiteX36658" fmla="*/ 2475548 w 5799173"/>
              <a:gd name="connsiteY36658" fmla="*/ 2921317 h 5017219"/>
              <a:gd name="connsiteX36659" fmla="*/ 2474219 w 5799173"/>
              <a:gd name="connsiteY36659" fmla="*/ 2922065 h 5017219"/>
              <a:gd name="connsiteX36660" fmla="*/ 2031562 w 5799173"/>
              <a:gd name="connsiteY36660" fmla="*/ 2809259 h 5017219"/>
              <a:gd name="connsiteX36661" fmla="*/ 2030233 w 5799173"/>
              <a:gd name="connsiteY36661" fmla="*/ 2808512 h 5017219"/>
              <a:gd name="connsiteX36662" fmla="*/ 2019599 w 5799173"/>
              <a:gd name="connsiteY36662" fmla="*/ 2789985 h 5017219"/>
              <a:gd name="connsiteX36663" fmla="*/ 2019598 w 5799173"/>
              <a:gd name="connsiteY36663" fmla="*/ 2788489 h 5017219"/>
              <a:gd name="connsiteX36664" fmla="*/ 2030316 w 5799173"/>
              <a:gd name="connsiteY36664" fmla="*/ 2769963 h 5017219"/>
              <a:gd name="connsiteX36665" fmla="*/ 2031645 w 5799173"/>
              <a:gd name="connsiteY36665" fmla="*/ 2769215 h 5017219"/>
              <a:gd name="connsiteX36666" fmla="*/ 2052997 w 5799173"/>
              <a:gd name="connsiteY36666" fmla="*/ 2769215 h 5017219"/>
              <a:gd name="connsiteX36667" fmla="*/ 2054326 w 5799173"/>
              <a:gd name="connsiteY36667" fmla="*/ 2769963 h 5017219"/>
              <a:gd name="connsiteX36668" fmla="*/ 2064960 w 5799173"/>
              <a:gd name="connsiteY36668" fmla="*/ 2788489 h 5017219"/>
              <a:gd name="connsiteX36669" fmla="*/ 2064960 w 5799173"/>
              <a:gd name="connsiteY36669" fmla="*/ 2789985 h 5017219"/>
              <a:gd name="connsiteX36670" fmla="*/ 2054243 w 5799173"/>
              <a:gd name="connsiteY36670" fmla="*/ 2808512 h 5017219"/>
              <a:gd name="connsiteX36671" fmla="*/ 2052914 w 5799173"/>
              <a:gd name="connsiteY36671" fmla="*/ 2809259 h 5017219"/>
              <a:gd name="connsiteX36672" fmla="*/ 2513052 w 5799173"/>
              <a:gd name="connsiteY36672" fmla="*/ 2938358 h 5017219"/>
              <a:gd name="connsiteX36673" fmla="*/ 2511722 w 5799173"/>
              <a:gd name="connsiteY36673" fmla="*/ 2937610 h 5017219"/>
              <a:gd name="connsiteX36674" fmla="*/ 2501005 w 5799173"/>
              <a:gd name="connsiteY36674" fmla="*/ 2919000 h 5017219"/>
              <a:gd name="connsiteX36675" fmla="*/ 2501006 w 5799173"/>
              <a:gd name="connsiteY36675" fmla="*/ 2917505 h 5017219"/>
              <a:gd name="connsiteX36676" fmla="*/ 2511723 w 5799173"/>
              <a:gd name="connsiteY36676" fmla="*/ 2898895 h 5017219"/>
              <a:gd name="connsiteX36677" fmla="*/ 2513051 w 5799173"/>
              <a:gd name="connsiteY36677" fmla="*/ 2898147 h 5017219"/>
              <a:gd name="connsiteX36678" fmla="*/ 2534487 w 5799173"/>
              <a:gd name="connsiteY36678" fmla="*/ 2898147 h 5017219"/>
              <a:gd name="connsiteX36679" fmla="*/ 2535816 w 5799173"/>
              <a:gd name="connsiteY36679" fmla="*/ 2898895 h 5017219"/>
              <a:gd name="connsiteX36680" fmla="*/ 2546533 w 5799173"/>
              <a:gd name="connsiteY36680" fmla="*/ 2917505 h 5017219"/>
              <a:gd name="connsiteX36681" fmla="*/ 2546533 w 5799173"/>
              <a:gd name="connsiteY36681" fmla="*/ 2919000 h 5017219"/>
              <a:gd name="connsiteX36682" fmla="*/ 2535815 w 5799173"/>
              <a:gd name="connsiteY36682" fmla="*/ 2937610 h 5017219"/>
              <a:gd name="connsiteX36683" fmla="*/ 2534486 w 5799173"/>
              <a:gd name="connsiteY36683" fmla="*/ 2938358 h 5017219"/>
              <a:gd name="connsiteX36684" fmla="*/ 2573156 w 5799173"/>
              <a:gd name="connsiteY36684" fmla="*/ 2954567 h 5017219"/>
              <a:gd name="connsiteX36685" fmla="*/ 2571826 w 5799173"/>
              <a:gd name="connsiteY36685" fmla="*/ 2953820 h 5017219"/>
              <a:gd name="connsiteX36686" fmla="*/ 2561027 w 5799173"/>
              <a:gd name="connsiteY36686" fmla="*/ 2935127 h 5017219"/>
              <a:gd name="connsiteX36687" fmla="*/ 2561026 w 5799173"/>
              <a:gd name="connsiteY36687" fmla="*/ 2933631 h 5017219"/>
              <a:gd name="connsiteX36688" fmla="*/ 2571827 w 5799173"/>
              <a:gd name="connsiteY36688" fmla="*/ 2914939 h 5017219"/>
              <a:gd name="connsiteX36689" fmla="*/ 2573156 w 5799173"/>
              <a:gd name="connsiteY36689" fmla="*/ 2914191 h 5017219"/>
              <a:gd name="connsiteX36690" fmla="*/ 2594757 w 5799173"/>
              <a:gd name="connsiteY36690" fmla="*/ 2914191 h 5017219"/>
              <a:gd name="connsiteX36691" fmla="*/ 2596086 w 5799173"/>
              <a:gd name="connsiteY36691" fmla="*/ 2914939 h 5017219"/>
              <a:gd name="connsiteX36692" fmla="*/ 2606886 w 5799173"/>
              <a:gd name="connsiteY36692" fmla="*/ 2933631 h 5017219"/>
              <a:gd name="connsiteX36693" fmla="*/ 2606887 w 5799173"/>
              <a:gd name="connsiteY36693" fmla="*/ 2935127 h 5017219"/>
              <a:gd name="connsiteX36694" fmla="*/ 2596086 w 5799173"/>
              <a:gd name="connsiteY36694" fmla="*/ 2953820 h 5017219"/>
              <a:gd name="connsiteX36695" fmla="*/ 2594756 w 5799173"/>
              <a:gd name="connsiteY36695" fmla="*/ 2954567 h 5017219"/>
              <a:gd name="connsiteX36696" fmla="*/ 5100977 w 5799173"/>
              <a:gd name="connsiteY36696" fmla="*/ 3631989 h 5017219"/>
              <a:gd name="connsiteX36697" fmla="*/ 5099647 w 5799173"/>
              <a:gd name="connsiteY36697" fmla="*/ 3631241 h 5017219"/>
              <a:gd name="connsiteX36698" fmla="*/ 5088847 w 5799173"/>
              <a:gd name="connsiteY36698" fmla="*/ 3612465 h 5017219"/>
              <a:gd name="connsiteX36699" fmla="*/ 5088847 w 5799173"/>
              <a:gd name="connsiteY36699" fmla="*/ 3610970 h 5017219"/>
              <a:gd name="connsiteX36700" fmla="*/ 5099647 w 5799173"/>
              <a:gd name="connsiteY36700" fmla="*/ 3592194 h 5017219"/>
              <a:gd name="connsiteX36701" fmla="*/ 5100977 w 5799173"/>
              <a:gd name="connsiteY36701" fmla="*/ 3591446 h 5017219"/>
              <a:gd name="connsiteX36702" fmla="*/ 5122660 w 5799173"/>
              <a:gd name="connsiteY36702" fmla="*/ 3591446 h 5017219"/>
              <a:gd name="connsiteX36703" fmla="*/ 5123990 w 5799173"/>
              <a:gd name="connsiteY36703" fmla="*/ 3592195 h 5017219"/>
              <a:gd name="connsiteX36704" fmla="*/ 5134790 w 5799173"/>
              <a:gd name="connsiteY36704" fmla="*/ 3610970 h 5017219"/>
              <a:gd name="connsiteX36705" fmla="*/ 5134790 w 5799173"/>
              <a:gd name="connsiteY36705" fmla="*/ 3612466 h 5017219"/>
              <a:gd name="connsiteX36706" fmla="*/ 5123990 w 5799173"/>
              <a:gd name="connsiteY36706" fmla="*/ 3631242 h 5017219"/>
              <a:gd name="connsiteX36707" fmla="*/ 5122660 w 5799173"/>
              <a:gd name="connsiteY36707" fmla="*/ 3631990 h 5017219"/>
              <a:gd name="connsiteX36708" fmla="*/ 5040449 w 5799173"/>
              <a:gd name="connsiteY36708" fmla="*/ 3616347 h 5017219"/>
              <a:gd name="connsiteX36709" fmla="*/ 5039119 w 5799173"/>
              <a:gd name="connsiteY36709" fmla="*/ 3615600 h 5017219"/>
              <a:gd name="connsiteX36710" fmla="*/ 5028070 w 5799173"/>
              <a:gd name="connsiteY36710" fmla="*/ 3596408 h 5017219"/>
              <a:gd name="connsiteX36711" fmla="*/ 5028070 w 5799173"/>
              <a:gd name="connsiteY36711" fmla="*/ 3594830 h 5017219"/>
              <a:gd name="connsiteX36712" fmla="*/ 5039202 w 5799173"/>
              <a:gd name="connsiteY36712" fmla="*/ 3575639 h 5017219"/>
              <a:gd name="connsiteX36713" fmla="*/ 5040532 w 5799173"/>
              <a:gd name="connsiteY36713" fmla="*/ 3574891 h 5017219"/>
              <a:gd name="connsiteX36714" fmla="*/ 5062714 w 5799173"/>
              <a:gd name="connsiteY36714" fmla="*/ 3574891 h 5017219"/>
              <a:gd name="connsiteX36715" fmla="*/ 5064043 w 5799173"/>
              <a:gd name="connsiteY36715" fmla="*/ 3575640 h 5017219"/>
              <a:gd name="connsiteX36716" fmla="*/ 5075093 w 5799173"/>
              <a:gd name="connsiteY36716" fmla="*/ 3594830 h 5017219"/>
              <a:gd name="connsiteX36717" fmla="*/ 5075093 w 5799173"/>
              <a:gd name="connsiteY36717" fmla="*/ 3596408 h 5017219"/>
              <a:gd name="connsiteX36718" fmla="*/ 5063960 w 5799173"/>
              <a:gd name="connsiteY36718" fmla="*/ 3615600 h 5017219"/>
              <a:gd name="connsiteX36719" fmla="*/ 5062631 w 5799173"/>
              <a:gd name="connsiteY36719" fmla="*/ 3616347 h 5017219"/>
              <a:gd name="connsiteX36720" fmla="*/ 1842034 w 5799173"/>
              <a:gd name="connsiteY36720" fmla="*/ 2803654 h 5017219"/>
              <a:gd name="connsiteX36721" fmla="*/ 1841369 w 5799173"/>
              <a:gd name="connsiteY36721" fmla="*/ 2803240 h 5017219"/>
              <a:gd name="connsiteX36722" fmla="*/ 1835720 w 5799173"/>
              <a:gd name="connsiteY36722" fmla="*/ 2793353 h 5017219"/>
              <a:gd name="connsiteX36723" fmla="*/ 1835720 w 5799173"/>
              <a:gd name="connsiteY36723" fmla="*/ 2792522 h 5017219"/>
              <a:gd name="connsiteX36724" fmla="*/ 1841452 w 5799173"/>
              <a:gd name="connsiteY36724" fmla="*/ 2782635 h 5017219"/>
              <a:gd name="connsiteX36725" fmla="*/ 1842117 w 5799173"/>
              <a:gd name="connsiteY36725" fmla="*/ 2782220 h 5017219"/>
              <a:gd name="connsiteX36726" fmla="*/ 1853499 w 5799173"/>
              <a:gd name="connsiteY36726" fmla="*/ 2782220 h 5017219"/>
              <a:gd name="connsiteX36727" fmla="*/ 1854164 w 5799173"/>
              <a:gd name="connsiteY36727" fmla="*/ 2782635 h 5017219"/>
              <a:gd name="connsiteX36728" fmla="*/ 1859813 w 5799173"/>
              <a:gd name="connsiteY36728" fmla="*/ 2792522 h 5017219"/>
              <a:gd name="connsiteX36729" fmla="*/ 1859813 w 5799173"/>
              <a:gd name="connsiteY36729" fmla="*/ 2793353 h 5017219"/>
              <a:gd name="connsiteX36730" fmla="*/ 1854080 w 5799173"/>
              <a:gd name="connsiteY36730" fmla="*/ 2803239 h 5017219"/>
              <a:gd name="connsiteX36731" fmla="*/ 1853416 w 5799173"/>
              <a:gd name="connsiteY36731" fmla="*/ 2803654 h 5017219"/>
              <a:gd name="connsiteX36732" fmla="*/ 3104273 w 5799173"/>
              <a:gd name="connsiteY36732" fmla="*/ 3145475 h 5017219"/>
              <a:gd name="connsiteX36733" fmla="*/ 3103359 w 5799173"/>
              <a:gd name="connsiteY36733" fmla="*/ 3144976 h 5017219"/>
              <a:gd name="connsiteX36734" fmla="*/ 3095965 w 5799173"/>
              <a:gd name="connsiteY36734" fmla="*/ 3132182 h 5017219"/>
              <a:gd name="connsiteX36735" fmla="*/ 3095965 w 5799173"/>
              <a:gd name="connsiteY36735" fmla="*/ 3131102 h 5017219"/>
              <a:gd name="connsiteX36736" fmla="*/ 3103359 w 5799173"/>
              <a:gd name="connsiteY36736" fmla="*/ 3118307 h 5017219"/>
              <a:gd name="connsiteX36737" fmla="*/ 3104273 w 5799173"/>
              <a:gd name="connsiteY36737" fmla="*/ 3117809 h 5017219"/>
              <a:gd name="connsiteX36738" fmla="*/ 3119061 w 5799173"/>
              <a:gd name="connsiteY36738" fmla="*/ 3117809 h 5017219"/>
              <a:gd name="connsiteX36739" fmla="*/ 3119974 w 5799173"/>
              <a:gd name="connsiteY36739" fmla="*/ 3118307 h 5017219"/>
              <a:gd name="connsiteX36740" fmla="*/ 3127369 w 5799173"/>
              <a:gd name="connsiteY36740" fmla="*/ 3131102 h 5017219"/>
              <a:gd name="connsiteX36741" fmla="*/ 3127369 w 5799173"/>
              <a:gd name="connsiteY36741" fmla="*/ 3132182 h 5017219"/>
              <a:gd name="connsiteX36742" fmla="*/ 3119974 w 5799173"/>
              <a:gd name="connsiteY36742" fmla="*/ 3144976 h 5017219"/>
              <a:gd name="connsiteX36743" fmla="*/ 3119061 w 5799173"/>
              <a:gd name="connsiteY36743" fmla="*/ 3145475 h 5017219"/>
              <a:gd name="connsiteX36744" fmla="*/ 33934 w 5799173"/>
              <a:gd name="connsiteY36744" fmla="*/ 2324582 h 5017219"/>
              <a:gd name="connsiteX36745" fmla="*/ 32937 w 5799173"/>
              <a:gd name="connsiteY36745" fmla="*/ 2324001 h 5017219"/>
              <a:gd name="connsiteX36746" fmla="*/ 24795 w 5799173"/>
              <a:gd name="connsiteY36746" fmla="*/ 2309794 h 5017219"/>
              <a:gd name="connsiteX36747" fmla="*/ 24795 w 5799173"/>
              <a:gd name="connsiteY36747" fmla="*/ 2308631 h 5017219"/>
              <a:gd name="connsiteX36748" fmla="*/ 33020 w 5799173"/>
              <a:gd name="connsiteY36748" fmla="*/ 2294425 h 5017219"/>
              <a:gd name="connsiteX36749" fmla="*/ 34016 w 5799173"/>
              <a:gd name="connsiteY36749" fmla="*/ 2293843 h 5017219"/>
              <a:gd name="connsiteX36750" fmla="*/ 50383 w 5799173"/>
              <a:gd name="connsiteY36750" fmla="*/ 2293843 h 5017219"/>
              <a:gd name="connsiteX36751" fmla="*/ 51379 w 5799173"/>
              <a:gd name="connsiteY36751" fmla="*/ 2294425 h 5017219"/>
              <a:gd name="connsiteX36752" fmla="*/ 59522 w 5799173"/>
              <a:gd name="connsiteY36752" fmla="*/ 2308631 h 5017219"/>
              <a:gd name="connsiteX36753" fmla="*/ 59522 w 5799173"/>
              <a:gd name="connsiteY36753" fmla="*/ 2309794 h 5017219"/>
              <a:gd name="connsiteX36754" fmla="*/ 51297 w 5799173"/>
              <a:gd name="connsiteY36754" fmla="*/ 2324001 h 5017219"/>
              <a:gd name="connsiteX36755" fmla="*/ 50299 w 5799173"/>
              <a:gd name="connsiteY36755" fmla="*/ 2324582 h 5017219"/>
              <a:gd name="connsiteX36756" fmla="*/ 93693 w 5799173"/>
              <a:gd name="connsiteY36756" fmla="*/ 2341539 h 5017219"/>
              <a:gd name="connsiteX36757" fmla="*/ 92613 w 5799173"/>
              <a:gd name="connsiteY36757" fmla="*/ 2340957 h 5017219"/>
              <a:gd name="connsiteX36758" fmla="*/ 83973 w 5799173"/>
              <a:gd name="connsiteY36758" fmla="*/ 2326003 h 5017219"/>
              <a:gd name="connsiteX36759" fmla="*/ 83972 w 5799173"/>
              <a:gd name="connsiteY36759" fmla="*/ 2324757 h 5017219"/>
              <a:gd name="connsiteX36760" fmla="*/ 92613 w 5799173"/>
              <a:gd name="connsiteY36760" fmla="*/ 2309803 h 5017219"/>
              <a:gd name="connsiteX36761" fmla="*/ 93692 w 5799173"/>
              <a:gd name="connsiteY36761" fmla="*/ 2309221 h 5017219"/>
              <a:gd name="connsiteX36762" fmla="*/ 110972 w 5799173"/>
              <a:gd name="connsiteY36762" fmla="*/ 2309221 h 5017219"/>
              <a:gd name="connsiteX36763" fmla="*/ 112052 w 5799173"/>
              <a:gd name="connsiteY36763" fmla="*/ 2309803 h 5017219"/>
              <a:gd name="connsiteX36764" fmla="*/ 120693 w 5799173"/>
              <a:gd name="connsiteY36764" fmla="*/ 2324757 h 5017219"/>
              <a:gd name="connsiteX36765" fmla="*/ 120694 w 5799173"/>
              <a:gd name="connsiteY36765" fmla="*/ 2326003 h 5017219"/>
              <a:gd name="connsiteX36766" fmla="*/ 112053 w 5799173"/>
              <a:gd name="connsiteY36766" fmla="*/ 2340957 h 5017219"/>
              <a:gd name="connsiteX36767" fmla="*/ 110973 w 5799173"/>
              <a:gd name="connsiteY36767" fmla="*/ 2341539 h 5017219"/>
              <a:gd name="connsiteX36768" fmla="*/ 153570 w 5799173"/>
              <a:gd name="connsiteY36768" fmla="*/ 2358239 h 5017219"/>
              <a:gd name="connsiteX36769" fmla="*/ 152489 w 5799173"/>
              <a:gd name="connsiteY36769" fmla="*/ 2357574 h 5017219"/>
              <a:gd name="connsiteX36770" fmla="*/ 143518 w 5799173"/>
              <a:gd name="connsiteY36770" fmla="*/ 2342038 h 5017219"/>
              <a:gd name="connsiteX36771" fmla="*/ 143518 w 5799173"/>
              <a:gd name="connsiteY36771" fmla="*/ 2340793 h 5017219"/>
              <a:gd name="connsiteX36772" fmla="*/ 152490 w 5799173"/>
              <a:gd name="connsiteY36772" fmla="*/ 2325257 h 5017219"/>
              <a:gd name="connsiteX36773" fmla="*/ 153569 w 5799173"/>
              <a:gd name="connsiteY36773" fmla="*/ 2324592 h 5017219"/>
              <a:gd name="connsiteX36774" fmla="*/ 171433 w 5799173"/>
              <a:gd name="connsiteY36774" fmla="*/ 2324592 h 5017219"/>
              <a:gd name="connsiteX36775" fmla="*/ 172513 w 5799173"/>
              <a:gd name="connsiteY36775" fmla="*/ 2325257 h 5017219"/>
              <a:gd name="connsiteX36776" fmla="*/ 181485 w 5799173"/>
              <a:gd name="connsiteY36776" fmla="*/ 2340792 h 5017219"/>
              <a:gd name="connsiteX36777" fmla="*/ 181484 w 5799173"/>
              <a:gd name="connsiteY36777" fmla="*/ 2342038 h 5017219"/>
              <a:gd name="connsiteX36778" fmla="*/ 172513 w 5799173"/>
              <a:gd name="connsiteY36778" fmla="*/ 2357574 h 5017219"/>
              <a:gd name="connsiteX36779" fmla="*/ 171433 w 5799173"/>
              <a:gd name="connsiteY36779" fmla="*/ 2358239 h 5017219"/>
              <a:gd name="connsiteX36780" fmla="*/ 213756 w 5799173"/>
              <a:gd name="connsiteY36780" fmla="*/ 2374366 h 5017219"/>
              <a:gd name="connsiteX36781" fmla="*/ 212675 w 5799173"/>
              <a:gd name="connsiteY36781" fmla="*/ 2373701 h 5017219"/>
              <a:gd name="connsiteX36782" fmla="*/ 203703 w 5799173"/>
              <a:gd name="connsiteY36782" fmla="*/ 2358165 h 5017219"/>
              <a:gd name="connsiteX36783" fmla="*/ 203704 w 5799173"/>
              <a:gd name="connsiteY36783" fmla="*/ 2356919 h 5017219"/>
              <a:gd name="connsiteX36784" fmla="*/ 212675 w 5799173"/>
              <a:gd name="connsiteY36784" fmla="*/ 2341384 h 5017219"/>
              <a:gd name="connsiteX36785" fmla="*/ 213755 w 5799173"/>
              <a:gd name="connsiteY36785" fmla="*/ 2340719 h 5017219"/>
              <a:gd name="connsiteX36786" fmla="*/ 231619 w 5799173"/>
              <a:gd name="connsiteY36786" fmla="*/ 2340719 h 5017219"/>
              <a:gd name="connsiteX36787" fmla="*/ 232699 w 5799173"/>
              <a:gd name="connsiteY36787" fmla="*/ 2341384 h 5017219"/>
              <a:gd name="connsiteX36788" fmla="*/ 241671 w 5799173"/>
              <a:gd name="connsiteY36788" fmla="*/ 2356919 h 5017219"/>
              <a:gd name="connsiteX36789" fmla="*/ 241670 w 5799173"/>
              <a:gd name="connsiteY36789" fmla="*/ 2358165 h 5017219"/>
              <a:gd name="connsiteX36790" fmla="*/ 232698 w 5799173"/>
              <a:gd name="connsiteY36790" fmla="*/ 2373701 h 5017219"/>
              <a:gd name="connsiteX36791" fmla="*/ 231618 w 5799173"/>
              <a:gd name="connsiteY36791" fmla="*/ 2374366 h 5017219"/>
              <a:gd name="connsiteX36792" fmla="*/ 333972 w 5799173"/>
              <a:gd name="connsiteY36792" fmla="*/ 2406964 h 5017219"/>
              <a:gd name="connsiteX36793" fmla="*/ 332891 w 5799173"/>
              <a:gd name="connsiteY36793" fmla="*/ 2406299 h 5017219"/>
              <a:gd name="connsiteX36794" fmla="*/ 323753 w 5799173"/>
              <a:gd name="connsiteY36794" fmla="*/ 2390431 h 5017219"/>
              <a:gd name="connsiteX36795" fmla="*/ 323753 w 5799173"/>
              <a:gd name="connsiteY36795" fmla="*/ 2389102 h 5017219"/>
              <a:gd name="connsiteX36796" fmla="*/ 332891 w 5799173"/>
              <a:gd name="connsiteY36796" fmla="*/ 2373234 h 5017219"/>
              <a:gd name="connsiteX36797" fmla="*/ 333971 w 5799173"/>
              <a:gd name="connsiteY36797" fmla="*/ 2372569 h 5017219"/>
              <a:gd name="connsiteX36798" fmla="*/ 352249 w 5799173"/>
              <a:gd name="connsiteY36798" fmla="*/ 2372569 h 5017219"/>
              <a:gd name="connsiteX36799" fmla="*/ 353329 w 5799173"/>
              <a:gd name="connsiteY36799" fmla="*/ 2373234 h 5017219"/>
              <a:gd name="connsiteX36800" fmla="*/ 362468 w 5799173"/>
              <a:gd name="connsiteY36800" fmla="*/ 2389102 h 5017219"/>
              <a:gd name="connsiteX36801" fmla="*/ 362468 w 5799173"/>
              <a:gd name="connsiteY36801" fmla="*/ 2390431 h 5017219"/>
              <a:gd name="connsiteX36802" fmla="*/ 353329 w 5799173"/>
              <a:gd name="connsiteY36802" fmla="*/ 2406299 h 5017219"/>
              <a:gd name="connsiteX36803" fmla="*/ 352249 w 5799173"/>
              <a:gd name="connsiteY36803" fmla="*/ 2406964 h 5017219"/>
              <a:gd name="connsiteX36804" fmla="*/ 394054 w 5799173"/>
              <a:gd name="connsiteY36804" fmla="*/ 2423254 h 5017219"/>
              <a:gd name="connsiteX36805" fmla="*/ 392891 w 5799173"/>
              <a:gd name="connsiteY36805" fmla="*/ 2422589 h 5017219"/>
              <a:gd name="connsiteX36806" fmla="*/ 383669 w 5799173"/>
              <a:gd name="connsiteY36806" fmla="*/ 2406638 h 5017219"/>
              <a:gd name="connsiteX36807" fmla="*/ 383669 w 5799173"/>
              <a:gd name="connsiteY36807" fmla="*/ 2405309 h 5017219"/>
              <a:gd name="connsiteX36808" fmla="*/ 392891 w 5799173"/>
              <a:gd name="connsiteY36808" fmla="*/ 2389358 h 5017219"/>
              <a:gd name="connsiteX36809" fmla="*/ 394054 w 5799173"/>
              <a:gd name="connsiteY36809" fmla="*/ 2388693 h 5017219"/>
              <a:gd name="connsiteX36810" fmla="*/ 412497 w 5799173"/>
              <a:gd name="connsiteY36810" fmla="*/ 2388693 h 5017219"/>
              <a:gd name="connsiteX36811" fmla="*/ 413660 w 5799173"/>
              <a:gd name="connsiteY36811" fmla="*/ 2389358 h 5017219"/>
              <a:gd name="connsiteX36812" fmla="*/ 422882 w 5799173"/>
              <a:gd name="connsiteY36812" fmla="*/ 2405309 h 5017219"/>
              <a:gd name="connsiteX36813" fmla="*/ 422882 w 5799173"/>
              <a:gd name="connsiteY36813" fmla="*/ 2406638 h 5017219"/>
              <a:gd name="connsiteX36814" fmla="*/ 413660 w 5799173"/>
              <a:gd name="connsiteY36814" fmla="*/ 2422589 h 5017219"/>
              <a:gd name="connsiteX36815" fmla="*/ 412497 w 5799173"/>
              <a:gd name="connsiteY36815" fmla="*/ 2423254 h 5017219"/>
              <a:gd name="connsiteX36816" fmla="*/ 995917 w 5799173"/>
              <a:gd name="connsiteY36816" fmla="*/ 2584523 h 5017219"/>
              <a:gd name="connsiteX36817" fmla="*/ 994754 w 5799173"/>
              <a:gd name="connsiteY36817" fmla="*/ 2583858 h 5017219"/>
              <a:gd name="connsiteX36818" fmla="*/ 985531 w 5799173"/>
              <a:gd name="connsiteY36818" fmla="*/ 2567907 h 5017219"/>
              <a:gd name="connsiteX36819" fmla="*/ 985531 w 5799173"/>
              <a:gd name="connsiteY36819" fmla="*/ 2566578 h 5017219"/>
              <a:gd name="connsiteX36820" fmla="*/ 994754 w 5799173"/>
              <a:gd name="connsiteY36820" fmla="*/ 2550627 h 5017219"/>
              <a:gd name="connsiteX36821" fmla="*/ 995917 w 5799173"/>
              <a:gd name="connsiteY36821" fmla="*/ 2549962 h 5017219"/>
              <a:gd name="connsiteX36822" fmla="*/ 1014360 w 5799173"/>
              <a:gd name="connsiteY36822" fmla="*/ 2549962 h 5017219"/>
              <a:gd name="connsiteX36823" fmla="*/ 1015523 w 5799173"/>
              <a:gd name="connsiteY36823" fmla="*/ 2550627 h 5017219"/>
              <a:gd name="connsiteX36824" fmla="*/ 1024745 w 5799173"/>
              <a:gd name="connsiteY36824" fmla="*/ 2566578 h 5017219"/>
              <a:gd name="connsiteX36825" fmla="*/ 1024745 w 5799173"/>
              <a:gd name="connsiteY36825" fmla="*/ 2567907 h 5017219"/>
              <a:gd name="connsiteX36826" fmla="*/ 1015522 w 5799173"/>
              <a:gd name="connsiteY36826" fmla="*/ 2583858 h 5017219"/>
              <a:gd name="connsiteX36827" fmla="*/ 1014360 w 5799173"/>
              <a:gd name="connsiteY36827" fmla="*/ 2584523 h 5017219"/>
              <a:gd name="connsiteX36828" fmla="*/ 514425 w 5799173"/>
              <a:gd name="connsiteY36828" fmla="*/ 2455601 h 5017219"/>
              <a:gd name="connsiteX36829" fmla="*/ 513261 w 5799173"/>
              <a:gd name="connsiteY36829" fmla="*/ 2454937 h 5017219"/>
              <a:gd name="connsiteX36830" fmla="*/ 504039 w 5799173"/>
              <a:gd name="connsiteY36830" fmla="*/ 2438902 h 5017219"/>
              <a:gd name="connsiteX36831" fmla="*/ 504040 w 5799173"/>
              <a:gd name="connsiteY36831" fmla="*/ 2437574 h 5017219"/>
              <a:gd name="connsiteX36832" fmla="*/ 513261 w 5799173"/>
              <a:gd name="connsiteY36832" fmla="*/ 2421539 h 5017219"/>
              <a:gd name="connsiteX36833" fmla="*/ 514425 w 5799173"/>
              <a:gd name="connsiteY36833" fmla="*/ 2420874 h 5017219"/>
              <a:gd name="connsiteX36834" fmla="*/ 532950 w 5799173"/>
              <a:gd name="connsiteY36834" fmla="*/ 2420874 h 5017219"/>
              <a:gd name="connsiteX36835" fmla="*/ 534113 w 5799173"/>
              <a:gd name="connsiteY36835" fmla="*/ 2421539 h 5017219"/>
              <a:gd name="connsiteX36836" fmla="*/ 543336 w 5799173"/>
              <a:gd name="connsiteY36836" fmla="*/ 2437573 h 5017219"/>
              <a:gd name="connsiteX36837" fmla="*/ 543335 w 5799173"/>
              <a:gd name="connsiteY36837" fmla="*/ 2438902 h 5017219"/>
              <a:gd name="connsiteX36838" fmla="*/ 534113 w 5799173"/>
              <a:gd name="connsiteY36838" fmla="*/ 2454937 h 5017219"/>
              <a:gd name="connsiteX36839" fmla="*/ 532950 w 5799173"/>
              <a:gd name="connsiteY36839" fmla="*/ 2455601 h 5017219"/>
              <a:gd name="connsiteX36840" fmla="*/ 273515 w 5799173"/>
              <a:gd name="connsiteY36840" fmla="*/ 2391238 h 5017219"/>
              <a:gd name="connsiteX36841" fmla="*/ 272352 w 5799173"/>
              <a:gd name="connsiteY36841" fmla="*/ 2390574 h 5017219"/>
              <a:gd name="connsiteX36842" fmla="*/ 262965 w 5799173"/>
              <a:gd name="connsiteY36842" fmla="*/ 2374373 h 5017219"/>
              <a:gd name="connsiteX36843" fmla="*/ 262965 w 5799173"/>
              <a:gd name="connsiteY36843" fmla="*/ 2373044 h 5017219"/>
              <a:gd name="connsiteX36844" fmla="*/ 272352 w 5799173"/>
              <a:gd name="connsiteY36844" fmla="*/ 2356844 h 5017219"/>
              <a:gd name="connsiteX36845" fmla="*/ 273515 w 5799173"/>
              <a:gd name="connsiteY36845" fmla="*/ 2356179 h 5017219"/>
              <a:gd name="connsiteX36846" fmla="*/ 292209 w 5799173"/>
              <a:gd name="connsiteY36846" fmla="*/ 2356179 h 5017219"/>
              <a:gd name="connsiteX36847" fmla="*/ 293372 w 5799173"/>
              <a:gd name="connsiteY36847" fmla="*/ 2356844 h 5017219"/>
              <a:gd name="connsiteX36848" fmla="*/ 302760 w 5799173"/>
              <a:gd name="connsiteY36848" fmla="*/ 2373045 h 5017219"/>
              <a:gd name="connsiteX36849" fmla="*/ 302760 w 5799173"/>
              <a:gd name="connsiteY36849" fmla="*/ 2374374 h 5017219"/>
              <a:gd name="connsiteX36850" fmla="*/ 293372 w 5799173"/>
              <a:gd name="connsiteY36850" fmla="*/ 2390575 h 5017219"/>
              <a:gd name="connsiteX36851" fmla="*/ 292208 w 5799173"/>
              <a:gd name="connsiteY36851" fmla="*/ 2391238 h 5017219"/>
              <a:gd name="connsiteX36852" fmla="*/ 1116122 w 5799173"/>
              <a:gd name="connsiteY36852" fmla="*/ 2617108 h 5017219"/>
              <a:gd name="connsiteX36853" fmla="*/ 1114959 w 5799173"/>
              <a:gd name="connsiteY36853" fmla="*/ 2616444 h 5017219"/>
              <a:gd name="connsiteX36854" fmla="*/ 1105571 w 5799173"/>
              <a:gd name="connsiteY36854" fmla="*/ 2600160 h 5017219"/>
              <a:gd name="connsiteX36855" fmla="*/ 1105571 w 5799173"/>
              <a:gd name="connsiteY36855" fmla="*/ 2598831 h 5017219"/>
              <a:gd name="connsiteX36856" fmla="*/ 1114959 w 5799173"/>
              <a:gd name="connsiteY36856" fmla="*/ 2582548 h 5017219"/>
              <a:gd name="connsiteX36857" fmla="*/ 1116122 w 5799173"/>
              <a:gd name="connsiteY36857" fmla="*/ 2581883 h 5017219"/>
              <a:gd name="connsiteX36858" fmla="*/ 1134898 w 5799173"/>
              <a:gd name="connsiteY36858" fmla="*/ 2581883 h 5017219"/>
              <a:gd name="connsiteX36859" fmla="*/ 1136061 w 5799173"/>
              <a:gd name="connsiteY36859" fmla="*/ 2582548 h 5017219"/>
              <a:gd name="connsiteX36860" fmla="*/ 1145449 w 5799173"/>
              <a:gd name="connsiteY36860" fmla="*/ 2598831 h 5017219"/>
              <a:gd name="connsiteX36861" fmla="*/ 1145449 w 5799173"/>
              <a:gd name="connsiteY36861" fmla="*/ 2600160 h 5017219"/>
              <a:gd name="connsiteX36862" fmla="*/ 1136061 w 5799173"/>
              <a:gd name="connsiteY36862" fmla="*/ 2616444 h 5017219"/>
              <a:gd name="connsiteX36863" fmla="*/ 1134898 w 5799173"/>
              <a:gd name="connsiteY36863" fmla="*/ 2617108 h 5017219"/>
              <a:gd name="connsiteX36864" fmla="*/ 574279 w 5799173"/>
              <a:gd name="connsiteY36864" fmla="*/ 2472133 h 5017219"/>
              <a:gd name="connsiteX36865" fmla="*/ 573117 w 5799173"/>
              <a:gd name="connsiteY36865" fmla="*/ 2471468 h 5017219"/>
              <a:gd name="connsiteX36866" fmla="*/ 563646 w 5799173"/>
              <a:gd name="connsiteY36866" fmla="*/ 2455019 h 5017219"/>
              <a:gd name="connsiteX36867" fmla="*/ 563646 w 5799173"/>
              <a:gd name="connsiteY36867" fmla="*/ 2453690 h 5017219"/>
              <a:gd name="connsiteX36868" fmla="*/ 573200 w 5799173"/>
              <a:gd name="connsiteY36868" fmla="*/ 2437240 h 5017219"/>
              <a:gd name="connsiteX36869" fmla="*/ 574362 w 5799173"/>
              <a:gd name="connsiteY36869" fmla="*/ 2436574 h 5017219"/>
              <a:gd name="connsiteX36870" fmla="*/ 593388 w 5799173"/>
              <a:gd name="connsiteY36870" fmla="*/ 2436575 h 5017219"/>
              <a:gd name="connsiteX36871" fmla="*/ 594550 w 5799173"/>
              <a:gd name="connsiteY36871" fmla="*/ 2437240 h 5017219"/>
              <a:gd name="connsiteX36872" fmla="*/ 604021 w 5799173"/>
              <a:gd name="connsiteY36872" fmla="*/ 2453689 h 5017219"/>
              <a:gd name="connsiteX36873" fmla="*/ 604021 w 5799173"/>
              <a:gd name="connsiteY36873" fmla="*/ 2455018 h 5017219"/>
              <a:gd name="connsiteX36874" fmla="*/ 594468 w 5799173"/>
              <a:gd name="connsiteY36874" fmla="*/ 2471468 h 5017219"/>
              <a:gd name="connsiteX36875" fmla="*/ 593305 w 5799173"/>
              <a:gd name="connsiteY36875" fmla="*/ 2472133 h 5017219"/>
              <a:gd name="connsiteX36876" fmla="*/ 634465 w 5799173"/>
              <a:gd name="connsiteY36876" fmla="*/ 2488259 h 5017219"/>
              <a:gd name="connsiteX36877" fmla="*/ 633303 w 5799173"/>
              <a:gd name="connsiteY36877" fmla="*/ 2487594 h 5017219"/>
              <a:gd name="connsiteX36878" fmla="*/ 623831 w 5799173"/>
              <a:gd name="connsiteY36878" fmla="*/ 2471145 h 5017219"/>
              <a:gd name="connsiteX36879" fmla="*/ 623831 w 5799173"/>
              <a:gd name="connsiteY36879" fmla="*/ 2469816 h 5017219"/>
              <a:gd name="connsiteX36880" fmla="*/ 633386 w 5799173"/>
              <a:gd name="connsiteY36880" fmla="*/ 2453366 h 5017219"/>
              <a:gd name="connsiteX36881" fmla="*/ 634548 w 5799173"/>
              <a:gd name="connsiteY36881" fmla="*/ 2452701 h 5017219"/>
              <a:gd name="connsiteX36882" fmla="*/ 653574 w 5799173"/>
              <a:gd name="connsiteY36882" fmla="*/ 2452701 h 5017219"/>
              <a:gd name="connsiteX36883" fmla="*/ 654736 w 5799173"/>
              <a:gd name="connsiteY36883" fmla="*/ 2453366 h 5017219"/>
              <a:gd name="connsiteX36884" fmla="*/ 664207 w 5799173"/>
              <a:gd name="connsiteY36884" fmla="*/ 2469816 h 5017219"/>
              <a:gd name="connsiteX36885" fmla="*/ 664207 w 5799173"/>
              <a:gd name="connsiteY36885" fmla="*/ 2471145 h 5017219"/>
              <a:gd name="connsiteX36886" fmla="*/ 654653 w 5799173"/>
              <a:gd name="connsiteY36886" fmla="*/ 2487594 h 5017219"/>
              <a:gd name="connsiteX36887" fmla="*/ 653491 w 5799173"/>
              <a:gd name="connsiteY36887" fmla="*/ 2488259 h 5017219"/>
              <a:gd name="connsiteX36888" fmla="*/ 875211 w 5799173"/>
              <a:gd name="connsiteY36888" fmla="*/ 2552767 h 5017219"/>
              <a:gd name="connsiteX36889" fmla="*/ 874048 w 5799173"/>
              <a:gd name="connsiteY36889" fmla="*/ 2552102 h 5017219"/>
              <a:gd name="connsiteX36890" fmla="*/ 864577 w 5799173"/>
              <a:gd name="connsiteY36890" fmla="*/ 2535653 h 5017219"/>
              <a:gd name="connsiteX36891" fmla="*/ 864577 w 5799173"/>
              <a:gd name="connsiteY36891" fmla="*/ 2534324 h 5017219"/>
              <a:gd name="connsiteX36892" fmla="*/ 874131 w 5799173"/>
              <a:gd name="connsiteY36892" fmla="*/ 2517874 h 5017219"/>
              <a:gd name="connsiteX36893" fmla="*/ 875294 w 5799173"/>
              <a:gd name="connsiteY36893" fmla="*/ 2517209 h 5017219"/>
              <a:gd name="connsiteX36894" fmla="*/ 894319 w 5799173"/>
              <a:gd name="connsiteY36894" fmla="*/ 2517209 h 5017219"/>
              <a:gd name="connsiteX36895" fmla="*/ 895482 w 5799173"/>
              <a:gd name="connsiteY36895" fmla="*/ 2517874 h 5017219"/>
              <a:gd name="connsiteX36896" fmla="*/ 904953 w 5799173"/>
              <a:gd name="connsiteY36896" fmla="*/ 2534324 h 5017219"/>
              <a:gd name="connsiteX36897" fmla="*/ 904953 w 5799173"/>
              <a:gd name="connsiteY36897" fmla="*/ 2535653 h 5017219"/>
              <a:gd name="connsiteX36898" fmla="*/ 895399 w 5799173"/>
              <a:gd name="connsiteY36898" fmla="*/ 2552102 h 5017219"/>
              <a:gd name="connsiteX36899" fmla="*/ 894236 w 5799173"/>
              <a:gd name="connsiteY36899" fmla="*/ 2552767 h 5017219"/>
              <a:gd name="connsiteX36900" fmla="*/ 453801 w 5799173"/>
              <a:gd name="connsiteY36900" fmla="*/ 2440219 h 5017219"/>
              <a:gd name="connsiteX36901" fmla="*/ 452638 w 5799173"/>
              <a:gd name="connsiteY36901" fmla="*/ 2439555 h 5017219"/>
              <a:gd name="connsiteX36902" fmla="*/ 443001 w 5799173"/>
              <a:gd name="connsiteY36902" fmla="*/ 2422856 h 5017219"/>
              <a:gd name="connsiteX36903" fmla="*/ 443001 w 5799173"/>
              <a:gd name="connsiteY36903" fmla="*/ 2421527 h 5017219"/>
              <a:gd name="connsiteX36904" fmla="*/ 452638 w 5799173"/>
              <a:gd name="connsiteY36904" fmla="*/ 2404828 h 5017219"/>
              <a:gd name="connsiteX36905" fmla="*/ 453801 w 5799173"/>
              <a:gd name="connsiteY36905" fmla="*/ 2404163 h 5017219"/>
              <a:gd name="connsiteX36906" fmla="*/ 473158 w 5799173"/>
              <a:gd name="connsiteY36906" fmla="*/ 2404163 h 5017219"/>
              <a:gd name="connsiteX36907" fmla="*/ 474322 w 5799173"/>
              <a:gd name="connsiteY36907" fmla="*/ 2404828 h 5017219"/>
              <a:gd name="connsiteX36908" fmla="*/ 483959 w 5799173"/>
              <a:gd name="connsiteY36908" fmla="*/ 2421527 h 5017219"/>
              <a:gd name="connsiteX36909" fmla="*/ 483959 w 5799173"/>
              <a:gd name="connsiteY36909" fmla="*/ 2422856 h 5017219"/>
              <a:gd name="connsiteX36910" fmla="*/ 474322 w 5799173"/>
              <a:gd name="connsiteY36910" fmla="*/ 2439555 h 5017219"/>
              <a:gd name="connsiteX36911" fmla="*/ 473158 w 5799173"/>
              <a:gd name="connsiteY36911" fmla="*/ 2440219 h 5017219"/>
              <a:gd name="connsiteX36912" fmla="*/ 694547 w 5799173"/>
              <a:gd name="connsiteY36912" fmla="*/ 2504726 h 5017219"/>
              <a:gd name="connsiteX36913" fmla="*/ 693384 w 5799173"/>
              <a:gd name="connsiteY36913" fmla="*/ 2504062 h 5017219"/>
              <a:gd name="connsiteX36914" fmla="*/ 683747 w 5799173"/>
              <a:gd name="connsiteY36914" fmla="*/ 2487363 h 5017219"/>
              <a:gd name="connsiteX36915" fmla="*/ 683747 w 5799173"/>
              <a:gd name="connsiteY36915" fmla="*/ 2486034 h 5017219"/>
              <a:gd name="connsiteX36916" fmla="*/ 693384 w 5799173"/>
              <a:gd name="connsiteY36916" fmla="*/ 2469335 h 5017219"/>
              <a:gd name="connsiteX36917" fmla="*/ 694547 w 5799173"/>
              <a:gd name="connsiteY36917" fmla="*/ 2468670 h 5017219"/>
              <a:gd name="connsiteX36918" fmla="*/ 713903 w 5799173"/>
              <a:gd name="connsiteY36918" fmla="*/ 2468670 h 5017219"/>
              <a:gd name="connsiteX36919" fmla="*/ 715068 w 5799173"/>
              <a:gd name="connsiteY36919" fmla="*/ 2469335 h 5017219"/>
              <a:gd name="connsiteX36920" fmla="*/ 724704 w 5799173"/>
              <a:gd name="connsiteY36920" fmla="*/ 2486034 h 5017219"/>
              <a:gd name="connsiteX36921" fmla="*/ 724704 w 5799173"/>
              <a:gd name="connsiteY36921" fmla="*/ 2487363 h 5017219"/>
              <a:gd name="connsiteX36922" fmla="*/ 715068 w 5799173"/>
              <a:gd name="connsiteY36922" fmla="*/ 2504062 h 5017219"/>
              <a:gd name="connsiteX36923" fmla="*/ 713903 w 5799173"/>
              <a:gd name="connsiteY36923" fmla="*/ 2504726 h 5017219"/>
              <a:gd name="connsiteX36924" fmla="*/ 754732 w 5799173"/>
              <a:gd name="connsiteY36924" fmla="*/ 2520853 h 5017219"/>
              <a:gd name="connsiteX36925" fmla="*/ 753570 w 5799173"/>
              <a:gd name="connsiteY36925" fmla="*/ 2520189 h 5017219"/>
              <a:gd name="connsiteX36926" fmla="*/ 743932 w 5799173"/>
              <a:gd name="connsiteY36926" fmla="*/ 2503490 h 5017219"/>
              <a:gd name="connsiteX36927" fmla="*/ 743932 w 5799173"/>
              <a:gd name="connsiteY36927" fmla="*/ 2502161 h 5017219"/>
              <a:gd name="connsiteX36928" fmla="*/ 753570 w 5799173"/>
              <a:gd name="connsiteY36928" fmla="*/ 2485462 h 5017219"/>
              <a:gd name="connsiteX36929" fmla="*/ 754732 w 5799173"/>
              <a:gd name="connsiteY36929" fmla="*/ 2484797 h 5017219"/>
              <a:gd name="connsiteX36930" fmla="*/ 774089 w 5799173"/>
              <a:gd name="connsiteY36930" fmla="*/ 2484797 h 5017219"/>
              <a:gd name="connsiteX36931" fmla="*/ 775254 w 5799173"/>
              <a:gd name="connsiteY36931" fmla="*/ 2485462 h 5017219"/>
              <a:gd name="connsiteX36932" fmla="*/ 784890 w 5799173"/>
              <a:gd name="connsiteY36932" fmla="*/ 2502161 h 5017219"/>
              <a:gd name="connsiteX36933" fmla="*/ 784891 w 5799173"/>
              <a:gd name="connsiteY36933" fmla="*/ 2503490 h 5017219"/>
              <a:gd name="connsiteX36934" fmla="*/ 775254 w 5799173"/>
              <a:gd name="connsiteY36934" fmla="*/ 2520189 h 5017219"/>
              <a:gd name="connsiteX36935" fmla="*/ 774089 w 5799173"/>
              <a:gd name="connsiteY36935" fmla="*/ 2520853 h 5017219"/>
              <a:gd name="connsiteX36936" fmla="*/ 3162182 w 5799173"/>
              <a:gd name="connsiteY36936" fmla="*/ 3165927 h 5017219"/>
              <a:gd name="connsiteX36937" fmla="*/ 3161019 w 5799173"/>
              <a:gd name="connsiteY36937" fmla="*/ 3165263 h 5017219"/>
              <a:gd name="connsiteX36938" fmla="*/ 3151382 w 5799173"/>
              <a:gd name="connsiteY36938" fmla="*/ 3148564 h 5017219"/>
              <a:gd name="connsiteX36939" fmla="*/ 3151382 w 5799173"/>
              <a:gd name="connsiteY36939" fmla="*/ 3147235 h 5017219"/>
              <a:gd name="connsiteX36940" fmla="*/ 3161019 w 5799173"/>
              <a:gd name="connsiteY36940" fmla="*/ 3130536 h 5017219"/>
              <a:gd name="connsiteX36941" fmla="*/ 3162182 w 5799173"/>
              <a:gd name="connsiteY36941" fmla="*/ 3129871 h 5017219"/>
              <a:gd name="connsiteX36942" fmla="*/ 3181539 w 5799173"/>
              <a:gd name="connsiteY36942" fmla="*/ 3129871 h 5017219"/>
              <a:gd name="connsiteX36943" fmla="*/ 3182702 w 5799173"/>
              <a:gd name="connsiteY36943" fmla="*/ 3130536 h 5017219"/>
              <a:gd name="connsiteX36944" fmla="*/ 3192340 w 5799173"/>
              <a:gd name="connsiteY36944" fmla="*/ 3147235 h 5017219"/>
              <a:gd name="connsiteX36945" fmla="*/ 3192340 w 5799173"/>
              <a:gd name="connsiteY36945" fmla="*/ 3148564 h 5017219"/>
              <a:gd name="connsiteX36946" fmla="*/ 3182703 w 5799173"/>
              <a:gd name="connsiteY36946" fmla="*/ 3165263 h 5017219"/>
              <a:gd name="connsiteX36947" fmla="*/ 3181539 w 5799173"/>
              <a:gd name="connsiteY36947" fmla="*/ 3165927 h 5017219"/>
              <a:gd name="connsiteX36948" fmla="*/ 814869 w 5799173"/>
              <a:gd name="connsiteY36948" fmla="*/ 2537057 h 5017219"/>
              <a:gd name="connsiteX36949" fmla="*/ 813706 w 5799173"/>
              <a:gd name="connsiteY36949" fmla="*/ 2536392 h 5017219"/>
              <a:gd name="connsiteX36950" fmla="*/ 803986 w 5799173"/>
              <a:gd name="connsiteY36950" fmla="*/ 2519527 h 5017219"/>
              <a:gd name="connsiteX36951" fmla="*/ 803986 w 5799173"/>
              <a:gd name="connsiteY36951" fmla="*/ 2518115 h 5017219"/>
              <a:gd name="connsiteX36952" fmla="*/ 813706 w 5799173"/>
              <a:gd name="connsiteY36952" fmla="*/ 2501250 h 5017219"/>
              <a:gd name="connsiteX36953" fmla="*/ 814869 w 5799173"/>
              <a:gd name="connsiteY36953" fmla="*/ 2500585 h 5017219"/>
              <a:gd name="connsiteX36954" fmla="*/ 834310 w 5799173"/>
              <a:gd name="connsiteY36954" fmla="*/ 2500585 h 5017219"/>
              <a:gd name="connsiteX36955" fmla="*/ 835473 w 5799173"/>
              <a:gd name="connsiteY36955" fmla="*/ 2501250 h 5017219"/>
              <a:gd name="connsiteX36956" fmla="*/ 845193 w 5799173"/>
              <a:gd name="connsiteY36956" fmla="*/ 2518116 h 5017219"/>
              <a:gd name="connsiteX36957" fmla="*/ 845193 w 5799173"/>
              <a:gd name="connsiteY36957" fmla="*/ 2519527 h 5017219"/>
              <a:gd name="connsiteX36958" fmla="*/ 835473 w 5799173"/>
              <a:gd name="connsiteY36958" fmla="*/ 2536393 h 5017219"/>
              <a:gd name="connsiteX36959" fmla="*/ 834310 w 5799173"/>
              <a:gd name="connsiteY36959" fmla="*/ 2537057 h 5017219"/>
              <a:gd name="connsiteX36960" fmla="*/ 1175986 w 5799173"/>
              <a:gd name="connsiteY36960" fmla="*/ 2633818 h 5017219"/>
              <a:gd name="connsiteX36961" fmla="*/ 1174823 w 5799173"/>
              <a:gd name="connsiteY36961" fmla="*/ 2633153 h 5017219"/>
              <a:gd name="connsiteX36962" fmla="*/ 1165103 w 5799173"/>
              <a:gd name="connsiteY36962" fmla="*/ 2616289 h 5017219"/>
              <a:gd name="connsiteX36963" fmla="*/ 1165103 w 5799173"/>
              <a:gd name="connsiteY36963" fmla="*/ 2614876 h 5017219"/>
              <a:gd name="connsiteX36964" fmla="*/ 1174823 w 5799173"/>
              <a:gd name="connsiteY36964" fmla="*/ 2598011 h 5017219"/>
              <a:gd name="connsiteX36965" fmla="*/ 1175986 w 5799173"/>
              <a:gd name="connsiteY36965" fmla="*/ 2597347 h 5017219"/>
              <a:gd name="connsiteX36966" fmla="*/ 1195427 w 5799173"/>
              <a:gd name="connsiteY36966" fmla="*/ 2597346 h 5017219"/>
              <a:gd name="connsiteX36967" fmla="*/ 1196590 w 5799173"/>
              <a:gd name="connsiteY36967" fmla="*/ 2598011 h 5017219"/>
              <a:gd name="connsiteX36968" fmla="*/ 1206310 w 5799173"/>
              <a:gd name="connsiteY36968" fmla="*/ 2614877 h 5017219"/>
              <a:gd name="connsiteX36969" fmla="*/ 1206310 w 5799173"/>
              <a:gd name="connsiteY36969" fmla="*/ 2616288 h 5017219"/>
              <a:gd name="connsiteX36970" fmla="*/ 1196590 w 5799173"/>
              <a:gd name="connsiteY36970" fmla="*/ 2633154 h 5017219"/>
              <a:gd name="connsiteX36971" fmla="*/ 1195427 w 5799173"/>
              <a:gd name="connsiteY36971" fmla="*/ 2633818 h 5017219"/>
              <a:gd name="connsiteX36972" fmla="*/ 935158 w 5799173"/>
              <a:gd name="connsiteY36972" fmla="*/ 2569395 h 5017219"/>
              <a:gd name="connsiteX36973" fmla="*/ 933995 w 5799173"/>
              <a:gd name="connsiteY36973" fmla="*/ 2568730 h 5017219"/>
              <a:gd name="connsiteX36974" fmla="*/ 924275 w 5799173"/>
              <a:gd name="connsiteY36974" fmla="*/ 2551782 h 5017219"/>
              <a:gd name="connsiteX36975" fmla="*/ 924275 w 5799173"/>
              <a:gd name="connsiteY36975" fmla="*/ 2550370 h 5017219"/>
              <a:gd name="connsiteX36976" fmla="*/ 934078 w 5799173"/>
              <a:gd name="connsiteY36976" fmla="*/ 2533422 h 5017219"/>
              <a:gd name="connsiteX36977" fmla="*/ 935242 w 5799173"/>
              <a:gd name="connsiteY36977" fmla="*/ 2532757 h 5017219"/>
              <a:gd name="connsiteX36978" fmla="*/ 954765 w 5799173"/>
              <a:gd name="connsiteY36978" fmla="*/ 2532757 h 5017219"/>
              <a:gd name="connsiteX36979" fmla="*/ 955928 w 5799173"/>
              <a:gd name="connsiteY36979" fmla="*/ 2533422 h 5017219"/>
              <a:gd name="connsiteX36980" fmla="*/ 965648 w 5799173"/>
              <a:gd name="connsiteY36980" fmla="*/ 2550370 h 5017219"/>
              <a:gd name="connsiteX36981" fmla="*/ 965648 w 5799173"/>
              <a:gd name="connsiteY36981" fmla="*/ 2551782 h 5017219"/>
              <a:gd name="connsiteX36982" fmla="*/ 955845 w 5799173"/>
              <a:gd name="connsiteY36982" fmla="*/ 2568730 h 5017219"/>
              <a:gd name="connsiteX36983" fmla="*/ 954682 w 5799173"/>
              <a:gd name="connsiteY36983" fmla="*/ 2569395 h 5017219"/>
              <a:gd name="connsiteX36984" fmla="*/ 1236089 w 5799173"/>
              <a:gd name="connsiteY36984" fmla="*/ 2650029 h 5017219"/>
              <a:gd name="connsiteX36985" fmla="*/ 1234926 w 5799173"/>
              <a:gd name="connsiteY36985" fmla="*/ 2649364 h 5017219"/>
              <a:gd name="connsiteX36986" fmla="*/ 1225205 w 5799173"/>
              <a:gd name="connsiteY36986" fmla="*/ 2632416 h 5017219"/>
              <a:gd name="connsiteX36987" fmla="*/ 1225206 w 5799173"/>
              <a:gd name="connsiteY36987" fmla="*/ 2631004 h 5017219"/>
              <a:gd name="connsiteX36988" fmla="*/ 1235009 w 5799173"/>
              <a:gd name="connsiteY36988" fmla="*/ 2614056 h 5017219"/>
              <a:gd name="connsiteX36989" fmla="*/ 1236173 w 5799173"/>
              <a:gd name="connsiteY36989" fmla="*/ 2613391 h 5017219"/>
              <a:gd name="connsiteX36990" fmla="*/ 1255696 w 5799173"/>
              <a:gd name="connsiteY36990" fmla="*/ 2613391 h 5017219"/>
              <a:gd name="connsiteX36991" fmla="*/ 1256859 w 5799173"/>
              <a:gd name="connsiteY36991" fmla="*/ 2614056 h 5017219"/>
              <a:gd name="connsiteX36992" fmla="*/ 1266579 w 5799173"/>
              <a:gd name="connsiteY36992" fmla="*/ 2631004 h 5017219"/>
              <a:gd name="connsiteX36993" fmla="*/ 1266579 w 5799173"/>
              <a:gd name="connsiteY36993" fmla="*/ 2632416 h 5017219"/>
              <a:gd name="connsiteX36994" fmla="*/ 1256776 w 5799173"/>
              <a:gd name="connsiteY36994" fmla="*/ 2649364 h 5017219"/>
              <a:gd name="connsiteX36995" fmla="*/ 1255612 w 5799173"/>
              <a:gd name="connsiteY36995" fmla="*/ 2650029 h 5017219"/>
              <a:gd name="connsiteX36996" fmla="*/ 3222235 w 5799173"/>
              <a:gd name="connsiteY36996" fmla="*/ 3182215 h 5017219"/>
              <a:gd name="connsiteX36997" fmla="*/ 3221072 w 5799173"/>
              <a:gd name="connsiteY36997" fmla="*/ 3181550 h 5017219"/>
              <a:gd name="connsiteX36998" fmla="*/ 3211352 w 5799173"/>
              <a:gd name="connsiteY36998" fmla="*/ 3164602 h 5017219"/>
              <a:gd name="connsiteX36999" fmla="*/ 3211352 w 5799173"/>
              <a:gd name="connsiteY36999" fmla="*/ 3163190 h 5017219"/>
              <a:gd name="connsiteX37000" fmla="*/ 3221155 w 5799173"/>
              <a:gd name="connsiteY37000" fmla="*/ 3146243 h 5017219"/>
              <a:gd name="connsiteX37001" fmla="*/ 3222318 w 5799173"/>
              <a:gd name="connsiteY37001" fmla="*/ 3145577 h 5017219"/>
              <a:gd name="connsiteX37002" fmla="*/ 3241842 w 5799173"/>
              <a:gd name="connsiteY37002" fmla="*/ 3145577 h 5017219"/>
              <a:gd name="connsiteX37003" fmla="*/ 3243005 w 5799173"/>
              <a:gd name="connsiteY37003" fmla="*/ 3146243 h 5017219"/>
              <a:gd name="connsiteX37004" fmla="*/ 3252725 w 5799173"/>
              <a:gd name="connsiteY37004" fmla="*/ 3163191 h 5017219"/>
              <a:gd name="connsiteX37005" fmla="*/ 3252725 w 5799173"/>
              <a:gd name="connsiteY37005" fmla="*/ 3164602 h 5017219"/>
              <a:gd name="connsiteX37006" fmla="*/ 3242922 w 5799173"/>
              <a:gd name="connsiteY37006" fmla="*/ 3181550 h 5017219"/>
              <a:gd name="connsiteX37007" fmla="*/ 3241759 w 5799173"/>
              <a:gd name="connsiteY37007" fmla="*/ 3182216 h 5017219"/>
              <a:gd name="connsiteX37008" fmla="*/ 1476835 w 5799173"/>
              <a:gd name="connsiteY37008" fmla="*/ 2714619 h 5017219"/>
              <a:gd name="connsiteX37009" fmla="*/ 1475671 w 5799173"/>
              <a:gd name="connsiteY37009" fmla="*/ 2713954 h 5017219"/>
              <a:gd name="connsiteX37010" fmla="*/ 1465868 w 5799173"/>
              <a:gd name="connsiteY37010" fmla="*/ 2696923 h 5017219"/>
              <a:gd name="connsiteX37011" fmla="*/ 1465868 w 5799173"/>
              <a:gd name="connsiteY37011" fmla="*/ 2695511 h 5017219"/>
              <a:gd name="connsiteX37012" fmla="*/ 1475671 w 5799173"/>
              <a:gd name="connsiteY37012" fmla="*/ 2678480 h 5017219"/>
              <a:gd name="connsiteX37013" fmla="*/ 1476835 w 5799173"/>
              <a:gd name="connsiteY37013" fmla="*/ 2677815 h 5017219"/>
              <a:gd name="connsiteX37014" fmla="*/ 1496441 w 5799173"/>
              <a:gd name="connsiteY37014" fmla="*/ 2677815 h 5017219"/>
              <a:gd name="connsiteX37015" fmla="*/ 1497604 w 5799173"/>
              <a:gd name="connsiteY37015" fmla="*/ 2678480 h 5017219"/>
              <a:gd name="connsiteX37016" fmla="*/ 1507408 w 5799173"/>
              <a:gd name="connsiteY37016" fmla="*/ 2695511 h 5017219"/>
              <a:gd name="connsiteX37017" fmla="*/ 1507408 w 5799173"/>
              <a:gd name="connsiteY37017" fmla="*/ 2696923 h 5017219"/>
              <a:gd name="connsiteX37018" fmla="*/ 1497604 w 5799173"/>
              <a:gd name="connsiteY37018" fmla="*/ 2713954 h 5017219"/>
              <a:gd name="connsiteX37019" fmla="*/ 1496441 w 5799173"/>
              <a:gd name="connsiteY37019" fmla="*/ 2714619 h 5017219"/>
              <a:gd name="connsiteX37020" fmla="*/ 1356355 w 5799173"/>
              <a:gd name="connsiteY37020" fmla="*/ 2682622 h 5017219"/>
              <a:gd name="connsiteX37021" fmla="*/ 1355110 w 5799173"/>
              <a:gd name="connsiteY37021" fmla="*/ 2681958 h 5017219"/>
              <a:gd name="connsiteX37022" fmla="*/ 1345224 w 5799173"/>
              <a:gd name="connsiteY37022" fmla="*/ 2664760 h 5017219"/>
              <a:gd name="connsiteX37023" fmla="*/ 1345224 w 5799173"/>
              <a:gd name="connsiteY37023" fmla="*/ 2663348 h 5017219"/>
              <a:gd name="connsiteX37024" fmla="*/ 1355110 w 5799173"/>
              <a:gd name="connsiteY37024" fmla="*/ 2646151 h 5017219"/>
              <a:gd name="connsiteX37025" fmla="*/ 1356355 w 5799173"/>
              <a:gd name="connsiteY37025" fmla="*/ 2645486 h 5017219"/>
              <a:gd name="connsiteX37026" fmla="*/ 1376212 w 5799173"/>
              <a:gd name="connsiteY37026" fmla="*/ 2645486 h 5017219"/>
              <a:gd name="connsiteX37027" fmla="*/ 1377458 w 5799173"/>
              <a:gd name="connsiteY37027" fmla="*/ 2646151 h 5017219"/>
              <a:gd name="connsiteX37028" fmla="*/ 1387344 w 5799173"/>
              <a:gd name="connsiteY37028" fmla="*/ 2663348 h 5017219"/>
              <a:gd name="connsiteX37029" fmla="*/ 1387344 w 5799173"/>
              <a:gd name="connsiteY37029" fmla="*/ 2664760 h 5017219"/>
              <a:gd name="connsiteX37030" fmla="*/ 1377458 w 5799173"/>
              <a:gd name="connsiteY37030" fmla="*/ 2681958 h 5017219"/>
              <a:gd name="connsiteX37031" fmla="*/ 1376211 w 5799173"/>
              <a:gd name="connsiteY37031" fmla="*/ 2682622 h 5017219"/>
              <a:gd name="connsiteX37032" fmla="*/ 1055344 w 5799173"/>
              <a:gd name="connsiteY37032" fmla="*/ 2602060 h 5017219"/>
              <a:gd name="connsiteX37033" fmla="*/ 1054098 w 5799173"/>
              <a:gd name="connsiteY37033" fmla="*/ 2601396 h 5017219"/>
              <a:gd name="connsiteX37034" fmla="*/ 1044128 w 5799173"/>
              <a:gd name="connsiteY37034" fmla="*/ 2584115 h 5017219"/>
              <a:gd name="connsiteX37035" fmla="*/ 1044127 w 5799173"/>
              <a:gd name="connsiteY37035" fmla="*/ 2582703 h 5017219"/>
              <a:gd name="connsiteX37036" fmla="*/ 1054098 w 5799173"/>
              <a:gd name="connsiteY37036" fmla="*/ 2565423 h 5017219"/>
              <a:gd name="connsiteX37037" fmla="*/ 1055344 w 5799173"/>
              <a:gd name="connsiteY37037" fmla="*/ 2564758 h 5017219"/>
              <a:gd name="connsiteX37038" fmla="*/ 1075283 w 5799173"/>
              <a:gd name="connsiteY37038" fmla="*/ 2564758 h 5017219"/>
              <a:gd name="connsiteX37039" fmla="*/ 1076528 w 5799173"/>
              <a:gd name="connsiteY37039" fmla="*/ 2565423 h 5017219"/>
              <a:gd name="connsiteX37040" fmla="*/ 1086498 w 5799173"/>
              <a:gd name="connsiteY37040" fmla="*/ 2582703 h 5017219"/>
              <a:gd name="connsiteX37041" fmla="*/ 1086498 w 5799173"/>
              <a:gd name="connsiteY37041" fmla="*/ 2584115 h 5017219"/>
              <a:gd name="connsiteX37042" fmla="*/ 1076528 w 5799173"/>
              <a:gd name="connsiteY37042" fmla="*/ 2601396 h 5017219"/>
              <a:gd name="connsiteX37043" fmla="*/ 1075283 w 5799173"/>
              <a:gd name="connsiteY37043" fmla="*/ 2602060 h 5017219"/>
              <a:gd name="connsiteX37044" fmla="*/ 3282233 w 5799173"/>
              <a:gd name="connsiteY37044" fmla="*/ 3198754 h 5017219"/>
              <a:gd name="connsiteX37045" fmla="*/ 3280987 w 5799173"/>
              <a:gd name="connsiteY37045" fmla="*/ 3198090 h 5017219"/>
              <a:gd name="connsiteX37046" fmla="*/ 3271018 w 5799173"/>
              <a:gd name="connsiteY37046" fmla="*/ 3180809 h 5017219"/>
              <a:gd name="connsiteX37047" fmla="*/ 3271018 w 5799173"/>
              <a:gd name="connsiteY37047" fmla="*/ 3179397 h 5017219"/>
              <a:gd name="connsiteX37048" fmla="*/ 3280987 w 5799173"/>
              <a:gd name="connsiteY37048" fmla="*/ 3162117 h 5017219"/>
              <a:gd name="connsiteX37049" fmla="*/ 3282233 w 5799173"/>
              <a:gd name="connsiteY37049" fmla="*/ 3161452 h 5017219"/>
              <a:gd name="connsiteX37050" fmla="*/ 3302173 w 5799173"/>
              <a:gd name="connsiteY37050" fmla="*/ 3161451 h 5017219"/>
              <a:gd name="connsiteX37051" fmla="*/ 3303419 w 5799173"/>
              <a:gd name="connsiteY37051" fmla="*/ 3162117 h 5017219"/>
              <a:gd name="connsiteX37052" fmla="*/ 3313388 w 5799173"/>
              <a:gd name="connsiteY37052" fmla="*/ 3179397 h 5017219"/>
              <a:gd name="connsiteX37053" fmla="*/ 3313389 w 5799173"/>
              <a:gd name="connsiteY37053" fmla="*/ 3180809 h 5017219"/>
              <a:gd name="connsiteX37054" fmla="*/ 3303419 w 5799173"/>
              <a:gd name="connsiteY37054" fmla="*/ 3198090 h 5017219"/>
              <a:gd name="connsiteX37055" fmla="*/ 3302173 w 5799173"/>
              <a:gd name="connsiteY37055" fmla="*/ 3198754 h 5017219"/>
              <a:gd name="connsiteX37056" fmla="*/ 1416399 w 5799173"/>
              <a:gd name="connsiteY37056" fmla="*/ 2698908 h 5017219"/>
              <a:gd name="connsiteX37057" fmla="*/ 1415153 w 5799173"/>
              <a:gd name="connsiteY37057" fmla="*/ 2698160 h 5017219"/>
              <a:gd name="connsiteX37058" fmla="*/ 1405183 w 5799173"/>
              <a:gd name="connsiteY37058" fmla="*/ 2680797 h 5017219"/>
              <a:gd name="connsiteX37059" fmla="*/ 1405183 w 5799173"/>
              <a:gd name="connsiteY37059" fmla="*/ 2679384 h 5017219"/>
              <a:gd name="connsiteX37060" fmla="*/ 1415236 w 5799173"/>
              <a:gd name="connsiteY37060" fmla="*/ 2662021 h 5017219"/>
              <a:gd name="connsiteX37061" fmla="*/ 1416482 w 5799173"/>
              <a:gd name="connsiteY37061" fmla="*/ 2661273 h 5017219"/>
              <a:gd name="connsiteX37062" fmla="*/ 1436504 w 5799173"/>
              <a:gd name="connsiteY37062" fmla="*/ 2661273 h 5017219"/>
              <a:gd name="connsiteX37063" fmla="*/ 1437750 w 5799173"/>
              <a:gd name="connsiteY37063" fmla="*/ 2662021 h 5017219"/>
              <a:gd name="connsiteX37064" fmla="*/ 1447720 w 5799173"/>
              <a:gd name="connsiteY37064" fmla="*/ 2679384 h 5017219"/>
              <a:gd name="connsiteX37065" fmla="*/ 1447721 w 5799173"/>
              <a:gd name="connsiteY37065" fmla="*/ 2680797 h 5017219"/>
              <a:gd name="connsiteX37066" fmla="*/ 1437667 w 5799173"/>
              <a:gd name="connsiteY37066" fmla="*/ 2698160 h 5017219"/>
              <a:gd name="connsiteX37067" fmla="*/ 1436421 w 5799173"/>
              <a:gd name="connsiteY37067" fmla="*/ 2698908 h 5017219"/>
              <a:gd name="connsiteX37068" fmla="*/ 3342359 w 5799173"/>
              <a:gd name="connsiteY37068" fmla="*/ 3215050 h 5017219"/>
              <a:gd name="connsiteX37069" fmla="*/ 3341113 w 5799173"/>
              <a:gd name="connsiteY37069" fmla="*/ 3214302 h 5017219"/>
              <a:gd name="connsiteX37070" fmla="*/ 3331060 w 5799173"/>
              <a:gd name="connsiteY37070" fmla="*/ 3196856 h 5017219"/>
              <a:gd name="connsiteX37071" fmla="*/ 3331060 w 5799173"/>
              <a:gd name="connsiteY37071" fmla="*/ 3195443 h 5017219"/>
              <a:gd name="connsiteX37072" fmla="*/ 3341113 w 5799173"/>
              <a:gd name="connsiteY37072" fmla="*/ 3177997 h 5017219"/>
              <a:gd name="connsiteX37073" fmla="*/ 3342359 w 5799173"/>
              <a:gd name="connsiteY37073" fmla="*/ 3177249 h 5017219"/>
              <a:gd name="connsiteX37074" fmla="*/ 3362464 w 5799173"/>
              <a:gd name="connsiteY37074" fmla="*/ 3177249 h 5017219"/>
              <a:gd name="connsiteX37075" fmla="*/ 3363710 w 5799173"/>
              <a:gd name="connsiteY37075" fmla="*/ 3177997 h 5017219"/>
              <a:gd name="connsiteX37076" fmla="*/ 3373763 w 5799173"/>
              <a:gd name="connsiteY37076" fmla="*/ 3195443 h 5017219"/>
              <a:gd name="connsiteX37077" fmla="*/ 3373763 w 5799173"/>
              <a:gd name="connsiteY37077" fmla="*/ 3196856 h 5017219"/>
              <a:gd name="connsiteX37078" fmla="*/ 3363710 w 5799173"/>
              <a:gd name="connsiteY37078" fmla="*/ 3214302 h 5017219"/>
              <a:gd name="connsiteX37079" fmla="*/ 3362464 w 5799173"/>
              <a:gd name="connsiteY37079" fmla="*/ 3215050 h 5017219"/>
              <a:gd name="connsiteX37080" fmla="*/ 3522917 w 5799173"/>
              <a:gd name="connsiteY37080" fmla="*/ 3263431 h 5017219"/>
              <a:gd name="connsiteX37081" fmla="*/ 3521672 w 5799173"/>
              <a:gd name="connsiteY37081" fmla="*/ 3262683 h 5017219"/>
              <a:gd name="connsiteX37082" fmla="*/ 3511618 w 5799173"/>
              <a:gd name="connsiteY37082" fmla="*/ 3245237 h 5017219"/>
              <a:gd name="connsiteX37083" fmla="*/ 3511619 w 5799173"/>
              <a:gd name="connsiteY37083" fmla="*/ 3243824 h 5017219"/>
              <a:gd name="connsiteX37084" fmla="*/ 3521671 w 5799173"/>
              <a:gd name="connsiteY37084" fmla="*/ 3226378 h 5017219"/>
              <a:gd name="connsiteX37085" fmla="*/ 3522917 w 5799173"/>
              <a:gd name="connsiteY37085" fmla="*/ 3225630 h 5017219"/>
              <a:gd name="connsiteX37086" fmla="*/ 3543023 w 5799173"/>
              <a:gd name="connsiteY37086" fmla="*/ 3225630 h 5017219"/>
              <a:gd name="connsiteX37087" fmla="*/ 3544268 w 5799173"/>
              <a:gd name="connsiteY37087" fmla="*/ 3226378 h 5017219"/>
              <a:gd name="connsiteX37088" fmla="*/ 3554321 w 5799173"/>
              <a:gd name="connsiteY37088" fmla="*/ 3243824 h 5017219"/>
              <a:gd name="connsiteX37089" fmla="*/ 3554321 w 5799173"/>
              <a:gd name="connsiteY37089" fmla="*/ 3245237 h 5017219"/>
              <a:gd name="connsiteX37090" fmla="*/ 3544269 w 5799173"/>
              <a:gd name="connsiteY37090" fmla="*/ 3262683 h 5017219"/>
              <a:gd name="connsiteX37091" fmla="*/ 3543022 w 5799173"/>
              <a:gd name="connsiteY37091" fmla="*/ 3263431 h 5017219"/>
              <a:gd name="connsiteX37092" fmla="*/ 1296026 w 5799173"/>
              <a:gd name="connsiteY37092" fmla="*/ 2666737 h 5017219"/>
              <a:gd name="connsiteX37093" fmla="*/ 1294780 w 5799173"/>
              <a:gd name="connsiteY37093" fmla="*/ 2665989 h 5017219"/>
              <a:gd name="connsiteX37094" fmla="*/ 1284728 w 5799173"/>
              <a:gd name="connsiteY37094" fmla="*/ 2648543 h 5017219"/>
              <a:gd name="connsiteX37095" fmla="*/ 1284728 w 5799173"/>
              <a:gd name="connsiteY37095" fmla="*/ 2647130 h 5017219"/>
              <a:gd name="connsiteX37096" fmla="*/ 1294780 w 5799173"/>
              <a:gd name="connsiteY37096" fmla="*/ 2629684 h 5017219"/>
              <a:gd name="connsiteX37097" fmla="*/ 1296026 w 5799173"/>
              <a:gd name="connsiteY37097" fmla="*/ 2628936 h 5017219"/>
              <a:gd name="connsiteX37098" fmla="*/ 1316132 w 5799173"/>
              <a:gd name="connsiteY37098" fmla="*/ 2628936 h 5017219"/>
              <a:gd name="connsiteX37099" fmla="*/ 1317378 w 5799173"/>
              <a:gd name="connsiteY37099" fmla="*/ 2629684 h 5017219"/>
              <a:gd name="connsiteX37100" fmla="*/ 1327430 w 5799173"/>
              <a:gd name="connsiteY37100" fmla="*/ 2647130 h 5017219"/>
              <a:gd name="connsiteX37101" fmla="*/ 1327431 w 5799173"/>
              <a:gd name="connsiteY37101" fmla="*/ 2648543 h 5017219"/>
              <a:gd name="connsiteX37102" fmla="*/ 1317378 w 5799173"/>
              <a:gd name="connsiteY37102" fmla="*/ 2665989 h 5017219"/>
              <a:gd name="connsiteX37103" fmla="*/ 1316132 w 5799173"/>
              <a:gd name="connsiteY37103" fmla="*/ 2666737 h 5017219"/>
              <a:gd name="connsiteX37104" fmla="*/ 1536771 w 5799173"/>
              <a:gd name="connsiteY37104" fmla="*/ 2731245 h 5017219"/>
              <a:gd name="connsiteX37105" fmla="*/ 1535525 w 5799173"/>
              <a:gd name="connsiteY37105" fmla="*/ 2730497 h 5017219"/>
              <a:gd name="connsiteX37106" fmla="*/ 1525473 w 5799173"/>
              <a:gd name="connsiteY37106" fmla="*/ 2713051 h 5017219"/>
              <a:gd name="connsiteX37107" fmla="*/ 1525473 w 5799173"/>
              <a:gd name="connsiteY37107" fmla="*/ 2711638 h 5017219"/>
              <a:gd name="connsiteX37108" fmla="*/ 1535525 w 5799173"/>
              <a:gd name="connsiteY37108" fmla="*/ 2694192 h 5017219"/>
              <a:gd name="connsiteX37109" fmla="*/ 1536771 w 5799173"/>
              <a:gd name="connsiteY37109" fmla="*/ 2693444 h 5017219"/>
              <a:gd name="connsiteX37110" fmla="*/ 1556877 w 5799173"/>
              <a:gd name="connsiteY37110" fmla="*/ 2693444 h 5017219"/>
              <a:gd name="connsiteX37111" fmla="*/ 1558123 w 5799173"/>
              <a:gd name="connsiteY37111" fmla="*/ 2694192 h 5017219"/>
              <a:gd name="connsiteX37112" fmla="*/ 1568176 w 5799173"/>
              <a:gd name="connsiteY37112" fmla="*/ 2711638 h 5017219"/>
              <a:gd name="connsiteX37113" fmla="*/ 1568176 w 5799173"/>
              <a:gd name="connsiteY37113" fmla="*/ 2713051 h 5017219"/>
              <a:gd name="connsiteX37114" fmla="*/ 1558123 w 5799173"/>
              <a:gd name="connsiteY37114" fmla="*/ 2730497 h 5017219"/>
              <a:gd name="connsiteX37115" fmla="*/ 1556877 w 5799173"/>
              <a:gd name="connsiteY37115" fmla="*/ 2731245 h 5017219"/>
              <a:gd name="connsiteX37116" fmla="*/ 1717330 w 5799173"/>
              <a:gd name="connsiteY37116" fmla="*/ 2779625 h 5017219"/>
              <a:gd name="connsiteX37117" fmla="*/ 1716084 w 5799173"/>
              <a:gd name="connsiteY37117" fmla="*/ 2778877 h 5017219"/>
              <a:gd name="connsiteX37118" fmla="*/ 1706032 w 5799173"/>
              <a:gd name="connsiteY37118" fmla="*/ 2761431 h 5017219"/>
              <a:gd name="connsiteX37119" fmla="*/ 1706032 w 5799173"/>
              <a:gd name="connsiteY37119" fmla="*/ 2760018 h 5017219"/>
              <a:gd name="connsiteX37120" fmla="*/ 1716084 w 5799173"/>
              <a:gd name="connsiteY37120" fmla="*/ 2742572 h 5017219"/>
              <a:gd name="connsiteX37121" fmla="*/ 1717330 w 5799173"/>
              <a:gd name="connsiteY37121" fmla="*/ 2741824 h 5017219"/>
              <a:gd name="connsiteX37122" fmla="*/ 1737436 w 5799173"/>
              <a:gd name="connsiteY37122" fmla="*/ 2741824 h 5017219"/>
              <a:gd name="connsiteX37123" fmla="*/ 1738682 w 5799173"/>
              <a:gd name="connsiteY37123" fmla="*/ 2742572 h 5017219"/>
              <a:gd name="connsiteX37124" fmla="*/ 1748734 w 5799173"/>
              <a:gd name="connsiteY37124" fmla="*/ 2760018 h 5017219"/>
              <a:gd name="connsiteX37125" fmla="*/ 1748735 w 5799173"/>
              <a:gd name="connsiteY37125" fmla="*/ 2761431 h 5017219"/>
              <a:gd name="connsiteX37126" fmla="*/ 1738682 w 5799173"/>
              <a:gd name="connsiteY37126" fmla="*/ 2778877 h 5017219"/>
              <a:gd name="connsiteX37127" fmla="*/ 1737436 w 5799173"/>
              <a:gd name="connsiteY37127" fmla="*/ 2779625 h 5017219"/>
              <a:gd name="connsiteX37128" fmla="*/ 1657062 w 5799173"/>
              <a:gd name="connsiteY37128" fmla="*/ 2763580 h 5017219"/>
              <a:gd name="connsiteX37129" fmla="*/ 1655816 w 5799173"/>
              <a:gd name="connsiteY37129" fmla="*/ 2762834 h 5017219"/>
              <a:gd name="connsiteX37130" fmla="*/ 1645680 w 5799173"/>
              <a:gd name="connsiteY37130" fmla="*/ 2745303 h 5017219"/>
              <a:gd name="connsiteX37131" fmla="*/ 1645680 w 5799173"/>
              <a:gd name="connsiteY37131" fmla="*/ 2743891 h 5017219"/>
              <a:gd name="connsiteX37132" fmla="*/ 1655816 w 5799173"/>
              <a:gd name="connsiteY37132" fmla="*/ 2726361 h 5017219"/>
              <a:gd name="connsiteX37133" fmla="*/ 1657062 w 5799173"/>
              <a:gd name="connsiteY37133" fmla="*/ 2725613 h 5017219"/>
              <a:gd name="connsiteX37134" fmla="*/ 1677333 w 5799173"/>
              <a:gd name="connsiteY37134" fmla="*/ 2725614 h 5017219"/>
              <a:gd name="connsiteX37135" fmla="*/ 1678579 w 5799173"/>
              <a:gd name="connsiteY37135" fmla="*/ 2726361 h 5017219"/>
              <a:gd name="connsiteX37136" fmla="*/ 1688715 w 5799173"/>
              <a:gd name="connsiteY37136" fmla="*/ 2743891 h 5017219"/>
              <a:gd name="connsiteX37137" fmla="*/ 1688715 w 5799173"/>
              <a:gd name="connsiteY37137" fmla="*/ 2745303 h 5017219"/>
              <a:gd name="connsiteX37138" fmla="*/ 1678579 w 5799173"/>
              <a:gd name="connsiteY37138" fmla="*/ 2762833 h 5017219"/>
              <a:gd name="connsiteX37139" fmla="*/ 1677333 w 5799173"/>
              <a:gd name="connsiteY37139" fmla="*/ 2763580 h 5017219"/>
              <a:gd name="connsiteX37140" fmla="*/ 1777434 w 5799173"/>
              <a:gd name="connsiteY37140" fmla="*/ 2795834 h 5017219"/>
              <a:gd name="connsiteX37141" fmla="*/ 1776189 w 5799173"/>
              <a:gd name="connsiteY37141" fmla="*/ 2795087 h 5017219"/>
              <a:gd name="connsiteX37142" fmla="*/ 1766052 w 5799173"/>
              <a:gd name="connsiteY37142" fmla="*/ 2777557 h 5017219"/>
              <a:gd name="connsiteX37143" fmla="*/ 1766052 w 5799173"/>
              <a:gd name="connsiteY37143" fmla="*/ 2776145 h 5017219"/>
              <a:gd name="connsiteX37144" fmla="*/ 1776188 w 5799173"/>
              <a:gd name="connsiteY37144" fmla="*/ 2758615 h 5017219"/>
              <a:gd name="connsiteX37145" fmla="*/ 1777434 w 5799173"/>
              <a:gd name="connsiteY37145" fmla="*/ 2757867 h 5017219"/>
              <a:gd name="connsiteX37146" fmla="*/ 1797706 w 5799173"/>
              <a:gd name="connsiteY37146" fmla="*/ 2757867 h 5017219"/>
              <a:gd name="connsiteX37147" fmla="*/ 1798952 w 5799173"/>
              <a:gd name="connsiteY37147" fmla="*/ 2758615 h 5017219"/>
              <a:gd name="connsiteX37148" fmla="*/ 1809087 w 5799173"/>
              <a:gd name="connsiteY37148" fmla="*/ 2776145 h 5017219"/>
              <a:gd name="connsiteX37149" fmla="*/ 1809087 w 5799173"/>
              <a:gd name="connsiteY37149" fmla="*/ 2777557 h 5017219"/>
              <a:gd name="connsiteX37150" fmla="*/ 1798951 w 5799173"/>
              <a:gd name="connsiteY37150" fmla="*/ 2795087 h 5017219"/>
              <a:gd name="connsiteX37151" fmla="*/ 1797706 w 5799173"/>
              <a:gd name="connsiteY37151" fmla="*/ 2795834 h 5017219"/>
              <a:gd name="connsiteX37152" fmla="*/ 4666268 w 5799173"/>
              <a:gd name="connsiteY37152" fmla="*/ 3570169 h 5017219"/>
              <a:gd name="connsiteX37153" fmla="*/ 4665022 w 5799173"/>
              <a:gd name="connsiteY37153" fmla="*/ 3569422 h 5017219"/>
              <a:gd name="connsiteX37154" fmla="*/ 4654803 w 5799173"/>
              <a:gd name="connsiteY37154" fmla="*/ 3551726 h 5017219"/>
              <a:gd name="connsiteX37155" fmla="*/ 4654804 w 5799173"/>
              <a:gd name="connsiteY37155" fmla="*/ 3550314 h 5017219"/>
              <a:gd name="connsiteX37156" fmla="*/ 4665022 w 5799173"/>
              <a:gd name="connsiteY37156" fmla="*/ 3532618 h 5017219"/>
              <a:gd name="connsiteX37157" fmla="*/ 4666268 w 5799173"/>
              <a:gd name="connsiteY37157" fmla="*/ 3531870 h 5017219"/>
              <a:gd name="connsiteX37158" fmla="*/ 4686705 w 5799173"/>
              <a:gd name="connsiteY37158" fmla="*/ 3531870 h 5017219"/>
              <a:gd name="connsiteX37159" fmla="*/ 4687952 w 5799173"/>
              <a:gd name="connsiteY37159" fmla="*/ 3532618 h 5017219"/>
              <a:gd name="connsiteX37160" fmla="*/ 4698170 w 5799173"/>
              <a:gd name="connsiteY37160" fmla="*/ 3550314 h 5017219"/>
              <a:gd name="connsiteX37161" fmla="*/ 4698170 w 5799173"/>
              <a:gd name="connsiteY37161" fmla="*/ 3551726 h 5017219"/>
              <a:gd name="connsiteX37162" fmla="*/ 4687952 w 5799173"/>
              <a:gd name="connsiteY37162" fmla="*/ 3569422 h 5017219"/>
              <a:gd name="connsiteX37163" fmla="*/ 4686705 w 5799173"/>
              <a:gd name="connsiteY37163" fmla="*/ 3570169 h 5017219"/>
              <a:gd name="connsiteX37164" fmla="*/ 1596689 w 5799173"/>
              <a:gd name="connsiteY37164" fmla="*/ 2747774 h 5017219"/>
              <a:gd name="connsiteX37165" fmla="*/ 1595443 w 5799173"/>
              <a:gd name="connsiteY37165" fmla="*/ 2747026 h 5017219"/>
              <a:gd name="connsiteX37166" fmla="*/ 1585141 w 5799173"/>
              <a:gd name="connsiteY37166" fmla="*/ 2729247 h 5017219"/>
              <a:gd name="connsiteX37167" fmla="*/ 1585141 w 5799173"/>
              <a:gd name="connsiteY37167" fmla="*/ 2727835 h 5017219"/>
              <a:gd name="connsiteX37168" fmla="*/ 1595443 w 5799173"/>
              <a:gd name="connsiteY37168" fmla="*/ 2710056 h 5017219"/>
              <a:gd name="connsiteX37169" fmla="*/ 1596689 w 5799173"/>
              <a:gd name="connsiteY37169" fmla="*/ 2709308 h 5017219"/>
              <a:gd name="connsiteX37170" fmla="*/ 1617210 w 5799173"/>
              <a:gd name="connsiteY37170" fmla="*/ 2709308 h 5017219"/>
              <a:gd name="connsiteX37171" fmla="*/ 1618456 w 5799173"/>
              <a:gd name="connsiteY37171" fmla="*/ 2710056 h 5017219"/>
              <a:gd name="connsiteX37172" fmla="*/ 1628758 w 5799173"/>
              <a:gd name="connsiteY37172" fmla="*/ 2727835 h 5017219"/>
              <a:gd name="connsiteX37173" fmla="*/ 1628757 w 5799173"/>
              <a:gd name="connsiteY37173" fmla="*/ 2729247 h 5017219"/>
              <a:gd name="connsiteX37174" fmla="*/ 1618456 w 5799173"/>
              <a:gd name="connsiteY37174" fmla="*/ 2747026 h 5017219"/>
              <a:gd name="connsiteX37175" fmla="*/ 1617210 w 5799173"/>
              <a:gd name="connsiteY37175" fmla="*/ 2747774 h 5017219"/>
              <a:gd name="connsiteX37176" fmla="*/ 3883765 w 5799173"/>
              <a:gd name="connsiteY37176" fmla="*/ 3360594 h 5017219"/>
              <a:gd name="connsiteX37177" fmla="*/ 3882519 w 5799173"/>
              <a:gd name="connsiteY37177" fmla="*/ 3359846 h 5017219"/>
              <a:gd name="connsiteX37178" fmla="*/ 3872217 w 5799173"/>
              <a:gd name="connsiteY37178" fmla="*/ 3342067 h 5017219"/>
              <a:gd name="connsiteX37179" fmla="*/ 3872217 w 5799173"/>
              <a:gd name="connsiteY37179" fmla="*/ 3340655 h 5017219"/>
              <a:gd name="connsiteX37180" fmla="*/ 3882519 w 5799173"/>
              <a:gd name="connsiteY37180" fmla="*/ 3322876 h 5017219"/>
              <a:gd name="connsiteX37181" fmla="*/ 3883765 w 5799173"/>
              <a:gd name="connsiteY37181" fmla="*/ 3322128 h 5017219"/>
              <a:gd name="connsiteX37182" fmla="*/ 3904285 w 5799173"/>
              <a:gd name="connsiteY37182" fmla="*/ 3322128 h 5017219"/>
              <a:gd name="connsiteX37183" fmla="*/ 3905533 w 5799173"/>
              <a:gd name="connsiteY37183" fmla="*/ 3322876 h 5017219"/>
              <a:gd name="connsiteX37184" fmla="*/ 3915833 w 5799173"/>
              <a:gd name="connsiteY37184" fmla="*/ 3340655 h 5017219"/>
              <a:gd name="connsiteX37185" fmla="*/ 3915834 w 5799173"/>
              <a:gd name="connsiteY37185" fmla="*/ 3342067 h 5017219"/>
              <a:gd name="connsiteX37186" fmla="*/ 3905532 w 5799173"/>
              <a:gd name="connsiteY37186" fmla="*/ 3359846 h 5017219"/>
              <a:gd name="connsiteX37187" fmla="*/ 3904285 w 5799173"/>
              <a:gd name="connsiteY37187" fmla="*/ 3360594 h 5017219"/>
              <a:gd name="connsiteX37188" fmla="*/ 4305068 w 5799173"/>
              <a:gd name="connsiteY37188" fmla="*/ 3473482 h 5017219"/>
              <a:gd name="connsiteX37189" fmla="*/ 4303822 w 5799173"/>
              <a:gd name="connsiteY37189" fmla="*/ 3472734 h 5017219"/>
              <a:gd name="connsiteX37190" fmla="*/ 4293520 w 5799173"/>
              <a:gd name="connsiteY37190" fmla="*/ 3454955 h 5017219"/>
              <a:gd name="connsiteX37191" fmla="*/ 4293520 w 5799173"/>
              <a:gd name="connsiteY37191" fmla="*/ 3453543 h 5017219"/>
              <a:gd name="connsiteX37192" fmla="*/ 4303822 w 5799173"/>
              <a:gd name="connsiteY37192" fmla="*/ 3435764 h 5017219"/>
              <a:gd name="connsiteX37193" fmla="*/ 4305068 w 5799173"/>
              <a:gd name="connsiteY37193" fmla="*/ 3435016 h 5017219"/>
              <a:gd name="connsiteX37194" fmla="*/ 4325588 w 5799173"/>
              <a:gd name="connsiteY37194" fmla="*/ 3435016 h 5017219"/>
              <a:gd name="connsiteX37195" fmla="*/ 4326836 w 5799173"/>
              <a:gd name="connsiteY37195" fmla="*/ 3435764 h 5017219"/>
              <a:gd name="connsiteX37196" fmla="*/ 4337136 w 5799173"/>
              <a:gd name="connsiteY37196" fmla="*/ 3453543 h 5017219"/>
              <a:gd name="connsiteX37197" fmla="*/ 4337137 w 5799173"/>
              <a:gd name="connsiteY37197" fmla="*/ 3454955 h 5017219"/>
              <a:gd name="connsiteX37198" fmla="*/ 4326835 w 5799173"/>
              <a:gd name="connsiteY37198" fmla="*/ 3472734 h 5017219"/>
              <a:gd name="connsiteX37199" fmla="*/ 4325588 w 5799173"/>
              <a:gd name="connsiteY37199" fmla="*/ 3473482 h 5017219"/>
              <a:gd name="connsiteX37200" fmla="*/ 2318931 w 5799173"/>
              <a:gd name="connsiteY37200" fmla="*/ 2941401 h 5017219"/>
              <a:gd name="connsiteX37201" fmla="*/ 2317685 w 5799173"/>
              <a:gd name="connsiteY37201" fmla="*/ 2940653 h 5017219"/>
              <a:gd name="connsiteX37202" fmla="*/ 2307383 w 5799173"/>
              <a:gd name="connsiteY37202" fmla="*/ 2922791 h 5017219"/>
              <a:gd name="connsiteX37203" fmla="*/ 2307383 w 5799173"/>
              <a:gd name="connsiteY37203" fmla="*/ 2921296 h 5017219"/>
              <a:gd name="connsiteX37204" fmla="*/ 2317685 w 5799173"/>
              <a:gd name="connsiteY37204" fmla="*/ 2903434 h 5017219"/>
              <a:gd name="connsiteX37205" fmla="*/ 2318931 w 5799173"/>
              <a:gd name="connsiteY37205" fmla="*/ 2902686 h 5017219"/>
              <a:gd name="connsiteX37206" fmla="*/ 2339618 w 5799173"/>
              <a:gd name="connsiteY37206" fmla="*/ 2902686 h 5017219"/>
              <a:gd name="connsiteX37207" fmla="*/ 2340864 w 5799173"/>
              <a:gd name="connsiteY37207" fmla="*/ 2903434 h 5017219"/>
              <a:gd name="connsiteX37208" fmla="*/ 2351166 w 5799173"/>
              <a:gd name="connsiteY37208" fmla="*/ 2921296 h 5017219"/>
              <a:gd name="connsiteX37209" fmla="*/ 2351166 w 5799173"/>
              <a:gd name="connsiteY37209" fmla="*/ 2922791 h 5017219"/>
              <a:gd name="connsiteX37210" fmla="*/ 2340864 w 5799173"/>
              <a:gd name="connsiteY37210" fmla="*/ 2940653 h 5017219"/>
              <a:gd name="connsiteX37211" fmla="*/ 2339618 w 5799173"/>
              <a:gd name="connsiteY37211" fmla="*/ 2941401 h 5017219"/>
              <a:gd name="connsiteX37212" fmla="*/ 3402283 w 5799173"/>
              <a:gd name="connsiteY37212" fmla="*/ 3231684 h 5017219"/>
              <a:gd name="connsiteX37213" fmla="*/ 3401038 w 5799173"/>
              <a:gd name="connsiteY37213" fmla="*/ 3230936 h 5017219"/>
              <a:gd name="connsiteX37214" fmla="*/ 3390736 w 5799173"/>
              <a:gd name="connsiteY37214" fmla="*/ 3213074 h 5017219"/>
              <a:gd name="connsiteX37215" fmla="*/ 3390736 w 5799173"/>
              <a:gd name="connsiteY37215" fmla="*/ 3211579 h 5017219"/>
              <a:gd name="connsiteX37216" fmla="*/ 3401038 w 5799173"/>
              <a:gd name="connsiteY37216" fmla="*/ 3193717 h 5017219"/>
              <a:gd name="connsiteX37217" fmla="*/ 3402284 w 5799173"/>
              <a:gd name="connsiteY37217" fmla="*/ 3192969 h 5017219"/>
              <a:gd name="connsiteX37218" fmla="*/ 3422971 w 5799173"/>
              <a:gd name="connsiteY37218" fmla="*/ 3192969 h 5017219"/>
              <a:gd name="connsiteX37219" fmla="*/ 3424216 w 5799173"/>
              <a:gd name="connsiteY37219" fmla="*/ 3193717 h 5017219"/>
              <a:gd name="connsiteX37220" fmla="*/ 3434518 w 5799173"/>
              <a:gd name="connsiteY37220" fmla="*/ 3211579 h 5017219"/>
              <a:gd name="connsiteX37221" fmla="*/ 3434518 w 5799173"/>
              <a:gd name="connsiteY37221" fmla="*/ 3213074 h 5017219"/>
              <a:gd name="connsiteX37222" fmla="*/ 3424216 w 5799173"/>
              <a:gd name="connsiteY37222" fmla="*/ 3230936 h 5017219"/>
              <a:gd name="connsiteX37223" fmla="*/ 3422971 w 5799173"/>
              <a:gd name="connsiteY37223" fmla="*/ 3231685 h 5017219"/>
              <a:gd name="connsiteX37224" fmla="*/ 4786567 w 5799173"/>
              <a:gd name="connsiteY37224" fmla="*/ 3602602 h 5017219"/>
              <a:gd name="connsiteX37225" fmla="*/ 4785321 w 5799173"/>
              <a:gd name="connsiteY37225" fmla="*/ 3601854 h 5017219"/>
              <a:gd name="connsiteX37226" fmla="*/ 4775019 w 5799173"/>
              <a:gd name="connsiteY37226" fmla="*/ 3583992 h 5017219"/>
              <a:gd name="connsiteX37227" fmla="*/ 4775019 w 5799173"/>
              <a:gd name="connsiteY37227" fmla="*/ 3582497 h 5017219"/>
              <a:gd name="connsiteX37228" fmla="*/ 4785321 w 5799173"/>
              <a:gd name="connsiteY37228" fmla="*/ 3564635 h 5017219"/>
              <a:gd name="connsiteX37229" fmla="*/ 4786567 w 5799173"/>
              <a:gd name="connsiteY37229" fmla="*/ 3563887 h 5017219"/>
              <a:gd name="connsiteX37230" fmla="*/ 4807254 w 5799173"/>
              <a:gd name="connsiteY37230" fmla="*/ 3563887 h 5017219"/>
              <a:gd name="connsiteX37231" fmla="*/ 4808500 w 5799173"/>
              <a:gd name="connsiteY37231" fmla="*/ 3564635 h 5017219"/>
              <a:gd name="connsiteX37232" fmla="*/ 4818802 w 5799173"/>
              <a:gd name="connsiteY37232" fmla="*/ 3582497 h 5017219"/>
              <a:gd name="connsiteX37233" fmla="*/ 4818802 w 5799173"/>
              <a:gd name="connsiteY37233" fmla="*/ 3583992 h 5017219"/>
              <a:gd name="connsiteX37234" fmla="*/ 4808500 w 5799173"/>
              <a:gd name="connsiteY37234" fmla="*/ 3601854 h 5017219"/>
              <a:gd name="connsiteX37235" fmla="*/ 4807255 w 5799173"/>
              <a:gd name="connsiteY37235" fmla="*/ 3602602 h 5017219"/>
              <a:gd name="connsiteX37236" fmla="*/ 5027312 w 5799173"/>
              <a:gd name="connsiteY37236" fmla="*/ 3667109 h 5017219"/>
              <a:gd name="connsiteX37237" fmla="*/ 5026066 w 5799173"/>
              <a:gd name="connsiteY37237" fmla="*/ 3666361 h 5017219"/>
              <a:gd name="connsiteX37238" fmla="*/ 5015764 w 5799173"/>
              <a:gd name="connsiteY37238" fmla="*/ 3648499 h 5017219"/>
              <a:gd name="connsiteX37239" fmla="*/ 5015764 w 5799173"/>
              <a:gd name="connsiteY37239" fmla="*/ 3647004 h 5017219"/>
              <a:gd name="connsiteX37240" fmla="*/ 5026066 w 5799173"/>
              <a:gd name="connsiteY37240" fmla="*/ 3629142 h 5017219"/>
              <a:gd name="connsiteX37241" fmla="*/ 5027312 w 5799173"/>
              <a:gd name="connsiteY37241" fmla="*/ 3628394 h 5017219"/>
              <a:gd name="connsiteX37242" fmla="*/ 5047999 w 5799173"/>
              <a:gd name="connsiteY37242" fmla="*/ 3628394 h 5017219"/>
              <a:gd name="connsiteX37243" fmla="*/ 5049245 w 5799173"/>
              <a:gd name="connsiteY37243" fmla="*/ 3629142 h 5017219"/>
              <a:gd name="connsiteX37244" fmla="*/ 5059547 w 5799173"/>
              <a:gd name="connsiteY37244" fmla="*/ 3647005 h 5017219"/>
              <a:gd name="connsiteX37245" fmla="*/ 5059547 w 5799173"/>
              <a:gd name="connsiteY37245" fmla="*/ 3648499 h 5017219"/>
              <a:gd name="connsiteX37246" fmla="*/ 5049245 w 5799173"/>
              <a:gd name="connsiteY37246" fmla="*/ 3666361 h 5017219"/>
              <a:gd name="connsiteX37247" fmla="*/ 5047999 w 5799173"/>
              <a:gd name="connsiteY37247" fmla="*/ 3667109 h 5017219"/>
              <a:gd name="connsiteX37248" fmla="*/ 2198477 w 5799173"/>
              <a:gd name="connsiteY37248" fmla="*/ 2909221 h 5017219"/>
              <a:gd name="connsiteX37249" fmla="*/ 2197232 w 5799173"/>
              <a:gd name="connsiteY37249" fmla="*/ 2908473 h 5017219"/>
              <a:gd name="connsiteX37250" fmla="*/ 2186847 w 5799173"/>
              <a:gd name="connsiteY37250" fmla="*/ 2890528 h 5017219"/>
              <a:gd name="connsiteX37251" fmla="*/ 2186847 w 5799173"/>
              <a:gd name="connsiteY37251" fmla="*/ 2889033 h 5017219"/>
              <a:gd name="connsiteX37252" fmla="*/ 2197232 w 5799173"/>
              <a:gd name="connsiteY37252" fmla="*/ 2871088 h 5017219"/>
              <a:gd name="connsiteX37253" fmla="*/ 2198478 w 5799173"/>
              <a:gd name="connsiteY37253" fmla="*/ 2870340 h 5017219"/>
              <a:gd name="connsiteX37254" fmla="*/ 2219247 w 5799173"/>
              <a:gd name="connsiteY37254" fmla="*/ 2870340 h 5017219"/>
              <a:gd name="connsiteX37255" fmla="*/ 2220494 w 5799173"/>
              <a:gd name="connsiteY37255" fmla="*/ 2871088 h 5017219"/>
              <a:gd name="connsiteX37256" fmla="*/ 2230879 w 5799173"/>
              <a:gd name="connsiteY37256" fmla="*/ 2889033 h 5017219"/>
              <a:gd name="connsiteX37257" fmla="*/ 2230879 w 5799173"/>
              <a:gd name="connsiteY37257" fmla="*/ 2890528 h 5017219"/>
              <a:gd name="connsiteX37258" fmla="*/ 2220494 w 5799173"/>
              <a:gd name="connsiteY37258" fmla="*/ 2908473 h 5017219"/>
              <a:gd name="connsiteX37259" fmla="*/ 2219248 w 5799173"/>
              <a:gd name="connsiteY37259" fmla="*/ 2909221 h 5017219"/>
              <a:gd name="connsiteX37260" fmla="*/ 3462388 w 5799173"/>
              <a:gd name="connsiteY37260" fmla="*/ 3247884 h 5017219"/>
              <a:gd name="connsiteX37261" fmla="*/ 3461142 w 5799173"/>
              <a:gd name="connsiteY37261" fmla="*/ 3247136 h 5017219"/>
              <a:gd name="connsiteX37262" fmla="*/ 3450757 w 5799173"/>
              <a:gd name="connsiteY37262" fmla="*/ 3229191 h 5017219"/>
              <a:gd name="connsiteX37263" fmla="*/ 3450757 w 5799173"/>
              <a:gd name="connsiteY37263" fmla="*/ 3227696 h 5017219"/>
              <a:gd name="connsiteX37264" fmla="*/ 3461142 w 5799173"/>
              <a:gd name="connsiteY37264" fmla="*/ 3209751 h 5017219"/>
              <a:gd name="connsiteX37265" fmla="*/ 3462388 w 5799173"/>
              <a:gd name="connsiteY37265" fmla="*/ 3209003 h 5017219"/>
              <a:gd name="connsiteX37266" fmla="*/ 3483157 w 5799173"/>
              <a:gd name="connsiteY37266" fmla="*/ 3209003 h 5017219"/>
              <a:gd name="connsiteX37267" fmla="*/ 3484404 w 5799173"/>
              <a:gd name="connsiteY37267" fmla="*/ 3209751 h 5017219"/>
              <a:gd name="connsiteX37268" fmla="*/ 3494789 w 5799173"/>
              <a:gd name="connsiteY37268" fmla="*/ 3227696 h 5017219"/>
              <a:gd name="connsiteX37269" fmla="*/ 3494789 w 5799173"/>
              <a:gd name="connsiteY37269" fmla="*/ 3229191 h 5017219"/>
              <a:gd name="connsiteX37270" fmla="*/ 3484404 w 5799173"/>
              <a:gd name="connsiteY37270" fmla="*/ 3247136 h 5017219"/>
              <a:gd name="connsiteX37271" fmla="*/ 3483158 w 5799173"/>
              <a:gd name="connsiteY37271" fmla="*/ 3247884 h 5017219"/>
              <a:gd name="connsiteX37272" fmla="*/ 3582760 w 5799173"/>
              <a:gd name="connsiteY37272" fmla="*/ 3280138 h 5017219"/>
              <a:gd name="connsiteX37273" fmla="*/ 3581514 w 5799173"/>
              <a:gd name="connsiteY37273" fmla="*/ 3279390 h 5017219"/>
              <a:gd name="connsiteX37274" fmla="*/ 3571130 w 5799173"/>
              <a:gd name="connsiteY37274" fmla="*/ 3261445 h 5017219"/>
              <a:gd name="connsiteX37275" fmla="*/ 3571129 w 5799173"/>
              <a:gd name="connsiteY37275" fmla="*/ 3259950 h 5017219"/>
              <a:gd name="connsiteX37276" fmla="*/ 3581514 w 5799173"/>
              <a:gd name="connsiteY37276" fmla="*/ 3242005 h 5017219"/>
              <a:gd name="connsiteX37277" fmla="*/ 3582760 w 5799173"/>
              <a:gd name="connsiteY37277" fmla="*/ 3241257 h 5017219"/>
              <a:gd name="connsiteX37278" fmla="*/ 3603530 w 5799173"/>
              <a:gd name="connsiteY37278" fmla="*/ 3241257 h 5017219"/>
              <a:gd name="connsiteX37279" fmla="*/ 3604776 w 5799173"/>
              <a:gd name="connsiteY37279" fmla="*/ 3242005 h 5017219"/>
              <a:gd name="connsiteX37280" fmla="*/ 3615161 w 5799173"/>
              <a:gd name="connsiteY37280" fmla="*/ 3259950 h 5017219"/>
              <a:gd name="connsiteX37281" fmla="*/ 3615161 w 5799173"/>
              <a:gd name="connsiteY37281" fmla="*/ 3261445 h 5017219"/>
              <a:gd name="connsiteX37282" fmla="*/ 3604777 w 5799173"/>
              <a:gd name="connsiteY37282" fmla="*/ 3279390 h 5017219"/>
              <a:gd name="connsiteX37283" fmla="*/ 3603531 w 5799173"/>
              <a:gd name="connsiteY37283" fmla="*/ 3280138 h 5017219"/>
              <a:gd name="connsiteX37284" fmla="*/ 3642947 w 5799173"/>
              <a:gd name="connsiteY37284" fmla="*/ 3296265 h 5017219"/>
              <a:gd name="connsiteX37285" fmla="*/ 3641701 w 5799173"/>
              <a:gd name="connsiteY37285" fmla="*/ 3295517 h 5017219"/>
              <a:gd name="connsiteX37286" fmla="*/ 3631316 w 5799173"/>
              <a:gd name="connsiteY37286" fmla="*/ 3277572 h 5017219"/>
              <a:gd name="connsiteX37287" fmla="*/ 3631316 w 5799173"/>
              <a:gd name="connsiteY37287" fmla="*/ 3276077 h 5017219"/>
              <a:gd name="connsiteX37288" fmla="*/ 3641701 w 5799173"/>
              <a:gd name="connsiteY37288" fmla="*/ 3258132 h 5017219"/>
              <a:gd name="connsiteX37289" fmla="*/ 3642947 w 5799173"/>
              <a:gd name="connsiteY37289" fmla="*/ 3257384 h 5017219"/>
              <a:gd name="connsiteX37290" fmla="*/ 3663717 w 5799173"/>
              <a:gd name="connsiteY37290" fmla="*/ 3257384 h 5017219"/>
              <a:gd name="connsiteX37291" fmla="*/ 3664963 w 5799173"/>
              <a:gd name="connsiteY37291" fmla="*/ 3258132 h 5017219"/>
              <a:gd name="connsiteX37292" fmla="*/ 3675348 w 5799173"/>
              <a:gd name="connsiteY37292" fmla="*/ 3276077 h 5017219"/>
              <a:gd name="connsiteX37293" fmla="*/ 3675348 w 5799173"/>
              <a:gd name="connsiteY37293" fmla="*/ 3277572 h 5017219"/>
              <a:gd name="connsiteX37294" fmla="*/ 3664963 w 5799173"/>
              <a:gd name="connsiteY37294" fmla="*/ 3295517 h 5017219"/>
              <a:gd name="connsiteX37295" fmla="*/ 3663717 w 5799173"/>
              <a:gd name="connsiteY37295" fmla="*/ 3296265 h 5017219"/>
              <a:gd name="connsiteX37296" fmla="*/ 3703133 w 5799173"/>
              <a:gd name="connsiteY37296" fmla="*/ 3312392 h 5017219"/>
              <a:gd name="connsiteX37297" fmla="*/ 3701887 w 5799173"/>
              <a:gd name="connsiteY37297" fmla="*/ 3311644 h 5017219"/>
              <a:gd name="connsiteX37298" fmla="*/ 3691502 w 5799173"/>
              <a:gd name="connsiteY37298" fmla="*/ 3293699 h 5017219"/>
              <a:gd name="connsiteX37299" fmla="*/ 3691502 w 5799173"/>
              <a:gd name="connsiteY37299" fmla="*/ 3292204 h 5017219"/>
              <a:gd name="connsiteX37300" fmla="*/ 3701887 w 5799173"/>
              <a:gd name="connsiteY37300" fmla="*/ 3274259 h 5017219"/>
              <a:gd name="connsiteX37301" fmla="*/ 3703133 w 5799173"/>
              <a:gd name="connsiteY37301" fmla="*/ 3273511 h 5017219"/>
              <a:gd name="connsiteX37302" fmla="*/ 3723903 w 5799173"/>
              <a:gd name="connsiteY37302" fmla="*/ 3273511 h 5017219"/>
              <a:gd name="connsiteX37303" fmla="*/ 3725149 w 5799173"/>
              <a:gd name="connsiteY37303" fmla="*/ 3274259 h 5017219"/>
              <a:gd name="connsiteX37304" fmla="*/ 3735534 w 5799173"/>
              <a:gd name="connsiteY37304" fmla="*/ 3292204 h 5017219"/>
              <a:gd name="connsiteX37305" fmla="*/ 3735534 w 5799173"/>
              <a:gd name="connsiteY37305" fmla="*/ 3293699 h 5017219"/>
              <a:gd name="connsiteX37306" fmla="*/ 3725149 w 5799173"/>
              <a:gd name="connsiteY37306" fmla="*/ 3311644 h 5017219"/>
              <a:gd name="connsiteX37307" fmla="*/ 3723903 w 5799173"/>
              <a:gd name="connsiteY37307" fmla="*/ 3312392 h 5017219"/>
              <a:gd name="connsiteX37308" fmla="*/ 4425367 w 5799173"/>
              <a:gd name="connsiteY37308" fmla="*/ 3505914 h 5017219"/>
              <a:gd name="connsiteX37309" fmla="*/ 4424121 w 5799173"/>
              <a:gd name="connsiteY37309" fmla="*/ 3505166 h 5017219"/>
              <a:gd name="connsiteX37310" fmla="*/ 4413737 w 5799173"/>
              <a:gd name="connsiteY37310" fmla="*/ 3487221 h 5017219"/>
              <a:gd name="connsiteX37311" fmla="*/ 4413737 w 5799173"/>
              <a:gd name="connsiteY37311" fmla="*/ 3485726 h 5017219"/>
              <a:gd name="connsiteX37312" fmla="*/ 4424121 w 5799173"/>
              <a:gd name="connsiteY37312" fmla="*/ 3467781 h 5017219"/>
              <a:gd name="connsiteX37313" fmla="*/ 4425367 w 5799173"/>
              <a:gd name="connsiteY37313" fmla="*/ 3467033 h 5017219"/>
              <a:gd name="connsiteX37314" fmla="*/ 4446137 w 5799173"/>
              <a:gd name="connsiteY37314" fmla="*/ 3467033 h 5017219"/>
              <a:gd name="connsiteX37315" fmla="*/ 4447384 w 5799173"/>
              <a:gd name="connsiteY37315" fmla="*/ 3467781 h 5017219"/>
              <a:gd name="connsiteX37316" fmla="*/ 4457768 w 5799173"/>
              <a:gd name="connsiteY37316" fmla="*/ 3485726 h 5017219"/>
              <a:gd name="connsiteX37317" fmla="*/ 4457768 w 5799173"/>
              <a:gd name="connsiteY37317" fmla="*/ 3487221 h 5017219"/>
              <a:gd name="connsiteX37318" fmla="*/ 4447384 w 5799173"/>
              <a:gd name="connsiteY37318" fmla="*/ 3505166 h 5017219"/>
              <a:gd name="connsiteX37319" fmla="*/ 4446138 w 5799173"/>
              <a:gd name="connsiteY37319" fmla="*/ 3505914 h 5017219"/>
              <a:gd name="connsiteX37320" fmla="*/ 4545740 w 5799173"/>
              <a:gd name="connsiteY37320" fmla="*/ 3538168 h 5017219"/>
              <a:gd name="connsiteX37321" fmla="*/ 4544494 w 5799173"/>
              <a:gd name="connsiteY37321" fmla="*/ 3537420 h 5017219"/>
              <a:gd name="connsiteX37322" fmla="*/ 4534109 w 5799173"/>
              <a:gd name="connsiteY37322" fmla="*/ 3519475 h 5017219"/>
              <a:gd name="connsiteX37323" fmla="*/ 4534109 w 5799173"/>
              <a:gd name="connsiteY37323" fmla="*/ 3517980 h 5017219"/>
              <a:gd name="connsiteX37324" fmla="*/ 4544494 w 5799173"/>
              <a:gd name="connsiteY37324" fmla="*/ 3500035 h 5017219"/>
              <a:gd name="connsiteX37325" fmla="*/ 4545740 w 5799173"/>
              <a:gd name="connsiteY37325" fmla="*/ 3499287 h 5017219"/>
              <a:gd name="connsiteX37326" fmla="*/ 4566510 w 5799173"/>
              <a:gd name="connsiteY37326" fmla="*/ 3499287 h 5017219"/>
              <a:gd name="connsiteX37327" fmla="*/ 4567756 w 5799173"/>
              <a:gd name="connsiteY37327" fmla="*/ 3500035 h 5017219"/>
              <a:gd name="connsiteX37328" fmla="*/ 4578141 w 5799173"/>
              <a:gd name="connsiteY37328" fmla="*/ 3517980 h 5017219"/>
              <a:gd name="connsiteX37329" fmla="*/ 4578141 w 5799173"/>
              <a:gd name="connsiteY37329" fmla="*/ 3519475 h 5017219"/>
              <a:gd name="connsiteX37330" fmla="*/ 4567756 w 5799173"/>
              <a:gd name="connsiteY37330" fmla="*/ 3537420 h 5017219"/>
              <a:gd name="connsiteX37331" fmla="*/ 4566510 w 5799173"/>
              <a:gd name="connsiteY37331" fmla="*/ 3538168 h 5017219"/>
              <a:gd name="connsiteX37332" fmla="*/ 4726299 w 5799173"/>
              <a:gd name="connsiteY37332" fmla="*/ 3586548 h 5017219"/>
              <a:gd name="connsiteX37333" fmla="*/ 4725053 w 5799173"/>
              <a:gd name="connsiteY37333" fmla="*/ 3585800 h 5017219"/>
              <a:gd name="connsiteX37334" fmla="*/ 4714668 w 5799173"/>
              <a:gd name="connsiteY37334" fmla="*/ 3567855 h 5017219"/>
              <a:gd name="connsiteX37335" fmla="*/ 4714668 w 5799173"/>
              <a:gd name="connsiteY37335" fmla="*/ 3566360 h 5017219"/>
              <a:gd name="connsiteX37336" fmla="*/ 4725053 w 5799173"/>
              <a:gd name="connsiteY37336" fmla="*/ 3548415 h 5017219"/>
              <a:gd name="connsiteX37337" fmla="*/ 4726299 w 5799173"/>
              <a:gd name="connsiteY37337" fmla="*/ 3547667 h 5017219"/>
              <a:gd name="connsiteX37338" fmla="*/ 4747068 w 5799173"/>
              <a:gd name="connsiteY37338" fmla="*/ 3547667 h 5017219"/>
              <a:gd name="connsiteX37339" fmla="*/ 4748315 w 5799173"/>
              <a:gd name="connsiteY37339" fmla="*/ 3548415 h 5017219"/>
              <a:gd name="connsiteX37340" fmla="*/ 4758700 w 5799173"/>
              <a:gd name="connsiteY37340" fmla="*/ 3566360 h 5017219"/>
              <a:gd name="connsiteX37341" fmla="*/ 4758700 w 5799173"/>
              <a:gd name="connsiteY37341" fmla="*/ 3567855 h 5017219"/>
              <a:gd name="connsiteX37342" fmla="*/ 4748315 w 5799173"/>
              <a:gd name="connsiteY37342" fmla="*/ 3585800 h 5017219"/>
              <a:gd name="connsiteX37343" fmla="*/ 4747069 w 5799173"/>
              <a:gd name="connsiteY37343" fmla="*/ 3586548 h 5017219"/>
              <a:gd name="connsiteX37344" fmla="*/ 4485470 w 5799173"/>
              <a:gd name="connsiteY37344" fmla="*/ 3522123 h 5017219"/>
              <a:gd name="connsiteX37345" fmla="*/ 4484224 w 5799173"/>
              <a:gd name="connsiteY37345" fmla="*/ 3521376 h 5017219"/>
              <a:gd name="connsiteX37346" fmla="*/ 4473839 w 5799173"/>
              <a:gd name="connsiteY37346" fmla="*/ 3503347 h 5017219"/>
              <a:gd name="connsiteX37347" fmla="*/ 4473839 w 5799173"/>
              <a:gd name="connsiteY37347" fmla="*/ 3501852 h 5017219"/>
              <a:gd name="connsiteX37348" fmla="*/ 4484308 w 5799173"/>
              <a:gd name="connsiteY37348" fmla="*/ 3483824 h 5017219"/>
              <a:gd name="connsiteX37349" fmla="*/ 4485554 w 5799173"/>
              <a:gd name="connsiteY37349" fmla="*/ 3483076 h 5017219"/>
              <a:gd name="connsiteX37350" fmla="*/ 4506407 w 5799173"/>
              <a:gd name="connsiteY37350" fmla="*/ 3483076 h 5017219"/>
              <a:gd name="connsiteX37351" fmla="*/ 4507652 w 5799173"/>
              <a:gd name="connsiteY37351" fmla="*/ 3483824 h 5017219"/>
              <a:gd name="connsiteX37352" fmla="*/ 4518037 w 5799173"/>
              <a:gd name="connsiteY37352" fmla="*/ 3501852 h 5017219"/>
              <a:gd name="connsiteX37353" fmla="*/ 4518037 w 5799173"/>
              <a:gd name="connsiteY37353" fmla="*/ 3503347 h 5017219"/>
              <a:gd name="connsiteX37354" fmla="*/ 4507569 w 5799173"/>
              <a:gd name="connsiteY37354" fmla="*/ 3521376 h 5017219"/>
              <a:gd name="connsiteX37355" fmla="*/ 4506323 w 5799173"/>
              <a:gd name="connsiteY37355" fmla="*/ 3522123 h 5017219"/>
              <a:gd name="connsiteX37356" fmla="*/ 4906774 w 5799173"/>
              <a:gd name="connsiteY37356" fmla="*/ 3635011 h 5017219"/>
              <a:gd name="connsiteX37357" fmla="*/ 4905528 w 5799173"/>
              <a:gd name="connsiteY37357" fmla="*/ 3634264 h 5017219"/>
              <a:gd name="connsiteX37358" fmla="*/ 4895143 w 5799173"/>
              <a:gd name="connsiteY37358" fmla="*/ 3616235 h 5017219"/>
              <a:gd name="connsiteX37359" fmla="*/ 4895143 w 5799173"/>
              <a:gd name="connsiteY37359" fmla="*/ 3614740 h 5017219"/>
              <a:gd name="connsiteX37360" fmla="*/ 4905611 w 5799173"/>
              <a:gd name="connsiteY37360" fmla="*/ 3596712 h 5017219"/>
              <a:gd name="connsiteX37361" fmla="*/ 4906857 w 5799173"/>
              <a:gd name="connsiteY37361" fmla="*/ 3595964 h 5017219"/>
              <a:gd name="connsiteX37362" fmla="*/ 4927710 w 5799173"/>
              <a:gd name="connsiteY37362" fmla="*/ 3595964 h 5017219"/>
              <a:gd name="connsiteX37363" fmla="*/ 4928956 w 5799173"/>
              <a:gd name="connsiteY37363" fmla="*/ 3596712 h 5017219"/>
              <a:gd name="connsiteX37364" fmla="*/ 4939341 w 5799173"/>
              <a:gd name="connsiteY37364" fmla="*/ 3614740 h 5017219"/>
              <a:gd name="connsiteX37365" fmla="*/ 4939341 w 5799173"/>
              <a:gd name="connsiteY37365" fmla="*/ 3616235 h 5017219"/>
              <a:gd name="connsiteX37366" fmla="*/ 4928873 w 5799173"/>
              <a:gd name="connsiteY37366" fmla="*/ 3634264 h 5017219"/>
              <a:gd name="connsiteX37367" fmla="*/ 4927627 w 5799173"/>
              <a:gd name="connsiteY37367" fmla="*/ 3635011 h 5017219"/>
              <a:gd name="connsiteX37368" fmla="*/ 2138208 w 5799173"/>
              <a:gd name="connsiteY37368" fmla="*/ 2893259 h 5017219"/>
              <a:gd name="connsiteX37369" fmla="*/ 2136962 w 5799173"/>
              <a:gd name="connsiteY37369" fmla="*/ 2892511 h 5017219"/>
              <a:gd name="connsiteX37370" fmla="*/ 2126494 w 5799173"/>
              <a:gd name="connsiteY37370" fmla="*/ 2874400 h 5017219"/>
              <a:gd name="connsiteX37371" fmla="*/ 2126494 w 5799173"/>
              <a:gd name="connsiteY37371" fmla="*/ 2872905 h 5017219"/>
              <a:gd name="connsiteX37372" fmla="*/ 2136962 w 5799173"/>
              <a:gd name="connsiteY37372" fmla="*/ 2854794 h 5017219"/>
              <a:gd name="connsiteX37373" fmla="*/ 2138208 w 5799173"/>
              <a:gd name="connsiteY37373" fmla="*/ 2854046 h 5017219"/>
              <a:gd name="connsiteX37374" fmla="*/ 2159144 w 5799173"/>
              <a:gd name="connsiteY37374" fmla="*/ 2854046 h 5017219"/>
              <a:gd name="connsiteX37375" fmla="*/ 2160390 w 5799173"/>
              <a:gd name="connsiteY37375" fmla="*/ 2854794 h 5017219"/>
              <a:gd name="connsiteX37376" fmla="*/ 2170858 w 5799173"/>
              <a:gd name="connsiteY37376" fmla="*/ 2872905 h 5017219"/>
              <a:gd name="connsiteX37377" fmla="*/ 2170858 w 5799173"/>
              <a:gd name="connsiteY37377" fmla="*/ 2874400 h 5017219"/>
              <a:gd name="connsiteX37378" fmla="*/ 2160390 w 5799173"/>
              <a:gd name="connsiteY37378" fmla="*/ 2892511 h 5017219"/>
              <a:gd name="connsiteX37379" fmla="*/ 2159144 w 5799173"/>
              <a:gd name="connsiteY37379" fmla="*/ 2893259 h 5017219"/>
              <a:gd name="connsiteX37380" fmla="*/ 2439138 w 5799173"/>
              <a:gd name="connsiteY37380" fmla="*/ 2973893 h 5017219"/>
              <a:gd name="connsiteX37381" fmla="*/ 2437892 w 5799173"/>
              <a:gd name="connsiteY37381" fmla="*/ 2973145 h 5017219"/>
              <a:gd name="connsiteX37382" fmla="*/ 2427424 w 5799173"/>
              <a:gd name="connsiteY37382" fmla="*/ 2955034 h 5017219"/>
              <a:gd name="connsiteX37383" fmla="*/ 2427424 w 5799173"/>
              <a:gd name="connsiteY37383" fmla="*/ 2953539 h 5017219"/>
              <a:gd name="connsiteX37384" fmla="*/ 2437892 w 5799173"/>
              <a:gd name="connsiteY37384" fmla="*/ 2935428 h 5017219"/>
              <a:gd name="connsiteX37385" fmla="*/ 2439138 w 5799173"/>
              <a:gd name="connsiteY37385" fmla="*/ 2934680 h 5017219"/>
              <a:gd name="connsiteX37386" fmla="*/ 2460074 w 5799173"/>
              <a:gd name="connsiteY37386" fmla="*/ 2934680 h 5017219"/>
              <a:gd name="connsiteX37387" fmla="*/ 2461320 w 5799173"/>
              <a:gd name="connsiteY37387" fmla="*/ 2935428 h 5017219"/>
              <a:gd name="connsiteX37388" fmla="*/ 2471788 w 5799173"/>
              <a:gd name="connsiteY37388" fmla="*/ 2953539 h 5017219"/>
              <a:gd name="connsiteX37389" fmla="*/ 2471788 w 5799173"/>
              <a:gd name="connsiteY37389" fmla="*/ 2955034 h 5017219"/>
              <a:gd name="connsiteX37390" fmla="*/ 2461320 w 5799173"/>
              <a:gd name="connsiteY37390" fmla="*/ 2973145 h 5017219"/>
              <a:gd name="connsiteX37391" fmla="*/ 2460074 w 5799173"/>
              <a:gd name="connsiteY37391" fmla="*/ 2973893 h 5017219"/>
              <a:gd name="connsiteX37392" fmla="*/ 3943794 w 5799173"/>
              <a:gd name="connsiteY37392" fmla="*/ 3377064 h 5017219"/>
              <a:gd name="connsiteX37393" fmla="*/ 3942549 w 5799173"/>
              <a:gd name="connsiteY37393" fmla="*/ 3376316 h 5017219"/>
              <a:gd name="connsiteX37394" fmla="*/ 3932081 w 5799173"/>
              <a:gd name="connsiteY37394" fmla="*/ 3358205 h 5017219"/>
              <a:gd name="connsiteX37395" fmla="*/ 3932081 w 5799173"/>
              <a:gd name="connsiteY37395" fmla="*/ 3356710 h 5017219"/>
              <a:gd name="connsiteX37396" fmla="*/ 3942548 w 5799173"/>
              <a:gd name="connsiteY37396" fmla="*/ 3338599 h 5017219"/>
              <a:gd name="connsiteX37397" fmla="*/ 3943794 w 5799173"/>
              <a:gd name="connsiteY37397" fmla="*/ 3337851 h 5017219"/>
              <a:gd name="connsiteX37398" fmla="*/ 3964731 w 5799173"/>
              <a:gd name="connsiteY37398" fmla="*/ 3337851 h 5017219"/>
              <a:gd name="connsiteX37399" fmla="*/ 3965977 w 5799173"/>
              <a:gd name="connsiteY37399" fmla="*/ 3338599 h 5017219"/>
              <a:gd name="connsiteX37400" fmla="*/ 3976444 w 5799173"/>
              <a:gd name="connsiteY37400" fmla="*/ 3356710 h 5017219"/>
              <a:gd name="connsiteX37401" fmla="*/ 3976444 w 5799173"/>
              <a:gd name="connsiteY37401" fmla="*/ 3358205 h 5017219"/>
              <a:gd name="connsiteX37402" fmla="*/ 3965977 w 5799173"/>
              <a:gd name="connsiteY37402" fmla="*/ 3376316 h 5017219"/>
              <a:gd name="connsiteX37403" fmla="*/ 3964731 w 5799173"/>
              <a:gd name="connsiteY37403" fmla="*/ 3377064 h 5017219"/>
              <a:gd name="connsiteX37404" fmla="*/ 4846588 w 5799173"/>
              <a:gd name="connsiteY37404" fmla="*/ 3618967 h 5017219"/>
              <a:gd name="connsiteX37405" fmla="*/ 4845341 w 5799173"/>
              <a:gd name="connsiteY37405" fmla="*/ 3618219 h 5017219"/>
              <a:gd name="connsiteX37406" fmla="*/ 4834873 w 5799173"/>
              <a:gd name="connsiteY37406" fmla="*/ 3600108 h 5017219"/>
              <a:gd name="connsiteX37407" fmla="*/ 4834873 w 5799173"/>
              <a:gd name="connsiteY37407" fmla="*/ 3598613 h 5017219"/>
              <a:gd name="connsiteX37408" fmla="*/ 4845341 w 5799173"/>
              <a:gd name="connsiteY37408" fmla="*/ 3580502 h 5017219"/>
              <a:gd name="connsiteX37409" fmla="*/ 4846588 w 5799173"/>
              <a:gd name="connsiteY37409" fmla="*/ 3579754 h 5017219"/>
              <a:gd name="connsiteX37410" fmla="*/ 4867523 w 5799173"/>
              <a:gd name="connsiteY37410" fmla="*/ 3579754 h 5017219"/>
              <a:gd name="connsiteX37411" fmla="*/ 4868770 w 5799173"/>
              <a:gd name="connsiteY37411" fmla="*/ 3580502 h 5017219"/>
              <a:gd name="connsiteX37412" fmla="*/ 4879238 w 5799173"/>
              <a:gd name="connsiteY37412" fmla="*/ 3598613 h 5017219"/>
              <a:gd name="connsiteX37413" fmla="*/ 4879238 w 5799173"/>
              <a:gd name="connsiteY37413" fmla="*/ 3600108 h 5017219"/>
              <a:gd name="connsiteX37414" fmla="*/ 4868769 w 5799173"/>
              <a:gd name="connsiteY37414" fmla="*/ 3618219 h 5017219"/>
              <a:gd name="connsiteX37415" fmla="*/ 4867523 w 5799173"/>
              <a:gd name="connsiteY37415" fmla="*/ 3618967 h 5017219"/>
              <a:gd name="connsiteX37416" fmla="*/ 1897402 w 5799173"/>
              <a:gd name="connsiteY37416" fmla="*/ 2828827 h 5017219"/>
              <a:gd name="connsiteX37417" fmla="*/ 1896156 w 5799173"/>
              <a:gd name="connsiteY37417" fmla="*/ 2828079 h 5017219"/>
              <a:gd name="connsiteX37418" fmla="*/ 1885605 w 5799173"/>
              <a:gd name="connsiteY37418" fmla="*/ 2809802 h 5017219"/>
              <a:gd name="connsiteX37419" fmla="*/ 1885605 w 5799173"/>
              <a:gd name="connsiteY37419" fmla="*/ 2808306 h 5017219"/>
              <a:gd name="connsiteX37420" fmla="*/ 1896156 w 5799173"/>
              <a:gd name="connsiteY37420" fmla="*/ 2790029 h 5017219"/>
              <a:gd name="connsiteX37421" fmla="*/ 1897402 w 5799173"/>
              <a:gd name="connsiteY37421" fmla="*/ 2789281 h 5017219"/>
              <a:gd name="connsiteX37422" fmla="*/ 1918421 w 5799173"/>
              <a:gd name="connsiteY37422" fmla="*/ 2789281 h 5017219"/>
              <a:gd name="connsiteX37423" fmla="*/ 1919667 w 5799173"/>
              <a:gd name="connsiteY37423" fmla="*/ 2790029 h 5017219"/>
              <a:gd name="connsiteX37424" fmla="*/ 1930219 w 5799173"/>
              <a:gd name="connsiteY37424" fmla="*/ 2808306 h 5017219"/>
              <a:gd name="connsiteX37425" fmla="*/ 1930219 w 5799173"/>
              <a:gd name="connsiteY37425" fmla="*/ 2809802 h 5017219"/>
              <a:gd name="connsiteX37426" fmla="*/ 1919667 w 5799173"/>
              <a:gd name="connsiteY37426" fmla="*/ 2828079 h 5017219"/>
              <a:gd name="connsiteX37427" fmla="*/ 1918421 w 5799173"/>
              <a:gd name="connsiteY37427" fmla="*/ 2828827 h 5017219"/>
              <a:gd name="connsiteX37428" fmla="*/ 2017775 w 5799173"/>
              <a:gd name="connsiteY37428" fmla="*/ 2861081 h 5017219"/>
              <a:gd name="connsiteX37429" fmla="*/ 2016529 w 5799173"/>
              <a:gd name="connsiteY37429" fmla="*/ 2860333 h 5017219"/>
              <a:gd name="connsiteX37430" fmla="*/ 2005978 w 5799173"/>
              <a:gd name="connsiteY37430" fmla="*/ 2842056 h 5017219"/>
              <a:gd name="connsiteX37431" fmla="*/ 2005978 w 5799173"/>
              <a:gd name="connsiteY37431" fmla="*/ 2840560 h 5017219"/>
              <a:gd name="connsiteX37432" fmla="*/ 2016529 w 5799173"/>
              <a:gd name="connsiteY37432" fmla="*/ 2822283 h 5017219"/>
              <a:gd name="connsiteX37433" fmla="*/ 2017775 w 5799173"/>
              <a:gd name="connsiteY37433" fmla="*/ 2821535 h 5017219"/>
              <a:gd name="connsiteX37434" fmla="*/ 2038794 w 5799173"/>
              <a:gd name="connsiteY37434" fmla="*/ 2821535 h 5017219"/>
              <a:gd name="connsiteX37435" fmla="*/ 2040040 w 5799173"/>
              <a:gd name="connsiteY37435" fmla="*/ 2822283 h 5017219"/>
              <a:gd name="connsiteX37436" fmla="*/ 2050592 w 5799173"/>
              <a:gd name="connsiteY37436" fmla="*/ 2840560 h 5017219"/>
              <a:gd name="connsiteX37437" fmla="*/ 2050592 w 5799173"/>
              <a:gd name="connsiteY37437" fmla="*/ 2842056 h 5017219"/>
              <a:gd name="connsiteX37438" fmla="*/ 2040040 w 5799173"/>
              <a:gd name="connsiteY37438" fmla="*/ 2860333 h 5017219"/>
              <a:gd name="connsiteX37439" fmla="*/ 2038794 w 5799173"/>
              <a:gd name="connsiteY37439" fmla="*/ 2861081 h 5017219"/>
              <a:gd name="connsiteX37440" fmla="*/ 2258520 w 5799173"/>
              <a:gd name="connsiteY37440" fmla="*/ 2925588 h 5017219"/>
              <a:gd name="connsiteX37441" fmla="*/ 2257273 w 5799173"/>
              <a:gd name="connsiteY37441" fmla="*/ 2924840 h 5017219"/>
              <a:gd name="connsiteX37442" fmla="*/ 2246723 w 5799173"/>
              <a:gd name="connsiteY37442" fmla="*/ 2906563 h 5017219"/>
              <a:gd name="connsiteX37443" fmla="*/ 2246722 w 5799173"/>
              <a:gd name="connsiteY37443" fmla="*/ 2905067 h 5017219"/>
              <a:gd name="connsiteX37444" fmla="*/ 2257273 w 5799173"/>
              <a:gd name="connsiteY37444" fmla="*/ 2886790 h 5017219"/>
              <a:gd name="connsiteX37445" fmla="*/ 2258519 w 5799173"/>
              <a:gd name="connsiteY37445" fmla="*/ 2886042 h 5017219"/>
              <a:gd name="connsiteX37446" fmla="*/ 2279539 w 5799173"/>
              <a:gd name="connsiteY37446" fmla="*/ 2886043 h 5017219"/>
              <a:gd name="connsiteX37447" fmla="*/ 2280784 w 5799173"/>
              <a:gd name="connsiteY37447" fmla="*/ 2886790 h 5017219"/>
              <a:gd name="connsiteX37448" fmla="*/ 2291336 w 5799173"/>
              <a:gd name="connsiteY37448" fmla="*/ 2905067 h 5017219"/>
              <a:gd name="connsiteX37449" fmla="*/ 2291335 w 5799173"/>
              <a:gd name="connsiteY37449" fmla="*/ 2906563 h 5017219"/>
              <a:gd name="connsiteX37450" fmla="*/ 2280784 w 5799173"/>
              <a:gd name="connsiteY37450" fmla="*/ 2924840 h 5017219"/>
              <a:gd name="connsiteX37451" fmla="*/ 2279538 w 5799173"/>
              <a:gd name="connsiteY37451" fmla="*/ 2925588 h 5017219"/>
              <a:gd name="connsiteX37452" fmla="*/ 2378892 w 5799173"/>
              <a:gd name="connsiteY37452" fmla="*/ 2957842 h 5017219"/>
              <a:gd name="connsiteX37453" fmla="*/ 2377646 w 5799173"/>
              <a:gd name="connsiteY37453" fmla="*/ 2957094 h 5017219"/>
              <a:gd name="connsiteX37454" fmla="*/ 2367095 w 5799173"/>
              <a:gd name="connsiteY37454" fmla="*/ 2938817 h 5017219"/>
              <a:gd name="connsiteX37455" fmla="*/ 2367095 w 5799173"/>
              <a:gd name="connsiteY37455" fmla="*/ 2937321 h 5017219"/>
              <a:gd name="connsiteX37456" fmla="*/ 2377646 w 5799173"/>
              <a:gd name="connsiteY37456" fmla="*/ 2919044 h 5017219"/>
              <a:gd name="connsiteX37457" fmla="*/ 2378892 w 5799173"/>
              <a:gd name="connsiteY37457" fmla="*/ 2918296 h 5017219"/>
              <a:gd name="connsiteX37458" fmla="*/ 2399911 w 5799173"/>
              <a:gd name="connsiteY37458" fmla="*/ 2918296 h 5017219"/>
              <a:gd name="connsiteX37459" fmla="*/ 2401157 w 5799173"/>
              <a:gd name="connsiteY37459" fmla="*/ 2919044 h 5017219"/>
              <a:gd name="connsiteX37460" fmla="*/ 2411708 w 5799173"/>
              <a:gd name="connsiteY37460" fmla="*/ 2937321 h 5017219"/>
              <a:gd name="connsiteX37461" fmla="*/ 2411708 w 5799173"/>
              <a:gd name="connsiteY37461" fmla="*/ 2938817 h 5017219"/>
              <a:gd name="connsiteX37462" fmla="*/ 2401157 w 5799173"/>
              <a:gd name="connsiteY37462" fmla="*/ 2957094 h 5017219"/>
              <a:gd name="connsiteX37463" fmla="*/ 2399911 w 5799173"/>
              <a:gd name="connsiteY37463" fmla="*/ 2957842 h 5017219"/>
              <a:gd name="connsiteX37464" fmla="*/ 3763176 w 5799173"/>
              <a:gd name="connsiteY37464" fmla="*/ 3328760 h 5017219"/>
              <a:gd name="connsiteX37465" fmla="*/ 3761930 w 5799173"/>
              <a:gd name="connsiteY37465" fmla="*/ 3328012 h 5017219"/>
              <a:gd name="connsiteX37466" fmla="*/ 3751379 w 5799173"/>
              <a:gd name="connsiteY37466" fmla="*/ 3309735 h 5017219"/>
              <a:gd name="connsiteX37467" fmla="*/ 3751379 w 5799173"/>
              <a:gd name="connsiteY37467" fmla="*/ 3308239 h 5017219"/>
              <a:gd name="connsiteX37468" fmla="*/ 3761930 w 5799173"/>
              <a:gd name="connsiteY37468" fmla="*/ 3289962 h 5017219"/>
              <a:gd name="connsiteX37469" fmla="*/ 3763176 w 5799173"/>
              <a:gd name="connsiteY37469" fmla="*/ 3289214 h 5017219"/>
              <a:gd name="connsiteX37470" fmla="*/ 3784195 w 5799173"/>
              <a:gd name="connsiteY37470" fmla="*/ 3289214 h 5017219"/>
              <a:gd name="connsiteX37471" fmla="*/ 3785441 w 5799173"/>
              <a:gd name="connsiteY37471" fmla="*/ 3289962 h 5017219"/>
              <a:gd name="connsiteX37472" fmla="*/ 3795992 w 5799173"/>
              <a:gd name="connsiteY37472" fmla="*/ 3308239 h 5017219"/>
              <a:gd name="connsiteX37473" fmla="*/ 3795992 w 5799173"/>
              <a:gd name="connsiteY37473" fmla="*/ 3309735 h 5017219"/>
              <a:gd name="connsiteX37474" fmla="*/ 3785441 w 5799173"/>
              <a:gd name="connsiteY37474" fmla="*/ 3328012 h 5017219"/>
              <a:gd name="connsiteX37475" fmla="*/ 3784195 w 5799173"/>
              <a:gd name="connsiteY37475" fmla="*/ 3328760 h 5017219"/>
              <a:gd name="connsiteX37476" fmla="*/ 3823362 w 5799173"/>
              <a:gd name="connsiteY37476" fmla="*/ 3344887 h 5017219"/>
              <a:gd name="connsiteX37477" fmla="*/ 3822116 w 5799173"/>
              <a:gd name="connsiteY37477" fmla="*/ 3344139 h 5017219"/>
              <a:gd name="connsiteX37478" fmla="*/ 3811565 w 5799173"/>
              <a:gd name="connsiteY37478" fmla="*/ 3325862 h 5017219"/>
              <a:gd name="connsiteX37479" fmla="*/ 3811565 w 5799173"/>
              <a:gd name="connsiteY37479" fmla="*/ 3324366 h 5017219"/>
              <a:gd name="connsiteX37480" fmla="*/ 3822116 w 5799173"/>
              <a:gd name="connsiteY37480" fmla="*/ 3306089 h 5017219"/>
              <a:gd name="connsiteX37481" fmla="*/ 3823362 w 5799173"/>
              <a:gd name="connsiteY37481" fmla="*/ 3305341 h 5017219"/>
              <a:gd name="connsiteX37482" fmla="*/ 3844381 w 5799173"/>
              <a:gd name="connsiteY37482" fmla="*/ 3305341 h 5017219"/>
              <a:gd name="connsiteX37483" fmla="*/ 3845627 w 5799173"/>
              <a:gd name="connsiteY37483" fmla="*/ 3306089 h 5017219"/>
              <a:gd name="connsiteX37484" fmla="*/ 3856178 w 5799173"/>
              <a:gd name="connsiteY37484" fmla="*/ 3324366 h 5017219"/>
              <a:gd name="connsiteX37485" fmla="*/ 3856178 w 5799173"/>
              <a:gd name="connsiteY37485" fmla="*/ 3325862 h 5017219"/>
              <a:gd name="connsiteX37486" fmla="*/ 3845627 w 5799173"/>
              <a:gd name="connsiteY37486" fmla="*/ 3344139 h 5017219"/>
              <a:gd name="connsiteX37487" fmla="*/ 3844381 w 5799173"/>
              <a:gd name="connsiteY37487" fmla="*/ 3344887 h 5017219"/>
              <a:gd name="connsiteX37488" fmla="*/ 4605783 w 5799173"/>
              <a:gd name="connsiteY37488" fmla="*/ 3554536 h 5017219"/>
              <a:gd name="connsiteX37489" fmla="*/ 4604537 w 5799173"/>
              <a:gd name="connsiteY37489" fmla="*/ 3553788 h 5017219"/>
              <a:gd name="connsiteX37490" fmla="*/ 4593986 w 5799173"/>
              <a:gd name="connsiteY37490" fmla="*/ 3535511 h 5017219"/>
              <a:gd name="connsiteX37491" fmla="*/ 4593986 w 5799173"/>
              <a:gd name="connsiteY37491" fmla="*/ 3534015 h 5017219"/>
              <a:gd name="connsiteX37492" fmla="*/ 4604537 w 5799173"/>
              <a:gd name="connsiteY37492" fmla="*/ 3515738 h 5017219"/>
              <a:gd name="connsiteX37493" fmla="*/ 4605783 w 5799173"/>
              <a:gd name="connsiteY37493" fmla="*/ 3514990 h 5017219"/>
              <a:gd name="connsiteX37494" fmla="*/ 4626802 w 5799173"/>
              <a:gd name="connsiteY37494" fmla="*/ 3514990 h 5017219"/>
              <a:gd name="connsiteX37495" fmla="*/ 4628048 w 5799173"/>
              <a:gd name="connsiteY37495" fmla="*/ 3515738 h 5017219"/>
              <a:gd name="connsiteX37496" fmla="*/ 4638599 w 5799173"/>
              <a:gd name="connsiteY37496" fmla="*/ 3534015 h 5017219"/>
              <a:gd name="connsiteX37497" fmla="*/ 4638599 w 5799173"/>
              <a:gd name="connsiteY37497" fmla="*/ 3535511 h 5017219"/>
              <a:gd name="connsiteX37498" fmla="*/ 4628048 w 5799173"/>
              <a:gd name="connsiteY37498" fmla="*/ 3553788 h 5017219"/>
              <a:gd name="connsiteX37499" fmla="*/ 4626802 w 5799173"/>
              <a:gd name="connsiteY37499" fmla="*/ 3554536 h 5017219"/>
              <a:gd name="connsiteX37500" fmla="*/ 4966900 w 5799173"/>
              <a:gd name="connsiteY37500" fmla="*/ 3651297 h 5017219"/>
              <a:gd name="connsiteX37501" fmla="*/ 4965654 w 5799173"/>
              <a:gd name="connsiteY37501" fmla="*/ 3650549 h 5017219"/>
              <a:gd name="connsiteX37502" fmla="*/ 4955103 w 5799173"/>
              <a:gd name="connsiteY37502" fmla="*/ 3632272 h 5017219"/>
              <a:gd name="connsiteX37503" fmla="*/ 4955103 w 5799173"/>
              <a:gd name="connsiteY37503" fmla="*/ 3630776 h 5017219"/>
              <a:gd name="connsiteX37504" fmla="*/ 4965654 w 5799173"/>
              <a:gd name="connsiteY37504" fmla="*/ 3612499 h 5017219"/>
              <a:gd name="connsiteX37505" fmla="*/ 4966900 w 5799173"/>
              <a:gd name="connsiteY37505" fmla="*/ 3611751 h 5017219"/>
              <a:gd name="connsiteX37506" fmla="*/ 4987919 w 5799173"/>
              <a:gd name="connsiteY37506" fmla="*/ 3611751 h 5017219"/>
              <a:gd name="connsiteX37507" fmla="*/ 4989165 w 5799173"/>
              <a:gd name="connsiteY37507" fmla="*/ 3612499 h 5017219"/>
              <a:gd name="connsiteX37508" fmla="*/ 4999716 w 5799173"/>
              <a:gd name="connsiteY37508" fmla="*/ 3630776 h 5017219"/>
              <a:gd name="connsiteX37509" fmla="*/ 4999716 w 5799173"/>
              <a:gd name="connsiteY37509" fmla="*/ 3632272 h 5017219"/>
              <a:gd name="connsiteX37510" fmla="*/ 4989165 w 5799173"/>
              <a:gd name="connsiteY37510" fmla="*/ 3650549 h 5017219"/>
              <a:gd name="connsiteX37511" fmla="*/ 4987919 w 5799173"/>
              <a:gd name="connsiteY37511" fmla="*/ 3651297 h 5017219"/>
              <a:gd name="connsiteX37512" fmla="*/ 2077937 w 5799173"/>
              <a:gd name="connsiteY37512" fmla="*/ 2877392 h 5017219"/>
              <a:gd name="connsiteX37513" fmla="*/ 2076607 w 5799173"/>
              <a:gd name="connsiteY37513" fmla="*/ 2876644 h 5017219"/>
              <a:gd name="connsiteX37514" fmla="*/ 2066057 w 5799173"/>
              <a:gd name="connsiteY37514" fmla="*/ 2858284 h 5017219"/>
              <a:gd name="connsiteX37515" fmla="*/ 2066057 w 5799173"/>
              <a:gd name="connsiteY37515" fmla="*/ 2856787 h 5017219"/>
              <a:gd name="connsiteX37516" fmla="*/ 2076608 w 5799173"/>
              <a:gd name="connsiteY37516" fmla="*/ 2838427 h 5017219"/>
              <a:gd name="connsiteX37517" fmla="*/ 2077937 w 5799173"/>
              <a:gd name="connsiteY37517" fmla="*/ 2837680 h 5017219"/>
              <a:gd name="connsiteX37518" fmla="*/ 2099122 w 5799173"/>
              <a:gd name="connsiteY37518" fmla="*/ 2837680 h 5017219"/>
              <a:gd name="connsiteX37519" fmla="*/ 2100451 w 5799173"/>
              <a:gd name="connsiteY37519" fmla="*/ 2838427 h 5017219"/>
              <a:gd name="connsiteX37520" fmla="*/ 2111003 w 5799173"/>
              <a:gd name="connsiteY37520" fmla="*/ 2856788 h 5017219"/>
              <a:gd name="connsiteX37521" fmla="*/ 2111003 w 5799173"/>
              <a:gd name="connsiteY37521" fmla="*/ 2858284 h 5017219"/>
              <a:gd name="connsiteX37522" fmla="*/ 2100452 w 5799173"/>
              <a:gd name="connsiteY37522" fmla="*/ 2876644 h 5017219"/>
              <a:gd name="connsiteX37523" fmla="*/ 2099121 w 5799173"/>
              <a:gd name="connsiteY37523" fmla="*/ 2877392 h 5017219"/>
              <a:gd name="connsiteX37524" fmla="*/ 2499241 w 5799173"/>
              <a:gd name="connsiteY37524" fmla="*/ 2990280 h 5017219"/>
              <a:gd name="connsiteX37525" fmla="*/ 2497911 w 5799173"/>
              <a:gd name="connsiteY37525" fmla="*/ 2989532 h 5017219"/>
              <a:gd name="connsiteX37526" fmla="*/ 2487361 w 5799173"/>
              <a:gd name="connsiteY37526" fmla="*/ 2971172 h 5017219"/>
              <a:gd name="connsiteX37527" fmla="*/ 2487361 w 5799173"/>
              <a:gd name="connsiteY37527" fmla="*/ 2969676 h 5017219"/>
              <a:gd name="connsiteX37528" fmla="*/ 2497912 w 5799173"/>
              <a:gd name="connsiteY37528" fmla="*/ 2951315 h 5017219"/>
              <a:gd name="connsiteX37529" fmla="*/ 2499241 w 5799173"/>
              <a:gd name="connsiteY37529" fmla="*/ 2950568 h 5017219"/>
              <a:gd name="connsiteX37530" fmla="*/ 2520426 w 5799173"/>
              <a:gd name="connsiteY37530" fmla="*/ 2950568 h 5017219"/>
              <a:gd name="connsiteX37531" fmla="*/ 2521755 w 5799173"/>
              <a:gd name="connsiteY37531" fmla="*/ 2951316 h 5017219"/>
              <a:gd name="connsiteX37532" fmla="*/ 2532307 w 5799173"/>
              <a:gd name="connsiteY37532" fmla="*/ 2969676 h 5017219"/>
              <a:gd name="connsiteX37533" fmla="*/ 2532307 w 5799173"/>
              <a:gd name="connsiteY37533" fmla="*/ 2971172 h 5017219"/>
              <a:gd name="connsiteX37534" fmla="*/ 2521756 w 5799173"/>
              <a:gd name="connsiteY37534" fmla="*/ 2989532 h 5017219"/>
              <a:gd name="connsiteX37535" fmla="*/ 2520425 w 5799173"/>
              <a:gd name="connsiteY37535" fmla="*/ 2990280 h 5017219"/>
              <a:gd name="connsiteX37536" fmla="*/ 4365014 w 5799173"/>
              <a:gd name="connsiteY37536" fmla="*/ 3490212 h 5017219"/>
              <a:gd name="connsiteX37537" fmla="*/ 4363685 w 5799173"/>
              <a:gd name="connsiteY37537" fmla="*/ 3489464 h 5017219"/>
              <a:gd name="connsiteX37538" fmla="*/ 4353135 w 5799173"/>
              <a:gd name="connsiteY37538" fmla="*/ 3471104 h 5017219"/>
              <a:gd name="connsiteX37539" fmla="*/ 4353134 w 5799173"/>
              <a:gd name="connsiteY37539" fmla="*/ 3469608 h 5017219"/>
              <a:gd name="connsiteX37540" fmla="*/ 4363685 w 5799173"/>
              <a:gd name="connsiteY37540" fmla="*/ 3451248 h 5017219"/>
              <a:gd name="connsiteX37541" fmla="*/ 4365015 w 5799173"/>
              <a:gd name="connsiteY37541" fmla="*/ 3450500 h 5017219"/>
              <a:gd name="connsiteX37542" fmla="*/ 4386200 w 5799173"/>
              <a:gd name="connsiteY37542" fmla="*/ 3450500 h 5017219"/>
              <a:gd name="connsiteX37543" fmla="*/ 4387529 w 5799173"/>
              <a:gd name="connsiteY37543" fmla="*/ 3451248 h 5017219"/>
              <a:gd name="connsiteX37544" fmla="*/ 4398080 w 5799173"/>
              <a:gd name="connsiteY37544" fmla="*/ 3469608 h 5017219"/>
              <a:gd name="connsiteX37545" fmla="*/ 4398080 w 5799173"/>
              <a:gd name="connsiteY37545" fmla="*/ 3471104 h 5017219"/>
              <a:gd name="connsiteX37546" fmla="*/ 4387530 w 5799173"/>
              <a:gd name="connsiteY37546" fmla="*/ 3489464 h 5017219"/>
              <a:gd name="connsiteX37547" fmla="*/ 4386200 w 5799173"/>
              <a:gd name="connsiteY37547" fmla="*/ 3490212 h 5017219"/>
              <a:gd name="connsiteX37548" fmla="*/ 1957483 w 5799173"/>
              <a:gd name="connsiteY37548" fmla="*/ 2845211 h 5017219"/>
              <a:gd name="connsiteX37549" fmla="*/ 1956154 w 5799173"/>
              <a:gd name="connsiteY37549" fmla="*/ 2844463 h 5017219"/>
              <a:gd name="connsiteX37550" fmla="*/ 1945520 w 5799173"/>
              <a:gd name="connsiteY37550" fmla="*/ 2826020 h 5017219"/>
              <a:gd name="connsiteX37551" fmla="*/ 1945520 w 5799173"/>
              <a:gd name="connsiteY37551" fmla="*/ 2824524 h 5017219"/>
              <a:gd name="connsiteX37552" fmla="*/ 1956154 w 5799173"/>
              <a:gd name="connsiteY37552" fmla="*/ 2806081 h 5017219"/>
              <a:gd name="connsiteX37553" fmla="*/ 1957483 w 5799173"/>
              <a:gd name="connsiteY37553" fmla="*/ 2805333 h 5017219"/>
              <a:gd name="connsiteX37554" fmla="*/ 1978752 w 5799173"/>
              <a:gd name="connsiteY37554" fmla="*/ 2805333 h 5017219"/>
              <a:gd name="connsiteX37555" fmla="*/ 1980081 w 5799173"/>
              <a:gd name="connsiteY37555" fmla="*/ 2806081 h 5017219"/>
              <a:gd name="connsiteX37556" fmla="*/ 1990715 w 5799173"/>
              <a:gd name="connsiteY37556" fmla="*/ 2824524 h 5017219"/>
              <a:gd name="connsiteX37557" fmla="*/ 1990715 w 5799173"/>
              <a:gd name="connsiteY37557" fmla="*/ 2826020 h 5017219"/>
              <a:gd name="connsiteX37558" fmla="*/ 1980081 w 5799173"/>
              <a:gd name="connsiteY37558" fmla="*/ 2844463 h 5017219"/>
              <a:gd name="connsiteX37559" fmla="*/ 1978752 w 5799173"/>
              <a:gd name="connsiteY37559" fmla="*/ 2845211 h 5017219"/>
              <a:gd name="connsiteX37560" fmla="*/ 2559345 w 5799173"/>
              <a:gd name="connsiteY37560" fmla="*/ 3006480 h 5017219"/>
              <a:gd name="connsiteX37561" fmla="*/ 2558016 w 5799173"/>
              <a:gd name="connsiteY37561" fmla="*/ 3005732 h 5017219"/>
              <a:gd name="connsiteX37562" fmla="*/ 2547382 w 5799173"/>
              <a:gd name="connsiteY37562" fmla="*/ 2987289 h 5017219"/>
              <a:gd name="connsiteX37563" fmla="*/ 2547382 w 5799173"/>
              <a:gd name="connsiteY37563" fmla="*/ 2985793 h 5017219"/>
              <a:gd name="connsiteX37564" fmla="*/ 2558016 w 5799173"/>
              <a:gd name="connsiteY37564" fmla="*/ 2967350 h 5017219"/>
              <a:gd name="connsiteX37565" fmla="*/ 2559345 w 5799173"/>
              <a:gd name="connsiteY37565" fmla="*/ 2966602 h 5017219"/>
              <a:gd name="connsiteX37566" fmla="*/ 2580614 w 5799173"/>
              <a:gd name="connsiteY37566" fmla="*/ 2966602 h 5017219"/>
              <a:gd name="connsiteX37567" fmla="*/ 2581943 w 5799173"/>
              <a:gd name="connsiteY37567" fmla="*/ 2967350 h 5017219"/>
              <a:gd name="connsiteX37568" fmla="*/ 2592577 w 5799173"/>
              <a:gd name="connsiteY37568" fmla="*/ 2985793 h 5017219"/>
              <a:gd name="connsiteX37569" fmla="*/ 2592577 w 5799173"/>
              <a:gd name="connsiteY37569" fmla="*/ 2987289 h 5017219"/>
              <a:gd name="connsiteX37570" fmla="*/ 2581943 w 5799173"/>
              <a:gd name="connsiteY37570" fmla="*/ 3005732 h 5017219"/>
              <a:gd name="connsiteX37571" fmla="*/ 2580614 w 5799173"/>
              <a:gd name="connsiteY37571" fmla="*/ 3006480 h 5017219"/>
              <a:gd name="connsiteX37572" fmla="*/ 2679634 w 5799173"/>
              <a:gd name="connsiteY37572" fmla="*/ 3038815 h 5017219"/>
              <a:gd name="connsiteX37573" fmla="*/ 2678305 w 5799173"/>
              <a:gd name="connsiteY37573" fmla="*/ 3038068 h 5017219"/>
              <a:gd name="connsiteX37574" fmla="*/ 2667671 w 5799173"/>
              <a:gd name="connsiteY37574" fmla="*/ 3019541 h 5017219"/>
              <a:gd name="connsiteX37575" fmla="*/ 2667670 w 5799173"/>
              <a:gd name="connsiteY37575" fmla="*/ 3018045 h 5017219"/>
              <a:gd name="connsiteX37576" fmla="*/ 2678388 w 5799173"/>
              <a:gd name="connsiteY37576" fmla="*/ 2999519 h 5017219"/>
              <a:gd name="connsiteX37577" fmla="*/ 2679718 w 5799173"/>
              <a:gd name="connsiteY37577" fmla="*/ 2998771 h 5017219"/>
              <a:gd name="connsiteX37578" fmla="*/ 2701068 w 5799173"/>
              <a:gd name="connsiteY37578" fmla="*/ 2998771 h 5017219"/>
              <a:gd name="connsiteX37579" fmla="*/ 2702398 w 5799173"/>
              <a:gd name="connsiteY37579" fmla="*/ 2999519 h 5017219"/>
              <a:gd name="connsiteX37580" fmla="*/ 2713032 w 5799173"/>
              <a:gd name="connsiteY37580" fmla="*/ 3018045 h 5017219"/>
              <a:gd name="connsiteX37581" fmla="*/ 2713032 w 5799173"/>
              <a:gd name="connsiteY37581" fmla="*/ 3019541 h 5017219"/>
              <a:gd name="connsiteX37582" fmla="*/ 2702315 w 5799173"/>
              <a:gd name="connsiteY37582" fmla="*/ 3038068 h 5017219"/>
              <a:gd name="connsiteX37583" fmla="*/ 2700986 w 5799173"/>
              <a:gd name="connsiteY37583" fmla="*/ 3038815 h 5017219"/>
              <a:gd name="connsiteX37584" fmla="*/ 4244477 w 5799173"/>
              <a:gd name="connsiteY37584" fmla="*/ 3458198 h 5017219"/>
              <a:gd name="connsiteX37585" fmla="*/ 4243147 w 5799173"/>
              <a:gd name="connsiteY37585" fmla="*/ 3457449 h 5017219"/>
              <a:gd name="connsiteX37586" fmla="*/ 4232430 w 5799173"/>
              <a:gd name="connsiteY37586" fmla="*/ 3438840 h 5017219"/>
              <a:gd name="connsiteX37587" fmla="*/ 4232430 w 5799173"/>
              <a:gd name="connsiteY37587" fmla="*/ 3437345 h 5017219"/>
              <a:gd name="connsiteX37588" fmla="*/ 4243147 w 5799173"/>
              <a:gd name="connsiteY37588" fmla="*/ 3418735 h 5017219"/>
              <a:gd name="connsiteX37589" fmla="*/ 4244477 w 5799173"/>
              <a:gd name="connsiteY37589" fmla="*/ 3417987 h 5017219"/>
              <a:gd name="connsiteX37590" fmla="*/ 4265911 w 5799173"/>
              <a:gd name="connsiteY37590" fmla="*/ 3417987 h 5017219"/>
              <a:gd name="connsiteX37591" fmla="*/ 4267240 w 5799173"/>
              <a:gd name="connsiteY37591" fmla="*/ 3418735 h 5017219"/>
              <a:gd name="connsiteX37592" fmla="*/ 4277957 w 5799173"/>
              <a:gd name="connsiteY37592" fmla="*/ 3437344 h 5017219"/>
              <a:gd name="connsiteX37593" fmla="*/ 4277957 w 5799173"/>
              <a:gd name="connsiteY37593" fmla="*/ 3438840 h 5017219"/>
              <a:gd name="connsiteX37594" fmla="*/ 4267240 w 5799173"/>
              <a:gd name="connsiteY37594" fmla="*/ 3457449 h 5017219"/>
              <a:gd name="connsiteX37595" fmla="*/ 4265911 w 5799173"/>
              <a:gd name="connsiteY37595" fmla="*/ 3458197 h 5017219"/>
              <a:gd name="connsiteX37596" fmla="*/ 2619294 w 5799173"/>
              <a:gd name="connsiteY37596" fmla="*/ 3023024 h 5017219"/>
              <a:gd name="connsiteX37597" fmla="*/ 2617963 w 5799173"/>
              <a:gd name="connsiteY37597" fmla="*/ 3022276 h 5017219"/>
              <a:gd name="connsiteX37598" fmla="*/ 2607080 w 5799173"/>
              <a:gd name="connsiteY37598" fmla="*/ 3003417 h 5017219"/>
              <a:gd name="connsiteX37599" fmla="*/ 2607080 w 5799173"/>
              <a:gd name="connsiteY37599" fmla="*/ 3001839 h 5017219"/>
              <a:gd name="connsiteX37600" fmla="*/ 2617963 w 5799173"/>
              <a:gd name="connsiteY37600" fmla="*/ 2982980 h 5017219"/>
              <a:gd name="connsiteX37601" fmla="*/ 2619293 w 5799173"/>
              <a:gd name="connsiteY37601" fmla="*/ 2982232 h 5017219"/>
              <a:gd name="connsiteX37602" fmla="*/ 2641059 w 5799173"/>
              <a:gd name="connsiteY37602" fmla="*/ 2982232 h 5017219"/>
              <a:gd name="connsiteX37603" fmla="*/ 2642389 w 5799173"/>
              <a:gd name="connsiteY37603" fmla="*/ 2982980 h 5017219"/>
              <a:gd name="connsiteX37604" fmla="*/ 2653272 w 5799173"/>
              <a:gd name="connsiteY37604" fmla="*/ 3001839 h 5017219"/>
              <a:gd name="connsiteX37605" fmla="*/ 2653272 w 5799173"/>
              <a:gd name="connsiteY37605" fmla="*/ 3003417 h 5017219"/>
              <a:gd name="connsiteX37606" fmla="*/ 2642389 w 5799173"/>
              <a:gd name="connsiteY37606" fmla="*/ 3022276 h 5017219"/>
              <a:gd name="connsiteX37607" fmla="*/ 2641059 w 5799173"/>
              <a:gd name="connsiteY37607" fmla="*/ 3023024 h 5017219"/>
              <a:gd name="connsiteX37608" fmla="*/ 5086824 w 5799173"/>
              <a:gd name="connsiteY37608" fmla="*/ 3684470 h 5017219"/>
              <a:gd name="connsiteX37609" fmla="*/ 5085494 w 5799173"/>
              <a:gd name="connsiteY37609" fmla="*/ 3683723 h 5017219"/>
              <a:gd name="connsiteX37610" fmla="*/ 5074528 w 5799173"/>
              <a:gd name="connsiteY37610" fmla="*/ 3664697 h 5017219"/>
              <a:gd name="connsiteX37611" fmla="*/ 5074528 w 5799173"/>
              <a:gd name="connsiteY37611" fmla="*/ 3663119 h 5017219"/>
              <a:gd name="connsiteX37612" fmla="*/ 5085494 w 5799173"/>
              <a:gd name="connsiteY37612" fmla="*/ 3644094 h 5017219"/>
              <a:gd name="connsiteX37613" fmla="*/ 5086824 w 5799173"/>
              <a:gd name="connsiteY37613" fmla="*/ 3643346 h 5017219"/>
              <a:gd name="connsiteX37614" fmla="*/ 5108757 w 5799173"/>
              <a:gd name="connsiteY37614" fmla="*/ 3643346 h 5017219"/>
              <a:gd name="connsiteX37615" fmla="*/ 5110086 w 5799173"/>
              <a:gd name="connsiteY37615" fmla="*/ 3644094 h 5017219"/>
              <a:gd name="connsiteX37616" fmla="*/ 5121052 w 5799173"/>
              <a:gd name="connsiteY37616" fmla="*/ 3663119 h 5017219"/>
              <a:gd name="connsiteX37617" fmla="*/ 5121052 w 5799173"/>
              <a:gd name="connsiteY37617" fmla="*/ 3664697 h 5017219"/>
              <a:gd name="connsiteX37618" fmla="*/ 5110086 w 5799173"/>
              <a:gd name="connsiteY37618" fmla="*/ 3683723 h 5017219"/>
              <a:gd name="connsiteX37619" fmla="*/ 5108757 w 5799173"/>
              <a:gd name="connsiteY37619" fmla="*/ 3684470 h 5017219"/>
              <a:gd name="connsiteX37620" fmla="*/ 1826053 w 5799173"/>
              <a:gd name="connsiteY37620" fmla="*/ 2859553 h 5017219"/>
              <a:gd name="connsiteX37621" fmla="*/ 1825139 w 5799173"/>
              <a:gd name="connsiteY37621" fmla="*/ 2858972 h 5017219"/>
              <a:gd name="connsiteX37622" fmla="*/ 1817496 w 5799173"/>
              <a:gd name="connsiteY37622" fmla="*/ 2845679 h 5017219"/>
              <a:gd name="connsiteX37623" fmla="*/ 1817496 w 5799173"/>
              <a:gd name="connsiteY37623" fmla="*/ 2844599 h 5017219"/>
              <a:gd name="connsiteX37624" fmla="*/ 1825222 w 5799173"/>
              <a:gd name="connsiteY37624" fmla="*/ 2831307 h 5017219"/>
              <a:gd name="connsiteX37625" fmla="*/ 1826136 w 5799173"/>
              <a:gd name="connsiteY37625" fmla="*/ 2830725 h 5017219"/>
              <a:gd name="connsiteX37626" fmla="*/ 1841506 w 5799173"/>
              <a:gd name="connsiteY37626" fmla="*/ 2830725 h 5017219"/>
              <a:gd name="connsiteX37627" fmla="*/ 1842419 w 5799173"/>
              <a:gd name="connsiteY37627" fmla="*/ 2831307 h 5017219"/>
              <a:gd name="connsiteX37628" fmla="*/ 1850063 w 5799173"/>
              <a:gd name="connsiteY37628" fmla="*/ 2844599 h 5017219"/>
              <a:gd name="connsiteX37629" fmla="*/ 1850063 w 5799173"/>
              <a:gd name="connsiteY37629" fmla="*/ 2845679 h 5017219"/>
              <a:gd name="connsiteX37630" fmla="*/ 1842337 w 5799173"/>
              <a:gd name="connsiteY37630" fmla="*/ 2858972 h 5017219"/>
              <a:gd name="connsiteX37631" fmla="*/ 1841423 w 5799173"/>
              <a:gd name="connsiteY37631" fmla="*/ 2859553 h 5017219"/>
              <a:gd name="connsiteX37632" fmla="*/ 79976 w 5799173"/>
              <a:gd name="connsiteY37632" fmla="*/ 2393203 h 5017219"/>
              <a:gd name="connsiteX37633" fmla="*/ 78979 w 5799173"/>
              <a:gd name="connsiteY37633" fmla="*/ 2392622 h 5017219"/>
              <a:gd name="connsiteX37634" fmla="*/ 70588 w 5799173"/>
              <a:gd name="connsiteY37634" fmla="*/ 2378082 h 5017219"/>
              <a:gd name="connsiteX37635" fmla="*/ 70588 w 5799173"/>
              <a:gd name="connsiteY37635" fmla="*/ 2376919 h 5017219"/>
              <a:gd name="connsiteX37636" fmla="*/ 78979 w 5799173"/>
              <a:gd name="connsiteY37636" fmla="*/ 2362381 h 5017219"/>
              <a:gd name="connsiteX37637" fmla="*/ 79976 w 5799173"/>
              <a:gd name="connsiteY37637" fmla="*/ 2361799 h 5017219"/>
              <a:gd name="connsiteX37638" fmla="*/ 96758 w 5799173"/>
              <a:gd name="connsiteY37638" fmla="*/ 2361799 h 5017219"/>
              <a:gd name="connsiteX37639" fmla="*/ 97755 w 5799173"/>
              <a:gd name="connsiteY37639" fmla="*/ 2362381 h 5017219"/>
              <a:gd name="connsiteX37640" fmla="*/ 106146 w 5799173"/>
              <a:gd name="connsiteY37640" fmla="*/ 2376919 h 5017219"/>
              <a:gd name="connsiteX37641" fmla="*/ 106146 w 5799173"/>
              <a:gd name="connsiteY37641" fmla="*/ 2378083 h 5017219"/>
              <a:gd name="connsiteX37642" fmla="*/ 97755 w 5799173"/>
              <a:gd name="connsiteY37642" fmla="*/ 2392622 h 5017219"/>
              <a:gd name="connsiteX37643" fmla="*/ 96758 w 5799173"/>
              <a:gd name="connsiteY37643" fmla="*/ 2393202 h 5017219"/>
              <a:gd name="connsiteX37644" fmla="*/ 140059 w 5799173"/>
              <a:gd name="connsiteY37644" fmla="*/ 2409576 h 5017219"/>
              <a:gd name="connsiteX37645" fmla="*/ 139061 w 5799173"/>
              <a:gd name="connsiteY37645" fmla="*/ 2408995 h 5017219"/>
              <a:gd name="connsiteX37646" fmla="*/ 130587 w 5799173"/>
              <a:gd name="connsiteY37646" fmla="*/ 2394290 h 5017219"/>
              <a:gd name="connsiteX37647" fmla="*/ 130587 w 5799173"/>
              <a:gd name="connsiteY37647" fmla="*/ 2393127 h 5017219"/>
              <a:gd name="connsiteX37648" fmla="*/ 139061 w 5799173"/>
              <a:gd name="connsiteY37648" fmla="*/ 2378422 h 5017219"/>
              <a:gd name="connsiteX37649" fmla="*/ 140059 w 5799173"/>
              <a:gd name="connsiteY37649" fmla="*/ 2377840 h 5017219"/>
              <a:gd name="connsiteX37650" fmla="*/ 157006 w 5799173"/>
              <a:gd name="connsiteY37650" fmla="*/ 2377840 h 5017219"/>
              <a:gd name="connsiteX37651" fmla="*/ 158003 w 5799173"/>
              <a:gd name="connsiteY37651" fmla="*/ 2378422 h 5017219"/>
              <a:gd name="connsiteX37652" fmla="*/ 166477 w 5799173"/>
              <a:gd name="connsiteY37652" fmla="*/ 2393127 h 5017219"/>
              <a:gd name="connsiteX37653" fmla="*/ 166477 w 5799173"/>
              <a:gd name="connsiteY37653" fmla="*/ 2394290 h 5017219"/>
              <a:gd name="connsiteX37654" fmla="*/ 158003 w 5799173"/>
              <a:gd name="connsiteY37654" fmla="*/ 2408995 h 5017219"/>
              <a:gd name="connsiteX37655" fmla="*/ 157006 w 5799173"/>
              <a:gd name="connsiteY37655" fmla="*/ 2409576 h 5017219"/>
              <a:gd name="connsiteX37656" fmla="*/ 200089 w 5799173"/>
              <a:gd name="connsiteY37656" fmla="*/ 2425954 h 5017219"/>
              <a:gd name="connsiteX37657" fmla="*/ 199009 w 5799173"/>
              <a:gd name="connsiteY37657" fmla="*/ 2425372 h 5017219"/>
              <a:gd name="connsiteX37658" fmla="*/ 190369 w 5799173"/>
              <a:gd name="connsiteY37658" fmla="*/ 2410418 h 5017219"/>
              <a:gd name="connsiteX37659" fmla="*/ 190368 w 5799173"/>
              <a:gd name="connsiteY37659" fmla="*/ 2409172 h 5017219"/>
              <a:gd name="connsiteX37660" fmla="*/ 199009 w 5799173"/>
              <a:gd name="connsiteY37660" fmla="*/ 2394218 h 5017219"/>
              <a:gd name="connsiteX37661" fmla="*/ 200089 w 5799173"/>
              <a:gd name="connsiteY37661" fmla="*/ 2393636 h 5017219"/>
              <a:gd name="connsiteX37662" fmla="*/ 217368 w 5799173"/>
              <a:gd name="connsiteY37662" fmla="*/ 2393636 h 5017219"/>
              <a:gd name="connsiteX37663" fmla="*/ 218449 w 5799173"/>
              <a:gd name="connsiteY37663" fmla="*/ 2394218 h 5017219"/>
              <a:gd name="connsiteX37664" fmla="*/ 227090 w 5799173"/>
              <a:gd name="connsiteY37664" fmla="*/ 2409172 h 5017219"/>
              <a:gd name="connsiteX37665" fmla="*/ 227090 w 5799173"/>
              <a:gd name="connsiteY37665" fmla="*/ 2410418 h 5017219"/>
              <a:gd name="connsiteX37666" fmla="*/ 218449 w 5799173"/>
              <a:gd name="connsiteY37666" fmla="*/ 2425372 h 5017219"/>
              <a:gd name="connsiteX37667" fmla="*/ 217369 w 5799173"/>
              <a:gd name="connsiteY37667" fmla="*/ 2425954 h 5017219"/>
              <a:gd name="connsiteX37668" fmla="*/ 320233 w 5799173"/>
              <a:gd name="connsiteY37668" fmla="*/ 2458709 h 5017219"/>
              <a:gd name="connsiteX37669" fmla="*/ 319153 w 5799173"/>
              <a:gd name="connsiteY37669" fmla="*/ 2458044 h 5017219"/>
              <a:gd name="connsiteX37670" fmla="*/ 310264 w 5799173"/>
              <a:gd name="connsiteY37670" fmla="*/ 2442593 h 5017219"/>
              <a:gd name="connsiteX37671" fmla="*/ 310264 w 5799173"/>
              <a:gd name="connsiteY37671" fmla="*/ 2441346 h 5017219"/>
              <a:gd name="connsiteX37672" fmla="*/ 319153 w 5799173"/>
              <a:gd name="connsiteY37672" fmla="*/ 2425893 h 5017219"/>
              <a:gd name="connsiteX37673" fmla="*/ 320233 w 5799173"/>
              <a:gd name="connsiteY37673" fmla="*/ 2425229 h 5017219"/>
              <a:gd name="connsiteX37674" fmla="*/ 338012 w 5799173"/>
              <a:gd name="connsiteY37674" fmla="*/ 2425229 h 5017219"/>
              <a:gd name="connsiteX37675" fmla="*/ 339092 w 5799173"/>
              <a:gd name="connsiteY37675" fmla="*/ 2425894 h 5017219"/>
              <a:gd name="connsiteX37676" fmla="*/ 347982 w 5799173"/>
              <a:gd name="connsiteY37676" fmla="*/ 2441345 h 5017219"/>
              <a:gd name="connsiteX37677" fmla="*/ 347982 w 5799173"/>
              <a:gd name="connsiteY37677" fmla="*/ 2442593 h 5017219"/>
              <a:gd name="connsiteX37678" fmla="*/ 339092 w 5799173"/>
              <a:gd name="connsiteY37678" fmla="*/ 2458045 h 5017219"/>
              <a:gd name="connsiteX37679" fmla="*/ 338012 w 5799173"/>
              <a:gd name="connsiteY37679" fmla="*/ 2458709 h 5017219"/>
              <a:gd name="connsiteX37680" fmla="*/ 19218 w 5799173"/>
              <a:gd name="connsiteY37680" fmla="*/ 2378251 h 5017219"/>
              <a:gd name="connsiteX37681" fmla="*/ 18139 w 5799173"/>
              <a:gd name="connsiteY37681" fmla="*/ 2377587 h 5017219"/>
              <a:gd name="connsiteX37682" fmla="*/ 9165 w 5799173"/>
              <a:gd name="connsiteY37682" fmla="*/ 2361968 h 5017219"/>
              <a:gd name="connsiteX37683" fmla="*/ 9165 w 5799173"/>
              <a:gd name="connsiteY37683" fmla="*/ 2360721 h 5017219"/>
              <a:gd name="connsiteX37684" fmla="*/ 18138 w 5799173"/>
              <a:gd name="connsiteY37684" fmla="*/ 2345103 h 5017219"/>
              <a:gd name="connsiteX37685" fmla="*/ 19217 w 5799173"/>
              <a:gd name="connsiteY37685" fmla="*/ 2344438 h 5017219"/>
              <a:gd name="connsiteX37686" fmla="*/ 37246 w 5799173"/>
              <a:gd name="connsiteY37686" fmla="*/ 2344438 h 5017219"/>
              <a:gd name="connsiteX37687" fmla="*/ 38326 w 5799173"/>
              <a:gd name="connsiteY37687" fmla="*/ 2345103 h 5017219"/>
              <a:gd name="connsiteX37688" fmla="*/ 47299 w 5799173"/>
              <a:gd name="connsiteY37688" fmla="*/ 2360721 h 5017219"/>
              <a:gd name="connsiteX37689" fmla="*/ 47299 w 5799173"/>
              <a:gd name="connsiteY37689" fmla="*/ 2361968 h 5017219"/>
              <a:gd name="connsiteX37690" fmla="*/ 38327 w 5799173"/>
              <a:gd name="connsiteY37690" fmla="*/ 2377587 h 5017219"/>
              <a:gd name="connsiteX37691" fmla="*/ 37247 w 5799173"/>
              <a:gd name="connsiteY37691" fmla="*/ 2378251 h 5017219"/>
              <a:gd name="connsiteX37692" fmla="*/ 259963 w 5799173"/>
              <a:gd name="connsiteY37692" fmla="*/ 2442759 h 5017219"/>
              <a:gd name="connsiteX37693" fmla="*/ 258884 w 5799173"/>
              <a:gd name="connsiteY37693" fmla="*/ 2442095 h 5017219"/>
              <a:gd name="connsiteX37694" fmla="*/ 249911 w 5799173"/>
              <a:gd name="connsiteY37694" fmla="*/ 2426476 h 5017219"/>
              <a:gd name="connsiteX37695" fmla="*/ 249911 w 5799173"/>
              <a:gd name="connsiteY37695" fmla="*/ 2425229 h 5017219"/>
              <a:gd name="connsiteX37696" fmla="*/ 258884 w 5799173"/>
              <a:gd name="connsiteY37696" fmla="*/ 2409611 h 5017219"/>
              <a:gd name="connsiteX37697" fmla="*/ 259962 w 5799173"/>
              <a:gd name="connsiteY37697" fmla="*/ 2408945 h 5017219"/>
              <a:gd name="connsiteX37698" fmla="*/ 277992 w 5799173"/>
              <a:gd name="connsiteY37698" fmla="*/ 2408945 h 5017219"/>
              <a:gd name="connsiteX37699" fmla="*/ 279071 w 5799173"/>
              <a:gd name="connsiteY37699" fmla="*/ 2409611 h 5017219"/>
              <a:gd name="connsiteX37700" fmla="*/ 288044 w 5799173"/>
              <a:gd name="connsiteY37700" fmla="*/ 2425228 h 5017219"/>
              <a:gd name="connsiteX37701" fmla="*/ 288044 w 5799173"/>
              <a:gd name="connsiteY37701" fmla="*/ 2426476 h 5017219"/>
              <a:gd name="connsiteX37702" fmla="*/ 279072 w 5799173"/>
              <a:gd name="connsiteY37702" fmla="*/ 2442095 h 5017219"/>
              <a:gd name="connsiteX37703" fmla="*/ 277992 w 5799173"/>
              <a:gd name="connsiteY37703" fmla="*/ 2442759 h 5017219"/>
              <a:gd name="connsiteX37704" fmla="*/ 380335 w 5799173"/>
              <a:gd name="connsiteY37704" fmla="*/ 2475012 h 5017219"/>
              <a:gd name="connsiteX37705" fmla="*/ 379256 w 5799173"/>
              <a:gd name="connsiteY37705" fmla="*/ 2474348 h 5017219"/>
              <a:gd name="connsiteX37706" fmla="*/ 370283 w 5799173"/>
              <a:gd name="connsiteY37706" fmla="*/ 2458729 h 5017219"/>
              <a:gd name="connsiteX37707" fmla="*/ 370282 w 5799173"/>
              <a:gd name="connsiteY37707" fmla="*/ 2457482 h 5017219"/>
              <a:gd name="connsiteX37708" fmla="*/ 379255 w 5799173"/>
              <a:gd name="connsiteY37708" fmla="*/ 2441864 h 5017219"/>
              <a:gd name="connsiteX37709" fmla="*/ 380334 w 5799173"/>
              <a:gd name="connsiteY37709" fmla="*/ 2441199 h 5017219"/>
              <a:gd name="connsiteX37710" fmla="*/ 398364 w 5799173"/>
              <a:gd name="connsiteY37710" fmla="*/ 2441199 h 5017219"/>
              <a:gd name="connsiteX37711" fmla="*/ 399443 w 5799173"/>
              <a:gd name="connsiteY37711" fmla="*/ 2441864 h 5017219"/>
              <a:gd name="connsiteX37712" fmla="*/ 408416 w 5799173"/>
              <a:gd name="connsiteY37712" fmla="*/ 2457482 h 5017219"/>
              <a:gd name="connsiteX37713" fmla="*/ 408416 w 5799173"/>
              <a:gd name="connsiteY37713" fmla="*/ 2458729 h 5017219"/>
              <a:gd name="connsiteX37714" fmla="*/ 399444 w 5799173"/>
              <a:gd name="connsiteY37714" fmla="*/ 2474348 h 5017219"/>
              <a:gd name="connsiteX37715" fmla="*/ 398364 w 5799173"/>
              <a:gd name="connsiteY37715" fmla="*/ 2475012 h 5017219"/>
              <a:gd name="connsiteX37716" fmla="*/ 1042302 w 5799173"/>
              <a:gd name="connsiteY37716" fmla="*/ 2652480 h 5017219"/>
              <a:gd name="connsiteX37717" fmla="*/ 1041222 w 5799173"/>
              <a:gd name="connsiteY37717" fmla="*/ 2651816 h 5017219"/>
              <a:gd name="connsiteX37718" fmla="*/ 1032167 w 5799173"/>
              <a:gd name="connsiteY37718" fmla="*/ 2636114 h 5017219"/>
              <a:gd name="connsiteX37719" fmla="*/ 1032167 w 5799173"/>
              <a:gd name="connsiteY37719" fmla="*/ 2634868 h 5017219"/>
              <a:gd name="connsiteX37720" fmla="*/ 1041223 w 5799173"/>
              <a:gd name="connsiteY37720" fmla="*/ 2619166 h 5017219"/>
              <a:gd name="connsiteX37721" fmla="*/ 1042302 w 5799173"/>
              <a:gd name="connsiteY37721" fmla="*/ 2618501 h 5017219"/>
              <a:gd name="connsiteX37722" fmla="*/ 1060413 w 5799173"/>
              <a:gd name="connsiteY37722" fmla="*/ 2618501 h 5017219"/>
              <a:gd name="connsiteX37723" fmla="*/ 1061493 w 5799173"/>
              <a:gd name="connsiteY37723" fmla="*/ 2619166 h 5017219"/>
              <a:gd name="connsiteX37724" fmla="*/ 1070548 w 5799173"/>
              <a:gd name="connsiteY37724" fmla="*/ 2634868 h 5017219"/>
              <a:gd name="connsiteX37725" fmla="*/ 1070549 w 5799173"/>
              <a:gd name="connsiteY37725" fmla="*/ 2636114 h 5017219"/>
              <a:gd name="connsiteX37726" fmla="*/ 1061494 w 5799173"/>
              <a:gd name="connsiteY37726" fmla="*/ 2651816 h 5017219"/>
              <a:gd name="connsiteX37727" fmla="*/ 1060413 w 5799173"/>
              <a:gd name="connsiteY37727" fmla="*/ 2652480 h 5017219"/>
              <a:gd name="connsiteX37728" fmla="*/ 620821 w 5799173"/>
              <a:gd name="connsiteY37728" fmla="*/ 2540016 h 5017219"/>
              <a:gd name="connsiteX37729" fmla="*/ 619657 w 5799173"/>
              <a:gd name="connsiteY37729" fmla="*/ 2539352 h 5017219"/>
              <a:gd name="connsiteX37730" fmla="*/ 610435 w 5799173"/>
              <a:gd name="connsiteY37730" fmla="*/ 2523317 h 5017219"/>
              <a:gd name="connsiteX37731" fmla="*/ 610436 w 5799173"/>
              <a:gd name="connsiteY37731" fmla="*/ 2521988 h 5017219"/>
              <a:gd name="connsiteX37732" fmla="*/ 619657 w 5799173"/>
              <a:gd name="connsiteY37732" fmla="*/ 2505954 h 5017219"/>
              <a:gd name="connsiteX37733" fmla="*/ 620821 w 5799173"/>
              <a:gd name="connsiteY37733" fmla="*/ 2505289 h 5017219"/>
              <a:gd name="connsiteX37734" fmla="*/ 639346 w 5799173"/>
              <a:gd name="connsiteY37734" fmla="*/ 2505289 h 5017219"/>
              <a:gd name="connsiteX37735" fmla="*/ 640510 w 5799173"/>
              <a:gd name="connsiteY37735" fmla="*/ 2505954 h 5017219"/>
              <a:gd name="connsiteX37736" fmla="*/ 649732 w 5799173"/>
              <a:gd name="connsiteY37736" fmla="*/ 2521988 h 5017219"/>
              <a:gd name="connsiteX37737" fmla="*/ 649731 w 5799173"/>
              <a:gd name="connsiteY37737" fmla="*/ 2523317 h 5017219"/>
              <a:gd name="connsiteX37738" fmla="*/ 640510 w 5799173"/>
              <a:gd name="connsiteY37738" fmla="*/ 2539352 h 5017219"/>
              <a:gd name="connsiteX37739" fmla="*/ 639346 w 5799173"/>
              <a:gd name="connsiteY37739" fmla="*/ 2540016 h 5017219"/>
              <a:gd name="connsiteX37740" fmla="*/ 440180 w 5799173"/>
              <a:gd name="connsiteY37740" fmla="*/ 2491708 h 5017219"/>
              <a:gd name="connsiteX37741" fmla="*/ 439015 w 5799173"/>
              <a:gd name="connsiteY37741" fmla="*/ 2491043 h 5017219"/>
              <a:gd name="connsiteX37742" fmla="*/ 429712 w 5799173"/>
              <a:gd name="connsiteY37742" fmla="*/ 2474926 h 5017219"/>
              <a:gd name="connsiteX37743" fmla="*/ 429712 w 5799173"/>
              <a:gd name="connsiteY37743" fmla="*/ 2473597 h 5017219"/>
              <a:gd name="connsiteX37744" fmla="*/ 439015 w 5799173"/>
              <a:gd name="connsiteY37744" fmla="*/ 2457480 h 5017219"/>
              <a:gd name="connsiteX37745" fmla="*/ 440180 w 5799173"/>
              <a:gd name="connsiteY37745" fmla="*/ 2456815 h 5017219"/>
              <a:gd name="connsiteX37746" fmla="*/ 458788 w 5799173"/>
              <a:gd name="connsiteY37746" fmla="*/ 2456814 h 5017219"/>
              <a:gd name="connsiteX37747" fmla="*/ 459952 w 5799173"/>
              <a:gd name="connsiteY37747" fmla="*/ 2457480 h 5017219"/>
              <a:gd name="connsiteX37748" fmla="*/ 469256 w 5799173"/>
              <a:gd name="connsiteY37748" fmla="*/ 2473597 h 5017219"/>
              <a:gd name="connsiteX37749" fmla="*/ 469256 w 5799173"/>
              <a:gd name="connsiteY37749" fmla="*/ 2474925 h 5017219"/>
              <a:gd name="connsiteX37750" fmla="*/ 459952 w 5799173"/>
              <a:gd name="connsiteY37750" fmla="*/ 2491044 h 5017219"/>
              <a:gd name="connsiteX37751" fmla="*/ 458788 w 5799173"/>
              <a:gd name="connsiteY37751" fmla="*/ 2491707 h 5017219"/>
              <a:gd name="connsiteX37752" fmla="*/ 560552 w 5799173"/>
              <a:gd name="connsiteY37752" fmla="*/ 2523962 h 5017219"/>
              <a:gd name="connsiteX37753" fmla="*/ 559388 w 5799173"/>
              <a:gd name="connsiteY37753" fmla="*/ 2523297 h 5017219"/>
              <a:gd name="connsiteX37754" fmla="*/ 550084 w 5799173"/>
              <a:gd name="connsiteY37754" fmla="*/ 2507179 h 5017219"/>
              <a:gd name="connsiteX37755" fmla="*/ 550084 w 5799173"/>
              <a:gd name="connsiteY37755" fmla="*/ 2505851 h 5017219"/>
              <a:gd name="connsiteX37756" fmla="*/ 559388 w 5799173"/>
              <a:gd name="connsiteY37756" fmla="*/ 2489733 h 5017219"/>
              <a:gd name="connsiteX37757" fmla="*/ 560552 w 5799173"/>
              <a:gd name="connsiteY37757" fmla="*/ 2489069 h 5017219"/>
              <a:gd name="connsiteX37758" fmla="*/ 579161 w 5799173"/>
              <a:gd name="connsiteY37758" fmla="*/ 2489068 h 5017219"/>
              <a:gd name="connsiteX37759" fmla="*/ 580325 w 5799173"/>
              <a:gd name="connsiteY37759" fmla="*/ 2489733 h 5017219"/>
              <a:gd name="connsiteX37760" fmla="*/ 589629 w 5799173"/>
              <a:gd name="connsiteY37760" fmla="*/ 2505850 h 5017219"/>
              <a:gd name="connsiteX37761" fmla="*/ 589629 w 5799173"/>
              <a:gd name="connsiteY37761" fmla="*/ 2507179 h 5017219"/>
              <a:gd name="connsiteX37762" fmla="*/ 580325 w 5799173"/>
              <a:gd name="connsiteY37762" fmla="*/ 2523297 h 5017219"/>
              <a:gd name="connsiteX37763" fmla="*/ 579161 w 5799173"/>
              <a:gd name="connsiteY37763" fmla="*/ 2523961 h 5017219"/>
              <a:gd name="connsiteX37764" fmla="*/ 3088374 w 5799173"/>
              <a:gd name="connsiteY37764" fmla="*/ 3201289 h 5017219"/>
              <a:gd name="connsiteX37765" fmla="*/ 3087211 w 5799173"/>
              <a:gd name="connsiteY37765" fmla="*/ 3200625 h 5017219"/>
              <a:gd name="connsiteX37766" fmla="*/ 3077906 w 5799173"/>
              <a:gd name="connsiteY37766" fmla="*/ 3184507 h 5017219"/>
              <a:gd name="connsiteX37767" fmla="*/ 3077906 w 5799173"/>
              <a:gd name="connsiteY37767" fmla="*/ 3183178 h 5017219"/>
              <a:gd name="connsiteX37768" fmla="*/ 3087211 w 5799173"/>
              <a:gd name="connsiteY37768" fmla="*/ 3167061 h 5017219"/>
              <a:gd name="connsiteX37769" fmla="*/ 3088374 w 5799173"/>
              <a:gd name="connsiteY37769" fmla="*/ 3166396 h 5017219"/>
              <a:gd name="connsiteX37770" fmla="*/ 3106983 w 5799173"/>
              <a:gd name="connsiteY37770" fmla="*/ 3166396 h 5017219"/>
              <a:gd name="connsiteX37771" fmla="*/ 3108147 w 5799173"/>
              <a:gd name="connsiteY37771" fmla="*/ 3167061 h 5017219"/>
              <a:gd name="connsiteX37772" fmla="*/ 3117452 w 5799173"/>
              <a:gd name="connsiteY37772" fmla="*/ 3183178 h 5017219"/>
              <a:gd name="connsiteX37773" fmla="*/ 3117452 w 5799173"/>
              <a:gd name="connsiteY37773" fmla="*/ 3184507 h 5017219"/>
              <a:gd name="connsiteX37774" fmla="*/ 3108147 w 5799173"/>
              <a:gd name="connsiteY37774" fmla="*/ 3200625 h 5017219"/>
              <a:gd name="connsiteX37775" fmla="*/ 3106983 w 5799173"/>
              <a:gd name="connsiteY37775" fmla="*/ 3201289 h 5017219"/>
              <a:gd name="connsiteX37776" fmla="*/ 741029 w 5799173"/>
              <a:gd name="connsiteY37776" fmla="*/ 2572414 h 5017219"/>
              <a:gd name="connsiteX37777" fmla="*/ 739866 w 5799173"/>
              <a:gd name="connsiteY37777" fmla="*/ 2571750 h 5017219"/>
              <a:gd name="connsiteX37778" fmla="*/ 730478 w 5799173"/>
              <a:gd name="connsiteY37778" fmla="*/ 2555549 h 5017219"/>
              <a:gd name="connsiteX37779" fmla="*/ 730478 w 5799173"/>
              <a:gd name="connsiteY37779" fmla="*/ 2554220 h 5017219"/>
              <a:gd name="connsiteX37780" fmla="*/ 739866 w 5799173"/>
              <a:gd name="connsiteY37780" fmla="*/ 2538020 h 5017219"/>
              <a:gd name="connsiteX37781" fmla="*/ 741029 w 5799173"/>
              <a:gd name="connsiteY37781" fmla="*/ 2537355 h 5017219"/>
              <a:gd name="connsiteX37782" fmla="*/ 759722 w 5799173"/>
              <a:gd name="connsiteY37782" fmla="*/ 2537355 h 5017219"/>
              <a:gd name="connsiteX37783" fmla="*/ 760885 w 5799173"/>
              <a:gd name="connsiteY37783" fmla="*/ 2538020 h 5017219"/>
              <a:gd name="connsiteX37784" fmla="*/ 770273 w 5799173"/>
              <a:gd name="connsiteY37784" fmla="*/ 2554220 h 5017219"/>
              <a:gd name="connsiteX37785" fmla="*/ 770273 w 5799173"/>
              <a:gd name="connsiteY37785" fmla="*/ 2555549 h 5017219"/>
              <a:gd name="connsiteX37786" fmla="*/ 760885 w 5799173"/>
              <a:gd name="connsiteY37786" fmla="*/ 2571750 h 5017219"/>
              <a:gd name="connsiteX37787" fmla="*/ 759722 w 5799173"/>
              <a:gd name="connsiteY37787" fmla="*/ 2572414 h 5017219"/>
              <a:gd name="connsiteX37788" fmla="*/ 921589 w 5799173"/>
              <a:gd name="connsiteY37788" fmla="*/ 2620795 h 5017219"/>
              <a:gd name="connsiteX37789" fmla="*/ 920425 w 5799173"/>
              <a:gd name="connsiteY37789" fmla="*/ 2620131 h 5017219"/>
              <a:gd name="connsiteX37790" fmla="*/ 911038 w 5799173"/>
              <a:gd name="connsiteY37790" fmla="*/ 2603930 h 5017219"/>
              <a:gd name="connsiteX37791" fmla="*/ 911038 w 5799173"/>
              <a:gd name="connsiteY37791" fmla="*/ 2602601 h 5017219"/>
              <a:gd name="connsiteX37792" fmla="*/ 920425 w 5799173"/>
              <a:gd name="connsiteY37792" fmla="*/ 2586401 h 5017219"/>
              <a:gd name="connsiteX37793" fmla="*/ 921589 w 5799173"/>
              <a:gd name="connsiteY37793" fmla="*/ 2585736 h 5017219"/>
              <a:gd name="connsiteX37794" fmla="*/ 940282 w 5799173"/>
              <a:gd name="connsiteY37794" fmla="*/ 2585736 h 5017219"/>
              <a:gd name="connsiteX37795" fmla="*/ 941445 w 5799173"/>
              <a:gd name="connsiteY37795" fmla="*/ 2586401 h 5017219"/>
              <a:gd name="connsiteX37796" fmla="*/ 950833 w 5799173"/>
              <a:gd name="connsiteY37796" fmla="*/ 2602601 h 5017219"/>
              <a:gd name="connsiteX37797" fmla="*/ 950833 w 5799173"/>
              <a:gd name="connsiteY37797" fmla="*/ 2603930 h 5017219"/>
              <a:gd name="connsiteX37798" fmla="*/ 941445 w 5799173"/>
              <a:gd name="connsiteY37798" fmla="*/ 2620131 h 5017219"/>
              <a:gd name="connsiteX37799" fmla="*/ 940282 w 5799173"/>
              <a:gd name="connsiteY37799" fmla="*/ 2620795 h 5017219"/>
              <a:gd name="connsiteX37800" fmla="*/ 680841 w 5799173"/>
              <a:gd name="connsiteY37800" fmla="*/ 2556381 h 5017219"/>
              <a:gd name="connsiteX37801" fmla="*/ 679679 w 5799173"/>
              <a:gd name="connsiteY37801" fmla="*/ 2555717 h 5017219"/>
              <a:gd name="connsiteX37802" fmla="*/ 670290 w 5799173"/>
              <a:gd name="connsiteY37802" fmla="*/ 2539433 h 5017219"/>
              <a:gd name="connsiteX37803" fmla="*/ 670290 w 5799173"/>
              <a:gd name="connsiteY37803" fmla="*/ 2538104 h 5017219"/>
              <a:gd name="connsiteX37804" fmla="*/ 679679 w 5799173"/>
              <a:gd name="connsiteY37804" fmla="*/ 2521821 h 5017219"/>
              <a:gd name="connsiteX37805" fmla="*/ 680841 w 5799173"/>
              <a:gd name="connsiteY37805" fmla="*/ 2521156 h 5017219"/>
              <a:gd name="connsiteX37806" fmla="*/ 699618 w 5799173"/>
              <a:gd name="connsiteY37806" fmla="*/ 2521156 h 5017219"/>
              <a:gd name="connsiteX37807" fmla="*/ 700781 w 5799173"/>
              <a:gd name="connsiteY37807" fmla="*/ 2521821 h 5017219"/>
              <a:gd name="connsiteX37808" fmla="*/ 710169 w 5799173"/>
              <a:gd name="connsiteY37808" fmla="*/ 2538104 h 5017219"/>
              <a:gd name="connsiteX37809" fmla="*/ 710169 w 5799173"/>
              <a:gd name="connsiteY37809" fmla="*/ 2539433 h 5017219"/>
              <a:gd name="connsiteX37810" fmla="*/ 700781 w 5799173"/>
              <a:gd name="connsiteY37810" fmla="*/ 2555717 h 5017219"/>
              <a:gd name="connsiteX37811" fmla="*/ 699618 w 5799173"/>
              <a:gd name="connsiteY37811" fmla="*/ 2556381 h 5017219"/>
              <a:gd name="connsiteX37812" fmla="*/ 500200 w 5799173"/>
              <a:gd name="connsiteY37812" fmla="*/ 2508085 h 5017219"/>
              <a:gd name="connsiteX37813" fmla="*/ 499037 w 5799173"/>
              <a:gd name="connsiteY37813" fmla="*/ 2507419 h 5017219"/>
              <a:gd name="connsiteX37814" fmla="*/ 489566 w 5799173"/>
              <a:gd name="connsiteY37814" fmla="*/ 2491053 h 5017219"/>
              <a:gd name="connsiteX37815" fmla="*/ 489566 w 5799173"/>
              <a:gd name="connsiteY37815" fmla="*/ 2489724 h 5017219"/>
              <a:gd name="connsiteX37816" fmla="*/ 499038 w 5799173"/>
              <a:gd name="connsiteY37816" fmla="*/ 2473358 h 5017219"/>
              <a:gd name="connsiteX37817" fmla="*/ 500200 w 5799173"/>
              <a:gd name="connsiteY37817" fmla="*/ 2472693 h 5017219"/>
              <a:gd name="connsiteX37818" fmla="*/ 519142 w 5799173"/>
              <a:gd name="connsiteY37818" fmla="*/ 2472693 h 5017219"/>
              <a:gd name="connsiteX37819" fmla="*/ 520305 w 5799173"/>
              <a:gd name="connsiteY37819" fmla="*/ 2473358 h 5017219"/>
              <a:gd name="connsiteX37820" fmla="*/ 529776 w 5799173"/>
              <a:gd name="connsiteY37820" fmla="*/ 2489724 h 5017219"/>
              <a:gd name="connsiteX37821" fmla="*/ 529776 w 5799173"/>
              <a:gd name="connsiteY37821" fmla="*/ 2491053 h 5017219"/>
              <a:gd name="connsiteX37822" fmla="*/ 520305 w 5799173"/>
              <a:gd name="connsiteY37822" fmla="*/ 2507420 h 5017219"/>
              <a:gd name="connsiteX37823" fmla="*/ 519142 w 5799173"/>
              <a:gd name="connsiteY37823" fmla="*/ 2508084 h 5017219"/>
              <a:gd name="connsiteX37824" fmla="*/ 801131 w 5799173"/>
              <a:gd name="connsiteY37824" fmla="*/ 2588719 h 5017219"/>
              <a:gd name="connsiteX37825" fmla="*/ 799969 w 5799173"/>
              <a:gd name="connsiteY37825" fmla="*/ 2588054 h 5017219"/>
              <a:gd name="connsiteX37826" fmla="*/ 790497 w 5799173"/>
              <a:gd name="connsiteY37826" fmla="*/ 2571687 h 5017219"/>
              <a:gd name="connsiteX37827" fmla="*/ 790497 w 5799173"/>
              <a:gd name="connsiteY37827" fmla="*/ 2570358 h 5017219"/>
              <a:gd name="connsiteX37828" fmla="*/ 799968 w 5799173"/>
              <a:gd name="connsiteY37828" fmla="*/ 2553992 h 5017219"/>
              <a:gd name="connsiteX37829" fmla="*/ 801132 w 5799173"/>
              <a:gd name="connsiteY37829" fmla="*/ 2553327 h 5017219"/>
              <a:gd name="connsiteX37830" fmla="*/ 820074 w 5799173"/>
              <a:gd name="connsiteY37830" fmla="*/ 2553327 h 5017219"/>
              <a:gd name="connsiteX37831" fmla="*/ 821237 w 5799173"/>
              <a:gd name="connsiteY37831" fmla="*/ 2553992 h 5017219"/>
              <a:gd name="connsiteX37832" fmla="*/ 830707 w 5799173"/>
              <a:gd name="connsiteY37832" fmla="*/ 2570358 h 5017219"/>
              <a:gd name="connsiteX37833" fmla="*/ 830707 w 5799173"/>
              <a:gd name="connsiteY37833" fmla="*/ 2571687 h 5017219"/>
              <a:gd name="connsiteX37834" fmla="*/ 821236 w 5799173"/>
              <a:gd name="connsiteY37834" fmla="*/ 2588054 h 5017219"/>
              <a:gd name="connsiteX37835" fmla="*/ 820073 w 5799173"/>
              <a:gd name="connsiteY37835" fmla="*/ 2588719 h 5017219"/>
              <a:gd name="connsiteX37836" fmla="*/ 3990919 w 5799173"/>
              <a:gd name="connsiteY37836" fmla="*/ 3443525 h 5017219"/>
              <a:gd name="connsiteX37837" fmla="*/ 3989756 w 5799173"/>
              <a:gd name="connsiteY37837" fmla="*/ 3442860 h 5017219"/>
              <a:gd name="connsiteX37838" fmla="*/ 3980285 w 5799173"/>
              <a:gd name="connsiteY37838" fmla="*/ 3426411 h 5017219"/>
              <a:gd name="connsiteX37839" fmla="*/ 3980285 w 5799173"/>
              <a:gd name="connsiteY37839" fmla="*/ 3425082 h 5017219"/>
              <a:gd name="connsiteX37840" fmla="*/ 3989839 w 5799173"/>
              <a:gd name="connsiteY37840" fmla="*/ 3408632 h 5017219"/>
              <a:gd name="connsiteX37841" fmla="*/ 3991002 w 5799173"/>
              <a:gd name="connsiteY37841" fmla="*/ 3407967 h 5017219"/>
              <a:gd name="connsiteX37842" fmla="*/ 4010027 w 5799173"/>
              <a:gd name="connsiteY37842" fmla="*/ 3407967 h 5017219"/>
              <a:gd name="connsiteX37843" fmla="*/ 4011190 w 5799173"/>
              <a:gd name="connsiteY37843" fmla="*/ 3408632 h 5017219"/>
              <a:gd name="connsiteX37844" fmla="*/ 4020661 w 5799173"/>
              <a:gd name="connsiteY37844" fmla="*/ 3425082 h 5017219"/>
              <a:gd name="connsiteX37845" fmla="*/ 4020661 w 5799173"/>
              <a:gd name="connsiteY37845" fmla="*/ 3426411 h 5017219"/>
              <a:gd name="connsiteX37846" fmla="*/ 4011107 w 5799173"/>
              <a:gd name="connsiteY37846" fmla="*/ 3442860 h 5017219"/>
              <a:gd name="connsiteX37847" fmla="*/ 4009944 w 5799173"/>
              <a:gd name="connsiteY37847" fmla="*/ 3443525 h 5017219"/>
              <a:gd name="connsiteX37848" fmla="*/ 861234 w 5799173"/>
              <a:gd name="connsiteY37848" fmla="*/ 2604929 h 5017219"/>
              <a:gd name="connsiteX37849" fmla="*/ 860071 w 5799173"/>
              <a:gd name="connsiteY37849" fmla="*/ 2604264 h 5017219"/>
              <a:gd name="connsiteX37850" fmla="*/ 850600 w 5799173"/>
              <a:gd name="connsiteY37850" fmla="*/ 2587815 h 5017219"/>
              <a:gd name="connsiteX37851" fmla="*/ 850600 w 5799173"/>
              <a:gd name="connsiteY37851" fmla="*/ 2586486 h 5017219"/>
              <a:gd name="connsiteX37852" fmla="*/ 860154 w 5799173"/>
              <a:gd name="connsiteY37852" fmla="*/ 2570036 h 5017219"/>
              <a:gd name="connsiteX37853" fmla="*/ 861317 w 5799173"/>
              <a:gd name="connsiteY37853" fmla="*/ 2569371 h 5017219"/>
              <a:gd name="connsiteX37854" fmla="*/ 880342 w 5799173"/>
              <a:gd name="connsiteY37854" fmla="*/ 2569371 h 5017219"/>
              <a:gd name="connsiteX37855" fmla="*/ 881505 w 5799173"/>
              <a:gd name="connsiteY37855" fmla="*/ 2570036 h 5017219"/>
              <a:gd name="connsiteX37856" fmla="*/ 890976 w 5799173"/>
              <a:gd name="connsiteY37856" fmla="*/ 2586486 h 5017219"/>
              <a:gd name="connsiteX37857" fmla="*/ 890976 w 5799173"/>
              <a:gd name="connsiteY37857" fmla="*/ 2587815 h 5017219"/>
              <a:gd name="connsiteX37858" fmla="*/ 881422 w 5799173"/>
              <a:gd name="connsiteY37858" fmla="*/ 2604264 h 5017219"/>
              <a:gd name="connsiteX37859" fmla="*/ 880259 w 5799173"/>
              <a:gd name="connsiteY37859" fmla="*/ 2604929 h 5017219"/>
              <a:gd name="connsiteX37860" fmla="*/ 1162164 w 5799173"/>
              <a:gd name="connsiteY37860" fmla="*/ 2685563 h 5017219"/>
              <a:gd name="connsiteX37861" fmla="*/ 1161001 w 5799173"/>
              <a:gd name="connsiteY37861" fmla="*/ 2684898 h 5017219"/>
              <a:gd name="connsiteX37862" fmla="*/ 1151530 w 5799173"/>
              <a:gd name="connsiteY37862" fmla="*/ 2668449 h 5017219"/>
              <a:gd name="connsiteX37863" fmla="*/ 1151530 w 5799173"/>
              <a:gd name="connsiteY37863" fmla="*/ 2667120 h 5017219"/>
              <a:gd name="connsiteX37864" fmla="*/ 1161085 w 5799173"/>
              <a:gd name="connsiteY37864" fmla="*/ 2650670 h 5017219"/>
              <a:gd name="connsiteX37865" fmla="*/ 1162247 w 5799173"/>
              <a:gd name="connsiteY37865" fmla="*/ 2650005 h 5017219"/>
              <a:gd name="connsiteX37866" fmla="*/ 1181273 w 5799173"/>
              <a:gd name="connsiteY37866" fmla="*/ 2650005 h 5017219"/>
              <a:gd name="connsiteX37867" fmla="*/ 1182436 w 5799173"/>
              <a:gd name="connsiteY37867" fmla="*/ 2650670 h 5017219"/>
              <a:gd name="connsiteX37868" fmla="*/ 1191907 w 5799173"/>
              <a:gd name="connsiteY37868" fmla="*/ 2667120 h 5017219"/>
              <a:gd name="connsiteX37869" fmla="*/ 1191906 w 5799173"/>
              <a:gd name="connsiteY37869" fmla="*/ 2668449 h 5017219"/>
              <a:gd name="connsiteX37870" fmla="*/ 1182352 w 5799173"/>
              <a:gd name="connsiteY37870" fmla="*/ 2684898 h 5017219"/>
              <a:gd name="connsiteX37871" fmla="*/ 1181190 w 5799173"/>
              <a:gd name="connsiteY37871" fmla="*/ 2685563 h 5017219"/>
              <a:gd name="connsiteX37872" fmla="*/ 5134456 w 5799173"/>
              <a:gd name="connsiteY37872" fmla="*/ 3749935 h 5017219"/>
              <a:gd name="connsiteX37873" fmla="*/ 5133293 w 5799173"/>
              <a:gd name="connsiteY37873" fmla="*/ 3749270 h 5017219"/>
              <a:gd name="connsiteX37874" fmla="*/ 5123822 w 5799173"/>
              <a:gd name="connsiteY37874" fmla="*/ 3732821 h 5017219"/>
              <a:gd name="connsiteX37875" fmla="*/ 5123822 w 5799173"/>
              <a:gd name="connsiteY37875" fmla="*/ 3731492 h 5017219"/>
              <a:gd name="connsiteX37876" fmla="*/ 5133376 w 5799173"/>
              <a:gd name="connsiteY37876" fmla="*/ 3715042 h 5017219"/>
              <a:gd name="connsiteX37877" fmla="*/ 5134539 w 5799173"/>
              <a:gd name="connsiteY37877" fmla="*/ 3714377 h 5017219"/>
              <a:gd name="connsiteX37878" fmla="*/ 5153564 w 5799173"/>
              <a:gd name="connsiteY37878" fmla="*/ 3714377 h 5017219"/>
              <a:gd name="connsiteX37879" fmla="*/ 5154727 w 5799173"/>
              <a:gd name="connsiteY37879" fmla="*/ 3715042 h 5017219"/>
              <a:gd name="connsiteX37880" fmla="*/ 5164198 w 5799173"/>
              <a:gd name="connsiteY37880" fmla="*/ 3731492 h 5017219"/>
              <a:gd name="connsiteX37881" fmla="*/ 5164198 w 5799173"/>
              <a:gd name="connsiteY37881" fmla="*/ 3732821 h 5017219"/>
              <a:gd name="connsiteX37882" fmla="*/ 5154644 w 5799173"/>
              <a:gd name="connsiteY37882" fmla="*/ 3749270 h 5017219"/>
              <a:gd name="connsiteX37883" fmla="*/ 5153481 w 5799173"/>
              <a:gd name="connsiteY37883" fmla="*/ 3749935 h 5017219"/>
              <a:gd name="connsiteX37884" fmla="*/ 981585 w 5799173"/>
              <a:gd name="connsiteY37884" fmla="*/ 2637346 h 5017219"/>
              <a:gd name="connsiteX37885" fmla="*/ 980422 w 5799173"/>
              <a:gd name="connsiteY37885" fmla="*/ 2636681 h 5017219"/>
              <a:gd name="connsiteX37886" fmla="*/ 970869 w 5799173"/>
              <a:gd name="connsiteY37886" fmla="*/ 2620149 h 5017219"/>
              <a:gd name="connsiteX37887" fmla="*/ 970868 w 5799173"/>
              <a:gd name="connsiteY37887" fmla="*/ 2618819 h 5017219"/>
              <a:gd name="connsiteX37888" fmla="*/ 980422 w 5799173"/>
              <a:gd name="connsiteY37888" fmla="*/ 2602286 h 5017219"/>
              <a:gd name="connsiteX37889" fmla="*/ 981585 w 5799173"/>
              <a:gd name="connsiteY37889" fmla="*/ 2601622 h 5017219"/>
              <a:gd name="connsiteX37890" fmla="*/ 1000693 w 5799173"/>
              <a:gd name="connsiteY37890" fmla="*/ 2601622 h 5017219"/>
              <a:gd name="connsiteX37891" fmla="*/ 1001857 w 5799173"/>
              <a:gd name="connsiteY37891" fmla="*/ 2602287 h 5017219"/>
              <a:gd name="connsiteX37892" fmla="*/ 1011410 w 5799173"/>
              <a:gd name="connsiteY37892" fmla="*/ 2618819 h 5017219"/>
              <a:gd name="connsiteX37893" fmla="*/ 1011410 w 5799173"/>
              <a:gd name="connsiteY37893" fmla="*/ 2620149 h 5017219"/>
              <a:gd name="connsiteX37894" fmla="*/ 1001856 w 5799173"/>
              <a:gd name="connsiteY37894" fmla="*/ 2636681 h 5017219"/>
              <a:gd name="connsiteX37895" fmla="*/ 1000693 w 5799173"/>
              <a:gd name="connsiteY37895" fmla="*/ 2637346 h 5017219"/>
              <a:gd name="connsiteX37896" fmla="*/ 1282434 w 5799173"/>
              <a:gd name="connsiteY37896" fmla="*/ 2718052 h 5017219"/>
              <a:gd name="connsiteX37897" fmla="*/ 1281271 w 5799173"/>
              <a:gd name="connsiteY37897" fmla="*/ 2717388 h 5017219"/>
              <a:gd name="connsiteX37898" fmla="*/ 1271634 w 5799173"/>
              <a:gd name="connsiteY37898" fmla="*/ 2700772 h 5017219"/>
              <a:gd name="connsiteX37899" fmla="*/ 1271634 w 5799173"/>
              <a:gd name="connsiteY37899" fmla="*/ 2699443 h 5017219"/>
              <a:gd name="connsiteX37900" fmla="*/ 1281271 w 5799173"/>
              <a:gd name="connsiteY37900" fmla="*/ 2682827 h 5017219"/>
              <a:gd name="connsiteX37901" fmla="*/ 1282434 w 5799173"/>
              <a:gd name="connsiteY37901" fmla="*/ 2682162 h 5017219"/>
              <a:gd name="connsiteX37902" fmla="*/ 1301625 w 5799173"/>
              <a:gd name="connsiteY37902" fmla="*/ 2682162 h 5017219"/>
              <a:gd name="connsiteX37903" fmla="*/ 1302788 w 5799173"/>
              <a:gd name="connsiteY37903" fmla="*/ 2682827 h 5017219"/>
              <a:gd name="connsiteX37904" fmla="*/ 1312426 w 5799173"/>
              <a:gd name="connsiteY37904" fmla="*/ 2699443 h 5017219"/>
              <a:gd name="connsiteX37905" fmla="*/ 1312426 w 5799173"/>
              <a:gd name="connsiteY37905" fmla="*/ 2700772 h 5017219"/>
              <a:gd name="connsiteX37906" fmla="*/ 1302788 w 5799173"/>
              <a:gd name="connsiteY37906" fmla="*/ 2717388 h 5017219"/>
              <a:gd name="connsiteX37907" fmla="*/ 1301625 w 5799173"/>
              <a:gd name="connsiteY37907" fmla="*/ 2718052 h 5017219"/>
              <a:gd name="connsiteX37908" fmla="*/ 1101873 w 5799173"/>
              <a:gd name="connsiteY37908" fmla="*/ 2669776 h 5017219"/>
              <a:gd name="connsiteX37909" fmla="*/ 1100710 w 5799173"/>
              <a:gd name="connsiteY37909" fmla="*/ 2669112 h 5017219"/>
              <a:gd name="connsiteX37910" fmla="*/ 1091073 w 5799173"/>
              <a:gd name="connsiteY37910" fmla="*/ 2652413 h 5017219"/>
              <a:gd name="connsiteX37911" fmla="*/ 1091073 w 5799173"/>
              <a:gd name="connsiteY37911" fmla="*/ 2651084 h 5017219"/>
              <a:gd name="connsiteX37912" fmla="*/ 1100710 w 5799173"/>
              <a:gd name="connsiteY37912" fmla="*/ 2634385 h 5017219"/>
              <a:gd name="connsiteX37913" fmla="*/ 1101873 w 5799173"/>
              <a:gd name="connsiteY37913" fmla="*/ 2633720 h 5017219"/>
              <a:gd name="connsiteX37914" fmla="*/ 1121230 w 5799173"/>
              <a:gd name="connsiteY37914" fmla="*/ 2633720 h 5017219"/>
              <a:gd name="connsiteX37915" fmla="*/ 1122394 w 5799173"/>
              <a:gd name="connsiteY37915" fmla="*/ 2634385 h 5017219"/>
              <a:gd name="connsiteX37916" fmla="*/ 1132031 w 5799173"/>
              <a:gd name="connsiteY37916" fmla="*/ 2651084 h 5017219"/>
              <a:gd name="connsiteX37917" fmla="*/ 1132031 w 5799173"/>
              <a:gd name="connsiteY37917" fmla="*/ 2652413 h 5017219"/>
              <a:gd name="connsiteX37918" fmla="*/ 1122394 w 5799173"/>
              <a:gd name="connsiteY37918" fmla="*/ 2669112 h 5017219"/>
              <a:gd name="connsiteX37919" fmla="*/ 1121230 w 5799173"/>
              <a:gd name="connsiteY37919" fmla="*/ 2669776 h 5017219"/>
              <a:gd name="connsiteX37920" fmla="*/ 1222112 w 5799173"/>
              <a:gd name="connsiteY37920" fmla="*/ 2702190 h 5017219"/>
              <a:gd name="connsiteX37921" fmla="*/ 1220949 w 5799173"/>
              <a:gd name="connsiteY37921" fmla="*/ 2701525 h 5017219"/>
              <a:gd name="connsiteX37922" fmla="*/ 1211229 w 5799173"/>
              <a:gd name="connsiteY37922" fmla="*/ 2684577 h 5017219"/>
              <a:gd name="connsiteX37923" fmla="*/ 1211229 w 5799173"/>
              <a:gd name="connsiteY37923" fmla="*/ 2683165 h 5017219"/>
              <a:gd name="connsiteX37924" fmla="*/ 1221032 w 5799173"/>
              <a:gd name="connsiteY37924" fmla="*/ 2666217 h 5017219"/>
              <a:gd name="connsiteX37925" fmla="*/ 1222196 w 5799173"/>
              <a:gd name="connsiteY37925" fmla="*/ 2665552 h 5017219"/>
              <a:gd name="connsiteX37926" fmla="*/ 1241719 w 5799173"/>
              <a:gd name="connsiteY37926" fmla="*/ 2665552 h 5017219"/>
              <a:gd name="connsiteX37927" fmla="*/ 1242882 w 5799173"/>
              <a:gd name="connsiteY37927" fmla="*/ 2666217 h 5017219"/>
              <a:gd name="connsiteX37928" fmla="*/ 1252602 w 5799173"/>
              <a:gd name="connsiteY37928" fmla="*/ 2683165 h 5017219"/>
              <a:gd name="connsiteX37929" fmla="*/ 1252602 w 5799173"/>
              <a:gd name="connsiteY37929" fmla="*/ 2684577 h 5017219"/>
              <a:gd name="connsiteX37930" fmla="*/ 1242799 w 5799173"/>
              <a:gd name="connsiteY37930" fmla="*/ 2701525 h 5017219"/>
              <a:gd name="connsiteX37931" fmla="*/ 1241636 w 5799173"/>
              <a:gd name="connsiteY37931" fmla="*/ 2702190 h 5017219"/>
              <a:gd name="connsiteX37932" fmla="*/ 3148072 w 5799173"/>
              <a:gd name="connsiteY37932" fmla="*/ 3218249 h 5017219"/>
              <a:gd name="connsiteX37933" fmla="*/ 3146909 w 5799173"/>
              <a:gd name="connsiteY37933" fmla="*/ 3217584 h 5017219"/>
              <a:gd name="connsiteX37934" fmla="*/ 3137188 w 5799173"/>
              <a:gd name="connsiteY37934" fmla="*/ 3200636 h 5017219"/>
              <a:gd name="connsiteX37935" fmla="*/ 3137189 w 5799173"/>
              <a:gd name="connsiteY37935" fmla="*/ 3199224 h 5017219"/>
              <a:gd name="connsiteX37936" fmla="*/ 3146992 w 5799173"/>
              <a:gd name="connsiteY37936" fmla="*/ 3182277 h 5017219"/>
              <a:gd name="connsiteX37937" fmla="*/ 3148155 w 5799173"/>
              <a:gd name="connsiteY37937" fmla="*/ 3181611 h 5017219"/>
              <a:gd name="connsiteX37938" fmla="*/ 3167679 w 5799173"/>
              <a:gd name="connsiteY37938" fmla="*/ 3181611 h 5017219"/>
              <a:gd name="connsiteX37939" fmla="*/ 3168842 w 5799173"/>
              <a:gd name="connsiteY37939" fmla="*/ 3182277 h 5017219"/>
              <a:gd name="connsiteX37940" fmla="*/ 3178562 w 5799173"/>
              <a:gd name="connsiteY37940" fmla="*/ 3199224 h 5017219"/>
              <a:gd name="connsiteX37941" fmla="*/ 3178562 w 5799173"/>
              <a:gd name="connsiteY37941" fmla="*/ 3200636 h 5017219"/>
              <a:gd name="connsiteX37942" fmla="*/ 3168759 w 5799173"/>
              <a:gd name="connsiteY37942" fmla="*/ 3217584 h 5017219"/>
              <a:gd name="connsiteX37943" fmla="*/ 3167595 w 5799173"/>
              <a:gd name="connsiteY37943" fmla="*/ 3218249 h 5017219"/>
              <a:gd name="connsiteX37944" fmla="*/ 4231424 w 5799173"/>
              <a:gd name="connsiteY37944" fmla="*/ 3508533 h 5017219"/>
              <a:gd name="connsiteX37945" fmla="*/ 4230261 w 5799173"/>
              <a:gd name="connsiteY37945" fmla="*/ 3507868 h 5017219"/>
              <a:gd name="connsiteX37946" fmla="*/ 4220541 w 5799173"/>
              <a:gd name="connsiteY37946" fmla="*/ 3490920 h 5017219"/>
              <a:gd name="connsiteX37947" fmla="*/ 4220541 w 5799173"/>
              <a:gd name="connsiteY37947" fmla="*/ 3489508 h 5017219"/>
              <a:gd name="connsiteX37948" fmla="*/ 4230344 w 5799173"/>
              <a:gd name="connsiteY37948" fmla="*/ 3472560 h 5017219"/>
              <a:gd name="connsiteX37949" fmla="*/ 4231507 w 5799173"/>
              <a:gd name="connsiteY37949" fmla="*/ 3471895 h 5017219"/>
              <a:gd name="connsiteX37950" fmla="*/ 4251031 w 5799173"/>
              <a:gd name="connsiteY37950" fmla="*/ 3471895 h 5017219"/>
              <a:gd name="connsiteX37951" fmla="*/ 4252194 w 5799173"/>
              <a:gd name="connsiteY37951" fmla="*/ 3472560 h 5017219"/>
              <a:gd name="connsiteX37952" fmla="*/ 4261914 w 5799173"/>
              <a:gd name="connsiteY37952" fmla="*/ 3489508 h 5017219"/>
              <a:gd name="connsiteX37953" fmla="*/ 4261914 w 5799173"/>
              <a:gd name="connsiteY37953" fmla="*/ 3490920 h 5017219"/>
              <a:gd name="connsiteX37954" fmla="*/ 4252111 w 5799173"/>
              <a:gd name="connsiteY37954" fmla="*/ 3507868 h 5017219"/>
              <a:gd name="connsiteX37955" fmla="*/ 4250948 w 5799173"/>
              <a:gd name="connsiteY37955" fmla="*/ 3508533 h 5017219"/>
              <a:gd name="connsiteX37956" fmla="*/ 1462755 w 5799173"/>
              <a:gd name="connsiteY37956" fmla="*/ 2766932 h 5017219"/>
              <a:gd name="connsiteX37957" fmla="*/ 1461509 w 5799173"/>
              <a:gd name="connsiteY37957" fmla="*/ 2766268 h 5017219"/>
              <a:gd name="connsiteX37958" fmla="*/ 1451623 w 5799173"/>
              <a:gd name="connsiteY37958" fmla="*/ 2749153 h 5017219"/>
              <a:gd name="connsiteX37959" fmla="*/ 1451623 w 5799173"/>
              <a:gd name="connsiteY37959" fmla="*/ 2747741 h 5017219"/>
              <a:gd name="connsiteX37960" fmla="*/ 1461509 w 5799173"/>
              <a:gd name="connsiteY37960" fmla="*/ 2730627 h 5017219"/>
              <a:gd name="connsiteX37961" fmla="*/ 1462755 w 5799173"/>
              <a:gd name="connsiteY37961" fmla="*/ 2729962 h 5017219"/>
              <a:gd name="connsiteX37962" fmla="*/ 1482445 w 5799173"/>
              <a:gd name="connsiteY37962" fmla="*/ 2729962 h 5017219"/>
              <a:gd name="connsiteX37963" fmla="*/ 1483692 w 5799173"/>
              <a:gd name="connsiteY37963" fmla="*/ 2730627 h 5017219"/>
              <a:gd name="connsiteX37964" fmla="*/ 1493578 w 5799173"/>
              <a:gd name="connsiteY37964" fmla="*/ 2747741 h 5017219"/>
              <a:gd name="connsiteX37965" fmla="*/ 1493578 w 5799173"/>
              <a:gd name="connsiteY37965" fmla="*/ 2749153 h 5017219"/>
              <a:gd name="connsiteX37966" fmla="*/ 1483692 w 5799173"/>
              <a:gd name="connsiteY37966" fmla="*/ 2766268 h 5017219"/>
              <a:gd name="connsiteX37967" fmla="*/ 1482445 w 5799173"/>
              <a:gd name="connsiteY37967" fmla="*/ 2766932 h 5017219"/>
              <a:gd name="connsiteX37968" fmla="*/ 3208156 w 5799173"/>
              <a:gd name="connsiteY37968" fmla="*/ 3234611 h 5017219"/>
              <a:gd name="connsiteX37969" fmla="*/ 3206992 w 5799173"/>
              <a:gd name="connsiteY37969" fmla="*/ 3233947 h 5017219"/>
              <a:gd name="connsiteX37970" fmla="*/ 3197106 w 5799173"/>
              <a:gd name="connsiteY37970" fmla="*/ 3216832 h 5017219"/>
              <a:gd name="connsiteX37971" fmla="*/ 3197106 w 5799173"/>
              <a:gd name="connsiteY37971" fmla="*/ 3215420 h 5017219"/>
              <a:gd name="connsiteX37972" fmla="*/ 3206993 w 5799173"/>
              <a:gd name="connsiteY37972" fmla="*/ 3198306 h 5017219"/>
              <a:gd name="connsiteX37973" fmla="*/ 3208156 w 5799173"/>
              <a:gd name="connsiteY37973" fmla="*/ 3197641 h 5017219"/>
              <a:gd name="connsiteX37974" fmla="*/ 3227846 w 5799173"/>
              <a:gd name="connsiteY37974" fmla="*/ 3197641 h 5017219"/>
              <a:gd name="connsiteX37975" fmla="*/ 3229009 w 5799173"/>
              <a:gd name="connsiteY37975" fmla="*/ 3198306 h 5017219"/>
              <a:gd name="connsiteX37976" fmla="*/ 3238896 w 5799173"/>
              <a:gd name="connsiteY37976" fmla="*/ 3215420 h 5017219"/>
              <a:gd name="connsiteX37977" fmla="*/ 3238895 w 5799173"/>
              <a:gd name="connsiteY37977" fmla="*/ 3216832 h 5017219"/>
              <a:gd name="connsiteX37978" fmla="*/ 3229009 w 5799173"/>
              <a:gd name="connsiteY37978" fmla="*/ 3233947 h 5017219"/>
              <a:gd name="connsiteX37979" fmla="*/ 3227846 w 5799173"/>
              <a:gd name="connsiteY37979" fmla="*/ 3234611 h 5017219"/>
              <a:gd name="connsiteX37980" fmla="*/ 1763682 w 5799173"/>
              <a:gd name="connsiteY37980" fmla="*/ 2847671 h 5017219"/>
              <a:gd name="connsiteX37981" fmla="*/ 1762437 w 5799173"/>
              <a:gd name="connsiteY37981" fmla="*/ 2847007 h 5017219"/>
              <a:gd name="connsiteX37982" fmla="*/ 1752550 w 5799173"/>
              <a:gd name="connsiteY37982" fmla="*/ 2829809 h 5017219"/>
              <a:gd name="connsiteX37983" fmla="*/ 1752550 w 5799173"/>
              <a:gd name="connsiteY37983" fmla="*/ 2828397 h 5017219"/>
              <a:gd name="connsiteX37984" fmla="*/ 1762437 w 5799173"/>
              <a:gd name="connsiteY37984" fmla="*/ 2811200 h 5017219"/>
              <a:gd name="connsiteX37985" fmla="*/ 1763682 w 5799173"/>
              <a:gd name="connsiteY37985" fmla="*/ 2810535 h 5017219"/>
              <a:gd name="connsiteX37986" fmla="*/ 1783538 w 5799173"/>
              <a:gd name="connsiteY37986" fmla="*/ 2810535 h 5017219"/>
              <a:gd name="connsiteX37987" fmla="*/ 1784785 w 5799173"/>
              <a:gd name="connsiteY37987" fmla="*/ 2811200 h 5017219"/>
              <a:gd name="connsiteX37988" fmla="*/ 1794671 w 5799173"/>
              <a:gd name="connsiteY37988" fmla="*/ 2828397 h 5017219"/>
              <a:gd name="connsiteX37989" fmla="*/ 1794671 w 5799173"/>
              <a:gd name="connsiteY37989" fmla="*/ 2829809 h 5017219"/>
              <a:gd name="connsiteX37990" fmla="*/ 1784785 w 5799173"/>
              <a:gd name="connsiteY37990" fmla="*/ 2847007 h 5017219"/>
              <a:gd name="connsiteX37991" fmla="*/ 1783538 w 5799173"/>
              <a:gd name="connsiteY37991" fmla="*/ 2847671 h 5017219"/>
              <a:gd name="connsiteX37992" fmla="*/ 1522857 w 5799173"/>
              <a:gd name="connsiteY37992" fmla="*/ 2783236 h 5017219"/>
              <a:gd name="connsiteX37993" fmla="*/ 1521611 w 5799173"/>
              <a:gd name="connsiteY37993" fmla="*/ 2782572 h 5017219"/>
              <a:gd name="connsiteX37994" fmla="*/ 1511641 w 5799173"/>
              <a:gd name="connsiteY37994" fmla="*/ 2765291 h 5017219"/>
              <a:gd name="connsiteX37995" fmla="*/ 1511641 w 5799173"/>
              <a:gd name="connsiteY37995" fmla="*/ 2763879 h 5017219"/>
              <a:gd name="connsiteX37996" fmla="*/ 1521611 w 5799173"/>
              <a:gd name="connsiteY37996" fmla="*/ 2746599 h 5017219"/>
              <a:gd name="connsiteX37997" fmla="*/ 1522857 w 5799173"/>
              <a:gd name="connsiteY37997" fmla="*/ 2745934 h 5017219"/>
              <a:gd name="connsiteX37998" fmla="*/ 1542796 w 5799173"/>
              <a:gd name="connsiteY37998" fmla="*/ 2745934 h 5017219"/>
              <a:gd name="connsiteX37999" fmla="*/ 1544042 w 5799173"/>
              <a:gd name="connsiteY37999" fmla="*/ 2746599 h 5017219"/>
              <a:gd name="connsiteX38000" fmla="*/ 1554011 w 5799173"/>
              <a:gd name="connsiteY38000" fmla="*/ 2763879 h 5017219"/>
              <a:gd name="connsiteX38001" fmla="*/ 1554011 w 5799173"/>
              <a:gd name="connsiteY38001" fmla="*/ 2765291 h 5017219"/>
              <a:gd name="connsiteX38002" fmla="*/ 1544042 w 5799173"/>
              <a:gd name="connsiteY38002" fmla="*/ 2782572 h 5017219"/>
              <a:gd name="connsiteX38003" fmla="*/ 1542796 w 5799173"/>
              <a:gd name="connsiteY38003" fmla="*/ 2783236 h 5017219"/>
              <a:gd name="connsiteX38004" fmla="*/ 1703416 w 5799173"/>
              <a:gd name="connsiteY38004" fmla="*/ 2831616 h 5017219"/>
              <a:gd name="connsiteX38005" fmla="*/ 1702170 w 5799173"/>
              <a:gd name="connsiteY38005" fmla="*/ 2830952 h 5017219"/>
              <a:gd name="connsiteX38006" fmla="*/ 1692199 w 5799173"/>
              <a:gd name="connsiteY38006" fmla="*/ 2813671 h 5017219"/>
              <a:gd name="connsiteX38007" fmla="*/ 1692199 w 5799173"/>
              <a:gd name="connsiteY38007" fmla="*/ 2812259 h 5017219"/>
              <a:gd name="connsiteX38008" fmla="*/ 1702170 w 5799173"/>
              <a:gd name="connsiteY38008" fmla="*/ 2794979 h 5017219"/>
              <a:gd name="connsiteX38009" fmla="*/ 1703416 w 5799173"/>
              <a:gd name="connsiteY38009" fmla="*/ 2794314 h 5017219"/>
              <a:gd name="connsiteX38010" fmla="*/ 1723355 w 5799173"/>
              <a:gd name="connsiteY38010" fmla="*/ 2794314 h 5017219"/>
              <a:gd name="connsiteX38011" fmla="*/ 1724600 w 5799173"/>
              <a:gd name="connsiteY38011" fmla="*/ 2794979 h 5017219"/>
              <a:gd name="connsiteX38012" fmla="*/ 1734570 w 5799173"/>
              <a:gd name="connsiteY38012" fmla="*/ 2812259 h 5017219"/>
              <a:gd name="connsiteX38013" fmla="*/ 1734570 w 5799173"/>
              <a:gd name="connsiteY38013" fmla="*/ 2813671 h 5017219"/>
              <a:gd name="connsiteX38014" fmla="*/ 1724600 w 5799173"/>
              <a:gd name="connsiteY38014" fmla="*/ 2830952 h 5017219"/>
              <a:gd name="connsiteX38015" fmla="*/ 1723355 w 5799173"/>
              <a:gd name="connsiteY38015" fmla="*/ 2831616 h 5017219"/>
              <a:gd name="connsiteX38016" fmla="*/ 3268257 w 5799173"/>
              <a:gd name="connsiteY38016" fmla="*/ 3250915 h 5017219"/>
              <a:gd name="connsiteX38017" fmla="*/ 3267011 w 5799173"/>
              <a:gd name="connsiteY38017" fmla="*/ 3250251 h 5017219"/>
              <a:gd name="connsiteX38018" fmla="*/ 3257042 w 5799173"/>
              <a:gd name="connsiteY38018" fmla="*/ 3232970 h 5017219"/>
              <a:gd name="connsiteX38019" fmla="*/ 3257042 w 5799173"/>
              <a:gd name="connsiteY38019" fmla="*/ 3231558 h 5017219"/>
              <a:gd name="connsiteX38020" fmla="*/ 3267011 w 5799173"/>
              <a:gd name="connsiteY38020" fmla="*/ 3214278 h 5017219"/>
              <a:gd name="connsiteX38021" fmla="*/ 3268257 w 5799173"/>
              <a:gd name="connsiteY38021" fmla="*/ 3213613 h 5017219"/>
              <a:gd name="connsiteX38022" fmla="*/ 3288197 w 5799173"/>
              <a:gd name="connsiteY38022" fmla="*/ 3213612 h 5017219"/>
              <a:gd name="connsiteX38023" fmla="*/ 3289443 w 5799173"/>
              <a:gd name="connsiteY38023" fmla="*/ 3214278 h 5017219"/>
              <a:gd name="connsiteX38024" fmla="*/ 3299412 w 5799173"/>
              <a:gd name="connsiteY38024" fmla="*/ 3231558 h 5017219"/>
              <a:gd name="connsiteX38025" fmla="*/ 3299412 w 5799173"/>
              <a:gd name="connsiteY38025" fmla="*/ 3232969 h 5017219"/>
              <a:gd name="connsiteX38026" fmla="*/ 3289443 w 5799173"/>
              <a:gd name="connsiteY38026" fmla="*/ 3250251 h 5017219"/>
              <a:gd name="connsiteX38027" fmla="*/ 3288197 w 5799173"/>
              <a:gd name="connsiteY38027" fmla="*/ 3250914 h 5017219"/>
              <a:gd name="connsiteX38028" fmla="*/ 1402423 w 5799173"/>
              <a:gd name="connsiteY38028" fmla="*/ 2751070 h 5017219"/>
              <a:gd name="connsiteX38029" fmla="*/ 1401177 w 5799173"/>
              <a:gd name="connsiteY38029" fmla="*/ 2750322 h 5017219"/>
              <a:gd name="connsiteX38030" fmla="*/ 1391206 w 5799173"/>
              <a:gd name="connsiteY38030" fmla="*/ 2732959 h 5017219"/>
              <a:gd name="connsiteX38031" fmla="*/ 1391207 w 5799173"/>
              <a:gd name="connsiteY38031" fmla="*/ 2731546 h 5017219"/>
              <a:gd name="connsiteX38032" fmla="*/ 1401259 w 5799173"/>
              <a:gd name="connsiteY38032" fmla="*/ 2714183 h 5017219"/>
              <a:gd name="connsiteX38033" fmla="*/ 1402506 w 5799173"/>
              <a:gd name="connsiteY38033" fmla="*/ 2713435 h 5017219"/>
              <a:gd name="connsiteX38034" fmla="*/ 1422528 w 5799173"/>
              <a:gd name="connsiteY38034" fmla="*/ 2713435 h 5017219"/>
              <a:gd name="connsiteX38035" fmla="*/ 1423774 w 5799173"/>
              <a:gd name="connsiteY38035" fmla="*/ 2714183 h 5017219"/>
              <a:gd name="connsiteX38036" fmla="*/ 1433743 w 5799173"/>
              <a:gd name="connsiteY38036" fmla="*/ 2731546 h 5017219"/>
              <a:gd name="connsiteX38037" fmla="*/ 1433744 w 5799173"/>
              <a:gd name="connsiteY38037" fmla="*/ 2732959 h 5017219"/>
              <a:gd name="connsiteX38038" fmla="*/ 1423690 w 5799173"/>
              <a:gd name="connsiteY38038" fmla="*/ 2750322 h 5017219"/>
              <a:gd name="connsiteX38039" fmla="*/ 1422444 w 5799173"/>
              <a:gd name="connsiteY38039" fmla="*/ 2751070 h 5017219"/>
              <a:gd name="connsiteX38040" fmla="*/ 3448755 w 5799173"/>
              <a:gd name="connsiteY38040" fmla="*/ 3299383 h 5017219"/>
              <a:gd name="connsiteX38041" fmla="*/ 3447509 w 5799173"/>
              <a:gd name="connsiteY38041" fmla="*/ 3298635 h 5017219"/>
              <a:gd name="connsiteX38042" fmla="*/ 3437539 w 5799173"/>
              <a:gd name="connsiteY38042" fmla="*/ 3281272 h 5017219"/>
              <a:gd name="connsiteX38043" fmla="*/ 3437539 w 5799173"/>
              <a:gd name="connsiteY38043" fmla="*/ 3279859 h 5017219"/>
              <a:gd name="connsiteX38044" fmla="*/ 3447591 w 5799173"/>
              <a:gd name="connsiteY38044" fmla="*/ 3262496 h 5017219"/>
              <a:gd name="connsiteX38045" fmla="*/ 3448838 w 5799173"/>
              <a:gd name="connsiteY38045" fmla="*/ 3261748 h 5017219"/>
              <a:gd name="connsiteX38046" fmla="*/ 3468860 w 5799173"/>
              <a:gd name="connsiteY38046" fmla="*/ 3261748 h 5017219"/>
              <a:gd name="connsiteX38047" fmla="*/ 3470106 w 5799173"/>
              <a:gd name="connsiteY38047" fmla="*/ 3262496 h 5017219"/>
              <a:gd name="connsiteX38048" fmla="*/ 3480075 w 5799173"/>
              <a:gd name="connsiteY38048" fmla="*/ 3279859 h 5017219"/>
              <a:gd name="connsiteX38049" fmla="*/ 3480075 w 5799173"/>
              <a:gd name="connsiteY38049" fmla="*/ 3281272 h 5017219"/>
              <a:gd name="connsiteX38050" fmla="*/ 3470023 w 5799173"/>
              <a:gd name="connsiteY38050" fmla="*/ 3298635 h 5017219"/>
              <a:gd name="connsiteX38051" fmla="*/ 3468777 w 5799173"/>
              <a:gd name="connsiteY38051" fmla="*/ 3299383 h 5017219"/>
              <a:gd name="connsiteX38052" fmla="*/ 1582980 w 5799173"/>
              <a:gd name="connsiteY38052" fmla="*/ 2799532 h 5017219"/>
              <a:gd name="connsiteX38053" fmla="*/ 1581735 w 5799173"/>
              <a:gd name="connsiteY38053" fmla="*/ 2798784 h 5017219"/>
              <a:gd name="connsiteX38054" fmla="*/ 1571682 w 5799173"/>
              <a:gd name="connsiteY38054" fmla="*/ 2781338 h 5017219"/>
              <a:gd name="connsiteX38055" fmla="*/ 1571683 w 5799173"/>
              <a:gd name="connsiteY38055" fmla="*/ 2779925 h 5017219"/>
              <a:gd name="connsiteX38056" fmla="*/ 1581734 w 5799173"/>
              <a:gd name="connsiteY38056" fmla="*/ 2762479 h 5017219"/>
              <a:gd name="connsiteX38057" fmla="*/ 1582980 w 5799173"/>
              <a:gd name="connsiteY38057" fmla="*/ 2761731 h 5017219"/>
              <a:gd name="connsiteX38058" fmla="*/ 1603087 w 5799173"/>
              <a:gd name="connsiteY38058" fmla="*/ 2761731 h 5017219"/>
              <a:gd name="connsiteX38059" fmla="*/ 1604332 w 5799173"/>
              <a:gd name="connsiteY38059" fmla="*/ 2762479 h 5017219"/>
              <a:gd name="connsiteX38060" fmla="*/ 1614385 w 5799173"/>
              <a:gd name="connsiteY38060" fmla="*/ 2779925 h 5017219"/>
              <a:gd name="connsiteX38061" fmla="*/ 1614385 w 5799173"/>
              <a:gd name="connsiteY38061" fmla="*/ 2781338 h 5017219"/>
              <a:gd name="connsiteX38062" fmla="*/ 1604333 w 5799173"/>
              <a:gd name="connsiteY38062" fmla="*/ 2798784 h 5017219"/>
              <a:gd name="connsiteX38063" fmla="*/ 1603086 w 5799173"/>
              <a:gd name="connsiteY38063" fmla="*/ 2799532 h 5017219"/>
              <a:gd name="connsiteX38064" fmla="*/ 1342154 w 5799173"/>
              <a:gd name="connsiteY38064" fmla="*/ 2735108 h 5017219"/>
              <a:gd name="connsiteX38065" fmla="*/ 1340908 w 5799173"/>
              <a:gd name="connsiteY38065" fmla="*/ 2734361 h 5017219"/>
              <a:gd name="connsiteX38066" fmla="*/ 1330772 w 5799173"/>
              <a:gd name="connsiteY38066" fmla="*/ 2716831 h 5017219"/>
              <a:gd name="connsiteX38067" fmla="*/ 1330772 w 5799173"/>
              <a:gd name="connsiteY38067" fmla="*/ 2715419 h 5017219"/>
              <a:gd name="connsiteX38068" fmla="*/ 1340908 w 5799173"/>
              <a:gd name="connsiteY38068" fmla="*/ 2697889 h 5017219"/>
              <a:gd name="connsiteX38069" fmla="*/ 1342154 w 5799173"/>
              <a:gd name="connsiteY38069" fmla="*/ 2697141 h 5017219"/>
              <a:gd name="connsiteX38070" fmla="*/ 1362425 w 5799173"/>
              <a:gd name="connsiteY38070" fmla="*/ 2697141 h 5017219"/>
              <a:gd name="connsiteX38071" fmla="*/ 1363671 w 5799173"/>
              <a:gd name="connsiteY38071" fmla="*/ 2697889 h 5017219"/>
              <a:gd name="connsiteX38072" fmla="*/ 1373807 w 5799173"/>
              <a:gd name="connsiteY38072" fmla="*/ 2715419 h 5017219"/>
              <a:gd name="connsiteX38073" fmla="*/ 1373807 w 5799173"/>
              <a:gd name="connsiteY38073" fmla="*/ 2716831 h 5017219"/>
              <a:gd name="connsiteX38074" fmla="*/ 1363671 w 5799173"/>
              <a:gd name="connsiteY38074" fmla="*/ 2734361 h 5017219"/>
              <a:gd name="connsiteX38075" fmla="*/ 1362425 w 5799173"/>
              <a:gd name="connsiteY38075" fmla="*/ 2735108 h 5017219"/>
              <a:gd name="connsiteX38076" fmla="*/ 3388486 w 5799173"/>
              <a:gd name="connsiteY38076" fmla="*/ 3283421 h 5017219"/>
              <a:gd name="connsiteX38077" fmla="*/ 3387240 w 5799173"/>
              <a:gd name="connsiteY38077" fmla="*/ 3282674 h 5017219"/>
              <a:gd name="connsiteX38078" fmla="*/ 3377104 w 5799173"/>
              <a:gd name="connsiteY38078" fmla="*/ 3265144 h 5017219"/>
              <a:gd name="connsiteX38079" fmla="*/ 3377104 w 5799173"/>
              <a:gd name="connsiteY38079" fmla="*/ 3263732 h 5017219"/>
              <a:gd name="connsiteX38080" fmla="*/ 3387240 w 5799173"/>
              <a:gd name="connsiteY38080" fmla="*/ 3246202 h 5017219"/>
              <a:gd name="connsiteX38081" fmla="*/ 3388486 w 5799173"/>
              <a:gd name="connsiteY38081" fmla="*/ 3245454 h 5017219"/>
              <a:gd name="connsiteX38082" fmla="*/ 3408757 w 5799173"/>
              <a:gd name="connsiteY38082" fmla="*/ 3245454 h 5017219"/>
              <a:gd name="connsiteX38083" fmla="*/ 3410003 w 5799173"/>
              <a:gd name="connsiteY38083" fmla="*/ 3246202 h 5017219"/>
              <a:gd name="connsiteX38084" fmla="*/ 3420139 w 5799173"/>
              <a:gd name="connsiteY38084" fmla="*/ 3263732 h 5017219"/>
              <a:gd name="connsiteX38085" fmla="*/ 3420139 w 5799173"/>
              <a:gd name="connsiteY38085" fmla="*/ 3265144 h 5017219"/>
              <a:gd name="connsiteX38086" fmla="*/ 3410003 w 5799173"/>
              <a:gd name="connsiteY38086" fmla="*/ 3282674 h 5017219"/>
              <a:gd name="connsiteX38087" fmla="*/ 3408757 w 5799173"/>
              <a:gd name="connsiteY38087" fmla="*/ 3283421 h 5017219"/>
              <a:gd name="connsiteX38088" fmla="*/ 1642906 w 5799173"/>
              <a:gd name="connsiteY38088" fmla="*/ 2816167 h 5017219"/>
              <a:gd name="connsiteX38089" fmla="*/ 1641659 w 5799173"/>
              <a:gd name="connsiteY38089" fmla="*/ 2815419 h 5017219"/>
              <a:gd name="connsiteX38090" fmla="*/ 1631358 w 5799173"/>
              <a:gd name="connsiteY38090" fmla="*/ 2797557 h 5017219"/>
              <a:gd name="connsiteX38091" fmla="*/ 1631358 w 5799173"/>
              <a:gd name="connsiteY38091" fmla="*/ 2796063 h 5017219"/>
              <a:gd name="connsiteX38092" fmla="*/ 1641659 w 5799173"/>
              <a:gd name="connsiteY38092" fmla="*/ 2778200 h 5017219"/>
              <a:gd name="connsiteX38093" fmla="*/ 1642906 w 5799173"/>
              <a:gd name="connsiteY38093" fmla="*/ 2777453 h 5017219"/>
              <a:gd name="connsiteX38094" fmla="*/ 1663592 w 5799173"/>
              <a:gd name="connsiteY38094" fmla="*/ 2777452 h 5017219"/>
              <a:gd name="connsiteX38095" fmla="*/ 1664839 w 5799173"/>
              <a:gd name="connsiteY38095" fmla="*/ 2778200 h 5017219"/>
              <a:gd name="connsiteX38096" fmla="*/ 1675141 w 5799173"/>
              <a:gd name="connsiteY38096" fmla="*/ 2796063 h 5017219"/>
              <a:gd name="connsiteX38097" fmla="*/ 1675141 w 5799173"/>
              <a:gd name="connsiteY38097" fmla="*/ 2797558 h 5017219"/>
              <a:gd name="connsiteX38098" fmla="*/ 1664839 w 5799173"/>
              <a:gd name="connsiteY38098" fmla="*/ 2815420 h 5017219"/>
              <a:gd name="connsiteX38099" fmla="*/ 1663592 w 5799173"/>
              <a:gd name="connsiteY38099" fmla="*/ 2816168 h 5017219"/>
              <a:gd name="connsiteX38100" fmla="*/ 2365141 w 5799173"/>
              <a:gd name="connsiteY38100" fmla="*/ 3009690 h 5017219"/>
              <a:gd name="connsiteX38101" fmla="*/ 2363895 w 5799173"/>
              <a:gd name="connsiteY38101" fmla="*/ 3008942 h 5017219"/>
              <a:gd name="connsiteX38102" fmla="*/ 2353593 w 5799173"/>
              <a:gd name="connsiteY38102" fmla="*/ 2991080 h 5017219"/>
              <a:gd name="connsiteX38103" fmla="*/ 2353593 w 5799173"/>
              <a:gd name="connsiteY38103" fmla="*/ 2989585 h 5017219"/>
              <a:gd name="connsiteX38104" fmla="*/ 2363895 w 5799173"/>
              <a:gd name="connsiteY38104" fmla="*/ 2971723 h 5017219"/>
              <a:gd name="connsiteX38105" fmla="*/ 2365141 w 5799173"/>
              <a:gd name="connsiteY38105" fmla="*/ 2970975 h 5017219"/>
              <a:gd name="connsiteX38106" fmla="*/ 2385828 w 5799173"/>
              <a:gd name="connsiteY38106" fmla="*/ 2970975 h 5017219"/>
              <a:gd name="connsiteX38107" fmla="*/ 2387074 w 5799173"/>
              <a:gd name="connsiteY38107" fmla="*/ 2971723 h 5017219"/>
              <a:gd name="connsiteX38108" fmla="*/ 2397376 w 5799173"/>
              <a:gd name="connsiteY38108" fmla="*/ 2989585 h 5017219"/>
              <a:gd name="connsiteX38109" fmla="*/ 2397376 w 5799173"/>
              <a:gd name="connsiteY38109" fmla="*/ 2991080 h 5017219"/>
              <a:gd name="connsiteX38110" fmla="*/ 2387074 w 5799173"/>
              <a:gd name="connsiteY38110" fmla="*/ 3008942 h 5017219"/>
              <a:gd name="connsiteX38111" fmla="*/ 2385828 w 5799173"/>
              <a:gd name="connsiteY38111" fmla="*/ 3009690 h 5017219"/>
              <a:gd name="connsiteX38112" fmla="*/ 3508679 w 5799173"/>
              <a:gd name="connsiteY38112" fmla="*/ 3316100 h 5017219"/>
              <a:gd name="connsiteX38113" fmla="*/ 3507434 w 5799173"/>
              <a:gd name="connsiteY38113" fmla="*/ 3315352 h 5017219"/>
              <a:gd name="connsiteX38114" fmla="*/ 3497132 w 5799173"/>
              <a:gd name="connsiteY38114" fmla="*/ 3297490 h 5017219"/>
              <a:gd name="connsiteX38115" fmla="*/ 3497131 w 5799173"/>
              <a:gd name="connsiteY38115" fmla="*/ 3295995 h 5017219"/>
              <a:gd name="connsiteX38116" fmla="*/ 3507434 w 5799173"/>
              <a:gd name="connsiteY38116" fmla="*/ 3278133 h 5017219"/>
              <a:gd name="connsiteX38117" fmla="*/ 3508680 w 5799173"/>
              <a:gd name="connsiteY38117" fmla="*/ 3277385 h 5017219"/>
              <a:gd name="connsiteX38118" fmla="*/ 3529366 w 5799173"/>
              <a:gd name="connsiteY38118" fmla="*/ 3277385 h 5017219"/>
              <a:gd name="connsiteX38119" fmla="*/ 3530612 w 5799173"/>
              <a:gd name="connsiteY38119" fmla="*/ 3278133 h 5017219"/>
              <a:gd name="connsiteX38120" fmla="*/ 3540914 w 5799173"/>
              <a:gd name="connsiteY38120" fmla="*/ 3295995 h 5017219"/>
              <a:gd name="connsiteX38121" fmla="*/ 3540914 w 5799173"/>
              <a:gd name="connsiteY38121" fmla="*/ 3297490 h 5017219"/>
              <a:gd name="connsiteX38122" fmla="*/ 3530612 w 5799173"/>
              <a:gd name="connsiteY38122" fmla="*/ 3315352 h 5017219"/>
              <a:gd name="connsiteX38123" fmla="*/ 3529367 w 5799173"/>
              <a:gd name="connsiteY38123" fmla="*/ 3316100 h 5017219"/>
              <a:gd name="connsiteX38124" fmla="*/ 3568865 w 5799173"/>
              <a:gd name="connsiteY38124" fmla="*/ 3332227 h 5017219"/>
              <a:gd name="connsiteX38125" fmla="*/ 3567619 w 5799173"/>
              <a:gd name="connsiteY38125" fmla="*/ 3331479 h 5017219"/>
              <a:gd name="connsiteX38126" fmla="*/ 3557317 w 5799173"/>
              <a:gd name="connsiteY38126" fmla="*/ 3313617 h 5017219"/>
              <a:gd name="connsiteX38127" fmla="*/ 3557317 w 5799173"/>
              <a:gd name="connsiteY38127" fmla="*/ 3312122 h 5017219"/>
              <a:gd name="connsiteX38128" fmla="*/ 3567619 w 5799173"/>
              <a:gd name="connsiteY38128" fmla="*/ 3294260 h 5017219"/>
              <a:gd name="connsiteX38129" fmla="*/ 3568865 w 5799173"/>
              <a:gd name="connsiteY38129" fmla="*/ 3293512 h 5017219"/>
              <a:gd name="connsiteX38130" fmla="*/ 3589552 w 5799173"/>
              <a:gd name="connsiteY38130" fmla="*/ 3293512 h 5017219"/>
              <a:gd name="connsiteX38131" fmla="*/ 3590798 w 5799173"/>
              <a:gd name="connsiteY38131" fmla="*/ 3294260 h 5017219"/>
              <a:gd name="connsiteX38132" fmla="*/ 3601100 w 5799173"/>
              <a:gd name="connsiteY38132" fmla="*/ 3312122 h 5017219"/>
              <a:gd name="connsiteX38133" fmla="*/ 3601100 w 5799173"/>
              <a:gd name="connsiteY38133" fmla="*/ 3313617 h 5017219"/>
              <a:gd name="connsiteX38134" fmla="*/ 3590798 w 5799173"/>
              <a:gd name="connsiteY38134" fmla="*/ 3331479 h 5017219"/>
              <a:gd name="connsiteX38135" fmla="*/ 3589553 w 5799173"/>
              <a:gd name="connsiteY38135" fmla="*/ 3332227 h 5017219"/>
              <a:gd name="connsiteX38136" fmla="*/ 3629052 w 5799173"/>
              <a:gd name="connsiteY38136" fmla="*/ 3348354 h 5017219"/>
              <a:gd name="connsiteX38137" fmla="*/ 3627806 w 5799173"/>
              <a:gd name="connsiteY38137" fmla="*/ 3347606 h 5017219"/>
              <a:gd name="connsiteX38138" fmla="*/ 3617504 w 5799173"/>
              <a:gd name="connsiteY38138" fmla="*/ 3329744 h 5017219"/>
              <a:gd name="connsiteX38139" fmla="*/ 3617504 w 5799173"/>
              <a:gd name="connsiteY38139" fmla="*/ 3328249 h 5017219"/>
              <a:gd name="connsiteX38140" fmla="*/ 3627806 w 5799173"/>
              <a:gd name="connsiteY38140" fmla="*/ 3310387 h 5017219"/>
              <a:gd name="connsiteX38141" fmla="*/ 3629052 w 5799173"/>
              <a:gd name="connsiteY38141" fmla="*/ 3309639 h 5017219"/>
              <a:gd name="connsiteX38142" fmla="*/ 3649739 w 5799173"/>
              <a:gd name="connsiteY38142" fmla="*/ 3309639 h 5017219"/>
              <a:gd name="connsiteX38143" fmla="*/ 3650985 w 5799173"/>
              <a:gd name="connsiteY38143" fmla="*/ 3310387 h 5017219"/>
              <a:gd name="connsiteX38144" fmla="*/ 3661287 w 5799173"/>
              <a:gd name="connsiteY38144" fmla="*/ 3328249 h 5017219"/>
              <a:gd name="connsiteX38145" fmla="*/ 3661287 w 5799173"/>
              <a:gd name="connsiteY38145" fmla="*/ 3329744 h 5017219"/>
              <a:gd name="connsiteX38146" fmla="*/ 3650985 w 5799173"/>
              <a:gd name="connsiteY38146" fmla="*/ 3347606 h 5017219"/>
              <a:gd name="connsiteX38147" fmla="*/ 3649739 w 5799173"/>
              <a:gd name="connsiteY38147" fmla="*/ 3348354 h 5017219"/>
              <a:gd name="connsiteX38148" fmla="*/ 4351286 w 5799173"/>
              <a:gd name="connsiteY38148" fmla="*/ 3541876 h 5017219"/>
              <a:gd name="connsiteX38149" fmla="*/ 4350041 w 5799173"/>
              <a:gd name="connsiteY38149" fmla="*/ 3541128 h 5017219"/>
              <a:gd name="connsiteX38150" fmla="*/ 4339739 w 5799173"/>
              <a:gd name="connsiteY38150" fmla="*/ 3523266 h 5017219"/>
              <a:gd name="connsiteX38151" fmla="*/ 4339739 w 5799173"/>
              <a:gd name="connsiteY38151" fmla="*/ 3521771 h 5017219"/>
              <a:gd name="connsiteX38152" fmla="*/ 4350041 w 5799173"/>
              <a:gd name="connsiteY38152" fmla="*/ 3503909 h 5017219"/>
              <a:gd name="connsiteX38153" fmla="*/ 4351287 w 5799173"/>
              <a:gd name="connsiteY38153" fmla="*/ 3503161 h 5017219"/>
              <a:gd name="connsiteX38154" fmla="*/ 4371974 w 5799173"/>
              <a:gd name="connsiteY38154" fmla="*/ 3503161 h 5017219"/>
              <a:gd name="connsiteX38155" fmla="*/ 4373219 w 5799173"/>
              <a:gd name="connsiteY38155" fmla="*/ 3503909 h 5017219"/>
              <a:gd name="connsiteX38156" fmla="*/ 4383521 w 5799173"/>
              <a:gd name="connsiteY38156" fmla="*/ 3521771 h 5017219"/>
              <a:gd name="connsiteX38157" fmla="*/ 4383521 w 5799173"/>
              <a:gd name="connsiteY38157" fmla="*/ 3523266 h 5017219"/>
              <a:gd name="connsiteX38158" fmla="*/ 4373219 w 5799173"/>
              <a:gd name="connsiteY38158" fmla="*/ 3541128 h 5017219"/>
              <a:gd name="connsiteX38159" fmla="*/ 4371974 w 5799173"/>
              <a:gd name="connsiteY38159" fmla="*/ 3541876 h 5017219"/>
              <a:gd name="connsiteX38160" fmla="*/ 4531845 w 5799173"/>
              <a:gd name="connsiteY38160" fmla="*/ 3590256 h 5017219"/>
              <a:gd name="connsiteX38161" fmla="*/ 4530599 w 5799173"/>
              <a:gd name="connsiteY38161" fmla="*/ 3589508 h 5017219"/>
              <a:gd name="connsiteX38162" fmla="*/ 4520297 w 5799173"/>
              <a:gd name="connsiteY38162" fmla="*/ 3571646 h 5017219"/>
              <a:gd name="connsiteX38163" fmla="*/ 4520297 w 5799173"/>
              <a:gd name="connsiteY38163" fmla="*/ 3570151 h 5017219"/>
              <a:gd name="connsiteX38164" fmla="*/ 4530599 w 5799173"/>
              <a:gd name="connsiteY38164" fmla="*/ 3552289 h 5017219"/>
              <a:gd name="connsiteX38165" fmla="*/ 4531845 w 5799173"/>
              <a:gd name="connsiteY38165" fmla="*/ 3551541 h 5017219"/>
              <a:gd name="connsiteX38166" fmla="*/ 4552532 w 5799173"/>
              <a:gd name="connsiteY38166" fmla="*/ 3551541 h 5017219"/>
              <a:gd name="connsiteX38167" fmla="*/ 4553778 w 5799173"/>
              <a:gd name="connsiteY38167" fmla="*/ 3552289 h 5017219"/>
              <a:gd name="connsiteX38168" fmla="*/ 4564080 w 5799173"/>
              <a:gd name="connsiteY38168" fmla="*/ 3570152 h 5017219"/>
              <a:gd name="connsiteX38169" fmla="*/ 4564080 w 5799173"/>
              <a:gd name="connsiteY38169" fmla="*/ 3571647 h 5017219"/>
              <a:gd name="connsiteX38170" fmla="*/ 4553778 w 5799173"/>
              <a:gd name="connsiteY38170" fmla="*/ 3589509 h 5017219"/>
              <a:gd name="connsiteX38171" fmla="*/ 4552532 w 5799173"/>
              <a:gd name="connsiteY38171" fmla="*/ 3590257 h 5017219"/>
              <a:gd name="connsiteX38172" fmla="*/ 4592032 w 5799173"/>
              <a:gd name="connsiteY38172" fmla="*/ 3606383 h 5017219"/>
              <a:gd name="connsiteX38173" fmla="*/ 4590786 w 5799173"/>
              <a:gd name="connsiteY38173" fmla="*/ 3605635 h 5017219"/>
              <a:gd name="connsiteX38174" fmla="*/ 4580484 w 5799173"/>
              <a:gd name="connsiteY38174" fmla="*/ 3587773 h 5017219"/>
              <a:gd name="connsiteX38175" fmla="*/ 4580484 w 5799173"/>
              <a:gd name="connsiteY38175" fmla="*/ 3586278 h 5017219"/>
              <a:gd name="connsiteX38176" fmla="*/ 4590786 w 5799173"/>
              <a:gd name="connsiteY38176" fmla="*/ 3568416 h 5017219"/>
              <a:gd name="connsiteX38177" fmla="*/ 4592032 w 5799173"/>
              <a:gd name="connsiteY38177" fmla="*/ 3567668 h 5017219"/>
              <a:gd name="connsiteX38178" fmla="*/ 4612719 w 5799173"/>
              <a:gd name="connsiteY38178" fmla="*/ 3567668 h 5017219"/>
              <a:gd name="connsiteX38179" fmla="*/ 4613965 w 5799173"/>
              <a:gd name="connsiteY38179" fmla="*/ 3568416 h 5017219"/>
              <a:gd name="connsiteX38180" fmla="*/ 4624267 w 5799173"/>
              <a:gd name="connsiteY38180" fmla="*/ 3586279 h 5017219"/>
              <a:gd name="connsiteX38181" fmla="*/ 4624267 w 5799173"/>
              <a:gd name="connsiteY38181" fmla="*/ 3587774 h 5017219"/>
              <a:gd name="connsiteX38182" fmla="*/ 4613965 w 5799173"/>
              <a:gd name="connsiteY38182" fmla="*/ 3605636 h 5017219"/>
              <a:gd name="connsiteX38183" fmla="*/ 4612719 w 5799173"/>
              <a:gd name="connsiteY38183" fmla="*/ 3606384 h 5017219"/>
              <a:gd name="connsiteX38184" fmla="*/ 3328039 w 5799173"/>
              <a:gd name="connsiteY38184" fmla="*/ 3267792 h 5017219"/>
              <a:gd name="connsiteX38185" fmla="*/ 3326793 w 5799173"/>
              <a:gd name="connsiteY38185" fmla="*/ 3267044 h 5017219"/>
              <a:gd name="connsiteX38186" fmla="*/ 3316409 w 5799173"/>
              <a:gd name="connsiteY38186" fmla="*/ 3249099 h 5017219"/>
              <a:gd name="connsiteX38187" fmla="*/ 3316409 w 5799173"/>
              <a:gd name="connsiteY38187" fmla="*/ 3247604 h 5017219"/>
              <a:gd name="connsiteX38188" fmla="*/ 3326793 w 5799173"/>
              <a:gd name="connsiteY38188" fmla="*/ 3229659 h 5017219"/>
              <a:gd name="connsiteX38189" fmla="*/ 3328040 w 5799173"/>
              <a:gd name="connsiteY38189" fmla="*/ 3228911 h 5017219"/>
              <a:gd name="connsiteX38190" fmla="*/ 3348809 w 5799173"/>
              <a:gd name="connsiteY38190" fmla="*/ 3228911 h 5017219"/>
              <a:gd name="connsiteX38191" fmla="*/ 3350056 w 5799173"/>
              <a:gd name="connsiteY38191" fmla="*/ 3229659 h 5017219"/>
              <a:gd name="connsiteX38192" fmla="*/ 3360440 w 5799173"/>
              <a:gd name="connsiteY38192" fmla="*/ 3247604 h 5017219"/>
              <a:gd name="connsiteX38193" fmla="*/ 3360440 w 5799173"/>
              <a:gd name="connsiteY38193" fmla="*/ 3249099 h 5017219"/>
              <a:gd name="connsiteX38194" fmla="*/ 3350056 w 5799173"/>
              <a:gd name="connsiteY38194" fmla="*/ 3267044 h 5017219"/>
              <a:gd name="connsiteX38195" fmla="*/ 3348810 w 5799173"/>
              <a:gd name="connsiteY38195" fmla="*/ 3267792 h 5017219"/>
              <a:gd name="connsiteX38196" fmla="*/ 3749342 w 5799173"/>
              <a:gd name="connsiteY38196" fmla="*/ 3380680 h 5017219"/>
              <a:gd name="connsiteX38197" fmla="*/ 3748097 w 5799173"/>
              <a:gd name="connsiteY38197" fmla="*/ 3379932 h 5017219"/>
              <a:gd name="connsiteX38198" fmla="*/ 3737712 w 5799173"/>
              <a:gd name="connsiteY38198" fmla="*/ 3361987 h 5017219"/>
              <a:gd name="connsiteX38199" fmla="*/ 3737712 w 5799173"/>
              <a:gd name="connsiteY38199" fmla="*/ 3360492 h 5017219"/>
              <a:gd name="connsiteX38200" fmla="*/ 3748096 w 5799173"/>
              <a:gd name="connsiteY38200" fmla="*/ 3342547 h 5017219"/>
              <a:gd name="connsiteX38201" fmla="*/ 3749343 w 5799173"/>
              <a:gd name="connsiteY38201" fmla="*/ 3341799 h 5017219"/>
              <a:gd name="connsiteX38202" fmla="*/ 3770112 w 5799173"/>
              <a:gd name="connsiteY38202" fmla="*/ 3341799 h 5017219"/>
              <a:gd name="connsiteX38203" fmla="*/ 3771359 w 5799173"/>
              <a:gd name="connsiteY38203" fmla="*/ 3342547 h 5017219"/>
              <a:gd name="connsiteX38204" fmla="*/ 3781743 w 5799173"/>
              <a:gd name="connsiteY38204" fmla="*/ 3360492 h 5017219"/>
              <a:gd name="connsiteX38205" fmla="*/ 3781744 w 5799173"/>
              <a:gd name="connsiteY38205" fmla="*/ 3361987 h 5017219"/>
              <a:gd name="connsiteX38206" fmla="*/ 3771359 w 5799173"/>
              <a:gd name="connsiteY38206" fmla="*/ 3379932 h 5017219"/>
              <a:gd name="connsiteX38207" fmla="*/ 3770113 w 5799173"/>
              <a:gd name="connsiteY38207" fmla="*/ 3380680 h 5017219"/>
              <a:gd name="connsiteX38208" fmla="*/ 3869715 w 5799173"/>
              <a:gd name="connsiteY38208" fmla="*/ 3412933 h 5017219"/>
              <a:gd name="connsiteX38209" fmla="*/ 3868469 w 5799173"/>
              <a:gd name="connsiteY38209" fmla="*/ 3412185 h 5017219"/>
              <a:gd name="connsiteX38210" fmla="*/ 3858084 w 5799173"/>
              <a:gd name="connsiteY38210" fmla="*/ 3394240 h 5017219"/>
              <a:gd name="connsiteX38211" fmla="*/ 3858084 w 5799173"/>
              <a:gd name="connsiteY38211" fmla="*/ 3392745 h 5017219"/>
              <a:gd name="connsiteX38212" fmla="*/ 3868469 w 5799173"/>
              <a:gd name="connsiteY38212" fmla="*/ 3374800 h 5017219"/>
              <a:gd name="connsiteX38213" fmla="*/ 3869715 w 5799173"/>
              <a:gd name="connsiteY38213" fmla="*/ 3374052 h 5017219"/>
              <a:gd name="connsiteX38214" fmla="*/ 3890485 w 5799173"/>
              <a:gd name="connsiteY38214" fmla="*/ 3374052 h 5017219"/>
              <a:gd name="connsiteX38215" fmla="*/ 3891731 w 5799173"/>
              <a:gd name="connsiteY38215" fmla="*/ 3374800 h 5017219"/>
              <a:gd name="connsiteX38216" fmla="*/ 3902116 w 5799173"/>
              <a:gd name="connsiteY38216" fmla="*/ 3392746 h 5017219"/>
              <a:gd name="connsiteX38217" fmla="*/ 3902116 w 5799173"/>
              <a:gd name="connsiteY38217" fmla="*/ 3394240 h 5017219"/>
              <a:gd name="connsiteX38218" fmla="*/ 3891731 w 5799173"/>
              <a:gd name="connsiteY38218" fmla="*/ 3412185 h 5017219"/>
              <a:gd name="connsiteX38219" fmla="*/ 3890485 w 5799173"/>
              <a:gd name="connsiteY38219" fmla="*/ 3412933 h 5017219"/>
              <a:gd name="connsiteX38220" fmla="*/ 4291019 w 5799173"/>
              <a:gd name="connsiteY38220" fmla="*/ 3525821 h 5017219"/>
              <a:gd name="connsiteX38221" fmla="*/ 4289773 w 5799173"/>
              <a:gd name="connsiteY38221" fmla="*/ 3525074 h 5017219"/>
              <a:gd name="connsiteX38222" fmla="*/ 4279388 w 5799173"/>
              <a:gd name="connsiteY38222" fmla="*/ 3507128 h 5017219"/>
              <a:gd name="connsiteX38223" fmla="*/ 4279388 w 5799173"/>
              <a:gd name="connsiteY38223" fmla="*/ 3505634 h 5017219"/>
              <a:gd name="connsiteX38224" fmla="*/ 4289773 w 5799173"/>
              <a:gd name="connsiteY38224" fmla="*/ 3487688 h 5017219"/>
              <a:gd name="connsiteX38225" fmla="*/ 4291019 w 5799173"/>
              <a:gd name="connsiteY38225" fmla="*/ 3486940 h 5017219"/>
              <a:gd name="connsiteX38226" fmla="*/ 4311789 w 5799173"/>
              <a:gd name="connsiteY38226" fmla="*/ 3486940 h 5017219"/>
              <a:gd name="connsiteX38227" fmla="*/ 4313035 w 5799173"/>
              <a:gd name="connsiteY38227" fmla="*/ 3487689 h 5017219"/>
              <a:gd name="connsiteX38228" fmla="*/ 4323420 w 5799173"/>
              <a:gd name="connsiteY38228" fmla="*/ 3505634 h 5017219"/>
              <a:gd name="connsiteX38229" fmla="*/ 4323420 w 5799173"/>
              <a:gd name="connsiteY38229" fmla="*/ 3507129 h 5017219"/>
              <a:gd name="connsiteX38230" fmla="*/ 4313035 w 5799173"/>
              <a:gd name="connsiteY38230" fmla="*/ 3525073 h 5017219"/>
              <a:gd name="connsiteX38231" fmla="*/ 4311789 w 5799173"/>
              <a:gd name="connsiteY38231" fmla="*/ 3525821 h 5017219"/>
              <a:gd name="connsiteX38232" fmla="*/ 4471578 w 5799173"/>
              <a:gd name="connsiteY38232" fmla="*/ 3574202 h 5017219"/>
              <a:gd name="connsiteX38233" fmla="*/ 4470332 w 5799173"/>
              <a:gd name="connsiteY38233" fmla="*/ 3573454 h 5017219"/>
              <a:gd name="connsiteX38234" fmla="*/ 4459947 w 5799173"/>
              <a:gd name="connsiteY38234" fmla="*/ 3555509 h 5017219"/>
              <a:gd name="connsiteX38235" fmla="*/ 4459947 w 5799173"/>
              <a:gd name="connsiteY38235" fmla="*/ 3554014 h 5017219"/>
              <a:gd name="connsiteX38236" fmla="*/ 4470332 w 5799173"/>
              <a:gd name="connsiteY38236" fmla="*/ 3536069 h 5017219"/>
              <a:gd name="connsiteX38237" fmla="*/ 4471578 w 5799173"/>
              <a:gd name="connsiteY38237" fmla="*/ 3535321 h 5017219"/>
              <a:gd name="connsiteX38238" fmla="*/ 4492348 w 5799173"/>
              <a:gd name="connsiteY38238" fmla="*/ 3535321 h 5017219"/>
              <a:gd name="connsiteX38239" fmla="*/ 4493594 w 5799173"/>
              <a:gd name="connsiteY38239" fmla="*/ 3536069 h 5017219"/>
              <a:gd name="connsiteX38240" fmla="*/ 4503979 w 5799173"/>
              <a:gd name="connsiteY38240" fmla="*/ 3554014 h 5017219"/>
              <a:gd name="connsiteX38241" fmla="*/ 4503979 w 5799173"/>
              <a:gd name="connsiteY38241" fmla="*/ 3555509 h 5017219"/>
              <a:gd name="connsiteX38242" fmla="*/ 4493594 w 5799173"/>
              <a:gd name="connsiteY38242" fmla="*/ 3573454 h 5017219"/>
              <a:gd name="connsiteX38243" fmla="*/ 4492348 w 5799173"/>
              <a:gd name="connsiteY38243" fmla="*/ 3574202 h 5017219"/>
              <a:gd name="connsiteX38244" fmla="*/ 4772509 w 5799173"/>
              <a:gd name="connsiteY38244" fmla="*/ 3654836 h 5017219"/>
              <a:gd name="connsiteX38245" fmla="*/ 4771263 w 5799173"/>
              <a:gd name="connsiteY38245" fmla="*/ 3654088 h 5017219"/>
              <a:gd name="connsiteX38246" fmla="*/ 4760878 w 5799173"/>
              <a:gd name="connsiteY38246" fmla="*/ 3636143 h 5017219"/>
              <a:gd name="connsiteX38247" fmla="*/ 4760878 w 5799173"/>
              <a:gd name="connsiteY38247" fmla="*/ 3634648 h 5017219"/>
              <a:gd name="connsiteX38248" fmla="*/ 4771263 w 5799173"/>
              <a:gd name="connsiteY38248" fmla="*/ 3616703 h 5017219"/>
              <a:gd name="connsiteX38249" fmla="*/ 4772509 w 5799173"/>
              <a:gd name="connsiteY38249" fmla="*/ 3615955 h 5017219"/>
              <a:gd name="connsiteX38250" fmla="*/ 4793279 w 5799173"/>
              <a:gd name="connsiteY38250" fmla="*/ 3615955 h 5017219"/>
              <a:gd name="connsiteX38251" fmla="*/ 4794525 w 5799173"/>
              <a:gd name="connsiteY38251" fmla="*/ 3616703 h 5017219"/>
              <a:gd name="connsiteX38252" fmla="*/ 4804910 w 5799173"/>
              <a:gd name="connsiteY38252" fmla="*/ 3634648 h 5017219"/>
              <a:gd name="connsiteX38253" fmla="*/ 4804910 w 5799173"/>
              <a:gd name="connsiteY38253" fmla="*/ 3636143 h 5017219"/>
              <a:gd name="connsiteX38254" fmla="*/ 4794525 w 5799173"/>
              <a:gd name="connsiteY38254" fmla="*/ 3654088 h 5017219"/>
              <a:gd name="connsiteX38255" fmla="*/ 4793279 w 5799173"/>
              <a:gd name="connsiteY38255" fmla="*/ 3654836 h 5017219"/>
              <a:gd name="connsiteX38256" fmla="*/ 4832695 w 5799173"/>
              <a:gd name="connsiteY38256" fmla="*/ 3670963 h 5017219"/>
              <a:gd name="connsiteX38257" fmla="*/ 4831449 w 5799173"/>
              <a:gd name="connsiteY38257" fmla="*/ 3670215 h 5017219"/>
              <a:gd name="connsiteX38258" fmla="*/ 4821064 w 5799173"/>
              <a:gd name="connsiteY38258" fmla="*/ 3652270 h 5017219"/>
              <a:gd name="connsiteX38259" fmla="*/ 4821064 w 5799173"/>
              <a:gd name="connsiteY38259" fmla="*/ 3650775 h 5017219"/>
              <a:gd name="connsiteX38260" fmla="*/ 4831449 w 5799173"/>
              <a:gd name="connsiteY38260" fmla="*/ 3632830 h 5017219"/>
              <a:gd name="connsiteX38261" fmla="*/ 4832695 w 5799173"/>
              <a:gd name="connsiteY38261" fmla="*/ 3632082 h 5017219"/>
              <a:gd name="connsiteX38262" fmla="*/ 4853465 w 5799173"/>
              <a:gd name="connsiteY38262" fmla="*/ 3632082 h 5017219"/>
              <a:gd name="connsiteX38263" fmla="*/ 4854711 w 5799173"/>
              <a:gd name="connsiteY38263" fmla="*/ 3632830 h 5017219"/>
              <a:gd name="connsiteX38264" fmla="*/ 4865096 w 5799173"/>
              <a:gd name="connsiteY38264" fmla="*/ 3650775 h 5017219"/>
              <a:gd name="connsiteX38265" fmla="*/ 4865096 w 5799173"/>
              <a:gd name="connsiteY38265" fmla="*/ 3652270 h 5017219"/>
              <a:gd name="connsiteX38266" fmla="*/ 4854711 w 5799173"/>
              <a:gd name="connsiteY38266" fmla="*/ 3670215 h 5017219"/>
              <a:gd name="connsiteX38267" fmla="*/ 4853465 w 5799173"/>
              <a:gd name="connsiteY38267" fmla="*/ 3670963 h 5017219"/>
              <a:gd name="connsiteX38268" fmla="*/ 2003859 w 5799173"/>
              <a:gd name="connsiteY38268" fmla="*/ 2913083 h 5017219"/>
              <a:gd name="connsiteX38269" fmla="*/ 2002614 w 5799173"/>
              <a:gd name="connsiteY38269" fmla="*/ 2912336 h 5017219"/>
              <a:gd name="connsiteX38270" fmla="*/ 1992229 w 5799173"/>
              <a:gd name="connsiteY38270" fmla="*/ 2894307 h 5017219"/>
              <a:gd name="connsiteX38271" fmla="*/ 1992229 w 5799173"/>
              <a:gd name="connsiteY38271" fmla="*/ 2892812 h 5017219"/>
              <a:gd name="connsiteX38272" fmla="*/ 2002697 w 5799173"/>
              <a:gd name="connsiteY38272" fmla="*/ 2874784 h 5017219"/>
              <a:gd name="connsiteX38273" fmla="*/ 2003943 w 5799173"/>
              <a:gd name="connsiteY38273" fmla="*/ 2874036 h 5017219"/>
              <a:gd name="connsiteX38274" fmla="*/ 2024795 w 5799173"/>
              <a:gd name="connsiteY38274" fmla="*/ 2874036 h 5017219"/>
              <a:gd name="connsiteX38275" fmla="*/ 2026042 w 5799173"/>
              <a:gd name="connsiteY38275" fmla="*/ 2874784 h 5017219"/>
              <a:gd name="connsiteX38276" fmla="*/ 2036427 w 5799173"/>
              <a:gd name="connsiteY38276" fmla="*/ 2892812 h 5017219"/>
              <a:gd name="connsiteX38277" fmla="*/ 2036427 w 5799173"/>
              <a:gd name="connsiteY38277" fmla="*/ 2894307 h 5017219"/>
              <a:gd name="connsiteX38278" fmla="*/ 2025959 w 5799173"/>
              <a:gd name="connsiteY38278" fmla="*/ 2912336 h 5017219"/>
              <a:gd name="connsiteX38279" fmla="*/ 2024712 w 5799173"/>
              <a:gd name="connsiteY38279" fmla="*/ 2913083 h 5017219"/>
              <a:gd name="connsiteX38280" fmla="*/ 2545534 w 5799173"/>
              <a:gd name="connsiteY38280" fmla="*/ 3058224 h 5017219"/>
              <a:gd name="connsiteX38281" fmla="*/ 2544288 w 5799173"/>
              <a:gd name="connsiteY38281" fmla="*/ 3057478 h 5017219"/>
              <a:gd name="connsiteX38282" fmla="*/ 2533903 w 5799173"/>
              <a:gd name="connsiteY38282" fmla="*/ 3039449 h 5017219"/>
              <a:gd name="connsiteX38283" fmla="*/ 2533903 w 5799173"/>
              <a:gd name="connsiteY38283" fmla="*/ 3037953 h 5017219"/>
              <a:gd name="connsiteX38284" fmla="*/ 2544372 w 5799173"/>
              <a:gd name="connsiteY38284" fmla="*/ 3019926 h 5017219"/>
              <a:gd name="connsiteX38285" fmla="*/ 2545618 w 5799173"/>
              <a:gd name="connsiteY38285" fmla="*/ 3019178 h 5017219"/>
              <a:gd name="connsiteX38286" fmla="*/ 2566471 w 5799173"/>
              <a:gd name="connsiteY38286" fmla="*/ 3019178 h 5017219"/>
              <a:gd name="connsiteX38287" fmla="*/ 2567716 w 5799173"/>
              <a:gd name="connsiteY38287" fmla="*/ 3019926 h 5017219"/>
              <a:gd name="connsiteX38288" fmla="*/ 2578101 w 5799173"/>
              <a:gd name="connsiteY38288" fmla="*/ 3037954 h 5017219"/>
              <a:gd name="connsiteX38289" fmla="*/ 2578101 w 5799173"/>
              <a:gd name="connsiteY38289" fmla="*/ 3039449 h 5017219"/>
              <a:gd name="connsiteX38290" fmla="*/ 2567633 w 5799173"/>
              <a:gd name="connsiteY38290" fmla="*/ 3057478 h 5017219"/>
              <a:gd name="connsiteX38291" fmla="*/ 2566387 w 5799173"/>
              <a:gd name="connsiteY38291" fmla="*/ 3058225 h 5017219"/>
              <a:gd name="connsiteX38292" fmla="*/ 3689072 w 5799173"/>
              <a:gd name="connsiteY38292" fmla="*/ 3364635 h 5017219"/>
              <a:gd name="connsiteX38293" fmla="*/ 3687827 w 5799173"/>
              <a:gd name="connsiteY38293" fmla="*/ 3363888 h 5017219"/>
              <a:gd name="connsiteX38294" fmla="*/ 3677442 w 5799173"/>
              <a:gd name="connsiteY38294" fmla="*/ 3345859 h 5017219"/>
              <a:gd name="connsiteX38295" fmla="*/ 3677442 w 5799173"/>
              <a:gd name="connsiteY38295" fmla="*/ 3344364 h 5017219"/>
              <a:gd name="connsiteX38296" fmla="*/ 3687910 w 5799173"/>
              <a:gd name="connsiteY38296" fmla="*/ 3326336 h 5017219"/>
              <a:gd name="connsiteX38297" fmla="*/ 3689156 w 5799173"/>
              <a:gd name="connsiteY38297" fmla="*/ 3325588 h 5017219"/>
              <a:gd name="connsiteX38298" fmla="*/ 3710009 w 5799173"/>
              <a:gd name="connsiteY38298" fmla="*/ 3325588 h 5017219"/>
              <a:gd name="connsiteX38299" fmla="*/ 3711255 w 5799173"/>
              <a:gd name="connsiteY38299" fmla="*/ 3326336 h 5017219"/>
              <a:gd name="connsiteX38300" fmla="*/ 3721640 w 5799173"/>
              <a:gd name="connsiteY38300" fmla="*/ 3344364 h 5017219"/>
              <a:gd name="connsiteX38301" fmla="*/ 3721640 w 5799173"/>
              <a:gd name="connsiteY38301" fmla="*/ 3345859 h 5017219"/>
              <a:gd name="connsiteX38302" fmla="*/ 3711172 w 5799173"/>
              <a:gd name="connsiteY38302" fmla="*/ 3363888 h 5017219"/>
              <a:gd name="connsiteX38303" fmla="*/ 3709925 w 5799173"/>
              <a:gd name="connsiteY38303" fmla="*/ 3364635 h 5017219"/>
              <a:gd name="connsiteX38304" fmla="*/ 4652052 w 5799173"/>
              <a:gd name="connsiteY38304" fmla="*/ 3622664 h 5017219"/>
              <a:gd name="connsiteX38305" fmla="*/ 4650807 w 5799173"/>
              <a:gd name="connsiteY38305" fmla="*/ 3621917 h 5017219"/>
              <a:gd name="connsiteX38306" fmla="*/ 4640421 w 5799173"/>
              <a:gd name="connsiteY38306" fmla="*/ 3603889 h 5017219"/>
              <a:gd name="connsiteX38307" fmla="*/ 4640421 w 5799173"/>
              <a:gd name="connsiteY38307" fmla="*/ 3602393 h 5017219"/>
              <a:gd name="connsiteX38308" fmla="*/ 4650890 w 5799173"/>
              <a:gd name="connsiteY38308" fmla="*/ 3584365 h 5017219"/>
              <a:gd name="connsiteX38309" fmla="*/ 4652136 w 5799173"/>
              <a:gd name="connsiteY38309" fmla="*/ 3583617 h 5017219"/>
              <a:gd name="connsiteX38310" fmla="*/ 4672989 w 5799173"/>
              <a:gd name="connsiteY38310" fmla="*/ 3583618 h 5017219"/>
              <a:gd name="connsiteX38311" fmla="*/ 4674235 w 5799173"/>
              <a:gd name="connsiteY38311" fmla="*/ 3584365 h 5017219"/>
              <a:gd name="connsiteX38312" fmla="*/ 4684619 w 5799173"/>
              <a:gd name="connsiteY38312" fmla="*/ 3602393 h 5017219"/>
              <a:gd name="connsiteX38313" fmla="*/ 4684619 w 5799173"/>
              <a:gd name="connsiteY38313" fmla="*/ 3603889 h 5017219"/>
              <a:gd name="connsiteX38314" fmla="*/ 4674152 w 5799173"/>
              <a:gd name="connsiteY38314" fmla="*/ 3621918 h 5017219"/>
              <a:gd name="connsiteX38315" fmla="*/ 4672905 w 5799173"/>
              <a:gd name="connsiteY38315" fmla="*/ 3622664 h 5017219"/>
              <a:gd name="connsiteX38316" fmla="*/ 4712239 w 5799173"/>
              <a:gd name="connsiteY38316" fmla="*/ 3638791 h 5017219"/>
              <a:gd name="connsiteX38317" fmla="*/ 4710993 w 5799173"/>
              <a:gd name="connsiteY38317" fmla="*/ 3638044 h 5017219"/>
              <a:gd name="connsiteX38318" fmla="*/ 4700608 w 5799173"/>
              <a:gd name="connsiteY38318" fmla="*/ 3620016 h 5017219"/>
              <a:gd name="connsiteX38319" fmla="*/ 4700608 w 5799173"/>
              <a:gd name="connsiteY38319" fmla="*/ 3618520 h 5017219"/>
              <a:gd name="connsiteX38320" fmla="*/ 4711076 w 5799173"/>
              <a:gd name="connsiteY38320" fmla="*/ 3600492 h 5017219"/>
              <a:gd name="connsiteX38321" fmla="*/ 4712322 w 5799173"/>
              <a:gd name="connsiteY38321" fmla="*/ 3599744 h 5017219"/>
              <a:gd name="connsiteX38322" fmla="*/ 4733175 w 5799173"/>
              <a:gd name="connsiteY38322" fmla="*/ 3599745 h 5017219"/>
              <a:gd name="connsiteX38323" fmla="*/ 4734421 w 5799173"/>
              <a:gd name="connsiteY38323" fmla="*/ 3600493 h 5017219"/>
              <a:gd name="connsiteX38324" fmla="*/ 4744806 w 5799173"/>
              <a:gd name="connsiteY38324" fmla="*/ 3618520 h 5017219"/>
              <a:gd name="connsiteX38325" fmla="*/ 4744806 w 5799173"/>
              <a:gd name="connsiteY38325" fmla="*/ 3620016 h 5017219"/>
              <a:gd name="connsiteX38326" fmla="*/ 4734338 w 5799173"/>
              <a:gd name="connsiteY38326" fmla="*/ 3638045 h 5017219"/>
              <a:gd name="connsiteX38327" fmla="*/ 4733092 w 5799173"/>
              <a:gd name="connsiteY38327" fmla="*/ 3638791 h 5017219"/>
              <a:gd name="connsiteX38328" fmla="*/ 4892798 w 5799173"/>
              <a:gd name="connsiteY38328" fmla="*/ 3687172 h 5017219"/>
              <a:gd name="connsiteX38329" fmla="*/ 4891552 w 5799173"/>
              <a:gd name="connsiteY38329" fmla="*/ 3686425 h 5017219"/>
              <a:gd name="connsiteX38330" fmla="*/ 4881167 w 5799173"/>
              <a:gd name="connsiteY38330" fmla="*/ 3668396 h 5017219"/>
              <a:gd name="connsiteX38331" fmla="*/ 4881167 w 5799173"/>
              <a:gd name="connsiteY38331" fmla="*/ 3666901 h 5017219"/>
              <a:gd name="connsiteX38332" fmla="*/ 4891635 w 5799173"/>
              <a:gd name="connsiteY38332" fmla="*/ 3648873 h 5017219"/>
              <a:gd name="connsiteX38333" fmla="*/ 4892881 w 5799173"/>
              <a:gd name="connsiteY38333" fmla="*/ 3648125 h 5017219"/>
              <a:gd name="connsiteX38334" fmla="*/ 4913734 w 5799173"/>
              <a:gd name="connsiteY38334" fmla="*/ 3648125 h 5017219"/>
              <a:gd name="connsiteX38335" fmla="*/ 4914980 w 5799173"/>
              <a:gd name="connsiteY38335" fmla="*/ 3648873 h 5017219"/>
              <a:gd name="connsiteX38336" fmla="*/ 4925365 w 5799173"/>
              <a:gd name="connsiteY38336" fmla="*/ 3666901 h 5017219"/>
              <a:gd name="connsiteX38337" fmla="*/ 4925365 w 5799173"/>
              <a:gd name="connsiteY38337" fmla="*/ 3668396 h 5017219"/>
              <a:gd name="connsiteX38338" fmla="*/ 4914897 w 5799173"/>
              <a:gd name="connsiteY38338" fmla="*/ 3686425 h 5017219"/>
              <a:gd name="connsiteX38339" fmla="*/ 4913651 w 5799173"/>
              <a:gd name="connsiteY38339" fmla="*/ 3687172 h 5017219"/>
              <a:gd name="connsiteX38340" fmla="*/ 4952984 w 5799173"/>
              <a:gd name="connsiteY38340" fmla="*/ 3703299 h 5017219"/>
              <a:gd name="connsiteX38341" fmla="*/ 4951738 w 5799173"/>
              <a:gd name="connsiteY38341" fmla="*/ 3702552 h 5017219"/>
              <a:gd name="connsiteX38342" fmla="*/ 4941353 w 5799173"/>
              <a:gd name="connsiteY38342" fmla="*/ 3684523 h 5017219"/>
              <a:gd name="connsiteX38343" fmla="*/ 4941353 w 5799173"/>
              <a:gd name="connsiteY38343" fmla="*/ 3683028 h 5017219"/>
              <a:gd name="connsiteX38344" fmla="*/ 4951821 w 5799173"/>
              <a:gd name="connsiteY38344" fmla="*/ 3665000 h 5017219"/>
              <a:gd name="connsiteX38345" fmla="*/ 4953067 w 5799173"/>
              <a:gd name="connsiteY38345" fmla="*/ 3664252 h 5017219"/>
              <a:gd name="connsiteX38346" fmla="*/ 4973920 w 5799173"/>
              <a:gd name="connsiteY38346" fmla="*/ 3664252 h 5017219"/>
              <a:gd name="connsiteX38347" fmla="*/ 4975166 w 5799173"/>
              <a:gd name="connsiteY38347" fmla="*/ 3665000 h 5017219"/>
              <a:gd name="connsiteX38348" fmla="*/ 4985551 w 5799173"/>
              <a:gd name="connsiteY38348" fmla="*/ 3683028 h 5017219"/>
              <a:gd name="connsiteX38349" fmla="*/ 4985551 w 5799173"/>
              <a:gd name="connsiteY38349" fmla="*/ 3684523 h 5017219"/>
              <a:gd name="connsiteX38350" fmla="*/ 4975083 w 5799173"/>
              <a:gd name="connsiteY38350" fmla="*/ 3702552 h 5017219"/>
              <a:gd name="connsiteX38351" fmla="*/ 4973837 w 5799173"/>
              <a:gd name="connsiteY38351" fmla="*/ 3703299 h 5017219"/>
              <a:gd name="connsiteX38352" fmla="*/ 5013170 w 5799173"/>
              <a:gd name="connsiteY38352" fmla="*/ 3719425 h 5017219"/>
              <a:gd name="connsiteX38353" fmla="*/ 5011924 w 5799173"/>
              <a:gd name="connsiteY38353" fmla="*/ 3718678 h 5017219"/>
              <a:gd name="connsiteX38354" fmla="*/ 5001538 w 5799173"/>
              <a:gd name="connsiteY38354" fmla="*/ 3700649 h 5017219"/>
              <a:gd name="connsiteX38355" fmla="*/ 5001539 w 5799173"/>
              <a:gd name="connsiteY38355" fmla="*/ 3699154 h 5017219"/>
              <a:gd name="connsiteX38356" fmla="*/ 5012007 w 5799173"/>
              <a:gd name="connsiteY38356" fmla="*/ 3681126 h 5017219"/>
              <a:gd name="connsiteX38357" fmla="*/ 5013253 w 5799173"/>
              <a:gd name="connsiteY38357" fmla="*/ 3680378 h 5017219"/>
              <a:gd name="connsiteX38358" fmla="*/ 5034106 w 5799173"/>
              <a:gd name="connsiteY38358" fmla="*/ 3680379 h 5017219"/>
              <a:gd name="connsiteX38359" fmla="*/ 5035352 w 5799173"/>
              <a:gd name="connsiteY38359" fmla="*/ 3681127 h 5017219"/>
              <a:gd name="connsiteX38360" fmla="*/ 5045737 w 5799173"/>
              <a:gd name="connsiteY38360" fmla="*/ 3699154 h 5017219"/>
              <a:gd name="connsiteX38361" fmla="*/ 5045736 w 5799173"/>
              <a:gd name="connsiteY38361" fmla="*/ 3700650 h 5017219"/>
              <a:gd name="connsiteX38362" fmla="*/ 5035269 w 5799173"/>
              <a:gd name="connsiteY38362" fmla="*/ 3718679 h 5017219"/>
              <a:gd name="connsiteX38363" fmla="*/ 5034023 w 5799173"/>
              <a:gd name="connsiteY38363" fmla="*/ 3719426 h 5017219"/>
              <a:gd name="connsiteX38364" fmla="*/ 1943672 w 5799173"/>
              <a:gd name="connsiteY38364" fmla="*/ 2897039 h 5017219"/>
              <a:gd name="connsiteX38365" fmla="*/ 1942426 w 5799173"/>
              <a:gd name="connsiteY38365" fmla="*/ 2896291 h 5017219"/>
              <a:gd name="connsiteX38366" fmla="*/ 1931958 w 5799173"/>
              <a:gd name="connsiteY38366" fmla="*/ 2878180 h 5017219"/>
              <a:gd name="connsiteX38367" fmla="*/ 1931958 w 5799173"/>
              <a:gd name="connsiteY38367" fmla="*/ 2876685 h 5017219"/>
              <a:gd name="connsiteX38368" fmla="*/ 1942426 w 5799173"/>
              <a:gd name="connsiteY38368" fmla="*/ 2858574 h 5017219"/>
              <a:gd name="connsiteX38369" fmla="*/ 1943672 w 5799173"/>
              <a:gd name="connsiteY38369" fmla="*/ 2857826 h 5017219"/>
              <a:gd name="connsiteX38370" fmla="*/ 1964608 w 5799173"/>
              <a:gd name="connsiteY38370" fmla="*/ 2857826 h 5017219"/>
              <a:gd name="connsiteX38371" fmla="*/ 1965854 w 5799173"/>
              <a:gd name="connsiteY38371" fmla="*/ 2858574 h 5017219"/>
              <a:gd name="connsiteX38372" fmla="*/ 1976322 w 5799173"/>
              <a:gd name="connsiteY38372" fmla="*/ 2876685 h 5017219"/>
              <a:gd name="connsiteX38373" fmla="*/ 1976322 w 5799173"/>
              <a:gd name="connsiteY38373" fmla="*/ 2878180 h 5017219"/>
              <a:gd name="connsiteX38374" fmla="*/ 1965854 w 5799173"/>
              <a:gd name="connsiteY38374" fmla="*/ 2896291 h 5017219"/>
              <a:gd name="connsiteX38375" fmla="*/ 1964608 w 5799173"/>
              <a:gd name="connsiteY38375" fmla="*/ 2897039 h 5017219"/>
              <a:gd name="connsiteX38376" fmla="*/ 2244603 w 5799173"/>
              <a:gd name="connsiteY38376" fmla="*/ 2977673 h 5017219"/>
              <a:gd name="connsiteX38377" fmla="*/ 2243357 w 5799173"/>
              <a:gd name="connsiteY38377" fmla="*/ 2976925 h 5017219"/>
              <a:gd name="connsiteX38378" fmla="*/ 2232889 w 5799173"/>
              <a:gd name="connsiteY38378" fmla="*/ 2958814 h 5017219"/>
              <a:gd name="connsiteX38379" fmla="*/ 2232889 w 5799173"/>
              <a:gd name="connsiteY38379" fmla="*/ 2957319 h 5017219"/>
              <a:gd name="connsiteX38380" fmla="*/ 2243357 w 5799173"/>
              <a:gd name="connsiteY38380" fmla="*/ 2939208 h 5017219"/>
              <a:gd name="connsiteX38381" fmla="*/ 2244603 w 5799173"/>
              <a:gd name="connsiteY38381" fmla="*/ 2938460 h 5017219"/>
              <a:gd name="connsiteX38382" fmla="*/ 2265539 w 5799173"/>
              <a:gd name="connsiteY38382" fmla="*/ 2938460 h 5017219"/>
              <a:gd name="connsiteX38383" fmla="*/ 2266785 w 5799173"/>
              <a:gd name="connsiteY38383" fmla="*/ 2939208 h 5017219"/>
              <a:gd name="connsiteX38384" fmla="*/ 2277253 w 5799173"/>
              <a:gd name="connsiteY38384" fmla="*/ 2957319 h 5017219"/>
              <a:gd name="connsiteX38385" fmla="*/ 2277253 w 5799173"/>
              <a:gd name="connsiteY38385" fmla="*/ 2958814 h 5017219"/>
              <a:gd name="connsiteX38386" fmla="*/ 2266785 w 5799173"/>
              <a:gd name="connsiteY38386" fmla="*/ 2976925 h 5017219"/>
              <a:gd name="connsiteX38387" fmla="*/ 2265539 w 5799173"/>
              <a:gd name="connsiteY38387" fmla="*/ 2977673 h 5017219"/>
              <a:gd name="connsiteX38388" fmla="*/ 2304790 w 5799173"/>
              <a:gd name="connsiteY38388" fmla="*/ 2993800 h 5017219"/>
              <a:gd name="connsiteX38389" fmla="*/ 2303544 w 5799173"/>
              <a:gd name="connsiteY38389" fmla="*/ 2993052 h 5017219"/>
              <a:gd name="connsiteX38390" fmla="*/ 2293076 w 5799173"/>
              <a:gd name="connsiteY38390" fmla="*/ 2974941 h 5017219"/>
              <a:gd name="connsiteX38391" fmla="*/ 2293076 w 5799173"/>
              <a:gd name="connsiteY38391" fmla="*/ 2973446 h 5017219"/>
              <a:gd name="connsiteX38392" fmla="*/ 2303544 w 5799173"/>
              <a:gd name="connsiteY38392" fmla="*/ 2955335 h 5017219"/>
              <a:gd name="connsiteX38393" fmla="*/ 2304790 w 5799173"/>
              <a:gd name="connsiteY38393" fmla="*/ 2954587 h 5017219"/>
              <a:gd name="connsiteX38394" fmla="*/ 2325726 w 5799173"/>
              <a:gd name="connsiteY38394" fmla="*/ 2954587 h 5017219"/>
              <a:gd name="connsiteX38395" fmla="*/ 2326972 w 5799173"/>
              <a:gd name="connsiteY38395" fmla="*/ 2955335 h 5017219"/>
              <a:gd name="connsiteX38396" fmla="*/ 2337440 w 5799173"/>
              <a:gd name="connsiteY38396" fmla="*/ 2973446 h 5017219"/>
              <a:gd name="connsiteX38397" fmla="*/ 2337440 w 5799173"/>
              <a:gd name="connsiteY38397" fmla="*/ 2974941 h 5017219"/>
              <a:gd name="connsiteX38398" fmla="*/ 2326972 w 5799173"/>
              <a:gd name="connsiteY38398" fmla="*/ 2993052 h 5017219"/>
              <a:gd name="connsiteX38399" fmla="*/ 2325726 w 5799173"/>
              <a:gd name="connsiteY38399" fmla="*/ 2993800 h 5017219"/>
              <a:gd name="connsiteX38400" fmla="*/ 2425161 w 5799173"/>
              <a:gd name="connsiteY38400" fmla="*/ 3026054 h 5017219"/>
              <a:gd name="connsiteX38401" fmla="*/ 2423916 w 5799173"/>
              <a:gd name="connsiteY38401" fmla="*/ 3025306 h 5017219"/>
              <a:gd name="connsiteX38402" fmla="*/ 2413448 w 5799173"/>
              <a:gd name="connsiteY38402" fmla="*/ 3007195 h 5017219"/>
              <a:gd name="connsiteX38403" fmla="*/ 2413448 w 5799173"/>
              <a:gd name="connsiteY38403" fmla="*/ 3005700 h 5017219"/>
              <a:gd name="connsiteX38404" fmla="*/ 2423915 w 5799173"/>
              <a:gd name="connsiteY38404" fmla="*/ 2987589 h 5017219"/>
              <a:gd name="connsiteX38405" fmla="*/ 2425161 w 5799173"/>
              <a:gd name="connsiteY38405" fmla="*/ 2986841 h 5017219"/>
              <a:gd name="connsiteX38406" fmla="*/ 2446098 w 5799173"/>
              <a:gd name="connsiteY38406" fmla="*/ 2986841 h 5017219"/>
              <a:gd name="connsiteX38407" fmla="*/ 2447344 w 5799173"/>
              <a:gd name="connsiteY38407" fmla="*/ 2987589 h 5017219"/>
              <a:gd name="connsiteX38408" fmla="*/ 2457811 w 5799173"/>
              <a:gd name="connsiteY38408" fmla="*/ 3005700 h 5017219"/>
              <a:gd name="connsiteX38409" fmla="*/ 2457811 w 5799173"/>
              <a:gd name="connsiteY38409" fmla="*/ 3007195 h 5017219"/>
              <a:gd name="connsiteX38410" fmla="*/ 2447344 w 5799173"/>
              <a:gd name="connsiteY38410" fmla="*/ 3025306 h 5017219"/>
              <a:gd name="connsiteX38411" fmla="*/ 2446098 w 5799173"/>
              <a:gd name="connsiteY38411" fmla="*/ 3026054 h 5017219"/>
              <a:gd name="connsiteX38412" fmla="*/ 3809445 w 5799173"/>
              <a:gd name="connsiteY38412" fmla="*/ 3396971 h 5017219"/>
              <a:gd name="connsiteX38413" fmla="*/ 3808199 w 5799173"/>
              <a:gd name="connsiteY38413" fmla="*/ 3396224 h 5017219"/>
              <a:gd name="connsiteX38414" fmla="*/ 3797732 w 5799173"/>
              <a:gd name="connsiteY38414" fmla="*/ 3378113 h 5017219"/>
              <a:gd name="connsiteX38415" fmla="*/ 3797732 w 5799173"/>
              <a:gd name="connsiteY38415" fmla="*/ 3376617 h 5017219"/>
              <a:gd name="connsiteX38416" fmla="*/ 3808199 w 5799173"/>
              <a:gd name="connsiteY38416" fmla="*/ 3358507 h 5017219"/>
              <a:gd name="connsiteX38417" fmla="*/ 3809445 w 5799173"/>
              <a:gd name="connsiteY38417" fmla="*/ 3357759 h 5017219"/>
              <a:gd name="connsiteX38418" fmla="*/ 3830382 w 5799173"/>
              <a:gd name="connsiteY38418" fmla="*/ 3357759 h 5017219"/>
              <a:gd name="connsiteX38419" fmla="*/ 3831627 w 5799173"/>
              <a:gd name="connsiteY38419" fmla="*/ 3358507 h 5017219"/>
              <a:gd name="connsiteX38420" fmla="*/ 3842095 w 5799173"/>
              <a:gd name="connsiteY38420" fmla="*/ 3376617 h 5017219"/>
              <a:gd name="connsiteX38421" fmla="*/ 3842095 w 5799173"/>
              <a:gd name="connsiteY38421" fmla="*/ 3378113 h 5017219"/>
              <a:gd name="connsiteX38422" fmla="*/ 3831628 w 5799173"/>
              <a:gd name="connsiteY38422" fmla="*/ 3396223 h 5017219"/>
              <a:gd name="connsiteX38423" fmla="*/ 3830382 w 5799173"/>
              <a:gd name="connsiteY38423" fmla="*/ 3396971 h 5017219"/>
              <a:gd name="connsiteX38424" fmla="*/ 2063985 w 5799173"/>
              <a:gd name="connsiteY38424" fmla="*/ 2929369 h 5017219"/>
              <a:gd name="connsiteX38425" fmla="*/ 2062738 w 5799173"/>
              <a:gd name="connsiteY38425" fmla="*/ 2928621 h 5017219"/>
              <a:gd name="connsiteX38426" fmla="*/ 2052188 w 5799173"/>
              <a:gd name="connsiteY38426" fmla="*/ 2910344 h 5017219"/>
              <a:gd name="connsiteX38427" fmla="*/ 2052187 w 5799173"/>
              <a:gd name="connsiteY38427" fmla="*/ 2908848 h 5017219"/>
              <a:gd name="connsiteX38428" fmla="*/ 2062738 w 5799173"/>
              <a:gd name="connsiteY38428" fmla="*/ 2890571 h 5017219"/>
              <a:gd name="connsiteX38429" fmla="*/ 2063984 w 5799173"/>
              <a:gd name="connsiteY38429" fmla="*/ 2889823 h 5017219"/>
              <a:gd name="connsiteX38430" fmla="*/ 2085003 w 5799173"/>
              <a:gd name="connsiteY38430" fmla="*/ 2889823 h 5017219"/>
              <a:gd name="connsiteX38431" fmla="*/ 2086249 w 5799173"/>
              <a:gd name="connsiteY38431" fmla="*/ 2890571 h 5017219"/>
              <a:gd name="connsiteX38432" fmla="*/ 2096800 w 5799173"/>
              <a:gd name="connsiteY38432" fmla="*/ 2908848 h 5017219"/>
              <a:gd name="connsiteX38433" fmla="*/ 2096800 w 5799173"/>
              <a:gd name="connsiteY38433" fmla="*/ 2910344 h 5017219"/>
              <a:gd name="connsiteX38434" fmla="*/ 2086249 w 5799173"/>
              <a:gd name="connsiteY38434" fmla="*/ 2928621 h 5017219"/>
              <a:gd name="connsiteX38435" fmla="*/ 2085003 w 5799173"/>
              <a:gd name="connsiteY38435" fmla="*/ 2929369 h 5017219"/>
              <a:gd name="connsiteX38436" fmla="*/ 2184357 w 5799173"/>
              <a:gd name="connsiteY38436" fmla="*/ 2961623 h 5017219"/>
              <a:gd name="connsiteX38437" fmla="*/ 2183111 w 5799173"/>
              <a:gd name="connsiteY38437" fmla="*/ 2960875 h 5017219"/>
              <a:gd name="connsiteX38438" fmla="*/ 2172560 w 5799173"/>
              <a:gd name="connsiteY38438" fmla="*/ 2942598 h 5017219"/>
              <a:gd name="connsiteX38439" fmla="*/ 2172560 w 5799173"/>
              <a:gd name="connsiteY38439" fmla="*/ 2941102 h 5017219"/>
              <a:gd name="connsiteX38440" fmla="*/ 2183111 w 5799173"/>
              <a:gd name="connsiteY38440" fmla="*/ 2922825 h 5017219"/>
              <a:gd name="connsiteX38441" fmla="*/ 2184357 w 5799173"/>
              <a:gd name="connsiteY38441" fmla="*/ 2922077 h 5017219"/>
              <a:gd name="connsiteX38442" fmla="*/ 2205376 w 5799173"/>
              <a:gd name="connsiteY38442" fmla="*/ 2922077 h 5017219"/>
              <a:gd name="connsiteX38443" fmla="*/ 2206622 w 5799173"/>
              <a:gd name="connsiteY38443" fmla="*/ 2922825 h 5017219"/>
              <a:gd name="connsiteX38444" fmla="*/ 2217173 w 5799173"/>
              <a:gd name="connsiteY38444" fmla="*/ 2941102 h 5017219"/>
              <a:gd name="connsiteX38445" fmla="*/ 2217173 w 5799173"/>
              <a:gd name="connsiteY38445" fmla="*/ 2942598 h 5017219"/>
              <a:gd name="connsiteX38446" fmla="*/ 2206622 w 5799173"/>
              <a:gd name="connsiteY38446" fmla="*/ 2960875 h 5017219"/>
              <a:gd name="connsiteX38447" fmla="*/ 2205376 w 5799173"/>
              <a:gd name="connsiteY38447" fmla="*/ 2961623 h 5017219"/>
              <a:gd name="connsiteX38448" fmla="*/ 3929758 w 5799173"/>
              <a:gd name="connsiteY38448" fmla="*/ 3429301 h 5017219"/>
              <a:gd name="connsiteX38449" fmla="*/ 3928512 w 5799173"/>
              <a:gd name="connsiteY38449" fmla="*/ 3428553 h 5017219"/>
              <a:gd name="connsiteX38450" fmla="*/ 3917961 w 5799173"/>
              <a:gd name="connsiteY38450" fmla="*/ 3410276 h 5017219"/>
              <a:gd name="connsiteX38451" fmla="*/ 3917961 w 5799173"/>
              <a:gd name="connsiteY38451" fmla="*/ 3408780 h 5017219"/>
              <a:gd name="connsiteX38452" fmla="*/ 3928512 w 5799173"/>
              <a:gd name="connsiteY38452" fmla="*/ 3390503 h 5017219"/>
              <a:gd name="connsiteX38453" fmla="*/ 3929758 w 5799173"/>
              <a:gd name="connsiteY38453" fmla="*/ 3389755 h 5017219"/>
              <a:gd name="connsiteX38454" fmla="*/ 3950777 w 5799173"/>
              <a:gd name="connsiteY38454" fmla="*/ 3389755 h 5017219"/>
              <a:gd name="connsiteX38455" fmla="*/ 3952023 w 5799173"/>
              <a:gd name="connsiteY38455" fmla="*/ 3390503 h 5017219"/>
              <a:gd name="connsiteX38456" fmla="*/ 3962574 w 5799173"/>
              <a:gd name="connsiteY38456" fmla="*/ 3408780 h 5017219"/>
              <a:gd name="connsiteX38457" fmla="*/ 3962574 w 5799173"/>
              <a:gd name="connsiteY38457" fmla="*/ 3410276 h 5017219"/>
              <a:gd name="connsiteX38458" fmla="*/ 3952023 w 5799173"/>
              <a:gd name="connsiteY38458" fmla="*/ 3428553 h 5017219"/>
              <a:gd name="connsiteX38459" fmla="*/ 3950777 w 5799173"/>
              <a:gd name="connsiteY38459" fmla="*/ 3429301 h 5017219"/>
              <a:gd name="connsiteX38460" fmla="*/ 4411248 w 5799173"/>
              <a:gd name="connsiteY38460" fmla="*/ 3558316 h 5017219"/>
              <a:gd name="connsiteX38461" fmla="*/ 4410002 w 5799173"/>
              <a:gd name="connsiteY38461" fmla="*/ 3557568 h 5017219"/>
              <a:gd name="connsiteX38462" fmla="*/ 4399451 w 5799173"/>
              <a:gd name="connsiteY38462" fmla="*/ 3539291 h 5017219"/>
              <a:gd name="connsiteX38463" fmla="*/ 4399451 w 5799173"/>
              <a:gd name="connsiteY38463" fmla="*/ 3537795 h 5017219"/>
              <a:gd name="connsiteX38464" fmla="*/ 4410002 w 5799173"/>
              <a:gd name="connsiteY38464" fmla="*/ 3519518 h 5017219"/>
              <a:gd name="connsiteX38465" fmla="*/ 4411248 w 5799173"/>
              <a:gd name="connsiteY38465" fmla="*/ 3518770 h 5017219"/>
              <a:gd name="connsiteX38466" fmla="*/ 4432267 w 5799173"/>
              <a:gd name="connsiteY38466" fmla="*/ 3518770 h 5017219"/>
              <a:gd name="connsiteX38467" fmla="*/ 4433513 w 5799173"/>
              <a:gd name="connsiteY38467" fmla="*/ 3519518 h 5017219"/>
              <a:gd name="connsiteX38468" fmla="*/ 4444064 w 5799173"/>
              <a:gd name="connsiteY38468" fmla="*/ 3537795 h 5017219"/>
              <a:gd name="connsiteX38469" fmla="*/ 4444064 w 5799173"/>
              <a:gd name="connsiteY38469" fmla="*/ 3539291 h 5017219"/>
              <a:gd name="connsiteX38470" fmla="*/ 4433513 w 5799173"/>
              <a:gd name="connsiteY38470" fmla="*/ 3557568 h 5017219"/>
              <a:gd name="connsiteX38471" fmla="*/ 4432267 w 5799173"/>
              <a:gd name="connsiteY38471" fmla="*/ 3558316 h 5017219"/>
              <a:gd name="connsiteX38472" fmla="*/ 1883320 w 5799173"/>
              <a:gd name="connsiteY38472" fmla="*/ 2881246 h 5017219"/>
              <a:gd name="connsiteX38473" fmla="*/ 1881991 w 5799173"/>
              <a:gd name="connsiteY38473" fmla="*/ 2880498 h 5017219"/>
              <a:gd name="connsiteX38474" fmla="*/ 1871356 w 5799173"/>
              <a:gd name="connsiteY38474" fmla="*/ 2862055 h 5017219"/>
              <a:gd name="connsiteX38475" fmla="*/ 1871357 w 5799173"/>
              <a:gd name="connsiteY38475" fmla="*/ 2860559 h 5017219"/>
              <a:gd name="connsiteX38476" fmla="*/ 1881991 w 5799173"/>
              <a:gd name="connsiteY38476" fmla="*/ 2842116 h 5017219"/>
              <a:gd name="connsiteX38477" fmla="*/ 1883320 w 5799173"/>
              <a:gd name="connsiteY38477" fmla="*/ 2841368 h 5017219"/>
              <a:gd name="connsiteX38478" fmla="*/ 1904589 w 5799173"/>
              <a:gd name="connsiteY38478" fmla="*/ 2841368 h 5017219"/>
              <a:gd name="connsiteX38479" fmla="*/ 1905918 w 5799173"/>
              <a:gd name="connsiteY38479" fmla="*/ 2842116 h 5017219"/>
              <a:gd name="connsiteX38480" fmla="*/ 1916552 w 5799173"/>
              <a:gd name="connsiteY38480" fmla="*/ 2860559 h 5017219"/>
              <a:gd name="connsiteX38481" fmla="*/ 1916551 w 5799173"/>
              <a:gd name="connsiteY38481" fmla="*/ 2862055 h 5017219"/>
              <a:gd name="connsiteX38482" fmla="*/ 1905918 w 5799173"/>
              <a:gd name="connsiteY38482" fmla="*/ 2880498 h 5017219"/>
              <a:gd name="connsiteX38483" fmla="*/ 1904589 w 5799173"/>
              <a:gd name="connsiteY38483" fmla="*/ 2881246 h 5017219"/>
              <a:gd name="connsiteX38484" fmla="*/ 2124065 w 5799173"/>
              <a:gd name="connsiteY38484" fmla="*/ 2945754 h 5017219"/>
              <a:gd name="connsiteX38485" fmla="*/ 2122736 w 5799173"/>
              <a:gd name="connsiteY38485" fmla="*/ 2945006 h 5017219"/>
              <a:gd name="connsiteX38486" fmla="*/ 2112102 w 5799173"/>
              <a:gd name="connsiteY38486" fmla="*/ 2926563 h 5017219"/>
              <a:gd name="connsiteX38487" fmla="*/ 2112102 w 5799173"/>
              <a:gd name="connsiteY38487" fmla="*/ 2925067 h 5017219"/>
              <a:gd name="connsiteX38488" fmla="*/ 2122736 w 5799173"/>
              <a:gd name="connsiteY38488" fmla="*/ 2906624 h 5017219"/>
              <a:gd name="connsiteX38489" fmla="*/ 2124065 w 5799173"/>
              <a:gd name="connsiteY38489" fmla="*/ 2905876 h 5017219"/>
              <a:gd name="connsiteX38490" fmla="*/ 2145334 w 5799173"/>
              <a:gd name="connsiteY38490" fmla="*/ 2905876 h 5017219"/>
              <a:gd name="connsiteX38491" fmla="*/ 2146663 w 5799173"/>
              <a:gd name="connsiteY38491" fmla="*/ 2906624 h 5017219"/>
              <a:gd name="connsiteX38492" fmla="*/ 2157297 w 5799173"/>
              <a:gd name="connsiteY38492" fmla="*/ 2925067 h 5017219"/>
              <a:gd name="connsiteX38493" fmla="*/ 2157297 w 5799173"/>
              <a:gd name="connsiteY38493" fmla="*/ 2926563 h 5017219"/>
              <a:gd name="connsiteX38494" fmla="*/ 2146663 w 5799173"/>
              <a:gd name="connsiteY38494" fmla="*/ 2945006 h 5017219"/>
              <a:gd name="connsiteX38495" fmla="*/ 2145334 w 5799173"/>
              <a:gd name="connsiteY38495" fmla="*/ 2945754 h 5017219"/>
              <a:gd name="connsiteX38496" fmla="*/ 2485182 w 5799173"/>
              <a:gd name="connsiteY38496" fmla="*/ 3042515 h 5017219"/>
              <a:gd name="connsiteX38497" fmla="*/ 2483853 w 5799173"/>
              <a:gd name="connsiteY38497" fmla="*/ 3041767 h 5017219"/>
              <a:gd name="connsiteX38498" fmla="*/ 2473219 w 5799173"/>
              <a:gd name="connsiteY38498" fmla="*/ 3023324 h 5017219"/>
              <a:gd name="connsiteX38499" fmla="*/ 2473219 w 5799173"/>
              <a:gd name="connsiteY38499" fmla="*/ 3021828 h 5017219"/>
              <a:gd name="connsiteX38500" fmla="*/ 2483853 w 5799173"/>
              <a:gd name="connsiteY38500" fmla="*/ 3003385 h 5017219"/>
              <a:gd name="connsiteX38501" fmla="*/ 2485182 w 5799173"/>
              <a:gd name="connsiteY38501" fmla="*/ 3002637 h 5017219"/>
              <a:gd name="connsiteX38502" fmla="*/ 2506451 w 5799173"/>
              <a:gd name="connsiteY38502" fmla="*/ 3002637 h 5017219"/>
              <a:gd name="connsiteX38503" fmla="*/ 2507780 w 5799173"/>
              <a:gd name="connsiteY38503" fmla="*/ 3003385 h 5017219"/>
              <a:gd name="connsiteX38504" fmla="*/ 2518414 w 5799173"/>
              <a:gd name="connsiteY38504" fmla="*/ 3021828 h 5017219"/>
              <a:gd name="connsiteX38505" fmla="*/ 2518414 w 5799173"/>
              <a:gd name="connsiteY38505" fmla="*/ 3023324 h 5017219"/>
              <a:gd name="connsiteX38506" fmla="*/ 2507780 w 5799173"/>
              <a:gd name="connsiteY38506" fmla="*/ 3041767 h 5017219"/>
              <a:gd name="connsiteX38507" fmla="*/ 2506451 w 5799173"/>
              <a:gd name="connsiteY38507" fmla="*/ 3042515 h 5017219"/>
              <a:gd name="connsiteX38508" fmla="*/ 2605555 w 5799173"/>
              <a:gd name="connsiteY38508" fmla="*/ 3074768 h 5017219"/>
              <a:gd name="connsiteX38509" fmla="*/ 2604226 w 5799173"/>
              <a:gd name="connsiteY38509" fmla="*/ 3074021 h 5017219"/>
              <a:gd name="connsiteX38510" fmla="*/ 2593592 w 5799173"/>
              <a:gd name="connsiteY38510" fmla="*/ 3055577 h 5017219"/>
              <a:gd name="connsiteX38511" fmla="*/ 2593592 w 5799173"/>
              <a:gd name="connsiteY38511" fmla="*/ 3054082 h 5017219"/>
              <a:gd name="connsiteX38512" fmla="*/ 2604226 w 5799173"/>
              <a:gd name="connsiteY38512" fmla="*/ 3035639 h 5017219"/>
              <a:gd name="connsiteX38513" fmla="*/ 2605555 w 5799173"/>
              <a:gd name="connsiteY38513" fmla="*/ 3034891 h 5017219"/>
              <a:gd name="connsiteX38514" fmla="*/ 2626824 w 5799173"/>
              <a:gd name="connsiteY38514" fmla="*/ 3034890 h 5017219"/>
              <a:gd name="connsiteX38515" fmla="*/ 2628153 w 5799173"/>
              <a:gd name="connsiteY38515" fmla="*/ 3035639 h 5017219"/>
              <a:gd name="connsiteX38516" fmla="*/ 2638787 w 5799173"/>
              <a:gd name="connsiteY38516" fmla="*/ 3054082 h 5017219"/>
              <a:gd name="connsiteX38517" fmla="*/ 2638787 w 5799173"/>
              <a:gd name="connsiteY38517" fmla="*/ 3055578 h 5017219"/>
              <a:gd name="connsiteX38518" fmla="*/ 2628153 w 5799173"/>
              <a:gd name="connsiteY38518" fmla="*/ 3074021 h 5017219"/>
              <a:gd name="connsiteX38519" fmla="*/ 2626824 w 5799173"/>
              <a:gd name="connsiteY38519" fmla="*/ 3074769 h 5017219"/>
              <a:gd name="connsiteX38520" fmla="*/ 2665504 w 5799173"/>
              <a:gd name="connsiteY38520" fmla="*/ 3091312 h 5017219"/>
              <a:gd name="connsiteX38521" fmla="*/ 2664174 w 5799173"/>
              <a:gd name="connsiteY38521" fmla="*/ 3090564 h 5017219"/>
              <a:gd name="connsiteX38522" fmla="*/ 2653291 w 5799173"/>
              <a:gd name="connsiteY38522" fmla="*/ 3071705 h 5017219"/>
              <a:gd name="connsiteX38523" fmla="*/ 2653291 w 5799173"/>
              <a:gd name="connsiteY38523" fmla="*/ 3070127 h 5017219"/>
              <a:gd name="connsiteX38524" fmla="*/ 2664174 w 5799173"/>
              <a:gd name="connsiteY38524" fmla="*/ 3051268 h 5017219"/>
              <a:gd name="connsiteX38525" fmla="*/ 2665504 w 5799173"/>
              <a:gd name="connsiteY38525" fmla="*/ 3050520 h 5017219"/>
              <a:gd name="connsiteX38526" fmla="*/ 2687270 w 5799173"/>
              <a:gd name="connsiteY38526" fmla="*/ 3050520 h 5017219"/>
              <a:gd name="connsiteX38527" fmla="*/ 2688599 w 5799173"/>
              <a:gd name="connsiteY38527" fmla="*/ 3051268 h 5017219"/>
              <a:gd name="connsiteX38528" fmla="*/ 2699483 w 5799173"/>
              <a:gd name="connsiteY38528" fmla="*/ 3070127 h 5017219"/>
              <a:gd name="connsiteX38529" fmla="*/ 2699483 w 5799173"/>
              <a:gd name="connsiteY38529" fmla="*/ 3071705 h 5017219"/>
              <a:gd name="connsiteX38530" fmla="*/ 2688599 w 5799173"/>
              <a:gd name="connsiteY38530" fmla="*/ 3090564 h 5017219"/>
              <a:gd name="connsiteX38531" fmla="*/ 2687269 w 5799173"/>
              <a:gd name="connsiteY38531" fmla="*/ 3091312 h 5017219"/>
              <a:gd name="connsiteX38532" fmla="*/ 5072953 w 5799173"/>
              <a:gd name="connsiteY38532" fmla="*/ 3736386 h 5017219"/>
              <a:gd name="connsiteX38533" fmla="*/ 5071623 w 5799173"/>
              <a:gd name="connsiteY38533" fmla="*/ 3735638 h 5017219"/>
              <a:gd name="connsiteX38534" fmla="*/ 5060740 w 5799173"/>
              <a:gd name="connsiteY38534" fmla="*/ 3716779 h 5017219"/>
              <a:gd name="connsiteX38535" fmla="*/ 5060740 w 5799173"/>
              <a:gd name="connsiteY38535" fmla="*/ 3715201 h 5017219"/>
              <a:gd name="connsiteX38536" fmla="*/ 5071623 w 5799173"/>
              <a:gd name="connsiteY38536" fmla="*/ 3696342 h 5017219"/>
              <a:gd name="connsiteX38537" fmla="*/ 5072953 w 5799173"/>
              <a:gd name="connsiteY38537" fmla="*/ 3695594 h 5017219"/>
              <a:gd name="connsiteX38538" fmla="*/ 5094719 w 5799173"/>
              <a:gd name="connsiteY38538" fmla="*/ 3695594 h 5017219"/>
              <a:gd name="connsiteX38539" fmla="*/ 5096049 w 5799173"/>
              <a:gd name="connsiteY38539" fmla="*/ 3696342 h 5017219"/>
              <a:gd name="connsiteX38540" fmla="*/ 5106932 w 5799173"/>
              <a:gd name="connsiteY38540" fmla="*/ 3715201 h 5017219"/>
              <a:gd name="connsiteX38541" fmla="*/ 5106932 w 5799173"/>
              <a:gd name="connsiteY38541" fmla="*/ 3716779 h 5017219"/>
              <a:gd name="connsiteX38542" fmla="*/ 5096049 w 5799173"/>
              <a:gd name="connsiteY38542" fmla="*/ 3735638 h 5017219"/>
              <a:gd name="connsiteX38543" fmla="*/ 5094719 w 5799173"/>
              <a:gd name="connsiteY38543" fmla="*/ 3736386 h 5017219"/>
              <a:gd name="connsiteX38544" fmla="*/ 3017700 w 5799173"/>
              <a:gd name="connsiteY38544" fmla="*/ 3230761 h 5017219"/>
              <a:gd name="connsiteX38545" fmla="*/ 3016953 w 5799173"/>
              <a:gd name="connsiteY38545" fmla="*/ 3230345 h 5017219"/>
              <a:gd name="connsiteX38546" fmla="*/ 3011138 w 5799173"/>
              <a:gd name="connsiteY38546" fmla="*/ 3220293 h 5017219"/>
              <a:gd name="connsiteX38547" fmla="*/ 3011138 w 5799173"/>
              <a:gd name="connsiteY38547" fmla="*/ 3219463 h 5017219"/>
              <a:gd name="connsiteX38548" fmla="*/ 3016953 w 5799173"/>
              <a:gd name="connsiteY38548" fmla="*/ 3209410 h 5017219"/>
              <a:gd name="connsiteX38549" fmla="*/ 3017701 w 5799173"/>
              <a:gd name="connsiteY38549" fmla="*/ 3208995 h 5017219"/>
              <a:gd name="connsiteX38550" fmla="*/ 3029331 w 5799173"/>
              <a:gd name="connsiteY38550" fmla="*/ 3208995 h 5017219"/>
              <a:gd name="connsiteX38551" fmla="*/ 3030080 w 5799173"/>
              <a:gd name="connsiteY38551" fmla="*/ 3209410 h 5017219"/>
              <a:gd name="connsiteX38552" fmla="*/ 3035895 w 5799173"/>
              <a:gd name="connsiteY38552" fmla="*/ 3219462 h 5017219"/>
              <a:gd name="connsiteX38553" fmla="*/ 3035895 w 5799173"/>
              <a:gd name="connsiteY38553" fmla="*/ 3220293 h 5017219"/>
              <a:gd name="connsiteX38554" fmla="*/ 3030079 w 5799173"/>
              <a:gd name="connsiteY38554" fmla="*/ 3230345 h 5017219"/>
              <a:gd name="connsiteX38555" fmla="*/ 3029332 w 5799173"/>
              <a:gd name="connsiteY38555" fmla="*/ 3230762 h 5017219"/>
              <a:gd name="connsiteX38556" fmla="*/ 66000 w 5799173"/>
              <a:gd name="connsiteY38556" fmla="*/ 2445363 h 5017219"/>
              <a:gd name="connsiteX38557" fmla="*/ 65002 w 5799173"/>
              <a:gd name="connsiteY38557" fmla="*/ 2444782 h 5017219"/>
              <a:gd name="connsiteX38558" fmla="*/ 56611 w 5799173"/>
              <a:gd name="connsiteY38558" fmla="*/ 2430243 h 5017219"/>
              <a:gd name="connsiteX38559" fmla="*/ 56611 w 5799173"/>
              <a:gd name="connsiteY38559" fmla="*/ 2429080 h 5017219"/>
              <a:gd name="connsiteX38560" fmla="*/ 65003 w 5799173"/>
              <a:gd name="connsiteY38560" fmla="*/ 2414542 h 5017219"/>
              <a:gd name="connsiteX38561" fmla="*/ 66000 w 5799173"/>
              <a:gd name="connsiteY38561" fmla="*/ 2413960 h 5017219"/>
              <a:gd name="connsiteX38562" fmla="*/ 82781 w 5799173"/>
              <a:gd name="connsiteY38562" fmla="*/ 2413960 h 5017219"/>
              <a:gd name="connsiteX38563" fmla="*/ 83779 w 5799173"/>
              <a:gd name="connsiteY38563" fmla="*/ 2414542 h 5017219"/>
              <a:gd name="connsiteX38564" fmla="*/ 92170 w 5799173"/>
              <a:gd name="connsiteY38564" fmla="*/ 2429080 h 5017219"/>
              <a:gd name="connsiteX38565" fmla="*/ 92170 w 5799173"/>
              <a:gd name="connsiteY38565" fmla="*/ 2430244 h 5017219"/>
              <a:gd name="connsiteX38566" fmla="*/ 83779 w 5799173"/>
              <a:gd name="connsiteY38566" fmla="*/ 2444783 h 5017219"/>
              <a:gd name="connsiteX38567" fmla="*/ 82781 w 5799173"/>
              <a:gd name="connsiteY38567" fmla="*/ 2445363 h 5017219"/>
              <a:gd name="connsiteX38568" fmla="*/ 126186 w 5799173"/>
              <a:gd name="connsiteY38568" fmla="*/ 2461490 h 5017219"/>
              <a:gd name="connsiteX38569" fmla="*/ 125189 w 5799173"/>
              <a:gd name="connsiteY38569" fmla="*/ 2460909 h 5017219"/>
              <a:gd name="connsiteX38570" fmla="*/ 116798 w 5799173"/>
              <a:gd name="connsiteY38570" fmla="*/ 2446370 h 5017219"/>
              <a:gd name="connsiteX38571" fmla="*/ 116798 w 5799173"/>
              <a:gd name="connsiteY38571" fmla="*/ 2445207 h 5017219"/>
              <a:gd name="connsiteX38572" fmla="*/ 125190 w 5799173"/>
              <a:gd name="connsiteY38572" fmla="*/ 2430669 h 5017219"/>
              <a:gd name="connsiteX38573" fmla="*/ 126186 w 5799173"/>
              <a:gd name="connsiteY38573" fmla="*/ 2430087 h 5017219"/>
              <a:gd name="connsiteX38574" fmla="*/ 142968 w 5799173"/>
              <a:gd name="connsiteY38574" fmla="*/ 2430087 h 5017219"/>
              <a:gd name="connsiteX38575" fmla="*/ 143966 w 5799173"/>
              <a:gd name="connsiteY38575" fmla="*/ 2430669 h 5017219"/>
              <a:gd name="connsiteX38576" fmla="*/ 152357 w 5799173"/>
              <a:gd name="connsiteY38576" fmla="*/ 2445207 h 5017219"/>
              <a:gd name="connsiteX38577" fmla="*/ 152357 w 5799173"/>
              <a:gd name="connsiteY38577" fmla="*/ 2446371 h 5017219"/>
              <a:gd name="connsiteX38578" fmla="*/ 143966 w 5799173"/>
              <a:gd name="connsiteY38578" fmla="*/ 2460910 h 5017219"/>
              <a:gd name="connsiteX38579" fmla="*/ 142968 w 5799173"/>
              <a:gd name="connsiteY38579" fmla="*/ 2461490 h 5017219"/>
              <a:gd name="connsiteX38580" fmla="*/ 246477 w 5799173"/>
              <a:gd name="connsiteY38580" fmla="*/ 2493818 h 5017219"/>
              <a:gd name="connsiteX38581" fmla="*/ 245480 w 5799173"/>
              <a:gd name="connsiteY38581" fmla="*/ 2493235 h 5017219"/>
              <a:gd name="connsiteX38582" fmla="*/ 237007 w 5799173"/>
              <a:gd name="connsiteY38582" fmla="*/ 2478615 h 5017219"/>
              <a:gd name="connsiteX38583" fmla="*/ 237007 w 5799173"/>
              <a:gd name="connsiteY38583" fmla="*/ 2477451 h 5017219"/>
              <a:gd name="connsiteX38584" fmla="*/ 245481 w 5799173"/>
              <a:gd name="connsiteY38584" fmla="*/ 2462830 h 5017219"/>
              <a:gd name="connsiteX38585" fmla="*/ 246477 w 5799173"/>
              <a:gd name="connsiteY38585" fmla="*/ 2462248 h 5017219"/>
              <a:gd name="connsiteX38586" fmla="*/ 263342 w 5799173"/>
              <a:gd name="connsiteY38586" fmla="*/ 2462248 h 5017219"/>
              <a:gd name="connsiteX38587" fmla="*/ 264339 w 5799173"/>
              <a:gd name="connsiteY38587" fmla="*/ 2462829 h 5017219"/>
              <a:gd name="connsiteX38588" fmla="*/ 272813 w 5799173"/>
              <a:gd name="connsiteY38588" fmla="*/ 2477451 h 5017219"/>
              <a:gd name="connsiteX38589" fmla="*/ 272814 w 5799173"/>
              <a:gd name="connsiteY38589" fmla="*/ 2478615 h 5017219"/>
              <a:gd name="connsiteX38590" fmla="*/ 264340 w 5799173"/>
              <a:gd name="connsiteY38590" fmla="*/ 2493236 h 5017219"/>
              <a:gd name="connsiteX38591" fmla="*/ 263342 w 5799173"/>
              <a:gd name="connsiteY38591" fmla="*/ 2493818 h 5017219"/>
              <a:gd name="connsiteX38592" fmla="*/ 186112 w 5799173"/>
              <a:gd name="connsiteY38592" fmla="*/ 2478032 h 5017219"/>
              <a:gd name="connsiteX38593" fmla="*/ 185032 w 5799173"/>
              <a:gd name="connsiteY38593" fmla="*/ 2477450 h 5017219"/>
              <a:gd name="connsiteX38594" fmla="*/ 176475 w 5799173"/>
              <a:gd name="connsiteY38594" fmla="*/ 2462579 h 5017219"/>
              <a:gd name="connsiteX38595" fmla="*/ 176476 w 5799173"/>
              <a:gd name="connsiteY38595" fmla="*/ 2461333 h 5017219"/>
              <a:gd name="connsiteX38596" fmla="*/ 185115 w 5799173"/>
              <a:gd name="connsiteY38596" fmla="*/ 2446462 h 5017219"/>
              <a:gd name="connsiteX38597" fmla="*/ 186196 w 5799173"/>
              <a:gd name="connsiteY38597" fmla="*/ 2445880 h 5017219"/>
              <a:gd name="connsiteX38598" fmla="*/ 203393 w 5799173"/>
              <a:gd name="connsiteY38598" fmla="*/ 2445880 h 5017219"/>
              <a:gd name="connsiteX38599" fmla="*/ 204473 w 5799173"/>
              <a:gd name="connsiteY38599" fmla="*/ 2446462 h 5017219"/>
              <a:gd name="connsiteX38600" fmla="*/ 213030 w 5799173"/>
              <a:gd name="connsiteY38600" fmla="*/ 2461333 h 5017219"/>
              <a:gd name="connsiteX38601" fmla="*/ 213031 w 5799173"/>
              <a:gd name="connsiteY38601" fmla="*/ 2462579 h 5017219"/>
              <a:gd name="connsiteX38602" fmla="*/ 204390 w 5799173"/>
              <a:gd name="connsiteY38602" fmla="*/ 2477450 h 5017219"/>
              <a:gd name="connsiteX38603" fmla="*/ 203310 w 5799173"/>
              <a:gd name="connsiteY38603" fmla="*/ 2478032 h 5017219"/>
              <a:gd name="connsiteX38604" fmla="*/ 306401 w 5799173"/>
              <a:gd name="connsiteY38604" fmla="*/ 2510546 h 5017219"/>
              <a:gd name="connsiteX38605" fmla="*/ 305320 w 5799173"/>
              <a:gd name="connsiteY38605" fmla="*/ 2509964 h 5017219"/>
              <a:gd name="connsiteX38606" fmla="*/ 296598 w 5799173"/>
              <a:gd name="connsiteY38606" fmla="*/ 2494844 h 5017219"/>
              <a:gd name="connsiteX38607" fmla="*/ 296597 w 5799173"/>
              <a:gd name="connsiteY38607" fmla="*/ 2493597 h 5017219"/>
              <a:gd name="connsiteX38608" fmla="*/ 305321 w 5799173"/>
              <a:gd name="connsiteY38608" fmla="*/ 2478477 h 5017219"/>
              <a:gd name="connsiteX38609" fmla="*/ 306400 w 5799173"/>
              <a:gd name="connsiteY38609" fmla="*/ 2477895 h 5017219"/>
              <a:gd name="connsiteX38610" fmla="*/ 323931 w 5799173"/>
              <a:gd name="connsiteY38610" fmla="*/ 2477895 h 5017219"/>
              <a:gd name="connsiteX38611" fmla="*/ 325011 w 5799173"/>
              <a:gd name="connsiteY38611" fmla="*/ 2478478 h 5017219"/>
              <a:gd name="connsiteX38612" fmla="*/ 333734 w 5799173"/>
              <a:gd name="connsiteY38612" fmla="*/ 2493597 h 5017219"/>
              <a:gd name="connsiteX38613" fmla="*/ 333734 w 5799173"/>
              <a:gd name="connsiteY38613" fmla="*/ 2494844 h 5017219"/>
              <a:gd name="connsiteX38614" fmla="*/ 325010 w 5799173"/>
              <a:gd name="connsiteY38614" fmla="*/ 2509964 h 5017219"/>
              <a:gd name="connsiteX38615" fmla="*/ 323931 w 5799173"/>
              <a:gd name="connsiteY38615" fmla="*/ 2510546 h 5017219"/>
              <a:gd name="connsiteX38616" fmla="*/ 366443 w 5799173"/>
              <a:gd name="connsiteY38616" fmla="*/ 2526997 h 5017219"/>
              <a:gd name="connsiteX38617" fmla="*/ 365362 w 5799173"/>
              <a:gd name="connsiteY38617" fmla="*/ 2526332 h 5017219"/>
              <a:gd name="connsiteX38618" fmla="*/ 356473 w 5799173"/>
              <a:gd name="connsiteY38618" fmla="*/ 2510880 h 5017219"/>
              <a:gd name="connsiteX38619" fmla="*/ 356473 w 5799173"/>
              <a:gd name="connsiteY38619" fmla="*/ 2509633 h 5017219"/>
              <a:gd name="connsiteX38620" fmla="*/ 365362 w 5799173"/>
              <a:gd name="connsiteY38620" fmla="*/ 2494181 h 5017219"/>
              <a:gd name="connsiteX38621" fmla="*/ 366442 w 5799173"/>
              <a:gd name="connsiteY38621" fmla="*/ 2493516 h 5017219"/>
              <a:gd name="connsiteX38622" fmla="*/ 384221 w 5799173"/>
              <a:gd name="connsiteY38622" fmla="*/ 2493516 h 5017219"/>
              <a:gd name="connsiteX38623" fmla="*/ 385302 w 5799173"/>
              <a:gd name="connsiteY38623" fmla="*/ 2494181 h 5017219"/>
              <a:gd name="connsiteX38624" fmla="*/ 394191 w 5799173"/>
              <a:gd name="connsiteY38624" fmla="*/ 2509633 h 5017219"/>
              <a:gd name="connsiteX38625" fmla="*/ 394192 w 5799173"/>
              <a:gd name="connsiteY38625" fmla="*/ 2510880 h 5017219"/>
              <a:gd name="connsiteX38626" fmla="*/ 385301 w 5799173"/>
              <a:gd name="connsiteY38626" fmla="*/ 2526332 h 5017219"/>
              <a:gd name="connsiteX38627" fmla="*/ 384221 w 5799173"/>
              <a:gd name="connsiteY38627" fmla="*/ 2526997 h 5017219"/>
              <a:gd name="connsiteX38628" fmla="*/ 426548 w 5799173"/>
              <a:gd name="connsiteY38628" fmla="*/ 2543197 h 5017219"/>
              <a:gd name="connsiteX38629" fmla="*/ 425467 w 5799173"/>
              <a:gd name="connsiteY38629" fmla="*/ 2542531 h 5017219"/>
              <a:gd name="connsiteX38630" fmla="*/ 416496 w 5799173"/>
              <a:gd name="connsiteY38630" fmla="*/ 2526996 h 5017219"/>
              <a:gd name="connsiteX38631" fmla="*/ 416496 w 5799173"/>
              <a:gd name="connsiteY38631" fmla="*/ 2525750 h 5017219"/>
              <a:gd name="connsiteX38632" fmla="*/ 425468 w 5799173"/>
              <a:gd name="connsiteY38632" fmla="*/ 2510214 h 5017219"/>
              <a:gd name="connsiteX38633" fmla="*/ 426547 w 5799173"/>
              <a:gd name="connsiteY38633" fmla="*/ 2509549 h 5017219"/>
              <a:gd name="connsiteX38634" fmla="*/ 444411 w 5799173"/>
              <a:gd name="connsiteY38634" fmla="*/ 2509550 h 5017219"/>
              <a:gd name="connsiteX38635" fmla="*/ 445491 w 5799173"/>
              <a:gd name="connsiteY38635" fmla="*/ 2510215 h 5017219"/>
              <a:gd name="connsiteX38636" fmla="*/ 454463 w 5799173"/>
              <a:gd name="connsiteY38636" fmla="*/ 2525749 h 5017219"/>
              <a:gd name="connsiteX38637" fmla="*/ 454462 w 5799173"/>
              <a:gd name="connsiteY38637" fmla="*/ 2526995 h 5017219"/>
              <a:gd name="connsiteX38638" fmla="*/ 445491 w 5799173"/>
              <a:gd name="connsiteY38638" fmla="*/ 2542531 h 5017219"/>
              <a:gd name="connsiteX38639" fmla="*/ 444411 w 5799173"/>
              <a:gd name="connsiteY38639" fmla="*/ 2543197 h 5017219"/>
              <a:gd name="connsiteX38640" fmla="*/ 908037 w 5799173"/>
              <a:gd name="connsiteY38640" fmla="*/ 2672211 h 5017219"/>
              <a:gd name="connsiteX38641" fmla="*/ 906958 w 5799173"/>
              <a:gd name="connsiteY38641" fmla="*/ 2671546 h 5017219"/>
              <a:gd name="connsiteX38642" fmla="*/ 897985 w 5799173"/>
              <a:gd name="connsiteY38642" fmla="*/ 2656010 h 5017219"/>
              <a:gd name="connsiteX38643" fmla="*/ 897985 w 5799173"/>
              <a:gd name="connsiteY38643" fmla="*/ 2654764 h 5017219"/>
              <a:gd name="connsiteX38644" fmla="*/ 906957 w 5799173"/>
              <a:gd name="connsiteY38644" fmla="*/ 2639229 h 5017219"/>
              <a:gd name="connsiteX38645" fmla="*/ 908037 w 5799173"/>
              <a:gd name="connsiteY38645" fmla="*/ 2638564 h 5017219"/>
              <a:gd name="connsiteX38646" fmla="*/ 925900 w 5799173"/>
              <a:gd name="connsiteY38646" fmla="*/ 2638564 h 5017219"/>
              <a:gd name="connsiteX38647" fmla="*/ 926981 w 5799173"/>
              <a:gd name="connsiteY38647" fmla="*/ 2639229 h 5017219"/>
              <a:gd name="connsiteX38648" fmla="*/ 935953 w 5799173"/>
              <a:gd name="connsiteY38648" fmla="*/ 2654764 h 5017219"/>
              <a:gd name="connsiteX38649" fmla="*/ 935953 w 5799173"/>
              <a:gd name="connsiteY38649" fmla="*/ 2656010 h 5017219"/>
              <a:gd name="connsiteX38650" fmla="*/ 926980 w 5799173"/>
              <a:gd name="connsiteY38650" fmla="*/ 2671546 h 5017219"/>
              <a:gd name="connsiteX38651" fmla="*/ 925901 w 5799173"/>
              <a:gd name="connsiteY38651" fmla="*/ 2672211 h 5017219"/>
              <a:gd name="connsiteX38652" fmla="*/ 667137 w 5799173"/>
              <a:gd name="connsiteY38652" fmla="*/ 2608048 h 5017219"/>
              <a:gd name="connsiteX38653" fmla="*/ 666056 w 5799173"/>
              <a:gd name="connsiteY38653" fmla="*/ 2607383 h 5017219"/>
              <a:gd name="connsiteX38654" fmla="*/ 656918 w 5799173"/>
              <a:gd name="connsiteY38654" fmla="*/ 2591515 h 5017219"/>
              <a:gd name="connsiteX38655" fmla="*/ 656918 w 5799173"/>
              <a:gd name="connsiteY38655" fmla="*/ 2590186 h 5017219"/>
              <a:gd name="connsiteX38656" fmla="*/ 666056 w 5799173"/>
              <a:gd name="connsiteY38656" fmla="*/ 2574318 h 5017219"/>
              <a:gd name="connsiteX38657" fmla="*/ 667136 w 5799173"/>
              <a:gd name="connsiteY38657" fmla="*/ 2573653 h 5017219"/>
              <a:gd name="connsiteX38658" fmla="*/ 685414 w 5799173"/>
              <a:gd name="connsiteY38658" fmla="*/ 2573653 h 5017219"/>
              <a:gd name="connsiteX38659" fmla="*/ 686494 w 5799173"/>
              <a:gd name="connsiteY38659" fmla="*/ 2574318 h 5017219"/>
              <a:gd name="connsiteX38660" fmla="*/ 695633 w 5799173"/>
              <a:gd name="connsiteY38660" fmla="*/ 2590186 h 5017219"/>
              <a:gd name="connsiteX38661" fmla="*/ 695633 w 5799173"/>
              <a:gd name="connsiteY38661" fmla="*/ 2591515 h 5017219"/>
              <a:gd name="connsiteX38662" fmla="*/ 686494 w 5799173"/>
              <a:gd name="connsiteY38662" fmla="*/ 2607383 h 5017219"/>
              <a:gd name="connsiteX38663" fmla="*/ 685414 w 5799173"/>
              <a:gd name="connsiteY38663" fmla="*/ 2608048 h 5017219"/>
              <a:gd name="connsiteX38664" fmla="*/ 546660 w 5799173"/>
              <a:gd name="connsiteY38664" fmla="*/ 2575958 h 5017219"/>
              <a:gd name="connsiteX38665" fmla="*/ 545496 w 5799173"/>
              <a:gd name="connsiteY38665" fmla="*/ 2575292 h 5017219"/>
              <a:gd name="connsiteX38666" fmla="*/ 536274 w 5799173"/>
              <a:gd name="connsiteY38666" fmla="*/ 2559341 h 5017219"/>
              <a:gd name="connsiteX38667" fmla="*/ 536274 w 5799173"/>
              <a:gd name="connsiteY38667" fmla="*/ 2558012 h 5017219"/>
              <a:gd name="connsiteX38668" fmla="*/ 545497 w 5799173"/>
              <a:gd name="connsiteY38668" fmla="*/ 2542062 h 5017219"/>
              <a:gd name="connsiteX38669" fmla="*/ 546660 w 5799173"/>
              <a:gd name="connsiteY38669" fmla="*/ 2541396 h 5017219"/>
              <a:gd name="connsiteX38670" fmla="*/ 565102 w 5799173"/>
              <a:gd name="connsiteY38670" fmla="*/ 2541396 h 5017219"/>
              <a:gd name="connsiteX38671" fmla="*/ 566266 w 5799173"/>
              <a:gd name="connsiteY38671" fmla="*/ 2542061 h 5017219"/>
              <a:gd name="connsiteX38672" fmla="*/ 575487 w 5799173"/>
              <a:gd name="connsiteY38672" fmla="*/ 2558013 h 5017219"/>
              <a:gd name="connsiteX38673" fmla="*/ 575487 w 5799173"/>
              <a:gd name="connsiteY38673" fmla="*/ 2559342 h 5017219"/>
              <a:gd name="connsiteX38674" fmla="*/ 566266 w 5799173"/>
              <a:gd name="connsiteY38674" fmla="*/ 2575293 h 5017219"/>
              <a:gd name="connsiteX38675" fmla="*/ 565102 w 5799173"/>
              <a:gd name="connsiteY38675" fmla="*/ 2575957 h 5017219"/>
              <a:gd name="connsiteX38676" fmla="*/ 606845 w 5799173"/>
              <a:gd name="connsiteY38676" fmla="*/ 2592084 h 5017219"/>
              <a:gd name="connsiteX38677" fmla="*/ 605682 w 5799173"/>
              <a:gd name="connsiteY38677" fmla="*/ 2591419 h 5017219"/>
              <a:gd name="connsiteX38678" fmla="*/ 596460 w 5799173"/>
              <a:gd name="connsiteY38678" fmla="*/ 2575468 h 5017219"/>
              <a:gd name="connsiteX38679" fmla="*/ 596460 w 5799173"/>
              <a:gd name="connsiteY38679" fmla="*/ 2574139 h 5017219"/>
              <a:gd name="connsiteX38680" fmla="*/ 605683 w 5799173"/>
              <a:gd name="connsiteY38680" fmla="*/ 2558188 h 5017219"/>
              <a:gd name="connsiteX38681" fmla="*/ 606845 w 5799173"/>
              <a:gd name="connsiteY38681" fmla="*/ 2557523 h 5017219"/>
              <a:gd name="connsiteX38682" fmla="*/ 625288 w 5799173"/>
              <a:gd name="connsiteY38682" fmla="*/ 2557523 h 5017219"/>
              <a:gd name="connsiteX38683" fmla="*/ 626451 w 5799173"/>
              <a:gd name="connsiteY38683" fmla="*/ 2558188 h 5017219"/>
              <a:gd name="connsiteX38684" fmla="*/ 635673 w 5799173"/>
              <a:gd name="connsiteY38684" fmla="*/ 2574139 h 5017219"/>
              <a:gd name="connsiteX38685" fmla="*/ 635673 w 5799173"/>
              <a:gd name="connsiteY38685" fmla="*/ 2575468 h 5017219"/>
              <a:gd name="connsiteX38686" fmla="*/ 626452 w 5799173"/>
              <a:gd name="connsiteY38686" fmla="*/ 2591419 h 5017219"/>
              <a:gd name="connsiteX38687" fmla="*/ 625288 w 5799173"/>
              <a:gd name="connsiteY38687" fmla="*/ 2592084 h 5017219"/>
              <a:gd name="connsiteX38688" fmla="*/ 486471 w 5799173"/>
              <a:gd name="connsiteY38688" fmla="*/ 2559924 h 5017219"/>
              <a:gd name="connsiteX38689" fmla="*/ 485308 w 5799173"/>
              <a:gd name="connsiteY38689" fmla="*/ 2559260 h 5017219"/>
              <a:gd name="connsiteX38690" fmla="*/ 476085 w 5799173"/>
              <a:gd name="connsiteY38690" fmla="*/ 2543225 h 5017219"/>
              <a:gd name="connsiteX38691" fmla="*/ 476086 w 5799173"/>
              <a:gd name="connsiteY38691" fmla="*/ 2541897 h 5017219"/>
              <a:gd name="connsiteX38692" fmla="*/ 485308 w 5799173"/>
              <a:gd name="connsiteY38692" fmla="*/ 2525862 h 5017219"/>
              <a:gd name="connsiteX38693" fmla="*/ 486471 w 5799173"/>
              <a:gd name="connsiteY38693" fmla="*/ 2525197 h 5017219"/>
              <a:gd name="connsiteX38694" fmla="*/ 504997 w 5799173"/>
              <a:gd name="connsiteY38694" fmla="*/ 2525197 h 5017219"/>
              <a:gd name="connsiteX38695" fmla="*/ 506160 w 5799173"/>
              <a:gd name="connsiteY38695" fmla="*/ 2525862 h 5017219"/>
              <a:gd name="connsiteX38696" fmla="*/ 515382 w 5799173"/>
              <a:gd name="connsiteY38696" fmla="*/ 2541896 h 5017219"/>
              <a:gd name="connsiteX38697" fmla="*/ 515382 w 5799173"/>
              <a:gd name="connsiteY38697" fmla="*/ 2543225 h 5017219"/>
              <a:gd name="connsiteX38698" fmla="*/ 506160 w 5799173"/>
              <a:gd name="connsiteY38698" fmla="*/ 2559260 h 5017219"/>
              <a:gd name="connsiteX38699" fmla="*/ 504997 w 5799173"/>
              <a:gd name="connsiteY38699" fmla="*/ 2559924 h 5017219"/>
              <a:gd name="connsiteX38700" fmla="*/ 727216 w 5799173"/>
              <a:gd name="connsiteY38700" fmla="*/ 2624432 h 5017219"/>
              <a:gd name="connsiteX38701" fmla="*/ 726052 w 5799173"/>
              <a:gd name="connsiteY38701" fmla="*/ 2623768 h 5017219"/>
              <a:gd name="connsiteX38702" fmla="*/ 716830 w 5799173"/>
              <a:gd name="connsiteY38702" fmla="*/ 2607733 h 5017219"/>
              <a:gd name="connsiteX38703" fmla="*/ 716831 w 5799173"/>
              <a:gd name="connsiteY38703" fmla="*/ 2606404 h 5017219"/>
              <a:gd name="connsiteX38704" fmla="*/ 726052 w 5799173"/>
              <a:gd name="connsiteY38704" fmla="*/ 2590370 h 5017219"/>
              <a:gd name="connsiteX38705" fmla="*/ 727216 w 5799173"/>
              <a:gd name="connsiteY38705" fmla="*/ 2589705 h 5017219"/>
              <a:gd name="connsiteX38706" fmla="*/ 745741 w 5799173"/>
              <a:gd name="connsiteY38706" fmla="*/ 2589705 h 5017219"/>
              <a:gd name="connsiteX38707" fmla="*/ 746905 w 5799173"/>
              <a:gd name="connsiteY38707" fmla="*/ 2590370 h 5017219"/>
              <a:gd name="connsiteX38708" fmla="*/ 756126 w 5799173"/>
              <a:gd name="connsiteY38708" fmla="*/ 2606403 h 5017219"/>
              <a:gd name="connsiteX38709" fmla="*/ 756126 w 5799173"/>
              <a:gd name="connsiteY38709" fmla="*/ 2607733 h 5017219"/>
              <a:gd name="connsiteX38710" fmla="*/ 746905 w 5799173"/>
              <a:gd name="connsiteY38710" fmla="*/ 2623768 h 5017219"/>
              <a:gd name="connsiteX38711" fmla="*/ 745741 w 5799173"/>
              <a:gd name="connsiteY38711" fmla="*/ 2624432 h 5017219"/>
              <a:gd name="connsiteX38712" fmla="*/ 787402 w 5799173"/>
              <a:gd name="connsiteY38712" fmla="*/ 2640559 h 5017219"/>
              <a:gd name="connsiteX38713" fmla="*/ 786239 w 5799173"/>
              <a:gd name="connsiteY38713" fmla="*/ 2639895 h 5017219"/>
              <a:gd name="connsiteX38714" fmla="*/ 777017 w 5799173"/>
              <a:gd name="connsiteY38714" fmla="*/ 2623860 h 5017219"/>
              <a:gd name="connsiteX38715" fmla="*/ 777017 w 5799173"/>
              <a:gd name="connsiteY38715" fmla="*/ 2622531 h 5017219"/>
              <a:gd name="connsiteX38716" fmla="*/ 786239 w 5799173"/>
              <a:gd name="connsiteY38716" fmla="*/ 2606497 h 5017219"/>
              <a:gd name="connsiteX38717" fmla="*/ 787402 w 5799173"/>
              <a:gd name="connsiteY38717" fmla="*/ 2605832 h 5017219"/>
              <a:gd name="connsiteX38718" fmla="*/ 805928 w 5799173"/>
              <a:gd name="connsiteY38718" fmla="*/ 2605832 h 5017219"/>
              <a:gd name="connsiteX38719" fmla="*/ 807091 w 5799173"/>
              <a:gd name="connsiteY38719" fmla="*/ 2606497 h 5017219"/>
              <a:gd name="connsiteX38720" fmla="*/ 816313 w 5799173"/>
              <a:gd name="connsiteY38720" fmla="*/ 2622531 h 5017219"/>
              <a:gd name="connsiteX38721" fmla="*/ 816313 w 5799173"/>
              <a:gd name="connsiteY38721" fmla="*/ 2623860 h 5017219"/>
              <a:gd name="connsiteX38722" fmla="*/ 807091 w 5799173"/>
              <a:gd name="connsiteY38722" fmla="*/ 2639895 h 5017219"/>
              <a:gd name="connsiteX38723" fmla="*/ 805928 w 5799173"/>
              <a:gd name="connsiteY38723" fmla="*/ 2640559 h 5017219"/>
              <a:gd name="connsiteX38724" fmla="*/ 3074480 w 5799173"/>
              <a:gd name="connsiteY38724" fmla="*/ 3253379 h 5017219"/>
              <a:gd name="connsiteX38725" fmla="*/ 3073316 w 5799173"/>
              <a:gd name="connsiteY38725" fmla="*/ 3252715 h 5017219"/>
              <a:gd name="connsiteX38726" fmla="*/ 3064095 w 5799173"/>
              <a:gd name="connsiteY38726" fmla="*/ 3236680 h 5017219"/>
              <a:gd name="connsiteX38727" fmla="*/ 3064095 w 5799173"/>
              <a:gd name="connsiteY38727" fmla="*/ 3235351 h 5017219"/>
              <a:gd name="connsiteX38728" fmla="*/ 3073316 w 5799173"/>
              <a:gd name="connsiteY38728" fmla="*/ 3219317 h 5017219"/>
              <a:gd name="connsiteX38729" fmla="*/ 3074480 w 5799173"/>
              <a:gd name="connsiteY38729" fmla="*/ 3218652 h 5017219"/>
              <a:gd name="connsiteX38730" fmla="*/ 3093006 w 5799173"/>
              <a:gd name="connsiteY38730" fmla="*/ 3218652 h 5017219"/>
              <a:gd name="connsiteX38731" fmla="*/ 3094169 w 5799173"/>
              <a:gd name="connsiteY38731" fmla="*/ 3219317 h 5017219"/>
              <a:gd name="connsiteX38732" fmla="*/ 3103391 w 5799173"/>
              <a:gd name="connsiteY38732" fmla="*/ 3235351 h 5017219"/>
              <a:gd name="connsiteX38733" fmla="*/ 3103391 w 5799173"/>
              <a:gd name="connsiteY38733" fmla="*/ 3236680 h 5017219"/>
              <a:gd name="connsiteX38734" fmla="*/ 3094169 w 5799173"/>
              <a:gd name="connsiteY38734" fmla="*/ 3252715 h 5017219"/>
              <a:gd name="connsiteX38735" fmla="*/ 3093006 w 5799173"/>
              <a:gd name="connsiteY38735" fmla="*/ 3253379 h 5017219"/>
              <a:gd name="connsiteX38736" fmla="*/ 847507 w 5799173"/>
              <a:gd name="connsiteY38736" fmla="*/ 2656758 h 5017219"/>
              <a:gd name="connsiteX38737" fmla="*/ 846343 w 5799173"/>
              <a:gd name="connsiteY38737" fmla="*/ 2656094 h 5017219"/>
              <a:gd name="connsiteX38738" fmla="*/ 837038 w 5799173"/>
              <a:gd name="connsiteY38738" fmla="*/ 2639975 h 5017219"/>
              <a:gd name="connsiteX38739" fmla="*/ 837038 w 5799173"/>
              <a:gd name="connsiteY38739" fmla="*/ 2638647 h 5017219"/>
              <a:gd name="connsiteX38740" fmla="*/ 846343 w 5799173"/>
              <a:gd name="connsiteY38740" fmla="*/ 2622530 h 5017219"/>
              <a:gd name="connsiteX38741" fmla="*/ 847506 w 5799173"/>
              <a:gd name="connsiteY38741" fmla="*/ 2621865 h 5017219"/>
              <a:gd name="connsiteX38742" fmla="*/ 866116 w 5799173"/>
              <a:gd name="connsiteY38742" fmla="*/ 2621865 h 5017219"/>
              <a:gd name="connsiteX38743" fmla="*/ 867280 w 5799173"/>
              <a:gd name="connsiteY38743" fmla="*/ 2622530 h 5017219"/>
              <a:gd name="connsiteX38744" fmla="*/ 876584 w 5799173"/>
              <a:gd name="connsiteY38744" fmla="*/ 2638647 h 5017219"/>
              <a:gd name="connsiteX38745" fmla="*/ 876584 w 5799173"/>
              <a:gd name="connsiteY38745" fmla="*/ 2639976 h 5017219"/>
              <a:gd name="connsiteX38746" fmla="*/ 867280 w 5799173"/>
              <a:gd name="connsiteY38746" fmla="*/ 2656094 h 5017219"/>
              <a:gd name="connsiteX38747" fmla="*/ 866116 w 5799173"/>
              <a:gd name="connsiteY38747" fmla="*/ 2656758 h 5017219"/>
              <a:gd name="connsiteX38748" fmla="*/ 1027796 w 5799173"/>
              <a:gd name="connsiteY38748" fmla="*/ 2705634 h 5017219"/>
              <a:gd name="connsiteX38749" fmla="*/ 1026633 w 5799173"/>
              <a:gd name="connsiteY38749" fmla="*/ 2704969 h 5017219"/>
              <a:gd name="connsiteX38750" fmla="*/ 1017079 w 5799173"/>
              <a:gd name="connsiteY38750" fmla="*/ 2688437 h 5017219"/>
              <a:gd name="connsiteX38751" fmla="*/ 1017079 w 5799173"/>
              <a:gd name="connsiteY38751" fmla="*/ 2687107 h 5017219"/>
              <a:gd name="connsiteX38752" fmla="*/ 1026633 w 5799173"/>
              <a:gd name="connsiteY38752" fmla="*/ 2670574 h 5017219"/>
              <a:gd name="connsiteX38753" fmla="*/ 1027796 w 5799173"/>
              <a:gd name="connsiteY38753" fmla="*/ 2669910 h 5017219"/>
              <a:gd name="connsiteX38754" fmla="*/ 1046904 w 5799173"/>
              <a:gd name="connsiteY38754" fmla="*/ 2669910 h 5017219"/>
              <a:gd name="connsiteX38755" fmla="*/ 1048067 w 5799173"/>
              <a:gd name="connsiteY38755" fmla="*/ 2670575 h 5017219"/>
              <a:gd name="connsiteX38756" fmla="*/ 1057621 w 5799173"/>
              <a:gd name="connsiteY38756" fmla="*/ 2687107 h 5017219"/>
              <a:gd name="connsiteX38757" fmla="*/ 1057621 w 5799173"/>
              <a:gd name="connsiteY38757" fmla="*/ 2688437 h 5017219"/>
              <a:gd name="connsiteX38758" fmla="*/ 1048066 w 5799173"/>
              <a:gd name="connsiteY38758" fmla="*/ 2704969 h 5017219"/>
              <a:gd name="connsiteX38759" fmla="*/ 1046904 w 5799173"/>
              <a:gd name="connsiteY38759" fmla="*/ 2705634 h 5017219"/>
              <a:gd name="connsiteX38760" fmla="*/ 4217665 w 5799173"/>
              <a:gd name="connsiteY38760" fmla="*/ 3560357 h 5017219"/>
              <a:gd name="connsiteX38761" fmla="*/ 4216502 w 5799173"/>
              <a:gd name="connsiteY38761" fmla="*/ 3559692 h 5017219"/>
              <a:gd name="connsiteX38762" fmla="*/ 4206948 w 5799173"/>
              <a:gd name="connsiteY38762" fmla="*/ 3543160 h 5017219"/>
              <a:gd name="connsiteX38763" fmla="*/ 4206948 w 5799173"/>
              <a:gd name="connsiteY38763" fmla="*/ 3541830 h 5017219"/>
              <a:gd name="connsiteX38764" fmla="*/ 4216503 w 5799173"/>
              <a:gd name="connsiteY38764" fmla="*/ 3525298 h 5017219"/>
              <a:gd name="connsiteX38765" fmla="*/ 4217665 w 5799173"/>
              <a:gd name="connsiteY38765" fmla="*/ 3524633 h 5017219"/>
              <a:gd name="connsiteX38766" fmla="*/ 4236773 w 5799173"/>
              <a:gd name="connsiteY38766" fmla="*/ 3524633 h 5017219"/>
              <a:gd name="connsiteX38767" fmla="*/ 4237936 w 5799173"/>
              <a:gd name="connsiteY38767" fmla="*/ 3525298 h 5017219"/>
              <a:gd name="connsiteX38768" fmla="*/ 4247490 w 5799173"/>
              <a:gd name="connsiteY38768" fmla="*/ 3541830 h 5017219"/>
              <a:gd name="connsiteX38769" fmla="*/ 4247490 w 5799173"/>
              <a:gd name="connsiteY38769" fmla="*/ 3543160 h 5017219"/>
              <a:gd name="connsiteX38770" fmla="*/ 4237936 w 5799173"/>
              <a:gd name="connsiteY38770" fmla="*/ 3559692 h 5017219"/>
              <a:gd name="connsiteX38771" fmla="*/ 4236773 w 5799173"/>
              <a:gd name="connsiteY38771" fmla="*/ 3560357 h 5017219"/>
              <a:gd name="connsiteX38772" fmla="*/ 1148083 w 5799173"/>
              <a:gd name="connsiteY38772" fmla="*/ 2738064 h 5017219"/>
              <a:gd name="connsiteX38773" fmla="*/ 1146920 w 5799173"/>
              <a:gd name="connsiteY38773" fmla="*/ 2737400 h 5017219"/>
              <a:gd name="connsiteX38774" fmla="*/ 1137283 w 5799173"/>
              <a:gd name="connsiteY38774" fmla="*/ 2720701 h 5017219"/>
              <a:gd name="connsiteX38775" fmla="*/ 1137283 w 5799173"/>
              <a:gd name="connsiteY38775" fmla="*/ 2719372 h 5017219"/>
              <a:gd name="connsiteX38776" fmla="*/ 1146920 w 5799173"/>
              <a:gd name="connsiteY38776" fmla="*/ 2702673 h 5017219"/>
              <a:gd name="connsiteX38777" fmla="*/ 1148083 w 5799173"/>
              <a:gd name="connsiteY38777" fmla="*/ 2702008 h 5017219"/>
              <a:gd name="connsiteX38778" fmla="*/ 1167440 w 5799173"/>
              <a:gd name="connsiteY38778" fmla="*/ 2702008 h 5017219"/>
              <a:gd name="connsiteX38779" fmla="*/ 1168604 w 5799173"/>
              <a:gd name="connsiteY38779" fmla="*/ 2702673 h 5017219"/>
              <a:gd name="connsiteX38780" fmla="*/ 1178241 w 5799173"/>
              <a:gd name="connsiteY38780" fmla="*/ 2719372 h 5017219"/>
              <a:gd name="connsiteX38781" fmla="*/ 1178241 w 5799173"/>
              <a:gd name="connsiteY38781" fmla="*/ 2720701 h 5017219"/>
              <a:gd name="connsiteX38782" fmla="*/ 1168604 w 5799173"/>
              <a:gd name="connsiteY38782" fmla="*/ 2737400 h 5017219"/>
              <a:gd name="connsiteX38783" fmla="*/ 1167440 w 5799173"/>
              <a:gd name="connsiteY38783" fmla="*/ 2738064 h 5017219"/>
              <a:gd name="connsiteX38784" fmla="*/ 3134229 w 5799173"/>
              <a:gd name="connsiteY38784" fmla="*/ 3270250 h 5017219"/>
              <a:gd name="connsiteX38785" fmla="*/ 3133065 w 5799173"/>
              <a:gd name="connsiteY38785" fmla="*/ 3269586 h 5017219"/>
              <a:gd name="connsiteX38786" fmla="*/ 3123429 w 5799173"/>
              <a:gd name="connsiteY38786" fmla="*/ 3252887 h 5017219"/>
              <a:gd name="connsiteX38787" fmla="*/ 3123429 w 5799173"/>
              <a:gd name="connsiteY38787" fmla="*/ 3251558 h 5017219"/>
              <a:gd name="connsiteX38788" fmla="*/ 3133065 w 5799173"/>
              <a:gd name="connsiteY38788" fmla="*/ 3234859 h 5017219"/>
              <a:gd name="connsiteX38789" fmla="*/ 3134229 w 5799173"/>
              <a:gd name="connsiteY38789" fmla="*/ 3234194 h 5017219"/>
              <a:gd name="connsiteX38790" fmla="*/ 3153586 w 5799173"/>
              <a:gd name="connsiteY38790" fmla="*/ 3234194 h 5017219"/>
              <a:gd name="connsiteX38791" fmla="*/ 3154749 w 5799173"/>
              <a:gd name="connsiteY38791" fmla="*/ 3234859 h 5017219"/>
              <a:gd name="connsiteX38792" fmla="*/ 3164387 w 5799173"/>
              <a:gd name="connsiteY38792" fmla="*/ 3251558 h 5017219"/>
              <a:gd name="connsiteX38793" fmla="*/ 3164387 w 5799173"/>
              <a:gd name="connsiteY38793" fmla="*/ 3252887 h 5017219"/>
              <a:gd name="connsiteX38794" fmla="*/ 3154749 w 5799173"/>
              <a:gd name="connsiteY38794" fmla="*/ 3269586 h 5017219"/>
              <a:gd name="connsiteX38795" fmla="*/ 3153586 w 5799173"/>
              <a:gd name="connsiteY38795" fmla="*/ 3270250 h 5017219"/>
              <a:gd name="connsiteX38796" fmla="*/ 1328508 w 5799173"/>
              <a:gd name="connsiteY38796" fmla="*/ 2786606 h 5017219"/>
              <a:gd name="connsiteX38797" fmla="*/ 1327345 w 5799173"/>
              <a:gd name="connsiteY38797" fmla="*/ 2785941 h 5017219"/>
              <a:gd name="connsiteX38798" fmla="*/ 1317625 w 5799173"/>
              <a:gd name="connsiteY38798" fmla="*/ 2768993 h 5017219"/>
              <a:gd name="connsiteX38799" fmla="*/ 1317625 w 5799173"/>
              <a:gd name="connsiteY38799" fmla="*/ 2767581 h 5017219"/>
              <a:gd name="connsiteX38800" fmla="*/ 1327428 w 5799173"/>
              <a:gd name="connsiteY38800" fmla="*/ 2750633 h 5017219"/>
              <a:gd name="connsiteX38801" fmla="*/ 1328592 w 5799173"/>
              <a:gd name="connsiteY38801" fmla="*/ 2749968 h 5017219"/>
              <a:gd name="connsiteX38802" fmla="*/ 1348115 w 5799173"/>
              <a:gd name="connsiteY38802" fmla="*/ 2749968 h 5017219"/>
              <a:gd name="connsiteX38803" fmla="*/ 1349278 w 5799173"/>
              <a:gd name="connsiteY38803" fmla="*/ 2750633 h 5017219"/>
              <a:gd name="connsiteX38804" fmla="*/ 1358998 w 5799173"/>
              <a:gd name="connsiteY38804" fmla="*/ 2767581 h 5017219"/>
              <a:gd name="connsiteX38805" fmla="*/ 1358998 w 5799173"/>
              <a:gd name="connsiteY38805" fmla="*/ 2768993 h 5017219"/>
              <a:gd name="connsiteX38806" fmla="*/ 1349195 w 5799173"/>
              <a:gd name="connsiteY38806" fmla="*/ 2785941 h 5017219"/>
              <a:gd name="connsiteX38807" fmla="*/ 1348032 w 5799173"/>
              <a:gd name="connsiteY38807" fmla="*/ 2786606 h 5017219"/>
              <a:gd name="connsiteX38808" fmla="*/ 3254468 w 5799173"/>
              <a:gd name="connsiteY38808" fmla="*/ 3302665 h 5017219"/>
              <a:gd name="connsiteX38809" fmla="*/ 3253305 w 5799173"/>
              <a:gd name="connsiteY38809" fmla="*/ 3302000 h 5017219"/>
              <a:gd name="connsiteX38810" fmla="*/ 3243584 w 5799173"/>
              <a:gd name="connsiteY38810" fmla="*/ 3285052 h 5017219"/>
              <a:gd name="connsiteX38811" fmla="*/ 3243585 w 5799173"/>
              <a:gd name="connsiteY38811" fmla="*/ 3283640 h 5017219"/>
              <a:gd name="connsiteX38812" fmla="*/ 3253388 w 5799173"/>
              <a:gd name="connsiteY38812" fmla="*/ 3266692 h 5017219"/>
              <a:gd name="connsiteX38813" fmla="*/ 3254551 w 5799173"/>
              <a:gd name="connsiteY38813" fmla="*/ 3266027 h 5017219"/>
              <a:gd name="connsiteX38814" fmla="*/ 3274075 w 5799173"/>
              <a:gd name="connsiteY38814" fmla="*/ 3266027 h 5017219"/>
              <a:gd name="connsiteX38815" fmla="*/ 3275238 w 5799173"/>
              <a:gd name="connsiteY38815" fmla="*/ 3266692 h 5017219"/>
              <a:gd name="connsiteX38816" fmla="*/ 3284958 w 5799173"/>
              <a:gd name="connsiteY38816" fmla="*/ 3283640 h 5017219"/>
              <a:gd name="connsiteX38817" fmla="*/ 3284958 w 5799173"/>
              <a:gd name="connsiteY38817" fmla="*/ 3285052 h 5017219"/>
              <a:gd name="connsiteX38818" fmla="*/ 3275155 w 5799173"/>
              <a:gd name="connsiteY38818" fmla="*/ 3302000 h 5017219"/>
              <a:gd name="connsiteX38819" fmla="*/ 3273991 w 5799173"/>
              <a:gd name="connsiteY38819" fmla="*/ 3302665 h 5017219"/>
              <a:gd name="connsiteX38820" fmla="*/ 1208138 w 5799173"/>
              <a:gd name="connsiteY38820" fmla="*/ 2754433 h 5017219"/>
              <a:gd name="connsiteX38821" fmla="*/ 1206974 w 5799173"/>
              <a:gd name="connsiteY38821" fmla="*/ 2753768 h 5017219"/>
              <a:gd name="connsiteX38822" fmla="*/ 1197171 w 5799173"/>
              <a:gd name="connsiteY38822" fmla="*/ 2736737 h 5017219"/>
              <a:gd name="connsiteX38823" fmla="*/ 1197171 w 5799173"/>
              <a:gd name="connsiteY38823" fmla="*/ 2735325 h 5017219"/>
              <a:gd name="connsiteX38824" fmla="*/ 1206974 w 5799173"/>
              <a:gd name="connsiteY38824" fmla="*/ 2718294 h 5017219"/>
              <a:gd name="connsiteX38825" fmla="*/ 1208137 w 5799173"/>
              <a:gd name="connsiteY38825" fmla="*/ 2717629 h 5017219"/>
              <a:gd name="connsiteX38826" fmla="*/ 1227744 w 5799173"/>
              <a:gd name="connsiteY38826" fmla="*/ 2717629 h 5017219"/>
              <a:gd name="connsiteX38827" fmla="*/ 1228907 w 5799173"/>
              <a:gd name="connsiteY38827" fmla="*/ 2718294 h 5017219"/>
              <a:gd name="connsiteX38828" fmla="*/ 1238711 w 5799173"/>
              <a:gd name="connsiteY38828" fmla="*/ 2735325 h 5017219"/>
              <a:gd name="connsiteX38829" fmla="*/ 1238711 w 5799173"/>
              <a:gd name="connsiteY38829" fmla="*/ 2736738 h 5017219"/>
              <a:gd name="connsiteX38830" fmla="*/ 1228907 w 5799173"/>
              <a:gd name="connsiteY38830" fmla="*/ 2753768 h 5017219"/>
              <a:gd name="connsiteX38831" fmla="*/ 1227743 w 5799173"/>
              <a:gd name="connsiteY38831" fmla="*/ 2754433 h 5017219"/>
              <a:gd name="connsiteX38832" fmla="*/ 1087661 w 5799173"/>
              <a:gd name="connsiteY38832" fmla="*/ 2722333 h 5017219"/>
              <a:gd name="connsiteX38833" fmla="*/ 1086415 w 5799173"/>
              <a:gd name="connsiteY38833" fmla="*/ 2721669 h 5017219"/>
              <a:gd name="connsiteX38834" fmla="*/ 1076529 w 5799173"/>
              <a:gd name="connsiteY38834" fmla="*/ 2704554 h 5017219"/>
              <a:gd name="connsiteX38835" fmla="*/ 1076529 w 5799173"/>
              <a:gd name="connsiteY38835" fmla="*/ 2703142 h 5017219"/>
              <a:gd name="connsiteX38836" fmla="*/ 1086415 w 5799173"/>
              <a:gd name="connsiteY38836" fmla="*/ 2686028 h 5017219"/>
              <a:gd name="connsiteX38837" fmla="*/ 1087661 w 5799173"/>
              <a:gd name="connsiteY38837" fmla="*/ 2685363 h 5017219"/>
              <a:gd name="connsiteX38838" fmla="*/ 1107351 w 5799173"/>
              <a:gd name="connsiteY38838" fmla="*/ 2685363 h 5017219"/>
              <a:gd name="connsiteX38839" fmla="*/ 1108598 w 5799173"/>
              <a:gd name="connsiteY38839" fmla="*/ 2686028 h 5017219"/>
              <a:gd name="connsiteX38840" fmla="*/ 1118484 w 5799173"/>
              <a:gd name="connsiteY38840" fmla="*/ 2703142 h 5017219"/>
              <a:gd name="connsiteX38841" fmla="*/ 1118484 w 5799173"/>
              <a:gd name="connsiteY38841" fmla="*/ 2704554 h 5017219"/>
              <a:gd name="connsiteX38842" fmla="*/ 1108598 w 5799173"/>
              <a:gd name="connsiteY38842" fmla="*/ 2721669 h 5017219"/>
              <a:gd name="connsiteX38843" fmla="*/ 1107351 w 5799173"/>
              <a:gd name="connsiteY38843" fmla="*/ 2722333 h 5017219"/>
              <a:gd name="connsiteX38844" fmla="*/ 3194180 w 5799173"/>
              <a:gd name="connsiteY38844" fmla="*/ 3286773 h 5017219"/>
              <a:gd name="connsiteX38845" fmla="*/ 3193016 w 5799173"/>
              <a:gd name="connsiteY38845" fmla="*/ 3286109 h 5017219"/>
              <a:gd name="connsiteX38846" fmla="*/ 3183130 w 5799173"/>
              <a:gd name="connsiteY38846" fmla="*/ 3268994 h 5017219"/>
              <a:gd name="connsiteX38847" fmla="*/ 3183130 w 5799173"/>
              <a:gd name="connsiteY38847" fmla="*/ 3267582 h 5017219"/>
              <a:gd name="connsiteX38848" fmla="*/ 3193016 w 5799173"/>
              <a:gd name="connsiteY38848" fmla="*/ 3250468 h 5017219"/>
              <a:gd name="connsiteX38849" fmla="*/ 3194180 w 5799173"/>
              <a:gd name="connsiteY38849" fmla="*/ 3249803 h 5017219"/>
              <a:gd name="connsiteX38850" fmla="*/ 3213869 w 5799173"/>
              <a:gd name="connsiteY38850" fmla="*/ 3249803 h 5017219"/>
              <a:gd name="connsiteX38851" fmla="*/ 3215032 w 5799173"/>
              <a:gd name="connsiteY38851" fmla="*/ 3250468 h 5017219"/>
              <a:gd name="connsiteX38852" fmla="*/ 3224919 w 5799173"/>
              <a:gd name="connsiteY38852" fmla="*/ 3267582 h 5017219"/>
              <a:gd name="connsiteX38853" fmla="*/ 3224918 w 5799173"/>
              <a:gd name="connsiteY38853" fmla="*/ 3268994 h 5017219"/>
              <a:gd name="connsiteX38854" fmla="*/ 3215032 w 5799173"/>
              <a:gd name="connsiteY38854" fmla="*/ 3286109 h 5017219"/>
              <a:gd name="connsiteX38855" fmla="*/ 3213869 w 5799173"/>
              <a:gd name="connsiteY38855" fmla="*/ 3286773 h 5017219"/>
              <a:gd name="connsiteX38856" fmla="*/ 1268215 w 5799173"/>
              <a:gd name="connsiteY38856" fmla="*/ 2770818 h 5017219"/>
              <a:gd name="connsiteX38857" fmla="*/ 1266970 w 5799173"/>
              <a:gd name="connsiteY38857" fmla="*/ 2770154 h 5017219"/>
              <a:gd name="connsiteX38858" fmla="*/ 1257084 w 5799173"/>
              <a:gd name="connsiteY38858" fmla="*/ 2752956 h 5017219"/>
              <a:gd name="connsiteX38859" fmla="*/ 1257083 w 5799173"/>
              <a:gd name="connsiteY38859" fmla="*/ 2751544 h 5017219"/>
              <a:gd name="connsiteX38860" fmla="*/ 1266970 w 5799173"/>
              <a:gd name="connsiteY38860" fmla="*/ 2734347 h 5017219"/>
              <a:gd name="connsiteX38861" fmla="*/ 1268215 w 5799173"/>
              <a:gd name="connsiteY38861" fmla="*/ 2733682 h 5017219"/>
              <a:gd name="connsiteX38862" fmla="*/ 1288071 w 5799173"/>
              <a:gd name="connsiteY38862" fmla="*/ 2733682 h 5017219"/>
              <a:gd name="connsiteX38863" fmla="*/ 1289318 w 5799173"/>
              <a:gd name="connsiteY38863" fmla="*/ 2734347 h 5017219"/>
              <a:gd name="connsiteX38864" fmla="*/ 1299204 w 5799173"/>
              <a:gd name="connsiteY38864" fmla="*/ 2751544 h 5017219"/>
              <a:gd name="connsiteX38865" fmla="*/ 1299204 w 5799173"/>
              <a:gd name="connsiteY38865" fmla="*/ 2752956 h 5017219"/>
              <a:gd name="connsiteX38866" fmla="*/ 1289318 w 5799173"/>
              <a:gd name="connsiteY38866" fmla="*/ 2770154 h 5017219"/>
              <a:gd name="connsiteX38867" fmla="*/ 1288071 w 5799173"/>
              <a:gd name="connsiteY38867" fmla="*/ 2770818 h 5017219"/>
              <a:gd name="connsiteX38868" fmla="*/ 1689519 w 5799173"/>
              <a:gd name="connsiteY38868" fmla="*/ 2883706 h 5017219"/>
              <a:gd name="connsiteX38869" fmla="*/ 1688274 w 5799173"/>
              <a:gd name="connsiteY38869" fmla="*/ 2883042 h 5017219"/>
              <a:gd name="connsiteX38870" fmla="*/ 1678388 w 5799173"/>
              <a:gd name="connsiteY38870" fmla="*/ 2865844 h 5017219"/>
              <a:gd name="connsiteX38871" fmla="*/ 1678387 w 5799173"/>
              <a:gd name="connsiteY38871" fmla="*/ 2864432 h 5017219"/>
              <a:gd name="connsiteX38872" fmla="*/ 1688274 w 5799173"/>
              <a:gd name="connsiteY38872" fmla="*/ 2847235 h 5017219"/>
              <a:gd name="connsiteX38873" fmla="*/ 1689519 w 5799173"/>
              <a:gd name="connsiteY38873" fmla="*/ 2846570 h 5017219"/>
              <a:gd name="connsiteX38874" fmla="*/ 1709375 w 5799173"/>
              <a:gd name="connsiteY38874" fmla="*/ 2846570 h 5017219"/>
              <a:gd name="connsiteX38875" fmla="*/ 1710622 w 5799173"/>
              <a:gd name="connsiteY38875" fmla="*/ 2847235 h 5017219"/>
              <a:gd name="connsiteX38876" fmla="*/ 1720508 w 5799173"/>
              <a:gd name="connsiteY38876" fmla="*/ 2864432 h 5017219"/>
              <a:gd name="connsiteX38877" fmla="*/ 1720508 w 5799173"/>
              <a:gd name="connsiteY38877" fmla="*/ 2865844 h 5017219"/>
              <a:gd name="connsiteX38878" fmla="*/ 1710622 w 5799173"/>
              <a:gd name="connsiteY38878" fmla="*/ 2883042 h 5017219"/>
              <a:gd name="connsiteX38879" fmla="*/ 1709375 w 5799173"/>
              <a:gd name="connsiteY38879" fmla="*/ 2883706 h 5017219"/>
              <a:gd name="connsiteX38880" fmla="*/ 1749705 w 5799173"/>
              <a:gd name="connsiteY38880" fmla="*/ 2899833 h 5017219"/>
              <a:gd name="connsiteX38881" fmla="*/ 1748460 w 5799173"/>
              <a:gd name="connsiteY38881" fmla="*/ 2899169 h 5017219"/>
              <a:gd name="connsiteX38882" fmla="*/ 1738573 w 5799173"/>
              <a:gd name="connsiteY38882" fmla="*/ 2881971 h 5017219"/>
              <a:gd name="connsiteX38883" fmla="*/ 1738573 w 5799173"/>
              <a:gd name="connsiteY38883" fmla="*/ 2880559 h 5017219"/>
              <a:gd name="connsiteX38884" fmla="*/ 1748460 w 5799173"/>
              <a:gd name="connsiteY38884" fmla="*/ 2863362 h 5017219"/>
              <a:gd name="connsiteX38885" fmla="*/ 1749705 w 5799173"/>
              <a:gd name="connsiteY38885" fmla="*/ 2862697 h 5017219"/>
              <a:gd name="connsiteX38886" fmla="*/ 1769561 w 5799173"/>
              <a:gd name="connsiteY38886" fmla="*/ 2862697 h 5017219"/>
              <a:gd name="connsiteX38887" fmla="*/ 1770808 w 5799173"/>
              <a:gd name="connsiteY38887" fmla="*/ 2863362 h 5017219"/>
              <a:gd name="connsiteX38888" fmla="*/ 1780694 w 5799173"/>
              <a:gd name="connsiteY38888" fmla="*/ 2880559 h 5017219"/>
              <a:gd name="connsiteX38889" fmla="*/ 1780694 w 5799173"/>
              <a:gd name="connsiteY38889" fmla="*/ 2881971 h 5017219"/>
              <a:gd name="connsiteX38890" fmla="*/ 1770808 w 5799173"/>
              <a:gd name="connsiteY38890" fmla="*/ 2899169 h 5017219"/>
              <a:gd name="connsiteX38891" fmla="*/ 1769561 w 5799173"/>
              <a:gd name="connsiteY38891" fmla="*/ 2899833 h 5017219"/>
              <a:gd name="connsiteX38892" fmla="*/ 1448693 w 5799173"/>
              <a:gd name="connsiteY38892" fmla="*/ 2819271 h 5017219"/>
              <a:gd name="connsiteX38893" fmla="*/ 1447447 w 5799173"/>
              <a:gd name="connsiteY38893" fmla="*/ 2818607 h 5017219"/>
              <a:gd name="connsiteX38894" fmla="*/ 1437477 w 5799173"/>
              <a:gd name="connsiteY38894" fmla="*/ 2801326 h 5017219"/>
              <a:gd name="connsiteX38895" fmla="*/ 1437477 w 5799173"/>
              <a:gd name="connsiteY38895" fmla="*/ 2799914 h 5017219"/>
              <a:gd name="connsiteX38896" fmla="*/ 1447447 w 5799173"/>
              <a:gd name="connsiteY38896" fmla="*/ 2782634 h 5017219"/>
              <a:gd name="connsiteX38897" fmla="*/ 1448693 w 5799173"/>
              <a:gd name="connsiteY38897" fmla="*/ 2781969 h 5017219"/>
              <a:gd name="connsiteX38898" fmla="*/ 1468632 w 5799173"/>
              <a:gd name="connsiteY38898" fmla="*/ 2781969 h 5017219"/>
              <a:gd name="connsiteX38899" fmla="*/ 1469878 w 5799173"/>
              <a:gd name="connsiteY38899" fmla="*/ 2782634 h 5017219"/>
              <a:gd name="connsiteX38900" fmla="*/ 1479847 w 5799173"/>
              <a:gd name="connsiteY38900" fmla="*/ 2799914 h 5017219"/>
              <a:gd name="connsiteX38901" fmla="*/ 1479848 w 5799173"/>
              <a:gd name="connsiteY38901" fmla="*/ 2801326 h 5017219"/>
              <a:gd name="connsiteX38902" fmla="*/ 1469878 w 5799173"/>
              <a:gd name="connsiteY38902" fmla="*/ 2818607 h 5017219"/>
              <a:gd name="connsiteX38903" fmla="*/ 1468632 w 5799173"/>
              <a:gd name="connsiteY38903" fmla="*/ 2819271 h 5017219"/>
              <a:gd name="connsiteX38904" fmla="*/ 1569066 w 5799173"/>
              <a:gd name="connsiteY38904" fmla="*/ 2851525 h 5017219"/>
              <a:gd name="connsiteX38905" fmla="*/ 1567820 w 5799173"/>
              <a:gd name="connsiteY38905" fmla="*/ 2850860 h 5017219"/>
              <a:gd name="connsiteX38906" fmla="*/ 1557850 w 5799173"/>
              <a:gd name="connsiteY38906" fmla="*/ 2833579 h 5017219"/>
              <a:gd name="connsiteX38907" fmla="*/ 1557850 w 5799173"/>
              <a:gd name="connsiteY38907" fmla="*/ 2832168 h 5017219"/>
              <a:gd name="connsiteX38908" fmla="*/ 1567820 w 5799173"/>
              <a:gd name="connsiteY38908" fmla="*/ 2814887 h 5017219"/>
              <a:gd name="connsiteX38909" fmla="*/ 1569066 w 5799173"/>
              <a:gd name="connsiteY38909" fmla="*/ 2814223 h 5017219"/>
              <a:gd name="connsiteX38910" fmla="*/ 1589005 w 5799173"/>
              <a:gd name="connsiteY38910" fmla="*/ 2814222 h 5017219"/>
              <a:gd name="connsiteX38911" fmla="*/ 1590251 w 5799173"/>
              <a:gd name="connsiteY38911" fmla="*/ 2814887 h 5017219"/>
              <a:gd name="connsiteX38912" fmla="*/ 1600220 w 5799173"/>
              <a:gd name="connsiteY38912" fmla="*/ 2832168 h 5017219"/>
              <a:gd name="connsiteX38913" fmla="*/ 1600220 w 5799173"/>
              <a:gd name="connsiteY38913" fmla="*/ 2833579 h 5017219"/>
              <a:gd name="connsiteX38914" fmla="*/ 1590251 w 5799173"/>
              <a:gd name="connsiteY38914" fmla="*/ 2850860 h 5017219"/>
              <a:gd name="connsiteX38915" fmla="*/ 1589005 w 5799173"/>
              <a:gd name="connsiteY38915" fmla="*/ 2851524 h 5017219"/>
              <a:gd name="connsiteX38916" fmla="*/ 1508819 w 5799173"/>
              <a:gd name="connsiteY38916" fmla="*/ 2835485 h 5017219"/>
              <a:gd name="connsiteX38917" fmla="*/ 1507573 w 5799173"/>
              <a:gd name="connsiteY38917" fmla="*/ 2834737 h 5017219"/>
              <a:gd name="connsiteX38918" fmla="*/ 1497603 w 5799173"/>
              <a:gd name="connsiteY38918" fmla="*/ 2817374 h 5017219"/>
              <a:gd name="connsiteX38919" fmla="*/ 1497603 w 5799173"/>
              <a:gd name="connsiteY38919" fmla="*/ 2815960 h 5017219"/>
              <a:gd name="connsiteX38920" fmla="*/ 1507656 w 5799173"/>
              <a:gd name="connsiteY38920" fmla="*/ 2798597 h 5017219"/>
              <a:gd name="connsiteX38921" fmla="*/ 1508902 w 5799173"/>
              <a:gd name="connsiteY38921" fmla="*/ 2797849 h 5017219"/>
              <a:gd name="connsiteX38922" fmla="*/ 1528924 w 5799173"/>
              <a:gd name="connsiteY38922" fmla="*/ 2797850 h 5017219"/>
              <a:gd name="connsiteX38923" fmla="*/ 1530170 w 5799173"/>
              <a:gd name="connsiteY38923" fmla="*/ 2798598 h 5017219"/>
              <a:gd name="connsiteX38924" fmla="*/ 1540140 w 5799173"/>
              <a:gd name="connsiteY38924" fmla="*/ 2815961 h 5017219"/>
              <a:gd name="connsiteX38925" fmla="*/ 1540140 w 5799173"/>
              <a:gd name="connsiteY38925" fmla="*/ 2817374 h 5017219"/>
              <a:gd name="connsiteX38926" fmla="*/ 1530087 w 5799173"/>
              <a:gd name="connsiteY38926" fmla="*/ 2834736 h 5017219"/>
              <a:gd name="connsiteX38927" fmla="*/ 1528841 w 5799173"/>
              <a:gd name="connsiteY38927" fmla="*/ 2835484 h 5017219"/>
              <a:gd name="connsiteX38928" fmla="*/ 1629191 w 5799173"/>
              <a:gd name="connsiteY38928" fmla="*/ 2867738 h 5017219"/>
              <a:gd name="connsiteX38929" fmla="*/ 1627946 w 5799173"/>
              <a:gd name="connsiteY38929" fmla="*/ 2866990 h 5017219"/>
              <a:gd name="connsiteX38930" fmla="*/ 1617975 w 5799173"/>
              <a:gd name="connsiteY38930" fmla="*/ 2849627 h 5017219"/>
              <a:gd name="connsiteX38931" fmla="*/ 1617976 w 5799173"/>
              <a:gd name="connsiteY38931" fmla="*/ 2848214 h 5017219"/>
              <a:gd name="connsiteX38932" fmla="*/ 1628028 w 5799173"/>
              <a:gd name="connsiteY38932" fmla="*/ 2830851 h 5017219"/>
              <a:gd name="connsiteX38933" fmla="*/ 1629274 w 5799173"/>
              <a:gd name="connsiteY38933" fmla="*/ 2830103 h 5017219"/>
              <a:gd name="connsiteX38934" fmla="*/ 1649297 w 5799173"/>
              <a:gd name="connsiteY38934" fmla="*/ 2830103 h 5017219"/>
              <a:gd name="connsiteX38935" fmla="*/ 1650543 w 5799173"/>
              <a:gd name="connsiteY38935" fmla="*/ 2830851 h 5017219"/>
              <a:gd name="connsiteX38936" fmla="*/ 1660512 w 5799173"/>
              <a:gd name="connsiteY38936" fmla="*/ 2848214 h 5017219"/>
              <a:gd name="connsiteX38937" fmla="*/ 1660513 w 5799173"/>
              <a:gd name="connsiteY38937" fmla="*/ 2849627 h 5017219"/>
              <a:gd name="connsiteX38938" fmla="*/ 1650459 w 5799173"/>
              <a:gd name="connsiteY38938" fmla="*/ 2866990 h 5017219"/>
              <a:gd name="connsiteX38939" fmla="*/ 1649213 w 5799173"/>
              <a:gd name="connsiteY38939" fmla="*/ 2867738 h 5017219"/>
              <a:gd name="connsiteX38940" fmla="*/ 3314406 w 5799173"/>
              <a:gd name="connsiteY38940" fmla="*/ 3319290 h 5017219"/>
              <a:gd name="connsiteX38941" fmla="*/ 3313160 w 5799173"/>
              <a:gd name="connsiteY38941" fmla="*/ 3318542 h 5017219"/>
              <a:gd name="connsiteX38942" fmla="*/ 3303189 w 5799173"/>
              <a:gd name="connsiteY38942" fmla="*/ 3301179 h 5017219"/>
              <a:gd name="connsiteX38943" fmla="*/ 3303190 w 5799173"/>
              <a:gd name="connsiteY38943" fmla="*/ 3299766 h 5017219"/>
              <a:gd name="connsiteX38944" fmla="*/ 3313241 w 5799173"/>
              <a:gd name="connsiteY38944" fmla="*/ 3282403 h 5017219"/>
              <a:gd name="connsiteX38945" fmla="*/ 3314489 w 5799173"/>
              <a:gd name="connsiteY38945" fmla="*/ 3281655 h 5017219"/>
              <a:gd name="connsiteX38946" fmla="*/ 3334511 w 5799173"/>
              <a:gd name="connsiteY38946" fmla="*/ 3281655 h 5017219"/>
              <a:gd name="connsiteX38947" fmla="*/ 3335757 w 5799173"/>
              <a:gd name="connsiteY38947" fmla="*/ 3282403 h 5017219"/>
              <a:gd name="connsiteX38948" fmla="*/ 3345725 w 5799173"/>
              <a:gd name="connsiteY38948" fmla="*/ 3299766 h 5017219"/>
              <a:gd name="connsiteX38949" fmla="*/ 3345726 w 5799173"/>
              <a:gd name="connsiteY38949" fmla="*/ 3301179 h 5017219"/>
              <a:gd name="connsiteX38950" fmla="*/ 3335673 w 5799173"/>
              <a:gd name="connsiteY38950" fmla="*/ 3318542 h 5017219"/>
              <a:gd name="connsiteX38951" fmla="*/ 3334427 w 5799173"/>
              <a:gd name="connsiteY38951" fmla="*/ 3319290 h 5017219"/>
              <a:gd name="connsiteX38952" fmla="*/ 3374592 w 5799173"/>
              <a:gd name="connsiteY38952" fmla="*/ 3335500 h 5017219"/>
              <a:gd name="connsiteX38953" fmla="*/ 3373347 w 5799173"/>
              <a:gd name="connsiteY38953" fmla="*/ 3334752 h 5017219"/>
              <a:gd name="connsiteX38954" fmla="*/ 3363293 w 5799173"/>
              <a:gd name="connsiteY38954" fmla="*/ 3317306 h 5017219"/>
              <a:gd name="connsiteX38955" fmla="*/ 3363294 w 5799173"/>
              <a:gd name="connsiteY38955" fmla="*/ 3315893 h 5017219"/>
              <a:gd name="connsiteX38956" fmla="*/ 3373346 w 5799173"/>
              <a:gd name="connsiteY38956" fmla="*/ 3298447 h 5017219"/>
              <a:gd name="connsiteX38957" fmla="*/ 3374592 w 5799173"/>
              <a:gd name="connsiteY38957" fmla="*/ 3297699 h 5017219"/>
              <a:gd name="connsiteX38958" fmla="*/ 3394698 w 5799173"/>
              <a:gd name="connsiteY38958" fmla="*/ 3297699 h 5017219"/>
              <a:gd name="connsiteX38959" fmla="*/ 3395943 w 5799173"/>
              <a:gd name="connsiteY38959" fmla="*/ 3298447 h 5017219"/>
              <a:gd name="connsiteX38960" fmla="*/ 3405996 w 5799173"/>
              <a:gd name="connsiteY38960" fmla="*/ 3315893 h 5017219"/>
              <a:gd name="connsiteX38961" fmla="*/ 3405996 w 5799173"/>
              <a:gd name="connsiteY38961" fmla="*/ 3317306 h 5017219"/>
              <a:gd name="connsiteX38962" fmla="*/ 3395944 w 5799173"/>
              <a:gd name="connsiteY38962" fmla="*/ 3334752 h 5017219"/>
              <a:gd name="connsiteX38963" fmla="*/ 3394697 w 5799173"/>
              <a:gd name="connsiteY38963" fmla="*/ 3335500 h 5017219"/>
              <a:gd name="connsiteX38964" fmla="*/ 1388445 w 5799173"/>
              <a:gd name="connsiteY38964" fmla="*/ 2803314 h 5017219"/>
              <a:gd name="connsiteX38965" fmla="*/ 1387199 w 5799173"/>
              <a:gd name="connsiteY38965" fmla="*/ 2802566 h 5017219"/>
              <a:gd name="connsiteX38966" fmla="*/ 1377147 w 5799173"/>
              <a:gd name="connsiteY38966" fmla="*/ 2785120 h 5017219"/>
              <a:gd name="connsiteX38967" fmla="*/ 1377147 w 5799173"/>
              <a:gd name="connsiteY38967" fmla="*/ 2783707 h 5017219"/>
              <a:gd name="connsiteX38968" fmla="*/ 1387199 w 5799173"/>
              <a:gd name="connsiteY38968" fmla="*/ 2766261 h 5017219"/>
              <a:gd name="connsiteX38969" fmla="*/ 1388445 w 5799173"/>
              <a:gd name="connsiteY38969" fmla="*/ 2765513 h 5017219"/>
              <a:gd name="connsiteX38970" fmla="*/ 1408551 w 5799173"/>
              <a:gd name="connsiteY38970" fmla="*/ 2765513 h 5017219"/>
              <a:gd name="connsiteX38971" fmla="*/ 1409797 w 5799173"/>
              <a:gd name="connsiteY38971" fmla="*/ 2766261 h 5017219"/>
              <a:gd name="connsiteX38972" fmla="*/ 1419850 w 5799173"/>
              <a:gd name="connsiteY38972" fmla="*/ 2783707 h 5017219"/>
              <a:gd name="connsiteX38973" fmla="*/ 1419850 w 5799173"/>
              <a:gd name="connsiteY38973" fmla="*/ 2785120 h 5017219"/>
              <a:gd name="connsiteX38974" fmla="*/ 1409797 w 5799173"/>
              <a:gd name="connsiteY38974" fmla="*/ 2802566 h 5017219"/>
              <a:gd name="connsiteX38975" fmla="*/ 1408551 w 5799173"/>
              <a:gd name="connsiteY38975" fmla="*/ 2803314 h 5017219"/>
              <a:gd name="connsiteX38976" fmla="*/ 3434695 w 5799173"/>
              <a:gd name="connsiteY38976" fmla="*/ 3351709 h 5017219"/>
              <a:gd name="connsiteX38977" fmla="*/ 3433450 w 5799173"/>
              <a:gd name="connsiteY38977" fmla="*/ 3350962 h 5017219"/>
              <a:gd name="connsiteX38978" fmla="*/ 3423313 w 5799173"/>
              <a:gd name="connsiteY38978" fmla="*/ 3333432 h 5017219"/>
              <a:gd name="connsiteX38979" fmla="*/ 3423313 w 5799173"/>
              <a:gd name="connsiteY38979" fmla="*/ 3332020 h 5017219"/>
              <a:gd name="connsiteX38980" fmla="*/ 3433449 w 5799173"/>
              <a:gd name="connsiteY38980" fmla="*/ 3314490 h 5017219"/>
              <a:gd name="connsiteX38981" fmla="*/ 3434695 w 5799173"/>
              <a:gd name="connsiteY38981" fmla="*/ 3313742 h 5017219"/>
              <a:gd name="connsiteX38982" fmla="*/ 3454967 w 5799173"/>
              <a:gd name="connsiteY38982" fmla="*/ 3313742 h 5017219"/>
              <a:gd name="connsiteX38983" fmla="*/ 3456212 w 5799173"/>
              <a:gd name="connsiteY38983" fmla="*/ 3314490 h 5017219"/>
              <a:gd name="connsiteX38984" fmla="*/ 3466348 w 5799173"/>
              <a:gd name="connsiteY38984" fmla="*/ 3332020 h 5017219"/>
              <a:gd name="connsiteX38985" fmla="*/ 3466348 w 5799173"/>
              <a:gd name="connsiteY38985" fmla="*/ 3333432 h 5017219"/>
              <a:gd name="connsiteX38986" fmla="*/ 3456212 w 5799173"/>
              <a:gd name="connsiteY38986" fmla="*/ 3350962 h 5017219"/>
              <a:gd name="connsiteX38987" fmla="*/ 3454966 w 5799173"/>
              <a:gd name="connsiteY38987" fmla="*/ 3351709 h 5017219"/>
              <a:gd name="connsiteX38988" fmla="*/ 3675441 w 5799173"/>
              <a:gd name="connsiteY38988" fmla="*/ 3416216 h 5017219"/>
              <a:gd name="connsiteX38989" fmla="*/ 3674195 w 5799173"/>
              <a:gd name="connsiteY38989" fmla="*/ 3415469 h 5017219"/>
              <a:gd name="connsiteX38990" fmla="*/ 3664059 w 5799173"/>
              <a:gd name="connsiteY38990" fmla="*/ 3397939 h 5017219"/>
              <a:gd name="connsiteX38991" fmla="*/ 3664059 w 5799173"/>
              <a:gd name="connsiteY38991" fmla="*/ 3396527 h 5017219"/>
              <a:gd name="connsiteX38992" fmla="*/ 3674195 w 5799173"/>
              <a:gd name="connsiteY38992" fmla="*/ 3378997 h 5017219"/>
              <a:gd name="connsiteX38993" fmla="*/ 3675441 w 5799173"/>
              <a:gd name="connsiteY38993" fmla="*/ 3378249 h 5017219"/>
              <a:gd name="connsiteX38994" fmla="*/ 3695712 w 5799173"/>
              <a:gd name="connsiteY38994" fmla="*/ 3378249 h 5017219"/>
              <a:gd name="connsiteX38995" fmla="*/ 3696958 w 5799173"/>
              <a:gd name="connsiteY38995" fmla="*/ 3378997 h 5017219"/>
              <a:gd name="connsiteX38996" fmla="*/ 3707094 w 5799173"/>
              <a:gd name="connsiteY38996" fmla="*/ 3396527 h 5017219"/>
              <a:gd name="connsiteX38997" fmla="*/ 3707094 w 5799173"/>
              <a:gd name="connsiteY38997" fmla="*/ 3397939 h 5017219"/>
              <a:gd name="connsiteX38998" fmla="*/ 3696958 w 5799173"/>
              <a:gd name="connsiteY38998" fmla="*/ 3415469 h 5017219"/>
              <a:gd name="connsiteX38999" fmla="*/ 3695712 w 5799173"/>
              <a:gd name="connsiteY38999" fmla="*/ 3416216 h 5017219"/>
              <a:gd name="connsiteX39000" fmla="*/ 3494798 w 5799173"/>
              <a:gd name="connsiteY39000" fmla="*/ 3367919 h 5017219"/>
              <a:gd name="connsiteX39001" fmla="*/ 3493552 w 5799173"/>
              <a:gd name="connsiteY39001" fmla="*/ 3367172 h 5017219"/>
              <a:gd name="connsiteX39002" fmla="*/ 3483416 w 5799173"/>
              <a:gd name="connsiteY39002" fmla="*/ 3349559 h 5017219"/>
              <a:gd name="connsiteX39003" fmla="*/ 3483416 w 5799173"/>
              <a:gd name="connsiteY39003" fmla="*/ 3348147 h 5017219"/>
              <a:gd name="connsiteX39004" fmla="*/ 3493635 w 5799173"/>
              <a:gd name="connsiteY39004" fmla="*/ 3330534 h 5017219"/>
              <a:gd name="connsiteX39005" fmla="*/ 3494881 w 5799173"/>
              <a:gd name="connsiteY39005" fmla="*/ 3329786 h 5017219"/>
              <a:gd name="connsiteX39006" fmla="*/ 3515235 w 5799173"/>
              <a:gd name="connsiteY39006" fmla="*/ 3329786 h 5017219"/>
              <a:gd name="connsiteX39007" fmla="*/ 3516482 w 5799173"/>
              <a:gd name="connsiteY39007" fmla="*/ 3330534 h 5017219"/>
              <a:gd name="connsiteX39008" fmla="*/ 3526617 w 5799173"/>
              <a:gd name="connsiteY39008" fmla="*/ 3348147 h 5017219"/>
              <a:gd name="connsiteX39009" fmla="*/ 3526617 w 5799173"/>
              <a:gd name="connsiteY39009" fmla="*/ 3349559 h 5017219"/>
              <a:gd name="connsiteX39010" fmla="*/ 3516398 w 5799173"/>
              <a:gd name="connsiteY39010" fmla="*/ 3367172 h 5017219"/>
              <a:gd name="connsiteX39011" fmla="*/ 3515152 w 5799173"/>
              <a:gd name="connsiteY39011" fmla="*/ 3367919 h 5017219"/>
              <a:gd name="connsiteX39012" fmla="*/ 3554881 w 5799173"/>
              <a:gd name="connsiteY39012" fmla="*/ 3384282 h 5017219"/>
              <a:gd name="connsiteX39013" fmla="*/ 3553635 w 5799173"/>
              <a:gd name="connsiteY39013" fmla="*/ 3383534 h 5017219"/>
              <a:gd name="connsiteX39014" fmla="*/ 3543333 w 5799173"/>
              <a:gd name="connsiteY39014" fmla="*/ 3365755 h 5017219"/>
              <a:gd name="connsiteX39015" fmla="*/ 3543333 w 5799173"/>
              <a:gd name="connsiteY39015" fmla="*/ 3364343 h 5017219"/>
              <a:gd name="connsiteX39016" fmla="*/ 3553635 w 5799173"/>
              <a:gd name="connsiteY39016" fmla="*/ 3346564 h 5017219"/>
              <a:gd name="connsiteX39017" fmla="*/ 3554881 w 5799173"/>
              <a:gd name="connsiteY39017" fmla="*/ 3345816 h 5017219"/>
              <a:gd name="connsiteX39018" fmla="*/ 3575401 w 5799173"/>
              <a:gd name="connsiteY39018" fmla="*/ 3345816 h 5017219"/>
              <a:gd name="connsiteX39019" fmla="*/ 3576648 w 5799173"/>
              <a:gd name="connsiteY39019" fmla="*/ 3346564 h 5017219"/>
              <a:gd name="connsiteX39020" fmla="*/ 3586949 w 5799173"/>
              <a:gd name="connsiteY39020" fmla="*/ 3364343 h 5017219"/>
              <a:gd name="connsiteX39021" fmla="*/ 3586949 w 5799173"/>
              <a:gd name="connsiteY39021" fmla="*/ 3365755 h 5017219"/>
              <a:gd name="connsiteX39022" fmla="*/ 3576648 w 5799173"/>
              <a:gd name="connsiteY39022" fmla="*/ 3383534 h 5017219"/>
              <a:gd name="connsiteX39023" fmla="*/ 3575401 w 5799173"/>
              <a:gd name="connsiteY39023" fmla="*/ 3384282 h 5017219"/>
              <a:gd name="connsiteX39024" fmla="*/ 2170606 w 5799173"/>
              <a:gd name="connsiteY39024" fmla="*/ 3013470 h 5017219"/>
              <a:gd name="connsiteX39025" fmla="*/ 2169360 w 5799173"/>
              <a:gd name="connsiteY39025" fmla="*/ 3012722 h 5017219"/>
              <a:gd name="connsiteX39026" fmla="*/ 2159058 w 5799173"/>
              <a:gd name="connsiteY39026" fmla="*/ 2994860 h 5017219"/>
              <a:gd name="connsiteX39027" fmla="*/ 2159058 w 5799173"/>
              <a:gd name="connsiteY39027" fmla="*/ 2993365 h 5017219"/>
              <a:gd name="connsiteX39028" fmla="*/ 2169360 w 5799173"/>
              <a:gd name="connsiteY39028" fmla="*/ 2975503 h 5017219"/>
              <a:gd name="connsiteX39029" fmla="*/ 2170606 w 5799173"/>
              <a:gd name="connsiteY39029" fmla="*/ 2974755 h 5017219"/>
              <a:gd name="connsiteX39030" fmla="*/ 2191293 w 5799173"/>
              <a:gd name="connsiteY39030" fmla="*/ 2974755 h 5017219"/>
              <a:gd name="connsiteX39031" fmla="*/ 2192539 w 5799173"/>
              <a:gd name="connsiteY39031" fmla="*/ 2975503 h 5017219"/>
              <a:gd name="connsiteX39032" fmla="*/ 2202841 w 5799173"/>
              <a:gd name="connsiteY39032" fmla="*/ 2993365 h 5017219"/>
              <a:gd name="connsiteX39033" fmla="*/ 2202841 w 5799173"/>
              <a:gd name="connsiteY39033" fmla="*/ 2994860 h 5017219"/>
              <a:gd name="connsiteX39034" fmla="*/ 2192539 w 5799173"/>
              <a:gd name="connsiteY39034" fmla="*/ 3012722 h 5017219"/>
              <a:gd name="connsiteX39035" fmla="*/ 2191293 w 5799173"/>
              <a:gd name="connsiteY39035" fmla="*/ 3013471 h 5017219"/>
              <a:gd name="connsiteX39036" fmla="*/ 2471537 w 5799173"/>
              <a:gd name="connsiteY39036" fmla="*/ 3094105 h 5017219"/>
              <a:gd name="connsiteX39037" fmla="*/ 2470291 w 5799173"/>
              <a:gd name="connsiteY39037" fmla="*/ 3093357 h 5017219"/>
              <a:gd name="connsiteX39038" fmla="*/ 2459989 w 5799173"/>
              <a:gd name="connsiteY39038" fmla="*/ 3075495 h 5017219"/>
              <a:gd name="connsiteX39039" fmla="*/ 2459989 w 5799173"/>
              <a:gd name="connsiteY39039" fmla="*/ 3074000 h 5017219"/>
              <a:gd name="connsiteX39040" fmla="*/ 2470291 w 5799173"/>
              <a:gd name="connsiteY39040" fmla="*/ 3056138 h 5017219"/>
              <a:gd name="connsiteX39041" fmla="*/ 2471537 w 5799173"/>
              <a:gd name="connsiteY39041" fmla="*/ 3055390 h 5017219"/>
              <a:gd name="connsiteX39042" fmla="*/ 2492224 w 5799173"/>
              <a:gd name="connsiteY39042" fmla="*/ 3055390 h 5017219"/>
              <a:gd name="connsiteX39043" fmla="*/ 2493470 w 5799173"/>
              <a:gd name="connsiteY39043" fmla="*/ 3056137 h 5017219"/>
              <a:gd name="connsiteX39044" fmla="*/ 2503772 w 5799173"/>
              <a:gd name="connsiteY39044" fmla="*/ 3074000 h 5017219"/>
              <a:gd name="connsiteX39045" fmla="*/ 2503772 w 5799173"/>
              <a:gd name="connsiteY39045" fmla="*/ 3075495 h 5017219"/>
              <a:gd name="connsiteX39046" fmla="*/ 2493470 w 5799173"/>
              <a:gd name="connsiteY39046" fmla="*/ 3093357 h 5017219"/>
              <a:gd name="connsiteX39047" fmla="*/ 2492225 w 5799173"/>
              <a:gd name="connsiteY39047" fmla="*/ 3094105 h 5017219"/>
              <a:gd name="connsiteX39048" fmla="*/ 3735447 w 5799173"/>
              <a:gd name="connsiteY39048" fmla="*/ 3432768 h 5017219"/>
              <a:gd name="connsiteX39049" fmla="*/ 3734202 w 5799173"/>
              <a:gd name="connsiteY39049" fmla="*/ 3432020 h 5017219"/>
              <a:gd name="connsiteX39050" fmla="*/ 3723900 w 5799173"/>
              <a:gd name="connsiteY39050" fmla="*/ 3414158 h 5017219"/>
              <a:gd name="connsiteX39051" fmla="*/ 3723899 w 5799173"/>
              <a:gd name="connsiteY39051" fmla="*/ 3412663 h 5017219"/>
              <a:gd name="connsiteX39052" fmla="*/ 3734202 w 5799173"/>
              <a:gd name="connsiteY39052" fmla="*/ 3394801 h 5017219"/>
              <a:gd name="connsiteX39053" fmla="*/ 3735448 w 5799173"/>
              <a:gd name="connsiteY39053" fmla="*/ 3394053 h 5017219"/>
              <a:gd name="connsiteX39054" fmla="*/ 3756134 w 5799173"/>
              <a:gd name="connsiteY39054" fmla="*/ 3394053 h 5017219"/>
              <a:gd name="connsiteX39055" fmla="*/ 3757380 w 5799173"/>
              <a:gd name="connsiteY39055" fmla="*/ 3394801 h 5017219"/>
              <a:gd name="connsiteX39056" fmla="*/ 3767682 w 5799173"/>
              <a:gd name="connsiteY39056" fmla="*/ 3412663 h 5017219"/>
              <a:gd name="connsiteX39057" fmla="*/ 3767682 w 5799173"/>
              <a:gd name="connsiteY39057" fmla="*/ 3414158 h 5017219"/>
              <a:gd name="connsiteX39058" fmla="*/ 3757380 w 5799173"/>
              <a:gd name="connsiteY39058" fmla="*/ 3432020 h 5017219"/>
              <a:gd name="connsiteX39059" fmla="*/ 3756135 w 5799173"/>
              <a:gd name="connsiteY39059" fmla="*/ 3432768 h 5017219"/>
              <a:gd name="connsiteX39060" fmla="*/ 3976193 w 5799173"/>
              <a:gd name="connsiteY39060" fmla="*/ 3497276 h 5017219"/>
              <a:gd name="connsiteX39061" fmla="*/ 3974947 w 5799173"/>
              <a:gd name="connsiteY39061" fmla="*/ 3496528 h 5017219"/>
              <a:gd name="connsiteX39062" fmla="*/ 3964645 w 5799173"/>
              <a:gd name="connsiteY39062" fmla="*/ 3478666 h 5017219"/>
              <a:gd name="connsiteX39063" fmla="*/ 3964645 w 5799173"/>
              <a:gd name="connsiteY39063" fmla="*/ 3477171 h 5017219"/>
              <a:gd name="connsiteX39064" fmla="*/ 3974947 w 5799173"/>
              <a:gd name="connsiteY39064" fmla="*/ 3459309 h 5017219"/>
              <a:gd name="connsiteX39065" fmla="*/ 3976193 w 5799173"/>
              <a:gd name="connsiteY39065" fmla="*/ 3458561 h 5017219"/>
              <a:gd name="connsiteX39066" fmla="*/ 3996880 w 5799173"/>
              <a:gd name="connsiteY39066" fmla="*/ 3458561 h 5017219"/>
              <a:gd name="connsiteX39067" fmla="*/ 3998126 w 5799173"/>
              <a:gd name="connsiteY39067" fmla="*/ 3459309 h 5017219"/>
              <a:gd name="connsiteX39068" fmla="*/ 4008428 w 5799173"/>
              <a:gd name="connsiteY39068" fmla="*/ 3477171 h 5017219"/>
              <a:gd name="connsiteX39069" fmla="*/ 4008428 w 5799173"/>
              <a:gd name="connsiteY39069" fmla="*/ 3478666 h 5017219"/>
              <a:gd name="connsiteX39070" fmla="*/ 3998126 w 5799173"/>
              <a:gd name="connsiteY39070" fmla="*/ 3496528 h 5017219"/>
              <a:gd name="connsiteX39071" fmla="*/ 3996880 w 5799173"/>
              <a:gd name="connsiteY39071" fmla="*/ 3497276 h 5017219"/>
              <a:gd name="connsiteX39072" fmla="*/ 4457683 w 5799173"/>
              <a:gd name="connsiteY39072" fmla="*/ 3626291 h 5017219"/>
              <a:gd name="connsiteX39073" fmla="*/ 4456437 w 5799173"/>
              <a:gd name="connsiteY39073" fmla="*/ 3625543 h 5017219"/>
              <a:gd name="connsiteX39074" fmla="*/ 4446135 w 5799173"/>
              <a:gd name="connsiteY39074" fmla="*/ 3607681 h 5017219"/>
              <a:gd name="connsiteX39075" fmla="*/ 4446135 w 5799173"/>
              <a:gd name="connsiteY39075" fmla="*/ 3606186 h 5017219"/>
              <a:gd name="connsiteX39076" fmla="*/ 4456437 w 5799173"/>
              <a:gd name="connsiteY39076" fmla="*/ 3588324 h 5017219"/>
              <a:gd name="connsiteX39077" fmla="*/ 4457683 w 5799173"/>
              <a:gd name="connsiteY39077" fmla="*/ 3587576 h 5017219"/>
              <a:gd name="connsiteX39078" fmla="*/ 4478370 w 5799173"/>
              <a:gd name="connsiteY39078" fmla="*/ 3587576 h 5017219"/>
              <a:gd name="connsiteX39079" fmla="*/ 4479616 w 5799173"/>
              <a:gd name="connsiteY39079" fmla="*/ 3588324 h 5017219"/>
              <a:gd name="connsiteX39080" fmla="*/ 4489918 w 5799173"/>
              <a:gd name="connsiteY39080" fmla="*/ 3606186 h 5017219"/>
              <a:gd name="connsiteX39081" fmla="*/ 4489918 w 5799173"/>
              <a:gd name="connsiteY39081" fmla="*/ 3607681 h 5017219"/>
              <a:gd name="connsiteX39082" fmla="*/ 4479616 w 5799173"/>
              <a:gd name="connsiteY39082" fmla="*/ 3625543 h 5017219"/>
              <a:gd name="connsiteX39083" fmla="*/ 4478370 w 5799173"/>
              <a:gd name="connsiteY39083" fmla="*/ 3626291 h 5017219"/>
              <a:gd name="connsiteX39084" fmla="*/ 4698427 w 5799173"/>
              <a:gd name="connsiteY39084" fmla="*/ 3690798 h 5017219"/>
              <a:gd name="connsiteX39085" fmla="*/ 4697181 w 5799173"/>
              <a:gd name="connsiteY39085" fmla="*/ 3690050 h 5017219"/>
              <a:gd name="connsiteX39086" fmla="*/ 4686879 w 5799173"/>
              <a:gd name="connsiteY39086" fmla="*/ 3672188 h 5017219"/>
              <a:gd name="connsiteX39087" fmla="*/ 4686879 w 5799173"/>
              <a:gd name="connsiteY39087" fmla="*/ 3670693 h 5017219"/>
              <a:gd name="connsiteX39088" fmla="*/ 4697181 w 5799173"/>
              <a:gd name="connsiteY39088" fmla="*/ 3652831 h 5017219"/>
              <a:gd name="connsiteX39089" fmla="*/ 4698427 w 5799173"/>
              <a:gd name="connsiteY39089" fmla="*/ 3652083 h 5017219"/>
              <a:gd name="connsiteX39090" fmla="*/ 4719114 w 5799173"/>
              <a:gd name="connsiteY39090" fmla="*/ 3652083 h 5017219"/>
              <a:gd name="connsiteX39091" fmla="*/ 4720360 w 5799173"/>
              <a:gd name="connsiteY39091" fmla="*/ 3652831 h 5017219"/>
              <a:gd name="connsiteX39092" fmla="*/ 4730662 w 5799173"/>
              <a:gd name="connsiteY39092" fmla="*/ 3670693 h 5017219"/>
              <a:gd name="connsiteX39093" fmla="*/ 4730662 w 5799173"/>
              <a:gd name="connsiteY39093" fmla="*/ 3672188 h 5017219"/>
              <a:gd name="connsiteX39094" fmla="*/ 4720360 w 5799173"/>
              <a:gd name="connsiteY39094" fmla="*/ 3690050 h 5017219"/>
              <a:gd name="connsiteX39095" fmla="*/ 4719114 w 5799173"/>
              <a:gd name="connsiteY39095" fmla="*/ 3690798 h 5017219"/>
              <a:gd name="connsiteX39096" fmla="*/ 1929779 w 5799173"/>
              <a:gd name="connsiteY39096" fmla="*/ 2949036 h 5017219"/>
              <a:gd name="connsiteX39097" fmla="*/ 1928533 w 5799173"/>
              <a:gd name="connsiteY39097" fmla="*/ 2948288 h 5017219"/>
              <a:gd name="connsiteX39098" fmla="*/ 1918148 w 5799173"/>
              <a:gd name="connsiteY39098" fmla="*/ 2930343 h 5017219"/>
              <a:gd name="connsiteX39099" fmla="*/ 1918148 w 5799173"/>
              <a:gd name="connsiteY39099" fmla="*/ 2928848 h 5017219"/>
              <a:gd name="connsiteX39100" fmla="*/ 1928533 w 5799173"/>
              <a:gd name="connsiteY39100" fmla="*/ 2910903 h 5017219"/>
              <a:gd name="connsiteX39101" fmla="*/ 1929779 w 5799173"/>
              <a:gd name="connsiteY39101" fmla="*/ 2910155 h 5017219"/>
              <a:gd name="connsiteX39102" fmla="*/ 1950549 w 5799173"/>
              <a:gd name="connsiteY39102" fmla="*/ 2910155 h 5017219"/>
              <a:gd name="connsiteX39103" fmla="*/ 1951795 w 5799173"/>
              <a:gd name="connsiteY39103" fmla="*/ 2910903 h 5017219"/>
              <a:gd name="connsiteX39104" fmla="*/ 1962180 w 5799173"/>
              <a:gd name="connsiteY39104" fmla="*/ 2928848 h 5017219"/>
              <a:gd name="connsiteX39105" fmla="*/ 1962180 w 5799173"/>
              <a:gd name="connsiteY39105" fmla="*/ 2930343 h 5017219"/>
              <a:gd name="connsiteX39106" fmla="*/ 1951795 w 5799173"/>
              <a:gd name="connsiteY39106" fmla="*/ 2948288 h 5017219"/>
              <a:gd name="connsiteX39107" fmla="*/ 1950549 w 5799173"/>
              <a:gd name="connsiteY39107" fmla="*/ 2949036 h 5017219"/>
              <a:gd name="connsiteX39108" fmla="*/ 4517787 w 5799173"/>
              <a:gd name="connsiteY39108" fmla="*/ 3642491 h 5017219"/>
              <a:gd name="connsiteX39109" fmla="*/ 4516541 w 5799173"/>
              <a:gd name="connsiteY39109" fmla="*/ 3641743 h 5017219"/>
              <a:gd name="connsiteX39110" fmla="*/ 4506156 w 5799173"/>
              <a:gd name="connsiteY39110" fmla="*/ 3623798 h 5017219"/>
              <a:gd name="connsiteX39111" fmla="*/ 4506156 w 5799173"/>
              <a:gd name="connsiteY39111" fmla="*/ 3622303 h 5017219"/>
              <a:gd name="connsiteX39112" fmla="*/ 4516541 w 5799173"/>
              <a:gd name="connsiteY39112" fmla="*/ 3604358 h 5017219"/>
              <a:gd name="connsiteX39113" fmla="*/ 4517787 w 5799173"/>
              <a:gd name="connsiteY39113" fmla="*/ 3603610 h 5017219"/>
              <a:gd name="connsiteX39114" fmla="*/ 4538557 w 5799173"/>
              <a:gd name="connsiteY39114" fmla="*/ 3603610 h 5017219"/>
              <a:gd name="connsiteX39115" fmla="*/ 4539803 w 5799173"/>
              <a:gd name="connsiteY39115" fmla="*/ 3604358 h 5017219"/>
              <a:gd name="connsiteX39116" fmla="*/ 4550188 w 5799173"/>
              <a:gd name="connsiteY39116" fmla="*/ 3622303 h 5017219"/>
              <a:gd name="connsiteX39117" fmla="*/ 4550188 w 5799173"/>
              <a:gd name="connsiteY39117" fmla="*/ 3623798 h 5017219"/>
              <a:gd name="connsiteX39118" fmla="*/ 4539803 w 5799173"/>
              <a:gd name="connsiteY39118" fmla="*/ 3641743 h 5017219"/>
              <a:gd name="connsiteX39119" fmla="*/ 4538557 w 5799173"/>
              <a:gd name="connsiteY39119" fmla="*/ 3642491 h 5017219"/>
              <a:gd name="connsiteX39120" fmla="*/ 4577974 w 5799173"/>
              <a:gd name="connsiteY39120" fmla="*/ 3658618 h 5017219"/>
              <a:gd name="connsiteX39121" fmla="*/ 4576728 w 5799173"/>
              <a:gd name="connsiteY39121" fmla="*/ 3657870 h 5017219"/>
              <a:gd name="connsiteX39122" fmla="*/ 4566343 w 5799173"/>
              <a:gd name="connsiteY39122" fmla="*/ 3639925 h 5017219"/>
              <a:gd name="connsiteX39123" fmla="*/ 4566343 w 5799173"/>
              <a:gd name="connsiteY39123" fmla="*/ 3638430 h 5017219"/>
              <a:gd name="connsiteX39124" fmla="*/ 4576728 w 5799173"/>
              <a:gd name="connsiteY39124" fmla="*/ 3620485 h 5017219"/>
              <a:gd name="connsiteX39125" fmla="*/ 4577974 w 5799173"/>
              <a:gd name="connsiteY39125" fmla="*/ 3619737 h 5017219"/>
              <a:gd name="connsiteX39126" fmla="*/ 4598743 w 5799173"/>
              <a:gd name="connsiteY39126" fmla="*/ 3619737 h 5017219"/>
              <a:gd name="connsiteX39127" fmla="*/ 4599990 w 5799173"/>
              <a:gd name="connsiteY39127" fmla="*/ 3620485 h 5017219"/>
              <a:gd name="connsiteX39128" fmla="*/ 4610375 w 5799173"/>
              <a:gd name="connsiteY39128" fmla="*/ 3638430 h 5017219"/>
              <a:gd name="connsiteX39129" fmla="*/ 4610375 w 5799173"/>
              <a:gd name="connsiteY39129" fmla="*/ 3639925 h 5017219"/>
              <a:gd name="connsiteX39130" fmla="*/ 4599990 w 5799173"/>
              <a:gd name="connsiteY39130" fmla="*/ 3657870 h 5017219"/>
              <a:gd name="connsiteX39131" fmla="*/ 4598744 w 5799173"/>
              <a:gd name="connsiteY39131" fmla="*/ 3658618 h 5017219"/>
              <a:gd name="connsiteX39132" fmla="*/ 4878904 w 5799173"/>
              <a:gd name="connsiteY39132" fmla="*/ 3739252 h 5017219"/>
              <a:gd name="connsiteX39133" fmla="*/ 4877658 w 5799173"/>
              <a:gd name="connsiteY39133" fmla="*/ 3738504 h 5017219"/>
              <a:gd name="connsiteX39134" fmla="*/ 4867273 w 5799173"/>
              <a:gd name="connsiteY39134" fmla="*/ 3720559 h 5017219"/>
              <a:gd name="connsiteX39135" fmla="*/ 4867273 w 5799173"/>
              <a:gd name="connsiteY39135" fmla="*/ 3719064 h 5017219"/>
              <a:gd name="connsiteX39136" fmla="*/ 4877658 w 5799173"/>
              <a:gd name="connsiteY39136" fmla="*/ 3701119 h 5017219"/>
              <a:gd name="connsiteX39137" fmla="*/ 4878904 w 5799173"/>
              <a:gd name="connsiteY39137" fmla="*/ 3700371 h 5017219"/>
              <a:gd name="connsiteX39138" fmla="*/ 4899674 w 5799173"/>
              <a:gd name="connsiteY39138" fmla="*/ 3700371 h 5017219"/>
              <a:gd name="connsiteX39139" fmla="*/ 4900920 w 5799173"/>
              <a:gd name="connsiteY39139" fmla="*/ 3701119 h 5017219"/>
              <a:gd name="connsiteX39140" fmla="*/ 4911305 w 5799173"/>
              <a:gd name="connsiteY39140" fmla="*/ 3719064 h 5017219"/>
              <a:gd name="connsiteX39141" fmla="*/ 4911305 w 5799173"/>
              <a:gd name="connsiteY39141" fmla="*/ 3720559 h 5017219"/>
              <a:gd name="connsiteX39142" fmla="*/ 4900920 w 5799173"/>
              <a:gd name="connsiteY39142" fmla="*/ 3738504 h 5017219"/>
              <a:gd name="connsiteX39143" fmla="*/ 4899674 w 5799173"/>
              <a:gd name="connsiteY39143" fmla="*/ 3739252 h 5017219"/>
              <a:gd name="connsiteX39144" fmla="*/ 2290813 w 5799173"/>
              <a:gd name="connsiteY39144" fmla="*/ 3045879 h 5017219"/>
              <a:gd name="connsiteX39145" fmla="*/ 2289567 w 5799173"/>
              <a:gd name="connsiteY39145" fmla="*/ 3045132 h 5017219"/>
              <a:gd name="connsiteX39146" fmla="*/ 2279182 w 5799173"/>
              <a:gd name="connsiteY39146" fmla="*/ 3027103 h 5017219"/>
              <a:gd name="connsiteX39147" fmla="*/ 2279182 w 5799173"/>
              <a:gd name="connsiteY39147" fmla="*/ 3025608 h 5017219"/>
              <a:gd name="connsiteX39148" fmla="*/ 2289650 w 5799173"/>
              <a:gd name="connsiteY39148" fmla="*/ 3007580 h 5017219"/>
              <a:gd name="connsiteX39149" fmla="*/ 2290896 w 5799173"/>
              <a:gd name="connsiteY39149" fmla="*/ 3006832 h 5017219"/>
              <a:gd name="connsiteX39150" fmla="*/ 2311749 w 5799173"/>
              <a:gd name="connsiteY39150" fmla="*/ 3006832 h 5017219"/>
              <a:gd name="connsiteX39151" fmla="*/ 2312995 w 5799173"/>
              <a:gd name="connsiteY39151" fmla="*/ 3007580 h 5017219"/>
              <a:gd name="connsiteX39152" fmla="*/ 2323380 w 5799173"/>
              <a:gd name="connsiteY39152" fmla="*/ 3025608 h 5017219"/>
              <a:gd name="connsiteX39153" fmla="*/ 2323380 w 5799173"/>
              <a:gd name="connsiteY39153" fmla="*/ 3027103 h 5017219"/>
              <a:gd name="connsiteX39154" fmla="*/ 2312912 w 5799173"/>
              <a:gd name="connsiteY39154" fmla="*/ 3045132 h 5017219"/>
              <a:gd name="connsiteX39155" fmla="*/ 2311666 w 5799173"/>
              <a:gd name="connsiteY39155" fmla="*/ 3045879 h 5017219"/>
              <a:gd name="connsiteX39156" fmla="*/ 2350999 w 5799173"/>
              <a:gd name="connsiteY39156" fmla="*/ 3062006 h 5017219"/>
              <a:gd name="connsiteX39157" fmla="*/ 2349753 w 5799173"/>
              <a:gd name="connsiteY39157" fmla="*/ 3061259 h 5017219"/>
              <a:gd name="connsiteX39158" fmla="*/ 2339368 w 5799173"/>
              <a:gd name="connsiteY39158" fmla="*/ 3043230 h 5017219"/>
              <a:gd name="connsiteX39159" fmla="*/ 2339368 w 5799173"/>
              <a:gd name="connsiteY39159" fmla="*/ 3041735 h 5017219"/>
              <a:gd name="connsiteX39160" fmla="*/ 2349836 w 5799173"/>
              <a:gd name="connsiteY39160" fmla="*/ 3023707 h 5017219"/>
              <a:gd name="connsiteX39161" fmla="*/ 2351082 w 5799173"/>
              <a:gd name="connsiteY39161" fmla="*/ 3022959 h 5017219"/>
              <a:gd name="connsiteX39162" fmla="*/ 2371935 w 5799173"/>
              <a:gd name="connsiteY39162" fmla="*/ 3022959 h 5017219"/>
              <a:gd name="connsiteX39163" fmla="*/ 2373181 w 5799173"/>
              <a:gd name="connsiteY39163" fmla="*/ 3023707 h 5017219"/>
              <a:gd name="connsiteX39164" fmla="*/ 2383566 w 5799173"/>
              <a:gd name="connsiteY39164" fmla="*/ 3041735 h 5017219"/>
              <a:gd name="connsiteX39165" fmla="*/ 2383566 w 5799173"/>
              <a:gd name="connsiteY39165" fmla="*/ 3043230 h 5017219"/>
              <a:gd name="connsiteX39166" fmla="*/ 2373098 w 5799173"/>
              <a:gd name="connsiteY39166" fmla="*/ 3061259 h 5017219"/>
              <a:gd name="connsiteX39167" fmla="*/ 2371852 w 5799173"/>
              <a:gd name="connsiteY39167" fmla="*/ 3062006 h 5017219"/>
              <a:gd name="connsiteX39168" fmla="*/ 2411185 w 5799173"/>
              <a:gd name="connsiteY39168" fmla="*/ 3078133 h 5017219"/>
              <a:gd name="connsiteX39169" fmla="*/ 2409939 w 5799173"/>
              <a:gd name="connsiteY39169" fmla="*/ 3077386 h 5017219"/>
              <a:gd name="connsiteX39170" fmla="*/ 2399554 w 5799173"/>
              <a:gd name="connsiteY39170" fmla="*/ 3059357 h 5017219"/>
              <a:gd name="connsiteX39171" fmla="*/ 2399554 w 5799173"/>
              <a:gd name="connsiteY39171" fmla="*/ 3057862 h 5017219"/>
              <a:gd name="connsiteX39172" fmla="*/ 2410022 w 5799173"/>
              <a:gd name="connsiteY39172" fmla="*/ 3039834 h 5017219"/>
              <a:gd name="connsiteX39173" fmla="*/ 2411268 w 5799173"/>
              <a:gd name="connsiteY39173" fmla="*/ 3039086 h 5017219"/>
              <a:gd name="connsiteX39174" fmla="*/ 2432121 w 5799173"/>
              <a:gd name="connsiteY39174" fmla="*/ 3039086 h 5017219"/>
              <a:gd name="connsiteX39175" fmla="*/ 2433367 w 5799173"/>
              <a:gd name="connsiteY39175" fmla="*/ 3039834 h 5017219"/>
              <a:gd name="connsiteX39176" fmla="*/ 2443752 w 5799173"/>
              <a:gd name="connsiteY39176" fmla="*/ 3057862 h 5017219"/>
              <a:gd name="connsiteX39177" fmla="*/ 2443752 w 5799173"/>
              <a:gd name="connsiteY39177" fmla="*/ 3059357 h 5017219"/>
              <a:gd name="connsiteX39178" fmla="*/ 2433284 w 5799173"/>
              <a:gd name="connsiteY39178" fmla="*/ 3077386 h 5017219"/>
              <a:gd name="connsiteX39179" fmla="*/ 2432038 w 5799173"/>
              <a:gd name="connsiteY39179" fmla="*/ 3078133 h 5017219"/>
              <a:gd name="connsiteX39180" fmla="*/ 2531557 w 5799173"/>
              <a:gd name="connsiteY39180" fmla="*/ 3110386 h 5017219"/>
              <a:gd name="connsiteX39181" fmla="*/ 2530312 w 5799173"/>
              <a:gd name="connsiteY39181" fmla="*/ 3109640 h 5017219"/>
              <a:gd name="connsiteX39182" fmla="*/ 2519927 w 5799173"/>
              <a:gd name="connsiteY39182" fmla="*/ 3091611 h 5017219"/>
              <a:gd name="connsiteX39183" fmla="*/ 2519927 w 5799173"/>
              <a:gd name="connsiteY39183" fmla="*/ 3090115 h 5017219"/>
              <a:gd name="connsiteX39184" fmla="*/ 2530395 w 5799173"/>
              <a:gd name="connsiteY39184" fmla="*/ 3072087 h 5017219"/>
              <a:gd name="connsiteX39185" fmla="*/ 2531641 w 5799173"/>
              <a:gd name="connsiteY39185" fmla="*/ 3071339 h 5017219"/>
              <a:gd name="connsiteX39186" fmla="*/ 2552494 w 5799173"/>
              <a:gd name="connsiteY39186" fmla="*/ 3071340 h 5017219"/>
              <a:gd name="connsiteX39187" fmla="*/ 2553740 w 5799173"/>
              <a:gd name="connsiteY39187" fmla="*/ 3072088 h 5017219"/>
              <a:gd name="connsiteX39188" fmla="*/ 2564125 w 5799173"/>
              <a:gd name="connsiteY39188" fmla="*/ 3090115 h 5017219"/>
              <a:gd name="connsiteX39189" fmla="*/ 2564125 w 5799173"/>
              <a:gd name="connsiteY39189" fmla="*/ 3091611 h 5017219"/>
              <a:gd name="connsiteX39190" fmla="*/ 2553657 w 5799173"/>
              <a:gd name="connsiteY39190" fmla="*/ 3109640 h 5017219"/>
              <a:gd name="connsiteX39191" fmla="*/ 2552410 w 5799173"/>
              <a:gd name="connsiteY39191" fmla="*/ 3110387 h 5017219"/>
              <a:gd name="connsiteX39192" fmla="*/ 3855654 w 5799173"/>
              <a:gd name="connsiteY39192" fmla="*/ 3465177 h 5017219"/>
              <a:gd name="connsiteX39193" fmla="*/ 3854409 w 5799173"/>
              <a:gd name="connsiteY39193" fmla="*/ 3464430 h 5017219"/>
              <a:gd name="connsiteX39194" fmla="*/ 3844024 w 5799173"/>
              <a:gd name="connsiteY39194" fmla="*/ 3446401 h 5017219"/>
              <a:gd name="connsiteX39195" fmla="*/ 3844024 w 5799173"/>
              <a:gd name="connsiteY39195" fmla="*/ 3444906 h 5017219"/>
              <a:gd name="connsiteX39196" fmla="*/ 3854492 w 5799173"/>
              <a:gd name="connsiteY39196" fmla="*/ 3426878 h 5017219"/>
              <a:gd name="connsiteX39197" fmla="*/ 3855738 w 5799173"/>
              <a:gd name="connsiteY39197" fmla="*/ 3426130 h 5017219"/>
              <a:gd name="connsiteX39198" fmla="*/ 3876591 w 5799173"/>
              <a:gd name="connsiteY39198" fmla="*/ 3426130 h 5017219"/>
              <a:gd name="connsiteX39199" fmla="*/ 3877837 w 5799173"/>
              <a:gd name="connsiteY39199" fmla="*/ 3426878 h 5017219"/>
              <a:gd name="connsiteX39200" fmla="*/ 3888222 w 5799173"/>
              <a:gd name="connsiteY39200" fmla="*/ 3444906 h 5017219"/>
              <a:gd name="connsiteX39201" fmla="*/ 3888222 w 5799173"/>
              <a:gd name="connsiteY39201" fmla="*/ 3446401 h 5017219"/>
              <a:gd name="connsiteX39202" fmla="*/ 3877754 w 5799173"/>
              <a:gd name="connsiteY39202" fmla="*/ 3464430 h 5017219"/>
              <a:gd name="connsiteX39203" fmla="*/ 3876507 w 5799173"/>
              <a:gd name="connsiteY39203" fmla="*/ 3465177 h 5017219"/>
              <a:gd name="connsiteX39204" fmla="*/ 3915841 w 5799173"/>
              <a:gd name="connsiteY39204" fmla="*/ 3481304 h 5017219"/>
              <a:gd name="connsiteX39205" fmla="*/ 3914596 w 5799173"/>
              <a:gd name="connsiteY39205" fmla="*/ 3480557 h 5017219"/>
              <a:gd name="connsiteX39206" fmla="*/ 3904210 w 5799173"/>
              <a:gd name="connsiteY39206" fmla="*/ 3462528 h 5017219"/>
              <a:gd name="connsiteX39207" fmla="*/ 3904210 w 5799173"/>
              <a:gd name="connsiteY39207" fmla="*/ 3461033 h 5017219"/>
              <a:gd name="connsiteX39208" fmla="*/ 3914679 w 5799173"/>
              <a:gd name="connsiteY39208" fmla="*/ 3443005 h 5017219"/>
              <a:gd name="connsiteX39209" fmla="*/ 3915925 w 5799173"/>
              <a:gd name="connsiteY39209" fmla="*/ 3442257 h 5017219"/>
              <a:gd name="connsiteX39210" fmla="*/ 3936778 w 5799173"/>
              <a:gd name="connsiteY39210" fmla="*/ 3442257 h 5017219"/>
              <a:gd name="connsiteX39211" fmla="*/ 3938023 w 5799173"/>
              <a:gd name="connsiteY39211" fmla="*/ 3443005 h 5017219"/>
              <a:gd name="connsiteX39212" fmla="*/ 3948408 w 5799173"/>
              <a:gd name="connsiteY39212" fmla="*/ 3461033 h 5017219"/>
              <a:gd name="connsiteX39213" fmla="*/ 3948408 w 5799173"/>
              <a:gd name="connsiteY39213" fmla="*/ 3462528 h 5017219"/>
              <a:gd name="connsiteX39214" fmla="*/ 3937940 w 5799173"/>
              <a:gd name="connsiteY39214" fmla="*/ 3480557 h 5017219"/>
              <a:gd name="connsiteX39215" fmla="*/ 3936694 w 5799173"/>
              <a:gd name="connsiteY39215" fmla="*/ 3481304 h 5017219"/>
              <a:gd name="connsiteX39216" fmla="*/ 4276958 w 5799173"/>
              <a:gd name="connsiteY39216" fmla="*/ 3578065 h 5017219"/>
              <a:gd name="connsiteX39217" fmla="*/ 4275713 w 5799173"/>
              <a:gd name="connsiteY39217" fmla="*/ 3577318 h 5017219"/>
              <a:gd name="connsiteX39218" fmla="*/ 4265328 w 5799173"/>
              <a:gd name="connsiteY39218" fmla="*/ 3559289 h 5017219"/>
              <a:gd name="connsiteX39219" fmla="*/ 4265328 w 5799173"/>
              <a:gd name="connsiteY39219" fmla="*/ 3557794 h 5017219"/>
              <a:gd name="connsiteX39220" fmla="*/ 4275796 w 5799173"/>
              <a:gd name="connsiteY39220" fmla="*/ 3539766 h 5017219"/>
              <a:gd name="connsiteX39221" fmla="*/ 4277042 w 5799173"/>
              <a:gd name="connsiteY39221" fmla="*/ 3539018 h 5017219"/>
              <a:gd name="connsiteX39222" fmla="*/ 4297895 w 5799173"/>
              <a:gd name="connsiteY39222" fmla="*/ 3539018 h 5017219"/>
              <a:gd name="connsiteX39223" fmla="*/ 4299141 w 5799173"/>
              <a:gd name="connsiteY39223" fmla="*/ 3539766 h 5017219"/>
              <a:gd name="connsiteX39224" fmla="*/ 4309526 w 5799173"/>
              <a:gd name="connsiteY39224" fmla="*/ 3557794 h 5017219"/>
              <a:gd name="connsiteX39225" fmla="*/ 4309526 w 5799173"/>
              <a:gd name="connsiteY39225" fmla="*/ 3559289 h 5017219"/>
              <a:gd name="connsiteX39226" fmla="*/ 4299058 w 5799173"/>
              <a:gd name="connsiteY39226" fmla="*/ 3577318 h 5017219"/>
              <a:gd name="connsiteX39227" fmla="*/ 4297811 w 5799173"/>
              <a:gd name="connsiteY39227" fmla="*/ 3578065 h 5017219"/>
              <a:gd name="connsiteX39228" fmla="*/ 4638075 w 5799173"/>
              <a:gd name="connsiteY39228" fmla="*/ 3674826 h 5017219"/>
              <a:gd name="connsiteX39229" fmla="*/ 4636830 w 5799173"/>
              <a:gd name="connsiteY39229" fmla="*/ 3674079 h 5017219"/>
              <a:gd name="connsiteX39230" fmla="*/ 4626445 w 5799173"/>
              <a:gd name="connsiteY39230" fmla="*/ 3656050 h 5017219"/>
              <a:gd name="connsiteX39231" fmla="*/ 4626445 w 5799173"/>
              <a:gd name="connsiteY39231" fmla="*/ 3654555 h 5017219"/>
              <a:gd name="connsiteX39232" fmla="*/ 4636913 w 5799173"/>
              <a:gd name="connsiteY39232" fmla="*/ 3636527 h 5017219"/>
              <a:gd name="connsiteX39233" fmla="*/ 4638159 w 5799173"/>
              <a:gd name="connsiteY39233" fmla="*/ 3635779 h 5017219"/>
              <a:gd name="connsiteX39234" fmla="*/ 4659012 w 5799173"/>
              <a:gd name="connsiteY39234" fmla="*/ 3635779 h 5017219"/>
              <a:gd name="connsiteX39235" fmla="*/ 4660258 w 5799173"/>
              <a:gd name="connsiteY39235" fmla="*/ 3636527 h 5017219"/>
              <a:gd name="connsiteX39236" fmla="*/ 4670643 w 5799173"/>
              <a:gd name="connsiteY39236" fmla="*/ 3654555 h 5017219"/>
              <a:gd name="connsiteX39237" fmla="*/ 4670643 w 5799173"/>
              <a:gd name="connsiteY39237" fmla="*/ 3656050 h 5017219"/>
              <a:gd name="connsiteX39238" fmla="*/ 4660175 w 5799173"/>
              <a:gd name="connsiteY39238" fmla="*/ 3674079 h 5017219"/>
              <a:gd name="connsiteX39239" fmla="*/ 4658928 w 5799173"/>
              <a:gd name="connsiteY39239" fmla="*/ 3674826 h 5017219"/>
              <a:gd name="connsiteX39240" fmla="*/ 4758448 w 5799173"/>
              <a:gd name="connsiteY39240" fmla="*/ 3707080 h 5017219"/>
              <a:gd name="connsiteX39241" fmla="*/ 4757203 w 5799173"/>
              <a:gd name="connsiteY39241" fmla="*/ 3706333 h 5017219"/>
              <a:gd name="connsiteX39242" fmla="*/ 4746817 w 5799173"/>
              <a:gd name="connsiteY39242" fmla="*/ 3688304 h 5017219"/>
              <a:gd name="connsiteX39243" fmla="*/ 4746817 w 5799173"/>
              <a:gd name="connsiteY39243" fmla="*/ 3686809 h 5017219"/>
              <a:gd name="connsiteX39244" fmla="*/ 4757286 w 5799173"/>
              <a:gd name="connsiteY39244" fmla="*/ 3668781 h 5017219"/>
              <a:gd name="connsiteX39245" fmla="*/ 4758532 w 5799173"/>
              <a:gd name="connsiteY39245" fmla="*/ 3668033 h 5017219"/>
              <a:gd name="connsiteX39246" fmla="*/ 4779385 w 5799173"/>
              <a:gd name="connsiteY39246" fmla="*/ 3668033 h 5017219"/>
              <a:gd name="connsiteX39247" fmla="*/ 4780630 w 5799173"/>
              <a:gd name="connsiteY39247" fmla="*/ 3668781 h 5017219"/>
              <a:gd name="connsiteX39248" fmla="*/ 4791015 w 5799173"/>
              <a:gd name="connsiteY39248" fmla="*/ 3686809 h 5017219"/>
              <a:gd name="connsiteX39249" fmla="*/ 4791015 w 5799173"/>
              <a:gd name="connsiteY39249" fmla="*/ 3688304 h 5017219"/>
              <a:gd name="connsiteX39250" fmla="*/ 4780547 w 5799173"/>
              <a:gd name="connsiteY39250" fmla="*/ 3706333 h 5017219"/>
              <a:gd name="connsiteX39251" fmla="*/ 4779301 w 5799173"/>
              <a:gd name="connsiteY39251" fmla="*/ 3707080 h 5017219"/>
              <a:gd name="connsiteX39252" fmla="*/ 4818634 w 5799173"/>
              <a:gd name="connsiteY39252" fmla="*/ 3723207 h 5017219"/>
              <a:gd name="connsiteX39253" fmla="*/ 4817388 w 5799173"/>
              <a:gd name="connsiteY39253" fmla="*/ 3722460 h 5017219"/>
              <a:gd name="connsiteX39254" fmla="*/ 4807003 w 5799173"/>
              <a:gd name="connsiteY39254" fmla="*/ 3704431 h 5017219"/>
              <a:gd name="connsiteX39255" fmla="*/ 4807003 w 5799173"/>
              <a:gd name="connsiteY39255" fmla="*/ 3702936 h 5017219"/>
              <a:gd name="connsiteX39256" fmla="*/ 4817471 w 5799173"/>
              <a:gd name="connsiteY39256" fmla="*/ 3684908 h 5017219"/>
              <a:gd name="connsiteX39257" fmla="*/ 4818717 w 5799173"/>
              <a:gd name="connsiteY39257" fmla="*/ 3684160 h 5017219"/>
              <a:gd name="connsiteX39258" fmla="*/ 4839570 w 5799173"/>
              <a:gd name="connsiteY39258" fmla="*/ 3684160 h 5017219"/>
              <a:gd name="connsiteX39259" fmla="*/ 4840816 w 5799173"/>
              <a:gd name="connsiteY39259" fmla="*/ 3684908 h 5017219"/>
              <a:gd name="connsiteX39260" fmla="*/ 4851201 w 5799173"/>
              <a:gd name="connsiteY39260" fmla="*/ 3702936 h 5017219"/>
              <a:gd name="connsiteX39261" fmla="*/ 4851201 w 5799173"/>
              <a:gd name="connsiteY39261" fmla="*/ 3704431 h 5017219"/>
              <a:gd name="connsiteX39262" fmla="*/ 4840733 w 5799173"/>
              <a:gd name="connsiteY39262" fmla="*/ 3722460 h 5017219"/>
              <a:gd name="connsiteX39263" fmla="*/ 4839487 w 5799173"/>
              <a:gd name="connsiteY39263" fmla="*/ 3723207 h 5017219"/>
              <a:gd name="connsiteX39264" fmla="*/ 4939007 w 5799173"/>
              <a:gd name="connsiteY39264" fmla="*/ 3755461 h 5017219"/>
              <a:gd name="connsiteX39265" fmla="*/ 4937761 w 5799173"/>
              <a:gd name="connsiteY39265" fmla="*/ 3754714 h 5017219"/>
              <a:gd name="connsiteX39266" fmla="*/ 4927376 w 5799173"/>
              <a:gd name="connsiteY39266" fmla="*/ 3736685 h 5017219"/>
              <a:gd name="connsiteX39267" fmla="*/ 4927376 w 5799173"/>
              <a:gd name="connsiteY39267" fmla="*/ 3735190 h 5017219"/>
              <a:gd name="connsiteX39268" fmla="*/ 4937844 w 5799173"/>
              <a:gd name="connsiteY39268" fmla="*/ 3717162 h 5017219"/>
              <a:gd name="connsiteX39269" fmla="*/ 4939090 w 5799173"/>
              <a:gd name="connsiteY39269" fmla="*/ 3716414 h 5017219"/>
              <a:gd name="connsiteX39270" fmla="*/ 4959943 w 5799173"/>
              <a:gd name="connsiteY39270" fmla="*/ 3716414 h 5017219"/>
              <a:gd name="connsiteX39271" fmla="*/ 4961189 w 5799173"/>
              <a:gd name="connsiteY39271" fmla="*/ 3717162 h 5017219"/>
              <a:gd name="connsiteX39272" fmla="*/ 4971574 w 5799173"/>
              <a:gd name="connsiteY39272" fmla="*/ 3735190 h 5017219"/>
              <a:gd name="connsiteX39273" fmla="*/ 4971574 w 5799173"/>
              <a:gd name="connsiteY39273" fmla="*/ 3736685 h 5017219"/>
              <a:gd name="connsiteX39274" fmla="*/ 4961106 w 5799173"/>
              <a:gd name="connsiteY39274" fmla="*/ 3754714 h 5017219"/>
              <a:gd name="connsiteX39275" fmla="*/ 4959860 w 5799173"/>
              <a:gd name="connsiteY39275" fmla="*/ 3755461 h 5017219"/>
              <a:gd name="connsiteX39276" fmla="*/ 4999193 w 5799173"/>
              <a:gd name="connsiteY39276" fmla="*/ 3771587 h 5017219"/>
              <a:gd name="connsiteX39277" fmla="*/ 4997947 w 5799173"/>
              <a:gd name="connsiteY39277" fmla="*/ 3770840 h 5017219"/>
              <a:gd name="connsiteX39278" fmla="*/ 4987562 w 5799173"/>
              <a:gd name="connsiteY39278" fmla="*/ 3752811 h 5017219"/>
              <a:gd name="connsiteX39279" fmla="*/ 4987562 w 5799173"/>
              <a:gd name="connsiteY39279" fmla="*/ 3751316 h 5017219"/>
              <a:gd name="connsiteX39280" fmla="*/ 4998030 w 5799173"/>
              <a:gd name="connsiteY39280" fmla="*/ 3733288 h 5017219"/>
              <a:gd name="connsiteX39281" fmla="*/ 4999276 w 5799173"/>
              <a:gd name="connsiteY39281" fmla="*/ 3732540 h 5017219"/>
              <a:gd name="connsiteX39282" fmla="*/ 5020129 w 5799173"/>
              <a:gd name="connsiteY39282" fmla="*/ 3732540 h 5017219"/>
              <a:gd name="connsiteX39283" fmla="*/ 5021375 w 5799173"/>
              <a:gd name="connsiteY39283" fmla="*/ 3733288 h 5017219"/>
              <a:gd name="connsiteX39284" fmla="*/ 5031760 w 5799173"/>
              <a:gd name="connsiteY39284" fmla="*/ 3751316 h 5017219"/>
              <a:gd name="connsiteX39285" fmla="*/ 5031760 w 5799173"/>
              <a:gd name="connsiteY39285" fmla="*/ 3752811 h 5017219"/>
              <a:gd name="connsiteX39286" fmla="*/ 5021292 w 5799173"/>
              <a:gd name="connsiteY39286" fmla="*/ 3770841 h 5017219"/>
              <a:gd name="connsiteX39287" fmla="*/ 5020046 w 5799173"/>
              <a:gd name="connsiteY39287" fmla="*/ 3771587 h 5017219"/>
              <a:gd name="connsiteX39288" fmla="*/ 2050068 w 5799173"/>
              <a:gd name="connsiteY39288" fmla="*/ 2981455 h 5017219"/>
              <a:gd name="connsiteX39289" fmla="*/ 2048822 w 5799173"/>
              <a:gd name="connsiteY39289" fmla="*/ 2980707 h 5017219"/>
              <a:gd name="connsiteX39290" fmla="*/ 2038354 w 5799173"/>
              <a:gd name="connsiteY39290" fmla="*/ 2962596 h 5017219"/>
              <a:gd name="connsiteX39291" fmla="*/ 2038354 w 5799173"/>
              <a:gd name="connsiteY39291" fmla="*/ 2961101 h 5017219"/>
              <a:gd name="connsiteX39292" fmla="*/ 2048822 w 5799173"/>
              <a:gd name="connsiteY39292" fmla="*/ 2942990 h 5017219"/>
              <a:gd name="connsiteX39293" fmla="*/ 2050068 w 5799173"/>
              <a:gd name="connsiteY39293" fmla="*/ 2942242 h 5017219"/>
              <a:gd name="connsiteX39294" fmla="*/ 2071004 w 5799173"/>
              <a:gd name="connsiteY39294" fmla="*/ 2942242 h 5017219"/>
              <a:gd name="connsiteX39295" fmla="*/ 2072250 w 5799173"/>
              <a:gd name="connsiteY39295" fmla="*/ 2942990 h 5017219"/>
              <a:gd name="connsiteX39296" fmla="*/ 2082718 w 5799173"/>
              <a:gd name="connsiteY39296" fmla="*/ 2961101 h 5017219"/>
              <a:gd name="connsiteX39297" fmla="*/ 2082718 w 5799173"/>
              <a:gd name="connsiteY39297" fmla="*/ 2962596 h 5017219"/>
              <a:gd name="connsiteX39298" fmla="*/ 2072250 w 5799173"/>
              <a:gd name="connsiteY39298" fmla="*/ 2980707 h 5017219"/>
              <a:gd name="connsiteX39299" fmla="*/ 2071004 w 5799173"/>
              <a:gd name="connsiteY39299" fmla="*/ 2981455 h 5017219"/>
              <a:gd name="connsiteX39300" fmla="*/ 2110254 w 5799173"/>
              <a:gd name="connsiteY39300" fmla="*/ 2997582 h 5017219"/>
              <a:gd name="connsiteX39301" fmla="*/ 2109008 w 5799173"/>
              <a:gd name="connsiteY39301" fmla="*/ 2996834 h 5017219"/>
              <a:gd name="connsiteX39302" fmla="*/ 2098541 w 5799173"/>
              <a:gd name="connsiteY39302" fmla="*/ 2978723 h 5017219"/>
              <a:gd name="connsiteX39303" fmla="*/ 2098541 w 5799173"/>
              <a:gd name="connsiteY39303" fmla="*/ 2977228 h 5017219"/>
              <a:gd name="connsiteX39304" fmla="*/ 2109008 w 5799173"/>
              <a:gd name="connsiteY39304" fmla="*/ 2959117 h 5017219"/>
              <a:gd name="connsiteX39305" fmla="*/ 2110254 w 5799173"/>
              <a:gd name="connsiteY39305" fmla="*/ 2958369 h 5017219"/>
              <a:gd name="connsiteX39306" fmla="*/ 2131191 w 5799173"/>
              <a:gd name="connsiteY39306" fmla="*/ 2958369 h 5017219"/>
              <a:gd name="connsiteX39307" fmla="*/ 2132437 w 5799173"/>
              <a:gd name="connsiteY39307" fmla="*/ 2959117 h 5017219"/>
              <a:gd name="connsiteX39308" fmla="*/ 2142904 w 5799173"/>
              <a:gd name="connsiteY39308" fmla="*/ 2977228 h 5017219"/>
              <a:gd name="connsiteX39309" fmla="*/ 2142904 w 5799173"/>
              <a:gd name="connsiteY39309" fmla="*/ 2978723 h 5017219"/>
              <a:gd name="connsiteX39310" fmla="*/ 2132437 w 5799173"/>
              <a:gd name="connsiteY39310" fmla="*/ 2996834 h 5017219"/>
              <a:gd name="connsiteX39311" fmla="*/ 2131191 w 5799173"/>
              <a:gd name="connsiteY39311" fmla="*/ 2997582 h 5017219"/>
              <a:gd name="connsiteX39312" fmla="*/ 2230626 w 5799173"/>
              <a:gd name="connsiteY39312" fmla="*/ 3029835 h 5017219"/>
              <a:gd name="connsiteX39313" fmla="*/ 2229380 w 5799173"/>
              <a:gd name="connsiteY39313" fmla="*/ 3029087 h 5017219"/>
              <a:gd name="connsiteX39314" fmla="*/ 2218912 w 5799173"/>
              <a:gd name="connsiteY39314" fmla="*/ 3010976 h 5017219"/>
              <a:gd name="connsiteX39315" fmla="*/ 2218912 w 5799173"/>
              <a:gd name="connsiteY39315" fmla="*/ 3009481 h 5017219"/>
              <a:gd name="connsiteX39316" fmla="*/ 2229380 w 5799173"/>
              <a:gd name="connsiteY39316" fmla="*/ 2991370 h 5017219"/>
              <a:gd name="connsiteX39317" fmla="*/ 2230626 w 5799173"/>
              <a:gd name="connsiteY39317" fmla="*/ 2990622 h 5017219"/>
              <a:gd name="connsiteX39318" fmla="*/ 2251563 w 5799173"/>
              <a:gd name="connsiteY39318" fmla="*/ 2990622 h 5017219"/>
              <a:gd name="connsiteX39319" fmla="*/ 2252808 w 5799173"/>
              <a:gd name="connsiteY39319" fmla="*/ 2991370 h 5017219"/>
              <a:gd name="connsiteX39320" fmla="*/ 2263276 w 5799173"/>
              <a:gd name="connsiteY39320" fmla="*/ 3009481 h 5017219"/>
              <a:gd name="connsiteX39321" fmla="*/ 2263276 w 5799173"/>
              <a:gd name="connsiteY39321" fmla="*/ 3010976 h 5017219"/>
              <a:gd name="connsiteX39322" fmla="*/ 2252809 w 5799173"/>
              <a:gd name="connsiteY39322" fmla="*/ 3029087 h 5017219"/>
              <a:gd name="connsiteX39323" fmla="*/ 2251562 w 5799173"/>
              <a:gd name="connsiteY39323" fmla="*/ 3029835 h 5017219"/>
              <a:gd name="connsiteX39324" fmla="*/ 3614910 w 5799173"/>
              <a:gd name="connsiteY39324" fmla="*/ 3400753 h 5017219"/>
              <a:gd name="connsiteX39325" fmla="*/ 3613664 w 5799173"/>
              <a:gd name="connsiteY39325" fmla="*/ 3400005 h 5017219"/>
              <a:gd name="connsiteX39326" fmla="*/ 3603196 w 5799173"/>
              <a:gd name="connsiteY39326" fmla="*/ 3381894 h 5017219"/>
              <a:gd name="connsiteX39327" fmla="*/ 3603196 w 5799173"/>
              <a:gd name="connsiteY39327" fmla="*/ 3380399 h 5017219"/>
              <a:gd name="connsiteX39328" fmla="*/ 3613664 w 5799173"/>
              <a:gd name="connsiteY39328" fmla="*/ 3362288 h 5017219"/>
              <a:gd name="connsiteX39329" fmla="*/ 3614910 w 5799173"/>
              <a:gd name="connsiteY39329" fmla="*/ 3361540 h 5017219"/>
              <a:gd name="connsiteX39330" fmla="*/ 3635846 w 5799173"/>
              <a:gd name="connsiteY39330" fmla="*/ 3361540 h 5017219"/>
              <a:gd name="connsiteX39331" fmla="*/ 3637092 w 5799173"/>
              <a:gd name="connsiteY39331" fmla="*/ 3362288 h 5017219"/>
              <a:gd name="connsiteX39332" fmla="*/ 3647560 w 5799173"/>
              <a:gd name="connsiteY39332" fmla="*/ 3380399 h 5017219"/>
              <a:gd name="connsiteX39333" fmla="*/ 3647560 w 5799173"/>
              <a:gd name="connsiteY39333" fmla="*/ 3381894 h 5017219"/>
              <a:gd name="connsiteX39334" fmla="*/ 3637092 w 5799173"/>
              <a:gd name="connsiteY39334" fmla="*/ 3400005 h 5017219"/>
              <a:gd name="connsiteX39335" fmla="*/ 3635846 w 5799173"/>
              <a:gd name="connsiteY39335" fmla="*/ 3400753 h 5017219"/>
              <a:gd name="connsiteX39336" fmla="*/ 1809263 w 5799173"/>
              <a:gd name="connsiteY39336" fmla="*/ 2917023 h 5017219"/>
              <a:gd name="connsiteX39337" fmla="*/ 1808017 w 5799173"/>
              <a:gd name="connsiteY39337" fmla="*/ 2916275 h 5017219"/>
              <a:gd name="connsiteX39338" fmla="*/ 1797466 w 5799173"/>
              <a:gd name="connsiteY39338" fmla="*/ 2897998 h 5017219"/>
              <a:gd name="connsiteX39339" fmla="*/ 1797466 w 5799173"/>
              <a:gd name="connsiteY39339" fmla="*/ 2896502 h 5017219"/>
              <a:gd name="connsiteX39340" fmla="*/ 1808017 w 5799173"/>
              <a:gd name="connsiteY39340" fmla="*/ 2878225 h 5017219"/>
              <a:gd name="connsiteX39341" fmla="*/ 1809263 w 5799173"/>
              <a:gd name="connsiteY39341" fmla="*/ 2877477 h 5017219"/>
              <a:gd name="connsiteX39342" fmla="*/ 1830282 w 5799173"/>
              <a:gd name="connsiteY39342" fmla="*/ 2877478 h 5017219"/>
              <a:gd name="connsiteX39343" fmla="*/ 1831528 w 5799173"/>
              <a:gd name="connsiteY39343" fmla="*/ 2878226 h 5017219"/>
              <a:gd name="connsiteX39344" fmla="*/ 1842080 w 5799173"/>
              <a:gd name="connsiteY39344" fmla="*/ 2896502 h 5017219"/>
              <a:gd name="connsiteX39345" fmla="*/ 1842080 w 5799173"/>
              <a:gd name="connsiteY39345" fmla="*/ 2897999 h 5017219"/>
              <a:gd name="connsiteX39346" fmla="*/ 1831528 w 5799173"/>
              <a:gd name="connsiteY39346" fmla="*/ 2916276 h 5017219"/>
              <a:gd name="connsiteX39347" fmla="*/ 1830282 w 5799173"/>
              <a:gd name="connsiteY39347" fmla="*/ 2917024 h 5017219"/>
              <a:gd name="connsiteX39348" fmla="*/ 1869449 w 5799173"/>
              <a:gd name="connsiteY39348" fmla="*/ 2933150 h 5017219"/>
              <a:gd name="connsiteX39349" fmla="*/ 1868203 w 5799173"/>
              <a:gd name="connsiteY39349" fmla="*/ 2932402 h 5017219"/>
              <a:gd name="connsiteX39350" fmla="*/ 1857652 w 5799173"/>
              <a:gd name="connsiteY39350" fmla="*/ 2914125 h 5017219"/>
              <a:gd name="connsiteX39351" fmla="*/ 1857652 w 5799173"/>
              <a:gd name="connsiteY39351" fmla="*/ 2912629 h 5017219"/>
              <a:gd name="connsiteX39352" fmla="*/ 1868203 w 5799173"/>
              <a:gd name="connsiteY39352" fmla="*/ 2894352 h 5017219"/>
              <a:gd name="connsiteX39353" fmla="*/ 1869449 w 5799173"/>
              <a:gd name="connsiteY39353" fmla="*/ 2893604 h 5017219"/>
              <a:gd name="connsiteX39354" fmla="*/ 1890468 w 5799173"/>
              <a:gd name="connsiteY39354" fmla="*/ 2893604 h 5017219"/>
              <a:gd name="connsiteX39355" fmla="*/ 1891714 w 5799173"/>
              <a:gd name="connsiteY39355" fmla="*/ 2894352 h 5017219"/>
              <a:gd name="connsiteX39356" fmla="*/ 1902266 w 5799173"/>
              <a:gd name="connsiteY39356" fmla="*/ 2912629 h 5017219"/>
              <a:gd name="connsiteX39357" fmla="*/ 1902266 w 5799173"/>
              <a:gd name="connsiteY39357" fmla="*/ 2914125 h 5017219"/>
              <a:gd name="connsiteX39358" fmla="*/ 1891714 w 5799173"/>
              <a:gd name="connsiteY39358" fmla="*/ 2932402 h 5017219"/>
              <a:gd name="connsiteX39359" fmla="*/ 1890468 w 5799173"/>
              <a:gd name="connsiteY39359" fmla="*/ 2933150 h 5017219"/>
              <a:gd name="connsiteX39360" fmla="*/ 4337084 w 5799173"/>
              <a:gd name="connsiteY39360" fmla="*/ 3594351 h 5017219"/>
              <a:gd name="connsiteX39361" fmla="*/ 4335838 w 5799173"/>
              <a:gd name="connsiteY39361" fmla="*/ 3593603 h 5017219"/>
              <a:gd name="connsiteX39362" fmla="*/ 4325288 w 5799173"/>
              <a:gd name="connsiteY39362" fmla="*/ 3575326 h 5017219"/>
              <a:gd name="connsiteX39363" fmla="*/ 4325287 w 5799173"/>
              <a:gd name="connsiteY39363" fmla="*/ 3573830 h 5017219"/>
              <a:gd name="connsiteX39364" fmla="*/ 4335838 w 5799173"/>
              <a:gd name="connsiteY39364" fmla="*/ 3555553 h 5017219"/>
              <a:gd name="connsiteX39365" fmla="*/ 4337084 w 5799173"/>
              <a:gd name="connsiteY39365" fmla="*/ 3554805 h 5017219"/>
              <a:gd name="connsiteX39366" fmla="*/ 4358103 w 5799173"/>
              <a:gd name="connsiteY39366" fmla="*/ 3554805 h 5017219"/>
              <a:gd name="connsiteX39367" fmla="*/ 4359349 w 5799173"/>
              <a:gd name="connsiteY39367" fmla="*/ 3555553 h 5017219"/>
              <a:gd name="connsiteX39368" fmla="*/ 4369900 w 5799173"/>
              <a:gd name="connsiteY39368" fmla="*/ 3573830 h 5017219"/>
              <a:gd name="connsiteX39369" fmla="*/ 4369900 w 5799173"/>
              <a:gd name="connsiteY39369" fmla="*/ 3575326 h 5017219"/>
              <a:gd name="connsiteX39370" fmla="*/ 4359349 w 5799173"/>
              <a:gd name="connsiteY39370" fmla="*/ 3593603 h 5017219"/>
              <a:gd name="connsiteX39371" fmla="*/ 4358103 w 5799173"/>
              <a:gd name="connsiteY39371" fmla="*/ 3594351 h 5017219"/>
              <a:gd name="connsiteX39372" fmla="*/ 4397271 w 5799173"/>
              <a:gd name="connsiteY39372" fmla="*/ 3610478 h 5017219"/>
              <a:gd name="connsiteX39373" fmla="*/ 4396025 w 5799173"/>
              <a:gd name="connsiteY39373" fmla="*/ 3609730 h 5017219"/>
              <a:gd name="connsiteX39374" fmla="*/ 4385474 w 5799173"/>
              <a:gd name="connsiteY39374" fmla="*/ 3591453 h 5017219"/>
              <a:gd name="connsiteX39375" fmla="*/ 4385474 w 5799173"/>
              <a:gd name="connsiteY39375" fmla="*/ 3589957 h 5017219"/>
              <a:gd name="connsiteX39376" fmla="*/ 4396025 w 5799173"/>
              <a:gd name="connsiteY39376" fmla="*/ 3571680 h 5017219"/>
              <a:gd name="connsiteX39377" fmla="*/ 4397271 w 5799173"/>
              <a:gd name="connsiteY39377" fmla="*/ 3570932 h 5017219"/>
              <a:gd name="connsiteX39378" fmla="*/ 4418290 w 5799173"/>
              <a:gd name="connsiteY39378" fmla="*/ 3570932 h 5017219"/>
              <a:gd name="connsiteX39379" fmla="*/ 4419536 w 5799173"/>
              <a:gd name="connsiteY39379" fmla="*/ 3571680 h 5017219"/>
              <a:gd name="connsiteX39380" fmla="*/ 4430087 w 5799173"/>
              <a:gd name="connsiteY39380" fmla="*/ 3589957 h 5017219"/>
              <a:gd name="connsiteX39381" fmla="*/ 4430087 w 5799173"/>
              <a:gd name="connsiteY39381" fmla="*/ 3591453 h 5017219"/>
              <a:gd name="connsiteX39382" fmla="*/ 4419536 w 5799173"/>
              <a:gd name="connsiteY39382" fmla="*/ 3609730 h 5017219"/>
              <a:gd name="connsiteX39383" fmla="*/ 4418290 w 5799173"/>
              <a:gd name="connsiteY39383" fmla="*/ 3610478 h 5017219"/>
              <a:gd name="connsiteX39384" fmla="*/ 5119505 w 5799173"/>
              <a:gd name="connsiteY39384" fmla="*/ 3804000 h 5017219"/>
              <a:gd name="connsiteX39385" fmla="*/ 5118260 w 5799173"/>
              <a:gd name="connsiteY39385" fmla="*/ 3803252 h 5017219"/>
              <a:gd name="connsiteX39386" fmla="*/ 5107708 w 5799173"/>
              <a:gd name="connsiteY39386" fmla="*/ 3784975 h 5017219"/>
              <a:gd name="connsiteX39387" fmla="*/ 5107708 w 5799173"/>
              <a:gd name="connsiteY39387" fmla="*/ 3783479 h 5017219"/>
              <a:gd name="connsiteX39388" fmla="*/ 5118260 w 5799173"/>
              <a:gd name="connsiteY39388" fmla="*/ 3765202 h 5017219"/>
              <a:gd name="connsiteX39389" fmla="*/ 5119505 w 5799173"/>
              <a:gd name="connsiteY39389" fmla="*/ 3764454 h 5017219"/>
              <a:gd name="connsiteX39390" fmla="*/ 5140525 w 5799173"/>
              <a:gd name="connsiteY39390" fmla="*/ 3764454 h 5017219"/>
              <a:gd name="connsiteX39391" fmla="*/ 5141770 w 5799173"/>
              <a:gd name="connsiteY39391" fmla="*/ 3765202 h 5017219"/>
              <a:gd name="connsiteX39392" fmla="*/ 5152322 w 5799173"/>
              <a:gd name="connsiteY39392" fmla="*/ 3783479 h 5017219"/>
              <a:gd name="connsiteX39393" fmla="*/ 5152322 w 5799173"/>
              <a:gd name="connsiteY39393" fmla="*/ 3784975 h 5017219"/>
              <a:gd name="connsiteX39394" fmla="*/ 5141770 w 5799173"/>
              <a:gd name="connsiteY39394" fmla="*/ 3803252 h 5017219"/>
              <a:gd name="connsiteX39395" fmla="*/ 5140525 w 5799173"/>
              <a:gd name="connsiteY39395" fmla="*/ 3804000 h 5017219"/>
              <a:gd name="connsiteX39396" fmla="*/ 2591660 w 5799173"/>
              <a:gd name="connsiteY39396" fmla="*/ 3126856 h 5017219"/>
              <a:gd name="connsiteX39397" fmla="*/ 2590331 w 5799173"/>
              <a:gd name="connsiteY39397" fmla="*/ 3126108 h 5017219"/>
              <a:gd name="connsiteX39398" fmla="*/ 2579780 w 5799173"/>
              <a:gd name="connsiteY39398" fmla="*/ 3107748 h 5017219"/>
              <a:gd name="connsiteX39399" fmla="*/ 2579780 w 5799173"/>
              <a:gd name="connsiteY39399" fmla="*/ 3106252 h 5017219"/>
              <a:gd name="connsiteX39400" fmla="*/ 2590331 w 5799173"/>
              <a:gd name="connsiteY39400" fmla="*/ 3087892 h 5017219"/>
              <a:gd name="connsiteX39401" fmla="*/ 2591660 w 5799173"/>
              <a:gd name="connsiteY39401" fmla="*/ 3087144 h 5017219"/>
              <a:gd name="connsiteX39402" fmla="*/ 2612845 w 5799173"/>
              <a:gd name="connsiteY39402" fmla="*/ 3087144 h 5017219"/>
              <a:gd name="connsiteX39403" fmla="*/ 2614175 w 5799173"/>
              <a:gd name="connsiteY39403" fmla="*/ 3087892 h 5017219"/>
              <a:gd name="connsiteX39404" fmla="*/ 2624726 w 5799173"/>
              <a:gd name="connsiteY39404" fmla="*/ 3106252 h 5017219"/>
              <a:gd name="connsiteX39405" fmla="*/ 2624726 w 5799173"/>
              <a:gd name="connsiteY39405" fmla="*/ 3107748 h 5017219"/>
              <a:gd name="connsiteX39406" fmla="*/ 2614175 w 5799173"/>
              <a:gd name="connsiteY39406" fmla="*/ 3126108 h 5017219"/>
              <a:gd name="connsiteX39407" fmla="*/ 2612845 w 5799173"/>
              <a:gd name="connsiteY39407" fmla="*/ 3126856 h 5017219"/>
              <a:gd name="connsiteX39408" fmla="*/ 1989716 w 5799173"/>
              <a:gd name="connsiteY39408" fmla="*/ 2965661 h 5017219"/>
              <a:gd name="connsiteX39409" fmla="*/ 1988387 w 5799173"/>
              <a:gd name="connsiteY39409" fmla="*/ 2964913 h 5017219"/>
              <a:gd name="connsiteX39410" fmla="*/ 1977753 w 5799173"/>
              <a:gd name="connsiteY39410" fmla="*/ 2946470 h 5017219"/>
              <a:gd name="connsiteX39411" fmla="*/ 1977753 w 5799173"/>
              <a:gd name="connsiteY39411" fmla="*/ 2944974 h 5017219"/>
              <a:gd name="connsiteX39412" fmla="*/ 1988387 w 5799173"/>
              <a:gd name="connsiteY39412" fmla="*/ 2926531 h 5017219"/>
              <a:gd name="connsiteX39413" fmla="*/ 1989716 w 5799173"/>
              <a:gd name="connsiteY39413" fmla="*/ 2925783 h 5017219"/>
              <a:gd name="connsiteX39414" fmla="*/ 2010985 w 5799173"/>
              <a:gd name="connsiteY39414" fmla="*/ 2925783 h 5017219"/>
              <a:gd name="connsiteX39415" fmla="*/ 2012314 w 5799173"/>
              <a:gd name="connsiteY39415" fmla="*/ 2926531 h 5017219"/>
              <a:gd name="connsiteX39416" fmla="*/ 2022948 w 5799173"/>
              <a:gd name="connsiteY39416" fmla="*/ 2944974 h 5017219"/>
              <a:gd name="connsiteX39417" fmla="*/ 2022948 w 5799173"/>
              <a:gd name="connsiteY39417" fmla="*/ 2946470 h 5017219"/>
              <a:gd name="connsiteX39418" fmla="*/ 2012314 w 5799173"/>
              <a:gd name="connsiteY39418" fmla="*/ 2964913 h 5017219"/>
              <a:gd name="connsiteX39419" fmla="*/ 2010985 w 5799173"/>
              <a:gd name="connsiteY39419" fmla="*/ 2965661 h 5017219"/>
              <a:gd name="connsiteX39420" fmla="*/ 5059214 w 5799173"/>
              <a:gd name="connsiteY39420" fmla="*/ 3788130 h 5017219"/>
              <a:gd name="connsiteX39421" fmla="*/ 5057885 w 5799173"/>
              <a:gd name="connsiteY39421" fmla="*/ 3787382 h 5017219"/>
              <a:gd name="connsiteX39422" fmla="*/ 5047251 w 5799173"/>
              <a:gd name="connsiteY39422" fmla="*/ 3768939 h 5017219"/>
              <a:gd name="connsiteX39423" fmla="*/ 5047251 w 5799173"/>
              <a:gd name="connsiteY39423" fmla="*/ 3767443 h 5017219"/>
              <a:gd name="connsiteX39424" fmla="*/ 5057885 w 5799173"/>
              <a:gd name="connsiteY39424" fmla="*/ 3749001 h 5017219"/>
              <a:gd name="connsiteX39425" fmla="*/ 5059214 w 5799173"/>
              <a:gd name="connsiteY39425" fmla="*/ 3748253 h 5017219"/>
              <a:gd name="connsiteX39426" fmla="*/ 5080483 w 5799173"/>
              <a:gd name="connsiteY39426" fmla="*/ 3748252 h 5017219"/>
              <a:gd name="connsiteX39427" fmla="*/ 5081812 w 5799173"/>
              <a:gd name="connsiteY39427" fmla="*/ 3749001 h 5017219"/>
              <a:gd name="connsiteX39428" fmla="*/ 5092446 w 5799173"/>
              <a:gd name="connsiteY39428" fmla="*/ 3767443 h 5017219"/>
              <a:gd name="connsiteX39429" fmla="*/ 5092446 w 5799173"/>
              <a:gd name="connsiteY39429" fmla="*/ 3768939 h 5017219"/>
              <a:gd name="connsiteX39430" fmla="*/ 5081812 w 5799173"/>
              <a:gd name="connsiteY39430" fmla="*/ 3787382 h 5017219"/>
              <a:gd name="connsiteX39431" fmla="*/ 5080483 w 5799173"/>
              <a:gd name="connsiteY39431" fmla="*/ 3788130 h 5017219"/>
              <a:gd name="connsiteX39432" fmla="*/ 3795219 w 5799173"/>
              <a:gd name="connsiteY39432" fmla="*/ 3449549 h 5017219"/>
              <a:gd name="connsiteX39433" fmla="*/ 3793890 w 5799173"/>
              <a:gd name="connsiteY39433" fmla="*/ 3448801 h 5017219"/>
              <a:gd name="connsiteX39434" fmla="*/ 3783256 w 5799173"/>
              <a:gd name="connsiteY39434" fmla="*/ 3430274 h 5017219"/>
              <a:gd name="connsiteX39435" fmla="*/ 3783256 w 5799173"/>
              <a:gd name="connsiteY39435" fmla="*/ 3428778 h 5017219"/>
              <a:gd name="connsiteX39436" fmla="*/ 3793973 w 5799173"/>
              <a:gd name="connsiteY39436" fmla="*/ 3410252 h 5017219"/>
              <a:gd name="connsiteX39437" fmla="*/ 3795303 w 5799173"/>
              <a:gd name="connsiteY39437" fmla="*/ 3409505 h 5017219"/>
              <a:gd name="connsiteX39438" fmla="*/ 3816654 w 5799173"/>
              <a:gd name="connsiteY39438" fmla="*/ 3409504 h 5017219"/>
              <a:gd name="connsiteX39439" fmla="*/ 3817983 w 5799173"/>
              <a:gd name="connsiteY39439" fmla="*/ 3410252 h 5017219"/>
              <a:gd name="connsiteX39440" fmla="*/ 3828617 w 5799173"/>
              <a:gd name="connsiteY39440" fmla="*/ 3428778 h 5017219"/>
              <a:gd name="connsiteX39441" fmla="*/ 3828617 w 5799173"/>
              <a:gd name="connsiteY39441" fmla="*/ 3430274 h 5017219"/>
              <a:gd name="connsiteX39442" fmla="*/ 3817900 w 5799173"/>
              <a:gd name="connsiteY39442" fmla="*/ 3448801 h 5017219"/>
              <a:gd name="connsiteX39443" fmla="*/ 3816571 w 5799173"/>
              <a:gd name="connsiteY39443" fmla="*/ 3449548 h 5017219"/>
              <a:gd name="connsiteX39444" fmla="*/ 2651527 w 5799173"/>
              <a:gd name="connsiteY39444" fmla="*/ 3143474 h 5017219"/>
              <a:gd name="connsiteX39445" fmla="*/ 2650197 w 5799173"/>
              <a:gd name="connsiteY39445" fmla="*/ 3142726 h 5017219"/>
              <a:gd name="connsiteX39446" fmla="*/ 2639314 w 5799173"/>
              <a:gd name="connsiteY39446" fmla="*/ 3123867 h 5017219"/>
              <a:gd name="connsiteX39447" fmla="*/ 2639314 w 5799173"/>
              <a:gd name="connsiteY39447" fmla="*/ 3122289 h 5017219"/>
              <a:gd name="connsiteX39448" fmla="*/ 2650197 w 5799173"/>
              <a:gd name="connsiteY39448" fmla="*/ 3103430 h 5017219"/>
              <a:gd name="connsiteX39449" fmla="*/ 2651527 w 5799173"/>
              <a:gd name="connsiteY39449" fmla="*/ 3102682 h 5017219"/>
              <a:gd name="connsiteX39450" fmla="*/ 2673293 w 5799173"/>
              <a:gd name="connsiteY39450" fmla="*/ 3102682 h 5017219"/>
              <a:gd name="connsiteX39451" fmla="*/ 2674623 w 5799173"/>
              <a:gd name="connsiteY39451" fmla="*/ 3103430 h 5017219"/>
              <a:gd name="connsiteX39452" fmla="*/ 2685506 w 5799173"/>
              <a:gd name="connsiteY39452" fmla="*/ 3122289 h 5017219"/>
              <a:gd name="connsiteX39453" fmla="*/ 2685506 w 5799173"/>
              <a:gd name="connsiteY39453" fmla="*/ 3123867 h 5017219"/>
              <a:gd name="connsiteX39454" fmla="*/ 2674623 w 5799173"/>
              <a:gd name="connsiteY39454" fmla="*/ 3142726 h 5017219"/>
              <a:gd name="connsiteX39455" fmla="*/ 2673293 w 5799173"/>
              <a:gd name="connsiteY39455" fmla="*/ 3143474 h 5017219"/>
              <a:gd name="connsiteX39456" fmla="*/ 3001636 w 5799173"/>
              <a:gd name="connsiteY39456" fmla="*/ 3286826 h 5017219"/>
              <a:gd name="connsiteX39457" fmla="*/ 3000639 w 5799173"/>
              <a:gd name="connsiteY39457" fmla="*/ 3286245 h 5017219"/>
              <a:gd name="connsiteX39458" fmla="*/ 2992747 w 5799173"/>
              <a:gd name="connsiteY39458" fmla="*/ 3272620 h 5017219"/>
              <a:gd name="connsiteX39459" fmla="*/ 2992747 w 5799173"/>
              <a:gd name="connsiteY39459" fmla="*/ 3271539 h 5017219"/>
              <a:gd name="connsiteX39460" fmla="*/ 3000639 w 5799173"/>
              <a:gd name="connsiteY39460" fmla="*/ 3257915 h 5017219"/>
              <a:gd name="connsiteX39461" fmla="*/ 3001636 w 5799173"/>
              <a:gd name="connsiteY39461" fmla="*/ 3257333 h 5017219"/>
              <a:gd name="connsiteX39462" fmla="*/ 3017421 w 5799173"/>
              <a:gd name="connsiteY39462" fmla="*/ 3257333 h 5017219"/>
              <a:gd name="connsiteX39463" fmla="*/ 3018418 w 5799173"/>
              <a:gd name="connsiteY39463" fmla="*/ 3257915 h 5017219"/>
              <a:gd name="connsiteX39464" fmla="*/ 3026311 w 5799173"/>
              <a:gd name="connsiteY39464" fmla="*/ 3271539 h 5017219"/>
              <a:gd name="connsiteX39465" fmla="*/ 3026311 w 5799173"/>
              <a:gd name="connsiteY39465" fmla="*/ 3272620 h 5017219"/>
              <a:gd name="connsiteX39466" fmla="*/ 3018418 w 5799173"/>
              <a:gd name="connsiteY39466" fmla="*/ 3286245 h 5017219"/>
              <a:gd name="connsiteX39467" fmla="*/ 3017421 w 5799173"/>
              <a:gd name="connsiteY39467" fmla="*/ 3286826 h 5017219"/>
              <a:gd name="connsiteX39468" fmla="*/ 112376 w 5799173"/>
              <a:gd name="connsiteY39468" fmla="*/ 2513319 h 5017219"/>
              <a:gd name="connsiteX39469" fmla="*/ 111379 w 5799173"/>
              <a:gd name="connsiteY39469" fmla="*/ 2512739 h 5017219"/>
              <a:gd name="connsiteX39470" fmla="*/ 103237 w 5799173"/>
              <a:gd name="connsiteY39470" fmla="*/ 2498531 h 5017219"/>
              <a:gd name="connsiteX39471" fmla="*/ 103237 w 5799173"/>
              <a:gd name="connsiteY39471" fmla="*/ 2497368 h 5017219"/>
              <a:gd name="connsiteX39472" fmla="*/ 111462 w 5799173"/>
              <a:gd name="connsiteY39472" fmla="*/ 2483162 h 5017219"/>
              <a:gd name="connsiteX39473" fmla="*/ 112458 w 5799173"/>
              <a:gd name="connsiteY39473" fmla="*/ 2482580 h 5017219"/>
              <a:gd name="connsiteX39474" fmla="*/ 128825 w 5799173"/>
              <a:gd name="connsiteY39474" fmla="*/ 2482580 h 5017219"/>
              <a:gd name="connsiteX39475" fmla="*/ 129821 w 5799173"/>
              <a:gd name="connsiteY39475" fmla="*/ 2483162 h 5017219"/>
              <a:gd name="connsiteX39476" fmla="*/ 137964 w 5799173"/>
              <a:gd name="connsiteY39476" fmla="*/ 2497368 h 5017219"/>
              <a:gd name="connsiteX39477" fmla="*/ 137964 w 5799173"/>
              <a:gd name="connsiteY39477" fmla="*/ 2498531 h 5017219"/>
              <a:gd name="connsiteX39478" fmla="*/ 129739 w 5799173"/>
              <a:gd name="connsiteY39478" fmla="*/ 2512738 h 5017219"/>
              <a:gd name="connsiteX39479" fmla="*/ 128741 w 5799173"/>
              <a:gd name="connsiteY39479" fmla="*/ 2513319 h 5017219"/>
              <a:gd name="connsiteX39480" fmla="*/ 2700385 w 5799173"/>
              <a:gd name="connsiteY39480" fmla="*/ 3206857 h 5017219"/>
              <a:gd name="connsiteX39481" fmla="*/ 2699387 w 5799173"/>
              <a:gd name="connsiteY39481" fmla="*/ 3206276 h 5017219"/>
              <a:gd name="connsiteX39482" fmla="*/ 2691163 w 5799173"/>
              <a:gd name="connsiteY39482" fmla="*/ 3191986 h 5017219"/>
              <a:gd name="connsiteX39483" fmla="*/ 2691163 w 5799173"/>
              <a:gd name="connsiteY39483" fmla="*/ 3190823 h 5017219"/>
              <a:gd name="connsiteX39484" fmla="*/ 2699388 w 5799173"/>
              <a:gd name="connsiteY39484" fmla="*/ 3176533 h 5017219"/>
              <a:gd name="connsiteX39485" fmla="*/ 2700385 w 5799173"/>
              <a:gd name="connsiteY39485" fmla="*/ 3175952 h 5017219"/>
              <a:gd name="connsiteX39486" fmla="*/ 2716834 w 5799173"/>
              <a:gd name="connsiteY39486" fmla="*/ 3175952 h 5017219"/>
              <a:gd name="connsiteX39487" fmla="*/ 2717830 w 5799173"/>
              <a:gd name="connsiteY39487" fmla="*/ 3176533 h 5017219"/>
              <a:gd name="connsiteX39488" fmla="*/ 2726056 w 5799173"/>
              <a:gd name="connsiteY39488" fmla="*/ 3190823 h 5017219"/>
              <a:gd name="connsiteX39489" fmla="*/ 2726056 w 5799173"/>
              <a:gd name="connsiteY39489" fmla="*/ 3191986 h 5017219"/>
              <a:gd name="connsiteX39490" fmla="*/ 2717831 w 5799173"/>
              <a:gd name="connsiteY39490" fmla="*/ 3206276 h 5017219"/>
              <a:gd name="connsiteX39491" fmla="*/ 2716834 w 5799173"/>
              <a:gd name="connsiteY39491" fmla="*/ 3206857 h 5017219"/>
              <a:gd name="connsiteX39492" fmla="*/ 232662 w 5799173"/>
              <a:gd name="connsiteY39492" fmla="*/ 2545834 h 5017219"/>
              <a:gd name="connsiteX39493" fmla="*/ 231666 w 5799173"/>
              <a:gd name="connsiteY39493" fmla="*/ 2545252 h 5017219"/>
              <a:gd name="connsiteX39494" fmla="*/ 223358 w 5799173"/>
              <a:gd name="connsiteY39494" fmla="*/ 2530797 h 5017219"/>
              <a:gd name="connsiteX39495" fmla="*/ 223358 w 5799173"/>
              <a:gd name="connsiteY39495" fmla="*/ 2529633 h 5017219"/>
              <a:gd name="connsiteX39496" fmla="*/ 231666 w 5799173"/>
              <a:gd name="connsiteY39496" fmla="*/ 2515178 h 5017219"/>
              <a:gd name="connsiteX39497" fmla="*/ 232662 w 5799173"/>
              <a:gd name="connsiteY39497" fmla="*/ 2514596 h 5017219"/>
              <a:gd name="connsiteX39498" fmla="*/ 249361 w 5799173"/>
              <a:gd name="connsiteY39498" fmla="*/ 2514596 h 5017219"/>
              <a:gd name="connsiteX39499" fmla="*/ 250358 w 5799173"/>
              <a:gd name="connsiteY39499" fmla="*/ 2515178 h 5017219"/>
              <a:gd name="connsiteX39500" fmla="*/ 258666 w 5799173"/>
              <a:gd name="connsiteY39500" fmla="*/ 2529633 h 5017219"/>
              <a:gd name="connsiteX39501" fmla="*/ 258666 w 5799173"/>
              <a:gd name="connsiteY39501" fmla="*/ 2530797 h 5017219"/>
              <a:gd name="connsiteX39502" fmla="*/ 250358 w 5799173"/>
              <a:gd name="connsiteY39502" fmla="*/ 2545252 h 5017219"/>
              <a:gd name="connsiteX39503" fmla="*/ 249361 w 5799173"/>
              <a:gd name="connsiteY39503" fmla="*/ 2545834 h 5017219"/>
              <a:gd name="connsiteX39504" fmla="*/ 172314 w 5799173"/>
              <a:gd name="connsiteY39504" fmla="*/ 2529852 h 5017219"/>
              <a:gd name="connsiteX39505" fmla="*/ 171317 w 5799173"/>
              <a:gd name="connsiteY39505" fmla="*/ 2529269 h 5017219"/>
              <a:gd name="connsiteX39506" fmla="*/ 162843 w 5799173"/>
              <a:gd name="connsiteY39506" fmla="*/ 2514649 h 5017219"/>
              <a:gd name="connsiteX39507" fmla="*/ 162843 w 5799173"/>
              <a:gd name="connsiteY39507" fmla="*/ 2513485 h 5017219"/>
              <a:gd name="connsiteX39508" fmla="*/ 171317 w 5799173"/>
              <a:gd name="connsiteY39508" fmla="*/ 2498864 h 5017219"/>
              <a:gd name="connsiteX39509" fmla="*/ 172314 w 5799173"/>
              <a:gd name="connsiteY39509" fmla="*/ 2498282 h 5017219"/>
              <a:gd name="connsiteX39510" fmla="*/ 189179 w 5799173"/>
              <a:gd name="connsiteY39510" fmla="*/ 2498281 h 5017219"/>
              <a:gd name="connsiteX39511" fmla="*/ 190176 w 5799173"/>
              <a:gd name="connsiteY39511" fmla="*/ 2498863 h 5017219"/>
              <a:gd name="connsiteX39512" fmla="*/ 198650 w 5799173"/>
              <a:gd name="connsiteY39512" fmla="*/ 2513484 h 5017219"/>
              <a:gd name="connsiteX39513" fmla="*/ 198650 w 5799173"/>
              <a:gd name="connsiteY39513" fmla="*/ 2514649 h 5017219"/>
              <a:gd name="connsiteX39514" fmla="*/ 190176 w 5799173"/>
              <a:gd name="connsiteY39514" fmla="*/ 2529270 h 5017219"/>
              <a:gd name="connsiteX39515" fmla="*/ 189179 w 5799173"/>
              <a:gd name="connsiteY39515" fmla="*/ 2529851 h 5017219"/>
              <a:gd name="connsiteX39516" fmla="*/ 292424 w 5799173"/>
              <a:gd name="connsiteY39516" fmla="*/ 2562707 h 5017219"/>
              <a:gd name="connsiteX39517" fmla="*/ 291344 w 5799173"/>
              <a:gd name="connsiteY39517" fmla="*/ 2562125 h 5017219"/>
              <a:gd name="connsiteX39518" fmla="*/ 282621 w 5799173"/>
              <a:gd name="connsiteY39518" fmla="*/ 2547005 h 5017219"/>
              <a:gd name="connsiteX39519" fmla="*/ 282621 w 5799173"/>
              <a:gd name="connsiteY39519" fmla="*/ 2545758 h 5017219"/>
              <a:gd name="connsiteX39520" fmla="*/ 291344 w 5799173"/>
              <a:gd name="connsiteY39520" fmla="*/ 2530638 h 5017219"/>
              <a:gd name="connsiteX39521" fmla="*/ 292424 w 5799173"/>
              <a:gd name="connsiteY39521" fmla="*/ 2530056 h 5017219"/>
              <a:gd name="connsiteX39522" fmla="*/ 309954 w 5799173"/>
              <a:gd name="connsiteY39522" fmla="*/ 2530056 h 5017219"/>
              <a:gd name="connsiteX39523" fmla="*/ 311034 w 5799173"/>
              <a:gd name="connsiteY39523" fmla="*/ 2530639 h 5017219"/>
              <a:gd name="connsiteX39524" fmla="*/ 319757 w 5799173"/>
              <a:gd name="connsiteY39524" fmla="*/ 2545758 h 5017219"/>
              <a:gd name="connsiteX39525" fmla="*/ 319758 w 5799173"/>
              <a:gd name="connsiteY39525" fmla="*/ 2547005 h 5017219"/>
              <a:gd name="connsiteX39526" fmla="*/ 311034 w 5799173"/>
              <a:gd name="connsiteY39526" fmla="*/ 2562125 h 5017219"/>
              <a:gd name="connsiteX39527" fmla="*/ 309955 w 5799173"/>
              <a:gd name="connsiteY39527" fmla="*/ 2562707 h 5017219"/>
              <a:gd name="connsiteX39528" fmla="*/ 51596 w 5799173"/>
              <a:gd name="connsiteY39528" fmla="*/ 2498271 h 5017219"/>
              <a:gd name="connsiteX39529" fmla="*/ 50516 w 5799173"/>
              <a:gd name="connsiteY39529" fmla="*/ 2497690 h 5017219"/>
              <a:gd name="connsiteX39530" fmla="*/ 41710 w 5799173"/>
              <a:gd name="connsiteY39530" fmla="*/ 2482486 h 5017219"/>
              <a:gd name="connsiteX39531" fmla="*/ 41710 w 5799173"/>
              <a:gd name="connsiteY39531" fmla="*/ 2481240 h 5017219"/>
              <a:gd name="connsiteX39532" fmla="*/ 50516 w 5799173"/>
              <a:gd name="connsiteY39532" fmla="*/ 2466037 h 5017219"/>
              <a:gd name="connsiteX39533" fmla="*/ 51596 w 5799173"/>
              <a:gd name="connsiteY39533" fmla="*/ 2465455 h 5017219"/>
              <a:gd name="connsiteX39534" fmla="*/ 69209 w 5799173"/>
              <a:gd name="connsiteY39534" fmla="*/ 2465455 h 5017219"/>
              <a:gd name="connsiteX39535" fmla="*/ 70289 w 5799173"/>
              <a:gd name="connsiteY39535" fmla="*/ 2466037 h 5017219"/>
              <a:gd name="connsiteX39536" fmla="*/ 79096 w 5799173"/>
              <a:gd name="connsiteY39536" fmla="*/ 2481240 h 5017219"/>
              <a:gd name="connsiteX39537" fmla="*/ 79096 w 5799173"/>
              <a:gd name="connsiteY39537" fmla="*/ 2482486 h 5017219"/>
              <a:gd name="connsiteX39538" fmla="*/ 70289 w 5799173"/>
              <a:gd name="connsiteY39538" fmla="*/ 2497690 h 5017219"/>
              <a:gd name="connsiteX39539" fmla="*/ 69210 w 5799173"/>
              <a:gd name="connsiteY39539" fmla="*/ 2498271 h 5017219"/>
              <a:gd name="connsiteX39540" fmla="*/ 412714 w 5799173"/>
              <a:gd name="connsiteY39540" fmla="*/ 2595032 h 5017219"/>
              <a:gd name="connsiteX39541" fmla="*/ 411634 w 5799173"/>
              <a:gd name="connsiteY39541" fmla="*/ 2594451 h 5017219"/>
              <a:gd name="connsiteX39542" fmla="*/ 402828 w 5799173"/>
              <a:gd name="connsiteY39542" fmla="*/ 2579247 h 5017219"/>
              <a:gd name="connsiteX39543" fmla="*/ 402829 w 5799173"/>
              <a:gd name="connsiteY39543" fmla="*/ 2578002 h 5017219"/>
              <a:gd name="connsiteX39544" fmla="*/ 411634 w 5799173"/>
              <a:gd name="connsiteY39544" fmla="*/ 2562798 h 5017219"/>
              <a:gd name="connsiteX39545" fmla="*/ 412714 w 5799173"/>
              <a:gd name="connsiteY39545" fmla="*/ 2562216 h 5017219"/>
              <a:gd name="connsiteX39546" fmla="*/ 430327 w 5799173"/>
              <a:gd name="connsiteY39546" fmla="*/ 2562216 h 5017219"/>
              <a:gd name="connsiteX39547" fmla="*/ 431407 w 5799173"/>
              <a:gd name="connsiteY39547" fmla="*/ 2562798 h 5017219"/>
              <a:gd name="connsiteX39548" fmla="*/ 440214 w 5799173"/>
              <a:gd name="connsiteY39548" fmla="*/ 2578001 h 5017219"/>
              <a:gd name="connsiteX39549" fmla="*/ 440214 w 5799173"/>
              <a:gd name="connsiteY39549" fmla="*/ 2579247 h 5017219"/>
              <a:gd name="connsiteX39550" fmla="*/ 431407 w 5799173"/>
              <a:gd name="connsiteY39550" fmla="*/ 2594451 h 5017219"/>
              <a:gd name="connsiteX39551" fmla="*/ 430328 w 5799173"/>
              <a:gd name="connsiteY39551" fmla="*/ 2595032 h 5017219"/>
              <a:gd name="connsiteX39552" fmla="*/ 894143 w 5799173"/>
              <a:gd name="connsiteY39552" fmla="*/ 2724217 h 5017219"/>
              <a:gd name="connsiteX39553" fmla="*/ 893063 w 5799173"/>
              <a:gd name="connsiteY39553" fmla="*/ 2723552 h 5017219"/>
              <a:gd name="connsiteX39554" fmla="*/ 884257 w 5799173"/>
              <a:gd name="connsiteY39554" fmla="*/ 2708182 h 5017219"/>
              <a:gd name="connsiteX39555" fmla="*/ 884257 w 5799173"/>
              <a:gd name="connsiteY39555" fmla="*/ 2706936 h 5017219"/>
              <a:gd name="connsiteX39556" fmla="*/ 893146 w 5799173"/>
              <a:gd name="connsiteY39556" fmla="*/ 2691567 h 5017219"/>
              <a:gd name="connsiteX39557" fmla="*/ 894226 w 5799173"/>
              <a:gd name="connsiteY39557" fmla="*/ 2690902 h 5017219"/>
              <a:gd name="connsiteX39558" fmla="*/ 911922 w 5799173"/>
              <a:gd name="connsiteY39558" fmla="*/ 2690902 h 5017219"/>
              <a:gd name="connsiteX39559" fmla="*/ 913002 w 5799173"/>
              <a:gd name="connsiteY39559" fmla="*/ 2691567 h 5017219"/>
              <a:gd name="connsiteX39560" fmla="*/ 921809 w 5799173"/>
              <a:gd name="connsiteY39560" fmla="*/ 2706936 h 5017219"/>
              <a:gd name="connsiteX39561" fmla="*/ 921809 w 5799173"/>
              <a:gd name="connsiteY39561" fmla="*/ 2708182 h 5017219"/>
              <a:gd name="connsiteX39562" fmla="*/ 912919 w 5799173"/>
              <a:gd name="connsiteY39562" fmla="*/ 2723552 h 5017219"/>
              <a:gd name="connsiteX39563" fmla="*/ 911839 w 5799173"/>
              <a:gd name="connsiteY39563" fmla="*/ 2724217 h 5017219"/>
              <a:gd name="connsiteX39564" fmla="*/ 352466 w 5799173"/>
              <a:gd name="connsiteY39564" fmla="*/ 2579158 h 5017219"/>
              <a:gd name="connsiteX39565" fmla="*/ 351385 w 5799173"/>
              <a:gd name="connsiteY39565" fmla="*/ 2578493 h 5017219"/>
              <a:gd name="connsiteX39566" fmla="*/ 342497 w 5799173"/>
              <a:gd name="connsiteY39566" fmla="*/ 2563041 h 5017219"/>
              <a:gd name="connsiteX39567" fmla="*/ 342497 w 5799173"/>
              <a:gd name="connsiteY39567" fmla="*/ 2561794 h 5017219"/>
              <a:gd name="connsiteX39568" fmla="*/ 351386 w 5799173"/>
              <a:gd name="connsiteY39568" fmla="*/ 2546342 h 5017219"/>
              <a:gd name="connsiteX39569" fmla="*/ 352466 w 5799173"/>
              <a:gd name="connsiteY39569" fmla="*/ 2545677 h 5017219"/>
              <a:gd name="connsiteX39570" fmla="*/ 370244 w 5799173"/>
              <a:gd name="connsiteY39570" fmla="*/ 2545677 h 5017219"/>
              <a:gd name="connsiteX39571" fmla="*/ 371325 w 5799173"/>
              <a:gd name="connsiteY39571" fmla="*/ 2546342 h 5017219"/>
              <a:gd name="connsiteX39572" fmla="*/ 380215 w 5799173"/>
              <a:gd name="connsiteY39572" fmla="*/ 2561794 h 5017219"/>
              <a:gd name="connsiteX39573" fmla="*/ 380215 w 5799173"/>
              <a:gd name="connsiteY39573" fmla="*/ 2563041 h 5017219"/>
              <a:gd name="connsiteX39574" fmla="*/ 371325 w 5799173"/>
              <a:gd name="connsiteY39574" fmla="*/ 2578493 h 5017219"/>
              <a:gd name="connsiteX39575" fmla="*/ 370245 w 5799173"/>
              <a:gd name="connsiteY39575" fmla="*/ 2579158 h 5017219"/>
              <a:gd name="connsiteX39576" fmla="*/ 653397 w 5799173"/>
              <a:gd name="connsiteY39576" fmla="*/ 2659792 h 5017219"/>
              <a:gd name="connsiteX39577" fmla="*/ 652317 w 5799173"/>
              <a:gd name="connsiteY39577" fmla="*/ 2659127 h 5017219"/>
              <a:gd name="connsiteX39578" fmla="*/ 643428 w 5799173"/>
              <a:gd name="connsiteY39578" fmla="*/ 2643676 h 5017219"/>
              <a:gd name="connsiteX39579" fmla="*/ 643428 w 5799173"/>
              <a:gd name="connsiteY39579" fmla="*/ 2642428 h 5017219"/>
              <a:gd name="connsiteX39580" fmla="*/ 652317 w 5799173"/>
              <a:gd name="connsiteY39580" fmla="*/ 2626976 h 5017219"/>
              <a:gd name="connsiteX39581" fmla="*/ 653397 w 5799173"/>
              <a:gd name="connsiteY39581" fmla="*/ 2626311 h 5017219"/>
              <a:gd name="connsiteX39582" fmla="*/ 671176 w 5799173"/>
              <a:gd name="connsiteY39582" fmla="*/ 2626311 h 5017219"/>
              <a:gd name="connsiteX39583" fmla="*/ 672256 w 5799173"/>
              <a:gd name="connsiteY39583" fmla="*/ 2626977 h 5017219"/>
              <a:gd name="connsiteX39584" fmla="*/ 681146 w 5799173"/>
              <a:gd name="connsiteY39584" fmla="*/ 2642428 h 5017219"/>
              <a:gd name="connsiteX39585" fmla="*/ 681146 w 5799173"/>
              <a:gd name="connsiteY39585" fmla="*/ 2643675 h 5017219"/>
              <a:gd name="connsiteX39586" fmla="*/ 672256 w 5799173"/>
              <a:gd name="connsiteY39586" fmla="*/ 2659128 h 5017219"/>
              <a:gd name="connsiteX39587" fmla="*/ 671176 w 5799173"/>
              <a:gd name="connsiteY39587" fmla="*/ 2659792 h 5017219"/>
              <a:gd name="connsiteX39588" fmla="*/ 472672 w 5799173"/>
              <a:gd name="connsiteY39588" fmla="*/ 2611661 h 5017219"/>
              <a:gd name="connsiteX39589" fmla="*/ 471593 w 5799173"/>
              <a:gd name="connsiteY39589" fmla="*/ 2610997 h 5017219"/>
              <a:gd name="connsiteX39590" fmla="*/ 462536 w 5799173"/>
              <a:gd name="connsiteY39590" fmla="*/ 2595295 h 5017219"/>
              <a:gd name="connsiteX39591" fmla="*/ 462537 w 5799173"/>
              <a:gd name="connsiteY39591" fmla="*/ 2594049 h 5017219"/>
              <a:gd name="connsiteX39592" fmla="*/ 471592 w 5799173"/>
              <a:gd name="connsiteY39592" fmla="*/ 2578347 h 5017219"/>
              <a:gd name="connsiteX39593" fmla="*/ 472671 w 5799173"/>
              <a:gd name="connsiteY39593" fmla="*/ 2577682 h 5017219"/>
              <a:gd name="connsiteX39594" fmla="*/ 490783 w 5799173"/>
              <a:gd name="connsiteY39594" fmla="*/ 2577682 h 5017219"/>
              <a:gd name="connsiteX39595" fmla="*/ 491864 w 5799173"/>
              <a:gd name="connsiteY39595" fmla="*/ 2578347 h 5017219"/>
              <a:gd name="connsiteX39596" fmla="*/ 500919 w 5799173"/>
              <a:gd name="connsiteY39596" fmla="*/ 2594049 h 5017219"/>
              <a:gd name="connsiteX39597" fmla="*/ 500918 w 5799173"/>
              <a:gd name="connsiteY39597" fmla="*/ 2595295 h 5017219"/>
              <a:gd name="connsiteX39598" fmla="*/ 491864 w 5799173"/>
              <a:gd name="connsiteY39598" fmla="*/ 2610997 h 5017219"/>
              <a:gd name="connsiteX39599" fmla="*/ 490784 w 5799173"/>
              <a:gd name="connsiteY39599" fmla="*/ 2611661 h 5017219"/>
              <a:gd name="connsiteX39600" fmla="*/ 532859 w 5799173"/>
              <a:gd name="connsiteY39600" fmla="*/ 2627788 h 5017219"/>
              <a:gd name="connsiteX39601" fmla="*/ 531780 w 5799173"/>
              <a:gd name="connsiteY39601" fmla="*/ 2627124 h 5017219"/>
              <a:gd name="connsiteX39602" fmla="*/ 522723 w 5799173"/>
              <a:gd name="connsiteY39602" fmla="*/ 2611422 h 5017219"/>
              <a:gd name="connsiteX39603" fmla="*/ 522724 w 5799173"/>
              <a:gd name="connsiteY39603" fmla="*/ 2610176 h 5017219"/>
              <a:gd name="connsiteX39604" fmla="*/ 531779 w 5799173"/>
              <a:gd name="connsiteY39604" fmla="*/ 2594474 h 5017219"/>
              <a:gd name="connsiteX39605" fmla="*/ 532858 w 5799173"/>
              <a:gd name="connsiteY39605" fmla="*/ 2593809 h 5017219"/>
              <a:gd name="connsiteX39606" fmla="*/ 550970 w 5799173"/>
              <a:gd name="connsiteY39606" fmla="*/ 2593809 h 5017219"/>
              <a:gd name="connsiteX39607" fmla="*/ 552051 w 5799173"/>
              <a:gd name="connsiteY39607" fmla="*/ 2594474 h 5017219"/>
              <a:gd name="connsiteX39608" fmla="*/ 561105 w 5799173"/>
              <a:gd name="connsiteY39608" fmla="*/ 2610176 h 5017219"/>
              <a:gd name="connsiteX39609" fmla="*/ 561105 w 5799173"/>
              <a:gd name="connsiteY39609" fmla="*/ 2611422 h 5017219"/>
              <a:gd name="connsiteX39610" fmla="*/ 552050 w 5799173"/>
              <a:gd name="connsiteY39610" fmla="*/ 2627124 h 5017219"/>
              <a:gd name="connsiteX39611" fmla="*/ 550971 w 5799173"/>
              <a:gd name="connsiteY39611" fmla="*/ 2627788 h 5017219"/>
              <a:gd name="connsiteX39612" fmla="*/ 592973 w 5799173"/>
              <a:gd name="connsiteY39612" fmla="*/ 2644083 h 5017219"/>
              <a:gd name="connsiteX39613" fmla="*/ 591893 w 5799173"/>
              <a:gd name="connsiteY39613" fmla="*/ 2643418 h 5017219"/>
              <a:gd name="connsiteX39614" fmla="*/ 582754 w 5799173"/>
              <a:gd name="connsiteY39614" fmla="*/ 2627550 h 5017219"/>
              <a:gd name="connsiteX39615" fmla="*/ 582754 w 5799173"/>
              <a:gd name="connsiteY39615" fmla="*/ 2626221 h 5017219"/>
              <a:gd name="connsiteX39616" fmla="*/ 591893 w 5799173"/>
              <a:gd name="connsiteY39616" fmla="*/ 2610353 h 5017219"/>
              <a:gd name="connsiteX39617" fmla="*/ 592973 w 5799173"/>
              <a:gd name="connsiteY39617" fmla="*/ 2609688 h 5017219"/>
              <a:gd name="connsiteX39618" fmla="*/ 611250 w 5799173"/>
              <a:gd name="connsiteY39618" fmla="*/ 2609688 h 5017219"/>
              <a:gd name="connsiteX39619" fmla="*/ 612330 w 5799173"/>
              <a:gd name="connsiteY39619" fmla="*/ 2610353 h 5017219"/>
              <a:gd name="connsiteX39620" fmla="*/ 621469 w 5799173"/>
              <a:gd name="connsiteY39620" fmla="*/ 2626221 h 5017219"/>
              <a:gd name="connsiteX39621" fmla="*/ 621469 w 5799173"/>
              <a:gd name="connsiteY39621" fmla="*/ 2627550 h 5017219"/>
              <a:gd name="connsiteX39622" fmla="*/ 612330 w 5799173"/>
              <a:gd name="connsiteY39622" fmla="*/ 2643418 h 5017219"/>
              <a:gd name="connsiteX39623" fmla="*/ 611250 w 5799173"/>
              <a:gd name="connsiteY39623" fmla="*/ 2644083 h 5017219"/>
              <a:gd name="connsiteX39624" fmla="*/ 713346 w 5799173"/>
              <a:gd name="connsiteY39624" fmla="*/ 2676337 h 5017219"/>
              <a:gd name="connsiteX39625" fmla="*/ 712265 w 5799173"/>
              <a:gd name="connsiteY39625" fmla="*/ 2675672 h 5017219"/>
              <a:gd name="connsiteX39626" fmla="*/ 703127 w 5799173"/>
              <a:gd name="connsiteY39626" fmla="*/ 2659804 h 5017219"/>
              <a:gd name="connsiteX39627" fmla="*/ 703127 w 5799173"/>
              <a:gd name="connsiteY39627" fmla="*/ 2658475 h 5017219"/>
              <a:gd name="connsiteX39628" fmla="*/ 712265 w 5799173"/>
              <a:gd name="connsiteY39628" fmla="*/ 2642607 h 5017219"/>
              <a:gd name="connsiteX39629" fmla="*/ 713345 w 5799173"/>
              <a:gd name="connsiteY39629" fmla="*/ 2641942 h 5017219"/>
              <a:gd name="connsiteX39630" fmla="*/ 731623 w 5799173"/>
              <a:gd name="connsiteY39630" fmla="*/ 2641942 h 5017219"/>
              <a:gd name="connsiteX39631" fmla="*/ 732703 w 5799173"/>
              <a:gd name="connsiteY39631" fmla="*/ 2642607 h 5017219"/>
              <a:gd name="connsiteX39632" fmla="*/ 741842 w 5799173"/>
              <a:gd name="connsiteY39632" fmla="*/ 2658475 h 5017219"/>
              <a:gd name="connsiteX39633" fmla="*/ 741842 w 5799173"/>
              <a:gd name="connsiteY39633" fmla="*/ 2659804 h 5017219"/>
              <a:gd name="connsiteX39634" fmla="*/ 732703 w 5799173"/>
              <a:gd name="connsiteY39634" fmla="*/ 2675672 h 5017219"/>
              <a:gd name="connsiteX39635" fmla="*/ 731623 w 5799173"/>
              <a:gd name="connsiteY39635" fmla="*/ 2676337 h 5017219"/>
              <a:gd name="connsiteX39636" fmla="*/ 1014173 w 5799173"/>
              <a:gd name="connsiteY39636" fmla="*/ 2757134 h 5017219"/>
              <a:gd name="connsiteX39637" fmla="*/ 1013010 w 5799173"/>
              <a:gd name="connsiteY39637" fmla="*/ 2756469 h 5017219"/>
              <a:gd name="connsiteX39638" fmla="*/ 1003787 w 5799173"/>
              <a:gd name="connsiteY39638" fmla="*/ 2740518 h 5017219"/>
              <a:gd name="connsiteX39639" fmla="*/ 1003787 w 5799173"/>
              <a:gd name="connsiteY39639" fmla="*/ 2739189 h 5017219"/>
              <a:gd name="connsiteX39640" fmla="*/ 1013009 w 5799173"/>
              <a:gd name="connsiteY39640" fmla="*/ 2723238 h 5017219"/>
              <a:gd name="connsiteX39641" fmla="*/ 1014173 w 5799173"/>
              <a:gd name="connsiteY39641" fmla="*/ 2722573 h 5017219"/>
              <a:gd name="connsiteX39642" fmla="*/ 1032616 w 5799173"/>
              <a:gd name="connsiteY39642" fmla="*/ 2722573 h 5017219"/>
              <a:gd name="connsiteX39643" fmla="*/ 1033779 w 5799173"/>
              <a:gd name="connsiteY39643" fmla="*/ 2723238 h 5017219"/>
              <a:gd name="connsiteX39644" fmla="*/ 1043000 w 5799173"/>
              <a:gd name="connsiteY39644" fmla="*/ 2739189 h 5017219"/>
              <a:gd name="connsiteX39645" fmla="*/ 1043000 w 5799173"/>
              <a:gd name="connsiteY39645" fmla="*/ 2740518 h 5017219"/>
              <a:gd name="connsiteX39646" fmla="*/ 1033778 w 5799173"/>
              <a:gd name="connsiteY39646" fmla="*/ 2756469 h 5017219"/>
              <a:gd name="connsiteX39647" fmla="*/ 1032616 w 5799173"/>
              <a:gd name="connsiteY39647" fmla="*/ 2757134 h 5017219"/>
              <a:gd name="connsiteX39648" fmla="*/ 773426 w 5799173"/>
              <a:gd name="connsiteY39648" fmla="*/ 2692720 h 5017219"/>
              <a:gd name="connsiteX39649" fmla="*/ 772263 w 5799173"/>
              <a:gd name="connsiteY39649" fmla="*/ 2692056 h 5017219"/>
              <a:gd name="connsiteX39650" fmla="*/ 763041 w 5799173"/>
              <a:gd name="connsiteY39650" fmla="*/ 2676021 h 5017219"/>
              <a:gd name="connsiteX39651" fmla="*/ 763041 w 5799173"/>
              <a:gd name="connsiteY39651" fmla="*/ 2674692 h 5017219"/>
              <a:gd name="connsiteX39652" fmla="*/ 772263 w 5799173"/>
              <a:gd name="connsiteY39652" fmla="*/ 2658658 h 5017219"/>
              <a:gd name="connsiteX39653" fmla="*/ 773426 w 5799173"/>
              <a:gd name="connsiteY39653" fmla="*/ 2657992 h 5017219"/>
              <a:gd name="connsiteX39654" fmla="*/ 791952 w 5799173"/>
              <a:gd name="connsiteY39654" fmla="*/ 2657993 h 5017219"/>
              <a:gd name="connsiteX39655" fmla="*/ 793115 w 5799173"/>
              <a:gd name="connsiteY39655" fmla="*/ 2658658 h 5017219"/>
              <a:gd name="connsiteX39656" fmla="*/ 802337 w 5799173"/>
              <a:gd name="connsiteY39656" fmla="*/ 2674691 h 5017219"/>
              <a:gd name="connsiteX39657" fmla="*/ 802337 w 5799173"/>
              <a:gd name="connsiteY39657" fmla="*/ 2676021 h 5017219"/>
              <a:gd name="connsiteX39658" fmla="*/ 793115 w 5799173"/>
              <a:gd name="connsiteY39658" fmla="*/ 2692056 h 5017219"/>
              <a:gd name="connsiteX39659" fmla="*/ 791952 w 5799173"/>
              <a:gd name="connsiteY39659" fmla="*/ 2692720 h 5017219"/>
              <a:gd name="connsiteX39660" fmla="*/ 833612 w 5799173"/>
              <a:gd name="connsiteY39660" fmla="*/ 2708846 h 5017219"/>
              <a:gd name="connsiteX39661" fmla="*/ 832449 w 5799173"/>
              <a:gd name="connsiteY39661" fmla="*/ 2708182 h 5017219"/>
              <a:gd name="connsiteX39662" fmla="*/ 823227 w 5799173"/>
              <a:gd name="connsiteY39662" fmla="*/ 2692147 h 5017219"/>
              <a:gd name="connsiteX39663" fmla="*/ 823227 w 5799173"/>
              <a:gd name="connsiteY39663" fmla="*/ 2690818 h 5017219"/>
              <a:gd name="connsiteX39664" fmla="*/ 832449 w 5799173"/>
              <a:gd name="connsiteY39664" fmla="*/ 2674784 h 5017219"/>
              <a:gd name="connsiteX39665" fmla="*/ 833612 w 5799173"/>
              <a:gd name="connsiteY39665" fmla="*/ 2674119 h 5017219"/>
              <a:gd name="connsiteX39666" fmla="*/ 852138 w 5799173"/>
              <a:gd name="connsiteY39666" fmla="*/ 2674119 h 5017219"/>
              <a:gd name="connsiteX39667" fmla="*/ 853301 w 5799173"/>
              <a:gd name="connsiteY39667" fmla="*/ 2674784 h 5017219"/>
              <a:gd name="connsiteX39668" fmla="*/ 862523 w 5799173"/>
              <a:gd name="connsiteY39668" fmla="*/ 2690818 h 5017219"/>
              <a:gd name="connsiteX39669" fmla="*/ 862523 w 5799173"/>
              <a:gd name="connsiteY39669" fmla="*/ 2692147 h 5017219"/>
              <a:gd name="connsiteX39670" fmla="*/ 853301 w 5799173"/>
              <a:gd name="connsiteY39670" fmla="*/ 2708182 h 5017219"/>
              <a:gd name="connsiteX39671" fmla="*/ 852138 w 5799173"/>
              <a:gd name="connsiteY39671" fmla="*/ 2708846 h 5017219"/>
              <a:gd name="connsiteX39672" fmla="*/ 3060339 w 5799173"/>
              <a:gd name="connsiteY39672" fmla="*/ 3305684 h 5017219"/>
              <a:gd name="connsiteX39673" fmla="*/ 3059176 w 5799173"/>
              <a:gd name="connsiteY39673" fmla="*/ 3305020 h 5017219"/>
              <a:gd name="connsiteX39674" fmla="*/ 3049788 w 5799173"/>
              <a:gd name="connsiteY39674" fmla="*/ 3288819 h 5017219"/>
              <a:gd name="connsiteX39675" fmla="*/ 3049788 w 5799173"/>
              <a:gd name="connsiteY39675" fmla="*/ 3287490 h 5017219"/>
              <a:gd name="connsiteX39676" fmla="*/ 3059176 w 5799173"/>
              <a:gd name="connsiteY39676" fmla="*/ 3271290 h 5017219"/>
              <a:gd name="connsiteX39677" fmla="*/ 3060339 w 5799173"/>
              <a:gd name="connsiteY39677" fmla="*/ 3270625 h 5017219"/>
              <a:gd name="connsiteX39678" fmla="*/ 3079032 w 5799173"/>
              <a:gd name="connsiteY39678" fmla="*/ 3270625 h 5017219"/>
              <a:gd name="connsiteX39679" fmla="*/ 3080195 w 5799173"/>
              <a:gd name="connsiteY39679" fmla="*/ 3271290 h 5017219"/>
              <a:gd name="connsiteX39680" fmla="*/ 3089583 w 5799173"/>
              <a:gd name="connsiteY39680" fmla="*/ 3287491 h 5017219"/>
              <a:gd name="connsiteX39681" fmla="*/ 3089583 w 5799173"/>
              <a:gd name="connsiteY39681" fmla="*/ 3288820 h 5017219"/>
              <a:gd name="connsiteX39682" fmla="*/ 3080195 w 5799173"/>
              <a:gd name="connsiteY39682" fmla="*/ 3305021 h 5017219"/>
              <a:gd name="connsiteX39683" fmla="*/ 3079032 w 5799173"/>
              <a:gd name="connsiteY39683" fmla="*/ 3305684 h 5017219"/>
              <a:gd name="connsiteX39684" fmla="*/ 3180544 w 5799173"/>
              <a:gd name="connsiteY39684" fmla="*/ 3338199 h 5017219"/>
              <a:gd name="connsiteX39685" fmla="*/ 3179381 w 5799173"/>
              <a:gd name="connsiteY39685" fmla="*/ 3337534 h 5017219"/>
              <a:gd name="connsiteX39686" fmla="*/ 3169910 w 5799173"/>
              <a:gd name="connsiteY39686" fmla="*/ 3321085 h 5017219"/>
              <a:gd name="connsiteX39687" fmla="*/ 3169910 w 5799173"/>
              <a:gd name="connsiteY39687" fmla="*/ 3319756 h 5017219"/>
              <a:gd name="connsiteX39688" fmla="*/ 3179465 w 5799173"/>
              <a:gd name="connsiteY39688" fmla="*/ 3303306 h 5017219"/>
              <a:gd name="connsiteX39689" fmla="*/ 3180627 w 5799173"/>
              <a:gd name="connsiteY39689" fmla="*/ 3302641 h 5017219"/>
              <a:gd name="connsiteX39690" fmla="*/ 3199653 w 5799173"/>
              <a:gd name="connsiteY39690" fmla="*/ 3302641 h 5017219"/>
              <a:gd name="connsiteX39691" fmla="*/ 3200816 w 5799173"/>
              <a:gd name="connsiteY39691" fmla="*/ 3303306 h 5017219"/>
              <a:gd name="connsiteX39692" fmla="*/ 3210286 w 5799173"/>
              <a:gd name="connsiteY39692" fmla="*/ 3319756 h 5017219"/>
              <a:gd name="connsiteX39693" fmla="*/ 3210286 w 5799173"/>
              <a:gd name="connsiteY39693" fmla="*/ 3321085 h 5017219"/>
              <a:gd name="connsiteX39694" fmla="*/ 3200732 w 5799173"/>
              <a:gd name="connsiteY39694" fmla="*/ 3337534 h 5017219"/>
              <a:gd name="connsiteX39695" fmla="*/ 3199570 w 5799173"/>
              <a:gd name="connsiteY39695" fmla="*/ 3338199 h 5017219"/>
              <a:gd name="connsiteX39696" fmla="*/ 4203710 w 5799173"/>
              <a:gd name="connsiteY39696" fmla="*/ 3612356 h 5017219"/>
              <a:gd name="connsiteX39697" fmla="*/ 4202547 w 5799173"/>
              <a:gd name="connsiteY39697" fmla="*/ 3611690 h 5017219"/>
              <a:gd name="connsiteX39698" fmla="*/ 4193076 w 5799173"/>
              <a:gd name="connsiteY39698" fmla="*/ 3595242 h 5017219"/>
              <a:gd name="connsiteX39699" fmla="*/ 4193076 w 5799173"/>
              <a:gd name="connsiteY39699" fmla="*/ 3593913 h 5017219"/>
              <a:gd name="connsiteX39700" fmla="*/ 4202630 w 5799173"/>
              <a:gd name="connsiteY39700" fmla="*/ 3577463 h 5017219"/>
              <a:gd name="connsiteX39701" fmla="*/ 4203793 w 5799173"/>
              <a:gd name="connsiteY39701" fmla="*/ 3576797 h 5017219"/>
              <a:gd name="connsiteX39702" fmla="*/ 4222818 w 5799173"/>
              <a:gd name="connsiteY39702" fmla="*/ 3576797 h 5017219"/>
              <a:gd name="connsiteX39703" fmla="*/ 4223981 w 5799173"/>
              <a:gd name="connsiteY39703" fmla="*/ 3577463 h 5017219"/>
              <a:gd name="connsiteX39704" fmla="*/ 4233452 w 5799173"/>
              <a:gd name="connsiteY39704" fmla="*/ 3593912 h 5017219"/>
              <a:gd name="connsiteX39705" fmla="*/ 4233452 w 5799173"/>
              <a:gd name="connsiteY39705" fmla="*/ 3595241 h 5017219"/>
              <a:gd name="connsiteX39706" fmla="*/ 4223898 w 5799173"/>
              <a:gd name="connsiteY39706" fmla="*/ 3611690 h 5017219"/>
              <a:gd name="connsiteX39707" fmla="*/ 4222735 w 5799173"/>
              <a:gd name="connsiteY39707" fmla="*/ 3612356 h 5017219"/>
              <a:gd name="connsiteX39708" fmla="*/ 1074005 w 5799173"/>
              <a:gd name="connsiteY39708" fmla="*/ 2773922 h 5017219"/>
              <a:gd name="connsiteX39709" fmla="*/ 1072842 w 5799173"/>
              <a:gd name="connsiteY39709" fmla="*/ 2773257 h 5017219"/>
              <a:gd name="connsiteX39710" fmla="*/ 1063288 w 5799173"/>
              <a:gd name="connsiteY39710" fmla="*/ 2756725 h 5017219"/>
              <a:gd name="connsiteX39711" fmla="*/ 1063288 w 5799173"/>
              <a:gd name="connsiteY39711" fmla="*/ 2755395 h 5017219"/>
              <a:gd name="connsiteX39712" fmla="*/ 1072842 w 5799173"/>
              <a:gd name="connsiteY39712" fmla="*/ 2738863 h 5017219"/>
              <a:gd name="connsiteX39713" fmla="*/ 1074005 w 5799173"/>
              <a:gd name="connsiteY39713" fmla="*/ 2738198 h 5017219"/>
              <a:gd name="connsiteX39714" fmla="*/ 1093113 w 5799173"/>
              <a:gd name="connsiteY39714" fmla="*/ 2738198 h 5017219"/>
              <a:gd name="connsiteX39715" fmla="*/ 1094276 w 5799173"/>
              <a:gd name="connsiteY39715" fmla="*/ 2738863 h 5017219"/>
              <a:gd name="connsiteX39716" fmla="*/ 1103830 w 5799173"/>
              <a:gd name="connsiteY39716" fmla="*/ 2755395 h 5017219"/>
              <a:gd name="connsiteX39717" fmla="*/ 1103830 w 5799173"/>
              <a:gd name="connsiteY39717" fmla="*/ 2756725 h 5017219"/>
              <a:gd name="connsiteX39718" fmla="*/ 1094276 w 5799173"/>
              <a:gd name="connsiteY39718" fmla="*/ 2773257 h 5017219"/>
              <a:gd name="connsiteX39719" fmla="*/ 1093113 w 5799173"/>
              <a:gd name="connsiteY39719" fmla="*/ 2773922 h 5017219"/>
              <a:gd name="connsiteX39720" fmla="*/ 1134107 w 5799173"/>
              <a:gd name="connsiteY39720" fmla="*/ 2790226 h 5017219"/>
              <a:gd name="connsiteX39721" fmla="*/ 1132943 w 5799173"/>
              <a:gd name="connsiteY39721" fmla="*/ 2789562 h 5017219"/>
              <a:gd name="connsiteX39722" fmla="*/ 1123306 w 5799173"/>
              <a:gd name="connsiteY39722" fmla="*/ 2772863 h 5017219"/>
              <a:gd name="connsiteX39723" fmla="*/ 1123306 w 5799173"/>
              <a:gd name="connsiteY39723" fmla="*/ 2771534 h 5017219"/>
              <a:gd name="connsiteX39724" fmla="*/ 1132943 w 5799173"/>
              <a:gd name="connsiteY39724" fmla="*/ 2754835 h 5017219"/>
              <a:gd name="connsiteX39725" fmla="*/ 1134107 w 5799173"/>
              <a:gd name="connsiteY39725" fmla="*/ 2754170 h 5017219"/>
              <a:gd name="connsiteX39726" fmla="*/ 1153463 w 5799173"/>
              <a:gd name="connsiteY39726" fmla="*/ 2754170 h 5017219"/>
              <a:gd name="connsiteX39727" fmla="*/ 1154627 w 5799173"/>
              <a:gd name="connsiteY39727" fmla="*/ 2754835 h 5017219"/>
              <a:gd name="connsiteX39728" fmla="*/ 1164264 w 5799173"/>
              <a:gd name="connsiteY39728" fmla="*/ 2771534 h 5017219"/>
              <a:gd name="connsiteX39729" fmla="*/ 1164265 w 5799173"/>
              <a:gd name="connsiteY39729" fmla="*/ 2772863 h 5017219"/>
              <a:gd name="connsiteX39730" fmla="*/ 1154627 w 5799173"/>
              <a:gd name="connsiteY39730" fmla="*/ 2789562 h 5017219"/>
              <a:gd name="connsiteX39731" fmla="*/ 1153463 w 5799173"/>
              <a:gd name="connsiteY39731" fmla="*/ 2790226 h 5017219"/>
              <a:gd name="connsiteX39732" fmla="*/ 1194242 w 5799173"/>
              <a:gd name="connsiteY39732" fmla="*/ 2806430 h 5017219"/>
              <a:gd name="connsiteX39733" fmla="*/ 1193079 w 5799173"/>
              <a:gd name="connsiteY39733" fmla="*/ 2805765 h 5017219"/>
              <a:gd name="connsiteX39734" fmla="*/ 1183359 w 5799173"/>
              <a:gd name="connsiteY39734" fmla="*/ 2788900 h 5017219"/>
              <a:gd name="connsiteX39735" fmla="*/ 1183359 w 5799173"/>
              <a:gd name="connsiteY39735" fmla="*/ 2787488 h 5017219"/>
              <a:gd name="connsiteX39736" fmla="*/ 1193079 w 5799173"/>
              <a:gd name="connsiteY39736" fmla="*/ 2770623 h 5017219"/>
              <a:gd name="connsiteX39737" fmla="*/ 1194242 w 5799173"/>
              <a:gd name="connsiteY39737" fmla="*/ 2769958 h 5017219"/>
              <a:gd name="connsiteX39738" fmla="*/ 1213683 w 5799173"/>
              <a:gd name="connsiteY39738" fmla="*/ 2769958 h 5017219"/>
              <a:gd name="connsiteX39739" fmla="*/ 1214846 w 5799173"/>
              <a:gd name="connsiteY39739" fmla="*/ 2770623 h 5017219"/>
              <a:gd name="connsiteX39740" fmla="*/ 1224566 w 5799173"/>
              <a:gd name="connsiteY39740" fmla="*/ 2787488 h 5017219"/>
              <a:gd name="connsiteX39741" fmla="*/ 1224566 w 5799173"/>
              <a:gd name="connsiteY39741" fmla="*/ 2788900 h 5017219"/>
              <a:gd name="connsiteX39742" fmla="*/ 1214846 w 5799173"/>
              <a:gd name="connsiteY39742" fmla="*/ 2805765 h 5017219"/>
              <a:gd name="connsiteX39743" fmla="*/ 1213683 w 5799173"/>
              <a:gd name="connsiteY39743" fmla="*/ 2806430 h 5017219"/>
              <a:gd name="connsiteX39744" fmla="*/ 1254428 w 5799173"/>
              <a:gd name="connsiteY39744" fmla="*/ 2822557 h 5017219"/>
              <a:gd name="connsiteX39745" fmla="*/ 1253266 w 5799173"/>
              <a:gd name="connsiteY39745" fmla="*/ 2821892 h 5017219"/>
              <a:gd name="connsiteX39746" fmla="*/ 1243546 w 5799173"/>
              <a:gd name="connsiteY39746" fmla="*/ 2805027 h 5017219"/>
              <a:gd name="connsiteX39747" fmla="*/ 1243546 w 5799173"/>
              <a:gd name="connsiteY39747" fmla="*/ 2803615 h 5017219"/>
              <a:gd name="connsiteX39748" fmla="*/ 1253266 w 5799173"/>
              <a:gd name="connsiteY39748" fmla="*/ 2786750 h 5017219"/>
              <a:gd name="connsiteX39749" fmla="*/ 1254429 w 5799173"/>
              <a:gd name="connsiteY39749" fmla="*/ 2786085 h 5017219"/>
              <a:gd name="connsiteX39750" fmla="*/ 1273870 w 5799173"/>
              <a:gd name="connsiteY39750" fmla="*/ 2786085 h 5017219"/>
              <a:gd name="connsiteX39751" fmla="*/ 1275033 w 5799173"/>
              <a:gd name="connsiteY39751" fmla="*/ 2786750 h 5017219"/>
              <a:gd name="connsiteX39752" fmla="*/ 1284753 w 5799173"/>
              <a:gd name="connsiteY39752" fmla="*/ 2803615 h 5017219"/>
              <a:gd name="connsiteX39753" fmla="*/ 1284753 w 5799173"/>
              <a:gd name="connsiteY39753" fmla="*/ 2805027 h 5017219"/>
              <a:gd name="connsiteX39754" fmla="*/ 1275033 w 5799173"/>
              <a:gd name="connsiteY39754" fmla="*/ 2821892 h 5017219"/>
              <a:gd name="connsiteX39755" fmla="*/ 1273869 w 5799173"/>
              <a:gd name="connsiteY39755" fmla="*/ 2822557 h 5017219"/>
              <a:gd name="connsiteX39756" fmla="*/ 3120201 w 5799173"/>
              <a:gd name="connsiteY39756" fmla="*/ 3322489 h 5017219"/>
              <a:gd name="connsiteX39757" fmla="*/ 3119038 w 5799173"/>
              <a:gd name="connsiteY39757" fmla="*/ 3321824 h 5017219"/>
              <a:gd name="connsiteX39758" fmla="*/ 3109318 w 5799173"/>
              <a:gd name="connsiteY39758" fmla="*/ 3304959 h 5017219"/>
              <a:gd name="connsiteX39759" fmla="*/ 3109318 w 5799173"/>
              <a:gd name="connsiteY39759" fmla="*/ 3303547 h 5017219"/>
              <a:gd name="connsiteX39760" fmla="*/ 3119039 w 5799173"/>
              <a:gd name="connsiteY39760" fmla="*/ 3286682 h 5017219"/>
              <a:gd name="connsiteX39761" fmla="*/ 3120201 w 5799173"/>
              <a:gd name="connsiteY39761" fmla="*/ 3286017 h 5017219"/>
              <a:gd name="connsiteX39762" fmla="*/ 3139642 w 5799173"/>
              <a:gd name="connsiteY39762" fmla="*/ 3286017 h 5017219"/>
              <a:gd name="connsiteX39763" fmla="*/ 3140805 w 5799173"/>
              <a:gd name="connsiteY39763" fmla="*/ 3286682 h 5017219"/>
              <a:gd name="connsiteX39764" fmla="*/ 3150525 w 5799173"/>
              <a:gd name="connsiteY39764" fmla="*/ 3303547 h 5017219"/>
              <a:gd name="connsiteX39765" fmla="*/ 3150526 w 5799173"/>
              <a:gd name="connsiteY39765" fmla="*/ 3304959 h 5017219"/>
              <a:gd name="connsiteX39766" fmla="*/ 3140805 w 5799173"/>
              <a:gd name="connsiteY39766" fmla="*/ 3321824 h 5017219"/>
              <a:gd name="connsiteX39767" fmla="*/ 3139642 w 5799173"/>
              <a:gd name="connsiteY39767" fmla="*/ 3322489 h 5017219"/>
              <a:gd name="connsiteX39768" fmla="*/ 3300761 w 5799173"/>
              <a:gd name="connsiteY39768" fmla="*/ 3370870 h 5017219"/>
              <a:gd name="connsiteX39769" fmla="*/ 3299598 w 5799173"/>
              <a:gd name="connsiteY39769" fmla="*/ 3370205 h 5017219"/>
              <a:gd name="connsiteX39770" fmla="*/ 3289878 w 5799173"/>
              <a:gd name="connsiteY39770" fmla="*/ 3353340 h 5017219"/>
              <a:gd name="connsiteX39771" fmla="*/ 3289878 w 5799173"/>
              <a:gd name="connsiteY39771" fmla="*/ 3351928 h 5017219"/>
              <a:gd name="connsiteX39772" fmla="*/ 3299598 w 5799173"/>
              <a:gd name="connsiteY39772" fmla="*/ 3335063 h 5017219"/>
              <a:gd name="connsiteX39773" fmla="*/ 3300761 w 5799173"/>
              <a:gd name="connsiteY39773" fmla="*/ 3334398 h 5017219"/>
              <a:gd name="connsiteX39774" fmla="*/ 3320202 w 5799173"/>
              <a:gd name="connsiteY39774" fmla="*/ 3334398 h 5017219"/>
              <a:gd name="connsiteX39775" fmla="*/ 3321365 w 5799173"/>
              <a:gd name="connsiteY39775" fmla="*/ 3335063 h 5017219"/>
              <a:gd name="connsiteX39776" fmla="*/ 3331085 w 5799173"/>
              <a:gd name="connsiteY39776" fmla="*/ 3351928 h 5017219"/>
              <a:gd name="connsiteX39777" fmla="*/ 3331085 w 5799173"/>
              <a:gd name="connsiteY39777" fmla="*/ 3353340 h 5017219"/>
              <a:gd name="connsiteX39778" fmla="*/ 3321365 w 5799173"/>
              <a:gd name="connsiteY39778" fmla="*/ 3370205 h 5017219"/>
              <a:gd name="connsiteX39779" fmla="*/ 3320202 w 5799173"/>
              <a:gd name="connsiteY39779" fmla="*/ 3370870 h 5017219"/>
              <a:gd name="connsiteX39780" fmla="*/ 1314532 w 5799173"/>
              <a:gd name="connsiteY39780" fmla="*/ 2838767 h 5017219"/>
              <a:gd name="connsiteX39781" fmla="*/ 1313369 w 5799173"/>
              <a:gd name="connsiteY39781" fmla="*/ 2838102 h 5017219"/>
              <a:gd name="connsiteX39782" fmla="*/ 1303648 w 5799173"/>
              <a:gd name="connsiteY39782" fmla="*/ 2821154 h 5017219"/>
              <a:gd name="connsiteX39783" fmla="*/ 1303649 w 5799173"/>
              <a:gd name="connsiteY39783" fmla="*/ 2819742 h 5017219"/>
              <a:gd name="connsiteX39784" fmla="*/ 1313452 w 5799173"/>
              <a:gd name="connsiteY39784" fmla="*/ 2802794 h 5017219"/>
              <a:gd name="connsiteX39785" fmla="*/ 1314616 w 5799173"/>
              <a:gd name="connsiteY39785" fmla="*/ 2802129 h 5017219"/>
              <a:gd name="connsiteX39786" fmla="*/ 1334139 w 5799173"/>
              <a:gd name="connsiteY39786" fmla="*/ 2802129 h 5017219"/>
              <a:gd name="connsiteX39787" fmla="*/ 1335302 w 5799173"/>
              <a:gd name="connsiteY39787" fmla="*/ 2802794 h 5017219"/>
              <a:gd name="connsiteX39788" fmla="*/ 1345022 w 5799173"/>
              <a:gd name="connsiteY39788" fmla="*/ 2819742 h 5017219"/>
              <a:gd name="connsiteX39789" fmla="*/ 1345022 w 5799173"/>
              <a:gd name="connsiteY39789" fmla="*/ 2821154 h 5017219"/>
              <a:gd name="connsiteX39790" fmla="*/ 1335219 w 5799173"/>
              <a:gd name="connsiteY39790" fmla="*/ 2838102 h 5017219"/>
              <a:gd name="connsiteX39791" fmla="*/ 1334055 w 5799173"/>
              <a:gd name="connsiteY39791" fmla="*/ 2838767 h 5017219"/>
              <a:gd name="connsiteX39792" fmla="*/ 1374718 w 5799173"/>
              <a:gd name="connsiteY39792" fmla="*/ 2854894 h 5017219"/>
              <a:gd name="connsiteX39793" fmla="*/ 1373555 w 5799173"/>
              <a:gd name="connsiteY39793" fmla="*/ 2854229 h 5017219"/>
              <a:gd name="connsiteX39794" fmla="*/ 1363835 w 5799173"/>
              <a:gd name="connsiteY39794" fmla="*/ 2837281 h 5017219"/>
              <a:gd name="connsiteX39795" fmla="*/ 1363836 w 5799173"/>
              <a:gd name="connsiteY39795" fmla="*/ 2835869 h 5017219"/>
              <a:gd name="connsiteX39796" fmla="*/ 1373639 w 5799173"/>
              <a:gd name="connsiteY39796" fmla="*/ 2818921 h 5017219"/>
              <a:gd name="connsiteX39797" fmla="*/ 1374802 w 5799173"/>
              <a:gd name="connsiteY39797" fmla="*/ 2818256 h 5017219"/>
              <a:gd name="connsiteX39798" fmla="*/ 1394326 w 5799173"/>
              <a:gd name="connsiteY39798" fmla="*/ 2818256 h 5017219"/>
              <a:gd name="connsiteX39799" fmla="*/ 1395489 w 5799173"/>
              <a:gd name="connsiteY39799" fmla="*/ 2818921 h 5017219"/>
              <a:gd name="connsiteX39800" fmla="*/ 1405208 w 5799173"/>
              <a:gd name="connsiteY39800" fmla="*/ 2835869 h 5017219"/>
              <a:gd name="connsiteX39801" fmla="*/ 1405208 w 5799173"/>
              <a:gd name="connsiteY39801" fmla="*/ 2837281 h 5017219"/>
              <a:gd name="connsiteX39802" fmla="*/ 1395405 w 5799173"/>
              <a:gd name="connsiteY39802" fmla="*/ 2854229 h 5017219"/>
              <a:gd name="connsiteX39803" fmla="*/ 1394242 w 5799173"/>
              <a:gd name="connsiteY39803" fmla="*/ 2854894 h 5017219"/>
              <a:gd name="connsiteX39804" fmla="*/ 1434906 w 5799173"/>
              <a:gd name="connsiteY39804" fmla="*/ 2871103 h 5017219"/>
              <a:gd name="connsiteX39805" fmla="*/ 1433742 w 5799173"/>
              <a:gd name="connsiteY39805" fmla="*/ 2870438 h 5017219"/>
              <a:gd name="connsiteX39806" fmla="*/ 1423938 w 5799173"/>
              <a:gd name="connsiteY39806" fmla="*/ 2853407 h 5017219"/>
              <a:gd name="connsiteX39807" fmla="*/ 1423938 w 5799173"/>
              <a:gd name="connsiteY39807" fmla="*/ 2851995 h 5017219"/>
              <a:gd name="connsiteX39808" fmla="*/ 1433741 w 5799173"/>
              <a:gd name="connsiteY39808" fmla="*/ 2834964 h 5017219"/>
              <a:gd name="connsiteX39809" fmla="*/ 1434905 w 5799173"/>
              <a:gd name="connsiteY39809" fmla="*/ 2834298 h 5017219"/>
              <a:gd name="connsiteX39810" fmla="*/ 1454511 w 5799173"/>
              <a:gd name="connsiteY39810" fmla="*/ 2834299 h 5017219"/>
              <a:gd name="connsiteX39811" fmla="*/ 1455674 w 5799173"/>
              <a:gd name="connsiteY39811" fmla="*/ 2834964 h 5017219"/>
              <a:gd name="connsiteX39812" fmla="*/ 1465478 w 5799173"/>
              <a:gd name="connsiteY39812" fmla="*/ 2851995 h 5017219"/>
              <a:gd name="connsiteX39813" fmla="*/ 1465478 w 5799173"/>
              <a:gd name="connsiteY39813" fmla="*/ 2853407 h 5017219"/>
              <a:gd name="connsiteX39814" fmla="*/ 1455674 w 5799173"/>
              <a:gd name="connsiteY39814" fmla="*/ 2870438 h 5017219"/>
              <a:gd name="connsiteX39815" fmla="*/ 1454511 w 5799173"/>
              <a:gd name="connsiteY39815" fmla="*/ 2871103 h 5017219"/>
              <a:gd name="connsiteX39816" fmla="*/ 3360864 w 5799173"/>
              <a:gd name="connsiteY39816" fmla="*/ 3387162 h 5017219"/>
              <a:gd name="connsiteX39817" fmla="*/ 3359701 w 5799173"/>
              <a:gd name="connsiteY39817" fmla="*/ 3386497 h 5017219"/>
              <a:gd name="connsiteX39818" fmla="*/ 3349898 w 5799173"/>
              <a:gd name="connsiteY39818" fmla="*/ 3369466 h 5017219"/>
              <a:gd name="connsiteX39819" fmla="*/ 3349898 w 5799173"/>
              <a:gd name="connsiteY39819" fmla="*/ 3368054 h 5017219"/>
              <a:gd name="connsiteX39820" fmla="*/ 3359701 w 5799173"/>
              <a:gd name="connsiteY39820" fmla="*/ 3351023 h 5017219"/>
              <a:gd name="connsiteX39821" fmla="*/ 3360864 w 5799173"/>
              <a:gd name="connsiteY39821" fmla="*/ 3350358 h 5017219"/>
              <a:gd name="connsiteX39822" fmla="*/ 3380471 w 5799173"/>
              <a:gd name="connsiteY39822" fmla="*/ 3350358 h 5017219"/>
              <a:gd name="connsiteX39823" fmla="*/ 3381634 w 5799173"/>
              <a:gd name="connsiteY39823" fmla="*/ 3351023 h 5017219"/>
              <a:gd name="connsiteX39824" fmla="*/ 3391438 w 5799173"/>
              <a:gd name="connsiteY39824" fmla="*/ 3368054 h 5017219"/>
              <a:gd name="connsiteX39825" fmla="*/ 3391438 w 5799173"/>
              <a:gd name="connsiteY39825" fmla="*/ 3369466 h 5017219"/>
              <a:gd name="connsiteX39826" fmla="*/ 3381634 w 5799173"/>
              <a:gd name="connsiteY39826" fmla="*/ 3386497 h 5017219"/>
              <a:gd name="connsiteX39827" fmla="*/ 3380471 w 5799173"/>
              <a:gd name="connsiteY39827" fmla="*/ 3387162 h 5017219"/>
              <a:gd name="connsiteX39828" fmla="*/ 1555175 w 5799173"/>
              <a:gd name="connsiteY39828" fmla="*/ 2903509 h 5017219"/>
              <a:gd name="connsiteX39829" fmla="*/ 1553928 w 5799173"/>
              <a:gd name="connsiteY39829" fmla="*/ 2902845 h 5017219"/>
              <a:gd name="connsiteX39830" fmla="*/ 1544042 w 5799173"/>
              <a:gd name="connsiteY39830" fmla="*/ 2885730 h 5017219"/>
              <a:gd name="connsiteX39831" fmla="*/ 1544042 w 5799173"/>
              <a:gd name="connsiteY39831" fmla="*/ 2884318 h 5017219"/>
              <a:gd name="connsiteX39832" fmla="*/ 1553928 w 5799173"/>
              <a:gd name="connsiteY39832" fmla="*/ 2867204 h 5017219"/>
              <a:gd name="connsiteX39833" fmla="*/ 1555175 w 5799173"/>
              <a:gd name="connsiteY39833" fmla="*/ 2866539 h 5017219"/>
              <a:gd name="connsiteX39834" fmla="*/ 1574864 w 5799173"/>
              <a:gd name="connsiteY39834" fmla="*/ 2866539 h 5017219"/>
              <a:gd name="connsiteX39835" fmla="*/ 1576111 w 5799173"/>
              <a:gd name="connsiteY39835" fmla="*/ 2867204 h 5017219"/>
              <a:gd name="connsiteX39836" fmla="*/ 1585997 w 5799173"/>
              <a:gd name="connsiteY39836" fmla="*/ 2884318 h 5017219"/>
              <a:gd name="connsiteX39837" fmla="*/ 1585997 w 5799173"/>
              <a:gd name="connsiteY39837" fmla="*/ 2885730 h 5017219"/>
              <a:gd name="connsiteX39838" fmla="*/ 1576111 w 5799173"/>
              <a:gd name="connsiteY39838" fmla="*/ 2902845 h 5017219"/>
              <a:gd name="connsiteX39839" fmla="*/ 1574864 w 5799173"/>
              <a:gd name="connsiteY39839" fmla="*/ 2903509 h 5017219"/>
              <a:gd name="connsiteX39840" fmla="*/ 3240389 w 5799173"/>
              <a:gd name="connsiteY39840" fmla="*/ 3355061 h 5017219"/>
              <a:gd name="connsiteX39841" fmla="*/ 3239225 w 5799173"/>
              <a:gd name="connsiteY39841" fmla="*/ 3354396 h 5017219"/>
              <a:gd name="connsiteX39842" fmla="*/ 3229339 w 5799173"/>
              <a:gd name="connsiteY39842" fmla="*/ 3337282 h 5017219"/>
              <a:gd name="connsiteX39843" fmla="*/ 3229339 w 5799173"/>
              <a:gd name="connsiteY39843" fmla="*/ 3335869 h 5017219"/>
              <a:gd name="connsiteX39844" fmla="*/ 3239225 w 5799173"/>
              <a:gd name="connsiteY39844" fmla="*/ 3318756 h 5017219"/>
              <a:gd name="connsiteX39845" fmla="*/ 3240389 w 5799173"/>
              <a:gd name="connsiteY39845" fmla="*/ 3318091 h 5017219"/>
              <a:gd name="connsiteX39846" fmla="*/ 3260078 w 5799173"/>
              <a:gd name="connsiteY39846" fmla="*/ 3318091 h 5017219"/>
              <a:gd name="connsiteX39847" fmla="*/ 3261241 w 5799173"/>
              <a:gd name="connsiteY39847" fmla="*/ 3318756 h 5017219"/>
              <a:gd name="connsiteX39848" fmla="*/ 3271128 w 5799173"/>
              <a:gd name="connsiteY39848" fmla="*/ 3335870 h 5017219"/>
              <a:gd name="connsiteX39849" fmla="*/ 3271128 w 5799173"/>
              <a:gd name="connsiteY39849" fmla="*/ 3337282 h 5017219"/>
              <a:gd name="connsiteX39850" fmla="*/ 3261241 w 5799173"/>
              <a:gd name="connsiteY39850" fmla="*/ 3354397 h 5017219"/>
              <a:gd name="connsiteX39851" fmla="*/ 3260078 w 5799173"/>
              <a:gd name="connsiteY39851" fmla="*/ 3355061 h 5017219"/>
              <a:gd name="connsiteX39852" fmla="*/ 1494904 w 5799173"/>
              <a:gd name="connsiteY39852" fmla="*/ 2887559 h 5017219"/>
              <a:gd name="connsiteX39853" fmla="*/ 1493658 w 5799173"/>
              <a:gd name="connsiteY39853" fmla="*/ 2886895 h 5017219"/>
              <a:gd name="connsiteX39854" fmla="*/ 1483688 w 5799173"/>
              <a:gd name="connsiteY39854" fmla="*/ 2869614 h 5017219"/>
              <a:gd name="connsiteX39855" fmla="*/ 1483688 w 5799173"/>
              <a:gd name="connsiteY39855" fmla="*/ 2868202 h 5017219"/>
              <a:gd name="connsiteX39856" fmla="*/ 1493658 w 5799173"/>
              <a:gd name="connsiteY39856" fmla="*/ 2850922 h 5017219"/>
              <a:gd name="connsiteX39857" fmla="*/ 1494904 w 5799173"/>
              <a:gd name="connsiteY39857" fmla="*/ 2850257 h 5017219"/>
              <a:gd name="connsiteX39858" fmla="*/ 1514843 w 5799173"/>
              <a:gd name="connsiteY39858" fmla="*/ 2850257 h 5017219"/>
              <a:gd name="connsiteX39859" fmla="*/ 1516089 w 5799173"/>
              <a:gd name="connsiteY39859" fmla="*/ 2850922 h 5017219"/>
              <a:gd name="connsiteX39860" fmla="*/ 1526058 w 5799173"/>
              <a:gd name="connsiteY39860" fmla="*/ 2868202 h 5017219"/>
              <a:gd name="connsiteX39861" fmla="*/ 1526058 w 5799173"/>
              <a:gd name="connsiteY39861" fmla="*/ 2869614 h 5017219"/>
              <a:gd name="connsiteX39862" fmla="*/ 1516089 w 5799173"/>
              <a:gd name="connsiteY39862" fmla="*/ 2886895 h 5017219"/>
              <a:gd name="connsiteX39863" fmla="*/ 1514843 w 5799173"/>
              <a:gd name="connsiteY39863" fmla="*/ 2887559 h 5017219"/>
              <a:gd name="connsiteX39864" fmla="*/ 3902352 w 5799173"/>
              <a:gd name="connsiteY39864" fmla="*/ 3532633 h 5017219"/>
              <a:gd name="connsiteX39865" fmla="*/ 3901106 w 5799173"/>
              <a:gd name="connsiteY39865" fmla="*/ 3531969 h 5017219"/>
              <a:gd name="connsiteX39866" fmla="*/ 3891137 w 5799173"/>
              <a:gd name="connsiteY39866" fmla="*/ 3514688 h 5017219"/>
              <a:gd name="connsiteX39867" fmla="*/ 3891137 w 5799173"/>
              <a:gd name="connsiteY39867" fmla="*/ 3513276 h 5017219"/>
              <a:gd name="connsiteX39868" fmla="*/ 3901106 w 5799173"/>
              <a:gd name="connsiteY39868" fmla="*/ 3495996 h 5017219"/>
              <a:gd name="connsiteX39869" fmla="*/ 3902352 w 5799173"/>
              <a:gd name="connsiteY39869" fmla="*/ 3495331 h 5017219"/>
              <a:gd name="connsiteX39870" fmla="*/ 3922292 w 5799173"/>
              <a:gd name="connsiteY39870" fmla="*/ 3495331 h 5017219"/>
              <a:gd name="connsiteX39871" fmla="*/ 3923538 w 5799173"/>
              <a:gd name="connsiteY39871" fmla="*/ 3495996 h 5017219"/>
              <a:gd name="connsiteX39872" fmla="*/ 3933507 w 5799173"/>
              <a:gd name="connsiteY39872" fmla="*/ 3513276 h 5017219"/>
              <a:gd name="connsiteX39873" fmla="*/ 3933507 w 5799173"/>
              <a:gd name="connsiteY39873" fmla="*/ 3514688 h 5017219"/>
              <a:gd name="connsiteX39874" fmla="*/ 3923538 w 5799173"/>
              <a:gd name="connsiteY39874" fmla="*/ 3531969 h 5017219"/>
              <a:gd name="connsiteX39875" fmla="*/ 3922292 w 5799173"/>
              <a:gd name="connsiteY39875" fmla="*/ 3532633 h 5017219"/>
              <a:gd name="connsiteX39876" fmla="*/ 1675401 w 5799173"/>
              <a:gd name="connsiteY39876" fmla="*/ 2936026 h 5017219"/>
              <a:gd name="connsiteX39877" fmla="*/ 1674155 w 5799173"/>
              <a:gd name="connsiteY39877" fmla="*/ 2935278 h 5017219"/>
              <a:gd name="connsiteX39878" fmla="*/ 1664185 w 5799173"/>
              <a:gd name="connsiteY39878" fmla="*/ 2917915 h 5017219"/>
              <a:gd name="connsiteX39879" fmla="*/ 1664185 w 5799173"/>
              <a:gd name="connsiteY39879" fmla="*/ 2916502 h 5017219"/>
              <a:gd name="connsiteX39880" fmla="*/ 1674238 w 5799173"/>
              <a:gd name="connsiteY39880" fmla="*/ 2899139 h 5017219"/>
              <a:gd name="connsiteX39881" fmla="*/ 1675484 w 5799173"/>
              <a:gd name="connsiteY39881" fmla="*/ 2898391 h 5017219"/>
              <a:gd name="connsiteX39882" fmla="*/ 1695506 w 5799173"/>
              <a:gd name="connsiteY39882" fmla="*/ 2898391 h 5017219"/>
              <a:gd name="connsiteX39883" fmla="*/ 1696752 w 5799173"/>
              <a:gd name="connsiteY39883" fmla="*/ 2899139 h 5017219"/>
              <a:gd name="connsiteX39884" fmla="*/ 1706722 w 5799173"/>
              <a:gd name="connsiteY39884" fmla="*/ 2916502 h 5017219"/>
              <a:gd name="connsiteX39885" fmla="*/ 1706722 w 5799173"/>
              <a:gd name="connsiteY39885" fmla="*/ 2917915 h 5017219"/>
              <a:gd name="connsiteX39886" fmla="*/ 1696669 w 5799173"/>
              <a:gd name="connsiteY39886" fmla="*/ 2935278 h 5017219"/>
              <a:gd name="connsiteX39887" fmla="*/ 1695423 w 5799173"/>
              <a:gd name="connsiteY39887" fmla="*/ 2936026 h 5017219"/>
              <a:gd name="connsiteX39888" fmla="*/ 3420802 w 5799173"/>
              <a:gd name="connsiteY39888" fmla="*/ 3403705 h 5017219"/>
              <a:gd name="connsiteX39889" fmla="*/ 3419556 w 5799173"/>
              <a:gd name="connsiteY39889" fmla="*/ 3402957 h 5017219"/>
              <a:gd name="connsiteX39890" fmla="*/ 3409586 w 5799173"/>
              <a:gd name="connsiteY39890" fmla="*/ 3385594 h 5017219"/>
              <a:gd name="connsiteX39891" fmla="*/ 3409586 w 5799173"/>
              <a:gd name="connsiteY39891" fmla="*/ 3384181 h 5017219"/>
              <a:gd name="connsiteX39892" fmla="*/ 3419638 w 5799173"/>
              <a:gd name="connsiteY39892" fmla="*/ 3366818 h 5017219"/>
              <a:gd name="connsiteX39893" fmla="*/ 3420885 w 5799173"/>
              <a:gd name="connsiteY39893" fmla="*/ 3366070 h 5017219"/>
              <a:gd name="connsiteX39894" fmla="*/ 3440907 w 5799173"/>
              <a:gd name="connsiteY39894" fmla="*/ 3366070 h 5017219"/>
              <a:gd name="connsiteX39895" fmla="*/ 3442153 w 5799173"/>
              <a:gd name="connsiteY39895" fmla="*/ 3366818 h 5017219"/>
              <a:gd name="connsiteX39896" fmla="*/ 3452122 w 5799173"/>
              <a:gd name="connsiteY39896" fmla="*/ 3384181 h 5017219"/>
              <a:gd name="connsiteX39897" fmla="*/ 3452122 w 5799173"/>
              <a:gd name="connsiteY39897" fmla="*/ 3385594 h 5017219"/>
              <a:gd name="connsiteX39898" fmla="*/ 3442070 w 5799173"/>
              <a:gd name="connsiteY39898" fmla="*/ 3402957 h 5017219"/>
              <a:gd name="connsiteX39899" fmla="*/ 3440824 w 5799173"/>
              <a:gd name="connsiteY39899" fmla="*/ 3403705 h 5017219"/>
              <a:gd name="connsiteX39900" fmla="*/ 3541174 w 5799173"/>
              <a:gd name="connsiteY39900" fmla="*/ 3435959 h 5017219"/>
              <a:gd name="connsiteX39901" fmla="*/ 3539929 w 5799173"/>
              <a:gd name="connsiteY39901" fmla="*/ 3435211 h 5017219"/>
              <a:gd name="connsiteX39902" fmla="*/ 3529958 w 5799173"/>
              <a:gd name="connsiteY39902" fmla="*/ 3417848 h 5017219"/>
              <a:gd name="connsiteX39903" fmla="*/ 3529959 w 5799173"/>
              <a:gd name="connsiteY39903" fmla="*/ 3416434 h 5017219"/>
              <a:gd name="connsiteX39904" fmla="*/ 3540010 w 5799173"/>
              <a:gd name="connsiteY39904" fmla="*/ 3399071 h 5017219"/>
              <a:gd name="connsiteX39905" fmla="*/ 3541257 w 5799173"/>
              <a:gd name="connsiteY39905" fmla="*/ 3398323 h 5017219"/>
              <a:gd name="connsiteX39906" fmla="*/ 3561280 w 5799173"/>
              <a:gd name="connsiteY39906" fmla="*/ 3398324 h 5017219"/>
              <a:gd name="connsiteX39907" fmla="*/ 3562526 w 5799173"/>
              <a:gd name="connsiteY39907" fmla="*/ 3399072 h 5017219"/>
              <a:gd name="connsiteX39908" fmla="*/ 3572494 w 5799173"/>
              <a:gd name="connsiteY39908" fmla="*/ 3416435 h 5017219"/>
              <a:gd name="connsiteX39909" fmla="*/ 3572495 w 5799173"/>
              <a:gd name="connsiteY39909" fmla="*/ 3417848 h 5017219"/>
              <a:gd name="connsiteX39910" fmla="*/ 3562442 w 5799173"/>
              <a:gd name="connsiteY39910" fmla="*/ 3435210 h 5017219"/>
              <a:gd name="connsiteX39911" fmla="*/ 3561196 w 5799173"/>
              <a:gd name="connsiteY39911" fmla="*/ 3435958 h 5017219"/>
              <a:gd name="connsiteX39912" fmla="*/ 3480988 w 5799173"/>
              <a:gd name="connsiteY39912" fmla="*/ 3419914 h 5017219"/>
              <a:gd name="connsiteX39913" fmla="*/ 3479742 w 5799173"/>
              <a:gd name="connsiteY39913" fmla="*/ 3419167 h 5017219"/>
              <a:gd name="connsiteX39914" fmla="*/ 3469689 w 5799173"/>
              <a:gd name="connsiteY39914" fmla="*/ 3401721 h 5017219"/>
              <a:gd name="connsiteX39915" fmla="*/ 3469689 w 5799173"/>
              <a:gd name="connsiteY39915" fmla="*/ 3400308 h 5017219"/>
              <a:gd name="connsiteX39916" fmla="*/ 3479742 w 5799173"/>
              <a:gd name="connsiteY39916" fmla="*/ 3382862 h 5017219"/>
              <a:gd name="connsiteX39917" fmla="*/ 3480988 w 5799173"/>
              <a:gd name="connsiteY39917" fmla="*/ 3382114 h 5017219"/>
              <a:gd name="connsiteX39918" fmla="*/ 3501093 w 5799173"/>
              <a:gd name="connsiteY39918" fmla="*/ 3382114 h 5017219"/>
              <a:gd name="connsiteX39919" fmla="*/ 3502339 w 5799173"/>
              <a:gd name="connsiteY39919" fmla="*/ 3382861 h 5017219"/>
              <a:gd name="connsiteX39920" fmla="*/ 3512391 w 5799173"/>
              <a:gd name="connsiteY39920" fmla="*/ 3400307 h 5017219"/>
              <a:gd name="connsiteX39921" fmla="*/ 3512392 w 5799173"/>
              <a:gd name="connsiteY39921" fmla="*/ 3401720 h 5017219"/>
              <a:gd name="connsiteX39922" fmla="*/ 3502339 w 5799173"/>
              <a:gd name="connsiteY39922" fmla="*/ 3419167 h 5017219"/>
              <a:gd name="connsiteX39923" fmla="*/ 3501093 w 5799173"/>
              <a:gd name="connsiteY39923" fmla="*/ 3419915 h 5017219"/>
              <a:gd name="connsiteX39924" fmla="*/ 3601360 w 5799173"/>
              <a:gd name="connsiteY39924" fmla="*/ 3452168 h 5017219"/>
              <a:gd name="connsiteX39925" fmla="*/ 3600115 w 5799173"/>
              <a:gd name="connsiteY39925" fmla="*/ 3451420 h 5017219"/>
              <a:gd name="connsiteX39926" fmla="*/ 3590061 w 5799173"/>
              <a:gd name="connsiteY39926" fmla="*/ 3433974 h 5017219"/>
              <a:gd name="connsiteX39927" fmla="*/ 3590062 w 5799173"/>
              <a:gd name="connsiteY39927" fmla="*/ 3432561 h 5017219"/>
              <a:gd name="connsiteX39928" fmla="*/ 3600114 w 5799173"/>
              <a:gd name="connsiteY39928" fmla="*/ 3415115 h 5017219"/>
              <a:gd name="connsiteX39929" fmla="*/ 3601360 w 5799173"/>
              <a:gd name="connsiteY39929" fmla="*/ 3414367 h 5017219"/>
              <a:gd name="connsiteX39930" fmla="*/ 3621466 w 5799173"/>
              <a:gd name="connsiteY39930" fmla="*/ 3414367 h 5017219"/>
              <a:gd name="connsiteX39931" fmla="*/ 3622711 w 5799173"/>
              <a:gd name="connsiteY39931" fmla="*/ 3415115 h 5017219"/>
              <a:gd name="connsiteX39932" fmla="*/ 3632764 w 5799173"/>
              <a:gd name="connsiteY39932" fmla="*/ 3432561 h 5017219"/>
              <a:gd name="connsiteX39933" fmla="*/ 3632764 w 5799173"/>
              <a:gd name="connsiteY39933" fmla="*/ 3433974 h 5017219"/>
              <a:gd name="connsiteX39934" fmla="*/ 3622711 w 5799173"/>
              <a:gd name="connsiteY39934" fmla="*/ 3451420 h 5017219"/>
              <a:gd name="connsiteX39935" fmla="*/ 3621465 w 5799173"/>
              <a:gd name="connsiteY39935" fmla="*/ 3452168 h 5017219"/>
              <a:gd name="connsiteX39936" fmla="*/ 1615214 w 5799173"/>
              <a:gd name="connsiteY39936" fmla="*/ 2919982 h 5017219"/>
              <a:gd name="connsiteX39937" fmla="*/ 1613968 w 5799173"/>
              <a:gd name="connsiteY39937" fmla="*/ 2919234 h 5017219"/>
              <a:gd name="connsiteX39938" fmla="*/ 1603916 w 5799173"/>
              <a:gd name="connsiteY39938" fmla="*/ 2901788 h 5017219"/>
              <a:gd name="connsiteX39939" fmla="*/ 1603916 w 5799173"/>
              <a:gd name="connsiteY39939" fmla="*/ 2900375 h 5017219"/>
              <a:gd name="connsiteX39940" fmla="*/ 1613968 w 5799173"/>
              <a:gd name="connsiteY39940" fmla="*/ 2882929 h 5017219"/>
              <a:gd name="connsiteX39941" fmla="*/ 1615214 w 5799173"/>
              <a:gd name="connsiteY39941" fmla="*/ 2882181 h 5017219"/>
              <a:gd name="connsiteX39942" fmla="*/ 1635320 w 5799173"/>
              <a:gd name="connsiteY39942" fmla="*/ 2882181 h 5017219"/>
              <a:gd name="connsiteX39943" fmla="*/ 1636566 w 5799173"/>
              <a:gd name="connsiteY39943" fmla="*/ 2882929 h 5017219"/>
              <a:gd name="connsiteX39944" fmla="*/ 1646619 w 5799173"/>
              <a:gd name="connsiteY39944" fmla="*/ 2900375 h 5017219"/>
              <a:gd name="connsiteX39945" fmla="*/ 1646619 w 5799173"/>
              <a:gd name="connsiteY39945" fmla="*/ 2901788 h 5017219"/>
              <a:gd name="connsiteX39946" fmla="*/ 1636566 w 5799173"/>
              <a:gd name="connsiteY39946" fmla="*/ 2919234 h 5017219"/>
              <a:gd name="connsiteX39947" fmla="*/ 1635320 w 5799173"/>
              <a:gd name="connsiteY39947" fmla="*/ 2919982 h 5017219"/>
              <a:gd name="connsiteX39948" fmla="*/ 1735504 w 5799173"/>
              <a:gd name="connsiteY39948" fmla="*/ 2952319 h 5017219"/>
              <a:gd name="connsiteX39949" fmla="*/ 1734259 w 5799173"/>
              <a:gd name="connsiteY39949" fmla="*/ 2951572 h 5017219"/>
              <a:gd name="connsiteX39950" fmla="*/ 1724122 w 5799173"/>
              <a:gd name="connsiteY39950" fmla="*/ 2934042 h 5017219"/>
              <a:gd name="connsiteX39951" fmla="*/ 1724122 w 5799173"/>
              <a:gd name="connsiteY39951" fmla="*/ 2932630 h 5017219"/>
              <a:gd name="connsiteX39952" fmla="*/ 1734258 w 5799173"/>
              <a:gd name="connsiteY39952" fmla="*/ 2915100 h 5017219"/>
              <a:gd name="connsiteX39953" fmla="*/ 1735504 w 5799173"/>
              <a:gd name="connsiteY39953" fmla="*/ 2914352 h 5017219"/>
              <a:gd name="connsiteX39954" fmla="*/ 1755776 w 5799173"/>
              <a:gd name="connsiteY39954" fmla="*/ 2914352 h 5017219"/>
              <a:gd name="connsiteX39955" fmla="*/ 1757022 w 5799173"/>
              <a:gd name="connsiteY39955" fmla="*/ 2915100 h 5017219"/>
              <a:gd name="connsiteX39956" fmla="*/ 1767157 w 5799173"/>
              <a:gd name="connsiteY39956" fmla="*/ 2932630 h 5017219"/>
              <a:gd name="connsiteX39957" fmla="*/ 1767157 w 5799173"/>
              <a:gd name="connsiteY39957" fmla="*/ 2934042 h 5017219"/>
              <a:gd name="connsiteX39958" fmla="*/ 1757021 w 5799173"/>
              <a:gd name="connsiteY39958" fmla="*/ 2951572 h 5017219"/>
              <a:gd name="connsiteX39959" fmla="*/ 1755776 w 5799173"/>
              <a:gd name="connsiteY39959" fmla="*/ 2952319 h 5017219"/>
              <a:gd name="connsiteX39960" fmla="*/ 3721650 w 5799173"/>
              <a:gd name="connsiteY39960" fmla="*/ 3484505 h 5017219"/>
              <a:gd name="connsiteX39961" fmla="*/ 3720404 w 5799173"/>
              <a:gd name="connsiteY39961" fmla="*/ 3483758 h 5017219"/>
              <a:gd name="connsiteX39962" fmla="*/ 3710268 w 5799173"/>
              <a:gd name="connsiteY39962" fmla="*/ 3466228 h 5017219"/>
              <a:gd name="connsiteX39963" fmla="*/ 3710268 w 5799173"/>
              <a:gd name="connsiteY39963" fmla="*/ 3464816 h 5017219"/>
              <a:gd name="connsiteX39964" fmla="*/ 3720404 w 5799173"/>
              <a:gd name="connsiteY39964" fmla="*/ 3447286 h 5017219"/>
              <a:gd name="connsiteX39965" fmla="*/ 3721650 w 5799173"/>
              <a:gd name="connsiteY39965" fmla="*/ 3446538 h 5017219"/>
              <a:gd name="connsiteX39966" fmla="*/ 3741921 w 5799173"/>
              <a:gd name="connsiteY39966" fmla="*/ 3446538 h 5017219"/>
              <a:gd name="connsiteX39967" fmla="*/ 3743167 w 5799173"/>
              <a:gd name="connsiteY39967" fmla="*/ 3447286 h 5017219"/>
              <a:gd name="connsiteX39968" fmla="*/ 3753303 w 5799173"/>
              <a:gd name="connsiteY39968" fmla="*/ 3464816 h 5017219"/>
              <a:gd name="connsiteX39969" fmla="*/ 3753303 w 5799173"/>
              <a:gd name="connsiteY39969" fmla="*/ 3466228 h 5017219"/>
              <a:gd name="connsiteX39970" fmla="*/ 3743167 w 5799173"/>
              <a:gd name="connsiteY39970" fmla="*/ 3483758 h 5017219"/>
              <a:gd name="connsiteX39971" fmla="*/ 3741921 w 5799173"/>
              <a:gd name="connsiteY39971" fmla="*/ 3484505 h 5017219"/>
              <a:gd name="connsiteX39972" fmla="*/ 3842022 w 5799173"/>
              <a:gd name="connsiteY39972" fmla="*/ 3516759 h 5017219"/>
              <a:gd name="connsiteX39973" fmla="*/ 3840777 w 5799173"/>
              <a:gd name="connsiteY39973" fmla="*/ 3516012 h 5017219"/>
              <a:gd name="connsiteX39974" fmla="*/ 3830641 w 5799173"/>
              <a:gd name="connsiteY39974" fmla="*/ 3498482 h 5017219"/>
              <a:gd name="connsiteX39975" fmla="*/ 3830641 w 5799173"/>
              <a:gd name="connsiteY39975" fmla="*/ 3497070 h 5017219"/>
              <a:gd name="connsiteX39976" fmla="*/ 3840777 w 5799173"/>
              <a:gd name="connsiteY39976" fmla="*/ 3479540 h 5017219"/>
              <a:gd name="connsiteX39977" fmla="*/ 3842023 w 5799173"/>
              <a:gd name="connsiteY39977" fmla="*/ 3478792 h 5017219"/>
              <a:gd name="connsiteX39978" fmla="*/ 3862294 w 5799173"/>
              <a:gd name="connsiteY39978" fmla="*/ 3478792 h 5017219"/>
              <a:gd name="connsiteX39979" fmla="*/ 3863540 w 5799173"/>
              <a:gd name="connsiteY39979" fmla="*/ 3479540 h 5017219"/>
              <a:gd name="connsiteX39980" fmla="*/ 3873675 w 5799173"/>
              <a:gd name="connsiteY39980" fmla="*/ 3497070 h 5017219"/>
              <a:gd name="connsiteX39981" fmla="*/ 3873675 w 5799173"/>
              <a:gd name="connsiteY39981" fmla="*/ 3498482 h 5017219"/>
              <a:gd name="connsiteX39982" fmla="*/ 3863539 w 5799173"/>
              <a:gd name="connsiteY39982" fmla="*/ 3516012 h 5017219"/>
              <a:gd name="connsiteX39983" fmla="*/ 3862294 w 5799173"/>
              <a:gd name="connsiteY39983" fmla="*/ 3516759 h 5017219"/>
              <a:gd name="connsiteX39984" fmla="*/ 3781649 w 5799173"/>
              <a:gd name="connsiteY39984" fmla="*/ 3500951 h 5017219"/>
              <a:gd name="connsiteX39985" fmla="*/ 3780403 w 5799173"/>
              <a:gd name="connsiteY39985" fmla="*/ 3500203 h 5017219"/>
              <a:gd name="connsiteX39986" fmla="*/ 3770101 w 5799173"/>
              <a:gd name="connsiteY39986" fmla="*/ 3482424 h 5017219"/>
              <a:gd name="connsiteX39987" fmla="*/ 3770101 w 5799173"/>
              <a:gd name="connsiteY39987" fmla="*/ 3481012 h 5017219"/>
              <a:gd name="connsiteX39988" fmla="*/ 3780403 w 5799173"/>
              <a:gd name="connsiteY39988" fmla="*/ 3463233 h 5017219"/>
              <a:gd name="connsiteX39989" fmla="*/ 3781649 w 5799173"/>
              <a:gd name="connsiteY39989" fmla="*/ 3462485 h 5017219"/>
              <a:gd name="connsiteX39990" fmla="*/ 3802169 w 5799173"/>
              <a:gd name="connsiteY39990" fmla="*/ 3462485 h 5017219"/>
              <a:gd name="connsiteX39991" fmla="*/ 3803416 w 5799173"/>
              <a:gd name="connsiteY39991" fmla="*/ 3463233 h 5017219"/>
              <a:gd name="connsiteX39992" fmla="*/ 3813717 w 5799173"/>
              <a:gd name="connsiteY39992" fmla="*/ 3481012 h 5017219"/>
              <a:gd name="connsiteX39993" fmla="*/ 3813717 w 5799173"/>
              <a:gd name="connsiteY39993" fmla="*/ 3482424 h 5017219"/>
              <a:gd name="connsiteX39994" fmla="*/ 3803416 w 5799173"/>
              <a:gd name="connsiteY39994" fmla="*/ 3500203 h 5017219"/>
              <a:gd name="connsiteX39995" fmla="*/ 3802169 w 5799173"/>
              <a:gd name="connsiteY39995" fmla="*/ 3500951 h 5017219"/>
              <a:gd name="connsiteX39996" fmla="*/ 3661285 w 5799173"/>
              <a:gd name="connsiteY39996" fmla="*/ 3468803 h 5017219"/>
              <a:gd name="connsiteX39997" fmla="*/ 3660039 w 5799173"/>
              <a:gd name="connsiteY39997" fmla="*/ 3468055 h 5017219"/>
              <a:gd name="connsiteX39998" fmla="*/ 3649737 w 5799173"/>
              <a:gd name="connsiteY39998" fmla="*/ 3450193 h 5017219"/>
              <a:gd name="connsiteX39999" fmla="*/ 3649737 w 5799173"/>
              <a:gd name="connsiteY39999" fmla="*/ 3448698 h 5017219"/>
              <a:gd name="connsiteX40000" fmla="*/ 3660039 w 5799173"/>
              <a:gd name="connsiteY40000" fmla="*/ 3430836 h 5017219"/>
              <a:gd name="connsiteX40001" fmla="*/ 3661285 w 5799173"/>
              <a:gd name="connsiteY40001" fmla="*/ 3430088 h 5017219"/>
              <a:gd name="connsiteX40002" fmla="*/ 3681972 w 5799173"/>
              <a:gd name="connsiteY40002" fmla="*/ 3430088 h 5017219"/>
              <a:gd name="connsiteX40003" fmla="*/ 3683218 w 5799173"/>
              <a:gd name="connsiteY40003" fmla="*/ 3430836 h 5017219"/>
              <a:gd name="connsiteX40004" fmla="*/ 3693520 w 5799173"/>
              <a:gd name="connsiteY40004" fmla="*/ 3448699 h 5017219"/>
              <a:gd name="connsiteX40005" fmla="*/ 3693520 w 5799173"/>
              <a:gd name="connsiteY40005" fmla="*/ 3450194 h 5017219"/>
              <a:gd name="connsiteX40006" fmla="*/ 3683218 w 5799173"/>
              <a:gd name="connsiteY40006" fmla="*/ 3468056 h 5017219"/>
              <a:gd name="connsiteX40007" fmla="*/ 3681972 w 5799173"/>
              <a:gd name="connsiteY40007" fmla="*/ 3468804 h 5017219"/>
              <a:gd name="connsiteX40008" fmla="*/ 3962216 w 5799173"/>
              <a:gd name="connsiteY40008" fmla="*/ 3549438 h 5017219"/>
              <a:gd name="connsiteX40009" fmla="*/ 3960970 w 5799173"/>
              <a:gd name="connsiteY40009" fmla="*/ 3548690 h 5017219"/>
              <a:gd name="connsiteX40010" fmla="*/ 3950668 w 5799173"/>
              <a:gd name="connsiteY40010" fmla="*/ 3530828 h 5017219"/>
              <a:gd name="connsiteX40011" fmla="*/ 3950668 w 5799173"/>
              <a:gd name="connsiteY40011" fmla="*/ 3529333 h 5017219"/>
              <a:gd name="connsiteX40012" fmla="*/ 3960970 w 5799173"/>
              <a:gd name="connsiteY40012" fmla="*/ 3511471 h 5017219"/>
              <a:gd name="connsiteX40013" fmla="*/ 3962216 w 5799173"/>
              <a:gd name="connsiteY40013" fmla="*/ 3510723 h 5017219"/>
              <a:gd name="connsiteX40014" fmla="*/ 3982903 w 5799173"/>
              <a:gd name="connsiteY40014" fmla="*/ 3510723 h 5017219"/>
              <a:gd name="connsiteX40015" fmla="*/ 3984149 w 5799173"/>
              <a:gd name="connsiteY40015" fmla="*/ 3511471 h 5017219"/>
              <a:gd name="connsiteX40016" fmla="*/ 3994451 w 5799173"/>
              <a:gd name="connsiteY40016" fmla="*/ 3529333 h 5017219"/>
              <a:gd name="connsiteX40017" fmla="*/ 3994451 w 5799173"/>
              <a:gd name="connsiteY40017" fmla="*/ 3530828 h 5017219"/>
              <a:gd name="connsiteX40018" fmla="*/ 3984149 w 5799173"/>
              <a:gd name="connsiteY40018" fmla="*/ 3548690 h 5017219"/>
              <a:gd name="connsiteX40019" fmla="*/ 3982903 w 5799173"/>
              <a:gd name="connsiteY40019" fmla="*/ 3549438 h 5017219"/>
              <a:gd name="connsiteX40020" fmla="*/ 4804823 w 5799173"/>
              <a:gd name="connsiteY40020" fmla="*/ 3775214 h 5017219"/>
              <a:gd name="connsiteX40021" fmla="*/ 4803577 w 5799173"/>
              <a:gd name="connsiteY40021" fmla="*/ 3774466 h 5017219"/>
              <a:gd name="connsiteX40022" fmla="*/ 4793275 w 5799173"/>
              <a:gd name="connsiteY40022" fmla="*/ 3756604 h 5017219"/>
              <a:gd name="connsiteX40023" fmla="*/ 4793275 w 5799173"/>
              <a:gd name="connsiteY40023" fmla="*/ 3755109 h 5017219"/>
              <a:gd name="connsiteX40024" fmla="*/ 4803577 w 5799173"/>
              <a:gd name="connsiteY40024" fmla="*/ 3737247 h 5017219"/>
              <a:gd name="connsiteX40025" fmla="*/ 4804823 w 5799173"/>
              <a:gd name="connsiteY40025" fmla="*/ 3736499 h 5017219"/>
              <a:gd name="connsiteX40026" fmla="*/ 4825510 w 5799173"/>
              <a:gd name="connsiteY40026" fmla="*/ 3736499 h 5017219"/>
              <a:gd name="connsiteX40027" fmla="*/ 4826756 w 5799173"/>
              <a:gd name="connsiteY40027" fmla="*/ 3737247 h 5017219"/>
              <a:gd name="connsiteX40028" fmla="*/ 4837058 w 5799173"/>
              <a:gd name="connsiteY40028" fmla="*/ 3755109 h 5017219"/>
              <a:gd name="connsiteX40029" fmla="*/ 4837058 w 5799173"/>
              <a:gd name="connsiteY40029" fmla="*/ 3756604 h 5017219"/>
              <a:gd name="connsiteX40030" fmla="*/ 4826756 w 5799173"/>
              <a:gd name="connsiteY40030" fmla="*/ 3774466 h 5017219"/>
              <a:gd name="connsiteX40031" fmla="*/ 4825510 w 5799173"/>
              <a:gd name="connsiteY40031" fmla="*/ 3775214 h 5017219"/>
              <a:gd name="connsiteX40032" fmla="*/ 4865009 w 5799173"/>
              <a:gd name="connsiteY40032" fmla="*/ 3791340 h 5017219"/>
              <a:gd name="connsiteX40033" fmla="*/ 4863763 w 5799173"/>
              <a:gd name="connsiteY40033" fmla="*/ 3790592 h 5017219"/>
              <a:gd name="connsiteX40034" fmla="*/ 4853461 w 5799173"/>
              <a:gd name="connsiteY40034" fmla="*/ 3772730 h 5017219"/>
              <a:gd name="connsiteX40035" fmla="*/ 4853461 w 5799173"/>
              <a:gd name="connsiteY40035" fmla="*/ 3771235 h 5017219"/>
              <a:gd name="connsiteX40036" fmla="*/ 4863763 w 5799173"/>
              <a:gd name="connsiteY40036" fmla="*/ 3753373 h 5017219"/>
              <a:gd name="connsiteX40037" fmla="*/ 4865009 w 5799173"/>
              <a:gd name="connsiteY40037" fmla="*/ 3752625 h 5017219"/>
              <a:gd name="connsiteX40038" fmla="*/ 4885696 w 5799173"/>
              <a:gd name="connsiteY40038" fmla="*/ 3752625 h 5017219"/>
              <a:gd name="connsiteX40039" fmla="*/ 4886942 w 5799173"/>
              <a:gd name="connsiteY40039" fmla="*/ 3753373 h 5017219"/>
              <a:gd name="connsiteX40040" fmla="*/ 4897244 w 5799173"/>
              <a:gd name="connsiteY40040" fmla="*/ 3771236 h 5017219"/>
              <a:gd name="connsiteX40041" fmla="*/ 4897244 w 5799173"/>
              <a:gd name="connsiteY40041" fmla="*/ 3772731 h 5017219"/>
              <a:gd name="connsiteX40042" fmla="*/ 4886942 w 5799173"/>
              <a:gd name="connsiteY40042" fmla="*/ 3790593 h 5017219"/>
              <a:gd name="connsiteX40043" fmla="*/ 4885696 w 5799173"/>
              <a:gd name="connsiteY40043" fmla="*/ 3791341 h 5017219"/>
              <a:gd name="connsiteX40044" fmla="*/ 4985382 w 5799173"/>
              <a:gd name="connsiteY40044" fmla="*/ 3823594 h 5017219"/>
              <a:gd name="connsiteX40045" fmla="*/ 4984136 w 5799173"/>
              <a:gd name="connsiteY40045" fmla="*/ 3822846 h 5017219"/>
              <a:gd name="connsiteX40046" fmla="*/ 4973834 w 5799173"/>
              <a:gd name="connsiteY40046" fmla="*/ 3804984 h 5017219"/>
              <a:gd name="connsiteX40047" fmla="*/ 4973834 w 5799173"/>
              <a:gd name="connsiteY40047" fmla="*/ 3803489 h 5017219"/>
              <a:gd name="connsiteX40048" fmla="*/ 4984136 w 5799173"/>
              <a:gd name="connsiteY40048" fmla="*/ 3785627 h 5017219"/>
              <a:gd name="connsiteX40049" fmla="*/ 4985382 w 5799173"/>
              <a:gd name="connsiteY40049" fmla="*/ 3784879 h 5017219"/>
              <a:gd name="connsiteX40050" fmla="*/ 5006069 w 5799173"/>
              <a:gd name="connsiteY40050" fmla="*/ 3784879 h 5017219"/>
              <a:gd name="connsiteX40051" fmla="*/ 5007315 w 5799173"/>
              <a:gd name="connsiteY40051" fmla="*/ 3785627 h 5017219"/>
              <a:gd name="connsiteX40052" fmla="*/ 5017617 w 5799173"/>
              <a:gd name="connsiteY40052" fmla="*/ 3803489 h 5017219"/>
              <a:gd name="connsiteX40053" fmla="*/ 5017617 w 5799173"/>
              <a:gd name="connsiteY40053" fmla="*/ 3804984 h 5017219"/>
              <a:gd name="connsiteX40054" fmla="*/ 5007315 w 5799173"/>
              <a:gd name="connsiteY40054" fmla="*/ 3822846 h 5017219"/>
              <a:gd name="connsiteX40055" fmla="*/ 5006069 w 5799173"/>
              <a:gd name="connsiteY40055" fmla="*/ 3823594 h 5017219"/>
              <a:gd name="connsiteX40056" fmla="*/ 1795430 w 5799173"/>
              <a:gd name="connsiteY40056" fmla="*/ 2968943 h 5017219"/>
              <a:gd name="connsiteX40057" fmla="*/ 1794184 w 5799173"/>
              <a:gd name="connsiteY40057" fmla="*/ 2968195 h 5017219"/>
              <a:gd name="connsiteX40058" fmla="*/ 1783799 w 5799173"/>
              <a:gd name="connsiteY40058" fmla="*/ 2950250 h 5017219"/>
              <a:gd name="connsiteX40059" fmla="*/ 1783799 w 5799173"/>
              <a:gd name="connsiteY40059" fmla="*/ 2948755 h 5017219"/>
              <a:gd name="connsiteX40060" fmla="*/ 1794184 w 5799173"/>
              <a:gd name="connsiteY40060" fmla="*/ 2930810 h 5017219"/>
              <a:gd name="connsiteX40061" fmla="*/ 1795430 w 5799173"/>
              <a:gd name="connsiteY40061" fmla="*/ 2930062 h 5017219"/>
              <a:gd name="connsiteX40062" fmla="*/ 1816199 w 5799173"/>
              <a:gd name="connsiteY40062" fmla="*/ 2930062 h 5017219"/>
              <a:gd name="connsiteX40063" fmla="*/ 1817446 w 5799173"/>
              <a:gd name="connsiteY40063" fmla="*/ 2930810 h 5017219"/>
              <a:gd name="connsiteX40064" fmla="*/ 1827831 w 5799173"/>
              <a:gd name="connsiteY40064" fmla="*/ 2948755 h 5017219"/>
              <a:gd name="connsiteX40065" fmla="*/ 1827831 w 5799173"/>
              <a:gd name="connsiteY40065" fmla="*/ 2950250 h 5017219"/>
              <a:gd name="connsiteX40066" fmla="*/ 1817446 w 5799173"/>
              <a:gd name="connsiteY40066" fmla="*/ 2968195 h 5017219"/>
              <a:gd name="connsiteX40067" fmla="*/ 1816200 w 5799173"/>
              <a:gd name="connsiteY40067" fmla="*/ 2968943 h 5017219"/>
              <a:gd name="connsiteX40068" fmla="*/ 2457478 w 5799173"/>
              <a:gd name="connsiteY40068" fmla="*/ 3146339 h 5017219"/>
              <a:gd name="connsiteX40069" fmla="*/ 2456232 w 5799173"/>
              <a:gd name="connsiteY40069" fmla="*/ 3145591 h 5017219"/>
              <a:gd name="connsiteX40070" fmla="*/ 2445847 w 5799173"/>
              <a:gd name="connsiteY40070" fmla="*/ 3127646 h 5017219"/>
              <a:gd name="connsiteX40071" fmla="*/ 2445847 w 5799173"/>
              <a:gd name="connsiteY40071" fmla="*/ 3126151 h 5017219"/>
              <a:gd name="connsiteX40072" fmla="*/ 2456232 w 5799173"/>
              <a:gd name="connsiteY40072" fmla="*/ 3108205 h 5017219"/>
              <a:gd name="connsiteX40073" fmla="*/ 2457478 w 5799173"/>
              <a:gd name="connsiteY40073" fmla="*/ 3107458 h 5017219"/>
              <a:gd name="connsiteX40074" fmla="*/ 2478248 w 5799173"/>
              <a:gd name="connsiteY40074" fmla="*/ 3107458 h 5017219"/>
              <a:gd name="connsiteX40075" fmla="*/ 2479494 w 5799173"/>
              <a:gd name="connsiteY40075" fmla="*/ 3108206 h 5017219"/>
              <a:gd name="connsiteX40076" fmla="*/ 2489879 w 5799173"/>
              <a:gd name="connsiteY40076" fmla="*/ 3126151 h 5017219"/>
              <a:gd name="connsiteX40077" fmla="*/ 2489879 w 5799173"/>
              <a:gd name="connsiteY40077" fmla="*/ 3127646 h 5017219"/>
              <a:gd name="connsiteX40078" fmla="*/ 2479494 w 5799173"/>
              <a:gd name="connsiteY40078" fmla="*/ 3145591 h 5017219"/>
              <a:gd name="connsiteX40079" fmla="*/ 2478248 w 5799173"/>
              <a:gd name="connsiteY40079" fmla="*/ 3146339 h 5017219"/>
              <a:gd name="connsiteX40080" fmla="*/ 4022320 w 5799173"/>
              <a:gd name="connsiteY40080" fmla="*/ 3565637 h 5017219"/>
              <a:gd name="connsiteX40081" fmla="*/ 4021075 w 5799173"/>
              <a:gd name="connsiteY40081" fmla="*/ 3564889 h 5017219"/>
              <a:gd name="connsiteX40082" fmla="*/ 4010690 w 5799173"/>
              <a:gd name="connsiteY40082" fmla="*/ 3546944 h 5017219"/>
              <a:gd name="connsiteX40083" fmla="*/ 4010690 w 5799173"/>
              <a:gd name="connsiteY40083" fmla="*/ 3545449 h 5017219"/>
              <a:gd name="connsiteX40084" fmla="*/ 4021075 w 5799173"/>
              <a:gd name="connsiteY40084" fmla="*/ 3527504 h 5017219"/>
              <a:gd name="connsiteX40085" fmla="*/ 4022321 w 5799173"/>
              <a:gd name="connsiteY40085" fmla="*/ 3526756 h 5017219"/>
              <a:gd name="connsiteX40086" fmla="*/ 4043090 w 5799173"/>
              <a:gd name="connsiteY40086" fmla="*/ 3526756 h 5017219"/>
              <a:gd name="connsiteX40087" fmla="*/ 4044337 w 5799173"/>
              <a:gd name="connsiteY40087" fmla="*/ 3527504 h 5017219"/>
              <a:gd name="connsiteX40088" fmla="*/ 4054721 w 5799173"/>
              <a:gd name="connsiteY40088" fmla="*/ 3545449 h 5017219"/>
              <a:gd name="connsiteX40089" fmla="*/ 4054722 w 5799173"/>
              <a:gd name="connsiteY40089" fmla="*/ 3546944 h 5017219"/>
              <a:gd name="connsiteX40090" fmla="*/ 4044337 w 5799173"/>
              <a:gd name="connsiteY40090" fmla="*/ 3564889 h 5017219"/>
              <a:gd name="connsiteX40091" fmla="*/ 4043091 w 5799173"/>
              <a:gd name="connsiteY40091" fmla="*/ 3565637 h 5017219"/>
              <a:gd name="connsiteX40092" fmla="*/ 4624183 w 5799173"/>
              <a:gd name="connsiteY40092" fmla="*/ 3726905 h 5017219"/>
              <a:gd name="connsiteX40093" fmla="*/ 4622937 w 5799173"/>
              <a:gd name="connsiteY40093" fmla="*/ 3726157 h 5017219"/>
              <a:gd name="connsiteX40094" fmla="*/ 4612552 w 5799173"/>
              <a:gd name="connsiteY40094" fmla="*/ 3708212 h 5017219"/>
              <a:gd name="connsiteX40095" fmla="*/ 4612552 w 5799173"/>
              <a:gd name="connsiteY40095" fmla="*/ 3706717 h 5017219"/>
              <a:gd name="connsiteX40096" fmla="*/ 4622937 w 5799173"/>
              <a:gd name="connsiteY40096" fmla="*/ 3688772 h 5017219"/>
              <a:gd name="connsiteX40097" fmla="*/ 4624183 w 5799173"/>
              <a:gd name="connsiteY40097" fmla="*/ 3688024 h 5017219"/>
              <a:gd name="connsiteX40098" fmla="*/ 4644953 w 5799173"/>
              <a:gd name="connsiteY40098" fmla="*/ 3688024 h 5017219"/>
              <a:gd name="connsiteX40099" fmla="*/ 4646199 w 5799173"/>
              <a:gd name="connsiteY40099" fmla="*/ 3688773 h 5017219"/>
              <a:gd name="connsiteX40100" fmla="*/ 4656584 w 5799173"/>
              <a:gd name="connsiteY40100" fmla="*/ 3706718 h 5017219"/>
              <a:gd name="connsiteX40101" fmla="*/ 4656584 w 5799173"/>
              <a:gd name="connsiteY40101" fmla="*/ 3708212 h 5017219"/>
              <a:gd name="connsiteX40102" fmla="*/ 4646199 w 5799173"/>
              <a:gd name="connsiteY40102" fmla="*/ 3726157 h 5017219"/>
              <a:gd name="connsiteX40103" fmla="*/ 4644953 w 5799173"/>
              <a:gd name="connsiteY40103" fmla="*/ 3726905 h 5017219"/>
              <a:gd name="connsiteX40104" fmla="*/ 2036092 w 5799173"/>
              <a:gd name="connsiteY40104" fmla="*/ 3033533 h 5017219"/>
              <a:gd name="connsiteX40105" fmla="*/ 2034846 w 5799173"/>
              <a:gd name="connsiteY40105" fmla="*/ 3032786 h 5017219"/>
              <a:gd name="connsiteX40106" fmla="*/ 2024461 w 5799173"/>
              <a:gd name="connsiteY40106" fmla="*/ 3014757 h 5017219"/>
              <a:gd name="connsiteX40107" fmla="*/ 2024461 w 5799173"/>
              <a:gd name="connsiteY40107" fmla="*/ 3013262 h 5017219"/>
              <a:gd name="connsiteX40108" fmla="*/ 2034929 w 5799173"/>
              <a:gd name="connsiteY40108" fmla="*/ 2995234 h 5017219"/>
              <a:gd name="connsiteX40109" fmla="*/ 2036175 w 5799173"/>
              <a:gd name="connsiteY40109" fmla="*/ 2994486 h 5017219"/>
              <a:gd name="connsiteX40110" fmla="*/ 2057028 w 5799173"/>
              <a:gd name="connsiteY40110" fmla="*/ 2994486 h 5017219"/>
              <a:gd name="connsiteX40111" fmla="*/ 2058274 w 5799173"/>
              <a:gd name="connsiteY40111" fmla="*/ 2995234 h 5017219"/>
              <a:gd name="connsiteX40112" fmla="*/ 2068659 w 5799173"/>
              <a:gd name="connsiteY40112" fmla="*/ 3013262 h 5017219"/>
              <a:gd name="connsiteX40113" fmla="*/ 2068659 w 5799173"/>
              <a:gd name="connsiteY40113" fmla="*/ 3014757 h 5017219"/>
              <a:gd name="connsiteX40114" fmla="*/ 2058191 w 5799173"/>
              <a:gd name="connsiteY40114" fmla="*/ 3032786 h 5017219"/>
              <a:gd name="connsiteX40115" fmla="*/ 2056945 w 5799173"/>
              <a:gd name="connsiteY40115" fmla="*/ 3033533 h 5017219"/>
              <a:gd name="connsiteX40116" fmla="*/ 2577767 w 5799173"/>
              <a:gd name="connsiteY40116" fmla="*/ 3178674 h 5017219"/>
              <a:gd name="connsiteX40117" fmla="*/ 2576521 w 5799173"/>
              <a:gd name="connsiteY40117" fmla="*/ 3177927 h 5017219"/>
              <a:gd name="connsiteX40118" fmla="*/ 2566136 w 5799173"/>
              <a:gd name="connsiteY40118" fmla="*/ 3159898 h 5017219"/>
              <a:gd name="connsiteX40119" fmla="*/ 2566136 w 5799173"/>
              <a:gd name="connsiteY40119" fmla="*/ 3158403 h 5017219"/>
              <a:gd name="connsiteX40120" fmla="*/ 2576604 w 5799173"/>
              <a:gd name="connsiteY40120" fmla="*/ 3140375 h 5017219"/>
              <a:gd name="connsiteX40121" fmla="*/ 2577850 w 5799173"/>
              <a:gd name="connsiteY40121" fmla="*/ 3139627 h 5017219"/>
              <a:gd name="connsiteX40122" fmla="*/ 2598703 w 5799173"/>
              <a:gd name="connsiteY40122" fmla="*/ 3139627 h 5017219"/>
              <a:gd name="connsiteX40123" fmla="*/ 2599949 w 5799173"/>
              <a:gd name="connsiteY40123" fmla="*/ 3140375 h 5017219"/>
              <a:gd name="connsiteX40124" fmla="*/ 2610334 w 5799173"/>
              <a:gd name="connsiteY40124" fmla="*/ 3158403 h 5017219"/>
              <a:gd name="connsiteX40125" fmla="*/ 2610334 w 5799173"/>
              <a:gd name="connsiteY40125" fmla="*/ 3159898 h 5017219"/>
              <a:gd name="connsiteX40126" fmla="*/ 2599866 w 5799173"/>
              <a:gd name="connsiteY40126" fmla="*/ 3177927 h 5017219"/>
              <a:gd name="connsiteX40127" fmla="*/ 2598620 w 5799173"/>
              <a:gd name="connsiteY40127" fmla="*/ 3178674 h 5017219"/>
              <a:gd name="connsiteX40128" fmla="*/ 4383355 w 5799173"/>
              <a:gd name="connsiteY40128" fmla="*/ 3662480 h 5017219"/>
              <a:gd name="connsiteX40129" fmla="*/ 4382109 w 5799173"/>
              <a:gd name="connsiteY40129" fmla="*/ 3661733 h 5017219"/>
              <a:gd name="connsiteX40130" fmla="*/ 4371724 w 5799173"/>
              <a:gd name="connsiteY40130" fmla="*/ 3643704 h 5017219"/>
              <a:gd name="connsiteX40131" fmla="*/ 4371724 w 5799173"/>
              <a:gd name="connsiteY40131" fmla="*/ 3642209 h 5017219"/>
              <a:gd name="connsiteX40132" fmla="*/ 4382192 w 5799173"/>
              <a:gd name="connsiteY40132" fmla="*/ 3624181 h 5017219"/>
              <a:gd name="connsiteX40133" fmla="*/ 4383438 w 5799173"/>
              <a:gd name="connsiteY40133" fmla="*/ 3623433 h 5017219"/>
              <a:gd name="connsiteX40134" fmla="*/ 4404291 w 5799173"/>
              <a:gd name="connsiteY40134" fmla="*/ 3623433 h 5017219"/>
              <a:gd name="connsiteX40135" fmla="*/ 4405537 w 5799173"/>
              <a:gd name="connsiteY40135" fmla="*/ 3624181 h 5017219"/>
              <a:gd name="connsiteX40136" fmla="*/ 4415922 w 5799173"/>
              <a:gd name="connsiteY40136" fmla="*/ 3642209 h 5017219"/>
              <a:gd name="connsiteX40137" fmla="*/ 4415922 w 5799173"/>
              <a:gd name="connsiteY40137" fmla="*/ 3643704 h 5017219"/>
              <a:gd name="connsiteX40138" fmla="*/ 4405454 w 5799173"/>
              <a:gd name="connsiteY40138" fmla="*/ 3661733 h 5017219"/>
              <a:gd name="connsiteX40139" fmla="*/ 4404208 w 5799173"/>
              <a:gd name="connsiteY40139" fmla="*/ 3662480 h 5017219"/>
              <a:gd name="connsiteX40140" fmla="*/ 4443540 w 5799173"/>
              <a:gd name="connsiteY40140" fmla="*/ 3678607 h 5017219"/>
              <a:gd name="connsiteX40141" fmla="*/ 4442295 w 5799173"/>
              <a:gd name="connsiteY40141" fmla="*/ 3677860 h 5017219"/>
              <a:gd name="connsiteX40142" fmla="*/ 4431910 w 5799173"/>
              <a:gd name="connsiteY40142" fmla="*/ 3659831 h 5017219"/>
              <a:gd name="connsiteX40143" fmla="*/ 4431910 w 5799173"/>
              <a:gd name="connsiteY40143" fmla="*/ 3658336 h 5017219"/>
              <a:gd name="connsiteX40144" fmla="*/ 4442378 w 5799173"/>
              <a:gd name="connsiteY40144" fmla="*/ 3640308 h 5017219"/>
              <a:gd name="connsiteX40145" fmla="*/ 4443624 w 5799173"/>
              <a:gd name="connsiteY40145" fmla="*/ 3639560 h 5017219"/>
              <a:gd name="connsiteX40146" fmla="*/ 4464477 w 5799173"/>
              <a:gd name="connsiteY40146" fmla="*/ 3639560 h 5017219"/>
              <a:gd name="connsiteX40147" fmla="*/ 4465723 w 5799173"/>
              <a:gd name="connsiteY40147" fmla="*/ 3640308 h 5017219"/>
              <a:gd name="connsiteX40148" fmla="*/ 4476108 w 5799173"/>
              <a:gd name="connsiteY40148" fmla="*/ 3658336 h 5017219"/>
              <a:gd name="connsiteX40149" fmla="*/ 4476108 w 5799173"/>
              <a:gd name="connsiteY40149" fmla="*/ 3659831 h 5017219"/>
              <a:gd name="connsiteX40150" fmla="*/ 4465640 w 5799173"/>
              <a:gd name="connsiteY40150" fmla="*/ 3677860 h 5017219"/>
              <a:gd name="connsiteX40151" fmla="*/ 4464393 w 5799173"/>
              <a:gd name="connsiteY40151" fmla="*/ 3678607 h 5017219"/>
              <a:gd name="connsiteX40152" fmla="*/ 4503726 w 5799173"/>
              <a:gd name="connsiteY40152" fmla="*/ 3694733 h 5017219"/>
              <a:gd name="connsiteX40153" fmla="*/ 4502481 w 5799173"/>
              <a:gd name="connsiteY40153" fmla="*/ 3693987 h 5017219"/>
              <a:gd name="connsiteX40154" fmla="*/ 4492096 w 5799173"/>
              <a:gd name="connsiteY40154" fmla="*/ 3675958 h 5017219"/>
              <a:gd name="connsiteX40155" fmla="*/ 4492095 w 5799173"/>
              <a:gd name="connsiteY40155" fmla="*/ 3674462 h 5017219"/>
              <a:gd name="connsiteX40156" fmla="*/ 4502564 w 5799173"/>
              <a:gd name="connsiteY40156" fmla="*/ 3656434 h 5017219"/>
              <a:gd name="connsiteX40157" fmla="*/ 4503810 w 5799173"/>
              <a:gd name="connsiteY40157" fmla="*/ 3655687 h 5017219"/>
              <a:gd name="connsiteX40158" fmla="*/ 4524663 w 5799173"/>
              <a:gd name="connsiteY40158" fmla="*/ 3655687 h 5017219"/>
              <a:gd name="connsiteX40159" fmla="*/ 4525909 w 5799173"/>
              <a:gd name="connsiteY40159" fmla="*/ 3656435 h 5017219"/>
              <a:gd name="connsiteX40160" fmla="*/ 4536293 w 5799173"/>
              <a:gd name="connsiteY40160" fmla="*/ 3674462 h 5017219"/>
              <a:gd name="connsiteX40161" fmla="*/ 4536294 w 5799173"/>
              <a:gd name="connsiteY40161" fmla="*/ 3675958 h 5017219"/>
              <a:gd name="connsiteX40162" fmla="*/ 4525826 w 5799173"/>
              <a:gd name="connsiteY40162" fmla="*/ 3693987 h 5017219"/>
              <a:gd name="connsiteX40163" fmla="*/ 4524579 w 5799173"/>
              <a:gd name="connsiteY40163" fmla="*/ 3694734 h 5017219"/>
              <a:gd name="connsiteX40164" fmla="*/ 4563913 w 5799173"/>
              <a:gd name="connsiteY40164" fmla="*/ 3710860 h 5017219"/>
              <a:gd name="connsiteX40165" fmla="*/ 4562667 w 5799173"/>
              <a:gd name="connsiteY40165" fmla="*/ 3710114 h 5017219"/>
              <a:gd name="connsiteX40166" fmla="*/ 4552282 w 5799173"/>
              <a:gd name="connsiteY40166" fmla="*/ 3692085 h 5017219"/>
              <a:gd name="connsiteX40167" fmla="*/ 4552282 w 5799173"/>
              <a:gd name="connsiteY40167" fmla="*/ 3690589 h 5017219"/>
              <a:gd name="connsiteX40168" fmla="*/ 4562750 w 5799173"/>
              <a:gd name="connsiteY40168" fmla="*/ 3672562 h 5017219"/>
              <a:gd name="connsiteX40169" fmla="*/ 4563997 w 5799173"/>
              <a:gd name="connsiteY40169" fmla="*/ 3671814 h 5017219"/>
              <a:gd name="connsiteX40170" fmla="*/ 4584850 w 5799173"/>
              <a:gd name="connsiteY40170" fmla="*/ 3671814 h 5017219"/>
              <a:gd name="connsiteX40171" fmla="*/ 4586095 w 5799173"/>
              <a:gd name="connsiteY40171" fmla="*/ 3672562 h 5017219"/>
              <a:gd name="connsiteX40172" fmla="*/ 4596480 w 5799173"/>
              <a:gd name="connsiteY40172" fmla="*/ 3690589 h 5017219"/>
              <a:gd name="connsiteX40173" fmla="*/ 4596480 w 5799173"/>
              <a:gd name="connsiteY40173" fmla="*/ 3692085 h 5017219"/>
              <a:gd name="connsiteX40174" fmla="*/ 4586012 w 5799173"/>
              <a:gd name="connsiteY40174" fmla="*/ 3710114 h 5017219"/>
              <a:gd name="connsiteX40175" fmla="*/ 4584766 w 5799173"/>
              <a:gd name="connsiteY40175" fmla="*/ 3710861 h 5017219"/>
              <a:gd name="connsiteX40176" fmla="*/ 4684286 w 5799173"/>
              <a:gd name="connsiteY40176" fmla="*/ 3743114 h 5017219"/>
              <a:gd name="connsiteX40177" fmla="*/ 4683040 w 5799173"/>
              <a:gd name="connsiteY40177" fmla="*/ 3742367 h 5017219"/>
              <a:gd name="connsiteX40178" fmla="*/ 4672655 w 5799173"/>
              <a:gd name="connsiteY40178" fmla="*/ 3724338 h 5017219"/>
              <a:gd name="connsiteX40179" fmla="*/ 4672655 w 5799173"/>
              <a:gd name="connsiteY40179" fmla="*/ 3722843 h 5017219"/>
              <a:gd name="connsiteX40180" fmla="*/ 4683123 w 5799173"/>
              <a:gd name="connsiteY40180" fmla="*/ 3704815 h 5017219"/>
              <a:gd name="connsiteX40181" fmla="*/ 4684369 w 5799173"/>
              <a:gd name="connsiteY40181" fmla="*/ 3704067 h 5017219"/>
              <a:gd name="connsiteX40182" fmla="*/ 4705222 w 5799173"/>
              <a:gd name="connsiteY40182" fmla="*/ 3704067 h 5017219"/>
              <a:gd name="connsiteX40183" fmla="*/ 4706468 w 5799173"/>
              <a:gd name="connsiteY40183" fmla="*/ 3704815 h 5017219"/>
              <a:gd name="connsiteX40184" fmla="*/ 4716853 w 5799173"/>
              <a:gd name="connsiteY40184" fmla="*/ 3722843 h 5017219"/>
              <a:gd name="connsiteX40185" fmla="*/ 4716853 w 5799173"/>
              <a:gd name="connsiteY40185" fmla="*/ 3724338 h 5017219"/>
              <a:gd name="connsiteX40186" fmla="*/ 4706385 w 5799173"/>
              <a:gd name="connsiteY40186" fmla="*/ 3742367 h 5017219"/>
              <a:gd name="connsiteX40187" fmla="*/ 4705139 w 5799173"/>
              <a:gd name="connsiteY40187" fmla="*/ 3743114 h 5017219"/>
              <a:gd name="connsiteX40188" fmla="*/ 4744472 w 5799173"/>
              <a:gd name="connsiteY40188" fmla="*/ 3759241 h 5017219"/>
              <a:gd name="connsiteX40189" fmla="*/ 4743226 w 5799173"/>
              <a:gd name="connsiteY40189" fmla="*/ 3758494 h 5017219"/>
              <a:gd name="connsiteX40190" fmla="*/ 4732841 w 5799173"/>
              <a:gd name="connsiteY40190" fmla="*/ 3740465 h 5017219"/>
              <a:gd name="connsiteX40191" fmla="*/ 4732841 w 5799173"/>
              <a:gd name="connsiteY40191" fmla="*/ 3738970 h 5017219"/>
              <a:gd name="connsiteX40192" fmla="*/ 4743309 w 5799173"/>
              <a:gd name="connsiteY40192" fmla="*/ 3720942 h 5017219"/>
              <a:gd name="connsiteX40193" fmla="*/ 4744555 w 5799173"/>
              <a:gd name="connsiteY40193" fmla="*/ 3720194 h 5017219"/>
              <a:gd name="connsiteX40194" fmla="*/ 4765408 w 5799173"/>
              <a:gd name="connsiteY40194" fmla="*/ 3720194 h 5017219"/>
              <a:gd name="connsiteX40195" fmla="*/ 4766654 w 5799173"/>
              <a:gd name="connsiteY40195" fmla="*/ 3720942 h 5017219"/>
              <a:gd name="connsiteX40196" fmla="*/ 4777039 w 5799173"/>
              <a:gd name="connsiteY40196" fmla="*/ 3738970 h 5017219"/>
              <a:gd name="connsiteX40197" fmla="*/ 4777039 w 5799173"/>
              <a:gd name="connsiteY40197" fmla="*/ 3740465 h 5017219"/>
              <a:gd name="connsiteX40198" fmla="*/ 4766571 w 5799173"/>
              <a:gd name="connsiteY40198" fmla="*/ 3758494 h 5017219"/>
              <a:gd name="connsiteX40199" fmla="*/ 4765325 w 5799173"/>
              <a:gd name="connsiteY40199" fmla="*/ 3759241 h 5017219"/>
              <a:gd name="connsiteX40200" fmla="*/ 1915718 w 5799173"/>
              <a:gd name="connsiteY40200" fmla="*/ 3001362 h 5017219"/>
              <a:gd name="connsiteX40201" fmla="*/ 1914472 w 5799173"/>
              <a:gd name="connsiteY40201" fmla="*/ 3000614 h 5017219"/>
              <a:gd name="connsiteX40202" fmla="*/ 1904005 w 5799173"/>
              <a:gd name="connsiteY40202" fmla="*/ 2982503 h 5017219"/>
              <a:gd name="connsiteX40203" fmla="*/ 1904005 w 5799173"/>
              <a:gd name="connsiteY40203" fmla="*/ 2981008 h 5017219"/>
              <a:gd name="connsiteX40204" fmla="*/ 1914472 w 5799173"/>
              <a:gd name="connsiteY40204" fmla="*/ 2962897 h 5017219"/>
              <a:gd name="connsiteX40205" fmla="*/ 1915718 w 5799173"/>
              <a:gd name="connsiteY40205" fmla="*/ 2962149 h 5017219"/>
              <a:gd name="connsiteX40206" fmla="*/ 1936655 w 5799173"/>
              <a:gd name="connsiteY40206" fmla="*/ 2962149 h 5017219"/>
              <a:gd name="connsiteX40207" fmla="*/ 1937901 w 5799173"/>
              <a:gd name="connsiteY40207" fmla="*/ 2962897 h 5017219"/>
              <a:gd name="connsiteX40208" fmla="*/ 1948368 w 5799173"/>
              <a:gd name="connsiteY40208" fmla="*/ 2981008 h 5017219"/>
              <a:gd name="connsiteX40209" fmla="*/ 1948368 w 5799173"/>
              <a:gd name="connsiteY40209" fmla="*/ 2982503 h 5017219"/>
              <a:gd name="connsiteX40210" fmla="*/ 1937901 w 5799173"/>
              <a:gd name="connsiteY40210" fmla="*/ 3000614 h 5017219"/>
              <a:gd name="connsiteX40211" fmla="*/ 1936655 w 5799173"/>
              <a:gd name="connsiteY40211" fmla="*/ 3001362 h 5017219"/>
              <a:gd name="connsiteX40212" fmla="*/ 2096278 w 5799173"/>
              <a:gd name="connsiteY40212" fmla="*/ 3049743 h 5017219"/>
              <a:gd name="connsiteX40213" fmla="*/ 2095032 w 5799173"/>
              <a:gd name="connsiteY40213" fmla="*/ 3048995 h 5017219"/>
              <a:gd name="connsiteX40214" fmla="*/ 2084564 w 5799173"/>
              <a:gd name="connsiteY40214" fmla="*/ 3030884 h 5017219"/>
              <a:gd name="connsiteX40215" fmla="*/ 2084564 w 5799173"/>
              <a:gd name="connsiteY40215" fmla="*/ 3029389 h 5017219"/>
              <a:gd name="connsiteX40216" fmla="*/ 2095032 w 5799173"/>
              <a:gd name="connsiteY40216" fmla="*/ 3011278 h 5017219"/>
              <a:gd name="connsiteX40217" fmla="*/ 2096278 w 5799173"/>
              <a:gd name="connsiteY40217" fmla="*/ 3010530 h 5017219"/>
              <a:gd name="connsiteX40218" fmla="*/ 2117214 w 5799173"/>
              <a:gd name="connsiteY40218" fmla="*/ 3010530 h 5017219"/>
              <a:gd name="connsiteX40219" fmla="*/ 2118460 w 5799173"/>
              <a:gd name="connsiteY40219" fmla="*/ 3011278 h 5017219"/>
              <a:gd name="connsiteX40220" fmla="*/ 2128928 w 5799173"/>
              <a:gd name="connsiteY40220" fmla="*/ 3029389 h 5017219"/>
              <a:gd name="connsiteX40221" fmla="*/ 2128928 w 5799173"/>
              <a:gd name="connsiteY40221" fmla="*/ 3030884 h 5017219"/>
              <a:gd name="connsiteX40222" fmla="*/ 2118460 w 5799173"/>
              <a:gd name="connsiteY40222" fmla="*/ 3048995 h 5017219"/>
              <a:gd name="connsiteX40223" fmla="*/ 2117214 w 5799173"/>
              <a:gd name="connsiteY40223" fmla="*/ 3049743 h 5017219"/>
              <a:gd name="connsiteX40224" fmla="*/ 2216650 w 5799173"/>
              <a:gd name="connsiteY40224" fmla="*/ 3081996 h 5017219"/>
              <a:gd name="connsiteX40225" fmla="*/ 2215404 w 5799173"/>
              <a:gd name="connsiteY40225" fmla="*/ 3081248 h 5017219"/>
              <a:gd name="connsiteX40226" fmla="*/ 2204936 w 5799173"/>
              <a:gd name="connsiteY40226" fmla="*/ 3063137 h 5017219"/>
              <a:gd name="connsiteX40227" fmla="*/ 2204936 w 5799173"/>
              <a:gd name="connsiteY40227" fmla="*/ 3061642 h 5017219"/>
              <a:gd name="connsiteX40228" fmla="*/ 2215404 w 5799173"/>
              <a:gd name="connsiteY40228" fmla="*/ 3043531 h 5017219"/>
              <a:gd name="connsiteX40229" fmla="*/ 2216650 w 5799173"/>
              <a:gd name="connsiteY40229" fmla="*/ 3042783 h 5017219"/>
              <a:gd name="connsiteX40230" fmla="*/ 2237586 w 5799173"/>
              <a:gd name="connsiteY40230" fmla="*/ 3042783 h 5017219"/>
              <a:gd name="connsiteX40231" fmla="*/ 2238832 w 5799173"/>
              <a:gd name="connsiteY40231" fmla="*/ 3043531 h 5017219"/>
              <a:gd name="connsiteX40232" fmla="*/ 2249300 w 5799173"/>
              <a:gd name="connsiteY40232" fmla="*/ 3061642 h 5017219"/>
              <a:gd name="connsiteX40233" fmla="*/ 2249300 w 5799173"/>
              <a:gd name="connsiteY40233" fmla="*/ 3063137 h 5017219"/>
              <a:gd name="connsiteX40234" fmla="*/ 2238832 w 5799173"/>
              <a:gd name="connsiteY40234" fmla="*/ 3081248 h 5017219"/>
              <a:gd name="connsiteX40235" fmla="*/ 2237586 w 5799173"/>
              <a:gd name="connsiteY40235" fmla="*/ 3081996 h 5017219"/>
              <a:gd name="connsiteX40236" fmla="*/ 2337022 w 5799173"/>
              <a:gd name="connsiteY40236" fmla="*/ 3114250 h 5017219"/>
              <a:gd name="connsiteX40237" fmla="*/ 2335776 w 5799173"/>
              <a:gd name="connsiteY40237" fmla="*/ 3113502 h 5017219"/>
              <a:gd name="connsiteX40238" fmla="*/ 2325309 w 5799173"/>
              <a:gd name="connsiteY40238" fmla="*/ 3095391 h 5017219"/>
              <a:gd name="connsiteX40239" fmla="*/ 2325309 w 5799173"/>
              <a:gd name="connsiteY40239" fmla="*/ 3093896 h 5017219"/>
              <a:gd name="connsiteX40240" fmla="*/ 2335776 w 5799173"/>
              <a:gd name="connsiteY40240" fmla="*/ 3075785 h 5017219"/>
              <a:gd name="connsiteX40241" fmla="*/ 2337022 w 5799173"/>
              <a:gd name="connsiteY40241" fmla="*/ 3075037 h 5017219"/>
              <a:gd name="connsiteX40242" fmla="*/ 2357959 w 5799173"/>
              <a:gd name="connsiteY40242" fmla="*/ 3075037 h 5017219"/>
              <a:gd name="connsiteX40243" fmla="*/ 2359205 w 5799173"/>
              <a:gd name="connsiteY40243" fmla="*/ 3075785 h 5017219"/>
              <a:gd name="connsiteX40244" fmla="*/ 2369672 w 5799173"/>
              <a:gd name="connsiteY40244" fmla="*/ 3093896 h 5017219"/>
              <a:gd name="connsiteX40245" fmla="*/ 2369672 w 5799173"/>
              <a:gd name="connsiteY40245" fmla="*/ 3095391 h 5017219"/>
              <a:gd name="connsiteX40246" fmla="*/ 2359205 w 5799173"/>
              <a:gd name="connsiteY40246" fmla="*/ 3113502 h 5017219"/>
              <a:gd name="connsiteX40247" fmla="*/ 2357959 w 5799173"/>
              <a:gd name="connsiteY40247" fmla="*/ 3114250 h 5017219"/>
              <a:gd name="connsiteX40248" fmla="*/ 2397208 w 5799173"/>
              <a:gd name="connsiteY40248" fmla="*/ 3130377 h 5017219"/>
              <a:gd name="connsiteX40249" fmla="*/ 2395962 w 5799173"/>
              <a:gd name="connsiteY40249" fmla="*/ 3129629 h 5017219"/>
              <a:gd name="connsiteX40250" fmla="*/ 2385495 w 5799173"/>
              <a:gd name="connsiteY40250" fmla="*/ 3111518 h 5017219"/>
              <a:gd name="connsiteX40251" fmla="*/ 2385495 w 5799173"/>
              <a:gd name="connsiteY40251" fmla="*/ 3110023 h 5017219"/>
              <a:gd name="connsiteX40252" fmla="*/ 2395962 w 5799173"/>
              <a:gd name="connsiteY40252" fmla="*/ 3091912 h 5017219"/>
              <a:gd name="connsiteX40253" fmla="*/ 2397208 w 5799173"/>
              <a:gd name="connsiteY40253" fmla="*/ 3091164 h 5017219"/>
              <a:gd name="connsiteX40254" fmla="*/ 2418145 w 5799173"/>
              <a:gd name="connsiteY40254" fmla="*/ 3091164 h 5017219"/>
              <a:gd name="connsiteX40255" fmla="*/ 2419391 w 5799173"/>
              <a:gd name="connsiteY40255" fmla="*/ 3091912 h 5017219"/>
              <a:gd name="connsiteX40256" fmla="*/ 2429858 w 5799173"/>
              <a:gd name="connsiteY40256" fmla="*/ 3110023 h 5017219"/>
              <a:gd name="connsiteX40257" fmla="*/ 2429858 w 5799173"/>
              <a:gd name="connsiteY40257" fmla="*/ 3111518 h 5017219"/>
              <a:gd name="connsiteX40258" fmla="*/ 2419391 w 5799173"/>
              <a:gd name="connsiteY40258" fmla="*/ 3129629 h 5017219"/>
              <a:gd name="connsiteX40259" fmla="*/ 2418145 w 5799173"/>
              <a:gd name="connsiteY40259" fmla="*/ 3130377 h 5017219"/>
              <a:gd name="connsiteX40260" fmla="*/ 2517581 w 5799173"/>
              <a:gd name="connsiteY40260" fmla="*/ 3162630 h 5017219"/>
              <a:gd name="connsiteX40261" fmla="*/ 2516335 w 5799173"/>
              <a:gd name="connsiteY40261" fmla="*/ 3161882 h 5017219"/>
              <a:gd name="connsiteX40262" fmla="*/ 2505867 w 5799173"/>
              <a:gd name="connsiteY40262" fmla="*/ 3143772 h 5017219"/>
              <a:gd name="connsiteX40263" fmla="*/ 2505867 w 5799173"/>
              <a:gd name="connsiteY40263" fmla="*/ 3142276 h 5017219"/>
              <a:gd name="connsiteX40264" fmla="*/ 2516335 w 5799173"/>
              <a:gd name="connsiteY40264" fmla="*/ 3124166 h 5017219"/>
              <a:gd name="connsiteX40265" fmla="*/ 2517581 w 5799173"/>
              <a:gd name="connsiteY40265" fmla="*/ 3123418 h 5017219"/>
              <a:gd name="connsiteX40266" fmla="*/ 2538517 w 5799173"/>
              <a:gd name="connsiteY40266" fmla="*/ 3123418 h 5017219"/>
              <a:gd name="connsiteX40267" fmla="*/ 2539763 w 5799173"/>
              <a:gd name="connsiteY40267" fmla="*/ 3124165 h 5017219"/>
              <a:gd name="connsiteX40268" fmla="*/ 2550231 w 5799173"/>
              <a:gd name="connsiteY40268" fmla="*/ 3142276 h 5017219"/>
              <a:gd name="connsiteX40269" fmla="*/ 2550231 w 5799173"/>
              <a:gd name="connsiteY40269" fmla="*/ 3143772 h 5017219"/>
              <a:gd name="connsiteX40270" fmla="*/ 2539763 w 5799173"/>
              <a:gd name="connsiteY40270" fmla="*/ 3161882 h 5017219"/>
              <a:gd name="connsiteX40271" fmla="*/ 2538517 w 5799173"/>
              <a:gd name="connsiteY40271" fmla="*/ 3162630 h 5017219"/>
              <a:gd name="connsiteX40272" fmla="*/ 4262982 w 5799173"/>
              <a:gd name="connsiteY40272" fmla="*/ 3630309 h 5017219"/>
              <a:gd name="connsiteX40273" fmla="*/ 4261736 w 5799173"/>
              <a:gd name="connsiteY40273" fmla="*/ 3629561 h 5017219"/>
              <a:gd name="connsiteX40274" fmla="*/ 4251268 w 5799173"/>
              <a:gd name="connsiteY40274" fmla="*/ 3611450 h 5017219"/>
              <a:gd name="connsiteX40275" fmla="*/ 4251268 w 5799173"/>
              <a:gd name="connsiteY40275" fmla="*/ 3609955 h 5017219"/>
              <a:gd name="connsiteX40276" fmla="*/ 4261736 w 5799173"/>
              <a:gd name="connsiteY40276" fmla="*/ 3591844 h 5017219"/>
              <a:gd name="connsiteX40277" fmla="*/ 4262982 w 5799173"/>
              <a:gd name="connsiteY40277" fmla="*/ 3591096 h 5017219"/>
              <a:gd name="connsiteX40278" fmla="*/ 4283918 w 5799173"/>
              <a:gd name="connsiteY40278" fmla="*/ 3591096 h 5017219"/>
              <a:gd name="connsiteX40279" fmla="*/ 4285164 w 5799173"/>
              <a:gd name="connsiteY40279" fmla="*/ 3591844 h 5017219"/>
              <a:gd name="connsiteX40280" fmla="*/ 4295632 w 5799173"/>
              <a:gd name="connsiteY40280" fmla="*/ 3609955 h 5017219"/>
              <a:gd name="connsiteX40281" fmla="*/ 4295632 w 5799173"/>
              <a:gd name="connsiteY40281" fmla="*/ 3611450 h 5017219"/>
              <a:gd name="connsiteX40282" fmla="*/ 4285164 w 5799173"/>
              <a:gd name="connsiteY40282" fmla="*/ 3629561 h 5017219"/>
              <a:gd name="connsiteX40283" fmla="*/ 4283918 w 5799173"/>
              <a:gd name="connsiteY40283" fmla="*/ 3630309 h 5017219"/>
              <a:gd name="connsiteX40284" fmla="*/ 4323168 w 5799173"/>
              <a:gd name="connsiteY40284" fmla="*/ 3646436 h 5017219"/>
              <a:gd name="connsiteX40285" fmla="*/ 4321922 w 5799173"/>
              <a:gd name="connsiteY40285" fmla="*/ 3645688 h 5017219"/>
              <a:gd name="connsiteX40286" fmla="*/ 4311454 w 5799173"/>
              <a:gd name="connsiteY40286" fmla="*/ 3627577 h 5017219"/>
              <a:gd name="connsiteX40287" fmla="*/ 4311454 w 5799173"/>
              <a:gd name="connsiteY40287" fmla="*/ 3626082 h 5017219"/>
              <a:gd name="connsiteX40288" fmla="*/ 4321922 w 5799173"/>
              <a:gd name="connsiteY40288" fmla="*/ 3607971 h 5017219"/>
              <a:gd name="connsiteX40289" fmla="*/ 4323168 w 5799173"/>
              <a:gd name="connsiteY40289" fmla="*/ 3607223 h 5017219"/>
              <a:gd name="connsiteX40290" fmla="*/ 4344104 w 5799173"/>
              <a:gd name="connsiteY40290" fmla="*/ 3607223 h 5017219"/>
              <a:gd name="connsiteX40291" fmla="*/ 4345350 w 5799173"/>
              <a:gd name="connsiteY40291" fmla="*/ 3607971 h 5017219"/>
              <a:gd name="connsiteX40292" fmla="*/ 4355818 w 5799173"/>
              <a:gd name="connsiteY40292" fmla="*/ 3626082 h 5017219"/>
              <a:gd name="connsiteX40293" fmla="*/ 4355818 w 5799173"/>
              <a:gd name="connsiteY40293" fmla="*/ 3627577 h 5017219"/>
              <a:gd name="connsiteX40294" fmla="*/ 4345350 w 5799173"/>
              <a:gd name="connsiteY40294" fmla="*/ 3645688 h 5017219"/>
              <a:gd name="connsiteX40295" fmla="*/ 4344104 w 5799173"/>
              <a:gd name="connsiteY40295" fmla="*/ 3646436 h 5017219"/>
              <a:gd name="connsiteX40296" fmla="*/ 4925031 w 5799173"/>
              <a:gd name="connsiteY40296" fmla="*/ 3807705 h 5017219"/>
              <a:gd name="connsiteX40297" fmla="*/ 4923784 w 5799173"/>
              <a:gd name="connsiteY40297" fmla="*/ 3806957 h 5017219"/>
              <a:gd name="connsiteX40298" fmla="*/ 4913316 w 5799173"/>
              <a:gd name="connsiteY40298" fmla="*/ 3788846 h 5017219"/>
              <a:gd name="connsiteX40299" fmla="*/ 4913316 w 5799173"/>
              <a:gd name="connsiteY40299" fmla="*/ 3787350 h 5017219"/>
              <a:gd name="connsiteX40300" fmla="*/ 4923785 w 5799173"/>
              <a:gd name="connsiteY40300" fmla="*/ 3769240 h 5017219"/>
              <a:gd name="connsiteX40301" fmla="*/ 4925031 w 5799173"/>
              <a:gd name="connsiteY40301" fmla="*/ 3768492 h 5017219"/>
              <a:gd name="connsiteX40302" fmla="*/ 4945966 w 5799173"/>
              <a:gd name="connsiteY40302" fmla="*/ 3768492 h 5017219"/>
              <a:gd name="connsiteX40303" fmla="*/ 4947213 w 5799173"/>
              <a:gd name="connsiteY40303" fmla="*/ 3769240 h 5017219"/>
              <a:gd name="connsiteX40304" fmla="*/ 4957681 w 5799173"/>
              <a:gd name="connsiteY40304" fmla="*/ 3787351 h 5017219"/>
              <a:gd name="connsiteX40305" fmla="*/ 4957681 w 5799173"/>
              <a:gd name="connsiteY40305" fmla="*/ 3788846 h 5017219"/>
              <a:gd name="connsiteX40306" fmla="*/ 4947212 w 5799173"/>
              <a:gd name="connsiteY40306" fmla="*/ 3806956 h 5017219"/>
              <a:gd name="connsiteX40307" fmla="*/ 4945966 w 5799173"/>
              <a:gd name="connsiteY40307" fmla="*/ 3807704 h 5017219"/>
              <a:gd name="connsiteX40308" fmla="*/ 1975845 w 5799173"/>
              <a:gd name="connsiteY40308" fmla="*/ 3017565 h 5017219"/>
              <a:gd name="connsiteX40309" fmla="*/ 1974599 w 5799173"/>
              <a:gd name="connsiteY40309" fmla="*/ 3016817 h 5017219"/>
              <a:gd name="connsiteX40310" fmla="*/ 1964048 w 5799173"/>
              <a:gd name="connsiteY40310" fmla="*/ 2998540 h 5017219"/>
              <a:gd name="connsiteX40311" fmla="*/ 1964048 w 5799173"/>
              <a:gd name="connsiteY40311" fmla="*/ 2997044 h 5017219"/>
              <a:gd name="connsiteX40312" fmla="*/ 1974599 w 5799173"/>
              <a:gd name="connsiteY40312" fmla="*/ 2978767 h 5017219"/>
              <a:gd name="connsiteX40313" fmla="*/ 1975845 w 5799173"/>
              <a:gd name="connsiteY40313" fmla="*/ 2978019 h 5017219"/>
              <a:gd name="connsiteX40314" fmla="*/ 1996864 w 5799173"/>
              <a:gd name="connsiteY40314" fmla="*/ 2978019 h 5017219"/>
              <a:gd name="connsiteX40315" fmla="*/ 1998110 w 5799173"/>
              <a:gd name="connsiteY40315" fmla="*/ 2978767 h 5017219"/>
              <a:gd name="connsiteX40316" fmla="*/ 2008662 w 5799173"/>
              <a:gd name="connsiteY40316" fmla="*/ 2997044 h 5017219"/>
              <a:gd name="connsiteX40317" fmla="*/ 2008662 w 5799173"/>
              <a:gd name="connsiteY40317" fmla="*/ 2998540 h 5017219"/>
              <a:gd name="connsiteX40318" fmla="*/ 1998110 w 5799173"/>
              <a:gd name="connsiteY40318" fmla="*/ 3016817 h 5017219"/>
              <a:gd name="connsiteX40319" fmla="*/ 1996864 w 5799173"/>
              <a:gd name="connsiteY40319" fmla="*/ 3017565 h 5017219"/>
              <a:gd name="connsiteX40320" fmla="*/ 2156404 w 5799173"/>
              <a:gd name="connsiteY40320" fmla="*/ 3065946 h 5017219"/>
              <a:gd name="connsiteX40321" fmla="*/ 2155158 w 5799173"/>
              <a:gd name="connsiteY40321" fmla="*/ 3065197 h 5017219"/>
              <a:gd name="connsiteX40322" fmla="*/ 2144607 w 5799173"/>
              <a:gd name="connsiteY40322" fmla="*/ 3046920 h 5017219"/>
              <a:gd name="connsiteX40323" fmla="*/ 2144607 w 5799173"/>
              <a:gd name="connsiteY40323" fmla="*/ 3045424 h 5017219"/>
              <a:gd name="connsiteX40324" fmla="*/ 2155158 w 5799173"/>
              <a:gd name="connsiteY40324" fmla="*/ 3027147 h 5017219"/>
              <a:gd name="connsiteX40325" fmla="*/ 2156404 w 5799173"/>
              <a:gd name="connsiteY40325" fmla="*/ 3026399 h 5017219"/>
              <a:gd name="connsiteX40326" fmla="*/ 2177423 w 5799173"/>
              <a:gd name="connsiteY40326" fmla="*/ 3026400 h 5017219"/>
              <a:gd name="connsiteX40327" fmla="*/ 2178669 w 5799173"/>
              <a:gd name="connsiteY40327" fmla="*/ 3027148 h 5017219"/>
              <a:gd name="connsiteX40328" fmla="*/ 2189220 w 5799173"/>
              <a:gd name="connsiteY40328" fmla="*/ 3045424 h 5017219"/>
              <a:gd name="connsiteX40329" fmla="*/ 2189220 w 5799173"/>
              <a:gd name="connsiteY40329" fmla="*/ 3046921 h 5017219"/>
              <a:gd name="connsiteX40330" fmla="*/ 2178669 w 5799173"/>
              <a:gd name="connsiteY40330" fmla="*/ 3065198 h 5017219"/>
              <a:gd name="connsiteX40331" fmla="*/ 2177423 w 5799173"/>
              <a:gd name="connsiteY40331" fmla="*/ 3065946 h 5017219"/>
              <a:gd name="connsiteX40332" fmla="*/ 2276777 w 5799173"/>
              <a:gd name="connsiteY40332" fmla="*/ 3098199 h 5017219"/>
              <a:gd name="connsiteX40333" fmla="*/ 2275530 w 5799173"/>
              <a:gd name="connsiteY40333" fmla="*/ 3097451 h 5017219"/>
              <a:gd name="connsiteX40334" fmla="*/ 2264980 w 5799173"/>
              <a:gd name="connsiteY40334" fmla="*/ 3079174 h 5017219"/>
              <a:gd name="connsiteX40335" fmla="*/ 2264979 w 5799173"/>
              <a:gd name="connsiteY40335" fmla="*/ 3077678 h 5017219"/>
              <a:gd name="connsiteX40336" fmla="*/ 2275530 w 5799173"/>
              <a:gd name="connsiteY40336" fmla="*/ 3059401 h 5017219"/>
              <a:gd name="connsiteX40337" fmla="*/ 2276776 w 5799173"/>
              <a:gd name="connsiteY40337" fmla="*/ 3058653 h 5017219"/>
              <a:gd name="connsiteX40338" fmla="*/ 2297796 w 5799173"/>
              <a:gd name="connsiteY40338" fmla="*/ 3058653 h 5017219"/>
              <a:gd name="connsiteX40339" fmla="*/ 2299042 w 5799173"/>
              <a:gd name="connsiteY40339" fmla="*/ 3059401 h 5017219"/>
              <a:gd name="connsiteX40340" fmla="*/ 2309593 w 5799173"/>
              <a:gd name="connsiteY40340" fmla="*/ 3077678 h 5017219"/>
              <a:gd name="connsiteX40341" fmla="*/ 2309592 w 5799173"/>
              <a:gd name="connsiteY40341" fmla="*/ 3079174 h 5017219"/>
              <a:gd name="connsiteX40342" fmla="*/ 2299041 w 5799173"/>
              <a:gd name="connsiteY40342" fmla="*/ 3097451 h 5017219"/>
              <a:gd name="connsiteX40343" fmla="*/ 2297795 w 5799173"/>
              <a:gd name="connsiteY40343" fmla="*/ 3098199 h 5017219"/>
              <a:gd name="connsiteX40344" fmla="*/ 5045318 w 5799173"/>
              <a:gd name="connsiteY40344" fmla="*/ 3840219 h 5017219"/>
              <a:gd name="connsiteX40345" fmla="*/ 5043989 w 5799173"/>
              <a:gd name="connsiteY40345" fmla="*/ 3839471 h 5017219"/>
              <a:gd name="connsiteX40346" fmla="*/ 5033439 w 5799173"/>
              <a:gd name="connsiteY40346" fmla="*/ 3821111 h 5017219"/>
              <a:gd name="connsiteX40347" fmla="*/ 5033439 w 5799173"/>
              <a:gd name="connsiteY40347" fmla="*/ 3819615 h 5017219"/>
              <a:gd name="connsiteX40348" fmla="*/ 5043990 w 5799173"/>
              <a:gd name="connsiteY40348" fmla="*/ 3801255 h 5017219"/>
              <a:gd name="connsiteX40349" fmla="*/ 5045319 w 5799173"/>
              <a:gd name="connsiteY40349" fmla="*/ 3800507 h 5017219"/>
              <a:gd name="connsiteX40350" fmla="*/ 5066505 w 5799173"/>
              <a:gd name="connsiteY40350" fmla="*/ 3800507 h 5017219"/>
              <a:gd name="connsiteX40351" fmla="*/ 5067834 w 5799173"/>
              <a:gd name="connsiteY40351" fmla="*/ 3801255 h 5017219"/>
              <a:gd name="connsiteX40352" fmla="*/ 5078385 w 5799173"/>
              <a:gd name="connsiteY40352" fmla="*/ 3819615 h 5017219"/>
              <a:gd name="connsiteX40353" fmla="*/ 5078385 w 5799173"/>
              <a:gd name="connsiteY40353" fmla="*/ 3821111 h 5017219"/>
              <a:gd name="connsiteX40354" fmla="*/ 5067834 w 5799173"/>
              <a:gd name="connsiteY40354" fmla="*/ 3839471 h 5017219"/>
              <a:gd name="connsiteX40355" fmla="*/ 5066505 w 5799173"/>
              <a:gd name="connsiteY40355" fmla="*/ 3840219 h 5017219"/>
              <a:gd name="connsiteX40356" fmla="*/ 1855367 w 5799173"/>
              <a:gd name="connsiteY40356" fmla="*/ 2985568 h 5017219"/>
              <a:gd name="connsiteX40357" fmla="*/ 1854038 w 5799173"/>
              <a:gd name="connsiteY40357" fmla="*/ 2984820 h 5017219"/>
              <a:gd name="connsiteX40358" fmla="*/ 1843403 w 5799173"/>
              <a:gd name="connsiteY40358" fmla="*/ 2966377 h 5017219"/>
              <a:gd name="connsiteX40359" fmla="*/ 1843404 w 5799173"/>
              <a:gd name="connsiteY40359" fmla="*/ 2964881 h 5017219"/>
              <a:gd name="connsiteX40360" fmla="*/ 1854038 w 5799173"/>
              <a:gd name="connsiteY40360" fmla="*/ 2946438 h 5017219"/>
              <a:gd name="connsiteX40361" fmla="*/ 1855367 w 5799173"/>
              <a:gd name="connsiteY40361" fmla="*/ 2945690 h 5017219"/>
              <a:gd name="connsiteX40362" fmla="*/ 1876636 w 5799173"/>
              <a:gd name="connsiteY40362" fmla="*/ 2945690 h 5017219"/>
              <a:gd name="connsiteX40363" fmla="*/ 1877965 w 5799173"/>
              <a:gd name="connsiteY40363" fmla="*/ 2946438 h 5017219"/>
              <a:gd name="connsiteX40364" fmla="*/ 1888599 w 5799173"/>
              <a:gd name="connsiteY40364" fmla="*/ 2964881 h 5017219"/>
              <a:gd name="connsiteX40365" fmla="*/ 1888598 w 5799173"/>
              <a:gd name="connsiteY40365" fmla="*/ 2966377 h 5017219"/>
              <a:gd name="connsiteX40366" fmla="*/ 1877965 w 5799173"/>
              <a:gd name="connsiteY40366" fmla="*/ 2984820 h 5017219"/>
              <a:gd name="connsiteX40367" fmla="*/ 1876636 w 5799173"/>
              <a:gd name="connsiteY40367" fmla="*/ 2985568 h 5017219"/>
              <a:gd name="connsiteX40368" fmla="*/ 5105424 w 5799173"/>
              <a:gd name="connsiteY40368" fmla="*/ 3856418 h 5017219"/>
              <a:gd name="connsiteX40369" fmla="*/ 5104095 w 5799173"/>
              <a:gd name="connsiteY40369" fmla="*/ 3855670 h 5017219"/>
              <a:gd name="connsiteX40370" fmla="*/ 5093461 w 5799173"/>
              <a:gd name="connsiteY40370" fmla="*/ 3837227 h 5017219"/>
              <a:gd name="connsiteX40371" fmla="*/ 5093461 w 5799173"/>
              <a:gd name="connsiteY40371" fmla="*/ 3835731 h 5017219"/>
              <a:gd name="connsiteX40372" fmla="*/ 5104095 w 5799173"/>
              <a:gd name="connsiteY40372" fmla="*/ 3817288 h 5017219"/>
              <a:gd name="connsiteX40373" fmla="*/ 5105424 w 5799173"/>
              <a:gd name="connsiteY40373" fmla="*/ 3816540 h 5017219"/>
              <a:gd name="connsiteX40374" fmla="*/ 5126693 w 5799173"/>
              <a:gd name="connsiteY40374" fmla="*/ 3816540 h 5017219"/>
              <a:gd name="connsiteX40375" fmla="*/ 5128022 w 5799173"/>
              <a:gd name="connsiteY40375" fmla="*/ 3817289 h 5017219"/>
              <a:gd name="connsiteX40376" fmla="*/ 5138656 w 5799173"/>
              <a:gd name="connsiteY40376" fmla="*/ 3835731 h 5017219"/>
              <a:gd name="connsiteX40377" fmla="*/ 5138656 w 5799173"/>
              <a:gd name="connsiteY40377" fmla="*/ 3837227 h 5017219"/>
              <a:gd name="connsiteX40378" fmla="*/ 5128022 w 5799173"/>
              <a:gd name="connsiteY40378" fmla="*/ 3855670 h 5017219"/>
              <a:gd name="connsiteX40379" fmla="*/ 5126693 w 5799173"/>
              <a:gd name="connsiteY40379" fmla="*/ 3856418 h 5017219"/>
              <a:gd name="connsiteX40380" fmla="*/ 2637620 w 5799173"/>
              <a:gd name="connsiteY40380" fmla="*/ 3195561 h 5017219"/>
              <a:gd name="connsiteX40381" fmla="*/ 2636291 w 5799173"/>
              <a:gd name="connsiteY40381" fmla="*/ 3194813 h 5017219"/>
              <a:gd name="connsiteX40382" fmla="*/ 2625491 w 5799173"/>
              <a:gd name="connsiteY40382" fmla="*/ 3176037 h 5017219"/>
              <a:gd name="connsiteX40383" fmla="*/ 2625491 w 5799173"/>
              <a:gd name="connsiteY40383" fmla="*/ 3174542 h 5017219"/>
              <a:gd name="connsiteX40384" fmla="*/ 2636291 w 5799173"/>
              <a:gd name="connsiteY40384" fmla="*/ 3155766 h 5017219"/>
              <a:gd name="connsiteX40385" fmla="*/ 2637620 w 5799173"/>
              <a:gd name="connsiteY40385" fmla="*/ 3155018 h 5017219"/>
              <a:gd name="connsiteX40386" fmla="*/ 2659304 w 5799173"/>
              <a:gd name="connsiteY40386" fmla="*/ 3155018 h 5017219"/>
              <a:gd name="connsiteX40387" fmla="*/ 2660633 w 5799173"/>
              <a:gd name="connsiteY40387" fmla="*/ 3155766 h 5017219"/>
              <a:gd name="connsiteX40388" fmla="*/ 2671434 w 5799173"/>
              <a:gd name="connsiteY40388" fmla="*/ 3174542 h 5017219"/>
              <a:gd name="connsiteX40389" fmla="*/ 2671434 w 5799173"/>
              <a:gd name="connsiteY40389" fmla="*/ 3176037 h 5017219"/>
              <a:gd name="connsiteX40390" fmla="*/ 2660633 w 5799173"/>
              <a:gd name="connsiteY40390" fmla="*/ 3194813 h 5017219"/>
              <a:gd name="connsiteX40391" fmla="*/ 2659304 w 5799173"/>
              <a:gd name="connsiteY40391" fmla="*/ 3195561 h 5017219"/>
              <a:gd name="connsiteX40392" fmla="*/ 99729 w 5799173"/>
              <a:gd name="connsiteY40392" fmla="*/ 2562978 h 5017219"/>
              <a:gd name="connsiteX40393" fmla="*/ 98900 w 5799173"/>
              <a:gd name="connsiteY40393" fmla="*/ 2562480 h 5017219"/>
              <a:gd name="connsiteX40394" fmla="*/ 92004 w 5799173"/>
              <a:gd name="connsiteY40394" fmla="*/ 2550600 h 5017219"/>
              <a:gd name="connsiteX40395" fmla="*/ 92004 w 5799173"/>
              <a:gd name="connsiteY40395" fmla="*/ 2549603 h 5017219"/>
              <a:gd name="connsiteX40396" fmla="*/ 98900 w 5799173"/>
              <a:gd name="connsiteY40396" fmla="*/ 2537722 h 5017219"/>
              <a:gd name="connsiteX40397" fmla="*/ 99730 w 5799173"/>
              <a:gd name="connsiteY40397" fmla="*/ 2537224 h 5017219"/>
              <a:gd name="connsiteX40398" fmla="*/ 113438 w 5799173"/>
              <a:gd name="connsiteY40398" fmla="*/ 2537224 h 5017219"/>
              <a:gd name="connsiteX40399" fmla="*/ 114268 w 5799173"/>
              <a:gd name="connsiteY40399" fmla="*/ 2537722 h 5017219"/>
              <a:gd name="connsiteX40400" fmla="*/ 121164 w 5799173"/>
              <a:gd name="connsiteY40400" fmla="*/ 2549603 h 5017219"/>
              <a:gd name="connsiteX40401" fmla="*/ 121164 w 5799173"/>
              <a:gd name="connsiteY40401" fmla="*/ 2550600 h 5017219"/>
              <a:gd name="connsiteX40402" fmla="*/ 114268 w 5799173"/>
              <a:gd name="connsiteY40402" fmla="*/ 2562480 h 5017219"/>
              <a:gd name="connsiteX40403" fmla="*/ 113437 w 5799173"/>
              <a:gd name="connsiteY40403" fmla="*/ 2562978 h 5017219"/>
              <a:gd name="connsiteX40404" fmla="*/ 158773 w 5799173"/>
              <a:gd name="connsiteY40404" fmla="*/ 2581268 h 5017219"/>
              <a:gd name="connsiteX40405" fmla="*/ 157776 w 5799173"/>
              <a:gd name="connsiteY40405" fmla="*/ 2580686 h 5017219"/>
              <a:gd name="connsiteX40406" fmla="*/ 149718 w 5799173"/>
              <a:gd name="connsiteY40406" fmla="*/ 2566729 h 5017219"/>
              <a:gd name="connsiteX40407" fmla="*/ 149718 w 5799173"/>
              <a:gd name="connsiteY40407" fmla="*/ 2565566 h 5017219"/>
              <a:gd name="connsiteX40408" fmla="*/ 157775 w 5799173"/>
              <a:gd name="connsiteY40408" fmla="*/ 2551609 h 5017219"/>
              <a:gd name="connsiteX40409" fmla="*/ 158773 w 5799173"/>
              <a:gd name="connsiteY40409" fmla="*/ 2551027 h 5017219"/>
              <a:gd name="connsiteX40410" fmla="*/ 174807 w 5799173"/>
              <a:gd name="connsiteY40410" fmla="*/ 2551027 h 5017219"/>
              <a:gd name="connsiteX40411" fmla="*/ 175805 w 5799173"/>
              <a:gd name="connsiteY40411" fmla="*/ 2551609 h 5017219"/>
              <a:gd name="connsiteX40412" fmla="*/ 183863 w 5799173"/>
              <a:gd name="connsiteY40412" fmla="*/ 2565566 h 5017219"/>
              <a:gd name="connsiteX40413" fmla="*/ 183863 w 5799173"/>
              <a:gd name="connsiteY40413" fmla="*/ 2566729 h 5017219"/>
              <a:gd name="connsiteX40414" fmla="*/ 175805 w 5799173"/>
              <a:gd name="connsiteY40414" fmla="*/ 2580686 h 5017219"/>
              <a:gd name="connsiteX40415" fmla="*/ 174806 w 5799173"/>
              <a:gd name="connsiteY40415" fmla="*/ 2581268 h 5017219"/>
              <a:gd name="connsiteX40416" fmla="*/ 218772 w 5799173"/>
              <a:gd name="connsiteY40416" fmla="*/ 2597818 h 5017219"/>
              <a:gd name="connsiteX40417" fmla="*/ 217775 w 5799173"/>
              <a:gd name="connsiteY40417" fmla="*/ 2597237 h 5017219"/>
              <a:gd name="connsiteX40418" fmla="*/ 209550 w 5799173"/>
              <a:gd name="connsiteY40418" fmla="*/ 2582947 h 5017219"/>
              <a:gd name="connsiteX40419" fmla="*/ 209550 w 5799173"/>
              <a:gd name="connsiteY40419" fmla="*/ 2581784 h 5017219"/>
              <a:gd name="connsiteX40420" fmla="*/ 217775 w 5799173"/>
              <a:gd name="connsiteY40420" fmla="*/ 2567494 h 5017219"/>
              <a:gd name="connsiteX40421" fmla="*/ 218772 w 5799173"/>
              <a:gd name="connsiteY40421" fmla="*/ 2566913 h 5017219"/>
              <a:gd name="connsiteX40422" fmla="*/ 235220 w 5799173"/>
              <a:gd name="connsiteY40422" fmla="*/ 2566913 h 5017219"/>
              <a:gd name="connsiteX40423" fmla="*/ 236218 w 5799173"/>
              <a:gd name="connsiteY40423" fmla="*/ 2567494 h 5017219"/>
              <a:gd name="connsiteX40424" fmla="*/ 244443 w 5799173"/>
              <a:gd name="connsiteY40424" fmla="*/ 2581784 h 5017219"/>
              <a:gd name="connsiteX40425" fmla="*/ 244443 w 5799173"/>
              <a:gd name="connsiteY40425" fmla="*/ 2582947 h 5017219"/>
              <a:gd name="connsiteX40426" fmla="*/ 236218 w 5799173"/>
              <a:gd name="connsiteY40426" fmla="*/ 2597237 h 5017219"/>
              <a:gd name="connsiteX40427" fmla="*/ 235221 w 5799173"/>
              <a:gd name="connsiteY40427" fmla="*/ 2597818 h 5017219"/>
              <a:gd name="connsiteX40428" fmla="*/ 2987255 w 5799173"/>
              <a:gd name="connsiteY40428" fmla="*/ 3339737 h 5017219"/>
              <a:gd name="connsiteX40429" fmla="*/ 2986258 w 5799173"/>
              <a:gd name="connsiteY40429" fmla="*/ 3339155 h 5017219"/>
              <a:gd name="connsiteX40430" fmla="*/ 2977950 w 5799173"/>
              <a:gd name="connsiteY40430" fmla="*/ 3324782 h 5017219"/>
              <a:gd name="connsiteX40431" fmla="*/ 2977950 w 5799173"/>
              <a:gd name="connsiteY40431" fmla="*/ 3323619 h 5017219"/>
              <a:gd name="connsiteX40432" fmla="*/ 2986258 w 5799173"/>
              <a:gd name="connsiteY40432" fmla="*/ 3309247 h 5017219"/>
              <a:gd name="connsiteX40433" fmla="*/ 2987255 w 5799173"/>
              <a:gd name="connsiteY40433" fmla="*/ 3308665 h 5017219"/>
              <a:gd name="connsiteX40434" fmla="*/ 3003870 w 5799173"/>
              <a:gd name="connsiteY40434" fmla="*/ 3308665 h 5017219"/>
              <a:gd name="connsiteX40435" fmla="*/ 3004867 w 5799173"/>
              <a:gd name="connsiteY40435" fmla="*/ 3309247 h 5017219"/>
              <a:gd name="connsiteX40436" fmla="*/ 3013175 w 5799173"/>
              <a:gd name="connsiteY40436" fmla="*/ 3323619 h 5017219"/>
              <a:gd name="connsiteX40437" fmla="*/ 3013175 w 5799173"/>
              <a:gd name="connsiteY40437" fmla="*/ 3324782 h 5017219"/>
              <a:gd name="connsiteX40438" fmla="*/ 3004867 w 5799173"/>
              <a:gd name="connsiteY40438" fmla="*/ 3339155 h 5017219"/>
              <a:gd name="connsiteX40439" fmla="*/ 3003870 w 5799173"/>
              <a:gd name="connsiteY40439" fmla="*/ 3339737 h 5017219"/>
              <a:gd name="connsiteX40440" fmla="*/ 339058 w 5799173"/>
              <a:gd name="connsiteY40440" fmla="*/ 2630249 h 5017219"/>
              <a:gd name="connsiteX40441" fmla="*/ 338062 w 5799173"/>
              <a:gd name="connsiteY40441" fmla="*/ 2629667 h 5017219"/>
              <a:gd name="connsiteX40442" fmla="*/ 329754 w 5799173"/>
              <a:gd name="connsiteY40442" fmla="*/ 2615212 h 5017219"/>
              <a:gd name="connsiteX40443" fmla="*/ 329754 w 5799173"/>
              <a:gd name="connsiteY40443" fmla="*/ 2614048 h 5017219"/>
              <a:gd name="connsiteX40444" fmla="*/ 338062 w 5799173"/>
              <a:gd name="connsiteY40444" fmla="*/ 2599593 h 5017219"/>
              <a:gd name="connsiteX40445" fmla="*/ 339058 w 5799173"/>
              <a:gd name="connsiteY40445" fmla="*/ 2599011 h 5017219"/>
              <a:gd name="connsiteX40446" fmla="*/ 355757 w 5799173"/>
              <a:gd name="connsiteY40446" fmla="*/ 2599011 h 5017219"/>
              <a:gd name="connsiteX40447" fmla="*/ 356754 w 5799173"/>
              <a:gd name="connsiteY40447" fmla="*/ 2599594 h 5017219"/>
              <a:gd name="connsiteX40448" fmla="*/ 365062 w 5799173"/>
              <a:gd name="connsiteY40448" fmla="*/ 2614048 h 5017219"/>
              <a:gd name="connsiteX40449" fmla="*/ 365062 w 5799173"/>
              <a:gd name="connsiteY40449" fmla="*/ 2615212 h 5017219"/>
              <a:gd name="connsiteX40450" fmla="*/ 356754 w 5799173"/>
              <a:gd name="connsiteY40450" fmla="*/ 2629668 h 5017219"/>
              <a:gd name="connsiteX40451" fmla="*/ 355757 w 5799173"/>
              <a:gd name="connsiteY40451" fmla="*/ 2630250 h 5017219"/>
              <a:gd name="connsiteX40452" fmla="*/ 278710 w 5799173"/>
              <a:gd name="connsiteY40452" fmla="*/ 2614267 h 5017219"/>
              <a:gd name="connsiteX40453" fmla="*/ 277713 w 5799173"/>
              <a:gd name="connsiteY40453" fmla="*/ 2613685 h 5017219"/>
              <a:gd name="connsiteX40454" fmla="*/ 269239 w 5799173"/>
              <a:gd name="connsiteY40454" fmla="*/ 2599064 h 5017219"/>
              <a:gd name="connsiteX40455" fmla="*/ 269239 w 5799173"/>
              <a:gd name="connsiteY40455" fmla="*/ 2597900 h 5017219"/>
              <a:gd name="connsiteX40456" fmla="*/ 277713 w 5799173"/>
              <a:gd name="connsiteY40456" fmla="*/ 2583279 h 5017219"/>
              <a:gd name="connsiteX40457" fmla="*/ 278710 w 5799173"/>
              <a:gd name="connsiteY40457" fmla="*/ 2582697 h 5017219"/>
              <a:gd name="connsiteX40458" fmla="*/ 295575 w 5799173"/>
              <a:gd name="connsiteY40458" fmla="*/ 2582697 h 5017219"/>
              <a:gd name="connsiteX40459" fmla="*/ 296572 w 5799173"/>
              <a:gd name="connsiteY40459" fmla="*/ 2583279 h 5017219"/>
              <a:gd name="connsiteX40460" fmla="*/ 305046 w 5799173"/>
              <a:gd name="connsiteY40460" fmla="*/ 2597900 h 5017219"/>
              <a:gd name="connsiteX40461" fmla="*/ 305046 w 5799173"/>
              <a:gd name="connsiteY40461" fmla="*/ 2599064 h 5017219"/>
              <a:gd name="connsiteX40462" fmla="*/ 296572 w 5799173"/>
              <a:gd name="connsiteY40462" fmla="*/ 2613685 h 5017219"/>
              <a:gd name="connsiteX40463" fmla="*/ 295575 w 5799173"/>
              <a:gd name="connsiteY40463" fmla="*/ 2614267 h 5017219"/>
              <a:gd name="connsiteX40464" fmla="*/ 398904 w 5799173"/>
              <a:gd name="connsiteY40464" fmla="*/ 2646945 h 5017219"/>
              <a:gd name="connsiteX40465" fmla="*/ 397824 w 5799173"/>
              <a:gd name="connsiteY40465" fmla="*/ 2646363 h 5017219"/>
              <a:gd name="connsiteX40466" fmla="*/ 389184 w 5799173"/>
              <a:gd name="connsiteY40466" fmla="*/ 2631409 h 5017219"/>
              <a:gd name="connsiteX40467" fmla="*/ 389183 w 5799173"/>
              <a:gd name="connsiteY40467" fmla="*/ 2630163 h 5017219"/>
              <a:gd name="connsiteX40468" fmla="*/ 397824 w 5799173"/>
              <a:gd name="connsiteY40468" fmla="*/ 2615209 h 5017219"/>
              <a:gd name="connsiteX40469" fmla="*/ 398903 w 5799173"/>
              <a:gd name="connsiteY40469" fmla="*/ 2614627 h 5017219"/>
              <a:gd name="connsiteX40470" fmla="*/ 416183 w 5799173"/>
              <a:gd name="connsiteY40470" fmla="*/ 2614627 h 5017219"/>
              <a:gd name="connsiteX40471" fmla="*/ 417263 w 5799173"/>
              <a:gd name="connsiteY40471" fmla="*/ 2615209 h 5017219"/>
              <a:gd name="connsiteX40472" fmla="*/ 425904 w 5799173"/>
              <a:gd name="connsiteY40472" fmla="*/ 2630163 h 5017219"/>
              <a:gd name="connsiteX40473" fmla="*/ 425905 w 5799173"/>
              <a:gd name="connsiteY40473" fmla="*/ 2631409 h 5017219"/>
              <a:gd name="connsiteX40474" fmla="*/ 417264 w 5799173"/>
              <a:gd name="connsiteY40474" fmla="*/ 2646363 h 5017219"/>
              <a:gd name="connsiteX40475" fmla="*/ 416184 w 5799173"/>
              <a:gd name="connsiteY40475" fmla="*/ 2646945 h 5017219"/>
              <a:gd name="connsiteX40476" fmla="*/ 639649 w 5799173"/>
              <a:gd name="connsiteY40476" fmla="*/ 2711453 h 5017219"/>
              <a:gd name="connsiteX40477" fmla="*/ 638569 w 5799173"/>
              <a:gd name="connsiteY40477" fmla="*/ 2710871 h 5017219"/>
              <a:gd name="connsiteX40478" fmla="*/ 629929 w 5799173"/>
              <a:gd name="connsiteY40478" fmla="*/ 2695917 h 5017219"/>
              <a:gd name="connsiteX40479" fmla="*/ 629929 w 5799173"/>
              <a:gd name="connsiteY40479" fmla="*/ 2694671 h 5017219"/>
              <a:gd name="connsiteX40480" fmla="*/ 638569 w 5799173"/>
              <a:gd name="connsiteY40480" fmla="*/ 2679717 h 5017219"/>
              <a:gd name="connsiteX40481" fmla="*/ 639649 w 5799173"/>
              <a:gd name="connsiteY40481" fmla="*/ 2679135 h 5017219"/>
              <a:gd name="connsiteX40482" fmla="*/ 656929 w 5799173"/>
              <a:gd name="connsiteY40482" fmla="*/ 2679135 h 5017219"/>
              <a:gd name="connsiteX40483" fmla="*/ 658009 w 5799173"/>
              <a:gd name="connsiteY40483" fmla="*/ 2679717 h 5017219"/>
              <a:gd name="connsiteX40484" fmla="*/ 666650 w 5799173"/>
              <a:gd name="connsiteY40484" fmla="*/ 2694671 h 5017219"/>
              <a:gd name="connsiteX40485" fmla="*/ 666650 w 5799173"/>
              <a:gd name="connsiteY40485" fmla="*/ 2695917 h 5017219"/>
              <a:gd name="connsiteX40486" fmla="*/ 658010 w 5799173"/>
              <a:gd name="connsiteY40486" fmla="*/ 2710871 h 5017219"/>
              <a:gd name="connsiteX40487" fmla="*/ 656929 w 5799173"/>
              <a:gd name="connsiteY40487" fmla="*/ 2711453 h 5017219"/>
              <a:gd name="connsiteX40488" fmla="*/ 519195 w 5799173"/>
              <a:gd name="connsiteY40488" fmla="*/ 2679271 h 5017219"/>
              <a:gd name="connsiteX40489" fmla="*/ 518115 w 5799173"/>
              <a:gd name="connsiteY40489" fmla="*/ 2678689 h 5017219"/>
              <a:gd name="connsiteX40490" fmla="*/ 509392 w 5799173"/>
              <a:gd name="connsiteY40490" fmla="*/ 2663652 h 5017219"/>
              <a:gd name="connsiteX40491" fmla="*/ 509392 w 5799173"/>
              <a:gd name="connsiteY40491" fmla="*/ 2662406 h 5017219"/>
              <a:gd name="connsiteX40492" fmla="*/ 518114 w 5799173"/>
              <a:gd name="connsiteY40492" fmla="*/ 2647368 h 5017219"/>
              <a:gd name="connsiteX40493" fmla="*/ 519195 w 5799173"/>
              <a:gd name="connsiteY40493" fmla="*/ 2646787 h 5017219"/>
              <a:gd name="connsiteX40494" fmla="*/ 536558 w 5799173"/>
              <a:gd name="connsiteY40494" fmla="*/ 2646787 h 5017219"/>
              <a:gd name="connsiteX40495" fmla="*/ 537638 w 5799173"/>
              <a:gd name="connsiteY40495" fmla="*/ 2647368 h 5017219"/>
              <a:gd name="connsiteX40496" fmla="*/ 546362 w 5799173"/>
              <a:gd name="connsiteY40496" fmla="*/ 2662406 h 5017219"/>
              <a:gd name="connsiteX40497" fmla="*/ 546361 w 5799173"/>
              <a:gd name="connsiteY40497" fmla="*/ 2663652 h 5017219"/>
              <a:gd name="connsiteX40498" fmla="*/ 537638 w 5799173"/>
              <a:gd name="connsiteY40498" fmla="*/ 2678689 h 5017219"/>
              <a:gd name="connsiteX40499" fmla="*/ 536558 w 5799173"/>
              <a:gd name="connsiteY40499" fmla="*/ 2679271 h 5017219"/>
              <a:gd name="connsiteX40500" fmla="*/ 579381 w 5799173"/>
              <a:gd name="connsiteY40500" fmla="*/ 2695398 h 5017219"/>
              <a:gd name="connsiteX40501" fmla="*/ 578301 w 5799173"/>
              <a:gd name="connsiteY40501" fmla="*/ 2694816 h 5017219"/>
              <a:gd name="connsiteX40502" fmla="*/ 569577 w 5799173"/>
              <a:gd name="connsiteY40502" fmla="*/ 2679779 h 5017219"/>
              <a:gd name="connsiteX40503" fmla="*/ 569578 w 5799173"/>
              <a:gd name="connsiteY40503" fmla="*/ 2678533 h 5017219"/>
              <a:gd name="connsiteX40504" fmla="*/ 578300 w 5799173"/>
              <a:gd name="connsiteY40504" fmla="*/ 2663495 h 5017219"/>
              <a:gd name="connsiteX40505" fmla="*/ 579381 w 5799173"/>
              <a:gd name="connsiteY40505" fmla="*/ 2662914 h 5017219"/>
              <a:gd name="connsiteX40506" fmla="*/ 596744 w 5799173"/>
              <a:gd name="connsiteY40506" fmla="*/ 2662914 h 5017219"/>
              <a:gd name="connsiteX40507" fmla="*/ 597824 w 5799173"/>
              <a:gd name="connsiteY40507" fmla="*/ 2663495 h 5017219"/>
              <a:gd name="connsiteX40508" fmla="*/ 606548 w 5799173"/>
              <a:gd name="connsiteY40508" fmla="*/ 2678533 h 5017219"/>
              <a:gd name="connsiteX40509" fmla="*/ 606547 w 5799173"/>
              <a:gd name="connsiteY40509" fmla="*/ 2679779 h 5017219"/>
              <a:gd name="connsiteX40510" fmla="*/ 597824 w 5799173"/>
              <a:gd name="connsiteY40510" fmla="*/ 2694816 h 5017219"/>
              <a:gd name="connsiteX40511" fmla="*/ 596744 w 5799173"/>
              <a:gd name="connsiteY40511" fmla="*/ 2695398 h 5017219"/>
              <a:gd name="connsiteX40512" fmla="*/ 458862 w 5799173"/>
              <a:gd name="connsiteY40512" fmla="*/ 2663491 h 5017219"/>
              <a:gd name="connsiteX40513" fmla="*/ 457782 w 5799173"/>
              <a:gd name="connsiteY40513" fmla="*/ 2662826 h 5017219"/>
              <a:gd name="connsiteX40514" fmla="*/ 448976 w 5799173"/>
              <a:gd name="connsiteY40514" fmla="*/ 2647456 h 5017219"/>
              <a:gd name="connsiteX40515" fmla="*/ 448976 w 5799173"/>
              <a:gd name="connsiteY40515" fmla="*/ 2646210 h 5017219"/>
              <a:gd name="connsiteX40516" fmla="*/ 457865 w 5799173"/>
              <a:gd name="connsiteY40516" fmla="*/ 2630841 h 5017219"/>
              <a:gd name="connsiteX40517" fmla="*/ 458945 w 5799173"/>
              <a:gd name="connsiteY40517" fmla="*/ 2630176 h 5017219"/>
              <a:gd name="connsiteX40518" fmla="*/ 476641 w 5799173"/>
              <a:gd name="connsiteY40518" fmla="*/ 2630176 h 5017219"/>
              <a:gd name="connsiteX40519" fmla="*/ 477721 w 5799173"/>
              <a:gd name="connsiteY40519" fmla="*/ 2630841 h 5017219"/>
              <a:gd name="connsiteX40520" fmla="*/ 486528 w 5799173"/>
              <a:gd name="connsiteY40520" fmla="*/ 2646210 h 5017219"/>
              <a:gd name="connsiteX40521" fmla="*/ 486527 w 5799173"/>
              <a:gd name="connsiteY40521" fmla="*/ 2647456 h 5017219"/>
              <a:gd name="connsiteX40522" fmla="*/ 477637 w 5799173"/>
              <a:gd name="connsiteY40522" fmla="*/ 2662826 h 5017219"/>
              <a:gd name="connsiteX40523" fmla="*/ 476558 w 5799173"/>
              <a:gd name="connsiteY40523" fmla="*/ 2663491 h 5017219"/>
              <a:gd name="connsiteX40524" fmla="*/ 759793 w 5799173"/>
              <a:gd name="connsiteY40524" fmla="*/ 2744208 h 5017219"/>
              <a:gd name="connsiteX40525" fmla="*/ 758713 w 5799173"/>
              <a:gd name="connsiteY40525" fmla="*/ 2743543 h 5017219"/>
              <a:gd name="connsiteX40526" fmla="*/ 749824 w 5799173"/>
              <a:gd name="connsiteY40526" fmla="*/ 2728091 h 5017219"/>
              <a:gd name="connsiteX40527" fmla="*/ 749824 w 5799173"/>
              <a:gd name="connsiteY40527" fmla="*/ 2726844 h 5017219"/>
              <a:gd name="connsiteX40528" fmla="*/ 758713 w 5799173"/>
              <a:gd name="connsiteY40528" fmla="*/ 2711392 h 5017219"/>
              <a:gd name="connsiteX40529" fmla="*/ 759793 w 5799173"/>
              <a:gd name="connsiteY40529" fmla="*/ 2710727 h 5017219"/>
              <a:gd name="connsiteX40530" fmla="*/ 777572 w 5799173"/>
              <a:gd name="connsiteY40530" fmla="*/ 2710727 h 5017219"/>
              <a:gd name="connsiteX40531" fmla="*/ 778652 w 5799173"/>
              <a:gd name="connsiteY40531" fmla="*/ 2711392 h 5017219"/>
              <a:gd name="connsiteX40532" fmla="*/ 787542 w 5799173"/>
              <a:gd name="connsiteY40532" fmla="*/ 2726844 h 5017219"/>
              <a:gd name="connsiteX40533" fmla="*/ 787542 w 5799173"/>
              <a:gd name="connsiteY40533" fmla="*/ 2728091 h 5017219"/>
              <a:gd name="connsiteX40534" fmla="*/ 778652 w 5799173"/>
              <a:gd name="connsiteY40534" fmla="*/ 2743543 h 5017219"/>
              <a:gd name="connsiteX40535" fmla="*/ 777572 w 5799173"/>
              <a:gd name="connsiteY40535" fmla="*/ 2744208 h 5017219"/>
              <a:gd name="connsiteX40536" fmla="*/ 699526 w 5799173"/>
              <a:gd name="connsiteY40536" fmla="*/ 2728154 h 5017219"/>
              <a:gd name="connsiteX40537" fmla="*/ 698445 w 5799173"/>
              <a:gd name="connsiteY40537" fmla="*/ 2727489 h 5017219"/>
              <a:gd name="connsiteX40538" fmla="*/ 689474 w 5799173"/>
              <a:gd name="connsiteY40538" fmla="*/ 2711953 h 5017219"/>
              <a:gd name="connsiteX40539" fmla="*/ 689474 w 5799173"/>
              <a:gd name="connsiteY40539" fmla="*/ 2710707 h 5017219"/>
              <a:gd name="connsiteX40540" fmla="*/ 698446 w 5799173"/>
              <a:gd name="connsiteY40540" fmla="*/ 2695172 h 5017219"/>
              <a:gd name="connsiteX40541" fmla="*/ 699526 w 5799173"/>
              <a:gd name="connsiteY40541" fmla="*/ 2694507 h 5017219"/>
              <a:gd name="connsiteX40542" fmla="*/ 717389 w 5799173"/>
              <a:gd name="connsiteY40542" fmla="*/ 2694507 h 5017219"/>
              <a:gd name="connsiteX40543" fmla="*/ 718469 w 5799173"/>
              <a:gd name="connsiteY40543" fmla="*/ 2695172 h 5017219"/>
              <a:gd name="connsiteX40544" fmla="*/ 727441 w 5799173"/>
              <a:gd name="connsiteY40544" fmla="*/ 2710707 h 5017219"/>
              <a:gd name="connsiteX40545" fmla="*/ 727441 w 5799173"/>
              <a:gd name="connsiteY40545" fmla="*/ 2711953 h 5017219"/>
              <a:gd name="connsiteX40546" fmla="*/ 718469 w 5799173"/>
              <a:gd name="connsiteY40546" fmla="*/ 2727489 h 5017219"/>
              <a:gd name="connsiteX40547" fmla="*/ 717389 w 5799173"/>
              <a:gd name="connsiteY40547" fmla="*/ 2728154 h 5017219"/>
              <a:gd name="connsiteX40548" fmla="*/ 1060380 w 5799173"/>
              <a:gd name="connsiteY40548" fmla="*/ 2825515 h 5017219"/>
              <a:gd name="connsiteX40549" fmla="*/ 1059218 w 5799173"/>
              <a:gd name="connsiteY40549" fmla="*/ 2824851 h 5017219"/>
              <a:gd name="connsiteX40550" fmla="*/ 1049996 w 5799173"/>
              <a:gd name="connsiteY40550" fmla="*/ 2808816 h 5017219"/>
              <a:gd name="connsiteX40551" fmla="*/ 1049996 w 5799173"/>
              <a:gd name="connsiteY40551" fmla="*/ 2807487 h 5017219"/>
              <a:gd name="connsiteX40552" fmla="*/ 1059218 w 5799173"/>
              <a:gd name="connsiteY40552" fmla="*/ 2791453 h 5017219"/>
              <a:gd name="connsiteX40553" fmla="*/ 1060380 w 5799173"/>
              <a:gd name="connsiteY40553" fmla="*/ 2790788 h 5017219"/>
              <a:gd name="connsiteX40554" fmla="*/ 1078907 w 5799173"/>
              <a:gd name="connsiteY40554" fmla="*/ 2790788 h 5017219"/>
              <a:gd name="connsiteX40555" fmla="*/ 1080070 w 5799173"/>
              <a:gd name="connsiteY40555" fmla="*/ 2791453 h 5017219"/>
              <a:gd name="connsiteX40556" fmla="*/ 1089292 w 5799173"/>
              <a:gd name="connsiteY40556" fmla="*/ 2807487 h 5017219"/>
              <a:gd name="connsiteX40557" fmla="*/ 1089292 w 5799173"/>
              <a:gd name="connsiteY40557" fmla="*/ 2808816 h 5017219"/>
              <a:gd name="connsiteX40558" fmla="*/ 1080070 w 5799173"/>
              <a:gd name="connsiteY40558" fmla="*/ 2824851 h 5017219"/>
              <a:gd name="connsiteX40559" fmla="*/ 1078907 w 5799173"/>
              <a:gd name="connsiteY40559" fmla="*/ 2825515 h 5017219"/>
              <a:gd name="connsiteX40560" fmla="*/ 3046527 w 5799173"/>
              <a:gd name="connsiteY40560" fmla="*/ 3357701 h 5017219"/>
              <a:gd name="connsiteX40561" fmla="*/ 3045363 w 5799173"/>
              <a:gd name="connsiteY40561" fmla="*/ 3357037 h 5017219"/>
              <a:gd name="connsiteX40562" fmla="*/ 3036142 w 5799173"/>
              <a:gd name="connsiteY40562" fmla="*/ 3341002 h 5017219"/>
              <a:gd name="connsiteX40563" fmla="*/ 3036142 w 5799173"/>
              <a:gd name="connsiteY40563" fmla="*/ 3339673 h 5017219"/>
              <a:gd name="connsiteX40564" fmla="*/ 3045363 w 5799173"/>
              <a:gd name="connsiteY40564" fmla="*/ 3323639 h 5017219"/>
              <a:gd name="connsiteX40565" fmla="*/ 3046527 w 5799173"/>
              <a:gd name="connsiteY40565" fmla="*/ 3322974 h 5017219"/>
              <a:gd name="connsiteX40566" fmla="*/ 3065053 w 5799173"/>
              <a:gd name="connsiteY40566" fmla="*/ 3322974 h 5017219"/>
              <a:gd name="connsiteX40567" fmla="*/ 3066216 w 5799173"/>
              <a:gd name="connsiteY40567" fmla="*/ 3323639 h 5017219"/>
              <a:gd name="connsiteX40568" fmla="*/ 3075438 w 5799173"/>
              <a:gd name="connsiteY40568" fmla="*/ 3339673 h 5017219"/>
              <a:gd name="connsiteX40569" fmla="*/ 3075438 w 5799173"/>
              <a:gd name="connsiteY40569" fmla="*/ 3341002 h 5017219"/>
              <a:gd name="connsiteX40570" fmla="*/ 3066216 w 5799173"/>
              <a:gd name="connsiteY40570" fmla="*/ 3357037 h 5017219"/>
              <a:gd name="connsiteX40571" fmla="*/ 3065053 w 5799173"/>
              <a:gd name="connsiteY40571" fmla="*/ 3357701 h 5017219"/>
              <a:gd name="connsiteX40572" fmla="*/ 4189982 w 5799173"/>
              <a:gd name="connsiteY40572" fmla="*/ 3664184 h 5017219"/>
              <a:gd name="connsiteX40573" fmla="*/ 4188820 w 5799173"/>
              <a:gd name="connsiteY40573" fmla="*/ 3663520 h 5017219"/>
              <a:gd name="connsiteX40574" fmla="*/ 4179514 w 5799173"/>
              <a:gd name="connsiteY40574" fmla="*/ 3647402 h 5017219"/>
              <a:gd name="connsiteX40575" fmla="*/ 4179514 w 5799173"/>
              <a:gd name="connsiteY40575" fmla="*/ 3646073 h 5017219"/>
              <a:gd name="connsiteX40576" fmla="*/ 4188820 w 5799173"/>
              <a:gd name="connsiteY40576" fmla="*/ 3629956 h 5017219"/>
              <a:gd name="connsiteX40577" fmla="*/ 4189982 w 5799173"/>
              <a:gd name="connsiteY40577" fmla="*/ 3629291 h 5017219"/>
              <a:gd name="connsiteX40578" fmla="*/ 4208591 w 5799173"/>
              <a:gd name="connsiteY40578" fmla="*/ 3629291 h 5017219"/>
              <a:gd name="connsiteX40579" fmla="*/ 4209756 w 5799173"/>
              <a:gd name="connsiteY40579" fmla="*/ 3629956 h 5017219"/>
              <a:gd name="connsiteX40580" fmla="*/ 4219060 w 5799173"/>
              <a:gd name="connsiteY40580" fmla="*/ 3646073 h 5017219"/>
              <a:gd name="connsiteX40581" fmla="*/ 4219060 w 5799173"/>
              <a:gd name="connsiteY40581" fmla="*/ 3647402 h 5017219"/>
              <a:gd name="connsiteX40582" fmla="*/ 4209756 w 5799173"/>
              <a:gd name="connsiteY40582" fmla="*/ 3663520 h 5017219"/>
              <a:gd name="connsiteX40583" fmla="*/ 4208592 w 5799173"/>
              <a:gd name="connsiteY40583" fmla="*/ 3664184 h 5017219"/>
              <a:gd name="connsiteX40584" fmla="*/ 3106547 w 5799173"/>
              <a:gd name="connsiteY40584" fmla="*/ 3374067 h 5017219"/>
              <a:gd name="connsiteX40585" fmla="*/ 3105384 w 5799173"/>
              <a:gd name="connsiteY40585" fmla="*/ 3373403 h 5017219"/>
              <a:gd name="connsiteX40586" fmla="*/ 3095996 w 5799173"/>
              <a:gd name="connsiteY40586" fmla="*/ 3357119 h 5017219"/>
              <a:gd name="connsiteX40587" fmla="*/ 3095996 w 5799173"/>
              <a:gd name="connsiteY40587" fmla="*/ 3355790 h 5017219"/>
              <a:gd name="connsiteX40588" fmla="*/ 3105384 w 5799173"/>
              <a:gd name="connsiteY40588" fmla="*/ 3339507 h 5017219"/>
              <a:gd name="connsiteX40589" fmla="*/ 3106547 w 5799173"/>
              <a:gd name="connsiteY40589" fmla="*/ 3338842 h 5017219"/>
              <a:gd name="connsiteX40590" fmla="*/ 3125323 w 5799173"/>
              <a:gd name="connsiteY40590" fmla="*/ 3338842 h 5017219"/>
              <a:gd name="connsiteX40591" fmla="*/ 3126486 w 5799173"/>
              <a:gd name="connsiteY40591" fmla="*/ 3339507 h 5017219"/>
              <a:gd name="connsiteX40592" fmla="*/ 3135874 w 5799173"/>
              <a:gd name="connsiteY40592" fmla="*/ 3355790 h 5017219"/>
              <a:gd name="connsiteX40593" fmla="*/ 3135874 w 5799173"/>
              <a:gd name="connsiteY40593" fmla="*/ 3357119 h 5017219"/>
              <a:gd name="connsiteX40594" fmla="*/ 3126486 w 5799173"/>
              <a:gd name="connsiteY40594" fmla="*/ 3373403 h 5017219"/>
              <a:gd name="connsiteX40595" fmla="*/ 3125323 w 5799173"/>
              <a:gd name="connsiteY40595" fmla="*/ 3374067 h 5017219"/>
              <a:gd name="connsiteX40596" fmla="*/ 999863 w 5799173"/>
              <a:gd name="connsiteY40596" fmla="*/ 2809793 h 5017219"/>
              <a:gd name="connsiteX40597" fmla="*/ 998700 w 5799173"/>
              <a:gd name="connsiteY40597" fmla="*/ 2809128 h 5017219"/>
              <a:gd name="connsiteX40598" fmla="*/ 989229 w 5799173"/>
              <a:gd name="connsiteY40598" fmla="*/ 2792679 h 5017219"/>
              <a:gd name="connsiteX40599" fmla="*/ 989229 w 5799173"/>
              <a:gd name="connsiteY40599" fmla="*/ 2791350 h 5017219"/>
              <a:gd name="connsiteX40600" fmla="*/ 998783 w 5799173"/>
              <a:gd name="connsiteY40600" fmla="*/ 2774900 h 5017219"/>
              <a:gd name="connsiteX40601" fmla="*/ 999946 w 5799173"/>
              <a:gd name="connsiteY40601" fmla="*/ 2774235 h 5017219"/>
              <a:gd name="connsiteX40602" fmla="*/ 1018971 w 5799173"/>
              <a:gd name="connsiteY40602" fmla="*/ 2774235 h 5017219"/>
              <a:gd name="connsiteX40603" fmla="*/ 1020134 w 5799173"/>
              <a:gd name="connsiteY40603" fmla="*/ 2774900 h 5017219"/>
              <a:gd name="connsiteX40604" fmla="*/ 1029605 w 5799173"/>
              <a:gd name="connsiteY40604" fmla="*/ 2791350 h 5017219"/>
              <a:gd name="connsiteX40605" fmla="*/ 1029605 w 5799173"/>
              <a:gd name="connsiteY40605" fmla="*/ 2792679 h 5017219"/>
              <a:gd name="connsiteX40606" fmla="*/ 1020051 w 5799173"/>
              <a:gd name="connsiteY40606" fmla="*/ 2809128 h 5017219"/>
              <a:gd name="connsiteX40607" fmla="*/ 1018888 w 5799173"/>
              <a:gd name="connsiteY40607" fmla="*/ 2809793 h 5017219"/>
              <a:gd name="connsiteX40608" fmla="*/ 1661891 w 5799173"/>
              <a:gd name="connsiteY40608" fmla="*/ 2987352 h 5017219"/>
              <a:gd name="connsiteX40609" fmla="*/ 1660728 w 5799173"/>
              <a:gd name="connsiteY40609" fmla="*/ 2986687 h 5017219"/>
              <a:gd name="connsiteX40610" fmla="*/ 1651174 w 5799173"/>
              <a:gd name="connsiteY40610" fmla="*/ 2970155 h 5017219"/>
              <a:gd name="connsiteX40611" fmla="*/ 1651174 w 5799173"/>
              <a:gd name="connsiteY40611" fmla="*/ 2968825 h 5017219"/>
              <a:gd name="connsiteX40612" fmla="*/ 1660728 w 5799173"/>
              <a:gd name="connsiteY40612" fmla="*/ 2952293 h 5017219"/>
              <a:gd name="connsiteX40613" fmla="*/ 1661891 w 5799173"/>
              <a:gd name="connsiteY40613" fmla="*/ 2951628 h 5017219"/>
              <a:gd name="connsiteX40614" fmla="*/ 1680999 w 5799173"/>
              <a:gd name="connsiteY40614" fmla="*/ 2951628 h 5017219"/>
              <a:gd name="connsiteX40615" fmla="*/ 1682162 w 5799173"/>
              <a:gd name="connsiteY40615" fmla="*/ 2952293 h 5017219"/>
              <a:gd name="connsiteX40616" fmla="*/ 1691716 w 5799173"/>
              <a:gd name="connsiteY40616" fmla="*/ 2968825 h 5017219"/>
              <a:gd name="connsiteX40617" fmla="*/ 1691716 w 5799173"/>
              <a:gd name="connsiteY40617" fmla="*/ 2970155 h 5017219"/>
              <a:gd name="connsiteX40618" fmla="*/ 1682162 w 5799173"/>
              <a:gd name="connsiteY40618" fmla="*/ 2986687 h 5017219"/>
              <a:gd name="connsiteX40619" fmla="*/ 1680999 w 5799173"/>
              <a:gd name="connsiteY40619" fmla="*/ 2987352 h 5017219"/>
              <a:gd name="connsiteX40620" fmla="*/ 3226732 w 5799173"/>
              <a:gd name="connsiteY40620" fmla="*/ 3406650 h 5017219"/>
              <a:gd name="connsiteX40621" fmla="*/ 3225569 w 5799173"/>
              <a:gd name="connsiteY40621" fmla="*/ 3405985 h 5017219"/>
              <a:gd name="connsiteX40622" fmla="*/ 3216016 w 5799173"/>
              <a:gd name="connsiteY40622" fmla="*/ 3389453 h 5017219"/>
              <a:gd name="connsiteX40623" fmla="*/ 3216015 w 5799173"/>
              <a:gd name="connsiteY40623" fmla="*/ 3388123 h 5017219"/>
              <a:gd name="connsiteX40624" fmla="*/ 3225570 w 5799173"/>
              <a:gd name="connsiteY40624" fmla="*/ 3371591 h 5017219"/>
              <a:gd name="connsiteX40625" fmla="*/ 3226732 w 5799173"/>
              <a:gd name="connsiteY40625" fmla="*/ 3370926 h 5017219"/>
              <a:gd name="connsiteX40626" fmla="*/ 3245840 w 5799173"/>
              <a:gd name="connsiteY40626" fmla="*/ 3370926 h 5017219"/>
              <a:gd name="connsiteX40627" fmla="*/ 3247003 w 5799173"/>
              <a:gd name="connsiteY40627" fmla="*/ 3371591 h 5017219"/>
              <a:gd name="connsiteX40628" fmla="*/ 3256557 w 5799173"/>
              <a:gd name="connsiteY40628" fmla="*/ 3388123 h 5017219"/>
              <a:gd name="connsiteX40629" fmla="*/ 3256557 w 5799173"/>
              <a:gd name="connsiteY40629" fmla="*/ 3389453 h 5017219"/>
              <a:gd name="connsiteX40630" fmla="*/ 3247003 w 5799173"/>
              <a:gd name="connsiteY40630" fmla="*/ 3405985 h 5017219"/>
              <a:gd name="connsiteX40631" fmla="*/ 3245840 w 5799173"/>
              <a:gd name="connsiteY40631" fmla="*/ 3406650 h 5017219"/>
              <a:gd name="connsiteX40632" fmla="*/ 1240504 w 5799173"/>
              <a:gd name="connsiteY40632" fmla="*/ 2874536 h 5017219"/>
              <a:gd name="connsiteX40633" fmla="*/ 1239341 w 5799173"/>
              <a:gd name="connsiteY40633" fmla="*/ 2873872 h 5017219"/>
              <a:gd name="connsiteX40634" fmla="*/ 1229704 w 5799173"/>
              <a:gd name="connsiteY40634" fmla="*/ 2857256 h 5017219"/>
              <a:gd name="connsiteX40635" fmla="*/ 1229704 w 5799173"/>
              <a:gd name="connsiteY40635" fmla="*/ 2855927 h 5017219"/>
              <a:gd name="connsiteX40636" fmla="*/ 1239341 w 5799173"/>
              <a:gd name="connsiteY40636" fmla="*/ 2839311 h 5017219"/>
              <a:gd name="connsiteX40637" fmla="*/ 1240504 w 5799173"/>
              <a:gd name="connsiteY40637" fmla="*/ 2838646 h 5017219"/>
              <a:gd name="connsiteX40638" fmla="*/ 1259695 w 5799173"/>
              <a:gd name="connsiteY40638" fmla="*/ 2838646 h 5017219"/>
              <a:gd name="connsiteX40639" fmla="*/ 1260858 w 5799173"/>
              <a:gd name="connsiteY40639" fmla="*/ 2839311 h 5017219"/>
              <a:gd name="connsiteX40640" fmla="*/ 1270496 w 5799173"/>
              <a:gd name="connsiteY40640" fmla="*/ 2855927 h 5017219"/>
              <a:gd name="connsiteX40641" fmla="*/ 1270496 w 5799173"/>
              <a:gd name="connsiteY40641" fmla="*/ 2857256 h 5017219"/>
              <a:gd name="connsiteX40642" fmla="*/ 1260858 w 5799173"/>
              <a:gd name="connsiteY40642" fmla="*/ 2873872 h 5017219"/>
              <a:gd name="connsiteX40643" fmla="*/ 1259695 w 5799173"/>
              <a:gd name="connsiteY40643" fmla="*/ 2874536 h 5017219"/>
              <a:gd name="connsiteX40644" fmla="*/ 3166465 w 5799173"/>
              <a:gd name="connsiteY40644" fmla="*/ 3390595 h 5017219"/>
              <a:gd name="connsiteX40645" fmla="*/ 3165302 w 5799173"/>
              <a:gd name="connsiteY40645" fmla="*/ 3389931 h 5017219"/>
              <a:gd name="connsiteX40646" fmla="*/ 3155665 w 5799173"/>
              <a:gd name="connsiteY40646" fmla="*/ 3373315 h 5017219"/>
              <a:gd name="connsiteX40647" fmla="*/ 3155665 w 5799173"/>
              <a:gd name="connsiteY40647" fmla="*/ 3371986 h 5017219"/>
              <a:gd name="connsiteX40648" fmla="*/ 3165302 w 5799173"/>
              <a:gd name="connsiteY40648" fmla="*/ 3355370 h 5017219"/>
              <a:gd name="connsiteX40649" fmla="*/ 3166465 w 5799173"/>
              <a:gd name="connsiteY40649" fmla="*/ 3354706 h 5017219"/>
              <a:gd name="connsiteX40650" fmla="*/ 3185657 w 5799173"/>
              <a:gd name="connsiteY40650" fmla="*/ 3354706 h 5017219"/>
              <a:gd name="connsiteX40651" fmla="*/ 3186820 w 5799173"/>
              <a:gd name="connsiteY40651" fmla="*/ 3355370 h 5017219"/>
              <a:gd name="connsiteX40652" fmla="*/ 3196457 w 5799173"/>
              <a:gd name="connsiteY40652" fmla="*/ 3371986 h 5017219"/>
              <a:gd name="connsiteX40653" fmla="*/ 3196457 w 5799173"/>
              <a:gd name="connsiteY40653" fmla="*/ 3373315 h 5017219"/>
              <a:gd name="connsiteX40654" fmla="*/ 3186820 w 5799173"/>
              <a:gd name="connsiteY40654" fmla="*/ 3389932 h 5017219"/>
              <a:gd name="connsiteX40655" fmla="*/ 3185657 w 5799173"/>
              <a:gd name="connsiteY40655" fmla="*/ 3390595 h 5017219"/>
              <a:gd name="connsiteX40656" fmla="*/ 3467395 w 5799173"/>
              <a:gd name="connsiteY40656" fmla="*/ 3471229 h 5017219"/>
              <a:gd name="connsiteX40657" fmla="*/ 3466232 w 5799173"/>
              <a:gd name="connsiteY40657" fmla="*/ 3470566 h 5017219"/>
              <a:gd name="connsiteX40658" fmla="*/ 3456595 w 5799173"/>
              <a:gd name="connsiteY40658" fmla="*/ 3453949 h 5017219"/>
              <a:gd name="connsiteX40659" fmla="*/ 3456595 w 5799173"/>
              <a:gd name="connsiteY40659" fmla="*/ 3452620 h 5017219"/>
              <a:gd name="connsiteX40660" fmla="*/ 3466232 w 5799173"/>
              <a:gd name="connsiteY40660" fmla="*/ 3436004 h 5017219"/>
              <a:gd name="connsiteX40661" fmla="*/ 3467395 w 5799173"/>
              <a:gd name="connsiteY40661" fmla="*/ 3435340 h 5017219"/>
              <a:gd name="connsiteX40662" fmla="*/ 3486587 w 5799173"/>
              <a:gd name="connsiteY40662" fmla="*/ 3435340 h 5017219"/>
              <a:gd name="connsiteX40663" fmla="*/ 3487750 w 5799173"/>
              <a:gd name="connsiteY40663" fmla="*/ 3436004 h 5017219"/>
              <a:gd name="connsiteX40664" fmla="*/ 3497387 w 5799173"/>
              <a:gd name="connsiteY40664" fmla="*/ 3452620 h 5017219"/>
              <a:gd name="connsiteX40665" fmla="*/ 3497387 w 5799173"/>
              <a:gd name="connsiteY40665" fmla="*/ 3453949 h 5017219"/>
              <a:gd name="connsiteX40666" fmla="*/ 3487750 w 5799173"/>
              <a:gd name="connsiteY40666" fmla="*/ 3470566 h 5017219"/>
              <a:gd name="connsiteX40667" fmla="*/ 3486587 w 5799173"/>
              <a:gd name="connsiteY40667" fmla="*/ 3471229 h 5017219"/>
              <a:gd name="connsiteX40668" fmla="*/ 1120130 w 5799173"/>
              <a:gd name="connsiteY40668" fmla="*/ 2842387 h 5017219"/>
              <a:gd name="connsiteX40669" fmla="*/ 1118967 w 5799173"/>
              <a:gd name="connsiteY40669" fmla="*/ 2841723 h 5017219"/>
              <a:gd name="connsiteX40670" fmla="*/ 1109330 w 5799173"/>
              <a:gd name="connsiteY40670" fmla="*/ 2825024 h 5017219"/>
              <a:gd name="connsiteX40671" fmla="*/ 1109330 w 5799173"/>
              <a:gd name="connsiteY40671" fmla="*/ 2823695 h 5017219"/>
              <a:gd name="connsiteX40672" fmla="*/ 1118967 w 5799173"/>
              <a:gd name="connsiteY40672" fmla="*/ 2806996 h 5017219"/>
              <a:gd name="connsiteX40673" fmla="*/ 1120130 w 5799173"/>
              <a:gd name="connsiteY40673" fmla="*/ 2806331 h 5017219"/>
              <a:gd name="connsiteX40674" fmla="*/ 1139487 w 5799173"/>
              <a:gd name="connsiteY40674" fmla="*/ 2806331 h 5017219"/>
              <a:gd name="connsiteX40675" fmla="*/ 1140651 w 5799173"/>
              <a:gd name="connsiteY40675" fmla="*/ 2806996 h 5017219"/>
              <a:gd name="connsiteX40676" fmla="*/ 1150288 w 5799173"/>
              <a:gd name="connsiteY40676" fmla="*/ 2823695 h 5017219"/>
              <a:gd name="connsiteX40677" fmla="*/ 1150288 w 5799173"/>
              <a:gd name="connsiteY40677" fmla="*/ 2825024 h 5017219"/>
              <a:gd name="connsiteX40678" fmla="*/ 1140651 w 5799173"/>
              <a:gd name="connsiteY40678" fmla="*/ 2841723 h 5017219"/>
              <a:gd name="connsiteX40679" fmla="*/ 1139487 w 5799173"/>
              <a:gd name="connsiteY40679" fmla="*/ 2842387 h 5017219"/>
              <a:gd name="connsiteX40680" fmla="*/ 3347021 w 5799173"/>
              <a:gd name="connsiteY40680" fmla="*/ 3439081 h 5017219"/>
              <a:gd name="connsiteX40681" fmla="*/ 3345858 w 5799173"/>
              <a:gd name="connsiteY40681" fmla="*/ 3438416 h 5017219"/>
              <a:gd name="connsiteX40682" fmla="*/ 3336221 w 5799173"/>
              <a:gd name="connsiteY40682" fmla="*/ 3421717 h 5017219"/>
              <a:gd name="connsiteX40683" fmla="*/ 3336221 w 5799173"/>
              <a:gd name="connsiteY40683" fmla="*/ 3420388 h 5017219"/>
              <a:gd name="connsiteX40684" fmla="*/ 3345858 w 5799173"/>
              <a:gd name="connsiteY40684" fmla="*/ 3403689 h 5017219"/>
              <a:gd name="connsiteX40685" fmla="*/ 3347021 w 5799173"/>
              <a:gd name="connsiteY40685" fmla="*/ 3403025 h 5017219"/>
              <a:gd name="connsiteX40686" fmla="*/ 3366378 w 5799173"/>
              <a:gd name="connsiteY40686" fmla="*/ 3403024 h 5017219"/>
              <a:gd name="connsiteX40687" fmla="*/ 3367541 w 5799173"/>
              <a:gd name="connsiteY40687" fmla="*/ 3403690 h 5017219"/>
              <a:gd name="connsiteX40688" fmla="*/ 3377179 w 5799173"/>
              <a:gd name="connsiteY40688" fmla="*/ 3420389 h 5017219"/>
              <a:gd name="connsiteX40689" fmla="*/ 3377179 w 5799173"/>
              <a:gd name="connsiteY40689" fmla="*/ 3421717 h 5017219"/>
              <a:gd name="connsiteX40690" fmla="*/ 3367541 w 5799173"/>
              <a:gd name="connsiteY40690" fmla="*/ 3438416 h 5017219"/>
              <a:gd name="connsiteX40691" fmla="*/ 3366378 w 5799173"/>
              <a:gd name="connsiteY40691" fmla="*/ 3439080 h 5017219"/>
              <a:gd name="connsiteX40692" fmla="*/ 819148 w 5799173"/>
              <a:gd name="connsiteY40692" fmla="*/ 2761830 h 5017219"/>
              <a:gd name="connsiteX40693" fmla="*/ 817985 w 5799173"/>
              <a:gd name="connsiteY40693" fmla="*/ 2761165 h 5017219"/>
              <a:gd name="connsiteX40694" fmla="*/ 808265 w 5799173"/>
              <a:gd name="connsiteY40694" fmla="*/ 2744300 h 5017219"/>
              <a:gd name="connsiteX40695" fmla="*/ 808265 w 5799173"/>
              <a:gd name="connsiteY40695" fmla="*/ 2742888 h 5017219"/>
              <a:gd name="connsiteX40696" fmla="*/ 817985 w 5799173"/>
              <a:gd name="connsiteY40696" fmla="*/ 2726023 h 5017219"/>
              <a:gd name="connsiteX40697" fmla="*/ 819148 w 5799173"/>
              <a:gd name="connsiteY40697" fmla="*/ 2725358 h 5017219"/>
              <a:gd name="connsiteX40698" fmla="*/ 838589 w 5799173"/>
              <a:gd name="connsiteY40698" fmla="*/ 2725358 h 5017219"/>
              <a:gd name="connsiteX40699" fmla="*/ 839752 w 5799173"/>
              <a:gd name="connsiteY40699" fmla="*/ 2726023 h 5017219"/>
              <a:gd name="connsiteX40700" fmla="*/ 849472 w 5799173"/>
              <a:gd name="connsiteY40700" fmla="*/ 2742888 h 5017219"/>
              <a:gd name="connsiteX40701" fmla="*/ 849472 w 5799173"/>
              <a:gd name="connsiteY40701" fmla="*/ 2744300 h 5017219"/>
              <a:gd name="connsiteX40702" fmla="*/ 839752 w 5799173"/>
              <a:gd name="connsiteY40702" fmla="*/ 2761165 h 5017219"/>
              <a:gd name="connsiteX40703" fmla="*/ 838589 w 5799173"/>
              <a:gd name="connsiteY40703" fmla="*/ 2761830 h 5017219"/>
              <a:gd name="connsiteX40704" fmla="*/ 3286784 w 5799173"/>
              <a:gd name="connsiteY40704" fmla="*/ 3423031 h 5017219"/>
              <a:gd name="connsiteX40705" fmla="*/ 3285621 w 5799173"/>
              <a:gd name="connsiteY40705" fmla="*/ 3422366 h 5017219"/>
              <a:gd name="connsiteX40706" fmla="*/ 3275901 w 5799173"/>
              <a:gd name="connsiteY40706" fmla="*/ 3405501 h 5017219"/>
              <a:gd name="connsiteX40707" fmla="*/ 3275901 w 5799173"/>
              <a:gd name="connsiteY40707" fmla="*/ 3404089 h 5017219"/>
              <a:gd name="connsiteX40708" fmla="*/ 3285622 w 5799173"/>
              <a:gd name="connsiteY40708" fmla="*/ 3387224 h 5017219"/>
              <a:gd name="connsiteX40709" fmla="*/ 3286784 w 5799173"/>
              <a:gd name="connsiteY40709" fmla="*/ 3386559 h 5017219"/>
              <a:gd name="connsiteX40710" fmla="*/ 3306225 w 5799173"/>
              <a:gd name="connsiteY40710" fmla="*/ 3386559 h 5017219"/>
              <a:gd name="connsiteX40711" fmla="*/ 3307388 w 5799173"/>
              <a:gd name="connsiteY40711" fmla="*/ 3387224 h 5017219"/>
              <a:gd name="connsiteX40712" fmla="*/ 3317109 w 5799173"/>
              <a:gd name="connsiteY40712" fmla="*/ 3404089 h 5017219"/>
              <a:gd name="connsiteX40713" fmla="*/ 3317109 w 5799173"/>
              <a:gd name="connsiteY40713" fmla="*/ 3405501 h 5017219"/>
              <a:gd name="connsiteX40714" fmla="*/ 3307388 w 5799173"/>
              <a:gd name="connsiteY40714" fmla="*/ 3422366 h 5017219"/>
              <a:gd name="connsiteX40715" fmla="*/ 3306225 w 5799173"/>
              <a:gd name="connsiteY40715" fmla="*/ 3423031 h 5017219"/>
              <a:gd name="connsiteX40716" fmla="*/ 3407073 w 5799173"/>
              <a:gd name="connsiteY40716" fmla="*/ 3455450 h 5017219"/>
              <a:gd name="connsiteX40717" fmla="*/ 3405910 w 5799173"/>
              <a:gd name="connsiteY40717" fmla="*/ 3454785 h 5017219"/>
              <a:gd name="connsiteX40718" fmla="*/ 3396107 w 5799173"/>
              <a:gd name="connsiteY40718" fmla="*/ 3437754 h 5017219"/>
              <a:gd name="connsiteX40719" fmla="*/ 3396107 w 5799173"/>
              <a:gd name="connsiteY40719" fmla="*/ 3436342 h 5017219"/>
              <a:gd name="connsiteX40720" fmla="*/ 3405910 w 5799173"/>
              <a:gd name="connsiteY40720" fmla="*/ 3419311 h 5017219"/>
              <a:gd name="connsiteX40721" fmla="*/ 3407074 w 5799173"/>
              <a:gd name="connsiteY40721" fmla="*/ 3418646 h 5017219"/>
              <a:gd name="connsiteX40722" fmla="*/ 3426680 w 5799173"/>
              <a:gd name="connsiteY40722" fmla="*/ 3418646 h 5017219"/>
              <a:gd name="connsiteX40723" fmla="*/ 3427843 w 5799173"/>
              <a:gd name="connsiteY40723" fmla="*/ 3419311 h 5017219"/>
              <a:gd name="connsiteX40724" fmla="*/ 3437647 w 5799173"/>
              <a:gd name="connsiteY40724" fmla="*/ 3436342 h 5017219"/>
              <a:gd name="connsiteX40725" fmla="*/ 3437647 w 5799173"/>
              <a:gd name="connsiteY40725" fmla="*/ 3437754 h 5017219"/>
              <a:gd name="connsiteX40726" fmla="*/ 3427843 w 5799173"/>
              <a:gd name="connsiteY40726" fmla="*/ 3454785 h 5017219"/>
              <a:gd name="connsiteX40727" fmla="*/ 3426680 w 5799173"/>
              <a:gd name="connsiteY40727" fmla="*/ 3455450 h 5017219"/>
              <a:gd name="connsiteX40728" fmla="*/ 1360639 w 5799173"/>
              <a:gd name="connsiteY40728" fmla="*/ 2907290 h 5017219"/>
              <a:gd name="connsiteX40729" fmla="*/ 1359393 w 5799173"/>
              <a:gd name="connsiteY40729" fmla="*/ 2906626 h 5017219"/>
              <a:gd name="connsiteX40730" fmla="*/ 1349507 w 5799173"/>
              <a:gd name="connsiteY40730" fmla="*/ 2889511 h 5017219"/>
              <a:gd name="connsiteX40731" fmla="*/ 1349507 w 5799173"/>
              <a:gd name="connsiteY40731" fmla="*/ 2888099 h 5017219"/>
              <a:gd name="connsiteX40732" fmla="*/ 1359393 w 5799173"/>
              <a:gd name="connsiteY40732" fmla="*/ 2870985 h 5017219"/>
              <a:gd name="connsiteX40733" fmla="*/ 1360640 w 5799173"/>
              <a:gd name="connsiteY40733" fmla="*/ 2870320 h 5017219"/>
              <a:gd name="connsiteX40734" fmla="*/ 1380329 w 5799173"/>
              <a:gd name="connsiteY40734" fmla="*/ 2870320 h 5017219"/>
              <a:gd name="connsiteX40735" fmla="*/ 1381576 w 5799173"/>
              <a:gd name="connsiteY40735" fmla="*/ 2870985 h 5017219"/>
              <a:gd name="connsiteX40736" fmla="*/ 1391462 w 5799173"/>
              <a:gd name="connsiteY40736" fmla="*/ 2888099 h 5017219"/>
              <a:gd name="connsiteX40737" fmla="*/ 1391462 w 5799173"/>
              <a:gd name="connsiteY40737" fmla="*/ 2889511 h 5017219"/>
              <a:gd name="connsiteX40738" fmla="*/ 1381576 w 5799173"/>
              <a:gd name="connsiteY40738" fmla="*/ 2906626 h 5017219"/>
              <a:gd name="connsiteX40739" fmla="*/ 1380329 w 5799173"/>
              <a:gd name="connsiteY40739" fmla="*/ 2907290 h 5017219"/>
              <a:gd name="connsiteX40740" fmla="*/ 1420825 w 5799173"/>
              <a:gd name="connsiteY40740" fmla="*/ 2923417 h 5017219"/>
              <a:gd name="connsiteX40741" fmla="*/ 1419579 w 5799173"/>
              <a:gd name="connsiteY40741" fmla="*/ 2922753 h 5017219"/>
              <a:gd name="connsiteX40742" fmla="*/ 1409693 w 5799173"/>
              <a:gd name="connsiteY40742" fmla="*/ 2905638 h 5017219"/>
              <a:gd name="connsiteX40743" fmla="*/ 1409693 w 5799173"/>
              <a:gd name="connsiteY40743" fmla="*/ 2904226 h 5017219"/>
              <a:gd name="connsiteX40744" fmla="*/ 1419579 w 5799173"/>
              <a:gd name="connsiteY40744" fmla="*/ 2887112 h 5017219"/>
              <a:gd name="connsiteX40745" fmla="*/ 1420825 w 5799173"/>
              <a:gd name="connsiteY40745" fmla="*/ 2886447 h 5017219"/>
              <a:gd name="connsiteX40746" fmla="*/ 1440515 w 5799173"/>
              <a:gd name="connsiteY40746" fmla="*/ 2886447 h 5017219"/>
              <a:gd name="connsiteX40747" fmla="*/ 1441762 w 5799173"/>
              <a:gd name="connsiteY40747" fmla="*/ 2887112 h 5017219"/>
              <a:gd name="connsiteX40748" fmla="*/ 1451648 w 5799173"/>
              <a:gd name="connsiteY40748" fmla="*/ 2904226 h 5017219"/>
              <a:gd name="connsiteX40749" fmla="*/ 1451648 w 5799173"/>
              <a:gd name="connsiteY40749" fmla="*/ 2905638 h 5017219"/>
              <a:gd name="connsiteX40750" fmla="*/ 1441762 w 5799173"/>
              <a:gd name="connsiteY40750" fmla="*/ 2922753 h 5017219"/>
              <a:gd name="connsiteX40751" fmla="*/ 1440515 w 5799173"/>
              <a:gd name="connsiteY40751" fmla="*/ 2923417 h 5017219"/>
              <a:gd name="connsiteX40752" fmla="*/ 1541198 w 5799173"/>
              <a:gd name="connsiteY40752" fmla="*/ 2955671 h 5017219"/>
              <a:gd name="connsiteX40753" fmla="*/ 1539951 w 5799173"/>
              <a:gd name="connsiteY40753" fmla="*/ 2955007 h 5017219"/>
              <a:gd name="connsiteX40754" fmla="*/ 1530065 w 5799173"/>
              <a:gd name="connsiteY40754" fmla="*/ 2937892 h 5017219"/>
              <a:gd name="connsiteX40755" fmla="*/ 1530065 w 5799173"/>
              <a:gd name="connsiteY40755" fmla="*/ 2936480 h 5017219"/>
              <a:gd name="connsiteX40756" fmla="*/ 1539952 w 5799173"/>
              <a:gd name="connsiteY40756" fmla="*/ 2919366 h 5017219"/>
              <a:gd name="connsiteX40757" fmla="*/ 1541198 w 5799173"/>
              <a:gd name="connsiteY40757" fmla="*/ 2918701 h 5017219"/>
              <a:gd name="connsiteX40758" fmla="*/ 1560888 w 5799173"/>
              <a:gd name="connsiteY40758" fmla="*/ 2918701 h 5017219"/>
              <a:gd name="connsiteX40759" fmla="*/ 1562134 w 5799173"/>
              <a:gd name="connsiteY40759" fmla="*/ 2919366 h 5017219"/>
              <a:gd name="connsiteX40760" fmla="*/ 1572020 w 5799173"/>
              <a:gd name="connsiteY40760" fmla="*/ 2936480 h 5017219"/>
              <a:gd name="connsiteX40761" fmla="*/ 1572020 w 5799173"/>
              <a:gd name="connsiteY40761" fmla="*/ 2937892 h 5017219"/>
              <a:gd name="connsiteX40762" fmla="*/ 1562134 w 5799173"/>
              <a:gd name="connsiteY40762" fmla="*/ 2955007 h 5017219"/>
              <a:gd name="connsiteX40763" fmla="*/ 1560887 w 5799173"/>
              <a:gd name="connsiteY40763" fmla="*/ 2955671 h 5017219"/>
              <a:gd name="connsiteX40764" fmla="*/ 4008833 w 5799173"/>
              <a:gd name="connsiteY40764" fmla="*/ 3616872 h 5017219"/>
              <a:gd name="connsiteX40765" fmla="*/ 4007670 w 5799173"/>
              <a:gd name="connsiteY40765" fmla="*/ 3616208 h 5017219"/>
              <a:gd name="connsiteX40766" fmla="*/ 3997783 w 5799173"/>
              <a:gd name="connsiteY40766" fmla="*/ 3599093 h 5017219"/>
              <a:gd name="connsiteX40767" fmla="*/ 3997783 w 5799173"/>
              <a:gd name="connsiteY40767" fmla="*/ 3597680 h 5017219"/>
              <a:gd name="connsiteX40768" fmla="*/ 4007670 w 5799173"/>
              <a:gd name="connsiteY40768" fmla="*/ 3580567 h 5017219"/>
              <a:gd name="connsiteX40769" fmla="*/ 4008833 w 5799173"/>
              <a:gd name="connsiteY40769" fmla="*/ 3579902 h 5017219"/>
              <a:gd name="connsiteX40770" fmla="*/ 4028523 w 5799173"/>
              <a:gd name="connsiteY40770" fmla="*/ 3579902 h 5017219"/>
              <a:gd name="connsiteX40771" fmla="*/ 4029686 w 5799173"/>
              <a:gd name="connsiteY40771" fmla="*/ 3580567 h 5017219"/>
              <a:gd name="connsiteX40772" fmla="*/ 4039573 w 5799173"/>
              <a:gd name="connsiteY40772" fmla="*/ 3597681 h 5017219"/>
              <a:gd name="connsiteX40773" fmla="*/ 4039572 w 5799173"/>
              <a:gd name="connsiteY40773" fmla="*/ 3599093 h 5017219"/>
              <a:gd name="connsiteX40774" fmla="*/ 4029686 w 5799173"/>
              <a:gd name="connsiteY40774" fmla="*/ 3616208 h 5017219"/>
              <a:gd name="connsiteX40775" fmla="*/ 4028523 w 5799173"/>
              <a:gd name="connsiteY40775" fmla="*/ 3616872 h 5017219"/>
              <a:gd name="connsiteX40776" fmla="*/ 1300449 w 5799173"/>
              <a:gd name="connsiteY40776" fmla="*/ 2891268 h 5017219"/>
              <a:gd name="connsiteX40777" fmla="*/ 1299204 w 5799173"/>
              <a:gd name="connsiteY40777" fmla="*/ 2890604 h 5017219"/>
              <a:gd name="connsiteX40778" fmla="*/ 1289317 w 5799173"/>
              <a:gd name="connsiteY40778" fmla="*/ 2873406 h 5017219"/>
              <a:gd name="connsiteX40779" fmla="*/ 1289317 w 5799173"/>
              <a:gd name="connsiteY40779" fmla="*/ 2871994 h 5017219"/>
              <a:gd name="connsiteX40780" fmla="*/ 1299204 w 5799173"/>
              <a:gd name="connsiteY40780" fmla="*/ 2854797 h 5017219"/>
              <a:gd name="connsiteX40781" fmla="*/ 1300449 w 5799173"/>
              <a:gd name="connsiteY40781" fmla="*/ 2854132 h 5017219"/>
              <a:gd name="connsiteX40782" fmla="*/ 1320305 w 5799173"/>
              <a:gd name="connsiteY40782" fmla="*/ 2854132 h 5017219"/>
              <a:gd name="connsiteX40783" fmla="*/ 1321552 w 5799173"/>
              <a:gd name="connsiteY40783" fmla="*/ 2854797 h 5017219"/>
              <a:gd name="connsiteX40784" fmla="*/ 1331438 w 5799173"/>
              <a:gd name="connsiteY40784" fmla="*/ 2871994 h 5017219"/>
              <a:gd name="connsiteX40785" fmla="*/ 1331438 w 5799173"/>
              <a:gd name="connsiteY40785" fmla="*/ 2873406 h 5017219"/>
              <a:gd name="connsiteX40786" fmla="*/ 1321552 w 5799173"/>
              <a:gd name="connsiteY40786" fmla="*/ 2890604 h 5017219"/>
              <a:gd name="connsiteX40787" fmla="*/ 1320305 w 5799173"/>
              <a:gd name="connsiteY40787" fmla="*/ 2891268 h 5017219"/>
              <a:gd name="connsiteX40788" fmla="*/ 1481008 w 5799173"/>
              <a:gd name="connsiteY40788" fmla="*/ 2939648 h 5017219"/>
              <a:gd name="connsiteX40789" fmla="*/ 1479763 w 5799173"/>
              <a:gd name="connsiteY40789" fmla="*/ 2938984 h 5017219"/>
              <a:gd name="connsiteX40790" fmla="*/ 1469876 w 5799173"/>
              <a:gd name="connsiteY40790" fmla="*/ 2921786 h 5017219"/>
              <a:gd name="connsiteX40791" fmla="*/ 1469876 w 5799173"/>
              <a:gd name="connsiteY40791" fmla="*/ 2920374 h 5017219"/>
              <a:gd name="connsiteX40792" fmla="*/ 1479762 w 5799173"/>
              <a:gd name="connsiteY40792" fmla="*/ 2903177 h 5017219"/>
              <a:gd name="connsiteX40793" fmla="*/ 1481008 w 5799173"/>
              <a:gd name="connsiteY40793" fmla="*/ 2902512 h 5017219"/>
              <a:gd name="connsiteX40794" fmla="*/ 1500864 w 5799173"/>
              <a:gd name="connsiteY40794" fmla="*/ 2902512 h 5017219"/>
              <a:gd name="connsiteX40795" fmla="*/ 1502111 w 5799173"/>
              <a:gd name="connsiteY40795" fmla="*/ 2903177 h 5017219"/>
              <a:gd name="connsiteX40796" fmla="*/ 1511996 w 5799173"/>
              <a:gd name="connsiteY40796" fmla="*/ 2920374 h 5017219"/>
              <a:gd name="connsiteX40797" fmla="*/ 1511997 w 5799173"/>
              <a:gd name="connsiteY40797" fmla="*/ 2921786 h 5017219"/>
              <a:gd name="connsiteX40798" fmla="*/ 1502110 w 5799173"/>
              <a:gd name="connsiteY40798" fmla="*/ 2938984 h 5017219"/>
              <a:gd name="connsiteX40799" fmla="*/ 1500864 w 5799173"/>
              <a:gd name="connsiteY40799" fmla="*/ 2939648 h 5017219"/>
              <a:gd name="connsiteX40800" fmla="*/ 3888457 w 5799173"/>
              <a:gd name="connsiteY40800" fmla="*/ 3584722 h 5017219"/>
              <a:gd name="connsiteX40801" fmla="*/ 3887211 w 5799173"/>
              <a:gd name="connsiteY40801" fmla="*/ 3584058 h 5017219"/>
              <a:gd name="connsiteX40802" fmla="*/ 3877325 w 5799173"/>
              <a:gd name="connsiteY40802" fmla="*/ 3566860 h 5017219"/>
              <a:gd name="connsiteX40803" fmla="*/ 3877325 w 5799173"/>
              <a:gd name="connsiteY40803" fmla="*/ 3565449 h 5017219"/>
              <a:gd name="connsiteX40804" fmla="*/ 3887211 w 5799173"/>
              <a:gd name="connsiteY40804" fmla="*/ 3548251 h 5017219"/>
              <a:gd name="connsiteX40805" fmla="*/ 3888457 w 5799173"/>
              <a:gd name="connsiteY40805" fmla="*/ 3547586 h 5017219"/>
              <a:gd name="connsiteX40806" fmla="*/ 3908314 w 5799173"/>
              <a:gd name="connsiteY40806" fmla="*/ 3547586 h 5017219"/>
              <a:gd name="connsiteX40807" fmla="*/ 3909560 w 5799173"/>
              <a:gd name="connsiteY40807" fmla="*/ 3548251 h 5017219"/>
              <a:gd name="connsiteX40808" fmla="*/ 3919446 w 5799173"/>
              <a:gd name="connsiteY40808" fmla="*/ 3565448 h 5017219"/>
              <a:gd name="connsiteX40809" fmla="*/ 3919446 w 5799173"/>
              <a:gd name="connsiteY40809" fmla="*/ 3566860 h 5017219"/>
              <a:gd name="connsiteX40810" fmla="*/ 3909560 w 5799173"/>
              <a:gd name="connsiteY40810" fmla="*/ 3584058 h 5017219"/>
              <a:gd name="connsiteX40811" fmla="*/ 3908314 w 5799173"/>
              <a:gd name="connsiteY40811" fmla="*/ 3584723 h 5017219"/>
              <a:gd name="connsiteX40812" fmla="*/ 1601300 w 5799173"/>
              <a:gd name="connsiteY40812" fmla="*/ 2971974 h 5017219"/>
              <a:gd name="connsiteX40813" fmla="*/ 1600054 w 5799173"/>
              <a:gd name="connsiteY40813" fmla="*/ 2971310 h 5017219"/>
              <a:gd name="connsiteX40814" fmla="*/ 1590084 w 5799173"/>
              <a:gd name="connsiteY40814" fmla="*/ 2954029 h 5017219"/>
              <a:gd name="connsiteX40815" fmla="*/ 1590084 w 5799173"/>
              <a:gd name="connsiteY40815" fmla="*/ 2952617 h 5017219"/>
              <a:gd name="connsiteX40816" fmla="*/ 1600054 w 5799173"/>
              <a:gd name="connsiteY40816" fmla="*/ 2935337 h 5017219"/>
              <a:gd name="connsiteX40817" fmla="*/ 1601300 w 5799173"/>
              <a:gd name="connsiteY40817" fmla="*/ 2934672 h 5017219"/>
              <a:gd name="connsiteX40818" fmla="*/ 1621239 w 5799173"/>
              <a:gd name="connsiteY40818" fmla="*/ 2934672 h 5017219"/>
              <a:gd name="connsiteX40819" fmla="*/ 1622485 w 5799173"/>
              <a:gd name="connsiteY40819" fmla="*/ 2935337 h 5017219"/>
              <a:gd name="connsiteX40820" fmla="*/ 1632454 w 5799173"/>
              <a:gd name="connsiteY40820" fmla="*/ 2952617 h 5017219"/>
              <a:gd name="connsiteX40821" fmla="*/ 1632454 w 5799173"/>
              <a:gd name="connsiteY40821" fmla="*/ 2954029 h 5017219"/>
              <a:gd name="connsiteX40822" fmla="*/ 1622485 w 5799173"/>
              <a:gd name="connsiteY40822" fmla="*/ 2971310 h 5017219"/>
              <a:gd name="connsiteX40823" fmla="*/ 1621239 w 5799173"/>
              <a:gd name="connsiteY40823" fmla="*/ 2971974 h 5017219"/>
              <a:gd name="connsiteX40824" fmla="*/ 1721672 w 5799173"/>
              <a:gd name="connsiteY40824" fmla="*/ 3004228 h 5017219"/>
              <a:gd name="connsiteX40825" fmla="*/ 1720425 w 5799173"/>
              <a:gd name="connsiteY40825" fmla="*/ 3003564 h 5017219"/>
              <a:gd name="connsiteX40826" fmla="*/ 1710455 w 5799173"/>
              <a:gd name="connsiteY40826" fmla="*/ 2986283 h 5017219"/>
              <a:gd name="connsiteX40827" fmla="*/ 1710455 w 5799173"/>
              <a:gd name="connsiteY40827" fmla="*/ 2984871 h 5017219"/>
              <a:gd name="connsiteX40828" fmla="*/ 1720425 w 5799173"/>
              <a:gd name="connsiteY40828" fmla="*/ 2967591 h 5017219"/>
              <a:gd name="connsiteX40829" fmla="*/ 1721671 w 5799173"/>
              <a:gd name="connsiteY40829" fmla="*/ 2966926 h 5017219"/>
              <a:gd name="connsiteX40830" fmla="*/ 1741610 w 5799173"/>
              <a:gd name="connsiteY40830" fmla="*/ 2966926 h 5017219"/>
              <a:gd name="connsiteX40831" fmla="*/ 1742856 w 5799173"/>
              <a:gd name="connsiteY40831" fmla="*/ 2967591 h 5017219"/>
              <a:gd name="connsiteX40832" fmla="*/ 1752826 w 5799173"/>
              <a:gd name="connsiteY40832" fmla="*/ 2984871 h 5017219"/>
              <a:gd name="connsiteX40833" fmla="*/ 1752826 w 5799173"/>
              <a:gd name="connsiteY40833" fmla="*/ 2986283 h 5017219"/>
              <a:gd name="connsiteX40834" fmla="*/ 1742856 w 5799173"/>
              <a:gd name="connsiteY40834" fmla="*/ 3003564 h 5017219"/>
              <a:gd name="connsiteX40835" fmla="*/ 1741610 w 5799173"/>
              <a:gd name="connsiteY40835" fmla="*/ 3004228 h 5017219"/>
              <a:gd name="connsiteX40836" fmla="*/ 3587444 w 5799173"/>
              <a:gd name="connsiteY40836" fmla="*/ 3504161 h 5017219"/>
              <a:gd name="connsiteX40837" fmla="*/ 3586198 w 5799173"/>
              <a:gd name="connsiteY40837" fmla="*/ 3503496 h 5017219"/>
              <a:gd name="connsiteX40838" fmla="*/ 3576229 w 5799173"/>
              <a:gd name="connsiteY40838" fmla="*/ 3486215 h 5017219"/>
              <a:gd name="connsiteX40839" fmla="*/ 3576229 w 5799173"/>
              <a:gd name="connsiteY40839" fmla="*/ 3484803 h 5017219"/>
              <a:gd name="connsiteX40840" fmla="*/ 3586198 w 5799173"/>
              <a:gd name="connsiteY40840" fmla="*/ 3467523 h 5017219"/>
              <a:gd name="connsiteX40841" fmla="*/ 3587444 w 5799173"/>
              <a:gd name="connsiteY40841" fmla="*/ 3466858 h 5017219"/>
              <a:gd name="connsiteX40842" fmla="*/ 3607384 w 5799173"/>
              <a:gd name="connsiteY40842" fmla="*/ 3466858 h 5017219"/>
              <a:gd name="connsiteX40843" fmla="*/ 3608630 w 5799173"/>
              <a:gd name="connsiteY40843" fmla="*/ 3467523 h 5017219"/>
              <a:gd name="connsiteX40844" fmla="*/ 3618599 w 5799173"/>
              <a:gd name="connsiteY40844" fmla="*/ 3484803 h 5017219"/>
              <a:gd name="connsiteX40845" fmla="*/ 3618599 w 5799173"/>
              <a:gd name="connsiteY40845" fmla="*/ 3486215 h 5017219"/>
              <a:gd name="connsiteX40846" fmla="*/ 3608630 w 5799173"/>
              <a:gd name="connsiteY40846" fmla="*/ 3503496 h 5017219"/>
              <a:gd name="connsiteX40847" fmla="*/ 3607384 w 5799173"/>
              <a:gd name="connsiteY40847" fmla="*/ 3504160 h 5017219"/>
              <a:gd name="connsiteX40848" fmla="*/ 3527198 w 5799173"/>
              <a:gd name="connsiteY40848" fmla="*/ 3488203 h 5017219"/>
              <a:gd name="connsiteX40849" fmla="*/ 3525952 w 5799173"/>
              <a:gd name="connsiteY40849" fmla="*/ 3487455 h 5017219"/>
              <a:gd name="connsiteX40850" fmla="*/ 3515899 w 5799173"/>
              <a:gd name="connsiteY40850" fmla="*/ 3470010 h 5017219"/>
              <a:gd name="connsiteX40851" fmla="*/ 3515899 w 5799173"/>
              <a:gd name="connsiteY40851" fmla="*/ 3468596 h 5017219"/>
              <a:gd name="connsiteX40852" fmla="*/ 3525952 w 5799173"/>
              <a:gd name="connsiteY40852" fmla="*/ 3451151 h 5017219"/>
              <a:gd name="connsiteX40853" fmla="*/ 3527198 w 5799173"/>
              <a:gd name="connsiteY40853" fmla="*/ 3450403 h 5017219"/>
              <a:gd name="connsiteX40854" fmla="*/ 3547303 w 5799173"/>
              <a:gd name="connsiteY40854" fmla="*/ 3450402 h 5017219"/>
              <a:gd name="connsiteX40855" fmla="*/ 3548549 w 5799173"/>
              <a:gd name="connsiteY40855" fmla="*/ 3451150 h 5017219"/>
              <a:gd name="connsiteX40856" fmla="*/ 3558601 w 5799173"/>
              <a:gd name="connsiteY40856" fmla="*/ 3468596 h 5017219"/>
              <a:gd name="connsiteX40857" fmla="*/ 3558602 w 5799173"/>
              <a:gd name="connsiteY40857" fmla="*/ 3470009 h 5017219"/>
              <a:gd name="connsiteX40858" fmla="*/ 3548549 w 5799173"/>
              <a:gd name="connsiteY40858" fmla="*/ 3487455 h 5017219"/>
              <a:gd name="connsiteX40859" fmla="*/ 3547303 w 5799173"/>
              <a:gd name="connsiteY40859" fmla="*/ 3488203 h 5017219"/>
              <a:gd name="connsiteX40860" fmla="*/ 1179933 w 5799173"/>
              <a:gd name="connsiteY40860" fmla="*/ 2859256 h 5017219"/>
              <a:gd name="connsiteX40861" fmla="*/ 1178687 w 5799173"/>
              <a:gd name="connsiteY40861" fmla="*/ 2858508 h 5017219"/>
              <a:gd name="connsiteX40862" fmla="*/ 1168635 w 5799173"/>
              <a:gd name="connsiteY40862" fmla="*/ 2841062 h 5017219"/>
              <a:gd name="connsiteX40863" fmla="*/ 1168635 w 5799173"/>
              <a:gd name="connsiteY40863" fmla="*/ 2839649 h 5017219"/>
              <a:gd name="connsiteX40864" fmla="*/ 1178687 w 5799173"/>
              <a:gd name="connsiteY40864" fmla="*/ 2822203 h 5017219"/>
              <a:gd name="connsiteX40865" fmla="*/ 1179933 w 5799173"/>
              <a:gd name="connsiteY40865" fmla="*/ 2821455 h 5017219"/>
              <a:gd name="connsiteX40866" fmla="*/ 1200039 w 5799173"/>
              <a:gd name="connsiteY40866" fmla="*/ 2821455 h 5017219"/>
              <a:gd name="connsiteX40867" fmla="*/ 1201285 w 5799173"/>
              <a:gd name="connsiteY40867" fmla="*/ 2822203 h 5017219"/>
              <a:gd name="connsiteX40868" fmla="*/ 1211338 w 5799173"/>
              <a:gd name="connsiteY40868" fmla="*/ 2839649 h 5017219"/>
              <a:gd name="connsiteX40869" fmla="*/ 1211338 w 5799173"/>
              <a:gd name="connsiteY40869" fmla="*/ 2841062 h 5017219"/>
              <a:gd name="connsiteX40870" fmla="*/ 1201285 w 5799173"/>
              <a:gd name="connsiteY40870" fmla="*/ 2858508 h 5017219"/>
              <a:gd name="connsiteX40871" fmla="*/ 1200039 w 5799173"/>
              <a:gd name="connsiteY40871" fmla="*/ 2859256 h 5017219"/>
              <a:gd name="connsiteX40872" fmla="*/ 3948418 w 5799173"/>
              <a:gd name="connsiteY40872" fmla="*/ 3601173 h 5017219"/>
              <a:gd name="connsiteX40873" fmla="*/ 3947172 w 5799173"/>
              <a:gd name="connsiteY40873" fmla="*/ 3600426 h 5017219"/>
              <a:gd name="connsiteX40874" fmla="*/ 3937036 w 5799173"/>
              <a:gd name="connsiteY40874" fmla="*/ 3582896 h 5017219"/>
              <a:gd name="connsiteX40875" fmla="*/ 3937036 w 5799173"/>
              <a:gd name="connsiteY40875" fmla="*/ 3581484 h 5017219"/>
              <a:gd name="connsiteX40876" fmla="*/ 3947172 w 5799173"/>
              <a:gd name="connsiteY40876" fmla="*/ 3563954 h 5017219"/>
              <a:gd name="connsiteX40877" fmla="*/ 3948418 w 5799173"/>
              <a:gd name="connsiteY40877" fmla="*/ 3563206 h 5017219"/>
              <a:gd name="connsiteX40878" fmla="*/ 3968689 w 5799173"/>
              <a:gd name="connsiteY40878" fmla="*/ 3563206 h 5017219"/>
              <a:gd name="connsiteX40879" fmla="*/ 3969935 w 5799173"/>
              <a:gd name="connsiteY40879" fmla="*/ 3563954 h 5017219"/>
              <a:gd name="connsiteX40880" fmla="*/ 3980071 w 5799173"/>
              <a:gd name="connsiteY40880" fmla="*/ 3581484 h 5017219"/>
              <a:gd name="connsiteX40881" fmla="*/ 3980071 w 5799173"/>
              <a:gd name="connsiteY40881" fmla="*/ 3582896 h 5017219"/>
              <a:gd name="connsiteX40882" fmla="*/ 3969935 w 5799173"/>
              <a:gd name="connsiteY40882" fmla="*/ 3600426 h 5017219"/>
              <a:gd name="connsiteX40883" fmla="*/ 3968689 w 5799173"/>
              <a:gd name="connsiteY40883" fmla="*/ 3601173 h 5017219"/>
              <a:gd name="connsiteX40884" fmla="*/ 3767775 w 5799173"/>
              <a:gd name="connsiteY40884" fmla="*/ 3552876 h 5017219"/>
              <a:gd name="connsiteX40885" fmla="*/ 3766529 w 5799173"/>
              <a:gd name="connsiteY40885" fmla="*/ 3552129 h 5017219"/>
              <a:gd name="connsiteX40886" fmla="*/ 3756393 w 5799173"/>
              <a:gd name="connsiteY40886" fmla="*/ 3534516 h 5017219"/>
              <a:gd name="connsiteX40887" fmla="*/ 3756393 w 5799173"/>
              <a:gd name="connsiteY40887" fmla="*/ 3533104 h 5017219"/>
              <a:gd name="connsiteX40888" fmla="*/ 3766612 w 5799173"/>
              <a:gd name="connsiteY40888" fmla="*/ 3515491 h 5017219"/>
              <a:gd name="connsiteX40889" fmla="*/ 3767858 w 5799173"/>
              <a:gd name="connsiteY40889" fmla="*/ 3514743 h 5017219"/>
              <a:gd name="connsiteX40890" fmla="*/ 3788212 w 5799173"/>
              <a:gd name="connsiteY40890" fmla="*/ 3514743 h 5017219"/>
              <a:gd name="connsiteX40891" fmla="*/ 3789459 w 5799173"/>
              <a:gd name="connsiteY40891" fmla="*/ 3515491 h 5017219"/>
              <a:gd name="connsiteX40892" fmla="*/ 3799594 w 5799173"/>
              <a:gd name="connsiteY40892" fmla="*/ 3533104 h 5017219"/>
              <a:gd name="connsiteX40893" fmla="*/ 3799594 w 5799173"/>
              <a:gd name="connsiteY40893" fmla="*/ 3534516 h 5017219"/>
              <a:gd name="connsiteX40894" fmla="*/ 3789375 w 5799173"/>
              <a:gd name="connsiteY40894" fmla="*/ 3552129 h 5017219"/>
              <a:gd name="connsiteX40895" fmla="*/ 3788129 w 5799173"/>
              <a:gd name="connsiteY40895" fmla="*/ 3552876 h 5017219"/>
              <a:gd name="connsiteX40896" fmla="*/ 4670466 w 5799173"/>
              <a:gd name="connsiteY40896" fmla="*/ 3795015 h 5017219"/>
              <a:gd name="connsiteX40897" fmla="*/ 4669220 w 5799173"/>
              <a:gd name="connsiteY40897" fmla="*/ 3794267 h 5017219"/>
              <a:gd name="connsiteX40898" fmla="*/ 4658918 w 5799173"/>
              <a:gd name="connsiteY40898" fmla="*/ 3776488 h 5017219"/>
              <a:gd name="connsiteX40899" fmla="*/ 4658918 w 5799173"/>
              <a:gd name="connsiteY40899" fmla="*/ 3775076 h 5017219"/>
              <a:gd name="connsiteX40900" fmla="*/ 4669220 w 5799173"/>
              <a:gd name="connsiteY40900" fmla="*/ 3757297 h 5017219"/>
              <a:gd name="connsiteX40901" fmla="*/ 4670466 w 5799173"/>
              <a:gd name="connsiteY40901" fmla="*/ 3756549 h 5017219"/>
              <a:gd name="connsiteX40902" fmla="*/ 4690986 w 5799173"/>
              <a:gd name="connsiteY40902" fmla="*/ 3756549 h 5017219"/>
              <a:gd name="connsiteX40903" fmla="*/ 4692233 w 5799173"/>
              <a:gd name="connsiteY40903" fmla="*/ 3757297 h 5017219"/>
              <a:gd name="connsiteX40904" fmla="*/ 4702534 w 5799173"/>
              <a:gd name="connsiteY40904" fmla="*/ 3775076 h 5017219"/>
              <a:gd name="connsiteX40905" fmla="*/ 4702534 w 5799173"/>
              <a:gd name="connsiteY40905" fmla="*/ 3776488 h 5017219"/>
              <a:gd name="connsiteX40906" fmla="*/ 4692233 w 5799173"/>
              <a:gd name="connsiteY40906" fmla="*/ 3794267 h 5017219"/>
              <a:gd name="connsiteX40907" fmla="*/ 4690986 w 5799173"/>
              <a:gd name="connsiteY40907" fmla="*/ 3795015 h 5017219"/>
              <a:gd name="connsiteX40908" fmla="*/ 1781535 w 5799173"/>
              <a:gd name="connsiteY40908" fmla="*/ 3021032 h 5017219"/>
              <a:gd name="connsiteX40909" fmla="*/ 1780288 w 5799173"/>
              <a:gd name="connsiteY40909" fmla="*/ 3020284 h 5017219"/>
              <a:gd name="connsiteX40910" fmla="*/ 1769987 w 5799173"/>
              <a:gd name="connsiteY40910" fmla="*/ 3002422 h 5017219"/>
              <a:gd name="connsiteX40911" fmla="*/ 1769987 w 5799173"/>
              <a:gd name="connsiteY40911" fmla="*/ 3000927 h 5017219"/>
              <a:gd name="connsiteX40912" fmla="*/ 1780288 w 5799173"/>
              <a:gd name="connsiteY40912" fmla="*/ 2983065 h 5017219"/>
              <a:gd name="connsiteX40913" fmla="*/ 1781535 w 5799173"/>
              <a:gd name="connsiteY40913" fmla="*/ 2982317 h 5017219"/>
              <a:gd name="connsiteX40914" fmla="*/ 1802221 w 5799173"/>
              <a:gd name="connsiteY40914" fmla="*/ 2982317 h 5017219"/>
              <a:gd name="connsiteX40915" fmla="*/ 1803468 w 5799173"/>
              <a:gd name="connsiteY40915" fmla="*/ 2983065 h 5017219"/>
              <a:gd name="connsiteX40916" fmla="*/ 1813770 w 5799173"/>
              <a:gd name="connsiteY40916" fmla="*/ 3000927 h 5017219"/>
              <a:gd name="connsiteX40917" fmla="*/ 1813770 w 5799173"/>
              <a:gd name="connsiteY40917" fmla="*/ 3002422 h 5017219"/>
              <a:gd name="connsiteX40918" fmla="*/ 1803468 w 5799173"/>
              <a:gd name="connsiteY40918" fmla="*/ 3020284 h 5017219"/>
              <a:gd name="connsiteX40919" fmla="*/ 1802221 w 5799173"/>
              <a:gd name="connsiteY40919" fmla="*/ 3021032 h 5017219"/>
              <a:gd name="connsiteX40920" fmla="*/ 3707494 w 5799173"/>
              <a:gd name="connsiteY40920" fmla="*/ 3537091 h 5017219"/>
              <a:gd name="connsiteX40921" fmla="*/ 3706248 w 5799173"/>
              <a:gd name="connsiteY40921" fmla="*/ 3536343 h 5017219"/>
              <a:gd name="connsiteX40922" fmla="*/ 3695946 w 5799173"/>
              <a:gd name="connsiteY40922" fmla="*/ 3518481 h 5017219"/>
              <a:gd name="connsiteX40923" fmla="*/ 3695946 w 5799173"/>
              <a:gd name="connsiteY40923" fmla="*/ 3516986 h 5017219"/>
              <a:gd name="connsiteX40924" fmla="*/ 3706248 w 5799173"/>
              <a:gd name="connsiteY40924" fmla="*/ 3499124 h 5017219"/>
              <a:gd name="connsiteX40925" fmla="*/ 3707494 w 5799173"/>
              <a:gd name="connsiteY40925" fmla="*/ 3498376 h 5017219"/>
              <a:gd name="connsiteX40926" fmla="*/ 3728181 w 5799173"/>
              <a:gd name="connsiteY40926" fmla="*/ 3498376 h 5017219"/>
              <a:gd name="connsiteX40927" fmla="*/ 3729427 w 5799173"/>
              <a:gd name="connsiteY40927" fmla="*/ 3499124 h 5017219"/>
              <a:gd name="connsiteX40928" fmla="*/ 3739729 w 5799173"/>
              <a:gd name="connsiteY40928" fmla="*/ 3516986 h 5017219"/>
              <a:gd name="connsiteX40929" fmla="*/ 3739729 w 5799173"/>
              <a:gd name="connsiteY40929" fmla="*/ 3518481 h 5017219"/>
              <a:gd name="connsiteX40930" fmla="*/ 3729427 w 5799173"/>
              <a:gd name="connsiteY40930" fmla="*/ 3536343 h 5017219"/>
              <a:gd name="connsiteX40931" fmla="*/ 3728181 w 5799173"/>
              <a:gd name="connsiteY40931" fmla="*/ 3537091 h 5017219"/>
              <a:gd name="connsiteX40932" fmla="*/ 4489915 w 5799173"/>
              <a:gd name="connsiteY40932" fmla="*/ 3746740 h 5017219"/>
              <a:gd name="connsiteX40933" fmla="*/ 4488669 w 5799173"/>
              <a:gd name="connsiteY40933" fmla="*/ 3745992 h 5017219"/>
              <a:gd name="connsiteX40934" fmla="*/ 4478367 w 5799173"/>
              <a:gd name="connsiteY40934" fmla="*/ 3728130 h 5017219"/>
              <a:gd name="connsiteX40935" fmla="*/ 4478367 w 5799173"/>
              <a:gd name="connsiteY40935" fmla="*/ 3726635 h 5017219"/>
              <a:gd name="connsiteX40936" fmla="*/ 4488669 w 5799173"/>
              <a:gd name="connsiteY40936" fmla="*/ 3708773 h 5017219"/>
              <a:gd name="connsiteX40937" fmla="*/ 4489915 w 5799173"/>
              <a:gd name="connsiteY40937" fmla="*/ 3708025 h 5017219"/>
              <a:gd name="connsiteX40938" fmla="*/ 4510602 w 5799173"/>
              <a:gd name="connsiteY40938" fmla="*/ 3708025 h 5017219"/>
              <a:gd name="connsiteX40939" fmla="*/ 4511848 w 5799173"/>
              <a:gd name="connsiteY40939" fmla="*/ 3708773 h 5017219"/>
              <a:gd name="connsiteX40940" fmla="*/ 4522150 w 5799173"/>
              <a:gd name="connsiteY40940" fmla="*/ 3726635 h 5017219"/>
              <a:gd name="connsiteX40941" fmla="*/ 4522150 w 5799173"/>
              <a:gd name="connsiteY40941" fmla="*/ 3728130 h 5017219"/>
              <a:gd name="connsiteX40942" fmla="*/ 4511848 w 5799173"/>
              <a:gd name="connsiteY40942" fmla="*/ 3745992 h 5017219"/>
              <a:gd name="connsiteX40943" fmla="*/ 4510603 w 5799173"/>
              <a:gd name="connsiteY40943" fmla="*/ 3746740 h 5017219"/>
              <a:gd name="connsiteX40944" fmla="*/ 4550102 w 5799173"/>
              <a:gd name="connsiteY40944" fmla="*/ 3762867 h 5017219"/>
              <a:gd name="connsiteX40945" fmla="*/ 4548856 w 5799173"/>
              <a:gd name="connsiteY40945" fmla="*/ 3762119 h 5017219"/>
              <a:gd name="connsiteX40946" fmla="*/ 4538554 w 5799173"/>
              <a:gd name="connsiteY40946" fmla="*/ 3744257 h 5017219"/>
              <a:gd name="connsiteX40947" fmla="*/ 4538554 w 5799173"/>
              <a:gd name="connsiteY40947" fmla="*/ 3742762 h 5017219"/>
              <a:gd name="connsiteX40948" fmla="*/ 4548856 w 5799173"/>
              <a:gd name="connsiteY40948" fmla="*/ 3724900 h 5017219"/>
              <a:gd name="connsiteX40949" fmla="*/ 4550102 w 5799173"/>
              <a:gd name="connsiteY40949" fmla="*/ 3724152 h 5017219"/>
              <a:gd name="connsiteX40950" fmla="*/ 4570789 w 5799173"/>
              <a:gd name="connsiteY40950" fmla="*/ 3724152 h 5017219"/>
              <a:gd name="connsiteX40951" fmla="*/ 4572035 w 5799173"/>
              <a:gd name="connsiteY40951" fmla="*/ 3724900 h 5017219"/>
              <a:gd name="connsiteX40952" fmla="*/ 4582337 w 5799173"/>
              <a:gd name="connsiteY40952" fmla="*/ 3742762 h 5017219"/>
              <a:gd name="connsiteX40953" fmla="*/ 4582337 w 5799173"/>
              <a:gd name="connsiteY40953" fmla="*/ 3744257 h 5017219"/>
              <a:gd name="connsiteX40954" fmla="*/ 4572035 w 5799173"/>
              <a:gd name="connsiteY40954" fmla="*/ 3762119 h 5017219"/>
              <a:gd name="connsiteX40955" fmla="*/ 4570790 w 5799173"/>
              <a:gd name="connsiteY40955" fmla="*/ 3762868 h 5017219"/>
              <a:gd name="connsiteX40956" fmla="*/ 2503688 w 5799173"/>
              <a:gd name="connsiteY40956" fmla="*/ 3214627 h 5017219"/>
              <a:gd name="connsiteX40957" fmla="*/ 2502443 w 5799173"/>
              <a:gd name="connsiteY40957" fmla="*/ 3213879 h 5017219"/>
              <a:gd name="connsiteX40958" fmla="*/ 2492058 w 5799173"/>
              <a:gd name="connsiteY40958" fmla="*/ 3195934 h 5017219"/>
              <a:gd name="connsiteX40959" fmla="*/ 2492058 w 5799173"/>
              <a:gd name="connsiteY40959" fmla="*/ 3194439 h 5017219"/>
              <a:gd name="connsiteX40960" fmla="*/ 2502443 w 5799173"/>
              <a:gd name="connsiteY40960" fmla="*/ 3176493 h 5017219"/>
              <a:gd name="connsiteX40961" fmla="*/ 2503689 w 5799173"/>
              <a:gd name="connsiteY40961" fmla="*/ 3175745 h 5017219"/>
              <a:gd name="connsiteX40962" fmla="*/ 2524458 w 5799173"/>
              <a:gd name="connsiteY40962" fmla="*/ 3175746 h 5017219"/>
              <a:gd name="connsiteX40963" fmla="*/ 2525705 w 5799173"/>
              <a:gd name="connsiteY40963" fmla="*/ 3176494 h 5017219"/>
              <a:gd name="connsiteX40964" fmla="*/ 2536089 w 5799173"/>
              <a:gd name="connsiteY40964" fmla="*/ 3194439 h 5017219"/>
              <a:gd name="connsiteX40965" fmla="*/ 2536090 w 5799173"/>
              <a:gd name="connsiteY40965" fmla="*/ 3195934 h 5017219"/>
              <a:gd name="connsiteX40966" fmla="*/ 2525705 w 5799173"/>
              <a:gd name="connsiteY40966" fmla="*/ 3213879 h 5017219"/>
              <a:gd name="connsiteX40967" fmla="*/ 2524459 w 5799173"/>
              <a:gd name="connsiteY40967" fmla="*/ 3214627 h 5017219"/>
              <a:gd name="connsiteX40968" fmla="*/ 3647227 w 5799173"/>
              <a:gd name="connsiteY40968" fmla="*/ 3521037 h 5017219"/>
              <a:gd name="connsiteX40969" fmla="*/ 3645981 w 5799173"/>
              <a:gd name="connsiteY40969" fmla="*/ 3520289 h 5017219"/>
              <a:gd name="connsiteX40970" fmla="*/ 3635596 w 5799173"/>
              <a:gd name="connsiteY40970" fmla="*/ 3502344 h 5017219"/>
              <a:gd name="connsiteX40971" fmla="*/ 3635596 w 5799173"/>
              <a:gd name="connsiteY40971" fmla="*/ 3500849 h 5017219"/>
              <a:gd name="connsiteX40972" fmla="*/ 3645981 w 5799173"/>
              <a:gd name="connsiteY40972" fmla="*/ 3482904 h 5017219"/>
              <a:gd name="connsiteX40973" fmla="*/ 3647227 w 5799173"/>
              <a:gd name="connsiteY40973" fmla="*/ 3482156 h 5017219"/>
              <a:gd name="connsiteX40974" fmla="*/ 3667997 w 5799173"/>
              <a:gd name="connsiteY40974" fmla="*/ 3482156 h 5017219"/>
              <a:gd name="connsiteX40975" fmla="*/ 3669243 w 5799173"/>
              <a:gd name="connsiteY40975" fmla="*/ 3482904 h 5017219"/>
              <a:gd name="connsiteX40976" fmla="*/ 3679628 w 5799173"/>
              <a:gd name="connsiteY40976" fmla="*/ 3500849 h 5017219"/>
              <a:gd name="connsiteX40977" fmla="*/ 3679628 w 5799173"/>
              <a:gd name="connsiteY40977" fmla="*/ 3502344 h 5017219"/>
              <a:gd name="connsiteX40978" fmla="*/ 3669243 w 5799173"/>
              <a:gd name="connsiteY40978" fmla="*/ 3520289 h 5017219"/>
              <a:gd name="connsiteX40979" fmla="*/ 3667997 w 5799173"/>
              <a:gd name="connsiteY40979" fmla="*/ 3521037 h 5017219"/>
              <a:gd name="connsiteX40980" fmla="*/ 4790765 w 5799173"/>
              <a:gd name="connsiteY40980" fmla="*/ 3827447 h 5017219"/>
              <a:gd name="connsiteX40981" fmla="*/ 4789519 w 5799173"/>
              <a:gd name="connsiteY40981" fmla="*/ 3826699 h 5017219"/>
              <a:gd name="connsiteX40982" fmla="*/ 4779134 w 5799173"/>
              <a:gd name="connsiteY40982" fmla="*/ 3808754 h 5017219"/>
              <a:gd name="connsiteX40983" fmla="*/ 4779134 w 5799173"/>
              <a:gd name="connsiteY40983" fmla="*/ 3807259 h 5017219"/>
              <a:gd name="connsiteX40984" fmla="*/ 4789519 w 5799173"/>
              <a:gd name="connsiteY40984" fmla="*/ 3789314 h 5017219"/>
              <a:gd name="connsiteX40985" fmla="*/ 4790765 w 5799173"/>
              <a:gd name="connsiteY40985" fmla="*/ 3788566 h 5017219"/>
              <a:gd name="connsiteX40986" fmla="*/ 4811535 w 5799173"/>
              <a:gd name="connsiteY40986" fmla="*/ 3788566 h 5017219"/>
              <a:gd name="connsiteX40987" fmla="*/ 4812781 w 5799173"/>
              <a:gd name="connsiteY40987" fmla="*/ 3789314 h 5017219"/>
              <a:gd name="connsiteX40988" fmla="*/ 4823166 w 5799173"/>
              <a:gd name="connsiteY40988" fmla="*/ 3807259 h 5017219"/>
              <a:gd name="connsiteX40989" fmla="*/ 4823166 w 5799173"/>
              <a:gd name="connsiteY40989" fmla="*/ 3808754 h 5017219"/>
              <a:gd name="connsiteX40990" fmla="*/ 4812781 w 5799173"/>
              <a:gd name="connsiteY40990" fmla="*/ 3826699 h 5017219"/>
              <a:gd name="connsiteX40991" fmla="*/ 4811535 w 5799173"/>
              <a:gd name="connsiteY40991" fmla="*/ 3827447 h 5017219"/>
              <a:gd name="connsiteX40992" fmla="*/ 4911138 w 5799173"/>
              <a:gd name="connsiteY40992" fmla="*/ 3859701 h 5017219"/>
              <a:gd name="connsiteX40993" fmla="*/ 4909892 w 5799173"/>
              <a:gd name="connsiteY40993" fmla="*/ 3858953 h 5017219"/>
              <a:gd name="connsiteX40994" fmla="*/ 4899507 w 5799173"/>
              <a:gd name="connsiteY40994" fmla="*/ 3841008 h 5017219"/>
              <a:gd name="connsiteX40995" fmla="*/ 4899507 w 5799173"/>
              <a:gd name="connsiteY40995" fmla="*/ 3839513 h 5017219"/>
              <a:gd name="connsiteX40996" fmla="*/ 4909892 w 5799173"/>
              <a:gd name="connsiteY40996" fmla="*/ 3821568 h 5017219"/>
              <a:gd name="connsiteX40997" fmla="*/ 4911138 w 5799173"/>
              <a:gd name="connsiteY40997" fmla="*/ 3820820 h 5017219"/>
              <a:gd name="connsiteX40998" fmla="*/ 4931908 w 5799173"/>
              <a:gd name="connsiteY40998" fmla="*/ 3820820 h 5017219"/>
              <a:gd name="connsiteX40999" fmla="*/ 4933154 w 5799173"/>
              <a:gd name="connsiteY40999" fmla="*/ 3821568 h 5017219"/>
              <a:gd name="connsiteX41000" fmla="*/ 4943539 w 5799173"/>
              <a:gd name="connsiteY41000" fmla="*/ 3839513 h 5017219"/>
              <a:gd name="connsiteX41001" fmla="*/ 4943539 w 5799173"/>
              <a:gd name="connsiteY41001" fmla="*/ 3841008 h 5017219"/>
              <a:gd name="connsiteX41002" fmla="*/ 4933154 w 5799173"/>
              <a:gd name="connsiteY41002" fmla="*/ 3858953 h 5017219"/>
              <a:gd name="connsiteX41003" fmla="*/ 4931908 w 5799173"/>
              <a:gd name="connsiteY41003" fmla="*/ 3859700 h 5017219"/>
              <a:gd name="connsiteX41004" fmla="*/ 2323046 w 5799173"/>
              <a:gd name="connsiteY41004" fmla="*/ 3166329 h 5017219"/>
              <a:gd name="connsiteX41005" fmla="*/ 2321800 w 5799173"/>
              <a:gd name="connsiteY41005" fmla="*/ 3165582 h 5017219"/>
              <a:gd name="connsiteX41006" fmla="*/ 2311415 w 5799173"/>
              <a:gd name="connsiteY41006" fmla="*/ 3147553 h 5017219"/>
              <a:gd name="connsiteX41007" fmla="*/ 2311415 w 5799173"/>
              <a:gd name="connsiteY41007" fmla="*/ 3146058 h 5017219"/>
              <a:gd name="connsiteX41008" fmla="*/ 2321883 w 5799173"/>
              <a:gd name="connsiteY41008" fmla="*/ 3128030 h 5017219"/>
              <a:gd name="connsiteX41009" fmla="*/ 2323129 w 5799173"/>
              <a:gd name="connsiteY41009" fmla="*/ 3127282 h 5017219"/>
              <a:gd name="connsiteX41010" fmla="*/ 2343982 w 5799173"/>
              <a:gd name="connsiteY41010" fmla="*/ 3127282 h 5017219"/>
              <a:gd name="connsiteX41011" fmla="*/ 2345228 w 5799173"/>
              <a:gd name="connsiteY41011" fmla="*/ 3128030 h 5017219"/>
              <a:gd name="connsiteX41012" fmla="*/ 2355613 w 5799173"/>
              <a:gd name="connsiteY41012" fmla="*/ 3146058 h 5017219"/>
              <a:gd name="connsiteX41013" fmla="*/ 2355613 w 5799173"/>
              <a:gd name="connsiteY41013" fmla="*/ 3147553 h 5017219"/>
              <a:gd name="connsiteX41014" fmla="*/ 2345145 w 5799173"/>
              <a:gd name="connsiteY41014" fmla="*/ 3165582 h 5017219"/>
              <a:gd name="connsiteX41015" fmla="*/ 2343899 w 5799173"/>
              <a:gd name="connsiteY41015" fmla="*/ 3166329 h 5017219"/>
              <a:gd name="connsiteX41016" fmla="*/ 4249005 w 5799173"/>
              <a:gd name="connsiteY41016" fmla="*/ 3682388 h 5017219"/>
              <a:gd name="connsiteX41017" fmla="*/ 4247759 w 5799173"/>
              <a:gd name="connsiteY41017" fmla="*/ 3681641 h 5017219"/>
              <a:gd name="connsiteX41018" fmla="*/ 4237374 w 5799173"/>
              <a:gd name="connsiteY41018" fmla="*/ 3663612 h 5017219"/>
              <a:gd name="connsiteX41019" fmla="*/ 4237374 w 5799173"/>
              <a:gd name="connsiteY41019" fmla="*/ 3662117 h 5017219"/>
              <a:gd name="connsiteX41020" fmla="*/ 4247842 w 5799173"/>
              <a:gd name="connsiteY41020" fmla="*/ 3644089 h 5017219"/>
              <a:gd name="connsiteX41021" fmla="*/ 4249089 w 5799173"/>
              <a:gd name="connsiteY41021" fmla="*/ 3643341 h 5017219"/>
              <a:gd name="connsiteX41022" fmla="*/ 4269942 w 5799173"/>
              <a:gd name="connsiteY41022" fmla="*/ 3643341 h 5017219"/>
              <a:gd name="connsiteX41023" fmla="*/ 4271187 w 5799173"/>
              <a:gd name="connsiteY41023" fmla="*/ 3644089 h 5017219"/>
              <a:gd name="connsiteX41024" fmla="*/ 4281572 w 5799173"/>
              <a:gd name="connsiteY41024" fmla="*/ 3662117 h 5017219"/>
              <a:gd name="connsiteX41025" fmla="*/ 4281572 w 5799173"/>
              <a:gd name="connsiteY41025" fmla="*/ 3663612 h 5017219"/>
              <a:gd name="connsiteX41026" fmla="*/ 4271104 w 5799173"/>
              <a:gd name="connsiteY41026" fmla="*/ 3681641 h 5017219"/>
              <a:gd name="connsiteX41027" fmla="*/ 4269858 w 5799173"/>
              <a:gd name="connsiteY41027" fmla="*/ 3682388 h 5017219"/>
              <a:gd name="connsiteX41028" fmla="*/ 4309191 w 5799173"/>
              <a:gd name="connsiteY41028" fmla="*/ 3698515 h 5017219"/>
              <a:gd name="connsiteX41029" fmla="*/ 4307945 w 5799173"/>
              <a:gd name="connsiteY41029" fmla="*/ 3697768 h 5017219"/>
              <a:gd name="connsiteX41030" fmla="*/ 4297560 w 5799173"/>
              <a:gd name="connsiteY41030" fmla="*/ 3679739 h 5017219"/>
              <a:gd name="connsiteX41031" fmla="*/ 4297560 w 5799173"/>
              <a:gd name="connsiteY41031" fmla="*/ 3678244 h 5017219"/>
              <a:gd name="connsiteX41032" fmla="*/ 4308028 w 5799173"/>
              <a:gd name="connsiteY41032" fmla="*/ 3660216 h 5017219"/>
              <a:gd name="connsiteX41033" fmla="*/ 4309274 w 5799173"/>
              <a:gd name="connsiteY41033" fmla="*/ 3659468 h 5017219"/>
              <a:gd name="connsiteX41034" fmla="*/ 4330127 w 5799173"/>
              <a:gd name="connsiteY41034" fmla="*/ 3659468 h 5017219"/>
              <a:gd name="connsiteX41035" fmla="*/ 4331373 w 5799173"/>
              <a:gd name="connsiteY41035" fmla="*/ 3660216 h 5017219"/>
              <a:gd name="connsiteX41036" fmla="*/ 4341758 w 5799173"/>
              <a:gd name="connsiteY41036" fmla="*/ 3678244 h 5017219"/>
              <a:gd name="connsiteX41037" fmla="*/ 4341758 w 5799173"/>
              <a:gd name="connsiteY41037" fmla="*/ 3679739 h 5017219"/>
              <a:gd name="connsiteX41038" fmla="*/ 4331290 w 5799173"/>
              <a:gd name="connsiteY41038" fmla="*/ 3697768 h 5017219"/>
              <a:gd name="connsiteX41039" fmla="*/ 4330044 w 5799173"/>
              <a:gd name="connsiteY41039" fmla="*/ 3698515 h 5017219"/>
              <a:gd name="connsiteX41040" fmla="*/ 4369378 w 5799173"/>
              <a:gd name="connsiteY41040" fmla="*/ 3714642 h 5017219"/>
              <a:gd name="connsiteX41041" fmla="*/ 4368132 w 5799173"/>
              <a:gd name="connsiteY41041" fmla="*/ 3713895 h 5017219"/>
              <a:gd name="connsiteX41042" fmla="*/ 4357747 w 5799173"/>
              <a:gd name="connsiteY41042" fmla="*/ 3695866 h 5017219"/>
              <a:gd name="connsiteX41043" fmla="*/ 4357747 w 5799173"/>
              <a:gd name="connsiteY41043" fmla="*/ 3694371 h 5017219"/>
              <a:gd name="connsiteX41044" fmla="*/ 4368215 w 5799173"/>
              <a:gd name="connsiteY41044" fmla="*/ 3676343 h 5017219"/>
              <a:gd name="connsiteX41045" fmla="*/ 4369461 w 5799173"/>
              <a:gd name="connsiteY41045" fmla="*/ 3675595 h 5017219"/>
              <a:gd name="connsiteX41046" fmla="*/ 4390314 w 5799173"/>
              <a:gd name="connsiteY41046" fmla="*/ 3675595 h 5017219"/>
              <a:gd name="connsiteX41047" fmla="*/ 4391560 w 5799173"/>
              <a:gd name="connsiteY41047" fmla="*/ 3676343 h 5017219"/>
              <a:gd name="connsiteX41048" fmla="*/ 4401945 w 5799173"/>
              <a:gd name="connsiteY41048" fmla="*/ 3694371 h 5017219"/>
              <a:gd name="connsiteX41049" fmla="*/ 4401945 w 5799173"/>
              <a:gd name="connsiteY41049" fmla="*/ 3695866 h 5017219"/>
              <a:gd name="connsiteX41050" fmla="*/ 4391477 w 5799173"/>
              <a:gd name="connsiteY41050" fmla="*/ 3713895 h 5017219"/>
              <a:gd name="connsiteX41051" fmla="*/ 4390231 w 5799173"/>
              <a:gd name="connsiteY41051" fmla="*/ 3714642 h 5017219"/>
              <a:gd name="connsiteX41052" fmla="*/ 4610122 w 5799173"/>
              <a:gd name="connsiteY41052" fmla="*/ 3779149 h 5017219"/>
              <a:gd name="connsiteX41053" fmla="*/ 4608877 w 5799173"/>
              <a:gd name="connsiteY41053" fmla="*/ 3778402 h 5017219"/>
              <a:gd name="connsiteX41054" fmla="*/ 4598491 w 5799173"/>
              <a:gd name="connsiteY41054" fmla="*/ 3760373 h 5017219"/>
              <a:gd name="connsiteX41055" fmla="*/ 4598491 w 5799173"/>
              <a:gd name="connsiteY41055" fmla="*/ 3758878 h 5017219"/>
              <a:gd name="connsiteX41056" fmla="*/ 4608960 w 5799173"/>
              <a:gd name="connsiteY41056" fmla="*/ 3740850 h 5017219"/>
              <a:gd name="connsiteX41057" fmla="*/ 4610206 w 5799173"/>
              <a:gd name="connsiteY41057" fmla="*/ 3740102 h 5017219"/>
              <a:gd name="connsiteX41058" fmla="*/ 4631059 w 5799173"/>
              <a:gd name="connsiteY41058" fmla="*/ 3740102 h 5017219"/>
              <a:gd name="connsiteX41059" fmla="*/ 4632305 w 5799173"/>
              <a:gd name="connsiteY41059" fmla="*/ 3740850 h 5017219"/>
              <a:gd name="connsiteX41060" fmla="*/ 4642689 w 5799173"/>
              <a:gd name="connsiteY41060" fmla="*/ 3758878 h 5017219"/>
              <a:gd name="connsiteX41061" fmla="*/ 4642689 w 5799173"/>
              <a:gd name="connsiteY41061" fmla="*/ 3760373 h 5017219"/>
              <a:gd name="connsiteX41062" fmla="*/ 4632222 w 5799173"/>
              <a:gd name="connsiteY41062" fmla="*/ 3778402 h 5017219"/>
              <a:gd name="connsiteX41063" fmla="*/ 4630975 w 5799173"/>
              <a:gd name="connsiteY41063" fmla="*/ 3779149 h 5017219"/>
              <a:gd name="connsiteX41064" fmla="*/ 4730495 w 5799173"/>
              <a:gd name="connsiteY41064" fmla="*/ 3811403 h 5017219"/>
              <a:gd name="connsiteX41065" fmla="*/ 4729249 w 5799173"/>
              <a:gd name="connsiteY41065" fmla="*/ 3810656 h 5017219"/>
              <a:gd name="connsiteX41066" fmla="*/ 4718864 w 5799173"/>
              <a:gd name="connsiteY41066" fmla="*/ 3792627 h 5017219"/>
              <a:gd name="connsiteX41067" fmla="*/ 4718864 w 5799173"/>
              <a:gd name="connsiteY41067" fmla="*/ 3791132 h 5017219"/>
              <a:gd name="connsiteX41068" fmla="*/ 4729332 w 5799173"/>
              <a:gd name="connsiteY41068" fmla="*/ 3773104 h 5017219"/>
              <a:gd name="connsiteX41069" fmla="*/ 4730578 w 5799173"/>
              <a:gd name="connsiteY41069" fmla="*/ 3772356 h 5017219"/>
              <a:gd name="connsiteX41070" fmla="*/ 4751431 w 5799173"/>
              <a:gd name="connsiteY41070" fmla="*/ 3772356 h 5017219"/>
              <a:gd name="connsiteX41071" fmla="*/ 4752677 w 5799173"/>
              <a:gd name="connsiteY41071" fmla="*/ 3773104 h 5017219"/>
              <a:gd name="connsiteX41072" fmla="*/ 4763062 w 5799173"/>
              <a:gd name="connsiteY41072" fmla="*/ 3791132 h 5017219"/>
              <a:gd name="connsiteX41073" fmla="*/ 4763062 w 5799173"/>
              <a:gd name="connsiteY41073" fmla="*/ 3792627 h 5017219"/>
              <a:gd name="connsiteX41074" fmla="*/ 4752594 w 5799173"/>
              <a:gd name="connsiteY41074" fmla="*/ 3810656 h 5017219"/>
              <a:gd name="connsiteX41075" fmla="*/ 4751348 w 5799173"/>
              <a:gd name="connsiteY41075" fmla="*/ 3811403 h 5017219"/>
              <a:gd name="connsiteX41076" fmla="*/ 4850868 w 5799173"/>
              <a:gd name="connsiteY41076" fmla="*/ 3843657 h 5017219"/>
              <a:gd name="connsiteX41077" fmla="*/ 4849622 w 5799173"/>
              <a:gd name="connsiteY41077" fmla="*/ 3842910 h 5017219"/>
              <a:gd name="connsiteX41078" fmla="*/ 4839237 w 5799173"/>
              <a:gd name="connsiteY41078" fmla="*/ 3824881 h 5017219"/>
              <a:gd name="connsiteX41079" fmla="*/ 4839237 w 5799173"/>
              <a:gd name="connsiteY41079" fmla="*/ 3823386 h 5017219"/>
              <a:gd name="connsiteX41080" fmla="*/ 4849705 w 5799173"/>
              <a:gd name="connsiteY41080" fmla="*/ 3805358 h 5017219"/>
              <a:gd name="connsiteX41081" fmla="*/ 4850951 w 5799173"/>
              <a:gd name="connsiteY41081" fmla="*/ 3804610 h 5017219"/>
              <a:gd name="connsiteX41082" fmla="*/ 4871804 w 5799173"/>
              <a:gd name="connsiteY41082" fmla="*/ 3804610 h 5017219"/>
              <a:gd name="connsiteX41083" fmla="*/ 4873050 w 5799173"/>
              <a:gd name="connsiteY41083" fmla="*/ 3805358 h 5017219"/>
              <a:gd name="connsiteX41084" fmla="*/ 4883435 w 5799173"/>
              <a:gd name="connsiteY41084" fmla="*/ 3823386 h 5017219"/>
              <a:gd name="connsiteX41085" fmla="*/ 4883435 w 5799173"/>
              <a:gd name="connsiteY41085" fmla="*/ 3824881 h 5017219"/>
              <a:gd name="connsiteX41086" fmla="*/ 4872967 w 5799173"/>
              <a:gd name="connsiteY41086" fmla="*/ 3842910 h 5017219"/>
              <a:gd name="connsiteX41087" fmla="*/ 4871721 w 5799173"/>
              <a:gd name="connsiteY41087" fmla="*/ 3843657 h 5017219"/>
              <a:gd name="connsiteX41088" fmla="*/ 2082301 w 5799173"/>
              <a:gd name="connsiteY41088" fmla="*/ 3101905 h 5017219"/>
              <a:gd name="connsiteX41089" fmla="*/ 2081055 w 5799173"/>
              <a:gd name="connsiteY41089" fmla="*/ 3101157 h 5017219"/>
              <a:gd name="connsiteX41090" fmla="*/ 2070588 w 5799173"/>
              <a:gd name="connsiteY41090" fmla="*/ 3083046 h 5017219"/>
              <a:gd name="connsiteX41091" fmla="*/ 2070587 w 5799173"/>
              <a:gd name="connsiteY41091" fmla="*/ 3081551 h 5017219"/>
              <a:gd name="connsiteX41092" fmla="*/ 2081055 w 5799173"/>
              <a:gd name="connsiteY41092" fmla="*/ 3063440 h 5017219"/>
              <a:gd name="connsiteX41093" fmla="*/ 2082301 w 5799173"/>
              <a:gd name="connsiteY41093" fmla="*/ 3062692 h 5017219"/>
              <a:gd name="connsiteX41094" fmla="*/ 2103238 w 5799173"/>
              <a:gd name="connsiteY41094" fmla="*/ 3062692 h 5017219"/>
              <a:gd name="connsiteX41095" fmla="*/ 2104483 w 5799173"/>
              <a:gd name="connsiteY41095" fmla="*/ 3063440 h 5017219"/>
              <a:gd name="connsiteX41096" fmla="*/ 2114951 w 5799173"/>
              <a:gd name="connsiteY41096" fmla="*/ 3081550 h 5017219"/>
              <a:gd name="connsiteX41097" fmla="*/ 2114951 w 5799173"/>
              <a:gd name="connsiteY41097" fmla="*/ 3083046 h 5017219"/>
              <a:gd name="connsiteX41098" fmla="*/ 2104484 w 5799173"/>
              <a:gd name="connsiteY41098" fmla="*/ 3101157 h 5017219"/>
              <a:gd name="connsiteX41099" fmla="*/ 2103238 w 5799173"/>
              <a:gd name="connsiteY41099" fmla="*/ 3101905 h 5017219"/>
              <a:gd name="connsiteX41100" fmla="*/ 2443418 w 5799173"/>
              <a:gd name="connsiteY41100" fmla="*/ 3198666 h 5017219"/>
              <a:gd name="connsiteX41101" fmla="*/ 2442172 w 5799173"/>
              <a:gd name="connsiteY41101" fmla="*/ 3197918 h 5017219"/>
              <a:gd name="connsiteX41102" fmla="*/ 2431705 w 5799173"/>
              <a:gd name="connsiteY41102" fmla="*/ 3179807 h 5017219"/>
              <a:gd name="connsiteX41103" fmla="*/ 2431705 w 5799173"/>
              <a:gd name="connsiteY41103" fmla="*/ 3178312 h 5017219"/>
              <a:gd name="connsiteX41104" fmla="*/ 2442172 w 5799173"/>
              <a:gd name="connsiteY41104" fmla="*/ 3160201 h 5017219"/>
              <a:gd name="connsiteX41105" fmla="*/ 2443418 w 5799173"/>
              <a:gd name="connsiteY41105" fmla="*/ 3159453 h 5017219"/>
              <a:gd name="connsiteX41106" fmla="*/ 2464355 w 5799173"/>
              <a:gd name="connsiteY41106" fmla="*/ 3159453 h 5017219"/>
              <a:gd name="connsiteX41107" fmla="*/ 2465601 w 5799173"/>
              <a:gd name="connsiteY41107" fmla="*/ 3160201 h 5017219"/>
              <a:gd name="connsiteX41108" fmla="*/ 2476068 w 5799173"/>
              <a:gd name="connsiteY41108" fmla="*/ 3178312 h 5017219"/>
              <a:gd name="connsiteX41109" fmla="*/ 2476068 w 5799173"/>
              <a:gd name="connsiteY41109" fmla="*/ 3179807 h 5017219"/>
              <a:gd name="connsiteX41110" fmla="*/ 2465601 w 5799173"/>
              <a:gd name="connsiteY41110" fmla="*/ 3197918 h 5017219"/>
              <a:gd name="connsiteX41111" fmla="*/ 2464355 w 5799173"/>
              <a:gd name="connsiteY41111" fmla="*/ 3198666 h 5017219"/>
              <a:gd name="connsiteX41112" fmla="*/ 2563791 w 5799173"/>
              <a:gd name="connsiteY41112" fmla="*/ 3230919 h 5017219"/>
              <a:gd name="connsiteX41113" fmla="*/ 2562545 w 5799173"/>
              <a:gd name="connsiteY41113" fmla="*/ 3230171 h 5017219"/>
              <a:gd name="connsiteX41114" fmla="*/ 2552077 w 5799173"/>
              <a:gd name="connsiteY41114" fmla="*/ 3212061 h 5017219"/>
              <a:gd name="connsiteX41115" fmla="*/ 2552077 w 5799173"/>
              <a:gd name="connsiteY41115" fmla="*/ 3210565 h 5017219"/>
              <a:gd name="connsiteX41116" fmla="*/ 2562545 w 5799173"/>
              <a:gd name="connsiteY41116" fmla="*/ 3192454 h 5017219"/>
              <a:gd name="connsiteX41117" fmla="*/ 2563791 w 5799173"/>
              <a:gd name="connsiteY41117" fmla="*/ 3191706 h 5017219"/>
              <a:gd name="connsiteX41118" fmla="*/ 2584727 w 5799173"/>
              <a:gd name="connsiteY41118" fmla="*/ 3191706 h 5017219"/>
              <a:gd name="connsiteX41119" fmla="*/ 2585973 w 5799173"/>
              <a:gd name="connsiteY41119" fmla="*/ 3192454 h 5017219"/>
              <a:gd name="connsiteX41120" fmla="*/ 2596441 w 5799173"/>
              <a:gd name="connsiteY41120" fmla="*/ 3210565 h 5017219"/>
              <a:gd name="connsiteX41121" fmla="*/ 2596441 w 5799173"/>
              <a:gd name="connsiteY41121" fmla="*/ 3212060 h 5017219"/>
              <a:gd name="connsiteX41122" fmla="*/ 2585973 w 5799173"/>
              <a:gd name="connsiteY41122" fmla="*/ 3230171 h 5017219"/>
              <a:gd name="connsiteX41123" fmla="*/ 2584727 w 5799173"/>
              <a:gd name="connsiteY41123" fmla="*/ 3230919 h 5017219"/>
              <a:gd name="connsiteX41124" fmla="*/ 3827701 w 5799173"/>
              <a:gd name="connsiteY41124" fmla="*/ 3569583 h 5017219"/>
              <a:gd name="connsiteX41125" fmla="*/ 3826455 w 5799173"/>
              <a:gd name="connsiteY41125" fmla="*/ 3568835 h 5017219"/>
              <a:gd name="connsiteX41126" fmla="*/ 3815987 w 5799173"/>
              <a:gd name="connsiteY41126" fmla="*/ 3550724 h 5017219"/>
              <a:gd name="connsiteX41127" fmla="*/ 3815987 w 5799173"/>
              <a:gd name="connsiteY41127" fmla="*/ 3549229 h 5017219"/>
              <a:gd name="connsiteX41128" fmla="*/ 3826455 w 5799173"/>
              <a:gd name="connsiteY41128" fmla="*/ 3531118 h 5017219"/>
              <a:gd name="connsiteX41129" fmla="*/ 3827701 w 5799173"/>
              <a:gd name="connsiteY41129" fmla="*/ 3530370 h 5017219"/>
              <a:gd name="connsiteX41130" fmla="*/ 3848638 w 5799173"/>
              <a:gd name="connsiteY41130" fmla="*/ 3530370 h 5017219"/>
              <a:gd name="connsiteX41131" fmla="*/ 3849883 w 5799173"/>
              <a:gd name="connsiteY41131" fmla="*/ 3531118 h 5017219"/>
              <a:gd name="connsiteX41132" fmla="*/ 3860351 w 5799173"/>
              <a:gd name="connsiteY41132" fmla="*/ 3549229 h 5017219"/>
              <a:gd name="connsiteX41133" fmla="*/ 3860351 w 5799173"/>
              <a:gd name="connsiteY41133" fmla="*/ 3550724 h 5017219"/>
              <a:gd name="connsiteX41134" fmla="*/ 3849884 w 5799173"/>
              <a:gd name="connsiteY41134" fmla="*/ 3568835 h 5017219"/>
              <a:gd name="connsiteX41135" fmla="*/ 3848637 w 5799173"/>
              <a:gd name="connsiteY41135" fmla="*/ 3569583 h 5017219"/>
              <a:gd name="connsiteX41136" fmla="*/ 4429564 w 5799173"/>
              <a:gd name="connsiteY41136" fmla="*/ 3730852 h 5017219"/>
              <a:gd name="connsiteX41137" fmla="*/ 4428318 w 5799173"/>
              <a:gd name="connsiteY41137" fmla="*/ 3730104 h 5017219"/>
              <a:gd name="connsiteX41138" fmla="*/ 4417850 w 5799173"/>
              <a:gd name="connsiteY41138" fmla="*/ 3711993 h 5017219"/>
              <a:gd name="connsiteX41139" fmla="*/ 4417850 w 5799173"/>
              <a:gd name="connsiteY41139" fmla="*/ 3710498 h 5017219"/>
              <a:gd name="connsiteX41140" fmla="*/ 4428318 w 5799173"/>
              <a:gd name="connsiteY41140" fmla="*/ 3692387 h 5017219"/>
              <a:gd name="connsiteX41141" fmla="*/ 4429564 w 5799173"/>
              <a:gd name="connsiteY41141" fmla="*/ 3691639 h 5017219"/>
              <a:gd name="connsiteX41142" fmla="*/ 4450500 w 5799173"/>
              <a:gd name="connsiteY41142" fmla="*/ 3691639 h 5017219"/>
              <a:gd name="connsiteX41143" fmla="*/ 4451746 w 5799173"/>
              <a:gd name="connsiteY41143" fmla="*/ 3692387 h 5017219"/>
              <a:gd name="connsiteX41144" fmla="*/ 4462214 w 5799173"/>
              <a:gd name="connsiteY41144" fmla="*/ 3710498 h 5017219"/>
              <a:gd name="connsiteX41145" fmla="*/ 4462214 w 5799173"/>
              <a:gd name="connsiteY41145" fmla="*/ 3711993 h 5017219"/>
              <a:gd name="connsiteX41146" fmla="*/ 4451746 w 5799173"/>
              <a:gd name="connsiteY41146" fmla="*/ 3730104 h 5017219"/>
              <a:gd name="connsiteX41147" fmla="*/ 4450500 w 5799173"/>
              <a:gd name="connsiteY41147" fmla="*/ 3730852 h 5017219"/>
              <a:gd name="connsiteX41148" fmla="*/ 5091612 w 5799173"/>
              <a:gd name="connsiteY41148" fmla="*/ 3908247 h 5017219"/>
              <a:gd name="connsiteX41149" fmla="*/ 5090366 w 5799173"/>
              <a:gd name="connsiteY41149" fmla="*/ 3907499 h 5017219"/>
              <a:gd name="connsiteX41150" fmla="*/ 5079898 w 5799173"/>
              <a:gd name="connsiteY41150" fmla="*/ 3889388 h 5017219"/>
              <a:gd name="connsiteX41151" fmla="*/ 5079898 w 5799173"/>
              <a:gd name="connsiteY41151" fmla="*/ 3887893 h 5017219"/>
              <a:gd name="connsiteX41152" fmla="*/ 5090366 w 5799173"/>
              <a:gd name="connsiteY41152" fmla="*/ 3869782 h 5017219"/>
              <a:gd name="connsiteX41153" fmla="*/ 5091612 w 5799173"/>
              <a:gd name="connsiteY41153" fmla="*/ 3869034 h 5017219"/>
              <a:gd name="connsiteX41154" fmla="*/ 5112548 w 5799173"/>
              <a:gd name="connsiteY41154" fmla="*/ 3869034 h 5017219"/>
              <a:gd name="connsiteX41155" fmla="*/ 5113794 w 5799173"/>
              <a:gd name="connsiteY41155" fmla="*/ 3869782 h 5017219"/>
              <a:gd name="connsiteX41156" fmla="*/ 5124262 w 5799173"/>
              <a:gd name="connsiteY41156" fmla="*/ 3887893 h 5017219"/>
              <a:gd name="connsiteX41157" fmla="*/ 5124262 w 5799173"/>
              <a:gd name="connsiteY41157" fmla="*/ 3889388 h 5017219"/>
              <a:gd name="connsiteX41158" fmla="*/ 5113794 w 5799173"/>
              <a:gd name="connsiteY41158" fmla="*/ 3907499 h 5017219"/>
              <a:gd name="connsiteX41159" fmla="*/ 5112548 w 5799173"/>
              <a:gd name="connsiteY41159" fmla="*/ 3908247 h 5017219"/>
              <a:gd name="connsiteX41160" fmla="*/ 1901683 w 5799173"/>
              <a:gd name="connsiteY41160" fmla="*/ 3053600 h 5017219"/>
              <a:gd name="connsiteX41161" fmla="*/ 1900436 w 5799173"/>
              <a:gd name="connsiteY41161" fmla="*/ 3052852 h 5017219"/>
              <a:gd name="connsiteX41162" fmla="*/ 1889886 w 5799173"/>
              <a:gd name="connsiteY41162" fmla="*/ 3034575 h 5017219"/>
              <a:gd name="connsiteX41163" fmla="*/ 1889886 w 5799173"/>
              <a:gd name="connsiteY41163" fmla="*/ 3033079 h 5017219"/>
              <a:gd name="connsiteX41164" fmla="*/ 1900437 w 5799173"/>
              <a:gd name="connsiteY41164" fmla="*/ 3014802 h 5017219"/>
              <a:gd name="connsiteX41165" fmla="*/ 1901683 w 5799173"/>
              <a:gd name="connsiteY41165" fmla="*/ 3014054 h 5017219"/>
              <a:gd name="connsiteX41166" fmla="*/ 1922702 w 5799173"/>
              <a:gd name="connsiteY41166" fmla="*/ 3014054 h 5017219"/>
              <a:gd name="connsiteX41167" fmla="*/ 1923948 w 5799173"/>
              <a:gd name="connsiteY41167" fmla="*/ 3014802 h 5017219"/>
              <a:gd name="connsiteX41168" fmla="*/ 1934500 w 5799173"/>
              <a:gd name="connsiteY41168" fmla="*/ 3033079 h 5017219"/>
              <a:gd name="connsiteX41169" fmla="*/ 1934500 w 5799173"/>
              <a:gd name="connsiteY41169" fmla="*/ 3034575 h 5017219"/>
              <a:gd name="connsiteX41170" fmla="*/ 1923948 w 5799173"/>
              <a:gd name="connsiteY41170" fmla="*/ 3052852 h 5017219"/>
              <a:gd name="connsiteX41171" fmla="*/ 1922701 w 5799173"/>
              <a:gd name="connsiteY41171" fmla="*/ 3053600 h 5017219"/>
              <a:gd name="connsiteX41172" fmla="*/ 2262800 w 5799173"/>
              <a:gd name="connsiteY41172" fmla="*/ 3150361 h 5017219"/>
              <a:gd name="connsiteX41173" fmla="*/ 2261554 w 5799173"/>
              <a:gd name="connsiteY41173" fmla="*/ 3149613 h 5017219"/>
              <a:gd name="connsiteX41174" fmla="*/ 2251003 w 5799173"/>
              <a:gd name="connsiteY41174" fmla="*/ 3131336 h 5017219"/>
              <a:gd name="connsiteX41175" fmla="*/ 2251003 w 5799173"/>
              <a:gd name="connsiteY41175" fmla="*/ 3129840 h 5017219"/>
              <a:gd name="connsiteX41176" fmla="*/ 2261554 w 5799173"/>
              <a:gd name="connsiteY41176" fmla="*/ 3111563 h 5017219"/>
              <a:gd name="connsiteX41177" fmla="*/ 2262800 w 5799173"/>
              <a:gd name="connsiteY41177" fmla="*/ 3110815 h 5017219"/>
              <a:gd name="connsiteX41178" fmla="*/ 2283819 w 5799173"/>
              <a:gd name="connsiteY41178" fmla="*/ 3110815 h 5017219"/>
              <a:gd name="connsiteX41179" fmla="*/ 2285065 w 5799173"/>
              <a:gd name="connsiteY41179" fmla="*/ 3111563 h 5017219"/>
              <a:gd name="connsiteX41180" fmla="*/ 2295616 w 5799173"/>
              <a:gd name="connsiteY41180" fmla="*/ 3129840 h 5017219"/>
              <a:gd name="connsiteX41181" fmla="*/ 2295616 w 5799173"/>
              <a:gd name="connsiteY41181" fmla="*/ 3131336 h 5017219"/>
              <a:gd name="connsiteX41182" fmla="*/ 2285065 w 5799173"/>
              <a:gd name="connsiteY41182" fmla="*/ 3149613 h 5017219"/>
              <a:gd name="connsiteX41183" fmla="*/ 2283819 w 5799173"/>
              <a:gd name="connsiteY41183" fmla="*/ 3150361 h 5017219"/>
              <a:gd name="connsiteX41184" fmla="*/ 2383172 w 5799173"/>
              <a:gd name="connsiteY41184" fmla="*/ 3182615 h 5017219"/>
              <a:gd name="connsiteX41185" fmla="*/ 2381925 w 5799173"/>
              <a:gd name="connsiteY41185" fmla="*/ 3181867 h 5017219"/>
              <a:gd name="connsiteX41186" fmla="*/ 2371375 w 5799173"/>
              <a:gd name="connsiteY41186" fmla="*/ 3163590 h 5017219"/>
              <a:gd name="connsiteX41187" fmla="*/ 2371374 w 5799173"/>
              <a:gd name="connsiteY41187" fmla="*/ 3162094 h 5017219"/>
              <a:gd name="connsiteX41188" fmla="*/ 2381925 w 5799173"/>
              <a:gd name="connsiteY41188" fmla="*/ 3143817 h 5017219"/>
              <a:gd name="connsiteX41189" fmla="*/ 2383171 w 5799173"/>
              <a:gd name="connsiteY41189" fmla="*/ 3143069 h 5017219"/>
              <a:gd name="connsiteX41190" fmla="*/ 2404191 w 5799173"/>
              <a:gd name="connsiteY41190" fmla="*/ 3143069 h 5017219"/>
              <a:gd name="connsiteX41191" fmla="*/ 2405437 w 5799173"/>
              <a:gd name="connsiteY41191" fmla="*/ 3143817 h 5017219"/>
              <a:gd name="connsiteX41192" fmla="*/ 2415988 w 5799173"/>
              <a:gd name="connsiteY41192" fmla="*/ 3162094 h 5017219"/>
              <a:gd name="connsiteX41193" fmla="*/ 2415987 w 5799173"/>
              <a:gd name="connsiteY41193" fmla="*/ 3163590 h 5017219"/>
              <a:gd name="connsiteX41194" fmla="*/ 2405436 w 5799173"/>
              <a:gd name="connsiteY41194" fmla="*/ 3181867 h 5017219"/>
              <a:gd name="connsiteX41195" fmla="*/ 2404190 w 5799173"/>
              <a:gd name="connsiteY41195" fmla="*/ 3182615 h 5017219"/>
              <a:gd name="connsiteX41196" fmla="*/ 4971180 w 5799173"/>
              <a:gd name="connsiteY41196" fmla="*/ 3876070 h 5017219"/>
              <a:gd name="connsiteX41197" fmla="*/ 4969935 w 5799173"/>
              <a:gd name="connsiteY41197" fmla="*/ 3875322 h 5017219"/>
              <a:gd name="connsiteX41198" fmla="*/ 4959383 w 5799173"/>
              <a:gd name="connsiteY41198" fmla="*/ 3857045 h 5017219"/>
              <a:gd name="connsiteX41199" fmla="*/ 4959383 w 5799173"/>
              <a:gd name="connsiteY41199" fmla="*/ 3855549 h 5017219"/>
              <a:gd name="connsiteX41200" fmla="*/ 4969935 w 5799173"/>
              <a:gd name="connsiteY41200" fmla="*/ 3837272 h 5017219"/>
              <a:gd name="connsiteX41201" fmla="*/ 4971180 w 5799173"/>
              <a:gd name="connsiteY41201" fmla="*/ 3836524 h 5017219"/>
              <a:gd name="connsiteX41202" fmla="*/ 4992200 w 5799173"/>
              <a:gd name="connsiteY41202" fmla="*/ 3836524 h 5017219"/>
              <a:gd name="connsiteX41203" fmla="*/ 4993445 w 5799173"/>
              <a:gd name="connsiteY41203" fmla="*/ 3837272 h 5017219"/>
              <a:gd name="connsiteX41204" fmla="*/ 5003997 w 5799173"/>
              <a:gd name="connsiteY41204" fmla="*/ 3855549 h 5017219"/>
              <a:gd name="connsiteX41205" fmla="*/ 5003996 w 5799173"/>
              <a:gd name="connsiteY41205" fmla="*/ 3857045 h 5017219"/>
              <a:gd name="connsiteX41206" fmla="*/ 4993445 w 5799173"/>
              <a:gd name="connsiteY41206" fmla="*/ 3875322 h 5017219"/>
              <a:gd name="connsiteX41207" fmla="*/ 4992200 w 5799173"/>
              <a:gd name="connsiteY41207" fmla="*/ 3876070 h 5017219"/>
              <a:gd name="connsiteX41208" fmla="*/ 5031366 w 5799173"/>
              <a:gd name="connsiteY41208" fmla="*/ 3892196 h 5017219"/>
              <a:gd name="connsiteX41209" fmla="*/ 5030120 w 5799173"/>
              <a:gd name="connsiteY41209" fmla="*/ 3891448 h 5017219"/>
              <a:gd name="connsiteX41210" fmla="*/ 5019569 w 5799173"/>
              <a:gd name="connsiteY41210" fmla="*/ 3873171 h 5017219"/>
              <a:gd name="connsiteX41211" fmla="*/ 5019569 w 5799173"/>
              <a:gd name="connsiteY41211" fmla="*/ 3871675 h 5017219"/>
              <a:gd name="connsiteX41212" fmla="*/ 5030120 w 5799173"/>
              <a:gd name="connsiteY41212" fmla="*/ 3853398 h 5017219"/>
              <a:gd name="connsiteX41213" fmla="*/ 5031366 w 5799173"/>
              <a:gd name="connsiteY41213" fmla="*/ 3852650 h 5017219"/>
              <a:gd name="connsiteX41214" fmla="*/ 5052385 w 5799173"/>
              <a:gd name="connsiteY41214" fmla="*/ 3852650 h 5017219"/>
              <a:gd name="connsiteX41215" fmla="*/ 5053631 w 5799173"/>
              <a:gd name="connsiteY41215" fmla="*/ 3853398 h 5017219"/>
              <a:gd name="connsiteX41216" fmla="*/ 5064182 w 5799173"/>
              <a:gd name="connsiteY41216" fmla="*/ 3871675 h 5017219"/>
              <a:gd name="connsiteX41217" fmla="*/ 5064182 w 5799173"/>
              <a:gd name="connsiteY41217" fmla="*/ 3873172 h 5017219"/>
              <a:gd name="connsiteX41218" fmla="*/ 5053631 w 5799173"/>
              <a:gd name="connsiteY41218" fmla="*/ 3891448 h 5017219"/>
              <a:gd name="connsiteX41219" fmla="*/ 5052385 w 5799173"/>
              <a:gd name="connsiteY41219" fmla="*/ 3892196 h 5017219"/>
              <a:gd name="connsiteX41220" fmla="*/ 1841472 w 5799173"/>
              <a:gd name="connsiteY41220" fmla="*/ 3037657 h 5017219"/>
              <a:gd name="connsiteX41221" fmla="*/ 1840142 w 5799173"/>
              <a:gd name="connsiteY41221" fmla="*/ 3036909 h 5017219"/>
              <a:gd name="connsiteX41222" fmla="*/ 1829592 w 5799173"/>
              <a:gd name="connsiteY41222" fmla="*/ 3018549 h 5017219"/>
              <a:gd name="connsiteX41223" fmla="*/ 1829592 w 5799173"/>
              <a:gd name="connsiteY41223" fmla="*/ 3017053 h 5017219"/>
              <a:gd name="connsiteX41224" fmla="*/ 1840142 w 5799173"/>
              <a:gd name="connsiteY41224" fmla="*/ 2998693 h 5017219"/>
              <a:gd name="connsiteX41225" fmla="*/ 1841472 w 5799173"/>
              <a:gd name="connsiteY41225" fmla="*/ 2997945 h 5017219"/>
              <a:gd name="connsiteX41226" fmla="*/ 1862658 w 5799173"/>
              <a:gd name="connsiteY41226" fmla="*/ 2997945 h 5017219"/>
              <a:gd name="connsiteX41227" fmla="*/ 1863986 w 5799173"/>
              <a:gd name="connsiteY41227" fmla="*/ 2998693 h 5017219"/>
              <a:gd name="connsiteX41228" fmla="*/ 1874537 w 5799173"/>
              <a:gd name="connsiteY41228" fmla="*/ 3017053 h 5017219"/>
              <a:gd name="connsiteX41229" fmla="*/ 1874538 w 5799173"/>
              <a:gd name="connsiteY41229" fmla="*/ 3018549 h 5017219"/>
              <a:gd name="connsiteX41230" fmla="*/ 1863987 w 5799173"/>
              <a:gd name="connsiteY41230" fmla="*/ 3036909 h 5017219"/>
              <a:gd name="connsiteX41231" fmla="*/ 1862658 w 5799173"/>
              <a:gd name="connsiteY41231" fmla="*/ 3037657 h 5017219"/>
              <a:gd name="connsiteX41232" fmla="*/ 2142403 w 5799173"/>
              <a:gd name="connsiteY41232" fmla="*/ 3118291 h 5017219"/>
              <a:gd name="connsiteX41233" fmla="*/ 2141074 w 5799173"/>
              <a:gd name="connsiteY41233" fmla="*/ 3117543 h 5017219"/>
              <a:gd name="connsiteX41234" fmla="*/ 2130523 w 5799173"/>
              <a:gd name="connsiteY41234" fmla="*/ 3099183 h 5017219"/>
              <a:gd name="connsiteX41235" fmla="*/ 2130523 w 5799173"/>
              <a:gd name="connsiteY41235" fmla="*/ 3097687 h 5017219"/>
              <a:gd name="connsiteX41236" fmla="*/ 2141074 w 5799173"/>
              <a:gd name="connsiteY41236" fmla="*/ 3079327 h 5017219"/>
              <a:gd name="connsiteX41237" fmla="*/ 2142403 w 5799173"/>
              <a:gd name="connsiteY41237" fmla="*/ 3078579 h 5017219"/>
              <a:gd name="connsiteX41238" fmla="*/ 2163588 w 5799173"/>
              <a:gd name="connsiteY41238" fmla="*/ 3078579 h 5017219"/>
              <a:gd name="connsiteX41239" fmla="*/ 2164918 w 5799173"/>
              <a:gd name="connsiteY41239" fmla="*/ 3079327 h 5017219"/>
              <a:gd name="connsiteX41240" fmla="*/ 2175469 w 5799173"/>
              <a:gd name="connsiteY41240" fmla="*/ 3097687 h 5017219"/>
              <a:gd name="connsiteX41241" fmla="*/ 2175469 w 5799173"/>
              <a:gd name="connsiteY41241" fmla="*/ 3099183 h 5017219"/>
              <a:gd name="connsiteX41242" fmla="*/ 2164918 w 5799173"/>
              <a:gd name="connsiteY41242" fmla="*/ 3117543 h 5017219"/>
              <a:gd name="connsiteX41243" fmla="*/ 2163588 w 5799173"/>
              <a:gd name="connsiteY41243" fmla="*/ 3118291 h 5017219"/>
              <a:gd name="connsiteX41244" fmla="*/ 2202589 w 5799173"/>
              <a:gd name="connsiteY41244" fmla="*/ 3134418 h 5017219"/>
              <a:gd name="connsiteX41245" fmla="*/ 2201260 w 5799173"/>
              <a:gd name="connsiteY41245" fmla="*/ 3133670 h 5017219"/>
              <a:gd name="connsiteX41246" fmla="*/ 2190709 w 5799173"/>
              <a:gd name="connsiteY41246" fmla="*/ 3115310 h 5017219"/>
              <a:gd name="connsiteX41247" fmla="*/ 2190709 w 5799173"/>
              <a:gd name="connsiteY41247" fmla="*/ 3113814 h 5017219"/>
              <a:gd name="connsiteX41248" fmla="*/ 2201260 w 5799173"/>
              <a:gd name="connsiteY41248" fmla="*/ 3095454 h 5017219"/>
              <a:gd name="connsiteX41249" fmla="*/ 2202589 w 5799173"/>
              <a:gd name="connsiteY41249" fmla="*/ 3094706 h 5017219"/>
              <a:gd name="connsiteX41250" fmla="*/ 2223774 w 5799173"/>
              <a:gd name="connsiteY41250" fmla="*/ 3094706 h 5017219"/>
              <a:gd name="connsiteX41251" fmla="*/ 2225104 w 5799173"/>
              <a:gd name="connsiteY41251" fmla="*/ 3095454 h 5017219"/>
              <a:gd name="connsiteX41252" fmla="*/ 2235655 w 5799173"/>
              <a:gd name="connsiteY41252" fmla="*/ 3113814 h 5017219"/>
              <a:gd name="connsiteX41253" fmla="*/ 2235655 w 5799173"/>
              <a:gd name="connsiteY41253" fmla="*/ 3115310 h 5017219"/>
              <a:gd name="connsiteX41254" fmla="*/ 2225104 w 5799173"/>
              <a:gd name="connsiteY41254" fmla="*/ 3133670 h 5017219"/>
              <a:gd name="connsiteX41255" fmla="*/ 2223774 w 5799173"/>
              <a:gd name="connsiteY41255" fmla="*/ 3134418 h 5017219"/>
              <a:gd name="connsiteX41256" fmla="*/ 1961763 w 5799173"/>
              <a:gd name="connsiteY41256" fmla="*/ 3069984 h 5017219"/>
              <a:gd name="connsiteX41257" fmla="*/ 1960434 w 5799173"/>
              <a:gd name="connsiteY41257" fmla="*/ 3069236 h 5017219"/>
              <a:gd name="connsiteX41258" fmla="*/ 1949799 w 5799173"/>
              <a:gd name="connsiteY41258" fmla="*/ 3050793 h 5017219"/>
              <a:gd name="connsiteX41259" fmla="*/ 1949800 w 5799173"/>
              <a:gd name="connsiteY41259" fmla="*/ 3049297 h 5017219"/>
              <a:gd name="connsiteX41260" fmla="*/ 1960434 w 5799173"/>
              <a:gd name="connsiteY41260" fmla="*/ 3030854 h 5017219"/>
              <a:gd name="connsiteX41261" fmla="*/ 1961763 w 5799173"/>
              <a:gd name="connsiteY41261" fmla="*/ 3030106 h 5017219"/>
              <a:gd name="connsiteX41262" fmla="*/ 1983032 w 5799173"/>
              <a:gd name="connsiteY41262" fmla="*/ 3030106 h 5017219"/>
              <a:gd name="connsiteX41263" fmla="*/ 1984361 w 5799173"/>
              <a:gd name="connsiteY41263" fmla="*/ 3030854 h 5017219"/>
              <a:gd name="connsiteX41264" fmla="*/ 1994995 w 5799173"/>
              <a:gd name="connsiteY41264" fmla="*/ 3049297 h 5017219"/>
              <a:gd name="connsiteX41265" fmla="*/ 1994994 w 5799173"/>
              <a:gd name="connsiteY41265" fmla="*/ 3050793 h 5017219"/>
              <a:gd name="connsiteX41266" fmla="*/ 1984361 w 5799173"/>
              <a:gd name="connsiteY41266" fmla="*/ 3069236 h 5017219"/>
              <a:gd name="connsiteX41267" fmla="*/ 1983032 w 5799173"/>
              <a:gd name="connsiteY41267" fmla="*/ 3069984 h 5017219"/>
              <a:gd name="connsiteX41268" fmla="*/ 2021948 w 5799173"/>
              <a:gd name="connsiteY41268" fmla="*/ 3086110 h 5017219"/>
              <a:gd name="connsiteX41269" fmla="*/ 2020620 w 5799173"/>
              <a:gd name="connsiteY41269" fmla="*/ 3085363 h 5017219"/>
              <a:gd name="connsiteX41270" fmla="*/ 2009985 w 5799173"/>
              <a:gd name="connsiteY41270" fmla="*/ 3066920 h 5017219"/>
              <a:gd name="connsiteX41271" fmla="*/ 2009985 w 5799173"/>
              <a:gd name="connsiteY41271" fmla="*/ 3065424 h 5017219"/>
              <a:gd name="connsiteX41272" fmla="*/ 2020620 w 5799173"/>
              <a:gd name="connsiteY41272" fmla="*/ 3046981 h 5017219"/>
              <a:gd name="connsiteX41273" fmla="*/ 2021949 w 5799173"/>
              <a:gd name="connsiteY41273" fmla="*/ 3046233 h 5017219"/>
              <a:gd name="connsiteX41274" fmla="*/ 2043217 w 5799173"/>
              <a:gd name="connsiteY41274" fmla="*/ 3046232 h 5017219"/>
              <a:gd name="connsiteX41275" fmla="*/ 2044547 w 5799173"/>
              <a:gd name="connsiteY41275" fmla="*/ 3046981 h 5017219"/>
              <a:gd name="connsiteX41276" fmla="*/ 2055180 w 5799173"/>
              <a:gd name="connsiteY41276" fmla="*/ 3065424 h 5017219"/>
              <a:gd name="connsiteX41277" fmla="*/ 2055180 w 5799173"/>
              <a:gd name="connsiteY41277" fmla="*/ 3066920 h 5017219"/>
              <a:gd name="connsiteX41278" fmla="*/ 2044547 w 5799173"/>
              <a:gd name="connsiteY41278" fmla="*/ 3085363 h 5017219"/>
              <a:gd name="connsiteX41279" fmla="*/ 2043218 w 5799173"/>
              <a:gd name="connsiteY41279" fmla="*/ 3086111 h 5017219"/>
              <a:gd name="connsiteX41280" fmla="*/ 2623727 w 5799173"/>
              <a:gd name="connsiteY41280" fmla="*/ 3247545 h 5017219"/>
              <a:gd name="connsiteX41281" fmla="*/ 2622398 w 5799173"/>
              <a:gd name="connsiteY41281" fmla="*/ 3246797 h 5017219"/>
              <a:gd name="connsiteX41282" fmla="*/ 2611681 w 5799173"/>
              <a:gd name="connsiteY41282" fmla="*/ 3228187 h 5017219"/>
              <a:gd name="connsiteX41283" fmla="*/ 2611681 w 5799173"/>
              <a:gd name="connsiteY41283" fmla="*/ 3226692 h 5017219"/>
              <a:gd name="connsiteX41284" fmla="*/ 2622398 w 5799173"/>
              <a:gd name="connsiteY41284" fmla="*/ 3208082 h 5017219"/>
              <a:gd name="connsiteX41285" fmla="*/ 2623727 w 5799173"/>
              <a:gd name="connsiteY41285" fmla="*/ 3207334 h 5017219"/>
              <a:gd name="connsiteX41286" fmla="*/ 2645162 w 5799173"/>
              <a:gd name="connsiteY41286" fmla="*/ 3207334 h 5017219"/>
              <a:gd name="connsiteX41287" fmla="*/ 2646491 w 5799173"/>
              <a:gd name="connsiteY41287" fmla="*/ 3208082 h 5017219"/>
              <a:gd name="connsiteX41288" fmla="*/ 2657208 w 5799173"/>
              <a:gd name="connsiteY41288" fmla="*/ 3226692 h 5017219"/>
              <a:gd name="connsiteX41289" fmla="*/ 2657208 w 5799173"/>
              <a:gd name="connsiteY41289" fmla="*/ 3228187 h 5017219"/>
              <a:gd name="connsiteX41290" fmla="*/ 2646491 w 5799173"/>
              <a:gd name="connsiteY41290" fmla="*/ 3246797 h 5017219"/>
              <a:gd name="connsiteX41291" fmla="*/ 2645162 w 5799173"/>
              <a:gd name="connsiteY41291" fmla="*/ 3247545 h 5017219"/>
              <a:gd name="connsiteX41292" fmla="*/ 2683428 w 5799173"/>
              <a:gd name="connsiteY41292" fmla="*/ 3264494 h 5017219"/>
              <a:gd name="connsiteX41293" fmla="*/ 2682099 w 5799173"/>
              <a:gd name="connsiteY41293" fmla="*/ 3263663 h 5017219"/>
              <a:gd name="connsiteX41294" fmla="*/ 2670883 w 5799173"/>
              <a:gd name="connsiteY41294" fmla="*/ 3244306 h 5017219"/>
              <a:gd name="connsiteX41295" fmla="*/ 2670883 w 5799173"/>
              <a:gd name="connsiteY41295" fmla="*/ 3242727 h 5017219"/>
              <a:gd name="connsiteX41296" fmla="*/ 2682099 w 5799173"/>
              <a:gd name="connsiteY41296" fmla="*/ 3223370 h 5017219"/>
              <a:gd name="connsiteX41297" fmla="*/ 2683428 w 5799173"/>
              <a:gd name="connsiteY41297" fmla="*/ 3222539 h 5017219"/>
              <a:gd name="connsiteX41298" fmla="*/ 2705776 w 5799173"/>
              <a:gd name="connsiteY41298" fmla="*/ 3222539 h 5017219"/>
              <a:gd name="connsiteX41299" fmla="*/ 2707106 w 5799173"/>
              <a:gd name="connsiteY41299" fmla="*/ 3223370 h 5017219"/>
              <a:gd name="connsiteX41300" fmla="*/ 2718321 w 5799173"/>
              <a:gd name="connsiteY41300" fmla="*/ 3242727 h 5017219"/>
              <a:gd name="connsiteX41301" fmla="*/ 2718321 w 5799173"/>
              <a:gd name="connsiteY41301" fmla="*/ 3244306 h 5017219"/>
              <a:gd name="connsiteX41302" fmla="*/ 2707106 w 5799173"/>
              <a:gd name="connsiteY41302" fmla="*/ 3263663 h 5017219"/>
              <a:gd name="connsiteX41303" fmla="*/ 2705776 w 5799173"/>
              <a:gd name="connsiteY41303" fmla="*/ 3264494 h 5017219"/>
              <a:gd name="connsiteX41304" fmla="*/ 145180 w 5799173"/>
              <a:gd name="connsiteY41304" fmla="*/ 2632688 h 5017219"/>
              <a:gd name="connsiteX41305" fmla="*/ 144265 w 5799173"/>
              <a:gd name="connsiteY41305" fmla="*/ 2632190 h 5017219"/>
              <a:gd name="connsiteX41306" fmla="*/ 136623 w 5799173"/>
              <a:gd name="connsiteY41306" fmla="*/ 2618980 h 5017219"/>
              <a:gd name="connsiteX41307" fmla="*/ 136622 w 5799173"/>
              <a:gd name="connsiteY41307" fmla="*/ 2617900 h 5017219"/>
              <a:gd name="connsiteX41308" fmla="*/ 144266 w 5799173"/>
              <a:gd name="connsiteY41308" fmla="*/ 2604690 h 5017219"/>
              <a:gd name="connsiteX41309" fmla="*/ 145180 w 5799173"/>
              <a:gd name="connsiteY41309" fmla="*/ 2604192 h 5017219"/>
              <a:gd name="connsiteX41310" fmla="*/ 160466 w 5799173"/>
              <a:gd name="connsiteY41310" fmla="*/ 2604192 h 5017219"/>
              <a:gd name="connsiteX41311" fmla="*/ 161381 w 5799173"/>
              <a:gd name="connsiteY41311" fmla="*/ 2604690 h 5017219"/>
              <a:gd name="connsiteX41312" fmla="*/ 169023 w 5799173"/>
              <a:gd name="connsiteY41312" fmla="*/ 2617900 h 5017219"/>
              <a:gd name="connsiteX41313" fmla="*/ 169024 w 5799173"/>
              <a:gd name="connsiteY41313" fmla="*/ 2618980 h 5017219"/>
              <a:gd name="connsiteX41314" fmla="*/ 161380 w 5799173"/>
              <a:gd name="connsiteY41314" fmla="*/ 2632190 h 5017219"/>
              <a:gd name="connsiteX41315" fmla="*/ 160465 w 5799173"/>
              <a:gd name="connsiteY41315" fmla="*/ 2632688 h 5017219"/>
              <a:gd name="connsiteX41316" fmla="*/ 204981 w 5799173"/>
              <a:gd name="connsiteY41316" fmla="*/ 2649661 h 5017219"/>
              <a:gd name="connsiteX41317" fmla="*/ 203984 w 5799173"/>
              <a:gd name="connsiteY41317" fmla="*/ 2649079 h 5017219"/>
              <a:gd name="connsiteX41318" fmla="*/ 195925 w 5799173"/>
              <a:gd name="connsiteY41318" fmla="*/ 2635038 h 5017219"/>
              <a:gd name="connsiteX41319" fmla="*/ 195925 w 5799173"/>
              <a:gd name="connsiteY41319" fmla="*/ 2633876 h 5017219"/>
              <a:gd name="connsiteX41320" fmla="*/ 203985 w 5799173"/>
              <a:gd name="connsiteY41320" fmla="*/ 2619836 h 5017219"/>
              <a:gd name="connsiteX41321" fmla="*/ 204981 w 5799173"/>
              <a:gd name="connsiteY41321" fmla="*/ 2619253 h 5017219"/>
              <a:gd name="connsiteX41322" fmla="*/ 221181 w 5799173"/>
              <a:gd name="connsiteY41322" fmla="*/ 2619254 h 5017219"/>
              <a:gd name="connsiteX41323" fmla="*/ 222179 w 5799173"/>
              <a:gd name="connsiteY41323" fmla="*/ 2619836 h 5017219"/>
              <a:gd name="connsiteX41324" fmla="*/ 230236 w 5799173"/>
              <a:gd name="connsiteY41324" fmla="*/ 2633876 h 5017219"/>
              <a:gd name="connsiteX41325" fmla="*/ 230236 w 5799173"/>
              <a:gd name="connsiteY41325" fmla="*/ 2635039 h 5017219"/>
              <a:gd name="connsiteX41326" fmla="*/ 222178 w 5799173"/>
              <a:gd name="connsiteY41326" fmla="*/ 2649079 h 5017219"/>
              <a:gd name="connsiteX41327" fmla="*/ 221181 w 5799173"/>
              <a:gd name="connsiteY41327" fmla="*/ 2649661 h 5017219"/>
              <a:gd name="connsiteX41328" fmla="*/ 325081 w 5799173"/>
              <a:gd name="connsiteY41328" fmla="*/ 2682410 h 5017219"/>
              <a:gd name="connsiteX41329" fmla="*/ 324085 w 5799173"/>
              <a:gd name="connsiteY41329" fmla="*/ 2681828 h 5017219"/>
              <a:gd name="connsiteX41330" fmla="*/ 315777 w 5799173"/>
              <a:gd name="connsiteY41330" fmla="*/ 2667373 h 5017219"/>
              <a:gd name="connsiteX41331" fmla="*/ 315777 w 5799173"/>
              <a:gd name="connsiteY41331" fmla="*/ 2666209 h 5017219"/>
              <a:gd name="connsiteX41332" fmla="*/ 324086 w 5799173"/>
              <a:gd name="connsiteY41332" fmla="*/ 2651754 h 5017219"/>
              <a:gd name="connsiteX41333" fmla="*/ 325081 w 5799173"/>
              <a:gd name="connsiteY41333" fmla="*/ 2651172 h 5017219"/>
              <a:gd name="connsiteX41334" fmla="*/ 341780 w 5799173"/>
              <a:gd name="connsiteY41334" fmla="*/ 2651172 h 5017219"/>
              <a:gd name="connsiteX41335" fmla="*/ 342778 w 5799173"/>
              <a:gd name="connsiteY41335" fmla="*/ 2651755 h 5017219"/>
              <a:gd name="connsiteX41336" fmla="*/ 351086 w 5799173"/>
              <a:gd name="connsiteY41336" fmla="*/ 2666209 h 5017219"/>
              <a:gd name="connsiteX41337" fmla="*/ 351085 w 5799173"/>
              <a:gd name="connsiteY41337" fmla="*/ 2667373 h 5017219"/>
              <a:gd name="connsiteX41338" fmla="*/ 342778 w 5799173"/>
              <a:gd name="connsiteY41338" fmla="*/ 2681829 h 5017219"/>
              <a:gd name="connsiteX41339" fmla="*/ 341780 w 5799173"/>
              <a:gd name="connsiteY41339" fmla="*/ 2682410 h 5017219"/>
              <a:gd name="connsiteX41340" fmla="*/ 565746 w 5799173"/>
              <a:gd name="connsiteY41340" fmla="*/ 2746990 h 5017219"/>
              <a:gd name="connsiteX41341" fmla="*/ 564749 w 5799173"/>
              <a:gd name="connsiteY41341" fmla="*/ 2746409 h 5017219"/>
              <a:gd name="connsiteX41342" fmla="*/ 556358 w 5799173"/>
              <a:gd name="connsiteY41342" fmla="*/ 2731870 h 5017219"/>
              <a:gd name="connsiteX41343" fmla="*/ 556358 w 5799173"/>
              <a:gd name="connsiteY41343" fmla="*/ 2730706 h 5017219"/>
              <a:gd name="connsiteX41344" fmla="*/ 564750 w 5799173"/>
              <a:gd name="connsiteY41344" fmla="*/ 2716168 h 5017219"/>
              <a:gd name="connsiteX41345" fmla="*/ 565746 w 5799173"/>
              <a:gd name="connsiteY41345" fmla="*/ 2715586 h 5017219"/>
              <a:gd name="connsiteX41346" fmla="*/ 582528 w 5799173"/>
              <a:gd name="connsiteY41346" fmla="*/ 2715586 h 5017219"/>
              <a:gd name="connsiteX41347" fmla="*/ 583525 w 5799173"/>
              <a:gd name="connsiteY41347" fmla="*/ 2716168 h 5017219"/>
              <a:gd name="connsiteX41348" fmla="*/ 591917 w 5799173"/>
              <a:gd name="connsiteY41348" fmla="*/ 2730706 h 5017219"/>
              <a:gd name="connsiteX41349" fmla="*/ 591916 w 5799173"/>
              <a:gd name="connsiteY41349" fmla="*/ 2731870 h 5017219"/>
              <a:gd name="connsiteX41350" fmla="*/ 583526 w 5799173"/>
              <a:gd name="connsiteY41350" fmla="*/ 2746409 h 5017219"/>
              <a:gd name="connsiteX41351" fmla="*/ 582528 w 5799173"/>
              <a:gd name="connsiteY41351" fmla="*/ 2746990 h 5017219"/>
              <a:gd name="connsiteX41352" fmla="*/ 2973196 w 5799173"/>
              <a:gd name="connsiteY41352" fmla="*/ 3392064 h 5017219"/>
              <a:gd name="connsiteX41353" fmla="*/ 2972199 w 5799173"/>
              <a:gd name="connsiteY41353" fmla="*/ 3391483 h 5017219"/>
              <a:gd name="connsiteX41354" fmla="*/ 2963808 w 5799173"/>
              <a:gd name="connsiteY41354" fmla="*/ 3376944 h 5017219"/>
              <a:gd name="connsiteX41355" fmla="*/ 2963807 w 5799173"/>
              <a:gd name="connsiteY41355" fmla="*/ 3375780 h 5017219"/>
              <a:gd name="connsiteX41356" fmla="*/ 2972199 w 5799173"/>
              <a:gd name="connsiteY41356" fmla="*/ 3361242 h 5017219"/>
              <a:gd name="connsiteX41357" fmla="*/ 2973196 w 5799173"/>
              <a:gd name="connsiteY41357" fmla="*/ 3360660 h 5017219"/>
              <a:gd name="connsiteX41358" fmla="*/ 2989978 w 5799173"/>
              <a:gd name="connsiteY41358" fmla="*/ 3360660 h 5017219"/>
              <a:gd name="connsiteX41359" fmla="*/ 2990975 w 5799173"/>
              <a:gd name="connsiteY41359" fmla="*/ 3361242 h 5017219"/>
              <a:gd name="connsiteX41360" fmla="*/ 2999366 w 5799173"/>
              <a:gd name="connsiteY41360" fmla="*/ 3375780 h 5017219"/>
              <a:gd name="connsiteX41361" fmla="*/ 2999366 w 5799173"/>
              <a:gd name="connsiteY41361" fmla="*/ 3376944 h 5017219"/>
              <a:gd name="connsiteX41362" fmla="*/ 2990974 w 5799173"/>
              <a:gd name="connsiteY41362" fmla="*/ 3391483 h 5017219"/>
              <a:gd name="connsiteX41363" fmla="*/ 2989978 w 5799173"/>
              <a:gd name="connsiteY41363" fmla="*/ 3392064 h 5017219"/>
              <a:gd name="connsiteX41364" fmla="*/ 686038 w 5799173"/>
              <a:gd name="connsiteY41364" fmla="*/ 2779316 h 5017219"/>
              <a:gd name="connsiteX41365" fmla="*/ 685040 w 5799173"/>
              <a:gd name="connsiteY41365" fmla="*/ 2778734 h 5017219"/>
              <a:gd name="connsiteX41366" fmla="*/ 676567 w 5799173"/>
              <a:gd name="connsiteY41366" fmla="*/ 2764113 h 5017219"/>
              <a:gd name="connsiteX41367" fmla="*/ 676567 w 5799173"/>
              <a:gd name="connsiteY41367" fmla="*/ 2762949 h 5017219"/>
              <a:gd name="connsiteX41368" fmla="*/ 685041 w 5799173"/>
              <a:gd name="connsiteY41368" fmla="*/ 2748328 h 5017219"/>
              <a:gd name="connsiteX41369" fmla="*/ 686037 w 5799173"/>
              <a:gd name="connsiteY41369" fmla="*/ 2747746 h 5017219"/>
              <a:gd name="connsiteX41370" fmla="*/ 702902 w 5799173"/>
              <a:gd name="connsiteY41370" fmla="*/ 2747746 h 5017219"/>
              <a:gd name="connsiteX41371" fmla="*/ 703900 w 5799173"/>
              <a:gd name="connsiteY41371" fmla="*/ 2748328 h 5017219"/>
              <a:gd name="connsiteX41372" fmla="*/ 712373 w 5799173"/>
              <a:gd name="connsiteY41372" fmla="*/ 2762949 h 5017219"/>
              <a:gd name="connsiteX41373" fmla="*/ 712374 w 5799173"/>
              <a:gd name="connsiteY41373" fmla="*/ 2764113 h 5017219"/>
              <a:gd name="connsiteX41374" fmla="*/ 703900 w 5799173"/>
              <a:gd name="connsiteY41374" fmla="*/ 2778734 h 5017219"/>
              <a:gd name="connsiteX41375" fmla="*/ 702902 w 5799173"/>
              <a:gd name="connsiteY41375" fmla="*/ 2779316 h 5017219"/>
              <a:gd name="connsiteX41376" fmla="*/ 385083 w 5799173"/>
              <a:gd name="connsiteY41376" fmla="*/ 2698856 h 5017219"/>
              <a:gd name="connsiteX41377" fmla="*/ 384086 w 5799173"/>
              <a:gd name="connsiteY41377" fmla="*/ 2698275 h 5017219"/>
              <a:gd name="connsiteX41378" fmla="*/ 375612 w 5799173"/>
              <a:gd name="connsiteY41378" fmla="*/ 2683570 h 5017219"/>
              <a:gd name="connsiteX41379" fmla="*/ 375612 w 5799173"/>
              <a:gd name="connsiteY41379" fmla="*/ 2682407 h 5017219"/>
              <a:gd name="connsiteX41380" fmla="*/ 384086 w 5799173"/>
              <a:gd name="connsiteY41380" fmla="*/ 2667702 h 5017219"/>
              <a:gd name="connsiteX41381" fmla="*/ 385083 w 5799173"/>
              <a:gd name="connsiteY41381" fmla="*/ 2667120 h 5017219"/>
              <a:gd name="connsiteX41382" fmla="*/ 402031 w 5799173"/>
              <a:gd name="connsiteY41382" fmla="*/ 2667120 h 5017219"/>
              <a:gd name="connsiteX41383" fmla="*/ 403028 w 5799173"/>
              <a:gd name="connsiteY41383" fmla="*/ 2667702 h 5017219"/>
              <a:gd name="connsiteX41384" fmla="*/ 411502 w 5799173"/>
              <a:gd name="connsiteY41384" fmla="*/ 2682407 h 5017219"/>
              <a:gd name="connsiteX41385" fmla="*/ 411502 w 5799173"/>
              <a:gd name="connsiteY41385" fmla="*/ 2683570 h 5017219"/>
              <a:gd name="connsiteX41386" fmla="*/ 403028 w 5799173"/>
              <a:gd name="connsiteY41386" fmla="*/ 2698275 h 5017219"/>
              <a:gd name="connsiteX41387" fmla="*/ 402031 w 5799173"/>
              <a:gd name="connsiteY41387" fmla="*/ 2698856 h 5017219"/>
              <a:gd name="connsiteX41388" fmla="*/ 264554 w 5799173"/>
              <a:gd name="connsiteY41388" fmla="*/ 2666770 h 5017219"/>
              <a:gd name="connsiteX41389" fmla="*/ 263474 w 5799173"/>
              <a:gd name="connsiteY41389" fmla="*/ 2666188 h 5017219"/>
              <a:gd name="connsiteX41390" fmla="*/ 254917 w 5799173"/>
              <a:gd name="connsiteY41390" fmla="*/ 2651317 h 5017219"/>
              <a:gd name="connsiteX41391" fmla="*/ 254918 w 5799173"/>
              <a:gd name="connsiteY41391" fmla="*/ 2650072 h 5017219"/>
              <a:gd name="connsiteX41392" fmla="*/ 263557 w 5799173"/>
              <a:gd name="connsiteY41392" fmla="*/ 2635200 h 5017219"/>
              <a:gd name="connsiteX41393" fmla="*/ 264637 w 5799173"/>
              <a:gd name="connsiteY41393" fmla="*/ 2634618 h 5017219"/>
              <a:gd name="connsiteX41394" fmla="*/ 281834 w 5799173"/>
              <a:gd name="connsiteY41394" fmla="*/ 2634618 h 5017219"/>
              <a:gd name="connsiteX41395" fmla="*/ 282914 w 5799173"/>
              <a:gd name="connsiteY41395" fmla="*/ 2635200 h 5017219"/>
              <a:gd name="connsiteX41396" fmla="*/ 291472 w 5799173"/>
              <a:gd name="connsiteY41396" fmla="*/ 2650071 h 5017219"/>
              <a:gd name="connsiteX41397" fmla="*/ 291473 w 5799173"/>
              <a:gd name="connsiteY41397" fmla="*/ 2651317 h 5017219"/>
              <a:gd name="connsiteX41398" fmla="*/ 282831 w 5799173"/>
              <a:gd name="connsiteY41398" fmla="*/ 2666188 h 5017219"/>
              <a:gd name="connsiteX41399" fmla="*/ 281752 w 5799173"/>
              <a:gd name="connsiteY41399" fmla="*/ 2666770 h 5017219"/>
              <a:gd name="connsiteX41400" fmla="*/ 625672 w 5799173"/>
              <a:gd name="connsiteY41400" fmla="*/ 2763532 h 5017219"/>
              <a:gd name="connsiteX41401" fmla="*/ 624592 w 5799173"/>
              <a:gd name="connsiteY41401" fmla="*/ 2762950 h 5017219"/>
              <a:gd name="connsiteX41402" fmla="*/ 616035 w 5799173"/>
              <a:gd name="connsiteY41402" fmla="*/ 2748079 h 5017219"/>
              <a:gd name="connsiteX41403" fmla="*/ 616036 w 5799173"/>
              <a:gd name="connsiteY41403" fmla="*/ 2746833 h 5017219"/>
              <a:gd name="connsiteX41404" fmla="*/ 624675 w 5799173"/>
              <a:gd name="connsiteY41404" fmla="*/ 2731962 h 5017219"/>
              <a:gd name="connsiteX41405" fmla="*/ 625755 w 5799173"/>
              <a:gd name="connsiteY41405" fmla="*/ 2731380 h 5017219"/>
              <a:gd name="connsiteX41406" fmla="*/ 642952 w 5799173"/>
              <a:gd name="connsiteY41406" fmla="*/ 2731380 h 5017219"/>
              <a:gd name="connsiteX41407" fmla="*/ 644033 w 5799173"/>
              <a:gd name="connsiteY41407" fmla="*/ 2731962 h 5017219"/>
              <a:gd name="connsiteX41408" fmla="*/ 652590 w 5799173"/>
              <a:gd name="connsiteY41408" fmla="*/ 2746833 h 5017219"/>
              <a:gd name="connsiteX41409" fmla="*/ 652591 w 5799173"/>
              <a:gd name="connsiteY41409" fmla="*/ 2748079 h 5017219"/>
              <a:gd name="connsiteX41410" fmla="*/ 643949 w 5799173"/>
              <a:gd name="connsiteY41410" fmla="*/ 2762950 h 5017219"/>
              <a:gd name="connsiteX41411" fmla="*/ 642870 w 5799173"/>
              <a:gd name="connsiteY41411" fmla="*/ 2763532 h 5017219"/>
              <a:gd name="connsiteX41412" fmla="*/ 505300 w 5799173"/>
              <a:gd name="connsiteY41412" fmla="*/ 2731361 h 5017219"/>
              <a:gd name="connsiteX41413" fmla="*/ 504220 w 5799173"/>
              <a:gd name="connsiteY41413" fmla="*/ 2730779 h 5017219"/>
              <a:gd name="connsiteX41414" fmla="*/ 495580 w 5799173"/>
              <a:gd name="connsiteY41414" fmla="*/ 2715825 h 5017219"/>
              <a:gd name="connsiteX41415" fmla="*/ 495579 w 5799173"/>
              <a:gd name="connsiteY41415" fmla="*/ 2714579 h 5017219"/>
              <a:gd name="connsiteX41416" fmla="*/ 504220 w 5799173"/>
              <a:gd name="connsiteY41416" fmla="*/ 2699625 h 5017219"/>
              <a:gd name="connsiteX41417" fmla="*/ 505299 w 5799173"/>
              <a:gd name="connsiteY41417" fmla="*/ 2699043 h 5017219"/>
              <a:gd name="connsiteX41418" fmla="*/ 522579 w 5799173"/>
              <a:gd name="connsiteY41418" fmla="*/ 2699043 h 5017219"/>
              <a:gd name="connsiteX41419" fmla="*/ 523659 w 5799173"/>
              <a:gd name="connsiteY41419" fmla="*/ 2699625 h 5017219"/>
              <a:gd name="connsiteX41420" fmla="*/ 532300 w 5799173"/>
              <a:gd name="connsiteY41420" fmla="*/ 2714579 h 5017219"/>
              <a:gd name="connsiteX41421" fmla="*/ 532301 w 5799173"/>
              <a:gd name="connsiteY41421" fmla="*/ 2715825 h 5017219"/>
              <a:gd name="connsiteX41422" fmla="*/ 523660 w 5799173"/>
              <a:gd name="connsiteY41422" fmla="*/ 2730779 h 5017219"/>
              <a:gd name="connsiteX41423" fmla="*/ 522580 w 5799173"/>
              <a:gd name="connsiteY41423" fmla="*/ 2731361 h 5017219"/>
              <a:gd name="connsiteX41424" fmla="*/ 445032 w 5799173"/>
              <a:gd name="connsiteY41424" fmla="*/ 2715306 h 5017219"/>
              <a:gd name="connsiteX41425" fmla="*/ 443951 w 5799173"/>
              <a:gd name="connsiteY41425" fmla="*/ 2714724 h 5017219"/>
              <a:gd name="connsiteX41426" fmla="*/ 435228 w 5799173"/>
              <a:gd name="connsiteY41426" fmla="*/ 2699687 h 5017219"/>
              <a:gd name="connsiteX41427" fmla="*/ 435229 w 5799173"/>
              <a:gd name="connsiteY41427" fmla="*/ 2698441 h 5017219"/>
              <a:gd name="connsiteX41428" fmla="*/ 443951 w 5799173"/>
              <a:gd name="connsiteY41428" fmla="*/ 2683403 h 5017219"/>
              <a:gd name="connsiteX41429" fmla="*/ 445031 w 5799173"/>
              <a:gd name="connsiteY41429" fmla="*/ 2682822 h 5017219"/>
              <a:gd name="connsiteX41430" fmla="*/ 462395 w 5799173"/>
              <a:gd name="connsiteY41430" fmla="*/ 2682822 h 5017219"/>
              <a:gd name="connsiteX41431" fmla="*/ 463474 w 5799173"/>
              <a:gd name="connsiteY41431" fmla="*/ 2683403 h 5017219"/>
              <a:gd name="connsiteX41432" fmla="*/ 472198 w 5799173"/>
              <a:gd name="connsiteY41432" fmla="*/ 2698441 h 5017219"/>
              <a:gd name="connsiteX41433" fmla="*/ 472198 w 5799173"/>
              <a:gd name="connsiteY41433" fmla="*/ 2699687 h 5017219"/>
              <a:gd name="connsiteX41434" fmla="*/ 463475 w 5799173"/>
              <a:gd name="connsiteY41434" fmla="*/ 2714724 h 5017219"/>
              <a:gd name="connsiteX41435" fmla="*/ 462394 w 5799173"/>
              <a:gd name="connsiteY41435" fmla="*/ 2715306 h 5017219"/>
              <a:gd name="connsiteX41436" fmla="*/ 986313 w 5799173"/>
              <a:gd name="connsiteY41436" fmla="*/ 2861208 h 5017219"/>
              <a:gd name="connsiteX41437" fmla="*/ 985233 w 5799173"/>
              <a:gd name="connsiteY41437" fmla="*/ 2860545 h 5017219"/>
              <a:gd name="connsiteX41438" fmla="*/ 976177 w 5799173"/>
              <a:gd name="connsiteY41438" fmla="*/ 2844760 h 5017219"/>
              <a:gd name="connsiteX41439" fmla="*/ 976177 w 5799173"/>
              <a:gd name="connsiteY41439" fmla="*/ 2843514 h 5017219"/>
              <a:gd name="connsiteX41440" fmla="*/ 985316 w 5799173"/>
              <a:gd name="connsiteY41440" fmla="*/ 2827729 h 5017219"/>
              <a:gd name="connsiteX41441" fmla="*/ 986395 w 5799173"/>
              <a:gd name="connsiteY41441" fmla="*/ 2827063 h 5017219"/>
              <a:gd name="connsiteX41442" fmla="*/ 1004590 w 5799173"/>
              <a:gd name="connsiteY41442" fmla="*/ 2827064 h 5017219"/>
              <a:gd name="connsiteX41443" fmla="*/ 1005670 w 5799173"/>
              <a:gd name="connsiteY41443" fmla="*/ 2827729 h 5017219"/>
              <a:gd name="connsiteX41444" fmla="*/ 1014726 w 5799173"/>
              <a:gd name="connsiteY41444" fmla="*/ 2843514 h 5017219"/>
              <a:gd name="connsiteX41445" fmla="*/ 1014726 w 5799173"/>
              <a:gd name="connsiteY41445" fmla="*/ 2844759 h 5017219"/>
              <a:gd name="connsiteX41446" fmla="*/ 1005586 w 5799173"/>
              <a:gd name="connsiteY41446" fmla="*/ 2860545 h 5017219"/>
              <a:gd name="connsiteX41447" fmla="*/ 1004507 w 5799173"/>
              <a:gd name="connsiteY41447" fmla="*/ 2861209 h 5017219"/>
              <a:gd name="connsiteX41448" fmla="*/ 3092830 w 5799173"/>
              <a:gd name="connsiteY41448" fmla="*/ 3425648 h 5017219"/>
              <a:gd name="connsiteX41449" fmla="*/ 3091750 w 5799173"/>
              <a:gd name="connsiteY41449" fmla="*/ 3424984 h 5017219"/>
              <a:gd name="connsiteX41450" fmla="*/ 3082695 w 5799173"/>
              <a:gd name="connsiteY41450" fmla="*/ 3409199 h 5017219"/>
              <a:gd name="connsiteX41451" fmla="*/ 3082695 w 5799173"/>
              <a:gd name="connsiteY41451" fmla="*/ 3407953 h 5017219"/>
              <a:gd name="connsiteX41452" fmla="*/ 3091834 w 5799173"/>
              <a:gd name="connsiteY41452" fmla="*/ 3392168 h 5017219"/>
              <a:gd name="connsiteX41453" fmla="*/ 3092914 w 5799173"/>
              <a:gd name="connsiteY41453" fmla="*/ 3391503 h 5017219"/>
              <a:gd name="connsiteX41454" fmla="*/ 3111108 w 5799173"/>
              <a:gd name="connsiteY41454" fmla="*/ 3391503 h 5017219"/>
              <a:gd name="connsiteX41455" fmla="*/ 3112188 w 5799173"/>
              <a:gd name="connsiteY41455" fmla="*/ 3392168 h 5017219"/>
              <a:gd name="connsiteX41456" fmla="*/ 3121244 w 5799173"/>
              <a:gd name="connsiteY41456" fmla="*/ 3407953 h 5017219"/>
              <a:gd name="connsiteX41457" fmla="*/ 3121244 w 5799173"/>
              <a:gd name="connsiteY41457" fmla="*/ 3409199 h 5017219"/>
              <a:gd name="connsiteX41458" fmla="*/ 3112105 w 5799173"/>
              <a:gd name="connsiteY41458" fmla="*/ 3424984 h 5017219"/>
              <a:gd name="connsiteX41459" fmla="*/ 3111025 w 5799173"/>
              <a:gd name="connsiteY41459" fmla="*/ 3425648 h 5017219"/>
              <a:gd name="connsiteX41460" fmla="*/ 4176182 w 5799173"/>
              <a:gd name="connsiteY41460" fmla="*/ 3715932 h 5017219"/>
              <a:gd name="connsiteX41461" fmla="*/ 4175103 w 5799173"/>
              <a:gd name="connsiteY41461" fmla="*/ 3715268 h 5017219"/>
              <a:gd name="connsiteX41462" fmla="*/ 4166047 w 5799173"/>
              <a:gd name="connsiteY41462" fmla="*/ 3699483 h 5017219"/>
              <a:gd name="connsiteX41463" fmla="*/ 4166047 w 5799173"/>
              <a:gd name="connsiteY41463" fmla="*/ 3698237 h 5017219"/>
              <a:gd name="connsiteX41464" fmla="*/ 4175187 w 5799173"/>
              <a:gd name="connsiteY41464" fmla="*/ 3682452 h 5017219"/>
              <a:gd name="connsiteX41465" fmla="*/ 4176267 w 5799173"/>
              <a:gd name="connsiteY41465" fmla="*/ 3681787 h 5017219"/>
              <a:gd name="connsiteX41466" fmla="*/ 4194461 w 5799173"/>
              <a:gd name="connsiteY41466" fmla="*/ 3681787 h 5017219"/>
              <a:gd name="connsiteX41467" fmla="*/ 4195540 w 5799173"/>
              <a:gd name="connsiteY41467" fmla="*/ 3682452 h 5017219"/>
              <a:gd name="connsiteX41468" fmla="*/ 4204596 w 5799173"/>
              <a:gd name="connsiteY41468" fmla="*/ 3698237 h 5017219"/>
              <a:gd name="connsiteX41469" fmla="*/ 4204596 w 5799173"/>
              <a:gd name="connsiteY41469" fmla="*/ 3699483 h 5017219"/>
              <a:gd name="connsiteX41470" fmla="*/ 4195458 w 5799173"/>
              <a:gd name="connsiteY41470" fmla="*/ 3715268 h 5017219"/>
              <a:gd name="connsiteX41471" fmla="*/ 4194377 w 5799173"/>
              <a:gd name="connsiteY41471" fmla="*/ 3715932 h 5017219"/>
              <a:gd name="connsiteX41472" fmla="*/ 3032552 w 5799173"/>
              <a:gd name="connsiteY41472" fmla="*/ 3409770 h 5017219"/>
              <a:gd name="connsiteX41473" fmla="*/ 3031389 w 5799173"/>
              <a:gd name="connsiteY41473" fmla="*/ 3409105 h 5017219"/>
              <a:gd name="connsiteX41474" fmla="*/ 3022166 w 5799173"/>
              <a:gd name="connsiteY41474" fmla="*/ 3393154 h 5017219"/>
              <a:gd name="connsiteX41475" fmla="*/ 3022166 w 5799173"/>
              <a:gd name="connsiteY41475" fmla="*/ 3391825 h 5017219"/>
              <a:gd name="connsiteX41476" fmla="*/ 3031388 w 5799173"/>
              <a:gd name="connsiteY41476" fmla="*/ 3375874 h 5017219"/>
              <a:gd name="connsiteX41477" fmla="*/ 3032552 w 5799173"/>
              <a:gd name="connsiteY41477" fmla="*/ 3375209 h 5017219"/>
              <a:gd name="connsiteX41478" fmla="*/ 3050995 w 5799173"/>
              <a:gd name="connsiteY41478" fmla="*/ 3375209 h 5017219"/>
              <a:gd name="connsiteX41479" fmla="*/ 3052158 w 5799173"/>
              <a:gd name="connsiteY41479" fmla="*/ 3375874 h 5017219"/>
              <a:gd name="connsiteX41480" fmla="*/ 3061379 w 5799173"/>
              <a:gd name="connsiteY41480" fmla="*/ 3391825 h 5017219"/>
              <a:gd name="connsiteX41481" fmla="*/ 3061379 w 5799173"/>
              <a:gd name="connsiteY41481" fmla="*/ 3393154 h 5017219"/>
              <a:gd name="connsiteX41482" fmla="*/ 3052157 w 5799173"/>
              <a:gd name="connsiteY41482" fmla="*/ 3409105 h 5017219"/>
              <a:gd name="connsiteX41483" fmla="*/ 3050995 w 5799173"/>
              <a:gd name="connsiteY41483" fmla="*/ 3409770 h 5017219"/>
              <a:gd name="connsiteX41484" fmla="*/ 1046156 w 5799173"/>
              <a:gd name="connsiteY41484" fmla="*/ 2877999 h 5017219"/>
              <a:gd name="connsiteX41485" fmla="*/ 1044993 w 5799173"/>
              <a:gd name="connsiteY41485" fmla="*/ 2877334 h 5017219"/>
              <a:gd name="connsiteX41486" fmla="*/ 1035522 w 5799173"/>
              <a:gd name="connsiteY41486" fmla="*/ 2860967 h 5017219"/>
              <a:gd name="connsiteX41487" fmla="*/ 1035522 w 5799173"/>
              <a:gd name="connsiteY41487" fmla="*/ 2859638 h 5017219"/>
              <a:gd name="connsiteX41488" fmla="*/ 1044993 w 5799173"/>
              <a:gd name="connsiteY41488" fmla="*/ 2843272 h 5017219"/>
              <a:gd name="connsiteX41489" fmla="*/ 1046156 w 5799173"/>
              <a:gd name="connsiteY41489" fmla="*/ 2842607 h 5017219"/>
              <a:gd name="connsiteX41490" fmla="*/ 1065098 w 5799173"/>
              <a:gd name="connsiteY41490" fmla="*/ 2842607 h 5017219"/>
              <a:gd name="connsiteX41491" fmla="*/ 1066261 w 5799173"/>
              <a:gd name="connsiteY41491" fmla="*/ 2843272 h 5017219"/>
              <a:gd name="connsiteX41492" fmla="*/ 1075732 w 5799173"/>
              <a:gd name="connsiteY41492" fmla="*/ 2859638 h 5017219"/>
              <a:gd name="connsiteX41493" fmla="*/ 1075732 w 5799173"/>
              <a:gd name="connsiteY41493" fmla="*/ 2860967 h 5017219"/>
              <a:gd name="connsiteX41494" fmla="*/ 1066261 w 5799173"/>
              <a:gd name="connsiteY41494" fmla="*/ 2877334 h 5017219"/>
              <a:gd name="connsiteX41495" fmla="*/ 1065098 w 5799173"/>
              <a:gd name="connsiteY41495" fmla="*/ 2877999 h 5017219"/>
              <a:gd name="connsiteX41496" fmla="*/ 3212860 w 5799173"/>
              <a:gd name="connsiteY41496" fmla="*/ 3458566 h 5017219"/>
              <a:gd name="connsiteX41497" fmla="*/ 3211697 w 5799173"/>
              <a:gd name="connsiteY41497" fmla="*/ 3457901 h 5017219"/>
              <a:gd name="connsiteX41498" fmla="*/ 3202226 w 5799173"/>
              <a:gd name="connsiteY41498" fmla="*/ 3441534 h 5017219"/>
              <a:gd name="connsiteX41499" fmla="*/ 3202226 w 5799173"/>
              <a:gd name="connsiteY41499" fmla="*/ 3440205 h 5017219"/>
              <a:gd name="connsiteX41500" fmla="*/ 3211697 w 5799173"/>
              <a:gd name="connsiteY41500" fmla="*/ 3423839 h 5017219"/>
              <a:gd name="connsiteX41501" fmla="*/ 3212860 w 5799173"/>
              <a:gd name="connsiteY41501" fmla="*/ 3423174 h 5017219"/>
              <a:gd name="connsiteX41502" fmla="*/ 3231802 w 5799173"/>
              <a:gd name="connsiteY41502" fmla="*/ 3423174 h 5017219"/>
              <a:gd name="connsiteX41503" fmla="*/ 3232965 w 5799173"/>
              <a:gd name="connsiteY41503" fmla="*/ 3423839 h 5017219"/>
              <a:gd name="connsiteX41504" fmla="*/ 3242436 w 5799173"/>
              <a:gd name="connsiteY41504" fmla="*/ 3440205 h 5017219"/>
              <a:gd name="connsiteX41505" fmla="*/ 3242436 w 5799173"/>
              <a:gd name="connsiteY41505" fmla="*/ 3441534 h 5017219"/>
              <a:gd name="connsiteX41506" fmla="*/ 3232965 w 5799173"/>
              <a:gd name="connsiteY41506" fmla="*/ 3457901 h 5017219"/>
              <a:gd name="connsiteX41507" fmla="*/ 3231802 w 5799173"/>
              <a:gd name="connsiteY41507" fmla="*/ 3458566 h 5017219"/>
              <a:gd name="connsiteX41508" fmla="*/ 3273046 w 5799173"/>
              <a:gd name="connsiteY41508" fmla="*/ 3474692 h 5017219"/>
              <a:gd name="connsiteX41509" fmla="*/ 3271883 w 5799173"/>
              <a:gd name="connsiteY41509" fmla="*/ 3474028 h 5017219"/>
              <a:gd name="connsiteX41510" fmla="*/ 3262412 w 5799173"/>
              <a:gd name="connsiteY41510" fmla="*/ 3457661 h 5017219"/>
              <a:gd name="connsiteX41511" fmla="*/ 3262412 w 5799173"/>
              <a:gd name="connsiteY41511" fmla="*/ 3456332 h 5017219"/>
              <a:gd name="connsiteX41512" fmla="*/ 3271883 w 5799173"/>
              <a:gd name="connsiteY41512" fmla="*/ 3439965 h 5017219"/>
              <a:gd name="connsiteX41513" fmla="*/ 3273046 w 5799173"/>
              <a:gd name="connsiteY41513" fmla="*/ 3439301 h 5017219"/>
              <a:gd name="connsiteX41514" fmla="*/ 3291988 w 5799173"/>
              <a:gd name="connsiteY41514" fmla="*/ 3439301 h 5017219"/>
              <a:gd name="connsiteX41515" fmla="*/ 3293151 w 5799173"/>
              <a:gd name="connsiteY41515" fmla="*/ 3439966 h 5017219"/>
              <a:gd name="connsiteX41516" fmla="*/ 3302622 w 5799173"/>
              <a:gd name="connsiteY41516" fmla="*/ 3456331 h 5017219"/>
              <a:gd name="connsiteX41517" fmla="*/ 3302622 w 5799173"/>
              <a:gd name="connsiteY41517" fmla="*/ 3457660 h 5017219"/>
              <a:gd name="connsiteX41518" fmla="*/ 3293151 w 5799173"/>
              <a:gd name="connsiteY41518" fmla="*/ 3474028 h 5017219"/>
              <a:gd name="connsiteX41519" fmla="*/ 3291988 w 5799173"/>
              <a:gd name="connsiteY41519" fmla="*/ 3474693 h 5017219"/>
              <a:gd name="connsiteX41520" fmla="*/ 3152591 w 5799173"/>
              <a:gd name="connsiteY41520" fmla="*/ 3442521 h 5017219"/>
              <a:gd name="connsiteX41521" fmla="*/ 3151428 w 5799173"/>
              <a:gd name="connsiteY41521" fmla="*/ 3441856 h 5017219"/>
              <a:gd name="connsiteX41522" fmla="*/ 3141957 w 5799173"/>
              <a:gd name="connsiteY41522" fmla="*/ 3425407 h 5017219"/>
              <a:gd name="connsiteX41523" fmla="*/ 3141957 w 5799173"/>
              <a:gd name="connsiteY41523" fmla="*/ 3424078 h 5017219"/>
              <a:gd name="connsiteX41524" fmla="*/ 3151512 w 5799173"/>
              <a:gd name="connsiteY41524" fmla="*/ 3407628 h 5017219"/>
              <a:gd name="connsiteX41525" fmla="*/ 3152674 w 5799173"/>
              <a:gd name="connsiteY41525" fmla="*/ 3406963 h 5017219"/>
              <a:gd name="connsiteX41526" fmla="*/ 3171700 w 5799173"/>
              <a:gd name="connsiteY41526" fmla="*/ 3406963 h 5017219"/>
              <a:gd name="connsiteX41527" fmla="*/ 3172863 w 5799173"/>
              <a:gd name="connsiteY41527" fmla="*/ 3407628 h 5017219"/>
              <a:gd name="connsiteX41528" fmla="*/ 3182333 w 5799173"/>
              <a:gd name="connsiteY41528" fmla="*/ 3424078 h 5017219"/>
              <a:gd name="connsiteX41529" fmla="*/ 3182333 w 5799173"/>
              <a:gd name="connsiteY41529" fmla="*/ 3425407 h 5017219"/>
              <a:gd name="connsiteX41530" fmla="*/ 3172779 w 5799173"/>
              <a:gd name="connsiteY41530" fmla="*/ 3441856 h 5017219"/>
              <a:gd name="connsiteX41531" fmla="*/ 3171617 w 5799173"/>
              <a:gd name="connsiteY41531" fmla="*/ 3442521 h 5017219"/>
              <a:gd name="connsiteX41532" fmla="*/ 1708100 w 5799173"/>
              <a:gd name="connsiteY41532" fmla="*/ 3055641 h 5017219"/>
              <a:gd name="connsiteX41533" fmla="*/ 1706937 w 5799173"/>
              <a:gd name="connsiteY41533" fmla="*/ 3054976 h 5017219"/>
              <a:gd name="connsiteX41534" fmla="*/ 1697383 w 5799173"/>
              <a:gd name="connsiteY41534" fmla="*/ 3038444 h 5017219"/>
              <a:gd name="connsiteX41535" fmla="*/ 1697383 w 5799173"/>
              <a:gd name="connsiteY41535" fmla="*/ 3037113 h 5017219"/>
              <a:gd name="connsiteX41536" fmla="*/ 1706937 w 5799173"/>
              <a:gd name="connsiteY41536" fmla="*/ 3020581 h 5017219"/>
              <a:gd name="connsiteX41537" fmla="*/ 1708100 w 5799173"/>
              <a:gd name="connsiteY41537" fmla="*/ 3019917 h 5017219"/>
              <a:gd name="connsiteX41538" fmla="*/ 1727208 w 5799173"/>
              <a:gd name="connsiteY41538" fmla="*/ 3019917 h 5017219"/>
              <a:gd name="connsiteX41539" fmla="*/ 1728371 w 5799173"/>
              <a:gd name="connsiteY41539" fmla="*/ 3020581 h 5017219"/>
              <a:gd name="connsiteX41540" fmla="*/ 1737925 w 5799173"/>
              <a:gd name="connsiteY41540" fmla="*/ 3037113 h 5017219"/>
              <a:gd name="connsiteX41541" fmla="*/ 1737925 w 5799173"/>
              <a:gd name="connsiteY41541" fmla="*/ 3038444 h 5017219"/>
              <a:gd name="connsiteX41542" fmla="*/ 1728371 w 5799173"/>
              <a:gd name="connsiteY41542" fmla="*/ 3054976 h 5017219"/>
              <a:gd name="connsiteX41543" fmla="*/ 1727208 w 5799173"/>
              <a:gd name="connsiteY41543" fmla="*/ 3055641 h 5017219"/>
              <a:gd name="connsiteX41544" fmla="*/ 3332993 w 5799173"/>
              <a:gd name="connsiteY41544" fmla="*/ 3491320 h 5017219"/>
              <a:gd name="connsiteX41545" fmla="*/ 3331830 w 5799173"/>
              <a:gd name="connsiteY41545" fmla="*/ 3490655 h 5017219"/>
              <a:gd name="connsiteX41546" fmla="*/ 3322111 w 5799173"/>
              <a:gd name="connsiteY41546" fmla="*/ 3473790 h 5017219"/>
              <a:gd name="connsiteX41547" fmla="*/ 3322111 w 5799173"/>
              <a:gd name="connsiteY41547" fmla="*/ 3472378 h 5017219"/>
              <a:gd name="connsiteX41548" fmla="*/ 3331831 w 5799173"/>
              <a:gd name="connsiteY41548" fmla="*/ 3455513 h 5017219"/>
              <a:gd name="connsiteX41549" fmla="*/ 3332993 w 5799173"/>
              <a:gd name="connsiteY41549" fmla="*/ 3454848 h 5017219"/>
              <a:gd name="connsiteX41550" fmla="*/ 3352434 w 5799173"/>
              <a:gd name="connsiteY41550" fmla="*/ 3454848 h 5017219"/>
              <a:gd name="connsiteX41551" fmla="*/ 3353597 w 5799173"/>
              <a:gd name="connsiteY41551" fmla="*/ 3455513 h 5017219"/>
              <a:gd name="connsiteX41552" fmla="*/ 3363318 w 5799173"/>
              <a:gd name="connsiteY41552" fmla="*/ 3472378 h 5017219"/>
              <a:gd name="connsiteX41553" fmla="*/ 3363318 w 5799173"/>
              <a:gd name="connsiteY41553" fmla="*/ 3473790 h 5017219"/>
              <a:gd name="connsiteX41554" fmla="*/ 3353598 w 5799173"/>
              <a:gd name="connsiteY41554" fmla="*/ 3490655 h 5017219"/>
              <a:gd name="connsiteX41555" fmla="*/ 3352434 w 5799173"/>
              <a:gd name="connsiteY41555" fmla="*/ 3491320 h 5017219"/>
              <a:gd name="connsiteX41556" fmla="*/ 744903 w 5799173"/>
              <a:gd name="connsiteY41556" fmla="*/ 2797948 h 5017219"/>
              <a:gd name="connsiteX41557" fmla="*/ 743740 w 5799173"/>
              <a:gd name="connsiteY41557" fmla="*/ 2797283 h 5017219"/>
              <a:gd name="connsiteX41558" fmla="*/ 734019 w 5799173"/>
              <a:gd name="connsiteY41558" fmla="*/ 2780335 h 5017219"/>
              <a:gd name="connsiteX41559" fmla="*/ 734020 w 5799173"/>
              <a:gd name="connsiteY41559" fmla="*/ 2778923 h 5017219"/>
              <a:gd name="connsiteX41560" fmla="*/ 743823 w 5799173"/>
              <a:gd name="connsiteY41560" fmla="*/ 2761975 h 5017219"/>
              <a:gd name="connsiteX41561" fmla="*/ 744987 w 5799173"/>
              <a:gd name="connsiteY41561" fmla="*/ 2761310 h 5017219"/>
              <a:gd name="connsiteX41562" fmla="*/ 764510 w 5799173"/>
              <a:gd name="connsiteY41562" fmla="*/ 2761310 h 5017219"/>
              <a:gd name="connsiteX41563" fmla="*/ 765673 w 5799173"/>
              <a:gd name="connsiteY41563" fmla="*/ 2761975 h 5017219"/>
              <a:gd name="connsiteX41564" fmla="*/ 775393 w 5799173"/>
              <a:gd name="connsiteY41564" fmla="*/ 2778923 h 5017219"/>
              <a:gd name="connsiteX41565" fmla="*/ 775393 w 5799173"/>
              <a:gd name="connsiteY41565" fmla="*/ 2780335 h 5017219"/>
              <a:gd name="connsiteX41566" fmla="*/ 765590 w 5799173"/>
              <a:gd name="connsiteY41566" fmla="*/ 2797283 h 5017219"/>
              <a:gd name="connsiteX41567" fmla="*/ 764426 w 5799173"/>
              <a:gd name="connsiteY41567" fmla="*/ 2797948 h 5017219"/>
              <a:gd name="connsiteX41568" fmla="*/ 1106020 w 5799173"/>
              <a:gd name="connsiteY41568" fmla="*/ 2894709 h 5017219"/>
              <a:gd name="connsiteX41569" fmla="*/ 1104857 w 5799173"/>
              <a:gd name="connsiteY41569" fmla="*/ 2894044 h 5017219"/>
              <a:gd name="connsiteX41570" fmla="*/ 1095137 w 5799173"/>
              <a:gd name="connsiteY41570" fmla="*/ 2877096 h 5017219"/>
              <a:gd name="connsiteX41571" fmla="*/ 1095137 w 5799173"/>
              <a:gd name="connsiteY41571" fmla="*/ 2875684 h 5017219"/>
              <a:gd name="connsiteX41572" fmla="*/ 1104940 w 5799173"/>
              <a:gd name="connsiteY41572" fmla="*/ 2858736 h 5017219"/>
              <a:gd name="connsiteX41573" fmla="*/ 1106104 w 5799173"/>
              <a:gd name="connsiteY41573" fmla="*/ 2858071 h 5017219"/>
              <a:gd name="connsiteX41574" fmla="*/ 1125627 w 5799173"/>
              <a:gd name="connsiteY41574" fmla="*/ 2858071 h 5017219"/>
              <a:gd name="connsiteX41575" fmla="*/ 1126790 w 5799173"/>
              <a:gd name="connsiteY41575" fmla="*/ 2858736 h 5017219"/>
              <a:gd name="connsiteX41576" fmla="*/ 1136510 w 5799173"/>
              <a:gd name="connsiteY41576" fmla="*/ 2875684 h 5017219"/>
              <a:gd name="connsiteX41577" fmla="*/ 1136510 w 5799173"/>
              <a:gd name="connsiteY41577" fmla="*/ 2877096 h 5017219"/>
              <a:gd name="connsiteX41578" fmla="*/ 1126707 w 5799173"/>
              <a:gd name="connsiteY41578" fmla="*/ 2894044 h 5017219"/>
              <a:gd name="connsiteX41579" fmla="*/ 1125543 w 5799173"/>
              <a:gd name="connsiteY41579" fmla="*/ 2894709 h 5017219"/>
              <a:gd name="connsiteX41580" fmla="*/ 1166206 w 5799173"/>
              <a:gd name="connsiteY41580" fmla="*/ 2910836 h 5017219"/>
              <a:gd name="connsiteX41581" fmla="*/ 1165043 w 5799173"/>
              <a:gd name="connsiteY41581" fmla="*/ 2910171 h 5017219"/>
              <a:gd name="connsiteX41582" fmla="*/ 1155322 w 5799173"/>
              <a:gd name="connsiteY41582" fmla="*/ 2893223 h 5017219"/>
              <a:gd name="connsiteX41583" fmla="*/ 1155323 w 5799173"/>
              <a:gd name="connsiteY41583" fmla="*/ 2891811 h 5017219"/>
              <a:gd name="connsiteX41584" fmla="*/ 1165126 w 5799173"/>
              <a:gd name="connsiteY41584" fmla="*/ 2874863 h 5017219"/>
              <a:gd name="connsiteX41585" fmla="*/ 1166290 w 5799173"/>
              <a:gd name="connsiteY41585" fmla="*/ 2874198 h 5017219"/>
              <a:gd name="connsiteX41586" fmla="*/ 1185813 w 5799173"/>
              <a:gd name="connsiteY41586" fmla="*/ 2874198 h 5017219"/>
              <a:gd name="connsiteX41587" fmla="*/ 1186976 w 5799173"/>
              <a:gd name="connsiteY41587" fmla="*/ 2874863 h 5017219"/>
              <a:gd name="connsiteX41588" fmla="*/ 1196696 w 5799173"/>
              <a:gd name="connsiteY41588" fmla="*/ 2891811 h 5017219"/>
              <a:gd name="connsiteX41589" fmla="*/ 1196696 w 5799173"/>
              <a:gd name="connsiteY41589" fmla="*/ 2893223 h 5017219"/>
              <a:gd name="connsiteX41590" fmla="*/ 1186893 w 5799173"/>
              <a:gd name="connsiteY41590" fmla="*/ 2910171 h 5017219"/>
              <a:gd name="connsiteX41591" fmla="*/ 1185729 w 5799173"/>
              <a:gd name="connsiteY41591" fmla="*/ 2910836 h 5017219"/>
              <a:gd name="connsiteX41592" fmla="*/ 1226392 w 5799173"/>
              <a:gd name="connsiteY41592" fmla="*/ 2926963 h 5017219"/>
              <a:gd name="connsiteX41593" fmla="*/ 1225229 w 5799173"/>
              <a:gd name="connsiteY41593" fmla="*/ 2926298 h 5017219"/>
              <a:gd name="connsiteX41594" fmla="*/ 1215509 w 5799173"/>
              <a:gd name="connsiteY41594" fmla="*/ 2909350 h 5017219"/>
              <a:gd name="connsiteX41595" fmla="*/ 1215510 w 5799173"/>
              <a:gd name="connsiteY41595" fmla="*/ 2907938 h 5017219"/>
              <a:gd name="connsiteX41596" fmla="*/ 1225313 w 5799173"/>
              <a:gd name="connsiteY41596" fmla="*/ 2890990 h 5017219"/>
              <a:gd name="connsiteX41597" fmla="*/ 1226476 w 5799173"/>
              <a:gd name="connsiteY41597" fmla="*/ 2890325 h 5017219"/>
              <a:gd name="connsiteX41598" fmla="*/ 1246000 w 5799173"/>
              <a:gd name="connsiteY41598" fmla="*/ 2890325 h 5017219"/>
              <a:gd name="connsiteX41599" fmla="*/ 1247163 w 5799173"/>
              <a:gd name="connsiteY41599" fmla="*/ 2890990 h 5017219"/>
              <a:gd name="connsiteX41600" fmla="*/ 1256882 w 5799173"/>
              <a:gd name="connsiteY41600" fmla="*/ 2907938 h 5017219"/>
              <a:gd name="connsiteX41601" fmla="*/ 1256882 w 5799173"/>
              <a:gd name="connsiteY41601" fmla="*/ 2909350 h 5017219"/>
              <a:gd name="connsiteX41602" fmla="*/ 1247079 w 5799173"/>
              <a:gd name="connsiteY41602" fmla="*/ 2926298 h 5017219"/>
              <a:gd name="connsiteX41603" fmla="*/ 1245916 w 5799173"/>
              <a:gd name="connsiteY41603" fmla="*/ 2926963 h 5017219"/>
              <a:gd name="connsiteX41604" fmla="*/ 1286580 w 5799173"/>
              <a:gd name="connsiteY41604" fmla="*/ 2943172 h 5017219"/>
              <a:gd name="connsiteX41605" fmla="*/ 1285416 w 5799173"/>
              <a:gd name="connsiteY41605" fmla="*/ 2942507 h 5017219"/>
              <a:gd name="connsiteX41606" fmla="*/ 1275613 w 5799173"/>
              <a:gd name="connsiteY41606" fmla="*/ 2925476 h 5017219"/>
              <a:gd name="connsiteX41607" fmla="*/ 1275612 w 5799173"/>
              <a:gd name="connsiteY41607" fmla="*/ 2924064 h 5017219"/>
              <a:gd name="connsiteX41608" fmla="*/ 1285415 w 5799173"/>
              <a:gd name="connsiteY41608" fmla="*/ 2907033 h 5017219"/>
              <a:gd name="connsiteX41609" fmla="*/ 1286579 w 5799173"/>
              <a:gd name="connsiteY41609" fmla="*/ 2906368 h 5017219"/>
              <a:gd name="connsiteX41610" fmla="*/ 1306185 w 5799173"/>
              <a:gd name="connsiteY41610" fmla="*/ 2906368 h 5017219"/>
              <a:gd name="connsiteX41611" fmla="*/ 1307348 w 5799173"/>
              <a:gd name="connsiteY41611" fmla="*/ 2907033 h 5017219"/>
              <a:gd name="connsiteX41612" fmla="*/ 1317152 w 5799173"/>
              <a:gd name="connsiteY41612" fmla="*/ 2924064 h 5017219"/>
              <a:gd name="connsiteX41613" fmla="*/ 1317152 w 5799173"/>
              <a:gd name="connsiteY41613" fmla="*/ 2925476 h 5017219"/>
              <a:gd name="connsiteX41614" fmla="*/ 1307348 w 5799173"/>
              <a:gd name="connsiteY41614" fmla="*/ 2942507 h 5017219"/>
              <a:gd name="connsiteX41615" fmla="*/ 1306185 w 5799173"/>
              <a:gd name="connsiteY41615" fmla="*/ 2943172 h 5017219"/>
              <a:gd name="connsiteX41616" fmla="*/ 3513469 w 5799173"/>
              <a:gd name="connsiteY41616" fmla="*/ 3539865 h 5017219"/>
              <a:gd name="connsiteX41617" fmla="*/ 3512306 w 5799173"/>
              <a:gd name="connsiteY41617" fmla="*/ 3539200 h 5017219"/>
              <a:gd name="connsiteX41618" fmla="*/ 3502503 w 5799173"/>
              <a:gd name="connsiteY41618" fmla="*/ 3522169 h 5017219"/>
              <a:gd name="connsiteX41619" fmla="*/ 3502503 w 5799173"/>
              <a:gd name="connsiteY41619" fmla="*/ 3520757 h 5017219"/>
              <a:gd name="connsiteX41620" fmla="*/ 3512306 w 5799173"/>
              <a:gd name="connsiteY41620" fmla="*/ 3503726 h 5017219"/>
              <a:gd name="connsiteX41621" fmla="*/ 3513470 w 5799173"/>
              <a:gd name="connsiteY41621" fmla="*/ 3503061 h 5017219"/>
              <a:gd name="connsiteX41622" fmla="*/ 3533076 w 5799173"/>
              <a:gd name="connsiteY41622" fmla="*/ 3503061 h 5017219"/>
              <a:gd name="connsiteX41623" fmla="*/ 3534239 w 5799173"/>
              <a:gd name="connsiteY41623" fmla="*/ 3503726 h 5017219"/>
              <a:gd name="connsiteX41624" fmla="*/ 3544043 w 5799173"/>
              <a:gd name="connsiteY41624" fmla="*/ 3520757 h 5017219"/>
              <a:gd name="connsiteX41625" fmla="*/ 3544043 w 5799173"/>
              <a:gd name="connsiteY41625" fmla="*/ 3522169 h 5017219"/>
              <a:gd name="connsiteX41626" fmla="*/ 3534239 w 5799173"/>
              <a:gd name="connsiteY41626" fmla="*/ 3539200 h 5017219"/>
              <a:gd name="connsiteX41627" fmla="*/ 3533076 w 5799173"/>
              <a:gd name="connsiteY41627" fmla="*/ 3539865 h 5017219"/>
              <a:gd name="connsiteX41628" fmla="*/ 3994959 w 5799173"/>
              <a:gd name="connsiteY41628" fmla="*/ 3668880 h 5017219"/>
              <a:gd name="connsiteX41629" fmla="*/ 3993796 w 5799173"/>
              <a:gd name="connsiteY41629" fmla="*/ 3668215 h 5017219"/>
              <a:gd name="connsiteX41630" fmla="*/ 3983993 w 5799173"/>
              <a:gd name="connsiteY41630" fmla="*/ 3651184 h 5017219"/>
              <a:gd name="connsiteX41631" fmla="*/ 3983993 w 5799173"/>
              <a:gd name="connsiteY41631" fmla="*/ 3649772 h 5017219"/>
              <a:gd name="connsiteX41632" fmla="*/ 3993796 w 5799173"/>
              <a:gd name="connsiteY41632" fmla="*/ 3632741 h 5017219"/>
              <a:gd name="connsiteX41633" fmla="*/ 3994959 w 5799173"/>
              <a:gd name="connsiteY41633" fmla="*/ 3632076 h 5017219"/>
              <a:gd name="connsiteX41634" fmla="*/ 4014566 w 5799173"/>
              <a:gd name="connsiteY41634" fmla="*/ 3632076 h 5017219"/>
              <a:gd name="connsiteX41635" fmla="*/ 4015729 w 5799173"/>
              <a:gd name="connsiteY41635" fmla="*/ 3632741 h 5017219"/>
              <a:gd name="connsiteX41636" fmla="*/ 4025533 w 5799173"/>
              <a:gd name="connsiteY41636" fmla="*/ 3649772 h 5017219"/>
              <a:gd name="connsiteX41637" fmla="*/ 4025533 w 5799173"/>
              <a:gd name="connsiteY41637" fmla="*/ 3651184 h 5017219"/>
              <a:gd name="connsiteX41638" fmla="*/ 4015729 w 5799173"/>
              <a:gd name="connsiteY41638" fmla="*/ 3668215 h 5017219"/>
              <a:gd name="connsiteX41639" fmla="*/ 4014566 w 5799173"/>
              <a:gd name="connsiteY41639" fmla="*/ 3668880 h 5017219"/>
              <a:gd name="connsiteX41640" fmla="*/ 1346663 w 5799173"/>
              <a:gd name="connsiteY41640" fmla="*/ 2959451 h 5017219"/>
              <a:gd name="connsiteX41641" fmla="*/ 1345416 w 5799173"/>
              <a:gd name="connsiteY41641" fmla="*/ 2958787 h 5017219"/>
              <a:gd name="connsiteX41642" fmla="*/ 1335530 w 5799173"/>
              <a:gd name="connsiteY41642" fmla="*/ 2941672 h 5017219"/>
              <a:gd name="connsiteX41643" fmla="*/ 1335530 w 5799173"/>
              <a:gd name="connsiteY41643" fmla="*/ 2940260 h 5017219"/>
              <a:gd name="connsiteX41644" fmla="*/ 1345416 w 5799173"/>
              <a:gd name="connsiteY41644" fmla="*/ 2923146 h 5017219"/>
              <a:gd name="connsiteX41645" fmla="*/ 1346663 w 5799173"/>
              <a:gd name="connsiteY41645" fmla="*/ 2922481 h 5017219"/>
              <a:gd name="connsiteX41646" fmla="*/ 1366352 w 5799173"/>
              <a:gd name="connsiteY41646" fmla="*/ 2922481 h 5017219"/>
              <a:gd name="connsiteX41647" fmla="*/ 1367599 w 5799173"/>
              <a:gd name="connsiteY41647" fmla="*/ 2923146 h 5017219"/>
              <a:gd name="connsiteX41648" fmla="*/ 1377485 w 5799173"/>
              <a:gd name="connsiteY41648" fmla="*/ 2940260 h 5017219"/>
              <a:gd name="connsiteX41649" fmla="*/ 1377485 w 5799173"/>
              <a:gd name="connsiteY41649" fmla="*/ 2941672 h 5017219"/>
              <a:gd name="connsiteX41650" fmla="*/ 1367599 w 5799173"/>
              <a:gd name="connsiteY41650" fmla="*/ 2958787 h 5017219"/>
              <a:gd name="connsiteX41651" fmla="*/ 1366352 w 5799173"/>
              <a:gd name="connsiteY41651" fmla="*/ 2959451 h 5017219"/>
              <a:gd name="connsiteX41652" fmla="*/ 3392991 w 5799173"/>
              <a:gd name="connsiteY41652" fmla="*/ 3507869 h 5017219"/>
              <a:gd name="connsiteX41653" fmla="*/ 3391744 w 5799173"/>
              <a:gd name="connsiteY41653" fmla="*/ 3507204 h 5017219"/>
              <a:gd name="connsiteX41654" fmla="*/ 3381859 w 5799173"/>
              <a:gd name="connsiteY41654" fmla="*/ 3490007 h 5017219"/>
              <a:gd name="connsiteX41655" fmla="*/ 3381859 w 5799173"/>
              <a:gd name="connsiteY41655" fmla="*/ 3488595 h 5017219"/>
              <a:gd name="connsiteX41656" fmla="*/ 3391744 w 5799173"/>
              <a:gd name="connsiteY41656" fmla="*/ 3471398 h 5017219"/>
              <a:gd name="connsiteX41657" fmla="*/ 3392991 w 5799173"/>
              <a:gd name="connsiteY41657" fmla="*/ 3470732 h 5017219"/>
              <a:gd name="connsiteX41658" fmla="*/ 3412848 w 5799173"/>
              <a:gd name="connsiteY41658" fmla="*/ 3470733 h 5017219"/>
              <a:gd name="connsiteX41659" fmla="*/ 3414094 w 5799173"/>
              <a:gd name="connsiteY41659" fmla="*/ 3471397 h 5017219"/>
              <a:gd name="connsiteX41660" fmla="*/ 3423979 w 5799173"/>
              <a:gd name="connsiteY41660" fmla="*/ 3488595 h 5017219"/>
              <a:gd name="connsiteX41661" fmla="*/ 3423980 w 5799173"/>
              <a:gd name="connsiteY41661" fmla="*/ 3490006 h 5017219"/>
              <a:gd name="connsiteX41662" fmla="*/ 3414093 w 5799173"/>
              <a:gd name="connsiteY41662" fmla="*/ 3507205 h 5017219"/>
              <a:gd name="connsiteX41663" fmla="*/ 3412848 w 5799173"/>
              <a:gd name="connsiteY41663" fmla="*/ 3507869 h 5017219"/>
              <a:gd name="connsiteX41664" fmla="*/ 3573549 w 5799173"/>
              <a:gd name="connsiteY41664" fmla="*/ 3556249 h 5017219"/>
              <a:gd name="connsiteX41665" fmla="*/ 3572303 w 5799173"/>
              <a:gd name="connsiteY41665" fmla="*/ 3555585 h 5017219"/>
              <a:gd name="connsiteX41666" fmla="*/ 3562417 w 5799173"/>
              <a:gd name="connsiteY41666" fmla="*/ 3538387 h 5017219"/>
              <a:gd name="connsiteX41667" fmla="*/ 3562417 w 5799173"/>
              <a:gd name="connsiteY41667" fmla="*/ 3536975 h 5017219"/>
              <a:gd name="connsiteX41668" fmla="*/ 3572303 w 5799173"/>
              <a:gd name="connsiteY41668" fmla="*/ 3519778 h 5017219"/>
              <a:gd name="connsiteX41669" fmla="*/ 3573549 w 5799173"/>
              <a:gd name="connsiteY41669" fmla="*/ 3519113 h 5017219"/>
              <a:gd name="connsiteX41670" fmla="*/ 3593406 w 5799173"/>
              <a:gd name="connsiteY41670" fmla="*/ 3519113 h 5017219"/>
              <a:gd name="connsiteX41671" fmla="*/ 3594652 w 5799173"/>
              <a:gd name="connsiteY41671" fmla="*/ 3519778 h 5017219"/>
              <a:gd name="connsiteX41672" fmla="*/ 3604538 w 5799173"/>
              <a:gd name="connsiteY41672" fmla="*/ 3536975 h 5017219"/>
              <a:gd name="connsiteX41673" fmla="*/ 3604538 w 5799173"/>
              <a:gd name="connsiteY41673" fmla="*/ 3538387 h 5017219"/>
              <a:gd name="connsiteX41674" fmla="*/ 3594652 w 5799173"/>
              <a:gd name="connsiteY41674" fmla="*/ 3555585 h 5017219"/>
              <a:gd name="connsiteX41675" fmla="*/ 3593406 w 5799173"/>
              <a:gd name="connsiteY41675" fmla="*/ 3556249 h 5017219"/>
              <a:gd name="connsiteX41676" fmla="*/ 3453095 w 5799173"/>
              <a:gd name="connsiteY41676" fmla="*/ 3524068 h 5017219"/>
              <a:gd name="connsiteX41677" fmla="*/ 3451849 w 5799173"/>
              <a:gd name="connsiteY41677" fmla="*/ 3523404 h 5017219"/>
              <a:gd name="connsiteX41678" fmla="*/ 3441880 w 5799173"/>
              <a:gd name="connsiteY41678" fmla="*/ 3506123 h 5017219"/>
              <a:gd name="connsiteX41679" fmla="*/ 3441880 w 5799173"/>
              <a:gd name="connsiteY41679" fmla="*/ 3504711 h 5017219"/>
              <a:gd name="connsiteX41680" fmla="*/ 3451849 w 5799173"/>
              <a:gd name="connsiteY41680" fmla="*/ 3487431 h 5017219"/>
              <a:gd name="connsiteX41681" fmla="*/ 3453095 w 5799173"/>
              <a:gd name="connsiteY41681" fmla="*/ 3486766 h 5017219"/>
              <a:gd name="connsiteX41682" fmla="*/ 3473035 w 5799173"/>
              <a:gd name="connsiteY41682" fmla="*/ 3486766 h 5017219"/>
              <a:gd name="connsiteX41683" fmla="*/ 3474281 w 5799173"/>
              <a:gd name="connsiteY41683" fmla="*/ 3487431 h 5017219"/>
              <a:gd name="connsiteX41684" fmla="*/ 3484250 w 5799173"/>
              <a:gd name="connsiteY41684" fmla="*/ 3504711 h 5017219"/>
              <a:gd name="connsiteX41685" fmla="*/ 3484250 w 5799173"/>
              <a:gd name="connsiteY41685" fmla="*/ 3506123 h 5017219"/>
              <a:gd name="connsiteX41686" fmla="*/ 3474281 w 5799173"/>
              <a:gd name="connsiteY41686" fmla="*/ 3523404 h 5017219"/>
              <a:gd name="connsiteX41687" fmla="*/ 3473035 w 5799173"/>
              <a:gd name="connsiteY41687" fmla="*/ 3524068 h 5017219"/>
              <a:gd name="connsiteX41688" fmla="*/ 1466889 w 5799173"/>
              <a:gd name="connsiteY41688" fmla="*/ 2991968 h 5017219"/>
              <a:gd name="connsiteX41689" fmla="*/ 1465643 w 5799173"/>
              <a:gd name="connsiteY41689" fmla="*/ 2991221 h 5017219"/>
              <a:gd name="connsiteX41690" fmla="*/ 1455673 w 5799173"/>
              <a:gd name="connsiteY41690" fmla="*/ 2973857 h 5017219"/>
              <a:gd name="connsiteX41691" fmla="*/ 1455673 w 5799173"/>
              <a:gd name="connsiteY41691" fmla="*/ 2972444 h 5017219"/>
              <a:gd name="connsiteX41692" fmla="*/ 1465726 w 5799173"/>
              <a:gd name="connsiteY41692" fmla="*/ 2955081 h 5017219"/>
              <a:gd name="connsiteX41693" fmla="*/ 1466972 w 5799173"/>
              <a:gd name="connsiteY41693" fmla="*/ 2954333 h 5017219"/>
              <a:gd name="connsiteX41694" fmla="*/ 1486994 w 5799173"/>
              <a:gd name="connsiteY41694" fmla="*/ 2954333 h 5017219"/>
              <a:gd name="connsiteX41695" fmla="*/ 1488240 w 5799173"/>
              <a:gd name="connsiteY41695" fmla="*/ 2955081 h 5017219"/>
              <a:gd name="connsiteX41696" fmla="*/ 1498210 w 5799173"/>
              <a:gd name="connsiteY41696" fmla="*/ 2972444 h 5017219"/>
              <a:gd name="connsiteX41697" fmla="*/ 1498210 w 5799173"/>
              <a:gd name="connsiteY41697" fmla="*/ 2973857 h 5017219"/>
              <a:gd name="connsiteX41698" fmla="*/ 1488157 w 5799173"/>
              <a:gd name="connsiteY41698" fmla="*/ 2991220 h 5017219"/>
              <a:gd name="connsiteX41699" fmla="*/ 1486911 w 5799173"/>
              <a:gd name="connsiteY41699" fmla="*/ 2991968 h 5017219"/>
              <a:gd name="connsiteX41700" fmla="*/ 1527075 w 5799173"/>
              <a:gd name="connsiteY41700" fmla="*/ 3008095 h 5017219"/>
              <a:gd name="connsiteX41701" fmla="*/ 1525829 w 5799173"/>
              <a:gd name="connsiteY41701" fmla="*/ 3007347 h 5017219"/>
              <a:gd name="connsiteX41702" fmla="*/ 1515859 w 5799173"/>
              <a:gd name="connsiteY41702" fmla="*/ 2989984 h 5017219"/>
              <a:gd name="connsiteX41703" fmla="*/ 1515859 w 5799173"/>
              <a:gd name="connsiteY41703" fmla="*/ 2988571 h 5017219"/>
              <a:gd name="connsiteX41704" fmla="*/ 1525912 w 5799173"/>
              <a:gd name="connsiteY41704" fmla="*/ 2971208 h 5017219"/>
              <a:gd name="connsiteX41705" fmla="*/ 1527158 w 5799173"/>
              <a:gd name="connsiteY41705" fmla="*/ 2970460 h 5017219"/>
              <a:gd name="connsiteX41706" fmla="*/ 1547180 w 5799173"/>
              <a:gd name="connsiteY41706" fmla="*/ 2970460 h 5017219"/>
              <a:gd name="connsiteX41707" fmla="*/ 1548426 w 5799173"/>
              <a:gd name="connsiteY41707" fmla="*/ 2971208 h 5017219"/>
              <a:gd name="connsiteX41708" fmla="*/ 1558396 w 5799173"/>
              <a:gd name="connsiteY41708" fmla="*/ 2988571 h 5017219"/>
              <a:gd name="connsiteX41709" fmla="*/ 1558396 w 5799173"/>
              <a:gd name="connsiteY41709" fmla="*/ 2989984 h 5017219"/>
              <a:gd name="connsiteX41710" fmla="*/ 1548343 w 5799173"/>
              <a:gd name="connsiteY41710" fmla="*/ 3007347 h 5017219"/>
              <a:gd name="connsiteX41711" fmla="*/ 1547097 w 5799173"/>
              <a:gd name="connsiteY41711" fmla="*/ 3008095 h 5017219"/>
              <a:gd name="connsiteX41712" fmla="*/ 3934524 w 5799173"/>
              <a:gd name="connsiteY41712" fmla="*/ 3653169 h 5017219"/>
              <a:gd name="connsiteX41713" fmla="*/ 3933278 w 5799173"/>
              <a:gd name="connsiteY41713" fmla="*/ 3652421 h 5017219"/>
              <a:gd name="connsiteX41714" fmla="*/ 3923308 w 5799173"/>
              <a:gd name="connsiteY41714" fmla="*/ 3635058 h 5017219"/>
              <a:gd name="connsiteX41715" fmla="*/ 3923308 w 5799173"/>
              <a:gd name="connsiteY41715" fmla="*/ 3633645 h 5017219"/>
              <a:gd name="connsiteX41716" fmla="*/ 3933360 w 5799173"/>
              <a:gd name="connsiteY41716" fmla="*/ 3616282 h 5017219"/>
              <a:gd name="connsiteX41717" fmla="*/ 3934607 w 5799173"/>
              <a:gd name="connsiteY41717" fmla="*/ 3615534 h 5017219"/>
              <a:gd name="connsiteX41718" fmla="*/ 3954630 w 5799173"/>
              <a:gd name="connsiteY41718" fmla="*/ 3615534 h 5017219"/>
              <a:gd name="connsiteX41719" fmla="*/ 3955875 w 5799173"/>
              <a:gd name="connsiteY41719" fmla="*/ 3616282 h 5017219"/>
              <a:gd name="connsiteX41720" fmla="*/ 3965844 w 5799173"/>
              <a:gd name="connsiteY41720" fmla="*/ 3633645 h 5017219"/>
              <a:gd name="connsiteX41721" fmla="*/ 3965844 w 5799173"/>
              <a:gd name="connsiteY41721" fmla="*/ 3635058 h 5017219"/>
              <a:gd name="connsiteX41722" fmla="*/ 3955792 w 5799173"/>
              <a:gd name="connsiteY41722" fmla="*/ 3652421 h 5017219"/>
              <a:gd name="connsiteX41723" fmla="*/ 3954546 w 5799173"/>
              <a:gd name="connsiteY41723" fmla="*/ 3653169 h 5017219"/>
              <a:gd name="connsiteX41724" fmla="*/ 1767819 w 5799173"/>
              <a:gd name="connsiteY41724" fmla="*/ 3072686 h 5017219"/>
              <a:gd name="connsiteX41725" fmla="*/ 1766573 w 5799173"/>
              <a:gd name="connsiteY41725" fmla="*/ 3071938 h 5017219"/>
              <a:gd name="connsiteX41726" fmla="*/ 1756521 w 5799173"/>
              <a:gd name="connsiteY41726" fmla="*/ 3054492 h 5017219"/>
              <a:gd name="connsiteX41727" fmla="*/ 1756522 w 5799173"/>
              <a:gd name="connsiteY41727" fmla="*/ 3053079 h 5017219"/>
              <a:gd name="connsiteX41728" fmla="*/ 1766573 w 5799173"/>
              <a:gd name="connsiteY41728" fmla="*/ 3035633 h 5017219"/>
              <a:gd name="connsiteX41729" fmla="*/ 1767819 w 5799173"/>
              <a:gd name="connsiteY41729" fmla="*/ 3034885 h 5017219"/>
              <a:gd name="connsiteX41730" fmla="*/ 1787926 w 5799173"/>
              <a:gd name="connsiteY41730" fmla="*/ 3034885 h 5017219"/>
              <a:gd name="connsiteX41731" fmla="*/ 1789171 w 5799173"/>
              <a:gd name="connsiteY41731" fmla="*/ 3035633 h 5017219"/>
              <a:gd name="connsiteX41732" fmla="*/ 1799224 w 5799173"/>
              <a:gd name="connsiteY41732" fmla="*/ 3053079 h 5017219"/>
              <a:gd name="connsiteX41733" fmla="*/ 1799224 w 5799173"/>
              <a:gd name="connsiteY41733" fmla="*/ 3054492 h 5017219"/>
              <a:gd name="connsiteX41734" fmla="*/ 1789171 w 5799173"/>
              <a:gd name="connsiteY41734" fmla="*/ 3071938 h 5017219"/>
              <a:gd name="connsiteX41735" fmla="*/ 1787925 w 5799173"/>
              <a:gd name="connsiteY41735" fmla="*/ 3072686 h 5017219"/>
              <a:gd name="connsiteX41736" fmla="*/ 1647365 w 5799173"/>
              <a:gd name="connsiteY41736" fmla="*/ 3040514 h 5017219"/>
              <a:gd name="connsiteX41737" fmla="*/ 1646119 w 5799173"/>
              <a:gd name="connsiteY41737" fmla="*/ 3039767 h 5017219"/>
              <a:gd name="connsiteX41738" fmla="*/ 1635983 w 5799173"/>
              <a:gd name="connsiteY41738" fmla="*/ 3022237 h 5017219"/>
              <a:gd name="connsiteX41739" fmla="*/ 1635983 w 5799173"/>
              <a:gd name="connsiteY41739" fmla="*/ 3020825 h 5017219"/>
              <a:gd name="connsiteX41740" fmla="*/ 1646119 w 5799173"/>
              <a:gd name="connsiteY41740" fmla="*/ 3003295 h 5017219"/>
              <a:gd name="connsiteX41741" fmla="*/ 1647365 w 5799173"/>
              <a:gd name="connsiteY41741" fmla="*/ 3002547 h 5017219"/>
              <a:gd name="connsiteX41742" fmla="*/ 1667636 w 5799173"/>
              <a:gd name="connsiteY41742" fmla="*/ 3002547 h 5017219"/>
              <a:gd name="connsiteX41743" fmla="*/ 1668882 w 5799173"/>
              <a:gd name="connsiteY41743" fmla="*/ 3003295 h 5017219"/>
              <a:gd name="connsiteX41744" fmla="*/ 1679018 w 5799173"/>
              <a:gd name="connsiteY41744" fmla="*/ 3020825 h 5017219"/>
              <a:gd name="connsiteX41745" fmla="*/ 1679018 w 5799173"/>
              <a:gd name="connsiteY41745" fmla="*/ 3022237 h 5017219"/>
              <a:gd name="connsiteX41746" fmla="*/ 1668882 w 5799173"/>
              <a:gd name="connsiteY41746" fmla="*/ 3039767 h 5017219"/>
              <a:gd name="connsiteX41747" fmla="*/ 1667636 w 5799173"/>
              <a:gd name="connsiteY41747" fmla="*/ 3040514 h 5017219"/>
              <a:gd name="connsiteX41748" fmla="*/ 3753883 w 5799173"/>
              <a:gd name="connsiteY41748" fmla="*/ 3604954 h 5017219"/>
              <a:gd name="connsiteX41749" fmla="*/ 3752637 w 5799173"/>
              <a:gd name="connsiteY41749" fmla="*/ 3604207 h 5017219"/>
              <a:gd name="connsiteX41750" fmla="*/ 3742501 w 5799173"/>
              <a:gd name="connsiteY41750" fmla="*/ 3586677 h 5017219"/>
              <a:gd name="connsiteX41751" fmla="*/ 3742501 w 5799173"/>
              <a:gd name="connsiteY41751" fmla="*/ 3585265 h 5017219"/>
              <a:gd name="connsiteX41752" fmla="*/ 3752637 w 5799173"/>
              <a:gd name="connsiteY41752" fmla="*/ 3567735 h 5017219"/>
              <a:gd name="connsiteX41753" fmla="*/ 3753883 w 5799173"/>
              <a:gd name="connsiteY41753" fmla="*/ 3566987 h 5017219"/>
              <a:gd name="connsiteX41754" fmla="*/ 3774154 w 5799173"/>
              <a:gd name="connsiteY41754" fmla="*/ 3566987 h 5017219"/>
              <a:gd name="connsiteX41755" fmla="*/ 3775400 w 5799173"/>
              <a:gd name="connsiteY41755" fmla="*/ 3567735 h 5017219"/>
              <a:gd name="connsiteX41756" fmla="*/ 3785536 w 5799173"/>
              <a:gd name="connsiteY41756" fmla="*/ 3585265 h 5017219"/>
              <a:gd name="connsiteX41757" fmla="*/ 3785536 w 5799173"/>
              <a:gd name="connsiteY41757" fmla="*/ 3586677 h 5017219"/>
              <a:gd name="connsiteX41758" fmla="*/ 3775400 w 5799173"/>
              <a:gd name="connsiteY41758" fmla="*/ 3604207 h 5017219"/>
              <a:gd name="connsiteX41759" fmla="*/ 3774154 w 5799173"/>
              <a:gd name="connsiteY41759" fmla="*/ 3604954 h 5017219"/>
              <a:gd name="connsiteX41760" fmla="*/ 5077897 w 5799173"/>
              <a:gd name="connsiteY41760" fmla="*/ 3959828 h 5017219"/>
              <a:gd name="connsiteX41761" fmla="*/ 5076650 w 5799173"/>
              <a:gd name="connsiteY41761" fmla="*/ 3959081 h 5017219"/>
              <a:gd name="connsiteX41762" fmla="*/ 5066514 w 5799173"/>
              <a:gd name="connsiteY41762" fmla="*/ 3941468 h 5017219"/>
              <a:gd name="connsiteX41763" fmla="*/ 5066514 w 5799173"/>
              <a:gd name="connsiteY41763" fmla="*/ 3940057 h 5017219"/>
              <a:gd name="connsiteX41764" fmla="*/ 5076734 w 5799173"/>
              <a:gd name="connsiteY41764" fmla="*/ 3922444 h 5017219"/>
              <a:gd name="connsiteX41765" fmla="*/ 5077979 w 5799173"/>
              <a:gd name="connsiteY41765" fmla="*/ 3921696 h 5017219"/>
              <a:gd name="connsiteX41766" fmla="*/ 5098333 w 5799173"/>
              <a:gd name="connsiteY41766" fmla="*/ 3921696 h 5017219"/>
              <a:gd name="connsiteX41767" fmla="*/ 5099580 w 5799173"/>
              <a:gd name="connsiteY41767" fmla="*/ 3922444 h 5017219"/>
              <a:gd name="connsiteX41768" fmla="*/ 5109716 w 5799173"/>
              <a:gd name="connsiteY41768" fmla="*/ 3940057 h 5017219"/>
              <a:gd name="connsiteX41769" fmla="*/ 5109715 w 5799173"/>
              <a:gd name="connsiteY41769" fmla="*/ 3941468 h 5017219"/>
              <a:gd name="connsiteX41770" fmla="*/ 5099496 w 5799173"/>
              <a:gd name="connsiteY41770" fmla="*/ 3959081 h 5017219"/>
              <a:gd name="connsiteX41771" fmla="*/ 5098251 w 5799173"/>
              <a:gd name="connsiteY41771" fmla="*/ 3959829 h 5017219"/>
              <a:gd name="connsiteX41772" fmla="*/ 1406515 w 5799173"/>
              <a:gd name="connsiteY41772" fmla="*/ 2976254 h 5017219"/>
              <a:gd name="connsiteX41773" fmla="*/ 1405268 w 5799173"/>
              <a:gd name="connsiteY41773" fmla="*/ 2975507 h 5017219"/>
              <a:gd name="connsiteX41774" fmla="*/ 1395049 w 5799173"/>
              <a:gd name="connsiteY41774" fmla="*/ 2957811 h 5017219"/>
              <a:gd name="connsiteX41775" fmla="*/ 1395050 w 5799173"/>
              <a:gd name="connsiteY41775" fmla="*/ 2956399 h 5017219"/>
              <a:gd name="connsiteX41776" fmla="*/ 1405269 w 5799173"/>
              <a:gd name="connsiteY41776" fmla="*/ 2938703 h 5017219"/>
              <a:gd name="connsiteX41777" fmla="*/ 1406515 w 5799173"/>
              <a:gd name="connsiteY41777" fmla="*/ 2937955 h 5017219"/>
              <a:gd name="connsiteX41778" fmla="*/ 1426951 w 5799173"/>
              <a:gd name="connsiteY41778" fmla="*/ 2937955 h 5017219"/>
              <a:gd name="connsiteX41779" fmla="*/ 1428198 w 5799173"/>
              <a:gd name="connsiteY41779" fmla="*/ 2938703 h 5017219"/>
              <a:gd name="connsiteX41780" fmla="*/ 1438416 w 5799173"/>
              <a:gd name="connsiteY41780" fmla="*/ 2956399 h 5017219"/>
              <a:gd name="connsiteX41781" fmla="*/ 1438417 w 5799173"/>
              <a:gd name="connsiteY41781" fmla="*/ 2957811 h 5017219"/>
              <a:gd name="connsiteX41782" fmla="*/ 1428198 w 5799173"/>
              <a:gd name="connsiteY41782" fmla="*/ 2975507 h 5017219"/>
              <a:gd name="connsiteX41783" fmla="*/ 1426951 w 5799173"/>
              <a:gd name="connsiteY41783" fmla="*/ 2976254 h 5017219"/>
              <a:gd name="connsiteX41784" fmla="*/ 1587073 w 5799173"/>
              <a:gd name="connsiteY41784" fmla="*/ 3024634 h 5017219"/>
              <a:gd name="connsiteX41785" fmla="*/ 1585827 w 5799173"/>
              <a:gd name="connsiteY41785" fmla="*/ 3023887 h 5017219"/>
              <a:gd name="connsiteX41786" fmla="*/ 1575608 w 5799173"/>
              <a:gd name="connsiteY41786" fmla="*/ 3006191 h 5017219"/>
              <a:gd name="connsiteX41787" fmla="*/ 1575608 w 5799173"/>
              <a:gd name="connsiteY41787" fmla="*/ 3004779 h 5017219"/>
              <a:gd name="connsiteX41788" fmla="*/ 1585827 w 5799173"/>
              <a:gd name="connsiteY41788" fmla="*/ 2987083 h 5017219"/>
              <a:gd name="connsiteX41789" fmla="*/ 1587073 w 5799173"/>
              <a:gd name="connsiteY41789" fmla="*/ 2986335 h 5017219"/>
              <a:gd name="connsiteX41790" fmla="*/ 1607510 w 5799173"/>
              <a:gd name="connsiteY41790" fmla="*/ 2986335 h 5017219"/>
              <a:gd name="connsiteX41791" fmla="*/ 1608757 w 5799173"/>
              <a:gd name="connsiteY41791" fmla="*/ 2987083 h 5017219"/>
              <a:gd name="connsiteX41792" fmla="*/ 1618975 w 5799173"/>
              <a:gd name="connsiteY41792" fmla="*/ 3004779 h 5017219"/>
              <a:gd name="connsiteX41793" fmla="*/ 1618975 w 5799173"/>
              <a:gd name="connsiteY41793" fmla="*/ 3006191 h 5017219"/>
              <a:gd name="connsiteX41794" fmla="*/ 1608757 w 5799173"/>
              <a:gd name="connsiteY41794" fmla="*/ 3023887 h 5017219"/>
              <a:gd name="connsiteX41795" fmla="*/ 1607510 w 5799173"/>
              <a:gd name="connsiteY41795" fmla="*/ 3024634 h 5017219"/>
              <a:gd name="connsiteX41796" fmla="*/ 2068563 w 5799173"/>
              <a:gd name="connsiteY41796" fmla="*/ 3153649 h 5017219"/>
              <a:gd name="connsiteX41797" fmla="*/ 2067317 w 5799173"/>
              <a:gd name="connsiteY41797" fmla="*/ 3152902 h 5017219"/>
              <a:gd name="connsiteX41798" fmla="*/ 2057098 w 5799173"/>
              <a:gd name="connsiteY41798" fmla="*/ 3135206 h 5017219"/>
              <a:gd name="connsiteX41799" fmla="*/ 2057098 w 5799173"/>
              <a:gd name="connsiteY41799" fmla="*/ 3133794 h 5017219"/>
              <a:gd name="connsiteX41800" fmla="*/ 2067317 w 5799173"/>
              <a:gd name="connsiteY41800" fmla="*/ 3116098 h 5017219"/>
              <a:gd name="connsiteX41801" fmla="*/ 2068563 w 5799173"/>
              <a:gd name="connsiteY41801" fmla="*/ 3115350 h 5017219"/>
              <a:gd name="connsiteX41802" fmla="*/ 2089000 w 5799173"/>
              <a:gd name="connsiteY41802" fmla="*/ 3115350 h 5017219"/>
              <a:gd name="connsiteX41803" fmla="*/ 2090247 w 5799173"/>
              <a:gd name="connsiteY41803" fmla="*/ 3116098 h 5017219"/>
              <a:gd name="connsiteX41804" fmla="*/ 2100465 w 5799173"/>
              <a:gd name="connsiteY41804" fmla="*/ 3133794 h 5017219"/>
              <a:gd name="connsiteX41805" fmla="*/ 2100465 w 5799173"/>
              <a:gd name="connsiteY41805" fmla="*/ 3135206 h 5017219"/>
              <a:gd name="connsiteX41806" fmla="*/ 2090247 w 5799173"/>
              <a:gd name="connsiteY41806" fmla="*/ 3152902 h 5017219"/>
              <a:gd name="connsiteX41807" fmla="*/ 2089000 w 5799173"/>
              <a:gd name="connsiteY41807" fmla="*/ 3153649 h 5017219"/>
              <a:gd name="connsiteX41808" fmla="*/ 3633405 w 5799173"/>
              <a:gd name="connsiteY41808" fmla="*/ 3572947 h 5017219"/>
              <a:gd name="connsiteX41809" fmla="*/ 3632159 w 5799173"/>
              <a:gd name="connsiteY41809" fmla="*/ 3572200 h 5017219"/>
              <a:gd name="connsiteX41810" fmla="*/ 3621940 w 5799173"/>
              <a:gd name="connsiteY41810" fmla="*/ 3554504 h 5017219"/>
              <a:gd name="connsiteX41811" fmla="*/ 3621941 w 5799173"/>
              <a:gd name="connsiteY41811" fmla="*/ 3553092 h 5017219"/>
              <a:gd name="connsiteX41812" fmla="*/ 3632159 w 5799173"/>
              <a:gd name="connsiteY41812" fmla="*/ 3535396 h 5017219"/>
              <a:gd name="connsiteX41813" fmla="*/ 3633405 w 5799173"/>
              <a:gd name="connsiteY41813" fmla="*/ 3534648 h 5017219"/>
              <a:gd name="connsiteX41814" fmla="*/ 3653842 w 5799173"/>
              <a:gd name="connsiteY41814" fmla="*/ 3534648 h 5017219"/>
              <a:gd name="connsiteX41815" fmla="*/ 3655089 w 5799173"/>
              <a:gd name="connsiteY41815" fmla="*/ 3535396 h 5017219"/>
              <a:gd name="connsiteX41816" fmla="*/ 3665307 w 5799173"/>
              <a:gd name="connsiteY41816" fmla="*/ 3553092 h 5017219"/>
              <a:gd name="connsiteX41817" fmla="*/ 3665307 w 5799173"/>
              <a:gd name="connsiteY41817" fmla="*/ 3554504 h 5017219"/>
              <a:gd name="connsiteX41818" fmla="*/ 3655089 w 5799173"/>
              <a:gd name="connsiteY41818" fmla="*/ 3572200 h 5017219"/>
              <a:gd name="connsiteX41819" fmla="*/ 3653842 w 5799173"/>
              <a:gd name="connsiteY41819" fmla="*/ 3572947 h 5017219"/>
              <a:gd name="connsiteX41820" fmla="*/ 3813882 w 5799173"/>
              <a:gd name="connsiteY41820" fmla="*/ 3621401 h 5017219"/>
              <a:gd name="connsiteX41821" fmla="*/ 3812636 w 5799173"/>
              <a:gd name="connsiteY41821" fmla="*/ 3620653 h 5017219"/>
              <a:gd name="connsiteX41822" fmla="*/ 3802334 w 5799173"/>
              <a:gd name="connsiteY41822" fmla="*/ 3602874 h 5017219"/>
              <a:gd name="connsiteX41823" fmla="*/ 3802334 w 5799173"/>
              <a:gd name="connsiteY41823" fmla="*/ 3601462 h 5017219"/>
              <a:gd name="connsiteX41824" fmla="*/ 3812636 w 5799173"/>
              <a:gd name="connsiteY41824" fmla="*/ 3583683 h 5017219"/>
              <a:gd name="connsiteX41825" fmla="*/ 3813882 w 5799173"/>
              <a:gd name="connsiteY41825" fmla="*/ 3582935 h 5017219"/>
              <a:gd name="connsiteX41826" fmla="*/ 3834402 w 5799173"/>
              <a:gd name="connsiteY41826" fmla="*/ 3582935 h 5017219"/>
              <a:gd name="connsiteX41827" fmla="*/ 3835650 w 5799173"/>
              <a:gd name="connsiteY41827" fmla="*/ 3583683 h 5017219"/>
              <a:gd name="connsiteX41828" fmla="*/ 3845951 w 5799173"/>
              <a:gd name="connsiteY41828" fmla="*/ 3601462 h 5017219"/>
              <a:gd name="connsiteX41829" fmla="*/ 3845951 w 5799173"/>
              <a:gd name="connsiteY41829" fmla="*/ 3602874 h 5017219"/>
              <a:gd name="connsiteX41830" fmla="*/ 3835649 w 5799173"/>
              <a:gd name="connsiteY41830" fmla="*/ 3620653 h 5017219"/>
              <a:gd name="connsiteX41831" fmla="*/ 3834402 w 5799173"/>
              <a:gd name="connsiteY41831" fmla="*/ 3621401 h 5017219"/>
              <a:gd name="connsiteX41832" fmla="*/ 2249048 w 5799173"/>
              <a:gd name="connsiteY41832" fmla="*/ 3202209 h 5017219"/>
              <a:gd name="connsiteX41833" fmla="*/ 2247802 w 5799173"/>
              <a:gd name="connsiteY41833" fmla="*/ 3201461 h 5017219"/>
              <a:gd name="connsiteX41834" fmla="*/ 2237500 w 5799173"/>
              <a:gd name="connsiteY41834" fmla="*/ 3183599 h 5017219"/>
              <a:gd name="connsiteX41835" fmla="*/ 2237500 w 5799173"/>
              <a:gd name="connsiteY41835" fmla="*/ 3182104 h 5017219"/>
              <a:gd name="connsiteX41836" fmla="*/ 2247802 w 5799173"/>
              <a:gd name="connsiteY41836" fmla="*/ 3164242 h 5017219"/>
              <a:gd name="connsiteX41837" fmla="*/ 2249048 w 5799173"/>
              <a:gd name="connsiteY41837" fmla="*/ 3163494 h 5017219"/>
              <a:gd name="connsiteX41838" fmla="*/ 2269735 w 5799173"/>
              <a:gd name="connsiteY41838" fmla="*/ 3163494 h 5017219"/>
              <a:gd name="connsiteX41839" fmla="*/ 2270981 w 5799173"/>
              <a:gd name="connsiteY41839" fmla="*/ 3164242 h 5017219"/>
              <a:gd name="connsiteX41840" fmla="*/ 2281283 w 5799173"/>
              <a:gd name="connsiteY41840" fmla="*/ 3182104 h 5017219"/>
              <a:gd name="connsiteX41841" fmla="*/ 2281283 w 5799173"/>
              <a:gd name="connsiteY41841" fmla="*/ 3183599 h 5017219"/>
              <a:gd name="connsiteX41842" fmla="*/ 2270981 w 5799173"/>
              <a:gd name="connsiteY41842" fmla="*/ 3201461 h 5017219"/>
              <a:gd name="connsiteX41843" fmla="*/ 2269735 w 5799173"/>
              <a:gd name="connsiteY41843" fmla="*/ 3202209 h 5017219"/>
              <a:gd name="connsiteX41844" fmla="*/ 4837056 w 5799173"/>
              <a:gd name="connsiteY41844" fmla="*/ 3895663 h 5017219"/>
              <a:gd name="connsiteX41845" fmla="*/ 4835810 w 5799173"/>
              <a:gd name="connsiteY41845" fmla="*/ 3894915 h 5017219"/>
              <a:gd name="connsiteX41846" fmla="*/ 4825508 w 5799173"/>
              <a:gd name="connsiteY41846" fmla="*/ 3877053 h 5017219"/>
              <a:gd name="connsiteX41847" fmla="*/ 4825508 w 5799173"/>
              <a:gd name="connsiteY41847" fmla="*/ 3875558 h 5017219"/>
              <a:gd name="connsiteX41848" fmla="*/ 4835810 w 5799173"/>
              <a:gd name="connsiteY41848" fmla="*/ 3857696 h 5017219"/>
              <a:gd name="connsiteX41849" fmla="*/ 4837056 w 5799173"/>
              <a:gd name="connsiteY41849" fmla="*/ 3856948 h 5017219"/>
              <a:gd name="connsiteX41850" fmla="*/ 4857743 w 5799173"/>
              <a:gd name="connsiteY41850" fmla="*/ 3856948 h 5017219"/>
              <a:gd name="connsiteX41851" fmla="*/ 4858989 w 5799173"/>
              <a:gd name="connsiteY41851" fmla="*/ 3857696 h 5017219"/>
              <a:gd name="connsiteX41852" fmla="*/ 4869291 w 5799173"/>
              <a:gd name="connsiteY41852" fmla="*/ 3875558 h 5017219"/>
              <a:gd name="connsiteX41853" fmla="*/ 4869291 w 5799173"/>
              <a:gd name="connsiteY41853" fmla="*/ 3877053 h 5017219"/>
              <a:gd name="connsiteX41854" fmla="*/ 4858989 w 5799173"/>
              <a:gd name="connsiteY41854" fmla="*/ 3894915 h 5017219"/>
              <a:gd name="connsiteX41855" fmla="*/ 4857743 w 5799173"/>
              <a:gd name="connsiteY41855" fmla="*/ 3895663 h 5017219"/>
              <a:gd name="connsiteX41856" fmla="*/ 4295298 w 5799173"/>
              <a:gd name="connsiteY41856" fmla="*/ 3750594 h 5017219"/>
              <a:gd name="connsiteX41857" fmla="*/ 4294053 w 5799173"/>
              <a:gd name="connsiteY41857" fmla="*/ 3749846 h 5017219"/>
              <a:gd name="connsiteX41858" fmla="*/ 4283668 w 5799173"/>
              <a:gd name="connsiteY41858" fmla="*/ 3731901 h 5017219"/>
              <a:gd name="connsiteX41859" fmla="*/ 4283668 w 5799173"/>
              <a:gd name="connsiteY41859" fmla="*/ 3730406 h 5017219"/>
              <a:gd name="connsiteX41860" fmla="*/ 4294053 w 5799173"/>
              <a:gd name="connsiteY41860" fmla="*/ 3712461 h 5017219"/>
              <a:gd name="connsiteX41861" fmla="*/ 4295299 w 5799173"/>
              <a:gd name="connsiteY41861" fmla="*/ 3711713 h 5017219"/>
              <a:gd name="connsiteX41862" fmla="*/ 4316068 w 5799173"/>
              <a:gd name="connsiteY41862" fmla="*/ 3711713 h 5017219"/>
              <a:gd name="connsiteX41863" fmla="*/ 4317315 w 5799173"/>
              <a:gd name="connsiteY41863" fmla="*/ 3712461 h 5017219"/>
              <a:gd name="connsiteX41864" fmla="*/ 4327700 w 5799173"/>
              <a:gd name="connsiteY41864" fmla="*/ 3730406 h 5017219"/>
              <a:gd name="connsiteX41865" fmla="*/ 4327700 w 5799173"/>
              <a:gd name="connsiteY41865" fmla="*/ 3731901 h 5017219"/>
              <a:gd name="connsiteX41866" fmla="*/ 4317315 w 5799173"/>
              <a:gd name="connsiteY41866" fmla="*/ 3749846 h 5017219"/>
              <a:gd name="connsiteX41867" fmla="*/ 4316069 w 5799173"/>
              <a:gd name="connsiteY41867" fmla="*/ 3750594 h 5017219"/>
              <a:gd name="connsiteX41868" fmla="*/ 4415671 w 5799173"/>
              <a:gd name="connsiteY41868" fmla="*/ 3782848 h 5017219"/>
              <a:gd name="connsiteX41869" fmla="*/ 4414425 w 5799173"/>
              <a:gd name="connsiteY41869" fmla="*/ 3782100 h 5017219"/>
              <a:gd name="connsiteX41870" fmla="*/ 4404040 w 5799173"/>
              <a:gd name="connsiteY41870" fmla="*/ 3764155 h 5017219"/>
              <a:gd name="connsiteX41871" fmla="*/ 4404040 w 5799173"/>
              <a:gd name="connsiteY41871" fmla="*/ 3762660 h 5017219"/>
              <a:gd name="connsiteX41872" fmla="*/ 4414425 w 5799173"/>
              <a:gd name="connsiteY41872" fmla="*/ 3744715 h 5017219"/>
              <a:gd name="connsiteX41873" fmla="*/ 4415671 w 5799173"/>
              <a:gd name="connsiteY41873" fmla="*/ 3743967 h 5017219"/>
              <a:gd name="connsiteX41874" fmla="*/ 4436441 w 5799173"/>
              <a:gd name="connsiteY41874" fmla="*/ 3743967 h 5017219"/>
              <a:gd name="connsiteX41875" fmla="*/ 4437687 w 5799173"/>
              <a:gd name="connsiteY41875" fmla="*/ 3744715 h 5017219"/>
              <a:gd name="connsiteX41876" fmla="*/ 4448072 w 5799173"/>
              <a:gd name="connsiteY41876" fmla="*/ 3762660 h 5017219"/>
              <a:gd name="connsiteX41877" fmla="*/ 4448072 w 5799173"/>
              <a:gd name="connsiteY41877" fmla="*/ 3764155 h 5017219"/>
              <a:gd name="connsiteX41878" fmla="*/ 4437687 w 5799173"/>
              <a:gd name="connsiteY41878" fmla="*/ 3782100 h 5017219"/>
              <a:gd name="connsiteX41879" fmla="*/ 4436441 w 5799173"/>
              <a:gd name="connsiteY41879" fmla="*/ 3782848 h 5017219"/>
              <a:gd name="connsiteX41880" fmla="*/ 4536044 w 5799173"/>
              <a:gd name="connsiteY41880" fmla="*/ 3815102 h 5017219"/>
              <a:gd name="connsiteX41881" fmla="*/ 4534798 w 5799173"/>
              <a:gd name="connsiteY41881" fmla="*/ 3814354 h 5017219"/>
              <a:gd name="connsiteX41882" fmla="*/ 4524413 w 5799173"/>
              <a:gd name="connsiteY41882" fmla="*/ 3796409 h 5017219"/>
              <a:gd name="connsiteX41883" fmla="*/ 4524413 w 5799173"/>
              <a:gd name="connsiteY41883" fmla="*/ 3794914 h 5017219"/>
              <a:gd name="connsiteX41884" fmla="*/ 4534798 w 5799173"/>
              <a:gd name="connsiteY41884" fmla="*/ 3776968 h 5017219"/>
              <a:gd name="connsiteX41885" fmla="*/ 4536044 w 5799173"/>
              <a:gd name="connsiteY41885" fmla="*/ 3776220 h 5017219"/>
              <a:gd name="connsiteX41886" fmla="*/ 4556814 w 5799173"/>
              <a:gd name="connsiteY41886" fmla="*/ 3776221 h 5017219"/>
              <a:gd name="connsiteX41887" fmla="*/ 4558060 w 5799173"/>
              <a:gd name="connsiteY41887" fmla="*/ 3776969 h 5017219"/>
              <a:gd name="connsiteX41888" fmla="*/ 4568445 w 5799173"/>
              <a:gd name="connsiteY41888" fmla="*/ 3794914 h 5017219"/>
              <a:gd name="connsiteX41889" fmla="*/ 4568445 w 5799173"/>
              <a:gd name="connsiteY41889" fmla="*/ 3796409 h 5017219"/>
              <a:gd name="connsiteX41890" fmla="*/ 4558060 w 5799173"/>
              <a:gd name="connsiteY41890" fmla="*/ 3814354 h 5017219"/>
              <a:gd name="connsiteX41891" fmla="*/ 4556814 w 5799173"/>
              <a:gd name="connsiteY41891" fmla="*/ 3815101 h 5017219"/>
              <a:gd name="connsiteX41892" fmla="*/ 4656416 w 5799173"/>
              <a:gd name="connsiteY41892" fmla="*/ 3847355 h 5017219"/>
              <a:gd name="connsiteX41893" fmla="*/ 4655170 w 5799173"/>
              <a:gd name="connsiteY41893" fmla="*/ 3846607 h 5017219"/>
              <a:gd name="connsiteX41894" fmla="*/ 4644785 w 5799173"/>
              <a:gd name="connsiteY41894" fmla="*/ 3828662 h 5017219"/>
              <a:gd name="connsiteX41895" fmla="*/ 4644785 w 5799173"/>
              <a:gd name="connsiteY41895" fmla="*/ 3827167 h 5017219"/>
              <a:gd name="connsiteX41896" fmla="*/ 4655170 w 5799173"/>
              <a:gd name="connsiteY41896" fmla="*/ 3809222 h 5017219"/>
              <a:gd name="connsiteX41897" fmla="*/ 4656416 w 5799173"/>
              <a:gd name="connsiteY41897" fmla="*/ 3808474 h 5017219"/>
              <a:gd name="connsiteX41898" fmla="*/ 4677186 w 5799173"/>
              <a:gd name="connsiteY41898" fmla="*/ 3808474 h 5017219"/>
              <a:gd name="connsiteX41899" fmla="*/ 4678432 w 5799173"/>
              <a:gd name="connsiteY41899" fmla="*/ 3809222 h 5017219"/>
              <a:gd name="connsiteX41900" fmla="*/ 4688817 w 5799173"/>
              <a:gd name="connsiteY41900" fmla="*/ 3827167 h 5017219"/>
              <a:gd name="connsiteX41901" fmla="*/ 4688817 w 5799173"/>
              <a:gd name="connsiteY41901" fmla="*/ 3828662 h 5017219"/>
              <a:gd name="connsiteX41902" fmla="*/ 4678432 w 5799173"/>
              <a:gd name="connsiteY41902" fmla="*/ 3846607 h 5017219"/>
              <a:gd name="connsiteX41903" fmla="*/ 4677186 w 5799173"/>
              <a:gd name="connsiteY41903" fmla="*/ 3847355 h 5017219"/>
              <a:gd name="connsiteX41904" fmla="*/ 2549814 w 5799173"/>
              <a:gd name="connsiteY41904" fmla="*/ 3282997 h 5017219"/>
              <a:gd name="connsiteX41905" fmla="*/ 2548568 w 5799173"/>
              <a:gd name="connsiteY41905" fmla="*/ 3282250 h 5017219"/>
              <a:gd name="connsiteX41906" fmla="*/ 2538183 w 5799173"/>
              <a:gd name="connsiteY41906" fmla="*/ 3264221 h 5017219"/>
              <a:gd name="connsiteX41907" fmla="*/ 2538183 w 5799173"/>
              <a:gd name="connsiteY41907" fmla="*/ 3262726 h 5017219"/>
              <a:gd name="connsiteX41908" fmla="*/ 2548651 w 5799173"/>
              <a:gd name="connsiteY41908" fmla="*/ 3244698 h 5017219"/>
              <a:gd name="connsiteX41909" fmla="*/ 2549897 w 5799173"/>
              <a:gd name="connsiteY41909" fmla="*/ 3243950 h 5017219"/>
              <a:gd name="connsiteX41910" fmla="*/ 2570750 w 5799173"/>
              <a:gd name="connsiteY41910" fmla="*/ 3243950 h 5017219"/>
              <a:gd name="connsiteX41911" fmla="*/ 2571996 w 5799173"/>
              <a:gd name="connsiteY41911" fmla="*/ 3244698 h 5017219"/>
              <a:gd name="connsiteX41912" fmla="*/ 2582381 w 5799173"/>
              <a:gd name="connsiteY41912" fmla="*/ 3262726 h 5017219"/>
              <a:gd name="connsiteX41913" fmla="*/ 2582381 w 5799173"/>
              <a:gd name="connsiteY41913" fmla="*/ 3264221 h 5017219"/>
              <a:gd name="connsiteX41914" fmla="*/ 2571913 w 5799173"/>
              <a:gd name="connsiteY41914" fmla="*/ 3282250 h 5017219"/>
              <a:gd name="connsiteX41915" fmla="*/ 2570667 w 5799173"/>
              <a:gd name="connsiteY41915" fmla="*/ 3282997 h 5017219"/>
              <a:gd name="connsiteX41916" fmla="*/ 3693353 w 5799173"/>
              <a:gd name="connsiteY41916" fmla="*/ 3589407 h 5017219"/>
              <a:gd name="connsiteX41917" fmla="*/ 3692107 w 5799173"/>
              <a:gd name="connsiteY41917" fmla="*/ 3588661 h 5017219"/>
              <a:gd name="connsiteX41918" fmla="*/ 3681722 w 5799173"/>
              <a:gd name="connsiteY41918" fmla="*/ 3570632 h 5017219"/>
              <a:gd name="connsiteX41919" fmla="*/ 3681722 w 5799173"/>
              <a:gd name="connsiteY41919" fmla="*/ 3569136 h 5017219"/>
              <a:gd name="connsiteX41920" fmla="*/ 3692190 w 5799173"/>
              <a:gd name="connsiteY41920" fmla="*/ 3551109 h 5017219"/>
              <a:gd name="connsiteX41921" fmla="*/ 3693436 w 5799173"/>
              <a:gd name="connsiteY41921" fmla="*/ 3550361 h 5017219"/>
              <a:gd name="connsiteX41922" fmla="*/ 3714289 w 5799173"/>
              <a:gd name="connsiteY41922" fmla="*/ 3550361 h 5017219"/>
              <a:gd name="connsiteX41923" fmla="*/ 3715535 w 5799173"/>
              <a:gd name="connsiteY41923" fmla="*/ 3551109 h 5017219"/>
              <a:gd name="connsiteX41924" fmla="*/ 3725920 w 5799173"/>
              <a:gd name="connsiteY41924" fmla="*/ 3569136 h 5017219"/>
              <a:gd name="connsiteX41925" fmla="*/ 3725920 w 5799173"/>
              <a:gd name="connsiteY41925" fmla="*/ 3570632 h 5017219"/>
              <a:gd name="connsiteX41926" fmla="*/ 3715452 w 5799173"/>
              <a:gd name="connsiteY41926" fmla="*/ 3588661 h 5017219"/>
              <a:gd name="connsiteX41927" fmla="*/ 3714206 w 5799173"/>
              <a:gd name="connsiteY41927" fmla="*/ 3589408 h 5017219"/>
              <a:gd name="connsiteX41928" fmla="*/ 3873911 w 5799173"/>
              <a:gd name="connsiteY41928" fmla="*/ 3637788 h 5017219"/>
              <a:gd name="connsiteX41929" fmla="*/ 3872666 w 5799173"/>
              <a:gd name="connsiteY41929" fmla="*/ 3637041 h 5017219"/>
              <a:gd name="connsiteX41930" fmla="*/ 3862281 w 5799173"/>
              <a:gd name="connsiteY41930" fmla="*/ 3619012 h 5017219"/>
              <a:gd name="connsiteX41931" fmla="*/ 3862281 w 5799173"/>
              <a:gd name="connsiteY41931" fmla="*/ 3617517 h 5017219"/>
              <a:gd name="connsiteX41932" fmla="*/ 3872749 w 5799173"/>
              <a:gd name="connsiteY41932" fmla="*/ 3599489 h 5017219"/>
              <a:gd name="connsiteX41933" fmla="*/ 3873995 w 5799173"/>
              <a:gd name="connsiteY41933" fmla="*/ 3598741 h 5017219"/>
              <a:gd name="connsiteX41934" fmla="*/ 3894848 w 5799173"/>
              <a:gd name="connsiteY41934" fmla="*/ 3598741 h 5017219"/>
              <a:gd name="connsiteX41935" fmla="*/ 3896094 w 5799173"/>
              <a:gd name="connsiteY41935" fmla="*/ 3599489 h 5017219"/>
              <a:gd name="connsiteX41936" fmla="*/ 3906479 w 5799173"/>
              <a:gd name="connsiteY41936" fmla="*/ 3617517 h 5017219"/>
              <a:gd name="connsiteX41937" fmla="*/ 3906479 w 5799173"/>
              <a:gd name="connsiteY41937" fmla="*/ 3619012 h 5017219"/>
              <a:gd name="connsiteX41938" fmla="*/ 3896011 w 5799173"/>
              <a:gd name="connsiteY41938" fmla="*/ 3637041 h 5017219"/>
              <a:gd name="connsiteX41939" fmla="*/ 3894764 w 5799173"/>
              <a:gd name="connsiteY41939" fmla="*/ 3637788 h 5017219"/>
              <a:gd name="connsiteX41940" fmla="*/ 4355401 w 5799173"/>
              <a:gd name="connsiteY41940" fmla="*/ 3766803 h 5017219"/>
              <a:gd name="connsiteX41941" fmla="*/ 4354156 w 5799173"/>
              <a:gd name="connsiteY41941" fmla="*/ 3766056 h 5017219"/>
              <a:gd name="connsiteX41942" fmla="*/ 4343771 w 5799173"/>
              <a:gd name="connsiteY41942" fmla="*/ 3748027 h 5017219"/>
              <a:gd name="connsiteX41943" fmla="*/ 4343771 w 5799173"/>
              <a:gd name="connsiteY41943" fmla="*/ 3746532 h 5017219"/>
              <a:gd name="connsiteX41944" fmla="*/ 4354239 w 5799173"/>
              <a:gd name="connsiteY41944" fmla="*/ 3728504 h 5017219"/>
              <a:gd name="connsiteX41945" fmla="*/ 4355485 w 5799173"/>
              <a:gd name="connsiteY41945" fmla="*/ 3727756 h 5017219"/>
              <a:gd name="connsiteX41946" fmla="*/ 4376338 w 5799173"/>
              <a:gd name="connsiteY41946" fmla="*/ 3727756 h 5017219"/>
              <a:gd name="connsiteX41947" fmla="*/ 4377584 w 5799173"/>
              <a:gd name="connsiteY41947" fmla="*/ 3728504 h 5017219"/>
              <a:gd name="connsiteX41948" fmla="*/ 4387969 w 5799173"/>
              <a:gd name="connsiteY41948" fmla="*/ 3746532 h 5017219"/>
              <a:gd name="connsiteX41949" fmla="*/ 4387969 w 5799173"/>
              <a:gd name="connsiteY41949" fmla="*/ 3748027 h 5017219"/>
              <a:gd name="connsiteX41950" fmla="*/ 4377501 w 5799173"/>
              <a:gd name="connsiteY41950" fmla="*/ 3766056 h 5017219"/>
              <a:gd name="connsiteX41951" fmla="*/ 4376254 w 5799173"/>
              <a:gd name="connsiteY41951" fmla="*/ 3766803 h 5017219"/>
              <a:gd name="connsiteX41952" fmla="*/ 4596146 w 5799173"/>
              <a:gd name="connsiteY41952" fmla="*/ 3831310 h 5017219"/>
              <a:gd name="connsiteX41953" fmla="*/ 4594900 w 5799173"/>
              <a:gd name="connsiteY41953" fmla="*/ 3830563 h 5017219"/>
              <a:gd name="connsiteX41954" fmla="*/ 4584515 w 5799173"/>
              <a:gd name="connsiteY41954" fmla="*/ 3812534 h 5017219"/>
              <a:gd name="connsiteX41955" fmla="*/ 4584515 w 5799173"/>
              <a:gd name="connsiteY41955" fmla="*/ 3811039 h 5017219"/>
              <a:gd name="connsiteX41956" fmla="*/ 4594983 w 5799173"/>
              <a:gd name="connsiteY41956" fmla="*/ 3793011 h 5017219"/>
              <a:gd name="connsiteX41957" fmla="*/ 4596229 w 5799173"/>
              <a:gd name="connsiteY41957" fmla="*/ 3792263 h 5017219"/>
              <a:gd name="connsiteX41958" fmla="*/ 4617082 w 5799173"/>
              <a:gd name="connsiteY41958" fmla="*/ 3792263 h 5017219"/>
              <a:gd name="connsiteX41959" fmla="*/ 4618328 w 5799173"/>
              <a:gd name="connsiteY41959" fmla="*/ 3793011 h 5017219"/>
              <a:gd name="connsiteX41960" fmla="*/ 4628713 w 5799173"/>
              <a:gd name="connsiteY41960" fmla="*/ 3811039 h 5017219"/>
              <a:gd name="connsiteX41961" fmla="*/ 4628713 w 5799173"/>
              <a:gd name="connsiteY41961" fmla="*/ 3812534 h 5017219"/>
              <a:gd name="connsiteX41962" fmla="*/ 4618245 w 5799173"/>
              <a:gd name="connsiteY41962" fmla="*/ 3830563 h 5017219"/>
              <a:gd name="connsiteX41963" fmla="*/ 4616999 w 5799173"/>
              <a:gd name="connsiteY41963" fmla="*/ 3831310 h 5017219"/>
              <a:gd name="connsiteX41964" fmla="*/ 4957263 w 5799173"/>
              <a:gd name="connsiteY41964" fmla="*/ 3928071 h 5017219"/>
              <a:gd name="connsiteX41965" fmla="*/ 4956017 w 5799173"/>
              <a:gd name="connsiteY41965" fmla="*/ 3927324 h 5017219"/>
              <a:gd name="connsiteX41966" fmla="*/ 4945632 w 5799173"/>
              <a:gd name="connsiteY41966" fmla="*/ 3909295 h 5017219"/>
              <a:gd name="connsiteX41967" fmla="*/ 4945632 w 5799173"/>
              <a:gd name="connsiteY41967" fmla="*/ 3907800 h 5017219"/>
              <a:gd name="connsiteX41968" fmla="*/ 4956100 w 5799173"/>
              <a:gd name="connsiteY41968" fmla="*/ 3889772 h 5017219"/>
              <a:gd name="connsiteX41969" fmla="*/ 4957346 w 5799173"/>
              <a:gd name="connsiteY41969" fmla="*/ 3889024 h 5017219"/>
              <a:gd name="connsiteX41970" fmla="*/ 4978199 w 5799173"/>
              <a:gd name="connsiteY41970" fmla="*/ 3889024 h 5017219"/>
              <a:gd name="connsiteX41971" fmla="*/ 4979445 w 5799173"/>
              <a:gd name="connsiteY41971" fmla="*/ 3889772 h 5017219"/>
              <a:gd name="connsiteX41972" fmla="*/ 4989830 w 5799173"/>
              <a:gd name="connsiteY41972" fmla="*/ 3907800 h 5017219"/>
              <a:gd name="connsiteX41973" fmla="*/ 4989830 w 5799173"/>
              <a:gd name="connsiteY41973" fmla="*/ 3909295 h 5017219"/>
              <a:gd name="connsiteX41974" fmla="*/ 4979362 w 5799173"/>
              <a:gd name="connsiteY41974" fmla="*/ 3927324 h 5017219"/>
              <a:gd name="connsiteX41975" fmla="*/ 4978116 w 5799173"/>
              <a:gd name="connsiteY41975" fmla="*/ 3928071 h 5017219"/>
              <a:gd name="connsiteX41976" fmla="*/ 2309069 w 5799173"/>
              <a:gd name="connsiteY41976" fmla="*/ 3218573 h 5017219"/>
              <a:gd name="connsiteX41977" fmla="*/ 2307823 w 5799173"/>
              <a:gd name="connsiteY41977" fmla="*/ 3217825 h 5017219"/>
              <a:gd name="connsiteX41978" fmla="*/ 2297355 w 5799173"/>
              <a:gd name="connsiteY41978" fmla="*/ 3199714 h 5017219"/>
              <a:gd name="connsiteX41979" fmla="*/ 2297355 w 5799173"/>
              <a:gd name="connsiteY41979" fmla="*/ 3198219 h 5017219"/>
              <a:gd name="connsiteX41980" fmla="*/ 2307823 w 5799173"/>
              <a:gd name="connsiteY41980" fmla="*/ 3180108 h 5017219"/>
              <a:gd name="connsiteX41981" fmla="*/ 2309069 w 5799173"/>
              <a:gd name="connsiteY41981" fmla="*/ 3179360 h 5017219"/>
              <a:gd name="connsiteX41982" fmla="*/ 2330006 w 5799173"/>
              <a:gd name="connsiteY41982" fmla="*/ 3179360 h 5017219"/>
              <a:gd name="connsiteX41983" fmla="*/ 2331251 w 5799173"/>
              <a:gd name="connsiteY41983" fmla="*/ 3180108 h 5017219"/>
              <a:gd name="connsiteX41984" fmla="*/ 2341719 w 5799173"/>
              <a:gd name="connsiteY41984" fmla="*/ 3198219 h 5017219"/>
              <a:gd name="connsiteX41985" fmla="*/ 2341719 w 5799173"/>
              <a:gd name="connsiteY41985" fmla="*/ 3199714 h 5017219"/>
              <a:gd name="connsiteX41986" fmla="*/ 2331252 w 5799173"/>
              <a:gd name="connsiteY41986" fmla="*/ 3217825 h 5017219"/>
              <a:gd name="connsiteX41987" fmla="*/ 2330005 w 5799173"/>
              <a:gd name="connsiteY41987" fmla="*/ 3218573 h 5017219"/>
              <a:gd name="connsiteX41988" fmla="*/ 2369255 w 5799173"/>
              <a:gd name="connsiteY41988" fmla="*/ 3234700 h 5017219"/>
              <a:gd name="connsiteX41989" fmla="*/ 2368009 w 5799173"/>
              <a:gd name="connsiteY41989" fmla="*/ 3233952 h 5017219"/>
              <a:gd name="connsiteX41990" fmla="*/ 2357541 w 5799173"/>
              <a:gd name="connsiteY41990" fmla="*/ 3215841 h 5017219"/>
              <a:gd name="connsiteX41991" fmla="*/ 2357541 w 5799173"/>
              <a:gd name="connsiteY41991" fmla="*/ 3214346 h 5017219"/>
              <a:gd name="connsiteX41992" fmla="*/ 2368009 w 5799173"/>
              <a:gd name="connsiteY41992" fmla="*/ 3196235 h 5017219"/>
              <a:gd name="connsiteX41993" fmla="*/ 2369255 w 5799173"/>
              <a:gd name="connsiteY41993" fmla="*/ 3195487 h 5017219"/>
              <a:gd name="connsiteX41994" fmla="*/ 2390191 w 5799173"/>
              <a:gd name="connsiteY41994" fmla="*/ 3195487 h 5017219"/>
              <a:gd name="connsiteX41995" fmla="*/ 2391437 w 5799173"/>
              <a:gd name="connsiteY41995" fmla="*/ 3196235 h 5017219"/>
              <a:gd name="connsiteX41996" fmla="*/ 2401905 w 5799173"/>
              <a:gd name="connsiteY41996" fmla="*/ 3214345 h 5017219"/>
              <a:gd name="connsiteX41997" fmla="*/ 2401905 w 5799173"/>
              <a:gd name="connsiteY41997" fmla="*/ 3215841 h 5017219"/>
              <a:gd name="connsiteX41998" fmla="*/ 2391437 w 5799173"/>
              <a:gd name="connsiteY41998" fmla="*/ 3233952 h 5017219"/>
              <a:gd name="connsiteX41999" fmla="*/ 2390191 w 5799173"/>
              <a:gd name="connsiteY41999" fmla="*/ 3234700 h 5017219"/>
              <a:gd name="connsiteX42000" fmla="*/ 4475773 w 5799173"/>
              <a:gd name="connsiteY42000" fmla="*/ 3799139 h 5017219"/>
              <a:gd name="connsiteX42001" fmla="*/ 4474527 w 5799173"/>
              <a:gd name="connsiteY42001" fmla="*/ 3798391 h 5017219"/>
              <a:gd name="connsiteX42002" fmla="*/ 4464059 w 5799173"/>
              <a:gd name="connsiteY42002" fmla="*/ 3780281 h 5017219"/>
              <a:gd name="connsiteX42003" fmla="*/ 4464059 w 5799173"/>
              <a:gd name="connsiteY42003" fmla="*/ 3778785 h 5017219"/>
              <a:gd name="connsiteX42004" fmla="*/ 4474527 w 5799173"/>
              <a:gd name="connsiteY42004" fmla="*/ 3760674 h 5017219"/>
              <a:gd name="connsiteX42005" fmla="*/ 4475773 w 5799173"/>
              <a:gd name="connsiteY42005" fmla="*/ 3759926 h 5017219"/>
              <a:gd name="connsiteX42006" fmla="*/ 4496709 w 5799173"/>
              <a:gd name="connsiteY42006" fmla="*/ 3759926 h 5017219"/>
              <a:gd name="connsiteX42007" fmla="*/ 4497955 w 5799173"/>
              <a:gd name="connsiteY42007" fmla="*/ 3760674 h 5017219"/>
              <a:gd name="connsiteX42008" fmla="*/ 4508423 w 5799173"/>
              <a:gd name="connsiteY42008" fmla="*/ 3778785 h 5017219"/>
              <a:gd name="connsiteX42009" fmla="*/ 4508423 w 5799173"/>
              <a:gd name="connsiteY42009" fmla="*/ 3780280 h 5017219"/>
              <a:gd name="connsiteX42010" fmla="*/ 4497955 w 5799173"/>
              <a:gd name="connsiteY42010" fmla="*/ 3798391 h 5017219"/>
              <a:gd name="connsiteX42011" fmla="*/ 4496709 w 5799173"/>
              <a:gd name="connsiteY42011" fmla="*/ 3799139 h 5017219"/>
              <a:gd name="connsiteX42012" fmla="*/ 4776705 w 5799173"/>
              <a:gd name="connsiteY42012" fmla="*/ 3879774 h 5017219"/>
              <a:gd name="connsiteX42013" fmla="*/ 4775458 w 5799173"/>
              <a:gd name="connsiteY42013" fmla="*/ 3879026 h 5017219"/>
              <a:gd name="connsiteX42014" fmla="*/ 4764990 w 5799173"/>
              <a:gd name="connsiteY42014" fmla="*/ 3860915 h 5017219"/>
              <a:gd name="connsiteX42015" fmla="*/ 4764990 w 5799173"/>
              <a:gd name="connsiteY42015" fmla="*/ 3859420 h 5017219"/>
              <a:gd name="connsiteX42016" fmla="*/ 4775458 w 5799173"/>
              <a:gd name="connsiteY42016" fmla="*/ 3841309 h 5017219"/>
              <a:gd name="connsiteX42017" fmla="*/ 4776705 w 5799173"/>
              <a:gd name="connsiteY42017" fmla="*/ 3840561 h 5017219"/>
              <a:gd name="connsiteX42018" fmla="*/ 4797641 w 5799173"/>
              <a:gd name="connsiteY42018" fmla="*/ 3840561 h 5017219"/>
              <a:gd name="connsiteX42019" fmla="*/ 4798887 w 5799173"/>
              <a:gd name="connsiteY42019" fmla="*/ 3841309 h 5017219"/>
              <a:gd name="connsiteX42020" fmla="*/ 4809355 w 5799173"/>
              <a:gd name="connsiteY42020" fmla="*/ 3859420 h 5017219"/>
              <a:gd name="connsiteX42021" fmla="*/ 4809355 w 5799173"/>
              <a:gd name="connsiteY42021" fmla="*/ 3860915 h 5017219"/>
              <a:gd name="connsiteX42022" fmla="*/ 4798887 w 5799173"/>
              <a:gd name="connsiteY42022" fmla="*/ 3879026 h 5017219"/>
              <a:gd name="connsiteX42023" fmla="*/ 4797640 w 5799173"/>
              <a:gd name="connsiteY42023" fmla="*/ 3879774 h 5017219"/>
              <a:gd name="connsiteX42024" fmla="*/ 5017450 w 5799173"/>
              <a:gd name="connsiteY42024" fmla="*/ 3944281 h 5017219"/>
              <a:gd name="connsiteX42025" fmla="*/ 5016204 w 5799173"/>
              <a:gd name="connsiteY42025" fmla="*/ 3943533 h 5017219"/>
              <a:gd name="connsiteX42026" fmla="*/ 5005736 w 5799173"/>
              <a:gd name="connsiteY42026" fmla="*/ 3925422 h 5017219"/>
              <a:gd name="connsiteX42027" fmla="*/ 5005736 w 5799173"/>
              <a:gd name="connsiteY42027" fmla="*/ 3923927 h 5017219"/>
              <a:gd name="connsiteX42028" fmla="*/ 5016204 w 5799173"/>
              <a:gd name="connsiteY42028" fmla="*/ 3905816 h 5017219"/>
              <a:gd name="connsiteX42029" fmla="*/ 5017450 w 5799173"/>
              <a:gd name="connsiteY42029" fmla="*/ 3905068 h 5017219"/>
              <a:gd name="connsiteX42030" fmla="*/ 5038386 w 5799173"/>
              <a:gd name="connsiteY42030" fmla="*/ 3905068 h 5017219"/>
              <a:gd name="connsiteX42031" fmla="*/ 5039632 w 5799173"/>
              <a:gd name="connsiteY42031" fmla="*/ 3905816 h 5017219"/>
              <a:gd name="connsiteX42032" fmla="*/ 5050100 w 5799173"/>
              <a:gd name="connsiteY42032" fmla="*/ 3923927 h 5017219"/>
              <a:gd name="connsiteX42033" fmla="*/ 5050100 w 5799173"/>
              <a:gd name="connsiteY42033" fmla="*/ 3925422 h 5017219"/>
              <a:gd name="connsiteX42034" fmla="*/ 5039632 w 5799173"/>
              <a:gd name="connsiteY42034" fmla="*/ 3943533 h 5017219"/>
              <a:gd name="connsiteX42035" fmla="*/ 5038386 w 5799173"/>
              <a:gd name="connsiteY42035" fmla="*/ 3944281 h 5017219"/>
              <a:gd name="connsiteX42036" fmla="*/ 1947892 w 5799173"/>
              <a:gd name="connsiteY42036" fmla="*/ 3121888 h 5017219"/>
              <a:gd name="connsiteX42037" fmla="*/ 1946646 w 5799173"/>
              <a:gd name="connsiteY42037" fmla="*/ 3121140 h 5017219"/>
              <a:gd name="connsiteX42038" fmla="*/ 1936095 w 5799173"/>
              <a:gd name="connsiteY42038" fmla="*/ 3102863 h 5017219"/>
              <a:gd name="connsiteX42039" fmla="*/ 1936095 w 5799173"/>
              <a:gd name="connsiteY42039" fmla="*/ 3101367 h 5017219"/>
              <a:gd name="connsiteX42040" fmla="*/ 1946646 w 5799173"/>
              <a:gd name="connsiteY42040" fmla="*/ 3083090 h 5017219"/>
              <a:gd name="connsiteX42041" fmla="*/ 1947892 w 5799173"/>
              <a:gd name="connsiteY42041" fmla="*/ 3082342 h 5017219"/>
              <a:gd name="connsiteX42042" fmla="*/ 1968911 w 5799173"/>
              <a:gd name="connsiteY42042" fmla="*/ 3082342 h 5017219"/>
              <a:gd name="connsiteX42043" fmla="*/ 1970157 w 5799173"/>
              <a:gd name="connsiteY42043" fmla="*/ 3083090 h 5017219"/>
              <a:gd name="connsiteX42044" fmla="*/ 1980709 w 5799173"/>
              <a:gd name="connsiteY42044" fmla="*/ 3101367 h 5017219"/>
              <a:gd name="connsiteX42045" fmla="*/ 1980709 w 5799173"/>
              <a:gd name="connsiteY42045" fmla="*/ 3102863 h 5017219"/>
              <a:gd name="connsiteX42046" fmla="*/ 1970157 w 5799173"/>
              <a:gd name="connsiteY42046" fmla="*/ 3121140 h 5017219"/>
              <a:gd name="connsiteX42047" fmla="*/ 1968911 w 5799173"/>
              <a:gd name="connsiteY42047" fmla="*/ 3121888 h 5017219"/>
              <a:gd name="connsiteX42048" fmla="*/ 2128451 w 5799173"/>
              <a:gd name="connsiteY42048" fmla="*/ 3170268 h 5017219"/>
              <a:gd name="connsiteX42049" fmla="*/ 2127204 w 5799173"/>
              <a:gd name="connsiteY42049" fmla="*/ 3169520 h 5017219"/>
              <a:gd name="connsiteX42050" fmla="*/ 2116654 w 5799173"/>
              <a:gd name="connsiteY42050" fmla="*/ 3151243 h 5017219"/>
              <a:gd name="connsiteX42051" fmla="*/ 2116654 w 5799173"/>
              <a:gd name="connsiteY42051" fmla="*/ 3149747 h 5017219"/>
              <a:gd name="connsiteX42052" fmla="*/ 2127204 w 5799173"/>
              <a:gd name="connsiteY42052" fmla="*/ 3131470 h 5017219"/>
              <a:gd name="connsiteX42053" fmla="*/ 2128451 w 5799173"/>
              <a:gd name="connsiteY42053" fmla="*/ 3130722 h 5017219"/>
              <a:gd name="connsiteX42054" fmla="*/ 2149470 w 5799173"/>
              <a:gd name="connsiteY42054" fmla="*/ 3130723 h 5017219"/>
              <a:gd name="connsiteX42055" fmla="*/ 2150716 w 5799173"/>
              <a:gd name="connsiteY42055" fmla="*/ 3131470 h 5017219"/>
              <a:gd name="connsiteX42056" fmla="*/ 2161267 w 5799173"/>
              <a:gd name="connsiteY42056" fmla="*/ 3149747 h 5017219"/>
              <a:gd name="connsiteX42057" fmla="*/ 2161266 w 5799173"/>
              <a:gd name="connsiteY42057" fmla="*/ 3151243 h 5017219"/>
              <a:gd name="connsiteX42058" fmla="*/ 2150716 w 5799173"/>
              <a:gd name="connsiteY42058" fmla="*/ 3169520 h 5017219"/>
              <a:gd name="connsiteX42059" fmla="*/ 2149469 w 5799173"/>
              <a:gd name="connsiteY42059" fmla="*/ 3170268 h 5017219"/>
              <a:gd name="connsiteX42060" fmla="*/ 2188637 w 5799173"/>
              <a:gd name="connsiteY42060" fmla="*/ 3186395 h 5017219"/>
              <a:gd name="connsiteX42061" fmla="*/ 2187390 w 5799173"/>
              <a:gd name="connsiteY42061" fmla="*/ 3185647 h 5017219"/>
              <a:gd name="connsiteX42062" fmla="*/ 2176840 w 5799173"/>
              <a:gd name="connsiteY42062" fmla="*/ 3167370 h 5017219"/>
              <a:gd name="connsiteX42063" fmla="*/ 2176839 w 5799173"/>
              <a:gd name="connsiteY42063" fmla="*/ 3165874 h 5017219"/>
              <a:gd name="connsiteX42064" fmla="*/ 2187390 w 5799173"/>
              <a:gd name="connsiteY42064" fmla="*/ 3147597 h 5017219"/>
              <a:gd name="connsiteX42065" fmla="*/ 2188636 w 5799173"/>
              <a:gd name="connsiteY42065" fmla="*/ 3146849 h 5017219"/>
              <a:gd name="connsiteX42066" fmla="*/ 2209656 w 5799173"/>
              <a:gd name="connsiteY42066" fmla="*/ 3146849 h 5017219"/>
              <a:gd name="connsiteX42067" fmla="*/ 2210901 w 5799173"/>
              <a:gd name="connsiteY42067" fmla="*/ 3147597 h 5017219"/>
              <a:gd name="connsiteX42068" fmla="*/ 2221453 w 5799173"/>
              <a:gd name="connsiteY42068" fmla="*/ 3165874 h 5017219"/>
              <a:gd name="connsiteX42069" fmla="*/ 2221452 w 5799173"/>
              <a:gd name="connsiteY42069" fmla="*/ 3167370 h 5017219"/>
              <a:gd name="connsiteX42070" fmla="*/ 2210901 w 5799173"/>
              <a:gd name="connsiteY42070" fmla="*/ 3185647 h 5017219"/>
              <a:gd name="connsiteX42071" fmla="*/ 2209655 w 5799173"/>
              <a:gd name="connsiteY42071" fmla="*/ 3186395 h 5017219"/>
              <a:gd name="connsiteX42072" fmla="*/ 2489568 w 5799173"/>
              <a:gd name="connsiteY42072" fmla="*/ 3267029 h 5017219"/>
              <a:gd name="connsiteX42073" fmla="*/ 2488322 w 5799173"/>
              <a:gd name="connsiteY42073" fmla="*/ 3266281 h 5017219"/>
              <a:gd name="connsiteX42074" fmla="*/ 2477771 w 5799173"/>
              <a:gd name="connsiteY42074" fmla="*/ 3248004 h 5017219"/>
              <a:gd name="connsiteX42075" fmla="*/ 2477771 w 5799173"/>
              <a:gd name="connsiteY42075" fmla="*/ 3246508 h 5017219"/>
              <a:gd name="connsiteX42076" fmla="*/ 2488322 w 5799173"/>
              <a:gd name="connsiteY42076" fmla="*/ 3228231 h 5017219"/>
              <a:gd name="connsiteX42077" fmla="*/ 2489568 w 5799173"/>
              <a:gd name="connsiteY42077" fmla="*/ 3227483 h 5017219"/>
              <a:gd name="connsiteX42078" fmla="*/ 2510587 w 5799173"/>
              <a:gd name="connsiteY42078" fmla="*/ 3227484 h 5017219"/>
              <a:gd name="connsiteX42079" fmla="*/ 2511833 w 5799173"/>
              <a:gd name="connsiteY42079" fmla="*/ 3228231 h 5017219"/>
              <a:gd name="connsiteX42080" fmla="*/ 2522384 w 5799173"/>
              <a:gd name="connsiteY42080" fmla="*/ 3246508 h 5017219"/>
              <a:gd name="connsiteX42081" fmla="*/ 2522384 w 5799173"/>
              <a:gd name="connsiteY42081" fmla="*/ 3248005 h 5017219"/>
              <a:gd name="connsiteX42082" fmla="*/ 2511833 w 5799173"/>
              <a:gd name="connsiteY42082" fmla="*/ 3266282 h 5017219"/>
              <a:gd name="connsiteX42083" fmla="*/ 2510587 w 5799173"/>
              <a:gd name="connsiteY42083" fmla="*/ 3267029 h 5017219"/>
              <a:gd name="connsiteX42084" fmla="*/ 2609941 w 5799173"/>
              <a:gd name="connsiteY42084" fmla="*/ 3299283 h 5017219"/>
              <a:gd name="connsiteX42085" fmla="*/ 2608694 w 5799173"/>
              <a:gd name="connsiteY42085" fmla="*/ 3298535 h 5017219"/>
              <a:gd name="connsiteX42086" fmla="*/ 2598144 w 5799173"/>
              <a:gd name="connsiteY42086" fmla="*/ 3280258 h 5017219"/>
              <a:gd name="connsiteX42087" fmla="*/ 2598143 w 5799173"/>
              <a:gd name="connsiteY42087" fmla="*/ 3278762 h 5017219"/>
              <a:gd name="connsiteX42088" fmla="*/ 2608694 w 5799173"/>
              <a:gd name="connsiteY42088" fmla="*/ 3260485 h 5017219"/>
              <a:gd name="connsiteX42089" fmla="*/ 2609940 w 5799173"/>
              <a:gd name="connsiteY42089" fmla="*/ 3259737 h 5017219"/>
              <a:gd name="connsiteX42090" fmla="*/ 2630960 w 5799173"/>
              <a:gd name="connsiteY42090" fmla="*/ 3259737 h 5017219"/>
              <a:gd name="connsiteX42091" fmla="*/ 2632205 w 5799173"/>
              <a:gd name="connsiteY42091" fmla="*/ 3260485 h 5017219"/>
              <a:gd name="connsiteX42092" fmla="*/ 2642757 w 5799173"/>
              <a:gd name="connsiteY42092" fmla="*/ 3278762 h 5017219"/>
              <a:gd name="connsiteX42093" fmla="*/ 2642756 w 5799173"/>
              <a:gd name="connsiteY42093" fmla="*/ 3280258 h 5017219"/>
              <a:gd name="connsiteX42094" fmla="*/ 2632205 w 5799173"/>
              <a:gd name="connsiteY42094" fmla="*/ 3298535 h 5017219"/>
              <a:gd name="connsiteX42095" fmla="*/ 2630959 w 5799173"/>
              <a:gd name="connsiteY42095" fmla="*/ 3299283 h 5017219"/>
              <a:gd name="connsiteX42096" fmla="*/ 4234969 w 5799173"/>
              <a:gd name="connsiteY42096" fmla="*/ 3734708 h 5017219"/>
              <a:gd name="connsiteX42097" fmla="*/ 4233722 w 5799173"/>
              <a:gd name="connsiteY42097" fmla="*/ 3733960 h 5017219"/>
              <a:gd name="connsiteX42098" fmla="*/ 4223172 w 5799173"/>
              <a:gd name="connsiteY42098" fmla="*/ 3715683 h 5017219"/>
              <a:gd name="connsiteX42099" fmla="*/ 4223172 w 5799173"/>
              <a:gd name="connsiteY42099" fmla="*/ 3714187 h 5017219"/>
              <a:gd name="connsiteX42100" fmla="*/ 4233723 w 5799173"/>
              <a:gd name="connsiteY42100" fmla="*/ 3695910 h 5017219"/>
              <a:gd name="connsiteX42101" fmla="*/ 4234969 w 5799173"/>
              <a:gd name="connsiteY42101" fmla="*/ 3695162 h 5017219"/>
              <a:gd name="connsiteX42102" fmla="*/ 4255988 w 5799173"/>
              <a:gd name="connsiteY42102" fmla="*/ 3695162 h 5017219"/>
              <a:gd name="connsiteX42103" fmla="*/ 4257234 w 5799173"/>
              <a:gd name="connsiteY42103" fmla="*/ 3695910 h 5017219"/>
              <a:gd name="connsiteX42104" fmla="*/ 4267785 w 5799173"/>
              <a:gd name="connsiteY42104" fmla="*/ 3714187 h 5017219"/>
              <a:gd name="connsiteX42105" fmla="*/ 4267785 w 5799173"/>
              <a:gd name="connsiteY42105" fmla="*/ 3715683 h 5017219"/>
              <a:gd name="connsiteX42106" fmla="*/ 4257234 w 5799173"/>
              <a:gd name="connsiteY42106" fmla="*/ 3733960 h 5017219"/>
              <a:gd name="connsiteX42107" fmla="*/ 4255988 w 5799173"/>
              <a:gd name="connsiteY42107" fmla="*/ 3734708 h 5017219"/>
              <a:gd name="connsiteX42108" fmla="*/ 4897017 w 5799173"/>
              <a:gd name="connsiteY42108" fmla="*/ 3912104 h 5017219"/>
              <a:gd name="connsiteX42109" fmla="*/ 4895771 w 5799173"/>
              <a:gd name="connsiteY42109" fmla="*/ 3911356 h 5017219"/>
              <a:gd name="connsiteX42110" fmla="*/ 4885220 w 5799173"/>
              <a:gd name="connsiteY42110" fmla="*/ 3893078 h 5017219"/>
              <a:gd name="connsiteX42111" fmla="*/ 4885220 w 5799173"/>
              <a:gd name="connsiteY42111" fmla="*/ 3891582 h 5017219"/>
              <a:gd name="connsiteX42112" fmla="*/ 4895771 w 5799173"/>
              <a:gd name="connsiteY42112" fmla="*/ 3873306 h 5017219"/>
              <a:gd name="connsiteX42113" fmla="*/ 4897017 w 5799173"/>
              <a:gd name="connsiteY42113" fmla="*/ 3872558 h 5017219"/>
              <a:gd name="connsiteX42114" fmla="*/ 4918036 w 5799173"/>
              <a:gd name="connsiteY42114" fmla="*/ 3872558 h 5017219"/>
              <a:gd name="connsiteX42115" fmla="*/ 4919282 w 5799173"/>
              <a:gd name="connsiteY42115" fmla="*/ 3873306 h 5017219"/>
              <a:gd name="connsiteX42116" fmla="*/ 4929833 w 5799173"/>
              <a:gd name="connsiteY42116" fmla="*/ 3891582 h 5017219"/>
              <a:gd name="connsiteX42117" fmla="*/ 4929833 w 5799173"/>
              <a:gd name="connsiteY42117" fmla="*/ 3893079 h 5017219"/>
              <a:gd name="connsiteX42118" fmla="*/ 4919282 w 5799173"/>
              <a:gd name="connsiteY42118" fmla="*/ 3911356 h 5017219"/>
              <a:gd name="connsiteX42119" fmla="*/ 4918036 w 5799173"/>
              <a:gd name="connsiteY42119" fmla="*/ 3912104 h 5017219"/>
              <a:gd name="connsiteX42120" fmla="*/ 1827495 w 5799173"/>
              <a:gd name="connsiteY42120" fmla="*/ 3089818 h 5017219"/>
              <a:gd name="connsiteX42121" fmla="*/ 1826166 w 5799173"/>
              <a:gd name="connsiteY42121" fmla="*/ 3089070 h 5017219"/>
              <a:gd name="connsiteX42122" fmla="*/ 1815615 w 5799173"/>
              <a:gd name="connsiteY42122" fmla="*/ 3070710 h 5017219"/>
              <a:gd name="connsiteX42123" fmla="*/ 1815615 w 5799173"/>
              <a:gd name="connsiteY42123" fmla="*/ 3069214 h 5017219"/>
              <a:gd name="connsiteX42124" fmla="*/ 1826166 w 5799173"/>
              <a:gd name="connsiteY42124" fmla="*/ 3050854 h 5017219"/>
              <a:gd name="connsiteX42125" fmla="*/ 1827495 w 5799173"/>
              <a:gd name="connsiteY42125" fmla="*/ 3050106 h 5017219"/>
              <a:gd name="connsiteX42126" fmla="*/ 1848681 w 5799173"/>
              <a:gd name="connsiteY42126" fmla="*/ 3050106 h 5017219"/>
              <a:gd name="connsiteX42127" fmla="*/ 1850010 w 5799173"/>
              <a:gd name="connsiteY42127" fmla="*/ 3050854 h 5017219"/>
              <a:gd name="connsiteX42128" fmla="*/ 1860561 w 5799173"/>
              <a:gd name="connsiteY42128" fmla="*/ 3069214 h 5017219"/>
              <a:gd name="connsiteX42129" fmla="*/ 1860561 w 5799173"/>
              <a:gd name="connsiteY42129" fmla="*/ 3070710 h 5017219"/>
              <a:gd name="connsiteX42130" fmla="*/ 1850010 w 5799173"/>
              <a:gd name="connsiteY42130" fmla="*/ 3089070 h 5017219"/>
              <a:gd name="connsiteX42131" fmla="*/ 1848681 w 5799173"/>
              <a:gd name="connsiteY42131" fmla="*/ 3089818 h 5017219"/>
              <a:gd name="connsiteX42132" fmla="*/ 2429358 w 5799173"/>
              <a:gd name="connsiteY42132" fmla="*/ 3251086 h 5017219"/>
              <a:gd name="connsiteX42133" fmla="*/ 2428028 w 5799173"/>
              <a:gd name="connsiteY42133" fmla="*/ 3250338 h 5017219"/>
              <a:gd name="connsiteX42134" fmla="*/ 2417478 w 5799173"/>
              <a:gd name="connsiteY42134" fmla="*/ 3231978 h 5017219"/>
              <a:gd name="connsiteX42135" fmla="*/ 2417478 w 5799173"/>
              <a:gd name="connsiteY42135" fmla="*/ 3230482 h 5017219"/>
              <a:gd name="connsiteX42136" fmla="*/ 2428029 w 5799173"/>
              <a:gd name="connsiteY42136" fmla="*/ 3212122 h 5017219"/>
              <a:gd name="connsiteX42137" fmla="*/ 2429358 w 5799173"/>
              <a:gd name="connsiteY42137" fmla="*/ 3211374 h 5017219"/>
              <a:gd name="connsiteX42138" fmla="*/ 2450543 w 5799173"/>
              <a:gd name="connsiteY42138" fmla="*/ 3211374 h 5017219"/>
              <a:gd name="connsiteX42139" fmla="*/ 2451873 w 5799173"/>
              <a:gd name="connsiteY42139" fmla="*/ 3212122 h 5017219"/>
              <a:gd name="connsiteX42140" fmla="*/ 2462424 w 5799173"/>
              <a:gd name="connsiteY42140" fmla="*/ 3230482 h 5017219"/>
              <a:gd name="connsiteX42141" fmla="*/ 2462424 w 5799173"/>
              <a:gd name="connsiteY42141" fmla="*/ 3231978 h 5017219"/>
              <a:gd name="connsiteX42142" fmla="*/ 2451873 w 5799173"/>
              <a:gd name="connsiteY42142" fmla="*/ 3250339 h 5017219"/>
              <a:gd name="connsiteX42143" fmla="*/ 2450543 w 5799173"/>
              <a:gd name="connsiteY42143" fmla="*/ 3251086 h 5017219"/>
              <a:gd name="connsiteX42144" fmla="*/ 2670102 w 5799173"/>
              <a:gd name="connsiteY42144" fmla="*/ 3315594 h 5017219"/>
              <a:gd name="connsiteX42145" fmla="*/ 2668773 w 5799173"/>
              <a:gd name="connsiteY42145" fmla="*/ 3314846 h 5017219"/>
              <a:gd name="connsiteX42146" fmla="*/ 2658222 w 5799173"/>
              <a:gd name="connsiteY42146" fmla="*/ 3296486 h 5017219"/>
              <a:gd name="connsiteX42147" fmla="*/ 2658222 w 5799173"/>
              <a:gd name="connsiteY42147" fmla="*/ 3294990 h 5017219"/>
              <a:gd name="connsiteX42148" fmla="*/ 2668773 w 5799173"/>
              <a:gd name="connsiteY42148" fmla="*/ 3276630 h 5017219"/>
              <a:gd name="connsiteX42149" fmla="*/ 2670102 w 5799173"/>
              <a:gd name="connsiteY42149" fmla="*/ 3275882 h 5017219"/>
              <a:gd name="connsiteX42150" fmla="*/ 2691287 w 5799173"/>
              <a:gd name="connsiteY42150" fmla="*/ 3275882 h 5017219"/>
              <a:gd name="connsiteX42151" fmla="*/ 2692617 w 5799173"/>
              <a:gd name="connsiteY42151" fmla="*/ 3276630 h 5017219"/>
              <a:gd name="connsiteX42152" fmla="*/ 2703168 w 5799173"/>
              <a:gd name="connsiteY42152" fmla="*/ 3294990 h 5017219"/>
              <a:gd name="connsiteX42153" fmla="*/ 2703168 w 5799173"/>
              <a:gd name="connsiteY42153" fmla="*/ 3296486 h 5017219"/>
              <a:gd name="connsiteX42154" fmla="*/ 2692617 w 5799173"/>
              <a:gd name="connsiteY42154" fmla="*/ 3314846 h 5017219"/>
              <a:gd name="connsiteX42155" fmla="*/ 2691287 w 5799173"/>
              <a:gd name="connsiteY42155" fmla="*/ 3315594 h 5017219"/>
              <a:gd name="connsiteX42156" fmla="*/ 1887600 w 5799173"/>
              <a:gd name="connsiteY42156" fmla="*/ 3106018 h 5017219"/>
              <a:gd name="connsiteX42157" fmla="*/ 1886272 w 5799173"/>
              <a:gd name="connsiteY42157" fmla="*/ 3105270 h 5017219"/>
              <a:gd name="connsiteX42158" fmla="*/ 1875637 w 5799173"/>
              <a:gd name="connsiteY42158" fmla="*/ 3086827 h 5017219"/>
              <a:gd name="connsiteX42159" fmla="*/ 1875637 w 5799173"/>
              <a:gd name="connsiteY42159" fmla="*/ 3085331 h 5017219"/>
              <a:gd name="connsiteX42160" fmla="*/ 1886271 w 5799173"/>
              <a:gd name="connsiteY42160" fmla="*/ 3066888 h 5017219"/>
              <a:gd name="connsiteX42161" fmla="*/ 1887600 w 5799173"/>
              <a:gd name="connsiteY42161" fmla="*/ 3066140 h 5017219"/>
              <a:gd name="connsiteX42162" fmla="*/ 1908869 w 5799173"/>
              <a:gd name="connsiteY42162" fmla="*/ 3066140 h 5017219"/>
              <a:gd name="connsiteX42163" fmla="*/ 1910198 w 5799173"/>
              <a:gd name="connsiteY42163" fmla="*/ 3066888 h 5017219"/>
              <a:gd name="connsiteX42164" fmla="*/ 1920832 w 5799173"/>
              <a:gd name="connsiteY42164" fmla="*/ 3085331 h 5017219"/>
              <a:gd name="connsiteX42165" fmla="*/ 1920832 w 5799173"/>
              <a:gd name="connsiteY42165" fmla="*/ 3086827 h 5017219"/>
              <a:gd name="connsiteX42166" fmla="*/ 1910198 w 5799173"/>
              <a:gd name="connsiteY42166" fmla="*/ 3105270 h 5017219"/>
              <a:gd name="connsiteX42167" fmla="*/ 1908869 w 5799173"/>
              <a:gd name="connsiteY42167" fmla="*/ 3106018 h 5017219"/>
              <a:gd name="connsiteX42168" fmla="*/ 2007972 w 5799173"/>
              <a:gd name="connsiteY42168" fmla="*/ 3138271 h 5017219"/>
              <a:gd name="connsiteX42169" fmla="*/ 2006643 w 5799173"/>
              <a:gd name="connsiteY42169" fmla="*/ 3137524 h 5017219"/>
              <a:gd name="connsiteX42170" fmla="*/ 1996009 w 5799173"/>
              <a:gd name="connsiteY42170" fmla="*/ 3119080 h 5017219"/>
              <a:gd name="connsiteX42171" fmla="*/ 1996009 w 5799173"/>
              <a:gd name="connsiteY42171" fmla="*/ 3117585 h 5017219"/>
              <a:gd name="connsiteX42172" fmla="*/ 2006643 w 5799173"/>
              <a:gd name="connsiteY42172" fmla="*/ 3099142 h 5017219"/>
              <a:gd name="connsiteX42173" fmla="*/ 2007972 w 5799173"/>
              <a:gd name="connsiteY42173" fmla="*/ 3098394 h 5017219"/>
              <a:gd name="connsiteX42174" fmla="*/ 2029241 w 5799173"/>
              <a:gd name="connsiteY42174" fmla="*/ 3098393 h 5017219"/>
              <a:gd name="connsiteX42175" fmla="*/ 2030570 w 5799173"/>
              <a:gd name="connsiteY42175" fmla="*/ 3099142 h 5017219"/>
              <a:gd name="connsiteX42176" fmla="*/ 2041204 w 5799173"/>
              <a:gd name="connsiteY42176" fmla="*/ 3117585 h 5017219"/>
              <a:gd name="connsiteX42177" fmla="*/ 2041204 w 5799173"/>
              <a:gd name="connsiteY42177" fmla="*/ 3119081 h 5017219"/>
              <a:gd name="connsiteX42178" fmla="*/ 2030570 w 5799173"/>
              <a:gd name="connsiteY42178" fmla="*/ 3137524 h 5017219"/>
              <a:gd name="connsiteX42179" fmla="*/ 2029241 w 5799173"/>
              <a:gd name="connsiteY42179" fmla="*/ 3138272 h 5017219"/>
              <a:gd name="connsiteX42180" fmla="*/ 4716269 w 5799173"/>
              <a:gd name="connsiteY42180" fmla="*/ 3864063 h 5017219"/>
              <a:gd name="connsiteX42181" fmla="*/ 4714940 w 5799173"/>
              <a:gd name="connsiteY42181" fmla="*/ 3863316 h 5017219"/>
              <a:gd name="connsiteX42182" fmla="*/ 4704307 w 5799173"/>
              <a:gd name="connsiteY42182" fmla="*/ 3844789 h 5017219"/>
              <a:gd name="connsiteX42183" fmla="*/ 4704306 w 5799173"/>
              <a:gd name="connsiteY42183" fmla="*/ 3843293 h 5017219"/>
              <a:gd name="connsiteX42184" fmla="*/ 4715023 w 5799173"/>
              <a:gd name="connsiteY42184" fmla="*/ 3824767 h 5017219"/>
              <a:gd name="connsiteX42185" fmla="*/ 4716353 w 5799173"/>
              <a:gd name="connsiteY42185" fmla="*/ 3824019 h 5017219"/>
              <a:gd name="connsiteX42186" fmla="*/ 4737704 w 5799173"/>
              <a:gd name="connsiteY42186" fmla="*/ 3824019 h 5017219"/>
              <a:gd name="connsiteX42187" fmla="*/ 4739034 w 5799173"/>
              <a:gd name="connsiteY42187" fmla="*/ 3824767 h 5017219"/>
              <a:gd name="connsiteX42188" fmla="*/ 4749667 w 5799173"/>
              <a:gd name="connsiteY42188" fmla="*/ 3843293 h 5017219"/>
              <a:gd name="connsiteX42189" fmla="*/ 4749668 w 5799173"/>
              <a:gd name="connsiteY42189" fmla="*/ 3844789 h 5017219"/>
              <a:gd name="connsiteX42190" fmla="*/ 4738950 w 5799173"/>
              <a:gd name="connsiteY42190" fmla="*/ 3863316 h 5017219"/>
              <a:gd name="connsiteX42191" fmla="*/ 4737621 w 5799173"/>
              <a:gd name="connsiteY42191" fmla="*/ 3864063 h 5017219"/>
              <a:gd name="connsiteX42192" fmla="*/ 193415 w 5799173"/>
              <a:gd name="connsiteY42192" fmla="*/ 2697242 h 5017219"/>
              <a:gd name="connsiteX42193" fmla="*/ 192750 w 5799173"/>
              <a:gd name="connsiteY42193" fmla="*/ 2696827 h 5017219"/>
              <a:gd name="connsiteX42194" fmla="*/ 187101 w 5799173"/>
              <a:gd name="connsiteY42194" fmla="*/ 2687023 h 5017219"/>
              <a:gd name="connsiteX42195" fmla="*/ 187101 w 5799173"/>
              <a:gd name="connsiteY42195" fmla="*/ 2686193 h 5017219"/>
              <a:gd name="connsiteX42196" fmla="*/ 192750 w 5799173"/>
              <a:gd name="connsiteY42196" fmla="*/ 2676389 h 5017219"/>
              <a:gd name="connsiteX42197" fmla="*/ 193415 w 5799173"/>
              <a:gd name="connsiteY42197" fmla="*/ 2675974 h 5017219"/>
              <a:gd name="connsiteX42198" fmla="*/ 204714 w 5799173"/>
              <a:gd name="connsiteY42198" fmla="*/ 2675974 h 5017219"/>
              <a:gd name="connsiteX42199" fmla="*/ 205378 w 5799173"/>
              <a:gd name="connsiteY42199" fmla="*/ 2676389 h 5017219"/>
              <a:gd name="connsiteX42200" fmla="*/ 211028 w 5799173"/>
              <a:gd name="connsiteY42200" fmla="*/ 2686193 h 5017219"/>
              <a:gd name="connsiteX42201" fmla="*/ 211028 w 5799173"/>
              <a:gd name="connsiteY42201" fmla="*/ 2687023 h 5017219"/>
              <a:gd name="connsiteX42202" fmla="*/ 205378 w 5799173"/>
              <a:gd name="connsiteY42202" fmla="*/ 2696827 h 5017219"/>
              <a:gd name="connsiteX42203" fmla="*/ 204714 w 5799173"/>
              <a:gd name="connsiteY42203" fmla="*/ 2697242 h 5017219"/>
              <a:gd name="connsiteX42204" fmla="*/ 2900953 w 5799173"/>
              <a:gd name="connsiteY42204" fmla="*/ 3424621 h 5017219"/>
              <a:gd name="connsiteX42205" fmla="*/ 2900121 w 5799173"/>
              <a:gd name="connsiteY42205" fmla="*/ 3424124 h 5017219"/>
              <a:gd name="connsiteX42206" fmla="*/ 2893641 w 5799173"/>
              <a:gd name="connsiteY42206" fmla="*/ 3412824 h 5017219"/>
              <a:gd name="connsiteX42207" fmla="*/ 2893641 w 5799173"/>
              <a:gd name="connsiteY42207" fmla="*/ 3411911 h 5017219"/>
              <a:gd name="connsiteX42208" fmla="*/ 2900122 w 5799173"/>
              <a:gd name="connsiteY42208" fmla="*/ 3400612 h 5017219"/>
              <a:gd name="connsiteX42209" fmla="*/ 2900952 w 5799173"/>
              <a:gd name="connsiteY42209" fmla="*/ 3400114 h 5017219"/>
              <a:gd name="connsiteX42210" fmla="*/ 2913995 w 5799173"/>
              <a:gd name="connsiteY42210" fmla="*/ 3400114 h 5017219"/>
              <a:gd name="connsiteX42211" fmla="*/ 2914827 w 5799173"/>
              <a:gd name="connsiteY42211" fmla="*/ 3400611 h 5017219"/>
              <a:gd name="connsiteX42212" fmla="*/ 2921307 w 5799173"/>
              <a:gd name="connsiteY42212" fmla="*/ 3411911 h 5017219"/>
              <a:gd name="connsiteX42213" fmla="*/ 2921307 w 5799173"/>
              <a:gd name="connsiteY42213" fmla="*/ 3412824 h 5017219"/>
              <a:gd name="connsiteX42214" fmla="*/ 2914826 w 5799173"/>
              <a:gd name="connsiteY42214" fmla="*/ 3424124 h 5017219"/>
              <a:gd name="connsiteX42215" fmla="*/ 2913996 w 5799173"/>
              <a:gd name="connsiteY42215" fmla="*/ 3424621 h 5017219"/>
              <a:gd name="connsiteX42216" fmla="*/ 1034756 w 5799173"/>
              <a:gd name="connsiteY42216" fmla="*/ 2925330 h 5017219"/>
              <a:gd name="connsiteX42217" fmla="*/ 1033926 w 5799173"/>
              <a:gd name="connsiteY42217" fmla="*/ 2924832 h 5017219"/>
              <a:gd name="connsiteX42218" fmla="*/ 1027030 w 5799173"/>
              <a:gd name="connsiteY42218" fmla="*/ 2912952 h 5017219"/>
              <a:gd name="connsiteX42219" fmla="*/ 1027030 w 5799173"/>
              <a:gd name="connsiteY42219" fmla="*/ 2911955 h 5017219"/>
              <a:gd name="connsiteX42220" fmla="*/ 1033926 w 5799173"/>
              <a:gd name="connsiteY42220" fmla="*/ 2900074 h 5017219"/>
              <a:gd name="connsiteX42221" fmla="*/ 1034756 w 5799173"/>
              <a:gd name="connsiteY42221" fmla="*/ 2899576 h 5017219"/>
              <a:gd name="connsiteX42222" fmla="*/ 1048464 w 5799173"/>
              <a:gd name="connsiteY42222" fmla="*/ 2899576 h 5017219"/>
              <a:gd name="connsiteX42223" fmla="*/ 1049295 w 5799173"/>
              <a:gd name="connsiteY42223" fmla="*/ 2900074 h 5017219"/>
              <a:gd name="connsiteX42224" fmla="*/ 1056191 w 5799173"/>
              <a:gd name="connsiteY42224" fmla="*/ 2911955 h 5017219"/>
              <a:gd name="connsiteX42225" fmla="*/ 1056191 w 5799173"/>
              <a:gd name="connsiteY42225" fmla="*/ 2912952 h 5017219"/>
              <a:gd name="connsiteX42226" fmla="*/ 1049295 w 5799173"/>
              <a:gd name="connsiteY42226" fmla="*/ 2924832 h 5017219"/>
              <a:gd name="connsiteX42227" fmla="*/ 1048464 w 5799173"/>
              <a:gd name="connsiteY42227" fmla="*/ 2925330 h 5017219"/>
              <a:gd name="connsiteX42228" fmla="*/ 1094183 w 5799173"/>
              <a:gd name="connsiteY42228" fmla="*/ 2942879 h 5017219"/>
              <a:gd name="connsiteX42229" fmla="*/ 1093269 w 5799173"/>
              <a:gd name="connsiteY42229" fmla="*/ 2942382 h 5017219"/>
              <a:gd name="connsiteX42230" fmla="*/ 1085626 w 5799173"/>
              <a:gd name="connsiteY42230" fmla="*/ 2929172 h 5017219"/>
              <a:gd name="connsiteX42231" fmla="*/ 1085625 w 5799173"/>
              <a:gd name="connsiteY42231" fmla="*/ 2928091 h 5017219"/>
              <a:gd name="connsiteX42232" fmla="*/ 1093269 w 5799173"/>
              <a:gd name="connsiteY42232" fmla="*/ 2914881 h 5017219"/>
              <a:gd name="connsiteX42233" fmla="*/ 1094183 w 5799173"/>
              <a:gd name="connsiteY42233" fmla="*/ 2914384 h 5017219"/>
              <a:gd name="connsiteX42234" fmla="*/ 1109469 w 5799173"/>
              <a:gd name="connsiteY42234" fmla="*/ 2914383 h 5017219"/>
              <a:gd name="connsiteX42235" fmla="*/ 1110383 w 5799173"/>
              <a:gd name="connsiteY42235" fmla="*/ 2914881 h 5017219"/>
              <a:gd name="connsiteX42236" fmla="*/ 1118026 w 5799173"/>
              <a:gd name="connsiteY42236" fmla="*/ 2928091 h 5017219"/>
              <a:gd name="connsiteX42237" fmla="*/ 1118026 w 5799173"/>
              <a:gd name="connsiteY42237" fmla="*/ 2929171 h 5017219"/>
              <a:gd name="connsiteX42238" fmla="*/ 1110383 w 5799173"/>
              <a:gd name="connsiteY42238" fmla="*/ 2942381 h 5017219"/>
              <a:gd name="connsiteX42239" fmla="*/ 1109468 w 5799173"/>
              <a:gd name="connsiteY42239" fmla="*/ 2942879 h 5017219"/>
              <a:gd name="connsiteX42240" fmla="*/ 251514 w 5799173"/>
              <a:gd name="connsiteY42240" fmla="*/ 2717189 h 5017219"/>
              <a:gd name="connsiteX42241" fmla="*/ 250600 w 5799173"/>
              <a:gd name="connsiteY42241" fmla="*/ 2716608 h 5017219"/>
              <a:gd name="connsiteX42242" fmla="*/ 242957 w 5799173"/>
              <a:gd name="connsiteY42242" fmla="*/ 2703316 h 5017219"/>
              <a:gd name="connsiteX42243" fmla="*/ 242957 w 5799173"/>
              <a:gd name="connsiteY42243" fmla="*/ 2702235 h 5017219"/>
              <a:gd name="connsiteX42244" fmla="*/ 250683 w 5799173"/>
              <a:gd name="connsiteY42244" fmla="*/ 2688943 h 5017219"/>
              <a:gd name="connsiteX42245" fmla="*/ 251597 w 5799173"/>
              <a:gd name="connsiteY42245" fmla="*/ 2688361 h 5017219"/>
              <a:gd name="connsiteX42246" fmla="*/ 266967 w 5799173"/>
              <a:gd name="connsiteY42246" fmla="*/ 2688361 h 5017219"/>
              <a:gd name="connsiteX42247" fmla="*/ 267880 w 5799173"/>
              <a:gd name="connsiteY42247" fmla="*/ 2688943 h 5017219"/>
              <a:gd name="connsiteX42248" fmla="*/ 275524 w 5799173"/>
              <a:gd name="connsiteY42248" fmla="*/ 2702235 h 5017219"/>
              <a:gd name="connsiteX42249" fmla="*/ 275524 w 5799173"/>
              <a:gd name="connsiteY42249" fmla="*/ 2703315 h 5017219"/>
              <a:gd name="connsiteX42250" fmla="*/ 267798 w 5799173"/>
              <a:gd name="connsiteY42250" fmla="*/ 2716609 h 5017219"/>
              <a:gd name="connsiteX42251" fmla="*/ 266884 w 5799173"/>
              <a:gd name="connsiteY42251" fmla="*/ 2717189 h 5017219"/>
              <a:gd name="connsiteX42252" fmla="*/ 311378 w 5799173"/>
              <a:gd name="connsiteY42252" fmla="*/ 2734075 h 5017219"/>
              <a:gd name="connsiteX42253" fmla="*/ 310380 w 5799173"/>
              <a:gd name="connsiteY42253" fmla="*/ 2733493 h 5017219"/>
              <a:gd name="connsiteX42254" fmla="*/ 302321 w 5799173"/>
              <a:gd name="connsiteY42254" fmla="*/ 2719453 h 5017219"/>
              <a:gd name="connsiteX42255" fmla="*/ 302321 w 5799173"/>
              <a:gd name="connsiteY42255" fmla="*/ 2718290 h 5017219"/>
              <a:gd name="connsiteX42256" fmla="*/ 310381 w 5799173"/>
              <a:gd name="connsiteY42256" fmla="*/ 2704250 h 5017219"/>
              <a:gd name="connsiteX42257" fmla="*/ 311378 w 5799173"/>
              <a:gd name="connsiteY42257" fmla="*/ 2703668 h 5017219"/>
              <a:gd name="connsiteX42258" fmla="*/ 327577 w 5799173"/>
              <a:gd name="connsiteY42258" fmla="*/ 2703668 h 5017219"/>
              <a:gd name="connsiteX42259" fmla="*/ 328575 w 5799173"/>
              <a:gd name="connsiteY42259" fmla="*/ 2704250 h 5017219"/>
              <a:gd name="connsiteX42260" fmla="*/ 336633 w 5799173"/>
              <a:gd name="connsiteY42260" fmla="*/ 2718290 h 5017219"/>
              <a:gd name="connsiteX42261" fmla="*/ 336633 w 5799173"/>
              <a:gd name="connsiteY42261" fmla="*/ 2719453 h 5017219"/>
              <a:gd name="connsiteX42262" fmla="*/ 328574 w 5799173"/>
              <a:gd name="connsiteY42262" fmla="*/ 2733493 h 5017219"/>
              <a:gd name="connsiteX42263" fmla="*/ 327578 w 5799173"/>
              <a:gd name="connsiteY42263" fmla="*/ 2734075 h 5017219"/>
              <a:gd name="connsiteX42264" fmla="*/ 612206 w 5799173"/>
              <a:gd name="connsiteY42264" fmla="*/ 2814862 h 5017219"/>
              <a:gd name="connsiteX42265" fmla="*/ 611209 w 5799173"/>
              <a:gd name="connsiteY42265" fmla="*/ 2814280 h 5017219"/>
              <a:gd name="connsiteX42266" fmla="*/ 603066 w 5799173"/>
              <a:gd name="connsiteY42266" fmla="*/ 2800157 h 5017219"/>
              <a:gd name="connsiteX42267" fmla="*/ 603066 w 5799173"/>
              <a:gd name="connsiteY42267" fmla="*/ 2798994 h 5017219"/>
              <a:gd name="connsiteX42268" fmla="*/ 611209 w 5799173"/>
              <a:gd name="connsiteY42268" fmla="*/ 2784871 h 5017219"/>
              <a:gd name="connsiteX42269" fmla="*/ 612206 w 5799173"/>
              <a:gd name="connsiteY42269" fmla="*/ 2784289 h 5017219"/>
              <a:gd name="connsiteX42270" fmla="*/ 628489 w 5799173"/>
              <a:gd name="connsiteY42270" fmla="*/ 2784289 h 5017219"/>
              <a:gd name="connsiteX42271" fmla="*/ 629486 w 5799173"/>
              <a:gd name="connsiteY42271" fmla="*/ 2784871 h 5017219"/>
              <a:gd name="connsiteX42272" fmla="*/ 637628 w 5799173"/>
              <a:gd name="connsiteY42272" fmla="*/ 2798994 h 5017219"/>
              <a:gd name="connsiteX42273" fmla="*/ 637628 w 5799173"/>
              <a:gd name="connsiteY42273" fmla="*/ 2800157 h 5017219"/>
              <a:gd name="connsiteX42274" fmla="*/ 629485 w 5799173"/>
              <a:gd name="connsiteY42274" fmla="*/ 2814280 h 5017219"/>
              <a:gd name="connsiteX42275" fmla="*/ 628489 w 5799173"/>
              <a:gd name="connsiteY42275" fmla="*/ 2814862 h 5017219"/>
              <a:gd name="connsiteX42276" fmla="*/ 371378 w 5799173"/>
              <a:gd name="connsiteY42276" fmla="*/ 2750521 h 5017219"/>
              <a:gd name="connsiteX42277" fmla="*/ 370380 w 5799173"/>
              <a:gd name="connsiteY42277" fmla="*/ 2749939 h 5017219"/>
              <a:gd name="connsiteX42278" fmla="*/ 362155 w 5799173"/>
              <a:gd name="connsiteY42278" fmla="*/ 2735649 h 5017219"/>
              <a:gd name="connsiteX42279" fmla="*/ 362155 w 5799173"/>
              <a:gd name="connsiteY42279" fmla="*/ 2734487 h 5017219"/>
              <a:gd name="connsiteX42280" fmla="*/ 370380 w 5799173"/>
              <a:gd name="connsiteY42280" fmla="*/ 2720196 h 5017219"/>
              <a:gd name="connsiteX42281" fmla="*/ 371377 w 5799173"/>
              <a:gd name="connsiteY42281" fmla="*/ 2719615 h 5017219"/>
              <a:gd name="connsiteX42282" fmla="*/ 387826 w 5799173"/>
              <a:gd name="connsiteY42282" fmla="*/ 2719615 h 5017219"/>
              <a:gd name="connsiteX42283" fmla="*/ 388824 w 5799173"/>
              <a:gd name="connsiteY42283" fmla="*/ 2720197 h 5017219"/>
              <a:gd name="connsiteX42284" fmla="*/ 397048 w 5799173"/>
              <a:gd name="connsiteY42284" fmla="*/ 2734487 h 5017219"/>
              <a:gd name="connsiteX42285" fmla="*/ 397048 w 5799173"/>
              <a:gd name="connsiteY42285" fmla="*/ 2735649 h 5017219"/>
              <a:gd name="connsiteX42286" fmla="*/ 388823 w 5799173"/>
              <a:gd name="connsiteY42286" fmla="*/ 2749940 h 5017219"/>
              <a:gd name="connsiteX42287" fmla="*/ 387826 w 5799173"/>
              <a:gd name="connsiteY42287" fmla="*/ 2750521 h 5017219"/>
              <a:gd name="connsiteX42288" fmla="*/ 551852 w 5799173"/>
              <a:gd name="connsiteY42288" fmla="*/ 2798986 h 5017219"/>
              <a:gd name="connsiteX42289" fmla="*/ 550856 w 5799173"/>
              <a:gd name="connsiteY42289" fmla="*/ 2798404 h 5017219"/>
              <a:gd name="connsiteX42290" fmla="*/ 542548 w 5799173"/>
              <a:gd name="connsiteY42290" fmla="*/ 2784031 h 5017219"/>
              <a:gd name="connsiteX42291" fmla="*/ 542548 w 5799173"/>
              <a:gd name="connsiteY42291" fmla="*/ 2782868 h 5017219"/>
              <a:gd name="connsiteX42292" fmla="*/ 550856 w 5799173"/>
              <a:gd name="connsiteY42292" fmla="*/ 2768496 h 5017219"/>
              <a:gd name="connsiteX42293" fmla="*/ 551852 w 5799173"/>
              <a:gd name="connsiteY42293" fmla="*/ 2767914 h 5017219"/>
              <a:gd name="connsiteX42294" fmla="*/ 568469 w 5799173"/>
              <a:gd name="connsiteY42294" fmla="*/ 2767914 h 5017219"/>
              <a:gd name="connsiteX42295" fmla="*/ 569465 w 5799173"/>
              <a:gd name="connsiteY42295" fmla="*/ 2768496 h 5017219"/>
              <a:gd name="connsiteX42296" fmla="*/ 577772 w 5799173"/>
              <a:gd name="connsiteY42296" fmla="*/ 2782868 h 5017219"/>
              <a:gd name="connsiteX42297" fmla="*/ 577772 w 5799173"/>
              <a:gd name="connsiteY42297" fmla="*/ 2784031 h 5017219"/>
              <a:gd name="connsiteX42298" fmla="*/ 569464 w 5799173"/>
              <a:gd name="connsiteY42298" fmla="*/ 2798404 h 5017219"/>
              <a:gd name="connsiteX42299" fmla="*/ 568469 w 5799173"/>
              <a:gd name="connsiteY42299" fmla="*/ 2798986 h 5017219"/>
              <a:gd name="connsiteX42300" fmla="*/ 491583 w 5799173"/>
              <a:gd name="connsiteY42300" fmla="*/ 2783024 h 5017219"/>
              <a:gd name="connsiteX42301" fmla="*/ 490585 w 5799173"/>
              <a:gd name="connsiteY42301" fmla="*/ 2782443 h 5017219"/>
              <a:gd name="connsiteX42302" fmla="*/ 482195 w 5799173"/>
              <a:gd name="connsiteY42302" fmla="*/ 2767904 h 5017219"/>
              <a:gd name="connsiteX42303" fmla="*/ 482195 w 5799173"/>
              <a:gd name="connsiteY42303" fmla="*/ 2766740 h 5017219"/>
              <a:gd name="connsiteX42304" fmla="*/ 490586 w 5799173"/>
              <a:gd name="connsiteY42304" fmla="*/ 2752202 h 5017219"/>
              <a:gd name="connsiteX42305" fmla="*/ 491583 w 5799173"/>
              <a:gd name="connsiteY42305" fmla="*/ 2751620 h 5017219"/>
              <a:gd name="connsiteX42306" fmla="*/ 508365 w 5799173"/>
              <a:gd name="connsiteY42306" fmla="*/ 2751620 h 5017219"/>
              <a:gd name="connsiteX42307" fmla="*/ 509362 w 5799173"/>
              <a:gd name="connsiteY42307" fmla="*/ 2752202 h 5017219"/>
              <a:gd name="connsiteX42308" fmla="*/ 517753 w 5799173"/>
              <a:gd name="connsiteY42308" fmla="*/ 2766740 h 5017219"/>
              <a:gd name="connsiteX42309" fmla="*/ 517753 w 5799173"/>
              <a:gd name="connsiteY42309" fmla="*/ 2767904 h 5017219"/>
              <a:gd name="connsiteX42310" fmla="*/ 509362 w 5799173"/>
              <a:gd name="connsiteY42310" fmla="*/ 2782443 h 5017219"/>
              <a:gd name="connsiteX42311" fmla="*/ 508365 w 5799173"/>
              <a:gd name="connsiteY42311" fmla="*/ 2783024 h 5017219"/>
              <a:gd name="connsiteX42312" fmla="*/ 4162943 w 5799173"/>
              <a:gd name="connsiteY42312" fmla="*/ 3766762 h 5017219"/>
              <a:gd name="connsiteX42313" fmla="*/ 4161946 w 5799173"/>
              <a:gd name="connsiteY42313" fmla="*/ 3766181 h 5017219"/>
              <a:gd name="connsiteX42314" fmla="*/ 4153555 w 5799173"/>
              <a:gd name="connsiteY42314" fmla="*/ 3751642 h 5017219"/>
              <a:gd name="connsiteX42315" fmla="*/ 4153555 w 5799173"/>
              <a:gd name="connsiteY42315" fmla="*/ 3750478 h 5017219"/>
              <a:gd name="connsiteX42316" fmla="*/ 4161946 w 5799173"/>
              <a:gd name="connsiteY42316" fmla="*/ 3735940 h 5017219"/>
              <a:gd name="connsiteX42317" fmla="*/ 4162943 w 5799173"/>
              <a:gd name="connsiteY42317" fmla="*/ 3735358 h 5017219"/>
              <a:gd name="connsiteX42318" fmla="*/ 4179725 w 5799173"/>
              <a:gd name="connsiteY42318" fmla="*/ 3735358 h 5017219"/>
              <a:gd name="connsiteX42319" fmla="*/ 4180723 w 5799173"/>
              <a:gd name="connsiteY42319" fmla="*/ 3735940 h 5017219"/>
              <a:gd name="connsiteX42320" fmla="*/ 4189113 w 5799173"/>
              <a:gd name="connsiteY42320" fmla="*/ 3750478 h 5017219"/>
              <a:gd name="connsiteX42321" fmla="*/ 4189114 w 5799173"/>
              <a:gd name="connsiteY42321" fmla="*/ 3751642 h 5017219"/>
              <a:gd name="connsiteX42322" fmla="*/ 4180722 w 5799173"/>
              <a:gd name="connsiteY42322" fmla="*/ 3766181 h 5017219"/>
              <a:gd name="connsiteX42323" fmla="*/ 4179725 w 5799173"/>
              <a:gd name="connsiteY42323" fmla="*/ 3766762 h 5017219"/>
              <a:gd name="connsiteX42324" fmla="*/ 431293 w 5799173"/>
              <a:gd name="connsiteY42324" fmla="*/ 2767144 h 5017219"/>
              <a:gd name="connsiteX42325" fmla="*/ 430295 w 5799173"/>
              <a:gd name="connsiteY42325" fmla="*/ 2766562 h 5017219"/>
              <a:gd name="connsiteX42326" fmla="*/ 421821 w 5799173"/>
              <a:gd name="connsiteY42326" fmla="*/ 2751857 h 5017219"/>
              <a:gd name="connsiteX42327" fmla="*/ 421821 w 5799173"/>
              <a:gd name="connsiteY42327" fmla="*/ 2750695 h 5017219"/>
              <a:gd name="connsiteX42328" fmla="*/ 430295 w 5799173"/>
              <a:gd name="connsiteY42328" fmla="*/ 2735989 h 5017219"/>
              <a:gd name="connsiteX42329" fmla="*/ 431293 w 5799173"/>
              <a:gd name="connsiteY42329" fmla="*/ 2735408 h 5017219"/>
              <a:gd name="connsiteX42330" fmla="*/ 448240 w 5799173"/>
              <a:gd name="connsiteY42330" fmla="*/ 2735407 h 5017219"/>
              <a:gd name="connsiteX42331" fmla="*/ 449238 w 5799173"/>
              <a:gd name="connsiteY42331" fmla="*/ 2735990 h 5017219"/>
              <a:gd name="connsiteX42332" fmla="*/ 457711 w 5799173"/>
              <a:gd name="connsiteY42332" fmla="*/ 2750695 h 5017219"/>
              <a:gd name="connsiteX42333" fmla="*/ 457711 w 5799173"/>
              <a:gd name="connsiteY42333" fmla="*/ 2751857 h 5017219"/>
              <a:gd name="connsiteX42334" fmla="*/ 449238 w 5799173"/>
              <a:gd name="connsiteY42334" fmla="*/ 2766563 h 5017219"/>
              <a:gd name="connsiteX42335" fmla="*/ 448240 w 5799173"/>
              <a:gd name="connsiteY42335" fmla="*/ 2767144 h 5017219"/>
              <a:gd name="connsiteX42336" fmla="*/ 5065476 w 5799173"/>
              <a:gd name="connsiteY42336" fmla="*/ 4009162 h 5017219"/>
              <a:gd name="connsiteX42337" fmla="*/ 5064397 w 5799173"/>
              <a:gd name="connsiteY42337" fmla="*/ 4008581 h 5017219"/>
              <a:gd name="connsiteX42338" fmla="*/ 5055756 w 5799173"/>
              <a:gd name="connsiteY42338" fmla="*/ 3993627 h 5017219"/>
              <a:gd name="connsiteX42339" fmla="*/ 5055756 w 5799173"/>
              <a:gd name="connsiteY42339" fmla="*/ 3992381 h 5017219"/>
              <a:gd name="connsiteX42340" fmla="*/ 5064397 w 5799173"/>
              <a:gd name="connsiteY42340" fmla="*/ 3977427 h 5017219"/>
              <a:gd name="connsiteX42341" fmla="*/ 5065476 w 5799173"/>
              <a:gd name="connsiteY42341" fmla="*/ 3976845 h 5017219"/>
              <a:gd name="connsiteX42342" fmla="*/ 5082756 w 5799173"/>
              <a:gd name="connsiteY42342" fmla="*/ 3976845 h 5017219"/>
              <a:gd name="connsiteX42343" fmla="*/ 5083837 w 5799173"/>
              <a:gd name="connsiteY42343" fmla="*/ 3977427 h 5017219"/>
              <a:gd name="connsiteX42344" fmla="*/ 5092478 w 5799173"/>
              <a:gd name="connsiteY42344" fmla="*/ 3992381 h 5017219"/>
              <a:gd name="connsiteX42345" fmla="*/ 5092478 w 5799173"/>
              <a:gd name="connsiteY42345" fmla="*/ 3993626 h 5017219"/>
              <a:gd name="connsiteX42346" fmla="*/ 5083837 w 5799173"/>
              <a:gd name="connsiteY42346" fmla="*/ 4008581 h 5017219"/>
              <a:gd name="connsiteX42347" fmla="*/ 5082756 w 5799173"/>
              <a:gd name="connsiteY42347" fmla="*/ 4009163 h 5017219"/>
              <a:gd name="connsiteX42348" fmla="*/ 2958874 w 5799173"/>
              <a:gd name="connsiteY42348" fmla="*/ 3444899 h 5017219"/>
              <a:gd name="connsiteX42349" fmla="*/ 2957794 w 5799173"/>
              <a:gd name="connsiteY42349" fmla="*/ 3444318 h 5017219"/>
              <a:gd name="connsiteX42350" fmla="*/ 2949071 w 5799173"/>
              <a:gd name="connsiteY42350" fmla="*/ 3429197 h 5017219"/>
              <a:gd name="connsiteX42351" fmla="*/ 2949071 w 5799173"/>
              <a:gd name="connsiteY42351" fmla="*/ 3427950 h 5017219"/>
              <a:gd name="connsiteX42352" fmla="*/ 2957794 w 5799173"/>
              <a:gd name="connsiteY42352" fmla="*/ 3412830 h 5017219"/>
              <a:gd name="connsiteX42353" fmla="*/ 2958874 w 5799173"/>
              <a:gd name="connsiteY42353" fmla="*/ 3412249 h 5017219"/>
              <a:gd name="connsiteX42354" fmla="*/ 2976404 w 5799173"/>
              <a:gd name="connsiteY42354" fmla="*/ 3412248 h 5017219"/>
              <a:gd name="connsiteX42355" fmla="*/ 2977484 w 5799173"/>
              <a:gd name="connsiteY42355" fmla="*/ 3412831 h 5017219"/>
              <a:gd name="connsiteX42356" fmla="*/ 2986207 w 5799173"/>
              <a:gd name="connsiteY42356" fmla="*/ 3427950 h 5017219"/>
              <a:gd name="connsiteX42357" fmla="*/ 2986207 w 5799173"/>
              <a:gd name="connsiteY42357" fmla="*/ 3429197 h 5017219"/>
              <a:gd name="connsiteX42358" fmla="*/ 2977484 w 5799173"/>
              <a:gd name="connsiteY42358" fmla="*/ 3444317 h 5017219"/>
              <a:gd name="connsiteX42359" fmla="*/ 2976404 w 5799173"/>
              <a:gd name="connsiteY42359" fmla="*/ 3444898 h 5017219"/>
              <a:gd name="connsiteX42360" fmla="*/ 3079103 w 5799173"/>
              <a:gd name="connsiteY42360" fmla="*/ 3477395 h 5017219"/>
              <a:gd name="connsiteX42361" fmla="*/ 3078023 w 5799173"/>
              <a:gd name="connsiteY42361" fmla="*/ 3476730 h 5017219"/>
              <a:gd name="connsiteX42362" fmla="*/ 3069216 w 5799173"/>
              <a:gd name="connsiteY42362" fmla="*/ 3461360 h 5017219"/>
              <a:gd name="connsiteX42363" fmla="*/ 3069216 w 5799173"/>
              <a:gd name="connsiteY42363" fmla="*/ 3460114 h 5017219"/>
              <a:gd name="connsiteX42364" fmla="*/ 3078106 w 5799173"/>
              <a:gd name="connsiteY42364" fmla="*/ 3444745 h 5017219"/>
              <a:gd name="connsiteX42365" fmla="*/ 3079186 w 5799173"/>
              <a:gd name="connsiteY42365" fmla="*/ 3444080 h 5017219"/>
              <a:gd name="connsiteX42366" fmla="*/ 3096882 w 5799173"/>
              <a:gd name="connsiteY42366" fmla="*/ 3444080 h 5017219"/>
              <a:gd name="connsiteX42367" fmla="*/ 3097962 w 5799173"/>
              <a:gd name="connsiteY42367" fmla="*/ 3444745 h 5017219"/>
              <a:gd name="connsiteX42368" fmla="*/ 3106769 w 5799173"/>
              <a:gd name="connsiteY42368" fmla="*/ 3460114 h 5017219"/>
              <a:gd name="connsiteX42369" fmla="*/ 3106769 w 5799173"/>
              <a:gd name="connsiteY42369" fmla="*/ 3461360 h 5017219"/>
              <a:gd name="connsiteX42370" fmla="*/ 3097879 w 5799173"/>
              <a:gd name="connsiteY42370" fmla="*/ 3476730 h 5017219"/>
              <a:gd name="connsiteX42371" fmla="*/ 3096799 w 5799173"/>
              <a:gd name="connsiteY42371" fmla="*/ 3477395 h 5017219"/>
              <a:gd name="connsiteX42372" fmla="*/ 3018835 w 5799173"/>
              <a:gd name="connsiteY42372" fmla="*/ 3461424 h 5017219"/>
              <a:gd name="connsiteX42373" fmla="*/ 3017755 w 5799173"/>
              <a:gd name="connsiteY42373" fmla="*/ 3460759 h 5017219"/>
              <a:gd name="connsiteX42374" fmla="*/ 3008783 w 5799173"/>
              <a:gd name="connsiteY42374" fmla="*/ 3445223 h 5017219"/>
              <a:gd name="connsiteX42375" fmla="*/ 3008783 w 5799173"/>
              <a:gd name="connsiteY42375" fmla="*/ 3443977 h 5017219"/>
              <a:gd name="connsiteX42376" fmla="*/ 3017755 w 5799173"/>
              <a:gd name="connsiteY42376" fmla="*/ 3428442 h 5017219"/>
              <a:gd name="connsiteX42377" fmla="*/ 3018835 w 5799173"/>
              <a:gd name="connsiteY42377" fmla="*/ 3427777 h 5017219"/>
              <a:gd name="connsiteX42378" fmla="*/ 3036697 w 5799173"/>
              <a:gd name="connsiteY42378" fmla="*/ 3427777 h 5017219"/>
              <a:gd name="connsiteX42379" fmla="*/ 3037777 w 5799173"/>
              <a:gd name="connsiteY42379" fmla="*/ 3428442 h 5017219"/>
              <a:gd name="connsiteX42380" fmla="*/ 3046750 w 5799173"/>
              <a:gd name="connsiteY42380" fmla="*/ 3443977 h 5017219"/>
              <a:gd name="connsiteX42381" fmla="*/ 3046750 w 5799173"/>
              <a:gd name="connsiteY42381" fmla="*/ 3445223 h 5017219"/>
              <a:gd name="connsiteX42382" fmla="*/ 3037777 w 5799173"/>
              <a:gd name="connsiteY42382" fmla="*/ 3460759 h 5017219"/>
              <a:gd name="connsiteX42383" fmla="*/ 3036697 w 5799173"/>
              <a:gd name="connsiteY42383" fmla="*/ 3461424 h 5017219"/>
              <a:gd name="connsiteX42384" fmla="*/ 1153060 w 5799173"/>
              <a:gd name="connsiteY42384" fmla="*/ 2961595 h 5017219"/>
              <a:gd name="connsiteX42385" fmla="*/ 1151981 w 5799173"/>
              <a:gd name="connsiteY42385" fmla="*/ 2960931 h 5017219"/>
              <a:gd name="connsiteX42386" fmla="*/ 1143008 w 5799173"/>
              <a:gd name="connsiteY42386" fmla="*/ 2945312 h 5017219"/>
              <a:gd name="connsiteX42387" fmla="*/ 1143008 w 5799173"/>
              <a:gd name="connsiteY42387" fmla="*/ 2944065 h 5017219"/>
              <a:gd name="connsiteX42388" fmla="*/ 1151981 w 5799173"/>
              <a:gd name="connsiteY42388" fmla="*/ 2928447 h 5017219"/>
              <a:gd name="connsiteX42389" fmla="*/ 1153060 w 5799173"/>
              <a:gd name="connsiteY42389" fmla="*/ 2927782 h 5017219"/>
              <a:gd name="connsiteX42390" fmla="*/ 1171089 w 5799173"/>
              <a:gd name="connsiteY42390" fmla="*/ 2927782 h 5017219"/>
              <a:gd name="connsiteX42391" fmla="*/ 1172169 w 5799173"/>
              <a:gd name="connsiteY42391" fmla="*/ 2928447 h 5017219"/>
              <a:gd name="connsiteX42392" fmla="*/ 1181141 w 5799173"/>
              <a:gd name="connsiteY42392" fmla="*/ 2944065 h 5017219"/>
              <a:gd name="connsiteX42393" fmla="*/ 1181141 w 5799173"/>
              <a:gd name="connsiteY42393" fmla="*/ 2945312 h 5017219"/>
              <a:gd name="connsiteX42394" fmla="*/ 1172169 w 5799173"/>
              <a:gd name="connsiteY42394" fmla="*/ 2960931 h 5017219"/>
              <a:gd name="connsiteX42395" fmla="*/ 1171089 w 5799173"/>
              <a:gd name="connsiteY42395" fmla="*/ 2961595 h 5017219"/>
              <a:gd name="connsiteX42396" fmla="*/ 3138948 w 5799173"/>
              <a:gd name="connsiteY42396" fmla="*/ 3494185 h 5017219"/>
              <a:gd name="connsiteX42397" fmla="*/ 3137785 w 5799173"/>
              <a:gd name="connsiteY42397" fmla="*/ 3493520 h 5017219"/>
              <a:gd name="connsiteX42398" fmla="*/ 3128563 w 5799173"/>
              <a:gd name="connsiteY42398" fmla="*/ 3477569 h 5017219"/>
              <a:gd name="connsiteX42399" fmla="*/ 3128563 w 5799173"/>
              <a:gd name="connsiteY42399" fmla="*/ 3476240 h 5017219"/>
              <a:gd name="connsiteX42400" fmla="*/ 3137785 w 5799173"/>
              <a:gd name="connsiteY42400" fmla="*/ 3460289 h 5017219"/>
              <a:gd name="connsiteX42401" fmla="*/ 3138948 w 5799173"/>
              <a:gd name="connsiteY42401" fmla="*/ 3459624 h 5017219"/>
              <a:gd name="connsiteX42402" fmla="*/ 3157391 w 5799173"/>
              <a:gd name="connsiteY42402" fmla="*/ 3459624 h 5017219"/>
              <a:gd name="connsiteX42403" fmla="*/ 3158554 w 5799173"/>
              <a:gd name="connsiteY42403" fmla="*/ 3460289 h 5017219"/>
              <a:gd name="connsiteX42404" fmla="*/ 3167776 w 5799173"/>
              <a:gd name="connsiteY42404" fmla="*/ 3476240 h 5017219"/>
              <a:gd name="connsiteX42405" fmla="*/ 3167776 w 5799173"/>
              <a:gd name="connsiteY42405" fmla="*/ 3477569 h 5017219"/>
              <a:gd name="connsiteX42406" fmla="*/ 3158554 w 5799173"/>
              <a:gd name="connsiteY42406" fmla="*/ 3493520 h 5017219"/>
              <a:gd name="connsiteX42407" fmla="*/ 3157391 w 5799173"/>
              <a:gd name="connsiteY42407" fmla="*/ 3494185 h 5017219"/>
              <a:gd name="connsiteX42408" fmla="*/ 972240 w 5799173"/>
              <a:gd name="connsiteY42408" fmla="*/ 2913711 h 5017219"/>
              <a:gd name="connsiteX42409" fmla="*/ 971078 w 5799173"/>
              <a:gd name="connsiteY42409" fmla="*/ 2913047 h 5017219"/>
              <a:gd name="connsiteX42410" fmla="*/ 961855 w 5799173"/>
              <a:gd name="connsiteY42410" fmla="*/ 2897012 h 5017219"/>
              <a:gd name="connsiteX42411" fmla="*/ 961855 w 5799173"/>
              <a:gd name="connsiteY42411" fmla="*/ 2895683 h 5017219"/>
              <a:gd name="connsiteX42412" fmla="*/ 971078 w 5799173"/>
              <a:gd name="connsiteY42412" fmla="*/ 2879649 h 5017219"/>
              <a:gd name="connsiteX42413" fmla="*/ 972240 w 5799173"/>
              <a:gd name="connsiteY42413" fmla="*/ 2878984 h 5017219"/>
              <a:gd name="connsiteX42414" fmla="*/ 990767 w 5799173"/>
              <a:gd name="connsiteY42414" fmla="*/ 2878984 h 5017219"/>
              <a:gd name="connsiteX42415" fmla="*/ 991930 w 5799173"/>
              <a:gd name="connsiteY42415" fmla="*/ 2879649 h 5017219"/>
              <a:gd name="connsiteX42416" fmla="*/ 1001152 w 5799173"/>
              <a:gd name="connsiteY42416" fmla="*/ 2895683 h 5017219"/>
              <a:gd name="connsiteX42417" fmla="*/ 1001152 w 5799173"/>
              <a:gd name="connsiteY42417" fmla="*/ 2897012 h 5017219"/>
              <a:gd name="connsiteX42418" fmla="*/ 991930 w 5799173"/>
              <a:gd name="connsiteY42418" fmla="*/ 2913047 h 5017219"/>
              <a:gd name="connsiteX42419" fmla="*/ 990767 w 5799173"/>
              <a:gd name="connsiteY42419" fmla="*/ 2913711 h 5017219"/>
              <a:gd name="connsiteX42420" fmla="*/ 1212823 w 5799173"/>
              <a:gd name="connsiteY42420" fmla="*/ 2978363 h 5017219"/>
              <a:gd name="connsiteX42421" fmla="*/ 1211660 w 5799173"/>
              <a:gd name="connsiteY42421" fmla="*/ 2977699 h 5017219"/>
              <a:gd name="connsiteX42422" fmla="*/ 1202272 w 5799173"/>
              <a:gd name="connsiteY42422" fmla="*/ 2961498 h 5017219"/>
              <a:gd name="connsiteX42423" fmla="*/ 1202272 w 5799173"/>
              <a:gd name="connsiteY42423" fmla="*/ 2960169 h 5017219"/>
              <a:gd name="connsiteX42424" fmla="*/ 1211660 w 5799173"/>
              <a:gd name="connsiteY42424" fmla="*/ 2943969 h 5017219"/>
              <a:gd name="connsiteX42425" fmla="*/ 1212823 w 5799173"/>
              <a:gd name="connsiteY42425" fmla="*/ 2943304 h 5017219"/>
              <a:gd name="connsiteX42426" fmla="*/ 1231516 w 5799173"/>
              <a:gd name="connsiteY42426" fmla="*/ 2943304 h 5017219"/>
              <a:gd name="connsiteX42427" fmla="*/ 1232679 w 5799173"/>
              <a:gd name="connsiteY42427" fmla="*/ 2943969 h 5017219"/>
              <a:gd name="connsiteX42428" fmla="*/ 1242067 w 5799173"/>
              <a:gd name="connsiteY42428" fmla="*/ 2960169 h 5017219"/>
              <a:gd name="connsiteX42429" fmla="*/ 1242067 w 5799173"/>
              <a:gd name="connsiteY42429" fmla="*/ 2961498 h 5017219"/>
              <a:gd name="connsiteX42430" fmla="*/ 1232679 w 5799173"/>
              <a:gd name="connsiteY42430" fmla="*/ 2977699 h 5017219"/>
              <a:gd name="connsiteX42431" fmla="*/ 1231516 w 5799173"/>
              <a:gd name="connsiteY42431" fmla="*/ 2978363 h 5017219"/>
              <a:gd name="connsiteX42432" fmla="*/ 3259155 w 5799173"/>
              <a:gd name="connsiteY42432" fmla="*/ 3526676 h 5017219"/>
              <a:gd name="connsiteX42433" fmla="*/ 3257992 w 5799173"/>
              <a:gd name="connsiteY42433" fmla="*/ 3526012 h 5017219"/>
              <a:gd name="connsiteX42434" fmla="*/ 3248604 w 5799173"/>
              <a:gd name="connsiteY42434" fmla="*/ 3509811 h 5017219"/>
              <a:gd name="connsiteX42435" fmla="*/ 3248604 w 5799173"/>
              <a:gd name="connsiteY42435" fmla="*/ 3508482 h 5017219"/>
              <a:gd name="connsiteX42436" fmla="*/ 3257992 w 5799173"/>
              <a:gd name="connsiteY42436" fmla="*/ 3492282 h 5017219"/>
              <a:gd name="connsiteX42437" fmla="*/ 3259155 w 5799173"/>
              <a:gd name="connsiteY42437" fmla="*/ 3491617 h 5017219"/>
              <a:gd name="connsiteX42438" fmla="*/ 3277848 w 5799173"/>
              <a:gd name="connsiteY42438" fmla="*/ 3491617 h 5017219"/>
              <a:gd name="connsiteX42439" fmla="*/ 3279011 w 5799173"/>
              <a:gd name="connsiteY42439" fmla="*/ 3492282 h 5017219"/>
              <a:gd name="connsiteX42440" fmla="*/ 3288399 w 5799173"/>
              <a:gd name="connsiteY42440" fmla="*/ 3508482 h 5017219"/>
              <a:gd name="connsiteX42441" fmla="*/ 3288399 w 5799173"/>
              <a:gd name="connsiteY42441" fmla="*/ 3509811 h 5017219"/>
              <a:gd name="connsiteX42442" fmla="*/ 3279011 w 5799173"/>
              <a:gd name="connsiteY42442" fmla="*/ 3526012 h 5017219"/>
              <a:gd name="connsiteX42443" fmla="*/ 3277848 w 5799173"/>
              <a:gd name="connsiteY42443" fmla="*/ 3526676 h 5017219"/>
              <a:gd name="connsiteX42444" fmla="*/ 1273007 w 5799173"/>
              <a:gd name="connsiteY42444" fmla="*/ 2994584 h 5017219"/>
              <a:gd name="connsiteX42445" fmla="*/ 1271844 w 5799173"/>
              <a:gd name="connsiteY42445" fmla="*/ 2993920 h 5017219"/>
              <a:gd name="connsiteX42446" fmla="*/ 1262456 w 5799173"/>
              <a:gd name="connsiteY42446" fmla="*/ 2977636 h 5017219"/>
              <a:gd name="connsiteX42447" fmla="*/ 1262456 w 5799173"/>
              <a:gd name="connsiteY42447" fmla="*/ 2976307 h 5017219"/>
              <a:gd name="connsiteX42448" fmla="*/ 1271844 w 5799173"/>
              <a:gd name="connsiteY42448" fmla="*/ 2960024 h 5017219"/>
              <a:gd name="connsiteX42449" fmla="*/ 1273007 w 5799173"/>
              <a:gd name="connsiteY42449" fmla="*/ 2959359 h 5017219"/>
              <a:gd name="connsiteX42450" fmla="*/ 1291783 w 5799173"/>
              <a:gd name="connsiteY42450" fmla="*/ 2959359 h 5017219"/>
              <a:gd name="connsiteX42451" fmla="*/ 1292946 w 5799173"/>
              <a:gd name="connsiteY42451" fmla="*/ 2960024 h 5017219"/>
              <a:gd name="connsiteX42452" fmla="*/ 1302334 w 5799173"/>
              <a:gd name="connsiteY42452" fmla="*/ 2976307 h 5017219"/>
              <a:gd name="connsiteX42453" fmla="*/ 1302334 w 5799173"/>
              <a:gd name="connsiteY42453" fmla="*/ 2977636 h 5017219"/>
              <a:gd name="connsiteX42454" fmla="*/ 1292946 w 5799173"/>
              <a:gd name="connsiteY42454" fmla="*/ 2993920 h 5017219"/>
              <a:gd name="connsiteX42455" fmla="*/ 1291783 w 5799173"/>
              <a:gd name="connsiteY42455" fmla="*/ 2994584 h 5017219"/>
              <a:gd name="connsiteX42456" fmla="*/ 3198884 w 5799173"/>
              <a:gd name="connsiteY42456" fmla="*/ 3510728 h 5017219"/>
              <a:gd name="connsiteX42457" fmla="*/ 3197721 w 5799173"/>
              <a:gd name="connsiteY42457" fmla="*/ 3510063 h 5017219"/>
              <a:gd name="connsiteX42458" fmla="*/ 3188249 w 5799173"/>
              <a:gd name="connsiteY42458" fmla="*/ 3493696 h 5017219"/>
              <a:gd name="connsiteX42459" fmla="*/ 3188249 w 5799173"/>
              <a:gd name="connsiteY42459" fmla="*/ 3492367 h 5017219"/>
              <a:gd name="connsiteX42460" fmla="*/ 3197720 w 5799173"/>
              <a:gd name="connsiteY42460" fmla="*/ 3476001 h 5017219"/>
              <a:gd name="connsiteX42461" fmla="*/ 3198884 w 5799173"/>
              <a:gd name="connsiteY42461" fmla="*/ 3475336 h 5017219"/>
              <a:gd name="connsiteX42462" fmla="*/ 3217826 w 5799173"/>
              <a:gd name="connsiteY42462" fmla="*/ 3475336 h 5017219"/>
              <a:gd name="connsiteX42463" fmla="*/ 3218989 w 5799173"/>
              <a:gd name="connsiteY42463" fmla="*/ 3476001 h 5017219"/>
              <a:gd name="connsiteX42464" fmla="*/ 3228460 w 5799173"/>
              <a:gd name="connsiteY42464" fmla="*/ 3492367 h 5017219"/>
              <a:gd name="connsiteX42465" fmla="*/ 3228460 w 5799173"/>
              <a:gd name="connsiteY42465" fmla="*/ 3493696 h 5017219"/>
              <a:gd name="connsiteX42466" fmla="*/ 3218988 w 5799173"/>
              <a:gd name="connsiteY42466" fmla="*/ 3510063 h 5017219"/>
              <a:gd name="connsiteX42467" fmla="*/ 3217825 w 5799173"/>
              <a:gd name="connsiteY42467" fmla="*/ 3510728 h 5017219"/>
              <a:gd name="connsiteX42468" fmla="*/ 3559896 w 5799173"/>
              <a:gd name="connsiteY42468" fmla="*/ 3607734 h 5017219"/>
              <a:gd name="connsiteX42469" fmla="*/ 3558733 w 5799173"/>
              <a:gd name="connsiteY42469" fmla="*/ 3607069 h 5017219"/>
              <a:gd name="connsiteX42470" fmla="*/ 3549179 w 5799173"/>
              <a:gd name="connsiteY42470" fmla="*/ 3590537 h 5017219"/>
              <a:gd name="connsiteX42471" fmla="*/ 3549179 w 5799173"/>
              <a:gd name="connsiteY42471" fmla="*/ 3589207 h 5017219"/>
              <a:gd name="connsiteX42472" fmla="*/ 3558733 w 5799173"/>
              <a:gd name="connsiteY42472" fmla="*/ 3572675 h 5017219"/>
              <a:gd name="connsiteX42473" fmla="*/ 3559896 w 5799173"/>
              <a:gd name="connsiteY42473" fmla="*/ 3572010 h 5017219"/>
              <a:gd name="connsiteX42474" fmla="*/ 3579004 w 5799173"/>
              <a:gd name="connsiteY42474" fmla="*/ 3572010 h 5017219"/>
              <a:gd name="connsiteX42475" fmla="*/ 3580167 w 5799173"/>
              <a:gd name="connsiteY42475" fmla="*/ 3572675 h 5017219"/>
              <a:gd name="connsiteX42476" fmla="*/ 3589721 w 5799173"/>
              <a:gd name="connsiteY42476" fmla="*/ 3589207 h 5017219"/>
              <a:gd name="connsiteX42477" fmla="*/ 3589721 w 5799173"/>
              <a:gd name="connsiteY42477" fmla="*/ 3590537 h 5017219"/>
              <a:gd name="connsiteX42478" fmla="*/ 3580167 w 5799173"/>
              <a:gd name="connsiteY42478" fmla="*/ 3607069 h 5017219"/>
              <a:gd name="connsiteX42479" fmla="*/ 3579004 w 5799173"/>
              <a:gd name="connsiteY42479" fmla="*/ 3607734 h 5017219"/>
              <a:gd name="connsiteX42480" fmla="*/ 3319070 w 5799173"/>
              <a:gd name="connsiteY42480" fmla="*/ 3543299 h 5017219"/>
              <a:gd name="connsiteX42481" fmla="*/ 3317907 w 5799173"/>
              <a:gd name="connsiteY42481" fmla="*/ 3542635 h 5017219"/>
              <a:gd name="connsiteX42482" fmla="*/ 3308270 w 5799173"/>
              <a:gd name="connsiteY42482" fmla="*/ 3526019 h 5017219"/>
              <a:gd name="connsiteX42483" fmla="*/ 3308270 w 5799173"/>
              <a:gd name="connsiteY42483" fmla="*/ 3524690 h 5017219"/>
              <a:gd name="connsiteX42484" fmla="*/ 3317907 w 5799173"/>
              <a:gd name="connsiteY42484" fmla="*/ 3508074 h 5017219"/>
              <a:gd name="connsiteX42485" fmla="*/ 3319070 w 5799173"/>
              <a:gd name="connsiteY42485" fmla="*/ 3507409 h 5017219"/>
              <a:gd name="connsiteX42486" fmla="*/ 3338262 w 5799173"/>
              <a:gd name="connsiteY42486" fmla="*/ 3507409 h 5017219"/>
              <a:gd name="connsiteX42487" fmla="*/ 3339425 w 5799173"/>
              <a:gd name="connsiteY42487" fmla="*/ 3508074 h 5017219"/>
              <a:gd name="connsiteX42488" fmla="*/ 3349062 w 5799173"/>
              <a:gd name="connsiteY42488" fmla="*/ 3524690 h 5017219"/>
              <a:gd name="connsiteX42489" fmla="*/ 3349062 w 5799173"/>
              <a:gd name="connsiteY42489" fmla="*/ 3526019 h 5017219"/>
              <a:gd name="connsiteX42490" fmla="*/ 3339425 w 5799173"/>
              <a:gd name="connsiteY42490" fmla="*/ 3542635 h 5017219"/>
              <a:gd name="connsiteX42491" fmla="*/ 3338262 w 5799173"/>
              <a:gd name="connsiteY42491" fmla="*/ 3543299 h 5017219"/>
              <a:gd name="connsiteX42492" fmla="*/ 3379253 w 5799173"/>
              <a:gd name="connsiteY42492" fmla="*/ 3559530 h 5017219"/>
              <a:gd name="connsiteX42493" fmla="*/ 3378090 w 5799173"/>
              <a:gd name="connsiteY42493" fmla="*/ 3558866 h 5017219"/>
              <a:gd name="connsiteX42494" fmla="*/ 3368453 w 5799173"/>
              <a:gd name="connsiteY42494" fmla="*/ 3542167 h 5017219"/>
              <a:gd name="connsiteX42495" fmla="*/ 3368453 w 5799173"/>
              <a:gd name="connsiteY42495" fmla="*/ 3540838 h 5017219"/>
              <a:gd name="connsiteX42496" fmla="*/ 3378090 w 5799173"/>
              <a:gd name="connsiteY42496" fmla="*/ 3524139 h 5017219"/>
              <a:gd name="connsiteX42497" fmla="*/ 3379253 w 5799173"/>
              <a:gd name="connsiteY42497" fmla="*/ 3523474 h 5017219"/>
              <a:gd name="connsiteX42498" fmla="*/ 3398611 w 5799173"/>
              <a:gd name="connsiteY42498" fmla="*/ 3523474 h 5017219"/>
              <a:gd name="connsiteX42499" fmla="*/ 3399774 w 5799173"/>
              <a:gd name="connsiteY42499" fmla="*/ 3524139 h 5017219"/>
              <a:gd name="connsiteX42500" fmla="*/ 3409411 w 5799173"/>
              <a:gd name="connsiteY42500" fmla="*/ 3540838 h 5017219"/>
              <a:gd name="connsiteX42501" fmla="*/ 3409411 w 5799173"/>
              <a:gd name="connsiteY42501" fmla="*/ 3542167 h 5017219"/>
              <a:gd name="connsiteX42502" fmla="*/ 3399774 w 5799173"/>
              <a:gd name="connsiteY42502" fmla="*/ 3558866 h 5017219"/>
              <a:gd name="connsiteX42503" fmla="*/ 3398611 w 5799173"/>
              <a:gd name="connsiteY42503" fmla="*/ 3559530 h 5017219"/>
              <a:gd name="connsiteX42504" fmla="*/ 3439439 w 5799173"/>
              <a:gd name="connsiteY42504" fmla="*/ 3575657 h 5017219"/>
              <a:gd name="connsiteX42505" fmla="*/ 3438276 w 5799173"/>
              <a:gd name="connsiteY42505" fmla="*/ 3574993 h 5017219"/>
              <a:gd name="connsiteX42506" fmla="*/ 3428639 w 5799173"/>
              <a:gd name="connsiteY42506" fmla="*/ 3558294 h 5017219"/>
              <a:gd name="connsiteX42507" fmla="*/ 3428639 w 5799173"/>
              <a:gd name="connsiteY42507" fmla="*/ 3556965 h 5017219"/>
              <a:gd name="connsiteX42508" fmla="*/ 3438276 w 5799173"/>
              <a:gd name="connsiteY42508" fmla="*/ 3540266 h 5017219"/>
              <a:gd name="connsiteX42509" fmla="*/ 3439439 w 5799173"/>
              <a:gd name="connsiteY42509" fmla="*/ 3539601 h 5017219"/>
              <a:gd name="connsiteX42510" fmla="*/ 3458797 w 5799173"/>
              <a:gd name="connsiteY42510" fmla="*/ 3539601 h 5017219"/>
              <a:gd name="connsiteX42511" fmla="*/ 3459960 w 5799173"/>
              <a:gd name="connsiteY42511" fmla="*/ 3540266 h 5017219"/>
              <a:gd name="connsiteX42512" fmla="*/ 3469597 w 5799173"/>
              <a:gd name="connsiteY42512" fmla="*/ 3556965 h 5017219"/>
              <a:gd name="connsiteX42513" fmla="*/ 3469597 w 5799173"/>
              <a:gd name="connsiteY42513" fmla="*/ 3558294 h 5017219"/>
              <a:gd name="connsiteX42514" fmla="*/ 3459960 w 5799173"/>
              <a:gd name="connsiteY42514" fmla="*/ 3574993 h 5017219"/>
              <a:gd name="connsiteX42515" fmla="*/ 3458797 w 5799173"/>
              <a:gd name="connsiteY42515" fmla="*/ 3575657 h 5017219"/>
              <a:gd name="connsiteX42516" fmla="*/ 1693906 w 5799173"/>
              <a:gd name="connsiteY42516" fmla="*/ 3108139 h 5017219"/>
              <a:gd name="connsiteX42517" fmla="*/ 1692743 w 5799173"/>
              <a:gd name="connsiteY42517" fmla="*/ 3107474 h 5017219"/>
              <a:gd name="connsiteX42518" fmla="*/ 1683023 w 5799173"/>
              <a:gd name="connsiteY42518" fmla="*/ 3090526 h 5017219"/>
              <a:gd name="connsiteX42519" fmla="*/ 1683023 w 5799173"/>
              <a:gd name="connsiteY42519" fmla="*/ 3089114 h 5017219"/>
              <a:gd name="connsiteX42520" fmla="*/ 1692826 w 5799173"/>
              <a:gd name="connsiteY42520" fmla="*/ 3072166 h 5017219"/>
              <a:gd name="connsiteX42521" fmla="*/ 1693990 w 5799173"/>
              <a:gd name="connsiteY42521" fmla="*/ 3071501 h 5017219"/>
              <a:gd name="connsiteX42522" fmla="*/ 1713513 w 5799173"/>
              <a:gd name="connsiteY42522" fmla="*/ 3071501 h 5017219"/>
              <a:gd name="connsiteX42523" fmla="*/ 1714676 w 5799173"/>
              <a:gd name="connsiteY42523" fmla="*/ 3072166 h 5017219"/>
              <a:gd name="connsiteX42524" fmla="*/ 1724396 w 5799173"/>
              <a:gd name="connsiteY42524" fmla="*/ 3089114 h 5017219"/>
              <a:gd name="connsiteX42525" fmla="*/ 1724396 w 5799173"/>
              <a:gd name="connsiteY42525" fmla="*/ 3090526 h 5017219"/>
              <a:gd name="connsiteX42526" fmla="*/ 1714593 w 5799173"/>
              <a:gd name="connsiteY42526" fmla="*/ 3107474 h 5017219"/>
              <a:gd name="connsiteX42527" fmla="*/ 1713430 w 5799173"/>
              <a:gd name="connsiteY42527" fmla="*/ 3108139 h 5017219"/>
              <a:gd name="connsiteX42528" fmla="*/ 3619865 w 5799173"/>
              <a:gd name="connsiteY42528" fmla="*/ 3624198 h 5017219"/>
              <a:gd name="connsiteX42529" fmla="*/ 3618702 w 5799173"/>
              <a:gd name="connsiteY42529" fmla="*/ 3623533 h 5017219"/>
              <a:gd name="connsiteX42530" fmla="*/ 3608982 w 5799173"/>
              <a:gd name="connsiteY42530" fmla="*/ 3606585 h 5017219"/>
              <a:gd name="connsiteX42531" fmla="*/ 3608983 w 5799173"/>
              <a:gd name="connsiteY42531" fmla="*/ 3605173 h 5017219"/>
              <a:gd name="connsiteX42532" fmla="*/ 3618786 w 5799173"/>
              <a:gd name="connsiteY42532" fmla="*/ 3588225 h 5017219"/>
              <a:gd name="connsiteX42533" fmla="*/ 3619948 w 5799173"/>
              <a:gd name="connsiteY42533" fmla="*/ 3587560 h 5017219"/>
              <a:gd name="connsiteX42534" fmla="*/ 3639473 w 5799173"/>
              <a:gd name="connsiteY42534" fmla="*/ 3587560 h 5017219"/>
              <a:gd name="connsiteX42535" fmla="*/ 3640636 w 5799173"/>
              <a:gd name="connsiteY42535" fmla="*/ 3588225 h 5017219"/>
              <a:gd name="connsiteX42536" fmla="*/ 3650355 w 5799173"/>
              <a:gd name="connsiteY42536" fmla="*/ 3605173 h 5017219"/>
              <a:gd name="connsiteX42537" fmla="*/ 3650355 w 5799173"/>
              <a:gd name="connsiteY42537" fmla="*/ 3606585 h 5017219"/>
              <a:gd name="connsiteX42538" fmla="*/ 3640552 w 5799173"/>
              <a:gd name="connsiteY42538" fmla="*/ 3623533 h 5017219"/>
              <a:gd name="connsiteX42539" fmla="*/ 3639389 w 5799173"/>
              <a:gd name="connsiteY42539" fmla="*/ 3624198 h 5017219"/>
              <a:gd name="connsiteX42540" fmla="*/ 1332790 w 5799173"/>
              <a:gd name="connsiteY42540" fmla="*/ 3011460 h 5017219"/>
              <a:gd name="connsiteX42541" fmla="*/ 1331626 w 5799173"/>
              <a:gd name="connsiteY42541" fmla="*/ 3010795 h 5017219"/>
              <a:gd name="connsiteX42542" fmla="*/ 1321823 w 5799173"/>
              <a:gd name="connsiteY42542" fmla="*/ 2993764 h 5017219"/>
              <a:gd name="connsiteX42543" fmla="*/ 1321823 w 5799173"/>
              <a:gd name="connsiteY42543" fmla="*/ 2992352 h 5017219"/>
              <a:gd name="connsiteX42544" fmla="*/ 1331626 w 5799173"/>
              <a:gd name="connsiteY42544" fmla="*/ 2975321 h 5017219"/>
              <a:gd name="connsiteX42545" fmla="*/ 1332790 w 5799173"/>
              <a:gd name="connsiteY42545" fmla="*/ 2974656 h 5017219"/>
              <a:gd name="connsiteX42546" fmla="*/ 1352396 w 5799173"/>
              <a:gd name="connsiteY42546" fmla="*/ 2974656 h 5017219"/>
              <a:gd name="connsiteX42547" fmla="*/ 1353559 w 5799173"/>
              <a:gd name="connsiteY42547" fmla="*/ 2975321 h 5017219"/>
              <a:gd name="connsiteX42548" fmla="*/ 1363363 w 5799173"/>
              <a:gd name="connsiteY42548" fmla="*/ 2992352 h 5017219"/>
              <a:gd name="connsiteX42549" fmla="*/ 1363363 w 5799173"/>
              <a:gd name="connsiteY42549" fmla="*/ 2993764 h 5017219"/>
              <a:gd name="connsiteX42550" fmla="*/ 1353559 w 5799173"/>
              <a:gd name="connsiteY42550" fmla="*/ 3010795 h 5017219"/>
              <a:gd name="connsiteX42551" fmla="*/ 1352396 w 5799173"/>
              <a:gd name="connsiteY42551" fmla="*/ 3011460 h 5017219"/>
              <a:gd name="connsiteX42552" fmla="*/ 1392976 w 5799173"/>
              <a:gd name="connsiteY42552" fmla="*/ 3027586 h 5017219"/>
              <a:gd name="connsiteX42553" fmla="*/ 1391812 w 5799173"/>
              <a:gd name="connsiteY42553" fmla="*/ 3026922 h 5017219"/>
              <a:gd name="connsiteX42554" fmla="*/ 1382009 w 5799173"/>
              <a:gd name="connsiteY42554" fmla="*/ 3009890 h 5017219"/>
              <a:gd name="connsiteX42555" fmla="*/ 1382009 w 5799173"/>
              <a:gd name="connsiteY42555" fmla="*/ 3008478 h 5017219"/>
              <a:gd name="connsiteX42556" fmla="*/ 1391812 w 5799173"/>
              <a:gd name="connsiteY42556" fmla="*/ 2991447 h 5017219"/>
              <a:gd name="connsiteX42557" fmla="*/ 1392975 w 5799173"/>
              <a:gd name="connsiteY42557" fmla="*/ 2990782 h 5017219"/>
              <a:gd name="connsiteX42558" fmla="*/ 1412581 w 5799173"/>
              <a:gd name="connsiteY42558" fmla="*/ 2990782 h 5017219"/>
              <a:gd name="connsiteX42559" fmla="*/ 1413745 w 5799173"/>
              <a:gd name="connsiteY42559" fmla="*/ 2991447 h 5017219"/>
              <a:gd name="connsiteX42560" fmla="*/ 1423549 w 5799173"/>
              <a:gd name="connsiteY42560" fmla="*/ 3008478 h 5017219"/>
              <a:gd name="connsiteX42561" fmla="*/ 1423549 w 5799173"/>
              <a:gd name="connsiteY42561" fmla="*/ 3009891 h 5017219"/>
              <a:gd name="connsiteX42562" fmla="*/ 1413745 w 5799173"/>
              <a:gd name="connsiteY42562" fmla="*/ 3026921 h 5017219"/>
              <a:gd name="connsiteX42563" fmla="*/ 1412581 w 5799173"/>
              <a:gd name="connsiteY42563" fmla="*/ 3027587 h 5017219"/>
              <a:gd name="connsiteX42564" fmla="*/ 1633721 w 5799173"/>
              <a:gd name="connsiteY42564" fmla="*/ 3092094 h 5017219"/>
              <a:gd name="connsiteX42565" fmla="*/ 1632557 w 5799173"/>
              <a:gd name="connsiteY42565" fmla="*/ 3091429 h 5017219"/>
              <a:gd name="connsiteX42566" fmla="*/ 1622754 w 5799173"/>
              <a:gd name="connsiteY42566" fmla="*/ 3074398 h 5017219"/>
              <a:gd name="connsiteX42567" fmla="*/ 1622754 w 5799173"/>
              <a:gd name="connsiteY42567" fmla="*/ 3072986 h 5017219"/>
              <a:gd name="connsiteX42568" fmla="*/ 1632557 w 5799173"/>
              <a:gd name="connsiteY42568" fmla="*/ 3055955 h 5017219"/>
              <a:gd name="connsiteX42569" fmla="*/ 1633721 w 5799173"/>
              <a:gd name="connsiteY42569" fmla="*/ 3055290 h 5017219"/>
              <a:gd name="connsiteX42570" fmla="*/ 1653327 w 5799173"/>
              <a:gd name="connsiteY42570" fmla="*/ 3055290 h 5017219"/>
              <a:gd name="connsiteX42571" fmla="*/ 1654490 w 5799173"/>
              <a:gd name="connsiteY42571" fmla="*/ 3055955 h 5017219"/>
              <a:gd name="connsiteX42572" fmla="*/ 1664294 w 5799173"/>
              <a:gd name="connsiteY42572" fmla="*/ 3072986 h 5017219"/>
              <a:gd name="connsiteX42573" fmla="*/ 1664294 w 5799173"/>
              <a:gd name="connsiteY42573" fmla="*/ 3074398 h 5017219"/>
              <a:gd name="connsiteX42574" fmla="*/ 1654490 w 5799173"/>
              <a:gd name="connsiteY42574" fmla="*/ 3091429 h 5017219"/>
              <a:gd name="connsiteX42575" fmla="*/ 1653327 w 5799173"/>
              <a:gd name="connsiteY42575" fmla="*/ 3092094 h 5017219"/>
              <a:gd name="connsiteX42576" fmla="*/ 3499493 w 5799173"/>
              <a:gd name="connsiteY42576" fmla="*/ 3592026 h 5017219"/>
              <a:gd name="connsiteX42577" fmla="*/ 3498330 w 5799173"/>
              <a:gd name="connsiteY42577" fmla="*/ 3591361 h 5017219"/>
              <a:gd name="connsiteX42578" fmla="*/ 3488527 w 5799173"/>
              <a:gd name="connsiteY42578" fmla="*/ 3574330 h 5017219"/>
              <a:gd name="connsiteX42579" fmla="*/ 3488527 w 5799173"/>
              <a:gd name="connsiteY42579" fmla="*/ 3572918 h 5017219"/>
              <a:gd name="connsiteX42580" fmla="*/ 3498330 w 5799173"/>
              <a:gd name="connsiteY42580" fmla="*/ 3555887 h 5017219"/>
              <a:gd name="connsiteX42581" fmla="*/ 3499493 w 5799173"/>
              <a:gd name="connsiteY42581" fmla="*/ 3555222 h 5017219"/>
              <a:gd name="connsiteX42582" fmla="*/ 3519100 w 5799173"/>
              <a:gd name="connsiteY42582" fmla="*/ 3555222 h 5017219"/>
              <a:gd name="connsiteX42583" fmla="*/ 3520263 w 5799173"/>
              <a:gd name="connsiteY42583" fmla="*/ 3555887 h 5017219"/>
              <a:gd name="connsiteX42584" fmla="*/ 3530067 w 5799173"/>
              <a:gd name="connsiteY42584" fmla="*/ 3572918 h 5017219"/>
              <a:gd name="connsiteX42585" fmla="*/ 3530067 w 5799173"/>
              <a:gd name="connsiteY42585" fmla="*/ 3574330 h 5017219"/>
              <a:gd name="connsiteX42586" fmla="*/ 3520263 w 5799173"/>
              <a:gd name="connsiteY42586" fmla="*/ 3591361 h 5017219"/>
              <a:gd name="connsiteX42587" fmla="*/ 3519099 w 5799173"/>
              <a:gd name="connsiteY42587" fmla="*/ 3592026 h 5017219"/>
              <a:gd name="connsiteX42588" fmla="*/ 3680052 w 5799173"/>
              <a:gd name="connsiteY42588" fmla="*/ 3640407 h 5017219"/>
              <a:gd name="connsiteX42589" fmla="*/ 3678888 w 5799173"/>
              <a:gd name="connsiteY42589" fmla="*/ 3639742 h 5017219"/>
              <a:gd name="connsiteX42590" fmla="*/ 3669085 w 5799173"/>
              <a:gd name="connsiteY42590" fmla="*/ 3622711 h 5017219"/>
              <a:gd name="connsiteX42591" fmla="*/ 3669085 w 5799173"/>
              <a:gd name="connsiteY42591" fmla="*/ 3621299 h 5017219"/>
              <a:gd name="connsiteX42592" fmla="*/ 3678888 w 5799173"/>
              <a:gd name="connsiteY42592" fmla="*/ 3604268 h 5017219"/>
              <a:gd name="connsiteX42593" fmla="*/ 3680052 w 5799173"/>
              <a:gd name="connsiteY42593" fmla="*/ 3603603 h 5017219"/>
              <a:gd name="connsiteX42594" fmla="*/ 3699658 w 5799173"/>
              <a:gd name="connsiteY42594" fmla="*/ 3603603 h 5017219"/>
              <a:gd name="connsiteX42595" fmla="*/ 3700821 w 5799173"/>
              <a:gd name="connsiteY42595" fmla="*/ 3604268 h 5017219"/>
              <a:gd name="connsiteX42596" fmla="*/ 3710625 w 5799173"/>
              <a:gd name="connsiteY42596" fmla="*/ 3621299 h 5017219"/>
              <a:gd name="connsiteX42597" fmla="*/ 3710625 w 5799173"/>
              <a:gd name="connsiteY42597" fmla="*/ 3622711 h 5017219"/>
              <a:gd name="connsiteX42598" fmla="*/ 3700821 w 5799173"/>
              <a:gd name="connsiteY42598" fmla="*/ 3639742 h 5017219"/>
              <a:gd name="connsiteX42599" fmla="*/ 3699658 w 5799173"/>
              <a:gd name="connsiteY42599" fmla="*/ 3640407 h 5017219"/>
              <a:gd name="connsiteX42600" fmla="*/ 4883776 w 5799173"/>
              <a:gd name="connsiteY42600" fmla="*/ 3962944 h 5017219"/>
              <a:gd name="connsiteX42601" fmla="*/ 4882613 w 5799173"/>
              <a:gd name="connsiteY42601" fmla="*/ 3962279 h 5017219"/>
              <a:gd name="connsiteX42602" fmla="*/ 4872811 w 5799173"/>
              <a:gd name="connsiteY42602" fmla="*/ 3945248 h 5017219"/>
              <a:gd name="connsiteX42603" fmla="*/ 4872810 w 5799173"/>
              <a:gd name="connsiteY42603" fmla="*/ 3943836 h 5017219"/>
              <a:gd name="connsiteX42604" fmla="*/ 4882613 w 5799173"/>
              <a:gd name="connsiteY42604" fmla="*/ 3926805 h 5017219"/>
              <a:gd name="connsiteX42605" fmla="*/ 4883777 w 5799173"/>
              <a:gd name="connsiteY42605" fmla="*/ 3926140 h 5017219"/>
              <a:gd name="connsiteX42606" fmla="*/ 4903384 w 5799173"/>
              <a:gd name="connsiteY42606" fmla="*/ 3926140 h 5017219"/>
              <a:gd name="connsiteX42607" fmla="*/ 4904547 w 5799173"/>
              <a:gd name="connsiteY42607" fmla="*/ 3926805 h 5017219"/>
              <a:gd name="connsiteX42608" fmla="*/ 4914350 w 5799173"/>
              <a:gd name="connsiteY42608" fmla="*/ 3943836 h 5017219"/>
              <a:gd name="connsiteX42609" fmla="*/ 4914350 w 5799173"/>
              <a:gd name="connsiteY42609" fmla="*/ 3945248 h 5017219"/>
              <a:gd name="connsiteX42610" fmla="*/ 4904547 w 5799173"/>
              <a:gd name="connsiteY42610" fmla="*/ 3962279 h 5017219"/>
              <a:gd name="connsiteX42611" fmla="*/ 4903383 w 5799173"/>
              <a:gd name="connsiteY42611" fmla="*/ 3962944 h 5017219"/>
              <a:gd name="connsiteX42612" fmla="*/ 1753989 w 5799173"/>
              <a:gd name="connsiteY42612" fmla="*/ 3124501 h 5017219"/>
              <a:gd name="connsiteX42613" fmla="*/ 1752743 w 5799173"/>
              <a:gd name="connsiteY42613" fmla="*/ 3123837 h 5017219"/>
              <a:gd name="connsiteX42614" fmla="*/ 1742856 w 5799173"/>
              <a:gd name="connsiteY42614" fmla="*/ 3106722 h 5017219"/>
              <a:gd name="connsiteX42615" fmla="*/ 1742856 w 5799173"/>
              <a:gd name="connsiteY42615" fmla="*/ 3105310 h 5017219"/>
              <a:gd name="connsiteX42616" fmla="*/ 1752743 w 5799173"/>
              <a:gd name="connsiteY42616" fmla="*/ 3088196 h 5017219"/>
              <a:gd name="connsiteX42617" fmla="*/ 1753989 w 5799173"/>
              <a:gd name="connsiteY42617" fmla="*/ 3087531 h 5017219"/>
              <a:gd name="connsiteX42618" fmla="*/ 1773679 w 5799173"/>
              <a:gd name="connsiteY42618" fmla="*/ 3087531 h 5017219"/>
              <a:gd name="connsiteX42619" fmla="*/ 1774926 w 5799173"/>
              <a:gd name="connsiteY42619" fmla="*/ 3088196 h 5017219"/>
              <a:gd name="connsiteX42620" fmla="*/ 1784812 w 5799173"/>
              <a:gd name="connsiteY42620" fmla="*/ 3105310 h 5017219"/>
              <a:gd name="connsiteX42621" fmla="*/ 1784812 w 5799173"/>
              <a:gd name="connsiteY42621" fmla="*/ 3106722 h 5017219"/>
              <a:gd name="connsiteX42622" fmla="*/ 1774926 w 5799173"/>
              <a:gd name="connsiteY42622" fmla="*/ 3123837 h 5017219"/>
              <a:gd name="connsiteX42623" fmla="*/ 1773679 w 5799173"/>
              <a:gd name="connsiteY42623" fmla="*/ 3124501 h 5017219"/>
              <a:gd name="connsiteX42624" fmla="*/ 2656783 w 5799173"/>
              <a:gd name="connsiteY42624" fmla="*/ 3366404 h 5017219"/>
              <a:gd name="connsiteX42625" fmla="*/ 2655619 w 5799173"/>
              <a:gd name="connsiteY42625" fmla="*/ 3365740 h 5017219"/>
              <a:gd name="connsiteX42626" fmla="*/ 2645733 w 5799173"/>
              <a:gd name="connsiteY42626" fmla="*/ 3348625 h 5017219"/>
              <a:gd name="connsiteX42627" fmla="*/ 2645733 w 5799173"/>
              <a:gd name="connsiteY42627" fmla="*/ 3347213 h 5017219"/>
              <a:gd name="connsiteX42628" fmla="*/ 2655619 w 5799173"/>
              <a:gd name="connsiteY42628" fmla="*/ 3330099 h 5017219"/>
              <a:gd name="connsiteX42629" fmla="*/ 2656783 w 5799173"/>
              <a:gd name="connsiteY42629" fmla="*/ 3329434 h 5017219"/>
              <a:gd name="connsiteX42630" fmla="*/ 2676473 w 5799173"/>
              <a:gd name="connsiteY42630" fmla="*/ 3329434 h 5017219"/>
              <a:gd name="connsiteX42631" fmla="*/ 2677636 w 5799173"/>
              <a:gd name="connsiteY42631" fmla="*/ 3330099 h 5017219"/>
              <a:gd name="connsiteX42632" fmla="*/ 2687523 w 5799173"/>
              <a:gd name="connsiteY42632" fmla="*/ 3347213 h 5017219"/>
              <a:gd name="connsiteX42633" fmla="*/ 2687522 w 5799173"/>
              <a:gd name="connsiteY42633" fmla="*/ 3348625 h 5017219"/>
              <a:gd name="connsiteX42634" fmla="*/ 2677636 w 5799173"/>
              <a:gd name="connsiteY42634" fmla="*/ 3365740 h 5017219"/>
              <a:gd name="connsiteX42635" fmla="*/ 2676473 w 5799173"/>
              <a:gd name="connsiteY42635" fmla="*/ 3366404 h 5017219"/>
              <a:gd name="connsiteX42636" fmla="*/ 1573426 w 5799173"/>
              <a:gd name="connsiteY42636" fmla="*/ 3076225 h 5017219"/>
              <a:gd name="connsiteX42637" fmla="*/ 1572181 w 5799173"/>
              <a:gd name="connsiteY42637" fmla="*/ 3075561 h 5017219"/>
              <a:gd name="connsiteX42638" fmla="*/ 1562294 w 5799173"/>
              <a:gd name="connsiteY42638" fmla="*/ 3058363 h 5017219"/>
              <a:gd name="connsiteX42639" fmla="*/ 1562294 w 5799173"/>
              <a:gd name="connsiteY42639" fmla="*/ 3056951 h 5017219"/>
              <a:gd name="connsiteX42640" fmla="*/ 1572181 w 5799173"/>
              <a:gd name="connsiteY42640" fmla="*/ 3039754 h 5017219"/>
              <a:gd name="connsiteX42641" fmla="*/ 1573426 w 5799173"/>
              <a:gd name="connsiteY42641" fmla="*/ 3039089 h 5017219"/>
              <a:gd name="connsiteX42642" fmla="*/ 1593282 w 5799173"/>
              <a:gd name="connsiteY42642" fmla="*/ 3039089 h 5017219"/>
              <a:gd name="connsiteX42643" fmla="*/ 1594529 w 5799173"/>
              <a:gd name="connsiteY42643" fmla="*/ 3039754 h 5017219"/>
              <a:gd name="connsiteX42644" fmla="*/ 1604415 w 5799173"/>
              <a:gd name="connsiteY42644" fmla="*/ 3056951 h 5017219"/>
              <a:gd name="connsiteX42645" fmla="*/ 1604415 w 5799173"/>
              <a:gd name="connsiteY42645" fmla="*/ 3058363 h 5017219"/>
              <a:gd name="connsiteX42646" fmla="*/ 1594529 w 5799173"/>
              <a:gd name="connsiteY42646" fmla="*/ 3075561 h 5017219"/>
              <a:gd name="connsiteX42647" fmla="*/ 1593282 w 5799173"/>
              <a:gd name="connsiteY42647" fmla="*/ 3076225 h 5017219"/>
              <a:gd name="connsiteX42648" fmla="*/ 1452974 w 5799173"/>
              <a:gd name="connsiteY42648" fmla="*/ 3044044 h 5017219"/>
              <a:gd name="connsiteX42649" fmla="*/ 1451728 w 5799173"/>
              <a:gd name="connsiteY42649" fmla="*/ 3043379 h 5017219"/>
              <a:gd name="connsiteX42650" fmla="*/ 1441758 w 5799173"/>
              <a:gd name="connsiteY42650" fmla="*/ 3026098 h 5017219"/>
              <a:gd name="connsiteX42651" fmla="*/ 1441758 w 5799173"/>
              <a:gd name="connsiteY42651" fmla="*/ 3024687 h 5017219"/>
              <a:gd name="connsiteX42652" fmla="*/ 1451728 w 5799173"/>
              <a:gd name="connsiteY42652" fmla="*/ 3007406 h 5017219"/>
              <a:gd name="connsiteX42653" fmla="*/ 1452974 w 5799173"/>
              <a:gd name="connsiteY42653" fmla="*/ 3006742 h 5017219"/>
              <a:gd name="connsiteX42654" fmla="*/ 1472913 w 5799173"/>
              <a:gd name="connsiteY42654" fmla="*/ 3006741 h 5017219"/>
              <a:gd name="connsiteX42655" fmla="*/ 1474159 w 5799173"/>
              <a:gd name="connsiteY42655" fmla="*/ 3007406 h 5017219"/>
              <a:gd name="connsiteX42656" fmla="*/ 1484128 w 5799173"/>
              <a:gd name="connsiteY42656" fmla="*/ 3024687 h 5017219"/>
              <a:gd name="connsiteX42657" fmla="*/ 1484128 w 5799173"/>
              <a:gd name="connsiteY42657" fmla="*/ 3026098 h 5017219"/>
              <a:gd name="connsiteX42658" fmla="*/ 1474159 w 5799173"/>
              <a:gd name="connsiteY42658" fmla="*/ 3043379 h 5017219"/>
              <a:gd name="connsiteX42659" fmla="*/ 1472913 w 5799173"/>
              <a:gd name="connsiteY42659" fmla="*/ 3044043 h 5017219"/>
              <a:gd name="connsiteX42660" fmla="*/ 1513160 w 5799173"/>
              <a:gd name="connsiteY42660" fmla="*/ 3060170 h 5017219"/>
              <a:gd name="connsiteX42661" fmla="*/ 1511914 w 5799173"/>
              <a:gd name="connsiteY42661" fmla="*/ 3059506 h 5017219"/>
              <a:gd name="connsiteX42662" fmla="*/ 1501944 w 5799173"/>
              <a:gd name="connsiteY42662" fmla="*/ 3042225 h 5017219"/>
              <a:gd name="connsiteX42663" fmla="*/ 1501943 w 5799173"/>
              <a:gd name="connsiteY42663" fmla="*/ 3040813 h 5017219"/>
              <a:gd name="connsiteX42664" fmla="*/ 1511914 w 5799173"/>
              <a:gd name="connsiteY42664" fmla="*/ 3023533 h 5017219"/>
              <a:gd name="connsiteX42665" fmla="*/ 1513160 w 5799173"/>
              <a:gd name="connsiteY42665" fmla="*/ 3022868 h 5017219"/>
              <a:gd name="connsiteX42666" fmla="*/ 1533099 w 5799173"/>
              <a:gd name="connsiteY42666" fmla="*/ 3022868 h 5017219"/>
              <a:gd name="connsiteX42667" fmla="*/ 1534344 w 5799173"/>
              <a:gd name="connsiteY42667" fmla="*/ 3023533 h 5017219"/>
              <a:gd name="connsiteX42668" fmla="*/ 1544314 w 5799173"/>
              <a:gd name="connsiteY42668" fmla="*/ 3040813 h 5017219"/>
              <a:gd name="connsiteX42669" fmla="*/ 1544314 w 5799173"/>
              <a:gd name="connsiteY42669" fmla="*/ 3042225 h 5017219"/>
              <a:gd name="connsiteX42670" fmla="*/ 1534344 w 5799173"/>
              <a:gd name="connsiteY42670" fmla="*/ 3059506 h 5017219"/>
              <a:gd name="connsiteX42671" fmla="*/ 1533099 w 5799173"/>
              <a:gd name="connsiteY42671" fmla="*/ 3060170 h 5017219"/>
              <a:gd name="connsiteX42672" fmla="*/ 3800235 w 5799173"/>
              <a:gd name="connsiteY42672" fmla="*/ 3672991 h 5017219"/>
              <a:gd name="connsiteX42673" fmla="*/ 3798989 w 5799173"/>
              <a:gd name="connsiteY42673" fmla="*/ 3672327 h 5017219"/>
              <a:gd name="connsiteX42674" fmla="*/ 3789020 w 5799173"/>
              <a:gd name="connsiteY42674" fmla="*/ 3655046 h 5017219"/>
              <a:gd name="connsiteX42675" fmla="*/ 3789020 w 5799173"/>
              <a:gd name="connsiteY42675" fmla="*/ 3653634 h 5017219"/>
              <a:gd name="connsiteX42676" fmla="*/ 3798989 w 5799173"/>
              <a:gd name="connsiteY42676" fmla="*/ 3636354 h 5017219"/>
              <a:gd name="connsiteX42677" fmla="*/ 3800235 w 5799173"/>
              <a:gd name="connsiteY42677" fmla="*/ 3635689 h 5017219"/>
              <a:gd name="connsiteX42678" fmla="*/ 3820175 w 5799173"/>
              <a:gd name="connsiteY42678" fmla="*/ 3635688 h 5017219"/>
              <a:gd name="connsiteX42679" fmla="*/ 3821421 w 5799173"/>
              <a:gd name="connsiteY42679" fmla="*/ 3636354 h 5017219"/>
              <a:gd name="connsiteX42680" fmla="*/ 3831390 w 5799173"/>
              <a:gd name="connsiteY42680" fmla="*/ 3653634 h 5017219"/>
              <a:gd name="connsiteX42681" fmla="*/ 3831390 w 5799173"/>
              <a:gd name="connsiteY42681" fmla="*/ 3655046 h 5017219"/>
              <a:gd name="connsiteX42682" fmla="*/ 3821421 w 5799173"/>
              <a:gd name="connsiteY42682" fmla="*/ 3672327 h 5017219"/>
              <a:gd name="connsiteX42683" fmla="*/ 3820175 w 5799173"/>
              <a:gd name="connsiteY42683" fmla="*/ 3672991 h 5017219"/>
              <a:gd name="connsiteX42684" fmla="*/ 3920608 w 5799173"/>
              <a:gd name="connsiteY42684" fmla="*/ 3705244 h 5017219"/>
              <a:gd name="connsiteX42685" fmla="*/ 3919362 w 5799173"/>
              <a:gd name="connsiteY42685" fmla="*/ 3704580 h 5017219"/>
              <a:gd name="connsiteX42686" fmla="*/ 3909393 w 5799173"/>
              <a:gd name="connsiteY42686" fmla="*/ 3687299 h 5017219"/>
              <a:gd name="connsiteX42687" fmla="*/ 3909393 w 5799173"/>
              <a:gd name="connsiteY42687" fmla="*/ 3685887 h 5017219"/>
              <a:gd name="connsiteX42688" fmla="*/ 3919362 w 5799173"/>
              <a:gd name="connsiteY42688" fmla="*/ 3668607 h 5017219"/>
              <a:gd name="connsiteX42689" fmla="*/ 3920608 w 5799173"/>
              <a:gd name="connsiteY42689" fmla="*/ 3667942 h 5017219"/>
              <a:gd name="connsiteX42690" fmla="*/ 3940548 w 5799173"/>
              <a:gd name="connsiteY42690" fmla="*/ 3667942 h 5017219"/>
              <a:gd name="connsiteX42691" fmla="*/ 3941794 w 5799173"/>
              <a:gd name="connsiteY42691" fmla="*/ 3668607 h 5017219"/>
              <a:gd name="connsiteX42692" fmla="*/ 3951763 w 5799173"/>
              <a:gd name="connsiteY42692" fmla="*/ 3685887 h 5017219"/>
              <a:gd name="connsiteX42693" fmla="*/ 3951763 w 5799173"/>
              <a:gd name="connsiteY42693" fmla="*/ 3687299 h 5017219"/>
              <a:gd name="connsiteX42694" fmla="*/ 3941794 w 5799173"/>
              <a:gd name="connsiteY42694" fmla="*/ 3704580 h 5017219"/>
              <a:gd name="connsiteX42695" fmla="*/ 3940548 w 5799173"/>
              <a:gd name="connsiteY42695" fmla="*/ 3705244 h 5017219"/>
              <a:gd name="connsiteX42696" fmla="*/ 3980794 w 5799173"/>
              <a:gd name="connsiteY42696" fmla="*/ 3721371 h 5017219"/>
              <a:gd name="connsiteX42697" fmla="*/ 3979548 w 5799173"/>
              <a:gd name="connsiteY42697" fmla="*/ 3720707 h 5017219"/>
              <a:gd name="connsiteX42698" fmla="*/ 3969579 w 5799173"/>
              <a:gd name="connsiteY42698" fmla="*/ 3703426 h 5017219"/>
              <a:gd name="connsiteX42699" fmla="*/ 3969579 w 5799173"/>
              <a:gd name="connsiteY42699" fmla="*/ 3702014 h 5017219"/>
              <a:gd name="connsiteX42700" fmla="*/ 3979548 w 5799173"/>
              <a:gd name="connsiteY42700" fmla="*/ 3684734 h 5017219"/>
              <a:gd name="connsiteX42701" fmla="*/ 3980794 w 5799173"/>
              <a:gd name="connsiteY42701" fmla="*/ 3684069 h 5017219"/>
              <a:gd name="connsiteX42702" fmla="*/ 4000734 w 5799173"/>
              <a:gd name="connsiteY42702" fmla="*/ 3684069 h 5017219"/>
              <a:gd name="connsiteX42703" fmla="*/ 4001980 w 5799173"/>
              <a:gd name="connsiteY42703" fmla="*/ 3684734 h 5017219"/>
              <a:gd name="connsiteX42704" fmla="*/ 4011949 w 5799173"/>
              <a:gd name="connsiteY42704" fmla="*/ 3702014 h 5017219"/>
              <a:gd name="connsiteX42705" fmla="*/ 4011949 w 5799173"/>
              <a:gd name="connsiteY42705" fmla="*/ 3703426 h 5017219"/>
              <a:gd name="connsiteX42706" fmla="*/ 4001980 w 5799173"/>
              <a:gd name="connsiteY42706" fmla="*/ 3720707 h 5017219"/>
              <a:gd name="connsiteX42707" fmla="*/ 4000734 w 5799173"/>
              <a:gd name="connsiteY42707" fmla="*/ 3721371 h 5017219"/>
              <a:gd name="connsiteX42708" fmla="*/ 3860362 w 5799173"/>
              <a:gd name="connsiteY42708" fmla="*/ 3689204 h 5017219"/>
              <a:gd name="connsiteX42709" fmla="*/ 3859116 w 5799173"/>
              <a:gd name="connsiteY42709" fmla="*/ 3688457 h 5017219"/>
              <a:gd name="connsiteX42710" fmla="*/ 3849145 w 5799173"/>
              <a:gd name="connsiteY42710" fmla="*/ 3671093 h 5017219"/>
              <a:gd name="connsiteX42711" fmla="*/ 3849146 w 5799173"/>
              <a:gd name="connsiteY42711" fmla="*/ 3669680 h 5017219"/>
              <a:gd name="connsiteX42712" fmla="*/ 3859198 w 5799173"/>
              <a:gd name="connsiteY42712" fmla="*/ 3652317 h 5017219"/>
              <a:gd name="connsiteX42713" fmla="*/ 3860445 w 5799173"/>
              <a:gd name="connsiteY42713" fmla="*/ 3651569 h 5017219"/>
              <a:gd name="connsiteX42714" fmla="*/ 3880467 w 5799173"/>
              <a:gd name="connsiteY42714" fmla="*/ 3651569 h 5017219"/>
              <a:gd name="connsiteX42715" fmla="*/ 3881713 w 5799173"/>
              <a:gd name="connsiteY42715" fmla="*/ 3652317 h 5017219"/>
              <a:gd name="connsiteX42716" fmla="*/ 3891682 w 5799173"/>
              <a:gd name="connsiteY42716" fmla="*/ 3669680 h 5017219"/>
              <a:gd name="connsiteX42717" fmla="*/ 3891682 w 5799173"/>
              <a:gd name="connsiteY42717" fmla="*/ 3671093 h 5017219"/>
              <a:gd name="connsiteX42718" fmla="*/ 3881629 w 5799173"/>
              <a:gd name="connsiteY42718" fmla="*/ 3688456 h 5017219"/>
              <a:gd name="connsiteX42719" fmla="*/ 3880383 w 5799173"/>
              <a:gd name="connsiteY42719" fmla="*/ 3689204 h 5017219"/>
              <a:gd name="connsiteX42720" fmla="*/ 4221209 w 5799173"/>
              <a:gd name="connsiteY42720" fmla="*/ 3786450 h 5017219"/>
              <a:gd name="connsiteX42721" fmla="*/ 4219963 w 5799173"/>
              <a:gd name="connsiteY42721" fmla="*/ 3785702 h 5017219"/>
              <a:gd name="connsiteX42722" fmla="*/ 4209661 w 5799173"/>
              <a:gd name="connsiteY42722" fmla="*/ 3767923 h 5017219"/>
              <a:gd name="connsiteX42723" fmla="*/ 4209661 w 5799173"/>
              <a:gd name="connsiteY42723" fmla="*/ 3766511 h 5017219"/>
              <a:gd name="connsiteX42724" fmla="*/ 4219963 w 5799173"/>
              <a:gd name="connsiteY42724" fmla="*/ 3748732 h 5017219"/>
              <a:gd name="connsiteX42725" fmla="*/ 4221209 w 5799173"/>
              <a:gd name="connsiteY42725" fmla="*/ 3747984 h 5017219"/>
              <a:gd name="connsiteX42726" fmla="*/ 4241729 w 5799173"/>
              <a:gd name="connsiteY42726" fmla="*/ 3747984 h 5017219"/>
              <a:gd name="connsiteX42727" fmla="*/ 4242976 w 5799173"/>
              <a:gd name="connsiteY42727" fmla="*/ 3748732 h 5017219"/>
              <a:gd name="connsiteX42728" fmla="*/ 4253277 w 5799173"/>
              <a:gd name="connsiteY42728" fmla="*/ 3766511 h 5017219"/>
              <a:gd name="connsiteX42729" fmla="*/ 4253277 w 5799173"/>
              <a:gd name="connsiteY42729" fmla="*/ 3767923 h 5017219"/>
              <a:gd name="connsiteX42730" fmla="*/ 4242976 w 5799173"/>
              <a:gd name="connsiteY42730" fmla="*/ 3785702 h 5017219"/>
              <a:gd name="connsiteX42731" fmla="*/ 4241729 w 5799173"/>
              <a:gd name="connsiteY42731" fmla="*/ 3786450 h 5017219"/>
              <a:gd name="connsiteX42732" fmla="*/ 4702699 w 5799173"/>
              <a:gd name="connsiteY42732" fmla="*/ 3915464 h 5017219"/>
              <a:gd name="connsiteX42733" fmla="*/ 4701453 w 5799173"/>
              <a:gd name="connsiteY42733" fmla="*/ 3914717 h 5017219"/>
              <a:gd name="connsiteX42734" fmla="*/ 4691151 w 5799173"/>
              <a:gd name="connsiteY42734" fmla="*/ 3896938 h 5017219"/>
              <a:gd name="connsiteX42735" fmla="*/ 4691151 w 5799173"/>
              <a:gd name="connsiteY42735" fmla="*/ 3895526 h 5017219"/>
              <a:gd name="connsiteX42736" fmla="*/ 4701453 w 5799173"/>
              <a:gd name="connsiteY42736" fmla="*/ 3877747 h 5017219"/>
              <a:gd name="connsiteX42737" fmla="*/ 4702699 w 5799173"/>
              <a:gd name="connsiteY42737" fmla="*/ 3876999 h 5017219"/>
              <a:gd name="connsiteX42738" fmla="*/ 4723219 w 5799173"/>
              <a:gd name="connsiteY42738" fmla="*/ 3876998 h 5017219"/>
              <a:gd name="connsiteX42739" fmla="*/ 4724466 w 5799173"/>
              <a:gd name="connsiteY42739" fmla="*/ 3877747 h 5017219"/>
              <a:gd name="connsiteX42740" fmla="*/ 4734767 w 5799173"/>
              <a:gd name="connsiteY42740" fmla="*/ 3895526 h 5017219"/>
              <a:gd name="connsiteX42741" fmla="*/ 4734767 w 5799173"/>
              <a:gd name="connsiteY42741" fmla="*/ 3896938 h 5017219"/>
              <a:gd name="connsiteX42742" fmla="*/ 4724466 w 5799173"/>
              <a:gd name="connsiteY42742" fmla="*/ 3914717 h 5017219"/>
              <a:gd name="connsiteX42743" fmla="*/ 4723219 w 5799173"/>
              <a:gd name="connsiteY42743" fmla="*/ 3915465 h 5017219"/>
              <a:gd name="connsiteX42744" fmla="*/ 1994327 w 5799173"/>
              <a:gd name="connsiteY42744" fmla="*/ 3189862 h 5017219"/>
              <a:gd name="connsiteX42745" fmla="*/ 1993081 w 5799173"/>
              <a:gd name="connsiteY42745" fmla="*/ 3189114 h 5017219"/>
              <a:gd name="connsiteX42746" fmla="*/ 1982779 w 5799173"/>
              <a:gd name="connsiteY42746" fmla="*/ 3171252 h 5017219"/>
              <a:gd name="connsiteX42747" fmla="*/ 1982779 w 5799173"/>
              <a:gd name="connsiteY42747" fmla="*/ 3169757 h 5017219"/>
              <a:gd name="connsiteX42748" fmla="*/ 1993081 w 5799173"/>
              <a:gd name="connsiteY42748" fmla="*/ 3151895 h 5017219"/>
              <a:gd name="connsiteX42749" fmla="*/ 1994327 w 5799173"/>
              <a:gd name="connsiteY42749" fmla="*/ 3151147 h 5017219"/>
              <a:gd name="connsiteX42750" fmla="*/ 2015014 w 5799173"/>
              <a:gd name="connsiteY42750" fmla="*/ 3151147 h 5017219"/>
              <a:gd name="connsiteX42751" fmla="*/ 2016260 w 5799173"/>
              <a:gd name="connsiteY42751" fmla="*/ 3151895 h 5017219"/>
              <a:gd name="connsiteX42752" fmla="*/ 2026562 w 5799173"/>
              <a:gd name="connsiteY42752" fmla="*/ 3169757 h 5017219"/>
              <a:gd name="connsiteX42753" fmla="*/ 2026562 w 5799173"/>
              <a:gd name="connsiteY42753" fmla="*/ 3171252 h 5017219"/>
              <a:gd name="connsiteX42754" fmla="*/ 2016260 w 5799173"/>
              <a:gd name="connsiteY42754" fmla="*/ 3189114 h 5017219"/>
              <a:gd name="connsiteX42755" fmla="*/ 2015014 w 5799173"/>
              <a:gd name="connsiteY42755" fmla="*/ 3189863 h 5017219"/>
              <a:gd name="connsiteX42756" fmla="*/ 3739728 w 5799173"/>
              <a:gd name="connsiteY42756" fmla="*/ 3657541 h 5017219"/>
              <a:gd name="connsiteX42757" fmla="*/ 3738482 w 5799173"/>
              <a:gd name="connsiteY42757" fmla="*/ 3656793 h 5017219"/>
              <a:gd name="connsiteX42758" fmla="*/ 3728180 w 5799173"/>
              <a:gd name="connsiteY42758" fmla="*/ 3638931 h 5017219"/>
              <a:gd name="connsiteX42759" fmla="*/ 3728180 w 5799173"/>
              <a:gd name="connsiteY42759" fmla="*/ 3637436 h 5017219"/>
              <a:gd name="connsiteX42760" fmla="*/ 3738482 w 5799173"/>
              <a:gd name="connsiteY42760" fmla="*/ 3619574 h 5017219"/>
              <a:gd name="connsiteX42761" fmla="*/ 3739728 w 5799173"/>
              <a:gd name="connsiteY42761" fmla="*/ 3618826 h 5017219"/>
              <a:gd name="connsiteX42762" fmla="*/ 3760415 w 5799173"/>
              <a:gd name="connsiteY42762" fmla="*/ 3618826 h 5017219"/>
              <a:gd name="connsiteX42763" fmla="*/ 3761661 w 5799173"/>
              <a:gd name="connsiteY42763" fmla="*/ 3619574 h 5017219"/>
              <a:gd name="connsiteX42764" fmla="*/ 3771963 w 5799173"/>
              <a:gd name="connsiteY42764" fmla="*/ 3637436 h 5017219"/>
              <a:gd name="connsiteX42765" fmla="*/ 3771963 w 5799173"/>
              <a:gd name="connsiteY42765" fmla="*/ 3638931 h 5017219"/>
              <a:gd name="connsiteX42766" fmla="*/ 3761661 w 5799173"/>
              <a:gd name="connsiteY42766" fmla="*/ 3656793 h 5017219"/>
              <a:gd name="connsiteX42767" fmla="*/ 3760415 w 5799173"/>
              <a:gd name="connsiteY42767" fmla="*/ 3657541 h 5017219"/>
              <a:gd name="connsiteX42768" fmla="*/ 5003639 w 5799173"/>
              <a:gd name="connsiteY42768" fmla="*/ 3996205 h 5017219"/>
              <a:gd name="connsiteX42769" fmla="*/ 5002393 w 5799173"/>
              <a:gd name="connsiteY42769" fmla="*/ 3995457 h 5017219"/>
              <a:gd name="connsiteX42770" fmla="*/ 4992091 w 5799173"/>
              <a:gd name="connsiteY42770" fmla="*/ 3977595 h 5017219"/>
              <a:gd name="connsiteX42771" fmla="*/ 4992091 w 5799173"/>
              <a:gd name="connsiteY42771" fmla="*/ 3976100 h 5017219"/>
              <a:gd name="connsiteX42772" fmla="*/ 5002393 w 5799173"/>
              <a:gd name="connsiteY42772" fmla="*/ 3958238 h 5017219"/>
              <a:gd name="connsiteX42773" fmla="*/ 5003639 w 5799173"/>
              <a:gd name="connsiteY42773" fmla="*/ 3957490 h 5017219"/>
              <a:gd name="connsiteX42774" fmla="*/ 5024326 w 5799173"/>
              <a:gd name="connsiteY42774" fmla="*/ 3957490 h 5017219"/>
              <a:gd name="connsiteX42775" fmla="*/ 5025572 w 5799173"/>
              <a:gd name="connsiteY42775" fmla="*/ 3958238 h 5017219"/>
              <a:gd name="connsiteX42776" fmla="*/ 5035874 w 5799173"/>
              <a:gd name="connsiteY42776" fmla="*/ 3976100 h 5017219"/>
              <a:gd name="connsiteX42777" fmla="*/ 5035874 w 5799173"/>
              <a:gd name="connsiteY42777" fmla="*/ 3977595 h 5017219"/>
              <a:gd name="connsiteX42778" fmla="*/ 5025572 w 5799173"/>
              <a:gd name="connsiteY42778" fmla="*/ 3995457 h 5017219"/>
              <a:gd name="connsiteX42779" fmla="*/ 5024326 w 5799173"/>
              <a:gd name="connsiteY42779" fmla="*/ 3996205 h 5017219"/>
              <a:gd name="connsiteX42780" fmla="*/ 1873873 w 5799173"/>
              <a:gd name="connsiteY42780" fmla="*/ 3157681 h 5017219"/>
              <a:gd name="connsiteX42781" fmla="*/ 1872627 w 5799173"/>
              <a:gd name="connsiteY42781" fmla="*/ 3156933 h 5017219"/>
              <a:gd name="connsiteX42782" fmla="*/ 1862242 w 5799173"/>
              <a:gd name="connsiteY42782" fmla="*/ 3138988 h 5017219"/>
              <a:gd name="connsiteX42783" fmla="*/ 1862242 w 5799173"/>
              <a:gd name="connsiteY42783" fmla="*/ 3137493 h 5017219"/>
              <a:gd name="connsiteX42784" fmla="*/ 1872627 w 5799173"/>
              <a:gd name="connsiteY42784" fmla="*/ 3119548 h 5017219"/>
              <a:gd name="connsiteX42785" fmla="*/ 1873873 w 5799173"/>
              <a:gd name="connsiteY42785" fmla="*/ 3118800 h 5017219"/>
              <a:gd name="connsiteX42786" fmla="*/ 1894642 w 5799173"/>
              <a:gd name="connsiteY42786" fmla="*/ 3118800 h 5017219"/>
              <a:gd name="connsiteX42787" fmla="*/ 1895889 w 5799173"/>
              <a:gd name="connsiteY42787" fmla="*/ 3119548 h 5017219"/>
              <a:gd name="connsiteX42788" fmla="*/ 1906274 w 5799173"/>
              <a:gd name="connsiteY42788" fmla="*/ 3137493 h 5017219"/>
              <a:gd name="connsiteX42789" fmla="*/ 1906274 w 5799173"/>
              <a:gd name="connsiteY42789" fmla="*/ 3138988 h 5017219"/>
              <a:gd name="connsiteX42790" fmla="*/ 1895889 w 5799173"/>
              <a:gd name="connsiteY42790" fmla="*/ 3156933 h 5017219"/>
              <a:gd name="connsiteX42791" fmla="*/ 1894643 w 5799173"/>
              <a:gd name="connsiteY42791" fmla="*/ 3157681 h 5017219"/>
              <a:gd name="connsiteX42792" fmla="*/ 2415548 w 5799173"/>
              <a:gd name="connsiteY42792" fmla="*/ 3302822 h 5017219"/>
              <a:gd name="connsiteX42793" fmla="*/ 2414303 w 5799173"/>
              <a:gd name="connsiteY42793" fmla="*/ 3302074 h 5017219"/>
              <a:gd name="connsiteX42794" fmla="*/ 2403918 w 5799173"/>
              <a:gd name="connsiteY42794" fmla="*/ 3284129 h 5017219"/>
              <a:gd name="connsiteX42795" fmla="*/ 2403918 w 5799173"/>
              <a:gd name="connsiteY42795" fmla="*/ 3282634 h 5017219"/>
              <a:gd name="connsiteX42796" fmla="*/ 2414302 w 5799173"/>
              <a:gd name="connsiteY42796" fmla="*/ 3264689 h 5017219"/>
              <a:gd name="connsiteX42797" fmla="*/ 2415549 w 5799173"/>
              <a:gd name="connsiteY42797" fmla="*/ 3263941 h 5017219"/>
              <a:gd name="connsiteX42798" fmla="*/ 2436318 w 5799173"/>
              <a:gd name="connsiteY42798" fmla="*/ 3263941 h 5017219"/>
              <a:gd name="connsiteX42799" fmla="*/ 2437565 w 5799173"/>
              <a:gd name="connsiteY42799" fmla="*/ 3264690 h 5017219"/>
              <a:gd name="connsiteX42800" fmla="*/ 2447949 w 5799173"/>
              <a:gd name="connsiteY42800" fmla="*/ 3282635 h 5017219"/>
              <a:gd name="connsiteX42801" fmla="*/ 2447950 w 5799173"/>
              <a:gd name="connsiteY42801" fmla="*/ 3284129 h 5017219"/>
              <a:gd name="connsiteX42802" fmla="*/ 2437565 w 5799173"/>
              <a:gd name="connsiteY42802" fmla="*/ 3302074 h 5017219"/>
              <a:gd name="connsiteX42803" fmla="*/ 2436319 w 5799173"/>
              <a:gd name="connsiteY42803" fmla="*/ 3302822 h 5017219"/>
              <a:gd name="connsiteX42804" fmla="*/ 4341508 w 5799173"/>
              <a:gd name="connsiteY42804" fmla="*/ 3818882 h 5017219"/>
              <a:gd name="connsiteX42805" fmla="*/ 4340262 w 5799173"/>
              <a:gd name="connsiteY42805" fmla="*/ 3818134 h 5017219"/>
              <a:gd name="connsiteX42806" fmla="*/ 4329877 w 5799173"/>
              <a:gd name="connsiteY42806" fmla="*/ 3800189 h 5017219"/>
              <a:gd name="connsiteX42807" fmla="*/ 4329877 w 5799173"/>
              <a:gd name="connsiteY42807" fmla="*/ 3798694 h 5017219"/>
              <a:gd name="connsiteX42808" fmla="*/ 4340262 w 5799173"/>
              <a:gd name="connsiteY42808" fmla="*/ 3780749 h 5017219"/>
              <a:gd name="connsiteX42809" fmla="*/ 4341508 w 5799173"/>
              <a:gd name="connsiteY42809" fmla="*/ 3780001 h 5017219"/>
              <a:gd name="connsiteX42810" fmla="*/ 4362278 w 5799173"/>
              <a:gd name="connsiteY42810" fmla="*/ 3780001 h 5017219"/>
              <a:gd name="connsiteX42811" fmla="*/ 4363524 w 5799173"/>
              <a:gd name="connsiteY42811" fmla="*/ 3780749 h 5017219"/>
              <a:gd name="connsiteX42812" fmla="*/ 4373909 w 5799173"/>
              <a:gd name="connsiteY42812" fmla="*/ 3798694 h 5017219"/>
              <a:gd name="connsiteX42813" fmla="*/ 4373909 w 5799173"/>
              <a:gd name="connsiteY42813" fmla="*/ 3800189 h 5017219"/>
              <a:gd name="connsiteX42814" fmla="*/ 4363524 w 5799173"/>
              <a:gd name="connsiteY42814" fmla="*/ 3818134 h 5017219"/>
              <a:gd name="connsiteX42815" fmla="*/ 4362278 w 5799173"/>
              <a:gd name="connsiteY42815" fmla="*/ 3818882 h 5017219"/>
              <a:gd name="connsiteX42816" fmla="*/ 4582253 w 5799173"/>
              <a:gd name="connsiteY42816" fmla="*/ 3883389 h 5017219"/>
              <a:gd name="connsiteX42817" fmla="*/ 4581007 w 5799173"/>
              <a:gd name="connsiteY42817" fmla="*/ 3882641 h 5017219"/>
              <a:gd name="connsiteX42818" fmla="*/ 4570623 w 5799173"/>
              <a:gd name="connsiteY42818" fmla="*/ 3864696 h 5017219"/>
              <a:gd name="connsiteX42819" fmla="*/ 4570623 w 5799173"/>
              <a:gd name="connsiteY42819" fmla="*/ 3863201 h 5017219"/>
              <a:gd name="connsiteX42820" fmla="*/ 4581007 w 5799173"/>
              <a:gd name="connsiteY42820" fmla="*/ 3845256 h 5017219"/>
              <a:gd name="connsiteX42821" fmla="*/ 4582253 w 5799173"/>
              <a:gd name="connsiteY42821" fmla="*/ 3844508 h 5017219"/>
              <a:gd name="connsiteX42822" fmla="*/ 4603023 w 5799173"/>
              <a:gd name="connsiteY42822" fmla="*/ 3844508 h 5017219"/>
              <a:gd name="connsiteX42823" fmla="*/ 4604270 w 5799173"/>
              <a:gd name="connsiteY42823" fmla="*/ 3845256 h 5017219"/>
              <a:gd name="connsiteX42824" fmla="*/ 4614654 w 5799173"/>
              <a:gd name="connsiteY42824" fmla="*/ 3863201 h 5017219"/>
              <a:gd name="connsiteX42825" fmla="*/ 4614654 w 5799173"/>
              <a:gd name="connsiteY42825" fmla="*/ 3864696 h 5017219"/>
              <a:gd name="connsiteX42826" fmla="*/ 4604270 w 5799173"/>
              <a:gd name="connsiteY42826" fmla="*/ 3882641 h 5017219"/>
              <a:gd name="connsiteX42827" fmla="*/ 4603024 w 5799173"/>
              <a:gd name="connsiteY42827" fmla="*/ 3883389 h 5017219"/>
              <a:gd name="connsiteX42828" fmla="*/ 4822998 w 5799173"/>
              <a:gd name="connsiteY42828" fmla="*/ 3947896 h 5017219"/>
              <a:gd name="connsiteX42829" fmla="*/ 4821752 w 5799173"/>
              <a:gd name="connsiteY42829" fmla="*/ 3947149 h 5017219"/>
              <a:gd name="connsiteX42830" fmla="*/ 4811367 w 5799173"/>
              <a:gd name="connsiteY42830" fmla="*/ 3929204 h 5017219"/>
              <a:gd name="connsiteX42831" fmla="*/ 4811367 w 5799173"/>
              <a:gd name="connsiteY42831" fmla="*/ 3927709 h 5017219"/>
              <a:gd name="connsiteX42832" fmla="*/ 4821752 w 5799173"/>
              <a:gd name="connsiteY42832" fmla="*/ 3909763 h 5017219"/>
              <a:gd name="connsiteX42833" fmla="*/ 4822998 w 5799173"/>
              <a:gd name="connsiteY42833" fmla="*/ 3909015 h 5017219"/>
              <a:gd name="connsiteX42834" fmla="*/ 4843768 w 5799173"/>
              <a:gd name="connsiteY42834" fmla="*/ 3909016 h 5017219"/>
              <a:gd name="connsiteX42835" fmla="*/ 4845014 w 5799173"/>
              <a:gd name="connsiteY42835" fmla="*/ 3909764 h 5017219"/>
              <a:gd name="connsiteX42836" fmla="*/ 4855399 w 5799173"/>
              <a:gd name="connsiteY42836" fmla="*/ 3927709 h 5017219"/>
              <a:gd name="connsiteX42837" fmla="*/ 4855399 w 5799173"/>
              <a:gd name="connsiteY42837" fmla="*/ 3929204 h 5017219"/>
              <a:gd name="connsiteX42838" fmla="*/ 4845014 w 5799173"/>
              <a:gd name="connsiteY42838" fmla="*/ 3947148 h 5017219"/>
              <a:gd name="connsiteX42839" fmla="*/ 4843768 w 5799173"/>
              <a:gd name="connsiteY42839" fmla="*/ 3947896 h 5017219"/>
              <a:gd name="connsiteX42840" fmla="*/ 4943370 w 5799173"/>
              <a:gd name="connsiteY42840" fmla="*/ 3980150 h 5017219"/>
              <a:gd name="connsiteX42841" fmla="*/ 4942125 w 5799173"/>
              <a:gd name="connsiteY42841" fmla="*/ 3979402 h 5017219"/>
              <a:gd name="connsiteX42842" fmla="*/ 4931739 w 5799173"/>
              <a:gd name="connsiteY42842" fmla="*/ 3961457 h 5017219"/>
              <a:gd name="connsiteX42843" fmla="*/ 4931739 w 5799173"/>
              <a:gd name="connsiteY42843" fmla="*/ 3959962 h 5017219"/>
              <a:gd name="connsiteX42844" fmla="*/ 4942125 w 5799173"/>
              <a:gd name="connsiteY42844" fmla="*/ 3942017 h 5017219"/>
              <a:gd name="connsiteX42845" fmla="*/ 4943371 w 5799173"/>
              <a:gd name="connsiteY42845" fmla="*/ 3941269 h 5017219"/>
              <a:gd name="connsiteX42846" fmla="*/ 4964141 w 5799173"/>
              <a:gd name="connsiteY42846" fmla="*/ 3941269 h 5017219"/>
              <a:gd name="connsiteX42847" fmla="*/ 4965386 w 5799173"/>
              <a:gd name="connsiteY42847" fmla="*/ 3942017 h 5017219"/>
              <a:gd name="connsiteX42848" fmla="*/ 4975772 w 5799173"/>
              <a:gd name="connsiteY42848" fmla="*/ 3959962 h 5017219"/>
              <a:gd name="connsiteX42849" fmla="*/ 4975772 w 5799173"/>
              <a:gd name="connsiteY42849" fmla="*/ 3961457 h 5017219"/>
              <a:gd name="connsiteX42850" fmla="*/ 4965387 w 5799173"/>
              <a:gd name="connsiteY42850" fmla="*/ 3979402 h 5017219"/>
              <a:gd name="connsiteX42851" fmla="*/ 4964140 w 5799173"/>
              <a:gd name="connsiteY42851" fmla="*/ 3980150 h 5017219"/>
              <a:gd name="connsiteX42852" fmla="*/ 4461796 w 5799173"/>
              <a:gd name="connsiteY42852" fmla="*/ 3851218 h 5017219"/>
              <a:gd name="connsiteX42853" fmla="*/ 4460551 w 5799173"/>
              <a:gd name="connsiteY42853" fmla="*/ 3850471 h 5017219"/>
              <a:gd name="connsiteX42854" fmla="*/ 4450166 w 5799173"/>
              <a:gd name="connsiteY42854" fmla="*/ 3832442 h 5017219"/>
              <a:gd name="connsiteX42855" fmla="*/ 4450166 w 5799173"/>
              <a:gd name="connsiteY42855" fmla="*/ 3830947 h 5017219"/>
              <a:gd name="connsiteX42856" fmla="*/ 4460634 w 5799173"/>
              <a:gd name="connsiteY42856" fmla="*/ 3812919 h 5017219"/>
              <a:gd name="connsiteX42857" fmla="*/ 4461880 w 5799173"/>
              <a:gd name="connsiteY42857" fmla="*/ 3812171 h 5017219"/>
              <a:gd name="connsiteX42858" fmla="*/ 4482733 w 5799173"/>
              <a:gd name="connsiteY42858" fmla="*/ 3812171 h 5017219"/>
              <a:gd name="connsiteX42859" fmla="*/ 4483979 w 5799173"/>
              <a:gd name="connsiteY42859" fmla="*/ 3812919 h 5017219"/>
              <a:gd name="connsiteX42860" fmla="*/ 4494364 w 5799173"/>
              <a:gd name="connsiteY42860" fmla="*/ 3830947 h 5017219"/>
              <a:gd name="connsiteX42861" fmla="*/ 4494364 w 5799173"/>
              <a:gd name="connsiteY42861" fmla="*/ 3832442 h 5017219"/>
              <a:gd name="connsiteX42862" fmla="*/ 4483896 w 5799173"/>
              <a:gd name="connsiteY42862" fmla="*/ 3850471 h 5017219"/>
              <a:gd name="connsiteX42863" fmla="*/ 4482649 w 5799173"/>
              <a:gd name="connsiteY42863" fmla="*/ 3851218 h 5017219"/>
              <a:gd name="connsiteX42864" fmla="*/ 4521983 w 5799173"/>
              <a:gd name="connsiteY42864" fmla="*/ 3867345 h 5017219"/>
              <a:gd name="connsiteX42865" fmla="*/ 4520737 w 5799173"/>
              <a:gd name="connsiteY42865" fmla="*/ 3866598 h 5017219"/>
              <a:gd name="connsiteX42866" fmla="*/ 4510352 w 5799173"/>
              <a:gd name="connsiteY42866" fmla="*/ 3848569 h 5017219"/>
              <a:gd name="connsiteX42867" fmla="*/ 4510352 w 5799173"/>
              <a:gd name="connsiteY42867" fmla="*/ 3847074 h 5017219"/>
              <a:gd name="connsiteX42868" fmla="*/ 4520821 w 5799173"/>
              <a:gd name="connsiteY42868" fmla="*/ 3829046 h 5017219"/>
              <a:gd name="connsiteX42869" fmla="*/ 4522067 w 5799173"/>
              <a:gd name="connsiteY42869" fmla="*/ 3828298 h 5017219"/>
              <a:gd name="connsiteX42870" fmla="*/ 4542920 w 5799173"/>
              <a:gd name="connsiteY42870" fmla="*/ 3828298 h 5017219"/>
              <a:gd name="connsiteX42871" fmla="*/ 4544165 w 5799173"/>
              <a:gd name="connsiteY42871" fmla="*/ 3829046 h 5017219"/>
              <a:gd name="connsiteX42872" fmla="*/ 4554550 w 5799173"/>
              <a:gd name="connsiteY42872" fmla="*/ 3847074 h 5017219"/>
              <a:gd name="connsiteX42873" fmla="*/ 4554550 w 5799173"/>
              <a:gd name="connsiteY42873" fmla="*/ 3848569 h 5017219"/>
              <a:gd name="connsiteX42874" fmla="*/ 4544082 w 5799173"/>
              <a:gd name="connsiteY42874" fmla="*/ 3866599 h 5017219"/>
              <a:gd name="connsiteX42875" fmla="*/ 4542836 w 5799173"/>
              <a:gd name="connsiteY42875" fmla="*/ 3867345 h 5017219"/>
              <a:gd name="connsiteX42876" fmla="*/ 4642356 w 5799173"/>
              <a:gd name="connsiteY42876" fmla="*/ 3899599 h 5017219"/>
              <a:gd name="connsiteX42877" fmla="*/ 4641110 w 5799173"/>
              <a:gd name="connsiteY42877" fmla="*/ 3898852 h 5017219"/>
              <a:gd name="connsiteX42878" fmla="*/ 4630725 w 5799173"/>
              <a:gd name="connsiteY42878" fmla="*/ 3880823 h 5017219"/>
              <a:gd name="connsiteX42879" fmla="*/ 4630725 w 5799173"/>
              <a:gd name="connsiteY42879" fmla="*/ 3879328 h 5017219"/>
              <a:gd name="connsiteX42880" fmla="*/ 4641193 w 5799173"/>
              <a:gd name="connsiteY42880" fmla="*/ 3861300 h 5017219"/>
              <a:gd name="connsiteX42881" fmla="*/ 4642439 w 5799173"/>
              <a:gd name="connsiteY42881" fmla="*/ 3860552 h 5017219"/>
              <a:gd name="connsiteX42882" fmla="*/ 4663292 w 5799173"/>
              <a:gd name="connsiteY42882" fmla="*/ 3860552 h 5017219"/>
              <a:gd name="connsiteX42883" fmla="*/ 4664538 w 5799173"/>
              <a:gd name="connsiteY42883" fmla="*/ 3861300 h 5017219"/>
              <a:gd name="connsiteX42884" fmla="*/ 4674923 w 5799173"/>
              <a:gd name="connsiteY42884" fmla="*/ 3879328 h 5017219"/>
              <a:gd name="connsiteX42885" fmla="*/ 4674923 w 5799173"/>
              <a:gd name="connsiteY42885" fmla="*/ 3880823 h 5017219"/>
              <a:gd name="connsiteX42886" fmla="*/ 4664455 w 5799173"/>
              <a:gd name="connsiteY42886" fmla="*/ 3898852 h 5017219"/>
              <a:gd name="connsiteX42887" fmla="*/ 4663209 w 5799173"/>
              <a:gd name="connsiteY42887" fmla="*/ 3899599 h 5017219"/>
              <a:gd name="connsiteX42888" fmla="*/ 4762728 w 5799173"/>
              <a:gd name="connsiteY42888" fmla="*/ 3931853 h 5017219"/>
              <a:gd name="connsiteX42889" fmla="*/ 4761482 w 5799173"/>
              <a:gd name="connsiteY42889" fmla="*/ 3931106 h 5017219"/>
              <a:gd name="connsiteX42890" fmla="*/ 4751097 w 5799173"/>
              <a:gd name="connsiteY42890" fmla="*/ 3913077 h 5017219"/>
              <a:gd name="connsiteX42891" fmla="*/ 4751097 w 5799173"/>
              <a:gd name="connsiteY42891" fmla="*/ 3911582 h 5017219"/>
              <a:gd name="connsiteX42892" fmla="*/ 4761565 w 5799173"/>
              <a:gd name="connsiteY42892" fmla="*/ 3893554 h 5017219"/>
              <a:gd name="connsiteX42893" fmla="*/ 4762811 w 5799173"/>
              <a:gd name="connsiteY42893" fmla="*/ 3892806 h 5017219"/>
              <a:gd name="connsiteX42894" fmla="*/ 4783664 w 5799173"/>
              <a:gd name="connsiteY42894" fmla="*/ 3892806 h 5017219"/>
              <a:gd name="connsiteX42895" fmla="*/ 4784910 w 5799173"/>
              <a:gd name="connsiteY42895" fmla="*/ 3893554 h 5017219"/>
              <a:gd name="connsiteX42896" fmla="*/ 4795295 w 5799173"/>
              <a:gd name="connsiteY42896" fmla="*/ 3911582 h 5017219"/>
              <a:gd name="connsiteX42897" fmla="*/ 4795295 w 5799173"/>
              <a:gd name="connsiteY42897" fmla="*/ 3913077 h 5017219"/>
              <a:gd name="connsiteX42898" fmla="*/ 4784827 w 5799173"/>
              <a:gd name="connsiteY42898" fmla="*/ 3931106 h 5017219"/>
              <a:gd name="connsiteX42899" fmla="*/ 4783581 w 5799173"/>
              <a:gd name="connsiteY42899" fmla="*/ 3931853 h 5017219"/>
              <a:gd name="connsiteX42900" fmla="*/ 1933975 w 5799173"/>
              <a:gd name="connsiteY42900" fmla="*/ 3173973 h 5017219"/>
              <a:gd name="connsiteX42901" fmla="*/ 1932730 w 5799173"/>
              <a:gd name="connsiteY42901" fmla="*/ 3173225 h 5017219"/>
              <a:gd name="connsiteX42902" fmla="*/ 1922262 w 5799173"/>
              <a:gd name="connsiteY42902" fmla="*/ 3155114 h 5017219"/>
              <a:gd name="connsiteX42903" fmla="*/ 1922262 w 5799173"/>
              <a:gd name="connsiteY42903" fmla="*/ 3153619 h 5017219"/>
              <a:gd name="connsiteX42904" fmla="*/ 1932729 w 5799173"/>
              <a:gd name="connsiteY42904" fmla="*/ 3135508 h 5017219"/>
              <a:gd name="connsiteX42905" fmla="*/ 1933975 w 5799173"/>
              <a:gd name="connsiteY42905" fmla="*/ 3134760 h 5017219"/>
              <a:gd name="connsiteX42906" fmla="*/ 1954912 w 5799173"/>
              <a:gd name="connsiteY42906" fmla="*/ 3134760 h 5017219"/>
              <a:gd name="connsiteX42907" fmla="*/ 1956158 w 5799173"/>
              <a:gd name="connsiteY42907" fmla="*/ 3135508 h 5017219"/>
              <a:gd name="connsiteX42908" fmla="*/ 1966625 w 5799173"/>
              <a:gd name="connsiteY42908" fmla="*/ 3153619 h 5017219"/>
              <a:gd name="connsiteX42909" fmla="*/ 1966625 w 5799173"/>
              <a:gd name="connsiteY42909" fmla="*/ 3155114 h 5017219"/>
              <a:gd name="connsiteX42910" fmla="*/ 1956158 w 5799173"/>
              <a:gd name="connsiteY42910" fmla="*/ 3173225 h 5017219"/>
              <a:gd name="connsiteX42911" fmla="*/ 1954912 w 5799173"/>
              <a:gd name="connsiteY42911" fmla="*/ 3173973 h 5017219"/>
              <a:gd name="connsiteX42912" fmla="*/ 2054348 w 5799173"/>
              <a:gd name="connsiteY42912" fmla="*/ 3206226 h 5017219"/>
              <a:gd name="connsiteX42913" fmla="*/ 2053102 w 5799173"/>
              <a:gd name="connsiteY42913" fmla="*/ 3205479 h 5017219"/>
              <a:gd name="connsiteX42914" fmla="*/ 2042635 w 5799173"/>
              <a:gd name="connsiteY42914" fmla="*/ 3187368 h 5017219"/>
              <a:gd name="connsiteX42915" fmla="*/ 2042635 w 5799173"/>
              <a:gd name="connsiteY42915" fmla="*/ 3185872 h 5017219"/>
              <a:gd name="connsiteX42916" fmla="*/ 2053102 w 5799173"/>
              <a:gd name="connsiteY42916" fmla="*/ 3167762 h 5017219"/>
              <a:gd name="connsiteX42917" fmla="*/ 2054348 w 5799173"/>
              <a:gd name="connsiteY42917" fmla="*/ 3167014 h 5017219"/>
              <a:gd name="connsiteX42918" fmla="*/ 2075285 w 5799173"/>
              <a:gd name="connsiteY42918" fmla="*/ 3167014 h 5017219"/>
              <a:gd name="connsiteX42919" fmla="*/ 2076530 w 5799173"/>
              <a:gd name="connsiteY42919" fmla="*/ 3167762 h 5017219"/>
              <a:gd name="connsiteX42920" fmla="*/ 2086998 w 5799173"/>
              <a:gd name="connsiteY42920" fmla="*/ 3185872 h 5017219"/>
              <a:gd name="connsiteX42921" fmla="*/ 2086998 w 5799173"/>
              <a:gd name="connsiteY42921" fmla="*/ 3187368 h 5017219"/>
              <a:gd name="connsiteX42922" fmla="*/ 2076531 w 5799173"/>
              <a:gd name="connsiteY42922" fmla="*/ 3205478 h 5017219"/>
              <a:gd name="connsiteX42923" fmla="*/ 2075285 w 5799173"/>
              <a:gd name="connsiteY42923" fmla="*/ 3206226 h 5017219"/>
              <a:gd name="connsiteX42924" fmla="*/ 2234907 w 5799173"/>
              <a:gd name="connsiteY42924" fmla="*/ 3254607 h 5017219"/>
              <a:gd name="connsiteX42925" fmla="*/ 2233661 w 5799173"/>
              <a:gd name="connsiteY42925" fmla="*/ 3253859 h 5017219"/>
              <a:gd name="connsiteX42926" fmla="*/ 2223193 w 5799173"/>
              <a:gd name="connsiteY42926" fmla="*/ 3235748 h 5017219"/>
              <a:gd name="connsiteX42927" fmla="*/ 2223193 w 5799173"/>
              <a:gd name="connsiteY42927" fmla="*/ 3234253 h 5017219"/>
              <a:gd name="connsiteX42928" fmla="*/ 2233661 w 5799173"/>
              <a:gd name="connsiteY42928" fmla="*/ 3216142 h 5017219"/>
              <a:gd name="connsiteX42929" fmla="*/ 2234907 w 5799173"/>
              <a:gd name="connsiteY42929" fmla="*/ 3215394 h 5017219"/>
              <a:gd name="connsiteX42930" fmla="*/ 2255843 w 5799173"/>
              <a:gd name="connsiteY42930" fmla="*/ 3215394 h 5017219"/>
              <a:gd name="connsiteX42931" fmla="*/ 2257089 w 5799173"/>
              <a:gd name="connsiteY42931" fmla="*/ 3216142 h 5017219"/>
              <a:gd name="connsiteX42932" fmla="*/ 2267557 w 5799173"/>
              <a:gd name="connsiteY42932" fmla="*/ 3234253 h 5017219"/>
              <a:gd name="connsiteX42933" fmla="*/ 2267557 w 5799173"/>
              <a:gd name="connsiteY42933" fmla="*/ 3235748 h 5017219"/>
              <a:gd name="connsiteX42934" fmla="*/ 2257089 w 5799173"/>
              <a:gd name="connsiteY42934" fmla="*/ 3253859 h 5017219"/>
              <a:gd name="connsiteX42935" fmla="*/ 2255843 w 5799173"/>
              <a:gd name="connsiteY42935" fmla="*/ 3254607 h 5017219"/>
              <a:gd name="connsiteX42936" fmla="*/ 2295093 w 5799173"/>
              <a:gd name="connsiteY42936" fmla="*/ 3270734 h 5017219"/>
              <a:gd name="connsiteX42937" fmla="*/ 2293847 w 5799173"/>
              <a:gd name="connsiteY42937" fmla="*/ 3269986 h 5017219"/>
              <a:gd name="connsiteX42938" fmla="*/ 2283379 w 5799173"/>
              <a:gd name="connsiteY42938" fmla="*/ 3251875 h 5017219"/>
              <a:gd name="connsiteX42939" fmla="*/ 2283379 w 5799173"/>
              <a:gd name="connsiteY42939" fmla="*/ 3250380 h 5017219"/>
              <a:gd name="connsiteX42940" fmla="*/ 2293847 w 5799173"/>
              <a:gd name="connsiteY42940" fmla="*/ 3232269 h 5017219"/>
              <a:gd name="connsiteX42941" fmla="*/ 2295093 w 5799173"/>
              <a:gd name="connsiteY42941" fmla="*/ 3231521 h 5017219"/>
              <a:gd name="connsiteX42942" fmla="*/ 2316029 w 5799173"/>
              <a:gd name="connsiteY42942" fmla="*/ 3231521 h 5017219"/>
              <a:gd name="connsiteX42943" fmla="*/ 2317275 w 5799173"/>
              <a:gd name="connsiteY42943" fmla="*/ 3232269 h 5017219"/>
              <a:gd name="connsiteX42944" fmla="*/ 2327743 w 5799173"/>
              <a:gd name="connsiteY42944" fmla="*/ 3250380 h 5017219"/>
              <a:gd name="connsiteX42945" fmla="*/ 2327743 w 5799173"/>
              <a:gd name="connsiteY42945" fmla="*/ 3251875 h 5017219"/>
              <a:gd name="connsiteX42946" fmla="*/ 2317275 w 5799173"/>
              <a:gd name="connsiteY42946" fmla="*/ 3269986 h 5017219"/>
              <a:gd name="connsiteX42947" fmla="*/ 2316029 w 5799173"/>
              <a:gd name="connsiteY42947" fmla="*/ 3270734 h 5017219"/>
              <a:gd name="connsiteX42948" fmla="*/ 4281238 w 5799173"/>
              <a:gd name="connsiteY42948" fmla="*/ 3802920 h 5017219"/>
              <a:gd name="connsiteX42949" fmla="*/ 4279992 w 5799173"/>
              <a:gd name="connsiteY42949" fmla="*/ 3802172 h 5017219"/>
              <a:gd name="connsiteX42950" fmla="*/ 4269524 w 5799173"/>
              <a:gd name="connsiteY42950" fmla="*/ 3784061 h 5017219"/>
              <a:gd name="connsiteX42951" fmla="*/ 4269524 w 5799173"/>
              <a:gd name="connsiteY42951" fmla="*/ 3782566 h 5017219"/>
              <a:gd name="connsiteX42952" fmla="*/ 4279992 w 5799173"/>
              <a:gd name="connsiteY42952" fmla="*/ 3764455 h 5017219"/>
              <a:gd name="connsiteX42953" fmla="*/ 4281238 w 5799173"/>
              <a:gd name="connsiteY42953" fmla="*/ 3763707 h 5017219"/>
              <a:gd name="connsiteX42954" fmla="*/ 4302174 w 5799173"/>
              <a:gd name="connsiteY42954" fmla="*/ 3763707 h 5017219"/>
              <a:gd name="connsiteX42955" fmla="*/ 4303420 w 5799173"/>
              <a:gd name="connsiteY42955" fmla="*/ 3764455 h 5017219"/>
              <a:gd name="connsiteX42956" fmla="*/ 4313888 w 5799173"/>
              <a:gd name="connsiteY42956" fmla="*/ 3782566 h 5017219"/>
              <a:gd name="connsiteX42957" fmla="*/ 4313888 w 5799173"/>
              <a:gd name="connsiteY42957" fmla="*/ 3784061 h 5017219"/>
              <a:gd name="connsiteX42958" fmla="*/ 4303420 w 5799173"/>
              <a:gd name="connsiteY42958" fmla="*/ 3802172 h 5017219"/>
              <a:gd name="connsiteX42959" fmla="*/ 4302174 w 5799173"/>
              <a:gd name="connsiteY42959" fmla="*/ 3802920 h 5017219"/>
              <a:gd name="connsiteX42960" fmla="*/ 2535777 w 5799173"/>
              <a:gd name="connsiteY42960" fmla="*/ 3335318 h 5017219"/>
              <a:gd name="connsiteX42961" fmla="*/ 2534531 w 5799173"/>
              <a:gd name="connsiteY42961" fmla="*/ 3334570 h 5017219"/>
              <a:gd name="connsiteX42962" fmla="*/ 2523980 w 5799173"/>
              <a:gd name="connsiteY42962" fmla="*/ 3316293 h 5017219"/>
              <a:gd name="connsiteX42963" fmla="*/ 2523980 w 5799173"/>
              <a:gd name="connsiteY42963" fmla="*/ 3314797 h 5017219"/>
              <a:gd name="connsiteX42964" fmla="*/ 2534531 w 5799173"/>
              <a:gd name="connsiteY42964" fmla="*/ 3296520 h 5017219"/>
              <a:gd name="connsiteX42965" fmla="*/ 2535777 w 5799173"/>
              <a:gd name="connsiteY42965" fmla="*/ 3295772 h 5017219"/>
              <a:gd name="connsiteX42966" fmla="*/ 2556796 w 5799173"/>
              <a:gd name="connsiteY42966" fmla="*/ 3295772 h 5017219"/>
              <a:gd name="connsiteX42967" fmla="*/ 2558042 w 5799173"/>
              <a:gd name="connsiteY42967" fmla="*/ 3296520 h 5017219"/>
              <a:gd name="connsiteX42968" fmla="*/ 2568593 w 5799173"/>
              <a:gd name="connsiteY42968" fmla="*/ 3314797 h 5017219"/>
              <a:gd name="connsiteX42969" fmla="*/ 2568593 w 5799173"/>
              <a:gd name="connsiteY42969" fmla="*/ 3316293 h 5017219"/>
              <a:gd name="connsiteX42970" fmla="*/ 2558042 w 5799173"/>
              <a:gd name="connsiteY42970" fmla="*/ 3334570 h 5017219"/>
              <a:gd name="connsiteX42971" fmla="*/ 2556796 w 5799173"/>
              <a:gd name="connsiteY42971" fmla="*/ 3335318 h 5017219"/>
              <a:gd name="connsiteX42972" fmla="*/ 1813518 w 5799173"/>
              <a:gd name="connsiteY42972" fmla="*/ 3141980 h 5017219"/>
              <a:gd name="connsiteX42973" fmla="*/ 1812189 w 5799173"/>
              <a:gd name="connsiteY42973" fmla="*/ 3141232 h 5017219"/>
              <a:gd name="connsiteX42974" fmla="*/ 1801639 w 5799173"/>
              <a:gd name="connsiteY42974" fmla="*/ 3122872 h 5017219"/>
              <a:gd name="connsiteX42975" fmla="*/ 1801638 w 5799173"/>
              <a:gd name="connsiteY42975" fmla="*/ 3121376 h 5017219"/>
              <a:gd name="connsiteX42976" fmla="*/ 1812189 w 5799173"/>
              <a:gd name="connsiteY42976" fmla="*/ 3103016 h 5017219"/>
              <a:gd name="connsiteX42977" fmla="*/ 1813519 w 5799173"/>
              <a:gd name="connsiteY42977" fmla="*/ 3102268 h 5017219"/>
              <a:gd name="connsiteX42978" fmla="*/ 1834704 w 5799173"/>
              <a:gd name="connsiteY42978" fmla="*/ 3102268 h 5017219"/>
              <a:gd name="connsiteX42979" fmla="*/ 1836033 w 5799173"/>
              <a:gd name="connsiteY42979" fmla="*/ 3103016 h 5017219"/>
              <a:gd name="connsiteX42980" fmla="*/ 1846584 w 5799173"/>
              <a:gd name="connsiteY42980" fmla="*/ 3121376 h 5017219"/>
              <a:gd name="connsiteX42981" fmla="*/ 1846585 w 5799173"/>
              <a:gd name="connsiteY42981" fmla="*/ 3122872 h 5017219"/>
              <a:gd name="connsiteX42982" fmla="*/ 1836034 w 5799173"/>
              <a:gd name="connsiteY42982" fmla="*/ 3141232 h 5017219"/>
              <a:gd name="connsiteX42983" fmla="*/ 1834704 w 5799173"/>
              <a:gd name="connsiteY42983" fmla="*/ 3141980 h 5017219"/>
              <a:gd name="connsiteX42984" fmla="*/ 2114450 w 5799173"/>
              <a:gd name="connsiteY42984" fmla="*/ 3222614 h 5017219"/>
              <a:gd name="connsiteX42985" fmla="*/ 2113120 w 5799173"/>
              <a:gd name="connsiteY42985" fmla="*/ 3221866 h 5017219"/>
              <a:gd name="connsiteX42986" fmla="*/ 2102570 w 5799173"/>
              <a:gd name="connsiteY42986" fmla="*/ 3203506 h 5017219"/>
              <a:gd name="connsiteX42987" fmla="*/ 2102570 w 5799173"/>
              <a:gd name="connsiteY42987" fmla="*/ 3202010 h 5017219"/>
              <a:gd name="connsiteX42988" fmla="*/ 2113121 w 5799173"/>
              <a:gd name="connsiteY42988" fmla="*/ 3183650 h 5017219"/>
              <a:gd name="connsiteX42989" fmla="*/ 2114450 w 5799173"/>
              <a:gd name="connsiteY42989" fmla="*/ 3182902 h 5017219"/>
              <a:gd name="connsiteX42990" fmla="*/ 2135635 w 5799173"/>
              <a:gd name="connsiteY42990" fmla="*/ 3182902 h 5017219"/>
              <a:gd name="connsiteX42991" fmla="*/ 2136964 w 5799173"/>
              <a:gd name="connsiteY42991" fmla="*/ 3183650 h 5017219"/>
              <a:gd name="connsiteX42992" fmla="*/ 2147516 w 5799173"/>
              <a:gd name="connsiteY42992" fmla="*/ 3202010 h 5017219"/>
              <a:gd name="connsiteX42993" fmla="*/ 2147516 w 5799173"/>
              <a:gd name="connsiteY42993" fmla="*/ 3203506 h 5017219"/>
              <a:gd name="connsiteX42994" fmla="*/ 2136965 w 5799173"/>
              <a:gd name="connsiteY42994" fmla="*/ 3221866 h 5017219"/>
              <a:gd name="connsiteX42995" fmla="*/ 2135634 w 5799173"/>
              <a:gd name="connsiteY42995" fmla="*/ 3222614 h 5017219"/>
              <a:gd name="connsiteX42996" fmla="*/ 2174636 w 5799173"/>
              <a:gd name="connsiteY42996" fmla="*/ 3238741 h 5017219"/>
              <a:gd name="connsiteX42997" fmla="*/ 2173306 w 5799173"/>
              <a:gd name="connsiteY42997" fmla="*/ 3237993 h 5017219"/>
              <a:gd name="connsiteX42998" fmla="*/ 2162756 w 5799173"/>
              <a:gd name="connsiteY42998" fmla="*/ 3219633 h 5017219"/>
              <a:gd name="connsiteX42999" fmla="*/ 2162755 w 5799173"/>
              <a:gd name="connsiteY42999" fmla="*/ 3218137 h 5017219"/>
              <a:gd name="connsiteX43000" fmla="*/ 2173306 w 5799173"/>
              <a:gd name="connsiteY43000" fmla="*/ 3199777 h 5017219"/>
              <a:gd name="connsiteX43001" fmla="*/ 2174636 w 5799173"/>
              <a:gd name="connsiteY43001" fmla="*/ 3199029 h 5017219"/>
              <a:gd name="connsiteX43002" fmla="*/ 2195821 w 5799173"/>
              <a:gd name="connsiteY43002" fmla="*/ 3199029 h 5017219"/>
              <a:gd name="connsiteX43003" fmla="*/ 2197150 w 5799173"/>
              <a:gd name="connsiteY43003" fmla="*/ 3199777 h 5017219"/>
              <a:gd name="connsiteX43004" fmla="*/ 2207701 w 5799173"/>
              <a:gd name="connsiteY43004" fmla="*/ 3218137 h 5017219"/>
              <a:gd name="connsiteX43005" fmla="*/ 2207702 w 5799173"/>
              <a:gd name="connsiteY43005" fmla="*/ 3219633 h 5017219"/>
              <a:gd name="connsiteX43006" fmla="*/ 2197151 w 5799173"/>
              <a:gd name="connsiteY43006" fmla="*/ 3237993 h 5017219"/>
              <a:gd name="connsiteX43007" fmla="*/ 2195820 w 5799173"/>
              <a:gd name="connsiteY43007" fmla="*/ 3238741 h 5017219"/>
              <a:gd name="connsiteX43008" fmla="*/ 2475567 w 5799173"/>
              <a:gd name="connsiteY43008" fmla="*/ 3319375 h 5017219"/>
              <a:gd name="connsiteX43009" fmla="*/ 2474238 w 5799173"/>
              <a:gd name="connsiteY43009" fmla="*/ 3318627 h 5017219"/>
              <a:gd name="connsiteX43010" fmla="*/ 2463687 w 5799173"/>
              <a:gd name="connsiteY43010" fmla="*/ 3300267 h 5017219"/>
              <a:gd name="connsiteX43011" fmla="*/ 2463687 w 5799173"/>
              <a:gd name="connsiteY43011" fmla="*/ 3298771 h 5017219"/>
              <a:gd name="connsiteX43012" fmla="*/ 2474238 w 5799173"/>
              <a:gd name="connsiteY43012" fmla="*/ 3280411 h 5017219"/>
              <a:gd name="connsiteX43013" fmla="*/ 2475567 w 5799173"/>
              <a:gd name="connsiteY43013" fmla="*/ 3279663 h 5017219"/>
              <a:gd name="connsiteX43014" fmla="*/ 2496752 w 5799173"/>
              <a:gd name="connsiteY43014" fmla="*/ 3279663 h 5017219"/>
              <a:gd name="connsiteX43015" fmla="*/ 2498082 w 5799173"/>
              <a:gd name="connsiteY43015" fmla="*/ 3280411 h 5017219"/>
              <a:gd name="connsiteX43016" fmla="*/ 2508633 w 5799173"/>
              <a:gd name="connsiteY43016" fmla="*/ 3298771 h 5017219"/>
              <a:gd name="connsiteX43017" fmla="*/ 2508633 w 5799173"/>
              <a:gd name="connsiteY43017" fmla="*/ 3300267 h 5017219"/>
              <a:gd name="connsiteX43018" fmla="*/ 2498082 w 5799173"/>
              <a:gd name="connsiteY43018" fmla="*/ 3318627 h 5017219"/>
              <a:gd name="connsiteX43019" fmla="*/ 2496752 w 5799173"/>
              <a:gd name="connsiteY43019" fmla="*/ 3319375 h 5017219"/>
              <a:gd name="connsiteX43020" fmla="*/ 4401526 w 5799173"/>
              <a:gd name="connsiteY43020" fmla="*/ 3835434 h 5017219"/>
              <a:gd name="connsiteX43021" fmla="*/ 4400197 w 5799173"/>
              <a:gd name="connsiteY43021" fmla="*/ 3834686 h 5017219"/>
              <a:gd name="connsiteX43022" fmla="*/ 4389647 w 5799173"/>
              <a:gd name="connsiteY43022" fmla="*/ 3816326 h 5017219"/>
              <a:gd name="connsiteX43023" fmla="*/ 4389646 w 5799173"/>
              <a:gd name="connsiteY43023" fmla="*/ 3814830 h 5017219"/>
              <a:gd name="connsiteX43024" fmla="*/ 4400197 w 5799173"/>
              <a:gd name="connsiteY43024" fmla="*/ 3796470 h 5017219"/>
              <a:gd name="connsiteX43025" fmla="*/ 4401527 w 5799173"/>
              <a:gd name="connsiteY43025" fmla="*/ 3795722 h 5017219"/>
              <a:gd name="connsiteX43026" fmla="*/ 4422712 w 5799173"/>
              <a:gd name="connsiteY43026" fmla="*/ 3795722 h 5017219"/>
              <a:gd name="connsiteX43027" fmla="*/ 4424041 w 5799173"/>
              <a:gd name="connsiteY43027" fmla="*/ 3796470 h 5017219"/>
              <a:gd name="connsiteX43028" fmla="*/ 4434592 w 5799173"/>
              <a:gd name="connsiteY43028" fmla="*/ 3814830 h 5017219"/>
              <a:gd name="connsiteX43029" fmla="*/ 4434593 w 5799173"/>
              <a:gd name="connsiteY43029" fmla="*/ 3816326 h 5017219"/>
              <a:gd name="connsiteX43030" fmla="*/ 4424042 w 5799173"/>
              <a:gd name="connsiteY43030" fmla="*/ 3834687 h 5017219"/>
              <a:gd name="connsiteX43031" fmla="*/ 4422712 w 5799173"/>
              <a:gd name="connsiteY43031" fmla="*/ 3835434 h 5017219"/>
              <a:gd name="connsiteX43032" fmla="*/ 2355113 w 5799173"/>
              <a:gd name="connsiteY43032" fmla="*/ 3287195 h 5017219"/>
              <a:gd name="connsiteX43033" fmla="*/ 2353785 w 5799173"/>
              <a:gd name="connsiteY43033" fmla="*/ 3286447 h 5017219"/>
              <a:gd name="connsiteX43034" fmla="*/ 2343150 w 5799173"/>
              <a:gd name="connsiteY43034" fmla="*/ 3268004 h 5017219"/>
              <a:gd name="connsiteX43035" fmla="*/ 2343150 w 5799173"/>
              <a:gd name="connsiteY43035" fmla="*/ 3266508 h 5017219"/>
              <a:gd name="connsiteX43036" fmla="*/ 2353785 w 5799173"/>
              <a:gd name="connsiteY43036" fmla="*/ 3248065 h 5017219"/>
              <a:gd name="connsiteX43037" fmla="*/ 2355113 w 5799173"/>
              <a:gd name="connsiteY43037" fmla="*/ 3247317 h 5017219"/>
              <a:gd name="connsiteX43038" fmla="*/ 2376382 w 5799173"/>
              <a:gd name="connsiteY43038" fmla="*/ 3247317 h 5017219"/>
              <a:gd name="connsiteX43039" fmla="*/ 2377711 w 5799173"/>
              <a:gd name="connsiteY43039" fmla="*/ 3248065 h 5017219"/>
              <a:gd name="connsiteX43040" fmla="*/ 2388345 w 5799173"/>
              <a:gd name="connsiteY43040" fmla="*/ 3266508 h 5017219"/>
              <a:gd name="connsiteX43041" fmla="*/ 2388345 w 5799173"/>
              <a:gd name="connsiteY43041" fmla="*/ 3268004 h 5017219"/>
              <a:gd name="connsiteX43042" fmla="*/ 2377711 w 5799173"/>
              <a:gd name="connsiteY43042" fmla="*/ 3286447 h 5017219"/>
              <a:gd name="connsiteX43043" fmla="*/ 2376383 w 5799173"/>
              <a:gd name="connsiteY43043" fmla="*/ 3287195 h 5017219"/>
              <a:gd name="connsiteX43044" fmla="*/ 2595858 w 5799173"/>
              <a:gd name="connsiteY43044" fmla="*/ 3351702 h 5017219"/>
              <a:gd name="connsiteX43045" fmla="*/ 2594529 w 5799173"/>
              <a:gd name="connsiteY43045" fmla="*/ 3350954 h 5017219"/>
              <a:gd name="connsiteX43046" fmla="*/ 2583895 w 5799173"/>
              <a:gd name="connsiteY43046" fmla="*/ 3332511 h 5017219"/>
              <a:gd name="connsiteX43047" fmla="*/ 2583895 w 5799173"/>
              <a:gd name="connsiteY43047" fmla="*/ 3331015 h 5017219"/>
              <a:gd name="connsiteX43048" fmla="*/ 2594529 w 5799173"/>
              <a:gd name="connsiteY43048" fmla="*/ 3312572 h 5017219"/>
              <a:gd name="connsiteX43049" fmla="*/ 2595858 w 5799173"/>
              <a:gd name="connsiteY43049" fmla="*/ 3311824 h 5017219"/>
              <a:gd name="connsiteX43050" fmla="*/ 2617127 w 5799173"/>
              <a:gd name="connsiteY43050" fmla="*/ 3311824 h 5017219"/>
              <a:gd name="connsiteX43051" fmla="*/ 2618456 w 5799173"/>
              <a:gd name="connsiteY43051" fmla="*/ 3312572 h 5017219"/>
              <a:gd name="connsiteX43052" fmla="*/ 2629090 w 5799173"/>
              <a:gd name="connsiteY43052" fmla="*/ 3331015 h 5017219"/>
              <a:gd name="connsiteX43053" fmla="*/ 2629090 w 5799173"/>
              <a:gd name="connsiteY43053" fmla="*/ 3332511 h 5017219"/>
              <a:gd name="connsiteX43054" fmla="*/ 2618456 w 5799173"/>
              <a:gd name="connsiteY43054" fmla="*/ 3350954 h 5017219"/>
              <a:gd name="connsiteX43055" fmla="*/ 2617127 w 5799173"/>
              <a:gd name="connsiteY43055" fmla="*/ 3351702 h 5017219"/>
              <a:gd name="connsiteX43056" fmla="*/ 303683 w 5799173"/>
              <a:gd name="connsiteY43056" fmla="*/ 2774342 h 5017219"/>
              <a:gd name="connsiteX43057" fmla="*/ 303434 w 5799173"/>
              <a:gd name="connsiteY43057" fmla="*/ 2774259 h 5017219"/>
              <a:gd name="connsiteX43058" fmla="*/ 301689 w 5799173"/>
              <a:gd name="connsiteY43058" fmla="*/ 2771268 h 5017219"/>
              <a:gd name="connsiteX43059" fmla="*/ 301689 w 5799173"/>
              <a:gd name="connsiteY43059" fmla="*/ 2771019 h 5017219"/>
              <a:gd name="connsiteX43060" fmla="*/ 303434 w 5799173"/>
              <a:gd name="connsiteY43060" fmla="*/ 2768028 h 5017219"/>
              <a:gd name="connsiteX43061" fmla="*/ 303683 w 5799173"/>
              <a:gd name="connsiteY43061" fmla="*/ 2767945 h 5017219"/>
              <a:gd name="connsiteX43062" fmla="*/ 307173 w 5799173"/>
              <a:gd name="connsiteY43062" fmla="*/ 2767945 h 5017219"/>
              <a:gd name="connsiteX43063" fmla="*/ 307421 w 5799173"/>
              <a:gd name="connsiteY43063" fmla="*/ 2768028 h 5017219"/>
              <a:gd name="connsiteX43064" fmla="*/ 309165 w 5799173"/>
              <a:gd name="connsiteY43064" fmla="*/ 2771019 h 5017219"/>
              <a:gd name="connsiteX43065" fmla="*/ 309166 w 5799173"/>
              <a:gd name="connsiteY43065" fmla="*/ 2771268 h 5017219"/>
              <a:gd name="connsiteX43066" fmla="*/ 307420 w 5799173"/>
              <a:gd name="connsiteY43066" fmla="*/ 2774259 h 5017219"/>
              <a:gd name="connsiteX43067" fmla="*/ 307172 w 5799173"/>
              <a:gd name="connsiteY43067" fmla="*/ 2774342 h 5017219"/>
              <a:gd name="connsiteX43068" fmla="*/ 2888036 w 5799173"/>
              <a:gd name="connsiteY43068" fmla="*/ 3474692 h 5017219"/>
              <a:gd name="connsiteX43069" fmla="*/ 2887371 w 5799173"/>
              <a:gd name="connsiteY43069" fmla="*/ 3474277 h 5017219"/>
              <a:gd name="connsiteX43070" fmla="*/ 2881971 w 5799173"/>
              <a:gd name="connsiteY43070" fmla="*/ 3464972 h 5017219"/>
              <a:gd name="connsiteX43071" fmla="*/ 2881971 w 5799173"/>
              <a:gd name="connsiteY43071" fmla="*/ 3464224 h 5017219"/>
              <a:gd name="connsiteX43072" fmla="*/ 2887371 w 5799173"/>
              <a:gd name="connsiteY43072" fmla="*/ 3454919 h 5017219"/>
              <a:gd name="connsiteX43073" fmla="*/ 2888036 w 5799173"/>
              <a:gd name="connsiteY43073" fmla="*/ 3454504 h 5017219"/>
              <a:gd name="connsiteX43074" fmla="*/ 2898836 w 5799173"/>
              <a:gd name="connsiteY43074" fmla="*/ 3454504 h 5017219"/>
              <a:gd name="connsiteX43075" fmla="*/ 2899501 w 5799173"/>
              <a:gd name="connsiteY43075" fmla="*/ 3454919 h 5017219"/>
              <a:gd name="connsiteX43076" fmla="*/ 2904901 w 5799173"/>
              <a:gd name="connsiteY43076" fmla="*/ 3464224 h 5017219"/>
              <a:gd name="connsiteX43077" fmla="*/ 2904901 w 5799173"/>
              <a:gd name="connsiteY43077" fmla="*/ 3464972 h 5017219"/>
              <a:gd name="connsiteX43078" fmla="*/ 2899501 w 5799173"/>
              <a:gd name="connsiteY43078" fmla="*/ 3474277 h 5017219"/>
              <a:gd name="connsiteX43079" fmla="*/ 2898836 w 5799173"/>
              <a:gd name="connsiteY43079" fmla="*/ 3474692 h 5017219"/>
              <a:gd name="connsiteX43080" fmla="*/ 1442808 w 5799173"/>
              <a:gd name="connsiteY43080" fmla="*/ 3088976 h 5017219"/>
              <a:gd name="connsiteX43081" fmla="*/ 1442061 w 5799173"/>
              <a:gd name="connsiteY43081" fmla="*/ 3088560 h 5017219"/>
              <a:gd name="connsiteX43082" fmla="*/ 1435995 w 5799173"/>
              <a:gd name="connsiteY43082" fmla="*/ 3078009 h 5017219"/>
              <a:gd name="connsiteX43083" fmla="*/ 1435996 w 5799173"/>
              <a:gd name="connsiteY43083" fmla="*/ 3077179 h 5017219"/>
              <a:gd name="connsiteX43084" fmla="*/ 1442144 w 5799173"/>
              <a:gd name="connsiteY43084" fmla="*/ 3066628 h 5017219"/>
              <a:gd name="connsiteX43085" fmla="*/ 1442892 w 5799173"/>
              <a:gd name="connsiteY43085" fmla="*/ 3066212 h 5017219"/>
              <a:gd name="connsiteX43086" fmla="*/ 1455104 w 5799173"/>
              <a:gd name="connsiteY43086" fmla="*/ 3066212 h 5017219"/>
              <a:gd name="connsiteX43087" fmla="*/ 1455852 w 5799173"/>
              <a:gd name="connsiteY43087" fmla="*/ 3066628 h 5017219"/>
              <a:gd name="connsiteX43088" fmla="*/ 1461916 w 5799173"/>
              <a:gd name="connsiteY43088" fmla="*/ 3077179 h 5017219"/>
              <a:gd name="connsiteX43089" fmla="*/ 1461917 w 5799173"/>
              <a:gd name="connsiteY43089" fmla="*/ 3078009 h 5017219"/>
              <a:gd name="connsiteX43090" fmla="*/ 1455768 w 5799173"/>
              <a:gd name="connsiteY43090" fmla="*/ 3088560 h 5017219"/>
              <a:gd name="connsiteX43091" fmla="*/ 1455021 w 5799173"/>
              <a:gd name="connsiteY43091" fmla="*/ 3088976 h 5017219"/>
              <a:gd name="connsiteX43092" fmla="*/ 1382404 w 5799173"/>
              <a:gd name="connsiteY43092" fmla="*/ 3073269 h 5017219"/>
              <a:gd name="connsiteX43093" fmla="*/ 1381657 w 5799173"/>
              <a:gd name="connsiteY43093" fmla="*/ 3072853 h 5017219"/>
              <a:gd name="connsiteX43094" fmla="*/ 1375343 w 5799173"/>
              <a:gd name="connsiteY43094" fmla="*/ 3061804 h 5017219"/>
              <a:gd name="connsiteX43095" fmla="*/ 1375343 w 5799173"/>
              <a:gd name="connsiteY43095" fmla="*/ 3060890 h 5017219"/>
              <a:gd name="connsiteX43096" fmla="*/ 1381740 w 5799173"/>
              <a:gd name="connsiteY43096" fmla="*/ 3049840 h 5017219"/>
              <a:gd name="connsiteX43097" fmla="*/ 1382488 w 5799173"/>
              <a:gd name="connsiteY43097" fmla="*/ 3049425 h 5017219"/>
              <a:gd name="connsiteX43098" fmla="*/ 1395199 w 5799173"/>
              <a:gd name="connsiteY43098" fmla="*/ 3049425 h 5017219"/>
              <a:gd name="connsiteX43099" fmla="*/ 1395946 w 5799173"/>
              <a:gd name="connsiteY43099" fmla="*/ 3049840 h 5017219"/>
              <a:gd name="connsiteX43100" fmla="*/ 1402260 w 5799173"/>
              <a:gd name="connsiteY43100" fmla="*/ 3060890 h 5017219"/>
              <a:gd name="connsiteX43101" fmla="*/ 1402260 w 5799173"/>
              <a:gd name="connsiteY43101" fmla="*/ 3061804 h 5017219"/>
              <a:gd name="connsiteX43102" fmla="*/ 1395863 w 5799173"/>
              <a:gd name="connsiteY43102" fmla="*/ 3072853 h 5017219"/>
              <a:gd name="connsiteX43103" fmla="*/ 1395116 w 5799173"/>
              <a:gd name="connsiteY43103" fmla="*/ 3073269 h 5017219"/>
              <a:gd name="connsiteX43104" fmla="*/ 1502693 w 5799173"/>
              <a:gd name="connsiteY43104" fmla="*/ 3105865 h 5017219"/>
              <a:gd name="connsiteX43105" fmla="*/ 1501862 w 5799173"/>
              <a:gd name="connsiteY43105" fmla="*/ 3105367 h 5017219"/>
              <a:gd name="connsiteX43106" fmla="*/ 1495382 w 5799173"/>
              <a:gd name="connsiteY43106" fmla="*/ 3094068 h 5017219"/>
              <a:gd name="connsiteX43107" fmla="*/ 1495382 w 5799173"/>
              <a:gd name="connsiteY43107" fmla="*/ 3093154 h 5017219"/>
              <a:gd name="connsiteX43108" fmla="*/ 1501862 w 5799173"/>
              <a:gd name="connsiteY43108" fmla="*/ 3081855 h 5017219"/>
              <a:gd name="connsiteX43109" fmla="*/ 1502693 w 5799173"/>
              <a:gd name="connsiteY43109" fmla="*/ 3081357 h 5017219"/>
              <a:gd name="connsiteX43110" fmla="*/ 1515736 w 5799173"/>
              <a:gd name="connsiteY43110" fmla="*/ 3081357 h 5017219"/>
              <a:gd name="connsiteX43111" fmla="*/ 1516567 w 5799173"/>
              <a:gd name="connsiteY43111" fmla="*/ 3081855 h 5017219"/>
              <a:gd name="connsiteX43112" fmla="*/ 1523047 w 5799173"/>
              <a:gd name="connsiteY43112" fmla="*/ 3093154 h 5017219"/>
              <a:gd name="connsiteX43113" fmla="*/ 1523047 w 5799173"/>
              <a:gd name="connsiteY43113" fmla="*/ 3094068 h 5017219"/>
              <a:gd name="connsiteX43114" fmla="*/ 1516567 w 5799173"/>
              <a:gd name="connsiteY43114" fmla="*/ 3105367 h 5017219"/>
              <a:gd name="connsiteX43115" fmla="*/ 1515736 w 5799173"/>
              <a:gd name="connsiteY43115" fmla="*/ 3105865 h 5017219"/>
              <a:gd name="connsiteX43116" fmla="*/ 1322052 w 5799173"/>
              <a:gd name="connsiteY43116" fmla="*/ 3057558 h 5017219"/>
              <a:gd name="connsiteX43117" fmla="*/ 1321221 w 5799173"/>
              <a:gd name="connsiteY43117" fmla="*/ 3057058 h 5017219"/>
              <a:gd name="connsiteX43118" fmla="*/ 1314658 w 5799173"/>
              <a:gd name="connsiteY43118" fmla="*/ 3045677 h 5017219"/>
              <a:gd name="connsiteX43119" fmla="*/ 1314658 w 5799173"/>
              <a:gd name="connsiteY43119" fmla="*/ 3044764 h 5017219"/>
              <a:gd name="connsiteX43120" fmla="*/ 1321221 w 5799173"/>
              <a:gd name="connsiteY43120" fmla="*/ 3033380 h 5017219"/>
              <a:gd name="connsiteX43121" fmla="*/ 1322052 w 5799173"/>
              <a:gd name="connsiteY43121" fmla="*/ 3032882 h 5017219"/>
              <a:gd name="connsiteX43122" fmla="*/ 1335178 w 5799173"/>
              <a:gd name="connsiteY43122" fmla="*/ 3032883 h 5017219"/>
              <a:gd name="connsiteX43123" fmla="*/ 1336009 w 5799173"/>
              <a:gd name="connsiteY43123" fmla="*/ 3033381 h 5017219"/>
              <a:gd name="connsiteX43124" fmla="*/ 1342572 w 5799173"/>
              <a:gd name="connsiteY43124" fmla="*/ 3044764 h 5017219"/>
              <a:gd name="connsiteX43125" fmla="*/ 1342572 w 5799173"/>
              <a:gd name="connsiteY43125" fmla="*/ 3045676 h 5017219"/>
              <a:gd name="connsiteX43126" fmla="*/ 1336009 w 5799173"/>
              <a:gd name="connsiteY43126" fmla="*/ 3057059 h 5017219"/>
              <a:gd name="connsiteX43127" fmla="*/ 1335178 w 5799173"/>
              <a:gd name="connsiteY43127" fmla="*/ 3057557 h 5017219"/>
              <a:gd name="connsiteX43128" fmla="*/ 479362 w 5799173"/>
              <a:gd name="connsiteY43128" fmla="*/ 2831948 h 5017219"/>
              <a:gd name="connsiteX43129" fmla="*/ 478531 w 5799173"/>
              <a:gd name="connsiteY43129" fmla="*/ 2831449 h 5017219"/>
              <a:gd name="connsiteX43130" fmla="*/ 471885 w 5799173"/>
              <a:gd name="connsiteY43130" fmla="*/ 2819901 h 5017219"/>
              <a:gd name="connsiteX43131" fmla="*/ 471885 w 5799173"/>
              <a:gd name="connsiteY43131" fmla="*/ 2818987 h 5017219"/>
              <a:gd name="connsiteX43132" fmla="*/ 478531 w 5799173"/>
              <a:gd name="connsiteY43132" fmla="*/ 2807439 h 5017219"/>
              <a:gd name="connsiteX43133" fmla="*/ 479362 w 5799173"/>
              <a:gd name="connsiteY43133" fmla="*/ 2806941 h 5017219"/>
              <a:gd name="connsiteX43134" fmla="*/ 492654 w 5799173"/>
              <a:gd name="connsiteY43134" fmla="*/ 2806941 h 5017219"/>
              <a:gd name="connsiteX43135" fmla="*/ 493486 w 5799173"/>
              <a:gd name="connsiteY43135" fmla="*/ 2807438 h 5017219"/>
              <a:gd name="connsiteX43136" fmla="*/ 500132 w 5799173"/>
              <a:gd name="connsiteY43136" fmla="*/ 2818988 h 5017219"/>
              <a:gd name="connsiteX43137" fmla="*/ 500132 w 5799173"/>
              <a:gd name="connsiteY43137" fmla="*/ 2819901 h 5017219"/>
              <a:gd name="connsiteX43138" fmla="*/ 493486 w 5799173"/>
              <a:gd name="connsiteY43138" fmla="*/ 2831449 h 5017219"/>
              <a:gd name="connsiteX43139" fmla="*/ 492654 w 5799173"/>
              <a:gd name="connsiteY43139" fmla="*/ 2831948 h 5017219"/>
              <a:gd name="connsiteX43140" fmla="*/ 1562370 w 5799173"/>
              <a:gd name="connsiteY43140" fmla="*/ 3122811 h 5017219"/>
              <a:gd name="connsiteX43141" fmla="*/ 1561539 w 5799173"/>
              <a:gd name="connsiteY43141" fmla="*/ 3122313 h 5017219"/>
              <a:gd name="connsiteX43142" fmla="*/ 1554561 w 5799173"/>
              <a:gd name="connsiteY43142" fmla="*/ 3110266 h 5017219"/>
              <a:gd name="connsiteX43143" fmla="*/ 1554561 w 5799173"/>
              <a:gd name="connsiteY43143" fmla="*/ 3109269 h 5017219"/>
              <a:gd name="connsiteX43144" fmla="*/ 1561539 w 5799173"/>
              <a:gd name="connsiteY43144" fmla="*/ 3097222 h 5017219"/>
              <a:gd name="connsiteX43145" fmla="*/ 1562370 w 5799173"/>
              <a:gd name="connsiteY43145" fmla="*/ 3096724 h 5017219"/>
              <a:gd name="connsiteX43146" fmla="*/ 1576328 w 5799173"/>
              <a:gd name="connsiteY43146" fmla="*/ 3096724 h 5017219"/>
              <a:gd name="connsiteX43147" fmla="*/ 1577158 w 5799173"/>
              <a:gd name="connsiteY43147" fmla="*/ 3097222 h 5017219"/>
              <a:gd name="connsiteX43148" fmla="*/ 1584136 w 5799173"/>
              <a:gd name="connsiteY43148" fmla="*/ 3109269 h 5017219"/>
              <a:gd name="connsiteX43149" fmla="*/ 1584137 w 5799173"/>
              <a:gd name="connsiteY43149" fmla="*/ 3110266 h 5017219"/>
              <a:gd name="connsiteX43150" fmla="*/ 1577158 w 5799173"/>
              <a:gd name="connsiteY43150" fmla="*/ 3122313 h 5017219"/>
              <a:gd name="connsiteX43151" fmla="*/ 1576327 w 5799173"/>
              <a:gd name="connsiteY43151" fmla="*/ 3122811 h 5017219"/>
              <a:gd name="connsiteX43152" fmla="*/ 1261255 w 5799173"/>
              <a:gd name="connsiteY43152" fmla="*/ 3042495 h 5017219"/>
              <a:gd name="connsiteX43153" fmla="*/ 1260424 w 5799173"/>
              <a:gd name="connsiteY43153" fmla="*/ 3041997 h 5017219"/>
              <a:gd name="connsiteX43154" fmla="*/ 1253279 w 5799173"/>
              <a:gd name="connsiteY43154" fmla="*/ 3029701 h 5017219"/>
              <a:gd name="connsiteX43155" fmla="*/ 1253279 w 5799173"/>
              <a:gd name="connsiteY43155" fmla="*/ 3028704 h 5017219"/>
              <a:gd name="connsiteX43156" fmla="*/ 1260424 w 5799173"/>
              <a:gd name="connsiteY43156" fmla="*/ 3016408 h 5017219"/>
              <a:gd name="connsiteX43157" fmla="*/ 1261254 w 5799173"/>
              <a:gd name="connsiteY43157" fmla="*/ 3015910 h 5017219"/>
              <a:gd name="connsiteX43158" fmla="*/ 1275460 w 5799173"/>
              <a:gd name="connsiteY43158" fmla="*/ 3015910 h 5017219"/>
              <a:gd name="connsiteX43159" fmla="*/ 1276291 w 5799173"/>
              <a:gd name="connsiteY43159" fmla="*/ 3016408 h 5017219"/>
              <a:gd name="connsiteX43160" fmla="*/ 1283436 w 5799173"/>
              <a:gd name="connsiteY43160" fmla="*/ 3028704 h 5017219"/>
              <a:gd name="connsiteX43161" fmla="*/ 1283436 w 5799173"/>
              <a:gd name="connsiteY43161" fmla="*/ 3029701 h 5017219"/>
              <a:gd name="connsiteX43162" fmla="*/ 1276291 w 5799173"/>
              <a:gd name="connsiteY43162" fmla="*/ 3041997 h 5017219"/>
              <a:gd name="connsiteX43163" fmla="*/ 1275461 w 5799173"/>
              <a:gd name="connsiteY43163" fmla="*/ 3042495 h 5017219"/>
              <a:gd name="connsiteX43164" fmla="*/ 1200922 w 5799173"/>
              <a:gd name="connsiteY43164" fmla="*/ 3026630 h 5017219"/>
              <a:gd name="connsiteX43165" fmla="*/ 1200008 w 5799173"/>
              <a:gd name="connsiteY43165" fmla="*/ 3026132 h 5017219"/>
              <a:gd name="connsiteX43166" fmla="*/ 1192780 w 5799173"/>
              <a:gd name="connsiteY43166" fmla="*/ 3013505 h 5017219"/>
              <a:gd name="connsiteX43167" fmla="*/ 1192780 w 5799173"/>
              <a:gd name="connsiteY43167" fmla="*/ 3012507 h 5017219"/>
              <a:gd name="connsiteX43168" fmla="*/ 1200091 w 5799173"/>
              <a:gd name="connsiteY43168" fmla="*/ 2999879 h 5017219"/>
              <a:gd name="connsiteX43169" fmla="*/ 1201005 w 5799173"/>
              <a:gd name="connsiteY43169" fmla="*/ 2999381 h 5017219"/>
              <a:gd name="connsiteX43170" fmla="*/ 1215544 w 5799173"/>
              <a:gd name="connsiteY43170" fmla="*/ 2999381 h 5017219"/>
              <a:gd name="connsiteX43171" fmla="*/ 1216457 w 5799173"/>
              <a:gd name="connsiteY43171" fmla="*/ 2999879 h 5017219"/>
              <a:gd name="connsiteX43172" fmla="*/ 1223685 w 5799173"/>
              <a:gd name="connsiteY43172" fmla="*/ 3012507 h 5017219"/>
              <a:gd name="connsiteX43173" fmla="*/ 1223685 w 5799173"/>
              <a:gd name="connsiteY43173" fmla="*/ 3013504 h 5017219"/>
              <a:gd name="connsiteX43174" fmla="*/ 1216374 w 5799173"/>
              <a:gd name="connsiteY43174" fmla="*/ 3026132 h 5017219"/>
              <a:gd name="connsiteX43175" fmla="*/ 1215460 w 5799173"/>
              <a:gd name="connsiteY43175" fmla="*/ 3026630 h 5017219"/>
              <a:gd name="connsiteX43176" fmla="*/ 4149536 w 5799173"/>
              <a:gd name="connsiteY43176" fmla="*/ 3817936 h 5017219"/>
              <a:gd name="connsiteX43177" fmla="*/ 4148538 w 5799173"/>
              <a:gd name="connsiteY43177" fmla="*/ 3817354 h 5017219"/>
              <a:gd name="connsiteX43178" fmla="*/ 4140730 w 5799173"/>
              <a:gd name="connsiteY43178" fmla="*/ 3803813 h 5017219"/>
              <a:gd name="connsiteX43179" fmla="*/ 4140730 w 5799173"/>
              <a:gd name="connsiteY43179" fmla="*/ 3802732 h 5017219"/>
              <a:gd name="connsiteX43180" fmla="*/ 4148539 w 5799173"/>
              <a:gd name="connsiteY43180" fmla="*/ 3789190 h 5017219"/>
              <a:gd name="connsiteX43181" fmla="*/ 4149536 w 5799173"/>
              <a:gd name="connsiteY43181" fmla="*/ 3788609 h 5017219"/>
              <a:gd name="connsiteX43182" fmla="*/ 4165238 w 5799173"/>
              <a:gd name="connsiteY43182" fmla="*/ 3788610 h 5017219"/>
              <a:gd name="connsiteX43183" fmla="*/ 4166235 w 5799173"/>
              <a:gd name="connsiteY43183" fmla="*/ 3789190 h 5017219"/>
              <a:gd name="connsiteX43184" fmla="*/ 4174044 w 5799173"/>
              <a:gd name="connsiteY43184" fmla="*/ 3802732 h 5017219"/>
              <a:gd name="connsiteX43185" fmla="*/ 4174044 w 5799173"/>
              <a:gd name="connsiteY43185" fmla="*/ 3803812 h 5017219"/>
              <a:gd name="connsiteX43186" fmla="*/ 4166234 w 5799173"/>
              <a:gd name="connsiteY43186" fmla="*/ 3817355 h 5017219"/>
              <a:gd name="connsiteX43187" fmla="*/ 4165238 w 5799173"/>
              <a:gd name="connsiteY43187" fmla="*/ 3817936 h 5017219"/>
              <a:gd name="connsiteX43188" fmla="*/ 417835 w 5799173"/>
              <a:gd name="connsiteY43188" fmla="*/ 2818228 h 5017219"/>
              <a:gd name="connsiteX43189" fmla="*/ 416837 w 5799173"/>
              <a:gd name="connsiteY43189" fmla="*/ 2817647 h 5017219"/>
              <a:gd name="connsiteX43190" fmla="*/ 408945 w 5799173"/>
              <a:gd name="connsiteY43190" fmla="*/ 2803939 h 5017219"/>
              <a:gd name="connsiteX43191" fmla="*/ 408945 w 5799173"/>
              <a:gd name="connsiteY43191" fmla="*/ 2802776 h 5017219"/>
              <a:gd name="connsiteX43192" fmla="*/ 416921 w 5799173"/>
              <a:gd name="connsiteY43192" fmla="*/ 2789068 h 5017219"/>
              <a:gd name="connsiteX43193" fmla="*/ 417917 w 5799173"/>
              <a:gd name="connsiteY43193" fmla="*/ 2788486 h 5017219"/>
              <a:gd name="connsiteX43194" fmla="*/ 433786 w 5799173"/>
              <a:gd name="connsiteY43194" fmla="*/ 2788486 h 5017219"/>
              <a:gd name="connsiteX43195" fmla="*/ 434783 w 5799173"/>
              <a:gd name="connsiteY43195" fmla="*/ 2789068 h 5017219"/>
              <a:gd name="connsiteX43196" fmla="*/ 442675 w 5799173"/>
              <a:gd name="connsiteY43196" fmla="*/ 2802776 h 5017219"/>
              <a:gd name="connsiteX43197" fmla="*/ 442675 w 5799173"/>
              <a:gd name="connsiteY43197" fmla="*/ 2803939 h 5017219"/>
              <a:gd name="connsiteX43198" fmla="*/ 434701 w 5799173"/>
              <a:gd name="connsiteY43198" fmla="*/ 2817647 h 5017219"/>
              <a:gd name="connsiteX43199" fmla="*/ 433703 w 5799173"/>
              <a:gd name="connsiteY43199" fmla="*/ 2818228 h 5017219"/>
              <a:gd name="connsiteX43200" fmla="*/ 1621500 w 5799173"/>
              <a:gd name="connsiteY43200" fmla="*/ 3140924 h 5017219"/>
              <a:gd name="connsiteX43201" fmla="*/ 1620502 w 5799173"/>
              <a:gd name="connsiteY43201" fmla="*/ 3140342 h 5017219"/>
              <a:gd name="connsiteX43202" fmla="*/ 1612445 w 5799173"/>
              <a:gd name="connsiteY43202" fmla="*/ 3126385 h 5017219"/>
              <a:gd name="connsiteX43203" fmla="*/ 1612445 w 5799173"/>
              <a:gd name="connsiteY43203" fmla="*/ 3125223 h 5017219"/>
              <a:gd name="connsiteX43204" fmla="*/ 1620502 w 5799173"/>
              <a:gd name="connsiteY43204" fmla="*/ 3111265 h 5017219"/>
              <a:gd name="connsiteX43205" fmla="*/ 1621500 w 5799173"/>
              <a:gd name="connsiteY43205" fmla="*/ 3110683 h 5017219"/>
              <a:gd name="connsiteX43206" fmla="*/ 1637533 w 5799173"/>
              <a:gd name="connsiteY43206" fmla="*/ 3110684 h 5017219"/>
              <a:gd name="connsiteX43207" fmla="*/ 1638531 w 5799173"/>
              <a:gd name="connsiteY43207" fmla="*/ 3111265 h 5017219"/>
              <a:gd name="connsiteX43208" fmla="*/ 1646590 w 5799173"/>
              <a:gd name="connsiteY43208" fmla="*/ 3125222 h 5017219"/>
              <a:gd name="connsiteX43209" fmla="*/ 1646589 w 5799173"/>
              <a:gd name="connsiteY43209" fmla="*/ 3126385 h 5017219"/>
              <a:gd name="connsiteX43210" fmla="*/ 1638532 w 5799173"/>
              <a:gd name="connsiteY43210" fmla="*/ 3140343 h 5017219"/>
              <a:gd name="connsiteX43211" fmla="*/ 1637533 w 5799173"/>
              <a:gd name="connsiteY43211" fmla="*/ 3140925 h 5017219"/>
              <a:gd name="connsiteX43212" fmla="*/ 357314 w 5799173"/>
              <a:gd name="connsiteY43212" fmla="*/ 2802860 h 5017219"/>
              <a:gd name="connsiteX43213" fmla="*/ 356318 w 5799173"/>
              <a:gd name="connsiteY43213" fmla="*/ 2802278 h 5017219"/>
              <a:gd name="connsiteX43214" fmla="*/ 348010 w 5799173"/>
              <a:gd name="connsiteY43214" fmla="*/ 2787823 h 5017219"/>
              <a:gd name="connsiteX43215" fmla="*/ 348010 w 5799173"/>
              <a:gd name="connsiteY43215" fmla="*/ 2786659 h 5017219"/>
              <a:gd name="connsiteX43216" fmla="*/ 356318 w 5799173"/>
              <a:gd name="connsiteY43216" fmla="*/ 2772204 h 5017219"/>
              <a:gd name="connsiteX43217" fmla="*/ 357314 w 5799173"/>
              <a:gd name="connsiteY43217" fmla="*/ 2771622 h 5017219"/>
              <a:gd name="connsiteX43218" fmla="*/ 374013 w 5799173"/>
              <a:gd name="connsiteY43218" fmla="*/ 2771622 h 5017219"/>
              <a:gd name="connsiteX43219" fmla="*/ 375010 w 5799173"/>
              <a:gd name="connsiteY43219" fmla="*/ 2772204 h 5017219"/>
              <a:gd name="connsiteX43220" fmla="*/ 383318 w 5799173"/>
              <a:gd name="connsiteY43220" fmla="*/ 2786659 h 5017219"/>
              <a:gd name="connsiteX43221" fmla="*/ 383318 w 5799173"/>
              <a:gd name="connsiteY43221" fmla="*/ 2787823 h 5017219"/>
              <a:gd name="connsiteX43222" fmla="*/ 375011 w 5799173"/>
              <a:gd name="connsiteY43222" fmla="*/ 2802278 h 5017219"/>
              <a:gd name="connsiteX43223" fmla="*/ 374013 w 5799173"/>
              <a:gd name="connsiteY43223" fmla="*/ 2802860 h 5017219"/>
              <a:gd name="connsiteX43224" fmla="*/ 3005087 w 5799173"/>
              <a:gd name="connsiteY43224" fmla="*/ 3513084 h 5017219"/>
              <a:gd name="connsiteX43225" fmla="*/ 3004007 w 5799173"/>
              <a:gd name="connsiteY43225" fmla="*/ 3512502 h 5017219"/>
              <a:gd name="connsiteX43226" fmla="*/ 2995284 w 5799173"/>
              <a:gd name="connsiteY43226" fmla="*/ 3497465 h 5017219"/>
              <a:gd name="connsiteX43227" fmla="*/ 2995284 w 5799173"/>
              <a:gd name="connsiteY43227" fmla="*/ 3496219 h 5017219"/>
              <a:gd name="connsiteX43228" fmla="*/ 3004007 w 5799173"/>
              <a:gd name="connsiteY43228" fmla="*/ 3481181 h 5017219"/>
              <a:gd name="connsiteX43229" fmla="*/ 3005087 w 5799173"/>
              <a:gd name="connsiteY43229" fmla="*/ 3480600 h 5017219"/>
              <a:gd name="connsiteX43230" fmla="*/ 3022451 w 5799173"/>
              <a:gd name="connsiteY43230" fmla="*/ 3480600 h 5017219"/>
              <a:gd name="connsiteX43231" fmla="*/ 3023531 w 5799173"/>
              <a:gd name="connsiteY43231" fmla="*/ 3481181 h 5017219"/>
              <a:gd name="connsiteX43232" fmla="*/ 3032254 w 5799173"/>
              <a:gd name="connsiteY43232" fmla="*/ 3496219 h 5017219"/>
              <a:gd name="connsiteX43233" fmla="*/ 3032254 w 5799173"/>
              <a:gd name="connsiteY43233" fmla="*/ 3497465 h 5017219"/>
              <a:gd name="connsiteX43234" fmla="*/ 3023531 w 5799173"/>
              <a:gd name="connsiteY43234" fmla="*/ 3512502 h 5017219"/>
              <a:gd name="connsiteX43235" fmla="*/ 3022451 w 5799173"/>
              <a:gd name="connsiteY43235" fmla="*/ 3513084 h 5017219"/>
              <a:gd name="connsiteX43236" fmla="*/ 2944897 w 5799173"/>
              <a:gd name="connsiteY43236" fmla="*/ 3497061 h 5017219"/>
              <a:gd name="connsiteX43237" fmla="*/ 2943818 w 5799173"/>
              <a:gd name="connsiteY43237" fmla="*/ 3496479 h 5017219"/>
              <a:gd name="connsiteX43238" fmla="*/ 2935094 w 5799173"/>
              <a:gd name="connsiteY43238" fmla="*/ 3481359 h 5017219"/>
              <a:gd name="connsiteX43239" fmla="*/ 2935094 w 5799173"/>
              <a:gd name="connsiteY43239" fmla="*/ 3480112 h 5017219"/>
              <a:gd name="connsiteX43240" fmla="*/ 2943818 w 5799173"/>
              <a:gd name="connsiteY43240" fmla="*/ 3464992 h 5017219"/>
              <a:gd name="connsiteX43241" fmla="*/ 2944897 w 5799173"/>
              <a:gd name="connsiteY43241" fmla="*/ 3464410 h 5017219"/>
              <a:gd name="connsiteX43242" fmla="*/ 2962427 w 5799173"/>
              <a:gd name="connsiteY43242" fmla="*/ 3464410 h 5017219"/>
              <a:gd name="connsiteX43243" fmla="*/ 2963507 w 5799173"/>
              <a:gd name="connsiteY43243" fmla="*/ 3464992 h 5017219"/>
              <a:gd name="connsiteX43244" fmla="*/ 2972230 w 5799173"/>
              <a:gd name="connsiteY43244" fmla="*/ 3480112 h 5017219"/>
              <a:gd name="connsiteX43245" fmla="*/ 2972230 w 5799173"/>
              <a:gd name="connsiteY43245" fmla="*/ 3481359 h 5017219"/>
              <a:gd name="connsiteX43246" fmla="*/ 2963508 w 5799173"/>
              <a:gd name="connsiteY43246" fmla="*/ 3496479 h 5017219"/>
              <a:gd name="connsiteX43247" fmla="*/ 2962427 w 5799173"/>
              <a:gd name="connsiteY43247" fmla="*/ 3497060 h 5017219"/>
              <a:gd name="connsiteX43248" fmla="*/ 1018856 w 5799173"/>
              <a:gd name="connsiteY43248" fmla="*/ 2981074 h 5017219"/>
              <a:gd name="connsiteX43249" fmla="*/ 1017776 w 5799173"/>
              <a:gd name="connsiteY43249" fmla="*/ 2980492 h 5017219"/>
              <a:gd name="connsiteX43250" fmla="*/ 1008970 w 5799173"/>
              <a:gd name="connsiteY43250" fmla="*/ 2965288 h 5017219"/>
              <a:gd name="connsiteX43251" fmla="*/ 1008970 w 5799173"/>
              <a:gd name="connsiteY43251" fmla="*/ 2964042 h 5017219"/>
              <a:gd name="connsiteX43252" fmla="*/ 1017776 w 5799173"/>
              <a:gd name="connsiteY43252" fmla="*/ 2948839 h 5017219"/>
              <a:gd name="connsiteX43253" fmla="*/ 1018856 w 5799173"/>
              <a:gd name="connsiteY43253" fmla="*/ 2948258 h 5017219"/>
              <a:gd name="connsiteX43254" fmla="*/ 1036469 w 5799173"/>
              <a:gd name="connsiteY43254" fmla="*/ 2948257 h 5017219"/>
              <a:gd name="connsiteX43255" fmla="*/ 1037549 w 5799173"/>
              <a:gd name="connsiteY43255" fmla="*/ 2948840 h 5017219"/>
              <a:gd name="connsiteX43256" fmla="*/ 1046356 w 5799173"/>
              <a:gd name="connsiteY43256" fmla="*/ 2964043 h 5017219"/>
              <a:gd name="connsiteX43257" fmla="*/ 1046356 w 5799173"/>
              <a:gd name="connsiteY43257" fmla="*/ 2965289 h 5017219"/>
              <a:gd name="connsiteX43258" fmla="*/ 1037549 w 5799173"/>
              <a:gd name="connsiteY43258" fmla="*/ 2980493 h 5017219"/>
              <a:gd name="connsiteX43259" fmla="*/ 1036469 w 5799173"/>
              <a:gd name="connsiteY43259" fmla="*/ 2981073 h 5017219"/>
              <a:gd name="connsiteX43260" fmla="*/ 1139086 w 5799173"/>
              <a:gd name="connsiteY43260" fmla="*/ 3013652 h 5017219"/>
              <a:gd name="connsiteX43261" fmla="*/ 1138006 w 5799173"/>
              <a:gd name="connsiteY43261" fmla="*/ 3012987 h 5017219"/>
              <a:gd name="connsiteX43262" fmla="*/ 1129034 w 5799173"/>
              <a:gd name="connsiteY43262" fmla="*/ 2997451 h 5017219"/>
              <a:gd name="connsiteX43263" fmla="*/ 1129034 w 5799173"/>
              <a:gd name="connsiteY43263" fmla="*/ 2996205 h 5017219"/>
              <a:gd name="connsiteX43264" fmla="*/ 1138006 w 5799173"/>
              <a:gd name="connsiteY43264" fmla="*/ 2980670 h 5017219"/>
              <a:gd name="connsiteX43265" fmla="*/ 1139086 w 5799173"/>
              <a:gd name="connsiteY43265" fmla="*/ 2980005 h 5017219"/>
              <a:gd name="connsiteX43266" fmla="*/ 1156949 w 5799173"/>
              <a:gd name="connsiteY43266" fmla="*/ 2980005 h 5017219"/>
              <a:gd name="connsiteX43267" fmla="*/ 1158029 w 5799173"/>
              <a:gd name="connsiteY43267" fmla="*/ 2980670 h 5017219"/>
              <a:gd name="connsiteX43268" fmla="*/ 1167001 w 5799173"/>
              <a:gd name="connsiteY43268" fmla="*/ 2996205 h 5017219"/>
              <a:gd name="connsiteX43269" fmla="*/ 1167001 w 5799173"/>
              <a:gd name="connsiteY43269" fmla="*/ 2997451 h 5017219"/>
              <a:gd name="connsiteX43270" fmla="*/ 1158029 w 5799173"/>
              <a:gd name="connsiteY43270" fmla="*/ 3012987 h 5017219"/>
              <a:gd name="connsiteX43271" fmla="*/ 1156949 w 5799173"/>
              <a:gd name="connsiteY43271" fmla="*/ 3013652 h 5017219"/>
              <a:gd name="connsiteX43272" fmla="*/ 3245436 w 5799173"/>
              <a:gd name="connsiteY43272" fmla="*/ 3578351 h 5017219"/>
              <a:gd name="connsiteX43273" fmla="*/ 3244356 w 5799173"/>
              <a:gd name="connsiteY43273" fmla="*/ 3577687 h 5017219"/>
              <a:gd name="connsiteX43274" fmla="*/ 3235301 w 5799173"/>
              <a:gd name="connsiteY43274" fmla="*/ 3561902 h 5017219"/>
              <a:gd name="connsiteX43275" fmla="*/ 3235301 w 5799173"/>
              <a:gd name="connsiteY43275" fmla="*/ 3560656 h 5017219"/>
              <a:gd name="connsiteX43276" fmla="*/ 3244440 w 5799173"/>
              <a:gd name="connsiteY43276" fmla="*/ 3544871 h 5017219"/>
              <a:gd name="connsiteX43277" fmla="*/ 3245520 w 5799173"/>
              <a:gd name="connsiteY43277" fmla="*/ 3544206 h 5017219"/>
              <a:gd name="connsiteX43278" fmla="*/ 3263714 w 5799173"/>
              <a:gd name="connsiteY43278" fmla="*/ 3544206 h 5017219"/>
              <a:gd name="connsiteX43279" fmla="*/ 3264793 w 5799173"/>
              <a:gd name="connsiteY43279" fmla="*/ 3544871 h 5017219"/>
              <a:gd name="connsiteX43280" fmla="*/ 3273850 w 5799173"/>
              <a:gd name="connsiteY43280" fmla="*/ 3560656 h 5017219"/>
              <a:gd name="connsiteX43281" fmla="*/ 3273850 w 5799173"/>
              <a:gd name="connsiteY43281" fmla="*/ 3561902 h 5017219"/>
              <a:gd name="connsiteX43282" fmla="*/ 3264711 w 5799173"/>
              <a:gd name="connsiteY43282" fmla="*/ 3577687 h 5017219"/>
              <a:gd name="connsiteX43283" fmla="*/ 3263631 w 5799173"/>
              <a:gd name="connsiteY43283" fmla="*/ 3578351 h 5017219"/>
              <a:gd name="connsiteX43284" fmla="*/ 3185260 w 5799173"/>
              <a:gd name="connsiteY43284" fmla="*/ 3562310 h 5017219"/>
              <a:gd name="connsiteX43285" fmla="*/ 3184181 w 5799173"/>
              <a:gd name="connsiteY43285" fmla="*/ 3561645 h 5017219"/>
              <a:gd name="connsiteX43286" fmla="*/ 3175042 w 5799173"/>
              <a:gd name="connsiteY43286" fmla="*/ 3545777 h 5017219"/>
              <a:gd name="connsiteX43287" fmla="*/ 3175042 w 5799173"/>
              <a:gd name="connsiteY43287" fmla="*/ 3544448 h 5017219"/>
              <a:gd name="connsiteX43288" fmla="*/ 3184180 w 5799173"/>
              <a:gd name="connsiteY43288" fmla="*/ 3528581 h 5017219"/>
              <a:gd name="connsiteX43289" fmla="*/ 3185260 w 5799173"/>
              <a:gd name="connsiteY43289" fmla="*/ 3527915 h 5017219"/>
              <a:gd name="connsiteX43290" fmla="*/ 3203538 w 5799173"/>
              <a:gd name="connsiteY43290" fmla="*/ 3527916 h 5017219"/>
              <a:gd name="connsiteX43291" fmla="*/ 3204618 w 5799173"/>
              <a:gd name="connsiteY43291" fmla="*/ 3528580 h 5017219"/>
              <a:gd name="connsiteX43292" fmla="*/ 3213756 w 5799173"/>
              <a:gd name="connsiteY43292" fmla="*/ 3544448 h 5017219"/>
              <a:gd name="connsiteX43293" fmla="*/ 3213756 w 5799173"/>
              <a:gd name="connsiteY43293" fmla="*/ 3545778 h 5017219"/>
              <a:gd name="connsiteX43294" fmla="*/ 3204618 w 5799173"/>
              <a:gd name="connsiteY43294" fmla="*/ 3561645 h 5017219"/>
              <a:gd name="connsiteX43295" fmla="*/ 3203539 w 5799173"/>
              <a:gd name="connsiteY43295" fmla="*/ 3562311 h 5017219"/>
              <a:gd name="connsiteX43296" fmla="*/ 3064784 w 5799173"/>
              <a:gd name="connsiteY43296" fmla="*/ 3530220 h 5017219"/>
              <a:gd name="connsiteX43297" fmla="*/ 3063621 w 5799173"/>
              <a:gd name="connsiteY43297" fmla="*/ 3529555 h 5017219"/>
              <a:gd name="connsiteX43298" fmla="*/ 3054399 w 5799173"/>
              <a:gd name="connsiteY43298" fmla="*/ 3513604 h 5017219"/>
              <a:gd name="connsiteX43299" fmla="*/ 3054399 w 5799173"/>
              <a:gd name="connsiteY43299" fmla="*/ 3512275 h 5017219"/>
              <a:gd name="connsiteX43300" fmla="*/ 3063621 w 5799173"/>
              <a:gd name="connsiteY43300" fmla="*/ 3496324 h 5017219"/>
              <a:gd name="connsiteX43301" fmla="*/ 3064784 w 5799173"/>
              <a:gd name="connsiteY43301" fmla="*/ 3495659 h 5017219"/>
              <a:gd name="connsiteX43302" fmla="*/ 3083227 w 5799173"/>
              <a:gd name="connsiteY43302" fmla="*/ 3495659 h 5017219"/>
              <a:gd name="connsiteX43303" fmla="*/ 3084390 w 5799173"/>
              <a:gd name="connsiteY43303" fmla="*/ 3496324 h 5017219"/>
              <a:gd name="connsiteX43304" fmla="*/ 3093612 w 5799173"/>
              <a:gd name="connsiteY43304" fmla="*/ 3512275 h 5017219"/>
              <a:gd name="connsiteX43305" fmla="*/ 3093612 w 5799173"/>
              <a:gd name="connsiteY43305" fmla="*/ 3513604 h 5017219"/>
              <a:gd name="connsiteX43306" fmla="*/ 3084390 w 5799173"/>
              <a:gd name="connsiteY43306" fmla="*/ 3529555 h 5017219"/>
              <a:gd name="connsiteX43307" fmla="*/ 3083227 w 5799173"/>
              <a:gd name="connsiteY43307" fmla="*/ 3530220 h 5017219"/>
              <a:gd name="connsiteX43308" fmla="*/ 3124971 w 5799173"/>
              <a:gd name="connsiteY43308" fmla="*/ 3546347 h 5017219"/>
              <a:gd name="connsiteX43309" fmla="*/ 3123808 w 5799173"/>
              <a:gd name="connsiteY43309" fmla="*/ 3545682 h 5017219"/>
              <a:gd name="connsiteX43310" fmla="*/ 3114586 w 5799173"/>
              <a:gd name="connsiteY43310" fmla="*/ 3529731 h 5017219"/>
              <a:gd name="connsiteX43311" fmla="*/ 3114586 w 5799173"/>
              <a:gd name="connsiteY43311" fmla="*/ 3528402 h 5017219"/>
              <a:gd name="connsiteX43312" fmla="*/ 3123808 w 5799173"/>
              <a:gd name="connsiteY43312" fmla="*/ 3512451 h 5017219"/>
              <a:gd name="connsiteX43313" fmla="*/ 3124971 w 5799173"/>
              <a:gd name="connsiteY43313" fmla="*/ 3511786 h 5017219"/>
              <a:gd name="connsiteX43314" fmla="*/ 3143414 w 5799173"/>
              <a:gd name="connsiteY43314" fmla="*/ 3511786 h 5017219"/>
              <a:gd name="connsiteX43315" fmla="*/ 3144577 w 5799173"/>
              <a:gd name="connsiteY43315" fmla="*/ 3512451 h 5017219"/>
              <a:gd name="connsiteX43316" fmla="*/ 3153799 w 5799173"/>
              <a:gd name="connsiteY43316" fmla="*/ 3528402 h 5017219"/>
              <a:gd name="connsiteX43317" fmla="*/ 3153799 w 5799173"/>
              <a:gd name="connsiteY43317" fmla="*/ 3529731 h 5017219"/>
              <a:gd name="connsiteX43318" fmla="*/ 3144577 w 5799173"/>
              <a:gd name="connsiteY43318" fmla="*/ 3545682 h 5017219"/>
              <a:gd name="connsiteX43319" fmla="*/ 3143414 w 5799173"/>
              <a:gd name="connsiteY43319" fmla="*/ 3546347 h 5017219"/>
              <a:gd name="connsiteX43320" fmla="*/ 3305363 w 5799173"/>
              <a:gd name="connsiteY43320" fmla="*/ 3595058 h 5017219"/>
              <a:gd name="connsiteX43321" fmla="*/ 3304200 w 5799173"/>
              <a:gd name="connsiteY43321" fmla="*/ 3594394 h 5017219"/>
              <a:gd name="connsiteX43322" fmla="*/ 3294812 w 5799173"/>
              <a:gd name="connsiteY43322" fmla="*/ 3578110 h 5017219"/>
              <a:gd name="connsiteX43323" fmla="*/ 3294812 w 5799173"/>
              <a:gd name="connsiteY43323" fmla="*/ 3576781 h 5017219"/>
              <a:gd name="connsiteX43324" fmla="*/ 3304199 w 5799173"/>
              <a:gd name="connsiteY43324" fmla="*/ 3560498 h 5017219"/>
              <a:gd name="connsiteX43325" fmla="*/ 3305363 w 5799173"/>
              <a:gd name="connsiteY43325" fmla="*/ 3559833 h 5017219"/>
              <a:gd name="connsiteX43326" fmla="*/ 3324139 w 5799173"/>
              <a:gd name="connsiteY43326" fmla="*/ 3559833 h 5017219"/>
              <a:gd name="connsiteX43327" fmla="*/ 3325302 w 5799173"/>
              <a:gd name="connsiteY43327" fmla="*/ 3560498 h 5017219"/>
              <a:gd name="connsiteX43328" fmla="*/ 3334690 w 5799173"/>
              <a:gd name="connsiteY43328" fmla="*/ 3576781 h 5017219"/>
              <a:gd name="connsiteX43329" fmla="*/ 3334690 w 5799173"/>
              <a:gd name="connsiteY43329" fmla="*/ 3578110 h 5017219"/>
              <a:gd name="connsiteX43330" fmla="*/ 3325302 w 5799173"/>
              <a:gd name="connsiteY43330" fmla="*/ 3594394 h 5017219"/>
              <a:gd name="connsiteX43331" fmla="*/ 3324139 w 5799173"/>
              <a:gd name="connsiteY43331" fmla="*/ 3595058 h 5017219"/>
              <a:gd name="connsiteX43332" fmla="*/ 957913 w 5799173"/>
              <a:gd name="connsiteY43332" fmla="*/ 2966440 h 5017219"/>
              <a:gd name="connsiteX43333" fmla="*/ 956750 w 5799173"/>
              <a:gd name="connsiteY43333" fmla="*/ 2965775 h 5017219"/>
              <a:gd name="connsiteX43334" fmla="*/ 947196 w 5799173"/>
              <a:gd name="connsiteY43334" fmla="*/ 2949243 h 5017219"/>
              <a:gd name="connsiteX43335" fmla="*/ 947196 w 5799173"/>
              <a:gd name="connsiteY43335" fmla="*/ 2947913 h 5017219"/>
              <a:gd name="connsiteX43336" fmla="*/ 956750 w 5799173"/>
              <a:gd name="connsiteY43336" fmla="*/ 2931381 h 5017219"/>
              <a:gd name="connsiteX43337" fmla="*/ 957913 w 5799173"/>
              <a:gd name="connsiteY43337" fmla="*/ 2930716 h 5017219"/>
              <a:gd name="connsiteX43338" fmla="*/ 977021 w 5799173"/>
              <a:gd name="connsiteY43338" fmla="*/ 2930716 h 5017219"/>
              <a:gd name="connsiteX43339" fmla="*/ 978184 w 5799173"/>
              <a:gd name="connsiteY43339" fmla="*/ 2931381 h 5017219"/>
              <a:gd name="connsiteX43340" fmla="*/ 987738 w 5799173"/>
              <a:gd name="connsiteY43340" fmla="*/ 2947913 h 5017219"/>
              <a:gd name="connsiteX43341" fmla="*/ 987738 w 5799173"/>
              <a:gd name="connsiteY43341" fmla="*/ 2949243 h 5017219"/>
              <a:gd name="connsiteX43342" fmla="*/ 978184 w 5799173"/>
              <a:gd name="connsiteY43342" fmla="*/ 2965775 h 5017219"/>
              <a:gd name="connsiteX43343" fmla="*/ 977021 w 5799173"/>
              <a:gd name="connsiteY43343" fmla="*/ 2966440 h 5017219"/>
              <a:gd name="connsiteX43344" fmla="*/ 1740251 w 5799173"/>
              <a:gd name="connsiteY43344" fmla="*/ 3176163 h 5017219"/>
              <a:gd name="connsiteX43345" fmla="*/ 1739088 w 5799173"/>
              <a:gd name="connsiteY43345" fmla="*/ 3175499 h 5017219"/>
              <a:gd name="connsiteX43346" fmla="*/ 1729451 w 5799173"/>
              <a:gd name="connsiteY43346" fmla="*/ 3158882 h 5017219"/>
              <a:gd name="connsiteX43347" fmla="*/ 1729451 w 5799173"/>
              <a:gd name="connsiteY43347" fmla="*/ 3157553 h 5017219"/>
              <a:gd name="connsiteX43348" fmla="*/ 1739088 w 5799173"/>
              <a:gd name="connsiteY43348" fmla="*/ 3140937 h 5017219"/>
              <a:gd name="connsiteX43349" fmla="*/ 1740251 w 5799173"/>
              <a:gd name="connsiteY43349" fmla="*/ 3140273 h 5017219"/>
              <a:gd name="connsiteX43350" fmla="*/ 1759442 w 5799173"/>
              <a:gd name="connsiteY43350" fmla="*/ 3140273 h 5017219"/>
              <a:gd name="connsiteX43351" fmla="*/ 1760605 w 5799173"/>
              <a:gd name="connsiteY43351" fmla="*/ 3140938 h 5017219"/>
              <a:gd name="connsiteX43352" fmla="*/ 1770243 w 5799173"/>
              <a:gd name="connsiteY43352" fmla="*/ 3157553 h 5017219"/>
              <a:gd name="connsiteX43353" fmla="*/ 1770243 w 5799173"/>
              <a:gd name="connsiteY43353" fmla="*/ 3158882 h 5017219"/>
              <a:gd name="connsiteX43354" fmla="*/ 1760605 w 5799173"/>
              <a:gd name="connsiteY43354" fmla="*/ 3175499 h 5017219"/>
              <a:gd name="connsiteX43355" fmla="*/ 1759442 w 5799173"/>
              <a:gd name="connsiteY43355" fmla="*/ 3176163 h 5017219"/>
              <a:gd name="connsiteX43356" fmla="*/ 3485652 w 5799173"/>
              <a:gd name="connsiteY43356" fmla="*/ 3643841 h 5017219"/>
              <a:gd name="connsiteX43357" fmla="*/ 3484489 w 5799173"/>
              <a:gd name="connsiteY43357" fmla="*/ 3643177 h 5017219"/>
              <a:gd name="connsiteX43358" fmla="*/ 3474852 w 5799173"/>
              <a:gd name="connsiteY43358" fmla="*/ 3626561 h 5017219"/>
              <a:gd name="connsiteX43359" fmla="*/ 3474852 w 5799173"/>
              <a:gd name="connsiteY43359" fmla="*/ 3625232 h 5017219"/>
              <a:gd name="connsiteX43360" fmla="*/ 3484489 w 5799173"/>
              <a:gd name="connsiteY43360" fmla="*/ 3608616 h 5017219"/>
              <a:gd name="connsiteX43361" fmla="*/ 3485652 w 5799173"/>
              <a:gd name="connsiteY43361" fmla="*/ 3607951 h 5017219"/>
              <a:gd name="connsiteX43362" fmla="*/ 3504844 w 5799173"/>
              <a:gd name="connsiteY43362" fmla="*/ 3607951 h 5017219"/>
              <a:gd name="connsiteX43363" fmla="*/ 3506007 w 5799173"/>
              <a:gd name="connsiteY43363" fmla="*/ 3608616 h 5017219"/>
              <a:gd name="connsiteX43364" fmla="*/ 3515644 w 5799173"/>
              <a:gd name="connsiteY43364" fmla="*/ 3625232 h 5017219"/>
              <a:gd name="connsiteX43365" fmla="*/ 3515644 w 5799173"/>
              <a:gd name="connsiteY43365" fmla="*/ 3626561 h 5017219"/>
              <a:gd name="connsiteX43366" fmla="*/ 3506007 w 5799173"/>
              <a:gd name="connsiteY43366" fmla="*/ 3643177 h 5017219"/>
              <a:gd name="connsiteX43367" fmla="*/ 3504844 w 5799173"/>
              <a:gd name="connsiteY43367" fmla="*/ 3643841 h 5017219"/>
              <a:gd name="connsiteX43368" fmla="*/ 3365277 w 5799173"/>
              <a:gd name="connsiteY43368" fmla="*/ 3611692 h 5017219"/>
              <a:gd name="connsiteX43369" fmla="*/ 3364113 w 5799173"/>
              <a:gd name="connsiteY43369" fmla="*/ 3611028 h 5017219"/>
              <a:gd name="connsiteX43370" fmla="*/ 3354477 w 5799173"/>
              <a:gd name="connsiteY43370" fmla="*/ 3594329 h 5017219"/>
              <a:gd name="connsiteX43371" fmla="*/ 3354477 w 5799173"/>
              <a:gd name="connsiteY43371" fmla="*/ 3593000 h 5017219"/>
              <a:gd name="connsiteX43372" fmla="*/ 3364114 w 5799173"/>
              <a:gd name="connsiteY43372" fmla="*/ 3576301 h 5017219"/>
              <a:gd name="connsiteX43373" fmla="*/ 3365277 w 5799173"/>
              <a:gd name="connsiteY43373" fmla="*/ 3575636 h 5017219"/>
              <a:gd name="connsiteX43374" fmla="*/ 3384634 w 5799173"/>
              <a:gd name="connsiteY43374" fmla="*/ 3575636 h 5017219"/>
              <a:gd name="connsiteX43375" fmla="*/ 3385797 w 5799173"/>
              <a:gd name="connsiteY43375" fmla="*/ 3576301 h 5017219"/>
              <a:gd name="connsiteX43376" fmla="*/ 3395435 w 5799173"/>
              <a:gd name="connsiteY43376" fmla="*/ 3593000 h 5017219"/>
              <a:gd name="connsiteX43377" fmla="*/ 3395435 w 5799173"/>
              <a:gd name="connsiteY43377" fmla="*/ 3594329 h 5017219"/>
              <a:gd name="connsiteX43378" fmla="*/ 3385797 w 5799173"/>
              <a:gd name="connsiteY43378" fmla="*/ 3611028 h 5017219"/>
              <a:gd name="connsiteX43379" fmla="*/ 3384634 w 5799173"/>
              <a:gd name="connsiteY43379" fmla="*/ 3611692 h 5017219"/>
              <a:gd name="connsiteX43380" fmla="*/ 1078067 w 5799173"/>
              <a:gd name="connsiteY43380" fmla="*/ 2999032 h 5017219"/>
              <a:gd name="connsiteX43381" fmla="*/ 1076904 w 5799173"/>
              <a:gd name="connsiteY43381" fmla="*/ 2998367 h 5017219"/>
              <a:gd name="connsiteX43382" fmla="*/ 1067183 w 5799173"/>
              <a:gd name="connsiteY43382" fmla="*/ 2981419 h 5017219"/>
              <a:gd name="connsiteX43383" fmla="*/ 1067184 w 5799173"/>
              <a:gd name="connsiteY43383" fmla="*/ 2980007 h 5017219"/>
              <a:gd name="connsiteX43384" fmla="*/ 1076987 w 5799173"/>
              <a:gd name="connsiteY43384" fmla="*/ 2963059 h 5017219"/>
              <a:gd name="connsiteX43385" fmla="*/ 1078150 w 5799173"/>
              <a:gd name="connsiteY43385" fmla="*/ 2962394 h 5017219"/>
              <a:gd name="connsiteX43386" fmla="*/ 1097674 w 5799173"/>
              <a:gd name="connsiteY43386" fmla="*/ 2962394 h 5017219"/>
              <a:gd name="connsiteX43387" fmla="*/ 1098837 w 5799173"/>
              <a:gd name="connsiteY43387" fmla="*/ 2963059 h 5017219"/>
              <a:gd name="connsiteX43388" fmla="*/ 1108556 w 5799173"/>
              <a:gd name="connsiteY43388" fmla="*/ 2980007 h 5017219"/>
              <a:gd name="connsiteX43389" fmla="*/ 1108557 w 5799173"/>
              <a:gd name="connsiteY43389" fmla="*/ 2981419 h 5017219"/>
              <a:gd name="connsiteX43390" fmla="*/ 1098754 w 5799173"/>
              <a:gd name="connsiteY43390" fmla="*/ 2998367 h 5017219"/>
              <a:gd name="connsiteX43391" fmla="*/ 1097590 w 5799173"/>
              <a:gd name="connsiteY43391" fmla="*/ 2999032 h 5017219"/>
              <a:gd name="connsiteX43392" fmla="*/ 3967006 w 5799173"/>
              <a:gd name="connsiteY43392" fmla="*/ 3773121 h 5017219"/>
              <a:gd name="connsiteX43393" fmla="*/ 3965843 w 5799173"/>
              <a:gd name="connsiteY43393" fmla="*/ 3772456 h 5017219"/>
              <a:gd name="connsiteX43394" fmla="*/ 3956123 w 5799173"/>
              <a:gd name="connsiteY43394" fmla="*/ 3755508 h 5017219"/>
              <a:gd name="connsiteX43395" fmla="*/ 3956123 w 5799173"/>
              <a:gd name="connsiteY43395" fmla="*/ 3754096 h 5017219"/>
              <a:gd name="connsiteX43396" fmla="*/ 3965926 w 5799173"/>
              <a:gd name="connsiteY43396" fmla="*/ 3737148 h 5017219"/>
              <a:gd name="connsiteX43397" fmla="*/ 3967089 w 5799173"/>
              <a:gd name="connsiteY43397" fmla="*/ 3736483 h 5017219"/>
              <a:gd name="connsiteX43398" fmla="*/ 3986613 w 5799173"/>
              <a:gd name="connsiteY43398" fmla="*/ 3736483 h 5017219"/>
              <a:gd name="connsiteX43399" fmla="*/ 3987776 w 5799173"/>
              <a:gd name="connsiteY43399" fmla="*/ 3737148 h 5017219"/>
              <a:gd name="connsiteX43400" fmla="*/ 3997496 w 5799173"/>
              <a:gd name="connsiteY43400" fmla="*/ 3754096 h 5017219"/>
              <a:gd name="connsiteX43401" fmla="*/ 3997496 w 5799173"/>
              <a:gd name="connsiteY43401" fmla="*/ 3755508 h 5017219"/>
              <a:gd name="connsiteX43402" fmla="*/ 3987693 w 5799173"/>
              <a:gd name="connsiteY43402" fmla="*/ 3772456 h 5017219"/>
              <a:gd name="connsiteX43403" fmla="*/ 3986530 w 5799173"/>
              <a:gd name="connsiteY43403" fmla="*/ 3773121 h 5017219"/>
              <a:gd name="connsiteX43404" fmla="*/ 3605889 w 5799173"/>
              <a:gd name="connsiteY43404" fmla="*/ 3676442 h 5017219"/>
              <a:gd name="connsiteX43405" fmla="*/ 3604726 w 5799173"/>
              <a:gd name="connsiteY43405" fmla="*/ 3675777 h 5017219"/>
              <a:gd name="connsiteX43406" fmla="*/ 3594923 w 5799173"/>
              <a:gd name="connsiteY43406" fmla="*/ 3658746 h 5017219"/>
              <a:gd name="connsiteX43407" fmla="*/ 3594923 w 5799173"/>
              <a:gd name="connsiteY43407" fmla="*/ 3657334 h 5017219"/>
              <a:gd name="connsiteX43408" fmla="*/ 3604726 w 5799173"/>
              <a:gd name="connsiteY43408" fmla="*/ 3640303 h 5017219"/>
              <a:gd name="connsiteX43409" fmla="*/ 3605889 w 5799173"/>
              <a:gd name="connsiteY43409" fmla="*/ 3639638 h 5017219"/>
              <a:gd name="connsiteX43410" fmla="*/ 3625496 w 5799173"/>
              <a:gd name="connsiteY43410" fmla="*/ 3639638 h 5017219"/>
              <a:gd name="connsiteX43411" fmla="*/ 3626659 w 5799173"/>
              <a:gd name="connsiteY43411" fmla="*/ 3640303 h 5017219"/>
              <a:gd name="connsiteX43412" fmla="*/ 3636463 w 5799173"/>
              <a:gd name="connsiteY43412" fmla="*/ 3657334 h 5017219"/>
              <a:gd name="connsiteX43413" fmla="*/ 3636463 w 5799173"/>
              <a:gd name="connsiteY43413" fmla="*/ 3658746 h 5017219"/>
              <a:gd name="connsiteX43414" fmla="*/ 3626659 w 5799173"/>
              <a:gd name="connsiteY43414" fmla="*/ 3675777 h 5017219"/>
              <a:gd name="connsiteX43415" fmla="*/ 3625495 w 5799173"/>
              <a:gd name="connsiteY43415" fmla="*/ 3676442 h 5017219"/>
              <a:gd name="connsiteX43416" fmla="*/ 1679822 w 5799173"/>
              <a:gd name="connsiteY43416" fmla="*/ 3160639 h 5017219"/>
              <a:gd name="connsiteX43417" fmla="*/ 1678577 w 5799173"/>
              <a:gd name="connsiteY43417" fmla="*/ 3159975 h 5017219"/>
              <a:gd name="connsiteX43418" fmla="*/ 1668690 w 5799173"/>
              <a:gd name="connsiteY43418" fmla="*/ 3142777 h 5017219"/>
              <a:gd name="connsiteX43419" fmla="*/ 1668690 w 5799173"/>
              <a:gd name="connsiteY43419" fmla="*/ 3141366 h 5017219"/>
              <a:gd name="connsiteX43420" fmla="*/ 1678577 w 5799173"/>
              <a:gd name="connsiteY43420" fmla="*/ 3124168 h 5017219"/>
              <a:gd name="connsiteX43421" fmla="*/ 1679822 w 5799173"/>
              <a:gd name="connsiteY43421" fmla="*/ 3123503 h 5017219"/>
              <a:gd name="connsiteX43422" fmla="*/ 1699678 w 5799173"/>
              <a:gd name="connsiteY43422" fmla="*/ 3123503 h 5017219"/>
              <a:gd name="connsiteX43423" fmla="*/ 1700925 w 5799173"/>
              <a:gd name="connsiteY43423" fmla="*/ 3124168 h 5017219"/>
              <a:gd name="connsiteX43424" fmla="*/ 1710811 w 5799173"/>
              <a:gd name="connsiteY43424" fmla="*/ 3141365 h 5017219"/>
              <a:gd name="connsiteX43425" fmla="*/ 1710811 w 5799173"/>
              <a:gd name="connsiteY43425" fmla="*/ 3142777 h 5017219"/>
              <a:gd name="connsiteX43426" fmla="*/ 1700925 w 5799173"/>
              <a:gd name="connsiteY43426" fmla="*/ 3159975 h 5017219"/>
              <a:gd name="connsiteX43427" fmla="*/ 1699678 w 5799173"/>
              <a:gd name="connsiteY43427" fmla="*/ 3160640 h 5017219"/>
              <a:gd name="connsiteX43428" fmla="*/ 3545514 w 5799173"/>
              <a:gd name="connsiteY43428" fmla="*/ 3660644 h 5017219"/>
              <a:gd name="connsiteX43429" fmla="*/ 3544268 w 5799173"/>
              <a:gd name="connsiteY43429" fmla="*/ 3659980 h 5017219"/>
              <a:gd name="connsiteX43430" fmla="*/ 3534299 w 5799173"/>
              <a:gd name="connsiteY43430" fmla="*/ 3642699 h 5017219"/>
              <a:gd name="connsiteX43431" fmla="*/ 3534299 w 5799173"/>
              <a:gd name="connsiteY43431" fmla="*/ 3641287 h 5017219"/>
              <a:gd name="connsiteX43432" fmla="*/ 3544268 w 5799173"/>
              <a:gd name="connsiteY43432" fmla="*/ 3624007 h 5017219"/>
              <a:gd name="connsiteX43433" fmla="*/ 3545514 w 5799173"/>
              <a:gd name="connsiteY43433" fmla="*/ 3623342 h 5017219"/>
              <a:gd name="connsiteX43434" fmla="*/ 3565454 w 5799173"/>
              <a:gd name="connsiteY43434" fmla="*/ 3623342 h 5017219"/>
              <a:gd name="connsiteX43435" fmla="*/ 3566700 w 5799173"/>
              <a:gd name="connsiteY43435" fmla="*/ 3624007 h 5017219"/>
              <a:gd name="connsiteX43436" fmla="*/ 3576669 w 5799173"/>
              <a:gd name="connsiteY43436" fmla="*/ 3641287 h 5017219"/>
              <a:gd name="connsiteX43437" fmla="*/ 3576670 w 5799173"/>
              <a:gd name="connsiteY43437" fmla="*/ 3642699 h 5017219"/>
              <a:gd name="connsiteX43438" fmla="*/ 3566700 w 5799173"/>
              <a:gd name="connsiteY43438" fmla="*/ 3659980 h 5017219"/>
              <a:gd name="connsiteX43439" fmla="*/ 3565454 w 5799173"/>
              <a:gd name="connsiteY43439" fmla="*/ 3660644 h 5017219"/>
              <a:gd name="connsiteX43440" fmla="*/ 3425081 w 5799173"/>
              <a:gd name="connsiteY43440" fmla="*/ 3628477 h 5017219"/>
              <a:gd name="connsiteX43441" fmla="*/ 3423835 w 5799173"/>
              <a:gd name="connsiteY43441" fmla="*/ 3627729 h 5017219"/>
              <a:gd name="connsiteX43442" fmla="*/ 3413865 w 5799173"/>
              <a:gd name="connsiteY43442" fmla="*/ 3610366 h 5017219"/>
              <a:gd name="connsiteX43443" fmla="*/ 3413865 w 5799173"/>
              <a:gd name="connsiteY43443" fmla="*/ 3608953 h 5017219"/>
              <a:gd name="connsiteX43444" fmla="*/ 3423917 w 5799173"/>
              <a:gd name="connsiteY43444" fmla="*/ 3591590 h 5017219"/>
              <a:gd name="connsiteX43445" fmla="*/ 3425164 w 5799173"/>
              <a:gd name="connsiteY43445" fmla="*/ 3590842 h 5017219"/>
              <a:gd name="connsiteX43446" fmla="*/ 3445186 w 5799173"/>
              <a:gd name="connsiteY43446" fmla="*/ 3590842 h 5017219"/>
              <a:gd name="connsiteX43447" fmla="*/ 3446432 w 5799173"/>
              <a:gd name="connsiteY43447" fmla="*/ 3591590 h 5017219"/>
              <a:gd name="connsiteX43448" fmla="*/ 3456401 w 5799173"/>
              <a:gd name="connsiteY43448" fmla="*/ 3608953 h 5017219"/>
              <a:gd name="connsiteX43449" fmla="*/ 3456401 w 5799173"/>
              <a:gd name="connsiteY43449" fmla="*/ 3610366 h 5017219"/>
              <a:gd name="connsiteX43450" fmla="*/ 3446349 w 5799173"/>
              <a:gd name="connsiteY43450" fmla="*/ 3627729 h 5017219"/>
              <a:gd name="connsiteX43451" fmla="*/ 3445103 w 5799173"/>
              <a:gd name="connsiteY43451" fmla="*/ 3628477 h 5017219"/>
              <a:gd name="connsiteX43452" fmla="*/ 3665827 w 5799173"/>
              <a:gd name="connsiteY43452" fmla="*/ 3692985 h 5017219"/>
              <a:gd name="connsiteX43453" fmla="*/ 3664581 w 5799173"/>
              <a:gd name="connsiteY43453" fmla="*/ 3692237 h 5017219"/>
              <a:gd name="connsiteX43454" fmla="*/ 3654610 w 5799173"/>
              <a:gd name="connsiteY43454" fmla="*/ 3674874 h 5017219"/>
              <a:gd name="connsiteX43455" fmla="*/ 3654611 w 5799173"/>
              <a:gd name="connsiteY43455" fmla="*/ 3673461 h 5017219"/>
              <a:gd name="connsiteX43456" fmla="*/ 3664663 w 5799173"/>
              <a:gd name="connsiteY43456" fmla="*/ 3656098 h 5017219"/>
              <a:gd name="connsiteX43457" fmla="*/ 3665910 w 5799173"/>
              <a:gd name="connsiteY43457" fmla="*/ 3655350 h 5017219"/>
              <a:gd name="connsiteX43458" fmla="*/ 3685932 w 5799173"/>
              <a:gd name="connsiteY43458" fmla="*/ 3655350 h 5017219"/>
              <a:gd name="connsiteX43459" fmla="*/ 3687178 w 5799173"/>
              <a:gd name="connsiteY43459" fmla="*/ 3656098 h 5017219"/>
              <a:gd name="connsiteX43460" fmla="*/ 3697146 w 5799173"/>
              <a:gd name="connsiteY43460" fmla="*/ 3673461 h 5017219"/>
              <a:gd name="connsiteX43461" fmla="*/ 3697147 w 5799173"/>
              <a:gd name="connsiteY43461" fmla="*/ 3674874 h 5017219"/>
              <a:gd name="connsiteX43462" fmla="*/ 3687094 w 5799173"/>
              <a:gd name="connsiteY43462" fmla="*/ 3692237 h 5017219"/>
              <a:gd name="connsiteX43463" fmla="*/ 3685848 w 5799173"/>
              <a:gd name="connsiteY43463" fmla="*/ 3692985 h 5017219"/>
              <a:gd name="connsiteX43464" fmla="*/ 3846385 w 5799173"/>
              <a:gd name="connsiteY43464" fmla="*/ 3741365 h 5017219"/>
              <a:gd name="connsiteX43465" fmla="*/ 3845139 w 5799173"/>
              <a:gd name="connsiteY43465" fmla="*/ 3740618 h 5017219"/>
              <a:gd name="connsiteX43466" fmla="*/ 3835169 w 5799173"/>
              <a:gd name="connsiteY43466" fmla="*/ 3723254 h 5017219"/>
              <a:gd name="connsiteX43467" fmla="*/ 3835169 w 5799173"/>
              <a:gd name="connsiteY43467" fmla="*/ 3721841 h 5017219"/>
              <a:gd name="connsiteX43468" fmla="*/ 3845221 w 5799173"/>
              <a:gd name="connsiteY43468" fmla="*/ 3704478 h 5017219"/>
              <a:gd name="connsiteX43469" fmla="*/ 3846468 w 5799173"/>
              <a:gd name="connsiteY43469" fmla="*/ 3703730 h 5017219"/>
              <a:gd name="connsiteX43470" fmla="*/ 3866490 w 5799173"/>
              <a:gd name="connsiteY43470" fmla="*/ 3703730 h 5017219"/>
              <a:gd name="connsiteX43471" fmla="*/ 3867736 w 5799173"/>
              <a:gd name="connsiteY43471" fmla="*/ 3704478 h 5017219"/>
              <a:gd name="connsiteX43472" fmla="*/ 3877705 w 5799173"/>
              <a:gd name="connsiteY43472" fmla="*/ 3721841 h 5017219"/>
              <a:gd name="connsiteX43473" fmla="*/ 3877705 w 5799173"/>
              <a:gd name="connsiteY43473" fmla="*/ 3723254 h 5017219"/>
              <a:gd name="connsiteX43474" fmla="*/ 3867653 w 5799173"/>
              <a:gd name="connsiteY43474" fmla="*/ 3740617 h 5017219"/>
              <a:gd name="connsiteX43475" fmla="*/ 3866407 w 5799173"/>
              <a:gd name="connsiteY43475" fmla="*/ 3741365 h 5017219"/>
              <a:gd name="connsiteX43476" fmla="*/ 3906571 w 5799173"/>
              <a:gd name="connsiteY43476" fmla="*/ 3757575 h 5017219"/>
              <a:gd name="connsiteX43477" fmla="*/ 3905325 w 5799173"/>
              <a:gd name="connsiteY43477" fmla="*/ 3756827 h 5017219"/>
              <a:gd name="connsiteX43478" fmla="*/ 3895272 w 5799173"/>
              <a:gd name="connsiteY43478" fmla="*/ 3739381 h 5017219"/>
              <a:gd name="connsiteX43479" fmla="*/ 3895272 w 5799173"/>
              <a:gd name="connsiteY43479" fmla="*/ 3737968 h 5017219"/>
              <a:gd name="connsiteX43480" fmla="*/ 3905325 w 5799173"/>
              <a:gd name="connsiteY43480" fmla="*/ 3720522 h 5017219"/>
              <a:gd name="connsiteX43481" fmla="*/ 3906571 w 5799173"/>
              <a:gd name="connsiteY43481" fmla="*/ 3719774 h 5017219"/>
              <a:gd name="connsiteX43482" fmla="*/ 3926676 w 5799173"/>
              <a:gd name="connsiteY43482" fmla="*/ 3719774 h 5017219"/>
              <a:gd name="connsiteX43483" fmla="*/ 3927922 w 5799173"/>
              <a:gd name="connsiteY43483" fmla="*/ 3720522 h 5017219"/>
              <a:gd name="connsiteX43484" fmla="*/ 3937975 w 5799173"/>
              <a:gd name="connsiteY43484" fmla="*/ 3737968 h 5017219"/>
              <a:gd name="connsiteX43485" fmla="*/ 3937975 w 5799173"/>
              <a:gd name="connsiteY43485" fmla="*/ 3739381 h 5017219"/>
              <a:gd name="connsiteX43486" fmla="*/ 3927922 w 5799173"/>
              <a:gd name="connsiteY43486" fmla="*/ 3756827 h 5017219"/>
              <a:gd name="connsiteX43487" fmla="*/ 3926676 w 5799173"/>
              <a:gd name="connsiteY43487" fmla="*/ 3757575 h 5017219"/>
              <a:gd name="connsiteX43488" fmla="*/ 4929738 w 5799173"/>
              <a:gd name="connsiteY43488" fmla="*/ 4031732 h 5017219"/>
              <a:gd name="connsiteX43489" fmla="*/ 4928492 w 5799173"/>
              <a:gd name="connsiteY43489" fmla="*/ 4030984 h 5017219"/>
              <a:gd name="connsiteX43490" fmla="*/ 4918439 w 5799173"/>
              <a:gd name="connsiteY43490" fmla="*/ 4013538 h 5017219"/>
              <a:gd name="connsiteX43491" fmla="*/ 4918439 w 5799173"/>
              <a:gd name="connsiteY43491" fmla="*/ 4012125 h 5017219"/>
              <a:gd name="connsiteX43492" fmla="*/ 4928492 w 5799173"/>
              <a:gd name="connsiteY43492" fmla="*/ 3994679 h 5017219"/>
              <a:gd name="connsiteX43493" fmla="*/ 4929738 w 5799173"/>
              <a:gd name="connsiteY43493" fmla="*/ 3993931 h 5017219"/>
              <a:gd name="connsiteX43494" fmla="*/ 4949843 w 5799173"/>
              <a:gd name="connsiteY43494" fmla="*/ 3993931 h 5017219"/>
              <a:gd name="connsiteX43495" fmla="*/ 4951089 w 5799173"/>
              <a:gd name="connsiteY43495" fmla="*/ 3994679 h 5017219"/>
              <a:gd name="connsiteX43496" fmla="*/ 4961142 w 5799173"/>
              <a:gd name="connsiteY43496" fmla="*/ 4012125 h 5017219"/>
              <a:gd name="connsiteX43497" fmla="*/ 4961142 w 5799173"/>
              <a:gd name="connsiteY43497" fmla="*/ 4013538 h 5017219"/>
              <a:gd name="connsiteX43498" fmla="*/ 4951089 w 5799173"/>
              <a:gd name="connsiteY43498" fmla="*/ 4030984 h 5017219"/>
              <a:gd name="connsiteX43499" fmla="*/ 4949843 w 5799173"/>
              <a:gd name="connsiteY43499" fmla="*/ 4031732 h 5017219"/>
              <a:gd name="connsiteX43500" fmla="*/ 4989924 w 5799173"/>
              <a:gd name="connsiteY43500" fmla="*/ 4047858 h 5017219"/>
              <a:gd name="connsiteX43501" fmla="*/ 4988677 w 5799173"/>
              <a:gd name="connsiteY43501" fmla="*/ 4047110 h 5017219"/>
              <a:gd name="connsiteX43502" fmla="*/ 4978624 w 5799173"/>
              <a:gd name="connsiteY43502" fmla="*/ 4029665 h 5017219"/>
              <a:gd name="connsiteX43503" fmla="*/ 4978624 w 5799173"/>
              <a:gd name="connsiteY43503" fmla="*/ 4028251 h 5017219"/>
              <a:gd name="connsiteX43504" fmla="*/ 4988678 w 5799173"/>
              <a:gd name="connsiteY43504" fmla="*/ 4010806 h 5017219"/>
              <a:gd name="connsiteX43505" fmla="*/ 4989923 w 5799173"/>
              <a:gd name="connsiteY43505" fmla="*/ 4010058 h 5017219"/>
              <a:gd name="connsiteX43506" fmla="*/ 5010028 w 5799173"/>
              <a:gd name="connsiteY43506" fmla="*/ 4010057 h 5017219"/>
              <a:gd name="connsiteX43507" fmla="*/ 5011275 w 5799173"/>
              <a:gd name="connsiteY43507" fmla="*/ 4010805 h 5017219"/>
              <a:gd name="connsiteX43508" fmla="*/ 5021328 w 5799173"/>
              <a:gd name="connsiteY43508" fmla="*/ 4028252 h 5017219"/>
              <a:gd name="connsiteX43509" fmla="*/ 5021328 w 5799173"/>
              <a:gd name="connsiteY43509" fmla="*/ 4029664 h 5017219"/>
              <a:gd name="connsiteX43510" fmla="*/ 5011274 w 5799173"/>
              <a:gd name="connsiteY43510" fmla="*/ 4047110 h 5017219"/>
              <a:gd name="connsiteX43511" fmla="*/ 5010029 w 5799173"/>
              <a:gd name="connsiteY43511" fmla="*/ 4047859 h 5017219"/>
              <a:gd name="connsiteX43512" fmla="*/ 3786116 w 5799173"/>
              <a:gd name="connsiteY43512" fmla="*/ 3725404 h 5017219"/>
              <a:gd name="connsiteX43513" fmla="*/ 3784871 w 5799173"/>
              <a:gd name="connsiteY43513" fmla="*/ 3724657 h 5017219"/>
              <a:gd name="connsiteX43514" fmla="*/ 3774734 w 5799173"/>
              <a:gd name="connsiteY43514" fmla="*/ 3707127 h 5017219"/>
              <a:gd name="connsiteX43515" fmla="*/ 3774734 w 5799173"/>
              <a:gd name="connsiteY43515" fmla="*/ 3705715 h 5017219"/>
              <a:gd name="connsiteX43516" fmla="*/ 3784870 w 5799173"/>
              <a:gd name="connsiteY43516" fmla="*/ 3688185 h 5017219"/>
              <a:gd name="connsiteX43517" fmla="*/ 3786116 w 5799173"/>
              <a:gd name="connsiteY43517" fmla="*/ 3687437 h 5017219"/>
              <a:gd name="connsiteX43518" fmla="*/ 3806388 w 5799173"/>
              <a:gd name="connsiteY43518" fmla="*/ 3687437 h 5017219"/>
              <a:gd name="connsiteX43519" fmla="*/ 3807633 w 5799173"/>
              <a:gd name="connsiteY43519" fmla="*/ 3688185 h 5017219"/>
              <a:gd name="connsiteX43520" fmla="*/ 3817769 w 5799173"/>
              <a:gd name="connsiteY43520" fmla="*/ 3705715 h 5017219"/>
              <a:gd name="connsiteX43521" fmla="*/ 3817769 w 5799173"/>
              <a:gd name="connsiteY43521" fmla="*/ 3707127 h 5017219"/>
              <a:gd name="connsiteX43522" fmla="*/ 3807633 w 5799173"/>
              <a:gd name="connsiteY43522" fmla="*/ 3724657 h 5017219"/>
              <a:gd name="connsiteX43523" fmla="*/ 3806387 w 5799173"/>
              <a:gd name="connsiteY43523" fmla="*/ 3725404 h 5017219"/>
              <a:gd name="connsiteX43524" fmla="*/ 3725742 w 5799173"/>
              <a:gd name="connsiteY43524" fmla="*/ 3709597 h 5017219"/>
              <a:gd name="connsiteX43525" fmla="*/ 3724496 w 5799173"/>
              <a:gd name="connsiteY43525" fmla="*/ 3708849 h 5017219"/>
              <a:gd name="connsiteX43526" fmla="*/ 3714194 w 5799173"/>
              <a:gd name="connsiteY43526" fmla="*/ 3691070 h 5017219"/>
              <a:gd name="connsiteX43527" fmla="*/ 3714194 w 5799173"/>
              <a:gd name="connsiteY43527" fmla="*/ 3689658 h 5017219"/>
              <a:gd name="connsiteX43528" fmla="*/ 3724496 w 5799173"/>
              <a:gd name="connsiteY43528" fmla="*/ 3671879 h 5017219"/>
              <a:gd name="connsiteX43529" fmla="*/ 3725742 w 5799173"/>
              <a:gd name="connsiteY43529" fmla="*/ 3671131 h 5017219"/>
              <a:gd name="connsiteX43530" fmla="*/ 3746262 w 5799173"/>
              <a:gd name="connsiteY43530" fmla="*/ 3671131 h 5017219"/>
              <a:gd name="connsiteX43531" fmla="*/ 3747510 w 5799173"/>
              <a:gd name="connsiteY43531" fmla="*/ 3671879 h 5017219"/>
              <a:gd name="connsiteX43532" fmla="*/ 3757810 w 5799173"/>
              <a:gd name="connsiteY43532" fmla="*/ 3689658 h 5017219"/>
              <a:gd name="connsiteX43533" fmla="*/ 3757811 w 5799173"/>
              <a:gd name="connsiteY43533" fmla="*/ 3691070 h 5017219"/>
              <a:gd name="connsiteX43534" fmla="*/ 3747509 w 5799173"/>
              <a:gd name="connsiteY43534" fmla="*/ 3708849 h 5017219"/>
              <a:gd name="connsiteX43535" fmla="*/ 3746262 w 5799173"/>
              <a:gd name="connsiteY43535" fmla="*/ 3709597 h 5017219"/>
              <a:gd name="connsiteX43536" fmla="*/ 4568350 w 5799173"/>
              <a:gd name="connsiteY43536" fmla="*/ 3935373 h 5017219"/>
              <a:gd name="connsiteX43537" fmla="*/ 4567104 w 5799173"/>
              <a:gd name="connsiteY43537" fmla="*/ 3934625 h 5017219"/>
              <a:gd name="connsiteX43538" fmla="*/ 4556802 w 5799173"/>
              <a:gd name="connsiteY43538" fmla="*/ 3916846 h 5017219"/>
              <a:gd name="connsiteX43539" fmla="*/ 4556802 w 5799173"/>
              <a:gd name="connsiteY43539" fmla="*/ 3915434 h 5017219"/>
              <a:gd name="connsiteX43540" fmla="*/ 4567104 w 5799173"/>
              <a:gd name="connsiteY43540" fmla="*/ 3897655 h 5017219"/>
              <a:gd name="connsiteX43541" fmla="*/ 4568350 w 5799173"/>
              <a:gd name="connsiteY43541" fmla="*/ 3896907 h 5017219"/>
              <a:gd name="connsiteX43542" fmla="*/ 4588870 w 5799173"/>
              <a:gd name="connsiteY43542" fmla="*/ 3896907 h 5017219"/>
              <a:gd name="connsiteX43543" fmla="*/ 4590118 w 5799173"/>
              <a:gd name="connsiteY43543" fmla="*/ 3897655 h 5017219"/>
              <a:gd name="connsiteX43544" fmla="*/ 4600418 w 5799173"/>
              <a:gd name="connsiteY43544" fmla="*/ 3915434 h 5017219"/>
              <a:gd name="connsiteX43545" fmla="*/ 4600419 w 5799173"/>
              <a:gd name="connsiteY43545" fmla="*/ 3916846 h 5017219"/>
              <a:gd name="connsiteX43546" fmla="*/ 4590117 w 5799173"/>
              <a:gd name="connsiteY43546" fmla="*/ 3934625 h 5017219"/>
              <a:gd name="connsiteX43547" fmla="*/ 4588870 w 5799173"/>
              <a:gd name="connsiteY43547" fmla="*/ 3935373 h 5017219"/>
              <a:gd name="connsiteX43548" fmla="*/ 4809103 w 5799173"/>
              <a:gd name="connsiteY43548" fmla="*/ 3999986 h 5017219"/>
              <a:gd name="connsiteX43549" fmla="*/ 4807857 w 5799173"/>
              <a:gd name="connsiteY43549" fmla="*/ 3999238 h 5017219"/>
              <a:gd name="connsiteX43550" fmla="*/ 4797555 w 5799173"/>
              <a:gd name="connsiteY43550" fmla="*/ 3981376 h 5017219"/>
              <a:gd name="connsiteX43551" fmla="*/ 4797555 w 5799173"/>
              <a:gd name="connsiteY43551" fmla="*/ 3979881 h 5017219"/>
              <a:gd name="connsiteX43552" fmla="*/ 4807857 w 5799173"/>
              <a:gd name="connsiteY43552" fmla="*/ 3962019 h 5017219"/>
              <a:gd name="connsiteX43553" fmla="*/ 4809103 w 5799173"/>
              <a:gd name="connsiteY43553" fmla="*/ 3961271 h 5017219"/>
              <a:gd name="connsiteX43554" fmla="*/ 4829790 w 5799173"/>
              <a:gd name="connsiteY43554" fmla="*/ 3961271 h 5017219"/>
              <a:gd name="connsiteX43555" fmla="*/ 4831036 w 5799173"/>
              <a:gd name="connsiteY43555" fmla="*/ 3962019 h 5017219"/>
              <a:gd name="connsiteX43556" fmla="*/ 4841338 w 5799173"/>
              <a:gd name="connsiteY43556" fmla="*/ 3979881 h 5017219"/>
              <a:gd name="connsiteX43557" fmla="*/ 4841338 w 5799173"/>
              <a:gd name="connsiteY43557" fmla="*/ 3981376 h 5017219"/>
              <a:gd name="connsiteX43558" fmla="*/ 4831036 w 5799173"/>
              <a:gd name="connsiteY43558" fmla="*/ 3999238 h 5017219"/>
              <a:gd name="connsiteX43559" fmla="*/ 4829790 w 5799173"/>
              <a:gd name="connsiteY43559" fmla="*/ 3999986 h 5017219"/>
              <a:gd name="connsiteX43560" fmla="*/ 4327531 w 5799173"/>
              <a:gd name="connsiteY43560" fmla="*/ 3871044 h 5017219"/>
              <a:gd name="connsiteX43561" fmla="*/ 4326285 w 5799173"/>
              <a:gd name="connsiteY43561" fmla="*/ 3870296 h 5017219"/>
              <a:gd name="connsiteX43562" fmla="*/ 4315900 w 5799173"/>
              <a:gd name="connsiteY43562" fmla="*/ 3852351 h 5017219"/>
              <a:gd name="connsiteX43563" fmla="*/ 4315900 w 5799173"/>
              <a:gd name="connsiteY43563" fmla="*/ 3850856 h 5017219"/>
              <a:gd name="connsiteX43564" fmla="*/ 4326285 w 5799173"/>
              <a:gd name="connsiteY43564" fmla="*/ 3832911 h 5017219"/>
              <a:gd name="connsiteX43565" fmla="*/ 4327531 w 5799173"/>
              <a:gd name="connsiteY43565" fmla="*/ 3832163 h 5017219"/>
              <a:gd name="connsiteX43566" fmla="*/ 4348301 w 5799173"/>
              <a:gd name="connsiteY43566" fmla="*/ 3832163 h 5017219"/>
              <a:gd name="connsiteX43567" fmla="*/ 4349547 w 5799173"/>
              <a:gd name="connsiteY43567" fmla="*/ 3832911 h 5017219"/>
              <a:gd name="connsiteX43568" fmla="*/ 4359932 w 5799173"/>
              <a:gd name="connsiteY43568" fmla="*/ 3850856 h 5017219"/>
              <a:gd name="connsiteX43569" fmla="*/ 4359932 w 5799173"/>
              <a:gd name="connsiteY43569" fmla="*/ 3852351 h 5017219"/>
              <a:gd name="connsiteX43570" fmla="*/ 4349547 w 5799173"/>
              <a:gd name="connsiteY43570" fmla="*/ 3870296 h 5017219"/>
              <a:gd name="connsiteX43571" fmla="*/ 4348301 w 5799173"/>
              <a:gd name="connsiteY43571" fmla="*/ 3871044 h 5017219"/>
              <a:gd name="connsiteX43572" fmla="*/ 4387718 w 5799173"/>
              <a:gd name="connsiteY43572" fmla="*/ 3887171 h 5017219"/>
              <a:gd name="connsiteX43573" fmla="*/ 4386472 w 5799173"/>
              <a:gd name="connsiteY43573" fmla="*/ 3886423 h 5017219"/>
              <a:gd name="connsiteX43574" fmla="*/ 4376087 w 5799173"/>
              <a:gd name="connsiteY43574" fmla="*/ 3868478 h 5017219"/>
              <a:gd name="connsiteX43575" fmla="*/ 4376087 w 5799173"/>
              <a:gd name="connsiteY43575" fmla="*/ 3866983 h 5017219"/>
              <a:gd name="connsiteX43576" fmla="*/ 4386472 w 5799173"/>
              <a:gd name="connsiteY43576" fmla="*/ 3849038 h 5017219"/>
              <a:gd name="connsiteX43577" fmla="*/ 4387718 w 5799173"/>
              <a:gd name="connsiteY43577" fmla="*/ 3848290 h 5017219"/>
              <a:gd name="connsiteX43578" fmla="*/ 4408488 w 5799173"/>
              <a:gd name="connsiteY43578" fmla="*/ 3848290 h 5017219"/>
              <a:gd name="connsiteX43579" fmla="*/ 4409734 w 5799173"/>
              <a:gd name="connsiteY43579" fmla="*/ 3849038 h 5017219"/>
              <a:gd name="connsiteX43580" fmla="*/ 4420119 w 5799173"/>
              <a:gd name="connsiteY43580" fmla="*/ 3866983 h 5017219"/>
              <a:gd name="connsiteX43581" fmla="*/ 4420119 w 5799173"/>
              <a:gd name="connsiteY43581" fmla="*/ 3868478 h 5017219"/>
              <a:gd name="connsiteX43582" fmla="*/ 4409734 w 5799173"/>
              <a:gd name="connsiteY43582" fmla="*/ 3886423 h 5017219"/>
              <a:gd name="connsiteX43583" fmla="*/ 4408488 w 5799173"/>
              <a:gd name="connsiteY43583" fmla="*/ 3887171 h 5017219"/>
              <a:gd name="connsiteX43584" fmla="*/ 4628462 w 5799173"/>
              <a:gd name="connsiteY43584" fmla="*/ 3951678 h 5017219"/>
              <a:gd name="connsiteX43585" fmla="*/ 4627217 w 5799173"/>
              <a:gd name="connsiteY43585" fmla="*/ 3950930 h 5017219"/>
              <a:gd name="connsiteX43586" fmla="*/ 4616832 w 5799173"/>
              <a:gd name="connsiteY43586" fmla="*/ 3932985 h 5017219"/>
              <a:gd name="connsiteX43587" fmla="*/ 4616832 w 5799173"/>
              <a:gd name="connsiteY43587" fmla="*/ 3931490 h 5017219"/>
              <a:gd name="connsiteX43588" fmla="*/ 4627217 w 5799173"/>
              <a:gd name="connsiteY43588" fmla="*/ 3913545 h 5017219"/>
              <a:gd name="connsiteX43589" fmla="*/ 4628463 w 5799173"/>
              <a:gd name="connsiteY43589" fmla="*/ 3912797 h 5017219"/>
              <a:gd name="connsiteX43590" fmla="*/ 4649232 w 5799173"/>
              <a:gd name="connsiteY43590" fmla="*/ 3912797 h 5017219"/>
              <a:gd name="connsiteX43591" fmla="*/ 4650479 w 5799173"/>
              <a:gd name="connsiteY43591" fmla="*/ 3913545 h 5017219"/>
              <a:gd name="connsiteX43592" fmla="*/ 4660863 w 5799173"/>
              <a:gd name="connsiteY43592" fmla="*/ 3931490 h 5017219"/>
              <a:gd name="connsiteX43593" fmla="*/ 4660864 w 5799173"/>
              <a:gd name="connsiteY43593" fmla="*/ 3932985 h 5017219"/>
              <a:gd name="connsiteX43594" fmla="*/ 4650479 w 5799173"/>
              <a:gd name="connsiteY43594" fmla="*/ 3950930 h 5017219"/>
              <a:gd name="connsiteX43595" fmla="*/ 4649233 w 5799173"/>
              <a:gd name="connsiteY43595" fmla="*/ 3951678 h 5017219"/>
              <a:gd name="connsiteX43596" fmla="*/ 4869208 w 5799173"/>
              <a:gd name="connsiteY43596" fmla="*/ 4016185 h 5017219"/>
              <a:gd name="connsiteX43597" fmla="*/ 4867962 w 5799173"/>
              <a:gd name="connsiteY43597" fmla="*/ 4015438 h 5017219"/>
              <a:gd name="connsiteX43598" fmla="*/ 4857577 w 5799173"/>
              <a:gd name="connsiteY43598" fmla="*/ 3997492 h 5017219"/>
              <a:gd name="connsiteX43599" fmla="*/ 4857577 w 5799173"/>
              <a:gd name="connsiteY43599" fmla="*/ 3995997 h 5017219"/>
              <a:gd name="connsiteX43600" fmla="*/ 4867962 w 5799173"/>
              <a:gd name="connsiteY43600" fmla="*/ 3978052 h 5017219"/>
              <a:gd name="connsiteX43601" fmla="*/ 4869208 w 5799173"/>
              <a:gd name="connsiteY43601" fmla="*/ 3977304 h 5017219"/>
              <a:gd name="connsiteX43602" fmla="*/ 4889978 w 5799173"/>
              <a:gd name="connsiteY43602" fmla="*/ 3977305 h 5017219"/>
              <a:gd name="connsiteX43603" fmla="*/ 4891224 w 5799173"/>
              <a:gd name="connsiteY43603" fmla="*/ 3978053 h 5017219"/>
              <a:gd name="connsiteX43604" fmla="*/ 4901609 w 5799173"/>
              <a:gd name="connsiteY43604" fmla="*/ 3995998 h 5017219"/>
              <a:gd name="connsiteX43605" fmla="*/ 4901609 w 5799173"/>
              <a:gd name="connsiteY43605" fmla="*/ 3997492 h 5017219"/>
              <a:gd name="connsiteX43606" fmla="*/ 4891224 w 5799173"/>
              <a:gd name="connsiteY43606" fmla="*/ 4015437 h 5017219"/>
              <a:gd name="connsiteX43607" fmla="*/ 4889978 w 5799173"/>
              <a:gd name="connsiteY43607" fmla="*/ 4016185 h 5017219"/>
              <a:gd name="connsiteX43608" fmla="*/ 1980186 w 5799173"/>
              <a:gd name="connsiteY43608" fmla="*/ 3242179 h 5017219"/>
              <a:gd name="connsiteX43609" fmla="*/ 1978940 w 5799173"/>
              <a:gd name="connsiteY43609" fmla="*/ 3241432 h 5017219"/>
              <a:gd name="connsiteX43610" fmla="*/ 1968555 w 5799173"/>
              <a:gd name="connsiteY43610" fmla="*/ 3223403 h 5017219"/>
              <a:gd name="connsiteX43611" fmla="*/ 1968555 w 5799173"/>
              <a:gd name="connsiteY43611" fmla="*/ 3221908 h 5017219"/>
              <a:gd name="connsiteX43612" fmla="*/ 1979023 w 5799173"/>
              <a:gd name="connsiteY43612" fmla="*/ 3203880 h 5017219"/>
              <a:gd name="connsiteX43613" fmla="*/ 1980269 w 5799173"/>
              <a:gd name="connsiteY43613" fmla="*/ 3203132 h 5017219"/>
              <a:gd name="connsiteX43614" fmla="*/ 2001122 w 5799173"/>
              <a:gd name="connsiteY43614" fmla="*/ 3203131 h 5017219"/>
              <a:gd name="connsiteX43615" fmla="*/ 2002368 w 5799173"/>
              <a:gd name="connsiteY43615" fmla="*/ 3203880 h 5017219"/>
              <a:gd name="connsiteX43616" fmla="*/ 2012753 w 5799173"/>
              <a:gd name="connsiteY43616" fmla="*/ 3221908 h 5017219"/>
              <a:gd name="connsiteX43617" fmla="*/ 2012753 w 5799173"/>
              <a:gd name="connsiteY43617" fmla="*/ 3223403 h 5017219"/>
              <a:gd name="connsiteX43618" fmla="*/ 2002285 w 5799173"/>
              <a:gd name="connsiteY43618" fmla="*/ 3241432 h 5017219"/>
              <a:gd name="connsiteX43619" fmla="*/ 2001039 w 5799173"/>
              <a:gd name="connsiteY43619" fmla="*/ 3242178 h 5017219"/>
              <a:gd name="connsiteX43620" fmla="*/ 2040370 w 5799173"/>
              <a:gd name="connsiteY43620" fmla="*/ 3258305 h 5017219"/>
              <a:gd name="connsiteX43621" fmla="*/ 2039125 w 5799173"/>
              <a:gd name="connsiteY43621" fmla="*/ 3257558 h 5017219"/>
              <a:gd name="connsiteX43622" fmla="*/ 2028740 w 5799173"/>
              <a:gd name="connsiteY43622" fmla="*/ 3239529 h 5017219"/>
              <a:gd name="connsiteX43623" fmla="*/ 2028740 w 5799173"/>
              <a:gd name="connsiteY43623" fmla="*/ 3238034 h 5017219"/>
              <a:gd name="connsiteX43624" fmla="*/ 2039208 w 5799173"/>
              <a:gd name="connsiteY43624" fmla="*/ 3220006 h 5017219"/>
              <a:gd name="connsiteX43625" fmla="*/ 2040454 w 5799173"/>
              <a:gd name="connsiteY43625" fmla="*/ 3219258 h 5017219"/>
              <a:gd name="connsiteX43626" fmla="*/ 2061307 w 5799173"/>
              <a:gd name="connsiteY43626" fmla="*/ 3219258 h 5017219"/>
              <a:gd name="connsiteX43627" fmla="*/ 2062553 w 5799173"/>
              <a:gd name="connsiteY43627" fmla="*/ 3220006 h 5017219"/>
              <a:gd name="connsiteX43628" fmla="*/ 2072938 w 5799173"/>
              <a:gd name="connsiteY43628" fmla="*/ 3238034 h 5017219"/>
              <a:gd name="connsiteX43629" fmla="*/ 2072938 w 5799173"/>
              <a:gd name="connsiteY43629" fmla="*/ 3239529 h 5017219"/>
              <a:gd name="connsiteX43630" fmla="*/ 2062470 w 5799173"/>
              <a:gd name="connsiteY43630" fmla="*/ 3257558 h 5017219"/>
              <a:gd name="connsiteX43631" fmla="*/ 2061223 w 5799173"/>
              <a:gd name="connsiteY43631" fmla="*/ 3258305 h 5017219"/>
              <a:gd name="connsiteX43632" fmla="*/ 2401489 w 5799173"/>
              <a:gd name="connsiteY43632" fmla="*/ 3355066 h 5017219"/>
              <a:gd name="connsiteX43633" fmla="*/ 2400243 w 5799173"/>
              <a:gd name="connsiteY43633" fmla="*/ 3354320 h 5017219"/>
              <a:gd name="connsiteX43634" fmla="*/ 2389858 w 5799173"/>
              <a:gd name="connsiteY43634" fmla="*/ 3336291 h 5017219"/>
              <a:gd name="connsiteX43635" fmla="*/ 2389858 w 5799173"/>
              <a:gd name="connsiteY43635" fmla="*/ 3334795 h 5017219"/>
              <a:gd name="connsiteX43636" fmla="*/ 2400326 w 5799173"/>
              <a:gd name="connsiteY43636" fmla="*/ 3316767 h 5017219"/>
              <a:gd name="connsiteX43637" fmla="*/ 2401572 w 5799173"/>
              <a:gd name="connsiteY43637" fmla="*/ 3316019 h 5017219"/>
              <a:gd name="connsiteX43638" fmla="*/ 2422425 w 5799173"/>
              <a:gd name="connsiteY43638" fmla="*/ 3316020 h 5017219"/>
              <a:gd name="connsiteX43639" fmla="*/ 2423671 w 5799173"/>
              <a:gd name="connsiteY43639" fmla="*/ 3316768 h 5017219"/>
              <a:gd name="connsiteX43640" fmla="*/ 2434056 w 5799173"/>
              <a:gd name="connsiteY43640" fmla="*/ 3334795 h 5017219"/>
              <a:gd name="connsiteX43641" fmla="*/ 2434056 w 5799173"/>
              <a:gd name="connsiteY43641" fmla="*/ 3336291 h 5017219"/>
              <a:gd name="connsiteX43642" fmla="*/ 2423588 w 5799173"/>
              <a:gd name="connsiteY43642" fmla="*/ 3354320 h 5017219"/>
              <a:gd name="connsiteX43643" fmla="*/ 2422342 w 5799173"/>
              <a:gd name="connsiteY43643" fmla="*/ 3355067 h 5017219"/>
              <a:gd name="connsiteX43644" fmla="*/ 4267261 w 5799173"/>
              <a:gd name="connsiteY43644" fmla="*/ 3854999 h 5017219"/>
              <a:gd name="connsiteX43645" fmla="*/ 4266016 w 5799173"/>
              <a:gd name="connsiteY43645" fmla="*/ 3854252 h 5017219"/>
              <a:gd name="connsiteX43646" fmla="*/ 4255630 w 5799173"/>
              <a:gd name="connsiteY43646" fmla="*/ 3836223 h 5017219"/>
              <a:gd name="connsiteX43647" fmla="*/ 4255630 w 5799173"/>
              <a:gd name="connsiteY43647" fmla="*/ 3834728 h 5017219"/>
              <a:gd name="connsiteX43648" fmla="*/ 4266099 w 5799173"/>
              <a:gd name="connsiteY43648" fmla="*/ 3816700 h 5017219"/>
              <a:gd name="connsiteX43649" fmla="*/ 4267345 w 5799173"/>
              <a:gd name="connsiteY43649" fmla="*/ 3815952 h 5017219"/>
              <a:gd name="connsiteX43650" fmla="*/ 4288198 w 5799173"/>
              <a:gd name="connsiteY43650" fmla="*/ 3815952 h 5017219"/>
              <a:gd name="connsiteX43651" fmla="*/ 4289444 w 5799173"/>
              <a:gd name="connsiteY43651" fmla="*/ 3816700 h 5017219"/>
              <a:gd name="connsiteX43652" fmla="*/ 4299828 w 5799173"/>
              <a:gd name="connsiteY43652" fmla="*/ 3834728 h 5017219"/>
              <a:gd name="connsiteX43653" fmla="*/ 4299828 w 5799173"/>
              <a:gd name="connsiteY43653" fmla="*/ 3836223 h 5017219"/>
              <a:gd name="connsiteX43654" fmla="*/ 4289361 w 5799173"/>
              <a:gd name="connsiteY43654" fmla="*/ 3854252 h 5017219"/>
              <a:gd name="connsiteX43655" fmla="*/ 4288114 w 5799173"/>
              <a:gd name="connsiteY43655" fmla="*/ 3854999 h 5017219"/>
              <a:gd name="connsiteX43656" fmla="*/ 4508007 w 5799173"/>
              <a:gd name="connsiteY43656" fmla="*/ 3919506 h 5017219"/>
              <a:gd name="connsiteX43657" fmla="*/ 4506761 w 5799173"/>
              <a:gd name="connsiteY43657" fmla="*/ 3918759 h 5017219"/>
              <a:gd name="connsiteX43658" fmla="*/ 4496376 w 5799173"/>
              <a:gd name="connsiteY43658" fmla="*/ 3900730 h 5017219"/>
              <a:gd name="connsiteX43659" fmla="*/ 4496376 w 5799173"/>
              <a:gd name="connsiteY43659" fmla="*/ 3899235 h 5017219"/>
              <a:gd name="connsiteX43660" fmla="*/ 4506844 w 5799173"/>
              <a:gd name="connsiteY43660" fmla="*/ 3881207 h 5017219"/>
              <a:gd name="connsiteX43661" fmla="*/ 4508090 w 5799173"/>
              <a:gd name="connsiteY43661" fmla="*/ 3880459 h 5017219"/>
              <a:gd name="connsiteX43662" fmla="*/ 4528943 w 5799173"/>
              <a:gd name="connsiteY43662" fmla="*/ 3880459 h 5017219"/>
              <a:gd name="connsiteX43663" fmla="*/ 4530189 w 5799173"/>
              <a:gd name="connsiteY43663" fmla="*/ 3881207 h 5017219"/>
              <a:gd name="connsiteX43664" fmla="*/ 4540574 w 5799173"/>
              <a:gd name="connsiteY43664" fmla="*/ 3899235 h 5017219"/>
              <a:gd name="connsiteX43665" fmla="*/ 4540574 w 5799173"/>
              <a:gd name="connsiteY43665" fmla="*/ 3900730 h 5017219"/>
              <a:gd name="connsiteX43666" fmla="*/ 4530106 w 5799173"/>
              <a:gd name="connsiteY43666" fmla="*/ 3918759 h 5017219"/>
              <a:gd name="connsiteX43667" fmla="*/ 4528860 w 5799173"/>
              <a:gd name="connsiteY43667" fmla="*/ 3919506 h 5017219"/>
              <a:gd name="connsiteX43668" fmla="*/ 4748751 w 5799173"/>
              <a:gd name="connsiteY43668" fmla="*/ 3984014 h 5017219"/>
              <a:gd name="connsiteX43669" fmla="*/ 4747505 w 5799173"/>
              <a:gd name="connsiteY43669" fmla="*/ 3983267 h 5017219"/>
              <a:gd name="connsiteX43670" fmla="*/ 4737120 w 5799173"/>
              <a:gd name="connsiteY43670" fmla="*/ 3965238 h 5017219"/>
              <a:gd name="connsiteX43671" fmla="*/ 4737120 w 5799173"/>
              <a:gd name="connsiteY43671" fmla="*/ 3963742 h 5017219"/>
              <a:gd name="connsiteX43672" fmla="*/ 4747588 w 5799173"/>
              <a:gd name="connsiteY43672" fmla="*/ 3945714 h 5017219"/>
              <a:gd name="connsiteX43673" fmla="*/ 4748834 w 5799173"/>
              <a:gd name="connsiteY43673" fmla="*/ 3944967 h 5017219"/>
              <a:gd name="connsiteX43674" fmla="*/ 4769687 w 5799173"/>
              <a:gd name="connsiteY43674" fmla="*/ 3944967 h 5017219"/>
              <a:gd name="connsiteX43675" fmla="*/ 4770933 w 5799173"/>
              <a:gd name="connsiteY43675" fmla="*/ 3945715 h 5017219"/>
              <a:gd name="connsiteX43676" fmla="*/ 4781318 w 5799173"/>
              <a:gd name="connsiteY43676" fmla="*/ 3963743 h 5017219"/>
              <a:gd name="connsiteX43677" fmla="*/ 4781318 w 5799173"/>
              <a:gd name="connsiteY43677" fmla="*/ 3965238 h 5017219"/>
              <a:gd name="connsiteX43678" fmla="*/ 4770850 w 5799173"/>
              <a:gd name="connsiteY43678" fmla="*/ 3983267 h 5017219"/>
              <a:gd name="connsiteX43679" fmla="*/ 4769604 w 5799173"/>
              <a:gd name="connsiteY43679" fmla="*/ 3984014 h 5017219"/>
              <a:gd name="connsiteX43680" fmla="*/ 2220930 w 5799173"/>
              <a:gd name="connsiteY43680" fmla="*/ 3306769 h 5017219"/>
              <a:gd name="connsiteX43681" fmla="*/ 2219684 w 5799173"/>
              <a:gd name="connsiteY43681" fmla="*/ 3306021 h 5017219"/>
              <a:gd name="connsiteX43682" fmla="*/ 2209216 w 5799173"/>
              <a:gd name="connsiteY43682" fmla="*/ 3287910 h 5017219"/>
              <a:gd name="connsiteX43683" fmla="*/ 2209216 w 5799173"/>
              <a:gd name="connsiteY43683" fmla="*/ 3286415 h 5017219"/>
              <a:gd name="connsiteX43684" fmla="*/ 2219684 w 5799173"/>
              <a:gd name="connsiteY43684" fmla="*/ 3268304 h 5017219"/>
              <a:gd name="connsiteX43685" fmla="*/ 2220930 w 5799173"/>
              <a:gd name="connsiteY43685" fmla="*/ 3267556 h 5017219"/>
              <a:gd name="connsiteX43686" fmla="*/ 2241866 w 5799173"/>
              <a:gd name="connsiteY43686" fmla="*/ 3267556 h 5017219"/>
              <a:gd name="connsiteX43687" fmla="*/ 2243112 w 5799173"/>
              <a:gd name="connsiteY43687" fmla="*/ 3268304 h 5017219"/>
              <a:gd name="connsiteX43688" fmla="*/ 2253580 w 5799173"/>
              <a:gd name="connsiteY43688" fmla="*/ 3286415 h 5017219"/>
              <a:gd name="connsiteX43689" fmla="*/ 2253580 w 5799173"/>
              <a:gd name="connsiteY43689" fmla="*/ 3287910 h 5017219"/>
              <a:gd name="connsiteX43690" fmla="*/ 2243112 w 5799173"/>
              <a:gd name="connsiteY43690" fmla="*/ 3306021 h 5017219"/>
              <a:gd name="connsiteX43691" fmla="*/ 2241866 w 5799173"/>
              <a:gd name="connsiteY43691" fmla="*/ 3306769 h 5017219"/>
              <a:gd name="connsiteX43692" fmla="*/ 2521861 w 5799173"/>
              <a:gd name="connsiteY43692" fmla="*/ 3387403 h 5017219"/>
              <a:gd name="connsiteX43693" fmla="*/ 2520615 w 5799173"/>
              <a:gd name="connsiteY43693" fmla="*/ 3386655 h 5017219"/>
              <a:gd name="connsiteX43694" fmla="*/ 2510148 w 5799173"/>
              <a:gd name="connsiteY43694" fmla="*/ 3368544 h 5017219"/>
              <a:gd name="connsiteX43695" fmla="*/ 2510148 w 5799173"/>
              <a:gd name="connsiteY43695" fmla="*/ 3367049 h 5017219"/>
              <a:gd name="connsiteX43696" fmla="*/ 2520615 w 5799173"/>
              <a:gd name="connsiteY43696" fmla="*/ 3348938 h 5017219"/>
              <a:gd name="connsiteX43697" fmla="*/ 2521861 w 5799173"/>
              <a:gd name="connsiteY43697" fmla="*/ 3348190 h 5017219"/>
              <a:gd name="connsiteX43698" fmla="*/ 2542798 w 5799173"/>
              <a:gd name="connsiteY43698" fmla="*/ 3348190 h 5017219"/>
              <a:gd name="connsiteX43699" fmla="*/ 2544044 w 5799173"/>
              <a:gd name="connsiteY43699" fmla="*/ 3348938 h 5017219"/>
              <a:gd name="connsiteX43700" fmla="*/ 2554511 w 5799173"/>
              <a:gd name="connsiteY43700" fmla="*/ 3367049 h 5017219"/>
              <a:gd name="connsiteX43701" fmla="*/ 2554511 w 5799173"/>
              <a:gd name="connsiteY43701" fmla="*/ 3368544 h 5017219"/>
              <a:gd name="connsiteX43702" fmla="*/ 2544044 w 5799173"/>
              <a:gd name="connsiteY43702" fmla="*/ 3386655 h 5017219"/>
              <a:gd name="connsiteX43703" fmla="*/ 2542798 w 5799173"/>
              <a:gd name="connsiteY43703" fmla="*/ 3387403 h 5017219"/>
              <a:gd name="connsiteX43704" fmla="*/ 2582047 w 5799173"/>
              <a:gd name="connsiteY43704" fmla="*/ 3403530 h 5017219"/>
              <a:gd name="connsiteX43705" fmla="*/ 2580801 w 5799173"/>
              <a:gd name="connsiteY43705" fmla="*/ 3402782 h 5017219"/>
              <a:gd name="connsiteX43706" fmla="*/ 2570334 w 5799173"/>
              <a:gd name="connsiteY43706" fmla="*/ 3384671 h 5017219"/>
              <a:gd name="connsiteX43707" fmla="*/ 2570334 w 5799173"/>
              <a:gd name="connsiteY43707" fmla="*/ 3383176 h 5017219"/>
              <a:gd name="connsiteX43708" fmla="*/ 2580801 w 5799173"/>
              <a:gd name="connsiteY43708" fmla="*/ 3365065 h 5017219"/>
              <a:gd name="connsiteX43709" fmla="*/ 2582047 w 5799173"/>
              <a:gd name="connsiteY43709" fmla="*/ 3364317 h 5017219"/>
              <a:gd name="connsiteX43710" fmla="*/ 2602984 w 5799173"/>
              <a:gd name="connsiteY43710" fmla="*/ 3364317 h 5017219"/>
              <a:gd name="connsiteX43711" fmla="*/ 2604229 w 5799173"/>
              <a:gd name="connsiteY43711" fmla="*/ 3365065 h 5017219"/>
              <a:gd name="connsiteX43712" fmla="*/ 2614697 w 5799173"/>
              <a:gd name="connsiteY43712" fmla="*/ 3383176 h 5017219"/>
              <a:gd name="connsiteX43713" fmla="*/ 2614697 w 5799173"/>
              <a:gd name="connsiteY43713" fmla="*/ 3384671 h 5017219"/>
              <a:gd name="connsiteX43714" fmla="*/ 2604230 w 5799173"/>
              <a:gd name="connsiteY43714" fmla="*/ 3402782 h 5017219"/>
              <a:gd name="connsiteX43715" fmla="*/ 2602984 w 5799173"/>
              <a:gd name="connsiteY43715" fmla="*/ 3403530 h 5017219"/>
              <a:gd name="connsiteX43716" fmla="*/ 4207075 w 5799173"/>
              <a:gd name="connsiteY43716" fmla="*/ 3838955 h 5017219"/>
              <a:gd name="connsiteX43717" fmla="*/ 4205829 w 5799173"/>
              <a:gd name="connsiteY43717" fmla="*/ 3838207 h 5017219"/>
              <a:gd name="connsiteX43718" fmla="*/ 4195362 w 5799173"/>
              <a:gd name="connsiteY43718" fmla="*/ 3820096 h 5017219"/>
              <a:gd name="connsiteX43719" fmla="*/ 4195362 w 5799173"/>
              <a:gd name="connsiteY43719" fmla="*/ 3818601 h 5017219"/>
              <a:gd name="connsiteX43720" fmla="*/ 4205829 w 5799173"/>
              <a:gd name="connsiteY43720" fmla="*/ 3800490 h 5017219"/>
              <a:gd name="connsiteX43721" fmla="*/ 4207075 w 5799173"/>
              <a:gd name="connsiteY43721" fmla="*/ 3799742 h 5017219"/>
              <a:gd name="connsiteX43722" fmla="*/ 4228012 w 5799173"/>
              <a:gd name="connsiteY43722" fmla="*/ 3799742 h 5017219"/>
              <a:gd name="connsiteX43723" fmla="*/ 4229258 w 5799173"/>
              <a:gd name="connsiteY43723" fmla="*/ 3800490 h 5017219"/>
              <a:gd name="connsiteX43724" fmla="*/ 4239725 w 5799173"/>
              <a:gd name="connsiteY43724" fmla="*/ 3818601 h 5017219"/>
              <a:gd name="connsiteX43725" fmla="*/ 4239725 w 5799173"/>
              <a:gd name="connsiteY43725" fmla="*/ 3820096 h 5017219"/>
              <a:gd name="connsiteX43726" fmla="*/ 4229258 w 5799173"/>
              <a:gd name="connsiteY43726" fmla="*/ 3838207 h 5017219"/>
              <a:gd name="connsiteX43727" fmla="*/ 4228012 w 5799173"/>
              <a:gd name="connsiteY43727" fmla="*/ 3838955 h 5017219"/>
              <a:gd name="connsiteX43728" fmla="*/ 4447820 w 5799173"/>
              <a:gd name="connsiteY43728" fmla="*/ 3903462 h 5017219"/>
              <a:gd name="connsiteX43729" fmla="*/ 4446574 w 5799173"/>
              <a:gd name="connsiteY43729" fmla="*/ 3902714 h 5017219"/>
              <a:gd name="connsiteX43730" fmla="*/ 4436106 w 5799173"/>
              <a:gd name="connsiteY43730" fmla="*/ 3884603 h 5017219"/>
              <a:gd name="connsiteX43731" fmla="*/ 4436106 w 5799173"/>
              <a:gd name="connsiteY43731" fmla="*/ 3883108 h 5017219"/>
              <a:gd name="connsiteX43732" fmla="*/ 4446574 w 5799173"/>
              <a:gd name="connsiteY43732" fmla="*/ 3864997 h 5017219"/>
              <a:gd name="connsiteX43733" fmla="*/ 4447820 w 5799173"/>
              <a:gd name="connsiteY43733" fmla="*/ 3864249 h 5017219"/>
              <a:gd name="connsiteX43734" fmla="*/ 4468756 w 5799173"/>
              <a:gd name="connsiteY43734" fmla="*/ 3864249 h 5017219"/>
              <a:gd name="connsiteX43735" fmla="*/ 4470002 w 5799173"/>
              <a:gd name="connsiteY43735" fmla="*/ 3864997 h 5017219"/>
              <a:gd name="connsiteX43736" fmla="*/ 4480470 w 5799173"/>
              <a:gd name="connsiteY43736" fmla="*/ 3883108 h 5017219"/>
              <a:gd name="connsiteX43737" fmla="*/ 4480470 w 5799173"/>
              <a:gd name="connsiteY43737" fmla="*/ 3884603 h 5017219"/>
              <a:gd name="connsiteX43738" fmla="*/ 4470002 w 5799173"/>
              <a:gd name="connsiteY43738" fmla="*/ 3902714 h 5017219"/>
              <a:gd name="connsiteX43739" fmla="*/ 4468756 w 5799173"/>
              <a:gd name="connsiteY43739" fmla="*/ 3903462 h 5017219"/>
              <a:gd name="connsiteX43740" fmla="*/ 4688565 w 5799173"/>
              <a:gd name="connsiteY43740" fmla="*/ 3967970 h 5017219"/>
              <a:gd name="connsiteX43741" fmla="*/ 4687319 w 5799173"/>
              <a:gd name="connsiteY43741" fmla="*/ 3967222 h 5017219"/>
              <a:gd name="connsiteX43742" fmla="*/ 4676852 w 5799173"/>
              <a:gd name="connsiteY43742" fmla="*/ 3949111 h 5017219"/>
              <a:gd name="connsiteX43743" fmla="*/ 4676852 w 5799173"/>
              <a:gd name="connsiteY43743" fmla="*/ 3947616 h 5017219"/>
              <a:gd name="connsiteX43744" fmla="*/ 4687319 w 5799173"/>
              <a:gd name="connsiteY43744" fmla="*/ 3929505 h 5017219"/>
              <a:gd name="connsiteX43745" fmla="*/ 4688565 w 5799173"/>
              <a:gd name="connsiteY43745" fmla="*/ 3928757 h 5017219"/>
              <a:gd name="connsiteX43746" fmla="*/ 4709502 w 5799173"/>
              <a:gd name="connsiteY43746" fmla="*/ 3928757 h 5017219"/>
              <a:gd name="connsiteX43747" fmla="*/ 4710748 w 5799173"/>
              <a:gd name="connsiteY43747" fmla="*/ 3929505 h 5017219"/>
              <a:gd name="connsiteX43748" fmla="*/ 4721215 w 5799173"/>
              <a:gd name="connsiteY43748" fmla="*/ 3947616 h 5017219"/>
              <a:gd name="connsiteX43749" fmla="*/ 4721215 w 5799173"/>
              <a:gd name="connsiteY43749" fmla="*/ 3949111 h 5017219"/>
              <a:gd name="connsiteX43750" fmla="*/ 4710748 w 5799173"/>
              <a:gd name="connsiteY43750" fmla="*/ 3967222 h 5017219"/>
              <a:gd name="connsiteX43751" fmla="*/ 4709502 w 5799173"/>
              <a:gd name="connsiteY43751" fmla="*/ 3967970 h 5017219"/>
              <a:gd name="connsiteX43752" fmla="*/ 1919939 w 5799173"/>
              <a:gd name="connsiteY43752" fmla="*/ 3226211 h 5017219"/>
              <a:gd name="connsiteX43753" fmla="*/ 1918693 w 5799173"/>
              <a:gd name="connsiteY43753" fmla="*/ 3225463 h 5017219"/>
              <a:gd name="connsiteX43754" fmla="*/ 1908142 w 5799173"/>
              <a:gd name="connsiteY43754" fmla="*/ 3207186 h 5017219"/>
              <a:gd name="connsiteX43755" fmla="*/ 1908142 w 5799173"/>
              <a:gd name="connsiteY43755" fmla="*/ 3205690 h 5017219"/>
              <a:gd name="connsiteX43756" fmla="*/ 1918693 w 5799173"/>
              <a:gd name="connsiteY43756" fmla="*/ 3187413 h 5017219"/>
              <a:gd name="connsiteX43757" fmla="*/ 1919939 w 5799173"/>
              <a:gd name="connsiteY43757" fmla="*/ 3186665 h 5017219"/>
              <a:gd name="connsiteX43758" fmla="*/ 1940958 w 5799173"/>
              <a:gd name="connsiteY43758" fmla="*/ 3186665 h 5017219"/>
              <a:gd name="connsiteX43759" fmla="*/ 1942204 w 5799173"/>
              <a:gd name="connsiteY43759" fmla="*/ 3187413 h 5017219"/>
              <a:gd name="connsiteX43760" fmla="*/ 1952756 w 5799173"/>
              <a:gd name="connsiteY43760" fmla="*/ 3205690 h 5017219"/>
              <a:gd name="connsiteX43761" fmla="*/ 1952756 w 5799173"/>
              <a:gd name="connsiteY43761" fmla="*/ 3207186 h 5017219"/>
              <a:gd name="connsiteX43762" fmla="*/ 1942204 w 5799173"/>
              <a:gd name="connsiteY43762" fmla="*/ 3225463 h 5017219"/>
              <a:gd name="connsiteX43763" fmla="*/ 1940958 w 5799173"/>
              <a:gd name="connsiteY43763" fmla="*/ 3226211 h 5017219"/>
              <a:gd name="connsiteX43764" fmla="*/ 2160683 w 5799173"/>
              <a:gd name="connsiteY43764" fmla="*/ 3290718 h 5017219"/>
              <a:gd name="connsiteX43765" fmla="*/ 2159437 w 5799173"/>
              <a:gd name="connsiteY43765" fmla="*/ 3289970 h 5017219"/>
              <a:gd name="connsiteX43766" fmla="*/ 2148886 w 5799173"/>
              <a:gd name="connsiteY43766" fmla="*/ 3271693 h 5017219"/>
              <a:gd name="connsiteX43767" fmla="*/ 2148886 w 5799173"/>
              <a:gd name="connsiteY43767" fmla="*/ 3270197 h 5017219"/>
              <a:gd name="connsiteX43768" fmla="*/ 2159437 w 5799173"/>
              <a:gd name="connsiteY43768" fmla="*/ 3251920 h 5017219"/>
              <a:gd name="connsiteX43769" fmla="*/ 2160683 w 5799173"/>
              <a:gd name="connsiteY43769" fmla="*/ 3251172 h 5017219"/>
              <a:gd name="connsiteX43770" fmla="*/ 2181702 w 5799173"/>
              <a:gd name="connsiteY43770" fmla="*/ 3251172 h 5017219"/>
              <a:gd name="connsiteX43771" fmla="*/ 2182948 w 5799173"/>
              <a:gd name="connsiteY43771" fmla="*/ 3251920 h 5017219"/>
              <a:gd name="connsiteX43772" fmla="*/ 2193499 w 5799173"/>
              <a:gd name="connsiteY43772" fmla="*/ 3270197 h 5017219"/>
              <a:gd name="connsiteX43773" fmla="*/ 2193499 w 5799173"/>
              <a:gd name="connsiteY43773" fmla="*/ 3271693 h 5017219"/>
              <a:gd name="connsiteX43774" fmla="*/ 2182948 w 5799173"/>
              <a:gd name="connsiteY43774" fmla="*/ 3289970 h 5017219"/>
              <a:gd name="connsiteX43775" fmla="*/ 2181702 w 5799173"/>
              <a:gd name="connsiteY43775" fmla="*/ 3290718 h 5017219"/>
              <a:gd name="connsiteX43776" fmla="*/ 2341242 w 5799173"/>
              <a:gd name="connsiteY43776" fmla="*/ 3339099 h 5017219"/>
              <a:gd name="connsiteX43777" fmla="*/ 2339996 w 5799173"/>
              <a:gd name="connsiteY43777" fmla="*/ 3338350 h 5017219"/>
              <a:gd name="connsiteX43778" fmla="*/ 2329445 w 5799173"/>
              <a:gd name="connsiteY43778" fmla="*/ 3320074 h 5017219"/>
              <a:gd name="connsiteX43779" fmla="*/ 2329445 w 5799173"/>
              <a:gd name="connsiteY43779" fmla="*/ 3318577 h 5017219"/>
              <a:gd name="connsiteX43780" fmla="*/ 2339996 w 5799173"/>
              <a:gd name="connsiteY43780" fmla="*/ 3300300 h 5017219"/>
              <a:gd name="connsiteX43781" fmla="*/ 2341242 w 5799173"/>
              <a:gd name="connsiteY43781" fmla="*/ 3299553 h 5017219"/>
              <a:gd name="connsiteX43782" fmla="*/ 2362261 w 5799173"/>
              <a:gd name="connsiteY43782" fmla="*/ 3299553 h 5017219"/>
              <a:gd name="connsiteX43783" fmla="*/ 2363507 w 5799173"/>
              <a:gd name="connsiteY43783" fmla="*/ 3300301 h 5017219"/>
              <a:gd name="connsiteX43784" fmla="*/ 2374058 w 5799173"/>
              <a:gd name="connsiteY43784" fmla="*/ 3318577 h 5017219"/>
              <a:gd name="connsiteX43785" fmla="*/ 2374058 w 5799173"/>
              <a:gd name="connsiteY43785" fmla="*/ 3320074 h 5017219"/>
              <a:gd name="connsiteX43786" fmla="*/ 2363507 w 5799173"/>
              <a:gd name="connsiteY43786" fmla="*/ 3338351 h 5017219"/>
              <a:gd name="connsiteX43787" fmla="*/ 2362261 w 5799173"/>
              <a:gd name="connsiteY43787" fmla="*/ 3339099 h 5017219"/>
              <a:gd name="connsiteX43788" fmla="*/ 2461615 w 5799173"/>
              <a:gd name="connsiteY43788" fmla="*/ 3371352 h 5017219"/>
              <a:gd name="connsiteX43789" fmla="*/ 2460368 w 5799173"/>
              <a:gd name="connsiteY43789" fmla="*/ 3370604 h 5017219"/>
              <a:gd name="connsiteX43790" fmla="*/ 2449818 w 5799173"/>
              <a:gd name="connsiteY43790" fmla="*/ 3352327 h 5017219"/>
              <a:gd name="connsiteX43791" fmla="*/ 2449817 w 5799173"/>
              <a:gd name="connsiteY43791" fmla="*/ 3350831 h 5017219"/>
              <a:gd name="connsiteX43792" fmla="*/ 2460368 w 5799173"/>
              <a:gd name="connsiteY43792" fmla="*/ 3332554 h 5017219"/>
              <a:gd name="connsiteX43793" fmla="*/ 2461614 w 5799173"/>
              <a:gd name="connsiteY43793" fmla="*/ 3331806 h 5017219"/>
              <a:gd name="connsiteX43794" fmla="*/ 2482634 w 5799173"/>
              <a:gd name="connsiteY43794" fmla="*/ 3331806 h 5017219"/>
              <a:gd name="connsiteX43795" fmla="*/ 2483880 w 5799173"/>
              <a:gd name="connsiteY43795" fmla="*/ 3332554 h 5017219"/>
              <a:gd name="connsiteX43796" fmla="*/ 2494431 w 5799173"/>
              <a:gd name="connsiteY43796" fmla="*/ 3350831 h 5017219"/>
              <a:gd name="connsiteX43797" fmla="*/ 2494430 w 5799173"/>
              <a:gd name="connsiteY43797" fmla="*/ 3352327 h 5017219"/>
              <a:gd name="connsiteX43798" fmla="*/ 2483879 w 5799173"/>
              <a:gd name="connsiteY43798" fmla="*/ 3370604 h 5017219"/>
              <a:gd name="connsiteX43799" fmla="*/ 2482633 w 5799173"/>
              <a:gd name="connsiteY43799" fmla="*/ 3371352 h 5017219"/>
              <a:gd name="connsiteX43800" fmla="*/ 1859729 w 5799173"/>
              <a:gd name="connsiteY43800" fmla="*/ 3210268 h 5017219"/>
              <a:gd name="connsiteX43801" fmla="*/ 1858400 w 5799173"/>
              <a:gd name="connsiteY43801" fmla="*/ 3209520 h 5017219"/>
              <a:gd name="connsiteX43802" fmla="*/ 1847849 w 5799173"/>
              <a:gd name="connsiteY43802" fmla="*/ 3191160 h 5017219"/>
              <a:gd name="connsiteX43803" fmla="*/ 1847849 w 5799173"/>
              <a:gd name="connsiteY43803" fmla="*/ 3189664 h 5017219"/>
              <a:gd name="connsiteX43804" fmla="*/ 1858400 w 5799173"/>
              <a:gd name="connsiteY43804" fmla="*/ 3171304 h 5017219"/>
              <a:gd name="connsiteX43805" fmla="*/ 1859729 w 5799173"/>
              <a:gd name="connsiteY43805" fmla="*/ 3170556 h 5017219"/>
              <a:gd name="connsiteX43806" fmla="*/ 1880915 w 5799173"/>
              <a:gd name="connsiteY43806" fmla="*/ 3170556 h 5017219"/>
              <a:gd name="connsiteX43807" fmla="*/ 1882244 w 5799173"/>
              <a:gd name="connsiteY43807" fmla="*/ 3171304 h 5017219"/>
              <a:gd name="connsiteX43808" fmla="*/ 1892795 w 5799173"/>
              <a:gd name="connsiteY43808" fmla="*/ 3189664 h 5017219"/>
              <a:gd name="connsiteX43809" fmla="*/ 1892795 w 5799173"/>
              <a:gd name="connsiteY43809" fmla="*/ 3191160 h 5017219"/>
              <a:gd name="connsiteX43810" fmla="*/ 1882244 w 5799173"/>
              <a:gd name="connsiteY43810" fmla="*/ 3209520 h 5017219"/>
              <a:gd name="connsiteX43811" fmla="*/ 1880915 w 5799173"/>
              <a:gd name="connsiteY43811" fmla="*/ 3210268 h 5017219"/>
              <a:gd name="connsiteX43812" fmla="*/ 2100473 w 5799173"/>
              <a:gd name="connsiteY43812" fmla="*/ 3274775 h 5017219"/>
              <a:gd name="connsiteX43813" fmla="*/ 2099144 w 5799173"/>
              <a:gd name="connsiteY43813" fmla="*/ 3274027 h 5017219"/>
              <a:gd name="connsiteX43814" fmla="*/ 2088593 w 5799173"/>
              <a:gd name="connsiteY43814" fmla="*/ 3255667 h 5017219"/>
              <a:gd name="connsiteX43815" fmla="*/ 2088593 w 5799173"/>
              <a:gd name="connsiteY43815" fmla="*/ 3254171 h 5017219"/>
              <a:gd name="connsiteX43816" fmla="*/ 2099144 w 5799173"/>
              <a:gd name="connsiteY43816" fmla="*/ 3235811 h 5017219"/>
              <a:gd name="connsiteX43817" fmla="*/ 2100473 w 5799173"/>
              <a:gd name="connsiteY43817" fmla="*/ 3235063 h 5017219"/>
              <a:gd name="connsiteX43818" fmla="*/ 2121658 w 5799173"/>
              <a:gd name="connsiteY43818" fmla="*/ 3235063 h 5017219"/>
              <a:gd name="connsiteX43819" fmla="*/ 2122988 w 5799173"/>
              <a:gd name="connsiteY43819" fmla="*/ 3235811 h 5017219"/>
              <a:gd name="connsiteX43820" fmla="*/ 2133539 w 5799173"/>
              <a:gd name="connsiteY43820" fmla="*/ 3254171 h 5017219"/>
              <a:gd name="connsiteX43821" fmla="*/ 2133539 w 5799173"/>
              <a:gd name="connsiteY43821" fmla="*/ 3255667 h 5017219"/>
              <a:gd name="connsiteX43822" fmla="*/ 2122988 w 5799173"/>
              <a:gd name="connsiteY43822" fmla="*/ 3274027 h 5017219"/>
              <a:gd name="connsiteX43823" fmla="*/ 2121658 w 5799173"/>
              <a:gd name="connsiteY43823" fmla="*/ 3274775 h 5017219"/>
              <a:gd name="connsiteX43824" fmla="*/ 2280950 w 5799173"/>
              <a:gd name="connsiteY43824" fmla="*/ 3323229 h 5017219"/>
              <a:gd name="connsiteX43825" fmla="*/ 2279621 w 5799173"/>
              <a:gd name="connsiteY43825" fmla="*/ 3322481 h 5017219"/>
              <a:gd name="connsiteX43826" fmla="*/ 2268987 w 5799173"/>
              <a:gd name="connsiteY43826" fmla="*/ 3304038 h 5017219"/>
              <a:gd name="connsiteX43827" fmla="*/ 2268987 w 5799173"/>
              <a:gd name="connsiteY43827" fmla="*/ 3302542 h 5017219"/>
              <a:gd name="connsiteX43828" fmla="*/ 2279621 w 5799173"/>
              <a:gd name="connsiteY43828" fmla="*/ 3284099 h 5017219"/>
              <a:gd name="connsiteX43829" fmla="*/ 2280950 w 5799173"/>
              <a:gd name="connsiteY43829" fmla="*/ 3283351 h 5017219"/>
              <a:gd name="connsiteX43830" fmla="*/ 2302219 w 5799173"/>
              <a:gd name="connsiteY43830" fmla="*/ 3283351 h 5017219"/>
              <a:gd name="connsiteX43831" fmla="*/ 2303548 w 5799173"/>
              <a:gd name="connsiteY43831" fmla="*/ 3284099 h 5017219"/>
              <a:gd name="connsiteX43832" fmla="*/ 2314182 w 5799173"/>
              <a:gd name="connsiteY43832" fmla="*/ 3302542 h 5017219"/>
              <a:gd name="connsiteX43833" fmla="*/ 2314182 w 5799173"/>
              <a:gd name="connsiteY43833" fmla="*/ 3304038 h 5017219"/>
              <a:gd name="connsiteX43834" fmla="*/ 2303548 w 5799173"/>
              <a:gd name="connsiteY43834" fmla="*/ 3322481 h 5017219"/>
              <a:gd name="connsiteX43835" fmla="*/ 2302219 w 5799173"/>
              <a:gd name="connsiteY43835" fmla="*/ 3323229 h 5017219"/>
              <a:gd name="connsiteX43836" fmla="*/ 1799378 w 5799173"/>
              <a:gd name="connsiteY43836" fmla="*/ 3194381 h 5017219"/>
              <a:gd name="connsiteX43837" fmla="*/ 1798048 w 5799173"/>
              <a:gd name="connsiteY43837" fmla="*/ 3193633 h 5017219"/>
              <a:gd name="connsiteX43838" fmla="*/ 1787331 w 5799173"/>
              <a:gd name="connsiteY43838" fmla="*/ 3175023 h 5017219"/>
              <a:gd name="connsiteX43839" fmla="*/ 1787331 w 5799173"/>
              <a:gd name="connsiteY43839" fmla="*/ 3173528 h 5017219"/>
              <a:gd name="connsiteX43840" fmla="*/ 1798048 w 5799173"/>
              <a:gd name="connsiteY43840" fmla="*/ 3154918 h 5017219"/>
              <a:gd name="connsiteX43841" fmla="*/ 1799378 w 5799173"/>
              <a:gd name="connsiteY43841" fmla="*/ 3154170 h 5017219"/>
              <a:gd name="connsiteX43842" fmla="*/ 1820812 w 5799173"/>
              <a:gd name="connsiteY43842" fmla="*/ 3154170 h 5017219"/>
              <a:gd name="connsiteX43843" fmla="*/ 1822141 w 5799173"/>
              <a:gd name="connsiteY43843" fmla="*/ 3154918 h 5017219"/>
              <a:gd name="connsiteX43844" fmla="*/ 1832858 w 5799173"/>
              <a:gd name="connsiteY43844" fmla="*/ 3173528 h 5017219"/>
              <a:gd name="connsiteX43845" fmla="*/ 1832858 w 5799173"/>
              <a:gd name="connsiteY43845" fmla="*/ 3175023 h 5017219"/>
              <a:gd name="connsiteX43846" fmla="*/ 1822141 w 5799173"/>
              <a:gd name="connsiteY43846" fmla="*/ 3193633 h 5017219"/>
              <a:gd name="connsiteX43847" fmla="*/ 1820812 w 5799173"/>
              <a:gd name="connsiteY43847" fmla="*/ 3194381 h 5017219"/>
              <a:gd name="connsiteX43848" fmla="*/ 4140153 w 5799173"/>
              <a:gd name="connsiteY43848" fmla="*/ 3861357 h 5017219"/>
              <a:gd name="connsiteX43849" fmla="*/ 4139737 w 5799173"/>
              <a:gd name="connsiteY43849" fmla="*/ 3861107 h 5017219"/>
              <a:gd name="connsiteX43850" fmla="*/ 4136497 w 5799173"/>
              <a:gd name="connsiteY43850" fmla="*/ 3855541 h 5017219"/>
              <a:gd name="connsiteX43851" fmla="*/ 4136497 w 5799173"/>
              <a:gd name="connsiteY43851" fmla="*/ 3855126 h 5017219"/>
              <a:gd name="connsiteX43852" fmla="*/ 4139737 w 5799173"/>
              <a:gd name="connsiteY43852" fmla="*/ 3849559 h 5017219"/>
              <a:gd name="connsiteX43853" fmla="*/ 4140153 w 5799173"/>
              <a:gd name="connsiteY43853" fmla="*/ 3849310 h 5017219"/>
              <a:gd name="connsiteX43854" fmla="*/ 4146550 w 5799173"/>
              <a:gd name="connsiteY43854" fmla="*/ 3849310 h 5017219"/>
              <a:gd name="connsiteX43855" fmla="*/ 4146965 w 5799173"/>
              <a:gd name="connsiteY43855" fmla="*/ 3849559 h 5017219"/>
              <a:gd name="connsiteX43856" fmla="*/ 4150205 w 5799173"/>
              <a:gd name="connsiteY43856" fmla="*/ 3855126 h 5017219"/>
              <a:gd name="connsiteX43857" fmla="*/ 4150205 w 5799173"/>
              <a:gd name="connsiteY43857" fmla="*/ 3855541 h 5017219"/>
              <a:gd name="connsiteX43858" fmla="*/ 4146965 w 5799173"/>
              <a:gd name="connsiteY43858" fmla="*/ 3861107 h 5017219"/>
              <a:gd name="connsiteX43859" fmla="*/ 4146550 w 5799173"/>
              <a:gd name="connsiteY43859" fmla="*/ 3861357 h 5017219"/>
              <a:gd name="connsiteX43860" fmla="*/ 2876251 w 5799173"/>
              <a:gd name="connsiteY43860" fmla="*/ 3522788 h 5017219"/>
              <a:gd name="connsiteX43861" fmla="*/ 2875836 w 5799173"/>
              <a:gd name="connsiteY43861" fmla="*/ 3522539 h 5017219"/>
              <a:gd name="connsiteX43862" fmla="*/ 2872596 w 5799173"/>
              <a:gd name="connsiteY43862" fmla="*/ 3516889 h 5017219"/>
              <a:gd name="connsiteX43863" fmla="*/ 2872596 w 5799173"/>
              <a:gd name="connsiteY43863" fmla="*/ 3516391 h 5017219"/>
              <a:gd name="connsiteX43864" fmla="*/ 2875836 w 5799173"/>
              <a:gd name="connsiteY43864" fmla="*/ 3510741 h 5017219"/>
              <a:gd name="connsiteX43865" fmla="*/ 2876252 w 5799173"/>
              <a:gd name="connsiteY43865" fmla="*/ 3510492 h 5017219"/>
              <a:gd name="connsiteX43866" fmla="*/ 2882732 w 5799173"/>
              <a:gd name="connsiteY43866" fmla="*/ 3510492 h 5017219"/>
              <a:gd name="connsiteX43867" fmla="*/ 2883148 w 5799173"/>
              <a:gd name="connsiteY43867" fmla="*/ 3510741 h 5017219"/>
              <a:gd name="connsiteX43868" fmla="*/ 2886387 w 5799173"/>
              <a:gd name="connsiteY43868" fmla="*/ 3516391 h 5017219"/>
              <a:gd name="connsiteX43869" fmla="*/ 2886387 w 5799173"/>
              <a:gd name="connsiteY43869" fmla="*/ 3516889 h 5017219"/>
              <a:gd name="connsiteX43870" fmla="*/ 2883148 w 5799173"/>
              <a:gd name="connsiteY43870" fmla="*/ 3522539 h 5017219"/>
              <a:gd name="connsiteX43871" fmla="*/ 2882732 w 5799173"/>
              <a:gd name="connsiteY43871" fmla="*/ 3522788 h 5017219"/>
              <a:gd name="connsiteX43872" fmla="*/ 886854 w 5799173"/>
              <a:gd name="connsiteY43872" fmla="*/ 2996757 h 5017219"/>
              <a:gd name="connsiteX43873" fmla="*/ 886023 w 5799173"/>
              <a:gd name="connsiteY43873" fmla="*/ 2996259 h 5017219"/>
              <a:gd name="connsiteX43874" fmla="*/ 879543 w 5799173"/>
              <a:gd name="connsiteY43874" fmla="*/ 2984960 h 5017219"/>
              <a:gd name="connsiteX43875" fmla="*/ 879543 w 5799173"/>
              <a:gd name="connsiteY43875" fmla="*/ 2984046 h 5017219"/>
              <a:gd name="connsiteX43876" fmla="*/ 886023 w 5799173"/>
              <a:gd name="connsiteY43876" fmla="*/ 2972747 h 5017219"/>
              <a:gd name="connsiteX43877" fmla="*/ 886854 w 5799173"/>
              <a:gd name="connsiteY43877" fmla="*/ 2972249 h 5017219"/>
              <a:gd name="connsiteX43878" fmla="*/ 899897 w 5799173"/>
              <a:gd name="connsiteY43878" fmla="*/ 2972249 h 5017219"/>
              <a:gd name="connsiteX43879" fmla="*/ 900728 w 5799173"/>
              <a:gd name="connsiteY43879" fmla="*/ 2972747 h 5017219"/>
              <a:gd name="connsiteX43880" fmla="*/ 907208 w 5799173"/>
              <a:gd name="connsiteY43880" fmla="*/ 2984046 h 5017219"/>
              <a:gd name="connsiteX43881" fmla="*/ 907208 w 5799173"/>
              <a:gd name="connsiteY43881" fmla="*/ 2984960 h 5017219"/>
              <a:gd name="connsiteX43882" fmla="*/ 900728 w 5799173"/>
              <a:gd name="connsiteY43882" fmla="*/ 2996259 h 5017219"/>
              <a:gd name="connsiteX43883" fmla="*/ 899897 w 5799173"/>
              <a:gd name="connsiteY43883" fmla="*/ 2996757 h 5017219"/>
              <a:gd name="connsiteX43884" fmla="*/ 2931184 w 5799173"/>
              <a:gd name="connsiteY43884" fmla="*/ 3548621 h 5017219"/>
              <a:gd name="connsiteX43885" fmla="*/ 2930187 w 5799173"/>
              <a:gd name="connsiteY43885" fmla="*/ 3548039 h 5017219"/>
              <a:gd name="connsiteX43886" fmla="*/ 2921713 w 5799173"/>
              <a:gd name="connsiteY43886" fmla="*/ 3533418 h 5017219"/>
              <a:gd name="connsiteX43887" fmla="*/ 2921713 w 5799173"/>
              <a:gd name="connsiteY43887" fmla="*/ 3532254 h 5017219"/>
              <a:gd name="connsiteX43888" fmla="*/ 2930187 w 5799173"/>
              <a:gd name="connsiteY43888" fmla="*/ 3517633 h 5017219"/>
              <a:gd name="connsiteX43889" fmla="*/ 2931184 w 5799173"/>
              <a:gd name="connsiteY43889" fmla="*/ 3517051 h 5017219"/>
              <a:gd name="connsiteX43890" fmla="*/ 2948049 w 5799173"/>
              <a:gd name="connsiteY43890" fmla="*/ 3517051 h 5017219"/>
              <a:gd name="connsiteX43891" fmla="*/ 2949046 w 5799173"/>
              <a:gd name="connsiteY43891" fmla="*/ 3517633 h 5017219"/>
              <a:gd name="connsiteX43892" fmla="*/ 2957520 w 5799173"/>
              <a:gd name="connsiteY43892" fmla="*/ 3532254 h 5017219"/>
              <a:gd name="connsiteX43893" fmla="*/ 2957520 w 5799173"/>
              <a:gd name="connsiteY43893" fmla="*/ 3533418 h 5017219"/>
              <a:gd name="connsiteX43894" fmla="*/ 2949046 w 5799173"/>
              <a:gd name="connsiteY43894" fmla="*/ 3548039 h 5017219"/>
              <a:gd name="connsiteX43895" fmla="*/ 2948049 w 5799173"/>
              <a:gd name="connsiteY43895" fmla="*/ 3548621 h 5017219"/>
              <a:gd name="connsiteX43896" fmla="*/ 2991347 w 5799173"/>
              <a:gd name="connsiteY43896" fmla="*/ 3564921 h 5017219"/>
              <a:gd name="connsiteX43897" fmla="*/ 2990351 w 5799173"/>
              <a:gd name="connsiteY43897" fmla="*/ 3564340 h 5017219"/>
              <a:gd name="connsiteX43898" fmla="*/ 2981876 w 5799173"/>
              <a:gd name="connsiteY43898" fmla="*/ 3549635 h 5017219"/>
              <a:gd name="connsiteX43899" fmla="*/ 2981876 w 5799173"/>
              <a:gd name="connsiteY43899" fmla="*/ 3548472 h 5017219"/>
              <a:gd name="connsiteX43900" fmla="*/ 2990350 w 5799173"/>
              <a:gd name="connsiteY43900" fmla="*/ 3533767 h 5017219"/>
              <a:gd name="connsiteX43901" fmla="*/ 2991348 w 5799173"/>
              <a:gd name="connsiteY43901" fmla="*/ 3533185 h 5017219"/>
              <a:gd name="connsiteX43902" fmla="*/ 3008296 w 5799173"/>
              <a:gd name="connsiteY43902" fmla="*/ 3533185 h 5017219"/>
              <a:gd name="connsiteX43903" fmla="*/ 3009292 w 5799173"/>
              <a:gd name="connsiteY43903" fmla="*/ 3533767 h 5017219"/>
              <a:gd name="connsiteX43904" fmla="*/ 3017766 w 5799173"/>
              <a:gd name="connsiteY43904" fmla="*/ 3548472 h 5017219"/>
              <a:gd name="connsiteX43905" fmla="*/ 3017766 w 5799173"/>
              <a:gd name="connsiteY43905" fmla="*/ 3549635 h 5017219"/>
              <a:gd name="connsiteX43906" fmla="*/ 3009292 w 5799173"/>
              <a:gd name="connsiteY43906" fmla="*/ 3564340 h 5017219"/>
              <a:gd name="connsiteX43907" fmla="*/ 3008295 w 5799173"/>
              <a:gd name="connsiteY43907" fmla="*/ 3564921 h 5017219"/>
              <a:gd name="connsiteX43908" fmla="*/ 3171522 w 5799173"/>
              <a:gd name="connsiteY43908" fmla="*/ 3613972 h 5017219"/>
              <a:gd name="connsiteX43909" fmla="*/ 3170442 w 5799173"/>
              <a:gd name="connsiteY43909" fmla="*/ 3613307 h 5017219"/>
              <a:gd name="connsiteX43910" fmla="*/ 3161636 w 5799173"/>
              <a:gd name="connsiteY43910" fmla="*/ 3597937 h 5017219"/>
              <a:gd name="connsiteX43911" fmla="*/ 3161636 w 5799173"/>
              <a:gd name="connsiteY43911" fmla="*/ 3596691 h 5017219"/>
              <a:gd name="connsiteX43912" fmla="*/ 3170525 w 5799173"/>
              <a:gd name="connsiteY43912" fmla="*/ 3581322 h 5017219"/>
              <a:gd name="connsiteX43913" fmla="*/ 3171605 w 5799173"/>
              <a:gd name="connsiteY43913" fmla="*/ 3580657 h 5017219"/>
              <a:gd name="connsiteX43914" fmla="*/ 3189301 w 5799173"/>
              <a:gd name="connsiteY43914" fmla="*/ 3580657 h 5017219"/>
              <a:gd name="connsiteX43915" fmla="*/ 3190381 w 5799173"/>
              <a:gd name="connsiteY43915" fmla="*/ 3581322 h 5017219"/>
              <a:gd name="connsiteX43916" fmla="*/ 3199188 w 5799173"/>
              <a:gd name="connsiteY43916" fmla="*/ 3596691 h 5017219"/>
              <a:gd name="connsiteX43917" fmla="*/ 3199188 w 5799173"/>
              <a:gd name="connsiteY43917" fmla="*/ 3597937 h 5017219"/>
              <a:gd name="connsiteX43918" fmla="*/ 3190298 w 5799173"/>
              <a:gd name="connsiteY43918" fmla="*/ 3613307 h 5017219"/>
              <a:gd name="connsiteX43919" fmla="*/ 3189218 w 5799173"/>
              <a:gd name="connsiteY43919" fmla="*/ 3613972 h 5017219"/>
              <a:gd name="connsiteX43920" fmla="*/ 3051066 w 5799173"/>
              <a:gd name="connsiteY43920" fmla="*/ 3581977 h 5017219"/>
              <a:gd name="connsiteX43921" fmla="*/ 3049986 w 5799173"/>
              <a:gd name="connsiteY43921" fmla="*/ 3581313 h 5017219"/>
              <a:gd name="connsiteX43922" fmla="*/ 3041014 w 5799173"/>
              <a:gd name="connsiteY43922" fmla="*/ 3565694 h 5017219"/>
              <a:gd name="connsiteX43923" fmla="*/ 3041014 w 5799173"/>
              <a:gd name="connsiteY43923" fmla="*/ 3564447 h 5017219"/>
              <a:gd name="connsiteX43924" fmla="*/ 3049986 w 5799173"/>
              <a:gd name="connsiteY43924" fmla="*/ 3548829 h 5017219"/>
              <a:gd name="connsiteX43925" fmla="*/ 3051066 w 5799173"/>
              <a:gd name="connsiteY43925" fmla="*/ 3548164 h 5017219"/>
              <a:gd name="connsiteX43926" fmla="*/ 3069094 w 5799173"/>
              <a:gd name="connsiteY43926" fmla="*/ 3548164 h 5017219"/>
              <a:gd name="connsiteX43927" fmla="*/ 3070174 w 5799173"/>
              <a:gd name="connsiteY43927" fmla="*/ 3548829 h 5017219"/>
              <a:gd name="connsiteX43928" fmla="*/ 3079147 w 5799173"/>
              <a:gd name="connsiteY43928" fmla="*/ 3564447 h 5017219"/>
              <a:gd name="connsiteX43929" fmla="*/ 3079147 w 5799173"/>
              <a:gd name="connsiteY43929" fmla="*/ 3565694 h 5017219"/>
              <a:gd name="connsiteX43930" fmla="*/ 3070174 w 5799173"/>
              <a:gd name="connsiteY43930" fmla="*/ 3581313 h 5017219"/>
              <a:gd name="connsiteX43931" fmla="*/ 3069094 w 5799173"/>
              <a:gd name="connsiteY43931" fmla="*/ 3581977 h 5017219"/>
              <a:gd name="connsiteX43932" fmla="*/ 4194604 w 5799173"/>
              <a:gd name="connsiteY43932" fmla="*/ 3888387 h 5017219"/>
              <a:gd name="connsiteX43933" fmla="*/ 4193524 w 5799173"/>
              <a:gd name="connsiteY43933" fmla="*/ 3887723 h 5017219"/>
              <a:gd name="connsiteX43934" fmla="*/ 4184552 w 5799173"/>
              <a:gd name="connsiteY43934" fmla="*/ 3872104 h 5017219"/>
              <a:gd name="connsiteX43935" fmla="*/ 4184552 w 5799173"/>
              <a:gd name="connsiteY43935" fmla="*/ 3870857 h 5017219"/>
              <a:gd name="connsiteX43936" fmla="*/ 4193524 w 5799173"/>
              <a:gd name="connsiteY43936" fmla="*/ 3855239 h 5017219"/>
              <a:gd name="connsiteX43937" fmla="*/ 4194604 w 5799173"/>
              <a:gd name="connsiteY43937" fmla="*/ 3854574 h 5017219"/>
              <a:gd name="connsiteX43938" fmla="*/ 4212633 w 5799173"/>
              <a:gd name="connsiteY43938" fmla="*/ 3854574 h 5017219"/>
              <a:gd name="connsiteX43939" fmla="*/ 4213713 w 5799173"/>
              <a:gd name="connsiteY43939" fmla="*/ 3855239 h 5017219"/>
              <a:gd name="connsiteX43940" fmla="*/ 4222685 w 5799173"/>
              <a:gd name="connsiteY43940" fmla="*/ 3870857 h 5017219"/>
              <a:gd name="connsiteX43941" fmla="*/ 4222685 w 5799173"/>
              <a:gd name="connsiteY43941" fmla="*/ 3872104 h 5017219"/>
              <a:gd name="connsiteX43942" fmla="*/ 4213713 w 5799173"/>
              <a:gd name="connsiteY43942" fmla="*/ 3887723 h 5017219"/>
              <a:gd name="connsiteX43943" fmla="*/ 4212633 w 5799173"/>
              <a:gd name="connsiteY43943" fmla="*/ 3888387 h 5017219"/>
              <a:gd name="connsiteX43944" fmla="*/ 1726804 w 5799173"/>
              <a:gd name="connsiteY43944" fmla="*/ 3227341 h 5017219"/>
              <a:gd name="connsiteX43945" fmla="*/ 1725724 w 5799173"/>
              <a:gd name="connsiteY43945" fmla="*/ 3226678 h 5017219"/>
              <a:gd name="connsiteX43946" fmla="*/ 1716668 w 5799173"/>
              <a:gd name="connsiteY43946" fmla="*/ 3210892 h 5017219"/>
              <a:gd name="connsiteX43947" fmla="*/ 1716668 w 5799173"/>
              <a:gd name="connsiteY43947" fmla="*/ 3209647 h 5017219"/>
              <a:gd name="connsiteX43948" fmla="*/ 1725808 w 5799173"/>
              <a:gd name="connsiteY43948" fmla="*/ 3193862 h 5017219"/>
              <a:gd name="connsiteX43949" fmla="*/ 1726887 w 5799173"/>
              <a:gd name="connsiteY43949" fmla="*/ 3193196 h 5017219"/>
              <a:gd name="connsiteX43950" fmla="*/ 1745082 w 5799173"/>
              <a:gd name="connsiteY43950" fmla="*/ 3193197 h 5017219"/>
              <a:gd name="connsiteX43951" fmla="*/ 1746161 w 5799173"/>
              <a:gd name="connsiteY43951" fmla="*/ 3193862 h 5017219"/>
              <a:gd name="connsiteX43952" fmla="*/ 1755217 w 5799173"/>
              <a:gd name="connsiteY43952" fmla="*/ 3209647 h 5017219"/>
              <a:gd name="connsiteX43953" fmla="*/ 1755217 w 5799173"/>
              <a:gd name="connsiteY43953" fmla="*/ 3210892 h 5017219"/>
              <a:gd name="connsiteX43954" fmla="*/ 1746077 w 5799173"/>
              <a:gd name="connsiteY43954" fmla="*/ 3226677 h 5017219"/>
              <a:gd name="connsiteX43955" fmla="*/ 1744998 w 5799173"/>
              <a:gd name="connsiteY43955" fmla="*/ 3227342 h 5017219"/>
              <a:gd name="connsiteX43956" fmla="*/ 3231470 w 5799173"/>
              <a:gd name="connsiteY43956" fmla="*/ 3630598 h 5017219"/>
              <a:gd name="connsiteX43957" fmla="*/ 3230390 w 5799173"/>
              <a:gd name="connsiteY43957" fmla="*/ 3629933 h 5017219"/>
              <a:gd name="connsiteX43958" fmla="*/ 3221252 w 5799173"/>
              <a:gd name="connsiteY43958" fmla="*/ 3614065 h 5017219"/>
              <a:gd name="connsiteX43959" fmla="*/ 3221252 w 5799173"/>
              <a:gd name="connsiteY43959" fmla="*/ 3612736 h 5017219"/>
              <a:gd name="connsiteX43960" fmla="*/ 3230390 w 5799173"/>
              <a:gd name="connsiteY43960" fmla="*/ 3596868 h 5017219"/>
              <a:gd name="connsiteX43961" fmla="*/ 3231470 w 5799173"/>
              <a:gd name="connsiteY43961" fmla="*/ 3596203 h 5017219"/>
              <a:gd name="connsiteX43962" fmla="*/ 3249747 w 5799173"/>
              <a:gd name="connsiteY43962" fmla="*/ 3596203 h 5017219"/>
              <a:gd name="connsiteX43963" fmla="*/ 3250828 w 5799173"/>
              <a:gd name="connsiteY43963" fmla="*/ 3596868 h 5017219"/>
              <a:gd name="connsiteX43964" fmla="*/ 3259966 w 5799173"/>
              <a:gd name="connsiteY43964" fmla="*/ 3612736 h 5017219"/>
              <a:gd name="connsiteX43965" fmla="*/ 3259966 w 5799173"/>
              <a:gd name="connsiteY43965" fmla="*/ 3614065 h 5017219"/>
              <a:gd name="connsiteX43966" fmla="*/ 3250828 w 5799173"/>
              <a:gd name="connsiteY43966" fmla="*/ 3629933 h 5017219"/>
              <a:gd name="connsiteX43967" fmla="*/ 3249748 w 5799173"/>
              <a:gd name="connsiteY43967" fmla="*/ 3630598 h 5017219"/>
              <a:gd name="connsiteX43968" fmla="*/ 3110995 w 5799173"/>
              <a:gd name="connsiteY43968" fmla="*/ 3598508 h 5017219"/>
              <a:gd name="connsiteX43969" fmla="*/ 3109832 w 5799173"/>
              <a:gd name="connsiteY43969" fmla="*/ 3597843 h 5017219"/>
              <a:gd name="connsiteX43970" fmla="*/ 3100609 w 5799173"/>
              <a:gd name="connsiteY43970" fmla="*/ 3581892 h 5017219"/>
              <a:gd name="connsiteX43971" fmla="*/ 3100609 w 5799173"/>
              <a:gd name="connsiteY43971" fmla="*/ 3580563 h 5017219"/>
              <a:gd name="connsiteX43972" fmla="*/ 3109831 w 5799173"/>
              <a:gd name="connsiteY43972" fmla="*/ 3564612 h 5017219"/>
              <a:gd name="connsiteX43973" fmla="*/ 3110995 w 5799173"/>
              <a:gd name="connsiteY43973" fmla="*/ 3563947 h 5017219"/>
              <a:gd name="connsiteX43974" fmla="*/ 3129438 w 5799173"/>
              <a:gd name="connsiteY43974" fmla="*/ 3563947 h 5017219"/>
              <a:gd name="connsiteX43975" fmla="*/ 3130601 w 5799173"/>
              <a:gd name="connsiteY43975" fmla="*/ 3564612 h 5017219"/>
              <a:gd name="connsiteX43976" fmla="*/ 3139822 w 5799173"/>
              <a:gd name="connsiteY43976" fmla="*/ 3580563 h 5017219"/>
              <a:gd name="connsiteX43977" fmla="*/ 3139822 w 5799173"/>
              <a:gd name="connsiteY43977" fmla="*/ 3581892 h 5017219"/>
              <a:gd name="connsiteX43978" fmla="*/ 3130600 w 5799173"/>
              <a:gd name="connsiteY43978" fmla="*/ 3597843 h 5017219"/>
              <a:gd name="connsiteX43979" fmla="*/ 3129438 w 5799173"/>
              <a:gd name="connsiteY43979" fmla="*/ 3598508 h 5017219"/>
              <a:gd name="connsiteX43980" fmla="*/ 3472110 w 5799173"/>
              <a:gd name="connsiteY43980" fmla="*/ 3695362 h 5017219"/>
              <a:gd name="connsiteX43981" fmla="*/ 3470946 w 5799173"/>
              <a:gd name="connsiteY43981" fmla="*/ 3694698 h 5017219"/>
              <a:gd name="connsiteX43982" fmla="*/ 3461725 w 5799173"/>
              <a:gd name="connsiteY43982" fmla="*/ 3678663 h 5017219"/>
              <a:gd name="connsiteX43983" fmla="*/ 3461725 w 5799173"/>
              <a:gd name="connsiteY43983" fmla="*/ 3677334 h 5017219"/>
              <a:gd name="connsiteX43984" fmla="*/ 3470946 w 5799173"/>
              <a:gd name="connsiteY43984" fmla="*/ 3661300 h 5017219"/>
              <a:gd name="connsiteX43985" fmla="*/ 3472110 w 5799173"/>
              <a:gd name="connsiteY43985" fmla="*/ 3660635 h 5017219"/>
              <a:gd name="connsiteX43986" fmla="*/ 3490637 w 5799173"/>
              <a:gd name="connsiteY43986" fmla="*/ 3660635 h 5017219"/>
              <a:gd name="connsiteX43987" fmla="*/ 3491799 w 5799173"/>
              <a:gd name="connsiteY43987" fmla="*/ 3661300 h 5017219"/>
              <a:gd name="connsiteX43988" fmla="*/ 3501021 w 5799173"/>
              <a:gd name="connsiteY43988" fmla="*/ 3677334 h 5017219"/>
              <a:gd name="connsiteX43989" fmla="*/ 3501021 w 5799173"/>
              <a:gd name="connsiteY43989" fmla="*/ 3678663 h 5017219"/>
              <a:gd name="connsiteX43990" fmla="*/ 3491799 w 5799173"/>
              <a:gd name="connsiteY43990" fmla="*/ 3694698 h 5017219"/>
              <a:gd name="connsiteX43991" fmla="*/ 3490636 w 5799173"/>
              <a:gd name="connsiteY43991" fmla="*/ 3695362 h 5017219"/>
              <a:gd name="connsiteX43992" fmla="*/ 1606089 w 5799173"/>
              <a:gd name="connsiteY43992" fmla="*/ 3195753 h 5017219"/>
              <a:gd name="connsiteX43993" fmla="*/ 1604926 w 5799173"/>
              <a:gd name="connsiteY43993" fmla="*/ 3195087 h 5017219"/>
              <a:gd name="connsiteX43994" fmla="*/ 1595455 w 5799173"/>
              <a:gd name="connsiteY43994" fmla="*/ 3178720 h 5017219"/>
              <a:gd name="connsiteX43995" fmla="*/ 1595455 w 5799173"/>
              <a:gd name="connsiteY43995" fmla="*/ 3177391 h 5017219"/>
              <a:gd name="connsiteX43996" fmla="*/ 1604926 w 5799173"/>
              <a:gd name="connsiteY43996" fmla="*/ 3161025 h 5017219"/>
              <a:gd name="connsiteX43997" fmla="*/ 1606089 w 5799173"/>
              <a:gd name="connsiteY43997" fmla="*/ 3160360 h 5017219"/>
              <a:gd name="connsiteX43998" fmla="*/ 1625031 w 5799173"/>
              <a:gd name="connsiteY43998" fmla="*/ 3160360 h 5017219"/>
              <a:gd name="connsiteX43999" fmla="*/ 1626194 w 5799173"/>
              <a:gd name="connsiteY43999" fmla="*/ 3161026 h 5017219"/>
              <a:gd name="connsiteX44000" fmla="*/ 1635665 w 5799173"/>
              <a:gd name="connsiteY44000" fmla="*/ 3177391 h 5017219"/>
              <a:gd name="connsiteX44001" fmla="*/ 1635665 w 5799173"/>
              <a:gd name="connsiteY44001" fmla="*/ 3178721 h 5017219"/>
              <a:gd name="connsiteX44002" fmla="*/ 1626194 w 5799173"/>
              <a:gd name="connsiteY44002" fmla="*/ 3195087 h 5017219"/>
              <a:gd name="connsiteX44003" fmla="*/ 1625031 w 5799173"/>
              <a:gd name="connsiteY44003" fmla="*/ 3195752 h 5017219"/>
              <a:gd name="connsiteX44004" fmla="*/ 3411593 w 5799173"/>
              <a:gd name="connsiteY44004" fmla="*/ 3679640 h 5017219"/>
              <a:gd name="connsiteX44005" fmla="*/ 3410430 w 5799173"/>
              <a:gd name="connsiteY44005" fmla="*/ 3678975 h 5017219"/>
              <a:gd name="connsiteX44006" fmla="*/ 3400959 w 5799173"/>
              <a:gd name="connsiteY44006" fmla="*/ 3662526 h 5017219"/>
              <a:gd name="connsiteX44007" fmla="*/ 3400959 w 5799173"/>
              <a:gd name="connsiteY44007" fmla="*/ 3661197 h 5017219"/>
              <a:gd name="connsiteX44008" fmla="*/ 3410513 w 5799173"/>
              <a:gd name="connsiteY44008" fmla="*/ 3644747 h 5017219"/>
              <a:gd name="connsiteX44009" fmla="*/ 3411676 w 5799173"/>
              <a:gd name="connsiteY44009" fmla="*/ 3644082 h 5017219"/>
              <a:gd name="connsiteX44010" fmla="*/ 3430701 w 5799173"/>
              <a:gd name="connsiteY44010" fmla="*/ 3644082 h 5017219"/>
              <a:gd name="connsiteX44011" fmla="*/ 3431864 w 5799173"/>
              <a:gd name="connsiteY44011" fmla="*/ 3644747 h 5017219"/>
              <a:gd name="connsiteX44012" fmla="*/ 3441335 w 5799173"/>
              <a:gd name="connsiteY44012" fmla="*/ 3661197 h 5017219"/>
              <a:gd name="connsiteX44013" fmla="*/ 3441335 w 5799173"/>
              <a:gd name="connsiteY44013" fmla="*/ 3662526 h 5017219"/>
              <a:gd name="connsiteX44014" fmla="*/ 3431781 w 5799173"/>
              <a:gd name="connsiteY44014" fmla="*/ 3678975 h 5017219"/>
              <a:gd name="connsiteX44015" fmla="*/ 3430618 w 5799173"/>
              <a:gd name="connsiteY44015" fmla="*/ 3679640 h 5017219"/>
              <a:gd name="connsiteX44016" fmla="*/ 3291198 w 5799173"/>
              <a:gd name="connsiteY44016" fmla="*/ 3647549 h 5017219"/>
              <a:gd name="connsiteX44017" fmla="*/ 3290035 w 5799173"/>
              <a:gd name="connsiteY44017" fmla="*/ 3646884 h 5017219"/>
              <a:gd name="connsiteX44018" fmla="*/ 3280481 w 5799173"/>
              <a:gd name="connsiteY44018" fmla="*/ 3630352 h 5017219"/>
              <a:gd name="connsiteX44019" fmla="*/ 3280480 w 5799173"/>
              <a:gd name="connsiteY44019" fmla="*/ 3629022 h 5017219"/>
              <a:gd name="connsiteX44020" fmla="*/ 3290035 w 5799173"/>
              <a:gd name="connsiteY44020" fmla="*/ 3612490 h 5017219"/>
              <a:gd name="connsiteX44021" fmla="*/ 3291198 w 5799173"/>
              <a:gd name="connsiteY44021" fmla="*/ 3611825 h 5017219"/>
              <a:gd name="connsiteX44022" fmla="*/ 3310306 w 5799173"/>
              <a:gd name="connsiteY44022" fmla="*/ 3611825 h 5017219"/>
              <a:gd name="connsiteX44023" fmla="*/ 3311469 w 5799173"/>
              <a:gd name="connsiteY44023" fmla="*/ 3612490 h 5017219"/>
              <a:gd name="connsiteX44024" fmla="*/ 3321022 w 5799173"/>
              <a:gd name="connsiteY44024" fmla="*/ 3629022 h 5017219"/>
              <a:gd name="connsiteX44025" fmla="*/ 3321023 w 5799173"/>
              <a:gd name="connsiteY44025" fmla="*/ 3630352 h 5017219"/>
              <a:gd name="connsiteX44026" fmla="*/ 3311468 w 5799173"/>
              <a:gd name="connsiteY44026" fmla="*/ 3646884 h 5017219"/>
              <a:gd name="connsiteX44027" fmla="*/ 3310306 w 5799173"/>
              <a:gd name="connsiteY44027" fmla="*/ 3647549 h 5017219"/>
              <a:gd name="connsiteX44028" fmla="*/ 3592129 w 5799173"/>
              <a:gd name="connsiteY44028" fmla="*/ 3728183 h 5017219"/>
              <a:gd name="connsiteX44029" fmla="*/ 3590966 w 5799173"/>
              <a:gd name="connsiteY44029" fmla="*/ 3727518 h 5017219"/>
              <a:gd name="connsiteX44030" fmla="*/ 3581412 w 5799173"/>
              <a:gd name="connsiteY44030" fmla="*/ 3710986 h 5017219"/>
              <a:gd name="connsiteX44031" fmla="*/ 3581412 w 5799173"/>
              <a:gd name="connsiteY44031" fmla="*/ 3709657 h 5017219"/>
              <a:gd name="connsiteX44032" fmla="*/ 3590966 w 5799173"/>
              <a:gd name="connsiteY44032" fmla="*/ 3693125 h 5017219"/>
              <a:gd name="connsiteX44033" fmla="*/ 3592129 w 5799173"/>
              <a:gd name="connsiteY44033" fmla="*/ 3692460 h 5017219"/>
              <a:gd name="connsiteX44034" fmla="*/ 3611237 w 5799173"/>
              <a:gd name="connsiteY44034" fmla="*/ 3692460 h 5017219"/>
              <a:gd name="connsiteX44035" fmla="*/ 3612400 w 5799173"/>
              <a:gd name="connsiteY44035" fmla="*/ 3693125 h 5017219"/>
              <a:gd name="connsiteX44036" fmla="*/ 3621954 w 5799173"/>
              <a:gd name="connsiteY44036" fmla="*/ 3709657 h 5017219"/>
              <a:gd name="connsiteX44037" fmla="*/ 3621954 w 5799173"/>
              <a:gd name="connsiteY44037" fmla="*/ 3710987 h 5017219"/>
              <a:gd name="connsiteX44038" fmla="*/ 3612400 w 5799173"/>
              <a:gd name="connsiteY44038" fmla="*/ 3727518 h 5017219"/>
              <a:gd name="connsiteX44039" fmla="*/ 3611237 w 5799173"/>
              <a:gd name="connsiteY44039" fmla="*/ 3728183 h 5017219"/>
              <a:gd name="connsiteX44040" fmla="*/ 4976413 w 5799173"/>
              <a:gd name="connsiteY44040" fmla="*/ 4099101 h 5017219"/>
              <a:gd name="connsiteX44041" fmla="*/ 4975250 w 5799173"/>
              <a:gd name="connsiteY44041" fmla="*/ 4098436 h 5017219"/>
              <a:gd name="connsiteX44042" fmla="*/ 4965696 w 5799173"/>
              <a:gd name="connsiteY44042" fmla="*/ 4081904 h 5017219"/>
              <a:gd name="connsiteX44043" fmla="*/ 4965696 w 5799173"/>
              <a:gd name="connsiteY44043" fmla="*/ 4080574 h 5017219"/>
              <a:gd name="connsiteX44044" fmla="*/ 4975250 w 5799173"/>
              <a:gd name="connsiteY44044" fmla="*/ 4064042 h 5017219"/>
              <a:gd name="connsiteX44045" fmla="*/ 4976413 w 5799173"/>
              <a:gd name="connsiteY44045" fmla="*/ 4063377 h 5017219"/>
              <a:gd name="connsiteX44046" fmla="*/ 4995521 w 5799173"/>
              <a:gd name="connsiteY44046" fmla="*/ 4063377 h 5017219"/>
              <a:gd name="connsiteX44047" fmla="*/ 4996684 w 5799173"/>
              <a:gd name="connsiteY44047" fmla="*/ 4064042 h 5017219"/>
              <a:gd name="connsiteX44048" fmla="*/ 5006238 w 5799173"/>
              <a:gd name="connsiteY44048" fmla="*/ 4080574 h 5017219"/>
              <a:gd name="connsiteX44049" fmla="*/ 5006238 w 5799173"/>
              <a:gd name="connsiteY44049" fmla="*/ 4081904 h 5017219"/>
              <a:gd name="connsiteX44050" fmla="*/ 4996684 w 5799173"/>
              <a:gd name="connsiteY44050" fmla="*/ 4098436 h 5017219"/>
              <a:gd name="connsiteX44051" fmla="*/ 4995521 w 5799173"/>
              <a:gd name="connsiteY44051" fmla="*/ 4099101 h 5017219"/>
              <a:gd name="connsiteX44052" fmla="*/ 3351250 w 5799173"/>
              <a:gd name="connsiteY44052" fmla="*/ 3663930 h 5017219"/>
              <a:gd name="connsiteX44053" fmla="*/ 3350087 w 5799173"/>
              <a:gd name="connsiteY44053" fmla="*/ 3663265 h 5017219"/>
              <a:gd name="connsiteX44054" fmla="*/ 3340367 w 5799173"/>
              <a:gd name="connsiteY44054" fmla="*/ 3646400 h 5017219"/>
              <a:gd name="connsiteX44055" fmla="*/ 3340367 w 5799173"/>
              <a:gd name="connsiteY44055" fmla="*/ 3644988 h 5017219"/>
              <a:gd name="connsiteX44056" fmla="*/ 3350087 w 5799173"/>
              <a:gd name="connsiteY44056" fmla="*/ 3628123 h 5017219"/>
              <a:gd name="connsiteX44057" fmla="*/ 3351250 w 5799173"/>
              <a:gd name="connsiteY44057" fmla="*/ 3627458 h 5017219"/>
              <a:gd name="connsiteX44058" fmla="*/ 3370691 w 5799173"/>
              <a:gd name="connsiteY44058" fmla="*/ 3627458 h 5017219"/>
              <a:gd name="connsiteX44059" fmla="*/ 3371854 w 5799173"/>
              <a:gd name="connsiteY44059" fmla="*/ 3628123 h 5017219"/>
              <a:gd name="connsiteX44060" fmla="*/ 3381574 w 5799173"/>
              <a:gd name="connsiteY44060" fmla="*/ 3644988 h 5017219"/>
              <a:gd name="connsiteX44061" fmla="*/ 3381574 w 5799173"/>
              <a:gd name="connsiteY44061" fmla="*/ 3646400 h 5017219"/>
              <a:gd name="connsiteX44062" fmla="*/ 3371854 w 5799173"/>
              <a:gd name="connsiteY44062" fmla="*/ 3663265 h 5017219"/>
              <a:gd name="connsiteX44063" fmla="*/ 3370690 w 5799173"/>
              <a:gd name="connsiteY44063" fmla="*/ 3663930 h 5017219"/>
              <a:gd name="connsiteX44064" fmla="*/ 3531725 w 5799173"/>
              <a:gd name="connsiteY44064" fmla="*/ 3712394 h 5017219"/>
              <a:gd name="connsiteX44065" fmla="*/ 3530562 w 5799173"/>
              <a:gd name="connsiteY44065" fmla="*/ 3711729 h 5017219"/>
              <a:gd name="connsiteX44066" fmla="*/ 3520842 w 5799173"/>
              <a:gd name="connsiteY44066" fmla="*/ 3694781 h 5017219"/>
              <a:gd name="connsiteX44067" fmla="*/ 3520842 w 5799173"/>
              <a:gd name="connsiteY44067" fmla="*/ 3693369 h 5017219"/>
              <a:gd name="connsiteX44068" fmla="*/ 3530645 w 5799173"/>
              <a:gd name="connsiteY44068" fmla="*/ 3676421 h 5017219"/>
              <a:gd name="connsiteX44069" fmla="*/ 3531808 w 5799173"/>
              <a:gd name="connsiteY44069" fmla="*/ 3675756 h 5017219"/>
              <a:gd name="connsiteX44070" fmla="*/ 3551333 w 5799173"/>
              <a:gd name="connsiteY44070" fmla="*/ 3675756 h 5017219"/>
              <a:gd name="connsiteX44071" fmla="*/ 3552495 w 5799173"/>
              <a:gd name="connsiteY44071" fmla="*/ 3676421 h 5017219"/>
              <a:gd name="connsiteX44072" fmla="*/ 3562215 w 5799173"/>
              <a:gd name="connsiteY44072" fmla="*/ 3693369 h 5017219"/>
              <a:gd name="connsiteX44073" fmla="*/ 3562215 w 5799173"/>
              <a:gd name="connsiteY44073" fmla="*/ 3694781 h 5017219"/>
              <a:gd name="connsiteX44074" fmla="*/ 3552412 w 5799173"/>
              <a:gd name="connsiteY44074" fmla="*/ 3711729 h 5017219"/>
              <a:gd name="connsiteX44075" fmla="*/ 3551249 w 5799173"/>
              <a:gd name="connsiteY44075" fmla="*/ 3712394 h 5017219"/>
              <a:gd name="connsiteX44076" fmla="*/ 3832657 w 5799173"/>
              <a:gd name="connsiteY44076" fmla="*/ 3793028 h 5017219"/>
              <a:gd name="connsiteX44077" fmla="*/ 3831494 w 5799173"/>
              <a:gd name="connsiteY44077" fmla="*/ 3792363 h 5017219"/>
              <a:gd name="connsiteX44078" fmla="*/ 3821773 w 5799173"/>
              <a:gd name="connsiteY44078" fmla="*/ 3775415 h 5017219"/>
              <a:gd name="connsiteX44079" fmla="*/ 3821774 w 5799173"/>
              <a:gd name="connsiteY44079" fmla="*/ 3774003 h 5017219"/>
              <a:gd name="connsiteX44080" fmla="*/ 3831577 w 5799173"/>
              <a:gd name="connsiteY44080" fmla="*/ 3757055 h 5017219"/>
              <a:gd name="connsiteX44081" fmla="*/ 3832740 w 5799173"/>
              <a:gd name="connsiteY44081" fmla="*/ 3756390 h 5017219"/>
              <a:gd name="connsiteX44082" fmla="*/ 3852264 w 5799173"/>
              <a:gd name="connsiteY44082" fmla="*/ 3756390 h 5017219"/>
              <a:gd name="connsiteX44083" fmla="*/ 3853427 w 5799173"/>
              <a:gd name="connsiteY44083" fmla="*/ 3757055 h 5017219"/>
              <a:gd name="connsiteX44084" fmla="*/ 3863147 w 5799173"/>
              <a:gd name="connsiteY44084" fmla="*/ 3774003 h 5017219"/>
              <a:gd name="connsiteX44085" fmla="*/ 3863147 w 5799173"/>
              <a:gd name="connsiteY44085" fmla="*/ 3775415 h 5017219"/>
              <a:gd name="connsiteX44086" fmla="*/ 3853344 w 5799173"/>
              <a:gd name="connsiteY44086" fmla="*/ 3792363 h 5017219"/>
              <a:gd name="connsiteX44087" fmla="*/ 3852180 w 5799173"/>
              <a:gd name="connsiteY44087" fmla="*/ 3793028 h 5017219"/>
              <a:gd name="connsiteX44088" fmla="*/ 3652098 w 5799173"/>
              <a:gd name="connsiteY44088" fmla="*/ 3744730 h 5017219"/>
              <a:gd name="connsiteX44089" fmla="*/ 3650935 w 5799173"/>
              <a:gd name="connsiteY44089" fmla="*/ 3744065 h 5017219"/>
              <a:gd name="connsiteX44090" fmla="*/ 3641132 w 5799173"/>
              <a:gd name="connsiteY44090" fmla="*/ 3727034 h 5017219"/>
              <a:gd name="connsiteX44091" fmla="*/ 3641132 w 5799173"/>
              <a:gd name="connsiteY44091" fmla="*/ 3725622 h 5017219"/>
              <a:gd name="connsiteX44092" fmla="*/ 3650935 w 5799173"/>
              <a:gd name="connsiteY44092" fmla="*/ 3708591 h 5017219"/>
              <a:gd name="connsiteX44093" fmla="*/ 3652098 w 5799173"/>
              <a:gd name="connsiteY44093" fmla="*/ 3707926 h 5017219"/>
              <a:gd name="connsiteX44094" fmla="*/ 3671705 w 5799173"/>
              <a:gd name="connsiteY44094" fmla="*/ 3707926 h 5017219"/>
              <a:gd name="connsiteX44095" fmla="*/ 3672868 w 5799173"/>
              <a:gd name="connsiteY44095" fmla="*/ 3708591 h 5017219"/>
              <a:gd name="connsiteX44096" fmla="*/ 3682672 w 5799173"/>
              <a:gd name="connsiteY44096" fmla="*/ 3725622 h 5017219"/>
              <a:gd name="connsiteX44097" fmla="*/ 3682672 w 5799173"/>
              <a:gd name="connsiteY44097" fmla="*/ 3727034 h 5017219"/>
              <a:gd name="connsiteX44098" fmla="*/ 3672868 w 5799173"/>
              <a:gd name="connsiteY44098" fmla="*/ 3744065 h 5017219"/>
              <a:gd name="connsiteX44099" fmla="*/ 3671705 w 5799173"/>
              <a:gd name="connsiteY44099" fmla="*/ 3744730 h 5017219"/>
              <a:gd name="connsiteX44100" fmla="*/ 3953030 w 5799173"/>
              <a:gd name="connsiteY44100" fmla="*/ 3825364 h 5017219"/>
              <a:gd name="connsiteX44101" fmla="*/ 3951867 w 5799173"/>
              <a:gd name="connsiteY44101" fmla="*/ 3824699 h 5017219"/>
              <a:gd name="connsiteX44102" fmla="*/ 3942063 w 5799173"/>
              <a:gd name="connsiteY44102" fmla="*/ 3807668 h 5017219"/>
              <a:gd name="connsiteX44103" fmla="*/ 3942063 w 5799173"/>
              <a:gd name="connsiteY44103" fmla="*/ 3806256 h 5017219"/>
              <a:gd name="connsiteX44104" fmla="*/ 3951866 w 5799173"/>
              <a:gd name="connsiteY44104" fmla="*/ 3789225 h 5017219"/>
              <a:gd name="connsiteX44105" fmla="*/ 3953030 w 5799173"/>
              <a:gd name="connsiteY44105" fmla="*/ 3788560 h 5017219"/>
              <a:gd name="connsiteX44106" fmla="*/ 3972636 w 5799173"/>
              <a:gd name="connsiteY44106" fmla="*/ 3788560 h 5017219"/>
              <a:gd name="connsiteX44107" fmla="*/ 3973799 w 5799173"/>
              <a:gd name="connsiteY44107" fmla="*/ 3789225 h 5017219"/>
              <a:gd name="connsiteX44108" fmla="*/ 3983603 w 5799173"/>
              <a:gd name="connsiteY44108" fmla="*/ 3806256 h 5017219"/>
              <a:gd name="connsiteX44109" fmla="*/ 3983603 w 5799173"/>
              <a:gd name="connsiteY44109" fmla="*/ 3807668 h 5017219"/>
              <a:gd name="connsiteX44110" fmla="*/ 3973799 w 5799173"/>
              <a:gd name="connsiteY44110" fmla="*/ 3824699 h 5017219"/>
              <a:gd name="connsiteX44111" fmla="*/ 3972636 w 5799173"/>
              <a:gd name="connsiteY44111" fmla="*/ 3825364 h 5017219"/>
              <a:gd name="connsiteX44112" fmla="*/ 1545473 w 5799173"/>
              <a:gd name="connsiteY44112" fmla="*/ 3180547 h 5017219"/>
              <a:gd name="connsiteX44113" fmla="*/ 1544228 w 5799173"/>
              <a:gd name="connsiteY44113" fmla="*/ 3179883 h 5017219"/>
              <a:gd name="connsiteX44114" fmla="*/ 1534341 w 5799173"/>
              <a:gd name="connsiteY44114" fmla="*/ 3162685 h 5017219"/>
              <a:gd name="connsiteX44115" fmla="*/ 1534341 w 5799173"/>
              <a:gd name="connsiteY44115" fmla="*/ 3161273 h 5017219"/>
              <a:gd name="connsiteX44116" fmla="*/ 1544228 w 5799173"/>
              <a:gd name="connsiteY44116" fmla="*/ 3144076 h 5017219"/>
              <a:gd name="connsiteX44117" fmla="*/ 1545473 w 5799173"/>
              <a:gd name="connsiteY44117" fmla="*/ 3143411 h 5017219"/>
              <a:gd name="connsiteX44118" fmla="*/ 1565329 w 5799173"/>
              <a:gd name="connsiteY44118" fmla="*/ 3143411 h 5017219"/>
              <a:gd name="connsiteX44119" fmla="*/ 1566576 w 5799173"/>
              <a:gd name="connsiteY44119" fmla="*/ 3144076 h 5017219"/>
              <a:gd name="connsiteX44120" fmla="*/ 1576462 w 5799173"/>
              <a:gd name="connsiteY44120" fmla="*/ 3161273 h 5017219"/>
              <a:gd name="connsiteX44121" fmla="*/ 1576462 w 5799173"/>
              <a:gd name="connsiteY44121" fmla="*/ 3162685 h 5017219"/>
              <a:gd name="connsiteX44122" fmla="*/ 1566576 w 5799173"/>
              <a:gd name="connsiteY44122" fmla="*/ 3179883 h 5017219"/>
              <a:gd name="connsiteX44123" fmla="*/ 1565329 w 5799173"/>
              <a:gd name="connsiteY44123" fmla="*/ 3180547 h 5017219"/>
              <a:gd name="connsiteX44124" fmla="*/ 3712178 w 5799173"/>
              <a:gd name="connsiteY44124" fmla="*/ 3761113 h 5017219"/>
              <a:gd name="connsiteX44125" fmla="*/ 3710932 w 5799173"/>
              <a:gd name="connsiteY44125" fmla="*/ 3760449 h 5017219"/>
              <a:gd name="connsiteX44126" fmla="*/ 3701046 w 5799173"/>
              <a:gd name="connsiteY44126" fmla="*/ 3743251 h 5017219"/>
              <a:gd name="connsiteX44127" fmla="*/ 3701046 w 5799173"/>
              <a:gd name="connsiteY44127" fmla="*/ 3741840 h 5017219"/>
              <a:gd name="connsiteX44128" fmla="*/ 3710932 w 5799173"/>
              <a:gd name="connsiteY44128" fmla="*/ 3724643 h 5017219"/>
              <a:gd name="connsiteX44129" fmla="*/ 3712178 w 5799173"/>
              <a:gd name="connsiteY44129" fmla="*/ 3723977 h 5017219"/>
              <a:gd name="connsiteX44130" fmla="*/ 3732035 w 5799173"/>
              <a:gd name="connsiteY44130" fmla="*/ 3723977 h 5017219"/>
              <a:gd name="connsiteX44131" fmla="*/ 3733281 w 5799173"/>
              <a:gd name="connsiteY44131" fmla="*/ 3724642 h 5017219"/>
              <a:gd name="connsiteX44132" fmla="*/ 3743167 w 5799173"/>
              <a:gd name="connsiteY44132" fmla="*/ 3741839 h 5017219"/>
              <a:gd name="connsiteX44133" fmla="*/ 3743167 w 5799173"/>
              <a:gd name="connsiteY44133" fmla="*/ 3743251 h 5017219"/>
              <a:gd name="connsiteX44134" fmla="*/ 3733281 w 5799173"/>
              <a:gd name="connsiteY44134" fmla="*/ 3760449 h 5017219"/>
              <a:gd name="connsiteX44135" fmla="*/ 3732035 w 5799173"/>
              <a:gd name="connsiteY44135" fmla="*/ 3761114 h 5017219"/>
              <a:gd name="connsiteX44136" fmla="*/ 3772222 w 5799173"/>
              <a:gd name="connsiteY44136" fmla="*/ 3777400 h 5017219"/>
              <a:gd name="connsiteX44137" fmla="*/ 3770976 w 5799173"/>
              <a:gd name="connsiteY44137" fmla="*/ 3776652 h 5017219"/>
              <a:gd name="connsiteX44138" fmla="*/ 3761005 w 5799173"/>
              <a:gd name="connsiteY44138" fmla="*/ 3759289 h 5017219"/>
              <a:gd name="connsiteX44139" fmla="*/ 3761006 w 5799173"/>
              <a:gd name="connsiteY44139" fmla="*/ 3757876 h 5017219"/>
              <a:gd name="connsiteX44140" fmla="*/ 3771058 w 5799173"/>
              <a:gd name="connsiteY44140" fmla="*/ 3740513 h 5017219"/>
              <a:gd name="connsiteX44141" fmla="*/ 3772305 w 5799173"/>
              <a:gd name="connsiteY44141" fmla="*/ 3739765 h 5017219"/>
              <a:gd name="connsiteX44142" fmla="*/ 3792327 w 5799173"/>
              <a:gd name="connsiteY44142" fmla="*/ 3739765 h 5017219"/>
              <a:gd name="connsiteX44143" fmla="*/ 3793573 w 5799173"/>
              <a:gd name="connsiteY44143" fmla="*/ 3740513 h 5017219"/>
              <a:gd name="connsiteX44144" fmla="*/ 3803541 w 5799173"/>
              <a:gd name="connsiteY44144" fmla="*/ 3757876 h 5017219"/>
              <a:gd name="connsiteX44145" fmla="*/ 3803542 w 5799173"/>
              <a:gd name="connsiteY44145" fmla="*/ 3759289 h 5017219"/>
              <a:gd name="connsiteX44146" fmla="*/ 3793489 w 5799173"/>
              <a:gd name="connsiteY44146" fmla="*/ 3776652 h 5017219"/>
              <a:gd name="connsiteX44147" fmla="*/ 3792243 w 5799173"/>
              <a:gd name="connsiteY44147" fmla="*/ 3777400 h 5017219"/>
              <a:gd name="connsiteX44148" fmla="*/ 2568497 w 5799173"/>
              <a:gd name="connsiteY44148" fmla="*/ 3454946 h 5017219"/>
              <a:gd name="connsiteX44149" fmla="*/ 2567252 w 5799173"/>
              <a:gd name="connsiteY44149" fmla="*/ 3454198 h 5017219"/>
              <a:gd name="connsiteX44150" fmla="*/ 2557198 w 5799173"/>
              <a:gd name="connsiteY44150" fmla="*/ 3436752 h 5017219"/>
              <a:gd name="connsiteX44151" fmla="*/ 2557199 w 5799173"/>
              <a:gd name="connsiteY44151" fmla="*/ 3435339 h 5017219"/>
              <a:gd name="connsiteX44152" fmla="*/ 2567251 w 5799173"/>
              <a:gd name="connsiteY44152" fmla="*/ 3417893 h 5017219"/>
              <a:gd name="connsiteX44153" fmla="*/ 2568497 w 5799173"/>
              <a:gd name="connsiteY44153" fmla="*/ 3417146 h 5017219"/>
              <a:gd name="connsiteX44154" fmla="*/ 2588603 w 5799173"/>
              <a:gd name="connsiteY44154" fmla="*/ 3417145 h 5017219"/>
              <a:gd name="connsiteX44155" fmla="*/ 2589848 w 5799173"/>
              <a:gd name="connsiteY44155" fmla="*/ 3417893 h 5017219"/>
              <a:gd name="connsiteX44156" fmla="*/ 2599901 w 5799173"/>
              <a:gd name="connsiteY44156" fmla="*/ 3435339 h 5017219"/>
              <a:gd name="connsiteX44157" fmla="*/ 2599901 w 5799173"/>
              <a:gd name="connsiteY44157" fmla="*/ 3436752 h 5017219"/>
              <a:gd name="connsiteX44158" fmla="*/ 2589849 w 5799173"/>
              <a:gd name="connsiteY44158" fmla="*/ 3454198 h 5017219"/>
              <a:gd name="connsiteX44159" fmla="*/ 2588602 w 5799173"/>
              <a:gd name="connsiteY44159" fmla="*/ 3454946 h 5017219"/>
              <a:gd name="connsiteX44160" fmla="*/ 4313898 w 5799173"/>
              <a:gd name="connsiteY44160" fmla="*/ 3922625 h 5017219"/>
              <a:gd name="connsiteX44161" fmla="*/ 4312652 w 5799173"/>
              <a:gd name="connsiteY44161" fmla="*/ 3921877 h 5017219"/>
              <a:gd name="connsiteX44162" fmla="*/ 4302599 w 5799173"/>
              <a:gd name="connsiteY44162" fmla="*/ 3904431 h 5017219"/>
              <a:gd name="connsiteX44163" fmla="*/ 4302600 w 5799173"/>
              <a:gd name="connsiteY44163" fmla="*/ 3903018 h 5017219"/>
              <a:gd name="connsiteX44164" fmla="*/ 4312652 w 5799173"/>
              <a:gd name="connsiteY44164" fmla="*/ 3885572 h 5017219"/>
              <a:gd name="connsiteX44165" fmla="*/ 4313898 w 5799173"/>
              <a:gd name="connsiteY44165" fmla="*/ 3884824 h 5017219"/>
              <a:gd name="connsiteX44166" fmla="*/ 4334004 w 5799173"/>
              <a:gd name="connsiteY44166" fmla="*/ 3884824 h 5017219"/>
              <a:gd name="connsiteX44167" fmla="*/ 4335249 w 5799173"/>
              <a:gd name="connsiteY44167" fmla="*/ 3885572 h 5017219"/>
              <a:gd name="connsiteX44168" fmla="*/ 4345302 w 5799173"/>
              <a:gd name="connsiteY44168" fmla="*/ 3903018 h 5017219"/>
              <a:gd name="connsiteX44169" fmla="*/ 4345302 w 5799173"/>
              <a:gd name="connsiteY44169" fmla="*/ 3904431 h 5017219"/>
              <a:gd name="connsiteX44170" fmla="*/ 4335249 w 5799173"/>
              <a:gd name="connsiteY44170" fmla="*/ 3921877 h 5017219"/>
              <a:gd name="connsiteX44171" fmla="*/ 4334003 w 5799173"/>
              <a:gd name="connsiteY44171" fmla="*/ 3922625 h 5017219"/>
              <a:gd name="connsiteX44172" fmla="*/ 4674932 w 5799173"/>
              <a:gd name="connsiteY44172" fmla="*/ 4019468 h 5017219"/>
              <a:gd name="connsiteX44173" fmla="*/ 4673687 w 5799173"/>
              <a:gd name="connsiteY44173" fmla="*/ 4018721 h 5017219"/>
              <a:gd name="connsiteX44174" fmla="*/ 4663551 w 5799173"/>
              <a:gd name="connsiteY44174" fmla="*/ 4001191 h 5017219"/>
              <a:gd name="connsiteX44175" fmla="*/ 4663551 w 5799173"/>
              <a:gd name="connsiteY44175" fmla="*/ 3999779 h 5017219"/>
              <a:gd name="connsiteX44176" fmla="*/ 4673686 w 5799173"/>
              <a:gd name="connsiteY44176" fmla="*/ 3982249 h 5017219"/>
              <a:gd name="connsiteX44177" fmla="*/ 4674933 w 5799173"/>
              <a:gd name="connsiteY44177" fmla="*/ 3981501 h 5017219"/>
              <a:gd name="connsiteX44178" fmla="*/ 4695204 w 5799173"/>
              <a:gd name="connsiteY44178" fmla="*/ 3981501 h 5017219"/>
              <a:gd name="connsiteX44179" fmla="*/ 4696450 w 5799173"/>
              <a:gd name="connsiteY44179" fmla="*/ 3982249 h 5017219"/>
              <a:gd name="connsiteX44180" fmla="*/ 4706585 w 5799173"/>
              <a:gd name="connsiteY44180" fmla="*/ 3999779 h 5017219"/>
              <a:gd name="connsiteX44181" fmla="*/ 4706585 w 5799173"/>
              <a:gd name="connsiteY44181" fmla="*/ 4001191 h 5017219"/>
              <a:gd name="connsiteX44182" fmla="*/ 4696449 w 5799173"/>
              <a:gd name="connsiteY44182" fmla="*/ 4018721 h 5017219"/>
              <a:gd name="connsiteX44183" fmla="*/ 4695204 w 5799173"/>
              <a:gd name="connsiteY44183" fmla="*/ 4019468 h 5017219"/>
              <a:gd name="connsiteX44184" fmla="*/ 1484979 w 5799173"/>
              <a:gd name="connsiteY44184" fmla="*/ 3164828 h 5017219"/>
              <a:gd name="connsiteX44185" fmla="*/ 1483733 w 5799173"/>
              <a:gd name="connsiteY44185" fmla="*/ 3164081 h 5017219"/>
              <a:gd name="connsiteX44186" fmla="*/ 1473597 w 5799173"/>
              <a:gd name="connsiteY44186" fmla="*/ 3146468 h 5017219"/>
              <a:gd name="connsiteX44187" fmla="*/ 1473597 w 5799173"/>
              <a:gd name="connsiteY44187" fmla="*/ 3145056 h 5017219"/>
              <a:gd name="connsiteX44188" fmla="*/ 1483816 w 5799173"/>
              <a:gd name="connsiteY44188" fmla="*/ 3127443 h 5017219"/>
              <a:gd name="connsiteX44189" fmla="*/ 1485062 w 5799173"/>
              <a:gd name="connsiteY44189" fmla="*/ 3126695 h 5017219"/>
              <a:gd name="connsiteX44190" fmla="*/ 1505416 w 5799173"/>
              <a:gd name="connsiteY44190" fmla="*/ 3126695 h 5017219"/>
              <a:gd name="connsiteX44191" fmla="*/ 1506662 w 5799173"/>
              <a:gd name="connsiteY44191" fmla="*/ 3127443 h 5017219"/>
              <a:gd name="connsiteX44192" fmla="*/ 1516798 w 5799173"/>
              <a:gd name="connsiteY44192" fmla="*/ 3145056 h 5017219"/>
              <a:gd name="connsiteX44193" fmla="*/ 1516798 w 5799173"/>
              <a:gd name="connsiteY44193" fmla="*/ 3146468 h 5017219"/>
              <a:gd name="connsiteX44194" fmla="*/ 1506579 w 5799173"/>
              <a:gd name="connsiteY44194" fmla="*/ 3164081 h 5017219"/>
              <a:gd name="connsiteX44195" fmla="*/ 1505333 w 5799173"/>
              <a:gd name="connsiteY44195" fmla="*/ 3164828 h 5017219"/>
              <a:gd name="connsiteX44196" fmla="*/ 3892407 w 5799173"/>
              <a:gd name="connsiteY44196" fmla="*/ 3810065 h 5017219"/>
              <a:gd name="connsiteX44197" fmla="*/ 3891161 w 5799173"/>
              <a:gd name="connsiteY44197" fmla="*/ 3809318 h 5017219"/>
              <a:gd name="connsiteX44198" fmla="*/ 3880942 w 5799173"/>
              <a:gd name="connsiteY44198" fmla="*/ 3791622 h 5017219"/>
              <a:gd name="connsiteX44199" fmla="*/ 3880942 w 5799173"/>
              <a:gd name="connsiteY44199" fmla="*/ 3790211 h 5017219"/>
              <a:gd name="connsiteX44200" fmla="*/ 3891161 w 5799173"/>
              <a:gd name="connsiteY44200" fmla="*/ 3772514 h 5017219"/>
              <a:gd name="connsiteX44201" fmla="*/ 3892407 w 5799173"/>
              <a:gd name="connsiteY44201" fmla="*/ 3771766 h 5017219"/>
              <a:gd name="connsiteX44202" fmla="*/ 3912844 w 5799173"/>
              <a:gd name="connsiteY44202" fmla="*/ 3771766 h 5017219"/>
              <a:gd name="connsiteX44203" fmla="*/ 3914091 w 5799173"/>
              <a:gd name="connsiteY44203" fmla="*/ 3772514 h 5017219"/>
              <a:gd name="connsiteX44204" fmla="*/ 3924309 w 5799173"/>
              <a:gd name="connsiteY44204" fmla="*/ 3790210 h 5017219"/>
              <a:gd name="connsiteX44205" fmla="*/ 3924309 w 5799173"/>
              <a:gd name="connsiteY44205" fmla="*/ 3791622 h 5017219"/>
              <a:gd name="connsiteX44206" fmla="*/ 3914091 w 5799173"/>
              <a:gd name="connsiteY44206" fmla="*/ 3809318 h 5017219"/>
              <a:gd name="connsiteX44207" fmla="*/ 3912844 w 5799173"/>
              <a:gd name="connsiteY44207" fmla="*/ 3810065 h 5017219"/>
              <a:gd name="connsiteX44208" fmla="*/ 943199 w 5799173"/>
              <a:gd name="connsiteY44208" fmla="*/ 3019923 h 5017219"/>
              <a:gd name="connsiteX44209" fmla="*/ 941953 w 5799173"/>
              <a:gd name="connsiteY44209" fmla="*/ 3019175 h 5017219"/>
              <a:gd name="connsiteX44210" fmla="*/ 931651 w 5799173"/>
              <a:gd name="connsiteY44210" fmla="*/ 3001396 h 5017219"/>
              <a:gd name="connsiteX44211" fmla="*/ 931651 w 5799173"/>
              <a:gd name="connsiteY44211" fmla="*/ 2999984 h 5017219"/>
              <a:gd name="connsiteX44212" fmla="*/ 941953 w 5799173"/>
              <a:gd name="connsiteY44212" fmla="*/ 2982205 h 5017219"/>
              <a:gd name="connsiteX44213" fmla="*/ 943199 w 5799173"/>
              <a:gd name="connsiteY44213" fmla="*/ 2981457 h 5017219"/>
              <a:gd name="connsiteX44214" fmla="*/ 963720 w 5799173"/>
              <a:gd name="connsiteY44214" fmla="*/ 2981457 h 5017219"/>
              <a:gd name="connsiteX44215" fmla="*/ 964966 w 5799173"/>
              <a:gd name="connsiteY44215" fmla="*/ 2982205 h 5017219"/>
              <a:gd name="connsiteX44216" fmla="*/ 975268 w 5799173"/>
              <a:gd name="connsiteY44216" fmla="*/ 2999984 h 5017219"/>
              <a:gd name="connsiteX44217" fmla="*/ 975268 w 5799173"/>
              <a:gd name="connsiteY44217" fmla="*/ 3001396 h 5017219"/>
              <a:gd name="connsiteX44218" fmla="*/ 964966 w 5799173"/>
              <a:gd name="connsiteY44218" fmla="*/ 3019175 h 5017219"/>
              <a:gd name="connsiteX44219" fmla="*/ 963720 w 5799173"/>
              <a:gd name="connsiteY44219" fmla="*/ 3019923 h 5017219"/>
              <a:gd name="connsiteX44220" fmla="*/ 1665434 w 5799173"/>
              <a:gd name="connsiteY44220" fmla="*/ 3213445 h 5017219"/>
              <a:gd name="connsiteX44221" fmla="*/ 1664189 w 5799173"/>
              <a:gd name="connsiteY44221" fmla="*/ 3212697 h 5017219"/>
              <a:gd name="connsiteX44222" fmla="*/ 1653887 w 5799173"/>
              <a:gd name="connsiteY44222" fmla="*/ 3194918 h 5017219"/>
              <a:gd name="connsiteX44223" fmla="*/ 1653887 w 5799173"/>
              <a:gd name="connsiteY44223" fmla="*/ 3193506 h 5017219"/>
              <a:gd name="connsiteX44224" fmla="*/ 1664189 w 5799173"/>
              <a:gd name="connsiteY44224" fmla="*/ 3175727 h 5017219"/>
              <a:gd name="connsiteX44225" fmla="*/ 1665435 w 5799173"/>
              <a:gd name="connsiteY44225" fmla="*/ 3174979 h 5017219"/>
              <a:gd name="connsiteX44226" fmla="*/ 1685955 w 5799173"/>
              <a:gd name="connsiteY44226" fmla="*/ 3174979 h 5017219"/>
              <a:gd name="connsiteX44227" fmla="*/ 1687202 w 5799173"/>
              <a:gd name="connsiteY44227" fmla="*/ 3175727 h 5017219"/>
              <a:gd name="connsiteX44228" fmla="*/ 1697504 w 5799173"/>
              <a:gd name="connsiteY44228" fmla="*/ 3193506 h 5017219"/>
              <a:gd name="connsiteX44229" fmla="*/ 1697503 w 5799173"/>
              <a:gd name="connsiteY44229" fmla="*/ 3194918 h 5017219"/>
              <a:gd name="connsiteX44230" fmla="*/ 1687202 w 5799173"/>
              <a:gd name="connsiteY44230" fmla="*/ 3212697 h 5017219"/>
              <a:gd name="connsiteX44231" fmla="*/ 1685956 w 5799173"/>
              <a:gd name="connsiteY44231" fmla="*/ 3213445 h 5017219"/>
              <a:gd name="connsiteX44232" fmla="*/ 2447856 w 5799173"/>
              <a:gd name="connsiteY44232" fmla="*/ 3423094 h 5017219"/>
              <a:gd name="connsiteX44233" fmla="*/ 2446610 w 5799173"/>
              <a:gd name="connsiteY44233" fmla="*/ 3422346 h 5017219"/>
              <a:gd name="connsiteX44234" fmla="*/ 2436308 w 5799173"/>
              <a:gd name="connsiteY44234" fmla="*/ 3404567 h 5017219"/>
              <a:gd name="connsiteX44235" fmla="*/ 2436308 w 5799173"/>
              <a:gd name="connsiteY44235" fmla="*/ 3403155 h 5017219"/>
              <a:gd name="connsiteX44236" fmla="*/ 2446610 w 5799173"/>
              <a:gd name="connsiteY44236" fmla="*/ 3385376 h 5017219"/>
              <a:gd name="connsiteX44237" fmla="*/ 2447856 w 5799173"/>
              <a:gd name="connsiteY44237" fmla="*/ 3384628 h 5017219"/>
              <a:gd name="connsiteX44238" fmla="*/ 2468376 w 5799173"/>
              <a:gd name="connsiteY44238" fmla="*/ 3384628 h 5017219"/>
              <a:gd name="connsiteX44239" fmla="*/ 2469623 w 5799173"/>
              <a:gd name="connsiteY44239" fmla="*/ 3385376 h 5017219"/>
              <a:gd name="connsiteX44240" fmla="*/ 2479924 w 5799173"/>
              <a:gd name="connsiteY44240" fmla="*/ 3403155 h 5017219"/>
              <a:gd name="connsiteX44241" fmla="*/ 2479924 w 5799173"/>
              <a:gd name="connsiteY44241" fmla="*/ 3404567 h 5017219"/>
              <a:gd name="connsiteX44242" fmla="*/ 2469623 w 5799173"/>
              <a:gd name="connsiteY44242" fmla="*/ 3422346 h 5017219"/>
              <a:gd name="connsiteX44243" fmla="*/ 2468376 w 5799173"/>
              <a:gd name="connsiteY44243" fmla="*/ 3423094 h 5017219"/>
              <a:gd name="connsiteX44244" fmla="*/ 4434009 w 5799173"/>
              <a:gd name="connsiteY44244" fmla="*/ 3955386 h 5017219"/>
              <a:gd name="connsiteX44245" fmla="*/ 4432763 w 5799173"/>
              <a:gd name="connsiteY44245" fmla="*/ 3954638 h 5017219"/>
              <a:gd name="connsiteX44246" fmla="*/ 4422461 w 5799173"/>
              <a:gd name="connsiteY44246" fmla="*/ 3936776 h 5017219"/>
              <a:gd name="connsiteX44247" fmla="*/ 4422461 w 5799173"/>
              <a:gd name="connsiteY44247" fmla="*/ 3935281 h 5017219"/>
              <a:gd name="connsiteX44248" fmla="*/ 4432763 w 5799173"/>
              <a:gd name="connsiteY44248" fmla="*/ 3917419 h 5017219"/>
              <a:gd name="connsiteX44249" fmla="*/ 4434009 w 5799173"/>
              <a:gd name="connsiteY44249" fmla="*/ 3916671 h 5017219"/>
              <a:gd name="connsiteX44250" fmla="*/ 4454696 w 5799173"/>
              <a:gd name="connsiteY44250" fmla="*/ 3916671 h 5017219"/>
              <a:gd name="connsiteX44251" fmla="*/ 4455942 w 5799173"/>
              <a:gd name="connsiteY44251" fmla="*/ 3917419 h 5017219"/>
              <a:gd name="connsiteX44252" fmla="*/ 4466244 w 5799173"/>
              <a:gd name="connsiteY44252" fmla="*/ 3935281 h 5017219"/>
              <a:gd name="connsiteX44253" fmla="*/ 4466244 w 5799173"/>
              <a:gd name="connsiteY44253" fmla="*/ 3936776 h 5017219"/>
              <a:gd name="connsiteX44254" fmla="*/ 4455942 w 5799173"/>
              <a:gd name="connsiteY44254" fmla="*/ 3954638 h 5017219"/>
              <a:gd name="connsiteX44255" fmla="*/ 4454696 w 5799173"/>
              <a:gd name="connsiteY44255" fmla="*/ 3955386 h 5017219"/>
              <a:gd name="connsiteX44256" fmla="*/ 2327409 w 5799173"/>
              <a:gd name="connsiteY44256" fmla="*/ 3391019 h 5017219"/>
              <a:gd name="connsiteX44257" fmla="*/ 2326163 w 5799173"/>
              <a:gd name="connsiteY44257" fmla="*/ 3390271 h 5017219"/>
              <a:gd name="connsiteX44258" fmla="*/ 2315779 w 5799173"/>
              <a:gd name="connsiteY44258" fmla="*/ 3372326 h 5017219"/>
              <a:gd name="connsiteX44259" fmla="*/ 2315778 w 5799173"/>
              <a:gd name="connsiteY44259" fmla="*/ 3370831 h 5017219"/>
              <a:gd name="connsiteX44260" fmla="*/ 2326163 w 5799173"/>
              <a:gd name="connsiteY44260" fmla="*/ 3352885 h 5017219"/>
              <a:gd name="connsiteX44261" fmla="*/ 2327409 w 5799173"/>
              <a:gd name="connsiteY44261" fmla="*/ 3352137 h 5017219"/>
              <a:gd name="connsiteX44262" fmla="*/ 2348179 w 5799173"/>
              <a:gd name="connsiteY44262" fmla="*/ 3352138 h 5017219"/>
              <a:gd name="connsiteX44263" fmla="*/ 2349425 w 5799173"/>
              <a:gd name="connsiteY44263" fmla="*/ 3352886 h 5017219"/>
              <a:gd name="connsiteX44264" fmla="*/ 2359810 w 5799173"/>
              <a:gd name="connsiteY44264" fmla="*/ 3370831 h 5017219"/>
              <a:gd name="connsiteX44265" fmla="*/ 2359810 w 5799173"/>
              <a:gd name="connsiteY44265" fmla="*/ 3372326 h 5017219"/>
              <a:gd name="connsiteX44266" fmla="*/ 2349426 w 5799173"/>
              <a:gd name="connsiteY44266" fmla="*/ 3390271 h 5017219"/>
              <a:gd name="connsiteX44267" fmla="*/ 2348180 w 5799173"/>
              <a:gd name="connsiteY44267" fmla="*/ 3391019 h 5017219"/>
              <a:gd name="connsiteX44268" fmla="*/ 4614486 w 5799173"/>
              <a:gd name="connsiteY44268" fmla="*/ 4003839 h 5017219"/>
              <a:gd name="connsiteX44269" fmla="*/ 4613240 w 5799173"/>
              <a:gd name="connsiteY44269" fmla="*/ 4003091 h 5017219"/>
              <a:gd name="connsiteX44270" fmla="*/ 4602855 w 5799173"/>
              <a:gd name="connsiteY44270" fmla="*/ 3985146 h 5017219"/>
              <a:gd name="connsiteX44271" fmla="*/ 4602855 w 5799173"/>
              <a:gd name="connsiteY44271" fmla="*/ 3983651 h 5017219"/>
              <a:gd name="connsiteX44272" fmla="*/ 4613240 w 5799173"/>
              <a:gd name="connsiteY44272" fmla="*/ 3965706 h 5017219"/>
              <a:gd name="connsiteX44273" fmla="*/ 4614486 w 5799173"/>
              <a:gd name="connsiteY44273" fmla="*/ 3964958 h 5017219"/>
              <a:gd name="connsiteX44274" fmla="*/ 4635256 w 5799173"/>
              <a:gd name="connsiteY44274" fmla="*/ 3964958 h 5017219"/>
              <a:gd name="connsiteX44275" fmla="*/ 4636502 w 5799173"/>
              <a:gd name="connsiteY44275" fmla="*/ 3965706 h 5017219"/>
              <a:gd name="connsiteX44276" fmla="*/ 4646887 w 5799173"/>
              <a:gd name="connsiteY44276" fmla="*/ 3983651 h 5017219"/>
              <a:gd name="connsiteX44277" fmla="*/ 4646887 w 5799173"/>
              <a:gd name="connsiteY44277" fmla="*/ 3985146 h 5017219"/>
              <a:gd name="connsiteX44278" fmla="*/ 4636502 w 5799173"/>
              <a:gd name="connsiteY44278" fmla="*/ 4003091 h 5017219"/>
              <a:gd name="connsiteX44279" fmla="*/ 4635256 w 5799173"/>
              <a:gd name="connsiteY44279" fmla="*/ 4003839 h 5017219"/>
              <a:gd name="connsiteX44280" fmla="*/ 4734859 w 5799173"/>
              <a:gd name="connsiteY44280" fmla="*/ 4036093 h 5017219"/>
              <a:gd name="connsiteX44281" fmla="*/ 4733613 w 5799173"/>
              <a:gd name="connsiteY44281" fmla="*/ 4035345 h 5017219"/>
              <a:gd name="connsiteX44282" fmla="*/ 4723228 w 5799173"/>
              <a:gd name="connsiteY44282" fmla="*/ 4017400 h 5017219"/>
              <a:gd name="connsiteX44283" fmla="*/ 4723228 w 5799173"/>
              <a:gd name="connsiteY44283" fmla="*/ 4015905 h 5017219"/>
              <a:gd name="connsiteX44284" fmla="*/ 4733613 w 5799173"/>
              <a:gd name="connsiteY44284" fmla="*/ 3997960 h 5017219"/>
              <a:gd name="connsiteX44285" fmla="*/ 4734859 w 5799173"/>
              <a:gd name="connsiteY44285" fmla="*/ 3997212 h 5017219"/>
              <a:gd name="connsiteX44286" fmla="*/ 4755629 w 5799173"/>
              <a:gd name="connsiteY44286" fmla="*/ 3997212 h 5017219"/>
              <a:gd name="connsiteX44287" fmla="*/ 4756875 w 5799173"/>
              <a:gd name="connsiteY44287" fmla="*/ 3997960 h 5017219"/>
              <a:gd name="connsiteX44288" fmla="*/ 4767260 w 5799173"/>
              <a:gd name="connsiteY44288" fmla="*/ 4015905 h 5017219"/>
              <a:gd name="connsiteX44289" fmla="*/ 4767260 w 5799173"/>
              <a:gd name="connsiteY44289" fmla="*/ 4017400 h 5017219"/>
              <a:gd name="connsiteX44290" fmla="*/ 4756874 w 5799173"/>
              <a:gd name="connsiteY44290" fmla="*/ 4035345 h 5017219"/>
              <a:gd name="connsiteX44291" fmla="*/ 4755629 w 5799173"/>
              <a:gd name="connsiteY44291" fmla="*/ 4036093 h 5017219"/>
              <a:gd name="connsiteX44292" fmla="*/ 1785650 w 5799173"/>
              <a:gd name="connsiteY44292" fmla="*/ 3245959 h 5017219"/>
              <a:gd name="connsiteX44293" fmla="*/ 1784405 w 5799173"/>
              <a:gd name="connsiteY44293" fmla="*/ 3245212 h 5017219"/>
              <a:gd name="connsiteX44294" fmla="*/ 1774020 w 5799173"/>
              <a:gd name="connsiteY44294" fmla="*/ 3227183 h 5017219"/>
              <a:gd name="connsiteX44295" fmla="*/ 1774020 w 5799173"/>
              <a:gd name="connsiteY44295" fmla="*/ 3225688 h 5017219"/>
              <a:gd name="connsiteX44296" fmla="*/ 1784488 w 5799173"/>
              <a:gd name="connsiteY44296" fmla="*/ 3207660 h 5017219"/>
              <a:gd name="connsiteX44297" fmla="*/ 1785734 w 5799173"/>
              <a:gd name="connsiteY44297" fmla="*/ 3206912 h 5017219"/>
              <a:gd name="connsiteX44298" fmla="*/ 1806586 w 5799173"/>
              <a:gd name="connsiteY44298" fmla="*/ 3206912 h 5017219"/>
              <a:gd name="connsiteX44299" fmla="*/ 1807833 w 5799173"/>
              <a:gd name="connsiteY44299" fmla="*/ 3207660 h 5017219"/>
              <a:gd name="connsiteX44300" fmla="*/ 1818218 w 5799173"/>
              <a:gd name="connsiteY44300" fmla="*/ 3225688 h 5017219"/>
              <a:gd name="connsiteX44301" fmla="*/ 1818218 w 5799173"/>
              <a:gd name="connsiteY44301" fmla="*/ 3227183 h 5017219"/>
              <a:gd name="connsiteX44302" fmla="*/ 1807750 w 5799173"/>
              <a:gd name="connsiteY44302" fmla="*/ 3245212 h 5017219"/>
              <a:gd name="connsiteX44303" fmla="*/ 1806504 w 5799173"/>
              <a:gd name="connsiteY44303" fmla="*/ 3245959 h 5017219"/>
              <a:gd name="connsiteX44304" fmla="*/ 1966209 w 5799173"/>
              <a:gd name="connsiteY44304" fmla="*/ 3294340 h 5017219"/>
              <a:gd name="connsiteX44305" fmla="*/ 1964963 w 5799173"/>
              <a:gd name="connsiteY44305" fmla="*/ 3293593 h 5017219"/>
              <a:gd name="connsiteX44306" fmla="*/ 1954578 w 5799173"/>
              <a:gd name="connsiteY44306" fmla="*/ 3275563 h 5017219"/>
              <a:gd name="connsiteX44307" fmla="*/ 1954578 w 5799173"/>
              <a:gd name="connsiteY44307" fmla="*/ 3274069 h 5017219"/>
              <a:gd name="connsiteX44308" fmla="*/ 1965046 w 5799173"/>
              <a:gd name="connsiteY44308" fmla="*/ 3256041 h 5017219"/>
              <a:gd name="connsiteX44309" fmla="*/ 1966292 w 5799173"/>
              <a:gd name="connsiteY44309" fmla="*/ 3255293 h 5017219"/>
              <a:gd name="connsiteX44310" fmla="*/ 1987145 w 5799173"/>
              <a:gd name="connsiteY44310" fmla="*/ 3255292 h 5017219"/>
              <a:gd name="connsiteX44311" fmla="*/ 1988391 w 5799173"/>
              <a:gd name="connsiteY44311" fmla="*/ 3256040 h 5017219"/>
              <a:gd name="connsiteX44312" fmla="*/ 1998776 w 5799173"/>
              <a:gd name="connsiteY44312" fmla="*/ 3274069 h 5017219"/>
              <a:gd name="connsiteX44313" fmla="*/ 1998776 w 5799173"/>
              <a:gd name="connsiteY44313" fmla="*/ 3275564 h 5017219"/>
              <a:gd name="connsiteX44314" fmla="*/ 1988308 w 5799173"/>
              <a:gd name="connsiteY44314" fmla="*/ 3293593 h 5017219"/>
              <a:gd name="connsiteX44315" fmla="*/ 1987062 w 5799173"/>
              <a:gd name="connsiteY44315" fmla="*/ 3294339 h 5017219"/>
              <a:gd name="connsiteX44316" fmla="*/ 2086581 w 5799173"/>
              <a:gd name="connsiteY44316" fmla="*/ 3326593 h 5017219"/>
              <a:gd name="connsiteX44317" fmla="*/ 2085335 w 5799173"/>
              <a:gd name="connsiteY44317" fmla="*/ 3325846 h 5017219"/>
              <a:gd name="connsiteX44318" fmla="*/ 2074950 w 5799173"/>
              <a:gd name="connsiteY44318" fmla="*/ 3307817 h 5017219"/>
              <a:gd name="connsiteX44319" fmla="*/ 2074950 w 5799173"/>
              <a:gd name="connsiteY44319" fmla="*/ 3306322 h 5017219"/>
              <a:gd name="connsiteX44320" fmla="*/ 2085418 w 5799173"/>
              <a:gd name="connsiteY44320" fmla="*/ 3288294 h 5017219"/>
              <a:gd name="connsiteX44321" fmla="*/ 2086664 w 5799173"/>
              <a:gd name="connsiteY44321" fmla="*/ 3287546 h 5017219"/>
              <a:gd name="connsiteX44322" fmla="*/ 2107517 w 5799173"/>
              <a:gd name="connsiteY44322" fmla="*/ 3287546 h 5017219"/>
              <a:gd name="connsiteX44323" fmla="*/ 2108763 w 5799173"/>
              <a:gd name="connsiteY44323" fmla="*/ 3288294 h 5017219"/>
              <a:gd name="connsiteX44324" fmla="*/ 2119148 w 5799173"/>
              <a:gd name="connsiteY44324" fmla="*/ 3306322 h 5017219"/>
              <a:gd name="connsiteX44325" fmla="*/ 2119148 w 5799173"/>
              <a:gd name="connsiteY44325" fmla="*/ 3307817 h 5017219"/>
              <a:gd name="connsiteX44326" fmla="*/ 2108680 w 5799173"/>
              <a:gd name="connsiteY44326" fmla="*/ 3325846 h 5017219"/>
              <a:gd name="connsiteX44327" fmla="*/ 2107434 w 5799173"/>
              <a:gd name="connsiteY44327" fmla="*/ 3326593 h 5017219"/>
              <a:gd name="connsiteX44328" fmla="*/ 2507884 w 5799173"/>
              <a:gd name="connsiteY44328" fmla="*/ 3439481 h 5017219"/>
              <a:gd name="connsiteX44329" fmla="*/ 2506638 w 5799173"/>
              <a:gd name="connsiteY44329" fmla="*/ 3438734 h 5017219"/>
              <a:gd name="connsiteX44330" fmla="*/ 2496253 w 5799173"/>
              <a:gd name="connsiteY44330" fmla="*/ 3420705 h 5017219"/>
              <a:gd name="connsiteX44331" fmla="*/ 2496253 w 5799173"/>
              <a:gd name="connsiteY44331" fmla="*/ 3419210 h 5017219"/>
              <a:gd name="connsiteX44332" fmla="*/ 2506721 w 5799173"/>
              <a:gd name="connsiteY44332" fmla="*/ 3401182 h 5017219"/>
              <a:gd name="connsiteX44333" fmla="*/ 2507967 w 5799173"/>
              <a:gd name="connsiteY44333" fmla="*/ 3400434 h 5017219"/>
              <a:gd name="connsiteX44334" fmla="*/ 2528820 w 5799173"/>
              <a:gd name="connsiteY44334" fmla="*/ 3400434 h 5017219"/>
              <a:gd name="connsiteX44335" fmla="*/ 2530066 w 5799173"/>
              <a:gd name="connsiteY44335" fmla="*/ 3401182 h 5017219"/>
              <a:gd name="connsiteX44336" fmla="*/ 2540451 w 5799173"/>
              <a:gd name="connsiteY44336" fmla="*/ 3419210 h 5017219"/>
              <a:gd name="connsiteX44337" fmla="*/ 2540451 w 5799173"/>
              <a:gd name="connsiteY44337" fmla="*/ 3420705 h 5017219"/>
              <a:gd name="connsiteX44338" fmla="*/ 2529983 w 5799173"/>
              <a:gd name="connsiteY44338" fmla="*/ 3438734 h 5017219"/>
              <a:gd name="connsiteX44339" fmla="*/ 2528737 w 5799173"/>
              <a:gd name="connsiteY44339" fmla="*/ 3439481 h 5017219"/>
              <a:gd name="connsiteX44340" fmla="*/ 4253285 w 5799173"/>
              <a:gd name="connsiteY44340" fmla="*/ 3907160 h 5017219"/>
              <a:gd name="connsiteX44341" fmla="*/ 4252039 w 5799173"/>
              <a:gd name="connsiteY44341" fmla="*/ 3906413 h 5017219"/>
              <a:gd name="connsiteX44342" fmla="*/ 4241654 w 5799173"/>
              <a:gd name="connsiteY44342" fmla="*/ 3888384 h 5017219"/>
              <a:gd name="connsiteX44343" fmla="*/ 4241654 w 5799173"/>
              <a:gd name="connsiteY44343" fmla="*/ 3886889 h 5017219"/>
              <a:gd name="connsiteX44344" fmla="*/ 4252122 w 5799173"/>
              <a:gd name="connsiteY44344" fmla="*/ 3868861 h 5017219"/>
              <a:gd name="connsiteX44345" fmla="*/ 4253368 w 5799173"/>
              <a:gd name="connsiteY44345" fmla="*/ 3868113 h 5017219"/>
              <a:gd name="connsiteX44346" fmla="*/ 4274221 w 5799173"/>
              <a:gd name="connsiteY44346" fmla="*/ 3868113 h 5017219"/>
              <a:gd name="connsiteX44347" fmla="*/ 4275467 w 5799173"/>
              <a:gd name="connsiteY44347" fmla="*/ 3868861 h 5017219"/>
              <a:gd name="connsiteX44348" fmla="*/ 4285852 w 5799173"/>
              <a:gd name="connsiteY44348" fmla="*/ 3886889 h 5017219"/>
              <a:gd name="connsiteX44349" fmla="*/ 4285852 w 5799173"/>
              <a:gd name="connsiteY44349" fmla="*/ 3888384 h 5017219"/>
              <a:gd name="connsiteX44350" fmla="*/ 4275384 w 5799173"/>
              <a:gd name="connsiteY44350" fmla="*/ 3906413 h 5017219"/>
              <a:gd name="connsiteX44351" fmla="*/ 4274138 w 5799173"/>
              <a:gd name="connsiteY44351" fmla="*/ 3907160 h 5017219"/>
              <a:gd name="connsiteX44352" fmla="*/ 4855148 w 5799173"/>
              <a:gd name="connsiteY44352" fmla="*/ 4068428 h 5017219"/>
              <a:gd name="connsiteX44353" fmla="*/ 4853901 w 5799173"/>
              <a:gd name="connsiteY44353" fmla="*/ 4067681 h 5017219"/>
              <a:gd name="connsiteX44354" fmla="*/ 4843517 w 5799173"/>
              <a:gd name="connsiteY44354" fmla="*/ 4049652 h 5017219"/>
              <a:gd name="connsiteX44355" fmla="*/ 4843517 w 5799173"/>
              <a:gd name="connsiteY44355" fmla="*/ 4048157 h 5017219"/>
              <a:gd name="connsiteX44356" fmla="*/ 4853984 w 5799173"/>
              <a:gd name="connsiteY44356" fmla="*/ 4030129 h 5017219"/>
              <a:gd name="connsiteX44357" fmla="*/ 4855231 w 5799173"/>
              <a:gd name="connsiteY44357" fmla="*/ 4029381 h 5017219"/>
              <a:gd name="connsiteX44358" fmla="*/ 4876084 w 5799173"/>
              <a:gd name="connsiteY44358" fmla="*/ 4029381 h 5017219"/>
              <a:gd name="connsiteX44359" fmla="*/ 4877330 w 5799173"/>
              <a:gd name="connsiteY44359" fmla="*/ 4030129 h 5017219"/>
              <a:gd name="connsiteX44360" fmla="*/ 4887715 w 5799173"/>
              <a:gd name="connsiteY44360" fmla="*/ 4048157 h 5017219"/>
              <a:gd name="connsiteX44361" fmla="*/ 4887715 w 5799173"/>
              <a:gd name="connsiteY44361" fmla="*/ 4049652 h 5017219"/>
              <a:gd name="connsiteX44362" fmla="*/ 4877247 w 5799173"/>
              <a:gd name="connsiteY44362" fmla="*/ 4067681 h 5017219"/>
              <a:gd name="connsiteX44363" fmla="*/ 4876001 w 5799173"/>
              <a:gd name="connsiteY44363" fmla="*/ 4068428 h 5017219"/>
              <a:gd name="connsiteX44364" fmla="*/ 4915333 w 5799173"/>
              <a:gd name="connsiteY44364" fmla="*/ 4084555 h 5017219"/>
              <a:gd name="connsiteX44365" fmla="*/ 4914087 w 5799173"/>
              <a:gd name="connsiteY44365" fmla="*/ 4083808 h 5017219"/>
              <a:gd name="connsiteX44366" fmla="*/ 4903702 w 5799173"/>
              <a:gd name="connsiteY44366" fmla="*/ 4065779 h 5017219"/>
              <a:gd name="connsiteX44367" fmla="*/ 4903702 w 5799173"/>
              <a:gd name="connsiteY44367" fmla="*/ 4064284 h 5017219"/>
              <a:gd name="connsiteX44368" fmla="*/ 4914170 w 5799173"/>
              <a:gd name="connsiteY44368" fmla="*/ 4046256 h 5017219"/>
              <a:gd name="connsiteX44369" fmla="*/ 4915416 w 5799173"/>
              <a:gd name="connsiteY44369" fmla="*/ 4045508 h 5017219"/>
              <a:gd name="connsiteX44370" fmla="*/ 4936269 w 5799173"/>
              <a:gd name="connsiteY44370" fmla="*/ 4045508 h 5017219"/>
              <a:gd name="connsiteX44371" fmla="*/ 4937516 w 5799173"/>
              <a:gd name="connsiteY44371" fmla="*/ 4046256 h 5017219"/>
              <a:gd name="connsiteX44372" fmla="*/ 4947900 w 5799173"/>
              <a:gd name="connsiteY44372" fmla="*/ 4064284 h 5017219"/>
              <a:gd name="connsiteX44373" fmla="*/ 4947900 w 5799173"/>
              <a:gd name="connsiteY44373" fmla="*/ 4065779 h 5017219"/>
              <a:gd name="connsiteX44374" fmla="*/ 4937432 w 5799173"/>
              <a:gd name="connsiteY44374" fmla="*/ 4083808 h 5017219"/>
              <a:gd name="connsiteX44375" fmla="*/ 4936186 w 5799173"/>
              <a:gd name="connsiteY44375" fmla="*/ 4084555 h 5017219"/>
              <a:gd name="connsiteX44376" fmla="*/ 2146767 w 5799173"/>
              <a:gd name="connsiteY44376" fmla="*/ 3342803 h 5017219"/>
              <a:gd name="connsiteX44377" fmla="*/ 2145521 w 5799173"/>
              <a:gd name="connsiteY44377" fmla="*/ 3342055 h 5017219"/>
              <a:gd name="connsiteX44378" fmla="*/ 2135053 w 5799173"/>
              <a:gd name="connsiteY44378" fmla="*/ 3323944 h 5017219"/>
              <a:gd name="connsiteX44379" fmla="*/ 2135053 w 5799173"/>
              <a:gd name="connsiteY44379" fmla="*/ 3322449 h 5017219"/>
              <a:gd name="connsiteX44380" fmla="*/ 2145521 w 5799173"/>
              <a:gd name="connsiteY44380" fmla="*/ 3304338 h 5017219"/>
              <a:gd name="connsiteX44381" fmla="*/ 2146767 w 5799173"/>
              <a:gd name="connsiteY44381" fmla="*/ 3303590 h 5017219"/>
              <a:gd name="connsiteX44382" fmla="*/ 2167703 w 5799173"/>
              <a:gd name="connsiteY44382" fmla="*/ 3303590 h 5017219"/>
              <a:gd name="connsiteX44383" fmla="*/ 2168949 w 5799173"/>
              <a:gd name="connsiteY44383" fmla="*/ 3304338 h 5017219"/>
              <a:gd name="connsiteX44384" fmla="*/ 2179417 w 5799173"/>
              <a:gd name="connsiteY44384" fmla="*/ 3322449 h 5017219"/>
              <a:gd name="connsiteX44385" fmla="*/ 2179417 w 5799173"/>
              <a:gd name="connsiteY44385" fmla="*/ 3323944 h 5017219"/>
              <a:gd name="connsiteX44386" fmla="*/ 2168949 w 5799173"/>
              <a:gd name="connsiteY44386" fmla="*/ 3342055 h 5017219"/>
              <a:gd name="connsiteX44387" fmla="*/ 2167703 w 5799173"/>
              <a:gd name="connsiteY44387" fmla="*/ 3342803 h 5017219"/>
              <a:gd name="connsiteX44388" fmla="*/ 4373657 w 5799173"/>
              <a:gd name="connsiteY44388" fmla="*/ 3939496 h 5017219"/>
              <a:gd name="connsiteX44389" fmla="*/ 4372412 w 5799173"/>
              <a:gd name="connsiteY44389" fmla="*/ 3938749 h 5017219"/>
              <a:gd name="connsiteX44390" fmla="*/ 4361944 w 5799173"/>
              <a:gd name="connsiteY44390" fmla="*/ 3920638 h 5017219"/>
              <a:gd name="connsiteX44391" fmla="*/ 4361944 w 5799173"/>
              <a:gd name="connsiteY44391" fmla="*/ 3919142 h 5017219"/>
              <a:gd name="connsiteX44392" fmla="*/ 4372411 w 5799173"/>
              <a:gd name="connsiteY44392" fmla="*/ 3901032 h 5017219"/>
              <a:gd name="connsiteX44393" fmla="*/ 4373657 w 5799173"/>
              <a:gd name="connsiteY44393" fmla="*/ 3900284 h 5017219"/>
              <a:gd name="connsiteX44394" fmla="*/ 4394594 w 5799173"/>
              <a:gd name="connsiteY44394" fmla="*/ 3900284 h 5017219"/>
              <a:gd name="connsiteX44395" fmla="*/ 4395840 w 5799173"/>
              <a:gd name="connsiteY44395" fmla="*/ 3901032 h 5017219"/>
              <a:gd name="connsiteX44396" fmla="*/ 4406308 w 5799173"/>
              <a:gd name="connsiteY44396" fmla="*/ 3919142 h 5017219"/>
              <a:gd name="connsiteX44397" fmla="*/ 4406308 w 5799173"/>
              <a:gd name="connsiteY44397" fmla="*/ 3920638 h 5017219"/>
              <a:gd name="connsiteX44398" fmla="*/ 4395840 w 5799173"/>
              <a:gd name="connsiteY44398" fmla="*/ 3938748 h 5017219"/>
              <a:gd name="connsiteX44399" fmla="*/ 4394594 w 5799173"/>
              <a:gd name="connsiteY44399" fmla="*/ 3939496 h 5017219"/>
              <a:gd name="connsiteX44400" fmla="*/ 4494030 w 5799173"/>
              <a:gd name="connsiteY44400" fmla="*/ 3971750 h 5017219"/>
              <a:gd name="connsiteX44401" fmla="*/ 4492784 w 5799173"/>
              <a:gd name="connsiteY44401" fmla="*/ 3971002 h 5017219"/>
              <a:gd name="connsiteX44402" fmla="*/ 4482317 w 5799173"/>
              <a:gd name="connsiteY44402" fmla="*/ 3952891 h 5017219"/>
              <a:gd name="connsiteX44403" fmla="*/ 4482317 w 5799173"/>
              <a:gd name="connsiteY44403" fmla="*/ 3951396 h 5017219"/>
              <a:gd name="connsiteX44404" fmla="*/ 4492784 w 5799173"/>
              <a:gd name="connsiteY44404" fmla="*/ 3933285 h 5017219"/>
              <a:gd name="connsiteX44405" fmla="*/ 4494030 w 5799173"/>
              <a:gd name="connsiteY44405" fmla="*/ 3932537 h 5017219"/>
              <a:gd name="connsiteX44406" fmla="*/ 4514967 w 5799173"/>
              <a:gd name="connsiteY44406" fmla="*/ 3932537 h 5017219"/>
              <a:gd name="connsiteX44407" fmla="*/ 4516212 w 5799173"/>
              <a:gd name="connsiteY44407" fmla="*/ 3933285 h 5017219"/>
              <a:gd name="connsiteX44408" fmla="*/ 4526680 w 5799173"/>
              <a:gd name="connsiteY44408" fmla="*/ 3951396 h 5017219"/>
              <a:gd name="connsiteX44409" fmla="*/ 4526680 w 5799173"/>
              <a:gd name="connsiteY44409" fmla="*/ 3952891 h 5017219"/>
              <a:gd name="connsiteX44410" fmla="*/ 4516213 w 5799173"/>
              <a:gd name="connsiteY44410" fmla="*/ 3971002 h 5017219"/>
              <a:gd name="connsiteX44411" fmla="*/ 4514967 w 5799173"/>
              <a:gd name="connsiteY44411" fmla="*/ 3971750 h 5017219"/>
              <a:gd name="connsiteX44412" fmla="*/ 4554216 w 5799173"/>
              <a:gd name="connsiteY44412" fmla="*/ 3987877 h 5017219"/>
              <a:gd name="connsiteX44413" fmla="*/ 4552970 w 5799173"/>
              <a:gd name="connsiteY44413" fmla="*/ 3987129 h 5017219"/>
              <a:gd name="connsiteX44414" fmla="*/ 4542502 w 5799173"/>
              <a:gd name="connsiteY44414" fmla="*/ 3969018 h 5017219"/>
              <a:gd name="connsiteX44415" fmla="*/ 4542502 w 5799173"/>
              <a:gd name="connsiteY44415" fmla="*/ 3967523 h 5017219"/>
              <a:gd name="connsiteX44416" fmla="*/ 4552970 w 5799173"/>
              <a:gd name="connsiteY44416" fmla="*/ 3949412 h 5017219"/>
              <a:gd name="connsiteX44417" fmla="*/ 4554216 w 5799173"/>
              <a:gd name="connsiteY44417" fmla="*/ 3948664 h 5017219"/>
              <a:gd name="connsiteX44418" fmla="*/ 4575152 w 5799173"/>
              <a:gd name="connsiteY44418" fmla="*/ 3948664 h 5017219"/>
              <a:gd name="connsiteX44419" fmla="*/ 4576398 w 5799173"/>
              <a:gd name="connsiteY44419" fmla="*/ 3949412 h 5017219"/>
              <a:gd name="connsiteX44420" fmla="*/ 4586866 w 5799173"/>
              <a:gd name="connsiteY44420" fmla="*/ 3967523 h 5017219"/>
              <a:gd name="connsiteX44421" fmla="*/ 4586866 w 5799173"/>
              <a:gd name="connsiteY44421" fmla="*/ 3969018 h 5017219"/>
              <a:gd name="connsiteX44422" fmla="*/ 4576398 w 5799173"/>
              <a:gd name="connsiteY44422" fmla="*/ 3987129 h 5017219"/>
              <a:gd name="connsiteX44423" fmla="*/ 4575152 w 5799173"/>
              <a:gd name="connsiteY44423" fmla="*/ 3987877 h 5017219"/>
              <a:gd name="connsiteX44424" fmla="*/ 4794962 w 5799173"/>
              <a:gd name="connsiteY44424" fmla="*/ 4052385 h 5017219"/>
              <a:gd name="connsiteX44425" fmla="*/ 4793715 w 5799173"/>
              <a:gd name="connsiteY44425" fmla="*/ 4051637 h 5017219"/>
              <a:gd name="connsiteX44426" fmla="*/ 4783248 w 5799173"/>
              <a:gd name="connsiteY44426" fmla="*/ 4033526 h 5017219"/>
              <a:gd name="connsiteX44427" fmla="*/ 4783248 w 5799173"/>
              <a:gd name="connsiteY44427" fmla="*/ 4032030 h 5017219"/>
              <a:gd name="connsiteX44428" fmla="*/ 4793716 w 5799173"/>
              <a:gd name="connsiteY44428" fmla="*/ 4013920 h 5017219"/>
              <a:gd name="connsiteX44429" fmla="*/ 4794962 w 5799173"/>
              <a:gd name="connsiteY44429" fmla="*/ 4013172 h 5017219"/>
              <a:gd name="connsiteX44430" fmla="*/ 4815898 w 5799173"/>
              <a:gd name="connsiteY44430" fmla="*/ 4013172 h 5017219"/>
              <a:gd name="connsiteX44431" fmla="*/ 4817144 w 5799173"/>
              <a:gd name="connsiteY44431" fmla="*/ 4013920 h 5017219"/>
              <a:gd name="connsiteX44432" fmla="*/ 4827612 w 5799173"/>
              <a:gd name="connsiteY44432" fmla="*/ 4032030 h 5017219"/>
              <a:gd name="connsiteX44433" fmla="*/ 4827612 w 5799173"/>
              <a:gd name="connsiteY44433" fmla="*/ 4033526 h 5017219"/>
              <a:gd name="connsiteX44434" fmla="*/ 4817144 w 5799173"/>
              <a:gd name="connsiteY44434" fmla="*/ 4051636 h 5017219"/>
              <a:gd name="connsiteX44435" fmla="*/ 4815898 w 5799173"/>
              <a:gd name="connsiteY44435" fmla="*/ 4052384 h 5017219"/>
              <a:gd name="connsiteX44436" fmla="*/ 1304100 w 5799173"/>
              <a:gd name="connsiteY44436" fmla="*/ 3117104 h 5017219"/>
              <a:gd name="connsiteX44437" fmla="*/ 1302853 w 5799173"/>
              <a:gd name="connsiteY44437" fmla="*/ 3116356 h 5017219"/>
              <a:gd name="connsiteX44438" fmla="*/ 1292303 w 5799173"/>
              <a:gd name="connsiteY44438" fmla="*/ 3098079 h 5017219"/>
              <a:gd name="connsiteX44439" fmla="*/ 1292302 w 5799173"/>
              <a:gd name="connsiteY44439" fmla="*/ 3096583 h 5017219"/>
              <a:gd name="connsiteX44440" fmla="*/ 1302853 w 5799173"/>
              <a:gd name="connsiteY44440" fmla="*/ 3078306 h 5017219"/>
              <a:gd name="connsiteX44441" fmla="*/ 1304099 w 5799173"/>
              <a:gd name="connsiteY44441" fmla="*/ 3077558 h 5017219"/>
              <a:gd name="connsiteX44442" fmla="*/ 1325119 w 5799173"/>
              <a:gd name="connsiteY44442" fmla="*/ 3077558 h 5017219"/>
              <a:gd name="connsiteX44443" fmla="*/ 1326364 w 5799173"/>
              <a:gd name="connsiteY44443" fmla="*/ 3078306 h 5017219"/>
              <a:gd name="connsiteX44444" fmla="*/ 1336917 w 5799173"/>
              <a:gd name="connsiteY44444" fmla="*/ 3096583 h 5017219"/>
              <a:gd name="connsiteX44445" fmla="*/ 1336916 w 5799173"/>
              <a:gd name="connsiteY44445" fmla="*/ 3098079 h 5017219"/>
              <a:gd name="connsiteX44446" fmla="*/ 1326364 w 5799173"/>
              <a:gd name="connsiteY44446" fmla="*/ 3116356 h 5017219"/>
              <a:gd name="connsiteX44447" fmla="*/ 1325118 w 5799173"/>
              <a:gd name="connsiteY44447" fmla="*/ 3117104 h 5017219"/>
              <a:gd name="connsiteX44448" fmla="*/ 1845776 w 5799173"/>
              <a:gd name="connsiteY44448" fmla="*/ 3262246 h 5017219"/>
              <a:gd name="connsiteX44449" fmla="*/ 1844530 w 5799173"/>
              <a:gd name="connsiteY44449" fmla="*/ 3261498 h 5017219"/>
              <a:gd name="connsiteX44450" fmla="*/ 1833979 w 5799173"/>
              <a:gd name="connsiteY44450" fmla="*/ 3243221 h 5017219"/>
              <a:gd name="connsiteX44451" fmla="*/ 1833979 w 5799173"/>
              <a:gd name="connsiteY44451" fmla="*/ 3241725 h 5017219"/>
              <a:gd name="connsiteX44452" fmla="*/ 1844530 w 5799173"/>
              <a:gd name="connsiteY44452" fmla="*/ 3223448 h 5017219"/>
              <a:gd name="connsiteX44453" fmla="*/ 1845776 w 5799173"/>
              <a:gd name="connsiteY44453" fmla="*/ 3222700 h 5017219"/>
              <a:gd name="connsiteX44454" fmla="*/ 1866795 w 5799173"/>
              <a:gd name="connsiteY44454" fmla="*/ 3222700 h 5017219"/>
              <a:gd name="connsiteX44455" fmla="*/ 1868041 w 5799173"/>
              <a:gd name="connsiteY44455" fmla="*/ 3223448 h 5017219"/>
              <a:gd name="connsiteX44456" fmla="*/ 1878593 w 5799173"/>
              <a:gd name="connsiteY44456" fmla="*/ 3241725 h 5017219"/>
              <a:gd name="connsiteX44457" fmla="*/ 1878593 w 5799173"/>
              <a:gd name="connsiteY44457" fmla="*/ 3243221 h 5017219"/>
              <a:gd name="connsiteX44458" fmla="*/ 1868041 w 5799173"/>
              <a:gd name="connsiteY44458" fmla="*/ 3261498 h 5017219"/>
              <a:gd name="connsiteX44459" fmla="*/ 1866795 w 5799173"/>
              <a:gd name="connsiteY44459" fmla="*/ 3262246 h 5017219"/>
              <a:gd name="connsiteX44460" fmla="*/ 1905962 w 5799173"/>
              <a:gd name="connsiteY44460" fmla="*/ 3278373 h 5017219"/>
              <a:gd name="connsiteX44461" fmla="*/ 1904716 w 5799173"/>
              <a:gd name="connsiteY44461" fmla="*/ 3277625 h 5017219"/>
              <a:gd name="connsiteX44462" fmla="*/ 1894165 w 5799173"/>
              <a:gd name="connsiteY44462" fmla="*/ 3259348 h 5017219"/>
              <a:gd name="connsiteX44463" fmla="*/ 1894165 w 5799173"/>
              <a:gd name="connsiteY44463" fmla="*/ 3257852 h 5017219"/>
              <a:gd name="connsiteX44464" fmla="*/ 1904716 w 5799173"/>
              <a:gd name="connsiteY44464" fmla="*/ 3239575 h 5017219"/>
              <a:gd name="connsiteX44465" fmla="*/ 1905962 w 5799173"/>
              <a:gd name="connsiteY44465" fmla="*/ 3238827 h 5017219"/>
              <a:gd name="connsiteX44466" fmla="*/ 1926981 w 5799173"/>
              <a:gd name="connsiteY44466" fmla="*/ 3238827 h 5017219"/>
              <a:gd name="connsiteX44467" fmla="*/ 1928227 w 5799173"/>
              <a:gd name="connsiteY44467" fmla="*/ 3239575 h 5017219"/>
              <a:gd name="connsiteX44468" fmla="*/ 1938779 w 5799173"/>
              <a:gd name="connsiteY44468" fmla="*/ 3257852 h 5017219"/>
              <a:gd name="connsiteX44469" fmla="*/ 1938779 w 5799173"/>
              <a:gd name="connsiteY44469" fmla="*/ 3259348 h 5017219"/>
              <a:gd name="connsiteX44470" fmla="*/ 1928227 w 5799173"/>
              <a:gd name="connsiteY44470" fmla="*/ 3277625 h 5017219"/>
              <a:gd name="connsiteX44471" fmla="*/ 1926981 w 5799173"/>
              <a:gd name="connsiteY44471" fmla="*/ 3278373 h 5017219"/>
              <a:gd name="connsiteX44472" fmla="*/ 2206893 w 5799173"/>
              <a:gd name="connsiteY44472" fmla="*/ 3359007 h 5017219"/>
              <a:gd name="connsiteX44473" fmla="*/ 2205647 w 5799173"/>
              <a:gd name="connsiteY44473" fmla="*/ 3358259 h 5017219"/>
              <a:gd name="connsiteX44474" fmla="*/ 2195097 w 5799173"/>
              <a:gd name="connsiteY44474" fmla="*/ 3339982 h 5017219"/>
              <a:gd name="connsiteX44475" fmla="*/ 2195096 w 5799173"/>
              <a:gd name="connsiteY44475" fmla="*/ 3338486 h 5017219"/>
              <a:gd name="connsiteX44476" fmla="*/ 2205647 w 5799173"/>
              <a:gd name="connsiteY44476" fmla="*/ 3320209 h 5017219"/>
              <a:gd name="connsiteX44477" fmla="*/ 2206893 w 5799173"/>
              <a:gd name="connsiteY44477" fmla="*/ 3319461 h 5017219"/>
              <a:gd name="connsiteX44478" fmla="*/ 2227912 w 5799173"/>
              <a:gd name="connsiteY44478" fmla="*/ 3319461 h 5017219"/>
              <a:gd name="connsiteX44479" fmla="*/ 2229158 w 5799173"/>
              <a:gd name="connsiteY44479" fmla="*/ 3320209 h 5017219"/>
              <a:gd name="connsiteX44480" fmla="*/ 2239709 w 5799173"/>
              <a:gd name="connsiteY44480" fmla="*/ 3338486 h 5017219"/>
              <a:gd name="connsiteX44481" fmla="*/ 2239709 w 5799173"/>
              <a:gd name="connsiteY44481" fmla="*/ 3339982 h 5017219"/>
              <a:gd name="connsiteX44482" fmla="*/ 2229158 w 5799173"/>
              <a:gd name="connsiteY44482" fmla="*/ 3358259 h 5017219"/>
              <a:gd name="connsiteX44483" fmla="*/ 2227912 w 5799173"/>
              <a:gd name="connsiteY44483" fmla="*/ 3359007 h 5017219"/>
              <a:gd name="connsiteX44484" fmla="*/ 2026311 w 5799173"/>
              <a:gd name="connsiteY44484" fmla="*/ 3310810 h 5017219"/>
              <a:gd name="connsiteX44485" fmla="*/ 2024981 w 5799173"/>
              <a:gd name="connsiteY44485" fmla="*/ 3310062 h 5017219"/>
              <a:gd name="connsiteX44486" fmla="*/ 2014431 w 5799173"/>
              <a:gd name="connsiteY44486" fmla="*/ 3291702 h 5017219"/>
              <a:gd name="connsiteX44487" fmla="*/ 2014430 w 5799173"/>
              <a:gd name="connsiteY44487" fmla="*/ 3290206 h 5017219"/>
              <a:gd name="connsiteX44488" fmla="*/ 2024981 w 5799173"/>
              <a:gd name="connsiteY44488" fmla="*/ 3271846 h 5017219"/>
              <a:gd name="connsiteX44489" fmla="*/ 2026311 w 5799173"/>
              <a:gd name="connsiteY44489" fmla="*/ 3271098 h 5017219"/>
              <a:gd name="connsiteX44490" fmla="*/ 2047496 w 5799173"/>
              <a:gd name="connsiteY44490" fmla="*/ 3271098 h 5017219"/>
              <a:gd name="connsiteX44491" fmla="*/ 2048825 w 5799173"/>
              <a:gd name="connsiteY44491" fmla="*/ 3271846 h 5017219"/>
              <a:gd name="connsiteX44492" fmla="*/ 2059376 w 5799173"/>
              <a:gd name="connsiteY44492" fmla="*/ 3290206 h 5017219"/>
              <a:gd name="connsiteX44493" fmla="*/ 2059377 w 5799173"/>
              <a:gd name="connsiteY44493" fmla="*/ 3291702 h 5017219"/>
              <a:gd name="connsiteX44494" fmla="*/ 2048826 w 5799173"/>
              <a:gd name="connsiteY44494" fmla="*/ 3310062 h 5017219"/>
              <a:gd name="connsiteX44495" fmla="*/ 2047495 w 5799173"/>
              <a:gd name="connsiteY44495" fmla="*/ 3310810 h 5017219"/>
              <a:gd name="connsiteX44496" fmla="*/ 2267055 w 5799173"/>
              <a:gd name="connsiteY44496" fmla="*/ 3375317 h 5017219"/>
              <a:gd name="connsiteX44497" fmla="*/ 2265726 w 5799173"/>
              <a:gd name="connsiteY44497" fmla="*/ 3374569 h 5017219"/>
              <a:gd name="connsiteX44498" fmla="*/ 2255175 w 5799173"/>
              <a:gd name="connsiteY44498" fmla="*/ 3356209 h 5017219"/>
              <a:gd name="connsiteX44499" fmla="*/ 2255175 w 5799173"/>
              <a:gd name="connsiteY44499" fmla="*/ 3354713 h 5017219"/>
              <a:gd name="connsiteX44500" fmla="*/ 2265726 w 5799173"/>
              <a:gd name="connsiteY44500" fmla="*/ 3336353 h 5017219"/>
              <a:gd name="connsiteX44501" fmla="*/ 2267055 w 5799173"/>
              <a:gd name="connsiteY44501" fmla="*/ 3335605 h 5017219"/>
              <a:gd name="connsiteX44502" fmla="*/ 2288240 w 5799173"/>
              <a:gd name="connsiteY44502" fmla="*/ 3335605 h 5017219"/>
              <a:gd name="connsiteX44503" fmla="*/ 2289570 w 5799173"/>
              <a:gd name="connsiteY44503" fmla="*/ 3336353 h 5017219"/>
              <a:gd name="connsiteX44504" fmla="*/ 2300121 w 5799173"/>
              <a:gd name="connsiteY44504" fmla="*/ 3354713 h 5017219"/>
              <a:gd name="connsiteX44505" fmla="*/ 2300121 w 5799173"/>
              <a:gd name="connsiteY44505" fmla="*/ 3356210 h 5017219"/>
              <a:gd name="connsiteX44506" fmla="*/ 2289570 w 5799173"/>
              <a:gd name="connsiteY44506" fmla="*/ 3374570 h 5017219"/>
              <a:gd name="connsiteX44507" fmla="*/ 2288240 w 5799173"/>
              <a:gd name="connsiteY44507" fmla="*/ 3375317 h 5017219"/>
              <a:gd name="connsiteX44508" fmla="*/ 2387428 w 5799173"/>
              <a:gd name="connsiteY44508" fmla="*/ 3407571 h 5017219"/>
              <a:gd name="connsiteX44509" fmla="*/ 2386099 w 5799173"/>
              <a:gd name="connsiteY44509" fmla="*/ 3406823 h 5017219"/>
              <a:gd name="connsiteX44510" fmla="*/ 2375548 w 5799173"/>
              <a:gd name="connsiteY44510" fmla="*/ 3388463 h 5017219"/>
              <a:gd name="connsiteX44511" fmla="*/ 2375548 w 5799173"/>
              <a:gd name="connsiteY44511" fmla="*/ 3386967 h 5017219"/>
              <a:gd name="connsiteX44512" fmla="*/ 2386099 w 5799173"/>
              <a:gd name="connsiteY44512" fmla="*/ 3368607 h 5017219"/>
              <a:gd name="connsiteX44513" fmla="*/ 2387428 w 5799173"/>
              <a:gd name="connsiteY44513" fmla="*/ 3367859 h 5017219"/>
              <a:gd name="connsiteX44514" fmla="*/ 2408613 w 5799173"/>
              <a:gd name="connsiteY44514" fmla="*/ 3367859 h 5017219"/>
              <a:gd name="connsiteX44515" fmla="*/ 2409943 w 5799173"/>
              <a:gd name="connsiteY44515" fmla="*/ 3368607 h 5017219"/>
              <a:gd name="connsiteX44516" fmla="*/ 2420494 w 5799173"/>
              <a:gd name="connsiteY44516" fmla="*/ 3386967 h 5017219"/>
              <a:gd name="connsiteX44517" fmla="*/ 2420494 w 5799173"/>
              <a:gd name="connsiteY44517" fmla="*/ 3388463 h 5017219"/>
              <a:gd name="connsiteX44518" fmla="*/ 2409943 w 5799173"/>
              <a:gd name="connsiteY44518" fmla="*/ 3406823 h 5017219"/>
              <a:gd name="connsiteX44519" fmla="*/ 2408613 w 5799173"/>
              <a:gd name="connsiteY44519" fmla="*/ 3407571 h 5017219"/>
              <a:gd name="connsiteX44520" fmla="*/ 1002980 w 5799173"/>
              <a:gd name="connsiteY44520" fmla="*/ 3036809 h 5017219"/>
              <a:gd name="connsiteX44521" fmla="*/ 1001650 w 5799173"/>
              <a:gd name="connsiteY44521" fmla="*/ 3036062 h 5017219"/>
              <a:gd name="connsiteX44522" fmla="*/ 991016 w 5799173"/>
              <a:gd name="connsiteY44522" fmla="*/ 3017535 h 5017219"/>
              <a:gd name="connsiteX44523" fmla="*/ 991016 w 5799173"/>
              <a:gd name="connsiteY44523" fmla="*/ 3016039 h 5017219"/>
              <a:gd name="connsiteX44524" fmla="*/ 1001733 w 5799173"/>
              <a:gd name="connsiteY44524" fmla="*/ 2997513 h 5017219"/>
              <a:gd name="connsiteX44525" fmla="*/ 1003063 w 5799173"/>
              <a:gd name="connsiteY44525" fmla="*/ 2996765 h 5017219"/>
              <a:gd name="connsiteX44526" fmla="*/ 1024414 w 5799173"/>
              <a:gd name="connsiteY44526" fmla="*/ 2996765 h 5017219"/>
              <a:gd name="connsiteX44527" fmla="*/ 1025743 w 5799173"/>
              <a:gd name="connsiteY44527" fmla="*/ 2997513 h 5017219"/>
              <a:gd name="connsiteX44528" fmla="*/ 1036377 w 5799173"/>
              <a:gd name="connsiteY44528" fmla="*/ 3016039 h 5017219"/>
              <a:gd name="connsiteX44529" fmla="*/ 1036378 w 5799173"/>
              <a:gd name="connsiteY44529" fmla="*/ 3017535 h 5017219"/>
              <a:gd name="connsiteX44530" fmla="*/ 1025660 w 5799173"/>
              <a:gd name="connsiteY44530" fmla="*/ 3036062 h 5017219"/>
              <a:gd name="connsiteX44531" fmla="*/ 1024331 w 5799173"/>
              <a:gd name="connsiteY44531" fmla="*/ 3036809 h 5017219"/>
              <a:gd name="connsiteX44532" fmla="*/ 1364097 w 5799173"/>
              <a:gd name="connsiteY44532" fmla="*/ 3133570 h 5017219"/>
              <a:gd name="connsiteX44533" fmla="*/ 1362767 w 5799173"/>
              <a:gd name="connsiteY44533" fmla="*/ 3132823 h 5017219"/>
              <a:gd name="connsiteX44534" fmla="*/ 1352134 w 5799173"/>
              <a:gd name="connsiteY44534" fmla="*/ 3114296 h 5017219"/>
              <a:gd name="connsiteX44535" fmla="*/ 1352133 w 5799173"/>
              <a:gd name="connsiteY44535" fmla="*/ 3112800 h 5017219"/>
              <a:gd name="connsiteX44536" fmla="*/ 1362850 w 5799173"/>
              <a:gd name="connsiteY44536" fmla="*/ 3094274 h 5017219"/>
              <a:gd name="connsiteX44537" fmla="*/ 1364180 w 5799173"/>
              <a:gd name="connsiteY44537" fmla="*/ 3093526 h 5017219"/>
              <a:gd name="connsiteX44538" fmla="*/ 1385531 w 5799173"/>
              <a:gd name="connsiteY44538" fmla="*/ 3093526 h 5017219"/>
              <a:gd name="connsiteX44539" fmla="*/ 1386860 w 5799173"/>
              <a:gd name="connsiteY44539" fmla="*/ 3094274 h 5017219"/>
              <a:gd name="connsiteX44540" fmla="*/ 1397495 w 5799173"/>
              <a:gd name="connsiteY44540" fmla="*/ 3112800 h 5017219"/>
              <a:gd name="connsiteX44541" fmla="*/ 1397495 w 5799173"/>
              <a:gd name="connsiteY44541" fmla="*/ 3114296 h 5017219"/>
              <a:gd name="connsiteX44542" fmla="*/ 1386777 w 5799173"/>
              <a:gd name="connsiteY44542" fmla="*/ 3132823 h 5017219"/>
              <a:gd name="connsiteX44543" fmla="*/ 1385448 w 5799173"/>
              <a:gd name="connsiteY44543" fmla="*/ 3133570 h 5017219"/>
              <a:gd name="connsiteX44544" fmla="*/ 1063166 w 5799173"/>
              <a:gd name="connsiteY44544" fmla="*/ 3053020 h 5017219"/>
              <a:gd name="connsiteX44545" fmla="*/ 1061836 w 5799173"/>
              <a:gd name="connsiteY44545" fmla="*/ 3052272 h 5017219"/>
              <a:gd name="connsiteX44546" fmla="*/ 1051119 w 5799173"/>
              <a:gd name="connsiteY44546" fmla="*/ 3033662 h 5017219"/>
              <a:gd name="connsiteX44547" fmla="*/ 1051119 w 5799173"/>
              <a:gd name="connsiteY44547" fmla="*/ 3032167 h 5017219"/>
              <a:gd name="connsiteX44548" fmla="*/ 1061836 w 5799173"/>
              <a:gd name="connsiteY44548" fmla="*/ 3013557 h 5017219"/>
              <a:gd name="connsiteX44549" fmla="*/ 1063166 w 5799173"/>
              <a:gd name="connsiteY44549" fmla="*/ 3012809 h 5017219"/>
              <a:gd name="connsiteX44550" fmla="*/ 1084600 w 5799173"/>
              <a:gd name="connsiteY44550" fmla="*/ 3012809 h 5017219"/>
              <a:gd name="connsiteX44551" fmla="*/ 1085929 w 5799173"/>
              <a:gd name="connsiteY44551" fmla="*/ 3013557 h 5017219"/>
              <a:gd name="connsiteX44552" fmla="*/ 1096646 w 5799173"/>
              <a:gd name="connsiteY44552" fmla="*/ 3032167 h 5017219"/>
              <a:gd name="connsiteX44553" fmla="*/ 1096646 w 5799173"/>
              <a:gd name="connsiteY44553" fmla="*/ 3033662 h 5017219"/>
              <a:gd name="connsiteX44554" fmla="*/ 1085929 w 5799173"/>
              <a:gd name="connsiteY44554" fmla="*/ 3052272 h 5017219"/>
              <a:gd name="connsiteX44555" fmla="*/ 1084600 w 5799173"/>
              <a:gd name="connsiteY44555" fmla="*/ 3053020 h 5017219"/>
              <a:gd name="connsiteX44556" fmla="*/ 1123268 w 5799173"/>
              <a:gd name="connsiteY44556" fmla="*/ 3069228 h 5017219"/>
              <a:gd name="connsiteX44557" fmla="*/ 1121939 w 5799173"/>
              <a:gd name="connsiteY44557" fmla="*/ 3068481 h 5017219"/>
              <a:gd name="connsiteX44558" fmla="*/ 1111139 w 5799173"/>
              <a:gd name="connsiteY44558" fmla="*/ 3049788 h 5017219"/>
              <a:gd name="connsiteX44559" fmla="*/ 1111139 w 5799173"/>
              <a:gd name="connsiteY44559" fmla="*/ 3048292 h 5017219"/>
              <a:gd name="connsiteX44560" fmla="*/ 1121939 w 5799173"/>
              <a:gd name="connsiteY44560" fmla="*/ 3029600 h 5017219"/>
              <a:gd name="connsiteX44561" fmla="*/ 1123268 w 5799173"/>
              <a:gd name="connsiteY44561" fmla="*/ 3028852 h 5017219"/>
              <a:gd name="connsiteX44562" fmla="*/ 1144869 w 5799173"/>
              <a:gd name="connsiteY44562" fmla="*/ 3028852 h 5017219"/>
              <a:gd name="connsiteX44563" fmla="*/ 1146198 w 5799173"/>
              <a:gd name="connsiteY44563" fmla="*/ 3029600 h 5017219"/>
              <a:gd name="connsiteX44564" fmla="*/ 1156999 w 5799173"/>
              <a:gd name="connsiteY44564" fmla="*/ 3048292 h 5017219"/>
              <a:gd name="connsiteX44565" fmla="*/ 1156999 w 5799173"/>
              <a:gd name="connsiteY44565" fmla="*/ 3049789 h 5017219"/>
              <a:gd name="connsiteX44566" fmla="*/ 1146198 w 5799173"/>
              <a:gd name="connsiteY44566" fmla="*/ 3068481 h 5017219"/>
              <a:gd name="connsiteX44567" fmla="*/ 1144869 w 5799173"/>
              <a:gd name="connsiteY44567" fmla="*/ 3069228 h 5017219"/>
              <a:gd name="connsiteX44568" fmla="*/ 1183455 w 5799173"/>
              <a:gd name="connsiteY44568" fmla="*/ 3085355 h 5017219"/>
              <a:gd name="connsiteX44569" fmla="*/ 1182126 w 5799173"/>
              <a:gd name="connsiteY44569" fmla="*/ 3084608 h 5017219"/>
              <a:gd name="connsiteX44570" fmla="*/ 1171326 w 5799173"/>
              <a:gd name="connsiteY44570" fmla="*/ 3065915 h 5017219"/>
              <a:gd name="connsiteX44571" fmla="*/ 1171326 w 5799173"/>
              <a:gd name="connsiteY44571" fmla="*/ 3064419 h 5017219"/>
              <a:gd name="connsiteX44572" fmla="*/ 1182126 w 5799173"/>
              <a:gd name="connsiteY44572" fmla="*/ 3045727 h 5017219"/>
              <a:gd name="connsiteX44573" fmla="*/ 1183455 w 5799173"/>
              <a:gd name="connsiteY44573" fmla="*/ 3044979 h 5017219"/>
              <a:gd name="connsiteX44574" fmla="*/ 1205056 w 5799173"/>
              <a:gd name="connsiteY44574" fmla="*/ 3044979 h 5017219"/>
              <a:gd name="connsiteX44575" fmla="*/ 1206385 w 5799173"/>
              <a:gd name="connsiteY44575" fmla="*/ 3045727 h 5017219"/>
              <a:gd name="connsiteX44576" fmla="*/ 1217186 w 5799173"/>
              <a:gd name="connsiteY44576" fmla="*/ 3064419 h 5017219"/>
              <a:gd name="connsiteX44577" fmla="*/ 1217186 w 5799173"/>
              <a:gd name="connsiteY44577" fmla="*/ 3065916 h 5017219"/>
              <a:gd name="connsiteX44578" fmla="*/ 1206385 w 5799173"/>
              <a:gd name="connsiteY44578" fmla="*/ 3084608 h 5017219"/>
              <a:gd name="connsiteX44579" fmla="*/ 1205056 w 5799173"/>
              <a:gd name="connsiteY44579" fmla="*/ 3085355 h 5017219"/>
              <a:gd name="connsiteX44580" fmla="*/ 1243641 w 5799173"/>
              <a:gd name="connsiteY44580" fmla="*/ 3101482 h 5017219"/>
              <a:gd name="connsiteX44581" fmla="*/ 1242312 w 5799173"/>
              <a:gd name="connsiteY44581" fmla="*/ 3100735 h 5017219"/>
              <a:gd name="connsiteX44582" fmla="*/ 1231512 w 5799173"/>
              <a:gd name="connsiteY44582" fmla="*/ 3082042 h 5017219"/>
              <a:gd name="connsiteX44583" fmla="*/ 1231512 w 5799173"/>
              <a:gd name="connsiteY44583" fmla="*/ 3080546 h 5017219"/>
              <a:gd name="connsiteX44584" fmla="*/ 1242312 w 5799173"/>
              <a:gd name="connsiteY44584" fmla="*/ 3061854 h 5017219"/>
              <a:gd name="connsiteX44585" fmla="*/ 1243641 w 5799173"/>
              <a:gd name="connsiteY44585" fmla="*/ 3061106 h 5017219"/>
              <a:gd name="connsiteX44586" fmla="*/ 1265242 w 5799173"/>
              <a:gd name="connsiteY44586" fmla="*/ 3061106 h 5017219"/>
              <a:gd name="connsiteX44587" fmla="*/ 1266571 w 5799173"/>
              <a:gd name="connsiteY44587" fmla="*/ 3061854 h 5017219"/>
              <a:gd name="connsiteX44588" fmla="*/ 1277372 w 5799173"/>
              <a:gd name="connsiteY44588" fmla="*/ 3080546 h 5017219"/>
              <a:gd name="connsiteX44589" fmla="*/ 1277372 w 5799173"/>
              <a:gd name="connsiteY44589" fmla="*/ 3082042 h 5017219"/>
              <a:gd name="connsiteX44590" fmla="*/ 1266571 w 5799173"/>
              <a:gd name="connsiteY44590" fmla="*/ 3100735 h 5017219"/>
              <a:gd name="connsiteX44591" fmla="*/ 1265242 w 5799173"/>
              <a:gd name="connsiteY44591" fmla="*/ 3101482 h 5017219"/>
              <a:gd name="connsiteX44592" fmla="*/ 1424199 w 5799173"/>
              <a:gd name="connsiteY44592" fmla="*/ 3149863 h 5017219"/>
              <a:gd name="connsiteX44593" fmla="*/ 1422870 w 5799173"/>
              <a:gd name="connsiteY44593" fmla="*/ 3149116 h 5017219"/>
              <a:gd name="connsiteX44594" fmla="*/ 1412071 w 5799173"/>
              <a:gd name="connsiteY44594" fmla="*/ 3130423 h 5017219"/>
              <a:gd name="connsiteX44595" fmla="*/ 1412070 w 5799173"/>
              <a:gd name="connsiteY44595" fmla="*/ 3128927 h 5017219"/>
              <a:gd name="connsiteX44596" fmla="*/ 1422871 w 5799173"/>
              <a:gd name="connsiteY44596" fmla="*/ 3110235 h 5017219"/>
              <a:gd name="connsiteX44597" fmla="*/ 1424199 w 5799173"/>
              <a:gd name="connsiteY44597" fmla="*/ 3109487 h 5017219"/>
              <a:gd name="connsiteX44598" fmla="*/ 1445800 w 5799173"/>
              <a:gd name="connsiteY44598" fmla="*/ 3109487 h 5017219"/>
              <a:gd name="connsiteX44599" fmla="*/ 1447130 w 5799173"/>
              <a:gd name="connsiteY44599" fmla="*/ 3110235 h 5017219"/>
              <a:gd name="connsiteX44600" fmla="*/ 1457930 w 5799173"/>
              <a:gd name="connsiteY44600" fmla="*/ 3128927 h 5017219"/>
              <a:gd name="connsiteX44601" fmla="*/ 1457931 w 5799173"/>
              <a:gd name="connsiteY44601" fmla="*/ 3130423 h 5017219"/>
              <a:gd name="connsiteX44602" fmla="*/ 1447130 w 5799173"/>
              <a:gd name="connsiteY44602" fmla="*/ 3149116 h 5017219"/>
              <a:gd name="connsiteX44603" fmla="*/ 1445800 w 5799173"/>
              <a:gd name="connsiteY44603" fmla="*/ 3149863 h 5017219"/>
              <a:gd name="connsiteX44604" fmla="*/ 1657625 w 5799173"/>
              <a:gd name="connsiteY44604" fmla="*/ 3254154 h 5017219"/>
              <a:gd name="connsiteX44605" fmla="*/ 1657127 w 5799173"/>
              <a:gd name="connsiteY44605" fmla="*/ 3253822 h 5017219"/>
              <a:gd name="connsiteX44606" fmla="*/ 1652973 w 5799173"/>
              <a:gd name="connsiteY44606" fmla="*/ 3246594 h 5017219"/>
              <a:gd name="connsiteX44607" fmla="*/ 1652973 w 5799173"/>
              <a:gd name="connsiteY44607" fmla="*/ 3246012 h 5017219"/>
              <a:gd name="connsiteX44608" fmla="*/ 1657127 w 5799173"/>
              <a:gd name="connsiteY44608" fmla="*/ 3238784 h 5017219"/>
              <a:gd name="connsiteX44609" fmla="*/ 1657625 w 5799173"/>
              <a:gd name="connsiteY44609" fmla="*/ 3238453 h 5017219"/>
              <a:gd name="connsiteX44610" fmla="*/ 1665933 w 5799173"/>
              <a:gd name="connsiteY44610" fmla="*/ 3238453 h 5017219"/>
              <a:gd name="connsiteX44611" fmla="*/ 1666432 w 5799173"/>
              <a:gd name="connsiteY44611" fmla="*/ 3238785 h 5017219"/>
              <a:gd name="connsiteX44612" fmla="*/ 1670586 w 5799173"/>
              <a:gd name="connsiteY44612" fmla="*/ 3246012 h 5017219"/>
              <a:gd name="connsiteX44613" fmla="*/ 1670586 w 5799173"/>
              <a:gd name="connsiteY44613" fmla="*/ 3246594 h 5017219"/>
              <a:gd name="connsiteX44614" fmla="*/ 1666432 w 5799173"/>
              <a:gd name="connsiteY44614" fmla="*/ 3253822 h 5017219"/>
              <a:gd name="connsiteX44615" fmla="*/ 1665933 w 5799173"/>
              <a:gd name="connsiteY44615" fmla="*/ 3254154 h 5017219"/>
              <a:gd name="connsiteX44616" fmla="*/ 4182695 w 5799173"/>
              <a:gd name="connsiteY44616" fmla="*/ 3936633 h 5017219"/>
              <a:gd name="connsiteX44617" fmla="*/ 4181864 w 5799173"/>
              <a:gd name="connsiteY44617" fmla="*/ 3936134 h 5017219"/>
              <a:gd name="connsiteX44618" fmla="*/ 4174969 w 5799173"/>
              <a:gd name="connsiteY44618" fmla="*/ 3924171 h 5017219"/>
              <a:gd name="connsiteX44619" fmla="*/ 4174969 w 5799173"/>
              <a:gd name="connsiteY44619" fmla="*/ 3923174 h 5017219"/>
              <a:gd name="connsiteX44620" fmla="*/ 4181864 w 5799173"/>
              <a:gd name="connsiteY44620" fmla="*/ 3911210 h 5017219"/>
              <a:gd name="connsiteX44621" fmla="*/ 4182695 w 5799173"/>
              <a:gd name="connsiteY44621" fmla="*/ 3910712 h 5017219"/>
              <a:gd name="connsiteX44622" fmla="*/ 4196486 w 5799173"/>
              <a:gd name="connsiteY44622" fmla="*/ 3910712 h 5017219"/>
              <a:gd name="connsiteX44623" fmla="*/ 4197317 w 5799173"/>
              <a:gd name="connsiteY44623" fmla="*/ 3911210 h 5017219"/>
              <a:gd name="connsiteX44624" fmla="*/ 4204213 w 5799173"/>
              <a:gd name="connsiteY44624" fmla="*/ 3923174 h 5017219"/>
              <a:gd name="connsiteX44625" fmla="*/ 4204213 w 5799173"/>
              <a:gd name="connsiteY44625" fmla="*/ 3924171 h 5017219"/>
              <a:gd name="connsiteX44626" fmla="*/ 4197317 w 5799173"/>
              <a:gd name="connsiteY44626" fmla="*/ 3936134 h 5017219"/>
              <a:gd name="connsiteX44627" fmla="*/ 4196486 w 5799173"/>
              <a:gd name="connsiteY44627" fmla="*/ 3936633 h 5017219"/>
              <a:gd name="connsiteX44628" fmla="*/ 872037 w 5799173"/>
              <a:gd name="connsiteY44628" fmla="*/ 3050319 h 5017219"/>
              <a:gd name="connsiteX44629" fmla="*/ 871123 w 5799173"/>
              <a:gd name="connsiteY44629" fmla="*/ 3049821 h 5017219"/>
              <a:gd name="connsiteX44630" fmla="*/ 863895 w 5799173"/>
              <a:gd name="connsiteY44630" fmla="*/ 3037193 h 5017219"/>
              <a:gd name="connsiteX44631" fmla="*/ 863895 w 5799173"/>
              <a:gd name="connsiteY44631" fmla="*/ 3036196 h 5017219"/>
              <a:gd name="connsiteX44632" fmla="*/ 871206 w 5799173"/>
              <a:gd name="connsiteY44632" fmla="*/ 3023568 h 5017219"/>
              <a:gd name="connsiteX44633" fmla="*/ 872120 w 5799173"/>
              <a:gd name="connsiteY44633" fmla="*/ 3023069 h 5017219"/>
              <a:gd name="connsiteX44634" fmla="*/ 886659 w 5799173"/>
              <a:gd name="connsiteY44634" fmla="*/ 3023069 h 5017219"/>
              <a:gd name="connsiteX44635" fmla="*/ 887572 w 5799173"/>
              <a:gd name="connsiteY44635" fmla="*/ 3023568 h 5017219"/>
              <a:gd name="connsiteX44636" fmla="*/ 894800 w 5799173"/>
              <a:gd name="connsiteY44636" fmla="*/ 3036196 h 5017219"/>
              <a:gd name="connsiteX44637" fmla="*/ 894800 w 5799173"/>
              <a:gd name="connsiteY44637" fmla="*/ 3037193 h 5017219"/>
              <a:gd name="connsiteX44638" fmla="*/ 887489 w 5799173"/>
              <a:gd name="connsiteY44638" fmla="*/ 3049821 h 5017219"/>
              <a:gd name="connsiteX44639" fmla="*/ 886575 w 5799173"/>
              <a:gd name="connsiteY44639" fmla="*/ 3050319 h 5017219"/>
              <a:gd name="connsiteX44640" fmla="*/ 2917861 w 5799173"/>
              <a:gd name="connsiteY44640" fmla="*/ 3599618 h 5017219"/>
              <a:gd name="connsiteX44641" fmla="*/ 2916947 w 5799173"/>
              <a:gd name="connsiteY44641" fmla="*/ 3599036 h 5017219"/>
              <a:gd name="connsiteX44642" fmla="*/ 2909138 w 5799173"/>
              <a:gd name="connsiteY44642" fmla="*/ 3585577 h 5017219"/>
              <a:gd name="connsiteX44643" fmla="*/ 2909138 w 5799173"/>
              <a:gd name="connsiteY44643" fmla="*/ 3584497 h 5017219"/>
              <a:gd name="connsiteX44644" fmla="*/ 2916947 w 5799173"/>
              <a:gd name="connsiteY44644" fmla="*/ 3571039 h 5017219"/>
              <a:gd name="connsiteX44645" fmla="*/ 2917861 w 5799173"/>
              <a:gd name="connsiteY44645" fmla="*/ 3570457 h 5017219"/>
              <a:gd name="connsiteX44646" fmla="*/ 2933397 w 5799173"/>
              <a:gd name="connsiteY44646" fmla="*/ 3570457 h 5017219"/>
              <a:gd name="connsiteX44647" fmla="*/ 2934311 w 5799173"/>
              <a:gd name="connsiteY44647" fmla="*/ 3571039 h 5017219"/>
              <a:gd name="connsiteX44648" fmla="*/ 2942120 w 5799173"/>
              <a:gd name="connsiteY44648" fmla="*/ 3584497 h 5017219"/>
              <a:gd name="connsiteX44649" fmla="*/ 2942120 w 5799173"/>
              <a:gd name="connsiteY44649" fmla="*/ 3585577 h 5017219"/>
              <a:gd name="connsiteX44650" fmla="*/ 2934311 w 5799173"/>
              <a:gd name="connsiteY44650" fmla="*/ 3599036 h 5017219"/>
              <a:gd name="connsiteX44651" fmla="*/ 2933397 w 5799173"/>
              <a:gd name="connsiteY44651" fmla="*/ 3599618 h 5017219"/>
              <a:gd name="connsiteX44652" fmla="*/ 1713647 w 5799173"/>
              <a:gd name="connsiteY44652" fmla="*/ 3278007 h 5017219"/>
              <a:gd name="connsiteX44653" fmla="*/ 1712650 w 5799173"/>
              <a:gd name="connsiteY44653" fmla="*/ 3277425 h 5017219"/>
              <a:gd name="connsiteX44654" fmla="*/ 1704342 w 5799173"/>
              <a:gd name="connsiteY44654" fmla="*/ 3263052 h 5017219"/>
              <a:gd name="connsiteX44655" fmla="*/ 1704342 w 5799173"/>
              <a:gd name="connsiteY44655" fmla="*/ 3261889 h 5017219"/>
              <a:gd name="connsiteX44656" fmla="*/ 1712650 w 5799173"/>
              <a:gd name="connsiteY44656" fmla="*/ 3247517 h 5017219"/>
              <a:gd name="connsiteX44657" fmla="*/ 1713647 w 5799173"/>
              <a:gd name="connsiteY44657" fmla="*/ 3246935 h 5017219"/>
              <a:gd name="connsiteX44658" fmla="*/ 1730263 w 5799173"/>
              <a:gd name="connsiteY44658" fmla="*/ 3246935 h 5017219"/>
              <a:gd name="connsiteX44659" fmla="*/ 1731259 w 5799173"/>
              <a:gd name="connsiteY44659" fmla="*/ 3247517 h 5017219"/>
              <a:gd name="connsiteX44660" fmla="*/ 1739567 w 5799173"/>
              <a:gd name="connsiteY44660" fmla="*/ 3261889 h 5017219"/>
              <a:gd name="connsiteX44661" fmla="*/ 1739567 w 5799173"/>
              <a:gd name="connsiteY44661" fmla="*/ 3263052 h 5017219"/>
              <a:gd name="connsiteX44662" fmla="*/ 1731259 w 5799173"/>
              <a:gd name="connsiteY44662" fmla="*/ 3277425 h 5017219"/>
              <a:gd name="connsiteX44663" fmla="*/ 1730263 w 5799173"/>
              <a:gd name="connsiteY44663" fmla="*/ 3278007 h 5017219"/>
              <a:gd name="connsiteX44664" fmla="*/ 2977370 w 5799173"/>
              <a:gd name="connsiteY44664" fmla="*/ 3617083 h 5017219"/>
              <a:gd name="connsiteX44665" fmla="*/ 2976374 w 5799173"/>
              <a:gd name="connsiteY44665" fmla="*/ 3616502 h 5017219"/>
              <a:gd name="connsiteX44666" fmla="*/ 2967899 w 5799173"/>
              <a:gd name="connsiteY44666" fmla="*/ 3601797 h 5017219"/>
              <a:gd name="connsiteX44667" fmla="*/ 2967899 w 5799173"/>
              <a:gd name="connsiteY44667" fmla="*/ 3600634 h 5017219"/>
              <a:gd name="connsiteX44668" fmla="*/ 2976374 w 5799173"/>
              <a:gd name="connsiteY44668" fmla="*/ 3585929 h 5017219"/>
              <a:gd name="connsiteX44669" fmla="*/ 2977371 w 5799173"/>
              <a:gd name="connsiteY44669" fmla="*/ 3585347 h 5017219"/>
              <a:gd name="connsiteX44670" fmla="*/ 2994319 w 5799173"/>
              <a:gd name="connsiteY44670" fmla="*/ 3585347 h 5017219"/>
              <a:gd name="connsiteX44671" fmla="*/ 2995316 w 5799173"/>
              <a:gd name="connsiteY44671" fmla="*/ 3585929 h 5017219"/>
              <a:gd name="connsiteX44672" fmla="*/ 3003789 w 5799173"/>
              <a:gd name="connsiteY44672" fmla="*/ 3600634 h 5017219"/>
              <a:gd name="connsiteX44673" fmla="*/ 3003789 w 5799173"/>
              <a:gd name="connsiteY44673" fmla="*/ 3601797 h 5017219"/>
              <a:gd name="connsiteX44674" fmla="*/ 2995316 w 5799173"/>
              <a:gd name="connsiteY44674" fmla="*/ 3616502 h 5017219"/>
              <a:gd name="connsiteX44675" fmla="*/ 2994318 w 5799173"/>
              <a:gd name="connsiteY44675" fmla="*/ 3617083 h 5017219"/>
              <a:gd name="connsiteX44676" fmla="*/ 3217876 w 5799173"/>
              <a:gd name="connsiteY44676" fmla="*/ 3682018 h 5017219"/>
              <a:gd name="connsiteX44677" fmla="*/ 3216796 w 5799173"/>
              <a:gd name="connsiteY44677" fmla="*/ 3681437 h 5017219"/>
              <a:gd name="connsiteX44678" fmla="*/ 3208072 w 5799173"/>
              <a:gd name="connsiteY44678" fmla="*/ 3666316 h 5017219"/>
              <a:gd name="connsiteX44679" fmla="*/ 3208073 w 5799173"/>
              <a:gd name="connsiteY44679" fmla="*/ 3665070 h 5017219"/>
              <a:gd name="connsiteX44680" fmla="*/ 3216796 w 5799173"/>
              <a:gd name="connsiteY44680" fmla="*/ 3649950 h 5017219"/>
              <a:gd name="connsiteX44681" fmla="*/ 3217875 w 5799173"/>
              <a:gd name="connsiteY44681" fmla="*/ 3649368 h 5017219"/>
              <a:gd name="connsiteX44682" fmla="*/ 3235405 w 5799173"/>
              <a:gd name="connsiteY44682" fmla="*/ 3649367 h 5017219"/>
              <a:gd name="connsiteX44683" fmla="*/ 3236485 w 5799173"/>
              <a:gd name="connsiteY44683" fmla="*/ 3649950 h 5017219"/>
              <a:gd name="connsiteX44684" fmla="*/ 3245208 w 5799173"/>
              <a:gd name="connsiteY44684" fmla="*/ 3665069 h 5017219"/>
              <a:gd name="connsiteX44685" fmla="*/ 3245208 w 5799173"/>
              <a:gd name="connsiteY44685" fmla="*/ 3666316 h 5017219"/>
              <a:gd name="connsiteX44686" fmla="*/ 3236486 w 5799173"/>
              <a:gd name="connsiteY44686" fmla="*/ 3681437 h 5017219"/>
              <a:gd name="connsiteX44687" fmla="*/ 3235405 w 5799173"/>
              <a:gd name="connsiteY44687" fmla="*/ 3682018 h 5017219"/>
              <a:gd name="connsiteX44688" fmla="*/ 3037173 w 5799173"/>
              <a:gd name="connsiteY44688" fmla="*/ 3633962 h 5017219"/>
              <a:gd name="connsiteX44689" fmla="*/ 3036093 w 5799173"/>
              <a:gd name="connsiteY44689" fmla="*/ 3633297 h 5017219"/>
              <a:gd name="connsiteX44690" fmla="*/ 3027204 w 5799173"/>
              <a:gd name="connsiteY44690" fmla="*/ 3617845 h 5017219"/>
              <a:gd name="connsiteX44691" fmla="*/ 3027204 w 5799173"/>
              <a:gd name="connsiteY44691" fmla="*/ 3616598 h 5017219"/>
              <a:gd name="connsiteX44692" fmla="*/ 3036093 w 5799173"/>
              <a:gd name="connsiteY44692" fmla="*/ 3601146 h 5017219"/>
              <a:gd name="connsiteX44693" fmla="*/ 3037173 w 5799173"/>
              <a:gd name="connsiteY44693" fmla="*/ 3600481 h 5017219"/>
              <a:gd name="connsiteX44694" fmla="*/ 3054952 w 5799173"/>
              <a:gd name="connsiteY44694" fmla="*/ 3600481 h 5017219"/>
              <a:gd name="connsiteX44695" fmla="*/ 3056032 w 5799173"/>
              <a:gd name="connsiteY44695" fmla="*/ 3601146 h 5017219"/>
              <a:gd name="connsiteX44696" fmla="*/ 3064922 w 5799173"/>
              <a:gd name="connsiteY44696" fmla="*/ 3616598 h 5017219"/>
              <a:gd name="connsiteX44697" fmla="*/ 3064922 w 5799173"/>
              <a:gd name="connsiteY44697" fmla="*/ 3617845 h 5017219"/>
              <a:gd name="connsiteX44698" fmla="*/ 3056032 w 5799173"/>
              <a:gd name="connsiteY44698" fmla="*/ 3633297 h 5017219"/>
              <a:gd name="connsiteX44699" fmla="*/ 3054952 w 5799173"/>
              <a:gd name="connsiteY44699" fmla="*/ 3633962 h 5017219"/>
              <a:gd name="connsiteX44700" fmla="*/ 3097278 w 5799173"/>
              <a:gd name="connsiteY44700" fmla="*/ 3650161 h 5017219"/>
              <a:gd name="connsiteX44701" fmla="*/ 3096198 w 5799173"/>
              <a:gd name="connsiteY44701" fmla="*/ 3649496 h 5017219"/>
              <a:gd name="connsiteX44702" fmla="*/ 3087226 w 5799173"/>
              <a:gd name="connsiteY44702" fmla="*/ 3633960 h 5017219"/>
              <a:gd name="connsiteX44703" fmla="*/ 3087226 w 5799173"/>
              <a:gd name="connsiteY44703" fmla="*/ 3632714 h 5017219"/>
              <a:gd name="connsiteX44704" fmla="*/ 3096198 w 5799173"/>
              <a:gd name="connsiteY44704" fmla="*/ 3617179 h 5017219"/>
              <a:gd name="connsiteX44705" fmla="*/ 3097278 w 5799173"/>
              <a:gd name="connsiteY44705" fmla="*/ 3616514 h 5017219"/>
              <a:gd name="connsiteX44706" fmla="*/ 3115140 w 5799173"/>
              <a:gd name="connsiteY44706" fmla="*/ 3616514 h 5017219"/>
              <a:gd name="connsiteX44707" fmla="*/ 3116220 w 5799173"/>
              <a:gd name="connsiteY44707" fmla="*/ 3617179 h 5017219"/>
              <a:gd name="connsiteX44708" fmla="*/ 3125193 w 5799173"/>
              <a:gd name="connsiteY44708" fmla="*/ 3632714 h 5017219"/>
              <a:gd name="connsiteX44709" fmla="*/ 3125193 w 5799173"/>
              <a:gd name="connsiteY44709" fmla="*/ 3633960 h 5017219"/>
              <a:gd name="connsiteX44710" fmla="*/ 3116220 w 5799173"/>
              <a:gd name="connsiteY44710" fmla="*/ 3649496 h 5017219"/>
              <a:gd name="connsiteX44711" fmla="*/ 3115140 w 5799173"/>
              <a:gd name="connsiteY44711" fmla="*/ 3650161 h 5017219"/>
              <a:gd name="connsiteX44712" fmla="*/ 3157297 w 5799173"/>
              <a:gd name="connsiteY44712" fmla="*/ 3666547 h 5017219"/>
              <a:gd name="connsiteX44713" fmla="*/ 3156217 w 5799173"/>
              <a:gd name="connsiteY44713" fmla="*/ 3665883 h 5017219"/>
              <a:gd name="connsiteX44714" fmla="*/ 3147161 w 5799173"/>
              <a:gd name="connsiteY44714" fmla="*/ 3650098 h 5017219"/>
              <a:gd name="connsiteX44715" fmla="*/ 3147161 w 5799173"/>
              <a:gd name="connsiteY44715" fmla="*/ 3648852 h 5017219"/>
              <a:gd name="connsiteX44716" fmla="*/ 3156301 w 5799173"/>
              <a:gd name="connsiteY44716" fmla="*/ 3633067 h 5017219"/>
              <a:gd name="connsiteX44717" fmla="*/ 3157381 w 5799173"/>
              <a:gd name="connsiteY44717" fmla="*/ 3632402 h 5017219"/>
              <a:gd name="connsiteX44718" fmla="*/ 3175575 w 5799173"/>
              <a:gd name="connsiteY44718" fmla="*/ 3632402 h 5017219"/>
              <a:gd name="connsiteX44719" fmla="*/ 3176654 w 5799173"/>
              <a:gd name="connsiteY44719" fmla="*/ 3633067 h 5017219"/>
              <a:gd name="connsiteX44720" fmla="*/ 3185710 w 5799173"/>
              <a:gd name="connsiteY44720" fmla="*/ 3648852 h 5017219"/>
              <a:gd name="connsiteX44721" fmla="*/ 3185711 w 5799173"/>
              <a:gd name="connsiteY44721" fmla="*/ 3650098 h 5017219"/>
              <a:gd name="connsiteX44722" fmla="*/ 3176572 w 5799173"/>
              <a:gd name="connsiteY44722" fmla="*/ 3665883 h 5017219"/>
              <a:gd name="connsiteX44723" fmla="*/ 3175491 w 5799173"/>
              <a:gd name="connsiteY44723" fmla="*/ 3666547 h 5017219"/>
              <a:gd name="connsiteX44724" fmla="*/ 2555444 w 5799173"/>
              <a:gd name="connsiteY44724" fmla="*/ 3505365 h 5017219"/>
              <a:gd name="connsiteX44725" fmla="*/ 2554365 w 5799173"/>
              <a:gd name="connsiteY44725" fmla="*/ 3504700 h 5017219"/>
              <a:gd name="connsiteX44726" fmla="*/ 2545226 w 5799173"/>
              <a:gd name="connsiteY44726" fmla="*/ 3488832 h 5017219"/>
              <a:gd name="connsiteX44727" fmla="*/ 2545226 w 5799173"/>
              <a:gd name="connsiteY44727" fmla="*/ 3487503 h 5017219"/>
              <a:gd name="connsiteX44728" fmla="*/ 2554365 w 5799173"/>
              <a:gd name="connsiteY44728" fmla="*/ 3471635 h 5017219"/>
              <a:gd name="connsiteX44729" fmla="*/ 2555445 w 5799173"/>
              <a:gd name="connsiteY44729" fmla="*/ 3470970 h 5017219"/>
              <a:gd name="connsiteX44730" fmla="*/ 2573722 w 5799173"/>
              <a:gd name="connsiteY44730" fmla="*/ 3470970 h 5017219"/>
              <a:gd name="connsiteX44731" fmla="*/ 2574802 w 5799173"/>
              <a:gd name="connsiteY44731" fmla="*/ 3471635 h 5017219"/>
              <a:gd name="connsiteX44732" fmla="*/ 2583940 w 5799173"/>
              <a:gd name="connsiteY44732" fmla="*/ 3487503 h 5017219"/>
              <a:gd name="connsiteX44733" fmla="*/ 2583940 w 5799173"/>
              <a:gd name="connsiteY44733" fmla="*/ 3488832 h 5017219"/>
              <a:gd name="connsiteX44734" fmla="*/ 2574803 w 5799173"/>
              <a:gd name="connsiteY44734" fmla="*/ 3504700 h 5017219"/>
              <a:gd name="connsiteX44735" fmla="*/ 2573723 w 5799173"/>
              <a:gd name="connsiteY44735" fmla="*/ 3505365 h 5017219"/>
              <a:gd name="connsiteX44736" fmla="*/ 3277411 w 5799173"/>
              <a:gd name="connsiteY44736" fmla="*/ 3699287 h 5017219"/>
              <a:gd name="connsiteX44737" fmla="*/ 3276248 w 5799173"/>
              <a:gd name="connsiteY44737" fmla="*/ 3698623 h 5017219"/>
              <a:gd name="connsiteX44738" fmla="*/ 3266860 w 5799173"/>
              <a:gd name="connsiteY44738" fmla="*/ 3682422 h 5017219"/>
              <a:gd name="connsiteX44739" fmla="*/ 3266860 w 5799173"/>
              <a:gd name="connsiteY44739" fmla="*/ 3681093 h 5017219"/>
              <a:gd name="connsiteX44740" fmla="*/ 3276248 w 5799173"/>
              <a:gd name="connsiteY44740" fmla="*/ 3664893 h 5017219"/>
              <a:gd name="connsiteX44741" fmla="*/ 3277411 w 5799173"/>
              <a:gd name="connsiteY44741" fmla="*/ 3664228 h 5017219"/>
              <a:gd name="connsiteX44742" fmla="*/ 3296104 w 5799173"/>
              <a:gd name="connsiteY44742" fmla="*/ 3664228 h 5017219"/>
              <a:gd name="connsiteX44743" fmla="*/ 3297267 w 5799173"/>
              <a:gd name="connsiteY44743" fmla="*/ 3664893 h 5017219"/>
              <a:gd name="connsiteX44744" fmla="*/ 3306655 w 5799173"/>
              <a:gd name="connsiteY44744" fmla="*/ 3681093 h 5017219"/>
              <a:gd name="connsiteX44745" fmla="*/ 3306655 w 5799173"/>
              <a:gd name="connsiteY44745" fmla="*/ 3682423 h 5017219"/>
              <a:gd name="connsiteX44746" fmla="*/ 3297267 w 5799173"/>
              <a:gd name="connsiteY44746" fmla="*/ 3698624 h 5017219"/>
              <a:gd name="connsiteX44747" fmla="*/ 3296104 w 5799173"/>
              <a:gd name="connsiteY44747" fmla="*/ 3699287 h 5017219"/>
              <a:gd name="connsiteX44748" fmla="*/ 3337596 w 5799173"/>
              <a:gd name="connsiteY44748" fmla="*/ 3715508 h 5017219"/>
              <a:gd name="connsiteX44749" fmla="*/ 3336432 w 5799173"/>
              <a:gd name="connsiteY44749" fmla="*/ 3714844 h 5017219"/>
              <a:gd name="connsiteX44750" fmla="*/ 3327044 w 5799173"/>
              <a:gd name="connsiteY44750" fmla="*/ 3698560 h 5017219"/>
              <a:gd name="connsiteX44751" fmla="*/ 3327044 w 5799173"/>
              <a:gd name="connsiteY44751" fmla="*/ 3697231 h 5017219"/>
              <a:gd name="connsiteX44752" fmla="*/ 3336432 w 5799173"/>
              <a:gd name="connsiteY44752" fmla="*/ 3680948 h 5017219"/>
              <a:gd name="connsiteX44753" fmla="*/ 3337595 w 5799173"/>
              <a:gd name="connsiteY44753" fmla="*/ 3680283 h 5017219"/>
              <a:gd name="connsiteX44754" fmla="*/ 3356371 w 5799173"/>
              <a:gd name="connsiteY44754" fmla="*/ 3680283 h 5017219"/>
              <a:gd name="connsiteX44755" fmla="*/ 3357534 w 5799173"/>
              <a:gd name="connsiteY44755" fmla="*/ 3680948 h 5017219"/>
              <a:gd name="connsiteX44756" fmla="*/ 3366922 w 5799173"/>
              <a:gd name="connsiteY44756" fmla="*/ 3697231 h 5017219"/>
              <a:gd name="connsiteX44757" fmla="*/ 3366922 w 5799173"/>
              <a:gd name="connsiteY44757" fmla="*/ 3698560 h 5017219"/>
              <a:gd name="connsiteX44758" fmla="*/ 3357534 w 5799173"/>
              <a:gd name="connsiteY44758" fmla="*/ 3714844 h 5017219"/>
              <a:gd name="connsiteX44759" fmla="*/ 3356371 w 5799173"/>
              <a:gd name="connsiteY44759" fmla="*/ 3715508 h 5017219"/>
              <a:gd name="connsiteX44760" fmla="*/ 3397782 w 5799173"/>
              <a:gd name="connsiteY44760" fmla="*/ 3731635 h 5017219"/>
              <a:gd name="connsiteX44761" fmla="*/ 3396619 w 5799173"/>
              <a:gd name="connsiteY44761" fmla="*/ 3730971 h 5017219"/>
              <a:gd name="connsiteX44762" fmla="*/ 3387231 w 5799173"/>
              <a:gd name="connsiteY44762" fmla="*/ 3714687 h 5017219"/>
              <a:gd name="connsiteX44763" fmla="*/ 3387231 w 5799173"/>
              <a:gd name="connsiteY44763" fmla="*/ 3713358 h 5017219"/>
              <a:gd name="connsiteX44764" fmla="*/ 3396619 w 5799173"/>
              <a:gd name="connsiteY44764" fmla="*/ 3697075 h 5017219"/>
              <a:gd name="connsiteX44765" fmla="*/ 3397782 w 5799173"/>
              <a:gd name="connsiteY44765" fmla="*/ 3696410 h 5017219"/>
              <a:gd name="connsiteX44766" fmla="*/ 3416558 w 5799173"/>
              <a:gd name="connsiteY44766" fmla="*/ 3696410 h 5017219"/>
              <a:gd name="connsiteX44767" fmla="*/ 3417721 w 5799173"/>
              <a:gd name="connsiteY44767" fmla="*/ 3697075 h 5017219"/>
              <a:gd name="connsiteX44768" fmla="*/ 3427109 w 5799173"/>
              <a:gd name="connsiteY44768" fmla="*/ 3713358 h 5017219"/>
              <a:gd name="connsiteX44769" fmla="*/ 3427109 w 5799173"/>
              <a:gd name="connsiteY44769" fmla="*/ 3714687 h 5017219"/>
              <a:gd name="connsiteX44770" fmla="*/ 3417721 w 5799173"/>
              <a:gd name="connsiteY44770" fmla="*/ 3730971 h 5017219"/>
              <a:gd name="connsiteX44771" fmla="*/ 3416558 w 5799173"/>
              <a:gd name="connsiteY44771" fmla="*/ 3731635 h 5017219"/>
              <a:gd name="connsiteX44772" fmla="*/ 3457884 w 5799173"/>
              <a:gd name="connsiteY44772" fmla="*/ 3747846 h 5017219"/>
              <a:gd name="connsiteX44773" fmla="*/ 3456721 w 5799173"/>
              <a:gd name="connsiteY44773" fmla="*/ 3747181 h 5017219"/>
              <a:gd name="connsiteX44774" fmla="*/ 3447250 w 5799173"/>
              <a:gd name="connsiteY44774" fmla="*/ 3730814 h 5017219"/>
              <a:gd name="connsiteX44775" fmla="*/ 3447250 w 5799173"/>
              <a:gd name="connsiteY44775" fmla="*/ 3729485 h 5017219"/>
              <a:gd name="connsiteX44776" fmla="*/ 3456721 w 5799173"/>
              <a:gd name="connsiteY44776" fmla="*/ 3713118 h 5017219"/>
              <a:gd name="connsiteX44777" fmla="*/ 3457884 w 5799173"/>
              <a:gd name="connsiteY44777" fmla="*/ 3712454 h 5017219"/>
              <a:gd name="connsiteX44778" fmla="*/ 3476826 w 5799173"/>
              <a:gd name="connsiteY44778" fmla="*/ 3712454 h 5017219"/>
              <a:gd name="connsiteX44779" fmla="*/ 3477989 w 5799173"/>
              <a:gd name="connsiteY44779" fmla="*/ 3713119 h 5017219"/>
              <a:gd name="connsiteX44780" fmla="*/ 3487460 w 5799173"/>
              <a:gd name="connsiteY44780" fmla="*/ 3729484 h 5017219"/>
              <a:gd name="connsiteX44781" fmla="*/ 3487460 w 5799173"/>
              <a:gd name="connsiteY44781" fmla="*/ 3730814 h 5017219"/>
              <a:gd name="connsiteX44782" fmla="*/ 3477989 w 5799173"/>
              <a:gd name="connsiteY44782" fmla="*/ 3747181 h 5017219"/>
              <a:gd name="connsiteX44783" fmla="*/ 3476826 w 5799173"/>
              <a:gd name="connsiteY44783" fmla="*/ 3747846 h 5017219"/>
              <a:gd name="connsiteX44784" fmla="*/ 929959 w 5799173"/>
              <a:gd name="connsiteY44784" fmla="*/ 3070763 h 5017219"/>
              <a:gd name="connsiteX44785" fmla="*/ 928796 w 5799173"/>
              <a:gd name="connsiteY44785" fmla="*/ 3070098 h 5017219"/>
              <a:gd name="connsiteX44786" fmla="*/ 919243 w 5799173"/>
              <a:gd name="connsiteY44786" fmla="*/ 3053566 h 5017219"/>
              <a:gd name="connsiteX44787" fmla="*/ 919242 w 5799173"/>
              <a:gd name="connsiteY44787" fmla="*/ 3052236 h 5017219"/>
              <a:gd name="connsiteX44788" fmla="*/ 928796 w 5799173"/>
              <a:gd name="connsiteY44788" fmla="*/ 3035704 h 5017219"/>
              <a:gd name="connsiteX44789" fmla="*/ 929960 w 5799173"/>
              <a:gd name="connsiteY44789" fmla="*/ 3035039 h 5017219"/>
              <a:gd name="connsiteX44790" fmla="*/ 949068 w 5799173"/>
              <a:gd name="connsiteY44790" fmla="*/ 3035039 h 5017219"/>
              <a:gd name="connsiteX44791" fmla="*/ 950231 w 5799173"/>
              <a:gd name="connsiteY44791" fmla="*/ 3035704 h 5017219"/>
              <a:gd name="connsiteX44792" fmla="*/ 959784 w 5799173"/>
              <a:gd name="connsiteY44792" fmla="*/ 3052236 h 5017219"/>
              <a:gd name="connsiteX44793" fmla="*/ 959785 w 5799173"/>
              <a:gd name="connsiteY44793" fmla="*/ 3053566 h 5017219"/>
              <a:gd name="connsiteX44794" fmla="*/ 950230 w 5799173"/>
              <a:gd name="connsiteY44794" fmla="*/ 3070098 h 5017219"/>
              <a:gd name="connsiteX44795" fmla="*/ 949068 w 5799173"/>
              <a:gd name="connsiteY44795" fmla="*/ 3070763 h 5017219"/>
              <a:gd name="connsiteX44796" fmla="*/ 3698525 w 5799173"/>
              <a:gd name="connsiteY44796" fmla="*/ 3812598 h 5017219"/>
              <a:gd name="connsiteX44797" fmla="*/ 3697362 w 5799173"/>
              <a:gd name="connsiteY44797" fmla="*/ 3811933 h 5017219"/>
              <a:gd name="connsiteX44798" fmla="*/ 3687808 w 5799173"/>
              <a:gd name="connsiteY44798" fmla="*/ 3795401 h 5017219"/>
              <a:gd name="connsiteX44799" fmla="*/ 3687808 w 5799173"/>
              <a:gd name="connsiteY44799" fmla="*/ 3794071 h 5017219"/>
              <a:gd name="connsiteX44800" fmla="*/ 3697362 w 5799173"/>
              <a:gd name="connsiteY44800" fmla="*/ 3777539 h 5017219"/>
              <a:gd name="connsiteX44801" fmla="*/ 3698525 w 5799173"/>
              <a:gd name="connsiteY44801" fmla="*/ 3776874 h 5017219"/>
              <a:gd name="connsiteX44802" fmla="*/ 3717633 w 5799173"/>
              <a:gd name="connsiteY44802" fmla="*/ 3776874 h 5017219"/>
              <a:gd name="connsiteX44803" fmla="*/ 3718796 w 5799173"/>
              <a:gd name="connsiteY44803" fmla="*/ 3777539 h 5017219"/>
              <a:gd name="connsiteX44804" fmla="*/ 3728350 w 5799173"/>
              <a:gd name="connsiteY44804" fmla="*/ 3794071 h 5017219"/>
              <a:gd name="connsiteX44805" fmla="*/ 3728350 w 5799173"/>
              <a:gd name="connsiteY44805" fmla="*/ 3795401 h 5017219"/>
              <a:gd name="connsiteX44806" fmla="*/ 3718796 w 5799173"/>
              <a:gd name="connsiteY44806" fmla="*/ 3811933 h 5017219"/>
              <a:gd name="connsiteX44807" fmla="*/ 3717633 w 5799173"/>
              <a:gd name="connsiteY44807" fmla="*/ 3812598 h 5017219"/>
              <a:gd name="connsiteX44808" fmla="*/ 4902249 w 5799173"/>
              <a:gd name="connsiteY44808" fmla="*/ 4135135 h 5017219"/>
              <a:gd name="connsiteX44809" fmla="*/ 4901086 w 5799173"/>
              <a:gd name="connsiteY44809" fmla="*/ 4134470 h 5017219"/>
              <a:gd name="connsiteX44810" fmla="*/ 4891532 w 5799173"/>
              <a:gd name="connsiteY44810" fmla="*/ 4117938 h 5017219"/>
              <a:gd name="connsiteX44811" fmla="*/ 4891532 w 5799173"/>
              <a:gd name="connsiteY44811" fmla="*/ 4116608 h 5017219"/>
              <a:gd name="connsiteX44812" fmla="*/ 4901086 w 5799173"/>
              <a:gd name="connsiteY44812" fmla="*/ 4100076 h 5017219"/>
              <a:gd name="connsiteX44813" fmla="*/ 4902249 w 5799173"/>
              <a:gd name="connsiteY44813" fmla="*/ 4099411 h 5017219"/>
              <a:gd name="connsiteX44814" fmla="*/ 4921357 w 5799173"/>
              <a:gd name="connsiteY44814" fmla="*/ 4099411 h 5017219"/>
              <a:gd name="connsiteX44815" fmla="*/ 4922520 w 5799173"/>
              <a:gd name="connsiteY44815" fmla="*/ 4100076 h 5017219"/>
              <a:gd name="connsiteX44816" fmla="*/ 4932074 w 5799173"/>
              <a:gd name="connsiteY44816" fmla="*/ 4116608 h 5017219"/>
              <a:gd name="connsiteX44817" fmla="*/ 4932074 w 5799173"/>
              <a:gd name="connsiteY44817" fmla="*/ 4117938 h 5017219"/>
              <a:gd name="connsiteX44818" fmla="*/ 4922520 w 5799173"/>
              <a:gd name="connsiteY44818" fmla="*/ 4134470 h 5017219"/>
              <a:gd name="connsiteX44819" fmla="*/ 4921357 w 5799173"/>
              <a:gd name="connsiteY44819" fmla="*/ 4135135 h 5017219"/>
              <a:gd name="connsiteX44820" fmla="*/ 3818816 w 5799173"/>
              <a:gd name="connsiteY44820" fmla="*/ 3844925 h 5017219"/>
              <a:gd name="connsiteX44821" fmla="*/ 3817653 w 5799173"/>
              <a:gd name="connsiteY44821" fmla="*/ 3844261 h 5017219"/>
              <a:gd name="connsiteX44822" fmla="*/ 3808016 w 5799173"/>
              <a:gd name="connsiteY44822" fmla="*/ 3827645 h 5017219"/>
              <a:gd name="connsiteX44823" fmla="*/ 3808016 w 5799173"/>
              <a:gd name="connsiteY44823" fmla="*/ 3826316 h 5017219"/>
              <a:gd name="connsiteX44824" fmla="*/ 3817653 w 5799173"/>
              <a:gd name="connsiteY44824" fmla="*/ 3809700 h 5017219"/>
              <a:gd name="connsiteX44825" fmla="*/ 3818816 w 5799173"/>
              <a:gd name="connsiteY44825" fmla="*/ 3809035 h 5017219"/>
              <a:gd name="connsiteX44826" fmla="*/ 3838008 w 5799173"/>
              <a:gd name="connsiteY44826" fmla="*/ 3809035 h 5017219"/>
              <a:gd name="connsiteX44827" fmla="*/ 3839171 w 5799173"/>
              <a:gd name="connsiteY44827" fmla="*/ 3809700 h 5017219"/>
              <a:gd name="connsiteX44828" fmla="*/ 3848808 w 5799173"/>
              <a:gd name="connsiteY44828" fmla="*/ 3826316 h 5017219"/>
              <a:gd name="connsiteX44829" fmla="*/ 3848808 w 5799173"/>
              <a:gd name="connsiteY44829" fmla="*/ 3827645 h 5017219"/>
              <a:gd name="connsiteX44830" fmla="*/ 3839171 w 5799173"/>
              <a:gd name="connsiteY44830" fmla="*/ 3844261 h 5017219"/>
              <a:gd name="connsiteX44831" fmla="*/ 3838008 w 5799173"/>
              <a:gd name="connsiteY44831" fmla="*/ 3844925 h 5017219"/>
              <a:gd name="connsiteX44832" fmla="*/ 3638255 w 5799173"/>
              <a:gd name="connsiteY44832" fmla="*/ 3796648 h 5017219"/>
              <a:gd name="connsiteX44833" fmla="*/ 3637092 w 5799173"/>
              <a:gd name="connsiteY44833" fmla="*/ 3795984 h 5017219"/>
              <a:gd name="connsiteX44834" fmla="*/ 3627455 w 5799173"/>
              <a:gd name="connsiteY44834" fmla="*/ 3779285 h 5017219"/>
              <a:gd name="connsiteX44835" fmla="*/ 3627455 w 5799173"/>
              <a:gd name="connsiteY44835" fmla="*/ 3777956 h 5017219"/>
              <a:gd name="connsiteX44836" fmla="*/ 3637092 w 5799173"/>
              <a:gd name="connsiteY44836" fmla="*/ 3761257 h 5017219"/>
              <a:gd name="connsiteX44837" fmla="*/ 3638255 w 5799173"/>
              <a:gd name="connsiteY44837" fmla="*/ 3760592 h 5017219"/>
              <a:gd name="connsiteX44838" fmla="*/ 3657613 w 5799173"/>
              <a:gd name="connsiteY44838" fmla="*/ 3760592 h 5017219"/>
              <a:gd name="connsiteX44839" fmla="*/ 3658776 w 5799173"/>
              <a:gd name="connsiteY44839" fmla="*/ 3761257 h 5017219"/>
              <a:gd name="connsiteX44840" fmla="*/ 3668413 w 5799173"/>
              <a:gd name="connsiteY44840" fmla="*/ 3777956 h 5017219"/>
              <a:gd name="connsiteX44841" fmla="*/ 3668413 w 5799173"/>
              <a:gd name="connsiteY44841" fmla="*/ 3779285 h 5017219"/>
              <a:gd name="connsiteX44842" fmla="*/ 3658776 w 5799173"/>
              <a:gd name="connsiteY44842" fmla="*/ 3795984 h 5017219"/>
              <a:gd name="connsiteX44843" fmla="*/ 3657613 w 5799173"/>
              <a:gd name="connsiteY44843" fmla="*/ 3796648 h 5017219"/>
              <a:gd name="connsiteX44844" fmla="*/ 3517831 w 5799173"/>
              <a:gd name="connsiteY44844" fmla="*/ 3764473 h 5017219"/>
              <a:gd name="connsiteX44845" fmla="*/ 3516668 w 5799173"/>
              <a:gd name="connsiteY44845" fmla="*/ 3763808 h 5017219"/>
              <a:gd name="connsiteX44846" fmla="*/ 3506949 w 5799173"/>
              <a:gd name="connsiteY44846" fmla="*/ 3746943 h 5017219"/>
              <a:gd name="connsiteX44847" fmla="*/ 3506949 w 5799173"/>
              <a:gd name="connsiteY44847" fmla="*/ 3745531 h 5017219"/>
              <a:gd name="connsiteX44848" fmla="*/ 3516669 w 5799173"/>
              <a:gd name="connsiteY44848" fmla="*/ 3728666 h 5017219"/>
              <a:gd name="connsiteX44849" fmla="*/ 3517831 w 5799173"/>
              <a:gd name="connsiteY44849" fmla="*/ 3728001 h 5017219"/>
              <a:gd name="connsiteX44850" fmla="*/ 3537272 w 5799173"/>
              <a:gd name="connsiteY44850" fmla="*/ 3728001 h 5017219"/>
              <a:gd name="connsiteX44851" fmla="*/ 3538435 w 5799173"/>
              <a:gd name="connsiteY44851" fmla="*/ 3728666 h 5017219"/>
              <a:gd name="connsiteX44852" fmla="*/ 3548156 w 5799173"/>
              <a:gd name="connsiteY44852" fmla="*/ 3745531 h 5017219"/>
              <a:gd name="connsiteX44853" fmla="*/ 3548156 w 5799173"/>
              <a:gd name="connsiteY44853" fmla="*/ 3746943 h 5017219"/>
              <a:gd name="connsiteX44854" fmla="*/ 3538435 w 5799173"/>
              <a:gd name="connsiteY44854" fmla="*/ 3763808 h 5017219"/>
              <a:gd name="connsiteX44855" fmla="*/ 3537272 w 5799173"/>
              <a:gd name="connsiteY44855" fmla="*/ 3764473 h 5017219"/>
              <a:gd name="connsiteX44856" fmla="*/ 3578018 w 5799173"/>
              <a:gd name="connsiteY44856" fmla="*/ 3780600 h 5017219"/>
              <a:gd name="connsiteX44857" fmla="*/ 3576855 w 5799173"/>
              <a:gd name="connsiteY44857" fmla="*/ 3779935 h 5017219"/>
              <a:gd name="connsiteX44858" fmla="*/ 3567135 w 5799173"/>
              <a:gd name="connsiteY44858" fmla="*/ 3763070 h 5017219"/>
              <a:gd name="connsiteX44859" fmla="*/ 3567135 w 5799173"/>
              <a:gd name="connsiteY44859" fmla="*/ 3761658 h 5017219"/>
              <a:gd name="connsiteX44860" fmla="*/ 3576856 w 5799173"/>
              <a:gd name="connsiteY44860" fmla="*/ 3744793 h 5017219"/>
              <a:gd name="connsiteX44861" fmla="*/ 3578018 w 5799173"/>
              <a:gd name="connsiteY44861" fmla="*/ 3744128 h 5017219"/>
              <a:gd name="connsiteX44862" fmla="*/ 3597459 w 5799173"/>
              <a:gd name="connsiteY44862" fmla="*/ 3744128 h 5017219"/>
              <a:gd name="connsiteX44863" fmla="*/ 3598622 w 5799173"/>
              <a:gd name="connsiteY44863" fmla="*/ 3744793 h 5017219"/>
              <a:gd name="connsiteX44864" fmla="*/ 3608342 w 5799173"/>
              <a:gd name="connsiteY44864" fmla="*/ 3761658 h 5017219"/>
              <a:gd name="connsiteX44865" fmla="*/ 3608343 w 5799173"/>
              <a:gd name="connsiteY44865" fmla="*/ 3763070 h 5017219"/>
              <a:gd name="connsiteX44866" fmla="*/ 3598622 w 5799173"/>
              <a:gd name="connsiteY44866" fmla="*/ 3779935 h 5017219"/>
              <a:gd name="connsiteX44867" fmla="*/ 3597459 w 5799173"/>
              <a:gd name="connsiteY44867" fmla="*/ 3780600 h 5017219"/>
              <a:gd name="connsiteX44868" fmla="*/ 989927 w 5799173"/>
              <a:gd name="connsiteY44868" fmla="*/ 3087228 h 5017219"/>
              <a:gd name="connsiteX44869" fmla="*/ 988764 w 5799173"/>
              <a:gd name="connsiteY44869" fmla="*/ 3086563 h 5017219"/>
              <a:gd name="connsiteX44870" fmla="*/ 979044 w 5799173"/>
              <a:gd name="connsiteY44870" fmla="*/ 3069615 h 5017219"/>
              <a:gd name="connsiteX44871" fmla="*/ 979045 w 5799173"/>
              <a:gd name="connsiteY44871" fmla="*/ 3068203 h 5017219"/>
              <a:gd name="connsiteX44872" fmla="*/ 988848 w 5799173"/>
              <a:gd name="connsiteY44872" fmla="*/ 3051255 h 5017219"/>
              <a:gd name="connsiteX44873" fmla="*/ 990011 w 5799173"/>
              <a:gd name="connsiteY44873" fmla="*/ 3050590 h 5017219"/>
              <a:gd name="connsiteX44874" fmla="*/ 1009535 w 5799173"/>
              <a:gd name="connsiteY44874" fmla="*/ 3050590 h 5017219"/>
              <a:gd name="connsiteX44875" fmla="*/ 1010698 w 5799173"/>
              <a:gd name="connsiteY44875" fmla="*/ 3051255 h 5017219"/>
              <a:gd name="connsiteX44876" fmla="*/ 1020417 w 5799173"/>
              <a:gd name="connsiteY44876" fmla="*/ 3068203 h 5017219"/>
              <a:gd name="connsiteX44877" fmla="*/ 1020417 w 5799173"/>
              <a:gd name="connsiteY44877" fmla="*/ 3069615 h 5017219"/>
              <a:gd name="connsiteX44878" fmla="*/ 1010614 w 5799173"/>
              <a:gd name="connsiteY44878" fmla="*/ 3086563 h 5017219"/>
              <a:gd name="connsiteX44879" fmla="*/ 1009451 w 5799173"/>
              <a:gd name="connsiteY44879" fmla="*/ 3087228 h 5017219"/>
              <a:gd name="connsiteX44880" fmla="*/ 3758392 w 5799173"/>
              <a:gd name="connsiteY44880" fmla="*/ 3829298 h 5017219"/>
              <a:gd name="connsiteX44881" fmla="*/ 3757228 w 5799173"/>
              <a:gd name="connsiteY44881" fmla="*/ 3828634 h 5017219"/>
              <a:gd name="connsiteX44882" fmla="*/ 3747342 w 5799173"/>
              <a:gd name="connsiteY44882" fmla="*/ 3811519 h 5017219"/>
              <a:gd name="connsiteX44883" fmla="*/ 3747342 w 5799173"/>
              <a:gd name="connsiteY44883" fmla="*/ 3810107 h 5017219"/>
              <a:gd name="connsiteX44884" fmla="*/ 3757228 w 5799173"/>
              <a:gd name="connsiteY44884" fmla="*/ 3792993 h 5017219"/>
              <a:gd name="connsiteX44885" fmla="*/ 3758392 w 5799173"/>
              <a:gd name="connsiteY44885" fmla="*/ 3792328 h 5017219"/>
              <a:gd name="connsiteX44886" fmla="*/ 3778081 w 5799173"/>
              <a:gd name="connsiteY44886" fmla="*/ 3792328 h 5017219"/>
              <a:gd name="connsiteX44887" fmla="*/ 3779244 w 5799173"/>
              <a:gd name="connsiteY44887" fmla="*/ 3792993 h 5017219"/>
              <a:gd name="connsiteX44888" fmla="*/ 3789131 w 5799173"/>
              <a:gd name="connsiteY44888" fmla="*/ 3810107 h 5017219"/>
              <a:gd name="connsiteX44889" fmla="*/ 3789131 w 5799173"/>
              <a:gd name="connsiteY44889" fmla="*/ 3811519 h 5017219"/>
              <a:gd name="connsiteX44890" fmla="*/ 3779244 w 5799173"/>
              <a:gd name="connsiteY44890" fmla="*/ 3828634 h 5017219"/>
              <a:gd name="connsiteX44891" fmla="*/ 3778081 w 5799173"/>
              <a:gd name="connsiteY44891" fmla="*/ 3829298 h 5017219"/>
              <a:gd name="connsiteX44892" fmla="*/ 3878765 w 5799173"/>
              <a:gd name="connsiteY44892" fmla="*/ 3861552 h 5017219"/>
              <a:gd name="connsiteX44893" fmla="*/ 3877601 w 5799173"/>
              <a:gd name="connsiteY44893" fmla="*/ 3860887 h 5017219"/>
              <a:gd name="connsiteX44894" fmla="*/ 3867715 w 5799173"/>
              <a:gd name="connsiteY44894" fmla="*/ 3843773 h 5017219"/>
              <a:gd name="connsiteX44895" fmla="*/ 3867715 w 5799173"/>
              <a:gd name="connsiteY44895" fmla="*/ 3842360 h 5017219"/>
              <a:gd name="connsiteX44896" fmla="*/ 3877601 w 5799173"/>
              <a:gd name="connsiteY44896" fmla="*/ 3825247 h 5017219"/>
              <a:gd name="connsiteX44897" fmla="*/ 3878765 w 5799173"/>
              <a:gd name="connsiteY44897" fmla="*/ 3824582 h 5017219"/>
              <a:gd name="connsiteX44898" fmla="*/ 3898454 w 5799173"/>
              <a:gd name="connsiteY44898" fmla="*/ 3824582 h 5017219"/>
              <a:gd name="connsiteX44899" fmla="*/ 3899617 w 5799173"/>
              <a:gd name="connsiteY44899" fmla="*/ 3825247 h 5017219"/>
              <a:gd name="connsiteX44900" fmla="*/ 3909504 w 5799173"/>
              <a:gd name="connsiteY44900" fmla="*/ 3842361 h 5017219"/>
              <a:gd name="connsiteX44901" fmla="*/ 3909503 w 5799173"/>
              <a:gd name="connsiteY44901" fmla="*/ 3843773 h 5017219"/>
              <a:gd name="connsiteX44902" fmla="*/ 3899617 w 5799173"/>
              <a:gd name="connsiteY44902" fmla="*/ 3860888 h 5017219"/>
              <a:gd name="connsiteX44903" fmla="*/ 3898454 w 5799173"/>
              <a:gd name="connsiteY44903" fmla="*/ 3861552 h 5017219"/>
              <a:gd name="connsiteX44904" fmla="*/ 1772242 w 5799173"/>
              <a:gd name="connsiteY44904" fmla="*/ 3297216 h 5017219"/>
              <a:gd name="connsiteX44905" fmla="*/ 1770997 w 5799173"/>
              <a:gd name="connsiteY44905" fmla="*/ 3296552 h 5017219"/>
              <a:gd name="connsiteX44906" fmla="*/ 1761110 w 5799173"/>
              <a:gd name="connsiteY44906" fmla="*/ 3279354 h 5017219"/>
              <a:gd name="connsiteX44907" fmla="*/ 1761110 w 5799173"/>
              <a:gd name="connsiteY44907" fmla="*/ 3277942 h 5017219"/>
              <a:gd name="connsiteX44908" fmla="*/ 1770997 w 5799173"/>
              <a:gd name="connsiteY44908" fmla="*/ 3260745 h 5017219"/>
              <a:gd name="connsiteX44909" fmla="*/ 1772242 w 5799173"/>
              <a:gd name="connsiteY44909" fmla="*/ 3260080 h 5017219"/>
              <a:gd name="connsiteX44910" fmla="*/ 1792098 w 5799173"/>
              <a:gd name="connsiteY44910" fmla="*/ 3260080 h 5017219"/>
              <a:gd name="connsiteX44911" fmla="*/ 1793345 w 5799173"/>
              <a:gd name="connsiteY44911" fmla="*/ 3260745 h 5017219"/>
              <a:gd name="connsiteX44912" fmla="*/ 1803231 w 5799173"/>
              <a:gd name="connsiteY44912" fmla="*/ 3277942 h 5017219"/>
              <a:gd name="connsiteX44913" fmla="*/ 1803231 w 5799173"/>
              <a:gd name="connsiteY44913" fmla="*/ 3279354 h 5017219"/>
              <a:gd name="connsiteX44914" fmla="*/ 1793345 w 5799173"/>
              <a:gd name="connsiteY44914" fmla="*/ 3296552 h 5017219"/>
              <a:gd name="connsiteX44915" fmla="*/ 1792098 w 5799173"/>
              <a:gd name="connsiteY44915" fmla="*/ 3297216 h 5017219"/>
              <a:gd name="connsiteX44916" fmla="*/ 1049927 w 5799173"/>
              <a:gd name="connsiteY44916" fmla="*/ 3103766 h 5017219"/>
              <a:gd name="connsiteX44917" fmla="*/ 1048681 w 5799173"/>
              <a:gd name="connsiteY44917" fmla="*/ 3103102 h 5017219"/>
              <a:gd name="connsiteX44918" fmla="*/ 1038711 w 5799173"/>
              <a:gd name="connsiteY44918" fmla="*/ 3085821 h 5017219"/>
              <a:gd name="connsiteX44919" fmla="*/ 1038711 w 5799173"/>
              <a:gd name="connsiteY44919" fmla="*/ 3084409 h 5017219"/>
              <a:gd name="connsiteX44920" fmla="*/ 1048681 w 5799173"/>
              <a:gd name="connsiteY44920" fmla="*/ 3067129 h 5017219"/>
              <a:gd name="connsiteX44921" fmla="*/ 1049927 w 5799173"/>
              <a:gd name="connsiteY44921" fmla="*/ 3066464 h 5017219"/>
              <a:gd name="connsiteX44922" fmla="*/ 1069866 w 5799173"/>
              <a:gd name="connsiteY44922" fmla="*/ 3066464 h 5017219"/>
              <a:gd name="connsiteX44923" fmla="*/ 1071112 w 5799173"/>
              <a:gd name="connsiteY44923" fmla="*/ 3067129 h 5017219"/>
              <a:gd name="connsiteX44924" fmla="*/ 1081081 w 5799173"/>
              <a:gd name="connsiteY44924" fmla="*/ 3084409 h 5017219"/>
              <a:gd name="connsiteX44925" fmla="*/ 1081081 w 5799173"/>
              <a:gd name="connsiteY44925" fmla="*/ 3085821 h 5017219"/>
              <a:gd name="connsiteX44926" fmla="*/ 1071112 w 5799173"/>
              <a:gd name="connsiteY44926" fmla="*/ 3103102 h 5017219"/>
              <a:gd name="connsiteX44927" fmla="*/ 1069866 w 5799173"/>
              <a:gd name="connsiteY44927" fmla="*/ 3103766 h 5017219"/>
              <a:gd name="connsiteX44928" fmla="*/ 4239797 w 5799173"/>
              <a:gd name="connsiteY44928" fmla="*/ 3958489 h 5017219"/>
              <a:gd name="connsiteX44929" fmla="*/ 4238549 w 5799173"/>
              <a:gd name="connsiteY44929" fmla="*/ 3957825 h 5017219"/>
              <a:gd name="connsiteX44930" fmla="*/ 4228580 w 5799173"/>
              <a:gd name="connsiteY44930" fmla="*/ 3940544 h 5017219"/>
              <a:gd name="connsiteX44931" fmla="*/ 4228580 w 5799173"/>
              <a:gd name="connsiteY44931" fmla="*/ 3939132 h 5017219"/>
              <a:gd name="connsiteX44932" fmla="*/ 4238549 w 5799173"/>
              <a:gd name="connsiteY44932" fmla="*/ 3921852 h 5017219"/>
              <a:gd name="connsiteX44933" fmla="*/ 4239797 w 5799173"/>
              <a:gd name="connsiteY44933" fmla="*/ 3921187 h 5017219"/>
              <a:gd name="connsiteX44934" fmla="*/ 4259735 w 5799173"/>
              <a:gd name="connsiteY44934" fmla="*/ 3921187 h 5017219"/>
              <a:gd name="connsiteX44935" fmla="*/ 4260981 w 5799173"/>
              <a:gd name="connsiteY44935" fmla="*/ 3921852 h 5017219"/>
              <a:gd name="connsiteX44936" fmla="*/ 4270951 w 5799173"/>
              <a:gd name="connsiteY44936" fmla="*/ 3939132 h 5017219"/>
              <a:gd name="connsiteX44937" fmla="*/ 4270951 w 5799173"/>
              <a:gd name="connsiteY44937" fmla="*/ 3940544 h 5017219"/>
              <a:gd name="connsiteX44938" fmla="*/ 4260981 w 5799173"/>
              <a:gd name="connsiteY44938" fmla="*/ 3957825 h 5017219"/>
              <a:gd name="connsiteX44939" fmla="*/ 4259735 w 5799173"/>
              <a:gd name="connsiteY44939" fmla="*/ 3958489 h 5017219"/>
              <a:gd name="connsiteX44940" fmla="*/ 3938805 w 5799173"/>
              <a:gd name="connsiteY44940" fmla="*/ 3878025 h 5017219"/>
              <a:gd name="connsiteX44941" fmla="*/ 3937559 w 5799173"/>
              <a:gd name="connsiteY44941" fmla="*/ 3877277 h 5017219"/>
              <a:gd name="connsiteX44942" fmla="*/ 3927506 w 5799173"/>
              <a:gd name="connsiteY44942" fmla="*/ 3859831 h 5017219"/>
              <a:gd name="connsiteX44943" fmla="*/ 3927506 w 5799173"/>
              <a:gd name="connsiteY44943" fmla="*/ 3858418 h 5017219"/>
              <a:gd name="connsiteX44944" fmla="*/ 3937559 w 5799173"/>
              <a:gd name="connsiteY44944" fmla="*/ 3840972 h 5017219"/>
              <a:gd name="connsiteX44945" fmla="*/ 3938805 w 5799173"/>
              <a:gd name="connsiteY44945" fmla="*/ 3840224 h 5017219"/>
              <a:gd name="connsiteX44946" fmla="*/ 3958910 w 5799173"/>
              <a:gd name="connsiteY44946" fmla="*/ 3840224 h 5017219"/>
              <a:gd name="connsiteX44947" fmla="*/ 3960156 w 5799173"/>
              <a:gd name="connsiteY44947" fmla="*/ 3840972 h 5017219"/>
              <a:gd name="connsiteX44948" fmla="*/ 3970208 w 5799173"/>
              <a:gd name="connsiteY44948" fmla="*/ 3858418 h 5017219"/>
              <a:gd name="connsiteX44949" fmla="*/ 3970209 w 5799173"/>
              <a:gd name="connsiteY44949" fmla="*/ 3859831 h 5017219"/>
              <a:gd name="connsiteX44950" fmla="*/ 3960156 w 5799173"/>
              <a:gd name="connsiteY44950" fmla="*/ 3877277 h 5017219"/>
              <a:gd name="connsiteX44951" fmla="*/ 3958910 w 5799173"/>
              <a:gd name="connsiteY44951" fmla="*/ 3878025 h 5017219"/>
              <a:gd name="connsiteX44952" fmla="*/ 1110050 w 5799173"/>
              <a:gd name="connsiteY44952" fmla="*/ 3120063 h 5017219"/>
              <a:gd name="connsiteX44953" fmla="*/ 1108804 w 5799173"/>
              <a:gd name="connsiteY44953" fmla="*/ 3119315 h 5017219"/>
              <a:gd name="connsiteX44954" fmla="*/ 1098752 w 5799173"/>
              <a:gd name="connsiteY44954" fmla="*/ 3101869 h 5017219"/>
              <a:gd name="connsiteX44955" fmla="*/ 1098752 w 5799173"/>
              <a:gd name="connsiteY44955" fmla="*/ 3100456 h 5017219"/>
              <a:gd name="connsiteX44956" fmla="*/ 1108804 w 5799173"/>
              <a:gd name="connsiteY44956" fmla="*/ 3083010 h 5017219"/>
              <a:gd name="connsiteX44957" fmla="*/ 1110050 w 5799173"/>
              <a:gd name="connsiteY44957" fmla="*/ 3082262 h 5017219"/>
              <a:gd name="connsiteX44958" fmla="*/ 1130156 w 5799173"/>
              <a:gd name="connsiteY44958" fmla="*/ 3082262 h 5017219"/>
              <a:gd name="connsiteX44959" fmla="*/ 1131402 w 5799173"/>
              <a:gd name="connsiteY44959" fmla="*/ 3083010 h 5017219"/>
              <a:gd name="connsiteX44960" fmla="*/ 1141455 w 5799173"/>
              <a:gd name="connsiteY44960" fmla="*/ 3100456 h 5017219"/>
              <a:gd name="connsiteX44961" fmla="*/ 1141455 w 5799173"/>
              <a:gd name="connsiteY44961" fmla="*/ 3101869 h 5017219"/>
              <a:gd name="connsiteX44962" fmla="*/ 1131402 w 5799173"/>
              <a:gd name="connsiteY44962" fmla="*/ 3119315 h 5017219"/>
              <a:gd name="connsiteX44963" fmla="*/ 1130156 w 5799173"/>
              <a:gd name="connsiteY44963" fmla="*/ 3120063 h 5017219"/>
              <a:gd name="connsiteX44964" fmla="*/ 2494146 w 5799173"/>
              <a:gd name="connsiteY44964" fmla="*/ 3491310 h 5017219"/>
              <a:gd name="connsiteX44965" fmla="*/ 2492900 w 5799173"/>
              <a:gd name="connsiteY44965" fmla="*/ 3490563 h 5017219"/>
              <a:gd name="connsiteX44966" fmla="*/ 2482681 w 5799173"/>
              <a:gd name="connsiteY44966" fmla="*/ 3472867 h 5017219"/>
              <a:gd name="connsiteX44967" fmla="*/ 2482682 w 5799173"/>
              <a:gd name="connsiteY44967" fmla="*/ 3471455 h 5017219"/>
              <a:gd name="connsiteX44968" fmla="*/ 2492900 w 5799173"/>
              <a:gd name="connsiteY44968" fmla="*/ 3453759 h 5017219"/>
              <a:gd name="connsiteX44969" fmla="*/ 2494146 w 5799173"/>
              <a:gd name="connsiteY44969" fmla="*/ 3453011 h 5017219"/>
              <a:gd name="connsiteX44970" fmla="*/ 2514583 w 5799173"/>
              <a:gd name="connsiteY44970" fmla="*/ 3453011 h 5017219"/>
              <a:gd name="connsiteX44971" fmla="*/ 2515830 w 5799173"/>
              <a:gd name="connsiteY44971" fmla="*/ 3453759 h 5017219"/>
              <a:gd name="connsiteX44972" fmla="*/ 2526048 w 5799173"/>
              <a:gd name="connsiteY44972" fmla="*/ 3471455 h 5017219"/>
              <a:gd name="connsiteX44973" fmla="*/ 2526048 w 5799173"/>
              <a:gd name="connsiteY44973" fmla="*/ 3472867 h 5017219"/>
              <a:gd name="connsiteX44974" fmla="*/ 2515830 w 5799173"/>
              <a:gd name="connsiteY44974" fmla="*/ 3490563 h 5017219"/>
              <a:gd name="connsiteX44975" fmla="*/ 2514583 w 5799173"/>
              <a:gd name="connsiteY44975" fmla="*/ 3491310 h 5017219"/>
              <a:gd name="connsiteX44976" fmla="*/ 4299652 w 5799173"/>
              <a:gd name="connsiteY44976" fmla="*/ 3975188 h 5017219"/>
              <a:gd name="connsiteX44977" fmla="*/ 4298406 w 5799173"/>
              <a:gd name="connsiteY44977" fmla="*/ 3974440 h 5017219"/>
              <a:gd name="connsiteX44978" fmla="*/ 4288104 w 5799173"/>
              <a:gd name="connsiteY44978" fmla="*/ 3956661 h 5017219"/>
              <a:gd name="connsiteX44979" fmla="*/ 4288104 w 5799173"/>
              <a:gd name="connsiteY44979" fmla="*/ 3955249 h 5017219"/>
              <a:gd name="connsiteX44980" fmla="*/ 4298406 w 5799173"/>
              <a:gd name="connsiteY44980" fmla="*/ 3937470 h 5017219"/>
              <a:gd name="connsiteX44981" fmla="*/ 4299652 w 5799173"/>
              <a:gd name="connsiteY44981" fmla="*/ 3936722 h 5017219"/>
              <a:gd name="connsiteX44982" fmla="*/ 4320171 w 5799173"/>
              <a:gd name="connsiteY44982" fmla="*/ 3936722 h 5017219"/>
              <a:gd name="connsiteX44983" fmla="*/ 4321419 w 5799173"/>
              <a:gd name="connsiteY44983" fmla="*/ 3937470 h 5017219"/>
              <a:gd name="connsiteX44984" fmla="*/ 4331720 w 5799173"/>
              <a:gd name="connsiteY44984" fmla="*/ 3955249 h 5017219"/>
              <a:gd name="connsiteX44985" fmla="*/ 4331720 w 5799173"/>
              <a:gd name="connsiteY44985" fmla="*/ 3956661 h 5017219"/>
              <a:gd name="connsiteX44986" fmla="*/ 4321419 w 5799173"/>
              <a:gd name="connsiteY44986" fmla="*/ 3974441 h 5017219"/>
              <a:gd name="connsiteX44987" fmla="*/ 4320172 w 5799173"/>
              <a:gd name="connsiteY44987" fmla="*/ 3975189 h 5017219"/>
              <a:gd name="connsiteX44988" fmla="*/ 4480210 w 5799173"/>
              <a:gd name="connsiteY44988" fmla="*/ 4023569 h 5017219"/>
              <a:gd name="connsiteX44989" fmla="*/ 4478964 w 5799173"/>
              <a:gd name="connsiteY44989" fmla="*/ 4022821 h 5017219"/>
              <a:gd name="connsiteX44990" fmla="*/ 4468662 w 5799173"/>
              <a:gd name="connsiteY44990" fmla="*/ 4005042 h 5017219"/>
              <a:gd name="connsiteX44991" fmla="*/ 4468662 w 5799173"/>
              <a:gd name="connsiteY44991" fmla="*/ 4003630 h 5017219"/>
              <a:gd name="connsiteX44992" fmla="*/ 4478964 w 5799173"/>
              <a:gd name="connsiteY44992" fmla="*/ 3985851 h 5017219"/>
              <a:gd name="connsiteX44993" fmla="*/ 4480210 w 5799173"/>
              <a:gd name="connsiteY44993" fmla="*/ 3985103 h 5017219"/>
              <a:gd name="connsiteX44994" fmla="*/ 4500730 w 5799173"/>
              <a:gd name="connsiteY44994" fmla="*/ 3985103 h 5017219"/>
              <a:gd name="connsiteX44995" fmla="*/ 4501977 w 5799173"/>
              <a:gd name="connsiteY44995" fmla="*/ 3985851 h 5017219"/>
              <a:gd name="connsiteX44996" fmla="*/ 4512278 w 5799173"/>
              <a:gd name="connsiteY44996" fmla="*/ 4003630 h 5017219"/>
              <a:gd name="connsiteX44997" fmla="*/ 4512278 w 5799173"/>
              <a:gd name="connsiteY44997" fmla="*/ 4005042 h 5017219"/>
              <a:gd name="connsiteX44998" fmla="*/ 4501977 w 5799173"/>
              <a:gd name="connsiteY44998" fmla="*/ 4022821 h 5017219"/>
              <a:gd name="connsiteX44999" fmla="*/ 4500730 w 5799173"/>
              <a:gd name="connsiteY44999" fmla="*/ 4023569 h 5017219"/>
              <a:gd name="connsiteX45000" fmla="*/ 4841328 w 5799173"/>
              <a:gd name="connsiteY45000" fmla="*/ 4120330 h 5017219"/>
              <a:gd name="connsiteX45001" fmla="*/ 4840082 w 5799173"/>
              <a:gd name="connsiteY45001" fmla="*/ 4119582 h 5017219"/>
              <a:gd name="connsiteX45002" fmla="*/ 4829780 w 5799173"/>
              <a:gd name="connsiteY45002" fmla="*/ 4101803 h 5017219"/>
              <a:gd name="connsiteX45003" fmla="*/ 4829780 w 5799173"/>
              <a:gd name="connsiteY45003" fmla="*/ 4100391 h 5017219"/>
              <a:gd name="connsiteX45004" fmla="*/ 4840082 w 5799173"/>
              <a:gd name="connsiteY45004" fmla="*/ 4082612 h 5017219"/>
              <a:gd name="connsiteX45005" fmla="*/ 4841328 w 5799173"/>
              <a:gd name="connsiteY45005" fmla="*/ 4081864 h 5017219"/>
              <a:gd name="connsiteX45006" fmla="*/ 4861848 w 5799173"/>
              <a:gd name="connsiteY45006" fmla="*/ 4081864 h 5017219"/>
              <a:gd name="connsiteX45007" fmla="*/ 4863095 w 5799173"/>
              <a:gd name="connsiteY45007" fmla="*/ 4082612 h 5017219"/>
              <a:gd name="connsiteX45008" fmla="*/ 4873396 w 5799173"/>
              <a:gd name="connsiteY45008" fmla="*/ 4100391 h 5017219"/>
              <a:gd name="connsiteX45009" fmla="*/ 4873396 w 5799173"/>
              <a:gd name="connsiteY45009" fmla="*/ 4101803 h 5017219"/>
              <a:gd name="connsiteX45010" fmla="*/ 4863095 w 5799173"/>
              <a:gd name="connsiteY45010" fmla="*/ 4119582 h 5017219"/>
              <a:gd name="connsiteX45011" fmla="*/ 4861848 w 5799173"/>
              <a:gd name="connsiteY45011" fmla="*/ 4120330 h 5017219"/>
              <a:gd name="connsiteX45012" fmla="*/ 1169976 w 5799173"/>
              <a:gd name="connsiteY45012" fmla="*/ 3136698 h 5017219"/>
              <a:gd name="connsiteX45013" fmla="*/ 1168729 w 5799173"/>
              <a:gd name="connsiteY45013" fmla="*/ 3135950 h 5017219"/>
              <a:gd name="connsiteX45014" fmla="*/ 1158428 w 5799173"/>
              <a:gd name="connsiteY45014" fmla="*/ 3118088 h 5017219"/>
              <a:gd name="connsiteX45015" fmla="*/ 1158428 w 5799173"/>
              <a:gd name="connsiteY45015" fmla="*/ 3116593 h 5017219"/>
              <a:gd name="connsiteX45016" fmla="*/ 1168729 w 5799173"/>
              <a:gd name="connsiteY45016" fmla="*/ 3098731 h 5017219"/>
              <a:gd name="connsiteX45017" fmla="*/ 1169976 w 5799173"/>
              <a:gd name="connsiteY45017" fmla="*/ 3097983 h 5017219"/>
              <a:gd name="connsiteX45018" fmla="*/ 1190662 w 5799173"/>
              <a:gd name="connsiteY45018" fmla="*/ 3097983 h 5017219"/>
              <a:gd name="connsiteX45019" fmla="*/ 1191909 w 5799173"/>
              <a:gd name="connsiteY45019" fmla="*/ 3098731 h 5017219"/>
              <a:gd name="connsiteX45020" fmla="*/ 1202211 w 5799173"/>
              <a:gd name="connsiteY45020" fmla="*/ 3116593 h 5017219"/>
              <a:gd name="connsiteX45021" fmla="*/ 1202211 w 5799173"/>
              <a:gd name="connsiteY45021" fmla="*/ 3118088 h 5017219"/>
              <a:gd name="connsiteX45022" fmla="*/ 1191909 w 5799173"/>
              <a:gd name="connsiteY45022" fmla="*/ 3135950 h 5017219"/>
              <a:gd name="connsiteX45023" fmla="*/ 1190662 w 5799173"/>
              <a:gd name="connsiteY45023" fmla="*/ 3136698 h 5017219"/>
              <a:gd name="connsiteX45024" fmla="*/ 2132955 w 5799173"/>
              <a:gd name="connsiteY45024" fmla="*/ 3394728 h 5017219"/>
              <a:gd name="connsiteX45025" fmla="*/ 2131710 w 5799173"/>
              <a:gd name="connsiteY45025" fmla="*/ 3393980 h 5017219"/>
              <a:gd name="connsiteX45026" fmla="*/ 2121408 w 5799173"/>
              <a:gd name="connsiteY45026" fmla="*/ 3376118 h 5017219"/>
              <a:gd name="connsiteX45027" fmla="*/ 2121407 w 5799173"/>
              <a:gd name="connsiteY45027" fmla="*/ 3374623 h 5017219"/>
              <a:gd name="connsiteX45028" fmla="*/ 2131710 w 5799173"/>
              <a:gd name="connsiteY45028" fmla="*/ 3356761 h 5017219"/>
              <a:gd name="connsiteX45029" fmla="*/ 2132956 w 5799173"/>
              <a:gd name="connsiteY45029" fmla="*/ 3356013 h 5017219"/>
              <a:gd name="connsiteX45030" fmla="*/ 2153643 w 5799173"/>
              <a:gd name="connsiteY45030" fmla="*/ 3356013 h 5017219"/>
              <a:gd name="connsiteX45031" fmla="*/ 2154888 w 5799173"/>
              <a:gd name="connsiteY45031" fmla="*/ 3356761 h 5017219"/>
              <a:gd name="connsiteX45032" fmla="*/ 2165190 w 5799173"/>
              <a:gd name="connsiteY45032" fmla="*/ 3374623 h 5017219"/>
              <a:gd name="connsiteX45033" fmla="*/ 2165190 w 5799173"/>
              <a:gd name="connsiteY45033" fmla="*/ 3376118 h 5017219"/>
              <a:gd name="connsiteX45034" fmla="*/ 2154888 w 5799173"/>
              <a:gd name="connsiteY45034" fmla="*/ 3393980 h 5017219"/>
              <a:gd name="connsiteX45035" fmla="*/ 2153643 w 5799173"/>
              <a:gd name="connsiteY45035" fmla="*/ 3394728 h 5017219"/>
              <a:gd name="connsiteX45036" fmla="*/ 4720964 w 5799173"/>
              <a:gd name="connsiteY45036" fmla="*/ 4088182 h 5017219"/>
              <a:gd name="connsiteX45037" fmla="*/ 4719718 w 5799173"/>
              <a:gd name="connsiteY45037" fmla="*/ 4087434 h 5017219"/>
              <a:gd name="connsiteX45038" fmla="*/ 4709416 w 5799173"/>
              <a:gd name="connsiteY45038" fmla="*/ 4069572 h 5017219"/>
              <a:gd name="connsiteX45039" fmla="*/ 4709415 w 5799173"/>
              <a:gd name="connsiteY45039" fmla="*/ 4068077 h 5017219"/>
              <a:gd name="connsiteX45040" fmla="*/ 4719718 w 5799173"/>
              <a:gd name="connsiteY45040" fmla="*/ 4050215 h 5017219"/>
              <a:gd name="connsiteX45041" fmla="*/ 4720964 w 5799173"/>
              <a:gd name="connsiteY45041" fmla="*/ 4049467 h 5017219"/>
              <a:gd name="connsiteX45042" fmla="*/ 4741650 w 5799173"/>
              <a:gd name="connsiteY45042" fmla="*/ 4049467 h 5017219"/>
              <a:gd name="connsiteX45043" fmla="*/ 4742897 w 5799173"/>
              <a:gd name="connsiteY45043" fmla="*/ 4050215 h 5017219"/>
              <a:gd name="connsiteX45044" fmla="*/ 4753199 w 5799173"/>
              <a:gd name="connsiteY45044" fmla="*/ 4068077 h 5017219"/>
              <a:gd name="connsiteX45045" fmla="*/ 4753199 w 5799173"/>
              <a:gd name="connsiteY45045" fmla="*/ 4069572 h 5017219"/>
              <a:gd name="connsiteX45046" fmla="*/ 4742897 w 5799173"/>
              <a:gd name="connsiteY45046" fmla="*/ 4087434 h 5017219"/>
              <a:gd name="connsiteX45047" fmla="*/ 4741650 w 5799173"/>
              <a:gd name="connsiteY45047" fmla="*/ 4088182 h 5017219"/>
              <a:gd name="connsiteX45048" fmla="*/ 1952315 w 5799173"/>
              <a:gd name="connsiteY45048" fmla="*/ 3346419 h 5017219"/>
              <a:gd name="connsiteX45049" fmla="*/ 1951069 w 5799173"/>
              <a:gd name="connsiteY45049" fmla="*/ 3345671 h 5017219"/>
              <a:gd name="connsiteX45050" fmla="*/ 1940685 w 5799173"/>
              <a:gd name="connsiteY45050" fmla="*/ 3327726 h 5017219"/>
              <a:gd name="connsiteX45051" fmla="*/ 1940685 w 5799173"/>
              <a:gd name="connsiteY45051" fmla="*/ 3326231 h 5017219"/>
              <a:gd name="connsiteX45052" fmla="*/ 1951069 w 5799173"/>
              <a:gd name="connsiteY45052" fmla="*/ 3308286 h 5017219"/>
              <a:gd name="connsiteX45053" fmla="*/ 1952316 w 5799173"/>
              <a:gd name="connsiteY45053" fmla="*/ 3307538 h 5017219"/>
              <a:gd name="connsiteX45054" fmla="*/ 1973085 w 5799173"/>
              <a:gd name="connsiteY45054" fmla="*/ 3307538 h 5017219"/>
              <a:gd name="connsiteX45055" fmla="*/ 1974332 w 5799173"/>
              <a:gd name="connsiteY45055" fmla="*/ 3308287 h 5017219"/>
              <a:gd name="connsiteX45056" fmla="*/ 1984716 w 5799173"/>
              <a:gd name="connsiteY45056" fmla="*/ 3326232 h 5017219"/>
              <a:gd name="connsiteX45057" fmla="*/ 1984716 w 5799173"/>
              <a:gd name="connsiteY45057" fmla="*/ 3327726 h 5017219"/>
              <a:gd name="connsiteX45058" fmla="*/ 1974332 w 5799173"/>
              <a:gd name="connsiteY45058" fmla="*/ 3345671 h 5017219"/>
              <a:gd name="connsiteX45059" fmla="*/ 1973086 w 5799173"/>
              <a:gd name="connsiteY45059" fmla="*/ 3346419 h 5017219"/>
              <a:gd name="connsiteX45060" fmla="*/ 4600509 w 5799173"/>
              <a:gd name="connsiteY45060" fmla="*/ 4056001 h 5017219"/>
              <a:gd name="connsiteX45061" fmla="*/ 4599263 w 5799173"/>
              <a:gd name="connsiteY45061" fmla="*/ 4055253 h 5017219"/>
              <a:gd name="connsiteX45062" fmla="*/ 4588878 w 5799173"/>
              <a:gd name="connsiteY45062" fmla="*/ 4037308 h 5017219"/>
              <a:gd name="connsiteX45063" fmla="*/ 4588878 w 5799173"/>
              <a:gd name="connsiteY45063" fmla="*/ 4035813 h 5017219"/>
              <a:gd name="connsiteX45064" fmla="*/ 4599263 w 5799173"/>
              <a:gd name="connsiteY45064" fmla="*/ 4017868 h 5017219"/>
              <a:gd name="connsiteX45065" fmla="*/ 4600509 w 5799173"/>
              <a:gd name="connsiteY45065" fmla="*/ 4017120 h 5017219"/>
              <a:gd name="connsiteX45066" fmla="*/ 4621279 w 5799173"/>
              <a:gd name="connsiteY45066" fmla="*/ 4017120 h 5017219"/>
              <a:gd name="connsiteX45067" fmla="*/ 4622525 w 5799173"/>
              <a:gd name="connsiteY45067" fmla="*/ 4017868 h 5017219"/>
              <a:gd name="connsiteX45068" fmla="*/ 4632910 w 5799173"/>
              <a:gd name="connsiteY45068" fmla="*/ 4035813 h 5017219"/>
              <a:gd name="connsiteX45069" fmla="*/ 4632910 w 5799173"/>
              <a:gd name="connsiteY45069" fmla="*/ 4037308 h 5017219"/>
              <a:gd name="connsiteX45070" fmla="*/ 4622525 w 5799173"/>
              <a:gd name="connsiteY45070" fmla="*/ 4055253 h 5017219"/>
              <a:gd name="connsiteX45071" fmla="*/ 4621279 w 5799173"/>
              <a:gd name="connsiteY45071" fmla="*/ 4056001 h 5017219"/>
              <a:gd name="connsiteX45072" fmla="*/ 2253163 w 5799173"/>
              <a:gd name="connsiteY45072" fmla="*/ 3427135 h 5017219"/>
              <a:gd name="connsiteX45073" fmla="*/ 2251917 w 5799173"/>
              <a:gd name="connsiteY45073" fmla="*/ 3426389 h 5017219"/>
              <a:gd name="connsiteX45074" fmla="*/ 2241532 w 5799173"/>
              <a:gd name="connsiteY45074" fmla="*/ 3408360 h 5017219"/>
              <a:gd name="connsiteX45075" fmla="*/ 2241532 w 5799173"/>
              <a:gd name="connsiteY45075" fmla="*/ 3406864 h 5017219"/>
              <a:gd name="connsiteX45076" fmla="*/ 2252000 w 5799173"/>
              <a:gd name="connsiteY45076" fmla="*/ 3388837 h 5017219"/>
              <a:gd name="connsiteX45077" fmla="*/ 2253246 w 5799173"/>
              <a:gd name="connsiteY45077" fmla="*/ 3388089 h 5017219"/>
              <a:gd name="connsiteX45078" fmla="*/ 2274099 w 5799173"/>
              <a:gd name="connsiteY45078" fmla="*/ 3388089 h 5017219"/>
              <a:gd name="connsiteX45079" fmla="*/ 2275345 w 5799173"/>
              <a:gd name="connsiteY45079" fmla="*/ 3388837 h 5017219"/>
              <a:gd name="connsiteX45080" fmla="*/ 2285730 w 5799173"/>
              <a:gd name="connsiteY45080" fmla="*/ 3406865 h 5017219"/>
              <a:gd name="connsiteX45081" fmla="*/ 2285730 w 5799173"/>
              <a:gd name="connsiteY45081" fmla="*/ 3408360 h 5017219"/>
              <a:gd name="connsiteX45082" fmla="*/ 2275262 w 5799173"/>
              <a:gd name="connsiteY45082" fmla="*/ 3426389 h 5017219"/>
              <a:gd name="connsiteX45083" fmla="*/ 2274016 w 5799173"/>
              <a:gd name="connsiteY45083" fmla="*/ 3427136 h 5017219"/>
              <a:gd name="connsiteX45084" fmla="*/ 4660612 w 5799173"/>
              <a:gd name="connsiteY45084" fmla="*/ 4072210 h 5017219"/>
              <a:gd name="connsiteX45085" fmla="*/ 4659366 w 5799173"/>
              <a:gd name="connsiteY45085" fmla="*/ 4071463 h 5017219"/>
              <a:gd name="connsiteX45086" fmla="*/ 4648981 w 5799173"/>
              <a:gd name="connsiteY45086" fmla="*/ 4053434 h 5017219"/>
              <a:gd name="connsiteX45087" fmla="*/ 4648981 w 5799173"/>
              <a:gd name="connsiteY45087" fmla="*/ 4051939 h 5017219"/>
              <a:gd name="connsiteX45088" fmla="*/ 4659449 w 5799173"/>
              <a:gd name="connsiteY45088" fmla="*/ 4033911 h 5017219"/>
              <a:gd name="connsiteX45089" fmla="*/ 4660695 w 5799173"/>
              <a:gd name="connsiteY45089" fmla="*/ 4033163 h 5017219"/>
              <a:gd name="connsiteX45090" fmla="*/ 4681548 w 5799173"/>
              <a:gd name="connsiteY45090" fmla="*/ 4033163 h 5017219"/>
              <a:gd name="connsiteX45091" fmla="*/ 4682794 w 5799173"/>
              <a:gd name="connsiteY45091" fmla="*/ 4033911 h 5017219"/>
              <a:gd name="connsiteX45092" fmla="*/ 4693179 w 5799173"/>
              <a:gd name="connsiteY45092" fmla="*/ 4051939 h 5017219"/>
              <a:gd name="connsiteX45093" fmla="*/ 4693179 w 5799173"/>
              <a:gd name="connsiteY45093" fmla="*/ 4053434 h 5017219"/>
              <a:gd name="connsiteX45094" fmla="*/ 4682711 w 5799173"/>
              <a:gd name="connsiteY45094" fmla="*/ 4071463 h 5017219"/>
              <a:gd name="connsiteX45095" fmla="*/ 4681465 w 5799173"/>
              <a:gd name="connsiteY45095" fmla="*/ 4072210 h 5017219"/>
              <a:gd name="connsiteX45096" fmla="*/ 4780985 w 5799173"/>
              <a:gd name="connsiteY45096" fmla="*/ 4104463 h 5017219"/>
              <a:gd name="connsiteX45097" fmla="*/ 4779739 w 5799173"/>
              <a:gd name="connsiteY45097" fmla="*/ 4103716 h 5017219"/>
              <a:gd name="connsiteX45098" fmla="*/ 4769354 w 5799173"/>
              <a:gd name="connsiteY45098" fmla="*/ 4085688 h 5017219"/>
              <a:gd name="connsiteX45099" fmla="*/ 4769354 w 5799173"/>
              <a:gd name="connsiteY45099" fmla="*/ 4084192 h 5017219"/>
              <a:gd name="connsiteX45100" fmla="*/ 4779822 w 5799173"/>
              <a:gd name="connsiteY45100" fmla="*/ 4066164 h 5017219"/>
              <a:gd name="connsiteX45101" fmla="*/ 4781068 w 5799173"/>
              <a:gd name="connsiteY45101" fmla="*/ 4065416 h 5017219"/>
              <a:gd name="connsiteX45102" fmla="*/ 4801921 w 5799173"/>
              <a:gd name="connsiteY45102" fmla="*/ 4065417 h 5017219"/>
              <a:gd name="connsiteX45103" fmla="*/ 4803167 w 5799173"/>
              <a:gd name="connsiteY45103" fmla="*/ 4066165 h 5017219"/>
              <a:gd name="connsiteX45104" fmla="*/ 4813552 w 5799173"/>
              <a:gd name="connsiteY45104" fmla="*/ 4084192 h 5017219"/>
              <a:gd name="connsiteX45105" fmla="*/ 4813552 w 5799173"/>
              <a:gd name="connsiteY45105" fmla="*/ 4085688 h 5017219"/>
              <a:gd name="connsiteX45106" fmla="*/ 4803084 w 5799173"/>
              <a:gd name="connsiteY45106" fmla="*/ 4103717 h 5017219"/>
              <a:gd name="connsiteX45107" fmla="*/ 4801838 w 5799173"/>
              <a:gd name="connsiteY45107" fmla="*/ 4104464 h 5017219"/>
              <a:gd name="connsiteX45108" fmla="*/ 1290183 w 5799173"/>
              <a:gd name="connsiteY45108" fmla="*/ 3169189 h 5017219"/>
              <a:gd name="connsiteX45109" fmla="*/ 1288937 w 5799173"/>
              <a:gd name="connsiteY45109" fmla="*/ 3168441 h 5017219"/>
              <a:gd name="connsiteX45110" fmla="*/ 1278469 w 5799173"/>
              <a:gd name="connsiteY45110" fmla="*/ 3150330 h 5017219"/>
              <a:gd name="connsiteX45111" fmla="*/ 1278469 w 5799173"/>
              <a:gd name="connsiteY45111" fmla="*/ 3148835 h 5017219"/>
              <a:gd name="connsiteX45112" fmla="*/ 1288937 w 5799173"/>
              <a:gd name="connsiteY45112" fmla="*/ 3130724 h 5017219"/>
              <a:gd name="connsiteX45113" fmla="*/ 1290183 w 5799173"/>
              <a:gd name="connsiteY45113" fmla="*/ 3129976 h 5017219"/>
              <a:gd name="connsiteX45114" fmla="*/ 1311119 w 5799173"/>
              <a:gd name="connsiteY45114" fmla="*/ 3129976 h 5017219"/>
              <a:gd name="connsiteX45115" fmla="*/ 1312365 w 5799173"/>
              <a:gd name="connsiteY45115" fmla="*/ 3130724 h 5017219"/>
              <a:gd name="connsiteX45116" fmla="*/ 1322833 w 5799173"/>
              <a:gd name="connsiteY45116" fmla="*/ 3148835 h 5017219"/>
              <a:gd name="connsiteX45117" fmla="*/ 1322833 w 5799173"/>
              <a:gd name="connsiteY45117" fmla="*/ 3150330 h 5017219"/>
              <a:gd name="connsiteX45118" fmla="*/ 1312365 w 5799173"/>
              <a:gd name="connsiteY45118" fmla="*/ 3168441 h 5017219"/>
              <a:gd name="connsiteX45119" fmla="*/ 1311119 w 5799173"/>
              <a:gd name="connsiteY45119" fmla="*/ 3169189 h 5017219"/>
              <a:gd name="connsiteX45120" fmla="*/ 1350369 w 5799173"/>
              <a:gd name="connsiteY45120" fmla="*/ 3185316 h 5017219"/>
              <a:gd name="connsiteX45121" fmla="*/ 1349123 w 5799173"/>
              <a:gd name="connsiteY45121" fmla="*/ 3184568 h 5017219"/>
              <a:gd name="connsiteX45122" fmla="*/ 1338655 w 5799173"/>
              <a:gd name="connsiteY45122" fmla="*/ 3166457 h 5017219"/>
              <a:gd name="connsiteX45123" fmla="*/ 1338655 w 5799173"/>
              <a:gd name="connsiteY45123" fmla="*/ 3164962 h 5017219"/>
              <a:gd name="connsiteX45124" fmla="*/ 1349123 w 5799173"/>
              <a:gd name="connsiteY45124" fmla="*/ 3146851 h 5017219"/>
              <a:gd name="connsiteX45125" fmla="*/ 1350369 w 5799173"/>
              <a:gd name="connsiteY45125" fmla="*/ 3146103 h 5017219"/>
              <a:gd name="connsiteX45126" fmla="*/ 1371305 w 5799173"/>
              <a:gd name="connsiteY45126" fmla="*/ 3146103 h 5017219"/>
              <a:gd name="connsiteX45127" fmla="*/ 1372551 w 5799173"/>
              <a:gd name="connsiteY45127" fmla="*/ 3146851 h 5017219"/>
              <a:gd name="connsiteX45128" fmla="*/ 1383019 w 5799173"/>
              <a:gd name="connsiteY45128" fmla="*/ 3164962 h 5017219"/>
              <a:gd name="connsiteX45129" fmla="*/ 1383019 w 5799173"/>
              <a:gd name="connsiteY45129" fmla="*/ 3166457 h 5017219"/>
              <a:gd name="connsiteX45130" fmla="*/ 1372551 w 5799173"/>
              <a:gd name="connsiteY45130" fmla="*/ 3184568 h 5017219"/>
              <a:gd name="connsiteX45131" fmla="*/ 1371305 w 5799173"/>
              <a:gd name="connsiteY45131" fmla="*/ 3185316 h 5017219"/>
              <a:gd name="connsiteX45132" fmla="*/ 1831859 w 5799173"/>
              <a:gd name="connsiteY45132" fmla="*/ 3314330 h 5017219"/>
              <a:gd name="connsiteX45133" fmla="*/ 1830613 w 5799173"/>
              <a:gd name="connsiteY45133" fmla="*/ 3313583 h 5017219"/>
              <a:gd name="connsiteX45134" fmla="*/ 1820145 w 5799173"/>
              <a:gd name="connsiteY45134" fmla="*/ 3295472 h 5017219"/>
              <a:gd name="connsiteX45135" fmla="*/ 1820145 w 5799173"/>
              <a:gd name="connsiteY45135" fmla="*/ 3293976 h 5017219"/>
              <a:gd name="connsiteX45136" fmla="*/ 1830613 w 5799173"/>
              <a:gd name="connsiteY45136" fmla="*/ 3275866 h 5017219"/>
              <a:gd name="connsiteX45137" fmla="*/ 1831859 w 5799173"/>
              <a:gd name="connsiteY45137" fmla="*/ 3275118 h 5017219"/>
              <a:gd name="connsiteX45138" fmla="*/ 1852795 w 5799173"/>
              <a:gd name="connsiteY45138" fmla="*/ 3275118 h 5017219"/>
              <a:gd name="connsiteX45139" fmla="*/ 1854041 w 5799173"/>
              <a:gd name="connsiteY45139" fmla="*/ 3275866 h 5017219"/>
              <a:gd name="connsiteX45140" fmla="*/ 1864509 w 5799173"/>
              <a:gd name="connsiteY45140" fmla="*/ 3293976 h 5017219"/>
              <a:gd name="connsiteX45141" fmla="*/ 1864509 w 5799173"/>
              <a:gd name="connsiteY45141" fmla="*/ 3295472 h 5017219"/>
              <a:gd name="connsiteX45142" fmla="*/ 1854041 w 5799173"/>
              <a:gd name="connsiteY45142" fmla="*/ 3313583 h 5017219"/>
              <a:gd name="connsiteX45143" fmla="*/ 1852795 w 5799173"/>
              <a:gd name="connsiteY45143" fmla="*/ 3314330 h 5017219"/>
              <a:gd name="connsiteX45144" fmla="*/ 2072604 w 5799173"/>
              <a:gd name="connsiteY45144" fmla="*/ 3378838 h 5017219"/>
              <a:gd name="connsiteX45145" fmla="*/ 2071358 w 5799173"/>
              <a:gd name="connsiteY45145" fmla="*/ 3378090 h 5017219"/>
              <a:gd name="connsiteX45146" fmla="*/ 2060890 w 5799173"/>
              <a:gd name="connsiteY45146" fmla="*/ 3359979 h 5017219"/>
              <a:gd name="connsiteX45147" fmla="*/ 2060890 w 5799173"/>
              <a:gd name="connsiteY45147" fmla="*/ 3358484 h 5017219"/>
              <a:gd name="connsiteX45148" fmla="*/ 2071358 w 5799173"/>
              <a:gd name="connsiteY45148" fmla="*/ 3340373 h 5017219"/>
              <a:gd name="connsiteX45149" fmla="*/ 2072604 w 5799173"/>
              <a:gd name="connsiteY45149" fmla="*/ 3339625 h 5017219"/>
              <a:gd name="connsiteX45150" fmla="*/ 2093540 w 5799173"/>
              <a:gd name="connsiteY45150" fmla="*/ 3339625 h 5017219"/>
              <a:gd name="connsiteX45151" fmla="*/ 2094786 w 5799173"/>
              <a:gd name="connsiteY45151" fmla="*/ 3340373 h 5017219"/>
              <a:gd name="connsiteX45152" fmla="*/ 2105254 w 5799173"/>
              <a:gd name="connsiteY45152" fmla="*/ 3358484 h 5017219"/>
              <a:gd name="connsiteX45153" fmla="*/ 2105254 w 5799173"/>
              <a:gd name="connsiteY45153" fmla="*/ 3359979 h 5017219"/>
              <a:gd name="connsiteX45154" fmla="*/ 2094786 w 5799173"/>
              <a:gd name="connsiteY45154" fmla="*/ 3378090 h 5017219"/>
              <a:gd name="connsiteX45155" fmla="*/ 2093540 w 5799173"/>
              <a:gd name="connsiteY45155" fmla="*/ 3378838 h 5017219"/>
              <a:gd name="connsiteX45156" fmla="*/ 2192977 w 5799173"/>
              <a:gd name="connsiteY45156" fmla="*/ 3411092 h 5017219"/>
              <a:gd name="connsiteX45157" fmla="*/ 2191731 w 5799173"/>
              <a:gd name="connsiteY45157" fmla="*/ 3410344 h 5017219"/>
              <a:gd name="connsiteX45158" fmla="*/ 2181263 w 5799173"/>
              <a:gd name="connsiteY45158" fmla="*/ 3392233 h 5017219"/>
              <a:gd name="connsiteX45159" fmla="*/ 2181263 w 5799173"/>
              <a:gd name="connsiteY45159" fmla="*/ 3390738 h 5017219"/>
              <a:gd name="connsiteX45160" fmla="*/ 2191731 w 5799173"/>
              <a:gd name="connsiteY45160" fmla="*/ 3372627 h 5017219"/>
              <a:gd name="connsiteX45161" fmla="*/ 2192977 w 5799173"/>
              <a:gd name="connsiteY45161" fmla="*/ 3371879 h 5017219"/>
              <a:gd name="connsiteX45162" fmla="*/ 2213913 w 5799173"/>
              <a:gd name="connsiteY45162" fmla="*/ 3371879 h 5017219"/>
              <a:gd name="connsiteX45163" fmla="*/ 2215159 w 5799173"/>
              <a:gd name="connsiteY45163" fmla="*/ 3372627 h 5017219"/>
              <a:gd name="connsiteX45164" fmla="*/ 2225627 w 5799173"/>
              <a:gd name="connsiteY45164" fmla="*/ 3390738 h 5017219"/>
              <a:gd name="connsiteX45165" fmla="*/ 2225627 w 5799173"/>
              <a:gd name="connsiteY45165" fmla="*/ 3392233 h 5017219"/>
              <a:gd name="connsiteX45166" fmla="*/ 2215159 w 5799173"/>
              <a:gd name="connsiteY45166" fmla="*/ 3410344 h 5017219"/>
              <a:gd name="connsiteX45167" fmla="*/ 2213913 w 5799173"/>
              <a:gd name="connsiteY45167" fmla="*/ 3411092 h 5017219"/>
              <a:gd name="connsiteX45168" fmla="*/ 2373535 w 5799173"/>
              <a:gd name="connsiteY45168" fmla="*/ 3459472 h 5017219"/>
              <a:gd name="connsiteX45169" fmla="*/ 2372289 w 5799173"/>
              <a:gd name="connsiteY45169" fmla="*/ 3458724 h 5017219"/>
              <a:gd name="connsiteX45170" fmla="*/ 2361822 w 5799173"/>
              <a:gd name="connsiteY45170" fmla="*/ 3440614 h 5017219"/>
              <a:gd name="connsiteX45171" fmla="*/ 2361822 w 5799173"/>
              <a:gd name="connsiteY45171" fmla="*/ 3439118 h 5017219"/>
              <a:gd name="connsiteX45172" fmla="*/ 2372289 w 5799173"/>
              <a:gd name="connsiteY45172" fmla="*/ 3421007 h 5017219"/>
              <a:gd name="connsiteX45173" fmla="*/ 2373535 w 5799173"/>
              <a:gd name="connsiteY45173" fmla="*/ 3420259 h 5017219"/>
              <a:gd name="connsiteX45174" fmla="*/ 2394472 w 5799173"/>
              <a:gd name="connsiteY45174" fmla="*/ 3420259 h 5017219"/>
              <a:gd name="connsiteX45175" fmla="*/ 2395718 w 5799173"/>
              <a:gd name="connsiteY45175" fmla="*/ 3421007 h 5017219"/>
              <a:gd name="connsiteX45176" fmla="*/ 2406185 w 5799173"/>
              <a:gd name="connsiteY45176" fmla="*/ 3439118 h 5017219"/>
              <a:gd name="connsiteX45177" fmla="*/ 2406185 w 5799173"/>
              <a:gd name="connsiteY45177" fmla="*/ 3440613 h 5017219"/>
              <a:gd name="connsiteX45178" fmla="*/ 2395718 w 5799173"/>
              <a:gd name="connsiteY45178" fmla="*/ 3458724 h 5017219"/>
              <a:gd name="connsiteX45179" fmla="*/ 2394472 w 5799173"/>
              <a:gd name="connsiteY45179" fmla="*/ 3459472 h 5017219"/>
              <a:gd name="connsiteX45180" fmla="*/ 4359681 w 5799173"/>
              <a:gd name="connsiteY45180" fmla="*/ 3991658 h 5017219"/>
              <a:gd name="connsiteX45181" fmla="*/ 4358435 w 5799173"/>
              <a:gd name="connsiteY45181" fmla="*/ 3990910 h 5017219"/>
              <a:gd name="connsiteX45182" fmla="*/ 4347967 w 5799173"/>
              <a:gd name="connsiteY45182" fmla="*/ 3972800 h 5017219"/>
              <a:gd name="connsiteX45183" fmla="*/ 4347967 w 5799173"/>
              <a:gd name="connsiteY45183" fmla="*/ 3971304 h 5017219"/>
              <a:gd name="connsiteX45184" fmla="*/ 4358435 w 5799173"/>
              <a:gd name="connsiteY45184" fmla="*/ 3953193 h 5017219"/>
              <a:gd name="connsiteX45185" fmla="*/ 4359681 w 5799173"/>
              <a:gd name="connsiteY45185" fmla="*/ 3952446 h 5017219"/>
              <a:gd name="connsiteX45186" fmla="*/ 4380617 w 5799173"/>
              <a:gd name="connsiteY45186" fmla="*/ 3952445 h 5017219"/>
              <a:gd name="connsiteX45187" fmla="*/ 4381863 w 5799173"/>
              <a:gd name="connsiteY45187" fmla="*/ 3953193 h 5017219"/>
              <a:gd name="connsiteX45188" fmla="*/ 4392331 w 5799173"/>
              <a:gd name="connsiteY45188" fmla="*/ 3971304 h 5017219"/>
              <a:gd name="connsiteX45189" fmla="*/ 4392331 w 5799173"/>
              <a:gd name="connsiteY45189" fmla="*/ 3972799 h 5017219"/>
              <a:gd name="connsiteX45190" fmla="*/ 4381863 w 5799173"/>
              <a:gd name="connsiteY45190" fmla="*/ 3990910 h 5017219"/>
              <a:gd name="connsiteX45191" fmla="*/ 4380617 w 5799173"/>
              <a:gd name="connsiteY45191" fmla="*/ 3991658 h 5017219"/>
              <a:gd name="connsiteX45192" fmla="*/ 4540239 w 5799173"/>
              <a:gd name="connsiteY45192" fmla="*/ 4040039 h 5017219"/>
              <a:gd name="connsiteX45193" fmla="*/ 4538993 w 5799173"/>
              <a:gd name="connsiteY45193" fmla="*/ 4039291 h 5017219"/>
              <a:gd name="connsiteX45194" fmla="*/ 4528526 w 5799173"/>
              <a:gd name="connsiteY45194" fmla="*/ 4021180 h 5017219"/>
              <a:gd name="connsiteX45195" fmla="*/ 4528526 w 5799173"/>
              <a:gd name="connsiteY45195" fmla="*/ 4019685 h 5017219"/>
              <a:gd name="connsiteX45196" fmla="*/ 4538993 w 5799173"/>
              <a:gd name="connsiteY45196" fmla="*/ 4001574 h 5017219"/>
              <a:gd name="connsiteX45197" fmla="*/ 4540239 w 5799173"/>
              <a:gd name="connsiteY45197" fmla="*/ 4000826 h 5017219"/>
              <a:gd name="connsiteX45198" fmla="*/ 4561176 w 5799173"/>
              <a:gd name="connsiteY45198" fmla="*/ 4000826 h 5017219"/>
              <a:gd name="connsiteX45199" fmla="*/ 4562422 w 5799173"/>
              <a:gd name="connsiteY45199" fmla="*/ 4001574 h 5017219"/>
              <a:gd name="connsiteX45200" fmla="*/ 4572889 w 5799173"/>
              <a:gd name="connsiteY45200" fmla="*/ 4019685 h 5017219"/>
              <a:gd name="connsiteX45201" fmla="*/ 4572889 w 5799173"/>
              <a:gd name="connsiteY45201" fmla="*/ 4021180 h 5017219"/>
              <a:gd name="connsiteX45202" fmla="*/ 4562422 w 5799173"/>
              <a:gd name="connsiteY45202" fmla="*/ 4039291 h 5017219"/>
              <a:gd name="connsiteX45203" fmla="*/ 4561176 w 5799173"/>
              <a:gd name="connsiteY45203" fmla="*/ 4040039 h 5017219"/>
              <a:gd name="connsiteX45204" fmla="*/ 1891986 w 5799173"/>
              <a:gd name="connsiteY45204" fmla="*/ 3330534 h 5017219"/>
              <a:gd name="connsiteX45205" fmla="*/ 1890739 w 5799173"/>
              <a:gd name="connsiteY45205" fmla="*/ 3329786 h 5017219"/>
              <a:gd name="connsiteX45206" fmla="*/ 1880189 w 5799173"/>
              <a:gd name="connsiteY45206" fmla="*/ 3311509 h 5017219"/>
              <a:gd name="connsiteX45207" fmla="*/ 1880188 w 5799173"/>
              <a:gd name="connsiteY45207" fmla="*/ 3310013 h 5017219"/>
              <a:gd name="connsiteX45208" fmla="*/ 1890739 w 5799173"/>
              <a:gd name="connsiteY45208" fmla="*/ 3291736 h 5017219"/>
              <a:gd name="connsiteX45209" fmla="*/ 1891985 w 5799173"/>
              <a:gd name="connsiteY45209" fmla="*/ 3290988 h 5017219"/>
              <a:gd name="connsiteX45210" fmla="*/ 1913005 w 5799173"/>
              <a:gd name="connsiteY45210" fmla="*/ 3290988 h 5017219"/>
              <a:gd name="connsiteX45211" fmla="*/ 1914251 w 5799173"/>
              <a:gd name="connsiteY45211" fmla="*/ 3291736 h 5017219"/>
              <a:gd name="connsiteX45212" fmla="*/ 1924803 w 5799173"/>
              <a:gd name="connsiteY45212" fmla="*/ 3310013 h 5017219"/>
              <a:gd name="connsiteX45213" fmla="*/ 1924802 w 5799173"/>
              <a:gd name="connsiteY45213" fmla="*/ 3311509 h 5017219"/>
              <a:gd name="connsiteX45214" fmla="*/ 1914250 w 5799173"/>
              <a:gd name="connsiteY45214" fmla="*/ 3329786 h 5017219"/>
              <a:gd name="connsiteX45215" fmla="*/ 1913004 w 5799173"/>
              <a:gd name="connsiteY45215" fmla="*/ 3330534 h 5017219"/>
              <a:gd name="connsiteX45216" fmla="*/ 2313289 w 5799173"/>
              <a:gd name="connsiteY45216" fmla="*/ 3443421 h 5017219"/>
              <a:gd name="connsiteX45217" fmla="*/ 2312042 w 5799173"/>
              <a:gd name="connsiteY45217" fmla="*/ 3442673 h 5017219"/>
              <a:gd name="connsiteX45218" fmla="*/ 2301492 w 5799173"/>
              <a:gd name="connsiteY45218" fmla="*/ 3424396 h 5017219"/>
              <a:gd name="connsiteX45219" fmla="*/ 2301492 w 5799173"/>
              <a:gd name="connsiteY45219" fmla="*/ 3422900 h 5017219"/>
              <a:gd name="connsiteX45220" fmla="*/ 2312042 w 5799173"/>
              <a:gd name="connsiteY45220" fmla="*/ 3404623 h 5017219"/>
              <a:gd name="connsiteX45221" fmla="*/ 2313289 w 5799173"/>
              <a:gd name="connsiteY45221" fmla="*/ 3403875 h 5017219"/>
              <a:gd name="connsiteX45222" fmla="*/ 2334308 w 5799173"/>
              <a:gd name="connsiteY45222" fmla="*/ 3403876 h 5017219"/>
              <a:gd name="connsiteX45223" fmla="*/ 2335554 w 5799173"/>
              <a:gd name="connsiteY45223" fmla="*/ 3404624 h 5017219"/>
              <a:gd name="connsiteX45224" fmla="*/ 2346105 w 5799173"/>
              <a:gd name="connsiteY45224" fmla="*/ 3422900 h 5017219"/>
              <a:gd name="connsiteX45225" fmla="*/ 2346104 w 5799173"/>
              <a:gd name="connsiteY45225" fmla="*/ 3424397 h 5017219"/>
              <a:gd name="connsiteX45226" fmla="*/ 2335553 w 5799173"/>
              <a:gd name="connsiteY45226" fmla="*/ 3442674 h 5017219"/>
              <a:gd name="connsiteX45227" fmla="*/ 2334307 w 5799173"/>
              <a:gd name="connsiteY45227" fmla="*/ 3443421 h 5017219"/>
              <a:gd name="connsiteX45228" fmla="*/ 2433661 w 5799173"/>
              <a:gd name="connsiteY45228" fmla="*/ 3475675 h 5017219"/>
              <a:gd name="connsiteX45229" fmla="*/ 2432415 w 5799173"/>
              <a:gd name="connsiteY45229" fmla="*/ 3474927 h 5017219"/>
              <a:gd name="connsiteX45230" fmla="*/ 2421865 w 5799173"/>
              <a:gd name="connsiteY45230" fmla="*/ 3456650 h 5017219"/>
              <a:gd name="connsiteX45231" fmla="*/ 2421864 w 5799173"/>
              <a:gd name="connsiteY45231" fmla="*/ 3455154 h 5017219"/>
              <a:gd name="connsiteX45232" fmla="*/ 2432415 w 5799173"/>
              <a:gd name="connsiteY45232" fmla="*/ 3436877 h 5017219"/>
              <a:gd name="connsiteX45233" fmla="*/ 2433661 w 5799173"/>
              <a:gd name="connsiteY45233" fmla="*/ 3436129 h 5017219"/>
              <a:gd name="connsiteX45234" fmla="*/ 2454680 w 5799173"/>
              <a:gd name="connsiteY45234" fmla="*/ 3436129 h 5017219"/>
              <a:gd name="connsiteX45235" fmla="*/ 2455926 w 5799173"/>
              <a:gd name="connsiteY45235" fmla="*/ 3436877 h 5017219"/>
              <a:gd name="connsiteX45236" fmla="*/ 2466477 w 5799173"/>
              <a:gd name="connsiteY45236" fmla="*/ 3455154 h 5017219"/>
              <a:gd name="connsiteX45237" fmla="*/ 2466477 w 5799173"/>
              <a:gd name="connsiteY45237" fmla="*/ 3456650 h 5017219"/>
              <a:gd name="connsiteX45238" fmla="*/ 2455926 w 5799173"/>
              <a:gd name="connsiteY45238" fmla="*/ 3474927 h 5017219"/>
              <a:gd name="connsiteX45239" fmla="*/ 2454680 w 5799173"/>
              <a:gd name="connsiteY45239" fmla="*/ 3475675 h 5017219"/>
              <a:gd name="connsiteX45240" fmla="*/ 2012334 w 5799173"/>
              <a:gd name="connsiteY45240" fmla="*/ 3362971 h 5017219"/>
              <a:gd name="connsiteX45241" fmla="*/ 2011005 w 5799173"/>
              <a:gd name="connsiteY45241" fmla="*/ 3362223 h 5017219"/>
              <a:gd name="connsiteX45242" fmla="*/ 2000454 w 5799173"/>
              <a:gd name="connsiteY45242" fmla="*/ 3343863 h 5017219"/>
              <a:gd name="connsiteX45243" fmla="*/ 2000454 w 5799173"/>
              <a:gd name="connsiteY45243" fmla="*/ 3342367 h 5017219"/>
              <a:gd name="connsiteX45244" fmla="*/ 2011005 w 5799173"/>
              <a:gd name="connsiteY45244" fmla="*/ 3324007 h 5017219"/>
              <a:gd name="connsiteX45245" fmla="*/ 2012334 w 5799173"/>
              <a:gd name="connsiteY45245" fmla="*/ 3323259 h 5017219"/>
              <a:gd name="connsiteX45246" fmla="*/ 2033519 w 5799173"/>
              <a:gd name="connsiteY45246" fmla="*/ 3323259 h 5017219"/>
              <a:gd name="connsiteX45247" fmla="*/ 2034849 w 5799173"/>
              <a:gd name="connsiteY45247" fmla="*/ 3324007 h 5017219"/>
              <a:gd name="connsiteX45248" fmla="*/ 2045400 w 5799173"/>
              <a:gd name="connsiteY45248" fmla="*/ 3342367 h 5017219"/>
              <a:gd name="connsiteX45249" fmla="*/ 2045400 w 5799173"/>
              <a:gd name="connsiteY45249" fmla="*/ 3343863 h 5017219"/>
              <a:gd name="connsiteX45250" fmla="*/ 2034849 w 5799173"/>
              <a:gd name="connsiteY45250" fmla="*/ 3362223 h 5017219"/>
              <a:gd name="connsiteX45251" fmla="*/ 2033519 w 5799173"/>
              <a:gd name="connsiteY45251" fmla="*/ 3362971 h 5017219"/>
              <a:gd name="connsiteX45252" fmla="*/ 1590948 w 5799173"/>
              <a:gd name="connsiteY45252" fmla="*/ 3250156 h 5017219"/>
              <a:gd name="connsiteX45253" fmla="*/ 1589620 w 5799173"/>
              <a:gd name="connsiteY45253" fmla="*/ 3249408 h 5017219"/>
              <a:gd name="connsiteX45254" fmla="*/ 1578985 w 5799173"/>
              <a:gd name="connsiteY45254" fmla="*/ 3230965 h 5017219"/>
              <a:gd name="connsiteX45255" fmla="*/ 1578985 w 5799173"/>
              <a:gd name="connsiteY45255" fmla="*/ 3229469 h 5017219"/>
              <a:gd name="connsiteX45256" fmla="*/ 1589620 w 5799173"/>
              <a:gd name="connsiteY45256" fmla="*/ 3211026 h 5017219"/>
              <a:gd name="connsiteX45257" fmla="*/ 1590948 w 5799173"/>
              <a:gd name="connsiteY45257" fmla="*/ 3210278 h 5017219"/>
              <a:gd name="connsiteX45258" fmla="*/ 1612217 w 5799173"/>
              <a:gd name="connsiteY45258" fmla="*/ 3210278 h 5017219"/>
              <a:gd name="connsiteX45259" fmla="*/ 1613546 w 5799173"/>
              <a:gd name="connsiteY45259" fmla="*/ 3211026 h 5017219"/>
              <a:gd name="connsiteX45260" fmla="*/ 1624180 w 5799173"/>
              <a:gd name="connsiteY45260" fmla="*/ 3229469 h 5017219"/>
              <a:gd name="connsiteX45261" fmla="*/ 1624180 w 5799173"/>
              <a:gd name="connsiteY45261" fmla="*/ 3230965 h 5017219"/>
              <a:gd name="connsiteX45262" fmla="*/ 1613546 w 5799173"/>
              <a:gd name="connsiteY45262" fmla="*/ 3249408 h 5017219"/>
              <a:gd name="connsiteX45263" fmla="*/ 1612218 w 5799173"/>
              <a:gd name="connsiteY45263" fmla="*/ 3250156 h 5017219"/>
              <a:gd name="connsiteX45264" fmla="*/ 4419702 w 5799173"/>
              <a:gd name="connsiteY45264" fmla="*/ 4008118 h 5017219"/>
              <a:gd name="connsiteX45265" fmla="*/ 4418373 w 5799173"/>
              <a:gd name="connsiteY45265" fmla="*/ 4007370 h 5017219"/>
              <a:gd name="connsiteX45266" fmla="*/ 4407739 w 5799173"/>
              <a:gd name="connsiteY45266" fmla="*/ 3988927 h 5017219"/>
              <a:gd name="connsiteX45267" fmla="*/ 4407739 w 5799173"/>
              <a:gd name="connsiteY45267" fmla="*/ 3987431 h 5017219"/>
              <a:gd name="connsiteX45268" fmla="*/ 4418373 w 5799173"/>
              <a:gd name="connsiteY45268" fmla="*/ 3968989 h 5017219"/>
              <a:gd name="connsiteX45269" fmla="*/ 4419702 w 5799173"/>
              <a:gd name="connsiteY45269" fmla="*/ 3968241 h 5017219"/>
              <a:gd name="connsiteX45270" fmla="*/ 4440971 w 5799173"/>
              <a:gd name="connsiteY45270" fmla="*/ 3968240 h 5017219"/>
              <a:gd name="connsiteX45271" fmla="*/ 4442300 w 5799173"/>
              <a:gd name="connsiteY45271" fmla="*/ 3968989 h 5017219"/>
              <a:gd name="connsiteX45272" fmla="*/ 4452934 w 5799173"/>
              <a:gd name="connsiteY45272" fmla="*/ 3987432 h 5017219"/>
              <a:gd name="connsiteX45273" fmla="*/ 4452934 w 5799173"/>
              <a:gd name="connsiteY45273" fmla="*/ 3988927 h 5017219"/>
              <a:gd name="connsiteX45274" fmla="*/ 4442300 w 5799173"/>
              <a:gd name="connsiteY45274" fmla="*/ 4007370 h 5017219"/>
              <a:gd name="connsiteX45275" fmla="*/ 4440971 w 5799173"/>
              <a:gd name="connsiteY45275" fmla="*/ 4008118 h 5017219"/>
              <a:gd name="connsiteX45276" fmla="*/ 1229748 w 5799173"/>
              <a:gd name="connsiteY45276" fmla="*/ 3153562 h 5017219"/>
              <a:gd name="connsiteX45277" fmla="*/ 1228418 w 5799173"/>
              <a:gd name="connsiteY45277" fmla="*/ 3152814 h 5017219"/>
              <a:gd name="connsiteX45278" fmla="*/ 1217701 w 5799173"/>
              <a:gd name="connsiteY45278" fmla="*/ 3134204 h 5017219"/>
              <a:gd name="connsiteX45279" fmla="*/ 1217701 w 5799173"/>
              <a:gd name="connsiteY45279" fmla="*/ 3132709 h 5017219"/>
              <a:gd name="connsiteX45280" fmla="*/ 1228418 w 5799173"/>
              <a:gd name="connsiteY45280" fmla="*/ 3114099 h 5017219"/>
              <a:gd name="connsiteX45281" fmla="*/ 1229748 w 5799173"/>
              <a:gd name="connsiteY45281" fmla="*/ 3113351 h 5017219"/>
              <a:gd name="connsiteX45282" fmla="*/ 1251182 w 5799173"/>
              <a:gd name="connsiteY45282" fmla="*/ 3113351 h 5017219"/>
              <a:gd name="connsiteX45283" fmla="*/ 1252511 w 5799173"/>
              <a:gd name="connsiteY45283" fmla="*/ 3114099 h 5017219"/>
              <a:gd name="connsiteX45284" fmla="*/ 1263228 w 5799173"/>
              <a:gd name="connsiteY45284" fmla="*/ 3132709 h 5017219"/>
              <a:gd name="connsiteX45285" fmla="*/ 1263228 w 5799173"/>
              <a:gd name="connsiteY45285" fmla="*/ 3134204 h 5017219"/>
              <a:gd name="connsiteX45286" fmla="*/ 1252511 w 5799173"/>
              <a:gd name="connsiteY45286" fmla="*/ 3152814 h 5017219"/>
              <a:gd name="connsiteX45287" fmla="*/ 1251182 w 5799173"/>
              <a:gd name="connsiteY45287" fmla="*/ 3153562 h 5017219"/>
              <a:gd name="connsiteX45288" fmla="*/ 1410223 w 5799173"/>
              <a:gd name="connsiteY45288" fmla="*/ 3202024 h 5017219"/>
              <a:gd name="connsiteX45289" fmla="*/ 1408894 w 5799173"/>
              <a:gd name="connsiteY45289" fmla="*/ 3201277 h 5017219"/>
              <a:gd name="connsiteX45290" fmla="*/ 1398094 w 5799173"/>
              <a:gd name="connsiteY45290" fmla="*/ 3182584 h 5017219"/>
              <a:gd name="connsiteX45291" fmla="*/ 1398094 w 5799173"/>
              <a:gd name="connsiteY45291" fmla="*/ 3181087 h 5017219"/>
              <a:gd name="connsiteX45292" fmla="*/ 1408894 w 5799173"/>
              <a:gd name="connsiteY45292" fmla="*/ 3162396 h 5017219"/>
              <a:gd name="connsiteX45293" fmla="*/ 1410223 w 5799173"/>
              <a:gd name="connsiteY45293" fmla="*/ 3161648 h 5017219"/>
              <a:gd name="connsiteX45294" fmla="*/ 1431824 w 5799173"/>
              <a:gd name="connsiteY45294" fmla="*/ 3161648 h 5017219"/>
              <a:gd name="connsiteX45295" fmla="*/ 1433153 w 5799173"/>
              <a:gd name="connsiteY45295" fmla="*/ 3162396 h 5017219"/>
              <a:gd name="connsiteX45296" fmla="*/ 1443954 w 5799173"/>
              <a:gd name="connsiteY45296" fmla="*/ 3181088 h 5017219"/>
              <a:gd name="connsiteX45297" fmla="*/ 1443954 w 5799173"/>
              <a:gd name="connsiteY45297" fmla="*/ 3182584 h 5017219"/>
              <a:gd name="connsiteX45298" fmla="*/ 1433153 w 5799173"/>
              <a:gd name="connsiteY45298" fmla="*/ 3201277 h 5017219"/>
              <a:gd name="connsiteX45299" fmla="*/ 1431824 w 5799173"/>
              <a:gd name="connsiteY45299" fmla="*/ 3202024 h 5017219"/>
              <a:gd name="connsiteX45300" fmla="*/ 1470408 w 5799173"/>
              <a:gd name="connsiteY45300" fmla="*/ 3218246 h 5017219"/>
              <a:gd name="connsiteX45301" fmla="*/ 1469079 w 5799173"/>
              <a:gd name="connsiteY45301" fmla="*/ 3217498 h 5017219"/>
              <a:gd name="connsiteX45302" fmla="*/ 1458279 w 5799173"/>
              <a:gd name="connsiteY45302" fmla="*/ 3198722 h 5017219"/>
              <a:gd name="connsiteX45303" fmla="*/ 1458279 w 5799173"/>
              <a:gd name="connsiteY45303" fmla="*/ 3197227 h 5017219"/>
              <a:gd name="connsiteX45304" fmla="*/ 1469079 w 5799173"/>
              <a:gd name="connsiteY45304" fmla="*/ 3178451 h 5017219"/>
              <a:gd name="connsiteX45305" fmla="*/ 1470408 w 5799173"/>
              <a:gd name="connsiteY45305" fmla="*/ 3177703 h 5017219"/>
              <a:gd name="connsiteX45306" fmla="*/ 1492092 w 5799173"/>
              <a:gd name="connsiteY45306" fmla="*/ 3177703 h 5017219"/>
              <a:gd name="connsiteX45307" fmla="*/ 1493422 w 5799173"/>
              <a:gd name="connsiteY45307" fmla="*/ 3178452 h 5017219"/>
              <a:gd name="connsiteX45308" fmla="*/ 1504222 w 5799173"/>
              <a:gd name="connsiteY45308" fmla="*/ 3197227 h 5017219"/>
              <a:gd name="connsiteX45309" fmla="*/ 1504222 w 5799173"/>
              <a:gd name="connsiteY45309" fmla="*/ 3198722 h 5017219"/>
              <a:gd name="connsiteX45310" fmla="*/ 1493422 w 5799173"/>
              <a:gd name="connsiteY45310" fmla="*/ 3217498 h 5017219"/>
              <a:gd name="connsiteX45311" fmla="*/ 1492092 w 5799173"/>
              <a:gd name="connsiteY45311" fmla="*/ 3218247 h 5017219"/>
              <a:gd name="connsiteX45312" fmla="*/ 1530524 w 5799173"/>
              <a:gd name="connsiteY45312" fmla="*/ 3234447 h 5017219"/>
              <a:gd name="connsiteX45313" fmla="*/ 1529195 w 5799173"/>
              <a:gd name="connsiteY45313" fmla="*/ 3233699 h 5017219"/>
              <a:gd name="connsiteX45314" fmla="*/ 1518311 w 5799173"/>
              <a:gd name="connsiteY45314" fmla="*/ 3214840 h 5017219"/>
              <a:gd name="connsiteX45315" fmla="*/ 1518311 w 5799173"/>
              <a:gd name="connsiteY45315" fmla="*/ 3213262 h 5017219"/>
              <a:gd name="connsiteX45316" fmla="*/ 1529195 w 5799173"/>
              <a:gd name="connsiteY45316" fmla="*/ 3194403 h 5017219"/>
              <a:gd name="connsiteX45317" fmla="*/ 1530524 w 5799173"/>
              <a:gd name="connsiteY45317" fmla="*/ 3193655 h 5017219"/>
              <a:gd name="connsiteX45318" fmla="*/ 1552290 w 5799173"/>
              <a:gd name="connsiteY45318" fmla="*/ 3193655 h 5017219"/>
              <a:gd name="connsiteX45319" fmla="*/ 1553619 w 5799173"/>
              <a:gd name="connsiteY45319" fmla="*/ 3194403 h 5017219"/>
              <a:gd name="connsiteX45320" fmla="*/ 1564503 w 5799173"/>
              <a:gd name="connsiteY45320" fmla="*/ 3213262 h 5017219"/>
              <a:gd name="connsiteX45321" fmla="*/ 1564503 w 5799173"/>
              <a:gd name="connsiteY45321" fmla="*/ 3214840 h 5017219"/>
              <a:gd name="connsiteX45322" fmla="*/ 1553619 w 5799173"/>
              <a:gd name="connsiteY45322" fmla="*/ 3233699 h 5017219"/>
              <a:gd name="connsiteX45323" fmla="*/ 1552290 w 5799173"/>
              <a:gd name="connsiteY45323" fmla="*/ 3234447 h 5017219"/>
              <a:gd name="connsiteX45324" fmla="*/ 4228905 w 5799173"/>
              <a:gd name="connsiteY45324" fmla="*/ 4004921 h 5017219"/>
              <a:gd name="connsiteX45325" fmla="*/ 4228073 w 5799173"/>
              <a:gd name="connsiteY45325" fmla="*/ 4004422 h 5017219"/>
              <a:gd name="connsiteX45326" fmla="*/ 4221179 w 5799173"/>
              <a:gd name="connsiteY45326" fmla="*/ 3992459 h 5017219"/>
              <a:gd name="connsiteX45327" fmla="*/ 4221179 w 5799173"/>
              <a:gd name="connsiteY45327" fmla="*/ 3991462 h 5017219"/>
              <a:gd name="connsiteX45328" fmla="*/ 4228074 w 5799173"/>
              <a:gd name="connsiteY45328" fmla="*/ 3979498 h 5017219"/>
              <a:gd name="connsiteX45329" fmla="*/ 4228904 w 5799173"/>
              <a:gd name="connsiteY45329" fmla="*/ 3979000 h 5017219"/>
              <a:gd name="connsiteX45330" fmla="*/ 4242695 w 5799173"/>
              <a:gd name="connsiteY45330" fmla="*/ 3979000 h 5017219"/>
              <a:gd name="connsiteX45331" fmla="*/ 4243527 w 5799173"/>
              <a:gd name="connsiteY45331" fmla="*/ 3979498 h 5017219"/>
              <a:gd name="connsiteX45332" fmla="*/ 4250423 w 5799173"/>
              <a:gd name="connsiteY45332" fmla="*/ 3991462 h 5017219"/>
              <a:gd name="connsiteX45333" fmla="*/ 4250423 w 5799173"/>
              <a:gd name="connsiteY45333" fmla="*/ 3992459 h 5017219"/>
              <a:gd name="connsiteX45334" fmla="*/ 4243526 w 5799173"/>
              <a:gd name="connsiteY45334" fmla="*/ 4004422 h 5017219"/>
              <a:gd name="connsiteX45335" fmla="*/ 4242695 w 5799173"/>
              <a:gd name="connsiteY45335" fmla="*/ 4004921 h 5017219"/>
              <a:gd name="connsiteX45336" fmla="*/ 4890787 w 5799173"/>
              <a:gd name="connsiteY45336" fmla="*/ 4182482 h 5017219"/>
              <a:gd name="connsiteX45337" fmla="*/ 4889956 w 5799173"/>
              <a:gd name="connsiteY45337" fmla="*/ 4181983 h 5017219"/>
              <a:gd name="connsiteX45338" fmla="*/ 4882978 w 5799173"/>
              <a:gd name="connsiteY45338" fmla="*/ 4169854 h 5017219"/>
              <a:gd name="connsiteX45339" fmla="*/ 4882978 w 5799173"/>
              <a:gd name="connsiteY45339" fmla="*/ 4168857 h 5017219"/>
              <a:gd name="connsiteX45340" fmla="*/ 4890040 w 5799173"/>
              <a:gd name="connsiteY45340" fmla="*/ 4156727 h 5017219"/>
              <a:gd name="connsiteX45341" fmla="*/ 4890870 w 5799173"/>
              <a:gd name="connsiteY45341" fmla="*/ 4156229 h 5017219"/>
              <a:gd name="connsiteX45342" fmla="*/ 4904911 w 5799173"/>
              <a:gd name="connsiteY45342" fmla="*/ 4156229 h 5017219"/>
              <a:gd name="connsiteX45343" fmla="*/ 4905741 w 5799173"/>
              <a:gd name="connsiteY45343" fmla="*/ 4156727 h 5017219"/>
              <a:gd name="connsiteX45344" fmla="*/ 4912720 w 5799173"/>
              <a:gd name="connsiteY45344" fmla="*/ 4168857 h 5017219"/>
              <a:gd name="connsiteX45345" fmla="*/ 4912720 w 5799173"/>
              <a:gd name="connsiteY45345" fmla="*/ 4169854 h 5017219"/>
              <a:gd name="connsiteX45346" fmla="*/ 4905658 w 5799173"/>
              <a:gd name="connsiteY45346" fmla="*/ 4181983 h 5017219"/>
              <a:gd name="connsiteX45347" fmla="*/ 4904828 w 5799173"/>
              <a:gd name="connsiteY45347" fmla="*/ 4182482 h 5017219"/>
              <a:gd name="connsiteX45348" fmla="*/ 2963854 w 5799173"/>
              <a:gd name="connsiteY45348" fmla="*/ 3668326 h 5017219"/>
              <a:gd name="connsiteX45349" fmla="*/ 2962856 w 5799173"/>
              <a:gd name="connsiteY45349" fmla="*/ 3667744 h 5017219"/>
              <a:gd name="connsiteX45350" fmla="*/ 2954798 w 5799173"/>
              <a:gd name="connsiteY45350" fmla="*/ 3653787 h 5017219"/>
              <a:gd name="connsiteX45351" fmla="*/ 2954798 w 5799173"/>
              <a:gd name="connsiteY45351" fmla="*/ 3652624 h 5017219"/>
              <a:gd name="connsiteX45352" fmla="*/ 2962857 w 5799173"/>
              <a:gd name="connsiteY45352" fmla="*/ 3638667 h 5017219"/>
              <a:gd name="connsiteX45353" fmla="*/ 2963854 w 5799173"/>
              <a:gd name="connsiteY45353" fmla="*/ 3638085 h 5017219"/>
              <a:gd name="connsiteX45354" fmla="*/ 2979888 w 5799173"/>
              <a:gd name="connsiteY45354" fmla="*/ 3638085 h 5017219"/>
              <a:gd name="connsiteX45355" fmla="*/ 2980884 w 5799173"/>
              <a:gd name="connsiteY45355" fmla="*/ 3638667 h 5017219"/>
              <a:gd name="connsiteX45356" fmla="*/ 2988943 w 5799173"/>
              <a:gd name="connsiteY45356" fmla="*/ 3652624 h 5017219"/>
              <a:gd name="connsiteX45357" fmla="*/ 2988943 w 5799173"/>
              <a:gd name="connsiteY45357" fmla="*/ 3653787 h 5017219"/>
              <a:gd name="connsiteX45358" fmla="*/ 2980885 w 5799173"/>
              <a:gd name="connsiteY45358" fmla="*/ 3667744 h 5017219"/>
              <a:gd name="connsiteX45359" fmla="*/ 2979888 w 5799173"/>
              <a:gd name="connsiteY45359" fmla="*/ 3668326 h 5017219"/>
              <a:gd name="connsiteX45360" fmla="*/ 1760128 w 5799173"/>
              <a:gd name="connsiteY45360" fmla="*/ 3345789 h 5017219"/>
              <a:gd name="connsiteX45361" fmla="*/ 1759131 w 5799173"/>
              <a:gd name="connsiteY45361" fmla="*/ 3345207 h 5017219"/>
              <a:gd name="connsiteX45362" fmla="*/ 1751073 w 5799173"/>
              <a:gd name="connsiteY45362" fmla="*/ 3331250 h 5017219"/>
              <a:gd name="connsiteX45363" fmla="*/ 1751073 w 5799173"/>
              <a:gd name="connsiteY45363" fmla="*/ 3330087 h 5017219"/>
              <a:gd name="connsiteX45364" fmla="*/ 1759131 w 5799173"/>
              <a:gd name="connsiteY45364" fmla="*/ 3316130 h 5017219"/>
              <a:gd name="connsiteX45365" fmla="*/ 1760128 w 5799173"/>
              <a:gd name="connsiteY45365" fmla="*/ 3315548 h 5017219"/>
              <a:gd name="connsiteX45366" fmla="*/ 1776162 w 5799173"/>
              <a:gd name="connsiteY45366" fmla="*/ 3315548 h 5017219"/>
              <a:gd name="connsiteX45367" fmla="*/ 1777160 w 5799173"/>
              <a:gd name="connsiteY45367" fmla="*/ 3316130 h 5017219"/>
              <a:gd name="connsiteX45368" fmla="*/ 1785218 w 5799173"/>
              <a:gd name="connsiteY45368" fmla="*/ 3330087 h 5017219"/>
              <a:gd name="connsiteX45369" fmla="*/ 1785218 w 5799173"/>
              <a:gd name="connsiteY45369" fmla="*/ 3331250 h 5017219"/>
              <a:gd name="connsiteX45370" fmla="*/ 1777160 w 5799173"/>
              <a:gd name="connsiteY45370" fmla="*/ 3345207 h 5017219"/>
              <a:gd name="connsiteX45371" fmla="*/ 1776162 w 5799173"/>
              <a:gd name="connsiteY45371" fmla="*/ 3345789 h 5017219"/>
              <a:gd name="connsiteX45372" fmla="*/ 3023581 w 5799173"/>
              <a:gd name="connsiteY45372" fmla="*/ 3685371 h 5017219"/>
              <a:gd name="connsiteX45373" fmla="*/ 3022584 w 5799173"/>
              <a:gd name="connsiteY45373" fmla="*/ 3684790 h 5017219"/>
              <a:gd name="connsiteX45374" fmla="*/ 3014110 w 5799173"/>
              <a:gd name="connsiteY45374" fmla="*/ 3670085 h 5017219"/>
              <a:gd name="connsiteX45375" fmla="*/ 3014110 w 5799173"/>
              <a:gd name="connsiteY45375" fmla="*/ 3668922 h 5017219"/>
              <a:gd name="connsiteX45376" fmla="*/ 3022584 w 5799173"/>
              <a:gd name="connsiteY45376" fmla="*/ 3654217 h 5017219"/>
              <a:gd name="connsiteX45377" fmla="*/ 3023581 w 5799173"/>
              <a:gd name="connsiteY45377" fmla="*/ 3653635 h 5017219"/>
              <a:gd name="connsiteX45378" fmla="*/ 3040529 w 5799173"/>
              <a:gd name="connsiteY45378" fmla="*/ 3653635 h 5017219"/>
              <a:gd name="connsiteX45379" fmla="*/ 3041526 w 5799173"/>
              <a:gd name="connsiteY45379" fmla="*/ 3654217 h 5017219"/>
              <a:gd name="connsiteX45380" fmla="*/ 3050000 w 5799173"/>
              <a:gd name="connsiteY45380" fmla="*/ 3668922 h 5017219"/>
              <a:gd name="connsiteX45381" fmla="*/ 3050000 w 5799173"/>
              <a:gd name="connsiteY45381" fmla="*/ 3670085 h 5017219"/>
              <a:gd name="connsiteX45382" fmla="*/ 3041526 w 5799173"/>
              <a:gd name="connsiteY45382" fmla="*/ 3684790 h 5017219"/>
              <a:gd name="connsiteX45383" fmla="*/ 3040529 w 5799173"/>
              <a:gd name="connsiteY45383" fmla="*/ 3685371 h 5017219"/>
              <a:gd name="connsiteX45384" fmla="*/ 3083611 w 5799173"/>
              <a:gd name="connsiteY45384" fmla="*/ 3701749 h 5017219"/>
              <a:gd name="connsiteX45385" fmla="*/ 3082531 w 5799173"/>
              <a:gd name="connsiteY45385" fmla="*/ 3701167 h 5017219"/>
              <a:gd name="connsiteX45386" fmla="*/ 3073891 w 5799173"/>
              <a:gd name="connsiteY45386" fmla="*/ 3686213 h 5017219"/>
              <a:gd name="connsiteX45387" fmla="*/ 3073891 w 5799173"/>
              <a:gd name="connsiteY45387" fmla="*/ 3684967 h 5017219"/>
              <a:gd name="connsiteX45388" fmla="*/ 3082530 w 5799173"/>
              <a:gd name="connsiteY45388" fmla="*/ 3670013 h 5017219"/>
              <a:gd name="connsiteX45389" fmla="*/ 3083611 w 5799173"/>
              <a:gd name="connsiteY45389" fmla="*/ 3669431 h 5017219"/>
              <a:gd name="connsiteX45390" fmla="*/ 3100891 w 5799173"/>
              <a:gd name="connsiteY45390" fmla="*/ 3669431 h 5017219"/>
              <a:gd name="connsiteX45391" fmla="*/ 3101972 w 5799173"/>
              <a:gd name="connsiteY45391" fmla="*/ 3670013 h 5017219"/>
              <a:gd name="connsiteX45392" fmla="*/ 3110611 w 5799173"/>
              <a:gd name="connsiteY45392" fmla="*/ 3684967 h 5017219"/>
              <a:gd name="connsiteX45393" fmla="*/ 3110611 w 5799173"/>
              <a:gd name="connsiteY45393" fmla="*/ 3686213 h 5017219"/>
              <a:gd name="connsiteX45394" fmla="*/ 3101972 w 5799173"/>
              <a:gd name="connsiteY45394" fmla="*/ 3701167 h 5017219"/>
              <a:gd name="connsiteX45395" fmla="*/ 3100891 w 5799173"/>
              <a:gd name="connsiteY45395" fmla="*/ 3701749 h 5017219"/>
              <a:gd name="connsiteX45396" fmla="*/ 3143569 w 5799173"/>
              <a:gd name="connsiteY45396" fmla="*/ 3718295 h 5017219"/>
              <a:gd name="connsiteX45397" fmla="*/ 3142489 w 5799173"/>
              <a:gd name="connsiteY45397" fmla="*/ 3717630 h 5017219"/>
              <a:gd name="connsiteX45398" fmla="*/ 3133683 w 5799173"/>
              <a:gd name="connsiteY45398" fmla="*/ 3702260 h 5017219"/>
              <a:gd name="connsiteX45399" fmla="*/ 3133683 w 5799173"/>
              <a:gd name="connsiteY45399" fmla="*/ 3701014 h 5017219"/>
              <a:gd name="connsiteX45400" fmla="*/ 3142572 w 5799173"/>
              <a:gd name="connsiteY45400" fmla="*/ 3685645 h 5017219"/>
              <a:gd name="connsiteX45401" fmla="*/ 3143652 w 5799173"/>
              <a:gd name="connsiteY45401" fmla="*/ 3684980 h 5017219"/>
              <a:gd name="connsiteX45402" fmla="*/ 3161348 w 5799173"/>
              <a:gd name="connsiteY45402" fmla="*/ 3684980 h 5017219"/>
              <a:gd name="connsiteX45403" fmla="*/ 3162428 w 5799173"/>
              <a:gd name="connsiteY45403" fmla="*/ 3685645 h 5017219"/>
              <a:gd name="connsiteX45404" fmla="*/ 3171235 w 5799173"/>
              <a:gd name="connsiteY45404" fmla="*/ 3701014 h 5017219"/>
              <a:gd name="connsiteX45405" fmla="*/ 3171235 w 5799173"/>
              <a:gd name="connsiteY45405" fmla="*/ 3702260 h 5017219"/>
              <a:gd name="connsiteX45406" fmla="*/ 3162345 w 5799173"/>
              <a:gd name="connsiteY45406" fmla="*/ 3717630 h 5017219"/>
              <a:gd name="connsiteX45407" fmla="*/ 3161265 w 5799173"/>
              <a:gd name="connsiteY45407" fmla="*/ 3718295 h 5017219"/>
              <a:gd name="connsiteX45408" fmla="*/ 3203756 w 5799173"/>
              <a:gd name="connsiteY45408" fmla="*/ 3734505 h 5017219"/>
              <a:gd name="connsiteX45409" fmla="*/ 3202676 w 5799173"/>
              <a:gd name="connsiteY45409" fmla="*/ 3733840 h 5017219"/>
              <a:gd name="connsiteX45410" fmla="*/ 3193786 w 5799173"/>
              <a:gd name="connsiteY45410" fmla="*/ 3718388 h 5017219"/>
              <a:gd name="connsiteX45411" fmla="*/ 3193787 w 5799173"/>
              <a:gd name="connsiteY45411" fmla="*/ 3717141 h 5017219"/>
              <a:gd name="connsiteX45412" fmla="*/ 3202675 w 5799173"/>
              <a:gd name="connsiteY45412" fmla="*/ 3701689 h 5017219"/>
              <a:gd name="connsiteX45413" fmla="*/ 3203756 w 5799173"/>
              <a:gd name="connsiteY45413" fmla="*/ 3701024 h 5017219"/>
              <a:gd name="connsiteX45414" fmla="*/ 3221535 w 5799173"/>
              <a:gd name="connsiteY45414" fmla="*/ 3701024 h 5017219"/>
              <a:gd name="connsiteX45415" fmla="*/ 3222615 w 5799173"/>
              <a:gd name="connsiteY45415" fmla="*/ 3701689 h 5017219"/>
              <a:gd name="connsiteX45416" fmla="*/ 3231504 w 5799173"/>
              <a:gd name="connsiteY45416" fmla="*/ 3717141 h 5017219"/>
              <a:gd name="connsiteX45417" fmla="*/ 3231505 w 5799173"/>
              <a:gd name="connsiteY45417" fmla="*/ 3718388 h 5017219"/>
              <a:gd name="connsiteX45418" fmla="*/ 3222614 w 5799173"/>
              <a:gd name="connsiteY45418" fmla="*/ 3733840 h 5017219"/>
              <a:gd name="connsiteX45419" fmla="*/ 3221535 w 5799173"/>
              <a:gd name="connsiteY45419" fmla="*/ 3734505 h 5017219"/>
              <a:gd name="connsiteX45420" fmla="*/ 3383972 w 5799173"/>
              <a:gd name="connsiteY45420" fmla="*/ 3783465 h 5017219"/>
              <a:gd name="connsiteX45421" fmla="*/ 3382809 w 5799173"/>
              <a:gd name="connsiteY45421" fmla="*/ 3782800 h 5017219"/>
              <a:gd name="connsiteX45422" fmla="*/ 3373586 w 5799173"/>
              <a:gd name="connsiteY45422" fmla="*/ 3766849 h 5017219"/>
              <a:gd name="connsiteX45423" fmla="*/ 3373586 w 5799173"/>
              <a:gd name="connsiteY45423" fmla="*/ 3765520 h 5017219"/>
              <a:gd name="connsiteX45424" fmla="*/ 3382809 w 5799173"/>
              <a:gd name="connsiteY45424" fmla="*/ 3749569 h 5017219"/>
              <a:gd name="connsiteX45425" fmla="*/ 3383972 w 5799173"/>
              <a:gd name="connsiteY45425" fmla="*/ 3748904 h 5017219"/>
              <a:gd name="connsiteX45426" fmla="*/ 3402415 w 5799173"/>
              <a:gd name="connsiteY45426" fmla="*/ 3748904 h 5017219"/>
              <a:gd name="connsiteX45427" fmla="*/ 3403578 w 5799173"/>
              <a:gd name="connsiteY45427" fmla="*/ 3749569 h 5017219"/>
              <a:gd name="connsiteX45428" fmla="*/ 3412799 w 5799173"/>
              <a:gd name="connsiteY45428" fmla="*/ 3765520 h 5017219"/>
              <a:gd name="connsiteX45429" fmla="*/ 3412800 w 5799173"/>
              <a:gd name="connsiteY45429" fmla="*/ 3766849 h 5017219"/>
              <a:gd name="connsiteX45430" fmla="*/ 3403577 w 5799173"/>
              <a:gd name="connsiteY45430" fmla="*/ 3782800 h 5017219"/>
              <a:gd name="connsiteX45431" fmla="*/ 3402415 w 5799173"/>
              <a:gd name="connsiteY45431" fmla="*/ 3783465 h 5017219"/>
              <a:gd name="connsiteX45432" fmla="*/ 3444075 w 5799173"/>
              <a:gd name="connsiteY45432" fmla="*/ 3799757 h 5017219"/>
              <a:gd name="connsiteX45433" fmla="*/ 3442912 w 5799173"/>
              <a:gd name="connsiteY45433" fmla="*/ 3799093 h 5017219"/>
              <a:gd name="connsiteX45434" fmla="*/ 3433606 w 5799173"/>
              <a:gd name="connsiteY45434" fmla="*/ 3782974 h 5017219"/>
              <a:gd name="connsiteX45435" fmla="*/ 3433606 w 5799173"/>
              <a:gd name="connsiteY45435" fmla="*/ 3781646 h 5017219"/>
              <a:gd name="connsiteX45436" fmla="*/ 3442912 w 5799173"/>
              <a:gd name="connsiteY45436" fmla="*/ 3765529 h 5017219"/>
              <a:gd name="connsiteX45437" fmla="*/ 3444074 w 5799173"/>
              <a:gd name="connsiteY45437" fmla="*/ 3764864 h 5017219"/>
              <a:gd name="connsiteX45438" fmla="*/ 3462684 w 5799173"/>
              <a:gd name="connsiteY45438" fmla="*/ 3764864 h 5017219"/>
              <a:gd name="connsiteX45439" fmla="*/ 3463848 w 5799173"/>
              <a:gd name="connsiteY45439" fmla="*/ 3765529 h 5017219"/>
              <a:gd name="connsiteX45440" fmla="*/ 3473152 w 5799173"/>
              <a:gd name="connsiteY45440" fmla="*/ 3781646 h 5017219"/>
              <a:gd name="connsiteX45441" fmla="*/ 3473152 w 5799173"/>
              <a:gd name="connsiteY45441" fmla="*/ 3782974 h 5017219"/>
              <a:gd name="connsiteX45442" fmla="*/ 3463848 w 5799173"/>
              <a:gd name="connsiteY45442" fmla="*/ 3799093 h 5017219"/>
              <a:gd name="connsiteX45443" fmla="*/ 3462684 w 5799173"/>
              <a:gd name="connsiteY45443" fmla="*/ 3799757 h 5017219"/>
              <a:gd name="connsiteX45444" fmla="*/ 3323619 w 5799173"/>
              <a:gd name="connsiteY45444" fmla="*/ 3767669 h 5017219"/>
              <a:gd name="connsiteX45445" fmla="*/ 3322456 w 5799173"/>
              <a:gd name="connsiteY45445" fmla="*/ 3767005 h 5017219"/>
              <a:gd name="connsiteX45446" fmla="*/ 3313068 w 5799173"/>
              <a:gd name="connsiteY45446" fmla="*/ 3750721 h 5017219"/>
              <a:gd name="connsiteX45447" fmla="*/ 3313068 w 5799173"/>
              <a:gd name="connsiteY45447" fmla="*/ 3749392 h 5017219"/>
              <a:gd name="connsiteX45448" fmla="*/ 3322456 w 5799173"/>
              <a:gd name="connsiteY45448" fmla="*/ 3733109 h 5017219"/>
              <a:gd name="connsiteX45449" fmla="*/ 3323619 w 5799173"/>
              <a:gd name="connsiteY45449" fmla="*/ 3732444 h 5017219"/>
              <a:gd name="connsiteX45450" fmla="*/ 3342395 w 5799173"/>
              <a:gd name="connsiteY45450" fmla="*/ 3732444 h 5017219"/>
              <a:gd name="connsiteX45451" fmla="*/ 3343558 w 5799173"/>
              <a:gd name="connsiteY45451" fmla="*/ 3733109 h 5017219"/>
              <a:gd name="connsiteX45452" fmla="*/ 3352946 w 5799173"/>
              <a:gd name="connsiteY45452" fmla="*/ 3749392 h 5017219"/>
              <a:gd name="connsiteX45453" fmla="*/ 3352946 w 5799173"/>
              <a:gd name="connsiteY45453" fmla="*/ 3750721 h 5017219"/>
              <a:gd name="connsiteX45454" fmla="*/ 3343558 w 5799173"/>
              <a:gd name="connsiteY45454" fmla="*/ 3767005 h 5017219"/>
              <a:gd name="connsiteX45455" fmla="*/ 3342395 w 5799173"/>
              <a:gd name="connsiteY45455" fmla="*/ 3767669 h 5017219"/>
              <a:gd name="connsiteX45456" fmla="*/ 3263349 w 5799173"/>
              <a:gd name="connsiteY45456" fmla="*/ 3751627 h 5017219"/>
              <a:gd name="connsiteX45457" fmla="*/ 3262186 w 5799173"/>
              <a:gd name="connsiteY45457" fmla="*/ 3750962 h 5017219"/>
              <a:gd name="connsiteX45458" fmla="*/ 3252715 w 5799173"/>
              <a:gd name="connsiteY45458" fmla="*/ 3734595 h 5017219"/>
              <a:gd name="connsiteX45459" fmla="*/ 3252715 w 5799173"/>
              <a:gd name="connsiteY45459" fmla="*/ 3733266 h 5017219"/>
              <a:gd name="connsiteX45460" fmla="*/ 3262186 w 5799173"/>
              <a:gd name="connsiteY45460" fmla="*/ 3716900 h 5017219"/>
              <a:gd name="connsiteX45461" fmla="*/ 3263349 w 5799173"/>
              <a:gd name="connsiteY45461" fmla="*/ 3716235 h 5017219"/>
              <a:gd name="connsiteX45462" fmla="*/ 3282291 w 5799173"/>
              <a:gd name="connsiteY45462" fmla="*/ 3716235 h 5017219"/>
              <a:gd name="connsiteX45463" fmla="*/ 3283454 w 5799173"/>
              <a:gd name="connsiteY45463" fmla="*/ 3716900 h 5017219"/>
              <a:gd name="connsiteX45464" fmla="*/ 3292925 w 5799173"/>
              <a:gd name="connsiteY45464" fmla="*/ 3733266 h 5017219"/>
              <a:gd name="connsiteX45465" fmla="*/ 3292925 w 5799173"/>
              <a:gd name="connsiteY45465" fmla="*/ 3734595 h 5017219"/>
              <a:gd name="connsiteX45466" fmla="*/ 3283453 w 5799173"/>
              <a:gd name="connsiteY45466" fmla="*/ 3750962 h 5017219"/>
              <a:gd name="connsiteX45467" fmla="*/ 3282291 w 5799173"/>
              <a:gd name="connsiteY45467" fmla="*/ 3751627 h 5017219"/>
              <a:gd name="connsiteX45468" fmla="*/ 915983 w 5799173"/>
              <a:gd name="connsiteY45468" fmla="*/ 3122925 h 5017219"/>
              <a:gd name="connsiteX45469" fmla="*/ 914820 w 5799173"/>
              <a:gd name="connsiteY45469" fmla="*/ 3122260 h 5017219"/>
              <a:gd name="connsiteX45470" fmla="*/ 905266 w 5799173"/>
              <a:gd name="connsiteY45470" fmla="*/ 3105728 h 5017219"/>
              <a:gd name="connsiteX45471" fmla="*/ 905266 w 5799173"/>
              <a:gd name="connsiteY45471" fmla="*/ 3104398 h 5017219"/>
              <a:gd name="connsiteX45472" fmla="*/ 914820 w 5799173"/>
              <a:gd name="connsiteY45472" fmla="*/ 3087866 h 5017219"/>
              <a:gd name="connsiteX45473" fmla="*/ 915983 w 5799173"/>
              <a:gd name="connsiteY45473" fmla="*/ 3087201 h 5017219"/>
              <a:gd name="connsiteX45474" fmla="*/ 935091 w 5799173"/>
              <a:gd name="connsiteY45474" fmla="*/ 3087201 h 5017219"/>
              <a:gd name="connsiteX45475" fmla="*/ 936254 w 5799173"/>
              <a:gd name="connsiteY45475" fmla="*/ 3087866 h 5017219"/>
              <a:gd name="connsiteX45476" fmla="*/ 945808 w 5799173"/>
              <a:gd name="connsiteY45476" fmla="*/ 3104398 h 5017219"/>
              <a:gd name="connsiteX45477" fmla="*/ 945808 w 5799173"/>
              <a:gd name="connsiteY45477" fmla="*/ 3105728 h 5017219"/>
              <a:gd name="connsiteX45478" fmla="*/ 936254 w 5799173"/>
              <a:gd name="connsiteY45478" fmla="*/ 3122260 h 5017219"/>
              <a:gd name="connsiteX45479" fmla="*/ 935091 w 5799173"/>
              <a:gd name="connsiteY45479" fmla="*/ 3122925 h 5017219"/>
              <a:gd name="connsiteX45480" fmla="*/ 2480743 w 5799173"/>
              <a:gd name="connsiteY45480" fmla="*/ 3542296 h 5017219"/>
              <a:gd name="connsiteX45481" fmla="*/ 2479579 w 5799173"/>
              <a:gd name="connsiteY45481" fmla="*/ 3541632 h 5017219"/>
              <a:gd name="connsiteX45482" fmla="*/ 2469943 w 5799173"/>
              <a:gd name="connsiteY45482" fmla="*/ 3525015 h 5017219"/>
              <a:gd name="connsiteX45483" fmla="*/ 2469943 w 5799173"/>
              <a:gd name="connsiteY45483" fmla="*/ 3523686 h 5017219"/>
              <a:gd name="connsiteX45484" fmla="*/ 2479579 w 5799173"/>
              <a:gd name="connsiteY45484" fmla="*/ 3507070 h 5017219"/>
              <a:gd name="connsiteX45485" fmla="*/ 2480743 w 5799173"/>
              <a:gd name="connsiteY45485" fmla="*/ 3506406 h 5017219"/>
              <a:gd name="connsiteX45486" fmla="*/ 2499935 w 5799173"/>
              <a:gd name="connsiteY45486" fmla="*/ 3506406 h 5017219"/>
              <a:gd name="connsiteX45487" fmla="*/ 2501098 w 5799173"/>
              <a:gd name="connsiteY45487" fmla="*/ 3507071 h 5017219"/>
              <a:gd name="connsiteX45488" fmla="*/ 2510734 w 5799173"/>
              <a:gd name="connsiteY45488" fmla="*/ 3523686 h 5017219"/>
              <a:gd name="connsiteX45489" fmla="*/ 2510734 w 5799173"/>
              <a:gd name="connsiteY45489" fmla="*/ 3525015 h 5017219"/>
              <a:gd name="connsiteX45490" fmla="*/ 2501098 w 5799173"/>
              <a:gd name="connsiteY45490" fmla="*/ 3541632 h 5017219"/>
              <a:gd name="connsiteX45491" fmla="*/ 2499935 w 5799173"/>
              <a:gd name="connsiteY45491" fmla="*/ 3542295 h 5017219"/>
              <a:gd name="connsiteX45492" fmla="*/ 3624281 w 5799173"/>
              <a:gd name="connsiteY45492" fmla="*/ 3848706 h 5017219"/>
              <a:gd name="connsiteX45493" fmla="*/ 3623118 w 5799173"/>
              <a:gd name="connsiteY45493" fmla="*/ 3848042 h 5017219"/>
              <a:gd name="connsiteX45494" fmla="*/ 3613481 w 5799173"/>
              <a:gd name="connsiteY45494" fmla="*/ 3831426 h 5017219"/>
              <a:gd name="connsiteX45495" fmla="*/ 3613481 w 5799173"/>
              <a:gd name="connsiteY45495" fmla="*/ 3830097 h 5017219"/>
              <a:gd name="connsiteX45496" fmla="*/ 3623118 w 5799173"/>
              <a:gd name="connsiteY45496" fmla="*/ 3813481 h 5017219"/>
              <a:gd name="connsiteX45497" fmla="*/ 3624281 w 5799173"/>
              <a:gd name="connsiteY45497" fmla="*/ 3812816 h 5017219"/>
              <a:gd name="connsiteX45498" fmla="*/ 3643473 w 5799173"/>
              <a:gd name="connsiteY45498" fmla="*/ 3812816 h 5017219"/>
              <a:gd name="connsiteX45499" fmla="*/ 3644636 w 5799173"/>
              <a:gd name="connsiteY45499" fmla="*/ 3813481 h 5017219"/>
              <a:gd name="connsiteX45500" fmla="*/ 3654273 w 5799173"/>
              <a:gd name="connsiteY45500" fmla="*/ 3830097 h 5017219"/>
              <a:gd name="connsiteX45501" fmla="*/ 3654273 w 5799173"/>
              <a:gd name="connsiteY45501" fmla="*/ 3831426 h 5017219"/>
              <a:gd name="connsiteX45502" fmla="*/ 3644636 w 5799173"/>
              <a:gd name="connsiteY45502" fmla="*/ 3848042 h 5017219"/>
              <a:gd name="connsiteX45503" fmla="*/ 3643473 w 5799173"/>
              <a:gd name="connsiteY45503" fmla="*/ 3848706 h 5017219"/>
              <a:gd name="connsiteX45504" fmla="*/ 976083 w 5799173"/>
              <a:gd name="connsiteY45504" fmla="*/ 3139229 h 5017219"/>
              <a:gd name="connsiteX45505" fmla="*/ 974920 w 5799173"/>
              <a:gd name="connsiteY45505" fmla="*/ 3138564 h 5017219"/>
              <a:gd name="connsiteX45506" fmla="*/ 965283 w 5799173"/>
              <a:gd name="connsiteY45506" fmla="*/ 3121865 h 5017219"/>
              <a:gd name="connsiteX45507" fmla="*/ 965283 w 5799173"/>
              <a:gd name="connsiteY45507" fmla="*/ 3120536 h 5017219"/>
              <a:gd name="connsiteX45508" fmla="*/ 974920 w 5799173"/>
              <a:gd name="connsiteY45508" fmla="*/ 3103837 h 5017219"/>
              <a:gd name="connsiteX45509" fmla="*/ 976083 w 5799173"/>
              <a:gd name="connsiteY45509" fmla="*/ 3103173 h 5017219"/>
              <a:gd name="connsiteX45510" fmla="*/ 995440 w 5799173"/>
              <a:gd name="connsiteY45510" fmla="*/ 3103172 h 5017219"/>
              <a:gd name="connsiteX45511" fmla="*/ 996604 w 5799173"/>
              <a:gd name="connsiteY45511" fmla="*/ 3103838 h 5017219"/>
              <a:gd name="connsiteX45512" fmla="*/ 1006241 w 5799173"/>
              <a:gd name="connsiteY45512" fmla="*/ 3120537 h 5017219"/>
              <a:gd name="connsiteX45513" fmla="*/ 1006242 w 5799173"/>
              <a:gd name="connsiteY45513" fmla="*/ 3121865 h 5017219"/>
              <a:gd name="connsiteX45514" fmla="*/ 996604 w 5799173"/>
              <a:gd name="connsiteY45514" fmla="*/ 3138564 h 5017219"/>
              <a:gd name="connsiteX45515" fmla="*/ 995440 w 5799173"/>
              <a:gd name="connsiteY45515" fmla="*/ 3139228 h 5017219"/>
              <a:gd name="connsiteX45516" fmla="*/ 3503906 w 5799173"/>
              <a:gd name="connsiteY45516" fmla="*/ 3816557 h 5017219"/>
              <a:gd name="connsiteX45517" fmla="*/ 3502742 w 5799173"/>
              <a:gd name="connsiteY45517" fmla="*/ 3815892 h 5017219"/>
              <a:gd name="connsiteX45518" fmla="*/ 3493105 w 5799173"/>
              <a:gd name="connsiteY45518" fmla="*/ 3799193 h 5017219"/>
              <a:gd name="connsiteX45519" fmla="*/ 3493105 w 5799173"/>
              <a:gd name="connsiteY45519" fmla="*/ 3797864 h 5017219"/>
              <a:gd name="connsiteX45520" fmla="*/ 3502742 w 5799173"/>
              <a:gd name="connsiteY45520" fmla="*/ 3781165 h 5017219"/>
              <a:gd name="connsiteX45521" fmla="*/ 3503906 w 5799173"/>
              <a:gd name="connsiteY45521" fmla="*/ 3780500 h 5017219"/>
              <a:gd name="connsiteX45522" fmla="*/ 3523263 w 5799173"/>
              <a:gd name="connsiteY45522" fmla="*/ 3780500 h 5017219"/>
              <a:gd name="connsiteX45523" fmla="*/ 3524426 w 5799173"/>
              <a:gd name="connsiteY45523" fmla="*/ 3781165 h 5017219"/>
              <a:gd name="connsiteX45524" fmla="*/ 3534064 w 5799173"/>
              <a:gd name="connsiteY45524" fmla="*/ 3797865 h 5017219"/>
              <a:gd name="connsiteX45525" fmla="*/ 3534064 w 5799173"/>
              <a:gd name="connsiteY45525" fmla="*/ 3799193 h 5017219"/>
              <a:gd name="connsiteX45526" fmla="*/ 3524426 w 5799173"/>
              <a:gd name="connsiteY45526" fmla="*/ 3815892 h 5017219"/>
              <a:gd name="connsiteX45527" fmla="*/ 3523263 w 5799173"/>
              <a:gd name="connsiteY45527" fmla="*/ 3816556 h 5017219"/>
              <a:gd name="connsiteX45528" fmla="*/ 3564092 w 5799173"/>
              <a:gd name="connsiteY45528" fmla="*/ 3832684 h 5017219"/>
              <a:gd name="connsiteX45529" fmla="*/ 3562929 w 5799173"/>
              <a:gd name="connsiteY45529" fmla="*/ 3832019 h 5017219"/>
              <a:gd name="connsiteX45530" fmla="*/ 3553292 w 5799173"/>
              <a:gd name="connsiteY45530" fmla="*/ 3815320 h 5017219"/>
              <a:gd name="connsiteX45531" fmla="*/ 3553292 w 5799173"/>
              <a:gd name="connsiteY45531" fmla="*/ 3813991 h 5017219"/>
              <a:gd name="connsiteX45532" fmla="*/ 3562929 w 5799173"/>
              <a:gd name="connsiteY45532" fmla="*/ 3797292 h 5017219"/>
              <a:gd name="connsiteX45533" fmla="*/ 3564092 w 5799173"/>
              <a:gd name="connsiteY45533" fmla="*/ 3796627 h 5017219"/>
              <a:gd name="connsiteX45534" fmla="*/ 3583450 w 5799173"/>
              <a:gd name="connsiteY45534" fmla="*/ 3796627 h 5017219"/>
              <a:gd name="connsiteX45535" fmla="*/ 3584613 w 5799173"/>
              <a:gd name="connsiteY45535" fmla="*/ 3797292 h 5017219"/>
              <a:gd name="connsiteX45536" fmla="*/ 3594250 w 5799173"/>
              <a:gd name="connsiteY45536" fmla="*/ 3813992 h 5017219"/>
              <a:gd name="connsiteX45537" fmla="*/ 3594250 w 5799173"/>
              <a:gd name="connsiteY45537" fmla="*/ 3815320 h 5017219"/>
              <a:gd name="connsiteX45538" fmla="*/ 3584613 w 5799173"/>
              <a:gd name="connsiteY45538" fmla="*/ 3832019 h 5017219"/>
              <a:gd name="connsiteX45539" fmla="*/ 3583450 w 5799173"/>
              <a:gd name="connsiteY45539" fmla="*/ 3832683 h 5017219"/>
              <a:gd name="connsiteX45540" fmla="*/ 3744651 w 5799173"/>
              <a:gd name="connsiteY45540" fmla="*/ 3881064 h 5017219"/>
              <a:gd name="connsiteX45541" fmla="*/ 3743488 w 5799173"/>
              <a:gd name="connsiteY45541" fmla="*/ 3880400 h 5017219"/>
              <a:gd name="connsiteX45542" fmla="*/ 3733851 w 5799173"/>
              <a:gd name="connsiteY45542" fmla="*/ 3863701 h 5017219"/>
              <a:gd name="connsiteX45543" fmla="*/ 3733851 w 5799173"/>
              <a:gd name="connsiteY45543" fmla="*/ 3862372 h 5017219"/>
              <a:gd name="connsiteX45544" fmla="*/ 3743488 w 5799173"/>
              <a:gd name="connsiteY45544" fmla="*/ 3845673 h 5017219"/>
              <a:gd name="connsiteX45545" fmla="*/ 3744651 w 5799173"/>
              <a:gd name="connsiteY45545" fmla="*/ 3845008 h 5017219"/>
              <a:gd name="connsiteX45546" fmla="*/ 3764009 w 5799173"/>
              <a:gd name="connsiteY45546" fmla="*/ 3845008 h 5017219"/>
              <a:gd name="connsiteX45547" fmla="*/ 3765172 w 5799173"/>
              <a:gd name="connsiteY45547" fmla="*/ 3845673 h 5017219"/>
              <a:gd name="connsiteX45548" fmla="*/ 3774809 w 5799173"/>
              <a:gd name="connsiteY45548" fmla="*/ 3862372 h 5017219"/>
              <a:gd name="connsiteX45549" fmla="*/ 3774809 w 5799173"/>
              <a:gd name="connsiteY45549" fmla="*/ 3863701 h 5017219"/>
              <a:gd name="connsiteX45550" fmla="*/ 3765172 w 5799173"/>
              <a:gd name="connsiteY45550" fmla="*/ 3880400 h 5017219"/>
              <a:gd name="connsiteX45551" fmla="*/ 3764009 w 5799173"/>
              <a:gd name="connsiteY45551" fmla="*/ 3881064 h 5017219"/>
              <a:gd name="connsiteX45552" fmla="*/ 3804837 w 5799173"/>
              <a:gd name="connsiteY45552" fmla="*/ 3897191 h 5017219"/>
              <a:gd name="connsiteX45553" fmla="*/ 3803674 w 5799173"/>
              <a:gd name="connsiteY45553" fmla="*/ 3896527 h 5017219"/>
              <a:gd name="connsiteX45554" fmla="*/ 3794037 w 5799173"/>
              <a:gd name="connsiteY45554" fmla="*/ 3879828 h 5017219"/>
              <a:gd name="connsiteX45555" fmla="*/ 3794037 w 5799173"/>
              <a:gd name="connsiteY45555" fmla="*/ 3878499 h 5017219"/>
              <a:gd name="connsiteX45556" fmla="*/ 3803674 w 5799173"/>
              <a:gd name="connsiteY45556" fmla="*/ 3861800 h 5017219"/>
              <a:gd name="connsiteX45557" fmla="*/ 3804837 w 5799173"/>
              <a:gd name="connsiteY45557" fmla="*/ 3861135 h 5017219"/>
              <a:gd name="connsiteX45558" fmla="*/ 3824194 w 5799173"/>
              <a:gd name="connsiteY45558" fmla="*/ 3861135 h 5017219"/>
              <a:gd name="connsiteX45559" fmla="*/ 3825357 w 5799173"/>
              <a:gd name="connsiteY45559" fmla="*/ 3861800 h 5017219"/>
              <a:gd name="connsiteX45560" fmla="*/ 3834995 w 5799173"/>
              <a:gd name="connsiteY45560" fmla="*/ 3878499 h 5017219"/>
              <a:gd name="connsiteX45561" fmla="*/ 3834995 w 5799173"/>
              <a:gd name="connsiteY45561" fmla="*/ 3879828 h 5017219"/>
              <a:gd name="connsiteX45562" fmla="*/ 3825358 w 5799173"/>
              <a:gd name="connsiteY45562" fmla="*/ 3896527 h 5017219"/>
              <a:gd name="connsiteX45563" fmla="*/ 3824194 w 5799173"/>
              <a:gd name="connsiteY45563" fmla="*/ 3897191 h 5017219"/>
              <a:gd name="connsiteX45564" fmla="*/ 4828002 w 5799173"/>
              <a:gd name="connsiteY45564" fmla="*/ 4171347 h 5017219"/>
              <a:gd name="connsiteX45565" fmla="*/ 4826839 w 5799173"/>
              <a:gd name="connsiteY45565" fmla="*/ 4170683 h 5017219"/>
              <a:gd name="connsiteX45566" fmla="*/ 4817202 w 5799173"/>
              <a:gd name="connsiteY45566" fmla="*/ 4153984 h 5017219"/>
              <a:gd name="connsiteX45567" fmla="*/ 4817202 w 5799173"/>
              <a:gd name="connsiteY45567" fmla="*/ 4152655 h 5017219"/>
              <a:gd name="connsiteX45568" fmla="*/ 4826839 w 5799173"/>
              <a:gd name="connsiteY45568" fmla="*/ 4135956 h 5017219"/>
              <a:gd name="connsiteX45569" fmla="*/ 4828002 w 5799173"/>
              <a:gd name="connsiteY45569" fmla="*/ 4135291 h 5017219"/>
              <a:gd name="connsiteX45570" fmla="*/ 4847360 w 5799173"/>
              <a:gd name="connsiteY45570" fmla="*/ 4135291 h 5017219"/>
              <a:gd name="connsiteX45571" fmla="*/ 4848523 w 5799173"/>
              <a:gd name="connsiteY45571" fmla="*/ 4135956 h 5017219"/>
              <a:gd name="connsiteX45572" fmla="*/ 4858160 w 5799173"/>
              <a:gd name="connsiteY45572" fmla="*/ 4152655 h 5017219"/>
              <a:gd name="connsiteX45573" fmla="*/ 4858160 w 5799173"/>
              <a:gd name="connsiteY45573" fmla="*/ 4153984 h 5017219"/>
              <a:gd name="connsiteX45574" fmla="*/ 4848523 w 5799173"/>
              <a:gd name="connsiteY45574" fmla="*/ 4170683 h 5017219"/>
              <a:gd name="connsiteX45575" fmla="*/ 4847360 w 5799173"/>
              <a:gd name="connsiteY45575" fmla="*/ 4171347 h 5017219"/>
              <a:gd name="connsiteX45576" fmla="*/ 855661 w 5799173"/>
              <a:gd name="connsiteY45576" fmla="*/ 3107052 h 5017219"/>
              <a:gd name="connsiteX45577" fmla="*/ 854498 w 5799173"/>
              <a:gd name="connsiteY45577" fmla="*/ 3106387 h 5017219"/>
              <a:gd name="connsiteX45578" fmla="*/ 844778 w 5799173"/>
              <a:gd name="connsiteY45578" fmla="*/ 3089522 h 5017219"/>
              <a:gd name="connsiteX45579" fmla="*/ 844778 w 5799173"/>
              <a:gd name="connsiteY45579" fmla="*/ 3088110 h 5017219"/>
              <a:gd name="connsiteX45580" fmla="*/ 854498 w 5799173"/>
              <a:gd name="connsiteY45580" fmla="*/ 3071245 h 5017219"/>
              <a:gd name="connsiteX45581" fmla="*/ 855661 w 5799173"/>
              <a:gd name="connsiteY45581" fmla="*/ 3070580 h 5017219"/>
              <a:gd name="connsiteX45582" fmla="*/ 875102 w 5799173"/>
              <a:gd name="connsiteY45582" fmla="*/ 3070580 h 5017219"/>
              <a:gd name="connsiteX45583" fmla="*/ 876265 w 5799173"/>
              <a:gd name="connsiteY45583" fmla="*/ 3071245 h 5017219"/>
              <a:gd name="connsiteX45584" fmla="*/ 885985 w 5799173"/>
              <a:gd name="connsiteY45584" fmla="*/ 3088110 h 5017219"/>
              <a:gd name="connsiteX45585" fmla="*/ 885985 w 5799173"/>
              <a:gd name="connsiteY45585" fmla="*/ 3089522 h 5017219"/>
              <a:gd name="connsiteX45586" fmla="*/ 876265 w 5799173"/>
              <a:gd name="connsiteY45586" fmla="*/ 3106387 h 5017219"/>
              <a:gd name="connsiteX45587" fmla="*/ 875102 w 5799173"/>
              <a:gd name="connsiteY45587" fmla="*/ 3107052 h 5017219"/>
              <a:gd name="connsiteX45588" fmla="*/ 3684414 w 5799173"/>
              <a:gd name="connsiteY45588" fmla="*/ 3865015 h 5017219"/>
              <a:gd name="connsiteX45589" fmla="*/ 3683251 w 5799173"/>
              <a:gd name="connsiteY45589" fmla="*/ 3864349 h 5017219"/>
              <a:gd name="connsiteX45590" fmla="*/ 3673532 w 5799173"/>
              <a:gd name="connsiteY45590" fmla="*/ 3847485 h 5017219"/>
              <a:gd name="connsiteX45591" fmla="*/ 3673532 w 5799173"/>
              <a:gd name="connsiteY45591" fmla="*/ 3846072 h 5017219"/>
              <a:gd name="connsiteX45592" fmla="*/ 3683252 w 5799173"/>
              <a:gd name="connsiteY45592" fmla="*/ 3829208 h 5017219"/>
              <a:gd name="connsiteX45593" fmla="*/ 3684415 w 5799173"/>
              <a:gd name="connsiteY45593" fmla="*/ 3828543 h 5017219"/>
              <a:gd name="connsiteX45594" fmla="*/ 3703855 w 5799173"/>
              <a:gd name="connsiteY45594" fmla="*/ 3828543 h 5017219"/>
              <a:gd name="connsiteX45595" fmla="*/ 3705019 w 5799173"/>
              <a:gd name="connsiteY45595" fmla="*/ 3829207 h 5017219"/>
              <a:gd name="connsiteX45596" fmla="*/ 3714739 w 5799173"/>
              <a:gd name="connsiteY45596" fmla="*/ 3846073 h 5017219"/>
              <a:gd name="connsiteX45597" fmla="*/ 3714739 w 5799173"/>
              <a:gd name="connsiteY45597" fmla="*/ 3847485 h 5017219"/>
              <a:gd name="connsiteX45598" fmla="*/ 3705019 w 5799173"/>
              <a:gd name="connsiteY45598" fmla="*/ 3864350 h 5017219"/>
              <a:gd name="connsiteX45599" fmla="*/ 3703855 w 5799173"/>
              <a:gd name="connsiteY45599" fmla="*/ 3865015 h 5017219"/>
              <a:gd name="connsiteX45600" fmla="*/ 3864973 w 5799173"/>
              <a:gd name="connsiteY45600" fmla="*/ 3913395 h 5017219"/>
              <a:gd name="connsiteX45601" fmla="*/ 3863810 w 5799173"/>
              <a:gd name="connsiteY45601" fmla="*/ 3912730 h 5017219"/>
              <a:gd name="connsiteX45602" fmla="*/ 3854090 w 5799173"/>
              <a:gd name="connsiteY45602" fmla="*/ 3895865 h 5017219"/>
              <a:gd name="connsiteX45603" fmla="*/ 3854090 w 5799173"/>
              <a:gd name="connsiteY45603" fmla="*/ 3894453 h 5017219"/>
              <a:gd name="connsiteX45604" fmla="*/ 3863810 w 5799173"/>
              <a:gd name="connsiteY45604" fmla="*/ 3877588 h 5017219"/>
              <a:gd name="connsiteX45605" fmla="*/ 3864973 w 5799173"/>
              <a:gd name="connsiteY45605" fmla="*/ 3876923 h 5017219"/>
              <a:gd name="connsiteX45606" fmla="*/ 3884414 w 5799173"/>
              <a:gd name="connsiteY45606" fmla="*/ 3876923 h 5017219"/>
              <a:gd name="connsiteX45607" fmla="*/ 3885577 w 5799173"/>
              <a:gd name="connsiteY45607" fmla="*/ 3877588 h 5017219"/>
              <a:gd name="connsiteX45608" fmla="*/ 3895297 w 5799173"/>
              <a:gd name="connsiteY45608" fmla="*/ 3894453 h 5017219"/>
              <a:gd name="connsiteX45609" fmla="*/ 3895297 w 5799173"/>
              <a:gd name="connsiteY45609" fmla="*/ 3895865 h 5017219"/>
              <a:gd name="connsiteX45610" fmla="*/ 3885577 w 5799173"/>
              <a:gd name="connsiteY45610" fmla="*/ 3912730 h 5017219"/>
              <a:gd name="connsiteX45611" fmla="*/ 3884414 w 5799173"/>
              <a:gd name="connsiteY45611" fmla="*/ 3913395 h 5017219"/>
              <a:gd name="connsiteX45612" fmla="*/ 1036137 w 5799173"/>
              <a:gd name="connsiteY45612" fmla="*/ 3155516 h 5017219"/>
              <a:gd name="connsiteX45613" fmla="*/ 1034974 w 5799173"/>
              <a:gd name="connsiteY45613" fmla="*/ 3154851 h 5017219"/>
              <a:gd name="connsiteX45614" fmla="*/ 1025254 w 5799173"/>
              <a:gd name="connsiteY45614" fmla="*/ 3137903 h 5017219"/>
              <a:gd name="connsiteX45615" fmla="*/ 1025254 w 5799173"/>
              <a:gd name="connsiteY45615" fmla="*/ 3136491 h 5017219"/>
              <a:gd name="connsiteX45616" fmla="*/ 1035057 w 5799173"/>
              <a:gd name="connsiteY45616" fmla="*/ 3119543 h 5017219"/>
              <a:gd name="connsiteX45617" fmla="*/ 1036221 w 5799173"/>
              <a:gd name="connsiteY45617" fmla="*/ 3118878 h 5017219"/>
              <a:gd name="connsiteX45618" fmla="*/ 1055744 w 5799173"/>
              <a:gd name="connsiteY45618" fmla="*/ 3118878 h 5017219"/>
              <a:gd name="connsiteX45619" fmla="*/ 1056907 w 5799173"/>
              <a:gd name="connsiteY45619" fmla="*/ 3119543 h 5017219"/>
              <a:gd name="connsiteX45620" fmla="*/ 1066627 w 5799173"/>
              <a:gd name="connsiteY45620" fmla="*/ 3136491 h 5017219"/>
              <a:gd name="connsiteX45621" fmla="*/ 1066627 w 5799173"/>
              <a:gd name="connsiteY45621" fmla="*/ 3137903 h 5017219"/>
              <a:gd name="connsiteX45622" fmla="*/ 1056824 w 5799173"/>
              <a:gd name="connsiteY45622" fmla="*/ 3154851 h 5017219"/>
              <a:gd name="connsiteX45623" fmla="*/ 1055661 w 5799173"/>
              <a:gd name="connsiteY45623" fmla="*/ 3155516 h 5017219"/>
              <a:gd name="connsiteX45624" fmla="*/ 1577813 w 5799173"/>
              <a:gd name="connsiteY45624" fmla="*/ 3300657 h 5017219"/>
              <a:gd name="connsiteX45625" fmla="*/ 1576650 w 5799173"/>
              <a:gd name="connsiteY45625" fmla="*/ 3299992 h 5017219"/>
              <a:gd name="connsiteX45626" fmla="*/ 1566929 w 5799173"/>
              <a:gd name="connsiteY45626" fmla="*/ 3283044 h 5017219"/>
              <a:gd name="connsiteX45627" fmla="*/ 1566930 w 5799173"/>
              <a:gd name="connsiteY45627" fmla="*/ 3281632 h 5017219"/>
              <a:gd name="connsiteX45628" fmla="*/ 1576733 w 5799173"/>
              <a:gd name="connsiteY45628" fmla="*/ 3264685 h 5017219"/>
              <a:gd name="connsiteX45629" fmla="*/ 1577897 w 5799173"/>
              <a:gd name="connsiteY45629" fmla="*/ 3264019 h 5017219"/>
              <a:gd name="connsiteX45630" fmla="*/ 1597420 w 5799173"/>
              <a:gd name="connsiteY45630" fmla="*/ 3264019 h 5017219"/>
              <a:gd name="connsiteX45631" fmla="*/ 1598583 w 5799173"/>
              <a:gd name="connsiteY45631" fmla="*/ 3264685 h 5017219"/>
              <a:gd name="connsiteX45632" fmla="*/ 1608302 w 5799173"/>
              <a:gd name="connsiteY45632" fmla="*/ 3281633 h 5017219"/>
              <a:gd name="connsiteX45633" fmla="*/ 1608303 w 5799173"/>
              <a:gd name="connsiteY45633" fmla="*/ 3283044 h 5017219"/>
              <a:gd name="connsiteX45634" fmla="*/ 1598500 w 5799173"/>
              <a:gd name="connsiteY45634" fmla="*/ 3299992 h 5017219"/>
              <a:gd name="connsiteX45635" fmla="*/ 1597336 w 5799173"/>
              <a:gd name="connsiteY45635" fmla="*/ 3300658 h 5017219"/>
              <a:gd name="connsiteX45636" fmla="*/ 1096325 w 5799173"/>
              <a:gd name="connsiteY45636" fmla="*/ 3171725 h 5017219"/>
              <a:gd name="connsiteX45637" fmla="*/ 1095161 w 5799173"/>
              <a:gd name="connsiteY45637" fmla="*/ 3171060 h 5017219"/>
              <a:gd name="connsiteX45638" fmla="*/ 1085358 w 5799173"/>
              <a:gd name="connsiteY45638" fmla="*/ 3154029 h 5017219"/>
              <a:gd name="connsiteX45639" fmla="*/ 1085358 w 5799173"/>
              <a:gd name="connsiteY45639" fmla="*/ 3152617 h 5017219"/>
              <a:gd name="connsiteX45640" fmla="*/ 1095161 w 5799173"/>
              <a:gd name="connsiteY45640" fmla="*/ 3135586 h 5017219"/>
              <a:gd name="connsiteX45641" fmla="*/ 1096325 w 5799173"/>
              <a:gd name="connsiteY45641" fmla="*/ 3134921 h 5017219"/>
              <a:gd name="connsiteX45642" fmla="*/ 1115931 w 5799173"/>
              <a:gd name="connsiteY45642" fmla="*/ 3134921 h 5017219"/>
              <a:gd name="connsiteX45643" fmla="*/ 1117094 w 5799173"/>
              <a:gd name="connsiteY45643" fmla="*/ 3135586 h 5017219"/>
              <a:gd name="connsiteX45644" fmla="*/ 1126898 w 5799173"/>
              <a:gd name="connsiteY45644" fmla="*/ 3152617 h 5017219"/>
              <a:gd name="connsiteX45645" fmla="*/ 1126898 w 5799173"/>
              <a:gd name="connsiteY45645" fmla="*/ 3154029 h 5017219"/>
              <a:gd name="connsiteX45646" fmla="*/ 1117094 w 5799173"/>
              <a:gd name="connsiteY45646" fmla="*/ 3171060 h 5017219"/>
              <a:gd name="connsiteX45647" fmla="*/ 1115930 w 5799173"/>
              <a:gd name="connsiteY45647" fmla="*/ 3171725 h 5017219"/>
              <a:gd name="connsiteX45648" fmla="*/ 1216593 w 5799173"/>
              <a:gd name="connsiteY45648" fmla="*/ 3204131 h 5017219"/>
              <a:gd name="connsiteX45649" fmla="*/ 1215347 w 5799173"/>
              <a:gd name="connsiteY45649" fmla="*/ 3203467 h 5017219"/>
              <a:gd name="connsiteX45650" fmla="*/ 1205460 w 5799173"/>
              <a:gd name="connsiteY45650" fmla="*/ 3186352 h 5017219"/>
              <a:gd name="connsiteX45651" fmla="*/ 1205460 w 5799173"/>
              <a:gd name="connsiteY45651" fmla="*/ 3184940 h 5017219"/>
              <a:gd name="connsiteX45652" fmla="*/ 1215347 w 5799173"/>
              <a:gd name="connsiteY45652" fmla="*/ 3167826 h 5017219"/>
              <a:gd name="connsiteX45653" fmla="*/ 1216593 w 5799173"/>
              <a:gd name="connsiteY45653" fmla="*/ 3167161 h 5017219"/>
              <a:gd name="connsiteX45654" fmla="*/ 1236283 w 5799173"/>
              <a:gd name="connsiteY45654" fmla="*/ 3167161 h 5017219"/>
              <a:gd name="connsiteX45655" fmla="*/ 1237529 w 5799173"/>
              <a:gd name="connsiteY45655" fmla="*/ 3167826 h 5017219"/>
              <a:gd name="connsiteX45656" fmla="*/ 1247415 w 5799173"/>
              <a:gd name="connsiteY45656" fmla="*/ 3184940 h 5017219"/>
              <a:gd name="connsiteX45657" fmla="*/ 1247415 w 5799173"/>
              <a:gd name="connsiteY45657" fmla="*/ 3186352 h 5017219"/>
              <a:gd name="connsiteX45658" fmla="*/ 1237529 w 5799173"/>
              <a:gd name="connsiteY45658" fmla="*/ 3203467 h 5017219"/>
              <a:gd name="connsiteX45659" fmla="*/ 1236283 w 5799173"/>
              <a:gd name="connsiteY45659" fmla="*/ 3204131 h 5017219"/>
              <a:gd name="connsiteX45660" fmla="*/ 4285945 w 5799173"/>
              <a:gd name="connsiteY45660" fmla="*/ 4026948 h 5017219"/>
              <a:gd name="connsiteX45661" fmla="*/ 4284699 w 5799173"/>
              <a:gd name="connsiteY45661" fmla="*/ 4026200 h 5017219"/>
              <a:gd name="connsiteX45662" fmla="*/ 4274646 w 5799173"/>
              <a:gd name="connsiteY45662" fmla="*/ 4008754 h 5017219"/>
              <a:gd name="connsiteX45663" fmla="*/ 4274646 w 5799173"/>
              <a:gd name="connsiteY45663" fmla="*/ 4007341 h 5017219"/>
              <a:gd name="connsiteX45664" fmla="*/ 4284699 w 5799173"/>
              <a:gd name="connsiteY45664" fmla="*/ 3989895 h 5017219"/>
              <a:gd name="connsiteX45665" fmla="*/ 4285945 w 5799173"/>
              <a:gd name="connsiteY45665" fmla="*/ 3989147 h 5017219"/>
              <a:gd name="connsiteX45666" fmla="*/ 4306050 w 5799173"/>
              <a:gd name="connsiteY45666" fmla="*/ 3989147 h 5017219"/>
              <a:gd name="connsiteX45667" fmla="*/ 4307296 w 5799173"/>
              <a:gd name="connsiteY45667" fmla="*/ 3989895 h 5017219"/>
              <a:gd name="connsiteX45668" fmla="*/ 4317349 w 5799173"/>
              <a:gd name="connsiteY45668" fmla="*/ 4007341 h 5017219"/>
              <a:gd name="connsiteX45669" fmla="*/ 4317349 w 5799173"/>
              <a:gd name="connsiteY45669" fmla="*/ 4008754 h 5017219"/>
              <a:gd name="connsiteX45670" fmla="*/ 4307296 w 5799173"/>
              <a:gd name="connsiteY45670" fmla="*/ 4026200 h 5017219"/>
              <a:gd name="connsiteX45671" fmla="*/ 4306050 w 5799173"/>
              <a:gd name="connsiteY45671" fmla="*/ 4026948 h 5017219"/>
              <a:gd name="connsiteX45672" fmla="*/ 1156259 w 5799173"/>
              <a:gd name="connsiteY45672" fmla="*/ 3188351 h 5017219"/>
              <a:gd name="connsiteX45673" fmla="*/ 1155014 w 5799173"/>
              <a:gd name="connsiteY45673" fmla="*/ 3187603 h 5017219"/>
              <a:gd name="connsiteX45674" fmla="*/ 1144961 w 5799173"/>
              <a:gd name="connsiteY45674" fmla="*/ 3170158 h 5017219"/>
              <a:gd name="connsiteX45675" fmla="*/ 1144962 w 5799173"/>
              <a:gd name="connsiteY45675" fmla="*/ 3168744 h 5017219"/>
              <a:gd name="connsiteX45676" fmla="*/ 1155013 w 5799173"/>
              <a:gd name="connsiteY45676" fmla="*/ 3151299 h 5017219"/>
              <a:gd name="connsiteX45677" fmla="*/ 1156259 w 5799173"/>
              <a:gd name="connsiteY45677" fmla="*/ 3150551 h 5017219"/>
              <a:gd name="connsiteX45678" fmla="*/ 1176366 w 5799173"/>
              <a:gd name="connsiteY45678" fmla="*/ 3150551 h 5017219"/>
              <a:gd name="connsiteX45679" fmla="*/ 1177611 w 5799173"/>
              <a:gd name="connsiteY45679" fmla="*/ 3151298 h 5017219"/>
              <a:gd name="connsiteX45680" fmla="*/ 1187664 w 5799173"/>
              <a:gd name="connsiteY45680" fmla="*/ 3168744 h 5017219"/>
              <a:gd name="connsiteX45681" fmla="*/ 1187664 w 5799173"/>
              <a:gd name="connsiteY45681" fmla="*/ 3170157 h 5017219"/>
              <a:gd name="connsiteX45682" fmla="*/ 1177612 w 5799173"/>
              <a:gd name="connsiteY45682" fmla="*/ 3187604 h 5017219"/>
              <a:gd name="connsiteX45683" fmla="*/ 1176365 w 5799173"/>
              <a:gd name="connsiteY45683" fmla="*/ 3188352 h 5017219"/>
              <a:gd name="connsiteX45684" fmla="*/ 1336818 w 5799173"/>
              <a:gd name="connsiteY45684" fmla="*/ 3236732 h 5017219"/>
              <a:gd name="connsiteX45685" fmla="*/ 1335572 w 5799173"/>
              <a:gd name="connsiteY45685" fmla="*/ 3235984 h 5017219"/>
              <a:gd name="connsiteX45686" fmla="*/ 1325520 w 5799173"/>
              <a:gd name="connsiteY45686" fmla="*/ 3218538 h 5017219"/>
              <a:gd name="connsiteX45687" fmla="*/ 1325520 w 5799173"/>
              <a:gd name="connsiteY45687" fmla="*/ 3217125 h 5017219"/>
              <a:gd name="connsiteX45688" fmla="*/ 1335572 w 5799173"/>
              <a:gd name="connsiteY45688" fmla="*/ 3199679 h 5017219"/>
              <a:gd name="connsiteX45689" fmla="*/ 1336818 w 5799173"/>
              <a:gd name="connsiteY45689" fmla="*/ 3198931 h 5017219"/>
              <a:gd name="connsiteX45690" fmla="*/ 1356924 w 5799173"/>
              <a:gd name="connsiteY45690" fmla="*/ 3198931 h 5017219"/>
              <a:gd name="connsiteX45691" fmla="*/ 1358170 w 5799173"/>
              <a:gd name="connsiteY45691" fmla="*/ 3199679 h 5017219"/>
              <a:gd name="connsiteX45692" fmla="*/ 1368223 w 5799173"/>
              <a:gd name="connsiteY45692" fmla="*/ 3217125 h 5017219"/>
              <a:gd name="connsiteX45693" fmla="*/ 1368223 w 5799173"/>
              <a:gd name="connsiteY45693" fmla="*/ 3218538 h 5017219"/>
              <a:gd name="connsiteX45694" fmla="*/ 1358170 w 5799173"/>
              <a:gd name="connsiteY45694" fmla="*/ 3235984 h 5017219"/>
              <a:gd name="connsiteX45695" fmla="*/ 1356924 w 5799173"/>
              <a:gd name="connsiteY45695" fmla="*/ 3236732 h 5017219"/>
              <a:gd name="connsiteX45696" fmla="*/ 1276550 w 5799173"/>
              <a:gd name="connsiteY45696" fmla="*/ 3220687 h 5017219"/>
              <a:gd name="connsiteX45697" fmla="*/ 1275304 w 5799173"/>
              <a:gd name="connsiteY45697" fmla="*/ 3219940 h 5017219"/>
              <a:gd name="connsiteX45698" fmla="*/ 1265168 w 5799173"/>
              <a:gd name="connsiteY45698" fmla="*/ 3202410 h 5017219"/>
              <a:gd name="connsiteX45699" fmla="*/ 1265168 w 5799173"/>
              <a:gd name="connsiteY45699" fmla="*/ 3200998 h 5017219"/>
              <a:gd name="connsiteX45700" fmla="*/ 1275304 w 5799173"/>
              <a:gd name="connsiteY45700" fmla="*/ 3183468 h 5017219"/>
              <a:gd name="connsiteX45701" fmla="*/ 1276550 w 5799173"/>
              <a:gd name="connsiteY45701" fmla="*/ 3182720 h 5017219"/>
              <a:gd name="connsiteX45702" fmla="*/ 1296821 w 5799173"/>
              <a:gd name="connsiteY45702" fmla="*/ 3182720 h 5017219"/>
              <a:gd name="connsiteX45703" fmla="*/ 1298067 w 5799173"/>
              <a:gd name="connsiteY45703" fmla="*/ 3183468 h 5017219"/>
              <a:gd name="connsiteX45704" fmla="*/ 1308203 w 5799173"/>
              <a:gd name="connsiteY45704" fmla="*/ 3200998 h 5017219"/>
              <a:gd name="connsiteX45705" fmla="*/ 1308203 w 5799173"/>
              <a:gd name="connsiteY45705" fmla="*/ 3202410 h 5017219"/>
              <a:gd name="connsiteX45706" fmla="*/ 1298067 w 5799173"/>
              <a:gd name="connsiteY45706" fmla="*/ 3219940 h 5017219"/>
              <a:gd name="connsiteX45707" fmla="*/ 1296821 w 5799173"/>
              <a:gd name="connsiteY45707" fmla="*/ 3220687 h 5017219"/>
              <a:gd name="connsiteX45708" fmla="*/ 1517213 w 5799173"/>
              <a:gd name="connsiteY45708" fmla="*/ 3285278 h 5017219"/>
              <a:gd name="connsiteX45709" fmla="*/ 1515967 w 5799173"/>
              <a:gd name="connsiteY45709" fmla="*/ 3284531 h 5017219"/>
              <a:gd name="connsiteX45710" fmla="*/ 1505831 w 5799173"/>
              <a:gd name="connsiteY45710" fmla="*/ 3266918 h 5017219"/>
              <a:gd name="connsiteX45711" fmla="*/ 1505831 w 5799173"/>
              <a:gd name="connsiteY45711" fmla="*/ 3265506 h 5017219"/>
              <a:gd name="connsiteX45712" fmla="*/ 1516050 w 5799173"/>
              <a:gd name="connsiteY45712" fmla="*/ 3247893 h 5017219"/>
              <a:gd name="connsiteX45713" fmla="*/ 1517296 w 5799173"/>
              <a:gd name="connsiteY45713" fmla="*/ 3247145 h 5017219"/>
              <a:gd name="connsiteX45714" fmla="*/ 1537650 w 5799173"/>
              <a:gd name="connsiteY45714" fmla="*/ 3247145 h 5017219"/>
              <a:gd name="connsiteX45715" fmla="*/ 1538895 w 5799173"/>
              <a:gd name="connsiteY45715" fmla="*/ 3247893 h 5017219"/>
              <a:gd name="connsiteX45716" fmla="*/ 1549032 w 5799173"/>
              <a:gd name="connsiteY45716" fmla="*/ 3265506 h 5017219"/>
              <a:gd name="connsiteX45717" fmla="*/ 1549032 w 5799173"/>
              <a:gd name="connsiteY45717" fmla="*/ 3266918 h 5017219"/>
              <a:gd name="connsiteX45718" fmla="*/ 1538813 w 5799173"/>
              <a:gd name="connsiteY45718" fmla="*/ 3284531 h 5017219"/>
              <a:gd name="connsiteX45719" fmla="*/ 1537567 w 5799173"/>
              <a:gd name="connsiteY45719" fmla="*/ 3285278 h 5017219"/>
              <a:gd name="connsiteX45720" fmla="*/ 4767247 w 5799173"/>
              <a:gd name="connsiteY45720" fmla="*/ 4156291 h 5017219"/>
              <a:gd name="connsiteX45721" fmla="*/ 4766001 w 5799173"/>
              <a:gd name="connsiteY45721" fmla="*/ 4155544 h 5017219"/>
              <a:gd name="connsiteX45722" fmla="*/ 4755782 w 5799173"/>
              <a:gd name="connsiteY45722" fmla="*/ 4137848 h 5017219"/>
              <a:gd name="connsiteX45723" fmla="*/ 4755782 w 5799173"/>
              <a:gd name="connsiteY45723" fmla="*/ 4136436 h 5017219"/>
              <a:gd name="connsiteX45724" fmla="*/ 4766001 w 5799173"/>
              <a:gd name="connsiteY45724" fmla="*/ 4118740 h 5017219"/>
              <a:gd name="connsiteX45725" fmla="*/ 4767247 w 5799173"/>
              <a:gd name="connsiteY45725" fmla="*/ 4117992 h 5017219"/>
              <a:gd name="connsiteX45726" fmla="*/ 4787684 w 5799173"/>
              <a:gd name="connsiteY45726" fmla="*/ 4117992 h 5017219"/>
              <a:gd name="connsiteX45727" fmla="*/ 4788931 w 5799173"/>
              <a:gd name="connsiteY45727" fmla="*/ 4118740 h 5017219"/>
              <a:gd name="connsiteX45728" fmla="*/ 4799149 w 5799173"/>
              <a:gd name="connsiteY45728" fmla="*/ 4136436 h 5017219"/>
              <a:gd name="connsiteX45729" fmla="*/ 4799149 w 5799173"/>
              <a:gd name="connsiteY45729" fmla="*/ 4137848 h 5017219"/>
              <a:gd name="connsiteX45730" fmla="*/ 4788931 w 5799173"/>
              <a:gd name="connsiteY45730" fmla="*/ 4155544 h 5017219"/>
              <a:gd name="connsiteX45731" fmla="*/ 4787684 w 5799173"/>
              <a:gd name="connsiteY45731" fmla="*/ 4156291 h 5017219"/>
              <a:gd name="connsiteX45732" fmla="*/ 1456923 w 5799173"/>
              <a:gd name="connsiteY45732" fmla="*/ 3269387 h 5017219"/>
              <a:gd name="connsiteX45733" fmla="*/ 1455677 w 5799173"/>
              <a:gd name="connsiteY45733" fmla="*/ 3268639 h 5017219"/>
              <a:gd name="connsiteX45734" fmla="*/ 1445375 w 5799173"/>
              <a:gd name="connsiteY45734" fmla="*/ 3250860 h 5017219"/>
              <a:gd name="connsiteX45735" fmla="*/ 1445375 w 5799173"/>
              <a:gd name="connsiteY45735" fmla="*/ 3249448 h 5017219"/>
              <a:gd name="connsiteX45736" fmla="*/ 1455677 w 5799173"/>
              <a:gd name="connsiteY45736" fmla="*/ 3231669 h 5017219"/>
              <a:gd name="connsiteX45737" fmla="*/ 1456923 w 5799173"/>
              <a:gd name="connsiteY45737" fmla="*/ 3230921 h 5017219"/>
              <a:gd name="connsiteX45738" fmla="*/ 1477444 w 5799173"/>
              <a:gd name="connsiteY45738" fmla="*/ 3230921 h 5017219"/>
              <a:gd name="connsiteX45739" fmla="*/ 1478690 w 5799173"/>
              <a:gd name="connsiteY45739" fmla="*/ 3231669 h 5017219"/>
              <a:gd name="connsiteX45740" fmla="*/ 1488992 w 5799173"/>
              <a:gd name="connsiteY45740" fmla="*/ 3249449 h 5017219"/>
              <a:gd name="connsiteX45741" fmla="*/ 1488992 w 5799173"/>
              <a:gd name="connsiteY45741" fmla="*/ 3250860 h 5017219"/>
              <a:gd name="connsiteX45742" fmla="*/ 1478690 w 5799173"/>
              <a:gd name="connsiteY45742" fmla="*/ 3268640 h 5017219"/>
              <a:gd name="connsiteX45743" fmla="*/ 1477444 w 5799173"/>
              <a:gd name="connsiteY45743" fmla="*/ 3269388 h 5017219"/>
              <a:gd name="connsiteX45744" fmla="*/ 4706979 w 5799173"/>
              <a:gd name="connsiteY45744" fmla="*/ 4140237 h 5017219"/>
              <a:gd name="connsiteX45745" fmla="*/ 4705733 w 5799173"/>
              <a:gd name="connsiteY45745" fmla="*/ 4139489 h 5017219"/>
              <a:gd name="connsiteX45746" fmla="*/ 4695431 w 5799173"/>
              <a:gd name="connsiteY45746" fmla="*/ 4121710 h 5017219"/>
              <a:gd name="connsiteX45747" fmla="*/ 4695431 w 5799173"/>
              <a:gd name="connsiteY45747" fmla="*/ 4120298 h 5017219"/>
              <a:gd name="connsiteX45748" fmla="*/ 4705733 w 5799173"/>
              <a:gd name="connsiteY45748" fmla="*/ 4102519 h 5017219"/>
              <a:gd name="connsiteX45749" fmla="*/ 4706979 w 5799173"/>
              <a:gd name="connsiteY45749" fmla="*/ 4101771 h 5017219"/>
              <a:gd name="connsiteX45750" fmla="*/ 4727499 w 5799173"/>
              <a:gd name="connsiteY45750" fmla="*/ 4101771 h 5017219"/>
              <a:gd name="connsiteX45751" fmla="*/ 4728746 w 5799173"/>
              <a:gd name="connsiteY45751" fmla="*/ 4102519 h 5017219"/>
              <a:gd name="connsiteX45752" fmla="*/ 4739047 w 5799173"/>
              <a:gd name="connsiteY45752" fmla="*/ 4120298 h 5017219"/>
              <a:gd name="connsiteX45753" fmla="*/ 4739047 w 5799173"/>
              <a:gd name="connsiteY45753" fmla="*/ 4121710 h 5017219"/>
              <a:gd name="connsiteX45754" fmla="*/ 4728746 w 5799173"/>
              <a:gd name="connsiteY45754" fmla="*/ 4139489 h 5017219"/>
              <a:gd name="connsiteX45755" fmla="*/ 4727499 w 5799173"/>
              <a:gd name="connsiteY45755" fmla="*/ 4140238 h 5017219"/>
              <a:gd name="connsiteX45756" fmla="*/ 1396744 w 5799173"/>
              <a:gd name="connsiteY45756" fmla="*/ 3253366 h 5017219"/>
              <a:gd name="connsiteX45757" fmla="*/ 1395497 w 5799173"/>
              <a:gd name="connsiteY45757" fmla="*/ 3252618 h 5017219"/>
              <a:gd name="connsiteX45758" fmla="*/ 1385196 w 5799173"/>
              <a:gd name="connsiteY45758" fmla="*/ 3234756 h 5017219"/>
              <a:gd name="connsiteX45759" fmla="*/ 1385196 w 5799173"/>
              <a:gd name="connsiteY45759" fmla="*/ 3233261 h 5017219"/>
              <a:gd name="connsiteX45760" fmla="*/ 1395497 w 5799173"/>
              <a:gd name="connsiteY45760" fmla="*/ 3215399 h 5017219"/>
              <a:gd name="connsiteX45761" fmla="*/ 1396744 w 5799173"/>
              <a:gd name="connsiteY45761" fmla="*/ 3214651 h 5017219"/>
              <a:gd name="connsiteX45762" fmla="*/ 1417430 w 5799173"/>
              <a:gd name="connsiteY45762" fmla="*/ 3214651 h 5017219"/>
              <a:gd name="connsiteX45763" fmla="*/ 1418677 w 5799173"/>
              <a:gd name="connsiteY45763" fmla="*/ 3215399 h 5017219"/>
              <a:gd name="connsiteX45764" fmla="*/ 1428979 w 5799173"/>
              <a:gd name="connsiteY45764" fmla="*/ 3233261 h 5017219"/>
              <a:gd name="connsiteX45765" fmla="*/ 1428979 w 5799173"/>
              <a:gd name="connsiteY45765" fmla="*/ 3234756 h 5017219"/>
              <a:gd name="connsiteX45766" fmla="*/ 1418677 w 5799173"/>
              <a:gd name="connsiteY45766" fmla="*/ 3252618 h 5017219"/>
              <a:gd name="connsiteX45767" fmla="*/ 1417430 w 5799173"/>
              <a:gd name="connsiteY45767" fmla="*/ 3253366 h 5017219"/>
              <a:gd name="connsiteX45768" fmla="*/ 2118897 w 5799173"/>
              <a:gd name="connsiteY45768" fmla="*/ 3446961 h 5017219"/>
              <a:gd name="connsiteX45769" fmla="*/ 2117652 w 5799173"/>
              <a:gd name="connsiteY45769" fmla="*/ 3446213 h 5017219"/>
              <a:gd name="connsiteX45770" fmla="*/ 2107267 w 5799173"/>
              <a:gd name="connsiteY45770" fmla="*/ 3428268 h 5017219"/>
              <a:gd name="connsiteX45771" fmla="*/ 2107267 w 5799173"/>
              <a:gd name="connsiteY45771" fmla="*/ 3426773 h 5017219"/>
              <a:gd name="connsiteX45772" fmla="*/ 2117652 w 5799173"/>
              <a:gd name="connsiteY45772" fmla="*/ 3408828 h 5017219"/>
              <a:gd name="connsiteX45773" fmla="*/ 2118898 w 5799173"/>
              <a:gd name="connsiteY45773" fmla="*/ 3408080 h 5017219"/>
              <a:gd name="connsiteX45774" fmla="*/ 2139667 w 5799173"/>
              <a:gd name="connsiteY45774" fmla="*/ 3408080 h 5017219"/>
              <a:gd name="connsiteX45775" fmla="*/ 2140914 w 5799173"/>
              <a:gd name="connsiteY45775" fmla="*/ 3408828 h 5017219"/>
              <a:gd name="connsiteX45776" fmla="*/ 2151299 w 5799173"/>
              <a:gd name="connsiteY45776" fmla="*/ 3426773 h 5017219"/>
              <a:gd name="connsiteX45777" fmla="*/ 2151299 w 5799173"/>
              <a:gd name="connsiteY45777" fmla="*/ 3428268 h 5017219"/>
              <a:gd name="connsiteX45778" fmla="*/ 2140914 w 5799173"/>
              <a:gd name="connsiteY45778" fmla="*/ 3446213 h 5017219"/>
              <a:gd name="connsiteX45779" fmla="*/ 2139668 w 5799173"/>
              <a:gd name="connsiteY45779" fmla="*/ 3446961 h 5017219"/>
              <a:gd name="connsiteX45780" fmla="*/ 2359642 w 5799173"/>
              <a:gd name="connsiteY45780" fmla="*/ 3511468 h 5017219"/>
              <a:gd name="connsiteX45781" fmla="*/ 2358396 w 5799173"/>
              <a:gd name="connsiteY45781" fmla="*/ 3510720 h 5017219"/>
              <a:gd name="connsiteX45782" fmla="*/ 2348011 w 5799173"/>
              <a:gd name="connsiteY45782" fmla="*/ 3492775 h 5017219"/>
              <a:gd name="connsiteX45783" fmla="*/ 2348011 w 5799173"/>
              <a:gd name="connsiteY45783" fmla="*/ 3491280 h 5017219"/>
              <a:gd name="connsiteX45784" fmla="*/ 2358396 w 5799173"/>
              <a:gd name="connsiteY45784" fmla="*/ 3473335 h 5017219"/>
              <a:gd name="connsiteX45785" fmla="*/ 2359642 w 5799173"/>
              <a:gd name="connsiteY45785" fmla="*/ 3472587 h 5017219"/>
              <a:gd name="connsiteX45786" fmla="*/ 2380412 w 5799173"/>
              <a:gd name="connsiteY45786" fmla="*/ 3472587 h 5017219"/>
              <a:gd name="connsiteX45787" fmla="*/ 2381658 w 5799173"/>
              <a:gd name="connsiteY45787" fmla="*/ 3473335 h 5017219"/>
              <a:gd name="connsiteX45788" fmla="*/ 2392043 w 5799173"/>
              <a:gd name="connsiteY45788" fmla="*/ 3491280 h 5017219"/>
              <a:gd name="connsiteX45789" fmla="*/ 2392043 w 5799173"/>
              <a:gd name="connsiteY45789" fmla="*/ 3492775 h 5017219"/>
              <a:gd name="connsiteX45790" fmla="*/ 2381658 w 5799173"/>
              <a:gd name="connsiteY45790" fmla="*/ 3510720 h 5017219"/>
              <a:gd name="connsiteX45791" fmla="*/ 2380412 w 5799173"/>
              <a:gd name="connsiteY45791" fmla="*/ 3511468 h 5017219"/>
              <a:gd name="connsiteX45792" fmla="*/ 4466161 w 5799173"/>
              <a:gd name="connsiteY45792" fmla="*/ 4075908 h 5017219"/>
              <a:gd name="connsiteX45793" fmla="*/ 4464915 w 5799173"/>
              <a:gd name="connsiteY45793" fmla="*/ 4075160 h 5017219"/>
              <a:gd name="connsiteX45794" fmla="*/ 4454530 w 5799173"/>
              <a:gd name="connsiteY45794" fmla="*/ 4057215 h 5017219"/>
              <a:gd name="connsiteX45795" fmla="*/ 4454530 w 5799173"/>
              <a:gd name="connsiteY45795" fmla="*/ 4055720 h 5017219"/>
              <a:gd name="connsiteX45796" fmla="*/ 4464915 w 5799173"/>
              <a:gd name="connsiteY45796" fmla="*/ 4037775 h 5017219"/>
              <a:gd name="connsiteX45797" fmla="*/ 4466161 w 5799173"/>
              <a:gd name="connsiteY45797" fmla="*/ 4037027 h 5017219"/>
              <a:gd name="connsiteX45798" fmla="*/ 4486931 w 5799173"/>
              <a:gd name="connsiteY45798" fmla="*/ 4037027 h 5017219"/>
              <a:gd name="connsiteX45799" fmla="*/ 4488177 w 5799173"/>
              <a:gd name="connsiteY45799" fmla="*/ 4037775 h 5017219"/>
              <a:gd name="connsiteX45800" fmla="*/ 4498562 w 5799173"/>
              <a:gd name="connsiteY45800" fmla="*/ 4055720 h 5017219"/>
              <a:gd name="connsiteX45801" fmla="*/ 4498562 w 5799173"/>
              <a:gd name="connsiteY45801" fmla="*/ 4057215 h 5017219"/>
              <a:gd name="connsiteX45802" fmla="*/ 4488177 w 5799173"/>
              <a:gd name="connsiteY45802" fmla="*/ 4075160 h 5017219"/>
              <a:gd name="connsiteX45803" fmla="*/ 4486931 w 5799173"/>
              <a:gd name="connsiteY45803" fmla="*/ 4075908 h 5017219"/>
              <a:gd name="connsiteX45804" fmla="*/ 4526347 w 5799173"/>
              <a:gd name="connsiteY45804" fmla="*/ 4092035 h 5017219"/>
              <a:gd name="connsiteX45805" fmla="*/ 4525101 w 5799173"/>
              <a:gd name="connsiteY45805" fmla="*/ 4091287 h 5017219"/>
              <a:gd name="connsiteX45806" fmla="*/ 4514716 w 5799173"/>
              <a:gd name="connsiteY45806" fmla="*/ 4073342 h 5017219"/>
              <a:gd name="connsiteX45807" fmla="*/ 4514716 w 5799173"/>
              <a:gd name="connsiteY45807" fmla="*/ 4071847 h 5017219"/>
              <a:gd name="connsiteX45808" fmla="*/ 4525101 w 5799173"/>
              <a:gd name="connsiteY45808" fmla="*/ 4053902 h 5017219"/>
              <a:gd name="connsiteX45809" fmla="*/ 4526347 w 5799173"/>
              <a:gd name="connsiteY45809" fmla="*/ 4053154 h 5017219"/>
              <a:gd name="connsiteX45810" fmla="*/ 4547117 w 5799173"/>
              <a:gd name="connsiteY45810" fmla="*/ 4053154 h 5017219"/>
              <a:gd name="connsiteX45811" fmla="*/ 4548363 w 5799173"/>
              <a:gd name="connsiteY45811" fmla="*/ 4053902 h 5017219"/>
              <a:gd name="connsiteX45812" fmla="*/ 4558748 w 5799173"/>
              <a:gd name="connsiteY45812" fmla="*/ 4071847 h 5017219"/>
              <a:gd name="connsiteX45813" fmla="*/ 4558748 w 5799173"/>
              <a:gd name="connsiteY45813" fmla="*/ 4073342 h 5017219"/>
              <a:gd name="connsiteX45814" fmla="*/ 4548363 w 5799173"/>
              <a:gd name="connsiteY45814" fmla="*/ 4091287 h 5017219"/>
              <a:gd name="connsiteX45815" fmla="*/ 4547117 w 5799173"/>
              <a:gd name="connsiteY45815" fmla="*/ 4092035 h 5017219"/>
              <a:gd name="connsiteX45816" fmla="*/ 1878070 w 5799173"/>
              <a:gd name="connsiteY45816" fmla="*/ 3382536 h 5017219"/>
              <a:gd name="connsiteX45817" fmla="*/ 1876824 w 5799173"/>
              <a:gd name="connsiteY45817" fmla="*/ 3381789 h 5017219"/>
              <a:gd name="connsiteX45818" fmla="*/ 1866439 w 5799173"/>
              <a:gd name="connsiteY45818" fmla="*/ 3363760 h 5017219"/>
              <a:gd name="connsiteX45819" fmla="*/ 1866439 w 5799173"/>
              <a:gd name="connsiteY45819" fmla="*/ 3362265 h 5017219"/>
              <a:gd name="connsiteX45820" fmla="*/ 1876907 w 5799173"/>
              <a:gd name="connsiteY45820" fmla="*/ 3344237 h 5017219"/>
              <a:gd name="connsiteX45821" fmla="*/ 1878153 w 5799173"/>
              <a:gd name="connsiteY45821" fmla="*/ 3343489 h 5017219"/>
              <a:gd name="connsiteX45822" fmla="*/ 1899006 w 5799173"/>
              <a:gd name="connsiteY45822" fmla="*/ 3343489 h 5017219"/>
              <a:gd name="connsiteX45823" fmla="*/ 1900252 w 5799173"/>
              <a:gd name="connsiteY45823" fmla="*/ 3344237 h 5017219"/>
              <a:gd name="connsiteX45824" fmla="*/ 1910637 w 5799173"/>
              <a:gd name="connsiteY45824" fmla="*/ 3362265 h 5017219"/>
              <a:gd name="connsiteX45825" fmla="*/ 1910637 w 5799173"/>
              <a:gd name="connsiteY45825" fmla="*/ 3363760 h 5017219"/>
              <a:gd name="connsiteX45826" fmla="*/ 1900169 w 5799173"/>
              <a:gd name="connsiteY45826" fmla="*/ 3381789 h 5017219"/>
              <a:gd name="connsiteX45827" fmla="*/ 1898923 w 5799173"/>
              <a:gd name="connsiteY45827" fmla="*/ 3382536 h 5017219"/>
              <a:gd name="connsiteX45828" fmla="*/ 1938255 w 5799173"/>
              <a:gd name="connsiteY45828" fmla="*/ 3398745 h 5017219"/>
              <a:gd name="connsiteX45829" fmla="*/ 1937009 w 5799173"/>
              <a:gd name="connsiteY45829" fmla="*/ 3397997 h 5017219"/>
              <a:gd name="connsiteX45830" fmla="*/ 1926541 w 5799173"/>
              <a:gd name="connsiteY45830" fmla="*/ 3379886 h 5017219"/>
              <a:gd name="connsiteX45831" fmla="*/ 1926541 w 5799173"/>
              <a:gd name="connsiteY45831" fmla="*/ 3378391 h 5017219"/>
              <a:gd name="connsiteX45832" fmla="*/ 1937009 w 5799173"/>
              <a:gd name="connsiteY45832" fmla="*/ 3360280 h 5017219"/>
              <a:gd name="connsiteX45833" fmla="*/ 1938255 w 5799173"/>
              <a:gd name="connsiteY45833" fmla="*/ 3359532 h 5017219"/>
              <a:gd name="connsiteX45834" fmla="*/ 1959191 w 5799173"/>
              <a:gd name="connsiteY45834" fmla="*/ 3359532 h 5017219"/>
              <a:gd name="connsiteX45835" fmla="*/ 1960437 w 5799173"/>
              <a:gd name="connsiteY45835" fmla="*/ 3360280 h 5017219"/>
              <a:gd name="connsiteX45836" fmla="*/ 1970905 w 5799173"/>
              <a:gd name="connsiteY45836" fmla="*/ 3378391 h 5017219"/>
              <a:gd name="connsiteX45837" fmla="*/ 1970905 w 5799173"/>
              <a:gd name="connsiteY45837" fmla="*/ 3379886 h 5017219"/>
              <a:gd name="connsiteX45838" fmla="*/ 1960437 w 5799173"/>
              <a:gd name="connsiteY45838" fmla="*/ 3397997 h 5017219"/>
              <a:gd name="connsiteX45839" fmla="*/ 1959191 w 5799173"/>
              <a:gd name="connsiteY45839" fmla="*/ 3398745 h 5017219"/>
              <a:gd name="connsiteX45840" fmla="*/ 2058628 w 5799173"/>
              <a:gd name="connsiteY45840" fmla="*/ 3430999 h 5017219"/>
              <a:gd name="connsiteX45841" fmla="*/ 2057382 w 5799173"/>
              <a:gd name="connsiteY45841" fmla="*/ 3430251 h 5017219"/>
              <a:gd name="connsiteX45842" fmla="*/ 2046914 w 5799173"/>
              <a:gd name="connsiteY45842" fmla="*/ 3412140 h 5017219"/>
              <a:gd name="connsiteX45843" fmla="*/ 2046914 w 5799173"/>
              <a:gd name="connsiteY45843" fmla="*/ 3410645 h 5017219"/>
              <a:gd name="connsiteX45844" fmla="*/ 2057382 w 5799173"/>
              <a:gd name="connsiteY45844" fmla="*/ 3392534 h 5017219"/>
              <a:gd name="connsiteX45845" fmla="*/ 2058628 w 5799173"/>
              <a:gd name="connsiteY45845" fmla="*/ 3391786 h 5017219"/>
              <a:gd name="connsiteX45846" fmla="*/ 2079564 w 5799173"/>
              <a:gd name="connsiteY45846" fmla="*/ 3391786 h 5017219"/>
              <a:gd name="connsiteX45847" fmla="*/ 2080810 w 5799173"/>
              <a:gd name="connsiteY45847" fmla="*/ 3392534 h 5017219"/>
              <a:gd name="connsiteX45848" fmla="*/ 2091278 w 5799173"/>
              <a:gd name="connsiteY45848" fmla="*/ 3410645 h 5017219"/>
              <a:gd name="connsiteX45849" fmla="*/ 2091278 w 5799173"/>
              <a:gd name="connsiteY45849" fmla="*/ 3412140 h 5017219"/>
              <a:gd name="connsiteX45850" fmla="*/ 2080810 w 5799173"/>
              <a:gd name="connsiteY45850" fmla="*/ 3430251 h 5017219"/>
              <a:gd name="connsiteX45851" fmla="*/ 2079564 w 5799173"/>
              <a:gd name="connsiteY45851" fmla="*/ 3430999 h 5017219"/>
              <a:gd name="connsiteX45852" fmla="*/ 2179000 w 5799173"/>
              <a:gd name="connsiteY45852" fmla="*/ 3463253 h 5017219"/>
              <a:gd name="connsiteX45853" fmla="*/ 2177754 w 5799173"/>
              <a:gd name="connsiteY45853" fmla="*/ 3462505 h 5017219"/>
              <a:gd name="connsiteX45854" fmla="*/ 2167287 w 5799173"/>
              <a:gd name="connsiteY45854" fmla="*/ 3444394 h 5017219"/>
              <a:gd name="connsiteX45855" fmla="*/ 2167287 w 5799173"/>
              <a:gd name="connsiteY45855" fmla="*/ 3442899 h 5017219"/>
              <a:gd name="connsiteX45856" fmla="*/ 2177754 w 5799173"/>
              <a:gd name="connsiteY45856" fmla="*/ 3424788 h 5017219"/>
              <a:gd name="connsiteX45857" fmla="*/ 2179000 w 5799173"/>
              <a:gd name="connsiteY45857" fmla="*/ 3424040 h 5017219"/>
              <a:gd name="connsiteX45858" fmla="*/ 2199937 w 5799173"/>
              <a:gd name="connsiteY45858" fmla="*/ 3424040 h 5017219"/>
              <a:gd name="connsiteX45859" fmla="*/ 2201183 w 5799173"/>
              <a:gd name="connsiteY45859" fmla="*/ 3424788 h 5017219"/>
              <a:gd name="connsiteX45860" fmla="*/ 2211650 w 5799173"/>
              <a:gd name="connsiteY45860" fmla="*/ 3442899 h 5017219"/>
              <a:gd name="connsiteX45861" fmla="*/ 2211650 w 5799173"/>
              <a:gd name="connsiteY45861" fmla="*/ 3444394 h 5017219"/>
              <a:gd name="connsiteX45862" fmla="*/ 2201183 w 5799173"/>
              <a:gd name="connsiteY45862" fmla="*/ 3462505 h 5017219"/>
              <a:gd name="connsiteX45863" fmla="*/ 2199937 w 5799173"/>
              <a:gd name="connsiteY45863" fmla="*/ 3463253 h 5017219"/>
              <a:gd name="connsiteX45864" fmla="*/ 2239186 w 5799173"/>
              <a:gd name="connsiteY45864" fmla="*/ 3479380 h 5017219"/>
              <a:gd name="connsiteX45865" fmla="*/ 2237940 w 5799173"/>
              <a:gd name="connsiteY45865" fmla="*/ 3478632 h 5017219"/>
              <a:gd name="connsiteX45866" fmla="*/ 2227473 w 5799173"/>
              <a:gd name="connsiteY45866" fmla="*/ 3460521 h 5017219"/>
              <a:gd name="connsiteX45867" fmla="*/ 2227473 w 5799173"/>
              <a:gd name="connsiteY45867" fmla="*/ 3459026 h 5017219"/>
              <a:gd name="connsiteX45868" fmla="*/ 2237940 w 5799173"/>
              <a:gd name="connsiteY45868" fmla="*/ 3440915 h 5017219"/>
              <a:gd name="connsiteX45869" fmla="*/ 2239186 w 5799173"/>
              <a:gd name="connsiteY45869" fmla="*/ 3440167 h 5017219"/>
              <a:gd name="connsiteX45870" fmla="*/ 2260123 w 5799173"/>
              <a:gd name="connsiteY45870" fmla="*/ 3440167 h 5017219"/>
              <a:gd name="connsiteX45871" fmla="*/ 2261368 w 5799173"/>
              <a:gd name="connsiteY45871" fmla="*/ 3440915 h 5017219"/>
              <a:gd name="connsiteX45872" fmla="*/ 2271836 w 5799173"/>
              <a:gd name="connsiteY45872" fmla="*/ 3459025 h 5017219"/>
              <a:gd name="connsiteX45873" fmla="*/ 2271836 w 5799173"/>
              <a:gd name="connsiteY45873" fmla="*/ 3460521 h 5017219"/>
              <a:gd name="connsiteX45874" fmla="*/ 2261369 w 5799173"/>
              <a:gd name="connsiteY45874" fmla="*/ 3478632 h 5017219"/>
              <a:gd name="connsiteX45875" fmla="*/ 2260123 w 5799173"/>
              <a:gd name="connsiteY45875" fmla="*/ 3479380 h 5017219"/>
              <a:gd name="connsiteX45876" fmla="*/ 2419745 w 5799173"/>
              <a:gd name="connsiteY45876" fmla="*/ 3527760 h 5017219"/>
              <a:gd name="connsiteX45877" fmla="*/ 2418499 w 5799173"/>
              <a:gd name="connsiteY45877" fmla="*/ 3527012 h 5017219"/>
              <a:gd name="connsiteX45878" fmla="*/ 2408031 w 5799173"/>
              <a:gd name="connsiteY45878" fmla="*/ 3508901 h 5017219"/>
              <a:gd name="connsiteX45879" fmla="*/ 2408031 w 5799173"/>
              <a:gd name="connsiteY45879" fmla="*/ 3507406 h 5017219"/>
              <a:gd name="connsiteX45880" fmla="*/ 2418499 w 5799173"/>
              <a:gd name="connsiteY45880" fmla="*/ 3489295 h 5017219"/>
              <a:gd name="connsiteX45881" fmla="*/ 2419745 w 5799173"/>
              <a:gd name="connsiteY45881" fmla="*/ 3488547 h 5017219"/>
              <a:gd name="connsiteX45882" fmla="*/ 2440681 w 5799173"/>
              <a:gd name="connsiteY45882" fmla="*/ 3488547 h 5017219"/>
              <a:gd name="connsiteX45883" fmla="*/ 2441927 w 5799173"/>
              <a:gd name="connsiteY45883" fmla="*/ 3489295 h 5017219"/>
              <a:gd name="connsiteX45884" fmla="*/ 2452395 w 5799173"/>
              <a:gd name="connsiteY45884" fmla="*/ 3507406 h 5017219"/>
              <a:gd name="connsiteX45885" fmla="*/ 2452395 w 5799173"/>
              <a:gd name="connsiteY45885" fmla="*/ 3508901 h 5017219"/>
              <a:gd name="connsiteX45886" fmla="*/ 2441927 w 5799173"/>
              <a:gd name="connsiteY45886" fmla="*/ 3527012 h 5017219"/>
              <a:gd name="connsiteX45887" fmla="*/ 2440681 w 5799173"/>
              <a:gd name="connsiteY45887" fmla="*/ 3527760 h 5017219"/>
              <a:gd name="connsiteX45888" fmla="*/ 4345704 w 5799173"/>
              <a:gd name="connsiteY45888" fmla="*/ 4043819 h 5017219"/>
              <a:gd name="connsiteX45889" fmla="*/ 4344458 w 5799173"/>
              <a:gd name="connsiteY45889" fmla="*/ 4043071 h 5017219"/>
              <a:gd name="connsiteX45890" fmla="*/ 4333991 w 5799173"/>
              <a:gd name="connsiteY45890" fmla="*/ 4024961 h 5017219"/>
              <a:gd name="connsiteX45891" fmla="*/ 4333991 w 5799173"/>
              <a:gd name="connsiteY45891" fmla="*/ 4023465 h 5017219"/>
              <a:gd name="connsiteX45892" fmla="*/ 4344458 w 5799173"/>
              <a:gd name="connsiteY45892" fmla="*/ 4005354 h 5017219"/>
              <a:gd name="connsiteX45893" fmla="*/ 4345704 w 5799173"/>
              <a:gd name="connsiteY45893" fmla="*/ 4004606 h 5017219"/>
              <a:gd name="connsiteX45894" fmla="*/ 4366641 w 5799173"/>
              <a:gd name="connsiteY45894" fmla="*/ 4004606 h 5017219"/>
              <a:gd name="connsiteX45895" fmla="*/ 4367887 w 5799173"/>
              <a:gd name="connsiteY45895" fmla="*/ 4005354 h 5017219"/>
              <a:gd name="connsiteX45896" fmla="*/ 4378354 w 5799173"/>
              <a:gd name="connsiteY45896" fmla="*/ 4023465 h 5017219"/>
              <a:gd name="connsiteX45897" fmla="*/ 4378354 w 5799173"/>
              <a:gd name="connsiteY45897" fmla="*/ 4024960 h 5017219"/>
              <a:gd name="connsiteX45898" fmla="*/ 4367887 w 5799173"/>
              <a:gd name="connsiteY45898" fmla="*/ 4043071 h 5017219"/>
              <a:gd name="connsiteX45899" fmla="*/ 4366641 w 5799173"/>
              <a:gd name="connsiteY45899" fmla="*/ 4043819 h 5017219"/>
              <a:gd name="connsiteX45900" fmla="*/ 4405890 w 5799173"/>
              <a:gd name="connsiteY45900" fmla="*/ 4059946 h 5017219"/>
              <a:gd name="connsiteX45901" fmla="*/ 4404644 w 5799173"/>
              <a:gd name="connsiteY45901" fmla="*/ 4059198 h 5017219"/>
              <a:gd name="connsiteX45902" fmla="*/ 4394176 w 5799173"/>
              <a:gd name="connsiteY45902" fmla="*/ 4041087 h 5017219"/>
              <a:gd name="connsiteX45903" fmla="*/ 4394176 w 5799173"/>
              <a:gd name="connsiteY45903" fmla="*/ 4039592 h 5017219"/>
              <a:gd name="connsiteX45904" fmla="*/ 4404644 w 5799173"/>
              <a:gd name="connsiteY45904" fmla="*/ 4021481 h 5017219"/>
              <a:gd name="connsiteX45905" fmla="*/ 4405890 w 5799173"/>
              <a:gd name="connsiteY45905" fmla="*/ 4020733 h 5017219"/>
              <a:gd name="connsiteX45906" fmla="*/ 4426827 w 5799173"/>
              <a:gd name="connsiteY45906" fmla="*/ 4020733 h 5017219"/>
              <a:gd name="connsiteX45907" fmla="*/ 4428072 w 5799173"/>
              <a:gd name="connsiteY45907" fmla="*/ 4021481 h 5017219"/>
              <a:gd name="connsiteX45908" fmla="*/ 4438540 w 5799173"/>
              <a:gd name="connsiteY45908" fmla="*/ 4039592 h 5017219"/>
              <a:gd name="connsiteX45909" fmla="*/ 4438540 w 5799173"/>
              <a:gd name="connsiteY45909" fmla="*/ 4041087 h 5017219"/>
              <a:gd name="connsiteX45910" fmla="*/ 4428073 w 5799173"/>
              <a:gd name="connsiteY45910" fmla="*/ 4059198 h 5017219"/>
              <a:gd name="connsiteX45911" fmla="*/ 4426826 w 5799173"/>
              <a:gd name="connsiteY45911" fmla="*/ 4059946 h 5017219"/>
              <a:gd name="connsiteX45912" fmla="*/ 4586450 w 5799173"/>
              <a:gd name="connsiteY45912" fmla="*/ 4108327 h 5017219"/>
              <a:gd name="connsiteX45913" fmla="*/ 4585204 w 5799173"/>
              <a:gd name="connsiteY45913" fmla="*/ 4107579 h 5017219"/>
              <a:gd name="connsiteX45914" fmla="*/ 4574736 w 5799173"/>
              <a:gd name="connsiteY45914" fmla="*/ 4089468 h 5017219"/>
              <a:gd name="connsiteX45915" fmla="*/ 4574736 w 5799173"/>
              <a:gd name="connsiteY45915" fmla="*/ 4087973 h 5017219"/>
              <a:gd name="connsiteX45916" fmla="*/ 4585204 w 5799173"/>
              <a:gd name="connsiteY45916" fmla="*/ 4069862 h 5017219"/>
              <a:gd name="connsiteX45917" fmla="*/ 4586450 w 5799173"/>
              <a:gd name="connsiteY45917" fmla="*/ 4069114 h 5017219"/>
              <a:gd name="connsiteX45918" fmla="*/ 4607386 w 5799173"/>
              <a:gd name="connsiteY45918" fmla="*/ 4069114 h 5017219"/>
              <a:gd name="connsiteX45919" fmla="*/ 4608632 w 5799173"/>
              <a:gd name="connsiteY45919" fmla="*/ 4069862 h 5017219"/>
              <a:gd name="connsiteX45920" fmla="*/ 4619100 w 5799173"/>
              <a:gd name="connsiteY45920" fmla="*/ 4087973 h 5017219"/>
              <a:gd name="connsiteX45921" fmla="*/ 4619100 w 5799173"/>
              <a:gd name="connsiteY45921" fmla="*/ 4089468 h 5017219"/>
              <a:gd name="connsiteX45922" fmla="*/ 4608632 w 5799173"/>
              <a:gd name="connsiteY45922" fmla="*/ 4107579 h 5017219"/>
              <a:gd name="connsiteX45923" fmla="*/ 4607386 w 5799173"/>
              <a:gd name="connsiteY45923" fmla="*/ 4108327 h 5017219"/>
              <a:gd name="connsiteX45924" fmla="*/ 4646636 w 5799173"/>
              <a:gd name="connsiteY45924" fmla="*/ 4124454 h 5017219"/>
              <a:gd name="connsiteX45925" fmla="*/ 4645390 w 5799173"/>
              <a:gd name="connsiteY45925" fmla="*/ 4123706 h 5017219"/>
              <a:gd name="connsiteX45926" fmla="*/ 4634922 w 5799173"/>
              <a:gd name="connsiteY45926" fmla="*/ 4105595 h 5017219"/>
              <a:gd name="connsiteX45927" fmla="*/ 4634922 w 5799173"/>
              <a:gd name="connsiteY45927" fmla="*/ 4104100 h 5017219"/>
              <a:gd name="connsiteX45928" fmla="*/ 4645390 w 5799173"/>
              <a:gd name="connsiteY45928" fmla="*/ 4085989 h 5017219"/>
              <a:gd name="connsiteX45929" fmla="*/ 4646636 w 5799173"/>
              <a:gd name="connsiteY45929" fmla="*/ 4085241 h 5017219"/>
              <a:gd name="connsiteX45930" fmla="*/ 4667572 w 5799173"/>
              <a:gd name="connsiteY45930" fmla="*/ 4085241 h 5017219"/>
              <a:gd name="connsiteX45931" fmla="*/ 4668818 w 5799173"/>
              <a:gd name="connsiteY45931" fmla="*/ 4085989 h 5017219"/>
              <a:gd name="connsiteX45932" fmla="*/ 4679286 w 5799173"/>
              <a:gd name="connsiteY45932" fmla="*/ 4104100 h 5017219"/>
              <a:gd name="connsiteX45933" fmla="*/ 4679286 w 5799173"/>
              <a:gd name="connsiteY45933" fmla="*/ 4105595 h 5017219"/>
              <a:gd name="connsiteX45934" fmla="*/ 4668818 w 5799173"/>
              <a:gd name="connsiteY45934" fmla="*/ 4123706 h 5017219"/>
              <a:gd name="connsiteX45935" fmla="*/ 4667572 w 5799173"/>
              <a:gd name="connsiteY45935" fmla="*/ 4124454 h 5017219"/>
              <a:gd name="connsiteX45936" fmla="*/ 1817823 w 5799173"/>
              <a:gd name="connsiteY45936" fmla="*/ 3366568 h 5017219"/>
              <a:gd name="connsiteX45937" fmla="*/ 1816577 w 5799173"/>
              <a:gd name="connsiteY45937" fmla="*/ 3365820 h 5017219"/>
              <a:gd name="connsiteX45938" fmla="*/ 1806026 w 5799173"/>
              <a:gd name="connsiteY45938" fmla="*/ 3347543 h 5017219"/>
              <a:gd name="connsiteX45939" fmla="*/ 1806026 w 5799173"/>
              <a:gd name="connsiteY45939" fmla="*/ 3346047 h 5017219"/>
              <a:gd name="connsiteX45940" fmla="*/ 1816577 w 5799173"/>
              <a:gd name="connsiteY45940" fmla="*/ 3327770 h 5017219"/>
              <a:gd name="connsiteX45941" fmla="*/ 1817823 w 5799173"/>
              <a:gd name="connsiteY45941" fmla="*/ 3327022 h 5017219"/>
              <a:gd name="connsiteX45942" fmla="*/ 1838842 w 5799173"/>
              <a:gd name="connsiteY45942" fmla="*/ 3327022 h 5017219"/>
              <a:gd name="connsiteX45943" fmla="*/ 1840088 w 5799173"/>
              <a:gd name="connsiteY45943" fmla="*/ 3327770 h 5017219"/>
              <a:gd name="connsiteX45944" fmla="*/ 1850640 w 5799173"/>
              <a:gd name="connsiteY45944" fmla="*/ 3346047 h 5017219"/>
              <a:gd name="connsiteX45945" fmla="*/ 1850640 w 5799173"/>
              <a:gd name="connsiteY45945" fmla="*/ 3347543 h 5017219"/>
              <a:gd name="connsiteX45946" fmla="*/ 1840088 w 5799173"/>
              <a:gd name="connsiteY45946" fmla="*/ 3365820 h 5017219"/>
              <a:gd name="connsiteX45947" fmla="*/ 1838842 w 5799173"/>
              <a:gd name="connsiteY45947" fmla="*/ 3366568 h 5017219"/>
              <a:gd name="connsiteX45948" fmla="*/ 2299312 w 5799173"/>
              <a:gd name="connsiteY45948" fmla="*/ 3495582 h 5017219"/>
              <a:gd name="connsiteX45949" fmla="*/ 2298066 w 5799173"/>
              <a:gd name="connsiteY45949" fmla="*/ 3494834 h 5017219"/>
              <a:gd name="connsiteX45950" fmla="*/ 2287515 w 5799173"/>
              <a:gd name="connsiteY45950" fmla="*/ 3476557 h 5017219"/>
              <a:gd name="connsiteX45951" fmla="*/ 2287515 w 5799173"/>
              <a:gd name="connsiteY45951" fmla="*/ 3475061 h 5017219"/>
              <a:gd name="connsiteX45952" fmla="*/ 2298066 w 5799173"/>
              <a:gd name="connsiteY45952" fmla="*/ 3456784 h 5017219"/>
              <a:gd name="connsiteX45953" fmla="*/ 2299312 w 5799173"/>
              <a:gd name="connsiteY45953" fmla="*/ 3456036 h 5017219"/>
              <a:gd name="connsiteX45954" fmla="*/ 2320331 w 5799173"/>
              <a:gd name="connsiteY45954" fmla="*/ 3456037 h 5017219"/>
              <a:gd name="connsiteX45955" fmla="*/ 2321577 w 5799173"/>
              <a:gd name="connsiteY45955" fmla="*/ 3456784 h 5017219"/>
              <a:gd name="connsiteX45956" fmla="*/ 2332128 w 5799173"/>
              <a:gd name="connsiteY45956" fmla="*/ 3475061 h 5017219"/>
              <a:gd name="connsiteX45957" fmla="*/ 2332128 w 5799173"/>
              <a:gd name="connsiteY45957" fmla="*/ 3476557 h 5017219"/>
              <a:gd name="connsiteX45958" fmla="*/ 2321577 w 5799173"/>
              <a:gd name="connsiteY45958" fmla="*/ 3494834 h 5017219"/>
              <a:gd name="connsiteX45959" fmla="*/ 2320331 w 5799173"/>
              <a:gd name="connsiteY45959" fmla="*/ 3495582 h 5017219"/>
              <a:gd name="connsiteX45960" fmla="*/ 1998276 w 5799173"/>
              <a:gd name="connsiteY45960" fmla="*/ 3415206 h 5017219"/>
              <a:gd name="connsiteX45961" fmla="*/ 1996947 w 5799173"/>
              <a:gd name="connsiteY45961" fmla="*/ 3414458 h 5017219"/>
              <a:gd name="connsiteX45962" fmla="*/ 1986312 w 5799173"/>
              <a:gd name="connsiteY45962" fmla="*/ 3396015 h 5017219"/>
              <a:gd name="connsiteX45963" fmla="*/ 1986313 w 5799173"/>
              <a:gd name="connsiteY45963" fmla="*/ 3394519 h 5017219"/>
              <a:gd name="connsiteX45964" fmla="*/ 1996947 w 5799173"/>
              <a:gd name="connsiteY45964" fmla="*/ 3376076 h 5017219"/>
              <a:gd name="connsiteX45965" fmla="*/ 1998276 w 5799173"/>
              <a:gd name="connsiteY45965" fmla="*/ 3375328 h 5017219"/>
              <a:gd name="connsiteX45966" fmla="*/ 2019545 w 5799173"/>
              <a:gd name="connsiteY45966" fmla="*/ 3375328 h 5017219"/>
              <a:gd name="connsiteX45967" fmla="*/ 2020874 w 5799173"/>
              <a:gd name="connsiteY45967" fmla="*/ 3376076 h 5017219"/>
              <a:gd name="connsiteX45968" fmla="*/ 2031508 w 5799173"/>
              <a:gd name="connsiteY45968" fmla="*/ 3394519 h 5017219"/>
              <a:gd name="connsiteX45969" fmla="*/ 2031507 w 5799173"/>
              <a:gd name="connsiteY45969" fmla="*/ 3396015 h 5017219"/>
              <a:gd name="connsiteX45970" fmla="*/ 2020874 w 5799173"/>
              <a:gd name="connsiteY45970" fmla="*/ 3414458 h 5017219"/>
              <a:gd name="connsiteX45971" fmla="*/ 2019545 w 5799173"/>
              <a:gd name="connsiteY45971" fmla="*/ 3415206 h 5017219"/>
              <a:gd name="connsiteX45972" fmla="*/ 2900986 w 5799173"/>
              <a:gd name="connsiteY45972" fmla="*/ 3657275 h 5017219"/>
              <a:gd name="connsiteX45973" fmla="*/ 2899656 w 5799173"/>
              <a:gd name="connsiteY45973" fmla="*/ 3656527 h 5017219"/>
              <a:gd name="connsiteX45974" fmla="*/ 2888939 w 5799173"/>
              <a:gd name="connsiteY45974" fmla="*/ 3637917 h 5017219"/>
              <a:gd name="connsiteX45975" fmla="*/ 2888940 w 5799173"/>
              <a:gd name="connsiteY45975" fmla="*/ 3636422 h 5017219"/>
              <a:gd name="connsiteX45976" fmla="*/ 2899657 w 5799173"/>
              <a:gd name="connsiteY45976" fmla="*/ 3617812 h 5017219"/>
              <a:gd name="connsiteX45977" fmla="*/ 2900986 w 5799173"/>
              <a:gd name="connsiteY45977" fmla="*/ 3617064 h 5017219"/>
              <a:gd name="connsiteX45978" fmla="*/ 2922421 w 5799173"/>
              <a:gd name="connsiteY45978" fmla="*/ 3617064 h 5017219"/>
              <a:gd name="connsiteX45979" fmla="*/ 2923750 w 5799173"/>
              <a:gd name="connsiteY45979" fmla="*/ 3617812 h 5017219"/>
              <a:gd name="connsiteX45980" fmla="*/ 2934467 w 5799173"/>
              <a:gd name="connsiteY45980" fmla="*/ 3636422 h 5017219"/>
              <a:gd name="connsiteX45981" fmla="*/ 2934467 w 5799173"/>
              <a:gd name="connsiteY45981" fmla="*/ 3637917 h 5017219"/>
              <a:gd name="connsiteX45982" fmla="*/ 2923749 w 5799173"/>
              <a:gd name="connsiteY45982" fmla="*/ 3656527 h 5017219"/>
              <a:gd name="connsiteX45983" fmla="*/ 2922421 w 5799173"/>
              <a:gd name="connsiteY45983" fmla="*/ 3657275 h 5017219"/>
              <a:gd name="connsiteX45984" fmla="*/ 4219499 w 5799173"/>
              <a:gd name="connsiteY45984" fmla="*/ 4048430 h 5017219"/>
              <a:gd name="connsiteX45985" fmla="*/ 4219250 w 5799173"/>
              <a:gd name="connsiteY45985" fmla="*/ 4048264 h 5017219"/>
              <a:gd name="connsiteX45986" fmla="*/ 4216923 w 5799173"/>
              <a:gd name="connsiteY45986" fmla="*/ 4044276 h 5017219"/>
              <a:gd name="connsiteX45987" fmla="*/ 4216923 w 5799173"/>
              <a:gd name="connsiteY45987" fmla="*/ 4043944 h 5017219"/>
              <a:gd name="connsiteX45988" fmla="*/ 4219249 w 5799173"/>
              <a:gd name="connsiteY45988" fmla="*/ 4039956 h 5017219"/>
              <a:gd name="connsiteX45989" fmla="*/ 4219499 w 5799173"/>
              <a:gd name="connsiteY45989" fmla="*/ 4039790 h 5017219"/>
              <a:gd name="connsiteX45990" fmla="*/ 4224068 w 5799173"/>
              <a:gd name="connsiteY45990" fmla="*/ 4039790 h 5017219"/>
              <a:gd name="connsiteX45991" fmla="*/ 4224317 w 5799173"/>
              <a:gd name="connsiteY45991" fmla="*/ 4039956 h 5017219"/>
              <a:gd name="connsiteX45992" fmla="*/ 4226644 w 5799173"/>
              <a:gd name="connsiteY45992" fmla="*/ 4043944 h 5017219"/>
              <a:gd name="connsiteX45993" fmla="*/ 4226644 w 5799173"/>
              <a:gd name="connsiteY45993" fmla="*/ 4044276 h 5017219"/>
              <a:gd name="connsiteX45994" fmla="*/ 4224318 w 5799173"/>
              <a:gd name="connsiteY45994" fmla="*/ 4048264 h 5017219"/>
              <a:gd name="connsiteX45995" fmla="*/ 4224068 w 5799173"/>
              <a:gd name="connsiteY45995" fmla="*/ 4048430 h 5017219"/>
              <a:gd name="connsiteX45996" fmla="*/ 2891557 w 5799173"/>
              <a:gd name="connsiteY45996" fmla="*/ 3700793 h 5017219"/>
              <a:gd name="connsiteX45997" fmla="*/ 2890810 w 5799173"/>
              <a:gd name="connsiteY45997" fmla="*/ 3700377 h 5017219"/>
              <a:gd name="connsiteX45998" fmla="*/ 2884744 w 5799173"/>
              <a:gd name="connsiteY45998" fmla="*/ 3689826 h 5017219"/>
              <a:gd name="connsiteX45999" fmla="*/ 2884745 w 5799173"/>
              <a:gd name="connsiteY45999" fmla="*/ 3688996 h 5017219"/>
              <a:gd name="connsiteX46000" fmla="*/ 2890893 w 5799173"/>
              <a:gd name="connsiteY46000" fmla="*/ 3678445 h 5017219"/>
              <a:gd name="connsiteX46001" fmla="*/ 2891640 w 5799173"/>
              <a:gd name="connsiteY46001" fmla="*/ 3678029 h 5017219"/>
              <a:gd name="connsiteX46002" fmla="*/ 2903853 w 5799173"/>
              <a:gd name="connsiteY46002" fmla="*/ 3678029 h 5017219"/>
              <a:gd name="connsiteX46003" fmla="*/ 2904601 w 5799173"/>
              <a:gd name="connsiteY46003" fmla="*/ 3678445 h 5017219"/>
              <a:gd name="connsiteX46004" fmla="*/ 2910664 w 5799173"/>
              <a:gd name="connsiteY46004" fmla="*/ 3688996 h 5017219"/>
              <a:gd name="connsiteX46005" fmla="*/ 2910665 w 5799173"/>
              <a:gd name="connsiteY46005" fmla="*/ 3689826 h 5017219"/>
              <a:gd name="connsiteX46006" fmla="*/ 2904517 w 5799173"/>
              <a:gd name="connsiteY46006" fmla="*/ 3700377 h 5017219"/>
              <a:gd name="connsiteX46007" fmla="*/ 2903770 w 5799173"/>
              <a:gd name="connsiteY46007" fmla="*/ 3700793 h 5017219"/>
              <a:gd name="connsiteX46008" fmla="*/ 1746961 w 5799173"/>
              <a:gd name="connsiteY46008" fmla="*/ 3396463 h 5017219"/>
              <a:gd name="connsiteX46009" fmla="*/ 1746047 w 5799173"/>
              <a:gd name="connsiteY46009" fmla="*/ 3395964 h 5017219"/>
              <a:gd name="connsiteX46010" fmla="*/ 1738819 w 5799173"/>
              <a:gd name="connsiteY46010" fmla="*/ 3383419 h 5017219"/>
              <a:gd name="connsiteX46011" fmla="*/ 1738819 w 5799173"/>
              <a:gd name="connsiteY46011" fmla="*/ 3382422 h 5017219"/>
              <a:gd name="connsiteX46012" fmla="*/ 1746047 w 5799173"/>
              <a:gd name="connsiteY46012" fmla="*/ 3369877 h 5017219"/>
              <a:gd name="connsiteX46013" fmla="*/ 1746961 w 5799173"/>
              <a:gd name="connsiteY46013" fmla="*/ 3369379 h 5017219"/>
              <a:gd name="connsiteX46014" fmla="*/ 1761416 w 5799173"/>
              <a:gd name="connsiteY46014" fmla="*/ 3369379 h 5017219"/>
              <a:gd name="connsiteX46015" fmla="*/ 1762330 w 5799173"/>
              <a:gd name="connsiteY46015" fmla="*/ 3369877 h 5017219"/>
              <a:gd name="connsiteX46016" fmla="*/ 1769558 w 5799173"/>
              <a:gd name="connsiteY46016" fmla="*/ 3382422 h 5017219"/>
              <a:gd name="connsiteX46017" fmla="*/ 1769558 w 5799173"/>
              <a:gd name="connsiteY46017" fmla="*/ 3383419 h 5017219"/>
              <a:gd name="connsiteX46018" fmla="*/ 1762330 w 5799173"/>
              <a:gd name="connsiteY46018" fmla="*/ 3395964 h 5017219"/>
              <a:gd name="connsiteX46019" fmla="*/ 1761416 w 5799173"/>
              <a:gd name="connsiteY46019" fmla="*/ 3396463 h 5017219"/>
              <a:gd name="connsiteX46020" fmla="*/ 4274699 w 5799173"/>
              <a:gd name="connsiteY46020" fmla="*/ 4073955 h 5017219"/>
              <a:gd name="connsiteX46021" fmla="*/ 4273785 w 5799173"/>
              <a:gd name="connsiteY46021" fmla="*/ 4073457 h 5017219"/>
              <a:gd name="connsiteX46022" fmla="*/ 4266474 w 5799173"/>
              <a:gd name="connsiteY46022" fmla="*/ 4060746 h 5017219"/>
              <a:gd name="connsiteX46023" fmla="*/ 4266474 w 5799173"/>
              <a:gd name="connsiteY46023" fmla="*/ 4059749 h 5017219"/>
              <a:gd name="connsiteX46024" fmla="*/ 4273785 w 5799173"/>
              <a:gd name="connsiteY46024" fmla="*/ 4047037 h 5017219"/>
              <a:gd name="connsiteX46025" fmla="*/ 4274699 w 5799173"/>
              <a:gd name="connsiteY46025" fmla="*/ 4046539 h 5017219"/>
              <a:gd name="connsiteX46026" fmla="*/ 4289321 w 5799173"/>
              <a:gd name="connsiteY46026" fmla="*/ 4046539 h 5017219"/>
              <a:gd name="connsiteX46027" fmla="*/ 4290235 w 5799173"/>
              <a:gd name="connsiteY46027" fmla="*/ 4047037 h 5017219"/>
              <a:gd name="connsiteX46028" fmla="*/ 4297545 w 5799173"/>
              <a:gd name="connsiteY46028" fmla="*/ 4059749 h 5017219"/>
              <a:gd name="connsiteX46029" fmla="*/ 4297545 w 5799173"/>
              <a:gd name="connsiteY46029" fmla="*/ 4060746 h 5017219"/>
              <a:gd name="connsiteX46030" fmla="*/ 4290235 w 5799173"/>
              <a:gd name="connsiteY46030" fmla="*/ 4073457 h 5017219"/>
              <a:gd name="connsiteX46031" fmla="*/ 4289321 w 5799173"/>
              <a:gd name="connsiteY46031" fmla="*/ 4073955 h 5017219"/>
              <a:gd name="connsiteX46032" fmla="*/ 2949605 w 5799173"/>
              <a:gd name="connsiteY46032" fmla="*/ 3720994 h 5017219"/>
              <a:gd name="connsiteX46033" fmla="*/ 2948608 w 5799173"/>
              <a:gd name="connsiteY46033" fmla="*/ 3720412 h 5017219"/>
              <a:gd name="connsiteX46034" fmla="*/ 2940300 w 5799173"/>
              <a:gd name="connsiteY46034" fmla="*/ 3706039 h 5017219"/>
              <a:gd name="connsiteX46035" fmla="*/ 2940300 w 5799173"/>
              <a:gd name="connsiteY46035" fmla="*/ 3704876 h 5017219"/>
              <a:gd name="connsiteX46036" fmla="*/ 2948608 w 5799173"/>
              <a:gd name="connsiteY46036" fmla="*/ 3690504 h 5017219"/>
              <a:gd name="connsiteX46037" fmla="*/ 2949605 w 5799173"/>
              <a:gd name="connsiteY46037" fmla="*/ 3689922 h 5017219"/>
              <a:gd name="connsiteX46038" fmla="*/ 2966220 w 5799173"/>
              <a:gd name="connsiteY46038" fmla="*/ 3689922 h 5017219"/>
              <a:gd name="connsiteX46039" fmla="*/ 2967217 w 5799173"/>
              <a:gd name="connsiteY46039" fmla="*/ 3690504 h 5017219"/>
              <a:gd name="connsiteX46040" fmla="*/ 2975525 w 5799173"/>
              <a:gd name="connsiteY46040" fmla="*/ 3704876 h 5017219"/>
              <a:gd name="connsiteX46041" fmla="*/ 2975525 w 5799173"/>
              <a:gd name="connsiteY46041" fmla="*/ 3706039 h 5017219"/>
              <a:gd name="connsiteX46042" fmla="*/ 2967217 w 5799173"/>
              <a:gd name="connsiteY46042" fmla="*/ 3720412 h 5017219"/>
              <a:gd name="connsiteX46043" fmla="*/ 2966220 w 5799173"/>
              <a:gd name="connsiteY46043" fmla="*/ 3720994 h 5017219"/>
              <a:gd name="connsiteX46044" fmla="*/ 3009709 w 5799173"/>
              <a:gd name="connsiteY46044" fmla="*/ 3737286 h 5017219"/>
              <a:gd name="connsiteX46045" fmla="*/ 3008712 w 5799173"/>
              <a:gd name="connsiteY46045" fmla="*/ 3736705 h 5017219"/>
              <a:gd name="connsiteX46046" fmla="*/ 3000321 w 5799173"/>
              <a:gd name="connsiteY46046" fmla="*/ 3722166 h 5017219"/>
              <a:gd name="connsiteX46047" fmla="*/ 3000321 w 5799173"/>
              <a:gd name="connsiteY46047" fmla="*/ 3721002 h 5017219"/>
              <a:gd name="connsiteX46048" fmla="*/ 3008712 w 5799173"/>
              <a:gd name="connsiteY46048" fmla="*/ 3706464 h 5017219"/>
              <a:gd name="connsiteX46049" fmla="*/ 3009709 w 5799173"/>
              <a:gd name="connsiteY46049" fmla="*/ 3705882 h 5017219"/>
              <a:gd name="connsiteX46050" fmla="*/ 3026491 w 5799173"/>
              <a:gd name="connsiteY46050" fmla="*/ 3705882 h 5017219"/>
              <a:gd name="connsiteX46051" fmla="*/ 3027488 w 5799173"/>
              <a:gd name="connsiteY46051" fmla="*/ 3706464 h 5017219"/>
              <a:gd name="connsiteX46052" fmla="*/ 3035879 w 5799173"/>
              <a:gd name="connsiteY46052" fmla="*/ 3721002 h 5017219"/>
              <a:gd name="connsiteX46053" fmla="*/ 3035879 w 5799173"/>
              <a:gd name="connsiteY46053" fmla="*/ 3722166 h 5017219"/>
              <a:gd name="connsiteX46054" fmla="*/ 3027488 w 5799173"/>
              <a:gd name="connsiteY46054" fmla="*/ 3736705 h 5017219"/>
              <a:gd name="connsiteX46055" fmla="*/ 3026491 w 5799173"/>
              <a:gd name="connsiteY46055" fmla="*/ 3737286 h 5017219"/>
              <a:gd name="connsiteX46056" fmla="*/ 3129821 w 5799173"/>
              <a:gd name="connsiteY46056" fmla="*/ 3769955 h 5017219"/>
              <a:gd name="connsiteX46057" fmla="*/ 3128741 w 5799173"/>
              <a:gd name="connsiteY46057" fmla="*/ 3769373 h 5017219"/>
              <a:gd name="connsiteX46058" fmla="*/ 3120183 w 5799173"/>
              <a:gd name="connsiteY46058" fmla="*/ 3754502 h 5017219"/>
              <a:gd name="connsiteX46059" fmla="*/ 3120183 w 5799173"/>
              <a:gd name="connsiteY46059" fmla="*/ 3753256 h 5017219"/>
              <a:gd name="connsiteX46060" fmla="*/ 3128824 w 5799173"/>
              <a:gd name="connsiteY46060" fmla="*/ 3738385 h 5017219"/>
              <a:gd name="connsiteX46061" fmla="*/ 3129904 w 5799173"/>
              <a:gd name="connsiteY46061" fmla="*/ 3737803 h 5017219"/>
              <a:gd name="connsiteX46062" fmla="*/ 3147102 w 5799173"/>
              <a:gd name="connsiteY46062" fmla="*/ 3737803 h 5017219"/>
              <a:gd name="connsiteX46063" fmla="*/ 3148182 w 5799173"/>
              <a:gd name="connsiteY46063" fmla="*/ 3738385 h 5017219"/>
              <a:gd name="connsiteX46064" fmla="*/ 3156739 w 5799173"/>
              <a:gd name="connsiteY46064" fmla="*/ 3753256 h 5017219"/>
              <a:gd name="connsiteX46065" fmla="*/ 3156739 w 5799173"/>
              <a:gd name="connsiteY46065" fmla="*/ 3754502 h 5017219"/>
              <a:gd name="connsiteX46066" fmla="*/ 3148099 w 5799173"/>
              <a:gd name="connsiteY46066" fmla="*/ 3769373 h 5017219"/>
              <a:gd name="connsiteX46067" fmla="*/ 3147018 w 5799173"/>
              <a:gd name="connsiteY46067" fmla="*/ 3769955 h 5017219"/>
              <a:gd name="connsiteX46068" fmla="*/ 4815035 w 5799173"/>
              <a:gd name="connsiteY46068" fmla="*/ 4221590 h 5017219"/>
              <a:gd name="connsiteX46069" fmla="*/ 4813955 w 5799173"/>
              <a:gd name="connsiteY46069" fmla="*/ 4221008 h 5017219"/>
              <a:gd name="connsiteX46070" fmla="*/ 4805315 w 5799173"/>
              <a:gd name="connsiteY46070" fmla="*/ 4206054 h 5017219"/>
              <a:gd name="connsiteX46071" fmla="*/ 4805314 w 5799173"/>
              <a:gd name="connsiteY46071" fmla="*/ 4204808 h 5017219"/>
              <a:gd name="connsiteX46072" fmla="*/ 4813955 w 5799173"/>
              <a:gd name="connsiteY46072" fmla="*/ 4189854 h 5017219"/>
              <a:gd name="connsiteX46073" fmla="*/ 4815035 w 5799173"/>
              <a:gd name="connsiteY46073" fmla="*/ 4189272 h 5017219"/>
              <a:gd name="connsiteX46074" fmla="*/ 4832315 w 5799173"/>
              <a:gd name="connsiteY46074" fmla="*/ 4189272 h 5017219"/>
              <a:gd name="connsiteX46075" fmla="*/ 4833396 w 5799173"/>
              <a:gd name="connsiteY46075" fmla="*/ 4189854 h 5017219"/>
              <a:gd name="connsiteX46076" fmla="*/ 4842036 w 5799173"/>
              <a:gd name="connsiteY46076" fmla="*/ 4204808 h 5017219"/>
              <a:gd name="connsiteX46077" fmla="*/ 4842036 w 5799173"/>
              <a:gd name="connsiteY46077" fmla="*/ 4206054 h 5017219"/>
              <a:gd name="connsiteX46078" fmla="*/ 4833396 w 5799173"/>
              <a:gd name="connsiteY46078" fmla="*/ 4221008 h 5017219"/>
              <a:gd name="connsiteX46079" fmla="*/ 4832315 w 5799173"/>
              <a:gd name="connsiteY46079" fmla="*/ 4221590 h 5017219"/>
              <a:gd name="connsiteX46080" fmla="*/ 3069552 w 5799173"/>
              <a:gd name="connsiteY46080" fmla="*/ 3753983 h 5017219"/>
              <a:gd name="connsiteX46081" fmla="*/ 3068472 w 5799173"/>
              <a:gd name="connsiteY46081" fmla="*/ 3753401 h 5017219"/>
              <a:gd name="connsiteX46082" fmla="*/ 3059749 w 5799173"/>
              <a:gd name="connsiteY46082" fmla="*/ 3738364 h 5017219"/>
              <a:gd name="connsiteX46083" fmla="*/ 3059749 w 5799173"/>
              <a:gd name="connsiteY46083" fmla="*/ 3737118 h 5017219"/>
              <a:gd name="connsiteX46084" fmla="*/ 3068472 w 5799173"/>
              <a:gd name="connsiteY46084" fmla="*/ 3722080 h 5017219"/>
              <a:gd name="connsiteX46085" fmla="*/ 3069552 w 5799173"/>
              <a:gd name="connsiteY46085" fmla="*/ 3721499 h 5017219"/>
              <a:gd name="connsiteX46086" fmla="*/ 3086916 w 5799173"/>
              <a:gd name="connsiteY46086" fmla="*/ 3721499 h 5017219"/>
              <a:gd name="connsiteX46087" fmla="*/ 3087996 w 5799173"/>
              <a:gd name="connsiteY46087" fmla="*/ 3722080 h 5017219"/>
              <a:gd name="connsiteX46088" fmla="*/ 3096719 w 5799173"/>
              <a:gd name="connsiteY46088" fmla="*/ 3737118 h 5017219"/>
              <a:gd name="connsiteX46089" fmla="*/ 3096719 w 5799173"/>
              <a:gd name="connsiteY46089" fmla="*/ 3738364 h 5017219"/>
              <a:gd name="connsiteX46090" fmla="*/ 3087996 w 5799173"/>
              <a:gd name="connsiteY46090" fmla="*/ 3753401 h 5017219"/>
              <a:gd name="connsiteX46091" fmla="*/ 3086916 w 5799173"/>
              <a:gd name="connsiteY46091" fmla="*/ 3753983 h 5017219"/>
              <a:gd name="connsiteX46092" fmla="*/ 3249965 w 5799173"/>
              <a:gd name="connsiteY46092" fmla="*/ 3802710 h 5017219"/>
              <a:gd name="connsiteX46093" fmla="*/ 3248885 w 5799173"/>
              <a:gd name="connsiteY46093" fmla="*/ 3802044 h 5017219"/>
              <a:gd name="connsiteX46094" fmla="*/ 3240079 w 5799173"/>
              <a:gd name="connsiteY46094" fmla="*/ 3786674 h 5017219"/>
              <a:gd name="connsiteX46095" fmla="*/ 3240079 w 5799173"/>
              <a:gd name="connsiteY46095" fmla="*/ 3785429 h 5017219"/>
              <a:gd name="connsiteX46096" fmla="*/ 3248968 w 5799173"/>
              <a:gd name="connsiteY46096" fmla="*/ 3770060 h 5017219"/>
              <a:gd name="connsiteX46097" fmla="*/ 3250048 w 5799173"/>
              <a:gd name="connsiteY46097" fmla="*/ 3769394 h 5017219"/>
              <a:gd name="connsiteX46098" fmla="*/ 3267744 w 5799173"/>
              <a:gd name="connsiteY46098" fmla="*/ 3769394 h 5017219"/>
              <a:gd name="connsiteX46099" fmla="*/ 3268824 w 5799173"/>
              <a:gd name="connsiteY46099" fmla="*/ 3770059 h 5017219"/>
              <a:gd name="connsiteX46100" fmla="*/ 3277631 w 5799173"/>
              <a:gd name="connsiteY46100" fmla="*/ 3785428 h 5017219"/>
              <a:gd name="connsiteX46101" fmla="*/ 3277631 w 5799173"/>
              <a:gd name="connsiteY46101" fmla="*/ 3786674 h 5017219"/>
              <a:gd name="connsiteX46102" fmla="*/ 3268741 w 5799173"/>
              <a:gd name="connsiteY46102" fmla="*/ 3802044 h 5017219"/>
              <a:gd name="connsiteX46103" fmla="*/ 3267661 w 5799173"/>
              <a:gd name="connsiteY46103" fmla="*/ 3802709 h 5017219"/>
              <a:gd name="connsiteX46104" fmla="*/ 3189779 w 5799173"/>
              <a:gd name="connsiteY46104" fmla="*/ 3786666 h 5017219"/>
              <a:gd name="connsiteX46105" fmla="*/ 3188699 w 5799173"/>
              <a:gd name="connsiteY46105" fmla="*/ 3786001 h 5017219"/>
              <a:gd name="connsiteX46106" fmla="*/ 3179810 w 5799173"/>
              <a:gd name="connsiteY46106" fmla="*/ 3770549 h 5017219"/>
              <a:gd name="connsiteX46107" fmla="*/ 3179810 w 5799173"/>
              <a:gd name="connsiteY46107" fmla="*/ 3769302 h 5017219"/>
              <a:gd name="connsiteX46108" fmla="*/ 3188699 w 5799173"/>
              <a:gd name="connsiteY46108" fmla="*/ 3753850 h 5017219"/>
              <a:gd name="connsiteX46109" fmla="*/ 3189779 w 5799173"/>
              <a:gd name="connsiteY46109" fmla="*/ 3753185 h 5017219"/>
              <a:gd name="connsiteX46110" fmla="*/ 3207558 w 5799173"/>
              <a:gd name="connsiteY46110" fmla="*/ 3753185 h 5017219"/>
              <a:gd name="connsiteX46111" fmla="*/ 3208638 w 5799173"/>
              <a:gd name="connsiteY46111" fmla="*/ 3753850 h 5017219"/>
              <a:gd name="connsiteX46112" fmla="*/ 3217528 w 5799173"/>
              <a:gd name="connsiteY46112" fmla="*/ 3769302 h 5017219"/>
              <a:gd name="connsiteX46113" fmla="*/ 3217528 w 5799173"/>
              <a:gd name="connsiteY46113" fmla="*/ 3770549 h 5017219"/>
              <a:gd name="connsiteX46114" fmla="*/ 3208638 w 5799173"/>
              <a:gd name="connsiteY46114" fmla="*/ 3786001 h 5017219"/>
              <a:gd name="connsiteX46115" fmla="*/ 3207558 w 5799173"/>
              <a:gd name="connsiteY46115" fmla="*/ 3786666 h 5017219"/>
              <a:gd name="connsiteX46116" fmla="*/ 3310069 w 5799173"/>
              <a:gd name="connsiteY46116" fmla="*/ 3818991 h 5017219"/>
              <a:gd name="connsiteX46117" fmla="*/ 3308989 w 5799173"/>
              <a:gd name="connsiteY46117" fmla="*/ 3818327 h 5017219"/>
              <a:gd name="connsiteX46118" fmla="*/ 3300017 w 5799173"/>
              <a:gd name="connsiteY46118" fmla="*/ 3802791 h 5017219"/>
              <a:gd name="connsiteX46119" fmla="*/ 3300017 w 5799173"/>
              <a:gd name="connsiteY46119" fmla="*/ 3801545 h 5017219"/>
              <a:gd name="connsiteX46120" fmla="*/ 3308989 w 5799173"/>
              <a:gd name="connsiteY46120" fmla="*/ 3786009 h 5017219"/>
              <a:gd name="connsiteX46121" fmla="*/ 3310069 w 5799173"/>
              <a:gd name="connsiteY46121" fmla="*/ 3785344 h 5017219"/>
              <a:gd name="connsiteX46122" fmla="*/ 3327931 w 5799173"/>
              <a:gd name="connsiteY46122" fmla="*/ 3785344 h 5017219"/>
              <a:gd name="connsiteX46123" fmla="*/ 3329011 w 5799173"/>
              <a:gd name="connsiteY46123" fmla="*/ 3786009 h 5017219"/>
              <a:gd name="connsiteX46124" fmla="*/ 3337984 w 5799173"/>
              <a:gd name="connsiteY46124" fmla="*/ 3801544 h 5017219"/>
              <a:gd name="connsiteX46125" fmla="*/ 3337984 w 5799173"/>
              <a:gd name="connsiteY46125" fmla="*/ 3802790 h 5017219"/>
              <a:gd name="connsiteX46126" fmla="*/ 3329011 w 5799173"/>
              <a:gd name="connsiteY46126" fmla="*/ 3818326 h 5017219"/>
              <a:gd name="connsiteX46127" fmla="*/ 3327931 w 5799173"/>
              <a:gd name="connsiteY46127" fmla="*/ 3818991 h 5017219"/>
              <a:gd name="connsiteX46128" fmla="*/ 3370256 w 5799173"/>
              <a:gd name="connsiteY46128" fmla="*/ 3835118 h 5017219"/>
              <a:gd name="connsiteX46129" fmla="*/ 3369176 w 5799173"/>
              <a:gd name="connsiteY46129" fmla="*/ 3834454 h 5017219"/>
              <a:gd name="connsiteX46130" fmla="*/ 3360204 w 5799173"/>
              <a:gd name="connsiteY46130" fmla="*/ 3818918 h 5017219"/>
              <a:gd name="connsiteX46131" fmla="*/ 3360204 w 5799173"/>
              <a:gd name="connsiteY46131" fmla="*/ 3817672 h 5017219"/>
              <a:gd name="connsiteX46132" fmla="*/ 3369176 w 5799173"/>
              <a:gd name="connsiteY46132" fmla="*/ 3802136 h 5017219"/>
              <a:gd name="connsiteX46133" fmla="*/ 3370256 w 5799173"/>
              <a:gd name="connsiteY46133" fmla="*/ 3801471 h 5017219"/>
              <a:gd name="connsiteX46134" fmla="*/ 3388118 w 5799173"/>
              <a:gd name="connsiteY46134" fmla="*/ 3801471 h 5017219"/>
              <a:gd name="connsiteX46135" fmla="*/ 3389198 w 5799173"/>
              <a:gd name="connsiteY46135" fmla="*/ 3802136 h 5017219"/>
              <a:gd name="connsiteX46136" fmla="*/ 3398171 w 5799173"/>
              <a:gd name="connsiteY46136" fmla="*/ 3817671 h 5017219"/>
              <a:gd name="connsiteX46137" fmla="*/ 3398171 w 5799173"/>
              <a:gd name="connsiteY46137" fmla="*/ 3818917 h 5017219"/>
              <a:gd name="connsiteX46138" fmla="*/ 3389198 w 5799173"/>
              <a:gd name="connsiteY46138" fmla="*/ 3834453 h 5017219"/>
              <a:gd name="connsiteX46139" fmla="*/ 3388118 w 5799173"/>
              <a:gd name="connsiteY46139" fmla="*/ 3835118 h 5017219"/>
              <a:gd name="connsiteX46140" fmla="*/ 4754454 w 5799173"/>
              <a:gd name="connsiteY46140" fmla="*/ 4206212 h 5017219"/>
              <a:gd name="connsiteX46141" fmla="*/ 4753375 w 5799173"/>
              <a:gd name="connsiteY46141" fmla="*/ 4205548 h 5017219"/>
              <a:gd name="connsiteX46142" fmla="*/ 4744320 w 5799173"/>
              <a:gd name="connsiteY46142" fmla="*/ 4189846 h 5017219"/>
              <a:gd name="connsiteX46143" fmla="*/ 4744320 w 5799173"/>
              <a:gd name="connsiteY46143" fmla="*/ 4188600 h 5017219"/>
              <a:gd name="connsiteX46144" fmla="*/ 4753375 w 5799173"/>
              <a:gd name="connsiteY46144" fmla="*/ 4172898 h 5017219"/>
              <a:gd name="connsiteX46145" fmla="*/ 4754454 w 5799173"/>
              <a:gd name="connsiteY46145" fmla="*/ 4172233 h 5017219"/>
              <a:gd name="connsiteX46146" fmla="*/ 4772567 w 5799173"/>
              <a:gd name="connsiteY46146" fmla="*/ 4172233 h 5017219"/>
              <a:gd name="connsiteX46147" fmla="*/ 4773647 w 5799173"/>
              <a:gd name="connsiteY46147" fmla="*/ 4172898 h 5017219"/>
              <a:gd name="connsiteX46148" fmla="*/ 4782702 w 5799173"/>
              <a:gd name="connsiteY46148" fmla="*/ 4188600 h 5017219"/>
              <a:gd name="connsiteX46149" fmla="*/ 4782702 w 5799173"/>
              <a:gd name="connsiteY46149" fmla="*/ 4189846 h 5017219"/>
              <a:gd name="connsiteX46150" fmla="*/ 4773647 w 5799173"/>
              <a:gd name="connsiteY46150" fmla="*/ 4205548 h 5017219"/>
              <a:gd name="connsiteX46151" fmla="*/ 4772567 w 5799173"/>
              <a:gd name="connsiteY46151" fmla="*/ 4206212 h 5017219"/>
              <a:gd name="connsiteX46152" fmla="*/ 3430285 w 5799173"/>
              <a:gd name="connsiteY46152" fmla="*/ 3851507 h 5017219"/>
              <a:gd name="connsiteX46153" fmla="*/ 3429206 w 5799173"/>
              <a:gd name="connsiteY46153" fmla="*/ 3850841 h 5017219"/>
              <a:gd name="connsiteX46154" fmla="*/ 3420151 w 5799173"/>
              <a:gd name="connsiteY46154" fmla="*/ 3835057 h 5017219"/>
              <a:gd name="connsiteX46155" fmla="*/ 3420151 w 5799173"/>
              <a:gd name="connsiteY46155" fmla="*/ 3833727 h 5017219"/>
              <a:gd name="connsiteX46156" fmla="*/ 3429289 w 5799173"/>
              <a:gd name="connsiteY46156" fmla="*/ 3817942 h 5017219"/>
              <a:gd name="connsiteX46157" fmla="*/ 3430369 w 5799173"/>
              <a:gd name="connsiteY46157" fmla="*/ 3817278 h 5017219"/>
              <a:gd name="connsiteX46158" fmla="*/ 3448563 w 5799173"/>
              <a:gd name="connsiteY46158" fmla="*/ 3817277 h 5017219"/>
              <a:gd name="connsiteX46159" fmla="*/ 3449643 w 5799173"/>
              <a:gd name="connsiteY46159" fmla="*/ 3817942 h 5017219"/>
              <a:gd name="connsiteX46160" fmla="*/ 3458699 w 5799173"/>
              <a:gd name="connsiteY46160" fmla="*/ 3833728 h 5017219"/>
              <a:gd name="connsiteX46161" fmla="*/ 3458700 w 5799173"/>
              <a:gd name="connsiteY46161" fmla="*/ 3835056 h 5017219"/>
              <a:gd name="connsiteX46162" fmla="*/ 3449560 w 5799173"/>
              <a:gd name="connsiteY46162" fmla="*/ 3850841 h 5017219"/>
              <a:gd name="connsiteX46163" fmla="*/ 3448480 w 5799173"/>
              <a:gd name="connsiteY46163" fmla="*/ 3851507 h 5017219"/>
              <a:gd name="connsiteX46164" fmla="*/ 1805257 w 5799173"/>
              <a:gd name="connsiteY46164" fmla="*/ 3416164 h 5017219"/>
              <a:gd name="connsiteX46165" fmla="*/ 1804177 w 5799173"/>
              <a:gd name="connsiteY46165" fmla="*/ 3415499 h 5017219"/>
              <a:gd name="connsiteX46166" fmla="*/ 1795038 w 5799173"/>
              <a:gd name="connsiteY46166" fmla="*/ 3399631 h 5017219"/>
              <a:gd name="connsiteX46167" fmla="*/ 1795038 w 5799173"/>
              <a:gd name="connsiteY46167" fmla="*/ 3398302 h 5017219"/>
              <a:gd name="connsiteX46168" fmla="*/ 1804177 w 5799173"/>
              <a:gd name="connsiteY46168" fmla="*/ 3382434 h 5017219"/>
              <a:gd name="connsiteX46169" fmla="*/ 1805257 w 5799173"/>
              <a:gd name="connsiteY46169" fmla="*/ 3381769 h 5017219"/>
              <a:gd name="connsiteX46170" fmla="*/ 1823534 w 5799173"/>
              <a:gd name="connsiteY46170" fmla="*/ 3381769 h 5017219"/>
              <a:gd name="connsiteX46171" fmla="*/ 1824614 w 5799173"/>
              <a:gd name="connsiteY46171" fmla="*/ 3382434 h 5017219"/>
              <a:gd name="connsiteX46172" fmla="*/ 1833753 w 5799173"/>
              <a:gd name="connsiteY46172" fmla="*/ 3398302 h 5017219"/>
              <a:gd name="connsiteX46173" fmla="*/ 1833753 w 5799173"/>
              <a:gd name="connsiteY46173" fmla="*/ 3399631 h 5017219"/>
              <a:gd name="connsiteX46174" fmla="*/ 1824614 w 5799173"/>
              <a:gd name="connsiteY46174" fmla="*/ 3415499 h 5017219"/>
              <a:gd name="connsiteX46175" fmla="*/ 1823534 w 5799173"/>
              <a:gd name="connsiteY46175" fmla="*/ 3416164 h 5017219"/>
              <a:gd name="connsiteX46176" fmla="*/ 3610739 w 5799173"/>
              <a:gd name="connsiteY46176" fmla="*/ 3900227 h 5017219"/>
              <a:gd name="connsiteX46177" fmla="*/ 3609575 w 5799173"/>
              <a:gd name="connsiteY46177" fmla="*/ 3899563 h 5017219"/>
              <a:gd name="connsiteX46178" fmla="*/ 3600354 w 5799173"/>
              <a:gd name="connsiteY46178" fmla="*/ 3883528 h 5017219"/>
              <a:gd name="connsiteX46179" fmla="*/ 3600354 w 5799173"/>
              <a:gd name="connsiteY46179" fmla="*/ 3882199 h 5017219"/>
              <a:gd name="connsiteX46180" fmla="*/ 3609575 w 5799173"/>
              <a:gd name="connsiteY46180" fmla="*/ 3866165 h 5017219"/>
              <a:gd name="connsiteX46181" fmla="*/ 3610739 w 5799173"/>
              <a:gd name="connsiteY46181" fmla="*/ 3865500 h 5017219"/>
              <a:gd name="connsiteX46182" fmla="*/ 3629265 w 5799173"/>
              <a:gd name="connsiteY46182" fmla="*/ 3865500 h 5017219"/>
              <a:gd name="connsiteX46183" fmla="*/ 3630428 w 5799173"/>
              <a:gd name="connsiteY46183" fmla="*/ 3866165 h 5017219"/>
              <a:gd name="connsiteX46184" fmla="*/ 3639650 w 5799173"/>
              <a:gd name="connsiteY46184" fmla="*/ 3882199 h 5017219"/>
              <a:gd name="connsiteX46185" fmla="*/ 3639650 w 5799173"/>
              <a:gd name="connsiteY46185" fmla="*/ 3883528 h 5017219"/>
              <a:gd name="connsiteX46186" fmla="*/ 3630428 w 5799173"/>
              <a:gd name="connsiteY46186" fmla="*/ 3899563 h 5017219"/>
              <a:gd name="connsiteX46187" fmla="*/ 3629265 w 5799173"/>
              <a:gd name="connsiteY46187" fmla="*/ 3900227 h 5017219"/>
              <a:gd name="connsiteX46188" fmla="*/ 3851483 w 5799173"/>
              <a:gd name="connsiteY46188" fmla="*/ 3964734 h 5017219"/>
              <a:gd name="connsiteX46189" fmla="*/ 3850319 w 5799173"/>
              <a:gd name="connsiteY46189" fmla="*/ 3964070 h 5017219"/>
              <a:gd name="connsiteX46190" fmla="*/ 3841098 w 5799173"/>
              <a:gd name="connsiteY46190" fmla="*/ 3948035 h 5017219"/>
              <a:gd name="connsiteX46191" fmla="*/ 3841098 w 5799173"/>
              <a:gd name="connsiteY46191" fmla="*/ 3946706 h 5017219"/>
              <a:gd name="connsiteX46192" fmla="*/ 3850320 w 5799173"/>
              <a:gd name="connsiteY46192" fmla="*/ 3930672 h 5017219"/>
              <a:gd name="connsiteX46193" fmla="*/ 3851483 w 5799173"/>
              <a:gd name="connsiteY46193" fmla="*/ 3930007 h 5017219"/>
              <a:gd name="connsiteX46194" fmla="*/ 3870010 w 5799173"/>
              <a:gd name="connsiteY46194" fmla="*/ 3930007 h 5017219"/>
              <a:gd name="connsiteX46195" fmla="*/ 3871173 w 5799173"/>
              <a:gd name="connsiteY46195" fmla="*/ 3930672 h 5017219"/>
              <a:gd name="connsiteX46196" fmla="*/ 3880394 w 5799173"/>
              <a:gd name="connsiteY46196" fmla="*/ 3946706 h 5017219"/>
              <a:gd name="connsiteX46197" fmla="*/ 3880394 w 5799173"/>
              <a:gd name="connsiteY46197" fmla="*/ 3948035 h 5017219"/>
              <a:gd name="connsiteX46198" fmla="*/ 3871172 w 5799173"/>
              <a:gd name="connsiteY46198" fmla="*/ 3964070 h 5017219"/>
              <a:gd name="connsiteX46199" fmla="*/ 3870010 w 5799173"/>
              <a:gd name="connsiteY46199" fmla="*/ 3964734 h 5017219"/>
              <a:gd name="connsiteX46200" fmla="*/ 1022567 w 5799173"/>
              <a:gd name="connsiteY46200" fmla="*/ 3206917 h 5017219"/>
              <a:gd name="connsiteX46201" fmla="*/ 1021404 w 5799173"/>
              <a:gd name="connsiteY46201" fmla="*/ 3206253 h 5017219"/>
              <a:gd name="connsiteX46202" fmla="*/ 1012016 w 5799173"/>
              <a:gd name="connsiteY46202" fmla="*/ 3190052 h 5017219"/>
              <a:gd name="connsiteX46203" fmla="*/ 1012016 w 5799173"/>
              <a:gd name="connsiteY46203" fmla="*/ 3188723 h 5017219"/>
              <a:gd name="connsiteX46204" fmla="*/ 1021404 w 5799173"/>
              <a:gd name="connsiteY46204" fmla="*/ 3172523 h 5017219"/>
              <a:gd name="connsiteX46205" fmla="*/ 1022567 w 5799173"/>
              <a:gd name="connsiteY46205" fmla="*/ 3171858 h 5017219"/>
              <a:gd name="connsiteX46206" fmla="*/ 1041260 w 5799173"/>
              <a:gd name="connsiteY46206" fmla="*/ 3171858 h 5017219"/>
              <a:gd name="connsiteX46207" fmla="*/ 1042423 w 5799173"/>
              <a:gd name="connsiteY46207" fmla="*/ 3172523 h 5017219"/>
              <a:gd name="connsiteX46208" fmla="*/ 1051811 w 5799173"/>
              <a:gd name="connsiteY46208" fmla="*/ 3188723 h 5017219"/>
              <a:gd name="connsiteX46209" fmla="*/ 1051811 w 5799173"/>
              <a:gd name="connsiteY46209" fmla="*/ 3190052 h 5017219"/>
              <a:gd name="connsiteX46210" fmla="*/ 1042423 w 5799173"/>
              <a:gd name="connsiteY46210" fmla="*/ 3206253 h 5017219"/>
              <a:gd name="connsiteX46211" fmla="*/ 1041260 w 5799173"/>
              <a:gd name="connsiteY46211" fmla="*/ 3206917 h 5017219"/>
              <a:gd name="connsiteX46212" fmla="*/ 3550388 w 5799173"/>
              <a:gd name="connsiteY46212" fmla="*/ 3884338 h 5017219"/>
              <a:gd name="connsiteX46213" fmla="*/ 3549224 w 5799173"/>
              <a:gd name="connsiteY46213" fmla="*/ 3883674 h 5017219"/>
              <a:gd name="connsiteX46214" fmla="*/ 3539837 w 5799173"/>
              <a:gd name="connsiteY46214" fmla="*/ 3867390 h 5017219"/>
              <a:gd name="connsiteX46215" fmla="*/ 3539837 w 5799173"/>
              <a:gd name="connsiteY46215" fmla="*/ 3866061 h 5017219"/>
              <a:gd name="connsiteX46216" fmla="*/ 3549224 w 5799173"/>
              <a:gd name="connsiteY46216" fmla="*/ 3849778 h 5017219"/>
              <a:gd name="connsiteX46217" fmla="*/ 3550388 w 5799173"/>
              <a:gd name="connsiteY46217" fmla="*/ 3849113 h 5017219"/>
              <a:gd name="connsiteX46218" fmla="*/ 3569163 w 5799173"/>
              <a:gd name="connsiteY46218" fmla="*/ 3849113 h 5017219"/>
              <a:gd name="connsiteX46219" fmla="*/ 3570326 w 5799173"/>
              <a:gd name="connsiteY46219" fmla="*/ 3849778 h 5017219"/>
              <a:gd name="connsiteX46220" fmla="*/ 3579714 w 5799173"/>
              <a:gd name="connsiteY46220" fmla="*/ 3866061 h 5017219"/>
              <a:gd name="connsiteX46221" fmla="*/ 3579714 w 5799173"/>
              <a:gd name="connsiteY46221" fmla="*/ 3867390 h 5017219"/>
              <a:gd name="connsiteX46222" fmla="*/ 3570326 w 5799173"/>
              <a:gd name="connsiteY46222" fmla="*/ 3883674 h 5017219"/>
              <a:gd name="connsiteX46223" fmla="*/ 3569163 w 5799173"/>
              <a:gd name="connsiteY46223" fmla="*/ 3884338 h 5017219"/>
              <a:gd name="connsiteX46224" fmla="*/ 902111 w 5799173"/>
              <a:gd name="connsiteY46224" fmla="*/ 3174841 h 5017219"/>
              <a:gd name="connsiteX46225" fmla="*/ 900948 w 5799173"/>
              <a:gd name="connsiteY46225" fmla="*/ 3174176 h 5017219"/>
              <a:gd name="connsiteX46226" fmla="*/ 891477 w 5799173"/>
              <a:gd name="connsiteY46226" fmla="*/ 3157809 h 5017219"/>
              <a:gd name="connsiteX46227" fmla="*/ 891477 w 5799173"/>
              <a:gd name="connsiteY46227" fmla="*/ 3156480 h 5017219"/>
              <a:gd name="connsiteX46228" fmla="*/ 900948 w 5799173"/>
              <a:gd name="connsiteY46228" fmla="*/ 3140114 h 5017219"/>
              <a:gd name="connsiteX46229" fmla="*/ 902111 w 5799173"/>
              <a:gd name="connsiteY46229" fmla="*/ 3139449 h 5017219"/>
              <a:gd name="connsiteX46230" fmla="*/ 921053 w 5799173"/>
              <a:gd name="connsiteY46230" fmla="*/ 3139449 h 5017219"/>
              <a:gd name="connsiteX46231" fmla="*/ 922216 w 5799173"/>
              <a:gd name="connsiteY46231" fmla="*/ 3140114 h 5017219"/>
              <a:gd name="connsiteX46232" fmla="*/ 931687 w 5799173"/>
              <a:gd name="connsiteY46232" fmla="*/ 3156480 h 5017219"/>
              <a:gd name="connsiteX46233" fmla="*/ 931687 w 5799173"/>
              <a:gd name="connsiteY46233" fmla="*/ 3157809 h 5017219"/>
              <a:gd name="connsiteX46234" fmla="*/ 922215 w 5799173"/>
              <a:gd name="connsiteY46234" fmla="*/ 3174176 h 5017219"/>
              <a:gd name="connsiteX46235" fmla="*/ 921053 w 5799173"/>
              <a:gd name="connsiteY46235" fmla="*/ 3174841 h 5017219"/>
              <a:gd name="connsiteX46236" fmla="*/ 3730862 w 5799173"/>
              <a:gd name="connsiteY46236" fmla="*/ 3932803 h 5017219"/>
              <a:gd name="connsiteX46237" fmla="*/ 3729699 w 5799173"/>
              <a:gd name="connsiteY46237" fmla="*/ 3932138 h 5017219"/>
              <a:gd name="connsiteX46238" fmla="*/ 3720228 w 5799173"/>
              <a:gd name="connsiteY46238" fmla="*/ 3915771 h 5017219"/>
              <a:gd name="connsiteX46239" fmla="*/ 3720228 w 5799173"/>
              <a:gd name="connsiteY46239" fmla="*/ 3914442 h 5017219"/>
              <a:gd name="connsiteX46240" fmla="*/ 3729699 w 5799173"/>
              <a:gd name="connsiteY46240" fmla="*/ 3898076 h 5017219"/>
              <a:gd name="connsiteX46241" fmla="*/ 3730862 w 5799173"/>
              <a:gd name="connsiteY46241" fmla="*/ 3897411 h 5017219"/>
              <a:gd name="connsiteX46242" fmla="*/ 3749804 w 5799173"/>
              <a:gd name="connsiteY46242" fmla="*/ 3897411 h 5017219"/>
              <a:gd name="connsiteX46243" fmla="*/ 3750967 w 5799173"/>
              <a:gd name="connsiteY46243" fmla="*/ 3898076 h 5017219"/>
              <a:gd name="connsiteX46244" fmla="*/ 3760438 w 5799173"/>
              <a:gd name="connsiteY46244" fmla="*/ 3914442 h 5017219"/>
              <a:gd name="connsiteX46245" fmla="*/ 3760438 w 5799173"/>
              <a:gd name="connsiteY46245" fmla="*/ 3915771 h 5017219"/>
              <a:gd name="connsiteX46246" fmla="*/ 3750967 w 5799173"/>
              <a:gd name="connsiteY46246" fmla="*/ 3932138 h 5017219"/>
              <a:gd name="connsiteX46247" fmla="*/ 3749804 w 5799173"/>
              <a:gd name="connsiteY46247" fmla="*/ 3932803 h 5017219"/>
              <a:gd name="connsiteX46248" fmla="*/ 3791049 w 5799173"/>
              <a:gd name="connsiteY46248" fmla="*/ 3948930 h 5017219"/>
              <a:gd name="connsiteX46249" fmla="*/ 3789886 w 5799173"/>
              <a:gd name="connsiteY46249" fmla="*/ 3948265 h 5017219"/>
              <a:gd name="connsiteX46250" fmla="*/ 3780415 w 5799173"/>
              <a:gd name="connsiteY46250" fmla="*/ 3931898 h 5017219"/>
              <a:gd name="connsiteX46251" fmla="*/ 3780415 w 5799173"/>
              <a:gd name="connsiteY46251" fmla="*/ 3930569 h 5017219"/>
              <a:gd name="connsiteX46252" fmla="*/ 3789886 w 5799173"/>
              <a:gd name="connsiteY46252" fmla="*/ 3914203 h 5017219"/>
              <a:gd name="connsiteX46253" fmla="*/ 3791049 w 5799173"/>
              <a:gd name="connsiteY46253" fmla="*/ 3913538 h 5017219"/>
              <a:gd name="connsiteX46254" fmla="*/ 3809991 w 5799173"/>
              <a:gd name="connsiteY46254" fmla="*/ 3913538 h 5017219"/>
              <a:gd name="connsiteX46255" fmla="*/ 3811154 w 5799173"/>
              <a:gd name="connsiteY46255" fmla="*/ 3914203 h 5017219"/>
              <a:gd name="connsiteX46256" fmla="*/ 3820625 w 5799173"/>
              <a:gd name="connsiteY46256" fmla="*/ 3930569 h 5017219"/>
              <a:gd name="connsiteX46257" fmla="*/ 3820625 w 5799173"/>
              <a:gd name="connsiteY46257" fmla="*/ 3931898 h 5017219"/>
              <a:gd name="connsiteX46258" fmla="*/ 3811154 w 5799173"/>
              <a:gd name="connsiteY46258" fmla="*/ 3948265 h 5017219"/>
              <a:gd name="connsiteX46259" fmla="*/ 3809991 w 5799173"/>
              <a:gd name="connsiteY46259" fmla="*/ 3948930 h 5017219"/>
              <a:gd name="connsiteX46260" fmla="*/ 962191 w 5799173"/>
              <a:gd name="connsiteY46260" fmla="*/ 3191131 h 5017219"/>
              <a:gd name="connsiteX46261" fmla="*/ 961028 w 5799173"/>
              <a:gd name="connsiteY46261" fmla="*/ 3190466 h 5017219"/>
              <a:gd name="connsiteX46262" fmla="*/ 951557 w 5799173"/>
              <a:gd name="connsiteY46262" fmla="*/ 3174017 h 5017219"/>
              <a:gd name="connsiteX46263" fmla="*/ 951557 w 5799173"/>
              <a:gd name="connsiteY46263" fmla="*/ 3172687 h 5017219"/>
              <a:gd name="connsiteX46264" fmla="*/ 961111 w 5799173"/>
              <a:gd name="connsiteY46264" fmla="*/ 3156238 h 5017219"/>
              <a:gd name="connsiteX46265" fmla="*/ 962274 w 5799173"/>
              <a:gd name="connsiteY46265" fmla="*/ 3155573 h 5017219"/>
              <a:gd name="connsiteX46266" fmla="*/ 981299 w 5799173"/>
              <a:gd name="connsiteY46266" fmla="*/ 3155573 h 5017219"/>
              <a:gd name="connsiteX46267" fmla="*/ 982462 w 5799173"/>
              <a:gd name="connsiteY46267" fmla="*/ 3156238 h 5017219"/>
              <a:gd name="connsiteX46268" fmla="*/ 991933 w 5799173"/>
              <a:gd name="connsiteY46268" fmla="*/ 3172687 h 5017219"/>
              <a:gd name="connsiteX46269" fmla="*/ 991933 w 5799173"/>
              <a:gd name="connsiteY46269" fmla="*/ 3174017 h 5017219"/>
              <a:gd name="connsiteX46270" fmla="*/ 982379 w 5799173"/>
              <a:gd name="connsiteY46270" fmla="*/ 3190466 h 5017219"/>
              <a:gd name="connsiteX46271" fmla="*/ 981216 w 5799173"/>
              <a:gd name="connsiteY46271" fmla="*/ 3191131 h 5017219"/>
              <a:gd name="connsiteX46272" fmla="*/ 3489932 w 5799173"/>
              <a:gd name="connsiteY46272" fmla="*/ 3868613 h 5017219"/>
              <a:gd name="connsiteX46273" fmla="*/ 3488768 w 5799173"/>
              <a:gd name="connsiteY46273" fmla="*/ 3867949 h 5017219"/>
              <a:gd name="connsiteX46274" fmla="*/ 3479132 w 5799173"/>
              <a:gd name="connsiteY46274" fmla="*/ 3851333 h 5017219"/>
              <a:gd name="connsiteX46275" fmla="*/ 3479132 w 5799173"/>
              <a:gd name="connsiteY46275" fmla="*/ 3850004 h 5017219"/>
              <a:gd name="connsiteX46276" fmla="*/ 3488769 w 5799173"/>
              <a:gd name="connsiteY46276" fmla="*/ 3833388 h 5017219"/>
              <a:gd name="connsiteX46277" fmla="*/ 3489932 w 5799173"/>
              <a:gd name="connsiteY46277" fmla="*/ 3832723 h 5017219"/>
              <a:gd name="connsiteX46278" fmla="*/ 3509124 w 5799173"/>
              <a:gd name="connsiteY46278" fmla="*/ 3832723 h 5017219"/>
              <a:gd name="connsiteX46279" fmla="*/ 3510287 w 5799173"/>
              <a:gd name="connsiteY46279" fmla="*/ 3833388 h 5017219"/>
              <a:gd name="connsiteX46280" fmla="*/ 3519924 w 5799173"/>
              <a:gd name="connsiteY46280" fmla="*/ 3850004 h 5017219"/>
              <a:gd name="connsiteX46281" fmla="*/ 3519924 w 5799173"/>
              <a:gd name="connsiteY46281" fmla="*/ 3851333 h 5017219"/>
              <a:gd name="connsiteX46282" fmla="*/ 3510287 w 5799173"/>
              <a:gd name="connsiteY46282" fmla="*/ 3867949 h 5017219"/>
              <a:gd name="connsiteX46283" fmla="*/ 3509124 w 5799173"/>
              <a:gd name="connsiteY46283" fmla="*/ 3868613 h 5017219"/>
              <a:gd name="connsiteX46284" fmla="*/ 2466763 w 5799173"/>
              <a:gd name="connsiteY46284" fmla="*/ 3594561 h 5017219"/>
              <a:gd name="connsiteX46285" fmla="*/ 2465600 w 5799173"/>
              <a:gd name="connsiteY46285" fmla="*/ 3593897 h 5017219"/>
              <a:gd name="connsiteX46286" fmla="*/ 2455963 w 5799173"/>
              <a:gd name="connsiteY46286" fmla="*/ 3577198 h 5017219"/>
              <a:gd name="connsiteX46287" fmla="*/ 2455963 w 5799173"/>
              <a:gd name="connsiteY46287" fmla="*/ 3575869 h 5017219"/>
              <a:gd name="connsiteX46288" fmla="*/ 2465600 w 5799173"/>
              <a:gd name="connsiteY46288" fmla="*/ 3559170 h 5017219"/>
              <a:gd name="connsiteX46289" fmla="*/ 2466763 w 5799173"/>
              <a:gd name="connsiteY46289" fmla="*/ 3558505 h 5017219"/>
              <a:gd name="connsiteX46290" fmla="*/ 2486121 w 5799173"/>
              <a:gd name="connsiteY46290" fmla="*/ 3558505 h 5017219"/>
              <a:gd name="connsiteX46291" fmla="*/ 2487284 w 5799173"/>
              <a:gd name="connsiteY46291" fmla="*/ 3559170 h 5017219"/>
              <a:gd name="connsiteX46292" fmla="*/ 2496921 w 5799173"/>
              <a:gd name="connsiteY46292" fmla="*/ 3575869 h 5017219"/>
              <a:gd name="connsiteX46293" fmla="*/ 2496921 w 5799173"/>
              <a:gd name="connsiteY46293" fmla="*/ 3577198 h 5017219"/>
              <a:gd name="connsiteX46294" fmla="*/ 2487284 w 5799173"/>
              <a:gd name="connsiteY46294" fmla="*/ 3593897 h 5017219"/>
              <a:gd name="connsiteX46295" fmla="*/ 2486121 w 5799173"/>
              <a:gd name="connsiteY46295" fmla="*/ 3594561 h 5017219"/>
              <a:gd name="connsiteX46296" fmla="*/ 3670488 w 5799173"/>
              <a:gd name="connsiteY46296" fmla="*/ 3917098 h 5017219"/>
              <a:gd name="connsiteX46297" fmla="*/ 3669324 w 5799173"/>
              <a:gd name="connsiteY46297" fmla="*/ 3916434 h 5017219"/>
              <a:gd name="connsiteX46298" fmla="*/ 3659688 w 5799173"/>
              <a:gd name="connsiteY46298" fmla="*/ 3899735 h 5017219"/>
              <a:gd name="connsiteX46299" fmla="*/ 3659688 w 5799173"/>
              <a:gd name="connsiteY46299" fmla="*/ 3898406 h 5017219"/>
              <a:gd name="connsiteX46300" fmla="*/ 3669324 w 5799173"/>
              <a:gd name="connsiteY46300" fmla="*/ 3881707 h 5017219"/>
              <a:gd name="connsiteX46301" fmla="*/ 3670488 w 5799173"/>
              <a:gd name="connsiteY46301" fmla="*/ 3881042 h 5017219"/>
              <a:gd name="connsiteX46302" fmla="*/ 3689845 w 5799173"/>
              <a:gd name="connsiteY46302" fmla="*/ 3881042 h 5017219"/>
              <a:gd name="connsiteX46303" fmla="*/ 3691008 w 5799173"/>
              <a:gd name="connsiteY46303" fmla="*/ 3881707 h 5017219"/>
              <a:gd name="connsiteX46304" fmla="*/ 3700646 w 5799173"/>
              <a:gd name="connsiteY46304" fmla="*/ 3898406 h 5017219"/>
              <a:gd name="connsiteX46305" fmla="*/ 3700646 w 5799173"/>
              <a:gd name="connsiteY46305" fmla="*/ 3899735 h 5017219"/>
              <a:gd name="connsiteX46306" fmla="*/ 3691008 w 5799173"/>
              <a:gd name="connsiteY46306" fmla="*/ 3916434 h 5017219"/>
              <a:gd name="connsiteX46307" fmla="*/ 3689845 w 5799173"/>
              <a:gd name="connsiteY46307" fmla="*/ 3917098 h 5017219"/>
              <a:gd name="connsiteX46308" fmla="*/ 841684 w 5799173"/>
              <a:gd name="connsiteY46308" fmla="*/ 3159214 h 5017219"/>
              <a:gd name="connsiteX46309" fmla="*/ 840521 w 5799173"/>
              <a:gd name="connsiteY46309" fmla="*/ 3158549 h 5017219"/>
              <a:gd name="connsiteX46310" fmla="*/ 830802 w 5799173"/>
              <a:gd name="connsiteY46310" fmla="*/ 3141684 h 5017219"/>
              <a:gd name="connsiteX46311" fmla="*/ 830802 w 5799173"/>
              <a:gd name="connsiteY46311" fmla="*/ 3140272 h 5017219"/>
              <a:gd name="connsiteX46312" fmla="*/ 840522 w 5799173"/>
              <a:gd name="connsiteY46312" fmla="*/ 3123407 h 5017219"/>
              <a:gd name="connsiteX46313" fmla="*/ 841684 w 5799173"/>
              <a:gd name="connsiteY46313" fmla="*/ 3122742 h 5017219"/>
              <a:gd name="connsiteX46314" fmla="*/ 861125 w 5799173"/>
              <a:gd name="connsiteY46314" fmla="*/ 3122742 h 5017219"/>
              <a:gd name="connsiteX46315" fmla="*/ 862288 w 5799173"/>
              <a:gd name="connsiteY46315" fmla="*/ 3123407 h 5017219"/>
              <a:gd name="connsiteX46316" fmla="*/ 872009 w 5799173"/>
              <a:gd name="connsiteY46316" fmla="*/ 3140272 h 5017219"/>
              <a:gd name="connsiteX46317" fmla="*/ 872009 w 5799173"/>
              <a:gd name="connsiteY46317" fmla="*/ 3141684 h 5017219"/>
              <a:gd name="connsiteX46318" fmla="*/ 862288 w 5799173"/>
              <a:gd name="connsiteY46318" fmla="*/ 3158549 h 5017219"/>
              <a:gd name="connsiteX46319" fmla="*/ 861125 w 5799173"/>
              <a:gd name="connsiteY46319" fmla="*/ 3159214 h 5017219"/>
              <a:gd name="connsiteX46320" fmla="*/ 4332486 w 5799173"/>
              <a:gd name="connsiteY46320" fmla="*/ 4094572 h 5017219"/>
              <a:gd name="connsiteX46321" fmla="*/ 4331323 w 5799173"/>
              <a:gd name="connsiteY46321" fmla="*/ 4093907 h 5017219"/>
              <a:gd name="connsiteX46322" fmla="*/ 4321603 w 5799173"/>
              <a:gd name="connsiteY46322" fmla="*/ 4077042 h 5017219"/>
              <a:gd name="connsiteX46323" fmla="*/ 4321603 w 5799173"/>
              <a:gd name="connsiteY46323" fmla="*/ 4075630 h 5017219"/>
              <a:gd name="connsiteX46324" fmla="*/ 4331324 w 5799173"/>
              <a:gd name="connsiteY46324" fmla="*/ 4058765 h 5017219"/>
              <a:gd name="connsiteX46325" fmla="*/ 4332486 w 5799173"/>
              <a:gd name="connsiteY46325" fmla="*/ 4058100 h 5017219"/>
              <a:gd name="connsiteX46326" fmla="*/ 4351927 w 5799173"/>
              <a:gd name="connsiteY46326" fmla="*/ 4058100 h 5017219"/>
              <a:gd name="connsiteX46327" fmla="*/ 4353090 w 5799173"/>
              <a:gd name="connsiteY46327" fmla="*/ 4058765 h 5017219"/>
              <a:gd name="connsiteX46328" fmla="*/ 4362810 w 5799173"/>
              <a:gd name="connsiteY46328" fmla="*/ 4075630 h 5017219"/>
              <a:gd name="connsiteX46329" fmla="*/ 4362810 w 5799173"/>
              <a:gd name="connsiteY46329" fmla="*/ 4077042 h 5017219"/>
              <a:gd name="connsiteX46330" fmla="*/ 4353090 w 5799173"/>
              <a:gd name="connsiteY46330" fmla="*/ 4093907 h 5017219"/>
              <a:gd name="connsiteX46331" fmla="*/ 4351927 w 5799173"/>
              <a:gd name="connsiteY46331" fmla="*/ 4094572 h 5017219"/>
              <a:gd name="connsiteX46332" fmla="*/ 1142534 w 5799173"/>
              <a:gd name="connsiteY46332" fmla="*/ 3240014 h 5017219"/>
              <a:gd name="connsiteX46333" fmla="*/ 1141370 w 5799173"/>
              <a:gd name="connsiteY46333" fmla="*/ 3239349 h 5017219"/>
              <a:gd name="connsiteX46334" fmla="*/ 1131567 w 5799173"/>
              <a:gd name="connsiteY46334" fmla="*/ 3222318 h 5017219"/>
              <a:gd name="connsiteX46335" fmla="*/ 1131567 w 5799173"/>
              <a:gd name="connsiteY46335" fmla="*/ 3220906 h 5017219"/>
              <a:gd name="connsiteX46336" fmla="*/ 1141370 w 5799173"/>
              <a:gd name="connsiteY46336" fmla="*/ 3203875 h 5017219"/>
              <a:gd name="connsiteX46337" fmla="*/ 1142534 w 5799173"/>
              <a:gd name="connsiteY46337" fmla="*/ 3203209 h 5017219"/>
              <a:gd name="connsiteX46338" fmla="*/ 1162140 w 5799173"/>
              <a:gd name="connsiteY46338" fmla="*/ 3203210 h 5017219"/>
              <a:gd name="connsiteX46339" fmla="*/ 1163303 w 5799173"/>
              <a:gd name="connsiteY46339" fmla="*/ 3203875 h 5017219"/>
              <a:gd name="connsiteX46340" fmla="*/ 1173107 w 5799173"/>
              <a:gd name="connsiteY46340" fmla="*/ 3220906 h 5017219"/>
              <a:gd name="connsiteX46341" fmla="*/ 1173107 w 5799173"/>
              <a:gd name="connsiteY46341" fmla="*/ 3222318 h 5017219"/>
              <a:gd name="connsiteX46342" fmla="*/ 1163303 w 5799173"/>
              <a:gd name="connsiteY46342" fmla="*/ 3239349 h 5017219"/>
              <a:gd name="connsiteX46343" fmla="*/ 1162140 w 5799173"/>
              <a:gd name="connsiteY46343" fmla="*/ 3240014 h 5017219"/>
              <a:gd name="connsiteX46344" fmla="*/ 1563735 w 5799173"/>
              <a:gd name="connsiteY46344" fmla="*/ 3353054 h 5017219"/>
              <a:gd name="connsiteX46345" fmla="*/ 1562488 w 5799173"/>
              <a:gd name="connsiteY46345" fmla="*/ 3352390 h 5017219"/>
              <a:gd name="connsiteX46346" fmla="*/ 1552602 w 5799173"/>
              <a:gd name="connsiteY46346" fmla="*/ 3335275 h 5017219"/>
              <a:gd name="connsiteX46347" fmla="*/ 1552602 w 5799173"/>
              <a:gd name="connsiteY46347" fmla="*/ 3333863 h 5017219"/>
              <a:gd name="connsiteX46348" fmla="*/ 1562488 w 5799173"/>
              <a:gd name="connsiteY46348" fmla="*/ 3316749 h 5017219"/>
              <a:gd name="connsiteX46349" fmla="*/ 1563735 w 5799173"/>
              <a:gd name="connsiteY46349" fmla="*/ 3316084 h 5017219"/>
              <a:gd name="connsiteX46350" fmla="*/ 1583424 w 5799173"/>
              <a:gd name="connsiteY46350" fmla="*/ 3316084 h 5017219"/>
              <a:gd name="connsiteX46351" fmla="*/ 1584671 w 5799173"/>
              <a:gd name="connsiteY46351" fmla="*/ 3316749 h 5017219"/>
              <a:gd name="connsiteX46352" fmla="*/ 1594557 w 5799173"/>
              <a:gd name="connsiteY46352" fmla="*/ 3333863 h 5017219"/>
              <a:gd name="connsiteX46353" fmla="*/ 1594557 w 5799173"/>
              <a:gd name="connsiteY46353" fmla="*/ 3335275 h 5017219"/>
              <a:gd name="connsiteX46354" fmla="*/ 1584671 w 5799173"/>
              <a:gd name="connsiteY46354" fmla="*/ 3352390 h 5017219"/>
              <a:gd name="connsiteX46355" fmla="*/ 1583424 w 5799173"/>
              <a:gd name="connsiteY46355" fmla="*/ 3353054 h 5017219"/>
              <a:gd name="connsiteX46356" fmla="*/ 1082160 w 5799173"/>
              <a:gd name="connsiteY46356" fmla="*/ 3224216 h 5017219"/>
              <a:gd name="connsiteX46357" fmla="*/ 1080914 w 5799173"/>
              <a:gd name="connsiteY46357" fmla="*/ 3223552 h 5017219"/>
              <a:gd name="connsiteX46358" fmla="*/ 1070943 w 5799173"/>
              <a:gd name="connsiteY46358" fmla="*/ 3206271 h 5017219"/>
              <a:gd name="connsiteX46359" fmla="*/ 1070943 w 5799173"/>
              <a:gd name="connsiteY46359" fmla="*/ 3204859 h 5017219"/>
              <a:gd name="connsiteX46360" fmla="*/ 1080914 w 5799173"/>
              <a:gd name="connsiteY46360" fmla="*/ 3187579 h 5017219"/>
              <a:gd name="connsiteX46361" fmla="*/ 1082160 w 5799173"/>
              <a:gd name="connsiteY46361" fmla="*/ 3186914 h 5017219"/>
              <a:gd name="connsiteX46362" fmla="*/ 1102099 w 5799173"/>
              <a:gd name="connsiteY46362" fmla="*/ 3186914 h 5017219"/>
              <a:gd name="connsiteX46363" fmla="*/ 1103344 w 5799173"/>
              <a:gd name="connsiteY46363" fmla="*/ 3187579 h 5017219"/>
              <a:gd name="connsiteX46364" fmla="*/ 1113314 w 5799173"/>
              <a:gd name="connsiteY46364" fmla="*/ 3204859 h 5017219"/>
              <a:gd name="connsiteX46365" fmla="*/ 1113314 w 5799173"/>
              <a:gd name="connsiteY46365" fmla="*/ 3206271 h 5017219"/>
              <a:gd name="connsiteX46366" fmla="*/ 1103344 w 5799173"/>
              <a:gd name="connsiteY46366" fmla="*/ 3223552 h 5017219"/>
              <a:gd name="connsiteX46367" fmla="*/ 1102099 w 5799173"/>
              <a:gd name="connsiteY46367" fmla="*/ 3224216 h 5017219"/>
              <a:gd name="connsiteX46368" fmla="*/ 1202532 w 5799173"/>
              <a:gd name="connsiteY46368" fmla="*/ 3256470 h 5017219"/>
              <a:gd name="connsiteX46369" fmla="*/ 1201286 w 5799173"/>
              <a:gd name="connsiteY46369" fmla="*/ 3255806 h 5017219"/>
              <a:gd name="connsiteX46370" fmla="*/ 1191316 w 5799173"/>
              <a:gd name="connsiteY46370" fmla="*/ 3238525 h 5017219"/>
              <a:gd name="connsiteX46371" fmla="*/ 1191316 w 5799173"/>
              <a:gd name="connsiteY46371" fmla="*/ 3237113 h 5017219"/>
              <a:gd name="connsiteX46372" fmla="*/ 1201286 w 5799173"/>
              <a:gd name="connsiteY46372" fmla="*/ 3219833 h 5017219"/>
              <a:gd name="connsiteX46373" fmla="*/ 1202532 w 5799173"/>
              <a:gd name="connsiteY46373" fmla="*/ 3219168 h 5017219"/>
              <a:gd name="connsiteX46374" fmla="*/ 1222471 w 5799173"/>
              <a:gd name="connsiteY46374" fmla="*/ 3219168 h 5017219"/>
              <a:gd name="connsiteX46375" fmla="*/ 1223717 w 5799173"/>
              <a:gd name="connsiteY46375" fmla="*/ 3219833 h 5017219"/>
              <a:gd name="connsiteX46376" fmla="*/ 1233686 w 5799173"/>
              <a:gd name="connsiteY46376" fmla="*/ 3237113 h 5017219"/>
              <a:gd name="connsiteX46377" fmla="*/ 1233686 w 5799173"/>
              <a:gd name="connsiteY46377" fmla="*/ 3238525 h 5017219"/>
              <a:gd name="connsiteX46378" fmla="*/ 1223717 w 5799173"/>
              <a:gd name="connsiteY46378" fmla="*/ 3255806 h 5017219"/>
              <a:gd name="connsiteX46379" fmla="*/ 1222471 w 5799173"/>
              <a:gd name="connsiteY46379" fmla="*/ 3256470 h 5017219"/>
              <a:gd name="connsiteX46380" fmla="*/ 1262718 w 5799173"/>
              <a:gd name="connsiteY46380" fmla="*/ 3272597 h 5017219"/>
              <a:gd name="connsiteX46381" fmla="*/ 1261472 w 5799173"/>
              <a:gd name="connsiteY46381" fmla="*/ 3271932 h 5017219"/>
              <a:gd name="connsiteX46382" fmla="*/ 1251502 w 5799173"/>
              <a:gd name="connsiteY46382" fmla="*/ 3254651 h 5017219"/>
              <a:gd name="connsiteX46383" fmla="*/ 1251502 w 5799173"/>
              <a:gd name="connsiteY46383" fmla="*/ 3253240 h 5017219"/>
              <a:gd name="connsiteX46384" fmla="*/ 1261472 w 5799173"/>
              <a:gd name="connsiteY46384" fmla="*/ 3235959 h 5017219"/>
              <a:gd name="connsiteX46385" fmla="*/ 1262718 w 5799173"/>
              <a:gd name="connsiteY46385" fmla="*/ 3235295 h 5017219"/>
              <a:gd name="connsiteX46386" fmla="*/ 1282657 w 5799173"/>
              <a:gd name="connsiteY46386" fmla="*/ 3235294 h 5017219"/>
              <a:gd name="connsiteX46387" fmla="*/ 1283903 w 5799173"/>
              <a:gd name="connsiteY46387" fmla="*/ 3235959 h 5017219"/>
              <a:gd name="connsiteX46388" fmla="*/ 1293872 w 5799173"/>
              <a:gd name="connsiteY46388" fmla="*/ 3253239 h 5017219"/>
              <a:gd name="connsiteX46389" fmla="*/ 1293872 w 5799173"/>
              <a:gd name="connsiteY46389" fmla="*/ 3254651 h 5017219"/>
              <a:gd name="connsiteX46390" fmla="*/ 1283903 w 5799173"/>
              <a:gd name="connsiteY46390" fmla="*/ 3271932 h 5017219"/>
              <a:gd name="connsiteX46391" fmla="*/ 1282657 w 5799173"/>
              <a:gd name="connsiteY46391" fmla="*/ 3272596 h 5017219"/>
              <a:gd name="connsiteX46392" fmla="*/ 1443277 w 5799173"/>
              <a:gd name="connsiteY46392" fmla="*/ 3320977 h 5017219"/>
              <a:gd name="connsiteX46393" fmla="*/ 1442031 w 5799173"/>
              <a:gd name="connsiteY46393" fmla="*/ 3320313 h 5017219"/>
              <a:gd name="connsiteX46394" fmla="*/ 1432061 w 5799173"/>
              <a:gd name="connsiteY46394" fmla="*/ 3303032 h 5017219"/>
              <a:gd name="connsiteX46395" fmla="*/ 1432061 w 5799173"/>
              <a:gd name="connsiteY46395" fmla="*/ 3301620 h 5017219"/>
              <a:gd name="connsiteX46396" fmla="*/ 1442031 w 5799173"/>
              <a:gd name="connsiteY46396" fmla="*/ 3284340 h 5017219"/>
              <a:gd name="connsiteX46397" fmla="*/ 1443277 w 5799173"/>
              <a:gd name="connsiteY46397" fmla="*/ 3283675 h 5017219"/>
              <a:gd name="connsiteX46398" fmla="*/ 1463216 w 5799173"/>
              <a:gd name="connsiteY46398" fmla="*/ 3283675 h 5017219"/>
              <a:gd name="connsiteX46399" fmla="*/ 1464461 w 5799173"/>
              <a:gd name="connsiteY46399" fmla="*/ 3284340 h 5017219"/>
              <a:gd name="connsiteX46400" fmla="*/ 1474431 w 5799173"/>
              <a:gd name="connsiteY46400" fmla="*/ 3301620 h 5017219"/>
              <a:gd name="connsiteX46401" fmla="*/ 1474431 w 5799173"/>
              <a:gd name="connsiteY46401" fmla="*/ 3303032 h 5017219"/>
              <a:gd name="connsiteX46402" fmla="*/ 1464461 w 5799173"/>
              <a:gd name="connsiteY46402" fmla="*/ 3320313 h 5017219"/>
              <a:gd name="connsiteX46403" fmla="*/ 1463216 w 5799173"/>
              <a:gd name="connsiteY46403" fmla="*/ 3320977 h 5017219"/>
              <a:gd name="connsiteX46404" fmla="*/ 1322843 w 5799173"/>
              <a:gd name="connsiteY46404" fmla="*/ 3288810 h 5017219"/>
              <a:gd name="connsiteX46405" fmla="*/ 1321598 w 5799173"/>
              <a:gd name="connsiteY46405" fmla="*/ 3288062 h 5017219"/>
              <a:gd name="connsiteX46406" fmla="*/ 1311627 w 5799173"/>
              <a:gd name="connsiteY46406" fmla="*/ 3270699 h 5017219"/>
              <a:gd name="connsiteX46407" fmla="*/ 1311627 w 5799173"/>
              <a:gd name="connsiteY46407" fmla="*/ 3269286 h 5017219"/>
              <a:gd name="connsiteX46408" fmla="*/ 1321680 w 5799173"/>
              <a:gd name="connsiteY46408" fmla="*/ 3251923 h 5017219"/>
              <a:gd name="connsiteX46409" fmla="*/ 1322926 w 5799173"/>
              <a:gd name="connsiteY46409" fmla="*/ 3251175 h 5017219"/>
              <a:gd name="connsiteX46410" fmla="*/ 1342949 w 5799173"/>
              <a:gd name="connsiteY46410" fmla="*/ 3251175 h 5017219"/>
              <a:gd name="connsiteX46411" fmla="*/ 1344195 w 5799173"/>
              <a:gd name="connsiteY46411" fmla="*/ 3251923 h 5017219"/>
              <a:gd name="connsiteX46412" fmla="*/ 1354164 w 5799173"/>
              <a:gd name="connsiteY46412" fmla="*/ 3269286 h 5017219"/>
              <a:gd name="connsiteX46413" fmla="*/ 1354165 w 5799173"/>
              <a:gd name="connsiteY46413" fmla="*/ 3270699 h 5017219"/>
              <a:gd name="connsiteX46414" fmla="*/ 1344111 w 5799173"/>
              <a:gd name="connsiteY46414" fmla="*/ 3288062 h 5017219"/>
              <a:gd name="connsiteX46415" fmla="*/ 1342865 w 5799173"/>
              <a:gd name="connsiteY46415" fmla="*/ 3288810 h 5017219"/>
              <a:gd name="connsiteX46416" fmla="*/ 2406195 w 5799173"/>
              <a:gd name="connsiteY46416" fmla="*/ 3579094 h 5017219"/>
              <a:gd name="connsiteX46417" fmla="*/ 2404949 w 5799173"/>
              <a:gd name="connsiteY46417" fmla="*/ 3578346 h 5017219"/>
              <a:gd name="connsiteX46418" fmla="*/ 2394979 w 5799173"/>
              <a:gd name="connsiteY46418" fmla="*/ 3560982 h 5017219"/>
              <a:gd name="connsiteX46419" fmla="*/ 2394979 w 5799173"/>
              <a:gd name="connsiteY46419" fmla="*/ 3559569 h 5017219"/>
              <a:gd name="connsiteX46420" fmla="*/ 2405031 w 5799173"/>
              <a:gd name="connsiteY46420" fmla="*/ 3542206 h 5017219"/>
              <a:gd name="connsiteX46421" fmla="*/ 2406278 w 5799173"/>
              <a:gd name="connsiteY46421" fmla="*/ 3541458 h 5017219"/>
              <a:gd name="connsiteX46422" fmla="*/ 2426300 w 5799173"/>
              <a:gd name="connsiteY46422" fmla="*/ 3541458 h 5017219"/>
              <a:gd name="connsiteX46423" fmla="*/ 2427546 w 5799173"/>
              <a:gd name="connsiteY46423" fmla="*/ 3542206 h 5017219"/>
              <a:gd name="connsiteX46424" fmla="*/ 2437515 w 5799173"/>
              <a:gd name="connsiteY46424" fmla="*/ 3559569 h 5017219"/>
              <a:gd name="connsiteX46425" fmla="*/ 2437515 w 5799173"/>
              <a:gd name="connsiteY46425" fmla="*/ 3560982 h 5017219"/>
              <a:gd name="connsiteX46426" fmla="*/ 2427463 w 5799173"/>
              <a:gd name="connsiteY46426" fmla="*/ 3578345 h 5017219"/>
              <a:gd name="connsiteX46427" fmla="*/ 2426217 w 5799173"/>
              <a:gd name="connsiteY46427" fmla="*/ 3579093 h 5017219"/>
              <a:gd name="connsiteX46428" fmla="*/ 1383028 w 5799173"/>
              <a:gd name="connsiteY46428" fmla="*/ 3305020 h 5017219"/>
              <a:gd name="connsiteX46429" fmla="*/ 1381782 w 5799173"/>
              <a:gd name="connsiteY46429" fmla="*/ 3304272 h 5017219"/>
              <a:gd name="connsiteX46430" fmla="*/ 1371730 w 5799173"/>
              <a:gd name="connsiteY46430" fmla="*/ 3286826 h 5017219"/>
              <a:gd name="connsiteX46431" fmla="*/ 1371731 w 5799173"/>
              <a:gd name="connsiteY46431" fmla="*/ 3285413 h 5017219"/>
              <a:gd name="connsiteX46432" fmla="*/ 1381782 w 5799173"/>
              <a:gd name="connsiteY46432" fmla="*/ 3267967 h 5017219"/>
              <a:gd name="connsiteX46433" fmla="*/ 1383028 w 5799173"/>
              <a:gd name="connsiteY46433" fmla="*/ 3267219 h 5017219"/>
              <a:gd name="connsiteX46434" fmla="*/ 1403135 w 5799173"/>
              <a:gd name="connsiteY46434" fmla="*/ 3267219 h 5017219"/>
              <a:gd name="connsiteX46435" fmla="*/ 1404380 w 5799173"/>
              <a:gd name="connsiteY46435" fmla="*/ 3267967 h 5017219"/>
              <a:gd name="connsiteX46436" fmla="*/ 1414433 w 5799173"/>
              <a:gd name="connsiteY46436" fmla="*/ 3285413 h 5017219"/>
              <a:gd name="connsiteX46437" fmla="*/ 1414433 w 5799173"/>
              <a:gd name="connsiteY46437" fmla="*/ 3286826 h 5017219"/>
              <a:gd name="connsiteX46438" fmla="*/ 1404380 w 5799173"/>
              <a:gd name="connsiteY46438" fmla="*/ 3304272 h 5017219"/>
              <a:gd name="connsiteX46439" fmla="*/ 1403134 w 5799173"/>
              <a:gd name="connsiteY46439" fmla="*/ 3305020 h 5017219"/>
              <a:gd name="connsiteX46440" fmla="*/ 4452444 w 5799173"/>
              <a:gd name="connsiteY46440" fmla="*/ 4127571 h 5017219"/>
              <a:gd name="connsiteX46441" fmla="*/ 4451199 w 5799173"/>
              <a:gd name="connsiteY46441" fmla="*/ 4126825 h 5017219"/>
              <a:gd name="connsiteX46442" fmla="*/ 4441062 w 5799173"/>
              <a:gd name="connsiteY46442" fmla="*/ 4109295 h 5017219"/>
              <a:gd name="connsiteX46443" fmla="*/ 4441062 w 5799173"/>
              <a:gd name="connsiteY46443" fmla="*/ 4107882 h 5017219"/>
              <a:gd name="connsiteX46444" fmla="*/ 4451198 w 5799173"/>
              <a:gd name="connsiteY46444" fmla="*/ 4090353 h 5017219"/>
              <a:gd name="connsiteX46445" fmla="*/ 4452444 w 5799173"/>
              <a:gd name="connsiteY46445" fmla="*/ 4089605 h 5017219"/>
              <a:gd name="connsiteX46446" fmla="*/ 4472715 w 5799173"/>
              <a:gd name="connsiteY46446" fmla="*/ 4089605 h 5017219"/>
              <a:gd name="connsiteX46447" fmla="*/ 4473961 w 5799173"/>
              <a:gd name="connsiteY46447" fmla="*/ 4090353 h 5017219"/>
              <a:gd name="connsiteX46448" fmla="*/ 4484097 w 5799173"/>
              <a:gd name="connsiteY46448" fmla="*/ 4107882 h 5017219"/>
              <a:gd name="connsiteX46449" fmla="*/ 4484097 w 5799173"/>
              <a:gd name="connsiteY46449" fmla="*/ 4109295 h 5017219"/>
              <a:gd name="connsiteX46450" fmla="*/ 4473961 w 5799173"/>
              <a:gd name="connsiteY46450" fmla="*/ 4126825 h 5017219"/>
              <a:gd name="connsiteX46451" fmla="*/ 4472715 w 5799173"/>
              <a:gd name="connsiteY46451" fmla="*/ 4127572 h 5017219"/>
              <a:gd name="connsiteX46452" fmla="*/ 4633003 w 5799173"/>
              <a:gd name="connsiteY46452" fmla="*/ 4175952 h 5017219"/>
              <a:gd name="connsiteX46453" fmla="*/ 4631757 w 5799173"/>
              <a:gd name="connsiteY46453" fmla="*/ 4175205 h 5017219"/>
              <a:gd name="connsiteX46454" fmla="*/ 4621621 w 5799173"/>
              <a:gd name="connsiteY46454" fmla="*/ 4157675 h 5017219"/>
              <a:gd name="connsiteX46455" fmla="*/ 4621621 w 5799173"/>
              <a:gd name="connsiteY46455" fmla="*/ 4156263 h 5017219"/>
              <a:gd name="connsiteX46456" fmla="*/ 4631757 w 5799173"/>
              <a:gd name="connsiteY46456" fmla="*/ 4138733 h 5017219"/>
              <a:gd name="connsiteX46457" fmla="*/ 4633003 w 5799173"/>
              <a:gd name="connsiteY46457" fmla="*/ 4137985 h 5017219"/>
              <a:gd name="connsiteX46458" fmla="*/ 4653274 w 5799173"/>
              <a:gd name="connsiteY46458" fmla="*/ 4137985 h 5017219"/>
              <a:gd name="connsiteX46459" fmla="*/ 4654520 w 5799173"/>
              <a:gd name="connsiteY46459" fmla="*/ 4138733 h 5017219"/>
              <a:gd name="connsiteX46460" fmla="*/ 4664656 w 5799173"/>
              <a:gd name="connsiteY46460" fmla="*/ 4156263 h 5017219"/>
              <a:gd name="connsiteX46461" fmla="*/ 4664656 w 5799173"/>
              <a:gd name="connsiteY46461" fmla="*/ 4157675 h 5017219"/>
              <a:gd name="connsiteX46462" fmla="*/ 4654520 w 5799173"/>
              <a:gd name="connsiteY46462" fmla="*/ 4175205 h 5017219"/>
              <a:gd name="connsiteX46463" fmla="*/ 4653274 w 5799173"/>
              <a:gd name="connsiteY46463" fmla="*/ 4175952 h 5017219"/>
              <a:gd name="connsiteX46464" fmla="*/ 1503236 w 5799173"/>
              <a:gd name="connsiteY46464" fmla="*/ 3337439 h 5017219"/>
              <a:gd name="connsiteX46465" fmla="*/ 1501990 w 5799173"/>
              <a:gd name="connsiteY46465" fmla="*/ 3336692 h 5017219"/>
              <a:gd name="connsiteX46466" fmla="*/ 1491854 w 5799173"/>
              <a:gd name="connsiteY46466" fmla="*/ 3319079 h 5017219"/>
              <a:gd name="connsiteX46467" fmla="*/ 1491854 w 5799173"/>
              <a:gd name="connsiteY46467" fmla="*/ 3317667 h 5017219"/>
              <a:gd name="connsiteX46468" fmla="*/ 1502073 w 5799173"/>
              <a:gd name="connsiteY46468" fmla="*/ 3300054 h 5017219"/>
              <a:gd name="connsiteX46469" fmla="*/ 1503319 w 5799173"/>
              <a:gd name="connsiteY46469" fmla="*/ 3299306 h 5017219"/>
              <a:gd name="connsiteX46470" fmla="*/ 1523673 w 5799173"/>
              <a:gd name="connsiteY46470" fmla="*/ 3299306 h 5017219"/>
              <a:gd name="connsiteX46471" fmla="*/ 1524919 w 5799173"/>
              <a:gd name="connsiteY46471" fmla="*/ 3300054 h 5017219"/>
              <a:gd name="connsiteX46472" fmla="*/ 1535055 w 5799173"/>
              <a:gd name="connsiteY46472" fmla="*/ 3317667 h 5017219"/>
              <a:gd name="connsiteX46473" fmla="*/ 1535055 w 5799173"/>
              <a:gd name="connsiteY46473" fmla="*/ 3319079 h 5017219"/>
              <a:gd name="connsiteX46474" fmla="*/ 1524836 w 5799173"/>
              <a:gd name="connsiteY46474" fmla="*/ 3336692 h 5017219"/>
              <a:gd name="connsiteX46475" fmla="*/ 1523590 w 5799173"/>
              <a:gd name="connsiteY46475" fmla="*/ 3337439 h 5017219"/>
              <a:gd name="connsiteX46476" fmla="*/ 4693084 w 5799173"/>
              <a:gd name="connsiteY46476" fmla="*/ 4192325 h 5017219"/>
              <a:gd name="connsiteX46477" fmla="*/ 4691838 w 5799173"/>
              <a:gd name="connsiteY46477" fmla="*/ 4191578 h 5017219"/>
              <a:gd name="connsiteX46478" fmla="*/ 4681619 w 5799173"/>
              <a:gd name="connsiteY46478" fmla="*/ 4173882 h 5017219"/>
              <a:gd name="connsiteX46479" fmla="*/ 4681619 w 5799173"/>
              <a:gd name="connsiteY46479" fmla="*/ 4172470 h 5017219"/>
              <a:gd name="connsiteX46480" fmla="*/ 4691838 w 5799173"/>
              <a:gd name="connsiteY46480" fmla="*/ 4154774 h 5017219"/>
              <a:gd name="connsiteX46481" fmla="*/ 4693084 w 5799173"/>
              <a:gd name="connsiteY46481" fmla="*/ 4154026 h 5017219"/>
              <a:gd name="connsiteX46482" fmla="*/ 4713521 w 5799173"/>
              <a:gd name="connsiteY46482" fmla="*/ 4154026 h 5017219"/>
              <a:gd name="connsiteX46483" fmla="*/ 4714768 w 5799173"/>
              <a:gd name="connsiteY46483" fmla="*/ 4154774 h 5017219"/>
              <a:gd name="connsiteX46484" fmla="*/ 4724986 w 5799173"/>
              <a:gd name="connsiteY46484" fmla="*/ 4172470 h 5017219"/>
              <a:gd name="connsiteX46485" fmla="*/ 4724986 w 5799173"/>
              <a:gd name="connsiteY46485" fmla="*/ 4173882 h 5017219"/>
              <a:gd name="connsiteX46486" fmla="*/ 4714768 w 5799173"/>
              <a:gd name="connsiteY46486" fmla="*/ 4191578 h 5017219"/>
              <a:gd name="connsiteX46487" fmla="*/ 4713521 w 5799173"/>
              <a:gd name="connsiteY46487" fmla="*/ 4192325 h 5017219"/>
              <a:gd name="connsiteX46488" fmla="*/ 1864093 w 5799173"/>
              <a:gd name="connsiteY46488" fmla="*/ 3434698 h 5017219"/>
              <a:gd name="connsiteX46489" fmla="*/ 1862848 w 5799173"/>
              <a:gd name="connsiteY46489" fmla="*/ 3433951 h 5017219"/>
              <a:gd name="connsiteX46490" fmla="*/ 1852462 w 5799173"/>
              <a:gd name="connsiteY46490" fmla="*/ 3415922 h 5017219"/>
              <a:gd name="connsiteX46491" fmla="*/ 1852462 w 5799173"/>
              <a:gd name="connsiteY46491" fmla="*/ 3414427 h 5017219"/>
              <a:gd name="connsiteX46492" fmla="*/ 1862931 w 5799173"/>
              <a:gd name="connsiteY46492" fmla="*/ 3396399 h 5017219"/>
              <a:gd name="connsiteX46493" fmla="*/ 1864177 w 5799173"/>
              <a:gd name="connsiteY46493" fmla="*/ 3395651 h 5017219"/>
              <a:gd name="connsiteX46494" fmla="*/ 1885029 w 5799173"/>
              <a:gd name="connsiteY46494" fmla="*/ 3395650 h 5017219"/>
              <a:gd name="connsiteX46495" fmla="*/ 1886276 w 5799173"/>
              <a:gd name="connsiteY46495" fmla="*/ 3396399 h 5017219"/>
              <a:gd name="connsiteX46496" fmla="*/ 1896660 w 5799173"/>
              <a:gd name="connsiteY46496" fmla="*/ 3414427 h 5017219"/>
              <a:gd name="connsiteX46497" fmla="*/ 1896660 w 5799173"/>
              <a:gd name="connsiteY46497" fmla="*/ 3415922 h 5017219"/>
              <a:gd name="connsiteX46498" fmla="*/ 1886193 w 5799173"/>
              <a:gd name="connsiteY46498" fmla="*/ 3433951 h 5017219"/>
              <a:gd name="connsiteX46499" fmla="*/ 1884946 w 5799173"/>
              <a:gd name="connsiteY46499" fmla="*/ 3434697 h 5017219"/>
              <a:gd name="connsiteX46500" fmla="*/ 1924279 w 5799173"/>
              <a:gd name="connsiteY46500" fmla="*/ 3450824 h 5017219"/>
              <a:gd name="connsiteX46501" fmla="*/ 1923033 w 5799173"/>
              <a:gd name="connsiteY46501" fmla="*/ 3450077 h 5017219"/>
              <a:gd name="connsiteX46502" fmla="*/ 1912648 w 5799173"/>
              <a:gd name="connsiteY46502" fmla="*/ 3432048 h 5017219"/>
              <a:gd name="connsiteX46503" fmla="*/ 1912648 w 5799173"/>
              <a:gd name="connsiteY46503" fmla="*/ 3430553 h 5017219"/>
              <a:gd name="connsiteX46504" fmla="*/ 1923116 w 5799173"/>
              <a:gd name="connsiteY46504" fmla="*/ 3412525 h 5017219"/>
              <a:gd name="connsiteX46505" fmla="*/ 1924362 w 5799173"/>
              <a:gd name="connsiteY46505" fmla="*/ 3411777 h 5017219"/>
              <a:gd name="connsiteX46506" fmla="*/ 1945215 w 5799173"/>
              <a:gd name="connsiteY46506" fmla="*/ 3411777 h 5017219"/>
              <a:gd name="connsiteX46507" fmla="*/ 1946461 w 5799173"/>
              <a:gd name="connsiteY46507" fmla="*/ 3412525 h 5017219"/>
              <a:gd name="connsiteX46508" fmla="*/ 1956846 w 5799173"/>
              <a:gd name="connsiteY46508" fmla="*/ 3430553 h 5017219"/>
              <a:gd name="connsiteX46509" fmla="*/ 1956846 w 5799173"/>
              <a:gd name="connsiteY46509" fmla="*/ 3432048 h 5017219"/>
              <a:gd name="connsiteX46510" fmla="*/ 1946378 w 5799173"/>
              <a:gd name="connsiteY46510" fmla="*/ 3450077 h 5017219"/>
              <a:gd name="connsiteX46511" fmla="*/ 1945132 w 5799173"/>
              <a:gd name="connsiteY46511" fmla="*/ 3450824 h 5017219"/>
              <a:gd name="connsiteX46512" fmla="*/ 2104837 w 5799173"/>
              <a:gd name="connsiteY46512" fmla="*/ 3499205 h 5017219"/>
              <a:gd name="connsiteX46513" fmla="*/ 2103591 w 5799173"/>
              <a:gd name="connsiteY46513" fmla="*/ 3498458 h 5017219"/>
              <a:gd name="connsiteX46514" fmla="*/ 2093206 w 5799173"/>
              <a:gd name="connsiteY46514" fmla="*/ 3480429 h 5017219"/>
              <a:gd name="connsiteX46515" fmla="*/ 2093206 w 5799173"/>
              <a:gd name="connsiteY46515" fmla="*/ 3478934 h 5017219"/>
              <a:gd name="connsiteX46516" fmla="*/ 2103674 w 5799173"/>
              <a:gd name="connsiteY46516" fmla="*/ 3460906 h 5017219"/>
              <a:gd name="connsiteX46517" fmla="*/ 2104920 w 5799173"/>
              <a:gd name="connsiteY46517" fmla="*/ 3460158 h 5017219"/>
              <a:gd name="connsiteX46518" fmla="*/ 2125773 w 5799173"/>
              <a:gd name="connsiteY46518" fmla="*/ 3460158 h 5017219"/>
              <a:gd name="connsiteX46519" fmla="*/ 2127019 w 5799173"/>
              <a:gd name="connsiteY46519" fmla="*/ 3460906 h 5017219"/>
              <a:gd name="connsiteX46520" fmla="*/ 2137404 w 5799173"/>
              <a:gd name="connsiteY46520" fmla="*/ 3478934 h 5017219"/>
              <a:gd name="connsiteX46521" fmla="*/ 2137404 w 5799173"/>
              <a:gd name="connsiteY46521" fmla="*/ 3480429 h 5017219"/>
              <a:gd name="connsiteX46522" fmla="*/ 2126936 w 5799173"/>
              <a:gd name="connsiteY46522" fmla="*/ 3498458 h 5017219"/>
              <a:gd name="connsiteX46523" fmla="*/ 2125690 w 5799173"/>
              <a:gd name="connsiteY46523" fmla="*/ 3499205 h 5017219"/>
              <a:gd name="connsiteX46524" fmla="*/ 2165024 w 5799173"/>
              <a:gd name="connsiteY46524" fmla="*/ 3515332 h 5017219"/>
              <a:gd name="connsiteX46525" fmla="*/ 2163778 w 5799173"/>
              <a:gd name="connsiteY46525" fmla="*/ 3514585 h 5017219"/>
              <a:gd name="connsiteX46526" fmla="*/ 2153393 w 5799173"/>
              <a:gd name="connsiteY46526" fmla="*/ 3496556 h 5017219"/>
              <a:gd name="connsiteX46527" fmla="*/ 2153393 w 5799173"/>
              <a:gd name="connsiteY46527" fmla="*/ 3495061 h 5017219"/>
              <a:gd name="connsiteX46528" fmla="*/ 2163861 w 5799173"/>
              <a:gd name="connsiteY46528" fmla="*/ 3477033 h 5017219"/>
              <a:gd name="connsiteX46529" fmla="*/ 2165107 w 5799173"/>
              <a:gd name="connsiteY46529" fmla="*/ 3476285 h 5017219"/>
              <a:gd name="connsiteX46530" fmla="*/ 2185960 w 5799173"/>
              <a:gd name="connsiteY46530" fmla="*/ 3476285 h 5017219"/>
              <a:gd name="connsiteX46531" fmla="*/ 2187206 w 5799173"/>
              <a:gd name="connsiteY46531" fmla="*/ 3477033 h 5017219"/>
              <a:gd name="connsiteX46532" fmla="*/ 2197591 w 5799173"/>
              <a:gd name="connsiteY46532" fmla="*/ 3495061 h 5017219"/>
              <a:gd name="connsiteX46533" fmla="*/ 2197591 w 5799173"/>
              <a:gd name="connsiteY46533" fmla="*/ 3496556 h 5017219"/>
              <a:gd name="connsiteX46534" fmla="*/ 2187123 w 5799173"/>
              <a:gd name="connsiteY46534" fmla="*/ 3514585 h 5017219"/>
              <a:gd name="connsiteX46535" fmla="*/ 2185877 w 5799173"/>
              <a:gd name="connsiteY46535" fmla="*/ 3515332 h 5017219"/>
              <a:gd name="connsiteX46536" fmla="*/ 4391913 w 5799173"/>
              <a:gd name="connsiteY46536" fmla="*/ 4112025 h 5017219"/>
              <a:gd name="connsiteX46537" fmla="*/ 4390668 w 5799173"/>
              <a:gd name="connsiteY46537" fmla="*/ 4111278 h 5017219"/>
              <a:gd name="connsiteX46538" fmla="*/ 4380283 w 5799173"/>
              <a:gd name="connsiteY46538" fmla="*/ 4093249 h 5017219"/>
              <a:gd name="connsiteX46539" fmla="*/ 4380283 w 5799173"/>
              <a:gd name="connsiteY46539" fmla="*/ 4091754 h 5017219"/>
              <a:gd name="connsiteX46540" fmla="*/ 4390751 w 5799173"/>
              <a:gd name="connsiteY46540" fmla="*/ 4073726 h 5017219"/>
              <a:gd name="connsiteX46541" fmla="*/ 4391997 w 5799173"/>
              <a:gd name="connsiteY46541" fmla="*/ 4072978 h 5017219"/>
              <a:gd name="connsiteX46542" fmla="*/ 4412850 w 5799173"/>
              <a:gd name="connsiteY46542" fmla="*/ 4072978 h 5017219"/>
              <a:gd name="connsiteX46543" fmla="*/ 4414096 w 5799173"/>
              <a:gd name="connsiteY46543" fmla="*/ 4073726 h 5017219"/>
              <a:gd name="connsiteX46544" fmla="*/ 4424481 w 5799173"/>
              <a:gd name="connsiteY46544" fmla="*/ 4091754 h 5017219"/>
              <a:gd name="connsiteX46545" fmla="*/ 4424481 w 5799173"/>
              <a:gd name="connsiteY46545" fmla="*/ 4093249 h 5017219"/>
              <a:gd name="connsiteX46546" fmla="*/ 4414013 w 5799173"/>
              <a:gd name="connsiteY46546" fmla="*/ 4111278 h 5017219"/>
              <a:gd name="connsiteX46547" fmla="*/ 4412766 w 5799173"/>
              <a:gd name="connsiteY46547" fmla="*/ 4112025 h 5017219"/>
              <a:gd name="connsiteX46548" fmla="*/ 4512286 w 5799173"/>
              <a:gd name="connsiteY46548" fmla="*/ 4144279 h 5017219"/>
              <a:gd name="connsiteX46549" fmla="*/ 4511040 w 5799173"/>
              <a:gd name="connsiteY46549" fmla="*/ 4143532 h 5017219"/>
              <a:gd name="connsiteX46550" fmla="*/ 4500655 w 5799173"/>
              <a:gd name="connsiteY46550" fmla="*/ 4125503 h 5017219"/>
              <a:gd name="connsiteX46551" fmla="*/ 4500655 w 5799173"/>
              <a:gd name="connsiteY46551" fmla="*/ 4124008 h 5017219"/>
              <a:gd name="connsiteX46552" fmla="*/ 4511123 w 5799173"/>
              <a:gd name="connsiteY46552" fmla="*/ 4105980 h 5017219"/>
              <a:gd name="connsiteX46553" fmla="*/ 4512369 w 5799173"/>
              <a:gd name="connsiteY46553" fmla="*/ 4105232 h 5017219"/>
              <a:gd name="connsiteX46554" fmla="*/ 4533222 w 5799173"/>
              <a:gd name="connsiteY46554" fmla="*/ 4105232 h 5017219"/>
              <a:gd name="connsiteX46555" fmla="*/ 4534468 w 5799173"/>
              <a:gd name="connsiteY46555" fmla="*/ 4105980 h 5017219"/>
              <a:gd name="connsiteX46556" fmla="*/ 4544853 w 5799173"/>
              <a:gd name="connsiteY46556" fmla="*/ 4124008 h 5017219"/>
              <a:gd name="connsiteX46557" fmla="*/ 4544853 w 5799173"/>
              <a:gd name="connsiteY46557" fmla="*/ 4125503 h 5017219"/>
              <a:gd name="connsiteX46558" fmla="*/ 4534385 w 5799173"/>
              <a:gd name="connsiteY46558" fmla="*/ 4143532 h 5017219"/>
              <a:gd name="connsiteX46559" fmla="*/ 4533139 w 5799173"/>
              <a:gd name="connsiteY46559" fmla="*/ 4144279 h 5017219"/>
              <a:gd name="connsiteX46560" fmla="*/ 4572473 w 5799173"/>
              <a:gd name="connsiteY46560" fmla="*/ 4160406 h 5017219"/>
              <a:gd name="connsiteX46561" fmla="*/ 4571227 w 5799173"/>
              <a:gd name="connsiteY46561" fmla="*/ 4159659 h 5017219"/>
              <a:gd name="connsiteX46562" fmla="*/ 4560842 w 5799173"/>
              <a:gd name="connsiteY46562" fmla="*/ 4141630 h 5017219"/>
              <a:gd name="connsiteX46563" fmla="*/ 4560842 w 5799173"/>
              <a:gd name="connsiteY46563" fmla="*/ 4140135 h 5017219"/>
              <a:gd name="connsiteX46564" fmla="*/ 4571310 w 5799173"/>
              <a:gd name="connsiteY46564" fmla="*/ 4122107 h 5017219"/>
              <a:gd name="connsiteX46565" fmla="*/ 4572556 w 5799173"/>
              <a:gd name="connsiteY46565" fmla="*/ 4121359 h 5017219"/>
              <a:gd name="connsiteX46566" fmla="*/ 4593409 w 5799173"/>
              <a:gd name="connsiteY46566" fmla="*/ 4121359 h 5017219"/>
              <a:gd name="connsiteX46567" fmla="*/ 4594655 w 5799173"/>
              <a:gd name="connsiteY46567" fmla="*/ 4122107 h 5017219"/>
              <a:gd name="connsiteX46568" fmla="*/ 4605040 w 5799173"/>
              <a:gd name="connsiteY46568" fmla="*/ 4140135 h 5017219"/>
              <a:gd name="connsiteX46569" fmla="*/ 4605040 w 5799173"/>
              <a:gd name="connsiteY46569" fmla="*/ 4141630 h 5017219"/>
              <a:gd name="connsiteX46570" fmla="*/ 4594572 w 5799173"/>
              <a:gd name="connsiteY46570" fmla="*/ 4159659 h 5017219"/>
              <a:gd name="connsiteX46571" fmla="*/ 4593326 w 5799173"/>
              <a:gd name="connsiteY46571" fmla="*/ 4160406 h 5017219"/>
              <a:gd name="connsiteX46572" fmla="*/ 2285395 w 5799173"/>
              <a:gd name="connsiteY46572" fmla="*/ 3547668 h 5017219"/>
              <a:gd name="connsiteX46573" fmla="*/ 2284149 w 5799173"/>
              <a:gd name="connsiteY46573" fmla="*/ 3546920 h 5017219"/>
              <a:gd name="connsiteX46574" fmla="*/ 2273682 w 5799173"/>
              <a:gd name="connsiteY46574" fmla="*/ 3528809 h 5017219"/>
              <a:gd name="connsiteX46575" fmla="*/ 2273682 w 5799173"/>
              <a:gd name="connsiteY46575" fmla="*/ 3527314 h 5017219"/>
              <a:gd name="connsiteX46576" fmla="*/ 2284149 w 5799173"/>
              <a:gd name="connsiteY46576" fmla="*/ 3509203 h 5017219"/>
              <a:gd name="connsiteX46577" fmla="*/ 2285395 w 5799173"/>
              <a:gd name="connsiteY46577" fmla="*/ 3508455 h 5017219"/>
              <a:gd name="connsiteX46578" fmla="*/ 2306332 w 5799173"/>
              <a:gd name="connsiteY46578" fmla="*/ 3508455 h 5017219"/>
              <a:gd name="connsiteX46579" fmla="*/ 2307578 w 5799173"/>
              <a:gd name="connsiteY46579" fmla="*/ 3509203 h 5017219"/>
              <a:gd name="connsiteX46580" fmla="*/ 2318045 w 5799173"/>
              <a:gd name="connsiteY46580" fmla="*/ 3527314 h 5017219"/>
              <a:gd name="connsiteX46581" fmla="*/ 2318045 w 5799173"/>
              <a:gd name="connsiteY46581" fmla="*/ 3528809 h 5017219"/>
              <a:gd name="connsiteX46582" fmla="*/ 2307578 w 5799173"/>
              <a:gd name="connsiteY46582" fmla="*/ 3546920 h 5017219"/>
              <a:gd name="connsiteX46583" fmla="*/ 2306332 w 5799173"/>
              <a:gd name="connsiteY46583" fmla="*/ 3547668 h 5017219"/>
              <a:gd name="connsiteX46584" fmla="*/ 1984404 w 5799173"/>
              <a:gd name="connsiteY46584" fmla="*/ 3467110 h 5017219"/>
              <a:gd name="connsiteX46585" fmla="*/ 1983158 w 5799173"/>
              <a:gd name="connsiteY46585" fmla="*/ 3466362 h 5017219"/>
              <a:gd name="connsiteX46586" fmla="*/ 1972607 w 5799173"/>
              <a:gd name="connsiteY46586" fmla="*/ 3448085 h 5017219"/>
              <a:gd name="connsiteX46587" fmla="*/ 1972607 w 5799173"/>
              <a:gd name="connsiteY46587" fmla="*/ 3446589 h 5017219"/>
              <a:gd name="connsiteX46588" fmla="*/ 1983158 w 5799173"/>
              <a:gd name="connsiteY46588" fmla="*/ 3428312 h 5017219"/>
              <a:gd name="connsiteX46589" fmla="*/ 1984404 w 5799173"/>
              <a:gd name="connsiteY46589" fmla="*/ 3427564 h 5017219"/>
              <a:gd name="connsiteX46590" fmla="*/ 2005423 w 5799173"/>
              <a:gd name="connsiteY46590" fmla="*/ 3427564 h 5017219"/>
              <a:gd name="connsiteX46591" fmla="*/ 2006669 w 5799173"/>
              <a:gd name="connsiteY46591" fmla="*/ 3428312 h 5017219"/>
              <a:gd name="connsiteX46592" fmla="*/ 2017220 w 5799173"/>
              <a:gd name="connsiteY46592" fmla="*/ 3446589 h 5017219"/>
              <a:gd name="connsiteX46593" fmla="*/ 2017220 w 5799173"/>
              <a:gd name="connsiteY46593" fmla="*/ 3448085 h 5017219"/>
              <a:gd name="connsiteX46594" fmla="*/ 2006669 w 5799173"/>
              <a:gd name="connsiteY46594" fmla="*/ 3466362 h 5017219"/>
              <a:gd name="connsiteX46595" fmla="*/ 2005423 w 5799173"/>
              <a:gd name="connsiteY46595" fmla="*/ 3467110 h 5017219"/>
              <a:gd name="connsiteX46596" fmla="*/ 2225150 w 5799173"/>
              <a:gd name="connsiteY46596" fmla="*/ 3531618 h 5017219"/>
              <a:gd name="connsiteX46597" fmla="*/ 2223903 w 5799173"/>
              <a:gd name="connsiteY46597" fmla="*/ 3530870 h 5017219"/>
              <a:gd name="connsiteX46598" fmla="*/ 2213353 w 5799173"/>
              <a:gd name="connsiteY46598" fmla="*/ 3512593 h 5017219"/>
              <a:gd name="connsiteX46599" fmla="*/ 2213352 w 5799173"/>
              <a:gd name="connsiteY46599" fmla="*/ 3511096 h 5017219"/>
              <a:gd name="connsiteX46600" fmla="*/ 2223903 w 5799173"/>
              <a:gd name="connsiteY46600" fmla="*/ 3492820 h 5017219"/>
              <a:gd name="connsiteX46601" fmla="*/ 2225149 w 5799173"/>
              <a:gd name="connsiteY46601" fmla="*/ 3492072 h 5017219"/>
              <a:gd name="connsiteX46602" fmla="*/ 2246169 w 5799173"/>
              <a:gd name="connsiteY46602" fmla="*/ 3492072 h 5017219"/>
              <a:gd name="connsiteX46603" fmla="*/ 2247414 w 5799173"/>
              <a:gd name="connsiteY46603" fmla="*/ 3492820 h 5017219"/>
              <a:gd name="connsiteX46604" fmla="*/ 2257966 w 5799173"/>
              <a:gd name="connsiteY46604" fmla="*/ 3511096 h 5017219"/>
              <a:gd name="connsiteX46605" fmla="*/ 2257965 w 5799173"/>
              <a:gd name="connsiteY46605" fmla="*/ 3512593 h 5017219"/>
              <a:gd name="connsiteX46606" fmla="*/ 2247414 w 5799173"/>
              <a:gd name="connsiteY46606" fmla="*/ 3530870 h 5017219"/>
              <a:gd name="connsiteX46607" fmla="*/ 2246168 w 5799173"/>
              <a:gd name="connsiteY46607" fmla="*/ 3531618 h 5017219"/>
              <a:gd name="connsiteX46608" fmla="*/ 2044567 w 5799173"/>
              <a:gd name="connsiteY46608" fmla="*/ 3483421 h 5017219"/>
              <a:gd name="connsiteX46609" fmla="*/ 2043237 w 5799173"/>
              <a:gd name="connsiteY46609" fmla="*/ 3482673 h 5017219"/>
              <a:gd name="connsiteX46610" fmla="*/ 2032687 w 5799173"/>
              <a:gd name="connsiteY46610" fmla="*/ 3464313 h 5017219"/>
              <a:gd name="connsiteX46611" fmla="*/ 2032687 w 5799173"/>
              <a:gd name="connsiteY46611" fmla="*/ 3462817 h 5017219"/>
              <a:gd name="connsiteX46612" fmla="*/ 2043238 w 5799173"/>
              <a:gd name="connsiteY46612" fmla="*/ 3444457 h 5017219"/>
              <a:gd name="connsiteX46613" fmla="*/ 2044567 w 5799173"/>
              <a:gd name="connsiteY46613" fmla="*/ 3443709 h 5017219"/>
              <a:gd name="connsiteX46614" fmla="*/ 2065752 w 5799173"/>
              <a:gd name="connsiteY46614" fmla="*/ 3443709 h 5017219"/>
              <a:gd name="connsiteX46615" fmla="*/ 2067082 w 5799173"/>
              <a:gd name="connsiteY46615" fmla="*/ 3444457 h 5017219"/>
              <a:gd name="connsiteX46616" fmla="*/ 2077633 w 5799173"/>
              <a:gd name="connsiteY46616" fmla="*/ 3462817 h 5017219"/>
              <a:gd name="connsiteX46617" fmla="*/ 2077633 w 5799173"/>
              <a:gd name="connsiteY46617" fmla="*/ 3464313 h 5017219"/>
              <a:gd name="connsiteX46618" fmla="*/ 2067082 w 5799173"/>
              <a:gd name="connsiteY46618" fmla="*/ 3482673 h 5017219"/>
              <a:gd name="connsiteX46619" fmla="*/ 2065752 w 5799173"/>
              <a:gd name="connsiteY46619" fmla="*/ 3483421 h 5017219"/>
              <a:gd name="connsiteX46620" fmla="*/ 2345333 w 5799173"/>
              <a:gd name="connsiteY46620" fmla="*/ 3564210 h 5017219"/>
              <a:gd name="connsiteX46621" fmla="*/ 2344003 w 5799173"/>
              <a:gd name="connsiteY46621" fmla="*/ 3563463 h 5017219"/>
              <a:gd name="connsiteX46622" fmla="*/ 2333370 w 5799173"/>
              <a:gd name="connsiteY46622" fmla="*/ 3544936 h 5017219"/>
              <a:gd name="connsiteX46623" fmla="*/ 2333369 w 5799173"/>
              <a:gd name="connsiteY46623" fmla="*/ 3543440 h 5017219"/>
              <a:gd name="connsiteX46624" fmla="*/ 2344086 w 5799173"/>
              <a:gd name="connsiteY46624" fmla="*/ 3524914 h 5017219"/>
              <a:gd name="connsiteX46625" fmla="*/ 2345417 w 5799173"/>
              <a:gd name="connsiteY46625" fmla="*/ 3524166 h 5017219"/>
              <a:gd name="connsiteX46626" fmla="*/ 2366767 w 5799173"/>
              <a:gd name="connsiteY46626" fmla="*/ 3524166 h 5017219"/>
              <a:gd name="connsiteX46627" fmla="*/ 2368096 w 5799173"/>
              <a:gd name="connsiteY46627" fmla="*/ 3524914 h 5017219"/>
              <a:gd name="connsiteX46628" fmla="*/ 2378730 w 5799173"/>
              <a:gd name="connsiteY46628" fmla="*/ 3543440 h 5017219"/>
              <a:gd name="connsiteX46629" fmla="*/ 2378731 w 5799173"/>
              <a:gd name="connsiteY46629" fmla="*/ 3544936 h 5017219"/>
              <a:gd name="connsiteX46630" fmla="*/ 2368013 w 5799173"/>
              <a:gd name="connsiteY46630" fmla="*/ 3563463 h 5017219"/>
              <a:gd name="connsiteX46631" fmla="*/ 2366684 w 5799173"/>
              <a:gd name="connsiteY46631" fmla="*/ 3564210 h 5017219"/>
              <a:gd name="connsiteX46632" fmla="*/ 1793503 w 5799173"/>
              <a:gd name="connsiteY46632" fmla="*/ 3464076 h 5017219"/>
              <a:gd name="connsiteX46633" fmla="*/ 1792673 w 5799173"/>
              <a:gd name="connsiteY46633" fmla="*/ 3463577 h 5017219"/>
              <a:gd name="connsiteX46634" fmla="*/ 1785777 w 5799173"/>
              <a:gd name="connsiteY46634" fmla="*/ 3451697 h 5017219"/>
              <a:gd name="connsiteX46635" fmla="*/ 1785777 w 5799173"/>
              <a:gd name="connsiteY46635" fmla="*/ 3450700 h 5017219"/>
              <a:gd name="connsiteX46636" fmla="*/ 1792673 w 5799173"/>
              <a:gd name="connsiteY46636" fmla="*/ 3438819 h 5017219"/>
              <a:gd name="connsiteX46637" fmla="*/ 1793503 w 5799173"/>
              <a:gd name="connsiteY46637" fmla="*/ 3438321 h 5017219"/>
              <a:gd name="connsiteX46638" fmla="*/ 1807211 w 5799173"/>
              <a:gd name="connsiteY46638" fmla="*/ 3438321 h 5017219"/>
              <a:gd name="connsiteX46639" fmla="*/ 1808042 w 5799173"/>
              <a:gd name="connsiteY46639" fmla="*/ 3438819 h 5017219"/>
              <a:gd name="connsiteX46640" fmla="*/ 1814939 w 5799173"/>
              <a:gd name="connsiteY46640" fmla="*/ 3450700 h 5017219"/>
              <a:gd name="connsiteX46641" fmla="*/ 1814939 w 5799173"/>
              <a:gd name="connsiteY46641" fmla="*/ 3451697 h 5017219"/>
              <a:gd name="connsiteX46642" fmla="*/ 1808042 w 5799173"/>
              <a:gd name="connsiteY46642" fmla="*/ 3463577 h 5017219"/>
              <a:gd name="connsiteX46643" fmla="*/ 1807211 w 5799173"/>
              <a:gd name="connsiteY46643" fmla="*/ 3464076 h 5017219"/>
              <a:gd name="connsiteX46644" fmla="*/ 4320835 w 5799173"/>
              <a:gd name="connsiteY46644" fmla="*/ 4142423 h 5017219"/>
              <a:gd name="connsiteX46645" fmla="*/ 4319921 w 5799173"/>
              <a:gd name="connsiteY46645" fmla="*/ 4141925 h 5017219"/>
              <a:gd name="connsiteX46646" fmla="*/ 4312528 w 5799173"/>
              <a:gd name="connsiteY46646" fmla="*/ 4129048 h 5017219"/>
              <a:gd name="connsiteX46647" fmla="*/ 4312528 w 5799173"/>
              <a:gd name="connsiteY46647" fmla="*/ 4127968 h 5017219"/>
              <a:gd name="connsiteX46648" fmla="*/ 4319922 w 5799173"/>
              <a:gd name="connsiteY46648" fmla="*/ 4115090 h 5017219"/>
              <a:gd name="connsiteX46649" fmla="*/ 4320835 w 5799173"/>
              <a:gd name="connsiteY46649" fmla="*/ 4114592 h 5017219"/>
              <a:gd name="connsiteX46650" fmla="*/ 4335706 w 5799173"/>
              <a:gd name="connsiteY46650" fmla="*/ 4114591 h 5017219"/>
              <a:gd name="connsiteX46651" fmla="*/ 4336621 w 5799173"/>
              <a:gd name="connsiteY46651" fmla="*/ 4115090 h 5017219"/>
              <a:gd name="connsiteX46652" fmla="*/ 4344014 w 5799173"/>
              <a:gd name="connsiteY46652" fmla="*/ 4127968 h 5017219"/>
              <a:gd name="connsiteX46653" fmla="*/ 4344014 w 5799173"/>
              <a:gd name="connsiteY46653" fmla="*/ 4129048 h 5017219"/>
              <a:gd name="connsiteX46654" fmla="*/ 4336620 w 5799173"/>
              <a:gd name="connsiteY46654" fmla="*/ 4141925 h 5017219"/>
              <a:gd name="connsiteX46655" fmla="*/ 4335706 w 5799173"/>
              <a:gd name="connsiteY46655" fmla="*/ 4142422 h 5017219"/>
              <a:gd name="connsiteX46656" fmla="*/ 4681622 w 5799173"/>
              <a:gd name="connsiteY46656" fmla="*/ 4239671 h 5017219"/>
              <a:gd name="connsiteX46657" fmla="*/ 4680708 w 5799173"/>
              <a:gd name="connsiteY46657" fmla="*/ 4239090 h 5017219"/>
              <a:gd name="connsiteX46658" fmla="*/ 4673065 w 5799173"/>
              <a:gd name="connsiteY46658" fmla="*/ 4225797 h 5017219"/>
              <a:gd name="connsiteX46659" fmla="*/ 4673065 w 5799173"/>
              <a:gd name="connsiteY46659" fmla="*/ 4224717 h 5017219"/>
              <a:gd name="connsiteX46660" fmla="*/ 4680791 w 5799173"/>
              <a:gd name="connsiteY46660" fmla="*/ 4211424 h 5017219"/>
              <a:gd name="connsiteX46661" fmla="*/ 4681705 w 5799173"/>
              <a:gd name="connsiteY46661" fmla="*/ 4210843 h 5017219"/>
              <a:gd name="connsiteX46662" fmla="*/ 4697075 w 5799173"/>
              <a:gd name="connsiteY46662" fmla="*/ 4210843 h 5017219"/>
              <a:gd name="connsiteX46663" fmla="*/ 4697989 w 5799173"/>
              <a:gd name="connsiteY46663" fmla="*/ 4211424 h 5017219"/>
              <a:gd name="connsiteX46664" fmla="*/ 4705632 w 5799173"/>
              <a:gd name="connsiteY46664" fmla="*/ 4224717 h 5017219"/>
              <a:gd name="connsiteX46665" fmla="*/ 4705632 w 5799173"/>
              <a:gd name="connsiteY46665" fmla="*/ 4225797 h 5017219"/>
              <a:gd name="connsiteX46666" fmla="*/ 4697906 w 5799173"/>
              <a:gd name="connsiteY46666" fmla="*/ 4239090 h 5017219"/>
              <a:gd name="connsiteX46667" fmla="*/ 4696992 w 5799173"/>
              <a:gd name="connsiteY46667" fmla="*/ 4239671 h 5017219"/>
              <a:gd name="connsiteX46668" fmla="*/ 4380691 w 5799173"/>
              <a:gd name="connsiteY46668" fmla="*/ 4159121 h 5017219"/>
              <a:gd name="connsiteX46669" fmla="*/ 4379777 w 5799173"/>
              <a:gd name="connsiteY46669" fmla="*/ 4158539 h 5017219"/>
              <a:gd name="connsiteX46670" fmla="*/ 4372051 w 5799173"/>
              <a:gd name="connsiteY46670" fmla="*/ 4145163 h 5017219"/>
              <a:gd name="connsiteX46671" fmla="*/ 4372051 w 5799173"/>
              <a:gd name="connsiteY46671" fmla="*/ 4144083 h 5017219"/>
              <a:gd name="connsiteX46672" fmla="*/ 4379777 w 5799173"/>
              <a:gd name="connsiteY46672" fmla="*/ 4130708 h 5017219"/>
              <a:gd name="connsiteX46673" fmla="*/ 4380691 w 5799173"/>
              <a:gd name="connsiteY46673" fmla="*/ 4130126 h 5017219"/>
              <a:gd name="connsiteX46674" fmla="*/ 4396144 w 5799173"/>
              <a:gd name="connsiteY46674" fmla="*/ 4130126 h 5017219"/>
              <a:gd name="connsiteX46675" fmla="*/ 4397058 w 5799173"/>
              <a:gd name="connsiteY46675" fmla="*/ 4130708 h 5017219"/>
              <a:gd name="connsiteX46676" fmla="*/ 4404784 w 5799173"/>
              <a:gd name="connsiteY46676" fmla="*/ 4144083 h 5017219"/>
              <a:gd name="connsiteX46677" fmla="*/ 4404784 w 5799173"/>
              <a:gd name="connsiteY46677" fmla="*/ 4145163 h 5017219"/>
              <a:gd name="connsiteX46678" fmla="*/ 4397058 w 5799173"/>
              <a:gd name="connsiteY46678" fmla="*/ 4158539 h 5017219"/>
              <a:gd name="connsiteX46679" fmla="*/ 4396144 w 5799173"/>
              <a:gd name="connsiteY46679" fmla="*/ 4159121 h 5017219"/>
              <a:gd name="connsiteX46680" fmla="*/ 4621248 w 5799173"/>
              <a:gd name="connsiteY46680" fmla="*/ 4223957 h 5017219"/>
              <a:gd name="connsiteX46681" fmla="*/ 4620250 w 5799173"/>
              <a:gd name="connsiteY46681" fmla="*/ 4223376 h 5017219"/>
              <a:gd name="connsiteX46682" fmla="*/ 4612358 w 5799173"/>
              <a:gd name="connsiteY46682" fmla="*/ 4209751 h 5017219"/>
              <a:gd name="connsiteX46683" fmla="*/ 4612359 w 5799173"/>
              <a:gd name="connsiteY46683" fmla="*/ 4208670 h 5017219"/>
              <a:gd name="connsiteX46684" fmla="*/ 4620251 w 5799173"/>
              <a:gd name="connsiteY46684" fmla="*/ 4195045 h 5017219"/>
              <a:gd name="connsiteX46685" fmla="*/ 4621248 w 5799173"/>
              <a:gd name="connsiteY46685" fmla="*/ 4194464 h 5017219"/>
              <a:gd name="connsiteX46686" fmla="*/ 4637033 w 5799173"/>
              <a:gd name="connsiteY46686" fmla="*/ 4194464 h 5017219"/>
              <a:gd name="connsiteX46687" fmla="*/ 4638030 w 5799173"/>
              <a:gd name="connsiteY46687" fmla="*/ 4195045 h 5017219"/>
              <a:gd name="connsiteX46688" fmla="*/ 4645923 w 5799173"/>
              <a:gd name="connsiteY46688" fmla="*/ 4208670 h 5017219"/>
              <a:gd name="connsiteX46689" fmla="*/ 4645923 w 5799173"/>
              <a:gd name="connsiteY46689" fmla="*/ 4209751 h 5017219"/>
              <a:gd name="connsiteX46690" fmla="*/ 4638030 w 5799173"/>
              <a:gd name="connsiteY46690" fmla="*/ 4223376 h 5017219"/>
              <a:gd name="connsiteX46691" fmla="*/ 4637032 w 5799173"/>
              <a:gd name="connsiteY46691" fmla="*/ 4223957 h 5017219"/>
              <a:gd name="connsiteX46692" fmla="*/ 2935712 w 5799173"/>
              <a:gd name="connsiteY46692" fmla="*/ 3772988 h 5017219"/>
              <a:gd name="connsiteX46693" fmla="*/ 2934715 w 5799173"/>
              <a:gd name="connsiteY46693" fmla="*/ 3772407 h 5017219"/>
              <a:gd name="connsiteX46694" fmla="*/ 2926573 w 5799173"/>
              <a:gd name="connsiteY46694" fmla="*/ 3758200 h 5017219"/>
              <a:gd name="connsiteX46695" fmla="*/ 2926573 w 5799173"/>
              <a:gd name="connsiteY46695" fmla="*/ 3757037 h 5017219"/>
              <a:gd name="connsiteX46696" fmla="*/ 2934798 w 5799173"/>
              <a:gd name="connsiteY46696" fmla="*/ 3742831 h 5017219"/>
              <a:gd name="connsiteX46697" fmla="*/ 2935794 w 5799173"/>
              <a:gd name="connsiteY46697" fmla="*/ 3742249 h 5017219"/>
              <a:gd name="connsiteX46698" fmla="*/ 2952162 w 5799173"/>
              <a:gd name="connsiteY46698" fmla="*/ 3742249 h 5017219"/>
              <a:gd name="connsiteX46699" fmla="*/ 2953158 w 5799173"/>
              <a:gd name="connsiteY46699" fmla="*/ 3742831 h 5017219"/>
              <a:gd name="connsiteX46700" fmla="*/ 2961301 w 5799173"/>
              <a:gd name="connsiteY46700" fmla="*/ 3757037 h 5017219"/>
              <a:gd name="connsiteX46701" fmla="*/ 2961301 w 5799173"/>
              <a:gd name="connsiteY46701" fmla="*/ 3758200 h 5017219"/>
              <a:gd name="connsiteX46702" fmla="*/ 2953075 w 5799173"/>
              <a:gd name="connsiteY46702" fmla="*/ 3772407 h 5017219"/>
              <a:gd name="connsiteX46703" fmla="*/ 2952078 w 5799173"/>
              <a:gd name="connsiteY46703" fmla="*/ 3772988 h 5017219"/>
              <a:gd name="connsiteX46704" fmla="*/ 2995898 w 5799173"/>
              <a:gd name="connsiteY46704" fmla="*/ 3789114 h 5017219"/>
              <a:gd name="connsiteX46705" fmla="*/ 2994901 w 5799173"/>
              <a:gd name="connsiteY46705" fmla="*/ 3788534 h 5017219"/>
              <a:gd name="connsiteX46706" fmla="*/ 2986759 w 5799173"/>
              <a:gd name="connsiteY46706" fmla="*/ 3774326 h 5017219"/>
              <a:gd name="connsiteX46707" fmla="*/ 2986759 w 5799173"/>
              <a:gd name="connsiteY46707" fmla="*/ 3773164 h 5017219"/>
              <a:gd name="connsiteX46708" fmla="*/ 2994984 w 5799173"/>
              <a:gd name="connsiteY46708" fmla="*/ 3758958 h 5017219"/>
              <a:gd name="connsiteX46709" fmla="*/ 2995980 w 5799173"/>
              <a:gd name="connsiteY46709" fmla="*/ 3758376 h 5017219"/>
              <a:gd name="connsiteX46710" fmla="*/ 3012347 w 5799173"/>
              <a:gd name="connsiteY46710" fmla="*/ 3758376 h 5017219"/>
              <a:gd name="connsiteX46711" fmla="*/ 3013344 w 5799173"/>
              <a:gd name="connsiteY46711" fmla="*/ 3758958 h 5017219"/>
              <a:gd name="connsiteX46712" fmla="*/ 3021486 w 5799173"/>
              <a:gd name="connsiteY46712" fmla="*/ 3773164 h 5017219"/>
              <a:gd name="connsiteX46713" fmla="*/ 3021486 w 5799173"/>
              <a:gd name="connsiteY46713" fmla="*/ 3774327 h 5017219"/>
              <a:gd name="connsiteX46714" fmla="*/ 3013261 w 5799173"/>
              <a:gd name="connsiteY46714" fmla="*/ 3788534 h 5017219"/>
              <a:gd name="connsiteX46715" fmla="*/ 3012264 w 5799173"/>
              <a:gd name="connsiteY46715" fmla="*/ 3789115 h 5017219"/>
              <a:gd name="connsiteX46716" fmla="*/ 3116271 w 5799173"/>
              <a:gd name="connsiteY46716" fmla="*/ 3821368 h 5017219"/>
              <a:gd name="connsiteX46717" fmla="*/ 3115274 w 5799173"/>
              <a:gd name="connsiteY46717" fmla="*/ 3820787 h 5017219"/>
              <a:gd name="connsiteX46718" fmla="*/ 3107132 w 5799173"/>
              <a:gd name="connsiteY46718" fmla="*/ 3806580 h 5017219"/>
              <a:gd name="connsiteX46719" fmla="*/ 3107132 w 5799173"/>
              <a:gd name="connsiteY46719" fmla="*/ 3805417 h 5017219"/>
              <a:gd name="connsiteX46720" fmla="*/ 3115357 w 5799173"/>
              <a:gd name="connsiteY46720" fmla="*/ 3791211 h 5017219"/>
              <a:gd name="connsiteX46721" fmla="*/ 3116353 w 5799173"/>
              <a:gd name="connsiteY46721" fmla="*/ 3790629 h 5017219"/>
              <a:gd name="connsiteX46722" fmla="*/ 3132720 w 5799173"/>
              <a:gd name="connsiteY46722" fmla="*/ 3790629 h 5017219"/>
              <a:gd name="connsiteX46723" fmla="*/ 3133717 w 5799173"/>
              <a:gd name="connsiteY46723" fmla="*/ 3791211 h 5017219"/>
              <a:gd name="connsiteX46724" fmla="*/ 3141859 w 5799173"/>
              <a:gd name="connsiteY46724" fmla="*/ 3805417 h 5017219"/>
              <a:gd name="connsiteX46725" fmla="*/ 3141859 w 5799173"/>
              <a:gd name="connsiteY46725" fmla="*/ 3806580 h 5017219"/>
              <a:gd name="connsiteX46726" fmla="*/ 3133634 w 5799173"/>
              <a:gd name="connsiteY46726" fmla="*/ 3820787 h 5017219"/>
              <a:gd name="connsiteX46727" fmla="*/ 3132637 w 5799173"/>
              <a:gd name="connsiteY46727" fmla="*/ 3821368 h 5017219"/>
              <a:gd name="connsiteX46728" fmla="*/ 3176209 w 5799173"/>
              <a:gd name="connsiteY46728" fmla="*/ 3837902 h 5017219"/>
              <a:gd name="connsiteX46729" fmla="*/ 3175212 w 5799173"/>
              <a:gd name="connsiteY46729" fmla="*/ 3837319 h 5017219"/>
              <a:gd name="connsiteX46730" fmla="*/ 3166738 w 5799173"/>
              <a:gd name="connsiteY46730" fmla="*/ 3822698 h 5017219"/>
              <a:gd name="connsiteX46731" fmla="*/ 3166738 w 5799173"/>
              <a:gd name="connsiteY46731" fmla="*/ 3821535 h 5017219"/>
              <a:gd name="connsiteX46732" fmla="*/ 3175212 w 5799173"/>
              <a:gd name="connsiteY46732" fmla="*/ 3806913 h 5017219"/>
              <a:gd name="connsiteX46733" fmla="*/ 3176209 w 5799173"/>
              <a:gd name="connsiteY46733" fmla="*/ 3806332 h 5017219"/>
              <a:gd name="connsiteX46734" fmla="*/ 3193074 w 5799173"/>
              <a:gd name="connsiteY46734" fmla="*/ 3806332 h 5017219"/>
              <a:gd name="connsiteX46735" fmla="*/ 3194071 w 5799173"/>
              <a:gd name="connsiteY46735" fmla="*/ 3806913 h 5017219"/>
              <a:gd name="connsiteX46736" fmla="*/ 3202545 w 5799173"/>
              <a:gd name="connsiteY46736" fmla="*/ 3821535 h 5017219"/>
              <a:gd name="connsiteX46737" fmla="*/ 3202545 w 5799173"/>
              <a:gd name="connsiteY46737" fmla="*/ 3822698 h 5017219"/>
              <a:gd name="connsiteX46738" fmla="*/ 3194071 w 5799173"/>
              <a:gd name="connsiteY46738" fmla="*/ 3837319 h 5017219"/>
              <a:gd name="connsiteX46739" fmla="*/ 3193074 w 5799173"/>
              <a:gd name="connsiteY46739" fmla="*/ 3837901 h 5017219"/>
              <a:gd name="connsiteX46740" fmla="*/ 3055813 w 5799173"/>
              <a:gd name="connsiteY46740" fmla="*/ 3805821 h 5017219"/>
              <a:gd name="connsiteX46741" fmla="*/ 3054817 w 5799173"/>
              <a:gd name="connsiteY46741" fmla="*/ 3805240 h 5017219"/>
              <a:gd name="connsiteX46742" fmla="*/ 3046342 w 5799173"/>
              <a:gd name="connsiteY46742" fmla="*/ 3790535 h 5017219"/>
              <a:gd name="connsiteX46743" fmla="*/ 3046342 w 5799173"/>
              <a:gd name="connsiteY46743" fmla="*/ 3789372 h 5017219"/>
              <a:gd name="connsiteX46744" fmla="*/ 3054816 w 5799173"/>
              <a:gd name="connsiteY46744" fmla="*/ 3774666 h 5017219"/>
              <a:gd name="connsiteX46745" fmla="*/ 3055814 w 5799173"/>
              <a:gd name="connsiteY46745" fmla="*/ 3774085 h 5017219"/>
              <a:gd name="connsiteX46746" fmla="*/ 3072762 w 5799173"/>
              <a:gd name="connsiteY46746" fmla="*/ 3774085 h 5017219"/>
              <a:gd name="connsiteX46747" fmla="*/ 3073758 w 5799173"/>
              <a:gd name="connsiteY46747" fmla="*/ 3774666 h 5017219"/>
              <a:gd name="connsiteX46748" fmla="*/ 3082232 w 5799173"/>
              <a:gd name="connsiteY46748" fmla="*/ 3789372 h 5017219"/>
              <a:gd name="connsiteX46749" fmla="*/ 3082232 w 5799173"/>
              <a:gd name="connsiteY46749" fmla="*/ 3790535 h 5017219"/>
              <a:gd name="connsiteX46750" fmla="*/ 3073759 w 5799173"/>
              <a:gd name="connsiteY46750" fmla="*/ 3805240 h 5017219"/>
              <a:gd name="connsiteX46751" fmla="*/ 3072761 w 5799173"/>
              <a:gd name="connsiteY46751" fmla="*/ 3805821 h 5017219"/>
              <a:gd name="connsiteX46752" fmla="*/ 2393609 w 5799173"/>
              <a:gd name="connsiteY46752" fmla="*/ 3628594 h 5017219"/>
              <a:gd name="connsiteX46753" fmla="*/ 2392529 w 5799173"/>
              <a:gd name="connsiteY46753" fmla="*/ 3628012 h 5017219"/>
              <a:gd name="connsiteX46754" fmla="*/ 2383972 w 5799173"/>
              <a:gd name="connsiteY46754" fmla="*/ 3613141 h 5017219"/>
              <a:gd name="connsiteX46755" fmla="*/ 2383972 w 5799173"/>
              <a:gd name="connsiteY46755" fmla="*/ 3611895 h 5017219"/>
              <a:gd name="connsiteX46756" fmla="*/ 2392612 w 5799173"/>
              <a:gd name="connsiteY46756" fmla="*/ 3597024 h 5017219"/>
              <a:gd name="connsiteX46757" fmla="*/ 2393692 w 5799173"/>
              <a:gd name="connsiteY46757" fmla="*/ 3596442 h 5017219"/>
              <a:gd name="connsiteX46758" fmla="*/ 2410890 w 5799173"/>
              <a:gd name="connsiteY46758" fmla="*/ 3596442 h 5017219"/>
              <a:gd name="connsiteX46759" fmla="*/ 2411970 w 5799173"/>
              <a:gd name="connsiteY46759" fmla="*/ 3597024 h 5017219"/>
              <a:gd name="connsiteX46760" fmla="*/ 2420527 w 5799173"/>
              <a:gd name="connsiteY46760" fmla="*/ 3611895 h 5017219"/>
              <a:gd name="connsiteX46761" fmla="*/ 2420527 w 5799173"/>
              <a:gd name="connsiteY46761" fmla="*/ 3613140 h 5017219"/>
              <a:gd name="connsiteX46762" fmla="*/ 2411887 w 5799173"/>
              <a:gd name="connsiteY46762" fmla="*/ 3628012 h 5017219"/>
              <a:gd name="connsiteX46763" fmla="*/ 2410806 w 5799173"/>
              <a:gd name="connsiteY46763" fmla="*/ 3628594 h 5017219"/>
              <a:gd name="connsiteX46764" fmla="*/ 3296403 w 5799173"/>
              <a:gd name="connsiteY46764" fmla="*/ 3870497 h 5017219"/>
              <a:gd name="connsiteX46765" fmla="*/ 3295323 w 5799173"/>
              <a:gd name="connsiteY46765" fmla="*/ 3869914 h 5017219"/>
              <a:gd name="connsiteX46766" fmla="*/ 3286766 w 5799173"/>
              <a:gd name="connsiteY46766" fmla="*/ 3855043 h 5017219"/>
              <a:gd name="connsiteX46767" fmla="*/ 3286766 w 5799173"/>
              <a:gd name="connsiteY46767" fmla="*/ 3853798 h 5017219"/>
              <a:gd name="connsiteX46768" fmla="*/ 3295406 w 5799173"/>
              <a:gd name="connsiteY46768" fmla="*/ 3838927 h 5017219"/>
              <a:gd name="connsiteX46769" fmla="*/ 3296486 w 5799173"/>
              <a:gd name="connsiteY46769" fmla="*/ 3838344 h 5017219"/>
              <a:gd name="connsiteX46770" fmla="*/ 3313684 w 5799173"/>
              <a:gd name="connsiteY46770" fmla="*/ 3838344 h 5017219"/>
              <a:gd name="connsiteX46771" fmla="*/ 3314764 w 5799173"/>
              <a:gd name="connsiteY46771" fmla="*/ 3838927 h 5017219"/>
              <a:gd name="connsiteX46772" fmla="*/ 3323321 w 5799173"/>
              <a:gd name="connsiteY46772" fmla="*/ 3853797 h 5017219"/>
              <a:gd name="connsiteX46773" fmla="*/ 3323321 w 5799173"/>
              <a:gd name="connsiteY46773" fmla="*/ 3855043 h 5017219"/>
              <a:gd name="connsiteX46774" fmla="*/ 3314681 w 5799173"/>
              <a:gd name="connsiteY46774" fmla="*/ 3869914 h 5017219"/>
              <a:gd name="connsiteX46775" fmla="*/ 3313600 w 5799173"/>
              <a:gd name="connsiteY46775" fmla="*/ 3870497 h 5017219"/>
              <a:gd name="connsiteX46776" fmla="*/ 3236133 w 5799173"/>
              <a:gd name="connsiteY46776" fmla="*/ 3854629 h 5017219"/>
              <a:gd name="connsiteX46777" fmla="*/ 3235053 w 5799173"/>
              <a:gd name="connsiteY46777" fmla="*/ 3854048 h 5017219"/>
              <a:gd name="connsiteX46778" fmla="*/ 3226330 w 5799173"/>
              <a:gd name="connsiteY46778" fmla="*/ 3838927 h 5017219"/>
              <a:gd name="connsiteX46779" fmla="*/ 3226330 w 5799173"/>
              <a:gd name="connsiteY46779" fmla="*/ 3837680 h 5017219"/>
              <a:gd name="connsiteX46780" fmla="*/ 3235053 w 5799173"/>
              <a:gd name="connsiteY46780" fmla="*/ 3822560 h 5017219"/>
              <a:gd name="connsiteX46781" fmla="*/ 3236133 w 5799173"/>
              <a:gd name="connsiteY46781" fmla="*/ 3821979 h 5017219"/>
              <a:gd name="connsiteX46782" fmla="*/ 3253662 w 5799173"/>
              <a:gd name="connsiteY46782" fmla="*/ 3821978 h 5017219"/>
              <a:gd name="connsiteX46783" fmla="*/ 3254743 w 5799173"/>
              <a:gd name="connsiteY46783" fmla="*/ 3822560 h 5017219"/>
              <a:gd name="connsiteX46784" fmla="*/ 3263466 w 5799173"/>
              <a:gd name="connsiteY46784" fmla="*/ 3837680 h 5017219"/>
              <a:gd name="connsiteX46785" fmla="*/ 3263465 w 5799173"/>
              <a:gd name="connsiteY46785" fmla="*/ 3838927 h 5017219"/>
              <a:gd name="connsiteX46786" fmla="*/ 3254743 w 5799173"/>
              <a:gd name="connsiteY46786" fmla="*/ 3854047 h 5017219"/>
              <a:gd name="connsiteX46787" fmla="*/ 3253663 w 5799173"/>
              <a:gd name="connsiteY46787" fmla="*/ 3854628 h 5017219"/>
              <a:gd name="connsiteX46788" fmla="*/ 4439713 w 5799173"/>
              <a:gd name="connsiteY46788" fmla="*/ 4177407 h 5017219"/>
              <a:gd name="connsiteX46789" fmla="*/ 4438633 w 5799173"/>
              <a:gd name="connsiteY46789" fmla="*/ 4176742 h 5017219"/>
              <a:gd name="connsiteX46790" fmla="*/ 4429827 w 5799173"/>
              <a:gd name="connsiteY46790" fmla="*/ 4161372 h 5017219"/>
              <a:gd name="connsiteX46791" fmla="*/ 4429827 w 5799173"/>
              <a:gd name="connsiteY46791" fmla="*/ 4160126 h 5017219"/>
              <a:gd name="connsiteX46792" fmla="*/ 4438716 w 5799173"/>
              <a:gd name="connsiteY46792" fmla="*/ 4144757 h 5017219"/>
              <a:gd name="connsiteX46793" fmla="*/ 4439796 w 5799173"/>
              <a:gd name="connsiteY46793" fmla="*/ 4144092 h 5017219"/>
              <a:gd name="connsiteX46794" fmla="*/ 4457492 w 5799173"/>
              <a:gd name="connsiteY46794" fmla="*/ 4144092 h 5017219"/>
              <a:gd name="connsiteX46795" fmla="*/ 4458572 w 5799173"/>
              <a:gd name="connsiteY46795" fmla="*/ 4144757 h 5017219"/>
              <a:gd name="connsiteX46796" fmla="*/ 4467378 w 5799173"/>
              <a:gd name="connsiteY46796" fmla="*/ 4160126 h 5017219"/>
              <a:gd name="connsiteX46797" fmla="*/ 4467378 w 5799173"/>
              <a:gd name="connsiteY46797" fmla="*/ 4161372 h 5017219"/>
              <a:gd name="connsiteX46798" fmla="*/ 4458489 w 5799173"/>
              <a:gd name="connsiteY46798" fmla="*/ 4176742 h 5017219"/>
              <a:gd name="connsiteX46799" fmla="*/ 4457409 w 5799173"/>
              <a:gd name="connsiteY46799" fmla="*/ 4177407 h 5017219"/>
              <a:gd name="connsiteX46800" fmla="*/ 828539 w 5799173"/>
              <a:gd name="connsiteY46800" fmla="*/ 3209879 h 5017219"/>
              <a:gd name="connsiteX46801" fmla="*/ 827459 w 5799173"/>
              <a:gd name="connsiteY46801" fmla="*/ 3209214 h 5017219"/>
              <a:gd name="connsiteX46802" fmla="*/ 818570 w 5799173"/>
              <a:gd name="connsiteY46802" fmla="*/ 3193762 h 5017219"/>
              <a:gd name="connsiteX46803" fmla="*/ 818570 w 5799173"/>
              <a:gd name="connsiteY46803" fmla="*/ 3192515 h 5017219"/>
              <a:gd name="connsiteX46804" fmla="*/ 827459 w 5799173"/>
              <a:gd name="connsiteY46804" fmla="*/ 3177063 h 5017219"/>
              <a:gd name="connsiteX46805" fmla="*/ 828539 w 5799173"/>
              <a:gd name="connsiteY46805" fmla="*/ 3176398 h 5017219"/>
              <a:gd name="connsiteX46806" fmla="*/ 846318 w 5799173"/>
              <a:gd name="connsiteY46806" fmla="*/ 3176398 h 5017219"/>
              <a:gd name="connsiteX46807" fmla="*/ 847398 w 5799173"/>
              <a:gd name="connsiteY46807" fmla="*/ 3177063 h 5017219"/>
              <a:gd name="connsiteX46808" fmla="*/ 856288 w 5799173"/>
              <a:gd name="connsiteY46808" fmla="*/ 3192515 h 5017219"/>
              <a:gd name="connsiteX46809" fmla="*/ 856288 w 5799173"/>
              <a:gd name="connsiteY46809" fmla="*/ 3193762 h 5017219"/>
              <a:gd name="connsiteX46810" fmla="*/ 847398 w 5799173"/>
              <a:gd name="connsiteY46810" fmla="*/ 3209214 h 5017219"/>
              <a:gd name="connsiteX46811" fmla="*/ 846318 w 5799173"/>
              <a:gd name="connsiteY46811" fmla="*/ 3209879 h 5017219"/>
              <a:gd name="connsiteX46812" fmla="*/ 1851705 w 5799173"/>
              <a:gd name="connsiteY46812" fmla="*/ 3484036 h 5017219"/>
              <a:gd name="connsiteX46813" fmla="*/ 1850625 w 5799173"/>
              <a:gd name="connsiteY46813" fmla="*/ 3483371 h 5017219"/>
              <a:gd name="connsiteX46814" fmla="*/ 1841736 w 5799173"/>
              <a:gd name="connsiteY46814" fmla="*/ 3467919 h 5017219"/>
              <a:gd name="connsiteX46815" fmla="*/ 1841736 w 5799173"/>
              <a:gd name="connsiteY46815" fmla="*/ 3466672 h 5017219"/>
              <a:gd name="connsiteX46816" fmla="*/ 1850625 w 5799173"/>
              <a:gd name="connsiteY46816" fmla="*/ 3451220 h 5017219"/>
              <a:gd name="connsiteX46817" fmla="*/ 1851705 w 5799173"/>
              <a:gd name="connsiteY46817" fmla="*/ 3450555 h 5017219"/>
              <a:gd name="connsiteX46818" fmla="*/ 1869484 w 5799173"/>
              <a:gd name="connsiteY46818" fmla="*/ 3450555 h 5017219"/>
              <a:gd name="connsiteX46819" fmla="*/ 1870564 w 5799173"/>
              <a:gd name="connsiteY46819" fmla="*/ 3451220 h 5017219"/>
              <a:gd name="connsiteX46820" fmla="*/ 1879454 w 5799173"/>
              <a:gd name="connsiteY46820" fmla="*/ 3466672 h 5017219"/>
              <a:gd name="connsiteX46821" fmla="*/ 1879454 w 5799173"/>
              <a:gd name="connsiteY46821" fmla="*/ 3467919 h 5017219"/>
              <a:gd name="connsiteX46822" fmla="*/ 1870564 w 5799173"/>
              <a:gd name="connsiteY46822" fmla="*/ 3483371 h 5017219"/>
              <a:gd name="connsiteX46823" fmla="*/ 1869484 w 5799173"/>
              <a:gd name="connsiteY46823" fmla="*/ 3484036 h 5017219"/>
              <a:gd name="connsiteX46824" fmla="*/ 3416547 w 5799173"/>
              <a:gd name="connsiteY46824" fmla="*/ 3903334 h 5017219"/>
              <a:gd name="connsiteX46825" fmla="*/ 3415467 w 5799173"/>
              <a:gd name="connsiteY46825" fmla="*/ 3902669 h 5017219"/>
              <a:gd name="connsiteX46826" fmla="*/ 3406578 w 5799173"/>
              <a:gd name="connsiteY46826" fmla="*/ 3887217 h 5017219"/>
              <a:gd name="connsiteX46827" fmla="*/ 3406578 w 5799173"/>
              <a:gd name="connsiteY46827" fmla="*/ 3885970 h 5017219"/>
              <a:gd name="connsiteX46828" fmla="*/ 3415467 w 5799173"/>
              <a:gd name="connsiteY46828" fmla="*/ 3870518 h 5017219"/>
              <a:gd name="connsiteX46829" fmla="*/ 3416547 w 5799173"/>
              <a:gd name="connsiteY46829" fmla="*/ 3869853 h 5017219"/>
              <a:gd name="connsiteX46830" fmla="*/ 3434326 w 5799173"/>
              <a:gd name="connsiteY46830" fmla="*/ 3869853 h 5017219"/>
              <a:gd name="connsiteX46831" fmla="*/ 3435406 w 5799173"/>
              <a:gd name="connsiteY46831" fmla="*/ 3870518 h 5017219"/>
              <a:gd name="connsiteX46832" fmla="*/ 3444296 w 5799173"/>
              <a:gd name="connsiteY46832" fmla="*/ 3885970 h 5017219"/>
              <a:gd name="connsiteX46833" fmla="*/ 3444296 w 5799173"/>
              <a:gd name="connsiteY46833" fmla="*/ 3887217 h 5017219"/>
              <a:gd name="connsiteX46834" fmla="*/ 3435406 w 5799173"/>
              <a:gd name="connsiteY46834" fmla="*/ 3902669 h 5017219"/>
              <a:gd name="connsiteX46835" fmla="*/ 3434326 w 5799173"/>
              <a:gd name="connsiteY46835" fmla="*/ 3903334 h 5017219"/>
              <a:gd name="connsiteX46836" fmla="*/ 3536920 w 5799173"/>
              <a:gd name="connsiteY46836" fmla="*/ 3935588 h 5017219"/>
              <a:gd name="connsiteX46837" fmla="*/ 3535840 w 5799173"/>
              <a:gd name="connsiteY46837" fmla="*/ 3934923 h 5017219"/>
              <a:gd name="connsiteX46838" fmla="*/ 3526951 w 5799173"/>
              <a:gd name="connsiteY46838" fmla="*/ 3919471 h 5017219"/>
              <a:gd name="connsiteX46839" fmla="*/ 3526951 w 5799173"/>
              <a:gd name="connsiteY46839" fmla="*/ 3918224 h 5017219"/>
              <a:gd name="connsiteX46840" fmla="*/ 3535840 w 5799173"/>
              <a:gd name="connsiteY46840" fmla="*/ 3902772 h 5017219"/>
              <a:gd name="connsiteX46841" fmla="*/ 3536920 w 5799173"/>
              <a:gd name="connsiteY46841" fmla="*/ 3902107 h 5017219"/>
              <a:gd name="connsiteX46842" fmla="*/ 3554699 w 5799173"/>
              <a:gd name="connsiteY46842" fmla="*/ 3902107 h 5017219"/>
              <a:gd name="connsiteX46843" fmla="*/ 3555779 w 5799173"/>
              <a:gd name="connsiteY46843" fmla="*/ 3902772 h 5017219"/>
              <a:gd name="connsiteX46844" fmla="*/ 3564669 w 5799173"/>
              <a:gd name="connsiteY46844" fmla="*/ 3918224 h 5017219"/>
              <a:gd name="connsiteX46845" fmla="*/ 3564669 w 5799173"/>
              <a:gd name="connsiteY46845" fmla="*/ 3919471 h 5017219"/>
              <a:gd name="connsiteX46846" fmla="*/ 3555779 w 5799173"/>
              <a:gd name="connsiteY46846" fmla="*/ 3934923 h 5017219"/>
              <a:gd name="connsiteX46847" fmla="*/ 3554699 w 5799173"/>
              <a:gd name="connsiteY46847" fmla="*/ 3935588 h 5017219"/>
              <a:gd name="connsiteX46848" fmla="*/ 3476652 w 5799173"/>
              <a:gd name="connsiteY46848" fmla="*/ 3919533 h 5017219"/>
              <a:gd name="connsiteX46849" fmla="*/ 3475572 w 5799173"/>
              <a:gd name="connsiteY46849" fmla="*/ 3918868 h 5017219"/>
              <a:gd name="connsiteX46850" fmla="*/ 3466600 w 5799173"/>
              <a:gd name="connsiteY46850" fmla="*/ 3903333 h 5017219"/>
              <a:gd name="connsiteX46851" fmla="*/ 3466600 w 5799173"/>
              <a:gd name="connsiteY46851" fmla="*/ 3902086 h 5017219"/>
              <a:gd name="connsiteX46852" fmla="*/ 3475572 w 5799173"/>
              <a:gd name="connsiteY46852" fmla="*/ 3886551 h 5017219"/>
              <a:gd name="connsiteX46853" fmla="*/ 3476652 w 5799173"/>
              <a:gd name="connsiteY46853" fmla="*/ 3885886 h 5017219"/>
              <a:gd name="connsiteX46854" fmla="*/ 3494514 w 5799173"/>
              <a:gd name="connsiteY46854" fmla="*/ 3885886 h 5017219"/>
              <a:gd name="connsiteX46855" fmla="*/ 3495594 w 5799173"/>
              <a:gd name="connsiteY46855" fmla="*/ 3886551 h 5017219"/>
              <a:gd name="connsiteX46856" fmla="*/ 3504567 w 5799173"/>
              <a:gd name="connsiteY46856" fmla="*/ 3902086 h 5017219"/>
              <a:gd name="connsiteX46857" fmla="*/ 3504567 w 5799173"/>
              <a:gd name="connsiteY46857" fmla="*/ 3903333 h 5017219"/>
              <a:gd name="connsiteX46858" fmla="*/ 3495594 w 5799173"/>
              <a:gd name="connsiteY46858" fmla="*/ 3918868 h 5017219"/>
              <a:gd name="connsiteX46859" fmla="*/ 3494514 w 5799173"/>
              <a:gd name="connsiteY46859" fmla="*/ 3919533 h 5017219"/>
              <a:gd name="connsiteX46860" fmla="*/ 4560004 w 5799173"/>
              <a:gd name="connsiteY46860" fmla="*/ 4209816 h 5017219"/>
              <a:gd name="connsiteX46861" fmla="*/ 4558923 w 5799173"/>
              <a:gd name="connsiteY46861" fmla="*/ 4209151 h 5017219"/>
              <a:gd name="connsiteX46862" fmla="*/ 4549951 w 5799173"/>
              <a:gd name="connsiteY46862" fmla="*/ 4193616 h 5017219"/>
              <a:gd name="connsiteX46863" fmla="*/ 4549952 w 5799173"/>
              <a:gd name="connsiteY46863" fmla="*/ 4192369 h 5017219"/>
              <a:gd name="connsiteX46864" fmla="*/ 4558924 w 5799173"/>
              <a:gd name="connsiteY46864" fmla="*/ 4176834 h 5017219"/>
              <a:gd name="connsiteX46865" fmla="*/ 4560004 w 5799173"/>
              <a:gd name="connsiteY46865" fmla="*/ 4176169 h 5017219"/>
              <a:gd name="connsiteX46866" fmla="*/ 4577866 w 5799173"/>
              <a:gd name="connsiteY46866" fmla="*/ 4176169 h 5017219"/>
              <a:gd name="connsiteX46867" fmla="*/ 4578946 w 5799173"/>
              <a:gd name="connsiteY46867" fmla="*/ 4176834 h 5017219"/>
              <a:gd name="connsiteX46868" fmla="*/ 4587919 w 5799173"/>
              <a:gd name="connsiteY46868" fmla="*/ 4192369 h 5017219"/>
              <a:gd name="connsiteX46869" fmla="*/ 4587919 w 5799173"/>
              <a:gd name="connsiteY46869" fmla="*/ 4193616 h 5017219"/>
              <a:gd name="connsiteX46870" fmla="*/ 4578946 w 5799173"/>
              <a:gd name="connsiteY46870" fmla="*/ 4209151 h 5017219"/>
              <a:gd name="connsiteX46871" fmla="*/ 4577866 w 5799173"/>
              <a:gd name="connsiteY46871" fmla="*/ 4209816 h 5017219"/>
              <a:gd name="connsiteX46872" fmla="*/ 3777498 w 5799173"/>
              <a:gd name="connsiteY46872" fmla="*/ 4000344 h 5017219"/>
              <a:gd name="connsiteX46873" fmla="*/ 3776418 w 5799173"/>
              <a:gd name="connsiteY46873" fmla="*/ 3999680 h 5017219"/>
              <a:gd name="connsiteX46874" fmla="*/ 3767363 w 5799173"/>
              <a:gd name="connsiteY46874" fmla="*/ 3983978 h 5017219"/>
              <a:gd name="connsiteX46875" fmla="*/ 3767363 w 5799173"/>
              <a:gd name="connsiteY46875" fmla="*/ 3982731 h 5017219"/>
              <a:gd name="connsiteX46876" fmla="*/ 3776418 w 5799173"/>
              <a:gd name="connsiteY46876" fmla="*/ 3967030 h 5017219"/>
              <a:gd name="connsiteX46877" fmla="*/ 3777498 w 5799173"/>
              <a:gd name="connsiteY46877" fmla="*/ 3966365 h 5017219"/>
              <a:gd name="connsiteX46878" fmla="*/ 3795610 w 5799173"/>
              <a:gd name="connsiteY46878" fmla="*/ 3966365 h 5017219"/>
              <a:gd name="connsiteX46879" fmla="*/ 3796690 w 5799173"/>
              <a:gd name="connsiteY46879" fmla="*/ 3967030 h 5017219"/>
              <a:gd name="connsiteX46880" fmla="*/ 3805745 w 5799173"/>
              <a:gd name="connsiteY46880" fmla="*/ 3982731 h 5017219"/>
              <a:gd name="connsiteX46881" fmla="*/ 3805745 w 5799173"/>
              <a:gd name="connsiteY46881" fmla="*/ 3983978 h 5017219"/>
              <a:gd name="connsiteX46882" fmla="*/ 3796690 w 5799173"/>
              <a:gd name="connsiteY46882" fmla="*/ 3999680 h 5017219"/>
              <a:gd name="connsiteX46883" fmla="*/ 3795610 w 5799173"/>
              <a:gd name="connsiteY46883" fmla="*/ 4000344 h 5017219"/>
              <a:gd name="connsiteX46884" fmla="*/ 3717239 w 5799173"/>
              <a:gd name="connsiteY46884" fmla="*/ 3984385 h 5017219"/>
              <a:gd name="connsiteX46885" fmla="*/ 3716159 w 5799173"/>
              <a:gd name="connsiteY46885" fmla="*/ 3983721 h 5017219"/>
              <a:gd name="connsiteX46886" fmla="*/ 3707021 w 5799173"/>
              <a:gd name="connsiteY46886" fmla="*/ 3967852 h 5017219"/>
              <a:gd name="connsiteX46887" fmla="*/ 3707021 w 5799173"/>
              <a:gd name="connsiteY46887" fmla="*/ 3966523 h 5017219"/>
              <a:gd name="connsiteX46888" fmla="*/ 3716159 w 5799173"/>
              <a:gd name="connsiteY46888" fmla="*/ 3950656 h 5017219"/>
              <a:gd name="connsiteX46889" fmla="*/ 3717239 w 5799173"/>
              <a:gd name="connsiteY46889" fmla="*/ 3949990 h 5017219"/>
              <a:gd name="connsiteX46890" fmla="*/ 3735517 w 5799173"/>
              <a:gd name="connsiteY46890" fmla="*/ 3949991 h 5017219"/>
              <a:gd name="connsiteX46891" fmla="*/ 3736597 w 5799173"/>
              <a:gd name="connsiteY46891" fmla="*/ 3950656 h 5017219"/>
              <a:gd name="connsiteX46892" fmla="*/ 3745735 w 5799173"/>
              <a:gd name="connsiteY46892" fmla="*/ 3966524 h 5017219"/>
              <a:gd name="connsiteX46893" fmla="*/ 3745735 w 5799173"/>
              <a:gd name="connsiteY46893" fmla="*/ 3967853 h 5017219"/>
              <a:gd name="connsiteX46894" fmla="*/ 3736597 w 5799173"/>
              <a:gd name="connsiteY46894" fmla="*/ 3983721 h 5017219"/>
              <a:gd name="connsiteX46895" fmla="*/ 3735517 w 5799173"/>
              <a:gd name="connsiteY46895" fmla="*/ 3984386 h 5017219"/>
              <a:gd name="connsiteX46896" fmla="*/ 4499660 w 5799173"/>
              <a:gd name="connsiteY46896" fmla="*/ 4194035 h 5017219"/>
              <a:gd name="connsiteX46897" fmla="*/ 4498581 w 5799173"/>
              <a:gd name="connsiteY46897" fmla="*/ 4193370 h 5017219"/>
              <a:gd name="connsiteX46898" fmla="*/ 4489442 w 5799173"/>
              <a:gd name="connsiteY46898" fmla="*/ 4177502 h 5017219"/>
              <a:gd name="connsiteX46899" fmla="*/ 4489442 w 5799173"/>
              <a:gd name="connsiteY46899" fmla="*/ 4176172 h 5017219"/>
              <a:gd name="connsiteX46900" fmla="*/ 4498581 w 5799173"/>
              <a:gd name="connsiteY46900" fmla="*/ 4160305 h 5017219"/>
              <a:gd name="connsiteX46901" fmla="*/ 4499660 w 5799173"/>
              <a:gd name="connsiteY46901" fmla="*/ 4159640 h 5017219"/>
              <a:gd name="connsiteX46902" fmla="*/ 4517938 w 5799173"/>
              <a:gd name="connsiteY46902" fmla="*/ 4159640 h 5017219"/>
              <a:gd name="connsiteX46903" fmla="*/ 4519018 w 5799173"/>
              <a:gd name="connsiteY46903" fmla="*/ 4160305 h 5017219"/>
              <a:gd name="connsiteX46904" fmla="*/ 4528157 w 5799173"/>
              <a:gd name="connsiteY46904" fmla="*/ 4176173 h 5017219"/>
              <a:gd name="connsiteX46905" fmla="*/ 4528157 w 5799173"/>
              <a:gd name="connsiteY46905" fmla="*/ 4177502 h 5017219"/>
              <a:gd name="connsiteX46906" fmla="*/ 4519018 w 5799173"/>
              <a:gd name="connsiteY46906" fmla="*/ 4193370 h 5017219"/>
              <a:gd name="connsiteX46907" fmla="*/ 4517938 w 5799173"/>
              <a:gd name="connsiteY46907" fmla="*/ 4194035 h 5017219"/>
              <a:gd name="connsiteX46908" fmla="*/ 3596762 w 5799173"/>
              <a:gd name="connsiteY46908" fmla="*/ 3952388 h 5017219"/>
              <a:gd name="connsiteX46909" fmla="*/ 3595598 w 5799173"/>
              <a:gd name="connsiteY46909" fmla="*/ 3951723 h 5017219"/>
              <a:gd name="connsiteX46910" fmla="*/ 3586378 w 5799173"/>
              <a:gd name="connsiteY46910" fmla="*/ 3935689 h 5017219"/>
              <a:gd name="connsiteX46911" fmla="*/ 3586377 w 5799173"/>
              <a:gd name="connsiteY46911" fmla="*/ 3934360 h 5017219"/>
              <a:gd name="connsiteX46912" fmla="*/ 3595599 w 5799173"/>
              <a:gd name="connsiteY46912" fmla="*/ 3918326 h 5017219"/>
              <a:gd name="connsiteX46913" fmla="*/ 3596762 w 5799173"/>
              <a:gd name="connsiteY46913" fmla="*/ 3917661 h 5017219"/>
              <a:gd name="connsiteX46914" fmla="*/ 3615289 w 5799173"/>
              <a:gd name="connsiteY46914" fmla="*/ 3917661 h 5017219"/>
              <a:gd name="connsiteX46915" fmla="*/ 3616452 w 5799173"/>
              <a:gd name="connsiteY46915" fmla="*/ 3918326 h 5017219"/>
              <a:gd name="connsiteX46916" fmla="*/ 3625673 w 5799173"/>
              <a:gd name="connsiteY46916" fmla="*/ 3934360 h 5017219"/>
              <a:gd name="connsiteX46917" fmla="*/ 3625673 w 5799173"/>
              <a:gd name="connsiteY46917" fmla="*/ 3935689 h 5017219"/>
              <a:gd name="connsiteX46918" fmla="*/ 3616451 w 5799173"/>
              <a:gd name="connsiteY46918" fmla="*/ 3951723 h 5017219"/>
              <a:gd name="connsiteX46919" fmla="*/ 3615289 w 5799173"/>
              <a:gd name="connsiteY46919" fmla="*/ 3952388 h 5017219"/>
              <a:gd name="connsiteX46920" fmla="*/ 3355935 w 5799173"/>
              <a:gd name="connsiteY46920" fmla="*/ 3887953 h 5017219"/>
              <a:gd name="connsiteX46921" fmla="*/ 3354773 w 5799173"/>
              <a:gd name="connsiteY46921" fmla="*/ 3887289 h 5017219"/>
              <a:gd name="connsiteX46922" fmla="*/ 3345467 w 5799173"/>
              <a:gd name="connsiteY46922" fmla="*/ 3871171 h 5017219"/>
              <a:gd name="connsiteX46923" fmla="*/ 3345467 w 5799173"/>
              <a:gd name="connsiteY46923" fmla="*/ 3869842 h 5017219"/>
              <a:gd name="connsiteX46924" fmla="*/ 3354773 w 5799173"/>
              <a:gd name="connsiteY46924" fmla="*/ 3853725 h 5017219"/>
              <a:gd name="connsiteX46925" fmla="*/ 3355935 w 5799173"/>
              <a:gd name="connsiteY46925" fmla="*/ 3853060 h 5017219"/>
              <a:gd name="connsiteX46926" fmla="*/ 3374544 w 5799173"/>
              <a:gd name="connsiteY46926" fmla="*/ 3853060 h 5017219"/>
              <a:gd name="connsiteX46927" fmla="*/ 3375709 w 5799173"/>
              <a:gd name="connsiteY46927" fmla="*/ 3853725 h 5017219"/>
              <a:gd name="connsiteX46928" fmla="*/ 3385013 w 5799173"/>
              <a:gd name="connsiteY46928" fmla="*/ 3869842 h 5017219"/>
              <a:gd name="connsiteX46929" fmla="*/ 3385013 w 5799173"/>
              <a:gd name="connsiteY46929" fmla="*/ 3871171 h 5017219"/>
              <a:gd name="connsiteX46930" fmla="*/ 3375708 w 5799173"/>
              <a:gd name="connsiteY46930" fmla="*/ 3887289 h 5017219"/>
              <a:gd name="connsiteX46931" fmla="*/ 3374545 w 5799173"/>
              <a:gd name="connsiteY46931" fmla="*/ 3887953 h 5017219"/>
              <a:gd name="connsiteX46932" fmla="*/ 888218 w 5799173"/>
              <a:gd name="connsiteY46932" fmla="*/ 3226824 h 5017219"/>
              <a:gd name="connsiteX46933" fmla="*/ 887054 w 5799173"/>
              <a:gd name="connsiteY46933" fmla="*/ 3226160 h 5017219"/>
              <a:gd name="connsiteX46934" fmla="*/ 877667 w 5799173"/>
              <a:gd name="connsiteY46934" fmla="*/ 3209959 h 5017219"/>
              <a:gd name="connsiteX46935" fmla="*/ 877667 w 5799173"/>
              <a:gd name="connsiteY46935" fmla="*/ 3208630 h 5017219"/>
              <a:gd name="connsiteX46936" fmla="*/ 887054 w 5799173"/>
              <a:gd name="connsiteY46936" fmla="*/ 3192430 h 5017219"/>
              <a:gd name="connsiteX46937" fmla="*/ 888218 w 5799173"/>
              <a:gd name="connsiteY46937" fmla="*/ 3191765 h 5017219"/>
              <a:gd name="connsiteX46938" fmla="*/ 906911 w 5799173"/>
              <a:gd name="connsiteY46938" fmla="*/ 3191765 h 5017219"/>
              <a:gd name="connsiteX46939" fmla="*/ 908074 w 5799173"/>
              <a:gd name="connsiteY46939" fmla="*/ 3192430 h 5017219"/>
              <a:gd name="connsiteX46940" fmla="*/ 917462 w 5799173"/>
              <a:gd name="connsiteY46940" fmla="*/ 3208630 h 5017219"/>
              <a:gd name="connsiteX46941" fmla="*/ 917462 w 5799173"/>
              <a:gd name="connsiteY46941" fmla="*/ 3209959 h 5017219"/>
              <a:gd name="connsiteX46942" fmla="*/ 908074 w 5799173"/>
              <a:gd name="connsiteY46942" fmla="*/ 3226160 h 5017219"/>
              <a:gd name="connsiteX46943" fmla="*/ 906911 w 5799173"/>
              <a:gd name="connsiteY46943" fmla="*/ 3226824 h 5017219"/>
              <a:gd name="connsiteX46944" fmla="*/ 2332686 w 5799173"/>
              <a:gd name="connsiteY46944" fmla="*/ 3613962 h 5017219"/>
              <a:gd name="connsiteX46945" fmla="*/ 2331523 w 5799173"/>
              <a:gd name="connsiteY46945" fmla="*/ 3613298 h 5017219"/>
              <a:gd name="connsiteX46946" fmla="*/ 2322135 w 5799173"/>
              <a:gd name="connsiteY46946" fmla="*/ 3597014 h 5017219"/>
              <a:gd name="connsiteX46947" fmla="*/ 2322135 w 5799173"/>
              <a:gd name="connsiteY46947" fmla="*/ 3595685 h 5017219"/>
              <a:gd name="connsiteX46948" fmla="*/ 2331523 w 5799173"/>
              <a:gd name="connsiteY46948" fmla="*/ 3579402 h 5017219"/>
              <a:gd name="connsiteX46949" fmla="*/ 2332686 w 5799173"/>
              <a:gd name="connsiteY46949" fmla="*/ 3578737 h 5017219"/>
              <a:gd name="connsiteX46950" fmla="*/ 2351462 w 5799173"/>
              <a:gd name="connsiteY46950" fmla="*/ 3578737 h 5017219"/>
              <a:gd name="connsiteX46951" fmla="*/ 2352625 w 5799173"/>
              <a:gd name="connsiteY46951" fmla="*/ 3579402 h 5017219"/>
              <a:gd name="connsiteX46952" fmla="*/ 2362013 w 5799173"/>
              <a:gd name="connsiteY46952" fmla="*/ 3595685 h 5017219"/>
              <a:gd name="connsiteX46953" fmla="*/ 2362013 w 5799173"/>
              <a:gd name="connsiteY46953" fmla="*/ 3597014 h 5017219"/>
              <a:gd name="connsiteX46954" fmla="*/ 2352625 w 5799173"/>
              <a:gd name="connsiteY46954" fmla="*/ 3613298 h 5017219"/>
              <a:gd name="connsiteX46955" fmla="*/ 2351462 w 5799173"/>
              <a:gd name="connsiteY46955" fmla="*/ 3613962 h 5017219"/>
              <a:gd name="connsiteX46956" fmla="*/ 3656784 w 5799173"/>
              <a:gd name="connsiteY46956" fmla="*/ 3968753 h 5017219"/>
              <a:gd name="connsiteX46957" fmla="*/ 3655621 w 5799173"/>
              <a:gd name="connsiteY46957" fmla="*/ 3968089 h 5017219"/>
              <a:gd name="connsiteX46958" fmla="*/ 3646233 w 5799173"/>
              <a:gd name="connsiteY46958" fmla="*/ 3951805 h 5017219"/>
              <a:gd name="connsiteX46959" fmla="*/ 3646233 w 5799173"/>
              <a:gd name="connsiteY46959" fmla="*/ 3950476 h 5017219"/>
              <a:gd name="connsiteX46960" fmla="*/ 3655621 w 5799173"/>
              <a:gd name="connsiteY46960" fmla="*/ 3934193 h 5017219"/>
              <a:gd name="connsiteX46961" fmla="*/ 3656784 w 5799173"/>
              <a:gd name="connsiteY46961" fmla="*/ 3933528 h 5017219"/>
              <a:gd name="connsiteX46962" fmla="*/ 3675560 w 5799173"/>
              <a:gd name="connsiteY46962" fmla="*/ 3933528 h 5017219"/>
              <a:gd name="connsiteX46963" fmla="*/ 3676723 w 5799173"/>
              <a:gd name="connsiteY46963" fmla="*/ 3934193 h 5017219"/>
              <a:gd name="connsiteX46964" fmla="*/ 3686111 w 5799173"/>
              <a:gd name="connsiteY46964" fmla="*/ 3950476 h 5017219"/>
              <a:gd name="connsiteX46965" fmla="*/ 3686111 w 5799173"/>
              <a:gd name="connsiteY46965" fmla="*/ 3951805 h 5017219"/>
              <a:gd name="connsiteX46966" fmla="*/ 3676723 w 5799173"/>
              <a:gd name="connsiteY46966" fmla="*/ 3968089 h 5017219"/>
              <a:gd name="connsiteX46967" fmla="*/ 3675560 w 5799173"/>
              <a:gd name="connsiteY46967" fmla="*/ 3968753 h 5017219"/>
              <a:gd name="connsiteX46968" fmla="*/ 948133 w 5799173"/>
              <a:gd name="connsiteY46968" fmla="*/ 3243447 h 5017219"/>
              <a:gd name="connsiteX46969" fmla="*/ 946970 w 5799173"/>
              <a:gd name="connsiteY46969" fmla="*/ 3242783 h 5017219"/>
              <a:gd name="connsiteX46970" fmla="*/ 937333 w 5799173"/>
              <a:gd name="connsiteY46970" fmla="*/ 3226167 h 5017219"/>
              <a:gd name="connsiteX46971" fmla="*/ 937333 w 5799173"/>
              <a:gd name="connsiteY46971" fmla="*/ 3224837 h 5017219"/>
              <a:gd name="connsiteX46972" fmla="*/ 946970 w 5799173"/>
              <a:gd name="connsiteY46972" fmla="*/ 3208222 h 5017219"/>
              <a:gd name="connsiteX46973" fmla="*/ 948133 w 5799173"/>
              <a:gd name="connsiteY46973" fmla="*/ 3207557 h 5017219"/>
              <a:gd name="connsiteX46974" fmla="*/ 967324 w 5799173"/>
              <a:gd name="connsiteY46974" fmla="*/ 3207557 h 5017219"/>
              <a:gd name="connsiteX46975" fmla="*/ 968487 w 5799173"/>
              <a:gd name="connsiteY46975" fmla="*/ 3208222 h 5017219"/>
              <a:gd name="connsiteX46976" fmla="*/ 978125 w 5799173"/>
              <a:gd name="connsiteY46976" fmla="*/ 3224837 h 5017219"/>
              <a:gd name="connsiteX46977" fmla="*/ 978125 w 5799173"/>
              <a:gd name="connsiteY46977" fmla="*/ 3226167 h 5017219"/>
              <a:gd name="connsiteX46978" fmla="*/ 968487 w 5799173"/>
              <a:gd name="connsiteY46978" fmla="*/ 3242783 h 5017219"/>
              <a:gd name="connsiteX46979" fmla="*/ 967324 w 5799173"/>
              <a:gd name="connsiteY46979" fmla="*/ 3243447 h 5017219"/>
              <a:gd name="connsiteX46980" fmla="*/ 1008317 w 5799173"/>
              <a:gd name="connsiteY46980" fmla="*/ 3259679 h 5017219"/>
              <a:gd name="connsiteX46981" fmla="*/ 1007154 w 5799173"/>
              <a:gd name="connsiteY46981" fmla="*/ 3259014 h 5017219"/>
              <a:gd name="connsiteX46982" fmla="*/ 997517 w 5799173"/>
              <a:gd name="connsiteY46982" fmla="*/ 3242315 h 5017219"/>
              <a:gd name="connsiteX46983" fmla="*/ 997517 w 5799173"/>
              <a:gd name="connsiteY46983" fmla="*/ 3240986 h 5017219"/>
              <a:gd name="connsiteX46984" fmla="*/ 1007154 w 5799173"/>
              <a:gd name="connsiteY46984" fmla="*/ 3224287 h 5017219"/>
              <a:gd name="connsiteX46985" fmla="*/ 1008317 w 5799173"/>
              <a:gd name="connsiteY46985" fmla="*/ 3223622 h 5017219"/>
              <a:gd name="connsiteX46986" fmla="*/ 1027674 w 5799173"/>
              <a:gd name="connsiteY46986" fmla="*/ 3223622 h 5017219"/>
              <a:gd name="connsiteX46987" fmla="*/ 1028838 w 5799173"/>
              <a:gd name="connsiteY46987" fmla="*/ 3224287 h 5017219"/>
              <a:gd name="connsiteX46988" fmla="*/ 1038475 w 5799173"/>
              <a:gd name="connsiteY46988" fmla="*/ 3240987 h 5017219"/>
              <a:gd name="connsiteX46989" fmla="*/ 1038475 w 5799173"/>
              <a:gd name="connsiteY46989" fmla="*/ 3242315 h 5017219"/>
              <a:gd name="connsiteX46990" fmla="*/ 1028838 w 5799173"/>
              <a:gd name="connsiteY46990" fmla="*/ 3259014 h 5017219"/>
              <a:gd name="connsiteX46991" fmla="*/ 1027674 w 5799173"/>
              <a:gd name="connsiteY46991" fmla="*/ 3259678 h 5017219"/>
              <a:gd name="connsiteX46992" fmla="*/ 1068452 w 5799173"/>
              <a:gd name="connsiteY46992" fmla="*/ 3275883 h 5017219"/>
              <a:gd name="connsiteX46993" fmla="*/ 1067289 w 5799173"/>
              <a:gd name="connsiteY46993" fmla="*/ 3275217 h 5017219"/>
              <a:gd name="connsiteX46994" fmla="*/ 1057570 w 5799173"/>
              <a:gd name="connsiteY46994" fmla="*/ 3258353 h 5017219"/>
              <a:gd name="connsiteX46995" fmla="*/ 1057569 w 5799173"/>
              <a:gd name="connsiteY46995" fmla="*/ 3256940 h 5017219"/>
              <a:gd name="connsiteX46996" fmla="*/ 1067290 w 5799173"/>
              <a:gd name="connsiteY46996" fmla="*/ 3240076 h 5017219"/>
              <a:gd name="connsiteX46997" fmla="*/ 1068452 w 5799173"/>
              <a:gd name="connsiteY46997" fmla="*/ 3239411 h 5017219"/>
              <a:gd name="connsiteX46998" fmla="*/ 1087893 w 5799173"/>
              <a:gd name="connsiteY46998" fmla="*/ 3239411 h 5017219"/>
              <a:gd name="connsiteX46999" fmla="*/ 1089056 w 5799173"/>
              <a:gd name="connsiteY46999" fmla="*/ 3240075 h 5017219"/>
              <a:gd name="connsiteX47000" fmla="*/ 1098777 w 5799173"/>
              <a:gd name="connsiteY47000" fmla="*/ 3256941 h 5017219"/>
              <a:gd name="connsiteX47001" fmla="*/ 1098777 w 5799173"/>
              <a:gd name="connsiteY47001" fmla="*/ 3258353 h 5017219"/>
              <a:gd name="connsiteX47002" fmla="*/ 1089056 w 5799173"/>
              <a:gd name="connsiteY47002" fmla="*/ 3275218 h 5017219"/>
              <a:gd name="connsiteX47003" fmla="*/ 1087893 w 5799173"/>
              <a:gd name="connsiteY47003" fmla="*/ 3275882 h 5017219"/>
              <a:gd name="connsiteX47004" fmla="*/ 1429385 w 5799173"/>
              <a:gd name="connsiteY47004" fmla="*/ 3372961 h 5017219"/>
              <a:gd name="connsiteX47005" fmla="*/ 1428139 w 5799173"/>
              <a:gd name="connsiteY47005" fmla="*/ 3372297 h 5017219"/>
              <a:gd name="connsiteX47006" fmla="*/ 1418253 w 5799173"/>
              <a:gd name="connsiteY47006" fmla="*/ 3355182 h 5017219"/>
              <a:gd name="connsiteX47007" fmla="*/ 1418253 w 5799173"/>
              <a:gd name="connsiteY47007" fmla="*/ 3353770 h 5017219"/>
              <a:gd name="connsiteX47008" fmla="*/ 1428139 w 5799173"/>
              <a:gd name="connsiteY47008" fmla="*/ 3336656 h 5017219"/>
              <a:gd name="connsiteX47009" fmla="*/ 1429385 w 5799173"/>
              <a:gd name="connsiteY47009" fmla="*/ 3335991 h 5017219"/>
              <a:gd name="connsiteX47010" fmla="*/ 1449075 w 5799173"/>
              <a:gd name="connsiteY47010" fmla="*/ 3335991 h 5017219"/>
              <a:gd name="connsiteX47011" fmla="*/ 1450322 w 5799173"/>
              <a:gd name="connsiteY47011" fmla="*/ 3336656 h 5017219"/>
              <a:gd name="connsiteX47012" fmla="*/ 1460208 w 5799173"/>
              <a:gd name="connsiteY47012" fmla="*/ 3353770 h 5017219"/>
              <a:gd name="connsiteX47013" fmla="*/ 1460208 w 5799173"/>
              <a:gd name="connsiteY47013" fmla="*/ 3355182 h 5017219"/>
              <a:gd name="connsiteX47014" fmla="*/ 1450322 w 5799173"/>
              <a:gd name="connsiteY47014" fmla="*/ 3372297 h 5017219"/>
              <a:gd name="connsiteX47015" fmla="*/ 1449075 w 5799173"/>
              <a:gd name="connsiteY47015" fmla="*/ 3372961 h 5017219"/>
              <a:gd name="connsiteX47016" fmla="*/ 1308927 w 5799173"/>
              <a:gd name="connsiteY47016" fmla="*/ 3340885 h 5017219"/>
              <a:gd name="connsiteX47017" fmla="*/ 1307681 w 5799173"/>
              <a:gd name="connsiteY47017" fmla="*/ 3340220 h 5017219"/>
              <a:gd name="connsiteX47018" fmla="*/ 1297711 w 5799173"/>
              <a:gd name="connsiteY47018" fmla="*/ 3322939 h 5017219"/>
              <a:gd name="connsiteX47019" fmla="*/ 1297711 w 5799173"/>
              <a:gd name="connsiteY47019" fmla="*/ 3321527 h 5017219"/>
              <a:gd name="connsiteX47020" fmla="*/ 1307681 w 5799173"/>
              <a:gd name="connsiteY47020" fmla="*/ 3304247 h 5017219"/>
              <a:gd name="connsiteX47021" fmla="*/ 1308928 w 5799173"/>
              <a:gd name="connsiteY47021" fmla="*/ 3303582 h 5017219"/>
              <a:gd name="connsiteX47022" fmla="*/ 1328866 w 5799173"/>
              <a:gd name="connsiteY47022" fmla="*/ 3303582 h 5017219"/>
              <a:gd name="connsiteX47023" fmla="*/ 1330112 w 5799173"/>
              <a:gd name="connsiteY47023" fmla="*/ 3304247 h 5017219"/>
              <a:gd name="connsiteX47024" fmla="*/ 1340082 w 5799173"/>
              <a:gd name="connsiteY47024" fmla="*/ 3321527 h 5017219"/>
              <a:gd name="connsiteX47025" fmla="*/ 1340082 w 5799173"/>
              <a:gd name="connsiteY47025" fmla="*/ 3322939 h 5017219"/>
              <a:gd name="connsiteX47026" fmla="*/ 1330112 w 5799173"/>
              <a:gd name="connsiteY47026" fmla="*/ 3340220 h 5017219"/>
              <a:gd name="connsiteX47027" fmla="*/ 1328867 w 5799173"/>
              <a:gd name="connsiteY47027" fmla="*/ 3340885 h 5017219"/>
              <a:gd name="connsiteX47028" fmla="*/ 1128307 w 5799173"/>
              <a:gd name="connsiteY47028" fmla="*/ 3292591 h 5017219"/>
              <a:gd name="connsiteX47029" fmla="*/ 1127062 w 5799173"/>
              <a:gd name="connsiteY47029" fmla="*/ 3291843 h 5017219"/>
              <a:gd name="connsiteX47030" fmla="*/ 1117091 w 5799173"/>
              <a:gd name="connsiteY47030" fmla="*/ 3274479 h 5017219"/>
              <a:gd name="connsiteX47031" fmla="*/ 1117091 w 5799173"/>
              <a:gd name="connsiteY47031" fmla="*/ 3273066 h 5017219"/>
              <a:gd name="connsiteX47032" fmla="*/ 1127144 w 5799173"/>
              <a:gd name="connsiteY47032" fmla="*/ 3255703 h 5017219"/>
              <a:gd name="connsiteX47033" fmla="*/ 1128390 w 5799173"/>
              <a:gd name="connsiteY47033" fmla="*/ 3254955 h 5017219"/>
              <a:gd name="connsiteX47034" fmla="*/ 1148413 w 5799173"/>
              <a:gd name="connsiteY47034" fmla="*/ 3254956 h 5017219"/>
              <a:gd name="connsiteX47035" fmla="*/ 1149659 w 5799173"/>
              <a:gd name="connsiteY47035" fmla="*/ 3255703 h 5017219"/>
              <a:gd name="connsiteX47036" fmla="*/ 1159628 w 5799173"/>
              <a:gd name="connsiteY47036" fmla="*/ 3273066 h 5017219"/>
              <a:gd name="connsiteX47037" fmla="*/ 1159629 w 5799173"/>
              <a:gd name="connsiteY47037" fmla="*/ 3274479 h 5017219"/>
              <a:gd name="connsiteX47038" fmla="*/ 1149575 w 5799173"/>
              <a:gd name="connsiteY47038" fmla="*/ 3291842 h 5017219"/>
              <a:gd name="connsiteX47039" fmla="*/ 1148329 w 5799173"/>
              <a:gd name="connsiteY47039" fmla="*/ 3292590 h 5017219"/>
              <a:gd name="connsiteX47040" fmla="*/ 1188493 w 5799173"/>
              <a:gd name="connsiteY47040" fmla="*/ 3308801 h 5017219"/>
              <a:gd name="connsiteX47041" fmla="*/ 1187247 w 5799173"/>
              <a:gd name="connsiteY47041" fmla="*/ 3308052 h 5017219"/>
              <a:gd name="connsiteX47042" fmla="*/ 1177195 w 5799173"/>
              <a:gd name="connsiteY47042" fmla="*/ 3290607 h 5017219"/>
              <a:gd name="connsiteX47043" fmla="*/ 1177195 w 5799173"/>
              <a:gd name="connsiteY47043" fmla="*/ 3289193 h 5017219"/>
              <a:gd name="connsiteX47044" fmla="*/ 1187247 w 5799173"/>
              <a:gd name="connsiteY47044" fmla="*/ 3271748 h 5017219"/>
              <a:gd name="connsiteX47045" fmla="*/ 1188493 w 5799173"/>
              <a:gd name="connsiteY47045" fmla="*/ 3270999 h 5017219"/>
              <a:gd name="connsiteX47046" fmla="*/ 1208599 w 5799173"/>
              <a:gd name="connsiteY47046" fmla="*/ 3270999 h 5017219"/>
              <a:gd name="connsiteX47047" fmla="*/ 1209845 w 5799173"/>
              <a:gd name="connsiteY47047" fmla="*/ 3271748 h 5017219"/>
              <a:gd name="connsiteX47048" fmla="*/ 1219898 w 5799173"/>
              <a:gd name="connsiteY47048" fmla="*/ 3289193 h 5017219"/>
              <a:gd name="connsiteX47049" fmla="*/ 1219898 w 5799173"/>
              <a:gd name="connsiteY47049" fmla="*/ 3290606 h 5017219"/>
              <a:gd name="connsiteX47050" fmla="*/ 1209845 w 5799173"/>
              <a:gd name="connsiteY47050" fmla="*/ 3308052 h 5017219"/>
              <a:gd name="connsiteX47051" fmla="*/ 1208599 w 5799173"/>
              <a:gd name="connsiteY47051" fmla="*/ 3308800 h 5017219"/>
              <a:gd name="connsiteX47052" fmla="*/ 1489425 w 5799173"/>
              <a:gd name="connsiteY47052" fmla="*/ 3389435 h 5017219"/>
              <a:gd name="connsiteX47053" fmla="*/ 1488178 w 5799173"/>
              <a:gd name="connsiteY47053" fmla="*/ 3388687 h 5017219"/>
              <a:gd name="connsiteX47054" fmla="*/ 1478127 w 5799173"/>
              <a:gd name="connsiteY47054" fmla="*/ 3371241 h 5017219"/>
              <a:gd name="connsiteX47055" fmla="*/ 1478126 w 5799173"/>
              <a:gd name="connsiteY47055" fmla="*/ 3369828 h 5017219"/>
              <a:gd name="connsiteX47056" fmla="*/ 1488179 w 5799173"/>
              <a:gd name="connsiteY47056" fmla="*/ 3352382 h 5017219"/>
              <a:gd name="connsiteX47057" fmla="*/ 1489424 w 5799173"/>
              <a:gd name="connsiteY47057" fmla="*/ 3351634 h 5017219"/>
              <a:gd name="connsiteX47058" fmla="*/ 1509530 w 5799173"/>
              <a:gd name="connsiteY47058" fmla="*/ 3351634 h 5017219"/>
              <a:gd name="connsiteX47059" fmla="*/ 1510777 w 5799173"/>
              <a:gd name="connsiteY47059" fmla="*/ 3352382 h 5017219"/>
              <a:gd name="connsiteX47060" fmla="*/ 1520829 w 5799173"/>
              <a:gd name="connsiteY47060" fmla="*/ 3369828 h 5017219"/>
              <a:gd name="connsiteX47061" fmla="*/ 1520830 w 5799173"/>
              <a:gd name="connsiteY47061" fmla="*/ 3371241 h 5017219"/>
              <a:gd name="connsiteX47062" fmla="*/ 1510776 w 5799173"/>
              <a:gd name="connsiteY47062" fmla="*/ 3388687 h 5017219"/>
              <a:gd name="connsiteX47063" fmla="*/ 1509531 w 5799173"/>
              <a:gd name="connsiteY47063" fmla="*/ 3389435 h 5017219"/>
              <a:gd name="connsiteX47064" fmla="*/ 1248597 w 5799173"/>
              <a:gd name="connsiteY47064" fmla="*/ 3325010 h 5017219"/>
              <a:gd name="connsiteX47065" fmla="*/ 1247351 w 5799173"/>
              <a:gd name="connsiteY47065" fmla="*/ 3324262 h 5017219"/>
              <a:gd name="connsiteX47066" fmla="*/ 1237215 w 5799173"/>
              <a:gd name="connsiteY47066" fmla="*/ 3306733 h 5017219"/>
              <a:gd name="connsiteX47067" fmla="*/ 1237215 w 5799173"/>
              <a:gd name="connsiteY47067" fmla="*/ 3305320 h 5017219"/>
              <a:gd name="connsiteX47068" fmla="*/ 1247351 w 5799173"/>
              <a:gd name="connsiteY47068" fmla="*/ 3287791 h 5017219"/>
              <a:gd name="connsiteX47069" fmla="*/ 1248597 w 5799173"/>
              <a:gd name="connsiteY47069" fmla="*/ 3287043 h 5017219"/>
              <a:gd name="connsiteX47070" fmla="*/ 1268868 w 5799173"/>
              <a:gd name="connsiteY47070" fmla="*/ 3287043 h 5017219"/>
              <a:gd name="connsiteX47071" fmla="*/ 1270114 w 5799173"/>
              <a:gd name="connsiteY47071" fmla="*/ 3287791 h 5017219"/>
              <a:gd name="connsiteX47072" fmla="*/ 1280250 w 5799173"/>
              <a:gd name="connsiteY47072" fmla="*/ 3305320 h 5017219"/>
              <a:gd name="connsiteX47073" fmla="*/ 1280250 w 5799173"/>
              <a:gd name="connsiteY47073" fmla="*/ 3306733 h 5017219"/>
              <a:gd name="connsiteX47074" fmla="*/ 1270114 w 5799173"/>
              <a:gd name="connsiteY47074" fmla="*/ 3324262 h 5017219"/>
              <a:gd name="connsiteX47075" fmla="*/ 1268868 w 5799173"/>
              <a:gd name="connsiteY47075" fmla="*/ 3325010 h 5017219"/>
              <a:gd name="connsiteX47076" fmla="*/ 1368970 w 5799173"/>
              <a:gd name="connsiteY47076" fmla="*/ 3357264 h 5017219"/>
              <a:gd name="connsiteX47077" fmla="*/ 1367724 w 5799173"/>
              <a:gd name="connsiteY47077" fmla="*/ 3356516 h 5017219"/>
              <a:gd name="connsiteX47078" fmla="*/ 1357588 w 5799173"/>
              <a:gd name="connsiteY47078" fmla="*/ 3338987 h 5017219"/>
              <a:gd name="connsiteX47079" fmla="*/ 1357588 w 5799173"/>
              <a:gd name="connsiteY47079" fmla="*/ 3337574 h 5017219"/>
              <a:gd name="connsiteX47080" fmla="*/ 1367724 w 5799173"/>
              <a:gd name="connsiteY47080" fmla="*/ 3320045 h 5017219"/>
              <a:gd name="connsiteX47081" fmla="*/ 1368970 w 5799173"/>
              <a:gd name="connsiteY47081" fmla="*/ 3319297 h 5017219"/>
              <a:gd name="connsiteX47082" fmla="*/ 1389241 w 5799173"/>
              <a:gd name="connsiteY47082" fmla="*/ 3319297 h 5017219"/>
              <a:gd name="connsiteX47083" fmla="*/ 1390487 w 5799173"/>
              <a:gd name="connsiteY47083" fmla="*/ 3320045 h 5017219"/>
              <a:gd name="connsiteX47084" fmla="*/ 1400623 w 5799173"/>
              <a:gd name="connsiteY47084" fmla="*/ 3337574 h 5017219"/>
              <a:gd name="connsiteX47085" fmla="*/ 1400623 w 5799173"/>
              <a:gd name="connsiteY47085" fmla="*/ 3338987 h 5017219"/>
              <a:gd name="connsiteX47086" fmla="*/ 1390487 w 5799173"/>
              <a:gd name="connsiteY47086" fmla="*/ 3356516 h 5017219"/>
              <a:gd name="connsiteX47087" fmla="*/ 1389241 w 5799173"/>
              <a:gd name="connsiteY47087" fmla="*/ 3357264 h 5017219"/>
              <a:gd name="connsiteX47088" fmla="*/ 1549445 w 5799173"/>
              <a:gd name="connsiteY47088" fmla="*/ 3405728 h 5017219"/>
              <a:gd name="connsiteX47089" fmla="*/ 1548199 w 5799173"/>
              <a:gd name="connsiteY47089" fmla="*/ 3404981 h 5017219"/>
              <a:gd name="connsiteX47090" fmla="*/ 1538063 w 5799173"/>
              <a:gd name="connsiteY47090" fmla="*/ 3387368 h 5017219"/>
              <a:gd name="connsiteX47091" fmla="*/ 1538063 w 5799173"/>
              <a:gd name="connsiteY47091" fmla="*/ 3385954 h 5017219"/>
              <a:gd name="connsiteX47092" fmla="*/ 1548282 w 5799173"/>
              <a:gd name="connsiteY47092" fmla="*/ 3368342 h 5017219"/>
              <a:gd name="connsiteX47093" fmla="*/ 1549528 w 5799173"/>
              <a:gd name="connsiteY47093" fmla="*/ 3367594 h 5017219"/>
              <a:gd name="connsiteX47094" fmla="*/ 1569882 w 5799173"/>
              <a:gd name="connsiteY47094" fmla="*/ 3367594 h 5017219"/>
              <a:gd name="connsiteX47095" fmla="*/ 1571128 w 5799173"/>
              <a:gd name="connsiteY47095" fmla="*/ 3368342 h 5017219"/>
              <a:gd name="connsiteX47096" fmla="*/ 1581264 w 5799173"/>
              <a:gd name="connsiteY47096" fmla="*/ 3385954 h 5017219"/>
              <a:gd name="connsiteX47097" fmla="*/ 1581264 w 5799173"/>
              <a:gd name="connsiteY47097" fmla="*/ 3387368 h 5017219"/>
              <a:gd name="connsiteX47098" fmla="*/ 1571045 w 5799173"/>
              <a:gd name="connsiteY47098" fmla="*/ 3404981 h 5017219"/>
              <a:gd name="connsiteX47099" fmla="*/ 1569799 w 5799173"/>
              <a:gd name="connsiteY47099" fmla="*/ 3405728 h 5017219"/>
              <a:gd name="connsiteX47100" fmla="*/ 1910386 w 5799173"/>
              <a:gd name="connsiteY47100" fmla="*/ 3502903 h 5017219"/>
              <a:gd name="connsiteX47101" fmla="*/ 1909140 w 5799173"/>
              <a:gd name="connsiteY47101" fmla="*/ 3502155 h 5017219"/>
              <a:gd name="connsiteX47102" fmla="*/ 1898755 w 5799173"/>
              <a:gd name="connsiteY47102" fmla="*/ 3484210 h 5017219"/>
              <a:gd name="connsiteX47103" fmla="*/ 1898755 w 5799173"/>
              <a:gd name="connsiteY47103" fmla="*/ 3482715 h 5017219"/>
              <a:gd name="connsiteX47104" fmla="*/ 1909140 w 5799173"/>
              <a:gd name="connsiteY47104" fmla="*/ 3464770 h 5017219"/>
              <a:gd name="connsiteX47105" fmla="*/ 1910386 w 5799173"/>
              <a:gd name="connsiteY47105" fmla="*/ 3464022 h 5017219"/>
              <a:gd name="connsiteX47106" fmla="*/ 1931155 w 5799173"/>
              <a:gd name="connsiteY47106" fmla="*/ 3464022 h 5017219"/>
              <a:gd name="connsiteX47107" fmla="*/ 1932402 w 5799173"/>
              <a:gd name="connsiteY47107" fmla="*/ 3464770 h 5017219"/>
              <a:gd name="connsiteX47108" fmla="*/ 1942787 w 5799173"/>
              <a:gd name="connsiteY47108" fmla="*/ 3482715 h 5017219"/>
              <a:gd name="connsiteX47109" fmla="*/ 1942787 w 5799173"/>
              <a:gd name="connsiteY47109" fmla="*/ 3484210 h 5017219"/>
              <a:gd name="connsiteX47110" fmla="*/ 1932402 w 5799173"/>
              <a:gd name="connsiteY47110" fmla="*/ 3502155 h 5017219"/>
              <a:gd name="connsiteX47111" fmla="*/ 1931156 w 5799173"/>
              <a:gd name="connsiteY47111" fmla="*/ 3502903 h 5017219"/>
              <a:gd name="connsiteX47112" fmla="*/ 2151130 w 5799173"/>
              <a:gd name="connsiteY47112" fmla="*/ 3567411 h 5017219"/>
              <a:gd name="connsiteX47113" fmla="*/ 2149884 w 5799173"/>
              <a:gd name="connsiteY47113" fmla="*/ 3566663 h 5017219"/>
              <a:gd name="connsiteX47114" fmla="*/ 2139499 w 5799173"/>
              <a:gd name="connsiteY47114" fmla="*/ 3548718 h 5017219"/>
              <a:gd name="connsiteX47115" fmla="*/ 2139499 w 5799173"/>
              <a:gd name="connsiteY47115" fmla="*/ 3547223 h 5017219"/>
              <a:gd name="connsiteX47116" fmla="*/ 2149884 w 5799173"/>
              <a:gd name="connsiteY47116" fmla="*/ 3529277 h 5017219"/>
              <a:gd name="connsiteX47117" fmla="*/ 2151130 w 5799173"/>
              <a:gd name="connsiteY47117" fmla="*/ 3528529 h 5017219"/>
              <a:gd name="connsiteX47118" fmla="*/ 2171900 w 5799173"/>
              <a:gd name="connsiteY47118" fmla="*/ 3528530 h 5017219"/>
              <a:gd name="connsiteX47119" fmla="*/ 2173146 w 5799173"/>
              <a:gd name="connsiteY47119" fmla="*/ 3529278 h 5017219"/>
              <a:gd name="connsiteX47120" fmla="*/ 2183531 w 5799173"/>
              <a:gd name="connsiteY47120" fmla="*/ 3547223 h 5017219"/>
              <a:gd name="connsiteX47121" fmla="*/ 2183531 w 5799173"/>
              <a:gd name="connsiteY47121" fmla="*/ 3548718 h 5017219"/>
              <a:gd name="connsiteX47122" fmla="*/ 2173146 w 5799173"/>
              <a:gd name="connsiteY47122" fmla="*/ 3566663 h 5017219"/>
              <a:gd name="connsiteX47123" fmla="*/ 2171900 w 5799173"/>
              <a:gd name="connsiteY47123" fmla="*/ 3567411 h 5017219"/>
              <a:gd name="connsiteX47124" fmla="*/ 2211233 w 5799173"/>
              <a:gd name="connsiteY47124" fmla="*/ 3583619 h 5017219"/>
              <a:gd name="connsiteX47125" fmla="*/ 2209987 w 5799173"/>
              <a:gd name="connsiteY47125" fmla="*/ 3582872 h 5017219"/>
              <a:gd name="connsiteX47126" fmla="*/ 2199602 w 5799173"/>
              <a:gd name="connsiteY47126" fmla="*/ 3564844 h 5017219"/>
              <a:gd name="connsiteX47127" fmla="*/ 2199602 w 5799173"/>
              <a:gd name="connsiteY47127" fmla="*/ 3563348 h 5017219"/>
              <a:gd name="connsiteX47128" fmla="*/ 2210070 w 5799173"/>
              <a:gd name="connsiteY47128" fmla="*/ 3545320 h 5017219"/>
              <a:gd name="connsiteX47129" fmla="*/ 2211316 w 5799173"/>
              <a:gd name="connsiteY47129" fmla="*/ 3544572 h 5017219"/>
              <a:gd name="connsiteX47130" fmla="*/ 2232169 w 5799173"/>
              <a:gd name="connsiteY47130" fmla="*/ 3544573 h 5017219"/>
              <a:gd name="connsiteX47131" fmla="*/ 2233415 w 5799173"/>
              <a:gd name="connsiteY47131" fmla="*/ 3545321 h 5017219"/>
              <a:gd name="connsiteX47132" fmla="*/ 2243800 w 5799173"/>
              <a:gd name="connsiteY47132" fmla="*/ 3563348 h 5017219"/>
              <a:gd name="connsiteX47133" fmla="*/ 2243800 w 5799173"/>
              <a:gd name="connsiteY47133" fmla="*/ 3564844 h 5017219"/>
              <a:gd name="connsiteX47134" fmla="*/ 2233332 w 5799173"/>
              <a:gd name="connsiteY47134" fmla="*/ 3582873 h 5017219"/>
              <a:gd name="connsiteX47135" fmla="*/ 2232086 w 5799173"/>
              <a:gd name="connsiteY47135" fmla="*/ 3583619 h 5017219"/>
              <a:gd name="connsiteX47136" fmla="*/ 1970488 w 5799173"/>
              <a:gd name="connsiteY47136" fmla="*/ 3519195 h 5017219"/>
              <a:gd name="connsiteX47137" fmla="*/ 1969243 w 5799173"/>
              <a:gd name="connsiteY47137" fmla="*/ 3518448 h 5017219"/>
              <a:gd name="connsiteX47138" fmla="*/ 1958775 w 5799173"/>
              <a:gd name="connsiteY47138" fmla="*/ 3500336 h 5017219"/>
              <a:gd name="connsiteX47139" fmla="*/ 1958775 w 5799173"/>
              <a:gd name="connsiteY47139" fmla="*/ 3498841 h 5017219"/>
              <a:gd name="connsiteX47140" fmla="*/ 1969242 w 5799173"/>
              <a:gd name="connsiteY47140" fmla="*/ 3480730 h 5017219"/>
              <a:gd name="connsiteX47141" fmla="*/ 1970488 w 5799173"/>
              <a:gd name="connsiteY47141" fmla="*/ 3479982 h 5017219"/>
              <a:gd name="connsiteX47142" fmla="*/ 1991425 w 5799173"/>
              <a:gd name="connsiteY47142" fmla="*/ 3479982 h 5017219"/>
              <a:gd name="connsiteX47143" fmla="*/ 1992671 w 5799173"/>
              <a:gd name="connsiteY47143" fmla="*/ 3480730 h 5017219"/>
              <a:gd name="connsiteX47144" fmla="*/ 2003138 w 5799173"/>
              <a:gd name="connsiteY47144" fmla="*/ 3498841 h 5017219"/>
              <a:gd name="connsiteX47145" fmla="*/ 2003139 w 5799173"/>
              <a:gd name="connsiteY47145" fmla="*/ 3500336 h 5017219"/>
              <a:gd name="connsiteX47146" fmla="*/ 1992671 w 5799173"/>
              <a:gd name="connsiteY47146" fmla="*/ 3518448 h 5017219"/>
              <a:gd name="connsiteX47147" fmla="*/ 1991425 w 5799173"/>
              <a:gd name="connsiteY47147" fmla="*/ 3519195 h 5017219"/>
              <a:gd name="connsiteX47148" fmla="*/ 2271419 w 5799173"/>
              <a:gd name="connsiteY47148" fmla="*/ 3599829 h 5017219"/>
              <a:gd name="connsiteX47149" fmla="*/ 2270173 w 5799173"/>
              <a:gd name="connsiteY47149" fmla="*/ 3599082 h 5017219"/>
              <a:gd name="connsiteX47150" fmla="*/ 2259705 w 5799173"/>
              <a:gd name="connsiteY47150" fmla="*/ 3580970 h 5017219"/>
              <a:gd name="connsiteX47151" fmla="*/ 2259705 w 5799173"/>
              <a:gd name="connsiteY47151" fmla="*/ 3579475 h 5017219"/>
              <a:gd name="connsiteX47152" fmla="*/ 2270173 w 5799173"/>
              <a:gd name="connsiteY47152" fmla="*/ 3561364 h 5017219"/>
              <a:gd name="connsiteX47153" fmla="*/ 2271419 w 5799173"/>
              <a:gd name="connsiteY47153" fmla="*/ 3560616 h 5017219"/>
              <a:gd name="connsiteX47154" fmla="*/ 2292355 w 5799173"/>
              <a:gd name="connsiteY47154" fmla="*/ 3560616 h 5017219"/>
              <a:gd name="connsiteX47155" fmla="*/ 2293601 w 5799173"/>
              <a:gd name="connsiteY47155" fmla="*/ 3561364 h 5017219"/>
              <a:gd name="connsiteX47156" fmla="*/ 2304069 w 5799173"/>
              <a:gd name="connsiteY47156" fmla="*/ 3579475 h 5017219"/>
              <a:gd name="connsiteX47157" fmla="*/ 2304069 w 5799173"/>
              <a:gd name="connsiteY47157" fmla="*/ 3580970 h 5017219"/>
              <a:gd name="connsiteX47158" fmla="*/ 2293601 w 5799173"/>
              <a:gd name="connsiteY47158" fmla="*/ 3599082 h 5017219"/>
              <a:gd name="connsiteX47159" fmla="*/ 2292355 w 5799173"/>
              <a:gd name="connsiteY47159" fmla="*/ 3599829 h 5017219"/>
              <a:gd name="connsiteX47160" fmla="*/ 2090800 w 5799173"/>
              <a:gd name="connsiteY47160" fmla="*/ 3551525 h 5017219"/>
              <a:gd name="connsiteX47161" fmla="*/ 2089554 w 5799173"/>
              <a:gd name="connsiteY47161" fmla="*/ 3550777 h 5017219"/>
              <a:gd name="connsiteX47162" fmla="*/ 2079004 w 5799173"/>
              <a:gd name="connsiteY47162" fmla="*/ 3532500 h 5017219"/>
              <a:gd name="connsiteX47163" fmla="*/ 2079003 w 5799173"/>
              <a:gd name="connsiteY47163" fmla="*/ 3531004 h 5017219"/>
              <a:gd name="connsiteX47164" fmla="*/ 2089554 w 5799173"/>
              <a:gd name="connsiteY47164" fmla="*/ 3512727 h 5017219"/>
              <a:gd name="connsiteX47165" fmla="*/ 2090800 w 5799173"/>
              <a:gd name="connsiteY47165" fmla="*/ 3511979 h 5017219"/>
              <a:gd name="connsiteX47166" fmla="*/ 2111819 w 5799173"/>
              <a:gd name="connsiteY47166" fmla="*/ 3511979 h 5017219"/>
              <a:gd name="connsiteX47167" fmla="*/ 2113065 w 5799173"/>
              <a:gd name="connsiteY47167" fmla="*/ 3512727 h 5017219"/>
              <a:gd name="connsiteX47168" fmla="*/ 2123616 w 5799173"/>
              <a:gd name="connsiteY47168" fmla="*/ 3531004 h 5017219"/>
              <a:gd name="connsiteX47169" fmla="*/ 2123616 w 5799173"/>
              <a:gd name="connsiteY47169" fmla="*/ 3532500 h 5017219"/>
              <a:gd name="connsiteX47170" fmla="*/ 2113065 w 5799173"/>
              <a:gd name="connsiteY47170" fmla="*/ 3550777 h 5017219"/>
              <a:gd name="connsiteX47171" fmla="*/ 2111819 w 5799173"/>
              <a:gd name="connsiteY47171" fmla="*/ 3551525 h 5017219"/>
              <a:gd name="connsiteX47172" fmla="*/ 2030508 w 5799173"/>
              <a:gd name="connsiteY47172" fmla="*/ 3535656 h 5017219"/>
              <a:gd name="connsiteX47173" fmla="*/ 2029180 w 5799173"/>
              <a:gd name="connsiteY47173" fmla="*/ 3534908 h 5017219"/>
              <a:gd name="connsiteX47174" fmla="*/ 2018545 w 5799173"/>
              <a:gd name="connsiteY47174" fmla="*/ 3516465 h 5017219"/>
              <a:gd name="connsiteX47175" fmla="*/ 2018545 w 5799173"/>
              <a:gd name="connsiteY47175" fmla="*/ 3514969 h 5017219"/>
              <a:gd name="connsiteX47176" fmla="*/ 2029179 w 5799173"/>
              <a:gd name="connsiteY47176" fmla="*/ 3496526 h 5017219"/>
              <a:gd name="connsiteX47177" fmla="*/ 2030508 w 5799173"/>
              <a:gd name="connsiteY47177" fmla="*/ 3495778 h 5017219"/>
              <a:gd name="connsiteX47178" fmla="*/ 2051777 w 5799173"/>
              <a:gd name="connsiteY47178" fmla="*/ 3495778 h 5017219"/>
              <a:gd name="connsiteX47179" fmla="*/ 2053106 w 5799173"/>
              <a:gd name="connsiteY47179" fmla="*/ 3496526 h 5017219"/>
              <a:gd name="connsiteX47180" fmla="*/ 2063740 w 5799173"/>
              <a:gd name="connsiteY47180" fmla="*/ 3514969 h 5017219"/>
              <a:gd name="connsiteX47181" fmla="*/ 2063740 w 5799173"/>
              <a:gd name="connsiteY47181" fmla="*/ 3516465 h 5017219"/>
              <a:gd name="connsiteX47182" fmla="*/ 2053106 w 5799173"/>
              <a:gd name="connsiteY47182" fmla="*/ 3534908 h 5017219"/>
              <a:gd name="connsiteX47183" fmla="*/ 2051777 w 5799173"/>
              <a:gd name="connsiteY47183" fmla="*/ 3535656 h 5017219"/>
              <a:gd name="connsiteX47184" fmla="*/ 4552414 w 5799173"/>
              <a:gd name="connsiteY47184" fmla="*/ 4249930 h 5017219"/>
              <a:gd name="connsiteX47185" fmla="*/ 4552081 w 5799173"/>
              <a:gd name="connsiteY47185" fmla="*/ 4249764 h 5017219"/>
              <a:gd name="connsiteX47186" fmla="*/ 4549506 w 5799173"/>
              <a:gd name="connsiteY47186" fmla="*/ 4245361 h 5017219"/>
              <a:gd name="connsiteX47187" fmla="*/ 4549506 w 5799173"/>
              <a:gd name="connsiteY47187" fmla="*/ 4245028 h 5017219"/>
              <a:gd name="connsiteX47188" fmla="*/ 4552081 w 5799173"/>
              <a:gd name="connsiteY47188" fmla="*/ 4240625 h 5017219"/>
              <a:gd name="connsiteX47189" fmla="*/ 4552414 w 5799173"/>
              <a:gd name="connsiteY47189" fmla="*/ 4240459 h 5017219"/>
              <a:gd name="connsiteX47190" fmla="*/ 4557482 w 5799173"/>
              <a:gd name="connsiteY47190" fmla="*/ 4240459 h 5017219"/>
              <a:gd name="connsiteX47191" fmla="*/ 4557814 w 5799173"/>
              <a:gd name="connsiteY47191" fmla="*/ 4240625 h 5017219"/>
              <a:gd name="connsiteX47192" fmla="*/ 4560389 w 5799173"/>
              <a:gd name="connsiteY47192" fmla="*/ 4245028 h 5017219"/>
              <a:gd name="connsiteX47193" fmla="*/ 4560389 w 5799173"/>
              <a:gd name="connsiteY47193" fmla="*/ 4245361 h 5017219"/>
              <a:gd name="connsiteX47194" fmla="*/ 4557814 w 5799173"/>
              <a:gd name="connsiteY47194" fmla="*/ 4249764 h 5017219"/>
              <a:gd name="connsiteX47195" fmla="*/ 4557482 w 5799173"/>
              <a:gd name="connsiteY47195" fmla="*/ 4249930 h 5017219"/>
              <a:gd name="connsiteX47196" fmla="*/ 3829534 w 5799173"/>
              <a:gd name="connsiteY47196" fmla="*/ 4057751 h 5017219"/>
              <a:gd name="connsiteX47197" fmla="*/ 3829119 w 5799173"/>
              <a:gd name="connsiteY47197" fmla="*/ 4057501 h 5017219"/>
              <a:gd name="connsiteX47198" fmla="*/ 3825879 w 5799173"/>
              <a:gd name="connsiteY47198" fmla="*/ 4051852 h 5017219"/>
              <a:gd name="connsiteX47199" fmla="*/ 3825879 w 5799173"/>
              <a:gd name="connsiteY47199" fmla="*/ 4051354 h 5017219"/>
              <a:gd name="connsiteX47200" fmla="*/ 3829119 w 5799173"/>
              <a:gd name="connsiteY47200" fmla="*/ 4045704 h 5017219"/>
              <a:gd name="connsiteX47201" fmla="*/ 3829534 w 5799173"/>
              <a:gd name="connsiteY47201" fmla="*/ 4045455 h 5017219"/>
              <a:gd name="connsiteX47202" fmla="*/ 3836015 w 5799173"/>
              <a:gd name="connsiteY47202" fmla="*/ 4045455 h 5017219"/>
              <a:gd name="connsiteX47203" fmla="*/ 3836430 w 5799173"/>
              <a:gd name="connsiteY47203" fmla="*/ 4045704 h 5017219"/>
              <a:gd name="connsiteX47204" fmla="*/ 3839670 w 5799173"/>
              <a:gd name="connsiteY47204" fmla="*/ 4051354 h 5017219"/>
              <a:gd name="connsiteX47205" fmla="*/ 3839670 w 5799173"/>
              <a:gd name="connsiteY47205" fmla="*/ 4051852 h 5017219"/>
              <a:gd name="connsiteX47206" fmla="*/ 3836430 w 5799173"/>
              <a:gd name="connsiteY47206" fmla="*/ 4057501 h 5017219"/>
              <a:gd name="connsiteX47207" fmla="*/ 3836015 w 5799173"/>
              <a:gd name="connsiteY47207" fmla="*/ 4057751 h 5017219"/>
              <a:gd name="connsiteX47208" fmla="*/ 3889181 w 5799173"/>
              <a:gd name="connsiteY47208" fmla="*/ 4074775 h 5017219"/>
              <a:gd name="connsiteX47209" fmla="*/ 3888766 w 5799173"/>
              <a:gd name="connsiteY47209" fmla="*/ 4074526 h 5017219"/>
              <a:gd name="connsiteX47210" fmla="*/ 3885027 w 5799173"/>
              <a:gd name="connsiteY47210" fmla="*/ 4068129 h 5017219"/>
              <a:gd name="connsiteX47211" fmla="*/ 3885027 w 5799173"/>
              <a:gd name="connsiteY47211" fmla="*/ 4067630 h 5017219"/>
              <a:gd name="connsiteX47212" fmla="*/ 3888767 w 5799173"/>
              <a:gd name="connsiteY47212" fmla="*/ 4061233 h 5017219"/>
              <a:gd name="connsiteX47213" fmla="*/ 3889182 w 5799173"/>
              <a:gd name="connsiteY47213" fmla="*/ 4060984 h 5017219"/>
              <a:gd name="connsiteX47214" fmla="*/ 3896576 w 5799173"/>
              <a:gd name="connsiteY47214" fmla="*/ 4060984 h 5017219"/>
              <a:gd name="connsiteX47215" fmla="*/ 3896990 w 5799173"/>
              <a:gd name="connsiteY47215" fmla="*/ 4061233 h 5017219"/>
              <a:gd name="connsiteX47216" fmla="*/ 3900729 w 5799173"/>
              <a:gd name="connsiteY47216" fmla="*/ 4067630 h 5017219"/>
              <a:gd name="connsiteX47217" fmla="*/ 3900729 w 5799173"/>
              <a:gd name="connsiteY47217" fmla="*/ 4068129 h 5017219"/>
              <a:gd name="connsiteX47218" fmla="*/ 3896990 w 5799173"/>
              <a:gd name="connsiteY47218" fmla="*/ 4074526 h 5017219"/>
              <a:gd name="connsiteX47219" fmla="*/ 3896575 w 5799173"/>
              <a:gd name="connsiteY47219" fmla="*/ 4074775 h 5017219"/>
              <a:gd name="connsiteX47220" fmla="*/ 2925544 w 5799173"/>
              <a:gd name="connsiteY47220" fmla="*/ 3817904 h 5017219"/>
              <a:gd name="connsiteX47221" fmla="*/ 2924963 w 5799173"/>
              <a:gd name="connsiteY47221" fmla="*/ 3817571 h 5017219"/>
              <a:gd name="connsiteX47222" fmla="*/ 2920405 w 5799173"/>
              <a:gd name="connsiteY47222" fmla="*/ 3810113 h 5017219"/>
              <a:gd name="connsiteX47223" fmla="*/ 2920404 w 5799173"/>
              <a:gd name="connsiteY47223" fmla="*/ 3809448 h 5017219"/>
              <a:gd name="connsiteX47224" fmla="*/ 2924891 w 5799173"/>
              <a:gd name="connsiteY47224" fmla="*/ 3801721 h 5017219"/>
              <a:gd name="connsiteX47225" fmla="*/ 2925472 w 5799173"/>
              <a:gd name="connsiteY47225" fmla="*/ 3801389 h 5017219"/>
              <a:gd name="connsiteX47226" fmla="*/ 2934445 w 5799173"/>
              <a:gd name="connsiteY47226" fmla="*/ 3801389 h 5017219"/>
              <a:gd name="connsiteX47227" fmla="*/ 2935027 w 5799173"/>
              <a:gd name="connsiteY47227" fmla="*/ 3801722 h 5017219"/>
              <a:gd name="connsiteX47228" fmla="*/ 2939513 w 5799173"/>
              <a:gd name="connsiteY47228" fmla="*/ 3809448 h 5017219"/>
              <a:gd name="connsiteX47229" fmla="*/ 2939513 w 5799173"/>
              <a:gd name="connsiteY47229" fmla="*/ 3810113 h 5017219"/>
              <a:gd name="connsiteX47230" fmla="*/ 2935027 w 5799173"/>
              <a:gd name="connsiteY47230" fmla="*/ 3817840 h 5017219"/>
              <a:gd name="connsiteX47231" fmla="*/ 2934445 w 5799173"/>
              <a:gd name="connsiteY47231" fmla="*/ 3818171 h 5017219"/>
              <a:gd name="connsiteX47232" fmla="*/ 1840720 w 5799173"/>
              <a:gd name="connsiteY47232" fmla="*/ 3530272 h 5017219"/>
              <a:gd name="connsiteX47233" fmla="*/ 1839974 w 5799173"/>
              <a:gd name="connsiteY47233" fmla="*/ 3529855 h 5017219"/>
              <a:gd name="connsiteX47234" fmla="*/ 1833898 w 5799173"/>
              <a:gd name="connsiteY47234" fmla="*/ 3519902 h 5017219"/>
              <a:gd name="connsiteX47235" fmla="*/ 1833898 w 5799173"/>
              <a:gd name="connsiteY47235" fmla="*/ 3519071 h 5017219"/>
              <a:gd name="connsiteX47236" fmla="*/ 1839881 w 5799173"/>
              <a:gd name="connsiteY47236" fmla="*/ 3508769 h 5017219"/>
              <a:gd name="connsiteX47237" fmla="*/ 1840628 w 5799173"/>
              <a:gd name="connsiteY47237" fmla="*/ 3508354 h 5017219"/>
              <a:gd name="connsiteX47238" fmla="*/ 1852508 w 5799173"/>
              <a:gd name="connsiteY47238" fmla="*/ 3508354 h 5017219"/>
              <a:gd name="connsiteX47239" fmla="*/ 1853255 w 5799173"/>
              <a:gd name="connsiteY47239" fmla="*/ 3508769 h 5017219"/>
              <a:gd name="connsiteX47240" fmla="*/ 1859237 w 5799173"/>
              <a:gd name="connsiteY47240" fmla="*/ 3519071 h 5017219"/>
              <a:gd name="connsiteX47241" fmla="*/ 1859238 w 5799173"/>
              <a:gd name="connsiteY47241" fmla="*/ 3519902 h 5017219"/>
              <a:gd name="connsiteX47242" fmla="*/ 1853344 w 5799173"/>
              <a:gd name="connsiteY47242" fmla="*/ 3529875 h 5017219"/>
              <a:gd name="connsiteX47243" fmla="*/ 1852601 w 5799173"/>
              <a:gd name="connsiteY47243" fmla="*/ 3530271 h 5017219"/>
              <a:gd name="connsiteX47244" fmla="*/ 4488835 w 5799173"/>
              <a:gd name="connsiteY47244" fmla="*/ 4240007 h 5017219"/>
              <a:gd name="connsiteX47245" fmla="*/ 4488088 w 5799173"/>
              <a:gd name="connsiteY47245" fmla="*/ 4239592 h 5017219"/>
              <a:gd name="connsiteX47246" fmla="*/ 4481924 w 5799173"/>
              <a:gd name="connsiteY47246" fmla="*/ 4229494 h 5017219"/>
              <a:gd name="connsiteX47247" fmla="*/ 4481924 w 5799173"/>
              <a:gd name="connsiteY47247" fmla="*/ 4228663 h 5017219"/>
              <a:gd name="connsiteX47248" fmla="*/ 4487989 w 5799173"/>
              <a:gd name="connsiteY47248" fmla="*/ 4218195 h 5017219"/>
              <a:gd name="connsiteX47249" fmla="*/ 4488736 w 5799173"/>
              <a:gd name="connsiteY47249" fmla="*/ 4217780 h 5017219"/>
              <a:gd name="connsiteX47250" fmla="*/ 4500866 w 5799173"/>
              <a:gd name="connsiteY47250" fmla="*/ 4217780 h 5017219"/>
              <a:gd name="connsiteX47251" fmla="*/ 4501614 w 5799173"/>
              <a:gd name="connsiteY47251" fmla="*/ 4218195 h 5017219"/>
              <a:gd name="connsiteX47252" fmla="*/ 4507678 w 5799173"/>
              <a:gd name="connsiteY47252" fmla="*/ 4228663 h 5017219"/>
              <a:gd name="connsiteX47253" fmla="*/ 4507678 w 5799173"/>
              <a:gd name="connsiteY47253" fmla="*/ 4229494 h 5017219"/>
              <a:gd name="connsiteX47254" fmla="*/ 4501713 w 5799173"/>
              <a:gd name="connsiteY47254" fmla="*/ 4239592 h 5017219"/>
              <a:gd name="connsiteX47255" fmla="*/ 4500965 w 5799173"/>
              <a:gd name="connsiteY47255" fmla="*/ 4240008 h 5017219"/>
              <a:gd name="connsiteX47256" fmla="*/ 1899324 w 5799173"/>
              <a:gd name="connsiteY47256" fmla="*/ 3549361 h 5017219"/>
              <a:gd name="connsiteX47257" fmla="*/ 1898411 w 5799173"/>
              <a:gd name="connsiteY47257" fmla="*/ 3548860 h 5017219"/>
              <a:gd name="connsiteX47258" fmla="*/ 1890750 w 5799173"/>
              <a:gd name="connsiteY47258" fmla="*/ 3536194 h 5017219"/>
              <a:gd name="connsiteX47259" fmla="*/ 1890750 w 5799173"/>
              <a:gd name="connsiteY47259" fmla="*/ 3535114 h 5017219"/>
              <a:gd name="connsiteX47260" fmla="*/ 1898309 w 5799173"/>
              <a:gd name="connsiteY47260" fmla="*/ 3522070 h 5017219"/>
              <a:gd name="connsiteX47261" fmla="*/ 1899224 w 5799173"/>
              <a:gd name="connsiteY47261" fmla="*/ 3521572 h 5017219"/>
              <a:gd name="connsiteX47262" fmla="*/ 1914261 w 5799173"/>
              <a:gd name="connsiteY47262" fmla="*/ 3521572 h 5017219"/>
              <a:gd name="connsiteX47263" fmla="*/ 1915175 w 5799173"/>
              <a:gd name="connsiteY47263" fmla="*/ 3522070 h 5017219"/>
              <a:gd name="connsiteX47264" fmla="*/ 1922735 w 5799173"/>
              <a:gd name="connsiteY47264" fmla="*/ 3535114 h 5017219"/>
              <a:gd name="connsiteX47265" fmla="*/ 1922735 w 5799173"/>
              <a:gd name="connsiteY47265" fmla="*/ 3536194 h 5017219"/>
              <a:gd name="connsiteX47266" fmla="*/ 1915275 w 5799173"/>
              <a:gd name="connsiteY47266" fmla="*/ 3548862 h 5017219"/>
              <a:gd name="connsiteX47267" fmla="*/ 1914361 w 5799173"/>
              <a:gd name="connsiteY47267" fmla="*/ 3549362 h 5017219"/>
              <a:gd name="connsiteX47268" fmla="*/ 2982610 w 5799173"/>
              <a:gd name="connsiteY47268" fmla="*/ 3839895 h 5017219"/>
              <a:gd name="connsiteX47269" fmla="*/ 2981696 w 5799173"/>
              <a:gd name="connsiteY47269" fmla="*/ 3839395 h 5017219"/>
              <a:gd name="connsiteX47270" fmla="*/ 2974102 w 5799173"/>
              <a:gd name="connsiteY47270" fmla="*/ 3826477 h 5017219"/>
              <a:gd name="connsiteX47271" fmla="*/ 2974102 w 5799173"/>
              <a:gd name="connsiteY47271" fmla="*/ 3825397 h 5017219"/>
              <a:gd name="connsiteX47272" fmla="*/ 2981662 w 5799173"/>
              <a:gd name="connsiteY47272" fmla="*/ 3812353 h 5017219"/>
              <a:gd name="connsiteX47273" fmla="*/ 2982576 w 5799173"/>
              <a:gd name="connsiteY47273" fmla="*/ 3811855 h 5017219"/>
              <a:gd name="connsiteX47274" fmla="*/ 2997613 w 5799173"/>
              <a:gd name="connsiteY47274" fmla="*/ 3811856 h 5017219"/>
              <a:gd name="connsiteX47275" fmla="*/ 2998527 w 5799173"/>
              <a:gd name="connsiteY47275" fmla="*/ 3812353 h 5017219"/>
              <a:gd name="connsiteX47276" fmla="*/ 3006087 w 5799173"/>
              <a:gd name="connsiteY47276" fmla="*/ 3825397 h 5017219"/>
              <a:gd name="connsiteX47277" fmla="*/ 3006087 w 5799173"/>
              <a:gd name="connsiteY47277" fmla="*/ 3826477 h 5017219"/>
              <a:gd name="connsiteX47278" fmla="*/ 2998561 w 5799173"/>
              <a:gd name="connsiteY47278" fmla="*/ 3839396 h 5017219"/>
              <a:gd name="connsiteX47279" fmla="*/ 2997646 w 5799173"/>
              <a:gd name="connsiteY47279" fmla="*/ 3839895 h 5017219"/>
              <a:gd name="connsiteX47280" fmla="*/ 3042439 w 5799173"/>
              <a:gd name="connsiteY47280" fmla="*/ 3856781 h 5017219"/>
              <a:gd name="connsiteX47281" fmla="*/ 3041442 w 5799173"/>
              <a:gd name="connsiteY47281" fmla="*/ 3856200 h 5017219"/>
              <a:gd name="connsiteX47282" fmla="*/ 3033540 w 5799173"/>
              <a:gd name="connsiteY47282" fmla="*/ 3842614 h 5017219"/>
              <a:gd name="connsiteX47283" fmla="*/ 3033540 w 5799173"/>
              <a:gd name="connsiteY47283" fmla="*/ 3841533 h 5017219"/>
              <a:gd name="connsiteX47284" fmla="*/ 3041432 w 5799173"/>
              <a:gd name="connsiteY47284" fmla="*/ 3827908 h 5017219"/>
              <a:gd name="connsiteX47285" fmla="*/ 3042429 w 5799173"/>
              <a:gd name="connsiteY47285" fmla="*/ 3827327 h 5017219"/>
              <a:gd name="connsiteX47286" fmla="*/ 3058214 w 5799173"/>
              <a:gd name="connsiteY47286" fmla="*/ 3827327 h 5017219"/>
              <a:gd name="connsiteX47287" fmla="*/ 3059211 w 5799173"/>
              <a:gd name="connsiteY47287" fmla="*/ 3827908 h 5017219"/>
              <a:gd name="connsiteX47288" fmla="*/ 3067104 w 5799173"/>
              <a:gd name="connsiteY47288" fmla="*/ 3841533 h 5017219"/>
              <a:gd name="connsiteX47289" fmla="*/ 3067104 w 5799173"/>
              <a:gd name="connsiteY47289" fmla="*/ 3842614 h 5017219"/>
              <a:gd name="connsiteX47290" fmla="*/ 3059221 w 5799173"/>
              <a:gd name="connsiteY47290" fmla="*/ 3856201 h 5017219"/>
              <a:gd name="connsiteX47291" fmla="*/ 3058224 w 5799173"/>
              <a:gd name="connsiteY47291" fmla="*/ 3856781 h 5017219"/>
              <a:gd name="connsiteX47292" fmla="*/ 3102340 w 5799173"/>
              <a:gd name="connsiteY47292" fmla="*/ 3873213 h 5017219"/>
              <a:gd name="connsiteX47293" fmla="*/ 3101342 w 5799173"/>
              <a:gd name="connsiteY47293" fmla="*/ 3872634 h 5017219"/>
              <a:gd name="connsiteX47294" fmla="*/ 3092905 w 5799173"/>
              <a:gd name="connsiteY47294" fmla="*/ 3858742 h 5017219"/>
              <a:gd name="connsiteX47295" fmla="*/ 3092905 w 5799173"/>
              <a:gd name="connsiteY47295" fmla="*/ 3857579 h 5017219"/>
              <a:gd name="connsiteX47296" fmla="*/ 3101213 w 5799173"/>
              <a:gd name="connsiteY47296" fmla="*/ 3843206 h 5017219"/>
              <a:gd name="connsiteX47297" fmla="*/ 3102210 w 5799173"/>
              <a:gd name="connsiteY47297" fmla="*/ 3842625 h 5017219"/>
              <a:gd name="connsiteX47298" fmla="*/ 3118825 w 5799173"/>
              <a:gd name="connsiteY47298" fmla="*/ 3842625 h 5017219"/>
              <a:gd name="connsiteX47299" fmla="*/ 3119822 w 5799173"/>
              <a:gd name="connsiteY47299" fmla="*/ 3843206 h 5017219"/>
              <a:gd name="connsiteX47300" fmla="*/ 3128130 w 5799173"/>
              <a:gd name="connsiteY47300" fmla="*/ 3857579 h 5017219"/>
              <a:gd name="connsiteX47301" fmla="*/ 3128130 w 5799173"/>
              <a:gd name="connsiteY47301" fmla="*/ 3858742 h 5017219"/>
              <a:gd name="connsiteX47302" fmla="*/ 3119951 w 5799173"/>
              <a:gd name="connsiteY47302" fmla="*/ 3872635 h 5017219"/>
              <a:gd name="connsiteX47303" fmla="*/ 3118954 w 5799173"/>
              <a:gd name="connsiteY47303" fmla="*/ 3873215 h 5017219"/>
              <a:gd name="connsiteX47304" fmla="*/ 3162571 w 5799173"/>
              <a:gd name="connsiteY47304" fmla="*/ 3889399 h 5017219"/>
              <a:gd name="connsiteX47305" fmla="*/ 3161574 w 5799173"/>
              <a:gd name="connsiteY47305" fmla="*/ 3888818 h 5017219"/>
              <a:gd name="connsiteX47306" fmla="*/ 3153258 w 5799173"/>
              <a:gd name="connsiteY47306" fmla="*/ 3874869 h 5017219"/>
              <a:gd name="connsiteX47307" fmla="*/ 3153258 w 5799173"/>
              <a:gd name="connsiteY47307" fmla="*/ 3873706 h 5017219"/>
              <a:gd name="connsiteX47308" fmla="*/ 3161483 w 5799173"/>
              <a:gd name="connsiteY47308" fmla="*/ 3859417 h 5017219"/>
              <a:gd name="connsiteX47309" fmla="*/ 3162480 w 5799173"/>
              <a:gd name="connsiteY47309" fmla="*/ 3858835 h 5017219"/>
              <a:gd name="connsiteX47310" fmla="*/ 3178929 w 5799173"/>
              <a:gd name="connsiteY47310" fmla="*/ 3858835 h 5017219"/>
              <a:gd name="connsiteX47311" fmla="*/ 3179926 w 5799173"/>
              <a:gd name="connsiteY47311" fmla="*/ 3859417 h 5017219"/>
              <a:gd name="connsiteX47312" fmla="*/ 3188151 w 5799173"/>
              <a:gd name="connsiteY47312" fmla="*/ 3873706 h 5017219"/>
              <a:gd name="connsiteX47313" fmla="*/ 3188151 w 5799173"/>
              <a:gd name="connsiteY47313" fmla="*/ 3874869 h 5017219"/>
              <a:gd name="connsiteX47314" fmla="*/ 3180017 w 5799173"/>
              <a:gd name="connsiteY47314" fmla="*/ 3888820 h 5017219"/>
              <a:gd name="connsiteX47315" fmla="*/ 3179020 w 5799173"/>
              <a:gd name="connsiteY47315" fmla="*/ 3889400 h 5017219"/>
              <a:gd name="connsiteX47316" fmla="*/ 3222682 w 5799173"/>
              <a:gd name="connsiteY47316" fmla="*/ 3905671 h 5017219"/>
              <a:gd name="connsiteX47317" fmla="*/ 3221685 w 5799173"/>
              <a:gd name="connsiteY47317" fmla="*/ 3905088 h 5017219"/>
              <a:gd name="connsiteX47318" fmla="*/ 3213277 w 5799173"/>
              <a:gd name="connsiteY47318" fmla="*/ 3891008 h 5017219"/>
              <a:gd name="connsiteX47319" fmla="*/ 3213277 w 5799173"/>
              <a:gd name="connsiteY47319" fmla="*/ 3889844 h 5017219"/>
              <a:gd name="connsiteX47320" fmla="*/ 3221584 w 5799173"/>
              <a:gd name="connsiteY47320" fmla="*/ 3875389 h 5017219"/>
              <a:gd name="connsiteX47321" fmla="*/ 3222581 w 5799173"/>
              <a:gd name="connsiteY47321" fmla="*/ 3874807 h 5017219"/>
              <a:gd name="connsiteX47322" fmla="*/ 3239280 w 5799173"/>
              <a:gd name="connsiteY47322" fmla="*/ 3874807 h 5017219"/>
              <a:gd name="connsiteX47323" fmla="*/ 3240277 w 5799173"/>
              <a:gd name="connsiteY47323" fmla="*/ 3875389 h 5017219"/>
              <a:gd name="connsiteX47324" fmla="*/ 3248585 w 5799173"/>
              <a:gd name="connsiteY47324" fmla="*/ 3889844 h 5017219"/>
              <a:gd name="connsiteX47325" fmla="*/ 3248584 w 5799173"/>
              <a:gd name="connsiteY47325" fmla="*/ 3891008 h 5017219"/>
              <a:gd name="connsiteX47326" fmla="*/ 3240376 w 5799173"/>
              <a:gd name="connsiteY47326" fmla="*/ 3905091 h 5017219"/>
              <a:gd name="connsiteX47327" fmla="*/ 3239380 w 5799173"/>
              <a:gd name="connsiteY47327" fmla="*/ 3905674 h 5017219"/>
              <a:gd name="connsiteX47328" fmla="*/ 3764037 w 5799173"/>
              <a:gd name="connsiteY47328" fmla="*/ 4051305 h 5017219"/>
              <a:gd name="connsiteX47329" fmla="*/ 3762958 w 5799173"/>
              <a:gd name="connsiteY47329" fmla="*/ 4050720 h 5017219"/>
              <a:gd name="connsiteX47330" fmla="*/ 3754196 w 5799173"/>
              <a:gd name="connsiteY47330" fmla="*/ 4036219 h 5017219"/>
              <a:gd name="connsiteX47331" fmla="*/ 3754196 w 5799173"/>
              <a:gd name="connsiteY47331" fmla="*/ 4034973 h 5017219"/>
              <a:gd name="connsiteX47332" fmla="*/ 3762836 w 5799173"/>
              <a:gd name="connsiteY47332" fmla="*/ 4020018 h 5017219"/>
              <a:gd name="connsiteX47333" fmla="*/ 3763916 w 5799173"/>
              <a:gd name="connsiteY47333" fmla="*/ 4019437 h 5017219"/>
              <a:gd name="connsiteX47334" fmla="*/ 3781196 w 5799173"/>
              <a:gd name="connsiteY47334" fmla="*/ 4019437 h 5017219"/>
              <a:gd name="connsiteX47335" fmla="*/ 3782277 w 5799173"/>
              <a:gd name="connsiteY47335" fmla="*/ 4020018 h 5017219"/>
              <a:gd name="connsiteX47336" fmla="*/ 3790917 w 5799173"/>
              <a:gd name="connsiteY47336" fmla="*/ 4034973 h 5017219"/>
              <a:gd name="connsiteX47337" fmla="*/ 3790917 w 5799173"/>
              <a:gd name="connsiteY47337" fmla="*/ 4036219 h 5017219"/>
              <a:gd name="connsiteX47338" fmla="*/ 3782397 w 5799173"/>
              <a:gd name="connsiteY47338" fmla="*/ 4050725 h 5017219"/>
              <a:gd name="connsiteX47339" fmla="*/ 3781316 w 5799173"/>
              <a:gd name="connsiteY47339" fmla="*/ 4051308 h 5017219"/>
              <a:gd name="connsiteX47340" fmla="*/ 3342572 w 5799173"/>
              <a:gd name="connsiteY47340" fmla="*/ 3938646 h 5017219"/>
              <a:gd name="connsiteX47341" fmla="*/ 3341492 w 5799173"/>
              <a:gd name="connsiteY47341" fmla="*/ 3938063 h 5017219"/>
              <a:gd name="connsiteX47342" fmla="*/ 3332560 w 5799173"/>
              <a:gd name="connsiteY47342" fmla="*/ 3923331 h 5017219"/>
              <a:gd name="connsiteX47343" fmla="*/ 3332560 w 5799173"/>
              <a:gd name="connsiteY47343" fmla="*/ 3922085 h 5017219"/>
              <a:gd name="connsiteX47344" fmla="*/ 3341366 w 5799173"/>
              <a:gd name="connsiteY47344" fmla="*/ 3906881 h 5017219"/>
              <a:gd name="connsiteX47345" fmla="*/ 3342446 w 5799173"/>
              <a:gd name="connsiteY47345" fmla="*/ 3906300 h 5017219"/>
              <a:gd name="connsiteX47346" fmla="*/ 3360059 w 5799173"/>
              <a:gd name="connsiteY47346" fmla="*/ 3906300 h 5017219"/>
              <a:gd name="connsiteX47347" fmla="*/ 3361139 w 5799173"/>
              <a:gd name="connsiteY47347" fmla="*/ 3906881 h 5017219"/>
              <a:gd name="connsiteX47348" fmla="*/ 3369945 w 5799173"/>
              <a:gd name="connsiteY47348" fmla="*/ 3922085 h 5017219"/>
              <a:gd name="connsiteX47349" fmla="*/ 3369945 w 5799173"/>
              <a:gd name="connsiteY47349" fmla="*/ 3923331 h 5017219"/>
              <a:gd name="connsiteX47350" fmla="*/ 3361264 w 5799173"/>
              <a:gd name="connsiteY47350" fmla="*/ 3938069 h 5017219"/>
              <a:gd name="connsiteX47351" fmla="*/ 3360184 w 5799173"/>
              <a:gd name="connsiteY47351" fmla="*/ 3938649 h 5017219"/>
              <a:gd name="connsiteX47352" fmla="*/ 3523081 w 5799173"/>
              <a:gd name="connsiteY47352" fmla="*/ 3987153 h 5017219"/>
              <a:gd name="connsiteX47353" fmla="*/ 3522000 w 5799173"/>
              <a:gd name="connsiteY47353" fmla="*/ 3986489 h 5017219"/>
              <a:gd name="connsiteX47354" fmla="*/ 3513057 w 5799173"/>
              <a:gd name="connsiteY47354" fmla="*/ 3971632 h 5017219"/>
              <a:gd name="connsiteX47355" fmla="*/ 3513057 w 5799173"/>
              <a:gd name="connsiteY47355" fmla="*/ 3970386 h 5017219"/>
              <a:gd name="connsiteX47356" fmla="*/ 3521946 w 5799173"/>
              <a:gd name="connsiteY47356" fmla="*/ 3955017 h 5017219"/>
              <a:gd name="connsiteX47357" fmla="*/ 3523026 w 5799173"/>
              <a:gd name="connsiteY47357" fmla="*/ 3954352 h 5017219"/>
              <a:gd name="connsiteX47358" fmla="*/ 3540722 w 5799173"/>
              <a:gd name="connsiteY47358" fmla="*/ 3954352 h 5017219"/>
              <a:gd name="connsiteX47359" fmla="*/ 3541802 w 5799173"/>
              <a:gd name="connsiteY47359" fmla="*/ 3955017 h 5017219"/>
              <a:gd name="connsiteX47360" fmla="*/ 3550609 w 5799173"/>
              <a:gd name="connsiteY47360" fmla="*/ 3970386 h 5017219"/>
              <a:gd name="connsiteX47361" fmla="*/ 3550609 w 5799173"/>
              <a:gd name="connsiteY47361" fmla="*/ 3971632 h 5017219"/>
              <a:gd name="connsiteX47362" fmla="*/ 3541856 w 5799173"/>
              <a:gd name="connsiteY47362" fmla="*/ 3986492 h 5017219"/>
              <a:gd name="connsiteX47363" fmla="*/ 3540776 w 5799173"/>
              <a:gd name="connsiteY47363" fmla="*/ 3987155 h 5017219"/>
              <a:gd name="connsiteX47364" fmla="*/ 2259204 w 5799173"/>
              <a:gd name="connsiteY47364" fmla="*/ 3648561 h 5017219"/>
              <a:gd name="connsiteX47365" fmla="*/ 2258125 w 5799173"/>
              <a:gd name="connsiteY47365" fmla="*/ 3647979 h 5017219"/>
              <a:gd name="connsiteX47366" fmla="*/ 2249376 w 5799173"/>
              <a:gd name="connsiteY47366" fmla="*/ 3633038 h 5017219"/>
              <a:gd name="connsiteX47367" fmla="*/ 2249376 w 5799173"/>
              <a:gd name="connsiteY47367" fmla="*/ 3631792 h 5017219"/>
              <a:gd name="connsiteX47368" fmla="*/ 2258099 w 5799173"/>
              <a:gd name="connsiteY47368" fmla="*/ 3616755 h 5017219"/>
              <a:gd name="connsiteX47369" fmla="*/ 2259179 w 5799173"/>
              <a:gd name="connsiteY47369" fmla="*/ 3616173 h 5017219"/>
              <a:gd name="connsiteX47370" fmla="*/ 2276543 w 5799173"/>
              <a:gd name="connsiteY47370" fmla="*/ 3616173 h 5017219"/>
              <a:gd name="connsiteX47371" fmla="*/ 2277623 w 5799173"/>
              <a:gd name="connsiteY47371" fmla="*/ 3616755 h 5017219"/>
              <a:gd name="connsiteX47372" fmla="*/ 2286346 w 5799173"/>
              <a:gd name="connsiteY47372" fmla="*/ 3631792 h 5017219"/>
              <a:gd name="connsiteX47373" fmla="*/ 2286346 w 5799173"/>
              <a:gd name="connsiteY47373" fmla="*/ 3633038 h 5017219"/>
              <a:gd name="connsiteX47374" fmla="*/ 2277648 w 5799173"/>
              <a:gd name="connsiteY47374" fmla="*/ 3647980 h 5017219"/>
              <a:gd name="connsiteX47375" fmla="*/ 2276568 w 5799173"/>
              <a:gd name="connsiteY47375" fmla="*/ 3648562 h 5017219"/>
              <a:gd name="connsiteX47376" fmla="*/ 3402754 w 5799173"/>
              <a:gd name="connsiteY47376" fmla="*/ 3955023 h 5017219"/>
              <a:gd name="connsiteX47377" fmla="*/ 3401674 w 5799173"/>
              <a:gd name="connsiteY47377" fmla="*/ 3954442 h 5017219"/>
              <a:gd name="connsiteX47378" fmla="*/ 3392911 w 5799173"/>
              <a:gd name="connsiteY47378" fmla="*/ 3939469 h 5017219"/>
              <a:gd name="connsiteX47379" fmla="*/ 3392911 w 5799173"/>
              <a:gd name="connsiteY47379" fmla="*/ 3938223 h 5017219"/>
              <a:gd name="connsiteX47380" fmla="*/ 3401635 w 5799173"/>
              <a:gd name="connsiteY47380" fmla="*/ 3923103 h 5017219"/>
              <a:gd name="connsiteX47381" fmla="*/ 3402714 w 5799173"/>
              <a:gd name="connsiteY47381" fmla="*/ 3922521 h 5017219"/>
              <a:gd name="connsiteX47382" fmla="*/ 3420244 w 5799173"/>
              <a:gd name="connsiteY47382" fmla="*/ 3922521 h 5017219"/>
              <a:gd name="connsiteX47383" fmla="*/ 3421324 w 5799173"/>
              <a:gd name="connsiteY47383" fmla="*/ 3923103 h 5017219"/>
              <a:gd name="connsiteX47384" fmla="*/ 3430047 w 5799173"/>
              <a:gd name="connsiteY47384" fmla="*/ 3938223 h 5017219"/>
              <a:gd name="connsiteX47385" fmla="*/ 3430047 w 5799173"/>
              <a:gd name="connsiteY47385" fmla="*/ 3939469 h 5017219"/>
              <a:gd name="connsiteX47386" fmla="*/ 3421364 w 5799173"/>
              <a:gd name="connsiteY47386" fmla="*/ 3954443 h 5017219"/>
              <a:gd name="connsiteX47387" fmla="*/ 3420284 w 5799173"/>
              <a:gd name="connsiteY47387" fmla="*/ 3955024 h 5017219"/>
              <a:gd name="connsiteX47388" fmla="*/ 3462796 w 5799173"/>
              <a:gd name="connsiteY47388" fmla="*/ 3971476 h 5017219"/>
              <a:gd name="connsiteX47389" fmla="*/ 3461716 w 5799173"/>
              <a:gd name="connsiteY47389" fmla="*/ 3970811 h 5017219"/>
              <a:gd name="connsiteX47390" fmla="*/ 3452787 w 5799173"/>
              <a:gd name="connsiteY47390" fmla="*/ 3955506 h 5017219"/>
              <a:gd name="connsiteX47391" fmla="*/ 3452787 w 5799173"/>
              <a:gd name="connsiteY47391" fmla="*/ 3954259 h 5017219"/>
              <a:gd name="connsiteX47392" fmla="*/ 3461676 w 5799173"/>
              <a:gd name="connsiteY47392" fmla="*/ 3938807 h 5017219"/>
              <a:gd name="connsiteX47393" fmla="*/ 3462756 w 5799173"/>
              <a:gd name="connsiteY47393" fmla="*/ 3938142 h 5017219"/>
              <a:gd name="connsiteX47394" fmla="*/ 3480535 w 5799173"/>
              <a:gd name="connsiteY47394" fmla="*/ 3938142 h 5017219"/>
              <a:gd name="connsiteX47395" fmla="*/ 3481615 w 5799173"/>
              <a:gd name="connsiteY47395" fmla="*/ 3938807 h 5017219"/>
              <a:gd name="connsiteX47396" fmla="*/ 3490505 w 5799173"/>
              <a:gd name="connsiteY47396" fmla="*/ 3954259 h 5017219"/>
              <a:gd name="connsiteX47397" fmla="*/ 3490505 w 5799173"/>
              <a:gd name="connsiteY47397" fmla="*/ 3955506 h 5017219"/>
              <a:gd name="connsiteX47398" fmla="*/ 3481654 w 5799173"/>
              <a:gd name="connsiteY47398" fmla="*/ 3970811 h 5017219"/>
              <a:gd name="connsiteX47399" fmla="*/ 3480574 w 5799173"/>
              <a:gd name="connsiteY47399" fmla="*/ 3971477 h 5017219"/>
              <a:gd name="connsiteX47400" fmla="*/ 3703453 w 5799173"/>
              <a:gd name="connsiteY47400" fmla="*/ 4036175 h 5017219"/>
              <a:gd name="connsiteX47401" fmla="*/ 3702373 w 5799173"/>
              <a:gd name="connsiteY47401" fmla="*/ 4035511 h 5017219"/>
              <a:gd name="connsiteX47402" fmla="*/ 3693365 w 5799173"/>
              <a:gd name="connsiteY47402" fmla="*/ 4020023 h 5017219"/>
              <a:gd name="connsiteX47403" fmla="*/ 3693365 w 5799173"/>
              <a:gd name="connsiteY47403" fmla="*/ 4018776 h 5017219"/>
              <a:gd name="connsiteX47404" fmla="*/ 3702337 w 5799173"/>
              <a:gd name="connsiteY47404" fmla="*/ 4003158 h 5017219"/>
              <a:gd name="connsiteX47405" fmla="*/ 3703417 w 5799173"/>
              <a:gd name="connsiteY47405" fmla="*/ 4002493 h 5017219"/>
              <a:gd name="connsiteX47406" fmla="*/ 3721445 w 5799173"/>
              <a:gd name="connsiteY47406" fmla="*/ 4002493 h 5017219"/>
              <a:gd name="connsiteX47407" fmla="*/ 3722525 w 5799173"/>
              <a:gd name="connsiteY47407" fmla="*/ 4003158 h 5017219"/>
              <a:gd name="connsiteX47408" fmla="*/ 3731498 w 5799173"/>
              <a:gd name="connsiteY47408" fmla="*/ 4018776 h 5017219"/>
              <a:gd name="connsiteX47409" fmla="*/ 3731498 w 5799173"/>
              <a:gd name="connsiteY47409" fmla="*/ 4020023 h 5017219"/>
              <a:gd name="connsiteX47410" fmla="*/ 3722560 w 5799173"/>
              <a:gd name="connsiteY47410" fmla="*/ 4035512 h 5017219"/>
              <a:gd name="connsiteX47411" fmla="*/ 3721480 w 5799173"/>
              <a:gd name="connsiteY47411" fmla="*/ 4036176 h 5017219"/>
              <a:gd name="connsiteX47412" fmla="*/ 3282126 w 5799173"/>
              <a:gd name="connsiteY47412" fmla="*/ 3923370 h 5017219"/>
              <a:gd name="connsiteX47413" fmla="*/ 3281046 w 5799173"/>
              <a:gd name="connsiteY47413" fmla="*/ 3922706 h 5017219"/>
              <a:gd name="connsiteX47414" fmla="*/ 3272061 w 5799173"/>
              <a:gd name="connsiteY47414" fmla="*/ 3907135 h 5017219"/>
              <a:gd name="connsiteX47415" fmla="*/ 3272061 w 5799173"/>
              <a:gd name="connsiteY47415" fmla="*/ 3905888 h 5017219"/>
              <a:gd name="connsiteX47416" fmla="*/ 3281033 w 5799173"/>
              <a:gd name="connsiteY47416" fmla="*/ 3890270 h 5017219"/>
              <a:gd name="connsiteX47417" fmla="*/ 3282113 w 5799173"/>
              <a:gd name="connsiteY47417" fmla="*/ 3889605 h 5017219"/>
              <a:gd name="connsiteX47418" fmla="*/ 3300141 w 5799173"/>
              <a:gd name="connsiteY47418" fmla="*/ 3889605 h 5017219"/>
              <a:gd name="connsiteX47419" fmla="*/ 3301221 w 5799173"/>
              <a:gd name="connsiteY47419" fmla="*/ 3890270 h 5017219"/>
              <a:gd name="connsiteX47420" fmla="*/ 3310194 w 5799173"/>
              <a:gd name="connsiteY47420" fmla="*/ 3905888 h 5017219"/>
              <a:gd name="connsiteX47421" fmla="*/ 3310194 w 5799173"/>
              <a:gd name="connsiteY47421" fmla="*/ 3907135 h 5017219"/>
              <a:gd name="connsiteX47422" fmla="*/ 3301234 w 5799173"/>
              <a:gd name="connsiteY47422" fmla="*/ 3922706 h 5017219"/>
              <a:gd name="connsiteX47423" fmla="*/ 3300154 w 5799173"/>
              <a:gd name="connsiteY47423" fmla="*/ 3923370 h 5017219"/>
              <a:gd name="connsiteX47424" fmla="*/ 3643157 w 5799173"/>
              <a:gd name="connsiteY47424" fmla="*/ 4020118 h 5017219"/>
              <a:gd name="connsiteX47425" fmla="*/ 3642078 w 5799173"/>
              <a:gd name="connsiteY47425" fmla="*/ 4019452 h 5017219"/>
              <a:gd name="connsiteX47426" fmla="*/ 3632858 w 5799173"/>
              <a:gd name="connsiteY47426" fmla="*/ 4003887 h 5017219"/>
              <a:gd name="connsiteX47427" fmla="*/ 3632858 w 5799173"/>
              <a:gd name="connsiteY47427" fmla="*/ 4002558 h 5017219"/>
              <a:gd name="connsiteX47428" fmla="*/ 3641997 w 5799173"/>
              <a:gd name="connsiteY47428" fmla="*/ 3986690 h 5017219"/>
              <a:gd name="connsiteX47429" fmla="*/ 3643077 w 5799173"/>
              <a:gd name="connsiteY47429" fmla="*/ 3986025 h 5017219"/>
              <a:gd name="connsiteX47430" fmla="*/ 3661354 w 5799173"/>
              <a:gd name="connsiteY47430" fmla="*/ 3986025 h 5017219"/>
              <a:gd name="connsiteX47431" fmla="*/ 3662435 w 5799173"/>
              <a:gd name="connsiteY47431" fmla="*/ 3986690 h 5017219"/>
              <a:gd name="connsiteX47432" fmla="*/ 3671573 w 5799173"/>
              <a:gd name="connsiteY47432" fmla="*/ 4002558 h 5017219"/>
              <a:gd name="connsiteX47433" fmla="*/ 3671573 w 5799173"/>
              <a:gd name="connsiteY47433" fmla="*/ 4003887 h 5017219"/>
              <a:gd name="connsiteX47434" fmla="*/ 3662515 w 5799173"/>
              <a:gd name="connsiteY47434" fmla="*/ 4019456 h 5017219"/>
              <a:gd name="connsiteX47435" fmla="*/ 3661435 w 5799173"/>
              <a:gd name="connsiteY47435" fmla="*/ 4020119 h 5017219"/>
              <a:gd name="connsiteX47436" fmla="*/ 3582904 w 5799173"/>
              <a:gd name="connsiteY47436" fmla="*/ 4004162 h 5017219"/>
              <a:gd name="connsiteX47437" fmla="*/ 3581824 w 5799173"/>
              <a:gd name="connsiteY47437" fmla="*/ 4003496 h 5017219"/>
              <a:gd name="connsiteX47438" fmla="*/ 3572756 w 5799173"/>
              <a:gd name="connsiteY47438" fmla="*/ 3987760 h 5017219"/>
              <a:gd name="connsiteX47439" fmla="*/ 3572756 w 5799173"/>
              <a:gd name="connsiteY47439" fmla="*/ 3986431 h 5017219"/>
              <a:gd name="connsiteX47440" fmla="*/ 3581895 w 5799173"/>
              <a:gd name="connsiteY47440" fmla="*/ 3970646 h 5017219"/>
              <a:gd name="connsiteX47441" fmla="*/ 3582975 w 5799173"/>
              <a:gd name="connsiteY47441" fmla="*/ 3969981 h 5017219"/>
              <a:gd name="connsiteX47442" fmla="*/ 3601169 w 5799173"/>
              <a:gd name="connsiteY47442" fmla="*/ 3969981 h 5017219"/>
              <a:gd name="connsiteX47443" fmla="*/ 3602249 w 5799173"/>
              <a:gd name="connsiteY47443" fmla="*/ 3970646 h 5017219"/>
              <a:gd name="connsiteX47444" fmla="*/ 3611305 w 5799173"/>
              <a:gd name="connsiteY47444" fmla="*/ 3986431 h 5017219"/>
              <a:gd name="connsiteX47445" fmla="*/ 3611305 w 5799173"/>
              <a:gd name="connsiteY47445" fmla="*/ 3987760 h 5017219"/>
              <a:gd name="connsiteX47446" fmla="*/ 3602179 w 5799173"/>
              <a:gd name="connsiteY47446" fmla="*/ 4003497 h 5017219"/>
              <a:gd name="connsiteX47447" fmla="*/ 3601099 w 5799173"/>
              <a:gd name="connsiteY47447" fmla="*/ 4004162 h 5017219"/>
              <a:gd name="connsiteX47448" fmla="*/ 1957585 w 5799173"/>
              <a:gd name="connsiteY47448" fmla="*/ 3569159 h 5017219"/>
              <a:gd name="connsiteX47449" fmla="*/ 1956422 w 5799173"/>
              <a:gd name="connsiteY47449" fmla="*/ 3568496 h 5017219"/>
              <a:gd name="connsiteX47450" fmla="*/ 1946874 w 5799173"/>
              <a:gd name="connsiteY47450" fmla="*/ 3552416 h 5017219"/>
              <a:gd name="connsiteX47451" fmla="*/ 1946874 w 5799173"/>
              <a:gd name="connsiteY47451" fmla="*/ 3551086 h 5017219"/>
              <a:gd name="connsiteX47452" fmla="*/ 1956345 w 5799173"/>
              <a:gd name="connsiteY47452" fmla="*/ 3534720 h 5017219"/>
              <a:gd name="connsiteX47453" fmla="*/ 1957508 w 5799173"/>
              <a:gd name="connsiteY47453" fmla="*/ 3534055 h 5017219"/>
              <a:gd name="connsiteX47454" fmla="*/ 1976450 w 5799173"/>
              <a:gd name="connsiteY47454" fmla="*/ 3534055 h 5017219"/>
              <a:gd name="connsiteX47455" fmla="*/ 1977613 w 5799173"/>
              <a:gd name="connsiteY47455" fmla="*/ 3534720 h 5017219"/>
              <a:gd name="connsiteX47456" fmla="*/ 1987084 w 5799173"/>
              <a:gd name="connsiteY47456" fmla="*/ 3551086 h 5017219"/>
              <a:gd name="connsiteX47457" fmla="*/ 1987084 w 5799173"/>
              <a:gd name="connsiteY47457" fmla="*/ 3552416 h 5017219"/>
              <a:gd name="connsiteX47458" fmla="*/ 1977689 w 5799173"/>
              <a:gd name="connsiteY47458" fmla="*/ 3568497 h 5017219"/>
              <a:gd name="connsiteX47459" fmla="*/ 1976527 w 5799173"/>
              <a:gd name="connsiteY47459" fmla="*/ 3569160 h 5017219"/>
              <a:gd name="connsiteX47460" fmla="*/ 2318603 w 5799173"/>
              <a:gd name="connsiteY47460" fmla="*/ 3666069 h 5017219"/>
              <a:gd name="connsiteX47461" fmla="*/ 2317440 w 5799173"/>
              <a:gd name="connsiteY47461" fmla="*/ 3665404 h 5017219"/>
              <a:gd name="connsiteX47462" fmla="*/ 2307888 w 5799173"/>
              <a:gd name="connsiteY47462" fmla="*/ 3649257 h 5017219"/>
              <a:gd name="connsiteX47463" fmla="*/ 2307889 w 5799173"/>
              <a:gd name="connsiteY47463" fmla="*/ 3647927 h 5017219"/>
              <a:gd name="connsiteX47464" fmla="*/ 2317443 w 5799173"/>
              <a:gd name="connsiteY47464" fmla="*/ 3631478 h 5017219"/>
              <a:gd name="connsiteX47465" fmla="*/ 2318606 w 5799173"/>
              <a:gd name="connsiteY47465" fmla="*/ 3630814 h 5017219"/>
              <a:gd name="connsiteX47466" fmla="*/ 2337631 w 5799173"/>
              <a:gd name="connsiteY47466" fmla="*/ 3630814 h 5017219"/>
              <a:gd name="connsiteX47467" fmla="*/ 2338794 w 5799173"/>
              <a:gd name="connsiteY47467" fmla="*/ 3631478 h 5017219"/>
              <a:gd name="connsiteX47468" fmla="*/ 2348264 w 5799173"/>
              <a:gd name="connsiteY47468" fmla="*/ 3647927 h 5017219"/>
              <a:gd name="connsiteX47469" fmla="*/ 2348265 w 5799173"/>
              <a:gd name="connsiteY47469" fmla="*/ 3649258 h 5017219"/>
              <a:gd name="connsiteX47470" fmla="*/ 2338791 w 5799173"/>
              <a:gd name="connsiteY47470" fmla="*/ 3665405 h 5017219"/>
              <a:gd name="connsiteX47471" fmla="*/ 2337628 w 5799173"/>
              <a:gd name="connsiteY47471" fmla="*/ 3666071 h 5017219"/>
              <a:gd name="connsiteX47472" fmla="*/ 874126 w 5799173"/>
              <a:gd name="connsiteY47472" fmla="*/ 3279048 h 5017219"/>
              <a:gd name="connsiteX47473" fmla="*/ 872963 w 5799173"/>
              <a:gd name="connsiteY47473" fmla="*/ 3278384 h 5017219"/>
              <a:gd name="connsiteX47474" fmla="*/ 863418 w 5799173"/>
              <a:gd name="connsiteY47474" fmla="*/ 3262213 h 5017219"/>
              <a:gd name="connsiteX47475" fmla="*/ 863418 w 5799173"/>
              <a:gd name="connsiteY47475" fmla="*/ 3260883 h 5017219"/>
              <a:gd name="connsiteX47476" fmla="*/ 872972 w 5799173"/>
              <a:gd name="connsiteY47476" fmla="*/ 3244434 h 5017219"/>
              <a:gd name="connsiteX47477" fmla="*/ 874135 w 5799173"/>
              <a:gd name="connsiteY47477" fmla="*/ 3243769 h 5017219"/>
              <a:gd name="connsiteX47478" fmla="*/ 893160 w 5799173"/>
              <a:gd name="connsiteY47478" fmla="*/ 3243769 h 5017219"/>
              <a:gd name="connsiteX47479" fmla="*/ 894323 w 5799173"/>
              <a:gd name="connsiteY47479" fmla="*/ 3244434 h 5017219"/>
              <a:gd name="connsiteX47480" fmla="*/ 903794 w 5799173"/>
              <a:gd name="connsiteY47480" fmla="*/ 3260883 h 5017219"/>
              <a:gd name="connsiteX47481" fmla="*/ 903794 w 5799173"/>
              <a:gd name="connsiteY47481" fmla="*/ 3262213 h 5017219"/>
              <a:gd name="connsiteX47482" fmla="*/ 894314 w 5799173"/>
              <a:gd name="connsiteY47482" fmla="*/ 3278385 h 5017219"/>
              <a:gd name="connsiteX47483" fmla="*/ 893151 w 5799173"/>
              <a:gd name="connsiteY47483" fmla="*/ 3279051 h 5017219"/>
              <a:gd name="connsiteX47484" fmla="*/ 994507 w 5799173"/>
              <a:gd name="connsiteY47484" fmla="*/ 3311356 h 5017219"/>
              <a:gd name="connsiteX47485" fmla="*/ 993345 w 5799173"/>
              <a:gd name="connsiteY47485" fmla="*/ 3310688 h 5017219"/>
              <a:gd name="connsiteX47486" fmla="*/ 983708 w 5799173"/>
              <a:gd name="connsiteY47486" fmla="*/ 3294466 h 5017219"/>
              <a:gd name="connsiteX47487" fmla="*/ 983708 w 5799173"/>
              <a:gd name="connsiteY47487" fmla="*/ 3293135 h 5017219"/>
              <a:gd name="connsiteX47488" fmla="*/ 993262 w 5799173"/>
              <a:gd name="connsiteY47488" fmla="*/ 3276603 h 5017219"/>
              <a:gd name="connsiteX47489" fmla="*/ 994425 w 5799173"/>
              <a:gd name="connsiteY47489" fmla="*/ 3275939 h 5017219"/>
              <a:gd name="connsiteX47490" fmla="*/ 1013533 w 5799173"/>
              <a:gd name="connsiteY47490" fmla="*/ 3275939 h 5017219"/>
              <a:gd name="connsiteX47491" fmla="*/ 1014696 w 5799173"/>
              <a:gd name="connsiteY47491" fmla="*/ 3276603 h 5017219"/>
              <a:gd name="connsiteX47492" fmla="*/ 1024250 w 5799173"/>
              <a:gd name="connsiteY47492" fmla="*/ 3293135 h 5017219"/>
              <a:gd name="connsiteX47493" fmla="*/ 1024250 w 5799173"/>
              <a:gd name="connsiteY47493" fmla="*/ 3294466 h 5017219"/>
              <a:gd name="connsiteX47494" fmla="*/ 1014777 w 5799173"/>
              <a:gd name="connsiteY47494" fmla="*/ 3310694 h 5017219"/>
              <a:gd name="connsiteX47495" fmla="*/ 1013614 w 5799173"/>
              <a:gd name="connsiteY47495" fmla="*/ 3311358 h 5017219"/>
              <a:gd name="connsiteX47496" fmla="*/ 813842 w 5799173"/>
              <a:gd name="connsiteY47496" fmla="*/ 3263138 h 5017219"/>
              <a:gd name="connsiteX47497" fmla="*/ 812678 w 5799173"/>
              <a:gd name="connsiteY47497" fmla="*/ 3262475 h 5017219"/>
              <a:gd name="connsiteX47498" fmla="*/ 802984 w 5799173"/>
              <a:gd name="connsiteY47498" fmla="*/ 3246074 h 5017219"/>
              <a:gd name="connsiteX47499" fmla="*/ 802984 w 5799173"/>
              <a:gd name="connsiteY47499" fmla="*/ 3244744 h 5017219"/>
              <a:gd name="connsiteX47500" fmla="*/ 812621 w 5799173"/>
              <a:gd name="connsiteY47500" fmla="*/ 3228129 h 5017219"/>
              <a:gd name="connsiteX47501" fmla="*/ 813784 w 5799173"/>
              <a:gd name="connsiteY47501" fmla="*/ 3227464 h 5017219"/>
              <a:gd name="connsiteX47502" fmla="*/ 832975 w 5799173"/>
              <a:gd name="connsiteY47502" fmla="*/ 3227464 h 5017219"/>
              <a:gd name="connsiteX47503" fmla="*/ 834138 w 5799173"/>
              <a:gd name="connsiteY47503" fmla="*/ 3228129 h 5017219"/>
              <a:gd name="connsiteX47504" fmla="*/ 843776 w 5799173"/>
              <a:gd name="connsiteY47504" fmla="*/ 3244744 h 5017219"/>
              <a:gd name="connsiteX47505" fmla="*/ 843776 w 5799173"/>
              <a:gd name="connsiteY47505" fmla="*/ 3246074 h 5017219"/>
              <a:gd name="connsiteX47506" fmla="*/ 834195 w 5799173"/>
              <a:gd name="connsiteY47506" fmla="*/ 3262475 h 5017219"/>
              <a:gd name="connsiteX47507" fmla="*/ 833032 w 5799173"/>
              <a:gd name="connsiteY47507" fmla="*/ 3263139 h 5017219"/>
              <a:gd name="connsiteX47508" fmla="*/ 934259 w 5799173"/>
              <a:gd name="connsiteY47508" fmla="*/ 3295462 h 5017219"/>
              <a:gd name="connsiteX47509" fmla="*/ 933096 w 5799173"/>
              <a:gd name="connsiteY47509" fmla="*/ 3294797 h 5017219"/>
              <a:gd name="connsiteX47510" fmla="*/ 923522 w 5799173"/>
              <a:gd name="connsiteY47510" fmla="*/ 3278339 h 5017219"/>
              <a:gd name="connsiteX47511" fmla="*/ 923522 w 5799173"/>
              <a:gd name="connsiteY47511" fmla="*/ 3277009 h 5017219"/>
              <a:gd name="connsiteX47512" fmla="*/ 933076 w 5799173"/>
              <a:gd name="connsiteY47512" fmla="*/ 3260477 h 5017219"/>
              <a:gd name="connsiteX47513" fmla="*/ 934239 w 5799173"/>
              <a:gd name="connsiteY47513" fmla="*/ 3259812 h 5017219"/>
              <a:gd name="connsiteX47514" fmla="*/ 953347 w 5799173"/>
              <a:gd name="connsiteY47514" fmla="*/ 3259812 h 5017219"/>
              <a:gd name="connsiteX47515" fmla="*/ 954510 w 5799173"/>
              <a:gd name="connsiteY47515" fmla="*/ 3260477 h 5017219"/>
              <a:gd name="connsiteX47516" fmla="*/ 964064 w 5799173"/>
              <a:gd name="connsiteY47516" fmla="*/ 3277009 h 5017219"/>
              <a:gd name="connsiteX47517" fmla="*/ 964064 w 5799173"/>
              <a:gd name="connsiteY47517" fmla="*/ 3278339 h 5017219"/>
              <a:gd name="connsiteX47518" fmla="*/ 954529 w 5799173"/>
              <a:gd name="connsiteY47518" fmla="*/ 3294798 h 5017219"/>
              <a:gd name="connsiteX47519" fmla="*/ 953367 w 5799173"/>
              <a:gd name="connsiteY47519" fmla="*/ 3295463 h 5017219"/>
              <a:gd name="connsiteX47520" fmla="*/ 2198053 w 5799173"/>
              <a:gd name="connsiteY47520" fmla="*/ 3634170 h 5017219"/>
              <a:gd name="connsiteX47521" fmla="*/ 2196890 w 5799173"/>
              <a:gd name="connsiteY47521" fmla="*/ 3633506 h 5017219"/>
              <a:gd name="connsiteX47522" fmla="*/ 2186966 w 5799173"/>
              <a:gd name="connsiteY47522" fmla="*/ 3616924 h 5017219"/>
              <a:gd name="connsiteX47523" fmla="*/ 2186966 w 5799173"/>
              <a:gd name="connsiteY47523" fmla="*/ 3615512 h 5017219"/>
              <a:gd name="connsiteX47524" fmla="*/ 2196769 w 5799173"/>
              <a:gd name="connsiteY47524" fmla="*/ 3598481 h 5017219"/>
              <a:gd name="connsiteX47525" fmla="*/ 2197932 w 5799173"/>
              <a:gd name="connsiteY47525" fmla="*/ 3597816 h 5017219"/>
              <a:gd name="connsiteX47526" fmla="*/ 2217539 w 5799173"/>
              <a:gd name="connsiteY47526" fmla="*/ 3597816 h 5017219"/>
              <a:gd name="connsiteX47527" fmla="*/ 2218702 w 5799173"/>
              <a:gd name="connsiteY47527" fmla="*/ 3598481 h 5017219"/>
              <a:gd name="connsiteX47528" fmla="*/ 2228506 w 5799173"/>
              <a:gd name="connsiteY47528" fmla="*/ 3615512 h 5017219"/>
              <a:gd name="connsiteX47529" fmla="*/ 2228506 w 5799173"/>
              <a:gd name="connsiteY47529" fmla="*/ 3616924 h 5017219"/>
              <a:gd name="connsiteX47530" fmla="*/ 2218822 w 5799173"/>
              <a:gd name="connsiteY47530" fmla="*/ 3633509 h 5017219"/>
              <a:gd name="connsiteX47531" fmla="*/ 2217659 w 5799173"/>
              <a:gd name="connsiteY47531" fmla="*/ 3634173 h 5017219"/>
              <a:gd name="connsiteX47532" fmla="*/ 1355274 w 5799173"/>
              <a:gd name="connsiteY47532" fmla="*/ 3408803 h 5017219"/>
              <a:gd name="connsiteX47533" fmla="*/ 1354027 w 5799173"/>
              <a:gd name="connsiteY47533" fmla="*/ 3408138 h 5017219"/>
              <a:gd name="connsiteX47534" fmla="*/ 1344089 w 5799173"/>
              <a:gd name="connsiteY47534" fmla="*/ 3391217 h 5017219"/>
              <a:gd name="connsiteX47535" fmla="*/ 1344089 w 5799173"/>
              <a:gd name="connsiteY47535" fmla="*/ 3389805 h 5017219"/>
              <a:gd name="connsiteX47536" fmla="*/ 1353975 w 5799173"/>
              <a:gd name="connsiteY47536" fmla="*/ 3372691 h 5017219"/>
              <a:gd name="connsiteX47537" fmla="*/ 1355222 w 5799173"/>
              <a:gd name="connsiteY47537" fmla="*/ 3372026 h 5017219"/>
              <a:gd name="connsiteX47538" fmla="*/ 1374911 w 5799173"/>
              <a:gd name="connsiteY47538" fmla="*/ 3372026 h 5017219"/>
              <a:gd name="connsiteX47539" fmla="*/ 1376158 w 5799173"/>
              <a:gd name="connsiteY47539" fmla="*/ 3372691 h 5017219"/>
              <a:gd name="connsiteX47540" fmla="*/ 1386044 w 5799173"/>
              <a:gd name="connsiteY47540" fmla="*/ 3389805 h 5017219"/>
              <a:gd name="connsiteX47541" fmla="*/ 1386044 w 5799173"/>
              <a:gd name="connsiteY47541" fmla="*/ 3391217 h 5017219"/>
              <a:gd name="connsiteX47542" fmla="*/ 1376210 w 5799173"/>
              <a:gd name="connsiteY47542" fmla="*/ 3408139 h 5017219"/>
              <a:gd name="connsiteX47543" fmla="*/ 1374963 w 5799173"/>
              <a:gd name="connsiteY47543" fmla="*/ 3408803 h 5017219"/>
              <a:gd name="connsiteX47544" fmla="*/ 1054339 w 5799173"/>
              <a:gd name="connsiteY47544" fmla="*/ 3328186 h 5017219"/>
              <a:gd name="connsiteX47545" fmla="*/ 1053092 w 5799173"/>
              <a:gd name="connsiteY47545" fmla="*/ 3327523 h 5017219"/>
              <a:gd name="connsiteX47546" fmla="*/ 1043159 w 5799173"/>
              <a:gd name="connsiteY47546" fmla="*/ 3310583 h 5017219"/>
              <a:gd name="connsiteX47547" fmla="*/ 1043159 w 5799173"/>
              <a:gd name="connsiteY47547" fmla="*/ 3309171 h 5017219"/>
              <a:gd name="connsiteX47548" fmla="*/ 1053045 w 5799173"/>
              <a:gd name="connsiteY47548" fmla="*/ 3292057 h 5017219"/>
              <a:gd name="connsiteX47549" fmla="*/ 1054292 w 5799173"/>
              <a:gd name="connsiteY47549" fmla="*/ 3291392 h 5017219"/>
              <a:gd name="connsiteX47550" fmla="*/ 1073981 w 5799173"/>
              <a:gd name="connsiteY47550" fmla="*/ 3291392 h 5017219"/>
              <a:gd name="connsiteX47551" fmla="*/ 1075228 w 5799173"/>
              <a:gd name="connsiteY47551" fmla="*/ 3292057 h 5017219"/>
              <a:gd name="connsiteX47552" fmla="*/ 1085114 w 5799173"/>
              <a:gd name="connsiteY47552" fmla="*/ 3309171 h 5017219"/>
              <a:gd name="connsiteX47553" fmla="*/ 1085114 w 5799173"/>
              <a:gd name="connsiteY47553" fmla="*/ 3310583 h 5017219"/>
              <a:gd name="connsiteX47554" fmla="*/ 1075274 w 5799173"/>
              <a:gd name="connsiteY47554" fmla="*/ 3327524 h 5017219"/>
              <a:gd name="connsiteX47555" fmla="*/ 1074028 w 5799173"/>
              <a:gd name="connsiteY47555" fmla="*/ 3328188 h 5017219"/>
              <a:gd name="connsiteX47556" fmla="*/ 1234836 w 5799173"/>
              <a:gd name="connsiteY47556" fmla="*/ 3376592 h 5017219"/>
              <a:gd name="connsiteX47557" fmla="*/ 1233589 w 5799173"/>
              <a:gd name="connsiteY47557" fmla="*/ 3375844 h 5017219"/>
              <a:gd name="connsiteX47558" fmla="*/ 1223405 w 5799173"/>
              <a:gd name="connsiteY47558" fmla="*/ 3358894 h 5017219"/>
              <a:gd name="connsiteX47559" fmla="*/ 1223404 w 5799173"/>
              <a:gd name="connsiteY47559" fmla="*/ 3357481 h 5017219"/>
              <a:gd name="connsiteX47560" fmla="*/ 1233457 w 5799173"/>
              <a:gd name="connsiteY47560" fmla="*/ 3340035 h 5017219"/>
              <a:gd name="connsiteX47561" fmla="*/ 1234702 w 5799173"/>
              <a:gd name="connsiteY47561" fmla="*/ 3339287 h 5017219"/>
              <a:gd name="connsiteX47562" fmla="*/ 1254808 w 5799173"/>
              <a:gd name="connsiteY47562" fmla="*/ 3339287 h 5017219"/>
              <a:gd name="connsiteX47563" fmla="*/ 1256055 w 5799173"/>
              <a:gd name="connsiteY47563" fmla="*/ 3340035 h 5017219"/>
              <a:gd name="connsiteX47564" fmla="*/ 1266107 w 5799173"/>
              <a:gd name="connsiteY47564" fmla="*/ 3357481 h 5017219"/>
              <a:gd name="connsiteX47565" fmla="*/ 1266108 w 5799173"/>
              <a:gd name="connsiteY47565" fmla="*/ 3358894 h 5017219"/>
              <a:gd name="connsiteX47566" fmla="*/ 1256186 w 5799173"/>
              <a:gd name="connsiteY47566" fmla="*/ 3375849 h 5017219"/>
              <a:gd name="connsiteX47567" fmla="*/ 1254941 w 5799173"/>
              <a:gd name="connsiteY47567" fmla="*/ 3376594 h 5017219"/>
              <a:gd name="connsiteX47568" fmla="*/ 1294988 w 5799173"/>
              <a:gd name="connsiteY47568" fmla="*/ 3392769 h 5017219"/>
              <a:gd name="connsiteX47569" fmla="*/ 1293742 w 5799173"/>
              <a:gd name="connsiteY47569" fmla="*/ 3392022 h 5017219"/>
              <a:gd name="connsiteX47570" fmla="*/ 1283674 w 5799173"/>
              <a:gd name="connsiteY47570" fmla="*/ 3375022 h 5017219"/>
              <a:gd name="connsiteX47571" fmla="*/ 1283674 w 5799173"/>
              <a:gd name="connsiteY47571" fmla="*/ 3373609 h 5017219"/>
              <a:gd name="connsiteX47572" fmla="*/ 1293727 w 5799173"/>
              <a:gd name="connsiteY47572" fmla="*/ 3356246 h 5017219"/>
              <a:gd name="connsiteX47573" fmla="*/ 1294973 w 5799173"/>
              <a:gd name="connsiteY47573" fmla="*/ 3355498 h 5017219"/>
              <a:gd name="connsiteX47574" fmla="*/ 1314995 w 5799173"/>
              <a:gd name="connsiteY47574" fmla="*/ 3355498 h 5017219"/>
              <a:gd name="connsiteX47575" fmla="*/ 1316241 w 5799173"/>
              <a:gd name="connsiteY47575" fmla="*/ 3356246 h 5017219"/>
              <a:gd name="connsiteX47576" fmla="*/ 1326211 w 5799173"/>
              <a:gd name="connsiteY47576" fmla="*/ 3373609 h 5017219"/>
              <a:gd name="connsiteX47577" fmla="*/ 1326211 w 5799173"/>
              <a:gd name="connsiteY47577" fmla="*/ 3375022 h 5017219"/>
              <a:gd name="connsiteX47578" fmla="*/ 1316255 w 5799173"/>
              <a:gd name="connsiteY47578" fmla="*/ 3392024 h 5017219"/>
              <a:gd name="connsiteX47579" fmla="*/ 1315009 w 5799173"/>
              <a:gd name="connsiteY47579" fmla="*/ 3392771 h 5017219"/>
              <a:gd name="connsiteX47580" fmla="*/ 1114514 w 5799173"/>
              <a:gd name="connsiteY47580" fmla="*/ 3344438 h 5017219"/>
              <a:gd name="connsiteX47581" fmla="*/ 1113270 w 5799173"/>
              <a:gd name="connsiteY47581" fmla="*/ 3343773 h 5017219"/>
              <a:gd name="connsiteX47582" fmla="*/ 1103341 w 5799173"/>
              <a:gd name="connsiteY47582" fmla="*/ 3326731 h 5017219"/>
              <a:gd name="connsiteX47583" fmla="*/ 1103341 w 5799173"/>
              <a:gd name="connsiteY47583" fmla="*/ 3325319 h 5017219"/>
              <a:gd name="connsiteX47584" fmla="*/ 1113228 w 5799173"/>
              <a:gd name="connsiteY47584" fmla="*/ 3308122 h 5017219"/>
              <a:gd name="connsiteX47585" fmla="*/ 1114473 w 5799173"/>
              <a:gd name="connsiteY47585" fmla="*/ 3307457 h 5017219"/>
              <a:gd name="connsiteX47586" fmla="*/ 1134329 w 5799173"/>
              <a:gd name="connsiteY47586" fmla="*/ 3307457 h 5017219"/>
              <a:gd name="connsiteX47587" fmla="*/ 1135576 w 5799173"/>
              <a:gd name="connsiteY47587" fmla="*/ 3308122 h 5017219"/>
              <a:gd name="connsiteX47588" fmla="*/ 1145462 w 5799173"/>
              <a:gd name="connsiteY47588" fmla="*/ 3325319 h 5017219"/>
              <a:gd name="connsiteX47589" fmla="*/ 1145462 w 5799173"/>
              <a:gd name="connsiteY47589" fmla="*/ 3326731 h 5017219"/>
              <a:gd name="connsiteX47590" fmla="*/ 1135617 w 5799173"/>
              <a:gd name="connsiteY47590" fmla="*/ 3343775 h 5017219"/>
              <a:gd name="connsiteX47591" fmla="*/ 1134370 w 5799173"/>
              <a:gd name="connsiteY47591" fmla="*/ 3344439 h 5017219"/>
              <a:gd name="connsiteX47592" fmla="*/ 1535807 w 5799173"/>
              <a:gd name="connsiteY47592" fmla="*/ 3457369 h 5017219"/>
              <a:gd name="connsiteX47593" fmla="*/ 1534562 w 5799173"/>
              <a:gd name="connsiteY47593" fmla="*/ 3456705 h 5017219"/>
              <a:gd name="connsiteX47594" fmla="*/ 1524645 w 5799173"/>
              <a:gd name="connsiteY47594" fmla="*/ 3439619 h 5017219"/>
              <a:gd name="connsiteX47595" fmla="*/ 1524645 w 5799173"/>
              <a:gd name="connsiteY47595" fmla="*/ 3438207 h 5017219"/>
              <a:gd name="connsiteX47596" fmla="*/ 1534532 w 5799173"/>
              <a:gd name="connsiteY47596" fmla="*/ 3421010 h 5017219"/>
              <a:gd name="connsiteX47597" fmla="*/ 1535777 w 5799173"/>
              <a:gd name="connsiteY47597" fmla="*/ 3420345 h 5017219"/>
              <a:gd name="connsiteX47598" fmla="*/ 1555633 w 5799173"/>
              <a:gd name="connsiteY47598" fmla="*/ 3420345 h 5017219"/>
              <a:gd name="connsiteX47599" fmla="*/ 1556880 w 5799173"/>
              <a:gd name="connsiteY47599" fmla="*/ 3421010 h 5017219"/>
              <a:gd name="connsiteX47600" fmla="*/ 1566766 w 5799173"/>
              <a:gd name="connsiteY47600" fmla="*/ 3438207 h 5017219"/>
              <a:gd name="connsiteX47601" fmla="*/ 1566766 w 5799173"/>
              <a:gd name="connsiteY47601" fmla="*/ 3439619 h 5017219"/>
              <a:gd name="connsiteX47602" fmla="*/ 1556909 w 5799173"/>
              <a:gd name="connsiteY47602" fmla="*/ 3456706 h 5017219"/>
              <a:gd name="connsiteX47603" fmla="*/ 1555663 w 5799173"/>
              <a:gd name="connsiteY47603" fmla="*/ 3457370 h 5017219"/>
              <a:gd name="connsiteX47604" fmla="*/ 1174595 w 5799173"/>
              <a:gd name="connsiteY47604" fmla="*/ 3360732 h 5017219"/>
              <a:gd name="connsiteX47605" fmla="*/ 1173349 w 5799173"/>
              <a:gd name="connsiteY47605" fmla="*/ 3360067 h 5017219"/>
              <a:gd name="connsiteX47606" fmla="*/ 1163363 w 5799173"/>
              <a:gd name="connsiteY47606" fmla="*/ 3342848 h 5017219"/>
              <a:gd name="connsiteX47607" fmla="*/ 1163363 w 5799173"/>
              <a:gd name="connsiteY47607" fmla="*/ 3341436 h 5017219"/>
              <a:gd name="connsiteX47608" fmla="*/ 1173333 w 5799173"/>
              <a:gd name="connsiteY47608" fmla="*/ 3324156 h 5017219"/>
              <a:gd name="connsiteX47609" fmla="*/ 1174579 w 5799173"/>
              <a:gd name="connsiteY47609" fmla="*/ 3323491 h 5017219"/>
              <a:gd name="connsiteX47610" fmla="*/ 1194518 w 5799173"/>
              <a:gd name="connsiteY47610" fmla="*/ 3323490 h 5017219"/>
              <a:gd name="connsiteX47611" fmla="*/ 1195764 w 5799173"/>
              <a:gd name="connsiteY47611" fmla="*/ 3324156 h 5017219"/>
              <a:gd name="connsiteX47612" fmla="*/ 1205733 w 5799173"/>
              <a:gd name="connsiteY47612" fmla="*/ 3341436 h 5017219"/>
              <a:gd name="connsiteX47613" fmla="*/ 1205733 w 5799173"/>
              <a:gd name="connsiteY47613" fmla="*/ 3342848 h 5017219"/>
              <a:gd name="connsiteX47614" fmla="*/ 1195780 w 5799173"/>
              <a:gd name="connsiteY47614" fmla="*/ 3360068 h 5017219"/>
              <a:gd name="connsiteX47615" fmla="*/ 1194535 w 5799173"/>
              <a:gd name="connsiteY47615" fmla="*/ 3360733 h 5017219"/>
              <a:gd name="connsiteX47616" fmla="*/ 2137498 w 5799173"/>
              <a:gd name="connsiteY47616" fmla="*/ 3618763 h 5017219"/>
              <a:gd name="connsiteX47617" fmla="*/ 2136252 w 5799173"/>
              <a:gd name="connsiteY47617" fmla="*/ 3618015 h 5017219"/>
              <a:gd name="connsiteX47618" fmla="*/ 2126032 w 5799173"/>
              <a:gd name="connsiteY47618" fmla="*/ 3600797 h 5017219"/>
              <a:gd name="connsiteX47619" fmla="*/ 2126033 w 5799173"/>
              <a:gd name="connsiteY47619" fmla="*/ 3599384 h 5017219"/>
              <a:gd name="connsiteX47620" fmla="*/ 2136168 w 5799173"/>
              <a:gd name="connsiteY47620" fmla="*/ 3581855 h 5017219"/>
              <a:gd name="connsiteX47621" fmla="*/ 2137414 w 5799173"/>
              <a:gd name="connsiteY47621" fmla="*/ 3581107 h 5017219"/>
              <a:gd name="connsiteX47622" fmla="*/ 2157686 w 5799173"/>
              <a:gd name="connsiteY47622" fmla="*/ 3581107 h 5017219"/>
              <a:gd name="connsiteX47623" fmla="*/ 2158931 w 5799173"/>
              <a:gd name="connsiteY47623" fmla="*/ 3581855 h 5017219"/>
              <a:gd name="connsiteX47624" fmla="*/ 2169067 w 5799173"/>
              <a:gd name="connsiteY47624" fmla="*/ 3599384 h 5017219"/>
              <a:gd name="connsiteX47625" fmla="*/ 2169067 w 5799173"/>
              <a:gd name="connsiteY47625" fmla="*/ 3600797 h 5017219"/>
              <a:gd name="connsiteX47626" fmla="*/ 2159014 w 5799173"/>
              <a:gd name="connsiteY47626" fmla="*/ 3618018 h 5017219"/>
              <a:gd name="connsiteX47627" fmla="*/ 2157768 w 5799173"/>
              <a:gd name="connsiteY47627" fmla="*/ 3618766 h 5017219"/>
              <a:gd name="connsiteX47628" fmla="*/ 1475520 w 5799173"/>
              <a:gd name="connsiteY47628" fmla="*/ 3441393 h 5017219"/>
              <a:gd name="connsiteX47629" fmla="*/ 1474274 w 5799173"/>
              <a:gd name="connsiteY47629" fmla="*/ 3440728 h 5017219"/>
              <a:gd name="connsiteX47630" fmla="*/ 1464294 w 5799173"/>
              <a:gd name="connsiteY47630" fmla="*/ 3423482 h 5017219"/>
              <a:gd name="connsiteX47631" fmla="*/ 1464294 w 5799173"/>
              <a:gd name="connsiteY47631" fmla="*/ 3422070 h 5017219"/>
              <a:gd name="connsiteX47632" fmla="*/ 1474264 w 5799173"/>
              <a:gd name="connsiteY47632" fmla="*/ 3404790 h 5017219"/>
              <a:gd name="connsiteX47633" fmla="*/ 1475510 w 5799173"/>
              <a:gd name="connsiteY47633" fmla="*/ 3404125 h 5017219"/>
              <a:gd name="connsiteX47634" fmla="*/ 1495449 w 5799173"/>
              <a:gd name="connsiteY47634" fmla="*/ 3404125 h 5017219"/>
              <a:gd name="connsiteX47635" fmla="*/ 1496695 w 5799173"/>
              <a:gd name="connsiteY47635" fmla="*/ 3404790 h 5017219"/>
              <a:gd name="connsiteX47636" fmla="*/ 1506664 w 5799173"/>
              <a:gd name="connsiteY47636" fmla="*/ 3422070 h 5017219"/>
              <a:gd name="connsiteX47637" fmla="*/ 1506664 w 5799173"/>
              <a:gd name="connsiteY47637" fmla="*/ 3423482 h 5017219"/>
              <a:gd name="connsiteX47638" fmla="*/ 1496705 w 5799173"/>
              <a:gd name="connsiteY47638" fmla="*/ 3440728 h 5017219"/>
              <a:gd name="connsiteX47639" fmla="*/ 1495459 w 5799173"/>
              <a:gd name="connsiteY47639" fmla="*/ 3441393 h 5017219"/>
              <a:gd name="connsiteX47640" fmla="*/ 2077296 w 5799173"/>
              <a:gd name="connsiteY47640" fmla="*/ 3602694 h 5017219"/>
              <a:gd name="connsiteX47641" fmla="*/ 2076050 w 5799173"/>
              <a:gd name="connsiteY47641" fmla="*/ 3601948 h 5017219"/>
              <a:gd name="connsiteX47642" fmla="*/ 2065846 w 5799173"/>
              <a:gd name="connsiteY47642" fmla="*/ 3584670 h 5017219"/>
              <a:gd name="connsiteX47643" fmla="*/ 2065847 w 5799173"/>
              <a:gd name="connsiteY47643" fmla="*/ 3583257 h 5017219"/>
              <a:gd name="connsiteX47644" fmla="*/ 2075982 w 5799173"/>
              <a:gd name="connsiteY47644" fmla="*/ 3565728 h 5017219"/>
              <a:gd name="connsiteX47645" fmla="*/ 2077228 w 5799173"/>
              <a:gd name="connsiteY47645" fmla="*/ 3564980 h 5017219"/>
              <a:gd name="connsiteX47646" fmla="*/ 2097500 w 5799173"/>
              <a:gd name="connsiteY47646" fmla="*/ 3564980 h 5017219"/>
              <a:gd name="connsiteX47647" fmla="*/ 2098746 w 5799173"/>
              <a:gd name="connsiteY47647" fmla="*/ 3565728 h 5017219"/>
              <a:gd name="connsiteX47648" fmla="*/ 2108882 w 5799173"/>
              <a:gd name="connsiteY47648" fmla="*/ 3583257 h 5017219"/>
              <a:gd name="connsiteX47649" fmla="*/ 2108881 w 5799173"/>
              <a:gd name="connsiteY47649" fmla="*/ 3584670 h 5017219"/>
              <a:gd name="connsiteX47650" fmla="*/ 2098813 w 5799173"/>
              <a:gd name="connsiteY47650" fmla="*/ 3601949 h 5017219"/>
              <a:gd name="connsiteX47651" fmla="*/ 2097567 w 5799173"/>
              <a:gd name="connsiteY47651" fmla="*/ 3602697 h 5017219"/>
              <a:gd name="connsiteX47652" fmla="*/ 1415286 w 5799173"/>
              <a:gd name="connsiteY47652" fmla="*/ 3425376 h 5017219"/>
              <a:gd name="connsiteX47653" fmla="*/ 1414040 w 5799173"/>
              <a:gd name="connsiteY47653" fmla="*/ 3424628 h 5017219"/>
              <a:gd name="connsiteX47654" fmla="*/ 1403963 w 5799173"/>
              <a:gd name="connsiteY47654" fmla="*/ 3407275 h 5017219"/>
              <a:gd name="connsiteX47655" fmla="*/ 1403963 w 5799173"/>
              <a:gd name="connsiteY47655" fmla="*/ 3405862 h 5017219"/>
              <a:gd name="connsiteX47656" fmla="*/ 1414015 w 5799173"/>
              <a:gd name="connsiteY47656" fmla="*/ 3388416 h 5017219"/>
              <a:gd name="connsiteX47657" fmla="*/ 1415261 w 5799173"/>
              <a:gd name="connsiteY47657" fmla="*/ 3387668 h 5017219"/>
              <a:gd name="connsiteX47658" fmla="*/ 1435367 w 5799173"/>
              <a:gd name="connsiteY47658" fmla="*/ 3387668 h 5017219"/>
              <a:gd name="connsiteX47659" fmla="*/ 1436613 w 5799173"/>
              <a:gd name="connsiteY47659" fmla="*/ 3388416 h 5017219"/>
              <a:gd name="connsiteX47660" fmla="*/ 1446666 w 5799173"/>
              <a:gd name="connsiteY47660" fmla="*/ 3405862 h 5017219"/>
              <a:gd name="connsiteX47661" fmla="*/ 1446666 w 5799173"/>
              <a:gd name="connsiteY47661" fmla="*/ 3407275 h 5017219"/>
              <a:gd name="connsiteX47662" fmla="*/ 1436638 w 5799173"/>
              <a:gd name="connsiteY47662" fmla="*/ 3424628 h 5017219"/>
              <a:gd name="connsiteX47663" fmla="*/ 1435392 w 5799173"/>
              <a:gd name="connsiteY47663" fmla="*/ 3425376 h 5017219"/>
              <a:gd name="connsiteX47664" fmla="*/ 2016724 w 5799173"/>
              <a:gd name="connsiteY47664" fmla="*/ 3587301 h 5017219"/>
              <a:gd name="connsiteX47665" fmla="*/ 2015479 w 5799173"/>
              <a:gd name="connsiteY47665" fmla="*/ 3586554 h 5017219"/>
              <a:gd name="connsiteX47666" fmla="*/ 2005067 w 5799173"/>
              <a:gd name="connsiteY47666" fmla="*/ 3568625 h 5017219"/>
              <a:gd name="connsiteX47667" fmla="*/ 2005067 w 5799173"/>
              <a:gd name="connsiteY47667" fmla="*/ 3567130 h 5017219"/>
              <a:gd name="connsiteX47668" fmla="*/ 2015535 w 5799173"/>
              <a:gd name="connsiteY47668" fmla="*/ 3549102 h 5017219"/>
              <a:gd name="connsiteX47669" fmla="*/ 2016781 w 5799173"/>
              <a:gd name="connsiteY47669" fmla="*/ 3548354 h 5017219"/>
              <a:gd name="connsiteX47670" fmla="*/ 2037634 w 5799173"/>
              <a:gd name="connsiteY47670" fmla="*/ 3548354 h 5017219"/>
              <a:gd name="connsiteX47671" fmla="*/ 2038880 w 5799173"/>
              <a:gd name="connsiteY47671" fmla="*/ 3549102 h 5017219"/>
              <a:gd name="connsiteX47672" fmla="*/ 2049265 w 5799173"/>
              <a:gd name="connsiteY47672" fmla="*/ 3567130 h 5017219"/>
              <a:gd name="connsiteX47673" fmla="*/ 2049265 w 5799173"/>
              <a:gd name="connsiteY47673" fmla="*/ 3568625 h 5017219"/>
              <a:gd name="connsiteX47674" fmla="*/ 2038823 w 5799173"/>
              <a:gd name="connsiteY47674" fmla="*/ 3586555 h 5017219"/>
              <a:gd name="connsiteX47675" fmla="*/ 2037577 w 5799173"/>
              <a:gd name="connsiteY47675" fmla="*/ 3587301 h 5017219"/>
              <a:gd name="connsiteX47676" fmla="*/ 2251480 w 5799173"/>
              <a:gd name="connsiteY47676" fmla="*/ 3688823 h 5017219"/>
              <a:gd name="connsiteX47677" fmla="*/ 2251147 w 5799173"/>
              <a:gd name="connsiteY47677" fmla="*/ 3688656 h 5017219"/>
              <a:gd name="connsiteX47678" fmla="*/ 2248572 w 5799173"/>
              <a:gd name="connsiteY47678" fmla="*/ 3684256 h 5017219"/>
              <a:gd name="connsiteX47679" fmla="*/ 2248572 w 5799173"/>
              <a:gd name="connsiteY47679" fmla="*/ 3683923 h 5017219"/>
              <a:gd name="connsiteX47680" fmla="*/ 2251146 w 5799173"/>
              <a:gd name="connsiteY47680" fmla="*/ 3679524 h 5017219"/>
              <a:gd name="connsiteX47681" fmla="*/ 2251478 w 5799173"/>
              <a:gd name="connsiteY47681" fmla="*/ 3679357 h 5017219"/>
              <a:gd name="connsiteX47682" fmla="*/ 2256547 w 5799173"/>
              <a:gd name="connsiteY47682" fmla="*/ 3679357 h 5017219"/>
              <a:gd name="connsiteX47683" fmla="*/ 2256878 w 5799173"/>
              <a:gd name="connsiteY47683" fmla="*/ 3679524 h 5017219"/>
              <a:gd name="connsiteX47684" fmla="*/ 2259454 w 5799173"/>
              <a:gd name="connsiteY47684" fmla="*/ 3683925 h 5017219"/>
              <a:gd name="connsiteX47685" fmla="*/ 2259454 w 5799173"/>
              <a:gd name="connsiteY47685" fmla="*/ 3684257 h 5017219"/>
              <a:gd name="connsiteX47686" fmla="*/ 2256880 w 5799173"/>
              <a:gd name="connsiteY47686" fmla="*/ 3688657 h 5017219"/>
              <a:gd name="connsiteX47687" fmla="*/ 2256548 w 5799173"/>
              <a:gd name="connsiteY47687" fmla="*/ 3688823 h 5017219"/>
              <a:gd name="connsiteX47688" fmla="*/ 4056310 w 5799173"/>
              <a:gd name="connsiteY47688" fmla="*/ 4174394 h 5017219"/>
              <a:gd name="connsiteX47689" fmla="*/ 4055895 w 5799173"/>
              <a:gd name="connsiteY47689" fmla="*/ 4174144 h 5017219"/>
              <a:gd name="connsiteX47690" fmla="*/ 4052655 w 5799173"/>
              <a:gd name="connsiteY47690" fmla="*/ 4168495 h 5017219"/>
              <a:gd name="connsiteX47691" fmla="*/ 4052655 w 5799173"/>
              <a:gd name="connsiteY47691" fmla="*/ 4167997 h 5017219"/>
              <a:gd name="connsiteX47692" fmla="*/ 4055895 w 5799173"/>
              <a:gd name="connsiteY47692" fmla="*/ 4162347 h 5017219"/>
              <a:gd name="connsiteX47693" fmla="*/ 4056310 w 5799173"/>
              <a:gd name="connsiteY47693" fmla="*/ 4162098 h 5017219"/>
              <a:gd name="connsiteX47694" fmla="*/ 4062791 w 5799173"/>
              <a:gd name="connsiteY47694" fmla="*/ 4162098 h 5017219"/>
              <a:gd name="connsiteX47695" fmla="*/ 4063206 w 5799173"/>
              <a:gd name="connsiteY47695" fmla="*/ 4162348 h 5017219"/>
              <a:gd name="connsiteX47696" fmla="*/ 4066446 w 5799173"/>
              <a:gd name="connsiteY47696" fmla="*/ 4167997 h 5017219"/>
              <a:gd name="connsiteX47697" fmla="*/ 4066446 w 5799173"/>
              <a:gd name="connsiteY47697" fmla="*/ 4168495 h 5017219"/>
              <a:gd name="connsiteX47698" fmla="*/ 4063206 w 5799173"/>
              <a:gd name="connsiteY47698" fmla="*/ 4174145 h 5017219"/>
              <a:gd name="connsiteX47699" fmla="*/ 4062791 w 5799173"/>
              <a:gd name="connsiteY47699" fmla="*/ 4174394 h 5017219"/>
              <a:gd name="connsiteX47700" fmla="*/ 2188900 w 5799173"/>
              <a:gd name="connsiteY47700" fmla="*/ 3677361 h 5017219"/>
              <a:gd name="connsiteX47701" fmla="*/ 2188318 w 5799173"/>
              <a:gd name="connsiteY47701" fmla="*/ 3677028 h 5017219"/>
              <a:gd name="connsiteX47702" fmla="*/ 2183417 w 5799173"/>
              <a:gd name="connsiteY47702" fmla="*/ 3668554 h 5017219"/>
              <a:gd name="connsiteX47703" fmla="*/ 2183417 w 5799173"/>
              <a:gd name="connsiteY47703" fmla="*/ 3667889 h 5017219"/>
              <a:gd name="connsiteX47704" fmla="*/ 2188318 w 5799173"/>
              <a:gd name="connsiteY47704" fmla="*/ 3659416 h 5017219"/>
              <a:gd name="connsiteX47705" fmla="*/ 2188899 w 5799173"/>
              <a:gd name="connsiteY47705" fmla="*/ 3659086 h 5017219"/>
              <a:gd name="connsiteX47706" fmla="*/ 2198703 w 5799173"/>
              <a:gd name="connsiteY47706" fmla="*/ 3659085 h 5017219"/>
              <a:gd name="connsiteX47707" fmla="*/ 2199285 w 5799173"/>
              <a:gd name="connsiteY47707" fmla="*/ 3659416 h 5017219"/>
              <a:gd name="connsiteX47708" fmla="*/ 2204187 w 5799173"/>
              <a:gd name="connsiteY47708" fmla="*/ 3667889 h 5017219"/>
              <a:gd name="connsiteX47709" fmla="*/ 2204186 w 5799173"/>
              <a:gd name="connsiteY47709" fmla="*/ 3668555 h 5017219"/>
              <a:gd name="connsiteX47710" fmla="*/ 2199285 w 5799173"/>
              <a:gd name="connsiteY47710" fmla="*/ 3677026 h 5017219"/>
              <a:gd name="connsiteX47711" fmla="*/ 2198703 w 5799173"/>
              <a:gd name="connsiteY47711" fmla="*/ 3677360 h 5017219"/>
              <a:gd name="connsiteX47712" fmla="*/ 2970372 w 5799173"/>
              <a:gd name="connsiteY47712" fmla="*/ 3888882 h 5017219"/>
              <a:gd name="connsiteX47713" fmla="*/ 2969624 w 5799173"/>
              <a:gd name="connsiteY47713" fmla="*/ 3888466 h 5017219"/>
              <a:gd name="connsiteX47714" fmla="*/ 2963809 w 5799173"/>
              <a:gd name="connsiteY47714" fmla="*/ 3878413 h 5017219"/>
              <a:gd name="connsiteX47715" fmla="*/ 2963809 w 5799173"/>
              <a:gd name="connsiteY47715" fmla="*/ 3877583 h 5017219"/>
              <a:gd name="connsiteX47716" fmla="*/ 2969624 w 5799173"/>
              <a:gd name="connsiteY47716" fmla="*/ 3867529 h 5017219"/>
              <a:gd name="connsiteX47717" fmla="*/ 2970372 w 5799173"/>
              <a:gd name="connsiteY47717" fmla="*/ 3867114 h 5017219"/>
              <a:gd name="connsiteX47718" fmla="*/ 2982003 w 5799173"/>
              <a:gd name="connsiteY47718" fmla="*/ 3867114 h 5017219"/>
              <a:gd name="connsiteX47719" fmla="*/ 2982751 w 5799173"/>
              <a:gd name="connsiteY47719" fmla="*/ 3867529 h 5017219"/>
              <a:gd name="connsiteX47720" fmla="*/ 2988566 w 5799173"/>
              <a:gd name="connsiteY47720" fmla="*/ 3877583 h 5017219"/>
              <a:gd name="connsiteX47721" fmla="*/ 2988566 w 5799173"/>
              <a:gd name="connsiteY47721" fmla="*/ 3878413 h 5017219"/>
              <a:gd name="connsiteX47722" fmla="*/ 2982751 w 5799173"/>
              <a:gd name="connsiteY47722" fmla="*/ 3888466 h 5017219"/>
              <a:gd name="connsiteX47723" fmla="*/ 2982003 w 5799173"/>
              <a:gd name="connsiteY47723" fmla="*/ 3888882 h 5017219"/>
              <a:gd name="connsiteX47724" fmla="*/ 3030333 w 5799173"/>
              <a:gd name="connsiteY47724" fmla="*/ 3905334 h 5017219"/>
              <a:gd name="connsiteX47725" fmla="*/ 3029586 w 5799173"/>
              <a:gd name="connsiteY47725" fmla="*/ 3904918 h 5017219"/>
              <a:gd name="connsiteX47726" fmla="*/ 3023522 w 5799173"/>
              <a:gd name="connsiteY47726" fmla="*/ 3894447 h 5017219"/>
              <a:gd name="connsiteX47727" fmla="*/ 3023521 w 5799173"/>
              <a:gd name="connsiteY47727" fmla="*/ 3893616 h 5017219"/>
              <a:gd name="connsiteX47728" fmla="*/ 3029586 w 5799173"/>
              <a:gd name="connsiteY47728" fmla="*/ 3883152 h 5017219"/>
              <a:gd name="connsiteX47729" fmla="*/ 3030333 w 5799173"/>
              <a:gd name="connsiteY47729" fmla="*/ 3882736 h 5017219"/>
              <a:gd name="connsiteX47730" fmla="*/ 3042463 w 5799173"/>
              <a:gd name="connsiteY47730" fmla="*/ 3882736 h 5017219"/>
              <a:gd name="connsiteX47731" fmla="*/ 3043211 w 5799173"/>
              <a:gd name="connsiteY47731" fmla="*/ 3883152 h 5017219"/>
              <a:gd name="connsiteX47732" fmla="*/ 3049275 w 5799173"/>
              <a:gd name="connsiteY47732" fmla="*/ 3893618 h 5017219"/>
              <a:gd name="connsiteX47733" fmla="*/ 3049275 w 5799173"/>
              <a:gd name="connsiteY47733" fmla="*/ 3894449 h 5017219"/>
              <a:gd name="connsiteX47734" fmla="*/ 3043211 w 5799173"/>
              <a:gd name="connsiteY47734" fmla="*/ 3904916 h 5017219"/>
              <a:gd name="connsiteX47735" fmla="*/ 3042463 w 5799173"/>
              <a:gd name="connsiteY47735" fmla="*/ 3905332 h 5017219"/>
              <a:gd name="connsiteX47736" fmla="*/ 2006243 w 5799173"/>
              <a:gd name="connsiteY47736" fmla="*/ 3632734 h 5017219"/>
              <a:gd name="connsiteX47737" fmla="*/ 2005412 w 5799173"/>
              <a:gd name="connsiteY47737" fmla="*/ 3632236 h 5017219"/>
              <a:gd name="connsiteX47738" fmla="*/ 1998433 w 5799173"/>
              <a:gd name="connsiteY47738" fmla="*/ 3620106 h 5017219"/>
              <a:gd name="connsiteX47739" fmla="*/ 1998433 w 5799173"/>
              <a:gd name="connsiteY47739" fmla="*/ 3619110 h 5017219"/>
              <a:gd name="connsiteX47740" fmla="*/ 2005493 w 5799173"/>
              <a:gd name="connsiteY47740" fmla="*/ 3606988 h 5017219"/>
              <a:gd name="connsiteX47741" fmla="*/ 2006323 w 5799173"/>
              <a:gd name="connsiteY47741" fmla="*/ 3606493 h 5017219"/>
              <a:gd name="connsiteX47742" fmla="*/ 2020364 w 5799173"/>
              <a:gd name="connsiteY47742" fmla="*/ 3606493 h 5017219"/>
              <a:gd name="connsiteX47743" fmla="*/ 2021194 w 5799173"/>
              <a:gd name="connsiteY47743" fmla="*/ 3606992 h 5017219"/>
              <a:gd name="connsiteX47744" fmla="*/ 2028175 w 5799173"/>
              <a:gd name="connsiteY47744" fmla="*/ 3619114 h 5017219"/>
              <a:gd name="connsiteX47745" fmla="*/ 2028174 w 5799173"/>
              <a:gd name="connsiteY47745" fmla="*/ 3620112 h 5017219"/>
              <a:gd name="connsiteX47746" fmla="*/ 2021115 w 5799173"/>
              <a:gd name="connsiteY47746" fmla="*/ 3632236 h 5017219"/>
              <a:gd name="connsiteX47747" fmla="*/ 2020284 w 5799173"/>
              <a:gd name="connsiteY47747" fmla="*/ 3632734 h 5017219"/>
              <a:gd name="connsiteX47748" fmla="*/ 3148883 w 5799173"/>
              <a:gd name="connsiteY47748" fmla="*/ 3940918 h 5017219"/>
              <a:gd name="connsiteX47749" fmla="*/ 3147885 w 5799173"/>
              <a:gd name="connsiteY47749" fmla="*/ 3940338 h 5017219"/>
              <a:gd name="connsiteX47750" fmla="*/ 3139909 w 5799173"/>
              <a:gd name="connsiteY47750" fmla="*/ 3926547 h 5017219"/>
              <a:gd name="connsiteX47751" fmla="*/ 3139909 w 5799173"/>
              <a:gd name="connsiteY47751" fmla="*/ 3925386 h 5017219"/>
              <a:gd name="connsiteX47752" fmla="*/ 3147882 w 5799173"/>
              <a:gd name="connsiteY47752" fmla="*/ 3911606 h 5017219"/>
              <a:gd name="connsiteX47753" fmla="*/ 3148879 w 5799173"/>
              <a:gd name="connsiteY47753" fmla="*/ 3911025 h 5017219"/>
              <a:gd name="connsiteX47754" fmla="*/ 3164829 w 5799173"/>
              <a:gd name="connsiteY47754" fmla="*/ 3911027 h 5017219"/>
              <a:gd name="connsiteX47755" fmla="*/ 3165825 w 5799173"/>
              <a:gd name="connsiteY47755" fmla="*/ 3911609 h 5017219"/>
              <a:gd name="connsiteX47756" fmla="*/ 3173803 w 5799173"/>
              <a:gd name="connsiteY47756" fmla="*/ 3925392 h 5017219"/>
              <a:gd name="connsiteX47757" fmla="*/ 3173803 w 5799173"/>
              <a:gd name="connsiteY47757" fmla="*/ 3926554 h 5017219"/>
              <a:gd name="connsiteX47758" fmla="*/ 3165830 w 5799173"/>
              <a:gd name="connsiteY47758" fmla="*/ 3940336 h 5017219"/>
              <a:gd name="connsiteX47759" fmla="*/ 3164834 w 5799173"/>
              <a:gd name="connsiteY47759" fmla="*/ 3940919 h 5017219"/>
              <a:gd name="connsiteX47760" fmla="*/ 2065477 w 5799173"/>
              <a:gd name="connsiteY47760" fmla="*/ 3650776 h 5017219"/>
              <a:gd name="connsiteX47761" fmla="*/ 2064480 w 5799173"/>
              <a:gd name="connsiteY47761" fmla="*/ 3650193 h 5017219"/>
              <a:gd name="connsiteX47762" fmla="*/ 2056421 w 5799173"/>
              <a:gd name="connsiteY47762" fmla="*/ 3636154 h 5017219"/>
              <a:gd name="connsiteX47763" fmla="*/ 2056421 w 5799173"/>
              <a:gd name="connsiteY47763" fmla="*/ 3634992 h 5017219"/>
              <a:gd name="connsiteX47764" fmla="*/ 2064476 w 5799173"/>
              <a:gd name="connsiteY47764" fmla="*/ 3620964 h 5017219"/>
              <a:gd name="connsiteX47765" fmla="*/ 2065472 w 5799173"/>
              <a:gd name="connsiteY47765" fmla="*/ 3620384 h 5017219"/>
              <a:gd name="connsiteX47766" fmla="*/ 2081673 w 5799173"/>
              <a:gd name="connsiteY47766" fmla="*/ 3620386 h 5017219"/>
              <a:gd name="connsiteX47767" fmla="*/ 2082669 w 5799173"/>
              <a:gd name="connsiteY47767" fmla="*/ 3620969 h 5017219"/>
              <a:gd name="connsiteX47768" fmla="*/ 2090731 w 5799173"/>
              <a:gd name="connsiteY47768" fmla="*/ 3635000 h 5017219"/>
              <a:gd name="connsiteX47769" fmla="*/ 2090732 w 5799173"/>
              <a:gd name="connsiteY47769" fmla="*/ 3636161 h 5017219"/>
              <a:gd name="connsiteX47770" fmla="*/ 2082675 w 5799173"/>
              <a:gd name="connsiteY47770" fmla="*/ 3650194 h 5017219"/>
              <a:gd name="connsiteX47771" fmla="*/ 2081678 w 5799173"/>
              <a:gd name="connsiteY47771" fmla="*/ 3650776 h 5017219"/>
              <a:gd name="connsiteX47772" fmla="*/ 3208911 w 5799173"/>
              <a:gd name="connsiteY47772" fmla="*/ 3957343 h 5017219"/>
              <a:gd name="connsiteX47773" fmla="*/ 3207913 w 5799173"/>
              <a:gd name="connsiteY47773" fmla="*/ 3956762 h 5017219"/>
              <a:gd name="connsiteX47774" fmla="*/ 3199773 w 5799173"/>
              <a:gd name="connsiteY47774" fmla="*/ 3942639 h 5017219"/>
              <a:gd name="connsiteX47775" fmla="*/ 3199772 w 5799173"/>
              <a:gd name="connsiteY47775" fmla="*/ 3941479 h 5017219"/>
              <a:gd name="connsiteX47776" fmla="*/ 3207909 w 5799173"/>
              <a:gd name="connsiteY47776" fmla="*/ 3927367 h 5017219"/>
              <a:gd name="connsiteX47777" fmla="*/ 3208907 w 5799173"/>
              <a:gd name="connsiteY47777" fmla="*/ 3926785 h 5017219"/>
              <a:gd name="connsiteX47778" fmla="*/ 3225190 w 5799173"/>
              <a:gd name="connsiteY47778" fmla="*/ 3926788 h 5017219"/>
              <a:gd name="connsiteX47779" fmla="*/ 3226186 w 5799173"/>
              <a:gd name="connsiteY47779" fmla="*/ 3927370 h 5017219"/>
              <a:gd name="connsiteX47780" fmla="*/ 3234330 w 5799173"/>
              <a:gd name="connsiteY47780" fmla="*/ 3941484 h 5017219"/>
              <a:gd name="connsiteX47781" fmla="*/ 3234330 w 5799173"/>
              <a:gd name="connsiteY47781" fmla="*/ 3942646 h 5017219"/>
              <a:gd name="connsiteX47782" fmla="*/ 3226192 w 5799173"/>
              <a:gd name="connsiteY47782" fmla="*/ 3956761 h 5017219"/>
              <a:gd name="connsiteX47783" fmla="*/ 3225194 w 5799173"/>
              <a:gd name="connsiteY47783" fmla="*/ 3957344 h 5017219"/>
              <a:gd name="connsiteX47784" fmla="*/ 2125370 w 5799173"/>
              <a:gd name="connsiteY47784" fmla="*/ 3667396 h 5017219"/>
              <a:gd name="connsiteX47785" fmla="*/ 2124373 w 5799173"/>
              <a:gd name="connsiteY47785" fmla="*/ 3666814 h 5017219"/>
              <a:gd name="connsiteX47786" fmla="*/ 2116064 w 5799173"/>
              <a:gd name="connsiteY47786" fmla="*/ 3652444 h 5017219"/>
              <a:gd name="connsiteX47787" fmla="*/ 2116064 w 5799173"/>
              <a:gd name="connsiteY47787" fmla="*/ 3651280 h 5017219"/>
              <a:gd name="connsiteX47788" fmla="*/ 2124370 w 5799173"/>
              <a:gd name="connsiteY47788" fmla="*/ 3636917 h 5017219"/>
              <a:gd name="connsiteX47789" fmla="*/ 2125367 w 5799173"/>
              <a:gd name="connsiteY47789" fmla="*/ 3636336 h 5017219"/>
              <a:gd name="connsiteX47790" fmla="*/ 2141981 w 5799173"/>
              <a:gd name="connsiteY47790" fmla="*/ 3636338 h 5017219"/>
              <a:gd name="connsiteX47791" fmla="*/ 2142978 w 5799173"/>
              <a:gd name="connsiteY47791" fmla="*/ 3636920 h 5017219"/>
              <a:gd name="connsiteX47792" fmla="*/ 2151288 w 5799173"/>
              <a:gd name="connsiteY47792" fmla="*/ 3651285 h 5017219"/>
              <a:gd name="connsiteX47793" fmla="*/ 2151288 w 5799173"/>
              <a:gd name="connsiteY47793" fmla="*/ 3652447 h 5017219"/>
              <a:gd name="connsiteX47794" fmla="*/ 2142982 w 5799173"/>
              <a:gd name="connsiteY47794" fmla="*/ 3666815 h 5017219"/>
              <a:gd name="connsiteX47795" fmla="*/ 2141985 w 5799173"/>
              <a:gd name="connsiteY47795" fmla="*/ 3667397 h 5017219"/>
              <a:gd name="connsiteX47796" fmla="*/ 3088421 w 5799173"/>
              <a:gd name="connsiteY47796" fmla="*/ 3925529 h 5017219"/>
              <a:gd name="connsiteX47797" fmla="*/ 3087424 w 5799173"/>
              <a:gd name="connsiteY47797" fmla="*/ 3924948 h 5017219"/>
              <a:gd name="connsiteX47798" fmla="*/ 3079284 w 5799173"/>
              <a:gd name="connsiteY47798" fmla="*/ 3910822 h 5017219"/>
              <a:gd name="connsiteX47799" fmla="*/ 3079284 w 5799173"/>
              <a:gd name="connsiteY47799" fmla="*/ 3909658 h 5017219"/>
              <a:gd name="connsiteX47800" fmla="*/ 3087425 w 5799173"/>
              <a:gd name="connsiteY47800" fmla="*/ 3895536 h 5017219"/>
              <a:gd name="connsiteX47801" fmla="*/ 3088422 w 5799173"/>
              <a:gd name="connsiteY47801" fmla="*/ 3894954 h 5017219"/>
              <a:gd name="connsiteX47802" fmla="*/ 3104705 w 5799173"/>
              <a:gd name="connsiteY47802" fmla="*/ 3894955 h 5017219"/>
              <a:gd name="connsiteX47803" fmla="*/ 3105703 w 5799173"/>
              <a:gd name="connsiteY47803" fmla="*/ 3895535 h 5017219"/>
              <a:gd name="connsiteX47804" fmla="*/ 3113843 w 5799173"/>
              <a:gd name="connsiteY47804" fmla="*/ 3909658 h 5017219"/>
              <a:gd name="connsiteX47805" fmla="*/ 3113844 w 5799173"/>
              <a:gd name="connsiteY47805" fmla="*/ 3910821 h 5017219"/>
              <a:gd name="connsiteX47806" fmla="*/ 3105702 w 5799173"/>
              <a:gd name="connsiteY47806" fmla="*/ 3924947 h 5017219"/>
              <a:gd name="connsiteX47807" fmla="*/ 3104705 w 5799173"/>
              <a:gd name="connsiteY47807" fmla="*/ 3925528 h 5017219"/>
              <a:gd name="connsiteX47808" fmla="*/ 3329128 w 5799173"/>
              <a:gd name="connsiteY47808" fmla="*/ 3990034 h 5017219"/>
              <a:gd name="connsiteX47809" fmla="*/ 3328131 w 5799173"/>
              <a:gd name="connsiteY47809" fmla="*/ 3989453 h 5017219"/>
              <a:gd name="connsiteX47810" fmla="*/ 3319907 w 5799173"/>
              <a:gd name="connsiteY47810" fmla="*/ 3975162 h 5017219"/>
              <a:gd name="connsiteX47811" fmla="*/ 3319907 w 5799173"/>
              <a:gd name="connsiteY47811" fmla="*/ 3973998 h 5017219"/>
              <a:gd name="connsiteX47812" fmla="*/ 3328131 w 5799173"/>
              <a:gd name="connsiteY47812" fmla="*/ 3959715 h 5017219"/>
              <a:gd name="connsiteX47813" fmla="*/ 3329128 w 5799173"/>
              <a:gd name="connsiteY47813" fmla="*/ 3959132 h 5017219"/>
              <a:gd name="connsiteX47814" fmla="*/ 3345577 w 5799173"/>
              <a:gd name="connsiteY47814" fmla="*/ 3959133 h 5017219"/>
              <a:gd name="connsiteX47815" fmla="*/ 3346573 w 5799173"/>
              <a:gd name="connsiteY47815" fmla="*/ 3959715 h 5017219"/>
              <a:gd name="connsiteX47816" fmla="*/ 3354799 w 5799173"/>
              <a:gd name="connsiteY47816" fmla="*/ 3974001 h 5017219"/>
              <a:gd name="connsiteX47817" fmla="*/ 3354799 w 5799173"/>
              <a:gd name="connsiteY47817" fmla="*/ 3975163 h 5017219"/>
              <a:gd name="connsiteX47818" fmla="*/ 3346575 w 5799173"/>
              <a:gd name="connsiteY47818" fmla="*/ 3989451 h 5017219"/>
              <a:gd name="connsiteX47819" fmla="*/ 3345578 w 5799173"/>
              <a:gd name="connsiteY47819" fmla="*/ 3990033 h 5017219"/>
              <a:gd name="connsiteX47820" fmla="*/ 3449314 w 5799173"/>
              <a:gd name="connsiteY47820" fmla="*/ 4022382 h 5017219"/>
              <a:gd name="connsiteX47821" fmla="*/ 3448317 w 5799173"/>
              <a:gd name="connsiteY47821" fmla="*/ 4021799 h 5017219"/>
              <a:gd name="connsiteX47822" fmla="*/ 3439843 w 5799173"/>
              <a:gd name="connsiteY47822" fmla="*/ 4007180 h 5017219"/>
              <a:gd name="connsiteX47823" fmla="*/ 3439842 w 5799173"/>
              <a:gd name="connsiteY47823" fmla="*/ 4006017 h 5017219"/>
              <a:gd name="connsiteX47824" fmla="*/ 3448313 w 5799173"/>
              <a:gd name="connsiteY47824" fmla="*/ 3991406 h 5017219"/>
              <a:gd name="connsiteX47825" fmla="*/ 3449310 w 5799173"/>
              <a:gd name="connsiteY47825" fmla="*/ 3990827 h 5017219"/>
              <a:gd name="connsiteX47826" fmla="*/ 3466174 w 5799173"/>
              <a:gd name="connsiteY47826" fmla="*/ 3990830 h 5017219"/>
              <a:gd name="connsiteX47827" fmla="*/ 3467171 w 5799173"/>
              <a:gd name="connsiteY47827" fmla="*/ 3991410 h 5017219"/>
              <a:gd name="connsiteX47828" fmla="*/ 3475648 w 5799173"/>
              <a:gd name="connsiteY47828" fmla="*/ 4006023 h 5017219"/>
              <a:gd name="connsiteX47829" fmla="*/ 3475647 w 5799173"/>
              <a:gd name="connsiteY47829" fmla="*/ 4007187 h 5017219"/>
              <a:gd name="connsiteX47830" fmla="*/ 3467175 w 5799173"/>
              <a:gd name="connsiteY47830" fmla="*/ 4021800 h 5017219"/>
              <a:gd name="connsiteX47831" fmla="*/ 3466179 w 5799173"/>
              <a:gd name="connsiteY47831" fmla="*/ 4022382 h 5017219"/>
              <a:gd name="connsiteX47832" fmla="*/ 3268796 w 5799173"/>
              <a:gd name="connsiteY47832" fmla="*/ 3974083 h 5017219"/>
              <a:gd name="connsiteX47833" fmla="*/ 3267799 w 5799173"/>
              <a:gd name="connsiteY47833" fmla="*/ 3973501 h 5017219"/>
              <a:gd name="connsiteX47834" fmla="*/ 3259408 w 5799173"/>
              <a:gd name="connsiteY47834" fmla="*/ 3958961 h 5017219"/>
              <a:gd name="connsiteX47835" fmla="*/ 3259408 w 5799173"/>
              <a:gd name="connsiteY47835" fmla="*/ 3957798 h 5017219"/>
              <a:gd name="connsiteX47836" fmla="*/ 3267797 w 5799173"/>
              <a:gd name="connsiteY47836" fmla="*/ 3943266 h 5017219"/>
              <a:gd name="connsiteX47837" fmla="*/ 3268794 w 5799173"/>
              <a:gd name="connsiteY47837" fmla="*/ 3942686 h 5017219"/>
              <a:gd name="connsiteX47838" fmla="*/ 3285575 w 5799173"/>
              <a:gd name="connsiteY47838" fmla="*/ 3942687 h 5017219"/>
              <a:gd name="connsiteX47839" fmla="*/ 3286572 w 5799173"/>
              <a:gd name="connsiteY47839" fmla="*/ 3943268 h 5017219"/>
              <a:gd name="connsiteX47840" fmla="*/ 3294964 w 5799173"/>
              <a:gd name="connsiteY47840" fmla="*/ 3957802 h 5017219"/>
              <a:gd name="connsiteX47841" fmla="*/ 3294965 w 5799173"/>
              <a:gd name="connsiteY47841" fmla="*/ 3958965 h 5017219"/>
              <a:gd name="connsiteX47842" fmla="*/ 3286575 w 5799173"/>
              <a:gd name="connsiteY47842" fmla="*/ 3973501 h 5017219"/>
              <a:gd name="connsiteX47843" fmla="*/ 3285578 w 5799173"/>
              <a:gd name="connsiteY47843" fmla="*/ 3974083 h 5017219"/>
              <a:gd name="connsiteX47844" fmla="*/ 3750336 w 5799173"/>
              <a:gd name="connsiteY47844" fmla="*/ 4103142 h 5017219"/>
              <a:gd name="connsiteX47845" fmla="*/ 3749339 w 5799173"/>
              <a:gd name="connsiteY47845" fmla="*/ 4102560 h 5017219"/>
              <a:gd name="connsiteX47846" fmla="*/ 3741031 w 5799173"/>
              <a:gd name="connsiteY47846" fmla="*/ 4088105 h 5017219"/>
              <a:gd name="connsiteX47847" fmla="*/ 3741031 w 5799173"/>
              <a:gd name="connsiteY47847" fmla="*/ 4086939 h 5017219"/>
              <a:gd name="connsiteX47848" fmla="*/ 3749338 w 5799173"/>
              <a:gd name="connsiteY47848" fmla="*/ 4072487 h 5017219"/>
              <a:gd name="connsiteX47849" fmla="*/ 3750335 w 5799173"/>
              <a:gd name="connsiteY47849" fmla="*/ 4071905 h 5017219"/>
              <a:gd name="connsiteX47850" fmla="*/ 3767034 w 5799173"/>
              <a:gd name="connsiteY47850" fmla="*/ 4071907 h 5017219"/>
              <a:gd name="connsiteX47851" fmla="*/ 3768030 w 5799173"/>
              <a:gd name="connsiteY47851" fmla="*/ 4072489 h 5017219"/>
              <a:gd name="connsiteX47852" fmla="*/ 3776339 w 5799173"/>
              <a:gd name="connsiteY47852" fmla="*/ 4086940 h 5017219"/>
              <a:gd name="connsiteX47853" fmla="*/ 3776339 w 5799173"/>
              <a:gd name="connsiteY47853" fmla="*/ 4088103 h 5017219"/>
              <a:gd name="connsiteX47854" fmla="*/ 3768031 w 5799173"/>
              <a:gd name="connsiteY47854" fmla="*/ 4102558 h 5017219"/>
              <a:gd name="connsiteX47855" fmla="*/ 3767035 w 5799173"/>
              <a:gd name="connsiteY47855" fmla="*/ 4103141 h 5017219"/>
              <a:gd name="connsiteX47856" fmla="*/ 1944536 w 5799173"/>
              <a:gd name="connsiteY47856" fmla="*/ 3619756 h 5017219"/>
              <a:gd name="connsiteX47857" fmla="*/ 1943539 w 5799173"/>
              <a:gd name="connsiteY47857" fmla="*/ 3619175 h 5017219"/>
              <a:gd name="connsiteX47858" fmla="*/ 1935066 w 5799173"/>
              <a:gd name="connsiteY47858" fmla="*/ 3604467 h 5017219"/>
              <a:gd name="connsiteX47859" fmla="*/ 1935066 w 5799173"/>
              <a:gd name="connsiteY47859" fmla="*/ 3603303 h 5017219"/>
              <a:gd name="connsiteX47860" fmla="*/ 1943539 w 5799173"/>
              <a:gd name="connsiteY47860" fmla="*/ 3588599 h 5017219"/>
              <a:gd name="connsiteX47861" fmla="*/ 1944537 w 5799173"/>
              <a:gd name="connsiteY47861" fmla="*/ 3588018 h 5017219"/>
              <a:gd name="connsiteX47862" fmla="*/ 1961484 w 5799173"/>
              <a:gd name="connsiteY47862" fmla="*/ 3588018 h 5017219"/>
              <a:gd name="connsiteX47863" fmla="*/ 1962481 w 5799173"/>
              <a:gd name="connsiteY47863" fmla="*/ 3588600 h 5017219"/>
              <a:gd name="connsiteX47864" fmla="*/ 1970955 w 5799173"/>
              <a:gd name="connsiteY47864" fmla="*/ 3603305 h 5017219"/>
              <a:gd name="connsiteX47865" fmla="*/ 1970955 w 5799173"/>
              <a:gd name="connsiteY47865" fmla="*/ 3604468 h 5017219"/>
              <a:gd name="connsiteX47866" fmla="*/ 1962481 w 5799173"/>
              <a:gd name="connsiteY47866" fmla="*/ 3619174 h 5017219"/>
              <a:gd name="connsiteX47867" fmla="*/ 1961484 w 5799173"/>
              <a:gd name="connsiteY47867" fmla="*/ 3619755 h 5017219"/>
              <a:gd name="connsiteX47868" fmla="*/ 3388928 w 5799173"/>
              <a:gd name="connsiteY47868" fmla="*/ 4006903 h 5017219"/>
              <a:gd name="connsiteX47869" fmla="*/ 3387848 w 5799173"/>
              <a:gd name="connsiteY47869" fmla="*/ 4006323 h 5017219"/>
              <a:gd name="connsiteX47870" fmla="*/ 3379292 w 5799173"/>
              <a:gd name="connsiteY47870" fmla="*/ 3991531 h 5017219"/>
              <a:gd name="connsiteX47871" fmla="*/ 3379292 w 5799173"/>
              <a:gd name="connsiteY47871" fmla="*/ 3990286 h 5017219"/>
              <a:gd name="connsiteX47872" fmla="*/ 3387848 w 5799173"/>
              <a:gd name="connsiteY47872" fmla="*/ 3975498 h 5017219"/>
              <a:gd name="connsiteX47873" fmla="*/ 3388929 w 5799173"/>
              <a:gd name="connsiteY47873" fmla="*/ 3974917 h 5017219"/>
              <a:gd name="connsiteX47874" fmla="*/ 3406042 w 5799173"/>
              <a:gd name="connsiteY47874" fmla="*/ 3974918 h 5017219"/>
              <a:gd name="connsiteX47875" fmla="*/ 3407122 w 5799173"/>
              <a:gd name="connsiteY47875" fmla="*/ 3975499 h 5017219"/>
              <a:gd name="connsiteX47876" fmla="*/ 3415680 w 5799173"/>
              <a:gd name="connsiteY47876" fmla="*/ 3990286 h 5017219"/>
              <a:gd name="connsiteX47877" fmla="*/ 3415680 w 5799173"/>
              <a:gd name="connsiteY47877" fmla="*/ 3991533 h 5017219"/>
              <a:gd name="connsiteX47878" fmla="*/ 3407122 w 5799173"/>
              <a:gd name="connsiteY47878" fmla="*/ 4006322 h 5017219"/>
              <a:gd name="connsiteX47879" fmla="*/ 3406042 w 5799173"/>
              <a:gd name="connsiteY47879" fmla="*/ 4006903 h 5017219"/>
              <a:gd name="connsiteX47880" fmla="*/ 3809959 w 5799173"/>
              <a:gd name="connsiteY47880" fmla="*/ 4120085 h 5017219"/>
              <a:gd name="connsiteX47881" fmla="*/ 3808878 w 5799173"/>
              <a:gd name="connsiteY47881" fmla="*/ 4119420 h 5017219"/>
              <a:gd name="connsiteX47882" fmla="*/ 3799906 w 5799173"/>
              <a:gd name="connsiteY47882" fmla="*/ 4103887 h 5017219"/>
              <a:gd name="connsiteX47883" fmla="*/ 3799906 w 5799173"/>
              <a:gd name="connsiteY47883" fmla="*/ 4102640 h 5017219"/>
              <a:gd name="connsiteX47884" fmla="*/ 3808874 w 5799173"/>
              <a:gd name="connsiteY47884" fmla="*/ 4087120 h 5017219"/>
              <a:gd name="connsiteX47885" fmla="*/ 3809955 w 5799173"/>
              <a:gd name="connsiteY47885" fmla="*/ 4086453 h 5017219"/>
              <a:gd name="connsiteX47886" fmla="*/ 3827816 w 5799173"/>
              <a:gd name="connsiteY47886" fmla="*/ 4086457 h 5017219"/>
              <a:gd name="connsiteX47887" fmla="*/ 3828896 w 5799173"/>
              <a:gd name="connsiteY47887" fmla="*/ 4087122 h 5017219"/>
              <a:gd name="connsiteX47888" fmla="*/ 3837871 w 5799173"/>
              <a:gd name="connsiteY47888" fmla="*/ 4102648 h 5017219"/>
              <a:gd name="connsiteX47889" fmla="*/ 3837871 w 5799173"/>
              <a:gd name="connsiteY47889" fmla="*/ 4103894 h 5017219"/>
              <a:gd name="connsiteX47890" fmla="*/ 3828900 w 5799173"/>
              <a:gd name="connsiteY47890" fmla="*/ 4119421 h 5017219"/>
              <a:gd name="connsiteX47891" fmla="*/ 3827821 w 5799173"/>
              <a:gd name="connsiteY47891" fmla="*/ 4120085 h 5017219"/>
              <a:gd name="connsiteX47892" fmla="*/ 3509064 w 5799173"/>
              <a:gd name="connsiteY47892" fmla="*/ 4039465 h 5017219"/>
              <a:gd name="connsiteX47893" fmla="*/ 3507984 w 5799173"/>
              <a:gd name="connsiteY47893" fmla="*/ 4038801 h 5017219"/>
              <a:gd name="connsiteX47894" fmla="*/ 3499178 w 5799173"/>
              <a:gd name="connsiteY47894" fmla="*/ 4023430 h 5017219"/>
              <a:gd name="connsiteX47895" fmla="*/ 3499177 w 5799173"/>
              <a:gd name="connsiteY47895" fmla="*/ 4022185 h 5017219"/>
              <a:gd name="connsiteX47896" fmla="*/ 3508065 w 5799173"/>
              <a:gd name="connsiteY47896" fmla="*/ 4006824 h 5017219"/>
              <a:gd name="connsiteX47897" fmla="*/ 3509144 w 5799173"/>
              <a:gd name="connsiteY47897" fmla="*/ 4006159 h 5017219"/>
              <a:gd name="connsiteX47898" fmla="*/ 3526840 w 5799173"/>
              <a:gd name="connsiteY47898" fmla="*/ 4006161 h 5017219"/>
              <a:gd name="connsiteX47899" fmla="*/ 3527920 w 5799173"/>
              <a:gd name="connsiteY47899" fmla="*/ 4006825 h 5017219"/>
              <a:gd name="connsiteX47900" fmla="*/ 3536729 w 5799173"/>
              <a:gd name="connsiteY47900" fmla="*/ 4022188 h 5017219"/>
              <a:gd name="connsiteX47901" fmla="*/ 3536729 w 5799173"/>
              <a:gd name="connsiteY47901" fmla="*/ 4023433 h 5017219"/>
              <a:gd name="connsiteX47902" fmla="*/ 3527840 w 5799173"/>
              <a:gd name="connsiteY47902" fmla="*/ 4038800 h 5017219"/>
              <a:gd name="connsiteX47903" fmla="*/ 3526760 w 5799173"/>
              <a:gd name="connsiteY47903" fmla="*/ 4039464 h 5017219"/>
              <a:gd name="connsiteX47904" fmla="*/ 3629411 w 5799173"/>
              <a:gd name="connsiteY47904" fmla="*/ 4071816 h 5017219"/>
              <a:gd name="connsiteX47905" fmla="*/ 3628330 w 5799173"/>
              <a:gd name="connsiteY47905" fmla="*/ 4071151 h 5017219"/>
              <a:gd name="connsiteX47906" fmla="*/ 3619525 w 5799173"/>
              <a:gd name="connsiteY47906" fmla="*/ 4055779 h 5017219"/>
              <a:gd name="connsiteX47907" fmla="*/ 3619525 w 5799173"/>
              <a:gd name="connsiteY47907" fmla="*/ 4054533 h 5017219"/>
              <a:gd name="connsiteX47908" fmla="*/ 3628413 w 5799173"/>
              <a:gd name="connsiteY47908" fmla="*/ 4039169 h 5017219"/>
              <a:gd name="connsiteX47909" fmla="*/ 3629492 w 5799173"/>
              <a:gd name="connsiteY47909" fmla="*/ 4038505 h 5017219"/>
              <a:gd name="connsiteX47910" fmla="*/ 3647188 w 5799173"/>
              <a:gd name="connsiteY47910" fmla="*/ 4038506 h 5017219"/>
              <a:gd name="connsiteX47911" fmla="*/ 3648268 w 5799173"/>
              <a:gd name="connsiteY47911" fmla="*/ 4039171 h 5017219"/>
              <a:gd name="connsiteX47912" fmla="*/ 3657076 w 5799173"/>
              <a:gd name="connsiteY47912" fmla="*/ 4054535 h 5017219"/>
              <a:gd name="connsiteX47913" fmla="*/ 3657076 w 5799173"/>
              <a:gd name="connsiteY47913" fmla="*/ 4055781 h 5017219"/>
              <a:gd name="connsiteX47914" fmla="*/ 3648187 w 5799173"/>
              <a:gd name="connsiteY47914" fmla="*/ 4071149 h 5017219"/>
              <a:gd name="connsiteX47915" fmla="*/ 3647107 w 5799173"/>
              <a:gd name="connsiteY47915" fmla="*/ 4071814 h 5017219"/>
              <a:gd name="connsiteX47916" fmla="*/ 3569095 w 5799173"/>
              <a:gd name="connsiteY47916" fmla="*/ 4055881 h 5017219"/>
              <a:gd name="connsiteX47917" fmla="*/ 3568014 w 5799173"/>
              <a:gd name="connsiteY47917" fmla="*/ 4055218 h 5017219"/>
              <a:gd name="connsiteX47918" fmla="*/ 3558960 w 5799173"/>
              <a:gd name="connsiteY47918" fmla="*/ 4039517 h 5017219"/>
              <a:gd name="connsiteX47919" fmla="*/ 3558959 w 5799173"/>
              <a:gd name="connsiteY47919" fmla="*/ 4038270 h 5017219"/>
              <a:gd name="connsiteX47920" fmla="*/ 3568012 w 5799173"/>
              <a:gd name="connsiteY47920" fmla="*/ 4022578 h 5017219"/>
              <a:gd name="connsiteX47921" fmla="*/ 3569092 w 5799173"/>
              <a:gd name="connsiteY47921" fmla="*/ 4021914 h 5017219"/>
              <a:gd name="connsiteX47922" fmla="*/ 3587203 w 5799173"/>
              <a:gd name="connsiteY47922" fmla="*/ 4021917 h 5017219"/>
              <a:gd name="connsiteX47923" fmla="*/ 3588283 w 5799173"/>
              <a:gd name="connsiteY47923" fmla="*/ 4022581 h 5017219"/>
              <a:gd name="connsiteX47924" fmla="*/ 3597340 w 5799173"/>
              <a:gd name="connsiteY47924" fmla="*/ 4038275 h 5017219"/>
              <a:gd name="connsiteX47925" fmla="*/ 3597340 w 5799173"/>
              <a:gd name="connsiteY47925" fmla="*/ 4039521 h 5017219"/>
              <a:gd name="connsiteX47926" fmla="*/ 3588287 w 5799173"/>
              <a:gd name="connsiteY47926" fmla="*/ 4055218 h 5017219"/>
              <a:gd name="connsiteX47927" fmla="*/ 3587207 w 5799173"/>
              <a:gd name="connsiteY47927" fmla="*/ 4055881 h 5017219"/>
              <a:gd name="connsiteX47928" fmla="*/ 3990218 w 5799173"/>
              <a:gd name="connsiteY47928" fmla="*/ 4169340 h 5017219"/>
              <a:gd name="connsiteX47929" fmla="*/ 3989139 w 5799173"/>
              <a:gd name="connsiteY47929" fmla="*/ 4168675 h 5017219"/>
              <a:gd name="connsiteX47930" fmla="*/ 3980000 w 5799173"/>
              <a:gd name="connsiteY47930" fmla="*/ 4152807 h 5017219"/>
              <a:gd name="connsiteX47931" fmla="*/ 3980000 w 5799173"/>
              <a:gd name="connsiteY47931" fmla="*/ 4151478 h 5017219"/>
              <a:gd name="connsiteX47932" fmla="*/ 3989139 w 5799173"/>
              <a:gd name="connsiteY47932" fmla="*/ 4135610 h 5017219"/>
              <a:gd name="connsiteX47933" fmla="*/ 3990218 w 5799173"/>
              <a:gd name="connsiteY47933" fmla="*/ 4134945 h 5017219"/>
              <a:gd name="connsiteX47934" fmla="*/ 4008496 w 5799173"/>
              <a:gd name="connsiteY47934" fmla="*/ 4134945 h 5017219"/>
              <a:gd name="connsiteX47935" fmla="*/ 4009576 w 5799173"/>
              <a:gd name="connsiteY47935" fmla="*/ 4135610 h 5017219"/>
              <a:gd name="connsiteX47936" fmla="*/ 4018715 w 5799173"/>
              <a:gd name="connsiteY47936" fmla="*/ 4151478 h 5017219"/>
              <a:gd name="connsiteX47937" fmla="*/ 4018715 w 5799173"/>
              <a:gd name="connsiteY47937" fmla="*/ 4152807 h 5017219"/>
              <a:gd name="connsiteX47938" fmla="*/ 4009576 w 5799173"/>
              <a:gd name="connsiteY47938" fmla="*/ 4168675 h 5017219"/>
              <a:gd name="connsiteX47939" fmla="*/ 4008496 w 5799173"/>
              <a:gd name="connsiteY47939" fmla="*/ 4169340 h 5017219"/>
              <a:gd name="connsiteX47940" fmla="*/ 860407 w 5799173"/>
              <a:gd name="connsiteY47940" fmla="*/ 3330848 h 5017219"/>
              <a:gd name="connsiteX47941" fmla="*/ 859242 w 5799173"/>
              <a:gd name="connsiteY47941" fmla="*/ 3330185 h 5017219"/>
              <a:gd name="connsiteX47942" fmla="*/ 849940 w 5799173"/>
              <a:gd name="connsiteY47942" fmla="*/ 3314062 h 5017219"/>
              <a:gd name="connsiteX47943" fmla="*/ 849939 w 5799173"/>
              <a:gd name="connsiteY47943" fmla="*/ 3312735 h 5017219"/>
              <a:gd name="connsiteX47944" fmla="*/ 859242 w 5799173"/>
              <a:gd name="connsiteY47944" fmla="*/ 3296622 h 5017219"/>
              <a:gd name="connsiteX47945" fmla="*/ 860406 w 5799173"/>
              <a:gd name="connsiteY47945" fmla="*/ 3295957 h 5017219"/>
              <a:gd name="connsiteX47946" fmla="*/ 879014 w 5799173"/>
              <a:gd name="connsiteY47946" fmla="*/ 3295960 h 5017219"/>
              <a:gd name="connsiteX47947" fmla="*/ 880178 w 5799173"/>
              <a:gd name="connsiteY47947" fmla="*/ 3296625 h 5017219"/>
              <a:gd name="connsiteX47948" fmla="*/ 889484 w 5799173"/>
              <a:gd name="connsiteY47948" fmla="*/ 3312737 h 5017219"/>
              <a:gd name="connsiteX47949" fmla="*/ 889484 w 5799173"/>
              <a:gd name="connsiteY47949" fmla="*/ 3314066 h 5017219"/>
              <a:gd name="connsiteX47950" fmla="*/ 880180 w 5799173"/>
              <a:gd name="connsiteY47950" fmla="*/ 3330184 h 5017219"/>
              <a:gd name="connsiteX47951" fmla="*/ 879016 w 5799173"/>
              <a:gd name="connsiteY47951" fmla="*/ 3330847 h 5017219"/>
              <a:gd name="connsiteX47952" fmla="*/ 920377 w 5799173"/>
              <a:gd name="connsiteY47952" fmla="*/ 3347268 h 5017219"/>
              <a:gd name="connsiteX47953" fmla="*/ 919214 w 5799173"/>
              <a:gd name="connsiteY47953" fmla="*/ 3346603 h 5017219"/>
              <a:gd name="connsiteX47954" fmla="*/ 909661 w 5799173"/>
              <a:gd name="connsiteY47954" fmla="*/ 3330071 h 5017219"/>
              <a:gd name="connsiteX47955" fmla="*/ 909660 w 5799173"/>
              <a:gd name="connsiteY47955" fmla="*/ 3328741 h 5017219"/>
              <a:gd name="connsiteX47956" fmla="*/ 919211 w 5799173"/>
              <a:gd name="connsiteY47956" fmla="*/ 3312222 h 5017219"/>
              <a:gd name="connsiteX47957" fmla="*/ 920374 w 5799173"/>
              <a:gd name="connsiteY47957" fmla="*/ 3311558 h 5017219"/>
              <a:gd name="connsiteX47958" fmla="*/ 939481 w 5799173"/>
              <a:gd name="connsiteY47958" fmla="*/ 3311561 h 5017219"/>
              <a:gd name="connsiteX47959" fmla="*/ 940644 w 5799173"/>
              <a:gd name="connsiteY47959" fmla="*/ 3312224 h 5017219"/>
              <a:gd name="connsiteX47960" fmla="*/ 950200 w 5799173"/>
              <a:gd name="connsiteY47960" fmla="*/ 3328748 h 5017219"/>
              <a:gd name="connsiteX47961" fmla="*/ 950201 w 5799173"/>
              <a:gd name="connsiteY47961" fmla="*/ 3330077 h 5017219"/>
              <a:gd name="connsiteX47962" fmla="*/ 940648 w 5799173"/>
              <a:gd name="connsiteY47962" fmla="*/ 3346603 h 5017219"/>
              <a:gd name="connsiteX47963" fmla="*/ 939485 w 5799173"/>
              <a:gd name="connsiteY47963" fmla="*/ 3347268 h 5017219"/>
              <a:gd name="connsiteX47964" fmla="*/ 799893 w 5799173"/>
              <a:gd name="connsiteY47964" fmla="*/ 3315182 h 5017219"/>
              <a:gd name="connsiteX47965" fmla="*/ 798729 w 5799173"/>
              <a:gd name="connsiteY47965" fmla="*/ 3314519 h 5017219"/>
              <a:gd name="connsiteX47966" fmla="*/ 789009 w 5799173"/>
              <a:gd name="connsiteY47966" fmla="*/ 3297654 h 5017219"/>
              <a:gd name="connsiteX47967" fmla="*/ 789009 w 5799173"/>
              <a:gd name="connsiteY47967" fmla="*/ 3296244 h 5017219"/>
              <a:gd name="connsiteX47968" fmla="*/ 798726 w 5799173"/>
              <a:gd name="connsiteY47968" fmla="*/ 3279389 h 5017219"/>
              <a:gd name="connsiteX47969" fmla="*/ 799889 w 5799173"/>
              <a:gd name="connsiteY47969" fmla="*/ 3278726 h 5017219"/>
              <a:gd name="connsiteX47970" fmla="*/ 819329 w 5799173"/>
              <a:gd name="connsiteY47970" fmla="*/ 3278729 h 5017219"/>
              <a:gd name="connsiteX47971" fmla="*/ 820492 w 5799173"/>
              <a:gd name="connsiteY47971" fmla="*/ 3279394 h 5017219"/>
              <a:gd name="connsiteX47972" fmla="*/ 830214 w 5799173"/>
              <a:gd name="connsiteY47972" fmla="*/ 3296251 h 5017219"/>
              <a:gd name="connsiteX47973" fmla="*/ 830215 w 5799173"/>
              <a:gd name="connsiteY47973" fmla="*/ 3297661 h 5017219"/>
              <a:gd name="connsiteX47974" fmla="*/ 820497 w 5799173"/>
              <a:gd name="connsiteY47974" fmla="*/ 3314517 h 5017219"/>
              <a:gd name="connsiteX47975" fmla="*/ 819333 w 5799173"/>
              <a:gd name="connsiteY47975" fmla="*/ 3315184 h 5017219"/>
              <a:gd name="connsiteX47976" fmla="*/ 1341565 w 5799173"/>
              <a:gd name="connsiteY47976" fmla="*/ 3460450 h 5017219"/>
              <a:gd name="connsiteX47977" fmla="*/ 1340402 w 5799173"/>
              <a:gd name="connsiteY47977" fmla="*/ 3459785 h 5017219"/>
              <a:gd name="connsiteX47978" fmla="*/ 1330766 w 5799173"/>
              <a:gd name="connsiteY47978" fmla="*/ 3443083 h 5017219"/>
              <a:gd name="connsiteX47979" fmla="*/ 1330765 w 5799173"/>
              <a:gd name="connsiteY47979" fmla="*/ 3441755 h 5017219"/>
              <a:gd name="connsiteX47980" fmla="*/ 1340400 w 5799173"/>
              <a:gd name="connsiteY47980" fmla="*/ 3425064 h 5017219"/>
              <a:gd name="connsiteX47981" fmla="*/ 1341564 w 5799173"/>
              <a:gd name="connsiteY47981" fmla="*/ 3424398 h 5017219"/>
              <a:gd name="connsiteX47982" fmla="*/ 1360920 w 5799173"/>
              <a:gd name="connsiteY47982" fmla="*/ 3424400 h 5017219"/>
              <a:gd name="connsiteX47983" fmla="*/ 1362084 w 5799173"/>
              <a:gd name="connsiteY47983" fmla="*/ 3425065 h 5017219"/>
              <a:gd name="connsiteX47984" fmla="*/ 1371723 w 5799173"/>
              <a:gd name="connsiteY47984" fmla="*/ 3441758 h 5017219"/>
              <a:gd name="connsiteX47985" fmla="*/ 1371722 w 5799173"/>
              <a:gd name="connsiteY47985" fmla="*/ 3443088 h 5017219"/>
              <a:gd name="connsiteX47986" fmla="*/ 1362086 w 5799173"/>
              <a:gd name="connsiteY47986" fmla="*/ 3459783 h 5017219"/>
              <a:gd name="connsiteX47987" fmla="*/ 1360922 w 5799173"/>
              <a:gd name="connsiteY47987" fmla="*/ 3460447 h 5017219"/>
              <a:gd name="connsiteX47988" fmla="*/ 1040541 w 5799173"/>
              <a:gd name="connsiteY47988" fmla="*/ 3379824 h 5017219"/>
              <a:gd name="connsiteX47989" fmla="*/ 1039378 w 5799173"/>
              <a:gd name="connsiteY47989" fmla="*/ 3379157 h 5017219"/>
              <a:gd name="connsiteX47990" fmla="*/ 1029658 w 5799173"/>
              <a:gd name="connsiteY47990" fmla="*/ 3362210 h 5017219"/>
              <a:gd name="connsiteX47991" fmla="*/ 1029658 w 5799173"/>
              <a:gd name="connsiteY47991" fmla="*/ 3360800 h 5017219"/>
              <a:gd name="connsiteX47992" fmla="*/ 1039457 w 5799173"/>
              <a:gd name="connsiteY47992" fmla="*/ 3343865 h 5017219"/>
              <a:gd name="connsiteX47993" fmla="*/ 1040621 w 5799173"/>
              <a:gd name="connsiteY47993" fmla="*/ 3343200 h 5017219"/>
              <a:gd name="connsiteX47994" fmla="*/ 1060143 w 5799173"/>
              <a:gd name="connsiteY47994" fmla="*/ 3343202 h 5017219"/>
              <a:gd name="connsiteX47995" fmla="*/ 1061307 w 5799173"/>
              <a:gd name="connsiteY47995" fmla="*/ 3343867 h 5017219"/>
              <a:gd name="connsiteX47996" fmla="*/ 1071028 w 5799173"/>
              <a:gd name="connsiteY47996" fmla="*/ 3360807 h 5017219"/>
              <a:gd name="connsiteX47997" fmla="*/ 1071029 w 5799173"/>
              <a:gd name="connsiteY47997" fmla="*/ 3362217 h 5017219"/>
              <a:gd name="connsiteX47998" fmla="*/ 1061228 w 5799173"/>
              <a:gd name="connsiteY47998" fmla="*/ 3379158 h 5017219"/>
              <a:gd name="connsiteX47999" fmla="*/ 1060064 w 5799173"/>
              <a:gd name="connsiteY47999" fmla="*/ 3379825 h 5017219"/>
              <a:gd name="connsiteX48000" fmla="*/ 980399 w 5799173"/>
              <a:gd name="connsiteY48000" fmla="*/ 3363774 h 5017219"/>
              <a:gd name="connsiteX48001" fmla="*/ 979236 w 5799173"/>
              <a:gd name="connsiteY48001" fmla="*/ 3363109 h 5017219"/>
              <a:gd name="connsiteX48002" fmla="*/ 969600 w 5799173"/>
              <a:gd name="connsiteY48002" fmla="*/ 3346490 h 5017219"/>
              <a:gd name="connsiteX48003" fmla="*/ 969601 w 5799173"/>
              <a:gd name="connsiteY48003" fmla="*/ 3345159 h 5017219"/>
              <a:gd name="connsiteX48004" fmla="*/ 979237 w 5799173"/>
              <a:gd name="connsiteY48004" fmla="*/ 3328547 h 5017219"/>
              <a:gd name="connsiteX48005" fmla="*/ 980400 w 5799173"/>
              <a:gd name="connsiteY48005" fmla="*/ 3327883 h 5017219"/>
              <a:gd name="connsiteX48006" fmla="*/ 999591 w 5799173"/>
              <a:gd name="connsiteY48006" fmla="*/ 3327883 h 5017219"/>
              <a:gd name="connsiteX48007" fmla="*/ 1000754 w 5799173"/>
              <a:gd name="connsiteY48007" fmla="*/ 3328548 h 5017219"/>
              <a:gd name="connsiteX48008" fmla="*/ 1010392 w 5799173"/>
              <a:gd name="connsiteY48008" fmla="*/ 3345161 h 5017219"/>
              <a:gd name="connsiteX48009" fmla="*/ 1010392 w 5799173"/>
              <a:gd name="connsiteY48009" fmla="*/ 3346491 h 5017219"/>
              <a:gd name="connsiteX48010" fmla="*/ 1000754 w 5799173"/>
              <a:gd name="connsiteY48010" fmla="*/ 3363108 h 5017219"/>
              <a:gd name="connsiteX48011" fmla="*/ 999591 w 5799173"/>
              <a:gd name="connsiteY48011" fmla="*/ 3363772 h 5017219"/>
              <a:gd name="connsiteX48012" fmla="*/ 1221139 w 5799173"/>
              <a:gd name="connsiteY48012" fmla="*/ 3428284 h 5017219"/>
              <a:gd name="connsiteX48013" fmla="*/ 1219976 w 5799173"/>
              <a:gd name="connsiteY48013" fmla="*/ 3427617 h 5017219"/>
              <a:gd name="connsiteX48014" fmla="*/ 1210257 w 5799173"/>
              <a:gd name="connsiteY48014" fmla="*/ 3410750 h 5017219"/>
              <a:gd name="connsiteX48015" fmla="*/ 1210257 w 5799173"/>
              <a:gd name="connsiteY48015" fmla="*/ 3409338 h 5017219"/>
              <a:gd name="connsiteX48016" fmla="*/ 1219975 w 5799173"/>
              <a:gd name="connsiteY48016" fmla="*/ 3392481 h 5017219"/>
              <a:gd name="connsiteX48017" fmla="*/ 1221138 w 5799173"/>
              <a:gd name="connsiteY48017" fmla="*/ 3391816 h 5017219"/>
              <a:gd name="connsiteX48018" fmla="*/ 1240578 w 5799173"/>
              <a:gd name="connsiteY48018" fmla="*/ 3391818 h 5017219"/>
              <a:gd name="connsiteX48019" fmla="*/ 1241741 w 5799173"/>
              <a:gd name="connsiteY48019" fmla="*/ 3392484 h 5017219"/>
              <a:gd name="connsiteX48020" fmla="*/ 1251463 w 5799173"/>
              <a:gd name="connsiteY48020" fmla="*/ 3409343 h 5017219"/>
              <a:gd name="connsiteX48021" fmla="*/ 1251463 w 5799173"/>
              <a:gd name="connsiteY48021" fmla="*/ 3410753 h 5017219"/>
              <a:gd name="connsiteX48022" fmla="*/ 1241744 w 5799173"/>
              <a:gd name="connsiteY48022" fmla="*/ 3427615 h 5017219"/>
              <a:gd name="connsiteX48023" fmla="*/ 1240580 w 5799173"/>
              <a:gd name="connsiteY48023" fmla="*/ 3428281 h 5017219"/>
              <a:gd name="connsiteX48024" fmla="*/ 3929539 w 5799173"/>
              <a:gd name="connsiteY48024" fmla="*/ 4154029 h 5017219"/>
              <a:gd name="connsiteX48025" fmla="*/ 3928376 w 5799173"/>
              <a:gd name="connsiteY48025" fmla="*/ 4153365 h 5017219"/>
              <a:gd name="connsiteX48026" fmla="*/ 3918740 w 5799173"/>
              <a:gd name="connsiteY48026" fmla="*/ 4136663 h 5017219"/>
              <a:gd name="connsiteX48027" fmla="*/ 3918740 w 5799173"/>
              <a:gd name="connsiteY48027" fmla="*/ 4135332 h 5017219"/>
              <a:gd name="connsiteX48028" fmla="*/ 3928376 w 5799173"/>
              <a:gd name="connsiteY48028" fmla="*/ 4118639 h 5017219"/>
              <a:gd name="connsiteX48029" fmla="*/ 3929539 w 5799173"/>
              <a:gd name="connsiteY48029" fmla="*/ 4117974 h 5017219"/>
              <a:gd name="connsiteX48030" fmla="*/ 3948897 w 5799173"/>
              <a:gd name="connsiteY48030" fmla="*/ 4117974 h 5017219"/>
              <a:gd name="connsiteX48031" fmla="*/ 3950060 w 5799173"/>
              <a:gd name="connsiteY48031" fmla="*/ 4118638 h 5017219"/>
              <a:gd name="connsiteX48032" fmla="*/ 3959698 w 5799173"/>
              <a:gd name="connsiteY48032" fmla="*/ 4135334 h 5017219"/>
              <a:gd name="connsiteX48033" fmla="*/ 3959698 w 5799173"/>
              <a:gd name="connsiteY48033" fmla="*/ 4136664 h 5017219"/>
              <a:gd name="connsiteX48034" fmla="*/ 3950060 w 5799173"/>
              <a:gd name="connsiteY48034" fmla="*/ 4153363 h 5017219"/>
              <a:gd name="connsiteX48035" fmla="*/ 3948898 w 5799173"/>
              <a:gd name="connsiteY48035" fmla="*/ 4154027 h 5017219"/>
              <a:gd name="connsiteX48036" fmla="*/ 1100630 w 5799173"/>
              <a:gd name="connsiteY48036" fmla="*/ 3396315 h 5017219"/>
              <a:gd name="connsiteX48037" fmla="*/ 1099467 w 5799173"/>
              <a:gd name="connsiteY48037" fmla="*/ 3395650 h 5017219"/>
              <a:gd name="connsiteX48038" fmla="*/ 1089748 w 5799173"/>
              <a:gd name="connsiteY48038" fmla="*/ 3378698 h 5017219"/>
              <a:gd name="connsiteX48039" fmla="*/ 1089748 w 5799173"/>
              <a:gd name="connsiteY48039" fmla="*/ 3377287 h 5017219"/>
              <a:gd name="connsiteX48040" fmla="*/ 1099551 w 5799173"/>
              <a:gd name="connsiteY48040" fmla="*/ 3360341 h 5017219"/>
              <a:gd name="connsiteX48041" fmla="*/ 1100714 w 5799173"/>
              <a:gd name="connsiteY48041" fmla="*/ 3359676 h 5017219"/>
              <a:gd name="connsiteX48042" fmla="*/ 1120237 w 5799173"/>
              <a:gd name="connsiteY48042" fmla="*/ 3359676 h 5017219"/>
              <a:gd name="connsiteX48043" fmla="*/ 1121400 w 5799173"/>
              <a:gd name="connsiteY48043" fmla="*/ 3360341 h 5017219"/>
              <a:gd name="connsiteX48044" fmla="*/ 1131121 w 5799173"/>
              <a:gd name="connsiteY48044" fmla="*/ 3377288 h 5017219"/>
              <a:gd name="connsiteX48045" fmla="*/ 1131121 w 5799173"/>
              <a:gd name="connsiteY48045" fmla="*/ 3378699 h 5017219"/>
              <a:gd name="connsiteX48046" fmla="*/ 1121317 w 5799173"/>
              <a:gd name="connsiteY48046" fmla="*/ 3395649 h 5017219"/>
              <a:gd name="connsiteX48047" fmla="*/ 1120154 w 5799173"/>
              <a:gd name="connsiteY48047" fmla="*/ 3396314 h 5017219"/>
              <a:gd name="connsiteX48048" fmla="*/ 3688477 w 5799173"/>
              <a:gd name="connsiteY48048" fmla="*/ 4089938 h 5017219"/>
              <a:gd name="connsiteX48049" fmla="*/ 3687231 w 5799173"/>
              <a:gd name="connsiteY48049" fmla="*/ 4089192 h 5017219"/>
              <a:gd name="connsiteX48050" fmla="*/ 3677261 w 5799173"/>
              <a:gd name="connsiteY48050" fmla="*/ 4071828 h 5017219"/>
              <a:gd name="connsiteX48051" fmla="*/ 3677261 w 5799173"/>
              <a:gd name="connsiteY48051" fmla="*/ 4070416 h 5017219"/>
              <a:gd name="connsiteX48052" fmla="*/ 3687310 w 5799173"/>
              <a:gd name="connsiteY48052" fmla="*/ 4053065 h 5017219"/>
              <a:gd name="connsiteX48053" fmla="*/ 3688557 w 5799173"/>
              <a:gd name="connsiteY48053" fmla="*/ 4052317 h 5017219"/>
              <a:gd name="connsiteX48054" fmla="*/ 3708578 w 5799173"/>
              <a:gd name="connsiteY48054" fmla="*/ 4052320 h 5017219"/>
              <a:gd name="connsiteX48055" fmla="*/ 3709824 w 5799173"/>
              <a:gd name="connsiteY48055" fmla="*/ 4053068 h 5017219"/>
              <a:gd name="connsiteX48056" fmla="*/ 3719795 w 5799173"/>
              <a:gd name="connsiteY48056" fmla="*/ 4070422 h 5017219"/>
              <a:gd name="connsiteX48057" fmla="*/ 3719796 w 5799173"/>
              <a:gd name="connsiteY48057" fmla="*/ 4071834 h 5017219"/>
              <a:gd name="connsiteX48058" fmla="*/ 3709745 w 5799173"/>
              <a:gd name="connsiteY48058" fmla="*/ 4089191 h 5017219"/>
              <a:gd name="connsiteX48059" fmla="*/ 3708499 w 5799173"/>
              <a:gd name="connsiteY48059" fmla="*/ 4089939 h 5017219"/>
              <a:gd name="connsiteX48060" fmla="*/ 1521862 w 5799173"/>
              <a:gd name="connsiteY48060" fmla="*/ 3509414 h 5017219"/>
              <a:gd name="connsiteX48061" fmla="*/ 1520617 w 5799173"/>
              <a:gd name="connsiteY48061" fmla="*/ 3508748 h 5017219"/>
              <a:gd name="connsiteX48062" fmla="*/ 1510730 w 5799173"/>
              <a:gd name="connsiteY48062" fmla="*/ 3491549 h 5017219"/>
              <a:gd name="connsiteX48063" fmla="*/ 1510731 w 5799173"/>
              <a:gd name="connsiteY48063" fmla="*/ 3490135 h 5017219"/>
              <a:gd name="connsiteX48064" fmla="*/ 1520616 w 5799173"/>
              <a:gd name="connsiteY48064" fmla="*/ 3472944 h 5017219"/>
              <a:gd name="connsiteX48065" fmla="*/ 1521861 w 5799173"/>
              <a:gd name="connsiteY48065" fmla="*/ 3472278 h 5017219"/>
              <a:gd name="connsiteX48066" fmla="*/ 1541717 w 5799173"/>
              <a:gd name="connsiteY48066" fmla="*/ 3472281 h 5017219"/>
              <a:gd name="connsiteX48067" fmla="*/ 1542964 w 5799173"/>
              <a:gd name="connsiteY48067" fmla="*/ 3472946 h 5017219"/>
              <a:gd name="connsiteX48068" fmla="*/ 1552851 w 5799173"/>
              <a:gd name="connsiteY48068" fmla="*/ 3490139 h 5017219"/>
              <a:gd name="connsiteX48069" fmla="*/ 1552851 w 5799173"/>
              <a:gd name="connsiteY48069" fmla="*/ 3491550 h 5017219"/>
              <a:gd name="connsiteX48070" fmla="*/ 1542965 w 5799173"/>
              <a:gd name="connsiteY48070" fmla="*/ 3508747 h 5017219"/>
              <a:gd name="connsiteX48071" fmla="*/ 1541718 w 5799173"/>
              <a:gd name="connsiteY48071" fmla="*/ 3509411 h 5017219"/>
              <a:gd name="connsiteX48072" fmla="*/ 1461618 w 5799173"/>
              <a:gd name="connsiteY48072" fmla="*/ 3493275 h 5017219"/>
              <a:gd name="connsiteX48073" fmla="*/ 1460372 w 5799173"/>
              <a:gd name="connsiteY48073" fmla="*/ 3492609 h 5017219"/>
              <a:gd name="connsiteX48074" fmla="*/ 1450402 w 5799173"/>
              <a:gd name="connsiteY48074" fmla="*/ 3475327 h 5017219"/>
              <a:gd name="connsiteX48075" fmla="*/ 1450402 w 5799173"/>
              <a:gd name="connsiteY48075" fmla="*/ 3473916 h 5017219"/>
              <a:gd name="connsiteX48076" fmla="*/ 1460370 w 5799173"/>
              <a:gd name="connsiteY48076" fmla="*/ 3456643 h 5017219"/>
              <a:gd name="connsiteX48077" fmla="*/ 1461616 w 5799173"/>
              <a:gd name="connsiteY48077" fmla="*/ 3455979 h 5017219"/>
              <a:gd name="connsiteX48078" fmla="*/ 1481554 w 5799173"/>
              <a:gd name="connsiteY48078" fmla="*/ 3455981 h 5017219"/>
              <a:gd name="connsiteX48079" fmla="*/ 1482800 w 5799173"/>
              <a:gd name="connsiteY48079" fmla="*/ 3456646 h 5017219"/>
              <a:gd name="connsiteX48080" fmla="*/ 1492771 w 5799173"/>
              <a:gd name="connsiteY48080" fmla="*/ 3473920 h 5017219"/>
              <a:gd name="connsiteX48081" fmla="*/ 1492771 w 5799173"/>
              <a:gd name="connsiteY48081" fmla="*/ 3475331 h 5017219"/>
              <a:gd name="connsiteX48082" fmla="*/ 1482803 w 5799173"/>
              <a:gd name="connsiteY48082" fmla="*/ 3492609 h 5017219"/>
              <a:gd name="connsiteX48083" fmla="*/ 1481557 w 5799173"/>
              <a:gd name="connsiteY48083" fmla="*/ 3493274 h 5017219"/>
              <a:gd name="connsiteX48084" fmla="*/ 1160734 w 5799173"/>
              <a:gd name="connsiteY48084" fmla="*/ 3412692 h 5017219"/>
              <a:gd name="connsiteX48085" fmla="*/ 1159489 w 5799173"/>
              <a:gd name="connsiteY48085" fmla="*/ 3412028 h 5017219"/>
              <a:gd name="connsiteX48086" fmla="*/ 1149603 w 5799173"/>
              <a:gd name="connsiteY48086" fmla="*/ 3394826 h 5017219"/>
              <a:gd name="connsiteX48087" fmla="*/ 1149603 w 5799173"/>
              <a:gd name="connsiteY48087" fmla="*/ 3393413 h 5017219"/>
              <a:gd name="connsiteX48088" fmla="*/ 1159489 w 5799173"/>
              <a:gd name="connsiteY48088" fmla="*/ 3376220 h 5017219"/>
              <a:gd name="connsiteX48089" fmla="*/ 1160734 w 5799173"/>
              <a:gd name="connsiteY48089" fmla="*/ 3375556 h 5017219"/>
              <a:gd name="connsiteX48090" fmla="*/ 1180590 w 5799173"/>
              <a:gd name="connsiteY48090" fmla="*/ 3375556 h 5017219"/>
              <a:gd name="connsiteX48091" fmla="*/ 1181837 w 5799173"/>
              <a:gd name="connsiteY48091" fmla="*/ 3376222 h 5017219"/>
              <a:gd name="connsiteX48092" fmla="*/ 1191723 w 5799173"/>
              <a:gd name="connsiteY48092" fmla="*/ 3393416 h 5017219"/>
              <a:gd name="connsiteX48093" fmla="*/ 1191723 w 5799173"/>
              <a:gd name="connsiteY48093" fmla="*/ 3394828 h 5017219"/>
              <a:gd name="connsiteX48094" fmla="*/ 1181837 w 5799173"/>
              <a:gd name="connsiteY48094" fmla="*/ 3412025 h 5017219"/>
              <a:gd name="connsiteX48095" fmla="*/ 1180590 w 5799173"/>
              <a:gd name="connsiteY48095" fmla="*/ 3412690 h 5017219"/>
              <a:gd name="connsiteX48096" fmla="*/ 3868951 w 5799173"/>
              <a:gd name="connsiteY48096" fmla="*/ 4138496 h 5017219"/>
              <a:gd name="connsiteX48097" fmla="*/ 3867704 w 5799173"/>
              <a:gd name="connsiteY48097" fmla="*/ 4137749 h 5017219"/>
              <a:gd name="connsiteX48098" fmla="*/ 3857569 w 5799173"/>
              <a:gd name="connsiteY48098" fmla="*/ 4120220 h 5017219"/>
              <a:gd name="connsiteX48099" fmla="*/ 3857568 w 5799173"/>
              <a:gd name="connsiteY48099" fmla="*/ 4118809 h 5017219"/>
              <a:gd name="connsiteX48100" fmla="*/ 3867702 w 5799173"/>
              <a:gd name="connsiteY48100" fmla="*/ 4101289 h 5017219"/>
              <a:gd name="connsiteX48101" fmla="*/ 3868947 w 5799173"/>
              <a:gd name="connsiteY48101" fmla="*/ 4100542 h 5017219"/>
              <a:gd name="connsiteX48102" fmla="*/ 3889218 w 5799173"/>
              <a:gd name="connsiteY48102" fmla="*/ 4100544 h 5017219"/>
              <a:gd name="connsiteX48103" fmla="*/ 3890464 w 5799173"/>
              <a:gd name="connsiteY48103" fmla="*/ 4101293 h 5017219"/>
              <a:gd name="connsiteX48104" fmla="*/ 3900602 w 5799173"/>
              <a:gd name="connsiteY48104" fmla="*/ 4118814 h 5017219"/>
              <a:gd name="connsiteX48105" fmla="*/ 3900602 w 5799173"/>
              <a:gd name="connsiteY48105" fmla="*/ 4120226 h 5017219"/>
              <a:gd name="connsiteX48106" fmla="*/ 3890468 w 5799173"/>
              <a:gd name="connsiteY48106" fmla="*/ 4137748 h 5017219"/>
              <a:gd name="connsiteX48107" fmla="*/ 3889222 w 5799173"/>
              <a:gd name="connsiteY48107" fmla="*/ 4138496 h 5017219"/>
              <a:gd name="connsiteX48108" fmla="*/ 1281000 w 5799173"/>
              <a:gd name="connsiteY48108" fmla="*/ 3445111 h 5017219"/>
              <a:gd name="connsiteX48109" fmla="*/ 1279754 w 5799173"/>
              <a:gd name="connsiteY48109" fmla="*/ 3444447 h 5017219"/>
              <a:gd name="connsiteX48110" fmla="*/ 1269785 w 5799173"/>
              <a:gd name="connsiteY48110" fmla="*/ 3427162 h 5017219"/>
              <a:gd name="connsiteX48111" fmla="*/ 1269785 w 5799173"/>
              <a:gd name="connsiteY48111" fmla="*/ 3425750 h 5017219"/>
              <a:gd name="connsiteX48112" fmla="*/ 1279755 w 5799173"/>
              <a:gd name="connsiteY48112" fmla="*/ 3408472 h 5017219"/>
              <a:gd name="connsiteX48113" fmla="*/ 1281001 w 5799173"/>
              <a:gd name="connsiteY48113" fmla="*/ 3407807 h 5017219"/>
              <a:gd name="connsiteX48114" fmla="*/ 1300939 w 5799173"/>
              <a:gd name="connsiteY48114" fmla="*/ 3407807 h 5017219"/>
              <a:gd name="connsiteX48115" fmla="*/ 1302185 w 5799173"/>
              <a:gd name="connsiteY48115" fmla="*/ 3408472 h 5017219"/>
              <a:gd name="connsiteX48116" fmla="*/ 1312155 w 5799173"/>
              <a:gd name="connsiteY48116" fmla="*/ 3425751 h 5017219"/>
              <a:gd name="connsiteX48117" fmla="*/ 1312155 w 5799173"/>
              <a:gd name="connsiteY48117" fmla="*/ 3427163 h 5017219"/>
              <a:gd name="connsiteX48118" fmla="*/ 1302185 w 5799173"/>
              <a:gd name="connsiteY48118" fmla="*/ 3444446 h 5017219"/>
              <a:gd name="connsiteX48119" fmla="*/ 1300940 w 5799173"/>
              <a:gd name="connsiteY48119" fmla="*/ 3445110 h 5017219"/>
              <a:gd name="connsiteX48120" fmla="*/ 1401294 w 5799173"/>
              <a:gd name="connsiteY48120" fmla="*/ 3477515 h 5017219"/>
              <a:gd name="connsiteX48121" fmla="*/ 1400049 w 5799173"/>
              <a:gd name="connsiteY48121" fmla="*/ 3476766 h 5017219"/>
              <a:gd name="connsiteX48122" fmla="*/ 1390079 w 5799173"/>
              <a:gd name="connsiteY48122" fmla="*/ 3459402 h 5017219"/>
              <a:gd name="connsiteX48123" fmla="*/ 1390079 w 5799173"/>
              <a:gd name="connsiteY48123" fmla="*/ 3457990 h 5017219"/>
              <a:gd name="connsiteX48124" fmla="*/ 1400132 w 5799173"/>
              <a:gd name="connsiteY48124" fmla="*/ 3440626 h 5017219"/>
              <a:gd name="connsiteX48125" fmla="*/ 1401378 w 5799173"/>
              <a:gd name="connsiteY48125" fmla="*/ 3439878 h 5017219"/>
              <a:gd name="connsiteX48126" fmla="*/ 1421400 w 5799173"/>
              <a:gd name="connsiteY48126" fmla="*/ 3439879 h 5017219"/>
              <a:gd name="connsiteX48127" fmla="*/ 1422646 w 5799173"/>
              <a:gd name="connsiteY48127" fmla="*/ 3440626 h 5017219"/>
              <a:gd name="connsiteX48128" fmla="*/ 1432616 w 5799173"/>
              <a:gd name="connsiteY48128" fmla="*/ 3457989 h 5017219"/>
              <a:gd name="connsiteX48129" fmla="*/ 1432616 w 5799173"/>
              <a:gd name="connsiteY48129" fmla="*/ 3459402 h 5017219"/>
              <a:gd name="connsiteX48130" fmla="*/ 1422562 w 5799173"/>
              <a:gd name="connsiteY48130" fmla="*/ 3476766 h 5017219"/>
              <a:gd name="connsiteX48131" fmla="*/ 1421316 w 5799173"/>
              <a:gd name="connsiteY48131" fmla="*/ 3477514 h 5017219"/>
              <a:gd name="connsiteX48132" fmla="*/ 4102004 w 5799173"/>
              <a:gd name="connsiteY48132" fmla="*/ 4243487 h 5017219"/>
              <a:gd name="connsiteX48133" fmla="*/ 4101589 w 5799173"/>
              <a:gd name="connsiteY48133" fmla="*/ 4243236 h 5017219"/>
              <a:gd name="connsiteX48134" fmla="*/ 4097852 w 5799173"/>
              <a:gd name="connsiteY48134" fmla="*/ 4236836 h 5017219"/>
              <a:gd name="connsiteX48135" fmla="*/ 4097852 w 5799173"/>
              <a:gd name="connsiteY48135" fmla="*/ 4236337 h 5017219"/>
              <a:gd name="connsiteX48136" fmla="*/ 4101590 w 5799173"/>
              <a:gd name="connsiteY48136" fmla="*/ 4229939 h 5017219"/>
              <a:gd name="connsiteX48137" fmla="*/ 4102006 w 5799173"/>
              <a:gd name="connsiteY48137" fmla="*/ 4229690 h 5017219"/>
              <a:gd name="connsiteX48138" fmla="*/ 4109400 w 5799173"/>
              <a:gd name="connsiteY48138" fmla="*/ 4229691 h 5017219"/>
              <a:gd name="connsiteX48139" fmla="*/ 4109815 w 5799173"/>
              <a:gd name="connsiteY48139" fmla="*/ 4229939 h 5017219"/>
              <a:gd name="connsiteX48140" fmla="*/ 4113554 w 5799173"/>
              <a:gd name="connsiteY48140" fmla="*/ 4236337 h 5017219"/>
              <a:gd name="connsiteX48141" fmla="*/ 4113553 w 5799173"/>
              <a:gd name="connsiteY48141" fmla="*/ 4236838 h 5017219"/>
              <a:gd name="connsiteX48142" fmla="*/ 4109814 w 5799173"/>
              <a:gd name="connsiteY48142" fmla="*/ 4243234 h 5017219"/>
              <a:gd name="connsiteX48143" fmla="*/ 4109399 w 5799173"/>
              <a:gd name="connsiteY48143" fmla="*/ 4243484 h 5017219"/>
              <a:gd name="connsiteX48144" fmla="*/ 3076694 w 5799173"/>
              <a:gd name="connsiteY48144" fmla="*/ 3973196 h 5017219"/>
              <a:gd name="connsiteX48145" fmla="*/ 3075946 w 5799173"/>
              <a:gd name="connsiteY48145" fmla="*/ 3972783 h 5017219"/>
              <a:gd name="connsiteX48146" fmla="*/ 3069965 w 5799173"/>
              <a:gd name="connsiteY48146" fmla="*/ 3962479 h 5017219"/>
              <a:gd name="connsiteX48147" fmla="*/ 3069966 w 5799173"/>
              <a:gd name="connsiteY48147" fmla="*/ 3961644 h 5017219"/>
              <a:gd name="connsiteX48148" fmla="*/ 3075947 w 5799173"/>
              <a:gd name="connsiteY48148" fmla="*/ 3951346 h 5017219"/>
              <a:gd name="connsiteX48149" fmla="*/ 3076694 w 5799173"/>
              <a:gd name="connsiteY48149" fmla="*/ 3950930 h 5017219"/>
              <a:gd name="connsiteX48150" fmla="*/ 3088576 w 5799173"/>
              <a:gd name="connsiteY48150" fmla="*/ 3950930 h 5017219"/>
              <a:gd name="connsiteX48151" fmla="*/ 3089322 w 5799173"/>
              <a:gd name="connsiteY48151" fmla="*/ 3951345 h 5017219"/>
              <a:gd name="connsiteX48152" fmla="*/ 3095304 w 5799173"/>
              <a:gd name="connsiteY48152" fmla="*/ 3961647 h 5017219"/>
              <a:gd name="connsiteX48153" fmla="*/ 3095304 w 5799173"/>
              <a:gd name="connsiteY48153" fmla="*/ 3962479 h 5017219"/>
              <a:gd name="connsiteX48154" fmla="*/ 3089321 w 5799173"/>
              <a:gd name="connsiteY48154" fmla="*/ 3972784 h 5017219"/>
              <a:gd name="connsiteX48155" fmla="*/ 3088574 w 5799173"/>
              <a:gd name="connsiteY48155" fmla="*/ 3973200 h 5017219"/>
              <a:gd name="connsiteX48156" fmla="*/ 1931870 w 5799173"/>
              <a:gd name="connsiteY48156" fmla="*/ 3669402 h 5017219"/>
              <a:gd name="connsiteX48157" fmla="*/ 1931039 w 5799173"/>
              <a:gd name="connsiteY48157" fmla="*/ 3668903 h 5017219"/>
              <a:gd name="connsiteX48158" fmla="*/ 1923895 w 5799173"/>
              <a:gd name="connsiteY48158" fmla="*/ 3656608 h 5017219"/>
              <a:gd name="connsiteX48159" fmla="*/ 1923895 w 5799173"/>
              <a:gd name="connsiteY48159" fmla="*/ 3655610 h 5017219"/>
              <a:gd name="connsiteX48160" fmla="*/ 1931039 w 5799173"/>
              <a:gd name="connsiteY48160" fmla="*/ 3643313 h 5017219"/>
              <a:gd name="connsiteX48161" fmla="*/ 1931870 w 5799173"/>
              <a:gd name="connsiteY48161" fmla="*/ 3642815 h 5017219"/>
              <a:gd name="connsiteX48162" fmla="*/ 1946077 w 5799173"/>
              <a:gd name="connsiteY48162" fmla="*/ 3642815 h 5017219"/>
              <a:gd name="connsiteX48163" fmla="*/ 1946908 w 5799173"/>
              <a:gd name="connsiteY48163" fmla="*/ 3643313 h 5017219"/>
              <a:gd name="connsiteX48164" fmla="*/ 1954053 w 5799173"/>
              <a:gd name="connsiteY48164" fmla="*/ 3655610 h 5017219"/>
              <a:gd name="connsiteX48165" fmla="*/ 1954053 w 5799173"/>
              <a:gd name="connsiteY48165" fmla="*/ 3656606 h 5017219"/>
              <a:gd name="connsiteX48166" fmla="*/ 1946908 w 5799173"/>
              <a:gd name="connsiteY48166" fmla="*/ 3668903 h 5017219"/>
              <a:gd name="connsiteX48167" fmla="*/ 1946077 w 5799173"/>
              <a:gd name="connsiteY48167" fmla="*/ 3669401 h 5017219"/>
              <a:gd name="connsiteX48168" fmla="*/ 3135000 w 5799173"/>
              <a:gd name="connsiteY48168" fmla="*/ 3992964 h 5017219"/>
              <a:gd name="connsiteX48169" fmla="*/ 3134086 w 5799173"/>
              <a:gd name="connsiteY48169" fmla="*/ 3992383 h 5017219"/>
              <a:gd name="connsiteX48170" fmla="*/ 3126278 w 5799173"/>
              <a:gd name="connsiteY48170" fmla="*/ 3978921 h 5017219"/>
              <a:gd name="connsiteX48171" fmla="*/ 3126278 w 5799173"/>
              <a:gd name="connsiteY48171" fmla="*/ 3977841 h 5017219"/>
              <a:gd name="connsiteX48172" fmla="*/ 3134088 w 5799173"/>
              <a:gd name="connsiteY48172" fmla="*/ 3964379 h 5017219"/>
              <a:gd name="connsiteX48173" fmla="*/ 3135002 w 5799173"/>
              <a:gd name="connsiteY48173" fmla="*/ 3963796 h 5017219"/>
              <a:gd name="connsiteX48174" fmla="*/ 3150537 w 5799173"/>
              <a:gd name="connsiteY48174" fmla="*/ 3963798 h 5017219"/>
              <a:gd name="connsiteX48175" fmla="*/ 3151452 w 5799173"/>
              <a:gd name="connsiteY48175" fmla="*/ 3964379 h 5017219"/>
              <a:gd name="connsiteX48176" fmla="*/ 3159260 w 5799173"/>
              <a:gd name="connsiteY48176" fmla="*/ 3977840 h 5017219"/>
              <a:gd name="connsiteX48177" fmla="*/ 3159261 w 5799173"/>
              <a:gd name="connsiteY48177" fmla="*/ 3978919 h 5017219"/>
              <a:gd name="connsiteX48178" fmla="*/ 3151451 w 5799173"/>
              <a:gd name="connsiteY48178" fmla="*/ 3992380 h 5017219"/>
              <a:gd name="connsiteX48179" fmla="*/ 3150536 w 5799173"/>
              <a:gd name="connsiteY48179" fmla="*/ 3992964 h 5017219"/>
              <a:gd name="connsiteX48180" fmla="*/ 3194792 w 5799173"/>
              <a:gd name="connsiteY48180" fmla="*/ 4009816 h 5017219"/>
              <a:gd name="connsiteX48181" fmla="*/ 3193794 w 5799173"/>
              <a:gd name="connsiteY48181" fmla="*/ 4009236 h 5017219"/>
              <a:gd name="connsiteX48182" fmla="*/ 3185653 w 5799173"/>
              <a:gd name="connsiteY48182" fmla="*/ 3995025 h 5017219"/>
              <a:gd name="connsiteX48183" fmla="*/ 3185654 w 5799173"/>
              <a:gd name="connsiteY48183" fmla="*/ 3993860 h 5017219"/>
              <a:gd name="connsiteX48184" fmla="*/ 3193879 w 5799173"/>
              <a:gd name="connsiteY48184" fmla="*/ 3979654 h 5017219"/>
              <a:gd name="connsiteX48185" fmla="*/ 3194875 w 5799173"/>
              <a:gd name="connsiteY48185" fmla="*/ 3979074 h 5017219"/>
              <a:gd name="connsiteX48186" fmla="*/ 3211242 w 5799173"/>
              <a:gd name="connsiteY48186" fmla="*/ 3979072 h 5017219"/>
              <a:gd name="connsiteX48187" fmla="*/ 3212239 w 5799173"/>
              <a:gd name="connsiteY48187" fmla="*/ 3979655 h 5017219"/>
              <a:gd name="connsiteX48188" fmla="*/ 3220381 w 5799173"/>
              <a:gd name="connsiteY48188" fmla="*/ 3993859 h 5017219"/>
              <a:gd name="connsiteX48189" fmla="*/ 3220381 w 5799173"/>
              <a:gd name="connsiteY48189" fmla="*/ 3995023 h 5017219"/>
              <a:gd name="connsiteX48190" fmla="*/ 3212155 w 5799173"/>
              <a:gd name="connsiteY48190" fmla="*/ 4009234 h 5017219"/>
              <a:gd name="connsiteX48191" fmla="*/ 3211158 w 5799173"/>
              <a:gd name="connsiteY48191" fmla="*/ 4009817 h 5017219"/>
              <a:gd name="connsiteX48192" fmla="*/ 3254876 w 5799173"/>
              <a:gd name="connsiteY48192" fmla="*/ 4026031 h 5017219"/>
              <a:gd name="connsiteX48193" fmla="*/ 3253879 w 5799173"/>
              <a:gd name="connsiteY48193" fmla="*/ 4025451 h 5017219"/>
              <a:gd name="connsiteX48194" fmla="*/ 3245489 w 5799173"/>
              <a:gd name="connsiteY48194" fmla="*/ 4010908 h 5017219"/>
              <a:gd name="connsiteX48195" fmla="*/ 3245490 w 5799173"/>
              <a:gd name="connsiteY48195" fmla="*/ 4009740 h 5017219"/>
              <a:gd name="connsiteX48196" fmla="*/ 3253881 w 5799173"/>
              <a:gd name="connsiteY48196" fmla="*/ 3995202 h 5017219"/>
              <a:gd name="connsiteX48197" fmla="*/ 3254878 w 5799173"/>
              <a:gd name="connsiteY48197" fmla="*/ 3994621 h 5017219"/>
              <a:gd name="connsiteX48198" fmla="*/ 3271659 w 5799173"/>
              <a:gd name="connsiteY48198" fmla="*/ 3994624 h 5017219"/>
              <a:gd name="connsiteX48199" fmla="*/ 3272656 w 5799173"/>
              <a:gd name="connsiteY48199" fmla="*/ 3995204 h 5017219"/>
              <a:gd name="connsiteX48200" fmla="*/ 3281048 w 5799173"/>
              <a:gd name="connsiteY48200" fmla="*/ 4009741 h 5017219"/>
              <a:gd name="connsiteX48201" fmla="*/ 3281048 w 5799173"/>
              <a:gd name="connsiteY48201" fmla="*/ 4010904 h 5017219"/>
              <a:gd name="connsiteX48202" fmla="*/ 3272656 w 5799173"/>
              <a:gd name="connsiteY48202" fmla="*/ 4025445 h 5017219"/>
              <a:gd name="connsiteX48203" fmla="*/ 3271658 w 5799173"/>
              <a:gd name="connsiteY48203" fmla="*/ 4026031 h 5017219"/>
              <a:gd name="connsiteX48204" fmla="*/ 3375281 w 5799173"/>
              <a:gd name="connsiteY48204" fmla="*/ 4058396 h 5017219"/>
              <a:gd name="connsiteX48205" fmla="*/ 3374284 w 5799173"/>
              <a:gd name="connsiteY48205" fmla="*/ 4057815 h 5017219"/>
              <a:gd name="connsiteX48206" fmla="*/ 3365977 w 5799173"/>
              <a:gd name="connsiteY48206" fmla="*/ 4043357 h 5017219"/>
              <a:gd name="connsiteX48207" fmla="*/ 3365977 w 5799173"/>
              <a:gd name="connsiteY48207" fmla="*/ 4042191 h 5017219"/>
              <a:gd name="connsiteX48208" fmla="*/ 3374286 w 5799173"/>
              <a:gd name="connsiteY48208" fmla="*/ 4027734 h 5017219"/>
              <a:gd name="connsiteX48209" fmla="*/ 3375282 w 5799173"/>
              <a:gd name="connsiteY48209" fmla="*/ 4027155 h 5017219"/>
              <a:gd name="connsiteX48210" fmla="*/ 3391981 w 5799173"/>
              <a:gd name="connsiteY48210" fmla="*/ 4027154 h 5017219"/>
              <a:gd name="connsiteX48211" fmla="*/ 3392978 w 5799173"/>
              <a:gd name="connsiteY48211" fmla="*/ 4027734 h 5017219"/>
              <a:gd name="connsiteX48212" fmla="*/ 3401286 w 5799173"/>
              <a:gd name="connsiteY48212" fmla="*/ 4042190 h 5017219"/>
              <a:gd name="connsiteX48213" fmla="*/ 3401285 w 5799173"/>
              <a:gd name="connsiteY48213" fmla="*/ 4043355 h 5017219"/>
              <a:gd name="connsiteX48214" fmla="*/ 3392976 w 5799173"/>
              <a:gd name="connsiteY48214" fmla="*/ 4057816 h 5017219"/>
              <a:gd name="connsiteX48215" fmla="*/ 3391981 w 5799173"/>
              <a:gd name="connsiteY48215" fmla="*/ 4058394 h 5017219"/>
              <a:gd name="connsiteX48216" fmla="*/ 3555671 w 5799173"/>
              <a:gd name="connsiteY48216" fmla="*/ 4106943 h 5017219"/>
              <a:gd name="connsiteX48217" fmla="*/ 3554674 w 5799173"/>
              <a:gd name="connsiteY48217" fmla="*/ 4106359 h 5017219"/>
              <a:gd name="connsiteX48218" fmla="*/ 3546201 w 5799173"/>
              <a:gd name="connsiteY48218" fmla="*/ 4091736 h 5017219"/>
              <a:gd name="connsiteX48219" fmla="*/ 3546201 w 5799173"/>
              <a:gd name="connsiteY48219" fmla="*/ 4090571 h 5017219"/>
              <a:gd name="connsiteX48220" fmla="*/ 3554675 w 5799173"/>
              <a:gd name="connsiteY48220" fmla="*/ 4075949 h 5017219"/>
              <a:gd name="connsiteX48221" fmla="*/ 3555672 w 5799173"/>
              <a:gd name="connsiteY48221" fmla="*/ 4075368 h 5017219"/>
              <a:gd name="connsiteX48222" fmla="*/ 3572537 w 5799173"/>
              <a:gd name="connsiteY48222" fmla="*/ 4075367 h 5017219"/>
              <a:gd name="connsiteX48223" fmla="*/ 3573534 w 5799173"/>
              <a:gd name="connsiteY48223" fmla="*/ 4075949 h 5017219"/>
              <a:gd name="connsiteX48224" fmla="*/ 3582008 w 5799173"/>
              <a:gd name="connsiteY48224" fmla="*/ 4090571 h 5017219"/>
              <a:gd name="connsiteX48225" fmla="*/ 3582008 w 5799173"/>
              <a:gd name="connsiteY48225" fmla="*/ 4091736 h 5017219"/>
              <a:gd name="connsiteX48226" fmla="*/ 3573533 w 5799173"/>
              <a:gd name="connsiteY48226" fmla="*/ 4106359 h 5017219"/>
              <a:gd name="connsiteX48227" fmla="*/ 3572536 w 5799173"/>
              <a:gd name="connsiteY48227" fmla="*/ 4106940 h 5017219"/>
              <a:gd name="connsiteX48228" fmla="*/ 3013946 w 5799173"/>
              <a:gd name="connsiteY48228" fmla="*/ 3961881 h 5017219"/>
              <a:gd name="connsiteX48229" fmla="*/ 3012867 w 5799173"/>
              <a:gd name="connsiteY48229" fmla="*/ 3961299 h 5017219"/>
              <a:gd name="connsiteX48230" fmla="*/ 3004312 w 5799173"/>
              <a:gd name="connsiteY48230" fmla="*/ 3946505 h 5017219"/>
              <a:gd name="connsiteX48231" fmla="*/ 3004311 w 5799173"/>
              <a:gd name="connsiteY48231" fmla="*/ 3945260 h 5017219"/>
              <a:gd name="connsiteX48232" fmla="*/ 3012868 w 5799173"/>
              <a:gd name="connsiteY48232" fmla="*/ 3930473 h 5017219"/>
              <a:gd name="connsiteX48233" fmla="*/ 3013948 w 5799173"/>
              <a:gd name="connsiteY48233" fmla="*/ 3929892 h 5017219"/>
              <a:gd name="connsiteX48234" fmla="*/ 3031062 w 5799173"/>
              <a:gd name="connsiteY48234" fmla="*/ 3929892 h 5017219"/>
              <a:gd name="connsiteX48235" fmla="*/ 3032142 w 5799173"/>
              <a:gd name="connsiteY48235" fmla="*/ 3930473 h 5017219"/>
              <a:gd name="connsiteX48236" fmla="*/ 3040699 w 5799173"/>
              <a:gd name="connsiteY48236" fmla="*/ 3945260 h 5017219"/>
              <a:gd name="connsiteX48237" fmla="*/ 3040699 w 5799173"/>
              <a:gd name="connsiteY48237" fmla="*/ 3946506 h 5017219"/>
              <a:gd name="connsiteX48238" fmla="*/ 3032141 w 5799173"/>
              <a:gd name="connsiteY48238" fmla="*/ 3961299 h 5017219"/>
              <a:gd name="connsiteX48239" fmla="*/ 3031061 w 5799173"/>
              <a:gd name="connsiteY48239" fmla="*/ 3961881 h 5017219"/>
              <a:gd name="connsiteX48240" fmla="*/ 3435141 w 5799173"/>
              <a:gd name="connsiteY48240" fmla="*/ 4074952 h 5017219"/>
              <a:gd name="connsiteX48241" fmla="*/ 3434062 w 5799173"/>
              <a:gd name="connsiteY48241" fmla="*/ 4074369 h 5017219"/>
              <a:gd name="connsiteX48242" fmla="*/ 3425505 w 5799173"/>
              <a:gd name="connsiteY48242" fmla="*/ 4059495 h 5017219"/>
              <a:gd name="connsiteX48243" fmla="*/ 3425505 w 5799173"/>
              <a:gd name="connsiteY48243" fmla="*/ 4058247 h 5017219"/>
              <a:gd name="connsiteX48244" fmla="*/ 3434146 w 5799173"/>
              <a:gd name="connsiteY48244" fmla="*/ 4043375 h 5017219"/>
              <a:gd name="connsiteX48245" fmla="*/ 3435226 w 5799173"/>
              <a:gd name="connsiteY48245" fmla="*/ 4042795 h 5017219"/>
              <a:gd name="connsiteX48246" fmla="*/ 3452423 w 5799173"/>
              <a:gd name="connsiteY48246" fmla="*/ 4042795 h 5017219"/>
              <a:gd name="connsiteX48247" fmla="*/ 3453504 w 5799173"/>
              <a:gd name="connsiteY48247" fmla="*/ 4043377 h 5017219"/>
              <a:gd name="connsiteX48248" fmla="*/ 3462061 w 5799173"/>
              <a:gd name="connsiteY48248" fmla="*/ 4058246 h 5017219"/>
              <a:gd name="connsiteX48249" fmla="*/ 3462061 w 5799173"/>
              <a:gd name="connsiteY48249" fmla="*/ 4059492 h 5017219"/>
              <a:gd name="connsiteX48250" fmla="*/ 3453420 w 5799173"/>
              <a:gd name="connsiteY48250" fmla="*/ 4074366 h 5017219"/>
              <a:gd name="connsiteX48251" fmla="*/ 3452339 w 5799173"/>
              <a:gd name="connsiteY48251" fmla="*/ 4074951 h 5017219"/>
              <a:gd name="connsiteX48252" fmla="*/ 3495348 w 5799173"/>
              <a:gd name="connsiteY48252" fmla="*/ 4091085 h 5017219"/>
              <a:gd name="connsiteX48253" fmla="*/ 3494268 w 5799173"/>
              <a:gd name="connsiteY48253" fmla="*/ 4090503 h 5017219"/>
              <a:gd name="connsiteX48254" fmla="*/ 3485629 w 5799173"/>
              <a:gd name="connsiteY48254" fmla="*/ 4075544 h 5017219"/>
              <a:gd name="connsiteX48255" fmla="*/ 3485629 w 5799173"/>
              <a:gd name="connsiteY48255" fmla="*/ 4074298 h 5017219"/>
              <a:gd name="connsiteX48256" fmla="*/ 3494268 w 5799173"/>
              <a:gd name="connsiteY48256" fmla="*/ 4059347 h 5017219"/>
              <a:gd name="connsiteX48257" fmla="*/ 3495349 w 5799173"/>
              <a:gd name="connsiteY48257" fmla="*/ 4058764 h 5017219"/>
              <a:gd name="connsiteX48258" fmla="*/ 3512629 w 5799173"/>
              <a:gd name="connsiteY48258" fmla="*/ 4058763 h 5017219"/>
              <a:gd name="connsiteX48259" fmla="*/ 3513709 w 5799173"/>
              <a:gd name="connsiteY48259" fmla="*/ 4059345 h 5017219"/>
              <a:gd name="connsiteX48260" fmla="*/ 3522350 w 5799173"/>
              <a:gd name="connsiteY48260" fmla="*/ 4074296 h 5017219"/>
              <a:gd name="connsiteX48261" fmla="*/ 3522350 w 5799173"/>
              <a:gd name="connsiteY48261" fmla="*/ 4075544 h 5017219"/>
              <a:gd name="connsiteX48262" fmla="*/ 3513709 w 5799173"/>
              <a:gd name="connsiteY48262" fmla="*/ 4090501 h 5017219"/>
              <a:gd name="connsiteX48263" fmla="*/ 3512628 w 5799173"/>
              <a:gd name="connsiteY48263" fmla="*/ 4091083 h 5017219"/>
              <a:gd name="connsiteX48264" fmla="*/ 3314751 w 5799173"/>
              <a:gd name="connsiteY48264" fmla="*/ 4042766 h 5017219"/>
              <a:gd name="connsiteX48265" fmla="*/ 3313671 w 5799173"/>
              <a:gd name="connsiteY48265" fmla="*/ 4042183 h 5017219"/>
              <a:gd name="connsiteX48266" fmla="*/ 3305114 w 5799173"/>
              <a:gd name="connsiteY48266" fmla="*/ 4027310 h 5017219"/>
              <a:gd name="connsiteX48267" fmla="*/ 3305115 w 5799173"/>
              <a:gd name="connsiteY48267" fmla="*/ 4026061 h 5017219"/>
              <a:gd name="connsiteX48268" fmla="*/ 3313754 w 5799173"/>
              <a:gd name="connsiteY48268" fmla="*/ 4011193 h 5017219"/>
              <a:gd name="connsiteX48269" fmla="*/ 3314834 w 5799173"/>
              <a:gd name="connsiteY48269" fmla="*/ 4010612 h 5017219"/>
              <a:gd name="connsiteX48270" fmla="*/ 3332032 w 5799173"/>
              <a:gd name="connsiteY48270" fmla="*/ 4010610 h 5017219"/>
              <a:gd name="connsiteX48271" fmla="*/ 3333113 w 5799173"/>
              <a:gd name="connsiteY48271" fmla="*/ 4011190 h 5017219"/>
              <a:gd name="connsiteX48272" fmla="*/ 3341669 w 5799173"/>
              <a:gd name="connsiteY48272" fmla="*/ 4026063 h 5017219"/>
              <a:gd name="connsiteX48273" fmla="*/ 3341669 w 5799173"/>
              <a:gd name="connsiteY48273" fmla="*/ 4027309 h 5017219"/>
              <a:gd name="connsiteX48274" fmla="*/ 3333028 w 5799173"/>
              <a:gd name="connsiteY48274" fmla="*/ 4042186 h 5017219"/>
              <a:gd name="connsiteX48275" fmla="*/ 3331947 w 5799173"/>
              <a:gd name="connsiteY48275" fmla="*/ 4042766 h 5017219"/>
              <a:gd name="connsiteX48276" fmla="*/ 2351492 w 5799173"/>
              <a:gd name="connsiteY48276" fmla="*/ 3785373 h 5017219"/>
              <a:gd name="connsiteX48277" fmla="*/ 2350412 w 5799173"/>
              <a:gd name="connsiteY48277" fmla="*/ 3784707 h 5017219"/>
              <a:gd name="connsiteX48278" fmla="*/ 2341441 w 5799173"/>
              <a:gd name="connsiteY48278" fmla="*/ 3769086 h 5017219"/>
              <a:gd name="connsiteX48279" fmla="*/ 2341441 w 5799173"/>
              <a:gd name="connsiteY48279" fmla="*/ 3767838 h 5017219"/>
              <a:gd name="connsiteX48280" fmla="*/ 2350413 w 5799173"/>
              <a:gd name="connsiteY48280" fmla="*/ 3752222 h 5017219"/>
              <a:gd name="connsiteX48281" fmla="*/ 2351492 w 5799173"/>
              <a:gd name="connsiteY48281" fmla="*/ 3751558 h 5017219"/>
              <a:gd name="connsiteX48282" fmla="*/ 2369520 w 5799173"/>
              <a:gd name="connsiteY48282" fmla="*/ 3751559 h 5017219"/>
              <a:gd name="connsiteX48283" fmla="*/ 2370601 w 5799173"/>
              <a:gd name="connsiteY48283" fmla="*/ 3752221 h 5017219"/>
              <a:gd name="connsiteX48284" fmla="*/ 2379573 w 5799173"/>
              <a:gd name="connsiteY48284" fmla="*/ 3767841 h 5017219"/>
              <a:gd name="connsiteX48285" fmla="*/ 2379574 w 5799173"/>
              <a:gd name="connsiteY48285" fmla="*/ 3769086 h 5017219"/>
              <a:gd name="connsiteX48286" fmla="*/ 2370601 w 5799173"/>
              <a:gd name="connsiteY48286" fmla="*/ 3784707 h 5017219"/>
              <a:gd name="connsiteX48287" fmla="*/ 2369521 w 5799173"/>
              <a:gd name="connsiteY48287" fmla="*/ 3785369 h 5017219"/>
              <a:gd name="connsiteX48288" fmla="*/ 846697 w 5799173"/>
              <a:gd name="connsiteY48288" fmla="*/ 3382306 h 5017219"/>
              <a:gd name="connsiteX48289" fmla="*/ 845617 w 5799173"/>
              <a:gd name="connsiteY48289" fmla="*/ 3381638 h 5017219"/>
              <a:gd name="connsiteX48290" fmla="*/ 836562 w 5799173"/>
              <a:gd name="connsiteY48290" fmla="*/ 3365853 h 5017219"/>
              <a:gd name="connsiteX48291" fmla="*/ 836562 w 5799173"/>
              <a:gd name="connsiteY48291" fmla="*/ 3364521 h 5017219"/>
              <a:gd name="connsiteX48292" fmla="*/ 845700 w 5799173"/>
              <a:gd name="connsiteY48292" fmla="*/ 3348740 h 5017219"/>
              <a:gd name="connsiteX48293" fmla="*/ 846779 w 5799173"/>
              <a:gd name="connsiteY48293" fmla="*/ 3348075 h 5017219"/>
              <a:gd name="connsiteX48294" fmla="*/ 864974 w 5799173"/>
              <a:gd name="connsiteY48294" fmla="*/ 3348074 h 5017219"/>
              <a:gd name="connsiteX48295" fmla="*/ 866054 w 5799173"/>
              <a:gd name="connsiteY48295" fmla="*/ 3348740 h 5017219"/>
              <a:gd name="connsiteX48296" fmla="*/ 875111 w 5799173"/>
              <a:gd name="connsiteY48296" fmla="*/ 3364522 h 5017219"/>
              <a:gd name="connsiteX48297" fmla="*/ 875111 w 5799173"/>
              <a:gd name="connsiteY48297" fmla="*/ 3365851 h 5017219"/>
              <a:gd name="connsiteX48298" fmla="*/ 865969 w 5799173"/>
              <a:gd name="connsiteY48298" fmla="*/ 3381644 h 5017219"/>
              <a:gd name="connsiteX48299" fmla="*/ 864891 w 5799173"/>
              <a:gd name="connsiteY48299" fmla="*/ 3382306 h 5017219"/>
              <a:gd name="connsiteX48300" fmla="*/ 906571 w 5799173"/>
              <a:gd name="connsiteY48300" fmla="*/ 3399076 h 5017219"/>
              <a:gd name="connsiteX48301" fmla="*/ 905408 w 5799173"/>
              <a:gd name="connsiteY48301" fmla="*/ 3398409 h 5017219"/>
              <a:gd name="connsiteX48302" fmla="*/ 896020 w 5799173"/>
              <a:gd name="connsiteY48302" fmla="*/ 3382211 h 5017219"/>
              <a:gd name="connsiteX48303" fmla="*/ 896021 w 5799173"/>
              <a:gd name="connsiteY48303" fmla="*/ 3380879 h 5017219"/>
              <a:gd name="connsiteX48304" fmla="*/ 905409 w 5799173"/>
              <a:gd name="connsiteY48304" fmla="*/ 3364678 h 5017219"/>
              <a:gd name="connsiteX48305" fmla="*/ 906572 w 5799173"/>
              <a:gd name="connsiteY48305" fmla="*/ 3364014 h 5017219"/>
              <a:gd name="connsiteX48306" fmla="*/ 925265 w 5799173"/>
              <a:gd name="connsiteY48306" fmla="*/ 3364014 h 5017219"/>
              <a:gd name="connsiteX48307" fmla="*/ 926428 w 5799173"/>
              <a:gd name="connsiteY48307" fmla="*/ 3364679 h 5017219"/>
              <a:gd name="connsiteX48308" fmla="*/ 935816 w 5799173"/>
              <a:gd name="connsiteY48308" fmla="*/ 3380878 h 5017219"/>
              <a:gd name="connsiteX48309" fmla="*/ 935816 w 5799173"/>
              <a:gd name="connsiteY48309" fmla="*/ 3382206 h 5017219"/>
              <a:gd name="connsiteX48310" fmla="*/ 926426 w 5799173"/>
              <a:gd name="connsiteY48310" fmla="*/ 3398415 h 5017219"/>
              <a:gd name="connsiteX48311" fmla="*/ 925264 w 5799173"/>
              <a:gd name="connsiteY48311" fmla="*/ 3399077 h 5017219"/>
              <a:gd name="connsiteX48312" fmla="*/ 1146952 w 5799173"/>
              <a:gd name="connsiteY48312" fmla="*/ 3464268 h 5017219"/>
              <a:gd name="connsiteX48313" fmla="*/ 1145788 w 5799173"/>
              <a:gd name="connsiteY48313" fmla="*/ 3463603 h 5017219"/>
              <a:gd name="connsiteX48314" fmla="*/ 1135985 w 5799173"/>
              <a:gd name="connsiteY48314" fmla="*/ 3446572 h 5017219"/>
              <a:gd name="connsiteX48315" fmla="*/ 1135986 w 5799173"/>
              <a:gd name="connsiteY48315" fmla="*/ 3445157 h 5017219"/>
              <a:gd name="connsiteX48316" fmla="*/ 1145788 w 5799173"/>
              <a:gd name="connsiteY48316" fmla="*/ 3428130 h 5017219"/>
              <a:gd name="connsiteX48317" fmla="*/ 1146952 w 5799173"/>
              <a:gd name="connsiteY48317" fmla="*/ 3427465 h 5017219"/>
              <a:gd name="connsiteX48318" fmla="*/ 1166557 w 5799173"/>
              <a:gd name="connsiteY48318" fmla="*/ 3427468 h 5017219"/>
              <a:gd name="connsiteX48319" fmla="*/ 1167721 w 5799173"/>
              <a:gd name="connsiteY48319" fmla="*/ 3428130 h 5017219"/>
              <a:gd name="connsiteX48320" fmla="*/ 1177525 w 5799173"/>
              <a:gd name="connsiteY48320" fmla="*/ 3445160 h 5017219"/>
              <a:gd name="connsiteX48321" fmla="*/ 1177526 w 5799173"/>
              <a:gd name="connsiteY48321" fmla="*/ 3446570 h 5017219"/>
              <a:gd name="connsiteX48322" fmla="*/ 1167719 w 5799173"/>
              <a:gd name="connsiteY48322" fmla="*/ 3463609 h 5017219"/>
              <a:gd name="connsiteX48323" fmla="*/ 1166557 w 5799173"/>
              <a:gd name="connsiteY48323" fmla="*/ 3464270 h 5017219"/>
              <a:gd name="connsiteX48324" fmla="*/ 3734904 w 5799173"/>
              <a:gd name="connsiteY48324" fmla="*/ 4157845 h 5017219"/>
              <a:gd name="connsiteX48325" fmla="*/ 3733741 w 5799173"/>
              <a:gd name="connsiteY48325" fmla="*/ 4157181 h 5017219"/>
              <a:gd name="connsiteX48326" fmla="*/ 3724021 w 5799173"/>
              <a:gd name="connsiteY48326" fmla="*/ 4140234 h 5017219"/>
              <a:gd name="connsiteX48327" fmla="*/ 3724022 w 5799173"/>
              <a:gd name="connsiteY48327" fmla="*/ 4138817 h 5017219"/>
              <a:gd name="connsiteX48328" fmla="*/ 3733826 w 5799173"/>
              <a:gd name="connsiteY48328" fmla="*/ 4121868 h 5017219"/>
              <a:gd name="connsiteX48329" fmla="*/ 3734988 w 5799173"/>
              <a:gd name="connsiteY48329" fmla="*/ 4121202 h 5017219"/>
              <a:gd name="connsiteX48330" fmla="*/ 3754512 w 5799173"/>
              <a:gd name="connsiteY48330" fmla="*/ 4121203 h 5017219"/>
              <a:gd name="connsiteX48331" fmla="*/ 3755676 w 5799173"/>
              <a:gd name="connsiteY48331" fmla="*/ 4121868 h 5017219"/>
              <a:gd name="connsiteX48332" fmla="*/ 3765395 w 5799173"/>
              <a:gd name="connsiteY48332" fmla="*/ 4138817 h 5017219"/>
              <a:gd name="connsiteX48333" fmla="*/ 3765395 w 5799173"/>
              <a:gd name="connsiteY48333" fmla="*/ 4140228 h 5017219"/>
              <a:gd name="connsiteX48334" fmla="*/ 3755590 w 5799173"/>
              <a:gd name="connsiteY48334" fmla="*/ 4157183 h 5017219"/>
              <a:gd name="connsiteX48335" fmla="*/ 3754428 w 5799173"/>
              <a:gd name="connsiteY48335" fmla="*/ 4157846 h 5017219"/>
              <a:gd name="connsiteX48336" fmla="*/ 1387641 w 5799173"/>
              <a:gd name="connsiteY48336" fmla="*/ 3528988 h 5017219"/>
              <a:gd name="connsiteX48337" fmla="*/ 1386477 w 5799173"/>
              <a:gd name="connsiteY48337" fmla="*/ 3528323 h 5017219"/>
              <a:gd name="connsiteX48338" fmla="*/ 1376674 w 5799173"/>
              <a:gd name="connsiteY48338" fmla="*/ 3511290 h 5017219"/>
              <a:gd name="connsiteX48339" fmla="*/ 1376674 w 5799173"/>
              <a:gd name="connsiteY48339" fmla="*/ 3509879 h 5017219"/>
              <a:gd name="connsiteX48340" fmla="*/ 1386478 w 5799173"/>
              <a:gd name="connsiteY48340" fmla="*/ 3492845 h 5017219"/>
              <a:gd name="connsiteX48341" fmla="*/ 1387642 w 5799173"/>
              <a:gd name="connsiteY48341" fmla="*/ 3492180 h 5017219"/>
              <a:gd name="connsiteX48342" fmla="*/ 1407247 w 5799173"/>
              <a:gd name="connsiteY48342" fmla="*/ 3492180 h 5017219"/>
              <a:gd name="connsiteX48343" fmla="*/ 1408410 w 5799173"/>
              <a:gd name="connsiteY48343" fmla="*/ 3492846 h 5017219"/>
              <a:gd name="connsiteX48344" fmla="*/ 1418214 w 5799173"/>
              <a:gd name="connsiteY48344" fmla="*/ 3509877 h 5017219"/>
              <a:gd name="connsiteX48345" fmla="*/ 1418215 w 5799173"/>
              <a:gd name="connsiteY48345" fmla="*/ 3511288 h 5017219"/>
              <a:gd name="connsiteX48346" fmla="*/ 1408409 w 5799173"/>
              <a:gd name="connsiteY48346" fmla="*/ 3528324 h 5017219"/>
              <a:gd name="connsiteX48347" fmla="*/ 1407245 w 5799173"/>
              <a:gd name="connsiteY48347" fmla="*/ 3528992 h 5017219"/>
              <a:gd name="connsiteX48348" fmla="*/ 1447758 w 5799173"/>
              <a:gd name="connsiteY48348" fmla="*/ 3545136 h 5017219"/>
              <a:gd name="connsiteX48349" fmla="*/ 1446511 w 5799173"/>
              <a:gd name="connsiteY48349" fmla="*/ 3544475 h 5017219"/>
              <a:gd name="connsiteX48350" fmla="*/ 1436624 w 5799173"/>
              <a:gd name="connsiteY48350" fmla="*/ 3527361 h 5017219"/>
              <a:gd name="connsiteX48351" fmla="*/ 1436625 w 5799173"/>
              <a:gd name="connsiteY48351" fmla="*/ 3525946 h 5017219"/>
              <a:gd name="connsiteX48352" fmla="*/ 1446511 w 5799173"/>
              <a:gd name="connsiteY48352" fmla="*/ 3508835 h 5017219"/>
              <a:gd name="connsiteX48353" fmla="*/ 1447757 w 5799173"/>
              <a:gd name="connsiteY48353" fmla="*/ 3508171 h 5017219"/>
              <a:gd name="connsiteX48354" fmla="*/ 1467446 w 5799173"/>
              <a:gd name="connsiteY48354" fmla="*/ 3508174 h 5017219"/>
              <a:gd name="connsiteX48355" fmla="*/ 1468693 w 5799173"/>
              <a:gd name="connsiteY48355" fmla="*/ 3508837 h 5017219"/>
              <a:gd name="connsiteX48356" fmla="*/ 1478580 w 5799173"/>
              <a:gd name="connsiteY48356" fmla="*/ 3525948 h 5017219"/>
              <a:gd name="connsiteX48357" fmla="*/ 1478580 w 5799173"/>
              <a:gd name="connsiteY48357" fmla="*/ 3527361 h 5017219"/>
              <a:gd name="connsiteX48358" fmla="*/ 1468693 w 5799173"/>
              <a:gd name="connsiteY48358" fmla="*/ 3544479 h 5017219"/>
              <a:gd name="connsiteX48359" fmla="*/ 1467445 w 5799173"/>
              <a:gd name="connsiteY48359" fmla="*/ 3545146 h 5017219"/>
              <a:gd name="connsiteX48360" fmla="*/ 3975636 w 5799173"/>
              <a:gd name="connsiteY48360" fmla="*/ 4222486 h 5017219"/>
              <a:gd name="connsiteX48361" fmla="*/ 3974472 w 5799173"/>
              <a:gd name="connsiteY48361" fmla="*/ 4221825 h 5017219"/>
              <a:gd name="connsiteX48362" fmla="*/ 3964670 w 5799173"/>
              <a:gd name="connsiteY48362" fmla="*/ 4204789 h 5017219"/>
              <a:gd name="connsiteX48363" fmla="*/ 3964671 w 5799173"/>
              <a:gd name="connsiteY48363" fmla="*/ 4203376 h 5017219"/>
              <a:gd name="connsiteX48364" fmla="*/ 3974474 w 5799173"/>
              <a:gd name="connsiteY48364" fmla="*/ 4186343 h 5017219"/>
              <a:gd name="connsiteX48365" fmla="*/ 3975637 w 5799173"/>
              <a:gd name="connsiteY48365" fmla="*/ 4185680 h 5017219"/>
              <a:gd name="connsiteX48366" fmla="*/ 3995244 w 5799173"/>
              <a:gd name="connsiteY48366" fmla="*/ 4185677 h 5017219"/>
              <a:gd name="connsiteX48367" fmla="*/ 3996407 w 5799173"/>
              <a:gd name="connsiteY48367" fmla="*/ 4186343 h 5017219"/>
              <a:gd name="connsiteX48368" fmla="*/ 4006210 w 5799173"/>
              <a:gd name="connsiteY48368" fmla="*/ 4203376 h 5017219"/>
              <a:gd name="connsiteX48369" fmla="*/ 4006211 w 5799173"/>
              <a:gd name="connsiteY48369" fmla="*/ 4204787 h 5017219"/>
              <a:gd name="connsiteX48370" fmla="*/ 3996405 w 5799173"/>
              <a:gd name="connsiteY48370" fmla="*/ 4221825 h 5017219"/>
              <a:gd name="connsiteX48371" fmla="*/ 3995242 w 5799173"/>
              <a:gd name="connsiteY48371" fmla="*/ 4222490 h 5017219"/>
              <a:gd name="connsiteX48372" fmla="*/ 966351 w 5799173"/>
              <a:gd name="connsiteY48372" fmla="*/ 3416184 h 5017219"/>
              <a:gd name="connsiteX48373" fmla="*/ 965188 w 5799173"/>
              <a:gd name="connsiteY48373" fmla="*/ 3415519 h 5017219"/>
              <a:gd name="connsiteX48374" fmla="*/ 955469 w 5799173"/>
              <a:gd name="connsiteY48374" fmla="*/ 3398654 h 5017219"/>
              <a:gd name="connsiteX48375" fmla="*/ 955469 w 5799173"/>
              <a:gd name="connsiteY48375" fmla="*/ 3397240 h 5017219"/>
              <a:gd name="connsiteX48376" fmla="*/ 965190 w 5799173"/>
              <a:gd name="connsiteY48376" fmla="*/ 3380375 h 5017219"/>
              <a:gd name="connsiteX48377" fmla="*/ 966353 w 5799173"/>
              <a:gd name="connsiteY48377" fmla="*/ 3379709 h 5017219"/>
              <a:gd name="connsiteX48378" fmla="*/ 985793 w 5799173"/>
              <a:gd name="connsiteY48378" fmla="*/ 3379709 h 5017219"/>
              <a:gd name="connsiteX48379" fmla="*/ 986956 w 5799173"/>
              <a:gd name="connsiteY48379" fmla="*/ 3380374 h 5017219"/>
              <a:gd name="connsiteX48380" fmla="*/ 996676 w 5799173"/>
              <a:gd name="connsiteY48380" fmla="*/ 3397241 h 5017219"/>
              <a:gd name="connsiteX48381" fmla="*/ 996676 w 5799173"/>
              <a:gd name="connsiteY48381" fmla="*/ 3398653 h 5017219"/>
              <a:gd name="connsiteX48382" fmla="*/ 986956 w 5799173"/>
              <a:gd name="connsiteY48382" fmla="*/ 3415520 h 5017219"/>
              <a:gd name="connsiteX48383" fmla="*/ 985792 w 5799173"/>
              <a:gd name="connsiteY48383" fmla="*/ 3416185 h 5017219"/>
              <a:gd name="connsiteX48384" fmla="*/ 1086616 w 5799173"/>
              <a:gd name="connsiteY48384" fmla="*/ 3448554 h 5017219"/>
              <a:gd name="connsiteX48385" fmla="*/ 1085371 w 5799173"/>
              <a:gd name="connsiteY48385" fmla="*/ 3447893 h 5017219"/>
              <a:gd name="connsiteX48386" fmla="*/ 1075485 w 5799173"/>
              <a:gd name="connsiteY48386" fmla="*/ 3430689 h 5017219"/>
              <a:gd name="connsiteX48387" fmla="*/ 1075484 w 5799173"/>
              <a:gd name="connsiteY48387" fmla="*/ 3429282 h 5017219"/>
              <a:gd name="connsiteX48388" fmla="*/ 1085372 w 5799173"/>
              <a:gd name="connsiteY48388" fmla="*/ 3412083 h 5017219"/>
              <a:gd name="connsiteX48389" fmla="*/ 1086617 w 5799173"/>
              <a:gd name="connsiteY48389" fmla="*/ 3411417 h 5017219"/>
              <a:gd name="connsiteX48390" fmla="*/ 1106473 w 5799173"/>
              <a:gd name="connsiteY48390" fmla="*/ 3411416 h 5017219"/>
              <a:gd name="connsiteX48391" fmla="*/ 1107719 w 5799173"/>
              <a:gd name="connsiteY48391" fmla="*/ 3412084 h 5017219"/>
              <a:gd name="connsiteX48392" fmla="*/ 1117606 w 5799173"/>
              <a:gd name="connsiteY48392" fmla="*/ 3429279 h 5017219"/>
              <a:gd name="connsiteX48393" fmla="*/ 1117606 w 5799173"/>
              <a:gd name="connsiteY48393" fmla="*/ 3430691 h 5017219"/>
              <a:gd name="connsiteX48394" fmla="*/ 1107719 w 5799173"/>
              <a:gd name="connsiteY48394" fmla="*/ 3447893 h 5017219"/>
              <a:gd name="connsiteX48395" fmla="*/ 1106471 w 5799173"/>
              <a:gd name="connsiteY48395" fmla="*/ 3448559 h 5017219"/>
              <a:gd name="connsiteX48396" fmla="*/ 3614343 w 5799173"/>
              <a:gd name="connsiteY48396" fmla="*/ 4125866 h 5017219"/>
              <a:gd name="connsiteX48397" fmla="*/ 3613098 w 5799173"/>
              <a:gd name="connsiteY48397" fmla="*/ 4125117 h 5017219"/>
              <a:gd name="connsiteX48398" fmla="*/ 3603126 w 5799173"/>
              <a:gd name="connsiteY48398" fmla="*/ 4107758 h 5017219"/>
              <a:gd name="connsiteX48399" fmla="*/ 3603127 w 5799173"/>
              <a:gd name="connsiteY48399" fmla="*/ 4106342 h 5017219"/>
              <a:gd name="connsiteX48400" fmla="*/ 3613179 w 5799173"/>
              <a:gd name="connsiteY48400" fmla="*/ 4088982 h 5017219"/>
              <a:gd name="connsiteX48401" fmla="*/ 3614426 w 5799173"/>
              <a:gd name="connsiteY48401" fmla="*/ 4088233 h 5017219"/>
              <a:gd name="connsiteX48402" fmla="*/ 3634448 w 5799173"/>
              <a:gd name="connsiteY48402" fmla="*/ 4088234 h 5017219"/>
              <a:gd name="connsiteX48403" fmla="*/ 3635694 w 5799173"/>
              <a:gd name="connsiteY48403" fmla="*/ 4088982 h 5017219"/>
              <a:gd name="connsiteX48404" fmla="*/ 3645663 w 5799173"/>
              <a:gd name="connsiteY48404" fmla="*/ 4106343 h 5017219"/>
              <a:gd name="connsiteX48405" fmla="*/ 3645664 w 5799173"/>
              <a:gd name="connsiteY48405" fmla="*/ 4107755 h 5017219"/>
              <a:gd name="connsiteX48406" fmla="*/ 3635609 w 5799173"/>
              <a:gd name="connsiteY48406" fmla="*/ 4125125 h 5017219"/>
              <a:gd name="connsiteX48407" fmla="*/ 3634363 w 5799173"/>
              <a:gd name="connsiteY48407" fmla="*/ 4125875 h 5017219"/>
              <a:gd name="connsiteX48408" fmla="*/ 1026446 w 5799173"/>
              <a:gd name="connsiteY48408" fmla="*/ 3432517 h 5017219"/>
              <a:gd name="connsiteX48409" fmla="*/ 1025282 w 5799173"/>
              <a:gd name="connsiteY48409" fmla="*/ 3431853 h 5017219"/>
              <a:gd name="connsiteX48410" fmla="*/ 1015479 w 5799173"/>
              <a:gd name="connsiteY48410" fmla="*/ 3414822 h 5017219"/>
              <a:gd name="connsiteX48411" fmla="*/ 1015479 w 5799173"/>
              <a:gd name="connsiteY48411" fmla="*/ 3413410 h 5017219"/>
              <a:gd name="connsiteX48412" fmla="*/ 1025282 w 5799173"/>
              <a:gd name="connsiteY48412" fmla="*/ 3396379 h 5017219"/>
              <a:gd name="connsiteX48413" fmla="*/ 1026445 w 5799173"/>
              <a:gd name="connsiteY48413" fmla="*/ 3395713 h 5017219"/>
              <a:gd name="connsiteX48414" fmla="*/ 1046052 w 5799173"/>
              <a:gd name="connsiteY48414" fmla="*/ 3395713 h 5017219"/>
              <a:gd name="connsiteX48415" fmla="*/ 1047215 w 5799173"/>
              <a:gd name="connsiteY48415" fmla="*/ 3396378 h 5017219"/>
              <a:gd name="connsiteX48416" fmla="*/ 1057019 w 5799173"/>
              <a:gd name="connsiteY48416" fmla="*/ 3413409 h 5017219"/>
              <a:gd name="connsiteX48417" fmla="*/ 1057019 w 5799173"/>
              <a:gd name="connsiteY48417" fmla="*/ 3414822 h 5017219"/>
              <a:gd name="connsiteX48418" fmla="*/ 1047214 w 5799173"/>
              <a:gd name="connsiteY48418" fmla="*/ 3431853 h 5017219"/>
              <a:gd name="connsiteX48419" fmla="*/ 1046051 w 5799173"/>
              <a:gd name="connsiteY48419" fmla="*/ 3432518 h 5017219"/>
              <a:gd name="connsiteX48420" fmla="*/ 785610 w 5799173"/>
              <a:gd name="connsiteY48420" fmla="*/ 3368113 h 5017219"/>
              <a:gd name="connsiteX48421" fmla="*/ 784363 w 5799173"/>
              <a:gd name="connsiteY48421" fmla="*/ 3367449 h 5017219"/>
              <a:gd name="connsiteX48422" fmla="*/ 774477 w 5799173"/>
              <a:gd name="connsiteY48422" fmla="*/ 3350334 h 5017219"/>
              <a:gd name="connsiteX48423" fmla="*/ 774478 w 5799173"/>
              <a:gd name="connsiteY48423" fmla="*/ 3348921 h 5017219"/>
              <a:gd name="connsiteX48424" fmla="*/ 784364 w 5799173"/>
              <a:gd name="connsiteY48424" fmla="*/ 3331806 h 5017219"/>
              <a:gd name="connsiteX48425" fmla="*/ 785610 w 5799173"/>
              <a:gd name="connsiteY48425" fmla="*/ 3331142 h 5017219"/>
              <a:gd name="connsiteX48426" fmla="*/ 805300 w 5799173"/>
              <a:gd name="connsiteY48426" fmla="*/ 3331140 h 5017219"/>
              <a:gd name="connsiteX48427" fmla="*/ 806547 w 5799173"/>
              <a:gd name="connsiteY48427" fmla="*/ 3331805 h 5017219"/>
              <a:gd name="connsiteX48428" fmla="*/ 816432 w 5799173"/>
              <a:gd name="connsiteY48428" fmla="*/ 3348922 h 5017219"/>
              <a:gd name="connsiteX48429" fmla="*/ 816433 w 5799173"/>
              <a:gd name="connsiteY48429" fmla="*/ 3350333 h 5017219"/>
              <a:gd name="connsiteX48430" fmla="*/ 806546 w 5799173"/>
              <a:gd name="connsiteY48430" fmla="*/ 3367449 h 5017219"/>
              <a:gd name="connsiteX48431" fmla="*/ 805299 w 5799173"/>
              <a:gd name="connsiteY48431" fmla="*/ 3368114 h 5017219"/>
              <a:gd name="connsiteX48432" fmla="*/ 1206875 w 5799173"/>
              <a:gd name="connsiteY48432" fmla="*/ 3481005 h 5017219"/>
              <a:gd name="connsiteX48433" fmla="*/ 1205630 w 5799173"/>
              <a:gd name="connsiteY48433" fmla="*/ 3480338 h 5017219"/>
              <a:gd name="connsiteX48434" fmla="*/ 1195660 w 5799173"/>
              <a:gd name="connsiteY48434" fmla="*/ 3463057 h 5017219"/>
              <a:gd name="connsiteX48435" fmla="*/ 1195661 w 5799173"/>
              <a:gd name="connsiteY48435" fmla="*/ 3461642 h 5017219"/>
              <a:gd name="connsiteX48436" fmla="*/ 1205631 w 5799173"/>
              <a:gd name="connsiteY48436" fmla="*/ 3444360 h 5017219"/>
              <a:gd name="connsiteX48437" fmla="*/ 1206878 w 5799173"/>
              <a:gd name="connsiteY48437" fmla="*/ 3443695 h 5017219"/>
              <a:gd name="connsiteX48438" fmla="*/ 1226817 w 5799173"/>
              <a:gd name="connsiteY48438" fmla="*/ 3443694 h 5017219"/>
              <a:gd name="connsiteX48439" fmla="*/ 1228062 w 5799173"/>
              <a:gd name="connsiteY48439" fmla="*/ 3444360 h 5017219"/>
              <a:gd name="connsiteX48440" fmla="*/ 1238031 w 5799173"/>
              <a:gd name="connsiteY48440" fmla="*/ 3461642 h 5017219"/>
              <a:gd name="connsiteX48441" fmla="*/ 1238031 w 5799173"/>
              <a:gd name="connsiteY48441" fmla="*/ 3463054 h 5017219"/>
              <a:gd name="connsiteX48442" fmla="*/ 1228061 w 5799173"/>
              <a:gd name="connsiteY48442" fmla="*/ 3480339 h 5017219"/>
              <a:gd name="connsiteX48443" fmla="*/ 1226815 w 5799173"/>
              <a:gd name="connsiteY48443" fmla="*/ 3481005 h 5017219"/>
              <a:gd name="connsiteX48444" fmla="*/ 1266995 w 5799173"/>
              <a:gd name="connsiteY48444" fmla="*/ 3497240 h 5017219"/>
              <a:gd name="connsiteX48445" fmla="*/ 1265748 w 5799173"/>
              <a:gd name="connsiteY48445" fmla="*/ 3496494 h 5017219"/>
              <a:gd name="connsiteX48446" fmla="*/ 1255779 w 5799173"/>
              <a:gd name="connsiteY48446" fmla="*/ 3479127 h 5017219"/>
              <a:gd name="connsiteX48447" fmla="*/ 1255779 w 5799173"/>
              <a:gd name="connsiteY48447" fmla="*/ 3477715 h 5017219"/>
              <a:gd name="connsiteX48448" fmla="*/ 1265833 w 5799173"/>
              <a:gd name="connsiteY48448" fmla="*/ 3460348 h 5017219"/>
              <a:gd name="connsiteX48449" fmla="*/ 1267079 w 5799173"/>
              <a:gd name="connsiteY48449" fmla="*/ 3459602 h 5017219"/>
              <a:gd name="connsiteX48450" fmla="*/ 1287102 w 5799173"/>
              <a:gd name="connsiteY48450" fmla="*/ 3459599 h 5017219"/>
              <a:gd name="connsiteX48451" fmla="*/ 1288347 w 5799173"/>
              <a:gd name="connsiteY48451" fmla="*/ 3460348 h 5017219"/>
              <a:gd name="connsiteX48452" fmla="*/ 1298317 w 5799173"/>
              <a:gd name="connsiteY48452" fmla="*/ 3477711 h 5017219"/>
              <a:gd name="connsiteX48453" fmla="*/ 1298317 w 5799173"/>
              <a:gd name="connsiteY48453" fmla="*/ 3479125 h 5017219"/>
              <a:gd name="connsiteX48454" fmla="*/ 1288261 w 5799173"/>
              <a:gd name="connsiteY48454" fmla="*/ 3496497 h 5017219"/>
              <a:gd name="connsiteX48455" fmla="*/ 1287015 w 5799173"/>
              <a:gd name="connsiteY48455" fmla="*/ 3497244 h 5017219"/>
              <a:gd name="connsiteX48456" fmla="*/ 1507825 w 5799173"/>
              <a:gd name="connsiteY48456" fmla="*/ 3561800 h 5017219"/>
              <a:gd name="connsiteX48457" fmla="*/ 1506580 w 5799173"/>
              <a:gd name="connsiteY48457" fmla="*/ 3561136 h 5017219"/>
              <a:gd name="connsiteX48458" fmla="*/ 1496693 w 5799173"/>
              <a:gd name="connsiteY48458" fmla="*/ 3543938 h 5017219"/>
              <a:gd name="connsiteX48459" fmla="*/ 1496693 w 5799173"/>
              <a:gd name="connsiteY48459" fmla="*/ 3542526 h 5017219"/>
              <a:gd name="connsiteX48460" fmla="*/ 1506580 w 5799173"/>
              <a:gd name="connsiteY48460" fmla="*/ 3525329 h 5017219"/>
              <a:gd name="connsiteX48461" fmla="*/ 1507825 w 5799173"/>
              <a:gd name="connsiteY48461" fmla="*/ 3524664 h 5017219"/>
              <a:gd name="connsiteX48462" fmla="*/ 1527681 w 5799173"/>
              <a:gd name="connsiteY48462" fmla="*/ 3524664 h 5017219"/>
              <a:gd name="connsiteX48463" fmla="*/ 1528928 w 5799173"/>
              <a:gd name="connsiteY48463" fmla="*/ 3525329 h 5017219"/>
              <a:gd name="connsiteX48464" fmla="*/ 1538814 w 5799173"/>
              <a:gd name="connsiteY48464" fmla="*/ 3542526 h 5017219"/>
              <a:gd name="connsiteX48465" fmla="*/ 1538814 w 5799173"/>
              <a:gd name="connsiteY48465" fmla="*/ 3543938 h 5017219"/>
              <a:gd name="connsiteX48466" fmla="*/ 1528928 w 5799173"/>
              <a:gd name="connsiteY48466" fmla="*/ 3561136 h 5017219"/>
              <a:gd name="connsiteX48467" fmla="*/ 1527681 w 5799173"/>
              <a:gd name="connsiteY48467" fmla="*/ 3561800 h 5017219"/>
              <a:gd name="connsiteX48468" fmla="*/ 1327206 w 5799173"/>
              <a:gd name="connsiteY48468" fmla="*/ 3513414 h 5017219"/>
              <a:gd name="connsiteX48469" fmla="*/ 1325960 w 5799173"/>
              <a:gd name="connsiteY48469" fmla="*/ 3512750 h 5017219"/>
              <a:gd name="connsiteX48470" fmla="*/ 1315990 w 5799173"/>
              <a:gd name="connsiteY48470" fmla="*/ 3495468 h 5017219"/>
              <a:gd name="connsiteX48471" fmla="*/ 1315990 w 5799173"/>
              <a:gd name="connsiteY48471" fmla="*/ 3494057 h 5017219"/>
              <a:gd name="connsiteX48472" fmla="*/ 1325962 w 5799173"/>
              <a:gd name="connsiteY48472" fmla="*/ 3476771 h 5017219"/>
              <a:gd name="connsiteX48473" fmla="*/ 1327208 w 5799173"/>
              <a:gd name="connsiteY48473" fmla="*/ 3476108 h 5017219"/>
              <a:gd name="connsiteX48474" fmla="*/ 1347147 w 5799173"/>
              <a:gd name="connsiteY48474" fmla="*/ 3476107 h 5017219"/>
              <a:gd name="connsiteX48475" fmla="*/ 1348392 w 5799173"/>
              <a:gd name="connsiteY48475" fmla="*/ 3476772 h 5017219"/>
              <a:gd name="connsiteX48476" fmla="*/ 1358361 w 5799173"/>
              <a:gd name="connsiteY48476" fmla="*/ 3494055 h 5017219"/>
              <a:gd name="connsiteX48477" fmla="*/ 1358361 w 5799173"/>
              <a:gd name="connsiteY48477" fmla="*/ 3495466 h 5017219"/>
              <a:gd name="connsiteX48478" fmla="*/ 1348391 w 5799173"/>
              <a:gd name="connsiteY48478" fmla="*/ 3512750 h 5017219"/>
              <a:gd name="connsiteX48479" fmla="*/ 1347146 w 5799173"/>
              <a:gd name="connsiteY48479" fmla="*/ 3513414 h 5017219"/>
              <a:gd name="connsiteX48480" fmla="*/ 3674270 w 5799173"/>
              <a:gd name="connsiteY48480" fmla="*/ 4142575 h 5017219"/>
              <a:gd name="connsiteX48481" fmla="*/ 3673024 w 5799173"/>
              <a:gd name="connsiteY48481" fmla="*/ 4141828 h 5017219"/>
              <a:gd name="connsiteX48482" fmla="*/ 3662722 w 5799173"/>
              <a:gd name="connsiteY48482" fmla="*/ 4123966 h 5017219"/>
              <a:gd name="connsiteX48483" fmla="*/ 3662723 w 5799173"/>
              <a:gd name="connsiteY48483" fmla="*/ 4122469 h 5017219"/>
              <a:gd name="connsiteX48484" fmla="*/ 3673023 w 5799173"/>
              <a:gd name="connsiteY48484" fmla="*/ 4104613 h 5017219"/>
              <a:gd name="connsiteX48485" fmla="*/ 3674270 w 5799173"/>
              <a:gd name="connsiteY48485" fmla="*/ 4103864 h 5017219"/>
              <a:gd name="connsiteX48486" fmla="*/ 3694956 w 5799173"/>
              <a:gd name="connsiteY48486" fmla="*/ 4103867 h 5017219"/>
              <a:gd name="connsiteX48487" fmla="*/ 3696202 w 5799173"/>
              <a:gd name="connsiteY48487" fmla="*/ 4104613 h 5017219"/>
              <a:gd name="connsiteX48488" fmla="*/ 3706505 w 5799173"/>
              <a:gd name="connsiteY48488" fmla="*/ 4122473 h 5017219"/>
              <a:gd name="connsiteX48489" fmla="*/ 3706505 w 5799173"/>
              <a:gd name="connsiteY48489" fmla="*/ 4123967 h 5017219"/>
              <a:gd name="connsiteX48490" fmla="*/ 3696201 w 5799173"/>
              <a:gd name="connsiteY48490" fmla="*/ 4141837 h 5017219"/>
              <a:gd name="connsiteX48491" fmla="*/ 3694955 w 5799173"/>
              <a:gd name="connsiteY48491" fmla="*/ 4142584 h 5017219"/>
              <a:gd name="connsiteX48492" fmla="*/ 3854616 w 5799173"/>
              <a:gd name="connsiteY48492" fmla="*/ 4191374 h 5017219"/>
              <a:gd name="connsiteX48493" fmla="*/ 3853370 w 5799173"/>
              <a:gd name="connsiteY48493" fmla="*/ 4190627 h 5017219"/>
              <a:gd name="connsiteX48494" fmla="*/ 3842902 w 5799173"/>
              <a:gd name="connsiteY48494" fmla="*/ 4172517 h 5017219"/>
              <a:gd name="connsiteX48495" fmla="*/ 3842902 w 5799173"/>
              <a:gd name="connsiteY48495" fmla="*/ 4171020 h 5017219"/>
              <a:gd name="connsiteX48496" fmla="*/ 3853370 w 5799173"/>
              <a:gd name="connsiteY48496" fmla="*/ 4152909 h 5017219"/>
              <a:gd name="connsiteX48497" fmla="*/ 3854616 w 5799173"/>
              <a:gd name="connsiteY48497" fmla="*/ 4152162 h 5017219"/>
              <a:gd name="connsiteX48498" fmla="*/ 3875552 w 5799173"/>
              <a:gd name="connsiteY48498" fmla="*/ 4152163 h 5017219"/>
              <a:gd name="connsiteX48499" fmla="*/ 3876798 w 5799173"/>
              <a:gd name="connsiteY48499" fmla="*/ 4152909 h 5017219"/>
              <a:gd name="connsiteX48500" fmla="*/ 3887266 w 5799173"/>
              <a:gd name="connsiteY48500" fmla="*/ 4171020 h 5017219"/>
              <a:gd name="connsiteX48501" fmla="*/ 3887265 w 5799173"/>
              <a:gd name="connsiteY48501" fmla="*/ 4172517 h 5017219"/>
              <a:gd name="connsiteX48502" fmla="*/ 3876796 w 5799173"/>
              <a:gd name="connsiteY48502" fmla="*/ 4190635 h 5017219"/>
              <a:gd name="connsiteX48503" fmla="*/ 3875551 w 5799173"/>
              <a:gd name="connsiteY48503" fmla="*/ 4191379 h 5017219"/>
              <a:gd name="connsiteX48504" fmla="*/ 4035051 w 5799173"/>
              <a:gd name="connsiteY48504" fmla="*/ 4240069 h 5017219"/>
              <a:gd name="connsiteX48505" fmla="*/ 4033805 w 5799173"/>
              <a:gd name="connsiteY48505" fmla="*/ 4239320 h 5017219"/>
              <a:gd name="connsiteX48506" fmla="*/ 4023255 w 5799173"/>
              <a:gd name="connsiteY48506" fmla="*/ 4221041 h 5017219"/>
              <a:gd name="connsiteX48507" fmla="*/ 4023255 w 5799173"/>
              <a:gd name="connsiteY48507" fmla="*/ 4219544 h 5017219"/>
              <a:gd name="connsiteX48508" fmla="*/ 4033807 w 5799173"/>
              <a:gd name="connsiteY48508" fmla="*/ 4201263 h 5017219"/>
              <a:gd name="connsiteX48509" fmla="*/ 4035053 w 5799173"/>
              <a:gd name="connsiteY48509" fmla="*/ 4200514 h 5017219"/>
              <a:gd name="connsiteX48510" fmla="*/ 4056073 w 5799173"/>
              <a:gd name="connsiteY48510" fmla="*/ 4200511 h 5017219"/>
              <a:gd name="connsiteX48511" fmla="*/ 4057319 w 5799173"/>
              <a:gd name="connsiteY48511" fmla="*/ 4201260 h 5017219"/>
              <a:gd name="connsiteX48512" fmla="*/ 4067869 w 5799173"/>
              <a:gd name="connsiteY48512" fmla="*/ 4219541 h 5017219"/>
              <a:gd name="connsiteX48513" fmla="*/ 4067868 w 5799173"/>
              <a:gd name="connsiteY48513" fmla="*/ 4221038 h 5017219"/>
              <a:gd name="connsiteX48514" fmla="*/ 4057316 w 5799173"/>
              <a:gd name="connsiteY48514" fmla="*/ 4239319 h 5017219"/>
              <a:gd name="connsiteX48515" fmla="*/ 4056070 w 5799173"/>
              <a:gd name="connsiteY48515" fmla="*/ 4240067 h 5017219"/>
              <a:gd name="connsiteX48516" fmla="*/ 3914670 w 5799173"/>
              <a:gd name="connsiteY48516" fmla="*/ 4207844 h 5017219"/>
              <a:gd name="connsiteX48517" fmla="*/ 3913424 w 5799173"/>
              <a:gd name="connsiteY48517" fmla="*/ 4207095 h 5017219"/>
              <a:gd name="connsiteX48518" fmla="*/ 3902874 w 5799173"/>
              <a:gd name="connsiteY48518" fmla="*/ 4188815 h 5017219"/>
              <a:gd name="connsiteX48519" fmla="*/ 3902874 w 5799173"/>
              <a:gd name="connsiteY48519" fmla="*/ 4187319 h 5017219"/>
              <a:gd name="connsiteX48520" fmla="*/ 3913426 w 5799173"/>
              <a:gd name="connsiteY48520" fmla="*/ 4169039 h 5017219"/>
              <a:gd name="connsiteX48521" fmla="*/ 3914672 w 5799173"/>
              <a:gd name="connsiteY48521" fmla="*/ 4168290 h 5017219"/>
              <a:gd name="connsiteX48522" fmla="*/ 3935692 w 5799173"/>
              <a:gd name="connsiteY48522" fmla="*/ 4168289 h 5017219"/>
              <a:gd name="connsiteX48523" fmla="*/ 3936939 w 5799173"/>
              <a:gd name="connsiteY48523" fmla="*/ 4169037 h 5017219"/>
              <a:gd name="connsiteX48524" fmla="*/ 3947488 w 5799173"/>
              <a:gd name="connsiteY48524" fmla="*/ 4187316 h 5017219"/>
              <a:gd name="connsiteX48525" fmla="*/ 3947487 w 5799173"/>
              <a:gd name="connsiteY48525" fmla="*/ 4188814 h 5017219"/>
              <a:gd name="connsiteX48526" fmla="*/ 3936937 w 5799173"/>
              <a:gd name="connsiteY48526" fmla="*/ 4207093 h 5017219"/>
              <a:gd name="connsiteX48527" fmla="*/ 3935690 w 5799173"/>
              <a:gd name="connsiteY48527" fmla="*/ 4207842 h 5017219"/>
              <a:gd name="connsiteX48528" fmla="*/ 3794198 w 5799173"/>
              <a:gd name="connsiteY48528" fmla="*/ 4175677 h 5017219"/>
              <a:gd name="connsiteX48529" fmla="*/ 3792870 w 5799173"/>
              <a:gd name="connsiteY48529" fmla="*/ 4174929 h 5017219"/>
              <a:gd name="connsiteX48530" fmla="*/ 3782152 w 5799173"/>
              <a:gd name="connsiteY48530" fmla="*/ 4156321 h 5017219"/>
              <a:gd name="connsiteX48531" fmla="*/ 3782153 w 5799173"/>
              <a:gd name="connsiteY48531" fmla="*/ 4154823 h 5017219"/>
              <a:gd name="connsiteX48532" fmla="*/ 3792869 w 5799173"/>
              <a:gd name="connsiteY48532" fmla="*/ 4136217 h 5017219"/>
              <a:gd name="connsiteX48533" fmla="*/ 3794198 w 5799173"/>
              <a:gd name="connsiteY48533" fmla="*/ 4135470 h 5017219"/>
              <a:gd name="connsiteX48534" fmla="*/ 3815633 w 5799173"/>
              <a:gd name="connsiteY48534" fmla="*/ 4135470 h 5017219"/>
              <a:gd name="connsiteX48535" fmla="*/ 3816961 w 5799173"/>
              <a:gd name="connsiteY48535" fmla="*/ 4136219 h 5017219"/>
              <a:gd name="connsiteX48536" fmla="*/ 3827680 w 5799173"/>
              <a:gd name="connsiteY48536" fmla="*/ 4154824 h 5017219"/>
              <a:gd name="connsiteX48537" fmla="*/ 3827679 w 5799173"/>
              <a:gd name="connsiteY48537" fmla="*/ 4156322 h 5017219"/>
              <a:gd name="connsiteX48538" fmla="*/ 3816961 w 5799173"/>
              <a:gd name="connsiteY48538" fmla="*/ 4174937 h 5017219"/>
              <a:gd name="connsiteX48539" fmla="*/ 3815633 w 5799173"/>
              <a:gd name="connsiteY48539" fmla="*/ 4175680 h 5017219"/>
              <a:gd name="connsiteX48540" fmla="*/ 1988169 w 5799173"/>
              <a:gd name="connsiteY48540" fmla="*/ 3692601 h 5017219"/>
              <a:gd name="connsiteX48541" fmla="*/ 1986839 w 5799173"/>
              <a:gd name="connsiteY48541" fmla="*/ 3691851 h 5017219"/>
              <a:gd name="connsiteX48542" fmla="*/ 1975790 w 5799173"/>
              <a:gd name="connsiteY48542" fmla="*/ 3672661 h 5017219"/>
              <a:gd name="connsiteX48543" fmla="*/ 1975790 w 5799173"/>
              <a:gd name="connsiteY48543" fmla="*/ 3671083 h 5017219"/>
              <a:gd name="connsiteX48544" fmla="*/ 1986922 w 5799173"/>
              <a:gd name="connsiteY48544" fmla="*/ 3651892 h 5017219"/>
              <a:gd name="connsiteX48545" fmla="*/ 1988252 w 5799173"/>
              <a:gd name="connsiteY48545" fmla="*/ 3651143 h 5017219"/>
              <a:gd name="connsiteX48546" fmla="*/ 2010434 w 5799173"/>
              <a:gd name="connsiteY48546" fmla="*/ 3651144 h 5017219"/>
              <a:gd name="connsiteX48547" fmla="*/ 2011762 w 5799173"/>
              <a:gd name="connsiteY48547" fmla="*/ 3651893 h 5017219"/>
              <a:gd name="connsiteX48548" fmla="*/ 2022812 w 5799173"/>
              <a:gd name="connsiteY48548" fmla="*/ 3671085 h 5017219"/>
              <a:gd name="connsiteX48549" fmla="*/ 2022813 w 5799173"/>
              <a:gd name="connsiteY48549" fmla="*/ 3672658 h 5017219"/>
              <a:gd name="connsiteX48550" fmla="*/ 2011678 w 5799173"/>
              <a:gd name="connsiteY48550" fmla="*/ 3691857 h 5017219"/>
              <a:gd name="connsiteX48551" fmla="*/ 2010349 w 5799173"/>
              <a:gd name="connsiteY48551" fmla="*/ 3692606 h 5017219"/>
              <a:gd name="connsiteX48552" fmla="*/ 2108301 w 5799173"/>
              <a:gd name="connsiteY48552" fmla="*/ 3725485 h 5017219"/>
              <a:gd name="connsiteX48553" fmla="*/ 2106889 w 5799173"/>
              <a:gd name="connsiteY48553" fmla="*/ 3724652 h 5017219"/>
              <a:gd name="connsiteX48554" fmla="*/ 2095506 w 5799173"/>
              <a:gd name="connsiteY48554" fmla="*/ 3704882 h 5017219"/>
              <a:gd name="connsiteX48555" fmla="*/ 2095506 w 5799173"/>
              <a:gd name="connsiteY48555" fmla="*/ 3703303 h 5017219"/>
              <a:gd name="connsiteX48556" fmla="*/ 2106888 w 5799173"/>
              <a:gd name="connsiteY48556" fmla="*/ 3683530 h 5017219"/>
              <a:gd name="connsiteX48557" fmla="*/ 2108302 w 5799173"/>
              <a:gd name="connsiteY48557" fmla="*/ 3682699 h 5017219"/>
              <a:gd name="connsiteX48558" fmla="*/ 2131064 w 5799173"/>
              <a:gd name="connsiteY48558" fmla="*/ 3682700 h 5017219"/>
              <a:gd name="connsiteX48559" fmla="*/ 2132477 w 5799173"/>
              <a:gd name="connsiteY48559" fmla="*/ 3683531 h 5017219"/>
              <a:gd name="connsiteX48560" fmla="*/ 2143858 w 5799173"/>
              <a:gd name="connsiteY48560" fmla="*/ 3703302 h 5017219"/>
              <a:gd name="connsiteX48561" fmla="*/ 2143858 w 5799173"/>
              <a:gd name="connsiteY48561" fmla="*/ 3704882 h 5017219"/>
              <a:gd name="connsiteX48562" fmla="*/ 2132476 w 5799173"/>
              <a:gd name="connsiteY48562" fmla="*/ 3724659 h 5017219"/>
              <a:gd name="connsiteX48563" fmla="*/ 2131063 w 5799173"/>
              <a:gd name="connsiteY48563" fmla="*/ 3725490 h 5017219"/>
              <a:gd name="connsiteX48564" fmla="*/ 2288841 w 5799173"/>
              <a:gd name="connsiteY48564" fmla="*/ 3773938 h 5017219"/>
              <a:gd name="connsiteX48565" fmla="*/ 2287428 w 5799173"/>
              <a:gd name="connsiteY48565" fmla="*/ 3773106 h 5017219"/>
              <a:gd name="connsiteX48566" fmla="*/ 2276046 w 5799173"/>
              <a:gd name="connsiteY48566" fmla="*/ 3753332 h 5017219"/>
              <a:gd name="connsiteX48567" fmla="*/ 2276046 w 5799173"/>
              <a:gd name="connsiteY48567" fmla="*/ 3751753 h 5017219"/>
              <a:gd name="connsiteX48568" fmla="*/ 2287429 w 5799173"/>
              <a:gd name="connsiteY48568" fmla="*/ 3731977 h 5017219"/>
              <a:gd name="connsiteX48569" fmla="*/ 2288842 w 5799173"/>
              <a:gd name="connsiteY48569" fmla="*/ 3731146 h 5017219"/>
              <a:gd name="connsiteX48570" fmla="*/ 2311606 w 5799173"/>
              <a:gd name="connsiteY48570" fmla="*/ 3731144 h 5017219"/>
              <a:gd name="connsiteX48571" fmla="*/ 2313019 w 5799173"/>
              <a:gd name="connsiteY48571" fmla="*/ 3731974 h 5017219"/>
              <a:gd name="connsiteX48572" fmla="*/ 2324398 w 5799173"/>
              <a:gd name="connsiteY48572" fmla="*/ 3751752 h 5017219"/>
              <a:gd name="connsiteX48573" fmla="*/ 2324399 w 5799173"/>
              <a:gd name="connsiteY48573" fmla="*/ 3753328 h 5017219"/>
              <a:gd name="connsiteX48574" fmla="*/ 2313016 w 5799173"/>
              <a:gd name="connsiteY48574" fmla="*/ 3773108 h 5017219"/>
              <a:gd name="connsiteX48575" fmla="*/ 2311603 w 5799173"/>
              <a:gd name="connsiteY48575" fmla="*/ 3773940 h 5017219"/>
              <a:gd name="connsiteX48576" fmla="*/ 2228618 w 5799173"/>
              <a:gd name="connsiteY48576" fmla="*/ 3757842 h 5017219"/>
              <a:gd name="connsiteX48577" fmla="*/ 2227206 w 5799173"/>
              <a:gd name="connsiteY48577" fmla="*/ 3757012 h 5017219"/>
              <a:gd name="connsiteX48578" fmla="*/ 2215741 w 5799173"/>
              <a:gd name="connsiteY48578" fmla="*/ 3737074 h 5017219"/>
              <a:gd name="connsiteX48579" fmla="*/ 2215741 w 5799173"/>
              <a:gd name="connsiteY48579" fmla="*/ 3735414 h 5017219"/>
              <a:gd name="connsiteX48580" fmla="*/ 2227206 w 5799173"/>
              <a:gd name="connsiteY48580" fmla="*/ 3715472 h 5017219"/>
              <a:gd name="connsiteX48581" fmla="*/ 2228618 w 5799173"/>
              <a:gd name="connsiteY48581" fmla="*/ 3714644 h 5017219"/>
              <a:gd name="connsiteX48582" fmla="*/ 2251632 w 5799173"/>
              <a:gd name="connsiteY48582" fmla="*/ 3714644 h 5017219"/>
              <a:gd name="connsiteX48583" fmla="*/ 2253044 w 5799173"/>
              <a:gd name="connsiteY48583" fmla="*/ 3715475 h 5017219"/>
              <a:gd name="connsiteX48584" fmla="*/ 2264509 w 5799173"/>
              <a:gd name="connsiteY48584" fmla="*/ 3735412 h 5017219"/>
              <a:gd name="connsiteX48585" fmla="*/ 2264509 w 5799173"/>
              <a:gd name="connsiteY48585" fmla="*/ 3737074 h 5017219"/>
              <a:gd name="connsiteX48586" fmla="*/ 2253042 w 5799173"/>
              <a:gd name="connsiteY48586" fmla="*/ 3757019 h 5017219"/>
              <a:gd name="connsiteX48587" fmla="*/ 2251631 w 5799173"/>
              <a:gd name="connsiteY48587" fmla="*/ 3757847 h 5017219"/>
              <a:gd name="connsiteX48588" fmla="*/ 2168411 w 5799173"/>
              <a:gd name="connsiteY48588" fmla="*/ 3741790 h 5017219"/>
              <a:gd name="connsiteX48589" fmla="*/ 2166999 w 5799173"/>
              <a:gd name="connsiteY48589" fmla="*/ 3740961 h 5017219"/>
              <a:gd name="connsiteX48590" fmla="*/ 2155534 w 5799173"/>
              <a:gd name="connsiteY48590" fmla="*/ 3721022 h 5017219"/>
              <a:gd name="connsiteX48591" fmla="*/ 2155534 w 5799173"/>
              <a:gd name="connsiteY48591" fmla="*/ 3719360 h 5017219"/>
              <a:gd name="connsiteX48592" fmla="*/ 2166999 w 5799173"/>
              <a:gd name="connsiteY48592" fmla="*/ 3699421 h 5017219"/>
              <a:gd name="connsiteX48593" fmla="*/ 2168412 w 5799173"/>
              <a:gd name="connsiteY48593" fmla="*/ 3698589 h 5017219"/>
              <a:gd name="connsiteX48594" fmla="*/ 2191426 w 5799173"/>
              <a:gd name="connsiteY48594" fmla="*/ 3698588 h 5017219"/>
              <a:gd name="connsiteX48595" fmla="*/ 2192837 w 5799173"/>
              <a:gd name="connsiteY48595" fmla="*/ 3699422 h 5017219"/>
              <a:gd name="connsiteX48596" fmla="*/ 2204302 w 5799173"/>
              <a:gd name="connsiteY48596" fmla="*/ 3719362 h 5017219"/>
              <a:gd name="connsiteX48597" fmla="*/ 2204302 w 5799173"/>
              <a:gd name="connsiteY48597" fmla="*/ 3721019 h 5017219"/>
              <a:gd name="connsiteX48598" fmla="*/ 2192836 w 5799173"/>
              <a:gd name="connsiteY48598" fmla="*/ 3740963 h 5017219"/>
              <a:gd name="connsiteX48599" fmla="*/ 2191424 w 5799173"/>
              <a:gd name="connsiteY48599" fmla="*/ 3741797 h 5017219"/>
              <a:gd name="connsiteX48600" fmla="*/ 2047971 w 5799173"/>
              <a:gd name="connsiteY48600" fmla="*/ 3709659 h 5017219"/>
              <a:gd name="connsiteX48601" fmla="*/ 2046559 w 5799173"/>
              <a:gd name="connsiteY48601" fmla="*/ 3708826 h 5017219"/>
              <a:gd name="connsiteX48602" fmla="*/ 2035094 w 5799173"/>
              <a:gd name="connsiteY48602" fmla="*/ 3688971 h 5017219"/>
              <a:gd name="connsiteX48603" fmla="*/ 2035094 w 5799173"/>
              <a:gd name="connsiteY48603" fmla="*/ 3687392 h 5017219"/>
              <a:gd name="connsiteX48604" fmla="*/ 2046560 w 5799173"/>
              <a:gd name="connsiteY48604" fmla="*/ 3667533 h 5017219"/>
              <a:gd name="connsiteX48605" fmla="*/ 2047973 w 5799173"/>
              <a:gd name="connsiteY48605" fmla="*/ 3666701 h 5017219"/>
              <a:gd name="connsiteX48606" fmla="*/ 2070820 w 5799173"/>
              <a:gd name="connsiteY48606" fmla="*/ 3666700 h 5017219"/>
              <a:gd name="connsiteX48607" fmla="*/ 2072233 w 5799173"/>
              <a:gd name="connsiteY48607" fmla="*/ 3667531 h 5017219"/>
              <a:gd name="connsiteX48608" fmla="*/ 2083696 w 5799173"/>
              <a:gd name="connsiteY48608" fmla="*/ 3687391 h 5017219"/>
              <a:gd name="connsiteX48609" fmla="*/ 2083696 w 5799173"/>
              <a:gd name="connsiteY48609" fmla="*/ 3688968 h 5017219"/>
              <a:gd name="connsiteX48610" fmla="*/ 2072230 w 5799173"/>
              <a:gd name="connsiteY48610" fmla="*/ 3708829 h 5017219"/>
              <a:gd name="connsiteX48611" fmla="*/ 2070818 w 5799173"/>
              <a:gd name="connsiteY48611" fmla="*/ 3709659 h 5017219"/>
              <a:gd name="connsiteX48612" fmla="*/ 3242672 w 5799173"/>
              <a:gd name="connsiteY48612" fmla="*/ 4075036 h 5017219"/>
              <a:gd name="connsiteX48613" fmla="*/ 3241841 w 5799173"/>
              <a:gd name="connsiteY48613" fmla="*/ 4074537 h 5017219"/>
              <a:gd name="connsiteX48614" fmla="*/ 3235280 w 5799173"/>
              <a:gd name="connsiteY48614" fmla="*/ 4063146 h 5017219"/>
              <a:gd name="connsiteX48615" fmla="*/ 3235281 w 5799173"/>
              <a:gd name="connsiteY48615" fmla="*/ 4062231 h 5017219"/>
              <a:gd name="connsiteX48616" fmla="*/ 3241845 w 5799173"/>
              <a:gd name="connsiteY48616" fmla="*/ 4050844 h 5017219"/>
              <a:gd name="connsiteX48617" fmla="*/ 3242676 w 5799173"/>
              <a:gd name="connsiteY48617" fmla="*/ 4050344 h 5017219"/>
              <a:gd name="connsiteX48618" fmla="*/ 3255803 w 5799173"/>
              <a:gd name="connsiteY48618" fmla="*/ 4050343 h 5017219"/>
              <a:gd name="connsiteX48619" fmla="*/ 3256634 w 5799173"/>
              <a:gd name="connsiteY48619" fmla="*/ 4050840 h 5017219"/>
              <a:gd name="connsiteX48620" fmla="*/ 3263195 w 5799173"/>
              <a:gd name="connsiteY48620" fmla="*/ 4062227 h 5017219"/>
              <a:gd name="connsiteX48621" fmla="*/ 3263196 w 5799173"/>
              <a:gd name="connsiteY48621" fmla="*/ 4063140 h 5017219"/>
              <a:gd name="connsiteX48622" fmla="*/ 3256630 w 5799173"/>
              <a:gd name="connsiteY48622" fmla="*/ 4074531 h 5017219"/>
              <a:gd name="connsiteX48623" fmla="*/ 3255798 w 5799173"/>
              <a:gd name="connsiteY48623" fmla="*/ 4075033 h 5017219"/>
              <a:gd name="connsiteX48624" fmla="*/ 3361733 w 5799173"/>
              <a:gd name="connsiteY48624" fmla="*/ 4109630 h 5017219"/>
              <a:gd name="connsiteX48625" fmla="*/ 3360735 w 5799173"/>
              <a:gd name="connsiteY48625" fmla="*/ 4109050 h 5017219"/>
              <a:gd name="connsiteX48626" fmla="*/ 3352848 w 5799173"/>
              <a:gd name="connsiteY48626" fmla="*/ 4095408 h 5017219"/>
              <a:gd name="connsiteX48627" fmla="*/ 3352848 w 5799173"/>
              <a:gd name="connsiteY48627" fmla="*/ 4094328 h 5017219"/>
              <a:gd name="connsiteX48628" fmla="*/ 3360746 w 5799173"/>
              <a:gd name="connsiteY48628" fmla="*/ 4080679 h 5017219"/>
              <a:gd name="connsiteX48629" fmla="*/ 3361744 w 5799173"/>
              <a:gd name="connsiteY48629" fmla="*/ 4080097 h 5017219"/>
              <a:gd name="connsiteX48630" fmla="*/ 3377529 w 5799173"/>
              <a:gd name="connsiteY48630" fmla="*/ 4080096 h 5017219"/>
              <a:gd name="connsiteX48631" fmla="*/ 3378525 w 5799173"/>
              <a:gd name="connsiteY48631" fmla="*/ 4080679 h 5017219"/>
              <a:gd name="connsiteX48632" fmla="*/ 3386415 w 5799173"/>
              <a:gd name="connsiteY48632" fmla="*/ 4094315 h 5017219"/>
              <a:gd name="connsiteX48633" fmla="*/ 3386415 w 5799173"/>
              <a:gd name="connsiteY48633" fmla="*/ 4095395 h 5017219"/>
              <a:gd name="connsiteX48634" fmla="*/ 3378516 w 5799173"/>
              <a:gd name="connsiteY48634" fmla="*/ 4109045 h 5017219"/>
              <a:gd name="connsiteX48635" fmla="*/ 3377518 w 5799173"/>
              <a:gd name="connsiteY48635" fmla="*/ 4109628 h 5017219"/>
              <a:gd name="connsiteX48636" fmla="*/ 3421947 w 5799173"/>
              <a:gd name="connsiteY48636" fmla="*/ 4125789 h 5017219"/>
              <a:gd name="connsiteX48637" fmla="*/ 3421033 w 5799173"/>
              <a:gd name="connsiteY48637" fmla="*/ 4125206 h 5017219"/>
              <a:gd name="connsiteX48638" fmla="*/ 3413226 w 5799173"/>
              <a:gd name="connsiteY48638" fmla="*/ 4111742 h 5017219"/>
              <a:gd name="connsiteX48639" fmla="*/ 3413225 w 5799173"/>
              <a:gd name="connsiteY48639" fmla="*/ 4110663 h 5017219"/>
              <a:gd name="connsiteX48640" fmla="*/ 3421036 w 5799173"/>
              <a:gd name="connsiteY48640" fmla="*/ 4097198 h 5017219"/>
              <a:gd name="connsiteX48641" fmla="*/ 3421951 w 5799173"/>
              <a:gd name="connsiteY48641" fmla="*/ 4096615 h 5017219"/>
              <a:gd name="connsiteX48642" fmla="*/ 3437486 w 5799173"/>
              <a:gd name="connsiteY48642" fmla="*/ 4096617 h 5017219"/>
              <a:gd name="connsiteX48643" fmla="*/ 3438400 w 5799173"/>
              <a:gd name="connsiteY48643" fmla="*/ 4097200 h 5017219"/>
              <a:gd name="connsiteX48644" fmla="*/ 3446210 w 5799173"/>
              <a:gd name="connsiteY48644" fmla="*/ 4110655 h 5017219"/>
              <a:gd name="connsiteX48645" fmla="*/ 3446210 w 5799173"/>
              <a:gd name="connsiteY48645" fmla="*/ 4111735 h 5017219"/>
              <a:gd name="connsiteX48646" fmla="*/ 3438398 w 5799173"/>
              <a:gd name="connsiteY48646" fmla="*/ 4125204 h 5017219"/>
              <a:gd name="connsiteX48647" fmla="*/ 3437483 w 5799173"/>
              <a:gd name="connsiteY48647" fmla="*/ 4125791 h 5017219"/>
              <a:gd name="connsiteX48648" fmla="*/ 3301546 w 5799173"/>
              <a:gd name="connsiteY48648" fmla="*/ 4093740 h 5017219"/>
              <a:gd name="connsiteX48649" fmla="*/ 3300548 w 5799173"/>
              <a:gd name="connsiteY48649" fmla="*/ 4093159 h 5017219"/>
              <a:gd name="connsiteX48650" fmla="*/ 3292741 w 5799173"/>
              <a:gd name="connsiteY48650" fmla="*/ 4079613 h 5017219"/>
              <a:gd name="connsiteX48651" fmla="*/ 3292741 w 5799173"/>
              <a:gd name="connsiteY48651" fmla="*/ 4078532 h 5017219"/>
              <a:gd name="connsiteX48652" fmla="*/ 3300551 w 5799173"/>
              <a:gd name="connsiteY48652" fmla="*/ 4064987 h 5017219"/>
              <a:gd name="connsiteX48653" fmla="*/ 3301548 w 5799173"/>
              <a:gd name="connsiteY48653" fmla="*/ 4064403 h 5017219"/>
              <a:gd name="connsiteX48654" fmla="*/ 3317249 w 5799173"/>
              <a:gd name="connsiteY48654" fmla="*/ 4064407 h 5017219"/>
              <a:gd name="connsiteX48655" fmla="*/ 3318246 w 5799173"/>
              <a:gd name="connsiteY48655" fmla="*/ 4064990 h 5017219"/>
              <a:gd name="connsiteX48656" fmla="*/ 3326057 w 5799173"/>
              <a:gd name="connsiteY48656" fmla="*/ 4078528 h 5017219"/>
              <a:gd name="connsiteX48657" fmla="*/ 3326057 w 5799173"/>
              <a:gd name="connsiteY48657" fmla="*/ 4079609 h 5017219"/>
              <a:gd name="connsiteX48658" fmla="*/ 3318244 w 5799173"/>
              <a:gd name="connsiteY48658" fmla="*/ 4093159 h 5017219"/>
              <a:gd name="connsiteX48659" fmla="*/ 3317248 w 5799173"/>
              <a:gd name="connsiteY48659" fmla="*/ 4093741 h 5017219"/>
              <a:gd name="connsiteX48660" fmla="*/ 3541785 w 5799173"/>
              <a:gd name="connsiteY48660" fmla="*/ 4159141 h 5017219"/>
              <a:gd name="connsiteX48661" fmla="*/ 3540787 w 5799173"/>
              <a:gd name="connsiteY48661" fmla="*/ 4158561 h 5017219"/>
              <a:gd name="connsiteX48662" fmla="*/ 3532479 w 5799173"/>
              <a:gd name="connsiteY48662" fmla="*/ 4144189 h 5017219"/>
              <a:gd name="connsiteX48663" fmla="*/ 3532480 w 5799173"/>
              <a:gd name="connsiteY48663" fmla="*/ 4143025 h 5017219"/>
              <a:gd name="connsiteX48664" fmla="*/ 3540788 w 5799173"/>
              <a:gd name="connsiteY48664" fmla="*/ 4128649 h 5017219"/>
              <a:gd name="connsiteX48665" fmla="*/ 3541785 w 5799173"/>
              <a:gd name="connsiteY48665" fmla="*/ 4128068 h 5017219"/>
              <a:gd name="connsiteX48666" fmla="*/ 3558400 w 5799173"/>
              <a:gd name="connsiteY48666" fmla="*/ 4128070 h 5017219"/>
              <a:gd name="connsiteX48667" fmla="*/ 3559397 w 5799173"/>
              <a:gd name="connsiteY48667" fmla="*/ 4128652 h 5017219"/>
              <a:gd name="connsiteX48668" fmla="*/ 3567705 w 5799173"/>
              <a:gd name="connsiteY48668" fmla="*/ 4143024 h 5017219"/>
              <a:gd name="connsiteX48669" fmla="*/ 3567705 w 5799173"/>
              <a:gd name="connsiteY48669" fmla="*/ 4144188 h 5017219"/>
              <a:gd name="connsiteX48670" fmla="*/ 3559395 w 5799173"/>
              <a:gd name="connsiteY48670" fmla="*/ 4158566 h 5017219"/>
              <a:gd name="connsiteX48671" fmla="*/ 3558398 w 5799173"/>
              <a:gd name="connsiteY48671" fmla="*/ 4159147 h 5017219"/>
              <a:gd name="connsiteX48672" fmla="*/ 772880 w 5799173"/>
              <a:gd name="connsiteY48672" fmla="*/ 3417816 h 5017219"/>
              <a:gd name="connsiteX48673" fmla="*/ 771800 w 5799173"/>
              <a:gd name="connsiteY48673" fmla="*/ 3417236 h 5017219"/>
              <a:gd name="connsiteX48674" fmla="*/ 763079 w 5799173"/>
              <a:gd name="connsiteY48674" fmla="*/ 3402105 h 5017219"/>
              <a:gd name="connsiteX48675" fmla="*/ 763079 w 5799173"/>
              <a:gd name="connsiteY48675" fmla="*/ 3400858 h 5017219"/>
              <a:gd name="connsiteX48676" fmla="*/ 771807 w 5799173"/>
              <a:gd name="connsiteY48676" fmla="*/ 3385719 h 5017219"/>
              <a:gd name="connsiteX48677" fmla="*/ 772888 w 5799173"/>
              <a:gd name="connsiteY48677" fmla="*/ 3385137 h 5017219"/>
              <a:gd name="connsiteX48678" fmla="*/ 790419 w 5799173"/>
              <a:gd name="connsiteY48678" fmla="*/ 3385131 h 5017219"/>
              <a:gd name="connsiteX48679" fmla="*/ 791498 w 5799173"/>
              <a:gd name="connsiteY48679" fmla="*/ 3385718 h 5017219"/>
              <a:gd name="connsiteX48680" fmla="*/ 800218 w 5799173"/>
              <a:gd name="connsiteY48680" fmla="*/ 3400847 h 5017219"/>
              <a:gd name="connsiteX48681" fmla="*/ 800219 w 5799173"/>
              <a:gd name="connsiteY48681" fmla="*/ 3402091 h 5017219"/>
              <a:gd name="connsiteX48682" fmla="*/ 791489 w 5799173"/>
              <a:gd name="connsiteY48682" fmla="*/ 3417238 h 5017219"/>
              <a:gd name="connsiteX48683" fmla="*/ 790409 w 5799173"/>
              <a:gd name="connsiteY48683" fmla="*/ 3417816 h 5017219"/>
              <a:gd name="connsiteX48684" fmla="*/ 832670 w 5799173"/>
              <a:gd name="connsiteY48684" fmla="*/ 3434835 h 5017219"/>
              <a:gd name="connsiteX48685" fmla="*/ 831591 w 5799173"/>
              <a:gd name="connsiteY48685" fmla="*/ 3434170 h 5017219"/>
              <a:gd name="connsiteX48686" fmla="*/ 822535 w 5799173"/>
              <a:gd name="connsiteY48686" fmla="*/ 3418470 h 5017219"/>
              <a:gd name="connsiteX48687" fmla="*/ 822535 w 5799173"/>
              <a:gd name="connsiteY48687" fmla="*/ 3417223 h 5017219"/>
              <a:gd name="connsiteX48688" fmla="*/ 831592 w 5799173"/>
              <a:gd name="connsiteY48688" fmla="*/ 3401520 h 5017219"/>
              <a:gd name="connsiteX48689" fmla="*/ 832671 w 5799173"/>
              <a:gd name="connsiteY48689" fmla="*/ 3400855 h 5017219"/>
              <a:gd name="connsiteX48690" fmla="*/ 850782 w 5799173"/>
              <a:gd name="connsiteY48690" fmla="*/ 3400857 h 5017219"/>
              <a:gd name="connsiteX48691" fmla="*/ 851862 w 5799173"/>
              <a:gd name="connsiteY48691" fmla="*/ 3401521 h 5017219"/>
              <a:gd name="connsiteX48692" fmla="*/ 860917 w 5799173"/>
              <a:gd name="connsiteY48692" fmla="*/ 3417222 h 5017219"/>
              <a:gd name="connsiteX48693" fmla="*/ 860917 w 5799173"/>
              <a:gd name="connsiteY48693" fmla="*/ 3418469 h 5017219"/>
              <a:gd name="connsiteX48694" fmla="*/ 851861 w 5799173"/>
              <a:gd name="connsiteY48694" fmla="*/ 3434176 h 5017219"/>
              <a:gd name="connsiteX48695" fmla="*/ 850781 w 5799173"/>
              <a:gd name="connsiteY48695" fmla="*/ 3434838 h 5017219"/>
              <a:gd name="connsiteX48696" fmla="*/ 1494481 w 5799173"/>
              <a:gd name="connsiteY48696" fmla="*/ 3612413 h 5017219"/>
              <a:gd name="connsiteX48697" fmla="*/ 1493317 w 5799173"/>
              <a:gd name="connsiteY48697" fmla="*/ 3611752 h 5017219"/>
              <a:gd name="connsiteX48698" fmla="*/ 1483933 w 5799173"/>
              <a:gd name="connsiteY48698" fmla="*/ 3595534 h 5017219"/>
              <a:gd name="connsiteX48699" fmla="*/ 1483933 w 5799173"/>
              <a:gd name="connsiteY48699" fmla="*/ 3594206 h 5017219"/>
              <a:gd name="connsiteX48700" fmla="*/ 1493328 w 5799173"/>
              <a:gd name="connsiteY48700" fmla="*/ 3577980 h 5017219"/>
              <a:gd name="connsiteX48701" fmla="*/ 1494491 w 5799173"/>
              <a:gd name="connsiteY48701" fmla="*/ 3577314 h 5017219"/>
              <a:gd name="connsiteX48702" fmla="*/ 1513186 w 5799173"/>
              <a:gd name="connsiteY48702" fmla="*/ 3577308 h 5017219"/>
              <a:gd name="connsiteX48703" fmla="*/ 1514348 w 5799173"/>
              <a:gd name="connsiteY48703" fmla="*/ 3577975 h 5017219"/>
              <a:gd name="connsiteX48704" fmla="*/ 1523733 w 5799173"/>
              <a:gd name="connsiteY48704" fmla="*/ 3594188 h 5017219"/>
              <a:gd name="connsiteX48705" fmla="*/ 1523733 w 5799173"/>
              <a:gd name="connsiteY48705" fmla="*/ 3595517 h 5017219"/>
              <a:gd name="connsiteX48706" fmla="*/ 1514339 w 5799173"/>
              <a:gd name="connsiteY48706" fmla="*/ 3611742 h 5017219"/>
              <a:gd name="connsiteX48707" fmla="*/ 1513175 w 5799173"/>
              <a:gd name="connsiteY48707" fmla="*/ 3612410 h 5017219"/>
              <a:gd name="connsiteX48708" fmla="*/ 952846 w 5799173"/>
              <a:gd name="connsiteY48708" fmla="*/ 3467349 h 5017219"/>
              <a:gd name="connsiteX48709" fmla="*/ 951681 w 5799173"/>
              <a:gd name="connsiteY48709" fmla="*/ 3466691 h 5017219"/>
              <a:gd name="connsiteX48710" fmla="*/ 942379 w 5799173"/>
              <a:gd name="connsiteY48710" fmla="*/ 3450564 h 5017219"/>
              <a:gd name="connsiteX48711" fmla="*/ 942379 w 5799173"/>
              <a:gd name="connsiteY48711" fmla="*/ 3449236 h 5017219"/>
              <a:gd name="connsiteX48712" fmla="*/ 951686 w 5799173"/>
              <a:gd name="connsiteY48712" fmla="*/ 3433107 h 5017219"/>
              <a:gd name="connsiteX48713" fmla="*/ 952851 w 5799173"/>
              <a:gd name="connsiteY48713" fmla="*/ 3432440 h 5017219"/>
              <a:gd name="connsiteX48714" fmla="*/ 971460 w 5799173"/>
              <a:gd name="connsiteY48714" fmla="*/ 3432439 h 5017219"/>
              <a:gd name="connsiteX48715" fmla="*/ 972624 w 5799173"/>
              <a:gd name="connsiteY48715" fmla="*/ 3433104 h 5017219"/>
              <a:gd name="connsiteX48716" fmla="*/ 981927 w 5799173"/>
              <a:gd name="connsiteY48716" fmla="*/ 3449225 h 5017219"/>
              <a:gd name="connsiteX48717" fmla="*/ 981927 w 5799173"/>
              <a:gd name="connsiteY48717" fmla="*/ 3450555 h 5017219"/>
              <a:gd name="connsiteX48718" fmla="*/ 972618 w 5799173"/>
              <a:gd name="connsiteY48718" fmla="*/ 3466690 h 5017219"/>
              <a:gd name="connsiteX48719" fmla="*/ 971454 w 5799173"/>
              <a:gd name="connsiteY48719" fmla="*/ 3467354 h 5017219"/>
              <a:gd name="connsiteX48720" fmla="*/ 892682 w 5799173"/>
              <a:gd name="connsiteY48720" fmla="*/ 3451289 h 5017219"/>
              <a:gd name="connsiteX48721" fmla="*/ 891518 w 5799173"/>
              <a:gd name="connsiteY48721" fmla="*/ 3450624 h 5017219"/>
              <a:gd name="connsiteX48722" fmla="*/ 882296 w 5799173"/>
              <a:gd name="connsiteY48722" fmla="*/ 3434672 h 5017219"/>
              <a:gd name="connsiteX48723" fmla="*/ 882297 w 5799173"/>
              <a:gd name="connsiteY48723" fmla="*/ 3433341 h 5017219"/>
              <a:gd name="connsiteX48724" fmla="*/ 891519 w 5799173"/>
              <a:gd name="connsiteY48724" fmla="*/ 3417389 h 5017219"/>
              <a:gd name="connsiteX48725" fmla="*/ 892682 w 5799173"/>
              <a:gd name="connsiteY48725" fmla="*/ 3416724 h 5017219"/>
              <a:gd name="connsiteX48726" fmla="*/ 911125 w 5799173"/>
              <a:gd name="connsiteY48726" fmla="*/ 3416724 h 5017219"/>
              <a:gd name="connsiteX48727" fmla="*/ 912288 w 5799173"/>
              <a:gd name="connsiteY48727" fmla="*/ 3417389 h 5017219"/>
              <a:gd name="connsiteX48728" fmla="*/ 921510 w 5799173"/>
              <a:gd name="connsiteY48728" fmla="*/ 3433341 h 5017219"/>
              <a:gd name="connsiteX48729" fmla="*/ 921510 w 5799173"/>
              <a:gd name="connsiteY48729" fmla="*/ 3434670 h 5017219"/>
              <a:gd name="connsiteX48730" fmla="*/ 912286 w 5799173"/>
              <a:gd name="connsiteY48730" fmla="*/ 3450627 h 5017219"/>
              <a:gd name="connsiteX48731" fmla="*/ 911124 w 5799173"/>
              <a:gd name="connsiteY48731" fmla="*/ 3451291 h 5017219"/>
              <a:gd name="connsiteX48732" fmla="*/ 1072987 w 5799173"/>
              <a:gd name="connsiteY48732" fmla="*/ 3499956 h 5017219"/>
              <a:gd name="connsiteX48733" fmla="*/ 1071823 w 5799173"/>
              <a:gd name="connsiteY48733" fmla="*/ 3499294 h 5017219"/>
              <a:gd name="connsiteX48734" fmla="*/ 1062273 w 5799173"/>
              <a:gd name="connsiteY48734" fmla="*/ 3482747 h 5017219"/>
              <a:gd name="connsiteX48735" fmla="*/ 1062273 w 5799173"/>
              <a:gd name="connsiteY48735" fmla="*/ 3481417 h 5017219"/>
              <a:gd name="connsiteX48736" fmla="*/ 1071834 w 5799173"/>
              <a:gd name="connsiteY48736" fmla="*/ 3464859 h 5017219"/>
              <a:gd name="connsiteX48737" fmla="*/ 1072997 w 5799173"/>
              <a:gd name="connsiteY48737" fmla="*/ 3464193 h 5017219"/>
              <a:gd name="connsiteX48738" fmla="*/ 1092106 w 5799173"/>
              <a:gd name="connsiteY48738" fmla="*/ 3464191 h 5017219"/>
              <a:gd name="connsiteX48739" fmla="*/ 1093270 w 5799173"/>
              <a:gd name="connsiteY48739" fmla="*/ 3464852 h 5017219"/>
              <a:gd name="connsiteX48740" fmla="*/ 1102819 w 5799173"/>
              <a:gd name="connsiteY48740" fmla="*/ 3481402 h 5017219"/>
              <a:gd name="connsiteX48741" fmla="*/ 1102819 w 5799173"/>
              <a:gd name="connsiteY48741" fmla="*/ 3482733 h 5017219"/>
              <a:gd name="connsiteX48742" fmla="*/ 1093258 w 5799173"/>
              <a:gd name="connsiteY48742" fmla="*/ 3499289 h 5017219"/>
              <a:gd name="connsiteX48743" fmla="*/ 1092095 w 5799173"/>
              <a:gd name="connsiteY48743" fmla="*/ 3499956 h 5017219"/>
              <a:gd name="connsiteX48744" fmla="*/ 1012769 w 5799173"/>
              <a:gd name="connsiteY48744" fmla="*/ 3483860 h 5017219"/>
              <a:gd name="connsiteX48745" fmla="*/ 1011607 w 5799173"/>
              <a:gd name="connsiteY48745" fmla="*/ 3483192 h 5017219"/>
              <a:gd name="connsiteX48746" fmla="*/ 1002139 w 5799173"/>
              <a:gd name="connsiteY48746" fmla="*/ 3466733 h 5017219"/>
              <a:gd name="connsiteX48747" fmla="*/ 1002139 w 5799173"/>
              <a:gd name="connsiteY48747" fmla="*/ 3465402 h 5017219"/>
              <a:gd name="connsiteX48748" fmla="*/ 1011697 w 5799173"/>
              <a:gd name="connsiteY48748" fmla="*/ 3448939 h 5017219"/>
              <a:gd name="connsiteX48749" fmla="*/ 1012861 w 5799173"/>
              <a:gd name="connsiteY48749" fmla="*/ 3448272 h 5017219"/>
              <a:gd name="connsiteX48750" fmla="*/ 1031886 w 5799173"/>
              <a:gd name="connsiteY48750" fmla="*/ 3448269 h 5017219"/>
              <a:gd name="connsiteX48751" fmla="*/ 1033049 w 5799173"/>
              <a:gd name="connsiteY48751" fmla="*/ 3448937 h 5017219"/>
              <a:gd name="connsiteX48752" fmla="*/ 1042518 w 5799173"/>
              <a:gd name="connsiteY48752" fmla="*/ 3465392 h 5017219"/>
              <a:gd name="connsiteX48753" fmla="*/ 1042518 w 5799173"/>
              <a:gd name="connsiteY48753" fmla="*/ 3466724 h 5017219"/>
              <a:gd name="connsiteX48754" fmla="*/ 1032958 w 5799173"/>
              <a:gd name="connsiteY48754" fmla="*/ 3483193 h 5017219"/>
              <a:gd name="connsiteX48755" fmla="*/ 1031795 w 5799173"/>
              <a:gd name="connsiteY48755" fmla="*/ 3483857 h 5017219"/>
              <a:gd name="connsiteX48756" fmla="*/ 3179444 w 5799173"/>
              <a:gd name="connsiteY48756" fmla="*/ 4064620 h 5017219"/>
              <a:gd name="connsiteX48757" fmla="*/ 3178280 w 5799173"/>
              <a:gd name="connsiteY48757" fmla="*/ 4063958 h 5017219"/>
              <a:gd name="connsiteX48758" fmla="*/ 3168728 w 5799173"/>
              <a:gd name="connsiteY48758" fmla="*/ 4047418 h 5017219"/>
              <a:gd name="connsiteX48759" fmla="*/ 3168727 w 5799173"/>
              <a:gd name="connsiteY48759" fmla="*/ 4046091 h 5017219"/>
              <a:gd name="connsiteX48760" fmla="*/ 3178284 w 5799173"/>
              <a:gd name="connsiteY48760" fmla="*/ 4029551 h 5017219"/>
              <a:gd name="connsiteX48761" fmla="*/ 3179446 w 5799173"/>
              <a:gd name="connsiteY48761" fmla="*/ 4028887 h 5017219"/>
              <a:gd name="connsiteX48762" fmla="*/ 3198555 w 5799173"/>
              <a:gd name="connsiteY48762" fmla="*/ 4028885 h 5017219"/>
              <a:gd name="connsiteX48763" fmla="*/ 3199717 w 5799173"/>
              <a:gd name="connsiteY48763" fmla="*/ 4029552 h 5017219"/>
              <a:gd name="connsiteX48764" fmla="*/ 3209271 w 5799173"/>
              <a:gd name="connsiteY48764" fmla="*/ 4046085 h 5017219"/>
              <a:gd name="connsiteX48765" fmla="*/ 3209271 w 5799173"/>
              <a:gd name="connsiteY48765" fmla="*/ 4047415 h 5017219"/>
              <a:gd name="connsiteX48766" fmla="*/ 3199713 w 5799173"/>
              <a:gd name="connsiteY48766" fmla="*/ 4063960 h 5017219"/>
              <a:gd name="connsiteX48767" fmla="*/ 3198552 w 5799173"/>
              <a:gd name="connsiteY48767" fmla="*/ 4064621 h 5017219"/>
              <a:gd name="connsiteX48768" fmla="*/ 3480301 w 5799173"/>
              <a:gd name="connsiteY48768" fmla="*/ 4145302 h 5017219"/>
              <a:gd name="connsiteX48769" fmla="*/ 3479137 w 5799173"/>
              <a:gd name="connsiteY48769" fmla="*/ 4144641 h 5017219"/>
              <a:gd name="connsiteX48770" fmla="*/ 3469501 w 5799173"/>
              <a:gd name="connsiteY48770" fmla="*/ 4128020 h 5017219"/>
              <a:gd name="connsiteX48771" fmla="*/ 3469502 w 5799173"/>
              <a:gd name="connsiteY48771" fmla="*/ 4126690 h 5017219"/>
              <a:gd name="connsiteX48772" fmla="*/ 3479140 w 5799173"/>
              <a:gd name="connsiteY48772" fmla="*/ 4110069 h 5017219"/>
              <a:gd name="connsiteX48773" fmla="*/ 3480304 w 5799173"/>
              <a:gd name="connsiteY48773" fmla="*/ 4109403 h 5017219"/>
              <a:gd name="connsiteX48774" fmla="*/ 3499496 w 5799173"/>
              <a:gd name="connsiteY48774" fmla="*/ 4109400 h 5017219"/>
              <a:gd name="connsiteX48775" fmla="*/ 3500659 w 5799173"/>
              <a:gd name="connsiteY48775" fmla="*/ 4110067 h 5017219"/>
              <a:gd name="connsiteX48776" fmla="*/ 3510296 w 5799173"/>
              <a:gd name="connsiteY48776" fmla="*/ 4126683 h 5017219"/>
              <a:gd name="connsiteX48777" fmla="*/ 3510295 w 5799173"/>
              <a:gd name="connsiteY48777" fmla="*/ 4128016 h 5017219"/>
              <a:gd name="connsiteX48778" fmla="*/ 3500656 w 5799173"/>
              <a:gd name="connsiteY48778" fmla="*/ 4144640 h 5017219"/>
              <a:gd name="connsiteX48779" fmla="*/ 3499492 w 5799173"/>
              <a:gd name="connsiteY48779" fmla="*/ 4145308 h 5017219"/>
              <a:gd name="connsiteX48780" fmla="*/ 1133030 w 5799173"/>
              <a:gd name="connsiteY48780" fmla="*/ 3516367 h 5017219"/>
              <a:gd name="connsiteX48781" fmla="*/ 1131867 w 5799173"/>
              <a:gd name="connsiteY48781" fmla="*/ 3515702 h 5017219"/>
              <a:gd name="connsiteX48782" fmla="*/ 1122150 w 5799173"/>
              <a:gd name="connsiteY48782" fmla="*/ 3498827 h 5017219"/>
              <a:gd name="connsiteX48783" fmla="*/ 1122150 w 5799173"/>
              <a:gd name="connsiteY48783" fmla="*/ 3497413 h 5017219"/>
              <a:gd name="connsiteX48784" fmla="*/ 1131877 w 5799173"/>
              <a:gd name="connsiteY48784" fmla="*/ 3480524 h 5017219"/>
              <a:gd name="connsiteX48785" fmla="*/ 1133040 w 5799173"/>
              <a:gd name="connsiteY48785" fmla="*/ 3479857 h 5017219"/>
              <a:gd name="connsiteX48786" fmla="*/ 1152481 w 5799173"/>
              <a:gd name="connsiteY48786" fmla="*/ 3479856 h 5017219"/>
              <a:gd name="connsiteX48787" fmla="*/ 1153645 w 5799173"/>
              <a:gd name="connsiteY48787" fmla="*/ 3480518 h 5017219"/>
              <a:gd name="connsiteX48788" fmla="*/ 1163362 w 5799173"/>
              <a:gd name="connsiteY48788" fmla="*/ 3497395 h 5017219"/>
              <a:gd name="connsiteX48789" fmla="*/ 1163361 w 5799173"/>
              <a:gd name="connsiteY48789" fmla="*/ 3498812 h 5017219"/>
              <a:gd name="connsiteX48790" fmla="*/ 1153633 w 5799173"/>
              <a:gd name="connsiteY48790" fmla="*/ 3515704 h 5017219"/>
              <a:gd name="connsiteX48791" fmla="*/ 1152470 w 5799173"/>
              <a:gd name="connsiteY48791" fmla="*/ 3516371 h 5017219"/>
              <a:gd name="connsiteX48792" fmla="*/ 1193155 w 5799173"/>
              <a:gd name="connsiteY48792" fmla="*/ 3532584 h 5017219"/>
              <a:gd name="connsiteX48793" fmla="*/ 1191991 w 5799173"/>
              <a:gd name="connsiteY48793" fmla="*/ 3531919 h 5017219"/>
              <a:gd name="connsiteX48794" fmla="*/ 1182190 w 5799173"/>
              <a:gd name="connsiteY48794" fmla="*/ 3514879 h 5017219"/>
              <a:gd name="connsiteX48795" fmla="*/ 1182190 w 5799173"/>
              <a:gd name="connsiteY48795" fmla="*/ 3513468 h 5017219"/>
              <a:gd name="connsiteX48796" fmla="*/ 1192001 w 5799173"/>
              <a:gd name="connsiteY48796" fmla="*/ 3496407 h 5017219"/>
              <a:gd name="connsiteX48797" fmla="*/ 1193165 w 5799173"/>
              <a:gd name="connsiteY48797" fmla="*/ 3495742 h 5017219"/>
              <a:gd name="connsiteX48798" fmla="*/ 1212772 w 5799173"/>
              <a:gd name="connsiteY48798" fmla="*/ 3495737 h 5017219"/>
              <a:gd name="connsiteX48799" fmla="*/ 1213935 w 5799173"/>
              <a:gd name="connsiteY48799" fmla="*/ 3496402 h 5017219"/>
              <a:gd name="connsiteX48800" fmla="*/ 1223735 w 5799173"/>
              <a:gd name="connsiteY48800" fmla="*/ 3513450 h 5017219"/>
              <a:gd name="connsiteX48801" fmla="*/ 1223735 w 5799173"/>
              <a:gd name="connsiteY48801" fmla="*/ 3514860 h 5017219"/>
              <a:gd name="connsiteX48802" fmla="*/ 1213925 w 5799173"/>
              <a:gd name="connsiteY48802" fmla="*/ 3531916 h 5017219"/>
              <a:gd name="connsiteX48803" fmla="*/ 1212759 w 5799173"/>
              <a:gd name="connsiteY48803" fmla="*/ 3532591 h 5017219"/>
              <a:gd name="connsiteX48804" fmla="*/ 4082155 w 5799173"/>
              <a:gd name="connsiteY48804" fmla="*/ 4306693 h 5017219"/>
              <a:gd name="connsiteX48805" fmla="*/ 4080991 w 5799173"/>
              <a:gd name="connsiteY48805" fmla="*/ 4306031 h 5017219"/>
              <a:gd name="connsiteX48806" fmla="*/ 4071356 w 5799173"/>
              <a:gd name="connsiteY48806" fmla="*/ 4289328 h 5017219"/>
              <a:gd name="connsiteX48807" fmla="*/ 4071356 w 5799173"/>
              <a:gd name="connsiteY48807" fmla="*/ 4288000 h 5017219"/>
              <a:gd name="connsiteX48808" fmla="*/ 4080995 w 5799173"/>
              <a:gd name="connsiteY48808" fmla="*/ 4271292 h 5017219"/>
              <a:gd name="connsiteX48809" fmla="*/ 4082158 w 5799173"/>
              <a:gd name="connsiteY48809" fmla="*/ 4270627 h 5017219"/>
              <a:gd name="connsiteX48810" fmla="*/ 4101516 w 5799173"/>
              <a:gd name="connsiteY48810" fmla="*/ 4270626 h 5017219"/>
              <a:gd name="connsiteX48811" fmla="*/ 4102679 w 5799173"/>
              <a:gd name="connsiteY48811" fmla="*/ 4271291 h 5017219"/>
              <a:gd name="connsiteX48812" fmla="*/ 4112315 w 5799173"/>
              <a:gd name="connsiteY48812" fmla="*/ 4287993 h 5017219"/>
              <a:gd name="connsiteX48813" fmla="*/ 4112315 w 5799173"/>
              <a:gd name="connsiteY48813" fmla="*/ 4289322 h 5017219"/>
              <a:gd name="connsiteX48814" fmla="*/ 4102674 w 5799173"/>
              <a:gd name="connsiteY48814" fmla="*/ 4306035 h 5017219"/>
              <a:gd name="connsiteX48815" fmla="*/ 4101512 w 5799173"/>
              <a:gd name="connsiteY48815" fmla="*/ 4306695 h 5017219"/>
              <a:gd name="connsiteX48816" fmla="*/ 3600517 w 5799173"/>
              <a:gd name="connsiteY48816" fmla="*/ 4177893 h 5017219"/>
              <a:gd name="connsiteX48817" fmla="*/ 3599354 w 5799173"/>
              <a:gd name="connsiteY48817" fmla="*/ 4177228 h 5017219"/>
              <a:gd name="connsiteX48818" fmla="*/ 3589634 w 5799173"/>
              <a:gd name="connsiteY48818" fmla="*/ 4160280 h 5017219"/>
              <a:gd name="connsiteX48819" fmla="*/ 3589635 w 5799173"/>
              <a:gd name="connsiteY48819" fmla="*/ 4158865 h 5017219"/>
              <a:gd name="connsiteX48820" fmla="*/ 3599439 w 5799173"/>
              <a:gd name="connsiteY48820" fmla="*/ 4141913 h 5017219"/>
              <a:gd name="connsiteX48821" fmla="*/ 3600602 w 5799173"/>
              <a:gd name="connsiteY48821" fmla="*/ 4141249 h 5017219"/>
              <a:gd name="connsiteX48822" fmla="*/ 3620126 w 5799173"/>
              <a:gd name="connsiteY48822" fmla="*/ 4141249 h 5017219"/>
              <a:gd name="connsiteX48823" fmla="*/ 3621289 w 5799173"/>
              <a:gd name="connsiteY48823" fmla="*/ 4141914 h 5017219"/>
              <a:gd name="connsiteX48824" fmla="*/ 3631008 w 5799173"/>
              <a:gd name="connsiteY48824" fmla="*/ 4158864 h 5017219"/>
              <a:gd name="connsiteX48825" fmla="*/ 3631008 w 5799173"/>
              <a:gd name="connsiteY48825" fmla="*/ 4160276 h 5017219"/>
              <a:gd name="connsiteX48826" fmla="*/ 3621202 w 5799173"/>
              <a:gd name="connsiteY48826" fmla="*/ 4177235 h 5017219"/>
              <a:gd name="connsiteX48827" fmla="*/ 3620039 w 5799173"/>
              <a:gd name="connsiteY48827" fmla="*/ 4177900 h 5017219"/>
              <a:gd name="connsiteX48828" fmla="*/ 1253235 w 5799173"/>
              <a:gd name="connsiteY48828" fmla="*/ 3548959 h 5017219"/>
              <a:gd name="connsiteX48829" fmla="*/ 1251991 w 5799173"/>
              <a:gd name="connsiteY48829" fmla="*/ 3548292 h 5017219"/>
              <a:gd name="connsiteX48830" fmla="*/ 1242106 w 5799173"/>
              <a:gd name="connsiteY48830" fmla="*/ 3531086 h 5017219"/>
              <a:gd name="connsiteX48831" fmla="*/ 1242108 w 5799173"/>
              <a:gd name="connsiteY48831" fmla="*/ 3529668 h 5017219"/>
              <a:gd name="connsiteX48832" fmla="*/ 1252001 w 5799173"/>
              <a:gd name="connsiteY48832" fmla="*/ 3512449 h 5017219"/>
              <a:gd name="connsiteX48833" fmla="*/ 1253246 w 5799173"/>
              <a:gd name="connsiteY48833" fmla="*/ 3511781 h 5017219"/>
              <a:gd name="connsiteX48834" fmla="*/ 1273103 w 5799173"/>
              <a:gd name="connsiteY48834" fmla="*/ 3511779 h 5017219"/>
              <a:gd name="connsiteX48835" fmla="*/ 1274351 w 5799173"/>
              <a:gd name="connsiteY48835" fmla="*/ 3512441 h 5017219"/>
              <a:gd name="connsiteX48836" fmla="*/ 1284232 w 5799173"/>
              <a:gd name="connsiteY48836" fmla="*/ 3529656 h 5017219"/>
              <a:gd name="connsiteX48837" fmla="*/ 1284231 w 5799173"/>
              <a:gd name="connsiteY48837" fmla="*/ 3531070 h 5017219"/>
              <a:gd name="connsiteX48838" fmla="*/ 1274339 w 5799173"/>
              <a:gd name="connsiteY48838" fmla="*/ 3548290 h 5017219"/>
              <a:gd name="connsiteX48839" fmla="*/ 1273092 w 5799173"/>
              <a:gd name="connsiteY48839" fmla="*/ 3548957 h 5017219"/>
              <a:gd name="connsiteX48840" fmla="*/ 1313485 w 5799173"/>
              <a:gd name="connsiteY48840" fmla="*/ 3565132 h 5017219"/>
              <a:gd name="connsiteX48841" fmla="*/ 1312322 w 5799173"/>
              <a:gd name="connsiteY48841" fmla="*/ 3564467 h 5017219"/>
              <a:gd name="connsiteX48842" fmla="*/ 1302602 w 5799173"/>
              <a:gd name="connsiteY48842" fmla="*/ 3547603 h 5017219"/>
              <a:gd name="connsiteX48843" fmla="*/ 1302602 w 5799173"/>
              <a:gd name="connsiteY48843" fmla="*/ 3546191 h 5017219"/>
              <a:gd name="connsiteX48844" fmla="*/ 1312323 w 5799173"/>
              <a:gd name="connsiteY48844" fmla="*/ 3529325 h 5017219"/>
              <a:gd name="connsiteX48845" fmla="*/ 1313485 w 5799173"/>
              <a:gd name="connsiteY48845" fmla="*/ 3528661 h 5017219"/>
              <a:gd name="connsiteX48846" fmla="*/ 1332926 w 5799173"/>
              <a:gd name="connsiteY48846" fmla="*/ 3528661 h 5017219"/>
              <a:gd name="connsiteX48847" fmla="*/ 1334089 w 5799173"/>
              <a:gd name="connsiteY48847" fmla="*/ 3529326 h 5017219"/>
              <a:gd name="connsiteX48848" fmla="*/ 1343810 w 5799173"/>
              <a:gd name="connsiteY48848" fmla="*/ 3546190 h 5017219"/>
              <a:gd name="connsiteX48849" fmla="*/ 1343810 w 5799173"/>
              <a:gd name="connsiteY48849" fmla="*/ 3547602 h 5017219"/>
              <a:gd name="connsiteX48850" fmla="*/ 1334089 w 5799173"/>
              <a:gd name="connsiteY48850" fmla="*/ 3564468 h 5017219"/>
              <a:gd name="connsiteX48851" fmla="*/ 1332926 w 5799173"/>
              <a:gd name="connsiteY48851" fmla="*/ 3565134 h 5017219"/>
              <a:gd name="connsiteX48852" fmla="*/ 1373579 w 5799173"/>
              <a:gd name="connsiteY48852" fmla="*/ 3581321 h 5017219"/>
              <a:gd name="connsiteX48853" fmla="*/ 1372333 w 5799173"/>
              <a:gd name="connsiteY48853" fmla="*/ 3580660 h 5017219"/>
              <a:gd name="connsiteX48854" fmla="*/ 1362449 w 5799173"/>
              <a:gd name="connsiteY48854" fmla="*/ 3563452 h 5017219"/>
              <a:gd name="connsiteX48855" fmla="*/ 1362450 w 5799173"/>
              <a:gd name="connsiteY48855" fmla="*/ 3562037 h 5017219"/>
              <a:gd name="connsiteX48856" fmla="*/ 1372342 w 5799173"/>
              <a:gd name="connsiteY48856" fmla="*/ 3544820 h 5017219"/>
              <a:gd name="connsiteX48857" fmla="*/ 1373587 w 5799173"/>
              <a:gd name="connsiteY48857" fmla="*/ 3544154 h 5017219"/>
              <a:gd name="connsiteX48858" fmla="*/ 1393445 w 5799173"/>
              <a:gd name="connsiteY48858" fmla="*/ 3544148 h 5017219"/>
              <a:gd name="connsiteX48859" fmla="*/ 1394692 w 5799173"/>
              <a:gd name="connsiteY48859" fmla="*/ 3544813 h 5017219"/>
              <a:gd name="connsiteX48860" fmla="*/ 1404574 w 5799173"/>
              <a:gd name="connsiteY48860" fmla="*/ 3562024 h 5017219"/>
              <a:gd name="connsiteX48861" fmla="*/ 1404573 w 5799173"/>
              <a:gd name="connsiteY48861" fmla="*/ 3563439 h 5017219"/>
              <a:gd name="connsiteX48862" fmla="*/ 1394681 w 5799173"/>
              <a:gd name="connsiteY48862" fmla="*/ 3580659 h 5017219"/>
              <a:gd name="connsiteX48863" fmla="*/ 1393434 w 5799173"/>
              <a:gd name="connsiteY48863" fmla="*/ 3581326 h 5017219"/>
              <a:gd name="connsiteX48864" fmla="*/ 1433575 w 5799173"/>
              <a:gd name="connsiteY48864" fmla="*/ 3597867 h 5017219"/>
              <a:gd name="connsiteX48865" fmla="*/ 1432328 w 5799173"/>
              <a:gd name="connsiteY48865" fmla="*/ 3597121 h 5017219"/>
              <a:gd name="connsiteX48866" fmla="*/ 1422277 w 5799173"/>
              <a:gd name="connsiteY48866" fmla="*/ 3579673 h 5017219"/>
              <a:gd name="connsiteX48867" fmla="*/ 1422277 w 5799173"/>
              <a:gd name="connsiteY48867" fmla="*/ 3578262 h 5017219"/>
              <a:gd name="connsiteX48868" fmla="*/ 1432331 w 5799173"/>
              <a:gd name="connsiteY48868" fmla="*/ 3560807 h 5017219"/>
              <a:gd name="connsiteX48869" fmla="*/ 1433578 w 5799173"/>
              <a:gd name="connsiteY48869" fmla="*/ 3560056 h 5017219"/>
              <a:gd name="connsiteX48870" fmla="*/ 1453683 w 5799173"/>
              <a:gd name="connsiteY48870" fmla="*/ 3560058 h 5017219"/>
              <a:gd name="connsiteX48871" fmla="*/ 1454930 w 5799173"/>
              <a:gd name="connsiteY48871" fmla="*/ 3560806 h 5017219"/>
              <a:gd name="connsiteX48872" fmla="*/ 1464981 w 5799173"/>
              <a:gd name="connsiteY48872" fmla="*/ 3578256 h 5017219"/>
              <a:gd name="connsiteX48873" fmla="*/ 1464981 w 5799173"/>
              <a:gd name="connsiteY48873" fmla="*/ 3579669 h 5017219"/>
              <a:gd name="connsiteX48874" fmla="*/ 1454926 w 5799173"/>
              <a:gd name="connsiteY48874" fmla="*/ 3597122 h 5017219"/>
              <a:gd name="connsiteX48875" fmla="*/ 1453680 w 5799173"/>
              <a:gd name="connsiteY48875" fmla="*/ 3597873 h 5017219"/>
              <a:gd name="connsiteX48876" fmla="*/ 3660405 w 5799173"/>
              <a:gd name="connsiteY48876" fmla="*/ 4194563 h 5017219"/>
              <a:gd name="connsiteX48877" fmla="*/ 3659160 w 5799173"/>
              <a:gd name="connsiteY48877" fmla="*/ 4193814 h 5017219"/>
              <a:gd name="connsiteX48878" fmla="*/ 3649024 w 5799173"/>
              <a:gd name="connsiteY48878" fmla="*/ 4176285 h 5017219"/>
              <a:gd name="connsiteX48879" fmla="*/ 3649026 w 5799173"/>
              <a:gd name="connsiteY48879" fmla="*/ 4174866 h 5017219"/>
              <a:gd name="connsiteX48880" fmla="*/ 3659164 w 5799173"/>
              <a:gd name="connsiteY48880" fmla="*/ 4157329 h 5017219"/>
              <a:gd name="connsiteX48881" fmla="*/ 3660409 w 5799173"/>
              <a:gd name="connsiteY48881" fmla="*/ 4156581 h 5017219"/>
              <a:gd name="connsiteX48882" fmla="*/ 3680682 w 5799173"/>
              <a:gd name="connsiteY48882" fmla="*/ 4156575 h 5017219"/>
              <a:gd name="connsiteX48883" fmla="*/ 3681928 w 5799173"/>
              <a:gd name="connsiteY48883" fmla="*/ 4157324 h 5017219"/>
              <a:gd name="connsiteX48884" fmla="*/ 3692062 w 5799173"/>
              <a:gd name="connsiteY48884" fmla="*/ 4174859 h 5017219"/>
              <a:gd name="connsiteX48885" fmla="*/ 3692062 w 5799173"/>
              <a:gd name="connsiteY48885" fmla="*/ 4176271 h 5017219"/>
              <a:gd name="connsiteX48886" fmla="*/ 3681922 w 5799173"/>
              <a:gd name="connsiteY48886" fmla="*/ 4193818 h 5017219"/>
              <a:gd name="connsiteX48887" fmla="*/ 3680675 w 5799173"/>
              <a:gd name="connsiteY48887" fmla="*/ 4194569 h 5017219"/>
              <a:gd name="connsiteX48888" fmla="*/ 3118701 w 5799173"/>
              <a:gd name="connsiteY48888" fmla="*/ 4049523 h 5017219"/>
              <a:gd name="connsiteX48889" fmla="*/ 3117456 w 5799173"/>
              <a:gd name="connsiteY48889" fmla="*/ 4048774 h 5017219"/>
              <a:gd name="connsiteX48890" fmla="*/ 3107320 w 5799173"/>
              <a:gd name="connsiteY48890" fmla="*/ 4031245 h 5017219"/>
              <a:gd name="connsiteX48891" fmla="*/ 3107320 w 5799173"/>
              <a:gd name="connsiteY48891" fmla="*/ 4029833 h 5017219"/>
              <a:gd name="connsiteX48892" fmla="*/ 3117457 w 5799173"/>
              <a:gd name="connsiteY48892" fmla="*/ 4012299 h 5017219"/>
              <a:gd name="connsiteX48893" fmla="*/ 3118702 w 5799173"/>
              <a:gd name="connsiteY48893" fmla="*/ 4011555 h 5017219"/>
              <a:gd name="connsiteX48894" fmla="*/ 3138974 w 5799173"/>
              <a:gd name="connsiteY48894" fmla="*/ 4011550 h 5017219"/>
              <a:gd name="connsiteX48895" fmla="*/ 3140219 w 5799173"/>
              <a:gd name="connsiteY48895" fmla="*/ 4012301 h 5017219"/>
              <a:gd name="connsiteX48896" fmla="*/ 3150356 w 5799173"/>
              <a:gd name="connsiteY48896" fmla="*/ 4029829 h 5017219"/>
              <a:gd name="connsiteX48897" fmla="*/ 3150355 w 5799173"/>
              <a:gd name="connsiteY48897" fmla="*/ 4031244 h 5017219"/>
              <a:gd name="connsiteX48898" fmla="*/ 3140218 w 5799173"/>
              <a:gd name="connsiteY48898" fmla="*/ 4048779 h 5017219"/>
              <a:gd name="connsiteX48899" fmla="*/ 3138971 w 5799173"/>
              <a:gd name="connsiteY48899" fmla="*/ 4049529 h 5017219"/>
              <a:gd name="connsiteX48900" fmla="*/ 3961009 w 5799173"/>
              <a:gd name="connsiteY48900" fmla="*/ 4275714 h 5017219"/>
              <a:gd name="connsiteX48901" fmla="*/ 3959763 w 5799173"/>
              <a:gd name="connsiteY48901" fmla="*/ 4274968 h 5017219"/>
              <a:gd name="connsiteX48902" fmla="*/ 3949379 w 5799173"/>
              <a:gd name="connsiteY48902" fmla="*/ 4256934 h 5017219"/>
              <a:gd name="connsiteX48903" fmla="*/ 3949379 w 5799173"/>
              <a:gd name="connsiteY48903" fmla="*/ 4255440 h 5017219"/>
              <a:gd name="connsiteX48904" fmla="*/ 3959852 w 5799173"/>
              <a:gd name="connsiteY48904" fmla="*/ 4237393 h 5017219"/>
              <a:gd name="connsiteX48905" fmla="*/ 3961097 w 5799173"/>
              <a:gd name="connsiteY48905" fmla="*/ 4236648 h 5017219"/>
              <a:gd name="connsiteX48906" fmla="*/ 3981952 w 5799173"/>
              <a:gd name="connsiteY48906" fmla="*/ 4236641 h 5017219"/>
              <a:gd name="connsiteX48907" fmla="*/ 3983198 w 5799173"/>
              <a:gd name="connsiteY48907" fmla="*/ 4237390 h 5017219"/>
              <a:gd name="connsiteX48908" fmla="*/ 3993580 w 5799173"/>
              <a:gd name="connsiteY48908" fmla="*/ 4255428 h 5017219"/>
              <a:gd name="connsiteX48909" fmla="*/ 3993580 w 5799173"/>
              <a:gd name="connsiteY48909" fmla="*/ 4256923 h 5017219"/>
              <a:gd name="connsiteX48910" fmla="*/ 3983106 w 5799173"/>
              <a:gd name="connsiteY48910" fmla="*/ 4274976 h 5017219"/>
              <a:gd name="connsiteX48911" fmla="*/ 3981861 w 5799173"/>
              <a:gd name="connsiteY48911" fmla="*/ 4275716 h 5017219"/>
              <a:gd name="connsiteX48912" fmla="*/ 3780442 w 5799173"/>
              <a:gd name="connsiteY48912" fmla="*/ 4227447 h 5017219"/>
              <a:gd name="connsiteX48913" fmla="*/ 3779196 w 5799173"/>
              <a:gd name="connsiteY48913" fmla="*/ 4226702 h 5017219"/>
              <a:gd name="connsiteX48914" fmla="*/ 3768728 w 5799173"/>
              <a:gd name="connsiteY48914" fmla="*/ 4208589 h 5017219"/>
              <a:gd name="connsiteX48915" fmla="*/ 3768729 w 5799173"/>
              <a:gd name="connsiteY48915" fmla="*/ 4207090 h 5017219"/>
              <a:gd name="connsiteX48916" fmla="*/ 3779200 w 5799173"/>
              <a:gd name="connsiteY48916" fmla="*/ 4188966 h 5017219"/>
              <a:gd name="connsiteX48917" fmla="*/ 3780446 w 5799173"/>
              <a:gd name="connsiteY48917" fmla="*/ 4188220 h 5017219"/>
              <a:gd name="connsiteX48918" fmla="*/ 3801384 w 5799173"/>
              <a:gd name="connsiteY48918" fmla="*/ 4188214 h 5017219"/>
              <a:gd name="connsiteX48919" fmla="*/ 3802629 w 5799173"/>
              <a:gd name="connsiteY48919" fmla="*/ 4188963 h 5017219"/>
              <a:gd name="connsiteX48920" fmla="*/ 3813095 w 5799173"/>
              <a:gd name="connsiteY48920" fmla="*/ 4207084 h 5017219"/>
              <a:gd name="connsiteX48921" fmla="*/ 3813095 w 5799173"/>
              <a:gd name="connsiteY48921" fmla="*/ 4208578 h 5017219"/>
              <a:gd name="connsiteX48922" fmla="*/ 3802622 w 5799173"/>
              <a:gd name="connsiteY48922" fmla="*/ 4226710 h 5017219"/>
              <a:gd name="connsiteX48923" fmla="*/ 3801377 w 5799173"/>
              <a:gd name="connsiteY48923" fmla="*/ 4227454 h 5017219"/>
              <a:gd name="connsiteX48924" fmla="*/ 4021136 w 5799173"/>
              <a:gd name="connsiteY48924" fmla="*/ 4292094 h 5017219"/>
              <a:gd name="connsiteX48925" fmla="*/ 4019807 w 5799173"/>
              <a:gd name="connsiteY48925" fmla="*/ 4291345 h 5017219"/>
              <a:gd name="connsiteX48926" fmla="*/ 4009259 w 5799173"/>
              <a:gd name="connsiteY48926" fmla="*/ 4272975 h 5017219"/>
              <a:gd name="connsiteX48927" fmla="*/ 4009259 w 5799173"/>
              <a:gd name="connsiteY48927" fmla="*/ 4271478 h 5017219"/>
              <a:gd name="connsiteX48928" fmla="*/ 4019817 w 5799173"/>
              <a:gd name="connsiteY48928" fmla="*/ 4253092 h 5017219"/>
              <a:gd name="connsiteX48929" fmla="*/ 4021147 w 5799173"/>
              <a:gd name="connsiteY48929" fmla="*/ 4252342 h 5017219"/>
              <a:gd name="connsiteX48930" fmla="*/ 4042334 w 5799173"/>
              <a:gd name="connsiteY48930" fmla="*/ 4252338 h 5017219"/>
              <a:gd name="connsiteX48931" fmla="*/ 4043664 w 5799173"/>
              <a:gd name="connsiteY48931" fmla="*/ 4253082 h 5017219"/>
              <a:gd name="connsiteX48932" fmla="*/ 4054209 w 5799173"/>
              <a:gd name="connsiteY48932" fmla="*/ 4271463 h 5017219"/>
              <a:gd name="connsiteX48933" fmla="*/ 4054209 w 5799173"/>
              <a:gd name="connsiteY48933" fmla="*/ 4272958 h 5017219"/>
              <a:gd name="connsiteX48934" fmla="*/ 4043650 w 5799173"/>
              <a:gd name="connsiteY48934" fmla="*/ 4291348 h 5017219"/>
              <a:gd name="connsiteX48935" fmla="*/ 4042321 w 5799173"/>
              <a:gd name="connsiteY48935" fmla="*/ 4292098 h 5017219"/>
              <a:gd name="connsiteX48936" fmla="*/ 3720198 w 5799173"/>
              <a:gd name="connsiteY48936" fmla="*/ 4211538 h 5017219"/>
              <a:gd name="connsiteX48937" fmla="*/ 3718952 w 5799173"/>
              <a:gd name="connsiteY48937" fmla="*/ 4210793 h 5017219"/>
              <a:gd name="connsiteX48938" fmla="*/ 3708483 w 5799173"/>
              <a:gd name="connsiteY48938" fmla="*/ 4192683 h 5017219"/>
              <a:gd name="connsiteX48939" fmla="*/ 3708483 w 5799173"/>
              <a:gd name="connsiteY48939" fmla="*/ 4191189 h 5017219"/>
              <a:gd name="connsiteX48940" fmla="*/ 3718952 w 5799173"/>
              <a:gd name="connsiteY48940" fmla="*/ 4173072 h 5017219"/>
              <a:gd name="connsiteX48941" fmla="*/ 3720197 w 5799173"/>
              <a:gd name="connsiteY48941" fmla="*/ 4172328 h 5017219"/>
              <a:gd name="connsiteX48942" fmla="*/ 3741134 w 5799173"/>
              <a:gd name="connsiteY48942" fmla="*/ 4172326 h 5017219"/>
              <a:gd name="connsiteX48943" fmla="*/ 3742380 w 5799173"/>
              <a:gd name="connsiteY48943" fmla="*/ 4173074 h 5017219"/>
              <a:gd name="connsiteX48944" fmla="*/ 3752848 w 5799173"/>
              <a:gd name="connsiteY48944" fmla="*/ 4191185 h 5017219"/>
              <a:gd name="connsiteX48945" fmla="*/ 3752847 w 5799173"/>
              <a:gd name="connsiteY48945" fmla="*/ 4192681 h 5017219"/>
              <a:gd name="connsiteX48946" fmla="*/ 3742377 w 5799173"/>
              <a:gd name="connsiteY48946" fmla="*/ 4210800 h 5017219"/>
              <a:gd name="connsiteX48947" fmla="*/ 3741132 w 5799173"/>
              <a:gd name="connsiteY48947" fmla="*/ 4211548 h 5017219"/>
              <a:gd name="connsiteX48948" fmla="*/ 1854276 w 5799173"/>
              <a:gd name="connsiteY48948" fmla="*/ 3711730 h 5017219"/>
              <a:gd name="connsiteX48949" fmla="*/ 1852945 w 5799173"/>
              <a:gd name="connsiteY48949" fmla="*/ 3710987 h 5017219"/>
              <a:gd name="connsiteX48950" fmla="*/ 1842232 w 5799173"/>
              <a:gd name="connsiteY48950" fmla="*/ 3692364 h 5017219"/>
              <a:gd name="connsiteX48951" fmla="*/ 1842233 w 5799173"/>
              <a:gd name="connsiteY48951" fmla="*/ 3690864 h 5017219"/>
              <a:gd name="connsiteX48952" fmla="*/ 1852956 w 5799173"/>
              <a:gd name="connsiteY48952" fmla="*/ 3672232 h 5017219"/>
              <a:gd name="connsiteX48953" fmla="*/ 1854285 w 5799173"/>
              <a:gd name="connsiteY48953" fmla="*/ 3671484 h 5017219"/>
              <a:gd name="connsiteX48954" fmla="*/ 1875723 w 5799173"/>
              <a:gd name="connsiteY48954" fmla="*/ 3671476 h 5017219"/>
              <a:gd name="connsiteX48955" fmla="*/ 1877051 w 5799173"/>
              <a:gd name="connsiteY48955" fmla="*/ 3672226 h 5017219"/>
              <a:gd name="connsiteX48956" fmla="*/ 1887764 w 5799173"/>
              <a:gd name="connsiteY48956" fmla="*/ 3690849 h 5017219"/>
              <a:gd name="connsiteX48957" fmla="*/ 1887763 w 5799173"/>
              <a:gd name="connsiteY48957" fmla="*/ 3692348 h 5017219"/>
              <a:gd name="connsiteX48958" fmla="*/ 1877038 w 5799173"/>
              <a:gd name="connsiteY48958" fmla="*/ 3710988 h 5017219"/>
              <a:gd name="connsiteX48959" fmla="*/ 1875710 w 5799173"/>
              <a:gd name="connsiteY48959" fmla="*/ 3711732 h 5017219"/>
              <a:gd name="connsiteX48960" fmla="*/ 3900600 w 5799173"/>
              <a:gd name="connsiteY48960" fmla="*/ 4260070 h 5017219"/>
              <a:gd name="connsiteX48961" fmla="*/ 3899269 w 5799173"/>
              <a:gd name="connsiteY48961" fmla="*/ 4259327 h 5017219"/>
              <a:gd name="connsiteX48962" fmla="*/ 3888555 w 5799173"/>
              <a:gd name="connsiteY48962" fmla="*/ 4240707 h 5017219"/>
              <a:gd name="connsiteX48963" fmla="*/ 3888556 w 5799173"/>
              <a:gd name="connsiteY48963" fmla="*/ 4239209 h 5017219"/>
              <a:gd name="connsiteX48964" fmla="*/ 3899279 w 5799173"/>
              <a:gd name="connsiteY48964" fmla="*/ 4220575 h 5017219"/>
              <a:gd name="connsiteX48965" fmla="*/ 3900610 w 5799173"/>
              <a:gd name="connsiteY48965" fmla="*/ 4219826 h 5017219"/>
              <a:gd name="connsiteX48966" fmla="*/ 3922046 w 5799173"/>
              <a:gd name="connsiteY48966" fmla="*/ 4219820 h 5017219"/>
              <a:gd name="connsiteX48967" fmla="*/ 3923374 w 5799173"/>
              <a:gd name="connsiteY48967" fmla="*/ 4220570 h 5017219"/>
              <a:gd name="connsiteX48968" fmla="*/ 3934087 w 5799173"/>
              <a:gd name="connsiteY48968" fmla="*/ 4239194 h 5017219"/>
              <a:gd name="connsiteX48969" fmla="*/ 3934087 w 5799173"/>
              <a:gd name="connsiteY48969" fmla="*/ 4240690 h 5017219"/>
              <a:gd name="connsiteX48970" fmla="*/ 3923362 w 5799173"/>
              <a:gd name="connsiteY48970" fmla="*/ 4259328 h 5017219"/>
              <a:gd name="connsiteX48971" fmla="*/ 3922033 w 5799173"/>
              <a:gd name="connsiteY48971" fmla="*/ 4260075 h 5017219"/>
              <a:gd name="connsiteX48972" fmla="*/ 3840478 w 5799173"/>
              <a:gd name="connsiteY48972" fmla="*/ 4244084 h 5017219"/>
              <a:gd name="connsiteX48973" fmla="*/ 3839149 w 5799173"/>
              <a:gd name="connsiteY48973" fmla="*/ 4243338 h 5017219"/>
              <a:gd name="connsiteX48974" fmla="*/ 3828597 w 5799173"/>
              <a:gd name="connsiteY48974" fmla="*/ 4224981 h 5017219"/>
              <a:gd name="connsiteX48975" fmla="*/ 3828597 w 5799173"/>
              <a:gd name="connsiteY48975" fmla="*/ 4223483 h 5017219"/>
              <a:gd name="connsiteX48976" fmla="*/ 3839149 w 5799173"/>
              <a:gd name="connsiteY48976" fmla="*/ 4205121 h 5017219"/>
              <a:gd name="connsiteX48977" fmla="*/ 3840478 w 5799173"/>
              <a:gd name="connsiteY48977" fmla="*/ 4204373 h 5017219"/>
              <a:gd name="connsiteX48978" fmla="*/ 3861663 w 5799173"/>
              <a:gd name="connsiteY48978" fmla="*/ 4204372 h 5017219"/>
              <a:gd name="connsiteX48979" fmla="*/ 3862993 w 5799173"/>
              <a:gd name="connsiteY48979" fmla="*/ 4205119 h 5017219"/>
              <a:gd name="connsiteX48980" fmla="*/ 3873544 w 5799173"/>
              <a:gd name="connsiteY48980" fmla="*/ 4223480 h 5017219"/>
              <a:gd name="connsiteX48981" fmla="*/ 3873544 w 5799173"/>
              <a:gd name="connsiteY48981" fmla="*/ 4224976 h 5017219"/>
              <a:gd name="connsiteX48982" fmla="*/ 3862992 w 5799173"/>
              <a:gd name="connsiteY48982" fmla="*/ 4243341 h 5017219"/>
              <a:gd name="connsiteX48983" fmla="*/ 3861662 w 5799173"/>
              <a:gd name="connsiteY48983" fmla="*/ 4244088 h 5017219"/>
              <a:gd name="connsiteX48984" fmla="*/ 2034730 w 5799173"/>
              <a:gd name="connsiteY48984" fmla="*/ 3760275 h 5017219"/>
              <a:gd name="connsiteX48985" fmla="*/ 2033399 w 5799173"/>
              <a:gd name="connsiteY48985" fmla="*/ 3759533 h 5017219"/>
              <a:gd name="connsiteX48986" fmla="*/ 2022601 w 5799173"/>
              <a:gd name="connsiteY48986" fmla="*/ 3740832 h 5017219"/>
              <a:gd name="connsiteX48987" fmla="*/ 2022601 w 5799173"/>
              <a:gd name="connsiteY48987" fmla="*/ 3739336 h 5017219"/>
              <a:gd name="connsiteX48988" fmla="*/ 2033407 w 5799173"/>
              <a:gd name="connsiteY48988" fmla="*/ 3720624 h 5017219"/>
              <a:gd name="connsiteX48989" fmla="*/ 2034737 w 5799173"/>
              <a:gd name="connsiteY48989" fmla="*/ 3719874 h 5017219"/>
              <a:gd name="connsiteX48990" fmla="*/ 2056339 w 5799173"/>
              <a:gd name="connsiteY48990" fmla="*/ 3719868 h 5017219"/>
              <a:gd name="connsiteX48991" fmla="*/ 2057668 w 5799173"/>
              <a:gd name="connsiteY48991" fmla="*/ 3720615 h 5017219"/>
              <a:gd name="connsiteX48992" fmla="*/ 2068465 w 5799173"/>
              <a:gd name="connsiteY48992" fmla="*/ 3739320 h 5017219"/>
              <a:gd name="connsiteX48993" fmla="*/ 2068465 w 5799173"/>
              <a:gd name="connsiteY48993" fmla="*/ 3740820 h 5017219"/>
              <a:gd name="connsiteX48994" fmla="*/ 2057656 w 5799173"/>
              <a:gd name="connsiteY48994" fmla="*/ 3759541 h 5017219"/>
              <a:gd name="connsiteX48995" fmla="*/ 2056327 w 5799173"/>
              <a:gd name="connsiteY48995" fmla="*/ 3760288 h 5017219"/>
              <a:gd name="connsiteX48996" fmla="*/ 2094804 w 5799173"/>
              <a:gd name="connsiteY48996" fmla="*/ 3776721 h 5017219"/>
              <a:gd name="connsiteX48997" fmla="*/ 2093473 w 5799173"/>
              <a:gd name="connsiteY48997" fmla="*/ 3775975 h 5017219"/>
              <a:gd name="connsiteX48998" fmla="*/ 2082589 w 5799173"/>
              <a:gd name="connsiteY48998" fmla="*/ 3757120 h 5017219"/>
              <a:gd name="connsiteX48999" fmla="*/ 2082589 w 5799173"/>
              <a:gd name="connsiteY48999" fmla="*/ 3755541 h 5017219"/>
              <a:gd name="connsiteX49000" fmla="*/ 2093474 w 5799173"/>
              <a:gd name="connsiteY49000" fmla="*/ 3736676 h 5017219"/>
              <a:gd name="connsiteX49001" fmla="*/ 2094804 w 5799173"/>
              <a:gd name="connsiteY49001" fmla="*/ 3735928 h 5017219"/>
              <a:gd name="connsiteX49002" fmla="*/ 2116570 w 5799173"/>
              <a:gd name="connsiteY49002" fmla="*/ 3735928 h 5017219"/>
              <a:gd name="connsiteX49003" fmla="*/ 2117900 w 5799173"/>
              <a:gd name="connsiteY49003" fmla="*/ 3736674 h 5017219"/>
              <a:gd name="connsiteX49004" fmla="*/ 2128783 w 5799173"/>
              <a:gd name="connsiteY49004" fmla="*/ 3755536 h 5017219"/>
              <a:gd name="connsiteX49005" fmla="*/ 2128782 w 5799173"/>
              <a:gd name="connsiteY49005" fmla="*/ 3757117 h 5017219"/>
              <a:gd name="connsiteX49006" fmla="*/ 2117896 w 5799173"/>
              <a:gd name="connsiteY49006" fmla="*/ 3775984 h 5017219"/>
              <a:gd name="connsiteX49007" fmla="*/ 2116567 w 5799173"/>
              <a:gd name="connsiteY49007" fmla="*/ 3776731 h 5017219"/>
              <a:gd name="connsiteX49008" fmla="*/ 2155017 w 5799173"/>
              <a:gd name="connsiteY49008" fmla="*/ 3792935 h 5017219"/>
              <a:gd name="connsiteX49009" fmla="*/ 2153689 w 5799173"/>
              <a:gd name="connsiteY49009" fmla="*/ 3792186 h 5017219"/>
              <a:gd name="connsiteX49010" fmla="*/ 2142888 w 5799173"/>
              <a:gd name="connsiteY49010" fmla="*/ 3773413 h 5017219"/>
              <a:gd name="connsiteX49011" fmla="*/ 2142888 w 5799173"/>
              <a:gd name="connsiteY49011" fmla="*/ 3771918 h 5017219"/>
              <a:gd name="connsiteX49012" fmla="*/ 2153689 w 5799173"/>
              <a:gd name="connsiteY49012" fmla="*/ 3753140 h 5017219"/>
              <a:gd name="connsiteX49013" fmla="*/ 2155017 w 5799173"/>
              <a:gd name="connsiteY49013" fmla="*/ 3752392 h 5017219"/>
              <a:gd name="connsiteX49014" fmla="*/ 2176701 w 5799173"/>
              <a:gd name="connsiteY49014" fmla="*/ 3752391 h 5017219"/>
              <a:gd name="connsiteX49015" fmla="*/ 2178031 w 5799173"/>
              <a:gd name="connsiteY49015" fmla="*/ 3753139 h 5017219"/>
              <a:gd name="connsiteX49016" fmla="*/ 2188831 w 5799173"/>
              <a:gd name="connsiteY49016" fmla="*/ 3771915 h 5017219"/>
              <a:gd name="connsiteX49017" fmla="*/ 2188832 w 5799173"/>
              <a:gd name="connsiteY49017" fmla="*/ 3773410 h 5017219"/>
              <a:gd name="connsiteX49018" fmla="*/ 2178029 w 5799173"/>
              <a:gd name="connsiteY49018" fmla="*/ 3792191 h 5017219"/>
              <a:gd name="connsiteX49019" fmla="*/ 2176700 w 5799173"/>
              <a:gd name="connsiteY49019" fmla="*/ 3792939 h 5017219"/>
              <a:gd name="connsiteX49020" fmla="*/ 1914150 w 5799173"/>
              <a:gd name="connsiteY49020" fmla="*/ 3728465 h 5017219"/>
              <a:gd name="connsiteX49021" fmla="*/ 1912819 w 5799173"/>
              <a:gd name="connsiteY49021" fmla="*/ 3727718 h 5017219"/>
              <a:gd name="connsiteX49022" fmla="*/ 1901935 w 5799173"/>
              <a:gd name="connsiteY49022" fmla="*/ 3708780 h 5017219"/>
              <a:gd name="connsiteX49023" fmla="*/ 1901936 w 5799173"/>
              <a:gd name="connsiteY49023" fmla="*/ 3707201 h 5017219"/>
              <a:gd name="connsiteX49024" fmla="*/ 1912905 w 5799173"/>
              <a:gd name="connsiteY49024" fmla="*/ 3688246 h 5017219"/>
              <a:gd name="connsiteX49025" fmla="*/ 1914235 w 5799173"/>
              <a:gd name="connsiteY49025" fmla="*/ 3687500 h 5017219"/>
              <a:gd name="connsiteX49026" fmla="*/ 1936086 w 5799173"/>
              <a:gd name="connsiteY49026" fmla="*/ 3687495 h 5017219"/>
              <a:gd name="connsiteX49027" fmla="*/ 1937416 w 5799173"/>
              <a:gd name="connsiteY49027" fmla="*/ 3688242 h 5017219"/>
              <a:gd name="connsiteX49028" fmla="*/ 1948296 w 5799173"/>
              <a:gd name="connsiteY49028" fmla="*/ 3707192 h 5017219"/>
              <a:gd name="connsiteX49029" fmla="*/ 1948296 w 5799173"/>
              <a:gd name="connsiteY49029" fmla="*/ 3708769 h 5017219"/>
              <a:gd name="connsiteX49030" fmla="*/ 1937325 w 5799173"/>
              <a:gd name="connsiteY49030" fmla="*/ 3727731 h 5017219"/>
              <a:gd name="connsiteX49031" fmla="*/ 1935996 w 5799173"/>
              <a:gd name="connsiteY49031" fmla="*/ 3728475 h 5017219"/>
              <a:gd name="connsiteX49032" fmla="*/ 2215030 w 5799173"/>
              <a:gd name="connsiteY49032" fmla="*/ 3809289 h 5017219"/>
              <a:gd name="connsiteX49033" fmla="*/ 2213699 w 5799173"/>
              <a:gd name="connsiteY49033" fmla="*/ 3808543 h 5017219"/>
              <a:gd name="connsiteX49034" fmla="*/ 2202816 w 5799173"/>
              <a:gd name="connsiteY49034" fmla="*/ 3789605 h 5017219"/>
              <a:gd name="connsiteX49035" fmla="*/ 2202815 w 5799173"/>
              <a:gd name="connsiteY49035" fmla="*/ 3788027 h 5017219"/>
              <a:gd name="connsiteX49036" fmla="*/ 2213782 w 5799173"/>
              <a:gd name="connsiteY49036" fmla="*/ 3769083 h 5017219"/>
              <a:gd name="connsiteX49037" fmla="*/ 2215113 w 5799173"/>
              <a:gd name="connsiteY49037" fmla="*/ 3768333 h 5017219"/>
              <a:gd name="connsiteX49038" fmla="*/ 2236963 w 5799173"/>
              <a:gd name="connsiteY49038" fmla="*/ 3768334 h 5017219"/>
              <a:gd name="connsiteX49039" fmla="*/ 2238292 w 5799173"/>
              <a:gd name="connsiteY49039" fmla="*/ 3769082 h 5017219"/>
              <a:gd name="connsiteX49040" fmla="*/ 2249175 w 5799173"/>
              <a:gd name="connsiteY49040" fmla="*/ 3788024 h 5017219"/>
              <a:gd name="connsiteX49041" fmla="*/ 2249174 w 5799173"/>
              <a:gd name="connsiteY49041" fmla="*/ 3789603 h 5017219"/>
              <a:gd name="connsiteX49042" fmla="*/ 2238207 w 5799173"/>
              <a:gd name="connsiteY49042" fmla="*/ 3808549 h 5017219"/>
              <a:gd name="connsiteX49043" fmla="*/ 2236877 w 5799173"/>
              <a:gd name="connsiteY49043" fmla="*/ 3809296 h 5017219"/>
              <a:gd name="connsiteX49044" fmla="*/ 2395553 w 5799173"/>
              <a:gd name="connsiteY49044" fmla="*/ 3857664 h 5017219"/>
              <a:gd name="connsiteX49045" fmla="*/ 2394224 w 5799173"/>
              <a:gd name="connsiteY49045" fmla="*/ 3856918 h 5017219"/>
              <a:gd name="connsiteX49046" fmla="*/ 2383173 w 5799173"/>
              <a:gd name="connsiteY49046" fmla="*/ 3837812 h 5017219"/>
              <a:gd name="connsiteX49047" fmla="*/ 2383173 w 5799173"/>
              <a:gd name="connsiteY49047" fmla="*/ 3836233 h 5017219"/>
              <a:gd name="connsiteX49048" fmla="*/ 2394226 w 5799173"/>
              <a:gd name="connsiteY49048" fmla="*/ 3817113 h 5017219"/>
              <a:gd name="connsiteX49049" fmla="*/ 2395555 w 5799173"/>
              <a:gd name="connsiteY49049" fmla="*/ 3816366 h 5017219"/>
              <a:gd name="connsiteX49050" fmla="*/ 2417654 w 5799173"/>
              <a:gd name="connsiteY49050" fmla="*/ 3816366 h 5017219"/>
              <a:gd name="connsiteX49051" fmla="*/ 2418983 w 5799173"/>
              <a:gd name="connsiteY49051" fmla="*/ 3817113 h 5017219"/>
              <a:gd name="connsiteX49052" fmla="*/ 2430032 w 5799173"/>
              <a:gd name="connsiteY49052" fmla="*/ 3836224 h 5017219"/>
              <a:gd name="connsiteX49053" fmla="*/ 2430032 w 5799173"/>
              <a:gd name="connsiteY49053" fmla="*/ 3837802 h 5017219"/>
              <a:gd name="connsiteX49054" fmla="*/ 2418978 w 5799173"/>
              <a:gd name="connsiteY49054" fmla="*/ 3856928 h 5017219"/>
              <a:gd name="connsiteX49055" fmla="*/ 2417650 w 5799173"/>
              <a:gd name="connsiteY49055" fmla="*/ 3857672 h 5017219"/>
              <a:gd name="connsiteX49056" fmla="*/ 1974120 w 5799173"/>
              <a:gd name="connsiteY49056" fmla="*/ 3745113 h 5017219"/>
              <a:gd name="connsiteX49057" fmla="*/ 1972790 w 5799173"/>
              <a:gd name="connsiteY49057" fmla="*/ 3744366 h 5017219"/>
              <a:gd name="connsiteX49058" fmla="*/ 1961657 w 5799173"/>
              <a:gd name="connsiteY49058" fmla="*/ 3725096 h 5017219"/>
              <a:gd name="connsiteX49059" fmla="*/ 1961656 w 5799173"/>
              <a:gd name="connsiteY49059" fmla="*/ 3723518 h 5017219"/>
              <a:gd name="connsiteX49060" fmla="*/ 1972789 w 5799173"/>
              <a:gd name="connsiteY49060" fmla="*/ 3704243 h 5017219"/>
              <a:gd name="connsiteX49061" fmla="*/ 1974119 w 5799173"/>
              <a:gd name="connsiteY49061" fmla="*/ 3703493 h 5017219"/>
              <a:gd name="connsiteX49062" fmla="*/ 1996385 w 5799173"/>
              <a:gd name="connsiteY49062" fmla="*/ 3703492 h 5017219"/>
              <a:gd name="connsiteX49063" fmla="*/ 1997713 w 5799173"/>
              <a:gd name="connsiteY49063" fmla="*/ 3704241 h 5017219"/>
              <a:gd name="connsiteX49064" fmla="*/ 2008847 w 5799173"/>
              <a:gd name="connsiteY49064" fmla="*/ 3723514 h 5017219"/>
              <a:gd name="connsiteX49065" fmla="*/ 2008846 w 5799173"/>
              <a:gd name="connsiteY49065" fmla="*/ 3725094 h 5017219"/>
              <a:gd name="connsiteX49066" fmla="*/ 1997712 w 5799173"/>
              <a:gd name="connsiteY49066" fmla="*/ 3744375 h 5017219"/>
              <a:gd name="connsiteX49067" fmla="*/ 1996383 w 5799173"/>
              <a:gd name="connsiteY49067" fmla="*/ 3745122 h 5017219"/>
              <a:gd name="connsiteX49068" fmla="*/ 2335060 w 5799173"/>
              <a:gd name="connsiteY49068" fmla="*/ 3842015 h 5017219"/>
              <a:gd name="connsiteX49069" fmla="*/ 2333649 w 5799173"/>
              <a:gd name="connsiteY49069" fmla="*/ 3841182 h 5017219"/>
              <a:gd name="connsiteX49070" fmla="*/ 2322350 w 5799173"/>
              <a:gd name="connsiteY49070" fmla="*/ 3821577 h 5017219"/>
              <a:gd name="connsiteX49071" fmla="*/ 2322350 w 5799173"/>
              <a:gd name="connsiteY49071" fmla="*/ 3819996 h 5017219"/>
              <a:gd name="connsiteX49072" fmla="*/ 2333738 w 5799173"/>
              <a:gd name="connsiteY49072" fmla="*/ 3800369 h 5017219"/>
              <a:gd name="connsiteX49073" fmla="*/ 2335152 w 5799173"/>
              <a:gd name="connsiteY49073" fmla="*/ 3799536 h 5017219"/>
              <a:gd name="connsiteX49074" fmla="*/ 2357833 w 5799173"/>
              <a:gd name="connsiteY49074" fmla="*/ 3799530 h 5017219"/>
              <a:gd name="connsiteX49075" fmla="*/ 2359245 w 5799173"/>
              <a:gd name="connsiteY49075" fmla="*/ 3800363 h 5017219"/>
              <a:gd name="connsiteX49076" fmla="*/ 2370540 w 5799173"/>
              <a:gd name="connsiteY49076" fmla="*/ 3819980 h 5017219"/>
              <a:gd name="connsiteX49077" fmla="*/ 2370540 w 5799173"/>
              <a:gd name="connsiteY49077" fmla="*/ 3821562 h 5017219"/>
              <a:gd name="connsiteX49078" fmla="*/ 2359153 w 5799173"/>
              <a:gd name="connsiteY49078" fmla="*/ 3841189 h 5017219"/>
              <a:gd name="connsiteX49079" fmla="*/ 2357739 w 5799173"/>
              <a:gd name="connsiteY49079" fmla="*/ 3842026 h 5017219"/>
              <a:gd name="connsiteX49080" fmla="*/ 2274850 w 5799173"/>
              <a:gd name="connsiteY49080" fmla="*/ 3825919 h 5017219"/>
              <a:gd name="connsiteX49081" fmla="*/ 2273438 w 5799173"/>
              <a:gd name="connsiteY49081" fmla="*/ 3825085 h 5017219"/>
              <a:gd name="connsiteX49082" fmla="*/ 2261974 w 5799173"/>
              <a:gd name="connsiteY49082" fmla="*/ 3805227 h 5017219"/>
              <a:gd name="connsiteX49083" fmla="*/ 2261974 w 5799173"/>
              <a:gd name="connsiteY49083" fmla="*/ 3803648 h 5017219"/>
              <a:gd name="connsiteX49084" fmla="*/ 2273447 w 5799173"/>
              <a:gd name="connsiteY49084" fmla="*/ 3783761 h 5017219"/>
              <a:gd name="connsiteX49085" fmla="*/ 2274860 w 5799173"/>
              <a:gd name="connsiteY49085" fmla="*/ 3782929 h 5017219"/>
              <a:gd name="connsiteX49086" fmla="*/ 2297707 w 5799173"/>
              <a:gd name="connsiteY49086" fmla="*/ 3782925 h 5017219"/>
              <a:gd name="connsiteX49087" fmla="*/ 2299121 w 5799173"/>
              <a:gd name="connsiteY49087" fmla="*/ 3783754 h 5017219"/>
              <a:gd name="connsiteX49088" fmla="*/ 2310580 w 5799173"/>
              <a:gd name="connsiteY49088" fmla="*/ 3803630 h 5017219"/>
              <a:gd name="connsiteX49089" fmla="*/ 2310579 w 5799173"/>
              <a:gd name="connsiteY49089" fmla="*/ 3805209 h 5017219"/>
              <a:gd name="connsiteX49090" fmla="*/ 2299107 w 5799173"/>
              <a:gd name="connsiteY49090" fmla="*/ 3825096 h 5017219"/>
              <a:gd name="connsiteX49091" fmla="*/ 2297693 w 5799173"/>
              <a:gd name="connsiteY49091" fmla="*/ 3825930 h 5017219"/>
              <a:gd name="connsiteX49092" fmla="*/ 879144 w 5799173"/>
              <a:gd name="connsiteY49092" fmla="*/ 3502487 h 5017219"/>
              <a:gd name="connsiteX49093" fmla="*/ 878064 w 5799173"/>
              <a:gd name="connsiteY49093" fmla="*/ 3501906 h 5017219"/>
              <a:gd name="connsiteX49094" fmla="*/ 869257 w 5799173"/>
              <a:gd name="connsiteY49094" fmla="*/ 3486705 h 5017219"/>
              <a:gd name="connsiteX49095" fmla="*/ 869256 w 5799173"/>
              <a:gd name="connsiteY49095" fmla="*/ 3485461 h 5017219"/>
              <a:gd name="connsiteX49096" fmla="*/ 878062 w 5799173"/>
              <a:gd name="connsiteY49096" fmla="*/ 3470258 h 5017219"/>
              <a:gd name="connsiteX49097" fmla="*/ 879143 w 5799173"/>
              <a:gd name="connsiteY49097" fmla="*/ 3469674 h 5017219"/>
              <a:gd name="connsiteX49098" fmla="*/ 896756 w 5799173"/>
              <a:gd name="connsiteY49098" fmla="*/ 3469674 h 5017219"/>
              <a:gd name="connsiteX49099" fmla="*/ 897837 w 5799173"/>
              <a:gd name="connsiteY49099" fmla="*/ 3470253 h 5017219"/>
              <a:gd name="connsiteX49100" fmla="*/ 906643 w 5799173"/>
              <a:gd name="connsiteY49100" fmla="*/ 3485459 h 5017219"/>
              <a:gd name="connsiteX49101" fmla="*/ 906644 w 5799173"/>
              <a:gd name="connsiteY49101" fmla="*/ 3486704 h 5017219"/>
              <a:gd name="connsiteX49102" fmla="*/ 897837 w 5799173"/>
              <a:gd name="connsiteY49102" fmla="*/ 3501907 h 5017219"/>
              <a:gd name="connsiteX49103" fmla="*/ 896757 w 5799173"/>
              <a:gd name="connsiteY49103" fmla="*/ 3502487 h 5017219"/>
              <a:gd name="connsiteX49104" fmla="*/ 818786 w 5799173"/>
              <a:gd name="connsiteY49104" fmla="*/ 3486652 h 5017219"/>
              <a:gd name="connsiteX49105" fmla="*/ 817707 w 5799173"/>
              <a:gd name="connsiteY49105" fmla="*/ 3485985 h 5017219"/>
              <a:gd name="connsiteX49106" fmla="*/ 808646 w 5799173"/>
              <a:gd name="connsiteY49106" fmla="*/ 3470305 h 5017219"/>
              <a:gd name="connsiteX49107" fmla="*/ 808646 w 5799173"/>
              <a:gd name="connsiteY49107" fmla="*/ 3469058 h 5017219"/>
              <a:gd name="connsiteX49108" fmla="*/ 817702 w 5799173"/>
              <a:gd name="connsiteY49108" fmla="*/ 3453355 h 5017219"/>
              <a:gd name="connsiteX49109" fmla="*/ 818780 w 5799173"/>
              <a:gd name="connsiteY49109" fmla="*/ 3452696 h 5017219"/>
              <a:gd name="connsiteX49110" fmla="*/ 836892 w 5799173"/>
              <a:gd name="connsiteY49110" fmla="*/ 3452692 h 5017219"/>
              <a:gd name="connsiteX49111" fmla="*/ 837973 w 5799173"/>
              <a:gd name="connsiteY49111" fmla="*/ 3453357 h 5017219"/>
              <a:gd name="connsiteX49112" fmla="*/ 847027 w 5799173"/>
              <a:gd name="connsiteY49112" fmla="*/ 3469061 h 5017219"/>
              <a:gd name="connsiteX49113" fmla="*/ 847027 w 5799173"/>
              <a:gd name="connsiteY49113" fmla="*/ 3470308 h 5017219"/>
              <a:gd name="connsiteX49114" fmla="*/ 837976 w 5799173"/>
              <a:gd name="connsiteY49114" fmla="*/ 3485996 h 5017219"/>
              <a:gd name="connsiteX49115" fmla="*/ 836896 w 5799173"/>
              <a:gd name="connsiteY49115" fmla="*/ 3486656 h 5017219"/>
              <a:gd name="connsiteX49116" fmla="*/ 2443713 w 5799173"/>
              <a:gd name="connsiteY49116" fmla="*/ 3922271 h 5017219"/>
              <a:gd name="connsiteX49117" fmla="*/ 2442633 w 5799173"/>
              <a:gd name="connsiteY49117" fmla="*/ 3921605 h 5017219"/>
              <a:gd name="connsiteX49118" fmla="*/ 2433575 w 5799173"/>
              <a:gd name="connsiteY49118" fmla="*/ 3905830 h 5017219"/>
              <a:gd name="connsiteX49119" fmla="*/ 2433575 w 5799173"/>
              <a:gd name="connsiteY49119" fmla="*/ 3904503 h 5017219"/>
              <a:gd name="connsiteX49120" fmla="*/ 2442713 w 5799173"/>
              <a:gd name="connsiteY49120" fmla="*/ 3888719 h 5017219"/>
              <a:gd name="connsiteX49121" fmla="*/ 2443793 w 5799173"/>
              <a:gd name="connsiteY49121" fmla="*/ 3888056 h 5017219"/>
              <a:gd name="connsiteX49122" fmla="*/ 2461987 w 5799173"/>
              <a:gd name="connsiteY49122" fmla="*/ 3888054 h 5017219"/>
              <a:gd name="connsiteX49123" fmla="*/ 2463068 w 5799173"/>
              <a:gd name="connsiteY49123" fmla="*/ 3888715 h 5017219"/>
              <a:gd name="connsiteX49124" fmla="*/ 2472123 w 5799173"/>
              <a:gd name="connsiteY49124" fmla="*/ 3904505 h 5017219"/>
              <a:gd name="connsiteX49125" fmla="*/ 2472124 w 5799173"/>
              <a:gd name="connsiteY49125" fmla="*/ 3905832 h 5017219"/>
              <a:gd name="connsiteX49126" fmla="*/ 2462987 w 5799173"/>
              <a:gd name="connsiteY49126" fmla="*/ 3921607 h 5017219"/>
              <a:gd name="connsiteX49127" fmla="*/ 2461907 w 5799173"/>
              <a:gd name="connsiteY49127" fmla="*/ 3922272 h 5017219"/>
              <a:gd name="connsiteX49128" fmla="*/ 938826 w 5799173"/>
              <a:gd name="connsiteY49128" fmla="*/ 3519443 h 5017219"/>
              <a:gd name="connsiteX49129" fmla="*/ 937662 w 5799173"/>
              <a:gd name="connsiteY49129" fmla="*/ 3518780 h 5017219"/>
              <a:gd name="connsiteX49130" fmla="*/ 928268 w 5799173"/>
              <a:gd name="connsiteY49130" fmla="*/ 3502601 h 5017219"/>
              <a:gd name="connsiteX49131" fmla="*/ 928267 w 5799173"/>
              <a:gd name="connsiteY49131" fmla="*/ 3501277 h 5017219"/>
              <a:gd name="connsiteX49132" fmla="*/ 937656 w 5799173"/>
              <a:gd name="connsiteY49132" fmla="*/ 3485071 h 5017219"/>
              <a:gd name="connsiteX49133" fmla="*/ 938819 w 5799173"/>
              <a:gd name="connsiteY49133" fmla="*/ 3484409 h 5017219"/>
              <a:gd name="connsiteX49134" fmla="*/ 957512 w 5799173"/>
              <a:gd name="connsiteY49134" fmla="*/ 3484407 h 5017219"/>
              <a:gd name="connsiteX49135" fmla="*/ 958675 w 5799173"/>
              <a:gd name="connsiteY49135" fmla="*/ 3485072 h 5017219"/>
              <a:gd name="connsiteX49136" fmla="*/ 968062 w 5799173"/>
              <a:gd name="connsiteY49136" fmla="*/ 3501279 h 5017219"/>
              <a:gd name="connsiteX49137" fmla="*/ 968060 w 5799173"/>
              <a:gd name="connsiteY49137" fmla="*/ 3502615 h 5017219"/>
              <a:gd name="connsiteX49138" fmla="*/ 958678 w 5799173"/>
              <a:gd name="connsiteY49138" fmla="*/ 3518791 h 5017219"/>
              <a:gd name="connsiteX49139" fmla="*/ 957516 w 5799173"/>
              <a:gd name="connsiteY49139" fmla="*/ 3519453 h 5017219"/>
              <a:gd name="connsiteX49140" fmla="*/ 1059149 w 5799173"/>
              <a:gd name="connsiteY49140" fmla="*/ 3551880 h 5017219"/>
              <a:gd name="connsiteX49141" fmla="*/ 1057985 w 5799173"/>
              <a:gd name="connsiteY49141" fmla="*/ 3551219 h 5017219"/>
              <a:gd name="connsiteX49142" fmla="*/ 1048596 w 5799173"/>
              <a:gd name="connsiteY49142" fmla="*/ 3535022 h 5017219"/>
              <a:gd name="connsiteX49143" fmla="*/ 1048596 w 5799173"/>
              <a:gd name="connsiteY49143" fmla="*/ 3533696 h 5017219"/>
              <a:gd name="connsiteX49144" fmla="*/ 1057983 w 5799173"/>
              <a:gd name="connsiteY49144" fmla="*/ 3517496 h 5017219"/>
              <a:gd name="connsiteX49145" fmla="*/ 1059147 w 5799173"/>
              <a:gd name="connsiteY49145" fmla="*/ 3516830 h 5017219"/>
              <a:gd name="connsiteX49146" fmla="*/ 1077840 w 5799173"/>
              <a:gd name="connsiteY49146" fmla="*/ 3516829 h 5017219"/>
              <a:gd name="connsiteX49147" fmla="*/ 1079003 w 5799173"/>
              <a:gd name="connsiteY49147" fmla="*/ 3517495 h 5017219"/>
              <a:gd name="connsiteX49148" fmla="*/ 1088391 w 5799173"/>
              <a:gd name="connsiteY49148" fmla="*/ 3533695 h 5017219"/>
              <a:gd name="connsiteX49149" fmla="*/ 1088390 w 5799173"/>
              <a:gd name="connsiteY49149" fmla="*/ 3535026 h 5017219"/>
              <a:gd name="connsiteX49150" fmla="*/ 1079004 w 5799173"/>
              <a:gd name="connsiteY49150" fmla="*/ 3551221 h 5017219"/>
              <a:gd name="connsiteX49151" fmla="*/ 1077841 w 5799173"/>
              <a:gd name="connsiteY49151" fmla="*/ 3551884 h 5017219"/>
              <a:gd name="connsiteX49152" fmla="*/ 998890 w 5799173"/>
              <a:gd name="connsiteY49152" fmla="*/ 3535889 h 5017219"/>
              <a:gd name="connsiteX49153" fmla="*/ 997727 w 5799173"/>
              <a:gd name="connsiteY49153" fmla="*/ 3535225 h 5017219"/>
              <a:gd name="connsiteX49154" fmla="*/ 988254 w 5799173"/>
              <a:gd name="connsiteY49154" fmla="*/ 3518869 h 5017219"/>
              <a:gd name="connsiteX49155" fmla="*/ 988253 w 5799173"/>
              <a:gd name="connsiteY49155" fmla="*/ 3517541 h 5017219"/>
              <a:gd name="connsiteX49156" fmla="*/ 997722 w 5799173"/>
              <a:gd name="connsiteY49156" fmla="*/ 3501180 h 5017219"/>
              <a:gd name="connsiteX49157" fmla="*/ 998887 w 5799173"/>
              <a:gd name="connsiteY49157" fmla="*/ 3500511 h 5017219"/>
              <a:gd name="connsiteX49158" fmla="*/ 1017830 w 5799173"/>
              <a:gd name="connsiteY49158" fmla="*/ 3500505 h 5017219"/>
              <a:gd name="connsiteX49159" fmla="*/ 1018992 w 5799173"/>
              <a:gd name="connsiteY49159" fmla="*/ 3501175 h 5017219"/>
              <a:gd name="connsiteX49160" fmla="*/ 1028462 w 5799173"/>
              <a:gd name="connsiteY49160" fmla="*/ 3517543 h 5017219"/>
              <a:gd name="connsiteX49161" fmla="*/ 1028461 w 5799173"/>
              <a:gd name="connsiteY49161" fmla="*/ 3518876 h 5017219"/>
              <a:gd name="connsiteX49162" fmla="*/ 1018994 w 5799173"/>
              <a:gd name="connsiteY49162" fmla="*/ 3535229 h 5017219"/>
              <a:gd name="connsiteX49163" fmla="*/ 1017831 w 5799173"/>
              <a:gd name="connsiteY49163" fmla="*/ 3535894 h 5017219"/>
              <a:gd name="connsiteX49164" fmla="*/ 1239577 w 5799173"/>
              <a:gd name="connsiteY49164" fmla="*/ 3600381 h 5017219"/>
              <a:gd name="connsiteX49165" fmla="*/ 1238413 w 5799173"/>
              <a:gd name="connsiteY49165" fmla="*/ 3599717 h 5017219"/>
              <a:gd name="connsiteX49166" fmla="*/ 1228936 w 5799173"/>
              <a:gd name="connsiteY49166" fmla="*/ 3583291 h 5017219"/>
              <a:gd name="connsiteX49167" fmla="*/ 1228936 w 5799173"/>
              <a:gd name="connsiteY49167" fmla="*/ 3581964 h 5017219"/>
              <a:gd name="connsiteX49168" fmla="*/ 1238491 w 5799173"/>
              <a:gd name="connsiteY49168" fmla="*/ 3565509 h 5017219"/>
              <a:gd name="connsiteX49169" fmla="*/ 1239652 w 5799173"/>
              <a:gd name="connsiteY49169" fmla="*/ 3564853 h 5017219"/>
              <a:gd name="connsiteX49170" fmla="*/ 1258677 w 5799173"/>
              <a:gd name="connsiteY49170" fmla="*/ 3564853 h 5017219"/>
              <a:gd name="connsiteX49171" fmla="*/ 1259840 w 5799173"/>
              <a:gd name="connsiteY49171" fmla="*/ 3565518 h 5017219"/>
              <a:gd name="connsiteX49172" fmla="*/ 1269311 w 5799173"/>
              <a:gd name="connsiteY49172" fmla="*/ 3581967 h 5017219"/>
              <a:gd name="connsiteX49173" fmla="*/ 1269310 w 5799173"/>
              <a:gd name="connsiteY49173" fmla="*/ 3583302 h 5017219"/>
              <a:gd name="connsiteX49174" fmla="*/ 1259762 w 5799173"/>
              <a:gd name="connsiteY49174" fmla="*/ 3599727 h 5017219"/>
              <a:gd name="connsiteX49175" fmla="*/ 1258600 w 5799173"/>
              <a:gd name="connsiteY49175" fmla="*/ 3600390 h 5017219"/>
              <a:gd name="connsiteX49176" fmla="*/ 1299716 w 5799173"/>
              <a:gd name="connsiteY49176" fmla="*/ 3616773 h 5017219"/>
              <a:gd name="connsiteX49177" fmla="*/ 1298553 w 5799173"/>
              <a:gd name="connsiteY49177" fmla="*/ 3616108 h 5017219"/>
              <a:gd name="connsiteX49178" fmla="*/ 1288997 w 5799173"/>
              <a:gd name="connsiteY49178" fmla="*/ 3599586 h 5017219"/>
              <a:gd name="connsiteX49179" fmla="*/ 1288996 w 5799173"/>
              <a:gd name="connsiteY49179" fmla="*/ 3598257 h 5017219"/>
              <a:gd name="connsiteX49180" fmla="*/ 1298549 w 5799173"/>
              <a:gd name="connsiteY49180" fmla="*/ 3581728 h 5017219"/>
              <a:gd name="connsiteX49181" fmla="*/ 1299712 w 5799173"/>
              <a:gd name="connsiteY49181" fmla="*/ 3581063 h 5017219"/>
              <a:gd name="connsiteX49182" fmla="*/ 1318822 w 5799173"/>
              <a:gd name="connsiteY49182" fmla="*/ 3581056 h 5017219"/>
              <a:gd name="connsiteX49183" fmla="*/ 1319985 w 5799173"/>
              <a:gd name="connsiteY49183" fmla="*/ 3581721 h 5017219"/>
              <a:gd name="connsiteX49184" fmla="*/ 1329537 w 5799173"/>
              <a:gd name="connsiteY49184" fmla="*/ 3598261 h 5017219"/>
              <a:gd name="connsiteX49185" fmla="*/ 1329537 w 5799173"/>
              <a:gd name="connsiteY49185" fmla="*/ 3599590 h 5017219"/>
              <a:gd name="connsiteX49186" fmla="*/ 1319985 w 5799173"/>
              <a:gd name="connsiteY49186" fmla="*/ 3616113 h 5017219"/>
              <a:gd name="connsiteX49187" fmla="*/ 1318824 w 5799173"/>
              <a:gd name="connsiteY49187" fmla="*/ 3616774 h 5017219"/>
              <a:gd name="connsiteX49188" fmla="*/ 1420052 w 5799173"/>
              <a:gd name="connsiteY49188" fmla="*/ 3649158 h 5017219"/>
              <a:gd name="connsiteX49189" fmla="*/ 1418890 w 5799173"/>
              <a:gd name="connsiteY49189" fmla="*/ 3648492 h 5017219"/>
              <a:gd name="connsiteX49190" fmla="*/ 1409335 w 5799173"/>
              <a:gd name="connsiteY49190" fmla="*/ 3631962 h 5017219"/>
              <a:gd name="connsiteX49191" fmla="*/ 1409335 w 5799173"/>
              <a:gd name="connsiteY49191" fmla="*/ 3630634 h 5017219"/>
              <a:gd name="connsiteX49192" fmla="*/ 1418889 w 5799173"/>
              <a:gd name="connsiteY49192" fmla="*/ 3614100 h 5017219"/>
              <a:gd name="connsiteX49193" fmla="*/ 1420052 w 5799173"/>
              <a:gd name="connsiteY49193" fmla="*/ 3613435 h 5017219"/>
              <a:gd name="connsiteX49194" fmla="*/ 1439161 w 5799173"/>
              <a:gd name="connsiteY49194" fmla="*/ 3613432 h 5017219"/>
              <a:gd name="connsiteX49195" fmla="*/ 1440324 w 5799173"/>
              <a:gd name="connsiteY49195" fmla="*/ 3614097 h 5017219"/>
              <a:gd name="connsiteX49196" fmla="*/ 1449877 w 5799173"/>
              <a:gd name="connsiteY49196" fmla="*/ 3630632 h 5017219"/>
              <a:gd name="connsiteX49197" fmla="*/ 1449876 w 5799173"/>
              <a:gd name="connsiteY49197" fmla="*/ 3631965 h 5017219"/>
              <a:gd name="connsiteX49198" fmla="*/ 1440323 w 5799173"/>
              <a:gd name="connsiteY49198" fmla="*/ 3648493 h 5017219"/>
              <a:gd name="connsiteX49199" fmla="*/ 1439160 w 5799173"/>
              <a:gd name="connsiteY49199" fmla="*/ 3649158 h 5017219"/>
              <a:gd name="connsiteX49200" fmla="*/ 1119045 w 5799173"/>
              <a:gd name="connsiteY49200" fmla="*/ 3568578 h 5017219"/>
              <a:gd name="connsiteX49201" fmla="*/ 1117882 w 5799173"/>
              <a:gd name="connsiteY49201" fmla="*/ 3567912 h 5017219"/>
              <a:gd name="connsiteX49202" fmla="*/ 1108244 w 5799173"/>
              <a:gd name="connsiteY49202" fmla="*/ 3551298 h 5017219"/>
              <a:gd name="connsiteX49203" fmla="*/ 1108244 w 5799173"/>
              <a:gd name="connsiteY49203" fmla="*/ 3549969 h 5017219"/>
              <a:gd name="connsiteX49204" fmla="*/ 1117881 w 5799173"/>
              <a:gd name="connsiteY49204" fmla="*/ 3533353 h 5017219"/>
              <a:gd name="connsiteX49205" fmla="*/ 1119045 w 5799173"/>
              <a:gd name="connsiteY49205" fmla="*/ 3532687 h 5017219"/>
              <a:gd name="connsiteX49206" fmla="*/ 1138236 w 5799173"/>
              <a:gd name="connsiteY49206" fmla="*/ 3532686 h 5017219"/>
              <a:gd name="connsiteX49207" fmla="*/ 1139400 w 5799173"/>
              <a:gd name="connsiteY49207" fmla="*/ 3533348 h 5017219"/>
              <a:gd name="connsiteX49208" fmla="*/ 1149036 w 5799173"/>
              <a:gd name="connsiteY49208" fmla="*/ 3549969 h 5017219"/>
              <a:gd name="connsiteX49209" fmla="*/ 1149036 w 5799173"/>
              <a:gd name="connsiteY49209" fmla="*/ 3551299 h 5017219"/>
              <a:gd name="connsiteX49210" fmla="*/ 1139399 w 5799173"/>
              <a:gd name="connsiteY49210" fmla="*/ 3567911 h 5017219"/>
              <a:gd name="connsiteX49211" fmla="*/ 1138236 w 5799173"/>
              <a:gd name="connsiteY49211" fmla="*/ 3568577 h 5017219"/>
              <a:gd name="connsiteX49212" fmla="*/ 4128288 w 5799173"/>
              <a:gd name="connsiteY49212" fmla="*/ 4374932 h 5017219"/>
              <a:gd name="connsiteX49213" fmla="*/ 4127125 w 5799173"/>
              <a:gd name="connsiteY49213" fmla="*/ 4374266 h 5017219"/>
              <a:gd name="connsiteX49214" fmla="*/ 4117399 w 5799173"/>
              <a:gd name="connsiteY49214" fmla="*/ 4357340 h 5017219"/>
              <a:gd name="connsiteX49215" fmla="*/ 4117398 w 5799173"/>
              <a:gd name="connsiteY49215" fmla="*/ 4355933 h 5017219"/>
              <a:gd name="connsiteX49216" fmla="*/ 4127202 w 5799173"/>
              <a:gd name="connsiteY49216" fmla="*/ 4338982 h 5017219"/>
              <a:gd name="connsiteX49217" fmla="*/ 4128365 w 5799173"/>
              <a:gd name="connsiteY49217" fmla="*/ 4338317 h 5017219"/>
              <a:gd name="connsiteX49218" fmla="*/ 4147891 w 5799173"/>
              <a:gd name="connsiteY49218" fmla="*/ 4338311 h 5017219"/>
              <a:gd name="connsiteX49219" fmla="*/ 4149053 w 5799173"/>
              <a:gd name="connsiteY49219" fmla="*/ 4338977 h 5017219"/>
              <a:gd name="connsiteX49220" fmla="*/ 4158770 w 5799173"/>
              <a:gd name="connsiteY49220" fmla="*/ 4355937 h 5017219"/>
              <a:gd name="connsiteX49221" fmla="*/ 4158771 w 5799173"/>
              <a:gd name="connsiteY49221" fmla="*/ 4357345 h 5017219"/>
              <a:gd name="connsiteX49222" fmla="*/ 4148973 w 5799173"/>
              <a:gd name="connsiteY49222" fmla="*/ 4374276 h 5017219"/>
              <a:gd name="connsiteX49223" fmla="*/ 4147811 w 5799173"/>
              <a:gd name="connsiteY49223" fmla="*/ 4374937 h 5017219"/>
              <a:gd name="connsiteX49224" fmla="*/ 757834 w 5799173"/>
              <a:gd name="connsiteY49224" fmla="*/ 3471920 h 5017219"/>
              <a:gd name="connsiteX49225" fmla="*/ 756671 w 5799173"/>
              <a:gd name="connsiteY49225" fmla="*/ 3471257 h 5017219"/>
              <a:gd name="connsiteX49226" fmla="*/ 746948 w 5799173"/>
              <a:gd name="connsiteY49226" fmla="*/ 3454318 h 5017219"/>
              <a:gd name="connsiteX49227" fmla="*/ 746947 w 5799173"/>
              <a:gd name="connsiteY49227" fmla="*/ 3452911 h 5017219"/>
              <a:gd name="connsiteX49228" fmla="*/ 756750 w 5799173"/>
              <a:gd name="connsiteY49228" fmla="*/ 3435964 h 5017219"/>
              <a:gd name="connsiteX49229" fmla="*/ 757913 w 5799173"/>
              <a:gd name="connsiteY49229" fmla="*/ 3435302 h 5017219"/>
              <a:gd name="connsiteX49230" fmla="*/ 777439 w 5799173"/>
              <a:gd name="connsiteY49230" fmla="*/ 3435294 h 5017219"/>
              <a:gd name="connsiteX49231" fmla="*/ 778602 w 5799173"/>
              <a:gd name="connsiteY49231" fmla="*/ 3435959 h 5017219"/>
              <a:gd name="connsiteX49232" fmla="*/ 788319 w 5799173"/>
              <a:gd name="connsiteY49232" fmla="*/ 3452915 h 5017219"/>
              <a:gd name="connsiteX49233" fmla="*/ 788319 w 5799173"/>
              <a:gd name="connsiteY49233" fmla="*/ 3454326 h 5017219"/>
              <a:gd name="connsiteX49234" fmla="*/ 778520 w 5799173"/>
              <a:gd name="connsiteY49234" fmla="*/ 3471259 h 5017219"/>
              <a:gd name="connsiteX49235" fmla="*/ 777358 w 5799173"/>
              <a:gd name="connsiteY49235" fmla="*/ 3471922 h 5017219"/>
              <a:gd name="connsiteX49236" fmla="*/ 1359746 w 5799173"/>
              <a:gd name="connsiteY49236" fmla="*/ 3633234 h 5017219"/>
              <a:gd name="connsiteX49237" fmla="*/ 1358583 w 5799173"/>
              <a:gd name="connsiteY49237" fmla="*/ 3632568 h 5017219"/>
              <a:gd name="connsiteX49238" fmla="*/ 1348862 w 5799173"/>
              <a:gd name="connsiteY49238" fmla="*/ 3615706 h 5017219"/>
              <a:gd name="connsiteX49239" fmla="*/ 1348862 w 5799173"/>
              <a:gd name="connsiteY49239" fmla="*/ 3614295 h 5017219"/>
              <a:gd name="connsiteX49240" fmla="*/ 1358582 w 5799173"/>
              <a:gd name="connsiteY49240" fmla="*/ 3597431 h 5017219"/>
              <a:gd name="connsiteX49241" fmla="*/ 1359744 w 5799173"/>
              <a:gd name="connsiteY49241" fmla="*/ 3596770 h 5017219"/>
              <a:gd name="connsiteX49242" fmla="*/ 1379187 w 5799173"/>
              <a:gd name="connsiteY49242" fmla="*/ 3596761 h 5017219"/>
              <a:gd name="connsiteX49243" fmla="*/ 1380350 w 5799173"/>
              <a:gd name="connsiteY49243" fmla="*/ 3597426 h 5017219"/>
              <a:gd name="connsiteX49244" fmla="*/ 1390069 w 5799173"/>
              <a:gd name="connsiteY49244" fmla="*/ 3614297 h 5017219"/>
              <a:gd name="connsiteX49245" fmla="*/ 1390069 w 5799173"/>
              <a:gd name="connsiteY49245" fmla="*/ 3615707 h 5017219"/>
              <a:gd name="connsiteX49246" fmla="*/ 1380350 w 5799173"/>
              <a:gd name="connsiteY49246" fmla="*/ 3632569 h 5017219"/>
              <a:gd name="connsiteX49247" fmla="*/ 1379186 w 5799173"/>
              <a:gd name="connsiteY49247" fmla="*/ 3633234 h 5017219"/>
              <a:gd name="connsiteX49248" fmla="*/ 1179069 w 5799173"/>
              <a:gd name="connsiteY49248" fmla="*/ 3585154 h 5017219"/>
              <a:gd name="connsiteX49249" fmla="*/ 1177905 w 5799173"/>
              <a:gd name="connsiteY49249" fmla="*/ 3584489 h 5017219"/>
              <a:gd name="connsiteX49250" fmla="*/ 1168102 w 5799173"/>
              <a:gd name="connsiteY49250" fmla="*/ 3567458 h 5017219"/>
              <a:gd name="connsiteX49251" fmla="*/ 1168102 w 5799173"/>
              <a:gd name="connsiteY49251" fmla="*/ 3566047 h 5017219"/>
              <a:gd name="connsiteX49252" fmla="*/ 1177905 w 5799173"/>
              <a:gd name="connsiteY49252" fmla="*/ 3549015 h 5017219"/>
              <a:gd name="connsiteX49253" fmla="*/ 1179068 w 5799173"/>
              <a:gd name="connsiteY49253" fmla="*/ 3548351 h 5017219"/>
              <a:gd name="connsiteX49254" fmla="*/ 1198675 w 5799173"/>
              <a:gd name="connsiteY49254" fmla="*/ 3548350 h 5017219"/>
              <a:gd name="connsiteX49255" fmla="*/ 1199838 w 5799173"/>
              <a:gd name="connsiteY49255" fmla="*/ 3549015 h 5017219"/>
              <a:gd name="connsiteX49256" fmla="*/ 1209641 w 5799173"/>
              <a:gd name="connsiteY49256" fmla="*/ 3566047 h 5017219"/>
              <a:gd name="connsiteX49257" fmla="*/ 1209641 w 5799173"/>
              <a:gd name="connsiteY49257" fmla="*/ 3567460 h 5017219"/>
              <a:gd name="connsiteX49258" fmla="*/ 1199838 w 5799173"/>
              <a:gd name="connsiteY49258" fmla="*/ 3584489 h 5017219"/>
              <a:gd name="connsiteX49259" fmla="*/ 1198675 w 5799173"/>
              <a:gd name="connsiteY49259" fmla="*/ 3585154 h 5017219"/>
              <a:gd name="connsiteX49260" fmla="*/ 3465926 w 5799173"/>
              <a:gd name="connsiteY49260" fmla="*/ 4198361 h 5017219"/>
              <a:gd name="connsiteX49261" fmla="*/ 3464679 w 5799173"/>
              <a:gd name="connsiteY49261" fmla="*/ 4197614 h 5017219"/>
              <a:gd name="connsiteX49262" fmla="*/ 3454626 w 5799173"/>
              <a:gd name="connsiteY49262" fmla="*/ 4180171 h 5017219"/>
              <a:gd name="connsiteX49263" fmla="*/ 3454625 w 5799173"/>
              <a:gd name="connsiteY49263" fmla="*/ 4178759 h 5017219"/>
              <a:gd name="connsiteX49264" fmla="*/ 3464678 w 5799173"/>
              <a:gd name="connsiteY49264" fmla="*/ 4161313 h 5017219"/>
              <a:gd name="connsiteX49265" fmla="*/ 3465925 w 5799173"/>
              <a:gd name="connsiteY49265" fmla="*/ 4160562 h 5017219"/>
              <a:gd name="connsiteX49266" fmla="*/ 3486030 w 5799173"/>
              <a:gd name="connsiteY49266" fmla="*/ 4160562 h 5017219"/>
              <a:gd name="connsiteX49267" fmla="*/ 3487277 w 5799173"/>
              <a:gd name="connsiteY49267" fmla="*/ 4161307 h 5017219"/>
              <a:gd name="connsiteX49268" fmla="*/ 3497329 w 5799173"/>
              <a:gd name="connsiteY49268" fmla="*/ 4178757 h 5017219"/>
              <a:gd name="connsiteX49269" fmla="*/ 3497329 w 5799173"/>
              <a:gd name="connsiteY49269" fmla="*/ 4180170 h 5017219"/>
              <a:gd name="connsiteX49270" fmla="*/ 3487276 w 5799173"/>
              <a:gd name="connsiteY49270" fmla="*/ 4197614 h 5017219"/>
              <a:gd name="connsiteX49271" fmla="*/ 3486031 w 5799173"/>
              <a:gd name="connsiteY49271" fmla="*/ 4198362 h 5017219"/>
              <a:gd name="connsiteX49272" fmla="*/ 3766829 w 5799173"/>
              <a:gd name="connsiteY49272" fmla="*/ 4279101 h 5017219"/>
              <a:gd name="connsiteX49273" fmla="*/ 3765582 w 5799173"/>
              <a:gd name="connsiteY49273" fmla="*/ 4278354 h 5017219"/>
              <a:gd name="connsiteX49274" fmla="*/ 3755529 w 5799173"/>
              <a:gd name="connsiteY49274" fmla="*/ 4260908 h 5017219"/>
              <a:gd name="connsiteX49275" fmla="*/ 3755529 w 5799173"/>
              <a:gd name="connsiteY49275" fmla="*/ 4259494 h 5017219"/>
              <a:gd name="connsiteX49276" fmla="*/ 3765583 w 5799173"/>
              <a:gd name="connsiteY49276" fmla="*/ 4242048 h 5017219"/>
              <a:gd name="connsiteX49277" fmla="*/ 3766829 w 5799173"/>
              <a:gd name="connsiteY49277" fmla="*/ 4241298 h 5017219"/>
              <a:gd name="connsiteX49278" fmla="*/ 3786934 w 5799173"/>
              <a:gd name="connsiteY49278" fmla="*/ 4241298 h 5017219"/>
              <a:gd name="connsiteX49279" fmla="*/ 3788180 w 5799173"/>
              <a:gd name="connsiteY49279" fmla="*/ 4242048 h 5017219"/>
              <a:gd name="connsiteX49280" fmla="*/ 3798232 w 5799173"/>
              <a:gd name="connsiteY49280" fmla="*/ 4259494 h 5017219"/>
              <a:gd name="connsiteX49281" fmla="*/ 3798233 w 5799173"/>
              <a:gd name="connsiteY49281" fmla="*/ 4260907 h 5017219"/>
              <a:gd name="connsiteX49282" fmla="*/ 3788179 w 5799173"/>
              <a:gd name="connsiteY49282" fmla="*/ 4278352 h 5017219"/>
              <a:gd name="connsiteX49283" fmla="*/ 3786934 w 5799173"/>
              <a:gd name="connsiteY49283" fmla="*/ 4279100 h 5017219"/>
              <a:gd name="connsiteX49284" fmla="*/ 3525977 w 5799173"/>
              <a:gd name="connsiteY49284" fmla="*/ 4214619 h 5017219"/>
              <a:gd name="connsiteX49285" fmla="*/ 3524732 w 5799173"/>
              <a:gd name="connsiteY49285" fmla="*/ 4213869 h 5017219"/>
              <a:gd name="connsiteX49286" fmla="*/ 3514508 w 5799173"/>
              <a:gd name="connsiteY49286" fmla="*/ 4196191 h 5017219"/>
              <a:gd name="connsiteX49287" fmla="*/ 3514508 w 5799173"/>
              <a:gd name="connsiteY49287" fmla="*/ 4194780 h 5017219"/>
              <a:gd name="connsiteX49288" fmla="*/ 3524727 w 5799173"/>
              <a:gd name="connsiteY49288" fmla="*/ 4177083 h 5017219"/>
              <a:gd name="connsiteX49289" fmla="*/ 3525971 w 5799173"/>
              <a:gd name="connsiteY49289" fmla="*/ 4176342 h 5017219"/>
              <a:gd name="connsiteX49290" fmla="*/ 3546410 w 5799173"/>
              <a:gd name="connsiteY49290" fmla="*/ 4176334 h 5017219"/>
              <a:gd name="connsiteX49291" fmla="*/ 3547658 w 5799173"/>
              <a:gd name="connsiteY49291" fmla="*/ 4177078 h 5017219"/>
              <a:gd name="connsiteX49292" fmla="*/ 3557873 w 5799173"/>
              <a:gd name="connsiteY49292" fmla="*/ 4194787 h 5017219"/>
              <a:gd name="connsiteX49293" fmla="*/ 3557872 w 5799173"/>
              <a:gd name="connsiteY49293" fmla="*/ 4196202 h 5017219"/>
              <a:gd name="connsiteX49294" fmla="*/ 3547660 w 5799173"/>
              <a:gd name="connsiteY49294" fmla="*/ 4213875 h 5017219"/>
              <a:gd name="connsiteX49295" fmla="*/ 3546413 w 5799173"/>
              <a:gd name="connsiteY49295" fmla="*/ 4214622 h 5017219"/>
              <a:gd name="connsiteX49296" fmla="*/ 3586046 w 5799173"/>
              <a:gd name="connsiteY49296" fmla="*/ 4230859 h 5017219"/>
              <a:gd name="connsiteX49297" fmla="*/ 3584798 w 5799173"/>
              <a:gd name="connsiteY49297" fmla="*/ 4230117 h 5017219"/>
              <a:gd name="connsiteX49298" fmla="*/ 3574407 w 5799173"/>
              <a:gd name="connsiteY49298" fmla="*/ 4212195 h 5017219"/>
              <a:gd name="connsiteX49299" fmla="*/ 3574407 w 5799173"/>
              <a:gd name="connsiteY49299" fmla="*/ 4210701 h 5017219"/>
              <a:gd name="connsiteX49300" fmla="*/ 3584790 w 5799173"/>
              <a:gd name="connsiteY49300" fmla="*/ 4192761 h 5017219"/>
              <a:gd name="connsiteX49301" fmla="*/ 3586038 w 5799173"/>
              <a:gd name="connsiteY49301" fmla="*/ 4192006 h 5017219"/>
              <a:gd name="connsiteX49302" fmla="*/ 3606807 w 5799173"/>
              <a:gd name="connsiteY49302" fmla="*/ 4192008 h 5017219"/>
              <a:gd name="connsiteX49303" fmla="*/ 3608055 w 5799173"/>
              <a:gd name="connsiteY49303" fmla="*/ 4192752 h 5017219"/>
              <a:gd name="connsiteX49304" fmla="*/ 3618437 w 5799173"/>
              <a:gd name="connsiteY49304" fmla="*/ 4210707 h 5017219"/>
              <a:gd name="connsiteX49305" fmla="*/ 3618438 w 5799173"/>
              <a:gd name="connsiteY49305" fmla="*/ 4212197 h 5017219"/>
              <a:gd name="connsiteX49306" fmla="*/ 3608058 w 5799173"/>
              <a:gd name="connsiteY49306" fmla="*/ 4230124 h 5017219"/>
              <a:gd name="connsiteX49307" fmla="*/ 3606814 w 5799173"/>
              <a:gd name="connsiteY49307" fmla="*/ 4230865 h 5017219"/>
              <a:gd name="connsiteX49308" fmla="*/ 3405508 w 5799173"/>
              <a:gd name="connsiteY49308" fmla="*/ 4182491 h 5017219"/>
              <a:gd name="connsiteX49309" fmla="*/ 3404263 w 5799173"/>
              <a:gd name="connsiteY49309" fmla="*/ 4181743 h 5017219"/>
              <a:gd name="connsiteX49310" fmla="*/ 3393958 w 5799173"/>
              <a:gd name="connsiteY49310" fmla="*/ 4163975 h 5017219"/>
              <a:gd name="connsiteX49311" fmla="*/ 3393957 w 5799173"/>
              <a:gd name="connsiteY49311" fmla="*/ 4162564 h 5017219"/>
              <a:gd name="connsiteX49312" fmla="*/ 3404258 w 5799173"/>
              <a:gd name="connsiteY49312" fmla="*/ 4144790 h 5017219"/>
              <a:gd name="connsiteX49313" fmla="*/ 3405504 w 5799173"/>
              <a:gd name="connsiteY49313" fmla="*/ 4144041 h 5017219"/>
              <a:gd name="connsiteX49314" fmla="*/ 3426026 w 5799173"/>
              <a:gd name="connsiteY49314" fmla="*/ 4144035 h 5017219"/>
              <a:gd name="connsiteX49315" fmla="*/ 3427273 w 5799173"/>
              <a:gd name="connsiteY49315" fmla="*/ 4144783 h 5017219"/>
              <a:gd name="connsiteX49316" fmla="*/ 3437572 w 5799173"/>
              <a:gd name="connsiteY49316" fmla="*/ 4162571 h 5017219"/>
              <a:gd name="connsiteX49317" fmla="*/ 3437572 w 5799173"/>
              <a:gd name="connsiteY49317" fmla="*/ 4163981 h 5017219"/>
              <a:gd name="connsiteX49318" fmla="*/ 3427275 w 5799173"/>
              <a:gd name="connsiteY49318" fmla="*/ 4181748 h 5017219"/>
              <a:gd name="connsiteX49319" fmla="*/ 3426028 w 5799173"/>
              <a:gd name="connsiteY49319" fmla="*/ 4182495 h 5017219"/>
              <a:gd name="connsiteX49320" fmla="*/ 3706462 w 5799173"/>
              <a:gd name="connsiteY49320" fmla="*/ 4263191 h 5017219"/>
              <a:gd name="connsiteX49321" fmla="*/ 3705216 w 5799173"/>
              <a:gd name="connsiteY49321" fmla="*/ 4262443 h 5017219"/>
              <a:gd name="connsiteX49322" fmla="*/ 3695080 w 5799173"/>
              <a:gd name="connsiteY49322" fmla="*/ 4244830 h 5017219"/>
              <a:gd name="connsiteX49323" fmla="*/ 3695080 w 5799173"/>
              <a:gd name="connsiteY49323" fmla="*/ 4243418 h 5017219"/>
              <a:gd name="connsiteX49324" fmla="*/ 3705299 w 5799173"/>
              <a:gd name="connsiteY49324" fmla="*/ 4225805 h 5017219"/>
              <a:gd name="connsiteX49325" fmla="*/ 3706545 w 5799173"/>
              <a:gd name="connsiteY49325" fmla="*/ 4225057 h 5017219"/>
              <a:gd name="connsiteX49326" fmla="*/ 3726899 w 5799173"/>
              <a:gd name="connsiteY49326" fmla="*/ 4225057 h 5017219"/>
              <a:gd name="connsiteX49327" fmla="*/ 3728146 w 5799173"/>
              <a:gd name="connsiteY49327" fmla="*/ 4225806 h 5017219"/>
              <a:gd name="connsiteX49328" fmla="*/ 3738281 w 5799173"/>
              <a:gd name="connsiteY49328" fmla="*/ 4243418 h 5017219"/>
              <a:gd name="connsiteX49329" fmla="*/ 3738281 w 5799173"/>
              <a:gd name="connsiteY49329" fmla="*/ 4244831 h 5017219"/>
              <a:gd name="connsiteX49330" fmla="*/ 3728062 w 5799173"/>
              <a:gd name="connsiteY49330" fmla="*/ 4262444 h 5017219"/>
              <a:gd name="connsiteX49331" fmla="*/ 3726816 w 5799173"/>
              <a:gd name="connsiteY49331" fmla="*/ 4263191 h 5017219"/>
              <a:gd name="connsiteX49332" fmla="*/ 3646240 w 5799173"/>
              <a:gd name="connsiteY49332" fmla="*/ 4247186 h 5017219"/>
              <a:gd name="connsiteX49333" fmla="*/ 3644994 w 5799173"/>
              <a:gd name="connsiteY49333" fmla="*/ 4246439 h 5017219"/>
              <a:gd name="connsiteX49334" fmla="*/ 3634691 w 5799173"/>
              <a:gd name="connsiteY49334" fmla="*/ 4228581 h 5017219"/>
              <a:gd name="connsiteX49335" fmla="*/ 3634690 w 5799173"/>
              <a:gd name="connsiteY49335" fmla="*/ 4227087 h 5017219"/>
              <a:gd name="connsiteX49336" fmla="*/ 3644992 w 5799173"/>
              <a:gd name="connsiteY49336" fmla="*/ 4209225 h 5017219"/>
              <a:gd name="connsiteX49337" fmla="*/ 3646238 w 5799173"/>
              <a:gd name="connsiteY49337" fmla="*/ 4208480 h 5017219"/>
              <a:gd name="connsiteX49338" fmla="*/ 3666926 w 5799173"/>
              <a:gd name="connsiteY49338" fmla="*/ 4208474 h 5017219"/>
              <a:gd name="connsiteX49339" fmla="*/ 3668172 w 5799173"/>
              <a:gd name="connsiteY49339" fmla="*/ 4209223 h 5017219"/>
              <a:gd name="connsiteX49340" fmla="*/ 3678472 w 5799173"/>
              <a:gd name="connsiteY49340" fmla="*/ 4227091 h 5017219"/>
              <a:gd name="connsiteX49341" fmla="*/ 3678473 w 5799173"/>
              <a:gd name="connsiteY49341" fmla="*/ 4228584 h 5017219"/>
              <a:gd name="connsiteX49342" fmla="*/ 3668172 w 5799173"/>
              <a:gd name="connsiteY49342" fmla="*/ 4246441 h 5017219"/>
              <a:gd name="connsiteX49343" fmla="*/ 3666926 w 5799173"/>
              <a:gd name="connsiteY49343" fmla="*/ 4247190 h 5017219"/>
              <a:gd name="connsiteX49344" fmla="*/ 2201619 w 5799173"/>
              <a:gd name="connsiteY49344" fmla="*/ 3860326 h 5017219"/>
              <a:gd name="connsiteX49345" fmla="*/ 2200374 w 5799173"/>
              <a:gd name="connsiteY49345" fmla="*/ 3859577 h 5017219"/>
              <a:gd name="connsiteX49346" fmla="*/ 2189903 w 5799173"/>
              <a:gd name="connsiteY49346" fmla="*/ 3841476 h 5017219"/>
              <a:gd name="connsiteX49347" fmla="*/ 2189902 w 5799173"/>
              <a:gd name="connsiteY49347" fmla="*/ 3839985 h 5017219"/>
              <a:gd name="connsiteX49348" fmla="*/ 2200369 w 5799173"/>
              <a:gd name="connsiteY49348" fmla="*/ 3821876 h 5017219"/>
              <a:gd name="connsiteX49349" fmla="*/ 2201616 w 5799173"/>
              <a:gd name="connsiteY49349" fmla="*/ 3821125 h 5017219"/>
              <a:gd name="connsiteX49350" fmla="*/ 2222553 w 5799173"/>
              <a:gd name="connsiteY49350" fmla="*/ 3821123 h 5017219"/>
              <a:gd name="connsiteX49351" fmla="*/ 2223799 w 5799173"/>
              <a:gd name="connsiteY49351" fmla="*/ 3821871 h 5017219"/>
              <a:gd name="connsiteX49352" fmla="*/ 2234265 w 5799173"/>
              <a:gd name="connsiteY49352" fmla="*/ 3839987 h 5017219"/>
              <a:gd name="connsiteX49353" fmla="*/ 2234265 w 5799173"/>
              <a:gd name="connsiteY49353" fmla="*/ 3841480 h 5017219"/>
              <a:gd name="connsiteX49354" fmla="*/ 2223800 w 5799173"/>
              <a:gd name="connsiteY49354" fmla="*/ 3859582 h 5017219"/>
              <a:gd name="connsiteX49355" fmla="*/ 2222555 w 5799173"/>
              <a:gd name="connsiteY49355" fmla="*/ 3860327 h 5017219"/>
              <a:gd name="connsiteX49356" fmla="*/ 2021013 w 5799173"/>
              <a:gd name="connsiteY49356" fmla="*/ 3811976 h 5017219"/>
              <a:gd name="connsiteX49357" fmla="*/ 2019766 w 5799173"/>
              <a:gd name="connsiteY49357" fmla="*/ 3811231 h 5017219"/>
              <a:gd name="connsiteX49358" fmla="*/ 2009213 w 5799173"/>
              <a:gd name="connsiteY49358" fmla="*/ 3792962 h 5017219"/>
              <a:gd name="connsiteX49359" fmla="*/ 2009212 w 5799173"/>
              <a:gd name="connsiteY49359" fmla="*/ 3791470 h 5017219"/>
              <a:gd name="connsiteX49360" fmla="*/ 2019762 w 5799173"/>
              <a:gd name="connsiteY49360" fmla="*/ 3773195 h 5017219"/>
              <a:gd name="connsiteX49361" fmla="*/ 2021008 w 5799173"/>
              <a:gd name="connsiteY49361" fmla="*/ 3772447 h 5017219"/>
              <a:gd name="connsiteX49362" fmla="*/ 2042028 w 5799173"/>
              <a:gd name="connsiteY49362" fmla="*/ 3772444 h 5017219"/>
              <a:gd name="connsiteX49363" fmla="*/ 2043274 w 5799173"/>
              <a:gd name="connsiteY49363" fmla="*/ 3773192 h 5017219"/>
              <a:gd name="connsiteX49364" fmla="*/ 2053823 w 5799173"/>
              <a:gd name="connsiteY49364" fmla="*/ 3791475 h 5017219"/>
              <a:gd name="connsiteX49365" fmla="*/ 2053822 w 5799173"/>
              <a:gd name="connsiteY49365" fmla="*/ 3792976 h 5017219"/>
              <a:gd name="connsiteX49366" fmla="*/ 2043276 w 5799173"/>
              <a:gd name="connsiteY49366" fmla="*/ 3811234 h 5017219"/>
              <a:gd name="connsiteX49367" fmla="*/ 2042031 w 5799173"/>
              <a:gd name="connsiteY49367" fmla="*/ 3811976 h 5017219"/>
              <a:gd name="connsiteX49368" fmla="*/ 3946962 w 5799173"/>
              <a:gd name="connsiteY49368" fmla="*/ 4328073 h 5017219"/>
              <a:gd name="connsiteX49369" fmla="*/ 3945715 w 5799173"/>
              <a:gd name="connsiteY49369" fmla="*/ 4327328 h 5017219"/>
              <a:gd name="connsiteX49370" fmla="*/ 3935162 w 5799173"/>
              <a:gd name="connsiteY49370" fmla="*/ 4309060 h 5017219"/>
              <a:gd name="connsiteX49371" fmla="*/ 3935161 w 5799173"/>
              <a:gd name="connsiteY49371" fmla="*/ 4307567 h 5017219"/>
              <a:gd name="connsiteX49372" fmla="*/ 3945712 w 5799173"/>
              <a:gd name="connsiteY49372" fmla="*/ 4289291 h 5017219"/>
              <a:gd name="connsiteX49373" fmla="*/ 3946958 w 5799173"/>
              <a:gd name="connsiteY49373" fmla="*/ 4288543 h 5017219"/>
              <a:gd name="connsiteX49374" fmla="*/ 3967977 w 5799173"/>
              <a:gd name="connsiteY49374" fmla="*/ 4288543 h 5017219"/>
              <a:gd name="connsiteX49375" fmla="*/ 3969223 w 5799173"/>
              <a:gd name="connsiteY49375" fmla="*/ 4289290 h 5017219"/>
              <a:gd name="connsiteX49376" fmla="*/ 3979772 w 5799173"/>
              <a:gd name="connsiteY49376" fmla="*/ 4307573 h 5017219"/>
              <a:gd name="connsiteX49377" fmla="*/ 3979772 w 5799173"/>
              <a:gd name="connsiteY49377" fmla="*/ 4309069 h 5017219"/>
              <a:gd name="connsiteX49378" fmla="*/ 3969226 w 5799173"/>
              <a:gd name="connsiteY49378" fmla="*/ 4327330 h 5017219"/>
              <a:gd name="connsiteX49379" fmla="*/ 3967980 w 5799173"/>
              <a:gd name="connsiteY49379" fmla="*/ 4328076 h 5017219"/>
              <a:gd name="connsiteX49380" fmla="*/ 1479359 w 5799173"/>
              <a:gd name="connsiteY49380" fmla="*/ 3666900 h 5017219"/>
              <a:gd name="connsiteX49381" fmla="*/ 1478113 w 5799173"/>
              <a:gd name="connsiteY49381" fmla="*/ 3666153 h 5017219"/>
              <a:gd name="connsiteX49382" fmla="*/ 1467645 w 5799173"/>
              <a:gd name="connsiteY49382" fmla="*/ 3648043 h 5017219"/>
              <a:gd name="connsiteX49383" fmla="*/ 1467644 w 5799173"/>
              <a:gd name="connsiteY49383" fmla="*/ 3646550 h 5017219"/>
              <a:gd name="connsiteX49384" fmla="*/ 1478111 w 5799173"/>
              <a:gd name="connsiteY49384" fmla="*/ 3628440 h 5017219"/>
              <a:gd name="connsiteX49385" fmla="*/ 1479358 w 5799173"/>
              <a:gd name="connsiteY49385" fmla="*/ 3627691 h 5017219"/>
              <a:gd name="connsiteX49386" fmla="*/ 1500295 w 5799173"/>
              <a:gd name="connsiteY49386" fmla="*/ 3627686 h 5017219"/>
              <a:gd name="connsiteX49387" fmla="*/ 1501540 w 5799173"/>
              <a:gd name="connsiteY49387" fmla="*/ 3628438 h 5017219"/>
              <a:gd name="connsiteX49388" fmla="*/ 1512007 w 5799173"/>
              <a:gd name="connsiteY49388" fmla="*/ 3646551 h 5017219"/>
              <a:gd name="connsiteX49389" fmla="*/ 1512007 w 5799173"/>
              <a:gd name="connsiteY49389" fmla="*/ 3648048 h 5017219"/>
              <a:gd name="connsiteX49390" fmla="*/ 1501541 w 5799173"/>
              <a:gd name="connsiteY49390" fmla="*/ 3666154 h 5017219"/>
              <a:gd name="connsiteX49391" fmla="*/ 1500295 w 5799173"/>
              <a:gd name="connsiteY49391" fmla="*/ 3666900 h 5017219"/>
              <a:gd name="connsiteX49392" fmla="*/ 2081136 w 5799173"/>
              <a:gd name="connsiteY49392" fmla="*/ 3828203 h 5017219"/>
              <a:gd name="connsiteX49393" fmla="*/ 2079807 w 5799173"/>
              <a:gd name="connsiteY49393" fmla="*/ 3827454 h 5017219"/>
              <a:gd name="connsiteX49394" fmla="*/ 2069166 w 5799173"/>
              <a:gd name="connsiteY49394" fmla="*/ 3809037 h 5017219"/>
              <a:gd name="connsiteX49395" fmla="*/ 2069165 w 5799173"/>
              <a:gd name="connsiteY49395" fmla="*/ 3807545 h 5017219"/>
              <a:gd name="connsiteX49396" fmla="*/ 2079799 w 5799173"/>
              <a:gd name="connsiteY49396" fmla="*/ 3789104 h 5017219"/>
              <a:gd name="connsiteX49397" fmla="*/ 2081128 w 5799173"/>
              <a:gd name="connsiteY49397" fmla="*/ 3788352 h 5017219"/>
              <a:gd name="connsiteX49398" fmla="*/ 2102397 w 5799173"/>
              <a:gd name="connsiteY49398" fmla="*/ 3788354 h 5017219"/>
              <a:gd name="connsiteX49399" fmla="*/ 2103726 w 5799173"/>
              <a:gd name="connsiteY49399" fmla="*/ 3789100 h 5017219"/>
              <a:gd name="connsiteX49400" fmla="*/ 2114359 w 5799173"/>
              <a:gd name="connsiteY49400" fmla="*/ 3807548 h 5017219"/>
              <a:gd name="connsiteX49401" fmla="*/ 2114360 w 5799173"/>
              <a:gd name="connsiteY49401" fmla="*/ 3809039 h 5017219"/>
              <a:gd name="connsiteX49402" fmla="*/ 2103732 w 5799173"/>
              <a:gd name="connsiteY49402" fmla="*/ 3827461 h 5017219"/>
              <a:gd name="connsiteX49403" fmla="*/ 2102403 w 5799173"/>
              <a:gd name="connsiteY49403" fmla="*/ 3828208 h 5017219"/>
              <a:gd name="connsiteX49404" fmla="*/ 3886766 w 5799173"/>
              <a:gd name="connsiteY49404" fmla="*/ 4312049 h 5017219"/>
              <a:gd name="connsiteX49405" fmla="*/ 3885520 w 5799173"/>
              <a:gd name="connsiteY49405" fmla="*/ 4311303 h 5017219"/>
              <a:gd name="connsiteX49406" fmla="*/ 3875135 w 5799173"/>
              <a:gd name="connsiteY49406" fmla="*/ 4293273 h 5017219"/>
              <a:gd name="connsiteX49407" fmla="*/ 3875135 w 5799173"/>
              <a:gd name="connsiteY49407" fmla="*/ 4291778 h 5017219"/>
              <a:gd name="connsiteX49408" fmla="*/ 3885603 w 5799173"/>
              <a:gd name="connsiteY49408" fmla="*/ 4273750 h 5017219"/>
              <a:gd name="connsiteX49409" fmla="*/ 3886849 w 5799173"/>
              <a:gd name="connsiteY49409" fmla="*/ 4273002 h 5017219"/>
              <a:gd name="connsiteX49410" fmla="*/ 3907702 w 5799173"/>
              <a:gd name="connsiteY49410" fmla="*/ 4273002 h 5017219"/>
              <a:gd name="connsiteX49411" fmla="*/ 3908948 w 5799173"/>
              <a:gd name="connsiteY49411" fmla="*/ 4273750 h 5017219"/>
              <a:gd name="connsiteX49412" fmla="*/ 3919333 w 5799173"/>
              <a:gd name="connsiteY49412" fmla="*/ 4291778 h 5017219"/>
              <a:gd name="connsiteX49413" fmla="*/ 3919333 w 5799173"/>
              <a:gd name="connsiteY49413" fmla="*/ 4293273 h 5017219"/>
              <a:gd name="connsiteX49414" fmla="*/ 3908865 w 5799173"/>
              <a:gd name="connsiteY49414" fmla="*/ 4311302 h 5017219"/>
              <a:gd name="connsiteX49415" fmla="*/ 3907619 w 5799173"/>
              <a:gd name="connsiteY49415" fmla="*/ 4312049 h 5017219"/>
              <a:gd name="connsiteX49416" fmla="*/ 4007070 w 5799173"/>
              <a:gd name="connsiteY49416" fmla="*/ 4344355 h 5017219"/>
              <a:gd name="connsiteX49417" fmla="*/ 4005743 w 5799173"/>
              <a:gd name="connsiteY49417" fmla="*/ 4343603 h 5017219"/>
              <a:gd name="connsiteX49418" fmla="*/ 3995102 w 5799173"/>
              <a:gd name="connsiteY49418" fmla="*/ 4325182 h 5017219"/>
              <a:gd name="connsiteX49419" fmla="*/ 3995101 w 5799173"/>
              <a:gd name="connsiteY49419" fmla="*/ 4323690 h 5017219"/>
              <a:gd name="connsiteX49420" fmla="*/ 4005735 w 5799173"/>
              <a:gd name="connsiteY49420" fmla="*/ 4305248 h 5017219"/>
              <a:gd name="connsiteX49421" fmla="*/ 4007064 w 5799173"/>
              <a:gd name="connsiteY49421" fmla="*/ 4304500 h 5017219"/>
              <a:gd name="connsiteX49422" fmla="*/ 4028333 w 5799173"/>
              <a:gd name="connsiteY49422" fmla="*/ 4304498 h 5017219"/>
              <a:gd name="connsiteX49423" fmla="*/ 4029661 w 5799173"/>
              <a:gd name="connsiteY49423" fmla="*/ 4305251 h 5017219"/>
              <a:gd name="connsiteX49424" fmla="*/ 4040297 w 5799173"/>
              <a:gd name="connsiteY49424" fmla="*/ 4323689 h 5017219"/>
              <a:gd name="connsiteX49425" fmla="*/ 4040295 w 5799173"/>
              <a:gd name="connsiteY49425" fmla="*/ 4325192 h 5017219"/>
              <a:gd name="connsiteX49426" fmla="*/ 4029668 w 5799173"/>
              <a:gd name="connsiteY49426" fmla="*/ 4343610 h 5017219"/>
              <a:gd name="connsiteX49427" fmla="*/ 4028339 w 5799173"/>
              <a:gd name="connsiteY49427" fmla="*/ 4344358 h 5017219"/>
              <a:gd name="connsiteX49428" fmla="*/ 2141359 w 5799173"/>
              <a:gd name="connsiteY49428" fmla="*/ 3844474 h 5017219"/>
              <a:gd name="connsiteX49429" fmla="*/ 2140114 w 5799173"/>
              <a:gd name="connsiteY49429" fmla="*/ 3843727 h 5017219"/>
              <a:gd name="connsiteX49430" fmla="*/ 2129646 w 5799173"/>
              <a:gd name="connsiteY49430" fmla="*/ 3825616 h 5017219"/>
              <a:gd name="connsiteX49431" fmla="*/ 2129645 w 5799173"/>
              <a:gd name="connsiteY49431" fmla="*/ 3824121 h 5017219"/>
              <a:gd name="connsiteX49432" fmla="*/ 2140113 w 5799173"/>
              <a:gd name="connsiteY49432" fmla="*/ 3806009 h 5017219"/>
              <a:gd name="connsiteX49433" fmla="*/ 2141360 w 5799173"/>
              <a:gd name="connsiteY49433" fmla="*/ 3805261 h 5017219"/>
              <a:gd name="connsiteX49434" fmla="*/ 2162296 w 5799173"/>
              <a:gd name="connsiteY49434" fmla="*/ 3805262 h 5017219"/>
              <a:gd name="connsiteX49435" fmla="*/ 2163542 w 5799173"/>
              <a:gd name="connsiteY49435" fmla="*/ 3806009 h 5017219"/>
              <a:gd name="connsiteX49436" fmla="*/ 2174009 w 5799173"/>
              <a:gd name="connsiteY49436" fmla="*/ 3824121 h 5017219"/>
              <a:gd name="connsiteX49437" fmla="*/ 2174009 w 5799173"/>
              <a:gd name="connsiteY49437" fmla="*/ 3825616 h 5017219"/>
              <a:gd name="connsiteX49438" fmla="*/ 2163541 w 5799173"/>
              <a:gd name="connsiteY49438" fmla="*/ 3843727 h 5017219"/>
              <a:gd name="connsiteX49439" fmla="*/ 2162295 w 5799173"/>
              <a:gd name="connsiteY49439" fmla="*/ 3844475 h 5017219"/>
              <a:gd name="connsiteX49440" fmla="*/ 2261688 w 5799173"/>
              <a:gd name="connsiteY49440" fmla="*/ 3876747 h 5017219"/>
              <a:gd name="connsiteX49441" fmla="*/ 2260441 w 5799173"/>
              <a:gd name="connsiteY49441" fmla="*/ 3876000 h 5017219"/>
              <a:gd name="connsiteX49442" fmla="*/ 2249891 w 5799173"/>
              <a:gd name="connsiteY49442" fmla="*/ 3857722 h 5017219"/>
              <a:gd name="connsiteX49443" fmla="*/ 2249890 w 5799173"/>
              <a:gd name="connsiteY49443" fmla="*/ 3856226 h 5017219"/>
              <a:gd name="connsiteX49444" fmla="*/ 2260442 w 5799173"/>
              <a:gd name="connsiteY49444" fmla="*/ 3837948 h 5017219"/>
              <a:gd name="connsiteX49445" fmla="*/ 2261688 w 5799173"/>
              <a:gd name="connsiteY49445" fmla="*/ 3837199 h 5017219"/>
              <a:gd name="connsiteX49446" fmla="*/ 2282706 w 5799173"/>
              <a:gd name="connsiteY49446" fmla="*/ 3837203 h 5017219"/>
              <a:gd name="connsiteX49447" fmla="*/ 2283952 w 5799173"/>
              <a:gd name="connsiteY49447" fmla="*/ 3837950 h 5017219"/>
              <a:gd name="connsiteX49448" fmla="*/ 2294503 w 5799173"/>
              <a:gd name="connsiteY49448" fmla="*/ 3856227 h 5017219"/>
              <a:gd name="connsiteX49449" fmla="*/ 2294503 w 5799173"/>
              <a:gd name="connsiteY49449" fmla="*/ 3857723 h 5017219"/>
              <a:gd name="connsiteX49450" fmla="*/ 2283952 w 5799173"/>
              <a:gd name="connsiteY49450" fmla="*/ 3875999 h 5017219"/>
              <a:gd name="connsiteX49451" fmla="*/ 2282706 w 5799173"/>
              <a:gd name="connsiteY49451" fmla="*/ 3876746 h 5017219"/>
              <a:gd name="connsiteX49452" fmla="*/ 1960703 w 5799173"/>
              <a:gd name="connsiteY49452" fmla="*/ 3796173 h 5017219"/>
              <a:gd name="connsiteX49453" fmla="*/ 1959373 w 5799173"/>
              <a:gd name="connsiteY49453" fmla="*/ 3795428 h 5017219"/>
              <a:gd name="connsiteX49454" fmla="*/ 1948737 w 5799173"/>
              <a:gd name="connsiteY49454" fmla="*/ 3776991 h 5017219"/>
              <a:gd name="connsiteX49455" fmla="*/ 1948738 w 5799173"/>
              <a:gd name="connsiteY49455" fmla="*/ 3775494 h 5017219"/>
              <a:gd name="connsiteX49456" fmla="*/ 1959371 w 5799173"/>
              <a:gd name="connsiteY49456" fmla="*/ 3757054 h 5017219"/>
              <a:gd name="connsiteX49457" fmla="*/ 1960700 w 5799173"/>
              <a:gd name="connsiteY49457" fmla="*/ 3756306 h 5017219"/>
              <a:gd name="connsiteX49458" fmla="*/ 1981969 w 5799173"/>
              <a:gd name="connsiteY49458" fmla="*/ 3756304 h 5017219"/>
              <a:gd name="connsiteX49459" fmla="*/ 1983299 w 5799173"/>
              <a:gd name="connsiteY49459" fmla="*/ 3757050 h 5017219"/>
              <a:gd name="connsiteX49460" fmla="*/ 1993932 w 5799173"/>
              <a:gd name="connsiteY49460" fmla="*/ 3775497 h 5017219"/>
              <a:gd name="connsiteX49461" fmla="*/ 1993930 w 5799173"/>
              <a:gd name="connsiteY49461" fmla="*/ 3776998 h 5017219"/>
              <a:gd name="connsiteX49462" fmla="*/ 1983300 w 5799173"/>
              <a:gd name="connsiteY49462" fmla="*/ 3795429 h 5017219"/>
              <a:gd name="connsiteX49463" fmla="*/ 1981971 w 5799173"/>
              <a:gd name="connsiteY49463" fmla="*/ 3796175 h 5017219"/>
              <a:gd name="connsiteX49464" fmla="*/ 4067255 w 5799173"/>
              <a:gd name="connsiteY49464" fmla="*/ 4360623 h 5017219"/>
              <a:gd name="connsiteX49465" fmla="*/ 4066009 w 5799173"/>
              <a:gd name="connsiteY49465" fmla="*/ 4359875 h 5017219"/>
              <a:gd name="connsiteX49466" fmla="*/ 4055458 w 5799173"/>
              <a:gd name="connsiteY49466" fmla="*/ 4341598 h 5017219"/>
              <a:gd name="connsiteX49467" fmla="*/ 4055458 w 5799173"/>
              <a:gd name="connsiteY49467" fmla="*/ 4340102 h 5017219"/>
              <a:gd name="connsiteX49468" fmla="*/ 4066009 w 5799173"/>
              <a:gd name="connsiteY49468" fmla="*/ 4321825 h 5017219"/>
              <a:gd name="connsiteX49469" fmla="*/ 4067255 w 5799173"/>
              <a:gd name="connsiteY49469" fmla="*/ 4321077 h 5017219"/>
              <a:gd name="connsiteX49470" fmla="*/ 4088275 w 5799173"/>
              <a:gd name="connsiteY49470" fmla="*/ 4321077 h 5017219"/>
              <a:gd name="connsiteX49471" fmla="*/ 4089520 w 5799173"/>
              <a:gd name="connsiteY49471" fmla="*/ 4321825 h 5017219"/>
              <a:gd name="connsiteX49472" fmla="*/ 4100071 w 5799173"/>
              <a:gd name="connsiteY49472" fmla="*/ 4340103 h 5017219"/>
              <a:gd name="connsiteX49473" fmla="*/ 4100071 w 5799173"/>
              <a:gd name="connsiteY49473" fmla="*/ 4341598 h 5017219"/>
              <a:gd name="connsiteX49474" fmla="*/ 4089520 w 5799173"/>
              <a:gd name="connsiteY49474" fmla="*/ 4359875 h 5017219"/>
              <a:gd name="connsiteX49475" fmla="*/ 4088274 w 5799173"/>
              <a:gd name="connsiteY49475" fmla="*/ 4360623 h 5017219"/>
              <a:gd name="connsiteX49476" fmla="*/ 3826474 w 5799173"/>
              <a:gd name="connsiteY49476" fmla="*/ 4296115 h 5017219"/>
              <a:gd name="connsiteX49477" fmla="*/ 3825145 w 5799173"/>
              <a:gd name="connsiteY49477" fmla="*/ 4295367 h 5017219"/>
              <a:gd name="connsiteX49478" fmla="*/ 3814509 w 5799173"/>
              <a:gd name="connsiteY49478" fmla="*/ 4276929 h 5017219"/>
              <a:gd name="connsiteX49479" fmla="*/ 3814509 w 5799173"/>
              <a:gd name="connsiteY49479" fmla="*/ 4275436 h 5017219"/>
              <a:gd name="connsiteX49480" fmla="*/ 3825143 w 5799173"/>
              <a:gd name="connsiteY49480" fmla="*/ 4256993 h 5017219"/>
              <a:gd name="connsiteX49481" fmla="*/ 3826471 w 5799173"/>
              <a:gd name="connsiteY49481" fmla="*/ 4256248 h 5017219"/>
              <a:gd name="connsiteX49482" fmla="*/ 3847741 w 5799173"/>
              <a:gd name="connsiteY49482" fmla="*/ 4256243 h 5017219"/>
              <a:gd name="connsiteX49483" fmla="*/ 3849070 w 5799173"/>
              <a:gd name="connsiteY49483" fmla="*/ 4256993 h 5017219"/>
              <a:gd name="connsiteX49484" fmla="*/ 3859703 w 5799173"/>
              <a:gd name="connsiteY49484" fmla="*/ 4275441 h 5017219"/>
              <a:gd name="connsiteX49485" fmla="*/ 3859703 w 5799173"/>
              <a:gd name="connsiteY49485" fmla="*/ 4276936 h 5017219"/>
              <a:gd name="connsiteX49486" fmla="*/ 3849071 w 5799173"/>
              <a:gd name="connsiteY49486" fmla="*/ 4295370 h 5017219"/>
              <a:gd name="connsiteX49487" fmla="*/ 3847743 w 5799173"/>
              <a:gd name="connsiteY49487" fmla="*/ 4296116 h 5017219"/>
              <a:gd name="connsiteX49488" fmla="*/ 1780194 w 5799173"/>
              <a:gd name="connsiteY49488" fmla="*/ 3747839 h 5017219"/>
              <a:gd name="connsiteX49489" fmla="*/ 1778866 w 5799173"/>
              <a:gd name="connsiteY49489" fmla="*/ 3747090 h 5017219"/>
              <a:gd name="connsiteX49490" fmla="*/ 1768315 w 5799173"/>
              <a:gd name="connsiteY49490" fmla="*/ 3728729 h 5017219"/>
              <a:gd name="connsiteX49491" fmla="*/ 1768315 w 5799173"/>
              <a:gd name="connsiteY49491" fmla="*/ 3727234 h 5017219"/>
              <a:gd name="connsiteX49492" fmla="*/ 1778866 w 5799173"/>
              <a:gd name="connsiteY49492" fmla="*/ 3708873 h 5017219"/>
              <a:gd name="connsiteX49493" fmla="*/ 1780195 w 5799173"/>
              <a:gd name="connsiteY49493" fmla="*/ 3708125 h 5017219"/>
              <a:gd name="connsiteX49494" fmla="*/ 1801380 w 5799173"/>
              <a:gd name="connsiteY49494" fmla="*/ 3708126 h 5017219"/>
              <a:gd name="connsiteX49495" fmla="*/ 1802710 w 5799173"/>
              <a:gd name="connsiteY49495" fmla="*/ 3708871 h 5017219"/>
              <a:gd name="connsiteX49496" fmla="*/ 1813261 w 5799173"/>
              <a:gd name="connsiteY49496" fmla="*/ 3727233 h 5017219"/>
              <a:gd name="connsiteX49497" fmla="*/ 1813260 w 5799173"/>
              <a:gd name="connsiteY49497" fmla="*/ 3728731 h 5017219"/>
              <a:gd name="connsiteX49498" fmla="*/ 1802710 w 5799173"/>
              <a:gd name="connsiteY49498" fmla="*/ 3747088 h 5017219"/>
              <a:gd name="connsiteX49499" fmla="*/ 1801381 w 5799173"/>
              <a:gd name="connsiteY49499" fmla="*/ 3747837 h 5017219"/>
              <a:gd name="connsiteX49500" fmla="*/ 1900384 w 5799173"/>
              <a:gd name="connsiteY49500" fmla="*/ 3780255 h 5017219"/>
              <a:gd name="connsiteX49501" fmla="*/ 1899055 w 5799173"/>
              <a:gd name="connsiteY49501" fmla="*/ 3779509 h 5017219"/>
              <a:gd name="connsiteX49502" fmla="*/ 1888251 w 5799173"/>
              <a:gd name="connsiteY49502" fmla="*/ 3760750 h 5017219"/>
              <a:gd name="connsiteX49503" fmla="*/ 1888250 w 5799173"/>
              <a:gd name="connsiteY49503" fmla="*/ 3759259 h 5017219"/>
              <a:gd name="connsiteX49504" fmla="*/ 1899049 w 5799173"/>
              <a:gd name="connsiteY49504" fmla="*/ 3740485 h 5017219"/>
              <a:gd name="connsiteX49505" fmla="*/ 1900379 w 5799173"/>
              <a:gd name="connsiteY49505" fmla="*/ 3739734 h 5017219"/>
              <a:gd name="connsiteX49506" fmla="*/ 1922062 w 5799173"/>
              <a:gd name="connsiteY49506" fmla="*/ 3739735 h 5017219"/>
              <a:gd name="connsiteX49507" fmla="*/ 1923392 w 5799173"/>
              <a:gd name="connsiteY49507" fmla="*/ 3740481 h 5017219"/>
              <a:gd name="connsiteX49508" fmla="*/ 1934191 w 5799173"/>
              <a:gd name="connsiteY49508" fmla="*/ 3759267 h 5017219"/>
              <a:gd name="connsiteX49509" fmla="*/ 1934190 w 5799173"/>
              <a:gd name="connsiteY49509" fmla="*/ 3760763 h 5017219"/>
              <a:gd name="connsiteX49510" fmla="*/ 1923396 w 5799173"/>
              <a:gd name="connsiteY49510" fmla="*/ 3779512 h 5017219"/>
              <a:gd name="connsiteX49511" fmla="*/ 1922068 w 5799173"/>
              <a:gd name="connsiteY49511" fmla="*/ 3780260 h 5017219"/>
              <a:gd name="connsiteX49512" fmla="*/ 1840165 w 5799173"/>
              <a:gd name="connsiteY49512" fmla="*/ 3764167 h 5017219"/>
              <a:gd name="connsiteX49513" fmla="*/ 1838835 w 5799173"/>
              <a:gd name="connsiteY49513" fmla="*/ 3763421 h 5017219"/>
              <a:gd name="connsiteX49514" fmla="*/ 1828034 w 5799173"/>
              <a:gd name="connsiteY49514" fmla="*/ 3744734 h 5017219"/>
              <a:gd name="connsiteX49515" fmla="*/ 1828032 w 5799173"/>
              <a:gd name="connsiteY49515" fmla="*/ 3743242 h 5017219"/>
              <a:gd name="connsiteX49516" fmla="*/ 1838831 w 5799173"/>
              <a:gd name="connsiteY49516" fmla="*/ 3724554 h 5017219"/>
              <a:gd name="connsiteX49517" fmla="*/ 1840162 w 5799173"/>
              <a:gd name="connsiteY49517" fmla="*/ 3723805 h 5017219"/>
              <a:gd name="connsiteX49518" fmla="*/ 1861763 w 5799173"/>
              <a:gd name="connsiteY49518" fmla="*/ 3723801 h 5017219"/>
              <a:gd name="connsiteX49519" fmla="*/ 1863091 w 5799173"/>
              <a:gd name="connsiteY49519" fmla="*/ 3724551 h 5017219"/>
              <a:gd name="connsiteX49520" fmla="*/ 1873891 w 5799173"/>
              <a:gd name="connsiteY49520" fmla="*/ 3743247 h 5017219"/>
              <a:gd name="connsiteX49521" fmla="*/ 1873892 w 5799173"/>
              <a:gd name="connsiteY49521" fmla="*/ 3744739 h 5017219"/>
              <a:gd name="connsiteX49522" fmla="*/ 1863094 w 5799173"/>
              <a:gd name="connsiteY49522" fmla="*/ 3763423 h 5017219"/>
              <a:gd name="connsiteX49523" fmla="*/ 1861765 w 5799173"/>
              <a:gd name="connsiteY49523" fmla="*/ 3764169 h 5017219"/>
              <a:gd name="connsiteX49524" fmla="*/ 2321608 w 5799173"/>
              <a:gd name="connsiteY49524" fmla="*/ 3893443 h 5017219"/>
              <a:gd name="connsiteX49525" fmla="*/ 2320280 w 5799173"/>
              <a:gd name="connsiteY49525" fmla="*/ 3892694 h 5017219"/>
              <a:gd name="connsiteX49526" fmla="*/ 2309480 w 5799173"/>
              <a:gd name="connsiteY49526" fmla="*/ 3873919 h 5017219"/>
              <a:gd name="connsiteX49527" fmla="*/ 2309480 w 5799173"/>
              <a:gd name="connsiteY49527" fmla="*/ 3872423 h 5017219"/>
              <a:gd name="connsiteX49528" fmla="*/ 2320280 w 5799173"/>
              <a:gd name="connsiteY49528" fmla="*/ 3853646 h 5017219"/>
              <a:gd name="connsiteX49529" fmla="*/ 2321608 w 5799173"/>
              <a:gd name="connsiteY49529" fmla="*/ 3852901 h 5017219"/>
              <a:gd name="connsiteX49530" fmla="*/ 2343292 w 5799173"/>
              <a:gd name="connsiteY49530" fmla="*/ 3852902 h 5017219"/>
              <a:gd name="connsiteX49531" fmla="*/ 2344622 w 5799173"/>
              <a:gd name="connsiteY49531" fmla="*/ 3853647 h 5017219"/>
              <a:gd name="connsiteX49532" fmla="*/ 2355422 w 5799173"/>
              <a:gd name="connsiteY49532" fmla="*/ 3872424 h 5017219"/>
              <a:gd name="connsiteX49533" fmla="*/ 2355422 w 5799173"/>
              <a:gd name="connsiteY49533" fmla="*/ 3873920 h 5017219"/>
              <a:gd name="connsiteX49534" fmla="*/ 2344621 w 5799173"/>
              <a:gd name="connsiteY49534" fmla="*/ 3892694 h 5017219"/>
              <a:gd name="connsiteX49535" fmla="*/ 2343293 w 5799173"/>
              <a:gd name="connsiteY49535" fmla="*/ 3893442 h 5017219"/>
              <a:gd name="connsiteX49536" fmla="*/ 2381173 w 5799173"/>
              <a:gd name="connsiteY49536" fmla="*/ 3910670 h 5017219"/>
              <a:gd name="connsiteX49537" fmla="*/ 2379761 w 5799173"/>
              <a:gd name="connsiteY49537" fmla="*/ 3909840 h 5017219"/>
              <a:gd name="connsiteX49538" fmla="*/ 2368462 w 5799173"/>
              <a:gd name="connsiteY49538" fmla="*/ 3890233 h 5017219"/>
              <a:gd name="connsiteX49539" fmla="*/ 2368462 w 5799173"/>
              <a:gd name="connsiteY49539" fmla="*/ 3888654 h 5017219"/>
              <a:gd name="connsiteX49540" fmla="*/ 2379844 w 5799173"/>
              <a:gd name="connsiteY49540" fmla="*/ 3869048 h 5017219"/>
              <a:gd name="connsiteX49541" fmla="*/ 2381257 w 5799173"/>
              <a:gd name="connsiteY49541" fmla="*/ 3868216 h 5017219"/>
              <a:gd name="connsiteX49542" fmla="*/ 2403937 w 5799173"/>
              <a:gd name="connsiteY49542" fmla="*/ 3868216 h 5017219"/>
              <a:gd name="connsiteX49543" fmla="*/ 2405349 w 5799173"/>
              <a:gd name="connsiteY49543" fmla="*/ 3869047 h 5017219"/>
              <a:gd name="connsiteX49544" fmla="*/ 2416648 w 5799173"/>
              <a:gd name="connsiteY49544" fmla="*/ 3888653 h 5017219"/>
              <a:gd name="connsiteX49545" fmla="*/ 2416648 w 5799173"/>
              <a:gd name="connsiteY49545" fmla="*/ 3890233 h 5017219"/>
              <a:gd name="connsiteX49546" fmla="*/ 2405266 w 5799173"/>
              <a:gd name="connsiteY49546" fmla="*/ 3909840 h 5017219"/>
              <a:gd name="connsiteX49547" fmla="*/ 2403854 w 5799173"/>
              <a:gd name="connsiteY49547" fmla="*/ 3910670 h 5017219"/>
              <a:gd name="connsiteX49548" fmla="*/ 4178060 w 5799173"/>
              <a:gd name="connsiteY49548" fmla="*/ 4436716 h 5017219"/>
              <a:gd name="connsiteX49549" fmla="*/ 4177314 w 5799173"/>
              <a:gd name="connsiteY49549" fmla="*/ 4436298 h 5017219"/>
              <a:gd name="connsiteX49550" fmla="*/ 4171165 w 5799173"/>
              <a:gd name="connsiteY49550" fmla="*/ 4425664 h 5017219"/>
              <a:gd name="connsiteX49551" fmla="*/ 4171165 w 5799173"/>
              <a:gd name="connsiteY49551" fmla="*/ 4424835 h 5017219"/>
              <a:gd name="connsiteX49552" fmla="*/ 4177313 w 5799173"/>
              <a:gd name="connsiteY49552" fmla="*/ 4414198 h 5017219"/>
              <a:gd name="connsiteX49553" fmla="*/ 4178060 w 5799173"/>
              <a:gd name="connsiteY49553" fmla="*/ 4413785 h 5017219"/>
              <a:gd name="connsiteX49554" fmla="*/ 4190357 w 5799173"/>
              <a:gd name="connsiteY49554" fmla="*/ 4413783 h 5017219"/>
              <a:gd name="connsiteX49555" fmla="*/ 4191105 w 5799173"/>
              <a:gd name="connsiteY49555" fmla="*/ 4414196 h 5017219"/>
              <a:gd name="connsiteX49556" fmla="*/ 4197252 w 5799173"/>
              <a:gd name="connsiteY49556" fmla="*/ 4424834 h 5017219"/>
              <a:gd name="connsiteX49557" fmla="*/ 4197252 w 5799173"/>
              <a:gd name="connsiteY49557" fmla="*/ 4425664 h 5017219"/>
              <a:gd name="connsiteX49558" fmla="*/ 4191104 w 5799173"/>
              <a:gd name="connsiteY49558" fmla="*/ 4436299 h 5017219"/>
              <a:gd name="connsiteX49559" fmla="*/ 4190356 w 5799173"/>
              <a:gd name="connsiteY49559" fmla="*/ 4436716 h 5017219"/>
              <a:gd name="connsiteX49560" fmla="*/ 865189 w 5799173"/>
              <a:gd name="connsiteY49560" fmla="*/ 3554509 h 5017219"/>
              <a:gd name="connsiteX49561" fmla="*/ 864108 w 5799173"/>
              <a:gd name="connsiteY49561" fmla="*/ 3553846 h 5017219"/>
              <a:gd name="connsiteX49562" fmla="*/ 855304 w 5799173"/>
              <a:gd name="connsiteY49562" fmla="*/ 3538470 h 5017219"/>
              <a:gd name="connsiteX49563" fmla="*/ 855304 w 5799173"/>
              <a:gd name="connsiteY49563" fmla="*/ 3537225 h 5017219"/>
              <a:gd name="connsiteX49564" fmla="*/ 864192 w 5799173"/>
              <a:gd name="connsiteY49564" fmla="*/ 3521857 h 5017219"/>
              <a:gd name="connsiteX49565" fmla="*/ 865273 w 5799173"/>
              <a:gd name="connsiteY49565" fmla="*/ 3521191 h 5017219"/>
              <a:gd name="connsiteX49566" fmla="*/ 882968 w 5799173"/>
              <a:gd name="connsiteY49566" fmla="*/ 3521194 h 5017219"/>
              <a:gd name="connsiteX49567" fmla="*/ 884049 w 5799173"/>
              <a:gd name="connsiteY49567" fmla="*/ 3521856 h 5017219"/>
              <a:gd name="connsiteX49568" fmla="*/ 892854 w 5799173"/>
              <a:gd name="connsiteY49568" fmla="*/ 3537230 h 5017219"/>
              <a:gd name="connsiteX49569" fmla="*/ 892855 w 5799173"/>
              <a:gd name="connsiteY49569" fmla="*/ 3538473 h 5017219"/>
              <a:gd name="connsiteX49570" fmla="*/ 883965 w 5799173"/>
              <a:gd name="connsiteY49570" fmla="*/ 3553844 h 5017219"/>
              <a:gd name="connsiteX49571" fmla="*/ 882885 w 5799173"/>
              <a:gd name="connsiteY49571" fmla="*/ 3554509 h 5017219"/>
              <a:gd name="connsiteX49572" fmla="*/ 925358 w 5799173"/>
              <a:gd name="connsiteY49572" fmla="*/ 3570757 h 5017219"/>
              <a:gd name="connsiteX49573" fmla="*/ 924278 w 5799173"/>
              <a:gd name="connsiteY49573" fmla="*/ 3570175 h 5017219"/>
              <a:gd name="connsiteX49574" fmla="*/ 915472 w 5799173"/>
              <a:gd name="connsiteY49574" fmla="*/ 3554973 h 5017219"/>
              <a:gd name="connsiteX49575" fmla="*/ 915471 w 5799173"/>
              <a:gd name="connsiteY49575" fmla="*/ 3553728 h 5017219"/>
              <a:gd name="connsiteX49576" fmla="*/ 924279 w 5799173"/>
              <a:gd name="connsiteY49576" fmla="*/ 3538518 h 5017219"/>
              <a:gd name="connsiteX49577" fmla="*/ 925359 w 5799173"/>
              <a:gd name="connsiteY49577" fmla="*/ 3537937 h 5017219"/>
              <a:gd name="connsiteX49578" fmla="*/ 942970 w 5799173"/>
              <a:gd name="connsiteY49578" fmla="*/ 3537943 h 5017219"/>
              <a:gd name="connsiteX49579" fmla="*/ 944051 w 5799173"/>
              <a:gd name="connsiteY49579" fmla="*/ 3538524 h 5017219"/>
              <a:gd name="connsiteX49580" fmla="*/ 952859 w 5799173"/>
              <a:gd name="connsiteY49580" fmla="*/ 3553724 h 5017219"/>
              <a:gd name="connsiteX49581" fmla="*/ 952859 w 5799173"/>
              <a:gd name="connsiteY49581" fmla="*/ 3554970 h 5017219"/>
              <a:gd name="connsiteX49582" fmla="*/ 944051 w 5799173"/>
              <a:gd name="connsiteY49582" fmla="*/ 3570176 h 5017219"/>
              <a:gd name="connsiteX49583" fmla="*/ 942971 w 5799173"/>
              <a:gd name="connsiteY49583" fmla="*/ 3570756 h 5017219"/>
              <a:gd name="connsiteX49584" fmla="*/ 3212297 w 5799173"/>
              <a:gd name="connsiteY49584" fmla="*/ 4183883 h 5017219"/>
              <a:gd name="connsiteX49585" fmla="*/ 3211216 w 5799173"/>
              <a:gd name="connsiteY49585" fmla="*/ 4183218 h 5017219"/>
              <a:gd name="connsiteX49586" fmla="*/ 3202245 w 5799173"/>
              <a:gd name="connsiteY49586" fmla="*/ 4167682 h 5017219"/>
              <a:gd name="connsiteX49587" fmla="*/ 3202245 w 5799173"/>
              <a:gd name="connsiteY49587" fmla="*/ 4166436 h 5017219"/>
              <a:gd name="connsiteX49588" fmla="*/ 3211218 w 5799173"/>
              <a:gd name="connsiteY49588" fmla="*/ 4150897 h 5017219"/>
              <a:gd name="connsiteX49589" fmla="*/ 3212298 w 5799173"/>
              <a:gd name="connsiteY49589" fmla="*/ 4150232 h 5017219"/>
              <a:gd name="connsiteX49590" fmla="*/ 3230158 w 5799173"/>
              <a:gd name="connsiteY49590" fmla="*/ 4150238 h 5017219"/>
              <a:gd name="connsiteX49591" fmla="*/ 3231239 w 5799173"/>
              <a:gd name="connsiteY49591" fmla="*/ 4150902 h 5017219"/>
              <a:gd name="connsiteX49592" fmla="*/ 3240212 w 5799173"/>
              <a:gd name="connsiteY49592" fmla="*/ 4166436 h 5017219"/>
              <a:gd name="connsiteX49593" fmla="*/ 3240212 w 5799173"/>
              <a:gd name="connsiteY49593" fmla="*/ 4167680 h 5017219"/>
              <a:gd name="connsiteX49594" fmla="*/ 3231239 w 5799173"/>
              <a:gd name="connsiteY49594" fmla="*/ 4183218 h 5017219"/>
              <a:gd name="connsiteX49595" fmla="*/ 3230159 w 5799173"/>
              <a:gd name="connsiteY49595" fmla="*/ 4183883 h 5017219"/>
              <a:gd name="connsiteX49596" fmla="*/ 804790 w 5799173"/>
              <a:gd name="connsiteY49596" fmla="*/ 3538886 h 5017219"/>
              <a:gd name="connsiteX49597" fmla="*/ 803710 w 5799173"/>
              <a:gd name="connsiteY49597" fmla="*/ 3538222 h 5017219"/>
              <a:gd name="connsiteX49598" fmla="*/ 794655 w 5799173"/>
              <a:gd name="connsiteY49598" fmla="*/ 3522518 h 5017219"/>
              <a:gd name="connsiteX49599" fmla="*/ 794654 w 5799173"/>
              <a:gd name="connsiteY49599" fmla="*/ 3521274 h 5017219"/>
              <a:gd name="connsiteX49600" fmla="*/ 803713 w 5799173"/>
              <a:gd name="connsiteY49600" fmla="*/ 3505563 h 5017219"/>
              <a:gd name="connsiteX49601" fmla="*/ 804792 w 5799173"/>
              <a:gd name="connsiteY49601" fmla="*/ 3504900 h 5017219"/>
              <a:gd name="connsiteX49602" fmla="*/ 822903 w 5799173"/>
              <a:gd name="connsiteY49602" fmla="*/ 3504901 h 5017219"/>
              <a:gd name="connsiteX49603" fmla="*/ 823982 w 5799173"/>
              <a:gd name="connsiteY49603" fmla="*/ 3505569 h 5017219"/>
              <a:gd name="connsiteX49604" fmla="*/ 833037 w 5799173"/>
              <a:gd name="connsiteY49604" fmla="*/ 3521269 h 5017219"/>
              <a:gd name="connsiteX49605" fmla="*/ 833038 w 5799173"/>
              <a:gd name="connsiteY49605" fmla="*/ 3522516 h 5017219"/>
              <a:gd name="connsiteX49606" fmla="*/ 823983 w 5799173"/>
              <a:gd name="connsiteY49606" fmla="*/ 3538219 h 5017219"/>
              <a:gd name="connsiteX49607" fmla="*/ 822902 w 5799173"/>
              <a:gd name="connsiteY49607" fmla="*/ 3538885 h 5017219"/>
              <a:gd name="connsiteX49608" fmla="*/ 1105633 w 5799173"/>
              <a:gd name="connsiteY49608" fmla="*/ 3619667 h 5017219"/>
              <a:gd name="connsiteX49609" fmla="*/ 1104554 w 5799173"/>
              <a:gd name="connsiteY49609" fmla="*/ 3618997 h 5017219"/>
              <a:gd name="connsiteX49610" fmla="*/ 1095498 w 5799173"/>
              <a:gd name="connsiteY49610" fmla="*/ 3603214 h 5017219"/>
              <a:gd name="connsiteX49611" fmla="*/ 1095498 w 5799173"/>
              <a:gd name="connsiteY49611" fmla="*/ 3601886 h 5017219"/>
              <a:gd name="connsiteX49612" fmla="*/ 1104638 w 5799173"/>
              <a:gd name="connsiteY49612" fmla="*/ 3586095 h 5017219"/>
              <a:gd name="connsiteX49613" fmla="*/ 1105718 w 5799173"/>
              <a:gd name="connsiteY49613" fmla="*/ 3585429 h 5017219"/>
              <a:gd name="connsiteX49614" fmla="*/ 1123911 w 5799173"/>
              <a:gd name="connsiteY49614" fmla="*/ 3585436 h 5017219"/>
              <a:gd name="connsiteX49615" fmla="*/ 1124992 w 5799173"/>
              <a:gd name="connsiteY49615" fmla="*/ 3586097 h 5017219"/>
              <a:gd name="connsiteX49616" fmla="*/ 1134048 w 5799173"/>
              <a:gd name="connsiteY49616" fmla="*/ 3601884 h 5017219"/>
              <a:gd name="connsiteX49617" fmla="*/ 1134048 w 5799173"/>
              <a:gd name="connsiteY49617" fmla="*/ 3603212 h 5017219"/>
              <a:gd name="connsiteX49618" fmla="*/ 1124907 w 5799173"/>
              <a:gd name="connsiteY49618" fmla="*/ 3618999 h 5017219"/>
              <a:gd name="connsiteX49619" fmla="*/ 1123829 w 5799173"/>
              <a:gd name="connsiteY49619" fmla="*/ 3619662 h 5017219"/>
              <a:gd name="connsiteX49620" fmla="*/ 985192 w 5799173"/>
              <a:gd name="connsiteY49620" fmla="*/ 3587667 h 5017219"/>
              <a:gd name="connsiteX49621" fmla="*/ 984112 w 5799173"/>
              <a:gd name="connsiteY49621" fmla="*/ 3587002 h 5017219"/>
              <a:gd name="connsiteX49622" fmla="*/ 975057 w 5799173"/>
              <a:gd name="connsiteY49622" fmla="*/ 3571218 h 5017219"/>
              <a:gd name="connsiteX49623" fmla="*/ 975057 w 5799173"/>
              <a:gd name="connsiteY49623" fmla="*/ 3569888 h 5017219"/>
              <a:gd name="connsiteX49624" fmla="*/ 984195 w 5799173"/>
              <a:gd name="connsiteY49624" fmla="*/ 3554103 h 5017219"/>
              <a:gd name="connsiteX49625" fmla="*/ 985274 w 5799173"/>
              <a:gd name="connsiteY49625" fmla="*/ 3553438 h 5017219"/>
              <a:gd name="connsiteX49626" fmla="*/ 1003469 w 5799173"/>
              <a:gd name="connsiteY49626" fmla="*/ 3553438 h 5017219"/>
              <a:gd name="connsiteX49627" fmla="*/ 1004549 w 5799173"/>
              <a:gd name="connsiteY49627" fmla="*/ 3554104 h 5017219"/>
              <a:gd name="connsiteX49628" fmla="*/ 1013605 w 5799173"/>
              <a:gd name="connsiteY49628" fmla="*/ 3569889 h 5017219"/>
              <a:gd name="connsiteX49629" fmla="*/ 1013606 w 5799173"/>
              <a:gd name="connsiteY49629" fmla="*/ 3571218 h 5017219"/>
              <a:gd name="connsiteX49630" fmla="*/ 1004465 w 5799173"/>
              <a:gd name="connsiteY49630" fmla="*/ 3587003 h 5017219"/>
              <a:gd name="connsiteX49631" fmla="*/ 1003386 w 5799173"/>
              <a:gd name="connsiteY49631" fmla="*/ 3587668 h 5017219"/>
              <a:gd name="connsiteX49632" fmla="*/ 1286036 w 5799173"/>
              <a:gd name="connsiteY49632" fmla="*/ 3668336 h 5017219"/>
              <a:gd name="connsiteX49633" fmla="*/ 1284872 w 5799173"/>
              <a:gd name="connsiteY49633" fmla="*/ 3667673 h 5017219"/>
              <a:gd name="connsiteX49634" fmla="*/ 1275569 w 5799173"/>
              <a:gd name="connsiteY49634" fmla="*/ 3651550 h 5017219"/>
              <a:gd name="connsiteX49635" fmla="*/ 1275568 w 5799173"/>
              <a:gd name="connsiteY49635" fmla="*/ 3650224 h 5017219"/>
              <a:gd name="connsiteX49636" fmla="*/ 1284874 w 5799173"/>
              <a:gd name="connsiteY49636" fmla="*/ 3634103 h 5017219"/>
              <a:gd name="connsiteX49637" fmla="*/ 1286038 w 5799173"/>
              <a:gd name="connsiteY49637" fmla="*/ 3633436 h 5017219"/>
              <a:gd name="connsiteX49638" fmla="*/ 1304647 w 5799173"/>
              <a:gd name="connsiteY49638" fmla="*/ 3633437 h 5017219"/>
              <a:gd name="connsiteX49639" fmla="*/ 1305811 w 5799173"/>
              <a:gd name="connsiteY49639" fmla="*/ 3634103 h 5017219"/>
              <a:gd name="connsiteX49640" fmla="*/ 1315115 w 5799173"/>
              <a:gd name="connsiteY49640" fmla="*/ 3650221 h 5017219"/>
              <a:gd name="connsiteX49641" fmla="*/ 1315115 w 5799173"/>
              <a:gd name="connsiteY49641" fmla="*/ 3651550 h 5017219"/>
              <a:gd name="connsiteX49642" fmla="*/ 1305809 w 5799173"/>
              <a:gd name="connsiteY49642" fmla="*/ 3667674 h 5017219"/>
              <a:gd name="connsiteX49643" fmla="*/ 1304646 w 5799173"/>
              <a:gd name="connsiteY49643" fmla="*/ 3668332 h 5017219"/>
              <a:gd name="connsiteX49644" fmla="*/ 1225762 w 5799173"/>
              <a:gd name="connsiteY49644" fmla="*/ 3652306 h 5017219"/>
              <a:gd name="connsiteX49645" fmla="*/ 1224598 w 5799173"/>
              <a:gd name="connsiteY49645" fmla="*/ 3651644 h 5017219"/>
              <a:gd name="connsiteX49646" fmla="*/ 1215211 w 5799173"/>
              <a:gd name="connsiteY49646" fmla="*/ 3635442 h 5017219"/>
              <a:gd name="connsiteX49647" fmla="*/ 1215211 w 5799173"/>
              <a:gd name="connsiteY49647" fmla="*/ 3634112 h 5017219"/>
              <a:gd name="connsiteX49648" fmla="*/ 1224600 w 5799173"/>
              <a:gd name="connsiteY49648" fmla="*/ 3617907 h 5017219"/>
              <a:gd name="connsiteX49649" fmla="*/ 1225765 w 5799173"/>
              <a:gd name="connsiteY49649" fmla="*/ 3617239 h 5017219"/>
              <a:gd name="connsiteX49650" fmla="*/ 1244457 w 5799173"/>
              <a:gd name="connsiteY49650" fmla="*/ 3617241 h 5017219"/>
              <a:gd name="connsiteX49651" fmla="*/ 1245620 w 5799173"/>
              <a:gd name="connsiteY49651" fmla="*/ 3617907 h 5017219"/>
              <a:gd name="connsiteX49652" fmla="*/ 1255008 w 5799173"/>
              <a:gd name="connsiteY49652" fmla="*/ 3634106 h 5017219"/>
              <a:gd name="connsiteX49653" fmla="*/ 1255007 w 5799173"/>
              <a:gd name="connsiteY49653" fmla="*/ 3635437 h 5017219"/>
              <a:gd name="connsiteX49654" fmla="*/ 1245619 w 5799173"/>
              <a:gd name="connsiteY49654" fmla="*/ 3651641 h 5017219"/>
              <a:gd name="connsiteX49655" fmla="*/ 1244456 w 5799173"/>
              <a:gd name="connsiteY49655" fmla="*/ 3652305 h 5017219"/>
              <a:gd name="connsiteX49656" fmla="*/ 1045156 w 5799173"/>
              <a:gd name="connsiteY49656" fmla="*/ 3604102 h 5017219"/>
              <a:gd name="connsiteX49657" fmla="*/ 1043993 w 5799173"/>
              <a:gd name="connsiteY49657" fmla="*/ 3603439 h 5017219"/>
              <a:gd name="connsiteX49658" fmla="*/ 1034606 w 5799173"/>
              <a:gd name="connsiteY49658" fmla="*/ 3587237 h 5017219"/>
              <a:gd name="connsiteX49659" fmla="*/ 1034605 w 5799173"/>
              <a:gd name="connsiteY49659" fmla="*/ 3585909 h 5017219"/>
              <a:gd name="connsiteX49660" fmla="*/ 1043994 w 5799173"/>
              <a:gd name="connsiteY49660" fmla="*/ 3569705 h 5017219"/>
              <a:gd name="connsiteX49661" fmla="*/ 1045157 w 5799173"/>
              <a:gd name="connsiteY49661" fmla="*/ 3569041 h 5017219"/>
              <a:gd name="connsiteX49662" fmla="*/ 1063849 w 5799173"/>
              <a:gd name="connsiteY49662" fmla="*/ 3569045 h 5017219"/>
              <a:gd name="connsiteX49663" fmla="*/ 1065012 w 5799173"/>
              <a:gd name="connsiteY49663" fmla="*/ 3569710 h 5017219"/>
              <a:gd name="connsiteX49664" fmla="*/ 1074401 w 5799173"/>
              <a:gd name="connsiteY49664" fmla="*/ 3585905 h 5017219"/>
              <a:gd name="connsiteX49665" fmla="*/ 1074401 w 5799173"/>
              <a:gd name="connsiteY49665" fmla="*/ 3587236 h 5017219"/>
              <a:gd name="connsiteX49666" fmla="*/ 1065013 w 5799173"/>
              <a:gd name="connsiteY49666" fmla="*/ 3603437 h 5017219"/>
              <a:gd name="connsiteX49667" fmla="*/ 1063849 w 5799173"/>
              <a:gd name="connsiteY49667" fmla="*/ 3604104 h 5017219"/>
              <a:gd name="connsiteX49668" fmla="*/ 1165397 w 5799173"/>
              <a:gd name="connsiteY49668" fmla="*/ 3636566 h 5017219"/>
              <a:gd name="connsiteX49669" fmla="*/ 1164234 w 5799173"/>
              <a:gd name="connsiteY49669" fmla="*/ 3635900 h 5017219"/>
              <a:gd name="connsiteX49670" fmla="*/ 1154681 w 5799173"/>
              <a:gd name="connsiteY49670" fmla="*/ 3619368 h 5017219"/>
              <a:gd name="connsiteX49671" fmla="*/ 1154681 w 5799173"/>
              <a:gd name="connsiteY49671" fmla="*/ 3618036 h 5017219"/>
              <a:gd name="connsiteX49672" fmla="*/ 1164236 w 5799173"/>
              <a:gd name="connsiteY49672" fmla="*/ 3601500 h 5017219"/>
              <a:gd name="connsiteX49673" fmla="*/ 1165399 w 5799173"/>
              <a:gd name="connsiteY49673" fmla="*/ 3600836 h 5017219"/>
              <a:gd name="connsiteX49674" fmla="*/ 1184507 w 5799173"/>
              <a:gd name="connsiteY49674" fmla="*/ 3600835 h 5017219"/>
              <a:gd name="connsiteX49675" fmla="*/ 1185671 w 5799173"/>
              <a:gd name="connsiteY49675" fmla="*/ 3601497 h 5017219"/>
              <a:gd name="connsiteX49676" fmla="*/ 1195223 w 5799173"/>
              <a:gd name="connsiteY49676" fmla="*/ 3618038 h 5017219"/>
              <a:gd name="connsiteX49677" fmla="*/ 1195223 w 5799173"/>
              <a:gd name="connsiteY49677" fmla="*/ 3619365 h 5017219"/>
              <a:gd name="connsiteX49678" fmla="*/ 1185669 w 5799173"/>
              <a:gd name="connsiteY49678" fmla="*/ 3635898 h 5017219"/>
              <a:gd name="connsiteX49679" fmla="*/ 1184506 w 5799173"/>
              <a:gd name="connsiteY49679" fmla="*/ 3636564 h 5017219"/>
              <a:gd name="connsiteX49680" fmla="*/ 1406063 w 5799173"/>
              <a:gd name="connsiteY49680" fmla="*/ 3701134 h 5017219"/>
              <a:gd name="connsiteX49681" fmla="*/ 1404899 w 5799173"/>
              <a:gd name="connsiteY49681" fmla="*/ 3700475 h 5017219"/>
              <a:gd name="connsiteX49682" fmla="*/ 1395264 w 5799173"/>
              <a:gd name="connsiteY49682" fmla="*/ 3683853 h 5017219"/>
              <a:gd name="connsiteX49683" fmla="*/ 1395263 w 5799173"/>
              <a:gd name="connsiteY49683" fmla="*/ 3682525 h 5017219"/>
              <a:gd name="connsiteX49684" fmla="*/ 1404901 w 5799173"/>
              <a:gd name="connsiteY49684" fmla="*/ 3665907 h 5017219"/>
              <a:gd name="connsiteX49685" fmla="*/ 1406063 w 5799173"/>
              <a:gd name="connsiteY49685" fmla="*/ 3665246 h 5017219"/>
              <a:gd name="connsiteX49686" fmla="*/ 1425256 w 5799173"/>
              <a:gd name="connsiteY49686" fmla="*/ 3665239 h 5017219"/>
              <a:gd name="connsiteX49687" fmla="*/ 1426418 w 5799173"/>
              <a:gd name="connsiteY49687" fmla="*/ 3665906 h 5017219"/>
              <a:gd name="connsiteX49688" fmla="*/ 1436055 w 5799173"/>
              <a:gd name="connsiteY49688" fmla="*/ 3682527 h 5017219"/>
              <a:gd name="connsiteX49689" fmla="*/ 1436055 w 5799173"/>
              <a:gd name="connsiteY49689" fmla="*/ 3683854 h 5017219"/>
              <a:gd name="connsiteX49690" fmla="*/ 1426417 w 5799173"/>
              <a:gd name="connsiteY49690" fmla="*/ 3700471 h 5017219"/>
              <a:gd name="connsiteX49691" fmla="*/ 1425253 w 5799173"/>
              <a:gd name="connsiteY49691" fmla="*/ 3701138 h 5017219"/>
              <a:gd name="connsiteX49692" fmla="*/ 1345672 w 5799173"/>
              <a:gd name="connsiteY49692" fmla="*/ 3685619 h 5017219"/>
              <a:gd name="connsiteX49693" fmla="*/ 1344507 w 5799173"/>
              <a:gd name="connsiteY49693" fmla="*/ 3684955 h 5017219"/>
              <a:gd name="connsiteX49694" fmla="*/ 1334705 w 5799173"/>
              <a:gd name="connsiteY49694" fmla="*/ 3667920 h 5017219"/>
              <a:gd name="connsiteX49695" fmla="*/ 1334704 w 5799173"/>
              <a:gd name="connsiteY49695" fmla="*/ 3666512 h 5017219"/>
              <a:gd name="connsiteX49696" fmla="*/ 1344508 w 5799173"/>
              <a:gd name="connsiteY49696" fmla="*/ 3649478 h 5017219"/>
              <a:gd name="connsiteX49697" fmla="*/ 1345672 w 5799173"/>
              <a:gd name="connsiteY49697" fmla="*/ 3648812 h 5017219"/>
              <a:gd name="connsiteX49698" fmla="*/ 1365277 w 5799173"/>
              <a:gd name="connsiteY49698" fmla="*/ 3648817 h 5017219"/>
              <a:gd name="connsiteX49699" fmla="*/ 1366440 w 5799173"/>
              <a:gd name="connsiteY49699" fmla="*/ 3649480 h 5017219"/>
              <a:gd name="connsiteX49700" fmla="*/ 1376245 w 5799173"/>
              <a:gd name="connsiteY49700" fmla="*/ 3666510 h 5017219"/>
              <a:gd name="connsiteX49701" fmla="*/ 1376245 w 5799173"/>
              <a:gd name="connsiteY49701" fmla="*/ 3667922 h 5017219"/>
              <a:gd name="connsiteX49702" fmla="*/ 1366441 w 5799173"/>
              <a:gd name="connsiteY49702" fmla="*/ 3684953 h 5017219"/>
              <a:gd name="connsiteX49703" fmla="*/ 1365277 w 5799173"/>
              <a:gd name="connsiteY49703" fmla="*/ 3685620 h 5017219"/>
              <a:gd name="connsiteX49704" fmla="*/ 3271608 w 5799173"/>
              <a:gd name="connsiteY49704" fmla="*/ 4201679 h 5017219"/>
              <a:gd name="connsiteX49705" fmla="*/ 3270444 w 5799173"/>
              <a:gd name="connsiteY49705" fmla="*/ 4201015 h 5017219"/>
              <a:gd name="connsiteX49706" fmla="*/ 3260725 w 5799173"/>
              <a:gd name="connsiteY49706" fmla="*/ 4184065 h 5017219"/>
              <a:gd name="connsiteX49707" fmla="*/ 3260725 w 5799173"/>
              <a:gd name="connsiteY49707" fmla="*/ 4182655 h 5017219"/>
              <a:gd name="connsiteX49708" fmla="*/ 3270528 w 5799173"/>
              <a:gd name="connsiteY49708" fmla="*/ 4165705 h 5017219"/>
              <a:gd name="connsiteX49709" fmla="*/ 3271691 w 5799173"/>
              <a:gd name="connsiteY49709" fmla="*/ 4165041 h 5017219"/>
              <a:gd name="connsiteX49710" fmla="*/ 3291215 w 5799173"/>
              <a:gd name="connsiteY49710" fmla="*/ 4165042 h 5017219"/>
              <a:gd name="connsiteX49711" fmla="*/ 3292378 w 5799173"/>
              <a:gd name="connsiteY49711" fmla="*/ 4165706 h 5017219"/>
              <a:gd name="connsiteX49712" fmla="*/ 3302098 w 5799173"/>
              <a:gd name="connsiteY49712" fmla="*/ 4182654 h 5017219"/>
              <a:gd name="connsiteX49713" fmla="*/ 3302098 w 5799173"/>
              <a:gd name="connsiteY49713" fmla="*/ 4184066 h 5017219"/>
              <a:gd name="connsiteX49714" fmla="*/ 3292295 w 5799173"/>
              <a:gd name="connsiteY49714" fmla="*/ 4201015 h 5017219"/>
              <a:gd name="connsiteX49715" fmla="*/ 3291131 w 5799173"/>
              <a:gd name="connsiteY49715" fmla="*/ 4201679 h 5017219"/>
              <a:gd name="connsiteX49716" fmla="*/ 3692751 w 5799173"/>
              <a:gd name="connsiteY49716" fmla="*/ 4314819 h 5017219"/>
              <a:gd name="connsiteX49717" fmla="*/ 3691505 w 5799173"/>
              <a:gd name="connsiteY49717" fmla="*/ 4314070 h 5017219"/>
              <a:gd name="connsiteX49718" fmla="*/ 3681453 w 5799173"/>
              <a:gd name="connsiteY49718" fmla="*/ 4296621 h 5017219"/>
              <a:gd name="connsiteX49719" fmla="*/ 3681452 w 5799173"/>
              <a:gd name="connsiteY49719" fmla="*/ 4295212 h 5017219"/>
              <a:gd name="connsiteX49720" fmla="*/ 3691506 w 5799173"/>
              <a:gd name="connsiteY49720" fmla="*/ 4277761 h 5017219"/>
              <a:gd name="connsiteX49721" fmla="*/ 3692751 w 5799173"/>
              <a:gd name="connsiteY49721" fmla="*/ 4277016 h 5017219"/>
              <a:gd name="connsiteX49722" fmla="*/ 3712857 w 5799173"/>
              <a:gd name="connsiteY49722" fmla="*/ 4277014 h 5017219"/>
              <a:gd name="connsiteX49723" fmla="*/ 3714103 w 5799173"/>
              <a:gd name="connsiteY49723" fmla="*/ 4277762 h 5017219"/>
              <a:gd name="connsiteX49724" fmla="*/ 3724156 w 5799173"/>
              <a:gd name="connsiteY49724" fmla="*/ 4295208 h 5017219"/>
              <a:gd name="connsiteX49725" fmla="*/ 3724157 w 5799173"/>
              <a:gd name="connsiteY49725" fmla="*/ 4296618 h 5017219"/>
              <a:gd name="connsiteX49726" fmla="*/ 3714102 w 5799173"/>
              <a:gd name="connsiteY49726" fmla="*/ 4314069 h 5017219"/>
              <a:gd name="connsiteX49727" fmla="*/ 3712856 w 5799173"/>
              <a:gd name="connsiteY49727" fmla="*/ 4314820 h 5017219"/>
              <a:gd name="connsiteX49728" fmla="*/ 3632427 w 5799173"/>
              <a:gd name="connsiteY49728" fmla="*/ 4298752 h 5017219"/>
              <a:gd name="connsiteX49729" fmla="*/ 3631180 w 5799173"/>
              <a:gd name="connsiteY49729" fmla="*/ 4298006 h 5017219"/>
              <a:gd name="connsiteX49730" fmla="*/ 3621045 w 5799173"/>
              <a:gd name="connsiteY49730" fmla="*/ 4280391 h 5017219"/>
              <a:gd name="connsiteX49731" fmla="*/ 3621045 w 5799173"/>
              <a:gd name="connsiteY49731" fmla="*/ 4278977 h 5017219"/>
              <a:gd name="connsiteX49732" fmla="*/ 3631263 w 5799173"/>
              <a:gd name="connsiteY49732" fmla="*/ 4261369 h 5017219"/>
              <a:gd name="connsiteX49733" fmla="*/ 3632509 w 5799173"/>
              <a:gd name="connsiteY49733" fmla="*/ 4260620 h 5017219"/>
              <a:gd name="connsiteX49734" fmla="*/ 3652864 w 5799173"/>
              <a:gd name="connsiteY49734" fmla="*/ 4260616 h 5017219"/>
              <a:gd name="connsiteX49735" fmla="*/ 3654110 w 5799173"/>
              <a:gd name="connsiteY49735" fmla="*/ 4261369 h 5017219"/>
              <a:gd name="connsiteX49736" fmla="*/ 3664245 w 5799173"/>
              <a:gd name="connsiteY49736" fmla="*/ 4278980 h 5017219"/>
              <a:gd name="connsiteX49737" fmla="*/ 3664246 w 5799173"/>
              <a:gd name="connsiteY49737" fmla="*/ 4280390 h 5017219"/>
              <a:gd name="connsiteX49738" fmla="*/ 3654025 w 5799173"/>
              <a:gd name="connsiteY49738" fmla="*/ 4298008 h 5017219"/>
              <a:gd name="connsiteX49739" fmla="*/ 3652781 w 5799173"/>
              <a:gd name="connsiteY49739" fmla="*/ 4298749 h 5017219"/>
              <a:gd name="connsiteX49740" fmla="*/ 3391666 w 5799173"/>
              <a:gd name="connsiteY49740" fmla="*/ 4234532 h 5017219"/>
              <a:gd name="connsiteX49741" fmla="*/ 3390420 w 5799173"/>
              <a:gd name="connsiteY49741" fmla="*/ 4233784 h 5017219"/>
              <a:gd name="connsiteX49742" fmla="*/ 3380284 w 5799173"/>
              <a:gd name="connsiteY49742" fmla="*/ 4216255 h 5017219"/>
              <a:gd name="connsiteX49743" fmla="*/ 3380284 w 5799173"/>
              <a:gd name="connsiteY49743" fmla="*/ 4214842 h 5017219"/>
              <a:gd name="connsiteX49744" fmla="*/ 3390420 w 5799173"/>
              <a:gd name="connsiteY49744" fmla="*/ 4197311 h 5017219"/>
              <a:gd name="connsiteX49745" fmla="*/ 3391666 w 5799173"/>
              <a:gd name="connsiteY49745" fmla="*/ 4196563 h 5017219"/>
              <a:gd name="connsiteX49746" fmla="*/ 3411937 w 5799173"/>
              <a:gd name="connsiteY49746" fmla="*/ 4196566 h 5017219"/>
              <a:gd name="connsiteX49747" fmla="*/ 3413182 w 5799173"/>
              <a:gd name="connsiteY49747" fmla="*/ 4197315 h 5017219"/>
              <a:gd name="connsiteX49748" fmla="*/ 3423319 w 5799173"/>
              <a:gd name="connsiteY49748" fmla="*/ 4214841 h 5017219"/>
              <a:gd name="connsiteX49749" fmla="*/ 3423319 w 5799173"/>
              <a:gd name="connsiteY49749" fmla="*/ 4216254 h 5017219"/>
              <a:gd name="connsiteX49750" fmla="*/ 3413183 w 5799173"/>
              <a:gd name="connsiteY49750" fmla="*/ 4233784 h 5017219"/>
              <a:gd name="connsiteX49751" fmla="*/ 3411937 w 5799173"/>
              <a:gd name="connsiteY49751" fmla="*/ 4234533 h 5017219"/>
              <a:gd name="connsiteX49752" fmla="*/ 1706434 w 5799173"/>
              <a:gd name="connsiteY49752" fmla="*/ 3783044 h 5017219"/>
              <a:gd name="connsiteX49753" fmla="*/ 1705188 w 5799173"/>
              <a:gd name="connsiteY49753" fmla="*/ 3782297 h 5017219"/>
              <a:gd name="connsiteX49754" fmla="*/ 1695052 w 5799173"/>
              <a:gd name="connsiteY49754" fmla="*/ 3764767 h 5017219"/>
              <a:gd name="connsiteX49755" fmla="*/ 1695053 w 5799173"/>
              <a:gd name="connsiteY49755" fmla="*/ 3763353 h 5017219"/>
              <a:gd name="connsiteX49756" fmla="*/ 1705188 w 5799173"/>
              <a:gd name="connsiteY49756" fmla="*/ 3745826 h 5017219"/>
              <a:gd name="connsiteX49757" fmla="*/ 1706435 w 5799173"/>
              <a:gd name="connsiteY49757" fmla="*/ 3745076 h 5017219"/>
              <a:gd name="connsiteX49758" fmla="*/ 1726706 w 5799173"/>
              <a:gd name="connsiteY49758" fmla="*/ 3745077 h 5017219"/>
              <a:gd name="connsiteX49759" fmla="*/ 1727952 w 5799173"/>
              <a:gd name="connsiteY49759" fmla="*/ 3745824 h 5017219"/>
              <a:gd name="connsiteX49760" fmla="*/ 1738088 w 5799173"/>
              <a:gd name="connsiteY49760" fmla="*/ 3763353 h 5017219"/>
              <a:gd name="connsiteX49761" fmla="*/ 1738088 w 5799173"/>
              <a:gd name="connsiteY49761" fmla="*/ 3764766 h 5017219"/>
              <a:gd name="connsiteX49762" fmla="*/ 1727951 w 5799173"/>
              <a:gd name="connsiteY49762" fmla="*/ 3782297 h 5017219"/>
              <a:gd name="connsiteX49763" fmla="*/ 1726705 w 5799173"/>
              <a:gd name="connsiteY49763" fmla="*/ 3783045 h 5017219"/>
              <a:gd name="connsiteX49764" fmla="*/ 3572126 w 5799173"/>
              <a:gd name="connsiteY49764" fmla="*/ 4283039 h 5017219"/>
              <a:gd name="connsiteX49765" fmla="*/ 3570881 w 5799173"/>
              <a:gd name="connsiteY49765" fmla="*/ 4282289 h 5017219"/>
              <a:gd name="connsiteX49766" fmla="*/ 3560579 w 5799173"/>
              <a:gd name="connsiteY49766" fmla="*/ 4264426 h 5017219"/>
              <a:gd name="connsiteX49767" fmla="*/ 3560579 w 5799173"/>
              <a:gd name="connsiteY49767" fmla="*/ 4262931 h 5017219"/>
              <a:gd name="connsiteX49768" fmla="*/ 3570882 w 5799173"/>
              <a:gd name="connsiteY49768" fmla="*/ 4245066 h 5017219"/>
              <a:gd name="connsiteX49769" fmla="*/ 3572128 w 5799173"/>
              <a:gd name="connsiteY49769" fmla="*/ 4244317 h 5017219"/>
              <a:gd name="connsiteX49770" fmla="*/ 3592814 w 5799173"/>
              <a:gd name="connsiteY49770" fmla="*/ 4244320 h 5017219"/>
              <a:gd name="connsiteX49771" fmla="*/ 3594060 w 5799173"/>
              <a:gd name="connsiteY49771" fmla="*/ 4245069 h 5017219"/>
              <a:gd name="connsiteX49772" fmla="*/ 3604361 w 5799173"/>
              <a:gd name="connsiteY49772" fmla="*/ 4262933 h 5017219"/>
              <a:gd name="connsiteX49773" fmla="*/ 3604362 w 5799173"/>
              <a:gd name="connsiteY49773" fmla="*/ 4264424 h 5017219"/>
              <a:gd name="connsiteX49774" fmla="*/ 3594059 w 5799173"/>
              <a:gd name="connsiteY49774" fmla="*/ 4282292 h 5017219"/>
              <a:gd name="connsiteX49775" fmla="*/ 3592814 w 5799173"/>
              <a:gd name="connsiteY49775" fmla="*/ 4283037 h 5017219"/>
              <a:gd name="connsiteX49776" fmla="*/ 3752693 w 5799173"/>
              <a:gd name="connsiteY49776" fmla="*/ 4331486 h 5017219"/>
              <a:gd name="connsiteX49777" fmla="*/ 3751447 w 5799173"/>
              <a:gd name="connsiteY49777" fmla="*/ 4330736 h 5017219"/>
              <a:gd name="connsiteX49778" fmla="*/ 3741229 w 5799173"/>
              <a:gd name="connsiteY49778" fmla="*/ 4313039 h 5017219"/>
              <a:gd name="connsiteX49779" fmla="*/ 3741229 w 5799173"/>
              <a:gd name="connsiteY49779" fmla="*/ 4311628 h 5017219"/>
              <a:gd name="connsiteX49780" fmla="*/ 3751448 w 5799173"/>
              <a:gd name="connsiteY49780" fmla="*/ 4293931 h 5017219"/>
              <a:gd name="connsiteX49781" fmla="*/ 3752694 w 5799173"/>
              <a:gd name="connsiteY49781" fmla="*/ 4293182 h 5017219"/>
              <a:gd name="connsiteX49782" fmla="*/ 3773131 w 5799173"/>
              <a:gd name="connsiteY49782" fmla="*/ 4293184 h 5017219"/>
              <a:gd name="connsiteX49783" fmla="*/ 3774377 w 5799173"/>
              <a:gd name="connsiteY49783" fmla="*/ 4293934 h 5017219"/>
              <a:gd name="connsiteX49784" fmla="*/ 3784596 w 5799173"/>
              <a:gd name="connsiteY49784" fmla="*/ 4311627 h 5017219"/>
              <a:gd name="connsiteX49785" fmla="*/ 3784596 w 5799173"/>
              <a:gd name="connsiteY49785" fmla="*/ 4313039 h 5017219"/>
              <a:gd name="connsiteX49786" fmla="*/ 3774377 w 5799173"/>
              <a:gd name="connsiteY49786" fmla="*/ 4330737 h 5017219"/>
              <a:gd name="connsiteX49787" fmla="*/ 3773130 w 5799173"/>
              <a:gd name="connsiteY49787" fmla="*/ 4331486 h 5017219"/>
              <a:gd name="connsiteX49788" fmla="*/ 3511910 w 5799173"/>
              <a:gd name="connsiteY49788" fmla="*/ 4267021 h 5017219"/>
              <a:gd name="connsiteX49789" fmla="*/ 3510665 w 5799173"/>
              <a:gd name="connsiteY49789" fmla="*/ 4266271 h 5017219"/>
              <a:gd name="connsiteX49790" fmla="*/ 3500362 w 5799173"/>
              <a:gd name="connsiteY49790" fmla="*/ 4248411 h 5017219"/>
              <a:gd name="connsiteX49791" fmla="*/ 3500363 w 5799173"/>
              <a:gd name="connsiteY49791" fmla="*/ 4246911 h 5017219"/>
              <a:gd name="connsiteX49792" fmla="*/ 3510666 w 5799173"/>
              <a:gd name="connsiteY49792" fmla="*/ 4229046 h 5017219"/>
              <a:gd name="connsiteX49793" fmla="*/ 3511912 w 5799173"/>
              <a:gd name="connsiteY49793" fmla="*/ 4228301 h 5017219"/>
              <a:gd name="connsiteX49794" fmla="*/ 3532598 w 5799173"/>
              <a:gd name="connsiteY49794" fmla="*/ 4228302 h 5017219"/>
              <a:gd name="connsiteX49795" fmla="*/ 3533845 w 5799173"/>
              <a:gd name="connsiteY49795" fmla="*/ 4229047 h 5017219"/>
              <a:gd name="connsiteX49796" fmla="*/ 3544147 w 5799173"/>
              <a:gd name="connsiteY49796" fmla="*/ 4246910 h 5017219"/>
              <a:gd name="connsiteX49797" fmla="*/ 3544146 w 5799173"/>
              <a:gd name="connsiteY49797" fmla="*/ 4248407 h 5017219"/>
              <a:gd name="connsiteX49798" fmla="*/ 3533842 w 5799173"/>
              <a:gd name="connsiteY49798" fmla="*/ 4266275 h 5017219"/>
              <a:gd name="connsiteX49799" fmla="*/ 3532598 w 5799173"/>
              <a:gd name="connsiteY49799" fmla="*/ 4267021 h 5017219"/>
              <a:gd name="connsiteX49800" fmla="*/ 2007267 w 5799173"/>
              <a:gd name="connsiteY49800" fmla="*/ 3863901 h 5017219"/>
              <a:gd name="connsiteX49801" fmla="*/ 2006021 w 5799173"/>
              <a:gd name="connsiteY49801" fmla="*/ 3863153 h 5017219"/>
              <a:gd name="connsiteX49802" fmla="*/ 1995802 w 5799173"/>
              <a:gd name="connsiteY49802" fmla="*/ 3845457 h 5017219"/>
              <a:gd name="connsiteX49803" fmla="*/ 1995802 w 5799173"/>
              <a:gd name="connsiteY49803" fmla="*/ 3844045 h 5017219"/>
              <a:gd name="connsiteX49804" fmla="*/ 2006021 w 5799173"/>
              <a:gd name="connsiteY49804" fmla="*/ 3826347 h 5017219"/>
              <a:gd name="connsiteX49805" fmla="*/ 2007267 w 5799173"/>
              <a:gd name="connsiteY49805" fmla="*/ 3825601 h 5017219"/>
              <a:gd name="connsiteX49806" fmla="*/ 2027704 w 5799173"/>
              <a:gd name="connsiteY49806" fmla="*/ 3825602 h 5017219"/>
              <a:gd name="connsiteX49807" fmla="*/ 2028950 w 5799173"/>
              <a:gd name="connsiteY49807" fmla="*/ 3826351 h 5017219"/>
              <a:gd name="connsiteX49808" fmla="*/ 2039169 w 5799173"/>
              <a:gd name="connsiteY49808" fmla="*/ 3844045 h 5017219"/>
              <a:gd name="connsiteX49809" fmla="*/ 2039169 w 5799173"/>
              <a:gd name="connsiteY49809" fmla="*/ 3845457 h 5017219"/>
              <a:gd name="connsiteX49810" fmla="*/ 2028950 w 5799173"/>
              <a:gd name="connsiteY49810" fmla="*/ 3863154 h 5017219"/>
              <a:gd name="connsiteX49811" fmla="*/ 2027704 w 5799173"/>
              <a:gd name="connsiteY49811" fmla="*/ 3863901 h 5017219"/>
              <a:gd name="connsiteX49812" fmla="*/ 4113702 w 5799173"/>
              <a:gd name="connsiteY49812" fmla="*/ 4428320 h 5017219"/>
              <a:gd name="connsiteX49813" fmla="*/ 4112457 w 5799173"/>
              <a:gd name="connsiteY49813" fmla="*/ 4427571 h 5017219"/>
              <a:gd name="connsiteX49814" fmla="*/ 4102072 w 5799173"/>
              <a:gd name="connsiteY49814" fmla="*/ 4409624 h 5017219"/>
              <a:gd name="connsiteX49815" fmla="*/ 4102072 w 5799173"/>
              <a:gd name="connsiteY49815" fmla="*/ 4408131 h 5017219"/>
              <a:gd name="connsiteX49816" fmla="*/ 4112459 w 5799173"/>
              <a:gd name="connsiteY49816" fmla="*/ 4390179 h 5017219"/>
              <a:gd name="connsiteX49817" fmla="*/ 4113704 w 5799173"/>
              <a:gd name="connsiteY49817" fmla="*/ 4389434 h 5017219"/>
              <a:gd name="connsiteX49818" fmla="*/ 4134473 w 5799173"/>
              <a:gd name="connsiteY49818" fmla="*/ 4389436 h 5017219"/>
              <a:gd name="connsiteX49819" fmla="*/ 4135720 w 5799173"/>
              <a:gd name="connsiteY49819" fmla="*/ 4390183 h 5017219"/>
              <a:gd name="connsiteX49820" fmla="*/ 4146104 w 5799173"/>
              <a:gd name="connsiteY49820" fmla="*/ 4408129 h 5017219"/>
              <a:gd name="connsiteX49821" fmla="*/ 4146105 w 5799173"/>
              <a:gd name="connsiteY49821" fmla="*/ 4409622 h 5017219"/>
              <a:gd name="connsiteX49822" fmla="*/ 4135718 w 5799173"/>
              <a:gd name="connsiteY49822" fmla="*/ 4427573 h 5017219"/>
              <a:gd name="connsiteX49823" fmla="*/ 4134472 w 5799173"/>
              <a:gd name="connsiteY49823" fmla="*/ 4428321 h 5017219"/>
              <a:gd name="connsiteX49824" fmla="*/ 4053404 w 5799173"/>
              <a:gd name="connsiteY49824" fmla="*/ 4412319 h 5017219"/>
              <a:gd name="connsiteX49825" fmla="*/ 4052158 w 5799173"/>
              <a:gd name="connsiteY49825" fmla="*/ 4411570 h 5017219"/>
              <a:gd name="connsiteX49826" fmla="*/ 4041608 w 5799173"/>
              <a:gd name="connsiteY49826" fmla="*/ 4393288 h 5017219"/>
              <a:gd name="connsiteX49827" fmla="*/ 4041608 w 5799173"/>
              <a:gd name="connsiteY49827" fmla="*/ 4391792 h 5017219"/>
              <a:gd name="connsiteX49828" fmla="*/ 4052158 w 5799173"/>
              <a:gd name="connsiteY49828" fmla="*/ 4373518 h 5017219"/>
              <a:gd name="connsiteX49829" fmla="*/ 4053404 w 5799173"/>
              <a:gd name="connsiteY49829" fmla="*/ 4372772 h 5017219"/>
              <a:gd name="connsiteX49830" fmla="*/ 4074423 w 5799173"/>
              <a:gd name="connsiteY49830" fmla="*/ 4372770 h 5017219"/>
              <a:gd name="connsiteX49831" fmla="*/ 4075669 w 5799173"/>
              <a:gd name="connsiteY49831" fmla="*/ 4373519 h 5017219"/>
              <a:gd name="connsiteX49832" fmla="*/ 4086219 w 5799173"/>
              <a:gd name="connsiteY49832" fmla="*/ 4391799 h 5017219"/>
              <a:gd name="connsiteX49833" fmla="*/ 4086220 w 5799173"/>
              <a:gd name="connsiteY49833" fmla="*/ 4393292 h 5017219"/>
              <a:gd name="connsiteX49834" fmla="*/ 4075670 w 5799173"/>
              <a:gd name="connsiteY49834" fmla="*/ 4411566 h 5017219"/>
              <a:gd name="connsiteX49835" fmla="*/ 4074422 w 5799173"/>
              <a:gd name="connsiteY49835" fmla="*/ 4412319 h 5017219"/>
              <a:gd name="connsiteX49836" fmla="*/ 3872873 w 5799173"/>
              <a:gd name="connsiteY49836" fmla="*/ 4363982 h 5017219"/>
              <a:gd name="connsiteX49837" fmla="*/ 3871627 w 5799173"/>
              <a:gd name="connsiteY49837" fmla="*/ 4363237 h 5017219"/>
              <a:gd name="connsiteX49838" fmla="*/ 3861159 w 5799173"/>
              <a:gd name="connsiteY49838" fmla="*/ 4345125 h 5017219"/>
              <a:gd name="connsiteX49839" fmla="*/ 3861158 w 5799173"/>
              <a:gd name="connsiteY49839" fmla="*/ 4343632 h 5017219"/>
              <a:gd name="connsiteX49840" fmla="*/ 3871628 w 5799173"/>
              <a:gd name="connsiteY49840" fmla="*/ 4325512 h 5017219"/>
              <a:gd name="connsiteX49841" fmla="*/ 3872874 w 5799173"/>
              <a:gd name="connsiteY49841" fmla="*/ 4324764 h 5017219"/>
              <a:gd name="connsiteX49842" fmla="*/ 3893809 w 5799173"/>
              <a:gd name="connsiteY49842" fmla="*/ 4324768 h 5017219"/>
              <a:gd name="connsiteX49843" fmla="*/ 3895056 w 5799173"/>
              <a:gd name="connsiteY49843" fmla="*/ 4325513 h 5017219"/>
              <a:gd name="connsiteX49844" fmla="*/ 3905523 w 5799173"/>
              <a:gd name="connsiteY49844" fmla="*/ 4343628 h 5017219"/>
              <a:gd name="connsiteX49845" fmla="*/ 3905524 w 5799173"/>
              <a:gd name="connsiteY49845" fmla="*/ 4345120 h 5017219"/>
              <a:gd name="connsiteX49846" fmla="*/ 3895054 w 5799173"/>
              <a:gd name="connsiteY49846" fmla="*/ 4363237 h 5017219"/>
              <a:gd name="connsiteX49847" fmla="*/ 3893807 w 5799173"/>
              <a:gd name="connsiteY49847" fmla="*/ 4363989 h 5017219"/>
              <a:gd name="connsiteX49848" fmla="*/ 2247799 w 5799173"/>
              <a:gd name="connsiteY49848" fmla="*/ 3928579 h 5017219"/>
              <a:gd name="connsiteX49849" fmla="*/ 2246553 w 5799173"/>
              <a:gd name="connsiteY49849" fmla="*/ 3927830 h 5017219"/>
              <a:gd name="connsiteX49850" fmla="*/ 2236004 w 5799173"/>
              <a:gd name="connsiteY49850" fmla="*/ 3909547 h 5017219"/>
              <a:gd name="connsiteX49851" fmla="*/ 2236003 w 5799173"/>
              <a:gd name="connsiteY49851" fmla="*/ 3908053 h 5017219"/>
              <a:gd name="connsiteX49852" fmla="*/ 2246553 w 5799173"/>
              <a:gd name="connsiteY49852" fmla="*/ 3889780 h 5017219"/>
              <a:gd name="connsiteX49853" fmla="*/ 2247801 w 5799173"/>
              <a:gd name="connsiteY49853" fmla="*/ 3889026 h 5017219"/>
              <a:gd name="connsiteX49854" fmla="*/ 2268819 w 5799173"/>
              <a:gd name="connsiteY49854" fmla="*/ 3889029 h 5017219"/>
              <a:gd name="connsiteX49855" fmla="*/ 2270065 w 5799173"/>
              <a:gd name="connsiteY49855" fmla="*/ 3889776 h 5017219"/>
              <a:gd name="connsiteX49856" fmla="*/ 2280616 w 5799173"/>
              <a:gd name="connsiteY49856" fmla="*/ 3908057 h 5017219"/>
              <a:gd name="connsiteX49857" fmla="*/ 2280616 w 5799173"/>
              <a:gd name="connsiteY49857" fmla="*/ 3909549 h 5017219"/>
              <a:gd name="connsiteX49858" fmla="*/ 2270064 w 5799173"/>
              <a:gd name="connsiteY49858" fmla="*/ 3927830 h 5017219"/>
              <a:gd name="connsiteX49859" fmla="*/ 2268817 w 5799173"/>
              <a:gd name="connsiteY49859" fmla="*/ 3928582 h 5017219"/>
              <a:gd name="connsiteX49860" fmla="*/ 3331163 w 5799173"/>
              <a:gd name="connsiteY49860" fmla="*/ 4218880 h 5017219"/>
              <a:gd name="connsiteX49861" fmla="*/ 3329917 w 5799173"/>
              <a:gd name="connsiteY49861" fmla="*/ 4218136 h 5017219"/>
              <a:gd name="connsiteX49862" fmla="*/ 3319532 w 5799173"/>
              <a:gd name="connsiteY49862" fmla="*/ 4200105 h 5017219"/>
              <a:gd name="connsiteX49863" fmla="*/ 3319532 w 5799173"/>
              <a:gd name="connsiteY49863" fmla="*/ 4198612 h 5017219"/>
              <a:gd name="connsiteX49864" fmla="*/ 3330002 w 5799173"/>
              <a:gd name="connsiteY49864" fmla="*/ 4180577 h 5017219"/>
              <a:gd name="connsiteX49865" fmla="*/ 3331247 w 5799173"/>
              <a:gd name="connsiteY49865" fmla="*/ 4179830 h 5017219"/>
              <a:gd name="connsiteX49866" fmla="*/ 3352099 w 5799173"/>
              <a:gd name="connsiteY49866" fmla="*/ 4179835 h 5017219"/>
              <a:gd name="connsiteX49867" fmla="*/ 3353345 w 5799173"/>
              <a:gd name="connsiteY49867" fmla="*/ 4180581 h 5017219"/>
              <a:gd name="connsiteX49868" fmla="*/ 3363731 w 5799173"/>
              <a:gd name="connsiteY49868" fmla="*/ 4198608 h 5017219"/>
              <a:gd name="connsiteX49869" fmla="*/ 3363730 w 5799173"/>
              <a:gd name="connsiteY49869" fmla="*/ 4200105 h 5017219"/>
              <a:gd name="connsiteX49870" fmla="*/ 3353262 w 5799173"/>
              <a:gd name="connsiteY49870" fmla="*/ 4218135 h 5017219"/>
              <a:gd name="connsiteX49871" fmla="*/ 3352016 w 5799173"/>
              <a:gd name="connsiteY49871" fmla="*/ 4218882 h 5017219"/>
              <a:gd name="connsiteX49872" fmla="*/ 3993186 w 5799173"/>
              <a:gd name="connsiteY49872" fmla="*/ 4396374 h 5017219"/>
              <a:gd name="connsiteX49873" fmla="*/ 3991940 w 5799173"/>
              <a:gd name="connsiteY49873" fmla="*/ 4395628 h 5017219"/>
              <a:gd name="connsiteX49874" fmla="*/ 3981555 w 5799173"/>
              <a:gd name="connsiteY49874" fmla="*/ 4377598 h 5017219"/>
              <a:gd name="connsiteX49875" fmla="*/ 3981555 w 5799173"/>
              <a:gd name="connsiteY49875" fmla="*/ 4376103 h 5017219"/>
              <a:gd name="connsiteX49876" fmla="*/ 3992024 w 5799173"/>
              <a:gd name="connsiteY49876" fmla="*/ 4358073 h 5017219"/>
              <a:gd name="connsiteX49877" fmla="*/ 3993270 w 5799173"/>
              <a:gd name="connsiteY49877" fmla="*/ 4357326 h 5017219"/>
              <a:gd name="connsiteX49878" fmla="*/ 4014122 w 5799173"/>
              <a:gd name="connsiteY49878" fmla="*/ 4357328 h 5017219"/>
              <a:gd name="connsiteX49879" fmla="*/ 4015368 w 5799173"/>
              <a:gd name="connsiteY49879" fmla="*/ 4358075 h 5017219"/>
              <a:gd name="connsiteX49880" fmla="*/ 4025754 w 5799173"/>
              <a:gd name="connsiteY49880" fmla="*/ 4376102 h 5017219"/>
              <a:gd name="connsiteX49881" fmla="*/ 4025754 w 5799173"/>
              <a:gd name="connsiteY49881" fmla="*/ 4377597 h 5017219"/>
              <a:gd name="connsiteX49882" fmla="*/ 4015285 w 5799173"/>
              <a:gd name="connsiteY49882" fmla="*/ 4395627 h 5017219"/>
              <a:gd name="connsiteX49883" fmla="*/ 4014039 w 5799173"/>
              <a:gd name="connsiteY49883" fmla="*/ 4396375 h 5017219"/>
              <a:gd name="connsiteX49884" fmla="*/ 1766273 w 5799173"/>
              <a:gd name="connsiteY49884" fmla="*/ 3799699 h 5017219"/>
              <a:gd name="connsiteX49885" fmla="*/ 1765027 w 5799173"/>
              <a:gd name="connsiteY49885" fmla="*/ 3798951 h 5017219"/>
              <a:gd name="connsiteX49886" fmla="*/ 1754477 w 5799173"/>
              <a:gd name="connsiteY49886" fmla="*/ 3780670 h 5017219"/>
              <a:gd name="connsiteX49887" fmla="*/ 1754476 w 5799173"/>
              <a:gd name="connsiteY49887" fmla="*/ 3779177 h 5017219"/>
              <a:gd name="connsiteX49888" fmla="*/ 1765029 w 5799173"/>
              <a:gd name="connsiteY49888" fmla="*/ 3760895 h 5017219"/>
              <a:gd name="connsiteX49889" fmla="*/ 1766274 w 5799173"/>
              <a:gd name="connsiteY49889" fmla="*/ 3760149 h 5017219"/>
              <a:gd name="connsiteX49890" fmla="*/ 1787293 w 5799173"/>
              <a:gd name="connsiteY49890" fmla="*/ 3760150 h 5017219"/>
              <a:gd name="connsiteX49891" fmla="*/ 1788539 w 5799173"/>
              <a:gd name="connsiteY49891" fmla="*/ 3760899 h 5017219"/>
              <a:gd name="connsiteX49892" fmla="*/ 1799091 w 5799173"/>
              <a:gd name="connsiteY49892" fmla="*/ 3779176 h 5017219"/>
              <a:gd name="connsiteX49893" fmla="*/ 1799091 w 5799173"/>
              <a:gd name="connsiteY49893" fmla="*/ 3780670 h 5017219"/>
              <a:gd name="connsiteX49894" fmla="*/ 1788538 w 5799173"/>
              <a:gd name="connsiteY49894" fmla="*/ 3798950 h 5017219"/>
              <a:gd name="connsiteX49895" fmla="*/ 1787292 w 5799173"/>
              <a:gd name="connsiteY49895" fmla="*/ 3799697 h 5017219"/>
              <a:gd name="connsiteX49896" fmla="*/ 2187584 w 5799173"/>
              <a:gd name="connsiteY49896" fmla="*/ 3912622 h 5017219"/>
              <a:gd name="connsiteX49897" fmla="*/ 2186338 w 5799173"/>
              <a:gd name="connsiteY49897" fmla="*/ 3911875 h 5017219"/>
              <a:gd name="connsiteX49898" fmla="*/ 2175953 w 5799173"/>
              <a:gd name="connsiteY49898" fmla="*/ 3893845 h 5017219"/>
              <a:gd name="connsiteX49899" fmla="*/ 2175953 w 5799173"/>
              <a:gd name="connsiteY49899" fmla="*/ 3892351 h 5017219"/>
              <a:gd name="connsiteX49900" fmla="*/ 2186422 w 5799173"/>
              <a:gd name="connsiteY49900" fmla="*/ 3874321 h 5017219"/>
              <a:gd name="connsiteX49901" fmla="*/ 2187667 w 5799173"/>
              <a:gd name="connsiteY49901" fmla="*/ 3873575 h 5017219"/>
              <a:gd name="connsiteX49902" fmla="*/ 2208521 w 5799173"/>
              <a:gd name="connsiteY49902" fmla="*/ 3873574 h 5017219"/>
              <a:gd name="connsiteX49903" fmla="*/ 2209766 w 5799173"/>
              <a:gd name="connsiteY49903" fmla="*/ 3874323 h 5017219"/>
              <a:gd name="connsiteX49904" fmla="*/ 2220151 w 5799173"/>
              <a:gd name="connsiteY49904" fmla="*/ 3892351 h 5017219"/>
              <a:gd name="connsiteX49905" fmla="*/ 2220152 w 5799173"/>
              <a:gd name="connsiteY49905" fmla="*/ 3893845 h 5017219"/>
              <a:gd name="connsiteX49906" fmla="*/ 2209683 w 5799173"/>
              <a:gd name="connsiteY49906" fmla="*/ 3911874 h 5017219"/>
              <a:gd name="connsiteX49907" fmla="*/ 2208437 w 5799173"/>
              <a:gd name="connsiteY49907" fmla="*/ 3912622 h 5017219"/>
              <a:gd name="connsiteX49908" fmla="*/ 3451431 w 5799173"/>
              <a:gd name="connsiteY49908" fmla="*/ 4251327 h 5017219"/>
              <a:gd name="connsiteX49909" fmla="*/ 3450101 w 5799173"/>
              <a:gd name="connsiteY49909" fmla="*/ 4250581 h 5017219"/>
              <a:gd name="connsiteX49910" fmla="*/ 3439468 w 5799173"/>
              <a:gd name="connsiteY49910" fmla="*/ 4232133 h 5017219"/>
              <a:gd name="connsiteX49911" fmla="*/ 3439468 w 5799173"/>
              <a:gd name="connsiteY49911" fmla="*/ 4230640 h 5017219"/>
              <a:gd name="connsiteX49912" fmla="*/ 3450102 w 5799173"/>
              <a:gd name="connsiteY49912" fmla="*/ 4212197 h 5017219"/>
              <a:gd name="connsiteX49913" fmla="*/ 3451432 w 5799173"/>
              <a:gd name="connsiteY49913" fmla="*/ 4211445 h 5017219"/>
              <a:gd name="connsiteX49914" fmla="*/ 3472700 w 5799173"/>
              <a:gd name="connsiteY49914" fmla="*/ 4211448 h 5017219"/>
              <a:gd name="connsiteX49915" fmla="*/ 3474029 w 5799173"/>
              <a:gd name="connsiteY49915" fmla="*/ 4212195 h 5017219"/>
              <a:gd name="connsiteX49916" fmla="*/ 3484663 w 5799173"/>
              <a:gd name="connsiteY49916" fmla="*/ 4230639 h 5017219"/>
              <a:gd name="connsiteX49917" fmla="*/ 3484663 w 5799173"/>
              <a:gd name="connsiteY49917" fmla="*/ 4232134 h 5017219"/>
              <a:gd name="connsiteX49918" fmla="*/ 3474028 w 5799173"/>
              <a:gd name="connsiteY49918" fmla="*/ 4250583 h 5017219"/>
              <a:gd name="connsiteX49919" fmla="*/ 3472698 w 5799173"/>
              <a:gd name="connsiteY49919" fmla="*/ 4251334 h 5017219"/>
              <a:gd name="connsiteX49920" fmla="*/ 1946840 w 5799173"/>
              <a:gd name="connsiteY49920" fmla="*/ 3848195 h 5017219"/>
              <a:gd name="connsiteX49921" fmla="*/ 1945595 w 5799173"/>
              <a:gd name="connsiteY49921" fmla="*/ 3847448 h 5017219"/>
              <a:gd name="connsiteX49922" fmla="*/ 1935127 w 5799173"/>
              <a:gd name="connsiteY49922" fmla="*/ 3829336 h 5017219"/>
              <a:gd name="connsiteX49923" fmla="*/ 1935127 w 5799173"/>
              <a:gd name="connsiteY49923" fmla="*/ 3827840 h 5017219"/>
              <a:gd name="connsiteX49924" fmla="*/ 1945595 w 5799173"/>
              <a:gd name="connsiteY49924" fmla="*/ 3809728 h 5017219"/>
              <a:gd name="connsiteX49925" fmla="*/ 1946840 w 5799173"/>
              <a:gd name="connsiteY49925" fmla="*/ 3808982 h 5017219"/>
              <a:gd name="connsiteX49926" fmla="*/ 1967776 w 5799173"/>
              <a:gd name="connsiteY49926" fmla="*/ 3808984 h 5017219"/>
              <a:gd name="connsiteX49927" fmla="*/ 1969022 w 5799173"/>
              <a:gd name="connsiteY49927" fmla="*/ 3809731 h 5017219"/>
              <a:gd name="connsiteX49928" fmla="*/ 1979490 w 5799173"/>
              <a:gd name="connsiteY49928" fmla="*/ 3827840 h 5017219"/>
              <a:gd name="connsiteX49929" fmla="*/ 1979490 w 5799173"/>
              <a:gd name="connsiteY49929" fmla="*/ 3829336 h 5017219"/>
              <a:gd name="connsiteX49930" fmla="*/ 1969022 w 5799173"/>
              <a:gd name="connsiteY49930" fmla="*/ 3847449 h 5017219"/>
              <a:gd name="connsiteX49931" fmla="*/ 1967777 w 5799173"/>
              <a:gd name="connsiteY49931" fmla="*/ 3848194 h 5017219"/>
              <a:gd name="connsiteX49932" fmla="*/ 3932973 w 5799173"/>
              <a:gd name="connsiteY49932" fmla="*/ 4380428 h 5017219"/>
              <a:gd name="connsiteX49933" fmla="*/ 3931727 w 5799173"/>
              <a:gd name="connsiteY49933" fmla="*/ 4379681 h 5017219"/>
              <a:gd name="connsiteX49934" fmla="*/ 3921260 w 5799173"/>
              <a:gd name="connsiteY49934" fmla="*/ 4361568 h 5017219"/>
              <a:gd name="connsiteX49935" fmla="*/ 3921260 w 5799173"/>
              <a:gd name="connsiteY49935" fmla="*/ 4360074 h 5017219"/>
              <a:gd name="connsiteX49936" fmla="*/ 3931727 w 5799173"/>
              <a:gd name="connsiteY49936" fmla="*/ 4341962 h 5017219"/>
              <a:gd name="connsiteX49937" fmla="*/ 3932973 w 5799173"/>
              <a:gd name="connsiteY49937" fmla="*/ 4341214 h 5017219"/>
              <a:gd name="connsiteX49938" fmla="*/ 3953909 w 5799173"/>
              <a:gd name="connsiteY49938" fmla="*/ 4341215 h 5017219"/>
              <a:gd name="connsiteX49939" fmla="*/ 3955155 w 5799173"/>
              <a:gd name="connsiteY49939" fmla="*/ 4341963 h 5017219"/>
              <a:gd name="connsiteX49940" fmla="*/ 3965623 w 5799173"/>
              <a:gd name="connsiteY49940" fmla="*/ 4360073 h 5017219"/>
              <a:gd name="connsiteX49941" fmla="*/ 3965623 w 5799173"/>
              <a:gd name="connsiteY49941" fmla="*/ 4361569 h 5017219"/>
              <a:gd name="connsiteX49942" fmla="*/ 3955155 w 5799173"/>
              <a:gd name="connsiteY49942" fmla="*/ 4379680 h 5017219"/>
              <a:gd name="connsiteX49943" fmla="*/ 3953910 w 5799173"/>
              <a:gd name="connsiteY49943" fmla="*/ 4380427 h 5017219"/>
              <a:gd name="connsiteX49944" fmla="*/ 2127371 w 5799173"/>
              <a:gd name="connsiteY49944" fmla="*/ 3896626 h 5017219"/>
              <a:gd name="connsiteX49945" fmla="*/ 2126042 w 5799173"/>
              <a:gd name="connsiteY49945" fmla="*/ 3895877 h 5017219"/>
              <a:gd name="connsiteX49946" fmla="*/ 2115491 w 5799173"/>
              <a:gd name="connsiteY49946" fmla="*/ 3877517 h 5017219"/>
              <a:gd name="connsiteX49947" fmla="*/ 2115492 w 5799173"/>
              <a:gd name="connsiteY49947" fmla="*/ 3876020 h 5017219"/>
              <a:gd name="connsiteX49948" fmla="*/ 2126044 w 5799173"/>
              <a:gd name="connsiteY49948" fmla="*/ 3857655 h 5017219"/>
              <a:gd name="connsiteX49949" fmla="*/ 2127373 w 5799173"/>
              <a:gd name="connsiteY49949" fmla="*/ 3856907 h 5017219"/>
              <a:gd name="connsiteX49950" fmla="*/ 2148556 w 5799173"/>
              <a:gd name="connsiteY49950" fmla="*/ 3856912 h 5017219"/>
              <a:gd name="connsiteX49951" fmla="*/ 2149888 w 5799173"/>
              <a:gd name="connsiteY49951" fmla="*/ 3857657 h 5017219"/>
              <a:gd name="connsiteX49952" fmla="*/ 2160438 w 5799173"/>
              <a:gd name="connsiteY49952" fmla="*/ 3876017 h 5017219"/>
              <a:gd name="connsiteX49953" fmla="*/ 2160438 w 5799173"/>
              <a:gd name="connsiteY49953" fmla="*/ 3877515 h 5017219"/>
              <a:gd name="connsiteX49954" fmla="*/ 2149887 w 5799173"/>
              <a:gd name="connsiteY49954" fmla="*/ 3895875 h 5017219"/>
              <a:gd name="connsiteX49955" fmla="*/ 2148556 w 5799173"/>
              <a:gd name="connsiteY49955" fmla="*/ 3896625 h 5017219"/>
              <a:gd name="connsiteX49956" fmla="*/ 1886620 w 5799173"/>
              <a:gd name="connsiteY49956" fmla="*/ 3832141 h 5017219"/>
              <a:gd name="connsiteX49957" fmla="*/ 1885292 w 5799173"/>
              <a:gd name="connsiteY49957" fmla="*/ 3831392 h 5017219"/>
              <a:gd name="connsiteX49958" fmla="*/ 1874741 w 5799173"/>
              <a:gd name="connsiteY49958" fmla="*/ 3813031 h 5017219"/>
              <a:gd name="connsiteX49959" fmla="*/ 1874740 w 5799173"/>
              <a:gd name="connsiteY49959" fmla="*/ 3811539 h 5017219"/>
              <a:gd name="connsiteX49960" fmla="*/ 1885293 w 5799173"/>
              <a:gd name="connsiteY49960" fmla="*/ 3793172 h 5017219"/>
              <a:gd name="connsiteX49961" fmla="*/ 1886622 w 5799173"/>
              <a:gd name="connsiteY49961" fmla="*/ 3792425 h 5017219"/>
              <a:gd name="connsiteX49962" fmla="*/ 1907806 w 5799173"/>
              <a:gd name="connsiteY49962" fmla="*/ 3792428 h 5017219"/>
              <a:gd name="connsiteX49963" fmla="*/ 1909137 w 5799173"/>
              <a:gd name="connsiteY49963" fmla="*/ 3793173 h 5017219"/>
              <a:gd name="connsiteX49964" fmla="*/ 1919688 w 5799173"/>
              <a:gd name="connsiteY49964" fmla="*/ 3811534 h 5017219"/>
              <a:gd name="connsiteX49965" fmla="*/ 1919687 w 5799173"/>
              <a:gd name="connsiteY49965" fmla="*/ 3813030 h 5017219"/>
              <a:gd name="connsiteX49966" fmla="*/ 1909136 w 5799173"/>
              <a:gd name="connsiteY49966" fmla="*/ 3831392 h 5017219"/>
              <a:gd name="connsiteX49967" fmla="*/ 1907806 w 5799173"/>
              <a:gd name="connsiteY49967" fmla="*/ 3832142 h 5017219"/>
              <a:gd name="connsiteX49968" fmla="*/ 2307910 w 5799173"/>
              <a:gd name="connsiteY49968" fmla="*/ 3945080 h 5017219"/>
              <a:gd name="connsiteX49969" fmla="*/ 2306581 w 5799173"/>
              <a:gd name="connsiteY49969" fmla="*/ 3944333 h 5017219"/>
              <a:gd name="connsiteX49970" fmla="*/ 2296030 w 5799173"/>
              <a:gd name="connsiteY49970" fmla="*/ 3925971 h 5017219"/>
              <a:gd name="connsiteX49971" fmla="*/ 2296030 w 5799173"/>
              <a:gd name="connsiteY49971" fmla="*/ 3924477 h 5017219"/>
              <a:gd name="connsiteX49972" fmla="*/ 2306582 w 5799173"/>
              <a:gd name="connsiteY49972" fmla="*/ 3906112 h 5017219"/>
              <a:gd name="connsiteX49973" fmla="*/ 2307911 w 5799173"/>
              <a:gd name="connsiteY49973" fmla="*/ 3905364 h 5017219"/>
              <a:gd name="connsiteX49974" fmla="*/ 2329094 w 5799173"/>
              <a:gd name="connsiteY49974" fmla="*/ 3905369 h 5017219"/>
              <a:gd name="connsiteX49975" fmla="*/ 2330425 w 5799173"/>
              <a:gd name="connsiteY49975" fmla="*/ 3906115 h 5017219"/>
              <a:gd name="connsiteX49976" fmla="*/ 2340977 w 5799173"/>
              <a:gd name="connsiteY49976" fmla="*/ 3924474 h 5017219"/>
              <a:gd name="connsiteX49977" fmla="*/ 2340976 w 5799173"/>
              <a:gd name="connsiteY49977" fmla="*/ 3925971 h 5017219"/>
              <a:gd name="connsiteX49978" fmla="*/ 2330425 w 5799173"/>
              <a:gd name="connsiteY49978" fmla="*/ 3944333 h 5017219"/>
              <a:gd name="connsiteX49979" fmla="*/ 2329095 w 5799173"/>
              <a:gd name="connsiteY49979" fmla="*/ 3945079 h 5017219"/>
              <a:gd name="connsiteX49980" fmla="*/ 1826417 w 5799173"/>
              <a:gd name="connsiteY49980" fmla="*/ 3816075 h 5017219"/>
              <a:gd name="connsiteX49981" fmla="*/ 1825088 w 5799173"/>
              <a:gd name="connsiteY49981" fmla="*/ 3815327 h 5017219"/>
              <a:gd name="connsiteX49982" fmla="*/ 1814538 w 5799173"/>
              <a:gd name="connsiteY49982" fmla="*/ 3796964 h 5017219"/>
              <a:gd name="connsiteX49983" fmla="*/ 1814537 w 5799173"/>
              <a:gd name="connsiteY49983" fmla="*/ 3795472 h 5017219"/>
              <a:gd name="connsiteX49984" fmla="*/ 1825089 w 5799173"/>
              <a:gd name="connsiteY49984" fmla="*/ 3777108 h 5017219"/>
              <a:gd name="connsiteX49985" fmla="*/ 1826418 w 5799173"/>
              <a:gd name="connsiteY49985" fmla="*/ 3776362 h 5017219"/>
              <a:gd name="connsiteX49986" fmla="*/ 1847602 w 5799173"/>
              <a:gd name="connsiteY49986" fmla="*/ 3776365 h 5017219"/>
              <a:gd name="connsiteX49987" fmla="*/ 1848932 w 5799173"/>
              <a:gd name="connsiteY49987" fmla="*/ 3777114 h 5017219"/>
              <a:gd name="connsiteX49988" fmla="*/ 1859484 w 5799173"/>
              <a:gd name="connsiteY49988" fmla="*/ 3795470 h 5017219"/>
              <a:gd name="connsiteX49989" fmla="*/ 1859484 w 5799173"/>
              <a:gd name="connsiteY49989" fmla="*/ 3796965 h 5017219"/>
              <a:gd name="connsiteX49990" fmla="*/ 1848933 w 5799173"/>
              <a:gd name="connsiteY49990" fmla="*/ 3815325 h 5017219"/>
              <a:gd name="connsiteX49991" fmla="*/ 1847602 w 5799173"/>
              <a:gd name="connsiteY49991" fmla="*/ 3816076 h 5017219"/>
              <a:gd name="connsiteX49992" fmla="*/ 2067129 w 5799173"/>
              <a:gd name="connsiteY49992" fmla="*/ 3880709 h 5017219"/>
              <a:gd name="connsiteX49993" fmla="*/ 2065800 w 5799173"/>
              <a:gd name="connsiteY49993" fmla="*/ 3879960 h 5017219"/>
              <a:gd name="connsiteX49994" fmla="*/ 2055249 w 5799173"/>
              <a:gd name="connsiteY49994" fmla="*/ 3861601 h 5017219"/>
              <a:gd name="connsiteX49995" fmla="*/ 2055249 w 5799173"/>
              <a:gd name="connsiteY49995" fmla="*/ 3860105 h 5017219"/>
              <a:gd name="connsiteX49996" fmla="*/ 2065800 w 5799173"/>
              <a:gd name="connsiteY49996" fmla="*/ 3841744 h 5017219"/>
              <a:gd name="connsiteX49997" fmla="*/ 2067129 w 5799173"/>
              <a:gd name="connsiteY49997" fmla="*/ 3840997 h 5017219"/>
              <a:gd name="connsiteX49998" fmla="*/ 2088313 w 5799173"/>
              <a:gd name="connsiteY49998" fmla="*/ 3840999 h 5017219"/>
              <a:gd name="connsiteX49999" fmla="*/ 2089644 w 5799173"/>
              <a:gd name="connsiteY49999" fmla="*/ 3841746 h 5017219"/>
              <a:gd name="connsiteX50000" fmla="*/ 2100195 w 5799173"/>
              <a:gd name="connsiteY50000" fmla="*/ 3860105 h 5017219"/>
              <a:gd name="connsiteX50001" fmla="*/ 2100195 w 5799173"/>
              <a:gd name="connsiteY50001" fmla="*/ 3861599 h 5017219"/>
              <a:gd name="connsiteX50002" fmla="*/ 2089644 w 5799173"/>
              <a:gd name="connsiteY50002" fmla="*/ 3879961 h 5017219"/>
              <a:gd name="connsiteX50003" fmla="*/ 2088314 w 5799173"/>
              <a:gd name="connsiteY50003" fmla="*/ 3880709 h 5017219"/>
              <a:gd name="connsiteX50004" fmla="*/ 3812527 w 5799173"/>
              <a:gd name="connsiteY50004" fmla="*/ 4348399 h 5017219"/>
              <a:gd name="connsiteX50005" fmla="*/ 3811198 w 5799173"/>
              <a:gd name="connsiteY50005" fmla="*/ 4347651 h 5017219"/>
              <a:gd name="connsiteX50006" fmla="*/ 3800647 w 5799173"/>
              <a:gd name="connsiteY50006" fmla="*/ 4329290 h 5017219"/>
              <a:gd name="connsiteX50007" fmla="*/ 3800647 w 5799173"/>
              <a:gd name="connsiteY50007" fmla="*/ 4327796 h 5017219"/>
              <a:gd name="connsiteX50008" fmla="*/ 3811198 w 5799173"/>
              <a:gd name="connsiteY50008" fmla="*/ 4309435 h 5017219"/>
              <a:gd name="connsiteX50009" fmla="*/ 3812527 w 5799173"/>
              <a:gd name="connsiteY50009" fmla="*/ 4308686 h 5017219"/>
              <a:gd name="connsiteX50010" fmla="*/ 3833711 w 5799173"/>
              <a:gd name="connsiteY50010" fmla="*/ 4308688 h 5017219"/>
              <a:gd name="connsiteX50011" fmla="*/ 3835042 w 5799173"/>
              <a:gd name="connsiteY50011" fmla="*/ 4309434 h 5017219"/>
              <a:gd name="connsiteX50012" fmla="*/ 3845593 w 5799173"/>
              <a:gd name="connsiteY50012" fmla="*/ 4327795 h 5017219"/>
              <a:gd name="connsiteX50013" fmla="*/ 3845593 w 5799173"/>
              <a:gd name="connsiteY50013" fmla="*/ 4329290 h 5017219"/>
              <a:gd name="connsiteX50014" fmla="*/ 3835042 w 5799173"/>
              <a:gd name="connsiteY50014" fmla="*/ 4347651 h 5017219"/>
              <a:gd name="connsiteX50015" fmla="*/ 3833712 w 5799173"/>
              <a:gd name="connsiteY50015" fmla="*/ 4348399 h 5017219"/>
              <a:gd name="connsiteX50016" fmla="*/ 2367815 w 5799173"/>
              <a:gd name="connsiteY50016" fmla="*/ 3961740 h 5017219"/>
              <a:gd name="connsiteX50017" fmla="*/ 2366486 w 5799173"/>
              <a:gd name="connsiteY50017" fmla="*/ 3960992 h 5017219"/>
              <a:gd name="connsiteX50018" fmla="*/ 2355686 w 5799173"/>
              <a:gd name="connsiteY50018" fmla="*/ 3942216 h 5017219"/>
              <a:gd name="connsiteX50019" fmla="*/ 2355686 w 5799173"/>
              <a:gd name="connsiteY50019" fmla="*/ 3940721 h 5017219"/>
              <a:gd name="connsiteX50020" fmla="*/ 2366487 w 5799173"/>
              <a:gd name="connsiteY50020" fmla="*/ 3921944 h 5017219"/>
              <a:gd name="connsiteX50021" fmla="*/ 2367815 w 5799173"/>
              <a:gd name="connsiteY50021" fmla="*/ 3921198 h 5017219"/>
              <a:gd name="connsiteX50022" fmla="*/ 2389499 w 5799173"/>
              <a:gd name="connsiteY50022" fmla="*/ 3921199 h 5017219"/>
              <a:gd name="connsiteX50023" fmla="*/ 2390828 w 5799173"/>
              <a:gd name="connsiteY50023" fmla="*/ 3921947 h 5017219"/>
              <a:gd name="connsiteX50024" fmla="*/ 2401630 w 5799173"/>
              <a:gd name="connsiteY50024" fmla="*/ 3940720 h 5017219"/>
              <a:gd name="connsiteX50025" fmla="*/ 2401630 w 5799173"/>
              <a:gd name="connsiteY50025" fmla="*/ 3942215 h 5017219"/>
              <a:gd name="connsiteX50026" fmla="*/ 2390828 w 5799173"/>
              <a:gd name="connsiteY50026" fmla="*/ 3960992 h 5017219"/>
              <a:gd name="connsiteX50027" fmla="*/ 2389499 w 5799173"/>
              <a:gd name="connsiteY50027" fmla="*/ 3961740 h 5017219"/>
              <a:gd name="connsiteX50028" fmla="*/ 2427694 w 5799173"/>
              <a:gd name="connsiteY50028" fmla="*/ 3978229 h 5017219"/>
              <a:gd name="connsiteX50029" fmla="*/ 2426365 w 5799173"/>
              <a:gd name="connsiteY50029" fmla="*/ 3977478 h 5017219"/>
              <a:gd name="connsiteX50030" fmla="*/ 2415315 w 5799173"/>
              <a:gd name="connsiteY50030" fmla="*/ 3958289 h 5017219"/>
              <a:gd name="connsiteX50031" fmla="*/ 2415316 w 5799173"/>
              <a:gd name="connsiteY50031" fmla="*/ 3956708 h 5017219"/>
              <a:gd name="connsiteX50032" fmla="*/ 2426448 w 5799173"/>
              <a:gd name="connsiteY50032" fmla="*/ 3937517 h 5017219"/>
              <a:gd name="connsiteX50033" fmla="*/ 2427777 w 5799173"/>
              <a:gd name="connsiteY50033" fmla="*/ 3936771 h 5017219"/>
              <a:gd name="connsiteX50034" fmla="*/ 2449959 w 5799173"/>
              <a:gd name="connsiteY50034" fmla="*/ 3936773 h 5017219"/>
              <a:gd name="connsiteX50035" fmla="*/ 2451288 w 5799173"/>
              <a:gd name="connsiteY50035" fmla="*/ 3937519 h 5017219"/>
              <a:gd name="connsiteX50036" fmla="*/ 2462339 w 5799173"/>
              <a:gd name="connsiteY50036" fmla="*/ 3956707 h 5017219"/>
              <a:gd name="connsiteX50037" fmla="*/ 2462339 w 5799173"/>
              <a:gd name="connsiteY50037" fmla="*/ 3958285 h 5017219"/>
              <a:gd name="connsiteX50038" fmla="*/ 2451206 w 5799173"/>
              <a:gd name="connsiteY50038" fmla="*/ 3977478 h 5017219"/>
              <a:gd name="connsiteX50039" fmla="*/ 2449877 w 5799173"/>
              <a:gd name="connsiteY50039" fmla="*/ 3978227 h 5017219"/>
              <a:gd name="connsiteX50040" fmla="*/ 3019581 w 5799173"/>
              <a:gd name="connsiteY50040" fmla="*/ 4184165 h 5017219"/>
              <a:gd name="connsiteX50041" fmla="*/ 3018750 w 5799173"/>
              <a:gd name="connsiteY50041" fmla="*/ 4183667 h 5017219"/>
              <a:gd name="connsiteX50042" fmla="*/ 3011606 w 5799173"/>
              <a:gd name="connsiteY50042" fmla="*/ 4171372 h 5017219"/>
              <a:gd name="connsiteX50043" fmla="*/ 3011606 w 5799173"/>
              <a:gd name="connsiteY50043" fmla="*/ 4170374 h 5017219"/>
              <a:gd name="connsiteX50044" fmla="*/ 3018750 w 5799173"/>
              <a:gd name="connsiteY50044" fmla="*/ 4158079 h 5017219"/>
              <a:gd name="connsiteX50045" fmla="*/ 3019581 w 5799173"/>
              <a:gd name="connsiteY50045" fmla="*/ 4157580 h 5017219"/>
              <a:gd name="connsiteX50046" fmla="*/ 3033788 w 5799173"/>
              <a:gd name="connsiteY50046" fmla="*/ 4157581 h 5017219"/>
              <a:gd name="connsiteX50047" fmla="*/ 3034619 w 5799173"/>
              <a:gd name="connsiteY50047" fmla="*/ 4158078 h 5017219"/>
              <a:gd name="connsiteX50048" fmla="*/ 3041764 w 5799173"/>
              <a:gd name="connsiteY50048" fmla="*/ 4170373 h 5017219"/>
              <a:gd name="connsiteX50049" fmla="*/ 3041763 w 5799173"/>
              <a:gd name="connsiteY50049" fmla="*/ 4171373 h 5017219"/>
              <a:gd name="connsiteX50050" fmla="*/ 3034619 w 5799173"/>
              <a:gd name="connsiteY50050" fmla="*/ 4183667 h 5017219"/>
              <a:gd name="connsiteX50051" fmla="*/ 3033788 w 5799173"/>
              <a:gd name="connsiteY50051" fmla="*/ 4184165 h 5017219"/>
              <a:gd name="connsiteX50052" fmla="*/ 1394571 w 5799173"/>
              <a:gd name="connsiteY50052" fmla="*/ 3748821 h 5017219"/>
              <a:gd name="connsiteX50053" fmla="*/ 1393740 w 5799173"/>
              <a:gd name="connsiteY50053" fmla="*/ 3748323 h 5017219"/>
              <a:gd name="connsiteX50054" fmla="*/ 1386762 w 5799173"/>
              <a:gd name="connsiteY50054" fmla="*/ 3736193 h 5017219"/>
              <a:gd name="connsiteX50055" fmla="*/ 1386762 w 5799173"/>
              <a:gd name="connsiteY50055" fmla="*/ 3735196 h 5017219"/>
              <a:gd name="connsiteX50056" fmla="*/ 1393823 w 5799173"/>
              <a:gd name="connsiteY50056" fmla="*/ 3723066 h 5017219"/>
              <a:gd name="connsiteX50057" fmla="*/ 1394654 w 5799173"/>
              <a:gd name="connsiteY50057" fmla="*/ 3722568 h 5017219"/>
              <a:gd name="connsiteX50058" fmla="*/ 1408694 w 5799173"/>
              <a:gd name="connsiteY50058" fmla="*/ 3722568 h 5017219"/>
              <a:gd name="connsiteX50059" fmla="*/ 1409526 w 5799173"/>
              <a:gd name="connsiteY50059" fmla="*/ 3723066 h 5017219"/>
              <a:gd name="connsiteX50060" fmla="*/ 1416504 w 5799173"/>
              <a:gd name="connsiteY50060" fmla="*/ 3735196 h 5017219"/>
              <a:gd name="connsiteX50061" fmla="*/ 1416504 w 5799173"/>
              <a:gd name="connsiteY50061" fmla="*/ 3736193 h 5017219"/>
              <a:gd name="connsiteX50062" fmla="*/ 1409442 w 5799173"/>
              <a:gd name="connsiteY50062" fmla="*/ 3748323 h 5017219"/>
              <a:gd name="connsiteX50063" fmla="*/ 1408612 w 5799173"/>
              <a:gd name="connsiteY50063" fmla="*/ 3748821 h 5017219"/>
              <a:gd name="connsiteX50064" fmla="*/ 971712 w 5799173"/>
              <a:gd name="connsiteY50064" fmla="*/ 3638796 h 5017219"/>
              <a:gd name="connsiteX50065" fmla="*/ 970632 w 5799173"/>
              <a:gd name="connsiteY50065" fmla="*/ 3638214 h 5017219"/>
              <a:gd name="connsiteX50066" fmla="*/ 962075 w 5799173"/>
              <a:gd name="connsiteY50066" fmla="*/ 3623342 h 5017219"/>
              <a:gd name="connsiteX50067" fmla="*/ 962075 w 5799173"/>
              <a:gd name="connsiteY50067" fmla="*/ 3622096 h 5017219"/>
              <a:gd name="connsiteX50068" fmla="*/ 970716 w 5799173"/>
              <a:gd name="connsiteY50068" fmla="*/ 3607224 h 5017219"/>
              <a:gd name="connsiteX50069" fmla="*/ 971796 w 5799173"/>
              <a:gd name="connsiteY50069" fmla="*/ 3606643 h 5017219"/>
              <a:gd name="connsiteX50070" fmla="*/ 988993 w 5799173"/>
              <a:gd name="connsiteY50070" fmla="*/ 3606643 h 5017219"/>
              <a:gd name="connsiteX50071" fmla="*/ 990073 w 5799173"/>
              <a:gd name="connsiteY50071" fmla="*/ 3607224 h 5017219"/>
              <a:gd name="connsiteX50072" fmla="*/ 998631 w 5799173"/>
              <a:gd name="connsiteY50072" fmla="*/ 3622095 h 5017219"/>
              <a:gd name="connsiteX50073" fmla="*/ 998631 w 5799173"/>
              <a:gd name="connsiteY50073" fmla="*/ 3623342 h 5017219"/>
              <a:gd name="connsiteX50074" fmla="*/ 989990 w 5799173"/>
              <a:gd name="connsiteY50074" fmla="*/ 3638213 h 5017219"/>
              <a:gd name="connsiteX50075" fmla="*/ 988911 w 5799173"/>
              <a:gd name="connsiteY50075" fmla="*/ 3638796 h 5017219"/>
              <a:gd name="connsiteX50076" fmla="*/ 911448 w 5799173"/>
              <a:gd name="connsiteY50076" fmla="*/ 3622908 h 5017219"/>
              <a:gd name="connsiteX50077" fmla="*/ 910368 w 5799173"/>
              <a:gd name="connsiteY50077" fmla="*/ 3622328 h 5017219"/>
              <a:gd name="connsiteX50078" fmla="*/ 901645 w 5799173"/>
              <a:gd name="connsiteY50078" fmla="*/ 3607206 h 5017219"/>
              <a:gd name="connsiteX50079" fmla="*/ 901645 w 5799173"/>
              <a:gd name="connsiteY50079" fmla="*/ 3605959 h 5017219"/>
              <a:gd name="connsiteX50080" fmla="*/ 910368 w 5799173"/>
              <a:gd name="connsiteY50080" fmla="*/ 3590838 h 5017219"/>
              <a:gd name="connsiteX50081" fmla="*/ 911448 w 5799173"/>
              <a:gd name="connsiteY50081" fmla="*/ 3590256 h 5017219"/>
              <a:gd name="connsiteX50082" fmla="*/ 928978 w 5799173"/>
              <a:gd name="connsiteY50082" fmla="*/ 3590257 h 5017219"/>
              <a:gd name="connsiteX50083" fmla="*/ 930058 w 5799173"/>
              <a:gd name="connsiteY50083" fmla="*/ 3590839 h 5017219"/>
              <a:gd name="connsiteX50084" fmla="*/ 938781 w 5799173"/>
              <a:gd name="connsiteY50084" fmla="*/ 3605959 h 5017219"/>
              <a:gd name="connsiteX50085" fmla="*/ 938781 w 5799173"/>
              <a:gd name="connsiteY50085" fmla="*/ 3607204 h 5017219"/>
              <a:gd name="connsiteX50086" fmla="*/ 930058 w 5799173"/>
              <a:gd name="connsiteY50086" fmla="*/ 3622327 h 5017219"/>
              <a:gd name="connsiteX50087" fmla="*/ 928977 w 5799173"/>
              <a:gd name="connsiteY50087" fmla="*/ 3622908 h 5017219"/>
              <a:gd name="connsiteX50088" fmla="*/ 1031760 w 5799173"/>
              <a:gd name="connsiteY50088" fmla="*/ 3655173 h 5017219"/>
              <a:gd name="connsiteX50089" fmla="*/ 1030680 w 5799173"/>
              <a:gd name="connsiteY50089" fmla="*/ 3654508 h 5017219"/>
              <a:gd name="connsiteX50090" fmla="*/ 1021790 w 5799173"/>
              <a:gd name="connsiteY50090" fmla="*/ 3639059 h 5017219"/>
              <a:gd name="connsiteX50091" fmla="*/ 1021791 w 5799173"/>
              <a:gd name="connsiteY50091" fmla="*/ 3637811 h 5017219"/>
              <a:gd name="connsiteX50092" fmla="*/ 1030680 w 5799173"/>
              <a:gd name="connsiteY50092" fmla="*/ 3622357 h 5017219"/>
              <a:gd name="connsiteX50093" fmla="*/ 1031761 w 5799173"/>
              <a:gd name="connsiteY50093" fmla="*/ 3621690 h 5017219"/>
              <a:gd name="connsiteX50094" fmla="*/ 1049539 w 5799173"/>
              <a:gd name="connsiteY50094" fmla="*/ 3621694 h 5017219"/>
              <a:gd name="connsiteX50095" fmla="*/ 1050619 w 5799173"/>
              <a:gd name="connsiteY50095" fmla="*/ 3622358 h 5017219"/>
              <a:gd name="connsiteX50096" fmla="*/ 1059509 w 5799173"/>
              <a:gd name="connsiteY50096" fmla="*/ 3637811 h 5017219"/>
              <a:gd name="connsiteX50097" fmla="*/ 1059509 w 5799173"/>
              <a:gd name="connsiteY50097" fmla="*/ 3639056 h 5017219"/>
              <a:gd name="connsiteX50098" fmla="*/ 1050619 w 5799173"/>
              <a:gd name="connsiteY50098" fmla="*/ 3654509 h 5017219"/>
              <a:gd name="connsiteX50099" fmla="*/ 1049539 w 5799173"/>
              <a:gd name="connsiteY50099" fmla="*/ 3655175 h 5017219"/>
              <a:gd name="connsiteX50100" fmla="*/ 1152102 w 5799173"/>
              <a:gd name="connsiteY50100" fmla="*/ 3687542 h 5017219"/>
              <a:gd name="connsiteX50101" fmla="*/ 1151022 w 5799173"/>
              <a:gd name="connsiteY50101" fmla="*/ 3686877 h 5017219"/>
              <a:gd name="connsiteX50102" fmla="*/ 1142133 w 5799173"/>
              <a:gd name="connsiteY50102" fmla="*/ 3671426 h 5017219"/>
              <a:gd name="connsiteX50103" fmla="*/ 1142133 w 5799173"/>
              <a:gd name="connsiteY50103" fmla="*/ 3670180 h 5017219"/>
              <a:gd name="connsiteX50104" fmla="*/ 1151022 w 5799173"/>
              <a:gd name="connsiteY50104" fmla="*/ 3654726 h 5017219"/>
              <a:gd name="connsiteX50105" fmla="*/ 1152102 w 5799173"/>
              <a:gd name="connsiteY50105" fmla="*/ 3654060 h 5017219"/>
              <a:gd name="connsiteX50106" fmla="*/ 1169881 w 5799173"/>
              <a:gd name="connsiteY50106" fmla="*/ 3654061 h 5017219"/>
              <a:gd name="connsiteX50107" fmla="*/ 1170962 w 5799173"/>
              <a:gd name="connsiteY50107" fmla="*/ 3654724 h 5017219"/>
              <a:gd name="connsiteX50108" fmla="*/ 1179851 w 5799173"/>
              <a:gd name="connsiteY50108" fmla="*/ 3670178 h 5017219"/>
              <a:gd name="connsiteX50109" fmla="*/ 1179851 w 5799173"/>
              <a:gd name="connsiteY50109" fmla="*/ 3671425 h 5017219"/>
              <a:gd name="connsiteX50110" fmla="*/ 1170961 w 5799173"/>
              <a:gd name="connsiteY50110" fmla="*/ 3686877 h 5017219"/>
              <a:gd name="connsiteX50111" fmla="*/ 1169881 w 5799173"/>
              <a:gd name="connsiteY50111" fmla="*/ 3687544 h 5017219"/>
              <a:gd name="connsiteX50112" fmla="*/ 1091785 w 5799173"/>
              <a:gd name="connsiteY50112" fmla="*/ 3671667 h 5017219"/>
              <a:gd name="connsiteX50113" fmla="*/ 1090705 w 5799173"/>
              <a:gd name="connsiteY50113" fmla="*/ 3671002 h 5017219"/>
              <a:gd name="connsiteX50114" fmla="*/ 1081733 w 5799173"/>
              <a:gd name="connsiteY50114" fmla="*/ 3655466 h 5017219"/>
              <a:gd name="connsiteX50115" fmla="*/ 1081734 w 5799173"/>
              <a:gd name="connsiteY50115" fmla="*/ 3654219 h 5017219"/>
              <a:gd name="connsiteX50116" fmla="*/ 1090706 w 5799173"/>
              <a:gd name="connsiteY50116" fmla="*/ 3638683 h 5017219"/>
              <a:gd name="connsiteX50117" fmla="*/ 1091786 w 5799173"/>
              <a:gd name="connsiteY50117" fmla="*/ 3638019 h 5017219"/>
              <a:gd name="connsiteX50118" fmla="*/ 1109649 w 5799173"/>
              <a:gd name="connsiteY50118" fmla="*/ 3638019 h 5017219"/>
              <a:gd name="connsiteX50119" fmla="*/ 1110729 w 5799173"/>
              <a:gd name="connsiteY50119" fmla="*/ 3638683 h 5017219"/>
              <a:gd name="connsiteX50120" fmla="*/ 1119701 w 5799173"/>
              <a:gd name="connsiteY50120" fmla="*/ 3654218 h 5017219"/>
              <a:gd name="connsiteX50121" fmla="*/ 1119701 w 5799173"/>
              <a:gd name="connsiteY50121" fmla="*/ 3655466 h 5017219"/>
              <a:gd name="connsiteX50122" fmla="*/ 1110728 w 5799173"/>
              <a:gd name="connsiteY50122" fmla="*/ 3671002 h 5017219"/>
              <a:gd name="connsiteX50123" fmla="*/ 1109649 w 5799173"/>
              <a:gd name="connsiteY50123" fmla="*/ 3671666 h 5017219"/>
              <a:gd name="connsiteX50124" fmla="*/ 1211897 w 5799173"/>
              <a:gd name="connsiteY50124" fmla="*/ 3704283 h 5017219"/>
              <a:gd name="connsiteX50125" fmla="*/ 1210733 w 5799173"/>
              <a:gd name="connsiteY50125" fmla="*/ 3703620 h 5017219"/>
              <a:gd name="connsiteX50126" fmla="*/ 1201428 w 5799173"/>
              <a:gd name="connsiteY50126" fmla="*/ 3687504 h 5017219"/>
              <a:gd name="connsiteX50127" fmla="*/ 1201428 w 5799173"/>
              <a:gd name="connsiteY50127" fmla="*/ 3686175 h 5017219"/>
              <a:gd name="connsiteX50128" fmla="*/ 1210733 w 5799173"/>
              <a:gd name="connsiteY50128" fmla="*/ 3670057 h 5017219"/>
              <a:gd name="connsiteX50129" fmla="*/ 1211896 w 5799173"/>
              <a:gd name="connsiteY50129" fmla="*/ 3669393 h 5017219"/>
              <a:gd name="connsiteX50130" fmla="*/ 1230505 w 5799173"/>
              <a:gd name="connsiteY50130" fmla="*/ 3669393 h 5017219"/>
              <a:gd name="connsiteX50131" fmla="*/ 1231670 w 5799173"/>
              <a:gd name="connsiteY50131" fmla="*/ 3670058 h 5017219"/>
              <a:gd name="connsiteX50132" fmla="*/ 1240975 w 5799173"/>
              <a:gd name="connsiteY50132" fmla="*/ 3686172 h 5017219"/>
              <a:gd name="connsiteX50133" fmla="*/ 1240974 w 5799173"/>
              <a:gd name="connsiteY50133" fmla="*/ 3687503 h 5017219"/>
              <a:gd name="connsiteX50134" fmla="*/ 1231670 w 5799173"/>
              <a:gd name="connsiteY50134" fmla="*/ 3703621 h 5017219"/>
              <a:gd name="connsiteX50135" fmla="*/ 1230506 w 5799173"/>
              <a:gd name="connsiteY50135" fmla="*/ 3704285 h 5017219"/>
              <a:gd name="connsiteX50136" fmla="*/ 850688 w 5799173"/>
              <a:gd name="connsiteY50136" fmla="*/ 3607636 h 5017219"/>
              <a:gd name="connsiteX50137" fmla="*/ 849524 w 5799173"/>
              <a:gd name="connsiteY50137" fmla="*/ 3606972 h 5017219"/>
              <a:gd name="connsiteX50138" fmla="*/ 840136 w 5799173"/>
              <a:gd name="connsiteY50138" fmla="*/ 3590773 h 5017219"/>
              <a:gd name="connsiteX50139" fmla="*/ 840136 w 5799173"/>
              <a:gd name="connsiteY50139" fmla="*/ 3589444 h 5017219"/>
              <a:gd name="connsiteX50140" fmla="*/ 849525 w 5799173"/>
              <a:gd name="connsiteY50140" fmla="*/ 3573240 h 5017219"/>
              <a:gd name="connsiteX50141" fmla="*/ 850686 w 5799173"/>
              <a:gd name="connsiteY50141" fmla="*/ 3572580 h 5017219"/>
              <a:gd name="connsiteX50142" fmla="*/ 869380 w 5799173"/>
              <a:gd name="connsiteY50142" fmla="*/ 3572578 h 5017219"/>
              <a:gd name="connsiteX50143" fmla="*/ 870543 w 5799173"/>
              <a:gd name="connsiteY50143" fmla="*/ 3573243 h 5017219"/>
              <a:gd name="connsiteX50144" fmla="*/ 879932 w 5799173"/>
              <a:gd name="connsiteY50144" fmla="*/ 3589441 h 5017219"/>
              <a:gd name="connsiteX50145" fmla="*/ 879931 w 5799173"/>
              <a:gd name="connsiteY50145" fmla="*/ 3590771 h 5017219"/>
              <a:gd name="connsiteX50146" fmla="*/ 870543 w 5799173"/>
              <a:gd name="connsiteY50146" fmla="*/ 3606973 h 5017219"/>
              <a:gd name="connsiteX50147" fmla="*/ 869380 w 5799173"/>
              <a:gd name="connsiteY50147" fmla="*/ 3607637 h 5017219"/>
              <a:gd name="connsiteX50148" fmla="*/ 1332169 w 5799173"/>
              <a:gd name="connsiteY50148" fmla="*/ 3736770 h 5017219"/>
              <a:gd name="connsiteX50149" fmla="*/ 1331006 w 5799173"/>
              <a:gd name="connsiteY50149" fmla="*/ 3736106 h 5017219"/>
              <a:gd name="connsiteX50150" fmla="*/ 1321617 w 5799173"/>
              <a:gd name="connsiteY50150" fmla="*/ 3719825 h 5017219"/>
              <a:gd name="connsiteX50151" fmla="*/ 1321617 w 5799173"/>
              <a:gd name="connsiteY50151" fmla="*/ 3718497 h 5017219"/>
              <a:gd name="connsiteX50152" fmla="*/ 1331006 w 5799173"/>
              <a:gd name="connsiteY50152" fmla="*/ 3702209 h 5017219"/>
              <a:gd name="connsiteX50153" fmla="*/ 1332169 w 5799173"/>
              <a:gd name="connsiteY50153" fmla="*/ 3701547 h 5017219"/>
              <a:gd name="connsiteX50154" fmla="*/ 1350945 w 5799173"/>
              <a:gd name="connsiteY50154" fmla="*/ 3701546 h 5017219"/>
              <a:gd name="connsiteX50155" fmla="*/ 1352107 w 5799173"/>
              <a:gd name="connsiteY50155" fmla="*/ 3702213 h 5017219"/>
              <a:gd name="connsiteX50156" fmla="*/ 1361496 w 5799173"/>
              <a:gd name="connsiteY50156" fmla="*/ 3718492 h 5017219"/>
              <a:gd name="connsiteX50157" fmla="*/ 1361496 w 5799173"/>
              <a:gd name="connsiteY50157" fmla="*/ 3719824 h 5017219"/>
              <a:gd name="connsiteX50158" fmla="*/ 1352108 w 5799173"/>
              <a:gd name="connsiteY50158" fmla="*/ 3736107 h 5017219"/>
              <a:gd name="connsiteX50159" fmla="*/ 1350944 w 5799173"/>
              <a:gd name="connsiteY50159" fmla="*/ 3736772 h 5017219"/>
              <a:gd name="connsiteX50160" fmla="*/ 1271951 w 5799173"/>
              <a:gd name="connsiteY50160" fmla="*/ 3720673 h 5017219"/>
              <a:gd name="connsiteX50161" fmla="*/ 1270787 w 5799173"/>
              <a:gd name="connsiteY50161" fmla="*/ 3720009 h 5017219"/>
              <a:gd name="connsiteX50162" fmla="*/ 1261399 w 5799173"/>
              <a:gd name="connsiteY50162" fmla="*/ 3703809 h 5017219"/>
              <a:gd name="connsiteX50163" fmla="*/ 1261399 w 5799173"/>
              <a:gd name="connsiteY50163" fmla="*/ 3702480 h 5017219"/>
              <a:gd name="connsiteX50164" fmla="*/ 1270787 w 5799173"/>
              <a:gd name="connsiteY50164" fmla="*/ 3686279 h 5017219"/>
              <a:gd name="connsiteX50165" fmla="*/ 1271951 w 5799173"/>
              <a:gd name="connsiteY50165" fmla="*/ 3685613 h 5017219"/>
              <a:gd name="connsiteX50166" fmla="*/ 1290644 w 5799173"/>
              <a:gd name="connsiteY50166" fmla="*/ 3685612 h 5017219"/>
              <a:gd name="connsiteX50167" fmla="*/ 1291806 w 5799173"/>
              <a:gd name="connsiteY50167" fmla="*/ 3686279 h 5017219"/>
              <a:gd name="connsiteX50168" fmla="*/ 1301194 w 5799173"/>
              <a:gd name="connsiteY50168" fmla="*/ 3702479 h 5017219"/>
              <a:gd name="connsiteX50169" fmla="*/ 1301195 w 5799173"/>
              <a:gd name="connsiteY50169" fmla="*/ 3703807 h 5017219"/>
              <a:gd name="connsiteX50170" fmla="*/ 1291806 w 5799173"/>
              <a:gd name="connsiteY50170" fmla="*/ 3720010 h 5017219"/>
              <a:gd name="connsiteX50171" fmla="*/ 1290644 w 5799173"/>
              <a:gd name="connsiteY50171" fmla="*/ 3720673 h 5017219"/>
              <a:gd name="connsiteX50172" fmla="*/ 3077310 w 5799173"/>
              <a:gd name="connsiteY50172" fmla="*/ 4204909 h 5017219"/>
              <a:gd name="connsiteX50173" fmla="*/ 3076147 w 5799173"/>
              <a:gd name="connsiteY50173" fmla="*/ 4204244 h 5017219"/>
              <a:gd name="connsiteX50174" fmla="*/ 3066509 w 5799173"/>
              <a:gd name="connsiteY50174" fmla="*/ 4187549 h 5017219"/>
              <a:gd name="connsiteX50175" fmla="*/ 3066509 w 5799173"/>
              <a:gd name="connsiteY50175" fmla="*/ 4186220 h 5017219"/>
              <a:gd name="connsiteX50176" fmla="*/ 3076146 w 5799173"/>
              <a:gd name="connsiteY50176" fmla="*/ 4169518 h 5017219"/>
              <a:gd name="connsiteX50177" fmla="*/ 3077309 w 5799173"/>
              <a:gd name="connsiteY50177" fmla="*/ 4168855 h 5017219"/>
              <a:gd name="connsiteX50178" fmla="*/ 3096667 w 5799173"/>
              <a:gd name="connsiteY50178" fmla="*/ 4168852 h 5017219"/>
              <a:gd name="connsiteX50179" fmla="*/ 3097830 w 5799173"/>
              <a:gd name="connsiteY50179" fmla="*/ 4169518 h 5017219"/>
              <a:gd name="connsiteX50180" fmla="*/ 3107468 w 5799173"/>
              <a:gd name="connsiteY50180" fmla="*/ 4186214 h 5017219"/>
              <a:gd name="connsiteX50181" fmla="*/ 3107467 w 5799173"/>
              <a:gd name="connsiteY50181" fmla="*/ 4187548 h 5017219"/>
              <a:gd name="connsiteX50182" fmla="*/ 3097830 w 5799173"/>
              <a:gd name="connsiteY50182" fmla="*/ 4204246 h 5017219"/>
              <a:gd name="connsiteX50183" fmla="*/ 3096667 w 5799173"/>
              <a:gd name="connsiteY50183" fmla="*/ 4204910 h 5017219"/>
              <a:gd name="connsiteX50184" fmla="*/ 3197562 w 5799173"/>
              <a:gd name="connsiteY50184" fmla="*/ 4237273 h 5017219"/>
              <a:gd name="connsiteX50185" fmla="*/ 3196399 w 5799173"/>
              <a:gd name="connsiteY50185" fmla="*/ 4236607 h 5017219"/>
              <a:gd name="connsiteX50186" fmla="*/ 3186678 w 5799173"/>
              <a:gd name="connsiteY50186" fmla="*/ 4219664 h 5017219"/>
              <a:gd name="connsiteX50187" fmla="*/ 3186679 w 5799173"/>
              <a:gd name="connsiteY50187" fmla="*/ 4218251 h 5017219"/>
              <a:gd name="connsiteX50188" fmla="*/ 3196483 w 5799173"/>
              <a:gd name="connsiteY50188" fmla="*/ 4201300 h 5017219"/>
              <a:gd name="connsiteX50189" fmla="*/ 3197644 w 5799173"/>
              <a:gd name="connsiteY50189" fmla="*/ 4200641 h 5017219"/>
              <a:gd name="connsiteX50190" fmla="*/ 3217169 w 5799173"/>
              <a:gd name="connsiteY50190" fmla="*/ 4200636 h 5017219"/>
              <a:gd name="connsiteX50191" fmla="*/ 3218332 w 5799173"/>
              <a:gd name="connsiteY50191" fmla="*/ 4201302 h 5017219"/>
              <a:gd name="connsiteX50192" fmla="*/ 3228052 w 5799173"/>
              <a:gd name="connsiteY50192" fmla="*/ 4218249 h 5017219"/>
              <a:gd name="connsiteX50193" fmla="*/ 3228051 w 5799173"/>
              <a:gd name="connsiteY50193" fmla="*/ 4219663 h 5017219"/>
              <a:gd name="connsiteX50194" fmla="*/ 3218249 w 5799173"/>
              <a:gd name="connsiteY50194" fmla="*/ 4236609 h 5017219"/>
              <a:gd name="connsiteX50195" fmla="*/ 3217086 w 5799173"/>
              <a:gd name="connsiteY50195" fmla="*/ 4237273 h 5017219"/>
              <a:gd name="connsiteX50196" fmla="*/ 3137183 w 5799173"/>
              <a:gd name="connsiteY50196" fmla="*/ 4221575 h 5017219"/>
              <a:gd name="connsiteX50197" fmla="*/ 3135938 w 5799173"/>
              <a:gd name="connsiteY50197" fmla="*/ 4220910 h 5017219"/>
              <a:gd name="connsiteX50198" fmla="*/ 3125968 w 5799173"/>
              <a:gd name="connsiteY50198" fmla="*/ 4203631 h 5017219"/>
              <a:gd name="connsiteX50199" fmla="*/ 3125968 w 5799173"/>
              <a:gd name="connsiteY50199" fmla="*/ 4202220 h 5017219"/>
              <a:gd name="connsiteX50200" fmla="*/ 3135937 w 5799173"/>
              <a:gd name="connsiteY50200" fmla="*/ 4184938 h 5017219"/>
              <a:gd name="connsiteX50201" fmla="*/ 3137183 w 5799173"/>
              <a:gd name="connsiteY50201" fmla="*/ 4184273 h 5017219"/>
              <a:gd name="connsiteX50202" fmla="*/ 3157124 w 5799173"/>
              <a:gd name="connsiteY50202" fmla="*/ 4184271 h 5017219"/>
              <a:gd name="connsiteX50203" fmla="*/ 3158369 w 5799173"/>
              <a:gd name="connsiteY50203" fmla="*/ 4184938 h 5017219"/>
              <a:gd name="connsiteX50204" fmla="*/ 3168339 w 5799173"/>
              <a:gd name="connsiteY50204" fmla="*/ 4202216 h 5017219"/>
              <a:gd name="connsiteX50205" fmla="*/ 3168338 w 5799173"/>
              <a:gd name="connsiteY50205" fmla="*/ 4203631 h 5017219"/>
              <a:gd name="connsiteX50206" fmla="*/ 3158369 w 5799173"/>
              <a:gd name="connsiteY50206" fmla="*/ 4220911 h 5017219"/>
              <a:gd name="connsiteX50207" fmla="*/ 3157124 w 5799173"/>
              <a:gd name="connsiteY50207" fmla="*/ 4221575 h 5017219"/>
              <a:gd name="connsiteX50208" fmla="*/ 3859370 w 5799173"/>
              <a:gd name="connsiteY50208" fmla="*/ 4415284 h 5017219"/>
              <a:gd name="connsiteX50209" fmla="*/ 3858123 w 5799173"/>
              <a:gd name="connsiteY50209" fmla="*/ 4414620 h 5017219"/>
              <a:gd name="connsiteX50210" fmla="*/ 3848153 w 5799173"/>
              <a:gd name="connsiteY50210" fmla="*/ 4397341 h 5017219"/>
              <a:gd name="connsiteX50211" fmla="*/ 3848153 w 5799173"/>
              <a:gd name="connsiteY50211" fmla="*/ 4395928 h 5017219"/>
              <a:gd name="connsiteX50212" fmla="*/ 3858122 w 5799173"/>
              <a:gd name="connsiteY50212" fmla="*/ 4378647 h 5017219"/>
              <a:gd name="connsiteX50213" fmla="*/ 3859370 w 5799173"/>
              <a:gd name="connsiteY50213" fmla="*/ 4377982 h 5017219"/>
              <a:gd name="connsiteX50214" fmla="*/ 3879309 w 5799173"/>
              <a:gd name="connsiteY50214" fmla="*/ 4377980 h 5017219"/>
              <a:gd name="connsiteX50215" fmla="*/ 3880555 w 5799173"/>
              <a:gd name="connsiteY50215" fmla="*/ 4378646 h 5017219"/>
              <a:gd name="connsiteX50216" fmla="*/ 3890524 w 5799173"/>
              <a:gd name="connsiteY50216" fmla="*/ 4395927 h 5017219"/>
              <a:gd name="connsiteX50217" fmla="*/ 3890524 w 5799173"/>
              <a:gd name="connsiteY50217" fmla="*/ 4397338 h 5017219"/>
              <a:gd name="connsiteX50218" fmla="*/ 3880554 w 5799173"/>
              <a:gd name="connsiteY50218" fmla="*/ 4414620 h 5017219"/>
              <a:gd name="connsiteX50219" fmla="*/ 3879309 w 5799173"/>
              <a:gd name="connsiteY50219" fmla="*/ 4415285 h 5017219"/>
              <a:gd name="connsiteX50220" fmla="*/ 789891 w 5799173"/>
              <a:gd name="connsiteY50220" fmla="*/ 3592879 h 5017219"/>
              <a:gd name="connsiteX50221" fmla="*/ 788645 w 5799173"/>
              <a:gd name="connsiteY50221" fmla="*/ 3592215 h 5017219"/>
              <a:gd name="connsiteX50222" fmla="*/ 778759 w 5799173"/>
              <a:gd name="connsiteY50222" fmla="*/ 3575100 h 5017219"/>
              <a:gd name="connsiteX50223" fmla="*/ 778759 w 5799173"/>
              <a:gd name="connsiteY50223" fmla="*/ 3573687 h 5017219"/>
              <a:gd name="connsiteX50224" fmla="*/ 788645 w 5799173"/>
              <a:gd name="connsiteY50224" fmla="*/ 3556573 h 5017219"/>
              <a:gd name="connsiteX50225" fmla="*/ 789892 w 5799173"/>
              <a:gd name="connsiteY50225" fmla="*/ 3555907 h 5017219"/>
              <a:gd name="connsiteX50226" fmla="*/ 809581 w 5799173"/>
              <a:gd name="connsiteY50226" fmla="*/ 3555908 h 5017219"/>
              <a:gd name="connsiteX50227" fmla="*/ 810828 w 5799173"/>
              <a:gd name="connsiteY50227" fmla="*/ 3556572 h 5017219"/>
              <a:gd name="connsiteX50228" fmla="*/ 820714 w 5799173"/>
              <a:gd name="connsiteY50228" fmla="*/ 3573687 h 5017219"/>
              <a:gd name="connsiteX50229" fmla="*/ 820714 w 5799173"/>
              <a:gd name="connsiteY50229" fmla="*/ 3575099 h 5017219"/>
              <a:gd name="connsiteX50230" fmla="*/ 810828 w 5799173"/>
              <a:gd name="connsiteY50230" fmla="*/ 3592215 h 5017219"/>
              <a:gd name="connsiteX50231" fmla="*/ 809581 w 5799173"/>
              <a:gd name="connsiteY50231" fmla="*/ 3592879 h 5017219"/>
              <a:gd name="connsiteX50232" fmla="*/ 3738905 w 5799173"/>
              <a:gd name="connsiteY50232" fmla="*/ 4383084 h 5017219"/>
              <a:gd name="connsiteX50233" fmla="*/ 3737660 w 5799173"/>
              <a:gd name="connsiteY50233" fmla="*/ 4382336 h 5017219"/>
              <a:gd name="connsiteX50234" fmla="*/ 3727523 w 5799173"/>
              <a:gd name="connsiteY50234" fmla="*/ 4364811 h 5017219"/>
              <a:gd name="connsiteX50235" fmla="*/ 3727522 w 5799173"/>
              <a:gd name="connsiteY50235" fmla="*/ 4363399 h 5017219"/>
              <a:gd name="connsiteX50236" fmla="*/ 3737659 w 5799173"/>
              <a:gd name="connsiteY50236" fmla="*/ 4345868 h 5017219"/>
              <a:gd name="connsiteX50237" fmla="*/ 3738905 w 5799173"/>
              <a:gd name="connsiteY50237" fmla="*/ 4345118 h 5017219"/>
              <a:gd name="connsiteX50238" fmla="*/ 3759176 w 5799173"/>
              <a:gd name="connsiteY50238" fmla="*/ 4345119 h 5017219"/>
              <a:gd name="connsiteX50239" fmla="*/ 3760422 w 5799173"/>
              <a:gd name="connsiteY50239" fmla="*/ 4345867 h 5017219"/>
              <a:gd name="connsiteX50240" fmla="*/ 3770559 w 5799173"/>
              <a:gd name="connsiteY50240" fmla="*/ 4363394 h 5017219"/>
              <a:gd name="connsiteX50241" fmla="*/ 3770558 w 5799173"/>
              <a:gd name="connsiteY50241" fmla="*/ 4364809 h 5017219"/>
              <a:gd name="connsiteX50242" fmla="*/ 3760422 w 5799173"/>
              <a:gd name="connsiteY50242" fmla="*/ 4382338 h 5017219"/>
              <a:gd name="connsiteX50243" fmla="*/ 3759176 w 5799173"/>
              <a:gd name="connsiteY50243" fmla="*/ 4383084 h 5017219"/>
              <a:gd name="connsiteX50244" fmla="*/ 3558406 w 5799173"/>
              <a:gd name="connsiteY50244" fmla="*/ 4334768 h 5017219"/>
              <a:gd name="connsiteX50245" fmla="*/ 3557160 w 5799173"/>
              <a:gd name="connsiteY50245" fmla="*/ 4334103 h 5017219"/>
              <a:gd name="connsiteX50246" fmla="*/ 3547191 w 5799173"/>
              <a:gd name="connsiteY50246" fmla="*/ 4316822 h 5017219"/>
              <a:gd name="connsiteX50247" fmla="*/ 3547191 w 5799173"/>
              <a:gd name="connsiteY50247" fmla="*/ 4315409 h 5017219"/>
              <a:gd name="connsiteX50248" fmla="*/ 3557160 w 5799173"/>
              <a:gd name="connsiteY50248" fmla="*/ 4298129 h 5017219"/>
              <a:gd name="connsiteX50249" fmla="*/ 3558406 w 5799173"/>
              <a:gd name="connsiteY50249" fmla="*/ 4297463 h 5017219"/>
              <a:gd name="connsiteX50250" fmla="*/ 3578346 w 5799173"/>
              <a:gd name="connsiteY50250" fmla="*/ 4297463 h 5017219"/>
              <a:gd name="connsiteX50251" fmla="*/ 3579592 w 5799173"/>
              <a:gd name="connsiteY50251" fmla="*/ 4298128 h 5017219"/>
              <a:gd name="connsiteX50252" fmla="*/ 3589562 w 5799173"/>
              <a:gd name="connsiteY50252" fmla="*/ 4315407 h 5017219"/>
              <a:gd name="connsiteX50253" fmla="*/ 3589562 w 5799173"/>
              <a:gd name="connsiteY50253" fmla="*/ 4316819 h 5017219"/>
              <a:gd name="connsiteX50254" fmla="*/ 3579592 w 5799173"/>
              <a:gd name="connsiteY50254" fmla="*/ 4334103 h 5017219"/>
              <a:gd name="connsiteX50255" fmla="*/ 3578346 w 5799173"/>
              <a:gd name="connsiteY50255" fmla="*/ 4334768 h 5017219"/>
              <a:gd name="connsiteX50256" fmla="*/ 3317597 w 5799173"/>
              <a:gd name="connsiteY50256" fmla="*/ 4270362 h 5017219"/>
              <a:gd name="connsiteX50257" fmla="*/ 3316351 w 5799173"/>
              <a:gd name="connsiteY50257" fmla="*/ 4269614 h 5017219"/>
              <a:gd name="connsiteX50258" fmla="*/ 3306381 w 5799173"/>
              <a:gd name="connsiteY50258" fmla="*/ 4252250 h 5017219"/>
              <a:gd name="connsiteX50259" fmla="*/ 3306381 w 5799173"/>
              <a:gd name="connsiteY50259" fmla="*/ 4250837 h 5017219"/>
              <a:gd name="connsiteX50260" fmla="*/ 3316433 w 5799173"/>
              <a:gd name="connsiteY50260" fmla="*/ 4233473 h 5017219"/>
              <a:gd name="connsiteX50261" fmla="*/ 3317680 w 5799173"/>
              <a:gd name="connsiteY50261" fmla="*/ 4232725 h 5017219"/>
              <a:gd name="connsiteX50262" fmla="*/ 3337702 w 5799173"/>
              <a:gd name="connsiteY50262" fmla="*/ 4232725 h 5017219"/>
              <a:gd name="connsiteX50263" fmla="*/ 3338948 w 5799173"/>
              <a:gd name="connsiteY50263" fmla="*/ 4233473 h 5017219"/>
              <a:gd name="connsiteX50264" fmla="*/ 3348917 w 5799173"/>
              <a:gd name="connsiteY50264" fmla="*/ 4250835 h 5017219"/>
              <a:gd name="connsiteX50265" fmla="*/ 3348917 w 5799173"/>
              <a:gd name="connsiteY50265" fmla="*/ 4252249 h 5017219"/>
              <a:gd name="connsiteX50266" fmla="*/ 3338865 w 5799173"/>
              <a:gd name="connsiteY50266" fmla="*/ 4269613 h 5017219"/>
              <a:gd name="connsiteX50267" fmla="*/ 3337619 w 5799173"/>
              <a:gd name="connsiteY50267" fmla="*/ 4270361 h 5017219"/>
              <a:gd name="connsiteX50268" fmla="*/ 3498185 w 5799173"/>
              <a:gd name="connsiteY50268" fmla="*/ 4318771 h 5017219"/>
              <a:gd name="connsiteX50269" fmla="*/ 3496939 w 5799173"/>
              <a:gd name="connsiteY50269" fmla="*/ 4318106 h 5017219"/>
              <a:gd name="connsiteX50270" fmla="*/ 3486970 w 5799173"/>
              <a:gd name="connsiteY50270" fmla="*/ 4300825 h 5017219"/>
              <a:gd name="connsiteX50271" fmla="*/ 3486970 w 5799173"/>
              <a:gd name="connsiteY50271" fmla="*/ 4299413 h 5017219"/>
              <a:gd name="connsiteX50272" fmla="*/ 3496939 w 5799173"/>
              <a:gd name="connsiteY50272" fmla="*/ 4282132 h 5017219"/>
              <a:gd name="connsiteX50273" fmla="*/ 3498185 w 5799173"/>
              <a:gd name="connsiteY50273" fmla="*/ 4281467 h 5017219"/>
              <a:gd name="connsiteX50274" fmla="*/ 3518125 w 5799173"/>
              <a:gd name="connsiteY50274" fmla="*/ 4281467 h 5017219"/>
              <a:gd name="connsiteX50275" fmla="*/ 3519371 w 5799173"/>
              <a:gd name="connsiteY50275" fmla="*/ 4282132 h 5017219"/>
              <a:gd name="connsiteX50276" fmla="*/ 3529340 w 5799173"/>
              <a:gd name="connsiteY50276" fmla="*/ 4299412 h 5017219"/>
              <a:gd name="connsiteX50277" fmla="*/ 3529340 w 5799173"/>
              <a:gd name="connsiteY50277" fmla="*/ 4300825 h 5017219"/>
              <a:gd name="connsiteX50278" fmla="*/ 3519371 w 5799173"/>
              <a:gd name="connsiteY50278" fmla="*/ 4318106 h 5017219"/>
              <a:gd name="connsiteX50279" fmla="*/ 3518125 w 5799173"/>
              <a:gd name="connsiteY50279" fmla="*/ 4318771 h 5017219"/>
              <a:gd name="connsiteX50280" fmla="*/ 3678615 w 5799173"/>
              <a:gd name="connsiteY50280" fmla="*/ 4367200 h 5017219"/>
              <a:gd name="connsiteX50281" fmla="*/ 3677369 w 5799173"/>
              <a:gd name="connsiteY50281" fmla="*/ 4366452 h 5017219"/>
              <a:gd name="connsiteX50282" fmla="*/ 3667150 w 5799173"/>
              <a:gd name="connsiteY50282" fmla="*/ 4348758 h 5017219"/>
              <a:gd name="connsiteX50283" fmla="*/ 3667150 w 5799173"/>
              <a:gd name="connsiteY50283" fmla="*/ 4347347 h 5017219"/>
              <a:gd name="connsiteX50284" fmla="*/ 3677369 w 5799173"/>
              <a:gd name="connsiteY50284" fmla="*/ 4329650 h 5017219"/>
              <a:gd name="connsiteX50285" fmla="*/ 3678615 w 5799173"/>
              <a:gd name="connsiteY50285" fmla="*/ 4328903 h 5017219"/>
              <a:gd name="connsiteX50286" fmla="*/ 3699053 w 5799173"/>
              <a:gd name="connsiteY50286" fmla="*/ 4328897 h 5017219"/>
              <a:gd name="connsiteX50287" fmla="*/ 3700299 w 5799173"/>
              <a:gd name="connsiteY50287" fmla="*/ 4329647 h 5017219"/>
              <a:gd name="connsiteX50288" fmla="*/ 3710517 w 5799173"/>
              <a:gd name="connsiteY50288" fmla="*/ 4347345 h 5017219"/>
              <a:gd name="connsiteX50289" fmla="*/ 3710517 w 5799173"/>
              <a:gd name="connsiteY50289" fmla="*/ 4348759 h 5017219"/>
              <a:gd name="connsiteX50290" fmla="*/ 3700299 w 5799173"/>
              <a:gd name="connsiteY50290" fmla="*/ 4366452 h 5017219"/>
              <a:gd name="connsiteX50291" fmla="*/ 3699052 w 5799173"/>
              <a:gd name="connsiteY50291" fmla="*/ 4367201 h 5017219"/>
              <a:gd name="connsiteX50292" fmla="*/ 1692523 w 5799173"/>
              <a:gd name="connsiteY50292" fmla="*/ 3835183 h 5017219"/>
              <a:gd name="connsiteX50293" fmla="*/ 1691277 w 5799173"/>
              <a:gd name="connsiteY50293" fmla="*/ 3834435 h 5017219"/>
              <a:gd name="connsiteX50294" fmla="*/ 1681225 w 5799173"/>
              <a:gd name="connsiteY50294" fmla="*/ 3816989 h 5017219"/>
              <a:gd name="connsiteX50295" fmla="*/ 1681225 w 5799173"/>
              <a:gd name="connsiteY50295" fmla="*/ 3815576 h 5017219"/>
              <a:gd name="connsiteX50296" fmla="*/ 1691277 w 5799173"/>
              <a:gd name="connsiteY50296" fmla="*/ 3798130 h 5017219"/>
              <a:gd name="connsiteX50297" fmla="*/ 1692523 w 5799173"/>
              <a:gd name="connsiteY50297" fmla="*/ 3797381 h 5017219"/>
              <a:gd name="connsiteX50298" fmla="*/ 1712629 w 5799173"/>
              <a:gd name="connsiteY50298" fmla="*/ 3797381 h 5017219"/>
              <a:gd name="connsiteX50299" fmla="*/ 1713875 w 5799173"/>
              <a:gd name="connsiteY50299" fmla="*/ 3798129 h 5017219"/>
              <a:gd name="connsiteX50300" fmla="*/ 1723928 w 5799173"/>
              <a:gd name="connsiteY50300" fmla="*/ 3815576 h 5017219"/>
              <a:gd name="connsiteX50301" fmla="*/ 1723928 w 5799173"/>
              <a:gd name="connsiteY50301" fmla="*/ 3816989 h 5017219"/>
              <a:gd name="connsiteX50302" fmla="*/ 1713875 w 5799173"/>
              <a:gd name="connsiteY50302" fmla="*/ 3834434 h 5017219"/>
              <a:gd name="connsiteX50303" fmla="*/ 1712629 w 5799173"/>
              <a:gd name="connsiteY50303" fmla="*/ 3835183 h 5017219"/>
              <a:gd name="connsiteX50304" fmla="*/ 3377589 w 5799173"/>
              <a:gd name="connsiteY50304" fmla="*/ 4286837 h 5017219"/>
              <a:gd name="connsiteX50305" fmla="*/ 3376343 w 5799173"/>
              <a:gd name="connsiteY50305" fmla="*/ 4286090 h 5017219"/>
              <a:gd name="connsiteX50306" fmla="*/ 3366207 w 5799173"/>
              <a:gd name="connsiteY50306" fmla="*/ 4268477 h 5017219"/>
              <a:gd name="connsiteX50307" fmla="*/ 3366207 w 5799173"/>
              <a:gd name="connsiteY50307" fmla="*/ 4267063 h 5017219"/>
              <a:gd name="connsiteX50308" fmla="*/ 3376426 w 5799173"/>
              <a:gd name="connsiteY50308" fmla="*/ 4249451 h 5017219"/>
              <a:gd name="connsiteX50309" fmla="*/ 3377672 w 5799173"/>
              <a:gd name="connsiteY50309" fmla="*/ 4248703 h 5017219"/>
              <a:gd name="connsiteX50310" fmla="*/ 3398026 w 5799173"/>
              <a:gd name="connsiteY50310" fmla="*/ 4248703 h 5017219"/>
              <a:gd name="connsiteX50311" fmla="*/ 3399273 w 5799173"/>
              <a:gd name="connsiteY50311" fmla="*/ 4249451 h 5017219"/>
              <a:gd name="connsiteX50312" fmla="*/ 3409408 w 5799173"/>
              <a:gd name="connsiteY50312" fmla="*/ 4267063 h 5017219"/>
              <a:gd name="connsiteX50313" fmla="*/ 3409408 w 5799173"/>
              <a:gd name="connsiteY50313" fmla="*/ 4268476 h 5017219"/>
              <a:gd name="connsiteX50314" fmla="*/ 3399189 w 5799173"/>
              <a:gd name="connsiteY50314" fmla="*/ 4286090 h 5017219"/>
              <a:gd name="connsiteX50315" fmla="*/ 3397943 w 5799173"/>
              <a:gd name="connsiteY50315" fmla="*/ 4286837 h 5017219"/>
              <a:gd name="connsiteX50316" fmla="*/ 2053404 w 5799173"/>
              <a:gd name="connsiteY50316" fmla="*/ 3932130 h 5017219"/>
              <a:gd name="connsiteX50317" fmla="*/ 2052158 w 5799173"/>
              <a:gd name="connsiteY50317" fmla="*/ 3931383 h 5017219"/>
              <a:gd name="connsiteX50318" fmla="*/ 2041772 w 5799173"/>
              <a:gd name="connsiteY50318" fmla="*/ 3913440 h 5017219"/>
              <a:gd name="connsiteX50319" fmla="*/ 2041772 w 5799173"/>
              <a:gd name="connsiteY50319" fmla="*/ 3911945 h 5017219"/>
              <a:gd name="connsiteX50320" fmla="*/ 2052157 w 5799173"/>
              <a:gd name="connsiteY50320" fmla="*/ 3894002 h 5017219"/>
              <a:gd name="connsiteX50321" fmla="*/ 2053403 w 5799173"/>
              <a:gd name="connsiteY50321" fmla="*/ 3893251 h 5017219"/>
              <a:gd name="connsiteX50322" fmla="*/ 2074174 w 5799173"/>
              <a:gd name="connsiteY50322" fmla="*/ 3893246 h 5017219"/>
              <a:gd name="connsiteX50323" fmla="*/ 2075420 w 5799173"/>
              <a:gd name="connsiteY50323" fmla="*/ 3893998 h 5017219"/>
              <a:gd name="connsiteX50324" fmla="*/ 2085804 w 5799173"/>
              <a:gd name="connsiteY50324" fmla="*/ 3911944 h 5017219"/>
              <a:gd name="connsiteX50325" fmla="*/ 2085804 w 5799173"/>
              <a:gd name="connsiteY50325" fmla="*/ 3913439 h 5017219"/>
              <a:gd name="connsiteX50326" fmla="*/ 2075419 w 5799173"/>
              <a:gd name="connsiteY50326" fmla="*/ 3931384 h 5017219"/>
              <a:gd name="connsiteX50327" fmla="*/ 2074174 w 5799173"/>
              <a:gd name="connsiteY50327" fmla="*/ 3932132 h 5017219"/>
              <a:gd name="connsiteX50328" fmla="*/ 3257108 w 5799173"/>
              <a:gd name="connsiteY50328" fmla="*/ 4254746 h 5017219"/>
              <a:gd name="connsiteX50329" fmla="*/ 3255862 w 5799173"/>
              <a:gd name="connsiteY50329" fmla="*/ 4253998 h 5017219"/>
              <a:gd name="connsiteX50330" fmla="*/ 3245477 w 5799173"/>
              <a:gd name="connsiteY50330" fmla="*/ 4236055 h 5017219"/>
              <a:gd name="connsiteX50331" fmla="*/ 3245477 w 5799173"/>
              <a:gd name="connsiteY50331" fmla="*/ 4234559 h 5017219"/>
              <a:gd name="connsiteX50332" fmla="*/ 3255862 w 5799173"/>
              <a:gd name="connsiteY50332" fmla="*/ 4216614 h 5017219"/>
              <a:gd name="connsiteX50333" fmla="*/ 3257108 w 5799173"/>
              <a:gd name="connsiteY50333" fmla="*/ 4215865 h 5017219"/>
              <a:gd name="connsiteX50334" fmla="*/ 3277878 w 5799173"/>
              <a:gd name="connsiteY50334" fmla="*/ 4215863 h 5017219"/>
              <a:gd name="connsiteX50335" fmla="*/ 3279124 w 5799173"/>
              <a:gd name="connsiteY50335" fmla="*/ 4216613 h 5017219"/>
              <a:gd name="connsiteX50336" fmla="*/ 3289509 w 5799173"/>
              <a:gd name="connsiteY50336" fmla="*/ 4234557 h 5017219"/>
              <a:gd name="connsiteX50337" fmla="*/ 3289509 w 5799173"/>
              <a:gd name="connsiteY50337" fmla="*/ 4236052 h 5017219"/>
              <a:gd name="connsiteX50338" fmla="*/ 3279124 w 5799173"/>
              <a:gd name="connsiteY50338" fmla="*/ 4253999 h 5017219"/>
              <a:gd name="connsiteX50339" fmla="*/ 3277878 w 5799173"/>
              <a:gd name="connsiteY50339" fmla="*/ 4254747 h 5017219"/>
              <a:gd name="connsiteX50340" fmla="*/ 3919191 w 5799173"/>
              <a:gd name="connsiteY50340" fmla="*/ 4432245 h 5017219"/>
              <a:gd name="connsiteX50341" fmla="*/ 3917945 w 5799173"/>
              <a:gd name="connsiteY50341" fmla="*/ 4431498 h 5017219"/>
              <a:gd name="connsiteX50342" fmla="*/ 3907643 w 5799173"/>
              <a:gd name="connsiteY50342" fmla="*/ 4413634 h 5017219"/>
              <a:gd name="connsiteX50343" fmla="*/ 3907643 w 5799173"/>
              <a:gd name="connsiteY50343" fmla="*/ 4412139 h 5017219"/>
              <a:gd name="connsiteX50344" fmla="*/ 3917945 w 5799173"/>
              <a:gd name="connsiteY50344" fmla="*/ 4394276 h 5017219"/>
              <a:gd name="connsiteX50345" fmla="*/ 3919191 w 5799173"/>
              <a:gd name="connsiteY50345" fmla="*/ 4393529 h 5017219"/>
              <a:gd name="connsiteX50346" fmla="*/ 3939878 w 5799173"/>
              <a:gd name="connsiteY50346" fmla="*/ 4393528 h 5017219"/>
              <a:gd name="connsiteX50347" fmla="*/ 3941124 w 5799173"/>
              <a:gd name="connsiteY50347" fmla="*/ 4394277 h 5017219"/>
              <a:gd name="connsiteX50348" fmla="*/ 3951426 w 5799173"/>
              <a:gd name="connsiteY50348" fmla="*/ 4412138 h 5017219"/>
              <a:gd name="connsiteX50349" fmla="*/ 3951426 w 5799173"/>
              <a:gd name="connsiteY50349" fmla="*/ 4413633 h 5017219"/>
              <a:gd name="connsiteX50350" fmla="*/ 3941124 w 5799173"/>
              <a:gd name="connsiteY50350" fmla="*/ 4431496 h 5017219"/>
              <a:gd name="connsiteX50351" fmla="*/ 3939878 w 5799173"/>
              <a:gd name="connsiteY50351" fmla="*/ 4432245 h 5017219"/>
              <a:gd name="connsiteX50352" fmla="*/ 3979239 w 5799173"/>
              <a:gd name="connsiteY50352" fmla="*/ 4448425 h 5017219"/>
              <a:gd name="connsiteX50353" fmla="*/ 3977993 w 5799173"/>
              <a:gd name="connsiteY50353" fmla="*/ 4447679 h 5017219"/>
              <a:gd name="connsiteX50354" fmla="*/ 3967608 w 5799173"/>
              <a:gd name="connsiteY50354" fmla="*/ 4429650 h 5017219"/>
              <a:gd name="connsiteX50355" fmla="*/ 3967608 w 5799173"/>
              <a:gd name="connsiteY50355" fmla="*/ 4428155 h 5017219"/>
              <a:gd name="connsiteX50356" fmla="*/ 3978077 w 5799173"/>
              <a:gd name="connsiteY50356" fmla="*/ 4410125 h 5017219"/>
              <a:gd name="connsiteX50357" fmla="*/ 3979322 w 5799173"/>
              <a:gd name="connsiteY50357" fmla="*/ 4409379 h 5017219"/>
              <a:gd name="connsiteX50358" fmla="*/ 4000176 w 5799173"/>
              <a:gd name="connsiteY50358" fmla="*/ 4409375 h 5017219"/>
              <a:gd name="connsiteX50359" fmla="*/ 4001421 w 5799173"/>
              <a:gd name="connsiteY50359" fmla="*/ 4410126 h 5017219"/>
              <a:gd name="connsiteX50360" fmla="*/ 4011807 w 5799173"/>
              <a:gd name="connsiteY50360" fmla="*/ 4428153 h 5017219"/>
              <a:gd name="connsiteX50361" fmla="*/ 4011806 w 5799173"/>
              <a:gd name="connsiteY50361" fmla="*/ 4429649 h 5017219"/>
              <a:gd name="connsiteX50362" fmla="*/ 4001338 w 5799173"/>
              <a:gd name="connsiteY50362" fmla="*/ 4447679 h 5017219"/>
              <a:gd name="connsiteX50363" fmla="*/ 4000092 w 5799173"/>
              <a:gd name="connsiteY50363" fmla="*/ 4448426 h 5017219"/>
              <a:gd name="connsiteX50364" fmla="*/ 4159852 w 5799173"/>
              <a:gd name="connsiteY50364" fmla="*/ 4496830 h 5017219"/>
              <a:gd name="connsiteX50365" fmla="*/ 4158606 w 5799173"/>
              <a:gd name="connsiteY50365" fmla="*/ 4496082 h 5017219"/>
              <a:gd name="connsiteX50366" fmla="*/ 4148222 w 5799173"/>
              <a:gd name="connsiteY50366" fmla="*/ 4478136 h 5017219"/>
              <a:gd name="connsiteX50367" fmla="*/ 4148222 w 5799173"/>
              <a:gd name="connsiteY50367" fmla="*/ 4476641 h 5017219"/>
              <a:gd name="connsiteX50368" fmla="*/ 4158607 w 5799173"/>
              <a:gd name="connsiteY50368" fmla="*/ 4458696 h 5017219"/>
              <a:gd name="connsiteX50369" fmla="*/ 4159853 w 5799173"/>
              <a:gd name="connsiteY50369" fmla="*/ 4457947 h 5017219"/>
              <a:gd name="connsiteX50370" fmla="*/ 4180622 w 5799173"/>
              <a:gd name="connsiteY50370" fmla="*/ 4457947 h 5017219"/>
              <a:gd name="connsiteX50371" fmla="*/ 4181869 w 5799173"/>
              <a:gd name="connsiteY50371" fmla="*/ 4458694 h 5017219"/>
              <a:gd name="connsiteX50372" fmla="*/ 4192254 w 5799173"/>
              <a:gd name="connsiteY50372" fmla="*/ 4476640 h 5017219"/>
              <a:gd name="connsiteX50373" fmla="*/ 4192254 w 5799173"/>
              <a:gd name="connsiteY50373" fmla="*/ 4478135 h 5017219"/>
              <a:gd name="connsiteX50374" fmla="*/ 4181869 w 5799173"/>
              <a:gd name="connsiteY50374" fmla="*/ 4496082 h 5017219"/>
              <a:gd name="connsiteX50375" fmla="*/ 4180623 w 5799173"/>
              <a:gd name="connsiteY50375" fmla="*/ 4496830 h 5017219"/>
              <a:gd name="connsiteX50376" fmla="*/ 2233809 w 5799173"/>
              <a:gd name="connsiteY50376" fmla="*/ 3980792 h 5017219"/>
              <a:gd name="connsiteX50377" fmla="*/ 2232563 w 5799173"/>
              <a:gd name="connsiteY50377" fmla="*/ 3980043 h 5017219"/>
              <a:gd name="connsiteX50378" fmla="*/ 2222011 w 5799173"/>
              <a:gd name="connsiteY50378" fmla="*/ 3961769 h 5017219"/>
              <a:gd name="connsiteX50379" fmla="*/ 2222011 w 5799173"/>
              <a:gd name="connsiteY50379" fmla="*/ 3960272 h 5017219"/>
              <a:gd name="connsiteX50380" fmla="*/ 2232562 w 5799173"/>
              <a:gd name="connsiteY50380" fmla="*/ 3941995 h 5017219"/>
              <a:gd name="connsiteX50381" fmla="*/ 2233808 w 5799173"/>
              <a:gd name="connsiteY50381" fmla="*/ 3941247 h 5017219"/>
              <a:gd name="connsiteX50382" fmla="*/ 2254828 w 5799173"/>
              <a:gd name="connsiteY50382" fmla="*/ 3941244 h 5017219"/>
              <a:gd name="connsiteX50383" fmla="*/ 2256074 w 5799173"/>
              <a:gd name="connsiteY50383" fmla="*/ 3941992 h 5017219"/>
              <a:gd name="connsiteX50384" fmla="*/ 2266625 w 5799173"/>
              <a:gd name="connsiteY50384" fmla="*/ 3960271 h 5017219"/>
              <a:gd name="connsiteX50385" fmla="*/ 2266624 w 5799173"/>
              <a:gd name="connsiteY50385" fmla="*/ 3961767 h 5017219"/>
              <a:gd name="connsiteX50386" fmla="*/ 2256074 w 5799173"/>
              <a:gd name="connsiteY50386" fmla="*/ 3980044 h 5017219"/>
              <a:gd name="connsiteX50387" fmla="*/ 2254827 w 5799173"/>
              <a:gd name="connsiteY50387" fmla="*/ 3980792 h 5017219"/>
              <a:gd name="connsiteX50388" fmla="*/ 3618161 w 5799173"/>
              <a:gd name="connsiteY50388" fmla="*/ 4351746 h 5017219"/>
              <a:gd name="connsiteX50389" fmla="*/ 3616915 w 5799173"/>
              <a:gd name="connsiteY50389" fmla="*/ 4350999 h 5017219"/>
              <a:gd name="connsiteX50390" fmla="*/ 3606530 w 5799173"/>
              <a:gd name="connsiteY50390" fmla="*/ 4333053 h 5017219"/>
              <a:gd name="connsiteX50391" fmla="*/ 3606530 w 5799173"/>
              <a:gd name="connsiteY50391" fmla="*/ 4331558 h 5017219"/>
              <a:gd name="connsiteX50392" fmla="*/ 3616915 w 5799173"/>
              <a:gd name="connsiteY50392" fmla="*/ 4313612 h 5017219"/>
              <a:gd name="connsiteX50393" fmla="*/ 3618161 w 5799173"/>
              <a:gd name="connsiteY50393" fmla="*/ 4312864 h 5017219"/>
              <a:gd name="connsiteX50394" fmla="*/ 3638931 w 5799173"/>
              <a:gd name="connsiteY50394" fmla="*/ 4312864 h 5017219"/>
              <a:gd name="connsiteX50395" fmla="*/ 3640177 w 5799173"/>
              <a:gd name="connsiteY50395" fmla="*/ 4313612 h 5017219"/>
              <a:gd name="connsiteX50396" fmla="*/ 3650562 w 5799173"/>
              <a:gd name="connsiteY50396" fmla="*/ 4331557 h 5017219"/>
              <a:gd name="connsiteX50397" fmla="*/ 3650562 w 5799173"/>
              <a:gd name="connsiteY50397" fmla="*/ 4333052 h 5017219"/>
              <a:gd name="connsiteX50398" fmla="*/ 3640177 w 5799173"/>
              <a:gd name="connsiteY50398" fmla="*/ 4350998 h 5017219"/>
              <a:gd name="connsiteX50399" fmla="*/ 3638931 w 5799173"/>
              <a:gd name="connsiteY50399" fmla="*/ 4351746 h 5017219"/>
              <a:gd name="connsiteX50400" fmla="*/ 4039416 w 5799173"/>
              <a:gd name="connsiteY50400" fmla="*/ 4464668 h 5017219"/>
              <a:gd name="connsiteX50401" fmla="*/ 4038170 w 5799173"/>
              <a:gd name="connsiteY50401" fmla="*/ 4463921 h 5017219"/>
              <a:gd name="connsiteX50402" fmla="*/ 4027703 w 5799173"/>
              <a:gd name="connsiteY50402" fmla="*/ 4445809 h 5017219"/>
              <a:gd name="connsiteX50403" fmla="*/ 4027703 w 5799173"/>
              <a:gd name="connsiteY50403" fmla="*/ 4444313 h 5017219"/>
              <a:gd name="connsiteX50404" fmla="*/ 4038171 w 5799173"/>
              <a:gd name="connsiteY50404" fmla="*/ 4426201 h 5017219"/>
              <a:gd name="connsiteX50405" fmla="*/ 4039416 w 5799173"/>
              <a:gd name="connsiteY50405" fmla="*/ 4425454 h 5017219"/>
              <a:gd name="connsiteX50406" fmla="*/ 4060354 w 5799173"/>
              <a:gd name="connsiteY50406" fmla="*/ 4425451 h 5017219"/>
              <a:gd name="connsiteX50407" fmla="*/ 4061599 w 5799173"/>
              <a:gd name="connsiteY50407" fmla="*/ 4426201 h 5017219"/>
              <a:gd name="connsiteX50408" fmla="*/ 4072067 w 5799173"/>
              <a:gd name="connsiteY50408" fmla="*/ 4444311 h 5017219"/>
              <a:gd name="connsiteX50409" fmla="*/ 4072067 w 5799173"/>
              <a:gd name="connsiteY50409" fmla="*/ 4445806 h 5017219"/>
              <a:gd name="connsiteX50410" fmla="*/ 4061598 w 5799173"/>
              <a:gd name="connsiteY50410" fmla="*/ 4463921 h 5017219"/>
              <a:gd name="connsiteX50411" fmla="*/ 4060352 w 5799173"/>
              <a:gd name="connsiteY50411" fmla="*/ 4464668 h 5017219"/>
              <a:gd name="connsiteX50412" fmla="*/ 3798698 w 5799173"/>
              <a:gd name="connsiteY50412" fmla="*/ 4400206 h 5017219"/>
              <a:gd name="connsiteX50413" fmla="*/ 3797452 w 5799173"/>
              <a:gd name="connsiteY50413" fmla="*/ 4399458 h 5017219"/>
              <a:gd name="connsiteX50414" fmla="*/ 3787068 w 5799173"/>
              <a:gd name="connsiteY50414" fmla="*/ 4381513 h 5017219"/>
              <a:gd name="connsiteX50415" fmla="*/ 3787067 w 5799173"/>
              <a:gd name="connsiteY50415" fmla="*/ 4380018 h 5017219"/>
              <a:gd name="connsiteX50416" fmla="*/ 3797452 w 5799173"/>
              <a:gd name="connsiteY50416" fmla="*/ 4362073 h 5017219"/>
              <a:gd name="connsiteX50417" fmla="*/ 3798698 w 5799173"/>
              <a:gd name="connsiteY50417" fmla="*/ 4361325 h 5017219"/>
              <a:gd name="connsiteX50418" fmla="*/ 3819468 w 5799173"/>
              <a:gd name="connsiteY50418" fmla="*/ 4361325 h 5017219"/>
              <a:gd name="connsiteX50419" fmla="*/ 3820715 w 5799173"/>
              <a:gd name="connsiteY50419" fmla="*/ 4362073 h 5017219"/>
              <a:gd name="connsiteX50420" fmla="*/ 3831099 w 5799173"/>
              <a:gd name="connsiteY50420" fmla="*/ 4380018 h 5017219"/>
              <a:gd name="connsiteX50421" fmla="*/ 3831099 w 5799173"/>
              <a:gd name="connsiteY50421" fmla="*/ 4381513 h 5017219"/>
              <a:gd name="connsiteX50422" fmla="*/ 3820715 w 5799173"/>
              <a:gd name="connsiteY50422" fmla="*/ 4399458 h 5017219"/>
              <a:gd name="connsiteX50423" fmla="*/ 3819468 w 5799173"/>
              <a:gd name="connsiteY50423" fmla="*/ 4400206 h 5017219"/>
              <a:gd name="connsiteX50424" fmla="*/ 2354172 w 5799173"/>
              <a:gd name="connsiteY50424" fmla="*/ 4013172 h 5017219"/>
              <a:gd name="connsiteX50425" fmla="*/ 2352843 w 5799173"/>
              <a:gd name="connsiteY50425" fmla="*/ 4012425 h 5017219"/>
              <a:gd name="connsiteX50426" fmla="*/ 2342292 w 5799173"/>
              <a:gd name="connsiteY50426" fmla="*/ 3994067 h 5017219"/>
              <a:gd name="connsiteX50427" fmla="*/ 2342292 w 5799173"/>
              <a:gd name="connsiteY50427" fmla="*/ 3992571 h 5017219"/>
              <a:gd name="connsiteX50428" fmla="*/ 2352843 w 5799173"/>
              <a:gd name="connsiteY50428" fmla="*/ 3974213 h 5017219"/>
              <a:gd name="connsiteX50429" fmla="*/ 2354172 w 5799173"/>
              <a:gd name="connsiteY50429" fmla="*/ 3973464 h 5017219"/>
              <a:gd name="connsiteX50430" fmla="*/ 2375358 w 5799173"/>
              <a:gd name="connsiteY50430" fmla="*/ 3973460 h 5017219"/>
              <a:gd name="connsiteX50431" fmla="*/ 2376687 w 5799173"/>
              <a:gd name="connsiteY50431" fmla="*/ 3974211 h 5017219"/>
              <a:gd name="connsiteX50432" fmla="*/ 2387239 w 5799173"/>
              <a:gd name="connsiteY50432" fmla="*/ 3992569 h 5017219"/>
              <a:gd name="connsiteX50433" fmla="*/ 2387238 w 5799173"/>
              <a:gd name="connsiteY50433" fmla="*/ 3994067 h 5017219"/>
              <a:gd name="connsiteX50434" fmla="*/ 2376687 w 5799173"/>
              <a:gd name="connsiteY50434" fmla="*/ 4012426 h 5017219"/>
              <a:gd name="connsiteX50435" fmla="*/ 2375357 w 5799173"/>
              <a:gd name="connsiteY50435" fmla="*/ 4013174 h 5017219"/>
              <a:gd name="connsiteX50436" fmla="*/ 1812435 w 5799173"/>
              <a:gd name="connsiteY50436" fmla="*/ 3868027 h 5017219"/>
              <a:gd name="connsiteX50437" fmla="*/ 1811106 w 5799173"/>
              <a:gd name="connsiteY50437" fmla="*/ 3867279 h 5017219"/>
              <a:gd name="connsiteX50438" fmla="*/ 1800470 w 5799173"/>
              <a:gd name="connsiteY50438" fmla="*/ 3848839 h 5017219"/>
              <a:gd name="connsiteX50439" fmla="*/ 1800471 w 5799173"/>
              <a:gd name="connsiteY50439" fmla="*/ 3847342 h 5017219"/>
              <a:gd name="connsiteX50440" fmla="*/ 1811105 w 5799173"/>
              <a:gd name="connsiteY50440" fmla="*/ 3828899 h 5017219"/>
              <a:gd name="connsiteX50441" fmla="*/ 1812434 w 5799173"/>
              <a:gd name="connsiteY50441" fmla="*/ 3828151 h 5017219"/>
              <a:gd name="connsiteX50442" fmla="*/ 1833704 w 5799173"/>
              <a:gd name="connsiteY50442" fmla="*/ 3828149 h 5017219"/>
              <a:gd name="connsiteX50443" fmla="*/ 1835033 w 5799173"/>
              <a:gd name="connsiteY50443" fmla="*/ 3828895 h 5017219"/>
              <a:gd name="connsiteX50444" fmla="*/ 1845666 w 5799173"/>
              <a:gd name="connsiteY50444" fmla="*/ 3847341 h 5017219"/>
              <a:gd name="connsiteX50445" fmla="*/ 1845666 w 5799173"/>
              <a:gd name="connsiteY50445" fmla="*/ 3848836 h 5017219"/>
              <a:gd name="connsiteX50446" fmla="*/ 1835032 w 5799173"/>
              <a:gd name="connsiteY50446" fmla="*/ 3867280 h 5017219"/>
              <a:gd name="connsiteX50447" fmla="*/ 1833703 w 5799173"/>
              <a:gd name="connsiteY50447" fmla="*/ 3868029 h 5017219"/>
              <a:gd name="connsiteX50448" fmla="*/ 2113422 w 5799173"/>
              <a:gd name="connsiteY50448" fmla="*/ 3948685 h 5017219"/>
              <a:gd name="connsiteX50449" fmla="*/ 2112093 w 5799173"/>
              <a:gd name="connsiteY50449" fmla="*/ 3947938 h 5017219"/>
              <a:gd name="connsiteX50450" fmla="*/ 2101541 w 5799173"/>
              <a:gd name="connsiteY50450" fmla="*/ 3929580 h 5017219"/>
              <a:gd name="connsiteX50451" fmla="*/ 2101541 w 5799173"/>
              <a:gd name="connsiteY50451" fmla="*/ 3928083 h 5017219"/>
              <a:gd name="connsiteX50452" fmla="*/ 2112092 w 5799173"/>
              <a:gd name="connsiteY50452" fmla="*/ 3909725 h 5017219"/>
              <a:gd name="connsiteX50453" fmla="*/ 2113421 w 5799173"/>
              <a:gd name="connsiteY50453" fmla="*/ 3908974 h 5017219"/>
              <a:gd name="connsiteX50454" fmla="*/ 2134606 w 5799173"/>
              <a:gd name="connsiteY50454" fmla="*/ 3908974 h 5017219"/>
              <a:gd name="connsiteX50455" fmla="*/ 2135937 w 5799173"/>
              <a:gd name="connsiteY50455" fmla="*/ 3909721 h 5017219"/>
              <a:gd name="connsiteX50456" fmla="*/ 2146488 w 5799173"/>
              <a:gd name="connsiteY50456" fmla="*/ 3928082 h 5017219"/>
              <a:gd name="connsiteX50457" fmla="*/ 2146488 w 5799173"/>
              <a:gd name="connsiteY50457" fmla="*/ 3929577 h 5017219"/>
              <a:gd name="connsiteX50458" fmla="*/ 2135937 w 5799173"/>
              <a:gd name="connsiteY50458" fmla="*/ 3947938 h 5017219"/>
              <a:gd name="connsiteX50459" fmla="*/ 2134606 w 5799173"/>
              <a:gd name="connsiteY50459" fmla="*/ 3948687 h 5017219"/>
              <a:gd name="connsiteX50460" fmla="*/ 1872651 w 5799173"/>
              <a:gd name="connsiteY50460" fmla="*/ 3884178 h 5017219"/>
              <a:gd name="connsiteX50461" fmla="*/ 1871405 w 5799173"/>
              <a:gd name="connsiteY50461" fmla="*/ 3883430 h 5017219"/>
              <a:gd name="connsiteX50462" fmla="*/ 1860854 w 5799173"/>
              <a:gd name="connsiteY50462" fmla="*/ 3865153 h 5017219"/>
              <a:gd name="connsiteX50463" fmla="*/ 1860854 w 5799173"/>
              <a:gd name="connsiteY50463" fmla="*/ 3863657 h 5017219"/>
              <a:gd name="connsiteX50464" fmla="*/ 1871405 w 5799173"/>
              <a:gd name="connsiteY50464" fmla="*/ 3845379 h 5017219"/>
              <a:gd name="connsiteX50465" fmla="*/ 1872651 w 5799173"/>
              <a:gd name="connsiteY50465" fmla="*/ 3844630 h 5017219"/>
              <a:gd name="connsiteX50466" fmla="*/ 1893671 w 5799173"/>
              <a:gd name="connsiteY50466" fmla="*/ 3844629 h 5017219"/>
              <a:gd name="connsiteX50467" fmla="*/ 1894917 w 5799173"/>
              <a:gd name="connsiteY50467" fmla="*/ 3845378 h 5017219"/>
              <a:gd name="connsiteX50468" fmla="*/ 1905468 w 5799173"/>
              <a:gd name="connsiteY50468" fmla="*/ 3863655 h 5017219"/>
              <a:gd name="connsiteX50469" fmla="*/ 1905468 w 5799173"/>
              <a:gd name="connsiteY50469" fmla="*/ 3865151 h 5017219"/>
              <a:gd name="connsiteX50470" fmla="*/ 1894916 w 5799173"/>
              <a:gd name="connsiteY50470" fmla="*/ 3883430 h 5017219"/>
              <a:gd name="connsiteX50471" fmla="*/ 1893670 w 5799173"/>
              <a:gd name="connsiteY50471" fmla="*/ 3884178 h 5017219"/>
              <a:gd name="connsiteX50472" fmla="*/ 1932848 w 5799173"/>
              <a:gd name="connsiteY50472" fmla="*/ 3900331 h 5017219"/>
              <a:gd name="connsiteX50473" fmla="*/ 1931603 w 5799173"/>
              <a:gd name="connsiteY50473" fmla="*/ 3899584 h 5017219"/>
              <a:gd name="connsiteX50474" fmla="*/ 1921218 w 5799173"/>
              <a:gd name="connsiteY50474" fmla="*/ 3881554 h 5017219"/>
              <a:gd name="connsiteX50475" fmla="*/ 1921218 w 5799173"/>
              <a:gd name="connsiteY50475" fmla="*/ 3880059 h 5017219"/>
              <a:gd name="connsiteX50476" fmla="*/ 1931686 w 5799173"/>
              <a:gd name="connsiteY50476" fmla="*/ 3862031 h 5017219"/>
              <a:gd name="connsiteX50477" fmla="*/ 1932932 w 5799173"/>
              <a:gd name="connsiteY50477" fmla="*/ 3861283 h 5017219"/>
              <a:gd name="connsiteX50478" fmla="*/ 1953785 w 5799173"/>
              <a:gd name="connsiteY50478" fmla="*/ 3861283 h 5017219"/>
              <a:gd name="connsiteX50479" fmla="*/ 1955031 w 5799173"/>
              <a:gd name="connsiteY50479" fmla="*/ 3862031 h 5017219"/>
              <a:gd name="connsiteX50480" fmla="*/ 1965416 w 5799173"/>
              <a:gd name="connsiteY50480" fmla="*/ 3880059 h 5017219"/>
              <a:gd name="connsiteX50481" fmla="*/ 1965416 w 5799173"/>
              <a:gd name="connsiteY50481" fmla="*/ 3881554 h 5017219"/>
              <a:gd name="connsiteX50482" fmla="*/ 1954948 w 5799173"/>
              <a:gd name="connsiteY50482" fmla="*/ 3899584 h 5017219"/>
              <a:gd name="connsiteX50483" fmla="*/ 1953701 w 5799173"/>
              <a:gd name="connsiteY50483" fmla="*/ 3900331 h 5017219"/>
              <a:gd name="connsiteX50484" fmla="*/ 1993017 w 5799173"/>
              <a:gd name="connsiteY50484" fmla="*/ 3916457 h 5017219"/>
              <a:gd name="connsiteX50485" fmla="*/ 1991771 w 5799173"/>
              <a:gd name="connsiteY50485" fmla="*/ 3915709 h 5017219"/>
              <a:gd name="connsiteX50486" fmla="*/ 1981220 w 5799173"/>
              <a:gd name="connsiteY50486" fmla="*/ 3897432 h 5017219"/>
              <a:gd name="connsiteX50487" fmla="*/ 1981220 w 5799173"/>
              <a:gd name="connsiteY50487" fmla="*/ 3895936 h 5017219"/>
              <a:gd name="connsiteX50488" fmla="*/ 1991771 w 5799173"/>
              <a:gd name="connsiteY50488" fmla="*/ 3877658 h 5017219"/>
              <a:gd name="connsiteX50489" fmla="*/ 1993017 w 5799173"/>
              <a:gd name="connsiteY50489" fmla="*/ 3876910 h 5017219"/>
              <a:gd name="connsiteX50490" fmla="*/ 2014037 w 5799173"/>
              <a:gd name="connsiteY50490" fmla="*/ 3876908 h 5017219"/>
              <a:gd name="connsiteX50491" fmla="*/ 2015283 w 5799173"/>
              <a:gd name="connsiteY50491" fmla="*/ 3877657 h 5017219"/>
              <a:gd name="connsiteX50492" fmla="*/ 2025834 w 5799173"/>
              <a:gd name="connsiteY50492" fmla="*/ 3895934 h 5017219"/>
              <a:gd name="connsiteX50493" fmla="*/ 2025833 w 5799173"/>
              <a:gd name="connsiteY50493" fmla="*/ 3897431 h 5017219"/>
              <a:gd name="connsiteX50494" fmla="*/ 2015282 w 5799173"/>
              <a:gd name="connsiteY50494" fmla="*/ 3915709 h 5017219"/>
              <a:gd name="connsiteX50495" fmla="*/ 2014036 w 5799173"/>
              <a:gd name="connsiteY50495" fmla="*/ 3916457 h 5017219"/>
              <a:gd name="connsiteX50496" fmla="*/ 3437504 w 5799173"/>
              <a:gd name="connsiteY50496" fmla="*/ 4303583 h 5017219"/>
              <a:gd name="connsiteX50497" fmla="*/ 3436259 w 5799173"/>
              <a:gd name="connsiteY50497" fmla="*/ 4302836 h 5017219"/>
              <a:gd name="connsiteX50498" fmla="*/ 3425791 w 5799173"/>
              <a:gd name="connsiteY50498" fmla="*/ 4284724 h 5017219"/>
              <a:gd name="connsiteX50499" fmla="*/ 3425791 w 5799173"/>
              <a:gd name="connsiteY50499" fmla="*/ 4283229 h 5017219"/>
              <a:gd name="connsiteX50500" fmla="*/ 3436258 w 5799173"/>
              <a:gd name="connsiteY50500" fmla="*/ 4265118 h 5017219"/>
              <a:gd name="connsiteX50501" fmla="*/ 3437504 w 5799173"/>
              <a:gd name="connsiteY50501" fmla="*/ 4264370 h 5017219"/>
              <a:gd name="connsiteX50502" fmla="*/ 3458441 w 5799173"/>
              <a:gd name="connsiteY50502" fmla="*/ 4264369 h 5017219"/>
              <a:gd name="connsiteX50503" fmla="*/ 3459687 w 5799173"/>
              <a:gd name="connsiteY50503" fmla="*/ 4265117 h 5017219"/>
              <a:gd name="connsiteX50504" fmla="*/ 3470154 w 5799173"/>
              <a:gd name="connsiteY50504" fmla="*/ 4283228 h 5017219"/>
              <a:gd name="connsiteX50505" fmla="*/ 3470155 w 5799173"/>
              <a:gd name="connsiteY50505" fmla="*/ 4284723 h 5017219"/>
              <a:gd name="connsiteX50506" fmla="*/ 3459686 w 5799173"/>
              <a:gd name="connsiteY50506" fmla="*/ 4302836 h 5017219"/>
              <a:gd name="connsiteX50507" fmla="*/ 3458441 w 5799173"/>
              <a:gd name="connsiteY50507" fmla="*/ 4303583 h 5017219"/>
              <a:gd name="connsiteX50508" fmla="*/ 2293961 w 5799173"/>
              <a:gd name="connsiteY50508" fmla="*/ 3997192 h 5017219"/>
              <a:gd name="connsiteX50509" fmla="*/ 2292715 w 5799173"/>
              <a:gd name="connsiteY50509" fmla="*/ 3996445 h 5017219"/>
              <a:gd name="connsiteX50510" fmla="*/ 2282247 w 5799173"/>
              <a:gd name="connsiteY50510" fmla="*/ 3978333 h 5017219"/>
              <a:gd name="connsiteX50511" fmla="*/ 2282247 w 5799173"/>
              <a:gd name="connsiteY50511" fmla="*/ 3976838 h 5017219"/>
              <a:gd name="connsiteX50512" fmla="*/ 2292715 w 5799173"/>
              <a:gd name="connsiteY50512" fmla="*/ 3958726 h 5017219"/>
              <a:gd name="connsiteX50513" fmla="*/ 2293961 w 5799173"/>
              <a:gd name="connsiteY50513" fmla="*/ 3957978 h 5017219"/>
              <a:gd name="connsiteX50514" fmla="*/ 2314897 w 5799173"/>
              <a:gd name="connsiteY50514" fmla="*/ 3957978 h 5017219"/>
              <a:gd name="connsiteX50515" fmla="*/ 2316143 w 5799173"/>
              <a:gd name="connsiteY50515" fmla="*/ 3958726 h 5017219"/>
              <a:gd name="connsiteX50516" fmla="*/ 2326611 w 5799173"/>
              <a:gd name="connsiteY50516" fmla="*/ 3976837 h 5017219"/>
              <a:gd name="connsiteX50517" fmla="*/ 2326611 w 5799173"/>
              <a:gd name="connsiteY50517" fmla="*/ 3978333 h 5017219"/>
              <a:gd name="connsiteX50518" fmla="*/ 2316143 w 5799173"/>
              <a:gd name="connsiteY50518" fmla="*/ 3996445 h 5017219"/>
              <a:gd name="connsiteX50519" fmla="*/ 2314897 w 5799173"/>
              <a:gd name="connsiteY50519" fmla="*/ 3997192 h 5017219"/>
              <a:gd name="connsiteX50520" fmla="*/ 4099511 w 5799173"/>
              <a:gd name="connsiteY50520" fmla="*/ 4480988 h 5017219"/>
              <a:gd name="connsiteX50521" fmla="*/ 4098265 w 5799173"/>
              <a:gd name="connsiteY50521" fmla="*/ 4480239 h 5017219"/>
              <a:gd name="connsiteX50522" fmla="*/ 4087714 w 5799173"/>
              <a:gd name="connsiteY50522" fmla="*/ 4461962 h 5017219"/>
              <a:gd name="connsiteX50523" fmla="*/ 4087714 w 5799173"/>
              <a:gd name="connsiteY50523" fmla="*/ 4460466 h 5017219"/>
              <a:gd name="connsiteX50524" fmla="*/ 4098265 w 5799173"/>
              <a:gd name="connsiteY50524" fmla="*/ 4442188 h 5017219"/>
              <a:gd name="connsiteX50525" fmla="*/ 4099511 w 5799173"/>
              <a:gd name="connsiteY50525" fmla="*/ 4441440 h 5017219"/>
              <a:gd name="connsiteX50526" fmla="*/ 4120530 w 5799173"/>
              <a:gd name="connsiteY50526" fmla="*/ 4441441 h 5017219"/>
              <a:gd name="connsiteX50527" fmla="*/ 4121776 w 5799173"/>
              <a:gd name="connsiteY50527" fmla="*/ 4442189 h 5017219"/>
              <a:gd name="connsiteX50528" fmla="*/ 4132327 w 5799173"/>
              <a:gd name="connsiteY50528" fmla="*/ 4460465 h 5017219"/>
              <a:gd name="connsiteX50529" fmla="*/ 4132327 w 5799173"/>
              <a:gd name="connsiteY50529" fmla="*/ 4461961 h 5017219"/>
              <a:gd name="connsiteX50530" fmla="*/ 4121776 w 5799173"/>
              <a:gd name="connsiteY50530" fmla="*/ 4480239 h 5017219"/>
              <a:gd name="connsiteX50531" fmla="*/ 4120530 w 5799173"/>
              <a:gd name="connsiteY50531" fmla="*/ 4480987 h 5017219"/>
              <a:gd name="connsiteX50532" fmla="*/ 2173532 w 5799173"/>
              <a:gd name="connsiteY50532" fmla="*/ 3965001 h 5017219"/>
              <a:gd name="connsiteX50533" fmla="*/ 2172286 w 5799173"/>
              <a:gd name="connsiteY50533" fmla="*/ 3964253 h 5017219"/>
              <a:gd name="connsiteX50534" fmla="*/ 2161735 w 5799173"/>
              <a:gd name="connsiteY50534" fmla="*/ 3945976 h 5017219"/>
              <a:gd name="connsiteX50535" fmla="*/ 2161735 w 5799173"/>
              <a:gd name="connsiteY50535" fmla="*/ 3944480 h 5017219"/>
              <a:gd name="connsiteX50536" fmla="*/ 2172286 w 5799173"/>
              <a:gd name="connsiteY50536" fmla="*/ 3926202 h 5017219"/>
              <a:gd name="connsiteX50537" fmla="*/ 2173532 w 5799173"/>
              <a:gd name="connsiteY50537" fmla="*/ 3925454 h 5017219"/>
              <a:gd name="connsiteX50538" fmla="*/ 2194551 w 5799173"/>
              <a:gd name="connsiteY50538" fmla="*/ 3925454 h 5017219"/>
              <a:gd name="connsiteX50539" fmla="*/ 2195797 w 5799173"/>
              <a:gd name="connsiteY50539" fmla="*/ 3926203 h 5017219"/>
              <a:gd name="connsiteX50540" fmla="*/ 2206348 w 5799173"/>
              <a:gd name="connsiteY50540" fmla="*/ 3944479 h 5017219"/>
              <a:gd name="connsiteX50541" fmla="*/ 2206348 w 5799173"/>
              <a:gd name="connsiteY50541" fmla="*/ 3945975 h 5017219"/>
              <a:gd name="connsiteX50542" fmla="*/ 2195797 w 5799173"/>
              <a:gd name="connsiteY50542" fmla="*/ 3964253 h 5017219"/>
              <a:gd name="connsiteX50543" fmla="*/ 2194551 w 5799173"/>
              <a:gd name="connsiteY50543" fmla="*/ 3965001 h 5017219"/>
              <a:gd name="connsiteX50544" fmla="*/ 1752134 w 5799173"/>
              <a:gd name="connsiteY50544" fmla="*/ 3852328 h 5017219"/>
              <a:gd name="connsiteX50545" fmla="*/ 1750805 w 5799173"/>
              <a:gd name="connsiteY50545" fmla="*/ 3851581 h 5017219"/>
              <a:gd name="connsiteX50546" fmla="*/ 1740171 w 5799173"/>
              <a:gd name="connsiteY50546" fmla="*/ 3833137 h 5017219"/>
              <a:gd name="connsiteX50547" fmla="*/ 1740171 w 5799173"/>
              <a:gd name="connsiteY50547" fmla="*/ 3831641 h 5017219"/>
              <a:gd name="connsiteX50548" fmla="*/ 1750806 w 5799173"/>
              <a:gd name="connsiteY50548" fmla="*/ 3813197 h 5017219"/>
              <a:gd name="connsiteX50549" fmla="*/ 1752135 w 5799173"/>
              <a:gd name="connsiteY50549" fmla="*/ 3812449 h 5017219"/>
              <a:gd name="connsiteX50550" fmla="*/ 1773403 w 5799173"/>
              <a:gd name="connsiteY50550" fmla="*/ 3812449 h 5017219"/>
              <a:gd name="connsiteX50551" fmla="*/ 1774733 w 5799173"/>
              <a:gd name="connsiteY50551" fmla="*/ 3813197 h 5017219"/>
              <a:gd name="connsiteX50552" fmla="*/ 1785366 w 5799173"/>
              <a:gd name="connsiteY50552" fmla="*/ 3831640 h 5017219"/>
              <a:gd name="connsiteX50553" fmla="*/ 1785366 w 5799173"/>
              <a:gd name="connsiteY50553" fmla="*/ 3833136 h 5017219"/>
              <a:gd name="connsiteX50554" fmla="*/ 1774732 w 5799173"/>
              <a:gd name="connsiteY50554" fmla="*/ 3851580 h 5017219"/>
              <a:gd name="connsiteX50555" fmla="*/ 1773403 w 5799173"/>
              <a:gd name="connsiteY50555" fmla="*/ 3852328 h 5017219"/>
              <a:gd name="connsiteX50556" fmla="*/ 2414060 w 5799173"/>
              <a:gd name="connsiteY50556" fmla="*/ 4029711 h 5017219"/>
              <a:gd name="connsiteX50557" fmla="*/ 2412730 w 5799173"/>
              <a:gd name="connsiteY50557" fmla="*/ 4028963 h 5017219"/>
              <a:gd name="connsiteX50558" fmla="*/ 2401846 w 5799173"/>
              <a:gd name="connsiteY50558" fmla="*/ 4010108 h 5017219"/>
              <a:gd name="connsiteX50559" fmla="*/ 2401847 w 5799173"/>
              <a:gd name="connsiteY50559" fmla="*/ 4008528 h 5017219"/>
              <a:gd name="connsiteX50560" fmla="*/ 2412730 w 5799173"/>
              <a:gd name="connsiteY50560" fmla="*/ 3989669 h 5017219"/>
              <a:gd name="connsiteX50561" fmla="*/ 2414060 w 5799173"/>
              <a:gd name="connsiteY50561" fmla="*/ 3988918 h 5017219"/>
              <a:gd name="connsiteX50562" fmla="*/ 2435826 w 5799173"/>
              <a:gd name="connsiteY50562" fmla="*/ 3988919 h 5017219"/>
              <a:gd name="connsiteX50563" fmla="*/ 2437156 w 5799173"/>
              <a:gd name="connsiteY50563" fmla="*/ 3989667 h 5017219"/>
              <a:gd name="connsiteX50564" fmla="*/ 2448040 w 5799173"/>
              <a:gd name="connsiteY50564" fmla="*/ 4008524 h 5017219"/>
              <a:gd name="connsiteX50565" fmla="*/ 2448039 w 5799173"/>
              <a:gd name="connsiteY50565" fmla="*/ 4010105 h 5017219"/>
              <a:gd name="connsiteX50566" fmla="*/ 2437156 w 5799173"/>
              <a:gd name="connsiteY50566" fmla="*/ 4028964 h 5017219"/>
              <a:gd name="connsiteX50567" fmla="*/ 2435826 w 5799173"/>
              <a:gd name="connsiteY50567" fmla="*/ 4029713 h 5017219"/>
              <a:gd name="connsiteX50568" fmla="*/ 2474076 w 5799173"/>
              <a:gd name="connsiteY50568" fmla="*/ 4046325 h 5017219"/>
              <a:gd name="connsiteX50569" fmla="*/ 2472747 w 5799173"/>
              <a:gd name="connsiteY50569" fmla="*/ 4045576 h 5017219"/>
              <a:gd name="connsiteX50570" fmla="*/ 2461781 w 5799173"/>
              <a:gd name="connsiteY50570" fmla="*/ 4026552 h 5017219"/>
              <a:gd name="connsiteX50571" fmla="*/ 2461781 w 5799173"/>
              <a:gd name="connsiteY50571" fmla="*/ 4024973 h 5017219"/>
              <a:gd name="connsiteX50572" fmla="*/ 2472747 w 5799173"/>
              <a:gd name="connsiteY50572" fmla="*/ 4005948 h 5017219"/>
              <a:gd name="connsiteX50573" fmla="*/ 2474077 w 5799173"/>
              <a:gd name="connsiteY50573" fmla="*/ 4005198 h 5017219"/>
              <a:gd name="connsiteX50574" fmla="*/ 2496010 w 5799173"/>
              <a:gd name="connsiteY50574" fmla="*/ 4005198 h 5017219"/>
              <a:gd name="connsiteX50575" fmla="*/ 2497340 w 5799173"/>
              <a:gd name="connsiteY50575" fmla="*/ 4005946 h 5017219"/>
              <a:gd name="connsiteX50576" fmla="*/ 2508305 w 5799173"/>
              <a:gd name="connsiteY50576" fmla="*/ 4024973 h 5017219"/>
              <a:gd name="connsiteX50577" fmla="*/ 2508306 w 5799173"/>
              <a:gd name="connsiteY50577" fmla="*/ 4026549 h 5017219"/>
              <a:gd name="connsiteX50578" fmla="*/ 2497339 w 5799173"/>
              <a:gd name="connsiteY50578" fmla="*/ 4045577 h 5017219"/>
              <a:gd name="connsiteX50579" fmla="*/ 2496009 w 5799173"/>
              <a:gd name="connsiteY50579" fmla="*/ 4046324 h 5017219"/>
              <a:gd name="connsiteX50580" fmla="*/ 2825956 w 5799173"/>
              <a:gd name="connsiteY50580" fmla="*/ 4186452 h 5017219"/>
              <a:gd name="connsiteX50581" fmla="*/ 2825208 w 5799173"/>
              <a:gd name="connsiteY50581" fmla="*/ 4186038 h 5017219"/>
              <a:gd name="connsiteX50582" fmla="*/ 2819060 w 5799173"/>
              <a:gd name="connsiteY50582" fmla="*/ 4175403 h 5017219"/>
              <a:gd name="connsiteX50583" fmla="*/ 2819060 w 5799173"/>
              <a:gd name="connsiteY50583" fmla="*/ 4174573 h 5017219"/>
              <a:gd name="connsiteX50584" fmla="*/ 2825208 w 5799173"/>
              <a:gd name="connsiteY50584" fmla="*/ 4163937 h 5017219"/>
              <a:gd name="connsiteX50585" fmla="*/ 2825956 w 5799173"/>
              <a:gd name="connsiteY50585" fmla="*/ 4163522 h 5017219"/>
              <a:gd name="connsiteX50586" fmla="*/ 2838251 w 5799173"/>
              <a:gd name="connsiteY50586" fmla="*/ 4163523 h 5017219"/>
              <a:gd name="connsiteX50587" fmla="*/ 2838999 w 5799173"/>
              <a:gd name="connsiteY50587" fmla="*/ 4163937 h 5017219"/>
              <a:gd name="connsiteX50588" fmla="*/ 2845147 w 5799173"/>
              <a:gd name="connsiteY50588" fmla="*/ 4174573 h 5017219"/>
              <a:gd name="connsiteX50589" fmla="*/ 2845147 w 5799173"/>
              <a:gd name="connsiteY50589" fmla="*/ 4175402 h 5017219"/>
              <a:gd name="connsiteX50590" fmla="*/ 2838999 w 5799173"/>
              <a:gd name="connsiteY50590" fmla="*/ 4186037 h 5017219"/>
              <a:gd name="connsiteX50591" fmla="*/ 2838251 w 5799173"/>
              <a:gd name="connsiteY50591" fmla="*/ 4186453 h 5017219"/>
              <a:gd name="connsiteX50592" fmla="*/ 2885760 w 5799173"/>
              <a:gd name="connsiteY50592" fmla="*/ 4203093 h 5017219"/>
              <a:gd name="connsiteX50593" fmla="*/ 2884929 w 5799173"/>
              <a:gd name="connsiteY50593" fmla="*/ 4202594 h 5017219"/>
              <a:gd name="connsiteX50594" fmla="*/ 2878283 w 5799173"/>
              <a:gd name="connsiteY50594" fmla="*/ 4191128 h 5017219"/>
              <a:gd name="connsiteX50595" fmla="*/ 2878283 w 5799173"/>
              <a:gd name="connsiteY50595" fmla="*/ 4190215 h 5017219"/>
              <a:gd name="connsiteX50596" fmla="*/ 2884930 w 5799173"/>
              <a:gd name="connsiteY50596" fmla="*/ 4178747 h 5017219"/>
              <a:gd name="connsiteX50597" fmla="*/ 2885760 w 5799173"/>
              <a:gd name="connsiteY50597" fmla="*/ 4178250 h 5017219"/>
              <a:gd name="connsiteX50598" fmla="*/ 2898970 w 5799173"/>
              <a:gd name="connsiteY50598" fmla="*/ 4178247 h 5017219"/>
              <a:gd name="connsiteX50599" fmla="*/ 2899801 w 5799173"/>
              <a:gd name="connsiteY50599" fmla="*/ 4178748 h 5017219"/>
              <a:gd name="connsiteX50600" fmla="*/ 2906447 w 5799173"/>
              <a:gd name="connsiteY50600" fmla="*/ 4190214 h 5017219"/>
              <a:gd name="connsiteX50601" fmla="*/ 2906447 w 5799173"/>
              <a:gd name="connsiteY50601" fmla="*/ 4191127 h 5017219"/>
              <a:gd name="connsiteX50602" fmla="*/ 2899800 w 5799173"/>
              <a:gd name="connsiteY50602" fmla="*/ 4202593 h 5017219"/>
              <a:gd name="connsiteX50603" fmla="*/ 2898968 w 5799173"/>
              <a:gd name="connsiteY50603" fmla="*/ 4203094 h 5017219"/>
              <a:gd name="connsiteX50604" fmla="*/ 898053 w 5799173"/>
              <a:gd name="connsiteY50604" fmla="*/ 3673797 h 5017219"/>
              <a:gd name="connsiteX50605" fmla="*/ 897057 w 5799173"/>
              <a:gd name="connsiteY50605" fmla="*/ 3673213 h 5017219"/>
              <a:gd name="connsiteX50606" fmla="*/ 888916 w 5799173"/>
              <a:gd name="connsiteY50606" fmla="*/ 3659003 h 5017219"/>
              <a:gd name="connsiteX50607" fmla="*/ 888916 w 5799173"/>
              <a:gd name="connsiteY50607" fmla="*/ 3657841 h 5017219"/>
              <a:gd name="connsiteX50608" fmla="*/ 897142 w 5799173"/>
              <a:gd name="connsiteY50608" fmla="*/ 3643631 h 5017219"/>
              <a:gd name="connsiteX50609" fmla="*/ 898139 w 5799173"/>
              <a:gd name="connsiteY50609" fmla="*/ 3643049 h 5017219"/>
              <a:gd name="connsiteX50610" fmla="*/ 914505 w 5799173"/>
              <a:gd name="connsiteY50610" fmla="*/ 3643048 h 5017219"/>
              <a:gd name="connsiteX50611" fmla="*/ 915502 w 5799173"/>
              <a:gd name="connsiteY50611" fmla="*/ 3643630 h 5017219"/>
              <a:gd name="connsiteX50612" fmla="*/ 923644 w 5799173"/>
              <a:gd name="connsiteY50612" fmla="*/ 3657838 h 5017219"/>
              <a:gd name="connsiteX50613" fmla="*/ 923643 w 5799173"/>
              <a:gd name="connsiteY50613" fmla="*/ 3659003 h 5017219"/>
              <a:gd name="connsiteX50614" fmla="*/ 915418 w 5799173"/>
              <a:gd name="connsiteY50614" fmla="*/ 3673211 h 5017219"/>
              <a:gd name="connsiteX50615" fmla="*/ 914421 w 5799173"/>
              <a:gd name="connsiteY50615" fmla="*/ 3673793 h 5017219"/>
              <a:gd name="connsiteX50616" fmla="*/ 957996 w 5799173"/>
              <a:gd name="connsiteY50616" fmla="*/ 3690313 h 5017219"/>
              <a:gd name="connsiteX50617" fmla="*/ 956998 w 5799173"/>
              <a:gd name="connsiteY50617" fmla="*/ 3689732 h 5017219"/>
              <a:gd name="connsiteX50618" fmla="*/ 948526 w 5799173"/>
              <a:gd name="connsiteY50618" fmla="*/ 3675108 h 5017219"/>
              <a:gd name="connsiteX50619" fmla="*/ 948525 w 5799173"/>
              <a:gd name="connsiteY50619" fmla="*/ 3673944 h 5017219"/>
              <a:gd name="connsiteX50620" fmla="*/ 957001 w 5799173"/>
              <a:gd name="connsiteY50620" fmla="*/ 3659317 h 5017219"/>
              <a:gd name="connsiteX50621" fmla="*/ 957998 w 5799173"/>
              <a:gd name="connsiteY50621" fmla="*/ 3658737 h 5017219"/>
              <a:gd name="connsiteX50622" fmla="*/ 974863 w 5799173"/>
              <a:gd name="connsiteY50622" fmla="*/ 3658736 h 5017219"/>
              <a:gd name="connsiteX50623" fmla="*/ 975860 w 5799173"/>
              <a:gd name="connsiteY50623" fmla="*/ 3659316 h 5017219"/>
              <a:gd name="connsiteX50624" fmla="*/ 984333 w 5799173"/>
              <a:gd name="connsiteY50624" fmla="*/ 3673942 h 5017219"/>
              <a:gd name="connsiteX50625" fmla="*/ 984333 w 5799173"/>
              <a:gd name="connsiteY50625" fmla="*/ 3675106 h 5017219"/>
              <a:gd name="connsiteX50626" fmla="*/ 975858 w 5799173"/>
              <a:gd name="connsiteY50626" fmla="*/ 3689730 h 5017219"/>
              <a:gd name="connsiteX50627" fmla="*/ 974861 w 5799173"/>
              <a:gd name="connsiteY50627" fmla="*/ 3690310 h 5017219"/>
              <a:gd name="connsiteX50628" fmla="*/ 1258526 w 5799173"/>
              <a:gd name="connsiteY50628" fmla="*/ 3771827 h 5017219"/>
              <a:gd name="connsiteX50629" fmla="*/ 1257446 w 5799173"/>
              <a:gd name="connsiteY50629" fmla="*/ 3771245 h 5017219"/>
              <a:gd name="connsiteX50630" fmla="*/ 1248640 w 5799173"/>
              <a:gd name="connsiteY50630" fmla="*/ 3756041 h 5017219"/>
              <a:gd name="connsiteX50631" fmla="*/ 1248640 w 5799173"/>
              <a:gd name="connsiteY50631" fmla="*/ 3754794 h 5017219"/>
              <a:gd name="connsiteX50632" fmla="*/ 1257447 w 5799173"/>
              <a:gd name="connsiteY50632" fmla="*/ 3739588 h 5017219"/>
              <a:gd name="connsiteX50633" fmla="*/ 1258527 w 5799173"/>
              <a:gd name="connsiteY50633" fmla="*/ 3739006 h 5017219"/>
              <a:gd name="connsiteX50634" fmla="*/ 1276140 w 5799173"/>
              <a:gd name="connsiteY50634" fmla="*/ 3739006 h 5017219"/>
              <a:gd name="connsiteX50635" fmla="*/ 1277220 w 5799173"/>
              <a:gd name="connsiteY50635" fmla="*/ 3739588 h 5017219"/>
              <a:gd name="connsiteX50636" fmla="*/ 1286027 w 5799173"/>
              <a:gd name="connsiteY50636" fmla="*/ 3754794 h 5017219"/>
              <a:gd name="connsiteX50637" fmla="*/ 1286027 w 5799173"/>
              <a:gd name="connsiteY50637" fmla="*/ 3756039 h 5017219"/>
              <a:gd name="connsiteX50638" fmla="*/ 1277219 w 5799173"/>
              <a:gd name="connsiteY50638" fmla="*/ 3771246 h 5017219"/>
              <a:gd name="connsiteX50639" fmla="*/ 1276139 w 5799173"/>
              <a:gd name="connsiteY50639" fmla="*/ 3771826 h 5017219"/>
              <a:gd name="connsiteX50640" fmla="*/ 1078019 w 5799173"/>
              <a:gd name="connsiteY50640" fmla="*/ 3723489 h 5017219"/>
              <a:gd name="connsiteX50641" fmla="*/ 1076939 w 5799173"/>
              <a:gd name="connsiteY50641" fmla="*/ 3722909 h 5017219"/>
              <a:gd name="connsiteX50642" fmla="*/ 1068216 w 5799173"/>
              <a:gd name="connsiteY50642" fmla="*/ 3707787 h 5017219"/>
              <a:gd name="connsiteX50643" fmla="*/ 1068216 w 5799173"/>
              <a:gd name="connsiteY50643" fmla="*/ 3706541 h 5017219"/>
              <a:gd name="connsiteX50644" fmla="*/ 1076940 w 5799173"/>
              <a:gd name="connsiteY50644" fmla="*/ 3691419 h 5017219"/>
              <a:gd name="connsiteX50645" fmla="*/ 1078019 w 5799173"/>
              <a:gd name="connsiteY50645" fmla="*/ 3690838 h 5017219"/>
              <a:gd name="connsiteX50646" fmla="*/ 1095549 w 5799173"/>
              <a:gd name="connsiteY50646" fmla="*/ 3690837 h 5017219"/>
              <a:gd name="connsiteX50647" fmla="*/ 1096630 w 5799173"/>
              <a:gd name="connsiteY50647" fmla="*/ 3691419 h 5017219"/>
              <a:gd name="connsiteX50648" fmla="*/ 1105352 w 5799173"/>
              <a:gd name="connsiteY50648" fmla="*/ 3706540 h 5017219"/>
              <a:gd name="connsiteX50649" fmla="*/ 1105352 w 5799173"/>
              <a:gd name="connsiteY50649" fmla="*/ 3707786 h 5017219"/>
              <a:gd name="connsiteX50650" fmla="*/ 1096629 w 5799173"/>
              <a:gd name="connsiteY50650" fmla="*/ 3722908 h 5017219"/>
              <a:gd name="connsiteX50651" fmla="*/ 1095549 w 5799173"/>
              <a:gd name="connsiteY50651" fmla="*/ 3723490 h 5017219"/>
              <a:gd name="connsiteX50652" fmla="*/ 1619408 w 5799173"/>
              <a:gd name="connsiteY50652" fmla="*/ 3869019 h 5017219"/>
              <a:gd name="connsiteX50653" fmla="*/ 1618328 w 5799173"/>
              <a:gd name="connsiteY50653" fmla="*/ 3868354 h 5017219"/>
              <a:gd name="connsiteX50654" fmla="*/ 1609190 w 5799173"/>
              <a:gd name="connsiteY50654" fmla="*/ 3852482 h 5017219"/>
              <a:gd name="connsiteX50655" fmla="*/ 1609190 w 5799173"/>
              <a:gd name="connsiteY50655" fmla="*/ 3851153 h 5017219"/>
              <a:gd name="connsiteX50656" fmla="*/ 1618330 w 5799173"/>
              <a:gd name="connsiteY50656" fmla="*/ 3835281 h 5017219"/>
              <a:gd name="connsiteX50657" fmla="*/ 1619411 w 5799173"/>
              <a:gd name="connsiteY50657" fmla="*/ 3834614 h 5017219"/>
              <a:gd name="connsiteX50658" fmla="*/ 1637687 w 5799173"/>
              <a:gd name="connsiteY50658" fmla="*/ 3834616 h 5017219"/>
              <a:gd name="connsiteX50659" fmla="*/ 1638768 w 5799173"/>
              <a:gd name="connsiteY50659" fmla="*/ 3835278 h 5017219"/>
              <a:gd name="connsiteX50660" fmla="*/ 1647905 w 5799173"/>
              <a:gd name="connsiteY50660" fmla="*/ 3851153 h 5017219"/>
              <a:gd name="connsiteX50661" fmla="*/ 1647906 w 5799173"/>
              <a:gd name="connsiteY50661" fmla="*/ 3852480 h 5017219"/>
              <a:gd name="connsiteX50662" fmla="*/ 1638766 w 5799173"/>
              <a:gd name="connsiteY50662" fmla="*/ 3868352 h 5017219"/>
              <a:gd name="connsiteX50663" fmla="*/ 1637685 w 5799173"/>
              <a:gd name="connsiteY50663" fmla="*/ 3869019 h 5017219"/>
              <a:gd name="connsiteX50664" fmla="*/ 1017587 w 5799173"/>
              <a:gd name="connsiteY50664" fmla="*/ 3707834 h 5017219"/>
              <a:gd name="connsiteX50665" fmla="*/ 1016507 w 5799173"/>
              <a:gd name="connsiteY50665" fmla="*/ 3707168 h 5017219"/>
              <a:gd name="connsiteX50666" fmla="*/ 1007535 w 5799173"/>
              <a:gd name="connsiteY50666" fmla="*/ 3691633 h 5017219"/>
              <a:gd name="connsiteX50667" fmla="*/ 1007536 w 5799173"/>
              <a:gd name="connsiteY50667" fmla="*/ 3690386 h 5017219"/>
              <a:gd name="connsiteX50668" fmla="*/ 1016508 w 5799173"/>
              <a:gd name="connsiteY50668" fmla="*/ 3674851 h 5017219"/>
              <a:gd name="connsiteX50669" fmla="*/ 1017588 w 5799173"/>
              <a:gd name="connsiteY50669" fmla="*/ 3674186 h 5017219"/>
              <a:gd name="connsiteX50670" fmla="*/ 1035451 w 5799173"/>
              <a:gd name="connsiteY50670" fmla="*/ 3674186 h 5017219"/>
              <a:gd name="connsiteX50671" fmla="*/ 1036531 w 5799173"/>
              <a:gd name="connsiteY50671" fmla="*/ 3674850 h 5017219"/>
              <a:gd name="connsiteX50672" fmla="*/ 1045503 w 5799173"/>
              <a:gd name="connsiteY50672" fmla="*/ 3690386 h 5017219"/>
              <a:gd name="connsiteX50673" fmla="*/ 1045503 w 5799173"/>
              <a:gd name="connsiteY50673" fmla="*/ 3691633 h 5017219"/>
              <a:gd name="connsiteX50674" fmla="*/ 1036531 w 5799173"/>
              <a:gd name="connsiteY50674" fmla="*/ 3707168 h 5017219"/>
              <a:gd name="connsiteX50675" fmla="*/ 1035451 w 5799173"/>
              <a:gd name="connsiteY50675" fmla="*/ 3707833 h 5017219"/>
              <a:gd name="connsiteX50676" fmla="*/ 1198054 w 5799173"/>
              <a:gd name="connsiteY50676" fmla="*/ 3756318 h 5017219"/>
              <a:gd name="connsiteX50677" fmla="*/ 1196974 w 5799173"/>
              <a:gd name="connsiteY50677" fmla="*/ 3755652 h 5017219"/>
              <a:gd name="connsiteX50678" fmla="*/ 1187836 w 5799173"/>
              <a:gd name="connsiteY50678" fmla="*/ 3739782 h 5017219"/>
              <a:gd name="connsiteX50679" fmla="*/ 1187836 w 5799173"/>
              <a:gd name="connsiteY50679" fmla="*/ 3738452 h 5017219"/>
              <a:gd name="connsiteX50680" fmla="*/ 1196976 w 5799173"/>
              <a:gd name="connsiteY50680" fmla="*/ 3722583 h 5017219"/>
              <a:gd name="connsiteX50681" fmla="*/ 1198056 w 5799173"/>
              <a:gd name="connsiteY50681" fmla="*/ 3721917 h 5017219"/>
              <a:gd name="connsiteX50682" fmla="*/ 1216333 w 5799173"/>
              <a:gd name="connsiteY50682" fmla="*/ 3721917 h 5017219"/>
              <a:gd name="connsiteX50683" fmla="*/ 1217413 w 5799173"/>
              <a:gd name="connsiteY50683" fmla="*/ 3722581 h 5017219"/>
              <a:gd name="connsiteX50684" fmla="*/ 1226551 w 5799173"/>
              <a:gd name="connsiteY50684" fmla="*/ 3738451 h 5017219"/>
              <a:gd name="connsiteX50685" fmla="*/ 1226551 w 5799173"/>
              <a:gd name="connsiteY50685" fmla="*/ 3739781 h 5017219"/>
              <a:gd name="connsiteX50686" fmla="*/ 1217412 w 5799173"/>
              <a:gd name="connsiteY50686" fmla="*/ 3755651 h 5017219"/>
              <a:gd name="connsiteX50687" fmla="*/ 1216332 w 5799173"/>
              <a:gd name="connsiteY50687" fmla="*/ 3756316 h 5017219"/>
              <a:gd name="connsiteX50688" fmla="*/ 1137814 w 5799173"/>
              <a:gd name="connsiteY50688" fmla="*/ 3740311 h 5017219"/>
              <a:gd name="connsiteX50689" fmla="*/ 1136734 w 5799173"/>
              <a:gd name="connsiteY50689" fmla="*/ 3739646 h 5017219"/>
              <a:gd name="connsiteX50690" fmla="*/ 1127678 w 5799173"/>
              <a:gd name="connsiteY50690" fmla="*/ 3723861 h 5017219"/>
              <a:gd name="connsiteX50691" fmla="*/ 1127678 w 5799173"/>
              <a:gd name="connsiteY50691" fmla="*/ 3722531 h 5017219"/>
              <a:gd name="connsiteX50692" fmla="*/ 1136817 w 5799173"/>
              <a:gd name="connsiteY50692" fmla="*/ 3706746 h 5017219"/>
              <a:gd name="connsiteX50693" fmla="*/ 1137896 w 5799173"/>
              <a:gd name="connsiteY50693" fmla="*/ 3706080 h 5017219"/>
              <a:gd name="connsiteX50694" fmla="*/ 1156091 w 5799173"/>
              <a:gd name="connsiteY50694" fmla="*/ 3706080 h 5017219"/>
              <a:gd name="connsiteX50695" fmla="*/ 1157171 w 5799173"/>
              <a:gd name="connsiteY50695" fmla="*/ 3706746 h 5017219"/>
              <a:gd name="connsiteX50696" fmla="*/ 1166227 w 5799173"/>
              <a:gd name="connsiteY50696" fmla="*/ 3722531 h 5017219"/>
              <a:gd name="connsiteX50697" fmla="*/ 1166227 w 5799173"/>
              <a:gd name="connsiteY50697" fmla="*/ 3723860 h 5017219"/>
              <a:gd name="connsiteX50698" fmla="*/ 1157087 w 5799173"/>
              <a:gd name="connsiteY50698" fmla="*/ 3739646 h 5017219"/>
              <a:gd name="connsiteX50699" fmla="*/ 1156008 w 5799173"/>
              <a:gd name="connsiteY50699" fmla="*/ 3740311 h 5017219"/>
              <a:gd name="connsiteX50700" fmla="*/ 836807 w 5799173"/>
              <a:gd name="connsiteY50700" fmla="*/ 3659903 h 5017219"/>
              <a:gd name="connsiteX50701" fmla="*/ 835644 w 5799173"/>
              <a:gd name="connsiteY50701" fmla="*/ 3659238 h 5017219"/>
              <a:gd name="connsiteX50702" fmla="*/ 826422 w 5799173"/>
              <a:gd name="connsiteY50702" fmla="*/ 3643203 h 5017219"/>
              <a:gd name="connsiteX50703" fmla="*/ 826422 w 5799173"/>
              <a:gd name="connsiteY50703" fmla="*/ 3641873 h 5017219"/>
              <a:gd name="connsiteX50704" fmla="*/ 835645 w 5799173"/>
              <a:gd name="connsiteY50704" fmla="*/ 3625838 h 5017219"/>
              <a:gd name="connsiteX50705" fmla="*/ 836808 w 5799173"/>
              <a:gd name="connsiteY50705" fmla="*/ 3625173 h 5017219"/>
              <a:gd name="connsiteX50706" fmla="*/ 855334 w 5799173"/>
              <a:gd name="connsiteY50706" fmla="*/ 3625173 h 5017219"/>
              <a:gd name="connsiteX50707" fmla="*/ 856497 w 5799173"/>
              <a:gd name="connsiteY50707" fmla="*/ 3625838 h 5017219"/>
              <a:gd name="connsiteX50708" fmla="*/ 865719 w 5799173"/>
              <a:gd name="connsiteY50708" fmla="*/ 3641873 h 5017219"/>
              <a:gd name="connsiteX50709" fmla="*/ 865719 w 5799173"/>
              <a:gd name="connsiteY50709" fmla="*/ 3643201 h 5017219"/>
              <a:gd name="connsiteX50710" fmla="*/ 856496 w 5799173"/>
              <a:gd name="connsiteY50710" fmla="*/ 3659238 h 5017219"/>
              <a:gd name="connsiteX50711" fmla="*/ 855333 w 5799173"/>
              <a:gd name="connsiteY50711" fmla="*/ 3659902 h 5017219"/>
              <a:gd name="connsiteX50712" fmla="*/ 3003312 w 5799173"/>
              <a:gd name="connsiteY50712" fmla="*/ 4240838 h 5017219"/>
              <a:gd name="connsiteX50713" fmla="*/ 3002148 w 5799173"/>
              <a:gd name="connsiteY50713" fmla="*/ 4240174 h 5017219"/>
              <a:gd name="connsiteX50714" fmla="*/ 2992761 w 5799173"/>
              <a:gd name="connsiteY50714" fmla="*/ 4223889 h 5017219"/>
              <a:gd name="connsiteX50715" fmla="*/ 2992761 w 5799173"/>
              <a:gd name="connsiteY50715" fmla="*/ 4222560 h 5017219"/>
              <a:gd name="connsiteX50716" fmla="*/ 3002149 w 5799173"/>
              <a:gd name="connsiteY50716" fmla="*/ 4206276 h 5017219"/>
              <a:gd name="connsiteX50717" fmla="*/ 3003312 w 5799173"/>
              <a:gd name="connsiteY50717" fmla="*/ 4205611 h 5017219"/>
              <a:gd name="connsiteX50718" fmla="*/ 3022088 w 5799173"/>
              <a:gd name="connsiteY50718" fmla="*/ 4205611 h 5017219"/>
              <a:gd name="connsiteX50719" fmla="*/ 3023251 w 5799173"/>
              <a:gd name="connsiteY50719" fmla="*/ 4206276 h 5017219"/>
              <a:gd name="connsiteX50720" fmla="*/ 3032639 w 5799173"/>
              <a:gd name="connsiteY50720" fmla="*/ 4222560 h 5017219"/>
              <a:gd name="connsiteX50721" fmla="*/ 3032639 w 5799173"/>
              <a:gd name="connsiteY50721" fmla="*/ 4223889 h 5017219"/>
              <a:gd name="connsiteX50722" fmla="*/ 3023250 w 5799173"/>
              <a:gd name="connsiteY50722" fmla="*/ 4240174 h 5017219"/>
              <a:gd name="connsiteX50723" fmla="*/ 3022087 w 5799173"/>
              <a:gd name="connsiteY50723" fmla="*/ 4240838 h 5017219"/>
              <a:gd name="connsiteX50724" fmla="*/ 1318082 w 5799173"/>
              <a:gd name="connsiteY50724" fmla="*/ 3789345 h 5017219"/>
              <a:gd name="connsiteX50725" fmla="*/ 1316919 w 5799173"/>
              <a:gd name="connsiteY50725" fmla="*/ 3788680 h 5017219"/>
              <a:gd name="connsiteX50726" fmla="*/ 1307531 w 5799173"/>
              <a:gd name="connsiteY50726" fmla="*/ 3772397 h 5017219"/>
              <a:gd name="connsiteX50727" fmla="*/ 1307531 w 5799173"/>
              <a:gd name="connsiteY50727" fmla="*/ 3771068 h 5017219"/>
              <a:gd name="connsiteX50728" fmla="*/ 1316919 w 5799173"/>
              <a:gd name="connsiteY50728" fmla="*/ 3754784 h 5017219"/>
              <a:gd name="connsiteX50729" fmla="*/ 1318082 w 5799173"/>
              <a:gd name="connsiteY50729" fmla="*/ 3754119 h 5017219"/>
              <a:gd name="connsiteX50730" fmla="*/ 1336858 w 5799173"/>
              <a:gd name="connsiteY50730" fmla="*/ 3754119 h 5017219"/>
              <a:gd name="connsiteX50731" fmla="*/ 1338021 w 5799173"/>
              <a:gd name="connsiteY50731" fmla="*/ 3754784 h 5017219"/>
              <a:gd name="connsiteX50732" fmla="*/ 1347409 w 5799173"/>
              <a:gd name="connsiteY50732" fmla="*/ 3771067 h 5017219"/>
              <a:gd name="connsiteX50733" fmla="*/ 1347409 w 5799173"/>
              <a:gd name="connsiteY50733" fmla="*/ 3772396 h 5017219"/>
              <a:gd name="connsiteX50734" fmla="*/ 1338021 w 5799173"/>
              <a:gd name="connsiteY50734" fmla="*/ 3788681 h 5017219"/>
              <a:gd name="connsiteX50735" fmla="*/ 1336858 w 5799173"/>
              <a:gd name="connsiteY50735" fmla="*/ 3789345 h 5017219"/>
              <a:gd name="connsiteX50736" fmla="*/ 4146432 w 5799173"/>
              <a:gd name="connsiteY50736" fmla="*/ 4547811 h 5017219"/>
              <a:gd name="connsiteX50737" fmla="*/ 4145270 w 5799173"/>
              <a:gd name="connsiteY50737" fmla="*/ 4547146 h 5017219"/>
              <a:gd name="connsiteX50738" fmla="*/ 4135384 w 5799173"/>
              <a:gd name="connsiteY50738" fmla="*/ 4530030 h 5017219"/>
              <a:gd name="connsiteX50739" fmla="*/ 4135383 w 5799173"/>
              <a:gd name="connsiteY50739" fmla="*/ 4528618 h 5017219"/>
              <a:gd name="connsiteX50740" fmla="*/ 4145271 w 5799173"/>
              <a:gd name="connsiteY50740" fmla="*/ 4511498 h 5017219"/>
              <a:gd name="connsiteX50741" fmla="*/ 4146434 w 5799173"/>
              <a:gd name="connsiteY50741" fmla="*/ 4510834 h 5017219"/>
              <a:gd name="connsiteX50742" fmla="*/ 4166124 w 5799173"/>
              <a:gd name="connsiteY50742" fmla="*/ 4510837 h 5017219"/>
              <a:gd name="connsiteX50743" fmla="*/ 4167287 w 5799173"/>
              <a:gd name="connsiteY50743" fmla="*/ 4511501 h 5017219"/>
              <a:gd name="connsiteX50744" fmla="*/ 4177173 w 5799173"/>
              <a:gd name="connsiteY50744" fmla="*/ 4528617 h 5017219"/>
              <a:gd name="connsiteX50745" fmla="*/ 4177173 w 5799173"/>
              <a:gd name="connsiteY50745" fmla="*/ 4530028 h 5017219"/>
              <a:gd name="connsiteX50746" fmla="*/ 4167286 w 5799173"/>
              <a:gd name="connsiteY50746" fmla="*/ 4547146 h 5017219"/>
              <a:gd name="connsiteX50747" fmla="*/ 4166123 w 5799173"/>
              <a:gd name="connsiteY50747" fmla="*/ 4547810 h 5017219"/>
              <a:gd name="connsiteX50748" fmla="*/ 3544538 w 5799173"/>
              <a:gd name="connsiteY50748" fmla="*/ 4386756 h 5017219"/>
              <a:gd name="connsiteX50749" fmla="*/ 3543292 w 5799173"/>
              <a:gd name="connsiteY50749" fmla="*/ 4386091 h 5017219"/>
              <a:gd name="connsiteX50750" fmla="*/ 3533406 w 5799173"/>
              <a:gd name="connsiteY50750" fmla="*/ 4368892 h 5017219"/>
              <a:gd name="connsiteX50751" fmla="*/ 3533407 w 5799173"/>
              <a:gd name="connsiteY50751" fmla="*/ 4367478 h 5017219"/>
              <a:gd name="connsiteX50752" fmla="*/ 3543293 w 5799173"/>
              <a:gd name="connsiteY50752" fmla="*/ 4350279 h 5017219"/>
              <a:gd name="connsiteX50753" fmla="*/ 3544539 w 5799173"/>
              <a:gd name="connsiteY50753" fmla="*/ 4349614 h 5017219"/>
              <a:gd name="connsiteX50754" fmla="*/ 3564397 w 5799173"/>
              <a:gd name="connsiteY50754" fmla="*/ 4349613 h 5017219"/>
              <a:gd name="connsiteX50755" fmla="*/ 3565643 w 5799173"/>
              <a:gd name="connsiteY50755" fmla="*/ 4350278 h 5017219"/>
              <a:gd name="connsiteX50756" fmla="*/ 3575528 w 5799173"/>
              <a:gd name="connsiteY50756" fmla="*/ 4367478 h 5017219"/>
              <a:gd name="connsiteX50757" fmla="*/ 3575528 w 5799173"/>
              <a:gd name="connsiteY50757" fmla="*/ 4368890 h 5017219"/>
              <a:gd name="connsiteX50758" fmla="*/ 3565641 w 5799173"/>
              <a:gd name="connsiteY50758" fmla="*/ 4386090 h 5017219"/>
              <a:gd name="connsiteX50759" fmla="*/ 3564395 w 5799173"/>
              <a:gd name="connsiteY50759" fmla="*/ 4386755 h 5017219"/>
              <a:gd name="connsiteX50760" fmla="*/ 3604614 w 5799173"/>
              <a:gd name="connsiteY50760" fmla="*/ 4402921 h 5017219"/>
              <a:gd name="connsiteX50761" fmla="*/ 3603368 w 5799173"/>
              <a:gd name="connsiteY50761" fmla="*/ 4402173 h 5017219"/>
              <a:gd name="connsiteX50762" fmla="*/ 3593398 w 5799173"/>
              <a:gd name="connsiteY50762" fmla="*/ 4384808 h 5017219"/>
              <a:gd name="connsiteX50763" fmla="*/ 3593398 w 5799173"/>
              <a:gd name="connsiteY50763" fmla="*/ 4383396 h 5017219"/>
              <a:gd name="connsiteX50764" fmla="*/ 3603452 w 5799173"/>
              <a:gd name="connsiteY50764" fmla="*/ 4366026 h 5017219"/>
              <a:gd name="connsiteX50765" fmla="*/ 3604699 w 5799173"/>
              <a:gd name="connsiteY50765" fmla="*/ 4365279 h 5017219"/>
              <a:gd name="connsiteX50766" fmla="*/ 3624721 w 5799173"/>
              <a:gd name="connsiteY50766" fmla="*/ 4365279 h 5017219"/>
              <a:gd name="connsiteX50767" fmla="*/ 3625967 w 5799173"/>
              <a:gd name="connsiteY50767" fmla="*/ 4366028 h 5017219"/>
              <a:gd name="connsiteX50768" fmla="*/ 3635935 w 5799173"/>
              <a:gd name="connsiteY50768" fmla="*/ 4383394 h 5017219"/>
              <a:gd name="connsiteX50769" fmla="*/ 3635935 w 5799173"/>
              <a:gd name="connsiteY50769" fmla="*/ 4384806 h 5017219"/>
              <a:gd name="connsiteX50770" fmla="*/ 3625881 w 5799173"/>
              <a:gd name="connsiteY50770" fmla="*/ 4402174 h 5017219"/>
              <a:gd name="connsiteX50771" fmla="*/ 3624635 w 5799173"/>
              <a:gd name="connsiteY50771" fmla="*/ 4402922 h 5017219"/>
              <a:gd name="connsiteX50772" fmla="*/ 3424042 w 5799173"/>
              <a:gd name="connsiteY50772" fmla="*/ 4354672 h 5017219"/>
              <a:gd name="connsiteX50773" fmla="*/ 3422796 w 5799173"/>
              <a:gd name="connsiteY50773" fmla="*/ 4353923 h 5017219"/>
              <a:gd name="connsiteX50774" fmla="*/ 3412744 w 5799173"/>
              <a:gd name="connsiteY50774" fmla="*/ 4336476 h 5017219"/>
              <a:gd name="connsiteX50775" fmla="*/ 3412744 w 5799173"/>
              <a:gd name="connsiteY50775" fmla="*/ 4335063 h 5017219"/>
              <a:gd name="connsiteX50776" fmla="*/ 3422798 w 5799173"/>
              <a:gd name="connsiteY50776" fmla="*/ 4317612 h 5017219"/>
              <a:gd name="connsiteX50777" fmla="*/ 3424044 w 5799173"/>
              <a:gd name="connsiteY50777" fmla="*/ 4316863 h 5017219"/>
              <a:gd name="connsiteX50778" fmla="*/ 3444149 w 5799173"/>
              <a:gd name="connsiteY50778" fmla="*/ 4316863 h 5017219"/>
              <a:gd name="connsiteX50779" fmla="*/ 3445395 w 5799173"/>
              <a:gd name="connsiteY50779" fmla="*/ 4317611 h 5017219"/>
              <a:gd name="connsiteX50780" fmla="*/ 3455447 w 5799173"/>
              <a:gd name="connsiteY50780" fmla="*/ 4335060 h 5017219"/>
              <a:gd name="connsiteX50781" fmla="*/ 3455447 w 5799173"/>
              <a:gd name="connsiteY50781" fmla="*/ 4336474 h 5017219"/>
              <a:gd name="connsiteX50782" fmla="*/ 3445393 w 5799173"/>
              <a:gd name="connsiteY50782" fmla="*/ 4353922 h 5017219"/>
              <a:gd name="connsiteX50783" fmla="*/ 3444148 w 5799173"/>
              <a:gd name="connsiteY50783" fmla="*/ 4354671 h 5017219"/>
              <a:gd name="connsiteX50784" fmla="*/ 3785137 w 5799173"/>
              <a:gd name="connsiteY50784" fmla="*/ 4451436 h 5017219"/>
              <a:gd name="connsiteX50785" fmla="*/ 3783892 w 5799173"/>
              <a:gd name="connsiteY50785" fmla="*/ 4450688 h 5017219"/>
              <a:gd name="connsiteX50786" fmla="*/ 3773922 w 5799173"/>
              <a:gd name="connsiteY50786" fmla="*/ 4433324 h 5017219"/>
              <a:gd name="connsiteX50787" fmla="*/ 3773922 w 5799173"/>
              <a:gd name="connsiteY50787" fmla="*/ 4431909 h 5017219"/>
              <a:gd name="connsiteX50788" fmla="*/ 3783975 w 5799173"/>
              <a:gd name="connsiteY50788" fmla="*/ 4414544 h 5017219"/>
              <a:gd name="connsiteX50789" fmla="*/ 3785222 w 5799173"/>
              <a:gd name="connsiteY50789" fmla="*/ 4413796 h 5017219"/>
              <a:gd name="connsiteX50790" fmla="*/ 3805244 w 5799173"/>
              <a:gd name="connsiteY50790" fmla="*/ 4413795 h 5017219"/>
              <a:gd name="connsiteX50791" fmla="*/ 3806490 w 5799173"/>
              <a:gd name="connsiteY50791" fmla="*/ 4414543 h 5017219"/>
              <a:gd name="connsiteX50792" fmla="*/ 3816458 w 5799173"/>
              <a:gd name="connsiteY50792" fmla="*/ 4431909 h 5017219"/>
              <a:gd name="connsiteX50793" fmla="*/ 3816458 w 5799173"/>
              <a:gd name="connsiteY50793" fmla="*/ 4433323 h 5017219"/>
              <a:gd name="connsiteX50794" fmla="*/ 3806405 w 5799173"/>
              <a:gd name="connsiteY50794" fmla="*/ 4450688 h 5017219"/>
              <a:gd name="connsiteX50795" fmla="*/ 3805159 w 5799173"/>
              <a:gd name="connsiteY50795" fmla="*/ 4451435 h 5017219"/>
              <a:gd name="connsiteX50796" fmla="*/ 3664768 w 5799173"/>
              <a:gd name="connsiteY50796" fmla="*/ 4419253 h 5017219"/>
              <a:gd name="connsiteX50797" fmla="*/ 3663522 w 5799173"/>
              <a:gd name="connsiteY50797" fmla="*/ 4418505 h 5017219"/>
              <a:gd name="connsiteX50798" fmla="*/ 3653469 w 5799173"/>
              <a:gd name="connsiteY50798" fmla="*/ 4401057 h 5017219"/>
              <a:gd name="connsiteX50799" fmla="*/ 3653470 w 5799173"/>
              <a:gd name="connsiteY50799" fmla="*/ 4399643 h 5017219"/>
              <a:gd name="connsiteX50800" fmla="*/ 3663523 w 5799173"/>
              <a:gd name="connsiteY50800" fmla="*/ 4382195 h 5017219"/>
              <a:gd name="connsiteX50801" fmla="*/ 3664769 w 5799173"/>
              <a:gd name="connsiteY50801" fmla="*/ 4381446 h 5017219"/>
              <a:gd name="connsiteX50802" fmla="*/ 3684874 w 5799173"/>
              <a:gd name="connsiteY50802" fmla="*/ 4381445 h 5017219"/>
              <a:gd name="connsiteX50803" fmla="*/ 3686121 w 5799173"/>
              <a:gd name="connsiteY50803" fmla="*/ 4382194 h 5017219"/>
              <a:gd name="connsiteX50804" fmla="*/ 3696173 w 5799173"/>
              <a:gd name="connsiteY50804" fmla="*/ 4399643 h 5017219"/>
              <a:gd name="connsiteX50805" fmla="*/ 3696173 w 5799173"/>
              <a:gd name="connsiteY50805" fmla="*/ 4401056 h 5017219"/>
              <a:gd name="connsiteX50806" fmla="*/ 3686119 w 5799173"/>
              <a:gd name="connsiteY50806" fmla="*/ 4418504 h 5017219"/>
              <a:gd name="connsiteX50807" fmla="*/ 3684873 w 5799173"/>
              <a:gd name="connsiteY50807" fmla="*/ 4419253 h 5017219"/>
              <a:gd name="connsiteX50808" fmla="*/ 3724828 w 5799173"/>
              <a:gd name="connsiteY50808" fmla="*/ 4435395 h 5017219"/>
              <a:gd name="connsiteX50809" fmla="*/ 3723582 w 5799173"/>
              <a:gd name="connsiteY50809" fmla="*/ 4434647 h 5017219"/>
              <a:gd name="connsiteX50810" fmla="*/ 3713447 w 5799173"/>
              <a:gd name="connsiteY50810" fmla="*/ 4417032 h 5017219"/>
              <a:gd name="connsiteX50811" fmla="*/ 3713447 w 5799173"/>
              <a:gd name="connsiteY50811" fmla="*/ 4415619 h 5017219"/>
              <a:gd name="connsiteX50812" fmla="*/ 3723667 w 5799173"/>
              <a:gd name="connsiteY50812" fmla="*/ 4398003 h 5017219"/>
              <a:gd name="connsiteX50813" fmla="*/ 3724913 w 5799173"/>
              <a:gd name="connsiteY50813" fmla="*/ 4397254 h 5017219"/>
              <a:gd name="connsiteX50814" fmla="*/ 3745267 w 5799173"/>
              <a:gd name="connsiteY50814" fmla="*/ 4397255 h 5017219"/>
              <a:gd name="connsiteX50815" fmla="*/ 3746514 w 5799173"/>
              <a:gd name="connsiteY50815" fmla="*/ 4398002 h 5017219"/>
              <a:gd name="connsiteX50816" fmla="*/ 3756648 w 5799173"/>
              <a:gd name="connsiteY50816" fmla="*/ 4415617 h 5017219"/>
              <a:gd name="connsiteX50817" fmla="*/ 3756649 w 5799173"/>
              <a:gd name="connsiteY50817" fmla="*/ 4417030 h 5017219"/>
              <a:gd name="connsiteX50818" fmla="*/ 3746428 w 5799173"/>
              <a:gd name="connsiteY50818" fmla="*/ 4434647 h 5017219"/>
              <a:gd name="connsiteX50819" fmla="*/ 3745183 w 5799173"/>
              <a:gd name="connsiteY50819" fmla="*/ 4435393 h 5017219"/>
              <a:gd name="connsiteX50820" fmla="*/ 4025810 w 5799173"/>
              <a:gd name="connsiteY50820" fmla="*/ 4516066 h 5017219"/>
              <a:gd name="connsiteX50821" fmla="*/ 4024564 w 5799173"/>
              <a:gd name="connsiteY50821" fmla="*/ 4515318 h 5017219"/>
              <a:gd name="connsiteX50822" fmla="*/ 4014429 w 5799173"/>
              <a:gd name="connsiteY50822" fmla="*/ 4497788 h 5017219"/>
              <a:gd name="connsiteX50823" fmla="*/ 4014429 w 5799173"/>
              <a:gd name="connsiteY50823" fmla="*/ 4496374 h 5017219"/>
              <a:gd name="connsiteX50824" fmla="*/ 4024566 w 5799173"/>
              <a:gd name="connsiteY50824" fmla="*/ 4478841 h 5017219"/>
              <a:gd name="connsiteX50825" fmla="*/ 4025812 w 5799173"/>
              <a:gd name="connsiteY50825" fmla="*/ 4478093 h 5017219"/>
              <a:gd name="connsiteX50826" fmla="*/ 4046083 w 5799173"/>
              <a:gd name="connsiteY50826" fmla="*/ 4478092 h 5017219"/>
              <a:gd name="connsiteX50827" fmla="*/ 4047329 w 5799173"/>
              <a:gd name="connsiteY50827" fmla="*/ 4478841 h 5017219"/>
              <a:gd name="connsiteX50828" fmla="*/ 4057465 w 5799173"/>
              <a:gd name="connsiteY50828" fmla="*/ 4496372 h 5017219"/>
              <a:gd name="connsiteX50829" fmla="*/ 4057464 w 5799173"/>
              <a:gd name="connsiteY50829" fmla="*/ 4497784 h 5017219"/>
              <a:gd name="connsiteX50830" fmla="*/ 4047328 w 5799173"/>
              <a:gd name="connsiteY50830" fmla="*/ 4515317 h 5017219"/>
              <a:gd name="connsiteX50831" fmla="*/ 4046082 w 5799173"/>
              <a:gd name="connsiteY50831" fmla="*/ 4516064 h 5017219"/>
              <a:gd name="connsiteX50832" fmla="*/ 3123032 w 5799173"/>
              <a:gd name="connsiteY50832" fmla="*/ 4274335 h 5017219"/>
              <a:gd name="connsiteX50833" fmla="*/ 3121786 w 5799173"/>
              <a:gd name="connsiteY50833" fmla="*/ 4273587 h 5017219"/>
              <a:gd name="connsiteX50834" fmla="*/ 3111733 w 5799173"/>
              <a:gd name="connsiteY50834" fmla="*/ 4256140 h 5017219"/>
              <a:gd name="connsiteX50835" fmla="*/ 3111733 w 5799173"/>
              <a:gd name="connsiteY50835" fmla="*/ 4254727 h 5017219"/>
              <a:gd name="connsiteX50836" fmla="*/ 3121787 w 5799173"/>
              <a:gd name="connsiteY50836" fmla="*/ 4237281 h 5017219"/>
              <a:gd name="connsiteX50837" fmla="*/ 3123032 w 5799173"/>
              <a:gd name="connsiteY50837" fmla="*/ 4236532 h 5017219"/>
              <a:gd name="connsiteX50838" fmla="*/ 3143137 w 5799173"/>
              <a:gd name="connsiteY50838" fmla="*/ 4236532 h 5017219"/>
              <a:gd name="connsiteX50839" fmla="*/ 3144384 w 5799173"/>
              <a:gd name="connsiteY50839" fmla="*/ 4237281 h 5017219"/>
              <a:gd name="connsiteX50840" fmla="*/ 3154436 w 5799173"/>
              <a:gd name="connsiteY50840" fmla="*/ 4254727 h 5017219"/>
              <a:gd name="connsiteX50841" fmla="*/ 3154437 w 5799173"/>
              <a:gd name="connsiteY50841" fmla="*/ 4256140 h 5017219"/>
              <a:gd name="connsiteX50842" fmla="*/ 3144383 w 5799173"/>
              <a:gd name="connsiteY50842" fmla="*/ 4273587 h 5017219"/>
              <a:gd name="connsiteX50843" fmla="*/ 3143137 w 5799173"/>
              <a:gd name="connsiteY50843" fmla="*/ 4274335 h 5017219"/>
              <a:gd name="connsiteX50844" fmla="*/ 3965633 w 5799173"/>
              <a:gd name="connsiteY50844" fmla="*/ 4500135 h 5017219"/>
              <a:gd name="connsiteX50845" fmla="*/ 3964386 w 5799173"/>
              <a:gd name="connsiteY50845" fmla="*/ 4499388 h 5017219"/>
              <a:gd name="connsiteX50846" fmla="*/ 3954334 w 5799173"/>
              <a:gd name="connsiteY50846" fmla="*/ 4481941 h 5017219"/>
              <a:gd name="connsiteX50847" fmla="*/ 3954334 w 5799173"/>
              <a:gd name="connsiteY50847" fmla="*/ 4480528 h 5017219"/>
              <a:gd name="connsiteX50848" fmla="*/ 3964387 w 5799173"/>
              <a:gd name="connsiteY50848" fmla="*/ 4463081 h 5017219"/>
              <a:gd name="connsiteX50849" fmla="*/ 3965633 w 5799173"/>
              <a:gd name="connsiteY50849" fmla="*/ 4462333 h 5017219"/>
              <a:gd name="connsiteX50850" fmla="*/ 3985738 w 5799173"/>
              <a:gd name="connsiteY50850" fmla="*/ 4462333 h 5017219"/>
              <a:gd name="connsiteX50851" fmla="*/ 3986984 w 5799173"/>
              <a:gd name="connsiteY50851" fmla="*/ 4463081 h 5017219"/>
              <a:gd name="connsiteX50852" fmla="*/ 3997037 w 5799173"/>
              <a:gd name="connsiteY50852" fmla="*/ 4480528 h 5017219"/>
              <a:gd name="connsiteX50853" fmla="*/ 3997037 w 5799173"/>
              <a:gd name="connsiteY50853" fmla="*/ 4481941 h 5017219"/>
              <a:gd name="connsiteX50854" fmla="*/ 3986983 w 5799173"/>
              <a:gd name="connsiteY50854" fmla="*/ 4499387 h 5017219"/>
              <a:gd name="connsiteX50855" fmla="*/ 3985738 w 5799173"/>
              <a:gd name="connsiteY50855" fmla="*/ 4500135 h 5017219"/>
              <a:gd name="connsiteX50856" fmla="*/ 2942303 w 5799173"/>
              <a:gd name="connsiteY50856" fmla="*/ 4226121 h 5017219"/>
              <a:gd name="connsiteX50857" fmla="*/ 2941057 w 5799173"/>
              <a:gd name="connsiteY50857" fmla="*/ 4225373 h 5017219"/>
              <a:gd name="connsiteX50858" fmla="*/ 2930756 w 5799173"/>
              <a:gd name="connsiteY50858" fmla="*/ 4207508 h 5017219"/>
              <a:gd name="connsiteX50859" fmla="*/ 2930756 w 5799173"/>
              <a:gd name="connsiteY50859" fmla="*/ 4206014 h 5017219"/>
              <a:gd name="connsiteX50860" fmla="*/ 2941059 w 5799173"/>
              <a:gd name="connsiteY50860" fmla="*/ 4188148 h 5017219"/>
              <a:gd name="connsiteX50861" fmla="*/ 2942305 w 5799173"/>
              <a:gd name="connsiteY50861" fmla="*/ 4187399 h 5017219"/>
              <a:gd name="connsiteX50862" fmla="*/ 2962992 w 5799173"/>
              <a:gd name="connsiteY50862" fmla="*/ 4187398 h 5017219"/>
              <a:gd name="connsiteX50863" fmla="*/ 2964238 w 5799173"/>
              <a:gd name="connsiteY50863" fmla="*/ 4188146 h 5017219"/>
              <a:gd name="connsiteX50864" fmla="*/ 2974539 w 5799173"/>
              <a:gd name="connsiteY50864" fmla="*/ 4206011 h 5017219"/>
              <a:gd name="connsiteX50865" fmla="*/ 2974539 w 5799173"/>
              <a:gd name="connsiteY50865" fmla="*/ 4207506 h 5017219"/>
              <a:gd name="connsiteX50866" fmla="*/ 2964236 w 5799173"/>
              <a:gd name="connsiteY50866" fmla="*/ 4225372 h 5017219"/>
              <a:gd name="connsiteX50867" fmla="*/ 2962990 w 5799173"/>
              <a:gd name="connsiteY50867" fmla="*/ 4226121 h 5017219"/>
              <a:gd name="connsiteX50868" fmla="*/ 3905135 w 5799173"/>
              <a:gd name="connsiteY50868" fmla="*/ 4484237 h 5017219"/>
              <a:gd name="connsiteX50869" fmla="*/ 3903890 w 5799173"/>
              <a:gd name="connsiteY50869" fmla="*/ 4483489 h 5017219"/>
              <a:gd name="connsiteX50870" fmla="*/ 3893505 w 5799173"/>
              <a:gd name="connsiteY50870" fmla="*/ 4465457 h 5017219"/>
              <a:gd name="connsiteX50871" fmla="*/ 3893505 w 5799173"/>
              <a:gd name="connsiteY50871" fmla="*/ 4463963 h 5017219"/>
              <a:gd name="connsiteX50872" fmla="*/ 3903975 w 5799173"/>
              <a:gd name="connsiteY50872" fmla="*/ 4445928 h 5017219"/>
              <a:gd name="connsiteX50873" fmla="*/ 3905221 w 5799173"/>
              <a:gd name="connsiteY50873" fmla="*/ 4445181 h 5017219"/>
              <a:gd name="connsiteX50874" fmla="*/ 3926074 w 5799173"/>
              <a:gd name="connsiteY50874" fmla="*/ 4445181 h 5017219"/>
              <a:gd name="connsiteX50875" fmla="*/ 3927320 w 5799173"/>
              <a:gd name="connsiteY50875" fmla="*/ 4445930 h 5017219"/>
              <a:gd name="connsiteX50876" fmla="*/ 3937704 w 5799173"/>
              <a:gd name="connsiteY50876" fmla="*/ 4463961 h 5017219"/>
              <a:gd name="connsiteX50877" fmla="*/ 3937703 w 5799173"/>
              <a:gd name="connsiteY50877" fmla="*/ 4465458 h 5017219"/>
              <a:gd name="connsiteX50878" fmla="*/ 3927234 w 5799173"/>
              <a:gd name="connsiteY50878" fmla="*/ 4483491 h 5017219"/>
              <a:gd name="connsiteX50879" fmla="*/ 3925989 w 5799173"/>
              <a:gd name="connsiteY50879" fmla="*/ 4484236 h 5017219"/>
              <a:gd name="connsiteX50880" fmla="*/ 3363502 w 5799173"/>
              <a:gd name="connsiteY50880" fmla="*/ 4339167 h 5017219"/>
              <a:gd name="connsiteX50881" fmla="*/ 3362257 w 5799173"/>
              <a:gd name="connsiteY50881" fmla="*/ 4338419 h 5017219"/>
              <a:gd name="connsiteX50882" fmla="*/ 3351872 w 5799173"/>
              <a:gd name="connsiteY50882" fmla="*/ 4320472 h 5017219"/>
              <a:gd name="connsiteX50883" fmla="*/ 3351872 w 5799173"/>
              <a:gd name="connsiteY50883" fmla="*/ 4318977 h 5017219"/>
              <a:gd name="connsiteX50884" fmla="*/ 3362258 w 5799173"/>
              <a:gd name="connsiteY50884" fmla="*/ 4301030 h 5017219"/>
              <a:gd name="connsiteX50885" fmla="*/ 3363504 w 5799173"/>
              <a:gd name="connsiteY50885" fmla="*/ 4300280 h 5017219"/>
              <a:gd name="connsiteX50886" fmla="*/ 3384274 w 5799173"/>
              <a:gd name="connsiteY50886" fmla="*/ 4300279 h 5017219"/>
              <a:gd name="connsiteX50887" fmla="*/ 3385520 w 5799173"/>
              <a:gd name="connsiteY50887" fmla="*/ 4301028 h 5017219"/>
              <a:gd name="connsiteX50888" fmla="*/ 3395905 w 5799173"/>
              <a:gd name="connsiteY50888" fmla="*/ 4318975 h 5017219"/>
              <a:gd name="connsiteX50889" fmla="*/ 3395905 w 5799173"/>
              <a:gd name="connsiteY50889" fmla="*/ 4320470 h 5017219"/>
              <a:gd name="connsiteX50890" fmla="*/ 3385519 w 5799173"/>
              <a:gd name="connsiteY50890" fmla="*/ 4338417 h 5017219"/>
              <a:gd name="connsiteX50891" fmla="*/ 3384273 w 5799173"/>
              <a:gd name="connsiteY50891" fmla="*/ 4339166 h 5017219"/>
              <a:gd name="connsiteX50892" fmla="*/ 4085787 w 5799173"/>
              <a:gd name="connsiteY50892" fmla="*/ 4532732 h 5017219"/>
              <a:gd name="connsiteX50893" fmla="*/ 4084542 w 5799173"/>
              <a:gd name="connsiteY50893" fmla="*/ 4531984 h 5017219"/>
              <a:gd name="connsiteX50894" fmla="*/ 4074240 w 5799173"/>
              <a:gd name="connsiteY50894" fmla="*/ 4514121 h 5017219"/>
              <a:gd name="connsiteX50895" fmla="*/ 4074240 w 5799173"/>
              <a:gd name="connsiteY50895" fmla="*/ 4512625 h 5017219"/>
              <a:gd name="connsiteX50896" fmla="*/ 4084543 w 5799173"/>
              <a:gd name="connsiteY50896" fmla="*/ 4494760 h 5017219"/>
              <a:gd name="connsiteX50897" fmla="*/ 4085789 w 5799173"/>
              <a:gd name="connsiteY50897" fmla="*/ 4494012 h 5017219"/>
              <a:gd name="connsiteX50898" fmla="*/ 4106476 w 5799173"/>
              <a:gd name="connsiteY50898" fmla="*/ 4494012 h 5017219"/>
              <a:gd name="connsiteX50899" fmla="*/ 4107722 w 5799173"/>
              <a:gd name="connsiteY50899" fmla="*/ 4494759 h 5017219"/>
              <a:gd name="connsiteX50900" fmla="*/ 4118023 w 5799173"/>
              <a:gd name="connsiteY50900" fmla="*/ 4512623 h 5017219"/>
              <a:gd name="connsiteX50901" fmla="*/ 4118023 w 5799173"/>
              <a:gd name="connsiteY50901" fmla="*/ 4514119 h 5017219"/>
              <a:gd name="connsiteX50902" fmla="*/ 4107721 w 5799173"/>
              <a:gd name="connsiteY50902" fmla="*/ 4531983 h 5017219"/>
              <a:gd name="connsiteX50903" fmla="*/ 4106475 w 5799173"/>
              <a:gd name="connsiteY50903" fmla="*/ 4532731 h 5017219"/>
              <a:gd name="connsiteX50904" fmla="*/ 1678276 w 5799173"/>
              <a:gd name="connsiteY50904" fmla="*/ 3887657 h 5017219"/>
              <a:gd name="connsiteX50905" fmla="*/ 1677030 w 5799173"/>
              <a:gd name="connsiteY50905" fmla="*/ 3886909 h 5017219"/>
              <a:gd name="connsiteX50906" fmla="*/ 1666646 w 5799173"/>
              <a:gd name="connsiteY50906" fmla="*/ 3868963 h 5017219"/>
              <a:gd name="connsiteX50907" fmla="*/ 1666646 w 5799173"/>
              <a:gd name="connsiteY50907" fmla="*/ 3867468 h 5017219"/>
              <a:gd name="connsiteX50908" fmla="*/ 1677032 w 5799173"/>
              <a:gd name="connsiteY50908" fmla="*/ 3849519 h 5017219"/>
              <a:gd name="connsiteX50909" fmla="*/ 1678277 w 5799173"/>
              <a:gd name="connsiteY50909" fmla="*/ 3848772 h 5017219"/>
              <a:gd name="connsiteX50910" fmla="*/ 1699047 w 5799173"/>
              <a:gd name="connsiteY50910" fmla="*/ 3848772 h 5017219"/>
              <a:gd name="connsiteX50911" fmla="*/ 1700294 w 5799173"/>
              <a:gd name="connsiteY50911" fmla="*/ 3849519 h 5017219"/>
              <a:gd name="connsiteX50912" fmla="*/ 1710678 w 5799173"/>
              <a:gd name="connsiteY50912" fmla="*/ 3867467 h 5017219"/>
              <a:gd name="connsiteX50913" fmla="*/ 1710678 w 5799173"/>
              <a:gd name="connsiteY50913" fmla="*/ 3868962 h 5017219"/>
              <a:gd name="connsiteX50914" fmla="*/ 1700292 w 5799173"/>
              <a:gd name="connsiteY50914" fmla="*/ 3886909 h 5017219"/>
              <a:gd name="connsiteX50915" fmla="*/ 1699046 w 5799173"/>
              <a:gd name="connsiteY50915" fmla="*/ 3887657 h 5017219"/>
              <a:gd name="connsiteX50916" fmla="*/ 1858747 w 5799173"/>
              <a:gd name="connsiteY50916" fmla="*/ 3936070 h 5017219"/>
              <a:gd name="connsiteX50917" fmla="*/ 1857500 w 5799173"/>
              <a:gd name="connsiteY50917" fmla="*/ 3935322 h 5017219"/>
              <a:gd name="connsiteX50918" fmla="*/ 1846951 w 5799173"/>
              <a:gd name="connsiteY50918" fmla="*/ 3917041 h 5017219"/>
              <a:gd name="connsiteX50919" fmla="*/ 1846951 w 5799173"/>
              <a:gd name="connsiteY50919" fmla="*/ 3915545 h 5017219"/>
              <a:gd name="connsiteX50920" fmla="*/ 1857503 w 5799173"/>
              <a:gd name="connsiteY50920" fmla="*/ 3897263 h 5017219"/>
              <a:gd name="connsiteX50921" fmla="*/ 1858749 w 5799173"/>
              <a:gd name="connsiteY50921" fmla="*/ 3896515 h 5017219"/>
              <a:gd name="connsiteX50922" fmla="*/ 1879768 w 5799173"/>
              <a:gd name="connsiteY50922" fmla="*/ 3896516 h 5017219"/>
              <a:gd name="connsiteX50923" fmla="*/ 1881014 w 5799173"/>
              <a:gd name="connsiteY50923" fmla="*/ 3897264 h 5017219"/>
              <a:gd name="connsiteX50924" fmla="*/ 1891564 w 5799173"/>
              <a:gd name="connsiteY50924" fmla="*/ 3915544 h 5017219"/>
              <a:gd name="connsiteX50925" fmla="*/ 1891564 w 5799173"/>
              <a:gd name="connsiteY50925" fmla="*/ 3917040 h 5017219"/>
              <a:gd name="connsiteX50926" fmla="*/ 1881012 w 5799173"/>
              <a:gd name="connsiteY50926" fmla="*/ 3935320 h 5017219"/>
              <a:gd name="connsiteX50927" fmla="*/ 1879766 w 5799173"/>
              <a:gd name="connsiteY50927" fmla="*/ 3936069 h 5017219"/>
              <a:gd name="connsiteX50928" fmla="*/ 2340263 w 5799173"/>
              <a:gd name="connsiteY50928" fmla="*/ 4065138 h 5017219"/>
              <a:gd name="connsiteX50929" fmla="*/ 2339017 w 5799173"/>
              <a:gd name="connsiteY50929" fmla="*/ 4064391 h 5017219"/>
              <a:gd name="connsiteX50930" fmla="*/ 2328550 w 5799173"/>
              <a:gd name="connsiteY50930" fmla="*/ 4046277 h 5017219"/>
              <a:gd name="connsiteX50931" fmla="*/ 2328550 w 5799173"/>
              <a:gd name="connsiteY50931" fmla="*/ 4044781 h 5017219"/>
              <a:gd name="connsiteX50932" fmla="*/ 2339019 w 5799173"/>
              <a:gd name="connsiteY50932" fmla="*/ 4026665 h 5017219"/>
              <a:gd name="connsiteX50933" fmla="*/ 2340265 w 5799173"/>
              <a:gd name="connsiteY50933" fmla="*/ 4025917 h 5017219"/>
              <a:gd name="connsiteX50934" fmla="*/ 2361202 w 5799173"/>
              <a:gd name="connsiteY50934" fmla="*/ 4025916 h 5017219"/>
              <a:gd name="connsiteX50935" fmla="*/ 2362447 w 5799173"/>
              <a:gd name="connsiteY50935" fmla="*/ 4026665 h 5017219"/>
              <a:gd name="connsiteX50936" fmla="*/ 2372914 w 5799173"/>
              <a:gd name="connsiteY50936" fmla="*/ 4044780 h 5017219"/>
              <a:gd name="connsiteX50937" fmla="*/ 2372914 w 5799173"/>
              <a:gd name="connsiteY50937" fmla="*/ 4046276 h 5017219"/>
              <a:gd name="connsiteX50938" fmla="*/ 2362445 w 5799173"/>
              <a:gd name="connsiteY50938" fmla="*/ 4064389 h 5017219"/>
              <a:gd name="connsiteX50939" fmla="*/ 2361199 w 5799173"/>
              <a:gd name="connsiteY50939" fmla="*/ 4065138 h 5017219"/>
              <a:gd name="connsiteX50940" fmla="*/ 3483832 w 5799173"/>
              <a:gd name="connsiteY50940" fmla="*/ 4371580 h 5017219"/>
              <a:gd name="connsiteX50941" fmla="*/ 3482586 w 5799173"/>
              <a:gd name="connsiteY50941" fmla="*/ 4370832 h 5017219"/>
              <a:gd name="connsiteX50942" fmla="*/ 3472201 w 5799173"/>
              <a:gd name="connsiteY50942" fmla="*/ 4352885 h 5017219"/>
              <a:gd name="connsiteX50943" fmla="*/ 3472201 w 5799173"/>
              <a:gd name="connsiteY50943" fmla="*/ 4351390 h 5017219"/>
              <a:gd name="connsiteX50944" fmla="*/ 3482587 w 5799173"/>
              <a:gd name="connsiteY50944" fmla="*/ 4333443 h 5017219"/>
              <a:gd name="connsiteX50945" fmla="*/ 3483832 w 5799173"/>
              <a:gd name="connsiteY50945" fmla="*/ 4332696 h 5017219"/>
              <a:gd name="connsiteX50946" fmla="*/ 3504603 w 5799173"/>
              <a:gd name="connsiteY50946" fmla="*/ 4332694 h 5017219"/>
              <a:gd name="connsiteX50947" fmla="*/ 3505849 w 5799173"/>
              <a:gd name="connsiteY50947" fmla="*/ 4333442 h 5017219"/>
              <a:gd name="connsiteX50948" fmla="*/ 3516233 w 5799173"/>
              <a:gd name="connsiteY50948" fmla="*/ 4351389 h 5017219"/>
              <a:gd name="connsiteX50949" fmla="*/ 3516233 w 5799173"/>
              <a:gd name="connsiteY50949" fmla="*/ 4352884 h 5017219"/>
              <a:gd name="connsiteX50950" fmla="*/ 3505848 w 5799173"/>
              <a:gd name="connsiteY50950" fmla="*/ 4370831 h 5017219"/>
              <a:gd name="connsiteX50951" fmla="*/ 3504602 w 5799173"/>
              <a:gd name="connsiteY50951" fmla="*/ 4371579 h 5017219"/>
              <a:gd name="connsiteX50952" fmla="*/ 3844999 w 5799173"/>
              <a:gd name="connsiteY50952" fmla="*/ 4468388 h 5017219"/>
              <a:gd name="connsiteX50953" fmla="*/ 3843753 w 5799173"/>
              <a:gd name="connsiteY50953" fmla="*/ 4467640 h 5017219"/>
              <a:gd name="connsiteX50954" fmla="*/ 3833451 w 5799173"/>
              <a:gd name="connsiteY50954" fmla="*/ 4449777 h 5017219"/>
              <a:gd name="connsiteX50955" fmla="*/ 3833451 w 5799173"/>
              <a:gd name="connsiteY50955" fmla="*/ 4448282 h 5017219"/>
              <a:gd name="connsiteX50956" fmla="*/ 3843754 w 5799173"/>
              <a:gd name="connsiteY50956" fmla="*/ 4430419 h 5017219"/>
              <a:gd name="connsiteX50957" fmla="*/ 3845000 w 5799173"/>
              <a:gd name="connsiteY50957" fmla="*/ 4429672 h 5017219"/>
              <a:gd name="connsiteX50958" fmla="*/ 3865687 w 5799173"/>
              <a:gd name="connsiteY50958" fmla="*/ 4429671 h 5017219"/>
              <a:gd name="connsiteX50959" fmla="*/ 3866933 w 5799173"/>
              <a:gd name="connsiteY50959" fmla="*/ 4430419 h 5017219"/>
              <a:gd name="connsiteX50960" fmla="*/ 3877234 w 5799173"/>
              <a:gd name="connsiteY50960" fmla="*/ 4448282 h 5017219"/>
              <a:gd name="connsiteX50961" fmla="*/ 3877234 w 5799173"/>
              <a:gd name="connsiteY50961" fmla="*/ 4449777 h 5017219"/>
              <a:gd name="connsiteX50962" fmla="*/ 3866932 w 5799173"/>
              <a:gd name="connsiteY50962" fmla="*/ 4467639 h 5017219"/>
              <a:gd name="connsiteX50963" fmla="*/ 3865687 w 5799173"/>
              <a:gd name="connsiteY50963" fmla="*/ 4468388 h 5017219"/>
              <a:gd name="connsiteX50964" fmla="*/ 2039265 w 5799173"/>
              <a:gd name="connsiteY50964" fmla="*/ 3984605 h 5017219"/>
              <a:gd name="connsiteX50965" fmla="*/ 2038019 w 5799173"/>
              <a:gd name="connsiteY50965" fmla="*/ 3983856 h 5017219"/>
              <a:gd name="connsiteX50966" fmla="*/ 2027469 w 5799173"/>
              <a:gd name="connsiteY50966" fmla="*/ 3965576 h 5017219"/>
              <a:gd name="connsiteX50967" fmla="*/ 2027469 w 5799173"/>
              <a:gd name="connsiteY50967" fmla="*/ 3964080 h 5017219"/>
              <a:gd name="connsiteX50968" fmla="*/ 2038021 w 5799173"/>
              <a:gd name="connsiteY50968" fmla="*/ 3945800 h 5017219"/>
              <a:gd name="connsiteX50969" fmla="*/ 2039267 w 5799173"/>
              <a:gd name="connsiteY50969" fmla="*/ 3945051 h 5017219"/>
              <a:gd name="connsiteX50970" fmla="*/ 2060286 w 5799173"/>
              <a:gd name="connsiteY50970" fmla="*/ 3945051 h 5017219"/>
              <a:gd name="connsiteX50971" fmla="*/ 2061532 w 5799173"/>
              <a:gd name="connsiteY50971" fmla="*/ 3945798 h 5017219"/>
              <a:gd name="connsiteX50972" fmla="*/ 2072083 w 5799173"/>
              <a:gd name="connsiteY50972" fmla="*/ 3964078 h 5017219"/>
              <a:gd name="connsiteX50973" fmla="*/ 2072082 w 5799173"/>
              <a:gd name="connsiteY50973" fmla="*/ 3965574 h 5017219"/>
              <a:gd name="connsiteX50974" fmla="*/ 2061531 w 5799173"/>
              <a:gd name="connsiteY50974" fmla="*/ 3983854 h 5017219"/>
              <a:gd name="connsiteX50975" fmla="*/ 2060284 w 5799173"/>
              <a:gd name="connsiteY50975" fmla="*/ 3984604 h 5017219"/>
              <a:gd name="connsiteX50976" fmla="*/ 2159626 w 5799173"/>
              <a:gd name="connsiteY50976" fmla="*/ 4016897 h 5017219"/>
              <a:gd name="connsiteX50977" fmla="*/ 2158380 w 5799173"/>
              <a:gd name="connsiteY50977" fmla="*/ 4016149 h 5017219"/>
              <a:gd name="connsiteX50978" fmla="*/ 2147830 w 5799173"/>
              <a:gd name="connsiteY50978" fmla="*/ 3997871 h 5017219"/>
              <a:gd name="connsiteX50979" fmla="*/ 2147830 w 5799173"/>
              <a:gd name="connsiteY50979" fmla="*/ 3996374 h 5017219"/>
              <a:gd name="connsiteX50980" fmla="*/ 2158382 w 5799173"/>
              <a:gd name="connsiteY50980" fmla="*/ 3978094 h 5017219"/>
              <a:gd name="connsiteX50981" fmla="*/ 2159628 w 5799173"/>
              <a:gd name="connsiteY50981" fmla="*/ 3977345 h 5017219"/>
              <a:gd name="connsiteX50982" fmla="*/ 2180647 w 5799173"/>
              <a:gd name="connsiteY50982" fmla="*/ 3977345 h 5017219"/>
              <a:gd name="connsiteX50983" fmla="*/ 2181893 w 5799173"/>
              <a:gd name="connsiteY50983" fmla="*/ 3978092 h 5017219"/>
              <a:gd name="connsiteX50984" fmla="*/ 2192443 w 5799173"/>
              <a:gd name="connsiteY50984" fmla="*/ 3996373 h 5017219"/>
              <a:gd name="connsiteX50985" fmla="*/ 2192443 w 5799173"/>
              <a:gd name="connsiteY50985" fmla="*/ 3997869 h 5017219"/>
              <a:gd name="connsiteX50986" fmla="*/ 2181891 w 5799173"/>
              <a:gd name="connsiteY50986" fmla="*/ 4016149 h 5017219"/>
              <a:gd name="connsiteX50987" fmla="*/ 2180645 w 5799173"/>
              <a:gd name="connsiteY50987" fmla="*/ 4016896 h 5017219"/>
              <a:gd name="connsiteX50988" fmla="*/ 1918877 w 5799173"/>
              <a:gd name="connsiteY50988" fmla="*/ 3952410 h 5017219"/>
              <a:gd name="connsiteX50989" fmla="*/ 1917630 w 5799173"/>
              <a:gd name="connsiteY50989" fmla="*/ 3951662 h 5017219"/>
              <a:gd name="connsiteX50990" fmla="*/ 1907080 w 5799173"/>
              <a:gd name="connsiteY50990" fmla="*/ 3933382 h 5017219"/>
              <a:gd name="connsiteX50991" fmla="*/ 1907080 w 5799173"/>
              <a:gd name="connsiteY50991" fmla="*/ 3931888 h 5017219"/>
              <a:gd name="connsiteX50992" fmla="*/ 1917632 w 5799173"/>
              <a:gd name="connsiteY50992" fmla="*/ 3913607 h 5017219"/>
              <a:gd name="connsiteX50993" fmla="*/ 1918878 w 5799173"/>
              <a:gd name="connsiteY50993" fmla="*/ 3912859 h 5017219"/>
              <a:gd name="connsiteX50994" fmla="*/ 1939897 w 5799173"/>
              <a:gd name="connsiteY50994" fmla="*/ 3912857 h 5017219"/>
              <a:gd name="connsiteX50995" fmla="*/ 1941143 w 5799173"/>
              <a:gd name="connsiteY50995" fmla="*/ 3913606 h 5017219"/>
              <a:gd name="connsiteX50996" fmla="*/ 1951694 w 5799173"/>
              <a:gd name="connsiteY50996" fmla="*/ 3931885 h 5017219"/>
              <a:gd name="connsiteX50997" fmla="*/ 1951693 w 5799173"/>
              <a:gd name="connsiteY50997" fmla="*/ 3933382 h 5017219"/>
              <a:gd name="connsiteX50998" fmla="*/ 1941142 w 5799173"/>
              <a:gd name="connsiteY50998" fmla="*/ 3951661 h 5017219"/>
              <a:gd name="connsiteX50999" fmla="*/ 1939895 w 5799173"/>
              <a:gd name="connsiteY50999" fmla="*/ 3952409 h 5017219"/>
              <a:gd name="connsiteX51000" fmla="*/ 3243047 w 5799173"/>
              <a:gd name="connsiteY51000" fmla="*/ 4307221 h 5017219"/>
              <a:gd name="connsiteX51001" fmla="*/ 3241802 w 5799173"/>
              <a:gd name="connsiteY51001" fmla="*/ 4306472 h 5017219"/>
              <a:gd name="connsiteX51002" fmla="*/ 3231417 w 5799173"/>
              <a:gd name="connsiteY51002" fmla="*/ 4288527 h 5017219"/>
              <a:gd name="connsiteX51003" fmla="*/ 3231417 w 5799173"/>
              <a:gd name="connsiteY51003" fmla="*/ 4287032 h 5017219"/>
              <a:gd name="connsiteX51004" fmla="*/ 3241802 w 5799173"/>
              <a:gd name="connsiteY51004" fmla="*/ 4269087 h 5017219"/>
              <a:gd name="connsiteX51005" fmla="*/ 3243048 w 5799173"/>
              <a:gd name="connsiteY51005" fmla="*/ 4268339 h 5017219"/>
              <a:gd name="connsiteX51006" fmla="*/ 3263817 w 5799173"/>
              <a:gd name="connsiteY51006" fmla="*/ 4268339 h 5017219"/>
              <a:gd name="connsiteX51007" fmla="*/ 3265064 w 5799173"/>
              <a:gd name="connsiteY51007" fmla="*/ 4269087 h 5017219"/>
              <a:gd name="connsiteX51008" fmla="*/ 3275449 w 5799173"/>
              <a:gd name="connsiteY51008" fmla="*/ 4287032 h 5017219"/>
              <a:gd name="connsiteX51009" fmla="*/ 3275449 w 5799173"/>
              <a:gd name="connsiteY51009" fmla="*/ 4288527 h 5017219"/>
              <a:gd name="connsiteX51010" fmla="*/ 3265064 w 5799173"/>
              <a:gd name="connsiteY51010" fmla="*/ 4306473 h 5017219"/>
              <a:gd name="connsiteX51011" fmla="*/ 3263818 w 5799173"/>
              <a:gd name="connsiteY51011" fmla="*/ 4307220 h 5017219"/>
              <a:gd name="connsiteX51012" fmla="*/ 2279940 w 5799173"/>
              <a:gd name="connsiteY51012" fmla="*/ 4049231 h 5017219"/>
              <a:gd name="connsiteX51013" fmla="*/ 2278611 w 5799173"/>
              <a:gd name="connsiteY51013" fmla="*/ 4048485 h 5017219"/>
              <a:gd name="connsiteX51014" fmla="*/ 2267978 w 5799173"/>
              <a:gd name="connsiteY51014" fmla="*/ 4030037 h 5017219"/>
              <a:gd name="connsiteX51015" fmla="*/ 2267978 w 5799173"/>
              <a:gd name="connsiteY51015" fmla="*/ 4028541 h 5017219"/>
              <a:gd name="connsiteX51016" fmla="*/ 2278614 w 5799173"/>
              <a:gd name="connsiteY51016" fmla="*/ 4010093 h 5017219"/>
              <a:gd name="connsiteX51017" fmla="*/ 2279943 w 5799173"/>
              <a:gd name="connsiteY51017" fmla="*/ 4009345 h 5017219"/>
              <a:gd name="connsiteX51018" fmla="*/ 2301212 w 5799173"/>
              <a:gd name="connsiteY51018" fmla="*/ 4009344 h 5017219"/>
              <a:gd name="connsiteX51019" fmla="*/ 2302541 w 5799173"/>
              <a:gd name="connsiteY51019" fmla="*/ 4010092 h 5017219"/>
              <a:gd name="connsiteX51020" fmla="*/ 2313174 w 5799173"/>
              <a:gd name="connsiteY51020" fmla="*/ 4028539 h 5017219"/>
              <a:gd name="connsiteX51021" fmla="*/ 2313173 w 5799173"/>
              <a:gd name="connsiteY51021" fmla="*/ 4030036 h 5017219"/>
              <a:gd name="connsiteX51022" fmla="*/ 2302539 w 5799173"/>
              <a:gd name="connsiteY51022" fmla="*/ 4048482 h 5017219"/>
              <a:gd name="connsiteX51023" fmla="*/ 2301210 w 5799173"/>
              <a:gd name="connsiteY51023" fmla="*/ 4049230 h 5017219"/>
              <a:gd name="connsiteX51024" fmla="*/ 2099416 w 5799173"/>
              <a:gd name="connsiteY51024" fmla="*/ 4000861 h 5017219"/>
              <a:gd name="connsiteX51025" fmla="*/ 2098170 w 5799173"/>
              <a:gd name="connsiteY51025" fmla="*/ 4000114 h 5017219"/>
              <a:gd name="connsiteX51026" fmla="*/ 2087620 w 5799173"/>
              <a:gd name="connsiteY51026" fmla="*/ 3981835 h 5017219"/>
              <a:gd name="connsiteX51027" fmla="*/ 2087619 w 5799173"/>
              <a:gd name="connsiteY51027" fmla="*/ 3980338 h 5017219"/>
              <a:gd name="connsiteX51028" fmla="*/ 2098171 w 5799173"/>
              <a:gd name="connsiteY51028" fmla="*/ 3962060 h 5017219"/>
              <a:gd name="connsiteX51029" fmla="*/ 2099417 w 5799173"/>
              <a:gd name="connsiteY51029" fmla="*/ 3961312 h 5017219"/>
              <a:gd name="connsiteX51030" fmla="*/ 2120436 w 5799173"/>
              <a:gd name="connsiteY51030" fmla="*/ 3961311 h 5017219"/>
              <a:gd name="connsiteX51031" fmla="*/ 2121682 w 5799173"/>
              <a:gd name="connsiteY51031" fmla="*/ 3962059 h 5017219"/>
              <a:gd name="connsiteX51032" fmla="*/ 2132233 w 5799173"/>
              <a:gd name="connsiteY51032" fmla="*/ 3980337 h 5017219"/>
              <a:gd name="connsiteX51033" fmla="*/ 2132233 w 5799173"/>
              <a:gd name="connsiteY51033" fmla="*/ 3981834 h 5017219"/>
              <a:gd name="connsiteX51034" fmla="*/ 2121681 w 5799173"/>
              <a:gd name="connsiteY51034" fmla="*/ 4000112 h 5017219"/>
              <a:gd name="connsiteX51035" fmla="*/ 2120435 w 5799173"/>
              <a:gd name="connsiteY51035" fmla="*/ 4000861 h 5017219"/>
              <a:gd name="connsiteX51036" fmla="*/ 2219818 w 5799173"/>
              <a:gd name="connsiteY51036" fmla="*/ 4033154 h 5017219"/>
              <a:gd name="connsiteX51037" fmla="*/ 2218572 w 5799173"/>
              <a:gd name="connsiteY51037" fmla="*/ 4032407 h 5017219"/>
              <a:gd name="connsiteX51038" fmla="*/ 2208104 w 5799173"/>
              <a:gd name="connsiteY51038" fmla="*/ 4014295 h 5017219"/>
              <a:gd name="connsiteX51039" fmla="*/ 2208104 w 5799173"/>
              <a:gd name="connsiteY51039" fmla="*/ 4012799 h 5017219"/>
              <a:gd name="connsiteX51040" fmla="*/ 2218572 w 5799173"/>
              <a:gd name="connsiteY51040" fmla="*/ 3994687 h 5017219"/>
              <a:gd name="connsiteX51041" fmla="*/ 2219818 w 5799173"/>
              <a:gd name="connsiteY51041" fmla="*/ 3993939 h 5017219"/>
              <a:gd name="connsiteX51042" fmla="*/ 2240755 w 5799173"/>
              <a:gd name="connsiteY51042" fmla="*/ 3993939 h 5017219"/>
              <a:gd name="connsiteX51043" fmla="*/ 2242001 w 5799173"/>
              <a:gd name="connsiteY51043" fmla="*/ 3994687 h 5017219"/>
              <a:gd name="connsiteX51044" fmla="*/ 2252468 w 5799173"/>
              <a:gd name="connsiteY51044" fmla="*/ 4012799 h 5017219"/>
              <a:gd name="connsiteX51045" fmla="*/ 2252468 w 5799173"/>
              <a:gd name="connsiteY51045" fmla="*/ 4014294 h 5017219"/>
              <a:gd name="connsiteX51046" fmla="*/ 2242000 w 5799173"/>
              <a:gd name="connsiteY51046" fmla="*/ 4032407 h 5017219"/>
              <a:gd name="connsiteX51047" fmla="*/ 2240754 w 5799173"/>
              <a:gd name="connsiteY51047" fmla="*/ 4033154 h 5017219"/>
              <a:gd name="connsiteX51048" fmla="*/ 1798508 w 5799173"/>
              <a:gd name="connsiteY51048" fmla="*/ 3920286 h 5017219"/>
              <a:gd name="connsiteX51049" fmla="*/ 1797263 w 5799173"/>
              <a:gd name="connsiteY51049" fmla="*/ 3919539 h 5017219"/>
              <a:gd name="connsiteX51050" fmla="*/ 1786795 w 5799173"/>
              <a:gd name="connsiteY51050" fmla="*/ 3901427 h 5017219"/>
              <a:gd name="connsiteX51051" fmla="*/ 1786795 w 5799173"/>
              <a:gd name="connsiteY51051" fmla="*/ 3899932 h 5017219"/>
              <a:gd name="connsiteX51052" fmla="*/ 1797263 w 5799173"/>
              <a:gd name="connsiteY51052" fmla="*/ 3881820 h 5017219"/>
              <a:gd name="connsiteX51053" fmla="*/ 1798509 w 5799173"/>
              <a:gd name="connsiteY51053" fmla="*/ 3881072 h 5017219"/>
              <a:gd name="connsiteX51054" fmla="*/ 1819445 w 5799173"/>
              <a:gd name="connsiteY51054" fmla="*/ 3881072 h 5017219"/>
              <a:gd name="connsiteX51055" fmla="*/ 1820691 w 5799173"/>
              <a:gd name="connsiteY51055" fmla="*/ 3881819 h 5017219"/>
              <a:gd name="connsiteX51056" fmla="*/ 1831159 w 5799173"/>
              <a:gd name="connsiteY51056" fmla="*/ 3899931 h 5017219"/>
              <a:gd name="connsiteX51057" fmla="*/ 1831159 w 5799173"/>
              <a:gd name="connsiteY51057" fmla="*/ 3901426 h 5017219"/>
              <a:gd name="connsiteX51058" fmla="*/ 1820691 w 5799173"/>
              <a:gd name="connsiteY51058" fmla="*/ 3919539 h 5017219"/>
              <a:gd name="connsiteX51059" fmla="*/ 1819445 w 5799173"/>
              <a:gd name="connsiteY51059" fmla="*/ 3920286 h 5017219"/>
              <a:gd name="connsiteX51060" fmla="*/ 3303015 w 5799173"/>
              <a:gd name="connsiteY51060" fmla="*/ 4323581 h 5017219"/>
              <a:gd name="connsiteX51061" fmla="*/ 3301687 w 5799173"/>
              <a:gd name="connsiteY51061" fmla="*/ 4322833 h 5017219"/>
              <a:gd name="connsiteX51062" fmla="*/ 3290970 w 5799173"/>
              <a:gd name="connsiteY51062" fmla="*/ 4304221 h 5017219"/>
              <a:gd name="connsiteX51063" fmla="*/ 3290970 w 5799173"/>
              <a:gd name="connsiteY51063" fmla="*/ 4302725 h 5017219"/>
              <a:gd name="connsiteX51064" fmla="*/ 3301689 w 5799173"/>
              <a:gd name="connsiteY51064" fmla="*/ 4284109 h 5017219"/>
              <a:gd name="connsiteX51065" fmla="*/ 3303018 w 5799173"/>
              <a:gd name="connsiteY51065" fmla="*/ 4283363 h 5017219"/>
              <a:gd name="connsiteX51066" fmla="*/ 3324454 w 5799173"/>
              <a:gd name="connsiteY51066" fmla="*/ 4283360 h 5017219"/>
              <a:gd name="connsiteX51067" fmla="*/ 3325782 w 5799173"/>
              <a:gd name="connsiteY51067" fmla="*/ 4284110 h 5017219"/>
              <a:gd name="connsiteX51068" fmla="*/ 3336498 w 5799173"/>
              <a:gd name="connsiteY51068" fmla="*/ 4302722 h 5017219"/>
              <a:gd name="connsiteX51069" fmla="*/ 3336498 w 5799173"/>
              <a:gd name="connsiteY51069" fmla="*/ 4304218 h 5017219"/>
              <a:gd name="connsiteX51070" fmla="*/ 3325780 w 5799173"/>
              <a:gd name="connsiteY51070" fmla="*/ 4322833 h 5017219"/>
              <a:gd name="connsiteX51071" fmla="*/ 3324451 w 5799173"/>
              <a:gd name="connsiteY51071" fmla="*/ 4323580 h 5017219"/>
              <a:gd name="connsiteX51072" fmla="*/ 3182711 w 5799173"/>
              <a:gd name="connsiteY51072" fmla="*/ 4291451 h 5017219"/>
              <a:gd name="connsiteX51073" fmla="*/ 3181383 w 5799173"/>
              <a:gd name="connsiteY51073" fmla="*/ 4290703 h 5017219"/>
              <a:gd name="connsiteX51074" fmla="*/ 3170832 w 5799173"/>
              <a:gd name="connsiteY51074" fmla="*/ 4272342 h 5017219"/>
              <a:gd name="connsiteX51075" fmla="*/ 3170832 w 5799173"/>
              <a:gd name="connsiteY51075" fmla="*/ 4270846 h 5017219"/>
              <a:gd name="connsiteX51076" fmla="*/ 3181383 w 5799173"/>
              <a:gd name="connsiteY51076" fmla="*/ 4252485 h 5017219"/>
              <a:gd name="connsiteX51077" fmla="*/ 3182712 w 5799173"/>
              <a:gd name="connsiteY51077" fmla="*/ 4251737 h 5017219"/>
              <a:gd name="connsiteX51078" fmla="*/ 3203897 w 5799173"/>
              <a:gd name="connsiteY51078" fmla="*/ 4251737 h 5017219"/>
              <a:gd name="connsiteX51079" fmla="*/ 3205227 w 5799173"/>
              <a:gd name="connsiteY51079" fmla="*/ 4252485 h 5017219"/>
              <a:gd name="connsiteX51080" fmla="*/ 3215778 w 5799173"/>
              <a:gd name="connsiteY51080" fmla="*/ 4270846 h 5017219"/>
              <a:gd name="connsiteX51081" fmla="*/ 3215778 w 5799173"/>
              <a:gd name="connsiteY51081" fmla="*/ 4272342 h 5017219"/>
              <a:gd name="connsiteX51082" fmla="*/ 3205227 w 5799173"/>
              <a:gd name="connsiteY51082" fmla="*/ 4290703 h 5017219"/>
              <a:gd name="connsiteX51083" fmla="*/ 3203897 w 5799173"/>
              <a:gd name="connsiteY51083" fmla="*/ 4291451 h 5017219"/>
              <a:gd name="connsiteX51084" fmla="*/ 3062326 w 5799173"/>
              <a:gd name="connsiteY51084" fmla="*/ 4259246 h 5017219"/>
              <a:gd name="connsiteX51085" fmla="*/ 3060997 w 5799173"/>
              <a:gd name="connsiteY51085" fmla="*/ 4258498 h 5017219"/>
              <a:gd name="connsiteX51086" fmla="*/ 3050446 w 5799173"/>
              <a:gd name="connsiteY51086" fmla="*/ 4240138 h 5017219"/>
              <a:gd name="connsiteX51087" fmla="*/ 3050446 w 5799173"/>
              <a:gd name="connsiteY51087" fmla="*/ 4238642 h 5017219"/>
              <a:gd name="connsiteX51088" fmla="*/ 3060997 w 5799173"/>
              <a:gd name="connsiteY51088" fmla="*/ 4220281 h 5017219"/>
              <a:gd name="connsiteX51089" fmla="*/ 3062326 w 5799173"/>
              <a:gd name="connsiteY51089" fmla="*/ 4219533 h 5017219"/>
              <a:gd name="connsiteX51090" fmla="*/ 3083511 w 5799173"/>
              <a:gd name="connsiteY51090" fmla="*/ 4219533 h 5017219"/>
              <a:gd name="connsiteX51091" fmla="*/ 3084841 w 5799173"/>
              <a:gd name="connsiteY51091" fmla="*/ 4220281 h 5017219"/>
              <a:gd name="connsiteX51092" fmla="*/ 3095392 w 5799173"/>
              <a:gd name="connsiteY51092" fmla="*/ 4238642 h 5017219"/>
              <a:gd name="connsiteX51093" fmla="*/ 3095392 w 5799173"/>
              <a:gd name="connsiteY51093" fmla="*/ 4240137 h 5017219"/>
              <a:gd name="connsiteX51094" fmla="*/ 3084841 w 5799173"/>
              <a:gd name="connsiteY51094" fmla="*/ 4258498 h 5017219"/>
              <a:gd name="connsiteX51095" fmla="*/ 3083511 w 5799173"/>
              <a:gd name="connsiteY51095" fmla="*/ 4259246 h 5017219"/>
              <a:gd name="connsiteX51096" fmla="*/ 1738223 w 5799173"/>
              <a:gd name="connsiteY51096" fmla="*/ 3904476 h 5017219"/>
              <a:gd name="connsiteX51097" fmla="*/ 1736895 w 5799173"/>
              <a:gd name="connsiteY51097" fmla="*/ 3903728 h 5017219"/>
              <a:gd name="connsiteX51098" fmla="*/ 1726344 w 5799173"/>
              <a:gd name="connsiteY51098" fmla="*/ 3885367 h 5017219"/>
              <a:gd name="connsiteX51099" fmla="*/ 1726344 w 5799173"/>
              <a:gd name="connsiteY51099" fmla="*/ 3883872 h 5017219"/>
              <a:gd name="connsiteX51100" fmla="*/ 1736895 w 5799173"/>
              <a:gd name="connsiteY51100" fmla="*/ 3865511 h 5017219"/>
              <a:gd name="connsiteX51101" fmla="*/ 1738224 w 5799173"/>
              <a:gd name="connsiteY51101" fmla="*/ 3864764 h 5017219"/>
              <a:gd name="connsiteX51102" fmla="*/ 1759409 w 5799173"/>
              <a:gd name="connsiteY51102" fmla="*/ 3864763 h 5017219"/>
              <a:gd name="connsiteX51103" fmla="*/ 1760739 w 5799173"/>
              <a:gd name="connsiteY51103" fmla="*/ 3865511 h 5017219"/>
              <a:gd name="connsiteX51104" fmla="*/ 1771290 w 5799173"/>
              <a:gd name="connsiteY51104" fmla="*/ 3883872 h 5017219"/>
              <a:gd name="connsiteX51105" fmla="*/ 1771290 w 5799173"/>
              <a:gd name="connsiteY51105" fmla="*/ 3885368 h 5017219"/>
              <a:gd name="connsiteX51106" fmla="*/ 1760738 w 5799173"/>
              <a:gd name="connsiteY51106" fmla="*/ 3903728 h 5017219"/>
              <a:gd name="connsiteX51107" fmla="*/ 1759410 w 5799173"/>
              <a:gd name="connsiteY51107" fmla="*/ 3904476 h 5017219"/>
              <a:gd name="connsiteX51108" fmla="*/ 1978885 w 5799173"/>
              <a:gd name="connsiteY51108" fmla="*/ 3969063 h 5017219"/>
              <a:gd name="connsiteX51109" fmla="*/ 1977556 w 5799173"/>
              <a:gd name="connsiteY51109" fmla="*/ 3968315 h 5017219"/>
              <a:gd name="connsiteX51110" fmla="*/ 1966922 w 5799173"/>
              <a:gd name="connsiteY51110" fmla="*/ 3949872 h 5017219"/>
              <a:gd name="connsiteX51111" fmla="*/ 1966922 w 5799173"/>
              <a:gd name="connsiteY51111" fmla="*/ 3948376 h 5017219"/>
              <a:gd name="connsiteX51112" fmla="*/ 1977556 w 5799173"/>
              <a:gd name="connsiteY51112" fmla="*/ 3929933 h 5017219"/>
              <a:gd name="connsiteX51113" fmla="*/ 1978885 w 5799173"/>
              <a:gd name="connsiteY51113" fmla="*/ 3929185 h 5017219"/>
              <a:gd name="connsiteX51114" fmla="*/ 2000154 w 5799173"/>
              <a:gd name="connsiteY51114" fmla="*/ 3929185 h 5017219"/>
              <a:gd name="connsiteX51115" fmla="*/ 2001483 w 5799173"/>
              <a:gd name="connsiteY51115" fmla="*/ 3929933 h 5017219"/>
              <a:gd name="connsiteX51116" fmla="*/ 2012117 w 5799173"/>
              <a:gd name="connsiteY51116" fmla="*/ 3948376 h 5017219"/>
              <a:gd name="connsiteX51117" fmla="*/ 2012117 w 5799173"/>
              <a:gd name="connsiteY51117" fmla="*/ 3949872 h 5017219"/>
              <a:gd name="connsiteX51118" fmla="*/ 2001483 w 5799173"/>
              <a:gd name="connsiteY51118" fmla="*/ 3968316 h 5017219"/>
              <a:gd name="connsiteX51119" fmla="*/ 2000154 w 5799173"/>
              <a:gd name="connsiteY51119" fmla="*/ 3969063 h 5017219"/>
              <a:gd name="connsiteX51120" fmla="*/ 2400124 w 5799173"/>
              <a:gd name="connsiteY51120" fmla="*/ 4082040 h 5017219"/>
              <a:gd name="connsiteX51121" fmla="*/ 2398795 w 5799173"/>
              <a:gd name="connsiteY51121" fmla="*/ 4081293 h 5017219"/>
              <a:gd name="connsiteX51122" fmla="*/ 2388079 w 5799173"/>
              <a:gd name="connsiteY51122" fmla="*/ 4062682 h 5017219"/>
              <a:gd name="connsiteX51123" fmla="*/ 2388079 w 5799173"/>
              <a:gd name="connsiteY51123" fmla="*/ 4061187 h 5017219"/>
              <a:gd name="connsiteX51124" fmla="*/ 2398796 w 5799173"/>
              <a:gd name="connsiteY51124" fmla="*/ 4042576 h 5017219"/>
              <a:gd name="connsiteX51125" fmla="*/ 2400125 w 5799173"/>
              <a:gd name="connsiteY51125" fmla="*/ 4041828 h 5017219"/>
              <a:gd name="connsiteX51126" fmla="*/ 2421561 w 5799173"/>
              <a:gd name="connsiteY51126" fmla="*/ 4041828 h 5017219"/>
              <a:gd name="connsiteX51127" fmla="*/ 2422889 w 5799173"/>
              <a:gd name="connsiteY51127" fmla="*/ 4042576 h 5017219"/>
              <a:gd name="connsiteX51128" fmla="*/ 2433606 w 5799173"/>
              <a:gd name="connsiteY51128" fmla="*/ 4061186 h 5017219"/>
              <a:gd name="connsiteX51129" fmla="*/ 2433606 w 5799173"/>
              <a:gd name="connsiteY51129" fmla="*/ 4062682 h 5017219"/>
              <a:gd name="connsiteX51130" fmla="*/ 2422889 w 5799173"/>
              <a:gd name="connsiteY51130" fmla="*/ 4081293 h 5017219"/>
              <a:gd name="connsiteX51131" fmla="*/ 2421560 w 5799173"/>
              <a:gd name="connsiteY51131" fmla="*/ 4082040 h 5017219"/>
              <a:gd name="connsiteX51132" fmla="*/ 2460148 w 5799173"/>
              <a:gd name="connsiteY51132" fmla="*/ 4098452 h 5017219"/>
              <a:gd name="connsiteX51133" fmla="*/ 2458818 w 5799173"/>
              <a:gd name="connsiteY51133" fmla="*/ 4097704 h 5017219"/>
              <a:gd name="connsiteX51134" fmla="*/ 2447936 w 5799173"/>
              <a:gd name="connsiteY51134" fmla="*/ 4078845 h 5017219"/>
              <a:gd name="connsiteX51135" fmla="*/ 2447936 w 5799173"/>
              <a:gd name="connsiteY51135" fmla="*/ 4077266 h 5017219"/>
              <a:gd name="connsiteX51136" fmla="*/ 2458819 w 5799173"/>
              <a:gd name="connsiteY51136" fmla="*/ 4058407 h 5017219"/>
              <a:gd name="connsiteX51137" fmla="*/ 2460149 w 5799173"/>
              <a:gd name="connsiteY51137" fmla="*/ 4057659 h 5017219"/>
              <a:gd name="connsiteX51138" fmla="*/ 2481915 w 5799173"/>
              <a:gd name="connsiteY51138" fmla="*/ 4057658 h 5017219"/>
              <a:gd name="connsiteX51139" fmla="*/ 2483245 w 5799173"/>
              <a:gd name="connsiteY51139" fmla="*/ 4058406 h 5017219"/>
              <a:gd name="connsiteX51140" fmla="*/ 2494128 w 5799173"/>
              <a:gd name="connsiteY51140" fmla="*/ 4077266 h 5017219"/>
              <a:gd name="connsiteX51141" fmla="*/ 2494128 w 5799173"/>
              <a:gd name="connsiteY51141" fmla="*/ 4078844 h 5017219"/>
              <a:gd name="connsiteX51142" fmla="*/ 2483244 w 5799173"/>
              <a:gd name="connsiteY51142" fmla="*/ 4097704 h 5017219"/>
              <a:gd name="connsiteX51143" fmla="*/ 2481914 w 5799173"/>
              <a:gd name="connsiteY51143" fmla="*/ 4098452 h 5017219"/>
              <a:gd name="connsiteX51144" fmla="*/ 2513737 w 5799173"/>
              <a:gd name="connsiteY51144" fmla="*/ 4152872 h 5017219"/>
              <a:gd name="connsiteX51145" fmla="*/ 2513321 w 5799173"/>
              <a:gd name="connsiteY51145" fmla="*/ 4152623 h 5017219"/>
              <a:gd name="connsiteX51146" fmla="*/ 2509832 w 5799173"/>
              <a:gd name="connsiteY51146" fmla="*/ 4146641 h 5017219"/>
              <a:gd name="connsiteX51147" fmla="*/ 2509832 w 5799173"/>
              <a:gd name="connsiteY51147" fmla="*/ 4146143 h 5017219"/>
              <a:gd name="connsiteX51148" fmla="*/ 2513321 w 5799173"/>
              <a:gd name="connsiteY51148" fmla="*/ 4140161 h 5017219"/>
              <a:gd name="connsiteX51149" fmla="*/ 2513737 w 5799173"/>
              <a:gd name="connsiteY51149" fmla="*/ 4139912 h 5017219"/>
              <a:gd name="connsiteX51150" fmla="*/ 2520632 w 5799173"/>
              <a:gd name="connsiteY51150" fmla="*/ 4139912 h 5017219"/>
              <a:gd name="connsiteX51151" fmla="*/ 2521048 w 5799173"/>
              <a:gd name="connsiteY51151" fmla="*/ 4140161 h 5017219"/>
              <a:gd name="connsiteX51152" fmla="*/ 2524537 w 5799173"/>
              <a:gd name="connsiteY51152" fmla="*/ 4146143 h 5017219"/>
              <a:gd name="connsiteX51153" fmla="*/ 2524537 w 5799173"/>
              <a:gd name="connsiteY51153" fmla="*/ 4146641 h 5017219"/>
              <a:gd name="connsiteX51154" fmla="*/ 2521048 w 5799173"/>
              <a:gd name="connsiteY51154" fmla="*/ 4152623 h 5017219"/>
              <a:gd name="connsiteX51155" fmla="*/ 2520632 w 5799173"/>
              <a:gd name="connsiteY51155" fmla="*/ 4152872 h 5017219"/>
              <a:gd name="connsiteX51156" fmla="*/ 2752490 w 5799173"/>
              <a:gd name="connsiteY51156" fmla="*/ 4221244 h 5017219"/>
              <a:gd name="connsiteX51157" fmla="*/ 2751825 w 5799173"/>
              <a:gd name="connsiteY51157" fmla="*/ 4220828 h 5017219"/>
              <a:gd name="connsiteX51158" fmla="*/ 2746342 w 5799173"/>
              <a:gd name="connsiteY51158" fmla="*/ 4211274 h 5017219"/>
              <a:gd name="connsiteX51159" fmla="*/ 2746342 w 5799173"/>
              <a:gd name="connsiteY51159" fmla="*/ 4210527 h 5017219"/>
              <a:gd name="connsiteX51160" fmla="*/ 2751825 w 5799173"/>
              <a:gd name="connsiteY51160" fmla="*/ 4200972 h 5017219"/>
              <a:gd name="connsiteX51161" fmla="*/ 2752490 w 5799173"/>
              <a:gd name="connsiteY51161" fmla="*/ 4200557 h 5017219"/>
              <a:gd name="connsiteX51162" fmla="*/ 2763456 w 5799173"/>
              <a:gd name="connsiteY51162" fmla="*/ 4200557 h 5017219"/>
              <a:gd name="connsiteX51163" fmla="*/ 2764121 w 5799173"/>
              <a:gd name="connsiteY51163" fmla="*/ 4200972 h 5017219"/>
              <a:gd name="connsiteX51164" fmla="*/ 2769604 w 5799173"/>
              <a:gd name="connsiteY51164" fmla="*/ 4210527 h 5017219"/>
              <a:gd name="connsiteX51165" fmla="*/ 2769604 w 5799173"/>
              <a:gd name="connsiteY51165" fmla="*/ 4211274 h 5017219"/>
              <a:gd name="connsiteX51166" fmla="*/ 2764121 w 5799173"/>
              <a:gd name="connsiteY51166" fmla="*/ 4220828 h 5017219"/>
              <a:gd name="connsiteX51167" fmla="*/ 2763456 w 5799173"/>
              <a:gd name="connsiteY51167" fmla="*/ 4221244 h 5017219"/>
              <a:gd name="connsiteX51168" fmla="*/ 2812194 w 5799173"/>
              <a:gd name="connsiteY51168" fmla="*/ 4238090 h 5017219"/>
              <a:gd name="connsiteX51169" fmla="*/ 2811447 w 5799173"/>
              <a:gd name="connsiteY51169" fmla="*/ 4237675 h 5017219"/>
              <a:gd name="connsiteX51170" fmla="*/ 2805465 w 5799173"/>
              <a:gd name="connsiteY51170" fmla="*/ 4227373 h 5017219"/>
              <a:gd name="connsiteX51171" fmla="*/ 2805465 w 5799173"/>
              <a:gd name="connsiteY51171" fmla="*/ 4226541 h 5017219"/>
              <a:gd name="connsiteX51172" fmla="*/ 2811447 w 5799173"/>
              <a:gd name="connsiteY51172" fmla="*/ 4216239 h 5017219"/>
              <a:gd name="connsiteX51173" fmla="*/ 2812194 w 5799173"/>
              <a:gd name="connsiteY51173" fmla="*/ 4215824 h 5017219"/>
              <a:gd name="connsiteX51174" fmla="*/ 2824075 w 5799173"/>
              <a:gd name="connsiteY51174" fmla="*/ 4215824 h 5017219"/>
              <a:gd name="connsiteX51175" fmla="*/ 2824822 w 5799173"/>
              <a:gd name="connsiteY51175" fmla="*/ 4216239 h 5017219"/>
              <a:gd name="connsiteX51176" fmla="*/ 2830804 w 5799173"/>
              <a:gd name="connsiteY51176" fmla="*/ 4226541 h 5017219"/>
              <a:gd name="connsiteX51177" fmla="*/ 2830804 w 5799173"/>
              <a:gd name="connsiteY51177" fmla="*/ 4227372 h 5017219"/>
              <a:gd name="connsiteX51178" fmla="*/ 2824822 w 5799173"/>
              <a:gd name="connsiteY51178" fmla="*/ 4237675 h 5017219"/>
              <a:gd name="connsiteX51179" fmla="*/ 2824075 w 5799173"/>
              <a:gd name="connsiteY51179" fmla="*/ 4238090 h 5017219"/>
              <a:gd name="connsiteX51180" fmla="*/ 1125009 w 5799173"/>
              <a:gd name="connsiteY51180" fmla="*/ 3790281 h 5017219"/>
              <a:gd name="connsiteX51181" fmla="*/ 1124011 w 5799173"/>
              <a:gd name="connsiteY51181" fmla="*/ 3789699 h 5017219"/>
              <a:gd name="connsiteX51182" fmla="*/ 1116037 w 5799173"/>
              <a:gd name="connsiteY51182" fmla="*/ 3775907 h 5017219"/>
              <a:gd name="connsiteX51183" fmla="*/ 1116037 w 5799173"/>
              <a:gd name="connsiteY51183" fmla="*/ 3774744 h 5017219"/>
              <a:gd name="connsiteX51184" fmla="*/ 1124012 w 5799173"/>
              <a:gd name="connsiteY51184" fmla="*/ 3760952 h 5017219"/>
              <a:gd name="connsiteX51185" fmla="*/ 1125010 w 5799173"/>
              <a:gd name="connsiteY51185" fmla="*/ 3760369 h 5017219"/>
              <a:gd name="connsiteX51186" fmla="*/ 1140962 w 5799173"/>
              <a:gd name="connsiteY51186" fmla="*/ 3760369 h 5017219"/>
              <a:gd name="connsiteX51187" fmla="*/ 1141958 w 5799173"/>
              <a:gd name="connsiteY51187" fmla="*/ 3760951 h 5017219"/>
              <a:gd name="connsiteX51188" fmla="*/ 1149933 w 5799173"/>
              <a:gd name="connsiteY51188" fmla="*/ 3774743 h 5017219"/>
              <a:gd name="connsiteX51189" fmla="*/ 1149933 w 5799173"/>
              <a:gd name="connsiteY51189" fmla="*/ 3775906 h 5017219"/>
              <a:gd name="connsiteX51190" fmla="*/ 1141957 w 5799173"/>
              <a:gd name="connsiteY51190" fmla="*/ 3789699 h 5017219"/>
              <a:gd name="connsiteX51191" fmla="*/ 1140961 w 5799173"/>
              <a:gd name="connsiteY51191" fmla="*/ 3790282 h 5017219"/>
              <a:gd name="connsiteX51192" fmla="*/ 944025 w 5799173"/>
              <a:gd name="connsiteY51192" fmla="*/ 3742454 h 5017219"/>
              <a:gd name="connsiteX51193" fmla="*/ 943027 w 5799173"/>
              <a:gd name="connsiteY51193" fmla="*/ 3741872 h 5017219"/>
              <a:gd name="connsiteX51194" fmla="*/ 934555 w 5799173"/>
              <a:gd name="connsiteY51194" fmla="*/ 3727248 h 5017219"/>
              <a:gd name="connsiteX51195" fmla="*/ 934555 w 5799173"/>
              <a:gd name="connsiteY51195" fmla="*/ 3726084 h 5017219"/>
              <a:gd name="connsiteX51196" fmla="*/ 943030 w 5799173"/>
              <a:gd name="connsiteY51196" fmla="*/ 3711457 h 5017219"/>
              <a:gd name="connsiteX51197" fmla="*/ 944027 w 5799173"/>
              <a:gd name="connsiteY51197" fmla="*/ 3710876 h 5017219"/>
              <a:gd name="connsiteX51198" fmla="*/ 960892 w 5799173"/>
              <a:gd name="connsiteY51198" fmla="*/ 3710875 h 5017219"/>
              <a:gd name="connsiteX51199" fmla="*/ 961889 w 5799173"/>
              <a:gd name="connsiteY51199" fmla="*/ 3711455 h 5017219"/>
              <a:gd name="connsiteX51200" fmla="*/ 970362 w 5799173"/>
              <a:gd name="connsiteY51200" fmla="*/ 3726081 h 5017219"/>
              <a:gd name="connsiteX51201" fmla="*/ 970362 w 5799173"/>
              <a:gd name="connsiteY51201" fmla="*/ 3727245 h 5017219"/>
              <a:gd name="connsiteX51202" fmla="*/ 961887 w 5799173"/>
              <a:gd name="connsiteY51202" fmla="*/ 3741871 h 5017219"/>
              <a:gd name="connsiteX51203" fmla="*/ 960890 w 5799173"/>
              <a:gd name="connsiteY51203" fmla="*/ 3742453 h 5017219"/>
              <a:gd name="connsiteX51204" fmla="*/ 1244938 w 5799173"/>
              <a:gd name="connsiteY51204" fmla="*/ 3823241 h 5017219"/>
              <a:gd name="connsiteX51205" fmla="*/ 1243941 w 5799173"/>
              <a:gd name="connsiteY51205" fmla="*/ 3822659 h 5017219"/>
              <a:gd name="connsiteX51206" fmla="*/ 1235468 w 5799173"/>
              <a:gd name="connsiteY51206" fmla="*/ 3807951 h 5017219"/>
              <a:gd name="connsiteX51207" fmla="*/ 1235468 w 5799173"/>
              <a:gd name="connsiteY51207" fmla="*/ 3806788 h 5017219"/>
              <a:gd name="connsiteX51208" fmla="*/ 1243943 w 5799173"/>
              <a:gd name="connsiteY51208" fmla="*/ 3792077 h 5017219"/>
              <a:gd name="connsiteX51209" fmla="*/ 1244940 w 5799173"/>
              <a:gd name="connsiteY51209" fmla="*/ 3791496 h 5017219"/>
              <a:gd name="connsiteX51210" fmla="*/ 1261889 w 5799173"/>
              <a:gd name="connsiteY51210" fmla="*/ 3791495 h 5017219"/>
              <a:gd name="connsiteX51211" fmla="*/ 1262885 w 5799173"/>
              <a:gd name="connsiteY51211" fmla="*/ 3792076 h 5017219"/>
              <a:gd name="connsiteX51212" fmla="*/ 1271358 w 5799173"/>
              <a:gd name="connsiteY51212" fmla="*/ 3806785 h 5017219"/>
              <a:gd name="connsiteX51213" fmla="*/ 1271358 w 5799173"/>
              <a:gd name="connsiteY51213" fmla="*/ 3807949 h 5017219"/>
              <a:gd name="connsiteX51214" fmla="*/ 1262884 w 5799173"/>
              <a:gd name="connsiteY51214" fmla="*/ 3822658 h 5017219"/>
              <a:gd name="connsiteX51215" fmla="*/ 1261886 w 5799173"/>
              <a:gd name="connsiteY51215" fmla="*/ 3823239 h 5017219"/>
              <a:gd name="connsiteX51216" fmla="*/ 1004160 w 5799173"/>
              <a:gd name="connsiteY51216" fmla="*/ 3758855 h 5017219"/>
              <a:gd name="connsiteX51217" fmla="*/ 1003164 w 5799173"/>
              <a:gd name="connsiteY51217" fmla="*/ 3758274 h 5017219"/>
              <a:gd name="connsiteX51218" fmla="*/ 994690 w 5799173"/>
              <a:gd name="connsiteY51218" fmla="*/ 3743567 h 5017219"/>
              <a:gd name="connsiteX51219" fmla="*/ 994690 w 5799173"/>
              <a:gd name="connsiteY51219" fmla="*/ 3742404 h 5017219"/>
              <a:gd name="connsiteX51220" fmla="*/ 1003165 w 5799173"/>
              <a:gd name="connsiteY51220" fmla="*/ 3727694 h 5017219"/>
              <a:gd name="connsiteX51221" fmla="*/ 1004163 w 5799173"/>
              <a:gd name="connsiteY51221" fmla="*/ 3727113 h 5017219"/>
              <a:gd name="connsiteX51222" fmla="*/ 1021111 w 5799173"/>
              <a:gd name="connsiteY51222" fmla="*/ 3727113 h 5017219"/>
              <a:gd name="connsiteX51223" fmla="*/ 1022107 w 5799173"/>
              <a:gd name="connsiteY51223" fmla="*/ 3727693 h 5017219"/>
              <a:gd name="connsiteX51224" fmla="*/ 1030581 w 5799173"/>
              <a:gd name="connsiteY51224" fmla="*/ 3742402 h 5017219"/>
              <a:gd name="connsiteX51225" fmla="*/ 1030581 w 5799173"/>
              <a:gd name="connsiteY51225" fmla="*/ 3743565 h 5017219"/>
              <a:gd name="connsiteX51226" fmla="*/ 1022106 w 5799173"/>
              <a:gd name="connsiteY51226" fmla="*/ 3758274 h 5017219"/>
              <a:gd name="connsiteX51227" fmla="*/ 1021109 w 5799173"/>
              <a:gd name="connsiteY51227" fmla="*/ 3758855 h 5017219"/>
              <a:gd name="connsiteX51228" fmla="*/ 1184444 w 5799173"/>
              <a:gd name="connsiteY51228" fmla="*/ 3807798 h 5017219"/>
              <a:gd name="connsiteX51229" fmla="*/ 1183364 w 5799173"/>
              <a:gd name="connsiteY51229" fmla="*/ 3807217 h 5017219"/>
              <a:gd name="connsiteX51230" fmla="*/ 1174641 w 5799173"/>
              <a:gd name="connsiteY51230" fmla="*/ 3792094 h 5017219"/>
              <a:gd name="connsiteX51231" fmla="*/ 1174641 w 5799173"/>
              <a:gd name="connsiteY51231" fmla="*/ 3790848 h 5017219"/>
              <a:gd name="connsiteX51232" fmla="*/ 1183365 w 5799173"/>
              <a:gd name="connsiteY51232" fmla="*/ 3775726 h 5017219"/>
              <a:gd name="connsiteX51233" fmla="*/ 1184445 w 5799173"/>
              <a:gd name="connsiteY51233" fmla="*/ 3775144 h 5017219"/>
              <a:gd name="connsiteX51234" fmla="*/ 1201975 w 5799173"/>
              <a:gd name="connsiteY51234" fmla="*/ 3775143 h 5017219"/>
              <a:gd name="connsiteX51235" fmla="*/ 1203055 w 5799173"/>
              <a:gd name="connsiteY51235" fmla="*/ 3775725 h 5017219"/>
              <a:gd name="connsiteX51236" fmla="*/ 1211777 w 5799173"/>
              <a:gd name="connsiteY51236" fmla="*/ 3790847 h 5017219"/>
              <a:gd name="connsiteX51237" fmla="*/ 1211777 w 5799173"/>
              <a:gd name="connsiteY51237" fmla="*/ 3792093 h 5017219"/>
              <a:gd name="connsiteX51238" fmla="*/ 1203054 w 5799173"/>
              <a:gd name="connsiteY51238" fmla="*/ 3807216 h 5017219"/>
              <a:gd name="connsiteX51239" fmla="*/ 1201974 w 5799173"/>
              <a:gd name="connsiteY51239" fmla="*/ 3807797 h 5017219"/>
              <a:gd name="connsiteX51240" fmla="*/ 1063962 w 5799173"/>
              <a:gd name="connsiteY51240" fmla="*/ 3775657 h 5017219"/>
              <a:gd name="connsiteX51241" fmla="*/ 1062881 w 5799173"/>
              <a:gd name="connsiteY51241" fmla="*/ 3774992 h 5017219"/>
              <a:gd name="connsiteX51242" fmla="*/ 1054076 w 5799173"/>
              <a:gd name="connsiteY51242" fmla="*/ 3759619 h 5017219"/>
              <a:gd name="connsiteX51243" fmla="*/ 1054076 w 5799173"/>
              <a:gd name="connsiteY51243" fmla="*/ 3758373 h 5017219"/>
              <a:gd name="connsiteX51244" fmla="*/ 1062966 w 5799173"/>
              <a:gd name="connsiteY51244" fmla="*/ 3743001 h 5017219"/>
              <a:gd name="connsiteX51245" fmla="*/ 1064046 w 5799173"/>
              <a:gd name="connsiteY51245" fmla="*/ 3742336 h 5017219"/>
              <a:gd name="connsiteX51246" fmla="*/ 1081742 w 5799173"/>
              <a:gd name="connsiteY51246" fmla="*/ 3742335 h 5017219"/>
              <a:gd name="connsiteX51247" fmla="*/ 1082823 w 5799173"/>
              <a:gd name="connsiteY51247" fmla="*/ 3743000 h 5017219"/>
              <a:gd name="connsiteX51248" fmla="*/ 1091629 w 5799173"/>
              <a:gd name="connsiteY51248" fmla="*/ 3758371 h 5017219"/>
              <a:gd name="connsiteX51249" fmla="*/ 1091629 w 5799173"/>
              <a:gd name="connsiteY51249" fmla="*/ 3759618 h 5017219"/>
              <a:gd name="connsiteX51250" fmla="*/ 1082738 w 5799173"/>
              <a:gd name="connsiteY51250" fmla="*/ 3774991 h 5017219"/>
              <a:gd name="connsiteX51251" fmla="*/ 1081658 w 5799173"/>
              <a:gd name="connsiteY51251" fmla="*/ 3775657 h 5017219"/>
              <a:gd name="connsiteX51252" fmla="*/ 2868868 w 5799173"/>
              <a:gd name="connsiteY51252" fmla="*/ 4260648 h 5017219"/>
              <a:gd name="connsiteX51253" fmla="*/ 2867705 w 5799173"/>
              <a:gd name="connsiteY51253" fmla="*/ 4259984 h 5017219"/>
              <a:gd name="connsiteX51254" fmla="*/ 2858235 w 5799173"/>
              <a:gd name="connsiteY51254" fmla="*/ 4243531 h 5017219"/>
              <a:gd name="connsiteX51255" fmla="*/ 2858235 w 5799173"/>
              <a:gd name="connsiteY51255" fmla="*/ 4242200 h 5017219"/>
              <a:gd name="connsiteX51256" fmla="*/ 2867790 w 5799173"/>
              <a:gd name="connsiteY51256" fmla="*/ 4225747 h 5017219"/>
              <a:gd name="connsiteX51257" fmla="*/ 2868953 w 5799173"/>
              <a:gd name="connsiteY51257" fmla="*/ 4225082 h 5017219"/>
              <a:gd name="connsiteX51258" fmla="*/ 2887979 w 5799173"/>
              <a:gd name="connsiteY51258" fmla="*/ 4225080 h 5017219"/>
              <a:gd name="connsiteX51259" fmla="*/ 2889141 w 5799173"/>
              <a:gd name="connsiteY51259" fmla="*/ 4225746 h 5017219"/>
              <a:gd name="connsiteX51260" fmla="*/ 2898612 w 5799173"/>
              <a:gd name="connsiteY51260" fmla="*/ 4242198 h 5017219"/>
              <a:gd name="connsiteX51261" fmla="*/ 2898612 w 5799173"/>
              <a:gd name="connsiteY51261" fmla="*/ 4243528 h 5017219"/>
              <a:gd name="connsiteX51262" fmla="*/ 2889056 w 5799173"/>
              <a:gd name="connsiteY51262" fmla="*/ 4259982 h 5017219"/>
              <a:gd name="connsiteX51263" fmla="*/ 2887893 w 5799173"/>
              <a:gd name="connsiteY51263" fmla="*/ 4260647 h 5017219"/>
              <a:gd name="connsiteX51264" fmla="*/ 1604972 w 5799173"/>
              <a:gd name="connsiteY51264" fmla="*/ 3922156 h 5017219"/>
              <a:gd name="connsiteX51265" fmla="*/ 1603809 w 5799173"/>
              <a:gd name="connsiteY51265" fmla="*/ 3921491 h 5017219"/>
              <a:gd name="connsiteX51266" fmla="*/ 1594338 w 5799173"/>
              <a:gd name="connsiteY51266" fmla="*/ 3905124 h 5017219"/>
              <a:gd name="connsiteX51267" fmla="*/ 1594338 w 5799173"/>
              <a:gd name="connsiteY51267" fmla="*/ 3903794 h 5017219"/>
              <a:gd name="connsiteX51268" fmla="*/ 1603809 w 5799173"/>
              <a:gd name="connsiteY51268" fmla="*/ 3887427 h 5017219"/>
              <a:gd name="connsiteX51269" fmla="*/ 1604972 w 5799173"/>
              <a:gd name="connsiteY51269" fmla="*/ 3886762 h 5017219"/>
              <a:gd name="connsiteX51270" fmla="*/ 1623915 w 5799173"/>
              <a:gd name="connsiteY51270" fmla="*/ 3886762 h 5017219"/>
              <a:gd name="connsiteX51271" fmla="*/ 1625077 w 5799173"/>
              <a:gd name="connsiteY51271" fmla="*/ 3887427 h 5017219"/>
              <a:gd name="connsiteX51272" fmla="*/ 1634548 w 5799173"/>
              <a:gd name="connsiteY51272" fmla="*/ 3903793 h 5017219"/>
              <a:gd name="connsiteX51273" fmla="*/ 1634548 w 5799173"/>
              <a:gd name="connsiteY51273" fmla="*/ 3905123 h 5017219"/>
              <a:gd name="connsiteX51274" fmla="*/ 1625077 w 5799173"/>
              <a:gd name="connsiteY51274" fmla="*/ 3921490 h 5017219"/>
              <a:gd name="connsiteX51275" fmla="*/ 1623914 w 5799173"/>
              <a:gd name="connsiteY51275" fmla="*/ 3922155 h 5017219"/>
              <a:gd name="connsiteX51276" fmla="*/ 3651024 w 5799173"/>
              <a:gd name="connsiteY51276" fmla="*/ 4470974 h 5017219"/>
              <a:gd name="connsiteX51277" fmla="*/ 3649861 w 5799173"/>
              <a:gd name="connsiteY51277" fmla="*/ 4470309 h 5017219"/>
              <a:gd name="connsiteX51278" fmla="*/ 3640058 w 5799173"/>
              <a:gd name="connsiteY51278" fmla="*/ 4453276 h 5017219"/>
              <a:gd name="connsiteX51279" fmla="*/ 3640058 w 5799173"/>
              <a:gd name="connsiteY51279" fmla="*/ 4451864 h 5017219"/>
              <a:gd name="connsiteX51280" fmla="*/ 3649862 w 5799173"/>
              <a:gd name="connsiteY51280" fmla="*/ 4434830 h 5017219"/>
              <a:gd name="connsiteX51281" fmla="*/ 3651025 w 5799173"/>
              <a:gd name="connsiteY51281" fmla="*/ 4434165 h 5017219"/>
              <a:gd name="connsiteX51282" fmla="*/ 3670632 w 5799173"/>
              <a:gd name="connsiteY51282" fmla="*/ 4434164 h 5017219"/>
              <a:gd name="connsiteX51283" fmla="*/ 3671795 w 5799173"/>
              <a:gd name="connsiteY51283" fmla="*/ 4434829 h 5017219"/>
              <a:gd name="connsiteX51284" fmla="*/ 3681599 w 5799173"/>
              <a:gd name="connsiteY51284" fmla="*/ 4451862 h 5017219"/>
              <a:gd name="connsiteX51285" fmla="*/ 3681599 w 5799173"/>
              <a:gd name="connsiteY51285" fmla="*/ 4453275 h 5017219"/>
              <a:gd name="connsiteX51286" fmla="*/ 3671794 w 5799173"/>
              <a:gd name="connsiteY51286" fmla="*/ 4470308 h 5017219"/>
              <a:gd name="connsiteX51287" fmla="*/ 3670631 w 5799173"/>
              <a:gd name="connsiteY51287" fmla="*/ 4470973 h 5017219"/>
              <a:gd name="connsiteX51288" fmla="*/ 3951774 w 5799173"/>
              <a:gd name="connsiteY51288" fmla="*/ 4551772 h 5017219"/>
              <a:gd name="connsiteX51289" fmla="*/ 3950528 w 5799173"/>
              <a:gd name="connsiteY51289" fmla="*/ 4551024 h 5017219"/>
              <a:gd name="connsiteX51290" fmla="*/ 3940559 w 5799173"/>
              <a:gd name="connsiteY51290" fmla="*/ 4533657 h 5017219"/>
              <a:gd name="connsiteX51291" fmla="*/ 3940560 w 5799173"/>
              <a:gd name="connsiteY51291" fmla="*/ 4532244 h 5017219"/>
              <a:gd name="connsiteX51292" fmla="*/ 3950613 w 5799173"/>
              <a:gd name="connsiteY51292" fmla="*/ 4514876 h 5017219"/>
              <a:gd name="connsiteX51293" fmla="*/ 3951860 w 5799173"/>
              <a:gd name="connsiteY51293" fmla="*/ 4514128 h 5017219"/>
              <a:gd name="connsiteX51294" fmla="*/ 3971883 w 5799173"/>
              <a:gd name="connsiteY51294" fmla="*/ 4514126 h 5017219"/>
              <a:gd name="connsiteX51295" fmla="*/ 3973129 w 5799173"/>
              <a:gd name="connsiteY51295" fmla="*/ 4514874 h 5017219"/>
              <a:gd name="connsiteX51296" fmla="*/ 3983096 w 5799173"/>
              <a:gd name="connsiteY51296" fmla="*/ 4532241 h 5017219"/>
              <a:gd name="connsiteX51297" fmla="*/ 3983096 w 5799173"/>
              <a:gd name="connsiteY51297" fmla="*/ 4533655 h 5017219"/>
              <a:gd name="connsiteX51298" fmla="*/ 3973043 w 5799173"/>
              <a:gd name="connsiteY51298" fmla="*/ 4551022 h 5017219"/>
              <a:gd name="connsiteX51299" fmla="*/ 3971797 w 5799173"/>
              <a:gd name="connsiteY51299" fmla="*/ 4551770 h 5017219"/>
              <a:gd name="connsiteX51300" fmla="*/ 3771246 w 5799173"/>
              <a:gd name="connsiteY51300" fmla="*/ 4503414 h 5017219"/>
              <a:gd name="connsiteX51301" fmla="*/ 3770000 w 5799173"/>
              <a:gd name="connsiteY51301" fmla="*/ 4502749 h 5017219"/>
              <a:gd name="connsiteX51302" fmla="*/ 3760032 w 5799173"/>
              <a:gd name="connsiteY51302" fmla="*/ 4485465 h 5017219"/>
              <a:gd name="connsiteX51303" fmla="*/ 3760032 w 5799173"/>
              <a:gd name="connsiteY51303" fmla="*/ 4484052 h 5017219"/>
              <a:gd name="connsiteX51304" fmla="*/ 3770003 w 5799173"/>
              <a:gd name="connsiteY51304" fmla="*/ 4466768 h 5017219"/>
              <a:gd name="connsiteX51305" fmla="*/ 3771249 w 5799173"/>
              <a:gd name="connsiteY51305" fmla="*/ 4466103 h 5017219"/>
              <a:gd name="connsiteX51306" fmla="*/ 3791189 w 5799173"/>
              <a:gd name="connsiteY51306" fmla="*/ 4466102 h 5017219"/>
              <a:gd name="connsiteX51307" fmla="*/ 3792435 w 5799173"/>
              <a:gd name="connsiteY51307" fmla="*/ 4466767 h 5017219"/>
              <a:gd name="connsiteX51308" fmla="*/ 3802403 w 5799173"/>
              <a:gd name="connsiteY51308" fmla="*/ 4484050 h 5017219"/>
              <a:gd name="connsiteX51309" fmla="*/ 3802403 w 5799173"/>
              <a:gd name="connsiteY51309" fmla="*/ 4485462 h 5017219"/>
              <a:gd name="connsiteX51310" fmla="*/ 3792432 w 5799173"/>
              <a:gd name="connsiteY51310" fmla="*/ 4502748 h 5017219"/>
              <a:gd name="connsiteX51311" fmla="*/ 3791187 w 5799173"/>
              <a:gd name="connsiteY51311" fmla="*/ 4503413 h 5017219"/>
              <a:gd name="connsiteX51312" fmla="*/ 3349897 w 5799173"/>
              <a:gd name="connsiteY51312" fmla="*/ 4390561 h 5017219"/>
              <a:gd name="connsiteX51313" fmla="*/ 3348651 w 5799173"/>
              <a:gd name="connsiteY51313" fmla="*/ 4389812 h 5017219"/>
              <a:gd name="connsiteX51314" fmla="*/ 3338682 w 5799173"/>
              <a:gd name="connsiteY51314" fmla="*/ 4372445 h 5017219"/>
              <a:gd name="connsiteX51315" fmla="*/ 3338682 w 5799173"/>
              <a:gd name="connsiteY51315" fmla="*/ 4371032 h 5017219"/>
              <a:gd name="connsiteX51316" fmla="*/ 3348735 w 5799173"/>
              <a:gd name="connsiteY51316" fmla="*/ 4353664 h 5017219"/>
              <a:gd name="connsiteX51317" fmla="*/ 3349982 w 5799173"/>
              <a:gd name="connsiteY51317" fmla="*/ 4352916 h 5017219"/>
              <a:gd name="connsiteX51318" fmla="*/ 3370005 w 5799173"/>
              <a:gd name="connsiteY51318" fmla="*/ 4352915 h 5017219"/>
              <a:gd name="connsiteX51319" fmla="*/ 3371251 w 5799173"/>
              <a:gd name="connsiteY51319" fmla="*/ 4353663 h 5017219"/>
              <a:gd name="connsiteX51320" fmla="*/ 3381219 w 5799173"/>
              <a:gd name="connsiteY51320" fmla="*/ 4371029 h 5017219"/>
              <a:gd name="connsiteX51321" fmla="*/ 3381219 w 5799173"/>
              <a:gd name="connsiteY51321" fmla="*/ 4372443 h 5017219"/>
              <a:gd name="connsiteX51322" fmla="*/ 3371165 w 5799173"/>
              <a:gd name="connsiteY51322" fmla="*/ 4389811 h 5017219"/>
              <a:gd name="connsiteX51323" fmla="*/ 3369919 w 5799173"/>
              <a:gd name="connsiteY51323" fmla="*/ 4390559 h 5017219"/>
              <a:gd name="connsiteX51324" fmla="*/ 3590675 w 5799173"/>
              <a:gd name="connsiteY51324" fmla="*/ 4455081 h 5017219"/>
              <a:gd name="connsiteX51325" fmla="*/ 3589429 w 5799173"/>
              <a:gd name="connsiteY51325" fmla="*/ 4454416 h 5017219"/>
              <a:gd name="connsiteX51326" fmla="*/ 3579461 w 5799173"/>
              <a:gd name="connsiteY51326" fmla="*/ 4437132 h 5017219"/>
              <a:gd name="connsiteX51327" fmla="*/ 3579461 w 5799173"/>
              <a:gd name="connsiteY51327" fmla="*/ 4435720 h 5017219"/>
              <a:gd name="connsiteX51328" fmla="*/ 3589431 w 5799173"/>
              <a:gd name="connsiteY51328" fmla="*/ 4418436 h 5017219"/>
              <a:gd name="connsiteX51329" fmla="*/ 3590677 w 5799173"/>
              <a:gd name="connsiteY51329" fmla="*/ 4417771 h 5017219"/>
              <a:gd name="connsiteX51330" fmla="*/ 3610617 w 5799173"/>
              <a:gd name="connsiteY51330" fmla="*/ 4417770 h 5017219"/>
              <a:gd name="connsiteX51331" fmla="*/ 3611863 w 5799173"/>
              <a:gd name="connsiteY51331" fmla="*/ 4418435 h 5017219"/>
              <a:gd name="connsiteX51332" fmla="*/ 3621832 w 5799173"/>
              <a:gd name="connsiteY51332" fmla="*/ 4435718 h 5017219"/>
              <a:gd name="connsiteX51333" fmla="*/ 3621832 w 5799173"/>
              <a:gd name="connsiteY51333" fmla="*/ 4437130 h 5017219"/>
              <a:gd name="connsiteX51334" fmla="*/ 3611861 w 5799173"/>
              <a:gd name="connsiteY51334" fmla="*/ 4454415 h 5017219"/>
              <a:gd name="connsiteX51335" fmla="*/ 3610616 w 5799173"/>
              <a:gd name="connsiteY51335" fmla="*/ 4455080 h 5017219"/>
              <a:gd name="connsiteX51336" fmla="*/ 3831365 w 5799173"/>
              <a:gd name="connsiteY51336" fmla="*/ 4519654 h 5017219"/>
              <a:gd name="connsiteX51337" fmla="*/ 3830119 w 5799173"/>
              <a:gd name="connsiteY51337" fmla="*/ 4518906 h 5017219"/>
              <a:gd name="connsiteX51338" fmla="*/ 3820150 w 5799173"/>
              <a:gd name="connsiteY51338" fmla="*/ 4501540 h 5017219"/>
              <a:gd name="connsiteX51339" fmla="*/ 3820150 w 5799173"/>
              <a:gd name="connsiteY51339" fmla="*/ 4500126 h 5017219"/>
              <a:gd name="connsiteX51340" fmla="*/ 3830203 w 5799173"/>
              <a:gd name="connsiteY51340" fmla="*/ 4482760 h 5017219"/>
              <a:gd name="connsiteX51341" fmla="*/ 3831451 w 5799173"/>
              <a:gd name="connsiteY51341" fmla="*/ 4482011 h 5017219"/>
              <a:gd name="connsiteX51342" fmla="*/ 3851473 w 5799173"/>
              <a:gd name="connsiteY51342" fmla="*/ 4482011 h 5017219"/>
              <a:gd name="connsiteX51343" fmla="*/ 3852719 w 5799173"/>
              <a:gd name="connsiteY51343" fmla="*/ 4482758 h 5017219"/>
              <a:gd name="connsiteX51344" fmla="*/ 3862687 w 5799173"/>
              <a:gd name="connsiteY51344" fmla="*/ 4500124 h 5017219"/>
              <a:gd name="connsiteX51345" fmla="*/ 3862687 w 5799173"/>
              <a:gd name="connsiteY51345" fmla="*/ 4501537 h 5017219"/>
              <a:gd name="connsiteX51346" fmla="*/ 3852633 w 5799173"/>
              <a:gd name="connsiteY51346" fmla="*/ 4518905 h 5017219"/>
              <a:gd name="connsiteX51347" fmla="*/ 3851388 w 5799173"/>
              <a:gd name="connsiteY51347" fmla="*/ 4519653 h 5017219"/>
              <a:gd name="connsiteX51348" fmla="*/ 3711006 w 5799173"/>
              <a:gd name="connsiteY51348" fmla="*/ 4487488 h 5017219"/>
              <a:gd name="connsiteX51349" fmla="*/ 3709761 w 5799173"/>
              <a:gd name="connsiteY51349" fmla="*/ 4486823 h 5017219"/>
              <a:gd name="connsiteX51350" fmla="*/ 3699792 w 5799173"/>
              <a:gd name="connsiteY51350" fmla="*/ 4469541 h 5017219"/>
              <a:gd name="connsiteX51351" fmla="*/ 3699792 w 5799173"/>
              <a:gd name="connsiteY51351" fmla="*/ 4468129 h 5017219"/>
              <a:gd name="connsiteX51352" fmla="*/ 3709762 w 5799173"/>
              <a:gd name="connsiteY51352" fmla="*/ 4450846 h 5017219"/>
              <a:gd name="connsiteX51353" fmla="*/ 3711008 w 5799173"/>
              <a:gd name="connsiteY51353" fmla="*/ 4450182 h 5017219"/>
              <a:gd name="connsiteX51354" fmla="*/ 3730948 w 5799173"/>
              <a:gd name="connsiteY51354" fmla="*/ 4450181 h 5017219"/>
              <a:gd name="connsiteX51355" fmla="*/ 3732193 w 5799173"/>
              <a:gd name="connsiteY51355" fmla="*/ 4450846 h 5017219"/>
              <a:gd name="connsiteX51356" fmla="*/ 3742162 w 5799173"/>
              <a:gd name="connsiteY51356" fmla="*/ 4468128 h 5017219"/>
              <a:gd name="connsiteX51357" fmla="*/ 3742162 w 5799173"/>
              <a:gd name="connsiteY51357" fmla="*/ 4469540 h 5017219"/>
              <a:gd name="connsiteX51358" fmla="*/ 3732193 w 5799173"/>
              <a:gd name="connsiteY51358" fmla="*/ 4486823 h 5017219"/>
              <a:gd name="connsiteX51359" fmla="*/ 3730947 w 5799173"/>
              <a:gd name="connsiteY51359" fmla="*/ 4487488 h 5017219"/>
              <a:gd name="connsiteX51360" fmla="*/ 3289686 w 5799173"/>
              <a:gd name="connsiteY51360" fmla="*/ 4374663 h 5017219"/>
              <a:gd name="connsiteX51361" fmla="*/ 3288440 w 5799173"/>
              <a:gd name="connsiteY51361" fmla="*/ 4373998 h 5017219"/>
              <a:gd name="connsiteX51362" fmla="*/ 3278471 w 5799173"/>
              <a:gd name="connsiteY51362" fmla="*/ 4356716 h 5017219"/>
              <a:gd name="connsiteX51363" fmla="*/ 3278471 w 5799173"/>
              <a:gd name="connsiteY51363" fmla="*/ 4355304 h 5017219"/>
              <a:gd name="connsiteX51364" fmla="*/ 3288440 w 5799173"/>
              <a:gd name="connsiteY51364" fmla="*/ 4338023 h 5017219"/>
              <a:gd name="connsiteX51365" fmla="*/ 3289687 w 5799173"/>
              <a:gd name="connsiteY51365" fmla="*/ 4337357 h 5017219"/>
              <a:gd name="connsiteX51366" fmla="*/ 3309626 w 5799173"/>
              <a:gd name="connsiteY51366" fmla="*/ 4337358 h 5017219"/>
              <a:gd name="connsiteX51367" fmla="*/ 3310872 w 5799173"/>
              <a:gd name="connsiteY51367" fmla="*/ 4338022 h 5017219"/>
              <a:gd name="connsiteX51368" fmla="*/ 3320841 w 5799173"/>
              <a:gd name="connsiteY51368" fmla="*/ 4355303 h 5017219"/>
              <a:gd name="connsiteX51369" fmla="*/ 3320841 w 5799173"/>
              <a:gd name="connsiteY51369" fmla="*/ 4356715 h 5017219"/>
              <a:gd name="connsiteX51370" fmla="*/ 3310872 w 5799173"/>
              <a:gd name="connsiteY51370" fmla="*/ 4373997 h 5017219"/>
              <a:gd name="connsiteX51371" fmla="*/ 3309626 w 5799173"/>
              <a:gd name="connsiteY51371" fmla="*/ 4374663 h 5017219"/>
              <a:gd name="connsiteX51372" fmla="*/ 882232 w 5799173"/>
              <a:gd name="connsiteY51372" fmla="*/ 3729613 h 5017219"/>
              <a:gd name="connsiteX51373" fmla="*/ 880986 w 5799173"/>
              <a:gd name="connsiteY51373" fmla="*/ 3728948 h 5017219"/>
              <a:gd name="connsiteX51374" fmla="*/ 871016 w 5799173"/>
              <a:gd name="connsiteY51374" fmla="*/ 3711666 h 5017219"/>
              <a:gd name="connsiteX51375" fmla="*/ 871016 w 5799173"/>
              <a:gd name="connsiteY51375" fmla="*/ 3710254 h 5017219"/>
              <a:gd name="connsiteX51376" fmla="*/ 880987 w 5799173"/>
              <a:gd name="connsiteY51376" fmla="*/ 3692973 h 5017219"/>
              <a:gd name="connsiteX51377" fmla="*/ 882233 w 5799173"/>
              <a:gd name="connsiteY51377" fmla="*/ 3692307 h 5017219"/>
              <a:gd name="connsiteX51378" fmla="*/ 902172 w 5799173"/>
              <a:gd name="connsiteY51378" fmla="*/ 3692307 h 5017219"/>
              <a:gd name="connsiteX51379" fmla="*/ 903418 w 5799173"/>
              <a:gd name="connsiteY51379" fmla="*/ 3692972 h 5017219"/>
              <a:gd name="connsiteX51380" fmla="*/ 913387 w 5799173"/>
              <a:gd name="connsiteY51380" fmla="*/ 3710253 h 5017219"/>
              <a:gd name="connsiteX51381" fmla="*/ 913387 w 5799173"/>
              <a:gd name="connsiteY51381" fmla="*/ 3711665 h 5017219"/>
              <a:gd name="connsiteX51382" fmla="*/ 903417 w 5799173"/>
              <a:gd name="connsiteY51382" fmla="*/ 3728947 h 5017219"/>
              <a:gd name="connsiteX51383" fmla="*/ 902171 w 5799173"/>
              <a:gd name="connsiteY51383" fmla="*/ 3729612 h 5017219"/>
              <a:gd name="connsiteX51384" fmla="*/ 3530424 w 5799173"/>
              <a:gd name="connsiteY51384" fmla="*/ 4439198 h 5017219"/>
              <a:gd name="connsiteX51385" fmla="*/ 3529178 w 5799173"/>
              <a:gd name="connsiteY51385" fmla="*/ 4438533 h 5017219"/>
              <a:gd name="connsiteX51386" fmla="*/ 3519209 w 5799173"/>
              <a:gd name="connsiteY51386" fmla="*/ 4421251 h 5017219"/>
              <a:gd name="connsiteX51387" fmla="*/ 3519209 w 5799173"/>
              <a:gd name="connsiteY51387" fmla="*/ 4419839 h 5017219"/>
              <a:gd name="connsiteX51388" fmla="*/ 3529178 w 5799173"/>
              <a:gd name="connsiteY51388" fmla="*/ 4402558 h 5017219"/>
              <a:gd name="connsiteX51389" fmla="*/ 3530424 w 5799173"/>
              <a:gd name="connsiteY51389" fmla="*/ 4401893 h 5017219"/>
              <a:gd name="connsiteX51390" fmla="*/ 3550364 w 5799173"/>
              <a:gd name="connsiteY51390" fmla="*/ 4401893 h 5017219"/>
              <a:gd name="connsiteX51391" fmla="*/ 3551610 w 5799173"/>
              <a:gd name="connsiteY51391" fmla="*/ 4402558 h 5017219"/>
              <a:gd name="connsiteX51392" fmla="*/ 3561579 w 5799173"/>
              <a:gd name="connsiteY51392" fmla="*/ 4419839 h 5017219"/>
              <a:gd name="connsiteX51393" fmla="*/ 3561579 w 5799173"/>
              <a:gd name="connsiteY51393" fmla="*/ 4421250 h 5017219"/>
              <a:gd name="connsiteX51394" fmla="*/ 3551610 w 5799173"/>
              <a:gd name="connsiteY51394" fmla="*/ 4438533 h 5017219"/>
              <a:gd name="connsiteX51395" fmla="*/ 3550364 w 5799173"/>
              <a:gd name="connsiteY51395" fmla="*/ 4439198 h 5017219"/>
              <a:gd name="connsiteX51396" fmla="*/ 4011866 w 5799173"/>
              <a:gd name="connsiteY51396" fmla="*/ 4568252 h 5017219"/>
              <a:gd name="connsiteX51397" fmla="*/ 4010619 w 5799173"/>
              <a:gd name="connsiteY51397" fmla="*/ 4567505 h 5017219"/>
              <a:gd name="connsiteX51398" fmla="*/ 4000650 w 5799173"/>
              <a:gd name="connsiteY51398" fmla="*/ 4550140 h 5017219"/>
              <a:gd name="connsiteX51399" fmla="*/ 4000650 w 5799173"/>
              <a:gd name="connsiteY51399" fmla="*/ 4548727 h 5017219"/>
              <a:gd name="connsiteX51400" fmla="*/ 4010702 w 5799173"/>
              <a:gd name="connsiteY51400" fmla="*/ 4531363 h 5017219"/>
              <a:gd name="connsiteX51401" fmla="*/ 4011949 w 5799173"/>
              <a:gd name="connsiteY51401" fmla="*/ 4530615 h 5017219"/>
              <a:gd name="connsiteX51402" fmla="*/ 4031972 w 5799173"/>
              <a:gd name="connsiteY51402" fmla="*/ 4530614 h 5017219"/>
              <a:gd name="connsiteX51403" fmla="*/ 4033218 w 5799173"/>
              <a:gd name="connsiteY51403" fmla="*/ 4531362 h 5017219"/>
              <a:gd name="connsiteX51404" fmla="*/ 4043186 w 5799173"/>
              <a:gd name="connsiteY51404" fmla="*/ 4548726 h 5017219"/>
              <a:gd name="connsiteX51405" fmla="*/ 4043186 w 5799173"/>
              <a:gd name="connsiteY51405" fmla="*/ 4550140 h 5017219"/>
              <a:gd name="connsiteX51406" fmla="*/ 4033134 w 5799173"/>
              <a:gd name="connsiteY51406" fmla="*/ 4567504 h 5017219"/>
              <a:gd name="connsiteX51407" fmla="*/ 4031888 w 5799173"/>
              <a:gd name="connsiteY51407" fmla="*/ 4568252 h 5017219"/>
              <a:gd name="connsiteX51408" fmla="*/ 4132225 w 5799173"/>
              <a:gd name="connsiteY51408" fmla="*/ 4600641 h 5017219"/>
              <a:gd name="connsiteX51409" fmla="*/ 4130978 w 5799173"/>
              <a:gd name="connsiteY51409" fmla="*/ 4599893 h 5017219"/>
              <a:gd name="connsiteX51410" fmla="*/ 4120926 w 5799173"/>
              <a:gd name="connsiteY51410" fmla="*/ 4582446 h 5017219"/>
              <a:gd name="connsiteX51411" fmla="*/ 4120925 w 5799173"/>
              <a:gd name="connsiteY51411" fmla="*/ 4581033 h 5017219"/>
              <a:gd name="connsiteX51412" fmla="*/ 4130979 w 5799173"/>
              <a:gd name="connsiteY51412" fmla="*/ 4563586 h 5017219"/>
              <a:gd name="connsiteX51413" fmla="*/ 4132225 w 5799173"/>
              <a:gd name="connsiteY51413" fmla="*/ 4562838 h 5017219"/>
              <a:gd name="connsiteX51414" fmla="*/ 4152330 w 5799173"/>
              <a:gd name="connsiteY51414" fmla="*/ 4562838 h 5017219"/>
              <a:gd name="connsiteX51415" fmla="*/ 4153576 w 5799173"/>
              <a:gd name="connsiteY51415" fmla="*/ 4563585 h 5017219"/>
              <a:gd name="connsiteX51416" fmla="*/ 4163629 w 5799173"/>
              <a:gd name="connsiteY51416" fmla="*/ 4581032 h 5017219"/>
              <a:gd name="connsiteX51417" fmla="*/ 4163629 w 5799173"/>
              <a:gd name="connsiteY51417" fmla="*/ 4582446 h 5017219"/>
              <a:gd name="connsiteX51418" fmla="*/ 4153575 w 5799173"/>
              <a:gd name="connsiteY51418" fmla="*/ 4599892 h 5017219"/>
              <a:gd name="connsiteX51419" fmla="*/ 4152330 w 5799173"/>
              <a:gd name="connsiteY51419" fmla="*/ 4600641 h 5017219"/>
              <a:gd name="connsiteX51420" fmla="*/ 3470014 w 5799173"/>
              <a:gd name="connsiteY51420" fmla="*/ 4423245 h 5017219"/>
              <a:gd name="connsiteX51421" fmla="*/ 3468768 w 5799173"/>
              <a:gd name="connsiteY51421" fmla="*/ 4422496 h 5017219"/>
              <a:gd name="connsiteX51422" fmla="*/ 3458467 w 5799173"/>
              <a:gd name="connsiteY51422" fmla="*/ 4404714 h 5017219"/>
              <a:gd name="connsiteX51423" fmla="*/ 3458467 w 5799173"/>
              <a:gd name="connsiteY51423" fmla="*/ 4403301 h 5017219"/>
              <a:gd name="connsiteX51424" fmla="*/ 3468771 w 5799173"/>
              <a:gd name="connsiteY51424" fmla="*/ 4385517 h 5017219"/>
              <a:gd name="connsiteX51425" fmla="*/ 3470017 w 5799173"/>
              <a:gd name="connsiteY51425" fmla="*/ 4384769 h 5017219"/>
              <a:gd name="connsiteX51426" fmla="*/ 3490537 w 5799173"/>
              <a:gd name="connsiteY51426" fmla="*/ 4384767 h 5017219"/>
              <a:gd name="connsiteX51427" fmla="*/ 3491784 w 5799173"/>
              <a:gd name="connsiteY51427" fmla="*/ 4385515 h 5017219"/>
              <a:gd name="connsiteX51428" fmla="*/ 3502084 w 5799173"/>
              <a:gd name="connsiteY51428" fmla="*/ 4403298 h 5017219"/>
              <a:gd name="connsiteX51429" fmla="*/ 3502084 w 5799173"/>
              <a:gd name="connsiteY51429" fmla="*/ 4404711 h 5017219"/>
              <a:gd name="connsiteX51430" fmla="*/ 3491782 w 5799173"/>
              <a:gd name="connsiteY51430" fmla="*/ 4422495 h 5017219"/>
              <a:gd name="connsiteX51431" fmla="*/ 3490534 w 5799173"/>
              <a:gd name="connsiteY51431" fmla="*/ 4423243 h 5017219"/>
              <a:gd name="connsiteX51432" fmla="*/ 3108878 w 5799173"/>
              <a:gd name="connsiteY51432" fmla="*/ 4326688 h 5017219"/>
              <a:gd name="connsiteX51433" fmla="*/ 3107632 w 5799173"/>
              <a:gd name="connsiteY51433" fmla="*/ 4325940 h 5017219"/>
              <a:gd name="connsiteX51434" fmla="*/ 3097331 w 5799173"/>
              <a:gd name="connsiteY51434" fmla="*/ 4308075 h 5017219"/>
              <a:gd name="connsiteX51435" fmla="*/ 3097331 w 5799173"/>
              <a:gd name="connsiteY51435" fmla="*/ 4306580 h 5017219"/>
              <a:gd name="connsiteX51436" fmla="*/ 3107634 w 5799173"/>
              <a:gd name="connsiteY51436" fmla="*/ 4288713 h 5017219"/>
              <a:gd name="connsiteX51437" fmla="*/ 3108881 w 5799173"/>
              <a:gd name="connsiteY51437" fmla="*/ 4287965 h 5017219"/>
              <a:gd name="connsiteX51438" fmla="*/ 3129568 w 5799173"/>
              <a:gd name="connsiteY51438" fmla="*/ 4287964 h 5017219"/>
              <a:gd name="connsiteX51439" fmla="*/ 3130814 w 5799173"/>
              <a:gd name="connsiteY51439" fmla="*/ 4288712 h 5017219"/>
              <a:gd name="connsiteX51440" fmla="*/ 3141115 w 5799173"/>
              <a:gd name="connsiteY51440" fmla="*/ 4306577 h 5017219"/>
              <a:gd name="connsiteX51441" fmla="*/ 3141115 w 5799173"/>
              <a:gd name="connsiteY51441" fmla="*/ 4308072 h 5017219"/>
              <a:gd name="connsiteX51442" fmla="*/ 3130811 w 5799173"/>
              <a:gd name="connsiteY51442" fmla="*/ 4325939 h 5017219"/>
              <a:gd name="connsiteX51443" fmla="*/ 3129566 w 5799173"/>
              <a:gd name="connsiteY51443" fmla="*/ 4326688 h 5017219"/>
              <a:gd name="connsiteX51444" fmla="*/ 1965276 w 5799173"/>
              <a:gd name="connsiteY51444" fmla="*/ 4020283 h 5017219"/>
              <a:gd name="connsiteX51445" fmla="*/ 1964030 w 5799173"/>
              <a:gd name="connsiteY51445" fmla="*/ 4019535 h 5017219"/>
              <a:gd name="connsiteX51446" fmla="*/ 1953647 w 5799173"/>
              <a:gd name="connsiteY51446" fmla="*/ 4001585 h 5017219"/>
              <a:gd name="connsiteX51447" fmla="*/ 1953647 w 5799173"/>
              <a:gd name="connsiteY51447" fmla="*/ 4000091 h 5017219"/>
              <a:gd name="connsiteX51448" fmla="*/ 1964033 w 5799173"/>
              <a:gd name="connsiteY51448" fmla="*/ 3982140 h 5017219"/>
              <a:gd name="connsiteX51449" fmla="*/ 1965279 w 5799173"/>
              <a:gd name="connsiteY51449" fmla="*/ 3981392 h 5017219"/>
              <a:gd name="connsiteX51450" fmla="*/ 1986049 w 5799173"/>
              <a:gd name="connsiteY51450" fmla="*/ 3981391 h 5017219"/>
              <a:gd name="connsiteX51451" fmla="*/ 1987296 w 5799173"/>
              <a:gd name="connsiteY51451" fmla="*/ 3982138 h 5017219"/>
              <a:gd name="connsiteX51452" fmla="*/ 1997679 w 5799173"/>
              <a:gd name="connsiteY51452" fmla="*/ 4000087 h 5017219"/>
              <a:gd name="connsiteX51453" fmla="*/ 1997679 w 5799173"/>
              <a:gd name="connsiteY51453" fmla="*/ 4001583 h 5017219"/>
              <a:gd name="connsiteX51454" fmla="*/ 1987293 w 5799173"/>
              <a:gd name="connsiteY51454" fmla="*/ 4019534 h 5017219"/>
              <a:gd name="connsiteX51455" fmla="*/ 1986047 w 5799173"/>
              <a:gd name="connsiteY51455" fmla="*/ 4020282 h 5017219"/>
              <a:gd name="connsiteX51456" fmla="*/ 3048684 w 5799173"/>
              <a:gd name="connsiteY51456" fmla="*/ 4310593 h 5017219"/>
              <a:gd name="connsiteX51457" fmla="*/ 3047438 w 5799173"/>
              <a:gd name="connsiteY51457" fmla="*/ 4309845 h 5017219"/>
              <a:gd name="connsiteX51458" fmla="*/ 3037137 w 5799173"/>
              <a:gd name="connsiteY51458" fmla="*/ 4291980 h 5017219"/>
              <a:gd name="connsiteX51459" fmla="*/ 3037137 w 5799173"/>
              <a:gd name="connsiteY51459" fmla="*/ 4290485 h 5017219"/>
              <a:gd name="connsiteX51460" fmla="*/ 3047440 w 5799173"/>
              <a:gd name="connsiteY51460" fmla="*/ 4272618 h 5017219"/>
              <a:gd name="connsiteX51461" fmla="*/ 3048686 w 5799173"/>
              <a:gd name="connsiteY51461" fmla="*/ 4271869 h 5017219"/>
              <a:gd name="connsiteX51462" fmla="*/ 3069373 w 5799173"/>
              <a:gd name="connsiteY51462" fmla="*/ 4271869 h 5017219"/>
              <a:gd name="connsiteX51463" fmla="*/ 3070619 w 5799173"/>
              <a:gd name="connsiteY51463" fmla="*/ 4272617 h 5017219"/>
              <a:gd name="connsiteX51464" fmla="*/ 3080920 w 5799173"/>
              <a:gd name="connsiteY51464" fmla="*/ 4290482 h 5017219"/>
              <a:gd name="connsiteX51465" fmla="*/ 3080920 w 5799173"/>
              <a:gd name="connsiteY51465" fmla="*/ 4291977 h 5017219"/>
              <a:gd name="connsiteX51466" fmla="*/ 3070617 w 5799173"/>
              <a:gd name="connsiteY51466" fmla="*/ 4309844 h 5017219"/>
              <a:gd name="connsiteX51467" fmla="*/ 3069371 w 5799173"/>
              <a:gd name="connsiteY51467" fmla="*/ 4310592 h 5017219"/>
              <a:gd name="connsiteX51468" fmla="*/ 2988519 w 5799173"/>
              <a:gd name="connsiteY51468" fmla="*/ 4294478 h 5017219"/>
              <a:gd name="connsiteX51469" fmla="*/ 2987273 w 5799173"/>
              <a:gd name="connsiteY51469" fmla="*/ 4293731 h 5017219"/>
              <a:gd name="connsiteX51470" fmla="*/ 2977055 w 5799173"/>
              <a:gd name="connsiteY51470" fmla="*/ 4276033 h 5017219"/>
              <a:gd name="connsiteX51471" fmla="*/ 2977055 w 5799173"/>
              <a:gd name="connsiteY51471" fmla="*/ 4274621 h 5017219"/>
              <a:gd name="connsiteX51472" fmla="*/ 2987275 w 5799173"/>
              <a:gd name="connsiteY51472" fmla="*/ 4256923 h 5017219"/>
              <a:gd name="connsiteX51473" fmla="*/ 2988521 w 5799173"/>
              <a:gd name="connsiteY51473" fmla="*/ 4256175 h 5017219"/>
              <a:gd name="connsiteX51474" fmla="*/ 3008958 w 5799173"/>
              <a:gd name="connsiteY51474" fmla="*/ 4256175 h 5017219"/>
              <a:gd name="connsiteX51475" fmla="*/ 3010204 w 5799173"/>
              <a:gd name="connsiteY51475" fmla="*/ 4256923 h 5017219"/>
              <a:gd name="connsiteX51476" fmla="*/ 3020422 w 5799173"/>
              <a:gd name="connsiteY51476" fmla="*/ 4274620 h 5017219"/>
              <a:gd name="connsiteX51477" fmla="*/ 3020422 w 5799173"/>
              <a:gd name="connsiteY51477" fmla="*/ 4276032 h 5017219"/>
              <a:gd name="connsiteX51478" fmla="*/ 3010203 w 5799173"/>
              <a:gd name="connsiteY51478" fmla="*/ 4293730 h 5017219"/>
              <a:gd name="connsiteX51479" fmla="*/ 3008957 w 5799173"/>
              <a:gd name="connsiteY51479" fmla="*/ 4294478 h 5017219"/>
              <a:gd name="connsiteX51480" fmla="*/ 3168903 w 5799173"/>
              <a:gd name="connsiteY51480" fmla="*/ 4342955 h 5017219"/>
              <a:gd name="connsiteX51481" fmla="*/ 3167658 w 5799173"/>
              <a:gd name="connsiteY51481" fmla="*/ 4342208 h 5017219"/>
              <a:gd name="connsiteX51482" fmla="*/ 3157273 w 5799173"/>
              <a:gd name="connsiteY51482" fmla="*/ 4324176 h 5017219"/>
              <a:gd name="connsiteX51483" fmla="*/ 3157273 w 5799173"/>
              <a:gd name="connsiteY51483" fmla="*/ 4322681 h 5017219"/>
              <a:gd name="connsiteX51484" fmla="*/ 3167743 w 5799173"/>
              <a:gd name="connsiteY51484" fmla="*/ 4304649 h 5017219"/>
              <a:gd name="connsiteX51485" fmla="*/ 3168989 w 5799173"/>
              <a:gd name="connsiteY51485" fmla="*/ 4303899 h 5017219"/>
              <a:gd name="connsiteX51486" fmla="*/ 3189842 w 5799173"/>
              <a:gd name="connsiteY51486" fmla="*/ 4303898 h 5017219"/>
              <a:gd name="connsiteX51487" fmla="*/ 3191088 w 5799173"/>
              <a:gd name="connsiteY51487" fmla="*/ 4304646 h 5017219"/>
              <a:gd name="connsiteX51488" fmla="*/ 3201472 w 5799173"/>
              <a:gd name="connsiteY51488" fmla="*/ 4322678 h 5017219"/>
              <a:gd name="connsiteX51489" fmla="*/ 3201472 w 5799173"/>
              <a:gd name="connsiteY51489" fmla="*/ 4324173 h 5017219"/>
              <a:gd name="connsiteX51490" fmla="*/ 3191003 w 5799173"/>
              <a:gd name="connsiteY51490" fmla="*/ 4342207 h 5017219"/>
              <a:gd name="connsiteX51491" fmla="*/ 3189756 w 5799173"/>
              <a:gd name="connsiteY51491" fmla="*/ 4342954 h 5017219"/>
              <a:gd name="connsiteX51492" fmla="*/ 3409703 w 5799173"/>
              <a:gd name="connsiteY51492" fmla="*/ 4407486 h 5017219"/>
              <a:gd name="connsiteX51493" fmla="*/ 3408457 w 5799173"/>
              <a:gd name="connsiteY51493" fmla="*/ 4406739 h 5017219"/>
              <a:gd name="connsiteX51494" fmla="*/ 3398073 w 5799173"/>
              <a:gd name="connsiteY51494" fmla="*/ 4388791 h 5017219"/>
              <a:gd name="connsiteX51495" fmla="*/ 3398073 w 5799173"/>
              <a:gd name="connsiteY51495" fmla="*/ 4387295 h 5017219"/>
              <a:gd name="connsiteX51496" fmla="*/ 3408459 w 5799173"/>
              <a:gd name="connsiteY51496" fmla="*/ 4369347 h 5017219"/>
              <a:gd name="connsiteX51497" fmla="*/ 3409705 w 5799173"/>
              <a:gd name="connsiteY51497" fmla="*/ 4368599 h 5017219"/>
              <a:gd name="connsiteX51498" fmla="*/ 3430475 w 5799173"/>
              <a:gd name="connsiteY51498" fmla="*/ 4368598 h 5017219"/>
              <a:gd name="connsiteX51499" fmla="*/ 3431721 w 5799173"/>
              <a:gd name="connsiteY51499" fmla="*/ 4369346 h 5017219"/>
              <a:gd name="connsiteX51500" fmla="*/ 3442106 w 5799173"/>
              <a:gd name="connsiteY51500" fmla="*/ 4387294 h 5017219"/>
              <a:gd name="connsiteX51501" fmla="*/ 3442106 w 5799173"/>
              <a:gd name="connsiteY51501" fmla="*/ 4388789 h 5017219"/>
              <a:gd name="connsiteX51502" fmla="*/ 3431720 w 5799173"/>
              <a:gd name="connsiteY51502" fmla="*/ 4406738 h 5017219"/>
              <a:gd name="connsiteX51503" fmla="*/ 3430474 w 5799173"/>
              <a:gd name="connsiteY51503" fmla="*/ 4407485 h 5017219"/>
              <a:gd name="connsiteX51504" fmla="*/ 1904989 w 5799173"/>
              <a:gd name="connsiteY51504" fmla="*/ 4004303 h 5017219"/>
              <a:gd name="connsiteX51505" fmla="*/ 1903743 w 5799173"/>
              <a:gd name="connsiteY51505" fmla="*/ 4003557 h 5017219"/>
              <a:gd name="connsiteX51506" fmla="*/ 1893359 w 5799173"/>
              <a:gd name="connsiteY51506" fmla="*/ 3985524 h 5017219"/>
              <a:gd name="connsiteX51507" fmla="*/ 1893359 w 5799173"/>
              <a:gd name="connsiteY51507" fmla="*/ 3984028 h 5017219"/>
              <a:gd name="connsiteX51508" fmla="*/ 1903828 w 5799173"/>
              <a:gd name="connsiteY51508" fmla="*/ 3965996 h 5017219"/>
              <a:gd name="connsiteX51509" fmla="*/ 1905075 w 5799173"/>
              <a:gd name="connsiteY51509" fmla="*/ 3965247 h 5017219"/>
              <a:gd name="connsiteX51510" fmla="*/ 1925928 w 5799173"/>
              <a:gd name="connsiteY51510" fmla="*/ 3965246 h 5017219"/>
              <a:gd name="connsiteX51511" fmla="*/ 1927174 w 5799173"/>
              <a:gd name="connsiteY51511" fmla="*/ 3965994 h 5017219"/>
              <a:gd name="connsiteX51512" fmla="*/ 1937558 w 5799173"/>
              <a:gd name="connsiteY51512" fmla="*/ 3984026 h 5017219"/>
              <a:gd name="connsiteX51513" fmla="*/ 1937558 w 5799173"/>
              <a:gd name="connsiteY51513" fmla="*/ 3985521 h 5017219"/>
              <a:gd name="connsiteX51514" fmla="*/ 1927089 w 5799173"/>
              <a:gd name="connsiteY51514" fmla="*/ 4003555 h 5017219"/>
              <a:gd name="connsiteX51515" fmla="*/ 1925842 w 5799173"/>
              <a:gd name="connsiteY51515" fmla="*/ 4004302 h 5017219"/>
              <a:gd name="connsiteX51516" fmla="*/ 2386476 w 5799173"/>
              <a:gd name="connsiteY51516" fmla="*/ 4133410 h 5017219"/>
              <a:gd name="connsiteX51517" fmla="*/ 2385231 w 5799173"/>
              <a:gd name="connsiteY51517" fmla="*/ 4132662 h 5017219"/>
              <a:gd name="connsiteX51518" fmla="*/ 2374764 w 5799173"/>
              <a:gd name="connsiteY51518" fmla="*/ 4114548 h 5017219"/>
              <a:gd name="connsiteX51519" fmla="*/ 2374764 w 5799173"/>
              <a:gd name="connsiteY51519" fmla="*/ 4113052 h 5017219"/>
              <a:gd name="connsiteX51520" fmla="*/ 2385233 w 5799173"/>
              <a:gd name="connsiteY51520" fmla="*/ 4094936 h 5017219"/>
              <a:gd name="connsiteX51521" fmla="*/ 2386479 w 5799173"/>
              <a:gd name="connsiteY51521" fmla="*/ 4094188 h 5017219"/>
              <a:gd name="connsiteX51522" fmla="*/ 2407415 w 5799173"/>
              <a:gd name="connsiteY51522" fmla="*/ 4094187 h 5017219"/>
              <a:gd name="connsiteX51523" fmla="*/ 2408661 w 5799173"/>
              <a:gd name="connsiteY51523" fmla="*/ 4094935 h 5017219"/>
              <a:gd name="connsiteX51524" fmla="*/ 2419128 w 5799173"/>
              <a:gd name="connsiteY51524" fmla="*/ 4113050 h 5017219"/>
              <a:gd name="connsiteX51525" fmla="*/ 2419128 w 5799173"/>
              <a:gd name="connsiteY51525" fmla="*/ 4114545 h 5017219"/>
              <a:gd name="connsiteX51526" fmla="*/ 2408659 w 5799173"/>
              <a:gd name="connsiteY51526" fmla="*/ 4132662 h 5017219"/>
              <a:gd name="connsiteX51527" fmla="*/ 2407413 w 5799173"/>
              <a:gd name="connsiteY51527" fmla="*/ 4133409 h 5017219"/>
              <a:gd name="connsiteX51528" fmla="*/ 1784557 w 5799173"/>
              <a:gd name="connsiteY51528" fmla="*/ 3972208 h 5017219"/>
              <a:gd name="connsiteX51529" fmla="*/ 1783310 w 5799173"/>
              <a:gd name="connsiteY51529" fmla="*/ 3971460 h 5017219"/>
              <a:gd name="connsiteX51530" fmla="*/ 1772761 w 5799173"/>
              <a:gd name="connsiteY51530" fmla="*/ 3953179 h 5017219"/>
              <a:gd name="connsiteX51531" fmla="*/ 1772761 w 5799173"/>
              <a:gd name="connsiteY51531" fmla="*/ 3951683 h 5017219"/>
              <a:gd name="connsiteX51532" fmla="*/ 1783313 w 5799173"/>
              <a:gd name="connsiteY51532" fmla="*/ 3933401 h 5017219"/>
              <a:gd name="connsiteX51533" fmla="*/ 1784559 w 5799173"/>
              <a:gd name="connsiteY51533" fmla="*/ 3932653 h 5017219"/>
              <a:gd name="connsiteX51534" fmla="*/ 1805578 w 5799173"/>
              <a:gd name="connsiteY51534" fmla="*/ 3932652 h 5017219"/>
              <a:gd name="connsiteX51535" fmla="*/ 1806824 w 5799173"/>
              <a:gd name="connsiteY51535" fmla="*/ 3933400 h 5017219"/>
              <a:gd name="connsiteX51536" fmla="*/ 1817374 w 5799173"/>
              <a:gd name="connsiteY51536" fmla="*/ 3951680 h 5017219"/>
              <a:gd name="connsiteX51537" fmla="*/ 1817374 w 5799173"/>
              <a:gd name="connsiteY51537" fmla="*/ 3953176 h 5017219"/>
              <a:gd name="connsiteX51538" fmla="*/ 1806822 w 5799173"/>
              <a:gd name="connsiteY51538" fmla="*/ 3971458 h 5017219"/>
              <a:gd name="connsiteX51539" fmla="*/ 1805576 w 5799173"/>
              <a:gd name="connsiteY51539" fmla="*/ 3972207 h 5017219"/>
              <a:gd name="connsiteX51540" fmla="*/ 2145673 w 5799173"/>
              <a:gd name="connsiteY51540" fmla="*/ 4068971 h 5017219"/>
              <a:gd name="connsiteX51541" fmla="*/ 2144427 w 5799173"/>
              <a:gd name="connsiteY51541" fmla="*/ 4068223 h 5017219"/>
              <a:gd name="connsiteX51542" fmla="*/ 2133877 w 5799173"/>
              <a:gd name="connsiteY51542" fmla="*/ 4049943 h 5017219"/>
              <a:gd name="connsiteX51543" fmla="*/ 2133877 w 5799173"/>
              <a:gd name="connsiteY51543" fmla="*/ 4048447 h 5017219"/>
              <a:gd name="connsiteX51544" fmla="*/ 2144429 w 5799173"/>
              <a:gd name="connsiteY51544" fmla="*/ 4030165 h 5017219"/>
              <a:gd name="connsiteX51545" fmla="*/ 2145675 w 5799173"/>
              <a:gd name="connsiteY51545" fmla="*/ 4029417 h 5017219"/>
              <a:gd name="connsiteX51546" fmla="*/ 2166695 w 5799173"/>
              <a:gd name="connsiteY51546" fmla="*/ 4029416 h 5017219"/>
              <a:gd name="connsiteX51547" fmla="*/ 2167941 w 5799173"/>
              <a:gd name="connsiteY51547" fmla="*/ 4030163 h 5017219"/>
              <a:gd name="connsiteX51548" fmla="*/ 2178491 w 5799173"/>
              <a:gd name="connsiteY51548" fmla="*/ 4048444 h 5017219"/>
              <a:gd name="connsiteX51549" fmla="*/ 2178490 w 5799173"/>
              <a:gd name="connsiteY51549" fmla="*/ 4049940 h 5017219"/>
              <a:gd name="connsiteX51550" fmla="*/ 2167938 w 5799173"/>
              <a:gd name="connsiteY51550" fmla="*/ 4068222 h 5017219"/>
              <a:gd name="connsiteX51551" fmla="*/ 2166692 w 5799173"/>
              <a:gd name="connsiteY51551" fmla="*/ 4068970 h 5017219"/>
              <a:gd name="connsiteX51552" fmla="*/ 1664179 w 5799173"/>
              <a:gd name="connsiteY51552" fmla="*/ 3939975 h 5017219"/>
              <a:gd name="connsiteX51553" fmla="*/ 1662933 w 5799173"/>
              <a:gd name="connsiteY51553" fmla="*/ 3939226 h 5017219"/>
              <a:gd name="connsiteX51554" fmla="*/ 1652383 w 5799173"/>
              <a:gd name="connsiteY51554" fmla="*/ 3920946 h 5017219"/>
              <a:gd name="connsiteX51555" fmla="*/ 1652383 w 5799173"/>
              <a:gd name="connsiteY51555" fmla="*/ 3919449 h 5017219"/>
              <a:gd name="connsiteX51556" fmla="*/ 1662936 w 5799173"/>
              <a:gd name="connsiteY51556" fmla="*/ 3901167 h 5017219"/>
              <a:gd name="connsiteX51557" fmla="*/ 1664182 w 5799173"/>
              <a:gd name="connsiteY51557" fmla="*/ 3900420 h 5017219"/>
              <a:gd name="connsiteX51558" fmla="*/ 1685201 w 5799173"/>
              <a:gd name="connsiteY51558" fmla="*/ 3900419 h 5017219"/>
              <a:gd name="connsiteX51559" fmla="*/ 1686447 w 5799173"/>
              <a:gd name="connsiteY51559" fmla="*/ 3901167 h 5017219"/>
              <a:gd name="connsiteX51560" fmla="*/ 1696998 w 5799173"/>
              <a:gd name="connsiteY51560" fmla="*/ 3919447 h 5017219"/>
              <a:gd name="connsiteX51561" fmla="*/ 1696998 w 5799173"/>
              <a:gd name="connsiteY51561" fmla="*/ 3920944 h 5017219"/>
              <a:gd name="connsiteX51562" fmla="*/ 1686445 w 5799173"/>
              <a:gd name="connsiteY51562" fmla="*/ 3939225 h 5017219"/>
              <a:gd name="connsiteX51563" fmla="*/ 1685199 w 5799173"/>
              <a:gd name="connsiteY51563" fmla="*/ 3939973 h 5017219"/>
              <a:gd name="connsiteX51564" fmla="*/ 2205870 w 5799173"/>
              <a:gd name="connsiteY51564" fmla="*/ 4085123 h 5017219"/>
              <a:gd name="connsiteX51565" fmla="*/ 2204625 w 5799173"/>
              <a:gd name="connsiteY51565" fmla="*/ 4084376 h 5017219"/>
              <a:gd name="connsiteX51566" fmla="*/ 2194240 w 5799173"/>
              <a:gd name="connsiteY51566" fmla="*/ 4066345 h 5017219"/>
              <a:gd name="connsiteX51567" fmla="*/ 2194240 w 5799173"/>
              <a:gd name="connsiteY51567" fmla="*/ 4064850 h 5017219"/>
              <a:gd name="connsiteX51568" fmla="*/ 2204709 w 5799173"/>
              <a:gd name="connsiteY51568" fmla="*/ 4046819 h 5017219"/>
              <a:gd name="connsiteX51569" fmla="*/ 2205955 w 5799173"/>
              <a:gd name="connsiteY51569" fmla="*/ 4046071 h 5017219"/>
              <a:gd name="connsiteX51570" fmla="*/ 2226808 w 5799173"/>
              <a:gd name="connsiteY51570" fmla="*/ 4046070 h 5017219"/>
              <a:gd name="connsiteX51571" fmla="*/ 2228054 w 5799173"/>
              <a:gd name="connsiteY51571" fmla="*/ 4046819 h 5017219"/>
              <a:gd name="connsiteX51572" fmla="*/ 2238439 w 5799173"/>
              <a:gd name="connsiteY51572" fmla="*/ 4064848 h 5017219"/>
              <a:gd name="connsiteX51573" fmla="*/ 2238439 w 5799173"/>
              <a:gd name="connsiteY51573" fmla="*/ 4066344 h 5017219"/>
              <a:gd name="connsiteX51574" fmla="*/ 2227970 w 5799173"/>
              <a:gd name="connsiteY51574" fmla="*/ 4084375 h 5017219"/>
              <a:gd name="connsiteX51575" fmla="*/ 2226724 w 5799173"/>
              <a:gd name="connsiteY51575" fmla="*/ 4085122 h 5017219"/>
              <a:gd name="connsiteX51576" fmla="*/ 1724400 w 5799173"/>
              <a:gd name="connsiteY51576" fmla="*/ 3956117 h 5017219"/>
              <a:gd name="connsiteX51577" fmla="*/ 1723155 w 5799173"/>
              <a:gd name="connsiteY51577" fmla="*/ 3955369 h 5017219"/>
              <a:gd name="connsiteX51578" fmla="*/ 1712688 w 5799173"/>
              <a:gd name="connsiteY51578" fmla="*/ 3937255 h 5017219"/>
              <a:gd name="connsiteX51579" fmla="*/ 1712688 w 5799173"/>
              <a:gd name="connsiteY51579" fmla="*/ 3935760 h 5017219"/>
              <a:gd name="connsiteX51580" fmla="*/ 1723156 w 5799173"/>
              <a:gd name="connsiteY51580" fmla="*/ 3917646 h 5017219"/>
              <a:gd name="connsiteX51581" fmla="*/ 1724402 w 5799173"/>
              <a:gd name="connsiteY51581" fmla="*/ 3916898 h 5017219"/>
              <a:gd name="connsiteX51582" fmla="*/ 1745339 w 5799173"/>
              <a:gd name="connsiteY51582" fmla="*/ 3916897 h 5017219"/>
              <a:gd name="connsiteX51583" fmla="*/ 1746585 w 5799173"/>
              <a:gd name="connsiteY51583" fmla="*/ 3917645 h 5017219"/>
              <a:gd name="connsiteX51584" fmla="*/ 1757052 w 5799173"/>
              <a:gd name="connsiteY51584" fmla="*/ 3935758 h 5017219"/>
              <a:gd name="connsiteX51585" fmla="*/ 1757052 w 5799173"/>
              <a:gd name="connsiteY51585" fmla="*/ 3937253 h 5017219"/>
              <a:gd name="connsiteX51586" fmla="*/ 1746583 w 5799173"/>
              <a:gd name="connsiteY51586" fmla="*/ 3955369 h 5017219"/>
              <a:gd name="connsiteX51587" fmla="*/ 1745337 w 5799173"/>
              <a:gd name="connsiteY51587" fmla="*/ 3956116 h 5017219"/>
              <a:gd name="connsiteX51588" fmla="*/ 2326238 w 5799173"/>
              <a:gd name="connsiteY51588" fmla="*/ 4117393 h 5017219"/>
              <a:gd name="connsiteX51589" fmla="*/ 2324992 w 5799173"/>
              <a:gd name="connsiteY51589" fmla="*/ 4116646 h 5017219"/>
              <a:gd name="connsiteX51590" fmla="*/ 2314608 w 5799173"/>
              <a:gd name="connsiteY51590" fmla="*/ 4098615 h 5017219"/>
              <a:gd name="connsiteX51591" fmla="*/ 2314608 w 5799173"/>
              <a:gd name="connsiteY51591" fmla="*/ 4097119 h 5017219"/>
              <a:gd name="connsiteX51592" fmla="*/ 2325076 w 5799173"/>
              <a:gd name="connsiteY51592" fmla="*/ 4079090 h 5017219"/>
              <a:gd name="connsiteX51593" fmla="*/ 2326322 w 5799173"/>
              <a:gd name="connsiteY51593" fmla="*/ 4078341 h 5017219"/>
              <a:gd name="connsiteX51594" fmla="*/ 2347176 w 5799173"/>
              <a:gd name="connsiteY51594" fmla="*/ 4078341 h 5017219"/>
              <a:gd name="connsiteX51595" fmla="*/ 2348422 w 5799173"/>
              <a:gd name="connsiteY51595" fmla="*/ 4079089 h 5017219"/>
              <a:gd name="connsiteX51596" fmla="*/ 2358806 w 5799173"/>
              <a:gd name="connsiteY51596" fmla="*/ 4097118 h 5017219"/>
              <a:gd name="connsiteX51597" fmla="*/ 2358806 w 5799173"/>
              <a:gd name="connsiteY51597" fmla="*/ 4098614 h 5017219"/>
              <a:gd name="connsiteX51598" fmla="*/ 2348337 w 5799173"/>
              <a:gd name="connsiteY51598" fmla="*/ 4116645 h 5017219"/>
              <a:gd name="connsiteX51599" fmla="*/ 2347091 w 5799173"/>
              <a:gd name="connsiteY51599" fmla="*/ 4117392 h 5017219"/>
              <a:gd name="connsiteX51600" fmla="*/ 2085484 w 5799173"/>
              <a:gd name="connsiteY51600" fmla="*/ 4053004 h 5017219"/>
              <a:gd name="connsiteX51601" fmla="*/ 2084238 w 5799173"/>
              <a:gd name="connsiteY51601" fmla="*/ 4052257 h 5017219"/>
              <a:gd name="connsiteX51602" fmla="*/ 2073771 w 5799173"/>
              <a:gd name="connsiteY51602" fmla="*/ 4034144 h 5017219"/>
              <a:gd name="connsiteX51603" fmla="*/ 2073771 w 5799173"/>
              <a:gd name="connsiteY51603" fmla="*/ 4032649 h 5017219"/>
              <a:gd name="connsiteX51604" fmla="*/ 2084239 w 5799173"/>
              <a:gd name="connsiteY51604" fmla="*/ 4014536 h 5017219"/>
              <a:gd name="connsiteX51605" fmla="*/ 2085485 w 5799173"/>
              <a:gd name="connsiteY51605" fmla="*/ 4013787 h 5017219"/>
              <a:gd name="connsiteX51606" fmla="*/ 2106421 w 5799173"/>
              <a:gd name="connsiteY51606" fmla="*/ 4013787 h 5017219"/>
              <a:gd name="connsiteX51607" fmla="*/ 2107667 w 5799173"/>
              <a:gd name="connsiteY51607" fmla="*/ 4014535 h 5017219"/>
              <a:gd name="connsiteX51608" fmla="*/ 2118135 w 5799173"/>
              <a:gd name="connsiteY51608" fmla="*/ 4032648 h 5017219"/>
              <a:gd name="connsiteX51609" fmla="*/ 2118135 w 5799173"/>
              <a:gd name="connsiteY51609" fmla="*/ 4034143 h 5017219"/>
              <a:gd name="connsiteX51610" fmla="*/ 2107666 w 5799173"/>
              <a:gd name="connsiteY51610" fmla="*/ 4052257 h 5017219"/>
              <a:gd name="connsiteX51611" fmla="*/ 2106420 w 5799173"/>
              <a:gd name="connsiteY51611" fmla="*/ 4053004 h 5017219"/>
              <a:gd name="connsiteX51612" fmla="*/ 1844718 w 5799173"/>
              <a:gd name="connsiteY51612" fmla="*/ 3988491 h 5017219"/>
              <a:gd name="connsiteX51613" fmla="*/ 1843472 w 5799173"/>
              <a:gd name="connsiteY51613" fmla="*/ 3987744 h 5017219"/>
              <a:gd name="connsiteX51614" fmla="*/ 1833087 w 5799173"/>
              <a:gd name="connsiteY51614" fmla="*/ 3969715 h 5017219"/>
              <a:gd name="connsiteX51615" fmla="*/ 1833087 w 5799173"/>
              <a:gd name="connsiteY51615" fmla="*/ 3968220 h 5017219"/>
              <a:gd name="connsiteX51616" fmla="*/ 1843555 w 5799173"/>
              <a:gd name="connsiteY51616" fmla="*/ 3950191 h 5017219"/>
              <a:gd name="connsiteX51617" fmla="*/ 1844801 w 5799173"/>
              <a:gd name="connsiteY51617" fmla="*/ 3949443 h 5017219"/>
              <a:gd name="connsiteX51618" fmla="*/ 1865655 w 5799173"/>
              <a:gd name="connsiteY51618" fmla="*/ 3949443 h 5017219"/>
              <a:gd name="connsiteX51619" fmla="*/ 1866900 w 5799173"/>
              <a:gd name="connsiteY51619" fmla="*/ 3950191 h 5017219"/>
              <a:gd name="connsiteX51620" fmla="*/ 1877285 w 5799173"/>
              <a:gd name="connsiteY51620" fmla="*/ 3968219 h 5017219"/>
              <a:gd name="connsiteX51621" fmla="*/ 1877285 w 5799173"/>
              <a:gd name="connsiteY51621" fmla="*/ 3969714 h 5017219"/>
              <a:gd name="connsiteX51622" fmla="*/ 1866817 w 5799173"/>
              <a:gd name="connsiteY51622" fmla="*/ 3987744 h 5017219"/>
              <a:gd name="connsiteX51623" fmla="*/ 1865571 w 5799173"/>
              <a:gd name="connsiteY51623" fmla="*/ 3988491 h 5017219"/>
              <a:gd name="connsiteX51624" fmla="*/ 2265999 w 5799173"/>
              <a:gd name="connsiteY51624" fmla="*/ 4101400 h 5017219"/>
              <a:gd name="connsiteX51625" fmla="*/ 2264753 w 5799173"/>
              <a:gd name="connsiteY51625" fmla="*/ 4100651 h 5017219"/>
              <a:gd name="connsiteX51626" fmla="*/ 2254203 w 5799173"/>
              <a:gd name="connsiteY51626" fmla="*/ 4082373 h 5017219"/>
              <a:gd name="connsiteX51627" fmla="*/ 2254202 w 5799173"/>
              <a:gd name="connsiteY51627" fmla="*/ 4080876 h 5017219"/>
              <a:gd name="connsiteX51628" fmla="*/ 2264754 w 5799173"/>
              <a:gd name="connsiteY51628" fmla="*/ 4062597 h 5017219"/>
              <a:gd name="connsiteX51629" fmla="*/ 2266000 w 5799173"/>
              <a:gd name="connsiteY51629" fmla="*/ 4061849 h 5017219"/>
              <a:gd name="connsiteX51630" fmla="*/ 2287020 w 5799173"/>
              <a:gd name="connsiteY51630" fmla="*/ 4061848 h 5017219"/>
              <a:gd name="connsiteX51631" fmla="*/ 2288265 w 5799173"/>
              <a:gd name="connsiteY51631" fmla="*/ 4062596 h 5017219"/>
              <a:gd name="connsiteX51632" fmla="*/ 2298816 w 5799173"/>
              <a:gd name="connsiteY51632" fmla="*/ 4080875 h 5017219"/>
              <a:gd name="connsiteX51633" fmla="*/ 2298816 w 5799173"/>
              <a:gd name="connsiteY51633" fmla="*/ 4082371 h 5017219"/>
              <a:gd name="connsiteX51634" fmla="*/ 2288264 w 5799173"/>
              <a:gd name="connsiteY51634" fmla="*/ 4100650 h 5017219"/>
              <a:gd name="connsiteX51635" fmla="*/ 2287018 w 5799173"/>
              <a:gd name="connsiteY51635" fmla="*/ 4101398 h 5017219"/>
              <a:gd name="connsiteX51636" fmla="*/ 3228980 w 5799173"/>
              <a:gd name="connsiteY51636" fmla="*/ 4359519 h 5017219"/>
              <a:gd name="connsiteX51637" fmla="*/ 3227651 w 5799173"/>
              <a:gd name="connsiteY51637" fmla="*/ 4358770 h 5017219"/>
              <a:gd name="connsiteX51638" fmla="*/ 3217101 w 5799173"/>
              <a:gd name="connsiteY51638" fmla="*/ 4340408 h 5017219"/>
              <a:gd name="connsiteX51639" fmla="*/ 3217101 w 5799173"/>
              <a:gd name="connsiteY51639" fmla="*/ 4338911 h 5017219"/>
              <a:gd name="connsiteX51640" fmla="*/ 3227653 w 5799173"/>
              <a:gd name="connsiteY51640" fmla="*/ 4320548 h 5017219"/>
              <a:gd name="connsiteX51641" fmla="*/ 3228982 w 5799173"/>
              <a:gd name="connsiteY51641" fmla="*/ 4319800 h 5017219"/>
              <a:gd name="connsiteX51642" fmla="*/ 3250167 w 5799173"/>
              <a:gd name="connsiteY51642" fmla="*/ 4319799 h 5017219"/>
              <a:gd name="connsiteX51643" fmla="*/ 3251497 w 5799173"/>
              <a:gd name="connsiteY51643" fmla="*/ 4320547 h 5017219"/>
              <a:gd name="connsiteX51644" fmla="*/ 3262048 w 5799173"/>
              <a:gd name="connsiteY51644" fmla="*/ 4338909 h 5017219"/>
              <a:gd name="connsiteX51645" fmla="*/ 3262047 w 5799173"/>
              <a:gd name="connsiteY51645" fmla="*/ 4340405 h 5017219"/>
              <a:gd name="connsiteX51646" fmla="*/ 3251495 w 5799173"/>
              <a:gd name="connsiteY51646" fmla="*/ 4358769 h 5017219"/>
              <a:gd name="connsiteX51647" fmla="*/ 3250165 w 5799173"/>
              <a:gd name="connsiteY51647" fmla="*/ 4359518 h 5017219"/>
              <a:gd name="connsiteX51648" fmla="*/ 4071597 w 5799173"/>
              <a:gd name="connsiteY51648" fmla="*/ 4585311 h 5017219"/>
              <a:gd name="connsiteX51649" fmla="*/ 4070351 w 5799173"/>
              <a:gd name="connsiteY51649" fmla="*/ 4584564 h 5017219"/>
              <a:gd name="connsiteX51650" fmla="*/ 4059883 w 5799173"/>
              <a:gd name="connsiteY51650" fmla="*/ 4566452 h 5017219"/>
              <a:gd name="connsiteX51651" fmla="*/ 4059883 w 5799173"/>
              <a:gd name="connsiteY51651" fmla="*/ 4564957 h 5017219"/>
              <a:gd name="connsiteX51652" fmla="*/ 4070351 w 5799173"/>
              <a:gd name="connsiteY51652" fmla="*/ 4546846 h 5017219"/>
              <a:gd name="connsiteX51653" fmla="*/ 4071597 w 5799173"/>
              <a:gd name="connsiteY51653" fmla="*/ 4546097 h 5017219"/>
              <a:gd name="connsiteX51654" fmla="*/ 4092533 w 5799173"/>
              <a:gd name="connsiteY51654" fmla="*/ 4546098 h 5017219"/>
              <a:gd name="connsiteX51655" fmla="*/ 4093779 w 5799173"/>
              <a:gd name="connsiteY51655" fmla="*/ 4546845 h 5017219"/>
              <a:gd name="connsiteX51656" fmla="*/ 4104247 w 5799173"/>
              <a:gd name="connsiteY51656" fmla="*/ 4564957 h 5017219"/>
              <a:gd name="connsiteX51657" fmla="*/ 4104247 w 5799173"/>
              <a:gd name="connsiteY51657" fmla="*/ 4566452 h 5017219"/>
              <a:gd name="connsiteX51658" fmla="*/ 4093779 w 5799173"/>
              <a:gd name="connsiteY51658" fmla="*/ 4584564 h 5017219"/>
              <a:gd name="connsiteX51659" fmla="*/ 4092533 w 5799173"/>
              <a:gd name="connsiteY51659" fmla="*/ 4585311 h 5017219"/>
              <a:gd name="connsiteX51660" fmla="*/ 2025223 w 5799173"/>
              <a:gd name="connsiteY51660" fmla="*/ 4037010 h 5017219"/>
              <a:gd name="connsiteX51661" fmla="*/ 2023977 w 5799173"/>
              <a:gd name="connsiteY51661" fmla="*/ 4036262 h 5017219"/>
              <a:gd name="connsiteX51662" fmla="*/ 2013426 w 5799173"/>
              <a:gd name="connsiteY51662" fmla="*/ 4017984 h 5017219"/>
              <a:gd name="connsiteX51663" fmla="*/ 2013426 w 5799173"/>
              <a:gd name="connsiteY51663" fmla="*/ 4016488 h 5017219"/>
              <a:gd name="connsiteX51664" fmla="*/ 2023977 w 5799173"/>
              <a:gd name="connsiteY51664" fmla="*/ 3998210 h 5017219"/>
              <a:gd name="connsiteX51665" fmla="*/ 2025223 w 5799173"/>
              <a:gd name="connsiteY51665" fmla="*/ 3997462 h 5017219"/>
              <a:gd name="connsiteX51666" fmla="*/ 2046243 w 5799173"/>
              <a:gd name="connsiteY51666" fmla="*/ 3997461 h 5017219"/>
              <a:gd name="connsiteX51667" fmla="*/ 2047489 w 5799173"/>
              <a:gd name="connsiteY51667" fmla="*/ 3998210 h 5017219"/>
              <a:gd name="connsiteX51668" fmla="*/ 2058039 w 5799173"/>
              <a:gd name="connsiteY51668" fmla="*/ 4016487 h 5017219"/>
              <a:gd name="connsiteX51669" fmla="*/ 2058039 w 5799173"/>
              <a:gd name="connsiteY51669" fmla="*/ 4017983 h 5017219"/>
              <a:gd name="connsiteX51670" fmla="*/ 2047488 w 5799173"/>
              <a:gd name="connsiteY51670" fmla="*/ 4036261 h 5017219"/>
              <a:gd name="connsiteX51671" fmla="*/ 2046242 w 5799173"/>
              <a:gd name="connsiteY51671" fmla="*/ 4037009 h 5017219"/>
              <a:gd name="connsiteX51672" fmla="*/ 3891031 w 5799173"/>
              <a:gd name="connsiteY51672" fmla="*/ 4536959 h 5017219"/>
              <a:gd name="connsiteX51673" fmla="*/ 3889785 w 5799173"/>
              <a:gd name="connsiteY51673" fmla="*/ 4536212 h 5017219"/>
              <a:gd name="connsiteX51674" fmla="*/ 3879317 w 5799173"/>
              <a:gd name="connsiteY51674" fmla="*/ 4518100 h 5017219"/>
              <a:gd name="connsiteX51675" fmla="*/ 3879317 w 5799173"/>
              <a:gd name="connsiteY51675" fmla="*/ 4516605 h 5017219"/>
              <a:gd name="connsiteX51676" fmla="*/ 3889785 w 5799173"/>
              <a:gd name="connsiteY51676" fmla="*/ 4498494 h 5017219"/>
              <a:gd name="connsiteX51677" fmla="*/ 3891031 w 5799173"/>
              <a:gd name="connsiteY51677" fmla="*/ 4497746 h 5017219"/>
              <a:gd name="connsiteX51678" fmla="*/ 3911967 w 5799173"/>
              <a:gd name="connsiteY51678" fmla="*/ 4497746 h 5017219"/>
              <a:gd name="connsiteX51679" fmla="*/ 3913213 w 5799173"/>
              <a:gd name="connsiteY51679" fmla="*/ 4498494 h 5017219"/>
              <a:gd name="connsiteX51680" fmla="*/ 3923681 w 5799173"/>
              <a:gd name="connsiteY51680" fmla="*/ 4516605 h 5017219"/>
              <a:gd name="connsiteX51681" fmla="*/ 3923681 w 5799173"/>
              <a:gd name="connsiteY51681" fmla="*/ 4518100 h 5017219"/>
              <a:gd name="connsiteX51682" fmla="*/ 3913213 w 5799173"/>
              <a:gd name="connsiteY51682" fmla="*/ 4536212 h 5017219"/>
              <a:gd name="connsiteX51683" fmla="*/ 3911967 w 5799173"/>
              <a:gd name="connsiteY51683" fmla="*/ 4536959 h 5017219"/>
              <a:gd name="connsiteX51684" fmla="*/ 2927843 w 5799173"/>
              <a:gd name="connsiteY51684" fmla="*/ 4279195 h 5017219"/>
              <a:gd name="connsiteX51685" fmla="*/ 2926513 w 5799173"/>
              <a:gd name="connsiteY51685" fmla="*/ 4278448 h 5017219"/>
              <a:gd name="connsiteX51686" fmla="*/ 2915880 w 5799173"/>
              <a:gd name="connsiteY51686" fmla="*/ 4259919 h 5017219"/>
              <a:gd name="connsiteX51687" fmla="*/ 2915880 w 5799173"/>
              <a:gd name="connsiteY51687" fmla="*/ 4258423 h 5017219"/>
              <a:gd name="connsiteX51688" fmla="*/ 2926597 w 5799173"/>
              <a:gd name="connsiteY51688" fmla="*/ 4239895 h 5017219"/>
              <a:gd name="connsiteX51689" fmla="*/ 2927928 w 5799173"/>
              <a:gd name="connsiteY51689" fmla="*/ 4239147 h 5017219"/>
              <a:gd name="connsiteX51690" fmla="*/ 2949278 w 5799173"/>
              <a:gd name="connsiteY51690" fmla="*/ 4239147 h 5017219"/>
              <a:gd name="connsiteX51691" fmla="*/ 2950607 w 5799173"/>
              <a:gd name="connsiteY51691" fmla="*/ 4239895 h 5017219"/>
              <a:gd name="connsiteX51692" fmla="*/ 2961241 w 5799173"/>
              <a:gd name="connsiteY51692" fmla="*/ 4258422 h 5017219"/>
              <a:gd name="connsiteX51693" fmla="*/ 2961241 w 5799173"/>
              <a:gd name="connsiteY51693" fmla="*/ 4259918 h 5017219"/>
              <a:gd name="connsiteX51694" fmla="*/ 2950523 w 5799173"/>
              <a:gd name="connsiteY51694" fmla="*/ 4278447 h 5017219"/>
              <a:gd name="connsiteX51695" fmla="*/ 2949194 w 5799173"/>
              <a:gd name="connsiteY51695" fmla="*/ 4279195 h 5017219"/>
              <a:gd name="connsiteX51696" fmla="*/ 2446227 w 5799173"/>
              <a:gd name="connsiteY51696" fmla="*/ 4150592 h 5017219"/>
              <a:gd name="connsiteX51697" fmla="*/ 2444898 w 5799173"/>
              <a:gd name="connsiteY51697" fmla="*/ 4149845 h 5017219"/>
              <a:gd name="connsiteX51698" fmla="*/ 2434099 w 5799173"/>
              <a:gd name="connsiteY51698" fmla="*/ 4131068 h 5017219"/>
              <a:gd name="connsiteX51699" fmla="*/ 2434099 w 5799173"/>
              <a:gd name="connsiteY51699" fmla="*/ 4129573 h 5017219"/>
              <a:gd name="connsiteX51700" fmla="*/ 2444899 w 5799173"/>
              <a:gd name="connsiteY51700" fmla="*/ 4110798 h 5017219"/>
              <a:gd name="connsiteX51701" fmla="*/ 2446227 w 5799173"/>
              <a:gd name="connsiteY51701" fmla="*/ 4110050 h 5017219"/>
              <a:gd name="connsiteX51702" fmla="*/ 2467911 w 5799173"/>
              <a:gd name="connsiteY51702" fmla="*/ 4110050 h 5017219"/>
              <a:gd name="connsiteX51703" fmla="*/ 2469241 w 5799173"/>
              <a:gd name="connsiteY51703" fmla="*/ 4110798 h 5017219"/>
              <a:gd name="connsiteX51704" fmla="*/ 2480042 w 5799173"/>
              <a:gd name="connsiteY51704" fmla="*/ 4129573 h 5017219"/>
              <a:gd name="connsiteX51705" fmla="*/ 2480042 w 5799173"/>
              <a:gd name="connsiteY51705" fmla="*/ 4131069 h 5017219"/>
              <a:gd name="connsiteX51706" fmla="*/ 2469240 w 5799173"/>
              <a:gd name="connsiteY51706" fmla="*/ 4149844 h 5017219"/>
              <a:gd name="connsiteX51707" fmla="*/ 2467912 w 5799173"/>
              <a:gd name="connsiteY51707" fmla="*/ 4150593 h 5017219"/>
              <a:gd name="connsiteX51708" fmla="*/ 2681229 w 5799173"/>
              <a:gd name="connsiteY51708" fmla="*/ 4251775 h 5017219"/>
              <a:gd name="connsiteX51709" fmla="*/ 2680895 w 5799173"/>
              <a:gd name="connsiteY51709" fmla="*/ 4251609 h 5017219"/>
              <a:gd name="connsiteX51710" fmla="*/ 2678321 w 5799173"/>
              <a:gd name="connsiteY51710" fmla="*/ 4247123 h 5017219"/>
              <a:gd name="connsiteX51711" fmla="*/ 2678320 w 5799173"/>
              <a:gd name="connsiteY51711" fmla="*/ 4246790 h 5017219"/>
              <a:gd name="connsiteX51712" fmla="*/ 2680896 w 5799173"/>
              <a:gd name="connsiteY51712" fmla="*/ 4242304 h 5017219"/>
              <a:gd name="connsiteX51713" fmla="*/ 2681228 w 5799173"/>
              <a:gd name="connsiteY51713" fmla="*/ 4242138 h 5017219"/>
              <a:gd name="connsiteX51714" fmla="*/ 2686380 w 5799173"/>
              <a:gd name="connsiteY51714" fmla="*/ 4242138 h 5017219"/>
              <a:gd name="connsiteX51715" fmla="*/ 2686712 w 5799173"/>
              <a:gd name="connsiteY51715" fmla="*/ 4242304 h 5017219"/>
              <a:gd name="connsiteX51716" fmla="*/ 2689288 w 5799173"/>
              <a:gd name="connsiteY51716" fmla="*/ 4246790 h 5017219"/>
              <a:gd name="connsiteX51717" fmla="*/ 2689287 w 5799173"/>
              <a:gd name="connsiteY51717" fmla="*/ 4247123 h 5017219"/>
              <a:gd name="connsiteX51718" fmla="*/ 2686711 w 5799173"/>
              <a:gd name="connsiteY51718" fmla="*/ 4251609 h 5017219"/>
              <a:gd name="connsiteX51719" fmla="*/ 2686380 w 5799173"/>
              <a:gd name="connsiteY51719" fmla="*/ 4251775 h 5017219"/>
              <a:gd name="connsiteX51720" fmla="*/ 1113923 w 5799173"/>
              <a:gd name="connsiteY51720" fmla="*/ 3836837 h 5017219"/>
              <a:gd name="connsiteX51721" fmla="*/ 1113257 w 5799173"/>
              <a:gd name="connsiteY51721" fmla="*/ 3836506 h 5017219"/>
              <a:gd name="connsiteX51722" fmla="*/ 1108107 w 5799173"/>
              <a:gd name="connsiteY51722" fmla="*/ 3827614 h 5017219"/>
              <a:gd name="connsiteX51723" fmla="*/ 1108107 w 5799173"/>
              <a:gd name="connsiteY51723" fmla="*/ 3826867 h 5017219"/>
              <a:gd name="connsiteX51724" fmla="*/ 1113259 w 5799173"/>
              <a:gd name="connsiteY51724" fmla="*/ 3817975 h 5017219"/>
              <a:gd name="connsiteX51725" fmla="*/ 1113924 w 5799173"/>
              <a:gd name="connsiteY51725" fmla="*/ 3817642 h 5017219"/>
              <a:gd name="connsiteX51726" fmla="*/ 1124225 w 5799173"/>
              <a:gd name="connsiteY51726" fmla="*/ 3817641 h 5017219"/>
              <a:gd name="connsiteX51727" fmla="*/ 1124890 w 5799173"/>
              <a:gd name="connsiteY51727" fmla="*/ 3817974 h 5017219"/>
              <a:gd name="connsiteX51728" fmla="*/ 1130041 w 5799173"/>
              <a:gd name="connsiteY51728" fmla="*/ 3826865 h 5017219"/>
              <a:gd name="connsiteX51729" fmla="*/ 1130041 w 5799173"/>
              <a:gd name="connsiteY51729" fmla="*/ 3827612 h 5017219"/>
              <a:gd name="connsiteX51730" fmla="*/ 1124889 w 5799173"/>
              <a:gd name="connsiteY51730" fmla="*/ 3836505 h 5017219"/>
              <a:gd name="connsiteX51731" fmla="*/ 1124224 w 5799173"/>
              <a:gd name="connsiteY51731" fmla="*/ 3836837 h 5017219"/>
              <a:gd name="connsiteX51732" fmla="*/ 2738673 w 5799173"/>
              <a:gd name="connsiteY51732" fmla="*/ 4272868 h 5017219"/>
              <a:gd name="connsiteX51733" fmla="*/ 2738009 w 5799173"/>
              <a:gd name="connsiteY51733" fmla="*/ 4272453 h 5017219"/>
              <a:gd name="connsiteX51734" fmla="*/ 2732609 w 5799173"/>
              <a:gd name="connsiteY51734" fmla="*/ 4263147 h 5017219"/>
              <a:gd name="connsiteX51735" fmla="*/ 2732609 w 5799173"/>
              <a:gd name="connsiteY51735" fmla="*/ 4262398 h 5017219"/>
              <a:gd name="connsiteX51736" fmla="*/ 2738009 w 5799173"/>
              <a:gd name="connsiteY51736" fmla="*/ 4253091 h 5017219"/>
              <a:gd name="connsiteX51737" fmla="*/ 2738674 w 5799173"/>
              <a:gd name="connsiteY51737" fmla="*/ 4252676 h 5017219"/>
              <a:gd name="connsiteX51738" fmla="*/ 2749475 w 5799173"/>
              <a:gd name="connsiteY51738" fmla="*/ 4252676 h 5017219"/>
              <a:gd name="connsiteX51739" fmla="*/ 2750139 w 5799173"/>
              <a:gd name="connsiteY51739" fmla="*/ 4253090 h 5017219"/>
              <a:gd name="connsiteX51740" fmla="*/ 2755539 w 5799173"/>
              <a:gd name="connsiteY51740" fmla="*/ 4262397 h 5017219"/>
              <a:gd name="connsiteX51741" fmla="*/ 2755539 w 5799173"/>
              <a:gd name="connsiteY51741" fmla="*/ 4263145 h 5017219"/>
              <a:gd name="connsiteX51742" fmla="*/ 2750138 w 5799173"/>
              <a:gd name="connsiteY51742" fmla="*/ 4272453 h 5017219"/>
              <a:gd name="connsiteX51743" fmla="*/ 2749473 w 5799173"/>
              <a:gd name="connsiteY51743" fmla="*/ 4272868 h 5017219"/>
              <a:gd name="connsiteX51744" fmla="*/ 990010 w 5799173"/>
              <a:gd name="connsiteY51744" fmla="*/ 3811251 h 5017219"/>
              <a:gd name="connsiteX51745" fmla="*/ 988930 w 5799173"/>
              <a:gd name="connsiteY51745" fmla="*/ 3810668 h 5017219"/>
              <a:gd name="connsiteX51746" fmla="*/ 980374 w 5799173"/>
              <a:gd name="connsiteY51746" fmla="*/ 3795795 h 5017219"/>
              <a:gd name="connsiteX51747" fmla="*/ 980374 w 5799173"/>
              <a:gd name="connsiteY51747" fmla="*/ 3794549 h 5017219"/>
              <a:gd name="connsiteX51748" fmla="*/ 989015 w 5799173"/>
              <a:gd name="connsiteY51748" fmla="*/ 3779675 h 5017219"/>
              <a:gd name="connsiteX51749" fmla="*/ 990095 w 5799173"/>
              <a:gd name="connsiteY51749" fmla="*/ 3779093 h 5017219"/>
              <a:gd name="connsiteX51750" fmla="*/ 1007292 w 5799173"/>
              <a:gd name="connsiteY51750" fmla="*/ 3779092 h 5017219"/>
              <a:gd name="connsiteX51751" fmla="*/ 1008372 w 5799173"/>
              <a:gd name="connsiteY51751" fmla="*/ 3779675 h 5017219"/>
              <a:gd name="connsiteX51752" fmla="*/ 1016929 w 5799173"/>
              <a:gd name="connsiteY51752" fmla="*/ 3794547 h 5017219"/>
              <a:gd name="connsiteX51753" fmla="*/ 1016929 w 5799173"/>
              <a:gd name="connsiteY51753" fmla="*/ 3795794 h 5017219"/>
              <a:gd name="connsiteX51754" fmla="*/ 1008288 w 5799173"/>
              <a:gd name="connsiteY51754" fmla="*/ 3810668 h 5017219"/>
              <a:gd name="connsiteX51755" fmla="*/ 1007209 w 5799173"/>
              <a:gd name="connsiteY51755" fmla="*/ 3811250 h 5017219"/>
              <a:gd name="connsiteX51756" fmla="*/ 1049930 w 5799173"/>
              <a:gd name="connsiteY51756" fmla="*/ 3827872 h 5017219"/>
              <a:gd name="connsiteX51757" fmla="*/ 1048850 w 5799173"/>
              <a:gd name="connsiteY51757" fmla="*/ 3827206 h 5017219"/>
              <a:gd name="connsiteX51758" fmla="*/ 1039879 w 5799173"/>
              <a:gd name="connsiteY51758" fmla="*/ 3811668 h 5017219"/>
              <a:gd name="connsiteX51759" fmla="*/ 1039880 w 5799173"/>
              <a:gd name="connsiteY51759" fmla="*/ 3810420 h 5017219"/>
              <a:gd name="connsiteX51760" fmla="*/ 1048853 w 5799173"/>
              <a:gd name="connsiteY51760" fmla="*/ 3794881 h 5017219"/>
              <a:gd name="connsiteX51761" fmla="*/ 1049933 w 5799173"/>
              <a:gd name="connsiteY51761" fmla="*/ 3794215 h 5017219"/>
              <a:gd name="connsiteX51762" fmla="*/ 1067796 w 5799173"/>
              <a:gd name="connsiteY51762" fmla="*/ 3794214 h 5017219"/>
              <a:gd name="connsiteX51763" fmla="*/ 1068876 w 5799173"/>
              <a:gd name="connsiteY51763" fmla="*/ 3794879 h 5017219"/>
              <a:gd name="connsiteX51764" fmla="*/ 1077848 w 5799173"/>
              <a:gd name="connsiteY51764" fmla="*/ 3810418 h 5017219"/>
              <a:gd name="connsiteX51765" fmla="*/ 1077847 w 5799173"/>
              <a:gd name="connsiteY51765" fmla="*/ 3811665 h 5017219"/>
              <a:gd name="connsiteX51766" fmla="*/ 1068874 w 5799173"/>
              <a:gd name="connsiteY51766" fmla="*/ 3827205 h 5017219"/>
              <a:gd name="connsiteX51767" fmla="*/ 1067794 w 5799173"/>
              <a:gd name="connsiteY51767" fmla="*/ 3827870 h 5017219"/>
              <a:gd name="connsiteX51768" fmla="*/ 2794950 w 5799173"/>
              <a:gd name="connsiteY51768" fmla="*/ 4296597 h 5017219"/>
              <a:gd name="connsiteX51769" fmla="*/ 2793786 w 5799173"/>
              <a:gd name="connsiteY51769" fmla="*/ 4295932 h 5017219"/>
              <a:gd name="connsiteX51770" fmla="*/ 2784565 w 5799173"/>
              <a:gd name="connsiteY51770" fmla="*/ 4279898 h 5017219"/>
              <a:gd name="connsiteX51771" fmla="*/ 2784565 w 5799173"/>
              <a:gd name="connsiteY51771" fmla="*/ 4278569 h 5017219"/>
              <a:gd name="connsiteX51772" fmla="*/ 2793787 w 5799173"/>
              <a:gd name="connsiteY51772" fmla="*/ 4262535 h 5017219"/>
              <a:gd name="connsiteX51773" fmla="*/ 2794950 w 5799173"/>
              <a:gd name="connsiteY51773" fmla="*/ 4261870 h 5017219"/>
              <a:gd name="connsiteX51774" fmla="*/ 2813477 w 5799173"/>
              <a:gd name="connsiteY51774" fmla="*/ 4261870 h 5017219"/>
              <a:gd name="connsiteX51775" fmla="*/ 2814640 w 5799173"/>
              <a:gd name="connsiteY51775" fmla="*/ 4262535 h 5017219"/>
              <a:gd name="connsiteX51776" fmla="*/ 2823861 w 5799173"/>
              <a:gd name="connsiteY51776" fmla="*/ 4278569 h 5017219"/>
              <a:gd name="connsiteX51777" fmla="*/ 2823861 w 5799173"/>
              <a:gd name="connsiteY51777" fmla="*/ 4279898 h 5017219"/>
              <a:gd name="connsiteX51778" fmla="*/ 2814639 w 5799173"/>
              <a:gd name="connsiteY51778" fmla="*/ 4295932 h 5017219"/>
              <a:gd name="connsiteX51779" fmla="*/ 2813477 w 5799173"/>
              <a:gd name="connsiteY51779" fmla="*/ 4296597 h 5017219"/>
              <a:gd name="connsiteX51780" fmla="*/ 1590967 w 5799173"/>
              <a:gd name="connsiteY51780" fmla="*/ 3974279 h 5017219"/>
              <a:gd name="connsiteX51781" fmla="*/ 1589804 w 5799173"/>
              <a:gd name="connsiteY51781" fmla="*/ 3973614 h 5017219"/>
              <a:gd name="connsiteX51782" fmla="*/ 1580251 w 5799173"/>
              <a:gd name="connsiteY51782" fmla="*/ 3957079 h 5017219"/>
              <a:gd name="connsiteX51783" fmla="*/ 1580251 w 5799173"/>
              <a:gd name="connsiteY51783" fmla="*/ 3955749 h 5017219"/>
              <a:gd name="connsiteX51784" fmla="*/ 1589806 w 5799173"/>
              <a:gd name="connsiteY51784" fmla="*/ 3939212 h 5017219"/>
              <a:gd name="connsiteX51785" fmla="*/ 1590969 w 5799173"/>
              <a:gd name="connsiteY51785" fmla="*/ 3938547 h 5017219"/>
              <a:gd name="connsiteX51786" fmla="*/ 1610077 w 5799173"/>
              <a:gd name="connsiteY51786" fmla="*/ 3938546 h 5017219"/>
              <a:gd name="connsiteX51787" fmla="*/ 1611240 w 5799173"/>
              <a:gd name="connsiteY51787" fmla="*/ 3939211 h 5017219"/>
              <a:gd name="connsiteX51788" fmla="*/ 1620793 w 5799173"/>
              <a:gd name="connsiteY51788" fmla="*/ 3955746 h 5017219"/>
              <a:gd name="connsiteX51789" fmla="*/ 1620793 w 5799173"/>
              <a:gd name="connsiteY51789" fmla="*/ 3957076 h 5017219"/>
              <a:gd name="connsiteX51790" fmla="*/ 1611238 w 5799173"/>
              <a:gd name="connsiteY51790" fmla="*/ 3973613 h 5017219"/>
              <a:gd name="connsiteX51791" fmla="*/ 1610075 w 5799173"/>
              <a:gd name="connsiteY51791" fmla="*/ 3974277 h 5017219"/>
              <a:gd name="connsiteX51792" fmla="*/ 3637192 w 5799173"/>
              <a:gd name="connsiteY51792" fmla="*/ 4522736 h 5017219"/>
              <a:gd name="connsiteX51793" fmla="*/ 3636029 w 5799173"/>
              <a:gd name="connsiteY51793" fmla="*/ 4522071 h 5017219"/>
              <a:gd name="connsiteX51794" fmla="*/ 3626311 w 5799173"/>
              <a:gd name="connsiteY51794" fmla="*/ 4505203 h 5017219"/>
              <a:gd name="connsiteX51795" fmla="*/ 3626311 w 5799173"/>
              <a:gd name="connsiteY51795" fmla="*/ 4503791 h 5017219"/>
              <a:gd name="connsiteX51796" fmla="*/ 3636032 w 5799173"/>
              <a:gd name="connsiteY51796" fmla="*/ 4486920 h 5017219"/>
              <a:gd name="connsiteX51797" fmla="*/ 3637195 w 5799173"/>
              <a:gd name="connsiteY51797" fmla="*/ 4486255 h 5017219"/>
              <a:gd name="connsiteX51798" fmla="*/ 3656636 w 5799173"/>
              <a:gd name="connsiteY51798" fmla="*/ 4486255 h 5017219"/>
              <a:gd name="connsiteX51799" fmla="*/ 3657799 w 5799173"/>
              <a:gd name="connsiteY51799" fmla="*/ 4486919 h 5017219"/>
              <a:gd name="connsiteX51800" fmla="*/ 3667518 w 5799173"/>
              <a:gd name="connsiteY51800" fmla="*/ 4503788 h 5017219"/>
              <a:gd name="connsiteX51801" fmla="*/ 3667518 w 5799173"/>
              <a:gd name="connsiteY51801" fmla="*/ 4505201 h 5017219"/>
              <a:gd name="connsiteX51802" fmla="*/ 3657797 w 5799173"/>
              <a:gd name="connsiteY51802" fmla="*/ 4522070 h 5017219"/>
              <a:gd name="connsiteX51803" fmla="*/ 3656634 w 5799173"/>
              <a:gd name="connsiteY51803" fmla="*/ 4522735 h 5017219"/>
              <a:gd name="connsiteX51804" fmla="*/ 3697379 w 5799173"/>
              <a:gd name="connsiteY51804" fmla="*/ 4538877 h 5017219"/>
              <a:gd name="connsiteX51805" fmla="*/ 3696216 w 5799173"/>
              <a:gd name="connsiteY51805" fmla="*/ 4538213 h 5017219"/>
              <a:gd name="connsiteX51806" fmla="*/ 3686580 w 5799173"/>
              <a:gd name="connsiteY51806" fmla="*/ 4521594 h 5017219"/>
              <a:gd name="connsiteX51807" fmla="*/ 3686580 w 5799173"/>
              <a:gd name="connsiteY51807" fmla="*/ 4520264 h 5017219"/>
              <a:gd name="connsiteX51808" fmla="*/ 3696218 w 5799173"/>
              <a:gd name="connsiteY51808" fmla="*/ 4503646 h 5017219"/>
              <a:gd name="connsiteX51809" fmla="*/ 3697381 w 5799173"/>
              <a:gd name="connsiteY51809" fmla="*/ 4502981 h 5017219"/>
              <a:gd name="connsiteX51810" fmla="*/ 3716573 w 5799173"/>
              <a:gd name="connsiteY51810" fmla="*/ 4502980 h 5017219"/>
              <a:gd name="connsiteX51811" fmla="*/ 3717736 w 5799173"/>
              <a:gd name="connsiteY51811" fmla="*/ 4503645 h 5017219"/>
              <a:gd name="connsiteX51812" fmla="*/ 3727373 w 5799173"/>
              <a:gd name="connsiteY51812" fmla="*/ 4520262 h 5017219"/>
              <a:gd name="connsiteX51813" fmla="*/ 3727372 w 5799173"/>
              <a:gd name="connsiteY51813" fmla="*/ 4521592 h 5017219"/>
              <a:gd name="connsiteX51814" fmla="*/ 3717735 w 5799173"/>
              <a:gd name="connsiteY51814" fmla="*/ 4538212 h 5017219"/>
              <a:gd name="connsiteX51815" fmla="*/ 3716572 w 5799173"/>
              <a:gd name="connsiteY51815" fmla="*/ 4538876 h 5017219"/>
              <a:gd name="connsiteX51816" fmla="*/ 4118706 w 5799173"/>
              <a:gd name="connsiteY51816" fmla="*/ 4651775 h 5017219"/>
              <a:gd name="connsiteX51817" fmla="*/ 4117543 w 5799173"/>
              <a:gd name="connsiteY51817" fmla="*/ 4651111 h 5017219"/>
              <a:gd name="connsiteX51818" fmla="*/ 4107907 w 5799173"/>
              <a:gd name="connsiteY51818" fmla="*/ 4634409 h 5017219"/>
              <a:gd name="connsiteX51819" fmla="*/ 4107907 w 5799173"/>
              <a:gd name="connsiteY51819" fmla="*/ 4633080 h 5017219"/>
              <a:gd name="connsiteX51820" fmla="*/ 4117545 w 5799173"/>
              <a:gd name="connsiteY51820" fmla="*/ 4616377 h 5017219"/>
              <a:gd name="connsiteX51821" fmla="*/ 4118708 w 5799173"/>
              <a:gd name="connsiteY51821" fmla="*/ 4615711 h 5017219"/>
              <a:gd name="connsiteX51822" fmla="*/ 4138066 w 5799173"/>
              <a:gd name="connsiteY51822" fmla="*/ 4615710 h 5017219"/>
              <a:gd name="connsiteX51823" fmla="*/ 4139229 w 5799173"/>
              <a:gd name="connsiteY51823" fmla="*/ 4616375 h 5017219"/>
              <a:gd name="connsiteX51824" fmla="*/ 4148865 w 5799173"/>
              <a:gd name="connsiteY51824" fmla="*/ 4633078 h 5017219"/>
              <a:gd name="connsiteX51825" fmla="*/ 4148865 w 5799173"/>
              <a:gd name="connsiteY51825" fmla="*/ 4634407 h 5017219"/>
              <a:gd name="connsiteX51826" fmla="*/ 4139227 w 5799173"/>
              <a:gd name="connsiteY51826" fmla="*/ 4651110 h 5017219"/>
              <a:gd name="connsiteX51827" fmla="*/ 4138064 w 5799173"/>
              <a:gd name="connsiteY51827" fmla="*/ 4651774 h 5017219"/>
              <a:gd name="connsiteX51828" fmla="*/ 3817747 w 5799173"/>
              <a:gd name="connsiteY51828" fmla="*/ 4571245 h 5017219"/>
              <a:gd name="connsiteX51829" fmla="*/ 3816584 w 5799173"/>
              <a:gd name="connsiteY51829" fmla="*/ 4570581 h 5017219"/>
              <a:gd name="connsiteX51830" fmla="*/ 3806947 w 5799173"/>
              <a:gd name="connsiteY51830" fmla="*/ 4553880 h 5017219"/>
              <a:gd name="connsiteX51831" fmla="*/ 3806947 w 5799173"/>
              <a:gd name="connsiteY51831" fmla="*/ 4552550 h 5017219"/>
              <a:gd name="connsiteX51832" fmla="*/ 3816585 w 5799173"/>
              <a:gd name="connsiteY51832" fmla="*/ 4535848 h 5017219"/>
              <a:gd name="connsiteX51833" fmla="*/ 3817748 w 5799173"/>
              <a:gd name="connsiteY51833" fmla="*/ 4535183 h 5017219"/>
              <a:gd name="connsiteX51834" fmla="*/ 3837106 w 5799173"/>
              <a:gd name="connsiteY51834" fmla="*/ 4535182 h 5017219"/>
              <a:gd name="connsiteX51835" fmla="*/ 3838269 w 5799173"/>
              <a:gd name="connsiteY51835" fmla="*/ 4535847 h 5017219"/>
              <a:gd name="connsiteX51836" fmla="*/ 3847906 w 5799173"/>
              <a:gd name="connsiteY51836" fmla="*/ 4552549 h 5017219"/>
              <a:gd name="connsiteX51837" fmla="*/ 3847906 w 5799173"/>
              <a:gd name="connsiteY51837" fmla="*/ 4553878 h 5017219"/>
              <a:gd name="connsiteX51838" fmla="*/ 3838268 w 5799173"/>
              <a:gd name="connsiteY51838" fmla="*/ 4570580 h 5017219"/>
              <a:gd name="connsiteX51839" fmla="*/ 3837105 w 5799173"/>
              <a:gd name="connsiteY51839" fmla="*/ 4571244 h 5017219"/>
              <a:gd name="connsiteX51840" fmla="*/ 4058386 w 5799173"/>
              <a:gd name="connsiteY51840" fmla="*/ 4636036 h 5017219"/>
              <a:gd name="connsiteX51841" fmla="*/ 4057223 w 5799173"/>
              <a:gd name="connsiteY51841" fmla="*/ 4635371 h 5017219"/>
              <a:gd name="connsiteX51842" fmla="*/ 4047504 w 5799173"/>
              <a:gd name="connsiteY51842" fmla="*/ 4618505 h 5017219"/>
              <a:gd name="connsiteX51843" fmla="*/ 4047504 w 5799173"/>
              <a:gd name="connsiteY51843" fmla="*/ 4617093 h 5017219"/>
              <a:gd name="connsiteX51844" fmla="*/ 4057224 w 5799173"/>
              <a:gd name="connsiteY51844" fmla="*/ 4600228 h 5017219"/>
              <a:gd name="connsiteX51845" fmla="*/ 4058387 w 5799173"/>
              <a:gd name="connsiteY51845" fmla="*/ 4599563 h 5017219"/>
              <a:gd name="connsiteX51846" fmla="*/ 4077828 w 5799173"/>
              <a:gd name="connsiteY51846" fmla="*/ 4599562 h 5017219"/>
              <a:gd name="connsiteX51847" fmla="*/ 4078991 w 5799173"/>
              <a:gd name="connsiteY51847" fmla="*/ 4600228 h 5017219"/>
              <a:gd name="connsiteX51848" fmla="*/ 4088711 w 5799173"/>
              <a:gd name="connsiteY51848" fmla="*/ 4617093 h 5017219"/>
              <a:gd name="connsiteX51849" fmla="*/ 4088711 w 5799173"/>
              <a:gd name="connsiteY51849" fmla="*/ 4618505 h 5017219"/>
              <a:gd name="connsiteX51850" fmla="*/ 4078990 w 5799173"/>
              <a:gd name="connsiteY51850" fmla="*/ 4635370 h 5017219"/>
              <a:gd name="connsiteX51851" fmla="*/ 4077827 w 5799173"/>
              <a:gd name="connsiteY51851" fmla="*/ 4636036 h 5017219"/>
              <a:gd name="connsiteX51852" fmla="*/ 3757403 w 5799173"/>
              <a:gd name="connsiteY51852" fmla="*/ 4555453 h 5017219"/>
              <a:gd name="connsiteX51853" fmla="*/ 3756240 w 5799173"/>
              <a:gd name="connsiteY51853" fmla="*/ 4554789 h 5017219"/>
              <a:gd name="connsiteX51854" fmla="*/ 3746437 w 5799173"/>
              <a:gd name="connsiteY51854" fmla="*/ 4537756 h 5017219"/>
              <a:gd name="connsiteX51855" fmla="*/ 3746437 w 5799173"/>
              <a:gd name="connsiteY51855" fmla="*/ 4536344 h 5017219"/>
              <a:gd name="connsiteX51856" fmla="*/ 3756240 w 5799173"/>
              <a:gd name="connsiteY51856" fmla="*/ 4519311 h 5017219"/>
              <a:gd name="connsiteX51857" fmla="*/ 3757404 w 5799173"/>
              <a:gd name="connsiteY51857" fmla="*/ 4518646 h 5017219"/>
              <a:gd name="connsiteX51858" fmla="*/ 3777011 w 5799173"/>
              <a:gd name="connsiteY51858" fmla="*/ 4518645 h 5017219"/>
              <a:gd name="connsiteX51859" fmla="*/ 3778174 w 5799173"/>
              <a:gd name="connsiteY51859" fmla="*/ 4519310 h 5017219"/>
              <a:gd name="connsiteX51860" fmla="*/ 3787977 w 5799173"/>
              <a:gd name="connsiteY51860" fmla="*/ 4536343 h 5017219"/>
              <a:gd name="connsiteX51861" fmla="*/ 3787977 w 5799173"/>
              <a:gd name="connsiteY51861" fmla="*/ 4537755 h 5017219"/>
              <a:gd name="connsiteX51862" fmla="*/ 3778173 w 5799173"/>
              <a:gd name="connsiteY51862" fmla="*/ 4554788 h 5017219"/>
              <a:gd name="connsiteX51863" fmla="*/ 3777009 w 5799173"/>
              <a:gd name="connsiteY51863" fmla="*/ 4555453 h 5017219"/>
              <a:gd name="connsiteX51864" fmla="*/ 3877690 w 5799173"/>
              <a:gd name="connsiteY51864" fmla="*/ 4587793 h 5017219"/>
              <a:gd name="connsiteX51865" fmla="*/ 3876527 w 5799173"/>
              <a:gd name="connsiteY51865" fmla="*/ 4587128 h 5017219"/>
              <a:gd name="connsiteX51866" fmla="*/ 3866642 w 5799173"/>
              <a:gd name="connsiteY51866" fmla="*/ 4570011 h 5017219"/>
              <a:gd name="connsiteX51867" fmla="*/ 3866642 w 5799173"/>
              <a:gd name="connsiteY51867" fmla="*/ 4568599 h 5017219"/>
              <a:gd name="connsiteX51868" fmla="*/ 3876529 w 5799173"/>
              <a:gd name="connsiteY51868" fmla="*/ 4551482 h 5017219"/>
              <a:gd name="connsiteX51869" fmla="*/ 3877691 w 5799173"/>
              <a:gd name="connsiteY51869" fmla="*/ 4550817 h 5017219"/>
              <a:gd name="connsiteX51870" fmla="*/ 3897382 w 5799173"/>
              <a:gd name="connsiteY51870" fmla="*/ 4550816 h 5017219"/>
              <a:gd name="connsiteX51871" fmla="*/ 3898545 w 5799173"/>
              <a:gd name="connsiteY51871" fmla="*/ 4551481 h 5017219"/>
              <a:gd name="connsiteX51872" fmla="*/ 3908432 w 5799173"/>
              <a:gd name="connsiteY51872" fmla="*/ 4568597 h 5017219"/>
              <a:gd name="connsiteX51873" fmla="*/ 3908431 w 5799173"/>
              <a:gd name="connsiteY51873" fmla="*/ 4570009 h 5017219"/>
              <a:gd name="connsiteX51874" fmla="*/ 3898544 w 5799173"/>
              <a:gd name="connsiteY51874" fmla="*/ 4587127 h 5017219"/>
              <a:gd name="connsiteX51875" fmla="*/ 3897380 w 5799173"/>
              <a:gd name="connsiteY51875" fmla="*/ 4587792 h 5017219"/>
              <a:gd name="connsiteX51876" fmla="*/ 3155477 w 5799173"/>
              <a:gd name="connsiteY51876" fmla="*/ 4394281 h 5017219"/>
              <a:gd name="connsiteX51877" fmla="*/ 3154231 w 5799173"/>
              <a:gd name="connsiteY51877" fmla="*/ 4393617 h 5017219"/>
              <a:gd name="connsiteX51878" fmla="*/ 3144346 w 5799173"/>
              <a:gd name="connsiteY51878" fmla="*/ 4376416 h 5017219"/>
              <a:gd name="connsiteX51879" fmla="*/ 3144346 w 5799173"/>
              <a:gd name="connsiteY51879" fmla="*/ 4375004 h 5017219"/>
              <a:gd name="connsiteX51880" fmla="*/ 3154233 w 5799173"/>
              <a:gd name="connsiteY51880" fmla="*/ 4357803 h 5017219"/>
              <a:gd name="connsiteX51881" fmla="*/ 3155479 w 5799173"/>
              <a:gd name="connsiteY51881" fmla="*/ 4357137 h 5017219"/>
              <a:gd name="connsiteX51882" fmla="*/ 3175337 w 5799173"/>
              <a:gd name="connsiteY51882" fmla="*/ 4357136 h 5017219"/>
              <a:gd name="connsiteX51883" fmla="*/ 3176582 w 5799173"/>
              <a:gd name="connsiteY51883" fmla="*/ 4357802 h 5017219"/>
              <a:gd name="connsiteX51884" fmla="*/ 3186467 w 5799173"/>
              <a:gd name="connsiteY51884" fmla="*/ 4375002 h 5017219"/>
              <a:gd name="connsiteX51885" fmla="*/ 3186467 w 5799173"/>
              <a:gd name="connsiteY51885" fmla="*/ 4376414 h 5017219"/>
              <a:gd name="connsiteX51886" fmla="*/ 3176580 w 5799173"/>
              <a:gd name="connsiteY51886" fmla="*/ 4393616 h 5017219"/>
              <a:gd name="connsiteX51887" fmla="*/ 3175334 w 5799173"/>
              <a:gd name="connsiteY51887" fmla="*/ 4394280 h 5017219"/>
              <a:gd name="connsiteX51888" fmla="*/ 2914731 w 5799173"/>
              <a:gd name="connsiteY51888" fmla="*/ 4329777 h 5017219"/>
              <a:gd name="connsiteX51889" fmla="*/ 2913484 w 5799173"/>
              <a:gd name="connsiteY51889" fmla="*/ 4329114 h 5017219"/>
              <a:gd name="connsiteX51890" fmla="*/ 2903599 w 5799173"/>
              <a:gd name="connsiteY51890" fmla="*/ 4311913 h 5017219"/>
              <a:gd name="connsiteX51891" fmla="*/ 2903600 w 5799173"/>
              <a:gd name="connsiteY51891" fmla="*/ 4310501 h 5017219"/>
              <a:gd name="connsiteX51892" fmla="*/ 2913486 w 5799173"/>
              <a:gd name="connsiteY51892" fmla="*/ 4293300 h 5017219"/>
              <a:gd name="connsiteX51893" fmla="*/ 2914733 w 5799173"/>
              <a:gd name="connsiteY51893" fmla="*/ 4292634 h 5017219"/>
              <a:gd name="connsiteX51894" fmla="*/ 2934590 w 5799173"/>
              <a:gd name="connsiteY51894" fmla="*/ 4292633 h 5017219"/>
              <a:gd name="connsiteX51895" fmla="*/ 2935836 w 5799173"/>
              <a:gd name="connsiteY51895" fmla="*/ 4293299 h 5017219"/>
              <a:gd name="connsiteX51896" fmla="*/ 2945721 w 5799173"/>
              <a:gd name="connsiteY51896" fmla="*/ 4310498 h 5017219"/>
              <a:gd name="connsiteX51897" fmla="*/ 2945721 w 5799173"/>
              <a:gd name="connsiteY51897" fmla="*/ 4311911 h 5017219"/>
              <a:gd name="connsiteX51898" fmla="*/ 2935834 w 5799173"/>
              <a:gd name="connsiteY51898" fmla="*/ 4329112 h 5017219"/>
              <a:gd name="connsiteX51899" fmla="*/ 2934588 w 5799173"/>
              <a:gd name="connsiteY51899" fmla="*/ 4329777 h 5017219"/>
              <a:gd name="connsiteX51900" fmla="*/ 3456345 w 5799173"/>
              <a:gd name="connsiteY51900" fmla="*/ 4474920 h 5017219"/>
              <a:gd name="connsiteX51901" fmla="*/ 3455099 w 5799173"/>
              <a:gd name="connsiteY51901" fmla="*/ 4474255 h 5017219"/>
              <a:gd name="connsiteX51902" fmla="*/ 3445131 w 5799173"/>
              <a:gd name="connsiteY51902" fmla="*/ 4456970 h 5017219"/>
              <a:gd name="connsiteX51903" fmla="*/ 3445131 w 5799173"/>
              <a:gd name="connsiteY51903" fmla="*/ 4455558 h 5017219"/>
              <a:gd name="connsiteX51904" fmla="*/ 3455102 w 5799173"/>
              <a:gd name="connsiteY51904" fmla="*/ 4438273 h 5017219"/>
              <a:gd name="connsiteX51905" fmla="*/ 3456348 w 5799173"/>
              <a:gd name="connsiteY51905" fmla="*/ 4437608 h 5017219"/>
              <a:gd name="connsiteX51906" fmla="*/ 3476288 w 5799173"/>
              <a:gd name="connsiteY51906" fmla="*/ 4437606 h 5017219"/>
              <a:gd name="connsiteX51907" fmla="*/ 3477534 w 5799173"/>
              <a:gd name="connsiteY51907" fmla="*/ 4438273 h 5017219"/>
              <a:gd name="connsiteX51908" fmla="*/ 3487502 w 5799173"/>
              <a:gd name="connsiteY51908" fmla="*/ 4455556 h 5017219"/>
              <a:gd name="connsiteX51909" fmla="*/ 3487502 w 5799173"/>
              <a:gd name="connsiteY51909" fmla="*/ 4456968 h 5017219"/>
              <a:gd name="connsiteX51910" fmla="*/ 3477531 w 5799173"/>
              <a:gd name="connsiteY51910" fmla="*/ 4474253 h 5017219"/>
              <a:gd name="connsiteX51911" fmla="*/ 3476286 w 5799173"/>
              <a:gd name="connsiteY51911" fmla="*/ 4474919 h 5017219"/>
              <a:gd name="connsiteX51912" fmla="*/ 3937872 w 5799173"/>
              <a:gd name="connsiteY51912" fmla="*/ 4604034 h 5017219"/>
              <a:gd name="connsiteX51913" fmla="*/ 3936624 w 5799173"/>
              <a:gd name="connsiteY51913" fmla="*/ 4603370 h 5017219"/>
              <a:gd name="connsiteX51914" fmla="*/ 3926739 w 5799173"/>
              <a:gd name="connsiteY51914" fmla="*/ 4586170 h 5017219"/>
              <a:gd name="connsiteX51915" fmla="*/ 3926739 w 5799173"/>
              <a:gd name="connsiteY51915" fmla="*/ 4584758 h 5017219"/>
              <a:gd name="connsiteX51916" fmla="*/ 3936626 w 5799173"/>
              <a:gd name="connsiteY51916" fmla="*/ 4567558 h 5017219"/>
              <a:gd name="connsiteX51917" fmla="*/ 3937873 w 5799173"/>
              <a:gd name="connsiteY51917" fmla="*/ 4566892 h 5017219"/>
              <a:gd name="connsiteX51918" fmla="*/ 3957729 w 5799173"/>
              <a:gd name="connsiteY51918" fmla="*/ 4566892 h 5017219"/>
              <a:gd name="connsiteX51919" fmla="*/ 3958975 w 5799173"/>
              <a:gd name="connsiteY51919" fmla="*/ 4567557 h 5017219"/>
              <a:gd name="connsiteX51920" fmla="*/ 3968860 w 5799173"/>
              <a:gd name="connsiteY51920" fmla="*/ 4584756 h 5017219"/>
              <a:gd name="connsiteX51921" fmla="*/ 3968860 w 5799173"/>
              <a:gd name="connsiteY51921" fmla="*/ 4586168 h 5017219"/>
              <a:gd name="connsiteX51922" fmla="*/ 3958974 w 5799173"/>
              <a:gd name="connsiteY51922" fmla="*/ 4603369 h 5017219"/>
              <a:gd name="connsiteX51923" fmla="*/ 3957728 w 5799173"/>
              <a:gd name="connsiteY51923" fmla="*/ 4604033 h 5017219"/>
              <a:gd name="connsiteX51924" fmla="*/ 3516521 w 5799173"/>
              <a:gd name="connsiteY51924" fmla="*/ 4491229 h 5017219"/>
              <a:gd name="connsiteX51925" fmla="*/ 3515357 w 5799173"/>
              <a:gd name="connsiteY51925" fmla="*/ 4490565 h 5017219"/>
              <a:gd name="connsiteX51926" fmla="*/ 3505471 w 5799173"/>
              <a:gd name="connsiteY51926" fmla="*/ 4473450 h 5017219"/>
              <a:gd name="connsiteX51927" fmla="*/ 3505471 w 5799173"/>
              <a:gd name="connsiteY51927" fmla="*/ 4472038 h 5017219"/>
              <a:gd name="connsiteX51928" fmla="*/ 3515357 w 5799173"/>
              <a:gd name="connsiteY51928" fmla="*/ 4454924 h 5017219"/>
              <a:gd name="connsiteX51929" fmla="*/ 3516521 w 5799173"/>
              <a:gd name="connsiteY51929" fmla="*/ 4454258 h 5017219"/>
              <a:gd name="connsiteX51930" fmla="*/ 3536210 w 5799173"/>
              <a:gd name="connsiteY51930" fmla="*/ 4454258 h 5017219"/>
              <a:gd name="connsiteX51931" fmla="*/ 3537373 w 5799173"/>
              <a:gd name="connsiteY51931" fmla="*/ 4454923 h 5017219"/>
              <a:gd name="connsiteX51932" fmla="*/ 3547260 w 5799173"/>
              <a:gd name="connsiteY51932" fmla="*/ 4472038 h 5017219"/>
              <a:gd name="connsiteX51933" fmla="*/ 3547260 w 5799173"/>
              <a:gd name="connsiteY51933" fmla="*/ 4473450 h 5017219"/>
              <a:gd name="connsiteX51934" fmla="*/ 3537373 w 5799173"/>
              <a:gd name="connsiteY51934" fmla="*/ 4490565 h 5017219"/>
              <a:gd name="connsiteX51935" fmla="*/ 3536210 w 5799173"/>
              <a:gd name="connsiteY51935" fmla="*/ 4491229 h 5017219"/>
              <a:gd name="connsiteX51936" fmla="*/ 2974647 w 5799173"/>
              <a:gd name="connsiteY51936" fmla="*/ 4346167 h 5017219"/>
              <a:gd name="connsiteX51937" fmla="*/ 2973401 w 5799173"/>
              <a:gd name="connsiteY51937" fmla="*/ 4345420 h 5017219"/>
              <a:gd name="connsiteX51938" fmla="*/ 2963266 w 5799173"/>
              <a:gd name="connsiteY51938" fmla="*/ 4327803 h 5017219"/>
              <a:gd name="connsiteX51939" fmla="*/ 2963266 w 5799173"/>
              <a:gd name="connsiteY51939" fmla="*/ 4326389 h 5017219"/>
              <a:gd name="connsiteX51940" fmla="*/ 2973487 w 5799173"/>
              <a:gd name="connsiteY51940" fmla="*/ 4308773 h 5017219"/>
              <a:gd name="connsiteX51941" fmla="*/ 2974733 w 5799173"/>
              <a:gd name="connsiteY51941" fmla="*/ 4308024 h 5017219"/>
              <a:gd name="connsiteX51942" fmla="*/ 2995087 w 5799173"/>
              <a:gd name="connsiteY51942" fmla="*/ 4308023 h 5017219"/>
              <a:gd name="connsiteX51943" fmla="*/ 2996334 w 5799173"/>
              <a:gd name="connsiteY51943" fmla="*/ 4308771 h 5017219"/>
              <a:gd name="connsiteX51944" fmla="*/ 3006468 w 5799173"/>
              <a:gd name="connsiteY51944" fmla="*/ 4326387 h 5017219"/>
              <a:gd name="connsiteX51945" fmla="*/ 3006468 w 5799173"/>
              <a:gd name="connsiteY51945" fmla="*/ 4327800 h 5017219"/>
              <a:gd name="connsiteX51946" fmla="*/ 2996248 w 5799173"/>
              <a:gd name="connsiteY51946" fmla="*/ 4345418 h 5017219"/>
              <a:gd name="connsiteX51947" fmla="*/ 2995002 w 5799173"/>
              <a:gd name="connsiteY51947" fmla="*/ 4346166 h 5017219"/>
              <a:gd name="connsiteX51948" fmla="*/ 3997937 w 5799173"/>
              <a:gd name="connsiteY51948" fmla="*/ 4620380 h 5017219"/>
              <a:gd name="connsiteX51949" fmla="*/ 3996690 w 5799173"/>
              <a:gd name="connsiteY51949" fmla="*/ 4619715 h 5017219"/>
              <a:gd name="connsiteX51950" fmla="*/ 3986721 w 5799173"/>
              <a:gd name="connsiteY51950" fmla="*/ 4602433 h 5017219"/>
              <a:gd name="connsiteX51951" fmla="*/ 3986721 w 5799173"/>
              <a:gd name="connsiteY51951" fmla="*/ 4601021 h 5017219"/>
              <a:gd name="connsiteX51952" fmla="*/ 3996690 w 5799173"/>
              <a:gd name="connsiteY51952" fmla="*/ 4583740 h 5017219"/>
              <a:gd name="connsiteX51953" fmla="*/ 3997937 w 5799173"/>
              <a:gd name="connsiteY51953" fmla="*/ 4583075 h 5017219"/>
              <a:gd name="connsiteX51954" fmla="*/ 4017876 w 5799173"/>
              <a:gd name="connsiteY51954" fmla="*/ 4583075 h 5017219"/>
              <a:gd name="connsiteX51955" fmla="*/ 4019122 w 5799173"/>
              <a:gd name="connsiteY51955" fmla="*/ 4583740 h 5017219"/>
              <a:gd name="connsiteX51956" fmla="*/ 4029091 w 5799173"/>
              <a:gd name="connsiteY51956" fmla="*/ 4601021 h 5017219"/>
              <a:gd name="connsiteX51957" fmla="*/ 4029091 w 5799173"/>
              <a:gd name="connsiteY51957" fmla="*/ 4602433 h 5017219"/>
              <a:gd name="connsiteX51958" fmla="*/ 4019122 w 5799173"/>
              <a:gd name="connsiteY51958" fmla="*/ 4619715 h 5017219"/>
              <a:gd name="connsiteX51959" fmla="*/ 4017876 w 5799173"/>
              <a:gd name="connsiteY51959" fmla="*/ 4620380 h 5017219"/>
              <a:gd name="connsiteX51960" fmla="*/ 2071724 w 5799173"/>
              <a:gd name="connsiteY51960" fmla="*/ 4104596 h 5017219"/>
              <a:gd name="connsiteX51961" fmla="*/ 2070479 w 5799173"/>
              <a:gd name="connsiteY51961" fmla="*/ 4103849 h 5017219"/>
              <a:gd name="connsiteX51962" fmla="*/ 2060178 w 5799173"/>
              <a:gd name="connsiteY51962" fmla="*/ 4086066 h 5017219"/>
              <a:gd name="connsiteX51963" fmla="*/ 2060178 w 5799173"/>
              <a:gd name="connsiteY51963" fmla="*/ 4084654 h 5017219"/>
              <a:gd name="connsiteX51964" fmla="*/ 2070481 w 5799173"/>
              <a:gd name="connsiteY51964" fmla="*/ 4066870 h 5017219"/>
              <a:gd name="connsiteX51965" fmla="*/ 2071727 w 5799173"/>
              <a:gd name="connsiteY51965" fmla="*/ 4066122 h 5017219"/>
              <a:gd name="connsiteX51966" fmla="*/ 2092247 w 5799173"/>
              <a:gd name="connsiteY51966" fmla="*/ 4066120 h 5017219"/>
              <a:gd name="connsiteX51967" fmla="*/ 2093494 w 5799173"/>
              <a:gd name="connsiteY51967" fmla="*/ 4066869 h 5017219"/>
              <a:gd name="connsiteX51968" fmla="*/ 2103794 w 5799173"/>
              <a:gd name="connsiteY51968" fmla="*/ 4084651 h 5017219"/>
              <a:gd name="connsiteX51969" fmla="*/ 2103795 w 5799173"/>
              <a:gd name="connsiteY51969" fmla="*/ 4086063 h 5017219"/>
              <a:gd name="connsiteX51970" fmla="*/ 2093492 w 5799173"/>
              <a:gd name="connsiteY51970" fmla="*/ 4103847 h 5017219"/>
              <a:gd name="connsiteX51971" fmla="*/ 2092245 w 5799173"/>
              <a:gd name="connsiteY51971" fmla="*/ 4104596 h 5017219"/>
              <a:gd name="connsiteX51972" fmla="*/ 3275468 w 5799173"/>
              <a:gd name="connsiteY51972" fmla="*/ 4427199 h 5017219"/>
              <a:gd name="connsiteX51973" fmla="*/ 3274223 w 5799173"/>
              <a:gd name="connsiteY51973" fmla="*/ 4426450 h 5017219"/>
              <a:gd name="connsiteX51974" fmla="*/ 3263922 w 5799173"/>
              <a:gd name="connsiteY51974" fmla="*/ 4408584 h 5017219"/>
              <a:gd name="connsiteX51975" fmla="*/ 3263922 w 5799173"/>
              <a:gd name="connsiteY51975" fmla="*/ 4407090 h 5017219"/>
              <a:gd name="connsiteX51976" fmla="*/ 3274225 w 5799173"/>
              <a:gd name="connsiteY51976" fmla="*/ 4389222 h 5017219"/>
              <a:gd name="connsiteX51977" fmla="*/ 3275471 w 5799173"/>
              <a:gd name="connsiteY51977" fmla="*/ 4388474 h 5017219"/>
              <a:gd name="connsiteX51978" fmla="*/ 3296158 w 5799173"/>
              <a:gd name="connsiteY51978" fmla="*/ 4388473 h 5017219"/>
              <a:gd name="connsiteX51979" fmla="*/ 3297404 w 5799173"/>
              <a:gd name="connsiteY51979" fmla="*/ 4389220 h 5017219"/>
              <a:gd name="connsiteX51980" fmla="*/ 3307705 w 5799173"/>
              <a:gd name="connsiteY51980" fmla="*/ 4407086 h 5017219"/>
              <a:gd name="connsiteX51981" fmla="*/ 3307705 w 5799173"/>
              <a:gd name="connsiteY51981" fmla="*/ 4408581 h 5017219"/>
              <a:gd name="connsiteX51982" fmla="*/ 3297402 w 5799173"/>
              <a:gd name="connsiteY51982" fmla="*/ 4426448 h 5017219"/>
              <a:gd name="connsiteX51983" fmla="*/ 3296156 w 5799173"/>
              <a:gd name="connsiteY51983" fmla="*/ 4427197 h 5017219"/>
              <a:gd name="connsiteX51984" fmla="*/ 3335676 w 5799173"/>
              <a:gd name="connsiteY51984" fmla="*/ 4443343 h 5017219"/>
              <a:gd name="connsiteX51985" fmla="*/ 3334430 w 5799173"/>
              <a:gd name="connsiteY51985" fmla="*/ 4442595 h 5017219"/>
              <a:gd name="connsiteX51986" fmla="*/ 3324211 w 5799173"/>
              <a:gd name="connsiteY51986" fmla="*/ 4424897 h 5017219"/>
              <a:gd name="connsiteX51987" fmla="*/ 3324212 w 5799173"/>
              <a:gd name="connsiteY51987" fmla="*/ 4423485 h 5017219"/>
              <a:gd name="connsiteX51988" fmla="*/ 3334431 w 5799173"/>
              <a:gd name="connsiteY51988" fmla="*/ 4405785 h 5017219"/>
              <a:gd name="connsiteX51989" fmla="*/ 3335677 w 5799173"/>
              <a:gd name="connsiteY51989" fmla="*/ 4405038 h 5017219"/>
              <a:gd name="connsiteX51990" fmla="*/ 3356114 w 5799173"/>
              <a:gd name="connsiteY51990" fmla="*/ 4405037 h 5017219"/>
              <a:gd name="connsiteX51991" fmla="*/ 3357361 w 5799173"/>
              <a:gd name="connsiteY51991" fmla="*/ 4405785 h 5017219"/>
              <a:gd name="connsiteX51992" fmla="*/ 3367579 w 5799173"/>
              <a:gd name="connsiteY51992" fmla="*/ 4423483 h 5017219"/>
              <a:gd name="connsiteX51993" fmla="*/ 3367579 w 5799173"/>
              <a:gd name="connsiteY51993" fmla="*/ 4424895 h 5017219"/>
              <a:gd name="connsiteX51994" fmla="*/ 3357360 w 5799173"/>
              <a:gd name="connsiteY51994" fmla="*/ 4442594 h 5017219"/>
              <a:gd name="connsiteX51995" fmla="*/ 3356113 w 5799173"/>
              <a:gd name="connsiteY51995" fmla="*/ 4443342 h 5017219"/>
              <a:gd name="connsiteX51996" fmla="*/ 2854185 w 5799173"/>
              <a:gd name="connsiteY51996" fmla="*/ 4314329 h 5017219"/>
              <a:gd name="connsiteX51997" fmla="*/ 2852940 w 5799173"/>
              <a:gd name="connsiteY51997" fmla="*/ 4313581 h 5017219"/>
              <a:gd name="connsiteX51998" fmla="*/ 2842721 w 5799173"/>
              <a:gd name="connsiteY51998" fmla="*/ 4295883 h 5017219"/>
              <a:gd name="connsiteX51999" fmla="*/ 2842721 w 5799173"/>
              <a:gd name="connsiteY51999" fmla="*/ 4294471 h 5017219"/>
              <a:gd name="connsiteX52000" fmla="*/ 2852941 w 5799173"/>
              <a:gd name="connsiteY52000" fmla="*/ 4276772 h 5017219"/>
              <a:gd name="connsiteX52001" fmla="*/ 2854187 w 5799173"/>
              <a:gd name="connsiteY52001" fmla="*/ 4276024 h 5017219"/>
              <a:gd name="connsiteX52002" fmla="*/ 2874624 w 5799173"/>
              <a:gd name="connsiteY52002" fmla="*/ 4276023 h 5017219"/>
              <a:gd name="connsiteX52003" fmla="*/ 2875871 w 5799173"/>
              <a:gd name="connsiteY52003" fmla="*/ 4276771 h 5017219"/>
              <a:gd name="connsiteX52004" fmla="*/ 2886089 w 5799173"/>
              <a:gd name="connsiteY52004" fmla="*/ 4294469 h 5017219"/>
              <a:gd name="connsiteX52005" fmla="*/ 2886089 w 5799173"/>
              <a:gd name="connsiteY52005" fmla="*/ 4295881 h 5017219"/>
              <a:gd name="connsiteX52006" fmla="*/ 2875870 w 5799173"/>
              <a:gd name="connsiteY52006" fmla="*/ 4313580 h 5017219"/>
              <a:gd name="connsiteX52007" fmla="*/ 2874623 w 5799173"/>
              <a:gd name="connsiteY52007" fmla="*/ 4314328 h 5017219"/>
              <a:gd name="connsiteX52008" fmla="*/ 3395837 w 5799173"/>
              <a:gd name="connsiteY52008" fmla="*/ 4459482 h 5017219"/>
              <a:gd name="connsiteX52009" fmla="*/ 3394591 w 5799173"/>
              <a:gd name="connsiteY52009" fmla="*/ 4458735 h 5017219"/>
              <a:gd name="connsiteX52010" fmla="*/ 3384455 w 5799173"/>
              <a:gd name="connsiteY52010" fmla="*/ 4441122 h 5017219"/>
              <a:gd name="connsiteX52011" fmla="*/ 3384455 w 5799173"/>
              <a:gd name="connsiteY52011" fmla="*/ 4439709 h 5017219"/>
              <a:gd name="connsiteX52012" fmla="*/ 3394674 w 5799173"/>
              <a:gd name="connsiteY52012" fmla="*/ 4422096 h 5017219"/>
              <a:gd name="connsiteX52013" fmla="*/ 3395920 w 5799173"/>
              <a:gd name="connsiteY52013" fmla="*/ 4421348 h 5017219"/>
              <a:gd name="connsiteX52014" fmla="*/ 3416274 w 5799173"/>
              <a:gd name="connsiteY52014" fmla="*/ 4421348 h 5017219"/>
              <a:gd name="connsiteX52015" fmla="*/ 3417521 w 5799173"/>
              <a:gd name="connsiteY52015" fmla="*/ 4422096 h 5017219"/>
              <a:gd name="connsiteX52016" fmla="*/ 3427656 w 5799173"/>
              <a:gd name="connsiteY52016" fmla="*/ 4439709 h 5017219"/>
              <a:gd name="connsiteX52017" fmla="*/ 3427656 w 5799173"/>
              <a:gd name="connsiteY52017" fmla="*/ 4441122 h 5017219"/>
              <a:gd name="connsiteX52018" fmla="*/ 3417437 w 5799173"/>
              <a:gd name="connsiteY52018" fmla="*/ 4458735 h 5017219"/>
              <a:gd name="connsiteX52019" fmla="*/ 3416191 w 5799173"/>
              <a:gd name="connsiteY52019" fmla="*/ 4459482 h 5017219"/>
              <a:gd name="connsiteX52020" fmla="*/ 3034680 w 5799173"/>
              <a:gd name="connsiteY52020" fmla="*/ 4362715 h 5017219"/>
              <a:gd name="connsiteX52021" fmla="*/ 3033435 w 5799173"/>
              <a:gd name="connsiteY52021" fmla="*/ 4361967 h 5017219"/>
              <a:gd name="connsiteX52022" fmla="*/ 3023133 w 5799173"/>
              <a:gd name="connsiteY52022" fmla="*/ 4344185 h 5017219"/>
              <a:gd name="connsiteX52023" fmla="*/ 3023133 w 5799173"/>
              <a:gd name="connsiteY52023" fmla="*/ 4342773 h 5017219"/>
              <a:gd name="connsiteX52024" fmla="*/ 3033436 w 5799173"/>
              <a:gd name="connsiteY52024" fmla="*/ 4324990 h 5017219"/>
              <a:gd name="connsiteX52025" fmla="*/ 3034682 w 5799173"/>
              <a:gd name="connsiteY52025" fmla="*/ 4324242 h 5017219"/>
              <a:gd name="connsiteX52026" fmla="*/ 3055202 w 5799173"/>
              <a:gd name="connsiteY52026" fmla="*/ 4324241 h 5017219"/>
              <a:gd name="connsiteX52027" fmla="*/ 3056450 w 5799173"/>
              <a:gd name="connsiteY52027" fmla="*/ 4324989 h 5017219"/>
              <a:gd name="connsiteX52028" fmla="*/ 3066750 w 5799173"/>
              <a:gd name="connsiteY52028" fmla="*/ 4342771 h 5017219"/>
              <a:gd name="connsiteX52029" fmla="*/ 3066750 w 5799173"/>
              <a:gd name="connsiteY52029" fmla="*/ 4344183 h 5017219"/>
              <a:gd name="connsiteX52030" fmla="*/ 3056448 w 5799173"/>
              <a:gd name="connsiteY52030" fmla="*/ 4361965 h 5017219"/>
              <a:gd name="connsiteX52031" fmla="*/ 3055201 w 5799173"/>
              <a:gd name="connsiteY52031" fmla="*/ 4362714 h 5017219"/>
              <a:gd name="connsiteX52032" fmla="*/ 3576388 w 5799173"/>
              <a:gd name="connsiteY52032" fmla="*/ 4507974 h 5017219"/>
              <a:gd name="connsiteX52033" fmla="*/ 3575142 w 5799173"/>
              <a:gd name="connsiteY52033" fmla="*/ 4507226 h 5017219"/>
              <a:gd name="connsiteX52034" fmla="*/ 3564923 w 5799173"/>
              <a:gd name="connsiteY52034" fmla="*/ 4489529 h 5017219"/>
              <a:gd name="connsiteX52035" fmla="*/ 3564924 w 5799173"/>
              <a:gd name="connsiteY52035" fmla="*/ 4488117 h 5017219"/>
              <a:gd name="connsiteX52036" fmla="*/ 3575143 w 5799173"/>
              <a:gd name="connsiteY52036" fmla="*/ 4470420 h 5017219"/>
              <a:gd name="connsiteX52037" fmla="*/ 3576389 w 5799173"/>
              <a:gd name="connsiteY52037" fmla="*/ 4469672 h 5017219"/>
              <a:gd name="connsiteX52038" fmla="*/ 3596826 w 5799173"/>
              <a:gd name="connsiteY52038" fmla="*/ 4469671 h 5017219"/>
              <a:gd name="connsiteX52039" fmla="*/ 3598073 w 5799173"/>
              <a:gd name="connsiteY52039" fmla="*/ 4470419 h 5017219"/>
              <a:gd name="connsiteX52040" fmla="*/ 3608291 w 5799173"/>
              <a:gd name="connsiteY52040" fmla="*/ 4488116 h 5017219"/>
              <a:gd name="connsiteX52041" fmla="*/ 3608290 w 5799173"/>
              <a:gd name="connsiteY52041" fmla="*/ 4489528 h 5017219"/>
              <a:gd name="connsiteX52042" fmla="*/ 3598072 w 5799173"/>
              <a:gd name="connsiteY52042" fmla="*/ 4507225 h 5017219"/>
              <a:gd name="connsiteX52043" fmla="*/ 3596825 w 5799173"/>
              <a:gd name="connsiteY52043" fmla="*/ 4507974 h 5017219"/>
              <a:gd name="connsiteX52044" fmla="*/ 1710530 w 5799173"/>
              <a:gd name="connsiteY52044" fmla="*/ 4008031 h 5017219"/>
              <a:gd name="connsiteX52045" fmla="*/ 1709284 w 5799173"/>
              <a:gd name="connsiteY52045" fmla="*/ 4007284 h 5017219"/>
              <a:gd name="connsiteX52046" fmla="*/ 1698900 w 5799173"/>
              <a:gd name="connsiteY52046" fmla="*/ 3989335 h 5017219"/>
              <a:gd name="connsiteX52047" fmla="*/ 1698900 w 5799173"/>
              <a:gd name="connsiteY52047" fmla="*/ 3987840 h 5017219"/>
              <a:gd name="connsiteX52048" fmla="*/ 1709286 w 5799173"/>
              <a:gd name="connsiteY52048" fmla="*/ 3969890 h 5017219"/>
              <a:gd name="connsiteX52049" fmla="*/ 1710532 w 5799173"/>
              <a:gd name="connsiteY52049" fmla="*/ 3969142 h 5017219"/>
              <a:gd name="connsiteX52050" fmla="*/ 1731302 w 5799173"/>
              <a:gd name="connsiteY52050" fmla="*/ 3969141 h 5017219"/>
              <a:gd name="connsiteX52051" fmla="*/ 1732549 w 5799173"/>
              <a:gd name="connsiteY52051" fmla="*/ 3969889 h 5017219"/>
              <a:gd name="connsiteX52052" fmla="*/ 1742933 w 5799173"/>
              <a:gd name="connsiteY52052" fmla="*/ 3987837 h 5017219"/>
              <a:gd name="connsiteX52053" fmla="*/ 1742933 w 5799173"/>
              <a:gd name="connsiteY52053" fmla="*/ 3989333 h 5017219"/>
              <a:gd name="connsiteX52054" fmla="*/ 1732547 w 5799173"/>
              <a:gd name="connsiteY52054" fmla="*/ 4007282 h 5017219"/>
              <a:gd name="connsiteX52055" fmla="*/ 1731301 w 5799173"/>
              <a:gd name="connsiteY52055" fmla="*/ 4008030 h 5017219"/>
              <a:gd name="connsiteX52056" fmla="*/ 3215236 w 5799173"/>
              <a:gd name="connsiteY52056" fmla="*/ 4411246 h 5017219"/>
              <a:gd name="connsiteX52057" fmla="*/ 3213990 w 5799173"/>
              <a:gd name="connsiteY52057" fmla="*/ 4410498 h 5017219"/>
              <a:gd name="connsiteX52058" fmla="*/ 3203689 w 5799173"/>
              <a:gd name="connsiteY52058" fmla="*/ 4392634 h 5017219"/>
              <a:gd name="connsiteX52059" fmla="*/ 3203689 w 5799173"/>
              <a:gd name="connsiteY52059" fmla="*/ 4391139 h 5017219"/>
              <a:gd name="connsiteX52060" fmla="*/ 3213992 w 5799173"/>
              <a:gd name="connsiteY52060" fmla="*/ 4373273 h 5017219"/>
              <a:gd name="connsiteX52061" fmla="*/ 3215238 w 5799173"/>
              <a:gd name="connsiteY52061" fmla="*/ 4372525 h 5017219"/>
              <a:gd name="connsiteX52062" fmla="*/ 3235925 w 5799173"/>
              <a:gd name="connsiteY52062" fmla="*/ 4372525 h 5017219"/>
              <a:gd name="connsiteX52063" fmla="*/ 3237171 w 5799173"/>
              <a:gd name="connsiteY52063" fmla="*/ 4373273 h 5017219"/>
              <a:gd name="connsiteX52064" fmla="*/ 3247472 w 5799173"/>
              <a:gd name="connsiteY52064" fmla="*/ 4391137 h 5017219"/>
              <a:gd name="connsiteX52065" fmla="*/ 3247472 w 5799173"/>
              <a:gd name="connsiteY52065" fmla="*/ 4392633 h 5017219"/>
              <a:gd name="connsiteX52066" fmla="*/ 3237169 w 5799173"/>
              <a:gd name="connsiteY52066" fmla="*/ 4410497 h 5017219"/>
              <a:gd name="connsiteX52067" fmla="*/ 3235923 w 5799173"/>
              <a:gd name="connsiteY52067" fmla="*/ 4411245 h 5017219"/>
              <a:gd name="connsiteX52068" fmla="*/ 3094718 w 5799173"/>
              <a:gd name="connsiteY52068" fmla="*/ 4379072 h 5017219"/>
              <a:gd name="connsiteX52069" fmla="*/ 3093472 w 5799173"/>
              <a:gd name="connsiteY52069" fmla="*/ 4378325 h 5017219"/>
              <a:gd name="connsiteX52070" fmla="*/ 3083088 w 5799173"/>
              <a:gd name="connsiteY52070" fmla="*/ 4360293 h 5017219"/>
              <a:gd name="connsiteX52071" fmla="*/ 3083088 w 5799173"/>
              <a:gd name="connsiteY52071" fmla="*/ 4358798 h 5017219"/>
              <a:gd name="connsiteX52072" fmla="*/ 3093557 w 5799173"/>
              <a:gd name="connsiteY52072" fmla="*/ 4340766 h 5017219"/>
              <a:gd name="connsiteX52073" fmla="*/ 3094803 w 5799173"/>
              <a:gd name="connsiteY52073" fmla="*/ 4340018 h 5017219"/>
              <a:gd name="connsiteX52074" fmla="*/ 3115656 w 5799173"/>
              <a:gd name="connsiteY52074" fmla="*/ 4340016 h 5017219"/>
              <a:gd name="connsiteX52075" fmla="*/ 3116902 w 5799173"/>
              <a:gd name="connsiteY52075" fmla="*/ 4340765 h 5017219"/>
              <a:gd name="connsiteX52076" fmla="*/ 3127286 w 5799173"/>
              <a:gd name="connsiteY52076" fmla="*/ 4358797 h 5017219"/>
              <a:gd name="connsiteX52077" fmla="*/ 3127286 w 5799173"/>
              <a:gd name="connsiteY52077" fmla="*/ 4360291 h 5017219"/>
              <a:gd name="connsiteX52078" fmla="*/ 3116817 w 5799173"/>
              <a:gd name="connsiteY52078" fmla="*/ 4378323 h 5017219"/>
              <a:gd name="connsiteX52079" fmla="*/ 3115571 w 5799173"/>
              <a:gd name="connsiteY52079" fmla="*/ 4379071 h 5017219"/>
              <a:gd name="connsiteX52080" fmla="*/ 1830763 w 5799173"/>
              <a:gd name="connsiteY52080" fmla="*/ 4040508 h 5017219"/>
              <a:gd name="connsiteX52081" fmla="*/ 1829516 w 5799173"/>
              <a:gd name="connsiteY52081" fmla="*/ 4039759 h 5017219"/>
              <a:gd name="connsiteX52082" fmla="*/ 1818967 w 5799173"/>
              <a:gd name="connsiteY52082" fmla="*/ 4021479 h 5017219"/>
              <a:gd name="connsiteX52083" fmla="*/ 1818967 w 5799173"/>
              <a:gd name="connsiteY52083" fmla="*/ 4019983 h 5017219"/>
              <a:gd name="connsiteX52084" fmla="*/ 1829519 w 5799173"/>
              <a:gd name="connsiteY52084" fmla="*/ 4001701 h 5017219"/>
              <a:gd name="connsiteX52085" fmla="*/ 1830765 w 5799173"/>
              <a:gd name="connsiteY52085" fmla="*/ 4000952 h 5017219"/>
              <a:gd name="connsiteX52086" fmla="*/ 1851785 w 5799173"/>
              <a:gd name="connsiteY52086" fmla="*/ 4000951 h 5017219"/>
              <a:gd name="connsiteX52087" fmla="*/ 1853030 w 5799173"/>
              <a:gd name="connsiteY52087" fmla="*/ 4001700 h 5017219"/>
              <a:gd name="connsiteX52088" fmla="*/ 1863581 w 5799173"/>
              <a:gd name="connsiteY52088" fmla="*/ 4019980 h 5017219"/>
              <a:gd name="connsiteX52089" fmla="*/ 1863580 w 5799173"/>
              <a:gd name="connsiteY52089" fmla="*/ 4021476 h 5017219"/>
              <a:gd name="connsiteX52090" fmla="*/ 1853028 w 5799173"/>
              <a:gd name="connsiteY52090" fmla="*/ 4039758 h 5017219"/>
              <a:gd name="connsiteX52091" fmla="*/ 1851782 w 5799173"/>
              <a:gd name="connsiteY52091" fmla="*/ 4040506 h 5017219"/>
              <a:gd name="connsiteX52092" fmla="*/ 2312287 w 5799173"/>
              <a:gd name="connsiteY52092" fmla="*/ 4169545 h 5017219"/>
              <a:gd name="connsiteX52093" fmla="*/ 2311042 w 5799173"/>
              <a:gd name="connsiteY52093" fmla="*/ 4168798 h 5017219"/>
              <a:gd name="connsiteX52094" fmla="*/ 2300574 w 5799173"/>
              <a:gd name="connsiteY52094" fmla="*/ 4150683 h 5017219"/>
              <a:gd name="connsiteX52095" fmla="*/ 2300574 w 5799173"/>
              <a:gd name="connsiteY52095" fmla="*/ 4149188 h 5017219"/>
              <a:gd name="connsiteX52096" fmla="*/ 2311043 w 5799173"/>
              <a:gd name="connsiteY52096" fmla="*/ 4131073 h 5017219"/>
              <a:gd name="connsiteX52097" fmla="*/ 2312289 w 5799173"/>
              <a:gd name="connsiteY52097" fmla="*/ 4130325 h 5017219"/>
              <a:gd name="connsiteX52098" fmla="*/ 2333225 w 5799173"/>
              <a:gd name="connsiteY52098" fmla="*/ 4130324 h 5017219"/>
              <a:gd name="connsiteX52099" fmla="*/ 2334471 w 5799173"/>
              <a:gd name="connsiteY52099" fmla="*/ 4131072 h 5017219"/>
              <a:gd name="connsiteX52100" fmla="*/ 2344938 w 5799173"/>
              <a:gd name="connsiteY52100" fmla="*/ 4149186 h 5017219"/>
              <a:gd name="connsiteX52101" fmla="*/ 2344938 w 5799173"/>
              <a:gd name="connsiteY52101" fmla="*/ 4150681 h 5017219"/>
              <a:gd name="connsiteX52102" fmla="*/ 2334470 w 5799173"/>
              <a:gd name="connsiteY52102" fmla="*/ 4168797 h 5017219"/>
              <a:gd name="connsiteX52103" fmla="*/ 2333224 w 5799173"/>
              <a:gd name="connsiteY52103" fmla="*/ 4169544 h 5017219"/>
              <a:gd name="connsiteX52104" fmla="*/ 1951165 w 5799173"/>
              <a:gd name="connsiteY52104" fmla="*/ 4072798 h 5017219"/>
              <a:gd name="connsiteX52105" fmla="*/ 1949919 w 5799173"/>
              <a:gd name="connsiteY52105" fmla="*/ 4072052 h 5017219"/>
              <a:gd name="connsiteX52106" fmla="*/ 1939452 w 5799173"/>
              <a:gd name="connsiteY52106" fmla="*/ 4053937 h 5017219"/>
              <a:gd name="connsiteX52107" fmla="*/ 1939452 w 5799173"/>
              <a:gd name="connsiteY52107" fmla="*/ 4052442 h 5017219"/>
              <a:gd name="connsiteX52108" fmla="*/ 1949921 w 5799173"/>
              <a:gd name="connsiteY52108" fmla="*/ 4034327 h 5017219"/>
              <a:gd name="connsiteX52109" fmla="*/ 1951167 w 5799173"/>
              <a:gd name="connsiteY52109" fmla="*/ 4033579 h 5017219"/>
              <a:gd name="connsiteX52110" fmla="*/ 1972103 w 5799173"/>
              <a:gd name="connsiteY52110" fmla="*/ 4033578 h 5017219"/>
              <a:gd name="connsiteX52111" fmla="*/ 1973349 w 5799173"/>
              <a:gd name="connsiteY52111" fmla="*/ 4034327 h 5017219"/>
              <a:gd name="connsiteX52112" fmla="*/ 1983816 w 5799173"/>
              <a:gd name="connsiteY52112" fmla="*/ 4052440 h 5017219"/>
              <a:gd name="connsiteX52113" fmla="*/ 1983816 w 5799173"/>
              <a:gd name="connsiteY52113" fmla="*/ 4053935 h 5017219"/>
              <a:gd name="connsiteX52114" fmla="*/ 1973347 w 5799173"/>
              <a:gd name="connsiteY52114" fmla="*/ 4072050 h 5017219"/>
              <a:gd name="connsiteX52115" fmla="*/ 1972102 w 5799173"/>
              <a:gd name="connsiteY52115" fmla="*/ 4072797 h 5017219"/>
              <a:gd name="connsiteX52116" fmla="*/ 1770561 w 5799173"/>
              <a:gd name="connsiteY52116" fmla="*/ 4024442 h 5017219"/>
              <a:gd name="connsiteX52117" fmla="*/ 1769314 w 5799173"/>
              <a:gd name="connsiteY52117" fmla="*/ 4023694 h 5017219"/>
              <a:gd name="connsiteX52118" fmla="*/ 1758764 w 5799173"/>
              <a:gd name="connsiteY52118" fmla="*/ 4005414 h 5017219"/>
              <a:gd name="connsiteX52119" fmla="*/ 1758764 w 5799173"/>
              <a:gd name="connsiteY52119" fmla="*/ 4003918 h 5017219"/>
              <a:gd name="connsiteX52120" fmla="*/ 1769316 w 5799173"/>
              <a:gd name="connsiteY52120" fmla="*/ 3985637 h 5017219"/>
              <a:gd name="connsiteX52121" fmla="*/ 1770562 w 5799173"/>
              <a:gd name="connsiteY52121" fmla="*/ 3984889 h 5017219"/>
              <a:gd name="connsiteX52122" fmla="*/ 1791582 w 5799173"/>
              <a:gd name="connsiteY52122" fmla="*/ 3984887 h 5017219"/>
              <a:gd name="connsiteX52123" fmla="*/ 1792828 w 5799173"/>
              <a:gd name="connsiteY52123" fmla="*/ 3985636 h 5017219"/>
              <a:gd name="connsiteX52124" fmla="*/ 1803378 w 5799173"/>
              <a:gd name="connsiteY52124" fmla="*/ 4003916 h 5017219"/>
              <a:gd name="connsiteX52125" fmla="*/ 1803378 w 5799173"/>
              <a:gd name="connsiteY52125" fmla="*/ 4005412 h 5017219"/>
              <a:gd name="connsiteX52126" fmla="*/ 1792826 w 5799173"/>
              <a:gd name="connsiteY52126" fmla="*/ 4023693 h 5017219"/>
              <a:gd name="connsiteX52127" fmla="*/ 1791579 w 5799173"/>
              <a:gd name="connsiteY52127" fmla="*/ 4024441 h 5017219"/>
              <a:gd name="connsiteX52128" fmla="*/ 2131706 w 5799173"/>
              <a:gd name="connsiteY52128" fmla="*/ 4121246 h 5017219"/>
              <a:gd name="connsiteX52129" fmla="*/ 2130460 w 5799173"/>
              <a:gd name="connsiteY52129" fmla="*/ 4120499 h 5017219"/>
              <a:gd name="connsiteX52130" fmla="*/ 2119993 w 5799173"/>
              <a:gd name="connsiteY52130" fmla="*/ 4102385 h 5017219"/>
              <a:gd name="connsiteX52131" fmla="*/ 2119992 w 5799173"/>
              <a:gd name="connsiteY52131" fmla="*/ 4100890 h 5017219"/>
              <a:gd name="connsiteX52132" fmla="*/ 2130461 w 5799173"/>
              <a:gd name="connsiteY52132" fmla="*/ 4082776 h 5017219"/>
              <a:gd name="connsiteX52133" fmla="*/ 2131707 w 5799173"/>
              <a:gd name="connsiteY52133" fmla="*/ 4082029 h 5017219"/>
              <a:gd name="connsiteX52134" fmla="*/ 2152643 w 5799173"/>
              <a:gd name="connsiteY52134" fmla="*/ 4082028 h 5017219"/>
              <a:gd name="connsiteX52135" fmla="*/ 2153889 w 5799173"/>
              <a:gd name="connsiteY52135" fmla="*/ 4082776 h 5017219"/>
              <a:gd name="connsiteX52136" fmla="*/ 2164356 w 5799173"/>
              <a:gd name="connsiteY52136" fmla="*/ 4100889 h 5017219"/>
              <a:gd name="connsiteX52137" fmla="*/ 2164357 w 5799173"/>
              <a:gd name="connsiteY52137" fmla="*/ 4102384 h 5017219"/>
              <a:gd name="connsiteX52138" fmla="*/ 2153888 w 5799173"/>
              <a:gd name="connsiteY52138" fmla="*/ 4120498 h 5017219"/>
              <a:gd name="connsiteX52139" fmla="*/ 2152642 w 5799173"/>
              <a:gd name="connsiteY52139" fmla="*/ 4121246 h 5017219"/>
              <a:gd name="connsiteX52140" fmla="*/ 1890957 w 5799173"/>
              <a:gd name="connsiteY52140" fmla="*/ 4056755 h 5017219"/>
              <a:gd name="connsiteX52141" fmla="*/ 1889711 w 5799173"/>
              <a:gd name="connsiteY52141" fmla="*/ 4056008 h 5017219"/>
              <a:gd name="connsiteX52142" fmla="*/ 1879244 w 5799173"/>
              <a:gd name="connsiteY52142" fmla="*/ 4037894 h 5017219"/>
              <a:gd name="connsiteX52143" fmla="*/ 1879244 w 5799173"/>
              <a:gd name="connsiteY52143" fmla="*/ 4036399 h 5017219"/>
              <a:gd name="connsiteX52144" fmla="*/ 1889712 w 5799173"/>
              <a:gd name="connsiteY52144" fmla="*/ 4018286 h 5017219"/>
              <a:gd name="connsiteX52145" fmla="*/ 1890958 w 5799173"/>
              <a:gd name="connsiteY52145" fmla="*/ 4017538 h 5017219"/>
              <a:gd name="connsiteX52146" fmla="*/ 1911894 w 5799173"/>
              <a:gd name="connsiteY52146" fmla="*/ 4017537 h 5017219"/>
              <a:gd name="connsiteX52147" fmla="*/ 1913140 w 5799173"/>
              <a:gd name="connsiteY52147" fmla="*/ 4018285 h 5017219"/>
              <a:gd name="connsiteX52148" fmla="*/ 1923608 w 5799173"/>
              <a:gd name="connsiteY52148" fmla="*/ 4036398 h 5017219"/>
              <a:gd name="connsiteX52149" fmla="*/ 1923608 w 5799173"/>
              <a:gd name="connsiteY52149" fmla="*/ 4037893 h 5017219"/>
              <a:gd name="connsiteX52150" fmla="*/ 1913139 w 5799173"/>
              <a:gd name="connsiteY52150" fmla="*/ 4056007 h 5017219"/>
              <a:gd name="connsiteX52151" fmla="*/ 1911893 w 5799173"/>
              <a:gd name="connsiteY52151" fmla="*/ 4056755 h 5017219"/>
              <a:gd name="connsiteX52152" fmla="*/ 2011270 w 5799173"/>
              <a:gd name="connsiteY52152" fmla="*/ 4089084 h 5017219"/>
              <a:gd name="connsiteX52153" fmla="*/ 2010023 w 5799173"/>
              <a:gd name="connsiteY52153" fmla="*/ 4088336 h 5017219"/>
              <a:gd name="connsiteX52154" fmla="*/ 1999473 w 5799173"/>
              <a:gd name="connsiteY52154" fmla="*/ 4070058 h 5017219"/>
              <a:gd name="connsiteX52155" fmla="*/ 1999473 w 5799173"/>
              <a:gd name="connsiteY52155" fmla="*/ 4068562 h 5017219"/>
              <a:gd name="connsiteX52156" fmla="*/ 2010025 w 5799173"/>
              <a:gd name="connsiteY52156" fmla="*/ 4050282 h 5017219"/>
              <a:gd name="connsiteX52157" fmla="*/ 2011271 w 5799173"/>
              <a:gd name="connsiteY52157" fmla="*/ 4049534 h 5017219"/>
              <a:gd name="connsiteX52158" fmla="*/ 2032290 w 5799173"/>
              <a:gd name="connsiteY52158" fmla="*/ 4049534 h 5017219"/>
              <a:gd name="connsiteX52159" fmla="*/ 2033536 w 5799173"/>
              <a:gd name="connsiteY52159" fmla="*/ 4050282 h 5017219"/>
              <a:gd name="connsiteX52160" fmla="*/ 2044086 w 5799173"/>
              <a:gd name="connsiteY52160" fmla="*/ 4068561 h 5017219"/>
              <a:gd name="connsiteX52161" fmla="*/ 2044086 w 5799173"/>
              <a:gd name="connsiteY52161" fmla="*/ 4070056 h 5017219"/>
              <a:gd name="connsiteX52162" fmla="*/ 2033535 w 5799173"/>
              <a:gd name="connsiteY52162" fmla="*/ 4088336 h 5017219"/>
              <a:gd name="connsiteX52163" fmla="*/ 2032289 w 5799173"/>
              <a:gd name="connsiteY52163" fmla="*/ 4089084 h 5017219"/>
              <a:gd name="connsiteX52164" fmla="*/ 2372397 w 5799173"/>
              <a:gd name="connsiteY52164" fmla="*/ 4185899 h 5017219"/>
              <a:gd name="connsiteX52165" fmla="*/ 2371069 w 5799173"/>
              <a:gd name="connsiteY52165" fmla="*/ 4185151 h 5017219"/>
              <a:gd name="connsiteX52166" fmla="*/ 2360518 w 5799173"/>
              <a:gd name="connsiteY52166" fmla="*/ 4166788 h 5017219"/>
              <a:gd name="connsiteX52167" fmla="*/ 2360519 w 5799173"/>
              <a:gd name="connsiteY52167" fmla="*/ 4165292 h 5017219"/>
              <a:gd name="connsiteX52168" fmla="*/ 2371071 w 5799173"/>
              <a:gd name="connsiteY52168" fmla="*/ 4146928 h 5017219"/>
              <a:gd name="connsiteX52169" fmla="*/ 2372400 w 5799173"/>
              <a:gd name="connsiteY52169" fmla="*/ 4146180 h 5017219"/>
              <a:gd name="connsiteX52170" fmla="*/ 2393585 w 5799173"/>
              <a:gd name="connsiteY52170" fmla="*/ 4146178 h 5017219"/>
              <a:gd name="connsiteX52171" fmla="*/ 2394915 w 5799173"/>
              <a:gd name="connsiteY52171" fmla="*/ 4146927 h 5017219"/>
              <a:gd name="connsiteX52172" fmla="*/ 2405465 w 5799173"/>
              <a:gd name="connsiteY52172" fmla="*/ 4165290 h 5017219"/>
              <a:gd name="connsiteX52173" fmla="*/ 2405465 w 5799173"/>
              <a:gd name="connsiteY52173" fmla="*/ 4166786 h 5017219"/>
              <a:gd name="connsiteX52174" fmla="*/ 2394913 w 5799173"/>
              <a:gd name="connsiteY52174" fmla="*/ 4185150 h 5017219"/>
              <a:gd name="connsiteX52175" fmla="*/ 2393583 w 5799173"/>
              <a:gd name="connsiteY52175" fmla="*/ 4185898 h 5017219"/>
              <a:gd name="connsiteX52176" fmla="*/ 2252023 w 5799173"/>
              <a:gd name="connsiteY52176" fmla="*/ 4153653 h 5017219"/>
              <a:gd name="connsiteX52177" fmla="*/ 2250694 w 5799173"/>
              <a:gd name="connsiteY52177" fmla="*/ 4152905 h 5017219"/>
              <a:gd name="connsiteX52178" fmla="*/ 2240144 w 5799173"/>
              <a:gd name="connsiteY52178" fmla="*/ 4134542 h 5017219"/>
              <a:gd name="connsiteX52179" fmla="*/ 2240144 w 5799173"/>
              <a:gd name="connsiteY52179" fmla="*/ 4133046 h 5017219"/>
              <a:gd name="connsiteX52180" fmla="*/ 2250696 w 5799173"/>
              <a:gd name="connsiteY52180" fmla="*/ 4114682 h 5017219"/>
              <a:gd name="connsiteX52181" fmla="*/ 2252025 w 5799173"/>
              <a:gd name="connsiteY52181" fmla="*/ 4113934 h 5017219"/>
              <a:gd name="connsiteX52182" fmla="*/ 2273210 w 5799173"/>
              <a:gd name="connsiteY52182" fmla="*/ 4113933 h 5017219"/>
              <a:gd name="connsiteX52183" fmla="*/ 2274540 w 5799173"/>
              <a:gd name="connsiteY52183" fmla="*/ 4114681 h 5017219"/>
              <a:gd name="connsiteX52184" fmla="*/ 2285090 w 5799173"/>
              <a:gd name="connsiteY52184" fmla="*/ 4133044 h 5017219"/>
              <a:gd name="connsiteX52185" fmla="*/ 2285090 w 5799173"/>
              <a:gd name="connsiteY52185" fmla="*/ 4134540 h 5017219"/>
              <a:gd name="connsiteX52186" fmla="*/ 2274538 w 5799173"/>
              <a:gd name="connsiteY52186" fmla="*/ 4152904 h 5017219"/>
              <a:gd name="connsiteX52187" fmla="*/ 2273208 w 5799173"/>
              <a:gd name="connsiteY52187" fmla="*/ 4153652 h 5017219"/>
              <a:gd name="connsiteX52188" fmla="*/ 2492561 w 5799173"/>
              <a:gd name="connsiteY52188" fmla="*/ 4218416 h 5017219"/>
              <a:gd name="connsiteX52189" fmla="*/ 2491232 w 5799173"/>
              <a:gd name="connsiteY52189" fmla="*/ 4217668 h 5017219"/>
              <a:gd name="connsiteX52190" fmla="*/ 2480434 w 5799173"/>
              <a:gd name="connsiteY52190" fmla="*/ 4198888 h 5017219"/>
              <a:gd name="connsiteX52191" fmla="*/ 2480433 w 5799173"/>
              <a:gd name="connsiteY52191" fmla="*/ 4197393 h 5017219"/>
              <a:gd name="connsiteX52192" fmla="*/ 2491235 w 5799173"/>
              <a:gd name="connsiteY52192" fmla="*/ 4178611 h 5017219"/>
              <a:gd name="connsiteX52193" fmla="*/ 2492564 w 5799173"/>
              <a:gd name="connsiteY52193" fmla="*/ 4177863 h 5017219"/>
              <a:gd name="connsiteX52194" fmla="*/ 2514248 w 5799173"/>
              <a:gd name="connsiteY52194" fmla="*/ 4177862 h 5017219"/>
              <a:gd name="connsiteX52195" fmla="*/ 2515578 w 5799173"/>
              <a:gd name="connsiteY52195" fmla="*/ 4178608 h 5017219"/>
              <a:gd name="connsiteX52196" fmla="*/ 2526377 w 5799173"/>
              <a:gd name="connsiteY52196" fmla="*/ 4197389 h 5017219"/>
              <a:gd name="connsiteX52197" fmla="*/ 2526377 w 5799173"/>
              <a:gd name="connsiteY52197" fmla="*/ 4198884 h 5017219"/>
              <a:gd name="connsiteX52198" fmla="*/ 2515575 w 5799173"/>
              <a:gd name="connsiteY52198" fmla="*/ 4217666 h 5017219"/>
              <a:gd name="connsiteX52199" fmla="*/ 2514246 w 5799173"/>
              <a:gd name="connsiteY52199" fmla="*/ 4218414 h 5017219"/>
              <a:gd name="connsiteX52200" fmla="*/ 2432398 w 5799173"/>
              <a:gd name="connsiteY52200" fmla="*/ 4202340 h 5017219"/>
              <a:gd name="connsiteX52201" fmla="*/ 2431069 w 5799173"/>
              <a:gd name="connsiteY52201" fmla="*/ 4201593 h 5017219"/>
              <a:gd name="connsiteX52202" fmla="*/ 2420353 w 5799173"/>
              <a:gd name="connsiteY52202" fmla="*/ 4182981 h 5017219"/>
              <a:gd name="connsiteX52203" fmla="*/ 2420353 w 5799173"/>
              <a:gd name="connsiteY52203" fmla="*/ 4181484 h 5017219"/>
              <a:gd name="connsiteX52204" fmla="*/ 2431071 w 5799173"/>
              <a:gd name="connsiteY52204" fmla="*/ 4162872 h 5017219"/>
              <a:gd name="connsiteX52205" fmla="*/ 2432400 w 5799173"/>
              <a:gd name="connsiteY52205" fmla="*/ 4162124 h 5017219"/>
              <a:gd name="connsiteX52206" fmla="*/ 2453835 w 5799173"/>
              <a:gd name="connsiteY52206" fmla="*/ 4162124 h 5017219"/>
              <a:gd name="connsiteX52207" fmla="*/ 2455164 w 5799173"/>
              <a:gd name="connsiteY52207" fmla="*/ 4162872 h 5017219"/>
              <a:gd name="connsiteX52208" fmla="*/ 2465881 w 5799173"/>
              <a:gd name="connsiteY52208" fmla="*/ 4181483 h 5017219"/>
              <a:gd name="connsiteX52209" fmla="*/ 2465881 w 5799173"/>
              <a:gd name="connsiteY52209" fmla="*/ 4182979 h 5017219"/>
              <a:gd name="connsiteX52210" fmla="*/ 2455162 w 5799173"/>
              <a:gd name="connsiteY52210" fmla="*/ 4201592 h 5017219"/>
              <a:gd name="connsiteX52211" fmla="*/ 2453834 w 5799173"/>
              <a:gd name="connsiteY52211" fmla="*/ 4202339 h 5017219"/>
              <a:gd name="connsiteX52212" fmla="*/ 1649964 w 5799173"/>
              <a:gd name="connsiteY52212" fmla="*/ 3992743 h 5017219"/>
              <a:gd name="connsiteX52213" fmla="*/ 1648634 w 5799173"/>
              <a:gd name="connsiteY52213" fmla="*/ 3991995 h 5017219"/>
              <a:gd name="connsiteX52214" fmla="*/ 1637918 w 5799173"/>
              <a:gd name="connsiteY52214" fmla="*/ 3973384 h 5017219"/>
              <a:gd name="connsiteX52215" fmla="*/ 1637918 w 5799173"/>
              <a:gd name="connsiteY52215" fmla="*/ 3971888 h 5017219"/>
              <a:gd name="connsiteX52216" fmla="*/ 1648635 w 5799173"/>
              <a:gd name="connsiteY52216" fmla="*/ 3953277 h 5017219"/>
              <a:gd name="connsiteX52217" fmla="*/ 1649966 w 5799173"/>
              <a:gd name="connsiteY52217" fmla="*/ 3952528 h 5017219"/>
              <a:gd name="connsiteX52218" fmla="*/ 1671400 w 5799173"/>
              <a:gd name="connsiteY52218" fmla="*/ 3952528 h 5017219"/>
              <a:gd name="connsiteX52219" fmla="*/ 1672729 w 5799173"/>
              <a:gd name="connsiteY52219" fmla="*/ 3953276 h 5017219"/>
              <a:gd name="connsiteX52220" fmla="*/ 1683445 w 5799173"/>
              <a:gd name="connsiteY52220" fmla="*/ 3971887 h 5017219"/>
              <a:gd name="connsiteX52221" fmla="*/ 1683445 w 5799173"/>
              <a:gd name="connsiteY52221" fmla="*/ 3973383 h 5017219"/>
              <a:gd name="connsiteX52222" fmla="*/ 1672727 w 5799173"/>
              <a:gd name="connsiteY52222" fmla="*/ 3991995 h 5017219"/>
              <a:gd name="connsiteX52223" fmla="*/ 1671399 w 5799173"/>
              <a:gd name="connsiteY52223" fmla="*/ 3992742 h 5017219"/>
              <a:gd name="connsiteX52224" fmla="*/ 2191592 w 5799173"/>
              <a:gd name="connsiteY52224" fmla="*/ 4137979 h 5017219"/>
              <a:gd name="connsiteX52225" fmla="*/ 2190262 w 5799173"/>
              <a:gd name="connsiteY52225" fmla="*/ 4137232 h 5017219"/>
              <a:gd name="connsiteX52226" fmla="*/ 2179629 w 5799173"/>
              <a:gd name="connsiteY52226" fmla="*/ 4118705 h 5017219"/>
              <a:gd name="connsiteX52227" fmla="*/ 2179628 w 5799173"/>
              <a:gd name="connsiteY52227" fmla="*/ 4117208 h 5017219"/>
              <a:gd name="connsiteX52228" fmla="*/ 2190346 w 5799173"/>
              <a:gd name="connsiteY52228" fmla="*/ 4098683 h 5017219"/>
              <a:gd name="connsiteX52229" fmla="*/ 2191676 w 5799173"/>
              <a:gd name="connsiteY52229" fmla="*/ 4097935 h 5017219"/>
              <a:gd name="connsiteX52230" fmla="*/ 2213026 w 5799173"/>
              <a:gd name="connsiteY52230" fmla="*/ 4097934 h 5017219"/>
              <a:gd name="connsiteX52231" fmla="*/ 2214356 w 5799173"/>
              <a:gd name="connsiteY52231" fmla="*/ 4098683 h 5017219"/>
              <a:gd name="connsiteX52232" fmla="*/ 2224990 w 5799173"/>
              <a:gd name="connsiteY52232" fmla="*/ 4117208 h 5017219"/>
              <a:gd name="connsiteX52233" fmla="*/ 2224990 w 5799173"/>
              <a:gd name="connsiteY52233" fmla="*/ 4118705 h 5017219"/>
              <a:gd name="connsiteX52234" fmla="*/ 2214273 w 5799173"/>
              <a:gd name="connsiteY52234" fmla="*/ 4137232 h 5017219"/>
              <a:gd name="connsiteX52235" fmla="*/ 2212943 w 5799173"/>
              <a:gd name="connsiteY52235" fmla="*/ 4137979 h 5017219"/>
              <a:gd name="connsiteX52236" fmla="*/ 2665305 w 5799173"/>
              <a:gd name="connsiteY52236" fmla="*/ 4307417 h 5017219"/>
              <a:gd name="connsiteX52237" fmla="*/ 2664723 w 5799173"/>
              <a:gd name="connsiteY52237" fmla="*/ 4307085 h 5017219"/>
              <a:gd name="connsiteX52238" fmla="*/ 2660237 w 5799173"/>
              <a:gd name="connsiteY52238" fmla="*/ 4299274 h 5017219"/>
              <a:gd name="connsiteX52239" fmla="*/ 2660237 w 5799173"/>
              <a:gd name="connsiteY52239" fmla="*/ 4298610 h 5017219"/>
              <a:gd name="connsiteX52240" fmla="*/ 2664806 w 5799173"/>
              <a:gd name="connsiteY52240" fmla="*/ 4290799 h 5017219"/>
              <a:gd name="connsiteX52241" fmla="*/ 2665388 w 5799173"/>
              <a:gd name="connsiteY52241" fmla="*/ 4290467 h 5017219"/>
              <a:gd name="connsiteX52242" fmla="*/ 2674443 w 5799173"/>
              <a:gd name="connsiteY52242" fmla="*/ 4290467 h 5017219"/>
              <a:gd name="connsiteX52243" fmla="*/ 2675025 w 5799173"/>
              <a:gd name="connsiteY52243" fmla="*/ 4290798 h 5017219"/>
              <a:gd name="connsiteX52244" fmla="*/ 2679511 w 5799173"/>
              <a:gd name="connsiteY52244" fmla="*/ 4298610 h 5017219"/>
              <a:gd name="connsiteX52245" fmla="*/ 2679511 w 5799173"/>
              <a:gd name="connsiteY52245" fmla="*/ 4299273 h 5017219"/>
              <a:gd name="connsiteX52246" fmla="*/ 2674942 w 5799173"/>
              <a:gd name="connsiteY52246" fmla="*/ 4307085 h 5017219"/>
              <a:gd name="connsiteX52247" fmla="*/ 2674361 w 5799173"/>
              <a:gd name="connsiteY52247" fmla="*/ 4307417 h 5017219"/>
              <a:gd name="connsiteX52248" fmla="*/ 796464 w 5799173"/>
              <a:gd name="connsiteY52248" fmla="*/ 3813232 h 5017219"/>
              <a:gd name="connsiteX52249" fmla="*/ 795551 w 5799173"/>
              <a:gd name="connsiteY52249" fmla="*/ 3812734 h 5017219"/>
              <a:gd name="connsiteX52250" fmla="*/ 787908 w 5799173"/>
              <a:gd name="connsiteY52250" fmla="*/ 3799522 h 5017219"/>
              <a:gd name="connsiteX52251" fmla="*/ 787908 w 5799173"/>
              <a:gd name="connsiteY52251" fmla="*/ 3798442 h 5017219"/>
              <a:gd name="connsiteX52252" fmla="*/ 795552 w 5799173"/>
              <a:gd name="connsiteY52252" fmla="*/ 3785229 h 5017219"/>
              <a:gd name="connsiteX52253" fmla="*/ 796466 w 5799173"/>
              <a:gd name="connsiteY52253" fmla="*/ 3784731 h 5017219"/>
              <a:gd name="connsiteX52254" fmla="*/ 811752 w 5799173"/>
              <a:gd name="connsiteY52254" fmla="*/ 3784730 h 5017219"/>
              <a:gd name="connsiteX52255" fmla="*/ 812667 w 5799173"/>
              <a:gd name="connsiteY52255" fmla="*/ 3785228 h 5017219"/>
              <a:gd name="connsiteX52256" fmla="*/ 820309 w 5799173"/>
              <a:gd name="connsiteY52256" fmla="*/ 3798440 h 5017219"/>
              <a:gd name="connsiteX52257" fmla="*/ 820309 w 5799173"/>
              <a:gd name="connsiteY52257" fmla="*/ 3799520 h 5017219"/>
              <a:gd name="connsiteX52258" fmla="*/ 812665 w 5799173"/>
              <a:gd name="connsiteY52258" fmla="*/ 3812733 h 5017219"/>
              <a:gd name="connsiteX52259" fmla="*/ 811750 w 5799173"/>
              <a:gd name="connsiteY52259" fmla="*/ 3813231 h 5017219"/>
              <a:gd name="connsiteX52260" fmla="*/ 976643 w 5799173"/>
              <a:gd name="connsiteY52260" fmla="*/ 3862497 h 5017219"/>
              <a:gd name="connsiteX52261" fmla="*/ 975646 w 5799173"/>
              <a:gd name="connsiteY52261" fmla="*/ 3861915 h 5017219"/>
              <a:gd name="connsiteX52262" fmla="*/ 967671 w 5799173"/>
              <a:gd name="connsiteY52262" fmla="*/ 3848124 h 5017219"/>
              <a:gd name="connsiteX52263" fmla="*/ 967671 w 5799173"/>
              <a:gd name="connsiteY52263" fmla="*/ 3846961 h 5017219"/>
              <a:gd name="connsiteX52264" fmla="*/ 975646 w 5799173"/>
              <a:gd name="connsiteY52264" fmla="*/ 3833170 h 5017219"/>
              <a:gd name="connsiteX52265" fmla="*/ 976644 w 5799173"/>
              <a:gd name="connsiteY52265" fmla="*/ 3832588 h 5017219"/>
              <a:gd name="connsiteX52266" fmla="*/ 992596 w 5799173"/>
              <a:gd name="connsiteY52266" fmla="*/ 3832588 h 5017219"/>
              <a:gd name="connsiteX52267" fmla="*/ 993593 w 5799173"/>
              <a:gd name="connsiteY52267" fmla="*/ 3833169 h 5017219"/>
              <a:gd name="connsiteX52268" fmla="*/ 1001567 w 5799173"/>
              <a:gd name="connsiteY52268" fmla="*/ 3846961 h 5017219"/>
              <a:gd name="connsiteX52269" fmla="*/ 1001567 w 5799173"/>
              <a:gd name="connsiteY52269" fmla="*/ 3848124 h 5017219"/>
              <a:gd name="connsiteX52270" fmla="*/ 993592 w 5799173"/>
              <a:gd name="connsiteY52270" fmla="*/ 3861915 h 5017219"/>
              <a:gd name="connsiteX52271" fmla="*/ 992595 w 5799173"/>
              <a:gd name="connsiteY52271" fmla="*/ 3862497 h 5017219"/>
              <a:gd name="connsiteX52272" fmla="*/ 1577160 w 5799173"/>
              <a:gd name="connsiteY52272" fmla="*/ 4026178 h 5017219"/>
              <a:gd name="connsiteX52273" fmla="*/ 1575996 w 5799173"/>
              <a:gd name="connsiteY52273" fmla="*/ 4025514 h 5017219"/>
              <a:gd name="connsiteX52274" fmla="*/ 1566609 w 5799173"/>
              <a:gd name="connsiteY52274" fmla="*/ 4009227 h 5017219"/>
              <a:gd name="connsiteX52275" fmla="*/ 1566609 w 5799173"/>
              <a:gd name="connsiteY52275" fmla="*/ 4007898 h 5017219"/>
              <a:gd name="connsiteX52276" fmla="*/ 1575998 w 5799173"/>
              <a:gd name="connsiteY52276" fmla="*/ 3991611 h 5017219"/>
              <a:gd name="connsiteX52277" fmla="*/ 1577161 w 5799173"/>
              <a:gd name="connsiteY52277" fmla="*/ 3990947 h 5017219"/>
              <a:gd name="connsiteX52278" fmla="*/ 1595937 w 5799173"/>
              <a:gd name="connsiteY52278" fmla="*/ 3990946 h 5017219"/>
              <a:gd name="connsiteX52279" fmla="*/ 1597101 w 5799173"/>
              <a:gd name="connsiteY52279" fmla="*/ 3991610 h 5017219"/>
              <a:gd name="connsiteX52280" fmla="*/ 1606488 w 5799173"/>
              <a:gd name="connsiteY52280" fmla="*/ 4007896 h 5017219"/>
              <a:gd name="connsiteX52281" fmla="*/ 1606488 w 5799173"/>
              <a:gd name="connsiteY52281" fmla="*/ 4009225 h 5017219"/>
              <a:gd name="connsiteX52282" fmla="*/ 1597099 w 5799173"/>
              <a:gd name="connsiteY52282" fmla="*/ 4025513 h 5017219"/>
              <a:gd name="connsiteX52283" fmla="*/ 1595936 w 5799173"/>
              <a:gd name="connsiteY52283" fmla="*/ 4026177 h 5017219"/>
              <a:gd name="connsiteX52284" fmla="*/ 3743733 w 5799173"/>
              <a:gd name="connsiteY52284" fmla="*/ 4607001 h 5017219"/>
              <a:gd name="connsiteX52285" fmla="*/ 3742570 w 5799173"/>
              <a:gd name="connsiteY52285" fmla="*/ 4606336 h 5017219"/>
              <a:gd name="connsiteX52286" fmla="*/ 3733100 w 5799173"/>
              <a:gd name="connsiteY52286" fmla="*/ 4589969 h 5017219"/>
              <a:gd name="connsiteX52287" fmla="*/ 3733099 w 5799173"/>
              <a:gd name="connsiteY52287" fmla="*/ 4588639 h 5017219"/>
              <a:gd name="connsiteX52288" fmla="*/ 3742571 w 5799173"/>
              <a:gd name="connsiteY52288" fmla="*/ 4572272 h 5017219"/>
              <a:gd name="connsiteX52289" fmla="*/ 3743734 w 5799173"/>
              <a:gd name="connsiteY52289" fmla="*/ 4571607 h 5017219"/>
              <a:gd name="connsiteX52290" fmla="*/ 3762676 w 5799173"/>
              <a:gd name="connsiteY52290" fmla="*/ 4571606 h 5017219"/>
              <a:gd name="connsiteX52291" fmla="*/ 3763839 w 5799173"/>
              <a:gd name="connsiteY52291" fmla="*/ 4572271 h 5017219"/>
              <a:gd name="connsiteX52292" fmla="*/ 3773310 w 5799173"/>
              <a:gd name="connsiteY52292" fmla="*/ 4588638 h 5017219"/>
              <a:gd name="connsiteX52293" fmla="*/ 3773310 w 5799173"/>
              <a:gd name="connsiteY52293" fmla="*/ 4589968 h 5017219"/>
              <a:gd name="connsiteX52294" fmla="*/ 3763838 w 5799173"/>
              <a:gd name="connsiteY52294" fmla="*/ 4606336 h 5017219"/>
              <a:gd name="connsiteX52295" fmla="*/ 3762675 w 5799173"/>
              <a:gd name="connsiteY52295" fmla="*/ 4607001 h 5017219"/>
              <a:gd name="connsiteX52296" fmla="*/ 3803875 w 5799173"/>
              <a:gd name="connsiteY52296" fmla="*/ 4623151 h 5017219"/>
              <a:gd name="connsiteX52297" fmla="*/ 3802713 w 5799173"/>
              <a:gd name="connsiteY52297" fmla="*/ 4622485 h 5017219"/>
              <a:gd name="connsiteX52298" fmla="*/ 3793159 w 5799173"/>
              <a:gd name="connsiteY52298" fmla="*/ 4605951 h 5017219"/>
              <a:gd name="connsiteX52299" fmla="*/ 3793159 w 5799173"/>
              <a:gd name="connsiteY52299" fmla="*/ 4604620 h 5017219"/>
              <a:gd name="connsiteX52300" fmla="*/ 3802715 w 5799173"/>
              <a:gd name="connsiteY52300" fmla="*/ 4588084 h 5017219"/>
              <a:gd name="connsiteX52301" fmla="*/ 3803877 w 5799173"/>
              <a:gd name="connsiteY52301" fmla="*/ 4587419 h 5017219"/>
              <a:gd name="connsiteX52302" fmla="*/ 3822986 w 5799173"/>
              <a:gd name="connsiteY52302" fmla="*/ 4587418 h 5017219"/>
              <a:gd name="connsiteX52303" fmla="*/ 3824149 w 5799173"/>
              <a:gd name="connsiteY52303" fmla="*/ 4588083 h 5017219"/>
              <a:gd name="connsiteX52304" fmla="*/ 3833702 w 5799173"/>
              <a:gd name="connsiteY52304" fmla="*/ 4604618 h 5017219"/>
              <a:gd name="connsiteX52305" fmla="*/ 3833702 w 5799173"/>
              <a:gd name="connsiteY52305" fmla="*/ 4605948 h 5017219"/>
              <a:gd name="connsiteX52306" fmla="*/ 3824147 w 5799173"/>
              <a:gd name="connsiteY52306" fmla="*/ 4622484 h 5017219"/>
              <a:gd name="connsiteX52307" fmla="*/ 3822984 w 5799173"/>
              <a:gd name="connsiteY52307" fmla="*/ 4623150 h 5017219"/>
              <a:gd name="connsiteX52308" fmla="*/ 2720429 w 5799173"/>
              <a:gd name="connsiteY52308" fmla="*/ 4333082 h 5017219"/>
              <a:gd name="connsiteX52309" fmla="*/ 2719265 w 5799173"/>
              <a:gd name="connsiteY52309" fmla="*/ 4332418 h 5017219"/>
              <a:gd name="connsiteX52310" fmla="*/ 2709629 w 5799173"/>
              <a:gd name="connsiteY52310" fmla="*/ 4315716 h 5017219"/>
              <a:gd name="connsiteX52311" fmla="*/ 2709629 w 5799173"/>
              <a:gd name="connsiteY52311" fmla="*/ 4314387 h 5017219"/>
              <a:gd name="connsiteX52312" fmla="*/ 2719267 w 5799173"/>
              <a:gd name="connsiteY52312" fmla="*/ 4297684 h 5017219"/>
              <a:gd name="connsiteX52313" fmla="*/ 2720430 w 5799173"/>
              <a:gd name="connsiteY52313" fmla="*/ 4297019 h 5017219"/>
              <a:gd name="connsiteX52314" fmla="*/ 2739788 w 5799173"/>
              <a:gd name="connsiteY52314" fmla="*/ 4297018 h 5017219"/>
              <a:gd name="connsiteX52315" fmla="*/ 2740951 w 5799173"/>
              <a:gd name="connsiteY52315" fmla="*/ 4297683 h 5017219"/>
              <a:gd name="connsiteX52316" fmla="*/ 2750588 w 5799173"/>
              <a:gd name="connsiteY52316" fmla="*/ 4314385 h 5017219"/>
              <a:gd name="connsiteX52317" fmla="*/ 2750588 w 5799173"/>
              <a:gd name="connsiteY52317" fmla="*/ 4315714 h 5017219"/>
              <a:gd name="connsiteX52318" fmla="*/ 2740950 w 5799173"/>
              <a:gd name="connsiteY52318" fmla="*/ 4332417 h 5017219"/>
              <a:gd name="connsiteX52319" fmla="*/ 2739786 w 5799173"/>
              <a:gd name="connsiteY52319" fmla="*/ 4333081 h 5017219"/>
              <a:gd name="connsiteX52320" fmla="*/ 3623247 w 5799173"/>
              <a:gd name="connsiteY52320" fmla="*/ 4575030 h 5017219"/>
              <a:gd name="connsiteX52321" fmla="*/ 3622084 w 5799173"/>
              <a:gd name="connsiteY52321" fmla="*/ 4574365 h 5017219"/>
              <a:gd name="connsiteX52322" fmla="*/ 3612531 w 5799173"/>
              <a:gd name="connsiteY52322" fmla="*/ 4557832 h 5017219"/>
              <a:gd name="connsiteX52323" fmla="*/ 3612530 w 5799173"/>
              <a:gd name="connsiteY52323" fmla="*/ 4556502 h 5017219"/>
              <a:gd name="connsiteX52324" fmla="*/ 3622085 w 5799173"/>
              <a:gd name="connsiteY52324" fmla="*/ 4539969 h 5017219"/>
              <a:gd name="connsiteX52325" fmla="*/ 3623248 w 5799173"/>
              <a:gd name="connsiteY52325" fmla="*/ 4539304 h 5017219"/>
              <a:gd name="connsiteX52326" fmla="*/ 3642356 w 5799173"/>
              <a:gd name="connsiteY52326" fmla="*/ 4539304 h 5017219"/>
              <a:gd name="connsiteX52327" fmla="*/ 3643519 w 5799173"/>
              <a:gd name="connsiteY52327" fmla="*/ 4539969 h 5017219"/>
              <a:gd name="connsiteX52328" fmla="*/ 3653072 w 5799173"/>
              <a:gd name="connsiteY52328" fmla="*/ 4556501 h 5017219"/>
              <a:gd name="connsiteX52329" fmla="*/ 3653073 w 5799173"/>
              <a:gd name="connsiteY52329" fmla="*/ 4557832 h 5017219"/>
              <a:gd name="connsiteX52330" fmla="*/ 3643518 w 5799173"/>
              <a:gd name="connsiteY52330" fmla="*/ 4574364 h 5017219"/>
              <a:gd name="connsiteX52331" fmla="*/ 3642355 w 5799173"/>
              <a:gd name="connsiteY52331" fmla="*/ 4575029 h 5017219"/>
              <a:gd name="connsiteX52332" fmla="*/ 2780514 w 5799173"/>
              <a:gd name="connsiteY52332" fmla="*/ 4349331 h 5017219"/>
              <a:gd name="connsiteX52333" fmla="*/ 2779352 w 5799173"/>
              <a:gd name="connsiteY52333" fmla="*/ 4348666 h 5017219"/>
              <a:gd name="connsiteX52334" fmla="*/ 2769549 w 5799173"/>
              <a:gd name="connsiteY52334" fmla="*/ 4331631 h 5017219"/>
              <a:gd name="connsiteX52335" fmla="*/ 2769549 w 5799173"/>
              <a:gd name="connsiteY52335" fmla="*/ 4330219 h 5017219"/>
              <a:gd name="connsiteX52336" fmla="*/ 2779354 w 5799173"/>
              <a:gd name="connsiteY52336" fmla="*/ 4313183 h 5017219"/>
              <a:gd name="connsiteX52337" fmla="*/ 2780517 w 5799173"/>
              <a:gd name="connsiteY52337" fmla="*/ 4312517 h 5017219"/>
              <a:gd name="connsiteX52338" fmla="*/ 2800124 w 5799173"/>
              <a:gd name="connsiteY52338" fmla="*/ 4312516 h 5017219"/>
              <a:gd name="connsiteX52339" fmla="*/ 2801287 w 5799173"/>
              <a:gd name="connsiteY52339" fmla="*/ 4313181 h 5017219"/>
              <a:gd name="connsiteX52340" fmla="*/ 2811090 w 5799173"/>
              <a:gd name="connsiteY52340" fmla="*/ 4330216 h 5017219"/>
              <a:gd name="connsiteX52341" fmla="*/ 2811090 w 5799173"/>
              <a:gd name="connsiteY52341" fmla="*/ 4331627 h 5017219"/>
              <a:gd name="connsiteX52342" fmla="*/ 2801285 w 5799173"/>
              <a:gd name="connsiteY52342" fmla="*/ 4348664 h 5017219"/>
              <a:gd name="connsiteX52343" fmla="*/ 2800121 w 5799173"/>
              <a:gd name="connsiteY52343" fmla="*/ 4349329 h 5017219"/>
              <a:gd name="connsiteX52344" fmla="*/ 3382436 w 5799173"/>
              <a:gd name="connsiteY52344" fmla="*/ 4510634 h 5017219"/>
              <a:gd name="connsiteX52345" fmla="*/ 3381273 w 5799173"/>
              <a:gd name="connsiteY52345" fmla="*/ 4509970 h 5017219"/>
              <a:gd name="connsiteX52346" fmla="*/ 3371636 w 5799173"/>
              <a:gd name="connsiteY52346" fmla="*/ 4493270 h 5017219"/>
              <a:gd name="connsiteX52347" fmla="*/ 3371636 w 5799173"/>
              <a:gd name="connsiteY52347" fmla="*/ 4491941 h 5017219"/>
              <a:gd name="connsiteX52348" fmla="*/ 3381274 w 5799173"/>
              <a:gd name="connsiteY52348" fmla="*/ 4475240 h 5017219"/>
              <a:gd name="connsiteX52349" fmla="*/ 3382437 w 5799173"/>
              <a:gd name="connsiteY52349" fmla="*/ 4474575 h 5017219"/>
              <a:gd name="connsiteX52350" fmla="*/ 3401795 w 5799173"/>
              <a:gd name="connsiteY52350" fmla="*/ 4474575 h 5017219"/>
              <a:gd name="connsiteX52351" fmla="*/ 3402958 w 5799173"/>
              <a:gd name="connsiteY52351" fmla="*/ 4475240 h 5017219"/>
              <a:gd name="connsiteX52352" fmla="*/ 3412595 w 5799173"/>
              <a:gd name="connsiteY52352" fmla="*/ 4491940 h 5017219"/>
              <a:gd name="connsiteX52353" fmla="*/ 3412595 w 5799173"/>
              <a:gd name="connsiteY52353" fmla="*/ 4493269 h 5017219"/>
              <a:gd name="connsiteX52354" fmla="*/ 3402957 w 5799173"/>
              <a:gd name="connsiteY52354" fmla="*/ 4509970 h 5017219"/>
              <a:gd name="connsiteX52355" fmla="*/ 3401794 w 5799173"/>
              <a:gd name="connsiteY52355" fmla="*/ 4510634 h 5017219"/>
              <a:gd name="connsiteX52356" fmla="*/ 3924045 w 5799173"/>
              <a:gd name="connsiteY52356" fmla="*/ 4655769 h 5017219"/>
              <a:gd name="connsiteX52357" fmla="*/ 3922882 w 5799173"/>
              <a:gd name="connsiteY52357" fmla="*/ 4655105 h 5017219"/>
              <a:gd name="connsiteX52358" fmla="*/ 3913080 w 5799173"/>
              <a:gd name="connsiteY52358" fmla="*/ 4638070 h 5017219"/>
              <a:gd name="connsiteX52359" fmla="*/ 3913080 w 5799173"/>
              <a:gd name="connsiteY52359" fmla="*/ 4636658 h 5017219"/>
              <a:gd name="connsiteX52360" fmla="*/ 3922884 w 5799173"/>
              <a:gd name="connsiteY52360" fmla="*/ 4619622 h 5017219"/>
              <a:gd name="connsiteX52361" fmla="*/ 3924048 w 5799173"/>
              <a:gd name="connsiteY52361" fmla="*/ 4618956 h 5017219"/>
              <a:gd name="connsiteX52362" fmla="*/ 3943655 w 5799173"/>
              <a:gd name="connsiteY52362" fmla="*/ 4618956 h 5017219"/>
              <a:gd name="connsiteX52363" fmla="*/ 3944818 w 5799173"/>
              <a:gd name="connsiteY52363" fmla="*/ 4619620 h 5017219"/>
              <a:gd name="connsiteX52364" fmla="*/ 3954621 w 5799173"/>
              <a:gd name="connsiteY52364" fmla="*/ 4636655 h 5017219"/>
              <a:gd name="connsiteX52365" fmla="*/ 3954621 w 5799173"/>
              <a:gd name="connsiteY52365" fmla="*/ 4638067 h 5017219"/>
              <a:gd name="connsiteX52366" fmla="*/ 3944815 w 5799173"/>
              <a:gd name="connsiteY52366" fmla="*/ 4655103 h 5017219"/>
              <a:gd name="connsiteX52367" fmla="*/ 3943652 w 5799173"/>
              <a:gd name="connsiteY52367" fmla="*/ 4655768 h 5017219"/>
              <a:gd name="connsiteX52368" fmla="*/ 3683352 w 5799173"/>
              <a:gd name="connsiteY52368" fmla="*/ 4591320 h 5017219"/>
              <a:gd name="connsiteX52369" fmla="*/ 3682189 w 5799173"/>
              <a:gd name="connsiteY52369" fmla="*/ 4590656 h 5017219"/>
              <a:gd name="connsiteX52370" fmla="*/ 3672553 w 5799173"/>
              <a:gd name="connsiteY52370" fmla="*/ 4573956 h 5017219"/>
              <a:gd name="connsiteX52371" fmla="*/ 3672553 w 5799173"/>
              <a:gd name="connsiteY52371" fmla="*/ 4572627 h 5017219"/>
              <a:gd name="connsiteX52372" fmla="*/ 3682190 w 5799173"/>
              <a:gd name="connsiteY52372" fmla="*/ 4555927 h 5017219"/>
              <a:gd name="connsiteX52373" fmla="*/ 3683353 w 5799173"/>
              <a:gd name="connsiteY52373" fmla="*/ 4555262 h 5017219"/>
              <a:gd name="connsiteX52374" fmla="*/ 3702711 w 5799173"/>
              <a:gd name="connsiteY52374" fmla="*/ 4555262 h 5017219"/>
              <a:gd name="connsiteX52375" fmla="*/ 3703874 w 5799173"/>
              <a:gd name="connsiteY52375" fmla="*/ 4555927 h 5017219"/>
              <a:gd name="connsiteX52376" fmla="*/ 3713511 w 5799173"/>
              <a:gd name="connsiteY52376" fmla="*/ 4572627 h 5017219"/>
              <a:gd name="connsiteX52377" fmla="*/ 3713511 w 5799173"/>
              <a:gd name="connsiteY52377" fmla="*/ 4573956 h 5017219"/>
              <a:gd name="connsiteX52378" fmla="*/ 3703873 w 5799173"/>
              <a:gd name="connsiteY52378" fmla="*/ 4590656 h 5017219"/>
              <a:gd name="connsiteX52379" fmla="*/ 3702710 w 5799173"/>
              <a:gd name="connsiteY52379" fmla="*/ 4591320 h 5017219"/>
              <a:gd name="connsiteX52380" fmla="*/ 3863841 w 5799173"/>
              <a:gd name="connsiteY52380" fmla="*/ 4639711 h 5017219"/>
              <a:gd name="connsiteX52381" fmla="*/ 3862678 w 5799173"/>
              <a:gd name="connsiteY52381" fmla="*/ 4639045 h 5017219"/>
              <a:gd name="connsiteX52382" fmla="*/ 3852876 w 5799173"/>
              <a:gd name="connsiteY52382" fmla="*/ 4622012 h 5017219"/>
              <a:gd name="connsiteX52383" fmla="*/ 3852876 w 5799173"/>
              <a:gd name="connsiteY52383" fmla="*/ 4620599 h 5017219"/>
              <a:gd name="connsiteX52384" fmla="*/ 3862680 w 5799173"/>
              <a:gd name="connsiteY52384" fmla="*/ 4603564 h 5017219"/>
              <a:gd name="connsiteX52385" fmla="*/ 3863843 w 5799173"/>
              <a:gd name="connsiteY52385" fmla="*/ 4602899 h 5017219"/>
              <a:gd name="connsiteX52386" fmla="*/ 3883450 w 5799173"/>
              <a:gd name="connsiteY52386" fmla="*/ 4602898 h 5017219"/>
              <a:gd name="connsiteX52387" fmla="*/ 3884613 w 5799173"/>
              <a:gd name="connsiteY52387" fmla="*/ 4603563 h 5017219"/>
              <a:gd name="connsiteX52388" fmla="*/ 3894417 w 5799173"/>
              <a:gd name="connsiteY52388" fmla="*/ 4620597 h 5017219"/>
              <a:gd name="connsiteX52389" fmla="*/ 3894416 w 5799173"/>
              <a:gd name="connsiteY52389" fmla="*/ 4622009 h 5017219"/>
              <a:gd name="connsiteX52390" fmla="*/ 3884611 w 5799173"/>
              <a:gd name="connsiteY52390" fmla="*/ 4639044 h 5017219"/>
              <a:gd name="connsiteX52391" fmla="*/ 3883448 w 5799173"/>
              <a:gd name="connsiteY52391" fmla="*/ 4639710 h 5017219"/>
              <a:gd name="connsiteX52392" fmla="*/ 3984209 w 5799173"/>
              <a:gd name="connsiteY52392" fmla="*/ 4671983 h 5017219"/>
              <a:gd name="connsiteX52393" fmla="*/ 3983046 w 5799173"/>
              <a:gd name="connsiteY52393" fmla="*/ 4671319 h 5017219"/>
              <a:gd name="connsiteX52394" fmla="*/ 3973243 w 5799173"/>
              <a:gd name="connsiteY52394" fmla="*/ 4654285 h 5017219"/>
              <a:gd name="connsiteX52395" fmla="*/ 3973243 w 5799173"/>
              <a:gd name="connsiteY52395" fmla="*/ 4652873 h 5017219"/>
              <a:gd name="connsiteX52396" fmla="*/ 3983047 w 5799173"/>
              <a:gd name="connsiteY52396" fmla="*/ 4635838 h 5017219"/>
              <a:gd name="connsiteX52397" fmla="*/ 3984211 w 5799173"/>
              <a:gd name="connsiteY52397" fmla="*/ 4635173 h 5017219"/>
              <a:gd name="connsiteX52398" fmla="*/ 4003818 w 5799173"/>
              <a:gd name="connsiteY52398" fmla="*/ 4635171 h 5017219"/>
              <a:gd name="connsiteX52399" fmla="*/ 4004981 w 5799173"/>
              <a:gd name="connsiteY52399" fmla="*/ 4635836 h 5017219"/>
              <a:gd name="connsiteX52400" fmla="*/ 4014784 w 5799173"/>
              <a:gd name="connsiteY52400" fmla="*/ 4652871 h 5017219"/>
              <a:gd name="connsiteX52401" fmla="*/ 4014784 w 5799173"/>
              <a:gd name="connsiteY52401" fmla="*/ 4654283 h 5017219"/>
              <a:gd name="connsiteX52402" fmla="*/ 4004979 w 5799173"/>
              <a:gd name="connsiteY52402" fmla="*/ 4671317 h 5017219"/>
              <a:gd name="connsiteX52403" fmla="*/ 4003815 w 5799173"/>
              <a:gd name="connsiteY52403" fmla="*/ 4671983 h 5017219"/>
              <a:gd name="connsiteX52404" fmla="*/ 4104475 w 5799173"/>
              <a:gd name="connsiteY52404" fmla="*/ 4704397 h 5017219"/>
              <a:gd name="connsiteX52405" fmla="*/ 4103312 w 5799173"/>
              <a:gd name="connsiteY52405" fmla="*/ 4703733 h 5017219"/>
              <a:gd name="connsiteX52406" fmla="*/ 4093427 w 5799173"/>
              <a:gd name="connsiteY52406" fmla="*/ 4686615 h 5017219"/>
              <a:gd name="connsiteX52407" fmla="*/ 4093427 w 5799173"/>
              <a:gd name="connsiteY52407" fmla="*/ 4685203 h 5017219"/>
              <a:gd name="connsiteX52408" fmla="*/ 4103314 w 5799173"/>
              <a:gd name="connsiteY52408" fmla="*/ 4668086 h 5017219"/>
              <a:gd name="connsiteX52409" fmla="*/ 4104477 w 5799173"/>
              <a:gd name="connsiteY52409" fmla="*/ 4667421 h 5017219"/>
              <a:gd name="connsiteX52410" fmla="*/ 4124168 w 5799173"/>
              <a:gd name="connsiteY52410" fmla="*/ 4667419 h 5017219"/>
              <a:gd name="connsiteX52411" fmla="*/ 4125331 w 5799173"/>
              <a:gd name="connsiteY52411" fmla="*/ 4668084 h 5017219"/>
              <a:gd name="connsiteX52412" fmla="*/ 4135217 w 5799173"/>
              <a:gd name="connsiteY52412" fmla="*/ 4685201 h 5017219"/>
              <a:gd name="connsiteX52413" fmla="*/ 4135216 w 5799173"/>
              <a:gd name="connsiteY52413" fmla="*/ 4686613 h 5017219"/>
              <a:gd name="connsiteX52414" fmla="*/ 4125329 w 5799173"/>
              <a:gd name="connsiteY52414" fmla="*/ 4703732 h 5017219"/>
              <a:gd name="connsiteX52415" fmla="*/ 4124166 w 5799173"/>
              <a:gd name="connsiteY52415" fmla="*/ 4704396 h 5017219"/>
              <a:gd name="connsiteX52416" fmla="*/ 4044285 w 5799173"/>
              <a:gd name="connsiteY52416" fmla="*/ 4688287 h 5017219"/>
              <a:gd name="connsiteX52417" fmla="*/ 4043122 w 5799173"/>
              <a:gd name="connsiteY52417" fmla="*/ 4687622 h 5017219"/>
              <a:gd name="connsiteX52418" fmla="*/ 4033236 w 5799173"/>
              <a:gd name="connsiteY52418" fmla="*/ 4670505 h 5017219"/>
              <a:gd name="connsiteX52419" fmla="*/ 4033236 w 5799173"/>
              <a:gd name="connsiteY52419" fmla="*/ 4669093 h 5017219"/>
              <a:gd name="connsiteX52420" fmla="*/ 4043124 w 5799173"/>
              <a:gd name="connsiteY52420" fmla="*/ 4651975 h 5017219"/>
              <a:gd name="connsiteX52421" fmla="*/ 4044286 w 5799173"/>
              <a:gd name="connsiteY52421" fmla="*/ 4651311 h 5017219"/>
              <a:gd name="connsiteX52422" fmla="*/ 4063977 w 5799173"/>
              <a:gd name="connsiteY52422" fmla="*/ 4651310 h 5017219"/>
              <a:gd name="connsiteX52423" fmla="*/ 4065140 w 5799173"/>
              <a:gd name="connsiteY52423" fmla="*/ 4651975 h 5017219"/>
              <a:gd name="connsiteX52424" fmla="*/ 4075026 w 5799173"/>
              <a:gd name="connsiteY52424" fmla="*/ 4669091 h 5017219"/>
              <a:gd name="connsiteX52425" fmla="*/ 4075026 w 5799173"/>
              <a:gd name="connsiteY52425" fmla="*/ 4670503 h 5017219"/>
              <a:gd name="connsiteX52426" fmla="*/ 4065138 w 5799173"/>
              <a:gd name="connsiteY52426" fmla="*/ 4687622 h 5017219"/>
              <a:gd name="connsiteX52427" fmla="*/ 4063975 w 5799173"/>
              <a:gd name="connsiteY52427" fmla="*/ 4688286 h 5017219"/>
              <a:gd name="connsiteX52428" fmla="*/ 3442392 w 5799173"/>
              <a:gd name="connsiteY52428" fmla="*/ 4527134 h 5017219"/>
              <a:gd name="connsiteX52429" fmla="*/ 3441228 w 5799173"/>
              <a:gd name="connsiteY52429" fmla="*/ 4526470 h 5017219"/>
              <a:gd name="connsiteX52430" fmla="*/ 3431342 w 5799173"/>
              <a:gd name="connsiteY52430" fmla="*/ 4509354 h 5017219"/>
              <a:gd name="connsiteX52431" fmla="*/ 3431342 w 5799173"/>
              <a:gd name="connsiteY52431" fmla="*/ 4507941 h 5017219"/>
              <a:gd name="connsiteX52432" fmla="*/ 3441229 w 5799173"/>
              <a:gd name="connsiteY52432" fmla="*/ 4490825 h 5017219"/>
              <a:gd name="connsiteX52433" fmla="*/ 3442393 w 5799173"/>
              <a:gd name="connsiteY52433" fmla="*/ 4490160 h 5017219"/>
              <a:gd name="connsiteX52434" fmla="*/ 3462083 w 5799173"/>
              <a:gd name="connsiteY52434" fmla="*/ 4490160 h 5017219"/>
              <a:gd name="connsiteX52435" fmla="*/ 3463246 w 5799173"/>
              <a:gd name="connsiteY52435" fmla="*/ 4490825 h 5017219"/>
              <a:gd name="connsiteX52436" fmla="*/ 3473132 w 5799173"/>
              <a:gd name="connsiteY52436" fmla="*/ 4507940 h 5017219"/>
              <a:gd name="connsiteX52437" fmla="*/ 3473132 w 5799173"/>
              <a:gd name="connsiteY52437" fmla="*/ 4509353 h 5017219"/>
              <a:gd name="connsiteX52438" fmla="*/ 3463245 w 5799173"/>
              <a:gd name="connsiteY52438" fmla="*/ 4526469 h 5017219"/>
              <a:gd name="connsiteX52439" fmla="*/ 3462082 w 5799173"/>
              <a:gd name="connsiteY52439" fmla="*/ 4527134 h 5017219"/>
              <a:gd name="connsiteX52440" fmla="*/ 3502518 w 5799173"/>
              <a:gd name="connsiteY52440" fmla="*/ 4543344 h 5017219"/>
              <a:gd name="connsiteX52441" fmla="*/ 3501272 w 5799173"/>
              <a:gd name="connsiteY52441" fmla="*/ 4542679 h 5017219"/>
              <a:gd name="connsiteX52442" fmla="*/ 3491304 w 5799173"/>
              <a:gd name="connsiteY52442" fmla="*/ 4525396 h 5017219"/>
              <a:gd name="connsiteX52443" fmla="*/ 3491304 w 5799173"/>
              <a:gd name="connsiteY52443" fmla="*/ 4523983 h 5017219"/>
              <a:gd name="connsiteX52444" fmla="*/ 3501274 w 5799173"/>
              <a:gd name="connsiteY52444" fmla="*/ 4506700 h 5017219"/>
              <a:gd name="connsiteX52445" fmla="*/ 3502520 w 5799173"/>
              <a:gd name="connsiteY52445" fmla="*/ 4506035 h 5017219"/>
              <a:gd name="connsiteX52446" fmla="*/ 3522460 w 5799173"/>
              <a:gd name="connsiteY52446" fmla="*/ 4506034 h 5017219"/>
              <a:gd name="connsiteX52447" fmla="*/ 3523706 w 5799173"/>
              <a:gd name="connsiteY52447" fmla="*/ 4506699 h 5017219"/>
              <a:gd name="connsiteX52448" fmla="*/ 3533674 w 5799173"/>
              <a:gd name="connsiteY52448" fmla="*/ 4523981 h 5017219"/>
              <a:gd name="connsiteX52449" fmla="*/ 3533674 w 5799173"/>
              <a:gd name="connsiteY52449" fmla="*/ 4525394 h 5017219"/>
              <a:gd name="connsiteX52450" fmla="*/ 3523704 w 5799173"/>
              <a:gd name="connsiteY52450" fmla="*/ 4542678 h 5017219"/>
              <a:gd name="connsiteX52451" fmla="*/ 3522459 w 5799173"/>
              <a:gd name="connsiteY52451" fmla="*/ 4543343 h 5017219"/>
              <a:gd name="connsiteX52452" fmla="*/ 3020928 w 5799173"/>
              <a:gd name="connsiteY52452" fmla="*/ 4414564 h 5017219"/>
              <a:gd name="connsiteX52453" fmla="*/ 3019682 w 5799173"/>
              <a:gd name="connsiteY52453" fmla="*/ 4413816 h 5017219"/>
              <a:gd name="connsiteX52454" fmla="*/ 3009712 w 5799173"/>
              <a:gd name="connsiteY52454" fmla="*/ 4396452 h 5017219"/>
              <a:gd name="connsiteX52455" fmla="*/ 3009712 w 5799173"/>
              <a:gd name="connsiteY52455" fmla="*/ 4395039 h 5017219"/>
              <a:gd name="connsiteX52456" fmla="*/ 3019764 w 5799173"/>
              <a:gd name="connsiteY52456" fmla="*/ 4377675 h 5017219"/>
              <a:gd name="connsiteX52457" fmla="*/ 3021011 w 5799173"/>
              <a:gd name="connsiteY52457" fmla="*/ 4376926 h 5017219"/>
              <a:gd name="connsiteX52458" fmla="*/ 3041034 w 5799173"/>
              <a:gd name="connsiteY52458" fmla="*/ 4376926 h 5017219"/>
              <a:gd name="connsiteX52459" fmla="*/ 3042280 w 5799173"/>
              <a:gd name="connsiteY52459" fmla="*/ 4377674 h 5017219"/>
              <a:gd name="connsiteX52460" fmla="*/ 3052248 w 5799173"/>
              <a:gd name="connsiteY52460" fmla="*/ 4395038 h 5017219"/>
              <a:gd name="connsiteX52461" fmla="*/ 3052248 w 5799173"/>
              <a:gd name="connsiteY52461" fmla="*/ 4396451 h 5017219"/>
              <a:gd name="connsiteX52462" fmla="*/ 3042196 w 5799173"/>
              <a:gd name="connsiteY52462" fmla="*/ 4413816 h 5017219"/>
              <a:gd name="connsiteX52463" fmla="*/ 3040950 w 5799173"/>
              <a:gd name="connsiteY52463" fmla="*/ 4414564 h 5017219"/>
              <a:gd name="connsiteX52464" fmla="*/ 3261569 w 5799173"/>
              <a:gd name="connsiteY52464" fmla="*/ 4479084 h 5017219"/>
              <a:gd name="connsiteX52465" fmla="*/ 3260323 w 5799173"/>
              <a:gd name="connsiteY52465" fmla="*/ 4478337 h 5017219"/>
              <a:gd name="connsiteX52466" fmla="*/ 3250189 w 5799173"/>
              <a:gd name="connsiteY52466" fmla="*/ 4460720 h 5017219"/>
              <a:gd name="connsiteX52467" fmla="*/ 3250188 w 5799173"/>
              <a:gd name="connsiteY52467" fmla="*/ 4459307 h 5017219"/>
              <a:gd name="connsiteX52468" fmla="*/ 3260409 w 5799173"/>
              <a:gd name="connsiteY52468" fmla="*/ 4441691 h 5017219"/>
              <a:gd name="connsiteX52469" fmla="*/ 3261655 w 5799173"/>
              <a:gd name="connsiteY52469" fmla="*/ 4440942 h 5017219"/>
              <a:gd name="connsiteX52470" fmla="*/ 3282009 w 5799173"/>
              <a:gd name="connsiteY52470" fmla="*/ 4440941 h 5017219"/>
              <a:gd name="connsiteX52471" fmla="*/ 3283256 w 5799173"/>
              <a:gd name="connsiteY52471" fmla="*/ 4441690 h 5017219"/>
              <a:gd name="connsiteX52472" fmla="*/ 3293390 w 5799173"/>
              <a:gd name="connsiteY52472" fmla="*/ 4459305 h 5017219"/>
              <a:gd name="connsiteX52473" fmla="*/ 3293390 w 5799173"/>
              <a:gd name="connsiteY52473" fmla="*/ 4460718 h 5017219"/>
              <a:gd name="connsiteX52474" fmla="*/ 3283170 w 5799173"/>
              <a:gd name="connsiteY52474" fmla="*/ 4478335 h 5017219"/>
              <a:gd name="connsiteX52475" fmla="*/ 3281924 w 5799173"/>
              <a:gd name="connsiteY52475" fmla="*/ 4479082 h 5017219"/>
              <a:gd name="connsiteX52476" fmla="*/ 3321788 w 5799173"/>
              <a:gd name="connsiteY52476" fmla="*/ 4495319 h 5017219"/>
              <a:gd name="connsiteX52477" fmla="*/ 3320542 w 5799173"/>
              <a:gd name="connsiteY52477" fmla="*/ 4494570 h 5017219"/>
              <a:gd name="connsiteX52478" fmla="*/ 3310407 w 5799173"/>
              <a:gd name="connsiteY52478" fmla="*/ 4477040 h 5017219"/>
              <a:gd name="connsiteX52479" fmla="*/ 3310407 w 5799173"/>
              <a:gd name="connsiteY52479" fmla="*/ 4475627 h 5017219"/>
              <a:gd name="connsiteX52480" fmla="*/ 3320543 w 5799173"/>
              <a:gd name="connsiteY52480" fmla="*/ 4458096 h 5017219"/>
              <a:gd name="connsiteX52481" fmla="*/ 3321789 w 5799173"/>
              <a:gd name="connsiteY52481" fmla="*/ 4457348 h 5017219"/>
              <a:gd name="connsiteX52482" fmla="*/ 3342060 w 5799173"/>
              <a:gd name="connsiteY52482" fmla="*/ 4457348 h 5017219"/>
              <a:gd name="connsiteX52483" fmla="*/ 3343306 w 5799173"/>
              <a:gd name="connsiteY52483" fmla="*/ 4458096 h 5017219"/>
              <a:gd name="connsiteX52484" fmla="*/ 3353442 w 5799173"/>
              <a:gd name="connsiteY52484" fmla="*/ 4475626 h 5017219"/>
              <a:gd name="connsiteX52485" fmla="*/ 3353442 w 5799173"/>
              <a:gd name="connsiteY52485" fmla="*/ 4477039 h 5017219"/>
              <a:gd name="connsiteX52486" fmla="*/ 3343305 w 5799173"/>
              <a:gd name="connsiteY52486" fmla="*/ 4494570 h 5017219"/>
              <a:gd name="connsiteX52487" fmla="*/ 3342059 w 5799173"/>
              <a:gd name="connsiteY52487" fmla="*/ 4495319 h 5017219"/>
              <a:gd name="connsiteX52488" fmla="*/ 3201462 w 5799173"/>
              <a:gd name="connsiteY52488" fmla="*/ 4463120 h 5017219"/>
              <a:gd name="connsiteX52489" fmla="*/ 3200215 w 5799173"/>
              <a:gd name="connsiteY52489" fmla="*/ 4462372 h 5017219"/>
              <a:gd name="connsiteX52490" fmla="*/ 3190163 w 5799173"/>
              <a:gd name="connsiteY52490" fmla="*/ 4444926 h 5017219"/>
              <a:gd name="connsiteX52491" fmla="*/ 3190162 w 5799173"/>
              <a:gd name="connsiteY52491" fmla="*/ 4443512 h 5017219"/>
              <a:gd name="connsiteX52492" fmla="*/ 3200216 w 5799173"/>
              <a:gd name="connsiteY52492" fmla="*/ 4426066 h 5017219"/>
              <a:gd name="connsiteX52493" fmla="*/ 3201461 w 5799173"/>
              <a:gd name="connsiteY52493" fmla="*/ 4425318 h 5017219"/>
              <a:gd name="connsiteX52494" fmla="*/ 3221567 w 5799173"/>
              <a:gd name="connsiteY52494" fmla="*/ 4425318 h 5017219"/>
              <a:gd name="connsiteX52495" fmla="*/ 3222813 w 5799173"/>
              <a:gd name="connsiteY52495" fmla="*/ 4426066 h 5017219"/>
              <a:gd name="connsiteX52496" fmla="*/ 3232866 w 5799173"/>
              <a:gd name="connsiteY52496" fmla="*/ 4443512 h 5017219"/>
              <a:gd name="connsiteX52497" fmla="*/ 3232866 w 5799173"/>
              <a:gd name="connsiteY52497" fmla="*/ 4444925 h 5017219"/>
              <a:gd name="connsiteX52498" fmla="*/ 3222812 w 5799173"/>
              <a:gd name="connsiteY52498" fmla="*/ 4462372 h 5017219"/>
              <a:gd name="connsiteX52499" fmla="*/ 3221567 w 5799173"/>
              <a:gd name="connsiteY52499" fmla="*/ 4463120 h 5017219"/>
              <a:gd name="connsiteX52500" fmla="*/ 2238344 w 5799173"/>
              <a:gd name="connsiteY52500" fmla="*/ 4205152 h 5017219"/>
              <a:gd name="connsiteX52501" fmla="*/ 2237098 w 5799173"/>
              <a:gd name="connsiteY52501" fmla="*/ 4204405 h 5017219"/>
              <a:gd name="connsiteX52502" fmla="*/ 2226962 w 5799173"/>
              <a:gd name="connsiteY52502" fmla="*/ 4186791 h 5017219"/>
              <a:gd name="connsiteX52503" fmla="*/ 2226962 w 5799173"/>
              <a:gd name="connsiteY52503" fmla="*/ 4185378 h 5017219"/>
              <a:gd name="connsiteX52504" fmla="*/ 2237181 w 5799173"/>
              <a:gd name="connsiteY52504" fmla="*/ 4167765 h 5017219"/>
              <a:gd name="connsiteX52505" fmla="*/ 2238427 w 5799173"/>
              <a:gd name="connsiteY52505" fmla="*/ 4167016 h 5017219"/>
              <a:gd name="connsiteX52506" fmla="*/ 2258781 w 5799173"/>
              <a:gd name="connsiteY52506" fmla="*/ 4167016 h 5017219"/>
              <a:gd name="connsiteX52507" fmla="*/ 2260028 w 5799173"/>
              <a:gd name="connsiteY52507" fmla="*/ 4167764 h 5017219"/>
              <a:gd name="connsiteX52508" fmla="*/ 2270163 w 5799173"/>
              <a:gd name="connsiteY52508" fmla="*/ 4185377 h 5017219"/>
              <a:gd name="connsiteX52509" fmla="*/ 2270163 w 5799173"/>
              <a:gd name="connsiteY52509" fmla="*/ 4186790 h 5017219"/>
              <a:gd name="connsiteX52510" fmla="*/ 2259944 w 5799173"/>
              <a:gd name="connsiteY52510" fmla="*/ 4204405 h 5017219"/>
              <a:gd name="connsiteX52511" fmla="*/ 2258698 w 5799173"/>
              <a:gd name="connsiteY52511" fmla="*/ 4205152 h 5017219"/>
              <a:gd name="connsiteX52512" fmla="*/ 3562457 w 5799173"/>
              <a:gd name="connsiteY52512" fmla="*/ 4559964 h 5017219"/>
              <a:gd name="connsiteX52513" fmla="*/ 3561211 w 5799173"/>
              <a:gd name="connsiteY52513" fmla="*/ 4559216 h 5017219"/>
              <a:gd name="connsiteX52514" fmla="*/ 3550993 w 5799173"/>
              <a:gd name="connsiteY52514" fmla="*/ 4541517 h 5017219"/>
              <a:gd name="connsiteX52515" fmla="*/ 3550993 w 5799173"/>
              <a:gd name="connsiteY52515" fmla="*/ 4540106 h 5017219"/>
              <a:gd name="connsiteX52516" fmla="*/ 3561213 w 5799173"/>
              <a:gd name="connsiteY52516" fmla="*/ 4522406 h 5017219"/>
              <a:gd name="connsiteX52517" fmla="*/ 3562459 w 5799173"/>
              <a:gd name="connsiteY52517" fmla="*/ 4521658 h 5017219"/>
              <a:gd name="connsiteX52518" fmla="*/ 3582896 w 5799173"/>
              <a:gd name="connsiteY52518" fmla="*/ 4521657 h 5017219"/>
              <a:gd name="connsiteX52519" fmla="*/ 3584143 w 5799173"/>
              <a:gd name="connsiteY52519" fmla="*/ 4522405 h 5017219"/>
              <a:gd name="connsiteX52520" fmla="*/ 3594360 w 5799173"/>
              <a:gd name="connsiteY52520" fmla="*/ 4540104 h 5017219"/>
              <a:gd name="connsiteX52521" fmla="*/ 3594360 w 5799173"/>
              <a:gd name="connsiteY52521" fmla="*/ 4541516 h 5017219"/>
              <a:gd name="connsiteX52522" fmla="*/ 3584141 w 5799173"/>
              <a:gd name="connsiteY52522" fmla="*/ 4559215 h 5017219"/>
              <a:gd name="connsiteX52523" fmla="*/ 3582895 w 5799173"/>
              <a:gd name="connsiteY52523" fmla="*/ 4559963 h 5017219"/>
              <a:gd name="connsiteX52524" fmla="*/ 2479089 w 5799173"/>
              <a:gd name="connsiteY52524" fmla="*/ 4269738 h 5017219"/>
              <a:gd name="connsiteX52525" fmla="*/ 2477843 w 5799173"/>
              <a:gd name="connsiteY52525" fmla="*/ 4268990 h 5017219"/>
              <a:gd name="connsiteX52526" fmla="*/ 2467625 w 5799173"/>
              <a:gd name="connsiteY52526" fmla="*/ 4251292 h 5017219"/>
              <a:gd name="connsiteX52527" fmla="*/ 2467625 w 5799173"/>
              <a:gd name="connsiteY52527" fmla="*/ 4249880 h 5017219"/>
              <a:gd name="connsiteX52528" fmla="*/ 2477845 w 5799173"/>
              <a:gd name="connsiteY52528" fmla="*/ 4232181 h 5017219"/>
              <a:gd name="connsiteX52529" fmla="*/ 2479091 w 5799173"/>
              <a:gd name="connsiteY52529" fmla="*/ 4231433 h 5017219"/>
              <a:gd name="connsiteX52530" fmla="*/ 2499528 w 5799173"/>
              <a:gd name="connsiteY52530" fmla="*/ 4231432 h 5017219"/>
              <a:gd name="connsiteX52531" fmla="*/ 2500775 w 5799173"/>
              <a:gd name="connsiteY52531" fmla="*/ 4232181 h 5017219"/>
              <a:gd name="connsiteX52532" fmla="*/ 2510992 w 5799173"/>
              <a:gd name="connsiteY52532" fmla="*/ 4249879 h 5017219"/>
              <a:gd name="connsiteX52533" fmla="*/ 2510992 w 5799173"/>
              <a:gd name="connsiteY52533" fmla="*/ 4251291 h 5017219"/>
              <a:gd name="connsiteX52534" fmla="*/ 2500773 w 5799173"/>
              <a:gd name="connsiteY52534" fmla="*/ 4268990 h 5017219"/>
              <a:gd name="connsiteX52535" fmla="*/ 2499527 w 5799173"/>
              <a:gd name="connsiteY52535" fmla="*/ 4269737 h 5017219"/>
              <a:gd name="connsiteX52536" fmla="*/ 1094704 w 5799173"/>
              <a:gd name="connsiteY52536" fmla="*/ 3898876 h 5017219"/>
              <a:gd name="connsiteX52537" fmla="*/ 1093458 w 5799173"/>
              <a:gd name="connsiteY52537" fmla="*/ 3898127 h 5017219"/>
              <a:gd name="connsiteX52538" fmla="*/ 1083074 w 5799173"/>
              <a:gd name="connsiteY52538" fmla="*/ 3880178 h 5017219"/>
              <a:gd name="connsiteX52539" fmla="*/ 1083074 w 5799173"/>
              <a:gd name="connsiteY52539" fmla="*/ 3878684 h 5017219"/>
              <a:gd name="connsiteX52540" fmla="*/ 1093460 w 5799173"/>
              <a:gd name="connsiteY52540" fmla="*/ 3860733 h 5017219"/>
              <a:gd name="connsiteX52541" fmla="*/ 1094706 w 5799173"/>
              <a:gd name="connsiteY52541" fmla="*/ 3859985 h 5017219"/>
              <a:gd name="connsiteX52542" fmla="*/ 1115477 w 5799173"/>
              <a:gd name="connsiteY52542" fmla="*/ 3859983 h 5017219"/>
              <a:gd name="connsiteX52543" fmla="*/ 1116723 w 5799173"/>
              <a:gd name="connsiteY52543" fmla="*/ 3860731 h 5017219"/>
              <a:gd name="connsiteX52544" fmla="*/ 1127107 w 5799173"/>
              <a:gd name="connsiteY52544" fmla="*/ 3878680 h 5017219"/>
              <a:gd name="connsiteX52545" fmla="*/ 1127107 w 5799173"/>
              <a:gd name="connsiteY52545" fmla="*/ 3880176 h 5017219"/>
              <a:gd name="connsiteX52546" fmla="*/ 1116720 w 5799173"/>
              <a:gd name="connsiteY52546" fmla="*/ 3898126 h 5017219"/>
              <a:gd name="connsiteX52547" fmla="*/ 1115474 w 5799173"/>
              <a:gd name="connsiteY52547" fmla="*/ 3898874 h 5017219"/>
              <a:gd name="connsiteX52548" fmla="*/ 2960475 w 5799173"/>
              <a:gd name="connsiteY52548" fmla="*/ 4398814 h 5017219"/>
              <a:gd name="connsiteX52549" fmla="*/ 2959229 w 5799173"/>
              <a:gd name="connsiteY52549" fmla="*/ 4398066 h 5017219"/>
              <a:gd name="connsiteX52550" fmla="*/ 2948845 w 5799173"/>
              <a:gd name="connsiteY52550" fmla="*/ 4380117 h 5017219"/>
              <a:gd name="connsiteX52551" fmla="*/ 2948845 w 5799173"/>
              <a:gd name="connsiteY52551" fmla="*/ 4378621 h 5017219"/>
              <a:gd name="connsiteX52552" fmla="*/ 2959231 w 5799173"/>
              <a:gd name="connsiteY52552" fmla="*/ 4360672 h 5017219"/>
              <a:gd name="connsiteX52553" fmla="*/ 2960478 w 5799173"/>
              <a:gd name="connsiteY52553" fmla="*/ 4359923 h 5017219"/>
              <a:gd name="connsiteX52554" fmla="*/ 2981248 w 5799173"/>
              <a:gd name="connsiteY52554" fmla="*/ 4359922 h 5017219"/>
              <a:gd name="connsiteX52555" fmla="*/ 2982494 w 5799173"/>
              <a:gd name="connsiteY52555" fmla="*/ 4360670 h 5017219"/>
              <a:gd name="connsiteX52556" fmla="*/ 2992878 w 5799173"/>
              <a:gd name="connsiteY52556" fmla="*/ 4378618 h 5017219"/>
              <a:gd name="connsiteX52557" fmla="*/ 2992878 w 5799173"/>
              <a:gd name="connsiteY52557" fmla="*/ 4380114 h 5017219"/>
              <a:gd name="connsiteX52558" fmla="*/ 2982492 w 5799173"/>
              <a:gd name="connsiteY52558" fmla="*/ 4398064 h 5017219"/>
              <a:gd name="connsiteX52559" fmla="*/ 2981245 w 5799173"/>
              <a:gd name="connsiteY52559" fmla="*/ 4398813 h 5017219"/>
              <a:gd name="connsiteX52560" fmla="*/ 2057752 w 5799173"/>
              <a:gd name="connsiteY52560" fmla="*/ 4156978 h 5017219"/>
              <a:gd name="connsiteX52561" fmla="*/ 2056506 w 5799173"/>
              <a:gd name="connsiteY52561" fmla="*/ 4156230 h 5017219"/>
              <a:gd name="connsiteX52562" fmla="*/ 2046287 w 5799173"/>
              <a:gd name="connsiteY52562" fmla="*/ 4138533 h 5017219"/>
              <a:gd name="connsiteX52563" fmla="*/ 2046288 w 5799173"/>
              <a:gd name="connsiteY52563" fmla="*/ 4137121 h 5017219"/>
              <a:gd name="connsiteX52564" fmla="*/ 2056507 w 5799173"/>
              <a:gd name="connsiteY52564" fmla="*/ 4119424 h 5017219"/>
              <a:gd name="connsiteX52565" fmla="*/ 2057753 w 5799173"/>
              <a:gd name="connsiteY52565" fmla="*/ 4118676 h 5017219"/>
              <a:gd name="connsiteX52566" fmla="*/ 2078190 w 5799173"/>
              <a:gd name="connsiteY52566" fmla="*/ 4118675 h 5017219"/>
              <a:gd name="connsiteX52567" fmla="*/ 2079437 w 5799173"/>
              <a:gd name="connsiteY52567" fmla="*/ 4119423 h 5017219"/>
              <a:gd name="connsiteX52568" fmla="*/ 2089655 w 5799173"/>
              <a:gd name="connsiteY52568" fmla="*/ 4137120 h 5017219"/>
              <a:gd name="connsiteX52569" fmla="*/ 2089655 w 5799173"/>
              <a:gd name="connsiteY52569" fmla="*/ 4138532 h 5017219"/>
              <a:gd name="connsiteX52570" fmla="*/ 2079436 w 5799173"/>
              <a:gd name="connsiteY52570" fmla="*/ 4156230 h 5017219"/>
              <a:gd name="connsiteX52571" fmla="*/ 2078190 w 5799173"/>
              <a:gd name="connsiteY52571" fmla="*/ 4156977 h 5017219"/>
              <a:gd name="connsiteX52572" fmla="*/ 2900297 w 5799173"/>
              <a:gd name="connsiteY52572" fmla="*/ 4382889 h 5017219"/>
              <a:gd name="connsiteX52573" fmla="*/ 2899051 w 5799173"/>
              <a:gd name="connsiteY52573" fmla="*/ 4382141 h 5017219"/>
              <a:gd name="connsiteX52574" fmla="*/ 2888750 w 5799173"/>
              <a:gd name="connsiteY52574" fmla="*/ 4364277 h 5017219"/>
              <a:gd name="connsiteX52575" fmla="*/ 2888750 w 5799173"/>
              <a:gd name="connsiteY52575" fmla="*/ 4362782 h 5017219"/>
              <a:gd name="connsiteX52576" fmla="*/ 2899052 w 5799173"/>
              <a:gd name="connsiteY52576" fmla="*/ 4344918 h 5017219"/>
              <a:gd name="connsiteX52577" fmla="*/ 2900298 w 5799173"/>
              <a:gd name="connsiteY52577" fmla="*/ 4344170 h 5017219"/>
              <a:gd name="connsiteX52578" fmla="*/ 2920985 w 5799173"/>
              <a:gd name="connsiteY52578" fmla="*/ 4344170 h 5017219"/>
              <a:gd name="connsiteX52579" fmla="*/ 2922231 w 5799173"/>
              <a:gd name="connsiteY52579" fmla="*/ 4344918 h 5017219"/>
              <a:gd name="connsiteX52580" fmla="*/ 2932533 w 5799173"/>
              <a:gd name="connsiteY52580" fmla="*/ 4362781 h 5017219"/>
              <a:gd name="connsiteX52581" fmla="*/ 2932533 w 5799173"/>
              <a:gd name="connsiteY52581" fmla="*/ 4364276 h 5017219"/>
              <a:gd name="connsiteX52582" fmla="*/ 2922230 w 5799173"/>
              <a:gd name="connsiteY52582" fmla="*/ 4382140 h 5017219"/>
              <a:gd name="connsiteX52583" fmla="*/ 2920985 w 5799173"/>
              <a:gd name="connsiteY52583" fmla="*/ 4382888 h 5017219"/>
              <a:gd name="connsiteX52584" fmla="*/ 2840039 w 5799173"/>
              <a:gd name="connsiteY52584" fmla="*/ 4366798 h 5017219"/>
              <a:gd name="connsiteX52585" fmla="*/ 2838794 w 5799173"/>
              <a:gd name="connsiteY52585" fmla="*/ 4366049 h 5017219"/>
              <a:gd name="connsiteX52586" fmla="*/ 2828409 w 5799173"/>
              <a:gd name="connsiteY52586" fmla="*/ 4348103 h 5017219"/>
              <a:gd name="connsiteX52587" fmla="*/ 2828409 w 5799173"/>
              <a:gd name="connsiteY52587" fmla="*/ 4346608 h 5017219"/>
              <a:gd name="connsiteX52588" fmla="*/ 2838795 w 5799173"/>
              <a:gd name="connsiteY52588" fmla="*/ 4328661 h 5017219"/>
              <a:gd name="connsiteX52589" fmla="*/ 2840041 w 5799173"/>
              <a:gd name="connsiteY52589" fmla="*/ 4327912 h 5017219"/>
              <a:gd name="connsiteX52590" fmla="*/ 2860811 w 5799173"/>
              <a:gd name="connsiteY52590" fmla="*/ 4327912 h 5017219"/>
              <a:gd name="connsiteX52591" fmla="*/ 2862057 w 5799173"/>
              <a:gd name="connsiteY52591" fmla="*/ 4328660 h 5017219"/>
              <a:gd name="connsiteX52592" fmla="*/ 2872441 w 5799173"/>
              <a:gd name="connsiteY52592" fmla="*/ 4346606 h 5017219"/>
              <a:gd name="connsiteX52593" fmla="*/ 2872441 w 5799173"/>
              <a:gd name="connsiteY52593" fmla="*/ 4348102 h 5017219"/>
              <a:gd name="connsiteX52594" fmla="*/ 2862056 w 5799173"/>
              <a:gd name="connsiteY52594" fmla="*/ 4366049 h 5017219"/>
              <a:gd name="connsiteX52595" fmla="*/ 2860810 w 5799173"/>
              <a:gd name="connsiteY52595" fmla="*/ 4366797 h 5017219"/>
              <a:gd name="connsiteX52596" fmla="*/ 3080779 w 5799173"/>
              <a:gd name="connsiteY52596" fmla="*/ 4431324 h 5017219"/>
              <a:gd name="connsiteX52597" fmla="*/ 3079533 w 5799173"/>
              <a:gd name="connsiteY52597" fmla="*/ 4430577 h 5017219"/>
              <a:gd name="connsiteX52598" fmla="*/ 3069148 w 5799173"/>
              <a:gd name="connsiteY52598" fmla="*/ 4412630 h 5017219"/>
              <a:gd name="connsiteX52599" fmla="*/ 3069148 w 5799173"/>
              <a:gd name="connsiteY52599" fmla="*/ 4411135 h 5017219"/>
              <a:gd name="connsiteX52600" fmla="*/ 3079534 w 5799173"/>
              <a:gd name="connsiteY52600" fmla="*/ 4393188 h 5017219"/>
              <a:gd name="connsiteX52601" fmla="*/ 3080780 w 5799173"/>
              <a:gd name="connsiteY52601" fmla="*/ 4392440 h 5017219"/>
              <a:gd name="connsiteX52602" fmla="*/ 3101550 w 5799173"/>
              <a:gd name="connsiteY52602" fmla="*/ 4392440 h 5017219"/>
              <a:gd name="connsiteX52603" fmla="*/ 3102796 w 5799173"/>
              <a:gd name="connsiteY52603" fmla="*/ 4393188 h 5017219"/>
              <a:gd name="connsiteX52604" fmla="*/ 3113180 w 5799173"/>
              <a:gd name="connsiteY52604" fmla="*/ 4411134 h 5017219"/>
              <a:gd name="connsiteX52605" fmla="*/ 3113181 w 5799173"/>
              <a:gd name="connsiteY52605" fmla="*/ 4412629 h 5017219"/>
              <a:gd name="connsiteX52606" fmla="*/ 3102795 w 5799173"/>
              <a:gd name="connsiteY52606" fmla="*/ 4430576 h 5017219"/>
              <a:gd name="connsiteX52607" fmla="*/ 3101549 w 5799173"/>
              <a:gd name="connsiteY52607" fmla="*/ 4431324 h 5017219"/>
              <a:gd name="connsiteX52608" fmla="*/ 914008 w 5799173"/>
              <a:gd name="connsiteY52608" fmla="*/ 3850780 h 5017219"/>
              <a:gd name="connsiteX52609" fmla="*/ 912762 w 5799173"/>
              <a:gd name="connsiteY52609" fmla="*/ 3850033 h 5017219"/>
              <a:gd name="connsiteX52610" fmla="*/ 902377 w 5799173"/>
              <a:gd name="connsiteY52610" fmla="*/ 3832003 h 5017219"/>
              <a:gd name="connsiteX52611" fmla="*/ 902378 w 5799173"/>
              <a:gd name="connsiteY52611" fmla="*/ 3830507 h 5017219"/>
              <a:gd name="connsiteX52612" fmla="*/ 912846 w 5799173"/>
              <a:gd name="connsiteY52612" fmla="*/ 3812476 h 5017219"/>
              <a:gd name="connsiteX52613" fmla="*/ 914092 w 5799173"/>
              <a:gd name="connsiteY52613" fmla="*/ 3811728 h 5017219"/>
              <a:gd name="connsiteX52614" fmla="*/ 934945 w 5799173"/>
              <a:gd name="connsiteY52614" fmla="*/ 3811727 h 5017219"/>
              <a:gd name="connsiteX52615" fmla="*/ 936192 w 5799173"/>
              <a:gd name="connsiteY52615" fmla="*/ 3812475 h 5017219"/>
              <a:gd name="connsiteX52616" fmla="*/ 946576 w 5799173"/>
              <a:gd name="connsiteY52616" fmla="*/ 3830505 h 5017219"/>
              <a:gd name="connsiteX52617" fmla="*/ 946576 w 5799173"/>
              <a:gd name="connsiteY52617" fmla="*/ 3832000 h 5017219"/>
              <a:gd name="connsiteX52618" fmla="*/ 936107 w 5799173"/>
              <a:gd name="connsiteY52618" fmla="*/ 3850032 h 5017219"/>
              <a:gd name="connsiteX52619" fmla="*/ 934861 w 5799173"/>
              <a:gd name="connsiteY52619" fmla="*/ 3850779 h 5017219"/>
              <a:gd name="connsiteX52620" fmla="*/ 1937156 w 5799173"/>
              <a:gd name="connsiteY52620" fmla="*/ 4124936 h 5017219"/>
              <a:gd name="connsiteX52621" fmla="*/ 1935909 w 5799173"/>
              <a:gd name="connsiteY52621" fmla="*/ 4124187 h 5017219"/>
              <a:gd name="connsiteX52622" fmla="*/ 1925360 w 5799173"/>
              <a:gd name="connsiteY52622" fmla="*/ 4105907 h 5017219"/>
              <a:gd name="connsiteX52623" fmla="*/ 1925359 w 5799173"/>
              <a:gd name="connsiteY52623" fmla="*/ 4104410 h 5017219"/>
              <a:gd name="connsiteX52624" fmla="*/ 1935912 w 5799173"/>
              <a:gd name="connsiteY52624" fmla="*/ 4086129 h 5017219"/>
              <a:gd name="connsiteX52625" fmla="*/ 1937158 w 5799173"/>
              <a:gd name="connsiteY52625" fmla="*/ 4085380 h 5017219"/>
              <a:gd name="connsiteX52626" fmla="*/ 1958177 w 5799173"/>
              <a:gd name="connsiteY52626" fmla="*/ 4085379 h 5017219"/>
              <a:gd name="connsiteX52627" fmla="*/ 1959423 w 5799173"/>
              <a:gd name="connsiteY52627" fmla="*/ 4086127 h 5017219"/>
              <a:gd name="connsiteX52628" fmla="*/ 1969973 w 5799173"/>
              <a:gd name="connsiteY52628" fmla="*/ 4104408 h 5017219"/>
              <a:gd name="connsiteX52629" fmla="*/ 1969973 w 5799173"/>
              <a:gd name="connsiteY52629" fmla="*/ 4105904 h 5017219"/>
              <a:gd name="connsiteX52630" fmla="*/ 1959421 w 5799173"/>
              <a:gd name="connsiteY52630" fmla="*/ 4124186 h 5017219"/>
              <a:gd name="connsiteX52631" fmla="*/ 1958175 w 5799173"/>
              <a:gd name="connsiteY52631" fmla="*/ 4124934 h 5017219"/>
              <a:gd name="connsiteX52632" fmla="*/ 1816767 w 5799173"/>
              <a:gd name="connsiteY52632" fmla="*/ 4092739 h 5017219"/>
              <a:gd name="connsiteX52633" fmla="*/ 1815521 w 5799173"/>
              <a:gd name="connsiteY52633" fmla="*/ 4091990 h 5017219"/>
              <a:gd name="connsiteX52634" fmla="*/ 1804971 w 5799173"/>
              <a:gd name="connsiteY52634" fmla="*/ 4073711 h 5017219"/>
              <a:gd name="connsiteX52635" fmla="*/ 1804971 w 5799173"/>
              <a:gd name="connsiteY52635" fmla="*/ 4072215 h 5017219"/>
              <a:gd name="connsiteX52636" fmla="*/ 1815523 w 5799173"/>
              <a:gd name="connsiteY52636" fmla="*/ 4053933 h 5017219"/>
              <a:gd name="connsiteX52637" fmla="*/ 1816769 w 5799173"/>
              <a:gd name="connsiteY52637" fmla="*/ 4053185 h 5017219"/>
              <a:gd name="connsiteX52638" fmla="*/ 1837789 w 5799173"/>
              <a:gd name="connsiteY52638" fmla="*/ 4053184 h 5017219"/>
              <a:gd name="connsiteX52639" fmla="*/ 1839035 w 5799173"/>
              <a:gd name="connsiteY52639" fmla="*/ 4053932 h 5017219"/>
              <a:gd name="connsiteX52640" fmla="*/ 1849585 w 5799173"/>
              <a:gd name="connsiteY52640" fmla="*/ 4072212 h 5017219"/>
              <a:gd name="connsiteX52641" fmla="*/ 1849585 w 5799173"/>
              <a:gd name="connsiteY52641" fmla="*/ 4073708 h 5017219"/>
              <a:gd name="connsiteX52642" fmla="*/ 1839033 w 5799173"/>
              <a:gd name="connsiteY52642" fmla="*/ 4091989 h 5017219"/>
              <a:gd name="connsiteX52643" fmla="*/ 1837786 w 5799173"/>
              <a:gd name="connsiteY52643" fmla="*/ 4092738 h 5017219"/>
              <a:gd name="connsiteX52644" fmla="*/ 1876965 w 5799173"/>
              <a:gd name="connsiteY52644" fmla="*/ 4108891 h 5017219"/>
              <a:gd name="connsiteX52645" fmla="*/ 1875719 w 5799173"/>
              <a:gd name="connsiteY52645" fmla="*/ 4108144 h 5017219"/>
              <a:gd name="connsiteX52646" fmla="*/ 1865334 w 5799173"/>
              <a:gd name="connsiteY52646" fmla="*/ 4090114 h 5017219"/>
              <a:gd name="connsiteX52647" fmla="*/ 1865334 w 5799173"/>
              <a:gd name="connsiteY52647" fmla="*/ 4088619 h 5017219"/>
              <a:gd name="connsiteX52648" fmla="*/ 1875803 w 5799173"/>
              <a:gd name="connsiteY52648" fmla="*/ 4070590 h 5017219"/>
              <a:gd name="connsiteX52649" fmla="*/ 1877049 w 5799173"/>
              <a:gd name="connsiteY52649" fmla="*/ 4069841 h 5017219"/>
              <a:gd name="connsiteX52650" fmla="*/ 1897902 w 5799173"/>
              <a:gd name="connsiteY52650" fmla="*/ 4069841 h 5017219"/>
              <a:gd name="connsiteX52651" fmla="*/ 1899148 w 5799173"/>
              <a:gd name="connsiteY52651" fmla="*/ 4070589 h 5017219"/>
              <a:gd name="connsiteX52652" fmla="*/ 1909532 w 5799173"/>
              <a:gd name="connsiteY52652" fmla="*/ 4088618 h 5017219"/>
              <a:gd name="connsiteX52653" fmla="*/ 1909532 w 5799173"/>
              <a:gd name="connsiteY52653" fmla="*/ 4090113 h 5017219"/>
              <a:gd name="connsiteX52654" fmla="*/ 1899064 w 5799173"/>
              <a:gd name="connsiteY52654" fmla="*/ 4108144 h 5017219"/>
              <a:gd name="connsiteX52655" fmla="*/ 1897818 w 5799173"/>
              <a:gd name="connsiteY52655" fmla="*/ 4108891 h 5017219"/>
              <a:gd name="connsiteX52656" fmla="*/ 1636220 w 5799173"/>
              <a:gd name="connsiteY52656" fmla="*/ 4044385 h 5017219"/>
              <a:gd name="connsiteX52657" fmla="*/ 1634974 w 5799173"/>
              <a:gd name="connsiteY52657" fmla="*/ 4043638 h 5017219"/>
              <a:gd name="connsiteX52658" fmla="*/ 1624589 w 5799173"/>
              <a:gd name="connsiteY52658" fmla="*/ 4025608 h 5017219"/>
              <a:gd name="connsiteX52659" fmla="*/ 1624589 w 5799173"/>
              <a:gd name="connsiteY52659" fmla="*/ 4024113 h 5017219"/>
              <a:gd name="connsiteX52660" fmla="*/ 1635058 w 5799173"/>
              <a:gd name="connsiteY52660" fmla="*/ 4006083 h 5017219"/>
              <a:gd name="connsiteX52661" fmla="*/ 1636304 w 5799173"/>
              <a:gd name="connsiteY52661" fmla="*/ 4005336 h 5017219"/>
              <a:gd name="connsiteX52662" fmla="*/ 1657157 w 5799173"/>
              <a:gd name="connsiteY52662" fmla="*/ 4005335 h 5017219"/>
              <a:gd name="connsiteX52663" fmla="*/ 1658403 w 5799173"/>
              <a:gd name="connsiteY52663" fmla="*/ 4006083 h 5017219"/>
              <a:gd name="connsiteX52664" fmla="*/ 1668788 w 5799173"/>
              <a:gd name="connsiteY52664" fmla="*/ 4024112 h 5017219"/>
              <a:gd name="connsiteX52665" fmla="*/ 1668788 w 5799173"/>
              <a:gd name="connsiteY52665" fmla="*/ 4025607 h 5017219"/>
              <a:gd name="connsiteX52666" fmla="*/ 1658319 w 5799173"/>
              <a:gd name="connsiteY52666" fmla="*/ 4043638 h 5017219"/>
              <a:gd name="connsiteX52667" fmla="*/ 1657073 w 5799173"/>
              <a:gd name="connsiteY52667" fmla="*/ 4044385 h 5017219"/>
              <a:gd name="connsiteX52668" fmla="*/ 3140865 w 5799173"/>
              <a:gd name="connsiteY52668" fmla="*/ 4447594 h 5017219"/>
              <a:gd name="connsiteX52669" fmla="*/ 3139620 w 5799173"/>
              <a:gd name="connsiteY52669" fmla="*/ 4446847 h 5017219"/>
              <a:gd name="connsiteX52670" fmla="*/ 3129235 w 5799173"/>
              <a:gd name="connsiteY52670" fmla="*/ 4428817 h 5017219"/>
              <a:gd name="connsiteX52671" fmla="*/ 3129235 w 5799173"/>
              <a:gd name="connsiteY52671" fmla="*/ 4427322 h 5017219"/>
              <a:gd name="connsiteX52672" fmla="*/ 3139703 w 5799173"/>
              <a:gd name="connsiteY52672" fmla="*/ 4409293 h 5017219"/>
              <a:gd name="connsiteX52673" fmla="*/ 3140949 w 5799173"/>
              <a:gd name="connsiteY52673" fmla="*/ 4408545 h 5017219"/>
              <a:gd name="connsiteX52674" fmla="*/ 3161802 w 5799173"/>
              <a:gd name="connsiteY52674" fmla="*/ 4408544 h 5017219"/>
              <a:gd name="connsiteX52675" fmla="*/ 3163048 w 5799173"/>
              <a:gd name="connsiteY52675" fmla="*/ 4409293 h 5017219"/>
              <a:gd name="connsiteX52676" fmla="*/ 3173433 w 5799173"/>
              <a:gd name="connsiteY52676" fmla="*/ 4427321 h 5017219"/>
              <a:gd name="connsiteX52677" fmla="*/ 3173433 w 5799173"/>
              <a:gd name="connsiteY52677" fmla="*/ 4428816 h 5017219"/>
              <a:gd name="connsiteX52678" fmla="*/ 3162965 w 5799173"/>
              <a:gd name="connsiteY52678" fmla="*/ 4446846 h 5017219"/>
              <a:gd name="connsiteX52679" fmla="*/ 3161718 w 5799173"/>
              <a:gd name="connsiteY52679" fmla="*/ 4447593 h 5017219"/>
              <a:gd name="connsiteX52680" fmla="*/ 2177891 w 5799173"/>
              <a:gd name="connsiteY52680" fmla="*/ 4189573 h 5017219"/>
              <a:gd name="connsiteX52681" fmla="*/ 2176562 w 5799173"/>
              <a:gd name="connsiteY52681" fmla="*/ 4188824 h 5017219"/>
              <a:gd name="connsiteX52682" fmla="*/ 2166012 w 5799173"/>
              <a:gd name="connsiteY52682" fmla="*/ 4170460 h 5017219"/>
              <a:gd name="connsiteX52683" fmla="*/ 2166013 w 5799173"/>
              <a:gd name="connsiteY52683" fmla="*/ 4168964 h 5017219"/>
              <a:gd name="connsiteX52684" fmla="*/ 2176565 w 5799173"/>
              <a:gd name="connsiteY52684" fmla="*/ 4150599 h 5017219"/>
              <a:gd name="connsiteX52685" fmla="*/ 2177894 w 5799173"/>
              <a:gd name="connsiteY52685" fmla="*/ 4149850 h 5017219"/>
              <a:gd name="connsiteX52686" fmla="*/ 2199079 w 5799173"/>
              <a:gd name="connsiteY52686" fmla="*/ 4149849 h 5017219"/>
              <a:gd name="connsiteX52687" fmla="*/ 2200409 w 5799173"/>
              <a:gd name="connsiteY52687" fmla="*/ 4150597 h 5017219"/>
              <a:gd name="connsiteX52688" fmla="*/ 2210960 w 5799173"/>
              <a:gd name="connsiteY52688" fmla="*/ 4168961 h 5017219"/>
              <a:gd name="connsiteX52689" fmla="*/ 2210959 w 5799173"/>
              <a:gd name="connsiteY52689" fmla="*/ 4170457 h 5017219"/>
              <a:gd name="connsiteX52690" fmla="*/ 2200407 w 5799173"/>
              <a:gd name="connsiteY52690" fmla="*/ 4188823 h 5017219"/>
              <a:gd name="connsiteX52691" fmla="*/ 2199077 w 5799173"/>
              <a:gd name="connsiteY52691" fmla="*/ 4189571 h 5017219"/>
              <a:gd name="connsiteX52692" fmla="*/ 1696361 w 5799173"/>
              <a:gd name="connsiteY52692" fmla="*/ 4060613 h 5017219"/>
              <a:gd name="connsiteX52693" fmla="*/ 1695115 w 5799173"/>
              <a:gd name="connsiteY52693" fmla="*/ 4059866 h 5017219"/>
              <a:gd name="connsiteX52694" fmla="*/ 1684565 w 5799173"/>
              <a:gd name="connsiteY52694" fmla="*/ 4041587 h 5017219"/>
              <a:gd name="connsiteX52695" fmla="*/ 1684565 w 5799173"/>
              <a:gd name="connsiteY52695" fmla="*/ 4040091 h 5017219"/>
              <a:gd name="connsiteX52696" fmla="*/ 1695116 w 5799173"/>
              <a:gd name="connsiteY52696" fmla="*/ 4021811 h 5017219"/>
              <a:gd name="connsiteX52697" fmla="*/ 1696362 w 5799173"/>
              <a:gd name="connsiteY52697" fmla="*/ 4021063 h 5017219"/>
              <a:gd name="connsiteX52698" fmla="*/ 1717382 w 5799173"/>
              <a:gd name="connsiteY52698" fmla="*/ 4021063 h 5017219"/>
              <a:gd name="connsiteX52699" fmla="*/ 1718628 w 5799173"/>
              <a:gd name="connsiteY52699" fmla="*/ 4021811 h 5017219"/>
              <a:gd name="connsiteX52700" fmla="*/ 1729179 w 5799173"/>
              <a:gd name="connsiteY52700" fmla="*/ 4040089 h 5017219"/>
              <a:gd name="connsiteX52701" fmla="*/ 1729179 w 5799173"/>
              <a:gd name="connsiteY52701" fmla="*/ 4041585 h 5017219"/>
              <a:gd name="connsiteX52702" fmla="*/ 1718626 w 5799173"/>
              <a:gd name="connsiteY52702" fmla="*/ 4059864 h 5017219"/>
              <a:gd name="connsiteX52703" fmla="*/ 1717380 w 5799173"/>
              <a:gd name="connsiteY52703" fmla="*/ 4060613 h 5017219"/>
              <a:gd name="connsiteX52704" fmla="*/ 1997307 w 5799173"/>
              <a:gd name="connsiteY52704" fmla="*/ 4141257 h 5017219"/>
              <a:gd name="connsiteX52705" fmla="*/ 1996062 w 5799173"/>
              <a:gd name="connsiteY52705" fmla="*/ 4140509 h 5017219"/>
              <a:gd name="connsiteX52706" fmla="*/ 1985677 w 5799173"/>
              <a:gd name="connsiteY52706" fmla="*/ 4122480 h 5017219"/>
              <a:gd name="connsiteX52707" fmla="*/ 1985677 w 5799173"/>
              <a:gd name="connsiteY52707" fmla="*/ 4120985 h 5017219"/>
              <a:gd name="connsiteX52708" fmla="*/ 1996145 w 5799173"/>
              <a:gd name="connsiteY52708" fmla="*/ 4102957 h 5017219"/>
              <a:gd name="connsiteX52709" fmla="*/ 1997391 w 5799173"/>
              <a:gd name="connsiteY52709" fmla="*/ 4102209 h 5017219"/>
              <a:gd name="connsiteX52710" fmla="*/ 2018244 w 5799173"/>
              <a:gd name="connsiteY52710" fmla="*/ 4102209 h 5017219"/>
              <a:gd name="connsiteX52711" fmla="*/ 2019490 w 5799173"/>
              <a:gd name="connsiteY52711" fmla="*/ 4102957 h 5017219"/>
              <a:gd name="connsiteX52712" fmla="*/ 2029875 w 5799173"/>
              <a:gd name="connsiteY52712" fmla="*/ 4120985 h 5017219"/>
              <a:gd name="connsiteX52713" fmla="*/ 2029875 w 5799173"/>
              <a:gd name="connsiteY52713" fmla="*/ 4122480 h 5017219"/>
              <a:gd name="connsiteX52714" fmla="*/ 2019407 w 5799173"/>
              <a:gd name="connsiteY52714" fmla="*/ 4140509 h 5017219"/>
              <a:gd name="connsiteX52715" fmla="*/ 2018161 w 5799173"/>
              <a:gd name="connsiteY52715" fmla="*/ 4141256 h 5017219"/>
              <a:gd name="connsiteX52716" fmla="*/ 2117655 w 5799173"/>
              <a:gd name="connsiteY52716" fmla="*/ 4173537 h 5017219"/>
              <a:gd name="connsiteX52717" fmla="*/ 2116408 w 5799173"/>
              <a:gd name="connsiteY52717" fmla="*/ 4172790 h 5017219"/>
              <a:gd name="connsiteX52718" fmla="*/ 2105858 w 5799173"/>
              <a:gd name="connsiteY52718" fmla="*/ 4154512 h 5017219"/>
              <a:gd name="connsiteX52719" fmla="*/ 2105858 w 5799173"/>
              <a:gd name="connsiteY52719" fmla="*/ 4153015 h 5017219"/>
              <a:gd name="connsiteX52720" fmla="*/ 2116409 w 5799173"/>
              <a:gd name="connsiteY52720" fmla="*/ 4134736 h 5017219"/>
              <a:gd name="connsiteX52721" fmla="*/ 2117655 w 5799173"/>
              <a:gd name="connsiteY52721" fmla="*/ 4133988 h 5017219"/>
              <a:gd name="connsiteX52722" fmla="*/ 2138675 w 5799173"/>
              <a:gd name="connsiteY52722" fmla="*/ 4133988 h 5017219"/>
              <a:gd name="connsiteX52723" fmla="*/ 2139921 w 5799173"/>
              <a:gd name="connsiteY52723" fmla="*/ 4134736 h 5017219"/>
              <a:gd name="connsiteX52724" fmla="*/ 2150471 w 5799173"/>
              <a:gd name="connsiteY52724" fmla="*/ 4153014 h 5017219"/>
              <a:gd name="connsiteX52725" fmla="*/ 2150471 w 5799173"/>
              <a:gd name="connsiteY52725" fmla="*/ 4154510 h 5017219"/>
              <a:gd name="connsiteX52726" fmla="*/ 2139920 w 5799173"/>
              <a:gd name="connsiteY52726" fmla="*/ 4172789 h 5017219"/>
              <a:gd name="connsiteX52727" fmla="*/ 2138674 w 5799173"/>
              <a:gd name="connsiteY52727" fmla="*/ 4173537 h 5017219"/>
              <a:gd name="connsiteX52728" fmla="*/ 1756519 w 5799173"/>
              <a:gd name="connsiteY52728" fmla="*/ 4076847 h 5017219"/>
              <a:gd name="connsiteX52729" fmla="*/ 1755272 w 5799173"/>
              <a:gd name="connsiteY52729" fmla="*/ 4076099 h 5017219"/>
              <a:gd name="connsiteX52730" fmla="*/ 1744722 w 5799173"/>
              <a:gd name="connsiteY52730" fmla="*/ 4057822 h 5017219"/>
              <a:gd name="connsiteX52731" fmla="*/ 1744722 w 5799173"/>
              <a:gd name="connsiteY52731" fmla="*/ 4056326 h 5017219"/>
              <a:gd name="connsiteX52732" fmla="*/ 1755273 w 5799173"/>
              <a:gd name="connsiteY52732" fmla="*/ 4038048 h 5017219"/>
              <a:gd name="connsiteX52733" fmla="*/ 1756519 w 5799173"/>
              <a:gd name="connsiteY52733" fmla="*/ 4037300 h 5017219"/>
              <a:gd name="connsiteX52734" fmla="*/ 1777538 w 5799173"/>
              <a:gd name="connsiteY52734" fmla="*/ 4037299 h 5017219"/>
              <a:gd name="connsiteX52735" fmla="*/ 1778784 w 5799173"/>
              <a:gd name="connsiteY52735" fmla="*/ 4038047 h 5017219"/>
              <a:gd name="connsiteX52736" fmla="*/ 1789335 w 5799173"/>
              <a:gd name="connsiteY52736" fmla="*/ 4056325 h 5017219"/>
              <a:gd name="connsiteX52737" fmla="*/ 1789335 w 5799173"/>
              <a:gd name="connsiteY52737" fmla="*/ 4057821 h 5017219"/>
              <a:gd name="connsiteX52738" fmla="*/ 1778783 w 5799173"/>
              <a:gd name="connsiteY52738" fmla="*/ 4076099 h 5017219"/>
              <a:gd name="connsiteX52739" fmla="*/ 1777537 w 5799173"/>
              <a:gd name="connsiteY52739" fmla="*/ 4076847 h 5017219"/>
              <a:gd name="connsiteX52740" fmla="*/ 853620 w 5799173"/>
              <a:gd name="connsiteY52740" fmla="*/ 3834974 h 5017219"/>
              <a:gd name="connsiteX52741" fmla="*/ 852290 w 5799173"/>
              <a:gd name="connsiteY52741" fmla="*/ 3834227 h 5017219"/>
              <a:gd name="connsiteX52742" fmla="*/ 841657 w 5799173"/>
              <a:gd name="connsiteY52742" fmla="*/ 3815696 h 5017219"/>
              <a:gd name="connsiteX52743" fmla="*/ 841657 w 5799173"/>
              <a:gd name="connsiteY52743" fmla="*/ 3814200 h 5017219"/>
              <a:gd name="connsiteX52744" fmla="*/ 852375 w 5799173"/>
              <a:gd name="connsiteY52744" fmla="*/ 3795669 h 5017219"/>
              <a:gd name="connsiteX52745" fmla="*/ 853705 w 5799173"/>
              <a:gd name="connsiteY52745" fmla="*/ 3794920 h 5017219"/>
              <a:gd name="connsiteX52746" fmla="*/ 875056 w 5799173"/>
              <a:gd name="connsiteY52746" fmla="*/ 3794920 h 5017219"/>
              <a:gd name="connsiteX52747" fmla="*/ 876386 w 5799173"/>
              <a:gd name="connsiteY52747" fmla="*/ 3795667 h 5017219"/>
              <a:gd name="connsiteX52748" fmla="*/ 887019 w 5799173"/>
              <a:gd name="connsiteY52748" fmla="*/ 3814197 h 5017219"/>
              <a:gd name="connsiteX52749" fmla="*/ 887019 w 5799173"/>
              <a:gd name="connsiteY52749" fmla="*/ 3815693 h 5017219"/>
              <a:gd name="connsiteX52750" fmla="*/ 876300 w 5799173"/>
              <a:gd name="connsiteY52750" fmla="*/ 3834225 h 5017219"/>
              <a:gd name="connsiteX52751" fmla="*/ 874971 w 5799173"/>
              <a:gd name="connsiteY52751" fmla="*/ 3834973 h 5017219"/>
              <a:gd name="connsiteX52752" fmla="*/ 2298179 w 5799173"/>
              <a:gd name="connsiteY52752" fmla="*/ 4222144 h 5017219"/>
              <a:gd name="connsiteX52753" fmla="*/ 2296850 w 5799173"/>
              <a:gd name="connsiteY52753" fmla="*/ 4221396 h 5017219"/>
              <a:gd name="connsiteX52754" fmla="*/ 2286299 w 5799173"/>
              <a:gd name="connsiteY52754" fmla="*/ 4203035 h 5017219"/>
              <a:gd name="connsiteX52755" fmla="*/ 2286299 w 5799173"/>
              <a:gd name="connsiteY52755" fmla="*/ 4201538 h 5017219"/>
              <a:gd name="connsiteX52756" fmla="*/ 2296851 w 5799173"/>
              <a:gd name="connsiteY52756" fmla="*/ 4183177 h 5017219"/>
              <a:gd name="connsiteX52757" fmla="*/ 2298180 w 5799173"/>
              <a:gd name="connsiteY52757" fmla="*/ 4182429 h 5017219"/>
              <a:gd name="connsiteX52758" fmla="*/ 2319365 w 5799173"/>
              <a:gd name="connsiteY52758" fmla="*/ 4182429 h 5017219"/>
              <a:gd name="connsiteX52759" fmla="*/ 2320695 w 5799173"/>
              <a:gd name="connsiteY52759" fmla="*/ 4183177 h 5017219"/>
              <a:gd name="connsiteX52760" fmla="*/ 2331246 w 5799173"/>
              <a:gd name="connsiteY52760" fmla="*/ 4201538 h 5017219"/>
              <a:gd name="connsiteX52761" fmla="*/ 2331245 w 5799173"/>
              <a:gd name="connsiteY52761" fmla="*/ 4203034 h 5017219"/>
              <a:gd name="connsiteX52762" fmla="*/ 2320694 w 5799173"/>
              <a:gd name="connsiteY52762" fmla="*/ 4221395 h 5017219"/>
              <a:gd name="connsiteX52763" fmla="*/ 2319364 w 5799173"/>
              <a:gd name="connsiteY52763" fmla="*/ 4222143 h 5017219"/>
              <a:gd name="connsiteX52764" fmla="*/ 2418446 w 5799173"/>
              <a:gd name="connsiteY52764" fmla="*/ 4254411 h 5017219"/>
              <a:gd name="connsiteX52765" fmla="*/ 2417117 w 5799173"/>
              <a:gd name="connsiteY52765" fmla="*/ 4253664 h 5017219"/>
              <a:gd name="connsiteX52766" fmla="*/ 2406401 w 5799173"/>
              <a:gd name="connsiteY52766" fmla="*/ 4235051 h 5017219"/>
              <a:gd name="connsiteX52767" fmla="*/ 2406401 w 5799173"/>
              <a:gd name="connsiteY52767" fmla="*/ 4233555 h 5017219"/>
              <a:gd name="connsiteX52768" fmla="*/ 2417119 w 5799173"/>
              <a:gd name="connsiteY52768" fmla="*/ 4214941 h 5017219"/>
              <a:gd name="connsiteX52769" fmla="*/ 2418448 w 5799173"/>
              <a:gd name="connsiteY52769" fmla="*/ 4214193 h 5017219"/>
              <a:gd name="connsiteX52770" fmla="*/ 2439884 w 5799173"/>
              <a:gd name="connsiteY52770" fmla="*/ 4214191 h 5017219"/>
              <a:gd name="connsiteX52771" fmla="*/ 2441212 w 5799173"/>
              <a:gd name="connsiteY52771" fmla="*/ 4214940 h 5017219"/>
              <a:gd name="connsiteX52772" fmla="*/ 2451929 w 5799173"/>
              <a:gd name="connsiteY52772" fmla="*/ 4233552 h 5017219"/>
              <a:gd name="connsiteX52773" fmla="*/ 2451929 w 5799173"/>
              <a:gd name="connsiteY52773" fmla="*/ 4235049 h 5017219"/>
              <a:gd name="connsiteX52774" fmla="*/ 2441210 w 5799173"/>
              <a:gd name="connsiteY52774" fmla="*/ 4253662 h 5017219"/>
              <a:gd name="connsiteX52775" fmla="*/ 2439881 w 5799173"/>
              <a:gd name="connsiteY52775" fmla="*/ 4254411 h 5017219"/>
              <a:gd name="connsiteX52776" fmla="*/ 2358191 w 5799173"/>
              <a:gd name="connsiteY52776" fmla="*/ 4238538 h 5017219"/>
              <a:gd name="connsiteX52777" fmla="*/ 2356862 w 5799173"/>
              <a:gd name="connsiteY52777" fmla="*/ 4237790 h 5017219"/>
              <a:gd name="connsiteX52778" fmla="*/ 2346145 w 5799173"/>
              <a:gd name="connsiteY52778" fmla="*/ 4219180 h 5017219"/>
              <a:gd name="connsiteX52779" fmla="*/ 2346145 w 5799173"/>
              <a:gd name="connsiteY52779" fmla="*/ 4217684 h 5017219"/>
              <a:gd name="connsiteX52780" fmla="*/ 2356863 w 5799173"/>
              <a:gd name="connsiteY52780" fmla="*/ 4199074 h 5017219"/>
              <a:gd name="connsiteX52781" fmla="*/ 2358192 w 5799173"/>
              <a:gd name="connsiteY52781" fmla="*/ 4198326 h 5017219"/>
              <a:gd name="connsiteX52782" fmla="*/ 2379627 w 5799173"/>
              <a:gd name="connsiteY52782" fmla="*/ 4198326 h 5017219"/>
              <a:gd name="connsiteX52783" fmla="*/ 2380956 w 5799173"/>
              <a:gd name="connsiteY52783" fmla="*/ 4199073 h 5017219"/>
              <a:gd name="connsiteX52784" fmla="*/ 2391673 w 5799173"/>
              <a:gd name="connsiteY52784" fmla="*/ 4217683 h 5017219"/>
              <a:gd name="connsiteX52785" fmla="*/ 2391673 w 5799173"/>
              <a:gd name="connsiteY52785" fmla="*/ 4219179 h 5017219"/>
              <a:gd name="connsiteX52786" fmla="*/ 2380955 w 5799173"/>
              <a:gd name="connsiteY52786" fmla="*/ 4237790 h 5017219"/>
              <a:gd name="connsiteX52787" fmla="*/ 2379626 w 5799173"/>
              <a:gd name="connsiteY52787" fmla="*/ 4238537 h 5017219"/>
              <a:gd name="connsiteX52788" fmla="*/ 1154142 w 5799173"/>
              <a:gd name="connsiteY52788" fmla="*/ 3916289 h 5017219"/>
              <a:gd name="connsiteX52789" fmla="*/ 1152813 w 5799173"/>
              <a:gd name="connsiteY52789" fmla="*/ 3915541 h 5017219"/>
              <a:gd name="connsiteX52790" fmla="*/ 1141765 w 5799173"/>
              <a:gd name="connsiteY52790" fmla="*/ 3896346 h 5017219"/>
              <a:gd name="connsiteX52791" fmla="*/ 1141765 w 5799173"/>
              <a:gd name="connsiteY52791" fmla="*/ 3894768 h 5017219"/>
              <a:gd name="connsiteX52792" fmla="*/ 1152899 w 5799173"/>
              <a:gd name="connsiteY52792" fmla="*/ 3875571 h 5017219"/>
              <a:gd name="connsiteX52793" fmla="*/ 1154229 w 5799173"/>
              <a:gd name="connsiteY52793" fmla="*/ 3874822 h 5017219"/>
              <a:gd name="connsiteX52794" fmla="*/ 1176412 w 5799173"/>
              <a:gd name="connsiteY52794" fmla="*/ 3874820 h 5017219"/>
              <a:gd name="connsiteX52795" fmla="*/ 1177740 w 5799173"/>
              <a:gd name="connsiteY52795" fmla="*/ 3875569 h 5017219"/>
              <a:gd name="connsiteX52796" fmla="*/ 1188789 w 5799173"/>
              <a:gd name="connsiteY52796" fmla="*/ 3894764 h 5017219"/>
              <a:gd name="connsiteX52797" fmla="*/ 1188789 w 5799173"/>
              <a:gd name="connsiteY52797" fmla="*/ 3896342 h 5017219"/>
              <a:gd name="connsiteX52798" fmla="*/ 1177654 w 5799173"/>
              <a:gd name="connsiteY52798" fmla="*/ 3915540 h 5017219"/>
              <a:gd name="connsiteX52799" fmla="*/ 1176325 w 5799173"/>
              <a:gd name="connsiteY52799" fmla="*/ 3916289 h 5017219"/>
              <a:gd name="connsiteX52800" fmla="*/ 1033549 w 5799173"/>
              <a:gd name="connsiteY52800" fmla="*/ 3884653 h 5017219"/>
              <a:gd name="connsiteX52801" fmla="*/ 1032136 w 5799173"/>
              <a:gd name="connsiteY52801" fmla="*/ 3883823 h 5017219"/>
              <a:gd name="connsiteX52802" fmla="*/ 1020839 w 5799173"/>
              <a:gd name="connsiteY52802" fmla="*/ 3864296 h 5017219"/>
              <a:gd name="connsiteX52803" fmla="*/ 1020839 w 5799173"/>
              <a:gd name="connsiteY52803" fmla="*/ 3862717 h 5017219"/>
              <a:gd name="connsiteX52804" fmla="*/ 1032138 w 5799173"/>
              <a:gd name="connsiteY52804" fmla="*/ 3843190 h 5017219"/>
              <a:gd name="connsiteX52805" fmla="*/ 1033551 w 5799173"/>
              <a:gd name="connsiteY52805" fmla="*/ 3842359 h 5017219"/>
              <a:gd name="connsiteX52806" fmla="*/ 1056148 w 5799173"/>
              <a:gd name="connsiteY52806" fmla="*/ 3842358 h 5017219"/>
              <a:gd name="connsiteX52807" fmla="*/ 1057561 w 5799173"/>
              <a:gd name="connsiteY52807" fmla="*/ 3843189 h 5017219"/>
              <a:gd name="connsiteX52808" fmla="*/ 1068859 w 5799173"/>
              <a:gd name="connsiteY52808" fmla="*/ 3862715 h 5017219"/>
              <a:gd name="connsiteX52809" fmla="*/ 1068859 w 5799173"/>
              <a:gd name="connsiteY52809" fmla="*/ 3864294 h 5017219"/>
              <a:gd name="connsiteX52810" fmla="*/ 1057559 w 5799173"/>
              <a:gd name="connsiteY52810" fmla="*/ 3883821 h 5017219"/>
              <a:gd name="connsiteX52811" fmla="*/ 1056146 w 5799173"/>
              <a:gd name="connsiteY52811" fmla="*/ 3884652 h 5017219"/>
              <a:gd name="connsiteX52812" fmla="*/ 2652359 w 5799173"/>
              <a:gd name="connsiteY52812" fmla="*/ 4357852 h 5017219"/>
              <a:gd name="connsiteX52813" fmla="*/ 2651942 w 5799173"/>
              <a:gd name="connsiteY52813" fmla="*/ 4357603 h 5017219"/>
              <a:gd name="connsiteX52814" fmla="*/ 2648454 w 5799173"/>
              <a:gd name="connsiteY52814" fmla="*/ 4351538 h 5017219"/>
              <a:gd name="connsiteX52815" fmla="*/ 2648454 w 5799173"/>
              <a:gd name="connsiteY52815" fmla="*/ 4351040 h 5017219"/>
              <a:gd name="connsiteX52816" fmla="*/ 2651943 w 5799173"/>
              <a:gd name="connsiteY52816" fmla="*/ 4344975 h 5017219"/>
              <a:gd name="connsiteX52817" fmla="*/ 2652359 w 5799173"/>
              <a:gd name="connsiteY52817" fmla="*/ 4344726 h 5017219"/>
              <a:gd name="connsiteX52818" fmla="*/ 2659337 w 5799173"/>
              <a:gd name="connsiteY52818" fmla="*/ 4344726 h 5017219"/>
              <a:gd name="connsiteX52819" fmla="*/ 2659753 w 5799173"/>
              <a:gd name="connsiteY52819" fmla="*/ 4344975 h 5017219"/>
              <a:gd name="connsiteX52820" fmla="*/ 2663242 w 5799173"/>
              <a:gd name="connsiteY52820" fmla="*/ 4351040 h 5017219"/>
              <a:gd name="connsiteX52821" fmla="*/ 2663242 w 5799173"/>
              <a:gd name="connsiteY52821" fmla="*/ 4351538 h 5017219"/>
              <a:gd name="connsiteX52822" fmla="*/ 2659753 w 5799173"/>
              <a:gd name="connsiteY52822" fmla="*/ 4357603 h 5017219"/>
              <a:gd name="connsiteX52823" fmla="*/ 2659336 w 5799173"/>
              <a:gd name="connsiteY52823" fmla="*/ 4357852 h 5017219"/>
              <a:gd name="connsiteX52824" fmla="*/ 663475 w 5799173"/>
              <a:gd name="connsiteY52824" fmla="*/ 3830676 h 5017219"/>
              <a:gd name="connsiteX52825" fmla="*/ 662727 w 5799173"/>
              <a:gd name="connsiteY52825" fmla="*/ 3830261 h 5017219"/>
              <a:gd name="connsiteX52826" fmla="*/ 656497 w 5799173"/>
              <a:gd name="connsiteY52826" fmla="*/ 3819543 h 5017219"/>
              <a:gd name="connsiteX52827" fmla="*/ 656497 w 5799173"/>
              <a:gd name="connsiteY52827" fmla="*/ 3818629 h 5017219"/>
              <a:gd name="connsiteX52828" fmla="*/ 662727 w 5799173"/>
              <a:gd name="connsiteY52828" fmla="*/ 3807911 h 5017219"/>
              <a:gd name="connsiteX52829" fmla="*/ 663476 w 5799173"/>
              <a:gd name="connsiteY52829" fmla="*/ 3807496 h 5017219"/>
              <a:gd name="connsiteX52830" fmla="*/ 675854 w 5799173"/>
              <a:gd name="connsiteY52830" fmla="*/ 3807496 h 5017219"/>
              <a:gd name="connsiteX52831" fmla="*/ 676602 w 5799173"/>
              <a:gd name="connsiteY52831" fmla="*/ 3807911 h 5017219"/>
              <a:gd name="connsiteX52832" fmla="*/ 682832 w 5799173"/>
              <a:gd name="connsiteY52832" fmla="*/ 3818629 h 5017219"/>
              <a:gd name="connsiteX52833" fmla="*/ 682833 w 5799173"/>
              <a:gd name="connsiteY52833" fmla="*/ 3819542 h 5017219"/>
              <a:gd name="connsiteX52834" fmla="*/ 676602 w 5799173"/>
              <a:gd name="connsiteY52834" fmla="*/ 3830260 h 5017219"/>
              <a:gd name="connsiteX52835" fmla="*/ 675853 w 5799173"/>
              <a:gd name="connsiteY52835" fmla="*/ 3830675 h 5017219"/>
              <a:gd name="connsiteX52836" fmla="*/ 3730065 w 5799173"/>
              <a:gd name="connsiteY52836" fmla="*/ 4658622 h 5017219"/>
              <a:gd name="connsiteX52837" fmla="*/ 3728901 w 5799173"/>
              <a:gd name="connsiteY52837" fmla="*/ 4657956 h 5017219"/>
              <a:gd name="connsiteX52838" fmla="*/ 3719681 w 5799173"/>
              <a:gd name="connsiteY52838" fmla="*/ 4641920 h 5017219"/>
              <a:gd name="connsiteX52839" fmla="*/ 3719681 w 5799173"/>
              <a:gd name="connsiteY52839" fmla="*/ 4640590 h 5017219"/>
              <a:gd name="connsiteX52840" fmla="*/ 3728903 w 5799173"/>
              <a:gd name="connsiteY52840" fmla="*/ 4624552 h 5017219"/>
              <a:gd name="connsiteX52841" fmla="*/ 3730067 w 5799173"/>
              <a:gd name="connsiteY52841" fmla="*/ 4623887 h 5017219"/>
              <a:gd name="connsiteX52842" fmla="*/ 3748593 w 5799173"/>
              <a:gd name="connsiteY52842" fmla="*/ 4623886 h 5017219"/>
              <a:gd name="connsiteX52843" fmla="*/ 3749756 w 5799173"/>
              <a:gd name="connsiteY52843" fmla="*/ 4624551 h 5017219"/>
              <a:gd name="connsiteX52844" fmla="*/ 3758977 w 5799173"/>
              <a:gd name="connsiteY52844" fmla="*/ 4640588 h 5017219"/>
              <a:gd name="connsiteX52845" fmla="*/ 3758977 w 5799173"/>
              <a:gd name="connsiteY52845" fmla="*/ 4641917 h 5017219"/>
              <a:gd name="connsiteX52846" fmla="*/ 3749754 w 5799173"/>
              <a:gd name="connsiteY52846" fmla="*/ 4657955 h 5017219"/>
              <a:gd name="connsiteX52847" fmla="*/ 3748591 w 5799173"/>
              <a:gd name="connsiteY52847" fmla="*/ 4658621 h 5017219"/>
              <a:gd name="connsiteX52848" fmla="*/ 1262184 w 5799173"/>
              <a:gd name="connsiteY52848" fmla="*/ 3997734 h 5017219"/>
              <a:gd name="connsiteX52849" fmla="*/ 1261021 w 5799173"/>
              <a:gd name="connsiteY52849" fmla="*/ 3997069 h 5017219"/>
              <a:gd name="connsiteX52850" fmla="*/ 1251550 w 5799173"/>
              <a:gd name="connsiteY52850" fmla="*/ 3980700 h 5017219"/>
              <a:gd name="connsiteX52851" fmla="*/ 1251550 w 5799173"/>
              <a:gd name="connsiteY52851" fmla="*/ 3979370 h 5017219"/>
              <a:gd name="connsiteX52852" fmla="*/ 1261022 w 5799173"/>
              <a:gd name="connsiteY52852" fmla="*/ 3962999 h 5017219"/>
              <a:gd name="connsiteX52853" fmla="*/ 1262186 w 5799173"/>
              <a:gd name="connsiteY52853" fmla="*/ 3962334 h 5017219"/>
              <a:gd name="connsiteX52854" fmla="*/ 1281128 w 5799173"/>
              <a:gd name="connsiteY52854" fmla="*/ 3962333 h 5017219"/>
              <a:gd name="connsiteX52855" fmla="*/ 1282291 w 5799173"/>
              <a:gd name="connsiteY52855" fmla="*/ 3962998 h 5017219"/>
              <a:gd name="connsiteX52856" fmla="*/ 1291761 w 5799173"/>
              <a:gd name="connsiteY52856" fmla="*/ 3979367 h 5017219"/>
              <a:gd name="connsiteX52857" fmla="*/ 1291761 w 5799173"/>
              <a:gd name="connsiteY52857" fmla="*/ 3980698 h 5017219"/>
              <a:gd name="connsiteX52858" fmla="*/ 1282289 w 5799173"/>
              <a:gd name="connsiteY52858" fmla="*/ 3997068 h 5017219"/>
              <a:gd name="connsiteX52859" fmla="*/ 1281126 w 5799173"/>
              <a:gd name="connsiteY52859" fmla="*/ 3997733 h 5017219"/>
              <a:gd name="connsiteX52860" fmla="*/ 3609265 w 5799173"/>
              <a:gd name="connsiteY52860" fmla="*/ 4626980 h 5017219"/>
              <a:gd name="connsiteX52861" fmla="*/ 3608102 w 5799173"/>
              <a:gd name="connsiteY52861" fmla="*/ 4626316 h 5017219"/>
              <a:gd name="connsiteX52862" fmla="*/ 3598466 w 5799173"/>
              <a:gd name="connsiteY52862" fmla="*/ 4609696 h 5017219"/>
              <a:gd name="connsiteX52863" fmla="*/ 3598466 w 5799173"/>
              <a:gd name="connsiteY52863" fmla="*/ 4608366 h 5017219"/>
              <a:gd name="connsiteX52864" fmla="*/ 3608104 w 5799173"/>
              <a:gd name="connsiteY52864" fmla="*/ 4591746 h 5017219"/>
              <a:gd name="connsiteX52865" fmla="*/ 3609267 w 5799173"/>
              <a:gd name="connsiteY52865" fmla="*/ 4591082 h 5017219"/>
              <a:gd name="connsiteX52866" fmla="*/ 3628460 w 5799173"/>
              <a:gd name="connsiteY52866" fmla="*/ 4591080 h 5017219"/>
              <a:gd name="connsiteX52867" fmla="*/ 3629623 w 5799173"/>
              <a:gd name="connsiteY52867" fmla="*/ 4591745 h 5017219"/>
              <a:gd name="connsiteX52868" fmla="*/ 3639259 w 5799173"/>
              <a:gd name="connsiteY52868" fmla="*/ 4608363 h 5017219"/>
              <a:gd name="connsiteX52869" fmla="*/ 3639259 w 5799173"/>
              <a:gd name="connsiteY52869" fmla="*/ 4609693 h 5017219"/>
              <a:gd name="connsiteX52870" fmla="*/ 3629620 w 5799173"/>
              <a:gd name="connsiteY52870" fmla="*/ 4626314 h 5017219"/>
              <a:gd name="connsiteX52871" fmla="*/ 3628457 w 5799173"/>
              <a:gd name="connsiteY52871" fmla="*/ 4626978 h 5017219"/>
              <a:gd name="connsiteX52872" fmla="*/ 3970387 w 5799173"/>
              <a:gd name="connsiteY52872" fmla="*/ 4723817 h 5017219"/>
              <a:gd name="connsiteX52873" fmla="*/ 3969224 w 5799173"/>
              <a:gd name="connsiteY52873" fmla="*/ 4723153 h 5017219"/>
              <a:gd name="connsiteX52874" fmla="*/ 3959588 w 5799173"/>
              <a:gd name="connsiteY52874" fmla="*/ 4706451 h 5017219"/>
              <a:gd name="connsiteX52875" fmla="*/ 3959588 w 5799173"/>
              <a:gd name="connsiteY52875" fmla="*/ 4705121 h 5017219"/>
              <a:gd name="connsiteX52876" fmla="*/ 3969226 w 5799173"/>
              <a:gd name="connsiteY52876" fmla="*/ 4688417 h 5017219"/>
              <a:gd name="connsiteX52877" fmla="*/ 3970390 w 5799173"/>
              <a:gd name="connsiteY52877" fmla="*/ 4687752 h 5017219"/>
              <a:gd name="connsiteX52878" fmla="*/ 3989748 w 5799173"/>
              <a:gd name="connsiteY52878" fmla="*/ 4687751 h 5017219"/>
              <a:gd name="connsiteX52879" fmla="*/ 3990911 w 5799173"/>
              <a:gd name="connsiteY52879" fmla="*/ 4688416 h 5017219"/>
              <a:gd name="connsiteX52880" fmla="*/ 4000547 w 5799173"/>
              <a:gd name="connsiteY52880" fmla="*/ 4705118 h 5017219"/>
              <a:gd name="connsiteX52881" fmla="*/ 4000547 w 5799173"/>
              <a:gd name="connsiteY52881" fmla="*/ 4706448 h 5017219"/>
              <a:gd name="connsiteX52882" fmla="*/ 3990908 w 5799173"/>
              <a:gd name="connsiteY52882" fmla="*/ 4723152 h 5017219"/>
              <a:gd name="connsiteX52883" fmla="*/ 3989745 w 5799173"/>
              <a:gd name="connsiteY52883" fmla="*/ 4723816 h 5017219"/>
              <a:gd name="connsiteX52884" fmla="*/ 3789853 w 5799173"/>
              <a:gd name="connsiteY52884" fmla="*/ 4675484 h 5017219"/>
              <a:gd name="connsiteX52885" fmla="*/ 3788690 w 5799173"/>
              <a:gd name="connsiteY52885" fmla="*/ 4674819 h 5017219"/>
              <a:gd name="connsiteX52886" fmla="*/ 3779136 w 5799173"/>
              <a:gd name="connsiteY52886" fmla="*/ 4658286 h 5017219"/>
              <a:gd name="connsiteX52887" fmla="*/ 3779136 w 5799173"/>
              <a:gd name="connsiteY52887" fmla="*/ 4656956 h 5017219"/>
              <a:gd name="connsiteX52888" fmla="*/ 3788691 w 5799173"/>
              <a:gd name="connsiteY52888" fmla="*/ 4640421 h 5017219"/>
              <a:gd name="connsiteX52889" fmla="*/ 3789854 w 5799173"/>
              <a:gd name="connsiteY52889" fmla="*/ 4639756 h 5017219"/>
              <a:gd name="connsiteX52890" fmla="*/ 3808962 w 5799173"/>
              <a:gd name="connsiteY52890" fmla="*/ 4639756 h 5017219"/>
              <a:gd name="connsiteX52891" fmla="*/ 3810125 w 5799173"/>
              <a:gd name="connsiteY52891" fmla="*/ 4640421 h 5017219"/>
              <a:gd name="connsiteX52892" fmla="*/ 3819678 w 5799173"/>
              <a:gd name="connsiteY52892" fmla="*/ 4656954 h 5017219"/>
              <a:gd name="connsiteX52893" fmla="*/ 3819679 w 5799173"/>
              <a:gd name="connsiteY52893" fmla="*/ 4658284 h 5017219"/>
              <a:gd name="connsiteX52894" fmla="*/ 3810124 w 5799173"/>
              <a:gd name="connsiteY52894" fmla="*/ 4674819 h 5017219"/>
              <a:gd name="connsiteX52895" fmla="*/ 3808961 w 5799173"/>
              <a:gd name="connsiteY52895" fmla="*/ 4675484 h 5017219"/>
              <a:gd name="connsiteX52896" fmla="*/ 3488836 w 5799173"/>
              <a:gd name="connsiteY52896" fmla="*/ 4594924 h 5017219"/>
              <a:gd name="connsiteX52897" fmla="*/ 3487673 w 5799173"/>
              <a:gd name="connsiteY52897" fmla="*/ 4594259 h 5017219"/>
              <a:gd name="connsiteX52898" fmla="*/ 3477954 w 5799173"/>
              <a:gd name="connsiteY52898" fmla="*/ 4577390 h 5017219"/>
              <a:gd name="connsiteX52899" fmla="*/ 3477954 w 5799173"/>
              <a:gd name="connsiteY52899" fmla="*/ 4575978 h 5017219"/>
              <a:gd name="connsiteX52900" fmla="*/ 3487676 w 5799173"/>
              <a:gd name="connsiteY52900" fmla="*/ 4559108 h 5017219"/>
              <a:gd name="connsiteX52901" fmla="*/ 3488838 w 5799173"/>
              <a:gd name="connsiteY52901" fmla="*/ 4558443 h 5017219"/>
              <a:gd name="connsiteX52902" fmla="*/ 3508280 w 5799173"/>
              <a:gd name="connsiteY52902" fmla="*/ 4558442 h 5017219"/>
              <a:gd name="connsiteX52903" fmla="*/ 3509443 w 5799173"/>
              <a:gd name="connsiteY52903" fmla="*/ 4559107 h 5017219"/>
              <a:gd name="connsiteX52904" fmla="*/ 3519162 w 5799173"/>
              <a:gd name="connsiteY52904" fmla="*/ 4575975 h 5017219"/>
              <a:gd name="connsiteX52905" fmla="*/ 3519162 w 5799173"/>
              <a:gd name="connsiteY52905" fmla="*/ 4577388 h 5017219"/>
              <a:gd name="connsiteX52906" fmla="*/ 3509440 w 5799173"/>
              <a:gd name="connsiteY52906" fmla="*/ 4594257 h 5017219"/>
              <a:gd name="connsiteX52907" fmla="*/ 3508277 w 5799173"/>
              <a:gd name="connsiteY52907" fmla="*/ 4594922 h 5017219"/>
              <a:gd name="connsiteX52908" fmla="*/ 3428675 w 5799173"/>
              <a:gd name="connsiteY52908" fmla="*/ 4578812 h 5017219"/>
              <a:gd name="connsiteX52909" fmla="*/ 3427512 w 5799173"/>
              <a:gd name="connsiteY52909" fmla="*/ 4578148 h 5017219"/>
              <a:gd name="connsiteX52910" fmla="*/ 3417875 w 5799173"/>
              <a:gd name="connsiteY52910" fmla="*/ 4561447 h 5017219"/>
              <a:gd name="connsiteX52911" fmla="*/ 3417875 w 5799173"/>
              <a:gd name="connsiteY52911" fmla="*/ 4560118 h 5017219"/>
              <a:gd name="connsiteX52912" fmla="*/ 3427513 w 5799173"/>
              <a:gd name="connsiteY52912" fmla="*/ 4543415 h 5017219"/>
              <a:gd name="connsiteX52913" fmla="*/ 3428676 w 5799173"/>
              <a:gd name="connsiteY52913" fmla="*/ 4542750 h 5017219"/>
              <a:gd name="connsiteX52914" fmla="*/ 3448034 w 5799173"/>
              <a:gd name="connsiteY52914" fmla="*/ 4542750 h 5017219"/>
              <a:gd name="connsiteX52915" fmla="*/ 3449197 w 5799173"/>
              <a:gd name="connsiteY52915" fmla="*/ 4543414 h 5017219"/>
              <a:gd name="connsiteX52916" fmla="*/ 3458834 w 5799173"/>
              <a:gd name="connsiteY52916" fmla="*/ 4560115 h 5017219"/>
              <a:gd name="connsiteX52917" fmla="*/ 3458834 w 5799173"/>
              <a:gd name="connsiteY52917" fmla="*/ 4561445 h 5017219"/>
              <a:gd name="connsiteX52918" fmla="*/ 3449196 w 5799173"/>
              <a:gd name="connsiteY52918" fmla="*/ 4578147 h 5017219"/>
              <a:gd name="connsiteX52919" fmla="*/ 3448033 w 5799173"/>
              <a:gd name="connsiteY52919" fmla="*/ 4578811 h 5017219"/>
              <a:gd name="connsiteX52920" fmla="*/ 1562855 w 5799173"/>
              <a:gd name="connsiteY52920" fmla="*/ 4078958 h 5017219"/>
              <a:gd name="connsiteX52921" fmla="*/ 1561692 w 5799173"/>
              <a:gd name="connsiteY52921" fmla="*/ 4078294 h 5017219"/>
              <a:gd name="connsiteX52922" fmla="*/ 1552055 w 5799173"/>
              <a:gd name="connsiteY52922" fmla="*/ 4061677 h 5017219"/>
              <a:gd name="connsiteX52923" fmla="*/ 1552055 w 5799173"/>
              <a:gd name="connsiteY52923" fmla="*/ 4060347 h 5017219"/>
              <a:gd name="connsiteX52924" fmla="*/ 1561692 w 5799173"/>
              <a:gd name="connsiteY52924" fmla="*/ 4043731 h 5017219"/>
              <a:gd name="connsiteX52925" fmla="*/ 1562855 w 5799173"/>
              <a:gd name="connsiteY52925" fmla="*/ 4043067 h 5017219"/>
              <a:gd name="connsiteX52926" fmla="*/ 1582046 w 5799173"/>
              <a:gd name="connsiteY52926" fmla="*/ 4043066 h 5017219"/>
              <a:gd name="connsiteX52927" fmla="*/ 1583209 w 5799173"/>
              <a:gd name="connsiteY52927" fmla="*/ 4043731 h 5017219"/>
              <a:gd name="connsiteX52928" fmla="*/ 1592847 w 5799173"/>
              <a:gd name="connsiteY52928" fmla="*/ 4060347 h 5017219"/>
              <a:gd name="connsiteX52929" fmla="*/ 1592847 w 5799173"/>
              <a:gd name="connsiteY52929" fmla="*/ 4061677 h 5017219"/>
              <a:gd name="connsiteX52930" fmla="*/ 1583209 w 5799173"/>
              <a:gd name="connsiteY52930" fmla="*/ 4078294 h 5017219"/>
              <a:gd name="connsiteX52931" fmla="*/ 1582046 w 5799173"/>
              <a:gd name="connsiteY52931" fmla="*/ 4078958 h 5017219"/>
              <a:gd name="connsiteX52932" fmla="*/ 3669362 w 5799173"/>
              <a:gd name="connsiteY52932" fmla="*/ 4643440 h 5017219"/>
              <a:gd name="connsiteX52933" fmla="*/ 3668198 w 5799173"/>
              <a:gd name="connsiteY52933" fmla="*/ 4642776 h 5017219"/>
              <a:gd name="connsiteX52934" fmla="*/ 3658562 w 5799173"/>
              <a:gd name="connsiteY52934" fmla="*/ 4626160 h 5017219"/>
              <a:gd name="connsiteX52935" fmla="*/ 3658562 w 5799173"/>
              <a:gd name="connsiteY52935" fmla="*/ 4624830 h 5017219"/>
              <a:gd name="connsiteX52936" fmla="*/ 3668199 w 5799173"/>
              <a:gd name="connsiteY52936" fmla="*/ 4608214 h 5017219"/>
              <a:gd name="connsiteX52937" fmla="*/ 3669362 w 5799173"/>
              <a:gd name="connsiteY52937" fmla="*/ 4607550 h 5017219"/>
              <a:gd name="connsiteX52938" fmla="*/ 3688554 w 5799173"/>
              <a:gd name="connsiteY52938" fmla="*/ 4607549 h 5017219"/>
              <a:gd name="connsiteX52939" fmla="*/ 3689717 w 5799173"/>
              <a:gd name="connsiteY52939" fmla="*/ 4608214 h 5017219"/>
              <a:gd name="connsiteX52940" fmla="*/ 3699354 w 5799173"/>
              <a:gd name="connsiteY52940" fmla="*/ 4624830 h 5017219"/>
              <a:gd name="connsiteX52941" fmla="*/ 3699354 w 5799173"/>
              <a:gd name="connsiteY52941" fmla="*/ 4626160 h 5017219"/>
              <a:gd name="connsiteX52942" fmla="*/ 3689717 w 5799173"/>
              <a:gd name="connsiteY52942" fmla="*/ 4642776 h 5017219"/>
              <a:gd name="connsiteX52943" fmla="*/ 3688554 w 5799173"/>
              <a:gd name="connsiteY52943" fmla="*/ 4643440 h 5017219"/>
              <a:gd name="connsiteX52944" fmla="*/ 2826713 w 5799173"/>
              <a:gd name="connsiteY52944" fmla="*/ 4417660 h 5017219"/>
              <a:gd name="connsiteX52945" fmla="*/ 2825550 w 5799173"/>
              <a:gd name="connsiteY52945" fmla="*/ 4416995 h 5017219"/>
              <a:gd name="connsiteX52946" fmla="*/ 2815748 w 5799173"/>
              <a:gd name="connsiteY52946" fmla="*/ 4399961 h 5017219"/>
              <a:gd name="connsiteX52947" fmla="*/ 2815748 w 5799173"/>
              <a:gd name="connsiteY52947" fmla="*/ 4398548 h 5017219"/>
              <a:gd name="connsiteX52948" fmla="*/ 2825552 w 5799173"/>
              <a:gd name="connsiteY52948" fmla="*/ 4381512 h 5017219"/>
              <a:gd name="connsiteX52949" fmla="*/ 2826715 w 5799173"/>
              <a:gd name="connsiteY52949" fmla="*/ 4380847 h 5017219"/>
              <a:gd name="connsiteX52950" fmla="*/ 2846322 w 5799173"/>
              <a:gd name="connsiteY52950" fmla="*/ 4380845 h 5017219"/>
              <a:gd name="connsiteX52951" fmla="*/ 2847485 w 5799173"/>
              <a:gd name="connsiteY52951" fmla="*/ 4381511 h 5017219"/>
              <a:gd name="connsiteX52952" fmla="*/ 2857288 w 5799173"/>
              <a:gd name="connsiteY52952" fmla="*/ 4398545 h 5017219"/>
              <a:gd name="connsiteX52953" fmla="*/ 2857288 w 5799173"/>
              <a:gd name="connsiteY52953" fmla="*/ 4399957 h 5017219"/>
              <a:gd name="connsiteX52954" fmla="*/ 2847483 w 5799173"/>
              <a:gd name="connsiteY52954" fmla="*/ 4416994 h 5017219"/>
              <a:gd name="connsiteX52955" fmla="*/ 2846320 w 5799173"/>
              <a:gd name="connsiteY52955" fmla="*/ 4417659 h 5017219"/>
              <a:gd name="connsiteX52956" fmla="*/ 2706390 w 5799173"/>
              <a:gd name="connsiteY52956" fmla="*/ 4385474 h 5017219"/>
              <a:gd name="connsiteX52957" fmla="*/ 2705227 w 5799173"/>
              <a:gd name="connsiteY52957" fmla="*/ 4384810 h 5017219"/>
              <a:gd name="connsiteX52958" fmla="*/ 2695590 w 5799173"/>
              <a:gd name="connsiteY52958" fmla="*/ 4368110 h 5017219"/>
              <a:gd name="connsiteX52959" fmla="*/ 2695590 w 5799173"/>
              <a:gd name="connsiteY52959" fmla="*/ 4366781 h 5017219"/>
              <a:gd name="connsiteX52960" fmla="*/ 2705227 w 5799173"/>
              <a:gd name="connsiteY52960" fmla="*/ 4350081 h 5017219"/>
              <a:gd name="connsiteX52961" fmla="*/ 2706391 w 5799173"/>
              <a:gd name="connsiteY52961" fmla="*/ 4349416 h 5017219"/>
              <a:gd name="connsiteX52962" fmla="*/ 2725748 w 5799173"/>
              <a:gd name="connsiteY52962" fmla="*/ 4349416 h 5017219"/>
              <a:gd name="connsiteX52963" fmla="*/ 2726911 w 5799173"/>
              <a:gd name="connsiteY52963" fmla="*/ 4350081 h 5017219"/>
              <a:gd name="connsiteX52964" fmla="*/ 2736549 w 5799173"/>
              <a:gd name="connsiteY52964" fmla="*/ 4366780 h 5017219"/>
              <a:gd name="connsiteX52965" fmla="*/ 2736549 w 5799173"/>
              <a:gd name="connsiteY52965" fmla="*/ 4368110 h 5017219"/>
              <a:gd name="connsiteX52966" fmla="*/ 2726911 w 5799173"/>
              <a:gd name="connsiteY52966" fmla="*/ 4384810 h 5017219"/>
              <a:gd name="connsiteX52967" fmla="*/ 2725748 w 5799173"/>
              <a:gd name="connsiteY52967" fmla="*/ 4385474 h 5017219"/>
              <a:gd name="connsiteX52968" fmla="*/ 2766472 w 5799173"/>
              <a:gd name="connsiteY52968" fmla="*/ 4401654 h 5017219"/>
              <a:gd name="connsiteX52969" fmla="*/ 2765309 w 5799173"/>
              <a:gd name="connsiteY52969" fmla="*/ 4400989 h 5017219"/>
              <a:gd name="connsiteX52970" fmla="*/ 2755590 w 5799173"/>
              <a:gd name="connsiteY52970" fmla="*/ 4384039 h 5017219"/>
              <a:gd name="connsiteX52971" fmla="*/ 2755590 w 5799173"/>
              <a:gd name="connsiteY52971" fmla="*/ 4382627 h 5017219"/>
              <a:gd name="connsiteX52972" fmla="*/ 2765394 w 5799173"/>
              <a:gd name="connsiteY52972" fmla="*/ 4365676 h 5017219"/>
              <a:gd name="connsiteX52973" fmla="*/ 2766556 w 5799173"/>
              <a:gd name="connsiteY52973" fmla="*/ 4365011 h 5017219"/>
              <a:gd name="connsiteX52974" fmla="*/ 2786081 w 5799173"/>
              <a:gd name="connsiteY52974" fmla="*/ 4365011 h 5017219"/>
              <a:gd name="connsiteX52975" fmla="*/ 2787244 w 5799173"/>
              <a:gd name="connsiteY52975" fmla="*/ 4365676 h 5017219"/>
              <a:gd name="connsiteX52976" fmla="*/ 2796963 w 5799173"/>
              <a:gd name="connsiteY52976" fmla="*/ 4382626 h 5017219"/>
              <a:gd name="connsiteX52977" fmla="*/ 2796963 w 5799173"/>
              <a:gd name="connsiteY52977" fmla="*/ 4384037 h 5017219"/>
              <a:gd name="connsiteX52978" fmla="*/ 2787160 w 5799173"/>
              <a:gd name="connsiteY52978" fmla="*/ 4400988 h 5017219"/>
              <a:gd name="connsiteX52979" fmla="*/ 2785996 w 5799173"/>
              <a:gd name="connsiteY52979" fmla="*/ 4401653 h 5017219"/>
              <a:gd name="connsiteX52980" fmla="*/ 2886901 w 5799173"/>
              <a:gd name="connsiteY52980" fmla="*/ 4433926 h 5017219"/>
              <a:gd name="connsiteX52981" fmla="*/ 2885738 w 5799173"/>
              <a:gd name="connsiteY52981" fmla="*/ 4433261 h 5017219"/>
              <a:gd name="connsiteX52982" fmla="*/ 2876018 w 5799173"/>
              <a:gd name="connsiteY52982" fmla="*/ 4416395 h 5017219"/>
              <a:gd name="connsiteX52983" fmla="*/ 2876018 w 5799173"/>
              <a:gd name="connsiteY52983" fmla="*/ 4414984 h 5017219"/>
              <a:gd name="connsiteX52984" fmla="*/ 2885738 w 5799173"/>
              <a:gd name="connsiteY52984" fmla="*/ 4398117 h 5017219"/>
              <a:gd name="connsiteX52985" fmla="*/ 2886901 w 5799173"/>
              <a:gd name="connsiteY52985" fmla="*/ 4397452 h 5017219"/>
              <a:gd name="connsiteX52986" fmla="*/ 2906342 w 5799173"/>
              <a:gd name="connsiteY52986" fmla="*/ 4397452 h 5017219"/>
              <a:gd name="connsiteX52987" fmla="*/ 2907505 w 5799173"/>
              <a:gd name="connsiteY52987" fmla="*/ 4398117 h 5017219"/>
              <a:gd name="connsiteX52988" fmla="*/ 2917225 w 5799173"/>
              <a:gd name="connsiteY52988" fmla="*/ 4414983 h 5017219"/>
              <a:gd name="connsiteX52989" fmla="*/ 2917225 w 5799173"/>
              <a:gd name="connsiteY52989" fmla="*/ 4416395 h 5017219"/>
              <a:gd name="connsiteX52990" fmla="*/ 2907505 w 5799173"/>
              <a:gd name="connsiteY52990" fmla="*/ 4433261 h 5017219"/>
              <a:gd name="connsiteX52991" fmla="*/ 2906342 w 5799173"/>
              <a:gd name="connsiteY52991" fmla="*/ 4433926 h 5017219"/>
              <a:gd name="connsiteX52992" fmla="*/ 3368295 w 5799173"/>
              <a:gd name="connsiteY52992" fmla="*/ 4562926 h 5017219"/>
              <a:gd name="connsiteX52993" fmla="*/ 3367131 w 5799173"/>
              <a:gd name="connsiteY52993" fmla="*/ 4562262 h 5017219"/>
              <a:gd name="connsiteX52994" fmla="*/ 3357246 w 5799173"/>
              <a:gd name="connsiteY52994" fmla="*/ 4545143 h 5017219"/>
              <a:gd name="connsiteX52995" fmla="*/ 3357246 w 5799173"/>
              <a:gd name="connsiteY52995" fmla="*/ 4543731 h 5017219"/>
              <a:gd name="connsiteX52996" fmla="*/ 3367133 w 5799173"/>
              <a:gd name="connsiteY52996" fmla="*/ 4526611 h 5017219"/>
              <a:gd name="connsiteX52997" fmla="*/ 3368297 w 5799173"/>
              <a:gd name="connsiteY52997" fmla="*/ 4525946 h 5017219"/>
              <a:gd name="connsiteX52998" fmla="*/ 3387987 w 5799173"/>
              <a:gd name="connsiteY52998" fmla="*/ 4525945 h 5017219"/>
              <a:gd name="connsiteX52999" fmla="*/ 3389150 w 5799173"/>
              <a:gd name="connsiteY52999" fmla="*/ 4526610 h 5017219"/>
              <a:gd name="connsiteX53000" fmla="*/ 3399036 w 5799173"/>
              <a:gd name="connsiteY53000" fmla="*/ 4543728 h 5017219"/>
              <a:gd name="connsiteX53001" fmla="*/ 3399035 w 5799173"/>
              <a:gd name="connsiteY53001" fmla="*/ 4545141 h 5017219"/>
              <a:gd name="connsiteX53002" fmla="*/ 3389148 w 5799173"/>
              <a:gd name="connsiteY53002" fmla="*/ 4562260 h 5017219"/>
              <a:gd name="connsiteX53003" fmla="*/ 3387984 w 5799173"/>
              <a:gd name="connsiteY53003" fmla="*/ 4562924 h 5017219"/>
              <a:gd name="connsiteX53004" fmla="*/ 3308104 w 5799173"/>
              <a:gd name="connsiteY53004" fmla="*/ 4546816 h 5017219"/>
              <a:gd name="connsiteX53005" fmla="*/ 3306940 w 5799173"/>
              <a:gd name="connsiteY53005" fmla="*/ 4546152 h 5017219"/>
              <a:gd name="connsiteX53006" fmla="*/ 3297055 w 5799173"/>
              <a:gd name="connsiteY53006" fmla="*/ 4529033 h 5017219"/>
              <a:gd name="connsiteX53007" fmla="*/ 3297055 w 5799173"/>
              <a:gd name="connsiteY53007" fmla="*/ 4527621 h 5017219"/>
              <a:gd name="connsiteX53008" fmla="*/ 3306943 w 5799173"/>
              <a:gd name="connsiteY53008" fmla="*/ 4510502 h 5017219"/>
              <a:gd name="connsiteX53009" fmla="*/ 3308107 w 5799173"/>
              <a:gd name="connsiteY53009" fmla="*/ 4509837 h 5017219"/>
              <a:gd name="connsiteX53010" fmla="*/ 3327797 w 5799173"/>
              <a:gd name="connsiteY53010" fmla="*/ 4509835 h 5017219"/>
              <a:gd name="connsiteX53011" fmla="*/ 3328960 w 5799173"/>
              <a:gd name="connsiteY53011" fmla="*/ 4510500 h 5017219"/>
              <a:gd name="connsiteX53012" fmla="*/ 3338845 w 5799173"/>
              <a:gd name="connsiteY53012" fmla="*/ 4527618 h 5017219"/>
              <a:gd name="connsiteX53013" fmla="*/ 3338845 w 5799173"/>
              <a:gd name="connsiteY53013" fmla="*/ 4529031 h 5017219"/>
              <a:gd name="connsiteX53014" fmla="*/ 3328957 w 5799173"/>
              <a:gd name="connsiteY53014" fmla="*/ 4546151 h 5017219"/>
              <a:gd name="connsiteX53015" fmla="*/ 3327794 w 5799173"/>
              <a:gd name="connsiteY53015" fmla="*/ 4546814 h 5017219"/>
              <a:gd name="connsiteX53016" fmla="*/ 3849812 w 5799173"/>
              <a:gd name="connsiteY53016" fmla="*/ 4691984 h 5017219"/>
              <a:gd name="connsiteX53017" fmla="*/ 3848649 w 5799173"/>
              <a:gd name="connsiteY53017" fmla="*/ 4691319 h 5017219"/>
              <a:gd name="connsiteX53018" fmla="*/ 3838930 w 5799173"/>
              <a:gd name="connsiteY53018" fmla="*/ 4674369 h 5017219"/>
              <a:gd name="connsiteX53019" fmla="*/ 3838930 w 5799173"/>
              <a:gd name="connsiteY53019" fmla="*/ 4672958 h 5017219"/>
              <a:gd name="connsiteX53020" fmla="*/ 3848733 w 5799173"/>
              <a:gd name="connsiteY53020" fmla="*/ 4656008 h 5017219"/>
              <a:gd name="connsiteX53021" fmla="*/ 3849896 w 5799173"/>
              <a:gd name="connsiteY53021" fmla="*/ 4655343 h 5017219"/>
              <a:gd name="connsiteX53022" fmla="*/ 3869420 w 5799173"/>
              <a:gd name="connsiteY53022" fmla="*/ 4655342 h 5017219"/>
              <a:gd name="connsiteX53023" fmla="*/ 3870583 w 5799173"/>
              <a:gd name="connsiteY53023" fmla="*/ 4656007 h 5017219"/>
              <a:gd name="connsiteX53024" fmla="*/ 3880303 w 5799173"/>
              <a:gd name="connsiteY53024" fmla="*/ 4672956 h 5017219"/>
              <a:gd name="connsiteX53025" fmla="*/ 3880303 w 5799173"/>
              <a:gd name="connsiteY53025" fmla="*/ 4674369 h 5017219"/>
              <a:gd name="connsiteX53026" fmla="*/ 3870499 w 5799173"/>
              <a:gd name="connsiteY53026" fmla="*/ 4691318 h 5017219"/>
              <a:gd name="connsiteX53027" fmla="*/ 3869336 w 5799173"/>
              <a:gd name="connsiteY53027" fmla="*/ 4691983 h 5017219"/>
              <a:gd name="connsiteX53028" fmla="*/ 4030331 w 5799173"/>
              <a:gd name="connsiteY53028" fmla="*/ 4740363 h 5017219"/>
              <a:gd name="connsiteX53029" fmla="*/ 4029168 w 5799173"/>
              <a:gd name="connsiteY53029" fmla="*/ 4739699 h 5017219"/>
              <a:gd name="connsiteX53030" fmla="*/ 4019283 w 5799173"/>
              <a:gd name="connsiteY53030" fmla="*/ 4722580 h 5017219"/>
              <a:gd name="connsiteX53031" fmla="*/ 4019283 w 5799173"/>
              <a:gd name="connsiteY53031" fmla="*/ 4721168 h 5017219"/>
              <a:gd name="connsiteX53032" fmla="*/ 4029171 w 5799173"/>
              <a:gd name="connsiteY53032" fmla="*/ 4704049 h 5017219"/>
              <a:gd name="connsiteX53033" fmla="*/ 4030333 w 5799173"/>
              <a:gd name="connsiteY53033" fmla="*/ 4703384 h 5017219"/>
              <a:gd name="connsiteX53034" fmla="*/ 4050024 w 5799173"/>
              <a:gd name="connsiteY53034" fmla="*/ 4703382 h 5017219"/>
              <a:gd name="connsiteX53035" fmla="*/ 4051187 w 5799173"/>
              <a:gd name="connsiteY53035" fmla="*/ 4704047 h 5017219"/>
              <a:gd name="connsiteX53036" fmla="*/ 4061073 w 5799173"/>
              <a:gd name="connsiteY53036" fmla="*/ 4721165 h 5017219"/>
              <a:gd name="connsiteX53037" fmla="*/ 4061073 w 5799173"/>
              <a:gd name="connsiteY53037" fmla="*/ 4722578 h 5017219"/>
              <a:gd name="connsiteX53038" fmla="*/ 4051185 w 5799173"/>
              <a:gd name="connsiteY53038" fmla="*/ 4739697 h 5017219"/>
              <a:gd name="connsiteX53039" fmla="*/ 4050022 w 5799173"/>
              <a:gd name="connsiteY53039" fmla="*/ 4740362 h 5017219"/>
              <a:gd name="connsiteX53040" fmla="*/ 3548867 w 5799173"/>
              <a:gd name="connsiteY53040" fmla="*/ 4611403 h 5017219"/>
              <a:gd name="connsiteX53041" fmla="*/ 3547704 w 5799173"/>
              <a:gd name="connsiteY53041" fmla="*/ 4610738 h 5017219"/>
              <a:gd name="connsiteX53042" fmla="*/ 3537984 w 5799173"/>
              <a:gd name="connsiteY53042" fmla="*/ 4593789 h 5017219"/>
              <a:gd name="connsiteX53043" fmla="*/ 3537984 w 5799173"/>
              <a:gd name="connsiteY53043" fmla="*/ 4592377 h 5017219"/>
              <a:gd name="connsiteX53044" fmla="*/ 3547787 w 5799173"/>
              <a:gd name="connsiteY53044" fmla="*/ 4575428 h 5017219"/>
              <a:gd name="connsiteX53045" fmla="*/ 3548950 w 5799173"/>
              <a:gd name="connsiteY53045" fmla="*/ 4574763 h 5017219"/>
              <a:gd name="connsiteX53046" fmla="*/ 3568474 w 5799173"/>
              <a:gd name="connsiteY53046" fmla="*/ 4574763 h 5017219"/>
              <a:gd name="connsiteX53047" fmla="*/ 3569637 w 5799173"/>
              <a:gd name="connsiteY53047" fmla="*/ 4575428 h 5017219"/>
              <a:gd name="connsiteX53048" fmla="*/ 3579357 w 5799173"/>
              <a:gd name="connsiteY53048" fmla="*/ 4592377 h 5017219"/>
              <a:gd name="connsiteX53049" fmla="*/ 3579357 w 5799173"/>
              <a:gd name="connsiteY53049" fmla="*/ 4593789 h 5017219"/>
              <a:gd name="connsiteX53050" fmla="*/ 3569554 w 5799173"/>
              <a:gd name="connsiteY53050" fmla="*/ 4610738 h 5017219"/>
              <a:gd name="connsiteX53051" fmla="*/ 3568391 w 5799173"/>
              <a:gd name="connsiteY53051" fmla="*/ 4611403 h 5017219"/>
              <a:gd name="connsiteX53052" fmla="*/ 3909916 w 5799173"/>
              <a:gd name="connsiteY53052" fmla="*/ 4708364 h 5017219"/>
              <a:gd name="connsiteX53053" fmla="*/ 3908669 w 5799173"/>
              <a:gd name="connsiteY53053" fmla="*/ 4707700 h 5017219"/>
              <a:gd name="connsiteX53054" fmla="*/ 3898784 w 5799173"/>
              <a:gd name="connsiteY53054" fmla="*/ 4690500 h 5017219"/>
              <a:gd name="connsiteX53055" fmla="*/ 3898784 w 5799173"/>
              <a:gd name="connsiteY53055" fmla="*/ 4689088 h 5017219"/>
              <a:gd name="connsiteX53056" fmla="*/ 3908671 w 5799173"/>
              <a:gd name="connsiteY53056" fmla="*/ 4671888 h 5017219"/>
              <a:gd name="connsiteX53057" fmla="*/ 3909918 w 5799173"/>
              <a:gd name="connsiteY53057" fmla="*/ 4671223 h 5017219"/>
              <a:gd name="connsiteX53058" fmla="*/ 3929774 w 5799173"/>
              <a:gd name="connsiteY53058" fmla="*/ 4671222 h 5017219"/>
              <a:gd name="connsiteX53059" fmla="*/ 3931020 w 5799173"/>
              <a:gd name="connsiteY53059" fmla="*/ 4671887 h 5017219"/>
              <a:gd name="connsiteX53060" fmla="*/ 3940905 w 5799173"/>
              <a:gd name="connsiteY53060" fmla="*/ 4689086 h 5017219"/>
              <a:gd name="connsiteX53061" fmla="*/ 3940905 w 5799173"/>
              <a:gd name="connsiteY53061" fmla="*/ 4690498 h 5017219"/>
              <a:gd name="connsiteX53062" fmla="*/ 3931018 w 5799173"/>
              <a:gd name="connsiteY53062" fmla="*/ 4707699 h 5017219"/>
              <a:gd name="connsiteX53063" fmla="*/ 3929773 w 5799173"/>
              <a:gd name="connsiteY53063" fmla="*/ 4708363 h 5017219"/>
              <a:gd name="connsiteX53064" fmla="*/ 4090434 w 5799173"/>
              <a:gd name="connsiteY53064" fmla="*/ 4756896 h 5017219"/>
              <a:gd name="connsiteX53065" fmla="*/ 4089187 w 5799173"/>
              <a:gd name="connsiteY53065" fmla="*/ 4756231 h 5017219"/>
              <a:gd name="connsiteX53066" fmla="*/ 4079302 w 5799173"/>
              <a:gd name="connsiteY53066" fmla="*/ 4739033 h 5017219"/>
              <a:gd name="connsiteX53067" fmla="*/ 4079302 w 5799173"/>
              <a:gd name="connsiteY53067" fmla="*/ 4737621 h 5017219"/>
              <a:gd name="connsiteX53068" fmla="*/ 4089188 w 5799173"/>
              <a:gd name="connsiteY53068" fmla="*/ 4720423 h 5017219"/>
              <a:gd name="connsiteX53069" fmla="*/ 4090435 w 5799173"/>
              <a:gd name="connsiteY53069" fmla="*/ 4719758 h 5017219"/>
              <a:gd name="connsiteX53070" fmla="*/ 4110291 w 5799173"/>
              <a:gd name="connsiteY53070" fmla="*/ 4719757 h 5017219"/>
              <a:gd name="connsiteX53071" fmla="*/ 4111537 w 5799173"/>
              <a:gd name="connsiteY53071" fmla="*/ 4720422 h 5017219"/>
              <a:gd name="connsiteX53072" fmla="*/ 4121423 w 5799173"/>
              <a:gd name="connsiteY53072" fmla="*/ 4737620 h 5017219"/>
              <a:gd name="connsiteX53073" fmla="*/ 4121423 w 5799173"/>
              <a:gd name="connsiteY53073" fmla="*/ 4739032 h 5017219"/>
              <a:gd name="connsiteX53074" fmla="*/ 4111536 w 5799173"/>
              <a:gd name="connsiteY53074" fmla="*/ 4756231 h 5017219"/>
              <a:gd name="connsiteX53075" fmla="*/ 4110291 w 5799173"/>
              <a:gd name="connsiteY53075" fmla="*/ 4756895 h 5017219"/>
              <a:gd name="connsiteX53076" fmla="*/ 3006978 w 5799173"/>
              <a:gd name="connsiteY53076" fmla="*/ 4466625 h 5017219"/>
              <a:gd name="connsiteX53077" fmla="*/ 3005732 w 5799173"/>
              <a:gd name="connsiteY53077" fmla="*/ 4465877 h 5017219"/>
              <a:gd name="connsiteX53078" fmla="*/ 2995762 w 5799173"/>
              <a:gd name="connsiteY53078" fmla="*/ 4448512 h 5017219"/>
              <a:gd name="connsiteX53079" fmla="*/ 2995763 w 5799173"/>
              <a:gd name="connsiteY53079" fmla="*/ 4447099 h 5017219"/>
              <a:gd name="connsiteX53080" fmla="*/ 3005815 w 5799173"/>
              <a:gd name="connsiteY53080" fmla="*/ 4429733 h 5017219"/>
              <a:gd name="connsiteX53081" fmla="*/ 3007062 w 5799173"/>
              <a:gd name="connsiteY53081" fmla="*/ 4428985 h 5017219"/>
              <a:gd name="connsiteX53082" fmla="*/ 3027085 w 5799173"/>
              <a:gd name="connsiteY53082" fmla="*/ 4428984 h 5017219"/>
              <a:gd name="connsiteX53083" fmla="*/ 3028331 w 5799173"/>
              <a:gd name="connsiteY53083" fmla="*/ 4429732 h 5017219"/>
              <a:gd name="connsiteX53084" fmla="*/ 3038299 w 5799173"/>
              <a:gd name="connsiteY53084" fmla="*/ 4447096 h 5017219"/>
              <a:gd name="connsiteX53085" fmla="*/ 3038299 w 5799173"/>
              <a:gd name="connsiteY53085" fmla="*/ 4448511 h 5017219"/>
              <a:gd name="connsiteX53086" fmla="*/ 3028246 w 5799173"/>
              <a:gd name="connsiteY53086" fmla="*/ 4465876 h 5017219"/>
              <a:gd name="connsiteX53087" fmla="*/ 3027000 w 5799173"/>
              <a:gd name="connsiteY53087" fmla="*/ 4466624 h 5017219"/>
              <a:gd name="connsiteX53088" fmla="*/ 3187566 w 5799173"/>
              <a:gd name="connsiteY53088" fmla="*/ 4515033 h 5017219"/>
              <a:gd name="connsiteX53089" fmla="*/ 3186321 w 5799173"/>
              <a:gd name="connsiteY53089" fmla="*/ 4514368 h 5017219"/>
              <a:gd name="connsiteX53090" fmla="*/ 3176352 w 5799173"/>
              <a:gd name="connsiteY53090" fmla="*/ 4497087 h 5017219"/>
              <a:gd name="connsiteX53091" fmla="*/ 3176352 w 5799173"/>
              <a:gd name="connsiteY53091" fmla="*/ 4495674 h 5017219"/>
              <a:gd name="connsiteX53092" fmla="*/ 3186321 w 5799173"/>
              <a:gd name="connsiteY53092" fmla="*/ 4478393 h 5017219"/>
              <a:gd name="connsiteX53093" fmla="*/ 3187567 w 5799173"/>
              <a:gd name="connsiteY53093" fmla="*/ 4477728 h 5017219"/>
              <a:gd name="connsiteX53094" fmla="*/ 3207507 w 5799173"/>
              <a:gd name="connsiteY53094" fmla="*/ 4477728 h 5017219"/>
              <a:gd name="connsiteX53095" fmla="*/ 3208753 w 5799173"/>
              <a:gd name="connsiteY53095" fmla="*/ 4478393 h 5017219"/>
              <a:gd name="connsiteX53096" fmla="*/ 3218722 w 5799173"/>
              <a:gd name="connsiteY53096" fmla="*/ 4495674 h 5017219"/>
              <a:gd name="connsiteX53097" fmla="*/ 3218722 w 5799173"/>
              <a:gd name="connsiteY53097" fmla="*/ 4497086 h 5017219"/>
              <a:gd name="connsiteX53098" fmla="*/ 3208753 w 5799173"/>
              <a:gd name="connsiteY53098" fmla="*/ 4514368 h 5017219"/>
              <a:gd name="connsiteX53099" fmla="*/ 3207507 w 5799173"/>
              <a:gd name="connsiteY53099" fmla="*/ 4515033 h 5017219"/>
              <a:gd name="connsiteX53100" fmla="*/ 3127342 w 5799173"/>
              <a:gd name="connsiteY53100" fmla="*/ 4498912 h 5017219"/>
              <a:gd name="connsiteX53101" fmla="*/ 3126096 w 5799173"/>
              <a:gd name="connsiteY53101" fmla="*/ 4498164 h 5017219"/>
              <a:gd name="connsiteX53102" fmla="*/ 3116126 w 5799173"/>
              <a:gd name="connsiteY53102" fmla="*/ 4480799 h 5017219"/>
              <a:gd name="connsiteX53103" fmla="*/ 3116127 w 5799173"/>
              <a:gd name="connsiteY53103" fmla="*/ 4479386 h 5017219"/>
              <a:gd name="connsiteX53104" fmla="*/ 3126179 w 5799173"/>
              <a:gd name="connsiteY53104" fmla="*/ 4462020 h 5017219"/>
              <a:gd name="connsiteX53105" fmla="*/ 3127426 w 5799173"/>
              <a:gd name="connsiteY53105" fmla="*/ 4461272 h 5017219"/>
              <a:gd name="connsiteX53106" fmla="*/ 3147449 w 5799173"/>
              <a:gd name="connsiteY53106" fmla="*/ 4461271 h 5017219"/>
              <a:gd name="connsiteX53107" fmla="*/ 3148694 w 5799173"/>
              <a:gd name="connsiteY53107" fmla="*/ 4462019 h 5017219"/>
              <a:gd name="connsiteX53108" fmla="*/ 3158663 w 5799173"/>
              <a:gd name="connsiteY53108" fmla="*/ 4479384 h 5017219"/>
              <a:gd name="connsiteX53109" fmla="*/ 3158663 w 5799173"/>
              <a:gd name="connsiteY53109" fmla="*/ 4480797 h 5017219"/>
              <a:gd name="connsiteX53110" fmla="*/ 3148610 w 5799173"/>
              <a:gd name="connsiteY53110" fmla="*/ 4498163 h 5017219"/>
              <a:gd name="connsiteX53111" fmla="*/ 3147364 w 5799173"/>
              <a:gd name="connsiteY53111" fmla="*/ 4498911 h 5017219"/>
              <a:gd name="connsiteX53112" fmla="*/ 3067172 w 5799173"/>
              <a:gd name="connsiteY53112" fmla="*/ 4482808 h 5017219"/>
              <a:gd name="connsiteX53113" fmla="*/ 3065926 w 5799173"/>
              <a:gd name="connsiteY53113" fmla="*/ 4482060 h 5017219"/>
              <a:gd name="connsiteX53114" fmla="*/ 3055874 w 5799173"/>
              <a:gd name="connsiteY53114" fmla="*/ 4464612 h 5017219"/>
              <a:gd name="connsiteX53115" fmla="*/ 3055874 w 5799173"/>
              <a:gd name="connsiteY53115" fmla="*/ 4463198 h 5017219"/>
              <a:gd name="connsiteX53116" fmla="*/ 3065928 w 5799173"/>
              <a:gd name="connsiteY53116" fmla="*/ 4445750 h 5017219"/>
              <a:gd name="connsiteX53117" fmla="*/ 3067173 w 5799173"/>
              <a:gd name="connsiteY53117" fmla="*/ 4445001 h 5017219"/>
              <a:gd name="connsiteX53118" fmla="*/ 3087279 w 5799173"/>
              <a:gd name="connsiteY53118" fmla="*/ 4445000 h 5017219"/>
              <a:gd name="connsiteX53119" fmla="*/ 3088525 w 5799173"/>
              <a:gd name="connsiteY53119" fmla="*/ 4445748 h 5017219"/>
              <a:gd name="connsiteX53120" fmla="*/ 3098577 w 5799173"/>
              <a:gd name="connsiteY53120" fmla="*/ 4463197 h 5017219"/>
              <a:gd name="connsiteX53121" fmla="*/ 3098577 w 5799173"/>
              <a:gd name="connsiteY53121" fmla="*/ 4464610 h 5017219"/>
              <a:gd name="connsiteX53122" fmla="*/ 3088523 w 5799173"/>
              <a:gd name="connsiteY53122" fmla="*/ 4482059 h 5017219"/>
              <a:gd name="connsiteX53123" fmla="*/ 3087277 w 5799173"/>
              <a:gd name="connsiteY53123" fmla="*/ 4482807 h 5017219"/>
              <a:gd name="connsiteX53124" fmla="*/ 3247695 w 5799173"/>
              <a:gd name="connsiteY53124" fmla="*/ 4531239 h 5017219"/>
              <a:gd name="connsiteX53125" fmla="*/ 3246449 w 5799173"/>
              <a:gd name="connsiteY53125" fmla="*/ 4530491 h 5017219"/>
              <a:gd name="connsiteX53126" fmla="*/ 3236479 w 5799173"/>
              <a:gd name="connsiteY53126" fmla="*/ 4513127 h 5017219"/>
              <a:gd name="connsiteX53127" fmla="*/ 3236479 w 5799173"/>
              <a:gd name="connsiteY53127" fmla="*/ 4511714 h 5017219"/>
              <a:gd name="connsiteX53128" fmla="*/ 3246532 w 5799173"/>
              <a:gd name="connsiteY53128" fmla="*/ 4494350 h 5017219"/>
              <a:gd name="connsiteX53129" fmla="*/ 3247779 w 5799173"/>
              <a:gd name="connsiteY53129" fmla="*/ 4493602 h 5017219"/>
              <a:gd name="connsiteX53130" fmla="*/ 3267801 w 5799173"/>
              <a:gd name="connsiteY53130" fmla="*/ 4493601 h 5017219"/>
              <a:gd name="connsiteX53131" fmla="*/ 3269047 w 5799173"/>
              <a:gd name="connsiteY53131" fmla="*/ 4494349 h 5017219"/>
              <a:gd name="connsiteX53132" fmla="*/ 3279015 w 5799173"/>
              <a:gd name="connsiteY53132" fmla="*/ 4511713 h 5017219"/>
              <a:gd name="connsiteX53133" fmla="*/ 3279016 w 5799173"/>
              <a:gd name="connsiteY53133" fmla="*/ 4513126 h 5017219"/>
              <a:gd name="connsiteX53134" fmla="*/ 3268963 w 5799173"/>
              <a:gd name="connsiteY53134" fmla="*/ 4530491 h 5017219"/>
              <a:gd name="connsiteX53135" fmla="*/ 3267717 w 5799173"/>
              <a:gd name="connsiteY53135" fmla="*/ 4531239 h 5017219"/>
              <a:gd name="connsiteX53136" fmla="*/ 2946612 w 5799173"/>
              <a:gd name="connsiteY53136" fmla="*/ 4450797 h 5017219"/>
              <a:gd name="connsiteX53137" fmla="*/ 2945366 w 5799173"/>
              <a:gd name="connsiteY53137" fmla="*/ 4450050 h 5017219"/>
              <a:gd name="connsiteX53138" fmla="*/ 2935230 w 5799173"/>
              <a:gd name="connsiteY53138" fmla="*/ 4432435 h 5017219"/>
              <a:gd name="connsiteX53139" fmla="*/ 2935230 w 5799173"/>
              <a:gd name="connsiteY53139" fmla="*/ 4431022 h 5017219"/>
              <a:gd name="connsiteX53140" fmla="*/ 2945450 w 5799173"/>
              <a:gd name="connsiteY53140" fmla="*/ 4413408 h 5017219"/>
              <a:gd name="connsiteX53141" fmla="*/ 2946696 w 5799173"/>
              <a:gd name="connsiteY53141" fmla="*/ 4412660 h 5017219"/>
              <a:gd name="connsiteX53142" fmla="*/ 2967050 w 5799173"/>
              <a:gd name="connsiteY53142" fmla="*/ 4412659 h 5017219"/>
              <a:gd name="connsiteX53143" fmla="*/ 2968297 w 5799173"/>
              <a:gd name="connsiteY53143" fmla="*/ 4413407 h 5017219"/>
              <a:gd name="connsiteX53144" fmla="*/ 2978431 w 5799173"/>
              <a:gd name="connsiteY53144" fmla="*/ 4431021 h 5017219"/>
              <a:gd name="connsiteX53145" fmla="*/ 2978432 w 5799173"/>
              <a:gd name="connsiteY53145" fmla="*/ 4432434 h 5017219"/>
              <a:gd name="connsiteX53146" fmla="*/ 2968212 w 5799173"/>
              <a:gd name="connsiteY53146" fmla="*/ 4450049 h 5017219"/>
              <a:gd name="connsiteX53147" fmla="*/ 2966966 w 5799173"/>
              <a:gd name="connsiteY53147" fmla="*/ 4450797 h 5017219"/>
              <a:gd name="connsiteX53148" fmla="*/ 2465062 w 5799173"/>
              <a:gd name="connsiteY53148" fmla="*/ 4321992 h 5017219"/>
              <a:gd name="connsiteX53149" fmla="*/ 2463816 w 5799173"/>
              <a:gd name="connsiteY53149" fmla="*/ 4321244 h 5017219"/>
              <a:gd name="connsiteX53150" fmla="*/ 2453515 w 5799173"/>
              <a:gd name="connsiteY53150" fmla="*/ 4303379 h 5017219"/>
              <a:gd name="connsiteX53151" fmla="*/ 2453515 w 5799173"/>
              <a:gd name="connsiteY53151" fmla="*/ 4301884 h 5017219"/>
              <a:gd name="connsiteX53152" fmla="*/ 2463818 w 5799173"/>
              <a:gd name="connsiteY53152" fmla="*/ 4284017 h 5017219"/>
              <a:gd name="connsiteX53153" fmla="*/ 2465064 w 5799173"/>
              <a:gd name="connsiteY53153" fmla="*/ 4283270 h 5017219"/>
              <a:gd name="connsiteX53154" fmla="*/ 2485751 w 5799173"/>
              <a:gd name="connsiteY53154" fmla="*/ 4283269 h 5017219"/>
              <a:gd name="connsiteX53155" fmla="*/ 2486997 w 5799173"/>
              <a:gd name="connsiteY53155" fmla="*/ 4284017 h 5017219"/>
              <a:gd name="connsiteX53156" fmla="*/ 2497298 w 5799173"/>
              <a:gd name="connsiteY53156" fmla="*/ 4301881 h 5017219"/>
              <a:gd name="connsiteX53157" fmla="*/ 2497298 w 5799173"/>
              <a:gd name="connsiteY53157" fmla="*/ 4303377 h 5017219"/>
              <a:gd name="connsiteX53158" fmla="*/ 2486995 w 5799173"/>
              <a:gd name="connsiteY53158" fmla="*/ 4321242 h 5017219"/>
              <a:gd name="connsiteX53159" fmla="*/ 2485750 w 5799173"/>
              <a:gd name="connsiteY53159" fmla="*/ 4321991 h 5017219"/>
              <a:gd name="connsiteX53160" fmla="*/ 1863050 w 5799173"/>
              <a:gd name="connsiteY53160" fmla="*/ 4160821 h 5017219"/>
              <a:gd name="connsiteX53161" fmla="*/ 1861804 w 5799173"/>
              <a:gd name="connsiteY53161" fmla="*/ 4160074 h 5017219"/>
              <a:gd name="connsiteX53162" fmla="*/ 1851420 w 5799173"/>
              <a:gd name="connsiteY53162" fmla="*/ 4142041 h 5017219"/>
              <a:gd name="connsiteX53163" fmla="*/ 1851420 w 5799173"/>
              <a:gd name="connsiteY53163" fmla="*/ 4140546 h 5017219"/>
              <a:gd name="connsiteX53164" fmla="*/ 1861890 w 5799173"/>
              <a:gd name="connsiteY53164" fmla="*/ 4122513 h 5017219"/>
              <a:gd name="connsiteX53165" fmla="*/ 1863136 w 5799173"/>
              <a:gd name="connsiteY53165" fmla="*/ 4121765 h 5017219"/>
              <a:gd name="connsiteX53166" fmla="*/ 1883989 w 5799173"/>
              <a:gd name="connsiteY53166" fmla="*/ 4121764 h 5017219"/>
              <a:gd name="connsiteX53167" fmla="*/ 1885235 w 5799173"/>
              <a:gd name="connsiteY53167" fmla="*/ 4122512 h 5017219"/>
              <a:gd name="connsiteX53168" fmla="*/ 1895619 w 5799173"/>
              <a:gd name="connsiteY53168" fmla="*/ 4140543 h 5017219"/>
              <a:gd name="connsiteX53169" fmla="*/ 1895619 w 5799173"/>
              <a:gd name="connsiteY53169" fmla="*/ 4142039 h 5017219"/>
              <a:gd name="connsiteX53170" fmla="*/ 1885150 w 5799173"/>
              <a:gd name="connsiteY53170" fmla="*/ 4160073 h 5017219"/>
              <a:gd name="connsiteX53171" fmla="*/ 1883904 w 5799173"/>
              <a:gd name="connsiteY53171" fmla="*/ 4160820 h 5017219"/>
              <a:gd name="connsiteX53172" fmla="*/ 1983438 w 5799173"/>
              <a:gd name="connsiteY53172" fmla="*/ 4193102 h 5017219"/>
              <a:gd name="connsiteX53173" fmla="*/ 1982192 w 5799173"/>
              <a:gd name="connsiteY53173" fmla="*/ 4192355 h 5017219"/>
              <a:gd name="connsiteX53174" fmla="*/ 1971725 w 5799173"/>
              <a:gd name="connsiteY53174" fmla="*/ 4174239 h 5017219"/>
              <a:gd name="connsiteX53175" fmla="*/ 1971725 w 5799173"/>
              <a:gd name="connsiteY53175" fmla="*/ 4172744 h 5017219"/>
              <a:gd name="connsiteX53176" fmla="*/ 1982194 w 5799173"/>
              <a:gd name="connsiteY53176" fmla="*/ 4154627 h 5017219"/>
              <a:gd name="connsiteX53177" fmla="*/ 1983441 w 5799173"/>
              <a:gd name="connsiteY53177" fmla="*/ 4153879 h 5017219"/>
              <a:gd name="connsiteX53178" fmla="*/ 2004378 w 5799173"/>
              <a:gd name="connsiteY53178" fmla="*/ 4153877 h 5017219"/>
              <a:gd name="connsiteX53179" fmla="*/ 2005623 w 5799173"/>
              <a:gd name="connsiteY53179" fmla="*/ 4154626 h 5017219"/>
              <a:gd name="connsiteX53180" fmla="*/ 2016090 w 5799173"/>
              <a:gd name="connsiteY53180" fmla="*/ 4172740 h 5017219"/>
              <a:gd name="connsiteX53181" fmla="*/ 2016090 w 5799173"/>
              <a:gd name="connsiteY53181" fmla="*/ 4174235 h 5017219"/>
              <a:gd name="connsiteX53182" fmla="*/ 2005620 w 5799173"/>
              <a:gd name="connsiteY53182" fmla="*/ 4192353 h 5017219"/>
              <a:gd name="connsiteX53183" fmla="*/ 2004374 w 5799173"/>
              <a:gd name="connsiteY53183" fmla="*/ 4193101 h 5017219"/>
              <a:gd name="connsiteX53184" fmla="*/ 2103794 w 5799173"/>
              <a:gd name="connsiteY53184" fmla="*/ 4225413 h 5017219"/>
              <a:gd name="connsiteX53185" fmla="*/ 2102548 w 5799173"/>
              <a:gd name="connsiteY53185" fmla="*/ 4224666 h 5017219"/>
              <a:gd name="connsiteX53186" fmla="*/ 2092081 w 5799173"/>
              <a:gd name="connsiteY53186" fmla="*/ 4206551 h 5017219"/>
              <a:gd name="connsiteX53187" fmla="*/ 2092081 w 5799173"/>
              <a:gd name="connsiteY53187" fmla="*/ 4205055 h 5017219"/>
              <a:gd name="connsiteX53188" fmla="*/ 2102550 w 5799173"/>
              <a:gd name="connsiteY53188" fmla="*/ 4186939 h 5017219"/>
              <a:gd name="connsiteX53189" fmla="*/ 2103797 w 5799173"/>
              <a:gd name="connsiteY53189" fmla="*/ 4186191 h 5017219"/>
              <a:gd name="connsiteX53190" fmla="*/ 2124733 w 5799173"/>
              <a:gd name="connsiteY53190" fmla="*/ 4186190 h 5017219"/>
              <a:gd name="connsiteX53191" fmla="*/ 2125979 w 5799173"/>
              <a:gd name="connsiteY53191" fmla="*/ 4186938 h 5017219"/>
              <a:gd name="connsiteX53192" fmla="*/ 2136446 w 5799173"/>
              <a:gd name="connsiteY53192" fmla="*/ 4205053 h 5017219"/>
              <a:gd name="connsiteX53193" fmla="*/ 2136446 w 5799173"/>
              <a:gd name="connsiteY53193" fmla="*/ 4206548 h 5017219"/>
              <a:gd name="connsiteX53194" fmla="*/ 2125977 w 5799173"/>
              <a:gd name="connsiteY53194" fmla="*/ 4224665 h 5017219"/>
              <a:gd name="connsiteX53195" fmla="*/ 2124731 w 5799173"/>
              <a:gd name="connsiteY53195" fmla="*/ 4225412 h 5017219"/>
              <a:gd name="connsiteX53196" fmla="*/ 1923271 w 5799173"/>
              <a:gd name="connsiteY53196" fmla="*/ 4177050 h 5017219"/>
              <a:gd name="connsiteX53197" fmla="*/ 1922025 w 5799173"/>
              <a:gd name="connsiteY53197" fmla="*/ 4176303 h 5017219"/>
              <a:gd name="connsiteX53198" fmla="*/ 1911640 w 5799173"/>
              <a:gd name="connsiteY53198" fmla="*/ 4158356 h 5017219"/>
              <a:gd name="connsiteX53199" fmla="*/ 1911640 w 5799173"/>
              <a:gd name="connsiteY53199" fmla="*/ 4156861 h 5017219"/>
              <a:gd name="connsiteX53200" fmla="*/ 1922026 w 5799173"/>
              <a:gd name="connsiteY53200" fmla="*/ 4138913 h 5017219"/>
              <a:gd name="connsiteX53201" fmla="*/ 1923272 w 5799173"/>
              <a:gd name="connsiteY53201" fmla="*/ 4138165 h 5017219"/>
              <a:gd name="connsiteX53202" fmla="*/ 1944042 w 5799173"/>
              <a:gd name="connsiteY53202" fmla="*/ 4138164 h 5017219"/>
              <a:gd name="connsiteX53203" fmla="*/ 1945288 w 5799173"/>
              <a:gd name="connsiteY53203" fmla="*/ 4138913 h 5017219"/>
              <a:gd name="connsiteX53204" fmla="*/ 1955672 w 5799173"/>
              <a:gd name="connsiteY53204" fmla="*/ 4156860 h 5017219"/>
              <a:gd name="connsiteX53205" fmla="*/ 1955672 w 5799173"/>
              <a:gd name="connsiteY53205" fmla="*/ 4158355 h 5017219"/>
              <a:gd name="connsiteX53206" fmla="*/ 1945287 w 5799173"/>
              <a:gd name="connsiteY53206" fmla="*/ 4176302 h 5017219"/>
              <a:gd name="connsiteX53207" fmla="*/ 1944041 w 5799173"/>
              <a:gd name="connsiteY53207" fmla="*/ 4177050 h 5017219"/>
              <a:gd name="connsiteX53208" fmla="*/ 2284438 w 5799173"/>
              <a:gd name="connsiteY53208" fmla="*/ 4273855 h 5017219"/>
              <a:gd name="connsiteX53209" fmla="*/ 2283192 w 5799173"/>
              <a:gd name="connsiteY53209" fmla="*/ 4273107 h 5017219"/>
              <a:gd name="connsiteX53210" fmla="*/ 2272890 w 5799173"/>
              <a:gd name="connsiteY53210" fmla="*/ 4255245 h 5017219"/>
              <a:gd name="connsiteX53211" fmla="*/ 2272890 w 5799173"/>
              <a:gd name="connsiteY53211" fmla="*/ 4253749 h 5017219"/>
              <a:gd name="connsiteX53212" fmla="*/ 2283193 w 5799173"/>
              <a:gd name="connsiteY53212" fmla="*/ 4235886 h 5017219"/>
              <a:gd name="connsiteX53213" fmla="*/ 2284439 w 5799173"/>
              <a:gd name="connsiteY53213" fmla="*/ 4235139 h 5017219"/>
              <a:gd name="connsiteX53214" fmla="*/ 2305126 w 5799173"/>
              <a:gd name="connsiteY53214" fmla="*/ 4235139 h 5017219"/>
              <a:gd name="connsiteX53215" fmla="*/ 2306372 w 5799173"/>
              <a:gd name="connsiteY53215" fmla="*/ 4235886 h 5017219"/>
              <a:gd name="connsiteX53216" fmla="*/ 2316673 w 5799173"/>
              <a:gd name="connsiteY53216" fmla="*/ 4253749 h 5017219"/>
              <a:gd name="connsiteX53217" fmla="*/ 2316673 w 5799173"/>
              <a:gd name="connsiteY53217" fmla="*/ 4255244 h 5017219"/>
              <a:gd name="connsiteX53218" fmla="*/ 2306371 w 5799173"/>
              <a:gd name="connsiteY53218" fmla="*/ 4273107 h 5017219"/>
              <a:gd name="connsiteX53219" fmla="*/ 2305126 w 5799173"/>
              <a:gd name="connsiteY53219" fmla="*/ 4273855 h 5017219"/>
              <a:gd name="connsiteX53220" fmla="*/ 2043547 w 5799173"/>
              <a:gd name="connsiteY53220" fmla="*/ 4209366 h 5017219"/>
              <a:gd name="connsiteX53221" fmla="*/ 2042301 w 5799173"/>
              <a:gd name="connsiteY53221" fmla="*/ 4208618 h 5017219"/>
              <a:gd name="connsiteX53222" fmla="*/ 2031752 w 5799173"/>
              <a:gd name="connsiteY53222" fmla="*/ 4190337 h 5017219"/>
              <a:gd name="connsiteX53223" fmla="*/ 2031751 w 5799173"/>
              <a:gd name="connsiteY53223" fmla="*/ 4188841 h 5017219"/>
              <a:gd name="connsiteX53224" fmla="*/ 2042304 w 5799173"/>
              <a:gd name="connsiteY53224" fmla="*/ 4170559 h 5017219"/>
              <a:gd name="connsiteX53225" fmla="*/ 2043549 w 5799173"/>
              <a:gd name="connsiteY53225" fmla="*/ 4169812 h 5017219"/>
              <a:gd name="connsiteX53226" fmla="*/ 2064569 w 5799173"/>
              <a:gd name="connsiteY53226" fmla="*/ 4169810 h 5017219"/>
              <a:gd name="connsiteX53227" fmla="*/ 2065815 w 5799173"/>
              <a:gd name="connsiteY53227" fmla="*/ 4170558 h 5017219"/>
              <a:gd name="connsiteX53228" fmla="*/ 2076365 w 5799173"/>
              <a:gd name="connsiteY53228" fmla="*/ 4188839 h 5017219"/>
              <a:gd name="connsiteX53229" fmla="*/ 2076365 w 5799173"/>
              <a:gd name="connsiteY53229" fmla="*/ 4190335 h 5017219"/>
              <a:gd name="connsiteX53230" fmla="*/ 2065813 w 5799173"/>
              <a:gd name="connsiteY53230" fmla="*/ 4208616 h 5017219"/>
              <a:gd name="connsiteX53231" fmla="*/ 2064567 w 5799173"/>
              <a:gd name="connsiteY53231" fmla="*/ 4209365 h 5017219"/>
              <a:gd name="connsiteX53232" fmla="*/ 2163957 w 5799173"/>
              <a:gd name="connsiteY53232" fmla="*/ 4241630 h 5017219"/>
              <a:gd name="connsiteX53233" fmla="*/ 2162711 w 5799173"/>
              <a:gd name="connsiteY53233" fmla="*/ 4240883 h 5017219"/>
              <a:gd name="connsiteX53234" fmla="*/ 2152244 w 5799173"/>
              <a:gd name="connsiteY53234" fmla="*/ 4222769 h 5017219"/>
              <a:gd name="connsiteX53235" fmla="*/ 2152244 w 5799173"/>
              <a:gd name="connsiteY53235" fmla="*/ 4221273 h 5017219"/>
              <a:gd name="connsiteX53236" fmla="*/ 2162713 w 5799173"/>
              <a:gd name="connsiteY53236" fmla="*/ 4203158 h 5017219"/>
              <a:gd name="connsiteX53237" fmla="*/ 2163959 w 5799173"/>
              <a:gd name="connsiteY53237" fmla="*/ 4202410 h 5017219"/>
              <a:gd name="connsiteX53238" fmla="*/ 2184895 w 5799173"/>
              <a:gd name="connsiteY53238" fmla="*/ 4202410 h 5017219"/>
              <a:gd name="connsiteX53239" fmla="*/ 2186141 w 5799173"/>
              <a:gd name="connsiteY53239" fmla="*/ 4203158 h 5017219"/>
              <a:gd name="connsiteX53240" fmla="*/ 2196608 w 5799173"/>
              <a:gd name="connsiteY53240" fmla="*/ 4221271 h 5017219"/>
              <a:gd name="connsiteX53241" fmla="*/ 2196608 w 5799173"/>
              <a:gd name="connsiteY53241" fmla="*/ 4222767 h 5017219"/>
              <a:gd name="connsiteX53242" fmla="*/ 2186139 w 5799173"/>
              <a:gd name="connsiteY53242" fmla="*/ 4240882 h 5017219"/>
              <a:gd name="connsiteX53243" fmla="*/ 2184893 w 5799173"/>
              <a:gd name="connsiteY53243" fmla="*/ 4241629 h 5017219"/>
              <a:gd name="connsiteX53244" fmla="*/ 1742569 w 5799173"/>
              <a:gd name="connsiteY53244" fmla="*/ 4128909 h 5017219"/>
              <a:gd name="connsiteX53245" fmla="*/ 1741322 w 5799173"/>
              <a:gd name="connsiteY53245" fmla="*/ 4128161 h 5017219"/>
              <a:gd name="connsiteX53246" fmla="*/ 1730772 w 5799173"/>
              <a:gd name="connsiteY53246" fmla="*/ 4109883 h 5017219"/>
              <a:gd name="connsiteX53247" fmla="*/ 1730772 w 5799173"/>
              <a:gd name="connsiteY53247" fmla="*/ 4108386 h 5017219"/>
              <a:gd name="connsiteX53248" fmla="*/ 1741323 w 5799173"/>
              <a:gd name="connsiteY53248" fmla="*/ 4090107 h 5017219"/>
              <a:gd name="connsiteX53249" fmla="*/ 1742570 w 5799173"/>
              <a:gd name="connsiteY53249" fmla="*/ 4089359 h 5017219"/>
              <a:gd name="connsiteX53250" fmla="*/ 1763589 w 5799173"/>
              <a:gd name="connsiteY53250" fmla="*/ 4089358 h 5017219"/>
              <a:gd name="connsiteX53251" fmla="*/ 1764835 w 5799173"/>
              <a:gd name="connsiteY53251" fmla="*/ 4090106 h 5017219"/>
              <a:gd name="connsiteX53252" fmla="*/ 1775385 w 5799173"/>
              <a:gd name="connsiteY53252" fmla="*/ 4108385 h 5017219"/>
              <a:gd name="connsiteX53253" fmla="*/ 1775385 w 5799173"/>
              <a:gd name="connsiteY53253" fmla="*/ 4109881 h 5017219"/>
              <a:gd name="connsiteX53254" fmla="*/ 1764834 w 5799173"/>
              <a:gd name="connsiteY53254" fmla="*/ 4128161 h 5017219"/>
              <a:gd name="connsiteX53255" fmla="*/ 1763588 w 5799173"/>
              <a:gd name="connsiteY53255" fmla="*/ 4128908 h 5017219"/>
              <a:gd name="connsiteX53256" fmla="*/ 2344429 w 5799173"/>
              <a:gd name="connsiteY53256" fmla="*/ 4290186 h 5017219"/>
              <a:gd name="connsiteX53257" fmla="*/ 2343183 w 5799173"/>
              <a:gd name="connsiteY53257" fmla="*/ 4289438 h 5017219"/>
              <a:gd name="connsiteX53258" fmla="*/ 2332632 w 5799173"/>
              <a:gd name="connsiteY53258" fmla="*/ 4271160 h 5017219"/>
              <a:gd name="connsiteX53259" fmla="*/ 2332632 w 5799173"/>
              <a:gd name="connsiteY53259" fmla="*/ 4269663 h 5017219"/>
              <a:gd name="connsiteX53260" fmla="*/ 2343184 w 5799173"/>
              <a:gd name="connsiteY53260" fmla="*/ 4251384 h 5017219"/>
              <a:gd name="connsiteX53261" fmla="*/ 2344430 w 5799173"/>
              <a:gd name="connsiteY53261" fmla="*/ 4250636 h 5017219"/>
              <a:gd name="connsiteX53262" fmla="*/ 2365449 w 5799173"/>
              <a:gd name="connsiteY53262" fmla="*/ 4250635 h 5017219"/>
              <a:gd name="connsiteX53263" fmla="*/ 2366695 w 5799173"/>
              <a:gd name="connsiteY53263" fmla="*/ 4251383 h 5017219"/>
              <a:gd name="connsiteX53264" fmla="*/ 2377246 w 5799173"/>
              <a:gd name="connsiteY53264" fmla="*/ 4269662 h 5017219"/>
              <a:gd name="connsiteX53265" fmla="*/ 2377245 w 5799173"/>
              <a:gd name="connsiteY53265" fmla="*/ 4271158 h 5017219"/>
              <a:gd name="connsiteX53266" fmla="*/ 2366694 w 5799173"/>
              <a:gd name="connsiteY53266" fmla="*/ 4289437 h 5017219"/>
              <a:gd name="connsiteX53267" fmla="*/ 2365448 w 5799173"/>
              <a:gd name="connsiteY53267" fmla="*/ 4290186 h 5017219"/>
              <a:gd name="connsiteX53268" fmla="*/ 2224093 w 5799173"/>
              <a:gd name="connsiteY53268" fmla="*/ 4257943 h 5017219"/>
              <a:gd name="connsiteX53269" fmla="*/ 2222847 w 5799173"/>
              <a:gd name="connsiteY53269" fmla="*/ 4257196 h 5017219"/>
              <a:gd name="connsiteX53270" fmla="*/ 2212379 w 5799173"/>
              <a:gd name="connsiteY53270" fmla="*/ 4239083 h 5017219"/>
              <a:gd name="connsiteX53271" fmla="*/ 2212379 w 5799173"/>
              <a:gd name="connsiteY53271" fmla="*/ 4237588 h 5017219"/>
              <a:gd name="connsiteX53272" fmla="*/ 2222847 w 5799173"/>
              <a:gd name="connsiteY53272" fmla="*/ 4219476 h 5017219"/>
              <a:gd name="connsiteX53273" fmla="*/ 2224093 w 5799173"/>
              <a:gd name="connsiteY53273" fmla="*/ 4218728 h 5017219"/>
              <a:gd name="connsiteX53274" fmla="*/ 2245030 w 5799173"/>
              <a:gd name="connsiteY53274" fmla="*/ 4218728 h 5017219"/>
              <a:gd name="connsiteX53275" fmla="*/ 2246276 w 5799173"/>
              <a:gd name="connsiteY53275" fmla="*/ 4219476 h 5017219"/>
              <a:gd name="connsiteX53276" fmla="*/ 2256743 w 5799173"/>
              <a:gd name="connsiteY53276" fmla="*/ 4237587 h 5017219"/>
              <a:gd name="connsiteX53277" fmla="*/ 2256743 w 5799173"/>
              <a:gd name="connsiteY53277" fmla="*/ 4239082 h 5017219"/>
              <a:gd name="connsiteX53278" fmla="*/ 2246275 w 5799173"/>
              <a:gd name="connsiteY53278" fmla="*/ 4257195 h 5017219"/>
              <a:gd name="connsiteX53279" fmla="*/ 2245029 w 5799173"/>
              <a:gd name="connsiteY53279" fmla="*/ 4257943 h 5017219"/>
              <a:gd name="connsiteX53280" fmla="*/ 1622217 w 5799173"/>
              <a:gd name="connsiteY53280" fmla="*/ 4096673 h 5017219"/>
              <a:gd name="connsiteX53281" fmla="*/ 1620888 w 5799173"/>
              <a:gd name="connsiteY53281" fmla="*/ 4095925 h 5017219"/>
              <a:gd name="connsiteX53282" fmla="*/ 1610338 w 5799173"/>
              <a:gd name="connsiteY53282" fmla="*/ 4077562 h 5017219"/>
              <a:gd name="connsiteX53283" fmla="*/ 1610339 w 5799173"/>
              <a:gd name="connsiteY53283" fmla="*/ 4076065 h 5017219"/>
              <a:gd name="connsiteX53284" fmla="*/ 1620891 w 5799173"/>
              <a:gd name="connsiteY53284" fmla="*/ 4057701 h 5017219"/>
              <a:gd name="connsiteX53285" fmla="*/ 1622220 w 5799173"/>
              <a:gd name="connsiteY53285" fmla="*/ 4056952 h 5017219"/>
              <a:gd name="connsiteX53286" fmla="*/ 1643406 w 5799173"/>
              <a:gd name="connsiteY53286" fmla="*/ 4056951 h 5017219"/>
              <a:gd name="connsiteX53287" fmla="*/ 1644735 w 5799173"/>
              <a:gd name="connsiteY53287" fmla="*/ 4057699 h 5017219"/>
              <a:gd name="connsiteX53288" fmla="*/ 1655285 w 5799173"/>
              <a:gd name="connsiteY53288" fmla="*/ 4076062 h 5017219"/>
              <a:gd name="connsiteX53289" fmla="*/ 1655285 w 5799173"/>
              <a:gd name="connsiteY53289" fmla="*/ 4077559 h 5017219"/>
              <a:gd name="connsiteX53290" fmla="*/ 1644733 w 5799173"/>
              <a:gd name="connsiteY53290" fmla="*/ 4095924 h 5017219"/>
              <a:gd name="connsiteX53291" fmla="*/ 1643404 w 5799173"/>
              <a:gd name="connsiteY53291" fmla="*/ 4096672 h 5017219"/>
              <a:gd name="connsiteX53292" fmla="*/ 1682368 w 5799173"/>
              <a:gd name="connsiteY53292" fmla="*/ 4112836 h 5017219"/>
              <a:gd name="connsiteX53293" fmla="*/ 1681122 w 5799173"/>
              <a:gd name="connsiteY53293" fmla="*/ 4112088 h 5017219"/>
              <a:gd name="connsiteX53294" fmla="*/ 1670572 w 5799173"/>
              <a:gd name="connsiteY53294" fmla="*/ 4093809 h 5017219"/>
              <a:gd name="connsiteX53295" fmla="*/ 1670572 w 5799173"/>
              <a:gd name="connsiteY53295" fmla="*/ 4092314 h 5017219"/>
              <a:gd name="connsiteX53296" fmla="*/ 1681123 w 5799173"/>
              <a:gd name="connsiteY53296" fmla="*/ 4074035 h 5017219"/>
              <a:gd name="connsiteX53297" fmla="*/ 1682369 w 5799173"/>
              <a:gd name="connsiteY53297" fmla="*/ 4073287 h 5017219"/>
              <a:gd name="connsiteX53298" fmla="*/ 1703388 w 5799173"/>
              <a:gd name="connsiteY53298" fmla="*/ 4073286 h 5017219"/>
              <a:gd name="connsiteX53299" fmla="*/ 1704634 w 5799173"/>
              <a:gd name="connsiteY53299" fmla="*/ 4074034 h 5017219"/>
              <a:gd name="connsiteX53300" fmla="*/ 1715186 w 5799173"/>
              <a:gd name="connsiteY53300" fmla="*/ 4092312 h 5017219"/>
              <a:gd name="connsiteX53301" fmla="*/ 1715186 w 5799173"/>
              <a:gd name="connsiteY53301" fmla="*/ 4093809 h 5017219"/>
              <a:gd name="connsiteX53302" fmla="*/ 1704633 w 5799173"/>
              <a:gd name="connsiteY53302" fmla="*/ 4112087 h 5017219"/>
              <a:gd name="connsiteX53303" fmla="*/ 1703387 w 5799173"/>
              <a:gd name="connsiteY53303" fmla="*/ 4112835 h 5017219"/>
              <a:gd name="connsiteX53304" fmla="*/ 1802728 w 5799173"/>
              <a:gd name="connsiteY53304" fmla="*/ 4145137 h 5017219"/>
              <a:gd name="connsiteX53305" fmla="*/ 1801481 w 5799173"/>
              <a:gd name="connsiteY53305" fmla="*/ 4144389 h 5017219"/>
              <a:gd name="connsiteX53306" fmla="*/ 1790931 w 5799173"/>
              <a:gd name="connsiteY53306" fmla="*/ 4126111 h 5017219"/>
              <a:gd name="connsiteX53307" fmla="*/ 1790931 w 5799173"/>
              <a:gd name="connsiteY53307" fmla="*/ 4124615 h 5017219"/>
              <a:gd name="connsiteX53308" fmla="*/ 1801482 w 5799173"/>
              <a:gd name="connsiteY53308" fmla="*/ 4106337 h 5017219"/>
              <a:gd name="connsiteX53309" fmla="*/ 1802728 w 5799173"/>
              <a:gd name="connsiteY53309" fmla="*/ 4105589 h 5017219"/>
              <a:gd name="connsiteX53310" fmla="*/ 1823747 w 5799173"/>
              <a:gd name="connsiteY53310" fmla="*/ 4105589 h 5017219"/>
              <a:gd name="connsiteX53311" fmla="*/ 1824993 w 5799173"/>
              <a:gd name="connsiteY53311" fmla="*/ 4106337 h 5017219"/>
              <a:gd name="connsiteX53312" fmla="*/ 1835544 w 5799173"/>
              <a:gd name="connsiteY53312" fmla="*/ 4124614 h 5017219"/>
              <a:gd name="connsiteX53313" fmla="*/ 1835544 w 5799173"/>
              <a:gd name="connsiteY53313" fmla="*/ 4126110 h 5017219"/>
              <a:gd name="connsiteX53314" fmla="*/ 1824992 w 5799173"/>
              <a:gd name="connsiteY53314" fmla="*/ 4144388 h 5017219"/>
              <a:gd name="connsiteX53315" fmla="*/ 1823746 w 5799173"/>
              <a:gd name="connsiteY53315" fmla="*/ 4145136 h 5017219"/>
              <a:gd name="connsiteX53316" fmla="*/ 1020234 w 5799173"/>
              <a:gd name="connsiteY53316" fmla="*/ 3935624 h 5017219"/>
              <a:gd name="connsiteX53317" fmla="*/ 1018905 w 5799173"/>
              <a:gd name="connsiteY53317" fmla="*/ 3934876 h 5017219"/>
              <a:gd name="connsiteX53318" fmla="*/ 1008271 w 5799173"/>
              <a:gd name="connsiteY53318" fmla="*/ 3916431 h 5017219"/>
              <a:gd name="connsiteX53319" fmla="*/ 1008271 w 5799173"/>
              <a:gd name="connsiteY53319" fmla="*/ 3914934 h 5017219"/>
              <a:gd name="connsiteX53320" fmla="*/ 1018906 w 5799173"/>
              <a:gd name="connsiteY53320" fmla="*/ 3896489 h 5017219"/>
              <a:gd name="connsiteX53321" fmla="*/ 1020235 w 5799173"/>
              <a:gd name="connsiteY53321" fmla="*/ 3895741 h 5017219"/>
              <a:gd name="connsiteX53322" fmla="*/ 1041504 w 5799173"/>
              <a:gd name="connsiteY53322" fmla="*/ 3895740 h 5017219"/>
              <a:gd name="connsiteX53323" fmla="*/ 1042833 w 5799173"/>
              <a:gd name="connsiteY53323" fmla="*/ 3896488 h 5017219"/>
              <a:gd name="connsiteX53324" fmla="*/ 1053467 w 5799173"/>
              <a:gd name="connsiteY53324" fmla="*/ 3914933 h 5017219"/>
              <a:gd name="connsiteX53325" fmla="*/ 1053467 w 5799173"/>
              <a:gd name="connsiteY53325" fmla="*/ 3916429 h 5017219"/>
              <a:gd name="connsiteX53326" fmla="*/ 1042832 w 5799173"/>
              <a:gd name="connsiteY53326" fmla="*/ 3934875 h 5017219"/>
              <a:gd name="connsiteX53327" fmla="*/ 1041503 w 5799173"/>
              <a:gd name="connsiteY53327" fmla="*/ 3935622 h 5017219"/>
              <a:gd name="connsiteX53328" fmla="*/ 959952 w 5799173"/>
              <a:gd name="connsiteY53328" fmla="*/ 3919627 h 5017219"/>
              <a:gd name="connsiteX53329" fmla="*/ 958622 w 5799173"/>
              <a:gd name="connsiteY53329" fmla="*/ 3918880 h 5017219"/>
              <a:gd name="connsiteX53330" fmla="*/ 947989 w 5799173"/>
              <a:gd name="connsiteY53330" fmla="*/ 3900352 h 5017219"/>
              <a:gd name="connsiteX53331" fmla="*/ 947988 w 5799173"/>
              <a:gd name="connsiteY53331" fmla="*/ 3898856 h 5017219"/>
              <a:gd name="connsiteX53332" fmla="*/ 958706 w 5799173"/>
              <a:gd name="connsiteY53332" fmla="*/ 3880328 h 5017219"/>
              <a:gd name="connsiteX53333" fmla="*/ 960035 w 5799173"/>
              <a:gd name="connsiteY53333" fmla="*/ 3879580 h 5017219"/>
              <a:gd name="connsiteX53334" fmla="*/ 981387 w 5799173"/>
              <a:gd name="connsiteY53334" fmla="*/ 3879579 h 5017219"/>
              <a:gd name="connsiteX53335" fmla="*/ 982716 w 5799173"/>
              <a:gd name="connsiteY53335" fmla="*/ 3880327 h 5017219"/>
              <a:gd name="connsiteX53336" fmla="*/ 993350 w 5799173"/>
              <a:gd name="connsiteY53336" fmla="*/ 3898855 h 5017219"/>
              <a:gd name="connsiteX53337" fmla="*/ 993350 w 5799173"/>
              <a:gd name="connsiteY53337" fmla="*/ 3900351 h 5017219"/>
              <a:gd name="connsiteX53338" fmla="*/ 982632 w 5799173"/>
              <a:gd name="connsiteY53338" fmla="*/ 3918880 h 5017219"/>
              <a:gd name="connsiteX53339" fmla="*/ 981303 w 5799173"/>
              <a:gd name="connsiteY53339" fmla="*/ 3919627 h 5017219"/>
              <a:gd name="connsiteX53340" fmla="*/ 899718 w 5799173"/>
              <a:gd name="connsiteY53340" fmla="*/ 3903529 h 5017219"/>
              <a:gd name="connsiteX53341" fmla="*/ 898389 w 5799173"/>
              <a:gd name="connsiteY53341" fmla="*/ 3902782 h 5017219"/>
              <a:gd name="connsiteX53342" fmla="*/ 887590 w 5799173"/>
              <a:gd name="connsiteY53342" fmla="*/ 3884086 h 5017219"/>
              <a:gd name="connsiteX53343" fmla="*/ 887590 w 5799173"/>
              <a:gd name="connsiteY53343" fmla="*/ 3882589 h 5017219"/>
              <a:gd name="connsiteX53344" fmla="*/ 898391 w 5799173"/>
              <a:gd name="connsiteY53344" fmla="*/ 3863894 h 5017219"/>
              <a:gd name="connsiteX53345" fmla="*/ 899720 w 5799173"/>
              <a:gd name="connsiteY53345" fmla="*/ 3863146 h 5017219"/>
              <a:gd name="connsiteX53346" fmla="*/ 921321 w 5799173"/>
              <a:gd name="connsiteY53346" fmla="*/ 3863144 h 5017219"/>
              <a:gd name="connsiteX53347" fmla="*/ 922650 w 5799173"/>
              <a:gd name="connsiteY53347" fmla="*/ 3863893 h 5017219"/>
              <a:gd name="connsiteX53348" fmla="*/ 933450 w 5799173"/>
              <a:gd name="connsiteY53348" fmla="*/ 3882587 h 5017219"/>
              <a:gd name="connsiteX53349" fmla="*/ 933451 w 5799173"/>
              <a:gd name="connsiteY53349" fmla="*/ 3884084 h 5017219"/>
              <a:gd name="connsiteX53350" fmla="*/ 922648 w 5799173"/>
              <a:gd name="connsiteY53350" fmla="*/ 3902781 h 5017219"/>
              <a:gd name="connsiteX53351" fmla="*/ 921319 w 5799173"/>
              <a:gd name="connsiteY53351" fmla="*/ 3903528 h 5017219"/>
              <a:gd name="connsiteX53352" fmla="*/ 2404422 w 5799173"/>
              <a:gd name="connsiteY53352" fmla="*/ 4306748 h 5017219"/>
              <a:gd name="connsiteX53353" fmla="*/ 2403093 w 5799173"/>
              <a:gd name="connsiteY53353" fmla="*/ 4306001 h 5017219"/>
              <a:gd name="connsiteX53354" fmla="*/ 2392377 w 5799173"/>
              <a:gd name="connsiteY53354" fmla="*/ 4287389 h 5017219"/>
              <a:gd name="connsiteX53355" fmla="*/ 2392377 w 5799173"/>
              <a:gd name="connsiteY53355" fmla="*/ 4285893 h 5017219"/>
              <a:gd name="connsiteX53356" fmla="*/ 2403095 w 5799173"/>
              <a:gd name="connsiteY53356" fmla="*/ 4267282 h 5017219"/>
              <a:gd name="connsiteX53357" fmla="*/ 2404423 w 5799173"/>
              <a:gd name="connsiteY53357" fmla="*/ 4266534 h 5017219"/>
              <a:gd name="connsiteX53358" fmla="*/ 2425859 w 5799173"/>
              <a:gd name="connsiteY53358" fmla="*/ 4266533 h 5017219"/>
              <a:gd name="connsiteX53359" fmla="*/ 2427188 w 5799173"/>
              <a:gd name="connsiteY53359" fmla="*/ 4267281 h 5017219"/>
              <a:gd name="connsiteX53360" fmla="*/ 2437904 w 5799173"/>
              <a:gd name="connsiteY53360" fmla="*/ 4285892 h 5017219"/>
              <a:gd name="connsiteX53361" fmla="*/ 2437904 w 5799173"/>
              <a:gd name="connsiteY53361" fmla="*/ 4287388 h 5017219"/>
              <a:gd name="connsiteX53362" fmla="*/ 2427187 w 5799173"/>
              <a:gd name="connsiteY53362" fmla="*/ 4306000 h 5017219"/>
              <a:gd name="connsiteX53363" fmla="*/ 2425858 w 5799173"/>
              <a:gd name="connsiteY53363" fmla="*/ 4306747 h 5017219"/>
              <a:gd name="connsiteX53364" fmla="*/ 719126 w 5799173"/>
              <a:gd name="connsiteY53364" fmla="*/ 3855363 h 5017219"/>
              <a:gd name="connsiteX53365" fmla="*/ 717797 w 5799173"/>
              <a:gd name="connsiteY53365" fmla="*/ 3854615 h 5017219"/>
              <a:gd name="connsiteX53366" fmla="*/ 706998 w 5799173"/>
              <a:gd name="connsiteY53366" fmla="*/ 3835837 h 5017219"/>
              <a:gd name="connsiteX53367" fmla="*/ 706998 w 5799173"/>
              <a:gd name="connsiteY53367" fmla="*/ 3834342 h 5017219"/>
              <a:gd name="connsiteX53368" fmla="*/ 717798 w 5799173"/>
              <a:gd name="connsiteY53368" fmla="*/ 3815564 h 5017219"/>
              <a:gd name="connsiteX53369" fmla="*/ 719127 w 5799173"/>
              <a:gd name="connsiteY53369" fmla="*/ 3814816 h 5017219"/>
              <a:gd name="connsiteX53370" fmla="*/ 740811 w 5799173"/>
              <a:gd name="connsiteY53370" fmla="*/ 3814815 h 5017219"/>
              <a:gd name="connsiteX53371" fmla="*/ 742141 w 5799173"/>
              <a:gd name="connsiteY53371" fmla="*/ 3815563 h 5017219"/>
              <a:gd name="connsiteX53372" fmla="*/ 752941 w 5799173"/>
              <a:gd name="connsiteY53372" fmla="*/ 3834341 h 5017219"/>
              <a:gd name="connsiteX53373" fmla="*/ 752941 w 5799173"/>
              <a:gd name="connsiteY53373" fmla="*/ 3835836 h 5017219"/>
              <a:gd name="connsiteX53374" fmla="*/ 742140 w 5799173"/>
              <a:gd name="connsiteY53374" fmla="*/ 3854614 h 5017219"/>
              <a:gd name="connsiteX53375" fmla="*/ 740810 w 5799173"/>
              <a:gd name="connsiteY53375" fmla="*/ 3855362 h 5017219"/>
              <a:gd name="connsiteX53376" fmla="*/ 839366 w 5799173"/>
              <a:gd name="connsiteY53376" fmla="*/ 3887781 h 5017219"/>
              <a:gd name="connsiteX53377" fmla="*/ 838037 w 5799173"/>
              <a:gd name="connsiteY53377" fmla="*/ 3887033 h 5017219"/>
              <a:gd name="connsiteX53378" fmla="*/ 827071 w 5799173"/>
              <a:gd name="connsiteY53378" fmla="*/ 3868004 h 5017219"/>
              <a:gd name="connsiteX53379" fmla="*/ 827071 w 5799173"/>
              <a:gd name="connsiteY53379" fmla="*/ 3866426 h 5017219"/>
              <a:gd name="connsiteX53380" fmla="*/ 838039 w 5799173"/>
              <a:gd name="connsiteY53380" fmla="*/ 3847397 h 5017219"/>
              <a:gd name="connsiteX53381" fmla="*/ 839368 w 5799173"/>
              <a:gd name="connsiteY53381" fmla="*/ 3846649 h 5017219"/>
              <a:gd name="connsiteX53382" fmla="*/ 861301 w 5799173"/>
              <a:gd name="connsiteY53382" fmla="*/ 3846647 h 5017219"/>
              <a:gd name="connsiteX53383" fmla="*/ 862631 w 5799173"/>
              <a:gd name="connsiteY53383" fmla="*/ 3847396 h 5017219"/>
              <a:gd name="connsiteX53384" fmla="*/ 873595 w 5799173"/>
              <a:gd name="connsiteY53384" fmla="*/ 3866423 h 5017219"/>
              <a:gd name="connsiteX53385" fmla="*/ 873595 w 5799173"/>
              <a:gd name="connsiteY53385" fmla="*/ 3868002 h 5017219"/>
              <a:gd name="connsiteX53386" fmla="*/ 862628 w 5799173"/>
              <a:gd name="connsiteY53386" fmla="*/ 3887032 h 5017219"/>
              <a:gd name="connsiteX53387" fmla="*/ 861299 w 5799173"/>
              <a:gd name="connsiteY53387" fmla="*/ 3887780 h 5017219"/>
              <a:gd name="connsiteX53388" fmla="*/ 1080073 w 5799173"/>
              <a:gd name="connsiteY53388" fmla="*/ 3952344 h 5017219"/>
              <a:gd name="connsiteX53389" fmla="*/ 1078743 w 5799173"/>
              <a:gd name="connsiteY53389" fmla="*/ 3951597 h 5017219"/>
              <a:gd name="connsiteX53390" fmla="*/ 1067860 w 5799173"/>
              <a:gd name="connsiteY53390" fmla="*/ 3932653 h 5017219"/>
              <a:gd name="connsiteX53391" fmla="*/ 1067860 w 5799173"/>
              <a:gd name="connsiteY53391" fmla="*/ 3931075 h 5017219"/>
              <a:gd name="connsiteX53392" fmla="*/ 1078828 w 5799173"/>
              <a:gd name="connsiteY53392" fmla="*/ 3912130 h 5017219"/>
              <a:gd name="connsiteX53393" fmla="*/ 1080157 w 5799173"/>
              <a:gd name="connsiteY53393" fmla="*/ 3911382 h 5017219"/>
              <a:gd name="connsiteX53394" fmla="*/ 1102007 w 5799173"/>
              <a:gd name="connsiteY53394" fmla="*/ 3911381 h 5017219"/>
              <a:gd name="connsiteX53395" fmla="*/ 1103337 w 5799173"/>
              <a:gd name="connsiteY53395" fmla="*/ 3912129 h 5017219"/>
              <a:gd name="connsiteX53396" fmla="*/ 1114219 w 5799173"/>
              <a:gd name="connsiteY53396" fmla="*/ 3931073 h 5017219"/>
              <a:gd name="connsiteX53397" fmla="*/ 1114219 w 5799173"/>
              <a:gd name="connsiteY53397" fmla="*/ 3932651 h 5017219"/>
              <a:gd name="connsiteX53398" fmla="*/ 1103251 w 5799173"/>
              <a:gd name="connsiteY53398" fmla="*/ 3951596 h 5017219"/>
              <a:gd name="connsiteX53399" fmla="*/ 1101922 w 5799173"/>
              <a:gd name="connsiteY53399" fmla="*/ 3952344 h 5017219"/>
              <a:gd name="connsiteX53400" fmla="*/ 779035 w 5799173"/>
              <a:gd name="connsiteY53400" fmla="*/ 3871963 h 5017219"/>
              <a:gd name="connsiteX53401" fmla="*/ 777706 w 5799173"/>
              <a:gd name="connsiteY53401" fmla="*/ 3871216 h 5017219"/>
              <a:gd name="connsiteX53402" fmla="*/ 766657 w 5799173"/>
              <a:gd name="connsiteY53402" fmla="*/ 3852106 h 5017219"/>
              <a:gd name="connsiteX53403" fmla="*/ 766657 w 5799173"/>
              <a:gd name="connsiteY53403" fmla="*/ 3850528 h 5017219"/>
              <a:gd name="connsiteX53404" fmla="*/ 777706 w 5799173"/>
              <a:gd name="connsiteY53404" fmla="*/ 3831418 h 5017219"/>
              <a:gd name="connsiteX53405" fmla="*/ 779035 w 5799173"/>
              <a:gd name="connsiteY53405" fmla="*/ 3830670 h 5017219"/>
              <a:gd name="connsiteX53406" fmla="*/ 801135 w 5799173"/>
              <a:gd name="connsiteY53406" fmla="*/ 3830670 h 5017219"/>
              <a:gd name="connsiteX53407" fmla="*/ 802464 w 5799173"/>
              <a:gd name="connsiteY53407" fmla="*/ 3831418 h 5017219"/>
              <a:gd name="connsiteX53408" fmla="*/ 813514 w 5799173"/>
              <a:gd name="connsiteY53408" fmla="*/ 3850527 h 5017219"/>
              <a:gd name="connsiteX53409" fmla="*/ 813514 w 5799173"/>
              <a:gd name="connsiteY53409" fmla="*/ 3852105 h 5017219"/>
              <a:gd name="connsiteX53410" fmla="*/ 802463 w 5799173"/>
              <a:gd name="connsiteY53410" fmla="*/ 3871216 h 5017219"/>
              <a:gd name="connsiteX53411" fmla="*/ 801135 w 5799173"/>
              <a:gd name="connsiteY53411" fmla="*/ 3871963 h 5017219"/>
              <a:gd name="connsiteX53412" fmla="*/ 1200335 w 5799173"/>
              <a:gd name="connsiteY53412" fmla="*/ 3984866 h 5017219"/>
              <a:gd name="connsiteX53413" fmla="*/ 1199006 w 5799173"/>
              <a:gd name="connsiteY53413" fmla="*/ 3984119 h 5017219"/>
              <a:gd name="connsiteX53414" fmla="*/ 1187957 w 5799173"/>
              <a:gd name="connsiteY53414" fmla="*/ 3965009 h 5017219"/>
              <a:gd name="connsiteX53415" fmla="*/ 1187957 w 5799173"/>
              <a:gd name="connsiteY53415" fmla="*/ 3963431 h 5017219"/>
              <a:gd name="connsiteX53416" fmla="*/ 1199006 w 5799173"/>
              <a:gd name="connsiteY53416" fmla="*/ 3944322 h 5017219"/>
              <a:gd name="connsiteX53417" fmla="*/ 1200335 w 5799173"/>
              <a:gd name="connsiteY53417" fmla="*/ 3943574 h 5017219"/>
              <a:gd name="connsiteX53418" fmla="*/ 1222435 w 5799173"/>
              <a:gd name="connsiteY53418" fmla="*/ 3943574 h 5017219"/>
              <a:gd name="connsiteX53419" fmla="*/ 1223764 w 5799173"/>
              <a:gd name="connsiteY53419" fmla="*/ 3944322 h 5017219"/>
              <a:gd name="connsiteX53420" fmla="*/ 1234814 w 5799173"/>
              <a:gd name="connsiteY53420" fmla="*/ 3963431 h 5017219"/>
              <a:gd name="connsiteX53421" fmla="*/ 1234814 w 5799173"/>
              <a:gd name="connsiteY53421" fmla="*/ 3965009 h 5017219"/>
              <a:gd name="connsiteX53422" fmla="*/ 1223763 w 5799173"/>
              <a:gd name="connsiteY53422" fmla="*/ 3984119 h 5017219"/>
              <a:gd name="connsiteX53423" fmla="*/ 1222435 w 5799173"/>
              <a:gd name="connsiteY53423" fmla="*/ 3984866 h 5017219"/>
              <a:gd name="connsiteX53424" fmla="*/ 1139981 w 5799173"/>
              <a:gd name="connsiteY53424" fmla="*/ 3969166 h 5017219"/>
              <a:gd name="connsiteX53425" fmla="*/ 1138568 w 5799173"/>
              <a:gd name="connsiteY53425" fmla="*/ 3968336 h 5017219"/>
              <a:gd name="connsiteX53426" fmla="*/ 1127353 w 5799173"/>
              <a:gd name="connsiteY53426" fmla="*/ 3948895 h 5017219"/>
              <a:gd name="connsiteX53427" fmla="*/ 1127353 w 5799173"/>
              <a:gd name="connsiteY53427" fmla="*/ 3947316 h 5017219"/>
              <a:gd name="connsiteX53428" fmla="*/ 1138568 w 5799173"/>
              <a:gd name="connsiteY53428" fmla="*/ 3927874 h 5017219"/>
              <a:gd name="connsiteX53429" fmla="*/ 1139981 w 5799173"/>
              <a:gd name="connsiteY53429" fmla="*/ 3927044 h 5017219"/>
              <a:gd name="connsiteX53430" fmla="*/ 1162495 w 5799173"/>
              <a:gd name="connsiteY53430" fmla="*/ 3927043 h 5017219"/>
              <a:gd name="connsiteX53431" fmla="*/ 1163908 w 5799173"/>
              <a:gd name="connsiteY53431" fmla="*/ 3927874 h 5017219"/>
              <a:gd name="connsiteX53432" fmla="*/ 1175124 w 5799173"/>
              <a:gd name="connsiteY53432" fmla="*/ 3947315 h 5017219"/>
              <a:gd name="connsiteX53433" fmla="*/ 1175123 w 5799173"/>
              <a:gd name="connsiteY53433" fmla="*/ 3948894 h 5017219"/>
              <a:gd name="connsiteX53434" fmla="*/ 1163908 w 5799173"/>
              <a:gd name="connsiteY53434" fmla="*/ 3968335 h 5017219"/>
              <a:gd name="connsiteX53435" fmla="*/ 1162495 w 5799173"/>
              <a:gd name="connsiteY53435" fmla="*/ 3969166 h 5017219"/>
              <a:gd name="connsiteX53436" fmla="*/ 2633832 w 5799173"/>
              <a:gd name="connsiteY53436" fmla="*/ 4418352 h 5017219"/>
              <a:gd name="connsiteX53437" fmla="*/ 2632835 w 5799173"/>
              <a:gd name="connsiteY53437" fmla="*/ 4417771 h 5017219"/>
              <a:gd name="connsiteX53438" fmla="*/ 2624695 w 5799173"/>
              <a:gd name="connsiteY53438" fmla="*/ 4403644 h 5017219"/>
              <a:gd name="connsiteX53439" fmla="*/ 2624696 w 5799173"/>
              <a:gd name="connsiteY53439" fmla="*/ 4402480 h 5017219"/>
              <a:gd name="connsiteX53440" fmla="*/ 2632838 w 5799173"/>
              <a:gd name="connsiteY53440" fmla="*/ 4388352 h 5017219"/>
              <a:gd name="connsiteX53441" fmla="*/ 2633835 w 5799173"/>
              <a:gd name="connsiteY53441" fmla="*/ 4387770 h 5017219"/>
              <a:gd name="connsiteX53442" fmla="*/ 2650119 w 5799173"/>
              <a:gd name="connsiteY53442" fmla="*/ 4387769 h 5017219"/>
              <a:gd name="connsiteX53443" fmla="*/ 2651116 w 5799173"/>
              <a:gd name="connsiteY53443" fmla="*/ 4388350 h 5017219"/>
              <a:gd name="connsiteX53444" fmla="*/ 2659256 w 5799173"/>
              <a:gd name="connsiteY53444" fmla="*/ 4402477 h 5017219"/>
              <a:gd name="connsiteX53445" fmla="*/ 2659256 w 5799173"/>
              <a:gd name="connsiteY53445" fmla="*/ 4403641 h 5017219"/>
              <a:gd name="connsiteX53446" fmla="*/ 2651114 w 5799173"/>
              <a:gd name="connsiteY53446" fmla="*/ 4417769 h 5017219"/>
              <a:gd name="connsiteX53447" fmla="*/ 2650117 w 5799173"/>
              <a:gd name="connsiteY53447" fmla="*/ 4418350 h 5017219"/>
              <a:gd name="connsiteX53448" fmla="*/ 1549439 w 5799173"/>
              <a:gd name="connsiteY53448" fmla="*/ 4130064 h 5017219"/>
              <a:gd name="connsiteX53449" fmla="*/ 1548359 w 5799173"/>
              <a:gd name="connsiteY53449" fmla="*/ 4129399 h 5017219"/>
              <a:gd name="connsiteX53450" fmla="*/ 1539303 w 5799173"/>
              <a:gd name="connsiteY53450" fmla="*/ 4113613 h 5017219"/>
              <a:gd name="connsiteX53451" fmla="*/ 1539304 w 5799173"/>
              <a:gd name="connsiteY53451" fmla="*/ 4112283 h 5017219"/>
              <a:gd name="connsiteX53452" fmla="*/ 1548443 w 5799173"/>
              <a:gd name="connsiteY53452" fmla="*/ 4096497 h 5017219"/>
              <a:gd name="connsiteX53453" fmla="*/ 1549522 w 5799173"/>
              <a:gd name="connsiteY53453" fmla="*/ 4095832 h 5017219"/>
              <a:gd name="connsiteX53454" fmla="*/ 1567717 w 5799173"/>
              <a:gd name="connsiteY53454" fmla="*/ 4095831 h 5017219"/>
              <a:gd name="connsiteX53455" fmla="*/ 1568797 w 5799173"/>
              <a:gd name="connsiteY53455" fmla="*/ 4096496 h 5017219"/>
              <a:gd name="connsiteX53456" fmla="*/ 1577853 w 5799173"/>
              <a:gd name="connsiteY53456" fmla="*/ 4112283 h 5017219"/>
              <a:gd name="connsiteX53457" fmla="*/ 1577853 w 5799173"/>
              <a:gd name="connsiteY53457" fmla="*/ 4113612 h 5017219"/>
              <a:gd name="connsiteX53458" fmla="*/ 1568712 w 5799173"/>
              <a:gd name="connsiteY53458" fmla="*/ 4129399 h 5017219"/>
              <a:gd name="connsiteX53459" fmla="*/ 1567633 w 5799173"/>
              <a:gd name="connsiteY53459" fmla="*/ 4130064 h 5017219"/>
              <a:gd name="connsiteX53460" fmla="*/ 2753091 w 5799173"/>
              <a:gd name="connsiteY53460" fmla="*/ 4452732 h 5017219"/>
              <a:gd name="connsiteX53461" fmla="*/ 2751928 w 5799173"/>
              <a:gd name="connsiteY53461" fmla="*/ 4452067 h 5017219"/>
              <a:gd name="connsiteX53462" fmla="*/ 2742706 w 5799173"/>
              <a:gd name="connsiteY53462" fmla="*/ 4436114 h 5017219"/>
              <a:gd name="connsiteX53463" fmla="*/ 2742706 w 5799173"/>
              <a:gd name="connsiteY53463" fmla="*/ 4434784 h 5017219"/>
              <a:gd name="connsiteX53464" fmla="*/ 2751929 w 5799173"/>
              <a:gd name="connsiteY53464" fmla="*/ 4418830 h 5017219"/>
              <a:gd name="connsiteX53465" fmla="*/ 2753092 w 5799173"/>
              <a:gd name="connsiteY53465" fmla="*/ 4418165 h 5017219"/>
              <a:gd name="connsiteX53466" fmla="*/ 2771536 w 5799173"/>
              <a:gd name="connsiteY53466" fmla="*/ 4418164 h 5017219"/>
              <a:gd name="connsiteX53467" fmla="*/ 2772699 w 5799173"/>
              <a:gd name="connsiteY53467" fmla="*/ 4418829 h 5017219"/>
              <a:gd name="connsiteX53468" fmla="*/ 2781920 w 5799173"/>
              <a:gd name="connsiteY53468" fmla="*/ 4434783 h 5017219"/>
              <a:gd name="connsiteX53469" fmla="*/ 2781920 w 5799173"/>
              <a:gd name="connsiteY53469" fmla="*/ 4436112 h 5017219"/>
              <a:gd name="connsiteX53470" fmla="*/ 2772697 w 5799173"/>
              <a:gd name="connsiteY53470" fmla="*/ 4452066 h 5017219"/>
              <a:gd name="connsiteX53471" fmla="*/ 2771534 w 5799173"/>
              <a:gd name="connsiteY53471" fmla="*/ 4452731 h 5017219"/>
              <a:gd name="connsiteX53472" fmla="*/ 3595539 w 5799173"/>
              <a:gd name="connsiteY53472" fmla="*/ 4678720 h 5017219"/>
              <a:gd name="connsiteX53473" fmla="*/ 3594376 w 5799173"/>
              <a:gd name="connsiteY53473" fmla="*/ 4678056 h 5017219"/>
              <a:gd name="connsiteX53474" fmla="*/ 3584989 w 5799173"/>
              <a:gd name="connsiteY53474" fmla="*/ 4661853 h 5017219"/>
              <a:gd name="connsiteX53475" fmla="*/ 3584989 w 5799173"/>
              <a:gd name="connsiteY53475" fmla="*/ 4660523 h 5017219"/>
              <a:gd name="connsiteX53476" fmla="*/ 3594378 w 5799173"/>
              <a:gd name="connsiteY53476" fmla="*/ 4644319 h 5017219"/>
              <a:gd name="connsiteX53477" fmla="*/ 3595541 w 5799173"/>
              <a:gd name="connsiteY53477" fmla="*/ 4643654 h 5017219"/>
              <a:gd name="connsiteX53478" fmla="*/ 3614234 w 5799173"/>
              <a:gd name="connsiteY53478" fmla="*/ 4643654 h 5017219"/>
              <a:gd name="connsiteX53479" fmla="*/ 3615397 w 5799173"/>
              <a:gd name="connsiteY53479" fmla="*/ 4644319 h 5017219"/>
              <a:gd name="connsiteX53480" fmla="*/ 3624784 w 5799173"/>
              <a:gd name="connsiteY53480" fmla="*/ 4660521 h 5017219"/>
              <a:gd name="connsiteX53481" fmla="*/ 3624784 w 5799173"/>
              <a:gd name="connsiteY53481" fmla="*/ 4661850 h 5017219"/>
              <a:gd name="connsiteX53482" fmla="*/ 3615395 w 5799173"/>
              <a:gd name="connsiteY53482" fmla="*/ 4678056 h 5017219"/>
              <a:gd name="connsiteX53483" fmla="*/ 3614232 w 5799173"/>
              <a:gd name="connsiteY53483" fmla="*/ 4678719 h 5017219"/>
              <a:gd name="connsiteX53484" fmla="*/ 3655716 w 5799173"/>
              <a:gd name="connsiteY53484" fmla="*/ 4694973 h 5017219"/>
              <a:gd name="connsiteX53485" fmla="*/ 3654553 w 5799173"/>
              <a:gd name="connsiteY53485" fmla="*/ 4694309 h 5017219"/>
              <a:gd name="connsiteX53486" fmla="*/ 3645166 w 5799173"/>
              <a:gd name="connsiteY53486" fmla="*/ 4678022 h 5017219"/>
              <a:gd name="connsiteX53487" fmla="*/ 3645166 w 5799173"/>
              <a:gd name="connsiteY53487" fmla="*/ 4676693 h 5017219"/>
              <a:gd name="connsiteX53488" fmla="*/ 3654554 w 5799173"/>
              <a:gd name="connsiteY53488" fmla="*/ 4660407 h 5017219"/>
              <a:gd name="connsiteX53489" fmla="*/ 3655718 w 5799173"/>
              <a:gd name="connsiteY53489" fmla="*/ 4659742 h 5017219"/>
              <a:gd name="connsiteX53490" fmla="*/ 3674494 w 5799173"/>
              <a:gd name="connsiteY53490" fmla="*/ 4659741 h 5017219"/>
              <a:gd name="connsiteX53491" fmla="*/ 3675657 w 5799173"/>
              <a:gd name="connsiteY53491" fmla="*/ 4660406 h 5017219"/>
              <a:gd name="connsiteX53492" fmla="*/ 3685044 w 5799173"/>
              <a:gd name="connsiteY53492" fmla="*/ 4676691 h 5017219"/>
              <a:gd name="connsiteX53493" fmla="*/ 3685044 w 5799173"/>
              <a:gd name="connsiteY53493" fmla="*/ 4678020 h 5017219"/>
              <a:gd name="connsiteX53494" fmla="*/ 3675655 w 5799173"/>
              <a:gd name="connsiteY53494" fmla="*/ 4694308 h 5017219"/>
              <a:gd name="connsiteX53495" fmla="*/ 3674492 w 5799173"/>
              <a:gd name="connsiteY53495" fmla="*/ 4694972 h 5017219"/>
              <a:gd name="connsiteX53496" fmla="*/ 3776050 w 5799173"/>
              <a:gd name="connsiteY53496" fmla="*/ 4727277 h 5017219"/>
              <a:gd name="connsiteX53497" fmla="*/ 3774887 w 5799173"/>
              <a:gd name="connsiteY53497" fmla="*/ 4726612 h 5017219"/>
              <a:gd name="connsiteX53498" fmla="*/ 3765500 w 5799173"/>
              <a:gd name="connsiteY53498" fmla="*/ 4710411 h 5017219"/>
              <a:gd name="connsiteX53499" fmla="*/ 3765500 w 5799173"/>
              <a:gd name="connsiteY53499" fmla="*/ 4709082 h 5017219"/>
              <a:gd name="connsiteX53500" fmla="*/ 3774888 w 5799173"/>
              <a:gd name="connsiteY53500" fmla="*/ 4692880 h 5017219"/>
              <a:gd name="connsiteX53501" fmla="*/ 3776051 w 5799173"/>
              <a:gd name="connsiteY53501" fmla="*/ 4692215 h 5017219"/>
              <a:gd name="connsiteX53502" fmla="*/ 3794744 w 5799173"/>
              <a:gd name="connsiteY53502" fmla="*/ 4692214 h 5017219"/>
              <a:gd name="connsiteX53503" fmla="*/ 3795907 w 5799173"/>
              <a:gd name="connsiteY53503" fmla="*/ 4692879 h 5017219"/>
              <a:gd name="connsiteX53504" fmla="*/ 3805295 w 5799173"/>
              <a:gd name="connsiteY53504" fmla="*/ 4709081 h 5017219"/>
              <a:gd name="connsiteX53505" fmla="*/ 3805295 w 5799173"/>
              <a:gd name="connsiteY53505" fmla="*/ 4710410 h 5017219"/>
              <a:gd name="connsiteX53506" fmla="*/ 3795907 w 5799173"/>
              <a:gd name="connsiteY53506" fmla="*/ 4726612 h 5017219"/>
              <a:gd name="connsiteX53507" fmla="*/ 3794744 w 5799173"/>
              <a:gd name="connsiteY53507" fmla="*/ 4727276 h 5017219"/>
              <a:gd name="connsiteX53508" fmla="*/ 3836145 w 5799173"/>
              <a:gd name="connsiteY53508" fmla="*/ 4743613 h 5017219"/>
              <a:gd name="connsiteX53509" fmla="*/ 3834982 w 5799173"/>
              <a:gd name="connsiteY53509" fmla="*/ 4742948 h 5017219"/>
              <a:gd name="connsiteX53510" fmla="*/ 3825511 w 5799173"/>
              <a:gd name="connsiteY53510" fmla="*/ 4726581 h 5017219"/>
              <a:gd name="connsiteX53511" fmla="*/ 3825511 w 5799173"/>
              <a:gd name="connsiteY53511" fmla="*/ 4725251 h 5017219"/>
              <a:gd name="connsiteX53512" fmla="*/ 3834982 w 5799173"/>
              <a:gd name="connsiteY53512" fmla="*/ 4708884 h 5017219"/>
              <a:gd name="connsiteX53513" fmla="*/ 3836145 w 5799173"/>
              <a:gd name="connsiteY53513" fmla="*/ 4708219 h 5017219"/>
              <a:gd name="connsiteX53514" fmla="*/ 3855087 w 5799173"/>
              <a:gd name="connsiteY53514" fmla="*/ 4708219 h 5017219"/>
              <a:gd name="connsiteX53515" fmla="*/ 3856250 w 5799173"/>
              <a:gd name="connsiteY53515" fmla="*/ 4708884 h 5017219"/>
              <a:gd name="connsiteX53516" fmla="*/ 3865721 w 5799173"/>
              <a:gd name="connsiteY53516" fmla="*/ 4725250 h 5017219"/>
              <a:gd name="connsiteX53517" fmla="*/ 3865721 w 5799173"/>
              <a:gd name="connsiteY53517" fmla="*/ 4726580 h 5017219"/>
              <a:gd name="connsiteX53518" fmla="*/ 3856249 w 5799173"/>
              <a:gd name="connsiteY53518" fmla="*/ 4742947 h 5017219"/>
              <a:gd name="connsiteX53519" fmla="*/ 3855087 w 5799173"/>
              <a:gd name="connsiteY53519" fmla="*/ 4743612 h 5017219"/>
              <a:gd name="connsiteX53520" fmla="*/ 3715676 w 5799173"/>
              <a:gd name="connsiteY53520" fmla="*/ 4711339 h 5017219"/>
              <a:gd name="connsiteX53521" fmla="*/ 3714513 w 5799173"/>
              <a:gd name="connsiteY53521" fmla="*/ 4710675 h 5017219"/>
              <a:gd name="connsiteX53522" fmla="*/ 3704877 w 5799173"/>
              <a:gd name="connsiteY53522" fmla="*/ 4694056 h 5017219"/>
              <a:gd name="connsiteX53523" fmla="*/ 3704877 w 5799173"/>
              <a:gd name="connsiteY53523" fmla="*/ 4692726 h 5017219"/>
              <a:gd name="connsiteX53524" fmla="*/ 3714516 w 5799173"/>
              <a:gd name="connsiteY53524" fmla="*/ 4676105 h 5017219"/>
              <a:gd name="connsiteX53525" fmla="*/ 3715679 w 5799173"/>
              <a:gd name="connsiteY53525" fmla="*/ 4675440 h 5017219"/>
              <a:gd name="connsiteX53526" fmla="*/ 3734871 w 5799173"/>
              <a:gd name="connsiteY53526" fmla="*/ 4675439 h 5017219"/>
              <a:gd name="connsiteX53527" fmla="*/ 3736034 w 5799173"/>
              <a:gd name="connsiteY53527" fmla="*/ 4676103 h 5017219"/>
              <a:gd name="connsiteX53528" fmla="*/ 3745670 w 5799173"/>
              <a:gd name="connsiteY53528" fmla="*/ 4692722 h 5017219"/>
              <a:gd name="connsiteX53529" fmla="*/ 3745670 w 5799173"/>
              <a:gd name="connsiteY53529" fmla="*/ 4694052 h 5017219"/>
              <a:gd name="connsiteX53530" fmla="*/ 3736032 w 5799173"/>
              <a:gd name="connsiteY53530" fmla="*/ 4710674 h 5017219"/>
              <a:gd name="connsiteX53531" fmla="*/ 3734869 w 5799173"/>
              <a:gd name="connsiteY53531" fmla="*/ 4711337 h 5017219"/>
              <a:gd name="connsiteX53532" fmla="*/ 3956444 w 5799173"/>
              <a:gd name="connsiteY53532" fmla="*/ 4775992 h 5017219"/>
              <a:gd name="connsiteX53533" fmla="*/ 3955281 w 5799173"/>
              <a:gd name="connsiteY53533" fmla="*/ 4775327 h 5017219"/>
              <a:gd name="connsiteX53534" fmla="*/ 3945727 w 5799173"/>
              <a:gd name="connsiteY53534" fmla="*/ 4758793 h 5017219"/>
              <a:gd name="connsiteX53535" fmla="*/ 3945727 w 5799173"/>
              <a:gd name="connsiteY53535" fmla="*/ 4757463 h 5017219"/>
              <a:gd name="connsiteX53536" fmla="*/ 3955282 w 5799173"/>
              <a:gd name="connsiteY53536" fmla="*/ 4740929 h 5017219"/>
              <a:gd name="connsiteX53537" fmla="*/ 3956445 w 5799173"/>
              <a:gd name="connsiteY53537" fmla="*/ 4740263 h 5017219"/>
              <a:gd name="connsiteX53538" fmla="*/ 3975553 w 5799173"/>
              <a:gd name="connsiteY53538" fmla="*/ 4740263 h 5017219"/>
              <a:gd name="connsiteX53539" fmla="*/ 3976716 w 5799173"/>
              <a:gd name="connsiteY53539" fmla="*/ 4740928 h 5017219"/>
              <a:gd name="connsiteX53540" fmla="*/ 3986270 w 5799173"/>
              <a:gd name="connsiteY53540" fmla="*/ 4757462 h 5017219"/>
              <a:gd name="connsiteX53541" fmla="*/ 3986270 w 5799173"/>
              <a:gd name="connsiteY53541" fmla="*/ 4758792 h 5017219"/>
              <a:gd name="connsiteX53542" fmla="*/ 3976715 w 5799173"/>
              <a:gd name="connsiteY53542" fmla="*/ 4775326 h 5017219"/>
              <a:gd name="connsiteX53543" fmla="*/ 3975552 w 5799173"/>
              <a:gd name="connsiteY53543" fmla="*/ 4775991 h 5017219"/>
              <a:gd name="connsiteX53544" fmla="*/ 4016541 w 5799173"/>
              <a:gd name="connsiteY53544" fmla="*/ 4792318 h 5017219"/>
              <a:gd name="connsiteX53545" fmla="*/ 4015377 w 5799173"/>
              <a:gd name="connsiteY53545" fmla="*/ 4791653 h 5017219"/>
              <a:gd name="connsiteX53546" fmla="*/ 4005741 w 5799173"/>
              <a:gd name="connsiteY53546" fmla="*/ 4774952 h 5017219"/>
              <a:gd name="connsiteX53547" fmla="*/ 4005741 w 5799173"/>
              <a:gd name="connsiteY53547" fmla="*/ 4773623 h 5017219"/>
              <a:gd name="connsiteX53548" fmla="*/ 4015379 w 5799173"/>
              <a:gd name="connsiteY53548" fmla="*/ 4756922 h 5017219"/>
              <a:gd name="connsiteX53549" fmla="*/ 4016542 w 5799173"/>
              <a:gd name="connsiteY53549" fmla="*/ 4756257 h 5017219"/>
              <a:gd name="connsiteX53550" fmla="*/ 4035900 w 5799173"/>
              <a:gd name="connsiteY53550" fmla="*/ 4756256 h 5017219"/>
              <a:gd name="connsiteX53551" fmla="*/ 4037063 w 5799173"/>
              <a:gd name="connsiteY53551" fmla="*/ 4756922 h 5017219"/>
              <a:gd name="connsiteX53552" fmla="*/ 4046700 w 5799173"/>
              <a:gd name="connsiteY53552" fmla="*/ 4773622 h 5017219"/>
              <a:gd name="connsiteX53553" fmla="*/ 4046700 w 5799173"/>
              <a:gd name="connsiteY53553" fmla="*/ 4774951 h 5017219"/>
              <a:gd name="connsiteX53554" fmla="*/ 4037062 w 5799173"/>
              <a:gd name="connsiteY53554" fmla="*/ 4791652 h 5017219"/>
              <a:gd name="connsiteX53555" fmla="*/ 4035898 w 5799173"/>
              <a:gd name="connsiteY53555" fmla="*/ 4792317 h 5017219"/>
              <a:gd name="connsiteX53556" fmla="*/ 3896164 w 5799173"/>
              <a:gd name="connsiteY53556" fmla="*/ 4760080 h 5017219"/>
              <a:gd name="connsiteX53557" fmla="*/ 3895000 w 5799173"/>
              <a:gd name="connsiteY53557" fmla="*/ 4759416 h 5017219"/>
              <a:gd name="connsiteX53558" fmla="*/ 3885364 w 5799173"/>
              <a:gd name="connsiteY53558" fmla="*/ 4742715 h 5017219"/>
              <a:gd name="connsiteX53559" fmla="*/ 3885364 w 5799173"/>
              <a:gd name="connsiteY53559" fmla="*/ 4741386 h 5017219"/>
              <a:gd name="connsiteX53560" fmla="*/ 3895001 w 5799173"/>
              <a:gd name="connsiteY53560" fmla="*/ 4724685 h 5017219"/>
              <a:gd name="connsiteX53561" fmla="*/ 3896165 w 5799173"/>
              <a:gd name="connsiteY53561" fmla="*/ 4724020 h 5017219"/>
              <a:gd name="connsiteX53562" fmla="*/ 3915523 w 5799173"/>
              <a:gd name="connsiteY53562" fmla="*/ 4724019 h 5017219"/>
              <a:gd name="connsiteX53563" fmla="*/ 3916685 w 5799173"/>
              <a:gd name="connsiteY53563" fmla="*/ 4724685 h 5017219"/>
              <a:gd name="connsiteX53564" fmla="*/ 3926323 w 5799173"/>
              <a:gd name="connsiteY53564" fmla="*/ 4741384 h 5017219"/>
              <a:gd name="connsiteX53565" fmla="*/ 3926323 w 5799173"/>
              <a:gd name="connsiteY53565" fmla="*/ 4742713 h 5017219"/>
              <a:gd name="connsiteX53566" fmla="*/ 3916684 w 5799173"/>
              <a:gd name="connsiteY53566" fmla="*/ 4759415 h 5017219"/>
              <a:gd name="connsiteX53567" fmla="*/ 3915521 w 5799173"/>
              <a:gd name="connsiteY53567" fmla="*/ 4760079 h 5017219"/>
              <a:gd name="connsiteX53568" fmla="*/ 3354402 w 5799173"/>
              <a:gd name="connsiteY53568" fmla="*/ 4614920 h 5017219"/>
              <a:gd name="connsiteX53569" fmla="*/ 3353239 w 5799173"/>
              <a:gd name="connsiteY53569" fmla="*/ 4614255 h 5017219"/>
              <a:gd name="connsiteX53570" fmla="*/ 3343520 w 5799173"/>
              <a:gd name="connsiteY53570" fmla="*/ 4597304 h 5017219"/>
              <a:gd name="connsiteX53571" fmla="*/ 3343520 w 5799173"/>
              <a:gd name="connsiteY53571" fmla="*/ 4595892 h 5017219"/>
              <a:gd name="connsiteX53572" fmla="*/ 3353325 w 5799173"/>
              <a:gd name="connsiteY53572" fmla="*/ 4578939 h 5017219"/>
              <a:gd name="connsiteX53573" fmla="*/ 3354487 w 5799173"/>
              <a:gd name="connsiteY53573" fmla="*/ 4578274 h 5017219"/>
              <a:gd name="connsiteX53574" fmla="*/ 3374012 w 5799173"/>
              <a:gd name="connsiteY53574" fmla="*/ 4578273 h 5017219"/>
              <a:gd name="connsiteX53575" fmla="*/ 3375175 w 5799173"/>
              <a:gd name="connsiteY53575" fmla="*/ 4578938 h 5017219"/>
              <a:gd name="connsiteX53576" fmla="*/ 3384894 w 5799173"/>
              <a:gd name="connsiteY53576" fmla="*/ 4595889 h 5017219"/>
              <a:gd name="connsiteX53577" fmla="*/ 3384894 w 5799173"/>
              <a:gd name="connsiteY53577" fmla="*/ 4597301 h 5017219"/>
              <a:gd name="connsiteX53578" fmla="*/ 3375089 w 5799173"/>
              <a:gd name="connsiteY53578" fmla="*/ 4614254 h 5017219"/>
              <a:gd name="connsiteX53579" fmla="*/ 3373926 w 5799173"/>
              <a:gd name="connsiteY53579" fmla="*/ 4614919 h 5017219"/>
              <a:gd name="connsiteX53580" fmla="*/ 3474730 w 5799173"/>
              <a:gd name="connsiteY53580" fmla="*/ 4647339 h 5017219"/>
              <a:gd name="connsiteX53581" fmla="*/ 3473567 w 5799173"/>
              <a:gd name="connsiteY53581" fmla="*/ 4646674 h 5017219"/>
              <a:gd name="connsiteX53582" fmla="*/ 3463847 w 5799173"/>
              <a:gd name="connsiteY53582" fmla="*/ 4629724 h 5017219"/>
              <a:gd name="connsiteX53583" fmla="*/ 3463847 w 5799173"/>
              <a:gd name="connsiteY53583" fmla="*/ 4628312 h 5017219"/>
              <a:gd name="connsiteX53584" fmla="*/ 3473651 w 5799173"/>
              <a:gd name="connsiteY53584" fmla="*/ 4611362 h 5017219"/>
              <a:gd name="connsiteX53585" fmla="*/ 3474814 w 5799173"/>
              <a:gd name="connsiteY53585" fmla="*/ 4610697 h 5017219"/>
              <a:gd name="connsiteX53586" fmla="*/ 3494338 w 5799173"/>
              <a:gd name="connsiteY53586" fmla="*/ 4610696 h 5017219"/>
              <a:gd name="connsiteX53587" fmla="*/ 3495501 w 5799173"/>
              <a:gd name="connsiteY53587" fmla="*/ 4611361 h 5017219"/>
              <a:gd name="connsiteX53588" fmla="*/ 3505220 w 5799173"/>
              <a:gd name="connsiteY53588" fmla="*/ 4628311 h 5017219"/>
              <a:gd name="connsiteX53589" fmla="*/ 3505220 w 5799173"/>
              <a:gd name="connsiteY53589" fmla="*/ 4629723 h 5017219"/>
              <a:gd name="connsiteX53590" fmla="*/ 3495417 w 5799173"/>
              <a:gd name="connsiteY53590" fmla="*/ 4646673 h 5017219"/>
              <a:gd name="connsiteX53591" fmla="*/ 3494254 w 5799173"/>
              <a:gd name="connsiteY53591" fmla="*/ 4647338 h 5017219"/>
              <a:gd name="connsiteX53592" fmla="*/ 2692305 w 5799173"/>
              <a:gd name="connsiteY53592" fmla="*/ 4437791 h 5017219"/>
              <a:gd name="connsiteX53593" fmla="*/ 2691142 w 5799173"/>
              <a:gd name="connsiteY53593" fmla="*/ 4437126 h 5017219"/>
              <a:gd name="connsiteX53594" fmla="*/ 2681339 w 5799173"/>
              <a:gd name="connsiteY53594" fmla="*/ 4420093 h 5017219"/>
              <a:gd name="connsiteX53595" fmla="*/ 2681339 w 5799173"/>
              <a:gd name="connsiteY53595" fmla="*/ 4418681 h 5017219"/>
              <a:gd name="connsiteX53596" fmla="*/ 2691142 w 5799173"/>
              <a:gd name="connsiteY53596" fmla="*/ 4401648 h 5017219"/>
              <a:gd name="connsiteX53597" fmla="*/ 2692306 w 5799173"/>
              <a:gd name="connsiteY53597" fmla="*/ 4400983 h 5017219"/>
              <a:gd name="connsiteX53598" fmla="*/ 2711913 w 5799173"/>
              <a:gd name="connsiteY53598" fmla="*/ 4400982 h 5017219"/>
              <a:gd name="connsiteX53599" fmla="*/ 2713075 w 5799173"/>
              <a:gd name="connsiteY53599" fmla="*/ 4401648 h 5017219"/>
              <a:gd name="connsiteX53600" fmla="*/ 2722879 w 5799173"/>
              <a:gd name="connsiteY53600" fmla="*/ 4418680 h 5017219"/>
              <a:gd name="connsiteX53601" fmla="*/ 2722879 w 5799173"/>
              <a:gd name="connsiteY53601" fmla="*/ 4420093 h 5017219"/>
              <a:gd name="connsiteX53602" fmla="*/ 2713075 w 5799173"/>
              <a:gd name="connsiteY53602" fmla="*/ 4437125 h 5017219"/>
              <a:gd name="connsiteX53603" fmla="*/ 2711911 w 5799173"/>
              <a:gd name="connsiteY53603" fmla="*/ 4437791 h 5017219"/>
              <a:gd name="connsiteX53604" fmla="*/ 2812641 w 5799173"/>
              <a:gd name="connsiteY53604" fmla="*/ 4470093 h 5017219"/>
              <a:gd name="connsiteX53605" fmla="*/ 2811478 w 5799173"/>
              <a:gd name="connsiteY53605" fmla="*/ 4469428 h 5017219"/>
              <a:gd name="connsiteX53606" fmla="*/ 2801758 w 5799173"/>
              <a:gd name="connsiteY53606" fmla="*/ 4452480 h 5017219"/>
              <a:gd name="connsiteX53607" fmla="*/ 2801758 w 5799173"/>
              <a:gd name="connsiteY53607" fmla="*/ 4451068 h 5017219"/>
              <a:gd name="connsiteX53608" fmla="*/ 2811562 w 5799173"/>
              <a:gd name="connsiteY53608" fmla="*/ 4434119 h 5017219"/>
              <a:gd name="connsiteX53609" fmla="*/ 2812724 w 5799173"/>
              <a:gd name="connsiteY53609" fmla="*/ 4433454 h 5017219"/>
              <a:gd name="connsiteX53610" fmla="*/ 2832249 w 5799173"/>
              <a:gd name="connsiteY53610" fmla="*/ 4433454 h 5017219"/>
              <a:gd name="connsiteX53611" fmla="*/ 2833412 w 5799173"/>
              <a:gd name="connsiteY53611" fmla="*/ 4434119 h 5017219"/>
              <a:gd name="connsiteX53612" fmla="*/ 2843131 w 5799173"/>
              <a:gd name="connsiteY53612" fmla="*/ 4451067 h 5017219"/>
              <a:gd name="connsiteX53613" fmla="*/ 2843131 w 5799173"/>
              <a:gd name="connsiteY53613" fmla="*/ 4452479 h 5017219"/>
              <a:gd name="connsiteX53614" fmla="*/ 2833328 w 5799173"/>
              <a:gd name="connsiteY53614" fmla="*/ 4469428 h 5017219"/>
              <a:gd name="connsiteX53615" fmla="*/ 2832165 w 5799173"/>
              <a:gd name="connsiteY53615" fmla="*/ 4470093 h 5017219"/>
              <a:gd name="connsiteX53616" fmla="*/ 3414516 w 5799173"/>
              <a:gd name="connsiteY53616" fmla="*/ 4631399 h 5017219"/>
              <a:gd name="connsiteX53617" fmla="*/ 3413353 w 5799173"/>
              <a:gd name="connsiteY53617" fmla="*/ 4630734 h 5017219"/>
              <a:gd name="connsiteX53618" fmla="*/ 3403550 w 5799173"/>
              <a:gd name="connsiteY53618" fmla="*/ 4613702 h 5017219"/>
              <a:gd name="connsiteX53619" fmla="*/ 3403550 w 5799173"/>
              <a:gd name="connsiteY53619" fmla="*/ 4612290 h 5017219"/>
              <a:gd name="connsiteX53620" fmla="*/ 3413353 w 5799173"/>
              <a:gd name="connsiteY53620" fmla="*/ 4595258 h 5017219"/>
              <a:gd name="connsiteX53621" fmla="*/ 3414517 w 5799173"/>
              <a:gd name="connsiteY53621" fmla="*/ 4594593 h 5017219"/>
              <a:gd name="connsiteX53622" fmla="*/ 3434123 w 5799173"/>
              <a:gd name="connsiteY53622" fmla="*/ 4594593 h 5017219"/>
              <a:gd name="connsiteX53623" fmla="*/ 3435286 w 5799173"/>
              <a:gd name="connsiteY53623" fmla="*/ 4595258 h 5017219"/>
              <a:gd name="connsiteX53624" fmla="*/ 3445090 w 5799173"/>
              <a:gd name="connsiteY53624" fmla="*/ 4612289 h 5017219"/>
              <a:gd name="connsiteX53625" fmla="*/ 3445090 w 5799173"/>
              <a:gd name="connsiteY53625" fmla="*/ 4613701 h 5017219"/>
              <a:gd name="connsiteX53626" fmla="*/ 3435286 w 5799173"/>
              <a:gd name="connsiteY53626" fmla="*/ 4630734 h 5017219"/>
              <a:gd name="connsiteX53627" fmla="*/ 3434123 w 5799173"/>
              <a:gd name="connsiteY53627" fmla="*/ 4631398 h 5017219"/>
              <a:gd name="connsiteX53628" fmla="*/ 3534879 w 5799173"/>
              <a:gd name="connsiteY53628" fmla="*/ 4663689 h 5017219"/>
              <a:gd name="connsiteX53629" fmla="*/ 3533716 w 5799173"/>
              <a:gd name="connsiteY53629" fmla="*/ 4663024 h 5017219"/>
              <a:gd name="connsiteX53630" fmla="*/ 3523913 w 5799173"/>
              <a:gd name="connsiteY53630" fmla="*/ 4645993 h 5017219"/>
              <a:gd name="connsiteX53631" fmla="*/ 3523913 w 5799173"/>
              <a:gd name="connsiteY53631" fmla="*/ 4644581 h 5017219"/>
              <a:gd name="connsiteX53632" fmla="*/ 3533716 w 5799173"/>
              <a:gd name="connsiteY53632" fmla="*/ 4627549 h 5017219"/>
              <a:gd name="connsiteX53633" fmla="*/ 3534879 w 5799173"/>
              <a:gd name="connsiteY53633" fmla="*/ 4626884 h 5017219"/>
              <a:gd name="connsiteX53634" fmla="*/ 3554486 w 5799173"/>
              <a:gd name="connsiteY53634" fmla="*/ 4626884 h 5017219"/>
              <a:gd name="connsiteX53635" fmla="*/ 3555649 w 5799173"/>
              <a:gd name="connsiteY53635" fmla="*/ 4627549 h 5017219"/>
              <a:gd name="connsiteX53636" fmla="*/ 3565453 w 5799173"/>
              <a:gd name="connsiteY53636" fmla="*/ 4644581 h 5017219"/>
              <a:gd name="connsiteX53637" fmla="*/ 3565453 w 5799173"/>
              <a:gd name="connsiteY53637" fmla="*/ 4645993 h 5017219"/>
              <a:gd name="connsiteX53638" fmla="*/ 3555649 w 5799173"/>
              <a:gd name="connsiteY53638" fmla="*/ 4663024 h 5017219"/>
              <a:gd name="connsiteX53639" fmla="*/ 3554486 w 5799173"/>
              <a:gd name="connsiteY53639" fmla="*/ 4663689 h 5017219"/>
              <a:gd name="connsiteX53640" fmla="*/ 3233890 w 5799173"/>
              <a:gd name="connsiteY53640" fmla="*/ 4583041 h 5017219"/>
              <a:gd name="connsiteX53641" fmla="*/ 3232726 w 5799173"/>
              <a:gd name="connsiteY53641" fmla="*/ 4582377 h 5017219"/>
              <a:gd name="connsiteX53642" fmla="*/ 3222840 w 5799173"/>
              <a:gd name="connsiteY53642" fmla="*/ 4565259 h 5017219"/>
              <a:gd name="connsiteX53643" fmla="*/ 3222840 w 5799173"/>
              <a:gd name="connsiteY53643" fmla="*/ 4563847 h 5017219"/>
              <a:gd name="connsiteX53644" fmla="*/ 3232727 w 5799173"/>
              <a:gd name="connsiteY53644" fmla="*/ 4546731 h 5017219"/>
              <a:gd name="connsiteX53645" fmla="*/ 3233891 w 5799173"/>
              <a:gd name="connsiteY53645" fmla="*/ 4546065 h 5017219"/>
              <a:gd name="connsiteX53646" fmla="*/ 3253581 w 5799173"/>
              <a:gd name="connsiteY53646" fmla="*/ 4546065 h 5017219"/>
              <a:gd name="connsiteX53647" fmla="*/ 3254744 w 5799173"/>
              <a:gd name="connsiteY53647" fmla="*/ 4546730 h 5017219"/>
              <a:gd name="connsiteX53648" fmla="*/ 3264630 w 5799173"/>
              <a:gd name="connsiteY53648" fmla="*/ 4563846 h 5017219"/>
              <a:gd name="connsiteX53649" fmla="*/ 3264630 w 5799173"/>
              <a:gd name="connsiteY53649" fmla="*/ 4565258 h 5017219"/>
              <a:gd name="connsiteX53650" fmla="*/ 3254742 w 5799173"/>
              <a:gd name="connsiteY53650" fmla="*/ 4582376 h 5017219"/>
              <a:gd name="connsiteX53651" fmla="*/ 3253579 w 5799173"/>
              <a:gd name="connsiteY53651" fmla="*/ 4583040 h 5017219"/>
              <a:gd name="connsiteX53652" fmla="*/ 3113566 w 5799173"/>
              <a:gd name="connsiteY53652" fmla="*/ 4550833 h 5017219"/>
              <a:gd name="connsiteX53653" fmla="*/ 3112403 w 5799173"/>
              <a:gd name="connsiteY53653" fmla="*/ 4550168 h 5017219"/>
              <a:gd name="connsiteX53654" fmla="*/ 3102600 w 5799173"/>
              <a:gd name="connsiteY53654" fmla="*/ 4533137 h 5017219"/>
              <a:gd name="connsiteX53655" fmla="*/ 3102600 w 5799173"/>
              <a:gd name="connsiteY53655" fmla="*/ 4531725 h 5017219"/>
              <a:gd name="connsiteX53656" fmla="*/ 3112403 w 5799173"/>
              <a:gd name="connsiteY53656" fmla="*/ 4514694 h 5017219"/>
              <a:gd name="connsiteX53657" fmla="*/ 3113566 w 5799173"/>
              <a:gd name="connsiteY53657" fmla="*/ 4514029 h 5017219"/>
              <a:gd name="connsiteX53658" fmla="*/ 3133173 w 5799173"/>
              <a:gd name="connsiteY53658" fmla="*/ 4514029 h 5017219"/>
              <a:gd name="connsiteX53659" fmla="*/ 3134336 w 5799173"/>
              <a:gd name="connsiteY53659" fmla="*/ 4514694 h 5017219"/>
              <a:gd name="connsiteX53660" fmla="*/ 3144140 w 5799173"/>
              <a:gd name="connsiteY53660" fmla="*/ 4531725 h 5017219"/>
              <a:gd name="connsiteX53661" fmla="*/ 3144140 w 5799173"/>
              <a:gd name="connsiteY53661" fmla="*/ 4533137 h 5017219"/>
              <a:gd name="connsiteX53662" fmla="*/ 3134336 w 5799173"/>
              <a:gd name="connsiteY53662" fmla="*/ 4550168 h 5017219"/>
              <a:gd name="connsiteX53663" fmla="*/ 3133173 w 5799173"/>
              <a:gd name="connsiteY53663" fmla="*/ 4550833 h 5017219"/>
              <a:gd name="connsiteX53664" fmla="*/ 3173603 w 5799173"/>
              <a:gd name="connsiteY53664" fmla="*/ 4567008 h 5017219"/>
              <a:gd name="connsiteX53665" fmla="*/ 3172357 w 5799173"/>
              <a:gd name="connsiteY53665" fmla="*/ 4566260 h 5017219"/>
              <a:gd name="connsiteX53666" fmla="*/ 3162388 w 5799173"/>
              <a:gd name="connsiteY53666" fmla="*/ 4548893 h 5017219"/>
              <a:gd name="connsiteX53667" fmla="*/ 3162388 w 5799173"/>
              <a:gd name="connsiteY53667" fmla="*/ 4547480 h 5017219"/>
              <a:gd name="connsiteX53668" fmla="*/ 3172441 w 5799173"/>
              <a:gd name="connsiteY53668" fmla="*/ 4530112 h 5017219"/>
              <a:gd name="connsiteX53669" fmla="*/ 3173688 w 5799173"/>
              <a:gd name="connsiteY53669" fmla="*/ 4529364 h 5017219"/>
              <a:gd name="connsiteX53670" fmla="*/ 3193711 w 5799173"/>
              <a:gd name="connsiteY53670" fmla="*/ 4529363 h 5017219"/>
              <a:gd name="connsiteX53671" fmla="*/ 3194957 w 5799173"/>
              <a:gd name="connsiteY53671" fmla="*/ 4530111 h 5017219"/>
              <a:gd name="connsiteX53672" fmla="*/ 3204924 w 5799173"/>
              <a:gd name="connsiteY53672" fmla="*/ 4547478 h 5017219"/>
              <a:gd name="connsiteX53673" fmla="*/ 3204925 w 5799173"/>
              <a:gd name="connsiteY53673" fmla="*/ 4548890 h 5017219"/>
              <a:gd name="connsiteX53674" fmla="*/ 3194871 w 5799173"/>
              <a:gd name="connsiteY53674" fmla="*/ 4566258 h 5017219"/>
              <a:gd name="connsiteX53675" fmla="*/ 3193624 w 5799173"/>
              <a:gd name="connsiteY53675" fmla="*/ 4567008 h 5017219"/>
              <a:gd name="connsiteX53676" fmla="*/ 2932868 w 5799173"/>
              <a:gd name="connsiteY53676" fmla="*/ 4502548 h 5017219"/>
              <a:gd name="connsiteX53677" fmla="*/ 2931622 w 5799173"/>
              <a:gd name="connsiteY53677" fmla="*/ 4501799 h 5017219"/>
              <a:gd name="connsiteX53678" fmla="*/ 2921570 w 5799173"/>
              <a:gd name="connsiteY53678" fmla="*/ 4484349 h 5017219"/>
              <a:gd name="connsiteX53679" fmla="*/ 2921570 w 5799173"/>
              <a:gd name="connsiteY53679" fmla="*/ 4482936 h 5017219"/>
              <a:gd name="connsiteX53680" fmla="*/ 2931625 w 5799173"/>
              <a:gd name="connsiteY53680" fmla="*/ 4465484 h 5017219"/>
              <a:gd name="connsiteX53681" fmla="*/ 2932870 w 5799173"/>
              <a:gd name="connsiteY53681" fmla="*/ 4464736 h 5017219"/>
              <a:gd name="connsiteX53682" fmla="*/ 2952976 w 5799173"/>
              <a:gd name="connsiteY53682" fmla="*/ 4464735 h 5017219"/>
              <a:gd name="connsiteX53683" fmla="*/ 2954222 w 5799173"/>
              <a:gd name="connsiteY53683" fmla="*/ 4465483 h 5017219"/>
              <a:gd name="connsiteX53684" fmla="*/ 2964274 w 5799173"/>
              <a:gd name="connsiteY53684" fmla="*/ 4482933 h 5017219"/>
              <a:gd name="connsiteX53685" fmla="*/ 2964274 w 5799173"/>
              <a:gd name="connsiteY53685" fmla="*/ 4484347 h 5017219"/>
              <a:gd name="connsiteX53686" fmla="*/ 2954219 w 5799173"/>
              <a:gd name="connsiteY53686" fmla="*/ 4501797 h 5017219"/>
              <a:gd name="connsiteX53687" fmla="*/ 2952973 w 5799173"/>
              <a:gd name="connsiteY53687" fmla="*/ 4502546 h 5017219"/>
              <a:gd name="connsiteX53688" fmla="*/ 3294026 w 5799173"/>
              <a:gd name="connsiteY53688" fmla="*/ 4599445 h 5017219"/>
              <a:gd name="connsiteX53689" fmla="*/ 3292779 w 5799173"/>
              <a:gd name="connsiteY53689" fmla="*/ 4598781 h 5017219"/>
              <a:gd name="connsiteX53690" fmla="*/ 3282894 w 5799173"/>
              <a:gd name="connsiteY53690" fmla="*/ 4581583 h 5017219"/>
              <a:gd name="connsiteX53691" fmla="*/ 3282894 w 5799173"/>
              <a:gd name="connsiteY53691" fmla="*/ 4580171 h 5017219"/>
              <a:gd name="connsiteX53692" fmla="*/ 3292780 w 5799173"/>
              <a:gd name="connsiteY53692" fmla="*/ 4562974 h 5017219"/>
              <a:gd name="connsiteX53693" fmla="*/ 3294026 w 5799173"/>
              <a:gd name="connsiteY53693" fmla="*/ 4562309 h 5017219"/>
              <a:gd name="connsiteX53694" fmla="*/ 3313883 w 5799173"/>
              <a:gd name="connsiteY53694" fmla="*/ 4562309 h 5017219"/>
              <a:gd name="connsiteX53695" fmla="*/ 3315129 w 5799173"/>
              <a:gd name="connsiteY53695" fmla="*/ 4562974 h 5017219"/>
              <a:gd name="connsiteX53696" fmla="*/ 3325015 w 5799173"/>
              <a:gd name="connsiteY53696" fmla="*/ 4580171 h 5017219"/>
              <a:gd name="connsiteX53697" fmla="*/ 3325015 w 5799173"/>
              <a:gd name="connsiteY53697" fmla="*/ 4581583 h 5017219"/>
              <a:gd name="connsiteX53698" fmla="*/ 3315128 w 5799173"/>
              <a:gd name="connsiteY53698" fmla="*/ 4598781 h 5017219"/>
              <a:gd name="connsiteX53699" fmla="*/ 3313883 w 5799173"/>
              <a:gd name="connsiteY53699" fmla="*/ 4599445 h 5017219"/>
              <a:gd name="connsiteX53700" fmla="*/ 2872649 w 5799173"/>
              <a:gd name="connsiteY53700" fmla="*/ 4486542 h 5017219"/>
              <a:gd name="connsiteX53701" fmla="*/ 2871402 w 5799173"/>
              <a:gd name="connsiteY53701" fmla="*/ 4485793 h 5017219"/>
              <a:gd name="connsiteX53702" fmla="*/ 2861351 w 5799173"/>
              <a:gd name="connsiteY53702" fmla="*/ 4468344 h 5017219"/>
              <a:gd name="connsiteX53703" fmla="*/ 2861350 w 5799173"/>
              <a:gd name="connsiteY53703" fmla="*/ 4466931 h 5017219"/>
              <a:gd name="connsiteX53704" fmla="*/ 2871405 w 5799173"/>
              <a:gd name="connsiteY53704" fmla="*/ 4449481 h 5017219"/>
              <a:gd name="connsiteX53705" fmla="*/ 2872650 w 5799173"/>
              <a:gd name="connsiteY53705" fmla="*/ 4448733 h 5017219"/>
              <a:gd name="connsiteX53706" fmla="*/ 2892756 w 5799173"/>
              <a:gd name="connsiteY53706" fmla="*/ 4448732 h 5017219"/>
              <a:gd name="connsiteX53707" fmla="*/ 2894002 w 5799173"/>
              <a:gd name="connsiteY53707" fmla="*/ 4449480 h 5017219"/>
              <a:gd name="connsiteX53708" fmla="*/ 2904054 w 5799173"/>
              <a:gd name="connsiteY53708" fmla="*/ 4466929 h 5017219"/>
              <a:gd name="connsiteX53709" fmla="*/ 2904054 w 5799173"/>
              <a:gd name="connsiteY53709" fmla="*/ 4468342 h 5017219"/>
              <a:gd name="connsiteX53710" fmla="*/ 2894000 w 5799173"/>
              <a:gd name="connsiteY53710" fmla="*/ 4485792 h 5017219"/>
              <a:gd name="connsiteX53711" fmla="*/ 2892754 w 5799173"/>
              <a:gd name="connsiteY53711" fmla="*/ 4486541 h 5017219"/>
              <a:gd name="connsiteX53712" fmla="*/ 2993014 w 5799173"/>
              <a:gd name="connsiteY53712" fmla="*/ 4518880 h 5017219"/>
              <a:gd name="connsiteX53713" fmla="*/ 2991768 w 5799173"/>
              <a:gd name="connsiteY53713" fmla="*/ 4518215 h 5017219"/>
              <a:gd name="connsiteX53714" fmla="*/ 2981799 w 5799173"/>
              <a:gd name="connsiteY53714" fmla="*/ 4500933 h 5017219"/>
              <a:gd name="connsiteX53715" fmla="*/ 2981799 w 5799173"/>
              <a:gd name="connsiteY53715" fmla="*/ 4499521 h 5017219"/>
              <a:gd name="connsiteX53716" fmla="*/ 2991768 w 5799173"/>
              <a:gd name="connsiteY53716" fmla="*/ 4482241 h 5017219"/>
              <a:gd name="connsiteX53717" fmla="*/ 2993014 w 5799173"/>
              <a:gd name="connsiteY53717" fmla="*/ 4481576 h 5017219"/>
              <a:gd name="connsiteX53718" fmla="*/ 3012954 w 5799173"/>
              <a:gd name="connsiteY53718" fmla="*/ 4481576 h 5017219"/>
              <a:gd name="connsiteX53719" fmla="*/ 3014200 w 5799173"/>
              <a:gd name="connsiteY53719" fmla="*/ 4482241 h 5017219"/>
              <a:gd name="connsiteX53720" fmla="*/ 3024169 w 5799173"/>
              <a:gd name="connsiteY53720" fmla="*/ 4499521 h 5017219"/>
              <a:gd name="connsiteX53721" fmla="*/ 3024169 w 5799173"/>
              <a:gd name="connsiteY53721" fmla="*/ 4500933 h 5017219"/>
              <a:gd name="connsiteX53722" fmla="*/ 3014200 w 5799173"/>
              <a:gd name="connsiteY53722" fmla="*/ 4518215 h 5017219"/>
              <a:gd name="connsiteX53723" fmla="*/ 3012954 w 5799173"/>
              <a:gd name="connsiteY53723" fmla="*/ 4518880 h 5017219"/>
              <a:gd name="connsiteX53724" fmla="*/ 3053147 w 5799173"/>
              <a:gd name="connsiteY53724" fmla="*/ 4535151 h 5017219"/>
              <a:gd name="connsiteX53725" fmla="*/ 3051901 w 5799173"/>
              <a:gd name="connsiteY53725" fmla="*/ 4534403 h 5017219"/>
              <a:gd name="connsiteX53726" fmla="*/ 3041848 w 5799173"/>
              <a:gd name="connsiteY53726" fmla="*/ 4516956 h 5017219"/>
              <a:gd name="connsiteX53727" fmla="*/ 3041848 w 5799173"/>
              <a:gd name="connsiteY53727" fmla="*/ 4515543 h 5017219"/>
              <a:gd name="connsiteX53728" fmla="*/ 3051902 w 5799173"/>
              <a:gd name="connsiteY53728" fmla="*/ 4498096 h 5017219"/>
              <a:gd name="connsiteX53729" fmla="*/ 3053147 w 5799173"/>
              <a:gd name="connsiteY53729" fmla="*/ 4497348 h 5017219"/>
              <a:gd name="connsiteX53730" fmla="*/ 3073252 w 5799173"/>
              <a:gd name="connsiteY53730" fmla="*/ 4497348 h 5017219"/>
              <a:gd name="connsiteX53731" fmla="*/ 3074499 w 5799173"/>
              <a:gd name="connsiteY53731" fmla="*/ 4498096 h 5017219"/>
              <a:gd name="connsiteX53732" fmla="*/ 3084551 w 5799173"/>
              <a:gd name="connsiteY53732" fmla="*/ 4515542 h 5017219"/>
              <a:gd name="connsiteX53733" fmla="*/ 3084551 w 5799173"/>
              <a:gd name="connsiteY53733" fmla="*/ 4516955 h 5017219"/>
              <a:gd name="connsiteX53734" fmla="*/ 3074498 w 5799173"/>
              <a:gd name="connsiteY53734" fmla="*/ 4534402 h 5017219"/>
              <a:gd name="connsiteX53735" fmla="*/ 3073252 w 5799173"/>
              <a:gd name="connsiteY53735" fmla="*/ 4535150 h 5017219"/>
              <a:gd name="connsiteX53736" fmla="*/ 1728721 w 5799173"/>
              <a:gd name="connsiteY53736" fmla="*/ 4180736 h 5017219"/>
              <a:gd name="connsiteX53737" fmla="*/ 1727476 w 5799173"/>
              <a:gd name="connsiteY53737" fmla="*/ 4179988 h 5017219"/>
              <a:gd name="connsiteX53738" fmla="*/ 1717009 w 5799173"/>
              <a:gd name="connsiteY53738" fmla="*/ 4161873 h 5017219"/>
              <a:gd name="connsiteX53739" fmla="*/ 1717009 w 5799173"/>
              <a:gd name="connsiteY53739" fmla="*/ 4160377 h 5017219"/>
              <a:gd name="connsiteX53740" fmla="*/ 1727478 w 5799173"/>
              <a:gd name="connsiteY53740" fmla="*/ 4142261 h 5017219"/>
              <a:gd name="connsiteX53741" fmla="*/ 1728724 w 5799173"/>
              <a:gd name="connsiteY53741" fmla="*/ 4141513 h 5017219"/>
              <a:gd name="connsiteX53742" fmla="*/ 1749661 w 5799173"/>
              <a:gd name="connsiteY53742" fmla="*/ 4141511 h 5017219"/>
              <a:gd name="connsiteX53743" fmla="*/ 1750907 w 5799173"/>
              <a:gd name="connsiteY53743" fmla="*/ 4142258 h 5017219"/>
              <a:gd name="connsiteX53744" fmla="*/ 1761373 w 5799173"/>
              <a:gd name="connsiteY53744" fmla="*/ 4160375 h 5017219"/>
              <a:gd name="connsiteX53745" fmla="*/ 1761373 w 5799173"/>
              <a:gd name="connsiteY53745" fmla="*/ 4161870 h 5017219"/>
              <a:gd name="connsiteX53746" fmla="*/ 1750904 w 5799173"/>
              <a:gd name="connsiteY53746" fmla="*/ 4179987 h 5017219"/>
              <a:gd name="connsiteX53747" fmla="*/ 1749658 w 5799173"/>
              <a:gd name="connsiteY53747" fmla="*/ 4180734 h 5017219"/>
              <a:gd name="connsiteX53748" fmla="*/ 645460 w 5799173"/>
              <a:gd name="connsiteY53748" fmla="*/ 3890492 h 5017219"/>
              <a:gd name="connsiteX53749" fmla="*/ 644213 w 5799173"/>
              <a:gd name="connsiteY53749" fmla="*/ 3889744 h 5017219"/>
              <a:gd name="connsiteX53750" fmla="*/ 633912 w 5799173"/>
              <a:gd name="connsiteY53750" fmla="*/ 3871881 h 5017219"/>
              <a:gd name="connsiteX53751" fmla="*/ 633913 w 5799173"/>
              <a:gd name="connsiteY53751" fmla="*/ 3870385 h 5017219"/>
              <a:gd name="connsiteX53752" fmla="*/ 644214 w 5799173"/>
              <a:gd name="connsiteY53752" fmla="*/ 3852521 h 5017219"/>
              <a:gd name="connsiteX53753" fmla="*/ 645461 w 5799173"/>
              <a:gd name="connsiteY53753" fmla="*/ 3851773 h 5017219"/>
              <a:gd name="connsiteX53754" fmla="*/ 666147 w 5799173"/>
              <a:gd name="connsiteY53754" fmla="*/ 3851772 h 5017219"/>
              <a:gd name="connsiteX53755" fmla="*/ 667394 w 5799173"/>
              <a:gd name="connsiteY53755" fmla="*/ 3852521 h 5017219"/>
              <a:gd name="connsiteX53756" fmla="*/ 677696 w 5799173"/>
              <a:gd name="connsiteY53756" fmla="*/ 3870384 h 5017219"/>
              <a:gd name="connsiteX53757" fmla="*/ 677696 w 5799173"/>
              <a:gd name="connsiteY53757" fmla="*/ 3871880 h 5017219"/>
              <a:gd name="connsiteX53758" fmla="*/ 667393 w 5799173"/>
              <a:gd name="connsiteY53758" fmla="*/ 3889744 h 5017219"/>
              <a:gd name="connsiteX53759" fmla="*/ 666146 w 5799173"/>
              <a:gd name="connsiteY53759" fmla="*/ 3890492 h 5017219"/>
              <a:gd name="connsiteX53760" fmla="*/ 2270353 w 5799173"/>
              <a:gd name="connsiteY53760" fmla="*/ 4325959 h 5017219"/>
              <a:gd name="connsiteX53761" fmla="*/ 2269107 w 5799173"/>
              <a:gd name="connsiteY53761" fmla="*/ 4325212 h 5017219"/>
              <a:gd name="connsiteX53762" fmla="*/ 2258723 w 5799173"/>
              <a:gd name="connsiteY53762" fmla="*/ 4307180 h 5017219"/>
              <a:gd name="connsiteX53763" fmla="*/ 2258723 w 5799173"/>
              <a:gd name="connsiteY53763" fmla="*/ 4305685 h 5017219"/>
              <a:gd name="connsiteX53764" fmla="*/ 2269192 w 5799173"/>
              <a:gd name="connsiteY53764" fmla="*/ 4287654 h 5017219"/>
              <a:gd name="connsiteX53765" fmla="*/ 2270438 w 5799173"/>
              <a:gd name="connsiteY53765" fmla="*/ 4286905 h 5017219"/>
              <a:gd name="connsiteX53766" fmla="*/ 2291291 w 5799173"/>
              <a:gd name="connsiteY53766" fmla="*/ 4286904 h 5017219"/>
              <a:gd name="connsiteX53767" fmla="*/ 2292537 w 5799173"/>
              <a:gd name="connsiteY53767" fmla="*/ 4287652 h 5017219"/>
              <a:gd name="connsiteX53768" fmla="*/ 2302921 w 5799173"/>
              <a:gd name="connsiteY53768" fmla="*/ 4305683 h 5017219"/>
              <a:gd name="connsiteX53769" fmla="*/ 2302921 w 5799173"/>
              <a:gd name="connsiteY53769" fmla="*/ 4307178 h 5017219"/>
              <a:gd name="connsiteX53770" fmla="*/ 2292452 w 5799173"/>
              <a:gd name="connsiteY53770" fmla="*/ 4325211 h 5017219"/>
              <a:gd name="connsiteX53771" fmla="*/ 2291206 w 5799173"/>
              <a:gd name="connsiteY53771" fmla="*/ 4325958 h 5017219"/>
              <a:gd name="connsiteX53772" fmla="*/ 1969479 w 5799173"/>
              <a:gd name="connsiteY53772" fmla="*/ 4245341 h 5017219"/>
              <a:gd name="connsiteX53773" fmla="*/ 1968233 w 5799173"/>
              <a:gd name="connsiteY53773" fmla="*/ 4244593 h 5017219"/>
              <a:gd name="connsiteX53774" fmla="*/ 1957849 w 5799173"/>
              <a:gd name="connsiteY53774" fmla="*/ 4226646 h 5017219"/>
              <a:gd name="connsiteX53775" fmla="*/ 1957849 w 5799173"/>
              <a:gd name="connsiteY53775" fmla="*/ 4225151 h 5017219"/>
              <a:gd name="connsiteX53776" fmla="*/ 1968234 w 5799173"/>
              <a:gd name="connsiteY53776" fmla="*/ 4207204 h 5017219"/>
              <a:gd name="connsiteX53777" fmla="*/ 1969480 w 5799173"/>
              <a:gd name="connsiteY53777" fmla="*/ 4206456 h 5017219"/>
              <a:gd name="connsiteX53778" fmla="*/ 1990250 w 5799173"/>
              <a:gd name="connsiteY53778" fmla="*/ 4206455 h 5017219"/>
              <a:gd name="connsiteX53779" fmla="*/ 1991497 w 5799173"/>
              <a:gd name="connsiteY53779" fmla="*/ 4207203 h 5017219"/>
              <a:gd name="connsiteX53780" fmla="*/ 2001881 w 5799173"/>
              <a:gd name="connsiteY53780" fmla="*/ 4225150 h 5017219"/>
              <a:gd name="connsiteX53781" fmla="*/ 2001881 w 5799173"/>
              <a:gd name="connsiteY53781" fmla="*/ 4226645 h 5017219"/>
              <a:gd name="connsiteX53782" fmla="*/ 1991496 w 5799173"/>
              <a:gd name="connsiteY53782" fmla="*/ 4244592 h 5017219"/>
              <a:gd name="connsiteX53783" fmla="*/ 1990250 w 5799173"/>
              <a:gd name="connsiteY53783" fmla="*/ 4245340 h 5017219"/>
              <a:gd name="connsiteX53784" fmla="*/ 1608417 w 5799173"/>
              <a:gd name="connsiteY53784" fmla="*/ 4148608 h 5017219"/>
              <a:gd name="connsiteX53785" fmla="*/ 1607170 w 5799173"/>
              <a:gd name="connsiteY53785" fmla="*/ 4147860 h 5017219"/>
              <a:gd name="connsiteX53786" fmla="*/ 1596869 w 5799173"/>
              <a:gd name="connsiteY53786" fmla="*/ 4129997 h 5017219"/>
              <a:gd name="connsiteX53787" fmla="*/ 1596869 w 5799173"/>
              <a:gd name="connsiteY53787" fmla="*/ 4128502 h 5017219"/>
              <a:gd name="connsiteX53788" fmla="*/ 1607170 w 5799173"/>
              <a:gd name="connsiteY53788" fmla="*/ 4110639 h 5017219"/>
              <a:gd name="connsiteX53789" fmla="*/ 1608417 w 5799173"/>
              <a:gd name="connsiteY53789" fmla="*/ 4109891 h 5017219"/>
              <a:gd name="connsiteX53790" fmla="*/ 1629103 w 5799173"/>
              <a:gd name="connsiteY53790" fmla="*/ 4109890 h 5017219"/>
              <a:gd name="connsiteX53791" fmla="*/ 1630350 w 5799173"/>
              <a:gd name="connsiteY53791" fmla="*/ 4110639 h 5017219"/>
              <a:gd name="connsiteX53792" fmla="*/ 1640652 w 5799173"/>
              <a:gd name="connsiteY53792" fmla="*/ 4128501 h 5017219"/>
              <a:gd name="connsiteX53793" fmla="*/ 1640652 w 5799173"/>
              <a:gd name="connsiteY53793" fmla="*/ 4129996 h 5017219"/>
              <a:gd name="connsiteX53794" fmla="*/ 1630350 w 5799173"/>
              <a:gd name="connsiteY53794" fmla="*/ 4147859 h 5017219"/>
              <a:gd name="connsiteX53795" fmla="*/ 1629103 w 5799173"/>
              <a:gd name="connsiteY53795" fmla="*/ 4148608 h 5017219"/>
              <a:gd name="connsiteX53796" fmla="*/ 1126832 w 5799173"/>
              <a:gd name="connsiteY53796" fmla="*/ 4019568 h 5017219"/>
              <a:gd name="connsiteX53797" fmla="*/ 1125586 w 5799173"/>
              <a:gd name="connsiteY53797" fmla="*/ 4018821 h 5017219"/>
              <a:gd name="connsiteX53798" fmla="*/ 1115119 w 5799173"/>
              <a:gd name="connsiteY53798" fmla="*/ 4000706 h 5017219"/>
              <a:gd name="connsiteX53799" fmla="*/ 1115119 w 5799173"/>
              <a:gd name="connsiteY53799" fmla="*/ 3999210 h 5017219"/>
              <a:gd name="connsiteX53800" fmla="*/ 1125588 w 5799173"/>
              <a:gd name="connsiteY53800" fmla="*/ 3981095 h 5017219"/>
              <a:gd name="connsiteX53801" fmla="*/ 1126834 w 5799173"/>
              <a:gd name="connsiteY53801" fmla="*/ 3980346 h 5017219"/>
              <a:gd name="connsiteX53802" fmla="*/ 1147771 w 5799173"/>
              <a:gd name="connsiteY53802" fmla="*/ 3980345 h 5017219"/>
              <a:gd name="connsiteX53803" fmla="*/ 1149017 w 5799173"/>
              <a:gd name="connsiteY53803" fmla="*/ 3981093 h 5017219"/>
              <a:gd name="connsiteX53804" fmla="*/ 1159483 w 5799173"/>
              <a:gd name="connsiteY53804" fmla="*/ 3999208 h 5017219"/>
              <a:gd name="connsiteX53805" fmla="*/ 1159483 w 5799173"/>
              <a:gd name="connsiteY53805" fmla="*/ 4000703 h 5017219"/>
              <a:gd name="connsiteX53806" fmla="*/ 1149014 w 5799173"/>
              <a:gd name="connsiteY53806" fmla="*/ 4018819 h 5017219"/>
              <a:gd name="connsiteX53807" fmla="*/ 1147768 w 5799173"/>
              <a:gd name="connsiteY53807" fmla="*/ 4019567 h 5017219"/>
              <a:gd name="connsiteX53808" fmla="*/ 1668508 w 5799173"/>
              <a:gd name="connsiteY53808" fmla="*/ 4164710 h 5017219"/>
              <a:gd name="connsiteX53809" fmla="*/ 1667263 w 5799173"/>
              <a:gd name="connsiteY53809" fmla="*/ 4163962 h 5017219"/>
              <a:gd name="connsiteX53810" fmla="*/ 1656796 w 5799173"/>
              <a:gd name="connsiteY53810" fmla="*/ 4145847 h 5017219"/>
              <a:gd name="connsiteX53811" fmla="*/ 1656796 w 5799173"/>
              <a:gd name="connsiteY53811" fmla="*/ 4144352 h 5017219"/>
              <a:gd name="connsiteX53812" fmla="*/ 1667265 w 5799173"/>
              <a:gd name="connsiteY53812" fmla="*/ 4126236 h 5017219"/>
              <a:gd name="connsiteX53813" fmla="*/ 1668511 w 5799173"/>
              <a:gd name="connsiteY53813" fmla="*/ 4125487 h 5017219"/>
              <a:gd name="connsiteX53814" fmla="*/ 1689447 w 5799173"/>
              <a:gd name="connsiteY53814" fmla="*/ 4125487 h 5017219"/>
              <a:gd name="connsiteX53815" fmla="*/ 1690693 w 5799173"/>
              <a:gd name="connsiteY53815" fmla="*/ 4126235 h 5017219"/>
              <a:gd name="connsiteX53816" fmla="*/ 1701160 w 5799173"/>
              <a:gd name="connsiteY53816" fmla="*/ 4144349 h 5017219"/>
              <a:gd name="connsiteX53817" fmla="*/ 1701160 w 5799173"/>
              <a:gd name="connsiteY53817" fmla="*/ 4145845 h 5017219"/>
              <a:gd name="connsiteX53818" fmla="*/ 1690691 w 5799173"/>
              <a:gd name="connsiteY53818" fmla="*/ 4163961 h 5017219"/>
              <a:gd name="connsiteX53819" fmla="*/ 1689445 w 5799173"/>
              <a:gd name="connsiteY53819" fmla="*/ 4164709 h 5017219"/>
              <a:gd name="connsiteX53820" fmla="*/ 1788837 w 5799173"/>
              <a:gd name="connsiteY53820" fmla="*/ 4197042 h 5017219"/>
              <a:gd name="connsiteX53821" fmla="*/ 1787591 w 5799173"/>
              <a:gd name="connsiteY53821" fmla="*/ 4196296 h 5017219"/>
              <a:gd name="connsiteX53822" fmla="*/ 1777206 w 5799173"/>
              <a:gd name="connsiteY53822" fmla="*/ 4178264 h 5017219"/>
              <a:gd name="connsiteX53823" fmla="*/ 1777206 w 5799173"/>
              <a:gd name="connsiteY53823" fmla="*/ 4176769 h 5017219"/>
              <a:gd name="connsiteX53824" fmla="*/ 1787675 w 5799173"/>
              <a:gd name="connsiteY53824" fmla="*/ 4158739 h 5017219"/>
              <a:gd name="connsiteX53825" fmla="*/ 1788921 w 5799173"/>
              <a:gd name="connsiteY53825" fmla="*/ 4157991 h 5017219"/>
              <a:gd name="connsiteX53826" fmla="*/ 1809774 w 5799173"/>
              <a:gd name="connsiteY53826" fmla="*/ 4157991 h 5017219"/>
              <a:gd name="connsiteX53827" fmla="*/ 1811020 w 5799173"/>
              <a:gd name="connsiteY53827" fmla="*/ 4158739 h 5017219"/>
              <a:gd name="connsiteX53828" fmla="*/ 1821405 w 5799173"/>
              <a:gd name="connsiteY53828" fmla="*/ 4176768 h 5017219"/>
              <a:gd name="connsiteX53829" fmla="*/ 1821405 w 5799173"/>
              <a:gd name="connsiteY53829" fmla="*/ 4178264 h 5017219"/>
              <a:gd name="connsiteX53830" fmla="*/ 1810936 w 5799173"/>
              <a:gd name="connsiteY53830" fmla="*/ 4196295 h 5017219"/>
              <a:gd name="connsiteX53831" fmla="*/ 1809690 w 5799173"/>
              <a:gd name="connsiteY53831" fmla="*/ 4197042 h 5017219"/>
              <a:gd name="connsiteX53832" fmla="*/ 2029554 w 5799173"/>
              <a:gd name="connsiteY53832" fmla="*/ 4261589 h 5017219"/>
              <a:gd name="connsiteX53833" fmla="*/ 2028308 w 5799173"/>
              <a:gd name="connsiteY53833" fmla="*/ 4260841 h 5017219"/>
              <a:gd name="connsiteX53834" fmla="*/ 2017758 w 5799173"/>
              <a:gd name="connsiteY53834" fmla="*/ 4242562 h 5017219"/>
              <a:gd name="connsiteX53835" fmla="*/ 2017758 w 5799173"/>
              <a:gd name="connsiteY53835" fmla="*/ 4241065 h 5017219"/>
              <a:gd name="connsiteX53836" fmla="*/ 2028310 w 5799173"/>
              <a:gd name="connsiteY53836" fmla="*/ 4222784 h 5017219"/>
              <a:gd name="connsiteX53837" fmla="*/ 2029556 w 5799173"/>
              <a:gd name="connsiteY53837" fmla="*/ 4222035 h 5017219"/>
              <a:gd name="connsiteX53838" fmla="*/ 2050576 w 5799173"/>
              <a:gd name="connsiteY53838" fmla="*/ 4222034 h 5017219"/>
              <a:gd name="connsiteX53839" fmla="*/ 2051822 w 5799173"/>
              <a:gd name="connsiteY53839" fmla="*/ 4222782 h 5017219"/>
              <a:gd name="connsiteX53840" fmla="*/ 2062372 w 5799173"/>
              <a:gd name="connsiteY53840" fmla="*/ 4241062 h 5017219"/>
              <a:gd name="connsiteX53841" fmla="*/ 2062372 w 5799173"/>
              <a:gd name="connsiteY53841" fmla="*/ 4242558 h 5017219"/>
              <a:gd name="connsiteX53842" fmla="*/ 2051819 w 5799173"/>
              <a:gd name="connsiteY53842" fmla="*/ 4260840 h 5017219"/>
              <a:gd name="connsiteX53843" fmla="*/ 2050573 w 5799173"/>
              <a:gd name="connsiteY53843" fmla="*/ 4261588 h 5017219"/>
              <a:gd name="connsiteX53844" fmla="*/ 2330554 w 5799173"/>
              <a:gd name="connsiteY53844" fmla="*/ 4342265 h 5017219"/>
              <a:gd name="connsiteX53845" fmla="*/ 2329308 w 5799173"/>
              <a:gd name="connsiteY53845" fmla="*/ 4341517 h 5017219"/>
              <a:gd name="connsiteX53846" fmla="*/ 2318923 w 5799173"/>
              <a:gd name="connsiteY53846" fmla="*/ 4323572 h 5017219"/>
              <a:gd name="connsiteX53847" fmla="*/ 2318923 w 5799173"/>
              <a:gd name="connsiteY53847" fmla="*/ 4322077 h 5017219"/>
              <a:gd name="connsiteX53848" fmla="*/ 2329308 w 5799173"/>
              <a:gd name="connsiteY53848" fmla="*/ 4304132 h 5017219"/>
              <a:gd name="connsiteX53849" fmla="*/ 2330554 w 5799173"/>
              <a:gd name="connsiteY53849" fmla="*/ 4303384 h 5017219"/>
              <a:gd name="connsiteX53850" fmla="*/ 2351324 w 5799173"/>
              <a:gd name="connsiteY53850" fmla="*/ 4303383 h 5017219"/>
              <a:gd name="connsiteX53851" fmla="*/ 2352570 w 5799173"/>
              <a:gd name="connsiteY53851" fmla="*/ 4304132 h 5017219"/>
              <a:gd name="connsiteX53852" fmla="*/ 2362955 w 5799173"/>
              <a:gd name="connsiteY53852" fmla="*/ 4322077 h 5017219"/>
              <a:gd name="connsiteX53853" fmla="*/ 2362955 w 5799173"/>
              <a:gd name="connsiteY53853" fmla="*/ 4323572 h 5017219"/>
              <a:gd name="connsiteX53854" fmla="*/ 2352570 w 5799173"/>
              <a:gd name="connsiteY53854" fmla="*/ 4341517 h 5017219"/>
              <a:gd name="connsiteX53855" fmla="*/ 2351324 w 5799173"/>
              <a:gd name="connsiteY53855" fmla="*/ 4342265 h 5017219"/>
              <a:gd name="connsiteX53856" fmla="*/ 1849009 w 5799173"/>
              <a:gd name="connsiteY53856" fmla="*/ 4213250 h 5017219"/>
              <a:gd name="connsiteX53857" fmla="*/ 1847681 w 5799173"/>
              <a:gd name="connsiteY53857" fmla="*/ 4212503 h 5017219"/>
              <a:gd name="connsiteX53858" fmla="*/ 1837131 w 5799173"/>
              <a:gd name="connsiteY53858" fmla="*/ 4194139 h 5017219"/>
              <a:gd name="connsiteX53859" fmla="*/ 1837131 w 5799173"/>
              <a:gd name="connsiteY53859" fmla="*/ 4192642 h 5017219"/>
              <a:gd name="connsiteX53860" fmla="*/ 1847684 w 5799173"/>
              <a:gd name="connsiteY53860" fmla="*/ 4174276 h 5017219"/>
              <a:gd name="connsiteX53861" fmla="*/ 1849012 w 5799173"/>
              <a:gd name="connsiteY53861" fmla="*/ 4173528 h 5017219"/>
              <a:gd name="connsiteX53862" fmla="*/ 1870198 w 5799173"/>
              <a:gd name="connsiteY53862" fmla="*/ 4173527 h 5017219"/>
              <a:gd name="connsiteX53863" fmla="*/ 1871528 w 5799173"/>
              <a:gd name="connsiteY53863" fmla="*/ 4174275 h 5017219"/>
              <a:gd name="connsiteX53864" fmla="*/ 1882078 w 5799173"/>
              <a:gd name="connsiteY53864" fmla="*/ 4192639 h 5017219"/>
              <a:gd name="connsiteX53865" fmla="*/ 1882078 w 5799173"/>
              <a:gd name="connsiteY53865" fmla="*/ 4194135 h 5017219"/>
              <a:gd name="connsiteX53866" fmla="*/ 1871525 w 5799173"/>
              <a:gd name="connsiteY53866" fmla="*/ 4212501 h 5017219"/>
              <a:gd name="connsiteX53867" fmla="*/ 1870195 w 5799173"/>
              <a:gd name="connsiteY53867" fmla="*/ 4213251 h 5017219"/>
              <a:gd name="connsiteX53868" fmla="*/ 1006399 w 5799173"/>
              <a:gd name="connsiteY53868" fmla="*/ 3987488 h 5017219"/>
              <a:gd name="connsiteX53869" fmla="*/ 1005070 w 5799173"/>
              <a:gd name="connsiteY53869" fmla="*/ 3986741 h 5017219"/>
              <a:gd name="connsiteX53870" fmla="*/ 994520 w 5799173"/>
              <a:gd name="connsiteY53870" fmla="*/ 3968376 h 5017219"/>
              <a:gd name="connsiteX53871" fmla="*/ 994520 w 5799173"/>
              <a:gd name="connsiteY53871" fmla="*/ 3966880 h 5017219"/>
              <a:gd name="connsiteX53872" fmla="*/ 1005073 w 5799173"/>
              <a:gd name="connsiteY53872" fmla="*/ 3948514 h 5017219"/>
              <a:gd name="connsiteX53873" fmla="*/ 1006402 w 5799173"/>
              <a:gd name="connsiteY53873" fmla="*/ 3947766 h 5017219"/>
              <a:gd name="connsiteX53874" fmla="*/ 1027588 w 5799173"/>
              <a:gd name="connsiteY53874" fmla="*/ 3947764 h 5017219"/>
              <a:gd name="connsiteX53875" fmla="*/ 1028917 w 5799173"/>
              <a:gd name="connsiteY53875" fmla="*/ 3948513 h 5017219"/>
              <a:gd name="connsiteX53876" fmla="*/ 1039467 w 5799173"/>
              <a:gd name="connsiteY53876" fmla="*/ 3966876 h 5017219"/>
              <a:gd name="connsiteX53877" fmla="*/ 1039467 w 5799173"/>
              <a:gd name="connsiteY53877" fmla="*/ 3968372 h 5017219"/>
              <a:gd name="connsiteX53878" fmla="*/ 1028914 w 5799173"/>
              <a:gd name="connsiteY53878" fmla="*/ 3986739 h 5017219"/>
              <a:gd name="connsiteX53879" fmla="*/ 1027585 w 5799173"/>
              <a:gd name="connsiteY53879" fmla="*/ 3987487 h 5017219"/>
              <a:gd name="connsiteX53880" fmla="*/ 1909196 w 5799173"/>
              <a:gd name="connsiteY53880" fmla="*/ 4229430 h 5017219"/>
              <a:gd name="connsiteX53881" fmla="*/ 1907950 w 5799173"/>
              <a:gd name="connsiteY53881" fmla="*/ 4228683 h 5017219"/>
              <a:gd name="connsiteX53882" fmla="*/ 1897482 w 5799173"/>
              <a:gd name="connsiteY53882" fmla="*/ 4210570 h 5017219"/>
              <a:gd name="connsiteX53883" fmla="*/ 1897482 w 5799173"/>
              <a:gd name="connsiteY53883" fmla="*/ 4209075 h 5017219"/>
              <a:gd name="connsiteX53884" fmla="*/ 1907950 w 5799173"/>
              <a:gd name="connsiteY53884" fmla="*/ 4190962 h 5017219"/>
              <a:gd name="connsiteX53885" fmla="*/ 1909197 w 5799173"/>
              <a:gd name="connsiteY53885" fmla="*/ 4190214 h 5017219"/>
              <a:gd name="connsiteX53886" fmla="*/ 1930133 w 5799173"/>
              <a:gd name="connsiteY53886" fmla="*/ 4190214 h 5017219"/>
              <a:gd name="connsiteX53887" fmla="*/ 1931379 w 5799173"/>
              <a:gd name="connsiteY53887" fmla="*/ 4190962 h 5017219"/>
              <a:gd name="connsiteX53888" fmla="*/ 1941846 w 5799173"/>
              <a:gd name="connsiteY53888" fmla="*/ 4209074 h 5017219"/>
              <a:gd name="connsiteX53889" fmla="*/ 1941846 w 5799173"/>
              <a:gd name="connsiteY53889" fmla="*/ 4210569 h 5017219"/>
              <a:gd name="connsiteX53890" fmla="*/ 1931378 w 5799173"/>
              <a:gd name="connsiteY53890" fmla="*/ 4228683 h 5017219"/>
              <a:gd name="connsiteX53891" fmla="*/ 1930132 w 5799173"/>
              <a:gd name="connsiteY53891" fmla="*/ 4229430 h 5017219"/>
              <a:gd name="connsiteX53892" fmla="*/ 2390681 w 5799173"/>
              <a:gd name="connsiteY53892" fmla="*/ 4358460 h 5017219"/>
              <a:gd name="connsiteX53893" fmla="*/ 2389436 w 5799173"/>
              <a:gd name="connsiteY53893" fmla="*/ 4357713 h 5017219"/>
              <a:gd name="connsiteX53894" fmla="*/ 2378968 w 5799173"/>
              <a:gd name="connsiteY53894" fmla="*/ 4339600 h 5017219"/>
              <a:gd name="connsiteX53895" fmla="*/ 2378968 w 5799173"/>
              <a:gd name="connsiteY53895" fmla="*/ 4338105 h 5017219"/>
              <a:gd name="connsiteX53896" fmla="*/ 2389436 w 5799173"/>
              <a:gd name="connsiteY53896" fmla="*/ 4319993 h 5017219"/>
              <a:gd name="connsiteX53897" fmla="*/ 2390682 w 5799173"/>
              <a:gd name="connsiteY53897" fmla="*/ 4319245 h 5017219"/>
              <a:gd name="connsiteX53898" fmla="*/ 2411619 w 5799173"/>
              <a:gd name="connsiteY53898" fmla="*/ 4319244 h 5017219"/>
              <a:gd name="connsiteX53899" fmla="*/ 2412865 w 5799173"/>
              <a:gd name="connsiteY53899" fmla="*/ 4319992 h 5017219"/>
              <a:gd name="connsiteX53900" fmla="*/ 2423332 w 5799173"/>
              <a:gd name="connsiteY53900" fmla="*/ 4338105 h 5017219"/>
              <a:gd name="connsiteX53901" fmla="*/ 2423332 w 5799173"/>
              <a:gd name="connsiteY53901" fmla="*/ 4339599 h 5017219"/>
              <a:gd name="connsiteX53902" fmla="*/ 2412864 w 5799173"/>
              <a:gd name="connsiteY53902" fmla="*/ 4357713 h 5017219"/>
              <a:gd name="connsiteX53903" fmla="*/ 2411618 w 5799173"/>
              <a:gd name="connsiteY53903" fmla="*/ 4358460 h 5017219"/>
              <a:gd name="connsiteX53904" fmla="*/ 825834 w 5799173"/>
              <a:gd name="connsiteY53904" fmla="*/ 3939180 h 5017219"/>
              <a:gd name="connsiteX53905" fmla="*/ 824589 w 5799173"/>
              <a:gd name="connsiteY53905" fmla="*/ 3938433 h 5017219"/>
              <a:gd name="connsiteX53906" fmla="*/ 814121 w 5799173"/>
              <a:gd name="connsiteY53906" fmla="*/ 3920320 h 5017219"/>
              <a:gd name="connsiteX53907" fmla="*/ 814121 w 5799173"/>
              <a:gd name="connsiteY53907" fmla="*/ 3918825 h 5017219"/>
              <a:gd name="connsiteX53908" fmla="*/ 824589 w 5799173"/>
              <a:gd name="connsiteY53908" fmla="*/ 3900713 h 5017219"/>
              <a:gd name="connsiteX53909" fmla="*/ 825835 w 5799173"/>
              <a:gd name="connsiteY53909" fmla="*/ 3899964 h 5017219"/>
              <a:gd name="connsiteX53910" fmla="*/ 846771 w 5799173"/>
              <a:gd name="connsiteY53910" fmla="*/ 3899964 h 5017219"/>
              <a:gd name="connsiteX53911" fmla="*/ 848017 w 5799173"/>
              <a:gd name="connsiteY53911" fmla="*/ 3900712 h 5017219"/>
              <a:gd name="connsiteX53912" fmla="*/ 858485 w 5799173"/>
              <a:gd name="connsiteY53912" fmla="*/ 3918824 h 5017219"/>
              <a:gd name="connsiteX53913" fmla="*/ 858485 w 5799173"/>
              <a:gd name="connsiteY53913" fmla="*/ 3920319 h 5017219"/>
              <a:gd name="connsiteX53914" fmla="*/ 848017 w 5799173"/>
              <a:gd name="connsiteY53914" fmla="*/ 3938432 h 5017219"/>
              <a:gd name="connsiteX53915" fmla="*/ 846771 w 5799173"/>
              <a:gd name="connsiteY53915" fmla="*/ 3939179 h 5017219"/>
              <a:gd name="connsiteX53916" fmla="*/ 946126 w 5799173"/>
              <a:gd name="connsiteY53916" fmla="*/ 3971452 h 5017219"/>
              <a:gd name="connsiteX53917" fmla="*/ 944798 w 5799173"/>
              <a:gd name="connsiteY53917" fmla="*/ 3970704 h 5017219"/>
              <a:gd name="connsiteX53918" fmla="*/ 934164 w 5799173"/>
              <a:gd name="connsiteY53918" fmla="*/ 3952257 h 5017219"/>
              <a:gd name="connsiteX53919" fmla="*/ 934165 w 5799173"/>
              <a:gd name="connsiteY53919" fmla="*/ 3950761 h 5017219"/>
              <a:gd name="connsiteX53920" fmla="*/ 944801 w 5799173"/>
              <a:gd name="connsiteY53920" fmla="*/ 3932312 h 5017219"/>
              <a:gd name="connsiteX53921" fmla="*/ 946129 w 5799173"/>
              <a:gd name="connsiteY53921" fmla="*/ 3931564 h 5017219"/>
              <a:gd name="connsiteX53922" fmla="*/ 967399 w 5799173"/>
              <a:gd name="connsiteY53922" fmla="*/ 3931562 h 5017219"/>
              <a:gd name="connsiteX53923" fmla="*/ 968728 w 5799173"/>
              <a:gd name="connsiteY53923" fmla="*/ 3932310 h 5017219"/>
              <a:gd name="connsiteX53924" fmla="*/ 979360 w 5799173"/>
              <a:gd name="connsiteY53924" fmla="*/ 3950758 h 5017219"/>
              <a:gd name="connsiteX53925" fmla="*/ 979360 w 5799173"/>
              <a:gd name="connsiteY53925" fmla="*/ 3952253 h 5017219"/>
              <a:gd name="connsiteX53926" fmla="*/ 968725 w 5799173"/>
              <a:gd name="connsiteY53926" fmla="*/ 3970702 h 5017219"/>
              <a:gd name="connsiteX53927" fmla="*/ 967396 w 5799173"/>
              <a:gd name="connsiteY53927" fmla="*/ 3971451 h 5017219"/>
              <a:gd name="connsiteX53928" fmla="*/ 885970 w 5799173"/>
              <a:gd name="connsiteY53928" fmla="*/ 3955352 h 5017219"/>
              <a:gd name="connsiteX53929" fmla="*/ 884723 w 5799173"/>
              <a:gd name="connsiteY53929" fmla="*/ 3954604 h 5017219"/>
              <a:gd name="connsiteX53930" fmla="*/ 874173 w 5799173"/>
              <a:gd name="connsiteY53930" fmla="*/ 3936326 h 5017219"/>
              <a:gd name="connsiteX53931" fmla="*/ 874173 w 5799173"/>
              <a:gd name="connsiteY53931" fmla="*/ 3934830 h 5017219"/>
              <a:gd name="connsiteX53932" fmla="*/ 884724 w 5799173"/>
              <a:gd name="connsiteY53932" fmla="*/ 3916551 h 5017219"/>
              <a:gd name="connsiteX53933" fmla="*/ 885970 w 5799173"/>
              <a:gd name="connsiteY53933" fmla="*/ 3915803 h 5017219"/>
              <a:gd name="connsiteX53934" fmla="*/ 906990 w 5799173"/>
              <a:gd name="connsiteY53934" fmla="*/ 3915803 h 5017219"/>
              <a:gd name="connsiteX53935" fmla="*/ 908235 w 5799173"/>
              <a:gd name="connsiteY53935" fmla="*/ 3916551 h 5017219"/>
              <a:gd name="connsiteX53936" fmla="*/ 918787 w 5799173"/>
              <a:gd name="connsiteY53936" fmla="*/ 3934829 h 5017219"/>
              <a:gd name="connsiteX53937" fmla="*/ 918787 w 5799173"/>
              <a:gd name="connsiteY53937" fmla="*/ 3936325 h 5017219"/>
              <a:gd name="connsiteX53938" fmla="*/ 908235 w 5799173"/>
              <a:gd name="connsiteY53938" fmla="*/ 3954603 h 5017219"/>
              <a:gd name="connsiteX53939" fmla="*/ 906988 w 5799173"/>
              <a:gd name="connsiteY53939" fmla="*/ 3955352 h 5017219"/>
              <a:gd name="connsiteX53940" fmla="*/ 2210088 w 5799173"/>
              <a:gd name="connsiteY53940" fmla="*/ 4310154 h 5017219"/>
              <a:gd name="connsiteX53941" fmla="*/ 2208760 w 5799173"/>
              <a:gd name="connsiteY53941" fmla="*/ 4309406 h 5017219"/>
              <a:gd name="connsiteX53942" fmla="*/ 2198209 w 5799173"/>
              <a:gd name="connsiteY53942" fmla="*/ 4291043 h 5017219"/>
              <a:gd name="connsiteX53943" fmla="*/ 2198210 w 5799173"/>
              <a:gd name="connsiteY53943" fmla="*/ 4289546 h 5017219"/>
              <a:gd name="connsiteX53944" fmla="*/ 2208762 w 5799173"/>
              <a:gd name="connsiteY53944" fmla="*/ 4271183 h 5017219"/>
              <a:gd name="connsiteX53945" fmla="*/ 2210091 w 5799173"/>
              <a:gd name="connsiteY53945" fmla="*/ 4270435 h 5017219"/>
              <a:gd name="connsiteX53946" fmla="*/ 2231276 w 5799173"/>
              <a:gd name="connsiteY53946" fmla="*/ 4270433 h 5017219"/>
              <a:gd name="connsiteX53947" fmla="*/ 2232606 w 5799173"/>
              <a:gd name="connsiteY53947" fmla="*/ 4271182 h 5017219"/>
              <a:gd name="connsiteX53948" fmla="*/ 2243156 w 5799173"/>
              <a:gd name="connsiteY53948" fmla="*/ 4289545 h 5017219"/>
              <a:gd name="connsiteX53949" fmla="*/ 2243156 w 5799173"/>
              <a:gd name="connsiteY53949" fmla="*/ 4291041 h 5017219"/>
              <a:gd name="connsiteX53950" fmla="*/ 2232604 w 5799173"/>
              <a:gd name="connsiteY53950" fmla="*/ 4309404 h 5017219"/>
              <a:gd name="connsiteX53951" fmla="*/ 2231274 w 5799173"/>
              <a:gd name="connsiteY53951" fmla="*/ 4310153 h 5017219"/>
              <a:gd name="connsiteX53952" fmla="*/ 1066541 w 5799173"/>
              <a:gd name="connsiteY53952" fmla="*/ 4003779 h 5017219"/>
              <a:gd name="connsiteX53953" fmla="*/ 1065212 w 5799173"/>
              <a:gd name="connsiteY53953" fmla="*/ 4003030 h 5017219"/>
              <a:gd name="connsiteX53954" fmla="*/ 1054662 w 5799173"/>
              <a:gd name="connsiteY53954" fmla="*/ 3984668 h 5017219"/>
              <a:gd name="connsiteX53955" fmla="*/ 1054662 w 5799173"/>
              <a:gd name="connsiteY53955" fmla="*/ 3983172 h 5017219"/>
              <a:gd name="connsiteX53956" fmla="*/ 1065214 w 5799173"/>
              <a:gd name="connsiteY53956" fmla="*/ 3964808 h 5017219"/>
              <a:gd name="connsiteX53957" fmla="*/ 1066543 w 5799173"/>
              <a:gd name="connsiteY53957" fmla="*/ 3964060 h 5017219"/>
              <a:gd name="connsiteX53958" fmla="*/ 1087729 w 5799173"/>
              <a:gd name="connsiteY53958" fmla="*/ 3964058 h 5017219"/>
              <a:gd name="connsiteX53959" fmla="*/ 1089058 w 5799173"/>
              <a:gd name="connsiteY53959" fmla="*/ 3964807 h 5017219"/>
              <a:gd name="connsiteX53960" fmla="*/ 1099608 w 5799173"/>
              <a:gd name="connsiteY53960" fmla="*/ 3983170 h 5017219"/>
              <a:gd name="connsiteX53961" fmla="*/ 1099608 w 5799173"/>
              <a:gd name="connsiteY53961" fmla="*/ 3984665 h 5017219"/>
              <a:gd name="connsiteX53962" fmla="*/ 1089056 w 5799173"/>
              <a:gd name="connsiteY53962" fmla="*/ 4003029 h 5017219"/>
              <a:gd name="connsiteX53963" fmla="*/ 1087727 w 5799173"/>
              <a:gd name="connsiteY53963" fmla="*/ 4003778 h 5017219"/>
              <a:gd name="connsiteX53964" fmla="*/ 2089666 w 5799173"/>
              <a:gd name="connsiteY53964" fmla="*/ 4277992 h 5017219"/>
              <a:gd name="connsiteX53965" fmla="*/ 2088420 w 5799173"/>
              <a:gd name="connsiteY53965" fmla="*/ 4277244 h 5017219"/>
              <a:gd name="connsiteX53966" fmla="*/ 2077869 w 5799173"/>
              <a:gd name="connsiteY53966" fmla="*/ 4258967 h 5017219"/>
              <a:gd name="connsiteX53967" fmla="*/ 2077869 w 5799173"/>
              <a:gd name="connsiteY53967" fmla="*/ 4257471 h 5017219"/>
              <a:gd name="connsiteX53968" fmla="*/ 2088420 w 5799173"/>
              <a:gd name="connsiteY53968" fmla="*/ 4239194 h 5017219"/>
              <a:gd name="connsiteX53969" fmla="*/ 2089666 w 5799173"/>
              <a:gd name="connsiteY53969" fmla="*/ 4238446 h 5017219"/>
              <a:gd name="connsiteX53970" fmla="*/ 2110685 w 5799173"/>
              <a:gd name="connsiteY53970" fmla="*/ 4238446 h 5017219"/>
              <a:gd name="connsiteX53971" fmla="*/ 2111931 w 5799173"/>
              <a:gd name="connsiteY53971" fmla="*/ 4239194 h 5017219"/>
              <a:gd name="connsiteX53972" fmla="*/ 2122482 w 5799173"/>
              <a:gd name="connsiteY53972" fmla="*/ 4257471 h 5017219"/>
              <a:gd name="connsiteX53973" fmla="*/ 2122482 w 5799173"/>
              <a:gd name="connsiteY53973" fmla="*/ 4258967 h 5017219"/>
              <a:gd name="connsiteX53974" fmla="*/ 2111931 w 5799173"/>
              <a:gd name="connsiteY53974" fmla="*/ 4277244 h 5017219"/>
              <a:gd name="connsiteX53975" fmla="*/ 2110685 w 5799173"/>
              <a:gd name="connsiteY53975" fmla="*/ 4277992 h 5017219"/>
              <a:gd name="connsiteX53976" fmla="*/ 2149750 w 5799173"/>
              <a:gd name="connsiteY53976" fmla="*/ 4294133 h 5017219"/>
              <a:gd name="connsiteX53977" fmla="*/ 2148421 w 5799173"/>
              <a:gd name="connsiteY53977" fmla="*/ 4293386 h 5017219"/>
              <a:gd name="connsiteX53978" fmla="*/ 2137788 w 5799173"/>
              <a:gd name="connsiteY53978" fmla="*/ 4274855 h 5017219"/>
              <a:gd name="connsiteX53979" fmla="*/ 2137788 w 5799173"/>
              <a:gd name="connsiteY53979" fmla="*/ 4273359 h 5017219"/>
              <a:gd name="connsiteX53980" fmla="*/ 2148507 w 5799173"/>
              <a:gd name="connsiteY53980" fmla="*/ 4254828 h 5017219"/>
              <a:gd name="connsiteX53981" fmla="*/ 2149837 w 5799173"/>
              <a:gd name="connsiteY53981" fmla="*/ 4254080 h 5017219"/>
              <a:gd name="connsiteX53982" fmla="*/ 2171188 w 5799173"/>
              <a:gd name="connsiteY53982" fmla="*/ 4254078 h 5017219"/>
              <a:gd name="connsiteX53983" fmla="*/ 2172517 w 5799173"/>
              <a:gd name="connsiteY53983" fmla="*/ 4254827 h 5017219"/>
              <a:gd name="connsiteX53984" fmla="*/ 2183150 w 5799173"/>
              <a:gd name="connsiteY53984" fmla="*/ 4273356 h 5017219"/>
              <a:gd name="connsiteX53985" fmla="*/ 2183150 w 5799173"/>
              <a:gd name="connsiteY53985" fmla="*/ 4274852 h 5017219"/>
              <a:gd name="connsiteX53986" fmla="*/ 2172432 w 5799173"/>
              <a:gd name="connsiteY53986" fmla="*/ 4293384 h 5017219"/>
              <a:gd name="connsiteX53987" fmla="*/ 2171102 w 5799173"/>
              <a:gd name="connsiteY53987" fmla="*/ 4294132 h 5017219"/>
              <a:gd name="connsiteX53988" fmla="*/ 765553 w 5799173"/>
              <a:gd name="connsiteY53988" fmla="*/ 3923356 h 5017219"/>
              <a:gd name="connsiteX53989" fmla="*/ 764224 w 5799173"/>
              <a:gd name="connsiteY53989" fmla="*/ 3922608 h 5017219"/>
              <a:gd name="connsiteX53990" fmla="*/ 753673 w 5799173"/>
              <a:gd name="connsiteY53990" fmla="*/ 3904247 h 5017219"/>
              <a:gd name="connsiteX53991" fmla="*/ 753673 w 5799173"/>
              <a:gd name="connsiteY53991" fmla="*/ 3902751 h 5017219"/>
              <a:gd name="connsiteX53992" fmla="*/ 764224 w 5799173"/>
              <a:gd name="connsiteY53992" fmla="*/ 3884391 h 5017219"/>
              <a:gd name="connsiteX53993" fmla="*/ 765553 w 5799173"/>
              <a:gd name="connsiteY53993" fmla="*/ 3883643 h 5017219"/>
              <a:gd name="connsiteX53994" fmla="*/ 786739 w 5799173"/>
              <a:gd name="connsiteY53994" fmla="*/ 3883643 h 5017219"/>
              <a:gd name="connsiteX53995" fmla="*/ 788068 w 5799173"/>
              <a:gd name="connsiteY53995" fmla="*/ 3884391 h 5017219"/>
              <a:gd name="connsiteX53996" fmla="*/ 798619 w 5799173"/>
              <a:gd name="connsiteY53996" fmla="*/ 3902751 h 5017219"/>
              <a:gd name="connsiteX53997" fmla="*/ 798619 w 5799173"/>
              <a:gd name="connsiteY53997" fmla="*/ 3904247 h 5017219"/>
              <a:gd name="connsiteX53998" fmla="*/ 788068 w 5799173"/>
              <a:gd name="connsiteY53998" fmla="*/ 3922608 h 5017219"/>
              <a:gd name="connsiteX53999" fmla="*/ 786739 w 5799173"/>
              <a:gd name="connsiteY53999" fmla="*/ 3923356 h 5017219"/>
              <a:gd name="connsiteX54000" fmla="*/ 705218 w 5799173"/>
              <a:gd name="connsiteY54000" fmla="*/ 3907266 h 5017219"/>
              <a:gd name="connsiteX54001" fmla="*/ 703889 w 5799173"/>
              <a:gd name="connsiteY54001" fmla="*/ 3906519 h 5017219"/>
              <a:gd name="connsiteX54002" fmla="*/ 693091 w 5799173"/>
              <a:gd name="connsiteY54002" fmla="*/ 3887738 h 5017219"/>
              <a:gd name="connsiteX54003" fmla="*/ 693091 w 5799173"/>
              <a:gd name="connsiteY54003" fmla="*/ 3886242 h 5017219"/>
              <a:gd name="connsiteX54004" fmla="*/ 703892 w 5799173"/>
              <a:gd name="connsiteY54004" fmla="*/ 3867462 h 5017219"/>
              <a:gd name="connsiteX54005" fmla="*/ 705221 w 5799173"/>
              <a:gd name="connsiteY54005" fmla="*/ 3866712 h 5017219"/>
              <a:gd name="connsiteX54006" fmla="*/ 726906 w 5799173"/>
              <a:gd name="connsiteY54006" fmla="*/ 3866711 h 5017219"/>
              <a:gd name="connsiteX54007" fmla="*/ 728236 w 5799173"/>
              <a:gd name="connsiteY54007" fmla="*/ 3867459 h 5017219"/>
              <a:gd name="connsiteX54008" fmla="*/ 739034 w 5799173"/>
              <a:gd name="connsiteY54008" fmla="*/ 3886240 h 5017219"/>
              <a:gd name="connsiteX54009" fmla="*/ 739034 w 5799173"/>
              <a:gd name="connsiteY54009" fmla="*/ 3887735 h 5017219"/>
              <a:gd name="connsiteX54010" fmla="*/ 728233 w 5799173"/>
              <a:gd name="connsiteY54010" fmla="*/ 3906517 h 5017219"/>
              <a:gd name="connsiteX54011" fmla="*/ 726903 w 5799173"/>
              <a:gd name="connsiteY54011" fmla="*/ 3907265 h 5017219"/>
              <a:gd name="connsiteX54012" fmla="*/ 2450641 w 5799173"/>
              <a:gd name="connsiteY54012" fmla="*/ 4375000 h 5017219"/>
              <a:gd name="connsiteX54013" fmla="*/ 2449312 w 5799173"/>
              <a:gd name="connsiteY54013" fmla="*/ 4374253 h 5017219"/>
              <a:gd name="connsiteX54014" fmla="*/ 2438596 w 5799173"/>
              <a:gd name="connsiteY54014" fmla="*/ 4355642 h 5017219"/>
              <a:gd name="connsiteX54015" fmla="*/ 2438596 w 5799173"/>
              <a:gd name="connsiteY54015" fmla="*/ 4354145 h 5017219"/>
              <a:gd name="connsiteX54016" fmla="*/ 2449314 w 5799173"/>
              <a:gd name="connsiteY54016" fmla="*/ 4335534 h 5017219"/>
              <a:gd name="connsiteX54017" fmla="*/ 2450642 w 5799173"/>
              <a:gd name="connsiteY54017" fmla="*/ 4334786 h 5017219"/>
              <a:gd name="connsiteX54018" fmla="*/ 2472078 w 5799173"/>
              <a:gd name="connsiteY54018" fmla="*/ 4334785 h 5017219"/>
              <a:gd name="connsiteX54019" fmla="*/ 2473407 w 5799173"/>
              <a:gd name="connsiteY54019" fmla="*/ 4335533 h 5017219"/>
              <a:gd name="connsiteX54020" fmla="*/ 2484123 w 5799173"/>
              <a:gd name="connsiteY54020" fmla="*/ 4354144 h 5017219"/>
              <a:gd name="connsiteX54021" fmla="*/ 2484123 w 5799173"/>
              <a:gd name="connsiteY54021" fmla="*/ 4355640 h 5017219"/>
              <a:gd name="connsiteX54022" fmla="*/ 2473405 w 5799173"/>
              <a:gd name="connsiteY54022" fmla="*/ 4374253 h 5017219"/>
              <a:gd name="connsiteX54023" fmla="*/ 2472077 w 5799173"/>
              <a:gd name="connsiteY54023" fmla="*/ 4375000 h 5017219"/>
              <a:gd name="connsiteX54024" fmla="*/ 1186510 w 5799173"/>
              <a:gd name="connsiteY54024" fmla="*/ 4036606 h 5017219"/>
              <a:gd name="connsiteX54025" fmla="*/ 1185180 w 5799173"/>
              <a:gd name="connsiteY54025" fmla="*/ 4035858 h 5017219"/>
              <a:gd name="connsiteX54026" fmla="*/ 1174298 w 5799173"/>
              <a:gd name="connsiteY54026" fmla="*/ 4016912 h 5017219"/>
              <a:gd name="connsiteX54027" fmla="*/ 1174298 w 5799173"/>
              <a:gd name="connsiteY54027" fmla="*/ 4015334 h 5017219"/>
              <a:gd name="connsiteX54028" fmla="*/ 1185267 w 5799173"/>
              <a:gd name="connsiteY54028" fmla="*/ 3996388 h 5017219"/>
              <a:gd name="connsiteX54029" fmla="*/ 1186596 w 5799173"/>
              <a:gd name="connsiteY54029" fmla="*/ 3995639 h 5017219"/>
              <a:gd name="connsiteX54030" fmla="*/ 1208446 w 5799173"/>
              <a:gd name="connsiteY54030" fmla="*/ 3995638 h 5017219"/>
              <a:gd name="connsiteX54031" fmla="*/ 1209775 w 5799173"/>
              <a:gd name="connsiteY54031" fmla="*/ 3996386 h 5017219"/>
              <a:gd name="connsiteX54032" fmla="*/ 1220657 w 5799173"/>
              <a:gd name="connsiteY54032" fmla="*/ 4015331 h 5017219"/>
              <a:gd name="connsiteX54033" fmla="*/ 1220657 w 5799173"/>
              <a:gd name="connsiteY54033" fmla="*/ 4016909 h 5017219"/>
              <a:gd name="connsiteX54034" fmla="*/ 1209689 w 5799173"/>
              <a:gd name="connsiteY54034" fmla="*/ 4035856 h 5017219"/>
              <a:gd name="connsiteX54035" fmla="*/ 1208360 w 5799173"/>
              <a:gd name="connsiteY54035" fmla="*/ 4036605 h 5017219"/>
              <a:gd name="connsiteX54036" fmla="*/ 1246433 w 5799173"/>
              <a:gd name="connsiteY54036" fmla="*/ 4053374 h 5017219"/>
              <a:gd name="connsiteX54037" fmla="*/ 1245020 w 5799173"/>
              <a:gd name="connsiteY54037" fmla="*/ 4052543 h 5017219"/>
              <a:gd name="connsiteX54038" fmla="*/ 1233805 w 5799173"/>
              <a:gd name="connsiteY54038" fmla="*/ 4033100 h 5017219"/>
              <a:gd name="connsiteX54039" fmla="*/ 1233806 w 5799173"/>
              <a:gd name="connsiteY54039" fmla="*/ 4031520 h 5017219"/>
              <a:gd name="connsiteX54040" fmla="*/ 1245022 w 5799173"/>
              <a:gd name="connsiteY54040" fmla="*/ 4012076 h 5017219"/>
              <a:gd name="connsiteX54041" fmla="*/ 1246435 w 5799173"/>
              <a:gd name="connsiteY54041" fmla="*/ 4011244 h 5017219"/>
              <a:gd name="connsiteX54042" fmla="*/ 1268949 w 5799173"/>
              <a:gd name="connsiteY54042" fmla="*/ 4011244 h 5017219"/>
              <a:gd name="connsiteX54043" fmla="*/ 1270362 w 5799173"/>
              <a:gd name="connsiteY54043" fmla="*/ 4012075 h 5017219"/>
              <a:gd name="connsiteX54044" fmla="*/ 1281576 w 5799173"/>
              <a:gd name="connsiteY54044" fmla="*/ 4031518 h 5017219"/>
              <a:gd name="connsiteX54045" fmla="*/ 1281576 w 5799173"/>
              <a:gd name="connsiteY54045" fmla="*/ 4033097 h 5017219"/>
              <a:gd name="connsiteX54046" fmla="*/ 1270360 w 5799173"/>
              <a:gd name="connsiteY54046" fmla="*/ 4052542 h 5017219"/>
              <a:gd name="connsiteX54047" fmla="*/ 1268947 w 5799173"/>
              <a:gd name="connsiteY54047" fmla="*/ 4053372 h 5017219"/>
              <a:gd name="connsiteX54048" fmla="*/ 1535971 w 5799173"/>
              <a:gd name="connsiteY54048" fmla="*/ 4181373 h 5017219"/>
              <a:gd name="connsiteX54049" fmla="*/ 1534891 w 5799173"/>
              <a:gd name="connsiteY54049" fmla="*/ 4180792 h 5017219"/>
              <a:gd name="connsiteX54050" fmla="*/ 1526334 w 5799173"/>
              <a:gd name="connsiteY54050" fmla="*/ 4166004 h 5017219"/>
              <a:gd name="connsiteX54051" fmla="*/ 1526334 w 5799173"/>
              <a:gd name="connsiteY54051" fmla="*/ 4164758 h 5017219"/>
              <a:gd name="connsiteX54052" fmla="*/ 1534891 w 5799173"/>
              <a:gd name="connsiteY54052" fmla="*/ 4149969 h 5017219"/>
              <a:gd name="connsiteX54053" fmla="*/ 1535971 w 5799173"/>
              <a:gd name="connsiteY54053" fmla="*/ 4149388 h 5017219"/>
              <a:gd name="connsiteX54054" fmla="*/ 1553085 w 5799173"/>
              <a:gd name="connsiteY54054" fmla="*/ 4149388 h 5017219"/>
              <a:gd name="connsiteX54055" fmla="*/ 1554165 w 5799173"/>
              <a:gd name="connsiteY54055" fmla="*/ 4149969 h 5017219"/>
              <a:gd name="connsiteX54056" fmla="*/ 1562722 w 5799173"/>
              <a:gd name="connsiteY54056" fmla="*/ 4164758 h 5017219"/>
              <a:gd name="connsiteX54057" fmla="*/ 1562722 w 5799173"/>
              <a:gd name="connsiteY54057" fmla="*/ 4166004 h 5017219"/>
              <a:gd name="connsiteX54058" fmla="*/ 1554165 w 5799173"/>
              <a:gd name="connsiteY54058" fmla="*/ 4180792 h 5017219"/>
              <a:gd name="connsiteX54059" fmla="*/ 1553085 w 5799173"/>
              <a:gd name="connsiteY54059" fmla="*/ 4181373 h 5017219"/>
              <a:gd name="connsiteX54060" fmla="*/ 3702192 w 5799173"/>
              <a:gd name="connsiteY54060" fmla="*/ 4762777 h 5017219"/>
              <a:gd name="connsiteX54061" fmla="*/ 3701112 w 5799173"/>
              <a:gd name="connsiteY54061" fmla="*/ 4762112 h 5017219"/>
              <a:gd name="connsiteX54062" fmla="*/ 3691974 w 5799173"/>
              <a:gd name="connsiteY54062" fmla="*/ 4746242 h 5017219"/>
              <a:gd name="connsiteX54063" fmla="*/ 3691974 w 5799173"/>
              <a:gd name="connsiteY54063" fmla="*/ 4744912 h 5017219"/>
              <a:gd name="connsiteX54064" fmla="*/ 3701113 w 5799173"/>
              <a:gd name="connsiteY54064" fmla="*/ 4729041 h 5017219"/>
              <a:gd name="connsiteX54065" fmla="*/ 3702193 w 5799173"/>
              <a:gd name="connsiteY54065" fmla="*/ 4728376 h 5017219"/>
              <a:gd name="connsiteX54066" fmla="*/ 3720471 w 5799173"/>
              <a:gd name="connsiteY54066" fmla="*/ 4728375 h 5017219"/>
              <a:gd name="connsiteX54067" fmla="*/ 3721551 w 5799173"/>
              <a:gd name="connsiteY54067" fmla="*/ 4729041 h 5017219"/>
              <a:gd name="connsiteX54068" fmla="*/ 3730689 w 5799173"/>
              <a:gd name="connsiteY54068" fmla="*/ 4744911 h 5017219"/>
              <a:gd name="connsiteX54069" fmla="*/ 3730689 w 5799173"/>
              <a:gd name="connsiteY54069" fmla="*/ 4746240 h 5017219"/>
              <a:gd name="connsiteX54070" fmla="*/ 3721550 w 5799173"/>
              <a:gd name="connsiteY54070" fmla="*/ 4762111 h 5017219"/>
              <a:gd name="connsiteX54071" fmla="*/ 3720470 w 5799173"/>
              <a:gd name="connsiteY54071" fmla="*/ 4762776 h 5017219"/>
              <a:gd name="connsiteX54072" fmla="*/ 3882681 w 5799173"/>
              <a:gd name="connsiteY54072" fmla="*/ 4811199 h 5017219"/>
              <a:gd name="connsiteX54073" fmla="*/ 3881517 w 5799173"/>
              <a:gd name="connsiteY54073" fmla="*/ 4810535 h 5017219"/>
              <a:gd name="connsiteX54074" fmla="*/ 3872296 w 5799173"/>
              <a:gd name="connsiteY54074" fmla="*/ 4794580 h 5017219"/>
              <a:gd name="connsiteX54075" fmla="*/ 3872296 w 5799173"/>
              <a:gd name="connsiteY54075" fmla="*/ 4793250 h 5017219"/>
              <a:gd name="connsiteX54076" fmla="*/ 3881520 w 5799173"/>
              <a:gd name="connsiteY54076" fmla="*/ 4777294 h 5017219"/>
              <a:gd name="connsiteX54077" fmla="*/ 3882683 w 5799173"/>
              <a:gd name="connsiteY54077" fmla="*/ 4776630 h 5017219"/>
              <a:gd name="connsiteX54078" fmla="*/ 3901126 w 5799173"/>
              <a:gd name="connsiteY54078" fmla="*/ 4776628 h 5017219"/>
              <a:gd name="connsiteX54079" fmla="*/ 3902289 w 5799173"/>
              <a:gd name="connsiteY54079" fmla="*/ 4777293 h 5017219"/>
              <a:gd name="connsiteX54080" fmla="*/ 3911510 w 5799173"/>
              <a:gd name="connsiteY54080" fmla="*/ 4793247 h 5017219"/>
              <a:gd name="connsiteX54081" fmla="*/ 3911510 w 5799173"/>
              <a:gd name="connsiteY54081" fmla="*/ 4794577 h 5017219"/>
              <a:gd name="connsiteX54082" fmla="*/ 3902286 w 5799173"/>
              <a:gd name="connsiteY54082" fmla="*/ 4810533 h 5017219"/>
              <a:gd name="connsiteX54083" fmla="*/ 3901124 w 5799173"/>
              <a:gd name="connsiteY54083" fmla="*/ 4811199 h 5017219"/>
              <a:gd name="connsiteX54084" fmla="*/ 2739169 w 5799173"/>
              <a:gd name="connsiteY54084" fmla="*/ 4504907 h 5017219"/>
              <a:gd name="connsiteX54085" fmla="*/ 2738089 w 5799173"/>
              <a:gd name="connsiteY54085" fmla="*/ 4504242 h 5017219"/>
              <a:gd name="connsiteX54086" fmla="*/ 2728951 w 5799173"/>
              <a:gd name="connsiteY54086" fmla="*/ 4488373 h 5017219"/>
              <a:gd name="connsiteX54087" fmla="*/ 2728951 w 5799173"/>
              <a:gd name="connsiteY54087" fmla="*/ 4487044 h 5017219"/>
              <a:gd name="connsiteX54088" fmla="*/ 2738090 w 5799173"/>
              <a:gd name="connsiteY54088" fmla="*/ 4471175 h 5017219"/>
              <a:gd name="connsiteX54089" fmla="*/ 2739170 w 5799173"/>
              <a:gd name="connsiteY54089" fmla="*/ 4470510 h 5017219"/>
              <a:gd name="connsiteX54090" fmla="*/ 2757448 w 5799173"/>
              <a:gd name="connsiteY54090" fmla="*/ 4470510 h 5017219"/>
              <a:gd name="connsiteX54091" fmla="*/ 2758528 w 5799173"/>
              <a:gd name="connsiteY54091" fmla="*/ 4471175 h 5017219"/>
              <a:gd name="connsiteX54092" fmla="*/ 2767665 w 5799173"/>
              <a:gd name="connsiteY54092" fmla="*/ 4487044 h 5017219"/>
              <a:gd name="connsiteX54093" fmla="*/ 2767665 w 5799173"/>
              <a:gd name="connsiteY54093" fmla="*/ 4488373 h 5017219"/>
              <a:gd name="connsiteX54094" fmla="*/ 2758527 w 5799173"/>
              <a:gd name="connsiteY54094" fmla="*/ 4504242 h 5017219"/>
              <a:gd name="connsiteX54095" fmla="*/ 2757447 w 5799173"/>
              <a:gd name="connsiteY54095" fmla="*/ 4504907 h 5017219"/>
              <a:gd name="connsiteX54096" fmla="*/ 3762208 w 5799173"/>
              <a:gd name="connsiteY54096" fmla="*/ 4779169 h 5017219"/>
              <a:gd name="connsiteX54097" fmla="*/ 3761045 w 5799173"/>
              <a:gd name="connsiteY54097" fmla="*/ 4778505 h 5017219"/>
              <a:gd name="connsiteX54098" fmla="*/ 3751741 w 5799173"/>
              <a:gd name="connsiteY54098" fmla="*/ 4762384 h 5017219"/>
              <a:gd name="connsiteX54099" fmla="*/ 3751741 w 5799173"/>
              <a:gd name="connsiteY54099" fmla="*/ 4761054 h 5017219"/>
              <a:gd name="connsiteX54100" fmla="*/ 3761047 w 5799173"/>
              <a:gd name="connsiteY54100" fmla="*/ 4744933 h 5017219"/>
              <a:gd name="connsiteX54101" fmla="*/ 3762210 w 5799173"/>
              <a:gd name="connsiteY54101" fmla="*/ 4744268 h 5017219"/>
              <a:gd name="connsiteX54102" fmla="*/ 3780819 w 5799173"/>
              <a:gd name="connsiteY54102" fmla="*/ 4744267 h 5017219"/>
              <a:gd name="connsiteX54103" fmla="*/ 3781984 w 5799173"/>
              <a:gd name="connsiteY54103" fmla="*/ 4744932 h 5017219"/>
              <a:gd name="connsiteX54104" fmla="*/ 3791287 w 5799173"/>
              <a:gd name="connsiteY54104" fmla="*/ 4761052 h 5017219"/>
              <a:gd name="connsiteX54105" fmla="*/ 3791287 w 5799173"/>
              <a:gd name="connsiteY54105" fmla="*/ 4762382 h 5017219"/>
              <a:gd name="connsiteX54106" fmla="*/ 3781981 w 5799173"/>
              <a:gd name="connsiteY54106" fmla="*/ 4778504 h 5017219"/>
              <a:gd name="connsiteX54107" fmla="*/ 3780817 w 5799173"/>
              <a:gd name="connsiteY54107" fmla="*/ 4779168 h 5017219"/>
              <a:gd name="connsiteX54108" fmla="*/ 3641762 w 5799173"/>
              <a:gd name="connsiteY54108" fmla="*/ 4746962 h 5017219"/>
              <a:gd name="connsiteX54109" fmla="*/ 3640599 w 5799173"/>
              <a:gd name="connsiteY54109" fmla="*/ 4746298 h 5017219"/>
              <a:gd name="connsiteX54110" fmla="*/ 3631212 w 5799173"/>
              <a:gd name="connsiteY54110" fmla="*/ 4730094 h 5017219"/>
              <a:gd name="connsiteX54111" fmla="*/ 3631212 w 5799173"/>
              <a:gd name="connsiteY54111" fmla="*/ 4728764 h 5017219"/>
              <a:gd name="connsiteX54112" fmla="*/ 3640601 w 5799173"/>
              <a:gd name="connsiteY54112" fmla="*/ 4712560 h 5017219"/>
              <a:gd name="connsiteX54113" fmla="*/ 3641764 w 5799173"/>
              <a:gd name="connsiteY54113" fmla="*/ 4711895 h 5017219"/>
              <a:gd name="connsiteX54114" fmla="*/ 3660457 w 5799173"/>
              <a:gd name="connsiteY54114" fmla="*/ 4711893 h 5017219"/>
              <a:gd name="connsiteX54115" fmla="*/ 3661620 w 5799173"/>
              <a:gd name="connsiteY54115" fmla="*/ 4712558 h 5017219"/>
              <a:gd name="connsiteX54116" fmla="*/ 3671007 w 5799173"/>
              <a:gd name="connsiteY54116" fmla="*/ 4728761 h 5017219"/>
              <a:gd name="connsiteX54117" fmla="*/ 3671007 w 5799173"/>
              <a:gd name="connsiteY54117" fmla="*/ 4730091 h 5017219"/>
              <a:gd name="connsiteX54118" fmla="*/ 3661618 w 5799173"/>
              <a:gd name="connsiteY54118" fmla="*/ 4746296 h 5017219"/>
              <a:gd name="connsiteX54119" fmla="*/ 3660455 w 5799173"/>
              <a:gd name="connsiteY54119" fmla="*/ 4746961 h 5017219"/>
              <a:gd name="connsiteX54120" fmla="*/ 3822308 w 5799173"/>
              <a:gd name="connsiteY54120" fmla="*/ 4795390 h 5017219"/>
              <a:gd name="connsiteX54121" fmla="*/ 3821144 w 5799173"/>
              <a:gd name="connsiteY54121" fmla="*/ 4794726 h 5017219"/>
              <a:gd name="connsiteX54122" fmla="*/ 3811757 w 5799173"/>
              <a:gd name="connsiteY54122" fmla="*/ 4778522 h 5017219"/>
              <a:gd name="connsiteX54123" fmla="*/ 3811757 w 5799173"/>
              <a:gd name="connsiteY54123" fmla="*/ 4777193 h 5017219"/>
              <a:gd name="connsiteX54124" fmla="*/ 3821146 w 5799173"/>
              <a:gd name="connsiteY54124" fmla="*/ 4760989 h 5017219"/>
              <a:gd name="connsiteX54125" fmla="*/ 3822309 w 5799173"/>
              <a:gd name="connsiteY54125" fmla="*/ 4760324 h 5017219"/>
              <a:gd name="connsiteX54126" fmla="*/ 3841003 w 5799173"/>
              <a:gd name="connsiteY54126" fmla="*/ 4760323 h 5017219"/>
              <a:gd name="connsiteX54127" fmla="*/ 3842166 w 5799173"/>
              <a:gd name="connsiteY54127" fmla="*/ 4760988 h 5017219"/>
              <a:gd name="connsiteX54128" fmla="*/ 3851553 w 5799173"/>
              <a:gd name="connsiteY54128" fmla="*/ 4777191 h 5017219"/>
              <a:gd name="connsiteX54129" fmla="*/ 3851553 w 5799173"/>
              <a:gd name="connsiteY54129" fmla="*/ 4778520 h 5017219"/>
              <a:gd name="connsiteX54130" fmla="*/ 3842164 w 5799173"/>
              <a:gd name="connsiteY54130" fmla="*/ 4794725 h 5017219"/>
              <a:gd name="connsiteX54131" fmla="*/ 3841001 w 5799173"/>
              <a:gd name="connsiteY54131" fmla="*/ 4795389 h 5017219"/>
              <a:gd name="connsiteX54132" fmla="*/ 3280631 w 5799173"/>
              <a:gd name="connsiteY54132" fmla="*/ 4650336 h 5017219"/>
              <a:gd name="connsiteX54133" fmla="*/ 3279468 w 5799173"/>
              <a:gd name="connsiteY54133" fmla="*/ 4649672 h 5017219"/>
              <a:gd name="connsiteX54134" fmla="*/ 3270081 w 5799173"/>
              <a:gd name="connsiteY54134" fmla="*/ 4633384 h 5017219"/>
              <a:gd name="connsiteX54135" fmla="*/ 3270081 w 5799173"/>
              <a:gd name="connsiteY54135" fmla="*/ 4632055 h 5017219"/>
              <a:gd name="connsiteX54136" fmla="*/ 3279470 w 5799173"/>
              <a:gd name="connsiteY54136" fmla="*/ 4615768 h 5017219"/>
              <a:gd name="connsiteX54137" fmla="*/ 3280633 w 5799173"/>
              <a:gd name="connsiteY54137" fmla="*/ 4615102 h 5017219"/>
              <a:gd name="connsiteX54138" fmla="*/ 3299409 w 5799173"/>
              <a:gd name="connsiteY54138" fmla="*/ 4615102 h 5017219"/>
              <a:gd name="connsiteX54139" fmla="*/ 3300572 w 5799173"/>
              <a:gd name="connsiteY54139" fmla="*/ 4615767 h 5017219"/>
              <a:gd name="connsiteX54140" fmla="*/ 3309959 w 5799173"/>
              <a:gd name="connsiteY54140" fmla="*/ 4632054 h 5017219"/>
              <a:gd name="connsiteX54141" fmla="*/ 3309959 w 5799173"/>
              <a:gd name="connsiteY54141" fmla="*/ 4633383 h 5017219"/>
              <a:gd name="connsiteX54142" fmla="*/ 3300571 w 5799173"/>
              <a:gd name="connsiteY54142" fmla="*/ 4649670 h 5017219"/>
              <a:gd name="connsiteX54143" fmla="*/ 3299407 w 5799173"/>
              <a:gd name="connsiteY54143" fmla="*/ 4650334 h 5017219"/>
              <a:gd name="connsiteX54144" fmla="*/ 2859263 w 5799173"/>
              <a:gd name="connsiteY54144" fmla="*/ 4537460 h 5017219"/>
              <a:gd name="connsiteX54145" fmla="*/ 2858100 w 5799173"/>
              <a:gd name="connsiteY54145" fmla="*/ 4536795 h 5017219"/>
              <a:gd name="connsiteX54146" fmla="*/ 2848630 w 5799173"/>
              <a:gd name="connsiteY54146" fmla="*/ 4520425 h 5017219"/>
              <a:gd name="connsiteX54147" fmla="*/ 2848630 w 5799173"/>
              <a:gd name="connsiteY54147" fmla="*/ 4519095 h 5017219"/>
              <a:gd name="connsiteX54148" fmla="*/ 2858103 w 5799173"/>
              <a:gd name="connsiteY54148" fmla="*/ 4502724 h 5017219"/>
              <a:gd name="connsiteX54149" fmla="*/ 2859266 w 5799173"/>
              <a:gd name="connsiteY54149" fmla="*/ 4502060 h 5017219"/>
              <a:gd name="connsiteX54150" fmla="*/ 2878208 w 5799173"/>
              <a:gd name="connsiteY54150" fmla="*/ 4502058 h 5017219"/>
              <a:gd name="connsiteX54151" fmla="*/ 2879371 w 5799173"/>
              <a:gd name="connsiteY54151" fmla="*/ 4502723 h 5017219"/>
              <a:gd name="connsiteX54152" fmla="*/ 2888841 w 5799173"/>
              <a:gd name="connsiteY54152" fmla="*/ 4519093 h 5017219"/>
              <a:gd name="connsiteX54153" fmla="*/ 2888841 w 5799173"/>
              <a:gd name="connsiteY54153" fmla="*/ 4520423 h 5017219"/>
              <a:gd name="connsiteX54154" fmla="*/ 2879368 w 5799173"/>
              <a:gd name="connsiteY54154" fmla="*/ 4536793 h 5017219"/>
              <a:gd name="connsiteX54155" fmla="*/ 2878206 w 5799173"/>
              <a:gd name="connsiteY54155" fmla="*/ 4537459 h 5017219"/>
              <a:gd name="connsiteX54156" fmla="*/ 3581508 w 5799173"/>
              <a:gd name="connsiteY54156" fmla="*/ 4731086 h 5017219"/>
              <a:gd name="connsiteX54157" fmla="*/ 3580344 w 5799173"/>
              <a:gd name="connsiteY54157" fmla="*/ 4730422 h 5017219"/>
              <a:gd name="connsiteX54158" fmla="*/ 3570957 w 5799173"/>
              <a:gd name="connsiteY54158" fmla="*/ 4714220 h 5017219"/>
              <a:gd name="connsiteX54159" fmla="*/ 3570957 w 5799173"/>
              <a:gd name="connsiteY54159" fmla="*/ 4712891 h 5017219"/>
              <a:gd name="connsiteX54160" fmla="*/ 3580345 w 5799173"/>
              <a:gd name="connsiteY54160" fmla="*/ 4696690 h 5017219"/>
              <a:gd name="connsiteX54161" fmla="*/ 3581508 w 5799173"/>
              <a:gd name="connsiteY54161" fmla="*/ 4696025 h 5017219"/>
              <a:gd name="connsiteX54162" fmla="*/ 3600201 w 5799173"/>
              <a:gd name="connsiteY54162" fmla="*/ 4696025 h 5017219"/>
              <a:gd name="connsiteX54163" fmla="*/ 3601364 w 5799173"/>
              <a:gd name="connsiteY54163" fmla="*/ 4696690 h 5017219"/>
              <a:gd name="connsiteX54164" fmla="*/ 3610752 w 5799173"/>
              <a:gd name="connsiteY54164" fmla="*/ 4712891 h 5017219"/>
              <a:gd name="connsiteX54165" fmla="*/ 3610752 w 5799173"/>
              <a:gd name="connsiteY54165" fmla="*/ 4714220 h 5017219"/>
              <a:gd name="connsiteX54166" fmla="*/ 3601364 w 5799173"/>
              <a:gd name="connsiteY54166" fmla="*/ 4730422 h 5017219"/>
              <a:gd name="connsiteX54167" fmla="*/ 3600201 w 5799173"/>
              <a:gd name="connsiteY54167" fmla="*/ 4731086 h 5017219"/>
              <a:gd name="connsiteX54168" fmla="*/ 2618549 w 5799173"/>
              <a:gd name="connsiteY54168" fmla="*/ 4473067 h 5017219"/>
              <a:gd name="connsiteX54169" fmla="*/ 2617386 w 5799173"/>
              <a:gd name="connsiteY54169" fmla="*/ 4472402 h 5017219"/>
              <a:gd name="connsiteX54170" fmla="*/ 2607998 w 5799173"/>
              <a:gd name="connsiteY54170" fmla="*/ 4456117 h 5017219"/>
              <a:gd name="connsiteX54171" fmla="*/ 2607998 w 5799173"/>
              <a:gd name="connsiteY54171" fmla="*/ 4454788 h 5017219"/>
              <a:gd name="connsiteX54172" fmla="*/ 2617387 w 5799173"/>
              <a:gd name="connsiteY54172" fmla="*/ 4438502 h 5017219"/>
              <a:gd name="connsiteX54173" fmla="*/ 2618550 w 5799173"/>
              <a:gd name="connsiteY54173" fmla="*/ 4437837 h 5017219"/>
              <a:gd name="connsiteX54174" fmla="*/ 2637326 w 5799173"/>
              <a:gd name="connsiteY54174" fmla="*/ 4437836 h 5017219"/>
              <a:gd name="connsiteX54175" fmla="*/ 2638489 w 5799173"/>
              <a:gd name="connsiteY54175" fmla="*/ 4438501 h 5017219"/>
              <a:gd name="connsiteX54176" fmla="*/ 2647877 w 5799173"/>
              <a:gd name="connsiteY54176" fmla="*/ 4454786 h 5017219"/>
              <a:gd name="connsiteX54177" fmla="*/ 2647877 w 5799173"/>
              <a:gd name="connsiteY54177" fmla="*/ 4456115 h 5017219"/>
              <a:gd name="connsiteX54178" fmla="*/ 2638488 w 5799173"/>
              <a:gd name="connsiteY54178" fmla="*/ 4472402 h 5017219"/>
              <a:gd name="connsiteX54179" fmla="*/ 2637325 w 5799173"/>
              <a:gd name="connsiteY54179" fmla="*/ 4473066 h 5017219"/>
              <a:gd name="connsiteX54180" fmla="*/ 2678608 w 5799173"/>
              <a:gd name="connsiteY54180" fmla="*/ 4489441 h 5017219"/>
              <a:gd name="connsiteX54181" fmla="*/ 2677445 w 5799173"/>
              <a:gd name="connsiteY54181" fmla="*/ 4488777 h 5017219"/>
              <a:gd name="connsiteX54182" fmla="*/ 2667974 w 5799173"/>
              <a:gd name="connsiteY54182" fmla="*/ 4472410 h 5017219"/>
              <a:gd name="connsiteX54183" fmla="*/ 2667974 w 5799173"/>
              <a:gd name="connsiteY54183" fmla="*/ 4471080 h 5017219"/>
              <a:gd name="connsiteX54184" fmla="*/ 2677445 w 5799173"/>
              <a:gd name="connsiteY54184" fmla="*/ 4454714 h 5017219"/>
              <a:gd name="connsiteX54185" fmla="*/ 2678608 w 5799173"/>
              <a:gd name="connsiteY54185" fmla="*/ 4454049 h 5017219"/>
              <a:gd name="connsiteX54186" fmla="*/ 2697550 w 5799173"/>
              <a:gd name="connsiteY54186" fmla="*/ 4454049 h 5017219"/>
              <a:gd name="connsiteX54187" fmla="*/ 2698713 w 5799173"/>
              <a:gd name="connsiteY54187" fmla="*/ 4454714 h 5017219"/>
              <a:gd name="connsiteX54188" fmla="*/ 2708184 w 5799173"/>
              <a:gd name="connsiteY54188" fmla="*/ 4471080 h 5017219"/>
              <a:gd name="connsiteX54189" fmla="*/ 2708184 w 5799173"/>
              <a:gd name="connsiteY54189" fmla="*/ 4472410 h 5017219"/>
              <a:gd name="connsiteX54190" fmla="*/ 2698713 w 5799173"/>
              <a:gd name="connsiteY54190" fmla="*/ 4488776 h 5017219"/>
              <a:gd name="connsiteX54191" fmla="*/ 2697550 w 5799173"/>
              <a:gd name="connsiteY54191" fmla="*/ 4489441 h 5017219"/>
              <a:gd name="connsiteX54192" fmla="*/ 3521172 w 5799173"/>
              <a:gd name="connsiteY54192" fmla="*/ 4715230 h 5017219"/>
              <a:gd name="connsiteX54193" fmla="*/ 3520009 w 5799173"/>
              <a:gd name="connsiteY54193" fmla="*/ 4714565 h 5017219"/>
              <a:gd name="connsiteX54194" fmla="*/ 3510456 w 5799173"/>
              <a:gd name="connsiteY54194" fmla="*/ 4698031 h 5017219"/>
              <a:gd name="connsiteX54195" fmla="*/ 3510456 w 5799173"/>
              <a:gd name="connsiteY54195" fmla="*/ 4696701 h 5017219"/>
              <a:gd name="connsiteX54196" fmla="*/ 3520011 w 5799173"/>
              <a:gd name="connsiteY54196" fmla="*/ 4680166 h 5017219"/>
              <a:gd name="connsiteX54197" fmla="*/ 3521174 w 5799173"/>
              <a:gd name="connsiteY54197" fmla="*/ 4679500 h 5017219"/>
              <a:gd name="connsiteX54198" fmla="*/ 3540282 w 5799173"/>
              <a:gd name="connsiteY54198" fmla="*/ 4679500 h 5017219"/>
              <a:gd name="connsiteX54199" fmla="*/ 3541445 w 5799173"/>
              <a:gd name="connsiteY54199" fmla="*/ 4680165 h 5017219"/>
              <a:gd name="connsiteX54200" fmla="*/ 3550999 w 5799173"/>
              <a:gd name="connsiteY54200" fmla="*/ 4696699 h 5017219"/>
              <a:gd name="connsiteX54201" fmla="*/ 3550999 w 5799173"/>
              <a:gd name="connsiteY54201" fmla="*/ 4698029 h 5017219"/>
              <a:gd name="connsiteX54202" fmla="*/ 3541444 w 5799173"/>
              <a:gd name="connsiteY54202" fmla="*/ 4714565 h 5017219"/>
              <a:gd name="connsiteX54203" fmla="*/ 3540281 w 5799173"/>
              <a:gd name="connsiteY54203" fmla="*/ 4715229 h 5017219"/>
              <a:gd name="connsiteX54204" fmla="*/ 2798866 w 5799173"/>
              <a:gd name="connsiteY54204" fmla="*/ 4521745 h 5017219"/>
              <a:gd name="connsiteX54205" fmla="*/ 2797703 w 5799173"/>
              <a:gd name="connsiteY54205" fmla="*/ 4521080 h 5017219"/>
              <a:gd name="connsiteX54206" fmla="*/ 2788067 w 5799173"/>
              <a:gd name="connsiteY54206" fmla="*/ 4504463 h 5017219"/>
              <a:gd name="connsiteX54207" fmla="*/ 2788067 w 5799173"/>
              <a:gd name="connsiteY54207" fmla="*/ 4503132 h 5017219"/>
              <a:gd name="connsiteX54208" fmla="*/ 2797705 w 5799173"/>
              <a:gd name="connsiteY54208" fmla="*/ 4486513 h 5017219"/>
              <a:gd name="connsiteX54209" fmla="*/ 2798868 w 5799173"/>
              <a:gd name="connsiteY54209" fmla="*/ 4485848 h 5017219"/>
              <a:gd name="connsiteX54210" fmla="*/ 2818060 w 5799173"/>
              <a:gd name="connsiteY54210" fmla="*/ 4485847 h 5017219"/>
              <a:gd name="connsiteX54211" fmla="*/ 2819223 w 5799173"/>
              <a:gd name="connsiteY54211" fmla="*/ 4486512 h 5017219"/>
              <a:gd name="connsiteX54212" fmla="*/ 2828860 w 5799173"/>
              <a:gd name="connsiteY54212" fmla="*/ 4503130 h 5017219"/>
              <a:gd name="connsiteX54213" fmla="*/ 2828859 w 5799173"/>
              <a:gd name="connsiteY54213" fmla="*/ 4504460 h 5017219"/>
              <a:gd name="connsiteX54214" fmla="*/ 2819221 w 5799173"/>
              <a:gd name="connsiteY54214" fmla="*/ 4521080 h 5017219"/>
              <a:gd name="connsiteX54215" fmla="*/ 2818058 w 5799173"/>
              <a:gd name="connsiteY54215" fmla="*/ 4521745 h 5017219"/>
              <a:gd name="connsiteX54216" fmla="*/ 3942454 w 5799173"/>
              <a:gd name="connsiteY54216" fmla="*/ 4828203 h 5017219"/>
              <a:gd name="connsiteX54217" fmla="*/ 3941291 w 5799173"/>
              <a:gd name="connsiteY54217" fmla="*/ 4827538 h 5017219"/>
              <a:gd name="connsiteX54218" fmla="*/ 3931737 w 5799173"/>
              <a:gd name="connsiteY54218" fmla="*/ 4811005 h 5017219"/>
              <a:gd name="connsiteX54219" fmla="*/ 3931737 w 5799173"/>
              <a:gd name="connsiteY54219" fmla="*/ 4809674 h 5017219"/>
              <a:gd name="connsiteX54220" fmla="*/ 3941292 w 5799173"/>
              <a:gd name="connsiteY54220" fmla="*/ 4793141 h 5017219"/>
              <a:gd name="connsiteX54221" fmla="*/ 3942455 w 5799173"/>
              <a:gd name="connsiteY54221" fmla="*/ 4792475 h 5017219"/>
              <a:gd name="connsiteX54222" fmla="*/ 3961563 w 5799173"/>
              <a:gd name="connsiteY54222" fmla="*/ 4792475 h 5017219"/>
              <a:gd name="connsiteX54223" fmla="*/ 3962726 w 5799173"/>
              <a:gd name="connsiteY54223" fmla="*/ 4793139 h 5017219"/>
              <a:gd name="connsiteX54224" fmla="*/ 3972279 w 5799173"/>
              <a:gd name="connsiteY54224" fmla="*/ 4809674 h 5017219"/>
              <a:gd name="connsiteX54225" fmla="*/ 3972280 w 5799173"/>
              <a:gd name="connsiteY54225" fmla="*/ 4811004 h 5017219"/>
              <a:gd name="connsiteX54226" fmla="*/ 3962725 w 5799173"/>
              <a:gd name="connsiteY54226" fmla="*/ 4827537 h 5017219"/>
              <a:gd name="connsiteX54227" fmla="*/ 3961562 w 5799173"/>
              <a:gd name="connsiteY54227" fmla="*/ 4828203 h 5017219"/>
              <a:gd name="connsiteX54228" fmla="*/ 2919244 w 5799173"/>
              <a:gd name="connsiteY54228" fmla="*/ 4554075 h 5017219"/>
              <a:gd name="connsiteX54229" fmla="*/ 2918081 w 5799173"/>
              <a:gd name="connsiteY54229" fmla="*/ 4553411 h 5017219"/>
              <a:gd name="connsiteX54230" fmla="*/ 2908445 w 5799173"/>
              <a:gd name="connsiteY54230" fmla="*/ 4536709 h 5017219"/>
              <a:gd name="connsiteX54231" fmla="*/ 2908445 w 5799173"/>
              <a:gd name="connsiteY54231" fmla="*/ 4535380 h 5017219"/>
              <a:gd name="connsiteX54232" fmla="*/ 2918083 w 5799173"/>
              <a:gd name="connsiteY54232" fmla="*/ 4518676 h 5017219"/>
              <a:gd name="connsiteX54233" fmla="*/ 2919246 w 5799173"/>
              <a:gd name="connsiteY54233" fmla="*/ 4518011 h 5017219"/>
              <a:gd name="connsiteX54234" fmla="*/ 2938604 w 5799173"/>
              <a:gd name="connsiteY54234" fmla="*/ 4518010 h 5017219"/>
              <a:gd name="connsiteX54235" fmla="*/ 2939767 w 5799173"/>
              <a:gd name="connsiteY54235" fmla="*/ 4518675 h 5017219"/>
              <a:gd name="connsiteX54236" fmla="*/ 2949403 w 5799173"/>
              <a:gd name="connsiteY54236" fmla="*/ 4535377 h 5017219"/>
              <a:gd name="connsiteX54237" fmla="*/ 2949403 w 5799173"/>
              <a:gd name="connsiteY54237" fmla="*/ 4536707 h 5017219"/>
              <a:gd name="connsiteX54238" fmla="*/ 2939765 w 5799173"/>
              <a:gd name="connsiteY54238" fmla="*/ 4553410 h 5017219"/>
              <a:gd name="connsiteX54239" fmla="*/ 2938602 w 5799173"/>
              <a:gd name="connsiteY54239" fmla="*/ 4554074 h 5017219"/>
              <a:gd name="connsiteX54240" fmla="*/ 3460953 w 5799173"/>
              <a:gd name="connsiteY54240" fmla="*/ 4699227 h 5017219"/>
              <a:gd name="connsiteX54241" fmla="*/ 3459790 w 5799173"/>
              <a:gd name="connsiteY54241" fmla="*/ 4698562 h 5017219"/>
              <a:gd name="connsiteX54242" fmla="*/ 3450237 w 5799173"/>
              <a:gd name="connsiteY54242" fmla="*/ 4682029 h 5017219"/>
              <a:gd name="connsiteX54243" fmla="*/ 3450237 w 5799173"/>
              <a:gd name="connsiteY54243" fmla="*/ 4680699 h 5017219"/>
              <a:gd name="connsiteX54244" fmla="*/ 3459792 w 5799173"/>
              <a:gd name="connsiteY54244" fmla="*/ 4664166 h 5017219"/>
              <a:gd name="connsiteX54245" fmla="*/ 3460954 w 5799173"/>
              <a:gd name="connsiteY54245" fmla="*/ 4663500 h 5017219"/>
              <a:gd name="connsiteX54246" fmla="*/ 3480063 w 5799173"/>
              <a:gd name="connsiteY54246" fmla="*/ 4663500 h 5017219"/>
              <a:gd name="connsiteX54247" fmla="*/ 3481226 w 5799173"/>
              <a:gd name="connsiteY54247" fmla="*/ 4664165 h 5017219"/>
              <a:gd name="connsiteX54248" fmla="*/ 3490779 w 5799173"/>
              <a:gd name="connsiteY54248" fmla="*/ 4680698 h 5017219"/>
              <a:gd name="connsiteX54249" fmla="*/ 3490779 w 5799173"/>
              <a:gd name="connsiteY54249" fmla="*/ 4682028 h 5017219"/>
              <a:gd name="connsiteX54250" fmla="*/ 3481224 w 5799173"/>
              <a:gd name="connsiteY54250" fmla="*/ 4698562 h 5017219"/>
              <a:gd name="connsiteX54251" fmla="*/ 3480062 w 5799173"/>
              <a:gd name="connsiteY54251" fmla="*/ 4699227 h 5017219"/>
              <a:gd name="connsiteX54252" fmla="*/ 3220186 w 5799173"/>
              <a:gd name="connsiteY54252" fmla="*/ 4634721 h 5017219"/>
              <a:gd name="connsiteX54253" fmla="*/ 3219023 w 5799173"/>
              <a:gd name="connsiteY54253" fmla="*/ 4634056 h 5017219"/>
              <a:gd name="connsiteX54254" fmla="*/ 3209553 w 5799173"/>
              <a:gd name="connsiteY54254" fmla="*/ 4617607 h 5017219"/>
              <a:gd name="connsiteX54255" fmla="*/ 3209553 w 5799173"/>
              <a:gd name="connsiteY54255" fmla="*/ 4616277 h 5017219"/>
              <a:gd name="connsiteX54256" fmla="*/ 3219107 w 5799173"/>
              <a:gd name="connsiteY54256" fmla="*/ 4599828 h 5017219"/>
              <a:gd name="connsiteX54257" fmla="*/ 3220270 w 5799173"/>
              <a:gd name="connsiteY54257" fmla="*/ 4599163 h 5017219"/>
              <a:gd name="connsiteX54258" fmla="*/ 3239295 w 5799173"/>
              <a:gd name="connsiteY54258" fmla="*/ 4599163 h 5017219"/>
              <a:gd name="connsiteX54259" fmla="*/ 3240458 w 5799173"/>
              <a:gd name="connsiteY54259" fmla="*/ 4599828 h 5017219"/>
              <a:gd name="connsiteX54260" fmla="*/ 3249929 w 5799173"/>
              <a:gd name="connsiteY54260" fmla="*/ 4616277 h 5017219"/>
              <a:gd name="connsiteX54261" fmla="*/ 3249929 w 5799173"/>
              <a:gd name="connsiteY54261" fmla="*/ 4617607 h 5017219"/>
              <a:gd name="connsiteX54262" fmla="*/ 3240374 w 5799173"/>
              <a:gd name="connsiteY54262" fmla="*/ 4634056 h 5017219"/>
              <a:gd name="connsiteX54263" fmla="*/ 3239212 w 5799173"/>
              <a:gd name="connsiteY54263" fmla="*/ 4634721 h 5017219"/>
              <a:gd name="connsiteX54264" fmla="*/ 3099688 w 5799173"/>
              <a:gd name="connsiteY54264" fmla="*/ 4602629 h 5017219"/>
              <a:gd name="connsiteX54265" fmla="*/ 3098524 w 5799173"/>
              <a:gd name="connsiteY54265" fmla="*/ 4601965 h 5017219"/>
              <a:gd name="connsiteX54266" fmla="*/ 3088722 w 5799173"/>
              <a:gd name="connsiteY54266" fmla="*/ 4584930 h 5017219"/>
              <a:gd name="connsiteX54267" fmla="*/ 3088723 w 5799173"/>
              <a:gd name="connsiteY54267" fmla="*/ 4583517 h 5017219"/>
              <a:gd name="connsiteX54268" fmla="*/ 3098527 w 5799173"/>
              <a:gd name="connsiteY54268" fmla="*/ 4566481 h 5017219"/>
              <a:gd name="connsiteX54269" fmla="*/ 3099690 w 5799173"/>
              <a:gd name="connsiteY54269" fmla="*/ 4565816 h 5017219"/>
              <a:gd name="connsiteX54270" fmla="*/ 3119297 w 5799173"/>
              <a:gd name="connsiteY54270" fmla="*/ 4565815 h 5017219"/>
              <a:gd name="connsiteX54271" fmla="*/ 3120460 w 5799173"/>
              <a:gd name="connsiteY54271" fmla="*/ 4566480 h 5017219"/>
              <a:gd name="connsiteX54272" fmla="*/ 3130263 w 5799173"/>
              <a:gd name="connsiteY54272" fmla="*/ 4583515 h 5017219"/>
              <a:gd name="connsiteX54273" fmla="*/ 3130263 w 5799173"/>
              <a:gd name="connsiteY54273" fmla="*/ 4584927 h 5017219"/>
              <a:gd name="connsiteX54274" fmla="*/ 3120458 w 5799173"/>
              <a:gd name="connsiteY54274" fmla="*/ 4601963 h 5017219"/>
              <a:gd name="connsiteX54275" fmla="*/ 3119295 w 5799173"/>
              <a:gd name="connsiteY54275" fmla="*/ 4602627 h 5017219"/>
              <a:gd name="connsiteX54276" fmla="*/ 3159859 w 5799173"/>
              <a:gd name="connsiteY54276" fmla="*/ 4618815 h 5017219"/>
              <a:gd name="connsiteX54277" fmla="*/ 3158696 w 5799173"/>
              <a:gd name="connsiteY54277" fmla="*/ 4618150 h 5017219"/>
              <a:gd name="connsiteX54278" fmla="*/ 3148893 w 5799173"/>
              <a:gd name="connsiteY54278" fmla="*/ 4601116 h 5017219"/>
              <a:gd name="connsiteX54279" fmla="*/ 3148893 w 5799173"/>
              <a:gd name="connsiteY54279" fmla="*/ 4599704 h 5017219"/>
              <a:gd name="connsiteX54280" fmla="*/ 3158697 w 5799173"/>
              <a:gd name="connsiteY54280" fmla="*/ 4582669 h 5017219"/>
              <a:gd name="connsiteX54281" fmla="*/ 3159861 w 5799173"/>
              <a:gd name="connsiteY54281" fmla="*/ 4582003 h 5017219"/>
              <a:gd name="connsiteX54282" fmla="*/ 3179468 w 5799173"/>
              <a:gd name="connsiteY54282" fmla="*/ 4582002 h 5017219"/>
              <a:gd name="connsiteX54283" fmla="*/ 3180631 w 5799173"/>
              <a:gd name="connsiteY54283" fmla="*/ 4582667 h 5017219"/>
              <a:gd name="connsiteX54284" fmla="*/ 3190434 w 5799173"/>
              <a:gd name="connsiteY54284" fmla="*/ 4599702 h 5017219"/>
              <a:gd name="connsiteX54285" fmla="*/ 3190434 w 5799173"/>
              <a:gd name="connsiteY54285" fmla="*/ 4601114 h 5017219"/>
              <a:gd name="connsiteX54286" fmla="*/ 3180629 w 5799173"/>
              <a:gd name="connsiteY54286" fmla="*/ 4618149 h 5017219"/>
              <a:gd name="connsiteX54287" fmla="*/ 3179465 w 5799173"/>
              <a:gd name="connsiteY54287" fmla="*/ 4618815 h 5017219"/>
              <a:gd name="connsiteX54288" fmla="*/ 2979138 w 5799173"/>
              <a:gd name="connsiteY54288" fmla="*/ 4570665 h 5017219"/>
              <a:gd name="connsiteX54289" fmla="*/ 2977892 w 5799173"/>
              <a:gd name="connsiteY54289" fmla="*/ 4570000 h 5017219"/>
              <a:gd name="connsiteX54290" fmla="*/ 2967924 w 5799173"/>
              <a:gd name="connsiteY54290" fmla="*/ 4552715 h 5017219"/>
              <a:gd name="connsiteX54291" fmla="*/ 2967924 w 5799173"/>
              <a:gd name="connsiteY54291" fmla="*/ 4551303 h 5017219"/>
              <a:gd name="connsiteX54292" fmla="*/ 2977895 w 5799173"/>
              <a:gd name="connsiteY54292" fmla="*/ 4534017 h 5017219"/>
              <a:gd name="connsiteX54293" fmla="*/ 2979141 w 5799173"/>
              <a:gd name="connsiteY54293" fmla="*/ 4533352 h 5017219"/>
              <a:gd name="connsiteX54294" fmla="*/ 2999081 w 5799173"/>
              <a:gd name="connsiteY54294" fmla="*/ 4533350 h 5017219"/>
              <a:gd name="connsiteX54295" fmla="*/ 3000327 w 5799173"/>
              <a:gd name="connsiteY54295" fmla="*/ 4534015 h 5017219"/>
              <a:gd name="connsiteX54296" fmla="*/ 3010295 w 5799173"/>
              <a:gd name="connsiteY54296" fmla="*/ 4551300 h 5017219"/>
              <a:gd name="connsiteX54297" fmla="*/ 3010295 w 5799173"/>
              <a:gd name="connsiteY54297" fmla="*/ 4552712 h 5017219"/>
              <a:gd name="connsiteX54298" fmla="*/ 3000324 w 5799173"/>
              <a:gd name="connsiteY54298" fmla="*/ 4569998 h 5017219"/>
              <a:gd name="connsiteX54299" fmla="*/ 2999079 w 5799173"/>
              <a:gd name="connsiteY54299" fmla="*/ 4570664 h 5017219"/>
              <a:gd name="connsiteX54300" fmla="*/ 3400528 w 5799173"/>
              <a:gd name="connsiteY54300" fmla="*/ 4683604 h 5017219"/>
              <a:gd name="connsiteX54301" fmla="*/ 3399365 w 5799173"/>
              <a:gd name="connsiteY54301" fmla="*/ 4682938 h 5017219"/>
              <a:gd name="connsiteX54302" fmla="*/ 3389562 w 5799173"/>
              <a:gd name="connsiteY54302" fmla="*/ 4665907 h 5017219"/>
              <a:gd name="connsiteX54303" fmla="*/ 3389562 w 5799173"/>
              <a:gd name="connsiteY54303" fmla="*/ 4664495 h 5017219"/>
              <a:gd name="connsiteX54304" fmla="*/ 3399365 w 5799173"/>
              <a:gd name="connsiteY54304" fmla="*/ 4647464 h 5017219"/>
              <a:gd name="connsiteX54305" fmla="*/ 3400528 w 5799173"/>
              <a:gd name="connsiteY54305" fmla="*/ 4646799 h 5017219"/>
              <a:gd name="connsiteX54306" fmla="*/ 3420135 w 5799173"/>
              <a:gd name="connsiteY54306" fmla="*/ 4646799 h 5017219"/>
              <a:gd name="connsiteX54307" fmla="*/ 3421298 w 5799173"/>
              <a:gd name="connsiteY54307" fmla="*/ 4647463 h 5017219"/>
              <a:gd name="connsiteX54308" fmla="*/ 3431102 w 5799173"/>
              <a:gd name="connsiteY54308" fmla="*/ 4664495 h 5017219"/>
              <a:gd name="connsiteX54309" fmla="*/ 3431102 w 5799173"/>
              <a:gd name="connsiteY54309" fmla="*/ 4665907 h 5017219"/>
              <a:gd name="connsiteX54310" fmla="*/ 3421298 w 5799173"/>
              <a:gd name="connsiteY54310" fmla="*/ 4682938 h 5017219"/>
              <a:gd name="connsiteX54311" fmla="*/ 3420134 w 5799173"/>
              <a:gd name="connsiteY54311" fmla="*/ 4683603 h 5017219"/>
              <a:gd name="connsiteX54312" fmla="*/ 3340282 w 5799173"/>
              <a:gd name="connsiteY54312" fmla="*/ 4667558 h 5017219"/>
              <a:gd name="connsiteX54313" fmla="*/ 3339036 w 5799173"/>
              <a:gd name="connsiteY54313" fmla="*/ 4666894 h 5017219"/>
              <a:gd name="connsiteX54314" fmla="*/ 3329150 w 5799173"/>
              <a:gd name="connsiteY54314" fmla="*/ 4649694 h 5017219"/>
              <a:gd name="connsiteX54315" fmla="*/ 3329151 w 5799173"/>
              <a:gd name="connsiteY54315" fmla="*/ 4648282 h 5017219"/>
              <a:gd name="connsiteX54316" fmla="*/ 3339037 w 5799173"/>
              <a:gd name="connsiteY54316" fmla="*/ 4631082 h 5017219"/>
              <a:gd name="connsiteX54317" fmla="*/ 3340283 w 5799173"/>
              <a:gd name="connsiteY54317" fmla="*/ 4630417 h 5017219"/>
              <a:gd name="connsiteX54318" fmla="*/ 3360141 w 5799173"/>
              <a:gd name="connsiteY54318" fmla="*/ 4630416 h 5017219"/>
              <a:gd name="connsiteX54319" fmla="*/ 3361386 w 5799173"/>
              <a:gd name="connsiteY54319" fmla="*/ 4631082 h 5017219"/>
              <a:gd name="connsiteX54320" fmla="*/ 3371272 w 5799173"/>
              <a:gd name="connsiteY54320" fmla="*/ 4648281 h 5017219"/>
              <a:gd name="connsiteX54321" fmla="*/ 3371272 w 5799173"/>
              <a:gd name="connsiteY54321" fmla="*/ 4649693 h 5017219"/>
              <a:gd name="connsiteX54322" fmla="*/ 3361385 w 5799173"/>
              <a:gd name="connsiteY54322" fmla="*/ 4666893 h 5017219"/>
              <a:gd name="connsiteX54323" fmla="*/ 3360139 w 5799173"/>
              <a:gd name="connsiteY54323" fmla="*/ 4667558 h 5017219"/>
              <a:gd name="connsiteX54324" fmla="*/ 1113265 w 5799173"/>
              <a:gd name="connsiteY54324" fmla="*/ 4071043 h 5017219"/>
              <a:gd name="connsiteX54325" fmla="*/ 1112019 w 5799173"/>
              <a:gd name="connsiteY54325" fmla="*/ 4070295 h 5017219"/>
              <a:gd name="connsiteX54326" fmla="*/ 1101968 w 5799173"/>
              <a:gd name="connsiteY54326" fmla="*/ 4052846 h 5017219"/>
              <a:gd name="connsiteX54327" fmla="*/ 1101968 w 5799173"/>
              <a:gd name="connsiteY54327" fmla="*/ 4051433 h 5017219"/>
              <a:gd name="connsiteX54328" fmla="*/ 1112021 w 5799173"/>
              <a:gd name="connsiteY54328" fmla="*/ 4033983 h 5017219"/>
              <a:gd name="connsiteX54329" fmla="*/ 1113267 w 5799173"/>
              <a:gd name="connsiteY54329" fmla="*/ 4033234 h 5017219"/>
              <a:gd name="connsiteX54330" fmla="*/ 1133373 w 5799173"/>
              <a:gd name="connsiteY54330" fmla="*/ 4033233 h 5017219"/>
              <a:gd name="connsiteX54331" fmla="*/ 1134619 w 5799173"/>
              <a:gd name="connsiteY54331" fmla="*/ 4033982 h 5017219"/>
              <a:gd name="connsiteX54332" fmla="*/ 1144671 w 5799173"/>
              <a:gd name="connsiteY54332" fmla="*/ 4051430 h 5017219"/>
              <a:gd name="connsiteX54333" fmla="*/ 1144671 w 5799173"/>
              <a:gd name="connsiteY54333" fmla="*/ 4052844 h 5017219"/>
              <a:gd name="connsiteX54334" fmla="*/ 1134617 w 5799173"/>
              <a:gd name="connsiteY54334" fmla="*/ 4070294 h 5017219"/>
              <a:gd name="connsiteX54335" fmla="*/ 1133371 w 5799173"/>
              <a:gd name="connsiteY54335" fmla="*/ 4071042 h 5017219"/>
              <a:gd name="connsiteX54336" fmla="*/ 4002169 w 5799173"/>
              <a:gd name="connsiteY54336" fmla="*/ 4845271 h 5017219"/>
              <a:gd name="connsiteX54337" fmla="*/ 4000923 w 5799173"/>
              <a:gd name="connsiteY54337" fmla="*/ 4844523 h 5017219"/>
              <a:gd name="connsiteX54338" fmla="*/ 3990870 w 5799173"/>
              <a:gd name="connsiteY54338" fmla="*/ 4827076 h 5017219"/>
              <a:gd name="connsiteX54339" fmla="*/ 3990870 w 5799173"/>
              <a:gd name="connsiteY54339" fmla="*/ 4825663 h 5017219"/>
              <a:gd name="connsiteX54340" fmla="*/ 4000924 w 5799173"/>
              <a:gd name="connsiteY54340" fmla="*/ 4808215 h 5017219"/>
              <a:gd name="connsiteX54341" fmla="*/ 4002170 w 5799173"/>
              <a:gd name="connsiteY54341" fmla="*/ 4807467 h 5017219"/>
              <a:gd name="connsiteX54342" fmla="*/ 4022275 w 5799173"/>
              <a:gd name="connsiteY54342" fmla="*/ 4807466 h 5017219"/>
              <a:gd name="connsiteX54343" fmla="*/ 4023521 w 5799173"/>
              <a:gd name="connsiteY54343" fmla="*/ 4808214 h 5017219"/>
              <a:gd name="connsiteX54344" fmla="*/ 4033573 w 5799173"/>
              <a:gd name="connsiteY54344" fmla="*/ 4825662 h 5017219"/>
              <a:gd name="connsiteX54345" fmla="*/ 4033574 w 5799173"/>
              <a:gd name="connsiteY54345" fmla="*/ 4827075 h 5017219"/>
              <a:gd name="connsiteX54346" fmla="*/ 4023520 w 5799173"/>
              <a:gd name="connsiteY54346" fmla="*/ 4844523 h 5017219"/>
              <a:gd name="connsiteX54347" fmla="*/ 4022274 w 5799173"/>
              <a:gd name="connsiteY54347" fmla="*/ 4845271 h 5017219"/>
              <a:gd name="connsiteX54348" fmla="*/ 3039158 w 5799173"/>
              <a:gd name="connsiteY54348" fmla="*/ 4587273 h 5017219"/>
              <a:gd name="connsiteX54349" fmla="*/ 3037912 w 5799173"/>
              <a:gd name="connsiteY54349" fmla="*/ 4586525 h 5017219"/>
              <a:gd name="connsiteX54350" fmla="*/ 3027942 w 5799173"/>
              <a:gd name="connsiteY54350" fmla="*/ 4569161 h 5017219"/>
              <a:gd name="connsiteX54351" fmla="*/ 3027942 w 5799173"/>
              <a:gd name="connsiteY54351" fmla="*/ 4567748 h 5017219"/>
              <a:gd name="connsiteX54352" fmla="*/ 3037994 w 5799173"/>
              <a:gd name="connsiteY54352" fmla="*/ 4550385 h 5017219"/>
              <a:gd name="connsiteX54353" fmla="*/ 3039241 w 5799173"/>
              <a:gd name="connsiteY54353" fmla="*/ 4549637 h 5017219"/>
              <a:gd name="connsiteX54354" fmla="*/ 3059263 w 5799173"/>
              <a:gd name="connsiteY54354" fmla="*/ 4549637 h 5017219"/>
              <a:gd name="connsiteX54355" fmla="*/ 3060509 w 5799173"/>
              <a:gd name="connsiteY54355" fmla="*/ 4550385 h 5017219"/>
              <a:gd name="connsiteX54356" fmla="*/ 3070478 w 5799173"/>
              <a:gd name="connsiteY54356" fmla="*/ 4567748 h 5017219"/>
              <a:gd name="connsiteX54357" fmla="*/ 3070478 w 5799173"/>
              <a:gd name="connsiteY54357" fmla="*/ 4569161 h 5017219"/>
              <a:gd name="connsiteX54358" fmla="*/ 3060425 w 5799173"/>
              <a:gd name="connsiteY54358" fmla="*/ 4586524 h 5017219"/>
              <a:gd name="connsiteX54359" fmla="*/ 3059180 w 5799173"/>
              <a:gd name="connsiteY54359" fmla="*/ 4587272 h 5017219"/>
              <a:gd name="connsiteX54360" fmla="*/ 1594498 w 5799173"/>
              <a:gd name="connsiteY54360" fmla="*/ 4200417 h 5017219"/>
              <a:gd name="connsiteX54361" fmla="*/ 1593252 w 5799173"/>
              <a:gd name="connsiteY54361" fmla="*/ 4199670 h 5017219"/>
              <a:gd name="connsiteX54362" fmla="*/ 1582951 w 5799173"/>
              <a:gd name="connsiteY54362" fmla="*/ 4181888 h 5017219"/>
              <a:gd name="connsiteX54363" fmla="*/ 1582951 w 5799173"/>
              <a:gd name="connsiteY54363" fmla="*/ 4180475 h 5017219"/>
              <a:gd name="connsiteX54364" fmla="*/ 1593254 w 5799173"/>
              <a:gd name="connsiteY54364" fmla="*/ 4162692 h 5017219"/>
              <a:gd name="connsiteX54365" fmla="*/ 1594500 w 5799173"/>
              <a:gd name="connsiteY54365" fmla="*/ 4161944 h 5017219"/>
              <a:gd name="connsiteX54366" fmla="*/ 1615021 w 5799173"/>
              <a:gd name="connsiteY54366" fmla="*/ 4161943 h 5017219"/>
              <a:gd name="connsiteX54367" fmla="*/ 1616268 w 5799173"/>
              <a:gd name="connsiteY54367" fmla="*/ 4162691 h 5017219"/>
              <a:gd name="connsiteX54368" fmla="*/ 1626569 w 5799173"/>
              <a:gd name="connsiteY54368" fmla="*/ 4180474 h 5017219"/>
              <a:gd name="connsiteX54369" fmla="*/ 1626568 w 5799173"/>
              <a:gd name="connsiteY54369" fmla="*/ 4181886 h 5017219"/>
              <a:gd name="connsiteX54370" fmla="*/ 1616266 w 5799173"/>
              <a:gd name="connsiteY54370" fmla="*/ 4199669 h 5017219"/>
              <a:gd name="connsiteX54371" fmla="*/ 1615020 w 5799173"/>
              <a:gd name="connsiteY54371" fmla="*/ 4200416 h 5017219"/>
              <a:gd name="connsiteX54372" fmla="*/ 571365 w 5799173"/>
              <a:gd name="connsiteY54372" fmla="*/ 3926273 h 5017219"/>
              <a:gd name="connsiteX54373" fmla="*/ 570119 w 5799173"/>
              <a:gd name="connsiteY54373" fmla="*/ 3925525 h 5017219"/>
              <a:gd name="connsiteX54374" fmla="*/ 559819 w 5799173"/>
              <a:gd name="connsiteY54374" fmla="*/ 3907659 h 5017219"/>
              <a:gd name="connsiteX54375" fmla="*/ 559819 w 5799173"/>
              <a:gd name="connsiteY54375" fmla="*/ 3906163 h 5017219"/>
              <a:gd name="connsiteX54376" fmla="*/ 570121 w 5799173"/>
              <a:gd name="connsiteY54376" fmla="*/ 3888296 h 5017219"/>
              <a:gd name="connsiteX54377" fmla="*/ 571368 w 5799173"/>
              <a:gd name="connsiteY54377" fmla="*/ 3887548 h 5017219"/>
              <a:gd name="connsiteX54378" fmla="*/ 592055 w 5799173"/>
              <a:gd name="connsiteY54378" fmla="*/ 3887546 h 5017219"/>
              <a:gd name="connsiteX54379" fmla="*/ 593302 w 5799173"/>
              <a:gd name="connsiteY54379" fmla="*/ 3888294 h 5017219"/>
              <a:gd name="connsiteX54380" fmla="*/ 603602 w 5799173"/>
              <a:gd name="connsiteY54380" fmla="*/ 3906160 h 5017219"/>
              <a:gd name="connsiteX54381" fmla="*/ 603602 w 5799173"/>
              <a:gd name="connsiteY54381" fmla="*/ 3907656 h 5017219"/>
              <a:gd name="connsiteX54382" fmla="*/ 593299 w 5799173"/>
              <a:gd name="connsiteY54382" fmla="*/ 3925523 h 5017219"/>
              <a:gd name="connsiteX54383" fmla="*/ 592052 w 5799173"/>
              <a:gd name="connsiteY54383" fmla="*/ 3926271 h 5017219"/>
              <a:gd name="connsiteX54384" fmla="*/ 2136218 w 5799173"/>
              <a:gd name="connsiteY54384" fmla="*/ 4345627 h 5017219"/>
              <a:gd name="connsiteX54385" fmla="*/ 2134972 w 5799173"/>
              <a:gd name="connsiteY54385" fmla="*/ 4344879 h 5017219"/>
              <a:gd name="connsiteX54386" fmla="*/ 2124753 w 5799173"/>
              <a:gd name="connsiteY54386" fmla="*/ 4327181 h 5017219"/>
              <a:gd name="connsiteX54387" fmla="*/ 2124754 w 5799173"/>
              <a:gd name="connsiteY54387" fmla="*/ 4325769 h 5017219"/>
              <a:gd name="connsiteX54388" fmla="*/ 2134973 w 5799173"/>
              <a:gd name="connsiteY54388" fmla="*/ 4308070 h 5017219"/>
              <a:gd name="connsiteX54389" fmla="*/ 2136219 w 5799173"/>
              <a:gd name="connsiteY54389" fmla="*/ 4307323 h 5017219"/>
              <a:gd name="connsiteX54390" fmla="*/ 2156656 w 5799173"/>
              <a:gd name="connsiteY54390" fmla="*/ 4307322 h 5017219"/>
              <a:gd name="connsiteX54391" fmla="*/ 2157903 w 5799173"/>
              <a:gd name="connsiteY54391" fmla="*/ 4308070 h 5017219"/>
              <a:gd name="connsiteX54392" fmla="*/ 2168121 w 5799173"/>
              <a:gd name="connsiteY54392" fmla="*/ 4325767 h 5017219"/>
              <a:gd name="connsiteX54393" fmla="*/ 2168121 w 5799173"/>
              <a:gd name="connsiteY54393" fmla="*/ 4327179 h 5017219"/>
              <a:gd name="connsiteX54394" fmla="*/ 2157902 w 5799173"/>
              <a:gd name="connsiteY54394" fmla="*/ 4344878 h 5017219"/>
              <a:gd name="connsiteX54395" fmla="*/ 2156655 w 5799173"/>
              <a:gd name="connsiteY54395" fmla="*/ 4345626 h 5017219"/>
              <a:gd name="connsiteX54396" fmla="*/ 2316676 w 5799173"/>
              <a:gd name="connsiteY54396" fmla="*/ 4394056 h 5017219"/>
              <a:gd name="connsiteX54397" fmla="*/ 2315430 w 5799173"/>
              <a:gd name="connsiteY54397" fmla="*/ 4393308 h 5017219"/>
              <a:gd name="connsiteX54398" fmla="*/ 2305047 w 5799173"/>
              <a:gd name="connsiteY54398" fmla="*/ 4375359 h 5017219"/>
              <a:gd name="connsiteX54399" fmla="*/ 2305046 w 5799173"/>
              <a:gd name="connsiteY54399" fmla="*/ 4373865 h 5017219"/>
              <a:gd name="connsiteX54400" fmla="*/ 2315433 w 5799173"/>
              <a:gd name="connsiteY54400" fmla="*/ 4355914 h 5017219"/>
              <a:gd name="connsiteX54401" fmla="*/ 2316679 w 5799173"/>
              <a:gd name="connsiteY54401" fmla="*/ 4355165 h 5017219"/>
              <a:gd name="connsiteX54402" fmla="*/ 2337449 w 5799173"/>
              <a:gd name="connsiteY54402" fmla="*/ 4355164 h 5017219"/>
              <a:gd name="connsiteX54403" fmla="*/ 2338695 w 5799173"/>
              <a:gd name="connsiteY54403" fmla="*/ 4355912 h 5017219"/>
              <a:gd name="connsiteX54404" fmla="*/ 2349079 w 5799173"/>
              <a:gd name="connsiteY54404" fmla="*/ 4373861 h 5017219"/>
              <a:gd name="connsiteX54405" fmla="*/ 2349079 w 5799173"/>
              <a:gd name="connsiteY54405" fmla="*/ 4375356 h 5017219"/>
              <a:gd name="connsiteX54406" fmla="*/ 2338693 w 5799173"/>
              <a:gd name="connsiteY54406" fmla="*/ 4393307 h 5017219"/>
              <a:gd name="connsiteX54407" fmla="*/ 2337447 w 5799173"/>
              <a:gd name="connsiteY54407" fmla="*/ 4394055 h 5017219"/>
              <a:gd name="connsiteX54408" fmla="*/ 2376843 w 5799173"/>
              <a:gd name="connsiteY54408" fmla="*/ 4410253 h 5017219"/>
              <a:gd name="connsiteX54409" fmla="*/ 2375598 w 5799173"/>
              <a:gd name="connsiteY54409" fmla="*/ 4409504 h 5017219"/>
              <a:gd name="connsiteX54410" fmla="*/ 2365214 w 5799173"/>
              <a:gd name="connsiteY54410" fmla="*/ 4391557 h 5017219"/>
              <a:gd name="connsiteX54411" fmla="*/ 2365214 w 5799173"/>
              <a:gd name="connsiteY54411" fmla="*/ 4390061 h 5017219"/>
              <a:gd name="connsiteX54412" fmla="*/ 2375600 w 5799173"/>
              <a:gd name="connsiteY54412" fmla="*/ 4372112 h 5017219"/>
              <a:gd name="connsiteX54413" fmla="*/ 2376846 w 5799173"/>
              <a:gd name="connsiteY54413" fmla="*/ 4371364 h 5017219"/>
              <a:gd name="connsiteX54414" fmla="*/ 2397616 w 5799173"/>
              <a:gd name="connsiteY54414" fmla="*/ 4371362 h 5017219"/>
              <a:gd name="connsiteX54415" fmla="*/ 2398862 w 5799173"/>
              <a:gd name="connsiteY54415" fmla="*/ 4372111 h 5017219"/>
              <a:gd name="connsiteX54416" fmla="*/ 2409246 w 5799173"/>
              <a:gd name="connsiteY54416" fmla="*/ 4390059 h 5017219"/>
              <a:gd name="connsiteX54417" fmla="*/ 2409246 w 5799173"/>
              <a:gd name="connsiteY54417" fmla="*/ 4391554 h 5017219"/>
              <a:gd name="connsiteX54418" fmla="*/ 2398860 w 5799173"/>
              <a:gd name="connsiteY54418" fmla="*/ 4409504 h 5017219"/>
              <a:gd name="connsiteX54419" fmla="*/ 2397614 w 5799173"/>
              <a:gd name="connsiteY54419" fmla="*/ 4410251 h 5017219"/>
              <a:gd name="connsiteX54420" fmla="*/ 1774927 w 5799173"/>
              <a:gd name="connsiteY54420" fmla="*/ 4249040 h 5017219"/>
              <a:gd name="connsiteX54421" fmla="*/ 1773681 w 5799173"/>
              <a:gd name="connsiteY54421" fmla="*/ 4248294 h 5017219"/>
              <a:gd name="connsiteX54422" fmla="*/ 1763215 w 5799173"/>
              <a:gd name="connsiteY54422" fmla="*/ 4230177 h 5017219"/>
              <a:gd name="connsiteX54423" fmla="*/ 1763215 w 5799173"/>
              <a:gd name="connsiteY54423" fmla="*/ 4228681 h 5017219"/>
              <a:gd name="connsiteX54424" fmla="*/ 1773684 w 5799173"/>
              <a:gd name="connsiteY54424" fmla="*/ 4210564 h 5017219"/>
              <a:gd name="connsiteX54425" fmla="*/ 1774930 w 5799173"/>
              <a:gd name="connsiteY54425" fmla="*/ 4209816 h 5017219"/>
              <a:gd name="connsiteX54426" fmla="*/ 1795867 w 5799173"/>
              <a:gd name="connsiteY54426" fmla="*/ 4209814 h 5017219"/>
              <a:gd name="connsiteX54427" fmla="*/ 1797113 w 5799173"/>
              <a:gd name="connsiteY54427" fmla="*/ 4210562 h 5017219"/>
              <a:gd name="connsiteX54428" fmla="*/ 1807580 w 5799173"/>
              <a:gd name="connsiteY54428" fmla="*/ 4228676 h 5017219"/>
              <a:gd name="connsiteX54429" fmla="*/ 1807579 w 5799173"/>
              <a:gd name="connsiteY54429" fmla="*/ 4230173 h 5017219"/>
              <a:gd name="connsiteX54430" fmla="*/ 1797110 w 5799173"/>
              <a:gd name="connsiteY54430" fmla="*/ 4248291 h 5017219"/>
              <a:gd name="connsiteX54431" fmla="*/ 1795864 w 5799173"/>
              <a:gd name="connsiteY54431" fmla="*/ 4249038 h 5017219"/>
              <a:gd name="connsiteX54432" fmla="*/ 932259 w 5799173"/>
              <a:gd name="connsiteY54432" fmla="*/ 4023341 h 5017219"/>
              <a:gd name="connsiteX54433" fmla="*/ 931013 w 5799173"/>
              <a:gd name="connsiteY54433" fmla="*/ 4022592 h 5017219"/>
              <a:gd name="connsiteX54434" fmla="*/ 920464 w 5799173"/>
              <a:gd name="connsiteY54434" fmla="*/ 4004311 h 5017219"/>
              <a:gd name="connsiteX54435" fmla="*/ 920463 w 5799173"/>
              <a:gd name="connsiteY54435" fmla="*/ 4002814 h 5017219"/>
              <a:gd name="connsiteX54436" fmla="*/ 931016 w 5799173"/>
              <a:gd name="connsiteY54436" fmla="*/ 3984532 h 5017219"/>
              <a:gd name="connsiteX54437" fmla="*/ 932262 w 5799173"/>
              <a:gd name="connsiteY54437" fmla="*/ 3983783 h 5017219"/>
              <a:gd name="connsiteX54438" fmla="*/ 953281 w 5799173"/>
              <a:gd name="connsiteY54438" fmla="*/ 3983782 h 5017219"/>
              <a:gd name="connsiteX54439" fmla="*/ 954527 w 5799173"/>
              <a:gd name="connsiteY54439" fmla="*/ 3984530 h 5017219"/>
              <a:gd name="connsiteX54440" fmla="*/ 965078 w 5799173"/>
              <a:gd name="connsiteY54440" fmla="*/ 4002812 h 5017219"/>
              <a:gd name="connsiteX54441" fmla="*/ 965078 w 5799173"/>
              <a:gd name="connsiteY54441" fmla="*/ 4004309 h 5017219"/>
              <a:gd name="connsiteX54442" fmla="*/ 954525 w 5799173"/>
              <a:gd name="connsiteY54442" fmla="*/ 4022590 h 5017219"/>
              <a:gd name="connsiteX54443" fmla="*/ 953278 w 5799173"/>
              <a:gd name="connsiteY54443" fmla="*/ 4023339 h 5017219"/>
              <a:gd name="connsiteX54444" fmla="*/ 1955443 w 5799173"/>
              <a:gd name="connsiteY54444" fmla="*/ 4297578 h 5017219"/>
              <a:gd name="connsiteX54445" fmla="*/ 1954198 w 5799173"/>
              <a:gd name="connsiteY54445" fmla="*/ 4296831 h 5017219"/>
              <a:gd name="connsiteX54446" fmla="*/ 1943730 w 5799173"/>
              <a:gd name="connsiteY54446" fmla="*/ 4278717 h 5017219"/>
              <a:gd name="connsiteX54447" fmla="*/ 1943731 w 5799173"/>
              <a:gd name="connsiteY54447" fmla="*/ 4277222 h 5017219"/>
              <a:gd name="connsiteX54448" fmla="*/ 1954199 w 5799173"/>
              <a:gd name="connsiteY54448" fmla="*/ 4259107 h 5017219"/>
              <a:gd name="connsiteX54449" fmla="*/ 1955445 w 5799173"/>
              <a:gd name="connsiteY54449" fmla="*/ 4258359 h 5017219"/>
              <a:gd name="connsiteX54450" fmla="*/ 1976382 w 5799173"/>
              <a:gd name="connsiteY54450" fmla="*/ 4258358 h 5017219"/>
              <a:gd name="connsiteX54451" fmla="*/ 1977628 w 5799173"/>
              <a:gd name="connsiteY54451" fmla="*/ 4259106 h 5017219"/>
              <a:gd name="connsiteX54452" fmla="*/ 1988095 w 5799173"/>
              <a:gd name="connsiteY54452" fmla="*/ 4277220 h 5017219"/>
              <a:gd name="connsiteX54453" fmla="*/ 1988095 w 5799173"/>
              <a:gd name="connsiteY54453" fmla="*/ 4278715 h 5017219"/>
              <a:gd name="connsiteX54454" fmla="*/ 1977626 w 5799173"/>
              <a:gd name="connsiteY54454" fmla="*/ 4296830 h 5017219"/>
              <a:gd name="connsiteX54455" fmla="*/ 1976380 w 5799173"/>
              <a:gd name="connsiteY54455" fmla="*/ 4297578 h 5017219"/>
              <a:gd name="connsiteX54456" fmla="*/ 1835011 w 5799173"/>
              <a:gd name="connsiteY54456" fmla="*/ 4265402 h 5017219"/>
              <a:gd name="connsiteX54457" fmla="*/ 1833764 w 5799173"/>
              <a:gd name="connsiteY54457" fmla="*/ 4264653 h 5017219"/>
              <a:gd name="connsiteX54458" fmla="*/ 1823214 w 5799173"/>
              <a:gd name="connsiteY54458" fmla="*/ 4246374 h 5017219"/>
              <a:gd name="connsiteX54459" fmla="*/ 1823214 w 5799173"/>
              <a:gd name="connsiteY54459" fmla="*/ 4244877 h 5017219"/>
              <a:gd name="connsiteX54460" fmla="*/ 1833766 w 5799173"/>
              <a:gd name="connsiteY54460" fmla="*/ 4226597 h 5017219"/>
              <a:gd name="connsiteX54461" fmla="*/ 1835012 w 5799173"/>
              <a:gd name="connsiteY54461" fmla="*/ 4225849 h 5017219"/>
              <a:gd name="connsiteX54462" fmla="*/ 1856032 w 5799173"/>
              <a:gd name="connsiteY54462" fmla="*/ 4225848 h 5017219"/>
              <a:gd name="connsiteX54463" fmla="*/ 1857278 w 5799173"/>
              <a:gd name="connsiteY54463" fmla="*/ 4226595 h 5017219"/>
              <a:gd name="connsiteX54464" fmla="*/ 1867828 w 5799173"/>
              <a:gd name="connsiteY54464" fmla="*/ 4244876 h 5017219"/>
              <a:gd name="connsiteX54465" fmla="*/ 1867828 w 5799173"/>
              <a:gd name="connsiteY54465" fmla="*/ 4246372 h 5017219"/>
              <a:gd name="connsiteX54466" fmla="*/ 1857276 w 5799173"/>
              <a:gd name="connsiteY54466" fmla="*/ 4264652 h 5017219"/>
              <a:gd name="connsiteX54467" fmla="*/ 1856030 w 5799173"/>
              <a:gd name="connsiteY54467" fmla="*/ 4265401 h 5017219"/>
              <a:gd name="connsiteX54468" fmla="*/ 751654 w 5799173"/>
              <a:gd name="connsiteY54468" fmla="*/ 3975135 h 5017219"/>
              <a:gd name="connsiteX54469" fmla="*/ 750408 w 5799173"/>
              <a:gd name="connsiteY54469" fmla="*/ 3974386 h 5017219"/>
              <a:gd name="connsiteX54470" fmla="*/ 739858 w 5799173"/>
              <a:gd name="connsiteY54470" fmla="*/ 3956107 h 5017219"/>
              <a:gd name="connsiteX54471" fmla="*/ 739858 w 5799173"/>
              <a:gd name="connsiteY54471" fmla="*/ 3954610 h 5017219"/>
              <a:gd name="connsiteX54472" fmla="*/ 750409 w 5799173"/>
              <a:gd name="connsiteY54472" fmla="*/ 3936330 h 5017219"/>
              <a:gd name="connsiteX54473" fmla="*/ 751656 w 5799173"/>
              <a:gd name="connsiteY54473" fmla="*/ 3935581 h 5017219"/>
              <a:gd name="connsiteX54474" fmla="*/ 772675 w 5799173"/>
              <a:gd name="connsiteY54474" fmla="*/ 3935581 h 5017219"/>
              <a:gd name="connsiteX54475" fmla="*/ 773921 w 5799173"/>
              <a:gd name="connsiteY54475" fmla="*/ 3936328 h 5017219"/>
              <a:gd name="connsiteX54476" fmla="*/ 784472 w 5799173"/>
              <a:gd name="connsiteY54476" fmla="*/ 3954608 h 5017219"/>
              <a:gd name="connsiteX54477" fmla="*/ 784472 w 5799173"/>
              <a:gd name="connsiteY54477" fmla="*/ 3956104 h 5017219"/>
              <a:gd name="connsiteX54478" fmla="*/ 773919 w 5799173"/>
              <a:gd name="connsiteY54478" fmla="*/ 3974385 h 5017219"/>
              <a:gd name="connsiteX54479" fmla="*/ 772673 w 5799173"/>
              <a:gd name="connsiteY54479" fmla="*/ 3975133 h 5017219"/>
              <a:gd name="connsiteX54480" fmla="*/ 1714641 w 5799173"/>
              <a:gd name="connsiteY54480" fmla="*/ 4233231 h 5017219"/>
              <a:gd name="connsiteX54481" fmla="*/ 1713312 w 5799173"/>
              <a:gd name="connsiteY54481" fmla="*/ 4232483 h 5017219"/>
              <a:gd name="connsiteX54482" fmla="*/ 1702762 w 5799173"/>
              <a:gd name="connsiteY54482" fmla="*/ 4214119 h 5017219"/>
              <a:gd name="connsiteX54483" fmla="*/ 1702762 w 5799173"/>
              <a:gd name="connsiteY54483" fmla="*/ 4212622 h 5017219"/>
              <a:gd name="connsiteX54484" fmla="*/ 1713315 w 5799173"/>
              <a:gd name="connsiteY54484" fmla="*/ 4194257 h 5017219"/>
              <a:gd name="connsiteX54485" fmla="*/ 1714643 w 5799173"/>
              <a:gd name="connsiteY54485" fmla="*/ 4193509 h 5017219"/>
              <a:gd name="connsiteX54486" fmla="*/ 1735829 w 5799173"/>
              <a:gd name="connsiteY54486" fmla="*/ 4193508 h 5017219"/>
              <a:gd name="connsiteX54487" fmla="*/ 1737159 w 5799173"/>
              <a:gd name="connsiteY54487" fmla="*/ 4194255 h 5017219"/>
              <a:gd name="connsiteX54488" fmla="*/ 1747709 w 5799173"/>
              <a:gd name="connsiteY54488" fmla="*/ 4212619 h 5017219"/>
              <a:gd name="connsiteX54489" fmla="*/ 1747709 w 5799173"/>
              <a:gd name="connsiteY54489" fmla="*/ 4214115 h 5017219"/>
              <a:gd name="connsiteX54490" fmla="*/ 1737156 w 5799173"/>
              <a:gd name="connsiteY54490" fmla="*/ 4232481 h 5017219"/>
              <a:gd name="connsiteX54491" fmla="*/ 1735826 w 5799173"/>
              <a:gd name="connsiteY54491" fmla="*/ 4233230 h 5017219"/>
              <a:gd name="connsiteX54492" fmla="*/ 1654444 w 5799173"/>
              <a:gd name="connsiteY54492" fmla="*/ 4217118 h 5017219"/>
              <a:gd name="connsiteX54493" fmla="*/ 1653199 w 5799173"/>
              <a:gd name="connsiteY54493" fmla="*/ 4216371 h 5017219"/>
              <a:gd name="connsiteX54494" fmla="*/ 1642814 w 5799173"/>
              <a:gd name="connsiteY54494" fmla="*/ 4198342 h 5017219"/>
              <a:gd name="connsiteX54495" fmla="*/ 1642814 w 5799173"/>
              <a:gd name="connsiteY54495" fmla="*/ 4196847 h 5017219"/>
              <a:gd name="connsiteX54496" fmla="*/ 1653282 w 5799173"/>
              <a:gd name="connsiteY54496" fmla="*/ 4178819 h 5017219"/>
              <a:gd name="connsiteX54497" fmla="*/ 1654528 w 5799173"/>
              <a:gd name="connsiteY54497" fmla="*/ 4178071 h 5017219"/>
              <a:gd name="connsiteX54498" fmla="*/ 1675380 w 5799173"/>
              <a:gd name="connsiteY54498" fmla="*/ 4178071 h 5017219"/>
              <a:gd name="connsiteX54499" fmla="*/ 1676627 w 5799173"/>
              <a:gd name="connsiteY54499" fmla="*/ 4178819 h 5017219"/>
              <a:gd name="connsiteX54500" fmla="*/ 1687012 w 5799173"/>
              <a:gd name="connsiteY54500" fmla="*/ 4196847 h 5017219"/>
              <a:gd name="connsiteX54501" fmla="*/ 1687012 w 5799173"/>
              <a:gd name="connsiteY54501" fmla="*/ 4198342 h 5017219"/>
              <a:gd name="connsiteX54502" fmla="*/ 1676544 w 5799173"/>
              <a:gd name="connsiteY54502" fmla="*/ 4216371 h 5017219"/>
              <a:gd name="connsiteX54503" fmla="*/ 1675297 w 5799173"/>
              <a:gd name="connsiteY54503" fmla="*/ 4217118 h 5017219"/>
              <a:gd name="connsiteX54504" fmla="*/ 1895192 w 5799173"/>
              <a:gd name="connsiteY54504" fmla="*/ 4281639 h 5017219"/>
              <a:gd name="connsiteX54505" fmla="*/ 1893863 w 5799173"/>
              <a:gd name="connsiteY54505" fmla="*/ 4280890 h 5017219"/>
              <a:gd name="connsiteX54506" fmla="*/ 1883313 w 5799173"/>
              <a:gd name="connsiteY54506" fmla="*/ 4262526 h 5017219"/>
              <a:gd name="connsiteX54507" fmla="*/ 1883314 w 5799173"/>
              <a:gd name="connsiteY54507" fmla="*/ 4261030 h 5017219"/>
              <a:gd name="connsiteX54508" fmla="*/ 1893866 w 5799173"/>
              <a:gd name="connsiteY54508" fmla="*/ 4242666 h 5017219"/>
              <a:gd name="connsiteX54509" fmla="*/ 1895195 w 5799173"/>
              <a:gd name="connsiteY54509" fmla="*/ 4241917 h 5017219"/>
              <a:gd name="connsiteX54510" fmla="*/ 1916380 w 5799173"/>
              <a:gd name="connsiteY54510" fmla="*/ 4241916 h 5017219"/>
              <a:gd name="connsiteX54511" fmla="*/ 1917710 w 5799173"/>
              <a:gd name="connsiteY54511" fmla="*/ 4242664 h 5017219"/>
              <a:gd name="connsiteX54512" fmla="*/ 1928260 w 5799173"/>
              <a:gd name="connsiteY54512" fmla="*/ 4261027 h 5017219"/>
              <a:gd name="connsiteX54513" fmla="*/ 1928260 w 5799173"/>
              <a:gd name="connsiteY54513" fmla="*/ 4262524 h 5017219"/>
              <a:gd name="connsiteX54514" fmla="*/ 1917708 w 5799173"/>
              <a:gd name="connsiteY54514" fmla="*/ 4280888 h 5017219"/>
              <a:gd name="connsiteX54515" fmla="*/ 1916378 w 5799173"/>
              <a:gd name="connsiteY54515" fmla="*/ 4281637 h 5017219"/>
              <a:gd name="connsiteX54516" fmla="*/ 992411 w 5799173"/>
              <a:gd name="connsiteY54516" fmla="*/ 4039747 h 5017219"/>
              <a:gd name="connsiteX54517" fmla="*/ 991165 w 5799173"/>
              <a:gd name="connsiteY54517" fmla="*/ 4039000 h 5017219"/>
              <a:gd name="connsiteX54518" fmla="*/ 980697 w 5799173"/>
              <a:gd name="connsiteY54518" fmla="*/ 4020887 h 5017219"/>
              <a:gd name="connsiteX54519" fmla="*/ 980697 w 5799173"/>
              <a:gd name="connsiteY54519" fmla="*/ 4019392 h 5017219"/>
              <a:gd name="connsiteX54520" fmla="*/ 991165 w 5799173"/>
              <a:gd name="connsiteY54520" fmla="*/ 4001280 h 5017219"/>
              <a:gd name="connsiteX54521" fmla="*/ 992411 w 5799173"/>
              <a:gd name="connsiteY54521" fmla="*/ 4000532 h 5017219"/>
              <a:gd name="connsiteX54522" fmla="*/ 1013348 w 5799173"/>
              <a:gd name="connsiteY54522" fmla="*/ 4000532 h 5017219"/>
              <a:gd name="connsiteX54523" fmla="*/ 1014593 w 5799173"/>
              <a:gd name="connsiteY54523" fmla="*/ 4001280 h 5017219"/>
              <a:gd name="connsiteX54524" fmla="*/ 1025061 w 5799173"/>
              <a:gd name="connsiteY54524" fmla="*/ 4019392 h 5017219"/>
              <a:gd name="connsiteX54525" fmla="*/ 1025061 w 5799173"/>
              <a:gd name="connsiteY54525" fmla="*/ 4020887 h 5017219"/>
              <a:gd name="connsiteX54526" fmla="*/ 1014593 w 5799173"/>
              <a:gd name="connsiteY54526" fmla="*/ 4039000 h 5017219"/>
              <a:gd name="connsiteX54527" fmla="*/ 1013347 w 5799173"/>
              <a:gd name="connsiteY54527" fmla="*/ 4039747 h 5017219"/>
              <a:gd name="connsiteX54528" fmla="*/ 2196125 w 5799173"/>
              <a:gd name="connsiteY54528" fmla="*/ 4362321 h 5017219"/>
              <a:gd name="connsiteX54529" fmla="*/ 2194879 w 5799173"/>
              <a:gd name="connsiteY54529" fmla="*/ 4361574 h 5017219"/>
              <a:gd name="connsiteX54530" fmla="*/ 2184411 w 5799173"/>
              <a:gd name="connsiteY54530" fmla="*/ 4343462 h 5017219"/>
              <a:gd name="connsiteX54531" fmla="*/ 2184411 w 5799173"/>
              <a:gd name="connsiteY54531" fmla="*/ 4341967 h 5017219"/>
              <a:gd name="connsiteX54532" fmla="*/ 2194879 w 5799173"/>
              <a:gd name="connsiteY54532" fmla="*/ 4323855 h 5017219"/>
              <a:gd name="connsiteX54533" fmla="*/ 2196125 w 5799173"/>
              <a:gd name="connsiteY54533" fmla="*/ 4323107 h 5017219"/>
              <a:gd name="connsiteX54534" fmla="*/ 2217061 w 5799173"/>
              <a:gd name="connsiteY54534" fmla="*/ 4323107 h 5017219"/>
              <a:gd name="connsiteX54535" fmla="*/ 2218307 w 5799173"/>
              <a:gd name="connsiteY54535" fmla="*/ 4323855 h 5017219"/>
              <a:gd name="connsiteX54536" fmla="*/ 2228775 w 5799173"/>
              <a:gd name="connsiteY54536" fmla="*/ 4341967 h 5017219"/>
              <a:gd name="connsiteX54537" fmla="*/ 2228775 w 5799173"/>
              <a:gd name="connsiteY54537" fmla="*/ 4343461 h 5017219"/>
              <a:gd name="connsiteX54538" fmla="*/ 2218307 w 5799173"/>
              <a:gd name="connsiteY54538" fmla="*/ 4361574 h 5017219"/>
              <a:gd name="connsiteX54539" fmla="*/ 2217061 w 5799173"/>
              <a:gd name="connsiteY54539" fmla="*/ 4362321 h 5017219"/>
              <a:gd name="connsiteX54540" fmla="*/ 1172942 w 5799173"/>
              <a:gd name="connsiteY54540" fmla="*/ 4088176 h 5017219"/>
              <a:gd name="connsiteX54541" fmla="*/ 1171613 w 5799173"/>
              <a:gd name="connsiteY54541" fmla="*/ 4087428 h 5017219"/>
              <a:gd name="connsiteX54542" fmla="*/ 1161063 w 5799173"/>
              <a:gd name="connsiteY54542" fmla="*/ 4069065 h 5017219"/>
              <a:gd name="connsiteX54543" fmla="*/ 1161063 w 5799173"/>
              <a:gd name="connsiteY54543" fmla="*/ 4067569 h 5017219"/>
              <a:gd name="connsiteX54544" fmla="*/ 1171615 w 5799173"/>
              <a:gd name="connsiteY54544" fmla="*/ 4049205 h 5017219"/>
              <a:gd name="connsiteX54545" fmla="*/ 1172944 w 5799173"/>
              <a:gd name="connsiteY54545" fmla="*/ 4048456 h 5017219"/>
              <a:gd name="connsiteX54546" fmla="*/ 1194130 w 5799173"/>
              <a:gd name="connsiteY54546" fmla="*/ 4048455 h 5017219"/>
              <a:gd name="connsiteX54547" fmla="*/ 1195459 w 5799173"/>
              <a:gd name="connsiteY54547" fmla="*/ 4049204 h 5017219"/>
              <a:gd name="connsiteX54548" fmla="*/ 1206010 w 5799173"/>
              <a:gd name="connsiteY54548" fmla="*/ 4067566 h 5017219"/>
              <a:gd name="connsiteX54549" fmla="*/ 1206009 w 5799173"/>
              <a:gd name="connsiteY54549" fmla="*/ 4069063 h 5017219"/>
              <a:gd name="connsiteX54550" fmla="*/ 1195457 w 5799173"/>
              <a:gd name="connsiteY54550" fmla="*/ 4087427 h 5017219"/>
              <a:gd name="connsiteX54551" fmla="*/ 1194128 w 5799173"/>
              <a:gd name="connsiteY54551" fmla="*/ 4088175 h 5017219"/>
              <a:gd name="connsiteX54552" fmla="*/ 2256232 w 5799173"/>
              <a:gd name="connsiteY54552" fmla="*/ 4378458 h 5017219"/>
              <a:gd name="connsiteX54553" fmla="*/ 2254904 w 5799173"/>
              <a:gd name="connsiteY54553" fmla="*/ 4377710 h 5017219"/>
              <a:gd name="connsiteX54554" fmla="*/ 2244270 w 5799173"/>
              <a:gd name="connsiteY54554" fmla="*/ 4359263 h 5017219"/>
              <a:gd name="connsiteX54555" fmla="*/ 2244271 w 5799173"/>
              <a:gd name="connsiteY54555" fmla="*/ 4357766 h 5017219"/>
              <a:gd name="connsiteX54556" fmla="*/ 2254906 w 5799173"/>
              <a:gd name="connsiteY54556" fmla="*/ 4339319 h 5017219"/>
              <a:gd name="connsiteX54557" fmla="*/ 2256235 w 5799173"/>
              <a:gd name="connsiteY54557" fmla="*/ 4338570 h 5017219"/>
              <a:gd name="connsiteX54558" fmla="*/ 2277504 w 5799173"/>
              <a:gd name="connsiteY54558" fmla="*/ 4338569 h 5017219"/>
              <a:gd name="connsiteX54559" fmla="*/ 2278833 w 5799173"/>
              <a:gd name="connsiteY54559" fmla="*/ 4339317 h 5017219"/>
              <a:gd name="connsiteX54560" fmla="*/ 2289466 w 5799173"/>
              <a:gd name="connsiteY54560" fmla="*/ 4357763 h 5017219"/>
              <a:gd name="connsiteX54561" fmla="*/ 2289466 w 5799173"/>
              <a:gd name="connsiteY54561" fmla="*/ 4359259 h 5017219"/>
              <a:gd name="connsiteX54562" fmla="*/ 2278831 w 5799173"/>
              <a:gd name="connsiteY54562" fmla="*/ 4377708 h 5017219"/>
              <a:gd name="connsiteX54563" fmla="*/ 2277502 w 5799173"/>
              <a:gd name="connsiteY54563" fmla="*/ 4378456 h 5017219"/>
              <a:gd name="connsiteX54564" fmla="*/ 2075731 w 5799173"/>
              <a:gd name="connsiteY54564" fmla="*/ 4330096 h 5017219"/>
              <a:gd name="connsiteX54565" fmla="*/ 2074402 w 5799173"/>
              <a:gd name="connsiteY54565" fmla="*/ 4329348 h 5017219"/>
              <a:gd name="connsiteX54566" fmla="*/ 2063852 w 5799173"/>
              <a:gd name="connsiteY54566" fmla="*/ 4310985 h 5017219"/>
              <a:gd name="connsiteX54567" fmla="*/ 2063852 w 5799173"/>
              <a:gd name="connsiteY54567" fmla="*/ 4309489 h 5017219"/>
              <a:gd name="connsiteX54568" fmla="*/ 2074404 w 5799173"/>
              <a:gd name="connsiteY54568" fmla="*/ 4291125 h 5017219"/>
              <a:gd name="connsiteX54569" fmla="*/ 2075733 w 5799173"/>
              <a:gd name="connsiteY54569" fmla="*/ 4290377 h 5017219"/>
              <a:gd name="connsiteX54570" fmla="*/ 2096918 w 5799173"/>
              <a:gd name="connsiteY54570" fmla="*/ 4290377 h 5017219"/>
              <a:gd name="connsiteX54571" fmla="*/ 2098248 w 5799173"/>
              <a:gd name="connsiteY54571" fmla="*/ 4291124 h 5017219"/>
              <a:gd name="connsiteX54572" fmla="*/ 2108799 w 5799173"/>
              <a:gd name="connsiteY54572" fmla="*/ 4309486 h 5017219"/>
              <a:gd name="connsiteX54573" fmla="*/ 2108798 w 5799173"/>
              <a:gd name="connsiteY54573" fmla="*/ 4310983 h 5017219"/>
              <a:gd name="connsiteX54574" fmla="*/ 2098247 w 5799173"/>
              <a:gd name="connsiteY54574" fmla="*/ 4329346 h 5017219"/>
              <a:gd name="connsiteX54575" fmla="*/ 2096917 w 5799173"/>
              <a:gd name="connsiteY54575" fmla="*/ 4330095 h 5017219"/>
              <a:gd name="connsiteX54576" fmla="*/ 811799 w 5799173"/>
              <a:gd name="connsiteY54576" fmla="*/ 3991509 h 5017219"/>
              <a:gd name="connsiteX54577" fmla="*/ 810471 w 5799173"/>
              <a:gd name="connsiteY54577" fmla="*/ 3990761 h 5017219"/>
              <a:gd name="connsiteX54578" fmla="*/ 799920 w 5799173"/>
              <a:gd name="connsiteY54578" fmla="*/ 3972399 h 5017219"/>
              <a:gd name="connsiteX54579" fmla="*/ 799920 w 5799173"/>
              <a:gd name="connsiteY54579" fmla="*/ 3970903 h 5017219"/>
              <a:gd name="connsiteX54580" fmla="*/ 810472 w 5799173"/>
              <a:gd name="connsiteY54580" fmla="*/ 3952540 h 5017219"/>
              <a:gd name="connsiteX54581" fmla="*/ 811801 w 5799173"/>
              <a:gd name="connsiteY54581" fmla="*/ 3951792 h 5017219"/>
              <a:gd name="connsiteX54582" fmla="*/ 832987 w 5799173"/>
              <a:gd name="connsiteY54582" fmla="*/ 3951791 h 5017219"/>
              <a:gd name="connsiteX54583" fmla="*/ 834316 w 5799173"/>
              <a:gd name="connsiteY54583" fmla="*/ 3952539 h 5017219"/>
              <a:gd name="connsiteX54584" fmla="*/ 844867 w 5799173"/>
              <a:gd name="connsiteY54584" fmla="*/ 3970901 h 5017219"/>
              <a:gd name="connsiteX54585" fmla="*/ 844866 w 5799173"/>
              <a:gd name="connsiteY54585" fmla="*/ 3972397 h 5017219"/>
              <a:gd name="connsiteX54586" fmla="*/ 834315 w 5799173"/>
              <a:gd name="connsiteY54586" fmla="*/ 3990761 h 5017219"/>
              <a:gd name="connsiteX54587" fmla="*/ 832986 w 5799173"/>
              <a:gd name="connsiteY54587" fmla="*/ 3991508 h 5017219"/>
              <a:gd name="connsiteX54588" fmla="*/ 691308 w 5799173"/>
              <a:gd name="connsiteY54588" fmla="*/ 3959320 h 5017219"/>
              <a:gd name="connsiteX54589" fmla="*/ 689978 w 5799173"/>
              <a:gd name="connsiteY54589" fmla="*/ 3958573 h 5017219"/>
              <a:gd name="connsiteX54590" fmla="*/ 679262 w 5799173"/>
              <a:gd name="connsiteY54590" fmla="*/ 3939958 h 5017219"/>
              <a:gd name="connsiteX54591" fmla="*/ 679262 w 5799173"/>
              <a:gd name="connsiteY54591" fmla="*/ 3938463 h 5017219"/>
              <a:gd name="connsiteX54592" fmla="*/ 689981 w 5799173"/>
              <a:gd name="connsiteY54592" fmla="*/ 3919848 h 5017219"/>
              <a:gd name="connsiteX54593" fmla="*/ 691311 w 5799173"/>
              <a:gd name="connsiteY54593" fmla="*/ 3919100 h 5017219"/>
              <a:gd name="connsiteX54594" fmla="*/ 712746 w 5799173"/>
              <a:gd name="connsiteY54594" fmla="*/ 3919098 h 5017219"/>
              <a:gd name="connsiteX54595" fmla="*/ 714075 w 5799173"/>
              <a:gd name="connsiteY54595" fmla="*/ 3919846 h 5017219"/>
              <a:gd name="connsiteX54596" fmla="*/ 724791 w 5799173"/>
              <a:gd name="connsiteY54596" fmla="*/ 3938459 h 5017219"/>
              <a:gd name="connsiteX54597" fmla="*/ 724791 w 5799173"/>
              <a:gd name="connsiteY54597" fmla="*/ 3939955 h 5017219"/>
              <a:gd name="connsiteX54598" fmla="*/ 714072 w 5799173"/>
              <a:gd name="connsiteY54598" fmla="*/ 3958571 h 5017219"/>
              <a:gd name="connsiteX54599" fmla="*/ 712743 w 5799173"/>
              <a:gd name="connsiteY54599" fmla="*/ 3959318 h 5017219"/>
              <a:gd name="connsiteX54600" fmla="*/ 2015497 w 5799173"/>
              <a:gd name="connsiteY54600" fmla="*/ 4314143 h 5017219"/>
              <a:gd name="connsiteX54601" fmla="*/ 2014169 w 5799173"/>
              <a:gd name="connsiteY54601" fmla="*/ 4313395 h 5017219"/>
              <a:gd name="connsiteX54602" fmla="*/ 2003618 w 5799173"/>
              <a:gd name="connsiteY54602" fmla="*/ 4295034 h 5017219"/>
              <a:gd name="connsiteX54603" fmla="*/ 2003618 w 5799173"/>
              <a:gd name="connsiteY54603" fmla="*/ 4293538 h 5017219"/>
              <a:gd name="connsiteX54604" fmla="*/ 2014169 w 5799173"/>
              <a:gd name="connsiteY54604" fmla="*/ 4275177 h 5017219"/>
              <a:gd name="connsiteX54605" fmla="*/ 2015498 w 5799173"/>
              <a:gd name="connsiteY54605" fmla="*/ 4274429 h 5017219"/>
              <a:gd name="connsiteX54606" fmla="*/ 2036683 w 5799173"/>
              <a:gd name="connsiteY54606" fmla="*/ 4274429 h 5017219"/>
              <a:gd name="connsiteX54607" fmla="*/ 2038013 w 5799173"/>
              <a:gd name="connsiteY54607" fmla="*/ 4275177 h 5017219"/>
              <a:gd name="connsiteX54608" fmla="*/ 2048564 w 5799173"/>
              <a:gd name="connsiteY54608" fmla="*/ 4293538 h 5017219"/>
              <a:gd name="connsiteX54609" fmla="*/ 2048564 w 5799173"/>
              <a:gd name="connsiteY54609" fmla="*/ 4295033 h 5017219"/>
              <a:gd name="connsiteX54610" fmla="*/ 2038013 w 5799173"/>
              <a:gd name="connsiteY54610" fmla="*/ 4313395 h 5017219"/>
              <a:gd name="connsiteX54611" fmla="*/ 2036683 w 5799173"/>
              <a:gd name="connsiteY54611" fmla="*/ 4314143 h 5017219"/>
              <a:gd name="connsiteX54612" fmla="*/ 871956 w 5799173"/>
              <a:gd name="connsiteY54612" fmla="*/ 4007744 h 5017219"/>
              <a:gd name="connsiteX54613" fmla="*/ 870627 w 5799173"/>
              <a:gd name="connsiteY54613" fmla="*/ 4006996 h 5017219"/>
              <a:gd name="connsiteX54614" fmla="*/ 860076 w 5799173"/>
              <a:gd name="connsiteY54614" fmla="*/ 3988635 h 5017219"/>
              <a:gd name="connsiteX54615" fmla="*/ 860077 w 5799173"/>
              <a:gd name="connsiteY54615" fmla="*/ 3987139 h 5017219"/>
              <a:gd name="connsiteX54616" fmla="*/ 870628 w 5799173"/>
              <a:gd name="connsiteY54616" fmla="*/ 3968778 h 5017219"/>
              <a:gd name="connsiteX54617" fmla="*/ 871957 w 5799173"/>
              <a:gd name="connsiteY54617" fmla="*/ 3968030 h 5017219"/>
              <a:gd name="connsiteX54618" fmla="*/ 893143 w 5799173"/>
              <a:gd name="connsiteY54618" fmla="*/ 3968030 h 5017219"/>
              <a:gd name="connsiteX54619" fmla="*/ 894472 w 5799173"/>
              <a:gd name="connsiteY54619" fmla="*/ 3968778 h 5017219"/>
              <a:gd name="connsiteX54620" fmla="*/ 905023 w 5799173"/>
              <a:gd name="connsiteY54620" fmla="*/ 3987138 h 5017219"/>
              <a:gd name="connsiteX54621" fmla="*/ 905023 w 5799173"/>
              <a:gd name="connsiteY54621" fmla="*/ 3988635 h 5017219"/>
              <a:gd name="connsiteX54622" fmla="*/ 894471 w 5799173"/>
              <a:gd name="connsiteY54622" fmla="*/ 4006996 h 5017219"/>
              <a:gd name="connsiteX54623" fmla="*/ 893143 w 5799173"/>
              <a:gd name="connsiteY54623" fmla="*/ 4007744 h 5017219"/>
              <a:gd name="connsiteX54624" fmla="*/ 1052375 w 5799173"/>
              <a:gd name="connsiteY54624" fmla="*/ 4056184 h 5017219"/>
              <a:gd name="connsiteX54625" fmla="*/ 1051045 w 5799173"/>
              <a:gd name="connsiteY54625" fmla="*/ 4055437 h 5017219"/>
              <a:gd name="connsiteX54626" fmla="*/ 1040412 w 5799173"/>
              <a:gd name="connsiteY54626" fmla="*/ 4036908 h 5017219"/>
              <a:gd name="connsiteX54627" fmla="*/ 1040412 w 5799173"/>
              <a:gd name="connsiteY54627" fmla="*/ 4035412 h 5017219"/>
              <a:gd name="connsiteX54628" fmla="*/ 1051130 w 5799173"/>
              <a:gd name="connsiteY54628" fmla="*/ 4016884 h 5017219"/>
              <a:gd name="connsiteX54629" fmla="*/ 1052459 w 5799173"/>
              <a:gd name="connsiteY54629" fmla="*/ 4016136 h 5017219"/>
              <a:gd name="connsiteX54630" fmla="*/ 1073811 w 5799173"/>
              <a:gd name="connsiteY54630" fmla="*/ 4016135 h 5017219"/>
              <a:gd name="connsiteX54631" fmla="*/ 1075140 w 5799173"/>
              <a:gd name="connsiteY54631" fmla="*/ 4016883 h 5017219"/>
              <a:gd name="connsiteX54632" fmla="*/ 1085774 w 5799173"/>
              <a:gd name="connsiteY54632" fmla="*/ 4035410 h 5017219"/>
              <a:gd name="connsiteX54633" fmla="*/ 1085774 w 5799173"/>
              <a:gd name="connsiteY54633" fmla="*/ 4036907 h 5017219"/>
              <a:gd name="connsiteX54634" fmla="*/ 1075056 w 5799173"/>
              <a:gd name="connsiteY54634" fmla="*/ 4055436 h 5017219"/>
              <a:gd name="connsiteX54635" fmla="*/ 1073727 w 5799173"/>
              <a:gd name="connsiteY54635" fmla="*/ 4056184 h 5017219"/>
              <a:gd name="connsiteX54636" fmla="*/ 631042 w 5799173"/>
              <a:gd name="connsiteY54636" fmla="*/ 3943492 h 5017219"/>
              <a:gd name="connsiteX54637" fmla="*/ 629712 w 5799173"/>
              <a:gd name="connsiteY54637" fmla="*/ 3942744 h 5017219"/>
              <a:gd name="connsiteX54638" fmla="*/ 618996 w 5799173"/>
              <a:gd name="connsiteY54638" fmla="*/ 3924134 h 5017219"/>
              <a:gd name="connsiteX54639" fmla="*/ 618996 w 5799173"/>
              <a:gd name="connsiteY54639" fmla="*/ 3922638 h 5017219"/>
              <a:gd name="connsiteX54640" fmla="*/ 629713 w 5799173"/>
              <a:gd name="connsiteY54640" fmla="*/ 3904028 h 5017219"/>
              <a:gd name="connsiteX54641" fmla="*/ 631043 w 5799173"/>
              <a:gd name="connsiteY54641" fmla="*/ 3903280 h 5017219"/>
              <a:gd name="connsiteX54642" fmla="*/ 652477 w 5799173"/>
              <a:gd name="connsiteY54642" fmla="*/ 3903280 h 5017219"/>
              <a:gd name="connsiteX54643" fmla="*/ 653806 w 5799173"/>
              <a:gd name="connsiteY54643" fmla="*/ 3904028 h 5017219"/>
              <a:gd name="connsiteX54644" fmla="*/ 664523 w 5799173"/>
              <a:gd name="connsiteY54644" fmla="*/ 3922638 h 5017219"/>
              <a:gd name="connsiteX54645" fmla="*/ 664523 w 5799173"/>
              <a:gd name="connsiteY54645" fmla="*/ 3924134 h 5017219"/>
              <a:gd name="connsiteX54646" fmla="*/ 653805 w 5799173"/>
              <a:gd name="connsiteY54646" fmla="*/ 3942744 h 5017219"/>
              <a:gd name="connsiteX54647" fmla="*/ 652477 w 5799173"/>
              <a:gd name="connsiteY54647" fmla="*/ 3943491 h 5017219"/>
              <a:gd name="connsiteX54648" fmla="*/ 1232826 w 5799173"/>
              <a:gd name="connsiteY54648" fmla="*/ 4104826 h 5017219"/>
              <a:gd name="connsiteX54649" fmla="*/ 1231497 w 5799173"/>
              <a:gd name="connsiteY54649" fmla="*/ 4104078 h 5017219"/>
              <a:gd name="connsiteX54650" fmla="*/ 1220697 w 5799173"/>
              <a:gd name="connsiteY54650" fmla="*/ 4085385 h 5017219"/>
              <a:gd name="connsiteX54651" fmla="*/ 1220697 w 5799173"/>
              <a:gd name="connsiteY54651" fmla="*/ 4083889 h 5017219"/>
              <a:gd name="connsiteX54652" fmla="*/ 1231498 w 5799173"/>
              <a:gd name="connsiteY54652" fmla="*/ 4065196 h 5017219"/>
              <a:gd name="connsiteX54653" fmla="*/ 1232827 w 5799173"/>
              <a:gd name="connsiteY54653" fmla="*/ 4064448 h 5017219"/>
              <a:gd name="connsiteX54654" fmla="*/ 1254428 w 5799173"/>
              <a:gd name="connsiteY54654" fmla="*/ 4064447 h 5017219"/>
              <a:gd name="connsiteX54655" fmla="*/ 1255757 w 5799173"/>
              <a:gd name="connsiteY54655" fmla="*/ 4065195 h 5017219"/>
              <a:gd name="connsiteX54656" fmla="*/ 1266557 w 5799173"/>
              <a:gd name="connsiteY54656" fmla="*/ 4083888 h 5017219"/>
              <a:gd name="connsiteX54657" fmla="*/ 1266558 w 5799173"/>
              <a:gd name="connsiteY54657" fmla="*/ 4085384 h 5017219"/>
              <a:gd name="connsiteX54658" fmla="*/ 1255756 w 5799173"/>
              <a:gd name="connsiteY54658" fmla="*/ 4104078 h 5017219"/>
              <a:gd name="connsiteX54659" fmla="*/ 1254427 w 5799173"/>
              <a:gd name="connsiteY54659" fmla="*/ 4104825 h 5017219"/>
              <a:gd name="connsiteX54660" fmla="*/ 1292718 w 5799173"/>
              <a:gd name="connsiteY54660" fmla="*/ 4121353 h 5017219"/>
              <a:gd name="connsiteX54661" fmla="*/ 1291388 w 5799173"/>
              <a:gd name="connsiteY54661" fmla="*/ 4120605 h 5017219"/>
              <a:gd name="connsiteX54662" fmla="*/ 1280340 w 5799173"/>
              <a:gd name="connsiteY54662" fmla="*/ 4101410 h 5017219"/>
              <a:gd name="connsiteX54663" fmla="*/ 1280340 w 5799173"/>
              <a:gd name="connsiteY54663" fmla="*/ 4099832 h 5017219"/>
              <a:gd name="connsiteX54664" fmla="*/ 1291474 w 5799173"/>
              <a:gd name="connsiteY54664" fmla="*/ 4080637 h 5017219"/>
              <a:gd name="connsiteX54665" fmla="*/ 1292803 w 5799173"/>
              <a:gd name="connsiteY54665" fmla="*/ 4079889 h 5017219"/>
              <a:gd name="connsiteX54666" fmla="*/ 1314986 w 5799173"/>
              <a:gd name="connsiteY54666" fmla="*/ 4079888 h 5017219"/>
              <a:gd name="connsiteX54667" fmla="*/ 1316314 w 5799173"/>
              <a:gd name="connsiteY54667" fmla="*/ 4080636 h 5017219"/>
              <a:gd name="connsiteX54668" fmla="*/ 1327364 w 5799173"/>
              <a:gd name="connsiteY54668" fmla="*/ 4099829 h 5017219"/>
              <a:gd name="connsiteX54669" fmla="*/ 1327364 w 5799173"/>
              <a:gd name="connsiteY54669" fmla="*/ 4101408 h 5017219"/>
              <a:gd name="connsiteX54670" fmla="*/ 1316229 w 5799173"/>
              <a:gd name="connsiteY54670" fmla="*/ 4120604 h 5017219"/>
              <a:gd name="connsiteX54671" fmla="*/ 1314901 w 5799173"/>
              <a:gd name="connsiteY54671" fmla="*/ 4121352 h 5017219"/>
              <a:gd name="connsiteX54672" fmla="*/ 1522620 w 5799173"/>
              <a:gd name="connsiteY54672" fmla="*/ 4232183 h 5017219"/>
              <a:gd name="connsiteX54673" fmla="*/ 1521623 w 5799173"/>
              <a:gd name="connsiteY54673" fmla="*/ 4231600 h 5017219"/>
              <a:gd name="connsiteX54674" fmla="*/ 1513566 w 5799173"/>
              <a:gd name="connsiteY54674" fmla="*/ 4217641 h 5017219"/>
              <a:gd name="connsiteX54675" fmla="*/ 1513566 w 5799173"/>
              <a:gd name="connsiteY54675" fmla="*/ 4216477 h 5017219"/>
              <a:gd name="connsiteX54676" fmla="*/ 1521624 w 5799173"/>
              <a:gd name="connsiteY54676" fmla="*/ 4202516 h 5017219"/>
              <a:gd name="connsiteX54677" fmla="*/ 1522622 w 5799173"/>
              <a:gd name="connsiteY54677" fmla="*/ 4201934 h 5017219"/>
              <a:gd name="connsiteX54678" fmla="*/ 1538656 w 5799173"/>
              <a:gd name="connsiteY54678" fmla="*/ 4201934 h 5017219"/>
              <a:gd name="connsiteX54679" fmla="*/ 1539654 w 5799173"/>
              <a:gd name="connsiteY54679" fmla="*/ 4202514 h 5017219"/>
              <a:gd name="connsiteX54680" fmla="*/ 1547711 w 5799173"/>
              <a:gd name="connsiteY54680" fmla="*/ 4216475 h 5017219"/>
              <a:gd name="connsiteX54681" fmla="*/ 1547711 w 5799173"/>
              <a:gd name="connsiteY54681" fmla="*/ 4217639 h 5017219"/>
              <a:gd name="connsiteX54682" fmla="*/ 1539652 w 5799173"/>
              <a:gd name="connsiteY54682" fmla="*/ 4231600 h 5017219"/>
              <a:gd name="connsiteX54683" fmla="*/ 1538654 w 5799173"/>
              <a:gd name="connsiteY54683" fmla="*/ 4232182 h 5017219"/>
              <a:gd name="connsiteX54684" fmla="*/ 2665238 w 5799173"/>
              <a:gd name="connsiteY54684" fmla="*/ 4540322 h 5017219"/>
              <a:gd name="connsiteX54685" fmla="*/ 2664158 w 5799173"/>
              <a:gd name="connsiteY54685" fmla="*/ 4539657 h 5017219"/>
              <a:gd name="connsiteX54686" fmla="*/ 2655187 w 5799173"/>
              <a:gd name="connsiteY54686" fmla="*/ 4524118 h 5017219"/>
              <a:gd name="connsiteX54687" fmla="*/ 2655187 w 5799173"/>
              <a:gd name="connsiteY54687" fmla="*/ 4522872 h 5017219"/>
              <a:gd name="connsiteX54688" fmla="*/ 2664160 w 5799173"/>
              <a:gd name="connsiteY54688" fmla="*/ 4507331 h 5017219"/>
              <a:gd name="connsiteX54689" fmla="*/ 2665240 w 5799173"/>
              <a:gd name="connsiteY54689" fmla="*/ 4506666 h 5017219"/>
              <a:gd name="connsiteX54690" fmla="*/ 2683103 w 5799173"/>
              <a:gd name="connsiteY54690" fmla="*/ 4506665 h 5017219"/>
              <a:gd name="connsiteX54691" fmla="*/ 2684183 w 5799173"/>
              <a:gd name="connsiteY54691" fmla="*/ 4507330 h 5017219"/>
              <a:gd name="connsiteX54692" fmla="*/ 2693155 w 5799173"/>
              <a:gd name="connsiteY54692" fmla="*/ 4522869 h 5017219"/>
              <a:gd name="connsiteX54693" fmla="*/ 2693155 w 5799173"/>
              <a:gd name="connsiteY54693" fmla="*/ 4524116 h 5017219"/>
              <a:gd name="connsiteX54694" fmla="*/ 2684180 w 5799173"/>
              <a:gd name="connsiteY54694" fmla="*/ 4539655 h 5017219"/>
              <a:gd name="connsiteX54695" fmla="*/ 2683100 w 5799173"/>
              <a:gd name="connsiteY54695" fmla="*/ 4540321 h 5017219"/>
              <a:gd name="connsiteX54696" fmla="*/ 3748515 w 5799173"/>
              <a:gd name="connsiteY54696" fmla="*/ 4830745 h 5017219"/>
              <a:gd name="connsiteX54697" fmla="*/ 3747435 w 5799173"/>
              <a:gd name="connsiteY54697" fmla="*/ 4830081 h 5017219"/>
              <a:gd name="connsiteX54698" fmla="*/ 3738381 w 5799173"/>
              <a:gd name="connsiteY54698" fmla="*/ 4814375 h 5017219"/>
              <a:gd name="connsiteX54699" fmla="*/ 3738381 w 5799173"/>
              <a:gd name="connsiteY54699" fmla="*/ 4813127 h 5017219"/>
              <a:gd name="connsiteX54700" fmla="*/ 3747438 w 5799173"/>
              <a:gd name="connsiteY54700" fmla="*/ 4797421 h 5017219"/>
              <a:gd name="connsiteX54701" fmla="*/ 3748518 w 5799173"/>
              <a:gd name="connsiteY54701" fmla="*/ 4796757 h 5017219"/>
              <a:gd name="connsiteX54702" fmla="*/ 3766629 w 5799173"/>
              <a:gd name="connsiteY54702" fmla="*/ 4796756 h 5017219"/>
              <a:gd name="connsiteX54703" fmla="*/ 3767710 w 5799173"/>
              <a:gd name="connsiteY54703" fmla="*/ 4797421 h 5017219"/>
              <a:gd name="connsiteX54704" fmla="*/ 3776763 w 5799173"/>
              <a:gd name="connsiteY54704" fmla="*/ 4813126 h 5017219"/>
              <a:gd name="connsiteX54705" fmla="*/ 3776764 w 5799173"/>
              <a:gd name="connsiteY54705" fmla="*/ 4814373 h 5017219"/>
              <a:gd name="connsiteX54706" fmla="*/ 3767707 w 5799173"/>
              <a:gd name="connsiteY54706" fmla="*/ 4830080 h 5017219"/>
              <a:gd name="connsiteX54707" fmla="*/ 3766627 w 5799173"/>
              <a:gd name="connsiteY54707" fmla="*/ 4830743 h 5017219"/>
              <a:gd name="connsiteX54708" fmla="*/ 3808517 w 5799173"/>
              <a:gd name="connsiteY54708" fmla="*/ 4847240 h 5017219"/>
              <a:gd name="connsiteX54709" fmla="*/ 3807354 w 5799173"/>
              <a:gd name="connsiteY54709" fmla="*/ 4846574 h 5017219"/>
              <a:gd name="connsiteX54710" fmla="*/ 3798132 w 5799173"/>
              <a:gd name="connsiteY54710" fmla="*/ 4830620 h 5017219"/>
              <a:gd name="connsiteX54711" fmla="*/ 3798132 w 5799173"/>
              <a:gd name="connsiteY54711" fmla="*/ 4829290 h 5017219"/>
              <a:gd name="connsiteX54712" fmla="*/ 3807356 w 5799173"/>
              <a:gd name="connsiteY54712" fmla="*/ 4813335 h 5017219"/>
              <a:gd name="connsiteX54713" fmla="*/ 3808519 w 5799173"/>
              <a:gd name="connsiteY54713" fmla="*/ 4812670 h 5017219"/>
              <a:gd name="connsiteX54714" fmla="*/ 3826962 w 5799173"/>
              <a:gd name="connsiteY54714" fmla="*/ 4812669 h 5017219"/>
              <a:gd name="connsiteX54715" fmla="*/ 3828125 w 5799173"/>
              <a:gd name="connsiteY54715" fmla="*/ 4813333 h 5017219"/>
              <a:gd name="connsiteX54716" fmla="*/ 3837346 w 5799173"/>
              <a:gd name="connsiteY54716" fmla="*/ 4829288 h 5017219"/>
              <a:gd name="connsiteX54717" fmla="*/ 3837346 w 5799173"/>
              <a:gd name="connsiteY54717" fmla="*/ 4830617 h 5017219"/>
              <a:gd name="connsiteX54718" fmla="*/ 3828123 w 5799173"/>
              <a:gd name="connsiteY54718" fmla="*/ 4846573 h 5017219"/>
              <a:gd name="connsiteX54719" fmla="*/ 3826960 w 5799173"/>
              <a:gd name="connsiteY54719" fmla="*/ 4847238 h 5017219"/>
              <a:gd name="connsiteX54720" fmla="*/ 3627901 w 5799173"/>
              <a:gd name="connsiteY54720" fmla="*/ 4799154 h 5017219"/>
              <a:gd name="connsiteX54721" fmla="*/ 3626737 w 5799173"/>
              <a:gd name="connsiteY54721" fmla="*/ 4798488 h 5017219"/>
              <a:gd name="connsiteX54722" fmla="*/ 3617517 w 5799173"/>
              <a:gd name="connsiteY54722" fmla="*/ 4782454 h 5017219"/>
              <a:gd name="connsiteX54723" fmla="*/ 3617517 w 5799173"/>
              <a:gd name="connsiteY54723" fmla="*/ 4781124 h 5017219"/>
              <a:gd name="connsiteX54724" fmla="*/ 3626738 w 5799173"/>
              <a:gd name="connsiteY54724" fmla="*/ 4765088 h 5017219"/>
              <a:gd name="connsiteX54725" fmla="*/ 3627902 w 5799173"/>
              <a:gd name="connsiteY54725" fmla="*/ 4764423 h 5017219"/>
              <a:gd name="connsiteX54726" fmla="*/ 3646429 w 5799173"/>
              <a:gd name="connsiteY54726" fmla="*/ 4764422 h 5017219"/>
              <a:gd name="connsiteX54727" fmla="*/ 3647592 w 5799173"/>
              <a:gd name="connsiteY54727" fmla="*/ 4765087 h 5017219"/>
              <a:gd name="connsiteX54728" fmla="*/ 3656813 w 5799173"/>
              <a:gd name="connsiteY54728" fmla="*/ 4781123 h 5017219"/>
              <a:gd name="connsiteX54729" fmla="*/ 3656813 w 5799173"/>
              <a:gd name="connsiteY54729" fmla="*/ 4782452 h 5017219"/>
              <a:gd name="connsiteX54730" fmla="*/ 3647591 w 5799173"/>
              <a:gd name="connsiteY54730" fmla="*/ 4798488 h 5017219"/>
              <a:gd name="connsiteX54731" fmla="*/ 3646428 w 5799173"/>
              <a:gd name="connsiteY54731" fmla="*/ 4799153 h 5017219"/>
              <a:gd name="connsiteX54732" fmla="*/ 3688011 w 5799173"/>
              <a:gd name="connsiteY54732" fmla="*/ 4815332 h 5017219"/>
              <a:gd name="connsiteX54733" fmla="*/ 3686848 w 5799173"/>
              <a:gd name="connsiteY54733" fmla="*/ 4814668 h 5017219"/>
              <a:gd name="connsiteX54734" fmla="*/ 3677543 w 5799173"/>
              <a:gd name="connsiteY54734" fmla="*/ 4798549 h 5017219"/>
              <a:gd name="connsiteX54735" fmla="*/ 3677543 w 5799173"/>
              <a:gd name="connsiteY54735" fmla="*/ 4797219 h 5017219"/>
              <a:gd name="connsiteX54736" fmla="*/ 3686850 w 5799173"/>
              <a:gd name="connsiteY54736" fmla="*/ 4781100 h 5017219"/>
              <a:gd name="connsiteX54737" fmla="*/ 3688012 w 5799173"/>
              <a:gd name="connsiteY54737" fmla="*/ 4780435 h 5017219"/>
              <a:gd name="connsiteX54738" fmla="*/ 3706622 w 5799173"/>
              <a:gd name="connsiteY54738" fmla="*/ 4780434 h 5017219"/>
              <a:gd name="connsiteX54739" fmla="*/ 3707786 w 5799173"/>
              <a:gd name="connsiteY54739" fmla="*/ 4781099 h 5017219"/>
              <a:gd name="connsiteX54740" fmla="*/ 3717090 w 5799173"/>
              <a:gd name="connsiteY54740" fmla="*/ 4797218 h 5017219"/>
              <a:gd name="connsiteX54741" fmla="*/ 3717090 w 5799173"/>
              <a:gd name="connsiteY54741" fmla="*/ 4798547 h 5017219"/>
              <a:gd name="connsiteX54742" fmla="*/ 3707784 w 5799173"/>
              <a:gd name="connsiteY54742" fmla="*/ 4814668 h 5017219"/>
              <a:gd name="connsiteX54743" fmla="*/ 3706621 w 5799173"/>
              <a:gd name="connsiteY54743" fmla="*/ 4815331 h 5017219"/>
              <a:gd name="connsiteX54744" fmla="*/ 3567553 w 5799173"/>
              <a:gd name="connsiteY54744" fmla="*/ 4783167 h 5017219"/>
              <a:gd name="connsiteX54745" fmla="*/ 3566389 w 5799173"/>
              <a:gd name="connsiteY54745" fmla="*/ 4782502 h 5017219"/>
              <a:gd name="connsiteX54746" fmla="*/ 3557002 w 5799173"/>
              <a:gd name="connsiteY54746" fmla="*/ 4766300 h 5017219"/>
              <a:gd name="connsiteX54747" fmla="*/ 3557002 w 5799173"/>
              <a:gd name="connsiteY54747" fmla="*/ 4764971 h 5017219"/>
              <a:gd name="connsiteX54748" fmla="*/ 3566391 w 5799173"/>
              <a:gd name="connsiteY54748" fmla="*/ 4748768 h 5017219"/>
              <a:gd name="connsiteX54749" fmla="*/ 3567554 w 5799173"/>
              <a:gd name="connsiteY54749" fmla="*/ 4748103 h 5017219"/>
              <a:gd name="connsiteX54750" fmla="*/ 3586247 w 5799173"/>
              <a:gd name="connsiteY54750" fmla="*/ 4748103 h 5017219"/>
              <a:gd name="connsiteX54751" fmla="*/ 3587410 w 5799173"/>
              <a:gd name="connsiteY54751" fmla="*/ 4748768 h 5017219"/>
              <a:gd name="connsiteX54752" fmla="*/ 3596797 w 5799173"/>
              <a:gd name="connsiteY54752" fmla="*/ 4764970 h 5017219"/>
              <a:gd name="connsiteX54753" fmla="*/ 3596797 w 5799173"/>
              <a:gd name="connsiteY54753" fmla="*/ 4766299 h 5017219"/>
              <a:gd name="connsiteX54754" fmla="*/ 3587409 w 5799173"/>
              <a:gd name="connsiteY54754" fmla="*/ 4782502 h 5017219"/>
              <a:gd name="connsiteX54755" fmla="*/ 3586246 w 5799173"/>
              <a:gd name="connsiteY54755" fmla="*/ 4783167 h 5017219"/>
              <a:gd name="connsiteX54756" fmla="*/ 3447138 w 5799173"/>
              <a:gd name="connsiteY54756" fmla="*/ 4750932 h 5017219"/>
              <a:gd name="connsiteX54757" fmla="*/ 3445975 w 5799173"/>
              <a:gd name="connsiteY54757" fmla="*/ 4750268 h 5017219"/>
              <a:gd name="connsiteX54758" fmla="*/ 3436505 w 5799173"/>
              <a:gd name="connsiteY54758" fmla="*/ 4733898 h 5017219"/>
              <a:gd name="connsiteX54759" fmla="*/ 3436505 w 5799173"/>
              <a:gd name="connsiteY54759" fmla="*/ 4732568 h 5017219"/>
              <a:gd name="connsiteX54760" fmla="*/ 3445977 w 5799173"/>
              <a:gd name="connsiteY54760" fmla="*/ 4716198 h 5017219"/>
              <a:gd name="connsiteX54761" fmla="*/ 3447140 w 5799173"/>
              <a:gd name="connsiteY54761" fmla="*/ 4715532 h 5017219"/>
              <a:gd name="connsiteX54762" fmla="*/ 3466083 w 5799173"/>
              <a:gd name="connsiteY54762" fmla="*/ 4715531 h 5017219"/>
              <a:gd name="connsiteX54763" fmla="*/ 3467246 w 5799173"/>
              <a:gd name="connsiteY54763" fmla="*/ 4716196 h 5017219"/>
              <a:gd name="connsiteX54764" fmla="*/ 3476716 w 5799173"/>
              <a:gd name="connsiteY54764" fmla="*/ 4732565 h 5017219"/>
              <a:gd name="connsiteX54765" fmla="*/ 3476715 w 5799173"/>
              <a:gd name="connsiteY54765" fmla="*/ 4733896 h 5017219"/>
              <a:gd name="connsiteX54766" fmla="*/ 3467243 w 5799173"/>
              <a:gd name="connsiteY54766" fmla="*/ 4750267 h 5017219"/>
              <a:gd name="connsiteX54767" fmla="*/ 3466080 w 5799173"/>
              <a:gd name="connsiteY54767" fmla="*/ 4750931 h 5017219"/>
              <a:gd name="connsiteX54768" fmla="*/ 3868532 w 5799173"/>
              <a:gd name="connsiteY54768" fmla="*/ 4863854 h 5017219"/>
              <a:gd name="connsiteX54769" fmla="*/ 3867369 w 5799173"/>
              <a:gd name="connsiteY54769" fmla="*/ 4863190 h 5017219"/>
              <a:gd name="connsiteX54770" fmla="*/ 3858064 w 5799173"/>
              <a:gd name="connsiteY54770" fmla="*/ 4847072 h 5017219"/>
              <a:gd name="connsiteX54771" fmla="*/ 3858064 w 5799173"/>
              <a:gd name="connsiteY54771" fmla="*/ 4845743 h 5017219"/>
              <a:gd name="connsiteX54772" fmla="*/ 3867369 w 5799173"/>
              <a:gd name="connsiteY54772" fmla="*/ 4829625 h 5017219"/>
              <a:gd name="connsiteX54773" fmla="*/ 3868532 w 5799173"/>
              <a:gd name="connsiteY54773" fmla="*/ 4828960 h 5017219"/>
              <a:gd name="connsiteX54774" fmla="*/ 3887141 w 5799173"/>
              <a:gd name="connsiteY54774" fmla="*/ 4828960 h 5017219"/>
              <a:gd name="connsiteX54775" fmla="*/ 3888305 w 5799173"/>
              <a:gd name="connsiteY54775" fmla="*/ 4829625 h 5017219"/>
              <a:gd name="connsiteX54776" fmla="*/ 3897610 w 5799173"/>
              <a:gd name="connsiteY54776" fmla="*/ 4845742 h 5017219"/>
              <a:gd name="connsiteX54777" fmla="*/ 3897610 w 5799173"/>
              <a:gd name="connsiteY54777" fmla="*/ 4847071 h 5017219"/>
              <a:gd name="connsiteX54778" fmla="*/ 3888305 w 5799173"/>
              <a:gd name="connsiteY54778" fmla="*/ 4863190 h 5017219"/>
              <a:gd name="connsiteX54779" fmla="*/ 3887141 w 5799173"/>
              <a:gd name="connsiteY54779" fmla="*/ 4863854 h 5017219"/>
              <a:gd name="connsiteX54780" fmla="*/ 2785062 w 5799173"/>
              <a:gd name="connsiteY54780" fmla="*/ 4573640 h 5017219"/>
              <a:gd name="connsiteX54781" fmla="*/ 2783899 w 5799173"/>
              <a:gd name="connsiteY54781" fmla="*/ 4572976 h 5017219"/>
              <a:gd name="connsiteX54782" fmla="*/ 2774429 w 5799173"/>
              <a:gd name="connsiteY54782" fmla="*/ 4556607 h 5017219"/>
              <a:gd name="connsiteX54783" fmla="*/ 2774428 w 5799173"/>
              <a:gd name="connsiteY54783" fmla="*/ 4555277 h 5017219"/>
              <a:gd name="connsiteX54784" fmla="*/ 2783900 w 5799173"/>
              <a:gd name="connsiteY54784" fmla="*/ 4538908 h 5017219"/>
              <a:gd name="connsiteX54785" fmla="*/ 2785064 w 5799173"/>
              <a:gd name="connsiteY54785" fmla="*/ 4538242 h 5017219"/>
              <a:gd name="connsiteX54786" fmla="*/ 2804006 w 5799173"/>
              <a:gd name="connsiteY54786" fmla="*/ 4538242 h 5017219"/>
              <a:gd name="connsiteX54787" fmla="*/ 2805169 w 5799173"/>
              <a:gd name="connsiteY54787" fmla="*/ 4538907 h 5017219"/>
              <a:gd name="connsiteX54788" fmla="*/ 2814639 w 5799173"/>
              <a:gd name="connsiteY54788" fmla="*/ 4555275 h 5017219"/>
              <a:gd name="connsiteX54789" fmla="*/ 2814639 w 5799173"/>
              <a:gd name="connsiteY54789" fmla="*/ 4556605 h 5017219"/>
              <a:gd name="connsiteX54790" fmla="*/ 2805167 w 5799173"/>
              <a:gd name="connsiteY54790" fmla="*/ 4572975 h 5017219"/>
              <a:gd name="connsiteX54791" fmla="*/ 2804004 w 5799173"/>
              <a:gd name="connsiteY54791" fmla="*/ 4573640 h 5017219"/>
              <a:gd name="connsiteX54792" fmla="*/ 3507217 w 5799173"/>
              <a:gd name="connsiteY54792" fmla="*/ 4767233 h 5017219"/>
              <a:gd name="connsiteX54793" fmla="*/ 3506054 w 5799173"/>
              <a:gd name="connsiteY54793" fmla="*/ 4766569 h 5017219"/>
              <a:gd name="connsiteX54794" fmla="*/ 3496584 w 5799173"/>
              <a:gd name="connsiteY54794" fmla="*/ 4750116 h 5017219"/>
              <a:gd name="connsiteX54795" fmla="*/ 3496584 w 5799173"/>
              <a:gd name="connsiteY54795" fmla="*/ 4748787 h 5017219"/>
              <a:gd name="connsiteX54796" fmla="*/ 3506139 w 5799173"/>
              <a:gd name="connsiteY54796" fmla="*/ 4732333 h 5017219"/>
              <a:gd name="connsiteX54797" fmla="*/ 3507303 w 5799173"/>
              <a:gd name="connsiteY54797" fmla="*/ 4731668 h 5017219"/>
              <a:gd name="connsiteX54798" fmla="*/ 3526328 w 5799173"/>
              <a:gd name="connsiteY54798" fmla="*/ 4731667 h 5017219"/>
              <a:gd name="connsiteX54799" fmla="*/ 3527491 w 5799173"/>
              <a:gd name="connsiteY54799" fmla="*/ 4732332 h 5017219"/>
              <a:gd name="connsiteX54800" fmla="*/ 3536961 w 5799173"/>
              <a:gd name="connsiteY54800" fmla="*/ 4748784 h 5017219"/>
              <a:gd name="connsiteX54801" fmla="*/ 3536961 w 5799173"/>
              <a:gd name="connsiteY54801" fmla="*/ 4750114 h 5017219"/>
              <a:gd name="connsiteX54802" fmla="*/ 3527405 w 5799173"/>
              <a:gd name="connsiteY54802" fmla="*/ 4766568 h 5017219"/>
              <a:gd name="connsiteX54803" fmla="*/ 3526242 w 5799173"/>
              <a:gd name="connsiteY54803" fmla="*/ 4767233 h 5017219"/>
              <a:gd name="connsiteX54804" fmla="*/ 3206224 w 5799173"/>
              <a:gd name="connsiteY54804" fmla="*/ 4686681 h 5017219"/>
              <a:gd name="connsiteX54805" fmla="*/ 3205061 w 5799173"/>
              <a:gd name="connsiteY54805" fmla="*/ 4686017 h 5017219"/>
              <a:gd name="connsiteX54806" fmla="*/ 3195425 w 5799173"/>
              <a:gd name="connsiteY54806" fmla="*/ 4669398 h 5017219"/>
              <a:gd name="connsiteX54807" fmla="*/ 3195425 w 5799173"/>
              <a:gd name="connsiteY54807" fmla="*/ 4668067 h 5017219"/>
              <a:gd name="connsiteX54808" fmla="*/ 3205063 w 5799173"/>
              <a:gd name="connsiteY54808" fmla="*/ 4651447 h 5017219"/>
              <a:gd name="connsiteX54809" fmla="*/ 3206227 w 5799173"/>
              <a:gd name="connsiteY54809" fmla="*/ 4650781 h 5017219"/>
              <a:gd name="connsiteX54810" fmla="*/ 3225419 w 5799173"/>
              <a:gd name="connsiteY54810" fmla="*/ 4650780 h 5017219"/>
              <a:gd name="connsiteX54811" fmla="*/ 3226582 w 5799173"/>
              <a:gd name="connsiteY54811" fmla="*/ 4651445 h 5017219"/>
              <a:gd name="connsiteX54812" fmla="*/ 3236218 w 5799173"/>
              <a:gd name="connsiteY54812" fmla="*/ 4668065 h 5017219"/>
              <a:gd name="connsiteX54813" fmla="*/ 3236218 w 5799173"/>
              <a:gd name="connsiteY54813" fmla="*/ 4669395 h 5017219"/>
              <a:gd name="connsiteX54814" fmla="*/ 3226579 w 5799173"/>
              <a:gd name="connsiteY54814" fmla="*/ 4686016 h 5017219"/>
              <a:gd name="connsiteX54815" fmla="*/ 3225416 w 5799173"/>
              <a:gd name="connsiteY54815" fmla="*/ 4686680 h 5017219"/>
              <a:gd name="connsiteX54816" fmla="*/ 3326647 w 5799173"/>
              <a:gd name="connsiteY54816" fmla="*/ 4718977 h 5017219"/>
              <a:gd name="connsiteX54817" fmla="*/ 3325484 w 5799173"/>
              <a:gd name="connsiteY54817" fmla="*/ 4718312 h 5017219"/>
              <a:gd name="connsiteX54818" fmla="*/ 3315931 w 5799173"/>
              <a:gd name="connsiteY54818" fmla="*/ 4701777 h 5017219"/>
              <a:gd name="connsiteX54819" fmla="*/ 3315931 w 5799173"/>
              <a:gd name="connsiteY54819" fmla="*/ 4700446 h 5017219"/>
              <a:gd name="connsiteX54820" fmla="*/ 3325486 w 5799173"/>
              <a:gd name="connsiteY54820" fmla="*/ 4683911 h 5017219"/>
              <a:gd name="connsiteX54821" fmla="*/ 3326649 w 5799173"/>
              <a:gd name="connsiteY54821" fmla="*/ 4683245 h 5017219"/>
              <a:gd name="connsiteX54822" fmla="*/ 3345757 w 5799173"/>
              <a:gd name="connsiteY54822" fmla="*/ 4683245 h 5017219"/>
              <a:gd name="connsiteX54823" fmla="*/ 3346920 w 5799173"/>
              <a:gd name="connsiteY54823" fmla="*/ 4683910 h 5017219"/>
              <a:gd name="connsiteX54824" fmla="*/ 3356473 w 5799173"/>
              <a:gd name="connsiteY54824" fmla="*/ 4700444 h 5017219"/>
              <a:gd name="connsiteX54825" fmla="*/ 3356473 w 5799173"/>
              <a:gd name="connsiteY54825" fmla="*/ 4701775 h 5017219"/>
              <a:gd name="connsiteX54826" fmla="*/ 3346918 w 5799173"/>
              <a:gd name="connsiteY54826" fmla="*/ 4718310 h 5017219"/>
              <a:gd name="connsiteX54827" fmla="*/ 3345755 w 5799173"/>
              <a:gd name="connsiteY54827" fmla="*/ 4718976 h 5017219"/>
              <a:gd name="connsiteX54828" fmla="*/ 2724724 w 5799173"/>
              <a:gd name="connsiteY54828" fmla="*/ 4557853 h 5017219"/>
              <a:gd name="connsiteX54829" fmla="*/ 2723561 w 5799173"/>
              <a:gd name="connsiteY54829" fmla="*/ 4557188 h 5017219"/>
              <a:gd name="connsiteX54830" fmla="*/ 2714090 w 5799173"/>
              <a:gd name="connsiteY54830" fmla="*/ 4540739 h 5017219"/>
              <a:gd name="connsiteX54831" fmla="*/ 2714090 w 5799173"/>
              <a:gd name="connsiteY54831" fmla="*/ 4539409 h 5017219"/>
              <a:gd name="connsiteX54832" fmla="*/ 2723644 w 5799173"/>
              <a:gd name="connsiteY54832" fmla="*/ 4522959 h 5017219"/>
              <a:gd name="connsiteX54833" fmla="*/ 2724808 w 5799173"/>
              <a:gd name="connsiteY54833" fmla="*/ 4522294 h 5017219"/>
              <a:gd name="connsiteX54834" fmla="*/ 2743832 w 5799173"/>
              <a:gd name="connsiteY54834" fmla="*/ 4522294 h 5017219"/>
              <a:gd name="connsiteX54835" fmla="*/ 2744995 w 5799173"/>
              <a:gd name="connsiteY54835" fmla="*/ 4522959 h 5017219"/>
              <a:gd name="connsiteX54836" fmla="*/ 2754466 w 5799173"/>
              <a:gd name="connsiteY54836" fmla="*/ 4539408 h 5017219"/>
              <a:gd name="connsiteX54837" fmla="*/ 2754466 w 5799173"/>
              <a:gd name="connsiteY54837" fmla="*/ 4540739 h 5017219"/>
              <a:gd name="connsiteX54838" fmla="*/ 2744912 w 5799173"/>
              <a:gd name="connsiteY54838" fmla="*/ 4557188 h 5017219"/>
              <a:gd name="connsiteX54839" fmla="*/ 2743749 w 5799173"/>
              <a:gd name="connsiteY54839" fmla="*/ 4557853 h 5017219"/>
              <a:gd name="connsiteX54840" fmla="*/ 3266366 w 5799173"/>
              <a:gd name="connsiteY54840" fmla="*/ 4703065 h 5017219"/>
              <a:gd name="connsiteX54841" fmla="*/ 3265203 w 5799173"/>
              <a:gd name="connsiteY54841" fmla="*/ 4702400 h 5017219"/>
              <a:gd name="connsiteX54842" fmla="*/ 3255567 w 5799173"/>
              <a:gd name="connsiteY54842" fmla="*/ 4685699 h 5017219"/>
              <a:gd name="connsiteX54843" fmla="*/ 3255567 w 5799173"/>
              <a:gd name="connsiteY54843" fmla="*/ 4684369 h 5017219"/>
              <a:gd name="connsiteX54844" fmla="*/ 3265205 w 5799173"/>
              <a:gd name="connsiteY54844" fmla="*/ 4667668 h 5017219"/>
              <a:gd name="connsiteX54845" fmla="*/ 3266368 w 5799173"/>
              <a:gd name="connsiteY54845" fmla="*/ 4667002 h 5017219"/>
              <a:gd name="connsiteX54846" fmla="*/ 3285726 w 5799173"/>
              <a:gd name="connsiteY54846" fmla="*/ 4667001 h 5017219"/>
              <a:gd name="connsiteX54847" fmla="*/ 3286889 w 5799173"/>
              <a:gd name="connsiteY54847" fmla="*/ 4667666 h 5017219"/>
              <a:gd name="connsiteX54848" fmla="*/ 3296526 w 5799173"/>
              <a:gd name="connsiteY54848" fmla="*/ 4684368 h 5017219"/>
              <a:gd name="connsiteX54849" fmla="*/ 3296526 w 5799173"/>
              <a:gd name="connsiteY54849" fmla="*/ 4685697 h 5017219"/>
              <a:gd name="connsiteX54850" fmla="*/ 3286887 w 5799173"/>
              <a:gd name="connsiteY54850" fmla="*/ 4702399 h 5017219"/>
              <a:gd name="connsiteX54851" fmla="*/ 3285724 w 5799173"/>
              <a:gd name="connsiteY54851" fmla="*/ 4703064 h 5017219"/>
              <a:gd name="connsiteX54852" fmla="*/ 3386736 w 5799173"/>
              <a:gd name="connsiteY54852" fmla="*/ 4735329 h 5017219"/>
              <a:gd name="connsiteX54853" fmla="*/ 3385573 w 5799173"/>
              <a:gd name="connsiteY54853" fmla="*/ 4734664 h 5017219"/>
              <a:gd name="connsiteX54854" fmla="*/ 3375937 w 5799173"/>
              <a:gd name="connsiteY54854" fmla="*/ 4717963 h 5017219"/>
              <a:gd name="connsiteX54855" fmla="*/ 3375937 w 5799173"/>
              <a:gd name="connsiteY54855" fmla="*/ 4716634 h 5017219"/>
              <a:gd name="connsiteX54856" fmla="*/ 3385575 w 5799173"/>
              <a:gd name="connsiteY54856" fmla="*/ 4699932 h 5017219"/>
              <a:gd name="connsiteX54857" fmla="*/ 3386738 w 5799173"/>
              <a:gd name="connsiteY54857" fmla="*/ 4699267 h 5017219"/>
              <a:gd name="connsiteX54858" fmla="*/ 3406096 w 5799173"/>
              <a:gd name="connsiteY54858" fmla="*/ 4699265 h 5017219"/>
              <a:gd name="connsiteX54859" fmla="*/ 3407259 w 5799173"/>
              <a:gd name="connsiteY54859" fmla="*/ 4699931 h 5017219"/>
              <a:gd name="connsiteX54860" fmla="*/ 3416896 w 5799173"/>
              <a:gd name="connsiteY54860" fmla="*/ 4716632 h 5017219"/>
              <a:gd name="connsiteX54861" fmla="*/ 3416896 w 5799173"/>
              <a:gd name="connsiteY54861" fmla="*/ 4717961 h 5017219"/>
              <a:gd name="connsiteX54862" fmla="*/ 3407257 w 5799173"/>
              <a:gd name="connsiteY54862" fmla="*/ 4734664 h 5017219"/>
              <a:gd name="connsiteX54863" fmla="*/ 3406094 w 5799173"/>
              <a:gd name="connsiteY54863" fmla="*/ 4735328 h 5017219"/>
              <a:gd name="connsiteX54864" fmla="*/ 2845005 w 5799173"/>
              <a:gd name="connsiteY54864" fmla="*/ 4590281 h 5017219"/>
              <a:gd name="connsiteX54865" fmla="*/ 2843842 w 5799173"/>
              <a:gd name="connsiteY54865" fmla="*/ 4589616 h 5017219"/>
              <a:gd name="connsiteX54866" fmla="*/ 2834123 w 5799173"/>
              <a:gd name="connsiteY54866" fmla="*/ 4572749 h 5017219"/>
              <a:gd name="connsiteX54867" fmla="*/ 2834123 w 5799173"/>
              <a:gd name="connsiteY54867" fmla="*/ 4571337 h 5017219"/>
              <a:gd name="connsiteX54868" fmla="*/ 2843844 w 5799173"/>
              <a:gd name="connsiteY54868" fmla="*/ 4554469 h 5017219"/>
              <a:gd name="connsiteX54869" fmla="*/ 2845007 w 5799173"/>
              <a:gd name="connsiteY54869" fmla="*/ 4553804 h 5017219"/>
              <a:gd name="connsiteX54870" fmla="*/ 2864448 w 5799173"/>
              <a:gd name="connsiteY54870" fmla="*/ 4553803 h 5017219"/>
              <a:gd name="connsiteX54871" fmla="*/ 2865611 w 5799173"/>
              <a:gd name="connsiteY54871" fmla="*/ 4554468 h 5017219"/>
              <a:gd name="connsiteX54872" fmla="*/ 2875331 w 5799173"/>
              <a:gd name="connsiteY54872" fmla="*/ 4571335 h 5017219"/>
              <a:gd name="connsiteX54873" fmla="*/ 2875331 w 5799173"/>
              <a:gd name="connsiteY54873" fmla="*/ 4572748 h 5017219"/>
              <a:gd name="connsiteX54874" fmla="*/ 2865610 w 5799173"/>
              <a:gd name="connsiteY54874" fmla="*/ 4589616 h 5017219"/>
              <a:gd name="connsiteX54875" fmla="*/ 2864446 w 5799173"/>
              <a:gd name="connsiteY54875" fmla="*/ 4590281 h 5017219"/>
              <a:gd name="connsiteX54876" fmla="*/ 2604188 w 5799173"/>
              <a:gd name="connsiteY54876" fmla="*/ 4525899 h 5017219"/>
              <a:gd name="connsiteX54877" fmla="*/ 2603025 w 5799173"/>
              <a:gd name="connsiteY54877" fmla="*/ 4525234 h 5017219"/>
              <a:gd name="connsiteX54878" fmla="*/ 2593223 w 5799173"/>
              <a:gd name="connsiteY54878" fmla="*/ 4508200 h 5017219"/>
              <a:gd name="connsiteX54879" fmla="*/ 2593223 w 5799173"/>
              <a:gd name="connsiteY54879" fmla="*/ 4506788 h 5017219"/>
              <a:gd name="connsiteX54880" fmla="*/ 2603027 w 5799173"/>
              <a:gd name="connsiteY54880" fmla="*/ 4489754 h 5017219"/>
              <a:gd name="connsiteX54881" fmla="*/ 2604190 w 5799173"/>
              <a:gd name="connsiteY54881" fmla="*/ 4489089 h 5017219"/>
              <a:gd name="connsiteX54882" fmla="*/ 2623797 w 5799173"/>
              <a:gd name="connsiteY54882" fmla="*/ 4489088 h 5017219"/>
              <a:gd name="connsiteX54883" fmla="*/ 2624960 w 5799173"/>
              <a:gd name="connsiteY54883" fmla="*/ 4489753 h 5017219"/>
              <a:gd name="connsiteX54884" fmla="*/ 2634763 w 5799173"/>
              <a:gd name="connsiteY54884" fmla="*/ 4506786 h 5017219"/>
              <a:gd name="connsiteX54885" fmla="*/ 2634763 w 5799173"/>
              <a:gd name="connsiteY54885" fmla="*/ 4508199 h 5017219"/>
              <a:gd name="connsiteX54886" fmla="*/ 2624958 w 5799173"/>
              <a:gd name="connsiteY54886" fmla="*/ 4525233 h 5017219"/>
              <a:gd name="connsiteX54887" fmla="*/ 2623795 w 5799173"/>
              <a:gd name="connsiteY54887" fmla="*/ 4525898 h 5017219"/>
              <a:gd name="connsiteX54888" fmla="*/ 3025485 w 5799173"/>
              <a:gd name="connsiteY54888" fmla="*/ 4638814 h 5017219"/>
              <a:gd name="connsiteX54889" fmla="*/ 3024322 w 5799173"/>
              <a:gd name="connsiteY54889" fmla="*/ 4638149 h 5017219"/>
              <a:gd name="connsiteX54890" fmla="*/ 3014519 w 5799173"/>
              <a:gd name="connsiteY54890" fmla="*/ 4621116 h 5017219"/>
              <a:gd name="connsiteX54891" fmla="*/ 3014520 w 5799173"/>
              <a:gd name="connsiteY54891" fmla="*/ 4619703 h 5017219"/>
              <a:gd name="connsiteX54892" fmla="*/ 3024323 w 5799173"/>
              <a:gd name="connsiteY54892" fmla="*/ 4602669 h 5017219"/>
              <a:gd name="connsiteX54893" fmla="*/ 3025487 w 5799173"/>
              <a:gd name="connsiteY54893" fmla="*/ 4602004 h 5017219"/>
              <a:gd name="connsiteX54894" fmla="*/ 3045093 w 5799173"/>
              <a:gd name="connsiteY54894" fmla="*/ 4602003 h 5017219"/>
              <a:gd name="connsiteX54895" fmla="*/ 3046256 w 5799173"/>
              <a:gd name="connsiteY54895" fmla="*/ 4602668 h 5017219"/>
              <a:gd name="connsiteX54896" fmla="*/ 3056060 w 5799173"/>
              <a:gd name="connsiteY54896" fmla="*/ 4619701 h 5017219"/>
              <a:gd name="connsiteX54897" fmla="*/ 3056060 w 5799173"/>
              <a:gd name="connsiteY54897" fmla="*/ 4621113 h 5017219"/>
              <a:gd name="connsiteX54898" fmla="*/ 3046255 w 5799173"/>
              <a:gd name="connsiteY54898" fmla="*/ 4638147 h 5017219"/>
              <a:gd name="connsiteX54899" fmla="*/ 3045092 w 5799173"/>
              <a:gd name="connsiteY54899" fmla="*/ 4638812 h 5017219"/>
              <a:gd name="connsiteX54900" fmla="*/ 2363377 w 5799173"/>
              <a:gd name="connsiteY54900" fmla="*/ 4461411 h 5017219"/>
              <a:gd name="connsiteX54901" fmla="*/ 2362213 w 5799173"/>
              <a:gd name="connsiteY54901" fmla="*/ 4460747 h 5017219"/>
              <a:gd name="connsiteX54902" fmla="*/ 2352328 w 5799173"/>
              <a:gd name="connsiteY54902" fmla="*/ 4443627 h 5017219"/>
              <a:gd name="connsiteX54903" fmla="*/ 2352328 w 5799173"/>
              <a:gd name="connsiteY54903" fmla="*/ 4442215 h 5017219"/>
              <a:gd name="connsiteX54904" fmla="*/ 2362216 w 5799173"/>
              <a:gd name="connsiteY54904" fmla="*/ 4425095 h 5017219"/>
              <a:gd name="connsiteX54905" fmla="*/ 2363380 w 5799173"/>
              <a:gd name="connsiteY54905" fmla="*/ 4424430 h 5017219"/>
              <a:gd name="connsiteX54906" fmla="*/ 2383069 w 5799173"/>
              <a:gd name="connsiteY54906" fmla="*/ 4424430 h 5017219"/>
              <a:gd name="connsiteX54907" fmla="*/ 2384232 w 5799173"/>
              <a:gd name="connsiteY54907" fmla="*/ 4425095 h 5017219"/>
              <a:gd name="connsiteX54908" fmla="*/ 2394118 w 5799173"/>
              <a:gd name="connsiteY54908" fmla="*/ 4442212 h 5017219"/>
              <a:gd name="connsiteX54909" fmla="*/ 2394118 w 5799173"/>
              <a:gd name="connsiteY54909" fmla="*/ 4443625 h 5017219"/>
              <a:gd name="connsiteX54910" fmla="*/ 2384230 w 5799173"/>
              <a:gd name="connsiteY54910" fmla="*/ 4460744 h 5017219"/>
              <a:gd name="connsiteX54911" fmla="*/ 2383067 w 5799173"/>
              <a:gd name="connsiteY54911" fmla="*/ 4461409 h 5017219"/>
              <a:gd name="connsiteX54912" fmla="*/ 2965293 w 5799173"/>
              <a:gd name="connsiteY54912" fmla="*/ 4622711 h 5017219"/>
              <a:gd name="connsiteX54913" fmla="*/ 2964130 w 5799173"/>
              <a:gd name="connsiteY54913" fmla="*/ 4622046 h 5017219"/>
              <a:gd name="connsiteX54914" fmla="*/ 2954327 w 5799173"/>
              <a:gd name="connsiteY54914" fmla="*/ 4605013 h 5017219"/>
              <a:gd name="connsiteX54915" fmla="*/ 2954327 w 5799173"/>
              <a:gd name="connsiteY54915" fmla="*/ 4603600 h 5017219"/>
              <a:gd name="connsiteX54916" fmla="*/ 2964131 w 5799173"/>
              <a:gd name="connsiteY54916" fmla="*/ 4586566 h 5017219"/>
              <a:gd name="connsiteX54917" fmla="*/ 2965294 w 5799173"/>
              <a:gd name="connsiteY54917" fmla="*/ 4585901 h 5017219"/>
              <a:gd name="connsiteX54918" fmla="*/ 2984901 w 5799173"/>
              <a:gd name="connsiteY54918" fmla="*/ 4585900 h 5017219"/>
              <a:gd name="connsiteX54919" fmla="*/ 2986064 w 5799173"/>
              <a:gd name="connsiteY54919" fmla="*/ 4586565 h 5017219"/>
              <a:gd name="connsiteX54920" fmla="*/ 2995868 w 5799173"/>
              <a:gd name="connsiteY54920" fmla="*/ 4603598 h 5017219"/>
              <a:gd name="connsiteX54921" fmla="*/ 2995868 w 5799173"/>
              <a:gd name="connsiteY54921" fmla="*/ 4605011 h 5017219"/>
              <a:gd name="connsiteX54922" fmla="*/ 2986063 w 5799173"/>
              <a:gd name="connsiteY54922" fmla="*/ 4622044 h 5017219"/>
              <a:gd name="connsiteX54923" fmla="*/ 2984900 w 5799173"/>
              <a:gd name="connsiteY54923" fmla="*/ 4622710 h 5017219"/>
              <a:gd name="connsiteX54924" fmla="*/ 3145824 w 5799173"/>
              <a:gd name="connsiteY54924" fmla="*/ 4671193 h 5017219"/>
              <a:gd name="connsiteX54925" fmla="*/ 3144661 w 5799173"/>
              <a:gd name="connsiteY54925" fmla="*/ 4670528 h 5017219"/>
              <a:gd name="connsiteX54926" fmla="*/ 3134858 w 5799173"/>
              <a:gd name="connsiteY54926" fmla="*/ 4653496 h 5017219"/>
              <a:gd name="connsiteX54927" fmla="*/ 3134858 w 5799173"/>
              <a:gd name="connsiteY54927" fmla="*/ 4652084 h 5017219"/>
              <a:gd name="connsiteX54928" fmla="*/ 3144662 w 5799173"/>
              <a:gd name="connsiteY54928" fmla="*/ 4635052 h 5017219"/>
              <a:gd name="connsiteX54929" fmla="*/ 3145825 w 5799173"/>
              <a:gd name="connsiteY54929" fmla="*/ 4634387 h 5017219"/>
              <a:gd name="connsiteX54930" fmla="*/ 3165431 w 5799173"/>
              <a:gd name="connsiteY54930" fmla="*/ 4634386 h 5017219"/>
              <a:gd name="connsiteX54931" fmla="*/ 3166595 w 5799173"/>
              <a:gd name="connsiteY54931" fmla="*/ 4635051 h 5017219"/>
              <a:gd name="connsiteX54932" fmla="*/ 3176398 w 5799173"/>
              <a:gd name="connsiteY54932" fmla="*/ 4652083 h 5017219"/>
              <a:gd name="connsiteX54933" fmla="*/ 3176398 w 5799173"/>
              <a:gd name="connsiteY54933" fmla="*/ 4653495 h 5017219"/>
              <a:gd name="connsiteX54934" fmla="*/ 3166594 w 5799173"/>
              <a:gd name="connsiteY54934" fmla="*/ 4670527 h 5017219"/>
              <a:gd name="connsiteX54935" fmla="*/ 3165431 w 5799173"/>
              <a:gd name="connsiteY54935" fmla="*/ 4671193 h 5017219"/>
              <a:gd name="connsiteX54936" fmla="*/ 3928206 w 5799173"/>
              <a:gd name="connsiteY54936" fmla="*/ 4880848 h 5017219"/>
              <a:gd name="connsiteX54937" fmla="*/ 3926959 w 5799173"/>
              <a:gd name="connsiteY54937" fmla="*/ 4880184 h 5017219"/>
              <a:gd name="connsiteX54938" fmla="*/ 3917075 w 5799173"/>
              <a:gd name="connsiteY54938" fmla="*/ 4862982 h 5017219"/>
              <a:gd name="connsiteX54939" fmla="*/ 3917075 w 5799173"/>
              <a:gd name="connsiteY54939" fmla="*/ 4861570 h 5017219"/>
              <a:gd name="connsiteX54940" fmla="*/ 3926962 w 5799173"/>
              <a:gd name="connsiteY54940" fmla="*/ 4844368 h 5017219"/>
              <a:gd name="connsiteX54941" fmla="*/ 3928209 w 5799173"/>
              <a:gd name="connsiteY54941" fmla="*/ 4843702 h 5017219"/>
              <a:gd name="connsiteX54942" fmla="*/ 3948065 w 5799173"/>
              <a:gd name="connsiteY54942" fmla="*/ 4843701 h 5017219"/>
              <a:gd name="connsiteX54943" fmla="*/ 3949311 w 5799173"/>
              <a:gd name="connsiteY54943" fmla="*/ 4844366 h 5017219"/>
              <a:gd name="connsiteX54944" fmla="*/ 3959196 w 5799173"/>
              <a:gd name="connsiteY54944" fmla="*/ 4861567 h 5017219"/>
              <a:gd name="connsiteX54945" fmla="*/ 3959196 w 5799173"/>
              <a:gd name="connsiteY54945" fmla="*/ 4862979 h 5017219"/>
              <a:gd name="connsiteX54946" fmla="*/ 3949309 w 5799173"/>
              <a:gd name="connsiteY54946" fmla="*/ 4880182 h 5017219"/>
              <a:gd name="connsiteX54947" fmla="*/ 3948063 w 5799173"/>
              <a:gd name="connsiteY54947" fmla="*/ 4880847 h 5017219"/>
              <a:gd name="connsiteX54948" fmla="*/ 3085551 w 5799173"/>
              <a:gd name="connsiteY54948" fmla="*/ 4655250 h 5017219"/>
              <a:gd name="connsiteX54949" fmla="*/ 3084305 w 5799173"/>
              <a:gd name="connsiteY54949" fmla="*/ 4654586 h 5017219"/>
              <a:gd name="connsiteX54950" fmla="*/ 3074419 w 5799173"/>
              <a:gd name="connsiteY54950" fmla="*/ 4637386 h 5017219"/>
              <a:gd name="connsiteX54951" fmla="*/ 3074419 w 5799173"/>
              <a:gd name="connsiteY54951" fmla="*/ 4635974 h 5017219"/>
              <a:gd name="connsiteX54952" fmla="*/ 3084306 w 5799173"/>
              <a:gd name="connsiteY54952" fmla="*/ 4618774 h 5017219"/>
              <a:gd name="connsiteX54953" fmla="*/ 3085552 w 5799173"/>
              <a:gd name="connsiteY54953" fmla="*/ 4618109 h 5017219"/>
              <a:gd name="connsiteX54954" fmla="*/ 3105409 w 5799173"/>
              <a:gd name="connsiteY54954" fmla="*/ 4618108 h 5017219"/>
              <a:gd name="connsiteX54955" fmla="*/ 3106655 w 5799173"/>
              <a:gd name="connsiteY54955" fmla="*/ 4618774 h 5017219"/>
              <a:gd name="connsiteX54956" fmla="*/ 3116541 w 5799173"/>
              <a:gd name="connsiteY54956" fmla="*/ 4635972 h 5017219"/>
              <a:gd name="connsiteX54957" fmla="*/ 3116541 w 5799173"/>
              <a:gd name="connsiteY54957" fmla="*/ 4637384 h 5017219"/>
              <a:gd name="connsiteX54958" fmla="*/ 3106654 w 5799173"/>
              <a:gd name="connsiteY54958" fmla="*/ 4654584 h 5017219"/>
              <a:gd name="connsiteX54959" fmla="*/ 3105408 w 5799173"/>
              <a:gd name="connsiteY54959" fmla="*/ 4655249 h 5017219"/>
              <a:gd name="connsiteX54960" fmla="*/ 2904979 w 5799173"/>
              <a:gd name="connsiteY54960" fmla="*/ 4606918 h 5017219"/>
              <a:gd name="connsiteX54961" fmla="*/ 2903733 w 5799173"/>
              <a:gd name="connsiteY54961" fmla="*/ 4606254 h 5017219"/>
              <a:gd name="connsiteX54962" fmla="*/ 2893848 w 5799173"/>
              <a:gd name="connsiteY54962" fmla="*/ 4589055 h 5017219"/>
              <a:gd name="connsiteX54963" fmla="*/ 2893848 w 5799173"/>
              <a:gd name="connsiteY54963" fmla="*/ 4587642 h 5017219"/>
              <a:gd name="connsiteX54964" fmla="*/ 2903734 w 5799173"/>
              <a:gd name="connsiteY54964" fmla="*/ 4570444 h 5017219"/>
              <a:gd name="connsiteX54965" fmla="*/ 2904980 w 5799173"/>
              <a:gd name="connsiteY54965" fmla="*/ 4569779 h 5017219"/>
              <a:gd name="connsiteX54966" fmla="*/ 2924837 w 5799173"/>
              <a:gd name="connsiteY54966" fmla="*/ 4569778 h 5017219"/>
              <a:gd name="connsiteX54967" fmla="*/ 2926083 w 5799173"/>
              <a:gd name="connsiteY54967" fmla="*/ 4570443 h 5017219"/>
              <a:gd name="connsiteX54968" fmla="*/ 2935969 w 5799173"/>
              <a:gd name="connsiteY54968" fmla="*/ 4587641 h 5017219"/>
              <a:gd name="connsiteX54969" fmla="*/ 2935969 w 5799173"/>
              <a:gd name="connsiteY54969" fmla="*/ 4589053 h 5017219"/>
              <a:gd name="connsiteX54970" fmla="*/ 2926082 w 5799173"/>
              <a:gd name="connsiteY54970" fmla="*/ 4606253 h 5017219"/>
              <a:gd name="connsiteX54971" fmla="*/ 2924836 w 5799173"/>
              <a:gd name="connsiteY54971" fmla="*/ 4606918 h 5017219"/>
              <a:gd name="connsiteX54972" fmla="*/ 1580609 w 5799173"/>
              <a:gd name="connsiteY54972" fmla="*/ 4252403 h 5017219"/>
              <a:gd name="connsiteX54973" fmla="*/ 1579363 w 5799173"/>
              <a:gd name="connsiteY54973" fmla="*/ 4251656 h 5017219"/>
              <a:gd name="connsiteX54974" fmla="*/ 1569228 w 5799173"/>
              <a:gd name="connsiteY54974" fmla="*/ 4234041 h 5017219"/>
              <a:gd name="connsiteX54975" fmla="*/ 1569228 w 5799173"/>
              <a:gd name="connsiteY54975" fmla="*/ 4232627 h 5017219"/>
              <a:gd name="connsiteX54976" fmla="*/ 1579448 w 5799173"/>
              <a:gd name="connsiteY54976" fmla="*/ 4215012 h 5017219"/>
              <a:gd name="connsiteX54977" fmla="*/ 1580694 w 5799173"/>
              <a:gd name="connsiteY54977" fmla="*/ 4214263 h 5017219"/>
              <a:gd name="connsiteX54978" fmla="*/ 1601048 w 5799173"/>
              <a:gd name="connsiteY54978" fmla="*/ 4214262 h 5017219"/>
              <a:gd name="connsiteX54979" fmla="*/ 1602294 w 5799173"/>
              <a:gd name="connsiteY54979" fmla="*/ 4215011 h 5017219"/>
              <a:gd name="connsiteX54980" fmla="*/ 1612430 w 5799173"/>
              <a:gd name="connsiteY54980" fmla="*/ 4232625 h 5017219"/>
              <a:gd name="connsiteX54981" fmla="*/ 1612430 w 5799173"/>
              <a:gd name="connsiteY54981" fmla="*/ 4234039 h 5017219"/>
              <a:gd name="connsiteX54982" fmla="*/ 1602209 w 5799173"/>
              <a:gd name="connsiteY54982" fmla="*/ 4251656 h 5017219"/>
              <a:gd name="connsiteX54983" fmla="*/ 1600964 w 5799173"/>
              <a:gd name="connsiteY54983" fmla="*/ 4252403 h 5017219"/>
              <a:gd name="connsiteX54984" fmla="*/ 557413 w 5799173"/>
              <a:gd name="connsiteY54984" fmla="*/ 3978440 h 5017219"/>
              <a:gd name="connsiteX54985" fmla="*/ 556167 w 5799173"/>
              <a:gd name="connsiteY54985" fmla="*/ 3977692 h 5017219"/>
              <a:gd name="connsiteX54986" fmla="*/ 545949 w 5799173"/>
              <a:gd name="connsiteY54986" fmla="*/ 3959993 h 5017219"/>
              <a:gd name="connsiteX54987" fmla="*/ 545949 w 5799173"/>
              <a:gd name="connsiteY54987" fmla="*/ 3958582 h 5017219"/>
              <a:gd name="connsiteX54988" fmla="*/ 556169 w 5799173"/>
              <a:gd name="connsiteY54988" fmla="*/ 3940882 h 5017219"/>
              <a:gd name="connsiteX54989" fmla="*/ 557415 w 5799173"/>
              <a:gd name="connsiteY54989" fmla="*/ 3940134 h 5017219"/>
              <a:gd name="connsiteX54990" fmla="*/ 577852 w 5799173"/>
              <a:gd name="connsiteY54990" fmla="*/ 3940133 h 5017219"/>
              <a:gd name="connsiteX54991" fmla="*/ 579099 w 5799173"/>
              <a:gd name="connsiteY54991" fmla="*/ 3940882 h 5017219"/>
              <a:gd name="connsiteX54992" fmla="*/ 589317 w 5799173"/>
              <a:gd name="connsiteY54992" fmla="*/ 3958579 h 5017219"/>
              <a:gd name="connsiteX54993" fmla="*/ 589317 w 5799173"/>
              <a:gd name="connsiteY54993" fmla="*/ 3959992 h 5017219"/>
              <a:gd name="connsiteX54994" fmla="*/ 579097 w 5799173"/>
              <a:gd name="connsiteY54994" fmla="*/ 3977691 h 5017219"/>
              <a:gd name="connsiteX54995" fmla="*/ 577851 w 5799173"/>
              <a:gd name="connsiteY54995" fmla="*/ 3978440 h 5017219"/>
              <a:gd name="connsiteX54996" fmla="*/ 1760931 w 5799173"/>
              <a:gd name="connsiteY54996" fmla="*/ 4301186 h 5017219"/>
              <a:gd name="connsiteX54997" fmla="*/ 1759686 w 5799173"/>
              <a:gd name="connsiteY54997" fmla="*/ 4300440 h 5017219"/>
              <a:gd name="connsiteX54998" fmla="*/ 1749302 w 5799173"/>
              <a:gd name="connsiteY54998" fmla="*/ 4282406 h 5017219"/>
              <a:gd name="connsiteX54999" fmla="*/ 1749302 w 5799173"/>
              <a:gd name="connsiteY54999" fmla="*/ 4280911 h 5017219"/>
              <a:gd name="connsiteX55000" fmla="*/ 1759771 w 5799173"/>
              <a:gd name="connsiteY55000" fmla="*/ 4262878 h 5017219"/>
              <a:gd name="connsiteX55001" fmla="*/ 1761017 w 5799173"/>
              <a:gd name="connsiteY55001" fmla="*/ 4262130 h 5017219"/>
              <a:gd name="connsiteX55002" fmla="*/ 1781871 w 5799173"/>
              <a:gd name="connsiteY55002" fmla="*/ 4262129 h 5017219"/>
              <a:gd name="connsiteX55003" fmla="*/ 1783116 w 5799173"/>
              <a:gd name="connsiteY55003" fmla="*/ 4262877 h 5017219"/>
              <a:gd name="connsiteX55004" fmla="*/ 1793500 w 5799173"/>
              <a:gd name="connsiteY55004" fmla="*/ 4280908 h 5017219"/>
              <a:gd name="connsiteX55005" fmla="*/ 1793500 w 5799173"/>
              <a:gd name="connsiteY55005" fmla="*/ 4282404 h 5017219"/>
              <a:gd name="connsiteX55006" fmla="*/ 1783031 w 5799173"/>
              <a:gd name="connsiteY55006" fmla="*/ 4300438 h 5017219"/>
              <a:gd name="connsiteX55007" fmla="*/ 1781785 w 5799173"/>
              <a:gd name="connsiteY55007" fmla="*/ 4301185 h 5017219"/>
              <a:gd name="connsiteX55008" fmla="*/ 1881319 w 5799173"/>
              <a:gd name="connsiteY55008" fmla="*/ 4333468 h 5017219"/>
              <a:gd name="connsiteX55009" fmla="*/ 1880073 w 5799173"/>
              <a:gd name="connsiteY55009" fmla="*/ 4332722 h 5017219"/>
              <a:gd name="connsiteX55010" fmla="*/ 1869606 w 5799173"/>
              <a:gd name="connsiteY55010" fmla="*/ 4314606 h 5017219"/>
              <a:gd name="connsiteX55011" fmla="*/ 1869606 w 5799173"/>
              <a:gd name="connsiteY55011" fmla="*/ 4313111 h 5017219"/>
              <a:gd name="connsiteX55012" fmla="*/ 1880075 w 5799173"/>
              <a:gd name="connsiteY55012" fmla="*/ 4294994 h 5017219"/>
              <a:gd name="connsiteX55013" fmla="*/ 1881321 w 5799173"/>
              <a:gd name="connsiteY55013" fmla="*/ 4294245 h 5017219"/>
              <a:gd name="connsiteX55014" fmla="*/ 1902258 w 5799173"/>
              <a:gd name="connsiteY55014" fmla="*/ 4294244 h 5017219"/>
              <a:gd name="connsiteX55015" fmla="*/ 1903504 w 5799173"/>
              <a:gd name="connsiteY55015" fmla="*/ 4294992 h 5017219"/>
              <a:gd name="connsiteX55016" fmla="*/ 1913971 w 5799173"/>
              <a:gd name="connsiteY55016" fmla="*/ 4313107 h 5017219"/>
              <a:gd name="connsiteX55017" fmla="*/ 1913970 w 5799173"/>
              <a:gd name="connsiteY55017" fmla="*/ 4314603 h 5017219"/>
              <a:gd name="connsiteX55018" fmla="*/ 1903501 w 5799173"/>
              <a:gd name="connsiteY55018" fmla="*/ 4332720 h 5017219"/>
              <a:gd name="connsiteX55019" fmla="*/ 1902255 w 5799173"/>
              <a:gd name="connsiteY55019" fmla="*/ 4333469 h 5017219"/>
              <a:gd name="connsiteX55020" fmla="*/ 918369 w 5799173"/>
              <a:gd name="connsiteY55020" fmla="*/ 4075474 h 5017219"/>
              <a:gd name="connsiteX55021" fmla="*/ 917123 w 5799173"/>
              <a:gd name="connsiteY55021" fmla="*/ 4074726 h 5017219"/>
              <a:gd name="connsiteX55022" fmla="*/ 906739 w 5799173"/>
              <a:gd name="connsiteY55022" fmla="*/ 4056779 h 5017219"/>
              <a:gd name="connsiteX55023" fmla="*/ 906739 w 5799173"/>
              <a:gd name="connsiteY55023" fmla="*/ 4055283 h 5017219"/>
              <a:gd name="connsiteX55024" fmla="*/ 917125 w 5799173"/>
              <a:gd name="connsiteY55024" fmla="*/ 4037335 h 5017219"/>
              <a:gd name="connsiteX55025" fmla="*/ 918371 w 5799173"/>
              <a:gd name="connsiteY55025" fmla="*/ 4036588 h 5017219"/>
              <a:gd name="connsiteX55026" fmla="*/ 939141 w 5799173"/>
              <a:gd name="connsiteY55026" fmla="*/ 4036587 h 5017219"/>
              <a:gd name="connsiteX55027" fmla="*/ 940387 w 5799173"/>
              <a:gd name="connsiteY55027" fmla="*/ 4037335 h 5017219"/>
              <a:gd name="connsiteX55028" fmla="*/ 950771 w 5799173"/>
              <a:gd name="connsiteY55028" fmla="*/ 4055282 h 5017219"/>
              <a:gd name="connsiteX55029" fmla="*/ 950772 w 5799173"/>
              <a:gd name="connsiteY55029" fmla="*/ 4056777 h 5017219"/>
              <a:gd name="connsiteX55030" fmla="*/ 940386 w 5799173"/>
              <a:gd name="connsiteY55030" fmla="*/ 4074725 h 5017219"/>
              <a:gd name="connsiteX55031" fmla="*/ 939140 w 5799173"/>
              <a:gd name="connsiteY55031" fmla="*/ 4075473 h 5017219"/>
              <a:gd name="connsiteX55032" fmla="*/ 2182211 w 5799173"/>
              <a:gd name="connsiteY55032" fmla="*/ 4414165 h 5017219"/>
              <a:gd name="connsiteX55033" fmla="*/ 2180965 w 5799173"/>
              <a:gd name="connsiteY55033" fmla="*/ 4413418 h 5017219"/>
              <a:gd name="connsiteX55034" fmla="*/ 2170581 w 5799173"/>
              <a:gd name="connsiteY55034" fmla="*/ 4395386 h 5017219"/>
              <a:gd name="connsiteX55035" fmla="*/ 2170581 w 5799173"/>
              <a:gd name="connsiteY55035" fmla="*/ 4393890 h 5017219"/>
              <a:gd name="connsiteX55036" fmla="*/ 2181050 w 5799173"/>
              <a:gd name="connsiteY55036" fmla="*/ 4375858 h 5017219"/>
              <a:gd name="connsiteX55037" fmla="*/ 2182296 w 5799173"/>
              <a:gd name="connsiteY55037" fmla="*/ 4375111 h 5017219"/>
              <a:gd name="connsiteX55038" fmla="*/ 2203150 w 5799173"/>
              <a:gd name="connsiteY55038" fmla="*/ 4375110 h 5017219"/>
              <a:gd name="connsiteX55039" fmla="*/ 2204396 w 5799173"/>
              <a:gd name="connsiteY55039" fmla="*/ 4375858 h 5017219"/>
              <a:gd name="connsiteX55040" fmla="*/ 2214780 w 5799173"/>
              <a:gd name="connsiteY55040" fmla="*/ 4393888 h 5017219"/>
              <a:gd name="connsiteX55041" fmla="*/ 2214780 w 5799173"/>
              <a:gd name="connsiteY55041" fmla="*/ 4395384 h 5017219"/>
              <a:gd name="connsiteX55042" fmla="*/ 2204311 w 5799173"/>
              <a:gd name="connsiteY55042" fmla="*/ 4413416 h 5017219"/>
              <a:gd name="connsiteX55043" fmla="*/ 2203064 w 5799173"/>
              <a:gd name="connsiteY55043" fmla="*/ 4414163 h 5017219"/>
              <a:gd name="connsiteX55044" fmla="*/ 2001709 w 5799173"/>
              <a:gd name="connsiteY55044" fmla="*/ 4365806 h 5017219"/>
              <a:gd name="connsiteX55045" fmla="*/ 2000463 w 5799173"/>
              <a:gd name="connsiteY55045" fmla="*/ 4365058 h 5017219"/>
              <a:gd name="connsiteX55046" fmla="*/ 1990079 w 5799173"/>
              <a:gd name="connsiteY55046" fmla="*/ 4347111 h 5017219"/>
              <a:gd name="connsiteX55047" fmla="*/ 1990078 w 5799173"/>
              <a:gd name="connsiteY55047" fmla="*/ 4345616 h 5017219"/>
              <a:gd name="connsiteX55048" fmla="*/ 2000464 w 5799173"/>
              <a:gd name="connsiteY55048" fmla="*/ 4327669 h 5017219"/>
              <a:gd name="connsiteX55049" fmla="*/ 2001710 w 5799173"/>
              <a:gd name="connsiteY55049" fmla="*/ 4326921 h 5017219"/>
              <a:gd name="connsiteX55050" fmla="*/ 2022480 w 5799173"/>
              <a:gd name="connsiteY55050" fmla="*/ 4326921 h 5017219"/>
              <a:gd name="connsiteX55051" fmla="*/ 2023726 w 5799173"/>
              <a:gd name="connsiteY55051" fmla="*/ 4327668 h 5017219"/>
              <a:gd name="connsiteX55052" fmla="*/ 2034111 w 5799173"/>
              <a:gd name="connsiteY55052" fmla="*/ 4345615 h 5017219"/>
              <a:gd name="connsiteX55053" fmla="*/ 2034110 w 5799173"/>
              <a:gd name="connsiteY55053" fmla="*/ 4347111 h 5017219"/>
              <a:gd name="connsiteX55054" fmla="*/ 2023725 w 5799173"/>
              <a:gd name="connsiteY55054" fmla="*/ 4365058 h 5017219"/>
              <a:gd name="connsiteX55055" fmla="*/ 2022479 w 5799173"/>
              <a:gd name="connsiteY55055" fmla="*/ 4365806 h 5017219"/>
              <a:gd name="connsiteX55056" fmla="*/ 737720 w 5799173"/>
              <a:gd name="connsiteY55056" fmla="*/ 4027137 h 5017219"/>
              <a:gd name="connsiteX55057" fmla="*/ 736474 w 5799173"/>
              <a:gd name="connsiteY55057" fmla="*/ 4026388 h 5017219"/>
              <a:gd name="connsiteX55058" fmla="*/ 725924 w 5799173"/>
              <a:gd name="connsiteY55058" fmla="*/ 4008108 h 5017219"/>
              <a:gd name="connsiteX55059" fmla="*/ 725924 w 5799173"/>
              <a:gd name="connsiteY55059" fmla="*/ 4006612 h 5017219"/>
              <a:gd name="connsiteX55060" fmla="*/ 736476 w 5799173"/>
              <a:gd name="connsiteY55060" fmla="*/ 3988329 h 5017219"/>
              <a:gd name="connsiteX55061" fmla="*/ 737723 w 5799173"/>
              <a:gd name="connsiteY55061" fmla="*/ 3987580 h 5017219"/>
              <a:gd name="connsiteX55062" fmla="*/ 758742 w 5799173"/>
              <a:gd name="connsiteY55062" fmla="*/ 3987578 h 5017219"/>
              <a:gd name="connsiteX55063" fmla="*/ 759988 w 5799173"/>
              <a:gd name="connsiteY55063" fmla="*/ 3988327 h 5017219"/>
              <a:gd name="connsiteX55064" fmla="*/ 770539 w 5799173"/>
              <a:gd name="connsiteY55064" fmla="*/ 4006608 h 5017219"/>
              <a:gd name="connsiteX55065" fmla="*/ 770539 w 5799173"/>
              <a:gd name="connsiteY55065" fmla="*/ 4008105 h 5017219"/>
              <a:gd name="connsiteX55066" fmla="*/ 759985 w 5799173"/>
              <a:gd name="connsiteY55066" fmla="*/ 4026387 h 5017219"/>
              <a:gd name="connsiteX55067" fmla="*/ 758739 w 5799173"/>
              <a:gd name="connsiteY55067" fmla="*/ 4027136 h 5017219"/>
              <a:gd name="connsiteX55068" fmla="*/ 797976 w 5799173"/>
              <a:gd name="connsiteY55068" fmla="*/ 4043298 h 5017219"/>
              <a:gd name="connsiteX55069" fmla="*/ 796730 w 5799173"/>
              <a:gd name="connsiteY55069" fmla="*/ 4042550 h 5017219"/>
              <a:gd name="connsiteX55070" fmla="*/ 786346 w 5799173"/>
              <a:gd name="connsiteY55070" fmla="*/ 4024603 h 5017219"/>
              <a:gd name="connsiteX55071" fmla="*/ 786345 w 5799173"/>
              <a:gd name="connsiteY55071" fmla="*/ 4023108 h 5017219"/>
              <a:gd name="connsiteX55072" fmla="*/ 796731 w 5799173"/>
              <a:gd name="connsiteY55072" fmla="*/ 4005161 h 5017219"/>
              <a:gd name="connsiteX55073" fmla="*/ 797977 w 5799173"/>
              <a:gd name="connsiteY55073" fmla="*/ 4004413 h 5017219"/>
              <a:gd name="connsiteX55074" fmla="*/ 818747 w 5799173"/>
              <a:gd name="connsiteY55074" fmla="*/ 4004413 h 5017219"/>
              <a:gd name="connsiteX55075" fmla="*/ 819993 w 5799173"/>
              <a:gd name="connsiteY55075" fmla="*/ 4005161 h 5017219"/>
              <a:gd name="connsiteX55076" fmla="*/ 830378 w 5799173"/>
              <a:gd name="connsiteY55076" fmla="*/ 4023107 h 5017219"/>
              <a:gd name="connsiteX55077" fmla="*/ 830378 w 5799173"/>
              <a:gd name="connsiteY55077" fmla="*/ 4024602 h 5017219"/>
              <a:gd name="connsiteX55078" fmla="*/ 819992 w 5799173"/>
              <a:gd name="connsiteY55078" fmla="*/ 4042549 h 5017219"/>
              <a:gd name="connsiteX55079" fmla="*/ 818746 w 5799173"/>
              <a:gd name="connsiteY55079" fmla="*/ 4043297 h 5017219"/>
              <a:gd name="connsiteX55080" fmla="*/ 677528 w 5799173"/>
              <a:gd name="connsiteY55080" fmla="*/ 4011099 h 5017219"/>
              <a:gd name="connsiteX55081" fmla="*/ 676283 w 5799173"/>
              <a:gd name="connsiteY55081" fmla="*/ 4010353 h 5017219"/>
              <a:gd name="connsiteX55082" fmla="*/ 665898 w 5799173"/>
              <a:gd name="connsiteY55082" fmla="*/ 3992322 h 5017219"/>
              <a:gd name="connsiteX55083" fmla="*/ 665898 w 5799173"/>
              <a:gd name="connsiteY55083" fmla="*/ 3990827 h 5017219"/>
              <a:gd name="connsiteX55084" fmla="*/ 676367 w 5799173"/>
              <a:gd name="connsiteY55084" fmla="*/ 3972797 h 5017219"/>
              <a:gd name="connsiteX55085" fmla="*/ 677613 w 5799173"/>
              <a:gd name="connsiteY55085" fmla="*/ 3972049 h 5017219"/>
              <a:gd name="connsiteX55086" fmla="*/ 698465 w 5799173"/>
              <a:gd name="connsiteY55086" fmla="*/ 3972048 h 5017219"/>
              <a:gd name="connsiteX55087" fmla="*/ 699712 w 5799173"/>
              <a:gd name="connsiteY55087" fmla="*/ 3972796 h 5017219"/>
              <a:gd name="connsiteX55088" fmla="*/ 710096 w 5799173"/>
              <a:gd name="connsiteY55088" fmla="*/ 3990825 h 5017219"/>
              <a:gd name="connsiteX55089" fmla="*/ 710096 w 5799173"/>
              <a:gd name="connsiteY55089" fmla="*/ 3992320 h 5017219"/>
              <a:gd name="connsiteX55090" fmla="*/ 699628 w 5799173"/>
              <a:gd name="connsiteY55090" fmla="*/ 4010352 h 5017219"/>
              <a:gd name="connsiteX55091" fmla="*/ 698381 w 5799173"/>
              <a:gd name="connsiteY55091" fmla="*/ 4011099 h 5017219"/>
              <a:gd name="connsiteX55092" fmla="*/ 858054 w 5799173"/>
              <a:gd name="connsiteY55092" fmla="*/ 4059533 h 5017219"/>
              <a:gd name="connsiteX55093" fmla="*/ 856808 w 5799173"/>
              <a:gd name="connsiteY55093" fmla="*/ 4058785 h 5017219"/>
              <a:gd name="connsiteX55094" fmla="*/ 846258 w 5799173"/>
              <a:gd name="connsiteY55094" fmla="*/ 4040506 h 5017219"/>
              <a:gd name="connsiteX55095" fmla="*/ 846258 w 5799173"/>
              <a:gd name="connsiteY55095" fmla="*/ 4039009 h 5017219"/>
              <a:gd name="connsiteX55096" fmla="*/ 856810 w 5799173"/>
              <a:gd name="connsiteY55096" fmla="*/ 4020728 h 5017219"/>
              <a:gd name="connsiteX55097" fmla="*/ 858056 w 5799173"/>
              <a:gd name="connsiteY55097" fmla="*/ 4019980 h 5017219"/>
              <a:gd name="connsiteX55098" fmla="*/ 879076 w 5799173"/>
              <a:gd name="connsiteY55098" fmla="*/ 4019979 h 5017219"/>
              <a:gd name="connsiteX55099" fmla="*/ 880321 w 5799173"/>
              <a:gd name="connsiteY55099" fmla="*/ 4020727 h 5017219"/>
              <a:gd name="connsiteX55100" fmla="*/ 890873 w 5799173"/>
              <a:gd name="connsiteY55100" fmla="*/ 4039007 h 5017219"/>
              <a:gd name="connsiteX55101" fmla="*/ 890872 w 5799173"/>
              <a:gd name="connsiteY55101" fmla="*/ 4040503 h 5017219"/>
              <a:gd name="connsiteX55102" fmla="*/ 880320 w 5799173"/>
              <a:gd name="connsiteY55102" fmla="*/ 4058784 h 5017219"/>
              <a:gd name="connsiteX55103" fmla="*/ 879073 w 5799173"/>
              <a:gd name="connsiteY55103" fmla="*/ 4059533 h 5017219"/>
              <a:gd name="connsiteX55104" fmla="*/ 2242375 w 5799173"/>
              <a:gd name="connsiteY55104" fmla="*/ 4430462 h 5017219"/>
              <a:gd name="connsiteX55105" fmla="*/ 2241129 w 5799173"/>
              <a:gd name="connsiteY55105" fmla="*/ 4429715 h 5017219"/>
              <a:gd name="connsiteX55106" fmla="*/ 2230662 w 5799173"/>
              <a:gd name="connsiteY55106" fmla="*/ 4411601 h 5017219"/>
              <a:gd name="connsiteX55107" fmla="*/ 2230661 w 5799173"/>
              <a:gd name="connsiteY55107" fmla="*/ 4410106 h 5017219"/>
              <a:gd name="connsiteX55108" fmla="*/ 2241130 w 5799173"/>
              <a:gd name="connsiteY55108" fmla="*/ 4391992 h 5017219"/>
              <a:gd name="connsiteX55109" fmla="*/ 2242376 w 5799173"/>
              <a:gd name="connsiteY55109" fmla="*/ 4391244 h 5017219"/>
              <a:gd name="connsiteX55110" fmla="*/ 2263313 w 5799173"/>
              <a:gd name="connsiteY55110" fmla="*/ 4391243 h 5017219"/>
              <a:gd name="connsiteX55111" fmla="*/ 2264558 w 5799173"/>
              <a:gd name="connsiteY55111" fmla="*/ 4391991 h 5017219"/>
              <a:gd name="connsiteX55112" fmla="*/ 2275026 w 5799173"/>
              <a:gd name="connsiteY55112" fmla="*/ 4410104 h 5017219"/>
              <a:gd name="connsiteX55113" fmla="*/ 2275026 w 5799173"/>
              <a:gd name="connsiteY55113" fmla="*/ 4411599 h 5017219"/>
              <a:gd name="connsiteX55114" fmla="*/ 2264557 w 5799173"/>
              <a:gd name="connsiteY55114" fmla="*/ 4429714 h 5017219"/>
              <a:gd name="connsiteX55115" fmla="*/ 2263311 w 5799173"/>
              <a:gd name="connsiteY55115" fmla="*/ 4430461 h 5017219"/>
              <a:gd name="connsiteX55116" fmla="*/ 1640470 w 5799173"/>
              <a:gd name="connsiteY55116" fmla="*/ 4269204 h 5017219"/>
              <a:gd name="connsiteX55117" fmla="*/ 1639223 w 5799173"/>
              <a:gd name="connsiteY55117" fmla="*/ 4268456 h 5017219"/>
              <a:gd name="connsiteX55118" fmla="*/ 1628673 w 5799173"/>
              <a:gd name="connsiteY55118" fmla="*/ 4250176 h 5017219"/>
              <a:gd name="connsiteX55119" fmla="*/ 1628673 w 5799173"/>
              <a:gd name="connsiteY55119" fmla="*/ 4248680 h 5017219"/>
              <a:gd name="connsiteX55120" fmla="*/ 1639225 w 5799173"/>
              <a:gd name="connsiteY55120" fmla="*/ 4230400 h 5017219"/>
              <a:gd name="connsiteX55121" fmla="*/ 1640471 w 5799173"/>
              <a:gd name="connsiteY55121" fmla="*/ 4229652 h 5017219"/>
              <a:gd name="connsiteX55122" fmla="*/ 1661491 w 5799173"/>
              <a:gd name="connsiteY55122" fmla="*/ 4229651 h 5017219"/>
              <a:gd name="connsiteX55123" fmla="*/ 1662737 w 5799173"/>
              <a:gd name="connsiteY55123" fmla="*/ 4230399 h 5017219"/>
              <a:gd name="connsiteX55124" fmla="*/ 1673288 w 5799173"/>
              <a:gd name="connsiteY55124" fmla="*/ 4248678 h 5017219"/>
              <a:gd name="connsiteX55125" fmla="*/ 1673288 w 5799173"/>
              <a:gd name="connsiteY55125" fmla="*/ 4250175 h 5017219"/>
              <a:gd name="connsiteX55126" fmla="*/ 1662735 w 5799173"/>
              <a:gd name="connsiteY55126" fmla="*/ 4268455 h 5017219"/>
              <a:gd name="connsiteX55127" fmla="*/ 1661489 w 5799173"/>
              <a:gd name="connsiteY55127" fmla="*/ 4269203 h 5017219"/>
              <a:gd name="connsiteX55128" fmla="*/ 2121990 w 5799173"/>
              <a:gd name="connsiteY55128" fmla="*/ 4398252 h 5017219"/>
              <a:gd name="connsiteX55129" fmla="*/ 2120744 w 5799173"/>
              <a:gd name="connsiteY55129" fmla="*/ 4397505 h 5017219"/>
              <a:gd name="connsiteX55130" fmla="*/ 2110277 w 5799173"/>
              <a:gd name="connsiteY55130" fmla="*/ 4379392 h 5017219"/>
              <a:gd name="connsiteX55131" fmla="*/ 2110277 w 5799173"/>
              <a:gd name="connsiteY55131" fmla="*/ 4377897 h 5017219"/>
              <a:gd name="connsiteX55132" fmla="*/ 2120745 w 5799173"/>
              <a:gd name="connsiteY55132" fmla="*/ 4359784 h 5017219"/>
              <a:gd name="connsiteX55133" fmla="*/ 2121991 w 5799173"/>
              <a:gd name="connsiteY55133" fmla="*/ 4359036 h 5017219"/>
              <a:gd name="connsiteX55134" fmla="*/ 2142928 w 5799173"/>
              <a:gd name="connsiteY55134" fmla="*/ 4359035 h 5017219"/>
              <a:gd name="connsiteX55135" fmla="*/ 2144173 w 5799173"/>
              <a:gd name="connsiteY55135" fmla="*/ 4359783 h 5017219"/>
              <a:gd name="connsiteX55136" fmla="*/ 2154641 w 5799173"/>
              <a:gd name="connsiteY55136" fmla="*/ 4377896 h 5017219"/>
              <a:gd name="connsiteX55137" fmla="*/ 2154641 w 5799173"/>
              <a:gd name="connsiteY55137" fmla="*/ 4379391 h 5017219"/>
              <a:gd name="connsiteX55138" fmla="*/ 2144172 w 5799173"/>
              <a:gd name="connsiteY55138" fmla="*/ 4397505 h 5017219"/>
              <a:gd name="connsiteX55139" fmla="*/ 2142926 w 5799173"/>
              <a:gd name="connsiteY55139" fmla="*/ 4398252 h 5017219"/>
              <a:gd name="connsiteX55140" fmla="*/ 2061764 w 5799173"/>
              <a:gd name="connsiteY55140" fmla="*/ 4382123 h 5017219"/>
              <a:gd name="connsiteX55141" fmla="*/ 2060518 w 5799173"/>
              <a:gd name="connsiteY55141" fmla="*/ 4381374 h 5017219"/>
              <a:gd name="connsiteX55142" fmla="*/ 2049968 w 5799173"/>
              <a:gd name="connsiteY55142" fmla="*/ 4363096 h 5017219"/>
              <a:gd name="connsiteX55143" fmla="*/ 2049968 w 5799173"/>
              <a:gd name="connsiteY55143" fmla="*/ 4361599 h 5017219"/>
              <a:gd name="connsiteX55144" fmla="*/ 2060520 w 5799173"/>
              <a:gd name="connsiteY55144" fmla="*/ 4343319 h 5017219"/>
              <a:gd name="connsiteX55145" fmla="*/ 2061766 w 5799173"/>
              <a:gd name="connsiteY55145" fmla="*/ 4342571 h 5017219"/>
              <a:gd name="connsiteX55146" fmla="*/ 2082785 w 5799173"/>
              <a:gd name="connsiteY55146" fmla="*/ 4342570 h 5017219"/>
              <a:gd name="connsiteX55147" fmla="*/ 2084031 w 5799173"/>
              <a:gd name="connsiteY55147" fmla="*/ 4343318 h 5017219"/>
              <a:gd name="connsiteX55148" fmla="*/ 2094581 w 5799173"/>
              <a:gd name="connsiteY55148" fmla="*/ 4361598 h 5017219"/>
              <a:gd name="connsiteX55149" fmla="*/ 2094581 w 5799173"/>
              <a:gd name="connsiteY55149" fmla="*/ 4363094 h 5017219"/>
              <a:gd name="connsiteX55150" fmla="*/ 2084029 w 5799173"/>
              <a:gd name="connsiteY55150" fmla="*/ 4381374 h 5017219"/>
              <a:gd name="connsiteX55151" fmla="*/ 2082783 w 5799173"/>
              <a:gd name="connsiteY55151" fmla="*/ 4382122 h 5017219"/>
              <a:gd name="connsiteX55152" fmla="*/ 2302498 w 5799173"/>
              <a:gd name="connsiteY55152" fmla="*/ 4446676 h 5017219"/>
              <a:gd name="connsiteX55153" fmla="*/ 2301251 w 5799173"/>
              <a:gd name="connsiteY55153" fmla="*/ 4445927 h 5017219"/>
              <a:gd name="connsiteX55154" fmla="*/ 2290701 w 5799173"/>
              <a:gd name="connsiteY55154" fmla="*/ 4427649 h 5017219"/>
              <a:gd name="connsiteX55155" fmla="*/ 2290701 w 5799173"/>
              <a:gd name="connsiteY55155" fmla="*/ 4426153 h 5017219"/>
              <a:gd name="connsiteX55156" fmla="*/ 2301253 w 5799173"/>
              <a:gd name="connsiteY55156" fmla="*/ 4407873 h 5017219"/>
              <a:gd name="connsiteX55157" fmla="*/ 2302499 w 5799173"/>
              <a:gd name="connsiteY55157" fmla="*/ 4407125 h 5017219"/>
              <a:gd name="connsiteX55158" fmla="*/ 2323518 w 5799173"/>
              <a:gd name="connsiteY55158" fmla="*/ 4407125 h 5017219"/>
              <a:gd name="connsiteX55159" fmla="*/ 2324764 w 5799173"/>
              <a:gd name="connsiteY55159" fmla="*/ 4407873 h 5017219"/>
              <a:gd name="connsiteX55160" fmla="*/ 2335315 w 5799173"/>
              <a:gd name="connsiteY55160" fmla="*/ 4426151 h 5017219"/>
              <a:gd name="connsiteX55161" fmla="*/ 2335314 w 5799173"/>
              <a:gd name="connsiteY55161" fmla="*/ 4427647 h 5017219"/>
              <a:gd name="connsiteX55162" fmla="*/ 2324763 w 5799173"/>
              <a:gd name="connsiteY55162" fmla="*/ 4445927 h 5017219"/>
              <a:gd name="connsiteX55163" fmla="*/ 2323517 w 5799173"/>
              <a:gd name="connsiteY55163" fmla="*/ 4446675 h 5017219"/>
              <a:gd name="connsiteX55164" fmla="*/ 1038575 w 5799173"/>
              <a:gd name="connsiteY55164" fmla="*/ 4108055 h 5017219"/>
              <a:gd name="connsiteX55165" fmla="*/ 1037329 w 5799173"/>
              <a:gd name="connsiteY55165" fmla="*/ 4107306 h 5017219"/>
              <a:gd name="connsiteX55166" fmla="*/ 1026779 w 5799173"/>
              <a:gd name="connsiteY55166" fmla="*/ 4089028 h 5017219"/>
              <a:gd name="connsiteX55167" fmla="*/ 1026778 w 5799173"/>
              <a:gd name="connsiteY55167" fmla="*/ 4087532 h 5017219"/>
              <a:gd name="connsiteX55168" fmla="*/ 1037330 w 5799173"/>
              <a:gd name="connsiteY55168" fmla="*/ 4069253 h 5017219"/>
              <a:gd name="connsiteX55169" fmla="*/ 1038576 w 5799173"/>
              <a:gd name="connsiteY55169" fmla="*/ 4068505 h 5017219"/>
              <a:gd name="connsiteX55170" fmla="*/ 1059595 w 5799173"/>
              <a:gd name="connsiteY55170" fmla="*/ 4068505 h 5017219"/>
              <a:gd name="connsiteX55171" fmla="*/ 1060841 w 5799173"/>
              <a:gd name="connsiteY55171" fmla="*/ 4069253 h 5017219"/>
              <a:gd name="connsiteX55172" fmla="*/ 1071393 w 5799173"/>
              <a:gd name="connsiteY55172" fmla="*/ 4087531 h 5017219"/>
              <a:gd name="connsiteX55173" fmla="*/ 1071393 w 5799173"/>
              <a:gd name="connsiteY55173" fmla="*/ 4089027 h 5017219"/>
              <a:gd name="connsiteX55174" fmla="*/ 1060840 w 5799173"/>
              <a:gd name="connsiteY55174" fmla="*/ 4107306 h 5017219"/>
              <a:gd name="connsiteX55175" fmla="*/ 1059594 w 5799173"/>
              <a:gd name="connsiteY55175" fmla="*/ 4108054 h 5017219"/>
              <a:gd name="connsiteX55176" fmla="*/ 1158934 w 5799173"/>
              <a:gd name="connsiteY55176" fmla="*/ 4140359 h 5017219"/>
              <a:gd name="connsiteX55177" fmla="*/ 1157688 w 5799173"/>
              <a:gd name="connsiteY55177" fmla="*/ 4139611 h 5017219"/>
              <a:gd name="connsiteX55178" fmla="*/ 1147138 w 5799173"/>
              <a:gd name="connsiteY55178" fmla="*/ 4121334 h 5017219"/>
              <a:gd name="connsiteX55179" fmla="*/ 1147137 w 5799173"/>
              <a:gd name="connsiteY55179" fmla="*/ 4119837 h 5017219"/>
              <a:gd name="connsiteX55180" fmla="*/ 1157689 w 5799173"/>
              <a:gd name="connsiteY55180" fmla="*/ 4101559 h 5017219"/>
              <a:gd name="connsiteX55181" fmla="*/ 1158935 w 5799173"/>
              <a:gd name="connsiteY55181" fmla="*/ 4100811 h 5017219"/>
              <a:gd name="connsiteX55182" fmla="*/ 1179954 w 5799173"/>
              <a:gd name="connsiteY55182" fmla="*/ 4100811 h 5017219"/>
              <a:gd name="connsiteX55183" fmla="*/ 1181200 w 5799173"/>
              <a:gd name="connsiteY55183" fmla="*/ 4101559 h 5017219"/>
              <a:gd name="connsiteX55184" fmla="*/ 1191752 w 5799173"/>
              <a:gd name="connsiteY55184" fmla="*/ 4119837 h 5017219"/>
              <a:gd name="connsiteX55185" fmla="*/ 1191751 w 5799173"/>
              <a:gd name="connsiteY55185" fmla="*/ 4121333 h 5017219"/>
              <a:gd name="connsiteX55186" fmla="*/ 1181199 w 5799173"/>
              <a:gd name="connsiteY55186" fmla="*/ 4139611 h 5017219"/>
              <a:gd name="connsiteX55187" fmla="*/ 1179953 w 5799173"/>
              <a:gd name="connsiteY55187" fmla="*/ 4140359 h 5017219"/>
              <a:gd name="connsiteX55188" fmla="*/ 978336 w 5799173"/>
              <a:gd name="connsiteY55188" fmla="*/ 4091988 h 5017219"/>
              <a:gd name="connsiteX55189" fmla="*/ 977007 w 5799173"/>
              <a:gd name="connsiteY55189" fmla="*/ 4091239 h 5017219"/>
              <a:gd name="connsiteX55190" fmla="*/ 966374 w 5799173"/>
              <a:gd name="connsiteY55190" fmla="*/ 4072793 h 5017219"/>
              <a:gd name="connsiteX55191" fmla="*/ 966374 w 5799173"/>
              <a:gd name="connsiteY55191" fmla="*/ 4071297 h 5017219"/>
              <a:gd name="connsiteX55192" fmla="*/ 977010 w 5799173"/>
              <a:gd name="connsiteY55192" fmla="*/ 4052849 h 5017219"/>
              <a:gd name="connsiteX55193" fmla="*/ 978339 w 5799173"/>
              <a:gd name="connsiteY55193" fmla="*/ 4052101 h 5017219"/>
              <a:gd name="connsiteX55194" fmla="*/ 999608 w 5799173"/>
              <a:gd name="connsiteY55194" fmla="*/ 4052099 h 5017219"/>
              <a:gd name="connsiteX55195" fmla="*/ 1000937 w 5799173"/>
              <a:gd name="connsiteY55195" fmla="*/ 4052847 h 5017219"/>
              <a:gd name="connsiteX55196" fmla="*/ 1011570 w 5799173"/>
              <a:gd name="connsiteY55196" fmla="*/ 4071293 h 5017219"/>
              <a:gd name="connsiteX55197" fmla="*/ 1011570 w 5799173"/>
              <a:gd name="connsiteY55197" fmla="*/ 4072790 h 5017219"/>
              <a:gd name="connsiteX55198" fmla="*/ 1000935 w 5799173"/>
              <a:gd name="connsiteY55198" fmla="*/ 4091238 h 5017219"/>
              <a:gd name="connsiteX55199" fmla="*/ 999606 w 5799173"/>
              <a:gd name="connsiteY55199" fmla="*/ 4091986 h 5017219"/>
              <a:gd name="connsiteX55200" fmla="*/ 1700628 w 5799173"/>
              <a:gd name="connsiteY55200" fmla="*/ 4285525 h 5017219"/>
              <a:gd name="connsiteX55201" fmla="*/ 1699300 w 5799173"/>
              <a:gd name="connsiteY55201" fmla="*/ 4284777 h 5017219"/>
              <a:gd name="connsiteX55202" fmla="*/ 1688749 w 5799173"/>
              <a:gd name="connsiteY55202" fmla="*/ 4266414 h 5017219"/>
              <a:gd name="connsiteX55203" fmla="*/ 1688750 w 5799173"/>
              <a:gd name="connsiteY55203" fmla="*/ 4264918 h 5017219"/>
              <a:gd name="connsiteX55204" fmla="*/ 1699301 w 5799173"/>
              <a:gd name="connsiteY55204" fmla="*/ 4246555 h 5017219"/>
              <a:gd name="connsiteX55205" fmla="*/ 1700630 w 5799173"/>
              <a:gd name="connsiteY55205" fmla="*/ 4245807 h 5017219"/>
              <a:gd name="connsiteX55206" fmla="*/ 1721815 w 5799173"/>
              <a:gd name="connsiteY55206" fmla="*/ 4245806 h 5017219"/>
              <a:gd name="connsiteX55207" fmla="*/ 1723146 w 5799173"/>
              <a:gd name="connsiteY55207" fmla="*/ 4246554 h 5017219"/>
              <a:gd name="connsiteX55208" fmla="*/ 1733696 w 5799173"/>
              <a:gd name="connsiteY55208" fmla="*/ 4264916 h 5017219"/>
              <a:gd name="connsiteX55209" fmla="*/ 1733696 w 5799173"/>
              <a:gd name="connsiteY55209" fmla="*/ 4266413 h 5017219"/>
              <a:gd name="connsiteX55210" fmla="*/ 1723144 w 5799173"/>
              <a:gd name="connsiteY55210" fmla="*/ 4284776 h 5017219"/>
              <a:gd name="connsiteX55211" fmla="*/ 1721814 w 5799173"/>
              <a:gd name="connsiteY55211" fmla="*/ 4285524 h 5017219"/>
              <a:gd name="connsiteX55212" fmla="*/ 1820996 w 5799173"/>
              <a:gd name="connsiteY55212" fmla="*/ 4317798 h 5017219"/>
              <a:gd name="connsiteX55213" fmla="*/ 1819667 w 5799173"/>
              <a:gd name="connsiteY55213" fmla="*/ 4317051 h 5017219"/>
              <a:gd name="connsiteX55214" fmla="*/ 1809117 w 5799173"/>
              <a:gd name="connsiteY55214" fmla="*/ 4298688 h 5017219"/>
              <a:gd name="connsiteX55215" fmla="*/ 1809117 w 5799173"/>
              <a:gd name="connsiteY55215" fmla="*/ 4297192 h 5017219"/>
              <a:gd name="connsiteX55216" fmla="*/ 1819669 w 5799173"/>
              <a:gd name="connsiteY55216" fmla="*/ 4278828 h 5017219"/>
              <a:gd name="connsiteX55217" fmla="*/ 1820998 w 5799173"/>
              <a:gd name="connsiteY55217" fmla="*/ 4278080 h 5017219"/>
              <a:gd name="connsiteX55218" fmla="*/ 1842183 w 5799173"/>
              <a:gd name="connsiteY55218" fmla="*/ 4278080 h 5017219"/>
              <a:gd name="connsiteX55219" fmla="*/ 1843513 w 5799173"/>
              <a:gd name="connsiteY55219" fmla="*/ 4278827 h 5017219"/>
              <a:gd name="connsiteX55220" fmla="*/ 1854063 w 5799173"/>
              <a:gd name="connsiteY55220" fmla="*/ 4297190 h 5017219"/>
              <a:gd name="connsiteX55221" fmla="*/ 1854063 w 5799173"/>
              <a:gd name="connsiteY55221" fmla="*/ 4298686 h 5017219"/>
              <a:gd name="connsiteX55222" fmla="*/ 1843511 w 5799173"/>
              <a:gd name="connsiteY55222" fmla="*/ 4317049 h 5017219"/>
              <a:gd name="connsiteX55223" fmla="*/ 1842182 w 5799173"/>
              <a:gd name="connsiteY55223" fmla="*/ 4317797 h 5017219"/>
              <a:gd name="connsiteX55224" fmla="*/ 617242 w 5799173"/>
              <a:gd name="connsiteY55224" fmla="*/ 3995278 h 5017219"/>
              <a:gd name="connsiteX55225" fmla="*/ 615996 w 5799173"/>
              <a:gd name="connsiteY55225" fmla="*/ 3994530 h 5017219"/>
              <a:gd name="connsiteX55226" fmla="*/ 605445 w 5799173"/>
              <a:gd name="connsiteY55226" fmla="*/ 3976253 h 5017219"/>
              <a:gd name="connsiteX55227" fmla="*/ 605445 w 5799173"/>
              <a:gd name="connsiteY55227" fmla="*/ 3974757 h 5017219"/>
              <a:gd name="connsiteX55228" fmla="*/ 615996 w 5799173"/>
              <a:gd name="connsiteY55228" fmla="*/ 3956480 h 5017219"/>
              <a:gd name="connsiteX55229" fmla="*/ 617242 w 5799173"/>
              <a:gd name="connsiteY55229" fmla="*/ 3955732 h 5017219"/>
              <a:gd name="connsiteX55230" fmla="*/ 638261 w 5799173"/>
              <a:gd name="connsiteY55230" fmla="*/ 3955732 h 5017219"/>
              <a:gd name="connsiteX55231" fmla="*/ 639507 w 5799173"/>
              <a:gd name="connsiteY55231" fmla="*/ 3956480 h 5017219"/>
              <a:gd name="connsiteX55232" fmla="*/ 650059 w 5799173"/>
              <a:gd name="connsiteY55232" fmla="*/ 3974757 h 5017219"/>
              <a:gd name="connsiteX55233" fmla="*/ 650059 w 5799173"/>
              <a:gd name="connsiteY55233" fmla="*/ 3976253 h 5017219"/>
              <a:gd name="connsiteX55234" fmla="*/ 639507 w 5799173"/>
              <a:gd name="connsiteY55234" fmla="*/ 3994530 h 5017219"/>
              <a:gd name="connsiteX55235" fmla="*/ 638261 w 5799173"/>
              <a:gd name="connsiteY55235" fmla="*/ 3995278 h 5017219"/>
              <a:gd name="connsiteX55236" fmla="*/ 1098723 w 5799173"/>
              <a:gd name="connsiteY55236" fmla="*/ 4124418 h 5017219"/>
              <a:gd name="connsiteX55237" fmla="*/ 1097395 w 5799173"/>
              <a:gd name="connsiteY55237" fmla="*/ 4123671 h 5017219"/>
              <a:gd name="connsiteX55238" fmla="*/ 1086844 w 5799173"/>
              <a:gd name="connsiteY55238" fmla="*/ 4105310 h 5017219"/>
              <a:gd name="connsiteX55239" fmla="*/ 1086844 w 5799173"/>
              <a:gd name="connsiteY55239" fmla="*/ 4103814 h 5017219"/>
              <a:gd name="connsiteX55240" fmla="*/ 1097395 w 5799173"/>
              <a:gd name="connsiteY55240" fmla="*/ 4085453 h 5017219"/>
              <a:gd name="connsiteX55241" fmla="*/ 1098724 w 5799173"/>
              <a:gd name="connsiteY55241" fmla="*/ 4084705 h 5017219"/>
              <a:gd name="connsiteX55242" fmla="*/ 1119910 w 5799173"/>
              <a:gd name="connsiteY55242" fmla="*/ 4084705 h 5017219"/>
              <a:gd name="connsiteX55243" fmla="*/ 1121239 w 5799173"/>
              <a:gd name="connsiteY55243" fmla="*/ 4085453 h 5017219"/>
              <a:gd name="connsiteX55244" fmla="*/ 1131790 w 5799173"/>
              <a:gd name="connsiteY55244" fmla="*/ 4103813 h 5017219"/>
              <a:gd name="connsiteX55245" fmla="*/ 1131790 w 5799173"/>
              <a:gd name="connsiteY55245" fmla="*/ 4105309 h 5017219"/>
              <a:gd name="connsiteX55246" fmla="*/ 1121239 w 5799173"/>
              <a:gd name="connsiteY55246" fmla="*/ 4123671 h 5017219"/>
              <a:gd name="connsiteX55247" fmla="*/ 1119910 w 5799173"/>
              <a:gd name="connsiteY55247" fmla="*/ 4124419 h 5017219"/>
              <a:gd name="connsiteX55248" fmla="*/ 1219037 w 5799173"/>
              <a:gd name="connsiteY55248" fmla="*/ 4156658 h 5017219"/>
              <a:gd name="connsiteX55249" fmla="*/ 1217708 w 5799173"/>
              <a:gd name="connsiteY55249" fmla="*/ 4155910 h 5017219"/>
              <a:gd name="connsiteX55250" fmla="*/ 1207074 w 5799173"/>
              <a:gd name="connsiteY55250" fmla="*/ 4137465 h 5017219"/>
              <a:gd name="connsiteX55251" fmla="*/ 1207074 w 5799173"/>
              <a:gd name="connsiteY55251" fmla="*/ 4135969 h 5017219"/>
              <a:gd name="connsiteX55252" fmla="*/ 1217709 w 5799173"/>
              <a:gd name="connsiteY55252" fmla="*/ 4117524 h 5017219"/>
              <a:gd name="connsiteX55253" fmla="*/ 1219038 w 5799173"/>
              <a:gd name="connsiteY55253" fmla="*/ 4116775 h 5017219"/>
              <a:gd name="connsiteX55254" fmla="*/ 1240307 w 5799173"/>
              <a:gd name="connsiteY55254" fmla="*/ 4116775 h 5017219"/>
              <a:gd name="connsiteX55255" fmla="*/ 1241636 w 5799173"/>
              <a:gd name="connsiteY55255" fmla="*/ 4117523 h 5017219"/>
              <a:gd name="connsiteX55256" fmla="*/ 1252270 w 5799173"/>
              <a:gd name="connsiteY55256" fmla="*/ 4135968 h 5017219"/>
              <a:gd name="connsiteX55257" fmla="*/ 1252270 w 5799173"/>
              <a:gd name="connsiteY55257" fmla="*/ 4137464 h 5017219"/>
              <a:gd name="connsiteX55258" fmla="*/ 1241635 w 5799173"/>
              <a:gd name="connsiteY55258" fmla="*/ 4155909 h 5017219"/>
              <a:gd name="connsiteX55259" fmla="*/ 1240306 w 5799173"/>
              <a:gd name="connsiteY55259" fmla="*/ 4156657 h 5017219"/>
              <a:gd name="connsiteX55260" fmla="*/ 1941255 w 5799173"/>
              <a:gd name="connsiteY55260" fmla="*/ 4350243 h 5017219"/>
              <a:gd name="connsiteX55261" fmla="*/ 1939927 w 5799173"/>
              <a:gd name="connsiteY55261" fmla="*/ 4349495 h 5017219"/>
              <a:gd name="connsiteX55262" fmla="*/ 1929292 w 5799173"/>
              <a:gd name="connsiteY55262" fmla="*/ 4331051 h 5017219"/>
              <a:gd name="connsiteX55263" fmla="*/ 1929293 w 5799173"/>
              <a:gd name="connsiteY55263" fmla="*/ 4329555 h 5017219"/>
              <a:gd name="connsiteX55264" fmla="*/ 1939927 w 5799173"/>
              <a:gd name="connsiteY55264" fmla="*/ 4311111 h 5017219"/>
              <a:gd name="connsiteX55265" fmla="*/ 1941256 w 5799173"/>
              <a:gd name="connsiteY55265" fmla="*/ 4310363 h 5017219"/>
              <a:gd name="connsiteX55266" fmla="*/ 1962525 w 5799173"/>
              <a:gd name="connsiteY55266" fmla="*/ 4310362 h 5017219"/>
              <a:gd name="connsiteX55267" fmla="*/ 1963854 w 5799173"/>
              <a:gd name="connsiteY55267" fmla="*/ 4311110 h 5017219"/>
              <a:gd name="connsiteX55268" fmla="*/ 1974488 w 5799173"/>
              <a:gd name="connsiteY55268" fmla="*/ 4329555 h 5017219"/>
              <a:gd name="connsiteX55269" fmla="*/ 1974488 w 5799173"/>
              <a:gd name="connsiteY55269" fmla="*/ 4331050 h 5017219"/>
              <a:gd name="connsiteX55270" fmla="*/ 1963854 w 5799173"/>
              <a:gd name="connsiteY55270" fmla="*/ 4349495 h 5017219"/>
              <a:gd name="connsiteX55271" fmla="*/ 1962525 w 5799173"/>
              <a:gd name="connsiteY55271" fmla="*/ 4350243 h 5017219"/>
              <a:gd name="connsiteX55272" fmla="*/ 1278895 w 5799173"/>
              <a:gd name="connsiteY55272" fmla="*/ 4173397 h 5017219"/>
              <a:gd name="connsiteX55273" fmla="*/ 1277565 w 5799173"/>
              <a:gd name="connsiteY55273" fmla="*/ 4172649 h 5017219"/>
              <a:gd name="connsiteX55274" fmla="*/ 1266599 w 5799173"/>
              <a:gd name="connsiteY55274" fmla="*/ 4153622 h 5017219"/>
              <a:gd name="connsiteX55275" fmla="*/ 1266599 w 5799173"/>
              <a:gd name="connsiteY55275" fmla="*/ 4152043 h 5017219"/>
              <a:gd name="connsiteX55276" fmla="*/ 1277567 w 5799173"/>
              <a:gd name="connsiteY55276" fmla="*/ 4133015 h 5017219"/>
              <a:gd name="connsiteX55277" fmla="*/ 1278896 w 5799173"/>
              <a:gd name="connsiteY55277" fmla="*/ 4132267 h 5017219"/>
              <a:gd name="connsiteX55278" fmla="*/ 1300829 w 5799173"/>
              <a:gd name="connsiteY55278" fmla="*/ 4132266 h 5017219"/>
              <a:gd name="connsiteX55279" fmla="*/ 1302159 w 5799173"/>
              <a:gd name="connsiteY55279" fmla="*/ 4133014 h 5017219"/>
              <a:gd name="connsiteX55280" fmla="*/ 1313124 w 5799173"/>
              <a:gd name="connsiteY55280" fmla="*/ 4152042 h 5017219"/>
              <a:gd name="connsiteX55281" fmla="*/ 1313123 w 5799173"/>
              <a:gd name="connsiteY55281" fmla="*/ 4153620 h 5017219"/>
              <a:gd name="connsiteX55282" fmla="*/ 1302157 w 5799173"/>
              <a:gd name="connsiteY55282" fmla="*/ 4172648 h 5017219"/>
              <a:gd name="connsiteX55283" fmla="*/ 1300828 w 5799173"/>
              <a:gd name="connsiteY55283" fmla="*/ 4173396 h 5017219"/>
              <a:gd name="connsiteX55284" fmla="*/ 1338372 w 5799173"/>
              <a:gd name="connsiteY55284" fmla="*/ 4190746 h 5017219"/>
              <a:gd name="connsiteX55285" fmla="*/ 1336959 w 5799173"/>
              <a:gd name="connsiteY55285" fmla="*/ 4189916 h 5017219"/>
              <a:gd name="connsiteX55286" fmla="*/ 1325246 w 5799173"/>
              <a:gd name="connsiteY55286" fmla="*/ 4169641 h 5017219"/>
              <a:gd name="connsiteX55287" fmla="*/ 1325246 w 5799173"/>
              <a:gd name="connsiteY55287" fmla="*/ 4167978 h 5017219"/>
              <a:gd name="connsiteX55288" fmla="*/ 1336962 w 5799173"/>
              <a:gd name="connsiteY55288" fmla="*/ 4147702 h 5017219"/>
              <a:gd name="connsiteX55289" fmla="*/ 1338375 w 5799173"/>
              <a:gd name="connsiteY55289" fmla="*/ 4146871 h 5017219"/>
              <a:gd name="connsiteX55290" fmla="*/ 1361803 w 5799173"/>
              <a:gd name="connsiteY55290" fmla="*/ 4146869 h 5017219"/>
              <a:gd name="connsiteX55291" fmla="*/ 1363216 w 5799173"/>
              <a:gd name="connsiteY55291" fmla="*/ 4147701 h 5017219"/>
              <a:gd name="connsiteX55292" fmla="*/ 1374929 w 5799173"/>
              <a:gd name="connsiteY55292" fmla="*/ 4167976 h 5017219"/>
              <a:gd name="connsiteX55293" fmla="*/ 1374929 w 5799173"/>
              <a:gd name="connsiteY55293" fmla="*/ 4169638 h 5017219"/>
              <a:gd name="connsiteX55294" fmla="*/ 1363214 w 5799173"/>
              <a:gd name="connsiteY55294" fmla="*/ 4189914 h 5017219"/>
              <a:gd name="connsiteX55295" fmla="*/ 1361800 w 5799173"/>
              <a:gd name="connsiteY55295" fmla="*/ 4190745 h 5017219"/>
              <a:gd name="connsiteX55296" fmla="*/ 1511152 w 5799173"/>
              <a:gd name="connsiteY55296" fmla="*/ 4279828 h 5017219"/>
              <a:gd name="connsiteX55297" fmla="*/ 1510487 w 5799173"/>
              <a:gd name="connsiteY55297" fmla="*/ 4279412 h 5017219"/>
              <a:gd name="connsiteX55298" fmla="*/ 1505004 w 5799173"/>
              <a:gd name="connsiteY55298" fmla="*/ 4269857 h 5017219"/>
              <a:gd name="connsiteX55299" fmla="*/ 1505004 w 5799173"/>
              <a:gd name="connsiteY55299" fmla="*/ 4269110 h 5017219"/>
              <a:gd name="connsiteX55300" fmla="*/ 1510488 w 5799173"/>
              <a:gd name="connsiteY55300" fmla="*/ 4259553 h 5017219"/>
              <a:gd name="connsiteX55301" fmla="*/ 1511153 w 5799173"/>
              <a:gd name="connsiteY55301" fmla="*/ 4259138 h 5017219"/>
              <a:gd name="connsiteX55302" fmla="*/ 1522118 w 5799173"/>
              <a:gd name="connsiteY55302" fmla="*/ 4259138 h 5017219"/>
              <a:gd name="connsiteX55303" fmla="*/ 1522783 w 5799173"/>
              <a:gd name="connsiteY55303" fmla="*/ 4259553 h 5017219"/>
              <a:gd name="connsiteX55304" fmla="*/ 1528266 w 5799173"/>
              <a:gd name="connsiteY55304" fmla="*/ 4269109 h 5017219"/>
              <a:gd name="connsiteX55305" fmla="*/ 1528266 w 5799173"/>
              <a:gd name="connsiteY55305" fmla="*/ 4269856 h 5017219"/>
              <a:gd name="connsiteX55306" fmla="*/ 1522783 w 5799173"/>
              <a:gd name="connsiteY55306" fmla="*/ 4279411 h 5017219"/>
              <a:gd name="connsiteX55307" fmla="*/ 1522118 w 5799173"/>
              <a:gd name="connsiteY55307" fmla="*/ 4279827 h 5017219"/>
              <a:gd name="connsiteX55308" fmla="*/ 2352531 w 5799173"/>
              <a:gd name="connsiteY55308" fmla="*/ 4507780 h 5017219"/>
              <a:gd name="connsiteX55309" fmla="*/ 2351700 w 5799173"/>
              <a:gd name="connsiteY55309" fmla="*/ 4507282 h 5017219"/>
              <a:gd name="connsiteX55310" fmla="*/ 2344971 w 5799173"/>
              <a:gd name="connsiteY55310" fmla="*/ 4495648 h 5017219"/>
              <a:gd name="connsiteX55311" fmla="*/ 2344971 w 5799173"/>
              <a:gd name="connsiteY55311" fmla="*/ 4494734 h 5017219"/>
              <a:gd name="connsiteX55312" fmla="*/ 2351701 w 5799173"/>
              <a:gd name="connsiteY55312" fmla="*/ 4483101 h 5017219"/>
              <a:gd name="connsiteX55313" fmla="*/ 2352532 w 5799173"/>
              <a:gd name="connsiteY55313" fmla="*/ 4482603 h 5017219"/>
              <a:gd name="connsiteX55314" fmla="*/ 2365991 w 5799173"/>
              <a:gd name="connsiteY55314" fmla="*/ 4482602 h 5017219"/>
              <a:gd name="connsiteX55315" fmla="*/ 2366822 w 5799173"/>
              <a:gd name="connsiteY55315" fmla="*/ 4483100 h 5017219"/>
              <a:gd name="connsiteX55316" fmla="*/ 2373551 w 5799173"/>
              <a:gd name="connsiteY55316" fmla="*/ 4494733 h 5017219"/>
              <a:gd name="connsiteX55317" fmla="*/ 2373551 w 5799173"/>
              <a:gd name="connsiteY55317" fmla="*/ 4495647 h 5017219"/>
              <a:gd name="connsiteX55318" fmla="*/ 2366821 w 5799173"/>
              <a:gd name="connsiteY55318" fmla="*/ 4507281 h 5017219"/>
              <a:gd name="connsiteX55319" fmla="*/ 2365990 w 5799173"/>
              <a:gd name="connsiteY55319" fmla="*/ 4507779 h 5017219"/>
              <a:gd name="connsiteX55320" fmla="*/ 1567972 w 5799173"/>
              <a:gd name="connsiteY55320" fmla="*/ 4302174 h 5017219"/>
              <a:gd name="connsiteX55321" fmla="*/ 1566892 w 5799173"/>
              <a:gd name="connsiteY55321" fmla="*/ 4301593 h 5017219"/>
              <a:gd name="connsiteX55322" fmla="*/ 1558086 w 5799173"/>
              <a:gd name="connsiteY55322" fmla="*/ 4286388 h 5017219"/>
              <a:gd name="connsiteX55323" fmla="*/ 1558086 w 5799173"/>
              <a:gd name="connsiteY55323" fmla="*/ 4285142 h 5017219"/>
              <a:gd name="connsiteX55324" fmla="*/ 1566892 w 5799173"/>
              <a:gd name="connsiteY55324" fmla="*/ 4269937 h 5017219"/>
              <a:gd name="connsiteX55325" fmla="*/ 1567973 w 5799173"/>
              <a:gd name="connsiteY55325" fmla="*/ 4269356 h 5017219"/>
              <a:gd name="connsiteX55326" fmla="*/ 1585585 w 5799173"/>
              <a:gd name="connsiteY55326" fmla="*/ 4269356 h 5017219"/>
              <a:gd name="connsiteX55327" fmla="*/ 1586666 w 5799173"/>
              <a:gd name="connsiteY55327" fmla="*/ 4269937 h 5017219"/>
              <a:gd name="connsiteX55328" fmla="*/ 1595472 w 5799173"/>
              <a:gd name="connsiteY55328" fmla="*/ 4285142 h 5017219"/>
              <a:gd name="connsiteX55329" fmla="*/ 1595472 w 5799173"/>
              <a:gd name="connsiteY55329" fmla="*/ 4286388 h 5017219"/>
              <a:gd name="connsiteX55330" fmla="*/ 1586665 w 5799173"/>
              <a:gd name="connsiteY55330" fmla="*/ 4301593 h 5017219"/>
              <a:gd name="connsiteX55331" fmla="*/ 1585585 w 5799173"/>
              <a:gd name="connsiteY55331" fmla="*/ 4302174 h 5017219"/>
              <a:gd name="connsiteX55332" fmla="*/ 2711494 w 5799173"/>
              <a:gd name="connsiteY55332" fmla="*/ 4608670 h 5017219"/>
              <a:gd name="connsiteX55333" fmla="*/ 2710414 w 5799173"/>
              <a:gd name="connsiteY55333" fmla="*/ 4608004 h 5017219"/>
              <a:gd name="connsiteX55334" fmla="*/ 2701525 w 5799173"/>
              <a:gd name="connsiteY55334" fmla="*/ 4592550 h 5017219"/>
              <a:gd name="connsiteX55335" fmla="*/ 2701526 w 5799173"/>
              <a:gd name="connsiteY55335" fmla="*/ 4591303 h 5017219"/>
              <a:gd name="connsiteX55336" fmla="*/ 2710415 w 5799173"/>
              <a:gd name="connsiteY55336" fmla="*/ 4575848 h 5017219"/>
              <a:gd name="connsiteX55337" fmla="*/ 2711495 w 5799173"/>
              <a:gd name="connsiteY55337" fmla="*/ 4575183 h 5017219"/>
              <a:gd name="connsiteX55338" fmla="*/ 2729274 w 5799173"/>
              <a:gd name="connsiteY55338" fmla="*/ 4575182 h 5017219"/>
              <a:gd name="connsiteX55339" fmla="*/ 2730355 w 5799173"/>
              <a:gd name="connsiteY55339" fmla="*/ 4575847 h 5017219"/>
              <a:gd name="connsiteX55340" fmla="*/ 2739244 w 5799173"/>
              <a:gd name="connsiteY55340" fmla="*/ 4591301 h 5017219"/>
              <a:gd name="connsiteX55341" fmla="*/ 2739244 w 5799173"/>
              <a:gd name="connsiteY55341" fmla="*/ 4592549 h 5017219"/>
              <a:gd name="connsiteX55342" fmla="*/ 2730353 w 5799173"/>
              <a:gd name="connsiteY55342" fmla="*/ 4608004 h 5017219"/>
              <a:gd name="connsiteX55343" fmla="*/ 2729273 w 5799173"/>
              <a:gd name="connsiteY55343" fmla="*/ 4608669 h 5017219"/>
              <a:gd name="connsiteX55344" fmla="*/ 2651287 w 5799173"/>
              <a:gd name="connsiteY55344" fmla="*/ 4592622 h 5017219"/>
              <a:gd name="connsiteX55345" fmla="*/ 2650207 w 5799173"/>
              <a:gd name="connsiteY55345" fmla="*/ 4591956 h 5017219"/>
              <a:gd name="connsiteX55346" fmla="*/ 2641318 w 5799173"/>
              <a:gd name="connsiteY55346" fmla="*/ 4576503 h 5017219"/>
              <a:gd name="connsiteX55347" fmla="*/ 2641318 w 5799173"/>
              <a:gd name="connsiteY55347" fmla="*/ 4575256 h 5017219"/>
              <a:gd name="connsiteX55348" fmla="*/ 2650207 w 5799173"/>
              <a:gd name="connsiteY55348" fmla="*/ 4559802 h 5017219"/>
              <a:gd name="connsiteX55349" fmla="*/ 2651288 w 5799173"/>
              <a:gd name="connsiteY55349" fmla="*/ 4559137 h 5017219"/>
              <a:gd name="connsiteX55350" fmla="*/ 2669067 w 5799173"/>
              <a:gd name="connsiteY55350" fmla="*/ 4559136 h 5017219"/>
              <a:gd name="connsiteX55351" fmla="*/ 2670147 w 5799173"/>
              <a:gd name="connsiteY55351" fmla="*/ 4559801 h 5017219"/>
              <a:gd name="connsiteX55352" fmla="*/ 2679036 w 5799173"/>
              <a:gd name="connsiteY55352" fmla="*/ 4575254 h 5017219"/>
              <a:gd name="connsiteX55353" fmla="*/ 2679037 w 5799173"/>
              <a:gd name="connsiteY55353" fmla="*/ 4576502 h 5017219"/>
              <a:gd name="connsiteX55354" fmla="*/ 2670146 w 5799173"/>
              <a:gd name="connsiteY55354" fmla="*/ 4591956 h 5017219"/>
              <a:gd name="connsiteX55355" fmla="*/ 2669066 w 5799173"/>
              <a:gd name="connsiteY55355" fmla="*/ 4592621 h 5017219"/>
              <a:gd name="connsiteX55356" fmla="*/ 3734573 w 5799173"/>
              <a:gd name="connsiteY55356" fmla="*/ 4883013 h 5017219"/>
              <a:gd name="connsiteX55357" fmla="*/ 3733493 w 5799173"/>
              <a:gd name="connsiteY55357" fmla="*/ 4882349 h 5017219"/>
              <a:gd name="connsiteX55358" fmla="*/ 3724522 w 5799173"/>
              <a:gd name="connsiteY55358" fmla="*/ 4866728 h 5017219"/>
              <a:gd name="connsiteX55359" fmla="*/ 3724522 w 5799173"/>
              <a:gd name="connsiteY55359" fmla="*/ 4865481 h 5017219"/>
              <a:gd name="connsiteX55360" fmla="*/ 3733495 w 5799173"/>
              <a:gd name="connsiteY55360" fmla="*/ 4849860 h 5017219"/>
              <a:gd name="connsiteX55361" fmla="*/ 3734575 w 5799173"/>
              <a:gd name="connsiteY55361" fmla="*/ 4849194 h 5017219"/>
              <a:gd name="connsiteX55362" fmla="*/ 3752603 w 5799173"/>
              <a:gd name="connsiteY55362" fmla="*/ 4849194 h 5017219"/>
              <a:gd name="connsiteX55363" fmla="*/ 3753684 w 5799173"/>
              <a:gd name="connsiteY55363" fmla="*/ 4849859 h 5017219"/>
              <a:gd name="connsiteX55364" fmla="*/ 3762655 w 5799173"/>
              <a:gd name="connsiteY55364" fmla="*/ 4865479 h 5017219"/>
              <a:gd name="connsiteX55365" fmla="*/ 3762655 w 5799173"/>
              <a:gd name="connsiteY55365" fmla="*/ 4866726 h 5017219"/>
              <a:gd name="connsiteX55366" fmla="*/ 3753682 w 5799173"/>
              <a:gd name="connsiteY55366" fmla="*/ 4882348 h 5017219"/>
              <a:gd name="connsiteX55367" fmla="*/ 3752601 w 5799173"/>
              <a:gd name="connsiteY55367" fmla="*/ 4883012 h 5017219"/>
              <a:gd name="connsiteX55368" fmla="*/ 3493657 w 5799173"/>
              <a:gd name="connsiteY55368" fmla="*/ 4818722 h 5017219"/>
              <a:gd name="connsiteX55369" fmla="*/ 3492577 w 5799173"/>
              <a:gd name="connsiteY55369" fmla="*/ 4818057 h 5017219"/>
              <a:gd name="connsiteX55370" fmla="*/ 3483522 w 5799173"/>
              <a:gd name="connsiteY55370" fmla="*/ 4802271 h 5017219"/>
              <a:gd name="connsiteX55371" fmla="*/ 3483522 w 5799173"/>
              <a:gd name="connsiteY55371" fmla="*/ 4800942 h 5017219"/>
              <a:gd name="connsiteX55372" fmla="*/ 3492662 w 5799173"/>
              <a:gd name="connsiteY55372" fmla="*/ 4785154 h 5017219"/>
              <a:gd name="connsiteX55373" fmla="*/ 3493742 w 5799173"/>
              <a:gd name="connsiteY55373" fmla="*/ 4784489 h 5017219"/>
              <a:gd name="connsiteX55374" fmla="*/ 3511936 w 5799173"/>
              <a:gd name="connsiteY55374" fmla="*/ 4784488 h 5017219"/>
              <a:gd name="connsiteX55375" fmla="*/ 3513016 w 5799173"/>
              <a:gd name="connsiteY55375" fmla="*/ 4785154 h 5017219"/>
              <a:gd name="connsiteX55376" fmla="*/ 3522072 w 5799173"/>
              <a:gd name="connsiteY55376" fmla="*/ 4800940 h 5017219"/>
              <a:gd name="connsiteX55377" fmla="*/ 3522072 w 5799173"/>
              <a:gd name="connsiteY55377" fmla="*/ 4802270 h 5017219"/>
              <a:gd name="connsiteX55378" fmla="*/ 3512932 w 5799173"/>
              <a:gd name="connsiteY55378" fmla="*/ 4818057 h 5017219"/>
              <a:gd name="connsiteX55379" fmla="*/ 3511852 w 5799173"/>
              <a:gd name="connsiteY55379" fmla="*/ 4818722 h 5017219"/>
              <a:gd name="connsiteX55380" fmla="*/ 3614018 w 5799173"/>
              <a:gd name="connsiteY55380" fmla="*/ 4851101 h 5017219"/>
              <a:gd name="connsiteX55381" fmla="*/ 3612939 w 5799173"/>
              <a:gd name="connsiteY55381" fmla="*/ 4850436 h 5017219"/>
              <a:gd name="connsiteX55382" fmla="*/ 3603800 w 5799173"/>
              <a:gd name="connsiteY55382" fmla="*/ 4834567 h 5017219"/>
              <a:gd name="connsiteX55383" fmla="*/ 3603800 w 5799173"/>
              <a:gd name="connsiteY55383" fmla="*/ 4833238 h 5017219"/>
              <a:gd name="connsiteX55384" fmla="*/ 3612939 w 5799173"/>
              <a:gd name="connsiteY55384" fmla="*/ 4817368 h 5017219"/>
              <a:gd name="connsiteX55385" fmla="*/ 3614019 w 5799173"/>
              <a:gd name="connsiteY55385" fmla="*/ 4816703 h 5017219"/>
              <a:gd name="connsiteX55386" fmla="*/ 3632297 w 5799173"/>
              <a:gd name="connsiteY55386" fmla="*/ 4816702 h 5017219"/>
              <a:gd name="connsiteX55387" fmla="*/ 3633377 w 5799173"/>
              <a:gd name="connsiteY55387" fmla="*/ 4817368 h 5017219"/>
              <a:gd name="connsiteX55388" fmla="*/ 3642515 w 5799173"/>
              <a:gd name="connsiteY55388" fmla="*/ 4833237 h 5017219"/>
              <a:gd name="connsiteX55389" fmla="*/ 3642515 w 5799173"/>
              <a:gd name="connsiteY55389" fmla="*/ 4834566 h 5017219"/>
              <a:gd name="connsiteX55390" fmla="*/ 3633377 w 5799173"/>
              <a:gd name="connsiteY55390" fmla="*/ 4850435 h 5017219"/>
              <a:gd name="connsiteX55391" fmla="*/ 3632297 w 5799173"/>
              <a:gd name="connsiteY55391" fmla="*/ 4851100 h 5017219"/>
              <a:gd name="connsiteX55392" fmla="*/ 2590847 w 5799173"/>
              <a:gd name="connsiteY55392" fmla="*/ 4576966 h 5017219"/>
              <a:gd name="connsiteX55393" fmla="*/ 2589767 w 5799173"/>
              <a:gd name="connsiteY55393" fmla="*/ 4576301 h 5017219"/>
              <a:gd name="connsiteX55394" fmla="*/ 2580629 w 5799173"/>
              <a:gd name="connsiteY55394" fmla="*/ 4560432 h 5017219"/>
              <a:gd name="connsiteX55395" fmla="*/ 2580629 w 5799173"/>
              <a:gd name="connsiteY55395" fmla="*/ 4559103 h 5017219"/>
              <a:gd name="connsiteX55396" fmla="*/ 2589768 w 5799173"/>
              <a:gd name="connsiteY55396" fmla="*/ 4543233 h 5017219"/>
              <a:gd name="connsiteX55397" fmla="*/ 2590848 w 5799173"/>
              <a:gd name="connsiteY55397" fmla="*/ 4542568 h 5017219"/>
              <a:gd name="connsiteX55398" fmla="*/ 2609126 w 5799173"/>
              <a:gd name="connsiteY55398" fmla="*/ 4542568 h 5017219"/>
              <a:gd name="connsiteX55399" fmla="*/ 2610206 w 5799173"/>
              <a:gd name="connsiteY55399" fmla="*/ 4543233 h 5017219"/>
              <a:gd name="connsiteX55400" fmla="*/ 2619344 w 5799173"/>
              <a:gd name="connsiteY55400" fmla="*/ 4559102 h 5017219"/>
              <a:gd name="connsiteX55401" fmla="*/ 2619344 w 5799173"/>
              <a:gd name="connsiteY55401" fmla="*/ 4560431 h 5017219"/>
              <a:gd name="connsiteX55402" fmla="*/ 2610205 w 5799173"/>
              <a:gd name="connsiteY55402" fmla="*/ 4576300 h 5017219"/>
              <a:gd name="connsiteX55403" fmla="*/ 2609125 w 5799173"/>
              <a:gd name="connsiteY55403" fmla="*/ 4576965 h 5017219"/>
              <a:gd name="connsiteX55404" fmla="*/ 2771385 w 5799173"/>
              <a:gd name="connsiteY55404" fmla="*/ 4625422 h 5017219"/>
              <a:gd name="connsiteX55405" fmla="*/ 2770306 w 5799173"/>
              <a:gd name="connsiteY55405" fmla="*/ 4624757 h 5017219"/>
              <a:gd name="connsiteX55406" fmla="*/ 2761167 w 5799173"/>
              <a:gd name="connsiteY55406" fmla="*/ 4608888 h 5017219"/>
              <a:gd name="connsiteX55407" fmla="*/ 2761167 w 5799173"/>
              <a:gd name="connsiteY55407" fmla="*/ 4607559 h 5017219"/>
              <a:gd name="connsiteX55408" fmla="*/ 2770306 w 5799173"/>
              <a:gd name="connsiteY55408" fmla="*/ 4591691 h 5017219"/>
              <a:gd name="connsiteX55409" fmla="*/ 2771386 w 5799173"/>
              <a:gd name="connsiteY55409" fmla="*/ 4591026 h 5017219"/>
              <a:gd name="connsiteX55410" fmla="*/ 2789663 w 5799173"/>
              <a:gd name="connsiteY55410" fmla="*/ 4591026 h 5017219"/>
              <a:gd name="connsiteX55411" fmla="*/ 2790744 w 5799173"/>
              <a:gd name="connsiteY55411" fmla="*/ 4591691 h 5017219"/>
              <a:gd name="connsiteX55412" fmla="*/ 2799882 w 5799173"/>
              <a:gd name="connsiteY55412" fmla="*/ 4607559 h 5017219"/>
              <a:gd name="connsiteX55413" fmla="*/ 2799882 w 5799173"/>
              <a:gd name="connsiteY55413" fmla="*/ 4608888 h 5017219"/>
              <a:gd name="connsiteX55414" fmla="*/ 2790744 w 5799173"/>
              <a:gd name="connsiteY55414" fmla="*/ 4624756 h 5017219"/>
              <a:gd name="connsiteX55415" fmla="*/ 2789664 w 5799173"/>
              <a:gd name="connsiteY55415" fmla="*/ 4625422 h 5017219"/>
              <a:gd name="connsiteX55416" fmla="*/ 2891578 w 5799173"/>
              <a:gd name="connsiteY55416" fmla="*/ 4657745 h 5017219"/>
              <a:gd name="connsiteX55417" fmla="*/ 2890415 w 5799173"/>
              <a:gd name="connsiteY55417" fmla="*/ 4657081 h 5017219"/>
              <a:gd name="connsiteX55418" fmla="*/ 2881028 w 5799173"/>
              <a:gd name="connsiteY55418" fmla="*/ 4640876 h 5017219"/>
              <a:gd name="connsiteX55419" fmla="*/ 2881028 w 5799173"/>
              <a:gd name="connsiteY55419" fmla="*/ 4639547 h 5017219"/>
              <a:gd name="connsiteX55420" fmla="*/ 2890417 w 5799173"/>
              <a:gd name="connsiteY55420" fmla="*/ 4623342 h 5017219"/>
              <a:gd name="connsiteX55421" fmla="*/ 2891580 w 5799173"/>
              <a:gd name="connsiteY55421" fmla="*/ 4622677 h 5017219"/>
              <a:gd name="connsiteX55422" fmla="*/ 2910274 w 5799173"/>
              <a:gd name="connsiteY55422" fmla="*/ 4622676 h 5017219"/>
              <a:gd name="connsiteX55423" fmla="*/ 2911437 w 5799173"/>
              <a:gd name="connsiteY55423" fmla="*/ 4623340 h 5017219"/>
              <a:gd name="connsiteX55424" fmla="*/ 2920824 w 5799173"/>
              <a:gd name="connsiteY55424" fmla="*/ 4639544 h 5017219"/>
              <a:gd name="connsiteX55425" fmla="*/ 2920824 w 5799173"/>
              <a:gd name="connsiteY55425" fmla="*/ 4640873 h 5017219"/>
              <a:gd name="connsiteX55426" fmla="*/ 2911434 w 5799173"/>
              <a:gd name="connsiteY55426" fmla="*/ 4657080 h 5017219"/>
              <a:gd name="connsiteX55427" fmla="*/ 2910271 w 5799173"/>
              <a:gd name="connsiteY55427" fmla="*/ 4657744 h 5017219"/>
              <a:gd name="connsiteX55428" fmla="*/ 2951740 w 5799173"/>
              <a:gd name="connsiteY55428" fmla="*/ 4673966 h 5017219"/>
              <a:gd name="connsiteX55429" fmla="*/ 2950576 w 5799173"/>
              <a:gd name="connsiteY55429" fmla="*/ 4673302 h 5017219"/>
              <a:gd name="connsiteX55430" fmla="*/ 2941189 w 5799173"/>
              <a:gd name="connsiteY55430" fmla="*/ 4657098 h 5017219"/>
              <a:gd name="connsiteX55431" fmla="*/ 2941189 w 5799173"/>
              <a:gd name="connsiteY55431" fmla="*/ 4655769 h 5017219"/>
              <a:gd name="connsiteX55432" fmla="*/ 2950578 w 5799173"/>
              <a:gd name="connsiteY55432" fmla="*/ 4639565 h 5017219"/>
              <a:gd name="connsiteX55433" fmla="*/ 2951741 w 5799173"/>
              <a:gd name="connsiteY55433" fmla="*/ 4638900 h 5017219"/>
              <a:gd name="connsiteX55434" fmla="*/ 2970435 w 5799173"/>
              <a:gd name="connsiteY55434" fmla="*/ 4638898 h 5017219"/>
              <a:gd name="connsiteX55435" fmla="*/ 2971598 w 5799173"/>
              <a:gd name="connsiteY55435" fmla="*/ 4639564 h 5017219"/>
              <a:gd name="connsiteX55436" fmla="*/ 2980985 w 5799173"/>
              <a:gd name="connsiteY55436" fmla="*/ 4655766 h 5017219"/>
              <a:gd name="connsiteX55437" fmla="*/ 2980985 w 5799173"/>
              <a:gd name="connsiteY55437" fmla="*/ 4657096 h 5017219"/>
              <a:gd name="connsiteX55438" fmla="*/ 2971596 w 5799173"/>
              <a:gd name="connsiteY55438" fmla="*/ 4673301 h 5017219"/>
              <a:gd name="connsiteX55439" fmla="*/ 2970433 w 5799173"/>
              <a:gd name="connsiteY55439" fmla="*/ 4673965 h 5017219"/>
              <a:gd name="connsiteX55440" fmla="*/ 3553534 w 5799173"/>
              <a:gd name="connsiteY55440" fmla="*/ 4835487 h 5017219"/>
              <a:gd name="connsiteX55441" fmla="*/ 3552370 w 5799173"/>
              <a:gd name="connsiteY55441" fmla="*/ 4834823 h 5017219"/>
              <a:gd name="connsiteX55442" fmla="*/ 3542982 w 5799173"/>
              <a:gd name="connsiteY55442" fmla="*/ 4818622 h 5017219"/>
              <a:gd name="connsiteX55443" fmla="*/ 3542982 w 5799173"/>
              <a:gd name="connsiteY55443" fmla="*/ 4817293 h 5017219"/>
              <a:gd name="connsiteX55444" fmla="*/ 3552370 w 5799173"/>
              <a:gd name="connsiteY55444" fmla="*/ 4801093 h 5017219"/>
              <a:gd name="connsiteX55445" fmla="*/ 3553534 w 5799173"/>
              <a:gd name="connsiteY55445" fmla="*/ 4800428 h 5017219"/>
              <a:gd name="connsiteX55446" fmla="*/ 3572226 w 5799173"/>
              <a:gd name="connsiteY55446" fmla="*/ 4800428 h 5017219"/>
              <a:gd name="connsiteX55447" fmla="*/ 3573389 w 5799173"/>
              <a:gd name="connsiteY55447" fmla="*/ 4801093 h 5017219"/>
              <a:gd name="connsiteX55448" fmla="*/ 3582777 w 5799173"/>
              <a:gd name="connsiteY55448" fmla="*/ 4817293 h 5017219"/>
              <a:gd name="connsiteX55449" fmla="*/ 3582777 w 5799173"/>
              <a:gd name="connsiteY55449" fmla="*/ 4818622 h 5017219"/>
              <a:gd name="connsiteX55450" fmla="*/ 3573389 w 5799173"/>
              <a:gd name="connsiteY55450" fmla="*/ 4834823 h 5017219"/>
              <a:gd name="connsiteX55451" fmla="*/ 3572227 w 5799173"/>
              <a:gd name="connsiteY55451" fmla="*/ 4835487 h 5017219"/>
              <a:gd name="connsiteX55452" fmla="*/ 3673904 w 5799173"/>
              <a:gd name="connsiteY55452" fmla="*/ 4867748 h 5017219"/>
              <a:gd name="connsiteX55453" fmla="*/ 3672741 w 5799173"/>
              <a:gd name="connsiteY55453" fmla="*/ 4867084 h 5017219"/>
              <a:gd name="connsiteX55454" fmla="*/ 3663353 w 5799173"/>
              <a:gd name="connsiteY55454" fmla="*/ 4850883 h 5017219"/>
              <a:gd name="connsiteX55455" fmla="*/ 3663353 w 5799173"/>
              <a:gd name="connsiteY55455" fmla="*/ 4849554 h 5017219"/>
              <a:gd name="connsiteX55456" fmla="*/ 3672741 w 5799173"/>
              <a:gd name="connsiteY55456" fmla="*/ 4833354 h 5017219"/>
              <a:gd name="connsiteX55457" fmla="*/ 3673904 w 5799173"/>
              <a:gd name="connsiteY55457" fmla="*/ 4832689 h 5017219"/>
              <a:gd name="connsiteX55458" fmla="*/ 3692597 w 5799173"/>
              <a:gd name="connsiteY55458" fmla="*/ 4832689 h 5017219"/>
              <a:gd name="connsiteX55459" fmla="*/ 3693760 w 5799173"/>
              <a:gd name="connsiteY55459" fmla="*/ 4833354 h 5017219"/>
              <a:gd name="connsiteX55460" fmla="*/ 3703148 w 5799173"/>
              <a:gd name="connsiteY55460" fmla="*/ 4849554 h 5017219"/>
              <a:gd name="connsiteX55461" fmla="*/ 3703148 w 5799173"/>
              <a:gd name="connsiteY55461" fmla="*/ 4850883 h 5017219"/>
              <a:gd name="connsiteX55462" fmla="*/ 3693760 w 5799173"/>
              <a:gd name="connsiteY55462" fmla="*/ 4867084 h 5017219"/>
              <a:gd name="connsiteX55463" fmla="*/ 3692597 w 5799173"/>
              <a:gd name="connsiteY55463" fmla="*/ 4867748 h 5017219"/>
              <a:gd name="connsiteX55464" fmla="*/ 2831254 w 5799173"/>
              <a:gd name="connsiteY55464" fmla="*/ 4641992 h 5017219"/>
              <a:gd name="connsiteX55465" fmla="*/ 2830091 w 5799173"/>
              <a:gd name="connsiteY55465" fmla="*/ 4641327 h 5017219"/>
              <a:gd name="connsiteX55466" fmla="*/ 2820621 w 5799173"/>
              <a:gd name="connsiteY55466" fmla="*/ 4624960 h 5017219"/>
              <a:gd name="connsiteX55467" fmla="*/ 2820620 w 5799173"/>
              <a:gd name="connsiteY55467" fmla="*/ 4623630 h 5017219"/>
              <a:gd name="connsiteX55468" fmla="*/ 2830092 w 5799173"/>
              <a:gd name="connsiteY55468" fmla="*/ 4607261 h 5017219"/>
              <a:gd name="connsiteX55469" fmla="*/ 2831255 w 5799173"/>
              <a:gd name="connsiteY55469" fmla="*/ 4606596 h 5017219"/>
              <a:gd name="connsiteX55470" fmla="*/ 2850197 w 5799173"/>
              <a:gd name="connsiteY55470" fmla="*/ 4606595 h 5017219"/>
              <a:gd name="connsiteX55471" fmla="*/ 2851360 w 5799173"/>
              <a:gd name="connsiteY55471" fmla="*/ 4607260 h 5017219"/>
              <a:gd name="connsiteX55472" fmla="*/ 2860831 w 5799173"/>
              <a:gd name="connsiteY55472" fmla="*/ 4623628 h 5017219"/>
              <a:gd name="connsiteX55473" fmla="*/ 2860831 w 5799173"/>
              <a:gd name="connsiteY55473" fmla="*/ 4624958 h 5017219"/>
              <a:gd name="connsiteX55474" fmla="*/ 2851359 w 5799173"/>
              <a:gd name="connsiteY55474" fmla="*/ 4641326 h 5017219"/>
              <a:gd name="connsiteX55475" fmla="*/ 2850196 w 5799173"/>
              <a:gd name="connsiteY55475" fmla="*/ 4641992 h 5017219"/>
              <a:gd name="connsiteX55476" fmla="*/ 3132087 w 5799173"/>
              <a:gd name="connsiteY55476" fmla="*/ 4722769 h 5017219"/>
              <a:gd name="connsiteX55477" fmla="*/ 3130924 w 5799173"/>
              <a:gd name="connsiteY55477" fmla="*/ 4722104 h 5017219"/>
              <a:gd name="connsiteX55478" fmla="*/ 3121454 w 5799173"/>
              <a:gd name="connsiteY55478" fmla="*/ 4705653 h 5017219"/>
              <a:gd name="connsiteX55479" fmla="*/ 3121454 w 5799173"/>
              <a:gd name="connsiteY55479" fmla="*/ 4704323 h 5017219"/>
              <a:gd name="connsiteX55480" fmla="*/ 3131009 w 5799173"/>
              <a:gd name="connsiteY55480" fmla="*/ 4687871 h 5017219"/>
              <a:gd name="connsiteX55481" fmla="*/ 3132172 w 5799173"/>
              <a:gd name="connsiteY55481" fmla="*/ 4687206 h 5017219"/>
              <a:gd name="connsiteX55482" fmla="*/ 3151197 w 5799173"/>
              <a:gd name="connsiteY55482" fmla="*/ 4687205 h 5017219"/>
              <a:gd name="connsiteX55483" fmla="*/ 3152360 w 5799173"/>
              <a:gd name="connsiteY55483" fmla="*/ 4687870 h 5017219"/>
              <a:gd name="connsiteX55484" fmla="*/ 3161830 w 5799173"/>
              <a:gd name="connsiteY55484" fmla="*/ 4704321 h 5017219"/>
              <a:gd name="connsiteX55485" fmla="*/ 3161831 w 5799173"/>
              <a:gd name="connsiteY55485" fmla="*/ 4705651 h 5017219"/>
              <a:gd name="connsiteX55486" fmla="*/ 3152276 w 5799173"/>
              <a:gd name="connsiteY55486" fmla="*/ 4722103 h 5017219"/>
              <a:gd name="connsiteX55487" fmla="*/ 3151113 w 5799173"/>
              <a:gd name="connsiteY55487" fmla="*/ 4722768 h 5017219"/>
              <a:gd name="connsiteX55488" fmla="*/ 3794142 w 5799173"/>
              <a:gd name="connsiteY55488" fmla="*/ 4900219 h 5017219"/>
              <a:gd name="connsiteX55489" fmla="*/ 3792979 w 5799173"/>
              <a:gd name="connsiteY55489" fmla="*/ 4899553 h 5017219"/>
              <a:gd name="connsiteX55490" fmla="*/ 3783426 w 5799173"/>
              <a:gd name="connsiteY55490" fmla="*/ 4883019 h 5017219"/>
              <a:gd name="connsiteX55491" fmla="*/ 3783426 w 5799173"/>
              <a:gd name="connsiteY55491" fmla="*/ 4881689 h 5017219"/>
              <a:gd name="connsiteX55492" fmla="*/ 3792981 w 5799173"/>
              <a:gd name="connsiteY55492" fmla="*/ 4865154 h 5017219"/>
              <a:gd name="connsiteX55493" fmla="*/ 3794144 w 5799173"/>
              <a:gd name="connsiteY55493" fmla="*/ 4864489 h 5017219"/>
              <a:gd name="connsiteX55494" fmla="*/ 3813252 w 5799173"/>
              <a:gd name="connsiteY55494" fmla="*/ 4864488 h 5017219"/>
              <a:gd name="connsiteX55495" fmla="*/ 3814415 w 5799173"/>
              <a:gd name="connsiteY55495" fmla="*/ 4865153 h 5017219"/>
              <a:gd name="connsiteX55496" fmla="*/ 3823968 w 5799173"/>
              <a:gd name="connsiteY55496" fmla="*/ 4881687 h 5017219"/>
              <a:gd name="connsiteX55497" fmla="*/ 3823968 w 5799173"/>
              <a:gd name="connsiteY55497" fmla="*/ 4883018 h 5017219"/>
              <a:gd name="connsiteX55498" fmla="*/ 3814413 w 5799173"/>
              <a:gd name="connsiteY55498" fmla="*/ 4899552 h 5017219"/>
              <a:gd name="connsiteX55499" fmla="*/ 3813251 w 5799173"/>
              <a:gd name="connsiteY55499" fmla="*/ 4900218 h 5017219"/>
              <a:gd name="connsiteX55500" fmla="*/ 3192274 w 5799173"/>
              <a:gd name="connsiteY55500" fmla="*/ 4738970 h 5017219"/>
              <a:gd name="connsiteX55501" fmla="*/ 3191111 w 5799173"/>
              <a:gd name="connsiteY55501" fmla="*/ 4738305 h 5017219"/>
              <a:gd name="connsiteX55502" fmla="*/ 3181558 w 5799173"/>
              <a:gd name="connsiteY55502" fmla="*/ 4721771 h 5017219"/>
              <a:gd name="connsiteX55503" fmla="*/ 3181558 w 5799173"/>
              <a:gd name="connsiteY55503" fmla="*/ 4720441 h 5017219"/>
              <a:gd name="connsiteX55504" fmla="*/ 3191113 w 5799173"/>
              <a:gd name="connsiteY55504" fmla="*/ 4703907 h 5017219"/>
              <a:gd name="connsiteX55505" fmla="*/ 3192276 w 5799173"/>
              <a:gd name="connsiteY55505" fmla="*/ 4703241 h 5017219"/>
              <a:gd name="connsiteX55506" fmla="*/ 3211384 w 5799173"/>
              <a:gd name="connsiteY55506" fmla="*/ 4703240 h 5017219"/>
              <a:gd name="connsiteX55507" fmla="*/ 3212547 w 5799173"/>
              <a:gd name="connsiteY55507" fmla="*/ 4703905 h 5017219"/>
              <a:gd name="connsiteX55508" fmla="*/ 3222100 w 5799173"/>
              <a:gd name="connsiteY55508" fmla="*/ 4720439 h 5017219"/>
              <a:gd name="connsiteX55509" fmla="*/ 3222100 w 5799173"/>
              <a:gd name="connsiteY55509" fmla="*/ 4721770 h 5017219"/>
              <a:gd name="connsiteX55510" fmla="*/ 3212545 w 5799173"/>
              <a:gd name="connsiteY55510" fmla="*/ 4738304 h 5017219"/>
              <a:gd name="connsiteX55511" fmla="*/ 3211383 w 5799173"/>
              <a:gd name="connsiteY55511" fmla="*/ 4738969 h 5017219"/>
              <a:gd name="connsiteX55512" fmla="*/ 3312630 w 5799173"/>
              <a:gd name="connsiteY55512" fmla="*/ 4771288 h 5017219"/>
              <a:gd name="connsiteX55513" fmla="*/ 3311467 w 5799173"/>
              <a:gd name="connsiteY55513" fmla="*/ 4770622 h 5017219"/>
              <a:gd name="connsiteX55514" fmla="*/ 3301914 w 5799173"/>
              <a:gd name="connsiteY55514" fmla="*/ 4754089 h 5017219"/>
              <a:gd name="connsiteX55515" fmla="*/ 3301913 w 5799173"/>
              <a:gd name="connsiteY55515" fmla="*/ 4752759 h 5017219"/>
              <a:gd name="connsiteX55516" fmla="*/ 3311468 w 5799173"/>
              <a:gd name="connsiteY55516" fmla="*/ 4736226 h 5017219"/>
              <a:gd name="connsiteX55517" fmla="*/ 3312631 w 5799173"/>
              <a:gd name="connsiteY55517" fmla="*/ 4735560 h 5017219"/>
              <a:gd name="connsiteX55518" fmla="*/ 3331739 w 5799173"/>
              <a:gd name="connsiteY55518" fmla="*/ 4735560 h 5017219"/>
              <a:gd name="connsiteX55519" fmla="*/ 3332902 w 5799173"/>
              <a:gd name="connsiteY55519" fmla="*/ 4736224 h 5017219"/>
              <a:gd name="connsiteX55520" fmla="*/ 3342456 w 5799173"/>
              <a:gd name="connsiteY55520" fmla="*/ 4752758 h 5017219"/>
              <a:gd name="connsiteX55521" fmla="*/ 3342456 w 5799173"/>
              <a:gd name="connsiteY55521" fmla="*/ 4754088 h 5017219"/>
              <a:gd name="connsiteX55522" fmla="*/ 3332901 w 5799173"/>
              <a:gd name="connsiteY55522" fmla="*/ 4770622 h 5017219"/>
              <a:gd name="connsiteX55523" fmla="*/ 3331738 w 5799173"/>
              <a:gd name="connsiteY55523" fmla="*/ 4771287 h 5017219"/>
              <a:gd name="connsiteX55524" fmla="*/ 3432974 w 5799173"/>
              <a:gd name="connsiteY55524" fmla="*/ 4803571 h 5017219"/>
              <a:gd name="connsiteX55525" fmla="*/ 3431810 w 5799173"/>
              <a:gd name="connsiteY55525" fmla="*/ 4802906 h 5017219"/>
              <a:gd name="connsiteX55526" fmla="*/ 3422340 w 5799173"/>
              <a:gd name="connsiteY55526" fmla="*/ 4786457 h 5017219"/>
              <a:gd name="connsiteX55527" fmla="*/ 3422340 w 5799173"/>
              <a:gd name="connsiteY55527" fmla="*/ 4785127 h 5017219"/>
              <a:gd name="connsiteX55528" fmla="*/ 3431894 w 5799173"/>
              <a:gd name="connsiteY55528" fmla="*/ 4768678 h 5017219"/>
              <a:gd name="connsiteX55529" fmla="*/ 3433057 w 5799173"/>
              <a:gd name="connsiteY55529" fmla="*/ 4768013 h 5017219"/>
              <a:gd name="connsiteX55530" fmla="*/ 3452082 w 5799173"/>
              <a:gd name="connsiteY55530" fmla="*/ 4768013 h 5017219"/>
              <a:gd name="connsiteX55531" fmla="*/ 3453245 w 5799173"/>
              <a:gd name="connsiteY55531" fmla="*/ 4768678 h 5017219"/>
              <a:gd name="connsiteX55532" fmla="*/ 3462716 w 5799173"/>
              <a:gd name="connsiteY55532" fmla="*/ 4785127 h 5017219"/>
              <a:gd name="connsiteX55533" fmla="*/ 3462716 w 5799173"/>
              <a:gd name="connsiteY55533" fmla="*/ 4786457 h 5017219"/>
              <a:gd name="connsiteX55534" fmla="*/ 3453162 w 5799173"/>
              <a:gd name="connsiteY55534" fmla="*/ 4802906 h 5017219"/>
              <a:gd name="connsiteX55535" fmla="*/ 3451999 w 5799173"/>
              <a:gd name="connsiteY55535" fmla="*/ 4803571 h 5017219"/>
              <a:gd name="connsiteX55536" fmla="*/ 3071831 w 5799173"/>
              <a:gd name="connsiteY55536" fmla="*/ 4706848 h 5017219"/>
              <a:gd name="connsiteX55537" fmla="*/ 3070668 w 5799173"/>
              <a:gd name="connsiteY55537" fmla="*/ 4706183 h 5017219"/>
              <a:gd name="connsiteX55538" fmla="*/ 3061031 w 5799173"/>
              <a:gd name="connsiteY55538" fmla="*/ 4689481 h 5017219"/>
              <a:gd name="connsiteX55539" fmla="*/ 3061031 w 5799173"/>
              <a:gd name="connsiteY55539" fmla="*/ 4688152 h 5017219"/>
              <a:gd name="connsiteX55540" fmla="*/ 3070669 w 5799173"/>
              <a:gd name="connsiteY55540" fmla="*/ 4671450 h 5017219"/>
              <a:gd name="connsiteX55541" fmla="*/ 3071832 w 5799173"/>
              <a:gd name="connsiteY55541" fmla="*/ 4670785 h 5017219"/>
              <a:gd name="connsiteX55542" fmla="*/ 3091190 w 5799173"/>
              <a:gd name="connsiteY55542" fmla="*/ 4670784 h 5017219"/>
              <a:gd name="connsiteX55543" fmla="*/ 3092353 w 5799173"/>
              <a:gd name="connsiteY55543" fmla="*/ 4671449 h 5017219"/>
              <a:gd name="connsiteX55544" fmla="*/ 3101990 w 5799173"/>
              <a:gd name="connsiteY55544" fmla="*/ 4688151 h 5017219"/>
              <a:gd name="connsiteX55545" fmla="*/ 3101990 w 5799173"/>
              <a:gd name="connsiteY55545" fmla="*/ 4689480 h 5017219"/>
              <a:gd name="connsiteX55546" fmla="*/ 3092352 w 5799173"/>
              <a:gd name="connsiteY55546" fmla="*/ 4706183 h 5017219"/>
              <a:gd name="connsiteX55547" fmla="*/ 3091189 w 5799173"/>
              <a:gd name="connsiteY55547" fmla="*/ 4706846 h 5017219"/>
              <a:gd name="connsiteX55548" fmla="*/ 3252420 w 5799173"/>
              <a:gd name="connsiteY55548" fmla="*/ 4755251 h 5017219"/>
              <a:gd name="connsiteX55549" fmla="*/ 3251257 w 5799173"/>
              <a:gd name="connsiteY55549" fmla="*/ 4754586 h 5017219"/>
              <a:gd name="connsiteX55550" fmla="*/ 3241703 w 5799173"/>
              <a:gd name="connsiteY55550" fmla="*/ 4738053 h 5017219"/>
              <a:gd name="connsiteX55551" fmla="*/ 3241703 w 5799173"/>
              <a:gd name="connsiteY55551" fmla="*/ 4736723 h 5017219"/>
              <a:gd name="connsiteX55552" fmla="*/ 3251258 w 5799173"/>
              <a:gd name="connsiteY55552" fmla="*/ 4720191 h 5017219"/>
              <a:gd name="connsiteX55553" fmla="*/ 3252420 w 5799173"/>
              <a:gd name="connsiteY55553" fmla="*/ 4719526 h 5017219"/>
              <a:gd name="connsiteX55554" fmla="*/ 3271528 w 5799173"/>
              <a:gd name="connsiteY55554" fmla="*/ 4719526 h 5017219"/>
              <a:gd name="connsiteX55555" fmla="*/ 3272691 w 5799173"/>
              <a:gd name="connsiteY55555" fmla="*/ 4720191 h 5017219"/>
              <a:gd name="connsiteX55556" fmla="*/ 3282245 w 5799173"/>
              <a:gd name="connsiteY55556" fmla="*/ 4736723 h 5017219"/>
              <a:gd name="connsiteX55557" fmla="*/ 3282245 w 5799173"/>
              <a:gd name="connsiteY55557" fmla="*/ 4738053 h 5017219"/>
              <a:gd name="connsiteX55558" fmla="*/ 3272691 w 5799173"/>
              <a:gd name="connsiteY55558" fmla="*/ 4754585 h 5017219"/>
              <a:gd name="connsiteX55559" fmla="*/ 3271528 w 5799173"/>
              <a:gd name="connsiteY55559" fmla="*/ 4755251 h 5017219"/>
              <a:gd name="connsiteX55560" fmla="*/ 483791 w 5799173"/>
              <a:gd name="connsiteY55560" fmla="*/ 4013418 h 5017219"/>
              <a:gd name="connsiteX55561" fmla="*/ 482628 w 5799173"/>
              <a:gd name="connsiteY55561" fmla="*/ 4012753 h 5017219"/>
              <a:gd name="connsiteX55562" fmla="*/ 472991 w 5799173"/>
              <a:gd name="connsiteY55562" fmla="*/ 3996137 h 5017219"/>
              <a:gd name="connsiteX55563" fmla="*/ 472991 w 5799173"/>
              <a:gd name="connsiteY55563" fmla="*/ 3994807 h 5017219"/>
              <a:gd name="connsiteX55564" fmla="*/ 482628 w 5799173"/>
              <a:gd name="connsiteY55564" fmla="*/ 3978190 h 5017219"/>
              <a:gd name="connsiteX55565" fmla="*/ 483791 w 5799173"/>
              <a:gd name="connsiteY55565" fmla="*/ 3977525 h 5017219"/>
              <a:gd name="connsiteX55566" fmla="*/ 502982 w 5799173"/>
              <a:gd name="connsiteY55566" fmla="*/ 3977525 h 5017219"/>
              <a:gd name="connsiteX55567" fmla="*/ 504146 w 5799173"/>
              <a:gd name="connsiteY55567" fmla="*/ 3978190 h 5017219"/>
              <a:gd name="connsiteX55568" fmla="*/ 513783 w 5799173"/>
              <a:gd name="connsiteY55568" fmla="*/ 3994806 h 5017219"/>
              <a:gd name="connsiteX55569" fmla="*/ 513783 w 5799173"/>
              <a:gd name="connsiteY55569" fmla="*/ 3996136 h 5017219"/>
              <a:gd name="connsiteX55570" fmla="*/ 504145 w 5799173"/>
              <a:gd name="connsiteY55570" fmla="*/ 4012753 h 5017219"/>
              <a:gd name="connsiteX55571" fmla="*/ 502982 w 5799173"/>
              <a:gd name="connsiteY55571" fmla="*/ 4013417 h 5017219"/>
              <a:gd name="connsiteX55572" fmla="*/ 3372646 w 5799173"/>
              <a:gd name="connsiteY55572" fmla="*/ 4787577 h 5017219"/>
              <a:gd name="connsiteX55573" fmla="*/ 3371483 w 5799173"/>
              <a:gd name="connsiteY55573" fmla="*/ 4786912 h 5017219"/>
              <a:gd name="connsiteX55574" fmla="*/ 3361763 w 5799173"/>
              <a:gd name="connsiteY55574" fmla="*/ 4769961 h 5017219"/>
              <a:gd name="connsiteX55575" fmla="*/ 3361764 w 5799173"/>
              <a:gd name="connsiteY55575" fmla="*/ 4768548 h 5017219"/>
              <a:gd name="connsiteX55576" fmla="*/ 3371568 w 5799173"/>
              <a:gd name="connsiteY55576" fmla="*/ 4751596 h 5017219"/>
              <a:gd name="connsiteX55577" fmla="*/ 3372731 w 5799173"/>
              <a:gd name="connsiteY55577" fmla="*/ 4750930 h 5017219"/>
              <a:gd name="connsiteX55578" fmla="*/ 3392256 w 5799173"/>
              <a:gd name="connsiteY55578" fmla="*/ 4750929 h 5017219"/>
              <a:gd name="connsiteX55579" fmla="*/ 3393418 w 5799173"/>
              <a:gd name="connsiteY55579" fmla="*/ 4751595 h 5017219"/>
              <a:gd name="connsiteX55580" fmla="*/ 3403138 w 5799173"/>
              <a:gd name="connsiteY55580" fmla="*/ 4768546 h 5017219"/>
              <a:gd name="connsiteX55581" fmla="*/ 3403137 w 5799173"/>
              <a:gd name="connsiteY55581" fmla="*/ 4769959 h 5017219"/>
              <a:gd name="connsiteX55582" fmla="*/ 3393333 w 5799173"/>
              <a:gd name="connsiteY55582" fmla="*/ 4786911 h 5017219"/>
              <a:gd name="connsiteX55583" fmla="*/ 3392170 w 5799173"/>
              <a:gd name="connsiteY55583" fmla="*/ 4787576 h 5017219"/>
              <a:gd name="connsiteX55584" fmla="*/ 3011423 w 5799173"/>
              <a:gd name="connsiteY55584" fmla="*/ 4691064 h 5017219"/>
              <a:gd name="connsiteX55585" fmla="*/ 3010259 w 5799173"/>
              <a:gd name="connsiteY55585" fmla="*/ 4690400 h 5017219"/>
              <a:gd name="connsiteX55586" fmla="*/ 3000374 w 5799173"/>
              <a:gd name="connsiteY55586" fmla="*/ 4673282 h 5017219"/>
              <a:gd name="connsiteX55587" fmla="*/ 3000374 w 5799173"/>
              <a:gd name="connsiteY55587" fmla="*/ 4671870 h 5017219"/>
              <a:gd name="connsiteX55588" fmla="*/ 3010261 w 5799173"/>
              <a:gd name="connsiteY55588" fmla="*/ 4654752 h 5017219"/>
              <a:gd name="connsiteX55589" fmla="*/ 3011425 w 5799173"/>
              <a:gd name="connsiteY55589" fmla="*/ 4654086 h 5017219"/>
              <a:gd name="connsiteX55590" fmla="*/ 3031115 w 5799173"/>
              <a:gd name="connsiteY55590" fmla="*/ 4654085 h 5017219"/>
              <a:gd name="connsiteX55591" fmla="*/ 3032278 w 5799173"/>
              <a:gd name="connsiteY55591" fmla="*/ 4654751 h 5017219"/>
              <a:gd name="connsiteX55592" fmla="*/ 3042164 w 5799173"/>
              <a:gd name="connsiteY55592" fmla="*/ 4671868 h 5017219"/>
              <a:gd name="connsiteX55593" fmla="*/ 3042163 w 5799173"/>
              <a:gd name="connsiteY55593" fmla="*/ 4673280 h 5017219"/>
              <a:gd name="connsiteX55594" fmla="*/ 3032276 w 5799173"/>
              <a:gd name="connsiteY55594" fmla="*/ 4690399 h 5017219"/>
              <a:gd name="connsiteX55595" fmla="*/ 3031113 w 5799173"/>
              <a:gd name="connsiteY55595" fmla="*/ 4691063 h 5017219"/>
              <a:gd name="connsiteX55596" fmla="*/ 3853941 w 5799173"/>
              <a:gd name="connsiteY55596" fmla="*/ 4917037 h 5017219"/>
              <a:gd name="connsiteX55597" fmla="*/ 3852693 w 5799173"/>
              <a:gd name="connsiteY55597" fmla="*/ 4916372 h 5017219"/>
              <a:gd name="connsiteX55598" fmla="*/ 3842725 w 5799173"/>
              <a:gd name="connsiteY55598" fmla="*/ 4899089 h 5017219"/>
              <a:gd name="connsiteX55599" fmla="*/ 3842725 w 5799173"/>
              <a:gd name="connsiteY55599" fmla="*/ 4897676 h 5017219"/>
              <a:gd name="connsiteX55600" fmla="*/ 3852695 w 5799173"/>
              <a:gd name="connsiteY55600" fmla="*/ 4880392 h 5017219"/>
              <a:gd name="connsiteX55601" fmla="*/ 3853943 w 5799173"/>
              <a:gd name="connsiteY55601" fmla="*/ 4879726 h 5017219"/>
              <a:gd name="connsiteX55602" fmla="*/ 3873882 w 5799173"/>
              <a:gd name="connsiteY55602" fmla="*/ 4879725 h 5017219"/>
              <a:gd name="connsiteX55603" fmla="*/ 3875128 w 5799173"/>
              <a:gd name="connsiteY55603" fmla="*/ 4880391 h 5017219"/>
              <a:gd name="connsiteX55604" fmla="*/ 3885096 w 5799173"/>
              <a:gd name="connsiteY55604" fmla="*/ 4897674 h 5017219"/>
              <a:gd name="connsiteX55605" fmla="*/ 3885096 w 5799173"/>
              <a:gd name="connsiteY55605" fmla="*/ 4899086 h 5017219"/>
              <a:gd name="connsiteX55606" fmla="*/ 3875126 w 5799173"/>
              <a:gd name="connsiteY55606" fmla="*/ 4916371 h 5017219"/>
              <a:gd name="connsiteX55607" fmla="*/ 3873880 w 5799173"/>
              <a:gd name="connsiteY55607" fmla="*/ 4917036 h 5017219"/>
              <a:gd name="connsiteX55608" fmla="*/ 964854 w 5799173"/>
              <a:gd name="connsiteY55608" fmla="*/ 4143209 h 5017219"/>
              <a:gd name="connsiteX55609" fmla="*/ 963608 w 5799173"/>
              <a:gd name="connsiteY55609" fmla="*/ 4142461 h 5017219"/>
              <a:gd name="connsiteX55610" fmla="*/ 953473 w 5799173"/>
              <a:gd name="connsiteY55610" fmla="*/ 4124928 h 5017219"/>
              <a:gd name="connsiteX55611" fmla="*/ 953473 w 5799173"/>
              <a:gd name="connsiteY55611" fmla="*/ 4123516 h 5017219"/>
              <a:gd name="connsiteX55612" fmla="*/ 963610 w 5799173"/>
              <a:gd name="connsiteY55612" fmla="*/ 4105983 h 5017219"/>
              <a:gd name="connsiteX55613" fmla="*/ 964856 w 5799173"/>
              <a:gd name="connsiteY55613" fmla="*/ 4105234 h 5017219"/>
              <a:gd name="connsiteX55614" fmla="*/ 985128 w 5799173"/>
              <a:gd name="connsiteY55614" fmla="*/ 4105233 h 5017219"/>
              <a:gd name="connsiteX55615" fmla="*/ 986374 w 5799173"/>
              <a:gd name="connsiteY55615" fmla="*/ 4105981 h 5017219"/>
              <a:gd name="connsiteX55616" fmla="*/ 996509 w 5799173"/>
              <a:gd name="connsiteY55616" fmla="*/ 4123513 h 5017219"/>
              <a:gd name="connsiteX55617" fmla="*/ 996509 w 5799173"/>
              <a:gd name="connsiteY55617" fmla="*/ 4124926 h 5017219"/>
              <a:gd name="connsiteX55618" fmla="*/ 986372 w 5799173"/>
              <a:gd name="connsiteY55618" fmla="*/ 4142459 h 5017219"/>
              <a:gd name="connsiteX55619" fmla="*/ 985126 w 5799173"/>
              <a:gd name="connsiteY55619" fmla="*/ 4143208 h 5017219"/>
              <a:gd name="connsiteX55620" fmla="*/ 2288685 w 5799173"/>
              <a:gd name="connsiteY55620" fmla="*/ 4498522 h 5017219"/>
              <a:gd name="connsiteX55621" fmla="*/ 2287439 w 5799173"/>
              <a:gd name="connsiteY55621" fmla="*/ 4497774 h 5017219"/>
              <a:gd name="connsiteX55622" fmla="*/ 2277055 w 5799173"/>
              <a:gd name="connsiteY55622" fmla="*/ 4479826 h 5017219"/>
              <a:gd name="connsiteX55623" fmla="*/ 2277055 w 5799173"/>
              <a:gd name="connsiteY55623" fmla="*/ 4478331 h 5017219"/>
              <a:gd name="connsiteX55624" fmla="*/ 2287441 w 5799173"/>
              <a:gd name="connsiteY55624" fmla="*/ 4460382 h 5017219"/>
              <a:gd name="connsiteX55625" fmla="*/ 2288687 w 5799173"/>
              <a:gd name="connsiteY55625" fmla="*/ 4459633 h 5017219"/>
              <a:gd name="connsiteX55626" fmla="*/ 2309457 w 5799173"/>
              <a:gd name="connsiteY55626" fmla="*/ 4459633 h 5017219"/>
              <a:gd name="connsiteX55627" fmla="*/ 2310703 w 5799173"/>
              <a:gd name="connsiteY55627" fmla="*/ 4460381 h 5017219"/>
              <a:gd name="connsiteX55628" fmla="*/ 2321087 w 5799173"/>
              <a:gd name="connsiteY55628" fmla="*/ 4478328 h 5017219"/>
              <a:gd name="connsiteX55629" fmla="*/ 2321087 w 5799173"/>
              <a:gd name="connsiteY55629" fmla="*/ 4479824 h 5017219"/>
              <a:gd name="connsiteX55630" fmla="*/ 2310701 w 5799173"/>
              <a:gd name="connsiteY55630" fmla="*/ 4497772 h 5017219"/>
              <a:gd name="connsiteX55631" fmla="*/ 2309455 w 5799173"/>
              <a:gd name="connsiteY55631" fmla="*/ 4498521 h 5017219"/>
              <a:gd name="connsiteX55632" fmla="*/ 2108061 w 5799173"/>
              <a:gd name="connsiteY55632" fmla="*/ 4450153 h 5017219"/>
              <a:gd name="connsiteX55633" fmla="*/ 2106815 w 5799173"/>
              <a:gd name="connsiteY55633" fmla="*/ 4449406 h 5017219"/>
              <a:gd name="connsiteX55634" fmla="*/ 2096431 w 5799173"/>
              <a:gd name="connsiteY55634" fmla="*/ 4431373 h 5017219"/>
              <a:gd name="connsiteX55635" fmla="*/ 2096431 w 5799173"/>
              <a:gd name="connsiteY55635" fmla="*/ 4429878 h 5017219"/>
              <a:gd name="connsiteX55636" fmla="*/ 2106901 w 5799173"/>
              <a:gd name="connsiteY55636" fmla="*/ 4411845 h 5017219"/>
              <a:gd name="connsiteX55637" fmla="*/ 2108147 w 5799173"/>
              <a:gd name="connsiteY55637" fmla="*/ 4411097 h 5017219"/>
              <a:gd name="connsiteX55638" fmla="*/ 2129000 w 5799173"/>
              <a:gd name="connsiteY55638" fmla="*/ 4411095 h 5017219"/>
              <a:gd name="connsiteX55639" fmla="*/ 2130246 w 5799173"/>
              <a:gd name="connsiteY55639" fmla="*/ 4411844 h 5017219"/>
              <a:gd name="connsiteX55640" fmla="*/ 2140630 w 5799173"/>
              <a:gd name="connsiteY55640" fmla="*/ 4429876 h 5017219"/>
              <a:gd name="connsiteX55641" fmla="*/ 2140630 w 5799173"/>
              <a:gd name="connsiteY55641" fmla="*/ 4431371 h 5017219"/>
              <a:gd name="connsiteX55642" fmla="*/ 2130161 w 5799173"/>
              <a:gd name="connsiteY55642" fmla="*/ 4449404 h 5017219"/>
              <a:gd name="connsiteX55643" fmla="*/ 2128914 w 5799173"/>
              <a:gd name="connsiteY55643" fmla="*/ 4450151 h 5017219"/>
              <a:gd name="connsiteX55644" fmla="*/ 2168220 w 5799173"/>
              <a:gd name="connsiteY55644" fmla="*/ 4466378 h 5017219"/>
              <a:gd name="connsiteX55645" fmla="*/ 2166975 w 5799173"/>
              <a:gd name="connsiteY55645" fmla="*/ 4465632 h 5017219"/>
              <a:gd name="connsiteX55646" fmla="*/ 2156590 w 5799173"/>
              <a:gd name="connsiteY55646" fmla="*/ 4447600 h 5017219"/>
              <a:gd name="connsiteX55647" fmla="*/ 2156590 w 5799173"/>
              <a:gd name="connsiteY55647" fmla="*/ 4446105 h 5017219"/>
              <a:gd name="connsiteX55648" fmla="*/ 2167059 w 5799173"/>
              <a:gd name="connsiteY55648" fmla="*/ 4428074 h 5017219"/>
              <a:gd name="connsiteX55649" fmla="*/ 2168305 w 5799173"/>
              <a:gd name="connsiteY55649" fmla="*/ 4427326 h 5017219"/>
              <a:gd name="connsiteX55650" fmla="*/ 2189159 w 5799173"/>
              <a:gd name="connsiteY55650" fmla="*/ 4427325 h 5017219"/>
              <a:gd name="connsiteX55651" fmla="*/ 2190405 w 5799173"/>
              <a:gd name="connsiteY55651" fmla="*/ 4428073 h 5017219"/>
              <a:gd name="connsiteX55652" fmla="*/ 2200789 w 5799173"/>
              <a:gd name="connsiteY55652" fmla="*/ 4446103 h 5017219"/>
              <a:gd name="connsiteX55653" fmla="*/ 2200789 w 5799173"/>
              <a:gd name="connsiteY55653" fmla="*/ 4447598 h 5017219"/>
              <a:gd name="connsiteX55654" fmla="*/ 2190320 w 5799173"/>
              <a:gd name="connsiteY55654" fmla="*/ 4465631 h 5017219"/>
              <a:gd name="connsiteX55655" fmla="*/ 2189074 w 5799173"/>
              <a:gd name="connsiteY55655" fmla="*/ 4466378 h 5017219"/>
              <a:gd name="connsiteX55656" fmla="*/ 663585 w 5799173"/>
              <a:gd name="connsiteY55656" fmla="*/ 4063215 h 5017219"/>
              <a:gd name="connsiteX55657" fmla="*/ 662339 w 5799173"/>
              <a:gd name="connsiteY55657" fmla="*/ 4062469 h 5017219"/>
              <a:gd name="connsiteX55658" fmla="*/ 651872 w 5799173"/>
              <a:gd name="connsiteY55658" fmla="*/ 4044353 h 5017219"/>
              <a:gd name="connsiteX55659" fmla="*/ 651872 w 5799173"/>
              <a:gd name="connsiteY55659" fmla="*/ 4042859 h 5017219"/>
              <a:gd name="connsiteX55660" fmla="*/ 662341 w 5799173"/>
              <a:gd name="connsiteY55660" fmla="*/ 4024742 h 5017219"/>
              <a:gd name="connsiteX55661" fmla="*/ 663587 w 5799173"/>
              <a:gd name="connsiteY55661" fmla="*/ 4023994 h 5017219"/>
              <a:gd name="connsiteX55662" fmla="*/ 684524 w 5799173"/>
              <a:gd name="connsiteY55662" fmla="*/ 4023993 h 5017219"/>
              <a:gd name="connsiteX55663" fmla="*/ 685770 w 5799173"/>
              <a:gd name="connsiteY55663" fmla="*/ 4024741 h 5017219"/>
              <a:gd name="connsiteX55664" fmla="*/ 696237 w 5799173"/>
              <a:gd name="connsiteY55664" fmla="*/ 4042855 h 5017219"/>
              <a:gd name="connsiteX55665" fmla="*/ 696237 w 5799173"/>
              <a:gd name="connsiteY55665" fmla="*/ 4044350 h 5017219"/>
              <a:gd name="connsiteX55666" fmla="*/ 685768 w 5799173"/>
              <a:gd name="connsiteY55666" fmla="*/ 4062467 h 5017219"/>
              <a:gd name="connsiteX55667" fmla="*/ 684522 w 5799173"/>
              <a:gd name="connsiteY55667" fmla="*/ 4063214 h 5017219"/>
              <a:gd name="connsiteX55668" fmla="*/ 844099 w 5799173"/>
              <a:gd name="connsiteY55668" fmla="*/ 4111617 h 5017219"/>
              <a:gd name="connsiteX55669" fmla="*/ 842852 w 5799173"/>
              <a:gd name="connsiteY55669" fmla="*/ 4110869 h 5017219"/>
              <a:gd name="connsiteX55670" fmla="*/ 832303 w 5799173"/>
              <a:gd name="connsiteY55670" fmla="*/ 4092588 h 5017219"/>
              <a:gd name="connsiteX55671" fmla="*/ 832302 w 5799173"/>
              <a:gd name="connsiteY55671" fmla="*/ 4091092 h 5017219"/>
              <a:gd name="connsiteX55672" fmla="*/ 842855 w 5799173"/>
              <a:gd name="connsiteY55672" fmla="*/ 4072809 h 5017219"/>
              <a:gd name="connsiteX55673" fmla="*/ 844101 w 5799173"/>
              <a:gd name="connsiteY55673" fmla="*/ 4072061 h 5017219"/>
              <a:gd name="connsiteX55674" fmla="*/ 865121 w 5799173"/>
              <a:gd name="connsiteY55674" fmla="*/ 4072060 h 5017219"/>
              <a:gd name="connsiteX55675" fmla="*/ 866367 w 5799173"/>
              <a:gd name="connsiteY55675" fmla="*/ 4072807 h 5017219"/>
              <a:gd name="connsiteX55676" fmla="*/ 876918 w 5799173"/>
              <a:gd name="connsiteY55676" fmla="*/ 4091088 h 5017219"/>
              <a:gd name="connsiteX55677" fmla="*/ 876917 w 5799173"/>
              <a:gd name="connsiteY55677" fmla="*/ 4092585 h 5017219"/>
              <a:gd name="connsiteX55678" fmla="*/ 866364 w 5799173"/>
              <a:gd name="connsiteY55678" fmla="*/ 4110867 h 5017219"/>
              <a:gd name="connsiteX55679" fmla="*/ 865118 w 5799173"/>
              <a:gd name="connsiteY55679" fmla="*/ 4111615 h 5017219"/>
              <a:gd name="connsiteX55680" fmla="*/ 1145039 w 5799173"/>
              <a:gd name="connsiteY55680" fmla="*/ 4192285 h 5017219"/>
              <a:gd name="connsiteX55681" fmla="*/ 1143793 w 5799173"/>
              <a:gd name="connsiteY55681" fmla="*/ 4191538 h 5017219"/>
              <a:gd name="connsiteX55682" fmla="*/ 1133409 w 5799173"/>
              <a:gd name="connsiteY55682" fmla="*/ 4173507 h 5017219"/>
              <a:gd name="connsiteX55683" fmla="*/ 1133409 w 5799173"/>
              <a:gd name="connsiteY55683" fmla="*/ 4172012 h 5017219"/>
              <a:gd name="connsiteX55684" fmla="*/ 1143877 w 5799173"/>
              <a:gd name="connsiteY55684" fmla="*/ 4153982 h 5017219"/>
              <a:gd name="connsiteX55685" fmla="*/ 1145123 w 5799173"/>
              <a:gd name="connsiteY55685" fmla="*/ 4153234 h 5017219"/>
              <a:gd name="connsiteX55686" fmla="*/ 1165976 w 5799173"/>
              <a:gd name="connsiteY55686" fmla="*/ 4153233 h 5017219"/>
              <a:gd name="connsiteX55687" fmla="*/ 1167223 w 5799173"/>
              <a:gd name="connsiteY55687" fmla="*/ 4153981 h 5017219"/>
              <a:gd name="connsiteX55688" fmla="*/ 1177607 w 5799173"/>
              <a:gd name="connsiteY55688" fmla="*/ 4172011 h 5017219"/>
              <a:gd name="connsiteX55689" fmla="*/ 1177607 w 5799173"/>
              <a:gd name="connsiteY55689" fmla="*/ 4173507 h 5017219"/>
              <a:gd name="connsiteX55690" fmla="*/ 1167139 w 5799173"/>
              <a:gd name="connsiteY55690" fmla="*/ 4191537 h 5017219"/>
              <a:gd name="connsiteX55691" fmla="*/ 1165892 w 5799173"/>
              <a:gd name="connsiteY55691" fmla="*/ 4192284 h 5017219"/>
              <a:gd name="connsiteX55692" fmla="*/ 1024647 w 5799173"/>
              <a:gd name="connsiteY55692" fmla="*/ 4160036 h 5017219"/>
              <a:gd name="connsiteX55693" fmla="*/ 1023401 w 5799173"/>
              <a:gd name="connsiteY55693" fmla="*/ 4159288 h 5017219"/>
              <a:gd name="connsiteX55694" fmla="*/ 1012851 w 5799173"/>
              <a:gd name="connsiteY55694" fmla="*/ 4141008 h 5017219"/>
              <a:gd name="connsiteX55695" fmla="*/ 1012851 w 5799173"/>
              <a:gd name="connsiteY55695" fmla="*/ 4139511 h 5017219"/>
              <a:gd name="connsiteX55696" fmla="*/ 1023403 w 5799173"/>
              <a:gd name="connsiteY55696" fmla="*/ 4121229 h 5017219"/>
              <a:gd name="connsiteX55697" fmla="*/ 1024649 w 5799173"/>
              <a:gd name="connsiteY55697" fmla="*/ 4120481 h 5017219"/>
              <a:gd name="connsiteX55698" fmla="*/ 1045669 w 5799173"/>
              <a:gd name="connsiteY55698" fmla="*/ 4120480 h 5017219"/>
              <a:gd name="connsiteX55699" fmla="*/ 1046914 w 5799173"/>
              <a:gd name="connsiteY55699" fmla="*/ 4121228 h 5017219"/>
              <a:gd name="connsiteX55700" fmla="*/ 1057466 w 5799173"/>
              <a:gd name="connsiteY55700" fmla="*/ 4139508 h 5017219"/>
              <a:gd name="connsiteX55701" fmla="*/ 1057465 w 5799173"/>
              <a:gd name="connsiteY55701" fmla="*/ 4141004 h 5017219"/>
              <a:gd name="connsiteX55702" fmla="*/ 1046912 w 5799173"/>
              <a:gd name="connsiteY55702" fmla="*/ 4159286 h 5017219"/>
              <a:gd name="connsiteX55703" fmla="*/ 1045666 w 5799173"/>
              <a:gd name="connsiteY55703" fmla="*/ 4160034 h 5017219"/>
              <a:gd name="connsiteX55704" fmla="*/ 904266 w 5799173"/>
              <a:gd name="connsiteY55704" fmla="*/ 4127813 h 5017219"/>
              <a:gd name="connsiteX55705" fmla="*/ 903019 w 5799173"/>
              <a:gd name="connsiteY55705" fmla="*/ 4127065 h 5017219"/>
              <a:gd name="connsiteX55706" fmla="*/ 892470 w 5799173"/>
              <a:gd name="connsiteY55706" fmla="*/ 4108785 h 5017219"/>
              <a:gd name="connsiteX55707" fmla="*/ 892469 w 5799173"/>
              <a:gd name="connsiteY55707" fmla="*/ 4107289 h 5017219"/>
              <a:gd name="connsiteX55708" fmla="*/ 903022 w 5799173"/>
              <a:gd name="connsiteY55708" fmla="*/ 4089007 h 5017219"/>
              <a:gd name="connsiteX55709" fmla="*/ 904268 w 5799173"/>
              <a:gd name="connsiteY55709" fmla="*/ 4088259 h 5017219"/>
              <a:gd name="connsiteX55710" fmla="*/ 925287 w 5799173"/>
              <a:gd name="connsiteY55710" fmla="*/ 4088258 h 5017219"/>
              <a:gd name="connsiteX55711" fmla="*/ 926533 w 5799173"/>
              <a:gd name="connsiteY55711" fmla="*/ 4089007 h 5017219"/>
              <a:gd name="connsiteX55712" fmla="*/ 937084 w 5799173"/>
              <a:gd name="connsiteY55712" fmla="*/ 4107287 h 5017219"/>
              <a:gd name="connsiteX55713" fmla="*/ 937084 w 5799173"/>
              <a:gd name="connsiteY55713" fmla="*/ 4108782 h 5017219"/>
              <a:gd name="connsiteX55714" fmla="*/ 926531 w 5799173"/>
              <a:gd name="connsiteY55714" fmla="*/ 4127064 h 5017219"/>
              <a:gd name="connsiteX55715" fmla="*/ 925285 w 5799173"/>
              <a:gd name="connsiteY55715" fmla="*/ 4127812 h 5017219"/>
              <a:gd name="connsiteX55716" fmla="*/ 1867239 w 5799173"/>
              <a:gd name="connsiteY55716" fmla="*/ 4385869 h 5017219"/>
              <a:gd name="connsiteX55717" fmla="*/ 1865992 w 5799173"/>
              <a:gd name="connsiteY55717" fmla="*/ 4385121 h 5017219"/>
              <a:gd name="connsiteX55718" fmla="*/ 1855442 w 5799173"/>
              <a:gd name="connsiteY55718" fmla="*/ 4366841 h 5017219"/>
              <a:gd name="connsiteX55719" fmla="*/ 1855442 w 5799173"/>
              <a:gd name="connsiteY55719" fmla="*/ 4365345 h 5017219"/>
              <a:gd name="connsiteX55720" fmla="*/ 1865994 w 5799173"/>
              <a:gd name="connsiteY55720" fmla="*/ 4347064 h 5017219"/>
              <a:gd name="connsiteX55721" fmla="*/ 1867240 w 5799173"/>
              <a:gd name="connsiteY55721" fmla="*/ 4346316 h 5017219"/>
              <a:gd name="connsiteX55722" fmla="*/ 1888260 w 5799173"/>
              <a:gd name="connsiteY55722" fmla="*/ 4346315 h 5017219"/>
              <a:gd name="connsiteX55723" fmla="*/ 1889506 w 5799173"/>
              <a:gd name="connsiteY55723" fmla="*/ 4347063 h 5017219"/>
              <a:gd name="connsiteX55724" fmla="*/ 1900056 w 5799173"/>
              <a:gd name="connsiteY55724" fmla="*/ 4365343 h 5017219"/>
              <a:gd name="connsiteX55725" fmla="*/ 1900055 w 5799173"/>
              <a:gd name="connsiteY55725" fmla="*/ 4366840 h 5017219"/>
              <a:gd name="connsiteX55726" fmla="*/ 1889504 w 5799173"/>
              <a:gd name="connsiteY55726" fmla="*/ 4385119 h 5017219"/>
              <a:gd name="connsiteX55727" fmla="*/ 1888258 w 5799173"/>
              <a:gd name="connsiteY55727" fmla="*/ 4385868 h 5017219"/>
              <a:gd name="connsiteX55728" fmla="*/ 603319 w 5799173"/>
              <a:gd name="connsiteY55728" fmla="*/ 4047240 h 5017219"/>
              <a:gd name="connsiteX55729" fmla="*/ 602073 w 5799173"/>
              <a:gd name="connsiteY55729" fmla="*/ 4046492 h 5017219"/>
              <a:gd name="connsiteX55730" fmla="*/ 591523 w 5799173"/>
              <a:gd name="connsiteY55730" fmla="*/ 4028212 h 5017219"/>
              <a:gd name="connsiteX55731" fmla="*/ 591523 w 5799173"/>
              <a:gd name="connsiteY55731" fmla="*/ 4026716 h 5017219"/>
              <a:gd name="connsiteX55732" fmla="*/ 602075 w 5799173"/>
              <a:gd name="connsiteY55732" fmla="*/ 4008436 h 5017219"/>
              <a:gd name="connsiteX55733" fmla="*/ 603321 w 5799173"/>
              <a:gd name="connsiteY55733" fmla="*/ 4007687 h 5017219"/>
              <a:gd name="connsiteX55734" fmla="*/ 624340 w 5799173"/>
              <a:gd name="connsiteY55734" fmla="*/ 4007687 h 5017219"/>
              <a:gd name="connsiteX55735" fmla="*/ 625586 w 5799173"/>
              <a:gd name="connsiteY55735" fmla="*/ 4008435 h 5017219"/>
              <a:gd name="connsiteX55736" fmla="*/ 636137 w 5799173"/>
              <a:gd name="connsiteY55736" fmla="*/ 4026714 h 5017219"/>
              <a:gd name="connsiteX55737" fmla="*/ 636137 w 5799173"/>
              <a:gd name="connsiteY55737" fmla="*/ 4028211 h 5017219"/>
              <a:gd name="connsiteX55738" fmla="*/ 625584 w 5799173"/>
              <a:gd name="connsiteY55738" fmla="*/ 4046490 h 5017219"/>
              <a:gd name="connsiteX55739" fmla="*/ 624338 w 5799173"/>
              <a:gd name="connsiteY55739" fmla="*/ 4047239 h 5017219"/>
              <a:gd name="connsiteX55740" fmla="*/ 543123 w 5799173"/>
              <a:gd name="connsiteY55740" fmla="*/ 4031147 h 5017219"/>
              <a:gd name="connsiteX55741" fmla="*/ 541877 w 5799173"/>
              <a:gd name="connsiteY55741" fmla="*/ 4030399 h 5017219"/>
              <a:gd name="connsiteX55742" fmla="*/ 531327 w 5799173"/>
              <a:gd name="connsiteY55742" fmla="*/ 4012121 h 5017219"/>
              <a:gd name="connsiteX55743" fmla="*/ 531326 w 5799173"/>
              <a:gd name="connsiteY55743" fmla="*/ 4010624 h 5017219"/>
              <a:gd name="connsiteX55744" fmla="*/ 541878 w 5799173"/>
              <a:gd name="connsiteY55744" fmla="*/ 3992344 h 5017219"/>
              <a:gd name="connsiteX55745" fmla="*/ 543124 w 5799173"/>
              <a:gd name="connsiteY55745" fmla="*/ 3991597 h 5017219"/>
              <a:gd name="connsiteX55746" fmla="*/ 564144 w 5799173"/>
              <a:gd name="connsiteY55746" fmla="*/ 3991595 h 5017219"/>
              <a:gd name="connsiteX55747" fmla="*/ 565389 w 5799173"/>
              <a:gd name="connsiteY55747" fmla="*/ 3992344 h 5017219"/>
              <a:gd name="connsiteX55748" fmla="*/ 575941 w 5799173"/>
              <a:gd name="connsiteY55748" fmla="*/ 4010623 h 5017219"/>
              <a:gd name="connsiteX55749" fmla="*/ 575941 w 5799173"/>
              <a:gd name="connsiteY55749" fmla="*/ 4012118 h 5017219"/>
              <a:gd name="connsiteX55750" fmla="*/ 565388 w 5799173"/>
              <a:gd name="connsiteY55750" fmla="*/ 4030398 h 5017219"/>
              <a:gd name="connsiteX55751" fmla="*/ 564142 w 5799173"/>
              <a:gd name="connsiteY55751" fmla="*/ 4031147 h 5017219"/>
              <a:gd name="connsiteX55752" fmla="*/ 1746843 w 5799173"/>
              <a:gd name="connsiteY55752" fmla="*/ 4353701 h 5017219"/>
              <a:gd name="connsiteX55753" fmla="*/ 1745596 w 5799173"/>
              <a:gd name="connsiteY55753" fmla="*/ 4352953 h 5017219"/>
              <a:gd name="connsiteX55754" fmla="*/ 1735046 w 5799173"/>
              <a:gd name="connsiteY55754" fmla="*/ 4334675 h 5017219"/>
              <a:gd name="connsiteX55755" fmla="*/ 1735046 w 5799173"/>
              <a:gd name="connsiteY55755" fmla="*/ 4333179 h 5017219"/>
              <a:gd name="connsiteX55756" fmla="*/ 1745598 w 5799173"/>
              <a:gd name="connsiteY55756" fmla="*/ 4314898 h 5017219"/>
              <a:gd name="connsiteX55757" fmla="*/ 1746844 w 5799173"/>
              <a:gd name="connsiteY55757" fmla="*/ 4314151 h 5017219"/>
              <a:gd name="connsiteX55758" fmla="*/ 1767863 w 5799173"/>
              <a:gd name="connsiteY55758" fmla="*/ 4314150 h 5017219"/>
              <a:gd name="connsiteX55759" fmla="*/ 1769109 w 5799173"/>
              <a:gd name="connsiteY55759" fmla="*/ 4314899 h 5017219"/>
              <a:gd name="connsiteX55760" fmla="*/ 1779660 w 5799173"/>
              <a:gd name="connsiteY55760" fmla="*/ 4333177 h 5017219"/>
              <a:gd name="connsiteX55761" fmla="*/ 1779659 w 5799173"/>
              <a:gd name="connsiteY55761" fmla="*/ 4334673 h 5017219"/>
              <a:gd name="connsiteX55762" fmla="*/ 1769108 w 5799173"/>
              <a:gd name="connsiteY55762" fmla="*/ 4352953 h 5017219"/>
              <a:gd name="connsiteX55763" fmla="*/ 1767862 w 5799173"/>
              <a:gd name="connsiteY55763" fmla="*/ 4353700 h 5017219"/>
              <a:gd name="connsiteX55764" fmla="*/ 2228324 w 5799173"/>
              <a:gd name="connsiteY55764" fmla="*/ 4482747 h 5017219"/>
              <a:gd name="connsiteX55765" fmla="*/ 2227078 w 5799173"/>
              <a:gd name="connsiteY55765" fmla="*/ 4481999 h 5017219"/>
              <a:gd name="connsiteX55766" fmla="*/ 2216528 w 5799173"/>
              <a:gd name="connsiteY55766" fmla="*/ 4463721 h 5017219"/>
              <a:gd name="connsiteX55767" fmla="*/ 2216527 w 5799173"/>
              <a:gd name="connsiteY55767" fmla="*/ 4462225 h 5017219"/>
              <a:gd name="connsiteX55768" fmla="*/ 2227079 w 5799173"/>
              <a:gd name="connsiteY55768" fmla="*/ 4443946 h 5017219"/>
              <a:gd name="connsiteX55769" fmla="*/ 2228325 w 5799173"/>
              <a:gd name="connsiteY55769" fmla="*/ 4443198 h 5017219"/>
              <a:gd name="connsiteX55770" fmla="*/ 2249344 w 5799173"/>
              <a:gd name="connsiteY55770" fmla="*/ 4443197 h 5017219"/>
              <a:gd name="connsiteX55771" fmla="*/ 2250590 w 5799173"/>
              <a:gd name="connsiteY55771" fmla="*/ 4443945 h 5017219"/>
              <a:gd name="connsiteX55772" fmla="*/ 2261141 w 5799173"/>
              <a:gd name="connsiteY55772" fmla="*/ 4462224 h 5017219"/>
              <a:gd name="connsiteX55773" fmla="*/ 2261141 w 5799173"/>
              <a:gd name="connsiteY55773" fmla="*/ 4463720 h 5017219"/>
              <a:gd name="connsiteX55774" fmla="*/ 2250589 w 5799173"/>
              <a:gd name="connsiteY55774" fmla="*/ 4481999 h 5017219"/>
              <a:gd name="connsiteX55775" fmla="*/ 2249343 w 5799173"/>
              <a:gd name="connsiteY55775" fmla="*/ 4482747 h 5017219"/>
              <a:gd name="connsiteX55776" fmla="*/ 1686669 w 5799173"/>
              <a:gd name="connsiteY55776" fmla="*/ 4337623 h 5017219"/>
              <a:gd name="connsiteX55777" fmla="*/ 1685340 w 5799173"/>
              <a:gd name="connsiteY55777" fmla="*/ 4336875 h 5017219"/>
              <a:gd name="connsiteX55778" fmla="*/ 1674790 w 5799173"/>
              <a:gd name="connsiteY55778" fmla="*/ 4318511 h 5017219"/>
              <a:gd name="connsiteX55779" fmla="*/ 1674790 w 5799173"/>
              <a:gd name="connsiteY55779" fmla="*/ 4317015 h 5017219"/>
              <a:gd name="connsiteX55780" fmla="*/ 1685342 w 5799173"/>
              <a:gd name="connsiteY55780" fmla="*/ 4298651 h 5017219"/>
              <a:gd name="connsiteX55781" fmla="*/ 1686671 w 5799173"/>
              <a:gd name="connsiteY55781" fmla="*/ 4297902 h 5017219"/>
              <a:gd name="connsiteX55782" fmla="*/ 1707857 w 5799173"/>
              <a:gd name="connsiteY55782" fmla="*/ 4297901 h 5017219"/>
              <a:gd name="connsiteX55783" fmla="*/ 1709187 w 5799173"/>
              <a:gd name="connsiteY55783" fmla="*/ 4298649 h 5017219"/>
              <a:gd name="connsiteX55784" fmla="*/ 1719737 w 5799173"/>
              <a:gd name="connsiteY55784" fmla="*/ 4317013 h 5017219"/>
              <a:gd name="connsiteX55785" fmla="*/ 1719737 w 5799173"/>
              <a:gd name="connsiteY55785" fmla="*/ 4318508 h 5017219"/>
              <a:gd name="connsiteX55786" fmla="*/ 1709185 w 5799173"/>
              <a:gd name="connsiteY55786" fmla="*/ 4336873 h 5017219"/>
              <a:gd name="connsiteX55787" fmla="*/ 1707855 w 5799173"/>
              <a:gd name="connsiteY55787" fmla="*/ 4337622 h 5017219"/>
              <a:gd name="connsiteX55788" fmla="*/ 1927390 w 5799173"/>
              <a:gd name="connsiteY55788" fmla="*/ 4402129 h 5017219"/>
              <a:gd name="connsiteX55789" fmla="*/ 1926143 w 5799173"/>
              <a:gd name="connsiteY55789" fmla="*/ 4401381 h 5017219"/>
              <a:gd name="connsiteX55790" fmla="*/ 1915593 w 5799173"/>
              <a:gd name="connsiteY55790" fmla="*/ 4383103 h 5017219"/>
              <a:gd name="connsiteX55791" fmla="*/ 1915593 w 5799173"/>
              <a:gd name="connsiteY55791" fmla="*/ 4381607 h 5017219"/>
              <a:gd name="connsiteX55792" fmla="*/ 1926144 w 5799173"/>
              <a:gd name="connsiteY55792" fmla="*/ 4363328 h 5017219"/>
              <a:gd name="connsiteX55793" fmla="*/ 1927390 w 5799173"/>
              <a:gd name="connsiteY55793" fmla="*/ 4362580 h 5017219"/>
              <a:gd name="connsiteX55794" fmla="*/ 1948410 w 5799173"/>
              <a:gd name="connsiteY55794" fmla="*/ 4362580 h 5017219"/>
              <a:gd name="connsiteX55795" fmla="*/ 1949655 w 5799173"/>
              <a:gd name="connsiteY55795" fmla="*/ 4363328 h 5017219"/>
              <a:gd name="connsiteX55796" fmla="*/ 1960206 w 5799173"/>
              <a:gd name="connsiteY55796" fmla="*/ 4381606 h 5017219"/>
              <a:gd name="connsiteX55797" fmla="*/ 1960206 w 5799173"/>
              <a:gd name="connsiteY55797" fmla="*/ 4383102 h 5017219"/>
              <a:gd name="connsiteX55798" fmla="*/ 1949655 w 5799173"/>
              <a:gd name="connsiteY55798" fmla="*/ 4401381 h 5017219"/>
              <a:gd name="connsiteX55799" fmla="*/ 1948409 w 5799173"/>
              <a:gd name="connsiteY55799" fmla="*/ 4402129 h 5017219"/>
              <a:gd name="connsiteX55800" fmla="*/ 2047797 w 5799173"/>
              <a:gd name="connsiteY55800" fmla="*/ 4434396 h 5017219"/>
              <a:gd name="connsiteX55801" fmla="*/ 2046552 w 5799173"/>
              <a:gd name="connsiteY55801" fmla="*/ 4433649 h 5017219"/>
              <a:gd name="connsiteX55802" fmla="*/ 2036084 w 5799173"/>
              <a:gd name="connsiteY55802" fmla="*/ 4415537 h 5017219"/>
              <a:gd name="connsiteX55803" fmla="*/ 2036084 w 5799173"/>
              <a:gd name="connsiteY55803" fmla="*/ 4414042 h 5017219"/>
              <a:gd name="connsiteX55804" fmla="*/ 2046551 w 5799173"/>
              <a:gd name="connsiteY55804" fmla="*/ 4395931 h 5017219"/>
              <a:gd name="connsiteX55805" fmla="*/ 2047797 w 5799173"/>
              <a:gd name="connsiteY55805" fmla="*/ 4395183 h 5017219"/>
              <a:gd name="connsiteX55806" fmla="*/ 2068734 w 5799173"/>
              <a:gd name="connsiteY55806" fmla="*/ 4395183 h 5017219"/>
              <a:gd name="connsiteX55807" fmla="*/ 2069980 w 5799173"/>
              <a:gd name="connsiteY55807" fmla="*/ 4395931 h 5017219"/>
              <a:gd name="connsiteX55808" fmla="*/ 2080447 w 5799173"/>
              <a:gd name="connsiteY55808" fmla="*/ 4414042 h 5017219"/>
              <a:gd name="connsiteX55809" fmla="*/ 2080447 w 5799173"/>
              <a:gd name="connsiteY55809" fmla="*/ 4415537 h 5017219"/>
              <a:gd name="connsiteX55810" fmla="*/ 2069979 w 5799173"/>
              <a:gd name="connsiteY55810" fmla="*/ 4433649 h 5017219"/>
              <a:gd name="connsiteX55811" fmla="*/ 2068734 w 5799173"/>
              <a:gd name="connsiteY55811" fmla="*/ 4434396 h 5017219"/>
              <a:gd name="connsiteX55812" fmla="*/ 1205188 w 5799173"/>
              <a:gd name="connsiteY55812" fmla="*/ 4208629 h 5017219"/>
              <a:gd name="connsiteX55813" fmla="*/ 1203942 w 5799173"/>
              <a:gd name="connsiteY55813" fmla="*/ 4207882 h 5017219"/>
              <a:gd name="connsiteX55814" fmla="*/ 1193474 w 5799173"/>
              <a:gd name="connsiteY55814" fmla="*/ 4189770 h 5017219"/>
              <a:gd name="connsiteX55815" fmla="*/ 1193474 w 5799173"/>
              <a:gd name="connsiteY55815" fmla="*/ 4188275 h 5017219"/>
              <a:gd name="connsiteX55816" fmla="*/ 1203942 w 5799173"/>
              <a:gd name="connsiteY55816" fmla="*/ 4170164 h 5017219"/>
              <a:gd name="connsiteX55817" fmla="*/ 1205188 w 5799173"/>
              <a:gd name="connsiteY55817" fmla="*/ 4169416 h 5017219"/>
              <a:gd name="connsiteX55818" fmla="*/ 1226124 w 5799173"/>
              <a:gd name="connsiteY55818" fmla="*/ 4169416 h 5017219"/>
              <a:gd name="connsiteX55819" fmla="*/ 1227370 w 5799173"/>
              <a:gd name="connsiteY55819" fmla="*/ 4170164 h 5017219"/>
              <a:gd name="connsiteX55820" fmla="*/ 1237838 w 5799173"/>
              <a:gd name="connsiteY55820" fmla="*/ 4188275 h 5017219"/>
              <a:gd name="connsiteX55821" fmla="*/ 1237838 w 5799173"/>
              <a:gd name="connsiteY55821" fmla="*/ 4189770 h 5017219"/>
              <a:gd name="connsiteX55822" fmla="*/ 1227370 w 5799173"/>
              <a:gd name="connsiteY55822" fmla="*/ 4207882 h 5017219"/>
              <a:gd name="connsiteX55823" fmla="*/ 1226124 w 5799173"/>
              <a:gd name="connsiteY55823" fmla="*/ 4208629 h 5017219"/>
              <a:gd name="connsiteX55824" fmla="*/ 723671 w 5799173"/>
              <a:gd name="connsiteY55824" fmla="*/ 4079662 h 5017219"/>
              <a:gd name="connsiteX55825" fmla="*/ 722342 w 5799173"/>
              <a:gd name="connsiteY55825" fmla="*/ 4078914 h 5017219"/>
              <a:gd name="connsiteX55826" fmla="*/ 711792 w 5799173"/>
              <a:gd name="connsiteY55826" fmla="*/ 4060552 h 5017219"/>
              <a:gd name="connsiteX55827" fmla="*/ 711792 w 5799173"/>
              <a:gd name="connsiteY55827" fmla="*/ 4059056 h 5017219"/>
              <a:gd name="connsiteX55828" fmla="*/ 722344 w 5799173"/>
              <a:gd name="connsiteY55828" fmla="*/ 4040692 h 5017219"/>
              <a:gd name="connsiteX55829" fmla="*/ 723673 w 5799173"/>
              <a:gd name="connsiteY55829" fmla="*/ 4039943 h 5017219"/>
              <a:gd name="connsiteX55830" fmla="*/ 744859 w 5799173"/>
              <a:gd name="connsiteY55830" fmla="*/ 4039943 h 5017219"/>
              <a:gd name="connsiteX55831" fmla="*/ 746188 w 5799173"/>
              <a:gd name="connsiteY55831" fmla="*/ 4040691 h 5017219"/>
              <a:gd name="connsiteX55832" fmla="*/ 756738 w 5799173"/>
              <a:gd name="connsiteY55832" fmla="*/ 4059054 h 5017219"/>
              <a:gd name="connsiteX55833" fmla="*/ 756738 w 5799173"/>
              <a:gd name="connsiteY55833" fmla="*/ 4060550 h 5017219"/>
              <a:gd name="connsiteX55834" fmla="*/ 746186 w 5799173"/>
              <a:gd name="connsiteY55834" fmla="*/ 4078913 h 5017219"/>
              <a:gd name="connsiteX55835" fmla="*/ 744857 w 5799173"/>
              <a:gd name="connsiteY55835" fmla="*/ 4079662 h 5017219"/>
              <a:gd name="connsiteX55836" fmla="*/ 1626454 w 5799173"/>
              <a:gd name="connsiteY55836" fmla="*/ 4321606 h 5017219"/>
              <a:gd name="connsiteX55837" fmla="*/ 1625125 w 5799173"/>
              <a:gd name="connsiteY55837" fmla="*/ 4320858 h 5017219"/>
              <a:gd name="connsiteX55838" fmla="*/ 1614575 w 5799173"/>
              <a:gd name="connsiteY55838" fmla="*/ 4302495 h 5017219"/>
              <a:gd name="connsiteX55839" fmla="*/ 1614575 w 5799173"/>
              <a:gd name="connsiteY55839" fmla="*/ 4300999 h 5017219"/>
              <a:gd name="connsiteX55840" fmla="*/ 1625126 w 5799173"/>
              <a:gd name="connsiteY55840" fmla="*/ 4282637 h 5017219"/>
              <a:gd name="connsiteX55841" fmla="*/ 1626455 w 5799173"/>
              <a:gd name="connsiteY55841" fmla="*/ 4281888 h 5017219"/>
              <a:gd name="connsiteX55842" fmla="*/ 1647641 w 5799173"/>
              <a:gd name="connsiteY55842" fmla="*/ 4281888 h 5017219"/>
              <a:gd name="connsiteX55843" fmla="*/ 1648971 w 5799173"/>
              <a:gd name="connsiteY55843" fmla="*/ 4282636 h 5017219"/>
              <a:gd name="connsiteX55844" fmla="*/ 1659521 w 5799173"/>
              <a:gd name="connsiteY55844" fmla="*/ 4300998 h 5017219"/>
              <a:gd name="connsiteX55845" fmla="*/ 1659521 w 5799173"/>
              <a:gd name="connsiteY55845" fmla="*/ 4302494 h 5017219"/>
              <a:gd name="connsiteX55846" fmla="*/ 1648969 w 5799173"/>
              <a:gd name="connsiteY55846" fmla="*/ 4320857 h 5017219"/>
              <a:gd name="connsiteX55847" fmla="*/ 1647640 w 5799173"/>
              <a:gd name="connsiteY55847" fmla="*/ 4321605 h 5017219"/>
              <a:gd name="connsiteX55848" fmla="*/ 1806989 w 5799173"/>
              <a:gd name="connsiteY55848" fmla="*/ 4369980 h 5017219"/>
              <a:gd name="connsiteX55849" fmla="*/ 1805743 w 5799173"/>
              <a:gd name="connsiteY55849" fmla="*/ 4369232 h 5017219"/>
              <a:gd name="connsiteX55850" fmla="*/ 1795192 w 5799173"/>
              <a:gd name="connsiteY55850" fmla="*/ 4350955 h 5017219"/>
              <a:gd name="connsiteX55851" fmla="*/ 1795192 w 5799173"/>
              <a:gd name="connsiteY55851" fmla="*/ 4349459 h 5017219"/>
              <a:gd name="connsiteX55852" fmla="*/ 1805743 w 5799173"/>
              <a:gd name="connsiteY55852" fmla="*/ 4331182 h 5017219"/>
              <a:gd name="connsiteX55853" fmla="*/ 1806989 w 5799173"/>
              <a:gd name="connsiteY55853" fmla="*/ 4330434 h 5017219"/>
              <a:gd name="connsiteX55854" fmla="*/ 1828008 w 5799173"/>
              <a:gd name="connsiteY55854" fmla="*/ 4330434 h 5017219"/>
              <a:gd name="connsiteX55855" fmla="*/ 1829254 w 5799173"/>
              <a:gd name="connsiteY55855" fmla="*/ 4331182 h 5017219"/>
              <a:gd name="connsiteX55856" fmla="*/ 1839805 w 5799173"/>
              <a:gd name="connsiteY55856" fmla="*/ 4349459 h 5017219"/>
              <a:gd name="connsiteX55857" fmla="*/ 1839805 w 5799173"/>
              <a:gd name="connsiteY55857" fmla="*/ 4350955 h 5017219"/>
              <a:gd name="connsiteX55858" fmla="*/ 1829254 w 5799173"/>
              <a:gd name="connsiteY55858" fmla="*/ 4369232 h 5017219"/>
              <a:gd name="connsiteX55859" fmla="*/ 1828008 w 5799173"/>
              <a:gd name="connsiteY55859" fmla="*/ 4369980 h 5017219"/>
              <a:gd name="connsiteX55860" fmla="*/ 1084686 w 5799173"/>
              <a:gd name="connsiteY55860" fmla="*/ 4176576 h 5017219"/>
              <a:gd name="connsiteX55861" fmla="*/ 1083357 w 5799173"/>
              <a:gd name="connsiteY55861" fmla="*/ 4175828 h 5017219"/>
              <a:gd name="connsiteX55862" fmla="*/ 1072723 w 5799173"/>
              <a:gd name="connsiteY55862" fmla="*/ 4157383 h 5017219"/>
              <a:gd name="connsiteX55863" fmla="*/ 1072723 w 5799173"/>
              <a:gd name="connsiteY55863" fmla="*/ 4155887 h 5017219"/>
              <a:gd name="connsiteX55864" fmla="*/ 1083358 w 5799173"/>
              <a:gd name="connsiteY55864" fmla="*/ 4137442 h 5017219"/>
              <a:gd name="connsiteX55865" fmla="*/ 1084687 w 5799173"/>
              <a:gd name="connsiteY55865" fmla="*/ 4136694 h 5017219"/>
              <a:gd name="connsiteX55866" fmla="*/ 1105956 w 5799173"/>
              <a:gd name="connsiteY55866" fmla="*/ 4136693 h 5017219"/>
              <a:gd name="connsiteX55867" fmla="*/ 1107285 w 5799173"/>
              <a:gd name="connsiteY55867" fmla="*/ 4137442 h 5017219"/>
              <a:gd name="connsiteX55868" fmla="*/ 1117919 w 5799173"/>
              <a:gd name="connsiteY55868" fmla="*/ 4155886 h 5017219"/>
              <a:gd name="connsiteX55869" fmla="*/ 1117918 w 5799173"/>
              <a:gd name="connsiteY55869" fmla="*/ 4157382 h 5017219"/>
              <a:gd name="connsiteX55870" fmla="*/ 1107284 w 5799173"/>
              <a:gd name="connsiteY55870" fmla="*/ 4175828 h 5017219"/>
              <a:gd name="connsiteX55871" fmla="*/ 1105955 w 5799173"/>
              <a:gd name="connsiteY55871" fmla="*/ 4176575 h 5017219"/>
              <a:gd name="connsiteX55872" fmla="*/ 1987526 w 5799173"/>
              <a:gd name="connsiteY55872" fmla="*/ 4418535 h 5017219"/>
              <a:gd name="connsiteX55873" fmla="*/ 1986197 w 5799173"/>
              <a:gd name="connsiteY55873" fmla="*/ 4417787 h 5017219"/>
              <a:gd name="connsiteX55874" fmla="*/ 1975646 w 5799173"/>
              <a:gd name="connsiteY55874" fmla="*/ 4399427 h 5017219"/>
              <a:gd name="connsiteX55875" fmla="*/ 1975646 w 5799173"/>
              <a:gd name="connsiteY55875" fmla="*/ 4397931 h 5017219"/>
              <a:gd name="connsiteX55876" fmla="*/ 1986197 w 5799173"/>
              <a:gd name="connsiteY55876" fmla="*/ 4379570 h 5017219"/>
              <a:gd name="connsiteX55877" fmla="*/ 1987526 w 5799173"/>
              <a:gd name="connsiteY55877" fmla="*/ 4378823 h 5017219"/>
              <a:gd name="connsiteX55878" fmla="*/ 2008711 w 5799173"/>
              <a:gd name="connsiteY55878" fmla="*/ 4378822 h 5017219"/>
              <a:gd name="connsiteX55879" fmla="*/ 2010041 w 5799173"/>
              <a:gd name="connsiteY55879" fmla="*/ 4379570 h 5017219"/>
              <a:gd name="connsiteX55880" fmla="*/ 2020592 w 5799173"/>
              <a:gd name="connsiteY55880" fmla="*/ 4397931 h 5017219"/>
              <a:gd name="connsiteX55881" fmla="*/ 2020592 w 5799173"/>
              <a:gd name="connsiteY55881" fmla="*/ 4399427 h 5017219"/>
              <a:gd name="connsiteX55882" fmla="*/ 2010041 w 5799173"/>
              <a:gd name="connsiteY55882" fmla="*/ 4417787 h 5017219"/>
              <a:gd name="connsiteX55883" fmla="*/ 2008711 w 5799173"/>
              <a:gd name="connsiteY55883" fmla="*/ 4418535 h 5017219"/>
              <a:gd name="connsiteX55884" fmla="*/ 783737 w 5799173"/>
              <a:gd name="connsiteY55884" fmla="*/ 4096008 h 5017219"/>
              <a:gd name="connsiteX55885" fmla="*/ 782408 w 5799173"/>
              <a:gd name="connsiteY55885" fmla="*/ 4095260 h 5017219"/>
              <a:gd name="connsiteX55886" fmla="*/ 771774 w 5799173"/>
              <a:gd name="connsiteY55886" fmla="*/ 4076816 h 5017219"/>
              <a:gd name="connsiteX55887" fmla="*/ 771774 w 5799173"/>
              <a:gd name="connsiteY55887" fmla="*/ 4075320 h 5017219"/>
              <a:gd name="connsiteX55888" fmla="*/ 782409 w 5799173"/>
              <a:gd name="connsiteY55888" fmla="*/ 4056876 h 5017219"/>
              <a:gd name="connsiteX55889" fmla="*/ 783738 w 5799173"/>
              <a:gd name="connsiteY55889" fmla="*/ 4056128 h 5017219"/>
              <a:gd name="connsiteX55890" fmla="*/ 805006 w 5799173"/>
              <a:gd name="connsiteY55890" fmla="*/ 4056127 h 5017219"/>
              <a:gd name="connsiteX55891" fmla="*/ 806335 w 5799173"/>
              <a:gd name="connsiteY55891" fmla="*/ 4056875 h 5017219"/>
              <a:gd name="connsiteX55892" fmla="*/ 816969 w 5799173"/>
              <a:gd name="connsiteY55892" fmla="*/ 4075319 h 5017219"/>
              <a:gd name="connsiteX55893" fmla="*/ 816969 w 5799173"/>
              <a:gd name="connsiteY55893" fmla="*/ 4076815 h 5017219"/>
              <a:gd name="connsiteX55894" fmla="*/ 806335 w 5799173"/>
              <a:gd name="connsiteY55894" fmla="*/ 4095259 h 5017219"/>
              <a:gd name="connsiteX55895" fmla="*/ 805006 w 5799173"/>
              <a:gd name="connsiteY55895" fmla="*/ 4096007 h 5017219"/>
              <a:gd name="connsiteX55896" fmla="*/ 1265125 w 5799173"/>
              <a:gd name="connsiteY55896" fmla="*/ 4225175 h 5017219"/>
              <a:gd name="connsiteX55897" fmla="*/ 1263795 w 5799173"/>
              <a:gd name="connsiteY55897" fmla="*/ 4224428 h 5017219"/>
              <a:gd name="connsiteX55898" fmla="*/ 1253161 w 5799173"/>
              <a:gd name="connsiteY55898" fmla="*/ 4205901 h 5017219"/>
              <a:gd name="connsiteX55899" fmla="*/ 1253161 w 5799173"/>
              <a:gd name="connsiteY55899" fmla="*/ 4204405 h 5017219"/>
              <a:gd name="connsiteX55900" fmla="*/ 1263878 w 5799173"/>
              <a:gd name="connsiteY55900" fmla="*/ 4185879 h 5017219"/>
              <a:gd name="connsiteX55901" fmla="*/ 1265207 w 5799173"/>
              <a:gd name="connsiteY55901" fmla="*/ 4185131 h 5017219"/>
              <a:gd name="connsiteX55902" fmla="*/ 1286559 w 5799173"/>
              <a:gd name="connsiteY55902" fmla="*/ 4185131 h 5017219"/>
              <a:gd name="connsiteX55903" fmla="*/ 1287888 w 5799173"/>
              <a:gd name="connsiteY55903" fmla="*/ 4185879 h 5017219"/>
              <a:gd name="connsiteX55904" fmla="*/ 1298522 w 5799173"/>
              <a:gd name="connsiteY55904" fmla="*/ 4204405 h 5017219"/>
              <a:gd name="connsiteX55905" fmla="*/ 1298522 w 5799173"/>
              <a:gd name="connsiteY55905" fmla="*/ 4205901 h 5017219"/>
              <a:gd name="connsiteX55906" fmla="*/ 1287805 w 5799173"/>
              <a:gd name="connsiteY55906" fmla="*/ 4224428 h 5017219"/>
              <a:gd name="connsiteX55907" fmla="*/ 1286476 w 5799173"/>
              <a:gd name="connsiteY55907" fmla="*/ 4225175 h 5017219"/>
              <a:gd name="connsiteX55908" fmla="*/ 1325267 w 5799173"/>
              <a:gd name="connsiteY55908" fmla="*/ 4241410 h 5017219"/>
              <a:gd name="connsiteX55909" fmla="*/ 1323938 w 5799173"/>
              <a:gd name="connsiteY55909" fmla="*/ 4240662 h 5017219"/>
              <a:gd name="connsiteX55910" fmla="*/ 1313139 w 5799173"/>
              <a:gd name="connsiteY55910" fmla="*/ 4221884 h 5017219"/>
              <a:gd name="connsiteX55911" fmla="*/ 1313139 w 5799173"/>
              <a:gd name="connsiteY55911" fmla="*/ 4220389 h 5017219"/>
              <a:gd name="connsiteX55912" fmla="*/ 1323940 w 5799173"/>
              <a:gd name="connsiteY55912" fmla="*/ 4201611 h 5017219"/>
              <a:gd name="connsiteX55913" fmla="*/ 1325269 w 5799173"/>
              <a:gd name="connsiteY55913" fmla="*/ 4200863 h 5017219"/>
              <a:gd name="connsiteX55914" fmla="*/ 1346953 w 5799173"/>
              <a:gd name="connsiteY55914" fmla="*/ 4200862 h 5017219"/>
              <a:gd name="connsiteX55915" fmla="*/ 1348283 w 5799173"/>
              <a:gd name="connsiteY55915" fmla="*/ 4201610 h 5017219"/>
              <a:gd name="connsiteX55916" fmla="*/ 1359082 w 5799173"/>
              <a:gd name="connsiteY55916" fmla="*/ 4220388 h 5017219"/>
              <a:gd name="connsiteX55917" fmla="*/ 1359082 w 5799173"/>
              <a:gd name="connsiteY55917" fmla="*/ 4221883 h 5017219"/>
              <a:gd name="connsiteX55918" fmla="*/ 1348282 w 5799173"/>
              <a:gd name="connsiteY55918" fmla="*/ 4240662 h 5017219"/>
              <a:gd name="connsiteX55919" fmla="*/ 1346952 w 5799173"/>
              <a:gd name="connsiteY55919" fmla="*/ 4241409 h 5017219"/>
              <a:gd name="connsiteX55920" fmla="*/ 1556100 w 5799173"/>
              <a:gd name="connsiteY55920" fmla="*/ 4350544 h 5017219"/>
              <a:gd name="connsiteX55921" fmla="*/ 1555269 w 5799173"/>
              <a:gd name="connsiteY55921" fmla="*/ 4350046 h 5017219"/>
              <a:gd name="connsiteX55922" fmla="*/ 1548540 w 5799173"/>
              <a:gd name="connsiteY55922" fmla="*/ 4338331 h 5017219"/>
              <a:gd name="connsiteX55923" fmla="*/ 1548541 w 5799173"/>
              <a:gd name="connsiteY55923" fmla="*/ 4337334 h 5017219"/>
              <a:gd name="connsiteX55924" fmla="*/ 1555270 w 5799173"/>
              <a:gd name="connsiteY55924" fmla="*/ 4325618 h 5017219"/>
              <a:gd name="connsiteX55925" fmla="*/ 1556101 w 5799173"/>
              <a:gd name="connsiteY55925" fmla="*/ 4325119 h 5017219"/>
              <a:gd name="connsiteX55926" fmla="*/ 1569643 w 5799173"/>
              <a:gd name="connsiteY55926" fmla="*/ 4325119 h 5017219"/>
              <a:gd name="connsiteX55927" fmla="*/ 1570473 w 5799173"/>
              <a:gd name="connsiteY55927" fmla="*/ 4325617 h 5017219"/>
              <a:gd name="connsiteX55928" fmla="*/ 1577203 w 5799173"/>
              <a:gd name="connsiteY55928" fmla="*/ 4337333 h 5017219"/>
              <a:gd name="connsiteX55929" fmla="*/ 1577203 w 5799173"/>
              <a:gd name="connsiteY55929" fmla="*/ 4338330 h 5017219"/>
              <a:gd name="connsiteX55930" fmla="*/ 1570472 w 5799173"/>
              <a:gd name="connsiteY55930" fmla="*/ 4350046 h 5017219"/>
              <a:gd name="connsiteX55931" fmla="*/ 1569642 w 5799173"/>
              <a:gd name="connsiteY55931" fmla="*/ 4350544 h 5017219"/>
              <a:gd name="connsiteX55932" fmla="*/ 2578812 w 5799173"/>
              <a:gd name="connsiteY55932" fmla="*/ 4625412 h 5017219"/>
              <a:gd name="connsiteX55933" fmla="*/ 2577981 w 5799173"/>
              <a:gd name="connsiteY55933" fmla="*/ 4624914 h 5017219"/>
              <a:gd name="connsiteX55934" fmla="*/ 2570837 w 5799173"/>
              <a:gd name="connsiteY55934" fmla="*/ 4612618 h 5017219"/>
              <a:gd name="connsiteX55935" fmla="*/ 2570837 w 5799173"/>
              <a:gd name="connsiteY55935" fmla="*/ 4611620 h 5017219"/>
              <a:gd name="connsiteX55936" fmla="*/ 2577981 w 5799173"/>
              <a:gd name="connsiteY55936" fmla="*/ 4599324 h 5017219"/>
              <a:gd name="connsiteX55937" fmla="*/ 2578812 w 5799173"/>
              <a:gd name="connsiteY55937" fmla="*/ 4598826 h 5017219"/>
              <a:gd name="connsiteX55938" fmla="*/ 2593019 w 5799173"/>
              <a:gd name="connsiteY55938" fmla="*/ 4598825 h 5017219"/>
              <a:gd name="connsiteX55939" fmla="*/ 2593850 w 5799173"/>
              <a:gd name="connsiteY55939" fmla="*/ 4599324 h 5017219"/>
              <a:gd name="connsiteX55940" fmla="*/ 2600995 w 5799173"/>
              <a:gd name="connsiteY55940" fmla="*/ 4611620 h 5017219"/>
              <a:gd name="connsiteX55941" fmla="*/ 2600995 w 5799173"/>
              <a:gd name="connsiteY55941" fmla="*/ 4612617 h 5017219"/>
              <a:gd name="connsiteX55942" fmla="*/ 2593850 w 5799173"/>
              <a:gd name="connsiteY55942" fmla="*/ 4624914 h 5017219"/>
              <a:gd name="connsiteX55943" fmla="*/ 2593019 w 5799173"/>
              <a:gd name="connsiteY55943" fmla="*/ 4625412 h 5017219"/>
              <a:gd name="connsiteX55944" fmla="*/ 2757729 w 5799173"/>
              <a:gd name="connsiteY55944" fmla="*/ 4676840 h 5017219"/>
              <a:gd name="connsiteX55945" fmla="*/ 2756648 w 5799173"/>
              <a:gd name="connsiteY55945" fmla="*/ 4676259 h 5017219"/>
              <a:gd name="connsiteX55946" fmla="*/ 2747842 w 5799173"/>
              <a:gd name="connsiteY55946" fmla="*/ 4661054 h 5017219"/>
              <a:gd name="connsiteX55947" fmla="*/ 2747842 w 5799173"/>
              <a:gd name="connsiteY55947" fmla="*/ 4659808 h 5017219"/>
              <a:gd name="connsiteX55948" fmla="*/ 2756649 w 5799173"/>
              <a:gd name="connsiteY55948" fmla="*/ 4644603 h 5017219"/>
              <a:gd name="connsiteX55949" fmla="*/ 2757729 w 5799173"/>
              <a:gd name="connsiteY55949" fmla="*/ 4644022 h 5017219"/>
              <a:gd name="connsiteX55950" fmla="*/ 2775342 w 5799173"/>
              <a:gd name="connsiteY55950" fmla="*/ 4644021 h 5017219"/>
              <a:gd name="connsiteX55951" fmla="*/ 2776422 w 5799173"/>
              <a:gd name="connsiteY55951" fmla="*/ 4644602 h 5017219"/>
              <a:gd name="connsiteX55952" fmla="*/ 2785228 w 5799173"/>
              <a:gd name="connsiteY55952" fmla="*/ 4659807 h 5017219"/>
              <a:gd name="connsiteX55953" fmla="*/ 2785228 w 5799173"/>
              <a:gd name="connsiteY55953" fmla="*/ 4661053 h 5017219"/>
              <a:gd name="connsiteX55954" fmla="*/ 2776421 w 5799173"/>
              <a:gd name="connsiteY55954" fmla="*/ 4676259 h 5017219"/>
              <a:gd name="connsiteX55955" fmla="*/ 2775341 w 5799173"/>
              <a:gd name="connsiteY55955" fmla="*/ 4676839 h 5017219"/>
              <a:gd name="connsiteX55956" fmla="*/ 3540069 w 5799173"/>
              <a:gd name="connsiteY55956" fmla="*/ 4886674 h 5017219"/>
              <a:gd name="connsiteX55957" fmla="*/ 3538989 w 5799173"/>
              <a:gd name="connsiteY55957" fmla="*/ 4886010 h 5017219"/>
              <a:gd name="connsiteX55958" fmla="*/ 3530018 w 5799173"/>
              <a:gd name="connsiteY55958" fmla="*/ 4870387 h 5017219"/>
              <a:gd name="connsiteX55959" fmla="*/ 3530018 w 5799173"/>
              <a:gd name="connsiteY55959" fmla="*/ 4869140 h 5017219"/>
              <a:gd name="connsiteX55960" fmla="*/ 3538992 w 5799173"/>
              <a:gd name="connsiteY55960" fmla="*/ 4853516 h 5017219"/>
              <a:gd name="connsiteX55961" fmla="*/ 3540071 w 5799173"/>
              <a:gd name="connsiteY55961" fmla="*/ 4852852 h 5017219"/>
              <a:gd name="connsiteX55962" fmla="*/ 3558100 w 5799173"/>
              <a:gd name="connsiteY55962" fmla="*/ 4852850 h 5017219"/>
              <a:gd name="connsiteX55963" fmla="*/ 3559180 w 5799173"/>
              <a:gd name="connsiteY55963" fmla="*/ 4853515 h 5017219"/>
              <a:gd name="connsiteX55964" fmla="*/ 3568152 w 5799173"/>
              <a:gd name="connsiteY55964" fmla="*/ 4869137 h 5017219"/>
              <a:gd name="connsiteX55965" fmla="*/ 3568152 w 5799173"/>
              <a:gd name="connsiteY55965" fmla="*/ 4870384 h 5017219"/>
              <a:gd name="connsiteX55966" fmla="*/ 3559178 w 5799173"/>
              <a:gd name="connsiteY55966" fmla="*/ 4886008 h 5017219"/>
              <a:gd name="connsiteX55967" fmla="*/ 3558097 w 5799173"/>
              <a:gd name="connsiteY55967" fmla="*/ 4886672 h 5017219"/>
              <a:gd name="connsiteX55968" fmla="*/ 3479904 w 5799173"/>
              <a:gd name="connsiteY55968" fmla="*/ 4870609 h 5017219"/>
              <a:gd name="connsiteX55969" fmla="*/ 3478824 w 5799173"/>
              <a:gd name="connsiteY55969" fmla="*/ 4869943 h 5017219"/>
              <a:gd name="connsiteX55970" fmla="*/ 3469935 w 5799173"/>
              <a:gd name="connsiteY55970" fmla="*/ 4854491 h 5017219"/>
              <a:gd name="connsiteX55971" fmla="*/ 3469935 w 5799173"/>
              <a:gd name="connsiteY55971" fmla="*/ 4853243 h 5017219"/>
              <a:gd name="connsiteX55972" fmla="*/ 3478824 w 5799173"/>
              <a:gd name="connsiteY55972" fmla="*/ 4837790 h 5017219"/>
              <a:gd name="connsiteX55973" fmla="*/ 3479905 w 5799173"/>
              <a:gd name="connsiteY55973" fmla="*/ 4837125 h 5017219"/>
              <a:gd name="connsiteX55974" fmla="*/ 3497684 w 5799173"/>
              <a:gd name="connsiteY55974" fmla="*/ 4837125 h 5017219"/>
              <a:gd name="connsiteX55975" fmla="*/ 3498764 w 5799173"/>
              <a:gd name="connsiteY55975" fmla="*/ 4837790 h 5017219"/>
              <a:gd name="connsiteX55976" fmla="*/ 3507653 w 5799173"/>
              <a:gd name="connsiteY55976" fmla="*/ 4853243 h 5017219"/>
              <a:gd name="connsiteX55977" fmla="*/ 3507653 w 5799173"/>
              <a:gd name="connsiteY55977" fmla="*/ 4854490 h 5017219"/>
              <a:gd name="connsiteX55978" fmla="*/ 3498763 w 5799173"/>
              <a:gd name="connsiteY55978" fmla="*/ 4869943 h 5017219"/>
              <a:gd name="connsiteX55979" fmla="*/ 3497683 w 5799173"/>
              <a:gd name="connsiteY55979" fmla="*/ 4870608 h 5017219"/>
              <a:gd name="connsiteX55980" fmla="*/ 2817752 w 5799173"/>
              <a:gd name="connsiteY55980" fmla="*/ 4693226 h 5017219"/>
              <a:gd name="connsiteX55981" fmla="*/ 2816671 w 5799173"/>
              <a:gd name="connsiteY55981" fmla="*/ 4692562 h 5017219"/>
              <a:gd name="connsiteX55982" fmla="*/ 2807617 w 5799173"/>
              <a:gd name="connsiteY55982" fmla="*/ 4676857 h 5017219"/>
              <a:gd name="connsiteX55983" fmla="*/ 2807617 w 5799173"/>
              <a:gd name="connsiteY55983" fmla="*/ 4675610 h 5017219"/>
              <a:gd name="connsiteX55984" fmla="*/ 2816674 w 5799173"/>
              <a:gd name="connsiteY55984" fmla="*/ 4659903 h 5017219"/>
              <a:gd name="connsiteX55985" fmla="*/ 2817754 w 5799173"/>
              <a:gd name="connsiteY55985" fmla="*/ 4659239 h 5017219"/>
              <a:gd name="connsiteX55986" fmla="*/ 2835866 w 5799173"/>
              <a:gd name="connsiteY55986" fmla="*/ 4659236 h 5017219"/>
              <a:gd name="connsiteX55987" fmla="*/ 2836946 w 5799173"/>
              <a:gd name="connsiteY55987" fmla="*/ 4659902 h 5017219"/>
              <a:gd name="connsiteX55988" fmla="*/ 2846000 w 5799173"/>
              <a:gd name="connsiteY55988" fmla="*/ 4675607 h 5017219"/>
              <a:gd name="connsiteX55989" fmla="*/ 2846000 w 5799173"/>
              <a:gd name="connsiteY55989" fmla="*/ 4676854 h 5017219"/>
              <a:gd name="connsiteX55990" fmla="*/ 2836944 w 5799173"/>
              <a:gd name="connsiteY55990" fmla="*/ 4692560 h 5017219"/>
              <a:gd name="connsiteX55991" fmla="*/ 2835864 w 5799173"/>
              <a:gd name="connsiteY55991" fmla="*/ 4693224 h 5017219"/>
              <a:gd name="connsiteX55992" fmla="*/ 2697296 w 5799173"/>
              <a:gd name="connsiteY55992" fmla="*/ 4661179 h 5017219"/>
              <a:gd name="connsiteX55993" fmla="*/ 2696217 w 5799173"/>
              <a:gd name="connsiteY55993" fmla="*/ 4660513 h 5017219"/>
              <a:gd name="connsiteX55994" fmla="*/ 2687079 w 5799173"/>
              <a:gd name="connsiteY55994" fmla="*/ 4644642 h 5017219"/>
              <a:gd name="connsiteX55995" fmla="*/ 2687079 w 5799173"/>
              <a:gd name="connsiteY55995" fmla="*/ 4643313 h 5017219"/>
              <a:gd name="connsiteX55996" fmla="*/ 2696218 w 5799173"/>
              <a:gd name="connsiteY55996" fmla="*/ 4627441 h 5017219"/>
              <a:gd name="connsiteX55997" fmla="*/ 2697298 w 5799173"/>
              <a:gd name="connsiteY55997" fmla="*/ 4626776 h 5017219"/>
              <a:gd name="connsiteX55998" fmla="*/ 2715577 w 5799173"/>
              <a:gd name="connsiteY55998" fmla="*/ 4626774 h 5017219"/>
              <a:gd name="connsiteX55999" fmla="*/ 2716657 w 5799173"/>
              <a:gd name="connsiteY55999" fmla="*/ 4627439 h 5017219"/>
              <a:gd name="connsiteX56000" fmla="*/ 2725794 w 5799173"/>
              <a:gd name="connsiteY56000" fmla="*/ 4643311 h 5017219"/>
              <a:gd name="connsiteX56001" fmla="*/ 2725794 w 5799173"/>
              <a:gd name="connsiteY56001" fmla="*/ 4644640 h 5017219"/>
              <a:gd name="connsiteX56002" fmla="*/ 2716655 w 5799173"/>
              <a:gd name="connsiteY56002" fmla="*/ 4660512 h 5017219"/>
              <a:gd name="connsiteX56003" fmla="*/ 2715575 w 5799173"/>
              <a:gd name="connsiteY56003" fmla="*/ 4661177 h 5017219"/>
              <a:gd name="connsiteX56004" fmla="*/ 3419528 w 5799173"/>
              <a:gd name="connsiteY56004" fmla="*/ 4854713 h 5017219"/>
              <a:gd name="connsiteX56005" fmla="*/ 3418449 w 5799173"/>
              <a:gd name="connsiteY56005" fmla="*/ 4854047 h 5017219"/>
              <a:gd name="connsiteX56006" fmla="*/ 3409311 w 5799173"/>
              <a:gd name="connsiteY56006" fmla="*/ 4838177 h 5017219"/>
              <a:gd name="connsiteX56007" fmla="*/ 3409311 w 5799173"/>
              <a:gd name="connsiteY56007" fmla="*/ 4836848 h 5017219"/>
              <a:gd name="connsiteX56008" fmla="*/ 3418451 w 5799173"/>
              <a:gd name="connsiteY56008" fmla="*/ 4820975 h 5017219"/>
              <a:gd name="connsiteX56009" fmla="*/ 3419531 w 5799173"/>
              <a:gd name="connsiteY56009" fmla="*/ 4820310 h 5017219"/>
              <a:gd name="connsiteX56010" fmla="*/ 3437809 w 5799173"/>
              <a:gd name="connsiteY56010" fmla="*/ 4820309 h 5017219"/>
              <a:gd name="connsiteX56011" fmla="*/ 3438889 w 5799173"/>
              <a:gd name="connsiteY56011" fmla="*/ 4820974 h 5017219"/>
              <a:gd name="connsiteX56012" fmla="*/ 3448026 w 5799173"/>
              <a:gd name="connsiteY56012" fmla="*/ 4836845 h 5017219"/>
              <a:gd name="connsiteX56013" fmla="*/ 3448026 w 5799173"/>
              <a:gd name="connsiteY56013" fmla="*/ 4838174 h 5017219"/>
              <a:gd name="connsiteX56014" fmla="*/ 3438887 w 5799173"/>
              <a:gd name="connsiteY56014" fmla="*/ 4854046 h 5017219"/>
              <a:gd name="connsiteX56015" fmla="*/ 3437807 w 5799173"/>
              <a:gd name="connsiteY56015" fmla="*/ 4854712 h 5017219"/>
              <a:gd name="connsiteX56016" fmla="*/ 3660232 w 5799173"/>
              <a:gd name="connsiteY56016" fmla="*/ 4919373 h 5017219"/>
              <a:gd name="connsiteX56017" fmla="*/ 3659152 w 5799173"/>
              <a:gd name="connsiteY56017" fmla="*/ 4918708 h 5017219"/>
              <a:gd name="connsiteX56018" fmla="*/ 3650014 w 5799173"/>
              <a:gd name="connsiteY56018" fmla="*/ 4902838 h 5017219"/>
              <a:gd name="connsiteX56019" fmla="*/ 3650014 w 5799173"/>
              <a:gd name="connsiteY56019" fmla="*/ 4901509 h 5017219"/>
              <a:gd name="connsiteX56020" fmla="*/ 3659153 w 5799173"/>
              <a:gd name="connsiteY56020" fmla="*/ 4885639 h 5017219"/>
              <a:gd name="connsiteX56021" fmla="*/ 3660233 w 5799173"/>
              <a:gd name="connsiteY56021" fmla="*/ 4884974 h 5017219"/>
              <a:gd name="connsiteX56022" fmla="*/ 3678511 w 5799173"/>
              <a:gd name="connsiteY56022" fmla="*/ 4884974 h 5017219"/>
              <a:gd name="connsiteX56023" fmla="*/ 3679591 w 5799173"/>
              <a:gd name="connsiteY56023" fmla="*/ 4885639 h 5017219"/>
              <a:gd name="connsiteX56024" fmla="*/ 3688729 w 5799173"/>
              <a:gd name="connsiteY56024" fmla="*/ 4901508 h 5017219"/>
              <a:gd name="connsiteX56025" fmla="*/ 3688729 w 5799173"/>
              <a:gd name="connsiteY56025" fmla="*/ 4902837 h 5017219"/>
              <a:gd name="connsiteX56026" fmla="*/ 3679590 w 5799173"/>
              <a:gd name="connsiteY56026" fmla="*/ 4918707 h 5017219"/>
              <a:gd name="connsiteX56027" fmla="*/ 3678510 w 5799173"/>
              <a:gd name="connsiteY56027" fmla="*/ 4919372 h 5017219"/>
              <a:gd name="connsiteX56028" fmla="*/ 3600002 w 5799173"/>
              <a:gd name="connsiteY56028" fmla="*/ 4903273 h 5017219"/>
              <a:gd name="connsiteX56029" fmla="*/ 3598838 w 5799173"/>
              <a:gd name="connsiteY56029" fmla="*/ 4902609 h 5017219"/>
              <a:gd name="connsiteX56030" fmla="*/ 3589619 w 5799173"/>
              <a:gd name="connsiteY56030" fmla="*/ 4886571 h 5017219"/>
              <a:gd name="connsiteX56031" fmla="*/ 3589619 w 5799173"/>
              <a:gd name="connsiteY56031" fmla="*/ 4885241 h 5017219"/>
              <a:gd name="connsiteX56032" fmla="*/ 3598841 w 5799173"/>
              <a:gd name="connsiteY56032" fmla="*/ 4869203 h 5017219"/>
              <a:gd name="connsiteX56033" fmla="*/ 3600005 w 5799173"/>
              <a:gd name="connsiteY56033" fmla="*/ 4868537 h 5017219"/>
              <a:gd name="connsiteX56034" fmla="*/ 3618532 w 5799173"/>
              <a:gd name="connsiteY56034" fmla="*/ 4868536 h 5017219"/>
              <a:gd name="connsiteX56035" fmla="*/ 3619695 w 5799173"/>
              <a:gd name="connsiteY56035" fmla="*/ 4869201 h 5017219"/>
              <a:gd name="connsiteX56036" fmla="*/ 3628915 w 5799173"/>
              <a:gd name="connsiteY56036" fmla="*/ 4885239 h 5017219"/>
              <a:gd name="connsiteX56037" fmla="*/ 3628915 w 5799173"/>
              <a:gd name="connsiteY56037" fmla="*/ 4886568 h 5017219"/>
              <a:gd name="connsiteX56038" fmla="*/ 3619692 w 5799173"/>
              <a:gd name="connsiteY56038" fmla="*/ 4902607 h 5017219"/>
              <a:gd name="connsiteX56039" fmla="*/ 3618529 w 5799173"/>
              <a:gd name="connsiteY56039" fmla="*/ 4903272 h 5017219"/>
              <a:gd name="connsiteX56040" fmla="*/ 2275846 w 5799173"/>
              <a:gd name="connsiteY56040" fmla="*/ 4548618 h 5017219"/>
              <a:gd name="connsiteX56041" fmla="*/ 2274683 w 5799173"/>
              <a:gd name="connsiteY56041" fmla="*/ 4547953 h 5017219"/>
              <a:gd name="connsiteX56042" fmla="*/ 2265461 w 5799173"/>
              <a:gd name="connsiteY56042" fmla="*/ 4532000 h 5017219"/>
              <a:gd name="connsiteX56043" fmla="*/ 2265461 w 5799173"/>
              <a:gd name="connsiteY56043" fmla="*/ 4530672 h 5017219"/>
              <a:gd name="connsiteX56044" fmla="*/ 2274684 w 5799173"/>
              <a:gd name="connsiteY56044" fmla="*/ 4514719 h 5017219"/>
              <a:gd name="connsiteX56045" fmla="*/ 2275847 w 5799173"/>
              <a:gd name="connsiteY56045" fmla="*/ 4514053 h 5017219"/>
              <a:gd name="connsiteX56046" fmla="*/ 2294290 w 5799173"/>
              <a:gd name="connsiteY56046" fmla="*/ 4514053 h 5017219"/>
              <a:gd name="connsiteX56047" fmla="*/ 2295453 w 5799173"/>
              <a:gd name="connsiteY56047" fmla="*/ 4514718 h 5017219"/>
              <a:gd name="connsiteX56048" fmla="*/ 2304674 w 5799173"/>
              <a:gd name="connsiteY56048" fmla="*/ 4530671 h 5017219"/>
              <a:gd name="connsiteX56049" fmla="*/ 2304674 w 5799173"/>
              <a:gd name="connsiteY56049" fmla="*/ 4532000 h 5017219"/>
              <a:gd name="connsiteX56050" fmla="*/ 2295452 w 5799173"/>
              <a:gd name="connsiteY56050" fmla="*/ 4547952 h 5017219"/>
              <a:gd name="connsiteX56051" fmla="*/ 2294289 w 5799173"/>
              <a:gd name="connsiteY56051" fmla="*/ 4548617 h 5017219"/>
              <a:gd name="connsiteX56052" fmla="*/ 3238834 w 5799173"/>
              <a:gd name="connsiteY56052" fmla="*/ 4806702 h 5017219"/>
              <a:gd name="connsiteX56053" fmla="*/ 3237670 w 5799173"/>
              <a:gd name="connsiteY56053" fmla="*/ 4806037 h 5017219"/>
              <a:gd name="connsiteX56054" fmla="*/ 3228450 w 5799173"/>
              <a:gd name="connsiteY56054" fmla="*/ 4790001 h 5017219"/>
              <a:gd name="connsiteX56055" fmla="*/ 3228450 w 5799173"/>
              <a:gd name="connsiteY56055" fmla="*/ 4788672 h 5017219"/>
              <a:gd name="connsiteX56056" fmla="*/ 3237672 w 5799173"/>
              <a:gd name="connsiteY56056" fmla="*/ 4772635 h 5017219"/>
              <a:gd name="connsiteX56057" fmla="*/ 3238836 w 5799173"/>
              <a:gd name="connsiteY56057" fmla="*/ 4771970 h 5017219"/>
              <a:gd name="connsiteX56058" fmla="*/ 3257362 w 5799173"/>
              <a:gd name="connsiteY56058" fmla="*/ 4771970 h 5017219"/>
              <a:gd name="connsiteX56059" fmla="*/ 3258525 w 5799173"/>
              <a:gd name="connsiteY56059" fmla="*/ 4772635 h 5017219"/>
              <a:gd name="connsiteX56060" fmla="*/ 3267747 w 5799173"/>
              <a:gd name="connsiteY56060" fmla="*/ 4788670 h 5017219"/>
              <a:gd name="connsiteX56061" fmla="*/ 3267747 w 5799173"/>
              <a:gd name="connsiteY56061" fmla="*/ 4790000 h 5017219"/>
              <a:gd name="connsiteX56062" fmla="*/ 3258524 w 5799173"/>
              <a:gd name="connsiteY56062" fmla="*/ 4806036 h 5017219"/>
              <a:gd name="connsiteX56063" fmla="*/ 3257361 w 5799173"/>
              <a:gd name="connsiteY56063" fmla="*/ 4806700 h 5017219"/>
              <a:gd name="connsiteX56064" fmla="*/ 470136 w 5799173"/>
              <a:gd name="connsiteY56064" fmla="*/ 4064891 h 5017219"/>
              <a:gd name="connsiteX56065" fmla="*/ 468973 w 5799173"/>
              <a:gd name="connsiteY56065" fmla="*/ 4064226 h 5017219"/>
              <a:gd name="connsiteX56066" fmla="*/ 459586 w 5799173"/>
              <a:gd name="connsiteY56066" fmla="*/ 4048022 h 5017219"/>
              <a:gd name="connsiteX56067" fmla="*/ 459586 w 5799173"/>
              <a:gd name="connsiteY56067" fmla="*/ 4046693 h 5017219"/>
              <a:gd name="connsiteX56068" fmla="*/ 468975 w 5799173"/>
              <a:gd name="connsiteY56068" fmla="*/ 4030489 h 5017219"/>
              <a:gd name="connsiteX56069" fmla="*/ 470138 w 5799173"/>
              <a:gd name="connsiteY56069" fmla="*/ 4029823 h 5017219"/>
              <a:gd name="connsiteX56070" fmla="*/ 488832 w 5799173"/>
              <a:gd name="connsiteY56070" fmla="*/ 4029823 h 5017219"/>
              <a:gd name="connsiteX56071" fmla="*/ 489995 w 5799173"/>
              <a:gd name="connsiteY56071" fmla="*/ 4030488 h 5017219"/>
              <a:gd name="connsiteX56072" fmla="*/ 499382 w 5799173"/>
              <a:gd name="connsiteY56072" fmla="*/ 4046691 h 5017219"/>
              <a:gd name="connsiteX56073" fmla="*/ 499382 w 5799173"/>
              <a:gd name="connsiteY56073" fmla="*/ 4048020 h 5017219"/>
              <a:gd name="connsiteX56074" fmla="*/ 489993 w 5799173"/>
              <a:gd name="connsiteY56074" fmla="*/ 4064226 h 5017219"/>
              <a:gd name="connsiteX56075" fmla="*/ 488829 w 5799173"/>
              <a:gd name="connsiteY56075" fmla="*/ 4064890 h 5017219"/>
              <a:gd name="connsiteX56076" fmla="*/ 2877637 w 5799173"/>
              <a:gd name="connsiteY56076" fmla="*/ 4710007 h 5017219"/>
              <a:gd name="connsiteX56077" fmla="*/ 2876474 w 5799173"/>
              <a:gd name="connsiteY56077" fmla="*/ 4709343 h 5017219"/>
              <a:gd name="connsiteX56078" fmla="*/ 2867169 w 5799173"/>
              <a:gd name="connsiteY56078" fmla="*/ 4693223 h 5017219"/>
              <a:gd name="connsiteX56079" fmla="*/ 2867169 w 5799173"/>
              <a:gd name="connsiteY56079" fmla="*/ 4691894 h 5017219"/>
              <a:gd name="connsiteX56080" fmla="*/ 2876475 w 5799173"/>
              <a:gd name="connsiteY56080" fmla="*/ 4675774 h 5017219"/>
              <a:gd name="connsiteX56081" fmla="*/ 2877638 w 5799173"/>
              <a:gd name="connsiteY56081" fmla="*/ 4675109 h 5017219"/>
              <a:gd name="connsiteX56082" fmla="*/ 2896247 w 5799173"/>
              <a:gd name="connsiteY56082" fmla="*/ 4675109 h 5017219"/>
              <a:gd name="connsiteX56083" fmla="*/ 2897411 w 5799173"/>
              <a:gd name="connsiteY56083" fmla="*/ 4675774 h 5017219"/>
              <a:gd name="connsiteX56084" fmla="*/ 2906715 w 5799173"/>
              <a:gd name="connsiteY56084" fmla="*/ 4691892 h 5017219"/>
              <a:gd name="connsiteX56085" fmla="*/ 2906715 w 5799173"/>
              <a:gd name="connsiteY56085" fmla="*/ 4693221 h 5017219"/>
              <a:gd name="connsiteX56086" fmla="*/ 2897410 w 5799173"/>
              <a:gd name="connsiteY56086" fmla="*/ 4709342 h 5017219"/>
              <a:gd name="connsiteX56087" fmla="*/ 2896246 w 5799173"/>
              <a:gd name="connsiteY56087" fmla="*/ 4710006 h 5017219"/>
              <a:gd name="connsiteX56088" fmla="*/ 2636822 w 5799173"/>
              <a:gd name="connsiteY56088" fmla="*/ 4645530 h 5017219"/>
              <a:gd name="connsiteX56089" fmla="*/ 2635658 w 5799173"/>
              <a:gd name="connsiteY56089" fmla="*/ 4644866 h 5017219"/>
              <a:gd name="connsiteX56090" fmla="*/ 2626272 w 5799173"/>
              <a:gd name="connsiteY56090" fmla="*/ 4628662 h 5017219"/>
              <a:gd name="connsiteX56091" fmla="*/ 2626272 w 5799173"/>
              <a:gd name="connsiteY56091" fmla="*/ 4627333 h 5017219"/>
              <a:gd name="connsiteX56092" fmla="*/ 2635660 w 5799173"/>
              <a:gd name="connsiteY56092" fmla="*/ 4611129 h 5017219"/>
              <a:gd name="connsiteX56093" fmla="*/ 2636824 w 5799173"/>
              <a:gd name="connsiteY56093" fmla="*/ 4610464 h 5017219"/>
              <a:gd name="connsiteX56094" fmla="*/ 2655517 w 5799173"/>
              <a:gd name="connsiteY56094" fmla="*/ 4610464 h 5017219"/>
              <a:gd name="connsiteX56095" fmla="*/ 2656680 w 5799173"/>
              <a:gd name="connsiteY56095" fmla="*/ 4611129 h 5017219"/>
              <a:gd name="connsiteX56096" fmla="*/ 2666067 w 5799173"/>
              <a:gd name="connsiteY56096" fmla="*/ 4627331 h 5017219"/>
              <a:gd name="connsiteX56097" fmla="*/ 2666067 w 5799173"/>
              <a:gd name="connsiteY56097" fmla="*/ 4628660 h 5017219"/>
              <a:gd name="connsiteX56098" fmla="*/ 2656678 w 5799173"/>
              <a:gd name="connsiteY56098" fmla="*/ 4644865 h 5017219"/>
              <a:gd name="connsiteX56099" fmla="*/ 2655515 w 5799173"/>
              <a:gd name="connsiteY56099" fmla="*/ 4645529 h 5017219"/>
              <a:gd name="connsiteX56100" fmla="*/ 3359053 w 5799173"/>
              <a:gd name="connsiteY56100" fmla="*/ 4839063 h 5017219"/>
              <a:gd name="connsiteX56101" fmla="*/ 3357890 w 5799173"/>
              <a:gd name="connsiteY56101" fmla="*/ 4838399 h 5017219"/>
              <a:gd name="connsiteX56102" fmla="*/ 3348503 w 5799173"/>
              <a:gd name="connsiteY56102" fmla="*/ 4822196 h 5017219"/>
              <a:gd name="connsiteX56103" fmla="*/ 3348503 w 5799173"/>
              <a:gd name="connsiteY56103" fmla="*/ 4820867 h 5017219"/>
              <a:gd name="connsiteX56104" fmla="*/ 3357891 w 5799173"/>
              <a:gd name="connsiteY56104" fmla="*/ 4804664 h 5017219"/>
              <a:gd name="connsiteX56105" fmla="*/ 3359055 w 5799173"/>
              <a:gd name="connsiteY56105" fmla="*/ 4803998 h 5017219"/>
              <a:gd name="connsiteX56106" fmla="*/ 3377748 w 5799173"/>
              <a:gd name="connsiteY56106" fmla="*/ 4803998 h 5017219"/>
              <a:gd name="connsiteX56107" fmla="*/ 3378911 w 5799173"/>
              <a:gd name="connsiteY56107" fmla="*/ 4804663 h 5017219"/>
              <a:gd name="connsiteX56108" fmla="*/ 3388298 w 5799173"/>
              <a:gd name="connsiteY56108" fmla="*/ 4820864 h 5017219"/>
              <a:gd name="connsiteX56109" fmla="*/ 3388298 w 5799173"/>
              <a:gd name="connsiteY56109" fmla="*/ 4822193 h 5017219"/>
              <a:gd name="connsiteX56110" fmla="*/ 3378909 w 5799173"/>
              <a:gd name="connsiteY56110" fmla="*/ 4838398 h 5017219"/>
              <a:gd name="connsiteX56111" fmla="*/ 3377747 w 5799173"/>
              <a:gd name="connsiteY56111" fmla="*/ 4839062 h 5017219"/>
              <a:gd name="connsiteX56112" fmla="*/ 3298830 w 5799173"/>
              <a:gd name="connsiteY56112" fmla="*/ 4823074 h 5017219"/>
              <a:gd name="connsiteX56113" fmla="*/ 3297667 w 5799173"/>
              <a:gd name="connsiteY56113" fmla="*/ 4822410 h 5017219"/>
              <a:gd name="connsiteX56114" fmla="*/ 3288280 w 5799173"/>
              <a:gd name="connsiteY56114" fmla="*/ 4806208 h 5017219"/>
              <a:gd name="connsiteX56115" fmla="*/ 3288280 w 5799173"/>
              <a:gd name="connsiteY56115" fmla="*/ 4804879 h 5017219"/>
              <a:gd name="connsiteX56116" fmla="*/ 3297668 w 5799173"/>
              <a:gd name="connsiteY56116" fmla="*/ 4788678 h 5017219"/>
              <a:gd name="connsiteX56117" fmla="*/ 3298831 w 5799173"/>
              <a:gd name="connsiteY56117" fmla="*/ 4788013 h 5017219"/>
              <a:gd name="connsiteX56118" fmla="*/ 3317524 w 5799173"/>
              <a:gd name="connsiteY56118" fmla="*/ 4788012 h 5017219"/>
              <a:gd name="connsiteX56119" fmla="*/ 3318687 w 5799173"/>
              <a:gd name="connsiteY56119" fmla="*/ 4788678 h 5017219"/>
              <a:gd name="connsiteX56120" fmla="*/ 3328075 w 5799173"/>
              <a:gd name="connsiteY56120" fmla="*/ 4804878 h 5017219"/>
              <a:gd name="connsiteX56121" fmla="*/ 3328075 w 5799173"/>
              <a:gd name="connsiteY56121" fmla="*/ 4806207 h 5017219"/>
              <a:gd name="connsiteX56122" fmla="*/ 3318686 w 5799173"/>
              <a:gd name="connsiteY56122" fmla="*/ 4822410 h 5017219"/>
              <a:gd name="connsiteX56123" fmla="*/ 3317523 w 5799173"/>
              <a:gd name="connsiteY56123" fmla="*/ 4823074 h 5017219"/>
              <a:gd name="connsiteX56124" fmla="*/ 3178418 w 5799173"/>
              <a:gd name="connsiteY56124" fmla="*/ 4790826 h 5017219"/>
              <a:gd name="connsiteX56125" fmla="*/ 3177255 w 5799173"/>
              <a:gd name="connsiteY56125" fmla="*/ 4790161 h 5017219"/>
              <a:gd name="connsiteX56126" fmla="*/ 3167785 w 5799173"/>
              <a:gd name="connsiteY56126" fmla="*/ 4773792 h 5017219"/>
              <a:gd name="connsiteX56127" fmla="*/ 3167785 w 5799173"/>
              <a:gd name="connsiteY56127" fmla="*/ 4772462 h 5017219"/>
              <a:gd name="connsiteX56128" fmla="*/ 3177257 w 5799173"/>
              <a:gd name="connsiteY56128" fmla="*/ 4756092 h 5017219"/>
              <a:gd name="connsiteX56129" fmla="*/ 3178420 w 5799173"/>
              <a:gd name="connsiteY56129" fmla="*/ 4755427 h 5017219"/>
              <a:gd name="connsiteX56130" fmla="*/ 3197363 w 5799173"/>
              <a:gd name="connsiteY56130" fmla="*/ 4755426 h 5017219"/>
              <a:gd name="connsiteX56131" fmla="*/ 3198525 w 5799173"/>
              <a:gd name="connsiteY56131" fmla="*/ 4756091 h 5017219"/>
              <a:gd name="connsiteX56132" fmla="*/ 3207996 w 5799173"/>
              <a:gd name="connsiteY56132" fmla="*/ 4772460 h 5017219"/>
              <a:gd name="connsiteX56133" fmla="*/ 3207996 w 5799173"/>
              <a:gd name="connsiteY56133" fmla="*/ 4773789 h 5017219"/>
              <a:gd name="connsiteX56134" fmla="*/ 3198523 w 5799173"/>
              <a:gd name="connsiteY56134" fmla="*/ 4790159 h 5017219"/>
              <a:gd name="connsiteX56135" fmla="*/ 3197361 w 5799173"/>
              <a:gd name="connsiteY56135" fmla="*/ 4790825 h 5017219"/>
              <a:gd name="connsiteX56136" fmla="*/ 2937639 w 5799173"/>
              <a:gd name="connsiteY56136" fmla="*/ 4726448 h 5017219"/>
              <a:gd name="connsiteX56137" fmla="*/ 2936476 w 5799173"/>
              <a:gd name="connsiteY56137" fmla="*/ 4725783 h 5017219"/>
              <a:gd name="connsiteX56138" fmla="*/ 2927006 w 5799173"/>
              <a:gd name="connsiteY56138" fmla="*/ 4709416 h 5017219"/>
              <a:gd name="connsiteX56139" fmla="*/ 2927006 w 5799173"/>
              <a:gd name="connsiteY56139" fmla="*/ 4708085 h 5017219"/>
              <a:gd name="connsiteX56140" fmla="*/ 2936477 w 5799173"/>
              <a:gd name="connsiteY56140" fmla="*/ 4691718 h 5017219"/>
              <a:gd name="connsiteX56141" fmla="*/ 2937640 w 5799173"/>
              <a:gd name="connsiteY56141" fmla="*/ 4691053 h 5017219"/>
              <a:gd name="connsiteX56142" fmla="*/ 2956582 w 5799173"/>
              <a:gd name="connsiteY56142" fmla="*/ 4691052 h 5017219"/>
              <a:gd name="connsiteX56143" fmla="*/ 2957745 w 5799173"/>
              <a:gd name="connsiteY56143" fmla="*/ 4691718 h 5017219"/>
              <a:gd name="connsiteX56144" fmla="*/ 2967216 w 5799173"/>
              <a:gd name="connsiteY56144" fmla="*/ 4708085 h 5017219"/>
              <a:gd name="connsiteX56145" fmla="*/ 2967216 w 5799173"/>
              <a:gd name="connsiteY56145" fmla="*/ 4709415 h 5017219"/>
              <a:gd name="connsiteX56146" fmla="*/ 2957744 w 5799173"/>
              <a:gd name="connsiteY56146" fmla="*/ 4725782 h 5017219"/>
              <a:gd name="connsiteX56147" fmla="*/ 2956581 w 5799173"/>
              <a:gd name="connsiteY56147" fmla="*/ 4726448 h 5017219"/>
              <a:gd name="connsiteX56148" fmla="*/ 3057918 w 5799173"/>
              <a:gd name="connsiteY56148" fmla="*/ 4758830 h 5017219"/>
              <a:gd name="connsiteX56149" fmla="*/ 3056755 w 5799173"/>
              <a:gd name="connsiteY56149" fmla="*/ 4758165 h 5017219"/>
              <a:gd name="connsiteX56150" fmla="*/ 3047284 w 5799173"/>
              <a:gd name="connsiteY56150" fmla="*/ 4741715 h 5017219"/>
              <a:gd name="connsiteX56151" fmla="*/ 3047284 w 5799173"/>
              <a:gd name="connsiteY56151" fmla="*/ 4740384 h 5017219"/>
              <a:gd name="connsiteX56152" fmla="*/ 3056839 w 5799173"/>
              <a:gd name="connsiteY56152" fmla="*/ 4723933 h 5017219"/>
              <a:gd name="connsiteX56153" fmla="*/ 3058002 w 5799173"/>
              <a:gd name="connsiteY56153" fmla="*/ 4723268 h 5017219"/>
              <a:gd name="connsiteX56154" fmla="*/ 3077027 w 5799173"/>
              <a:gd name="connsiteY56154" fmla="*/ 4723267 h 5017219"/>
              <a:gd name="connsiteX56155" fmla="*/ 3078190 w 5799173"/>
              <a:gd name="connsiteY56155" fmla="*/ 4723933 h 5017219"/>
              <a:gd name="connsiteX56156" fmla="*/ 3087661 w 5799173"/>
              <a:gd name="connsiteY56156" fmla="*/ 4740383 h 5017219"/>
              <a:gd name="connsiteX56157" fmla="*/ 3087661 w 5799173"/>
              <a:gd name="connsiteY56157" fmla="*/ 4741714 h 5017219"/>
              <a:gd name="connsiteX56158" fmla="*/ 3078106 w 5799173"/>
              <a:gd name="connsiteY56158" fmla="*/ 4758164 h 5017219"/>
              <a:gd name="connsiteX56159" fmla="*/ 3076943 w 5799173"/>
              <a:gd name="connsiteY56159" fmla="*/ 4758830 h 5017219"/>
              <a:gd name="connsiteX56160" fmla="*/ 2997643 w 5799173"/>
              <a:gd name="connsiteY56160" fmla="*/ 4742976 h 5017219"/>
              <a:gd name="connsiteX56161" fmla="*/ 2996480 w 5799173"/>
              <a:gd name="connsiteY56161" fmla="*/ 4742311 h 5017219"/>
              <a:gd name="connsiteX56162" fmla="*/ 2986844 w 5799173"/>
              <a:gd name="connsiteY56162" fmla="*/ 4725610 h 5017219"/>
              <a:gd name="connsiteX56163" fmla="*/ 2986844 w 5799173"/>
              <a:gd name="connsiteY56163" fmla="*/ 4724281 h 5017219"/>
              <a:gd name="connsiteX56164" fmla="*/ 2996481 w 5799173"/>
              <a:gd name="connsiteY56164" fmla="*/ 4707580 h 5017219"/>
              <a:gd name="connsiteX56165" fmla="*/ 2997645 w 5799173"/>
              <a:gd name="connsiteY56165" fmla="*/ 4706915 h 5017219"/>
              <a:gd name="connsiteX56166" fmla="*/ 3017002 w 5799173"/>
              <a:gd name="connsiteY56166" fmla="*/ 4706914 h 5017219"/>
              <a:gd name="connsiteX56167" fmla="*/ 3018165 w 5799173"/>
              <a:gd name="connsiteY56167" fmla="*/ 4707579 h 5017219"/>
              <a:gd name="connsiteX56168" fmla="*/ 3027802 w 5799173"/>
              <a:gd name="connsiteY56168" fmla="*/ 4724280 h 5017219"/>
              <a:gd name="connsiteX56169" fmla="*/ 3027802 w 5799173"/>
              <a:gd name="connsiteY56169" fmla="*/ 4725609 h 5017219"/>
              <a:gd name="connsiteX56170" fmla="*/ 3018164 w 5799173"/>
              <a:gd name="connsiteY56170" fmla="*/ 4742310 h 5017219"/>
              <a:gd name="connsiteX56171" fmla="*/ 3017001 w 5799173"/>
              <a:gd name="connsiteY56171" fmla="*/ 4742974 h 5017219"/>
              <a:gd name="connsiteX56172" fmla="*/ 3117852 w 5799173"/>
              <a:gd name="connsiteY56172" fmla="*/ 4775504 h 5017219"/>
              <a:gd name="connsiteX56173" fmla="*/ 3116689 w 5799173"/>
              <a:gd name="connsiteY56173" fmla="*/ 4774839 h 5017219"/>
              <a:gd name="connsiteX56174" fmla="*/ 3106968 w 5799173"/>
              <a:gd name="connsiteY56174" fmla="*/ 4757891 h 5017219"/>
              <a:gd name="connsiteX56175" fmla="*/ 3106969 w 5799173"/>
              <a:gd name="connsiteY56175" fmla="*/ 4756479 h 5017219"/>
              <a:gd name="connsiteX56176" fmla="*/ 3116772 w 5799173"/>
              <a:gd name="connsiteY56176" fmla="*/ 4739531 h 5017219"/>
              <a:gd name="connsiteX56177" fmla="*/ 3117935 w 5799173"/>
              <a:gd name="connsiteY56177" fmla="*/ 4738865 h 5017219"/>
              <a:gd name="connsiteX56178" fmla="*/ 3137459 w 5799173"/>
              <a:gd name="connsiteY56178" fmla="*/ 4738865 h 5017219"/>
              <a:gd name="connsiteX56179" fmla="*/ 3138622 w 5799173"/>
              <a:gd name="connsiteY56179" fmla="*/ 4739530 h 5017219"/>
              <a:gd name="connsiteX56180" fmla="*/ 3148342 w 5799173"/>
              <a:gd name="connsiteY56180" fmla="*/ 4756479 h 5017219"/>
              <a:gd name="connsiteX56181" fmla="*/ 3148342 w 5799173"/>
              <a:gd name="connsiteY56181" fmla="*/ 4757891 h 5017219"/>
              <a:gd name="connsiteX56182" fmla="*/ 3138539 w 5799173"/>
              <a:gd name="connsiteY56182" fmla="*/ 4774839 h 5017219"/>
              <a:gd name="connsiteX56183" fmla="*/ 3137375 w 5799173"/>
              <a:gd name="connsiteY56183" fmla="*/ 4775504 h 5017219"/>
              <a:gd name="connsiteX56184" fmla="*/ 1612941 w 5799173"/>
              <a:gd name="connsiteY56184" fmla="*/ 4372934 h 5017219"/>
              <a:gd name="connsiteX56185" fmla="*/ 1611694 w 5799173"/>
              <a:gd name="connsiteY56185" fmla="*/ 4372187 h 5017219"/>
              <a:gd name="connsiteX56186" fmla="*/ 1601643 w 5799173"/>
              <a:gd name="connsiteY56186" fmla="*/ 4354740 h 5017219"/>
              <a:gd name="connsiteX56187" fmla="*/ 1601643 w 5799173"/>
              <a:gd name="connsiteY56187" fmla="*/ 4353327 h 5017219"/>
              <a:gd name="connsiteX56188" fmla="*/ 1611695 w 5799173"/>
              <a:gd name="connsiteY56188" fmla="*/ 4335881 h 5017219"/>
              <a:gd name="connsiteX56189" fmla="*/ 1612940 w 5799173"/>
              <a:gd name="connsiteY56189" fmla="*/ 4335133 h 5017219"/>
              <a:gd name="connsiteX56190" fmla="*/ 1633047 w 5799173"/>
              <a:gd name="connsiteY56190" fmla="*/ 4335133 h 5017219"/>
              <a:gd name="connsiteX56191" fmla="*/ 1634293 w 5799173"/>
              <a:gd name="connsiteY56191" fmla="*/ 4335881 h 5017219"/>
              <a:gd name="connsiteX56192" fmla="*/ 1644346 w 5799173"/>
              <a:gd name="connsiteY56192" fmla="*/ 4353327 h 5017219"/>
              <a:gd name="connsiteX56193" fmla="*/ 1644346 w 5799173"/>
              <a:gd name="connsiteY56193" fmla="*/ 4354740 h 5017219"/>
              <a:gd name="connsiteX56194" fmla="*/ 1634292 w 5799173"/>
              <a:gd name="connsiteY56194" fmla="*/ 4372187 h 5017219"/>
              <a:gd name="connsiteX56195" fmla="*/ 1633047 w 5799173"/>
              <a:gd name="connsiteY56195" fmla="*/ 4372935 h 5017219"/>
              <a:gd name="connsiteX56196" fmla="*/ 3719338 w 5799173"/>
              <a:gd name="connsiteY56196" fmla="*/ 4937372 h 5017219"/>
              <a:gd name="connsiteX56197" fmla="*/ 3718092 w 5799173"/>
              <a:gd name="connsiteY56197" fmla="*/ 4936625 h 5017219"/>
              <a:gd name="connsiteX56198" fmla="*/ 3707956 w 5799173"/>
              <a:gd name="connsiteY56198" fmla="*/ 4919010 h 5017219"/>
              <a:gd name="connsiteX56199" fmla="*/ 3707956 w 5799173"/>
              <a:gd name="connsiteY56199" fmla="*/ 4917597 h 5017219"/>
              <a:gd name="connsiteX56200" fmla="*/ 3718176 w 5799173"/>
              <a:gd name="connsiteY56200" fmla="*/ 4899982 h 5017219"/>
              <a:gd name="connsiteX56201" fmla="*/ 3719422 w 5799173"/>
              <a:gd name="connsiteY56201" fmla="*/ 4899234 h 5017219"/>
              <a:gd name="connsiteX56202" fmla="*/ 3739776 w 5799173"/>
              <a:gd name="connsiteY56202" fmla="*/ 4899233 h 5017219"/>
              <a:gd name="connsiteX56203" fmla="*/ 3741023 w 5799173"/>
              <a:gd name="connsiteY56203" fmla="*/ 4899981 h 5017219"/>
              <a:gd name="connsiteX56204" fmla="*/ 3751158 w 5799173"/>
              <a:gd name="connsiteY56204" fmla="*/ 4917596 h 5017219"/>
              <a:gd name="connsiteX56205" fmla="*/ 3751158 w 5799173"/>
              <a:gd name="connsiteY56205" fmla="*/ 4919009 h 5017219"/>
              <a:gd name="connsiteX56206" fmla="*/ 3740938 w 5799173"/>
              <a:gd name="connsiteY56206" fmla="*/ 4936625 h 5017219"/>
              <a:gd name="connsiteX56207" fmla="*/ 3739692 w 5799173"/>
              <a:gd name="connsiteY56207" fmla="*/ 4937372 h 5017219"/>
              <a:gd name="connsiteX56208" fmla="*/ 1191300 w 5799173"/>
              <a:gd name="connsiteY56208" fmla="*/ 4260379 h 5017219"/>
              <a:gd name="connsiteX56209" fmla="*/ 1190054 w 5799173"/>
              <a:gd name="connsiteY56209" fmla="*/ 4259633 h 5017219"/>
              <a:gd name="connsiteX56210" fmla="*/ 1179671 w 5799173"/>
              <a:gd name="connsiteY56210" fmla="*/ 4241599 h 5017219"/>
              <a:gd name="connsiteX56211" fmla="*/ 1179671 w 5799173"/>
              <a:gd name="connsiteY56211" fmla="*/ 4240104 h 5017219"/>
              <a:gd name="connsiteX56212" fmla="*/ 1190140 w 5799173"/>
              <a:gd name="connsiteY56212" fmla="*/ 4222070 h 5017219"/>
              <a:gd name="connsiteX56213" fmla="*/ 1191386 w 5799173"/>
              <a:gd name="connsiteY56213" fmla="*/ 4221322 h 5017219"/>
              <a:gd name="connsiteX56214" fmla="*/ 1212239 w 5799173"/>
              <a:gd name="connsiteY56214" fmla="*/ 4221320 h 5017219"/>
              <a:gd name="connsiteX56215" fmla="*/ 1213486 w 5799173"/>
              <a:gd name="connsiteY56215" fmla="*/ 4222068 h 5017219"/>
              <a:gd name="connsiteX56216" fmla="*/ 1223869 w 5799173"/>
              <a:gd name="connsiteY56216" fmla="*/ 4240101 h 5017219"/>
              <a:gd name="connsiteX56217" fmla="*/ 1223869 w 5799173"/>
              <a:gd name="connsiteY56217" fmla="*/ 4241596 h 5017219"/>
              <a:gd name="connsiteX56218" fmla="*/ 1213400 w 5799173"/>
              <a:gd name="connsiteY56218" fmla="*/ 4259630 h 5017219"/>
              <a:gd name="connsiteX56219" fmla="*/ 1212154 w 5799173"/>
              <a:gd name="connsiteY56219" fmla="*/ 4260378 h 5017219"/>
              <a:gd name="connsiteX56220" fmla="*/ 2214456 w 5799173"/>
              <a:gd name="connsiteY56220" fmla="*/ 4534569 h 5017219"/>
              <a:gd name="connsiteX56221" fmla="*/ 2213210 w 5799173"/>
              <a:gd name="connsiteY56221" fmla="*/ 4533823 h 5017219"/>
              <a:gd name="connsiteX56222" fmla="*/ 2202826 w 5799173"/>
              <a:gd name="connsiteY56222" fmla="*/ 4515790 h 5017219"/>
              <a:gd name="connsiteX56223" fmla="*/ 2202826 w 5799173"/>
              <a:gd name="connsiteY56223" fmla="*/ 4514294 h 5017219"/>
              <a:gd name="connsiteX56224" fmla="*/ 2213296 w 5799173"/>
              <a:gd name="connsiteY56224" fmla="*/ 4496261 h 5017219"/>
              <a:gd name="connsiteX56225" fmla="*/ 2214542 w 5799173"/>
              <a:gd name="connsiteY56225" fmla="*/ 4495513 h 5017219"/>
              <a:gd name="connsiteX56226" fmla="*/ 2235395 w 5799173"/>
              <a:gd name="connsiteY56226" fmla="*/ 4495511 h 5017219"/>
              <a:gd name="connsiteX56227" fmla="*/ 2236641 w 5799173"/>
              <a:gd name="connsiteY56227" fmla="*/ 4496260 h 5017219"/>
              <a:gd name="connsiteX56228" fmla="*/ 2247025 w 5799173"/>
              <a:gd name="connsiteY56228" fmla="*/ 4514292 h 5017219"/>
              <a:gd name="connsiteX56229" fmla="*/ 2247025 w 5799173"/>
              <a:gd name="connsiteY56229" fmla="*/ 4515787 h 5017219"/>
              <a:gd name="connsiteX56230" fmla="*/ 2236555 w 5799173"/>
              <a:gd name="connsiteY56230" fmla="*/ 4533821 h 5017219"/>
              <a:gd name="connsiteX56231" fmla="*/ 2235309 w 5799173"/>
              <a:gd name="connsiteY56231" fmla="*/ 4534568 h 5017219"/>
              <a:gd name="connsiteX56232" fmla="*/ 1913523 w 5799173"/>
              <a:gd name="connsiteY56232" fmla="*/ 4454026 h 5017219"/>
              <a:gd name="connsiteX56233" fmla="*/ 1912278 w 5799173"/>
              <a:gd name="connsiteY56233" fmla="*/ 4453279 h 5017219"/>
              <a:gd name="connsiteX56234" fmla="*/ 1901811 w 5799173"/>
              <a:gd name="connsiteY56234" fmla="*/ 4435164 h 5017219"/>
              <a:gd name="connsiteX56235" fmla="*/ 1901811 w 5799173"/>
              <a:gd name="connsiteY56235" fmla="*/ 4433668 h 5017219"/>
              <a:gd name="connsiteX56236" fmla="*/ 1912280 w 5799173"/>
              <a:gd name="connsiteY56236" fmla="*/ 4415552 h 5017219"/>
              <a:gd name="connsiteX56237" fmla="*/ 1913526 w 5799173"/>
              <a:gd name="connsiteY56237" fmla="*/ 4414804 h 5017219"/>
              <a:gd name="connsiteX56238" fmla="*/ 1934463 w 5799173"/>
              <a:gd name="connsiteY56238" fmla="*/ 4414803 h 5017219"/>
              <a:gd name="connsiteX56239" fmla="*/ 1935708 w 5799173"/>
              <a:gd name="connsiteY56239" fmla="*/ 4415551 h 5017219"/>
              <a:gd name="connsiteX56240" fmla="*/ 1946175 w 5799173"/>
              <a:gd name="connsiteY56240" fmla="*/ 4433665 h 5017219"/>
              <a:gd name="connsiteX56241" fmla="*/ 1946175 w 5799173"/>
              <a:gd name="connsiteY56241" fmla="*/ 4435160 h 5017219"/>
              <a:gd name="connsiteX56242" fmla="*/ 1935706 w 5799173"/>
              <a:gd name="connsiteY56242" fmla="*/ 4453278 h 5017219"/>
              <a:gd name="connsiteX56243" fmla="*/ 1934460 w 5799173"/>
              <a:gd name="connsiteY56243" fmla="*/ 4454024 h 5017219"/>
              <a:gd name="connsiteX56244" fmla="*/ 1732943 w 5799173"/>
              <a:gd name="connsiteY56244" fmla="*/ 4405640 h 5017219"/>
              <a:gd name="connsiteX56245" fmla="*/ 1731697 w 5799173"/>
              <a:gd name="connsiteY56245" fmla="*/ 4404893 h 5017219"/>
              <a:gd name="connsiteX56246" fmla="*/ 1721313 w 5799173"/>
              <a:gd name="connsiteY56246" fmla="*/ 4386862 h 5017219"/>
              <a:gd name="connsiteX56247" fmla="*/ 1721313 w 5799173"/>
              <a:gd name="connsiteY56247" fmla="*/ 4385366 h 5017219"/>
              <a:gd name="connsiteX56248" fmla="*/ 1731782 w 5799173"/>
              <a:gd name="connsiteY56248" fmla="*/ 4367335 h 5017219"/>
              <a:gd name="connsiteX56249" fmla="*/ 1733028 w 5799173"/>
              <a:gd name="connsiteY56249" fmla="*/ 4366587 h 5017219"/>
              <a:gd name="connsiteX56250" fmla="*/ 1753881 w 5799173"/>
              <a:gd name="connsiteY56250" fmla="*/ 4366586 h 5017219"/>
              <a:gd name="connsiteX56251" fmla="*/ 1755127 w 5799173"/>
              <a:gd name="connsiteY56251" fmla="*/ 4367334 h 5017219"/>
              <a:gd name="connsiteX56252" fmla="*/ 1765512 w 5799173"/>
              <a:gd name="connsiteY56252" fmla="*/ 4385364 h 5017219"/>
              <a:gd name="connsiteX56253" fmla="*/ 1765511 w 5799173"/>
              <a:gd name="connsiteY56253" fmla="*/ 4386860 h 5017219"/>
              <a:gd name="connsiteX56254" fmla="*/ 1755043 w 5799173"/>
              <a:gd name="connsiteY56254" fmla="*/ 4404892 h 5017219"/>
              <a:gd name="connsiteX56255" fmla="*/ 1753796 w 5799173"/>
              <a:gd name="connsiteY56255" fmla="*/ 4405639 h 5017219"/>
              <a:gd name="connsiteX56256" fmla="*/ 709765 w 5799173"/>
              <a:gd name="connsiteY56256" fmla="*/ 4131533 h 5017219"/>
              <a:gd name="connsiteX56257" fmla="*/ 708520 w 5799173"/>
              <a:gd name="connsiteY56257" fmla="*/ 4130786 h 5017219"/>
              <a:gd name="connsiteX56258" fmla="*/ 698135 w 5799173"/>
              <a:gd name="connsiteY56258" fmla="*/ 4112755 h 5017219"/>
              <a:gd name="connsiteX56259" fmla="*/ 698135 w 5799173"/>
              <a:gd name="connsiteY56259" fmla="*/ 4111260 h 5017219"/>
              <a:gd name="connsiteX56260" fmla="*/ 708604 w 5799173"/>
              <a:gd name="connsiteY56260" fmla="*/ 4093229 h 5017219"/>
              <a:gd name="connsiteX56261" fmla="*/ 709850 w 5799173"/>
              <a:gd name="connsiteY56261" fmla="*/ 4092481 h 5017219"/>
              <a:gd name="connsiteX56262" fmla="*/ 730703 w 5799173"/>
              <a:gd name="connsiteY56262" fmla="*/ 4092481 h 5017219"/>
              <a:gd name="connsiteX56263" fmla="*/ 731949 w 5799173"/>
              <a:gd name="connsiteY56263" fmla="*/ 4093228 h 5017219"/>
              <a:gd name="connsiteX56264" fmla="*/ 742333 w 5799173"/>
              <a:gd name="connsiteY56264" fmla="*/ 4111258 h 5017219"/>
              <a:gd name="connsiteX56265" fmla="*/ 742333 w 5799173"/>
              <a:gd name="connsiteY56265" fmla="*/ 4112753 h 5017219"/>
              <a:gd name="connsiteX56266" fmla="*/ 731865 w 5799173"/>
              <a:gd name="connsiteY56266" fmla="*/ 4130786 h 5017219"/>
              <a:gd name="connsiteX56267" fmla="*/ 730618 w 5799173"/>
              <a:gd name="connsiteY56267" fmla="*/ 4131532 h 5017219"/>
              <a:gd name="connsiteX56268" fmla="*/ 890311 w 5799173"/>
              <a:gd name="connsiteY56268" fmla="*/ 4179960 h 5017219"/>
              <a:gd name="connsiteX56269" fmla="*/ 889066 w 5799173"/>
              <a:gd name="connsiteY56269" fmla="*/ 4179213 h 5017219"/>
              <a:gd name="connsiteX56270" fmla="*/ 878681 w 5799173"/>
              <a:gd name="connsiteY56270" fmla="*/ 4161182 h 5017219"/>
              <a:gd name="connsiteX56271" fmla="*/ 878681 w 5799173"/>
              <a:gd name="connsiteY56271" fmla="*/ 4159687 h 5017219"/>
              <a:gd name="connsiteX56272" fmla="*/ 889150 w 5799173"/>
              <a:gd name="connsiteY56272" fmla="*/ 4141657 h 5017219"/>
              <a:gd name="connsiteX56273" fmla="*/ 890396 w 5799173"/>
              <a:gd name="connsiteY56273" fmla="*/ 4140909 h 5017219"/>
              <a:gd name="connsiteX56274" fmla="*/ 911248 w 5799173"/>
              <a:gd name="connsiteY56274" fmla="*/ 4140909 h 5017219"/>
              <a:gd name="connsiteX56275" fmla="*/ 912495 w 5799173"/>
              <a:gd name="connsiteY56275" fmla="*/ 4141657 h 5017219"/>
              <a:gd name="connsiteX56276" fmla="*/ 922879 w 5799173"/>
              <a:gd name="connsiteY56276" fmla="*/ 4159686 h 5017219"/>
              <a:gd name="connsiteX56277" fmla="*/ 922879 w 5799173"/>
              <a:gd name="connsiteY56277" fmla="*/ 4161182 h 5017219"/>
              <a:gd name="connsiteX56278" fmla="*/ 912411 w 5799173"/>
              <a:gd name="connsiteY56278" fmla="*/ 4179213 h 5017219"/>
              <a:gd name="connsiteX56279" fmla="*/ 911165 w 5799173"/>
              <a:gd name="connsiteY56279" fmla="*/ 4179959 h 5017219"/>
              <a:gd name="connsiteX56280" fmla="*/ 1853309 w 5799173"/>
              <a:gd name="connsiteY56280" fmla="*/ 4438003 h 5017219"/>
              <a:gd name="connsiteX56281" fmla="*/ 1852063 w 5799173"/>
              <a:gd name="connsiteY56281" fmla="*/ 4437255 h 5017219"/>
              <a:gd name="connsiteX56282" fmla="*/ 1841596 w 5799173"/>
              <a:gd name="connsiteY56282" fmla="*/ 4419141 h 5017219"/>
              <a:gd name="connsiteX56283" fmla="*/ 1841596 w 5799173"/>
              <a:gd name="connsiteY56283" fmla="*/ 4417646 h 5017219"/>
              <a:gd name="connsiteX56284" fmla="*/ 1852064 w 5799173"/>
              <a:gd name="connsiteY56284" fmla="*/ 4399532 h 5017219"/>
              <a:gd name="connsiteX56285" fmla="*/ 1853311 w 5799173"/>
              <a:gd name="connsiteY56285" fmla="*/ 4398783 h 5017219"/>
              <a:gd name="connsiteX56286" fmla="*/ 1874247 w 5799173"/>
              <a:gd name="connsiteY56286" fmla="*/ 4398783 h 5017219"/>
              <a:gd name="connsiteX56287" fmla="*/ 1875493 w 5799173"/>
              <a:gd name="connsiteY56287" fmla="*/ 4399531 h 5017219"/>
              <a:gd name="connsiteX56288" fmla="*/ 1885960 w 5799173"/>
              <a:gd name="connsiteY56288" fmla="*/ 4417644 h 5017219"/>
              <a:gd name="connsiteX56289" fmla="*/ 1885960 w 5799173"/>
              <a:gd name="connsiteY56289" fmla="*/ 4419139 h 5017219"/>
              <a:gd name="connsiteX56290" fmla="*/ 1875491 w 5799173"/>
              <a:gd name="connsiteY56290" fmla="*/ 4437255 h 5017219"/>
              <a:gd name="connsiteX56291" fmla="*/ 1874245 w 5799173"/>
              <a:gd name="connsiteY56291" fmla="*/ 4438002 h 5017219"/>
              <a:gd name="connsiteX56292" fmla="*/ 589359 w 5799173"/>
              <a:gd name="connsiteY56292" fmla="*/ 4099339 h 5017219"/>
              <a:gd name="connsiteX56293" fmla="*/ 588113 w 5799173"/>
              <a:gd name="connsiteY56293" fmla="*/ 4098590 h 5017219"/>
              <a:gd name="connsiteX56294" fmla="*/ 577563 w 5799173"/>
              <a:gd name="connsiteY56294" fmla="*/ 4080311 h 5017219"/>
              <a:gd name="connsiteX56295" fmla="*/ 577563 w 5799173"/>
              <a:gd name="connsiteY56295" fmla="*/ 4078813 h 5017219"/>
              <a:gd name="connsiteX56296" fmla="*/ 588115 w 5799173"/>
              <a:gd name="connsiteY56296" fmla="*/ 4060533 h 5017219"/>
              <a:gd name="connsiteX56297" fmla="*/ 589361 w 5799173"/>
              <a:gd name="connsiteY56297" fmla="*/ 4059784 h 5017219"/>
              <a:gd name="connsiteX56298" fmla="*/ 610381 w 5799173"/>
              <a:gd name="connsiteY56298" fmla="*/ 4059783 h 5017219"/>
              <a:gd name="connsiteX56299" fmla="*/ 611627 w 5799173"/>
              <a:gd name="connsiteY56299" fmla="*/ 4060532 h 5017219"/>
              <a:gd name="connsiteX56300" fmla="*/ 622178 w 5799173"/>
              <a:gd name="connsiteY56300" fmla="*/ 4078812 h 5017219"/>
              <a:gd name="connsiteX56301" fmla="*/ 622178 w 5799173"/>
              <a:gd name="connsiteY56301" fmla="*/ 4080308 h 5017219"/>
              <a:gd name="connsiteX56302" fmla="*/ 611625 w 5799173"/>
              <a:gd name="connsiteY56302" fmla="*/ 4098589 h 5017219"/>
              <a:gd name="connsiteX56303" fmla="*/ 610378 w 5799173"/>
              <a:gd name="connsiteY56303" fmla="*/ 4099337 h 5017219"/>
              <a:gd name="connsiteX56304" fmla="*/ 2033854 w 5799173"/>
              <a:gd name="connsiteY56304" fmla="*/ 4486432 h 5017219"/>
              <a:gd name="connsiteX56305" fmla="*/ 2032609 w 5799173"/>
              <a:gd name="connsiteY56305" fmla="*/ 4485685 h 5017219"/>
              <a:gd name="connsiteX56306" fmla="*/ 2022141 w 5799173"/>
              <a:gd name="connsiteY56306" fmla="*/ 4467571 h 5017219"/>
              <a:gd name="connsiteX56307" fmla="*/ 2022141 w 5799173"/>
              <a:gd name="connsiteY56307" fmla="*/ 4466076 h 5017219"/>
              <a:gd name="connsiteX56308" fmla="*/ 2032609 w 5799173"/>
              <a:gd name="connsiteY56308" fmla="*/ 4447963 h 5017219"/>
              <a:gd name="connsiteX56309" fmla="*/ 2033856 w 5799173"/>
              <a:gd name="connsiteY56309" fmla="*/ 4447215 h 5017219"/>
              <a:gd name="connsiteX56310" fmla="*/ 2054792 w 5799173"/>
              <a:gd name="connsiteY56310" fmla="*/ 4447214 h 5017219"/>
              <a:gd name="connsiteX56311" fmla="*/ 2056038 w 5799173"/>
              <a:gd name="connsiteY56311" fmla="*/ 4447962 h 5017219"/>
              <a:gd name="connsiteX56312" fmla="*/ 2066505 w 5799173"/>
              <a:gd name="connsiteY56312" fmla="*/ 4466075 h 5017219"/>
              <a:gd name="connsiteX56313" fmla="*/ 2066505 w 5799173"/>
              <a:gd name="connsiteY56313" fmla="*/ 4467570 h 5017219"/>
              <a:gd name="connsiteX56314" fmla="*/ 2056037 w 5799173"/>
              <a:gd name="connsiteY56314" fmla="*/ 4485684 h 5017219"/>
              <a:gd name="connsiteX56315" fmla="*/ 2054791 w 5799173"/>
              <a:gd name="connsiteY56315" fmla="*/ 4486432 h 5017219"/>
              <a:gd name="connsiteX56316" fmla="*/ 2154194 w 5799173"/>
              <a:gd name="connsiteY56316" fmla="*/ 4518727 h 5017219"/>
              <a:gd name="connsiteX56317" fmla="*/ 2152948 w 5799173"/>
              <a:gd name="connsiteY56317" fmla="*/ 4517979 h 5017219"/>
              <a:gd name="connsiteX56318" fmla="*/ 2142563 w 5799173"/>
              <a:gd name="connsiteY56318" fmla="*/ 4499950 h 5017219"/>
              <a:gd name="connsiteX56319" fmla="*/ 2142563 w 5799173"/>
              <a:gd name="connsiteY56319" fmla="*/ 4498455 h 5017219"/>
              <a:gd name="connsiteX56320" fmla="*/ 2153031 w 5799173"/>
              <a:gd name="connsiteY56320" fmla="*/ 4480427 h 5017219"/>
              <a:gd name="connsiteX56321" fmla="*/ 2154277 w 5799173"/>
              <a:gd name="connsiteY56321" fmla="*/ 4479679 h 5017219"/>
              <a:gd name="connsiteX56322" fmla="*/ 2175130 w 5799173"/>
              <a:gd name="connsiteY56322" fmla="*/ 4479679 h 5017219"/>
              <a:gd name="connsiteX56323" fmla="*/ 2176376 w 5799173"/>
              <a:gd name="connsiteY56323" fmla="*/ 4480427 h 5017219"/>
              <a:gd name="connsiteX56324" fmla="*/ 2186761 w 5799173"/>
              <a:gd name="connsiteY56324" fmla="*/ 4498455 h 5017219"/>
              <a:gd name="connsiteX56325" fmla="*/ 2186761 w 5799173"/>
              <a:gd name="connsiteY56325" fmla="*/ 4499950 h 5017219"/>
              <a:gd name="connsiteX56326" fmla="*/ 2176293 w 5799173"/>
              <a:gd name="connsiteY56326" fmla="*/ 4517979 h 5017219"/>
              <a:gd name="connsiteX56327" fmla="*/ 2175047 w 5799173"/>
              <a:gd name="connsiteY56327" fmla="*/ 4518726 h 5017219"/>
              <a:gd name="connsiteX56328" fmla="*/ 1973637 w 5799173"/>
              <a:gd name="connsiteY56328" fmla="*/ 4470369 h 5017219"/>
              <a:gd name="connsiteX56329" fmla="*/ 1972308 w 5799173"/>
              <a:gd name="connsiteY56329" fmla="*/ 4469622 h 5017219"/>
              <a:gd name="connsiteX56330" fmla="*/ 1961758 w 5799173"/>
              <a:gd name="connsiteY56330" fmla="*/ 4451257 h 5017219"/>
              <a:gd name="connsiteX56331" fmla="*/ 1961758 w 5799173"/>
              <a:gd name="connsiteY56331" fmla="*/ 4449761 h 5017219"/>
              <a:gd name="connsiteX56332" fmla="*/ 1972311 w 5799173"/>
              <a:gd name="connsiteY56332" fmla="*/ 4431395 h 5017219"/>
              <a:gd name="connsiteX56333" fmla="*/ 1973640 w 5799173"/>
              <a:gd name="connsiteY56333" fmla="*/ 4430646 h 5017219"/>
              <a:gd name="connsiteX56334" fmla="*/ 1994825 w 5799173"/>
              <a:gd name="connsiteY56334" fmla="*/ 4430645 h 5017219"/>
              <a:gd name="connsiteX56335" fmla="*/ 1996155 w 5799173"/>
              <a:gd name="connsiteY56335" fmla="*/ 4431393 h 5017219"/>
              <a:gd name="connsiteX56336" fmla="*/ 2006705 w 5799173"/>
              <a:gd name="connsiteY56336" fmla="*/ 4449758 h 5017219"/>
              <a:gd name="connsiteX56337" fmla="*/ 2006705 w 5799173"/>
              <a:gd name="connsiteY56337" fmla="*/ 4451254 h 5017219"/>
              <a:gd name="connsiteX56338" fmla="*/ 1996152 w 5799173"/>
              <a:gd name="connsiteY56338" fmla="*/ 4469620 h 5017219"/>
              <a:gd name="connsiteX56339" fmla="*/ 1994822 w 5799173"/>
              <a:gd name="connsiteY56339" fmla="*/ 4470368 h 5017219"/>
              <a:gd name="connsiteX56340" fmla="*/ 529175 w 5799173"/>
              <a:gd name="connsiteY56340" fmla="*/ 4083348 h 5017219"/>
              <a:gd name="connsiteX56341" fmla="*/ 527930 w 5799173"/>
              <a:gd name="connsiteY56341" fmla="*/ 4082601 h 5017219"/>
              <a:gd name="connsiteX56342" fmla="*/ 517462 w 5799173"/>
              <a:gd name="connsiteY56342" fmla="*/ 4064489 h 5017219"/>
              <a:gd name="connsiteX56343" fmla="*/ 517462 w 5799173"/>
              <a:gd name="connsiteY56343" fmla="*/ 4062994 h 5017219"/>
              <a:gd name="connsiteX56344" fmla="*/ 527930 w 5799173"/>
              <a:gd name="connsiteY56344" fmla="*/ 4044882 h 5017219"/>
              <a:gd name="connsiteX56345" fmla="*/ 529176 w 5799173"/>
              <a:gd name="connsiteY56345" fmla="*/ 4044134 h 5017219"/>
              <a:gd name="connsiteX56346" fmla="*/ 550112 w 5799173"/>
              <a:gd name="connsiteY56346" fmla="*/ 4044134 h 5017219"/>
              <a:gd name="connsiteX56347" fmla="*/ 551358 w 5799173"/>
              <a:gd name="connsiteY56347" fmla="*/ 4044882 h 5017219"/>
              <a:gd name="connsiteX56348" fmla="*/ 561826 w 5799173"/>
              <a:gd name="connsiteY56348" fmla="*/ 4062993 h 5017219"/>
              <a:gd name="connsiteX56349" fmla="*/ 561826 w 5799173"/>
              <a:gd name="connsiteY56349" fmla="*/ 4064488 h 5017219"/>
              <a:gd name="connsiteX56350" fmla="*/ 551357 w 5799173"/>
              <a:gd name="connsiteY56350" fmla="*/ 4082601 h 5017219"/>
              <a:gd name="connsiteX56351" fmla="*/ 550112 w 5799173"/>
              <a:gd name="connsiteY56351" fmla="*/ 4083348 h 5017219"/>
              <a:gd name="connsiteX56352" fmla="*/ 1251374 w 5799173"/>
              <a:gd name="connsiteY56352" fmla="*/ 4276862 h 5017219"/>
              <a:gd name="connsiteX56353" fmla="*/ 1250127 w 5799173"/>
              <a:gd name="connsiteY56353" fmla="*/ 4276114 h 5017219"/>
              <a:gd name="connsiteX56354" fmla="*/ 1239577 w 5799173"/>
              <a:gd name="connsiteY56354" fmla="*/ 4257835 h 5017219"/>
              <a:gd name="connsiteX56355" fmla="*/ 1239577 w 5799173"/>
              <a:gd name="connsiteY56355" fmla="*/ 4256339 h 5017219"/>
              <a:gd name="connsiteX56356" fmla="*/ 1250128 w 5799173"/>
              <a:gd name="connsiteY56356" fmla="*/ 4238059 h 5017219"/>
              <a:gd name="connsiteX56357" fmla="*/ 1251375 w 5799173"/>
              <a:gd name="connsiteY56357" fmla="*/ 4237312 h 5017219"/>
              <a:gd name="connsiteX56358" fmla="*/ 1272394 w 5799173"/>
              <a:gd name="connsiteY56358" fmla="*/ 4237311 h 5017219"/>
              <a:gd name="connsiteX56359" fmla="*/ 1273640 w 5799173"/>
              <a:gd name="connsiteY56359" fmla="*/ 4238059 h 5017219"/>
              <a:gd name="connsiteX56360" fmla="*/ 1284191 w 5799173"/>
              <a:gd name="connsiteY56360" fmla="*/ 4256337 h 5017219"/>
              <a:gd name="connsiteX56361" fmla="*/ 1284191 w 5799173"/>
              <a:gd name="connsiteY56361" fmla="*/ 4257833 h 5017219"/>
              <a:gd name="connsiteX56362" fmla="*/ 1273639 w 5799173"/>
              <a:gd name="connsiteY56362" fmla="*/ 4276113 h 5017219"/>
              <a:gd name="connsiteX56363" fmla="*/ 1272392 w 5799173"/>
              <a:gd name="connsiteY56363" fmla="*/ 4276861 h 5017219"/>
              <a:gd name="connsiteX56364" fmla="*/ 2094006 w 5799173"/>
              <a:gd name="connsiteY56364" fmla="*/ 4502688 h 5017219"/>
              <a:gd name="connsiteX56365" fmla="*/ 2092761 w 5799173"/>
              <a:gd name="connsiteY56365" fmla="*/ 4501942 h 5017219"/>
              <a:gd name="connsiteX56366" fmla="*/ 2082293 w 5799173"/>
              <a:gd name="connsiteY56366" fmla="*/ 4483829 h 5017219"/>
              <a:gd name="connsiteX56367" fmla="*/ 2082293 w 5799173"/>
              <a:gd name="connsiteY56367" fmla="*/ 4482334 h 5017219"/>
              <a:gd name="connsiteX56368" fmla="*/ 2092761 w 5799173"/>
              <a:gd name="connsiteY56368" fmla="*/ 4464223 h 5017219"/>
              <a:gd name="connsiteX56369" fmla="*/ 2094007 w 5799173"/>
              <a:gd name="connsiteY56369" fmla="*/ 4463475 h 5017219"/>
              <a:gd name="connsiteX56370" fmla="*/ 2114943 w 5799173"/>
              <a:gd name="connsiteY56370" fmla="*/ 4463475 h 5017219"/>
              <a:gd name="connsiteX56371" fmla="*/ 2116189 w 5799173"/>
              <a:gd name="connsiteY56371" fmla="*/ 4464223 h 5017219"/>
              <a:gd name="connsiteX56372" fmla="*/ 2126657 w 5799173"/>
              <a:gd name="connsiteY56372" fmla="*/ 4482334 h 5017219"/>
              <a:gd name="connsiteX56373" fmla="*/ 2126657 w 5799173"/>
              <a:gd name="connsiteY56373" fmla="*/ 4483829 h 5017219"/>
              <a:gd name="connsiteX56374" fmla="*/ 2116189 w 5799173"/>
              <a:gd name="connsiteY56374" fmla="*/ 4501941 h 5017219"/>
              <a:gd name="connsiteX56375" fmla="*/ 2114943 w 5799173"/>
              <a:gd name="connsiteY56375" fmla="*/ 4502689 h 5017219"/>
              <a:gd name="connsiteX56376" fmla="*/ 1131025 w 5799173"/>
              <a:gd name="connsiteY56376" fmla="*/ 4244665 h 5017219"/>
              <a:gd name="connsiteX56377" fmla="*/ 1129779 w 5799173"/>
              <a:gd name="connsiteY56377" fmla="*/ 4243918 h 5017219"/>
              <a:gd name="connsiteX56378" fmla="*/ 1119311 w 5799173"/>
              <a:gd name="connsiteY56378" fmla="*/ 4225806 h 5017219"/>
              <a:gd name="connsiteX56379" fmla="*/ 1119311 w 5799173"/>
              <a:gd name="connsiteY56379" fmla="*/ 4224311 h 5017219"/>
              <a:gd name="connsiteX56380" fmla="*/ 1129779 w 5799173"/>
              <a:gd name="connsiteY56380" fmla="*/ 4206200 h 5017219"/>
              <a:gd name="connsiteX56381" fmla="*/ 1131025 w 5799173"/>
              <a:gd name="connsiteY56381" fmla="*/ 4205452 h 5017219"/>
              <a:gd name="connsiteX56382" fmla="*/ 1151961 w 5799173"/>
              <a:gd name="connsiteY56382" fmla="*/ 4205452 h 5017219"/>
              <a:gd name="connsiteX56383" fmla="*/ 1153207 w 5799173"/>
              <a:gd name="connsiteY56383" fmla="*/ 4206200 h 5017219"/>
              <a:gd name="connsiteX56384" fmla="*/ 1163675 w 5799173"/>
              <a:gd name="connsiteY56384" fmla="*/ 4224311 h 5017219"/>
              <a:gd name="connsiteX56385" fmla="*/ 1163675 w 5799173"/>
              <a:gd name="connsiteY56385" fmla="*/ 4225806 h 5017219"/>
              <a:gd name="connsiteX56386" fmla="*/ 1153207 w 5799173"/>
              <a:gd name="connsiteY56386" fmla="*/ 4243918 h 5017219"/>
              <a:gd name="connsiteX56387" fmla="*/ 1151961 w 5799173"/>
              <a:gd name="connsiteY56387" fmla="*/ 4244665 h 5017219"/>
              <a:gd name="connsiteX56388" fmla="*/ 950420 w 5799173"/>
              <a:gd name="connsiteY56388" fmla="*/ 4196309 h 5017219"/>
              <a:gd name="connsiteX56389" fmla="*/ 949174 w 5799173"/>
              <a:gd name="connsiteY56389" fmla="*/ 4195561 h 5017219"/>
              <a:gd name="connsiteX56390" fmla="*/ 938624 w 5799173"/>
              <a:gd name="connsiteY56390" fmla="*/ 4177284 h 5017219"/>
              <a:gd name="connsiteX56391" fmla="*/ 938623 w 5799173"/>
              <a:gd name="connsiteY56391" fmla="*/ 4175788 h 5017219"/>
              <a:gd name="connsiteX56392" fmla="*/ 949175 w 5799173"/>
              <a:gd name="connsiteY56392" fmla="*/ 4157510 h 5017219"/>
              <a:gd name="connsiteX56393" fmla="*/ 950421 w 5799173"/>
              <a:gd name="connsiteY56393" fmla="*/ 4156762 h 5017219"/>
              <a:gd name="connsiteX56394" fmla="*/ 971440 w 5799173"/>
              <a:gd name="connsiteY56394" fmla="*/ 4156761 h 5017219"/>
              <a:gd name="connsiteX56395" fmla="*/ 972686 w 5799173"/>
              <a:gd name="connsiteY56395" fmla="*/ 4157509 h 5017219"/>
              <a:gd name="connsiteX56396" fmla="*/ 983238 w 5799173"/>
              <a:gd name="connsiteY56396" fmla="*/ 4175787 h 5017219"/>
              <a:gd name="connsiteX56397" fmla="*/ 983237 w 5799173"/>
              <a:gd name="connsiteY56397" fmla="*/ 4177283 h 5017219"/>
              <a:gd name="connsiteX56398" fmla="*/ 972685 w 5799173"/>
              <a:gd name="connsiteY56398" fmla="*/ 4195561 h 5017219"/>
              <a:gd name="connsiteX56399" fmla="*/ 971439 w 5799173"/>
              <a:gd name="connsiteY56399" fmla="*/ 4196309 h 5017219"/>
              <a:gd name="connsiteX56400" fmla="*/ 1010592 w 5799173"/>
              <a:gd name="connsiteY56400" fmla="*/ 4212490 h 5017219"/>
              <a:gd name="connsiteX56401" fmla="*/ 1009346 w 5799173"/>
              <a:gd name="connsiteY56401" fmla="*/ 4211742 h 5017219"/>
              <a:gd name="connsiteX56402" fmla="*/ 998795 w 5799173"/>
              <a:gd name="connsiteY56402" fmla="*/ 4193465 h 5017219"/>
              <a:gd name="connsiteX56403" fmla="*/ 998795 w 5799173"/>
              <a:gd name="connsiteY56403" fmla="*/ 4191969 h 5017219"/>
              <a:gd name="connsiteX56404" fmla="*/ 1009346 w 5799173"/>
              <a:gd name="connsiteY56404" fmla="*/ 4173692 h 5017219"/>
              <a:gd name="connsiteX56405" fmla="*/ 1010592 w 5799173"/>
              <a:gd name="connsiteY56405" fmla="*/ 4172944 h 5017219"/>
              <a:gd name="connsiteX56406" fmla="*/ 1031611 w 5799173"/>
              <a:gd name="connsiteY56406" fmla="*/ 4172944 h 5017219"/>
              <a:gd name="connsiteX56407" fmla="*/ 1032857 w 5799173"/>
              <a:gd name="connsiteY56407" fmla="*/ 4173692 h 5017219"/>
              <a:gd name="connsiteX56408" fmla="*/ 1043409 w 5799173"/>
              <a:gd name="connsiteY56408" fmla="*/ 4191969 h 5017219"/>
              <a:gd name="connsiteX56409" fmla="*/ 1043409 w 5799173"/>
              <a:gd name="connsiteY56409" fmla="*/ 4193465 h 5017219"/>
              <a:gd name="connsiteX56410" fmla="*/ 1032857 w 5799173"/>
              <a:gd name="connsiteY56410" fmla="*/ 4211742 h 5017219"/>
              <a:gd name="connsiteX56411" fmla="*/ 1031611 w 5799173"/>
              <a:gd name="connsiteY56411" fmla="*/ 4212490 h 5017219"/>
              <a:gd name="connsiteX56412" fmla="*/ 830054 w 5799173"/>
              <a:gd name="connsiteY56412" fmla="*/ 4164126 h 5017219"/>
              <a:gd name="connsiteX56413" fmla="*/ 828725 w 5799173"/>
              <a:gd name="connsiteY56413" fmla="*/ 4163378 h 5017219"/>
              <a:gd name="connsiteX56414" fmla="*/ 818175 w 5799173"/>
              <a:gd name="connsiteY56414" fmla="*/ 4145016 h 5017219"/>
              <a:gd name="connsiteX56415" fmla="*/ 818175 w 5799173"/>
              <a:gd name="connsiteY56415" fmla="*/ 4143520 h 5017219"/>
              <a:gd name="connsiteX56416" fmla="*/ 828726 w 5799173"/>
              <a:gd name="connsiteY56416" fmla="*/ 4125157 h 5017219"/>
              <a:gd name="connsiteX56417" fmla="*/ 830055 w 5799173"/>
              <a:gd name="connsiteY56417" fmla="*/ 4124409 h 5017219"/>
              <a:gd name="connsiteX56418" fmla="*/ 851242 w 5799173"/>
              <a:gd name="connsiteY56418" fmla="*/ 4124408 h 5017219"/>
              <a:gd name="connsiteX56419" fmla="*/ 852571 w 5799173"/>
              <a:gd name="connsiteY56419" fmla="*/ 4125156 h 5017219"/>
              <a:gd name="connsiteX56420" fmla="*/ 863121 w 5799173"/>
              <a:gd name="connsiteY56420" fmla="*/ 4143518 h 5017219"/>
              <a:gd name="connsiteX56421" fmla="*/ 863121 w 5799173"/>
              <a:gd name="connsiteY56421" fmla="*/ 4145014 h 5017219"/>
              <a:gd name="connsiteX56422" fmla="*/ 852569 w 5799173"/>
              <a:gd name="connsiteY56422" fmla="*/ 4163377 h 5017219"/>
              <a:gd name="connsiteX56423" fmla="*/ 851240 w 5799173"/>
              <a:gd name="connsiteY56423" fmla="*/ 4164125 h 5017219"/>
              <a:gd name="connsiteX56424" fmla="*/ 1672653 w 5799173"/>
              <a:gd name="connsiteY56424" fmla="*/ 4389929 h 5017219"/>
              <a:gd name="connsiteX56425" fmla="*/ 1671325 w 5799173"/>
              <a:gd name="connsiteY56425" fmla="*/ 4389182 h 5017219"/>
              <a:gd name="connsiteX56426" fmla="*/ 1660774 w 5799173"/>
              <a:gd name="connsiteY56426" fmla="*/ 4370819 h 5017219"/>
              <a:gd name="connsiteX56427" fmla="*/ 1660774 w 5799173"/>
              <a:gd name="connsiteY56427" fmla="*/ 4369324 h 5017219"/>
              <a:gd name="connsiteX56428" fmla="*/ 1671326 w 5799173"/>
              <a:gd name="connsiteY56428" fmla="*/ 4350962 h 5017219"/>
              <a:gd name="connsiteX56429" fmla="*/ 1672655 w 5799173"/>
              <a:gd name="connsiteY56429" fmla="*/ 4350213 h 5017219"/>
              <a:gd name="connsiteX56430" fmla="*/ 1693840 w 5799173"/>
              <a:gd name="connsiteY56430" fmla="*/ 4350212 h 5017219"/>
              <a:gd name="connsiteX56431" fmla="*/ 1695170 w 5799173"/>
              <a:gd name="connsiteY56431" fmla="*/ 4350960 h 5017219"/>
              <a:gd name="connsiteX56432" fmla="*/ 1705721 w 5799173"/>
              <a:gd name="connsiteY56432" fmla="*/ 4369322 h 5017219"/>
              <a:gd name="connsiteX56433" fmla="*/ 1705720 w 5799173"/>
              <a:gd name="connsiteY56433" fmla="*/ 4370819 h 5017219"/>
              <a:gd name="connsiteX56434" fmla="*/ 1695169 w 5799173"/>
              <a:gd name="connsiteY56434" fmla="*/ 4389181 h 5017219"/>
              <a:gd name="connsiteX56435" fmla="*/ 1693839 w 5799173"/>
              <a:gd name="connsiteY56435" fmla="*/ 4389929 h 5017219"/>
              <a:gd name="connsiteX56436" fmla="*/ 1793026 w 5799173"/>
              <a:gd name="connsiteY56436" fmla="*/ 4422184 h 5017219"/>
              <a:gd name="connsiteX56437" fmla="*/ 1791697 w 5799173"/>
              <a:gd name="connsiteY56437" fmla="*/ 4421436 h 5017219"/>
              <a:gd name="connsiteX56438" fmla="*/ 1781147 w 5799173"/>
              <a:gd name="connsiteY56438" fmla="*/ 4403074 h 5017219"/>
              <a:gd name="connsiteX56439" fmla="*/ 1781147 w 5799173"/>
              <a:gd name="connsiteY56439" fmla="*/ 4401578 h 5017219"/>
              <a:gd name="connsiteX56440" fmla="*/ 1791698 w 5799173"/>
              <a:gd name="connsiteY56440" fmla="*/ 4383216 h 5017219"/>
              <a:gd name="connsiteX56441" fmla="*/ 1793027 w 5799173"/>
              <a:gd name="connsiteY56441" fmla="*/ 4382467 h 5017219"/>
              <a:gd name="connsiteX56442" fmla="*/ 1814212 w 5799173"/>
              <a:gd name="connsiteY56442" fmla="*/ 4382467 h 5017219"/>
              <a:gd name="connsiteX56443" fmla="*/ 1815543 w 5799173"/>
              <a:gd name="connsiteY56443" fmla="*/ 4383215 h 5017219"/>
              <a:gd name="connsiteX56444" fmla="*/ 1826093 w 5799173"/>
              <a:gd name="connsiteY56444" fmla="*/ 4401576 h 5017219"/>
              <a:gd name="connsiteX56445" fmla="*/ 1826093 w 5799173"/>
              <a:gd name="connsiteY56445" fmla="*/ 4403072 h 5017219"/>
              <a:gd name="connsiteX56446" fmla="*/ 1815541 w 5799173"/>
              <a:gd name="connsiteY56446" fmla="*/ 4421435 h 5017219"/>
              <a:gd name="connsiteX56447" fmla="*/ 1814211 w 5799173"/>
              <a:gd name="connsiteY56447" fmla="*/ 4422183 h 5017219"/>
              <a:gd name="connsiteX56448" fmla="*/ 649404 w 5799173"/>
              <a:gd name="connsiteY56448" fmla="*/ 4115853 h 5017219"/>
              <a:gd name="connsiteX56449" fmla="*/ 648076 w 5799173"/>
              <a:gd name="connsiteY56449" fmla="*/ 4115105 h 5017219"/>
              <a:gd name="connsiteX56450" fmla="*/ 637442 w 5799173"/>
              <a:gd name="connsiteY56450" fmla="*/ 4096660 h 5017219"/>
              <a:gd name="connsiteX56451" fmla="*/ 637442 w 5799173"/>
              <a:gd name="connsiteY56451" fmla="*/ 4095164 h 5017219"/>
              <a:gd name="connsiteX56452" fmla="*/ 648077 w 5799173"/>
              <a:gd name="connsiteY56452" fmla="*/ 4076718 h 5017219"/>
              <a:gd name="connsiteX56453" fmla="*/ 649406 w 5799173"/>
              <a:gd name="connsiteY56453" fmla="*/ 4075971 h 5017219"/>
              <a:gd name="connsiteX56454" fmla="*/ 670674 w 5799173"/>
              <a:gd name="connsiteY56454" fmla="*/ 4075970 h 5017219"/>
              <a:gd name="connsiteX56455" fmla="*/ 672004 w 5799173"/>
              <a:gd name="connsiteY56455" fmla="*/ 4076718 h 5017219"/>
              <a:gd name="connsiteX56456" fmla="*/ 682637 w 5799173"/>
              <a:gd name="connsiteY56456" fmla="*/ 4095162 h 5017219"/>
              <a:gd name="connsiteX56457" fmla="*/ 682637 w 5799173"/>
              <a:gd name="connsiteY56457" fmla="*/ 4096658 h 5017219"/>
              <a:gd name="connsiteX56458" fmla="*/ 672003 w 5799173"/>
              <a:gd name="connsiteY56458" fmla="*/ 4115104 h 5017219"/>
              <a:gd name="connsiteX56459" fmla="*/ 670674 w 5799173"/>
              <a:gd name="connsiteY56459" fmla="*/ 4115852 h 5017219"/>
              <a:gd name="connsiteX56460" fmla="*/ 1311446 w 5799173"/>
              <a:gd name="connsiteY56460" fmla="*/ 4293273 h 5017219"/>
              <a:gd name="connsiteX56461" fmla="*/ 1310117 w 5799173"/>
              <a:gd name="connsiteY56461" fmla="*/ 4292525 h 5017219"/>
              <a:gd name="connsiteX56462" fmla="*/ 1299483 w 5799173"/>
              <a:gd name="connsiteY56462" fmla="*/ 4274080 h 5017219"/>
              <a:gd name="connsiteX56463" fmla="*/ 1299484 w 5799173"/>
              <a:gd name="connsiteY56463" fmla="*/ 4272584 h 5017219"/>
              <a:gd name="connsiteX56464" fmla="*/ 1310118 w 5799173"/>
              <a:gd name="connsiteY56464" fmla="*/ 4254139 h 5017219"/>
              <a:gd name="connsiteX56465" fmla="*/ 1311447 w 5799173"/>
              <a:gd name="connsiteY56465" fmla="*/ 4253391 h 5017219"/>
              <a:gd name="connsiteX56466" fmla="*/ 1332716 w 5799173"/>
              <a:gd name="connsiteY56466" fmla="*/ 4253391 h 5017219"/>
              <a:gd name="connsiteX56467" fmla="*/ 1334045 w 5799173"/>
              <a:gd name="connsiteY56467" fmla="*/ 4254139 h 5017219"/>
              <a:gd name="connsiteX56468" fmla="*/ 1344679 w 5799173"/>
              <a:gd name="connsiteY56468" fmla="*/ 4272583 h 5017219"/>
              <a:gd name="connsiteX56469" fmla="*/ 1344679 w 5799173"/>
              <a:gd name="connsiteY56469" fmla="*/ 4274080 h 5017219"/>
              <a:gd name="connsiteX56470" fmla="*/ 1334044 w 5799173"/>
              <a:gd name="connsiteY56470" fmla="*/ 4292524 h 5017219"/>
              <a:gd name="connsiteX56471" fmla="*/ 1332716 w 5799173"/>
              <a:gd name="connsiteY56471" fmla="*/ 4293272 h 5017219"/>
              <a:gd name="connsiteX56472" fmla="*/ 769699 w 5799173"/>
              <a:gd name="connsiteY56472" fmla="*/ 4148170 h 5017219"/>
              <a:gd name="connsiteX56473" fmla="*/ 768369 w 5799173"/>
              <a:gd name="connsiteY56473" fmla="*/ 4147422 h 5017219"/>
              <a:gd name="connsiteX56474" fmla="*/ 757736 w 5799173"/>
              <a:gd name="connsiteY56474" fmla="*/ 4128894 h 5017219"/>
              <a:gd name="connsiteX56475" fmla="*/ 757736 w 5799173"/>
              <a:gd name="connsiteY56475" fmla="*/ 4127397 h 5017219"/>
              <a:gd name="connsiteX56476" fmla="*/ 768453 w 5799173"/>
              <a:gd name="connsiteY56476" fmla="*/ 4108869 h 5017219"/>
              <a:gd name="connsiteX56477" fmla="*/ 769783 w 5799173"/>
              <a:gd name="connsiteY56477" fmla="*/ 4108121 h 5017219"/>
              <a:gd name="connsiteX56478" fmla="*/ 791134 w 5799173"/>
              <a:gd name="connsiteY56478" fmla="*/ 4108120 h 5017219"/>
              <a:gd name="connsiteX56479" fmla="*/ 792464 w 5799173"/>
              <a:gd name="connsiteY56479" fmla="*/ 4108868 h 5017219"/>
              <a:gd name="connsiteX56480" fmla="*/ 803097 w 5799173"/>
              <a:gd name="connsiteY56480" fmla="*/ 4127396 h 5017219"/>
              <a:gd name="connsiteX56481" fmla="*/ 803097 w 5799173"/>
              <a:gd name="connsiteY56481" fmla="*/ 4128892 h 5017219"/>
              <a:gd name="connsiteX56482" fmla="*/ 792379 w 5799173"/>
              <a:gd name="connsiteY56482" fmla="*/ 4147421 h 5017219"/>
              <a:gd name="connsiteX56483" fmla="*/ 791050 w 5799173"/>
              <a:gd name="connsiteY56483" fmla="*/ 4148169 h 5017219"/>
              <a:gd name="connsiteX56484" fmla="*/ 1070590 w 5799173"/>
              <a:gd name="connsiteY56484" fmla="*/ 4228955 h 5017219"/>
              <a:gd name="connsiteX56485" fmla="*/ 1069260 w 5799173"/>
              <a:gd name="connsiteY56485" fmla="*/ 4228208 h 5017219"/>
              <a:gd name="connsiteX56486" fmla="*/ 1058626 w 5799173"/>
              <a:gd name="connsiteY56486" fmla="*/ 4209681 h 5017219"/>
              <a:gd name="connsiteX56487" fmla="*/ 1058626 w 5799173"/>
              <a:gd name="connsiteY56487" fmla="*/ 4208185 h 5017219"/>
              <a:gd name="connsiteX56488" fmla="*/ 1069343 w 5799173"/>
              <a:gd name="connsiteY56488" fmla="*/ 4189659 h 5017219"/>
              <a:gd name="connsiteX56489" fmla="*/ 1070672 w 5799173"/>
              <a:gd name="connsiteY56489" fmla="*/ 4188911 h 5017219"/>
              <a:gd name="connsiteX56490" fmla="*/ 1092024 w 5799173"/>
              <a:gd name="connsiteY56490" fmla="*/ 4188911 h 5017219"/>
              <a:gd name="connsiteX56491" fmla="*/ 1093353 w 5799173"/>
              <a:gd name="connsiteY56491" fmla="*/ 4189659 h 5017219"/>
              <a:gd name="connsiteX56492" fmla="*/ 1103987 w 5799173"/>
              <a:gd name="connsiteY56492" fmla="*/ 4208186 h 5017219"/>
              <a:gd name="connsiteX56493" fmla="*/ 1103987 w 5799173"/>
              <a:gd name="connsiteY56493" fmla="*/ 4209681 h 5017219"/>
              <a:gd name="connsiteX56494" fmla="*/ 1093270 w 5799173"/>
              <a:gd name="connsiteY56494" fmla="*/ 4228208 h 5017219"/>
              <a:gd name="connsiteX56495" fmla="*/ 1091941 w 5799173"/>
              <a:gd name="connsiteY56495" fmla="*/ 4228955 h 5017219"/>
              <a:gd name="connsiteX56496" fmla="*/ 1602144 w 5799173"/>
              <a:gd name="connsiteY56496" fmla="*/ 4418981 h 5017219"/>
              <a:gd name="connsiteX56497" fmla="*/ 1601314 w 5799173"/>
              <a:gd name="connsiteY56497" fmla="*/ 4418481 h 5017219"/>
              <a:gd name="connsiteX56498" fmla="*/ 1594419 w 5799173"/>
              <a:gd name="connsiteY56498" fmla="*/ 4406601 h 5017219"/>
              <a:gd name="connsiteX56499" fmla="*/ 1594419 w 5799173"/>
              <a:gd name="connsiteY56499" fmla="*/ 4405604 h 5017219"/>
              <a:gd name="connsiteX56500" fmla="*/ 1601315 w 5799173"/>
              <a:gd name="connsiteY56500" fmla="*/ 4393721 h 5017219"/>
              <a:gd name="connsiteX56501" fmla="*/ 1602145 w 5799173"/>
              <a:gd name="connsiteY56501" fmla="*/ 4393223 h 5017219"/>
              <a:gd name="connsiteX56502" fmla="*/ 1615853 w 5799173"/>
              <a:gd name="connsiteY56502" fmla="*/ 4393223 h 5017219"/>
              <a:gd name="connsiteX56503" fmla="*/ 1616684 w 5799173"/>
              <a:gd name="connsiteY56503" fmla="*/ 4393720 h 5017219"/>
              <a:gd name="connsiteX56504" fmla="*/ 1623580 w 5799173"/>
              <a:gd name="connsiteY56504" fmla="*/ 4405603 h 5017219"/>
              <a:gd name="connsiteX56505" fmla="*/ 1623580 w 5799173"/>
              <a:gd name="connsiteY56505" fmla="*/ 4406600 h 5017219"/>
              <a:gd name="connsiteX56506" fmla="*/ 1616683 w 5799173"/>
              <a:gd name="connsiteY56506" fmla="*/ 4418481 h 5017219"/>
              <a:gd name="connsiteX56507" fmla="*/ 1615853 w 5799173"/>
              <a:gd name="connsiteY56507" fmla="*/ 4418980 h 5017219"/>
              <a:gd name="connsiteX56508" fmla="*/ 2683905 w 5799173"/>
              <a:gd name="connsiteY56508" fmla="*/ 4712312 h 5017219"/>
              <a:gd name="connsiteX56509" fmla="*/ 2682908 w 5799173"/>
              <a:gd name="connsiteY56509" fmla="*/ 4711731 h 5017219"/>
              <a:gd name="connsiteX56510" fmla="*/ 2674434 w 5799173"/>
              <a:gd name="connsiteY56510" fmla="*/ 4697024 h 5017219"/>
              <a:gd name="connsiteX56511" fmla="*/ 2674434 w 5799173"/>
              <a:gd name="connsiteY56511" fmla="*/ 4695861 h 5017219"/>
              <a:gd name="connsiteX56512" fmla="*/ 2682909 w 5799173"/>
              <a:gd name="connsiteY56512" fmla="*/ 4681152 h 5017219"/>
              <a:gd name="connsiteX56513" fmla="*/ 2683906 w 5799173"/>
              <a:gd name="connsiteY56513" fmla="*/ 4680572 h 5017219"/>
              <a:gd name="connsiteX56514" fmla="*/ 2700854 w 5799173"/>
              <a:gd name="connsiteY56514" fmla="*/ 4680571 h 5017219"/>
              <a:gd name="connsiteX56515" fmla="*/ 2701851 w 5799173"/>
              <a:gd name="connsiteY56515" fmla="*/ 4681152 h 5017219"/>
              <a:gd name="connsiteX56516" fmla="*/ 2710324 w 5799173"/>
              <a:gd name="connsiteY56516" fmla="*/ 4695860 h 5017219"/>
              <a:gd name="connsiteX56517" fmla="*/ 2710324 w 5799173"/>
              <a:gd name="connsiteY56517" fmla="*/ 4697023 h 5017219"/>
              <a:gd name="connsiteX56518" fmla="*/ 2701850 w 5799173"/>
              <a:gd name="connsiteY56518" fmla="*/ 4711730 h 5017219"/>
              <a:gd name="connsiteX56519" fmla="*/ 2700853 w 5799173"/>
              <a:gd name="connsiteY56519" fmla="*/ 4712311 h 5017219"/>
              <a:gd name="connsiteX56520" fmla="*/ 2202303 w 5799173"/>
              <a:gd name="connsiteY56520" fmla="*/ 4583528 h 5017219"/>
              <a:gd name="connsiteX56521" fmla="*/ 2201223 w 5799173"/>
              <a:gd name="connsiteY56521" fmla="*/ 4582947 h 5017219"/>
              <a:gd name="connsiteX56522" fmla="*/ 2192667 w 5799173"/>
              <a:gd name="connsiteY56522" fmla="*/ 4568159 h 5017219"/>
              <a:gd name="connsiteX56523" fmla="*/ 2192667 w 5799173"/>
              <a:gd name="connsiteY56523" fmla="*/ 4566913 h 5017219"/>
              <a:gd name="connsiteX56524" fmla="*/ 2201224 w 5799173"/>
              <a:gd name="connsiteY56524" fmla="*/ 4552124 h 5017219"/>
              <a:gd name="connsiteX56525" fmla="*/ 2202304 w 5799173"/>
              <a:gd name="connsiteY56525" fmla="*/ 4551543 h 5017219"/>
              <a:gd name="connsiteX56526" fmla="*/ 2219418 w 5799173"/>
              <a:gd name="connsiteY56526" fmla="*/ 4551543 h 5017219"/>
              <a:gd name="connsiteX56527" fmla="*/ 2220498 w 5799173"/>
              <a:gd name="connsiteY56527" fmla="*/ 4552124 h 5017219"/>
              <a:gd name="connsiteX56528" fmla="*/ 2229055 w 5799173"/>
              <a:gd name="connsiteY56528" fmla="*/ 4566913 h 5017219"/>
              <a:gd name="connsiteX56529" fmla="*/ 2229055 w 5799173"/>
              <a:gd name="connsiteY56529" fmla="*/ 4568159 h 5017219"/>
              <a:gd name="connsiteX56530" fmla="*/ 2220498 w 5799173"/>
              <a:gd name="connsiteY56530" fmla="*/ 4582947 h 5017219"/>
              <a:gd name="connsiteX56531" fmla="*/ 2219417 w 5799173"/>
              <a:gd name="connsiteY56531" fmla="*/ 4583528 h 5017219"/>
              <a:gd name="connsiteX56532" fmla="*/ 3465810 w 5799173"/>
              <a:gd name="connsiteY56532" fmla="*/ 4922834 h 5017219"/>
              <a:gd name="connsiteX56533" fmla="*/ 3464729 w 5799173"/>
              <a:gd name="connsiteY56533" fmla="*/ 4922170 h 5017219"/>
              <a:gd name="connsiteX56534" fmla="*/ 3455676 w 5799173"/>
              <a:gd name="connsiteY56534" fmla="*/ 4906465 h 5017219"/>
              <a:gd name="connsiteX56535" fmla="*/ 3455675 w 5799173"/>
              <a:gd name="connsiteY56535" fmla="*/ 4905218 h 5017219"/>
              <a:gd name="connsiteX56536" fmla="*/ 3464732 w 5799173"/>
              <a:gd name="connsiteY56536" fmla="*/ 4889512 h 5017219"/>
              <a:gd name="connsiteX56537" fmla="*/ 3465812 w 5799173"/>
              <a:gd name="connsiteY56537" fmla="*/ 4888847 h 5017219"/>
              <a:gd name="connsiteX56538" fmla="*/ 3483924 w 5799173"/>
              <a:gd name="connsiteY56538" fmla="*/ 4888846 h 5017219"/>
              <a:gd name="connsiteX56539" fmla="*/ 3485004 w 5799173"/>
              <a:gd name="connsiteY56539" fmla="*/ 4889511 h 5017219"/>
              <a:gd name="connsiteX56540" fmla="*/ 3494058 w 5799173"/>
              <a:gd name="connsiteY56540" fmla="*/ 4905215 h 5017219"/>
              <a:gd name="connsiteX56541" fmla="*/ 3494058 w 5799173"/>
              <a:gd name="connsiteY56541" fmla="*/ 4906462 h 5017219"/>
              <a:gd name="connsiteX56542" fmla="*/ 3485002 w 5799173"/>
              <a:gd name="connsiteY56542" fmla="*/ 4922169 h 5017219"/>
              <a:gd name="connsiteX56543" fmla="*/ 3483922 w 5799173"/>
              <a:gd name="connsiteY56543" fmla="*/ 4922833 h 5017219"/>
              <a:gd name="connsiteX56544" fmla="*/ 3345484 w 5799173"/>
              <a:gd name="connsiteY56544" fmla="*/ 4890641 h 5017219"/>
              <a:gd name="connsiteX56545" fmla="*/ 3344404 w 5799173"/>
              <a:gd name="connsiteY56545" fmla="*/ 4889977 h 5017219"/>
              <a:gd name="connsiteX56546" fmla="*/ 3335432 w 5799173"/>
              <a:gd name="connsiteY56546" fmla="*/ 4874356 h 5017219"/>
              <a:gd name="connsiteX56547" fmla="*/ 3335433 w 5799173"/>
              <a:gd name="connsiteY56547" fmla="*/ 4873109 h 5017219"/>
              <a:gd name="connsiteX56548" fmla="*/ 3344405 w 5799173"/>
              <a:gd name="connsiteY56548" fmla="*/ 4857489 h 5017219"/>
              <a:gd name="connsiteX56549" fmla="*/ 3345485 w 5799173"/>
              <a:gd name="connsiteY56549" fmla="*/ 4856824 h 5017219"/>
              <a:gd name="connsiteX56550" fmla="*/ 3363513 w 5799173"/>
              <a:gd name="connsiteY56550" fmla="*/ 4856824 h 5017219"/>
              <a:gd name="connsiteX56551" fmla="*/ 3364593 w 5799173"/>
              <a:gd name="connsiteY56551" fmla="*/ 4857489 h 5017219"/>
              <a:gd name="connsiteX56552" fmla="*/ 3373566 w 5799173"/>
              <a:gd name="connsiteY56552" fmla="*/ 4873108 h 5017219"/>
              <a:gd name="connsiteX56553" fmla="*/ 3373565 w 5799173"/>
              <a:gd name="connsiteY56553" fmla="*/ 4874355 h 5017219"/>
              <a:gd name="connsiteX56554" fmla="*/ 3364592 w 5799173"/>
              <a:gd name="connsiteY56554" fmla="*/ 4889976 h 5017219"/>
              <a:gd name="connsiteX56555" fmla="*/ 3363512 w 5799173"/>
              <a:gd name="connsiteY56555" fmla="*/ 4890640 h 5017219"/>
              <a:gd name="connsiteX56556" fmla="*/ 2984351 w 5799173"/>
              <a:gd name="connsiteY56556" fmla="*/ 4793938 h 5017219"/>
              <a:gd name="connsiteX56557" fmla="*/ 2983271 w 5799173"/>
              <a:gd name="connsiteY56557" fmla="*/ 4793275 h 5017219"/>
              <a:gd name="connsiteX56558" fmla="*/ 2974299 w 5799173"/>
              <a:gd name="connsiteY56558" fmla="*/ 4777654 h 5017219"/>
              <a:gd name="connsiteX56559" fmla="*/ 2974300 w 5799173"/>
              <a:gd name="connsiteY56559" fmla="*/ 4776407 h 5017219"/>
              <a:gd name="connsiteX56560" fmla="*/ 2983272 w 5799173"/>
              <a:gd name="connsiteY56560" fmla="*/ 4760788 h 5017219"/>
              <a:gd name="connsiteX56561" fmla="*/ 2984352 w 5799173"/>
              <a:gd name="connsiteY56561" fmla="*/ 4760123 h 5017219"/>
              <a:gd name="connsiteX56562" fmla="*/ 3002380 w 5799173"/>
              <a:gd name="connsiteY56562" fmla="*/ 4760122 h 5017219"/>
              <a:gd name="connsiteX56563" fmla="*/ 3003460 w 5799173"/>
              <a:gd name="connsiteY56563" fmla="*/ 4760787 h 5017219"/>
              <a:gd name="connsiteX56564" fmla="*/ 3012433 w 5799173"/>
              <a:gd name="connsiteY56564" fmla="*/ 4776406 h 5017219"/>
              <a:gd name="connsiteX56565" fmla="*/ 3012432 w 5799173"/>
              <a:gd name="connsiteY56565" fmla="*/ 4777654 h 5017219"/>
              <a:gd name="connsiteX56566" fmla="*/ 3003459 w 5799173"/>
              <a:gd name="connsiteY56566" fmla="*/ 4793274 h 5017219"/>
              <a:gd name="connsiteX56567" fmla="*/ 3002379 w 5799173"/>
              <a:gd name="connsiteY56567" fmla="*/ 4793938 h 5017219"/>
              <a:gd name="connsiteX56568" fmla="*/ 3586205 w 5799173"/>
              <a:gd name="connsiteY56568" fmla="*/ 4955240 h 5017219"/>
              <a:gd name="connsiteX56569" fmla="*/ 3585125 w 5799173"/>
              <a:gd name="connsiteY56569" fmla="*/ 4954576 h 5017219"/>
              <a:gd name="connsiteX56570" fmla="*/ 3576153 w 5799173"/>
              <a:gd name="connsiteY56570" fmla="*/ 4938956 h 5017219"/>
              <a:gd name="connsiteX56571" fmla="*/ 3576153 w 5799173"/>
              <a:gd name="connsiteY56571" fmla="*/ 4937709 h 5017219"/>
              <a:gd name="connsiteX56572" fmla="*/ 3585125 w 5799173"/>
              <a:gd name="connsiteY56572" fmla="*/ 4922090 h 5017219"/>
              <a:gd name="connsiteX56573" fmla="*/ 3586205 w 5799173"/>
              <a:gd name="connsiteY56573" fmla="*/ 4921425 h 5017219"/>
              <a:gd name="connsiteX56574" fmla="*/ 3604233 w 5799173"/>
              <a:gd name="connsiteY56574" fmla="*/ 4921425 h 5017219"/>
              <a:gd name="connsiteX56575" fmla="*/ 3605313 w 5799173"/>
              <a:gd name="connsiteY56575" fmla="*/ 4922090 h 5017219"/>
              <a:gd name="connsiteX56576" fmla="*/ 3614286 w 5799173"/>
              <a:gd name="connsiteY56576" fmla="*/ 4937708 h 5017219"/>
              <a:gd name="connsiteX56577" fmla="*/ 3614286 w 5799173"/>
              <a:gd name="connsiteY56577" fmla="*/ 4938955 h 5017219"/>
              <a:gd name="connsiteX56578" fmla="*/ 3605313 w 5799173"/>
              <a:gd name="connsiteY56578" fmla="*/ 4954575 h 5017219"/>
              <a:gd name="connsiteX56579" fmla="*/ 3604233 w 5799173"/>
              <a:gd name="connsiteY56579" fmla="*/ 4955239 h 5017219"/>
              <a:gd name="connsiteX56580" fmla="*/ 2863961 w 5799173"/>
              <a:gd name="connsiteY56580" fmla="*/ 4761749 h 5017219"/>
              <a:gd name="connsiteX56581" fmla="*/ 2862881 w 5799173"/>
              <a:gd name="connsiteY56581" fmla="*/ 4761085 h 5017219"/>
              <a:gd name="connsiteX56582" fmla="*/ 2853909 w 5799173"/>
              <a:gd name="connsiteY56582" fmla="*/ 4745466 h 5017219"/>
              <a:gd name="connsiteX56583" fmla="*/ 2853909 w 5799173"/>
              <a:gd name="connsiteY56583" fmla="*/ 4744219 h 5017219"/>
              <a:gd name="connsiteX56584" fmla="*/ 2862881 w 5799173"/>
              <a:gd name="connsiteY56584" fmla="*/ 4728600 h 5017219"/>
              <a:gd name="connsiteX56585" fmla="*/ 2863961 w 5799173"/>
              <a:gd name="connsiteY56585" fmla="*/ 4727935 h 5017219"/>
              <a:gd name="connsiteX56586" fmla="*/ 2881989 w 5799173"/>
              <a:gd name="connsiteY56586" fmla="*/ 4727935 h 5017219"/>
              <a:gd name="connsiteX56587" fmla="*/ 2883069 w 5799173"/>
              <a:gd name="connsiteY56587" fmla="*/ 4728600 h 5017219"/>
              <a:gd name="connsiteX56588" fmla="*/ 2892042 w 5799173"/>
              <a:gd name="connsiteY56588" fmla="*/ 4744218 h 5017219"/>
              <a:gd name="connsiteX56589" fmla="*/ 2892042 w 5799173"/>
              <a:gd name="connsiteY56589" fmla="*/ 4745465 h 5017219"/>
              <a:gd name="connsiteX56590" fmla="*/ 2883069 w 5799173"/>
              <a:gd name="connsiteY56590" fmla="*/ 4761085 h 5017219"/>
              <a:gd name="connsiteX56591" fmla="*/ 2881989 w 5799173"/>
              <a:gd name="connsiteY56591" fmla="*/ 4761749 h 5017219"/>
              <a:gd name="connsiteX56592" fmla="*/ 2623072 w 5799173"/>
              <a:gd name="connsiteY56592" fmla="*/ 4697442 h 5017219"/>
              <a:gd name="connsiteX56593" fmla="*/ 2621993 w 5799173"/>
              <a:gd name="connsiteY56593" fmla="*/ 4696777 h 5017219"/>
              <a:gd name="connsiteX56594" fmla="*/ 2612855 w 5799173"/>
              <a:gd name="connsiteY56594" fmla="*/ 4680908 h 5017219"/>
              <a:gd name="connsiteX56595" fmla="*/ 2612855 w 5799173"/>
              <a:gd name="connsiteY56595" fmla="*/ 4679579 h 5017219"/>
              <a:gd name="connsiteX56596" fmla="*/ 2621993 w 5799173"/>
              <a:gd name="connsiteY56596" fmla="*/ 4663710 h 5017219"/>
              <a:gd name="connsiteX56597" fmla="*/ 2623073 w 5799173"/>
              <a:gd name="connsiteY56597" fmla="*/ 4663045 h 5017219"/>
              <a:gd name="connsiteX56598" fmla="*/ 2641351 w 5799173"/>
              <a:gd name="connsiteY56598" fmla="*/ 4663044 h 5017219"/>
              <a:gd name="connsiteX56599" fmla="*/ 2642431 w 5799173"/>
              <a:gd name="connsiteY56599" fmla="*/ 4663709 h 5017219"/>
              <a:gd name="connsiteX56600" fmla="*/ 2651569 w 5799173"/>
              <a:gd name="connsiteY56600" fmla="*/ 4679578 h 5017219"/>
              <a:gd name="connsiteX56601" fmla="*/ 2651569 w 5799173"/>
              <a:gd name="connsiteY56601" fmla="*/ 4680907 h 5017219"/>
              <a:gd name="connsiteX56602" fmla="*/ 2642431 w 5799173"/>
              <a:gd name="connsiteY56602" fmla="*/ 4696777 h 5017219"/>
              <a:gd name="connsiteX56603" fmla="*/ 2641351 w 5799173"/>
              <a:gd name="connsiteY56603" fmla="*/ 4697442 h 5017219"/>
              <a:gd name="connsiteX56604" fmla="*/ 3284981 w 5799173"/>
              <a:gd name="connsiteY56604" fmla="*/ 4874993 h 5017219"/>
              <a:gd name="connsiteX56605" fmla="*/ 3283818 w 5799173"/>
              <a:gd name="connsiteY56605" fmla="*/ 4874329 h 5017219"/>
              <a:gd name="connsiteX56606" fmla="*/ 3274514 w 5799173"/>
              <a:gd name="connsiteY56606" fmla="*/ 4858208 h 5017219"/>
              <a:gd name="connsiteX56607" fmla="*/ 3274514 w 5799173"/>
              <a:gd name="connsiteY56607" fmla="*/ 4856879 h 5017219"/>
              <a:gd name="connsiteX56608" fmla="*/ 3283820 w 5799173"/>
              <a:gd name="connsiteY56608" fmla="*/ 4840758 h 5017219"/>
              <a:gd name="connsiteX56609" fmla="*/ 3284983 w 5799173"/>
              <a:gd name="connsiteY56609" fmla="*/ 4840093 h 5017219"/>
              <a:gd name="connsiteX56610" fmla="*/ 3303592 w 5799173"/>
              <a:gd name="connsiteY56610" fmla="*/ 4840092 h 5017219"/>
              <a:gd name="connsiteX56611" fmla="*/ 3304756 w 5799173"/>
              <a:gd name="connsiteY56611" fmla="*/ 4840756 h 5017219"/>
              <a:gd name="connsiteX56612" fmla="*/ 3314060 w 5799173"/>
              <a:gd name="connsiteY56612" fmla="*/ 4856876 h 5017219"/>
              <a:gd name="connsiteX56613" fmla="*/ 3314060 w 5799173"/>
              <a:gd name="connsiteY56613" fmla="*/ 4858206 h 5017219"/>
              <a:gd name="connsiteX56614" fmla="*/ 3304754 w 5799173"/>
              <a:gd name="connsiteY56614" fmla="*/ 4874328 h 5017219"/>
              <a:gd name="connsiteX56615" fmla="*/ 3303590 w 5799173"/>
              <a:gd name="connsiteY56615" fmla="*/ 4874992 h 5017219"/>
              <a:gd name="connsiteX56616" fmla="*/ 3164655 w 5799173"/>
              <a:gd name="connsiteY56616" fmla="*/ 4842801 h 5017219"/>
              <a:gd name="connsiteX56617" fmla="*/ 3163491 w 5799173"/>
              <a:gd name="connsiteY56617" fmla="*/ 4842136 h 5017219"/>
              <a:gd name="connsiteX56618" fmla="*/ 3154270 w 5799173"/>
              <a:gd name="connsiteY56618" fmla="*/ 4826101 h 5017219"/>
              <a:gd name="connsiteX56619" fmla="*/ 3154270 w 5799173"/>
              <a:gd name="connsiteY56619" fmla="*/ 4824771 h 5017219"/>
              <a:gd name="connsiteX56620" fmla="*/ 3163492 w 5799173"/>
              <a:gd name="connsiteY56620" fmla="*/ 4808736 h 5017219"/>
              <a:gd name="connsiteX56621" fmla="*/ 3164656 w 5799173"/>
              <a:gd name="connsiteY56621" fmla="*/ 4808071 h 5017219"/>
              <a:gd name="connsiteX56622" fmla="*/ 3183182 w 5799173"/>
              <a:gd name="connsiteY56622" fmla="*/ 4808071 h 5017219"/>
              <a:gd name="connsiteX56623" fmla="*/ 3184345 w 5799173"/>
              <a:gd name="connsiteY56623" fmla="*/ 4808736 h 5017219"/>
              <a:gd name="connsiteX56624" fmla="*/ 3193566 w 5799173"/>
              <a:gd name="connsiteY56624" fmla="*/ 4824771 h 5017219"/>
              <a:gd name="connsiteX56625" fmla="*/ 3193566 w 5799173"/>
              <a:gd name="connsiteY56625" fmla="*/ 4826100 h 5017219"/>
              <a:gd name="connsiteX56626" fmla="*/ 3184344 w 5799173"/>
              <a:gd name="connsiteY56626" fmla="*/ 4842136 h 5017219"/>
              <a:gd name="connsiteX56627" fmla="*/ 3183181 w 5799173"/>
              <a:gd name="connsiteY56627" fmla="*/ 4842801 h 5017219"/>
              <a:gd name="connsiteX56628" fmla="*/ 3405271 w 5799173"/>
              <a:gd name="connsiteY56628" fmla="*/ 4907322 h 5017219"/>
              <a:gd name="connsiteX56629" fmla="*/ 3404108 w 5799173"/>
              <a:gd name="connsiteY56629" fmla="*/ 4906658 h 5017219"/>
              <a:gd name="connsiteX56630" fmla="*/ 3394721 w 5799173"/>
              <a:gd name="connsiteY56630" fmla="*/ 4890455 h 5017219"/>
              <a:gd name="connsiteX56631" fmla="*/ 3394721 w 5799173"/>
              <a:gd name="connsiteY56631" fmla="*/ 4889125 h 5017219"/>
              <a:gd name="connsiteX56632" fmla="*/ 3404110 w 5799173"/>
              <a:gd name="connsiteY56632" fmla="*/ 4872921 h 5017219"/>
              <a:gd name="connsiteX56633" fmla="*/ 3405273 w 5799173"/>
              <a:gd name="connsiteY56633" fmla="*/ 4872257 h 5017219"/>
              <a:gd name="connsiteX56634" fmla="*/ 3423966 w 5799173"/>
              <a:gd name="connsiteY56634" fmla="*/ 4872255 h 5017219"/>
              <a:gd name="connsiteX56635" fmla="*/ 3425129 w 5799173"/>
              <a:gd name="connsiteY56635" fmla="*/ 4872921 h 5017219"/>
              <a:gd name="connsiteX56636" fmla="*/ 3434517 w 5799173"/>
              <a:gd name="connsiteY56636" fmla="*/ 4889123 h 5017219"/>
              <a:gd name="connsiteX56637" fmla="*/ 3434517 w 5799173"/>
              <a:gd name="connsiteY56637" fmla="*/ 4890452 h 5017219"/>
              <a:gd name="connsiteX56638" fmla="*/ 3425127 w 5799173"/>
              <a:gd name="connsiteY56638" fmla="*/ 4906658 h 5017219"/>
              <a:gd name="connsiteX56639" fmla="*/ 3423964 w 5799173"/>
              <a:gd name="connsiteY56639" fmla="*/ 4907321 h 5017219"/>
              <a:gd name="connsiteX56640" fmla="*/ 2803437 w 5799173"/>
              <a:gd name="connsiteY56640" fmla="*/ 4746178 h 5017219"/>
              <a:gd name="connsiteX56641" fmla="*/ 2802275 w 5799173"/>
              <a:gd name="connsiteY56641" fmla="*/ 4745514 h 5017219"/>
              <a:gd name="connsiteX56642" fmla="*/ 2792969 w 5799173"/>
              <a:gd name="connsiteY56642" fmla="*/ 4729396 h 5017219"/>
              <a:gd name="connsiteX56643" fmla="*/ 2792969 w 5799173"/>
              <a:gd name="connsiteY56643" fmla="*/ 4728067 h 5017219"/>
              <a:gd name="connsiteX56644" fmla="*/ 2802275 w 5799173"/>
              <a:gd name="connsiteY56644" fmla="*/ 4711949 h 5017219"/>
              <a:gd name="connsiteX56645" fmla="*/ 2803438 w 5799173"/>
              <a:gd name="connsiteY56645" fmla="*/ 4711284 h 5017219"/>
              <a:gd name="connsiteX56646" fmla="*/ 2822047 w 5799173"/>
              <a:gd name="connsiteY56646" fmla="*/ 4711284 h 5017219"/>
              <a:gd name="connsiteX56647" fmla="*/ 2823211 w 5799173"/>
              <a:gd name="connsiteY56647" fmla="*/ 4711949 h 5017219"/>
              <a:gd name="connsiteX56648" fmla="*/ 2832515 w 5799173"/>
              <a:gd name="connsiteY56648" fmla="*/ 4728066 h 5017219"/>
              <a:gd name="connsiteX56649" fmla="*/ 2832515 w 5799173"/>
              <a:gd name="connsiteY56649" fmla="*/ 4729395 h 5017219"/>
              <a:gd name="connsiteX56650" fmla="*/ 2823211 w 5799173"/>
              <a:gd name="connsiteY56650" fmla="*/ 4745514 h 5017219"/>
              <a:gd name="connsiteX56651" fmla="*/ 2822047 w 5799173"/>
              <a:gd name="connsiteY56651" fmla="*/ 4746178 h 5017219"/>
              <a:gd name="connsiteX56652" fmla="*/ 3224655 w 5799173"/>
              <a:gd name="connsiteY56652" fmla="*/ 4859156 h 5017219"/>
              <a:gd name="connsiteX56653" fmla="*/ 3223492 w 5799173"/>
              <a:gd name="connsiteY56653" fmla="*/ 4858492 h 5017219"/>
              <a:gd name="connsiteX56654" fmla="*/ 3214104 w 5799173"/>
              <a:gd name="connsiteY56654" fmla="*/ 4842291 h 5017219"/>
              <a:gd name="connsiteX56655" fmla="*/ 3214104 w 5799173"/>
              <a:gd name="connsiteY56655" fmla="*/ 4840962 h 5017219"/>
              <a:gd name="connsiteX56656" fmla="*/ 3223492 w 5799173"/>
              <a:gd name="connsiteY56656" fmla="*/ 4824762 h 5017219"/>
              <a:gd name="connsiteX56657" fmla="*/ 3224655 w 5799173"/>
              <a:gd name="connsiteY56657" fmla="*/ 4824096 h 5017219"/>
              <a:gd name="connsiteX56658" fmla="*/ 3243348 w 5799173"/>
              <a:gd name="connsiteY56658" fmla="*/ 4824096 h 5017219"/>
              <a:gd name="connsiteX56659" fmla="*/ 3244511 w 5799173"/>
              <a:gd name="connsiteY56659" fmla="*/ 4824761 h 5017219"/>
              <a:gd name="connsiteX56660" fmla="*/ 3253899 w 5799173"/>
              <a:gd name="connsiteY56660" fmla="*/ 4840962 h 5017219"/>
              <a:gd name="connsiteX56661" fmla="*/ 3253899 w 5799173"/>
              <a:gd name="connsiteY56661" fmla="*/ 4842291 h 5017219"/>
              <a:gd name="connsiteX56662" fmla="*/ 3244511 w 5799173"/>
              <a:gd name="connsiteY56662" fmla="*/ 4858492 h 5017219"/>
              <a:gd name="connsiteX56663" fmla="*/ 3243348 w 5799173"/>
              <a:gd name="connsiteY56663" fmla="*/ 4859156 h 5017219"/>
              <a:gd name="connsiteX56664" fmla="*/ 2743165 w 5799173"/>
              <a:gd name="connsiteY56664" fmla="*/ 4730143 h 5017219"/>
              <a:gd name="connsiteX56665" fmla="*/ 2742002 w 5799173"/>
              <a:gd name="connsiteY56665" fmla="*/ 4729479 h 5017219"/>
              <a:gd name="connsiteX56666" fmla="*/ 2732614 w 5799173"/>
              <a:gd name="connsiteY56666" fmla="*/ 4713278 h 5017219"/>
              <a:gd name="connsiteX56667" fmla="*/ 2732614 w 5799173"/>
              <a:gd name="connsiteY56667" fmla="*/ 4711948 h 5017219"/>
              <a:gd name="connsiteX56668" fmla="*/ 2742002 w 5799173"/>
              <a:gd name="connsiteY56668" fmla="*/ 4695748 h 5017219"/>
              <a:gd name="connsiteX56669" fmla="*/ 2743165 w 5799173"/>
              <a:gd name="connsiteY56669" fmla="*/ 4695083 h 5017219"/>
              <a:gd name="connsiteX56670" fmla="*/ 2761858 w 5799173"/>
              <a:gd name="connsiteY56670" fmla="*/ 4695083 h 5017219"/>
              <a:gd name="connsiteX56671" fmla="*/ 2763021 w 5799173"/>
              <a:gd name="connsiteY56671" fmla="*/ 4695748 h 5017219"/>
              <a:gd name="connsiteX56672" fmla="*/ 2772409 w 5799173"/>
              <a:gd name="connsiteY56672" fmla="*/ 4711948 h 5017219"/>
              <a:gd name="connsiteX56673" fmla="*/ 2772409 w 5799173"/>
              <a:gd name="connsiteY56673" fmla="*/ 4713277 h 5017219"/>
              <a:gd name="connsiteX56674" fmla="*/ 2763021 w 5799173"/>
              <a:gd name="connsiteY56674" fmla="*/ 4729479 h 5017219"/>
              <a:gd name="connsiteX56675" fmla="*/ 2761858 w 5799173"/>
              <a:gd name="connsiteY56675" fmla="*/ 4730143 h 5017219"/>
              <a:gd name="connsiteX56676" fmla="*/ 3104175 w 5799173"/>
              <a:gd name="connsiteY56676" fmla="*/ 4827016 h 5017219"/>
              <a:gd name="connsiteX56677" fmla="*/ 3103013 w 5799173"/>
              <a:gd name="connsiteY56677" fmla="*/ 4826350 h 5017219"/>
              <a:gd name="connsiteX56678" fmla="*/ 3093460 w 5799173"/>
              <a:gd name="connsiteY56678" fmla="*/ 4809814 h 5017219"/>
              <a:gd name="connsiteX56679" fmla="*/ 3093460 w 5799173"/>
              <a:gd name="connsiteY56679" fmla="*/ 4808484 h 5017219"/>
              <a:gd name="connsiteX56680" fmla="*/ 3103016 w 5799173"/>
              <a:gd name="connsiteY56680" fmla="*/ 4791947 h 5017219"/>
              <a:gd name="connsiteX56681" fmla="*/ 3104178 w 5799173"/>
              <a:gd name="connsiteY56681" fmla="*/ 4791282 h 5017219"/>
              <a:gd name="connsiteX56682" fmla="*/ 3123287 w 5799173"/>
              <a:gd name="connsiteY56682" fmla="*/ 4791279 h 5017219"/>
              <a:gd name="connsiteX56683" fmla="*/ 3124450 w 5799173"/>
              <a:gd name="connsiteY56683" fmla="*/ 4791945 h 5017219"/>
              <a:gd name="connsiteX56684" fmla="*/ 3134002 w 5799173"/>
              <a:gd name="connsiteY56684" fmla="*/ 4808482 h 5017219"/>
              <a:gd name="connsiteX56685" fmla="*/ 3134003 w 5799173"/>
              <a:gd name="connsiteY56685" fmla="*/ 4809811 h 5017219"/>
              <a:gd name="connsiteX56686" fmla="*/ 3124447 w 5799173"/>
              <a:gd name="connsiteY56686" fmla="*/ 4826349 h 5017219"/>
              <a:gd name="connsiteX56687" fmla="*/ 3123284 w 5799173"/>
              <a:gd name="connsiteY56687" fmla="*/ 4827013 h 5017219"/>
              <a:gd name="connsiteX56688" fmla="*/ 2923651 w 5799173"/>
              <a:gd name="connsiteY56688" fmla="*/ 4778652 h 5017219"/>
              <a:gd name="connsiteX56689" fmla="*/ 2922488 w 5799173"/>
              <a:gd name="connsiteY56689" fmla="*/ 4777987 h 5017219"/>
              <a:gd name="connsiteX56690" fmla="*/ 2913018 w 5799173"/>
              <a:gd name="connsiteY56690" fmla="*/ 4761620 h 5017219"/>
              <a:gd name="connsiteX56691" fmla="*/ 2913017 w 5799173"/>
              <a:gd name="connsiteY56691" fmla="*/ 4760290 h 5017219"/>
              <a:gd name="connsiteX56692" fmla="*/ 2922489 w 5799173"/>
              <a:gd name="connsiteY56692" fmla="*/ 4743923 h 5017219"/>
              <a:gd name="connsiteX56693" fmla="*/ 2923652 w 5799173"/>
              <a:gd name="connsiteY56693" fmla="*/ 4743258 h 5017219"/>
              <a:gd name="connsiteX56694" fmla="*/ 2942594 w 5799173"/>
              <a:gd name="connsiteY56694" fmla="*/ 4743258 h 5017219"/>
              <a:gd name="connsiteX56695" fmla="*/ 2943757 w 5799173"/>
              <a:gd name="connsiteY56695" fmla="*/ 4743923 h 5017219"/>
              <a:gd name="connsiteX56696" fmla="*/ 2953228 w 5799173"/>
              <a:gd name="connsiteY56696" fmla="*/ 4760290 h 5017219"/>
              <a:gd name="connsiteX56697" fmla="*/ 2953227 w 5799173"/>
              <a:gd name="connsiteY56697" fmla="*/ 4761620 h 5017219"/>
              <a:gd name="connsiteX56698" fmla="*/ 2943756 w 5799173"/>
              <a:gd name="connsiteY56698" fmla="*/ 4777987 h 5017219"/>
              <a:gd name="connsiteX56699" fmla="*/ 2942593 w 5799173"/>
              <a:gd name="connsiteY56699" fmla="*/ 4778652 h 5017219"/>
              <a:gd name="connsiteX56700" fmla="*/ 3043928 w 5799173"/>
              <a:gd name="connsiteY56700" fmla="*/ 4811121 h 5017219"/>
              <a:gd name="connsiteX56701" fmla="*/ 3042765 w 5799173"/>
              <a:gd name="connsiteY56701" fmla="*/ 4810456 h 5017219"/>
              <a:gd name="connsiteX56702" fmla="*/ 3033211 w 5799173"/>
              <a:gd name="connsiteY56702" fmla="*/ 4793923 h 5017219"/>
              <a:gd name="connsiteX56703" fmla="*/ 3033211 w 5799173"/>
              <a:gd name="connsiteY56703" fmla="*/ 4792593 h 5017219"/>
              <a:gd name="connsiteX56704" fmla="*/ 3042766 w 5799173"/>
              <a:gd name="connsiteY56704" fmla="*/ 4776059 h 5017219"/>
              <a:gd name="connsiteX56705" fmla="*/ 3043928 w 5799173"/>
              <a:gd name="connsiteY56705" fmla="*/ 4775394 h 5017219"/>
              <a:gd name="connsiteX56706" fmla="*/ 3063037 w 5799173"/>
              <a:gd name="connsiteY56706" fmla="*/ 4775393 h 5017219"/>
              <a:gd name="connsiteX56707" fmla="*/ 3064200 w 5799173"/>
              <a:gd name="connsiteY56707" fmla="*/ 4776059 h 5017219"/>
              <a:gd name="connsiteX56708" fmla="*/ 3073753 w 5799173"/>
              <a:gd name="connsiteY56708" fmla="*/ 4792591 h 5017219"/>
              <a:gd name="connsiteX56709" fmla="*/ 3073753 w 5799173"/>
              <a:gd name="connsiteY56709" fmla="*/ 4793922 h 5017219"/>
              <a:gd name="connsiteX56710" fmla="*/ 3064199 w 5799173"/>
              <a:gd name="connsiteY56710" fmla="*/ 4810455 h 5017219"/>
              <a:gd name="connsiteX56711" fmla="*/ 3063036 w 5799173"/>
              <a:gd name="connsiteY56711" fmla="*/ 4811121 h 5017219"/>
              <a:gd name="connsiteX56712" fmla="*/ 3525343 w 5799173"/>
              <a:gd name="connsiteY56712" fmla="*/ 4940275 h 5017219"/>
              <a:gd name="connsiteX56713" fmla="*/ 3524180 w 5799173"/>
              <a:gd name="connsiteY56713" fmla="*/ 4939611 h 5017219"/>
              <a:gd name="connsiteX56714" fmla="*/ 3514544 w 5799173"/>
              <a:gd name="connsiteY56714" fmla="*/ 4922910 h 5017219"/>
              <a:gd name="connsiteX56715" fmla="*/ 3514544 w 5799173"/>
              <a:gd name="connsiteY56715" fmla="*/ 4921581 h 5017219"/>
              <a:gd name="connsiteX56716" fmla="*/ 3524181 w 5799173"/>
              <a:gd name="connsiteY56716" fmla="*/ 4904880 h 5017219"/>
              <a:gd name="connsiteX56717" fmla="*/ 3525344 w 5799173"/>
              <a:gd name="connsiteY56717" fmla="*/ 4904215 h 5017219"/>
              <a:gd name="connsiteX56718" fmla="*/ 3544702 w 5799173"/>
              <a:gd name="connsiteY56718" fmla="*/ 4904214 h 5017219"/>
              <a:gd name="connsiteX56719" fmla="*/ 3545865 w 5799173"/>
              <a:gd name="connsiteY56719" fmla="*/ 4904879 h 5017219"/>
              <a:gd name="connsiteX56720" fmla="*/ 3555502 w 5799173"/>
              <a:gd name="connsiteY56720" fmla="*/ 4921580 h 5017219"/>
              <a:gd name="connsiteX56721" fmla="*/ 3555502 w 5799173"/>
              <a:gd name="connsiteY56721" fmla="*/ 4922909 h 5017219"/>
              <a:gd name="connsiteX56722" fmla="*/ 3545864 w 5799173"/>
              <a:gd name="connsiteY56722" fmla="*/ 4939610 h 5017219"/>
              <a:gd name="connsiteX56723" fmla="*/ 3544701 w 5799173"/>
              <a:gd name="connsiteY56723" fmla="*/ 4940274 h 5017219"/>
              <a:gd name="connsiteX56724" fmla="*/ 455810 w 5799173"/>
              <a:gd name="connsiteY56724" fmla="*/ 4117843 h 5017219"/>
              <a:gd name="connsiteX56725" fmla="*/ 454647 w 5799173"/>
              <a:gd name="connsiteY56725" fmla="*/ 4117179 h 5017219"/>
              <a:gd name="connsiteX56726" fmla="*/ 445010 w 5799173"/>
              <a:gd name="connsiteY56726" fmla="*/ 4100563 h 5017219"/>
              <a:gd name="connsiteX56727" fmla="*/ 445010 w 5799173"/>
              <a:gd name="connsiteY56727" fmla="*/ 4099233 h 5017219"/>
              <a:gd name="connsiteX56728" fmla="*/ 454647 w 5799173"/>
              <a:gd name="connsiteY56728" fmla="*/ 4082618 h 5017219"/>
              <a:gd name="connsiteX56729" fmla="*/ 455810 w 5799173"/>
              <a:gd name="connsiteY56729" fmla="*/ 4081953 h 5017219"/>
              <a:gd name="connsiteX56730" fmla="*/ 475001 w 5799173"/>
              <a:gd name="connsiteY56730" fmla="*/ 4081953 h 5017219"/>
              <a:gd name="connsiteX56731" fmla="*/ 476164 w 5799173"/>
              <a:gd name="connsiteY56731" fmla="*/ 4082618 h 5017219"/>
              <a:gd name="connsiteX56732" fmla="*/ 485802 w 5799173"/>
              <a:gd name="connsiteY56732" fmla="*/ 4099233 h 5017219"/>
              <a:gd name="connsiteX56733" fmla="*/ 485802 w 5799173"/>
              <a:gd name="connsiteY56733" fmla="*/ 4100563 h 5017219"/>
              <a:gd name="connsiteX56734" fmla="*/ 476164 w 5799173"/>
              <a:gd name="connsiteY56734" fmla="*/ 4117179 h 5017219"/>
              <a:gd name="connsiteX56735" fmla="*/ 475001 w 5799173"/>
              <a:gd name="connsiteY56735" fmla="*/ 4117843 h 5017219"/>
              <a:gd name="connsiteX56736" fmla="*/ 1659317 w 5799173"/>
              <a:gd name="connsiteY56736" fmla="*/ 4440891 h 5017219"/>
              <a:gd name="connsiteX56737" fmla="*/ 1658071 w 5799173"/>
              <a:gd name="connsiteY56737" fmla="*/ 4440227 h 5017219"/>
              <a:gd name="connsiteX56738" fmla="*/ 1648186 w 5799173"/>
              <a:gd name="connsiteY56738" fmla="*/ 4423028 h 5017219"/>
              <a:gd name="connsiteX56739" fmla="*/ 1648186 w 5799173"/>
              <a:gd name="connsiteY56739" fmla="*/ 4421616 h 5017219"/>
              <a:gd name="connsiteX56740" fmla="*/ 1658072 w 5799173"/>
              <a:gd name="connsiteY56740" fmla="*/ 4404417 h 5017219"/>
              <a:gd name="connsiteX56741" fmla="*/ 1659318 w 5799173"/>
              <a:gd name="connsiteY56741" fmla="*/ 4403752 h 5017219"/>
              <a:gd name="connsiteX56742" fmla="*/ 1679175 w 5799173"/>
              <a:gd name="connsiteY56742" fmla="*/ 4403752 h 5017219"/>
              <a:gd name="connsiteX56743" fmla="*/ 1680421 w 5799173"/>
              <a:gd name="connsiteY56743" fmla="*/ 4404417 h 5017219"/>
              <a:gd name="connsiteX56744" fmla="*/ 1690307 w 5799173"/>
              <a:gd name="connsiteY56744" fmla="*/ 4421615 h 5017219"/>
              <a:gd name="connsiteX56745" fmla="*/ 1690307 w 5799173"/>
              <a:gd name="connsiteY56745" fmla="*/ 4423027 h 5017219"/>
              <a:gd name="connsiteX56746" fmla="*/ 1680420 w 5799173"/>
              <a:gd name="connsiteY56746" fmla="*/ 4440227 h 5017219"/>
              <a:gd name="connsiteX56747" fmla="*/ 1679174 w 5799173"/>
              <a:gd name="connsiteY56747" fmla="*/ 4440891 h 5017219"/>
              <a:gd name="connsiteX56748" fmla="*/ 936763 w 5799173"/>
              <a:gd name="connsiteY56748" fmla="*/ 4247900 h 5017219"/>
              <a:gd name="connsiteX56749" fmla="*/ 935517 w 5799173"/>
              <a:gd name="connsiteY56749" fmla="*/ 4247153 h 5017219"/>
              <a:gd name="connsiteX56750" fmla="*/ 925298 w 5799173"/>
              <a:gd name="connsiteY56750" fmla="*/ 4229455 h 5017219"/>
              <a:gd name="connsiteX56751" fmla="*/ 925299 w 5799173"/>
              <a:gd name="connsiteY56751" fmla="*/ 4228043 h 5017219"/>
              <a:gd name="connsiteX56752" fmla="*/ 935518 w 5799173"/>
              <a:gd name="connsiteY56752" fmla="*/ 4210344 h 5017219"/>
              <a:gd name="connsiteX56753" fmla="*/ 936764 w 5799173"/>
              <a:gd name="connsiteY56753" fmla="*/ 4209597 h 5017219"/>
              <a:gd name="connsiteX56754" fmla="*/ 957201 w 5799173"/>
              <a:gd name="connsiteY56754" fmla="*/ 4209596 h 5017219"/>
              <a:gd name="connsiteX56755" fmla="*/ 958448 w 5799173"/>
              <a:gd name="connsiteY56755" fmla="*/ 4210344 h 5017219"/>
              <a:gd name="connsiteX56756" fmla="*/ 968666 w 5799173"/>
              <a:gd name="connsiteY56756" fmla="*/ 4228041 h 5017219"/>
              <a:gd name="connsiteX56757" fmla="*/ 968666 w 5799173"/>
              <a:gd name="connsiteY56757" fmla="*/ 4229454 h 5017219"/>
              <a:gd name="connsiteX56758" fmla="*/ 958447 w 5799173"/>
              <a:gd name="connsiteY56758" fmla="*/ 4247152 h 5017219"/>
              <a:gd name="connsiteX56759" fmla="*/ 957200 w 5799173"/>
              <a:gd name="connsiteY56759" fmla="*/ 4247900 h 5017219"/>
              <a:gd name="connsiteX56760" fmla="*/ 996896 w 5799173"/>
              <a:gd name="connsiteY56760" fmla="*/ 4264133 h 5017219"/>
              <a:gd name="connsiteX56761" fmla="*/ 995649 w 5799173"/>
              <a:gd name="connsiteY56761" fmla="*/ 4263384 h 5017219"/>
              <a:gd name="connsiteX56762" fmla="*/ 985348 w 5799173"/>
              <a:gd name="connsiteY56762" fmla="*/ 4245520 h 5017219"/>
              <a:gd name="connsiteX56763" fmla="*/ 985348 w 5799173"/>
              <a:gd name="connsiteY56763" fmla="*/ 4244025 h 5017219"/>
              <a:gd name="connsiteX56764" fmla="*/ 995650 w 5799173"/>
              <a:gd name="connsiteY56764" fmla="*/ 4226159 h 5017219"/>
              <a:gd name="connsiteX56765" fmla="*/ 996898 w 5799173"/>
              <a:gd name="connsiteY56765" fmla="*/ 4225411 h 5017219"/>
              <a:gd name="connsiteX56766" fmla="*/ 1017584 w 5799173"/>
              <a:gd name="connsiteY56766" fmla="*/ 4225410 h 5017219"/>
              <a:gd name="connsiteX56767" fmla="*/ 1018831 w 5799173"/>
              <a:gd name="connsiteY56767" fmla="*/ 4226158 h 5017219"/>
              <a:gd name="connsiteX56768" fmla="*/ 1029132 w 5799173"/>
              <a:gd name="connsiteY56768" fmla="*/ 4244023 h 5017219"/>
              <a:gd name="connsiteX56769" fmla="*/ 1029132 w 5799173"/>
              <a:gd name="connsiteY56769" fmla="*/ 4245518 h 5017219"/>
              <a:gd name="connsiteX56770" fmla="*/ 1018829 w 5799173"/>
              <a:gd name="connsiteY56770" fmla="*/ 4263384 h 5017219"/>
              <a:gd name="connsiteX56771" fmla="*/ 1017582 w 5799173"/>
              <a:gd name="connsiteY56771" fmla="*/ 4264132 h 5017219"/>
              <a:gd name="connsiteX56772" fmla="*/ 2080168 w 5799173"/>
              <a:gd name="connsiteY56772" fmla="*/ 4554480 h 5017219"/>
              <a:gd name="connsiteX56773" fmla="*/ 2078922 w 5799173"/>
              <a:gd name="connsiteY56773" fmla="*/ 4553732 h 5017219"/>
              <a:gd name="connsiteX56774" fmla="*/ 2068538 w 5799173"/>
              <a:gd name="connsiteY56774" fmla="*/ 4535784 h 5017219"/>
              <a:gd name="connsiteX56775" fmla="*/ 2068538 w 5799173"/>
              <a:gd name="connsiteY56775" fmla="*/ 4534289 h 5017219"/>
              <a:gd name="connsiteX56776" fmla="*/ 2078924 w 5799173"/>
              <a:gd name="connsiteY56776" fmla="*/ 4516340 h 5017219"/>
              <a:gd name="connsiteX56777" fmla="*/ 2080170 w 5799173"/>
              <a:gd name="connsiteY56777" fmla="*/ 4515592 h 5017219"/>
              <a:gd name="connsiteX56778" fmla="*/ 2100940 w 5799173"/>
              <a:gd name="connsiteY56778" fmla="*/ 4515591 h 5017219"/>
              <a:gd name="connsiteX56779" fmla="*/ 2102186 w 5799173"/>
              <a:gd name="connsiteY56779" fmla="*/ 4516340 h 5017219"/>
              <a:gd name="connsiteX56780" fmla="*/ 2112570 w 5799173"/>
              <a:gd name="connsiteY56780" fmla="*/ 4534287 h 5017219"/>
              <a:gd name="connsiteX56781" fmla="*/ 2112570 w 5799173"/>
              <a:gd name="connsiteY56781" fmla="*/ 4535782 h 5017219"/>
              <a:gd name="connsiteX56782" fmla="*/ 2102184 w 5799173"/>
              <a:gd name="connsiteY56782" fmla="*/ 4553731 h 5017219"/>
              <a:gd name="connsiteX56783" fmla="*/ 2100938 w 5799173"/>
              <a:gd name="connsiteY56783" fmla="*/ 4554479 h 5017219"/>
              <a:gd name="connsiteX56784" fmla="*/ 1779190 w 5799173"/>
              <a:gd name="connsiteY56784" fmla="*/ 4473874 h 5017219"/>
              <a:gd name="connsiteX56785" fmla="*/ 1777944 w 5799173"/>
              <a:gd name="connsiteY56785" fmla="*/ 4473127 h 5017219"/>
              <a:gd name="connsiteX56786" fmla="*/ 1767478 w 5799173"/>
              <a:gd name="connsiteY56786" fmla="*/ 4455010 h 5017219"/>
              <a:gd name="connsiteX56787" fmla="*/ 1767478 w 5799173"/>
              <a:gd name="connsiteY56787" fmla="*/ 4453516 h 5017219"/>
              <a:gd name="connsiteX56788" fmla="*/ 1777947 w 5799173"/>
              <a:gd name="connsiteY56788" fmla="*/ 4435398 h 5017219"/>
              <a:gd name="connsiteX56789" fmla="*/ 1779193 w 5799173"/>
              <a:gd name="connsiteY56789" fmla="*/ 4434651 h 5017219"/>
              <a:gd name="connsiteX56790" fmla="*/ 1800130 w 5799173"/>
              <a:gd name="connsiteY56790" fmla="*/ 4434649 h 5017219"/>
              <a:gd name="connsiteX56791" fmla="*/ 1801376 w 5799173"/>
              <a:gd name="connsiteY56791" fmla="*/ 4435397 h 5017219"/>
              <a:gd name="connsiteX56792" fmla="*/ 1811842 w 5799173"/>
              <a:gd name="connsiteY56792" fmla="*/ 4453511 h 5017219"/>
              <a:gd name="connsiteX56793" fmla="*/ 1811842 w 5799173"/>
              <a:gd name="connsiteY56793" fmla="*/ 4455008 h 5017219"/>
              <a:gd name="connsiteX56794" fmla="*/ 1801372 w 5799173"/>
              <a:gd name="connsiteY56794" fmla="*/ 4473126 h 5017219"/>
              <a:gd name="connsiteX56795" fmla="*/ 1800127 w 5799173"/>
              <a:gd name="connsiteY56795" fmla="*/ 4473872 h 5017219"/>
              <a:gd name="connsiteX56796" fmla="*/ 1117132 w 5799173"/>
              <a:gd name="connsiteY56796" fmla="*/ 4296514 h 5017219"/>
              <a:gd name="connsiteX56797" fmla="*/ 1115886 w 5799173"/>
              <a:gd name="connsiteY56797" fmla="*/ 4295767 h 5017219"/>
              <a:gd name="connsiteX56798" fmla="*/ 1105420 w 5799173"/>
              <a:gd name="connsiteY56798" fmla="*/ 4277651 h 5017219"/>
              <a:gd name="connsiteX56799" fmla="*/ 1105420 w 5799173"/>
              <a:gd name="connsiteY56799" fmla="*/ 4276155 h 5017219"/>
              <a:gd name="connsiteX56800" fmla="*/ 1115889 w 5799173"/>
              <a:gd name="connsiteY56800" fmla="*/ 4258039 h 5017219"/>
              <a:gd name="connsiteX56801" fmla="*/ 1117135 w 5799173"/>
              <a:gd name="connsiteY56801" fmla="*/ 4257290 h 5017219"/>
              <a:gd name="connsiteX56802" fmla="*/ 1138072 w 5799173"/>
              <a:gd name="connsiteY56802" fmla="*/ 4257289 h 5017219"/>
              <a:gd name="connsiteX56803" fmla="*/ 1139317 w 5799173"/>
              <a:gd name="connsiteY56803" fmla="*/ 4258038 h 5017219"/>
              <a:gd name="connsiteX56804" fmla="*/ 1149784 w 5799173"/>
              <a:gd name="connsiteY56804" fmla="*/ 4276152 h 5017219"/>
              <a:gd name="connsiteX56805" fmla="*/ 1149784 w 5799173"/>
              <a:gd name="connsiteY56805" fmla="*/ 4277648 h 5017219"/>
              <a:gd name="connsiteX56806" fmla="*/ 1139315 w 5799173"/>
              <a:gd name="connsiteY56806" fmla="*/ 4295765 h 5017219"/>
              <a:gd name="connsiteX56807" fmla="*/ 1138069 w 5799173"/>
              <a:gd name="connsiteY56807" fmla="*/ 4296513 h 5017219"/>
              <a:gd name="connsiteX56808" fmla="*/ 1056945 w 5799173"/>
              <a:gd name="connsiteY56808" fmla="*/ 4280389 h 5017219"/>
              <a:gd name="connsiteX56809" fmla="*/ 1055699 w 5799173"/>
              <a:gd name="connsiteY56809" fmla="*/ 4279641 h 5017219"/>
              <a:gd name="connsiteX56810" fmla="*/ 1045232 w 5799173"/>
              <a:gd name="connsiteY56810" fmla="*/ 4261526 h 5017219"/>
              <a:gd name="connsiteX56811" fmla="*/ 1045232 w 5799173"/>
              <a:gd name="connsiteY56811" fmla="*/ 4260030 h 5017219"/>
              <a:gd name="connsiteX56812" fmla="*/ 1055702 w 5799173"/>
              <a:gd name="connsiteY56812" fmla="*/ 4241914 h 5017219"/>
              <a:gd name="connsiteX56813" fmla="*/ 1056948 w 5799173"/>
              <a:gd name="connsiteY56813" fmla="*/ 4241165 h 5017219"/>
              <a:gd name="connsiteX56814" fmla="*/ 1077885 w 5799173"/>
              <a:gd name="connsiteY56814" fmla="*/ 4241163 h 5017219"/>
              <a:gd name="connsiteX56815" fmla="*/ 1079130 w 5799173"/>
              <a:gd name="connsiteY56815" fmla="*/ 4241912 h 5017219"/>
              <a:gd name="connsiteX56816" fmla="*/ 1089597 w 5799173"/>
              <a:gd name="connsiteY56816" fmla="*/ 4260026 h 5017219"/>
              <a:gd name="connsiteX56817" fmla="*/ 1089597 w 5799173"/>
              <a:gd name="connsiteY56817" fmla="*/ 4261523 h 5017219"/>
              <a:gd name="connsiteX56818" fmla="*/ 1079128 w 5799173"/>
              <a:gd name="connsiteY56818" fmla="*/ 4279639 h 5017219"/>
              <a:gd name="connsiteX56819" fmla="*/ 1077882 w 5799173"/>
              <a:gd name="connsiteY56819" fmla="*/ 4280387 h 5017219"/>
              <a:gd name="connsiteX56820" fmla="*/ 515299 w 5799173"/>
              <a:gd name="connsiteY56820" fmla="*/ 4135282 h 5017219"/>
              <a:gd name="connsiteX56821" fmla="*/ 514054 w 5799173"/>
              <a:gd name="connsiteY56821" fmla="*/ 4134535 h 5017219"/>
              <a:gd name="connsiteX56822" fmla="*/ 503669 w 5799173"/>
              <a:gd name="connsiteY56822" fmla="*/ 4116588 h 5017219"/>
              <a:gd name="connsiteX56823" fmla="*/ 503669 w 5799173"/>
              <a:gd name="connsiteY56823" fmla="*/ 4115093 h 5017219"/>
              <a:gd name="connsiteX56824" fmla="*/ 514055 w 5799173"/>
              <a:gd name="connsiteY56824" fmla="*/ 4097146 h 5017219"/>
              <a:gd name="connsiteX56825" fmla="*/ 515301 w 5799173"/>
              <a:gd name="connsiteY56825" fmla="*/ 4096398 h 5017219"/>
              <a:gd name="connsiteX56826" fmla="*/ 536070 w 5799173"/>
              <a:gd name="connsiteY56826" fmla="*/ 4096397 h 5017219"/>
              <a:gd name="connsiteX56827" fmla="*/ 537317 w 5799173"/>
              <a:gd name="connsiteY56827" fmla="*/ 4097145 h 5017219"/>
              <a:gd name="connsiteX56828" fmla="*/ 547701 w 5799173"/>
              <a:gd name="connsiteY56828" fmla="*/ 4115092 h 5017219"/>
              <a:gd name="connsiteX56829" fmla="*/ 547701 w 5799173"/>
              <a:gd name="connsiteY56829" fmla="*/ 4116587 h 5017219"/>
              <a:gd name="connsiteX56830" fmla="*/ 537316 w 5799173"/>
              <a:gd name="connsiteY56830" fmla="*/ 4134534 h 5017219"/>
              <a:gd name="connsiteX56831" fmla="*/ 536070 w 5799173"/>
              <a:gd name="connsiteY56831" fmla="*/ 4135282 h 5017219"/>
              <a:gd name="connsiteX56832" fmla="*/ 2140320 w 5799173"/>
              <a:gd name="connsiteY56832" fmla="*/ 4570737 h 5017219"/>
              <a:gd name="connsiteX56833" fmla="*/ 2139074 w 5799173"/>
              <a:gd name="connsiteY56833" fmla="*/ 4569989 h 5017219"/>
              <a:gd name="connsiteX56834" fmla="*/ 2128689 w 5799173"/>
              <a:gd name="connsiteY56834" fmla="*/ 4552043 h 5017219"/>
              <a:gd name="connsiteX56835" fmla="*/ 2128689 w 5799173"/>
              <a:gd name="connsiteY56835" fmla="*/ 4550548 h 5017219"/>
              <a:gd name="connsiteX56836" fmla="*/ 2139075 w 5799173"/>
              <a:gd name="connsiteY56836" fmla="*/ 4532601 h 5017219"/>
              <a:gd name="connsiteX56837" fmla="*/ 2140321 w 5799173"/>
              <a:gd name="connsiteY56837" fmla="*/ 4531853 h 5017219"/>
              <a:gd name="connsiteX56838" fmla="*/ 2161091 w 5799173"/>
              <a:gd name="connsiteY56838" fmla="*/ 4531853 h 5017219"/>
              <a:gd name="connsiteX56839" fmla="*/ 2162337 w 5799173"/>
              <a:gd name="connsiteY56839" fmla="*/ 4532601 h 5017219"/>
              <a:gd name="connsiteX56840" fmla="*/ 2172721 w 5799173"/>
              <a:gd name="connsiteY56840" fmla="*/ 4550547 h 5017219"/>
              <a:gd name="connsiteX56841" fmla="*/ 2172721 w 5799173"/>
              <a:gd name="connsiteY56841" fmla="*/ 4552042 h 5017219"/>
              <a:gd name="connsiteX56842" fmla="*/ 2162336 w 5799173"/>
              <a:gd name="connsiteY56842" fmla="*/ 4569989 h 5017219"/>
              <a:gd name="connsiteX56843" fmla="*/ 2161090 w 5799173"/>
              <a:gd name="connsiteY56843" fmla="*/ 4570737 h 5017219"/>
              <a:gd name="connsiteX56844" fmla="*/ 1177272 w 5799173"/>
              <a:gd name="connsiteY56844" fmla="*/ 4312734 h 5017219"/>
              <a:gd name="connsiteX56845" fmla="*/ 1176026 w 5799173"/>
              <a:gd name="connsiteY56845" fmla="*/ 4311987 h 5017219"/>
              <a:gd name="connsiteX56846" fmla="*/ 1165641 w 5799173"/>
              <a:gd name="connsiteY56846" fmla="*/ 4293956 h 5017219"/>
              <a:gd name="connsiteX56847" fmla="*/ 1165641 w 5799173"/>
              <a:gd name="connsiteY56847" fmla="*/ 4292461 h 5017219"/>
              <a:gd name="connsiteX56848" fmla="*/ 1176110 w 5799173"/>
              <a:gd name="connsiteY56848" fmla="*/ 4274431 h 5017219"/>
              <a:gd name="connsiteX56849" fmla="*/ 1177356 w 5799173"/>
              <a:gd name="connsiteY56849" fmla="*/ 4273682 h 5017219"/>
              <a:gd name="connsiteX56850" fmla="*/ 1198209 w 5799173"/>
              <a:gd name="connsiteY56850" fmla="*/ 4273682 h 5017219"/>
              <a:gd name="connsiteX56851" fmla="*/ 1199455 w 5799173"/>
              <a:gd name="connsiteY56851" fmla="*/ 4274430 h 5017219"/>
              <a:gd name="connsiteX56852" fmla="*/ 1209840 w 5799173"/>
              <a:gd name="connsiteY56852" fmla="*/ 4292459 h 5017219"/>
              <a:gd name="connsiteX56853" fmla="*/ 1209840 w 5799173"/>
              <a:gd name="connsiteY56853" fmla="*/ 4293955 h 5017219"/>
              <a:gd name="connsiteX56854" fmla="*/ 1199371 w 5799173"/>
              <a:gd name="connsiteY56854" fmla="*/ 4311986 h 5017219"/>
              <a:gd name="connsiteX56855" fmla="*/ 1198125 w 5799173"/>
              <a:gd name="connsiteY56855" fmla="*/ 4312734 h 5017219"/>
              <a:gd name="connsiteX56856" fmla="*/ 1718946 w 5799173"/>
              <a:gd name="connsiteY56856" fmla="*/ 4457963 h 5017219"/>
              <a:gd name="connsiteX56857" fmla="*/ 1717701 w 5799173"/>
              <a:gd name="connsiteY56857" fmla="*/ 4457216 h 5017219"/>
              <a:gd name="connsiteX56858" fmla="*/ 1707233 w 5799173"/>
              <a:gd name="connsiteY56858" fmla="*/ 4439102 h 5017219"/>
              <a:gd name="connsiteX56859" fmla="*/ 1707233 w 5799173"/>
              <a:gd name="connsiteY56859" fmla="*/ 4437607 h 5017219"/>
              <a:gd name="connsiteX56860" fmla="*/ 1717702 w 5799173"/>
              <a:gd name="connsiteY56860" fmla="*/ 4419494 h 5017219"/>
              <a:gd name="connsiteX56861" fmla="*/ 1718948 w 5799173"/>
              <a:gd name="connsiteY56861" fmla="*/ 4418745 h 5017219"/>
              <a:gd name="connsiteX56862" fmla="*/ 1739884 w 5799173"/>
              <a:gd name="connsiteY56862" fmla="*/ 4418745 h 5017219"/>
              <a:gd name="connsiteX56863" fmla="*/ 1741130 w 5799173"/>
              <a:gd name="connsiteY56863" fmla="*/ 4419493 h 5017219"/>
              <a:gd name="connsiteX56864" fmla="*/ 1751597 w 5799173"/>
              <a:gd name="connsiteY56864" fmla="*/ 4437606 h 5017219"/>
              <a:gd name="connsiteX56865" fmla="*/ 1751597 w 5799173"/>
              <a:gd name="connsiteY56865" fmla="*/ 4439101 h 5017219"/>
              <a:gd name="connsiteX56866" fmla="*/ 1741129 w 5799173"/>
              <a:gd name="connsiteY56866" fmla="*/ 4457215 h 5017219"/>
              <a:gd name="connsiteX56867" fmla="*/ 1739883 w 5799173"/>
              <a:gd name="connsiteY56867" fmla="*/ 4457962 h 5017219"/>
              <a:gd name="connsiteX56868" fmla="*/ 816150 w 5799173"/>
              <a:gd name="connsiteY56868" fmla="*/ 4216070 h 5017219"/>
              <a:gd name="connsiteX56869" fmla="*/ 814904 w 5799173"/>
              <a:gd name="connsiteY56869" fmla="*/ 4215323 h 5017219"/>
              <a:gd name="connsiteX56870" fmla="*/ 804437 w 5799173"/>
              <a:gd name="connsiteY56870" fmla="*/ 4197210 h 5017219"/>
              <a:gd name="connsiteX56871" fmla="*/ 804437 w 5799173"/>
              <a:gd name="connsiteY56871" fmla="*/ 4195715 h 5017219"/>
              <a:gd name="connsiteX56872" fmla="*/ 814905 w 5799173"/>
              <a:gd name="connsiteY56872" fmla="*/ 4177601 h 5017219"/>
              <a:gd name="connsiteX56873" fmla="*/ 816151 w 5799173"/>
              <a:gd name="connsiteY56873" fmla="*/ 4176853 h 5017219"/>
              <a:gd name="connsiteX56874" fmla="*/ 837088 w 5799173"/>
              <a:gd name="connsiteY56874" fmla="*/ 4176852 h 5017219"/>
              <a:gd name="connsiteX56875" fmla="*/ 838333 w 5799173"/>
              <a:gd name="connsiteY56875" fmla="*/ 4177600 h 5017219"/>
              <a:gd name="connsiteX56876" fmla="*/ 848801 w 5799173"/>
              <a:gd name="connsiteY56876" fmla="*/ 4195713 h 5017219"/>
              <a:gd name="connsiteX56877" fmla="*/ 848801 w 5799173"/>
              <a:gd name="connsiteY56877" fmla="*/ 4197208 h 5017219"/>
              <a:gd name="connsiteX56878" fmla="*/ 838332 w 5799173"/>
              <a:gd name="connsiteY56878" fmla="*/ 4215322 h 5017219"/>
              <a:gd name="connsiteX56879" fmla="*/ 837086 w 5799173"/>
              <a:gd name="connsiteY56879" fmla="*/ 4216070 h 5017219"/>
              <a:gd name="connsiteX56880" fmla="*/ 635580 w 5799173"/>
              <a:gd name="connsiteY56880" fmla="*/ 4167730 h 5017219"/>
              <a:gd name="connsiteX56881" fmla="*/ 634335 w 5799173"/>
              <a:gd name="connsiteY56881" fmla="*/ 4166983 h 5017219"/>
              <a:gd name="connsiteX56882" fmla="*/ 623867 w 5799173"/>
              <a:gd name="connsiteY56882" fmla="*/ 4148870 h 5017219"/>
              <a:gd name="connsiteX56883" fmla="*/ 623867 w 5799173"/>
              <a:gd name="connsiteY56883" fmla="*/ 4147375 h 5017219"/>
              <a:gd name="connsiteX56884" fmla="*/ 634335 w 5799173"/>
              <a:gd name="connsiteY56884" fmla="*/ 4129262 h 5017219"/>
              <a:gd name="connsiteX56885" fmla="*/ 635581 w 5799173"/>
              <a:gd name="connsiteY56885" fmla="*/ 4128514 h 5017219"/>
              <a:gd name="connsiteX56886" fmla="*/ 656518 w 5799173"/>
              <a:gd name="connsiteY56886" fmla="*/ 4128514 h 5017219"/>
              <a:gd name="connsiteX56887" fmla="*/ 657763 w 5799173"/>
              <a:gd name="connsiteY56887" fmla="*/ 4129262 h 5017219"/>
              <a:gd name="connsiteX56888" fmla="*/ 668231 w 5799173"/>
              <a:gd name="connsiteY56888" fmla="*/ 4147374 h 5017219"/>
              <a:gd name="connsiteX56889" fmla="*/ 668231 w 5799173"/>
              <a:gd name="connsiteY56889" fmla="*/ 4148869 h 5017219"/>
              <a:gd name="connsiteX56890" fmla="*/ 657763 w 5799173"/>
              <a:gd name="connsiteY56890" fmla="*/ 4166983 h 5017219"/>
              <a:gd name="connsiteX56891" fmla="*/ 656517 w 5799173"/>
              <a:gd name="connsiteY56891" fmla="*/ 4167730 h 5017219"/>
              <a:gd name="connsiteX56892" fmla="*/ 1959631 w 5799173"/>
              <a:gd name="connsiteY56892" fmla="*/ 4522547 h 5017219"/>
              <a:gd name="connsiteX56893" fmla="*/ 1958385 w 5799173"/>
              <a:gd name="connsiteY56893" fmla="*/ 4521799 h 5017219"/>
              <a:gd name="connsiteX56894" fmla="*/ 1947834 w 5799173"/>
              <a:gd name="connsiteY56894" fmla="*/ 4503520 h 5017219"/>
              <a:gd name="connsiteX56895" fmla="*/ 1947834 w 5799173"/>
              <a:gd name="connsiteY56895" fmla="*/ 4502024 h 5017219"/>
              <a:gd name="connsiteX56896" fmla="*/ 1958386 w 5799173"/>
              <a:gd name="connsiteY56896" fmla="*/ 4483744 h 5017219"/>
              <a:gd name="connsiteX56897" fmla="*/ 1959632 w 5799173"/>
              <a:gd name="connsiteY56897" fmla="*/ 4482996 h 5017219"/>
              <a:gd name="connsiteX56898" fmla="*/ 1980651 w 5799173"/>
              <a:gd name="connsiteY56898" fmla="*/ 4482995 h 5017219"/>
              <a:gd name="connsiteX56899" fmla="*/ 1981897 w 5799173"/>
              <a:gd name="connsiteY56899" fmla="*/ 4483744 h 5017219"/>
              <a:gd name="connsiteX56900" fmla="*/ 1992448 w 5799173"/>
              <a:gd name="connsiteY56900" fmla="*/ 4502023 h 5017219"/>
              <a:gd name="connsiteX56901" fmla="*/ 1992448 w 5799173"/>
              <a:gd name="connsiteY56901" fmla="*/ 4503519 h 5017219"/>
              <a:gd name="connsiteX56902" fmla="*/ 1981896 w 5799173"/>
              <a:gd name="connsiteY56902" fmla="*/ 4521798 h 5017219"/>
              <a:gd name="connsiteX56903" fmla="*/ 1980650 w 5799173"/>
              <a:gd name="connsiteY56903" fmla="*/ 4522546 h 5017219"/>
              <a:gd name="connsiteX56904" fmla="*/ 1839282 w 5799173"/>
              <a:gd name="connsiteY56904" fmla="*/ 4490352 h 5017219"/>
              <a:gd name="connsiteX56905" fmla="*/ 1838036 w 5799173"/>
              <a:gd name="connsiteY56905" fmla="*/ 4489606 h 5017219"/>
              <a:gd name="connsiteX56906" fmla="*/ 1827568 w 5799173"/>
              <a:gd name="connsiteY56906" fmla="*/ 4471493 h 5017219"/>
              <a:gd name="connsiteX56907" fmla="*/ 1827568 w 5799173"/>
              <a:gd name="connsiteY56907" fmla="*/ 4469998 h 5017219"/>
              <a:gd name="connsiteX56908" fmla="*/ 1838036 w 5799173"/>
              <a:gd name="connsiteY56908" fmla="*/ 4451887 h 5017219"/>
              <a:gd name="connsiteX56909" fmla="*/ 1839282 w 5799173"/>
              <a:gd name="connsiteY56909" fmla="*/ 4451139 h 5017219"/>
              <a:gd name="connsiteX56910" fmla="*/ 1860218 w 5799173"/>
              <a:gd name="connsiteY56910" fmla="*/ 4451140 h 5017219"/>
              <a:gd name="connsiteX56911" fmla="*/ 1861464 w 5799173"/>
              <a:gd name="connsiteY56911" fmla="*/ 4451887 h 5017219"/>
              <a:gd name="connsiteX56912" fmla="*/ 1871932 w 5799173"/>
              <a:gd name="connsiteY56912" fmla="*/ 4469998 h 5017219"/>
              <a:gd name="connsiteX56913" fmla="*/ 1871932 w 5799173"/>
              <a:gd name="connsiteY56913" fmla="*/ 4471493 h 5017219"/>
              <a:gd name="connsiteX56914" fmla="*/ 1861464 w 5799173"/>
              <a:gd name="connsiteY56914" fmla="*/ 4489605 h 5017219"/>
              <a:gd name="connsiteX56915" fmla="*/ 1860218 w 5799173"/>
              <a:gd name="connsiteY56915" fmla="*/ 4490353 h 5017219"/>
              <a:gd name="connsiteX56916" fmla="*/ 1899397 w 5799173"/>
              <a:gd name="connsiteY56916" fmla="*/ 4506461 h 5017219"/>
              <a:gd name="connsiteX56917" fmla="*/ 1898068 w 5799173"/>
              <a:gd name="connsiteY56917" fmla="*/ 4505713 h 5017219"/>
              <a:gd name="connsiteX56918" fmla="*/ 1887435 w 5799173"/>
              <a:gd name="connsiteY56918" fmla="*/ 4487266 h 5017219"/>
              <a:gd name="connsiteX56919" fmla="*/ 1887435 w 5799173"/>
              <a:gd name="connsiteY56919" fmla="*/ 4485769 h 5017219"/>
              <a:gd name="connsiteX56920" fmla="*/ 1898071 w 5799173"/>
              <a:gd name="connsiteY56920" fmla="*/ 4467320 h 5017219"/>
              <a:gd name="connsiteX56921" fmla="*/ 1899400 w 5799173"/>
              <a:gd name="connsiteY56921" fmla="*/ 4466571 h 5017219"/>
              <a:gd name="connsiteX56922" fmla="*/ 1920669 w 5799173"/>
              <a:gd name="connsiteY56922" fmla="*/ 4466570 h 5017219"/>
              <a:gd name="connsiteX56923" fmla="*/ 1921999 w 5799173"/>
              <a:gd name="connsiteY56923" fmla="*/ 4467317 h 5017219"/>
              <a:gd name="connsiteX56924" fmla="*/ 1932631 w 5799173"/>
              <a:gd name="connsiteY56924" fmla="*/ 4485766 h 5017219"/>
              <a:gd name="connsiteX56925" fmla="*/ 1932631 w 5799173"/>
              <a:gd name="connsiteY56925" fmla="*/ 4487262 h 5017219"/>
              <a:gd name="connsiteX56926" fmla="*/ 1921996 w 5799173"/>
              <a:gd name="connsiteY56926" fmla="*/ 4505710 h 5017219"/>
              <a:gd name="connsiteX56927" fmla="*/ 1920667 w 5799173"/>
              <a:gd name="connsiteY56927" fmla="*/ 4506459 h 5017219"/>
              <a:gd name="connsiteX56928" fmla="*/ 876263 w 5799173"/>
              <a:gd name="connsiteY56928" fmla="*/ 4232323 h 5017219"/>
              <a:gd name="connsiteX56929" fmla="*/ 875016 w 5799173"/>
              <a:gd name="connsiteY56929" fmla="*/ 4231574 h 5017219"/>
              <a:gd name="connsiteX56930" fmla="*/ 864466 w 5799173"/>
              <a:gd name="connsiteY56930" fmla="*/ 4213297 h 5017219"/>
              <a:gd name="connsiteX56931" fmla="*/ 864466 w 5799173"/>
              <a:gd name="connsiteY56931" fmla="*/ 4211800 h 5017219"/>
              <a:gd name="connsiteX56932" fmla="*/ 875017 w 5799173"/>
              <a:gd name="connsiteY56932" fmla="*/ 4193522 h 5017219"/>
              <a:gd name="connsiteX56933" fmla="*/ 876263 w 5799173"/>
              <a:gd name="connsiteY56933" fmla="*/ 4192774 h 5017219"/>
              <a:gd name="connsiteX56934" fmla="*/ 897282 w 5799173"/>
              <a:gd name="connsiteY56934" fmla="*/ 4192773 h 5017219"/>
              <a:gd name="connsiteX56935" fmla="*/ 898528 w 5799173"/>
              <a:gd name="connsiteY56935" fmla="*/ 4193522 h 5017219"/>
              <a:gd name="connsiteX56936" fmla="*/ 909080 w 5799173"/>
              <a:gd name="connsiteY56936" fmla="*/ 4211800 h 5017219"/>
              <a:gd name="connsiteX56937" fmla="*/ 909080 w 5799173"/>
              <a:gd name="connsiteY56937" fmla="*/ 4213296 h 5017219"/>
              <a:gd name="connsiteX56938" fmla="*/ 898528 w 5799173"/>
              <a:gd name="connsiteY56938" fmla="*/ 4231574 h 5017219"/>
              <a:gd name="connsiteX56939" fmla="*/ 897282 w 5799173"/>
              <a:gd name="connsiteY56939" fmla="*/ 4232322 h 5017219"/>
              <a:gd name="connsiteX56940" fmla="*/ 1297515 w 5799173"/>
              <a:gd name="connsiteY56940" fmla="*/ 4345264 h 5017219"/>
              <a:gd name="connsiteX56941" fmla="*/ 1296186 w 5799173"/>
              <a:gd name="connsiteY56941" fmla="*/ 4344516 h 5017219"/>
              <a:gd name="connsiteX56942" fmla="*/ 1285553 w 5799173"/>
              <a:gd name="connsiteY56942" fmla="*/ 4326069 h 5017219"/>
              <a:gd name="connsiteX56943" fmla="*/ 1285553 w 5799173"/>
              <a:gd name="connsiteY56943" fmla="*/ 4324573 h 5017219"/>
              <a:gd name="connsiteX56944" fmla="*/ 1296189 w 5799173"/>
              <a:gd name="connsiteY56944" fmla="*/ 4306125 h 5017219"/>
              <a:gd name="connsiteX56945" fmla="*/ 1297518 w 5799173"/>
              <a:gd name="connsiteY56945" fmla="*/ 4305377 h 5017219"/>
              <a:gd name="connsiteX56946" fmla="*/ 1318787 w 5799173"/>
              <a:gd name="connsiteY56946" fmla="*/ 4305375 h 5017219"/>
              <a:gd name="connsiteX56947" fmla="*/ 1320116 w 5799173"/>
              <a:gd name="connsiteY56947" fmla="*/ 4306123 h 5017219"/>
              <a:gd name="connsiteX56948" fmla="*/ 1330749 w 5799173"/>
              <a:gd name="connsiteY56948" fmla="*/ 4324570 h 5017219"/>
              <a:gd name="connsiteX56949" fmla="*/ 1330749 w 5799173"/>
              <a:gd name="connsiteY56949" fmla="*/ 4326066 h 5017219"/>
              <a:gd name="connsiteX56950" fmla="*/ 1320114 w 5799173"/>
              <a:gd name="connsiteY56950" fmla="*/ 4344514 h 5017219"/>
              <a:gd name="connsiteX56951" fmla="*/ 1318785 w 5799173"/>
              <a:gd name="connsiteY56951" fmla="*/ 4345263 h 5017219"/>
              <a:gd name="connsiteX56952" fmla="*/ 2019783 w 5799173"/>
              <a:gd name="connsiteY56952" fmla="*/ 4538799 h 5017219"/>
              <a:gd name="connsiteX56953" fmla="*/ 2018537 w 5799173"/>
              <a:gd name="connsiteY56953" fmla="*/ 4538051 h 5017219"/>
              <a:gd name="connsiteX56954" fmla="*/ 2007986 w 5799173"/>
              <a:gd name="connsiteY56954" fmla="*/ 4519774 h 5017219"/>
              <a:gd name="connsiteX56955" fmla="*/ 2007986 w 5799173"/>
              <a:gd name="connsiteY56955" fmla="*/ 4518278 h 5017219"/>
              <a:gd name="connsiteX56956" fmla="*/ 2018537 w 5799173"/>
              <a:gd name="connsiteY56956" fmla="*/ 4500001 h 5017219"/>
              <a:gd name="connsiteX56957" fmla="*/ 2019783 w 5799173"/>
              <a:gd name="connsiteY56957" fmla="*/ 4499253 h 5017219"/>
              <a:gd name="connsiteX56958" fmla="*/ 2040802 w 5799173"/>
              <a:gd name="connsiteY56958" fmla="*/ 4499252 h 5017219"/>
              <a:gd name="connsiteX56959" fmla="*/ 2042048 w 5799173"/>
              <a:gd name="connsiteY56959" fmla="*/ 4500001 h 5017219"/>
              <a:gd name="connsiteX56960" fmla="*/ 2052599 w 5799173"/>
              <a:gd name="connsiteY56960" fmla="*/ 4518278 h 5017219"/>
              <a:gd name="connsiteX56961" fmla="*/ 2052599 w 5799173"/>
              <a:gd name="connsiteY56961" fmla="*/ 4519774 h 5017219"/>
              <a:gd name="connsiteX56962" fmla="*/ 2042048 w 5799173"/>
              <a:gd name="connsiteY56962" fmla="*/ 4538051 h 5017219"/>
              <a:gd name="connsiteX56963" fmla="*/ 2040802 w 5799173"/>
              <a:gd name="connsiteY56963" fmla="*/ 4538799 h 5017219"/>
              <a:gd name="connsiteX56964" fmla="*/ 1237362 w 5799173"/>
              <a:gd name="connsiteY56964" fmla="*/ 4329154 h 5017219"/>
              <a:gd name="connsiteX56965" fmla="*/ 1236116 w 5799173"/>
              <a:gd name="connsiteY56965" fmla="*/ 4328406 h 5017219"/>
              <a:gd name="connsiteX56966" fmla="*/ 1225565 w 5799173"/>
              <a:gd name="connsiteY56966" fmla="*/ 4310129 h 5017219"/>
              <a:gd name="connsiteX56967" fmla="*/ 1225565 w 5799173"/>
              <a:gd name="connsiteY56967" fmla="*/ 4308633 h 5017219"/>
              <a:gd name="connsiteX56968" fmla="*/ 1236116 w 5799173"/>
              <a:gd name="connsiteY56968" fmla="*/ 4290355 h 5017219"/>
              <a:gd name="connsiteX56969" fmla="*/ 1237362 w 5799173"/>
              <a:gd name="connsiteY56969" fmla="*/ 4289608 h 5017219"/>
              <a:gd name="connsiteX56970" fmla="*/ 1258381 w 5799173"/>
              <a:gd name="connsiteY56970" fmla="*/ 4289608 h 5017219"/>
              <a:gd name="connsiteX56971" fmla="*/ 1259627 w 5799173"/>
              <a:gd name="connsiteY56971" fmla="*/ 4290356 h 5017219"/>
              <a:gd name="connsiteX56972" fmla="*/ 1270179 w 5799173"/>
              <a:gd name="connsiteY56972" fmla="*/ 4308633 h 5017219"/>
              <a:gd name="connsiteX56973" fmla="*/ 1270179 w 5799173"/>
              <a:gd name="connsiteY56973" fmla="*/ 4310129 h 5017219"/>
              <a:gd name="connsiteX56974" fmla="*/ 1259627 w 5799173"/>
              <a:gd name="connsiteY56974" fmla="*/ 4328406 h 5017219"/>
              <a:gd name="connsiteX56975" fmla="*/ 1258381 w 5799173"/>
              <a:gd name="connsiteY56975" fmla="*/ 4329154 h 5017219"/>
              <a:gd name="connsiteX56976" fmla="*/ 695683 w 5799173"/>
              <a:gd name="connsiteY56976" fmla="*/ 4184020 h 5017219"/>
              <a:gd name="connsiteX56977" fmla="*/ 694437 w 5799173"/>
              <a:gd name="connsiteY56977" fmla="*/ 4183272 h 5017219"/>
              <a:gd name="connsiteX56978" fmla="*/ 683886 w 5799173"/>
              <a:gd name="connsiteY56978" fmla="*/ 4164995 h 5017219"/>
              <a:gd name="connsiteX56979" fmla="*/ 683886 w 5799173"/>
              <a:gd name="connsiteY56979" fmla="*/ 4163499 h 5017219"/>
              <a:gd name="connsiteX56980" fmla="*/ 694437 w 5799173"/>
              <a:gd name="connsiteY56980" fmla="*/ 4145222 h 5017219"/>
              <a:gd name="connsiteX56981" fmla="*/ 695683 w 5799173"/>
              <a:gd name="connsiteY56981" fmla="*/ 4144474 h 5017219"/>
              <a:gd name="connsiteX56982" fmla="*/ 716702 w 5799173"/>
              <a:gd name="connsiteY56982" fmla="*/ 4144474 h 5017219"/>
              <a:gd name="connsiteX56983" fmla="*/ 717948 w 5799173"/>
              <a:gd name="connsiteY56983" fmla="*/ 4145222 h 5017219"/>
              <a:gd name="connsiteX56984" fmla="*/ 728500 w 5799173"/>
              <a:gd name="connsiteY56984" fmla="*/ 4163499 h 5017219"/>
              <a:gd name="connsiteX56985" fmla="*/ 728500 w 5799173"/>
              <a:gd name="connsiteY56985" fmla="*/ 4164995 h 5017219"/>
              <a:gd name="connsiteX56986" fmla="*/ 717948 w 5799173"/>
              <a:gd name="connsiteY56986" fmla="*/ 4183272 h 5017219"/>
              <a:gd name="connsiteX56987" fmla="*/ 716702 w 5799173"/>
              <a:gd name="connsiteY56987" fmla="*/ 4184020 h 5017219"/>
              <a:gd name="connsiteX56988" fmla="*/ 575321 w 5799173"/>
              <a:gd name="connsiteY56988" fmla="*/ 4151823 h 5017219"/>
              <a:gd name="connsiteX56989" fmla="*/ 573992 w 5799173"/>
              <a:gd name="connsiteY56989" fmla="*/ 4151075 h 5017219"/>
              <a:gd name="connsiteX56990" fmla="*/ 563442 w 5799173"/>
              <a:gd name="connsiteY56990" fmla="*/ 4132714 h 5017219"/>
              <a:gd name="connsiteX56991" fmla="*/ 563442 w 5799173"/>
              <a:gd name="connsiteY56991" fmla="*/ 4131217 h 5017219"/>
              <a:gd name="connsiteX56992" fmla="*/ 573993 w 5799173"/>
              <a:gd name="connsiteY56992" fmla="*/ 4112856 h 5017219"/>
              <a:gd name="connsiteX56993" fmla="*/ 575322 w 5799173"/>
              <a:gd name="connsiteY56993" fmla="*/ 4112107 h 5017219"/>
              <a:gd name="connsiteX56994" fmla="*/ 596508 w 5799173"/>
              <a:gd name="connsiteY56994" fmla="*/ 4112107 h 5017219"/>
              <a:gd name="connsiteX56995" fmla="*/ 597838 w 5799173"/>
              <a:gd name="connsiteY56995" fmla="*/ 4112855 h 5017219"/>
              <a:gd name="connsiteX56996" fmla="*/ 608388 w 5799173"/>
              <a:gd name="connsiteY56996" fmla="*/ 4131216 h 5017219"/>
              <a:gd name="connsiteX56997" fmla="*/ 608388 w 5799173"/>
              <a:gd name="connsiteY56997" fmla="*/ 4132712 h 5017219"/>
              <a:gd name="connsiteX56998" fmla="*/ 597836 w 5799173"/>
              <a:gd name="connsiteY56998" fmla="*/ 4151075 h 5017219"/>
              <a:gd name="connsiteX56999" fmla="*/ 596508 w 5799173"/>
              <a:gd name="connsiteY56999" fmla="*/ 4151822 h 5017219"/>
              <a:gd name="connsiteX57000" fmla="*/ 755848 w 5799173"/>
              <a:gd name="connsiteY57000" fmla="*/ 4200322 h 5017219"/>
              <a:gd name="connsiteX57001" fmla="*/ 754519 w 5799173"/>
              <a:gd name="connsiteY57001" fmla="*/ 4199574 h 5017219"/>
              <a:gd name="connsiteX57002" fmla="*/ 743968 w 5799173"/>
              <a:gd name="connsiteY57002" fmla="*/ 4181214 h 5017219"/>
              <a:gd name="connsiteX57003" fmla="*/ 743968 w 5799173"/>
              <a:gd name="connsiteY57003" fmla="*/ 4179718 h 5017219"/>
              <a:gd name="connsiteX57004" fmla="*/ 754519 w 5799173"/>
              <a:gd name="connsiteY57004" fmla="*/ 4161358 h 5017219"/>
              <a:gd name="connsiteX57005" fmla="*/ 755848 w 5799173"/>
              <a:gd name="connsiteY57005" fmla="*/ 4160610 h 5017219"/>
              <a:gd name="connsiteX57006" fmla="*/ 777034 w 5799173"/>
              <a:gd name="connsiteY57006" fmla="*/ 4160610 h 5017219"/>
              <a:gd name="connsiteX57007" fmla="*/ 778363 w 5799173"/>
              <a:gd name="connsiteY57007" fmla="*/ 4161357 h 5017219"/>
              <a:gd name="connsiteX57008" fmla="*/ 788914 w 5799173"/>
              <a:gd name="connsiteY57008" fmla="*/ 4179718 h 5017219"/>
              <a:gd name="connsiteX57009" fmla="*/ 788914 w 5799173"/>
              <a:gd name="connsiteY57009" fmla="*/ 4181214 h 5017219"/>
              <a:gd name="connsiteX57010" fmla="*/ 778363 w 5799173"/>
              <a:gd name="connsiteY57010" fmla="*/ 4199574 h 5017219"/>
              <a:gd name="connsiteX57011" fmla="*/ 777034 w 5799173"/>
              <a:gd name="connsiteY57011" fmla="*/ 4200322 h 5017219"/>
              <a:gd name="connsiteX57012" fmla="*/ 1648813 w 5799173"/>
              <a:gd name="connsiteY57012" fmla="*/ 4486494 h 5017219"/>
              <a:gd name="connsiteX57013" fmla="*/ 1647982 w 5799173"/>
              <a:gd name="connsiteY57013" fmla="*/ 4485996 h 5017219"/>
              <a:gd name="connsiteX57014" fmla="*/ 1641503 w 5799173"/>
              <a:gd name="connsiteY57014" fmla="*/ 4474695 h 5017219"/>
              <a:gd name="connsiteX57015" fmla="*/ 1641503 w 5799173"/>
              <a:gd name="connsiteY57015" fmla="*/ 4473781 h 5017219"/>
              <a:gd name="connsiteX57016" fmla="*/ 1647984 w 5799173"/>
              <a:gd name="connsiteY57016" fmla="*/ 4462479 h 5017219"/>
              <a:gd name="connsiteX57017" fmla="*/ 1648814 w 5799173"/>
              <a:gd name="connsiteY57017" fmla="*/ 4461980 h 5017219"/>
              <a:gd name="connsiteX57018" fmla="*/ 1661858 w 5799173"/>
              <a:gd name="connsiteY57018" fmla="*/ 4461979 h 5017219"/>
              <a:gd name="connsiteX57019" fmla="*/ 1662689 w 5799173"/>
              <a:gd name="connsiteY57019" fmla="*/ 4462478 h 5017219"/>
              <a:gd name="connsiteX57020" fmla="*/ 1669168 w 5799173"/>
              <a:gd name="connsiteY57020" fmla="*/ 4473779 h 5017219"/>
              <a:gd name="connsiteX57021" fmla="*/ 1669168 w 5799173"/>
              <a:gd name="connsiteY57021" fmla="*/ 4474693 h 5017219"/>
              <a:gd name="connsiteX57022" fmla="*/ 1662687 w 5799173"/>
              <a:gd name="connsiteY57022" fmla="*/ 4485995 h 5017219"/>
              <a:gd name="connsiteX57023" fmla="*/ 1661856 w 5799173"/>
              <a:gd name="connsiteY57023" fmla="*/ 4486493 h 5017219"/>
              <a:gd name="connsiteX57024" fmla="*/ 2128745 w 5799173"/>
              <a:gd name="connsiteY57024" fmla="*/ 4618378 h 5017219"/>
              <a:gd name="connsiteX57025" fmla="*/ 2127748 w 5799173"/>
              <a:gd name="connsiteY57025" fmla="*/ 4617798 h 5017219"/>
              <a:gd name="connsiteX57026" fmla="*/ 2119691 w 5799173"/>
              <a:gd name="connsiteY57026" fmla="*/ 4603753 h 5017219"/>
              <a:gd name="connsiteX57027" fmla="*/ 2119691 w 5799173"/>
              <a:gd name="connsiteY57027" fmla="*/ 4602590 h 5017219"/>
              <a:gd name="connsiteX57028" fmla="*/ 2127750 w 5799173"/>
              <a:gd name="connsiteY57028" fmla="*/ 4588546 h 5017219"/>
              <a:gd name="connsiteX57029" fmla="*/ 2128747 w 5799173"/>
              <a:gd name="connsiteY57029" fmla="*/ 4587964 h 5017219"/>
              <a:gd name="connsiteX57030" fmla="*/ 2144949 w 5799173"/>
              <a:gd name="connsiteY57030" fmla="*/ 4587962 h 5017219"/>
              <a:gd name="connsiteX57031" fmla="*/ 2145945 w 5799173"/>
              <a:gd name="connsiteY57031" fmla="*/ 4588545 h 5017219"/>
              <a:gd name="connsiteX57032" fmla="*/ 2154004 w 5799173"/>
              <a:gd name="connsiteY57032" fmla="*/ 4602588 h 5017219"/>
              <a:gd name="connsiteX57033" fmla="*/ 2154004 w 5799173"/>
              <a:gd name="connsiteY57033" fmla="*/ 4603751 h 5017219"/>
              <a:gd name="connsiteX57034" fmla="*/ 2145944 w 5799173"/>
              <a:gd name="connsiteY57034" fmla="*/ 4617796 h 5017219"/>
              <a:gd name="connsiteX57035" fmla="*/ 2144947 w 5799173"/>
              <a:gd name="connsiteY57035" fmla="*/ 4618378 h 5017219"/>
              <a:gd name="connsiteX57036" fmla="*/ 2730432 w 5799173"/>
              <a:gd name="connsiteY57036" fmla="*/ 4779931 h 5017219"/>
              <a:gd name="connsiteX57037" fmla="*/ 2729435 w 5799173"/>
              <a:gd name="connsiteY57037" fmla="*/ 4779350 h 5017219"/>
              <a:gd name="connsiteX57038" fmla="*/ 2721211 w 5799173"/>
              <a:gd name="connsiteY57038" fmla="*/ 4765057 h 5017219"/>
              <a:gd name="connsiteX57039" fmla="*/ 2721211 w 5799173"/>
              <a:gd name="connsiteY57039" fmla="*/ 4763894 h 5017219"/>
              <a:gd name="connsiteX57040" fmla="*/ 2729438 w 5799173"/>
              <a:gd name="connsiteY57040" fmla="*/ 4749599 h 5017219"/>
              <a:gd name="connsiteX57041" fmla="*/ 2730435 w 5799173"/>
              <a:gd name="connsiteY57041" fmla="*/ 4749017 h 5017219"/>
              <a:gd name="connsiteX57042" fmla="*/ 2746884 w 5799173"/>
              <a:gd name="connsiteY57042" fmla="*/ 4749016 h 5017219"/>
              <a:gd name="connsiteX57043" fmla="*/ 2747881 w 5799173"/>
              <a:gd name="connsiteY57043" fmla="*/ 4749598 h 5017219"/>
              <a:gd name="connsiteX57044" fmla="*/ 2756105 w 5799173"/>
              <a:gd name="connsiteY57044" fmla="*/ 4763891 h 5017219"/>
              <a:gd name="connsiteX57045" fmla="*/ 2756105 w 5799173"/>
              <a:gd name="connsiteY57045" fmla="*/ 4765053 h 5017219"/>
              <a:gd name="connsiteX57046" fmla="*/ 2747879 w 5799173"/>
              <a:gd name="connsiteY57046" fmla="*/ 4779349 h 5017219"/>
              <a:gd name="connsiteX57047" fmla="*/ 2746881 w 5799173"/>
              <a:gd name="connsiteY57047" fmla="*/ 4779930 h 5017219"/>
              <a:gd name="connsiteX57048" fmla="*/ 3211185 w 5799173"/>
              <a:gd name="connsiteY57048" fmla="*/ 4910271 h 5017219"/>
              <a:gd name="connsiteX57049" fmla="*/ 3210105 w 5799173"/>
              <a:gd name="connsiteY57049" fmla="*/ 4909606 h 5017219"/>
              <a:gd name="connsiteX57050" fmla="*/ 3201134 w 5799173"/>
              <a:gd name="connsiteY57050" fmla="*/ 4894066 h 5017219"/>
              <a:gd name="connsiteX57051" fmla="*/ 3201134 w 5799173"/>
              <a:gd name="connsiteY57051" fmla="*/ 4892820 h 5017219"/>
              <a:gd name="connsiteX57052" fmla="*/ 3210107 w 5799173"/>
              <a:gd name="connsiteY57052" fmla="*/ 4877280 h 5017219"/>
              <a:gd name="connsiteX57053" fmla="*/ 3211188 w 5799173"/>
              <a:gd name="connsiteY57053" fmla="*/ 4876613 h 5017219"/>
              <a:gd name="connsiteX57054" fmla="*/ 3229050 w 5799173"/>
              <a:gd name="connsiteY57054" fmla="*/ 4876613 h 5017219"/>
              <a:gd name="connsiteX57055" fmla="*/ 3230130 w 5799173"/>
              <a:gd name="connsiteY57055" fmla="*/ 4877278 h 5017219"/>
              <a:gd name="connsiteX57056" fmla="*/ 3239102 w 5799173"/>
              <a:gd name="connsiteY57056" fmla="*/ 4892817 h 5017219"/>
              <a:gd name="connsiteX57057" fmla="*/ 3239102 w 5799173"/>
              <a:gd name="connsiteY57057" fmla="*/ 4894064 h 5017219"/>
              <a:gd name="connsiteX57058" fmla="*/ 3230127 w 5799173"/>
              <a:gd name="connsiteY57058" fmla="*/ 4909604 h 5017219"/>
              <a:gd name="connsiteX57059" fmla="*/ 3229047 w 5799173"/>
              <a:gd name="connsiteY57059" fmla="*/ 4910270 h 5017219"/>
              <a:gd name="connsiteX57060" fmla="*/ 2789858 w 5799173"/>
              <a:gd name="connsiteY57060" fmla="*/ 4797468 h 5017219"/>
              <a:gd name="connsiteX57061" fmla="*/ 2788778 w 5799173"/>
              <a:gd name="connsiteY57061" fmla="*/ 4796802 h 5017219"/>
              <a:gd name="connsiteX57062" fmla="*/ 2779807 w 5799173"/>
              <a:gd name="connsiteY57062" fmla="*/ 4781265 h 5017219"/>
              <a:gd name="connsiteX57063" fmla="*/ 2779807 w 5799173"/>
              <a:gd name="connsiteY57063" fmla="*/ 4780018 h 5017219"/>
              <a:gd name="connsiteX57064" fmla="*/ 2788780 w 5799173"/>
              <a:gd name="connsiteY57064" fmla="*/ 4764478 h 5017219"/>
              <a:gd name="connsiteX57065" fmla="*/ 2789860 w 5799173"/>
              <a:gd name="connsiteY57065" fmla="*/ 4763813 h 5017219"/>
              <a:gd name="connsiteX57066" fmla="*/ 2807722 w 5799173"/>
              <a:gd name="connsiteY57066" fmla="*/ 4763812 h 5017219"/>
              <a:gd name="connsiteX57067" fmla="*/ 2808802 w 5799173"/>
              <a:gd name="connsiteY57067" fmla="*/ 4764478 h 5017219"/>
              <a:gd name="connsiteX57068" fmla="*/ 2817775 w 5799173"/>
              <a:gd name="connsiteY57068" fmla="*/ 4780016 h 5017219"/>
              <a:gd name="connsiteX57069" fmla="*/ 2817774 w 5799173"/>
              <a:gd name="connsiteY57069" fmla="*/ 4781263 h 5017219"/>
              <a:gd name="connsiteX57070" fmla="*/ 2808800 w 5799173"/>
              <a:gd name="connsiteY57070" fmla="*/ 4796801 h 5017219"/>
              <a:gd name="connsiteX57071" fmla="*/ 2807720 w 5799173"/>
              <a:gd name="connsiteY57071" fmla="*/ 4797467 h 5017219"/>
              <a:gd name="connsiteX57072" fmla="*/ 3271364 w 5799173"/>
              <a:gd name="connsiteY57072" fmla="*/ 4926516 h 5017219"/>
              <a:gd name="connsiteX57073" fmla="*/ 3270284 w 5799173"/>
              <a:gd name="connsiteY57073" fmla="*/ 4925853 h 5017219"/>
              <a:gd name="connsiteX57074" fmla="*/ 3261313 w 5799173"/>
              <a:gd name="connsiteY57074" fmla="*/ 4910230 h 5017219"/>
              <a:gd name="connsiteX57075" fmla="*/ 3261313 w 5799173"/>
              <a:gd name="connsiteY57075" fmla="*/ 4908983 h 5017219"/>
              <a:gd name="connsiteX57076" fmla="*/ 3270287 w 5799173"/>
              <a:gd name="connsiteY57076" fmla="*/ 4893360 h 5017219"/>
              <a:gd name="connsiteX57077" fmla="*/ 3271366 w 5799173"/>
              <a:gd name="connsiteY57077" fmla="*/ 4892695 h 5017219"/>
              <a:gd name="connsiteX57078" fmla="*/ 3289395 w 5799173"/>
              <a:gd name="connsiteY57078" fmla="*/ 4892693 h 5017219"/>
              <a:gd name="connsiteX57079" fmla="*/ 3290475 w 5799173"/>
              <a:gd name="connsiteY57079" fmla="*/ 4893358 h 5017219"/>
              <a:gd name="connsiteX57080" fmla="*/ 3299447 w 5799173"/>
              <a:gd name="connsiteY57080" fmla="*/ 4908980 h 5017219"/>
              <a:gd name="connsiteX57081" fmla="*/ 3299447 w 5799173"/>
              <a:gd name="connsiteY57081" fmla="*/ 4910227 h 5017219"/>
              <a:gd name="connsiteX57082" fmla="*/ 3290473 w 5799173"/>
              <a:gd name="connsiteY57082" fmla="*/ 4925851 h 5017219"/>
              <a:gd name="connsiteX57083" fmla="*/ 3289392 w 5799173"/>
              <a:gd name="connsiteY57083" fmla="*/ 4926516 h 5017219"/>
              <a:gd name="connsiteX57084" fmla="*/ 2669452 w 5799173"/>
              <a:gd name="connsiteY57084" fmla="*/ 4765339 h 5017219"/>
              <a:gd name="connsiteX57085" fmla="*/ 2668371 w 5799173"/>
              <a:gd name="connsiteY57085" fmla="*/ 4764675 h 5017219"/>
              <a:gd name="connsiteX57086" fmla="*/ 2659400 w 5799173"/>
              <a:gd name="connsiteY57086" fmla="*/ 4749138 h 5017219"/>
              <a:gd name="connsiteX57087" fmla="*/ 2659400 w 5799173"/>
              <a:gd name="connsiteY57087" fmla="*/ 4747891 h 5017219"/>
              <a:gd name="connsiteX57088" fmla="*/ 2668373 w 5799173"/>
              <a:gd name="connsiteY57088" fmla="*/ 4732354 h 5017219"/>
              <a:gd name="connsiteX57089" fmla="*/ 2669452 w 5799173"/>
              <a:gd name="connsiteY57089" fmla="*/ 4731690 h 5017219"/>
              <a:gd name="connsiteX57090" fmla="*/ 2687315 w 5799173"/>
              <a:gd name="connsiteY57090" fmla="*/ 4731689 h 5017219"/>
              <a:gd name="connsiteX57091" fmla="*/ 2688395 w 5799173"/>
              <a:gd name="connsiteY57091" fmla="*/ 4732354 h 5017219"/>
              <a:gd name="connsiteX57092" fmla="*/ 2697367 w 5799173"/>
              <a:gd name="connsiteY57092" fmla="*/ 4747891 h 5017219"/>
              <a:gd name="connsiteX57093" fmla="*/ 2697367 w 5799173"/>
              <a:gd name="connsiteY57093" fmla="*/ 4749137 h 5017219"/>
              <a:gd name="connsiteX57094" fmla="*/ 2688394 w 5799173"/>
              <a:gd name="connsiteY57094" fmla="*/ 4764674 h 5017219"/>
              <a:gd name="connsiteX57095" fmla="*/ 2687314 w 5799173"/>
              <a:gd name="connsiteY57095" fmla="*/ 4765339 h 5017219"/>
              <a:gd name="connsiteX57096" fmla="*/ 2910143 w 5799173"/>
              <a:gd name="connsiteY57096" fmla="*/ 4829907 h 5017219"/>
              <a:gd name="connsiteX57097" fmla="*/ 2909063 w 5799173"/>
              <a:gd name="connsiteY57097" fmla="*/ 4829243 h 5017219"/>
              <a:gd name="connsiteX57098" fmla="*/ 2900009 w 5799173"/>
              <a:gd name="connsiteY57098" fmla="*/ 4813539 h 5017219"/>
              <a:gd name="connsiteX57099" fmla="*/ 2900009 w 5799173"/>
              <a:gd name="connsiteY57099" fmla="*/ 4812292 h 5017219"/>
              <a:gd name="connsiteX57100" fmla="*/ 2909065 w 5799173"/>
              <a:gd name="connsiteY57100" fmla="*/ 4796587 h 5017219"/>
              <a:gd name="connsiteX57101" fmla="*/ 2910145 w 5799173"/>
              <a:gd name="connsiteY57101" fmla="*/ 4795921 h 5017219"/>
              <a:gd name="connsiteX57102" fmla="*/ 2928257 w 5799173"/>
              <a:gd name="connsiteY57102" fmla="*/ 4795920 h 5017219"/>
              <a:gd name="connsiteX57103" fmla="*/ 2929337 w 5799173"/>
              <a:gd name="connsiteY57103" fmla="*/ 4796585 h 5017219"/>
              <a:gd name="connsiteX57104" fmla="*/ 2938391 w 5799173"/>
              <a:gd name="connsiteY57104" fmla="*/ 4812290 h 5017219"/>
              <a:gd name="connsiteX57105" fmla="*/ 2938391 w 5799173"/>
              <a:gd name="connsiteY57105" fmla="*/ 4813537 h 5017219"/>
              <a:gd name="connsiteX57106" fmla="*/ 2929335 w 5799173"/>
              <a:gd name="connsiteY57106" fmla="*/ 4829242 h 5017219"/>
              <a:gd name="connsiteX57107" fmla="*/ 2928255 w 5799173"/>
              <a:gd name="connsiteY57107" fmla="*/ 4829906 h 5017219"/>
              <a:gd name="connsiteX57108" fmla="*/ 3331402 w 5799173"/>
              <a:gd name="connsiteY57108" fmla="*/ 4942863 h 5017219"/>
              <a:gd name="connsiteX57109" fmla="*/ 3330322 w 5799173"/>
              <a:gd name="connsiteY57109" fmla="*/ 4942197 h 5017219"/>
              <a:gd name="connsiteX57110" fmla="*/ 3321184 w 5799173"/>
              <a:gd name="connsiteY57110" fmla="*/ 4926327 h 5017219"/>
              <a:gd name="connsiteX57111" fmla="*/ 3321185 w 5799173"/>
              <a:gd name="connsiteY57111" fmla="*/ 4924996 h 5017219"/>
              <a:gd name="connsiteX57112" fmla="*/ 3330324 w 5799173"/>
              <a:gd name="connsiteY57112" fmla="*/ 4909124 h 5017219"/>
              <a:gd name="connsiteX57113" fmla="*/ 3331404 w 5799173"/>
              <a:gd name="connsiteY57113" fmla="*/ 4908458 h 5017219"/>
              <a:gd name="connsiteX57114" fmla="*/ 3349682 w 5799173"/>
              <a:gd name="connsiteY57114" fmla="*/ 4908458 h 5017219"/>
              <a:gd name="connsiteX57115" fmla="*/ 3350763 w 5799173"/>
              <a:gd name="connsiteY57115" fmla="*/ 4909122 h 5017219"/>
              <a:gd name="connsiteX57116" fmla="*/ 3359900 w 5799173"/>
              <a:gd name="connsiteY57116" fmla="*/ 4924993 h 5017219"/>
              <a:gd name="connsiteX57117" fmla="*/ 3359899 w 5799173"/>
              <a:gd name="connsiteY57117" fmla="*/ 4926323 h 5017219"/>
              <a:gd name="connsiteX57118" fmla="*/ 3350760 w 5799173"/>
              <a:gd name="connsiteY57118" fmla="*/ 4942197 h 5017219"/>
              <a:gd name="connsiteX57119" fmla="*/ 3349680 w 5799173"/>
              <a:gd name="connsiteY57119" fmla="*/ 4942861 h 5017219"/>
              <a:gd name="connsiteX57120" fmla="*/ 3451842 w 5799173"/>
              <a:gd name="connsiteY57120" fmla="*/ 4975199 h 5017219"/>
              <a:gd name="connsiteX57121" fmla="*/ 3450762 w 5799173"/>
              <a:gd name="connsiteY57121" fmla="*/ 4974535 h 5017219"/>
              <a:gd name="connsiteX57122" fmla="*/ 3441790 w 5799173"/>
              <a:gd name="connsiteY57122" fmla="*/ 4958915 h 5017219"/>
              <a:gd name="connsiteX57123" fmla="*/ 3441790 w 5799173"/>
              <a:gd name="connsiteY57123" fmla="*/ 4957669 h 5017219"/>
              <a:gd name="connsiteX57124" fmla="*/ 3450762 w 5799173"/>
              <a:gd name="connsiteY57124" fmla="*/ 4942050 h 5017219"/>
              <a:gd name="connsiteX57125" fmla="*/ 3451842 w 5799173"/>
              <a:gd name="connsiteY57125" fmla="*/ 4941385 h 5017219"/>
              <a:gd name="connsiteX57126" fmla="*/ 3469870 w 5799173"/>
              <a:gd name="connsiteY57126" fmla="*/ 4941385 h 5017219"/>
              <a:gd name="connsiteX57127" fmla="*/ 3470950 w 5799173"/>
              <a:gd name="connsiteY57127" fmla="*/ 4942050 h 5017219"/>
              <a:gd name="connsiteX57128" fmla="*/ 3479923 w 5799173"/>
              <a:gd name="connsiteY57128" fmla="*/ 4957668 h 5017219"/>
              <a:gd name="connsiteX57129" fmla="*/ 3479923 w 5799173"/>
              <a:gd name="connsiteY57129" fmla="*/ 4958915 h 5017219"/>
              <a:gd name="connsiteX57130" fmla="*/ 3470950 w 5799173"/>
              <a:gd name="connsiteY57130" fmla="*/ 4974535 h 5017219"/>
              <a:gd name="connsiteX57131" fmla="*/ 3469870 w 5799173"/>
              <a:gd name="connsiteY57131" fmla="*/ 4975199 h 5017219"/>
              <a:gd name="connsiteX57132" fmla="*/ 3030451 w 5799173"/>
              <a:gd name="connsiteY57132" fmla="*/ 4862299 h 5017219"/>
              <a:gd name="connsiteX57133" fmla="*/ 3029372 w 5799173"/>
              <a:gd name="connsiteY57133" fmla="*/ 4861633 h 5017219"/>
              <a:gd name="connsiteX57134" fmla="*/ 3020234 w 5799173"/>
              <a:gd name="connsiteY57134" fmla="*/ 4845763 h 5017219"/>
              <a:gd name="connsiteX57135" fmla="*/ 3020234 w 5799173"/>
              <a:gd name="connsiteY57135" fmla="*/ 4844433 h 5017219"/>
              <a:gd name="connsiteX57136" fmla="*/ 3029374 w 5799173"/>
              <a:gd name="connsiteY57136" fmla="*/ 4828562 h 5017219"/>
              <a:gd name="connsiteX57137" fmla="*/ 3030454 w 5799173"/>
              <a:gd name="connsiteY57137" fmla="*/ 4827896 h 5017219"/>
              <a:gd name="connsiteX57138" fmla="*/ 3048732 w 5799173"/>
              <a:gd name="connsiteY57138" fmla="*/ 4827895 h 5017219"/>
              <a:gd name="connsiteX57139" fmla="*/ 3049812 w 5799173"/>
              <a:gd name="connsiteY57139" fmla="*/ 4828560 h 5017219"/>
              <a:gd name="connsiteX57140" fmla="*/ 3058949 w 5799173"/>
              <a:gd name="connsiteY57140" fmla="*/ 4844432 h 5017219"/>
              <a:gd name="connsiteX57141" fmla="*/ 3058949 w 5799173"/>
              <a:gd name="connsiteY57141" fmla="*/ 4845761 h 5017219"/>
              <a:gd name="connsiteX57142" fmla="*/ 3049810 w 5799173"/>
              <a:gd name="connsiteY57142" fmla="*/ 4861633 h 5017219"/>
              <a:gd name="connsiteX57143" fmla="*/ 3048730 w 5799173"/>
              <a:gd name="connsiteY57143" fmla="*/ 4862298 h 5017219"/>
              <a:gd name="connsiteX57144" fmla="*/ 382221 w 5799173"/>
              <a:gd name="connsiteY57144" fmla="*/ 4152772 h 5017219"/>
              <a:gd name="connsiteX57145" fmla="*/ 381141 w 5799173"/>
              <a:gd name="connsiteY57145" fmla="*/ 4152106 h 5017219"/>
              <a:gd name="connsiteX57146" fmla="*/ 372086 w 5799173"/>
              <a:gd name="connsiteY57146" fmla="*/ 4136320 h 5017219"/>
              <a:gd name="connsiteX57147" fmla="*/ 372085 w 5799173"/>
              <a:gd name="connsiteY57147" fmla="*/ 4134991 h 5017219"/>
              <a:gd name="connsiteX57148" fmla="*/ 381225 w 5799173"/>
              <a:gd name="connsiteY57148" fmla="*/ 4119204 h 5017219"/>
              <a:gd name="connsiteX57149" fmla="*/ 382304 w 5799173"/>
              <a:gd name="connsiteY57149" fmla="*/ 4118538 h 5017219"/>
              <a:gd name="connsiteX57150" fmla="*/ 400499 w 5799173"/>
              <a:gd name="connsiteY57150" fmla="*/ 4118538 h 5017219"/>
              <a:gd name="connsiteX57151" fmla="*/ 401579 w 5799173"/>
              <a:gd name="connsiteY57151" fmla="*/ 4119203 h 5017219"/>
              <a:gd name="connsiteX57152" fmla="*/ 410635 w 5799173"/>
              <a:gd name="connsiteY57152" fmla="*/ 4134990 h 5017219"/>
              <a:gd name="connsiteX57153" fmla="*/ 410635 w 5799173"/>
              <a:gd name="connsiteY57153" fmla="*/ 4136319 h 5017219"/>
              <a:gd name="connsiteX57154" fmla="*/ 401494 w 5799173"/>
              <a:gd name="connsiteY57154" fmla="*/ 4152106 h 5017219"/>
              <a:gd name="connsiteX57155" fmla="*/ 400415 w 5799173"/>
              <a:gd name="connsiteY57155" fmla="*/ 4152771 h 5017219"/>
              <a:gd name="connsiteX57156" fmla="*/ 2849829 w 5799173"/>
              <a:gd name="connsiteY57156" fmla="*/ 4814072 h 5017219"/>
              <a:gd name="connsiteX57157" fmla="*/ 2848750 w 5799173"/>
              <a:gd name="connsiteY57157" fmla="*/ 4813407 h 5017219"/>
              <a:gd name="connsiteX57158" fmla="*/ 2839695 w 5799173"/>
              <a:gd name="connsiteY57158" fmla="*/ 4797622 h 5017219"/>
              <a:gd name="connsiteX57159" fmla="*/ 2839695 w 5799173"/>
              <a:gd name="connsiteY57159" fmla="*/ 4796293 h 5017219"/>
              <a:gd name="connsiteX57160" fmla="*/ 2848834 w 5799173"/>
              <a:gd name="connsiteY57160" fmla="*/ 4780507 h 5017219"/>
              <a:gd name="connsiteX57161" fmla="*/ 2849914 w 5799173"/>
              <a:gd name="connsiteY57161" fmla="*/ 4779842 h 5017219"/>
              <a:gd name="connsiteX57162" fmla="*/ 2868108 w 5799173"/>
              <a:gd name="connsiteY57162" fmla="*/ 4779842 h 5017219"/>
              <a:gd name="connsiteX57163" fmla="*/ 2869188 w 5799173"/>
              <a:gd name="connsiteY57163" fmla="*/ 4780507 h 5017219"/>
              <a:gd name="connsiteX57164" fmla="*/ 2878244 w 5799173"/>
              <a:gd name="connsiteY57164" fmla="*/ 4796292 h 5017219"/>
              <a:gd name="connsiteX57165" fmla="*/ 2878244 w 5799173"/>
              <a:gd name="connsiteY57165" fmla="*/ 4797621 h 5017219"/>
              <a:gd name="connsiteX57166" fmla="*/ 2869104 w 5799173"/>
              <a:gd name="connsiteY57166" fmla="*/ 4813407 h 5017219"/>
              <a:gd name="connsiteX57167" fmla="*/ 2868024 w 5799173"/>
              <a:gd name="connsiteY57167" fmla="*/ 4814072 h 5017219"/>
              <a:gd name="connsiteX57168" fmla="*/ 3090505 w 5799173"/>
              <a:gd name="connsiteY57168" fmla="*/ 4878785 h 5017219"/>
              <a:gd name="connsiteX57169" fmla="*/ 3089341 w 5799173"/>
              <a:gd name="connsiteY57169" fmla="*/ 4878120 h 5017219"/>
              <a:gd name="connsiteX57170" fmla="*/ 3080121 w 5799173"/>
              <a:gd name="connsiteY57170" fmla="*/ 4862084 h 5017219"/>
              <a:gd name="connsiteX57171" fmla="*/ 3080121 w 5799173"/>
              <a:gd name="connsiteY57171" fmla="*/ 4860754 h 5017219"/>
              <a:gd name="connsiteX57172" fmla="*/ 3089342 w 5799173"/>
              <a:gd name="connsiteY57172" fmla="*/ 4844718 h 5017219"/>
              <a:gd name="connsiteX57173" fmla="*/ 3090506 w 5799173"/>
              <a:gd name="connsiteY57173" fmla="*/ 4844053 h 5017219"/>
              <a:gd name="connsiteX57174" fmla="*/ 3109033 w 5799173"/>
              <a:gd name="connsiteY57174" fmla="*/ 4844052 h 5017219"/>
              <a:gd name="connsiteX57175" fmla="*/ 3110196 w 5799173"/>
              <a:gd name="connsiteY57175" fmla="*/ 4844717 h 5017219"/>
              <a:gd name="connsiteX57176" fmla="*/ 3119417 w 5799173"/>
              <a:gd name="connsiteY57176" fmla="*/ 4860753 h 5017219"/>
              <a:gd name="connsiteX57177" fmla="*/ 3119417 w 5799173"/>
              <a:gd name="connsiteY57177" fmla="*/ 4862083 h 5017219"/>
              <a:gd name="connsiteX57178" fmla="*/ 3110194 w 5799173"/>
              <a:gd name="connsiteY57178" fmla="*/ 4878119 h 5017219"/>
              <a:gd name="connsiteX57179" fmla="*/ 3109031 w 5799173"/>
              <a:gd name="connsiteY57179" fmla="*/ 4878784 h 5017219"/>
              <a:gd name="connsiteX57180" fmla="*/ 2969994 w 5799173"/>
              <a:gd name="connsiteY57180" fmla="*/ 4846583 h 5017219"/>
              <a:gd name="connsiteX57181" fmla="*/ 2968831 w 5799173"/>
              <a:gd name="connsiteY57181" fmla="*/ 4845920 h 5017219"/>
              <a:gd name="connsiteX57182" fmla="*/ 2959444 w 5799173"/>
              <a:gd name="connsiteY57182" fmla="*/ 4829715 h 5017219"/>
              <a:gd name="connsiteX57183" fmla="*/ 2959444 w 5799173"/>
              <a:gd name="connsiteY57183" fmla="*/ 4828386 h 5017219"/>
              <a:gd name="connsiteX57184" fmla="*/ 2968833 w 5799173"/>
              <a:gd name="connsiteY57184" fmla="*/ 4812182 h 5017219"/>
              <a:gd name="connsiteX57185" fmla="*/ 2969996 w 5799173"/>
              <a:gd name="connsiteY57185" fmla="*/ 4811517 h 5017219"/>
              <a:gd name="connsiteX57186" fmla="*/ 2988689 w 5799173"/>
              <a:gd name="connsiteY57186" fmla="*/ 4811516 h 5017219"/>
              <a:gd name="connsiteX57187" fmla="*/ 2989852 w 5799173"/>
              <a:gd name="connsiteY57187" fmla="*/ 4812180 h 5017219"/>
              <a:gd name="connsiteX57188" fmla="*/ 2999240 w 5799173"/>
              <a:gd name="connsiteY57188" fmla="*/ 4828383 h 5017219"/>
              <a:gd name="connsiteX57189" fmla="*/ 2999240 w 5799173"/>
              <a:gd name="connsiteY57189" fmla="*/ 4829712 h 5017219"/>
              <a:gd name="connsiteX57190" fmla="*/ 2989850 w 5799173"/>
              <a:gd name="connsiteY57190" fmla="*/ 4845918 h 5017219"/>
              <a:gd name="connsiteX57191" fmla="*/ 2988687 w 5799173"/>
              <a:gd name="connsiteY57191" fmla="*/ 4846582 h 5017219"/>
              <a:gd name="connsiteX57192" fmla="*/ 3150666 w 5799173"/>
              <a:gd name="connsiteY57192" fmla="*/ 4895008 h 5017219"/>
              <a:gd name="connsiteX57193" fmla="*/ 3149502 w 5799173"/>
              <a:gd name="connsiteY57193" fmla="*/ 4894343 h 5017219"/>
              <a:gd name="connsiteX57194" fmla="*/ 3140281 w 5799173"/>
              <a:gd name="connsiteY57194" fmla="*/ 4878308 h 5017219"/>
              <a:gd name="connsiteX57195" fmla="*/ 3140281 w 5799173"/>
              <a:gd name="connsiteY57195" fmla="*/ 4876979 h 5017219"/>
              <a:gd name="connsiteX57196" fmla="*/ 3149503 w 5799173"/>
              <a:gd name="connsiteY57196" fmla="*/ 4860944 h 5017219"/>
              <a:gd name="connsiteX57197" fmla="*/ 3150667 w 5799173"/>
              <a:gd name="connsiteY57197" fmla="*/ 4860279 h 5017219"/>
              <a:gd name="connsiteX57198" fmla="*/ 3169193 w 5799173"/>
              <a:gd name="connsiteY57198" fmla="*/ 4860278 h 5017219"/>
              <a:gd name="connsiteX57199" fmla="*/ 3170356 w 5799173"/>
              <a:gd name="connsiteY57199" fmla="*/ 4860943 h 5017219"/>
              <a:gd name="connsiteX57200" fmla="*/ 3179578 w 5799173"/>
              <a:gd name="connsiteY57200" fmla="*/ 4876978 h 5017219"/>
              <a:gd name="connsiteX57201" fmla="*/ 3179578 w 5799173"/>
              <a:gd name="connsiteY57201" fmla="*/ 4878307 h 5017219"/>
              <a:gd name="connsiteX57202" fmla="*/ 3170355 w 5799173"/>
              <a:gd name="connsiteY57202" fmla="*/ 4894342 h 5017219"/>
              <a:gd name="connsiteX57203" fmla="*/ 3169192 w 5799173"/>
              <a:gd name="connsiteY57203" fmla="*/ 4895007 h 5017219"/>
              <a:gd name="connsiteX57204" fmla="*/ 441972 w 5799173"/>
              <a:gd name="connsiteY57204" fmla="*/ 4169720 h 5017219"/>
              <a:gd name="connsiteX57205" fmla="*/ 440809 w 5799173"/>
              <a:gd name="connsiteY57205" fmla="*/ 4169055 h 5017219"/>
              <a:gd name="connsiteX57206" fmla="*/ 431256 w 5799173"/>
              <a:gd name="connsiteY57206" fmla="*/ 4152521 h 5017219"/>
              <a:gd name="connsiteX57207" fmla="*/ 431255 w 5799173"/>
              <a:gd name="connsiteY57207" fmla="*/ 4151191 h 5017219"/>
              <a:gd name="connsiteX57208" fmla="*/ 440810 w 5799173"/>
              <a:gd name="connsiteY57208" fmla="*/ 4134655 h 5017219"/>
              <a:gd name="connsiteX57209" fmla="*/ 441973 w 5799173"/>
              <a:gd name="connsiteY57209" fmla="*/ 4133990 h 5017219"/>
              <a:gd name="connsiteX57210" fmla="*/ 461082 w 5799173"/>
              <a:gd name="connsiteY57210" fmla="*/ 4133989 h 5017219"/>
              <a:gd name="connsiteX57211" fmla="*/ 462245 w 5799173"/>
              <a:gd name="connsiteY57211" fmla="*/ 4134654 h 5017219"/>
              <a:gd name="connsiteX57212" fmla="*/ 471798 w 5799173"/>
              <a:gd name="connsiteY57212" fmla="*/ 4151188 h 5017219"/>
              <a:gd name="connsiteX57213" fmla="*/ 471798 w 5799173"/>
              <a:gd name="connsiteY57213" fmla="*/ 4152519 h 5017219"/>
              <a:gd name="connsiteX57214" fmla="*/ 462243 w 5799173"/>
              <a:gd name="connsiteY57214" fmla="*/ 4169055 h 5017219"/>
              <a:gd name="connsiteX57215" fmla="*/ 461080 w 5799173"/>
              <a:gd name="connsiteY57215" fmla="*/ 4169720 h 5017219"/>
              <a:gd name="connsiteX57216" fmla="*/ 1705850 w 5799173"/>
              <a:gd name="connsiteY57216" fmla="*/ 4508422 h 5017219"/>
              <a:gd name="connsiteX57217" fmla="*/ 1704687 w 5799173"/>
              <a:gd name="connsiteY57217" fmla="*/ 4507758 h 5017219"/>
              <a:gd name="connsiteX57218" fmla="*/ 1695217 w 5799173"/>
              <a:gd name="connsiteY57218" fmla="*/ 4491308 h 5017219"/>
              <a:gd name="connsiteX57219" fmla="*/ 1695217 w 5799173"/>
              <a:gd name="connsiteY57219" fmla="*/ 4489978 h 5017219"/>
              <a:gd name="connsiteX57220" fmla="*/ 1704771 w 5799173"/>
              <a:gd name="connsiteY57220" fmla="*/ 4473527 h 5017219"/>
              <a:gd name="connsiteX57221" fmla="*/ 1705934 w 5799173"/>
              <a:gd name="connsiteY57221" fmla="*/ 4472862 h 5017219"/>
              <a:gd name="connsiteX57222" fmla="*/ 1724959 w 5799173"/>
              <a:gd name="connsiteY57222" fmla="*/ 4472862 h 5017219"/>
              <a:gd name="connsiteX57223" fmla="*/ 1726122 w 5799173"/>
              <a:gd name="connsiteY57223" fmla="*/ 4473526 h 5017219"/>
              <a:gd name="connsiteX57224" fmla="*/ 1735593 w 5799173"/>
              <a:gd name="connsiteY57224" fmla="*/ 4489977 h 5017219"/>
              <a:gd name="connsiteX57225" fmla="*/ 1735593 w 5799173"/>
              <a:gd name="connsiteY57225" fmla="*/ 4491307 h 5017219"/>
              <a:gd name="connsiteX57226" fmla="*/ 1726038 w 5799173"/>
              <a:gd name="connsiteY57226" fmla="*/ 4507757 h 5017219"/>
              <a:gd name="connsiteX57227" fmla="*/ 1724876 w 5799173"/>
              <a:gd name="connsiteY57227" fmla="*/ 4508422 h 5017219"/>
              <a:gd name="connsiteX57228" fmla="*/ 2608629 w 5799173"/>
              <a:gd name="connsiteY57228" fmla="*/ 4750381 h 5017219"/>
              <a:gd name="connsiteX57229" fmla="*/ 2607466 w 5799173"/>
              <a:gd name="connsiteY57229" fmla="*/ 4749716 h 5017219"/>
              <a:gd name="connsiteX57230" fmla="*/ 2597995 w 5799173"/>
              <a:gd name="connsiteY57230" fmla="*/ 4733266 h 5017219"/>
              <a:gd name="connsiteX57231" fmla="*/ 2597996 w 5799173"/>
              <a:gd name="connsiteY57231" fmla="*/ 4731936 h 5017219"/>
              <a:gd name="connsiteX57232" fmla="*/ 2607550 w 5799173"/>
              <a:gd name="connsiteY57232" fmla="*/ 4715487 h 5017219"/>
              <a:gd name="connsiteX57233" fmla="*/ 2608713 w 5799173"/>
              <a:gd name="connsiteY57233" fmla="*/ 4714822 h 5017219"/>
              <a:gd name="connsiteX57234" fmla="*/ 2627738 w 5799173"/>
              <a:gd name="connsiteY57234" fmla="*/ 4714821 h 5017219"/>
              <a:gd name="connsiteX57235" fmla="*/ 2628901 w 5799173"/>
              <a:gd name="connsiteY57235" fmla="*/ 4715486 h 5017219"/>
              <a:gd name="connsiteX57236" fmla="*/ 2638372 w 5799173"/>
              <a:gd name="connsiteY57236" fmla="*/ 4731936 h 5017219"/>
              <a:gd name="connsiteX57237" fmla="*/ 2638372 w 5799173"/>
              <a:gd name="connsiteY57237" fmla="*/ 4733266 h 5017219"/>
              <a:gd name="connsiteX57238" fmla="*/ 2628817 w 5799173"/>
              <a:gd name="connsiteY57238" fmla="*/ 4749715 h 5017219"/>
              <a:gd name="connsiteX57239" fmla="*/ 2627655 w 5799173"/>
              <a:gd name="connsiteY57239" fmla="*/ 4750381 h 5017219"/>
              <a:gd name="connsiteX57240" fmla="*/ 3391056 w 5799173"/>
              <a:gd name="connsiteY57240" fmla="*/ 4960088 h 5017219"/>
              <a:gd name="connsiteX57241" fmla="*/ 3389893 w 5799173"/>
              <a:gd name="connsiteY57241" fmla="*/ 4959423 h 5017219"/>
              <a:gd name="connsiteX57242" fmla="*/ 3380340 w 5799173"/>
              <a:gd name="connsiteY57242" fmla="*/ 4942890 h 5017219"/>
              <a:gd name="connsiteX57243" fmla="*/ 3380339 w 5799173"/>
              <a:gd name="connsiteY57243" fmla="*/ 4941560 h 5017219"/>
              <a:gd name="connsiteX57244" fmla="*/ 3389894 w 5799173"/>
              <a:gd name="connsiteY57244" fmla="*/ 4925027 h 5017219"/>
              <a:gd name="connsiteX57245" fmla="*/ 3391057 w 5799173"/>
              <a:gd name="connsiteY57245" fmla="*/ 4924362 h 5017219"/>
              <a:gd name="connsiteX57246" fmla="*/ 3410165 w 5799173"/>
              <a:gd name="connsiteY57246" fmla="*/ 4924362 h 5017219"/>
              <a:gd name="connsiteX57247" fmla="*/ 3411328 w 5799173"/>
              <a:gd name="connsiteY57247" fmla="*/ 4925027 h 5017219"/>
              <a:gd name="connsiteX57248" fmla="*/ 3420881 w 5799173"/>
              <a:gd name="connsiteY57248" fmla="*/ 4941559 h 5017219"/>
              <a:gd name="connsiteX57249" fmla="*/ 3420882 w 5799173"/>
              <a:gd name="connsiteY57249" fmla="*/ 4942889 h 5017219"/>
              <a:gd name="connsiteX57250" fmla="*/ 3411327 w 5799173"/>
              <a:gd name="connsiteY57250" fmla="*/ 4959423 h 5017219"/>
              <a:gd name="connsiteX57251" fmla="*/ 3410164 w 5799173"/>
              <a:gd name="connsiteY57251" fmla="*/ 4960088 h 5017219"/>
              <a:gd name="connsiteX57252" fmla="*/ 2066771 w 5799173"/>
              <a:gd name="connsiteY57252" fmla="*/ 4605524 h 5017219"/>
              <a:gd name="connsiteX57253" fmla="*/ 2065608 w 5799173"/>
              <a:gd name="connsiteY57253" fmla="*/ 4604859 h 5017219"/>
              <a:gd name="connsiteX57254" fmla="*/ 2055888 w 5799173"/>
              <a:gd name="connsiteY57254" fmla="*/ 4587909 h 5017219"/>
              <a:gd name="connsiteX57255" fmla="*/ 2055889 w 5799173"/>
              <a:gd name="connsiteY57255" fmla="*/ 4586497 h 5017219"/>
              <a:gd name="connsiteX57256" fmla="*/ 2065693 w 5799173"/>
              <a:gd name="connsiteY57256" fmla="*/ 4569546 h 5017219"/>
              <a:gd name="connsiteX57257" fmla="*/ 2066855 w 5799173"/>
              <a:gd name="connsiteY57257" fmla="*/ 4568881 h 5017219"/>
              <a:gd name="connsiteX57258" fmla="*/ 2086380 w 5799173"/>
              <a:gd name="connsiteY57258" fmla="*/ 4568880 h 5017219"/>
              <a:gd name="connsiteX57259" fmla="*/ 2087543 w 5799173"/>
              <a:gd name="connsiteY57259" fmla="*/ 4569545 h 5017219"/>
              <a:gd name="connsiteX57260" fmla="*/ 2097262 w 5799173"/>
              <a:gd name="connsiteY57260" fmla="*/ 4586495 h 5017219"/>
              <a:gd name="connsiteX57261" fmla="*/ 2097262 w 5799173"/>
              <a:gd name="connsiteY57261" fmla="*/ 4587907 h 5017219"/>
              <a:gd name="connsiteX57262" fmla="*/ 2087458 w 5799173"/>
              <a:gd name="connsiteY57262" fmla="*/ 4604858 h 5017219"/>
              <a:gd name="connsiteX57263" fmla="*/ 2086295 w 5799173"/>
              <a:gd name="connsiteY57263" fmla="*/ 4605523 h 5017219"/>
              <a:gd name="connsiteX57264" fmla="*/ 2006030 w 5799173"/>
              <a:gd name="connsiteY57264" fmla="*/ 4590421 h 5017219"/>
              <a:gd name="connsiteX57265" fmla="*/ 2004784 w 5799173"/>
              <a:gd name="connsiteY57265" fmla="*/ 4589674 h 5017219"/>
              <a:gd name="connsiteX57266" fmla="*/ 1994400 w 5799173"/>
              <a:gd name="connsiteY57266" fmla="*/ 4571725 h 5017219"/>
              <a:gd name="connsiteX57267" fmla="*/ 1994401 w 5799173"/>
              <a:gd name="connsiteY57267" fmla="*/ 4570229 h 5017219"/>
              <a:gd name="connsiteX57268" fmla="*/ 2004787 w 5799173"/>
              <a:gd name="connsiteY57268" fmla="*/ 4552278 h 5017219"/>
              <a:gd name="connsiteX57269" fmla="*/ 2006033 w 5799173"/>
              <a:gd name="connsiteY57269" fmla="*/ 4551531 h 5017219"/>
              <a:gd name="connsiteX57270" fmla="*/ 2026803 w 5799173"/>
              <a:gd name="connsiteY57270" fmla="*/ 4551529 h 5017219"/>
              <a:gd name="connsiteX57271" fmla="*/ 2028049 w 5799173"/>
              <a:gd name="connsiteY57271" fmla="*/ 4552277 h 5017219"/>
              <a:gd name="connsiteX57272" fmla="*/ 2038433 w 5799173"/>
              <a:gd name="connsiteY57272" fmla="*/ 4570226 h 5017219"/>
              <a:gd name="connsiteX57273" fmla="*/ 2038433 w 5799173"/>
              <a:gd name="connsiteY57273" fmla="*/ 4571721 h 5017219"/>
              <a:gd name="connsiteX57274" fmla="*/ 2028047 w 5799173"/>
              <a:gd name="connsiteY57274" fmla="*/ 4589672 h 5017219"/>
              <a:gd name="connsiteX57275" fmla="*/ 2026801 w 5799173"/>
              <a:gd name="connsiteY57275" fmla="*/ 4590420 h 5017219"/>
              <a:gd name="connsiteX57276" fmla="*/ 862472 w 5799173"/>
              <a:gd name="connsiteY57276" fmla="*/ 4284084 h 5017219"/>
              <a:gd name="connsiteX57277" fmla="*/ 861226 w 5799173"/>
              <a:gd name="connsiteY57277" fmla="*/ 4283337 h 5017219"/>
              <a:gd name="connsiteX57278" fmla="*/ 850842 w 5799173"/>
              <a:gd name="connsiteY57278" fmla="*/ 4265388 h 5017219"/>
              <a:gd name="connsiteX57279" fmla="*/ 850843 w 5799173"/>
              <a:gd name="connsiteY57279" fmla="*/ 4263893 h 5017219"/>
              <a:gd name="connsiteX57280" fmla="*/ 861228 w 5799173"/>
              <a:gd name="connsiteY57280" fmla="*/ 4245944 h 5017219"/>
              <a:gd name="connsiteX57281" fmla="*/ 862474 w 5799173"/>
              <a:gd name="connsiteY57281" fmla="*/ 4245196 h 5017219"/>
              <a:gd name="connsiteX57282" fmla="*/ 883245 w 5799173"/>
              <a:gd name="connsiteY57282" fmla="*/ 4245194 h 5017219"/>
              <a:gd name="connsiteX57283" fmla="*/ 884491 w 5799173"/>
              <a:gd name="connsiteY57283" fmla="*/ 4245942 h 5017219"/>
              <a:gd name="connsiteX57284" fmla="*/ 894875 w 5799173"/>
              <a:gd name="connsiteY57284" fmla="*/ 4263890 h 5017219"/>
              <a:gd name="connsiteX57285" fmla="*/ 894875 w 5799173"/>
              <a:gd name="connsiteY57285" fmla="*/ 4265386 h 5017219"/>
              <a:gd name="connsiteX57286" fmla="*/ 884489 w 5799173"/>
              <a:gd name="connsiteY57286" fmla="*/ 4283335 h 5017219"/>
              <a:gd name="connsiteX57287" fmla="*/ 883243 w 5799173"/>
              <a:gd name="connsiteY57287" fmla="*/ 4284083 h 5017219"/>
              <a:gd name="connsiteX57288" fmla="*/ 1223525 w 5799173"/>
              <a:gd name="connsiteY57288" fmla="*/ 4380858 h 5017219"/>
              <a:gd name="connsiteX57289" fmla="*/ 1222279 w 5799173"/>
              <a:gd name="connsiteY57289" fmla="*/ 4380109 h 5017219"/>
              <a:gd name="connsiteX57290" fmla="*/ 1211896 w 5799173"/>
              <a:gd name="connsiteY57290" fmla="*/ 4362077 h 5017219"/>
              <a:gd name="connsiteX57291" fmla="*/ 1211896 w 5799173"/>
              <a:gd name="connsiteY57291" fmla="*/ 4360582 h 5017219"/>
              <a:gd name="connsiteX57292" fmla="*/ 1222365 w 5799173"/>
              <a:gd name="connsiteY57292" fmla="*/ 4342548 h 5017219"/>
              <a:gd name="connsiteX57293" fmla="*/ 1223611 w 5799173"/>
              <a:gd name="connsiteY57293" fmla="*/ 4341800 h 5017219"/>
              <a:gd name="connsiteX57294" fmla="*/ 1244464 w 5799173"/>
              <a:gd name="connsiteY57294" fmla="*/ 4341799 h 5017219"/>
              <a:gd name="connsiteX57295" fmla="*/ 1245711 w 5799173"/>
              <a:gd name="connsiteY57295" fmla="*/ 4342547 h 5017219"/>
              <a:gd name="connsiteX57296" fmla="*/ 1256095 w 5799173"/>
              <a:gd name="connsiteY57296" fmla="*/ 4360579 h 5017219"/>
              <a:gd name="connsiteX57297" fmla="*/ 1256095 w 5799173"/>
              <a:gd name="connsiteY57297" fmla="*/ 4362074 h 5017219"/>
              <a:gd name="connsiteX57298" fmla="*/ 1245625 w 5799173"/>
              <a:gd name="connsiteY57298" fmla="*/ 4380107 h 5017219"/>
              <a:gd name="connsiteX57299" fmla="*/ 1244379 w 5799173"/>
              <a:gd name="connsiteY57299" fmla="*/ 4380856 h 5017219"/>
              <a:gd name="connsiteX57300" fmla="*/ 1765198 w 5799173"/>
              <a:gd name="connsiteY57300" fmla="*/ 4526011 h 5017219"/>
              <a:gd name="connsiteX57301" fmla="*/ 1763952 w 5799173"/>
              <a:gd name="connsiteY57301" fmla="*/ 4525263 h 5017219"/>
              <a:gd name="connsiteX57302" fmla="*/ 1753568 w 5799173"/>
              <a:gd name="connsiteY57302" fmla="*/ 4507230 h 5017219"/>
              <a:gd name="connsiteX57303" fmla="*/ 1753568 w 5799173"/>
              <a:gd name="connsiteY57303" fmla="*/ 4505736 h 5017219"/>
              <a:gd name="connsiteX57304" fmla="*/ 1764038 w 5799173"/>
              <a:gd name="connsiteY57304" fmla="*/ 4487702 h 5017219"/>
              <a:gd name="connsiteX57305" fmla="*/ 1765284 w 5799173"/>
              <a:gd name="connsiteY57305" fmla="*/ 4486954 h 5017219"/>
              <a:gd name="connsiteX57306" fmla="*/ 1786137 w 5799173"/>
              <a:gd name="connsiteY57306" fmla="*/ 4486952 h 5017219"/>
              <a:gd name="connsiteX57307" fmla="*/ 1787383 w 5799173"/>
              <a:gd name="connsiteY57307" fmla="*/ 4487701 h 5017219"/>
              <a:gd name="connsiteX57308" fmla="*/ 1797767 w 5799173"/>
              <a:gd name="connsiteY57308" fmla="*/ 4505732 h 5017219"/>
              <a:gd name="connsiteX57309" fmla="*/ 1797767 w 5799173"/>
              <a:gd name="connsiteY57309" fmla="*/ 4507227 h 5017219"/>
              <a:gd name="connsiteX57310" fmla="*/ 1787297 w 5799173"/>
              <a:gd name="connsiteY57310" fmla="*/ 4525261 h 5017219"/>
              <a:gd name="connsiteX57311" fmla="*/ 1786051 w 5799173"/>
              <a:gd name="connsiteY57311" fmla="*/ 4526009 h 5017219"/>
              <a:gd name="connsiteX57312" fmla="*/ 1885548 w 5799173"/>
              <a:gd name="connsiteY57312" fmla="*/ 4558349 h 5017219"/>
              <a:gd name="connsiteX57313" fmla="*/ 1884302 w 5799173"/>
              <a:gd name="connsiteY57313" fmla="*/ 4557601 h 5017219"/>
              <a:gd name="connsiteX57314" fmla="*/ 1873918 w 5799173"/>
              <a:gd name="connsiteY57314" fmla="*/ 4539571 h 5017219"/>
              <a:gd name="connsiteX57315" fmla="*/ 1873918 w 5799173"/>
              <a:gd name="connsiteY57315" fmla="*/ 4538075 h 5017219"/>
              <a:gd name="connsiteX57316" fmla="*/ 1884387 w 5799173"/>
              <a:gd name="connsiteY57316" fmla="*/ 4520043 h 5017219"/>
              <a:gd name="connsiteX57317" fmla="*/ 1885633 w 5799173"/>
              <a:gd name="connsiteY57317" fmla="*/ 4519296 h 5017219"/>
              <a:gd name="connsiteX57318" fmla="*/ 1906486 w 5799173"/>
              <a:gd name="connsiteY57318" fmla="*/ 4519294 h 5017219"/>
              <a:gd name="connsiteX57319" fmla="*/ 1907732 w 5799173"/>
              <a:gd name="connsiteY57319" fmla="*/ 4520043 h 5017219"/>
              <a:gd name="connsiteX57320" fmla="*/ 1918116 w 5799173"/>
              <a:gd name="connsiteY57320" fmla="*/ 4538073 h 5017219"/>
              <a:gd name="connsiteX57321" fmla="*/ 1918116 w 5799173"/>
              <a:gd name="connsiteY57321" fmla="*/ 4539568 h 5017219"/>
              <a:gd name="connsiteX57322" fmla="*/ 1907647 w 5799173"/>
              <a:gd name="connsiteY57322" fmla="*/ 4557600 h 5017219"/>
              <a:gd name="connsiteX57323" fmla="*/ 1906401 w 5799173"/>
              <a:gd name="connsiteY57323" fmla="*/ 4558348 h 5017219"/>
              <a:gd name="connsiteX57324" fmla="*/ 922542 w 5799173"/>
              <a:gd name="connsiteY57324" fmla="*/ 4300352 h 5017219"/>
              <a:gd name="connsiteX57325" fmla="*/ 921296 w 5799173"/>
              <a:gd name="connsiteY57325" fmla="*/ 4299605 h 5017219"/>
              <a:gd name="connsiteX57326" fmla="*/ 910747 w 5799173"/>
              <a:gd name="connsiteY57326" fmla="*/ 4281322 h 5017219"/>
              <a:gd name="connsiteX57327" fmla="*/ 910746 w 5799173"/>
              <a:gd name="connsiteY57327" fmla="*/ 4279826 h 5017219"/>
              <a:gd name="connsiteX57328" fmla="*/ 921299 w 5799173"/>
              <a:gd name="connsiteY57328" fmla="*/ 4261543 h 5017219"/>
              <a:gd name="connsiteX57329" fmla="*/ 922545 w 5799173"/>
              <a:gd name="connsiteY57329" fmla="*/ 4260795 h 5017219"/>
              <a:gd name="connsiteX57330" fmla="*/ 943564 w 5799173"/>
              <a:gd name="connsiteY57330" fmla="*/ 4260794 h 5017219"/>
              <a:gd name="connsiteX57331" fmla="*/ 944810 w 5799173"/>
              <a:gd name="connsiteY57331" fmla="*/ 4261542 h 5017219"/>
              <a:gd name="connsiteX57332" fmla="*/ 955361 w 5799173"/>
              <a:gd name="connsiteY57332" fmla="*/ 4279824 h 5017219"/>
              <a:gd name="connsiteX57333" fmla="*/ 955361 w 5799173"/>
              <a:gd name="connsiteY57333" fmla="*/ 4281319 h 5017219"/>
              <a:gd name="connsiteX57334" fmla="*/ 944807 w 5799173"/>
              <a:gd name="connsiteY57334" fmla="*/ 4299602 h 5017219"/>
              <a:gd name="connsiteX57335" fmla="*/ 943561 w 5799173"/>
              <a:gd name="connsiteY57335" fmla="*/ 4300351 h 5017219"/>
              <a:gd name="connsiteX57336" fmla="*/ 1163311 w 5799173"/>
              <a:gd name="connsiteY57336" fmla="*/ 4364914 h 5017219"/>
              <a:gd name="connsiteX57337" fmla="*/ 1162066 w 5799173"/>
              <a:gd name="connsiteY57337" fmla="*/ 4364168 h 5017219"/>
              <a:gd name="connsiteX57338" fmla="*/ 1151598 w 5799173"/>
              <a:gd name="connsiteY57338" fmla="*/ 4346053 h 5017219"/>
              <a:gd name="connsiteX57339" fmla="*/ 1151598 w 5799173"/>
              <a:gd name="connsiteY57339" fmla="*/ 4344558 h 5017219"/>
              <a:gd name="connsiteX57340" fmla="*/ 1162067 w 5799173"/>
              <a:gd name="connsiteY57340" fmla="*/ 4326443 h 5017219"/>
              <a:gd name="connsiteX57341" fmla="*/ 1163313 w 5799173"/>
              <a:gd name="connsiteY57341" fmla="*/ 4325694 h 5017219"/>
              <a:gd name="connsiteX57342" fmla="*/ 1184250 w 5799173"/>
              <a:gd name="connsiteY57342" fmla="*/ 4325694 h 5017219"/>
              <a:gd name="connsiteX57343" fmla="*/ 1185496 w 5799173"/>
              <a:gd name="connsiteY57343" fmla="*/ 4326442 h 5017219"/>
              <a:gd name="connsiteX57344" fmla="*/ 1195963 w 5799173"/>
              <a:gd name="connsiteY57344" fmla="*/ 4344556 h 5017219"/>
              <a:gd name="connsiteX57345" fmla="*/ 1195963 w 5799173"/>
              <a:gd name="connsiteY57345" fmla="*/ 4346051 h 5017219"/>
              <a:gd name="connsiteX57346" fmla="*/ 1185494 w 5799173"/>
              <a:gd name="connsiteY57346" fmla="*/ 4364166 h 5017219"/>
              <a:gd name="connsiteX57347" fmla="*/ 1184248 w 5799173"/>
              <a:gd name="connsiteY57347" fmla="*/ 4364914 h 5017219"/>
              <a:gd name="connsiteX57348" fmla="*/ 1825325 w 5799173"/>
              <a:gd name="connsiteY57348" fmla="*/ 4542356 h 5017219"/>
              <a:gd name="connsiteX57349" fmla="*/ 1824079 w 5799173"/>
              <a:gd name="connsiteY57349" fmla="*/ 4541608 h 5017219"/>
              <a:gd name="connsiteX57350" fmla="*/ 1813695 w 5799173"/>
              <a:gd name="connsiteY57350" fmla="*/ 4523579 h 5017219"/>
              <a:gd name="connsiteX57351" fmla="*/ 1813695 w 5799173"/>
              <a:gd name="connsiteY57351" fmla="*/ 4522084 h 5017219"/>
              <a:gd name="connsiteX57352" fmla="*/ 1824163 w 5799173"/>
              <a:gd name="connsiteY57352" fmla="*/ 4504054 h 5017219"/>
              <a:gd name="connsiteX57353" fmla="*/ 1825409 w 5799173"/>
              <a:gd name="connsiteY57353" fmla="*/ 4503307 h 5017219"/>
              <a:gd name="connsiteX57354" fmla="*/ 1846262 w 5799173"/>
              <a:gd name="connsiteY57354" fmla="*/ 4503306 h 5017219"/>
              <a:gd name="connsiteX57355" fmla="*/ 1847508 w 5799173"/>
              <a:gd name="connsiteY57355" fmla="*/ 4504054 h 5017219"/>
              <a:gd name="connsiteX57356" fmla="*/ 1857893 w 5799173"/>
              <a:gd name="connsiteY57356" fmla="*/ 4522083 h 5017219"/>
              <a:gd name="connsiteX57357" fmla="*/ 1857893 w 5799173"/>
              <a:gd name="connsiteY57357" fmla="*/ 4523578 h 5017219"/>
              <a:gd name="connsiteX57358" fmla="*/ 1847424 w 5799173"/>
              <a:gd name="connsiteY57358" fmla="*/ 4541607 h 5017219"/>
              <a:gd name="connsiteX57359" fmla="*/ 1846178 w 5799173"/>
              <a:gd name="connsiteY57359" fmla="*/ 4542355 h 5017219"/>
              <a:gd name="connsiteX57360" fmla="*/ 741951 w 5799173"/>
              <a:gd name="connsiteY57360" fmla="*/ 4252185 h 5017219"/>
              <a:gd name="connsiteX57361" fmla="*/ 740623 w 5799173"/>
              <a:gd name="connsiteY57361" fmla="*/ 4251437 h 5017219"/>
              <a:gd name="connsiteX57362" fmla="*/ 730073 w 5799173"/>
              <a:gd name="connsiteY57362" fmla="*/ 4233073 h 5017219"/>
              <a:gd name="connsiteX57363" fmla="*/ 730073 w 5799173"/>
              <a:gd name="connsiteY57363" fmla="*/ 4231577 h 5017219"/>
              <a:gd name="connsiteX57364" fmla="*/ 740625 w 5799173"/>
              <a:gd name="connsiteY57364" fmla="*/ 4213211 h 5017219"/>
              <a:gd name="connsiteX57365" fmla="*/ 741954 w 5799173"/>
              <a:gd name="connsiteY57365" fmla="*/ 4212462 h 5017219"/>
              <a:gd name="connsiteX57366" fmla="*/ 763141 w 5799173"/>
              <a:gd name="connsiteY57366" fmla="*/ 4212461 h 5017219"/>
              <a:gd name="connsiteX57367" fmla="*/ 764470 w 5799173"/>
              <a:gd name="connsiteY57367" fmla="*/ 4213209 h 5017219"/>
              <a:gd name="connsiteX57368" fmla="*/ 775020 w 5799173"/>
              <a:gd name="connsiteY57368" fmla="*/ 4231574 h 5017219"/>
              <a:gd name="connsiteX57369" fmla="*/ 775019 w 5799173"/>
              <a:gd name="connsiteY57369" fmla="*/ 4233070 h 5017219"/>
              <a:gd name="connsiteX57370" fmla="*/ 764467 w 5799173"/>
              <a:gd name="connsiteY57370" fmla="*/ 4251435 h 5017219"/>
              <a:gd name="connsiteX57371" fmla="*/ 763138 w 5799173"/>
              <a:gd name="connsiteY57371" fmla="*/ 4252184 h 5017219"/>
              <a:gd name="connsiteX57372" fmla="*/ 802134 w 5799173"/>
              <a:gd name="connsiteY57372" fmla="*/ 4268322 h 5017219"/>
              <a:gd name="connsiteX57373" fmla="*/ 800806 w 5799173"/>
              <a:gd name="connsiteY57373" fmla="*/ 4267574 h 5017219"/>
              <a:gd name="connsiteX57374" fmla="*/ 790256 w 5799173"/>
              <a:gd name="connsiteY57374" fmla="*/ 4249210 h 5017219"/>
              <a:gd name="connsiteX57375" fmla="*/ 790256 w 5799173"/>
              <a:gd name="connsiteY57375" fmla="*/ 4247713 h 5017219"/>
              <a:gd name="connsiteX57376" fmla="*/ 800808 w 5799173"/>
              <a:gd name="connsiteY57376" fmla="*/ 4229348 h 5017219"/>
              <a:gd name="connsiteX57377" fmla="*/ 802137 w 5799173"/>
              <a:gd name="connsiteY57377" fmla="*/ 4228600 h 5017219"/>
              <a:gd name="connsiteX57378" fmla="*/ 823324 w 5799173"/>
              <a:gd name="connsiteY57378" fmla="*/ 4228598 h 5017219"/>
              <a:gd name="connsiteX57379" fmla="*/ 824653 w 5799173"/>
              <a:gd name="connsiteY57379" fmla="*/ 4229347 h 5017219"/>
              <a:gd name="connsiteX57380" fmla="*/ 835203 w 5799173"/>
              <a:gd name="connsiteY57380" fmla="*/ 4247711 h 5017219"/>
              <a:gd name="connsiteX57381" fmla="*/ 835202 w 5799173"/>
              <a:gd name="connsiteY57381" fmla="*/ 4249207 h 5017219"/>
              <a:gd name="connsiteX57382" fmla="*/ 824650 w 5799173"/>
              <a:gd name="connsiteY57382" fmla="*/ 4267572 h 5017219"/>
              <a:gd name="connsiteX57383" fmla="*/ 823321 w 5799173"/>
              <a:gd name="connsiteY57383" fmla="*/ 4268321 h 5017219"/>
              <a:gd name="connsiteX57384" fmla="*/ 681723 w 5799173"/>
              <a:gd name="connsiteY57384" fmla="*/ 4236121 h 5017219"/>
              <a:gd name="connsiteX57385" fmla="*/ 680476 w 5799173"/>
              <a:gd name="connsiteY57385" fmla="*/ 4235373 h 5017219"/>
              <a:gd name="connsiteX57386" fmla="*/ 669926 w 5799173"/>
              <a:gd name="connsiteY57386" fmla="*/ 4217095 h 5017219"/>
              <a:gd name="connsiteX57387" fmla="*/ 669926 w 5799173"/>
              <a:gd name="connsiteY57387" fmla="*/ 4215599 h 5017219"/>
              <a:gd name="connsiteX57388" fmla="*/ 680477 w 5799173"/>
              <a:gd name="connsiteY57388" fmla="*/ 4197321 h 5017219"/>
              <a:gd name="connsiteX57389" fmla="*/ 681723 w 5799173"/>
              <a:gd name="connsiteY57389" fmla="*/ 4196573 h 5017219"/>
              <a:gd name="connsiteX57390" fmla="*/ 702742 w 5799173"/>
              <a:gd name="connsiteY57390" fmla="*/ 4196573 h 5017219"/>
              <a:gd name="connsiteX57391" fmla="*/ 703988 w 5799173"/>
              <a:gd name="connsiteY57391" fmla="*/ 4197321 h 5017219"/>
              <a:gd name="connsiteX57392" fmla="*/ 714540 w 5799173"/>
              <a:gd name="connsiteY57392" fmla="*/ 4215599 h 5017219"/>
              <a:gd name="connsiteX57393" fmla="*/ 714540 w 5799173"/>
              <a:gd name="connsiteY57393" fmla="*/ 4217095 h 5017219"/>
              <a:gd name="connsiteX57394" fmla="*/ 703988 w 5799173"/>
              <a:gd name="connsiteY57394" fmla="*/ 4235373 h 5017219"/>
              <a:gd name="connsiteX57395" fmla="*/ 702742 w 5799173"/>
              <a:gd name="connsiteY57395" fmla="*/ 4236121 h 5017219"/>
              <a:gd name="connsiteX57396" fmla="*/ 1042851 w 5799173"/>
              <a:gd name="connsiteY57396" fmla="*/ 4332938 h 5017219"/>
              <a:gd name="connsiteX57397" fmla="*/ 1041522 w 5799173"/>
              <a:gd name="connsiteY57397" fmla="*/ 4332190 h 5017219"/>
              <a:gd name="connsiteX57398" fmla="*/ 1030972 w 5799173"/>
              <a:gd name="connsiteY57398" fmla="*/ 4313827 h 5017219"/>
              <a:gd name="connsiteX57399" fmla="*/ 1030972 w 5799173"/>
              <a:gd name="connsiteY57399" fmla="*/ 4312331 h 5017219"/>
              <a:gd name="connsiteX57400" fmla="*/ 1041524 w 5799173"/>
              <a:gd name="connsiteY57400" fmla="*/ 4293968 h 5017219"/>
              <a:gd name="connsiteX57401" fmla="*/ 1042853 w 5799173"/>
              <a:gd name="connsiteY57401" fmla="*/ 4293220 h 5017219"/>
              <a:gd name="connsiteX57402" fmla="*/ 1064039 w 5799173"/>
              <a:gd name="connsiteY57402" fmla="*/ 4293219 h 5017219"/>
              <a:gd name="connsiteX57403" fmla="*/ 1065368 w 5799173"/>
              <a:gd name="connsiteY57403" fmla="*/ 4293966 h 5017219"/>
              <a:gd name="connsiteX57404" fmla="*/ 1075918 w 5799173"/>
              <a:gd name="connsiteY57404" fmla="*/ 4312329 h 5017219"/>
              <a:gd name="connsiteX57405" fmla="*/ 1075918 w 5799173"/>
              <a:gd name="connsiteY57405" fmla="*/ 4313825 h 5017219"/>
              <a:gd name="connsiteX57406" fmla="*/ 1065366 w 5799173"/>
              <a:gd name="connsiteY57406" fmla="*/ 4332189 h 5017219"/>
              <a:gd name="connsiteX57407" fmla="*/ 1064037 w 5799173"/>
              <a:gd name="connsiteY57407" fmla="*/ 4332937 h 5017219"/>
              <a:gd name="connsiteX57408" fmla="*/ 982657 w 5799173"/>
              <a:gd name="connsiteY57408" fmla="*/ 4316836 h 5017219"/>
              <a:gd name="connsiteX57409" fmla="*/ 981329 w 5799173"/>
              <a:gd name="connsiteY57409" fmla="*/ 4316088 h 5017219"/>
              <a:gd name="connsiteX57410" fmla="*/ 970778 w 5799173"/>
              <a:gd name="connsiteY57410" fmla="*/ 4297726 h 5017219"/>
              <a:gd name="connsiteX57411" fmla="*/ 970778 w 5799173"/>
              <a:gd name="connsiteY57411" fmla="*/ 4296230 h 5017219"/>
              <a:gd name="connsiteX57412" fmla="*/ 981330 w 5799173"/>
              <a:gd name="connsiteY57412" fmla="*/ 4277867 h 5017219"/>
              <a:gd name="connsiteX57413" fmla="*/ 982659 w 5799173"/>
              <a:gd name="connsiteY57413" fmla="*/ 4277119 h 5017219"/>
              <a:gd name="connsiteX57414" fmla="*/ 1003845 w 5799173"/>
              <a:gd name="connsiteY57414" fmla="*/ 4277118 h 5017219"/>
              <a:gd name="connsiteX57415" fmla="*/ 1005174 w 5799173"/>
              <a:gd name="connsiteY57415" fmla="*/ 4277866 h 5017219"/>
              <a:gd name="connsiteX57416" fmla="*/ 1015725 w 5799173"/>
              <a:gd name="connsiteY57416" fmla="*/ 4296228 h 5017219"/>
              <a:gd name="connsiteX57417" fmla="*/ 1015725 w 5799173"/>
              <a:gd name="connsiteY57417" fmla="*/ 4297724 h 5017219"/>
              <a:gd name="connsiteX57418" fmla="*/ 1005173 w 5799173"/>
              <a:gd name="connsiteY57418" fmla="*/ 4316087 h 5017219"/>
              <a:gd name="connsiteX57419" fmla="*/ 1003844 w 5799173"/>
              <a:gd name="connsiteY57419" fmla="*/ 4316836 h 5017219"/>
              <a:gd name="connsiteX57420" fmla="*/ 501048 w 5799173"/>
              <a:gd name="connsiteY57420" fmla="*/ 4187806 h 5017219"/>
              <a:gd name="connsiteX57421" fmla="*/ 499718 w 5799173"/>
              <a:gd name="connsiteY57421" fmla="*/ 4187059 h 5017219"/>
              <a:gd name="connsiteX57422" fmla="*/ 489086 w 5799173"/>
              <a:gd name="connsiteY57422" fmla="*/ 4168528 h 5017219"/>
              <a:gd name="connsiteX57423" fmla="*/ 489085 w 5799173"/>
              <a:gd name="connsiteY57423" fmla="*/ 4167031 h 5017219"/>
              <a:gd name="connsiteX57424" fmla="*/ 499804 w 5799173"/>
              <a:gd name="connsiteY57424" fmla="*/ 4148499 h 5017219"/>
              <a:gd name="connsiteX57425" fmla="*/ 501134 w 5799173"/>
              <a:gd name="connsiteY57425" fmla="*/ 4147751 h 5017219"/>
              <a:gd name="connsiteX57426" fmla="*/ 522486 w 5799173"/>
              <a:gd name="connsiteY57426" fmla="*/ 4147749 h 5017219"/>
              <a:gd name="connsiteX57427" fmla="*/ 523815 w 5799173"/>
              <a:gd name="connsiteY57427" fmla="*/ 4148498 h 5017219"/>
              <a:gd name="connsiteX57428" fmla="*/ 534448 w 5799173"/>
              <a:gd name="connsiteY57428" fmla="*/ 4167028 h 5017219"/>
              <a:gd name="connsiteX57429" fmla="*/ 534448 w 5799173"/>
              <a:gd name="connsiteY57429" fmla="*/ 4168524 h 5017219"/>
              <a:gd name="connsiteX57430" fmla="*/ 523729 w 5799173"/>
              <a:gd name="connsiteY57430" fmla="*/ 4187057 h 5017219"/>
              <a:gd name="connsiteX57431" fmla="*/ 522400 w 5799173"/>
              <a:gd name="connsiteY57431" fmla="*/ 4187804 h 5017219"/>
              <a:gd name="connsiteX57432" fmla="*/ 1945567 w 5799173"/>
              <a:gd name="connsiteY57432" fmla="*/ 4574893 h 5017219"/>
              <a:gd name="connsiteX57433" fmla="*/ 1944239 w 5799173"/>
              <a:gd name="connsiteY57433" fmla="*/ 4574146 h 5017219"/>
              <a:gd name="connsiteX57434" fmla="*/ 1933605 w 5799173"/>
              <a:gd name="connsiteY57434" fmla="*/ 4555699 h 5017219"/>
              <a:gd name="connsiteX57435" fmla="*/ 1933605 w 5799173"/>
              <a:gd name="connsiteY57435" fmla="*/ 4554203 h 5017219"/>
              <a:gd name="connsiteX57436" fmla="*/ 1944241 w 5799173"/>
              <a:gd name="connsiteY57436" fmla="*/ 4535756 h 5017219"/>
              <a:gd name="connsiteX57437" fmla="*/ 1945570 w 5799173"/>
              <a:gd name="connsiteY57437" fmla="*/ 4535008 h 5017219"/>
              <a:gd name="connsiteX57438" fmla="*/ 1966839 w 5799173"/>
              <a:gd name="connsiteY57438" fmla="*/ 4535007 h 5017219"/>
              <a:gd name="connsiteX57439" fmla="*/ 1968168 w 5799173"/>
              <a:gd name="connsiteY57439" fmla="*/ 4535755 h 5017219"/>
              <a:gd name="connsiteX57440" fmla="*/ 1978801 w 5799173"/>
              <a:gd name="connsiteY57440" fmla="*/ 4554201 h 5017219"/>
              <a:gd name="connsiteX57441" fmla="*/ 1978801 w 5799173"/>
              <a:gd name="connsiteY57441" fmla="*/ 4555697 h 5017219"/>
              <a:gd name="connsiteX57442" fmla="*/ 1968166 w 5799173"/>
              <a:gd name="connsiteY57442" fmla="*/ 4574144 h 5017219"/>
              <a:gd name="connsiteX57443" fmla="*/ 1966837 w 5799173"/>
              <a:gd name="connsiteY57443" fmla="*/ 4574892 h 5017219"/>
              <a:gd name="connsiteX57444" fmla="*/ 621398 w 5799173"/>
              <a:gd name="connsiteY57444" fmla="*/ 4220146 h 5017219"/>
              <a:gd name="connsiteX57445" fmla="*/ 620068 w 5799173"/>
              <a:gd name="connsiteY57445" fmla="*/ 4219399 h 5017219"/>
              <a:gd name="connsiteX57446" fmla="*/ 609435 w 5799173"/>
              <a:gd name="connsiteY57446" fmla="*/ 4200868 h 5017219"/>
              <a:gd name="connsiteX57447" fmla="*/ 609435 w 5799173"/>
              <a:gd name="connsiteY57447" fmla="*/ 4199372 h 5017219"/>
              <a:gd name="connsiteX57448" fmla="*/ 620153 w 5799173"/>
              <a:gd name="connsiteY57448" fmla="*/ 4180841 h 5017219"/>
              <a:gd name="connsiteX57449" fmla="*/ 621483 w 5799173"/>
              <a:gd name="connsiteY57449" fmla="*/ 4180093 h 5017219"/>
              <a:gd name="connsiteX57450" fmla="*/ 642835 w 5799173"/>
              <a:gd name="connsiteY57450" fmla="*/ 4180092 h 5017219"/>
              <a:gd name="connsiteX57451" fmla="*/ 644164 w 5799173"/>
              <a:gd name="connsiteY57451" fmla="*/ 4180840 h 5017219"/>
              <a:gd name="connsiteX57452" fmla="*/ 654797 w 5799173"/>
              <a:gd name="connsiteY57452" fmla="*/ 4199369 h 5017219"/>
              <a:gd name="connsiteX57453" fmla="*/ 654797 w 5799173"/>
              <a:gd name="connsiteY57453" fmla="*/ 4200865 h 5017219"/>
              <a:gd name="connsiteX57454" fmla="*/ 644079 w 5799173"/>
              <a:gd name="connsiteY57454" fmla="*/ 4219396 h 5017219"/>
              <a:gd name="connsiteX57455" fmla="*/ 642749 w 5799173"/>
              <a:gd name="connsiteY57455" fmla="*/ 4220144 h 5017219"/>
              <a:gd name="connsiteX57456" fmla="*/ 1102940 w 5799173"/>
              <a:gd name="connsiteY57456" fmla="*/ 4349193 h 5017219"/>
              <a:gd name="connsiteX57457" fmla="*/ 1101612 w 5799173"/>
              <a:gd name="connsiteY57457" fmla="*/ 4348445 h 5017219"/>
              <a:gd name="connsiteX57458" fmla="*/ 1090978 w 5799173"/>
              <a:gd name="connsiteY57458" fmla="*/ 4330000 h 5017219"/>
              <a:gd name="connsiteX57459" fmla="*/ 1090978 w 5799173"/>
              <a:gd name="connsiteY57459" fmla="*/ 4328504 h 5017219"/>
              <a:gd name="connsiteX57460" fmla="*/ 1101613 w 5799173"/>
              <a:gd name="connsiteY57460" fmla="*/ 4310059 h 5017219"/>
              <a:gd name="connsiteX57461" fmla="*/ 1102942 w 5799173"/>
              <a:gd name="connsiteY57461" fmla="*/ 4309310 h 5017219"/>
              <a:gd name="connsiteX57462" fmla="*/ 1124211 w 5799173"/>
              <a:gd name="connsiteY57462" fmla="*/ 4309309 h 5017219"/>
              <a:gd name="connsiteX57463" fmla="*/ 1125540 w 5799173"/>
              <a:gd name="connsiteY57463" fmla="*/ 4310057 h 5017219"/>
              <a:gd name="connsiteX57464" fmla="*/ 1136173 w 5799173"/>
              <a:gd name="connsiteY57464" fmla="*/ 4328502 h 5017219"/>
              <a:gd name="connsiteX57465" fmla="*/ 1136173 w 5799173"/>
              <a:gd name="connsiteY57465" fmla="*/ 4329998 h 5017219"/>
              <a:gd name="connsiteX57466" fmla="*/ 1125539 w 5799173"/>
              <a:gd name="connsiteY57466" fmla="*/ 4348443 h 5017219"/>
              <a:gd name="connsiteX57467" fmla="*/ 1124210 w 5799173"/>
              <a:gd name="connsiteY57467" fmla="*/ 4349192 h 5017219"/>
              <a:gd name="connsiteX57468" fmla="*/ 1283546 w 5799173"/>
              <a:gd name="connsiteY57468" fmla="*/ 4397628 h 5017219"/>
              <a:gd name="connsiteX57469" fmla="*/ 1282218 w 5799173"/>
              <a:gd name="connsiteY57469" fmla="*/ 4396880 h 5017219"/>
              <a:gd name="connsiteX57470" fmla="*/ 1271667 w 5799173"/>
              <a:gd name="connsiteY57470" fmla="*/ 4378520 h 5017219"/>
              <a:gd name="connsiteX57471" fmla="*/ 1271667 w 5799173"/>
              <a:gd name="connsiteY57471" fmla="*/ 4377024 h 5017219"/>
              <a:gd name="connsiteX57472" fmla="*/ 1282218 w 5799173"/>
              <a:gd name="connsiteY57472" fmla="*/ 4358664 h 5017219"/>
              <a:gd name="connsiteX57473" fmla="*/ 1283547 w 5799173"/>
              <a:gd name="connsiteY57473" fmla="*/ 4357916 h 5017219"/>
              <a:gd name="connsiteX57474" fmla="*/ 1304733 w 5799173"/>
              <a:gd name="connsiteY57474" fmla="*/ 4357916 h 5017219"/>
              <a:gd name="connsiteX57475" fmla="*/ 1306062 w 5799173"/>
              <a:gd name="connsiteY57475" fmla="*/ 4358664 h 5017219"/>
              <a:gd name="connsiteX57476" fmla="*/ 1316613 w 5799173"/>
              <a:gd name="connsiteY57476" fmla="*/ 4377024 h 5017219"/>
              <a:gd name="connsiteX57477" fmla="*/ 1316613 w 5799173"/>
              <a:gd name="connsiteY57477" fmla="*/ 4378520 h 5017219"/>
              <a:gd name="connsiteX57478" fmla="*/ 1306062 w 5799173"/>
              <a:gd name="connsiteY57478" fmla="*/ 4396880 h 5017219"/>
              <a:gd name="connsiteX57479" fmla="*/ 1304733 w 5799173"/>
              <a:gd name="connsiteY57479" fmla="*/ 4397628 h 5017219"/>
              <a:gd name="connsiteX57480" fmla="*/ 561168 w 5799173"/>
              <a:gd name="connsiteY57480" fmla="*/ 4204184 h 5017219"/>
              <a:gd name="connsiteX57481" fmla="*/ 559838 w 5799173"/>
              <a:gd name="connsiteY57481" fmla="*/ 4203438 h 5017219"/>
              <a:gd name="connsiteX57482" fmla="*/ 549204 w 5799173"/>
              <a:gd name="connsiteY57482" fmla="*/ 4184909 h 5017219"/>
              <a:gd name="connsiteX57483" fmla="*/ 549204 w 5799173"/>
              <a:gd name="connsiteY57483" fmla="*/ 4183413 h 5017219"/>
              <a:gd name="connsiteX57484" fmla="*/ 559922 w 5799173"/>
              <a:gd name="connsiteY57484" fmla="*/ 4164886 h 5017219"/>
              <a:gd name="connsiteX57485" fmla="*/ 561251 w 5799173"/>
              <a:gd name="connsiteY57485" fmla="*/ 4164138 h 5017219"/>
              <a:gd name="connsiteX57486" fmla="*/ 582603 w 5799173"/>
              <a:gd name="connsiteY57486" fmla="*/ 4164137 h 5017219"/>
              <a:gd name="connsiteX57487" fmla="*/ 583932 w 5799173"/>
              <a:gd name="connsiteY57487" fmla="*/ 4164885 h 5017219"/>
              <a:gd name="connsiteX57488" fmla="*/ 594565 w 5799173"/>
              <a:gd name="connsiteY57488" fmla="*/ 4183412 h 5017219"/>
              <a:gd name="connsiteX57489" fmla="*/ 594566 w 5799173"/>
              <a:gd name="connsiteY57489" fmla="*/ 4184909 h 5017219"/>
              <a:gd name="connsiteX57490" fmla="*/ 583848 w 5799173"/>
              <a:gd name="connsiteY57490" fmla="*/ 4203437 h 5017219"/>
              <a:gd name="connsiteX57491" fmla="*/ 582519 w 5799173"/>
              <a:gd name="connsiteY57491" fmla="*/ 4204184 h 5017219"/>
              <a:gd name="connsiteX57492" fmla="*/ 2058545 w 5799173"/>
              <a:gd name="connsiteY57492" fmla="*/ 4647133 h 5017219"/>
              <a:gd name="connsiteX57493" fmla="*/ 2058048 w 5799173"/>
              <a:gd name="connsiteY57493" fmla="*/ 4646884 h 5017219"/>
              <a:gd name="connsiteX57494" fmla="*/ 2054060 w 5799173"/>
              <a:gd name="connsiteY57494" fmla="*/ 4639905 h 5017219"/>
              <a:gd name="connsiteX57495" fmla="*/ 2054059 w 5799173"/>
              <a:gd name="connsiteY57495" fmla="*/ 4639324 h 5017219"/>
              <a:gd name="connsiteX57496" fmla="*/ 2058048 w 5799173"/>
              <a:gd name="connsiteY57496" fmla="*/ 4632345 h 5017219"/>
              <a:gd name="connsiteX57497" fmla="*/ 2058546 w 5799173"/>
              <a:gd name="connsiteY57497" fmla="*/ 4632096 h 5017219"/>
              <a:gd name="connsiteX57498" fmla="*/ 2066605 w 5799173"/>
              <a:gd name="connsiteY57498" fmla="*/ 4632096 h 5017219"/>
              <a:gd name="connsiteX57499" fmla="*/ 2067102 w 5799173"/>
              <a:gd name="connsiteY57499" fmla="*/ 4632344 h 5017219"/>
              <a:gd name="connsiteX57500" fmla="*/ 2071090 w 5799173"/>
              <a:gd name="connsiteY57500" fmla="*/ 4639324 h 5017219"/>
              <a:gd name="connsiteX57501" fmla="*/ 2071090 w 5799173"/>
              <a:gd name="connsiteY57501" fmla="*/ 4639905 h 5017219"/>
              <a:gd name="connsiteX57502" fmla="*/ 2067102 w 5799173"/>
              <a:gd name="connsiteY57502" fmla="*/ 4646884 h 5017219"/>
              <a:gd name="connsiteX57503" fmla="*/ 2066604 w 5799173"/>
              <a:gd name="connsiteY57503" fmla="*/ 4647133 h 5017219"/>
              <a:gd name="connsiteX57504" fmla="*/ 1755406 w 5799173"/>
              <a:gd name="connsiteY57504" fmla="*/ 4570433 h 5017219"/>
              <a:gd name="connsiteX57505" fmla="*/ 1754657 w 5799173"/>
              <a:gd name="connsiteY57505" fmla="*/ 4570019 h 5017219"/>
              <a:gd name="connsiteX57506" fmla="*/ 1748427 w 5799173"/>
              <a:gd name="connsiteY57506" fmla="*/ 4559301 h 5017219"/>
              <a:gd name="connsiteX57507" fmla="*/ 1748427 w 5799173"/>
              <a:gd name="connsiteY57507" fmla="*/ 4558386 h 5017219"/>
              <a:gd name="connsiteX57508" fmla="*/ 1754658 w 5799173"/>
              <a:gd name="connsiteY57508" fmla="*/ 4547667 h 5017219"/>
              <a:gd name="connsiteX57509" fmla="*/ 1755406 w 5799173"/>
              <a:gd name="connsiteY57509" fmla="*/ 4547253 h 5017219"/>
              <a:gd name="connsiteX57510" fmla="*/ 1767784 w 5799173"/>
              <a:gd name="connsiteY57510" fmla="*/ 4547252 h 5017219"/>
              <a:gd name="connsiteX57511" fmla="*/ 1768532 w 5799173"/>
              <a:gd name="connsiteY57511" fmla="*/ 4547667 h 5017219"/>
              <a:gd name="connsiteX57512" fmla="*/ 1774763 w 5799173"/>
              <a:gd name="connsiteY57512" fmla="*/ 4558385 h 5017219"/>
              <a:gd name="connsiteX57513" fmla="*/ 1774763 w 5799173"/>
              <a:gd name="connsiteY57513" fmla="*/ 4559300 h 5017219"/>
              <a:gd name="connsiteX57514" fmla="*/ 1768532 w 5799173"/>
              <a:gd name="connsiteY57514" fmla="*/ 4570018 h 5017219"/>
              <a:gd name="connsiteX57515" fmla="*/ 1767784 w 5799173"/>
              <a:gd name="connsiteY57515" fmla="*/ 4570433 h 5017219"/>
              <a:gd name="connsiteX57516" fmla="*/ 1994902 w 5799173"/>
              <a:gd name="connsiteY57516" fmla="*/ 4637364 h 5017219"/>
              <a:gd name="connsiteX57517" fmla="*/ 1993988 w 5799173"/>
              <a:gd name="connsiteY57517" fmla="*/ 4636865 h 5017219"/>
              <a:gd name="connsiteX57518" fmla="*/ 1986511 w 5799173"/>
              <a:gd name="connsiteY57518" fmla="*/ 4623903 h 5017219"/>
              <a:gd name="connsiteX57519" fmla="*/ 1986511 w 5799173"/>
              <a:gd name="connsiteY57519" fmla="*/ 4622823 h 5017219"/>
              <a:gd name="connsiteX57520" fmla="*/ 1993989 w 5799173"/>
              <a:gd name="connsiteY57520" fmla="*/ 4609862 h 5017219"/>
              <a:gd name="connsiteX57521" fmla="*/ 1994903 w 5799173"/>
              <a:gd name="connsiteY57521" fmla="*/ 4609363 h 5017219"/>
              <a:gd name="connsiteX57522" fmla="*/ 2009857 w 5799173"/>
              <a:gd name="connsiteY57522" fmla="*/ 4609362 h 5017219"/>
              <a:gd name="connsiteX57523" fmla="*/ 2010771 w 5799173"/>
              <a:gd name="connsiteY57523" fmla="*/ 4609861 h 5017219"/>
              <a:gd name="connsiteX57524" fmla="*/ 2018248 w 5799173"/>
              <a:gd name="connsiteY57524" fmla="*/ 4622823 h 5017219"/>
              <a:gd name="connsiteX57525" fmla="*/ 2018247 w 5799173"/>
              <a:gd name="connsiteY57525" fmla="*/ 4623903 h 5017219"/>
              <a:gd name="connsiteX57526" fmla="*/ 2010770 w 5799173"/>
              <a:gd name="connsiteY57526" fmla="*/ 4636864 h 5017219"/>
              <a:gd name="connsiteX57527" fmla="*/ 2009856 w 5799173"/>
              <a:gd name="connsiteY57527" fmla="*/ 4637364 h 5017219"/>
              <a:gd name="connsiteX57528" fmla="*/ 1814049 w 5799173"/>
              <a:gd name="connsiteY57528" fmla="*/ 4589417 h 5017219"/>
              <a:gd name="connsiteX57529" fmla="*/ 1813135 w 5799173"/>
              <a:gd name="connsiteY57529" fmla="*/ 4588835 h 5017219"/>
              <a:gd name="connsiteX57530" fmla="*/ 1805326 w 5799173"/>
              <a:gd name="connsiteY57530" fmla="*/ 4575373 h 5017219"/>
              <a:gd name="connsiteX57531" fmla="*/ 1805326 w 5799173"/>
              <a:gd name="connsiteY57531" fmla="*/ 4574292 h 5017219"/>
              <a:gd name="connsiteX57532" fmla="*/ 1813137 w 5799173"/>
              <a:gd name="connsiteY57532" fmla="*/ 4560831 h 5017219"/>
              <a:gd name="connsiteX57533" fmla="*/ 1814050 w 5799173"/>
              <a:gd name="connsiteY57533" fmla="*/ 4560249 h 5017219"/>
              <a:gd name="connsiteX57534" fmla="*/ 1829587 w 5799173"/>
              <a:gd name="connsiteY57534" fmla="*/ 4560247 h 5017219"/>
              <a:gd name="connsiteX57535" fmla="*/ 1830501 w 5799173"/>
              <a:gd name="connsiteY57535" fmla="*/ 4560829 h 5017219"/>
              <a:gd name="connsiteX57536" fmla="*/ 1838309 w 5799173"/>
              <a:gd name="connsiteY57536" fmla="*/ 4574290 h 5017219"/>
              <a:gd name="connsiteX57537" fmla="*/ 1838309 w 5799173"/>
              <a:gd name="connsiteY57537" fmla="*/ 4575371 h 5017219"/>
              <a:gd name="connsiteX57538" fmla="*/ 1830499 w 5799173"/>
              <a:gd name="connsiteY57538" fmla="*/ 4588834 h 5017219"/>
              <a:gd name="connsiteX57539" fmla="*/ 1829585 w 5799173"/>
              <a:gd name="connsiteY57539" fmla="*/ 4589415 h 5017219"/>
              <a:gd name="connsiteX57540" fmla="*/ 1693669 w 5799173"/>
              <a:gd name="connsiteY57540" fmla="*/ 4557284 h 5017219"/>
              <a:gd name="connsiteX57541" fmla="*/ 1692671 w 5799173"/>
              <a:gd name="connsiteY57541" fmla="*/ 4556702 h 5017219"/>
              <a:gd name="connsiteX57542" fmla="*/ 1684863 w 5799173"/>
              <a:gd name="connsiteY57542" fmla="*/ 4543158 h 5017219"/>
              <a:gd name="connsiteX57543" fmla="*/ 1684863 w 5799173"/>
              <a:gd name="connsiteY57543" fmla="*/ 4542078 h 5017219"/>
              <a:gd name="connsiteX57544" fmla="*/ 1692673 w 5799173"/>
              <a:gd name="connsiteY57544" fmla="*/ 4528533 h 5017219"/>
              <a:gd name="connsiteX57545" fmla="*/ 1693670 w 5799173"/>
              <a:gd name="connsiteY57545" fmla="*/ 4527951 h 5017219"/>
              <a:gd name="connsiteX57546" fmla="*/ 1709373 w 5799173"/>
              <a:gd name="connsiteY57546" fmla="*/ 4527950 h 5017219"/>
              <a:gd name="connsiteX57547" fmla="*/ 1710369 w 5799173"/>
              <a:gd name="connsiteY57547" fmla="*/ 4528532 h 5017219"/>
              <a:gd name="connsiteX57548" fmla="*/ 1718179 w 5799173"/>
              <a:gd name="connsiteY57548" fmla="*/ 4542076 h 5017219"/>
              <a:gd name="connsiteX57549" fmla="*/ 1718179 w 5799173"/>
              <a:gd name="connsiteY57549" fmla="*/ 4543156 h 5017219"/>
              <a:gd name="connsiteX57550" fmla="*/ 1710368 w 5799173"/>
              <a:gd name="connsiteY57550" fmla="*/ 4556701 h 5017219"/>
              <a:gd name="connsiteX57551" fmla="*/ 1709371 w 5799173"/>
              <a:gd name="connsiteY57551" fmla="*/ 4557284 h 5017219"/>
              <a:gd name="connsiteX57552" fmla="*/ 1934285 w 5799173"/>
              <a:gd name="connsiteY57552" fmla="*/ 4622040 h 5017219"/>
              <a:gd name="connsiteX57553" fmla="*/ 1933288 w 5799173"/>
              <a:gd name="connsiteY57553" fmla="*/ 4621459 h 5017219"/>
              <a:gd name="connsiteX57554" fmla="*/ 1925396 w 5799173"/>
              <a:gd name="connsiteY57554" fmla="*/ 4607833 h 5017219"/>
              <a:gd name="connsiteX57555" fmla="*/ 1925396 w 5799173"/>
              <a:gd name="connsiteY57555" fmla="*/ 4606753 h 5017219"/>
              <a:gd name="connsiteX57556" fmla="*/ 1933289 w 5799173"/>
              <a:gd name="connsiteY57556" fmla="*/ 4593127 h 5017219"/>
              <a:gd name="connsiteX57557" fmla="*/ 1934286 w 5799173"/>
              <a:gd name="connsiteY57557" fmla="*/ 4592545 h 5017219"/>
              <a:gd name="connsiteX57558" fmla="*/ 1950071 w 5799173"/>
              <a:gd name="connsiteY57558" fmla="*/ 4592545 h 5017219"/>
              <a:gd name="connsiteX57559" fmla="*/ 1951068 w 5799173"/>
              <a:gd name="connsiteY57559" fmla="*/ 4593127 h 5017219"/>
              <a:gd name="connsiteX57560" fmla="*/ 1958960 w 5799173"/>
              <a:gd name="connsiteY57560" fmla="*/ 4606753 h 5017219"/>
              <a:gd name="connsiteX57561" fmla="*/ 1958960 w 5799173"/>
              <a:gd name="connsiteY57561" fmla="*/ 4607833 h 5017219"/>
              <a:gd name="connsiteX57562" fmla="*/ 1951067 w 5799173"/>
              <a:gd name="connsiteY57562" fmla="*/ 4621459 h 5017219"/>
              <a:gd name="connsiteX57563" fmla="*/ 1950070 w 5799173"/>
              <a:gd name="connsiteY57563" fmla="*/ 4622040 h 5017219"/>
              <a:gd name="connsiteX57564" fmla="*/ 1874053 w 5799173"/>
              <a:gd name="connsiteY57564" fmla="*/ 4605986 h 5017219"/>
              <a:gd name="connsiteX57565" fmla="*/ 1873056 w 5799173"/>
              <a:gd name="connsiteY57565" fmla="*/ 4605404 h 5017219"/>
              <a:gd name="connsiteX57566" fmla="*/ 1865080 w 5799173"/>
              <a:gd name="connsiteY57566" fmla="*/ 4591611 h 5017219"/>
              <a:gd name="connsiteX57567" fmla="*/ 1865080 w 5799173"/>
              <a:gd name="connsiteY57567" fmla="*/ 4590448 h 5017219"/>
              <a:gd name="connsiteX57568" fmla="*/ 1873057 w 5799173"/>
              <a:gd name="connsiteY57568" fmla="*/ 4576654 h 5017219"/>
              <a:gd name="connsiteX57569" fmla="*/ 1874054 w 5799173"/>
              <a:gd name="connsiteY57569" fmla="*/ 4576072 h 5017219"/>
              <a:gd name="connsiteX57570" fmla="*/ 1890005 w 5799173"/>
              <a:gd name="connsiteY57570" fmla="*/ 4576072 h 5017219"/>
              <a:gd name="connsiteX57571" fmla="*/ 1891001 w 5799173"/>
              <a:gd name="connsiteY57571" fmla="*/ 4576653 h 5017219"/>
              <a:gd name="connsiteX57572" fmla="*/ 1898976 w 5799173"/>
              <a:gd name="connsiteY57572" fmla="*/ 4590447 h 5017219"/>
              <a:gd name="connsiteX57573" fmla="*/ 1898976 w 5799173"/>
              <a:gd name="connsiteY57573" fmla="*/ 4591610 h 5017219"/>
              <a:gd name="connsiteX57574" fmla="*/ 1891000 w 5799173"/>
              <a:gd name="connsiteY57574" fmla="*/ 4605403 h 5017219"/>
              <a:gd name="connsiteX57575" fmla="*/ 1890004 w 5799173"/>
              <a:gd name="connsiteY57575" fmla="*/ 4605985 h 5017219"/>
              <a:gd name="connsiteX57576" fmla="*/ 2716406 w 5799173"/>
              <a:gd name="connsiteY57576" fmla="*/ 4832278 h 5017219"/>
              <a:gd name="connsiteX57577" fmla="*/ 2715409 w 5799173"/>
              <a:gd name="connsiteY57577" fmla="*/ 4831697 h 5017219"/>
              <a:gd name="connsiteX57578" fmla="*/ 2707184 w 5799173"/>
              <a:gd name="connsiteY57578" fmla="*/ 4817405 h 5017219"/>
              <a:gd name="connsiteX57579" fmla="*/ 2707184 w 5799173"/>
              <a:gd name="connsiteY57579" fmla="*/ 4816242 h 5017219"/>
              <a:gd name="connsiteX57580" fmla="*/ 2715410 w 5799173"/>
              <a:gd name="connsiteY57580" fmla="*/ 4801951 h 5017219"/>
              <a:gd name="connsiteX57581" fmla="*/ 2716407 w 5799173"/>
              <a:gd name="connsiteY57581" fmla="*/ 4801368 h 5017219"/>
              <a:gd name="connsiteX57582" fmla="*/ 2732856 w 5799173"/>
              <a:gd name="connsiteY57582" fmla="*/ 4801368 h 5017219"/>
              <a:gd name="connsiteX57583" fmla="*/ 2733853 w 5799173"/>
              <a:gd name="connsiteY57583" fmla="*/ 4801950 h 5017219"/>
              <a:gd name="connsiteX57584" fmla="*/ 2742078 w 5799173"/>
              <a:gd name="connsiteY57584" fmla="*/ 4816241 h 5017219"/>
              <a:gd name="connsiteX57585" fmla="*/ 2742078 w 5799173"/>
              <a:gd name="connsiteY57585" fmla="*/ 4817404 h 5017219"/>
              <a:gd name="connsiteX57586" fmla="*/ 2733852 w 5799173"/>
              <a:gd name="connsiteY57586" fmla="*/ 4831696 h 5017219"/>
              <a:gd name="connsiteX57587" fmla="*/ 2732855 w 5799173"/>
              <a:gd name="connsiteY57587" fmla="*/ 4832277 h 5017219"/>
              <a:gd name="connsiteX57588" fmla="*/ 2776521 w 5799173"/>
              <a:gd name="connsiteY57588" fmla="*/ 4848440 h 5017219"/>
              <a:gd name="connsiteX57589" fmla="*/ 2775525 w 5799173"/>
              <a:gd name="connsiteY57589" fmla="*/ 4847858 h 5017219"/>
              <a:gd name="connsiteX57590" fmla="*/ 2767217 w 5799173"/>
              <a:gd name="connsiteY57590" fmla="*/ 4833483 h 5017219"/>
              <a:gd name="connsiteX57591" fmla="*/ 2767217 w 5799173"/>
              <a:gd name="connsiteY57591" fmla="*/ 4832320 h 5017219"/>
              <a:gd name="connsiteX57592" fmla="*/ 2775526 w 5799173"/>
              <a:gd name="connsiteY57592" fmla="*/ 4817945 h 5017219"/>
              <a:gd name="connsiteX57593" fmla="*/ 2776523 w 5799173"/>
              <a:gd name="connsiteY57593" fmla="*/ 4817363 h 5017219"/>
              <a:gd name="connsiteX57594" fmla="*/ 2793138 w 5799173"/>
              <a:gd name="connsiteY57594" fmla="*/ 4817362 h 5017219"/>
              <a:gd name="connsiteX57595" fmla="*/ 2794135 w 5799173"/>
              <a:gd name="connsiteY57595" fmla="*/ 4817944 h 5017219"/>
              <a:gd name="connsiteX57596" fmla="*/ 2802443 w 5799173"/>
              <a:gd name="connsiteY57596" fmla="*/ 4832319 h 5017219"/>
              <a:gd name="connsiteX57597" fmla="*/ 2802443 w 5799173"/>
              <a:gd name="connsiteY57597" fmla="*/ 4833482 h 5017219"/>
              <a:gd name="connsiteX57598" fmla="*/ 2794134 w 5799173"/>
              <a:gd name="connsiteY57598" fmla="*/ 4847858 h 5017219"/>
              <a:gd name="connsiteX57599" fmla="*/ 2793137 w 5799173"/>
              <a:gd name="connsiteY57599" fmla="*/ 4848440 h 5017219"/>
              <a:gd name="connsiteX57600" fmla="*/ 3137303 w 5799173"/>
              <a:gd name="connsiteY57600" fmla="*/ 4945841 h 5017219"/>
              <a:gd name="connsiteX57601" fmla="*/ 3136223 w 5799173"/>
              <a:gd name="connsiteY57601" fmla="*/ 4945258 h 5017219"/>
              <a:gd name="connsiteX57602" fmla="*/ 3127583 w 5799173"/>
              <a:gd name="connsiteY57602" fmla="*/ 4930301 h 5017219"/>
              <a:gd name="connsiteX57603" fmla="*/ 3127583 w 5799173"/>
              <a:gd name="connsiteY57603" fmla="*/ 4929055 h 5017219"/>
              <a:gd name="connsiteX57604" fmla="*/ 3136224 w 5799173"/>
              <a:gd name="connsiteY57604" fmla="*/ 4914098 h 5017219"/>
              <a:gd name="connsiteX57605" fmla="*/ 3137304 w 5799173"/>
              <a:gd name="connsiteY57605" fmla="*/ 4913516 h 5017219"/>
              <a:gd name="connsiteX57606" fmla="*/ 3154584 w 5799173"/>
              <a:gd name="connsiteY57606" fmla="*/ 4913515 h 5017219"/>
              <a:gd name="connsiteX57607" fmla="*/ 3155666 w 5799173"/>
              <a:gd name="connsiteY57607" fmla="*/ 4914096 h 5017219"/>
              <a:gd name="connsiteX57608" fmla="*/ 3164305 w 5799173"/>
              <a:gd name="connsiteY57608" fmla="*/ 4929053 h 5017219"/>
              <a:gd name="connsiteX57609" fmla="*/ 3164305 w 5799173"/>
              <a:gd name="connsiteY57609" fmla="*/ 4930300 h 5017219"/>
              <a:gd name="connsiteX57610" fmla="*/ 3155664 w 5799173"/>
              <a:gd name="connsiteY57610" fmla="*/ 4945258 h 5017219"/>
              <a:gd name="connsiteX57611" fmla="*/ 3154583 w 5799173"/>
              <a:gd name="connsiteY57611" fmla="*/ 4945839 h 5017219"/>
              <a:gd name="connsiteX57612" fmla="*/ 3076948 w 5799173"/>
              <a:gd name="connsiteY57612" fmla="*/ 4929968 h 5017219"/>
              <a:gd name="connsiteX57613" fmla="*/ 3075868 w 5799173"/>
              <a:gd name="connsiteY57613" fmla="*/ 4929387 h 5017219"/>
              <a:gd name="connsiteX57614" fmla="*/ 3067063 w 5799173"/>
              <a:gd name="connsiteY57614" fmla="*/ 4914180 h 5017219"/>
              <a:gd name="connsiteX57615" fmla="*/ 3067062 w 5799173"/>
              <a:gd name="connsiteY57615" fmla="*/ 4912935 h 5017219"/>
              <a:gd name="connsiteX57616" fmla="*/ 3075870 w 5799173"/>
              <a:gd name="connsiteY57616" fmla="*/ 4897728 h 5017219"/>
              <a:gd name="connsiteX57617" fmla="*/ 3076950 w 5799173"/>
              <a:gd name="connsiteY57617" fmla="*/ 4897146 h 5017219"/>
              <a:gd name="connsiteX57618" fmla="*/ 3094563 w 5799173"/>
              <a:gd name="connsiteY57618" fmla="*/ 4897145 h 5017219"/>
              <a:gd name="connsiteX57619" fmla="*/ 3095643 w 5799173"/>
              <a:gd name="connsiteY57619" fmla="*/ 4897727 h 5017219"/>
              <a:gd name="connsiteX57620" fmla="*/ 3104448 w 5799173"/>
              <a:gd name="connsiteY57620" fmla="*/ 4912932 h 5017219"/>
              <a:gd name="connsiteX57621" fmla="*/ 3104448 w 5799173"/>
              <a:gd name="connsiteY57621" fmla="*/ 4914178 h 5017219"/>
              <a:gd name="connsiteX57622" fmla="*/ 3095641 w 5799173"/>
              <a:gd name="connsiteY57622" fmla="*/ 4929386 h 5017219"/>
              <a:gd name="connsiteX57623" fmla="*/ 3094561 w 5799173"/>
              <a:gd name="connsiteY57623" fmla="*/ 4929967 h 5017219"/>
              <a:gd name="connsiteX57624" fmla="*/ 2836116 w 5799173"/>
              <a:gd name="connsiteY57624" fmla="*/ 4865726 h 5017219"/>
              <a:gd name="connsiteX57625" fmla="*/ 2835036 w 5799173"/>
              <a:gd name="connsiteY57625" fmla="*/ 4865061 h 5017219"/>
              <a:gd name="connsiteX57626" fmla="*/ 2826230 w 5799173"/>
              <a:gd name="connsiteY57626" fmla="*/ 4849689 h 5017219"/>
              <a:gd name="connsiteX57627" fmla="*/ 2826230 w 5799173"/>
              <a:gd name="connsiteY57627" fmla="*/ 4848443 h 5017219"/>
              <a:gd name="connsiteX57628" fmla="*/ 2835120 w 5799173"/>
              <a:gd name="connsiteY57628" fmla="*/ 4833072 h 5017219"/>
              <a:gd name="connsiteX57629" fmla="*/ 2836200 w 5799173"/>
              <a:gd name="connsiteY57629" fmla="*/ 4832407 h 5017219"/>
              <a:gd name="connsiteX57630" fmla="*/ 2853896 w 5799173"/>
              <a:gd name="connsiteY57630" fmla="*/ 4832406 h 5017219"/>
              <a:gd name="connsiteX57631" fmla="*/ 2854976 w 5799173"/>
              <a:gd name="connsiteY57631" fmla="*/ 4833071 h 5017219"/>
              <a:gd name="connsiteX57632" fmla="*/ 2863782 w 5799173"/>
              <a:gd name="connsiteY57632" fmla="*/ 4848442 h 5017219"/>
              <a:gd name="connsiteX57633" fmla="*/ 2863782 w 5799173"/>
              <a:gd name="connsiteY57633" fmla="*/ 4849688 h 5017219"/>
              <a:gd name="connsiteX57634" fmla="*/ 2854892 w 5799173"/>
              <a:gd name="connsiteY57634" fmla="*/ 4865060 h 5017219"/>
              <a:gd name="connsiteX57635" fmla="*/ 2853812 w 5799173"/>
              <a:gd name="connsiteY57635" fmla="*/ 4865725 h 5017219"/>
              <a:gd name="connsiteX57636" fmla="*/ 3197160 w 5799173"/>
              <a:gd name="connsiteY57636" fmla="*/ 4962708 h 5017219"/>
              <a:gd name="connsiteX57637" fmla="*/ 3196080 w 5799173"/>
              <a:gd name="connsiteY57637" fmla="*/ 4962044 h 5017219"/>
              <a:gd name="connsiteX57638" fmla="*/ 3187108 w 5799173"/>
              <a:gd name="connsiteY57638" fmla="*/ 4946423 h 5017219"/>
              <a:gd name="connsiteX57639" fmla="*/ 3187108 w 5799173"/>
              <a:gd name="connsiteY57639" fmla="*/ 4945176 h 5017219"/>
              <a:gd name="connsiteX57640" fmla="*/ 3196081 w 5799173"/>
              <a:gd name="connsiteY57640" fmla="*/ 4929555 h 5017219"/>
              <a:gd name="connsiteX57641" fmla="*/ 3197161 w 5799173"/>
              <a:gd name="connsiteY57641" fmla="*/ 4928890 h 5017219"/>
              <a:gd name="connsiteX57642" fmla="*/ 3215189 w 5799173"/>
              <a:gd name="connsiteY57642" fmla="*/ 4928889 h 5017219"/>
              <a:gd name="connsiteX57643" fmla="*/ 3216269 w 5799173"/>
              <a:gd name="connsiteY57643" fmla="*/ 4929554 h 5017219"/>
              <a:gd name="connsiteX57644" fmla="*/ 3225241 w 5799173"/>
              <a:gd name="connsiteY57644" fmla="*/ 4945175 h 5017219"/>
              <a:gd name="connsiteX57645" fmla="*/ 3225241 w 5799173"/>
              <a:gd name="connsiteY57645" fmla="*/ 4946421 h 5017219"/>
              <a:gd name="connsiteX57646" fmla="*/ 3216268 w 5799173"/>
              <a:gd name="connsiteY57646" fmla="*/ 4962043 h 5017219"/>
              <a:gd name="connsiteX57647" fmla="*/ 3215188 w 5799173"/>
              <a:gd name="connsiteY57647" fmla="*/ 4962707 h 5017219"/>
              <a:gd name="connsiteX57648" fmla="*/ 2896111 w 5799173"/>
              <a:gd name="connsiteY57648" fmla="*/ 4882091 h 5017219"/>
              <a:gd name="connsiteX57649" fmla="*/ 2895031 w 5799173"/>
              <a:gd name="connsiteY57649" fmla="*/ 4881426 h 5017219"/>
              <a:gd name="connsiteX57650" fmla="*/ 2885977 w 5799173"/>
              <a:gd name="connsiteY57650" fmla="*/ 4865638 h 5017219"/>
              <a:gd name="connsiteX57651" fmla="*/ 2885977 w 5799173"/>
              <a:gd name="connsiteY57651" fmla="*/ 4864308 h 5017219"/>
              <a:gd name="connsiteX57652" fmla="*/ 2895117 w 5799173"/>
              <a:gd name="connsiteY57652" fmla="*/ 4848519 h 5017219"/>
              <a:gd name="connsiteX57653" fmla="*/ 2896197 w 5799173"/>
              <a:gd name="connsiteY57653" fmla="*/ 4847854 h 5017219"/>
              <a:gd name="connsiteX57654" fmla="*/ 2914392 w 5799173"/>
              <a:gd name="connsiteY57654" fmla="*/ 4847851 h 5017219"/>
              <a:gd name="connsiteX57655" fmla="*/ 2915472 w 5799173"/>
              <a:gd name="connsiteY57655" fmla="*/ 4848517 h 5017219"/>
              <a:gd name="connsiteX57656" fmla="*/ 2924527 w 5799173"/>
              <a:gd name="connsiteY57656" fmla="*/ 4864306 h 5017219"/>
              <a:gd name="connsiteX57657" fmla="*/ 2924527 w 5799173"/>
              <a:gd name="connsiteY57657" fmla="*/ 4865635 h 5017219"/>
              <a:gd name="connsiteX57658" fmla="*/ 2915386 w 5799173"/>
              <a:gd name="connsiteY57658" fmla="*/ 4881424 h 5017219"/>
              <a:gd name="connsiteX57659" fmla="*/ 2914306 w 5799173"/>
              <a:gd name="connsiteY57659" fmla="*/ 4882090 h 5017219"/>
              <a:gd name="connsiteX57660" fmla="*/ 3016407 w 5799173"/>
              <a:gd name="connsiteY57660" fmla="*/ 4914632 h 5017219"/>
              <a:gd name="connsiteX57661" fmla="*/ 3015327 w 5799173"/>
              <a:gd name="connsiteY57661" fmla="*/ 4913967 h 5017219"/>
              <a:gd name="connsiteX57662" fmla="*/ 3006272 w 5799173"/>
              <a:gd name="connsiteY57662" fmla="*/ 4898182 h 5017219"/>
              <a:gd name="connsiteX57663" fmla="*/ 3006272 w 5799173"/>
              <a:gd name="connsiteY57663" fmla="*/ 4896853 h 5017219"/>
              <a:gd name="connsiteX57664" fmla="*/ 3015411 w 5799173"/>
              <a:gd name="connsiteY57664" fmla="*/ 4881068 h 5017219"/>
              <a:gd name="connsiteX57665" fmla="*/ 3016491 w 5799173"/>
              <a:gd name="connsiteY57665" fmla="*/ 4880403 h 5017219"/>
              <a:gd name="connsiteX57666" fmla="*/ 3034685 w 5799173"/>
              <a:gd name="connsiteY57666" fmla="*/ 4880403 h 5017219"/>
              <a:gd name="connsiteX57667" fmla="*/ 3035765 w 5799173"/>
              <a:gd name="connsiteY57667" fmla="*/ 4881068 h 5017219"/>
              <a:gd name="connsiteX57668" fmla="*/ 3044821 w 5799173"/>
              <a:gd name="connsiteY57668" fmla="*/ 4896853 h 5017219"/>
              <a:gd name="connsiteX57669" fmla="*/ 3044821 w 5799173"/>
              <a:gd name="connsiteY57669" fmla="*/ 4898182 h 5017219"/>
              <a:gd name="connsiteX57670" fmla="*/ 3035681 w 5799173"/>
              <a:gd name="connsiteY57670" fmla="*/ 4913967 h 5017219"/>
              <a:gd name="connsiteX57671" fmla="*/ 3034601 w 5799173"/>
              <a:gd name="connsiteY57671" fmla="*/ 4914632 h 5017219"/>
              <a:gd name="connsiteX57672" fmla="*/ 2955980 w 5799173"/>
              <a:gd name="connsiteY57672" fmla="*/ 4898975 h 5017219"/>
              <a:gd name="connsiteX57673" fmla="*/ 2954817 w 5799173"/>
              <a:gd name="connsiteY57673" fmla="*/ 4898309 h 5017219"/>
              <a:gd name="connsiteX57674" fmla="*/ 2945429 w 5799173"/>
              <a:gd name="connsiteY57674" fmla="*/ 4882024 h 5017219"/>
              <a:gd name="connsiteX57675" fmla="*/ 2945429 w 5799173"/>
              <a:gd name="connsiteY57675" fmla="*/ 4880695 h 5017219"/>
              <a:gd name="connsiteX57676" fmla="*/ 2954818 w 5799173"/>
              <a:gd name="connsiteY57676" fmla="*/ 4864409 h 5017219"/>
              <a:gd name="connsiteX57677" fmla="*/ 2955981 w 5799173"/>
              <a:gd name="connsiteY57677" fmla="*/ 4863745 h 5017219"/>
              <a:gd name="connsiteX57678" fmla="*/ 2974757 w 5799173"/>
              <a:gd name="connsiteY57678" fmla="*/ 4863744 h 5017219"/>
              <a:gd name="connsiteX57679" fmla="*/ 2975920 w 5799173"/>
              <a:gd name="connsiteY57679" fmla="*/ 4864409 h 5017219"/>
              <a:gd name="connsiteX57680" fmla="*/ 2985307 w 5799173"/>
              <a:gd name="connsiteY57680" fmla="*/ 4880693 h 5017219"/>
              <a:gd name="connsiteX57681" fmla="*/ 2985307 w 5799173"/>
              <a:gd name="connsiteY57681" fmla="*/ 4882023 h 5017219"/>
              <a:gd name="connsiteX57682" fmla="*/ 2975919 w 5799173"/>
              <a:gd name="connsiteY57682" fmla="*/ 4898309 h 5017219"/>
              <a:gd name="connsiteX57683" fmla="*/ 2974756 w 5799173"/>
              <a:gd name="connsiteY57683" fmla="*/ 4898974 h 5017219"/>
              <a:gd name="connsiteX57684" fmla="*/ 2654901 w 5799173"/>
              <a:gd name="connsiteY57684" fmla="*/ 4818434 h 5017219"/>
              <a:gd name="connsiteX57685" fmla="*/ 2653738 w 5799173"/>
              <a:gd name="connsiteY57685" fmla="*/ 4817770 h 5017219"/>
              <a:gd name="connsiteX57686" fmla="*/ 2644268 w 5799173"/>
              <a:gd name="connsiteY57686" fmla="*/ 4801317 h 5017219"/>
              <a:gd name="connsiteX57687" fmla="*/ 2644269 w 5799173"/>
              <a:gd name="connsiteY57687" fmla="*/ 4799987 h 5017219"/>
              <a:gd name="connsiteX57688" fmla="*/ 2653824 w 5799173"/>
              <a:gd name="connsiteY57688" fmla="*/ 4783533 h 5017219"/>
              <a:gd name="connsiteX57689" fmla="*/ 2654987 w 5799173"/>
              <a:gd name="connsiteY57689" fmla="*/ 4782868 h 5017219"/>
              <a:gd name="connsiteX57690" fmla="*/ 2674012 w 5799173"/>
              <a:gd name="connsiteY57690" fmla="*/ 4782866 h 5017219"/>
              <a:gd name="connsiteX57691" fmla="*/ 2675175 w 5799173"/>
              <a:gd name="connsiteY57691" fmla="*/ 4783531 h 5017219"/>
              <a:gd name="connsiteX57692" fmla="*/ 2684645 w 5799173"/>
              <a:gd name="connsiteY57692" fmla="*/ 4799984 h 5017219"/>
              <a:gd name="connsiteX57693" fmla="*/ 2684645 w 5799173"/>
              <a:gd name="connsiteY57693" fmla="*/ 4801314 h 5017219"/>
              <a:gd name="connsiteX57694" fmla="*/ 2675090 w 5799173"/>
              <a:gd name="connsiteY57694" fmla="*/ 4817768 h 5017219"/>
              <a:gd name="connsiteX57695" fmla="*/ 2673927 w 5799173"/>
              <a:gd name="connsiteY57695" fmla="*/ 4818433 h 5017219"/>
              <a:gd name="connsiteX57696" fmla="*/ 427847 w 5799173"/>
              <a:gd name="connsiteY57696" fmla="*/ 4222184 h 5017219"/>
              <a:gd name="connsiteX57697" fmla="*/ 426684 w 5799173"/>
              <a:gd name="connsiteY57697" fmla="*/ 4221519 h 5017219"/>
              <a:gd name="connsiteX57698" fmla="*/ 416965 w 5799173"/>
              <a:gd name="connsiteY57698" fmla="*/ 4204652 h 5017219"/>
              <a:gd name="connsiteX57699" fmla="*/ 416965 w 5799173"/>
              <a:gd name="connsiteY57699" fmla="*/ 4203240 h 5017219"/>
              <a:gd name="connsiteX57700" fmla="*/ 426686 w 5799173"/>
              <a:gd name="connsiteY57700" fmla="*/ 4186372 h 5017219"/>
              <a:gd name="connsiteX57701" fmla="*/ 427849 w 5799173"/>
              <a:gd name="connsiteY57701" fmla="*/ 4185707 h 5017219"/>
              <a:gd name="connsiteX57702" fmla="*/ 447290 w 5799173"/>
              <a:gd name="connsiteY57702" fmla="*/ 4185706 h 5017219"/>
              <a:gd name="connsiteX57703" fmla="*/ 448453 w 5799173"/>
              <a:gd name="connsiteY57703" fmla="*/ 4186371 h 5017219"/>
              <a:gd name="connsiteX57704" fmla="*/ 458173 w 5799173"/>
              <a:gd name="connsiteY57704" fmla="*/ 4203238 h 5017219"/>
              <a:gd name="connsiteX57705" fmla="*/ 458173 w 5799173"/>
              <a:gd name="connsiteY57705" fmla="*/ 4204650 h 5017219"/>
              <a:gd name="connsiteX57706" fmla="*/ 448452 w 5799173"/>
              <a:gd name="connsiteY57706" fmla="*/ 4221518 h 5017219"/>
              <a:gd name="connsiteX57707" fmla="*/ 447288 w 5799173"/>
              <a:gd name="connsiteY57707" fmla="*/ 4222183 h 5017219"/>
              <a:gd name="connsiteX57708" fmla="*/ 367542 w 5799173"/>
              <a:gd name="connsiteY57708" fmla="*/ 4206277 h 5017219"/>
              <a:gd name="connsiteX57709" fmla="*/ 366379 w 5799173"/>
              <a:gd name="connsiteY57709" fmla="*/ 4205612 h 5017219"/>
              <a:gd name="connsiteX57710" fmla="*/ 356659 w 5799173"/>
              <a:gd name="connsiteY57710" fmla="*/ 4188664 h 5017219"/>
              <a:gd name="connsiteX57711" fmla="*/ 356659 w 5799173"/>
              <a:gd name="connsiteY57711" fmla="*/ 4187252 h 5017219"/>
              <a:gd name="connsiteX57712" fmla="*/ 366462 w 5799173"/>
              <a:gd name="connsiteY57712" fmla="*/ 4170303 h 5017219"/>
              <a:gd name="connsiteX57713" fmla="*/ 367626 w 5799173"/>
              <a:gd name="connsiteY57713" fmla="*/ 4169638 h 5017219"/>
              <a:gd name="connsiteX57714" fmla="*/ 387149 w 5799173"/>
              <a:gd name="connsiteY57714" fmla="*/ 4169638 h 5017219"/>
              <a:gd name="connsiteX57715" fmla="*/ 388312 w 5799173"/>
              <a:gd name="connsiteY57715" fmla="*/ 4170303 h 5017219"/>
              <a:gd name="connsiteX57716" fmla="*/ 398032 w 5799173"/>
              <a:gd name="connsiteY57716" fmla="*/ 4187251 h 5017219"/>
              <a:gd name="connsiteX57717" fmla="*/ 398032 w 5799173"/>
              <a:gd name="connsiteY57717" fmla="*/ 4188663 h 5017219"/>
              <a:gd name="connsiteX57718" fmla="*/ 388229 w 5799173"/>
              <a:gd name="connsiteY57718" fmla="*/ 4205612 h 5017219"/>
              <a:gd name="connsiteX57719" fmla="*/ 387066 w 5799173"/>
              <a:gd name="connsiteY57719" fmla="*/ 4206277 h 5017219"/>
              <a:gd name="connsiteX57720" fmla="*/ 3256187 w 5799173"/>
              <a:gd name="connsiteY57720" fmla="*/ 4980892 h 5017219"/>
              <a:gd name="connsiteX57721" fmla="*/ 3254941 w 5799173"/>
              <a:gd name="connsiteY57721" fmla="*/ 4980143 h 5017219"/>
              <a:gd name="connsiteX57722" fmla="*/ 3244806 w 5799173"/>
              <a:gd name="connsiteY57722" fmla="*/ 4962613 h 5017219"/>
              <a:gd name="connsiteX57723" fmla="*/ 3244806 w 5799173"/>
              <a:gd name="connsiteY57723" fmla="*/ 4961199 h 5017219"/>
              <a:gd name="connsiteX57724" fmla="*/ 3254943 w 5799173"/>
              <a:gd name="connsiteY57724" fmla="*/ 4943667 h 5017219"/>
              <a:gd name="connsiteX57725" fmla="*/ 3256189 w 5799173"/>
              <a:gd name="connsiteY57725" fmla="*/ 4942919 h 5017219"/>
              <a:gd name="connsiteX57726" fmla="*/ 3276460 w 5799173"/>
              <a:gd name="connsiteY57726" fmla="*/ 4942918 h 5017219"/>
              <a:gd name="connsiteX57727" fmla="*/ 3277706 w 5799173"/>
              <a:gd name="connsiteY57727" fmla="*/ 4943667 h 5017219"/>
              <a:gd name="connsiteX57728" fmla="*/ 3287841 w 5799173"/>
              <a:gd name="connsiteY57728" fmla="*/ 4961198 h 5017219"/>
              <a:gd name="connsiteX57729" fmla="*/ 3287841 w 5799173"/>
              <a:gd name="connsiteY57729" fmla="*/ 4962611 h 5017219"/>
              <a:gd name="connsiteX57730" fmla="*/ 3277705 w 5799173"/>
              <a:gd name="connsiteY57730" fmla="*/ 4980143 h 5017219"/>
              <a:gd name="connsiteX57731" fmla="*/ 3276459 w 5799173"/>
              <a:gd name="connsiteY57731" fmla="*/ 4980891 h 5017219"/>
              <a:gd name="connsiteX57732" fmla="*/ 1029057 w 5799173"/>
              <a:gd name="connsiteY57732" fmla="*/ 4384614 h 5017219"/>
              <a:gd name="connsiteX57733" fmla="*/ 1027812 w 5799173"/>
              <a:gd name="connsiteY57733" fmla="*/ 4383866 h 5017219"/>
              <a:gd name="connsiteX57734" fmla="*/ 1017428 w 5799173"/>
              <a:gd name="connsiteY57734" fmla="*/ 4365918 h 5017219"/>
              <a:gd name="connsiteX57735" fmla="*/ 1017428 w 5799173"/>
              <a:gd name="connsiteY57735" fmla="*/ 4364422 h 5017219"/>
              <a:gd name="connsiteX57736" fmla="*/ 1027814 w 5799173"/>
              <a:gd name="connsiteY57736" fmla="*/ 4346473 h 5017219"/>
              <a:gd name="connsiteX57737" fmla="*/ 1029060 w 5799173"/>
              <a:gd name="connsiteY57737" fmla="*/ 4345725 h 5017219"/>
              <a:gd name="connsiteX57738" fmla="*/ 1049830 w 5799173"/>
              <a:gd name="connsiteY57738" fmla="*/ 4345723 h 5017219"/>
              <a:gd name="connsiteX57739" fmla="*/ 1051076 w 5799173"/>
              <a:gd name="connsiteY57739" fmla="*/ 4346472 h 5017219"/>
              <a:gd name="connsiteX57740" fmla="*/ 1061460 w 5799173"/>
              <a:gd name="connsiteY57740" fmla="*/ 4364420 h 5017219"/>
              <a:gd name="connsiteX57741" fmla="*/ 1061460 w 5799173"/>
              <a:gd name="connsiteY57741" fmla="*/ 4365916 h 5017219"/>
              <a:gd name="connsiteX57742" fmla="*/ 1051074 w 5799173"/>
              <a:gd name="connsiteY57742" fmla="*/ 4383865 h 5017219"/>
              <a:gd name="connsiteX57743" fmla="*/ 1049828 w 5799173"/>
              <a:gd name="connsiteY57743" fmla="*/ 4384613 h 5017219"/>
              <a:gd name="connsiteX57744" fmla="*/ 487304 w 5799173"/>
              <a:gd name="connsiteY57744" fmla="*/ 4239613 h 5017219"/>
              <a:gd name="connsiteX57745" fmla="*/ 486058 w 5799173"/>
              <a:gd name="connsiteY57745" fmla="*/ 4238867 h 5017219"/>
              <a:gd name="connsiteX57746" fmla="*/ 475592 w 5799173"/>
              <a:gd name="connsiteY57746" fmla="*/ 4220750 h 5017219"/>
              <a:gd name="connsiteX57747" fmla="*/ 475592 w 5799173"/>
              <a:gd name="connsiteY57747" fmla="*/ 4219255 h 5017219"/>
              <a:gd name="connsiteX57748" fmla="*/ 486061 w 5799173"/>
              <a:gd name="connsiteY57748" fmla="*/ 4201139 h 5017219"/>
              <a:gd name="connsiteX57749" fmla="*/ 487307 w 5799173"/>
              <a:gd name="connsiteY57749" fmla="*/ 4200391 h 5017219"/>
              <a:gd name="connsiteX57750" fmla="*/ 508244 w 5799173"/>
              <a:gd name="connsiteY57750" fmla="*/ 4200390 h 5017219"/>
              <a:gd name="connsiteX57751" fmla="*/ 509489 w 5799173"/>
              <a:gd name="connsiteY57751" fmla="*/ 4201137 h 5017219"/>
              <a:gd name="connsiteX57752" fmla="*/ 519956 w 5799173"/>
              <a:gd name="connsiteY57752" fmla="*/ 4219252 h 5017219"/>
              <a:gd name="connsiteX57753" fmla="*/ 519956 w 5799173"/>
              <a:gd name="connsiteY57753" fmla="*/ 4220747 h 5017219"/>
              <a:gd name="connsiteX57754" fmla="*/ 509487 w 5799173"/>
              <a:gd name="connsiteY57754" fmla="*/ 4238865 h 5017219"/>
              <a:gd name="connsiteX57755" fmla="*/ 508241 w 5799173"/>
              <a:gd name="connsiteY57755" fmla="*/ 4239612 h 5017219"/>
              <a:gd name="connsiteX57756" fmla="*/ 1089147 w 5799173"/>
              <a:gd name="connsiteY57756" fmla="*/ 4400877 h 5017219"/>
              <a:gd name="connsiteX57757" fmla="*/ 1087901 w 5799173"/>
              <a:gd name="connsiteY57757" fmla="*/ 4400131 h 5017219"/>
              <a:gd name="connsiteX57758" fmla="*/ 1077517 w 5799173"/>
              <a:gd name="connsiteY57758" fmla="*/ 4382098 h 5017219"/>
              <a:gd name="connsiteX57759" fmla="*/ 1077517 w 5799173"/>
              <a:gd name="connsiteY57759" fmla="*/ 4380604 h 5017219"/>
              <a:gd name="connsiteX57760" fmla="*/ 1087986 w 5799173"/>
              <a:gd name="connsiteY57760" fmla="*/ 4362571 h 5017219"/>
              <a:gd name="connsiteX57761" fmla="*/ 1089232 w 5799173"/>
              <a:gd name="connsiteY57761" fmla="*/ 4361823 h 5017219"/>
              <a:gd name="connsiteX57762" fmla="*/ 1110085 w 5799173"/>
              <a:gd name="connsiteY57762" fmla="*/ 4361822 h 5017219"/>
              <a:gd name="connsiteX57763" fmla="*/ 1111331 w 5799173"/>
              <a:gd name="connsiteY57763" fmla="*/ 4362571 h 5017219"/>
              <a:gd name="connsiteX57764" fmla="*/ 1121715 w 5799173"/>
              <a:gd name="connsiteY57764" fmla="*/ 4380601 h 5017219"/>
              <a:gd name="connsiteX57765" fmla="*/ 1121715 w 5799173"/>
              <a:gd name="connsiteY57765" fmla="*/ 4382097 h 5017219"/>
              <a:gd name="connsiteX57766" fmla="*/ 1111247 w 5799173"/>
              <a:gd name="connsiteY57766" fmla="*/ 4400129 h 5017219"/>
              <a:gd name="connsiteX57767" fmla="*/ 1110000 w 5799173"/>
              <a:gd name="connsiteY57767" fmla="*/ 4400876 h 5017219"/>
              <a:gd name="connsiteX57768" fmla="*/ 667860 w 5799173"/>
              <a:gd name="connsiteY57768" fmla="*/ 4288005 h 5017219"/>
              <a:gd name="connsiteX57769" fmla="*/ 666614 w 5799173"/>
              <a:gd name="connsiteY57769" fmla="*/ 4287258 h 5017219"/>
              <a:gd name="connsiteX57770" fmla="*/ 656147 w 5799173"/>
              <a:gd name="connsiteY57770" fmla="*/ 4269143 h 5017219"/>
              <a:gd name="connsiteX57771" fmla="*/ 656147 w 5799173"/>
              <a:gd name="connsiteY57771" fmla="*/ 4267647 h 5017219"/>
              <a:gd name="connsiteX57772" fmla="*/ 666616 w 5799173"/>
              <a:gd name="connsiteY57772" fmla="*/ 4249531 h 5017219"/>
              <a:gd name="connsiteX57773" fmla="*/ 667862 w 5799173"/>
              <a:gd name="connsiteY57773" fmla="*/ 4248783 h 5017219"/>
              <a:gd name="connsiteX57774" fmla="*/ 688799 w 5799173"/>
              <a:gd name="connsiteY57774" fmla="*/ 4248781 h 5017219"/>
              <a:gd name="connsiteX57775" fmla="*/ 690045 w 5799173"/>
              <a:gd name="connsiteY57775" fmla="*/ 4249530 h 5017219"/>
              <a:gd name="connsiteX57776" fmla="*/ 700512 w 5799173"/>
              <a:gd name="connsiteY57776" fmla="*/ 4267644 h 5017219"/>
              <a:gd name="connsiteX57777" fmla="*/ 700512 w 5799173"/>
              <a:gd name="connsiteY57777" fmla="*/ 4269140 h 5017219"/>
              <a:gd name="connsiteX57778" fmla="*/ 690042 w 5799173"/>
              <a:gd name="connsiteY57778" fmla="*/ 4287256 h 5017219"/>
              <a:gd name="connsiteX57779" fmla="*/ 688796 w 5799173"/>
              <a:gd name="connsiteY57779" fmla="*/ 4288004 h 5017219"/>
              <a:gd name="connsiteX57780" fmla="*/ 728014 w 5799173"/>
              <a:gd name="connsiteY57780" fmla="*/ 4304171 h 5017219"/>
              <a:gd name="connsiteX57781" fmla="*/ 726768 w 5799173"/>
              <a:gd name="connsiteY57781" fmla="*/ 4303424 h 5017219"/>
              <a:gd name="connsiteX57782" fmla="*/ 716384 w 5799173"/>
              <a:gd name="connsiteY57782" fmla="*/ 4285393 h 5017219"/>
              <a:gd name="connsiteX57783" fmla="*/ 716384 w 5799173"/>
              <a:gd name="connsiteY57783" fmla="*/ 4283898 h 5017219"/>
              <a:gd name="connsiteX57784" fmla="*/ 726853 w 5799173"/>
              <a:gd name="connsiteY57784" fmla="*/ 4265867 h 5017219"/>
              <a:gd name="connsiteX57785" fmla="*/ 728099 w 5799173"/>
              <a:gd name="connsiteY57785" fmla="*/ 4265119 h 5017219"/>
              <a:gd name="connsiteX57786" fmla="*/ 748951 w 5799173"/>
              <a:gd name="connsiteY57786" fmla="*/ 4265118 h 5017219"/>
              <a:gd name="connsiteX57787" fmla="*/ 750198 w 5799173"/>
              <a:gd name="connsiteY57787" fmla="*/ 4265866 h 5017219"/>
              <a:gd name="connsiteX57788" fmla="*/ 760582 w 5799173"/>
              <a:gd name="connsiteY57788" fmla="*/ 4283896 h 5017219"/>
              <a:gd name="connsiteX57789" fmla="*/ 760582 w 5799173"/>
              <a:gd name="connsiteY57789" fmla="*/ 4285391 h 5017219"/>
              <a:gd name="connsiteX57790" fmla="*/ 750114 w 5799173"/>
              <a:gd name="connsiteY57790" fmla="*/ 4303423 h 5017219"/>
              <a:gd name="connsiteX57791" fmla="*/ 748867 w 5799173"/>
              <a:gd name="connsiteY57791" fmla="*/ 4304170 h 5017219"/>
              <a:gd name="connsiteX57792" fmla="*/ 1269704 w 5799173"/>
              <a:gd name="connsiteY57792" fmla="*/ 4449342 h 5017219"/>
              <a:gd name="connsiteX57793" fmla="*/ 1268459 w 5799173"/>
              <a:gd name="connsiteY57793" fmla="*/ 4448594 h 5017219"/>
              <a:gd name="connsiteX57794" fmla="*/ 1257991 w 5799173"/>
              <a:gd name="connsiteY57794" fmla="*/ 4430480 h 5017219"/>
              <a:gd name="connsiteX57795" fmla="*/ 1257991 w 5799173"/>
              <a:gd name="connsiteY57795" fmla="*/ 4428985 h 5017219"/>
              <a:gd name="connsiteX57796" fmla="*/ 1268460 w 5799173"/>
              <a:gd name="connsiteY57796" fmla="*/ 4410870 h 5017219"/>
              <a:gd name="connsiteX57797" fmla="*/ 1269706 w 5799173"/>
              <a:gd name="connsiteY57797" fmla="*/ 4410122 h 5017219"/>
              <a:gd name="connsiteX57798" fmla="*/ 1290643 w 5799173"/>
              <a:gd name="connsiteY57798" fmla="*/ 4410121 h 5017219"/>
              <a:gd name="connsiteX57799" fmla="*/ 1291889 w 5799173"/>
              <a:gd name="connsiteY57799" fmla="*/ 4410869 h 5017219"/>
              <a:gd name="connsiteX57800" fmla="*/ 1302356 w 5799173"/>
              <a:gd name="connsiteY57800" fmla="*/ 4428982 h 5017219"/>
              <a:gd name="connsiteX57801" fmla="*/ 1302356 w 5799173"/>
              <a:gd name="connsiteY57801" fmla="*/ 4430478 h 5017219"/>
              <a:gd name="connsiteX57802" fmla="*/ 1291887 w 5799173"/>
              <a:gd name="connsiteY57802" fmla="*/ 4448593 h 5017219"/>
              <a:gd name="connsiteX57803" fmla="*/ 1290641 w 5799173"/>
              <a:gd name="connsiteY57803" fmla="*/ 4449340 h 5017219"/>
              <a:gd name="connsiteX57804" fmla="*/ 547421 w 5799173"/>
              <a:gd name="connsiteY57804" fmla="*/ 4255855 h 5017219"/>
              <a:gd name="connsiteX57805" fmla="*/ 546175 w 5799173"/>
              <a:gd name="connsiteY57805" fmla="*/ 4255107 h 5017219"/>
              <a:gd name="connsiteX57806" fmla="*/ 535625 w 5799173"/>
              <a:gd name="connsiteY57806" fmla="*/ 4236826 h 5017219"/>
              <a:gd name="connsiteX57807" fmla="*/ 535625 w 5799173"/>
              <a:gd name="connsiteY57807" fmla="*/ 4235330 h 5017219"/>
              <a:gd name="connsiteX57808" fmla="*/ 546177 w 5799173"/>
              <a:gd name="connsiteY57808" fmla="*/ 4217048 h 5017219"/>
              <a:gd name="connsiteX57809" fmla="*/ 547423 w 5799173"/>
              <a:gd name="connsiteY57809" fmla="*/ 4216301 h 5017219"/>
              <a:gd name="connsiteX57810" fmla="*/ 568443 w 5799173"/>
              <a:gd name="connsiteY57810" fmla="*/ 4216299 h 5017219"/>
              <a:gd name="connsiteX57811" fmla="*/ 569688 w 5799173"/>
              <a:gd name="connsiteY57811" fmla="*/ 4217047 h 5017219"/>
              <a:gd name="connsiteX57812" fmla="*/ 580240 w 5799173"/>
              <a:gd name="connsiteY57812" fmla="*/ 4235328 h 5017219"/>
              <a:gd name="connsiteX57813" fmla="*/ 580239 w 5799173"/>
              <a:gd name="connsiteY57813" fmla="*/ 4236824 h 5017219"/>
              <a:gd name="connsiteX57814" fmla="*/ 569686 w 5799173"/>
              <a:gd name="connsiteY57814" fmla="*/ 4255105 h 5017219"/>
              <a:gd name="connsiteX57815" fmla="*/ 568440 w 5799173"/>
              <a:gd name="connsiteY57815" fmla="*/ 4255853 h 5017219"/>
              <a:gd name="connsiteX57816" fmla="*/ 1209501 w 5799173"/>
              <a:gd name="connsiteY57816" fmla="*/ 4433277 h 5017219"/>
              <a:gd name="connsiteX57817" fmla="*/ 1208255 w 5799173"/>
              <a:gd name="connsiteY57817" fmla="*/ 4432530 h 5017219"/>
              <a:gd name="connsiteX57818" fmla="*/ 1197787 w 5799173"/>
              <a:gd name="connsiteY57818" fmla="*/ 4414417 h 5017219"/>
              <a:gd name="connsiteX57819" fmla="*/ 1197787 w 5799173"/>
              <a:gd name="connsiteY57819" fmla="*/ 4412922 h 5017219"/>
              <a:gd name="connsiteX57820" fmla="*/ 1208256 w 5799173"/>
              <a:gd name="connsiteY57820" fmla="*/ 4394808 h 5017219"/>
              <a:gd name="connsiteX57821" fmla="*/ 1209502 w 5799173"/>
              <a:gd name="connsiteY57821" fmla="*/ 4394060 h 5017219"/>
              <a:gd name="connsiteX57822" fmla="*/ 1230438 w 5799173"/>
              <a:gd name="connsiteY57822" fmla="*/ 4394059 h 5017219"/>
              <a:gd name="connsiteX57823" fmla="*/ 1231684 w 5799173"/>
              <a:gd name="connsiteY57823" fmla="*/ 4394807 h 5017219"/>
              <a:gd name="connsiteX57824" fmla="*/ 1242151 w 5799173"/>
              <a:gd name="connsiteY57824" fmla="*/ 4412920 h 5017219"/>
              <a:gd name="connsiteX57825" fmla="*/ 1242151 w 5799173"/>
              <a:gd name="connsiteY57825" fmla="*/ 4414415 h 5017219"/>
              <a:gd name="connsiteX57826" fmla="*/ 1231683 w 5799173"/>
              <a:gd name="connsiteY57826" fmla="*/ 4432530 h 5017219"/>
              <a:gd name="connsiteX57827" fmla="*/ 1230437 w 5799173"/>
              <a:gd name="connsiteY57827" fmla="*/ 4433277 h 5017219"/>
              <a:gd name="connsiteX57828" fmla="*/ 968724 w 5799173"/>
              <a:gd name="connsiteY57828" fmla="*/ 4368812 h 5017219"/>
              <a:gd name="connsiteX57829" fmla="*/ 967478 w 5799173"/>
              <a:gd name="connsiteY57829" fmla="*/ 4368064 h 5017219"/>
              <a:gd name="connsiteX57830" fmla="*/ 957093 w 5799173"/>
              <a:gd name="connsiteY57830" fmla="*/ 4350035 h 5017219"/>
              <a:gd name="connsiteX57831" fmla="*/ 957093 w 5799173"/>
              <a:gd name="connsiteY57831" fmla="*/ 4348541 h 5017219"/>
              <a:gd name="connsiteX57832" fmla="*/ 967561 w 5799173"/>
              <a:gd name="connsiteY57832" fmla="*/ 4330513 h 5017219"/>
              <a:gd name="connsiteX57833" fmla="*/ 968807 w 5799173"/>
              <a:gd name="connsiteY57833" fmla="*/ 4329765 h 5017219"/>
              <a:gd name="connsiteX57834" fmla="*/ 989660 w 5799173"/>
              <a:gd name="connsiteY57834" fmla="*/ 4329764 h 5017219"/>
              <a:gd name="connsiteX57835" fmla="*/ 990906 w 5799173"/>
              <a:gd name="connsiteY57835" fmla="*/ 4330512 h 5017219"/>
              <a:gd name="connsiteX57836" fmla="*/ 1001291 w 5799173"/>
              <a:gd name="connsiteY57836" fmla="*/ 4348541 h 5017219"/>
              <a:gd name="connsiteX57837" fmla="*/ 1001291 w 5799173"/>
              <a:gd name="connsiteY57837" fmla="*/ 4350035 h 5017219"/>
              <a:gd name="connsiteX57838" fmla="*/ 990823 w 5799173"/>
              <a:gd name="connsiteY57838" fmla="*/ 4368064 h 5017219"/>
              <a:gd name="connsiteX57839" fmla="*/ 989577 w 5799173"/>
              <a:gd name="connsiteY57839" fmla="*/ 4368812 h 5017219"/>
              <a:gd name="connsiteX57840" fmla="*/ 848344 w 5799173"/>
              <a:gd name="connsiteY57840" fmla="*/ 4336609 h 5017219"/>
              <a:gd name="connsiteX57841" fmla="*/ 847015 w 5799173"/>
              <a:gd name="connsiteY57841" fmla="*/ 4335861 h 5017219"/>
              <a:gd name="connsiteX57842" fmla="*/ 836465 w 5799173"/>
              <a:gd name="connsiteY57842" fmla="*/ 4317497 h 5017219"/>
              <a:gd name="connsiteX57843" fmla="*/ 836466 w 5799173"/>
              <a:gd name="connsiteY57843" fmla="*/ 4316000 h 5017219"/>
              <a:gd name="connsiteX57844" fmla="*/ 847018 w 5799173"/>
              <a:gd name="connsiteY57844" fmla="*/ 4297635 h 5017219"/>
              <a:gd name="connsiteX57845" fmla="*/ 848347 w 5799173"/>
              <a:gd name="connsiteY57845" fmla="*/ 4296886 h 5017219"/>
              <a:gd name="connsiteX57846" fmla="*/ 869534 w 5799173"/>
              <a:gd name="connsiteY57846" fmla="*/ 4296884 h 5017219"/>
              <a:gd name="connsiteX57847" fmla="*/ 870863 w 5799173"/>
              <a:gd name="connsiteY57847" fmla="*/ 4297633 h 5017219"/>
              <a:gd name="connsiteX57848" fmla="*/ 881413 w 5799173"/>
              <a:gd name="connsiteY57848" fmla="*/ 4315997 h 5017219"/>
              <a:gd name="connsiteX57849" fmla="*/ 881412 w 5799173"/>
              <a:gd name="connsiteY57849" fmla="*/ 4317494 h 5017219"/>
              <a:gd name="connsiteX57850" fmla="*/ 870860 w 5799173"/>
              <a:gd name="connsiteY57850" fmla="*/ 4335859 h 5017219"/>
              <a:gd name="connsiteX57851" fmla="*/ 869531 w 5799173"/>
              <a:gd name="connsiteY57851" fmla="*/ 4336608 h 5017219"/>
              <a:gd name="connsiteX57852" fmla="*/ 788169 w 5799173"/>
              <a:gd name="connsiteY57852" fmla="*/ 4320495 h 5017219"/>
              <a:gd name="connsiteX57853" fmla="*/ 786924 w 5799173"/>
              <a:gd name="connsiteY57853" fmla="*/ 4319748 h 5017219"/>
              <a:gd name="connsiteX57854" fmla="*/ 776456 w 5799173"/>
              <a:gd name="connsiteY57854" fmla="*/ 4301636 h 5017219"/>
              <a:gd name="connsiteX57855" fmla="*/ 776456 w 5799173"/>
              <a:gd name="connsiteY57855" fmla="*/ 4300141 h 5017219"/>
              <a:gd name="connsiteX57856" fmla="*/ 786923 w 5799173"/>
              <a:gd name="connsiteY57856" fmla="*/ 4282030 h 5017219"/>
              <a:gd name="connsiteX57857" fmla="*/ 788169 w 5799173"/>
              <a:gd name="connsiteY57857" fmla="*/ 4281281 h 5017219"/>
              <a:gd name="connsiteX57858" fmla="*/ 809106 w 5799173"/>
              <a:gd name="connsiteY57858" fmla="*/ 4281282 h 5017219"/>
              <a:gd name="connsiteX57859" fmla="*/ 810352 w 5799173"/>
              <a:gd name="connsiteY57859" fmla="*/ 4282029 h 5017219"/>
              <a:gd name="connsiteX57860" fmla="*/ 820819 w 5799173"/>
              <a:gd name="connsiteY57860" fmla="*/ 4300141 h 5017219"/>
              <a:gd name="connsiteX57861" fmla="*/ 820819 w 5799173"/>
              <a:gd name="connsiteY57861" fmla="*/ 4301636 h 5017219"/>
              <a:gd name="connsiteX57862" fmla="*/ 810351 w 5799173"/>
              <a:gd name="connsiteY57862" fmla="*/ 4319748 h 5017219"/>
              <a:gd name="connsiteX57863" fmla="*/ 809106 w 5799173"/>
              <a:gd name="connsiteY57863" fmla="*/ 4320495 h 5017219"/>
              <a:gd name="connsiteX57864" fmla="*/ 908539 w 5799173"/>
              <a:gd name="connsiteY57864" fmla="*/ 4352758 h 5017219"/>
              <a:gd name="connsiteX57865" fmla="*/ 907294 w 5799173"/>
              <a:gd name="connsiteY57865" fmla="*/ 4352011 h 5017219"/>
              <a:gd name="connsiteX57866" fmla="*/ 896826 w 5799173"/>
              <a:gd name="connsiteY57866" fmla="*/ 4333899 h 5017219"/>
              <a:gd name="connsiteX57867" fmla="*/ 896826 w 5799173"/>
              <a:gd name="connsiteY57867" fmla="*/ 4332404 h 5017219"/>
              <a:gd name="connsiteX57868" fmla="*/ 907294 w 5799173"/>
              <a:gd name="connsiteY57868" fmla="*/ 4314293 h 5017219"/>
              <a:gd name="connsiteX57869" fmla="*/ 908540 w 5799173"/>
              <a:gd name="connsiteY57869" fmla="*/ 4313544 h 5017219"/>
              <a:gd name="connsiteX57870" fmla="*/ 929476 w 5799173"/>
              <a:gd name="connsiteY57870" fmla="*/ 4313545 h 5017219"/>
              <a:gd name="connsiteX57871" fmla="*/ 930722 w 5799173"/>
              <a:gd name="connsiteY57871" fmla="*/ 4314292 h 5017219"/>
              <a:gd name="connsiteX57872" fmla="*/ 941190 w 5799173"/>
              <a:gd name="connsiteY57872" fmla="*/ 4332404 h 5017219"/>
              <a:gd name="connsiteX57873" fmla="*/ 941190 w 5799173"/>
              <a:gd name="connsiteY57873" fmla="*/ 4333899 h 5017219"/>
              <a:gd name="connsiteX57874" fmla="*/ 930722 w 5799173"/>
              <a:gd name="connsiteY57874" fmla="*/ 4352011 h 5017219"/>
              <a:gd name="connsiteX57875" fmla="*/ 929476 w 5799173"/>
              <a:gd name="connsiteY57875" fmla="*/ 4352758 h 5017219"/>
              <a:gd name="connsiteX57876" fmla="*/ 1149213 w 5799173"/>
              <a:gd name="connsiteY57876" fmla="*/ 4417476 h 5017219"/>
              <a:gd name="connsiteX57877" fmla="*/ 1147884 w 5799173"/>
              <a:gd name="connsiteY57877" fmla="*/ 4416728 h 5017219"/>
              <a:gd name="connsiteX57878" fmla="*/ 1137334 w 5799173"/>
              <a:gd name="connsiteY57878" fmla="*/ 4398367 h 5017219"/>
              <a:gd name="connsiteX57879" fmla="*/ 1137334 w 5799173"/>
              <a:gd name="connsiteY57879" fmla="*/ 4396871 h 5017219"/>
              <a:gd name="connsiteX57880" fmla="*/ 1147885 w 5799173"/>
              <a:gd name="connsiteY57880" fmla="*/ 4378509 h 5017219"/>
              <a:gd name="connsiteX57881" fmla="*/ 1149214 w 5799173"/>
              <a:gd name="connsiteY57881" fmla="*/ 4377761 h 5017219"/>
              <a:gd name="connsiteX57882" fmla="*/ 1170400 w 5799173"/>
              <a:gd name="connsiteY57882" fmla="*/ 4377761 h 5017219"/>
              <a:gd name="connsiteX57883" fmla="*/ 1171729 w 5799173"/>
              <a:gd name="connsiteY57883" fmla="*/ 4378509 h 5017219"/>
              <a:gd name="connsiteX57884" fmla="*/ 1182280 w 5799173"/>
              <a:gd name="connsiteY57884" fmla="*/ 4396870 h 5017219"/>
              <a:gd name="connsiteX57885" fmla="*/ 1182280 w 5799173"/>
              <a:gd name="connsiteY57885" fmla="*/ 4398366 h 5017219"/>
              <a:gd name="connsiteX57886" fmla="*/ 1171728 w 5799173"/>
              <a:gd name="connsiteY57886" fmla="*/ 4416727 h 5017219"/>
              <a:gd name="connsiteX57887" fmla="*/ 1170400 w 5799173"/>
              <a:gd name="connsiteY57887" fmla="*/ 4417475 h 5017219"/>
              <a:gd name="connsiteX57888" fmla="*/ 607440 w 5799173"/>
              <a:gd name="connsiteY57888" fmla="*/ 4272320 h 5017219"/>
              <a:gd name="connsiteX57889" fmla="*/ 606110 w 5799173"/>
              <a:gd name="connsiteY57889" fmla="*/ 4271573 h 5017219"/>
              <a:gd name="connsiteX57890" fmla="*/ 595394 w 5799173"/>
              <a:gd name="connsiteY57890" fmla="*/ 4252958 h 5017219"/>
              <a:gd name="connsiteX57891" fmla="*/ 595395 w 5799173"/>
              <a:gd name="connsiteY57891" fmla="*/ 4251462 h 5017219"/>
              <a:gd name="connsiteX57892" fmla="*/ 606113 w 5799173"/>
              <a:gd name="connsiteY57892" fmla="*/ 4232847 h 5017219"/>
              <a:gd name="connsiteX57893" fmla="*/ 607443 w 5799173"/>
              <a:gd name="connsiteY57893" fmla="*/ 4232099 h 5017219"/>
              <a:gd name="connsiteX57894" fmla="*/ 628878 w 5799173"/>
              <a:gd name="connsiteY57894" fmla="*/ 4232097 h 5017219"/>
              <a:gd name="connsiteX57895" fmla="*/ 630207 w 5799173"/>
              <a:gd name="connsiteY57895" fmla="*/ 4232844 h 5017219"/>
              <a:gd name="connsiteX57896" fmla="*/ 640923 w 5799173"/>
              <a:gd name="connsiteY57896" fmla="*/ 4251458 h 5017219"/>
              <a:gd name="connsiteX57897" fmla="*/ 640923 w 5799173"/>
              <a:gd name="connsiteY57897" fmla="*/ 4252955 h 5017219"/>
              <a:gd name="connsiteX57898" fmla="*/ 630204 w 5799173"/>
              <a:gd name="connsiteY57898" fmla="*/ 4271571 h 5017219"/>
              <a:gd name="connsiteX57899" fmla="*/ 628875 w 5799173"/>
              <a:gd name="connsiteY57899" fmla="*/ 4272318 h 5017219"/>
              <a:gd name="connsiteX57900" fmla="*/ 1324224 w 5799173"/>
              <a:gd name="connsiteY57900" fmla="*/ 4502180 h 5017219"/>
              <a:gd name="connsiteX57901" fmla="*/ 1323975 w 5799173"/>
              <a:gd name="connsiteY57901" fmla="*/ 4502014 h 5017219"/>
              <a:gd name="connsiteX57902" fmla="*/ 1321814 w 5799173"/>
              <a:gd name="connsiteY57902" fmla="*/ 4498192 h 5017219"/>
              <a:gd name="connsiteX57903" fmla="*/ 1321815 w 5799173"/>
              <a:gd name="connsiteY57903" fmla="*/ 4497861 h 5017219"/>
              <a:gd name="connsiteX57904" fmla="*/ 1323975 w 5799173"/>
              <a:gd name="connsiteY57904" fmla="*/ 4494038 h 5017219"/>
              <a:gd name="connsiteX57905" fmla="*/ 1324223 w 5799173"/>
              <a:gd name="connsiteY57905" fmla="*/ 4493872 h 5017219"/>
              <a:gd name="connsiteX57906" fmla="*/ 1328627 w 5799173"/>
              <a:gd name="connsiteY57906" fmla="*/ 4493873 h 5017219"/>
              <a:gd name="connsiteX57907" fmla="*/ 1328877 w 5799173"/>
              <a:gd name="connsiteY57907" fmla="*/ 4494038 h 5017219"/>
              <a:gd name="connsiteX57908" fmla="*/ 1331036 w 5799173"/>
              <a:gd name="connsiteY57908" fmla="*/ 4497860 h 5017219"/>
              <a:gd name="connsiteX57909" fmla="*/ 1331037 w 5799173"/>
              <a:gd name="connsiteY57909" fmla="*/ 4498192 h 5017219"/>
              <a:gd name="connsiteX57910" fmla="*/ 1328877 w 5799173"/>
              <a:gd name="connsiteY57910" fmla="*/ 4502014 h 5017219"/>
              <a:gd name="connsiteX57911" fmla="*/ 1328627 w 5799173"/>
              <a:gd name="connsiteY57911" fmla="*/ 4502180 h 5017219"/>
              <a:gd name="connsiteX57912" fmla="*/ 3187531 w 5799173"/>
              <a:gd name="connsiteY57912" fmla="*/ 5006571 h 5017219"/>
              <a:gd name="connsiteX57913" fmla="*/ 3186949 w 5799173"/>
              <a:gd name="connsiteY57913" fmla="*/ 5006238 h 5017219"/>
              <a:gd name="connsiteX57914" fmla="*/ 3182297 w 5799173"/>
              <a:gd name="connsiteY57914" fmla="*/ 4998180 h 5017219"/>
              <a:gd name="connsiteX57915" fmla="*/ 3182297 w 5799173"/>
              <a:gd name="connsiteY57915" fmla="*/ 4997515 h 5017219"/>
              <a:gd name="connsiteX57916" fmla="*/ 3186949 w 5799173"/>
              <a:gd name="connsiteY57916" fmla="*/ 4989455 h 5017219"/>
              <a:gd name="connsiteX57917" fmla="*/ 3187531 w 5799173"/>
              <a:gd name="connsiteY57917" fmla="*/ 4989123 h 5017219"/>
              <a:gd name="connsiteX57918" fmla="*/ 3196753 w 5799173"/>
              <a:gd name="connsiteY57918" fmla="*/ 4989123 h 5017219"/>
              <a:gd name="connsiteX57919" fmla="*/ 3197335 w 5799173"/>
              <a:gd name="connsiteY57919" fmla="*/ 4989455 h 5017219"/>
              <a:gd name="connsiteX57920" fmla="*/ 3201987 w 5799173"/>
              <a:gd name="connsiteY57920" fmla="*/ 4997515 h 5017219"/>
              <a:gd name="connsiteX57921" fmla="*/ 3201987 w 5799173"/>
              <a:gd name="connsiteY57921" fmla="*/ 4998180 h 5017219"/>
              <a:gd name="connsiteX57922" fmla="*/ 3197334 w 5799173"/>
              <a:gd name="connsiteY57922" fmla="*/ 5006239 h 5017219"/>
              <a:gd name="connsiteX57923" fmla="*/ 3196753 w 5799173"/>
              <a:gd name="connsiteY57923" fmla="*/ 5006571 h 5017219"/>
              <a:gd name="connsiteX57924" fmla="*/ 2883395 w 5799173"/>
              <a:gd name="connsiteY57924" fmla="*/ 4932067 h 5017219"/>
              <a:gd name="connsiteX57925" fmla="*/ 2882397 w 5799173"/>
              <a:gd name="connsiteY57925" fmla="*/ 4931485 h 5017219"/>
              <a:gd name="connsiteX57926" fmla="*/ 2874589 w 5799173"/>
              <a:gd name="connsiteY57926" fmla="*/ 4917944 h 5017219"/>
              <a:gd name="connsiteX57927" fmla="*/ 2874589 w 5799173"/>
              <a:gd name="connsiteY57927" fmla="*/ 4916864 h 5017219"/>
              <a:gd name="connsiteX57928" fmla="*/ 2882398 w 5799173"/>
              <a:gd name="connsiteY57928" fmla="*/ 4903321 h 5017219"/>
              <a:gd name="connsiteX57929" fmla="*/ 2883395 w 5799173"/>
              <a:gd name="connsiteY57929" fmla="*/ 4902739 h 5017219"/>
              <a:gd name="connsiteX57930" fmla="*/ 2899097 w 5799173"/>
              <a:gd name="connsiteY57930" fmla="*/ 4902739 h 5017219"/>
              <a:gd name="connsiteX57931" fmla="*/ 2900094 w 5799173"/>
              <a:gd name="connsiteY57931" fmla="*/ 4903321 h 5017219"/>
              <a:gd name="connsiteX57932" fmla="*/ 2907903 w 5799173"/>
              <a:gd name="connsiteY57932" fmla="*/ 4916863 h 5017219"/>
              <a:gd name="connsiteX57933" fmla="*/ 2907903 w 5799173"/>
              <a:gd name="connsiteY57933" fmla="*/ 4917943 h 5017219"/>
              <a:gd name="connsiteX57934" fmla="*/ 2900093 w 5799173"/>
              <a:gd name="connsiteY57934" fmla="*/ 4931485 h 5017219"/>
              <a:gd name="connsiteX57935" fmla="*/ 2899097 w 5799173"/>
              <a:gd name="connsiteY57935" fmla="*/ 4932067 h 5017219"/>
              <a:gd name="connsiteX57936" fmla="*/ 2822692 w 5799173"/>
              <a:gd name="connsiteY57936" fmla="*/ 4916874 h 5017219"/>
              <a:gd name="connsiteX57937" fmla="*/ 2821695 w 5799173"/>
              <a:gd name="connsiteY57937" fmla="*/ 4916293 h 5017219"/>
              <a:gd name="connsiteX57938" fmla="*/ 2813386 w 5799173"/>
              <a:gd name="connsiteY57938" fmla="*/ 4901920 h 5017219"/>
              <a:gd name="connsiteX57939" fmla="*/ 2813386 w 5799173"/>
              <a:gd name="connsiteY57939" fmla="*/ 4900757 h 5017219"/>
              <a:gd name="connsiteX57940" fmla="*/ 2821695 w 5799173"/>
              <a:gd name="connsiteY57940" fmla="*/ 4886385 h 5017219"/>
              <a:gd name="connsiteX57941" fmla="*/ 2822691 w 5799173"/>
              <a:gd name="connsiteY57941" fmla="*/ 4885803 h 5017219"/>
              <a:gd name="connsiteX57942" fmla="*/ 2839307 w 5799173"/>
              <a:gd name="connsiteY57942" fmla="*/ 4885803 h 5017219"/>
              <a:gd name="connsiteX57943" fmla="*/ 2840303 w 5799173"/>
              <a:gd name="connsiteY57943" fmla="*/ 4886385 h 5017219"/>
              <a:gd name="connsiteX57944" fmla="*/ 2848612 w 5799173"/>
              <a:gd name="connsiteY57944" fmla="*/ 4900757 h 5017219"/>
              <a:gd name="connsiteX57945" fmla="*/ 2848612 w 5799173"/>
              <a:gd name="connsiteY57945" fmla="*/ 4901920 h 5017219"/>
              <a:gd name="connsiteX57946" fmla="*/ 2840304 w 5799173"/>
              <a:gd name="connsiteY57946" fmla="*/ 4916293 h 5017219"/>
              <a:gd name="connsiteX57947" fmla="*/ 2839307 w 5799173"/>
              <a:gd name="connsiteY57947" fmla="*/ 4916875 h 5017219"/>
              <a:gd name="connsiteX57948" fmla="*/ 2762076 w 5799173"/>
              <a:gd name="connsiteY57948" fmla="*/ 4901598 h 5017219"/>
              <a:gd name="connsiteX57949" fmla="*/ 2760996 w 5799173"/>
              <a:gd name="connsiteY57949" fmla="*/ 4901017 h 5017219"/>
              <a:gd name="connsiteX57950" fmla="*/ 2752273 w 5799173"/>
              <a:gd name="connsiteY57950" fmla="*/ 4885896 h 5017219"/>
              <a:gd name="connsiteX57951" fmla="*/ 2752273 w 5799173"/>
              <a:gd name="connsiteY57951" fmla="*/ 4884650 h 5017219"/>
              <a:gd name="connsiteX57952" fmla="*/ 2760996 w 5799173"/>
              <a:gd name="connsiteY57952" fmla="*/ 4869530 h 5017219"/>
              <a:gd name="connsiteX57953" fmla="*/ 2762076 w 5799173"/>
              <a:gd name="connsiteY57953" fmla="*/ 4868948 h 5017219"/>
              <a:gd name="connsiteX57954" fmla="*/ 2779606 w 5799173"/>
              <a:gd name="connsiteY57954" fmla="*/ 4868948 h 5017219"/>
              <a:gd name="connsiteX57955" fmla="*/ 2780686 w 5799173"/>
              <a:gd name="connsiteY57955" fmla="*/ 4869530 h 5017219"/>
              <a:gd name="connsiteX57956" fmla="*/ 2789409 w 5799173"/>
              <a:gd name="connsiteY57956" fmla="*/ 4884650 h 5017219"/>
              <a:gd name="connsiteX57957" fmla="*/ 2789409 w 5799173"/>
              <a:gd name="connsiteY57957" fmla="*/ 4885896 h 5017219"/>
              <a:gd name="connsiteX57958" fmla="*/ 2780686 w 5799173"/>
              <a:gd name="connsiteY57958" fmla="*/ 4901017 h 5017219"/>
              <a:gd name="connsiteX57959" fmla="*/ 2779606 w 5799173"/>
              <a:gd name="connsiteY57959" fmla="*/ 4901598 h 5017219"/>
              <a:gd name="connsiteX57960" fmla="*/ 2942392 w 5799173"/>
              <a:gd name="connsiteY57960" fmla="*/ 4950296 h 5017219"/>
              <a:gd name="connsiteX57961" fmla="*/ 2941312 w 5799173"/>
              <a:gd name="connsiteY57961" fmla="*/ 4949631 h 5017219"/>
              <a:gd name="connsiteX57962" fmla="*/ 2932258 w 5799173"/>
              <a:gd name="connsiteY57962" fmla="*/ 4933928 h 5017219"/>
              <a:gd name="connsiteX57963" fmla="*/ 2932258 w 5799173"/>
              <a:gd name="connsiteY57963" fmla="*/ 4932682 h 5017219"/>
              <a:gd name="connsiteX57964" fmla="*/ 2941314 w 5799173"/>
              <a:gd name="connsiteY57964" fmla="*/ 4916976 h 5017219"/>
              <a:gd name="connsiteX57965" fmla="*/ 2942394 w 5799173"/>
              <a:gd name="connsiteY57965" fmla="*/ 4916311 h 5017219"/>
              <a:gd name="connsiteX57966" fmla="*/ 2960506 w 5799173"/>
              <a:gd name="connsiteY57966" fmla="*/ 4916310 h 5017219"/>
              <a:gd name="connsiteX57967" fmla="*/ 2961586 w 5799173"/>
              <a:gd name="connsiteY57967" fmla="*/ 4916974 h 5017219"/>
              <a:gd name="connsiteX57968" fmla="*/ 2970640 w 5799173"/>
              <a:gd name="connsiteY57968" fmla="*/ 4932679 h 5017219"/>
              <a:gd name="connsiteX57969" fmla="*/ 2970640 w 5799173"/>
              <a:gd name="connsiteY57969" fmla="*/ 4933926 h 5017219"/>
              <a:gd name="connsiteX57970" fmla="*/ 2961584 w 5799173"/>
              <a:gd name="connsiteY57970" fmla="*/ 4949630 h 5017219"/>
              <a:gd name="connsiteX57971" fmla="*/ 2960504 w 5799173"/>
              <a:gd name="connsiteY57971" fmla="*/ 4950294 h 5017219"/>
              <a:gd name="connsiteX57972" fmla="*/ 3002633 w 5799173"/>
              <a:gd name="connsiteY57972" fmla="*/ 4966454 h 5017219"/>
              <a:gd name="connsiteX57973" fmla="*/ 3001553 w 5799173"/>
              <a:gd name="connsiteY57973" fmla="*/ 4965790 h 5017219"/>
              <a:gd name="connsiteX57974" fmla="*/ 2992581 w 5799173"/>
              <a:gd name="connsiteY57974" fmla="*/ 4950171 h 5017219"/>
              <a:gd name="connsiteX57975" fmla="*/ 2992581 w 5799173"/>
              <a:gd name="connsiteY57975" fmla="*/ 4948925 h 5017219"/>
              <a:gd name="connsiteX57976" fmla="*/ 3001553 w 5799173"/>
              <a:gd name="connsiteY57976" fmla="*/ 4933304 h 5017219"/>
              <a:gd name="connsiteX57977" fmla="*/ 3002633 w 5799173"/>
              <a:gd name="connsiteY57977" fmla="*/ 4932639 h 5017219"/>
              <a:gd name="connsiteX57978" fmla="*/ 3020661 w 5799173"/>
              <a:gd name="connsiteY57978" fmla="*/ 4932639 h 5017219"/>
              <a:gd name="connsiteX57979" fmla="*/ 3021741 w 5799173"/>
              <a:gd name="connsiteY57979" fmla="*/ 4933304 h 5017219"/>
              <a:gd name="connsiteX57980" fmla="*/ 3030714 w 5799173"/>
              <a:gd name="connsiteY57980" fmla="*/ 4948924 h 5017219"/>
              <a:gd name="connsiteX57981" fmla="*/ 3030713 w 5799173"/>
              <a:gd name="connsiteY57981" fmla="*/ 4950171 h 5017219"/>
              <a:gd name="connsiteX57982" fmla="*/ 3021741 w 5799173"/>
              <a:gd name="connsiteY57982" fmla="*/ 4965790 h 5017219"/>
              <a:gd name="connsiteX57983" fmla="*/ 3020661 w 5799173"/>
              <a:gd name="connsiteY57983" fmla="*/ 4966454 h 5017219"/>
              <a:gd name="connsiteX57984" fmla="*/ 414317 w 5799173"/>
              <a:gd name="connsiteY57984" fmla="*/ 4273591 h 5017219"/>
              <a:gd name="connsiteX57985" fmla="*/ 413154 w 5799173"/>
              <a:gd name="connsiteY57985" fmla="*/ 4272926 h 5017219"/>
              <a:gd name="connsiteX57986" fmla="*/ 403932 w 5799173"/>
              <a:gd name="connsiteY57986" fmla="*/ 4256975 h 5017219"/>
              <a:gd name="connsiteX57987" fmla="*/ 403932 w 5799173"/>
              <a:gd name="connsiteY57987" fmla="*/ 4255646 h 5017219"/>
              <a:gd name="connsiteX57988" fmla="*/ 413154 w 5799173"/>
              <a:gd name="connsiteY57988" fmla="*/ 4239695 h 5017219"/>
              <a:gd name="connsiteX57989" fmla="*/ 414317 w 5799173"/>
              <a:gd name="connsiteY57989" fmla="*/ 4239030 h 5017219"/>
              <a:gd name="connsiteX57990" fmla="*/ 432760 w 5799173"/>
              <a:gd name="connsiteY57990" fmla="*/ 4239030 h 5017219"/>
              <a:gd name="connsiteX57991" fmla="*/ 433923 w 5799173"/>
              <a:gd name="connsiteY57991" fmla="*/ 4239695 h 5017219"/>
              <a:gd name="connsiteX57992" fmla="*/ 443145 w 5799173"/>
              <a:gd name="connsiteY57992" fmla="*/ 4255646 h 5017219"/>
              <a:gd name="connsiteX57993" fmla="*/ 443145 w 5799173"/>
              <a:gd name="connsiteY57993" fmla="*/ 4256975 h 5017219"/>
              <a:gd name="connsiteX57994" fmla="*/ 433923 w 5799173"/>
              <a:gd name="connsiteY57994" fmla="*/ 4272925 h 5017219"/>
              <a:gd name="connsiteX57995" fmla="*/ 432760 w 5799173"/>
              <a:gd name="connsiteY57995" fmla="*/ 4273591 h 5017219"/>
              <a:gd name="connsiteX57996" fmla="*/ 3062300 w 5799173"/>
              <a:gd name="connsiteY57996" fmla="*/ 4983443 h 5017219"/>
              <a:gd name="connsiteX57997" fmla="*/ 3061137 w 5799173"/>
              <a:gd name="connsiteY57997" fmla="*/ 4982778 h 5017219"/>
              <a:gd name="connsiteX57998" fmla="*/ 3051666 w 5799173"/>
              <a:gd name="connsiteY57998" fmla="*/ 4966411 h 5017219"/>
              <a:gd name="connsiteX57999" fmla="*/ 3051665 w 5799173"/>
              <a:gd name="connsiteY57999" fmla="*/ 4965083 h 5017219"/>
              <a:gd name="connsiteX58000" fmla="*/ 3061137 w 5799173"/>
              <a:gd name="connsiteY58000" fmla="*/ 4948716 h 5017219"/>
              <a:gd name="connsiteX58001" fmla="*/ 3062300 w 5799173"/>
              <a:gd name="connsiteY58001" fmla="*/ 4948051 h 5017219"/>
              <a:gd name="connsiteX58002" fmla="*/ 3081242 w 5799173"/>
              <a:gd name="connsiteY58002" fmla="*/ 4948049 h 5017219"/>
              <a:gd name="connsiteX58003" fmla="*/ 3082405 w 5799173"/>
              <a:gd name="connsiteY58003" fmla="*/ 4948715 h 5017219"/>
              <a:gd name="connsiteX58004" fmla="*/ 3091876 w 5799173"/>
              <a:gd name="connsiteY58004" fmla="*/ 4965082 h 5017219"/>
              <a:gd name="connsiteX58005" fmla="*/ 3091876 w 5799173"/>
              <a:gd name="connsiteY58005" fmla="*/ 4966412 h 5017219"/>
              <a:gd name="connsiteX58006" fmla="*/ 3082404 w 5799173"/>
              <a:gd name="connsiteY58006" fmla="*/ 4982778 h 5017219"/>
              <a:gd name="connsiteX58007" fmla="*/ 3081242 w 5799173"/>
              <a:gd name="connsiteY58007" fmla="*/ 4983443 h 5017219"/>
              <a:gd name="connsiteX58008" fmla="*/ 2700876 w 5799173"/>
              <a:gd name="connsiteY58008" fmla="*/ 4887204 h 5017219"/>
              <a:gd name="connsiteX58009" fmla="*/ 2699713 w 5799173"/>
              <a:gd name="connsiteY58009" fmla="*/ 4886539 h 5017219"/>
              <a:gd name="connsiteX58010" fmla="*/ 2689993 w 5799173"/>
              <a:gd name="connsiteY58010" fmla="*/ 4869591 h 5017219"/>
              <a:gd name="connsiteX58011" fmla="*/ 2689994 w 5799173"/>
              <a:gd name="connsiteY58011" fmla="*/ 4868179 h 5017219"/>
              <a:gd name="connsiteX58012" fmla="*/ 2699797 w 5799173"/>
              <a:gd name="connsiteY58012" fmla="*/ 4851229 h 5017219"/>
              <a:gd name="connsiteX58013" fmla="*/ 2700960 w 5799173"/>
              <a:gd name="connsiteY58013" fmla="*/ 4850564 h 5017219"/>
              <a:gd name="connsiteX58014" fmla="*/ 2720485 w 5799173"/>
              <a:gd name="connsiteY58014" fmla="*/ 4850563 h 5017219"/>
              <a:gd name="connsiteX58015" fmla="*/ 2721648 w 5799173"/>
              <a:gd name="connsiteY58015" fmla="*/ 4851228 h 5017219"/>
              <a:gd name="connsiteX58016" fmla="*/ 2731367 w 5799173"/>
              <a:gd name="connsiteY58016" fmla="*/ 4868178 h 5017219"/>
              <a:gd name="connsiteX58017" fmla="*/ 2731367 w 5799173"/>
              <a:gd name="connsiteY58017" fmla="*/ 4869591 h 5017219"/>
              <a:gd name="connsiteX58018" fmla="*/ 2721563 w 5799173"/>
              <a:gd name="connsiteY58018" fmla="*/ 4886539 h 5017219"/>
              <a:gd name="connsiteX58019" fmla="*/ 2720400 w 5799173"/>
              <a:gd name="connsiteY58019" fmla="*/ 4887204 h 5017219"/>
              <a:gd name="connsiteX58020" fmla="*/ 3121802 w 5799173"/>
              <a:gd name="connsiteY58020" fmla="*/ 5000935 h 5017219"/>
              <a:gd name="connsiteX58021" fmla="*/ 3120556 w 5799173"/>
              <a:gd name="connsiteY58021" fmla="*/ 5000187 h 5017219"/>
              <a:gd name="connsiteX58022" fmla="*/ 3110420 w 5799173"/>
              <a:gd name="connsiteY58022" fmla="*/ 4982658 h 5017219"/>
              <a:gd name="connsiteX58023" fmla="*/ 3110420 w 5799173"/>
              <a:gd name="connsiteY58023" fmla="*/ 4981245 h 5017219"/>
              <a:gd name="connsiteX58024" fmla="*/ 3120555 w 5799173"/>
              <a:gd name="connsiteY58024" fmla="*/ 4963716 h 5017219"/>
              <a:gd name="connsiteX58025" fmla="*/ 3121801 w 5799173"/>
              <a:gd name="connsiteY58025" fmla="*/ 4962968 h 5017219"/>
              <a:gd name="connsiteX58026" fmla="*/ 3142073 w 5799173"/>
              <a:gd name="connsiteY58026" fmla="*/ 4962968 h 5017219"/>
              <a:gd name="connsiteX58027" fmla="*/ 3143319 w 5799173"/>
              <a:gd name="connsiteY58027" fmla="*/ 4963716 h 5017219"/>
              <a:gd name="connsiteX58028" fmla="*/ 3153455 w 5799173"/>
              <a:gd name="connsiteY58028" fmla="*/ 4981245 h 5017219"/>
              <a:gd name="connsiteX58029" fmla="*/ 3153454 w 5799173"/>
              <a:gd name="connsiteY58029" fmla="*/ 4982658 h 5017219"/>
              <a:gd name="connsiteX58030" fmla="*/ 3143319 w 5799173"/>
              <a:gd name="connsiteY58030" fmla="*/ 5000187 h 5017219"/>
              <a:gd name="connsiteX58031" fmla="*/ 3142073 w 5799173"/>
              <a:gd name="connsiteY58031" fmla="*/ 5000935 h 5017219"/>
              <a:gd name="connsiteX58032" fmla="*/ 1075373 w 5799173"/>
              <a:gd name="connsiteY58032" fmla="*/ 4452834 h 5017219"/>
              <a:gd name="connsiteX58033" fmla="*/ 1074127 w 5799173"/>
              <a:gd name="connsiteY58033" fmla="*/ 4452086 h 5017219"/>
              <a:gd name="connsiteX58034" fmla="*/ 1063908 w 5799173"/>
              <a:gd name="connsiteY58034" fmla="*/ 4434391 h 5017219"/>
              <a:gd name="connsiteX58035" fmla="*/ 1063908 w 5799173"/>
              <a:gd name="connsiteY58035" fmla="*/ 4432980 h 5017219"/>
              <a:gd name="connsiteX58036" fmla="*/ 1074127 w 5799173"/>
              <a:gd name="connsiteY58036" fmla="*/ 4415283 h 5017219"/>
              <a:gd name="connsiteX58037" fmla="*/ 1075373 w 5799173"/>
              <a:gd name="connsiteY58037" fmla="*/ 4414535 h 5017219"/>
              <a:gd name="connsiteX58038" fmla="*/ 1095810 w 5799173"/>
              <a:gd name="connsiteY58038" fmla="*/ 4414535 h 5017219"/>
              <a:gd name="connsiteX58039" fmla="*/ 1097057 w 5799173"/>
              <a:gd name="connsiteY58039" fmla="*/ 4415283 h 5017219"/>
              <a:gd name="connsiteX58040" fmla="*/ 1107275 w 5799173"/>
              <a:gd name="connsiteY58040" fmla="*/ 4432980 h 5017219"/>
              <a:gd name="connsiteX58041" fmla="*/ 1107275 w 5799173"/>
              <a:gd name="connsiteY58041" fmla="*/ 4434392 h 5017219"/>
              <a:gd name="connsiteX58042" fmla="*/ 1097057 w 5799173"/>
              <a:gd name="connsiteY58042" fmla="*/ 4452087 h 5017219"/>
              <a:gd name="connsiteX58043" fmla="*/ 1095810 w 5799173"/>
              <a:gd name="connsiteY58043" fmla="*/ 4452835 h 5017219"/>
              <a:gd name="connsiteX58044" fmla="*/ 533463 w 5799173"/>
              <a:gd name="connsiteY58044" fmla="*/ 4307947 h 5017219"/>
              <a:gd name="connsiteX58045" fmla="*/ 532217 w 5799173"/>
              <a:gd name="connsiteY58045" fmla="*/ 4307198 h 5017219"/>
              <a:gd name="connsiteX58046" fmla="*/ 521667 w 5799173"/>
              <a:gd name="connsiteY58046" fmla="*/ 4288920 h 5017219"/>
              <a:gd name="connsiteX58047" fmla="*/ 521666 w 5799173"/>
              <a:gd name="connsiteY58047" fmla="*/ 4287424 h 5017219"/>
              <a:gd name="connsiteX58048" fmla="*/ 532219 w 5799173"/>
              <a:gd name="connsiteY58048" fmla="*/ 4269142 h 5017219"/>
              <a:gd name="connsiteX58049" fmla="*/ 533465 w 5799173"/>
              <a:gd name="connsiteY58049" fmla="*/ 4268393 h 5017219"/>
              <a:gd name="connsiteX58050" fmla="*/ 554484 w 5799173"/>
              <a:gd name="connsiteY58050" fmla="*/ 4268392 h 5017219"/>
              <a:gd name="connsiteX58051" fmla="*/ 555730 w 5799173"/>
              <a:gd name="connsiteY58051" fmla="*/ 4269140 h 5017219"/>
              <a:gd name="connsiteX58052" fmla="*/ 566281 w 5799173"/>
              <a:gd name="connsiteY58052" fmla="*/ 4287421 h 5017219"/>
              <a:gd name="connsiteX58053" fmla="*/ 566281 w 5799173"/>
              <a:gd name="connsiteY58053" fmla="*/ 4288918 h 5017219"/>
              <a:gd name="connsiteX58054" fmla="*/ 555728 w 5799173"/>
              <a:gd name="connsiteY58054" fmla="*/ 4307197 h 5017219"/>
              <a:gd name="connsiteX58055" fmla="*/ 554482 w 5799173"/>
              <a:gd name="connsiteY58055" fmla="*/ 4307946 h 5017219"/>
              <a:gd name="connsiteX58056" fmla="*/ 834416 w 5799173"/>
              <a:gd name="connsiteY58056" fmla="*/ 4388644 h 5017219"/>
              <a:gd name="connsiteX58057" fmla="*/ 833170 w 5799173"/>
              <a:gd name="connsiteY58057" fmla="*/ 4387897 h 5017219"/>
              <a:gd name="connsiteX58058" fmla="*/ 822702 w 5799173"/>
              <a:gd name="connsiteY58058" fmla="*/ 4369785 h 5017219"/>
              <a:gd name="connsiteX58059" fmla="*/ 822702 w 5799173"/>
              <a:gd name="connsiteY58059" fmla="*/ 4368290 h 5017219"/>
              <a:gd name="connsiteX58060" fmla="*/ 833170 w 5799173"/>
              <a:gd name="connsiteY58060" fmla="*/ 4350177 h 5017219"/>
              <a:gd name="connsiteX58061" fmla="*/ 834416 w 5799173"/>
              <a:gd name="connsiteY58061" fmla="*/ 4349429 h 5017219"/>
              <a:gd name="connsiteX58062" fmla="*/ 855353 w 5799173"/>
              <a:gd name="connsiteY58062" fmla="*/ 4349428 h 5017219"/>
              <a:gd name="connsiteX58063" fmla="*/ 856599 w 5799173"/>
              <a:gd name="connsiteY58063" fmla="*/ 4350177 h 5017219"/>
              <a:gd name="connsiteX58064" fmla="*/ 867066 w 5799173"/>
              <a:gd name="connsiteY58064" fmla="*/ 4368289 h 5017219"/>
              <a:gd name="connsiteX58065" fmla="*/ 867066 w 5799173"/>
              <a:gd name="connsiteY58065" fmla="*/ 4369785 h 5017219"/>
              <a:gd name="connsiteX58066" fmla="*/ 856598 w 5799173"/>
              <a:gd name="connsiteY58066" fmla="*/ 4387897 h 5017219"/>
              <a:gd name="connsiteX58067" fmla="*/ 855352 w 5799173"/>
              <a:gd name="connsiteY58067" fmla="*/ 4388644 h 5017219"/>
              <a:gd name="connsiteX58068" fmla="*/ 1255718 w 5799173"/>
              <a:gd name="connsiteY58068" fmla="*/ 4501539 h 5017219"/>
              <a:gd name="connsiteX58069" fmla="*/ 1254472 w 5799173"/>
              <a:gd name="connsiteY58069" fmla="*/ 4500792 h 5017219"/>
              <a:gd name="connsiteX58070" fmla="*/ 1244004 w 5799173"/>
              <a:gd name="connsiteY58070" fmla="*/ 4482680 h 5017219"/>
              <a:gd name="connsiteX58071" fmla="*/ 1244004 w 5799173"/>
              <a:gd name="connsiteY58071" fmla="*/ 4481185 h 5017219"/>
              <a:gd name="connsiteX58072" fmla="*/ 1254472 w 5799173"/>
              <a:gd name="connsiteY58072" fmla="*/ 4463073 h 5017219"/>
              <a:gd name="connsiteX58073" fmla="*/ 1255718 w 5799173"/>
              <a:gd name="connsiteY58073" fmla="*/ 4462325 h 5017219"/>
              <a:gd name="connsiteX58074" fmla="*/ 1276655 w 5799173"/>
              <a:gd name="connsiteY58074" fmla="*/ 4462323 h 5017219"/>
              <a:gd name="connsiteX58075" fmla="*/ 1277901 w 5799173"/>
              <a:gd name="connsiteY58075" fmla="*/ 4463072 h 5017219"/>
              <a:gd name="connsiteX58076" fmla="*/ 1288368 w 5799173"/>
              <a:gd name="connsiteY58076" fmla="*/ 4481185 h 5017219"/>
              <a:gd name="connsiteX58077" fmla="*/ 1288368 w 5799173"/>
              <a:gd name="connsiteY58077" fmla="*/ 4482680 h 5017219"/>
              <a:gd name="connsiteX58078" fmla="*/ 1277900 w 5799173"/>
              <a:gd name="connsiteY58078" fmla="*/ 4500792 h 5017219"/>
              <a:gd name="connsiteX58079" fmla="*/ 1276654 w 5799173"/>
              <a:gd name="connsiteY58079" fmla="*/ 4501539 h 5017219"/>
              <a:gd name="connsiteX58080" fmla="*/ 593615 w 5799173"/>
              <a:gd name="connsiteY58080" fmla="*/ 4324200 h 5017219"/>
              <a:gd name="connsiteX58081" fmla="*/ 592369 w 5799173"/>
              <a:gd name="connsiteY58081" fmla="*/ 4323452 h 5017219"/>
              <a:gd name="connsiteX58082" fmla="*/ 581818 w 5799173"/>
              <a:gd name="connsiteY58082" fmla="*/ 4305176 h 5017219"/>
              <a:gd name="connsiteX58083" fmla="*/ 581818 w 5799173"/>
              <a:gd name="connsiteY58083" fmla="*/ 4303679 h 5017219"/>
              <a:gd name="connsiteX58084" fmla="*/ 592369 w 5799173"/>
              <a:gd name="connsiteY58084" fmla="*/ 4285400 h 5017219"/>
              <a:gd name="connsiteX58085" fmla="*/ 593615 w 5799173"/>
              <a:gd name="connsiteY58085" fmla="*/ 4284652 h 5017219"/>
              <a:gd name="connsiteX58086" fmla="*/ 614635 w 5799173"/>
              <a:gd name="connsiteY58086" fmla="*/ 4284651 h 5017219"/>
              <a:gd name="connsiteX58087" fmla="*/ 615881 w 5799173"/>
              <a:gd name="connsiteY58087" fmla="*/ 4285400 h 5017219"/>
              <a:gd name="connsiteX58088" fmla="*/ 626432 w 5799173"/>
              <a:gd name="connsiteY58088" fmla="*/ 4303679 h 5017219"/>
              <a:gd name="connsiteX58089" fmla="*/ 626432 w 5799173"/>
              <a:gd name="connsiteY58089" fmla="*/ 4305175 h 5017219"/>
              <a:gd name="connsiteX58090" fmla="*/ 615880 w 5799173"/>
              <a:gd name="connsiteY58090" fmla="*/ 4323452 h 5017219"/>
              <a:gd name="connsiteX58091" fmla="*/ 614634 w 5799173"/>
              <a:gd name="connsiteY58091" fmla="*/ 4324200 h 5017219"/>
              <a:gd name="connsiteX58092" fmla="*/ 954762 w 5799173"/>
              <a:gd name="connsiteY58092" fmla="*/ 4420998 h 5017219"/>
              <a:gd name="connsiteX58093" fmla="*/ 953516 w 5799173"/>
              <a:gd name="connsiteY58093" fmla="*/ 4420251 h 5017219"/>
              <a:gd name="connsiteX58094" fmla="*/ 943048 w 5799173"/>
              <a:gd name="connsiteY58094" fmla="*/ 4402140 h 5017219"/>
              <a:gd name="connsiteX58095" fmla="*/ 943048 w 5799173"/>
              <a:gd name="connsiteY58095" fmla="*/ 4400646 h 5017219"/>
              <a:gd name="connsiteX58096" fmla="*/ 953515 w 5799173"/>
              <a:gd name="connsiteY58096" fmla="*/ 4382534 h 5017219"/>
              <a:gd name="connsiteX58097" fmla="*/ 954761 w 5799173"/>
              <a:gd name="connsiteY58097" fmla="*/ 4381786 h 5017219"/>
              <a:gd name="connsiteX58098" fmla="*/ 975698 w 5799173"/>
              <a:gd name="connsiteY58098" fmla="*/ 4381786 h 5017219"/>
              <a:gd name="connsiteX58099" fmla="*/ 976944 w 5799173"/>
              <a:gd name="connsiteY58099" fmla="*/ 4382534 h 5017219"/>
              <a:gd name="connsiteX58100" fmla="*/ 987411 w 5799173"/>
              <a:gd name="connsiteY58100" fmla="*/ 4400646 h 5017219"/>
              <a:gd name="connsiteX58101" fmla="*/ 987411 w 5799173"/>
              <a:gd name="connsiteY58101" fmla="*/ 4402141 h 5017219"/>
              <a:gd name="connsiteX58102" fmla="*/ 976944 w 5799173"/>
              <a:gd name="connsiteY58102" fmla="*/ 4420252 h 5017219"/>
              <a:gd name="connsiteX58103" fmla="*/ 975698 w 5799173"/>
              <a:gd name="connsiteY58103" fmla="*/ 4420999 h 5017219"/>
              <a:gd name="connsiteX58104" fmla="*/ 1135313 w 5799173"/>
              <a:gd name="connsiteY58104" fmla="*/ 4469406 h 5017219"/>
              <a:gd name="connsiteX58105" fmla="*/ 1134067 w 5799173"/>
              <a:gd name="connsiteY58105" fmla="*/ 4468659 h 5017219"/>
              <a:gd name="connsiteX58106" fmla="*/ 1123599 w 5799173"/>
              <a:gd name="connsiteY58106" fmla="*/ 4450547 h 5017219"/>
              <a:gd name="connsiteX58107" fmla="*/ 1123599 w 5799173"/>
              <a:gd name="connsiteY58107" fmla="*/ 4449053 h 5017219"/>
              <a:gd name="connsiteX58108" fmla="*/ 1134067 w 5799173"/>
              <a:gd name="connsiteY58108" fmla="*/ 4430941 h 5017219"/>
              <a:gd name="connsiteX58109" fmla="*/ 1135313 w 5799173"/>
              <a:gd name="connsiteY58109" fmla="*/ 4430193 h 5017219"/>
              <a:gd name="connsiteX58110" fmla="*/ 1156249 w 5799173"/>
              <a:gd name="connsiteY58110" fmla="*/ 4430193 h 5017219"/>
              <a:gd name="connsiteX58111" fmla="*/ 1157495 w 5799173"/>
              <a:gd name="connsiteY58111" fmla="*/ 4430941 h 5017219"/>
              <a:gd name="connsiteX58112" fmla="*/ 1167963 w 5799173"/>
              <a:gd name="connsiteY58112" fmla="*/ 4449053 h 5017219"/>
              <a:gd name="connsiteX58113" fmla="*/ 1167963 w 5799173"/>
              <a:gd name="connsiteY58113" fmla="*/ 4450548 h 5017219"/>
              <a:gd name="connsiteX58114" fmla="*/ 1157495 w 5799173"/>
              <a:gd name="connsiteY58114" fmla="*/ 4468659 h 5017219"/>
              <a:gd name="connsiteX58115" fmla="*/ 1156249 w 5799173"/>
              <a:gd name="connsiteY58115" fmla="*/ 4469406 h 5017219"/>
              <a:gd name="connsiteX58116" fmla="*/ 1014903 w 5799173"/>
              <a:gd name="connsiteY58116" fmla="*/ 4437148 h 5017219"/>
              <a:gd name="connsiteX58117" fmla="*/ 1013657 w 5799173"/>
              <a:gd name="connsiteY58117" fmla="*/ 4436400 h 5017219"/>
              <a:gd name="connsiteX58118" fmla="*/ 1003106 w 5799173"/>
              <a:gd name="connsiteY58118" fmla="*/ 4418124 h 5017219"/>
              <a:gd name="connsiteX58119" fmla="*/ 1003106 w 5799173"/>
              <a:gd name="connsiteY58119" fmla="*/ 4416628 h 5017219"/>
              <a:gd name="connsiteX58120" fmla="*/ 1013657 w 5799173"/>
              <a:gd name="connsiteY58120" fmla="*/ 4398350 h 5017219"/>
              <a:gd name="connsiteX58121" fmla="*/ 1014903 w 5799173"/>
              <a:gd name="connsiteY58121" fmla="*/ 4397602 h 5017219"/>
              <a:gd name="connsiteX58122" fmla="*/ 1035922 w 5799173"/>
              <a:gd name="connsiteY58122" fmla="*/ 4397601 h 5017219"/>
              <a:gd name="connsiteX58123" fmla="*/ 1037168 w 5799173"/>
              <a:gd name="connsiteY58123" fmla="*/ 4398349 h 5017219"/>
              <a:gd name="connsiteX58124" fmla="*/ 1047720 w 5799173"/>
              <a:gd name="connsiteY58124" fmla="*/ 4416628 h 5017219"/>
              <a:gd name="connsiteX58125" fmla="*/ 1047720 w 5799173"/>
              <a:gd name="connsiteY58125" fmla="*/ 4418124 h 5017219"/>
              <a:gd name="connsiteX58126" fmla="*/ 1037168 w 5799173"/>
              <a:gd name="connsiteY58126" fmla="*/ 4436400 h 5017219"/>
              <a:gd name="connsiteX58127" fmla="*/ 1035922 w 5799173"/>
              <a:gd name="connsiteY58127" fmla="*/ 4437148 h 5017219"/>
              <a:gd name="connsiteX58128" fmla="*/ 473224 w 5799173"/>
              <a:gd name="connsiteY58128" fmla="*/ 4292016 h 5017219"/>
              <a:gd name="connsiteX58129" fmla="*/ 471977 w 5799173"/>
              <a:gd name="connsiteY58129" fmla="*/ 4291267 h 5017219"/>
              <a:gd name="connsiteX58130" fmla="*/ 461427 w 5799173"/>
              <a:gd name="connsiteY58130" fmla="*/ 4272992 h 5017219"/>
              <a:gd name="connsiteX58131" fmla="*/ 461426 w 5799173"/>
              <a:gd name="connsiteY58131" fmla="*/ 4271495 h 5017219"/>
              <a:gd name="connsiteX58132" fmla="*/ 471977 w 5799173"/>
              <a:gd name="connsiteY58132" fmla="*/ 4253218 h 5017219"/>
              <a:gd name="connsiteX58133" fmla="*/ 473223 w 5799173"/>
              <a:gd name="connsiteY58133" fmla="*/ 4252470 h 5017219"/>
              <a:gd name="connsiteX58134" fmla="*/ 494243 w 5799173"/>
              <a:gd name="connsiteY58134" fmla="*/ 4252469 h 5017219"/>
              <a:gd name="connsiteX58135" fmla="*/ 495489 w 5799173"/>
              <a:gd name="connsiteY58135" fmla="*/ 4253217 h 5017219"/>
              <a:gd name="connsiteX58136" fmla="*/ 506040 w 5799173"/>
              <a:gd name="connsiteY58136" fmla="*/ 4271496 h 5017219"/>
              <a:gd name="connsiteX58137" fmla="*/ 506040 w 5799173"/>
              <a:gd name="connsiteY58137" fmla="*/ 4272991 h 5017219"/>
              <a:gd name="connsiteX58138" fmla="*/ 495488 w 5799173"/>
              <a:gd name="connsiteY58138" fmla="*/ 4291268 h 5017219"/>
              <a:gd name="connsiteX58139" fmla="*/ 494242 w 5799173"/>
              <a:gd name="connsiteY58139" fmla="*/ 4292016 h 5017219"/>
              <a:gd name="connsiteX58140" fmla="*/ 713968 w 5799173"/>
              <a:gd name="connsiteY58140" fmla="*/ 4356622 h 5017219"/>
              <a:gd name="connsiteX58141" fmla="*/ 712639 w 5799173"/>
              <a:gd name="connsiteY58141" fmla="*/ 4355874 h 5017219"/>
              <a:gd name="connsiteX58142" fmla="*/ 702088 w 5799173"/>
              <a:gd name="connsiteY58142" fmla="*/ 4337514 h 5017219"/>
              <a:gd name="connsiteX58143" fmla="*/ 702088 w 5799173"/>
              <a:gd name="connsiteY58143" fmla="*/ 4336018 h 5017219"/>
              <a:gd name="connsiteX58144" fmla="*/ 712639 w 5799173"/>
              <a:gd name="connsiteY58144" fmla="*/ 4317656 h 5017219"/>
              <a:gd name="connsiteX58145" fmla="*/ 713968 w 5799173"/>
              <a:gd name="connsiteY58145" fmla="*/ 4316908 h 5017219"/>
              <a:gd name="connsiteX58146" fmla="*/ 735155 w 5799173"/>
              <a:gd name="connsiteY58146" fmla="*/ 4316906 h 5017219"/>
              <a:gd name="connsiteX58147" fmla="*/ 736484 w 5799173"/>
              <a:gd name="connsiteY58147" fmla="*/ 4317655 h 5017219"/>
              <a:gd name="connsiteX58148" fmla="*/ 747034 w 5799173"/>
              <a:gd name="connsiteY58148" fmla="*/ 4336017 h 5017219"/>
              <a:gd name="connsiteX58149" fmla="*/ 747034 w 5799173"/>
              <a:gd name="connsiteY58149" fmla="*/ 4337514 h 5017219"/>
              <a:gd name="connsiteX58150" fmla="*/ 736483 w 5799173"/>
              <a:gd name="connsiteY58150" fmla="*/ 4355874 h 5017219"/>
              <a:gd name="connsiteX58151" fmla="*/ 735154 w 5799173"/>
              <a:gd name="connsiteY58151" fmla="*/ 4356622 h 5017219"/>
              <a:gd name="connsiteX58152" fmla="*/ 1195457 w 5799173"/>
              <a:gd name="connsiteY58152" fmla="*/ 4485638 h 5017219"/>
              <a:gd name="connsiteX58153" fmla="*/ 1194128 w 5799173"/>
              <a:gd name="connsiteY58153" fmla="*/ 4484890 h 5017219"/>
              <a:gd name="connsiteX58154" fmla="*/ 1183577 w 5799173"/>
              <a:gd name="connsiteY58154" fmla="*/ 4466531 h 5017219"/>
              <a:gd name="connsiteX58155" fmla="*/ 1183577 w 5799173"/>
              <a:gd name="connsiteY58155" fmla="*/ 4465035 h 5017219"/>
              <a:gd name="connsiteX58156" fmla="*/ 1194129 w 5799173"/>
              <a:gd name="connsiteY58156" fmla="*/ 4446672 h 5017219"/>
              <a:gd name="connsiteX58157" fmla="*/ 1195458 w 5799173"/>
              <a:gd name="connsiteY58157" fmla="*/ 4445925 h 5017219"/>
              <a:gd name="connsiteX58158" fmla="*/ 1216644 w 5799173"/>
              <a:gd name="connsiteY58158" fmla="*/ 4445923 h 5017219"/>
              <a:gd name="connsiteX58159" fmla="*/ 1217973 w 5799173"/>
              <a:gd name="connsiteY58159" fmla="*/ 4446671 h 5017219"/>
              <a:gd name="connsiteX58160" fmla="*/ 1228524 w 5799173"/>
              <a:gd name="connsiteY58160" fmla="*/ 4465034 h 5017219"/>
              <a:gd name="connsiteX58161" fmla="*/ 1228523 w 5799173"/>
              <a:gd name="connsiteY58161" fmla="*/ 4466530 h 5017219"/>
              <a:gd name="connsiteX58162" fmla="*/ 1217972 w 5799173"/>
              <a:gd name="connsiteY58162" fmla="*/ 4484890 h 5017219"/>
              <a:gd name="connsiteX58163" fmla="*/ 1216643 w 5799173"/>
              <a:gd name="connsiteY58163" fmla="*/ 4485638 h 5017219"/>
              <a:gd name="connsiteX58164" fmla="*/ 894440 w 5799173"/>
              <a:gd name="connsiteY58164" fmla="*/ 4405092 h 5017219"/>
              <a:gd name="connsiteX58165" fmla="*/ 893111 w 5799173"/>
              <a:gd name="connsiteY58165" fmla="*/ 4404345 h 5017219"/>
              <a:gd name="connsiteX58166" fmla="*/ 882477 w 5799173"/>
              <a:gd name="connsiteY58166" fmla="*/ 4385902 h 5017219"/>
              <a:gd name="connsiteX58167" fmla="*/ 882477 w 5799173"/>
              <a:gd name="connsiteY58167" fmla="*/ 4384405 h 5017219"/>
              <a:gd name="connsiteX58168" fmla="*/ 893111 w 5799173"/>
              <a:gd name="connsiteY58168" fmla="*/ 4365961 h 5017219"/>
              <a:gd name="connsiteX58169" fmla="*/ 894441 w 5799173"/>
              <a:gd name="connsiteY58169" fmla="*/ 4365212 h 5017219"/>
              <a:gd name="connsiteX58170" fmla="*/ 915710 w 5799173"/>
              <a:gd name="connsiteY58170" fmla="*/ 4365212 h 5017219"/>
              <a:gd name="connsiteX58171" fmla="*/ 917039 w 5799173"/>
              <a:gd name="connsiteY58171" fmla="*/ 4365960 h 5017219"/>
              <a:gd name="connsiteX58172" fmla="*/ 927672 w 5799173"/>
              <a:gd name="connsiteY58172" fmla="*/ 4384405 h 5017219"/>
              <a:gd name="connsiteX58173" fmla="*/ 927672 w 5799173"/>
              <a:gd name="connsiteY58173" fmla="*/ 4385901 h 5017219"/>
              <a:gd name="connsiteX58174" fmla="*/ 917038 w 5799173"/>
              <a:gd name="connsiteY58174" fmla="*/ 4404344 h 5017219"/>
              <a:gd name="connsiteX58175" fmla="*/ 915709 w 5799173"/>
              <a:gd name="connsiteY58175" fmla="*/ 4405093 h 5017219"/>
              <a:gd name="connsiteX58176" fmla="*/ 773997 w 5799173"/>
              <a:gd name="connsiteY58176" fmla="*/ 4372874 h 5017219"/>
              <a:gd name="connsiteX58177" fmla="*/ 772667 w 5799173"/>
              <a:gd name="connsiteY58177" fmla="*/ 4372127 h 5017219"/>
              <a:gd name="connsiteX58178" fmla="*/ 762033 w 5799173"/>
              <a:gd name="connsiteY58178" fmla="*/ 4353600 h 5017219"/>
              <a:gd name="connsiteX58179" fmla="*/ 762032 w 5799173"/>
              <a:gd name="connsiteY58179" fmla="*/ 4352105 h 5017219"/>
              <a:gd name="connsiteX58180" fmla="*/ 772750 w 5799173"/>
              <a:gd name="connsiteY58180" fmla="*/ 4333576 h 5017219"/>
              <a:gd name="connsiteX58181" fmla="*/ 774080 w 5799173"/>
              <a:gd name="connsiteY58181" fmla="*/ 4332828 h 5017219"/>
              <a:gd name="connsiteX58182" fmla="*/ 795432 w 5799173"/>
              <a:gd name="connsiteY58182" fmla="*/ 4332826 h 5017219"/>
              <a:gd name="connsiteX58183" fmla="*/ 796761 w 5799173"/>
              <a:gd name="connsiteY58183" fmla="*/ 4333575 h 5017219"/>
              <a:gd name="connsiteX58184" fmla="*/ 807394 w 5799173"/>
              <a:gd name="connsiteY58184" fmla="*/ 4352103 h 5017219"/>
              <a:gd name="connsiteX58185" fmla="*/ 807394 w 5799173"/>
              <a:gd name="connsiteY58185" fmla="*/ 4353600 h 5017219"/>
              <a:gd name="connsiteX58186" fmla="*/ 796677 w 5799173"/>
              <a:gd name="connsiteY58186" fmla="*/ 4372127 h 5017219"/>
              <a:gd name="connsiteX58187" fmla="*/ 795347 w 5799173"/>
              <a:gd name="connsiteY58187" fmla="*/ 4372875 h 5017219"/>
              <a:gd name="connsiteX58188" fmla="*/ 653540 w 5799173"/>
              <a:gd name="connsiteY58188" fmla="*/ 4340790 h 5017219"/>
              <a:gd name="connsiteX58189" fmla="*/ 652211 w 5799173"/>
              <a:gd name="connsiteY58189" fmla="*/ 4340044 h 5017219"/>
              <a:gd name="connsiteX58190" fmla="*/ 641411 w 5799173"/>
              <a:gd name="connsiteY58190" fmla="*/ 4321351 h 5017219"/>
              <a:gd name="connsiteX58191" fmla="*/ 641411 w 5799173"/>
              <a:gd name="connsiteY58191" fmla="*/ 4319856 h 5017219"/>
              <a:gd name="connsiteX58192" fmla="*/ 652212 w 5799173"/>
              <a:gd name="connsiteY58192" fmla="*/ 4301160 h 5017219"/>
              <a:gd name="connsiteX58193" fmla="*/ 653541 w 5799173"/>
              <a:gd name="connsiteY58193" fmla="*/ 4300411 h 5017219"/>
              <a:gd name="connsiteX58194" fmla="*/ 675142 w 5799173"/>
              <a:gd name="connsiteY58194" fmla="*/ 4300410 h 5017219"/>
              <a:gd name="connsiteX58195" fmla="*/ 676471 w 5799173"/>
              <a:gd name="connsiteY58195" fmla="*/ 4301159 h 5017219"/>
              <a:gd name="connsiteX58196" fmla="*/ 687272 w 5799173"/>
              <a:gd name="connsiteY58196" fmla="*/ 4319854 h 5017219"/>
              <a:gd name="connsiteX58197" fmla="*/ 687272 w 5799173"/>
              <a:gd name="connsiteY58197" fmla="*/ 4321349 h 5017219"/>
              <a:gd name="connsiteX58198" fmla="*/ 676470 w 5799173"/>
              <a:gd name="connsiteY58198" fmla="*/ 4340044 h 5017219"/>
              <a:gd name="connsiteX58199" fmla="*/ 675141 w 5799173"/>
              <a:gd name="connsiteY58199" fmla="*/ 4340790 h 5017219"/>
              <a:gd name="connsiteX58200" fmla="*/ 2750134 w 5799173"/>
              <a:gd name="connsiteY58200" fmla="*/ 4949863 h 5017219"/>
              <a:gd name="connsiteX58201" fmla="*/ 2749303 w 5799173"/>
              <a:gd name="connsiteY58201" fmla="*/ 4949364 h 5017219"/>
              <a:gd name="connsiteX58202" fmla="*/ 2742574 w 5799173"/>
              <a:gd name="connsiteY58202" fmla="*/ 4937733 h 5017219"/>
              <a:gd name="connsiteX58203" fmla="*/ 2742574 w 5799173"/>
              <a:gd name="connsiteY58203" fmla="*/ 4936820 h 5017219"/>
              <a:gd name="connsiteX58204" fmla="*/ 2749303 w 5799173"/>
              <a:gd name="connsiteY58204" fmla="*/ 4925191 h 5017219"/>
              <a:gd name="connsiteX58205" fmla="*/ 2750134 w 5799173"/>
              <a:gd name="connsiteY58205" fmla="*/ 4924692 h 5017219"/>
              <a:gd name="connsiteX58206" fmla="*/ 2763592 w 5799173"/>
              <a:gd name="connsiteY58206" fmla="*/ 4924692 h 5017219"/>
              <a:gd name="connsiteX58207" fmla="*/ 2764424 w 5799173"/>
              <a:gd name="connsiteY58207" fmla="*/ 4925191 h 5017219"/>
              <a:gd name="connsiteX58208" fmla="*/ 2771153 w 5799173"/>
              <a:gd name="connsiteY58208" fmla="*/ 4936821 h 5017219"/>
              <a:gd name="connsiteX58209" fmla="*/ 2771153 w 5799173"/>
              <a:gd name="connsiteY58209" fmla="*/ 4937734 h 5017219"/>
              <a:gd name="connsiteX58210" fmla="*/ 2764424 w 5799173"/>
              <a:gd name="connsiteY58210" fmla="*/ 4949365 h 5017219"/>
              <a:gd name="connsiteX58211" fmla="*/ 2763593 w 5799173"/>
              <a:gd name="connsiteY58211" fmla="*/ 4949863 h 5017219"/>
              <a:gd name="connsiteX58212" fmla="*/ 2989388 w 5799173"/>
              <a:gd name="connsiteY58212" fmla="*/ 5017219 h 5017219"/>
              <a:gd name="connsiteX58213" fmla="*/ 2988391 w 5799173"/>
              <a:gd name="connsiteY58213" fmla="*/ 5016638 h 5017219"/>
              <a:gd name="connsiteX58214" fmla="*/ 2980166 w 5799173"/>
              <a:gd name="connsiteY58214" fmla="*/ 5002350 h 5017219"/>
              <a:gd name="connsiteX58215" fmla="*/ 2980166 w 5799173"/>
              <a:gd name="connsiteY58215" fmla="*/ 5001187 h 5017219"/>
              <a:gd name="connsiteX58216" fmla="*/ 2988390 w 5799173"/>
              <a:gd name="connsiteY58216" fmla="*/ 4986901 h 5017219"/>
              <a:gd name="connsiteX58217" fmla="*/ 2989387 w 5799173"/>
              <a:gd name="connsiteY58217" fmla="*/ 4986319 h 5017219"/>
              <a:gd name="connsiteX58218" fmla="*/ 3005836 w 5799173"/>
              <a:gd name="connsiteY58218" fmla="*/ 4986319 h 5017219"/>
              <a:gd name="connsiteX58219" fmla="*/ 3006833 w 5799173"/>
              <a:gd name="connsiteY58219" fmla="*/ 4986901 h 5017219"/>
              <a:gd name="connsiteX58220" fmla="*/ 3015058 w 5799173"/>
              <a:gd name="connsiteY58220" fmla="*/ 5001189 h 5017219"/>
              <a:gd name="connsiteX58221" fmla="*/ 3015058 w 5799173"/>
              <a:gd name="connsiteY58221" fmla="*/ 5002351 h 5017219"/>
              <a:gd name="connsiteX58222" fmla="*/ 3006834 w 5799173"/>
              <a:gd name="connsiteY58222" fmla="*/ 5016639 h 5017219"/>
              <a:gd name="connsiteX58223" fmla="*/ 3005837 w 5799173"/>
              <a:gd name="connsiteY58223" fmla="*/ 5017219 h 5017219"/>
              <a:gd name="connsiteX58224" fmla="*/ 401358 w 5799173"/>
              <a:gd name="connsiteY58224" fmla="*/ 4323847 h 5017219"/>
              <a:gd name="connsiteX58225" fmla="*/ 400361 w 5799173"/>
              <a:gd name="connsiteY58225" fmla="*/ 4323266 h 5017219"/>
              <a:gd name="connsiteX58226" fmla="*/ 392136 w 5799173"/>
              <a:gd name="connsiteY58226" fmla="*/ 4308977 h 5017219"/>
              <a:gd name="connsiteX58227" fmla="*/ 392136 w 5799173"/>
              <a:gd name="connsiteY58227" fmla="*/ 4307813 h 5017219"/>
              <a:gd name="connsiteX58228" fmla="*/ 400361 w 5799173"/>
              <a:gd name="connsiteY58228" fmla="*/ 4293526 h 5017219"/>
              <a:gd name="connsiteX58229" fmla="*/ 401358 w 5799173"/>
              <a:gd name="connsiteY58229" fmla="*/ 4292944 h 5017219"/>
              <a:gd name="connsiteX58230" fmla="*/ 417807 w 5799173"/>
              <a:gd name="connsiteY58230" fmla="*/ 4292944 h 5017219"/>
              <a:gd name="connsiteX58231" fmla="*/ 418803 w 5799173"/>
              <a:gd name="connsiteY58231" fmla="*/ 4293526 h 5017219"/>
              <a:gd name="connsiteX58232" fmla="*/ 427029 w 5799173"/>
              <a:gd name="connsiteY58232" fmla="*/ 4307814 h 5017219"/>
              <a:gd name="connsiteX58233" fmla="*/ 427029 w 5799173"/>
              <a:gd name="connsiteY58233" fmla="*/ 4308977 h 5017219"/>
              <a:gd name="connsiteX58234" fmla="*/ 418804 w 5799173"/>
              <a:gd name="connsiteY58234" fmla="*/ 4323266 h 5017219"/>
              <a:gd name="connsiteX58235" fmla="*/ 417807 w 5799173"/>
              <a:gd name="connsiteY58235" fmla="*/ 4323847 h 5017219"/>
              <a:gd name="connsiteX58236" fmla="*/ 2867847 w 5799173"/>
              <a:gd name="connsiteY58236" fmla="*/ 4987059 h 5017219"/>
              <a:gd name="connsiteX58237" fmla="*/ 2866683 w 5799173"/>
              <a:gd name="connsiteY58237" fmla="*/ 4986395 h 5017219"/>
              <a:gd name="connsiteX58238" fmla="*/ 2857295 w 5799173"/>
              <a:gd name="connsiteY58238" fmla="*/ 4970195 h 5017219"/>
              <a:gd name="connsiteX58239" fmla="*/ 2857295 w 5799173"/>
              <a:gd name="connsiteY58239" fmla="*/ 4968867 h 5017219"/>
              <a:gd name="connsiteX58240" fmla="*/ 2866682 w 5799173"/>
              <a:gd name="connsiteY58240" fmla="*/ 4952669 h 5017219"/>
              <a:gd name="connsiteX58241" fmla="*/ 2867845 w 5799173"/>
              <a:gd name="connsiteY58241" fmla="*/ 4952004 h 5017219"/>
              <a:gd name="connsiteX58242" fmla="*/ 2886538 w 5799173"/>
              <a:gd name="connsiteY58242" fmla="*/ 4952004 h 5017219"/>
              <a:gd name="connsiteX58243" fmla="*/ 2887701 w 5799173"/>
              <a:gd name="connsiteY58243" fmla="*/ 4952669 h 5017219"/>
              <a:gd name="connsiteX58244" fmla="*/ 2897090 w 5799173"/>
              <a:gd name="connsiteY58244" fmla="*/ 4968868 h 5017219"/>
              <a:gd name="connsiteX58245" fmla="*/ 2897090 w 5799173"/>
              <a:gd name="connsiteY58245" fmla="*/ 4970197 h 5017219"/>
              <a:gd name="connsiteX58246" fmla="*/ 2887702 w 5799173"/>
              <a:gd name="connsiteY58246" fmla="*/ 4986396 h 5017219"/>
              <a:gd name="connsiteX58247" fmla="*/ 2886539 w 5799173"/>
              <a:gd name="connsiteY58247" fmla="*/ 4987060 h 5017219"/>
              <a:gd name="connsiteX58248" fmla="*/ 2807439 w 5799173"/>
              <a:gd name="connsiteY58248" fmla="*/ 4971391 h 5017219"/>
              <a:gd name="connsiteX58249" fmla="*/ 2806276 w 5799173"/>
              <a:gd name="connsiteY58249" fmla="*/ 4970726 h 5017219"/>
              <a:gd name="connsiteX58250" fmla="*/ 2796805 w 5799173"/>
              <a:gd name="connsiteY58250" fmla="*/ 4954277 h 5017219"/>
              <a:gd name="connsiteX58251" fmla="*/ 2796805 w 5799173"/>
              <a:gd name="connsiteY58251" fmla="*/ 4952947 h 5017219"/>
              <a:gd name="connsiteX58252" fmla="*/ 2806359 w 5799173"/>
              <a:gd name="connsiteY58252" fmla="*/ 4936498 h 5017219"/>
              <a:gd name="connsiteX58253" fmla="*/ 2807522 w 5799173"/>
              <a:gd name="connsiteY58253" fmla="*/ 4935834 h 5017219"/>
              <a:gd name="connsiteX58254" fmla="*/ 2826547 w 5799173"/>
              <a:gd name="connsiteY58254" fmla="*/ 4935833 h 5017219"/>
              <a:gd name="connsiteX58255" fmla="*/ 2827710 w 5799173"/>
              <a:gd name="connsiteY58255" fmla="*/ 4936499 h 5017219"/>
              <a:gd name="connsiteX58256" fmla="*/ 2837181 w 5799173"/>
              <a:gd name="connsiteY58256" fmla="*/ 4952947 h 5017219"/>
              <a:gd name="connsiteX58257" fmla="*/ 2837181 w 5799173"/>
              <a:gd name="connsiteY58257" fmla="*/ 4954277 h 5017219"/>
              <a:gd name="connsiteX58258" fmla="*/ 2827627 w 5799173"/>
              <a:gd name="connsiteY58258" fmla="*/ 4970726 h 5017219"/>
              <a:gd name="connsiteX58259" fmla="*/ 2826464 w 5799173"/>
              <a:gd name="connsiteY58259" fmla="*/ 4971391 h 5017219"/>
              <a:gd name="connsiteX58260" fmla="*/ 2927721 w 5799173"/>
              <a:gd name="connsiteY58260" fmla="*/ 5003816 h 5017219"/>
              <a:gd name="connsiteX58261" fmla="*/ 2926558 w 5799173"/>
              <a:gd name="connsiteY58261" fmla="*/ 5003152 h 5017219"/>
              <a:gd name="connsiteX58262" fmla="*/ 2916838 w 5799173"/>
              <a:gd name="connsiteY58262" fmla="*/ 4986289 h 5017219"/>
              <a:gd name="connsiteX58263" fmla="*/ 2916838 w 5799173"/>
              <a:gd name="connsiteY58263" fmla="*/ 4984876 h 5017219"/>
              <a:gd name="connsiteX58264" fmla="*/ 2926557 w 5799173"/>
              <a:gd name="connsiteY58264" fmla="*/ 4968015 h 5017219"/>
              <a:gd name="connsiteX58265" fmla="*/ 2927720 w 5799173"/>
              <a:gd name="connsiteY58265" fmla="*/ 4967351 h 5017219"/>
              <a:gd name="connsiteX58266" fmla="*/ 2947161 w 5799173"/>
              <a:gd name="connsiteY58266" fmla="*/ 4967351 h 5017219"/>
              <a:gd name="connsiteX58267" fmla="*/ 2948324 w 5799173"/>
              <a:gd name="connsiteY58267" fmla="*/ 4968015 h 5017219"/>
              <a:gd name="connsiteX58268" fmla="*/ 2958044 w 5799173"/>
              <a:gd name="connsiteY58268" fmla="*/ 4984878 h 5017219"/>
              <a:gd name="connsiteX58269" fmla="*/ 2958044 w 5799173"/>
              <a:gd name="connsiteY58269" fmla="*/ 4986290 h 5017219"/>
              <a:gd name="connsiteX58270" fmla="*/ 2948325 w 5799173"/>
              <a:gd name="connsiteY58270" fmla="*/ 5003152 h 5017219"/>
              <a:gd name="connsiteX58271" fmla="*/ 2947162 w 5799173"/>
              <a:gd name="connsiteY58271" fmla="*/ 5003817 h 5017219"/>
              <a:gd name="connsiteX58272" fmla="*/ 1242375 w 5799173"/>
              <a:gd name="connsiteY58272" fmla="*/ 4552527 h 5017219"/>
              <a:gd name="connsiteX58273" fmla="*/ 1241212 w 5799173"/>
              <a:gd name="connsiteY58273" fmla="*/ 4551862 h 5017219"/>
              <a:gd name="connsiteX58274" fmla="*/ 1231492 w 5799173"/>
              <a:gd name="connsiteY58274" fmla="*/ 4534914 h 5017219"/>
              <a:gd name="connsiteX58275" fmla="*/ 1231492 w 5799173"/>
              <a:gd name="connsiteY58275" fmla="*/ 4533502 h 5017219"/>
              <a:gd name="connsiteX58276" fmla="*/ 1241295 w 5799173"/>
              <a:gd name="connsiteY58276" fmla="*/ 4516554 h 5017219"/>
              <a:gd name="connsiteX58277" fmla="*/ 1242459 w 5799173"/>
              <a:gd name="connsiteY58277" fmla="*/ 4515889 h 5017219"/>
              <a:gd name="connsiteX58278" fmla="*/ 1261982 w 5799173"/>
              <a:gd name="connsiteY58278" fmla="*/ 4515889 h 5017219"/>
              <a:gd name="connsiteX58279" fmla="*/ 1263145 w 5799173"/>
              <a:gd name="connsiteY58279" fmla="*/ 4516554 h 5017219"/>
              <a:gd name="connsiteX58280" fmla="*/ 1272865 w 5799173"/>
              <a:gd name="connsiteY58280" fmla="*/ 4533502 h 5017219"/>
              <a:gd name="connsiteX58281" fmla="*/ 1272865 w 5799173"/>
              <a:gd name="connsiteY58281" fmla="*/ 4534914 h 5017219"/>
              <a:gd name="connsiteX58282" fmla="*/ 1263062 w 5799173"/>
              <a:gd name="connsiteY58282" fmla="*/ 4551862 h 5017219"/>
              <a:gd name="connsiteX58283" fmla="*/ 1261899 w 5799173"/>
              <a:gd name="connsiteY58283" fmla="*/ 4552527 h 5017219"/>
              <a:gd name="connsiteX58284" fmla="*/ 880811 w 5799173"/>
              <a:gd name="connsiteY58284" fmla="*/ 4456617 h 5017219"/>
              <a:gd name="connsiteX58285" fmla="*/ 879564 w 5799173"/>
              <a:gd name="connsiteY58285" fmla="*/ 4455870 h 5017219"/>
              <a:gd name="connsiteX58286" fmla="*/ 869263 w 5799173"/>
              <a:gd name="connsiteY58286" fmla="*/ 4438010 h 5017219"/>
              <a:gd name="connsiteX58287" fmla="*/ 869262 w 5799173"/>
              <a:gd name="connsiteY58287" fmla="*/ 4436516 h 5017219"/>
              <a:gd name="connsiteX58288" fmla="*/ 879562 w 5799173"/>
              <a:gd name="connsiteY58288" fmla="*/ 4418659 h 5017219"/>
              <a:gd name="connsiteX58289" fmla="*/ 880809 w 5799173"/>
              <a:gd name="connsiteY58289" fmla="*/ 4417911 h 5017219"/>
              <a:gd name="connsiteX58290" fmla="*/ 901495 w 5799173"/>
              <a:gd name="connsiteY58290" fmla="*/ 4417912 h 5017219"/>
              <a:gd name="connsiteX58291" fmla="*/ 902742 w 5799173"/>
              <a:gd name="connsiteY58291" fmla="*/ 4418659 h 5017219"/>
              <a:gd name="connsiteX58292" fmla="*/ 913045 w 5799173"/>
              <a:gd name="connsiteY58292" fmla="*/ 4436518 h 5017219"/>
              <a:gd name="connsiteX58293" fmla="*/ 913045 w 5799173"/>
              <a:gd name="connsiteY58293" fmla="*/ 4438013 h 5017219"/>
              <a:gd name="connsiteX58294" fmla="*/ 902744 w 5799173"/>
              <a:gd name="connsiteY58294" fmla="*/ 4455871 h 5017219"/>
              <a:gd name="connsiteX58295" fmla="*/ 901497 w 5799173"/>
              <a:gd name="connsiteY58295" fmla="*/ 4456618 h 5017219"/>
              <a:gd name="connsiteX58296" fmla="*/ 940840 w 5799173"/>
              <a:gd name="connsiteY58296" fmla="*/ 4472954 h 5017219"/>
              <a:gd name="connsiteX58297" fmla="*/ 939595 w 5799173"/>
              <a:gd name="connsiteY58297" fmla="*/ 4472207 h 5017219"/>
              <a:gd name="connsiteX58298" fmla="*/ 929126 w 5799173"/>
              <a:gd name="connsiteY58298" fmla="*/ 4454099 h 5017219"/>
              <a:gd name="connsiteX58299" fmla="*/ 929125 w 5799173"/>
              <a:gd name="connsiteY58299" fmla="*/ 4452604 h 5017219"/>
              <a:gd name="connsiteX58300" fmla="*/ 939592 w 5799173"/>
              <a:gd name="connsiteY58300" fmla="*/ 4434498 h 5017219"/>
              <a:gd name="connsiteX58301" fmla="*/ 940838 w 5799173"/>
              <a:gd name="connsiteY58301" fmla="*/ 4433750 h 5017219"/>
              <a:gd name="connsiteX58302" fmla="*/ 961774 w 5799173"/>
              <a:gd name="connsiteY58302" fmla="*/ 4433751 h 5017219"/>
              <a:gd name="connsiteX58303" fmla="*/ 963020 w 5799173"/>
              <a:gd name="connsiteY58303" fmla="*/ 4434499 h 5017219"/>
              <a:gd name="connsiteX58304" fmla="*/ 973488 w 5799173"/>
              <a:gd name="connsiteY58304" fmla="*/ 4452607 h 5017219"/>
              <a:gd name="connsiteX58305" fmla="*/ 973488 w 5799173"/>
              <a:gd name="connsiteY58305" fmla="*/ 4454102 h 5017219"/>
              <a:gd name="connsiteX58306" fmla="*/ 963022 w 5799173"/>
              <a:gd name="connsiteY58306" fmla="*/ 4472208 h 5017219"/>
              <a:gd name="connsiteX58307" fmla="*/ 961776 w 5799173"/>
              <a:gd name="connsiteY58307" fmla="*/ 4472955 h 5017219"/>
              <a:gd name="connsiteX58308" fmla="*/ 1121379 w 5799173"/>
              <a:gd name="connsiteY58308" fmla="*/ 4521409 h 5017219"/>
              <a:gd name="connsiteX58309" fmla="*/ 1120133 w 5799173"/>
              <a:gd name="connsiteY58309" fmla="*/ 4520662 h 5017219"/>
              <a:gd name="connsiteX58310" fmla="*/ 1109665 w 5799173"/>
              <a:gd name="connsiteY58310" fmla="*/ 4502552 h 5017219"/>
              <a:gd name="connsiteX58311" fmla="*/ 1109665 w 5799173"/>
              <a:gd name="connsiteY58311" fmla="*/ 4501057 h 5017219"/>
              <a:gd name="connsiteX58312" fmla="*/ 1120131 w 5799173"/>
              <a:gd name="connsiteY58312" fmla="*/ 4482950 h 5017219"/>
              <a:gd name="connsiteX58313" fmla="*/ 1121377 w 5799173"/>
              <a:gd name="connsiteY58313" fmla="*/ 4482202 h 5017219"/>
              <a:gd name="connsiteX58314" fmla="*/ 1142313 w 5799173"/>
              <a:gd name="connsiteY58314" fmla="*/ 4482203 h 5017219"/>
              <a:gd name="connsiteX58315" fmla="*/ 1143559 w 5799173"/>
              <a:gd name="connsiteY58315" fmla="*/ 4482950 h 5017219"/>
              <a:gd name="connsiteX58316" fmla="*/ 1154028 w 5799173"/>
              <a:gd name="connsiteY58316" fmla="*/ 4501059 h 5017219"/>
              <a:gd name="connsiteX58317" fmla="*/ 1154028 w 5799173"/>
              <a:gd name="connsiteY58317" fmla="*/ 4502554 h 5017219"/>
              <a:gd name="connsiteX58318" fmla="*/ 1143561 w 5799173"/>
              <a:gd name="connsiteY58318" fmla="*/ 4520662 h 5017219"/>
              <a:gd name="connsiteX58319" fmla="*/ 1142315 w 5799173"/>
              <a:gd name="connsiteY58319" fmla="*/ 4521409 h 5017219"/>
              <a:gd name="connsiteX58320" fmla="*/ 459328 w 5799173"/>
              <a:gd name="connsiteY58320" fmla="*/ 4344022 h 5017219"/>
              <a:gd name="connsiteX58321" fmla="*/ 458082 w 5799173"/>
              <a:gd name="connsiteY58321" fmla="*/ 4343275 h 5017219"/>
              <a:gd name="connsiteX58322" fmla="*/ 447614 w 5799173"/>
              <a:gd name="connsiteY58322" fmla="*/ 4325165 h 5017219"/>
              <a:gd name="connsiteX58323" fmla="*/ 447614 w 5799173"/>
              <a:gd name="connsiteY58323" fmla="*/ 4323671 h 5017219"/>
              <a:gd name="connsiteX58324" fmla="*/ 458080 w 5799173"/>
              <a:gd name="connsiteY58324" fmla="*/ 4305563 h 5017219"/>
              <a:gd name="connsiteX58325" fmla="*/ 459326 w 5799173"/>
              <a:gd name="connsiteY58325" fmla="*/ 4304816 h 5017219"/>
              <a:gd name="connsiteX58326" fmla="*/ 480263 w 5799173"/>
              <a:gd name="connsiteY58326" fmla="*/ 4304816 h 5017219"/>
              <a:gd name="connsiteX58327" fmla="*/ 481508 w 5799173"/>
              <a:gd name="connsiteY58327" fmla="*/ 4305564 h 5017219"/>
              <a:gd name="connsiteX58328" fmla="*/ 491977 w 5799173"/>
              <a:gd name="connsiteY58328" fmla="*/ 4323672 h 5017219"/>
              <a:gd name="connsiteX58329" fmla="*/ 491977 w 5799173"/>
              <a:gd name="connsiteY58329" fmla="*/ 4325168 h 5017219"/>
              <a:gd name="connsiteX58330" fmla="*/ 481510 w 5799173"/>
              <a:gd name="connsiteY58330" fmla="*/ 4343276 h 5017219"/>
              <a:gd name="connsiteX58331" fmla="*/ 480264 w 5799173"/>
              <a:gd name="connsiteY58331" fmla="*/ 4344023 h 5017219"/>
              <a:gd name="connsiteX58332" fmla="*/ 820432 w 5799173"/>
              <a:gd name="connsiteY58332" fmla="*/ 4440831 h 5017219"/>
              <a:gd name="connsiteX58333" fmla="*/ 819187 w 5799173"/>
              <a:gd name="connsiteY58333" fmla="*/ 4440083 h 5017219"/>
              <a:gd name="connsiteX58334" fmla="*/ 808718 w 5799173"/>
              <a:gd name="connsiteY58334" fmla="*/ 4421973 h 5017219"/>
              <a:gd name="connsiteX58335" fmla="*/ 808718 w 5799173"/>
              <a:gd name="connsiteY58335" fmla="*/ 4420478 h 5017219"/>
              <a:gd name="connsiteX58336" fmla="*/ 819185 w 5799173"/>
              <a:gd name="connsiteY58336" fmla="*/ 4402370 h 5017219"/>
              <a:gd name="connsiteX58337" fmla="*/ 820431 w 5799173"/>
              <a:gd name="connsiteY58337" fmla="*/ 4401622 h 5017219"/>
              <a:gd name="connsiteX58338" fmla="*/ 841368 w 5799173"/>
              <a:gd name="connsiteY58338" fmla="*/ 4401622 h 5017219"/>
              <a:gd name="connsiteX58339" fmla="*/ 842613 w 5799173"/>
              <a:gd name="connsiteY58339" fmla="*/ 4402370 h 5017219"/>
              <a:gd name="connsiteX58340" fmla="*/ 853082 w 5799173"/>
              <a:gd name="connsiteY58340" fmla="*/ 4420479 h 5017219"/>
              <a:gd name="connsiteX58341" fmla="*/ 853082 w 5799173"/>
              <a:gd name="connsiteY58341" fmla="*/ 4421974 h 5017219"/>
              <a:gd name="connsiteX58342" fmla="*/ 842615 w 5799173"/>
              <a:gd name="connsiteY58342" fmla="*/ 4440084 h 5017219"/>
              <a:gd name="connsiteX58343" fmla="*/ 841369 w 5799173"/>
              <a:gd name="connsiteY58343" fmla="*/ 4440831 h 5017219"/>
              <a:gd name="connsiteX58344" fmla="*/ 1061151 w 5799173"/>
              <a:gd name="connsiteY58344" fmla="*/ 4505440 h 5017219"/>
              <a:gd name="connsiteX58345" fmla="*/ 1059905 w 5799173"/>
              <a:gd name="connsiteY58345" fmla="*/ 4504692 h 5017219"/>
              <a:gd name="connsiteX58346" fmla="*/ 1049437 w 5799173"/>
              <a:gd name="connsiteY58346" fmla="*/ 4486581 h 5017219"/>
              <a:gd name="connsiteX58347" fmla="*/ 1049437 w 5799173"/>
              <a:gd name="connsiteY58347" fmla="*/ 4485086 h 5017219"/>
              <a:gd name="connsiteX58348" fmla="*/ 1059904 w 5799173"/>
              <a:gd name="connsiteY58348" fmla="*/ 4466975 h 5017219"/>
              <a:gd name="connsiteX58349" fmla="*/ 1061151 w 5799173"/>
              <a:gd name="connsiteY58349" fmla="*/ 4466227 h 5017219"/>
              <a:gd name="connsiteX58350" fmla="*/ 1082087 w 5799173"/>
              <a:gd name="connsiteY58350" fmla="*/ 4466228 h 5017219"/>
              <a:gd name="connsiteX58351" fmla="*/ 1083333 w 5799173"/>
              <a:gd name="connsiteY58351" fmla="*/ 4466976 h 5017219"/>
              <a:gd name="connsiteX58352" fmla="*/ 1093801 w 5799173"/>
              <a:gd name="connsiteY58352" fmla="*/ 4485086 h 5017219"/>
              <a:gd name="connsiteX58353" fmla="*/ 1093801 w 5799173"/>
              <a:gd name="connsiteY58353" fmla="*/ 4486581 h 5017219"/>
              <a:gd name="connsiteX58354" fmla="*/ 1083333 w 5799173"/>
              <a:gd name="connsiteY58354" fmla="*/ 4504692 h 5017219"/>
              <a:gd name="connsiteX58355" fmla="*/ 1082087 w 5799173"/>
              <a:gd name="connsiteY58355" fmla="*/ 4505440 h 5017219"/>
              <a:gd name="connsiteX58356" fmla="*/ 639794 w 5799173"/>
              <a:gd name="connsiteY58356" fmla="*/ 4392601 h 5017219"/>
              <a:gd name="connsiteX58357" fmla="*/ 638548 w 5799173"/>
              <a:gd name="connsiteY58357" fmla="*/ 4391853 h 5017219"/>
              <a:gd name="connsiteX58358" fmla="*/ 627997 w 5799173"/>
              <a:gd name="connsiteY58358" fmla="*/ 4373576 h 5017219"/>
              <a:gd name="connsiteX58359" fmla="*/ 627997 w 5799173"/>
              <a:gd name="connsiteY58359" fmla="*/ 4372080 h 5017219"/>
              <a:gd name="connsiteX58360" fmla="*/ 638547 w 5799173"/>
              <a:gd name="connsiteY58360" fmla="*/ 4353804 h 5017219"/>
              <a:gd name="connsiteX58361" fmla="*/ 639793 w 5799173"/>
              <a:gd name="connsiteY58361" fmla="*/ 4353056 h 5017219"/>
              <a:gd name="connsiteX58362" fmla="*/ 660813 w 5799173"/>
              <a:gd name="connsiteY58362" fmla="*/ 4353057 h 5017219"/>
              <a:gd name="connsiteX58363" fmla="*/ 662058 w 5799173"/>
              <a:gd name="connsiteY58363" fmla="*/ 4353804 h 5017219"/>
              <a:gd name="connsiteX58364" fmla="*/ 672611 w 5799173"/>
              <a:gd name="connsiteY58364" fmla="*/ 4372080 h 5017219"/>
              <a:gd name="connsiteX58365" fmla="*/ 672611 w 5799173"/>
              <a:gd name="connsiteY58365" fmla="*/ 4373577 h 5017219"/>
              <a:gd name="connsiteX58366" fmla="*/ 662059 w 5799173"/>
              <a:gd name="connsiteY58366" fmla="*/ 4391853 h 5017219"/>
              <a:gd name="connsiteX58367" fmla="*/ 660813 w 5799173"/>
              <a:gd name="connsiteY58367" fmla="*/ 4392600 h 5017219"/>
              <a:gd name="connsiteX58368" fmla="*/ 519429 w 5799173"/>
              <a:gd name="connsiteY58368" fmla="*/ 4360415 h 5017219"/>
              <a:gd name="connsiteX58369" fmla="*/ 518101 w 5799173"/>
              <a:gd name="connsiteY58369" fmla="*/ 4359666 h 5017219"/>
              <a:gd name="connsiteX58370" fmla="*/ 507549 w 5799173"/>
              <a:gd name="connsiteY58370" fmla="*/ 4341309 h 5017219"/>
              <a:gd name="connsiteX58371" fmla="*/ 507549 w 5799173"/>
              <a:gd name="connsiteY58371" fmla="*/ 4339813 h 5017219"/>
              <a:gd name="connsiteX58372" fmla="*/ 518099 w 5799173"/>
              <a:gd name="connsiteY58372" fmla="*/ 4321457 h 5017219"/>
              <a:gd name="connsiteX58373" fmla="*/ 519428 w 5799173"/>
              <a:gd name="connsiteY58373" fmla="*/ 4320709 h 5017219"/>
              <a:gd name="connsiteX58374" fmla="*/ 540614 w 5799173"/>
              <a:gd name="connsiteY58374" fmla="*/ 4320709 h 5017219"/>
              <a:gd name="connsiteX58375" fmla="*/ 541943 w 5799173"/>
              <a:gd name="connsiteY58375" fmla="*/ 4321457 h 5017219"/>
              <a:gd name="connsiteX58376" fmla="*/ 552494 w 5799173"/>
              <a:gd name="connsiteY58376" fmla="*/ 4339815 h 5017219"/>
              <a:gd name="connsiteX58377" fmla="*/ 552494 w 5799173"/>
              <a:gd name="connsiteY58377" fmla="*/ 4341310 h 5017219"/>
              <a:gd name="connsiteX58378" fmla="*/ 541944 w 5799173"/>
              <a:gd name="connsiteY58378" fmla="*/ 4359667 h 5017219"/>
              <a:gd name="connsiteX58379" fmla="*/ 540615 w 5799173"/>
              <a:gd name="connsiteY58379" fmla="*/ 4360415 h 5017219"/>
              <a:gd name="connsiteX58380" fmla="*/ 579605 w 5799173"/>
              <a:gd name="connsiteY58380" fmla="*/ 4376578 h 5017219"/>
              <a:gd name="connsiteX58381" fmla="*/ 578277 w 5799173"/>
              <a:gd name="connsiteY58381" fmla="*/ 4375829 h 5017219"/>
              <a:gd name="connsiteX58382" fmla="*/ 567725 w 5799173"/>
              <a:gd name="connsiteY58382" fmla="*/ 4357471 h 5017219"/>
              <a:gd name="connsiteX58383" fmla="*/ 567725 w 5799173"/>
              <a:gd name="connsiteY58383" fmla="*/ 4355975 h 5017219"/>
              <a:gd name="connsiteX58384" fmla="*/ 578276 w 5799173"/>
              <a:gd name="connsiteY58384" fmla="*/ 4337618 h 5017219"/>
              <a:gd name="connsiteX58385" fmla="*/ 579604 w 5799173"/>
              <a:gd name="connsiteY58385" fmla="*/ 4336870 h 5017219"/>
              <a:gd name="connsiteX58386" fmla="*/ 600790 w 5799173"/>
              <a:gd name="connsiteY58386" fmla="*/ 4336870 h 5017219"/>
              <a:gd name="connsiteX58387" fmla="*/ 602119 w 5799173"/>
              <a:gd name="connsiteY58387" fmla="*/ 4337619 h 5017219"/>
              <a:gd name="connsiteX58388" fmla="*/ 612671 w 5799173"/>
              <a:gd name="connsiteY58388" fmla="*/ 4355976 h 5017219"/>
              <a:gd name="connsiteX58389" fmla="*/ 612671 w 5799173"/>
              <a:gd name="connsiteY58389" fmla="*/ 4357472 h 5017219"/>
              <a:gd name="connsiteX58390" fmla="*/ 602121 w 5799173"/>
              <a:gd name="connsiteY58390" fmla="*/ 4375829 h 5017219"/>
              <a:gd name="connsiteX58391" fmla="*/ 600792 w 5799173"/>
              <a:gd name="connsiteY58391" fmla="*/ 4376577 h 5017219"/>
              <a:gd name="connsiteX58392" fmla="*/ 760096 w 5799173"/>
              <a:gd name="connsiteY58392" fmla="*/ 4424981 h 5017219"/>
              <a:gd name="connsiteX58393" fmla="*/ 758767 w 5799173"/>
              <a:gd name="connsiteY58393" fmla="*/ 4424232 h 5017219"/>
              <a:gd name="connsiteX58394" fmla="*/ 748132 w 5799173"/>
              <a:gd name="connsiteY58394" fmla="*/ 4405792 h 5017219"/>
              <a:gd name="connsiteX58395" fmla="*/ 748132 w 5799173"/>
              <a:gd name="connsiteY58395" fmla="*/ 4404296 h 5017219"/>
              <a:gd name="connsiteX58396" fmla="*/ 758765 w 5799173"/>
              <a:gd name="connsiteY58396" fmla="*/ 4385857 h 5017219"/>
              <a:gd name="connsiteX58397" fmla="*/ 760094 w 5799173"/>
              <a:gd name="connsiteY58397" fmla="*/ 4385109 h 5017219"/>
              <a:gd name="connsiteX58398" fmla="*/ 781363 w 5799173"/>
              <a:gd name="connsiteY58398" fmla="*/ 4385110 h 5017219"/>
              <a:gd name="connsiteX58399" fmla="*/ 782692 w 5799173"/>
              <a:gd name="connsiteY58399" fmla="*/ 4385858 h 5017219"/>
              <a:gd name="connsiteX58400" fmla="*/ 793327 w 5799173"/>
              <a:gd name="connsiteY58400" fmla="*/ 4404298 h 5017219"/>
              <a:gd name="connsiteX58401" fmla="*/ 793327 w 5799173"/>
              <a:gd name="connsiteY58401" fmla="*/ 4405794 h 5017219"/>
              <a:gd name="connsiteX58402" fmla="*/ 782694 w 5799173"/>
              <a:gd name="connsiteY58402" fmla="*/ 4424233 h 5017219"/>
              <a:gd name="connsiteX58403" fmla="*/ 781364 w 5799173"/>
              <a:gd name="connsiteY58403" fmla="*/ 4424981 h 5017219"/>
              <a:gd name="connsiteX58404" fmla="*/ 699962 w 5799173"/>
              <a:gd name="connsiteY58404" fmla="*/ 4408890 h 5017219"/>
              <a:gd name="connsiteX58405" fmla="*/ 698634 w 5799173"/>
              <a:gd name="connsiteY58405" fmla="*/ 4408142 h 5017219"/>
              <a:gd name="connsiteX58406" fmla="*/ 688082 w 5799173"/>
              <a:gd name="connsiteY58406" fmla="*/ 4389783 h 5017219"/>
              <a:gd name="connsiteX58407" fmla="*/ 688083 w 5799173"/>
              <a:gd name="connsiteY58407" fmla="*/ 4388287 h 5017219"/>
              <a:gd name="connsiteX58408" fmla="*/ 698633 w 5799173"/>
              <a:gd name="connsiteY58408" fmla="*/ 4369928 h 5017219"/>
              <a:gd name="connsiteX58409" fmla="*/ 699962 w 5799173"/>
              <a:gd name="connsiteY58409" fmla="*/ 4369180 h 5017219"/>
              <a:gd name="connsiteX58410" fmla="*/ 721148 w 5799173"/>
              <a:gd name="connsiteY58410" fmla="*/ 4369181 h 5017219"/>
              <a:gd name="connsiteX58411" fmla="*/ 722477 w 5799173"/>
              <a:gd name="connsiteY58411" fmla="*/ 4369930 h 5017219"/>
              <a:gd name="connsiteX58412" fmla="*/ 733028 w 5799173"/>
              <a:gd name="connsiteY58412" fmla="*/ 4388288 h 5017219"/>
              <a:gd name="connsiteX58413" fmla="*/ 733028 w 5799173"/>
              <a:gd name="connsiteY58413" fmla="*/ 4389783 h 5017219"/>
              <a:gd name="connsiteX58414" fmla="*/ 722478 w 5799173"/>
              <a:gd name="connsiteY58414" fmla="*/ 4408142 h 5017219"/>
              <a:gd name="connsiteX58415" fmla="*/ 721149 w 5799173"/>
              <a:gd name="connsiteY58415" fmla="*/ 4408890 h 5017219"/>
              <a:gd name="connsiteX58416" fmla="*/ 1000812 w 5799173"/>
              <a:gd name="connsiteY58416" fmla="*/ 4489596 h 5017219"/>
              <a:gd name="connsiteX58417" fmla="*/ 999483 w 5799173"/>
              <a:gd name="connsiteY58417" fmla="*/ 4488847 h 5017219"/>
              <a:gd name="connsiteX58418" fmla="*/ 988849 w 5799173"/>
              <a:gd name="connsiteY58418" fmla="*/ 4470406 h 5017219"/>
              <a:gd name="connsiteX58419" fmla="*/ 988849 w 5799173"/>
              <a:gd name="connsiteY58419" fmla="*/ 4468909 h 5017219"/>
              <a:gd name="connsiteX58420" fmla="*/ 999483 w 5799173"/>
              <a:gd name="connsiteY58420" fmla="*/ 4450468 h 5017219"/>
              <a:gd name="connsiteX58421" fmla="*/ 1000812 w 5799173"/>
              <a:gd name="connsiteY58421" fmla="*/ 4449720 h 5017219"/>
              <a:gd name="connsiteX58422" fmla="*/ 1022081 w 5799173"/>
              <a:gd name="connsiteY58422" fmla="*/ 4449721 h 5017219"/>
              <a:gd name="connsiteX58423" fmla="*/ 1023410 w 5799173"/>
              <a:gd name="connsiteY58423" fmla="*/ 4450469 h 5017219"/>
              <a:gd name="connsiteX58424" fmla="*/ 1034044 w 5799173"/>
              <a:gd name="connsiteY58424" fmla="*/ 4468910 h 5017219"/>
              <a:gd name="connsiteX58425" fmla="*/ 1034044 w 5799173"/>
              <a:gd name="connsiteY58425" fmla="*/ 4470406 h 5017219"/>
              <a:gd name="connsiteX58426" fmla="*/ 1023410 w 5799173"/>
              <a:gd name="connsiteY58426" fmla="*/ 4488848 h 5017219"/>
              <a:gd name="connsiteX58427" fmla="*/ 1022081 w 5799173"/>
              <a:gd name="connsiteY58427" fmla="*/ 4489596 h 5017219"/>
              <a:gd name="connsiteX58428" fmla="*/ 1181367 w 5799173"/>
              <a:gd name="connsiteY58428" fmla="*/ 4537991 h 5017219"/>
              <a:gd name="connsiteX58429" fmla="*/ 1180038 w 5799173"/>
              <a:gd name="connsiteY58429" fmla="*/ 4537243 h 5017219"/>
              <a:gd name="connsiteX58430" fmla="*/ 1169404 w 5799173"/>
              <a:gd name="connsiteY58430" fmla="*/ 4518800 h 5017219"/>
              <a:gd name="connsiteX58431" fmla="*/ 1169404 w 5799173"/>
              <a:gd name="connsiteY58431" fmla="*/ 4517304 h 5017219"/>
              <a:gd name="connsiteX58432" fmla="*/ 1180037 w 5799173"/>
              <a:gd name="connsiteY58432" fmla="*/ 4498863 h 5017219"/>
              <a:gd name="connsiteX58433" fmla="*/ 1181367 w 5799173"/>
              <a:gd name="connsiteY58433" fmla="*/ 4498115 h 5017219"/>
              <a:gd name="connsiteX58434" fmla="*/ 1202635 w 5799173"/>
              <a:gd name="connsiteY58434" fmla="*/ 4498115 h 5017219"/>
              <a:gd name="connsiteX58435" fmla="*/ 1203965 w 5799173"/>
              <a:gd name="connsiteY58435" fmla="*/ 4498863 h 5017219"/>
              <a:gd name="connsiteX58436" fmla="*/ 1214599 w 5799173"/>
              <a:gd name="connsiteY58436" fmla="*/ 4517305 h 5017219"/>
              <a:gd name="connsiteX58437" fmla="*/ 1214599 w 5799173"/>
              <a:gd name="connsiteY58437" fmla="*/ 4518801 h 5017219"/>
              <a:gd name="connsiteX58438" fmla="*/ 1203965 w 5799173"/>
              <a:gd name="connsiteY58438" fmla="*/ 4537243 h 5017219"/>
              <a:gd name="connsiteX58439" fmla="*/ 1202636 w 5799173"/>
              <a:gd name="connsiteY58439" fmla="*/ 4537991 h 5017219"/>
              <a:gd name="connsiteX58440" fmla="*/ 388273 w 5799173"/>
              <a:gd name="connsiteY58440" fmla="*/ 4374248 h 5017219"/>
              <a:gd name="connsiteX58441" fmla="*/ 387359 w 5799173"/>
              <a:gd name="connsiteY58441" fmla="*/ 4373748 h 5017219"/>
              <a:gd name="connsiteX58442" fmla="*/ 379965 w 5799173"/>
              <a:gd name="connsiteY58442" fmla="*/ 4360874 h 5017219"/>
              <a:gd name="connsiteX58443" fmla="*/ 379965 w 5799173"/>
              <a:gd name="connsiteY58443" fmla="*/ 4359794 h 5017219"/>
              <a:gd name="connsiteX58444" fmla="*/ 387358 w 5799173"/>
              <a:gd name="connsiteY58444" fmla="*/ 4346918 h 5017219"/>
              <a:gd name="connsiteX58445" fmla="*/ 388272 w 5799173"/>
              <a:gd name="connsiteY58445" fmla="*/ 4346420 h 5017219"/>
              <a:gd name="connsiteX58446" fmla="*/ 403143 w 5799173"/>
              <a:gd name="connsiteY58446" fmla="*/ 4346419 h 5017219"/>
              <a:gd name="connsiteX58447" fmla="*/ 404058 w 5799173"/>
              <a:gd name="connsiteY58447" fmla="*/ 4346916 h 5017219"/>
              <a:gd name="connsiteX58448" fmla="*/ 411451 w 5799173"/>
              <a:gd name="connsiteY58448" fmla="*/ 4359795 h 5017219"/>
              <a:gd name="connsiteX58449" fmla="*/ 411451 w 5799173"/>
              <a:gd name="connsiteY58449" fmla="*/ 4360874 h 5017219"/>
              <a:gd name="connsiteX58450" fmla="*/ 404058 w 5799173"/>
              <a:gd name="connsiteY58450" fmla="*/ 4373749 h 5017219"/>
              <a:gd name="connsiteX58451" fmla="*/ 403144 w 5799173"/>
              <a:gd name="connsiteY58451" fmla="*/ 4374247 h 5017219"/>
              <a:gd name="connsiteX58452" fmla="*/ 1228989 w 5799173"/>
              <a:gd name="connsiteY58452" fmla="*/ 4603622 h 5017219"/>
              <a:gd name="connsiteX58453" fmla="*/ 1227826 w 5799173"/>
              <a:gd name="connsiteY58453" fmla="*/ 4602957 h 5017219"/>
              <a:gd name="connsiteX58454" fmla="*/ 1218604 w 5799173"/>
              <a:gd name="connsiteY58454" fmla="*/ 4587006 h 5017219"/>
              <a:gd name="connsiteX58455" fmla="*/ 1218604 w 5799173"/>
              <a:gd name="connsiteY58455" fmla="*/ 4585677 h 5017219"/>
              <a:gd name="connsiteX58456" fmla="*/ 1227826 w 5799173"/>
              <a:gd name="connsiteY58456" fmla="*/ 4569726 h 5017219"/>
              <a:gd name="connsiteX58457" fmla="*/ 1228989 w 5799173"/>
              <a:gd name="connsiteY58457" fmla="*/ 4569060 h 5017219"/>
              <a:gd name="connsiteX58458" fmla="*/ 1247432 w 5799173"/>
              <a:gd name="connsiteY58458" fmla="*/ 4569061 h 5017219"/>
              <a:gd name="connsiteX58459" fmla="*/ 1248595 w 5799173"/>
              <a:gd name="connsiteY58459" fmla="*/ 4569725 h 5017219"/>
              <a:gd name="connsiteX58460" fmla="*/ 1257817 w 5799173"/>
              <a:gd name="connsiteY58460" fmla="*/ 4585678 h 5017219"/>
              <a:gd name="connsiteX58461" fmla="*/ 1257817 w 5799173"/>
              <a:gd name="connsiteY58461" fmla="*/ 4587006 h 5017219"/>
              <a:gd name="connsiteX58462" fmla="*/ 1248595 w 5799173"/>
              <a:gd name="connsiteY58462" fmla="*/ 4602956 h 5017219"/>
              <a:gd name="connsiteX58463" fmla="*/ 1247432 w 5799173"/>
              <a:gd name="connsiteY58463" fmla="*/ 4603622 h 5017219"/>
              <a:gd name="connsiteX58464" fmla="*/ 565844 w 5799173"/>
              <a:gd name="connsiteY58464" fmla="*/ 4428137 h 5017219"/>
              <a:gd name="connsiteX58465" fmla="*/ 564598 w 5799173"/>
              <a:gd name="connsiteY58465" fmla="*/ 4427390 h 5017219"/>
              <a:gd name="connsiteX58466" fmla="*/ 554214 w 5799173"/>
              <a:gd name="connsiteY58466" fmla="*/ 4409445 h 5017219"/>
              <a:gd name="connsiteX58467" fmla="*/ 554213 w 5799173"/>
              <a:gd name="connsiteY58467" fmla="*/ 4407950 h 5017219"/>
              <a:gd name="connsiteX58468" fmla="*/ 564598 w 5799173"/>
              <a:gd name="connsiteY58468" fmla="*/ 4390004 h 5017219"/>
              <a:gd name="connsiteX58469" fmla="*/ 565845 w 5799173"/>
              <a:gd name="connsiteY58469" fmla="*/ 4389256 h 5017219"/>
              <a:gd name="connsiteX58470" fmla="*/ 586614 w 5799173"/>
              <a:gd name="connsiteY58470" fmla="*/ 4389258 h 5017219"/>
              <a:gd name="connsiteX58471" fmla="*/ 587860 w 5799173"/>
              <a:gd name="connsiteY58471" fmla="*/ 4390006 h 5017219"/>
              <a:gd name="connsiteX58472" fmla="*/ 598245 w 5799173"/>
              <a:gd name="connsiteY58472" fmla="*/ 4407949 h 5017219"/>
              <a:gd name="connsiteX58473" fmla="*/ 598245 w 5799173"/>
              <a:gd name="connsiteY58473" fmla="*/ 4409445 h 5017219"/>
              <a:gd name="connsiteX58474" fmla="*/ 587861 w 5799173"/>
              <a:gd name="connsiteY58474" fmla="*/ 4427387 h 5017219"/>
              <a:gd name="connsiteX58475" fmla="*/ 586615 w 5799173"/>
              <a:gd name="connsiteY58475" fmla="*/ 4428137 h 5017219"/>
              <a:gd name="connsiteX58476" fmla="*/ 1107421 w 5799173"/>
              <a:gd name="connsiteY58476" fmla="*/ 4573498 h 5017219"/>
              <a:gd name="connsiteX58477" fmla="*/ 1106176 w 5799173"/>
              <a:gd name="connsiteY58477" fmla="*/ 4572751 h 5017219"/>
              <a:gd name="connsiteX58478" fmla="*/ 1095708 w 5799173"/>
              <a:gd name="connsiteY58478" fmla="*/ 4554640 h 5017219"/>
              <a:gd name="connsiteX58479" fmla="*/ 1095707 w 5799173"/>
              <a:gd name="connsiteY58479" fmla="*/ 4553145 h 5017219"/>
              <a:gd name="connsiteX58480" fmla="*/ 1106175 w 5799173"/>
              <a:gd name="connsiteY58480" fmla="*/ 4535035 h 5017219"/>
              <a:gd name="connsiteX58481" fmla="*/ 1107421 w 5799173"/>
              <a:gd name="connsiteY58481" fmla="*/ 4534287 h 5017219"/>
              <a:gd name="connsiteX58482" fmla="*/ 1128357 w 5799173"/>
              <a:gd name="connsiteY58482" fmla="*/ 4534288 h 5017219"/>
              <a:gd name="connsiteX58483" fmla="*/ 1129603 w 5799173"/>
              <a:gd name="connsiteY58483" fmla="*/ 4535036 h 5017219"/>
              <a:gd name="connsiteX58484" fmla="*/ 1140071 w 5799173"/>
              <a:gd name="connsiteY58484" fmla="*/ 4553145 h 5017219"/>
              <a:gd name="connsiteX58485" fmla="*/ 1140071 w 5799173"/>
              <a:gd name="connsiteY58485" fmla="*/ 4554641 h 5017219"/>
              <a:gd name="connsiteX58486" fmla="*/ 1129604 w 5799173"/>
              <a:gd name="connsiteY58486" fmla="*/ 4572749 h 5017219"/>
              <a:gd name="connsiteX58487" fmla="*/ 1128358 w 5799173"/>
              <a:gd name="connsiteY58487" fmla="*/ 4573496 h 5017219"/>
              <a:gd name="connsiteX58488" fmla="*/ 746257 w 5799173"/>
              <a:gd name="connsiteY58488" fmla="*/ 4476836 h 5017219"/>
              <a:gd name="connsiteX58489" fmla="*/ 745011 w 5799173"/>
              <a:gd name="connsiteY58489" fmla="*/ 4476089 h 5017219"/>
              <a:gd name="connsiteX58490" fmla="*/ 734626 w 5799173"/>
              <a:gd name="connsiteY58490" fmla="*/ 4458061 h 5017219"/>
              <a:gd name="connsiteX58491" fmla="*/ 734626 w 5799173"/>
              <a:gd name="connsiteY58491" fmla="*/ 4456566 h 5017219"/>
              <a:gd name="connsiteX58492" fmla="*/ 745094 w 5799173"/>
              <a:gd name="connsiteY58492" fmla="*/ 4438537 h 5017219"/>
              <a:gd name="connsiteX58493" fmla="*/ 746340 w 5799173"/>
              <a:gd name="connsiteY58493" fmla="*/ 4437788 h 5017219"/>
              <a:gd name="connsiteX58494" fmla="*/ 767192 w 5799173"/>
              <a:gd name="connsiteY58494" fmla="*/ 4437790 h 5017219"/>
              <a:gd name="connsiteX58495" fmla="*/ 768439 w 5799173"/>
              <a:gd name="connsiteY58495" fmla="*/ 4438538 h 5017219"/>
              <a:gd name="connsiteX58496" fmla="*/ 778824 w 5799173"/>
              <a:gd name="connsiteY58496" fmla="*/ 4456566 h 5017219"/>
              <a:gd name="connsiteX58497" fmla="*/ 778823 w 5799173"/>
              <a:gd name="connsiteY58497" fmla="*/ 4458062 h 5017219"/>
              <a:gd name="connsiteX58498" fmla="*/ 768356 w 5799173"/>
              <a:gd name="connsiteY58498" fmla="*/ 4476089 h 5017219"/>
              <a:gd name="connsiteX58499" fmla="*/ 767110 w 5799173"/>
              <a:gd name="connsiteY58499" fmla="*/ 4476836 h 5017219"/>
              <a:gd name="connsiteX58500" fmla="*/ 926796 w 5799173"/>
              <a:gd name="connsiteY58500" fmla="*/ 4525221 h 5017219"/>
              <a:gd name="connsiteX58501" fmla="*/ 925549 w 5799173"/>
              <a:gd name="connsiteY58501" fmla="*/ 4524473 h 5017219"/>
              <a:gd name="connsiteX58502" fmla="*/ 914999 w 5799173"/>
              <a:gd name="connsiteY58502" fmla="*/ 4506196 h 5017219"/>
              <a:gd name="connsiteX58503" fmla="*/ 914999 w 5799173"/>
              <a:gd name="connsiteY58503" fmla="*/ 4504700 h 5017219"/>
              <a:gd name="connsiteX58504" fmla="*/ 925549 w 5799173"/>
              <a:gd name="connsiteY58504" fmla="*/ 4486424 h 5017219"/>
              <a:gd name="connsiteX58505" fmla="*/ 926795 w 5799173"/>
              <a:gd name="connsiteY58505" fmla="*/ 4485676 h 5017219"/>
              <a:gd name="connsiteX58506" fmla="*/ 947814 w 5799173"/>
              <a:gd name="connsiteY58506" fmla="*/ 4485677 h 5017219"/>
              <a:gd name="connsiteX58507" fmla="*/ 949060 w 5799173"/>
              <a:gd name="connsiteY58507" fmla="*/ 4486426 h 5017219"/>
              <a:gd name="connsiteX58508" fmla="*/ 959613 w 5799173"/>
              <a:gd name="connsiteY58508" fmla="*/ 4504701 h 5017219"/>
              <a:gd name="connsiteX58509" fmla="*/ 959612 w 5799173"/>
              <a:gd name="connsiteY58509" fmla="*/ 4506198 h 5017219"/>
              <a:gd name="connsiteX58510" fmla="*/ 949061 w 5799173"/>
              <a:gd name="connsiteY58510" fmla="*/ 4524471 h 5017219"/>
              <a:gd name="connsiteX58511" fmla="*/ 947815 w 5799173"/>
              <a:gd name="connsiteY58511" fmla="*/ 4525220 h 5017219"/>
              <a:gd name="connsiteX58512" fmla="*/ 505468 w 5799173"/>
              <a:gd name="connsiteY58512" fmla="*/ 4412425 h 5017219"/>
              <a:gd name="connsiteX58513" fmla="*/ 504222 w 5799173"/>
              <a:gd name="connsiteY58513" fmla="*/ 4411676 h 5017219"/>
              <a:gd name="connsiteX58514" fmla="*/ 493671 w 5799173"/>
              <a:gd name="connsiteY58514" fmla="*/ 4393401 h 5017219"/>
              <a:gd name="connsiteX58515" fmla="*/ 493671 w 5799173"/>
              <a:gd name="connsiteY58515" fmla="*/ 4391905 h 5017219"/>
              <a:gd name="connsiteX58516" fmla="*/ 504222 w 5799173"/>
              <a:gd name="connsiteY58516" fmla="*/ 4373627 h 5017219"/>
              <a:gd name="connsiteX58517" fmla="*/ 505468 w 5799173"/>
              <a:gd name="connsiteY58517" fmla="*/ 4372880 h 5017219"/>
              <a:gd name="connsiteX58518" fmla="*/ 526487 w 5799173"/>
              <a:gd name="connsiteY58518" fmla="*/ 4372881 h 5017219"/>
              <a:gd name="connsiteX58519" fmla="*/ 527733 w 5799173"/>
              <a:gd name="connsiteY58519" fmla="*/ 4373629 h 5017219"/>
              <a:gd name="connsiteX58520" fmla="*/ 538285 w 5799173"/>
              <a:gd name="connsiteY58520" fmla="*/ 4391905 h 5017219"/>
              <a:gd name="connsiteX58521" fmla="*/ 538285 w 5799173"/>
              <a:gd name="connsiteY58521" fmla="*/ 4393401 h 5017219"/>
              <a:gd name="connsiteX58522" fmla="*/ 527733 w 5799173"/>
              <a:gd name="connsiteY58522" fmla="*/ 4411676 h 5017219"/>
              <a:gd name="connsiteX58523" fmla="*/ 526487 w 5799173"/>
              <a:gd name="connsiteY58523" fmla="*/ 4412424 h 5017219"/>
              <a:gd name="connsiteX58524" fmla="*/ 445317 w 5799173"/>
              <a:gd name="connsiteY58524" fmla="*/ 4396310 h 5017219"/>
              <a:gd name="connsiteX58525" fmla="*/ 444072 w 5799173"/>
              <a:gd name="connsiteY58525" fmla="*/ 4395563 h 5017219"/>
              <a:gd name="connsiteX58526" fmla="*/ 433604 w 5799173"/>
              <a:gd name="connsiteY58526" fmla="*/ 4377451 h 5017219"/>
              <a:gd name="connsiteX58527" fmla="*/ 433604 w 5799173"/>
              <a:gd name="connsiteY58527" fmla="*/ 4375956 h 5017219"/>
              <a:gd name="connsiteX58528" fmla="*/ 444072 w 5799173"/>
              <a:gd name="connsiteY58528" fmla="*/ 4357845 h 5017219"/>
              <a:gd name="connsiteX58529" fmla="*/ 445318 w 5799173"/>
              <a:gd name="connsiteY58529" fmla="*/ 4357097 h 5017219"/>
              <a:gd name="connsiteX58530" fmla="*/ 466254 w 5799173"/>
              <a:gd name="connsiteY58530" fmla="*/ 4357098 h 5017219"/>
              <a:gd name="connsiteX58531" fmla="*/ 467500 w 5799173"/>
              <a:gd name="connsiteY58531" fmla="*/ 4357846 h 5017219"/>
              <a:gd name="connsiteX58532" fmla="*/ 477967 w 5799173"/>
              <a:gd name="connsiteY58532" fmla="*/ 4375957 h 5017219"/>
              <a:gd name="connsiteX58533" fmla="*/ 477967 w 5799173"/>
              <a:gd name="connsiteY58533" fmla="*/ 4377452 h 5017219"/>
              <a:gd name="connsiteX58534" fmla="*/ 467500 w 5799173"/>
              <a:gd name="connsiteY58534" fmla="*/ 4395563 h 5017219"/>
              <a:gd name="connsiteX58535" fmla="*/ 466254 w 5799173"/>
              <a:gd name="connsiteY58535" fmla="*/ 4396310 h 5017219"/>
              <a:gd name="connsiteX58536" fmla="*/ 625838 w 5799173"/>
              <a:gd name="connsiteY58536" fmla="*/ 4444687 h 5017219"/>
              <a:gd name="connsiteX58537" fmla="*/ 624591 w 5799173"/>
              <a:gd name="connsiteY58537" fmla="*/ 4443938 h 5017219"/>
              <a:gd name="connsiteX58538" fmla="*/ 614041 w 5799173"/>
              <a:gd name="connsiteY58538" fmla="*/ 4425662 h 5017219"/>
              <a:gd name="connsiteX58539" fmla="*/ 614040 w 5799173"/>
              <a:gd name="connsiteY58539" fmla="*/ 4424166 h 5017219"/>
              <a:gd name="connsiteX58540" fmla="*/ 624591 w 5799173"/>
              <a:gd name="connsiteY58540" fmla="*/ 4405889 h 5017219"/>
              <a:gd name="connsiteX58541" fmla="*/ 625837 w 5799173"/>
              <a:gd name="connsiteY58541" fmla="*/ 4405142 h 5017219"/>
              <a:gd name="connsiteX58542" fmla="*/ 646856 w 5799173"/>
              <a:gd name="connsiteY58542" fmla="*/ 4405142 h 5017219"/>
              <a:gd name="connsiteX58543" fmla="*/ 648102 w 5799173"/>
              <a:gd name="connsiteY58543" fmla="*/ 4405891 h 5017219"/>
              <a:gd name="connsiteX58544" fmla="*/ 658654 w 5799173"/>
              <a:gd name="connsiteY58544" fmla="*/ 4424167 h 5017219"/>
              <a:gd name="connsiteX58545" fmla="*/ 658654 w 5799173"/>
              <a:gd name="connsiteY58545" fmla="*/ 4425663 h 5017219"/>
              <a:gd name="connsiteX58546" fmla="*/ 648103 w 5799173"/>
              <a:gd name="connsiteY58546" fmla="*/ 4443938 h 5017219"/>
              <a:gd name="connsiteX58547" fmla="*/ 646856 w 5799173"/>
              <a:gd name="connsiteY58547" fmla="*/ 4444687 h 5017219"/>
              <a:gd name="connsiteX58548" fmla="*/ 866580 w 5799173"/>
              <a:gd name="connsiteY58548" fmla="*/ 4509204 h 5017219"/>
              <a:gd name="connsiteX58549" fmla="*/ 865334 w 5799173"/>
              <a:gd name="connsiteY58549" fmla="*/ 4508456 h 5017219"/>
              <a:gd name="connsiteX58550" fmla="*/ 854783 w 5799173"/>
              <a:gd name="connsiteY58550" fmla="*/ 4490180 h 5017219"/>
              <a:gd name="connsiteX58551" fmla="*/ 854783 w 5799173"/>
              <a:gd name="connsiteY58551" fmla="*/ 4488684 h 5017219"/>
              <a:gd name="connsiteX58552" fmla="*/ 865334 w 5799173"/>
              <a:gd name="connsiteY58552" fmla="*/ 4470407 h 5017219"/>
              <a:gd name="connsiteX58553" fmla="*/ 866580 w 5799173"/>
              <a:gd name="connsiteY58553" fmla="*/ 4469658 h 5017219"/>
              <a:gd name="connsiteX58554" fmla="*/ 887599 w 5799173"/>
              <a:gd name="connsiteY58554" fmla="*/ 4469660 h 5017219"/>
              <a:gd name="connsiteX58555" fmla="*/ 888845 w 5799173"/>
              <a:gd name="connsiteY58555" fmla="*/ 4470408 h 5017219"/>
              <a:gd name="connsiteX58556" fmla="*/ 899397 w 5799173"/>
              <a:gd name="connsiteY58556" fmla="*/ 4488685 h 5017219"/>
              <a:gd name="connsiteX58557" fmla="*/ 899397 w 5799173"/>
              <a:gd name="connsiteY58557" fmla="*/ 4490181 h 5017219"/>
              <a:gd name="connsiteX58558" fmla="*/ 888845 w 5799173"/>
              <a:gd name="connsiteY58558" fmla="*/ 4508456 h 5017219"/>
              <a:gd name="connsiteX58559" fmla="*/ 887599 w 5799173"/>
              <a:gd name="connsiteY58559" fmla="*/ 4509204 h 5017219"/>
              <a:gd name="connsiteX58560" fmla="*/ 986961 w 5799173"/>
              <a:gd name="connsiteY58560" fmla="*/ 4541520 h 5017219"/>
              <a:gd name="connsiteX58561" fmla="*/ 985632 w 5799173"/>
              <a:gd name="connsiteY58561" fmla="*/ 4540773 h 5017219"/>
              <a:gd name="connsiteX58562" fmla="*/ 975081 w 5799173"/>
              <a:gd name="connsiteY58562" fmla="*/ 4522413 h 5017219"/>
              <a:gd name="connsiteX58563" fmla="*/ 975081 w 5799173"/>
              <a:gd name="connsiteY58563" fmla="*/ 4520918 h 5017219"/>
              <a:gd name="connsiteX58564" fmla="*/ 985633 w 5799173"/>
              <a:gd name="connsiteY58564" fmla="*/ 4502557 h 5017219"/>
              <a:gd name="connsiteX58565" fmla="*/ 986961 w 5799173"/>
              <a:gd name="connsiteY58565" fmla="*/ 4501810 h 5017219"/>
              <a:gd name="connsiteX58566" fmla="*/ 1008147 w 5799173"/>
              <a:gd name="connsiteY58566" fmla="*/ 4501812 h 5017219"/>
              <a:gd name="connsiteX58567" fmla="*/ 1009476 w 5799173"/>
              <a:gd name="connsiteY58567" fmla="*/ 4502560 h 5017219"/>
              <a:gd name="connsiteX58568" fmla="*/ 1020027 w 5799173"/>
              <a:gd name="connsiteY58568" fmla="*/ 4520919 h 5017219"/>
              <a:gd name="connsiteX58569" fmla="*/ 1020027 w 5799173"/>
              <a:gd name="connsiteY58569" fmla="*/ 4522414 h 5017219"/>
              <a:gd name="connsiteX58570" fmla="*/ 1009477 w 5799173"/>
              <a:gd name="connsiteY58570" fmla="*/ 4540771 h 5017219"/>
              <a:gd name="connsiteX58571" fmla="*/ 1008148 w 5799173"/>
              <a:gd name="connsiteY58571" fmla="*/ 4541520 h 5017219"/>
              <a:gd name="connsiteX58572" fmla="*/ 1047147 w 5799173"/>
              <a:gd name="connsiteY58572" fmla="*/ 4557647 h 5017219"/>
              <a:gd name="connsiteX58573" fmla="*/ 1045819 w 5799173"/>
              <a:gd name="connsiteY58573" fmla="*/ 4556898 h 5017219"/>
              <a:gd name="connsiteX58574" fmla="*/ 1035268 w 5799173"/>
              <a:gd name="connsiteY58574" fmla="*/ 4538539 h 5017219"/>
              <a:gd name="connsiteX58575" fmla="*/ 1035268 w 5799173"/>
              <a:gd name="connsiteY58575" fmla="*/ 4537043 h 5017219"/>
              <a:gd name="connsiteX58576" fmla="*/ 1045818 w 5799173"/>
              <a:gd name="connsiteY58576" fmla="*/ 4518684 h 5017219"/>
              <a:gd name="connsiteX58577" fmla="*/ 1047147 w 5799173"/>
              <a:gd name="connsiteY58577" fmla="*/ 4517935 h 5017219"/>
              <a:gd name="connsiteX58578" fmla="*/ 1068333 w 5799173"/>
              <a:gd name="connsiteY58578" fmla="*/ 4517938 h 5017219"/>
              <a:gd name="connsiteX58579" fmla="*/ 1069662 w 5799173"/>
              <a:gd name="connsiteY58579" fmla="*/ 4518685 h 5017219"/>
              <a:gd name="connsiteX58580" fmla="*/ 1080213 w 5799173"/>
              <a:gd name="connsiteY58580" fmla="*/ 4537044 h 5017219"/>
              <a:gd name="connsiteX58581" fmla="*/ 1080213 w 5799173"/>
              <a:gd name="connsiteY58581" fmla="*/ 4538540 h 5017219"/>
              <a:gd name="connsiteX58582" fmla="*/ 1069663 w 5799173"/>
              <a:gd name="connsiteY58582" fmla="*/ 4556896 h 5017219"/>
              <a:gd name="connsiteX58583" fmla="*/ 1068334 w 5799173"/>
              <a:gd name="connsiteY58583" fmla="*/ 4557645 h 5017219"/>
              <a:gd name="connsiteX58584" fmla="*/ 686002 w 5799173"/>
              <a:gd name="connsiteY58584" fmla="*/ 4460898 h 5017219"/>
              <a:gd name="connsiteX58585" fmla="*/ 684756 w 5799173"/>
              <a:gd name="connsiteY58585" fmla="*/ 4460150 h 5017219"/>
              <a:gd name="connsiteX58586" fmla="*/ 674205 w 5799173"/>
              <a:gd name="connsiteY58586" fmla="*/ 4441874 h 5017219"/>
              <a:gd name="connsiteX58587" fmla="*/ 674205 w 5799173"/>
              <a:gd name="connsiteY58587" fmla="*/ 4440377 h 5017219"/>
              <a:gd name="connsiteX58588" fmla="*/ 684756 w 5799173"/>
              <a:gd name="connsiteY58588" fmla="*/ 4422100 h 5017219"/>
              <a:gd name="connsiteX58589" fmla="*/ 686002 w 5799173"/>
              <a:gd name="connsiteY58589" fmla="*/ 4421352 h 5017219"/>
              <a:gd name="connsiteX58590" fmla="*/ 707021 w 5799173"/>
              <a:gd name="connsiteY58590" fmla="*/ 4421353 h 5017219"/>
              <a:gd name="connsiteX58591" fmla="*/ 708267 w 5799173"/>
              <a:gd name="connsiteY58591" fmla="*/ 4422100 h 5017219"/>
              <a:gd name="connsiteX58592" fmla="*/ 718819 w 5799173"/>
              <a:gd name="connsiteY58592" fmla="*/ 4440378 h 5017219"/>
              <a:gd name="connsiteX58593" fmla="*/ 718819 w 5799173"/>
              <a:gd name="connsiteY58593" fmla="*/ 4441874 h 5017219"/>
              <a:gd name="connsiteX58594" fmla="*/ 708267 w 5799173"/>
              <a:gd name="connsiteY58594" fmla="*/ 4460150 h 5017219"/>
              <a:gd name="connsiteX58595" fmla="*/ 707021 w 5799173"/>
              <a:gd name="connsiteY58595" fmla="*/ 4460898 h 5017219"/>
              <a:gd name="connsiteX58596" fmla="*/ 806336 w 5799173"/>
              <a:gd name="connsiteY58596" fmla="*/ 4493156 h 5017219"/>
              <a:gd name="connsiteX58597" fmla="*/ 805007 w 5799173"/>
              <a:gd name="connsiteY58597" fmla="*/ 4492408 h 5017219"/>
              <a:gd name="connsiteX58598" fmla="*/ 794373 w 5799173"/>
              <a:gd name="connsiteY58598" fmla="*/ 4473965 h 5017219"/>
              <a:gd name="connsiteX58599" fmla="*/ 794373 w 5799173"/>
              <a:gd name="connsiteY58599" fmla="*/ 4472470 h 5017219"/>
              <a:gd name="connsiteX58600" fmla="*/ 805007 w 5799173"/>
              <a:gd name="connsiteY58600" fmla="*/ 4454026 h 5017219"/>
              <a:gd name="connsiteX58601" fmla="*/ 806336 w 5799173"/>
              <a:gd name="connsiteY58601" fmla="*/ 4453279 h 5017219"/>
              <a:gd name="connsiteX58602" fmla="*/ 827604 w 5799173"/>
              <a:gd name="connsiteY58602" fmla="*/ 4453281 h 5017219"/>
              <a:gd name="connsiteX58603" fmla="*/ 828934 w 5799173"/>
              <a:gd name="connsiteY58603" fmla="*/ 4454029 h 5017219"/>
              <a:gd name="connsiteX58604" fmla="*/ 839568 w 5799173"/>
              <a:gd name="connsiteY58604" fmla="*/ 4472470 h 5017219"/>
              <a:gd name="connsiteX58605" fmla="*/ 839568 w 5799173"/>
              <a:gd name="connsiteY58605" fmla="*/ 4473965 h 5017219"/>
              <a:gd name="connsiteX58606" fmla="*/ 828935 w 5799173"/>
              <a:gd name="connsiteY58606" fmla="*/ 4492406 h 5017219"/>
              <a:gd name="connsiteX58607" fmla="*/ 827605 w 5799173"/>
              <a:gd name="connsiteY58607" fmla="*/ 4493155 h 5017219"/>
              <a:gd name="connsiteX58608" fmla="*/ 1167488 w 5799173"/>
              <a:gd name="connsiteY58608" fmla="*/ 4589928 h 5017219"/>
              <a:gd name="connsiteX58609" fmla="*/ 1166241 w 5799173"/>
              <a:gd name="connsiteY58609" fmla="*/ 4589180 h 5017219"/>
              <a:gd name="connsiteX58610" fmla="*/ 1155691 w 5799173"/>
              <a:gd name="connsiteY58610" fmla="*/ 4570904 h 5017219"/>
              <a:gd name="connsiteX58611" fmla="*/ 1155690 w 5799173"/>
              <a:gd name="connsiteY58611" fmla="*/ 4569408 h 5017219"/>
              <a:gd name="connsiteX58612" fmla="*/ 1166241 w 5799173"/>
              <a:gd name="connsiteY58612" fmla="*/ 4551131 h 5017219"/>
              <a:gd name="connsiteX58613" fmla="*/ 1167487 w 5799173"/>
              <a:gd name="connsiteY58613" fmla="*/ 4550383 h 5017219"/>
              <a:gd name="connsiteX58614" fmla="*/ 1188506 w 5799173"/>
              <a:gd name="connsiteY58614" fmla="*/ 4550383 h 5017219"/>
              <a:gd name="connsiteX58615" fmla="*/ 1189752 w 5799173"/>
              <a:gd name="connsiteY58615" fmla="*/ 4551131 h 5017219"/>
              <a:gd name="connsiteX58616" fmla="*/ 1200304 w 5799173"/>
              <a:gd name="connsiteY58616" fmla="*/ 4569408 h 5017219"/>
              <a:gd name="connsiteX58617" fmla="*/ 1200304 w 5799173"/>
              <a:gd name="connsiteY58617" fmla="*/ 4570904 h 5017219"/>
              <a:gd name="connsiteX58618" fmla="*/ 1189752 w 5799173"/>
              <a:gd name="connsiteY58618" fmla="*/ 4589181 h 5017219"/>
              <a:gd name="connsiteX58619" fmla="*/ 1188506 w 5799173"/>
              <a:gd name="connsiteY58619" fmla="*/ 4589929 h 5017219"/>
              <a:gd name="connsiteX58620" fmla="*/ 373021 w 5799173"/>
              <a:gd name="connsiteY58620" fmla="*/ 4428759 h 5017219"/>
              <a:gd name="connsiteX58621" fmla="*/ 371940 w 5799173"/>
              <a:gd name="connsiteY58621" fmla="*/ 4428177 h 5017219"/>
              <a:gd name="connsiteX58622" fmla="*/ 363301 w 5799173"/>
              <a:gd name="connsiteY58622" fmla="*/ 4413222 h 5017219"/>
              <a:gd name="connsiteX58623" fmla="*/ 363301 w 5799173"/>
              <a:gd name="connsiteY58623" fmla="*/ 4411975 h 5017219"/>
              <a:gd name="connsiteX58624" fmla="*/ 371940 w 5799173"/>
              <a:gd name="connsiteY58624" fmla="*/ 4397023 h 5017219"/>
              <a:gd name="connsiteX58625" fmla="*/ 373020 w 5799173"/>
              <a:gd name="connsiteY58625" fmla="*/ 4396441 h 5017219"/>
              <a:gd name="connsiteX58626" fmla="*/ 390300 w 5799173"/>
              <a:gd name="connsiteY58626" fmla="*/ 4396441 h 5017219"/>
              <a:gd name="connsiteX58627" fmla="*/ 391380 w 5799173"/>
              <a:gd name="connsiteY58627" fmla="*/ 4397024 h 5017219"/>
              <a:gd name="connsiteX58628" fmla="*/ 400021 w 5799173"/>
              <a:gd name="connsiteY58628" fmla="*/ 4411978 h 5017219"/>
              <a:gd name="connsiteX58629" fmla="*/ 400021 w 5799173"/>
              <a:gd name="connsiteY58629" fmla="*/ 4413224 h 5017219"/>
              <a:gd name="connsiteX58630" fmla="*/ 391381 w 5799173"/>
              <a:gd name="connsiteY58630" fmla="*/ 4428176 h 5017219"/>
              <a:gd name="connsiteX58631" fmla="*/ 390301 w 5799173"/>
              <a:gd name="connsiteY58631" fmla="*/ 4428758 h 5017219"/>
              <a:gd name="connsiteX58632" fmla="*/ 432412 w 5799173"/>
              <a:gd name="connsiteY58632" fmla="*/ 4446517 h 5017219"/>
              <a:gd name="connsiteX58633" fmla="*/ 431249 w 5799173"/>
              <a:gd name="connsiteY58633" fmla="*/ 4445852 h 5017219"/>
              <a:gd name="connsiteX58634" fmla="*/ 421861 w 5799173"/>
              <a:gd name="connsiteY58634" fmla="*/ 4429568 h 5017219"/>
              <a:gd name="connsiteX58635" fmla="*/ 421861 w 5799173"/>
              <a:gd name="connsiteY58635" fmla="*/ 4428239 h 5017219"/>
              <a:gd name="connsiteX58636" fmla="*/ 431248 w 5799173"/>
              <a:gd name="connsiteY58636" fmla="*/ 4411957 h 5017219"/>
              <a:gd name="connsiteX58637" fmla="*/ 432412 w 5799173"/>
              <a:gd name="connsiteY58637" fmla="*/ 4411291 h 5017219"/>
              <a:gd name="connsiteX58638" fmla="*/ 451187 w 5799173"/>
              <a:gd name="connsiteY58638" fmla="*/ 4411291 h 5017219"/>
              <a:gd name="connsiteX58639" fmla="*/ 452351 w 5799173"/>
              <a:gd name="connsiteY58639" fmla="*/ 4411956 h 5017219"/>
              <a:gd name="connsiteX58640" fmla="*/ 461739 w 5799173"/>
              <a:gd name="connsiteY58640" fmla="*/ 4428239 h 5017219"/>
              <a:gd name="connsiteX58641" fmla="*/ 461739 w 5799173"/>
              <a:gd name="connsiteY58641" fmla="*/ 4429569 h 5017219"/>
              <a:gd name="connsiteX58642" fmla="*/ 452351 w 5799173"/>
              <a:gd name="connsiteY58642" fmla="*/ 4445852 h 5017219"/>
              <a:gd name="connsiteX58643" fmla="*/ 451188 w 5799173"/>
              <a:gd name="connsiteY58643" fmla="*/ 4446517 h 5017219"/>
              <a:gd name="connsiteX58644" fmla="*/ 1154290 w 5799173"/>
              <a:gd name="connsiteY58644" fmla="*/ 4640523 h 5017219"/>
              <a:gd name="connsiteX58645" fmla="*/ 1153127 w 5799173"/>
              <a:gd name="connsiteY58645" fmla="*/ 4639858 h 5017219"/>
              <a:gd name="connsiteX58646" fmla="*/ 1143407 w 5799173"/>
              <a:gd name="connsiteY58646" fmla="*/ 4622909 h 5017219"/>
              <a:gd name="connsiteX58647" fmla="*/ 1143407 w 5799173"/>
              <a:gd name="connsiteY58647" fmla="*/ 4621499 h 5017219"/>
              <a:gd name="connsiteX58648" fmla="*/ 1153209 w 5799173"/>
              <a:gd name="connsiteY58648" fmla="*/ 4604552 h 5017219"/>
              <a:gd name="connsiteX58649" fmla="*/ 1154373 w 5799173"/>
              <a:gd name="connsiteY58649" fmla="*/ 4603886 h 5017219"/>
              <a:gd name="connsiteX58650" fmla="*/ 1173896 w 5799173"/>
              <a:gd name="connsiteY58650" fmla="*/ 4603887 h 5017219"/>
              <a:gd name="connsiteX58651" fmla="*/ 1175060 w 5799173"/>
              <a:gd name="connsiteY58651" fmla="*/ 4604551 h 5017219"/>
              <a:gd name="connsiteX58652" fmla="*/ 1184779 w 5799173"/>
              <a:gd name="connsiteY58652" fmla="*/ 4621499 h 5017219"/>
              <a:gd name="connsiteX58653" fmla="*/ 1184779 w 5799173"/>
              <a:gd name="connsiteY58653" fmla="*/ 4622912 h 5017219"/>
              <a:gd name="connsiteX58654" fmla="*/ 1174976 w 5799173"/>
              <a:gd name="connsiteY58654" fmla="*/ 4639859 h 5017219"/>
              <a:gd name="connsiteX58655" fmla="*/ 1173813 w 5799173"/>
              <a:gd name="connsiteY58655" fmla="*/ 4640524 h 5017219"/>
              <a:gd name="connsiteX58656" fmla="*/ 973253 w 5799173"/>
              <a:gd name="connsiteY58656" fmla="*/ 4593112 h 5017219"/>
              <a:gd name="connsiteX58657" fmla="*/ 972006 w 5799173"/>
              <a:gd name="connsiteY58657" fmla="*/ 4592365 h 5017219"/>
              <a:gd name="connsiteX58658" fmla="*/ 961705 w 5799173"/>
              <a:gd name="connsiteY58658" fmla="*/ 4574502 h 5017219"/>
              <a:gd name="connsiteX58659" fmla="*/ 961705 w 5799173"/>
              <a:gd name="connsiteY58659" fmla="*/ 4573007 h 5017219"/>
              <a:gd name="connsiteX58660" fmla="*/ 972005 w 5799173"/>
              <a:gd name="connsiteY58660" fmla="*/ 4555147 h 5017219"/>
              <a:gd name="connsiteX58661" fmla="*/ 973253 w 5799173"/>
              <a:gd name="connsiteY58661" fmla="*/ 4554399 h 5017219"/>
              <a:gd name="connsiteX58662" fmla="*/ 993938 w 5799173"/>
              <a:gd name="connsiteY58662" fmla="*/ 4554400 h 5017219"/>
              <a:gd name="connsiteX58663" fmla="*/ 995185 w 5799173"/>
              <a:gd name="connsiteY58663" fmla="*/ 4555147 h 5017219"/>
              <a:gd name="connsiteX58664" fmla="*/ 1005487 w 5799173"/>
              <a:gd name="connsiteY58664" fmla="*/ 4573008 h 5017219"/>
              <a:gd name="connsiteX58665" fmla="*/ 1005487 w 5799173"/>
              <a:gd name="connsiteY58665" fmla="*/ 4574504 h 5017219"/>
              <a:gd name="connsiteX58666" fmla="*/ 995185 w 5799173"/>
              <a:gd name="connsiteY58666" fmla="*/ 4592365 h 5017219"/>
              <a:gd name="connsiteX58667" fmla="*/ 993939 w 5799173"/>
              <a:gd name="connsiteY58667" fmla="*/ 4593112 h 5017219"/>
              <a:gd name="connsiteX58668" fmla="*/ 672128 w 5799173"/>
              <a:gd name="connsiteY58668" fmla="*/ 4512742 h 5017219"/>
              <a:gd name="connsiteX58669" fmla="*/ 670882 w 5799173"/>
              <a:gd name="connsiteY58669" fmla="*/ 4511996 h 5017219"/>
              <a:gd name="connsiteX58670" fmla="*/ 660497 w 5799173"/>
              <a:gd name="connsiteY58670" fmla="*/ 4493966 h 5017219"/>
              <a:gd name="connsiteX58671" fmla="*/ 660497 w 5799173"/>
              <a:gd name="connsiteY58671" fmla="*/ 4492471 h 5017219"/>
              <a:gd name="connsiteX58672" fmla="*/ 670964 w 5799173"/>
              <a:gd name="connsiteY58672" fmla="*/ 4474445 h 5017219"/>
              <a:gd name="connsiteX58673" fmla="*/ 672211 w 5799173"/>
              <a:gd name="connsiteY58673" fmla="*/ 4473696 h 5017219"/>
              <a:gd name="connsiteX58674" fmla="*/ 693063 w 5799173"/>
              <a:gd name="connsiteY58674" fmla="*/ 4473698 h 5017219"/>
              <a:gd name="connsiteX58675" fmla="*/ 694309 w 5799173"/>
              <a:gd name="connsiteY58675" fmla="*/ 4474445 h 5017219"/>
              <a:gd name="connsiteX58676" fmla="*/ 704694 w 5799173"/>
              <a:gd name="connsiteY58676" fmla="*/ 4492472 h 5017219"/>
              <a:gd name="connsiteX58677" fmla="*/ 704694 w 5799173"/>
              <a:gd name="connsiteY58677" fmla="*/ 4493968 h 5017219"/>
              <a:gd name="connsiteX58678" fmla="*/ 694226 w 5799173"/>
              <a:gd name="connsiteY58678" fmla="*/ 4511997 h 5017219"/>
              <a:gd name="connsiteX58679" fmla="*/ 692980 w 5799173"/>
              <a:gd name="connsiteY58679" fmla="*/ 4512744 h 5017219"/>
              <a:gd name="connsiteX58680" fmla="*/ 1033215 w 5799173"/>
              <a:gd name="connsiteY58680" fmla="*/ 4609552 h 5017219"/>
              <a:gd name="connsiteX58681" fmla="*/ 1031968 w 5799173"/>
              <a:gd name="connsiteY58681" fmla="*/ 4608803 h 5017219"/>
              <a:gd name="connsiteX58682" fmla="*/ 1021418 w 5799173"/>
              <a:gd name="connsiteY58682" fmla="*/ 4590525 h 5017219"/>
              <a:gd name="connsiteX58683" fmla="*/ 1021418 w 5799173"/>
              <a:gd name="connsiteY58683" fmla="*/ 4589030 h 5017219"/>
              <a:gd name="connsiteX58684" fmla="*/ 1031968 w 5799173"/>
              <a:gd name="connsiteY58684" fmla="*/ 4570755 h 5017219"/>
              <a:gd name="connsiteX58685" fmla="*/ 1033214 w 5799173"/>
              <a:gd name="connsiteY58685" fmla="*/ 4570007 h 5017219"/>
              <a:gd name="connsiteX58686" fmla="*/ 1054233 w 5799173"/>
              <a:gd name="connsiteY58686" fmla="*/ 4570008 h 5017219"/>
              <a:gd name="connsiteX58687" fmla="*/ 1055479 w 5799173"/>
              <a:gd name="connsiteY58687" fmla="*/ 4570755 h 5017219"/>
              <a:gd name="connsiteX58688" fmla="*/ 1066031 w 5799173"/>
              <a:gd name="connsiteY58688" fmla="*/ 4589032 h 5017219"/>
              <a:gd name="connsiteX58689" fmla="*/ 1066031 w 5799173"/>
              <a:gd name="connsiteY58689" fmla="*/ 4590530 h 5017219"/>
              <a:gd name="connsiteX58690" fmla="*/ 1055479 w 5799173"/>
              <a:gd name="connsiteY58690" fmla="*/ 4608804 h 5017219"/>
              <a:gd name="connsiteX58691" fmla="*/ 1054234 w 5799173"/>
              <a:gd name="connsiteY58691" fmla="*/ 4609550 h 5017219"/>
              <a:gd name="connsiteX58692" fmla="*/ 1093429 w 5799173"/>
              <a:gd name="connsiteY58692" fmla="*/ 4625718 h 5017219"/>
              <a:gd name="connsiteX58693" fmla="*/ 1092183 w 5799173"/>
              <a:gd name="connsiteY58693" fmla="*/ 4624972 h 5017219"/>
              <a:gd name="connsiteX58694" fmla="*/ 1081716 w 5799173"/>
              <a:gd name="connsiteY58694" fmla="*/ 4606859 h 5017219"/>
              <a:gd name="connsiteX58695" fmla="*/ 1081716 w 5799173"/>
              <a:gd name="connsiteY58695" fmla="*/ 4605364 h 5017219"/>
              <a:gd name="connsiteX58696" fmla="*/ 1092183 w 5799173"/>
              <a:gd name="connsiteY58696" fmla="*/ 4587254 h 5017219"/>
              <a:gd name="connsiteX58697" fmla="*/ 1093429 w 5799173"/>
              <a:gd name="connsiteY58697" fmla="*/ 4586506 h 5017219"/>
              <a:gd name="connsiteX58698" fmla="*/ 1114365 w 5799173"/>
              <a:gd name="connsiteY58698" fmla="*/ 4586507 h 5017219"/>
              <a:gd name="connsiteX58699" fmla="*/ 1115611 w 5799173"/>
              <a:gd name="connsiteY58699" fmla="*/ 4587255 h 5017219"/>
              <a:gd name="connsiteX58700" fmla="*/ 1126079 w 5799173"/>
              <a:gd name="connsiteY58700" fmla="*/ 4605365 h 5017219"/>
              <a:gd name="connsiteX58701" fmla="*/ 1126079 w 5799173"/>
              <a:gd name="connsiteY58701" fmla="*/ 4606861 h 5017219"/>
              <a:gd name="connsiteX58702" fmla="*/ 1115611 w 5799173"/>
              <a:gd name="connsiteY58702" fmla="*/ 4624973 h 5017219"/>
              <a:gd name="connsiteX58703" fmla="*/ 1114365 w 5799173"/>
              <a:gd name="connsiteY58703" fmla="*/ 4625719 h 5017219"/>
              <a:gd name="connsiteX58704" fmla="*/ 852655 w 5799173"/>
              <a:gd name="connsiteY58704" fmla="*/ 4561321 h 5017219"/>
              <a:gd name="connsiteX58705" fmla="*/ 851409 w 5799173"/>
              <a:gd name="connsiteY58705" fmla="*/ 4560574 h 5017219"/>
              <a:gd name="connsiteX58706" fmla="*/ 840941 w 5799173"/>
              <a:gd name="connsiteY58706" fmla="*/ 4542463 h 5017219"/>
              <a:gd name="connsiteX58707" fmla="*/ 840941 w 5799173"/>
              <a:gd name="connsiteY58707" fmla="*/ 4540968 h 5017219"/>
              <a:gd name="connsiteX58708" fmla="*/ 851409 w 5799173"/>
              <a:gd name="connsiteY58708" fmla="*/ 4522857 h 5017219"/>
              <a:gd name="connsiteX58709" fmla="*/ 852655 w 5799173"/>
              <a:gd name="connsiteY58709" fmla="*/ 4522109 h 5017219"/>
              <a:gd name="connsiteX58710" fmla="*/ 873591 w 5799173"/>
              <a:gd name="connsiteY58710" fmla="*/ 4522109 h 5017219"/>
              <a:gd name="connsiteX58711" fmla="*/ 874837 w 5799173"/>
              <a:gd name="connsiteY58711" fmla="*/ 4522857 h 5017219"/>
              <a:gd name="connsiteX58712" fmla="*/ 885305 w 5799173"/>
              <a:gd name="connsiteY58712" fmla="*/ 4540968 h 5017219"/>
              <a:gd name="connsiteX58713" fmla="*/ 885305 w 5799173"/>
              <a:gd name="connsiteY58713" fmla="*/ 4542463 h 5017219"/>
              <a:gd name="connsiteX58714" fmla="*/ 874837 w 5799173"/>
              <a:gd name="connsiteY58714" fmla="*/ 4560576 h 5017219"/>
              <a:gd name="connsiteX58715" fmla="*/ 873591 w 5799173"/>
              <a:gd name="connsiteY58715" fmla="*/ 4561322 h 5017219"/>
              <a:gd name="connsiteX58716" fmla="*/ 912834 w 5799173"/>
              <a:gd name="connsiteY58716" fmla="*/ 4577472 h 5017219"/>
              <a:gd name="connsiteX58717" fmla="*/ 911589 w 5799173"/>
              <a:gd name="connsiteY58717" fmla="*/ 4576725 h 5017219"/>
              <a:gd name="connsiteX58718" fmla="*/ 901121 w 5799173"/>
              <a:gd name="connsiteY58718" fmla="*/ 4558614 h 5017219"/>
              <a:gd name="connsiteX58719" fmla="*/ 901121 w 5799173"/>
              <a:gd name="connsiteY58719" fmla="*/ 4557119 h 5017219"/>
              <a:gd name="connsiteX58720" fmla="*/ 911588 w 5799173"/>
              <a:gd name="connsiteY58720" fmla="*/ 4539008 h 5017219"/>
              <a:gd name="connsiteX58721" fmla="*/ 912834 w 5799173"/>
              <a:gd name="connsiteY58721" fmla="*/ 4538260 h 5017219"/>
              <a:gd name="connsiteX58722" fmla="*/ 933771 w 5799173"/>
              <a:gd name="connsiteY58722" fmla="*/ 4538260 h 5017219"/>
              <a:gd name="connsiteX58723" fmla="*/ 935017 w 5799173"/>
              <a:gd name="connsiteY58723" fmla="*/ 4539008 h 5017219"/>
              <a:gd name="connsiteX58724" fmla="*/ 945484 w 5799173"/>
              <a:gd name="connsiteY58724" fmla="*/ 4557119 h 5017219"/>
              <a:gd name="connsiteX58725" fmla="*/ 945484 w 5799173"/>
              <a:gd name="connsiteY58725" fmla="*/ 4558614 h 5017219"/>
              <a:gd name="connsiteX58726" fmla="*/ 935016 w 5799173"/>
              <a:gd name="connsiteY58726" fmla="*/ 4576727 h 5017219"/>
              <a:gd name="connsiteX58727" fmla="*/ 933771 w 5799173"/>
              <a:gd name="connsiteY58727" fmla="*/ 4577474 h 5017219"/>
              <a:gd name="connsiteX58728" fmla="*/ 551654 w 5799173"/>
              <a:gd name="connsiteY58728" fmla="*/ 4480800 h 5017219"/>
              <a:gd name="connsiteX58729" fmla="*/ 550408 w 5799173"/>
              <a:gd name="connsiteY58729" fmla="*/ 4480051 h 5017219"/>
              <a:gd name="connsiteX58730" fmla="*/ 539857 w 5799173"/>
              <a:gd name="connsiteY58730" fmla="*/ 4461775 h 5017219"/>
              <a:gd name="connsiteX58731" fmla="*/ 539857 w 5799173"/>
              <a:gd name="connsiteY58731" fmla="*/ 4460278 h 5017219"/>
              <a:gd name="connsiteX58732" fmla="*/ 550408 w 5799173"/>
              <a:gd name="connsiteY58732" fmla="*/ 4442002 h 5017219"/>
              <a:gd name="connsiteX58733" fmla="*/ 551654 w 5799173"/>
              <a:gd name="connsiteY58733" fmla="*/ 4441254 h 5017219"/>
              <a:gd name="connsiteX58734" fmla="*/ 572673 w 5799173"/>
              <a:gd name="connsiteY58734" fmla="*/ 4441254 h 5017219"/>
              <a:gd name="connsiteX58735" fmla="*/ 573919 w 5799173"/>
              <a:gd name="connsiteY58735" fmla="*/ 4442002 h 5017219"/>
              <a:gd name="connsiteX58736" fmla="*/ 584471 w 5799173"/>
              <a:gd name="connsiteY58736" fmla="*/ 4460279 h 5017219"/>
              <a:gd name="connsiteX58737" fmla="*/ 584471 w 5799173"/>
              <a:gd name="connsiteY58737" fmla="*/ 4461775 h 5017219"/>
              <a:gd name="connsiteX58738" fmla="*/ 573919 w 5799173"/>
              <a:gd name="connsiteY58738" fmla="*/ 4480053 h 5017219"/>
              <a:gd name="connsiteX58739" fmla="*/ 572673 w 5799173"/>
              <a:gd name="connsiteY58739" fmla="*/ 4480800 h 5017219"/>
              <a:gd name="connsiteX58740" fmla="*/ 491433 w 5799173"/>
              <a:gd name="connsiteY58740" fmla="*/ 4464664 h 5017219"/>
              <a:gd name="connsiteX58741" fmla="*/ 490104 w 5799173"/>
              <a:gd name="connsiteY58741" fmla="*/ 4463916 h 5017219"/>
              <a:gd name="connsiteX58742" fmla="*/ 479470 w 5799173"/>
              <a:gd name="connsiteY58742" fmla="*/ 4445473 h 5017219"/>
              <a:gd name="connsiteX58743" fmla="*/ 479470 w 5799173"/>
              <a:gd name="connsiteY58743" fmla="*/ 4443978 h 5017219"/>
              <a:gd name="connsiteX58744" fmla="*/ 490103 w 5799173"/>
              <a:gd name="connsiteY58744" fmla="*/ 4425537 h 5017219"/>
              <a:gd name="connsiteX58745" fmla="*/ 491433 w 5799173"/>
              <a:gd name="connsiteY58745" fmla="*/ 4424788 h 5017219"/>
              <a:gd name="connsiteX58746" fmla="*/ 512701 w 5799173"/>
              <a:gd name="connsiteY58746" fmla="*/ 4424790 h 5017219"/>
              <a:gd name="connsiteX58747" fmla="*/ 514031 w 5799173"/>
              <a:gd name="connsiteY58747" fmla="*/ 4425537 h 5017219"/>
              <a:gd name="connsiteX58748" fmla="*/ 524665 w 5799173"/>
              <a:gd name="connsiteY58748" fmla="*/ 4443981 h 5017219"/>
              <a:gd name="connsiteX58749" fmla="*/ 524664 w 5799173"/>
              <a:gd name="connsiteY58749" fmla="*/ 4445476 h 5017219"/>
              <a:gd name="connsiteX58750" fmla="*/ 514032 w 5799173"/>
              <a:gd name="connsiteY58750" fmla="*/ 4463916 h 5017219"/>
              <a:gd name="connsiteX58751" fmla="*/ 512702 w 5799173"/>
              <a:gd name="connsiteY58751" fmla="*/ 4464666 h 5017219"/>
              <a:gd name="connsiteX58752" fmla="*/ 732215 w 5799173"/>
              <a:gd name="connsiteY58752" fmla="*/ 4529263 h 5017219"/>
              <a:gd name="connsiteX58753" fmla="*/ 730887 w 5799173"/>
              <a:gd name="connsiteY58753" fmla="*/ 4528515 h 5017219"/>
              <a:gd name="connsiteX58754" fmla="*/ 720335 w 5799173"/>
              <a:gd name="connsiteY58754" fmla="*/ 4510156 h 5017219"/>
              <a:gd name="connsiteX58755" fmla="*/ 720335 w 5799173"/>
              <a:gd name="connsiteY58755" fmla="*/ 4508661 h 5017219"/>
              <a:gd name="connsiteX58756" fmla="*/ 730886 w 5799173"/>
              <a:gd name="connsiteY58756" fmla="*/ 4490301 h 5017219"/>
              <a:gd name="connsiteX58757" fmla="*/ 732215 w 5799173"/>
              <a:gd name="connsiteY58757" fmla="*/ 4489553 h 5017219"/>
              <a:gd name="connsiteX58758" fmla="*/ 753401 w 5799173"/>
              <a:gd name="connsiteY58758" fmla="*/ 4489554 h 5017219"/>
              <a:gd name="connsiteX58759" fmla="*/ 754730 w 5799173"/>
              <a:gd name="connsiteY58759" fmla="*/ 4490302 h 5017219"/>
              <a:gd name="connsiteX58760" fmla="*/ 765281 w 5799173"/>
              <a:gd name="connsiteY58760" fmla="*/ 4508661 h 5017219"/>
              <a:gd name="connsiteX58761" fmla="*/ 765281 w 5799173"/>
              <a:gd name="connsiteY58761" fmla="*/ 4510157 h 5017219"/>
              <a:gd name="connsiteX58762" fmla="*/ 754731 w 5799173"/>
              <a:gd name="connsiteY58762" fmla="*/ 4528516 h 5017219"/>
              <a:gd name="connsiteX58763" fmla="*/ 753402 w 5799173"/>
              <a:gd name="connsiteY58763" fmla="*/ 4529264 h 5017219"/>
              <a:gd name="connsiteX58764" fmla="*/ 792370 w 5799173"/>
              <a:gd name="connsiteY58764" fmla="*/ 4545506 h 5017219"/>
              <a:gd name="connsiteX58765" fmla="*/ 791042 w 5799173"/>
              <a:gd name="connsiteY58765" fmla="*/ 4544758 h 5017219"/>
              <a:gd name="connsiteX58766" fmla="*/ 780490 w 5799173"/>
              <a:gd name="connsiteY58766" fmla="*/ 4526398 h 5017219"/>
              <a:gd name="connsiteX58767" fmla="*/ 780491 w 5799173"/>
              <a:gd name="connsiteY58767" fmla="*/ 4524902 h 5017219"/>
              <a:gd name="connsiteX58768" fmla="*/ 791041 w 5799173"/>
              <a:gd name="connsiteY58768" fmla="*/ 4506542 h 5017219"/>
              <a:gd name="connsiteX58769" fmla="*/ 792370 w 5799173"/>
              <a:gd name="connsiteY58769" fmla="*/ 4505794 h 5017219"/>
              <a:gd name="connsiteX58770" fmla="*/ 813556 w 5799173"/>
              <a:gd name="connsiteY58770" fmla="*/ 4505794 h 5017219"/>
              <a:gd name="connsiteX58771" fmla="*/ 814885 w 5799173"/>
              <a:gd name="connsiteY58771" fmla="*/ 4506543 h 5017219"/>
              <a:gd name="connsiteX58772" fmla="*/ 825437 w 5799173"/>
              <a:gd name="connsiteY58772" fmla="*/ 4524902 h 5017219"/>
              <a:gd name="connsiteX58773" fmla="*/ 825436 w 5799173"/>
              <a:gd name="connsiteY58773" fmla="*/ 4526399 h 5017219"/>
              <a:gd name="connsiteX58774" fmla="*/ 814885 w 5799173"/>
              <a:gd name="connsiteY58774" fmla="*/ 4544758 h 5017219"/>
              <a:gd name="connsiteX58775" fmla="*/ 813556 w 5799173"/>
              <a:gd name="connsiteY58775" fmla="*/ 4545507 h 5017219"/>
              <a:gd name="connsiteX58776" fmla="*/ 611554 w 5799173"/>
              <a:gd name="connsiteY58776" fmla="*/ 4497484 h 5017219"/>
              <a:gd name="connsiteX58777" fmla="*/ 610225 w 5799173"/>
              <a:gd name="connsiteY58777" fmla="*/ 4496737 h 5017219"/>
              <a:gd name="connsiteX58778" fmla="*/ 599425 w 5799173"/>
              <a:gd name="connsiteY58778" fmla="*/ 4478044 h 5017219"/>
              <a:gd name="connsiteX58779" fmla="*/ 599425 w 5799173"/>
              <a:gd name="connsiteY58779" fmla="*/ 4476549 h 5017219"/>
              <a:gd name="connsiteX58780" fmla="*/ 610225 w 5799173"/>
              <a:gd name="connsiteY58780" fmla="*/ 4457856 h 5017219"/>
              <a:gd name="connsiteX58781" fmla="*/ 611554 w 5799173"/>
              <a:gd name="connsiteY58781" fmla="*/ 4457109 h 5017219"/>
              <a:gd name="connsiteX58782" fmla="*/ 633155 w 5799173"/>
              <a:gd name="connsiteY58782" fmla="*/ 4457108 h 5017219"/>
              <a:gd name="connsiteX58783" fmla="*/ 634484 w 5799173"/>
              <a:gd name="connsiteY58783" fmla="*/ 4457857 h 5017219"/>
              <a:gd name="connsiteX58784" fmla="*/ 645285 w 5799173"/>
              <a:gd name="connsiteY58784" fmla="*/ 4476550 h 5017219"/>
              <a:gd name="connsiteX58785" fmla="*/ 645285 w 5799173"/>
              <a:gd name="connsiteY58785" fmla="*/ 4478044 h 5017219"/>
              <a:gd name="connsiteX58786" fmla="*/ 634484 w 5799173"/>
              <a:gd name="connsiteY58786" fmla="*/ 4496738 h 5017219"/>
              <a:gd name="connsiteX58787" fmla="*/ 633155 w 5799173"/>
              <a:gd name="connsiteY58787" fmla="*/ 4497484 h 5017219"/>
              <a:gd name="connsiteX58788" fmla="*/ 421056 w 5799173"/>
              <a:gd name="connsiteY58788" fmla="*/ 4493683 h 5017219"/>
              <a:gd name="connsiteX58789" fmla="*/ 420225 w 5799173"/>
              <a:gd name="connsiteY58789" fmla="*/ 4493185 h 5017219"/>
              <a:gd name="connsiteX58790" fmla="*/ 413413 w 5799173"/>
              <a:gd name="connsiteY58790" fmla="*/ 4481387 h 5017219"/>
              <a:gd name="connsiteX58791" fmla="*/ 413414 w 5799173"/>
              <a:gd name="connsiteY58791" fmla="*/ 4480389 h 5017219"/>
              <a:gd name="connsiteX58792" fmla="*/ 420226 w 5799173"/>
              <a:gd name="connsiteY58792" fmla="*/ 4468592 h 5017219"/>
              <a:gd name="connsiteX58793" fmla="*/ 421057 w 5799173"/>
              <a:gd name="connsiteY58793" fmla="*/ 4468094 h 5017219"/>
              <a:gd name="connsiteX58794" fmla="*/ 434681 w 5799173"/>
              <a:gd name="connsiteY58794" fmla="*/ 4468094 h 5017219"/>
              <a:gd name="connsiteX58795" fmla="*/ 435512 w 5799173"/>
              <a:gd name="connsiteY58795" fmla="*/ 4468592 h 5017219"/>
              <a:gd name="connsiteX58796" fmla="*/ 442325 w 5799173"/>
              <a:gd name="connsiteY58796" fmla="*/ 4480390 h 5017219"/>
              <a:gd name="connsiteX58797" fmla="*/ 442324 w 5799173"/>
              <a:gd name="connsiteY58797" fmla="*/ 4481388 h 5017219"/>
              <a:gd name="connsiteX58798" fmla="*/ 435512 w 5799173"/>
              <a:gd name="connsiteY58798" fmla="*/ 4493184 h 5017219"/>
              <a:gd name="connsiteX58799" fmla="*/ 434681 w 5799173"/>
              <a:gd name="connsiteY58799" fmla="*/ 4493683 h 5017219"/>
              <a:gd name="connsiteX58800" fmla="*/ 1141080 w 5799173"/>
              <a:gd name="connsiteY58800" fmla="*/ 4691285 h 5017219"/>
              <a:gd name="connsiteX58801" fmla="*/ 1140000 w 5799173"/>
              <a:gd name="connsiteY58801" fmla="*/ 4690621 h 5017219"/>
              <a:gd name="connsiteX58802" fmla="*/ 1130946 w 5799173"/>
              <a:gd name="connsiteY58802" fmla="*/ 4674916 h 5017219"/>
              <a:gd name="connsiteX58803" fmla="*/ 1130945 w 5799173"/>
              <a:gd name="connsiteY58803" fmla="*/ 4673671 h 5017219"/>
              <a:gd name="connsiteX58804" fmla="*/ 1140002 w 5799173"/>
              <a:gd name="connsiteY58804" fmla="*/ 4657967 h 5017219"/>
              <a:gd name="connsiteX58805" fmla="*/ 1141081 w 5799173"/>
              <a:gd name="connsiteY58805" fmla="*/ 4657303 h 5017219"/>
              <a:gd name="connsiteX58806" fmla="*/ 1159193 w 5799173"/>
              <a:gd name="connsiteY58806" fmla="*/ 4657301 h 5017219"/>
              <a:gd name="connsiteX58807" fmla="*/ 1160273 w 5799173"/>
              <a:gd name="connsiteY58807" fmla="*/ 4657967 h 5017219"/>
              <a:gd name="connsiteX58808" fmla="*/ 1169328 w 5799173"/>
              <a:gd name="connsiteY58808" fmla="*/ 4673669 h 5017219"/>
              <a:gd name="connsiteX58809" fmla="*/ 1169328 w 5799173"/>
              <a:gd name="connsiteY58809" fmla="*/ 4674915 h 5017219"/>
              <a:gd name="connsiteX58810" fmla="*/ 1160272 w 5799173"/>
              <a:gd name="connsiteY58810" fmla="*/ 4690620 h 5017219"/>
              <a:gd name="connsiteX58811" fmla="*/ 1159192 w 5799173"/>
              <a:gd name="connsiteY58811" fmla="*/ 4691283 h 5017219"/>
              <a:gd name="connsiteX58812" fmla="*/ 477978 w 5799173"/>
              <a:gd name="connsiteY58812" fmla="*/ 4515932 h 5017219"/>
              <a:gd name="connsiteX58813" fmla="*/ 476732 w 5799173"/>
              <a:gd name="connsiteY58813" fmla="*/ 4515184 h 5017219"/>
              <a:gd name="connsiteX58814" fmla="*/ 466762 w 5799173"/>
              <a:gd name="connsiteY58814" fmla="*/ 4497821 h 5017219"/>
              <a:gd name="connsiteX58815" fmla="*/ 466762 w 5799173"/>
              <a:gd name="connsiteY58815" fmla="*/ 4496408 h 5017219"/>
              <a:gd name="connsiteX58816" fmla="*/ 476815 w 5799173"/>
              <a:gd name="connsiteY58816" fmla="*/ 4479044 h 5017219"/>
              <a:gd name="connsiteX58817" fmla="*/ 478061 w 5799173"/>
              <a:gd name="connsiteY58817" fmla="*/ 4478296 h 5017219"/>
              <a:gd name="connsiteX58818" fmla="*/ 498083 w 5799173"/>
              <a:gd name="connsiteY58818" fmla="*/ 4478296 h 5017219"/>
              <a:gd name="connsiteX58819" fmla="*/ 499329 w 5799173"/>
              <a:gd name="connsiteY58819" fmla="*/ 4479044 h 5017219"/>
              <a:gd name="connsiteX58820" fmla="*/ 509299 w 5799173"/>
              <a:gd name="connsiteY58820" fmla="*/ 4496408 h 5017219"/>
              <a:gd name="connsiteX58821" fmla="*/ 509299 w 5799173"/>
              <a:gd name="connsiteY58821" fmla="*/ 4497821 h 5017219"/>
              <a:gd name="connsiteX58822" fmla="*/ 499246 w 5799173"/>
              <a:gd name="connsiteY58822" fmla="*/ 4515184 h 5017219"/>
              <a:gd name="connsiteX58823" fmla="*/ 498000 w 5799173"/>
              <a:gd name="connsiteY58823" fmla="*/ 4515932 h 5017219"/>
              <a:gd name="connsiteX58824" fmla="*/ 1079601 w 5799173"/>
              <a:gd name="connsiteY58824" fmla="*/ 4677571 h 5017219"/>
              <a:gd name="connsiteX58825" fmla="*/ 1078355 w 5799173"/>
              <a:gd name="connsiteY58825" fmla="*/ 4676823 h 5017219"/>
              <a:gd name="connsiteX58826" fmla="*/ 1068054 w 5799173"/>
              <a:gd name="connsiteY58826" fmla="*/ 4659043 h 5017219"/>
              <a:gd name="connsiteX58827" fmla="*/ 1068053 w 5799173"/>
              <a:gd name="connsiteY58827" fmla="*/ 4657631 h 5017219"/>
              <a:gd name="connsiteX58828" fmla="*/ 1078356 w 5799173"/>
              <a:gd name="connsiteY58828" fmla="*/ 4639851 h 5017219"/>
              <a:gd name="connsiteX58829" fmla="*/ 1079602 w 5799173"/>
              <a:gd name="connsiteY58829" fmla="*/ 4639103 h 5017219"/>
              <a:gd name="connsiteX58830" fmla="*/ 1100122 w 5799173"/>
              <a:gd name="connsiteY58830" fmla="*/ 4639103 h 5017219"/>
              <a:gd name="connsiteX58831" fmla="*/ 1101369 w 5799173"/>
              <a:gd name="connsiteY58831" fmla="*/ 4639851 h 5017219"/>
              <a:gd name="connsiteX58832" fmla="*/ 1111671 w 5799173"/>
              <a:gd name="connsiteY58832" fmla="*/ 4657630 h 5017219"/>
              <a:gd name="connsiteX58833" fmla="*/ 1111670 w 5799173"/>
              <a:gd name="connsiteY58833" fmla="*/ 4659043 h 5017219"/>
              <a:gd name="connsiteX58834" fmla="*/ 1101368 w 5799173"/>
              <a:gd name="connsiteY58834" fmla="*/ 4676823 h 5017219"/>
              <a:gd name="connsiteX58835" fmla="*/ 1100122 w 5799173"/>
              <a:gd name="connsiteY58835" fmla="*/ 4677571 h 5017219"/>
              <a:gd name="connsiteX58836" fmla="*/ 658170 w 5799173"/>
              <a:gd name="connsiteY58836" fmla="*/ 4564913 h 5017219"/>
              <a:gd name="connsiteX58837" fmla="*/ 656924 w 5799173"/>
              <a:gd name="connsiteY58837" fmla="*/ 4564166 h 5017219"/>
              <a:gd name="connsiteX58838" fmla="*/ 646457 w 5799173"/>
              <a:gd name="connsiteY58838" fmla="*/ 4546051 h 5017219"/>
              <a:gd name="connsiteX58839" fmla="*/ 646457 w 5799173"/>
              <a:gd name="connsiteY58839" fmla="*/ 4544556 h 5017219"/>
              <a:gd name="connsiteX58840" fmla="*/ 656924 w 5799173"/>
              <a:gd name="connsiteY58840" fmla="*/ 4526445 h 5017219"/>
              <a:gd name="connsiteX58841" fmla="*/ 658171 w 5799173"/>
              <a:gd name="connsiteY58841" fmla="*/ 4525696 h 5017219"/>
              <a:gd name="connsiteX58842" fmla="*/ 679107 w 5799173"/>
              <a:gd name="connsiteY58842" fmla="*/ 4525697 h 5017219"/>
              <a:gd name="connsiteX58843" fmla="*/ 680352 w 5799173"/>
              <a:gd name="connsiteY58843" fmla="*/ 4526446 h 5017219"/>
              <a:gd name="connsiteX58844" fmla="*/ 690820 w 5799173"/>
              <a:gd name="connsiteY58844" fmla="*/ 4544556 h 5017219"/>
              <a:gd name="connsiteX58845" fmla="*/ 690820 w 5799173"/>
              <a:gd name="connsiteY58845" fmla="*/ 4546051 h 5017219"/>
              <a:gd name="connsiteX58846" fmla="*/ 680352 w 5799173"/>
              <a:gd name="connsiteY58846" fmla="*/ 4564165 h 5017219"/>
              <a:gd name="connsiteX58847" fmla="*/ 679106 w 5799173"/>
              <a:gd name="connsiteY58847" fmla="*/ 4564912 h 5017219"/>
              <a:gd name="connsiteX58848" fmla="*/ 537793 w 5799173"/>
              <a:gd name="connsiteY58848" fmla="*/ 4532677 h 5017219"/>
              <a:gd name="connsiteX58849" fmla="*/ 536547 w 5799173"/>
              <a:gd name="connsiteY58849" fmla="*/ 4531930 h 5017219"/>
              <a:gd name="connsiteX58850" fmla="*/ 526080 w 5799173"/>
              <a:gd name="connsiteY58850" fmla="*/ 4513815 h 5017219"/>
              <a:gd name="connsiteX58851" fmla="*/ 526080 w 5799173"/>
              <a:gd name="connsiteY58851" fmla="*/ 4512321 h 5017219"/>
              <a:gd name="connsiteX58852" fmla="*/ 536548 w 5799173"/>
              <a:gd name="connsiteY58852" fmla="*/ 4494209 h 5017219"/>
              <a:gd name="connsiteX58853" fmla="*/ 537794 w 5799173"/>
              <a:gd name="connsiteY58853" fmla="*/ 4493460 h 5017219"/>
              <a:gd name="connsiteX58854" fmla="*/ 558731 w 5799173"/>
              <a:gd name="connsiteY58854" fmla="*/ 4493460 h 5017219"/>
              <a:gd name="connsiteX58855" fmla="*/ 559976 w 5799173"/>
              <a:gd name="connsiteY58855" fmla="*/ 4494209 h 5017219"/>
              <a:gd name="connsiteX58856" fmla="*/ 570444 w 5799173"/>
              <a:gd name="connsiteY58856" fmla="*/ 4512320 h 5017219"/>
              <a:gd name="connsiteX58857" fmla="*/ 570444 w 5799173"/>
              <a:gd name="connsiteY58857" fmla="*/ 4513814 h 5017219"/>
              <a:gd name="connsiteX58858" fmla="*/ 559976 w 5799173"/>
              <a:gd name="connsiteY58858" fmla="*/ 4531929 h 5017219"/>
              <a:gd name="connsiteX58859" fmla="*/ 558730 w 5799173"/>
              <a:gd name="connsiteY58859" fmla="*/ 4532676 h 5017219"/>
              <a:gd name="connsiteX58860" fmla="*/ 959079 w 5799173"/>
              <a:gd name="connsiteY58860" fmla="*/ 4645630 h 5017219"/>
              <a:gd name="connsiteX58861" fmla="*/ 957833 w 5799173"/>
              <a:gd name="connsiteY58861" fmla="*/ 4644884 h 5017219"/>
              <a:gd name="connsiteX58862" fmla="*/ 947366 w 5799173"/>
              <a:gd name="connsiteY58862" fmla="*/ 4626769 h 5017219"/>
              <a:gd name="connsiteX58863" fmla="*/ 947366 w 5799173"/>
              <a:gd name="connsiteY58863" fmla="*/ 4625274 h 5017219"/>
              <a:gd name="connsiteX58864" fmla="*/ 957833 w 5799173"/>
              <a:gd name="connsiteY58864" fmla="*/ 4607162 h 5017219"/>
              <a:gd name="connsiteX58865" fmla="*/ 959079 w 5799173"/>
              <a:gd name="connsiteY58865" fmla="*/ 4606415 h 5017219"/>
              <a:gd name="connsiteX58866" fmla="*/ 980016 w 5799173"/>
              <a:gd name="connsiteY58866" fmla="*/ 4606415 h 5017219"/>
              <a:gd name="connsiteX58867" fmla="*/ 981261 w 5799173"/>
              <a:gd name="connsiteY58867" fmla="*/ 4607163 h 5017219"/>
              <a:gd name="connsiteX58868" fmla="*/ 991729 w 5799173"/>
              <a:gd name="connsiteY58868" fmla="*/ 4625274 h 5017219"/>
              <a:gd name="connsiteX58869" fmla="*/ 991729 w 5799173"/>
              <a:gd name="connsiteY58869" fmla="*/ 4626769 h 5017219"/>
              <a:gd name="connsiteX58870" fmla="*/ 981261 w 5799173"/>
              <a:gd name="connsiteY58870" fmla="*/ 4644883 h 5017219"/>
              <a:gd name="connsiteX58871" fmla="*/ 980015 w 5799173"/>
              <a:gd name="connsiteY58871" fmla="*/ 4645630 h 5017219"/>
              <a:gd name="connsiteX58872" fmla="*/ 597821 w 5799173"/>
              <a:gd name="connsiteY58872" fmla="*/ 4549106 h 5017219"/>
              <a:gd name="connsiteX58873" fmla="*/ 596492 w 5799173"/>
              <a:gd name="connsiteY58873" fmla="*/ 4548357 h 5017219"/>
              <a:gd name="connsiteX58874" fmla="*/ 585858 w 5799173"/>
              <a:gd name="connsiteY58874" fmla="*/ 4529914 h 5017219"/>
              <a:gd name="connsiteX58875" fmla="*/ 585859 w 5799173"/>
              <a:gd name="connsiteY58875" fmla="*/ 4528417 h 5017219"/>
              <a:gd name="connsiteX58876" fmla="*/ 596493 w 5799173"/>
              <a:gd name="connsiteY58876" fmla="*/ 4509973 h 5017219"/>
              <a:gd name="connsiteX58877" fmla="*/ 597822 w 5799173"/>
              <a:gd name="connsiteY58877" fmla="*/ 4509226 h 5017219"/>
              <a:gd name="connsiteX58878" fmla="*/ 619091 w 5799173"/>
              <a:gd name="connsiteY58878" fmla="*/ 4509226 h 5017219"/>
              <a:gd name="connsiteX58879" fmla="*/ 620420 w 5799173"/>
              <a:gd name="connsiteY58879" fmla="*/ 4509974 h 5017219"/>
              <a:gd name="connsiteX58880" fmla="*/ 631054 w 5799173"/>
              <a:gd name="connsiteY58880" fmla="*/ 4528417 h 5017219"/>
              <a:gd name="connsiteX58881" fmla="*/ 631054 w 5799173"/>
              <a:gd name="connsiteY58881" fmla="*/ 4529913 h 5017219"/>
              <a:gd name="connsiteX58882" fmla="*/ 620419 w 5799173"/>
              <a:gd name="connsiteY58882" fmla="*/ 4548359 h 5017219"/>
              <a:gd name="connsiteX58883" fmla="*/ 619090 w 5799173"/>
              <a:gd name="connsiteY58883" fmla="*/ 4549106 h 5017219"/>
              <a:gd name="connsiteX58884" fmla="*/ 1019181 w 5799173"/>
              <a:gd name="connsiteY58884" fmla="*/ 4662017 h 5017219"/>
              <a:gd name="connsiteX58885" fmla="*/ 1017853 w 5799173"/>
              <a:gd name="connsiteY58885" fmla="*/ 4661268 h 5017219"/>
              <a:gd name="connsiteX58886" fmla="*/ 1007302 w 5799173"/>
              <a:gd name="connsiteY58886" fmla="*/ 4642907 h 5017219"/>
              <a:gd name="connsiteX58887" fmla="*/ 1007302 w 5799173"/>
              <a:gd name="connsiteY58887" fmla="*/ 4641411 h 5017219"/>
              <a:gd name="connsiteX58888" fmla="*/ 1017853 w 5799173"/>
              <a:gd name="connsiteY58888" fmla="*/ 4623050 h 5017219"/>
              <a:gd name="connsiteX58889" fmla="*/ 1019182 w 5799173"/>
              <a:gd name="connsiteY58889" fmla="*/ 4622302 h 5017219"/>
              <a:gd name="connsiteX58890" fmla="*/ 1040368 w 5799173"/>
              <a:gd name="connsiteY58890" fmla="*/ 4622302 h 5017219"/>
              <a:gd name="connsiteX58891" fmla="*/ 1041698 w 5799173"/>
              <a:gd name="connsiteY58891" fmla="*/ 4623050 h 5017219"/>
              <a:gd name="connsiteX58892" fmla="*/ 1052249 w 5799173"/>
              <a:gd name="connsiteY58892" fmla="*/ 4641410 h 5017219"/>
              <a:gd name="connsiteX58893" fmla="*/ 1052248 w 5799173"/>
              <a:gd name="connsiteY58893" fmla="*/ 4642906 h 5017219"/>
              <a:gd name="connsiteX58894" fmla="*/ 1041697 w 5799173"/>
              <a:gd name="connsiteY58894" fmla="*/ 4661268 h 5017219"/>
              <a:gd name="connsiteX58895" fmla="*/ 1040368 w 5799173"/>
              <a:gd name="connsiteY58895" fmla="*/ 4662016 h 5017219"/>
              <a:gd name="connsiteX58896" fmla="*/ 778370 w 5799173"/>
              <a:gd name="connsiteY58896" fmla="*/ 4597527 h 5017219"/>
              <a:gd name="connsiteX58897" fmla="*/ 777041 w 5799173"/>
              <a:gd name="connsiteY58897" fmla="*/ 4596780 h 5017219"/>
              <a:gd name="connsiteX58898" fmla="*/ 766408 w 5799173"/>
              <a:gd name="connsiteY58898" fmla="*/ 4578334 h 5017219"/>
              <a:gd name="connsiteX58899" fmla="*/ 766408 w 5799173"/>
              <a:gd name="connsiteY58899" fmla="*/ 4576837 h 5017219"/>
              <a:gd name="connsiteX58900" fmla="*/ 777042 w 5799173"/>
              <a:gd name="connsiteY58900" fmla="*/ 4558395 h 5017219"/>
              <a:gd name="connsiteX58901" fmla="*/ 778371 w 5799173"/>
              <a:gd name="connsiteY58901" fmla="*/ 4557647 h 5017219"/>
              <a:gd name="connsiteX58902" fmla="*/ 799640 w 5799173"/>
              <a:gd name="connsiteY58902" fmla="*/ 4557647 h 5017219"/>
              <a:gd name="connsiteX58903" fmla="*/ 800969 w 5799173"/>
              <a:gd name="connsiteY58903" fmla="*/ 4558396 h 5017219"/>
              <a:gd name="connsiteX58904" fmla="*/ 811603 w 5799173"/>
              <a:gd name="connsiteY58904" fmla="*/ 4576837 h 5017219"/>
              <a:gd name="connsiteX58905" fmla="*/ 811603 w 5799173"/>
              <a:gd name="connsiteY58905" fmla="*/ 4578334 h 5017219"/>
              <a:gd name="connsiteX58906" fmla="*/ 800968 w 5799173"/>
              <a:gd name="connsiteY58906" fmla="*/ 4596779 h 5017219"/>
              <a:gd name="connsiteX58907" fmla="*/ 799639 w 5799173"/>
              <a:gd name="connsiteY58907" fmla="*/ 4597527 h 5017219"/>
              <a:gd name="connsiteX58908" fmla="*/ 838555 w 5799173"/>
              <a:gd name="connsiteY58908" fmla="*/ 4613658 h 5017219"/>
              <a:gd name="connsiteX58909" fmla="*/ 837226 w 5799173"/>
              <a:gd name="connsiteY58909" fmla="*/ 4612910 h 5017219"/>
              <a:gd name="connsiteX58910" fmla="*/ 826593 w 5799173"/>
              <a:gd name="connsiteY58910" fmla="*/ 4594464 h 5017219"/>
              <a:gd name="connsiteX58911" fmla="*/ 826593 w 5799173"/>
              <a:gd name="connsiteY58911" fmla="*/ 4592969 h 5017219"/>
              <a:gd name="connsiteX58912" fmla="*/ 837226 w 5799173"/>
              <a:gd name="connsiteY58912" fmla="*/ 4574526 h 5017219"/>
              <a:gd name="connsiteX58913" fmla="*/ 838556 w 5799173"/>
              <a:gd name="connsiteY58913" fmla="*/ 4573777 h 5017219"/>
              <a:gd name="connsiteX58914" fmla="*/ 859824 w 5799173"/>
              <a:gd name="connsiteY58914" fmla="*/ 4573778 h 5017219"/>
              <a:gd name="connsiteX58915" fmla="*/ 861154 w 5799173"/>
              <a:gd name="connsiteY58915" fmla="*/ 4574525 h 5017219"/>
              <a:gd name="connsiteX58916" fmla="*/ 871788 w 5799173"/>
              <a:gd name="connsiteY58916" fmla="*/ 4592968 h 5017219"/>
              <a:gd name="connsiteX58917" fmla="*/ 871787 w 5799173"/>
              <a:gd name="connsiteY58917" fmla="*/ 4594464 h 5017219"/>
              <a:gd name="connsiteX58918" fmla="*/ 861153 w 5799173"/>
              <a:gd name="connsiteY58918" fmla="*/ 4612908 h 5017219"/>
              <a:gd name="connsiteX58919" fmla="*/ 859824 w 5799173"/>
              <a:gd name="connsiteY58919" fmla="*/ 4613658 h 5017219"/>
              <a:gd name="connsiteX58920" fmla="*/ 898712 w 5799173"/>
              <a:gd name="connsiteY58920" fmla="*/ 4629891 h 5017219"/>
              <a:gd name="connsiteX58921" fmla="*/ 897383 w 5799173"/>
              <a:gd name="connsiteY58921" fmla="*/ 4629142 h 5017219"/>
              <a:gd name="connsiteX58922" fmla="*/ 886750 w 5799173"/>
              <a:gd name="connsiteY58922" fmla="*/ 4610698 h 5017219"/>
              <a:gd name="connsiteX58923" fmla="*/ 886750 w 5799173"/>
              <a:gd name="connsiteY58923" fmla="*/ 4609202 h 5017219"/>
              <a:gd name="connsiteX58924" fmla="*/ 897384 w 5799173"/>
              <a:gd name="connsiteY58924" fmla="*/ 4590759 h 5017219"/>
              <a:gd name="connsiteX58925" fmla="*/ 898713 w 5799173"/>
              <a:gd name="connsiteY58925" fmla="*/ 4590011 h 5017219"/>
              <a:gd name="connsiteX58926" fmla="*/ 919982 w 5799173"/>
              <a:gd name="connsiteY58926" fmla="*/ 4590011 h 5017219"/>
              <a:gd name="connsiteX58927" fmla="*/ 921311 w 5799173"/>
              <a:gd name="connsiteY58927" fmla="*/ 4590759 h 5017219"/>
              <a:gd name="connsiteX58928" fmla="*/ 931945 w 5799173"/>
              <a:gd name="connsiteY58928" fmla="*/ 4609202 h 5017219"/>
              <a:gd name="connsiteX58929" fmla="*/ 931945 w 5799173"/>
              <a:gd name="connsiteY58929" fmla="*/ 4610698 h 5017219"/>
              <a:gd name="connsiteX58930" fmla="*/ 921311 w 5799173"/>
              <a:gd name="connsiteY58930" fmla="*/ 4629142 h 5017219"/>
              <a:gd name="connsiteX58931" fmla="*/ 919981 w 5799173"/>
              <a:gd name="connsiteY58931" fmla="*/ 4629890 h 5017219"/>
              <a:gd name="connsiteX58932" fmla="*/ 717955 w 5799173"/>
              <a:gd name="connsiteY58932" fmla="*/ 4581878 h 5017219"/>
              <a:gd name="connsiteX58933" fmla="*/ 716626 w 5799173"/>
              <a:gd name="connsiteY58933" fmla="*/ 4581131 h 5017219"/>
              <a:gd name="connsiteX58934" fmla="*/ 705826 w 5799173"/>
              <a:gd name="connsiteY58934" fmla="*/ 4562438 h 5017219"/>
              <a:gd name="connsiteX58935" fmla="*/ 705826 w 5799173"/>
              <a:gd name="connsiteY58935" fmla="*/ 4560943 h 5017219"/>
              <a:gd name="connsiteX58936" fmla="*/ 716626 w 5799173"/>
              <a:gd name="connsiteY58936" fmla="*/ 4542250 h 5017219"/>
              <a:gd name="connsiteX58937" fmla="*/ 717955 w 5799173"/>
              <a:gd name="connsiteY58937" fmla="*/ 4541502 h 5017219"/>
              <a:gd name="connsiteX58938" fmla="*/ 739556 w 5799173"/>
              <a:gd name="connsiteY58938" fmla="*/ 4541502 h 5017219"/>
              <a:gd name="connsiteX58939" fmla="*/ 740885 w 5799173"/>
              <a:gd name="connsiteY58939" fmla="*/ 4542250 h 5017219"/>
              <a:gd name="connsiteX58940" fmla="*/ 751686 w 5799173"/>
              <a:gd name="connsiteY58940" fmla="*/ 4560943 h 5017219"/>
              <a:gd name="connsiteX58941" fmla="*/ 751686 w 5799173"/>
              <a:gd name="connsiteY58941" fmla="*/ 4562438 h 5017219"/>
              <a:gd name="connsiteX58942" fmla="*/ 740885 w 5799173"/>
              <a:gd name="connsiteY58942" fmla="*/ 4581131 h 5017219"/>
              <a:gd name="connsiteX58943" fmla="*/ 739556 w 5799173"/>
              <a:gd name="connsiteY58943" fmla="*/ 4581878 h 5017219"/>
              <a:gd name="connsiteX58944" fmla="*/ 467381 w 5799173"/>
              <a:gd name="connsiteY58944" fmla="*/ 4561651 h 5017219"/>
              <a:gd name="connsiteX58945" fmla="*/ 466549 w 5799173"/>
              <a:gd name="connsiteY58945" fmla="*/ 4561155 h 5017219"/>
              <a:gd name="connsiteX58946" fmla="*/ 459820 w 5799173"/>
              <a:gd name="connsiteY58946" fmla="*/ 4549524 h 5017219"/>
              <a:gd name="connsiteX58947" fmla="*/ 459820 w 5799173"/>
              <a:gd name="connsiteY58947" fmla="*/ 4548610 h 5017219"/>
              <a:gd name="connsiteX58948" fmla="*/ 466549 w 5799173"/>
              <a:gd name="connsiteY58948" fmla="*/ 4536980 h 5017219"/>
              <a:gd name="connsiteX58949" fmla="*/ 467380 w 5799173"/>
              <a:gd name="connsiteY58949" fmla="*/ 4536482 h 5017219"/>
              <a:gd name="connsiteX58950" fmla="*/ 480839 w 5799173"/>
              <a:gd name="connsiteY58950" fmla="*/ 4536479 h 5017219"/>
              <a:gd name="connsiteX58951" fmla="*/ 481669 w 5799173"/>
              <a:gd name="connsiteY58951" fmla="*/ 4536980 h 5017219"/>
              <a:gd name="connsiteX58952" fmla="*/ 488399 w 5799173"/>
              <a:gd name="connsiteY58952" fmla="*/ 4548611 h 5017219"/>
              <a:gd name="connsiteX58953" fmla="*/ 488399 w 5799173"/>
              <a:gd name="connsiteY58953" fmla="*/ 4549525 h 5017219"/>
              <a:gd name="connsiteX58954" fmla="*/ 481670 w 5799173"/>
              <a:gd name="connsiteY58954" fmla="*/ 4561154 h 5017219"/>
              <a:gd name="connsiteX58955" fmla="*/ 480840 w 5799173"/>
              <a:gd name="connsiteY58955" fmla="*/ 4561651 h 5017219"/>
              <a:gd name="connsiteX58956" fmla="*/ 1067581 w 5799173"/>
              <a:gd name="connsiteY58956" fmla="*/ 4726264 h 5017219"/>
              <a:gd name="connsiteX58957" fmla="*/ 1066586 w 5799173"/>
              <a:gd name="connsiteY58957" fmla="*/ 4725682 h 5017219"/>
              <a:gd name="connsiteX58958" fmla="*/ 1058277 w 5799173"/>
              <a:gd name="connsiteY58958" fmla="*/ 4711225 h 5017219"/>
              <a:gd name="connsiteX58959" fmla="*/ 1058278 w 5799173"/>
              <a:gd name="connsiteY58959" fmla="*/ 4710062 h 5017219"/>
              <a:gd name="connsiteX58960" fmla="*/ 1066585 w 5799173"/>
              <a:gd name="connsiteY58960" fmla="*/ 4695608 h 5017219"/>
              <a:gd name="connsiteX58961" fmla="*/ 1067581 w 5799173"/>
              <a:gd name="connsiteY58961" fmla="*/ 4695026 h 5017219"/>
              <a:gd name="connsiteX58962" fmla="*/ 1084280 w 5799173"/>
              <a:gd name="connsiteY58962" fmla="*/ 4695026 h 5017219"/>
              <a:gd name="connsiteX58963" fmla="*/ 1085278 w 5799173"/>
              <a:gd name="connsiteY58963" fmla="*/ 4695608 h 5017219"/>
              <a:gd name="connsiteX58964" fmla="*/ 1093586 w 5799173"/>
              <a:gd name="connsiteY58964" fmla="*/ 4710063 h 5017219"/>
              <a:gd name="connsiteX58965" fmla="*/ 1093585 w 5799173"/>
              <a:gd name="connsiteY58965" fmla="*/ 4711226 h 5017219"/>
              <a:gd name="connsiteX58966" fmla="*/ 1085277 w 5799173"/>
              <a:gd name="connsiteY58966" fmla="*/ 4725682 h 5017219"/>
              <a:gd name="connsiteX58967" fmla="*/ 1084280 w 5799173"/>
              <a:gd name="connsiteY58967" fmla="*/ 4726263 h 5017219"/>
              <a:gd name="connsiteX58968" fmla="*/ 1006092 w 5799173"/>
              <a:gd name="connsiteY58968" fmla="*/ 4712357 h 5017219"/>
              <a:gd name="connsiteX58969" fmla="*/ 1004929 w 5799173"/>
              <a:gd name="connsiteY58969" fmla="*/ 4711693 h 5017219"/>
              <a:gd name="connsiteX58970" fmla="*/ 995291 w 5799173"/>
              <a:gd name="connsiteY58970" fmla="*/ 4695079 h 5017219"/>
              <a:gd name="connsiteX58971" fmla="*/ 995292 w 5799173"/>
              <a:gd name="connsiteY58971" fmla="*/ 4693748 h 5017219"/>
              <a:gd name="connsiteX58972" fmla="*/ 1004928 w 5799173"/>
              <a:gd name="connsiteY58972" fmla="*/ 4677134 h 5017219"/>
              <a:gd name="connsiteX58973" fmla="*/ 1006092 w 5799173"/>
              <a:gd name="connsiteY58973" fmla="*/ 4676467 h 5017219"/>
              <a:gd name="connsiteX58974" fmla="*/ 1025283 w 5799173"/>
              <a:gd name="connsiteY58974" fmla="*/ 4676467 h 5017219"/>
              <a:gd name="connsiteX58975" fmla="*/ 1026445 w 5799173"/>
              <a:gd name="connsiteY58975" fmla="*/ 4677134 h 5017219"/>
              <a:gd name="connsiteX58976" fmla="*/ 1036084 w 5799173"/>
              <a:gd name="connsiteY58976" fmla="*/ 4693749 h 5017219"/>
              <a:gd name="connsiteX58977" fmla="*/ 1036083 w 5799173"/>
              <a:gd name="connsiteY58977" fmla="*/ 4695080 h 5017219"/>
              <a:gd name="connsiteX58978" fmla="*/ 1026446 w 5799173"/>
              <a:gd name="connsiteY58978" fmla="*/ 4711694 h 5017219"/>
              <a:gd name="connsiteX58979" fmla="*/ 1025283 w 5799173"/>
              <a:gd name="connsiteY58979" fmla="*/ 4712357 h 5017219"/>
              <a:gd name="connsiteX58980" fmla="*/ 524234 w 5799173"/>
              <a:gd name="connsiteY58980" fmla="*/ 4584046 h 5017219"/>
              <a:gd name="connsiteX58981" fmla="*/ 522988 w 5799173"/>
              <a:gd name="connsiteY58981" fmla="*/ 4583297 h 5017219"/>
              <a:gd name="connsiteX58982" fmla="*/ 513017 w 5799173"/>
              <a:gd name="connsiteY58982" fmla="*/ 4565936 h 5017219"/>
              <a:gd name="connsiteX58983" fmla="*/ 513018 w 5799173"/>
              <a:gd name="connsiteY58983" fmla="*/ 4564522 h 5017219"/>
              <a:gd name="connsiteX58984" fmla="*/ 523071 w 5799173"/>
              <a:gd name="connsiteY58984" fmla="*/ 4547158 h 5017219"/>
              <a:gd name="connsiteX58985" fmla="*/ 524317 w 5799173"/>
              <a:gd name="connsiteY58985" fmla="*/ 4546410 h 5017219"/>
              <a:gd name="connsiteX58986" fmla="*/ 544339 w 5799173"/>
              <a:gd name="connsiteY58986" fmla="*/ 4546410 h 5017219"/>
              <a:gd name="connsiteX58987" fmla="*/ 545585 w 5799173"/>
              <a:gd name="connsiteY58987" fmla="*/ 4547158 h 5017219"/>
              <a:gd name="connsiteX58988" fmla="*/ 555555 w 5799173"/>
              <a:gd name="connsiteY58988" fmla="*/ 4564523 h 5017219"/>
              <a:gd name="connsiteX58989" fmla="*/ 555555 w 5799173"/>
              <a:gd name="connsiteY58989" fmla="*/ 4565935 h 5017219"/>
              <a:gd name="connsiteX58990" fmla="*/ 545502 w 5799173"/>
              <a:gd name="connsiteY58990" fmla="*/ 4583297 h 5017219"/>
              <a:gd name="connsiteX58991" fmla="*/ 544256 w 5799173"/>
              <a:gd name="connsiteY58991" fmla="*/ 4584045 h 5017219"/>
              <a:gd name="connsiteX58992" fmla="*/ 704391 w 5799173"/>
              <a:gd name="connsiteY58992" fmla="*/ 4633079 h 5017219"/>
              <a:gd name="connsiteX58993" fmla="*/ 703146 w 5799173"/>
              <a:gd name="connsiteY58993" fmla="*/ 4632333 h 5017219"/>
              <a:gd name="connsiteX58994" fmla="*/ 692760 w 5799173"/>
              <a:gd name="connsiteY58994" fmla="*/ 4614306 h 5017219"/>
              <a:gd name="connsiteX58995" fmla="*/ 692760 w 5799173"/>
              <a:gd name="connsiteY58995" fmla="*/ 4612810 h 5017219"/>
              <a:gd name="connsiteX58996" fmla="*/ 703228 w 5799173"/>
              <a:gd name="connsiteY58996" fmla="*/ 4594782 h 5017219"/>
              <a:gd name="connsiteX58997" fmla="*/ 704474 w 5799173"/>
              <a:gd name="connsiteY58997" fmla="*/ 4594035 h 5017219"/>
              <a:gd name="connsiteX58998" fmla="*/ 725327 w 5799173"/>
              <a:gd name="connsiteY58998" fmla="*/ 4594032 h 5017219"/>
              <a:gd name="connsiteX58999" fmla="*/ 726574 w 5799173"/>
              <a:gd name="connsiteY58999" fmla="*/ 4594780 h 5017219"/>
              <a:gd name="connsiteX59000" fmla="*/ 736958 w 5799173"/>
              <a:gd name="connsiteY59000" fmla="*/ 4612811 h 5017219"/>
              <a:gd name="connsiteX59001" fmla="*/ 736958 w 5799173"/>
              <a:gd name="connsiteY59001" fmla="*/ 4614306 h 5017219"/>
              <a:gd name="connsiteX59002" fmla="*/ 726491 w 5799173"/>
              <a:gd name="connsiteY59002" fmla="*/ 4632331 h 5017219"/>
              <a:gd name="connsiteX59003" fmla="*/ 725245 w 5799173"/>
              <a:gd name="connsiteY59003" fmla="*/ 4633078 h 5017219"/>
              <a:gd name="connsiteX59004" fmla="*/ 764489 w 5799173"/>
              <a:gd name="connsiteY59004" fmla="*/ 4649468 h 5017219"/>
              <a:gd name="connsiteX59005" fmla="*/ 763242 w 5799173"/>
              <a:gd name="connsiteY59005" fmla="*/ 4648721 h 5017219"/>
              <a:gd name="connsiteX59006" fmla="*/ 752691 w 5799173"/>
              <a:gd name="connsiteY59006" fmla="*/ 4630445 h 5017219"/>
              <a:gd name="connsiteX59007" fmla="*/ 752691 w 5799173"/>
              <a:gd name="connsiteY59007" fmla="*/ 4628949 h 5017219"/>
              <a:gd name="connsiteX59008" fmla="*/ 763242 w 5799173"/>
              <a:gd name="connsiteY59008" fmla="*/ 4610672 h 5017219"/>
              <a:gd name="connsiteX59009" fmla="*/ 764488 w 5799173"/>
              <a:gd name="connsiteY59009" fmla="*/ 4609924 h 5017219"/>
              <a:gd name="connsiteX59010" fmla="*/ 785508 w 5799173"/>
              <a:gd name="connsiteY59010" fmla="*/ 4609920 h 5017219"/>
              <a:gd name="connsiteX59011" fmla="*/ 786754 w 5799173"/>
              <a:gd name="connsiteY59011" fmla="*/ 4610669 h 5017219"/>
              <a:gd name="connsiteX59012" fmla="*/ 797306 w 5799173"/>
              <a:gd name="connsiteY59012" fmla="*/ 4628948 h 5017219"/>
              <a:gd name="connsiteX59013" fmla="*/ 797305 w 5799173"/>
              <a:gd name="connsiteY59013" fmla="*/ 4630444 h 5017219"/>
              <a:gd name="connsiteX59014" fmla="*/ 786754 w 5799173"/>
              <a:gd name="connsiteY59014" fmla="*/ 4648720 h 5017219"/>
              <a:gd name="connsiteX59015" fmla="*/ 785508 w 5799173"/>
              <a:gd name="connsiteY59015" fmla="*/ 4649467 h 5017219"/>
              <a:gd name="connsiteX59016" fmla="*/ 945035 w 5799173"/>
              <a:gd name="connsiteY59016" fmla="*/ 4697900 h 5017219"/>
              <a:gd name="connsiteX59017" fmla="*/ 943788 w 5799173"/>
              <a:gd name="connsiteY59017" fmla="*/ 4697152 h 5017219"/>
              <a:gd name="connsiteX59018" fmla="*/ 933237 w 5799173"/>
              <a:gd name="connsiteY59018" fmla="*/ 4678877 h 5017219"/>
              <a:gd name="connsiteX59019" fmla="*/ 933237 w 5799173"/>
              <a:gd name="connsiteY59019" fmla="*/ 4677380 h 5017219"/>
              <a:gd name="connsiteX59020" fmla="*/ 943788 w 5799173"/>
              <a:gd name="connsiteY59020" fmla="*/ 4659103 h 5017219"/>
              <a:gd name="connsiteX59021" fmla="*/ 945034 w 5799173"/>
              <a:gd name="connsiteY59021" fmla="*/ 4658355 h 5017219"/>
              <a:gd name="connsiteX59022" fmla="*/ 966054 w 5799173"/>
              <a:gd name="connsiteY59022" fmla="*/ 4658353 h 5017219"/>
              <a:gd name="connsiteX59023" fmla="*/ 967300 w 5799173"/>
              <a:gd name="connsiteY59023" fmla="*/ 4659101 h 5017219"/>
              <a:gd name="connsiteX59024" fmla="*/ 977851 w 5799173"/>
              <a:gd name="connsiteY59024" fmla="*/ 4677380 h 5017219"/>
              <a:gd name="connsiteX59025" fmla="*/ 977851 w 5799173"/>
              <a:gd name="connsiteY59025" fmla="*/ 4678877 h 5017219"/>
              <a:gd name="connsiteX59026" fmla="*/ 967300 w 5799173"/>
              <a:gd name="connsiteY59026" fmla="*/ 4697151 h 5017219"/>
              <a:gd name="connsiteX59027" fmla="*/ 966053 w 5799173"/>
              <a:gd name="connsiteY59027" fmla="*/ 4697901 h 5017219"/>
              <a:gd name="connsiteX59028" fmla="*/ 644099 w 5799173"/>
              <a:gd name="connsiteY59028" fmla="*/ 4617281 h 5017219"/>
              <a:gd name="connsiteX59029" fmla="*/ 642853 w 5799173"/>
              <a:gd name="connsiteY59029" fmla="*/ 4616533 h 5017219"/>
              <a:gd name="connsiteX59030" fmla="*/ 632302 w 5799173"/>
              <a:gd name="connsiteY59030" fmla="*/ 4598258 h 5017219"/>
              <a:gd name="connsiteX59031" fmla="*/ 632302 w 5799173"/>
              <a:gd name="connsiteY59031" fmla="*/ 4596760 h 5017219"/>
              <a:gd name="connsiteX59032" fmla="*/ 642853 w 5799173"/>
              <a:gd name="connsiteY59032" fmla="*/ 4578484 h 5017219"/>
              <a:gd name="connsiteX59033" fmla="*/ 644098 w 5799173"/>
              <a:gd name="connsiteY59033" fmla="*/ 4577738 h 5017219"/>
              <a:gd name="connsiteX59034" fmla="*/ 665118 w 5799173"/>
              <a:gd name="connsiteY59034" fmla="*/ 4577735 h 5017219"/>
              <a:gd name="connsiteX59035" fmla="*/ 666364 w 5799173"/>
              <a:gd name="connsiteY59035" fmla="*/ 4578482 h 5017219"/>
              <a:gd name="connsiteX59036" fmla="*/ 676916 w 5799173"/>
              <a:gd name="connsiteY59036" fmla="*/ 4596762 h 5017219"/>
              <a:gd name="connsiteX59037" fmla="*/ 676915 w 5799173"/>
              <a:gd name="connsiteY59037" fmla="*/ 4598258 h 5017219"/>
              <a:gd name="connsiteX59038" fmla="*/ 666364 w 5799173"/>
              <a:gd name="connsiteY59038" fmla="*/ 4616534 h 5017219"/>
              <a:gd name="connsiteX59039" fmla="*/ 665118 w 5799173"/>
              <a:gd name="connsiteY59039" fmla="*/ 4617281 h 5017219"/>
              <a:gd name="connsiteX59040" fmla="*/ 583910 w 5799173"/>
              <a:gd name="connsiteY59040" fmla="*/ 4601163 h 5017219"/>
              <a:gd name="connsiteX59041" fmla="*/ 582664 w 5799173"/>
              <a:gd name="connsiteY59041" fmla="*/ 4600415 h 5017219"/>
              <a:gd name="connsiteX59042" fmla="*/ 572113 w 5799173"/>
              <a:gd name="connsiteY59042" fmla="*/ 4582139 h 5017219"/>
              <a:gd name="connsiteX59043" fmla="*/ 572113 w 5799173"/>
              <a:gd name="connsiteY59043" fmla="*/ 4580642 h 5017219"/>
              <a:gd name="connsiteX59044" fmla="*/ 582664 w 5799173"/>
              <a:gd name="connsiteY59044" fmla="*/ 4562365 h 5017219"/>
              <a:gd name="connsiteX59045" fmla="*/ 583909 w 5799173"/>
              <a:gd name="connsiteY59045" fmla="*/ 4561619 h 5017219"/>
              <a:gd name="connsiteX59046" fmla="*/ 604929 w 5799173"/>
              <a:gd name="connsiteY59046" fmla="*/ 4561617 h 5017219"/>
              <a:gd name="connsiteX59047" fmla="*/ 606175 w 5799173"/>
              <a:gd name="connsiteY59047" fmla="*/ 4562365 h 5017219"/>
              <a:gd name="connsiteX59048" fmla="*/ 616726 w 5799173"/>
              <a:gd name="connsiteY59048" fmla="*/ 4580644 h 5017219"/>
              <a:gd name="connsiteX59049" fmla="*/ 616727 w 5799173"/>
              <a:gd name="connsiteY59049" fmla="*/ 4582138 h 5017219"/>
              <a:gd name="connsiteX59050" fmla="*/ 606175 w 5799173"/>
              <a:gd name="connsiteY59050" fmla="*/ 4600415 h 5017219"/>
              <a:gd name="connsiteX59051" fmla="*/ 604929 w 5799173"/>
              <a:gd name="connsiteY59051" fmla="*/ 4601162 h 5017219"/>
              <a:gd name="connsiteX59052" fmla="*/ 884617 w 5799173"/>
              <a:gd name="connsiteY59052" fmla="*/ 4682267 h 5017219"/>
              <a:gd name="connsiteX59053" fmla="*/ 883287 w 5799173"/>
              <a:gd name="connsiteY59053" fmla="*/ 4681519 h 5017219"/>
              <a:gd name="connsiteX59054" fmla="*/ 872654 w 5799173"/>
              <a:gd name="connsiteY59054" fmla="*/ 4662993 h 5017219"/>
              <a:gd name="connsiteX59055" fmla="*/ 872653 w 5799173"/>
              <a:gd name="connsiteY59055" fmla="*/ 4661497 h 5017219"/>
              <a:gd name="connsiteX59056" fmla="*/ 883370 w 5799173"/>
              <a:gd name="connsiteY59056" fmla="*/ 4642971 h 5017219"/>
              <a:gd name="connsiteX59057" fmla="*/ 884700 w 5799173"/>
              <a:gd name="connsiteY59057" fmla="*/ 4642223 h 5017219"/>
              <a:gd name="connsiteX59058" fmla="*/ 906051 w 5799173"/>
              <a:gd name="connsiteY59058" fmla="*/ 4642223 h 5017219"/>
              <a:gd name="connsiteX59059" fmla="*/ 907380 w 5799173"/>
              <a:gd name="connsiteY59059" fmla="*/ 4642971 h 5017219"/>
              <a:gd name="connsiteX59060" fmla="*/ 918014 w 5799173"/>
              <a:gd name="connsiteY59060" fmla="*/ 4661497 h 5017219"/>
              <a:gd name="connsiteX59061" fmla="*/ 918015 w 5799173"/>
              <a:gd name="connsiteY59061" fmla="*/ 4662993 h 5017219"/>
              <a:gd name="connsiteX59062" fmla="*/ 907298 w 5799173"/>
              <a:gd name="connsiteY59062" fmla="*/ 4681519 h 5017219"/>
              <a:gd name="connsiteX59063" fmla="*/ 905968 w 5799173"/>
              <a:gd name="connsiteY59063" fmla="*/ 4682267 h 5017219"/>
              <a:gd name="connsiteX59064" fmla="*/ 824343 w 5799173"/>
              <a:gd name="connsiteY59064" fmla="*/ 4666323 h 5017219"/>
              <a:gd name="connsiteX59065" fmla="*/ 823014 w 5799173"/>
              <a:gd name="connsiteY59065" fmla="*/ 4665576 h 5017219"/>
              <a:gd name="connsiteX59066" fmla="*/ 812214 w 5799173"/>
              <a:gd name="connsiteY59066" fmla="*/ 4646883 h 5017219"/>
              <a:gd name="connsiteX59067" fmla="*/ 812214 w 5799173"/>
              <a:gd name="connsiteY59067" fmla="*/ 4645387 h 5017219"/>
              <a:gd name="connsiteX59068" fmla="*/ 823014 w 5799173"/>
              <a:gd name="connsiteY59068" fmla="*/ 4626695 h 5017219"/>
              <a:gd name="connsiteX59069" fmla="*/ 824343 w 5799173"/>
              <a:gd name="connsiteY59069" fmla="*/ 4625946 h 5017219"/>
              <a:gd name="connsiteX59070" fmla="*/ 845944 w 5799173"/>
              <a:gd name="connsiteY59070" fmla="*/ 4625947 h 5017219"/>
              <a:gd name="connsiteX59071" fmla="*/ 847273 w 5799173"/>
              <a:gd name="connsiteY59071" fmla="*/ 4626695 h 5017219"/>
              <a:gd name="connsiteX59072" fmla="*/ 858074 w 5799173"/>
              <a:gd name="connsiteY59072" fmla="*/ 4645388 h 5017219"/>
              <a:gd name="connsiteX59073" fmla="*/ 858074 w 5799173"/>
              <a:gd name="connsiteY59073" fmla="*/ 4646883 h 5017219"/>
              <a:gd name="connsiteX59074" fmla="*/ 847273 w 5799173"/>
              <a:gd name="connsiteY59074" fmla="*/ 4665575 h 5017219"/>
              <a:gd name="connsiteX59075" fmla="*/ 845944 w 5799173"/>
              <a:gd name="connsiteY59075" fmla="*/ 4666323 h 5017219"/>
              <a:gd name="connsiteX59076" fmla="*/ 513701 w 5799173"/>
              <a:gd name="connsiteY59076" fmla="*/ 4629896 h 5017219"/>
              <a:gd name="connsiteX59077" fmla="*/ 512870 w 5799173"/>
              <a:gd name="connsiteY59077" fmla="*/ 4629396 h 5017219"/>
              <a:gd name="connsiteX59078" fmla="*/ 506307 w 5799173"/>
              <a:gd name="connsiteY59078" fmla="*/ 4618014 h 5017219"/>
              <a:gd name="connsiteX59079" fmla="*/ 506307 w 5799173"/>
              <a:gd name="connsiteY59079" fmla="*/ 4617101 h 5017219"/>
              <a:gd name="connsiteX59080" fmla="*/ 512870 w 5799173"/>
              <a:gd name="connsiteY59080" fmla="*/ 4605720 h 5017219"/>
              <a:gd name="connsiteX59081" fmla="*/ 513701 w 5799173"/>
              <a:gd name="connsiteY59081" fmla="*/ 4605220 h 5017219"/>
              <a:gd name="connsiteX59082" fmla="*/ 526827 w 5799173"/>
              <a:gd name="connsiteY59082" fmla="*/ 4605221 h 5017219"/>
              <a:gd name="connsiteX59083" fmla="*/ 527658 w 5799173"/>
              <a:gd name="connsiteY59083" fmla="*/ 4605719 h 5017219"/>
              <a:gd name="connsiteX59084" fmla="*/ 534221 w 5799173"/>
              <a:gd name="connsiteY59084" fmla="*/ 4617100 h 5017219"/>
              <a:gd name="connsiteX59085" fmla="*/ 534221 w 5799173"/>
              <a:gd name="connsiteY59085" fmla="*/ 4618014 h 5017219"/>
              <a:gd name="connsiteX59086" fmla="*/ 527658 w 5799173"/>
              <a:gd name="connsiteY59086" fmla="*/ 4629397 h 5017219"/>
              <a:gd name="connsiteX59087" fmla="*/ 526827 w 5799173"/>
              <a:gd name="connsiteY59087" fmla="*/ 4629895 h 5017219"/>
              <a:gd name="connsiteX59088" fmla="*/ 932724 w 5799173"/>
              <a:gd name="connsiteY59088" fmla="*/ 4746993 h 5017219"/>
              <a:gd name="connsiteX59089" fmla="*/ 931644 w 5799173"/>
              <a:gd name="connsiteY59089" fmla="*/ 4746412 h 5017219"/>
              <a:gd name="connsiteX59090" fmla="*/ 922838 w 5799173"/>
              <a:gd name="connsiteY59090" fmla="*/ 4731208 h 5017219"/>
              <a:gd name="connsiteX59091" fmla="*/ 922838 w 5799173"/>
              <a:gd name="connsiteY59091" fmla="*/ 4729962 h 5017219"/>
              <a:gd name="connsiteX59092" fmla="*/ 931644 w 5799173"/>
              <a:gd name="connsiteY59092" fmla="*/ 4714759 h 5017219"/>
              <a:gd name="connsiteX59093" fmla="*/ 932724 w 5799173"/>
              <a:gd name="connsiteY59093" fmla="*/ 4714177 h 5017219"/>
              <a:gd name="connsiteX59094" fmla="*/ 950336 w 5799173"/>
              <a:gd name="connsiteY59094" fmla="*/ 4714177 h 5017219"/>
              <a:gd name="connsiteX59095" fmla="*/ 951417 w 5799173"/>
              <a:gd name="connsiteY59095" fmla="*/ 4714759 h 5017219"/>
              <a:gd name="connsiteX59096" fmla="*/ 960224 w 5799173"/>
              <a:gd name="connsiteY59096" fmla="*/ 4729962 h 5017219"/>
              <a:gd name="connsiteX59097" fmla="*/ 960224 w 5799173"/>
              <a:gd name="connsiteY59097" fmla="*/ 4731208 h 5017219"/>
              <a:gd name="connsiteX59098" fmla="*/ 951417 w 5799173"/>
              <a:gd name="connsiteY59098" fmla="*/ 4746412 h 5017219"/>
              <a:gd name="connsiteX59099" fmla="*/ 950337 w 5799173"/>
              <a:gd name="connsiteY59099" fmla="*/ 4746993 h 5017219"/>
              <a:gd name="connsiteX59100" fmla="*/ 571533 w 5799173"/>
              <a:gd name="connsiteY59100" fmla="*/ 4650298 h 5017219"/>
              <a:gd name="connsiteX59101" fmla="*/ 570453 w 5799173"/>
              <a:gd name="connsiteY59101" fmla="*/ 4649632 h 5017219"/>
              <a:gd name="connsiteX59102" fmla="*/ 561481 w 5799173"/>
              <a:gd name="connsiteY59102" fmla="*/ 4634096 h 5017219"/>
              <a:gd name="connsiteX59103" fmla="*/ 561482 w 5799173"/>
              <a:gd name="connsiteY59103" fmla="*/ 4632848 h 5017219"/>
              <a:gd name="connsiteX59104" fmla="*/ 570454 w 5799173"/>
              <a:gd name="connsiteY59104" fmla="*/ 4617313 h 5017219"/>
              <a:gd name="connsiteX59105" fmla="*/ 571534 w 5799173"/>
              <a:gd name="connsiteY59105" fmla="*/ 4616648 h 5017219"/>
              <a:gd name="connsiteX59106" fmla="*/ 589396 w 5799173"/>
              <a:gd name="connsiteY59106" fmla="*/ 4616649 h 5017219"/>
              <a:gd name="connsiteX59107" fmla="*/ 590476 w 5799173"/>
              <a:gd name="connsiteY59107" fmla="*/ 4617315 h 5017219"/>
              <a:gd name="connsiteX59108" fmla="*/ 599449 w 5799173"/>
              <a:gd name="connsiteY59108" fmla="*/ 4632849 h 5017219"/>
              <a:gd name="connsiteX59109" fmla="*/ 599449 w 5799173"/>
              <a:gd name="connsiteY59109" fmla="*/ 4634095 h 5017219"/>
              <a:gd name="connsiteX59110" fmla="*/ 590476 w 5799173"/>
              <a:gd name="connsiteY59110" fmla="*/ 4649631 h 5017219"/>
              <a:gd name="connsiteX59111" fmla="*/ 589396 w 5799173"/>
              <a:gd name="connsiteY59111" fmla="*/ 4650297 h 5017219"/>
              <a:gd name="connsiteX59112" fmla="*/ 992768 w 5799173"/>
              <a:gd name="connsiteY59112" fmla="*/ 4763442 h 5017219"/>
              <a:gd name="connsiteX59113" fmla="*/ 991688 w 5799173"/>
              <a:gd name="connsiteY59113" fmla="*/ 4762777 h 5017219"/>
              <a:gd name="connsiteX59114" fmla="*/ 982716 w 5799173"/>
              <a:gd name="connsiteY59114" fmla="*/ 4747242 h 5017219"/>
              <a:gd name="connsiteX59115" fmla="*/ 982716 w 5799173"/>
              <a:gd name="connsiteY59115" fmla="*/ 4745995 h 5017219"/>
              <a:gd name="connsiteX59116" fmla="*/ 991688 w 5799173"/>
              <a:gd name="connsiteY59116" fmla="*/ 4730460 h 5017219"/>
              <a:gd name="connsiteX59117" fmla="*/ 992768 w 5799173"/>
              <a:gd name="connsiteY59117" fmla="*/ 4729795 h 5017219"/>
              <a:gd name="connsiteX59118" fmla="*/ 1010631 w 5799173"/>
              <a:gd name="connsiteY59118" fmla="*/ 4729796 h 5017219"/>
              <a:gd name="connsiteX59119" fmla="*/ 1011711 w 5799173"/>
              <a:gd name="connsiteY59119" fmla="*/ 4730460 h 5017219"/>
              <a:gd name="connsiteX59120" fmla="*/ 1020683 w 5799173"/>
              <a:gd name="connsiteY59120" fmla="*/ 4745995 h 5017219"/>
              <a:gd name="connsiteX59121" fmla="*/ 1020683 w 5799173"/>
              <a:gd name="connsiteY59121" fmla="*/ 4747242 h 5017219"/>
              <a:gd name="connsiteX59122" fmla="*/ 1011711 w 5799173"/>
              <a:gd name="connsiteY59122" fmla="*/ 4762778 h 5017219"/>
              <a:gd name="connsiteX59123" fmla="*/ 1010631 w 5799173"/>
              <a:gd name="connsiteY59123" fmla="*/ 4763442 h 5017219"/>
              <a:gd name="connsiteX59124" fmla="*/ 871156 w 5799173"/>
              <a:gd name="connsiteY59124" fmla="*/ 4733413 h 5017219"/>
              <a:gd name="connsiteX59125" fmla="*/ 869910 w 5799173"/>
              <a:gd name="connsiteY59125" fmla="*/ 4732665 h 5017219"/>
              <a:gd name="connsiteX59126" fmla="*/ 859774 w 5799173"/>
              <a:gd name="connsiteY59126" fmla="*/ 4715052 h 5017219"/>
              <a:gd name="connsiteX59127" fmla="*/ 859774 w 5799173"/>
              <a:gd name="connsiteY59127" fmla="*/ 4713639 h 5017219"/>
              <a:gd name="connsiteX59128" fmla="*/ 869993 w 5799173"/>
              <a:gd name="connsiteY59128" fmla="*/ 4696027 h 5017219"/>
              <a:gd name="connsiteX59129" fmla="*/ 871239 w 5799173"/>
              <a:gd name="connsiteY59129" fmla="*/ 4695279 h 5017219"/>
              <a:gd name="connsiteX59130" fmla="*/ 891593 w 5799173"/>
              <a:gd name="connsiteY59130" fmla="*/ 4695279 h 5017219"/>
              <a:gd name="connsiteX59131" fmla="*/ 892839 w 5799173"/>
              <a:gd name="connsiteY59131" fmla="*/ 4696027 h 5017219"/>
              <a:gd name="connsiteX59132" fmla="*/ 902975 w 5799173"/>
              <a:gd name="connsiteY59132" fmla="*/ 4713639 h 5017219"/>
              <a:gd name="connsiteX59133" fmla="*/ 902975 w 5799173"/>
              <a:gd name="connsiteY59133" fmla="*/ 4715052 h 5017219"/>
              <a:gd name="connsiteX59134" fmla="*/ 892756 w 5799173"/>
              <a:gd name="connsiteY59134" fmla="*/ 4732665 h 5017219"/>
              <a:gd name="connsiteX59135" fmla="*/ 891510 w 5799173"/>
              <a:gd name="connsiteY59135" fmla="*/ 4733412 h 5017219"/>
              <a:gd name="connsiteX59136" fmla="*/ 630330 w 5799173"/>
              <a:gd name="connsiteY59136" fmla="*/ 4669056 h 5017219"/>
              <a:gd name="connsiteX59137" fmla="*/ 629084 w 5799173"/>
              <a:gd name="connsiteY59137" fmla="*/ 4668308 h 5017219"/>
              <a:gd name="connsiteX59138" fmla="*/ 618783 w 5799173"/>
              <a:gd name="connsiteY59138" fmla="*/ 4650528 h 5017219"/>
              <a:gd name="connsiteX59139" fmla="*/ 618782 w 5799173"/>
              <a:gd name="connsiteY59139" fmla="*/ 4649117 h 5017219"/>
              <a:gd name="connsiteX59140" fmla="*/ 629085 w 5799173"/>
              <a:gd name="connsiteY59140" fmla="*/ 4631338 h 5017219"/>
              <a:gd name="connsiteX59141" fmla="*/ 630331 w 5799173"/>
              <a:gd name="connsiteY59141" fmla="*/ 4630590 h 5017219"/>
              <a:gd name="connsiteX59142" fmla="*/ 650851 w 5799173"/>
              <a:gd name="connsiteY59142" fmla="*/ 4630590 h 5017219"/>
              <a:gd name="connsiteX59143" fmla="*/ 652097 w 5799173"/>
              <a:gd name="connsiteY59143" fmla="*/ 4631338 h 5017219"/>
              <a:gd name="connsiteX59144" fmla="*/ 662400 w 5799173"/>
              <a:gd name="connsiteY59144" fmla="*/ 4649117 h 5017219"/>
              <a:gd name="connsiteX59145" fmla="*/ 662399 w 5799173"/>
              <a:gd name="connsiteY59145" fmla="*/ 4650529 h 5017219"/>
              <a:gd name="connsiteX59146" fmla="*/ 652097 w 5799173"/>
              <a:gd name="connsiteY59146" fmla="*/ 4668308 h 5017219"/>
              <a:gd name="connsiteX59147" fmla="*/ 650851 w 5799173"/>
              <a:gd name="connsiteY59147" fmla="*/ 4669056 h 5017219"/>
              <a:gd name="connsiteX59148" fmla="*/ 810835 w 5799173"/>
              <a:gd name="connsiteY59148" fmla="*/ 4717539 h 5017219"/>
              <a:gd name="connsiteX59149" fmla="*/ 809590 w 5799173"/>
              <a:gd name="connsiteY59149" fmla="*/ 4716791 h 5017219"/>
              <a:gd name="connsiteX59150" fmla="*/ 799205 w 5799173"/>
              <a:gd name="connsiteY59150" fmla="*/ 4698845 h 5017219"/>
              <a:gd name="connsiteX59151" fmla="*/ 799205 w 5799173"/>
              <a:gd name="connsiteY59151" fmla="*/ 4697350 h 5017219"/>
              <a:gd name="connsiteX59152" fmla="*/ 809590 w 5799173"/>
              <a:gd name="connsiteY59152" fmla="*/ 4679405 h 5017219"/>
              <a:gd name="connsiteX59153" fmla="*/ 810836 w 5799173"/>
              <a:gd name="connsiteY59153" fmla="*/ 4678657 h 5017219"/>
              <a:gd name="connsiteX59154" fmla="*/ 831605 w 5799173"/>
              <a:gd name="connsiteY59154" fmla="*/ 4678658 h 5017219"/>
              <a:gd name="connsiteX59155" fmla="*/ 832851 w 5799173"/>
              <a:gd name="connsiteY59155" fmla="*/ 4679407 h 5017219"/>
              <a:gd name="connsiteX59156" fmla="*/ 843237 w 5799173"/>
              <a:gd name="connsiteY59156" fmla="*/ 4697350 h 5017219"/>
              <a:gd name="connsiteX59157" fmla="*/ 843237 w 5799173"/>
              <a:gd name="connsiteY59157" fmla="*/ 4698845 h 5017219"/>
              <a:gd name="connsiteX59158" fmla="*/ 832852 w 5799173"/>
              <a:gd name="connsiteY59158" fmla="*/ 4716792 h 5017219"/>
              <a:gd name="connsiteX59159" fmla="*/ 831606 w 5799173"/>
              <a:gd name="connsiteY59159" fmla="*/ 4717538 h 5017219"/>
              <a:gd name="connsiteX59160" fmla="*/ 750707 w 5799173"/>
              <a:gd name="connsiteY59160" fmla="*/ 4701430 h 5017219"/>
              <a:gd name="connsiteX59161" fmla="*/ 749460 w 5799173"/>
              <a:gd name="connsiteY59161" fmla="*/ 4700683 h 5017219"/>
              <a:gd name="connsiteX59162" fmla="*/ 739159 w 5799173"/>
              <a:gd name="connsiteY59162" fmla="*/ 4682820 h 5017219"/>
              <a:gd name="connsiteX59163" fmla="*/ 739159 w 5799173"/>
              <a:gd name="connsiteY59163" fmla="*/ 4681325 h 5017219"/>
              <a:gd name="connsiteX59164" fmla="*/ 749460 w 5799173"/>
              <a:gd name="connsiteY59164" fmla="*/ 4663463 h 5017219"/>
              <a:gd name="connsiteX59165" fmla="*/ 750707 w 5799173"/>
              <a:gd name="connsiteY59165" fmla="*/ 4662715 h 5017219"/>
              <a:gd name="connsiteX59166" fmla="*/ 771393 w 5799173"/>
              <a:gd name="connsiteY59166" fmla="*/ 4662715 h 5017219"/>
              <a:gd name="connsiteX59167" fmla="*/ 772640 w 5799173"/>
              <a:gd name="connsiteY59167" fmla="*/ 4663464 h 5017219"/>
              <a:gd name="connsiteX59168" fmla="*/ 782942 w 5799173"/>
              <a:gd name="connsiteY59168" fmla="*/ 4681326 h 5017219"/>
              <a:gd name="connsiteX59169" fmla="*/ 782942 w 5799173"/>
              <a:gd name="connsiteY59169" fmla="*/ 4682820 h 5017219"/>
              <a:gd name="connsiteX59170" fmla="*/ 772640 w 5799173"/>
              <a:gd name="connsiteY59170" fmla="*/ 4700682 h 5017219"/>
              <a:gd name="connsiteX59171" fmla="*/ 771393 w 5799173"/>
              <a:gd name="connsiteY59171" fmla="*/ 4701430 h 5017219"/>
              <a:gd name="connsiteX59172" fmla="*/ 690371 w 5799173"/>
              <a:gd name="connsiteY59172" fmla="*/ 4685481 h 5017219"/>
              <a:gd name="connsiteX59173" fmla="*/ 689126 w 5799173"/>
              <a:gd name="connsiteY59173" fmla="*/ 4684734 h 5017219"/>
              <a:gd name="connsiteX59174" fmla="*/ 678658 w 5799173"/>
              <a:gd name="connsiteY59174" fmla="*/ 4666621 h 5017219"/>
              <a:gd name="connsiteX59175" fmla="*/ 678658 w 5799173"/>
              <a:gd name="connsiteY59175" fmla="*/ 4665127 h 5017219"/>
              <a:gd name="connsiteX59176" fmla="*/ 689126 w 5799173"/>
              <a:gd name="connsiteY59176" fmla="*/ 4647015 h 5017219"/>
              <a:gd name="connsiteX59177" fmla="*/ 690372 w 5799173"/>
              <a:gd name="connsiteY59177" fmla="*/ 4646268 h 5017219"/>
              <a:gd name="connsiteX59178" fmla="*/ 711308 w 5799173"/>
              <a:gd name="connsiteY59178" fmla="*/ 4646268 h 5017219"/>
              <a:gd name="connsiteX59179" fmla="*/ 712554 w 5799173"/>
              <a:gd name="connsiteY59179" fmla="*/ 4647017 h 5017219"/>
              <a:gd name="connsiteX59180" fmla="*/ 723022 w 5799173"/>
              <a:gd name="connsiteY59180" fmla="*/ 4665127 h 5017219"/>
              <a:gd name="connsiteX59181" fmla="*/ 723022 w 5799173"/>
              <a:gd name="connsiteY59181" fmla="*/ 4666622 h 5017219"/>
              <a:gd name="connsiteX59182" fmla="*/ 712554 w 5799173"/>
              <a:gd name="connsiteY59182" fmla="*/ 4684733 h 5017219"/>
              <a:gd name="connsiteX59183" fmla="*/ 711308 w 5799173"/>
              <a:gd name="connsiteY59183" fmla="*/ 4685480 h 5017219"/>
              <a:gd name="connsiteX59184" fmla="*/ 620327 w 5799173"/>
              <a:gd name="connsiteY59184" fmla="*/ 4713653 h 5017219"/>
              <a:gd name="connsiteX59185" fmla="*/ 619580 w 5799173"/>
              <a:gd name="connsiteY59185" fmla="*/ 4713238 h 5017219"/>
              <a:gd name="connsiteX59186" fmla="*/ 613264 w 5799173"/>
              <a:gd name="connsiteY59186" fmla="*/ 4702197 h 5017219"/>
              <a:gd name="connsiteX59187" fmla="*/ 613264 w 5799173"/>
              <a:gd name="connsiteY59187" fmla="*/ 4701283 h 5017219"/>
              <a:gd name="connsiteX59188" fmla="*/ 619661 w 5799173"/>
              <a:gd name="connsiteY59188" fmla="*/ 4690231 h 5017219"/>
              <a:gd name="connsiteX59189" fmla="*/ 620409 w 5799173"/>
              <a:gd name="connsiteY59189" fmla="*/ 4689816 h 5017219"/>
              <a:gd name="connsiteX59190" fmla="*/ 633120 w 5799173"/>
              <a:gd name="connsiteY59190" fmla="*/ 4689817 h 5017219"/>
              <a:gd name="connsiteX59191" fmla="*/ 633867 w 5799173"/>
              <a:gd name="connsiteY59191" fmla="*/ 4690232 h 5017219"/>
              <a:gd name="connsiteX59192" fmla="*/ 640181 w 5799173"/>
              <a:gd name="connsiteY59192" fmla="*/ 4701283 h 5017219"/>
              <a:gd name="connsiteX59193" fmla="*/ 640181 w 5799173"/>
              <a:gd name="connsiteY59193" fmla="*/ 4702196 h 5017219"/>
              <a:gd name="connsiteX59194" fmla="*/ 633785 w 5799173"/>
              <a:gd name="connsiteY59194" fmla="*/ 4713243 h 5017219"/>
              <a:gd name="connsiteX59195" fmla="*/ 633037 w 5799173"/>
              <a:gd name="connsiteY59195" fmla="*/ 4713661 h 5017219"/>
              <a:gd name="connsiteX59196" fmla="*/ 679572 w 5799173"/>
              <a:gd name="connsiteY59196" fmla="*/ 4731671 h 5017219"/>
              <a:gd name="connsiteX59197" fmla="*/ 678657 w 5799173"/>
              <a:gd name="connsiteY59197" fmla="*/ 4731175 h 5017219"/>
              <a:gd name="connsiteX59198" fmla="*/ 671345 w 5799173"/>
              <a:gd name="connsiteY59198" fmla="*/ 4718470 h 5017219"/>
              <a:gd name="connsiteX59199" fmla="*/ 671345 w 5799173"/>
              <a:gd name="connsiteY59199" fmla="*/ 4717472 h 5017219"/>
              <a:gd name="connsiteX59200" fmla="*/ 678656 w 5799173"/>
              <a:gd name="connsiteY59200" fmla="*/ 4704762 h 5017219"/>
              <a:gd name="connsiteX59201" fmla="*/ 679569 w 5799173"/>
              <a:gd name="connsiteY59201" fmla="*/ 4704265 h 5017219"/>
              <a:gd name="connsiteX59202" fmla="*/ 694191 w 5799173"/>
              <a:gd name="connsiteY59202" fmla="*/ 4704264 h 5017219"/>
              <a:gd name="connsiteX59203" fmla="*/ 695104 w 5799173"/>
              <a:gd name="connsiteY59203" fmla="*/ 4704763 h 5017219"/>
              <a:gd name="connsiteX59204" fmla="*/ 702415 w 5799173"/>
              <a:gd name="connsiteY59204" fmla="*/ 4717473 h 5017219"/>
              <a:gd name="connsiteX59205" fmla="*/ 702415 w 5799173"/>
              <a:gd name="connsiteY59205" fmla="*/ 4718472 h 5017219"/>
              <a:gd name="connsiteX59206" fmla="*/ 695105 w 5799173"/>
              <a:gd name="connsiteY59206" fmla="*/ 4731181 h 5017219"/>
              <a:gd name="connsiteX59207" fmla="*/ 694192 w 5799173"/>
              <a:gd name="connsiteY59207" fmla="*/ 4731679 h 5017219"/>
              <a:gd name="connsiteX59208" fmla="*/ 799852 w 5799173"/>
              <a:gd name="connsiteY59208" fmla="*/ 4764173 h 5017219"/>
              <a:gd name="connsiteX59209" fmla="*/ 798937 w 5799173"/>
              <a:gd name="connsiteY59209" fmla="*/ 4763677 h 5017219"/>
              <a:gd name="connsiteX59210" fmla="*/ 791543 w 5799173"/>
              <a:gd name="connsiteY59210" fmla="*/ 4750802 h 5017219"/>
              <a:gd name="connsiteX59211" fmla="*/ 791543 w 5799173"/>
              <a:gd name="connsiteY59211" fmla="*/ 4749722 h 5017219"/>
              <a:gd name="connsiteX59212" fmla="*/ 798937 w 5799173"/>
              <a:gd name="connsiteY59212" fmla="*/ 4736845 h 5017219"/>
              <a:gd name="connsiteX59213" fmla="*/ 799850 w 5799173"/>
              <a:gd name="connsiteY59213" fmla="*/ 4736347 h 5017219"/>
              <a:gd name="connsiteX59214" fmla="*/ 814721 w 5799173"/>
              <a:gd name="connsiteY59214" fmla="*/ 4736348 h 5017219"/>
              <a:gd name="connsiteX59215" fmla="*/ 815636 w 5799173"/>
              <a:gd name="connsiteY59215" fmla="*/ 4736846 h 5017219"/>
              <a:gd name="connsiteX59216" fmla="*/ 823030 w 5799173"/>
              <a:gd name="connsiteY59216" fmla="*/ 4749723 h 5017219"/>
              <a:gd name="connsiteX59217" fmla="*/ 823029 w 5799173"/>
              <a:gd name="connsiteY59217" fmla="*/ 4750804 h 5017219"/>
              <a:gd name="connsiteX59218" fmla="*/ 815635 w 5799173"/>
              <a:gd name="connsiteY59218" fmla="*/ 4763680 h 5017219"/>
              <a:gd name="connsiteX59219" fmla="*/ 814722 w 5799173"/>
              <a:gd name="connsiteY59219" fmla="*/ 4764177 h 5017219"/>
              <a:gd name="connsiteX59220" fmla="*/ 739486 w 5799173"/>
              <a:gd name="connsiteY59220" fmla="*/ 4748253 h 5017219"/>
              <a:gd name="connsiteX59221" fmla="*/ 738572 w 5799173"/>
              <a:gd name="connsiteY59221" fmla="*/ 4747753 h 5017219"/>
              <a:gd name="connsiteX59222" fmla="*/ 731011 w 5799173"/>
              <a:gd name="connsiteY59222" fmla="*/ 4734715 h 5017219"/>
              <a:gd name="connsiteX59223" fmla="*/ 731010 w 5799173"/>
              <a:gd name="connsiteY59223" fmla="*/ 4733636 h 5017219"/>
              <a:gd name="connsiteX59224" fmla="*/ 738570 w 5799173"/>
              <a:gd name="connsiteY59224" fmla="*/ 4720591 h 5017219"/>
              <a:gd name="connsiteX59225" fmla="*/ 739484 w 5799173"/>
              <a:gd name="connsiteY59225" fmla="*/ 4720093 h 5017219"/>
              <a:gd name="connsiteX59226" fmla="*/ 754521 w 5799173"/>
              <a:gd name="connsiteY59226" fmla="*/ 4720094 h 5017219"/>
              <a:gd name="connsiteX59227" fmla="*/ 755435 w 5799173"/>
              <a:gd name="connsiteY59227" fmla="*/ 4720593 h 5017219"/>
              <a:gd name="connsiteX59228" fmla="*/ 762995 w 5799173"/>
              <a:gd name="connsiteY59228" fmla="*/ 4733636 h 5017219"/>
              <a:gd name="connsiteX59229" fmla="*/ 762995 w 5799173"/>
              <a:gd name="connsiteY59229" fmla="*/ 4734716 h 5017219"/>
              <a:gd name="connsiteX59230" fmla="*/ 755436 w 5799173"/>
              <a:gd name="connsiteY59230" fmla="*/ 4747758 h 5017219"/>
              <a:gd name="connsiteX59231" fmla="*/ 754521 w 5799173"/>
              <a:gd name="connsiteY59231" fmla="*/ 4748256 h 5017219"/>
              <a:gd name="connsiteX59232" fmla="*/ 859213 w 5799173"/>
              <a:gd name="connsiteY59232" fmla="*/ 4781812 h 5017219"/>
              <a:gd name="connsiteX59233" fmla="*/ 858215 w 5799173"/>
              <a:gd name="connsiteY59233" fmla="*/ 4781232 h 5017219"/>
              <a:gd name="connsiteX59234" fmla="*/ 849988 w 5799173"/>
              <a:gd name="connsiteY59234" fmla="*/ 4766953 h 5017219"/>
              <a:gd name="connsiteX59235" fmla="*/ 849988 w 5799173"/>
              <a:gd name="connsiteY59235" fmla="*/ 4765791 h 5017219"/>
              <a:gd name="connsiteX59236" fmla="*/ 858213 w 5799173"/>
              <a:gd name="connsiteY59236" fmla="*/ 4751501 h 5017219"/>
              <a:gd name="connsiteX59237" fmla="*/ 859209 w 5799173"/>
              <a:gd name="connsiteY59237" fmla="*/ 4750921 h 5017219"/>
              <a:gd name="connsiteX59238" fmla="*/ 875658 w 5799173"/>
              <a:gd name="connsiteY59238" fmla="*/ 4750921 h 5017219"/>
              <a:gd name="connsiteX59239" fmla="*/ 876655 w 5799173"/>
              <a:gd name="connsiteY59239" fmla="*/ 4751504 h 5017219"/>
              <a:gd name="connsiteX59240" fmla="*/ 884881 w 5799173"/>
              <a:gd name="connsiteY59240" fmla="*/ 4765790 h 5017219"/>
              <a:gd name="connsiteX59241" fmla="*/ 884880 w 5799173"/>
              <a:gd name="connsiteY59241" fmla="*/ 4766954 h 5017219"/>
              <a:gd name="connsiteX59242" fmla="*/ 876656 w 5799173"/>
              <a:gd name="connsiteY59242" fmla="*/ 4781241 h 5017219"/>
              <a:gd name="connsiteX59243" fmla="*/ 875659 w 5799173"/>
              <a:gd name="connsiteY59243" fmla="*/ 4781823 h 5017219"/>
              <a:gd name="connsiteX59244" fmla="*/ 558181 w 5799173"/>
              <a:gd name="connsiteY59244" fmla="*/ 4701326 h 5017219"/>
              <a:gd name="connsiteX59245" fmla="*/ 557183 w 5799173"/>
              <a:gd name="connsiteY59245" fmla="*/ 4700749 h 5017219"/>
              <a:gd name="connsiteX59246" fmla="*/ 548873 w 5799173"/>
              <a:gd name="connsiteY59246" fmla="*/ 4686383 h 5017219"/>
              <a:gd name="connsiteX59247" fmla="*/ 548873 w 5799173"/>
              <a:gd name="connsiteY59247" fmla="*/ 4685220 h 5017219"/>
              <a:gd name="connsiteX59248" fmla="*/ 557181 w 5799173"/>
              <a:gd name="connsiteY59248" fmla="*/ 4670848 h 5017219"/>
              <a:gd name="connsiteX59249" fmla="*/ 558178 w 5799173"/>
              <a:gd name="connsiteY59249" fmla="*/ 4670267 h 5017219"/>
              <a:gd name="connsiteX59250" fmla="*/ 574794 w 5799173"/>
              <a:gd name="connsiteY59250" fmla="*/ 4670268 h 5017219"/>
              <a:gd name="connsiteX59251" fmla="*/ 575790 w 5799173"/>
              <a:gd name="connsiteY59251" fmla="*/ 4670850 h 5017219"/>
              <a:gd name="connsiteX59252" fmla="*/ 584098 w 5799173"/>
              <a:gd name="connsiteY59252" fmla="*/ 4685220 h 5017219"/>
              <a:gd name="connsiteX59253" fmla="*/ 584098 w 5799173"/>
              <a:gd name="connsiteY59253" fmla="*/ 4686383 h 5017219"/>
              <a:gd name="connsiteX59254" fmla="*/ 575790 w 5799173"/>
              <a:gd name="connsiteY59254" fmla="*/ 4700757 h 5017219"/>
              <a:gd name="connsiteX59255" fmla="*/ 574795 w 5799173"/>
              <a:gd name="connsiteY59255" fmla="*/ 4701336 h 5017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  <a:cxn ang="0">
                <a:pos x="connsiteX49645" y="connsiteY49645"/>
              </a:cxn>
              <a:cxn ang="0">
                <a:pos x="connsiteX49646" y="connsiteY49646"/>
              </a:cxn>
              <a:cxn ang="0">
                <a:pos x="connsiteX49647" y="connsiteY49647"/>
              </a:cxn>
              <a:cxn ang="0">
                <a:pos x="connsiteX49648" y="connsiteY49648"/>
              </a:cxn>
              <a:cxn ang="0">
                <a:pos x="connsiteX49649" y="connsiteY49649"/>
              </a:cxn>
              <a:cxn ang="0">
                <a:pos x="connsiteX49650" y="connsiteY49650"/>
              </a:cxn>
              <a:cxn ang="0">
                <a:pos x="connsiteX49651" y="connsiteY49651"/>
              </a:cxn>
              <a:cxn ang="0">
                <a:pos x="connsiteX49652" y="connsiteY49652"/>
              </a:cxn>
              <a:cxn ang="0">
                <a:pos x="connsiteX49653" y="connsiteY49653"/>
              </a:cxn>
              <a:cxn ang="0">
                <a:pos x="connsiteX49654" y="connsiteY49654"/>
              </a:cxn>
              <a:cxn ang="0">
                <a:pos x="connsiteX49655" y="connsiteY49655"/>
              </a:cxn>
              <a:cxn ang="0">
                <a:pos x="connsiteX49656" y="connsiteY49656"/>
              </a:cxn>
              <a:cxn ang="0">
                <a:pos x="connsiteX49657" y="connsiteY49657"/>
              </a:cxn>
              <a:cxn ang="0">
                <a:pos x="connsiteX49658" y="connsiteY49658"/>
              </a:cxn>
              <a:cxn ang="0">
                <a:pos x="connsiteX49659" y="connsiteY49659"/>
              </a:cxn>
              <a:cxn ang="0">
                <a:pos x="connsiteX49660" y="connsiteY49660"/>
              </a:cxn>
              <a:cxn ang="0">
                <a:pos x="connsiteX49661" y="connsiteY49661"/>
              </a:cxn>
              <a:cxn ang="0">
                <a:pos x="connsiteX49662" y="connsiteY49662"/>
              </a:cxn>
              <a:cxn ang="0">
                <a:pos x="connsiteX49663" y="connsiteY49663"/>
              </a:cxn>
              <a:cxn ang="0">
                <a:pos x="connsiteX49664" y="connsiteY49664"/>
              </a:cxn>
              <a:cxn ang="0">
                <a:pos x="connsiteX49665" y="connsiteY49665"/>
              </a:cxn>
              <a:cxn ang="0">
                <a:pos x="connsiteX49666" y="connsiteY49666"/>
              </a:cxn>
              <a:cxn ang="0">
                <a:pos x="connsiteX49667" y="connsiteY49667"/>
              </a:cxn>
              <a:cxn ang="0">
                <a:pos x="connsiteX49668" y="connsiteY49668"/>
              </a:cxn>
              <a:cxn ang="0">
                <a:pos x="connsiteX49669" y="connsiteY49669"/>
              </a:cxn>
              <a:cxn ang="0">
                <a:pos x="connsiteX49670" y="connsiteY49670"/>
              </a:cxn>
              <a:cxn ang="0">
                <a:pos x="connsiteX49671" y="connsiteY49671"/>
              </a:cxn>
              <a:cxn ang="0">
                <a:pos x="connsiteX49672" y="connsiteY49672"/>
              </a:cxn>
              <a:cxn ang="0">
                <a:pos x="connsiteX49673" y="connsiteY49673"/>
              </a:cxn>
              <a:cxn ang="0">
                <a:pos x="connsiteX49674" y="connsiteY49674"/>
              </a:cxn>
              <a:cxn ang="0">
                <a:pos x="connsiteX49675" y="connsiteY49675"/>
              </a:cxn>
              <a:cxn ang="0">
                <a:pos x="connsiteX49676" y="connsiteY49676"/>
              </a:cxn>
              <a:cxn ang="0">
                <a:pos x="connsiteX49677" y="connsiteY49677"/>
              </a:cxn>
              <a:cxn ang="0">
                <a:pos x="connsiteX49678" y="connsiteY49678"/>
              </a:cxn>
              <a:cxn ang="0">
                <a:pos x="connsiteX49679" y="connsiteY49679"/>
              </a:cxn>
              <a:cxn ang="0">
                <a:pos x="connsiteX49680" y="connsiteY49680"/>
              </a:cxn>
              <a:cxn ang="0">
                <a:pos x="connsiteX49681" y="connsiteY49681"/>
              </a:cxn>
              <a:cxn ang="0">
                <a:pos x="connsiteX49682" y="connsiteY49682"/>
              </a:cxn>
              <a:cxn ang="0">
                <a:pos x="connsiteX49683" y="connsiteY49683"/>
              </a:cxn>
              <a:cxn ang="0">
                <a:pos x="connsiteX49684" y="connsiteY49684"/>
              </a:cxn>
              <a:cxn ang="0">
                <a:pos x="connsiteX49685" y="connsiteY49685"/>
              </a:cxn>
              <a:cxn ang="0">
                <a:pos x="connsiteX49686" y="connsiteY49686"/>
              </a:cxn>
              <a:cxn ang="0">
                <a:pos x="connsiteX49687" y="connsiteY49687"/>
              </a:cxn>
              <a:cxn ang="0">
                <a:pos x="connsiteX49688" y="connsiteY49688"/>
              </a:cxn>
              <a:cxn ang="0">
                <a:pos x="connsiteX49689" y="connsiteY49689"/>
              </a:cxn>
              <a:cxn ang="0">
                <a:pos x="connsiteX49690" y="connsiteY49690"/>
              </a:cxn>
              <a:cxn ang="0">
                <a:pos x="connsiteX49691" y="connsiteY49691"/>
              </a:cxn>
              <a:cxn ang="0">
                <a:pos x="connsiteX49692" y="connsiteY49692"/>
              </a:cxn>
              <a:cxn ang="0">
                <a:pos x="connsiteX49693" y="connsiteY49693"/>
              </a:cxn>
              <a:cxn ang="0">
                <a:pos x="connsiteX49694" y="connsiteY49694"/>
              </a:cxn>
              <a:cxn ang="0">
                <a:pos x="connsiteX49695" y="connsiteY49695"/>
              </a:cxn>
              <a:cxn ang="0">
                <a:pos x="connsiteX49696" y="connsiteY49696"/>
              </a:cxn>
              <a:cxn ang="0">
                <a:pos x="connsiteX49697" y="connsiteY49697"/>
              </a:cxn>
              <a:cxn ang="0">
                <a:pos x="connsiteX49698" y="connsiteY49698"/>
              </a:cxn>
              <a:cxn ang="0">
                <a:pos x="connsiteX49699" y="connsiteY49699"/>
              </a:cxn>
              <a:cxn ang="0">
                <a:pos x="connsiteX49700" y="connsiteY49700"/>
              </a:cxn>
              <a:cxn ang="0">
                <a:pos x="connsiteX49701" y="connsiteY49701"/>
              </a:cxn>
              <a:cxn ang="0">
                <a:pos x="connsiteX49702" y="connsiteY49702"/>
              </a:cxn>
              <a:cxn ang="0">
                <a:pos x="connsiteX49703" y="connsiteY49703"/>
              </a:cxn>
              <a:cxn ang="0">
                <a:pos x="connsiteX49704" y="connsiteY49704"/>
              </a:cxn>
              <a:cxn ang="0">
                <a:pos x="connsiteX49705" y="connsiteY49705"/>
              </a:cxn>
              <a:cxn ang="0">
                <a:pos x="connsiteX49706" y="connsiteY49706"/>
              </a:cxn>
              <a:cxn ang="0">
                <a:pos x="connsiteX49707" y="connsiteY49707"/>
              </a:cxn>
              <a:cxn ang="0">
                <a:pos x="connsiteX49708" y="connsiteY49708"/>
              </a:cxn>
              <a:cxn ang="0">
                <a:pos x="connsiteX49709" y="connsiteY49709"/>
              </a:cxn>
              <a:cxn ang="0">
                <a:pos x="connsiteX49710" y="connsiteY49710"/>
              </a:cxn>
              <a:cxn ang="0">
                <a:pos x="connsiteX49711" y="connsiteY49711"/>
              </a:cxn>
              <a:cxn ang="0">
                <a:pos x="connsiteX49712" y="connsiteY49712"/>
              </a:cxn>
              <a:cxn ang="0">
                <a:pos x="connsiteX49713" y="connsiteY49713"/>
              </a:cxn>
              <a:cxn ang="0">
                <a:pos x="connsiteX49714" y="connsiteY49714"/>
              </a:cxn>
              <a:cxn ang="0">
                <a:pos x="connsiteX49715" y="connsiteY49715"/>
              </a:cxn>
              <a:cxn ang="0">
                <a:pos x="connsiteX49716" y="connsiteY49716"/>
              </a:cxn>
              <a:cxn ang="0">
                <a:pos x="connsiteX49717" y="connsiteY49717"/>
              </a:cxn>
              <a:cxn ang="0">
                <a:pos x="connsiteX49718" y="connsiteY49718"/>
              </a:cxn>
              <a:cxn ang="0">
                <a:pos x="connsiteX49719" y="connsiteY49719"/>
              </a:cxn>
              <a:cxn ang="0">
                <a:pos x="connsiteX49720" y="connsiteY49720"/>
              </a:cxn>
              <a:cxn ang="0">
                <a:pos x="connsiteX49721" y="connsiteY49721"/>
              </a:cxn>
              <a:cxn ang="0">
                <a:pos x="connsiteX49722" y="connsiteY49722"/>
              </a:cxn>
              <a:cxn ang="0">
                <a:pos x="connsiteX49723" y="connsiteY49723"/>
              </a:cxn>
              <a:cxn ang="0">
                <a:pos x="connsiteX49724" y="connsiteY49724"/>
              </a:cxn>
              <a:cxn ang="0">
                <a:pos x="connsiteX49725" y="connsiteY49725"/>
              </a:cxn>
              <a:cxn ang="0">
                <a:pos x="connsiteX49726" y="connsiteY49726"/>
              </a:cxn>
              <a:cxn ang="0">
                <a:pos x="connsiteX49727" y="connsiteY49727"/>
              </a:cxn>
              <a:cxn ang="0">
                <a:pos x="connsiteX49728" y="connsiteY49728"/>
              </a:cxn>
              <a:cxn ang="0">
                <a:pos x="connsiteX49729" y="connsiteY49729"/>
              </a:cxn>
              <a:cxn ang="0">
                <a:pos x="connsiteX49730" y="connsiteY49730"/>
              </a:cxn>
              <a:cxn ang="0">
                <a:pos x="connsiteX49731" y="connsiteY49731"/>
              </a:cxn>
              <a:cxn ang="0">
                <a:pos x="connsiteX49732" y="connsiteY49732"/>
              </a:cxn>
              <a:cxn ang="0">
                <a:pos x="connsiteX49733" y="connsiteY49733"/>
              </a:cxn>
              <a:cxn ang="0">
                <a:pos x="connsiteX49734" y="connsiteY49734"/>
              </a:cxn>
              <a:cxn ang="0">
                <a:pos x="connsiteX49735" y="connsiteY49735"/>
              </a:cxn>
              <a:cxn ang="0">
                <a:pos x="connsiteX49736" y="connsiteY49736"/>
              </a:cxn>
              <a:cxn ang="0">
                <a:pos x="connsiteX49737" y="connsiteY49737"/>
              </a:cxn>
              <a:cxn ang="0">
                <a:pos x="connsiteX49738" y="connsiteY49738"/>
              </a:cxn>
              <a:cxn ang="0">
                <a:pos x="connsiteX49739" y="connsiteY49739"/>
              </a:cxn>
              <a:cxn ang="0">
                <a:pos x="connsiteX49740" y="connsiteY49740"/>
              </a:cxn>
              <a:cxn ang="0">
                <a:pos x="connsiteX49741" y="connsiteY49741"/>
              </a:cxn>
              <a:cxn ang="0">
                <a:pos x="connsiteX49742" y="connsiteY49742"/>
              </a:cxn>
              <a:cxn ang="0">
                <a:pos x="connsiteX49743" y="connsiteY49743"/>
              </a:cxn>
              <a:cxn ang="0">
                <a:pos x="connsiteX49744" y="connsiteY49744"/>
              </a:cxn>
              <a:cxn ang="0">
                <a:pos x="connsiteX49745" y="connsiteY49745"/>
              </a:cxn>
              <a:cxn ang="0">
                <a:pos x="connsiteX49746" y="connsiteY49746"/>
              </a:cxn>
              <a:cxn ang="0">
                <a:pos x="connsiteX49747" y="connsiteY49747"/>
              </a:cxn>
              <a:cxn ang="0">
                <a:pos x="connsiteX49748" y="connsiteY49748"/>
              </a:cxn>
              <a:cxn ang="0">
                <a:pos x="connsiteX49749" y="connsiteY49749"/>
              </a:cxn>
              <a:cxn ang="0">
                <a:pos x="connsiteX49750" y="connsiteY49750"/>
              </a:cxn>
              <a:cxn ang="0">
                <a:pos x="connsiteX49751" y="connsiteY49751"/>
              </a:cxn>
              <a:cxn ang="0">
                <a:pos x="connsiteX49752" y="connsiteY49752"/>
              </a:cxn>
              <a:cxn ang="0">
                <a:pos x="connsiteX49753" y="connsiteY49753"/>
              </a:cxn>
              <a:cxn ang="0">
                <a:pos x="connsiteX49754" y="connsiteY49754"/>
              </a:cxn>
              <a:cxn ang="0">
                <a:pos x="connsiteX49755" y="connsiteY49755"/>
              </a:cxn>
              <a:cxn ang="0">
                <a:pos x="connsiteX49756" y="connsiteY49756"/>
              </a:cxn>
              <a:cxn ang="0">
                <a:pos x="connsiteX49757" y="connsiteY49757"/>
              </a:cxn>
              <a:cxn ang="0">
                <a:pos x="connsiteX49758" y="connsiteY49758"/>
              </a:cxn>
              <a:cxn ang="0">
                <a:pos x="connsiteX49759" y="connsiteY49759"/>
              </a:cxn>
              <a:cxn ang="0">
                <a:pos x="connsiteX49760" y="connsiteY49760"/>
              </a:cxn>
              <a:cxn ang="0">
                <a:pos x="connsiteX49761" y="connsiteY49761"/>
              </a:cxn>
              <a:cxn ang="0">
                <a:pos x="connsiteX49762" y="connsiteY49762"/>
              </a:cxn>
              <a:cxn ang="0">
                <a:pos x="connsiteX49763" y="connsiteY49763"/>
              </a:cxn>
              <a:cxn ang="0">
                <a:pos x="connsiteX49764" y="connsiteY49764"/>
              </a:cxn>
              <a:cxn ang="0">
                <a:pos x="connsiteX49765" y="connsiteY49765"/>
              </a:cxn>
              <a:cxn ang="0">
                <a:pos x="connsiteX49766" y="connsiteY49766"/>
              </a:cxn>
              <a:cxn ang="0">
                <a:pos x="connsiteX49767" y="connsiteY49767"/>
              </a:cxn>
              <a:cxn ang="0">
                <a:pos x="connsiteX49768" y="connsiteY49768"/>
              </a:cxn>
              <a:cxn ang="0">
                <a:pos x="connsiteX49769" y="connsiteY49769"/>
              </a:cxn>
              <a:cxn ang="0">
                <a:pos x="connsiteX49770" y="connsiteY49770"/>
              </a:cxn>
              <a:cxn ang="0">
                <a:pos x="connsiteX49771" y="connsiteY49771"/>
              </a:cxn>
              <a:cxn ang="0">
                <a:pos x="connsiteX49772" y="connsiteY49772"/>
              </a:cxn>
              <a:cxn ang="0">
                <a:pos x="connsiteX49773" y="connsiteY49773"/>
              </a:cxn>
              <a:cxn ang="0">
                <a:pos x="connsiteX49774" y="connsiteY49774"/>
              </a:cxn>
              <a:cxn ang="0">
                <a:pos x="connsiteX49775" y="connsiteY49775"/>
              </a:cxn>
              <a:cxn ang="0">
                <a:pos x="connsiteX49776" y="connsiteY49776"/>
              </a:cxn>
              <a:cxn ang="0">
                <a:pos x="connsiteX49777" y="connsiteY49777"/>
              </a:cxn>
              <a:cxn ang="0">
                <a:pos x="connsiteX49778" y="connsiteY49778"/>
              </a:cxn>
              <a:cxn ang="0">
                <a:pos x="connsiteX49779" y="connsiteY49779"/>
              </a:cxn>
              <a:cxn ang="0">
                <a:pos x="connsiteX49780" y="connsiteY49780"/>
              </a:cxn>
              <a:cxn ang="0">
                <a:pos x="connsiteX49781" y="connsiteY49781"/>
              </a:cxn>
              <a:cxn ang="0">
                <a:pos x="connsiteX49782" y="connsiteY49782"/>
              </a:cxn>
              <a:cxn ang="0">
                <a:pos x="connsiteX49783" y="connsiteY49783"/>
              </a:cxn>
              <a:cxn ang="0">
                <a:pos x="connsiteX49784" y="connsiteY49784"/>
              </a:cxn>
              <a:cxn ang="0">
                <a:pos x="connsiteX49785" y="connsiteY49785"/>
              </a:cxn>
              <a:cxn ang="0">
                <a:pos x="connsiteX49786" y="connsiteY49786"/>
              </a:cxn>
              <a:cxn ang="0">
                <a:pos x="connsiteX49787" y="connsiteY49787"/>
              </a:cxn>
              <a:cxn ang="0">
                <a:pos x="connsiteX49788" y="connsiteY49788"/>
              </a:cxn>
              <a:cxn ang="0">
                <a:pos x="connsiteX49789" y="connsiteY49789"/>
              </a:cxn>
              <a:cxn ang="0">
                <a:pos x="connsiteX49790" y="connsiteY49790"/>
              </a:cxn>
              <a:cxn ang="0">
                <a:pos x="connsiteX49791" y="connsiteY49791"/>
              </a:cxn>
              <a:cxn ang="0">
                <a:pos x="connsiteX49792" y="connsiteY49792"/>
              </a:cxn>
              <a:cxn ang="0">
                <a:pos x="connsiteX49793" y="connsiteY49793"/>
              </a:cxn>
              <a:cxn ang="0">
                <a:pos x="connsiteX49794" y="connsiteY49794"/>
              </a:cxn>
              <a:cxn ang="0">
                <a:pos x="connsiteX49795" y="connsiteY49795"/>
              </a:cxn>
              <a:cxn ang="0">
                <a:pos x="connsiteX49796" y="connsiteY49796"/>
              </a:cxn>
              <a:cxn ang="0">
                <a:pos x="connsiteX49797" y="connsiteY49797"/>
              </a:cxn>
              <a:cxn ang="0">
                <a:pos x="connsiteX49798" y="connsiteY49798"/>
              </a:cxn>
              <a:cxn ang="0">
                <a:pos x="connsiteX49799" y="connsiteY49799"/>
              </a:cxn>
              <a:cxn ang="0">
                <a:pos x="connsiteX49800" y="connsiteY49800"/>
              </a:cxn>
              <a:cxn ang="0">
                <a:pos x="connsiteX49801" y="connsiteY49801"/>
              </a:cxn>
              <a:cxn ang="0">
                <a:pos x="connsiteX49802" y="connsiteY49802"/>
              </a:cxn>
              <a:cxn ang="0">
                <a:pos x="connsiteX49803" y="connsiteY49803"/>
              </a:cxn>
              <a:cxn ang="0">
                <a:pos x="connsiteX49804" y="connsiteY49804"/>
              </a:cxn>
              <a:cxn ang="0">
                <a:pos x="connsiteX49805" y="connsiteY49805"/>
              </a:cxn>
              <a:cxn ang="0">
                <a:pos x="connsiteX49806" y="connsiteY49806"/>
              </a:cxn>
              <a:cxn ang="0">
                <a:pos x="connsiteX49807" y="connsiteY49807"/>
              </a:cxn>
              <a:cxn ang="0">
                <a:pos x="connsiteX49808" y="connsiteY49808"/>
              </a:cxn>
              <a:cxn ang="0">
                <a:pos x="connsiteX49809" y="connsiteY49809"/>
              </a:cxn>
              <a:cxn ang="0">
                <a:pos x="connsiteX49810" y="connsiteY49810"/>
              </a:cxn>
              <a:cxn ang="0">
                <a:pos x="connsiteX49811" y="connsiteY49811"/>
              </a:cxn>
              <a:cxn ang="0">
                <a:pos x="connsiteX49812" y="connsiteY49812"/>
              </a:cxn>
              <a:cxn ang="0">
                <a:pos x="connsiteX49813" y="connsiteY49813"/>
              </a:cxn>
              <a:cxn ang="0">
                <a:pos x="connsiteX49814" y="connsiteY49814"/>
              </a:cxn>
              <a:cxn ang="0">
                <a:pos x="connsiteX49815" y="connsiteY49815"/>
              </a:cxn>
              <a:cxn ang="0">
                <a:pos x="connsiteX49816" y="connsiteY49816"/>
              </a:cxn>
              <a:cxn ang="0">
                <a:pos x="connsiteX49817" y="connsiteY49817"/>
              </a:cxn>
              <a:cxn ang="0">
                <a:pos x="connsiteX49818" y="connsiteY49818"/>
              </a:cxn>
              <a:cxn ang="0">
                <a:pos x="connsiteX49819" y="connsiteY49819"/>
              </a:cxn>
              <a:cxn ang="0">
                <a:pos x="connsiteX49820" y="connsiteY49820"/>
              </a:cxn>
              <a:cxn ang="0">
                <a:pos x="connsiteX49821" y="connsiteY49821"/>
              </a:cxn>
              <a:cxn ang="0">
                <a:pos x="connsiteX49822" y="connsiteY49822"/>
              </a:cxn>
              <a:cxn ang="0">
                <a:pos x="connsiteX49823" y="connsiteY49823"/>
              </a:cxn>
              <a:cxn ang="0">
                <a:pos x="connsiteX49824" y="connsiteY49824"/>
              </a:cxn>
              <a:cxn ang="0">
                <a:pos x="connsiteX49825" y="connsiteY49825"/>
              </a:cxn>
              <a:cxn ang="0">
                <a:pos x="connsiteX49826" y="connsiteY49826"/>
              </a:cxn>
              <a:cxn ang="0">
                <a:pos x="connsiteX49827" y="connsiteY49827"/>
              </a:cxn>
              <a:cxn ang="0">
                <a:pos x="connsiteX49828" y="connsiteY49828"/>
              </a:cxn>
              <a:cxn ang="0">
                <a:pos x="connsiteX49829" y="connsiteY49829"/>
              </a:cxn>
              <a:cxn ang="0">
                <a:pos x="connsiteX49830" y="connsiteY49830"/>
              </a:cxn>
              <a:cxn ang="0">
                <a:pos x="connsiteX49831" y="connsiteY49831"/>
              </a:cxn>
              <a:cxn ang="0">
                <a:pos x="connsiteX49832" y="connsiteY49832"/>
              </a:cxn>
              <a:cxn ang="0">
                <a:pos x="connsiteX49833" y="connsiteY49833"/>
              </a:cxn>
              <a:cxn ang="0">
                <a:pos x="connsiteX49834" y="connsiteY49834"/>
              </a:cxn>
              <a:cxn ang="0">
                <a:pos x="connsiteX49835" y="connsiteY49835"/>
              </a:cxn>
              <a:cxn ang="0">
                <a:pos x="connsiteX49836" y="connsiteY49836"/>
              </a:cxn>
              <a:cxn ang="0">
                <a:pos x="connsiteX49837" y="connsiteY49837"/>
              </a:cxn>
              <a:cxn ang="0">
                <a:pos x="connsiteX49838" y="connsiteY49838"/>
              </a:cxn>
              <a:cxn ang="0">
                <a:pos x="connsiteX49839" y="connsiteY49839"/>
              </a:cxn>
              <a:cxn ang="0">
                <a:pos x="connsiteX49840" y="connsiteY49840"/>
              </a:cxn>
              <a:cxn ang="0">
                <a:pos x="connsiteX49841" y="connsiteY49841"/>
              </a:cxn>
              <a:cxn ang="0">
                <a:pos x="connsiteX49842" y="connsiteY49842"/>
              </a:cxn>
              <a:cxn ang="0">
                <a:pos x="connsiteX49843" y="connsiteY49843"/>
              </a:cxn>
              <a:cxn ang="0">
                <a:pos x="connsiteX49844" y="connsiteY49844"/>
              </a:cxn>
              <a:cxn ang="0">
                <a:pos x="connsiteX49845" y="connsiteY49845"/>
              </a:cxn>
              <a:cxn ang="0">
                <a:pos x="connsiteX49846" y="connsiteY49846"/>
              </a:cxn>
              <a:cxn ang="0">
                <a:pos x="connsiteX49847" y="connsiteY49847"/>
              </a:cxn>
              <a:cxn ang="0">
                <a:pos x="connsiteX49848" y="connsiteY49848"/>
              </a:cxn>
              <a:cxn ang="0">
                <a:pos x="connsiteX49849" y="connsiteY49849"/>
              </a:cxn>
              <a:cxn ang="0">
                <a:pos x="connsiteX49850" y="connsiteY49850"/>
              </a:cxn>
              <a:cxn ang="0">
                <a:pos x="connsiteX49851" y="connsiteY49851"/>
              </a:cxn>
              <a:cxn ang="0">
                <a:pos x="connsiteX49852" y="connsiteY49852"/>
              </a:cxn>
              <a:cxn ang="0">
                <a:pos x="connsiteX49853" y="connsiteY49853"/>
              </a:cxn>
              <a:cxn ang="0">
                <a:pos x="connsiteX49854" y="connsiteY49854"/>
              </a:cxn>
              <a:cxn ang="0">
                <a:pos x="connsiteX49855" y="connsiteY49855"/>
              </a:cxn>
              <a:cxn ang="0">
                <a:pos x="connsiteX49856" y="connsiteY49856"/>
              </a:cxn>
              <a:cxn ang="0">
                <a:pos x="connsiteX49857" y="connsiteY49857"/>
              </a:cxn>
              <a:cxn ang="0">
                <a:pos x="connsiteX49858" y="connsiteY49858"/>
              </a:cxn>
              <a:cxn ang="0">
                <a:pos x="connsiteX49859" y="connsiteY49859"/>
              </a:cxn>
              <a:cxn ang="0">
                <a:pos x="connsiteX49860" y="connsiteY49860"/>
              </a:cxn>
              <a:cxn ang="0">
                <a:pos x="connsiteX49861" y="connsiteY49861"/>
              </a:cxn>
              <a:cxn ang="0">
                <a:pos x="connsiteX49862" y="connsiteY49862"/>
              </a:cxn>
              <a:cxn ang="0">
                <a:pos x="connsiteX49863" y="connsiteY49863"/>
              </a:cxn>
              <a:cxn ang="0">
                <a:pos x="connsiteX49864" y="connsiteY49864"/>
              </a:cxn>
              <a:cxn ang="0">
                <a:pos x="connsiteX49865" y="connsiteY49865"/>
              </a:cxn>
              <a:cxn ang="0">
                <a:pos x="connsiteX49866" y="connsiteY49866"/>
              </a:cxn>
              <a:cxn ang="0">
                <a:pos x="connsiteX49867" y="connsiteY49867"/>
              </a:cxn>
              <a:cxn ang="0">
                <a:pos x="connsiteX49868" y="connsiteY49868"/>
              </a:cxn>
              <a:cxn ang="0">
                <a:pos x="connsiteX49869" y="connsiteY49869"/>
              </a:cxn>
              <a:cxn ang="0">
                <a:pos x="connsiteX49870" y="connsiteY49870"/>
              </a:cxn>
              <a:cxn ang="0">
                <a:pos x="connsiteX49871" y="connsiteY49871"/>
              </a:cxn>
              <a:cxn ang="0">
                <a:pos x="connsiteX49872" y="connsiteY49872"/>
              </a:cxn>
              <a:cxn ang="0">
                <a:pos x="connsiteX49873" y="connsiteY49873"/>
              </a:cxn>
              <a:cxn ang="0">
                <a:pos x="connsiteX49874" y="connsiteY49874"/>
              </a:cxn>
              <a:cxn ang="0">
                <a:pos x="connsiteX49875" y="connsiteY49875"/>
              </a:cxn>
              <a:cxn ang="0">
                <a:pos x="connsiteX49876" y="connsiteY49876"/>
              </a:cxn>
              <a:cxn ang="0">
                <a:pos x="connsiteX49877" y="connsiteY49877"/>
              </a:cxn>
              <a:cxn ang="0">
                <a:pos x="connsiteX49878" y="connsiteY49878"/>
              </a:cxn>
              <a:cxn ang="0">
                <a:pos x="connsiteX49879" y="connsiteY49879"/>
              </a:cxn>
              <a:cxn ang="0">
                <a:pos x="connsiteX49880" y="connsiteY49880"/>
              </a:cxn>
              <a:cxn ang="0">
                <a:pos x="connsiteX49881" y="connsiteY49881"/>
              </a:cxn>
              <a:cxn ang="0">
                <a:pos x="connsiteX49882" y="connsiteY49882"/>
              </a:cxn>
              <a:cxn ang="0">
                <a:pos x="connsiteX49883" y="connsiteY49883"/>
              </a:cxn>
              <a:cxn ang="0">
                <a:pos x="connsiteX49884" y="connsiteY49884"/>
              </a:cxn>
              <a:cxn ang="0">
                <a:pos x="connsiteX49885" y="connsiteY49885"/>
              </a:cxn>
              <a:cxn ang="0">
                <a:pos x="connsiteX49886" y="connsiteY49886"/>
              </a:cxn>
              <a:cxn ang="0">
                <a:pos x="connsiteX49887" y="connsiteY49887"/>
              </a:cxn>
              <a:cxn ang="0">
                <a:pos x="connsiteX49888" y="connsiteY49888"/>
              </a:cxn>
              <a:cxn ang="0">
                <a:pos x="connsiteX49889" y="connsiteY49889"/>
              </a:cxn>
              <a:cxn ang="0">
                <a:pos x="connsiteX49890" y="connsiteY49890"/>
              </a:cxn>
              <a:cxn ang="0">
                <a:pos x="connsiteX49891" y="connsiteY49891"/>
              </a:cxn>
              <a:cxn ang="0">
                <a:pos x="connsiteX49892" y="connsiteY49892"/>
              </a:cxn>
              <a:cxn ang="0">
                <a:pos x="connsiteX49893" y="connsiteY49893"/>
              </a:cxn>
              <a:cxn ang="0">
                <a:pos x="connsiteX49894" y="connsiteY49894"/>
              </a:cxn>
              <a:cxn ang="0">
                <a:pos x="connsiteX49895" y="connsiteY49895"/>
              </a:cxn>
              <a:cxn ang="0">
                <a:pos x="connsiteX49896" y="connsiteY49896"/>
              </a:cxn>
              <a:cxn ang="0">
                <a:pos x="connsiteX49897" y="connsiteY49897"/>
              </a:cxn>
              <a:cxn ang="0">
                <a:pos x="connsiteX49898" y="connsiteY49898"/>
              </a:cxn>
              <a:cxn ang="0">
                <a:pos x="connsiteX49899" y="connsiteY49899"/>
              </a:cxn>
              <a:cxn ang="0">
                <a:pos x="connsiteX49900" y="connsiteY49900"/>
              </a:cxn>
              <a:cxn ang="0">
                <a:pos x="connsiteX49901" y="connsiteY49901"/>
              </a:cxn>
              <a:cxn ang="0">
                <a:pos x="connsiteX49902" y="connsiteY49902"/>
              </a:cxn>
              <a:cxn ang="0">
                <a:pos x="connsiteX49903" y="connsiteY49903"/>
              </a:cxn>
              <a:cxn ang="0">
                <a:pos x="connsiteX49904" y="connsiteY49904"/>
              </a:cxn>
              <a:cxn ang="0">
                <a:pos x="connsiteX49905" y="connsiteY49905"/>
              </a:cxn>
              <a:cxn ang="0">
                <a:pos x="connsiteX49906" y="connsiteY49906"/>
              </a:cxn>
              <a:cxn ang="0">
                <a:pos x="connsiteX49907" y="connsiteY49907"/>
              </a:cxn>
              <a:cxn ang="0">
                <a:pos x="connsiteX49908" y="connsiteY49908"/>
              </a:cxn>
              <a:cxn ang="0">
                <a:pos x="connsiteX49909" y="connsiteY49909"/>
              </a:cxn>
              <a:cxn ang="0">
                <a:pos x="connsiteX49910" y="connsiteY49910"/>
              </a:cxn>
              <a:cxn ang="0">
                <a:pos x="connsiteX49911" y="connsiteY49911"/>
              </a:cxn>
              <a:cxn ang="0">
                <a:pos x="connsiteX49912" y="connsiteY49912"/>
              </a:cxn>
              <a:cxn ang="0">
                <a:pos x="connsiteX49913" y="connsiteY49913"/>
              </a:cxn>
              <a:cxn ang="0">
                <a:pos x="connsiteX49914" y="connsiteY49914"/>
              </a:cxn>
              <a:cxn ang="0">
                <a:pos x="connsiteX49915" y="connsiteY49915"/>
              </a:cxn>
              <a:cxn ang="0">
                <a:pos x="connsiteX49916" y="connsiteY49916"/>
              </a:cxn>
              <a:cxn ang="0">
                <a:pos x="connsiteX49917" y="connsiteY49917"/>
              </a:cxn>
              <a:cxn ang="0">
                <a:pos x="connsiteX49918" y="connsiteY49918"/>
              </a:cxn>
              <a:cxn ang="0">
                <a:pos x="connsiteX49919" y="connsiteY49919"/>
              </a:cxn>
              <a:cxn ang="0">
                <a:pos x="connsiteX49920" y="connsiteY49920"/>
              </a:cxn>
              <a:cxn ang="0">
                <a:pos x="connsiteX49921" y="connsiteY49921"/>
              </a:cxn>
              <a:cxn ang="0">
                <a:pos x="connsiteX49922" y="connsiteY49922"/>
              </a:cxn>
              <a:cxn ang="0">
                <a:pos x="connsiteX49923" y="connsiteY49923"/>
              </a:cxn>
              <a:cxn ang="0">
                <a:pos x="connsiteX49924" y="connsiteY49924"/>
              </a:cxn>
              <a:cxn ang="0">
                <a:pos x="connsiteX49925" y="connsiteY49925"/>
              </a:cxn>
              <a:cxn ang="0">
                <a:pos x="connsiteX49926" y="connsiteY49926"/>
              </a:cxn>
              <a:cxn ang="0">
                <a:pos x="connsiteX49927" y="connsiteY49927"/>
              </a:cxn>
              <a:cxn ang="0">
                <a:pos x="connsiteX49928" y="connsiteY49928"/>
              </a:cxn>
              <a:cxn ang="0">
                <a:pos x="connsiteX49929" y="connsiteY49929"/>
              </a:cxn>
              <a:cxn ang="0">
                <a:pos x="connsiteX49930" y="connsiteY49930"/>
              </a:cxn>
              <a:cxn ang="0">
                <a:pos x="connsiteX49931" y="connsiteY49931"/>
              </a:cxn>
              <a:cxn ang="0">
                <a:pos x="connsiteX49932" y="connsiteY49932"/>
              </a:cxn>
              <a:cxn ang="0">
                <a:pos x="connsiteX49933" y="connsiteY49933"/>
              </a:cxn>
              <a:cxn ang="0">
                <a:pos x="connsiteX49934" y="connsiteY49934"/>
              </a:cxn>
              <a:cxn ang="0">
                <a:pos x="connsiteX49935" y="connsiteY49935"/>
              </a:cxn>
              <a:cxn ang="0">
                <a:pos x="connsiteX49936" y="connsiteY49936"/>
              </a:cxn>
              <a:cxn ang="0">
                <a:pos x="connsiteX49937" y="connsiteY49937"/>
              </a:cxn>
              <a:cxn ang="0">
                <a:pos x="connsiteX49938" y="connsiteY49938"/>
              </a:cxn>
              <a:cxn ang="0">
                <a:pos x="connsiteX49939" y="connsiteY49939"/>
              </a:cxn>
              <a:cxn ang="0">
                <a:pos x="connsiteX49940" y="connsiteY49940"/>
              </a:cxn>
              <a:cxn ang="0">
                <a:pos x="connsiteX49941" y="connsiteY49941"/>
              </a:cxn>
              <a:cxn ang="0">
                <a:pos x="connsiteX49942" y="connsiteY49942"/>
              </a:cxn>
              <a:cxn ang="0">
                <a:pos x="connsiteX49943" y="connsiteY49943"/>
              </a:cxn>
              <a:cxn ang="0">
                <a:pos x="connsiteX49944" y="connsiteY49944"/>
              </a:cxn>
              <a:cxn ang="0">
                <a:pos x="connsiteX49945" y="connsiteY49945"/>
              </a:cxn>
              <a:cxn ang="0">
                <a:pos x="connsiteX49946" y="connsiteY49946"/>
              </a:cxn>
              <a:cxn ang="0">
                <a:pos x="connsiteX49947" y="connsiteY49947"/>
              </a:cxn>
              <a:cxn ang="0">
                <a:pos x="connsiteX49948" y="connsiteY49948"/>
              </a:cxn>
              <a:cxn ang="0">
                <a:pos x="connsiteX49949" y="connsiteY49949"/>
              </a:cxn>
              <a:cxn ang="0">
                <a:pos x="connsiteX49950" y="connsiteY49950"/>
              </a:cxn>
              <a:cxn ang="0">
                <a:pos x="connsiteX49951" y="connsiteY49951"/>
              </a:cxn>
              <a:cxn ang="0">
                <a:pos x="connsiteX49952" y="connsiteY49952"/>
              </a:cxn>
              <a:cxn ang="0">
                <a:pos x="connsiteX49953" y="connsiteY49953"/>
              </a:cxn>
              <a:cxn ang="0">
                <a:pos x="connsiteX49954" y="connsiteY49954"/>
              </a:cxn>
              <a:cxn ang="0">
                <a:pos x="connsiteX49955" y="connsiteY49955"/>
              </a:cxn>
              <a:cxn ang="0">
                <a:pos x="connsiteX49956" y="connsiteY49956"/>
              </a:cxn>
              <a:cxn ang="0">
                <a:pos x="connsiteX49957" y="connsiteY49957"/>
              </a:cxn>
              <a:cxn ang="0">
                <a:pos x="connsiteX49958" y="connsiteY49958"/>
              </a:cxn>
              <a:cxn ang="0">
                <a:pos x="connsiteX49959" y="connsiteY49959"/>
              </a:cxn>
              <a:cxn ang="0">
                <a:pos x="connsiteX49960" y="connsiteY49960"/>
              </a:cxn>
              <a:cxn ang="0">
                <a:pos x="connsiteX49961" y="connsiteY49961"/>
              </a:cxn>
              <a:cxn ang="0">
                <a:pos x="connsiteX49962" y="connsiteY49962"/>
              </a:cxn>
              <a:cxn ang="0">
                <a:pos x="connsiteX49963" y="connsiteY49963"/>
              </a:cxn>
              <a:cxn ang="0">
                <a:pos x="connsiteX49964" y="connsiteY49964"/>
              </a:cxn>
              <a:cxn ang="0">
                <a:pos x="connsiteX49965" y="connsiteY49965"/>
              </a:cxn>
              <a:cxn ang="0">
                <a:pos x="connsiteX49966" y="connsiteY49966"/>
              </a:cxn>
              <a:cxn ang="0">
                <a:pos x="connsiteX49967" y="connsiteY49967"/>
              </a:cxn>
              <a:cxn ang="0">
                <a:pos x="connsiteX49968" y="connsiteY49968"/>
              </a:cxn>
              <a:cxn ang="0">
                <a:pos x="connsiteX49969" y="connsiteY49969"/>
              </a:cxn>
              <a:cxn ang="0">
                <a:pos x="connsiteX49970" y="connsiteY49970"/>
              </a:cxn>
              <a:cxn ang="0">
                <a:pos x="connsiteX49971" y="connsiteY49971"/>
              </a:cxn>
              <a:cxn ang="0">
                <a:pos x="connsiteX49972" y="connsiteY49972"/>
              </a:cxn>
              <a:cxn ang="0">
                <a:pos x="connsiteX49973" y="connsiteY49973"/>
              </a:cxn>
              <a:cxn ang="0">
                <a:pos x="connsiteX49974" y="connsiteY49974"/>
              </a:cxn>
              <a:cxn ang="0">
                <a:pos x="connsiteX49975" y="connsiteY49975"/>
              </a:cxn>
              <a:cxn ang="0">
                <a:pos x="connsiteX49976" y="connsiteY49976"/>
              </a:cxn>
              <a:cxn ang="0">
                <a:pos x="connsiteX49977" y="connsiteY49977"/>
              </a:cxn>
              <a:cxn ang="0">
                <a:pos x="connsiteX49978" y="connsiteY49978"/>
              </a:cxn>
              <a:cxn ang="0">
                <a:pos x="connsiteX49979" y="connsiteY49979"/>
              </a:cxn>
              <a:cxn ang="0">
                <a:pos x="connsiteX49980" y="connsiteY49980"/>
              </a:cxn>
              <a:cxn ang="0">
                <a:pos x="connsiteX49981" y="connsiteY49981"/>
              </a:cxn>
              <a:cxn ang="0">
                <a:pos x="connsiteX49982" y="connsiteY49982"/>
              </a:cxn>
              <a:cxn ang="0">
                <a:pos x="connsiteX49983" y="connsiteY49983"/>
              </a:cxn>
              <a:cxn ang="0">
                <a:pos x="connsiteX49984" y="connsiteY49984"/>
              </a:cxn>
              <a:cxn ang="0">
                <a:pos x="connsiteX49985" y="connsiteY49985"/>
              </a:cxn>
              <a:cxn ang="0">
                <a:pos x="connsiteX49986" y="connsiteY49986"/>
              </a:cxn>
              <a:cxn ang="0">
                <a:pos x="connsiteX49987" y="connsiteY49987"/>
              </a:cxn>
              <a:cxn ang="0">
                <a:pos x="connsiteX49988" y="connsiteY49988"/>
              </a:cxn>
              <a:cxn ang="0">
                <a:pos x="connsiteX49989" y="connsiteY49989"/>
              </a:cxn>
              <a:cxn ang="0">
                <a:pos x="connsiteX49990" y="connsiteY49990"/>
              </a:cxn>
              <a:cxn ang="0">
                <a:pos x="connsiteX49991" y="connsiteY49991"/>
              </a:cxn>
              <a:cxn ang="0">
                <a:pos x="connsiteX49992" y="connsiteY49992"/>
              </a:cxn>
              <a:cxn ang="0">
                <a:pos x="connsiteX49993" y="connsiteY49993"/>
              </a:cxn>
              <a:cxn ang="0">
                <a:pos x="connsiteX49994" y="connsiteY49994"/>
              </a:cxn>
              <a:cxn ang="0">
                <a:pos x="connsiteX49995" y="connsiteY49995"/>
              </a:cxn>
              <a:cxn ang="0">
                <a:pos x="connsiteX49996" y="connsiteY49996"/>
              </a:cxn>
              <a:cxn ang="0">
                <a:pos x="connsiteX49997" y="connsiteY49997"/>
              </a:cxn>
              <a:cxn ang="0">
                <a:pos x="connsiteX49998" y="connsiteY49998"/>
              </a:cxn>
              <a:cxn ang="0">
                <a:pos x="connsiteX49999" y="connsiteY49999"/>
              </a:cxn>
              <a:cxn ang="0">
                <a:pos x="connsiteX50000" y="connsiteY50000"/>
              </a:cxn>
              <a:cxn ang="0">
                <a:pos x="connsiteX50001" y="connsiteY50001"/>
              </a:cxn>
              <a:cxn ang="0">
                <a:pos x="connsiteX50002" y="connsiteY50002"/>
              </a:cxn>
              <a:cxn ang="0">
                <a:pos x="connsiteX50003" y="connsiteY50003"/>
              </a:cxn>
              <a:cxn ang="0">
                <a:pos x="connsiteX50004" y="connsiteY50004"/>
              </a:cxn>
              <a:cxn ang="0">
                <a:pos x="connsiteX50005" y="connsiteY50005"/>
              </a:cxn>
              <a:cxn ang="0">
                <a:pos x="connsiteX50006" y="connsiteY50006"/>
              </a:cxn>
              <a:cxn ang="0">
                <a:pos x="connsiteX50007" y="connsiteY50007"/>
              </a:cxn>
              <a:cxn ang="0">
                <a:pos x="connsiteX50008" y="connsiteY50008"/>
              </a:cxn>
              <a:cxn ang="0">
                <a:pos x="connsiteX50009" y="connsiteY50009"/>
              </a:cxn>
              <a:cxn ang="0">
                <a:pos x="connsiteX50010" y="connsiteY50010"/>
              </a:cxn>
              <a:cxn ang="0">
                <a:pos x="connsiteX50011" y="connsiteY50011"/>
              </a:cxn>
              <a:cxn ang="0">
                <a:pos x="connsiteX50012" y="connsiteY50012"/>
              </a:cxn>
              <a:cxn ang="0">
                <a:pos x="connsiteX50013" y="connsiteY50013"/>
              </a:cxn>
              <a:cxn ang="0">
                <a:pos x="connsiteX50014" y="connsiteY50014"/>
              </a:cxn>
              <a:cxn ang="0">
                <a:pos x="connsiteX50015" y="connsiteY50015"/>
              </a:cxn>
              <a:cxn ang="0">
                <a:pos x="connsiteX50016" y="connsiteY50016"/>
              </a:cxn>
              <a:cxn ang="0">
                <a:pos x="connsiteX50017" y="connsiteY50017"/>
              </a:cxn>
              <a:cxn ang="0">
                <a:pos x="connsiteX50018" y="connsiteY50018"/>
              </a:cxn>
              <a:cxn ang="0">
                <a:pos x="connsiteX50019" y="connsiteY50019"/>
              </a:cxn>
              <a:cxn ang="0">
                <a:pos x="connsiteX50020" y="connsiteY50020"/>
              </a:cxn>
              <a:cxn ang="0">
                <a:pos x="connsiteX50021" y="connsiteY50021"/>
              </a:cxn>
              <a:cxn ang="0">
                <a:pos x="connsiteX50022" y="connsiteY50022"/>
              </a:cxn>
              <a:cxn ang="0">
                <a:pos x="connsiteX50023" y="connsiteY50023"/>
              </a:cxn>
              <a:cxn ang="0">
                <a:pos x="connsiteX50024" y="connsiteY50024"/>
              </a:cxn>
              <a:cxn ang="0">
                <a:pos x="connsiteX50025" y="connsiteY50025"/>
              </a:cxn>
              <a:cxn ang="0">
                <a:pos x="connsiteX50026" y="connsiteY50026"/>
              </a:cxn>
              <a:cxn ang="0">
                <a:pos x="connsiteX50027" y="connsiteY50027"/>
              </a:cxn>
              <a:cxn ang="0">
                <a:pos x="connsiteX50028" y="connsiteY50028"/>
              </a:cxn>
              <a:cxn ang="0">
                <a:pos x="connsiteX50029" y="connsiteY50029"/>
              </a:cxn>
              <a:cxn ang="0">
                <a:pos x="connsiteX50030" y="connsiteY50030"/>
              </a:cxn>
              <a:cxn ang="0">
                <a:pos x="connsiteX50031" y="connsiteY50031"/>
              </a:cxn>
              <a:cxn ang="0">
                <a:pos x="connsiteX50032" y="connsiteY50032"/>
              </a:cxn>
              <a:cxn ang="0">
                <a:pos x="connsiteX50033" y="connsiteY50033"/>
              </a:cxn>
              <a:cxn ang="0">
                <a:pos x="connsiteX50034" y="connsiteY50034"/>
              </a:cxn>
              <a:cxn ang="0">
                <a:pos x="connsiteX50035" y="connsiteY50035"/>
              </a:cxn>
              <a:cxn ang="0">
                <a:pos x="connsiteX50036" y="connsiteY50036"/>
              </a:cxn>
              <a:cxn ang="0">
                <a:pos x="connsiteX50037" y="connsiteY50037"/>
              </a:cxn>
              <a:cxn ang="0">
                <a:pos x="connsiteX50038" y="connsiteY50038"/>
              </a:cxn>
              <a:cxn ang="0">
                <a:pos x="connsiteX50039" y="connsiteY50039"/>
              </a:cxn>
              <a:cxn ang="0">
                <a:pos x="connsiteX50040" y="connsiteY50040"/>
              </a:cxn>
              <a:cxn ang="0">
                <a:pos x="connsiteX50041" y="connsiteY50041"/>
              </a:cxn>
              <a:cxn ang="0">
                <a:pos x="connsiteX50042" y="connsiteY50042"/>
              </a:cxn>
              <a:cxn ang="0">
                <a:pos x="connsiteX50043" y="connsiteY50043"/>
              </a:cxn>
              <a:cxn ang="0">
                <a:pos x="connsiteX50044" y="connsiteY50044"/>
              </a:cxn>
              <a:cxn ang="0">
                <a:pos x="connsiteX50045" y="connsiteY50045"/>
              </a:cxn>
              <a:cxn ang="0">
                <a:pos x="connsiteX50046" y="connsiteY50046"/>
              </a:cxn>
              <a:cxn ang="0">
                <a:pos x="connsiteX50047" y="connsiteY50047"/>
              </a:cxn>
              <a:cxn ang="0">
                <a:pos x="connsiteX50048" y="connsiteY50048"/>
              </a:cxn>
              <a:cxn ang="0">
                <a:pos x="connsiteX50049" y="connsiteY50049"/>
              </a:cxn>
              <a:cxn ang="0">
                <a:pos x="connsiteX50050" y="connsiteY50050"/>
              </a:cxn>
              <a:cxn ang="0">
                <a:pos x="connsiteX50051" y="connsiteY50051"/>
              </a:cxn>
              <a:cxn ang="0">
                <a:pos x="connsiteX50052" y="connsiteY50052"/>
              </a:cxn>
              <a:cxn ang="0">
                <a:pos x="connsiteX50053" y="connsiteY50053"/>
              </a:cxn>
              <a:cxn ang="0">
                <a:pos x="connsiteX50054" y="connsiteY50054"/>
              </a:cxn>
              <a:cxn ang="0">
                <a:pos x="connsiteX50055" y="connsiteY50055"/>
              </a:cxn>
              <a:cxn ang="0">
                <a:pos x="connsiteX50056" y="connsiteY50056"/>
              </a:cxn>
              <a:cxn ang="0">
                <a:pos x="connsiteX50057" y="connsiteY50057"/>
              </a:cxn>
              <a:cxn ang="0">
                <a:pos x="connsiteX50058" y="connsiteY50058"/>
              </a:cxn>
              <a:cxn ang="0">
                <a:pos x="connsiteX50059" y="connsiteY50059"/>
              </a:cxn>
              <a:cxn ang="0">
                <a:pos x="connsiteX50060" y="connsiteY50060"/>
              </a:cxn>
              <a:cxn ang="0">
                <a:pos x="connsiteX50061" y="connsiteY50061"/>
              </a:cxn>
              <a:cxn ang="0">
                <a:pos x="connsiteX50062" y="connsiteY50062"/>
              </a:cxn>
              <a:cxn ang="0">
                <a:pos x="connsiteX50063" y="connsiteY50063"/>
              </a:cxn>
              <a:cxn ang="0">
                <a:pos x="connsiteX50064" y="connsiteY50064"/>
              </a:cxn>
              <a:cxn ang="0">
                <a:pos x="connsiteX50065" y="connsiteY50065"/>
              </a:cxn>
              <a:cxn ang="0">
                <a:pos x="connsiteX50066" y="connsiteY50066"/>
              </a:cxn>
              <a:cxn ang="0">
                <a:pos x="connsiteX50067" y="connsiteY50067"/>
              </a:cxn>
              <a:cxn ang="0">
                <a:pos x="connsiteX50068" y="connsiteY50068"/>
              </a:cxn>
              <a:cxn ang="0">
                <a:pos x="connsiteX50069" y="connsiteY50069"/>
              </a:cxn>
              <a:cxn ang="0">
                <a:pos x="connsiteX50070" y="connsiteY50070"/>
              </a:cxn>
              <a:cxn ang="0">
                <a:pos x="connsiteX50071" y="connsiteY50071"/>
              </a:cxn>
              <a:cxn ang="0">
                <a:pos x="connsiteX50072" y="connsiteY50072"/>
              </a:cxn>
              <a:cxn ang="0">
                <a:pos x="connsiteX50073" y="connsiteY50073"/>
              </a:cxn>
              <a:cxn ang="0">
                <a:pos x="connsiteX50074" y="connsiteY50074"/>
              </a:cxn>
              <a:cxn ang="0">
                <a:pos x="connsiteX50075" y="connsiteY50075"/>
              </a:cxn>
              <a:cxn ang="0">
                <a:pos x="connsiteX50076" y="connsiteY50076"/>
              </a:cxn>
              <a:cxn ang="0">
                <a:pos x="connsiteX50077" y="connsiteY50077"/>
              </a:cxn>
              <a:cxn ang="0">
                <a:pos x="connsiteX50078" y="connsiteY50078"/>
              </a:cxn>
              <a:cxn ang="0">
                <a:pos x="connsiteX50079" y="connsiteY50079"/>
              </a:cxn>
              <a:cxn ang="0">
                <a:pos x="connsiteX50080" y="connsiteY50080"/>
              </a:cxn>
              <a:cxn ang="0">
                <a:pos x="connsiteX50081" y="connsiteY50081"/>
              </a:cxn>
              <a:cxn ang="0">
                <a:pos x="connsiteX50082" y="connsiteY50082"/>
              </a:cxn>
              <a:cxn ang="0">
                <a:pos x="connsiteX50083" y="connsiteY50083"/>
              </a:cxn>
              <a:cxn ang="0">
                <a:pos x="connsiteX50084" y="connsiteY50084"/>
              </a:cxn>
              <a:cxn ang="0">
                <a:pos x="connsiteX50085" y="connsiteY50085"/>
              </a:cxn>
              <a:cxn ang="0">
                <a:pos x="connsiteX50086" y="connsiteY50086"/>
              </a:cxn>
              <a:cxn ang="0">
                <a:pos x="connsiteX50087" y="connsiteY50087"/>
              </a:cxn>
              <a:cxn ang="0">
                <a:pos x="connsiteX50088" y="connsiteY50088"/>
              </a:cxn>
              <a:cxn ang="0">
                <a:pos x="connsiteX50089" y="connsiteY50089"/>
              </a:cxn>
              <a:cxn ang="0">
                <a:pos x="connsiteX50090" y="connsiteY50090"/>
              </a:cxn>
              <a:cxn ang="0">
                <a:pos x="connsiteX50091" y="connsiteY50091"/>
              </a:cxn>
              <a:cxn ang="0">
                <a:pos x="connsiteX50092" y="connsiteY50092"/>
              </a:cxn>
              <a:cxn ang="0">
                <a:pos x="connsiteX50093" y="connsiteY50093"/>
              </a:cxn>
              <a:cxn ang="0">
                <a:pos x="connsiteX50094" y="connsiteY50094"/>
              </a:cxn>
              <a:cxn ang="0">
                <a:pos x="connsiteX50095" y="connsiteY50095"/>
              </a:cxn>
              <a:cxn ang="0">
                <a:pos x="connsiteX50096" y="connsiteY50096"/>
              </a:cxn>
              <a:cxn ang="0">
                <a:pos x="connsiteX50097" y="connsiteY50097"/>
              </a:cxn>
              <a:cxn ang="0">
                <a:pos x="connsiteX50098" y="connsiteY50098"/>
              </a:cxn>
              <a:cxn ang="0">
                <a:pos x="connsiteX50099" y="connsiteY50099"/>
              </a:cxn>
              <a:cxn ang="0">
                <a:pos x="connsiteX50100" y="connsiteY50100"/>
              </a:cxn>
              <a:cxn ang="0">
                <a:pos x="connsiteX50101" y="connsiteY50101"/>
              </a:cxn>
              <a:cxn ang="0">
                <a:pos x="connsiteX50102" y="connsiteY50102"/>
              </a:cxn>
              <a:cxn ang="0">
                <a:pos x="connsiteX50103" y="connsiteY50103"/>
              </a:cxn>
              <a:cxn ang="0">
                <a:pos x="connsiteX50104" y="connsiteY50104"/>
              </a:cxn>
              <a:cxn ang="0">
                <a:pos x="connsiteX50105" y="connsiteY50105"/>
              </a:cxn>
              <a:cxn ang="0">
                <a:pos x="connsiteX50106" y="connsiteY50106"/>
              </a:cxn>
              <a:cxn ang="0">
                <a:pos x="connsiteX50107" y="connsiteY50107"/>
              </a:cxn>
              <a:cxn ang="0">
                <a:pos x="connsiteX50108" y="connsiteY50108"/>
              </a:cxn>
              <a:cxn ang="0">
                <a:pos x="connsiteX50109" y="connsiteY50109"/>
              </a:cxn>
              <a:cxn ang="0">
                <a:pos x="connsiteX50110" y="connsiteY50110"/>
              </a:cxn>
              <a:cxn ang="0">
                <a:pos x="connsiteX50111" y="connsiteY50111"/>
              </a:cxn>
              <a:cxn ang="0">
                <a:pos x="connsiteX50112" y="connsiteY50112"/>
              </a:cxn>
              <a:cxn ang="0">
                <a:pos x="connsiteX50113" y="connsiteY50113"/>
              </a:cxn>
              <a:cxn ang="0">
                <a:pos x="connsiteX50114" y="connsiteY50114"/>
              </a:cxn>
              <a:cxn ang="0">
                <a:pos x="connsiteX50115" y="connsiteY50115"/>
              </a:cxn>
              <a:cxn ang="0">
                <a:pos x="connsiteX50116" y="connsiteY50116"/>
              </a:cxn>
              <a:cxn ang="0">
                <a:pos x="connsiteX50117" y="connsiteY50117"/>
              </a:cxn>
              <a:cxn ang="0">
                <a:pos x="connsiteX50118" y="connsiteY50118"/>
              </a:cxn>
              <a:cxn ang="0">
                <a:pos x="connsiteX50119" y="connsiteY50119"/>
              </a:cxn>
              <a:cxn ang="0">
                <a:pos x="connsiteX50120" y="connsiteY50120"/>
              </a:cxn>
              <a:cxn ang="0">
                <a:pos x="connsiteX50121" y="connsiteY50121"/>
              </a:cxn>
              <a:cxn ang="0">
                <a:pos x="connsiteX50122" y="connsiteY50122"/>
              </a:cxn>
              <a:cxn ang="0">
                <a:pos x="connsiteX50123" y="connsiteY50123"/>
              </a:cxn>
              <a:cxn ang="0">
                <a:pos x="connsiteX50124" y="connsiteY50124"/>
              </a:cxn>
              <a:cxn ang="0">
                <a:pos x="connsiteX50125" y="connsiteY50125"/>
              </a:cxn>
              <a:cxn ang="0">
                <a:pos x="connsiteX50126" y="connsiteY50126"/>
              </a:cxn>
              <a:cxn ang="0">
                <a:pos x="connsiteX50127" y="connsiteY50127"/>
              </a:cxn>
              <a:cxn ang="0">
                <a:pos x="connsiteX50128" y="connsiteY50128"/>
              </a:cxn>
              <a:cxn ang="0">
                <a:pos x="connsiteX50129" y="connsiteY50129"/>
              </a:cxn>
              <a:cxn ang="0">
                <a:pos x="connsiteX50130" y="connsiteY50130"/>
              </a:cxn>
              <a:cxn ang="0">
                <a:pos x="connsiteX50131" y="connsiteY50131"/>
              </a:cxn>
              <a:cxn ang="0">
                <a:pos x="connsiteX50132" y="connsiteY50132"/>
              </a:cxn>
              <a:cxn ang="0">
                <a:pos x="connsiteX50133" y="connsiteY50133"/>
              </a:cxn>
              <a:cxn ang="0">
                <a:pos x="connsiteX50134" y="connsiteY50134"/>
              </a:cxn>
              <a:cxn ang="0">
                <a:pos x="connsiteX50135" y="connsiteY50135"/>
              </a:cxn>
              <a:cxn ang="0">
                <a:pos x="connsiteX50136" y="connsiteY50136"/>
              </a:cxn>
              <a:cxn ang="0">
                <a:pos x="connsiteX50137" y="connsiteY50137"/>
              </a:cxn>
              <a:cxn ang="0">
                <a:pos x="connsiteX50138" y="connsiteY50138"/>
              </a:cxn>
              <a:cxn ang="0">
                <a:pos x="connsiteX50139" y="connsiteY50139"/>
              </a:cxn>
              <a:cxn ang="0">
                <a:pos x="connsiteX50140" y="connsiteY50140"/>
              </a:cxn>
              <a:cxn ang="0">
                <a:pos x="connsiteX50141" y="connsiteY50141"/>
              </a:cxn>
              <a:cxn ang="0">
                <a:pos x="connsiteX50142" y="connsiteY50142"/>
              </a:cxn>
              <a:cxn ang="0">
                <a:pos x="connsiteX50143" y="connsiteY50143"/>
              </a:cxn>
              <a:cxn ang="0">
                <a:pos x="connsiteX50144" y="connsiteY50144"/>
              </a:cxn>
              <a:cxn ang="0">
                <a:pos x="connsiteX50145" y="connsiteY50145"/>
              </a:cxn>
              <a:cxn ang="0">
                <a:pos x="connsiteX50146" y="connsiteY50146"/>
              </a:cxn>
              <a:cxn ang="0">
                <a:pos x="connsiteX50147" y="connsiteY50147"/>
              </a:cxn>
              <a:cxn ang="0">
                <a:pos x="connsiteX50148" y="connsiteY50148"/>
              </a:cxn>
              <a:cxn ang="0">
                <a:pos x="connsiteX50149" y="connsiteY50149"/>
              </a:cxn>
              <a:cxn ang="0">
                <a:pos x="connsiteX50150" y="connsiteY50150"/>
              </a:cxn>
              <a:cxn ang="0">
                <a:pos x="connsiteX50151" y="connsiteY50151"/>
              </a:cxn>
              <a:cxn ang="0">
                <a:pos x="connsiteX50152" y="connsiteY50152"/>
              </a:cxn>
              <a:cxn ang="0">
                <a:pos x="connsiteX50153" y="connsiteY50153"/>
              </a:cxn>
              <a:cxn ang="0">
                <a:pos x="connsiteX50154" y="connsiteY50154"/>
              </a:cxn>
              <a:cxn ang="0">
                <a:pos x="connsiteX50155" y="connsiteY50155"/>
              </a:cxn>
              <a:cxn ang="0">
                <a:pos x="connsiteX50156" y="connsiteY50156"/>
              </a:cxn>
              <a:cxn ang="0">
                <a:pos x="connsiteX50157" y="connsiteY50157"/>
              </a:cxn>
              <a:cxn ang="0">
                <a:pos x="connsiteX50158" y="connsiteY50158"/>
              </a:cxn>
              <a:cxn ang="0">
                <a:pos x="connsiteX50159" y="connsiteY50159"/>
              </a:cxn>
              <a:cxn ang="0">
                <a:pos x="connsiteX50160" y="connsiteY50160"/>
              </a:cxn>
              <a:cxn ang="0">
                <a:pos x="connsiteX50161" y="connsiteY50161"/>
              </a:cxn>
              <a:cxn ang="0">
                <a:pos x="connsiteX50162" y="connsiteY50162"/>
              </a:cxn>
              <a:cxn ang="0">
                <a:pos x="connsiteX50163" y="connsiteY50163"/>
              </a:cxn>
              <a:cxn ang="0">
                <a:pos x="connsiteX50164" y="connsiteY50164"/>
              </a:cxn>
              <a:cxn ang="0">
                <a:pos x="connsiteX50165" y="connsiteY50165"/>
              </a:cxn>
              <a:cxn ang="0">
                <a:pos x="connsiteX50166" y="connsiteY50166"/>
              </a:cxn>
              <a:cxn ang="0">
                <a:pos x="connsiteX50167" y="connsiteY50167"/>
              </a:cxn>
              <a:cxn ang="0">
                <a:pos x="connsiteX50168" y="connsiteY50168"/>
              </a:cxn>
              <a:cxn ang="0">
                <a:pos x="connsiteX50169" y="connsiteY50169"/>
              </a:cxn>
              <a:cxn ang="0">
                <a:pos x="connsiteX50170" y="connsiteY50170"/>
              </a:cxn>
              <a:cxn ang="0">
                <a:pos x="connsiteX50171" y="connsiteY50171"/>
              </a:cxn>
              <a:cxn ang="0">
                <a:pos x="connsiteX50172" y="connsiteY50172"/>
              </a:cxn>
              <a:cxn ang="0">
                <a:pos x="connsiteX50173" y="connsiteY50173"/>
              </a:cxn>
              <a:cxn ang="0">
                <a:pos x="connsiteX50174" y="connsiteY50174"/>
              </a:cxn>
              <a:cxn ang="0">
                <a:pos x="connsiteX50175" y="connsiteY50175"/>
              </a:cxn>
              <a:cxn ang="0">
                <a:pos x="connsiteX50176" y="connsiteY50176"/>
              </a:cxn>
              <a:cxn ang="0">
                <a:pos x="connsiteX50177" y="connsiteY50177"/>
              </a:cxn>
              <a:cxn ang="0">
                <a:pos x="connsiteX50178" y="connsiteY50178"/>
              </a:cxn>
              <a:cxn ang="0">
                <a:pos x="connsiteX50179" y="connsiteY50179"/>
              </a:cxn>
              <a:cxn ang="0">
                <a:pos x="connsiteX50180" y="connsiteY50180"/>
              </a:cxn>
              <a:cxn ang="0">
                <a:pos x="connsiteX50181" y="connsiteY50181"/>
              </a:cxn>
              <a:cxn ang="0">
                <a:pos x="connsiteX50182" y="connsiteY50182"/>
              </a:cxn>
              <a:cxn ang="0">
                <a:pos x="connsiteX50183" y="connsiteY50183"/>
              </a:cxn>
              <a:cxn ang="0">
                <a:pos x="connsiteX50184" y="connsiteY50184"/>
              </a:cxn>
              <a:cxn ang="0">
                <a:pos x="connsiteX50185" y="connsiteY50185"/>
              </a:cxn>
              <a:cxn ang="0">
                <a:pos x="connsiteX50186" y="connsiteY50186"/>
              </a:cxn>
              <a:cxn ang="0">
                <a:pos x="connsiteX50187" y="connsiteY50187"/>
              </a:cxn>
              <a:cxn ang="0">
                <a:pos x="connsiteX50188" y="connsiteY50188"/>
              </a:cxn>
              <a:cxn ang="0">
                <a:pos x="connsiteX50189" y="connsiteY50189"/>
              </a:cxn>
              <a:cxn ang="0">
                <a:pos x="connsiteX50190" y="connsiteY50190"/>
              </a:cxn>
              <a:cxn ang="0">
                <a:pos x="connsiteX50191" y="connsiteY50191"/>
              </a:cxn>
              <a:cxn ang="0">
                <a:pos x="connsiteX50192" y="connsiteY50192"/>
              </a:cxn>
              <a:cxn ang="0">
                <a:pos x="connsiteX50193" y="connsiteY50193"/>
              </a:cxn>
              <a:cxn ang="0">
                <a:pos x="connsiteX50194" y="connsiteY50194"/>
              </a:cxn>
              <a:cxn ang="0">
                <a:pos x="connsiteX50195" y="connsiteY50195"/>
              </a:cxn>
              <a:cxn ang="0">
                <a:pos x="connsiteX50196" y="connsiteY50196"/>
              </a:cxn>
              <a:cxn ang="0">
                <a:pos x="connsiteX50197" y="connsiteY50197"/>
              </a:cxn>
              <a:cxn ang="0">
                <a:pos x="connsiteX50198" y="connsiteY50198"/>
              </a:cxn>
              <a:cxn ang="0">
                <a:pos x="connsiteX50199" y="connsiteY50199"/>
              </a:cxn>
              <a:cxn ang="0">
                <a:pos x="connsiteX50200" y="connsiteY50200"/>
              </a:cxn>
              <a:cxn ang="0">
                <a:pos x="connsiteX50201" y="connsiteY50201"/>
              </a:cxn>
              <a:cxn ang="0">
                <a:pos x="connsiteX50202" y="connsiteY50202"/>
              </a:cxn>
              <a:cxn ang="0">
                <a:pos x="connsiteX50203" y="connsiteY50203"/>
              </a:cxn>
              <a:cxn ang="0">
                <a:pos x="connsiteX50204" y="connsiteY50204"/>
              </a:cxn>
              <a:cxn ang="0">
                <a:pos x="connsiteX50205" y="connsiteY50205"/>
              </a:cxn>
              <a:cxn ang="0">
                <a:pos x="connsiteX50206" y="connsiteY50206"/>
              </a:cxn>
              <a:cxn ang="0">
                <a:pos x="connsiteX50207" y="connsiteY50207"/>
              </a:cxn>
              <a:cxn ang="0">
                <a:pos x="connsiteX50208" y="connsiteY50208"/>
              </a:cxn>
              <a:cxn ang="0">
                <a:pos x="connsiteX50209" y="connsiteY50209"/>
              </a:cxn>
              <a:cxn ang="0">
                <a:pos x="connsiteX50210" y="connsiteY50210"/>
              </a:cxn>
              <a:cxn ang="0">
                <a:pos x="connsiteX50211" y="connsiteY50211"/>
              </a:cxn>
              <a:cxn ang="0">
                <a:pos x="connsiteX50212" y="connsiteY50212"/>
              </a:cxn>
              <a:cxn ang="0">
                <a:pos x="connsiteX50213" y="connsiteY50213"/>
              </a:cxn>
              <a:cxn ang="0">
                <a:pos x="connsiteX50214" y="connsiteY50214"/>
              </a:cxn>
              <a:cxn ang="0">
                <a:pos x="connsiteX50215" y="connsiteY50215"/>
              </a:cxn>
              <a:cxn ang="0">
                <a:pos x="connsiteX50216" y="connsiteY50216"/>
              </a:cxn>
              <a:cxn ang="0">
                <a:pos x="connsiteX50217" y="connsiteY50217"/>
              </a:cxn>
              <a:cxn ang="0">
                <a:pos x="connsiteX50218" y="connsiteY50218"/>
              </a:cxn>
              <a:cxn ang="0">
                <a:pos x="connsiteX50219" y="connsiteY50219"/>
              </a:cxn>
              <a:cxn ang="0">
                <a:pos x="connsiteX50220" y="connsiteY50220"/>
              </a:cxn>
              <a:cxn ang="0">
                <a:pos x="connsiteX50221" y="connsiteY50221"/>
              </a:cxn>
              <a:cxn ang="0">
                <a:pos x="connsiteX50222" y="connsiteY50222"/>
              </a:cxn>
              <a:cxn ang="0">
                <a:pos x="connsiteX50223" y="connsiteY50223"/>
              </a:cxn>
              <a:cxn ang="0">
                <a:pos x="connsiteX50224" y="connsiteY50224"/>
              </a:cxn>
              <a:cxn ang="0">
                <a:pos x="connsiteX50225" y="connsiteY50225"/>
              </a:cxn>
              <a:cxn ang="0">
                <a:pos x="connsiteX50226" y="connsiteY50226"/>
              </a:cxn>
              <a:cxn ang="0">
                <a:pos x="connsiteX50227" y="connsiteY50227"/>
              </a:cxn>
              <a:cxn ang="0">
                <a:pos x="connsiteX50228" y="connsiteY50228"/>
              </a:cxn>
              <a:cxn ang="0">
                <a:pos x="connsiteX50229" y="connsiteY50229"/>
              </a:cxn>
              <a:cxn ang="0">
                <a:pos x="connsiteX50230" y="connsiteY50230"/>
              </a:cxn>
              <a:cxn ang="0">
                <a:pos x="connsiteX50231" y="connsiteY50231"/>
              </a:cxn>
              <a:cxn ang="0">
                <a:pos x="connsiteX50232" y="connsiteY50232"/>
              </a:cxn>
              <a:cxn ang="0">
                <a:pos x="connsiteX50233" y="connsiteY50233"/>
              </a:cxn>
              <a:cxn ang="0">
                <a:pos x="connsiteX50234" y="connsiteY50234"/>
              </a:cxn>
              <a:cxn ang="0">
                <a:pos x="connsiteX50235" y="connsiteY50235"/>
              </a:cxn>
              <a:cxn ang="0">
                <a:pos x="connsiteX50236" y="connsiteY50236"/>
              </a:cxn>
              <a:cxn ang="0">
                <a:pos x="connsiteX50237" y="connsiteY50237"/>
              </a:cxn>
              <a:cxn ang="0">
                <a:pos x="connsiteX50238" y="connsiteY50238"/>
              </a:cxn>
              <a:cxn ang="0">
                <a:pos x="connsiteX50239" y="connsiteY50239"/>
              </a:cxn>
              <a:cxn ang="0">
                <a:pos x="connsiteX50240" y="connsiteY50240"/>
              </a:cxn>
              <a:cxn ang="0">
                <a:pos x="connsiteX50241" y="connsiteY50241"/>
              </a:cxn>
              <a:cxn ang="0">
                <a:pos x="connsiteX50242" y="connsiteY50242"/>
              </a:cxn>
              <a:cxn ang="0">
                <a:pos x="connsiteX50243" y="connsiteY50243"/>
              </a:cxn>
              <a:cxn ang="0">
                <a:pos x="connsiteX50244" y="connsiteY50244"/>
              </a:cxn>
              <a:cxn ang="0">
                <a:pos x="connsiteX50245" y="connsiteY50245"/>
              </a:cxn>
              <a:cxn ang="0">
                <a:pos x="connsiteX50246" y="connsiteY50246"/>
              </a:cxn>
              <a:cxn ang="0">
                <a:pos x="connsiteX50247" y="connsiteY50247"/>
              </a:cxn>
              <a:cxn ang="0">
                <a:pos x="connsiteX50248" y="connsiteY50248"/>
              </a:cxn>
              <a:cxn ang="0">
                <a:pos x="connsiteX50249" y="connsiteY50249"/>
              </a:cxn>
              <a:cxn ang="0">
                <a:pos x="connsiteX50250" y="connsiteY50250"/>
              </a:cxn>
              <a:cxn ang="0">
                <a:pos x="connsiteX50251" y="connsiteY50251"/>
              </a:cxn>
              <a:cxn ang="0">
                <a:pos x="connsiteX50252" y="connsiteY50252"/>
              </a:cxn>
              <a:cxn ang="0">
                <a:pos x="connsiteX50253" y="connsiteY50253"/>
              </a:cxn>
              <a:cxn ang="0">
                <a:pos x="connsiteX50254" y="connsiteY50254"/>
              </a:cxn>
              <a:cxn ang="0">
                <a:pos x="connsiteX50255" y="connsiteY50255"/>
              </a:cxn>
              <a:cxn ang="0">
                <a:pos x="connsiteX50256" y="connsiteY50256"/>
              </a:cxn>
              <a:cxn ang="0">
                <a:pos x="connsiteX50257" y="connsiteY50257"/>
              </a:cxn>
              <a:cxn ang="0">
                <a:pos x="connsiteX50258" y="connsiteY50258"/>
              </a:cxn>
              <a:cxn ang="0">
                <a:pos x="connsiteX50259" y="connsiteY50259"/>
              </a:cxn>
              <a:cxn ang="0">
                <a:pos x="connsiteX50260" y="connsiteY50260"/>
              </a:cxn>
              <a:cxn ang="0">
                <a:pos x="connsiteX50261" y="connsiteY50261"/>
              </a:cxn>
              <a:cxn ang="0">
                <a:pos x="connsiteX50262" y="connsiteY50262"/>
              </a:cxn>
              <a:cxn ang="0">
                <a:pos x="connsiteX50263" y="connsiteY50263"/>
              </a:cxn>
              <a:cxn ang="0">
                <a:pos x="connsiteX50264" y="connsiteY50264"/>
              </a:cxn>
              <a:cxn ang="0">
                <a:pos x="connsiteX50265" y="connsiteY50265"/>
              </a:cxn>
              <a:cxn ang="0">
                <a:pos x="connsiteX50266" y="connsiteY50266"/>
              </a:cxn>
              <a:cxn ang="0">
                <a:pos x="connsiteX50267" y="connsiteY50267"/>
              </a:cxn>
              <a:cxn ang="0">
                <a:pos x="connsiteX50268" y="connsiteY50268"/>
              </a:cxn>
              <a:cxn ang="0">
                <a:pos x="connsiteX50269" y="connsiteY50269"/>
              </a:cxn>
              <a:cxn ang="0">
                <a:pos x="connsiteX50270" y="connsiteY50270"/>
              </a:cxn>
              <a:cxn ang="0">
                <a:pos x="connsiteX50271" y="connsiteY50271"/>
              </a:cxn>
              <a:cxn ang="0">
                <a:pos x="connsiteX50272" y="connsiteY50272"/>
              </a:cxn>
              <a:cxn ang="0">
                <a:pos x="connsiteX50273" y="connsiteY50273"/>
              </a:cxn>
              <a:cxn ang="0">
                <a:pos x="connsiteX50274" y="connsiteY50274"/>
              </a:cxn>
              <a:cxn ang="0">
                <a:pos x="connsiteX50275" y="connsiteY50275"/>
              </a:cxn>
              <a:cxn ang="0">
                <a:pos x="connsiteX50276" y="connsiteY50276"/>
              </a:cxn>
              <a:cxn ang="0">
                <a:pos x="connsiteX50277" y="connsiteY50277"/>
              </a:cxn>
              <a:cxn ang="0">
                <a:pos x="connsiteX50278" y="connsiteY50278"/>
              </a:cxn>
              <a:cxn ang="0">
                <a:pos x="connsiteX50279" y="connsiteY50279"/>
              </a:cxn>
              <a:cxn ang="0">
                <a:pos x="connsiteX50280" y="connsiteY50280"/>
              </a:cxn>
              <a:cxn ang="0">
                <a:pos x="connsiteX50281" y="connsiteY50281"/>
              </a:cxn>
              <a:cxn ang="0">
                <a:pos x="connsiteX50282" y="connsiteY50282"/>
              </a:cxn>
              <a:cxn ang="0">
                <a:pos x="connsiteX50283" y="connsiteY50283"/>
              </a:cxn>
              <a:cxn ang="0">
                <a:pos x="connsiteX50284" y="connsiteY50284"/>
              </a:cxn>
              <a:cxn ang="0">
                <a:pos x="connsiteX50285" y="connsiteY50285"/>
              </a:cxn>
              <a:cxn ang="0">
                <a:pos x="connsiteX50286" y="connsiteY50286"/>
              </a:cxn>
              <a:cxn ang="0">
                <a:pos x="connsiteX50287" y="connsiteY50287"/>
              </a:cxn>
              <a:cxn ang="0">
                <a:pos x="connsiteX50288" y="connsiteY50288"/>
              </a:cxn>
              <a:cxn ang="0">
                <a:pos x="connsiteX50289" y="connsiteY50289"/>
              </a:cxn>
              <a:cxn ang="0">
                <a:pos x="connsiteX50290" y="connsiteY50290"/>
              </a:cxn>
              <a:cxn ang="0">
                <a:pos x="connsiteX50291" y="connsiteY50291"/>
              </a:cxn>
              <a:cxn ang="0">
                <a:pos x="connsiteX50292" y="connsiteY50292"/>
              </a:cxn>
              <a:cxn ang="0">
                <a:pos x="connsiteX50293" y="connsiteY50293"/>
              </a:cxn>
              <a:cxn ang="0">
                <a:pos x="connsiteX50294" y="connsiteY50294"/>
              </a:cxn>
              <a:cxn ang="0">
                <a:pos x="connsiteX50295" y="connsiteY50295"/>
              </a:cxn>
              <a:cxn ang="0">
                <a:pos x="connsiteX50296" y="connsiteY50296"/>
              </a:cxn>
              <a:cxn ang="0">
                <a:pos x="connsiteX50297" y="connsiteY50297"/>
              </a:cxn>
              <a:cxn ang="0">
                <a:pos x="connsiteX50298" y="connsiteY50298"/>
              </a:cxn>
              <a:cxn ang="0">
                <a:pos x="connsiteX50299" y="connsiteY50299"/>
              </a:cxn>
              <a:cxn ang="0">
                <a:pos x="connsiteX50300" y="connsiteY50300"/>
              </a:cxn>
              <a:cxn ang="0">
                <a:pos x="connsiteX50301" y="connsiteY50301"/>
              </a:cxn>
              <a:cxn ang="0">
                <a:pos x="connsiteX50302" y="connsiteY50302"/>
              </a:cxn>
              <a:cxn ang="0">
                <a:pos x="connsiteX50303" y="connsiteY50303"/>
              </a:cxn>
              <a:cxn ang="0">
                <a:pos x="connsiteX50304" y="connsiteY50304"/>
              </a:cxn>
              <a:cxn ang="0">
                <a:pos x="connsiteX50305" y="connsiteY50305"/>
              </a:cxn>
              <a:cxn ang="0">
                <a:pos x="connsiteX50306" y="connsiteY50306"/>
              </a:cxn>
              <a:cxn ang="0">
                <a:pos x="connsiteX50307" y="connsiteY50307"/>
              </a:cxn>
              <a:cxn ang="0">
                <a:pos x="connsiteX50308" y="connsiteY50308"/>
              </a:cxn>
              <a:cxn ang="0">
                <a:pos x="connsiteX50309" y="connsiteY50309"/>
              </a:cxn>
              <a:cxn ang="0">
                <a:pos x="connsiteX50310" y="connsiteY50310"/>
              </a:cxn>
              <a:cxn ang="0">
                <a:pos x="connsiteX50311" y="connsiteY50311"/>
              </a:cxn>
              <a:cxn ang="0">
                <a:pos x="connsiteX50312" y="connsiteY50312"/>
              </a:cxn>
              <a:cxn ang="0">
                <a:pos x="connsiteX50313" y="connsiteY50313"/>
              </a:cxn>
              <a:cxn ang="0">
                <a:pos x="connsiteX50314" y="connsiteY50314"/>
              </a:cxn>
              <a:cxn ang="0">
                <a:pos x="connsiteX50315" y="connsiteY50315"/>
              </a:cxn>
              <a:cxn ang="0">
                <a:pos x="connsiteX50316" y="connsiteY50316"/>
              </a:cxn>
              <a:cxn ang="0">
                <a:pos x="connsiteX50317" y="connsiteY50317"/>
              </a:cxn>
              <a:cxn ang="0">
                <a:pos x="connsiteX50318" y="connsiteY50318"/>
              </a:cxn>
              <a:cxn ang="0">
                <a:pos x="connsiteX50319" y="connsiteY50319"/>
              </a:cxn>
              <a:cxn ang="0">
                <a:pos x="connsiteX50320" y="connsiteY50320"/>
              </a:cxn>
              <a:cxn ang="0">
                <a:pos x="connsiteX50321" y="connsiteY50321"/>
              </a:cxn>
              <a:cxn ang="0">
                <a:pos x="connsiteX50322" y="connsiteY50322"/>
              </a:cxn>
              <a:cxn ang="0">
                <a:pos x="connsiteX50323" y="connsiteY50323"/>
              </a:cxn>
              <a:cxn ang="0">
                <a:pos x="connsiteX50324" y="connsiteY50324"/>
              </a:cxn>
              <a:cxn ang="0">
                <a:pos x="connsiteX50325" y="connsiteY50325"/>
              </a:cxn>
              <a:cxn ang="0">
                <a:pos x="connsiteX50326" y="connsiteY50326"/>
              </a:cxn>
              <a:cxn ang="0">
                <a:pos x="connsiteX50327" y="connsiteY50327"/>
              </a:cxn>
              <a:cxn ang="0">
                <a:pos x="connsiteX50328" y="connsiteY50328"/>
              </a:cxn>
              <a:cxn ang="0">
                <a:pos x="connsiteX50329" y="connsiteY50329"/>
              </a:cxn>
              <a:cxn ang="0">
                <a:pos x="connsiteX50330" y="connsiteY50330"/>
              </a:cxn>
              <a:cxn ang="0">
                <a:pos x="connsiteX50331" y="connsiteY50331"/>
              </a:cxn>
              <a:cxn ang="0">
                <a:pos x="connsiteX50332" y="connsiteY50332"/>
              </a:cxn>
              <a:cxn ang="0">
                <a:pos x="connsiteX50333" y="connsiteY50333"/>
              </a:cxn>
              <a:cxn ang="0">
                <a:pos x="connsiteX50334" y="connsiteY50334"/>
              </a:cxn>
              <a:cxn ang="0">
                <a:pos x="connsiteX50335" y="connsiteY50335"/>
              </a:cxn>
              <a:cxn ang="0">
                <a:pos x="connsiteX50336" y="connsiteY50336"/>
              </a:cxn>
              <a:cxn ang="0">
                <a:pos x="connsiteX50337" y="connsiteY50337"/>
              </a:cxn>
              <a:cxn ang="0">
                <a:pos x="connsiteX50338" y="connsiteY50338"/>
              </a:cxn>
              <a:cxn ang="0">
                <a:pos x="connsiteX50339" y="connsiteY50339"/>
              </a:cxn>
              <a:cxn ang="0">
                <a:pos x="connsiteX50340" y="connsiteY50340"/>
              </a:cxn>
              <a:cxn ang="0">
                <a:pos x="connsiteX50341" y="connsiteY50341"/>
              </a:cxn>
              <a:cxn ang="0">
                <a:pos x="connsiteX50342" y="connsiteY50342"/>
              </a:cxn>
              <a:cxn ang="0">
                <a:pos x="connsiteX50343" y="connsiteY50343"/>
              </a:cxn>
              <a:cxn ang="0">
                <a:pos x="connsiteX50344" y="connsiteY50344"/>
              </a:cxn>
              <a:cxn ang="0">
                <a:pos x="connsiteX50345" y="connsiteY50345"/>
              </a:cxn>
              <a:cxn ang="0">
                <a:pos x="connsiteX50346" y="connsiteY50346"/>
              </a:cxn>
              <a:cxn ang="0">
                <a:pos x="connsiteX50347" y="connsiteY50347"/>
              </a:cxn>
              <a:cxn ang="0">
                <a:pos x="connsiteX50348" y="connsiteY50348"/>
              </a:cxn>
              <a:cxn ang="0">
                <a:pos x="connsiteX50349" y="connsiteY50349"/>
              </a:cxn>
              <a:cxn ang="0">
                <a:pos x="connsiteX50350" y="connsiteY50350"/>
              </a:cxn>
              <a:cxn ang="0">
                <a:pos x="connsiteX50351" y="connsiteY50351"/>
              </a:cxn>
              <a:cxn ang="0">
                <a:pos x="connsiteX50352" y="connsiteY50352"/>
              </a:cxn>
              <a:cxn ang="0">
                <a:pos x="connsiteX50353" y="connsiteY50353"/>
              </a:cxn>
              <a:cxn ang="0">
                <a:pos x="connsiteX50354" y="connsiteY50354"/>
              </a:cxn>
              <a:cxn ang="0">
                <a:pos x="connsiteX50355" y="connsiteY50355"/>
              </a:cxn>
              <a:cxn ang="0">
                <a:pos x="connsiteX50356" y="connsiteY50356"/>
              </a:cxn>
              <a:cxn ang="0">
                <a:pos x="connsiteX50357" y="connsiteY50357"/>
              </a:cxn>
              <a:cxn ang="0">
                <a:pos x="connsiteX50358" y="connsiteY50358"/>
              </a:cxn>
              <a:cxn ang="0">
                <a:pos x="connsiteX50359" y="connsiteY50359"/>
              </a:cxn>
              <a:cxn ang="0">
                <a:pos x="connsiteX50360" y="connsiteY50360"/>
              </a:cxn>
              <a:cxn ang="0">
                <a:pos x="connsiteX50361" y="connsiteY50361"/>
              </a:cxn>
              <a:cxn ang="0">
                <a:pos x="connsiteX50362" y="connsiteY50362"/>
              </a:cxn>
              <a:cxn ang="0">
                <a:pos x="connsiteX50363" y="connsiteY50363"/>
              </a:cxn>
              <a:cxn ang="0">
                <a:pos x="connsiteX50364" y="connsiteY50364"/>
              </a:cxn>
              <a:cxn ang="0">
                <a:pos x="connsiteX50365" y="connsiteY50365"/>
              </a:cxn>
              <a:cxn ang="0">
                <a:pos x="connsiteX50366" y="connsiteY50366"/>
              </a:cxn>
              <a:cxn ang="0">
                <a:pos x="connsiteX50367" y="connsiteY50367"/>
              </a:cxn>
              <a:cxn ang="0">
                <a:pos x="connsiteX50368" y="connsiteY50368"/>
              </a:cxn>
              <a:cxn ang="0">
                <a:pos x="connsiteX50369" y="connsiteY50369"/>
              </a:cxn>
              <a:cxn ang="0">
                <a:pos x="connsiteX50370" y="connsiteY50370"/>
              </a:cxn>
              <a:cxn ang="0">
                <a:pos x="connsiteX50371" y="connsiteY50371"/>
              </a:cxn>
              <a:cxn ang="0">
                <a:pos x="connsiteX50372" y="connsiteY50372"/>
              </a:cxn>
              <a:cxn ang="0">
                <a:pos x="connsiteX50373" y="connsiteY50373"/>
              </a:cxn>
              <a:cxn ang="0">
                <a:pos x="connsiteX50374" y="connsiteY50374"/>
              </a:cxn>
              <a:cxn ang="0">
                <a:pos x="connsiteX50375" y="connsiteY50375"/>
              </a:cxn>
              <a:cxn ang="0">
                <a:pos x="connsiteX50376" y="connsiteY50376"/>
              </a:cxn>
              <a:cxn ang="0">
                <a:pos x="connsiteX50377" y="connsiteY50377"/>
              </a:cxn>
              <a:cxn ang="0">
                <a:pos x="connsiteX50378" y="connsiteY50378"/>
              </a:cxn>
              <a:cxn ang="0">
                <a:pos x="connsiteX50379" y="connsiteY50379"/>
              </a:cxn>
              <a:cxn ang="0">
                <a:pos x="connsiteX50380" y="connsiteY50380"/>
              </a:cxn>
              <a:cxn ang="0">
                <a:pos x="connsiteX50381" y="connsiteY50381"/>
              </a:cxn>
              <a:cxn ang="0">
                <a:pos x="connsiteX50382" y="connsiteY50382"/>
              </a:cxn>
              <a:cxn ang="0">
                <a:pos x="connsiteX50383" y="connsiteY50383"/>
              </a:cxn>
              <a:cxn ang="0">
                <a:pos x="connsiteX50384" y="connsiteY50384"/>
              </a:cxn>
              <a:cxn ang="0">
                <a:pos x="connsiteX50385" y="connsiteY50385"/>
              </a:cxn>
              <a:cxn ang="0">
                <a:pos x="connsiteX50386" y="connsiteY50386"/>
              </a:cxn>
              <a:cxn ang="0">
                <a:pos x="connsiteX50387" y="connsiteY50387"/>
              </a:cxn>
              <a:cxn ang="0">
                <a:pos x="connsiteX50388" y="connsiteY50388"/>
              </a:cxn>
              <a:cxn ang="0">
                <a:pos x="connsiteX50389" y="connsiteY50389"/>
              </a:cxn>
              <a:cxn ang="0">
                <a:pos x="connsiteX50390" y="connsiteY50390"/>
              </a:cxn>
              <a:cxn ang="0">
                <a:pos x="connsiteX50391" y="connsiteY50391"/>
              </a:cxn>
              <a:cxn ang="0">
                <a:pos x="connsiteX50392" y="connsiteY50392"/>
              </a:cxn>
              <a:cxn ang="0">
                <a:pos x="connsiteX50393" y="connsiteY50393"/>
              </a:cxn>
              <a:cxn ang="0">
                <a:pos x="connsiteX50394" y="connsiteY50394"/>
              </a:cxn>
              <a:cxn ang="0">
                <a:pos x="connsiteX50395" y="connsiteY50395"/>
              </a:cxn>
              <a:cxn ang="0">
                <a:pos x="connsiteX50396" y="connsiteY50396"/>
              </a:cxn>
              <a:cxn ang="0">
                <a:pos x="connsiteX50397" y="connsiteY50397"/>
              </a:cxn>
              <a:cxn ang="0">
                <a:pos x="connsiteX50398" y="connsiteY50398"/>
              </a:cxn>
              <a:cxn ang="0">
                <a:pos x="connsiteX50399" y="connsiteY50399"/>
              </a:cxn>
              <a:cxn ang="0">
                <a:pos x="connsiteX50400" y="connsiteY50400"/>
              </a:cxn>
              <a:cxn ang="0">
                <a:pos x="connsiteX50401" y="connsiteY50401"/>
              </a:cxn>
              <a:cxn ang="0">
                <a:pos x="connsiteX50402" y="connsiteY50402"/>
              </a:cxn>
              <a:cxn ang="0">
                <a:pos x="connsiteX50403" y="connsiteY50403"/>
              </a:cxn>
              <a:cxn ang="0">
                <a:pos x="connsiteX50404" y="connsiteY50404"/>
              </a:cxn>
              <a:cxn ang="0">
                <a:pos x="connsiteX50405" y="connsiteY50405"/>
              </a:cxn>
              <a:cxn ang="0">
                <a:pos x="connsiteX50406" y="connsiteY50406"/>
              </a:cxn>
              <a:cxn ang="0">
                <a:pos x="connsiteX50407" y="connsiteY50407"/>
              </a:cxn>
              <a:cxn ang="0">
                <a:pos x="connsiteX50408" y="connsiteY50408"/>
              </a:cxn>
              <a:cxn ang="0">
                <a:pos x="connsiteX50409" y="connsiteY50409"/>
              </a:cxn>
              <a:cxn ang="0">
                <a:pos x="connsiteX50410" y="connsiteY50410"/>
              </a:cxn>
              <a:cxn ang="0">
                <a:pos x="connsiteX50411" y="connsiteY50411"/>
              </a:cxn>
              <a:cxn ang="0">
                <a:pos x="connsiteX50412" y="connsiteY50412"/>
              </a:cxn>
              <a:cxn ang="0">
                <a:pos x="connsiteX50413" y="connsiteY50413"/>
              </a:cxn>
              <a:cxn ang="0">
                <a:pos x="connsiteX50414" y="connsiteY50414"/>
              </a:cxn>
              <a:cxn ang="0">
                <a:pos x="connsiteX50415" y="connsiteY50415"/>
              </a:cxn>
              <a:cxn ang="0">
                <a:pos x="connsiteX50416" y="connsiteY50416"/>
              </a:cxn>
              <a:cxn ang="0">
                <a:pos x="connsiteX50417" y="connsiteY50417"/>
              </a:cxn>
              <a:cxn ang="0">
                <a:pos x="connsiteX50418" y="connsiteY50418"/>
              </a:cxn>
              <a:cxn ang="0">
                <a:pos x="connsiteX50419" y="connsiteY50419"/>
              </a:cxn>
              <a:cxn ang="0">
                <a:pos x="connsiteX50420" y="connsiteY50420"/>
              </a:cxn>
              <a:cxn ang="0">
                <a:pos x="connsiteX50421" y="connsiteY50421"/>
              </a:cxn>
              <a:cxn ang="0">
                <a:pos x="connsiteX50422" y="connsiteY50422"/>
              </a:cxn>
              <a:cxn ang="0">
                <a:pos x="connsiteX50423" y="connsiteY50423"/>
              </a:cxn>
              <a:cxn ang="0">
                <a:pos x="connsiteX50424" y="connsiteY50424"/>
              </a:cxn>
              <a:cxn ang="0">
                <a:pos x="connsiteX50425" y="connsiteY50425"/>
              </a:cxn>
              <a:cxn ang="0">
                <a:pos x="connsiteX50426" y="connsiteY50426"/>
              </a:cxn>
              <a:cxn ang="0">
                <a:pos x="connsiteX50427" y="connsiteY50427"/>
              </a:cxn>
              <a:cxn ang="0">
                <a:pos x="connsiteX50428" y="connsiteY50428"/>
              </a:cxn>
              <a:cxn ang="0">
                <a:pos x="connsiteX50429" y="connsiteY50429"/>
              </a:cxn>
              <a:cxn ang="0">
                <a:pos x="connsiteX50430" y="connsiteY50430"/>
              </a:cxn>
              <a:cxn ang="0">
                <a:pos x="connsiteX50431" y="connsiteY50431"/>
              </a:cxn>
              <a:cxn ang="0">
                <a:pos x="connsiteX50432" y="connsiteY50432"/>
              </a:cxn>
              <a:cxn ang="0">
                <a:pos x="connsiteX50433" y="connsiteY50433"/>
              </a:cxn>
              <a:cxn ang="0">
                <a:pos x="connsiteX50434" y="connsiteY50434"/>
              </a:cxn>
              <a:cxn ang="0">
                <a:pos x="connsiteX50435" y="connsiteY50435"/>
              </a:cxn>
              <a:cxn ang="0">
                <a:pos x="connsiteX50436" y="connsiteY50436"/>
              </a:cxn>
              <a:cxn ang="0">
                <a:pos x="connsiteX50437" y="connsiteY50437"/>
              </a:cxn>
              <a:cxn ang="0">
                <a:pos x="connsiteX50438" y="connsiteY50438"/>
              </a:cxn>
              <a:cxn ang="0">
                <a:pos x="connsiteX50439" y="connsiteY50439"/>
              </a:cxn>
              <a:cxn ang="0">
                <a:pos x="connsiteX50440" y="connsiteY50440"/>
              </a:cxn>
              <a:cxn ang="0">
                <a:pos x="connsiteX50441" y="connsiteY50441"/>
              </a:cxn>
              <a:cxn ang="0">
                <a:pos x="connsiteX50442" y="connsiteY50442"/>
              </a:cxn>
              <a:cxn ang="0">
                <a:pos x="connsiteX50443" y="connsiteY50443"/>
              </a:cxn>
              <a:cxn ang="0">
                <a:pos x="connsiteX50444" y="connsiteY50444"/>
              </a:cxn>
              <a:cxn ang="0">
                <a:pos x="connsiteX50445" y="connsiteY50445"/>
              </a:cxn>
              <a:cxn ang="0">
                <a:pos x="connsiteX50446" y="connsiteY50446"/>
              </a:cxn>
              <a:cxn ang="0">
                <a:pos x="connsiteX50447" y="connsiteY50447"/>
              </a:cxn>
              <a:cxn ang="0">
                <a:pos x="connsiteX50448" y="connsiteY50448"/>
              </a:cxn>
              <a:cxn ang="0">
                <a:pos x="connsiteX50449" y="connsiteY50449"/>
              </a:cxn>
              <a:cxn ang="0">
                <a:pos x="connsiteX50450" y="connsiteY50450"/>
              </a:cxn>
              <a:cxn ang="0">
                <a:pos x="connsiteX50451" y="connsiteY50451"/>
              </a:cxn>
              <a:cxn ang="0">
                <a:pos x="connsiteX50452" y="connsiteY50452"/>
              </a:cxn>
              <a:cxn ang="0">
                <a:pos x="connsiteX50453" y="connsiteY50453"/>
              </a:cxn>
              <a:cxn ang="0">
                <a:pos x="connsiteX50454" y="connsiteY50454"/>
              </a:cxn>
              <a:cxn ang="0">
                <a:pos x="connsiteX50455" y="connsiteY50455"/>
              </a:cxn>
              <a:cxn ang="0">
                <a:pos x="connsiteX50456" y="connsiteY50456"/>
              </a:cxn>
              <a:cxn ang="0">
                <a:pos x="connsiteX50457" y="connsiteY50457"/>
              </a:cxn>
              <a:cxn ang="0">
                <a:pos x="connsiteX50458" y="connsiteY50458"/>
              </a:cxn>
              <a:cxn ang="0">
                <a:pos x="connsiteX50459" y="connsiteY50459"/>
              </a:cxn>
              <a:cxn ang="0">
                <a:pos x="connsiteX50460" y="connsiteY50460"/>
              </a:cxn>
              <a:cxn ang="0">
                <a:pos x="connsiteX50461" y="connsiteY50461"/>
              </a:cxn>
              <a:cxn ang="0">
                <a:pos x="connsiteX50462" y="connsiteY50462"/>
              </a:cxn>
              <a:cxn ang="0">
                <a:pos x="connsiteX50463" y="connsiteY50463"/>
              </a:cxn>
              <a:cxn ang="0">
                <a:pos x="connsiteX50464" y="connsiteY50464"/>
              </a:cxn>
              <a:cxn ang="0">
                <a:pos x="connsiteX50465" y="connsiteY50465"/>
              </a:cxn>
              <a:cxn ang="0">
                <a:pos x="connsiteX50466" y="connsiteY50466"/>
              </a:cxn>
              <a:cxn ang="0">
                <a:pos x="connsiteX50467" y="connsiteY50467"/>
              </a:cxn>
              <a:cxn ang="0">
                <a:pos x="connsiteX50468" y="connsiteY50468"/>
              </a:cxn>
              <a:cxn ang="0">
                <a:pos x="connsiteX50469" y="connsiteY50469"/>
              </a:cxn>
              <a:cxn ang="0">
                <a:pos x="connsiteX50470" y="connsiteY50470"/>
              </a:cxn>
              <a:cxn ang="0">
                <a:pos x="connsiteX50471" y="connsiteY50471"/>
              </a:cxn>
              <a:cxn ang="0">
                <a:pos x="connsiteX50472" y="connsiteY50472"/>
              </a:cxn>
              <a:cxn ang="0">
                <a:pos x="connsiteX50473" y="connsiteY50473"/>
              </a:cxn>
              <a:cxn ang="0">
                <a:pos x="connsiteX50474" y="connsiteY50474"/>
              </a:cxn>
              <a:cxn ang="0">
                <a:pos x="connsiteX50475" y="connsiteY50475"/>
              </a:cxn>
              <a:cxn ang="0">
                <a:pos x="connsiteX50476" y="connsiteY50476"/>
              </a:cxn>
              <a:cxn ang="0">
                <a:pos x="connsiteX50477" y="connsiteY50477"/>
              </a:cxn>
              <a:cxn ang="0">
                <a:pos x="connsiteX50478" y="connsiteY50478"/>
              </a:cxn>
              <a:cxn ang="0">
                <a:pos x="connsiteX50479" y="connsiteY50479"/>
              </a:cxn>
              <a:cxn ang="0">
                <a:pos x="connsiteX50480" y="connsiteY50480"/>
              </a:cxn>
              <a:cxn ang="0">
                <a:pos x="connsiteX50481" y="connsiteY50481"/>
              </a:cxn>
              <a:cxn ang="0">
                <a:pos x="connsiteX50482" y="connsiteY50482"/>
              </a:cxn>
              <a:cxn ang="0">
                <a:pos x="connsiteX50483" y="connsiteY50483"/>
              </a:cxn>
              <a:cxn ang="0">
                <a:pos x="connsiteX50484" y="connsiteY50484"/>
              </a:cxn>
              <a:cxn ang="0">
                <a:pos x="connsiteX50485" y="connsiteY50485"/>
              </a:cxn>
              <a:cxn ang="0">
                <a:pos x="connsiteX50486" y="connsiteY50486"/>
              </a:cxn>
              <a:cxn ang="0">
                <a:pos x="connsiteX50487" y="connsiteY50487"/>
              </a:cxn>
              <a:cxn ang="0">
                <a:pos x="connsiteX50488" y="connsiteY50488"/>
              </a:cxn>
              <a:cxn ang="0">
                <a:pos x="connsiteX50489" y="connsiteY50489"/>
              </a:cxn>
              <a:cxn ang="0">
                <a:pos x="connsiteX50490" y="connsiteY50490"/>
              </a:cxn>
              <a:cxn ang="0">
                <a:pos x="connsiteX50491" y="connsiteY50491"/>
              </a:cxn>
              <a:cxn ang="0">
                <a:pos x="connsiteX50492" y="connsiteY50492"/>
              </a:cxn>
              <a:cxn ang="0">
                <a:pos x="connsiteX50493" y="connsiteY50493"/>
              </a:cxn>
              <a:cxn ang="0">
                <a:pos x="connsiteX50494" y="connsiteY50494"/>
              </a:cxn>
              <a:cxn ang="0">
                <a:pos x="connsiteX50495" y="connsiteY50495"/>
              </a:cxn>
              <a:cxn ang="0">
                <a:pos x="connsiteX50496" y="connsiteY50496"/>
              </a:cxn>
              <a:cxn ang="0">
                <a:pos x="connsiteX50497" y="connsiteY50497"/>
              </a:cxn>
              <a:cxn ang="0">
                <a:pos x="connsiteX50498" y="connsiteY50498"/>
              </a:cxn>
              <a:cxn ang="0">
                <a:pos x="connsiteX50499" y="connsiteY50499"/>
              </a:cxn>
              <a:cxn ang="0">
                <a:pos x="connsiteX50500" y="connsiteY50500"/>
              </a:cxn>
              <a:cxn ang="0">
                <a:pos x="connsiteX50501" y="connsiteY50501"/>
              </a:cxn>
              <a:cxn ang="0">
                <a:pos x="connsiteX50502" y="connsiteY50502"/>
              </a:cxn>
              <a:cxn ang="0">
                <a:pos x="connsiteX50503" y="connsiteY50503"/>
              </a:cxn>
              <a:cxn ang="0">
                <a:pos x="connsiteX50504" y="connsiteY50504"/>
              </a:cxn>
              <a:cxn ang="0">
                <a:pos x="connsiteX50505" y="connsiteY50505"/>
              </a:cxn>
              <a:cxn ang="0">
                <a:pos x="connsiteX50506" y="connsiteY50506"/>
              </a:cxn>
              <a:cxn ang="0">
                <a:pos x="connsiteX50507" y="connsiteY50507"/>
              </a:cxn>
              <a:cxn ang="0">
                <a:pos x="connsiteX50508" y="connsiteY50508"/>
              </a:cxn>
              <a:cxn ang="0">
                <a:pos x="connsiteX50509" y="connsiteY50509"/>
              </a:cxn>
              <a:cxn ang="0">
                <a:pos x="connsiteX50510" y="connsiteY50510"/>
              </a:cxn>
              <a:cxn ang="0">
                <a:pos x="connsiteX50511" y="connsiteY50511"/>
              </a:cxn>
              <a:cxn ang="0">
                <a:pos x="connsiteX50512" y="connsiteY50512"/>
              </a:cxn>
              <a:cxn ang="0">
                <a:pos x="connsiteX50513" y="connsiteY50513"/>
              </a:cxn>
              <a:cxn ang="0">
                <a:pos x="connsiteX50514" y="connsiteY50514"/>
              </a:cxn>
              <a:cxn ang="0">
                <a:pos x="connsiteX50515" y="connsiteY50515"/>
              </a:cxn>
              <a:cxn ang="0">
                <a:pos x="connsiteX50516" y="connsiteY50516"/>
              </a:cxn>
              <a:cxn ang="0">
                <a:pos x="connsiteX50517" y="connsiteY50517"/>
              </a:cxn>
              <a:cxn ang="0">
                <a:pos x="connsiteX50518" y="connsiteY50518"/>
              </a:cxn>
              <a:cxn ang="0">
                <a:pos x="connsiteX50519" y="connsiteY50519"/>
              </a:cxn>
              <a:cxn ang="0">
                <a:pos x="connsiteX50520" y="connsiteY50520"/>
              </a:cxn>
              <a:cxn ang="0">
                <a:pos x="connsiteX50521" y="connsiteY50521"/>
              </a:cxn>
              <a:cxn ang="0">
                <a:pos x="connsiteX50522" y="connsiteY50522"/>
              </a:cxn>
              <a:cxn ang="0">
                <a:pos x="connsiteX50523" y="connsiteY50523"/>
              </a:cxn>
              <a:cxn ang="0">
                <a:pos x="connsiteX50524" y="connsiteY50524"/>
              </a:cxn>
              <a:cxn ang="0">
                <a:pos x="connsiteX50525" y="connsiteY50525"/>
              </a:cxn>
              <a:cxn ang="0">
                <a:pos x="connsiteX50526" y="connsiteY50526"/>
              </a:cxn>
              <a:cxn ang="0">
                <a:pos x="connsiteX50527" y="connsiteY50527"/>
              </a:cxn>
              <a:cxn ang="0">
                <a:pos x="connsiteX50528" y="connsiteY50528"/>
              </a:cxn>
              <a:cxn ang="0">
                <a:pos x="connsiteX50529" y="connsiteY50529"/>
              </a:cxn>
              <a:cxn ang="0">
                <a:pos x="connsiteX50530" y="connsiteY50530"/>
              </a:cxn>
              <a:cxn ang="0">
                <a:pos x="connsiteX50531" y="connsiteY50531"/>
              </a:cxn>
              <a:cxn ang="0">
                <a:pos x="connsiteX50532" y="connsiteY50532"/>
              </a:cxn>
              <a:cxn ang="0">
                <a:pos x="connsiteX50533" y="connsiteY50533"/>
              </a:cxn>
              <a:cxn ang="0">
                <a:pos x="connsiteX50534" y="connsiteY50534"/>
              </a:cxn>
              <a:cxn ang="0">
                <a:pos x="connsiteX50535" y="connsiteY50535"/>
              </a:cxn>
              <a:cxn ang="0">
                <a:pos x="connsiteX50536" y="connsiteY50536"/>
              </a:cxn>
              <a:cxn ang="0">
                <a:pos x="connsiteX50537" y="connsiteY50537"/>
              </a:cxn>
              <a:cxn ang="0">
                <a:pos x="connsiteX50538" y="connsiteY50538"/>
              </a:cxn>
              <a:cxn ang="0">
                <a:pos x="connsiteX50539" y="connsiteY50539"/>
              </a:cxn>
              <a:cxn ang="0">
                <a:pos x="connsiteX50540" y="connsiteY50540"/>
              </a:cxn>
              <a:cxn ang="0">
                <a:pos x="connsiteX50541" y="connsiteY50541"/>
              </a:cxn>
              <a:cxn ang="0">
                <a:pos x="connsiteX50542" y="connsiteY50542"/>
              </a:cxn>
              <a:cxn ang="0">
                <a:pos x="connsiteX50543" y="connsiteY50543"/>
              </a:cxn>
              <a:cxn ang="0">
                <a:pos x="connsiteX50544" y="connsiteY50544"/>
              </a:cxn>
              <a:cxn ang="0">
                <a:pos x="connsiteX50545" y="connsiteY50545"/>
              </a:cxn>
              <a:cxn ang="0">
                <a:pos x="connsiteX50546" y="connsiteY50546"/>
              </a:cxn>
              <a:cxn ang="0">
                <a:pos x="connsiteX50547" y="connsiteY50547"/>
              </a:cxn>
              <a:cxn ang="0">
                <a:pos x="connsiteX50548" y="connsiteY50548"/>
              </a:cxn>
              <a:cxn ang="0">
                <a:pos x="connsiteX50549" y="connsiteY50549"/>
              </a:cxn>
              <a:cxn ang="0">
                <a:pos x="connsiteX50550" y="connsiteY50550"/>
              </a:cxn>
              <a:cxn ang="0">
                <a:pos x="connsiteX50551" y="connsiteY50551"/>
              </a:cxn>
              <a:cxn ang="0">
                <a:pos x="connsiteX50552" y="connsiteY50552"/>
              </a:cxn>
              <a:cxn ang="0">
                <a:pos x="connsiteX50553" y="connsiteY50553"/>
              </a:cxn>
              <a:cxn ang="0">
                <a:pos x="connsiteX50554" y="connsiteY50554"/>
              </a:cxn>
              <a:cxn ang="0">
                <a:pos x="connsiteX50555" y="connsiteY50555"/>
              </a:cxn>
              <a:cxn ang="0">
                <a:pos x="connsiteX50556" y="connsiteY50556"/>
              </a:cxn>
              <a:cxn ang="0">
                <a:pos x="connsiteX50557" y="connsiteY50557"/>
              </a:cxn>
              <a:cxn ang="0">
                <a:pos x="connsiteX50558" y="connsiteY50558"/>
              </a:cxn>
              <a:cxn ang="0">
                <a:pos x="connsiteX50559" y="connsiteY50559"/>
              </a:cxn>
              <a:cxn ang="0">
                <a:pos x="connsiteX50560" y="connsiteY50560"/>
              </a:cxn>
              <a:cxn ang="0">
                <a:pos x="connsiteX50561" y="connsiteY50561"/>
              </a:cxn>
              <a:cxn ang="0">
                <a:pos x="connsiteX50562" y="connsiteY50562"/>
              </a:cxn>
              <a:cxn ang="0">
                <a:pos x="connsiteX50563" y="connsiteY50563"/>
              </a:cxn>
              <a:cxn ang="0">
                <a:pos x="connsiteX50564" y="connsiteY50564"/>
              </a:cxn>
              <a:cxn ang="0">
                <a:pos x="connsiteX50565" y="connsiteY50565"/>
              </a:cxn>
              <a:cxn ang="0">
                <a:pos x="connsiteX50566" y="connsiteY50566"/>
              </a:cxn>
              <a:cxn ang="0">
                <a:pos x="connsiteX50567" y="connsiteY50567"/>
              </a:cxn>
              <a:cxn ang="0">
                <a:pos x="connsiteX50568" y="connsiteY50568"/>
              </a:cxn>
              <a:cxn ang="0">
                <a:pos x="connsiteX50569" y="connsiteY50569"/>
              </a:cxn>
              <a:cxn ang="0">
                <a:pos x="connsiteX50570" y="connsiteY50570"/>
              </a:cxn>
              <a:cxn ang="0">
                <a:pos x="connsiteX50571" y="connsiteY50571"/>
              </a:cxn>
              <a:cxn ang="0">
                <a:pos x="connsiteX50572" y="connsiteY50572"/>
              </a:cxn>
              <a:cxn ang="0">
                <a:pos x="connsiteX50573" y="connsiteY50573"/>
              </a:cxn>
              <a:cxn ang="0">
                <a:pos x="connsiteX50574" y="connsiteY50574"/>
              </a:cxn>
              <a:cxn ang="0">
                <a:pos x="connsiteX50575" y="connsiteY50575"/>
              </a:cxn>
              <a:cxn ang="0">
                <a:pos x="connsiteX50576" y="connsiteY50576"/>
              </a:cxn>
              <a:cxn ang="0">
                <a:pos x="connsiteX50577" y="connsiteY50577"/>
              </a:cxn>
              <a:cxn ang="0">
                <a:pos x="connsiteX50578" y="connsiteY50578"/>
              </a:cxn>
              <a:cxn ang="0">
                <a:pos x="connsiteX50579" y="connsiteY50579"/>
              </a:cxn>
              <a:cxn ang="0">
                <a:pos x="connsiteX50580" y="connsiteY50580"/>
              </a:cxn>
              <a:cxn ang="0">
                <a:pos x="connsiteX50581" y="connsiteY50581"/>
              </a:cxn>
              <a:cxn ang="0">
                <a:pos x="connsiteX50582" y="connsiteY50582"/>
              </a:cxn>
              <a:cxn ang="0">
                <a:pos x="connsiteX50583" y="connsiteY50583"/>
              </a:cxn>
              <a:cxn ang="0">
                <a:pos x="connsiteX50584" y="connsiteY50584"/>
              </a:cxn>
              <a:cxn ang="0">
                <a:pos x="connsiteX50585" y="connsiteY50585"/>
              </a:cxn>
              <a:cxn ang="0">
                <a:pos x="connsiteX50586" y="connsiteY50586"/>
              </a:cxn>
              <a:cxn ang="0">
                <a:pos x="connsiteX50587" y="connsiteY50587"/>
              </a:cxn>
              <a:cxn ang="0">
                <a:pos x="connsiteX50588" y="connsiteY50588"/>
              </a:cxn>
              <a:cxn ang="0">
                <a:pos x="connsiteX50589" y="connsiteY50589"/>
              </a:cxn>
              <a:cxn ang="0">
                <a:pos x="connsiteX50590" y="connsiteY50590"/>
              </a:cxn>
              <a:cxn ang="0">
                <a:pos x="connsiteX50591" y="connsiteY50591"/>
              </a:cxn>
              <a:cxn ang="0">
                <a:pos x="connsiteX50592" y="connsiteY50592"/>
              </a:cxn>
              <a:cxn ang="0">
                <a:pos x="connsiteX50593" y="connsiteY50593"/>
              </a:cxn>
              <a:cxn ang="0">
                <a:pos x="connsiteX50594" y="connsiteY50594"/>
              </a:cxn>
              <a:cxn ang="0">
                <a:pos x="connsiteX50595" y="connsiteY50595"/>
              </a:cxn>
              <a:cxn ang="0">
                <a:pos x="connsiteX50596" y="connsiteY50596"/>
              </a:cxn>
              <a:cxn ang="0">
                <a:pos x="connsiteX50597" y="connsiteY50597"/>
              </a:cxn>
              <a:cxn ang="0">
                <a:pos x="connsiteX50598" y="connsiteY50598"/>
              </a:cxn>
              <a:cxn ang="0">
                <a:pos x="connsiteX50599" y="connsiteY50599"/>
              </a:cxn>
              <a:cxn ang="0">
                <a:pos x="connsiteX50600" y="connsiteY50600"/>
              </a:cxn>
              <a:cxn ang="0">
                <a:pos x="connsiteX50601" y="connsiteY50601"/>
              </a:cxn>
              <a:cxn ang="0">
                <a:pos x="connsiteX50602" y="connsiteY50602"/>
              </a:cxn>
              <a:cxn ang="0">
                <a:pos x="connsiteX50603" y="connsiteY50603"/>
              </a:cxn>
              <a:cxn ang="0">
                <a:pos x="connsiteX50604" y="connsiteY50604"/>
              </a:cxn>
              <a:cxn ang="0">
                <a:pos x="connsiteX50605" y="connsiteY50605"/>
              </a:cxn>
              <a:cxn ang="0">
                <a:pos x="connsiteX50606" y="connsiteY50606"/>
              </a:cxn>
              <a:cxn ang="0">
                <a:pos x="connsiteX50607" y="connsiteY50607"/>
              </a:cxn>
              <a:cxn ang="0">
                <a:pos x="connsiteX50608" y="connsiteY50608"/>
              </a:cxn>
              <a:cxn ang="0">
                <a:pos x="connsiteX50609" y="connsiteY50609"/>
              </a:cxn>
              <a:cxn ang="0">
                <a:pos x="connsiteX50610" y="connsiteY50610"/>
              </a:cxn>
              <a:cxn ang="0">
                <a:pos x="connsiteX50611" y="connsiteY50611"/>
              </a:cxn>
              <a:cxn ang="0">
                <a:pos x="connsiteX50612" y="connsiteY50612"/>
              </a:cxn>
              <a:cxn ang="0">
                <a:pos x="connsiteX50613" y="connsiteY50613"/>
              </a:cxn>
              <a:cxn ang="0">
                <a:pos x="connsiteX50614" y="connsiteY50614"/>
              </a:cxn>
              <a:cxn ang="0">
                <a:pos x="connsiteX50615" y="connsiteY50615"/>
              </a:cxn>
              <a:cxn ang="0">
                <a:pos x="connsiteX50616" y="connsiteY50616"/>
              </a:cxn>
              <a:cxn ang="0">
                <a:pos x="connsiteX50617" y="connsiteY50617"/>
              </a:cxn>
              <a:cxn ang="0">
                <a:pos x="connsiteX50618" y="connsiteY50618"/>
              </a:cxn>
              <a:cxn ang="0">
                <a:pos x="connsiteX50619" y="connsiteY50619"/>
              </a:cxn>
              <a:cxn ang="0">
                <a:pos x="connsiteX50620" y="connsiteY50620"/>
              </a:cxn>
              <a:cxn ang="0">
                <a:pos x="connsiteX50621" y="connsiteY50621"/>
              </a:cxn>
              <a:cxn ang="0">
                <a:pos x="connsiteX50622" y="connsiteY50622"/>
              </a:cxn>
              <a:cxn ang="0">
                <a:pos x="connsiteX50623" y="connsiteY50623"/>
              </a:cxn>
              <a:cxn ang="0">
                <a:pos x="connsiteX50624" y="connsiteY50624"/>
              </a:cxn>
              <a:cxn ang="0">
                <a:pos x="connsiteX50625" y="connsiteY50625"/>
              </a:cxn>
              <a:cxn ang="0">
                <a:pos x="connsiteX50626" y="connsiteY50626"/>
              </a:cxn>
              <a:cxn ang="0">
                <a:pos x="connsiteX50627" y="connsiteY50627"/>
              </a:cxn>
              <a:cxn ang="0">
                <a:pos x="connsiteX50628" y="connsiteY50628"/>
              </a:cxn>
              <a:cxn ang="0">
                <a:pos x="connsiteX50629" y="connsiteY50629"/>
              </a:cxn>
              <a:cxn ang="0">
                <a:pos x="connsiteX50630" y="connsiteY50630"/>
              </a:cxn>
              <a:cxn ang="0">
                <a:pos x="connsiteX50631" y="connsiteY50631"/>
              </a:cxn>
              <a:cxn ang="0">
                <a:pos x="connsiteX50632" y="connsiteY50632"/>
              </a:cxn>
              <a:cxn ang="0">
                <a:pos x="connsiteX50633" y="connsiteY50633"/>
              </a:cxn>
              <a:cxn ang="0">
                <a:pos x="connsiteX50634" y="connsiteY50634"/>
              </a:cxn>
              <a:cxn ang="0">
                <a:pos x="connsiteX50635" y="connsiteY50635"/>
              </a:cxn>
              <a:cxn ang="0">
                <a:pos x="connsiteX50636" y="connsiteY50636"/>
              </a:cxn>
              <a:cxn ang="0">
                <a:pos x="connsiteX50637" y="connsiteY50637"/>
              </a:cxn>
              <a:cxn ang="0">
                <a:pos x="connsiteX50638" y="connsiteY50638"/>
              </a:cxn>
              <a:cxn ang="0">
                <a:pos x="connsiteX50639" y="connsiteY50639"/>
              </a:cxn>
              <a:cxn ang="0">
                <a:pos x="connsiteX50640" y="connsiteY50640"/>
              </a:cxn>
              <a:cxn ang="0">
                <a:pos x="connsiteX50641" y="connsiteY50641"/>
              </a:cxn>
              <a:cxn ang="0">
                <a:pos x="connsiteX50642" y="connsiteY50642"/>
              </a:cxn>
              <a:cxn ang="0">
                <a:pos x="connsiteX50643" y="connsiteY50643"/>
              </a:cxn>
              <a:cxn ang="0">
                <a:pos x="connsiteX50644" y="connsiteY50644"/>
              </a:cxn>
              <a:cxn ang="0">
                <a:pos x="connsiteX50645" y="connsiteY50645"/>
              </a:cxn>
              <a:cxn ang="0">
                <a:pos x="connsiteX50646" y="connsiteY50646"/>
              </a:cxn>
              <a:cxn ang="0">
                <a:pos x="connsiteX50647" y="connsiteY50647"/>
              </a:cxn>
              <a:cxn ang="0">
                <a:pos x="connsiteX50648" y="connsiteY50648"/>
              </a:cxn>
              <a:cxn ang="0">
                <a:pos x="connsiteX50649" y="connsiteY50649"/>
              </a:cxn>
              <a:cxn ang="0">
                <a:pos x="connsiteX50650" y="connsiteY50650"/>
              </a:cxn>
              <a:cxn ang="0">
                <a:pos x="connsiteX50651" y="connsiteY50651"/>
              </a:cxn>
              <a:cxn ang="0">
                <a:pos x="connsiteX50652" y="connsiteY50652"/>
              </a:cxn>
              <a:cxn ang="0">
                <a:pos x="connsiteX50653" y="connsiteY50653"/>
              </a:cxn>
              <a:cxn ang="0">
                <a:pos x="connsiteX50654" y="connsiteY50654"/>
              </a:cxn>
              <a:cxn ang="0">
                <a:pos x="connsiteX50655" y="connsiteY50655"/>
              </a:cxn>
              <a:cxn ang="0">
                <a:pos x="connsiteX50656" y="connsiteY50656"/>
              </a:cxn>
              <a:cxn ang="0">
                <a:pos x="connsiteX50657" y="connsiteY50657"/>
              </a:cxn>
              <a:cxn ang="0">
                <a:pos x="connsiteX50658" y="connsiteY50658"/>
              </a:cxn>
              <a:cxn ang="0">
                <a:pos x="connsiteX50659" y="connsiteY50659"/>
              </a:cxn>
              <a:cxn ang="0">
                <a:pos x="connsiteX50660" y="connsiteY50660"/>
              </a:cxn>
              <a:cxn ang="0">
                <a:pos x="connsiteX50661" y="connsiteY50661"/>
              </a:cxn>
              <a:cxn ang="0">
                <a:pos x="connsiteX50662" y="connsiteY50662"/>
              </a:cxn>
              <a:cxn ang="0">
                <a:pos x="connsiteX50663" y="connsiteY50663"/>
              </a:cxn>
              <a:cxn ang="0">
                <a:pos x="connsiteX50664" y="connsiteY50664"/>
              </a:cxn>
              <a:cxn ang="0">
                <a:pos x="connsiteX50665" y="connsiteY50665"/>
              </a:cxn>
              <a:cxn ang="0">
                <a:pos x="connsiteX50666" y="connsiteY50666"/>
              </a:cxn>
              <a:cxn ang="0">
                <a:pos x="connsiteX50667" y="connsiteY50667"/>
              </a:cxn>
              <a:cxn ang="0">
                <a:pos x="connsiteX50668" y="connsiteY50668"/>
              </a:cxn>
              <a:cxn ang="0">
                <a:pos x="connsiteX50669" y="connsiteY50669"/>
              </a:cxn>
              <a:cxn ang="0">
                <a:pos x="connsiteX50670" y="connsiteY50670"/>
              </a:cxn>
              <a:cxn ang="0">
                <a:pos x="connsiteX50671" y="connsiteY50671"/>
              </a:cxn>
              <a:cxn ang="0">
                <a:pos x="connsiteX50672" y="connsiteY50672"/>
              </a:cxn>
              <a:cxn ang="0">
                <a:pos x="connsiteX50673" y="connsiteY50673"/>
              </a:cxn>
              <a:cxn ang="0">
                <a:pos x="connsiteX50674" y="connsiteY50674"/>
              </a:cxn>
              <a:cxn ang="0">
                <a:pos x="connsiteX50675" y="connsiteY50675"/>
              </a:cxn>
              <a:cxn ang="0">
                <a:pos x="connsiteX50676" y="connsiteY50676"/>
              </a:cxn>
              <a:cxn ang="0">
                <a:pos x="connsiteX50677" y="connsiteY50677"/>
              </a:cxn>
              <a:cxn ang="0">
                <a:pos x="connsiteX50678" y="connsiteY50678"/>
              </a:cxn>
              <a:cxn ang="0">
                <a:pos x="connsiteX50679" y="connsiteY50679"/>
              </a:cxn>
              <a:cxn ang="0">
                <a:pos x="connsiteX50680" y="connsiteY50680"/>
              </a:cxn>
              <a:cxn ang="0">
                <a:pos x="connsiteX50681" y="connsiteY50681"/>
              </a:cxn>
              <a:cxn ang="0">
                <a:pos x="connsiteX50682" y="connsiteY50682"/>
              </a:cxn>
              <a:cxn ang="0">
                <a:pos x="connsiteX50683" y="connsiteY50683"/>
              </a:cxn>
              <a:cxn ang="0">
                <a:pos x="connsiteX50684" y="connsiteY50684"/>
              </a:cxn>
              <a:cxn ang="0">
                <a:pos x="connsiteX50685" y="connsiteY50685"/>
              </a:cxn>
              <a:cxn ang="0">
                <a:pos x="connsiteX50686" y="connsiteY50686"/>
              </a:cxn>
              <a:cxn ang="0">
                <a:pos x="connsiteX50687" y="connsiteY50687"/>
              </a:cxn>
              <a:cxn ang="0">
                <a:pos x="connsiteX50688" y="connsiteY50688"/>
              </a:cxn>
              <a:cxn ang="0">
                <a:pos x="connsiteX50689" y="connsiteY50689"/>
              </a:cxn>
              <a:cxn ang="0">
                <a:pos x="connsiteX50690" y="connsiteY50690"/>
              </a:cxn>
              <a:cxn ang="0">
                <a:pos x="connsiteX50691" y="connsiteY50691"/>
              </a:cxn>
              <a:cxn ang="0">
                <a:pos x="connsiteX50692" y="connsiteY50692"/>
              </a:cxn>
              <a:cxn ang="0">
                <a:pos x="connsiteX50693" y="connsiteY50693"/>
              </a:cxn>
              <a:cxn ang="0">
                <a:pos x="connsiteX50694" y="connsiteY50694"/>
              </a:cxn>
              <a:cxn ang="0">
                <a:pos x="connsiteX50695" y="connsiteY50695"/>
              </a:cxn>
              <a:cxn ang="0">
                <a:pos x="connsiteX50696" y="connsiteY50696"/>
              </a:cxn>
              <a:cxn ang="0">
                <a:pos x="connsiteX50697" y="connsiteY50697"/>
              </a:cxn>
              <a:cxn ang="0">
                <a:pos x="connsiteX50698" y="connsiteY50698"/>
              </a:cxn>
              <a:cxn ang="0">
                <a:pos x="connsiteX50699" y="connsiteY50699"/>
              </a:cxn>
              <a:cxn ang="0">
                <a:pos x="connsiteX50700" y="connsiteY50700"/>
              </a:cxn>
              <a:cxn ang="0">
                <a:pos x="connsiteX50701" y="connsiteY50701"/>
              </a:cxn>
              <a:cxn ang="0">
                <a:pos x="connsiteX50702" y="connsiteY50702"/>
              </a:cxn>
              <a:cxn ang="0">
                <a:pos x="connsiteX50703" y="connsiteY50703"/>
              </a:cxn>
              <a:cxn ang="0">
                <a:pos x="connsiteX50704" y="connsiteY50704"/>
              </a:cxn>
              <a:cxn ang="0">
                <a:pos x="connsiteX50705" y="connsiteY50705"/>
              </a:cxn>
              <a:cxn ang="0">
                <a:pos x="connsiteX50706" y="connsiteY50706"/>
              </a:cxn>
              <a:cxn ang="0">
                <a:pos x="connsiteX50707" y="connsiteY50707"/>
              </a:cxn>
              <a:cxn ang="0">
                <a:pos x="connsiteX50708" y="connsiteY50708"/>
              </a:cxn>
              <a:cxn ang="0">
                <a:pos x="connsiteX50709" y="connsiteY50709"/>
              </a:cxn>
              <a:cxn ang="0">
                <a:pos x="connsiteX50710" y="connsiteY50710"/>
              </a:cxn>
              <a:cxn ang="0">
                <a:pos x="connsiteX50711" y="connsiteY50711"/>
              </a:cxn>
              <a:cxn ang="0">
                <a:pos x="connsiteX50712" y="connsiteY50712"/>
              </a:cxn>
              <a:cxn ang="0">
                <a:pos x="connsiteX50713" y="connsiteY50713"/>
              </a:cxn>
              <a:cxn ang="0">
                <a:pos x="connsiteX50714" y="connsiteY50714"/>
              </a:cxn>
              <a:cxn ang="0">
                <a:pos x="connsiteX50715" y="connsiteY50715"/>
              </a:cxn>
              <a:cxn ang="0">
                <a:pos x="connsiteX50716" y="connsiteY50716"/>
              </a:cxn>
              <a:cxn ang="0">
                <a:pos x="connsiteX50717" y="connsiteY50717"/>
              </a:cxn>
              <a:cxn ang="0">
                <a:pos x="connsiteX50718" y="connsiteY50718"/>
              </a:cxn>
              <a:cxn ang="0">
                <a:pos x="connsiteX50719" y="connsiteY50719"/>
              </a:cxn>
              <a:cxn ang="0">
                <a:pos x="connsiteX50720" y="connsiteY50720"/>
              </a:cxn>
              <a:cxn ang="0">
                <a:pos x="connsiteX50721" y="connsiteY50721"/>
              </a:cxn>
              <a:cxn ang="0">
                <a:pos x="connsiteX50722" y="connsiteY50722"/>
              </a:cxn>
              <a:cxn ang="0">
                <a:pos x="connsiteX50723" y="connsiteY50723"/>
              </a:cxn>
              <a:cxn ang="0">
                <a:pos x="connsiteX50724" y="connsiteY50724"/>
              </a:cxn>
              <a:cxn ang="0">
                <a:pos x="connsiteX50725" y="connsiteY50725"/>
              </a:cxn>
              <a:cxn ang="0">
                <a:pos x="connsiteX50726" y="connsiteY50726"/>
              </a:cxn>
              <a:cxn ang="0">
                <a:pos x="connsiteX50727" y="connsiteY50727"/>
              </a:cxn>
              <a:cxn ang="0">
                <a:pos x="connsiteX50728" y="connsiteY50728"/>
              </a:cxn>
              <a:cxn ang="0">
                <a:pos x="connsiteX50729" y="connsiteY50729"/>
              </a:cxn>
              <a:cxn ang="0">
                <a:pos x="connsiteX50730" y="connsiteY50730"/>
              </a:cxn>
              <a:cxn ang="0">
                <a:pos x="connsiteX50731" y="connsiteY50731"/>
              </a:cxn>
              <a:cxn ang="0">
                <a:pos x="connsiteX50732" y="connsiteY50732"/>
              </a:cxn>
              <a:cxn ang="0">
                <a:pos x="connsiteX50733" y="connsiteY50733"/>
              </a:cxn>
              <a:cxn ang="0">
                <a:pos x="connsiteX50734" y="connsiteY50734"/>
              </a:cxn>
              <a:cxn ang="0">
                <a:pos x="connsiteX50735" y="connsiteY50735"/>
              </a:cxn>
              <a:cxn ang="0">
                <a:pos x="connsiteX50736" y="connsiteY50736"/>
              </a:cxn>
              <a:cxn ang="0">
                <a:pos x="connsiteX50737" y="connsiteY50737"/>
              </a:cxn>
              <a:cxn ang="0">
                <a:pos x="connsiteX50738" y="connsiteY50738"/>
              </a:cxn>
              <a:cxn ang="0">
                <a:pos x="connsiteX50739" y="connsiteY50739"/>
              </a:cxn>
              <a:cxn ang="0">
                <a:pos x="connsiteX50740" y="connsiteY50740"/>
              </a:cxn>
              <a:cxn ang="0">
                <a:pos x="connsiteX50741" y="connsiteY50741"/>
              </a:cxn>
              <a:cxn ang="0">
                <a:pos x="connsiteX50742" y="connsiteY50742"/>
              </a:cxn>
              <a:cxn ang="0">
                <a:pos x="connsiteX50743" y="connsiteY50743"/>
              </a:cxn>
              <a:cxn ang="0">
                <a:pos x="connsiteX50744" y="connsiteY50744"/>
              </a:cxn>
              <a:cxn ang="0">
                <a:pos x="connsiteX50745" y="connsiteY50745"/>
              </a:cxn>
              <a:cxn ang="0">
                <a:pos x="connsiteX50746" y="connsiteY50746"/>
              </a:cxn>
              <a:cxn ang="0">
                <a:pos x="connsiteX50747" y="connsiteY50747"/>
              </a:cxn>
              <a:cxn ang="0">
                <a:pos x="connsiteX50748" y="connsiteY50748"/>
              </a:cxn>
              <a:cxn ang="0">
                <a:pos x="connsiteX50749" y="connsiteY50749"/>
              </a:cxn>
              <a:cxn ang="0">
                <a:pos x="connsiteX50750" y="connsiteY50750"/>
              </a:cxn>
              <a:cxn ang="0">
                <a:pos x="connsiteX50751" y="connsiteY50751"/>
              </a:cxn>
              <a:cxn ang="0">
                <a:pos x="connsiteX50752" y="connsiteY50752"/>
              </a:cxn>
              <a:cxn ang="0">
                <a:pos x="connsiteX50753" y="connsiteY50753"/>
              </a:cxn>
              <a:cxn ang="0">
                <a:pos x="connsiteX50754" y="connsiteY50754"/>
              </a:cxn>
              <a:cxn ang="0">
                <a:pos x="connsiteX50755" y="connsiteY50755"/>
              </a:cxn>
              <a:cxn ang="0">
                <a:pos x="connsiteX50756" y="connsiteY50756"/>
              </a:cxn>
              <a:cxn ang="0">
                <a:pos x="connsiteX50757" y="connsiteY50757"/>
              </a:cxn>
              <a:cxn ang="0">
                <a:pos x="connsiteX50758" y="connsiteY50758"/>
              </a:cxn>
              <a:cxn ang="0">
                <a:pos x="connsiteX50759" y="connsiteY50759"/>
              </a:cxn>
              <a:cxn ang="0">
                <a:pos x="connsiteX50760" y="connsiteY50760"/>
              </a:cxn>
              <a:cxn ang="0">
                <a:pos x="connsiteX50761" y="connsiteY50761"/>
              </a:cxn>
              <a:cxn ang="0">
                <a:pos x="connsiteX50762" y="connsiteY50762"/>
              </a:cxn>
              <a:cxn ang="0">
                <a:pos x="connsiteX50763" y="connsiteY50763"/>
              </a:cxn>
              <a:cxn ang="0">
                <a:pos x="connsiteX50764" y="connsiteY50764"/>
              </a:cxn>
              <a:cxn ang="0">
                <a:pos x="connsiteX50765" y="connsiteY50765"/>
              </a:cxn>
              <a:cxn ang="0">
                <a:pos x="connsiteX50766" y="connsiteY50766"/>
              </a:cxn>
              <a:cxn ang="0">
                <a:pos x="connsiteX50767" y="connsiteY50767"/>
              </a:cxn>
              <a:cxn ang="0">
                <a:pos x="connsiteX50768" y="connsiteY50768"/>
              </a:cxn>
              <a:cxn ang="0">
                <a:pos x="connsiteX50769" y="connsiteY50769"/>
              </a:cxn>
              <a:cxn ang="0">
                <a:pos x="connsiteX50770" y="connsiteY50770"/>
              </a:cxn>
              <a:cxn ang="0">
                <a:pos x="connsiteX50771" y="connsiteY50771"/>
              </a:cxn>
              <a:cxn ang="0">
                <a:pos x="connsiteX50772" y="connsiteY50772"/>
              </a:cxn>
              <a:cxn ang="0">
                <a:pos x="connsiteX50773" y="connsiteY50773"/>
              </a:cxn>
              <a:cxn ang="0">
                <a:pos x="connsiteX50774" y="connsiteY50774"/>
              </a:cxn>
              <a:cxn ang="0">
                <a:pos x="connsiteX50775" y="connsiteY50775"/>
              </a:cxn>
              <a:cxn ang="0">
                <a:pos x="connsiteX50776" y="connsiteY50776"/>
              </a:cxn>
              <a:cxn ang="0">
                <a:pos x="connsiteX50777" y="connsiteY50777"/>
              </a:cxn>
              <a:cxn ang="0">
                <a:pos x="connsiteX50778" y="connsiteY50778"/>
              </a:cxn>
              <a:cxn ang="0">
                <a:pos x="connsiteX50779" y="connsiteY50779"/>
              </a:cxn>
              <a:cxn ang="0">
                <a:pos x="connsiteX50780" y="connsiteY50780"/>
              </a:cxn>
              <a:cxn ang="0">
                <a:pos x="connsiteX50781" y="connsiteY50781"/>
              </a:cxn>
              <a:cxn ang="0">
                <a:pos x="connsiteX50782" y="connsiteY50782"/>
              </a:cxn>
              <a:cxn ang="0">
                <a:pos x="connsiteX50783" y="connsiteY50783"/>
              </a:cxn>
              <a:cxn ang="0">
                <a:pos x="connsiteX50784" y="connsiteY50784"/>
              </a:cxn>
              <a:cxn ang="0">
                <a:pos x="connsiteX50785" y="connsiteY50785"/>
              </a:cxn>
              <a:cxn ang="0">
                <a:pos x="connsiteX50786" y="connsiteY50786"/>
              </a:cxn>
              <a:cxn ang="0">
                <a:pos x="connsiteX50787" y="connsiteY50787"/>
              </a:cxn>
              <a:cxn ang="0">
                <a:pos x="connsiteX50788" y="connsiteY50788"/>
              </a:cxn>
              <a:cxn ang="0">
                <a:pos x="connsiteX50789" y="connsiteY50789"/>
              </a:cxn>
              <a:cxn ang="0">
                <a:pos x="connsiteX50790" y="connsiteY50790"/>
              </a:cxn>
              <a:cxn ang="0">
                <a:pos x="connsiteX50791" y="connsiteY50791"/>
              </a:cxn>
              <a:cxn ang="0">
                <a:pos x="connsiteX50792" y="connsiteY50792"/>
              </a:cxn>
              <a:cxn ang="0">
                <a:pos x="connsiteX50793" y="connsiteY50793"/>
              </a:cxn>
              <a:cxn ang="0">
                <a:pos x="connsiteX50794" y="connsiteY50794"/>
              </a:cxn>
              <a:cxn ang="0">
                <a:pos x="connsiteX50795" y="connsiteY50795"/>
              </a:cxn>
              <a:cxn ang="0">
                <a:pos x="connsiteX50796" y="connsiteY50796"/>
              </a:cxn>
              <a:cxn ang="0">
                <a:pos x="connsiteX50797" y="connsiteY50797"/>
              </a:cxn>
              <a:cxn ang="0">
                <a:pos x="connsiteX50798" y="connsiteY50798"/>
              </a:cxn>
              <a:cxn ang="0">
                <a:pos x="connsiteX50799" y="connsiteY50799"/>
              </a:cxn>
              <a:cxn ang="0">
                <a:pos x="connsiteX50800" y="connsiteY50800"/>
              </a:cxn>
              <a:cxn ang="0">
                <a:pos x="connsiteX50801" y="connsiteY50801"/>
              </a:cxn>
              <a:cxn ang="0">
                <a:pos x="connsiteX50802" y="connsiteY50802"/>
              </a:cxn>
              <a:cxn ang="0">
                <a:pos x="connsiteX50803" y="connsiteY50803"/>
              </a:cxn>
              <a:cxn ang="0">
                <a:pos x="connsiteX50804" y="connsiteY50804"/>
              </a:cxn>
              <a:cxn ang="0">
                <a:pos x="connsiteX50805" y="connsiteY50805"/>
              </a:cxn>
              <a:cxn ang="0">
                <a:pos x="connsiteX50806" y="connsiteY50806"/>
              </a:cxn>
              <a:cxn ang="0">
                <a:pos x="connsiteX50807" y="connsiteY50807"/>
              </a:cxn>
              <a:cxn ang="0">
                <a:pos x="connsiteX50808" y="connsiteY50808"/>
              </a:cxn>
              <a:cxn ang="0">
                <a:pos x="connsiteX50809" y="connsiteY50809"/>
              </a:cxn>
              <a:cxn ang="0">
                <a:pos x="connsiteX50810" y="connsiteY50810"/>
              </a:cxn>
              <a:cxn ang="0">
                <a:pos x="connsiteX50811" y="connsiteY50811"/>
              </a:cxn>
              <a:cxn ang="0">
                <a:pos x="connsiteX50812" y="connsiteY50812"/>
              </a:cxn>
              <a:cxn ang="0">
                <a:pos x="connsiteX50813" y="connsiteY50813"/>
              </a:cxn>
              <a:cxn ang="0">
                <a:pos x="connsiteX50814" y="connsiteY50814"/>
              </a:cxn>
              <a:cxn ang="0">
                <a:pos x="connsiteX50815" y="connsiteY50815"/>
              </a:cxn>
              <a:cxn ang="0">
                <a:pos x="connsiteX50816" y="connsiteY50816"/>
              </a:cxn>
              <a:cxn ang="0">
                <a:pos x="connsiteX50817" y="connsiteY50817"/>
              </a:cxn>
              <a:cxn ang="0">
                <a:pos x="connsiteX50818" y="connsiteY50818"/>
              </a:cxn>
              <a:cxn ang="0">
                <a:pos x="connsiteX50819" y="connsiteY50819"/>
              </a:cxn>
              <a:cxn ang="0">
                <a:pos x="connsiteX50820" y="connsiteY50820"/>
              </a:cxn>
              <a:cxn ang="0">
                <a:pos x="connsiteX50821" y="connsiteY50821"/>
              </a:cxn>
              <a:cxn ang="0">
                <a:pos x="connsiteX50822" y="connsiteY50822"/>
              </a:cxn>
              <a:cxn ang="0">
                <a:pos x="connsiteX50823" y="connsiteY50823"/>
              </a:cxn>
              <a:cxn ang="0">
                <a:pos x="connsiteX50824" y="connsiteY50824"/>
              </a:cxn>
              <a:cxn ang="0">
                <a:pos x="connsiteX50825" y="connsiteY50825"/>
              </a:cxn>
              <a:cxn ang="0">
                <a:pos x="connsiteX50826" y="connsiteY50826"/>
              </a:cxn>
              <a:cxn ang="0">
                <a:pos x="connsiteX50827" y="connsiteY50827"/>
              </a:cxn>
              <a:cxn ang="0">
                <a:pos x="connsiteX50828" y="connsiteY50828"/>
              </a:cxn>
              <a:cxn ang="0">
                <a:pos x="connsiteX50829" y="connsiteY50829"/>
              </a:cxn>
              <a:cxn ang="0">
                <a:pos x="connsiteX50830" y="connsiteY50830"/>
              </a:cxn>
              <a:cxn ang="0">
                <a:pos x="connsiteX50831" y="connsiteY50831"/>
              </a:cxn>
              <a:cxn ang="0">
                <a:pos x="connsiteX50832" y="connsiteY50832"/>
              </a:cxn>
              <a:cxn ang="0">
                <a:pos x="connsiteX50833" y="connsiteY50833"/>
              </a:cxn>
              <a:cxn ang="0">
                <a:pos x="connsiteX50834" y="connsiteY50834"/>
              </a:cxn>
              <a:cxn ang="0">
                <a:pos x="connsiteX50835" y="connsiteY50835"/>
              </a:cxn>
              <a:cxn ang="0">
                <a:pos x="connsiteX50836" y="connsiteY50836"/>
              </a:cxn>
              <a:cxn ang="0">
                <a:pos x="connsiteX50837" y="connsiteY50837"/>
              </a:cxn>
              <a:cxn ang="0">
                <a:pos x="connsiteX50838" y="connsiteY50838"/>
              </a:cxn>
              <a:cxn ang="0">
                <a:pos x="connsiteX50839" y="connsiteY50839"/>
              </a:cxn>
              <a:cxn ang="0">
                <a:pos x="connsiteX50840" y="connsiteY50840"/>
              </a:cxn>
              <a:cxn ang="0">
                <a:pos x="connsiteX50841" y="connsiteY50841"/>
              </a:cxn>
              <a:cxn ang="0">
                <a:pos x="connsiteX50842" y="connsiteY50842"/>
              </a:cxn>
              <a:cxn ang="0">
                <a:pos x="connsiteX50843" y="connsiteY50843"/>
              </a:cxn>
              <a:cxn ang="0">
                <a:pos x="connsiteX50844" y="connsiteY50844"/>
              </a:cxn>
              <a:cxn ang="0">
                <a:pos x="connsiteX50845" y="connsiteY50845"/>
              </a:cxn>
              <a:cxn ang="0">
                <a:pos x="connsiteX50846" y="connsiteY50846"/>
              </a:cxn>
              <a:cxn ang="0">
                <a:pos x="connsiteX50847" y="connsiteY50847"/>
              </a:cxn>
              <a:cxn ang="0">
                <a:pos x="connsiteX50848" y="connsiteY50848"/>
              </a:cxn>
              <a:cxn ang="0">
                <a:pos x="connsiteX50849" y="connsiteY50849"/>
              </a:cxn>
              <a:cxn ang="0">
                <a:pos x="connsiteX50850" y="connsiteY50850"/>
              </a:cxn>
              <a:cxn ang="0">
                <a:pos x="connsiteX50851" y="connsiteY50851"/>
              </a:cxn>
              <a:cxn ang="0">
                <a:pos x="connsiteX50852" y="connsiteY50852"/>
              </a:cxn>
              <a:cxn ang="0">
                <a:pos x="connsiteX50853" y="connsiteY50853"/>
              </a:cxn>
              <a:cxn ang="0">
                <a:pos x="connsiteX50854" y="connsiteY50854"/>
              </a:cxn>
              <a:cxn ang="0">
                <a:pos x="connsiteX50855" y="connsiteY50855"/>
              </a:cxn>
              <a:cxn ang="0">
                <a:pos x="connsiteX50856" y="connsiteY50856"/>
              </a:cxn>
              <a:cxn ang="0">
                <a:pos x="connsiteX50857" y="connsiteY50857"/>
              </a:cxn>
              <a:cxn ang="0">
                <a:pos x="connsiteX50858" y="connsiteY50858"/>
              </a:cxn>
              <a:cxn ang="0">
                <a:pos x="connsiteX50859" y="connsiteY50859"/>
              </a:cxn>
              <a:cxn ang="0">
                <a:pos x="connsiteX50860" y="connsiteY50860"/>
              </a:cxn>
              <a:cxn ang="0">
                <a:pos x="connsiteX50861" y="connsiteY50861"/>
              </a:cxn>
              <a:cxn ang="0">
                <a:pos x="connsiteX50862" y="connsiteY50862"/>
              </a:cxn>
              <a:cxn ang="0">
                <a:pos x="connsiteX50863" y="connsiteY50863"/>
              </a:cxn>
              <a:cxn ang="0">
                <a:pos x="connsiteX50864" y="connsiteY50864"/>
              </a:cxn>
              <a:cxn ang="0">
                <a:pos x="connsiteX50865" y="connsiteY50865"/>
              </a:cxn>
              <a:cxn ang="0">
                <a:pos x="connsiteX50866" y="connsiteY50866"/>
              </a:cxn>
              <a:cxn ang="0">
                <a:pos x="connsiteX50867" y="connsiteY50867"/>
              </a:cxn>
              <a:cxn ang="0">
                <a:pos x="connsiteX50868" y="connsiteY50868"/>
              </a:cxn>
              <a:cxn ang="0">
                <a:pos x="connsiteX50869" y="connsiteY50869"/>
              </a:cxn>
              <a:cxn ang="0">
                <a:pos x="connsiteX50870" y="connsiteY50870"/>
              </a:cxn>
              <a:cxn ang="0">
                <a:pos x="connsiteX50871" y="connsiteY50871"/>
              </a:cxn>
              <a:cxn ang="0">
                <a:pos x="connsiteX50872" y="connsiteY50872"/>
              </a:cxn>
              <a:cxn ang="0">
                <a:pos x="connsiteX50873" y="connsiteY50873"/>
              </a:cxn>
              <a:cxn ang="0">
                <a:pos x="connsiteX50874" y="connsiteY50874"/>
              </a:cxn>
              <a:cxn ang="0">
                <a:pos x="connsiteX50875" y="connsiteY50875"/>
              </a:cxn>
              <a:cxn ang="0">
                <a:pos x="connsiteX50876" y="connsiteY50876"/>
              </a:cxn>
              <a:cxn ang="0">
                <a:pos x="connsiteX50877" y="connsiteY50877"/>
              </a:cxn>
              <a:cxn ang="0">
                <a:pos x="connsiteX50878" y="connsiteY50878"/>
              </a:cxn>
              <a:cxn ang="0">
                <a:pos x="connsiteX50879" y="connsiteY50879"/>
              </a:cxn>
              <a:cxn ang="0">
                <a:pos x="connsiteX50880" y="connsiteY50880"/>
              </a:cxn>
              <a:cxn ang="0">
                <a:pos x="connsiteX50881" y="connsiteY50881"/>
              </a:cxn>
              <a:cxn ang="0">
                <a:pos x="connsiteX50882" y="connsiteY50882"/>
              </a:cxn>
              <a:cxn ang="0">
                <a:pos x="connsiteX50883" y="connsiteY50883"/>
              </a:cxn>
              <a:cxn ang="0">
                <a:pos x="connsiteX50884" y="connsiteY50884"/>
              </a:cxn>
              <a:cxn ang="0">
                <a:pos x="connsiteX50885" y="connsiteY50885"/>
              </a:cxn>
              <a:cxn ang="0">
                <a:pos x="connsiteX50886" y="connsiteY50886"/>
              </a:cxn>
              <a:cxn ang="0">
                <a:pos x="connsiteX50887" y="connsiteY50887"/>
              </a:cxn>
              <a:cxn ang="0">
                <a:pos x="connsiteX50888" y="connsiteY50888"/>
              </a:cxn>
              <a:cxn ang="0">
                <a:pos x="connsiteX50889" y="connsiteY50889"/>
              </a:cxn>
              <a:cxn ang="0">
                <a:pos x="connsiteX50890" y="connsiteY50890"/>
              </a:cxn>
              <a:cxn ang="0">
                <a:pos x="connsiteX50891" y="connsiteY50891"/>
              </a:cxn>
              <a:cxn ang="0">
                <a:pos x="connsiteX50892" y="connsiteY50892"/>
              </a:cxn>
              <a:cxn ang="0">
                <a:pos x="connsiteX50893" y="connsiteY50893"/>
              </a:cxn>
              <a:cxn ang="0">
                <a:pos x="connsiteX50894" y="connsiteY50894"/>
              </a:cxn>
              <a:cxn ang="0">
                <a:pos x="connsiteX50895" y="connsiteY50895"/>
              </a:cxn>
              <a:cxn ang="0">
                <a:pos x="connsiteX50896" y="connsiteY50896"/>
              </a:cxn>
              <a:cxn ang="0">
                <a:pos x="connsiteX50897" y="connsiteY50897"/>
              </a:cxn>
              <a:cxn ang="0">
                <a:pos x="connsiteX50898" y="connsiteY50898"/>
              </a:cxn>
              <a:cxn ang="0">
                <a:pos x="connsiteX50899" y="connsiteY50899"/>
              </a:cxn>
              <a:cxn ang="0">
                <a:pos x="connsiteX50900" y="connsiteY50900"/>
              </a:cxn>
              <a:cxn ang="0">
                <a:pos x="connsiteX50901" y="connsiteY50901"/>
              </a:cxn>
              <a:cxn ang="0">
                <a:pos x="connsiteX50902" y="connsiteY50902"/>
              </a:cxn>
              <a:cxn ang="0">
                <a:pos x="connsiteX50903" y="connsiteY50903"/>
              </a:cxn>
              <a:cxn ang="0">
                <a:pos x="connsiteX50904" y="connsiteY50904"/>
              </a:cxn>
              <a:cxn ang="0">
                <a:pos x="connsiteX50905" y="connsiteY50905"/>
              </a:cxn>
              <a:cxn ang="0">
                <a:pos x="connsiteX50906" y="connsiteY50906"/>
              </a:cxn>
              <a:cxn ang="0">
                <a:pos x="connsiteX50907" y="connsiteY50907"/>
              </a:cxn>
              <a:cxn ang="0">
                <a:pos x="connsiteX50908" y="connsiteY50908"/>
              </a:cxn>
              <a:cxn ang="0">
                <a:pos x="connsiteX50909" y="connsiteY50909"/>
              </a:cxn>
              <a:cxn ang="0">
                <a:pos x="connsiteX50910" y="connsiteY50910"/>
              </a:cxn>
              <a:cxn ang="0">
                <a:pos x="connsiteX50911" y="connsiteY50911"/>
              </a:cxn>
              <a:cxn ang="0">
                <a:pos x="connsiteX50912" y="connsiteY50912"/>
              </a:cxn>
              <a:cxn ang="0">
                <a:pos x="connsiteX50913" y="connsiteY50913"/>
              </a:cxn>
              <a:cxn ang="0">
                <a:pos x="connsiteX50914" y="connsiteY50914"/>
              </a:cxn>
              <a:cxn ang="0">
                <a:pos x="connsiteX50915" y="connsiteY50915"/>
              </a:cxn>
              <a:cxn ang="0">
                <a:pos x="connsiteX50916" y="connsiteY50916"/>
              </a:cxn>
              <a:cxn ang="0">
                <a:pos x="connsiteX50917" y="connsiteY50917"/>
              </a:cxn>
              <a:cxn ang="0">
                <a:pos x="connsiteX50918" y="connsiteY50918"/>
              </a:cxn>
              <a:cxn ang="0">
                <a:pos x="connsiteX50919" y="connsiteY50919"/>
              </a:cxn>
              <a:cxn ang="0">
                <a:pos x="connsiteX50920" y="connsiteY50920"/>
              </a:cxn>
              <a:cxn ang="0">
                <a:pos x="connsiteX50921" y="connsiteY50921"/>
              </a:cxn>
              <a:cxn ang="0">
                <a:pos x="connsiteX50922" y="connsiteY50922"/>
              </a:cxn>
              <a:cxn ang="0">
                <a:pos x="connsiteX50923" y="connsiteY50923"/>
              </a:cxn>
              <a:cxn ang="0">
                <a:pos x="connsiteX50924" y="connsiteY50924"/>
              </a:cxn>
              <a:cxn ang="0">
                <a:pos x="connsiteX50925" y="connsiteY50925"/>
              </a:cxn>
              <a:cxn ang="0">
                <a:pos x="connsiteX50926" y="connsiteY50926"/>
              </a:cxn>
              <a:cxn ang="0">
                <a:pos x="connsiteX50927" y="connsiteY50927"/>
              </a:cxn>
              <a:cxn ang="0">
                <a:pos x="connsiteX50928" y="connsiteY50928"/>
              </a:cxn>
              <a:cxn ang="0">
                <a:pos x="connsiteX50929" y="connsiteY50929"/>
              </a:cxn>
              <a:cxn ang="0">
                <a:pos x="connsiteX50930" y="connsiteY50930"/>
              </a:cxn>
              <a:cxn ang="0">
                <a:pos x="connsiteX50931" y="connsiteY50931"/>
              </a:cxn>
              <a:cxn ang="0">
                <a:pos x="connsiteX50932" y="connsiteY50932"/>
              </a:cxn>
              <a:cxn ang="0">
                <a:pos x="connsiteX50933" y="connsiteY50933"/>
              </a:cxn>
              <a:cxn ang="0">
                <a:pos x="connsiteX50934" y="connsiteY50934"/>
              </a:cxn>
              <a:cxn ang="0">
                <a:pos x="connsiteX50935" y="connsiteY50935"/>
              </a:cxn>
              <a:cxn ang="0">
                <a:pos x="connsiteX50936" y="connsiteY50936"/>
              </a:cxn>
              <a:cxn ang="0">
                <a:pos x="connsiteX50937" y="connsiteY50937"/>
              </a:cxn>
              <a:cxn ang="0">
                <a:pos x="connsiteX50938" y="connsiteY50938"/>
              </a:cxn>
              <a:cxn ang="0">
                <a:pos x="connsiteX50939" y="connsiteY50939"/>
              </a:cxn>
              <a:cxn ang="0">
                <a:pos x="connsiteX50940" y="connsiteY50940"/>
              </a:cxn>
              <a:cxn ang="0">
                <a:pos x="connsiteX50941" y="connsiteY50941"/>
              </a:cxn>
              <a:cxn ang="0">
                <a:pos x="connsiteX50942" y="connsiteY50942"/>
              </a:cxn>
              <a:cxn ang="0">
                <a:pos x="connsiteX50943" y="connsiteY50943"/>
              </a:cxn>
              <a:cxn ang="0">
                <a:pos x="connsiteX50944" y="connsiteY50944"/>
              </a:cxn>
              <a:cxn ang="0">
                <a:pos x="connsiteX50945" y="connsiteY50945"/>
              </a:cxn>
              <a:cxn ang="0">
                <a:pos x="connsiteX50946" y="connsiteY50946"/>
              </a:cxn>
              <a:cxn ang="0">
                <a:pos x="connsiteX50947" y="connsiteY50947"/>
              </a:cxn>
              <a:cxn ang="0">
                <a:pos x="connsiteX50948" y="connsiteY50948"/>
              </a:cxn>
              <a:cxn ang="0">
                <a:pos x="connsiteX50949" y="connsiteY50949"/>
              </a:cxn>
              <a:cxn ang="0">
                <a:pos x="connsiteX50950" y="connsiteY50950"/>
              </a:cxn>
              <a:cxn ang="0">
                <a:pos x="connsiteX50951" y="connsiteY50951"/>
              </a:cxn>
              <a:cxn ang="0">
                <a:pos x="connsiteX50952" y="connsiteY50952"/>
              </a:cxn>
              <a:cxn ang="0">
                <a:pos x="connsiteX50953" y="connsiteY50953"/>
              </a:cxn>
              <a:cxn ang="0">
                <a:pos x="connsiteX50954" y="connsiteY50954"/>
              </a:cxn>
              <a:cxn ang="0">
                <a:pos x="connsiteX50955" y="connsiteY50955"/>
              </a:cxn>
              <a:cxn ang="0">
                <a:pos x="connsiteX50956" y="connsiteY50956"/>
              </a:cxn>
              <a:cxn ang="0">
                <a:pos x="connsiteX50957" y="connsiteY50957"/>
              </a:cxn>
              <a:cxn ang="0">
                <a:pos x="connsiteX50958" y="connsiteY50958"/>
              </a:cxn>
              <a:cxn ang="0">
                <a:pos x="connsiteX50959" y="connsiteY50959"/>
              </a:cxn>
              <a:cxn ang="0">
                <a:pos x="connsiteX50960" y="connsiteY50960"/>
              </a:cxn>
              <a:cxn ang="0">
                <a:pos x="connsiteX50961" y="connsiteY50961"/>
              </a:cxn>
              <a:cxn ang="0">
                <a:pos x="connsiteX50962" y="connsiteY50962"/>
              </a:cxn>
              <a:cxn ang="0">
                <a:pos x="connsiteX50963" y="connsiteY50963"/>
              </a:cxn>
              <a:cxn ang="0">
                <a:pos x="connsiteX50964" y="connsiteY50964"/>
              </a:cxn>
              <a:cxn ang="0">
                <a:pos x="connsiteX50965" y="connsiteY50965"/>
              </a:cxn>
              <a:cxn ang="0">
                <a:pos x="connsiteX50966" y="connsiteY50966"/>
              </a:cxn>
              <a:cxn ang="0">
                <a:pos x="connsiteX50967" y="connsiteY50967"/>
              </a:cxn>
              <a:cxn ang="0">
                <a:pos x="connsiteX50968" y="connsiteY50968"/>
              </a:cxn>
              <a:cxn ang="0">
                <a:pos x="connsiteX50969" y="connsiteY50969"/>
              </a:cxn>
              <a:cxn ang="0">
                <a:pos x="connsiteX50970" y="connsiteY50970"/>
              </a:cxn>
              <a:cxn ang="0">
                <a:pos x="connsiteX50971" y="connsiteY50971"/>
              </a:cxn>
              <a:cxn ang="0">
                <a:pos x="connsiteX50972" y="connsiteY50972"/>
              </a:cxn>
              <a:cxn ang="0">
                <a:pos x="connsiteX50973" y="connsiteY50973"/>
              </a:cxn>
              <a:cxn ang="0">
                <a:pos x="connsiteX50974" y="connsiteY50974"/>
              </a:cxn>
              <a:cxn ang="0">
                <a:pos x="connsiteX50975" y="connsiteY50975"/>
              </a:cxn>
              <a:cxn ang="0">
                <a:pos x="connsiteX50976" y="connsiteY50976"/>
              </a:cxn>
              <a:cxn ang="0">
                <a:pos x="connsiteX50977" y="connsiteY50977"/>
              </a:cxn>
              <a:cxn ang="0">
                <a:pos x="connsiteX50978" y="connsiteY50978"/>
              </a:cxn>
              <a:cxn ang="0">
                <a:pos x="connsiteX50979" y="connsiteY50979"/>
              </a:cxn>
              <a:cxn ang="0">
                <a:pos x="connsiteX50980" y="connsiteY50980"/>
              </a:cxn>
              <a:cxn ang="0">
                <a:pos x="connsiteX50981" y="connsiteY50981"/>
              </a:cxn>
              <a:cxn ang="0">
                <a:pos x="connsiteX50982" y="connsiteY50982"/>
              </a:cxn>
              <a:cxn ang="0">
                <a:pos x="connsiteX50983" y="connsiteY50983"/>
              </a:cxn>
              <a:cxn ang="0">
                <a:pos x="connsiteX50984" y="connsiteY50984"/>
              </a:cxn>
              <a:cxn ang="0">
                <a:pos x="connsiteX50985" y="connsiteY50985"/>
              </a:cxn>
              <a:cxn ang="0">
                <a:pos x="connsiteX50986" y="connsiteY50986"/>
              </a:cxn>
              <a:cxn ang="0">
                <a:pos x="connsiteX50987" y="connsiteY50987"/>
              </a:cxn>
              <a:cxn ang="0">
                <a:pos x="connsiteX50988" y="connsiteY50988"/>
              </a:cxn>
              <a:cxn ang="0">
                <a:pos x="connsiteX50989" y="connsiteY50989"/>
              </a:cxn>
              <a:cxn ang="0">
                <a:pos x="connsiteX50990" y="connsiteY50990"/>
              </a:cxn>
              <a:cxn ang="0">
                <a:pos x="connsiteX50991" y="connsiteY50991"/>
              </a:cxn>
              <a:cxn ang="0">
                <a:pos x="connsiteX50992" y="connsiteY50992"/>
              </a:cxn>
              <a:cxn ang="0">
                <a:pos x="connsiteX50993" y="connsiteY50993"/>
              </a:cxn>
              <a:cxn ang="0">
                <a:pos x="connsiteX50994" y="connsiteY50994"/>
              </a:cxn>
              <a:cxn ang="0">
                <a:pos x="connsiteX50995" y="connsiteY50995"/>
              </a:cxn>
              <a:cxn ang="0">
                <a:pos x="connsiteX50996" y="connsiteY50996"/>
              </a:cxn>
              <a:cxn ang="0">
                <a:pos x="connsiteX50997" y="connsiteY50997"/>
              </a:cxn>
              <a:cxn ang="0">
                <a:pos x="connsiteX50998" y="connsiteY50998"/>
              </a:cxn>
              <a:cxn ang="0">
                <a:pos x="connsiteX50999" y="connsiteY50999"/>
              </a:cxn>
              <a:cxn ang="0">
                <a:pos x="connsiteX51000" y="connsiteY51000"/>
              </a:cxn>
              <a:cxn ang="0">
                <a:pos x="connsiteX51001" y="connsiteY51001"/>
              </a:cxn>
              <a:cxn ang="0">
                <a:pos x="connsiteX51002" y="connsiteY51002"/>
              </a:cxn>
              <a:cxn ang="0">
                <a:pos x="connsiteX51003" y="connsiteY51003"/>
              </a:cxn>
              <a:cxn ang="0">
                <a:pos x="connsiteX51004" y="connsiteY51004"/>
              </a:cxn>
              <a:cxn ang="0">
                <a:pos x="connsiteX51005" y="connsiteY51005"/>
              </a:cxn>
              <a:cxn ang="0">
                <a:pos x="connsiteX51006" y="connsiteY51006"/>
              </a:cxn>
              <a:cxn ang="0">
                <a:pos x="connsiteX51007" y="connsiteY51007"/>
              </a:cxn>
              <a:cxn ang="0">
                <a:pos x="connsiteX51008" y="connsiteY51008"/>
              </a:cxn>
              <a:cxn ang="0">
                <a:pos x="connsiteX51009" y="connsiteY51009"/>
              </a:cxn>
              <a:cxn ang="0">
                <a:pos x="connsiteX51010" y="connsiteY51010"/>
              </a:cxn>
              <a:cxn ang="0">
                <a:pos x="connsiteX51011" y="connsiteY51011"/>
              </a:cxn>
              <a:cxn ang="0">
                <a:pos x="connsiteX51012" y="connsiteY51012"/>
              </a:cxn>
              <a:cxn ang="0">
                <a:pos x="connsiteX51013" y="connsiteY51013"/>
              </a:cxn>
              <a:cxn ang="0">
                <a:pos x="connsiteX51014" y="connsiteY51014"/>
              </a:cxn>
              <a:cxn ang="0">
                <a:pos x="connsiteX51015" y="connsiteY51015"/>
              </a:cxn>
              <a:cxn ang="0">
                <a:pos x="connsiteX51016" y="connsiteY51016"/>
              </a:cxn>
              <a:cxn ang="0">
                <a:pos x="connsiteX51017" y="connsiteY51017"/>
              </a:cxn>
              <a:cxn ang="0">
                <a:pos x="connsiteX51018" y="connsiteY51018"/>
              </a:cxn>
              <a:cxn ang="0">
                <a:pos x="connsiteX51019" y="connsiteY51019"/>
              </a:cxn>
              <a:cxn ang="0">
                <a:pos x="connsiteX51020" y="connsiteY51020"/>
              </a:cxn>
              <a:cxn ang="0">
                <a:pos x="connsiteX51021" y="connsiteY51021"/>
              </a:cxn>
              <a:cxn ang="0">
                <a:pos x="connsiteX51022" y="connsiteY51022"/>
              </a:cxn>
              <a:cxn ang="0">
                <a:pos x="connsiteX51023" y="connsiteY51023"/>
              </a:cxn>
              <a:cxn ang="0">
                <a:pos x="connsiteX51024" y="connsiteY51024"/>
              </a:cxn>
              <a:cxn ang="0">
                <a:pos x="connsiteX51025" y="connsiteY51025"/>
              </a:cxn>
              <a:cxn ang="0">
                <a:pos x="connsiteX51026" y="connsiteY51026"/>
              </a:cxn>
              <a:cxn ang="0">
                <a:pos x="connsiteX51027" y="connsiteY51027"/>
              </a:cxn>
              <a:cxn ang="0">
                <a:pos x="connsiteX51028" y="connsiteY51028"/>
              </a:cxn>
              <a:cxn ang="0">
                <a:pos x="connsiteX51029" y="connsiteY51029"/>
              </a:cxn>
              <a:cxn ang="0">
                <a:pos x="connsiteX51030" y="connsiteY51030"/>
              </a:cxn>
              <a:cxn ang="0">
                <a:pos x="connsiteX51031" y="connsiteY51031"/>
              </a:cxn>
              <a:cxn ang="0">
                <a:pos x="connsiteX51032" y="connsiteY51032"/>
              </a:cxn>
              <a:cxn ang="0">
                <a:pos x="connsiteX51033" y="connsiteY51033"/>
              </a:cxn>
              <a:cxn ang="0">
                <a:pos x="connsiteX51034" y="connsiteY51034"/>
              </a:cxn>
              <a:cxn ang="0">
                <a:pos x="connsiteX51035" y="connsiteY51035"/>
              </a:cxn>
              <a:cxn ang="0">
                <a:pos x="connsiteX51036" y="connsiteY51036"/>
              </a:cxn>
              <a:cxn ang="0">
                <a:pos x="connsiteX51037" y="connsiteY51037"/>
              </a:cxn>
              <a:cxn ang="0">
                <a:pos x="connsiteX51038" y="connsiteY51038"/>
              </a:cxn>
              <a:cxn ang="0">
                <a:pos x="connsiteX51039" y="connsiteY51039"/>
              </a:cxn>
              <a:cxn ang="0">
                <a:pos x="connsiteX51040" y="connsiteY51040"/>
              </a:cxn>
              <a:cxn ang="0">
                <a:pos x="connsiteX51041" y="connsiteY51041"/>
              </a:cxn>
              <a:cxn ang="0">
                <a:pos x="connsiteX51042" y="connsiteY51042"/>
              </a:cxn>
              <a:cxn ang="0">
                <a:pos x="connsiteX51043" y="connsiteY51043"/>
              </a:cxn>
              <a:cxn ang="0">
                <a:pos x="connsiteX51044" y="connsiteY51044"/>
              </a:cxn>
              <a:cxn ang="0">
                <a:pos x="connsiteX51045" y="connsiteY51045"/>
              </a:cxn>
              <a:cxn ang="0">
                <a:pos x="connsiteX51046" y="connsiteY51046"/>
              </a:cxn>
              <a:cxn ang="0">
                <a:pos x="connsiteX51047" y="connsiteY51047"/>
              </a:cxn>
              <a:cxn ang="0">
                <a:pos x="connsiteX51048" y="connsiteY51048"/>
              </a:cxn>
              <a:cxn ang="0">
                <a:pos x="connsiteX51049" y="connsiteY51049"/>
              </a:cxn>
              <a:cxn ang="0">
                <a:pos x="connsiteX51050" y="connsiteY51050"/>
              </a:cxn>
              <a:cxn ang="0">
                <a:pos x="connsiteX51051" y="connsiteY51051"/>
              </a:cxn>
              <a:cxn ang="0">
                <a:pos x="connsiteX51052" y="connsiteY51052"/>
              </a:cxn>
              <a:cxn ang="0">
                <a:pos x="connsiteX51053" y="connsiteY51053"/>
              </a:cxn>
              <a:cxn ang="0">
                <a:pos x="connsiteX51054" y="connsiteY51054"/>
              </a:cxn>
              <a:cxn ang="0">
                <a:pos x="connsiteX51055" y="connsiteY51055"/>
              </a:cxn>
              <a:cxn ang="0">
                <a:pos x="connsiteX51056" y="connsiteY51056"/>
              </a:cxn>
              <a:cxn ang="0">
                <a:pos x="connsiteX51057" y="connsiteY51057"/>
              </a:cxn>
              <a:cxn ang="0">
                <a:pos x="connsiteX51058" y="connsiteY51058"/>
              </a:cxn>
              <a:cxn ang="0">
                <a:pos x="connsiteX51059" y="connsiteY51059"/>
              </a:cxn>
              <a:cxn ang="0">
                <a:pos x="connsiteX51060" y="connsiteY51060"/>
              </a:cxn>
              <a:cxn ang="0">
                <a:pos x="connsiteX51061" y="connsiteY51061"/>
              </a:cxn>
              <a:cxn ang="0">
                <a:pos x="connsiteX51062" y="connsiteY51062"/>
              </a:cxn>
              <a:cxn ang="0">
                <a:pos x="connsiteX51063" y="connsiteY51063"/>
              </a:cxn>
              <a:cxn ang="0">
                <a:pos x="connsiteX51064" y="connsiteY51064"/>
              </a:cxn>
              <a:cxn ang="0">
                <a:pos x="connsiteX51065" y="connsiteY51065"/>
              </a:cxn>
              <a:cxn ang="0">
                <a:pos x="connsiteX51066" y="connsiteY51066"/>
              </a:cxn>
              <a:cxn ang="0">
                <a:pos x="connsiteX51067" y="connsiteY51067"/>
              </a:cxn>
              <a:cxn ang="0">
                <a:pos x="connsiteX51068" y="connsiteY51068"/>
              </a:cxn>
              <a:cxn ang="0">
                <a:pos x="connsiteX51069" y="connsiteY51069"/>
              </a:cxn>
              <a:cxn ang="0">
                <a:pos x="connsiteX51070" y="connsiteY51070"/>
              </a:cxn>
              <a:cxn ang="0">
                <a:pos x="connsiteX51071" y="connsiteY51071"/>
              </a:cxn>
              <a:cxn ang="0">
                <a:pos x="connsiteX51072" y="connsiteY51072"/>
              </a:cxn>
              <a:cxn ang="0">
                <a:pos x="connsiteX51073" y="connsiteY51073"/>
              </a:cxn>
              <a:cxn ang="0">
                <a:pos x="connsiteX51074" y="connsiteY51074"/>
              </a:cxn>
              <a:cxn ang="0">
                <a:pos x="connsiteX51075" y="connsiteY51075"/>
              </a:cxn>
              <a:cxn ang="0">
                <a:pos x="connsiteX51076" y="connsiteY51076"/>
              </a:cxn>
              <a:cxn ang="0">
                <a:pos x="connsiteX51077" y="connsiteY51077"/>
              </a:cxn>
              <a:cxn ang="0">
                <a:pos x="connsiteX51078" y="connsiteY51078"/>
              </a:cxn>
              <a:cxn ang="0">
                <a:pos x="connsiteX51079" y="connsiteY51079"/>
              </a:cxn>
              <a:cxn ang="0">
                <a:pos x="connsiteX51080" y="connsiteY51080"/>
              </a:cxn>
              <a:cxn ang="0">
                <a:pos x="connsiteX51081" y="connsiteY51081"/>
              </a:cxn>
              <a:cxn ang="0">
                <a:pos x="connsiteX51082" y="connsiteY51082"/>
              </a:cxn>
              <a:cxn ang="0">
                <a:pos x="connsiteX51083" y="connsiteY51083"/>
              </a:cxn>
              <a:cxn ang="0">
                <a:pos x="connsiteX51084" y="connsiteY51084"/>
              </a:cxn>
              <a:cxn ang="0">
                <a:pos x="connsiteX51085" y="connsiteY51085"/>
              </a:cxn>
              <a:cxn ang="0">
                <a:pos x="connsiteX51086" y="connsiteY51086"/>
              </a:cxn>
              <a:cxn ang="0">
                <a:pos x="connsiteX51087" y="connsiteY51087"/>
              </a:cxn>
              <a:cxn ang="0">
                <a:pos x="connsiteX51088" y="connsiteY51088"/>
              </a:cxn>
              <a:cxn ang="0">
                <a:pos x="connsiteX51089" y="connsiteY51089"/>
              </a:cxn>
              <a:cxn ang="0">
                <a:pos x="connsiteX51090" y="connsiteY51090"/>
              </a:cxn>
              <a:cxn ang="0">
                <a:pos x="connsiteX51091" y="connsiteY51091"/>
              </a:cxn>
              <a:cxn ang="0">
                <a:pos x="connsiteX51092" y="connsiteY51092"/>
              </a:cxn>
              <a:cxn ang="0">
                <a:pos x="connsiteX51093" y="connsiteY51093"/>
              </a:cxn>
              <a:cxn ang="0">
                <a:pos x="connsiteX51094" y="connsiteY51094"/>
              </a:cxn>
              <a:cxn ang="0">
                <a:pos x="connsiteX51095" y="connsiteY51095"/>
              </a:cxn>
              <a:cxn ang="0">
                <a:pos x="connsiteX51096" y="connsiteY51096"/>
              </a:cxn>
              <a:cxn ang="0">
                <a:pos x="connsiteX51097" y="connsiteY51097"/>
              </a:cxn>
              <a:cxn ang="0">
                <a:pos x="connsiteX51098" y="connsiteY51098"/>
              </a:cxn>
              <a:cxn ang="0">
                <a:pos x="connsiteX51099" y="connsiteY51099"/>
              </a:cxn>
              <a:cxn ang="0">
                <a:pos x="connsiteX51100" y="connsiteY51100"/>
              </a:cxn>
              <a:cxn ang="0">
                <a:pos x="connsiteX51101" y="connsiteY51101"/>
              </a:cxn>
              <a:cxn ang="0">
                <a:pos x="connsiteX51102" y="connsiteY51102"/>
              </a:cxn>
              <a:cxn ang="0">
                <a:pos x="connsiteX51103" y="connsiteY51103"/>
              </a:cxn>
              <a:cxn ang="0">
                <a:pos x="connsiteX51104" y="connsiteY51104"/>
              </a:cxn>
              <a:cxn ang="0">
                <a:pos x="connsiteX51105" y="connsiteY51105"/>
              </a:cxn>
              <a:cxn ang="0">
                <a:pos x="connsiteX51106" y="connsiteY51106"/>
              </a:cxn>
              <a:cxn ang="0">
                <a:pos x="connsiteX51107" y="connsiteY51107"/>
              </a:cxn>
              <a:cxn ang="0">
                <a:pos x="connsiteX51108" y="connsiteY51108"/>
              </a:cxn>
              <a:cxn ang="0">
                <a:pos x="connsiteX51109" y="connsiteY51109"/>
              </a:cxn>
              <a:cxn ang="0">
                <a:pos x="connsiteX51110" y="connsiteY51110"/>
              </a:cxn>
              <a:cxn ang="0">
                <a:pos x="connsiteX51111" y="connsiteY51111"/>
              </a:cxn>
              <a:cxn ang="0">
                <a:pos x="connsiteX51112" y="connsiteY51112"/>
              </a:cxn>
              <a:cxn ang="0">
                <a:pos x="connsiteX51113" y="connsiteY51113"/>
              </a:cxn>
              <a:cxn ang="0">
                <a:pos x="connsiteX51114" y="connsiteY51114"/>
              </a:cxn>
              <a:cxn ang="0">
                <a:pos x="connsiteX51115" y="connsiteY51115"/>
              </a:cxn>
              <a:cxn ang="0">
                <a:pos x="connsiteX51116" y="connsiteY51116"/>
              </a:cxn>
              <a:cxn ang="0">
                <a:pos x="connsiteX51117" y="connsiteY51117"/>
              </a:cxn>
              <a:cxn ang="0">
                <a:pos x="connsiteX51118" y="connsiteY51118"/>
              </a:cxn>
              <a:cxn ang="0">
                <a:pos x="connsiteX51119" y="connsiteY51119"/>
              </a:cxn>
              <a:cxn ang="0">
                <a:pos x="connsiteX51120" y="connsiteY51120"/>
              </a:cxn>
              <a:cxn ang="0">
                <a:pos x="connsiteX51121" y="connsiteY51121"/>
              </a:cxn>
              <a:cxn ang="0">
                <a:pos x="connsiteX51122" y="connsiteY51122"/>
              </a:cxn>
              <a:cxn ang="0">
                <a:pos x="connsiteX51123" y="connsiteY51123"/>
              </a:cxn>
              <a:cxn ang="0">
                <a:pos x="connsiteX51124" y="connsiteY51124"/>
              </a:cxn>
              <a:cxn ang="0">
                <a:pos x="connsiteX51125" y="connsiteY51125"/>
              </a:cxn>
              <a:cxn ang="0">
                <a:pos x="connsiteX51126" y="connsiteY51126"/>
              </a:cxn>
              <a:cxn ang="0">
                <a:pos x="connsiteX51127" y="connsiteY51127"/>
              </a:cxn>
              <a:cxn ang="0">
                <a:pos x="connsiteX51128" y="connsiteY51128"/>
              </a:cxn>
              <a:cxn ang="0">
                <a:pos x="connsiteX51129" y="connsiteY51129"/>
              </a:cxn>
              <a:cxn ang="0">
                <a:pos x="connsiteX51130" y="connsiteY51130"/>
              </a:cxn>
              <a:cxn ang="0">
                <a:pos x="connsiteX51131" y="connsiteY51131"/>
              </a:cxn>
              <a:cxn ang="0">
                <a:pos x="connsiteX51132" y="connsiteY51132"/>
              </a:cxn>
              <a:cxn ang="0">
                <a:pos x="connsiteX51133" y="connsiteY51133"/>
              </a:cxn>
              <a:cxn ang="0">
                <a:pos x="connsiteX51134" y="connsiteY51134"/>
              </a:cxn>
              <a:cxn ang="0">
                <a:pos x="connsiteX51135" y="connsiteY51135"/>
              </a:cxn>
              <a:cxn ang="0">
                <a:pos x="connsiteX51136" y="connsiteY51136"/>
              </a:cxn>
              <a:cxn ang="0">
                <a:pos x="connsiteX51137" y="connsiteY51137"/>
              </a:cxn>
              <a:cxn ang="0">
                <a:pos x="connsiteX51138" y="connsiteY51138"/>
              </a:cxn>
              <a:cxn ang="0">
                <a:pos x="connsiteX51139" y="connsiteY51139"/>
              </a:cxn>
              <a:cxn ang="0">
                <a:pos x="connsiteX51140" y="connsiteY51140"/>
              </a:cxn>
              <a:cxn ang="0">
                <a:pos x="connsiteX51141" y="connsiteY51141"/>
              </a:cxn>
              <a:cxn ang="0">
                <a:pos x="connsiteX51142" y="connsiteY51142"/>
              </a:cxn>
              <a:cxn ang="0">
                <a:pos x="connsiteX51143" y="connsiteY51143"/>
              </a:cxn>
              <a:cxn ang="0">
                <a:pos x="connsiteX51144" y="connsiteY51144"/>
              </a:cxn>
              <a:cxn ang="0">
                <a:pos x="connsiteX51145" y="connsiteY51145"/>
              </a:cxn>
              <a:cxn ang="0">
                <a:pos x="connsiteX51146" y="connsiteY51146"/>
              </a:cxn>
              <a:cxn ang="0">
                <a:pos x="connsiteX51147" y="connsiteY51147"/>
              </a:cxn>
              <a:cxn ang="0">
                <a:pos x="connsiteX51148" y="connsiteY51148"/>
              </a:cxn>
              <a:cxn ang="0">
                <a:pos x="connsiteX51149" y="connsiteY51149"/>
              </a:cxn>
              <a:cxn ang="0">
                <a:pos x="connsiteX51150" y="connsiteY51150"/>
              </a:cxn>
              <a:cxn ang="0">
                <a:pos x="connsiteX51151" y="connsiteY51151"/>
              </a:cxn>
              <a:cxn ang="0">
                <a:pos x="connsiteX51152" y="connsiteY51152"/>
              </a:cxn>
              <a:cxn ang="0">
                <a:pos x="connsiteX51153" y="connsiteY51153"/>
              </a:cxn>
              <a:cxn ang="0">
                <a:pos x="connsiteX51154" y="connsiteY51154"/>
              </a:cxn>
              <a:cxn ang="0">
                <a:pos x="connsiteX51155" y="connsiteY51155"/>
              </a:cxn>
              <a:cxn ang="0">
                <a:pos x="connsiteX51156" y="connsiteY51156"/>
              </a:cxn>
              <a:cxn ang="0">
                <a:pos x="connsiteX51157" y="connsiteY51157"/>
              </a:cxn>
              <a:cxn ang="0">
                <a:pos x="connsiteX51158" y="connsiteY51158"/>
              </a:cxn>
              <a:cxn ang="0">
                <a:pos x="connsiteX51159" y="connsiteY51159"/>
              </a:cxn>
              <a:cxn ang="0">
                <a:pos x="connsiteX51160" y="connsiteY51160"/>
              </a:cxn>
              <a:cxn ang="0">
                <a:pos x="connsiteX51161" y="connsiteY51161"/>
              </a:cxn>
              <a:cxn ang="0">
                <a:pos x="connsiteX51162" y="connsiteY51162"/>
              </a:cxn>
              <a:cxn ang="0">
                <a:pos x="connsiteX51163" y="connsiteY51163"/>
              </a:cxn>
              <a:cxn ang="0">
                <a:pos x="connsiteX51164" y="connsiteY51164"/>
              </a:cxn>
              <a:cxn ang="0">
                <a:pos x="connsiteX51165" y="connsiteY51165"/>
              </a:cxn>
              <a:cxn ang="0">
                <a:pos x="connsiteX51166" y="connsiteY51166"/>
              </a:cxn>
              <a:cxn ang="0">
                <a:pos x="connsiteX51167" y="connsiteY51167"/>
              </a:cxn>
              <a:cxn ang="0">
                <a:pos x="connsiteX51168" y="connsiteY51168"/>
              </a:cxn>
              <a:cxn ang="0">
                <a:pos x="connsiteX51169" y="connsiteY51169"/>
              </a:cxn>
              <a:cxn ang="0">
                <a:pos x="connsiteX51170" y="connsiteY51170"/>
              </a:cxn>
              <a:cxn ang="0">
                <a:pos x="connsiteX51171" y="connsiteY51171"/>
              </a:cxn>
              <a:cxn ang="0">
                <a:pos x="connsiteX51172" y="connsiteY51172"/>
              </a:cxn>
              <a:cxn ang="0">
                <a:pos x="connsiteX51173" y="connsiteY51173"/>
              </a:cxn>
              <a:cxn ang="0">
                <a:pos x="connsiteX51174" y="connsiteY51174"/>
              </a:cxn>
              <a:cxn ang="0">
                <a:pos x="connsiteX51175" y="connsiteY51175"/>
              </a:cxn>
              <a:cxn ang="0">
                <a:pos x="connsiteX51176" y="connsiteY51176"/>
              </a:cxn>
              <a:cxn ang="0">
                <a:pos x="connsiteX51177" y="connsiteY51177"/>
              </a:cxn>
              <a:cxn ang="0">
                <a:pos x="connsiteX51178" y="connsiteY51178"/>
              </a:cxn>
              <a:cxn ang="0">
                <a:pos x="connsiteX51179" y="connsiteY51179"/>
              </a:cxn>
              <a:cxn ang="0">
                <a:pos x="connsiteX51180" y="connsiteY51180"/>
              </a:cxn>
              <a:cxn ang="0">
                <a:pos x="connsiteX51181" y="connsiteY51181"/>
              </a:cxn>
              <a:cxn ang="0">
                <a:pos x="connsiteX51182" y="connsiteY51182"/>
              </a:cxn>
              <a:cxn ang="0">
                <a:pos x="connsiteX51183" y="connsiteY51183"/>
              </a:cxn>
              <a:cxn ang="0">
                <a:pos x="connsiteX51184" y="connsiteY51184"/>
              </a:cxn>
              <a:cxn ang="0">
                <a:pos x="connsiteX51185" y="connsiteY51185"/>
              </a:cxn>
              <a:cxn ang="0">
                <a:pos x="connsiteX51186" y="connsiteY51186"/>
              </a:cxn>
              <a:cxn ang="0">
                <a:pos x="connsiteX51187" y="connsiteY51187"/>
              </a:cxn>
              <a:cxn ang="0">
                <a:pos x="connsiteX51188" y="connsiteY51188"/>
              </a:cxn>
              <a:cxn ang="0">
                <a:pos x="connsiteX51189" y="connsiteY51189"/>
              </a:cxn>
              <a:cxn ang="0">
                <a:pos x="connsiteX51190" y="connsiteY51190"/>
              </a:cxn>
              <a:cxn ang="0">
                <a:pos x="connsiteX51191" y="connsiteY51191"/>
              </a:cxn>
              <a:cxn ang="0">
                <a:pos x="connsiteX51192" y="connsiteY51192"/>
              </a:cxn>
              <a:cxn ang="0">
                <a:pos x="connsiteX51193" y="connsiteY51193"/>
              </a:cxn>
              <a:cxn ang="0">
                <a:pos x="connsiteX51194" y="connsiteY51194"/>
              </a:cxn>
              <a:cxn ang="0">
                <a:pos x="connsiteX51195" y="connsiteY51195"/>
              </a:cxn>
              <a:cxn ang="0">
                <a:pos x="connsiteX51196" y="connsiteY51196"/>
              </a:cxn>
              <a:cxn ang="0">
                <a:pos x="connsiteX51197" y="connsiteY51197"/>
              </a:cxn>
              <a:cxn ang="0">
                <a:pos x="connsiteX51198" y="connsiteY51198"/>
              </a:cxn>
              <a:cxn ang="0">
                <a:pos x="connsiteX51199" y="connsiteY51199"/>
              </a:cxn>
              <a:cxn ang="0">
                <a:pos x="connsiteX51200" y="connsiteY51200"/>
              </a:cxn>
              <a:cxn ang="0">
                <a:pos x="connsiteX51201" y="connsiteY51201"/>
              </a:cxn>
              <a:cxn ang="0">
                <a:pos x="connsiteX51202" y="connsiteY51202"/>
              </a:cxn>
              <a:cxn ang="0">
                <a:pos x="connsiteX51203" y="connsiteY51203"/>
              </a:cxn>
              <a:cxn ang="0">
                <a:pos x="connsiteX51204" y="connsiteY51204"/>
              </a:cxn>
              <a:cxn ang="0">
                <a:pos x="connsiteX51205" y="connsiteY51205"/>
              </a:cxn>
              <a:cxn ang="0">
                <a:pos x="connsiteX51206" y="connsiteY51206"/>
              </a:cxn>
              <a:cxn ang="0">
                <a:pos x="connsiteX51207" y="connsiteY51207"/>
              </a:cxn>
              <a:cxn ang="0">
                <a:pos x="connsiteX51208" y="connsiteY51208"/>
              </a:cxn>
              <a:cxn ang="0">
                <a:pos x="connsiteX51209" y="connsiteY51209"/>
              </a:cxn>
              <a:cxn ang="0">
                <a:pos x="connsiteX51210" y="connsiteY51210"/>
              </a:cxn>
              <a:cxn ang="0">
                <a:pos x="connsiteX51211" y="connsiteY51211"/>
              </a:cxn>
              <a:cxn ang="0">
                <a:pos x="connsiteX51212" y="connsiteY51212"/>
              </a:cxn>
              <a:cxn ang="0">
                <a:pos x="connsiteX51213" y="connsiteY51213"/>
              </a:cxn>
              <a:cxn ang="0">
                <a:pos x="connsiteX51214" y="connsiteY51214"/>
              </a:cxn>
              <a:cxn ang="0">
                <a:pos x="connsiteX51215" y="connsiteY51215"/>
              </a:cxn>
              <a:cxn ang="0">
                <a:pos x="connsiteX51216" y="connsiteY51216"/>
              </a:cxn>
              <a:cxn ang="0">
                <a:pos x="connsiteX51217" y="connsiteY51217"/>
              </a:cxn>
              <a:cxn ang="0">
                <a:pos x="connsiteX51218" y="connsiteY51218"/>
              </a:cxn>
              <a:cxn ang="0">
                <a:pos x="connsiteX51219" y="connsiteY51219"/>
              </a:cxn>
              <a:cxn ang="0">
                <a:pos x="connsiteX51220" y="connsiteY51220"/>
              </a:cxn>
              <a:cxn ang="0">
                <a:pos x="connsiteX51221" y="connsiteY51221"/>
              </a:cxn>
              <a:cxn ang="0">
                <a:pos x="connsiteX51222" y="connsiteY51222"/>
              </a:cxn>
              <a:cxn ang="0">
                <a:pos x="connsiteX51223" y="connsiteY51223"/>
              </a:cxn>
              <a:cxn ang="0">
                <a:pos x="connsiteX51224" y="connsiteY51224"/>
              </a:cxn>
              <a:cxn ang="0">
                <a:pos x="connsiteX51225" y="connsiteY51225"/>
              </a:cxn>
              <a:cxn ang="0">
                <a:pos x="connsiteX51226" y="connsiteY51226"/>
              </a:cxn>
              <a:cxn ang="0">
                <a:pos x="connsiteX51227" y="connsiteY51227"/>
              </a:cxn>
              <a:cxn ang="0">
                <a:pos x="connsiteX51228" y="connsiteY51228"/>
              </a:cxn>
              <a:cxn ang="0">
                <a:pos x="connsiteX51229" y="connsiteY51229"/>
              </a:cxn>
              <a:cxn ang="0">
                <a:pos x="connsiteX51230" y="connsiteY51230"/>
              </a:cxn>
              <a:cxn ang="0">
                <a:pos x="connsiteX51231" y="connsiteY51231"/>
              </a:cxn>
              <a:cxn ang="0">
                <a:pos x="connsiteX51232" y="connsiteY51232"/>
              </a:cxn>
              <a:cxn ang="0">
                <a:pos x="connsiteX51233" y="connsiteY51233"/>
              </a:cxn>
              <a:cxn ang="0">
                <a:pos x="connsiteX51234" y="connsiteY51234"/>
              </a:cxn>
              <a:cxn ang="0">
                <a:pos x="connsiteX51235" y="connsiteY51235"/>
              </a:cxn>
              <a:cxn ang="0">
                <a:pos x="connsiteX51236" y="connsiteY51236"/>
              </a:cxn>
              <a:cxn ang="0">
                <a:pos x="connsiteX51237" y="connsiteY51237"/>
              </a:cxn>
              <a:cxn ang="0">
                <a:pos x="connsiteX51238" y="connsiteY51238"/>
              </a:cxn>
              <a:cxn ang="0">
                <a:pos x="connsiteX51239" y="connsiteY51239"/>
              </a:cxn>
              <a:cxn ang="0">
                <a:pos x="connsiteX51240" y="connsiteY51240"/>
              </a:cxn>
              <a:cxn ang="0">
                <a:pos x="connsiteX51241" y="connsiteY51241"/>
              </a:cxn>
              <a:cxn ang="0">
                <a:pos x="connsiteX51242" y="connsiteY51242"/>
              </a:cxn>
              <a:cxn ang="0">
                <a:pos x="connsiteX51243" y="connsiteY51243"/>
              </a:cxn>
              <a:cxn ang="0">
                <a:pos x="connsiteX51244" y="connsiteY51244"/>
              </a:cxn>
              <a:cxn ang="0">
                <a:pos x="connsiteX51245" y="connsiteY51245"/>
              </a:cxn>
              <a:cxn ang="0">
                <a:pos x="connsiteX51246" y="connsiteY51246"/>
              </a:cxn>
              <a:cxn ang="0">
                <a:pos x="connsiteX51247" y="connsiteY51247"/>
              </a:cxn>
              <a:cxn ang="0">
                <a:pos x="connsiteX51248" y="connsiteY51248"/>
              </a:cxn>
              <a:cxn ang="0">
                <a:pos x="connsiteX51249" y="connsiteY51249"/>
              </a:cxn>
              <a:cxn ang="0">
                <a:pos x="connsiteX51250" y="connsiteY51250"/>
              </a:cxn>
              <a:cxn ang="0">
                <a:pos x="connsiteX51251" y="connsiteY51251"/>
              </a:cxn>
              <a:cxn ang="0">
                <a:pos x="connsiteX51252" y="connsiteY51252"/>
              </a:cxn>
              <a:cxn ang="0">
                <a:pos x="connsiteX51253" y="connsiteY51253"/>
              </a:cxn>
              <a:cxn ang="0">
                <a:pos x="connsiteX51254" y="connsiteY51254"/>
              </a:cxn>
              <a:cxn ang="0">
                <a:pos x="connsiteX51255" y="connsiteY51255"/>
              </a:cxn>
              <a:cxn ang="0">
                <a:pos x="connsiteX51256" y="connsiteY51256"/>
              </a:cxn>
              <a:cxn ang="0">
                <a:pos x="connsiteX51257" y="connsiteY51257"/>
              </a:cxn>
              <a:cxn ang="0">
                <a:pos x="connsiteX51258" y="connsiteY51258"/>
              </a:cxn>
              <a:cxn ang="0">
                <a:pos x="connsiteX51259" y="connsiteY51259"/>
              </a:cxn>
              <a:cxn ang="0">
                <a:pos x="connsiteX51260" y="connsiteY51260"/>
              </a:cxn>
              <a:cxn ang="0">
                <a:pos x="connsiteX51261" y="connsiteY51261"/>
              </a:cxn>
              <a:cxn ang="0">
                <a:pos x="connsiteX51262" y="connsiteY51262"/>
              </a:cxn>
              <a:cxn ang="0">
                <a:pos x="connsiteX51263" y="connsiteY51263"/>
              </a:cxn>
              <a:cxn ang="0">
                <a:pos x="connsiteX51264" y="connsiteY51264"/>
              </a:cxn>
              <a:cxn ang="0">
                <a:pos x="connsiteX51265" y="connsiteY51265"/>
              </a:cxn>
              <a:cxn ang="0">
                <a:pos x="connsiteX51266" y="connsiteY51266"/>
              </a:cxn>
              <a:cxn ang="0">
                <a:pos x="connsiteX51267" y="connsiteY51267"/>
              </a:cxn>
              <a:cxn ang="0">
                <a:pos x="connsiteX51268" y="connsiteY51268"/>
              </a:cxn>
              <a:cxn ang="0">
                <a:pos x="connsiteX51269" y="connsiteY51269"/>
              </a:cxn>
              <a:cxn ang="0">
                <a:pos x="connsiteX51270" y="connsiteY51270"/>
              </a:cxn>
              <a:cxn ang="0">
                <a:pos x="connsiteX51271" y="connsiteY51271"/>
              </a:cxn>
              <a:cxn ang="0">
                <a:pos x="connsiteX51272" y="connsiteY51272"/>
              </a:cxn>
              <a:cxn ang="0">
                <a:pos x="connsiteX51273" y="connsiteY51273"/>
              </a:cxn>
              <a:cxn ang="0">
                <a:pos x="connsiteX51274" y="connsiteY51274"/>
              </a:cxn>
              <a:cxn ang="0">
                <a:pos x="connsiteX51275" y="connsiteY51275"/>
              </a:cxn>
              <a:cxn ang="0">
                <a:pos x="connsiteX51276" y="connsiteY51276"/>
              </a:cxn>
              <a:cxn ang="0">
                <a:pos x="connsiteX51277" y="connsiteY51277"/>
              </a:cxn>
              <a:cxn ang="0">
                <a:pos x="connsiteX51278" y="connsiteY51278"/>
              </a:cxn>
              <a:cxn ang="0">
                <a:pos x="connsiteX51279" y="connsiteY51279"/>
              </a:cxn>
              <a:cxn ang="0">
                <a:pos x="connsiteX51280" y="connsiteY51280"/>
              </a:cxn>
              <a:cxn ang="0">
                <a:pos x="connsiteX51281" y="connsiteY51281"/>
              </a:cxn>
              <a:cxn ang="0">
                <a:pos x="connsiteX51282" y="connsiteY51282"/>
              </a:cxn>
              <a:cxn ang="0">
                <a:pos x="connsiteX51283" y="connsiteY51283"/>
              </a:cxn>
              <a:cxn ang="0">
                <a:pos x="connsiteX51284" y="connsiteY51284"/>
              </a:cxn>
              <a:cxn ang="0">
                <a:pos x="connsiteX51285" y="connsiteY51285"/>
              </a:cxn>
              <a:cxn ang="0">
                <a:pos x="connsiteX51286" y="connsiteY51286"/>
              </a:cxn>
              <a:cxn ang="0">
                <a:pos x="connsiteX51287" y="connsiteY51287"/>
              </a:cxn>
              <a:cxn ang="0">
                <a:pos x="connsiteX51288" y="connsiteY51288"/>
              </a:cxn>
              <a:cxn ang="0">
                <a:pos x="connsiteX51289" y="connsiteY51289"/>
              </a:cxn>
              <a:cxn ang="0">
                <a:pos x="connsiteX51290" y="connsiteY51290"/>
              </a:cxn>
              <a:cxn ang="0">
                <a:pos x="connsiteX51291" y="connsiteY51291"/>
              </a:cxn>
              <a:cxn ang="0">
                <a:pos x="connsiteX51292" y="connsiteY51292"/>
              </a:cxn>
              <a:cxn ang="0">
                <a:pos x="connsiteX51293" y="connsiteY51293"/>
              </a:cxn>
              <a:cxn ang="0">
                <a:pos x="connsiteX51294" y="connsiteY51294"/>
              </a:cxn>
              <a:cxn ang="0">
                <a:pos x="connsiteX51295" y="connsiteY51295"/>
              </a:cxn>
              <a:cxn ang="0">
                <a:pos x="connsiteX51296" y="connsiteY51296"/>
              </a:cxn>
              <a:cxn ang="0">
                <a:pos x="connsiteX51297" y="connsiteY51297"/>
              </a:cxn>
              <a:cxn ang="0">
                <a:pos x="connsiteX51298" y="connsiteY51298"/>
              </a:cxn>
              <a:cxn ang="0">
                <a:pos x="connsiteX51299" y="connsiteY51299"/>
              </a:cxn>
              <a:cxn ang="0">
                <a:pos x="connsiteX51300" y="connsiteY51300"/>
              </a:cxn>
              <a:cxn ang="0">
                <a:pos x="connsiteX51301" y="connsiteY51301"/>
              </a:cxn>
              <a:cxn ang="0">
                <a:pos x="connsiteX51302" y="connsiteY51302"/>
              </a:cxn>
              <a:cxn ang="0">
                <a:pos x="connsiteX51303" y="connsiteY51303"/>
              </a:cxn>
              <a:cxn ang="0">
                <a:pos x="connsiteX51304" y="connsiteY51304"/>
              </a:cxn>
              <a:cxn ang="0">
                <a:pos x="connsiteX51305" y="connsiteY51305"/>
              </a:cxn>
              <a:cxn ang="0">
                <a:pos x="connsiteX51306" y="connsiteY51306"/>
              </a:cxn>
              <a:cxn ang="0">
                <a:pos x="connsiteX51307" y="connsiteY51307"/>
              </a:cxn>
              <a:cxn ang="0">
                <a:pos x="connsiteX51308" y="connsiteY51308"/>
              </a:cxn>
              <a:cxn ang="0">
                <a:pos x="connsiteX51309" y="connsiteY51309"/>
              </a:cxn>
              <a:cxn ang="0">
                <a:pos x="connsiteX51310" y="connsiteY51310"/>
              </a:cxn>
              <a:cxn ang="0">
                <a:pos x="connsiteX51311" y="connsiteY51311"/>
              </a:cxn>
              <a:cxn ang="0">
                <a:pos x="connsiteX51312" y="connsiteY51312"/>
              </a:cxn>
              <a:cxn ang="0">
                <a:pos x="connsiteX51313" y="connsiteY51313"/>
              </a:cxn>
              <a:cxn ang="0">
                <a:pos x="connsiteX51314" y="connsiteY51314"/>
              </a:cxn>
              <a:cxn ang="0">
                <a:pos x="connsiteX51315" y="connsiteY51315"/>
              </a:cxn>
              <a:cxn ang="0">
                <a:pos x="connsiteX51316" y="connsiteY51316"/>
              </a:cxn>
              <a:cxn ang="0">
                <a:pos x="connsiteX51317" y="connsiteY51317"/>
              </a:cxn>
              <a:cxn ang="0">
                <a:pos x="connsiteX51318" y="connsiteY51318"/>
              </a:cxn>
              <a:cxn ang="0">
                <a:pos x="connsiteX51319" y="connsiteY51319"/>
              </a:cxn>
              <a:cxn ang="0">
                <a:pos x="connsiteX51320" y="connsiteY51320"/>
              </a:cxn>
              <a:cxn ang="0">
                <a:pos x="connsiteX51321" y="connsiteY51321"/>
              </a:cxn>
              <a:cxn ang="0">
                <a:pos x="connsiteX51322" y="connsiteY51322"/>
              </a:cxn>
              <a:cxn ang="0">
                <a:pos x="connsiteX51323" y="connsiteY51323"/>
              </a:cxn>
              <a:cxn ang="0">
                <a:pos x="connsiteX51324" y="connsiteY51324"/>
              </a:cxn>
              <a:cxn ang="0">
                <a:pos x="connsiteX51325" y="connsiteY51325"/>
              </a:cxn>
              <a:cxn ang="0">
                <a:pos x="connsiteX51326" y="connsiteY51326"/>
              </a:cxn>
              <a:cxn ang="0">
                <a:pos x="connsiteX51327" y="connsiteY51327"/>
              </a:cxn>
              <a:cxn ang="0">
                <a:pos x="connsiteX51328" y="connsiteY51328"/>
              </a:cxn>
              <a:cxn ang="0">
                <a:pos x="connsiteX51329" y="connsiteY51329"/>
              </a:cxn>
              <a:cxn ang="0">
                <a:pos x="connsiteX51330" y="connsiteY51330"/>
              </a:cxn>
              <a:cxn ang="0">
                <a:pos x="connsiteX51331" y="connsiteY51331"/>
              </a:cxn>
              <a:cxn ang="0">
                <a:pos x="connsiteX51332" y="connsiteY51332"/>
              </a:cxn>
              <a:cxn ang="0">
                <a:pos x="connsiteX51333" y="connsiteY51333"/>
              </a:cxn>
              <a:cxn ang="0">
                <a:pos x="connsiteX51334" y="connsiteY51334"/>
              </a:cxn>
              <a:cxn ang="0">
                <a:pos x="connsiteX51335" y="connsiteY51335"/>
              </a:cxn>
              <a:cxn ang="0">
                <a:pos x="connsiteX51336" y="connsiteY51336"/>
              </a:cxn>
              <a:cxn ang="0">
                <a:pos x="connsiteX51337" y="connsiteY51337"/>
              </a:cxn>
              <a:cxn ang="0">
                <a:pos x="connsiteX51338" y="connsiteY51338"/>
              </a:cxn>
              <a:cxn ang="0">
                <a:pos x="connsiteX51339" y="connsiteY51339"/>
              </a:cxn>
              <a:cxn ang="0">
                <a:pos x="connsiteX51340" y="connsiteY51340"/>
              </a:cxn>
              <a:cxn ang="0">
                <a:pos x="connsiteX51341" y="connsiteY51341"/>
              </a:cxn>
              <a:cxn ang="0">
                <a:pos x="connsiteX51342" y="connsiteY51342"/>
              </a:cxn>
              <a:cxn ang="0">
                <a:pos x="connsiteX51343" y="connsiteY51343"/>
              </a:cxn>
              <a:cxn ang="0">
                <a:pos x="connsiteX51344" y="connsiteY51344"/>
              </a:cxn>
              <a:cxn ang="0">
                <a:pos x="connsiteX51345" y="connsiteY51345"/>
              </a:cxn>
              <a:cxn ang="0">
                <a:pos x="connsiteX51346" y="connsiteY51346"/>
              </a:cxn>
              <a:cxn ang="0">
                <a:pos x="connsiteX51347" y="connsiteY51347"/>
              </a:cxn>
              <a:cxn ang="0">
                <a:pos x="connsiteX51348" y="connsiteY51348"/>
              </a:cxn>
              <a:cxn ang="0">
                <a:pos x="connsiteX51349" y="connsiteY51349"/>
              </a:cxn>
              <a:cxn ang="0">
                <a:pos x="connsiteX51350" y="connsiteY51350"/>
              </a:cxn>
              <a:cxn ang="0">
                <a:pos x="connsiteX51351" y="connsiteY51351"/>
              </a:cxn>
              <a:cxn ang="0">
                <a:pos x="connsiteX51352" y="connsiteY51352"/>
              </a:cxn>
              <a:cxn ang="0">
                <a:pos x="connsiteX51353" y="connsiteY51353"/>
              </a:cxn>
              <a:cxn ang="0">
                <a:pos x="connsiteX51354" y="connsiteY51354"/>
              </a:cxn>
              <a:cxn ang="0">
                <a:pos x="connsiteX51355" y="connsiteY51355"/>
              </a:cxn>
              <a:cxn ang="0">
                <a:pos x="connsiteX51356" y="connsiteY51356"/>
              </a:cxn>
              <a:cxn ang="0">
                <a:pos x="connsiteX51357" y="connsiteY51357"/>
              </a:cxn>
              <a:cxn ang="0">
                <a:pos x="connsiteX51358" y="connsiteY51358"/>
              </a:cxn>
              <a:cxn ang="0">
                <a:pos x="connsiteX51359" y="connsiteY51359"/>
              </a:cxn>
              <a:cxn ang="0">
                <a:pos x="connsiteX51360" y="connsiteY51360"/>
              </a:cxn>
              <a:cxn ang="0">
                <a:pos x="connsiteX51361" y="connsiteY51361"/>
              </a:cxn>
              <a:cxn ang="0">
                <a:pos x="connsiteX51362" y="connsiteY51362"/>
              </a:cxn>
              <a:cxn ang="0">
                <a:pos x="connsiteX51363" y="connsiteY51363"/>
              </a:cxn>
              <a:cxn ang="0">
                <a:pos x="connsiteX51364" y="connsiteY51364"/>
              </a:cxn>
              <a:cxn ang="0">
                <a:pos x="connsiteX51365" y="connsiteY51365"/>
              </a:cxn>
              <a:cxn ang="0">
                <a:pos x="connsiteX51366" y="connsiteY51366"/>
              </a:cxn>
              <a:cxn ang="0">
                <a:pos x="connsiteX51367" y="connsiteY51367"/>
              </a:cxn>
              <a:cxn ang="0">
                <a:pos x="connsiteX51368" y="connsiteY51368"/>
              </a:cxn>
              <a:cxn ang="0">
                <a:pos x="connsiteX51369" y="connsiteY51369"/>
              </a:cxn>
              <a:cxn ang="0">
                <a:pos x="connsiteX51370" y="connsiteY51370"/>
              </a:cxn>
              <a:cxn ang="0">
                <a:pos x="connsiteX51371" y="connsiteY51371"/>
              </a:cxn>
              <a:cxn ang="0">
                <a:pos x="connsiteX51372" y="connsiteY51372"/>
              </a:cxn>
              <a:cxn ang="0">
                <a:pos x="connsiteX51373" y="connsiteY51373"/>
              </a:cxn>
              <a:cxn ang="0">
                <a:pos x="connsiteX51374" y="connsiteY51374"/>
              </a:cxn>
              <a:cxn ang="0">
                <a:pos x="connsiteX51375" y="connsiteY51375"/>
              </a:cxn>
              <a:cxn ang="0">
                <a:pos x="connsiteX51376" y="connsiteY51376"/>
              </a:cxn>
              <a:cxn ang="0">
                <a:pos x="connsiteX51377" y="connsiteY51377"/>
              </a:cxn>
              <a:cxn ang="0">
                <a:pos x="connsiteX51378" y="connsiteY51378"/>
              </a:cxn>
              <a:cxn ang="0">
                <a:pos x="connsiteX51379" y="connsiteY51379"/>
              </a:cxn>
              <a:cxn ang="0">
                <a:pos x="connsiteX51380" y="connsiteY51380"/>
              </a:cxn>
              <a:cxn ang="0">
                <a:pos x="connsiteX51381" y="connsiteY51381"/>
              </a:cxn>
              <a:cxn ang="0">
                <a:pos x="connsiteX51382" y="connsiteY51382"/>
              </a:cxn>
              <a:cxn ang="0">
                <a:pos x="connsiteX51383" y="connsiteY51383"/>
              </a:cxn>
              <a:cxn ang="0">
                <a:pos x="connsiteX51384" y="connsiteY51384"/>
              </a:cxn>
              <a:cxn ang="0">
                <a:pos x="connsiteX51385" y="connsiteY51385"/>
              </a:cxn>
              <a:cxn ang="0">
                <a:pos x="connsiteX51386" y="connsiteY51386"/>
              </a:cxn>
              <a:cxn ang="0">
                <a:pos x="connsiteX51387" y="connsiteY51387"/>
              </a:cxn>
              <a:cxn ang="0">
                <a:pos x="connsiteX51388" y="connsiteY51388"/>
              </a:cxn>
              <a:cxn ang="0">
                <a:pos x="connsiteX51389" y="connsiteY51389"/>
              </a:cxn>
              <a:cxn ang="0">
                <a:pos x="connsiteX51390" y="connsiteY51390"/>
              </a:cxn>
              <a:cxn ang="0">
                <a:pos x="connsiteX51391" y="connsiteY51391"/>
              </a:cxn>
              <a:cxn ang="0">
                <a:pos x="connsiteX51392" y="connsiteY51392"/>
              </a:cxn>
              <a:cxn ang="0">
                <a:pos x="connsiteX51393" y="connsiteY51393"/>
              </a:cxn>
              <a:cxn ang="0">
                <a:pos x="connsiteX51394" y="connsiteY51394"/>
              </a:cxn>
              <a:cxn ang="0">
                <a:pos x="connsiteX51395" y="connsiteY51395"/>
              </a:cxn>
              <a:cxn ang="0">
                <a:pos x="connsiteX51396" y="connsiteY51396"/>
              </a:cxn>
              <a:cxn ang="0">
                <a:pos x="connsiteX51397" y="connsiteY51397"/>
              </a:cxn>
              <a:cxn ang="0">
                <a:pos x="connsiteX51398" y="connsiteY51398"/>
              </a:cxn>
              <a:cxn ang="0">
                <a:pos x="connsiteX51399" y="connsiteY51399"/>
              </a:cxn>
              <a:cxn ang="0">
                <a:pos x="connsiteX51400" y="connsiteY51400"/>
              </a:cxn>
              <a:cxn ang="0">
                <a:pos x="connsiteX51401" y="connsiteY51401"/>
              </a:cxn>
              <a:cxn ang="0">
                <a:pos x="connsiteX51402" y="connsiteY51402"/>
              </a:cxn>
              <a:cxn ang="0">
                <a:pos x="connsiteX51403" y="connsiteY51403"/>
              </a:cxn>
              <a:cxn ang="0">
                <a:pos x="connsiteX51404" y="connsiteY51404"/>
              </a:cxn>
              <a:cxn ang="0">
                <a:pos x="connsiteX51405" y="connsiteY51405"/>
              </a:cxn>
              <a:cxn ang="0">
                <a:pos x="connsiteX51406" y="connsiteY51406"/>
              </a:cxn>
              <a:cxn ang="0">
                <a:pos x="connsiteX51407" y="connsiteY51407"/>
              </a:cxn>
              <a:cxn ang="0">
                <a:pos x="connsiteX51408" y="connsiteY51408"/>
              </a:cxn>
              <a:cxn ang="0">
                <a:pos x="connsiteX51409" y="connsiteY51409"/>
              </a:cxn>
              <a:cxn ang="0">
                <a:pos x="connsiteX51410" y="connsiteY51410"/>
              </a:cxn>
              <a:cxn ang="0">
                <a:pos x="connsiteX51411" y="connsiteY51411"/>
              </a:cxn>
              <a:cxn ang="0">
                <a:pos x="connsiteX51412" y="connsiteY51412"/>
              </a:cxn>
              <a:cxn ang="0">
                <a:pos x="connsiteX51413" y="connsiteY51413"/>
              </a:cxn>
              <a:cxn ang="0">
                <a:pos x="connsiteX51414" y="connsiteY51414"/>
              </a:cxn>
              <a:cxn ang="0">
                <a:pos x="connsiteX51415" y="connsiteY51415"/>
              </a:cxn>
              <a:cxn ang="0">
                <a:pos x="connsiteX51416" y="connsiteY51416"/>
              </a:cxn>
              <a:cxn ang="0">
                <a:pos x="connsiteX51417" y="connsiteY51417"/>
              </a:cxn>
              <a:cxn ang="0">
                <a:pos x="connsiteX51418" y="connsiteY51418"/>
              </a:cxn>
              <a:cxn ang="0">
                <a:pos x="connsiteX51419" y="connsiteY51419"/>
              </a:cxn>
              <a:cxn ang="0">
                <a:pos x="connsiteX51420" y="connsiteY51420"/>
              </a:cxn>
              <a:cxn ang="0">
                <a:pos x="connsiteX51421" y="connsiteY51421"/>
              </a:cxn>
              <a:cxn ang="0">
                <a:pos x="connsiteX51422" y="connsiteY51422"/>
              </a:cxn>
              <a:cxn ang="0">
                <a:pos x="connsiteX51423" y="connsiteY51423"/>
              </a:cxn>
              <a:cxn ang="0">
                <a:pos x="connsiteX51424" y="connsiteY51424"/>
              </a:cxn>
              <a:cxn ang="0">
                <a:pos x="connsiteX51425" y="connsiteY51425"/>
              </a:cxn>
              <a:cxn ang="0">
                <a:pos x="connsiteX51426" y="connsiteY51426"/>
              </a:cxn>
              <a:cxn ang="0">
                <a:pos x="connsiteX51427" y="connsiteY51427"/>
              </a:cxn>
              <a:cxn ang="0">
                <a:pos x="connsiteX51428" y="connsiteY51428"/>
              </a:cxn>
              <a:cxn ang="0">
                <a:pos x="connsiteX51429" y="connsiteY51429"/>
              </a:cxn>
              <a:cxn ang="0">
                <a:pos x="connsiteX51430" y="connsiteY51430"/>
              </a:cxn>
              <a:cxn ang="0">
                <a:pos x="connsiteX51431" y="connsiteY51431"/>
              </a:cxn>
              <a:cxn ang="0">
                <a:pos x="connsiteX51432" y="connsiteY51432"/>
              </a:cxn>
              <a:cxn ang="0">
                <a:pos x="connsiteX51433" y="connsiteY51433"/>
              </a:cxn>
              <a:cxn ang="0">
                <a:pos x="connsiteX51434" y="connsiteY51434"/>
              </a:cxn>
              <a:cxn ang="0">
                <a:pos x="connsiteX51435" y="connsiteY51435"/>
              </a:cxn>
              <a:cxn ang="0">
                <a:pos x="connsiteX51436" y="connsiteY51436"/>
              </a:cxn>
              <a:cxn ang="0">
                <a:pos x="connsiteX51437" y="connsiteY51437"/>
              </a:cxn>
              <a:cxn ang="0">
                <a:pos x="connsiteX51438" y="connsiteY51438"/>
              </a:cxn>
              <a:cxn ang="0">
                <a:pos x="connsiteX51439" y="connsiteY51439"/>
              </a:cxn>
              <a:cxn ang="0">
                <a:pos x="connsiteX51440" y="connsiteY51440"/>
              </a:cxn>
              <a:cxn ang="0">
                <a:pos x="connsiteX51441" y="connsiteY51441"/>
              </a:cxn>
              <a:cxn ang="0">
                <a:pos x="connsiteX51442" y="connsiteY51442"/>
              </a:cxn>
              <a:cxn ang="0">
                <a:pos x="connsiteX51443" y="connsiteY51443"/>
              </a:cxn>
              <a:cxn ang="0">
                <a:pos x="connsiteX51444" y="connsiteY51444"/>
              </a:cxn>
              <a:cxn ang="0">
                <a:pos x="connsiteX51445" y="connsiteY51445"/>
              </a:cxn>
              <a:cxn ang="0">
                <a:pos x="connsiteX51446" y="connsiteY51446"/>
              </a:cxn>
              <a:cxn ang="0">
                <a:pos x="connsiteX51447" y="connsiteY51447"/>
              </a:cxn>
              <a:cxn ang="0">
                <a:pos x="connsiteX51448" y="connsiteY51448"/>
              </a:cxn>
              <a:cxn ang="0">
                <a:pos x="connsiteX51449" y="connsiteY51449"/>
              </a:cxn>
              <a:cxn ang="0">
                <a:pos x="connsiteX51450" y="connsiteY51450"/>
              </a:cxn>
              <a:cxn ang="0">
                <a:pos x="connsiteX51451" y="connsiteY51451"/>
              </a:cxn>
              <a:cxn ang="0">
                <a:pos x="connsiteX51452" y="connsiteY51452"/>
              </a:cxn>
              <a:cxn ang="0">
                <a:pos x="connsiteX51453" y="connsiteY51453"/>
              </a:cxn>
              <a:cxn ang="0">
                <a:pos x="connsiteX51454" y="connsiteY51454"/>
              </a:cxn>
              <a:cxn ang="0">
                <a:pos x="connsiteX51455" y="connsiteY51455"/>
              </a:cxn>
              <a:cxn ang="0">
                <a:pos x="connsiteX51456" y="connsiteY51456"/>
              </a:cxn>
              <a:cxn ang="0">
                <a:pos x="connsiteX51457" y="connsiteY51457"/>
              </a:cxn>
              <a:cxn ang="0">
                <a:pos x="connsiteX51458" y="connsiteY51458"/>
              </a:cxn>
              <a:cxn ang="0">
                <a:pos x="connsiteX51459" y="connsiteY51459"/>
              </a:cxn>
              <a:cxn ang="0">
                <a:pos x="connsiteX51460" y="connsiteY51460"/>
              </a:cxn>
              <a:cxn ang="0">
                <a:pos x="connsiteX51461" y="connsiteY51461"/>
              </a:cxn>
              <a:cxn ang="0">
                <a:pos x="connsiteX51462" y="connsiteY51462"/>
              </a:cxn>
              <a:cxn ang="0">
                <a:pos x="connsiteX51463" y="connsiteY51463"/>
              </a:cxn>
              <a:cxn ang="0">
                <a:pos x="connsiteX51464" y="connsiteY51464"/>
              </a:cxn>
              <a:cxn ang="0">
                <a:pos x="connsiteX51465" y="connsiteY51465"/>
              </a:cxn>
              <a:cxn ang="0">
                <a:pos x="connsiteX51466" y="connsiteY51466"/>
              </a:cxn>
              <a:cxn ang="0">
                <a:pos x="connsiteX51467" y="connsiteY51467"/>
              </a:cxn>
              <a:cxn ang="0">
                <a:pos x="connsiteX51468" y="connsiteY51468"/>
              </a:cxn>
              <a:cxn ang="0">
                <a:pos x="connsiteX51469" y="connsiteY51469"/>
              </a:cxn>
              <a:cxn ang="0">
                <a:pos x="connsiteX51470" y="connsiteY51470"/>
              </a:cxn>
              <a:cxn ang="0">
                <a:pos x="connsiteX51471" y="connsiteY51471"/>
              </a:cxn>
              <a:cxn ang="0">
                <a:pos x="connsiteX51472" y="connsiteY51472"/>
              </a:cxn>
              <a:cxn ang="0">
                <a:pos x="connsiteX51473" y="connsiteY51473"/>
              </a:cxn>
              <a:cxn ang="0">
                <a:pos x="connsiteX51474" y="connsiteY51474"/>
              </a:cxn>
              <a:cxn ang="0">
                <a:pos x="connsiteX51475" y="connsiteY51475"/>
              </a:cxn>
              <a:cxn ang="0">
                <a:pos x="connsiteX51476" y="connsiteY51476"/>
              </a:cxn>
              <a:cxn ang="0">
                <a:pos x="connsiteX51477" y="connsiteY51477"/>
              </a:cxn>
              <a:cxn ang="0">
                <a:pos x="connsiteX51478" y="connsiteY51478"/>
              </a:cxn>
              <a:cxn ang="0">
                <a:pos x="connsiteX51479" y="connsiteY51479"/>
              </a:cxn>
              <a:cxn ang="0">
                <a:pos x="connsiteX51480" y="connsiteY51480"/>
              </a:cxn>
              <a:cxn ang="0">
                <a:pos x="connsiteX51481" y="connsiteY51481"/>
              </a:cxn>
              <a:cxn ang="0">
                <a:pos x="connsiteX51482" y="connsiteY51482"/>
              </a:cxn>
              <a:cxn ang="0">
                <a:pos x="connsiteX51483" y="connsiteY51483"/>
              </a:cxn>
              <a:cxn ang="0">
                <a:pos x="connsiteX51484" y="connsiteY51484"/>
              </a:cxn>
              <a:cxn ang="0">
                <a:pos x="connsiteX51485" y="connsiteY51485"/>
              </a:cxn>
              <a:cxn ang="0">
                <a:pos x="connsiteX51486" y="connsiteY51486"/>
              </a:cxn>
              <a:cxn ang="0">
                <a:pos x="connsiteX51487" y="connsiteY51487"/>
              </a:cxn>
              <a:cxn ang="0">
                <a:pos x="connsiteX51488" y="connsiteY51488"/>
              </a:cxn>
              <a:cxn ang="0">
                <a:pos x="connsiteX51489" y="connsiteY51489"/>
              </a:cxn>
              <a:cxn ang="0">
                <a:pos x="connsiteX51490" y="connsiteY51490"/>
              </a:cxn>
              <a:cxn ang="0">
                <a:pos x="connsiteX51491" y="connsiteY51491"/>
              </a:cxn>
              <a:cxn ang="0">
                <a:pos x="connsiteX51492" y="connsiteY51492"/>
              </a:cxn>
              <a:cxn ang="0">
                <a:pos x="connsiteX51493" y="connsiteY51493"/>
              </a:cxn>
              <a:cxn ang="0">
                <a:pos x="connsiteX51494" y="connsiteY51494"/>
              </a:cxn>
              <a:cxn ang="0">
                <a:pos x="connsiteX51495" y="connsiteY51495"/>
              </a:cxn>
              <a:cxn ang="0">
                <a:pos x="connsiteX51496" y="connsiteY51496"/>
              </a:cxn>
              <a:cxn ang="0">
                <a:pos x="connsiteX51497" y="connsiteY51497"/>
              </a:cxn>
              <a:cxn ang="0">
                <a:pos x="connsiteX51498" y="connsiteY51498"/>
              </a:cxn>
              <a:cxn ang="0">
                <a:pos x="connsiteX51499" y="connsiteY51499"/>
              </a:cxn>
              <a:cxn ang="0">
                <a:pos x="connsiteX51500" y="connsiteY51500"/>
              </a:cxn>
              <a:cxn ang="0">
                <a:pos x="connsiteX51501" y="connsiteY51501"/>
              </a:cxn>
              <a:cxn ang="0">
                <a:pos x="connsiteX51502" y="connsiteY51502"/>
              </a:cxn>
              <a:cxn ang="0">
                <a:pos x="connsiteX51503" y="connsiteY51503"/>
              </a:cxn>
              <a:cxn ang="0">
                <a:pos x="connsiteX51504" y="connsiteY51504"/>
              </a:cxn>
              <a:cxn ang="0">
                <a:pos x="connsiteX51505" y="connsiteY51505"/>
              </a:cxn>
              <a:cxn ang="0">
                <a:pos x="connsiteX51506" y="connsiteY51506"/>
              </a:cxn>
              <a:cxn ang="0">
                <a:pos x="connsiteX51507" y="connsiteY51507"/>
              </a:cxn>
              <a:cxn ang="0">
                <a:pos x="connsiteX51508" y="connsiteY51508"/>
              </a:cxn>
              <a:cxn ang="0">
                <a:pos x="connsiteX51509" y="connsiteY51509"/>
              </a:cxn>
              <a:cxn ang="0">
                <a:pos x="connsiteX51510" y="connsiteY51510"/>
              </a:cxn>
              <a:cxn ang="0">
                <a:pos x="connsiteX51511" y="connsiteY51511"/>
              </a:cxn>
              <a:cxn ang="0">
                <a:pos x="connsiteX51512" y="connsiteY51512"/>
              </a:cxn>
              <a:cxn ang="0">
                <a:pos x="connsiteX51513" y="connsiteY51513"/>
              </a:cxn>
              <a:cxn ang="0">
                <a:pos x="connsiteX51514" y="connsiteY51514"/>
              </a:cxn>
              <a:cxn ang="0">
                <a:pos x="connsiteX51515" y="connsiteY51515"/>
              </a:cxn>
              <a:cxn ang="0">
                <a:pos x="connsiteX51516" y="connsiteY51516"/>
              </a:cxn>
              <a:cxn ang="0">
                <a:pos x="connsiteX51517" y="connsiteY51517"/>
              </a:cxn>
              <a:cxn ang="0">
                <a:pos x="connsiteX51518" y="connsiteY51518"/>
              </a:cxn>
              <a:cxn ang="0">
                <a:pos x="connsiteX51519" y="connsiteY51519"/>
              </a:cxn>
              <a:cxn ang="0">
                <a:pos x="connsiteX51520" y="connsiteY51520"/>
              </a:cxn>
              <a:cxn ang="0">
                <a:pos x="connsiteX51521" y="connsiteY51521"/>
              </a:cxn>
              <a:cxn ang="0">
                <a:pos x="connsiteX51522" y="connsiteY51522"/>
              </a:cxn>
              <a:cxn ang="0">
                <a:pos x="connsiteX51523" y="connsiteY51523"/>
              </a:cxn>
              <a:cxn ang="0">
                <a:pos x="connsiteX51524" y="connsiteY51524"/>
              </a:cxn>
              <a:cxn ang="0">
                <a:pos x="connsiteX51525" y="connsiteY51525"/>
              </a:cxn>
              <a:cxn ang="0">
                <a:pos x="connsiteX51526" y="connsiteY51526"/>
              </a:cxn>
              <a:cxn ang="0">
                <a:pos x="connsiteX51527" y="connsiteY51527"/>
              </a:cxn>
              <a:cxn ang="0">
                <a:pos x="connsiteX51528" y="connsiteY51528"/>
              </a:cxn>
              <a:cxn ang="0">
                <a:pos x="connsiteX51529" y="connsiteY51529"/>
              </a:cxn>
              <a:cxn ang="0">
                <a:pos x="connsiteX51530" y="connsiteY51530"/>
              </a:cxn>
              <a:cxn ang="0">
                <a:pos x="connsiteX51531" y="connsiteY51531"/>
              </a:cxn>
              <a:cxn ang="0">
                <a:pos x="connsiteX51532" y="connsiteY51532"/>
              </a:cxn>
              <a:cxn ang="0">
                <a:pos x="connsiteX51533" y="connsiteY51533"/>
              </a:cxn>
              <a:cxn ang="0">
                <a:pos x="connsiteX51534" y="connsiteY51534"/>
              </a:cxn>
              <a:cxn ang="0">
                <a:pos x="connsiteX51535" y="connsiteY51535"/>
              </a:cxn>
              <a:cxn ang="0">
                <a:pos x="connsiteX51536" y="connsiteY51536"/>
              </a:cxn>
              <a:cxn ang="0">
                <a:pos x="connsiteX51537" y="connsiteY51537"/>
              </a:cxn>
              <a:cxn ang="0">
                <a:pos x="connsiteX51538" y="connsiteY51538"/>
              </a:cxn>
              <a:cxn ang="0">
                <a:pos x="connsiteX51539" y="connsiteY51539"/>
              </a:cxn>
              <a:cxn ang="0">
                <a:pos x="connsiteX51540" y="connsiteY51540"/>
              </a:cxn>
              <a:cxn ang="0">
                <a:pos x="connsiteX51541" y="connsiteY51541"/>
              </a:cxn>
              <a:cxn ang="0">
                <a:pos x="connsiteX51542" y="connsiteY51542"/>
              </a:cxn>
              <a:cxn ang="0">
                <a:pos x="connsiteX51543" y="connsiteY51543"/>
              </a:cxn>
              <a:cxn ang="0">
                <a:pos x="connsiteX51544" y="connsiteY51544"/>
              </a:cxn>
              <a:cxn ang="0">
                <a:pos x="connsiteX51545" y="connsiteY51545"/>
              </a:cxn>
              <a:cxn ang="0">
                <a:pos x="connsiteX51546" y="connsiteY51546"/>
              </a:cxn>
              <a:cxn ang="0">
                <a:pos x="connsiteX51547" y="connsiteY51547"/>
              </a:cxn>
              <a:cxn ang="0">
                <a:pos x="connsiteX51548" y="connsiteY51548"/>
              </a:cxn>
              <a:cxn ang="0">
                <a:pos x="connsiteX51549" y="connsiteY51549"/>
              </a:cxn>
              <a:cxn ang="0">
                <a:pos x="connsiteX51550" y="connsiteY51550"/>
              </a:cxn>
              <a:cxn ang="0">
                <a:pos x="connsiteX51551" y="connsiteY51551"/>
              </a:cxn>
              <a:cxn ang="0">
                <a:pos x="connsiteX51552" y="connsiteY51552"/>
              </a:cxn>
              <a:cxn ang="0">
                <a:pos x="connsiteX51553" y="connsiteY51553"/>
              </a:cxn>
              <a:cxn ang="0">
                <a:pos x="connsiteX51554" y="connsiteY51554"/>
              </a:cxn>
              <a:cxn ang="0">
                <a:pos x="connsiteX51555" y="connsiteY51555"/>
              </a:cxn>
              <a:cxn ang="0">
                <a:pos x="connsiteX51556" y="connsiteY51556"/>
              </a:cxn>
              <a:cxn ang="0">
                <a:pos x="connsiteX51557" y="connsiteY51557"/>
              </a:cxn>
              <a:cxn ang="0">
                <a:pos x="connsiteX51558" y="connsiteY51558"/>
              </a:cxn>
              <a:cxn ang="0">
                <a:pos x="connsiteX51559" y="connsiteY51559"/>
              </a:cxn>
              <a:cxn ang="0">
                <a:pos x="connsiteX51560" y="connsiteY51560"/>
              </a:cxn>
              <a:cxn ang="0">
                <a:pos x="connsiteX51561" y="connsiteY51561"/>
              </a:cxn>
              <a:cxn ang="0">
                <a:pos x="connsiteX51562" y="connsiteY51562"/>
              </a:cxn>
              <a:cxn ang="0">
                <a:pos x="connsiteX51563" y="connsiteY51563"/>
              </a:cxn>
              <a:cxn ang="0">
                <a:pos x="connsiteX51564" y="connsiteY51564"/>
              </a:cxn>
              <a:cxn ang="0">
                <a:pos x="connsiteX51565" y="connsiteY51565"/>
              </a:cxn>
              <a:cxn ang="0">
                <a:pos x="connsiteX51566" y="connsiteY51566"/>
              </a:cxn>
              <a:cxn ang="0">
                <a:pos x="connsiteX51567" y="connsiteY51567"/>
              </a:cxn>
              <a:cxn ang="0">
                <a:pos x="connsiteX51568" y="connsiteY51568"/>
              </a:cxn>
              <a:cxn ang="0">
                <a:pos x="connsiteX51569" y="connsiteY51569"/>
              </a:cxn>
              <a:cxn ang="0">
                <a:pos x="connsiteX51570" y="connsiteY51570"/>
              </a:cxn>
              <a:cxn ang="0">
                <a:pos x="connsiteX51571" y="connsiteY51571"/>
              </a:cxn>
              <a:cxn ang="0">
                <a:pos x="connsiteX51572" y="connsiteY51572"/>
              </a:cxn>
              <a:cxn ang="0">
                <a:pos x="connsiteX51573" y="connsiteY51573"/>
              </a:cxn>
              <a:cxn ang="0">
                <a:pos x="connsiteX51574" y="connsiteY51574"/>
              </a:cxn>
              <a:cxn ang="0">
                <a:pos x="connsiteX51575" y="connsiteY51575"/>
              </a:cxn>
              <a:cxn ang="0">
                <a:pos x="connsiteX51576" y="connsiteY51576"/>
              </a:cxn>
              <a:cxn ang="0">
                <a:pos x="connsiteX51577" y="connsiteY51577"/>
              </a:cxn>
              <a:cxn ang="0">
                <a:pos x="connsiteX51578" y="connsiteY51578"/>
              </a:cxn>
              <a:cxn ang="0">
                <a:pos x="connsiteX51579" y="connsiteY51579"/>
              </a:cxn>
              <a:cxn ang="0">
                <a:pos x="connsiteX51580" y="connsiteY51580"/>
              </a:cxn>
              <a:cxn ang="0">
                <a:pos x="connsiteX51581" y="connsiteY51581"/>
              </a:cxn>
              <a:cxn ang="0">
                <a:pos x="connsiteX51582" y="connsiteY51582"/>
              </a:cxn>
              <a:cxn ang="0">
                <a:pos x="connsiteX51583" y="connsiteY51583"/>
              </a:cxn>
              <a:cxn ang="0">
                <a:pos x="connsiteX51584" y="connsiteY51584"/>
              </a:cxn>
              <a:cxn ang="0">
                <a:pos x="connsiteX51585" y="connsiteY51585"/>
              </a:cxn>
              <a:cxn ang="0">
                <a:pos x="connsiteX51586" y="connsiteY51586"/>
              </a:cxn>
              <a:cxn ang="0">
                <a:pos x="connsiteX51587" y="connsiteY51587"/>
              </a:cxn>
              <a:cxn ang="0">
                <a:pos x="connsiteX51588" y="connsiteY51588"/>
              </a:cxn>
              <a:cxn ang="0">
                <a:pos x="connsiteX51589" y="connsiteY51589"/>
              </a:cxn>
              <a:cxn ang="0">
                <a:pos x="connsiteX51590" y="connsiteY51590"/>
              </a:cxn>
              <a:cxn ang="0">
                <a:pos x="connsiteX51591" y="connsiteY51591"/>
              </a:cxn>
              <a:cxn ang="0">
                <a:pos x="connsiteX51592" y="connsiteY51592"/>
              </a:cxn>
              <a:cxn ang="0">
                <a:pos x="connsiteX51593" y="connsiteY51593"/>
              </a:cxn>
              <a:cxn ang="0">
                <a:pos x="connsiteX51594" y="connsiteY51594"/>
              </a:cxn>
              <a:cxn ang="0">
                <a:pos x="connsiteX51595" y="connsiteY51595"/>
              </a:cxn>
              <a:cxn ang="0">
                <a:pos x="connsiteX51596" y="connsiteY51596"/>
              </a:cxn>
              <a:cxn ang="0">
                <a:pos x="connsiteX51597" y="connsiteY51597"/>
              </a:cxn>
              <a:cxn ang="0">
                <a:pos x="connsiteX51598" y="connsiteY51598"/>
              </a:cxn>
              <a:cxn ang="0">
                <a:pos x="connsiteX51599" y="connsiteY51599"/>
              </a:cxn>
              <a:cxn ang="0">
                <a:pos x="connsiteX51600" y="connsiteY51600"/>
              </a:cxn>
              <a:cxn ang="0">
                <a:pos x="connsiteX51601" y="connsiteY51601"/>
              </a:cxn>
              <a:cxn ang="0">
                <a:pos x="connsiteX51602" y="connsiteY51602"/>
              </a:cxn>
              <a:cxn ang="0">
                <a:pos x="connsiteX51603" y="connsiteY51603"/>
              </a:cxn>
              <a:cxn ang="0">
                <a:pos x="connsiteX51604" y="connsiteY51604"/>
              </a:cxn>
              <a:cxn ang="0">
                <a:pos x="connsiteX51605" y="connsiteY51605"/>
              </a:cxn>
              <a:cxn ang="0">
                <a:pos x="connsiteX51606" y="connsiteY51606"/>
              </a:cxn>
              <a:cxn ang="0">
                <a:pos x="connsiteX51607" y="connsiteY51607"/>
              </a:cxn>
              <a:cxn ang="0">
                <a:pos x="connsiteX51608" y="connsiteY51608"/>
              </a:cxn>
              <a:cxn ang="0">
                <a:pos x="connsiteX51609" y="connsiteY51609"/>
              </a:cxn>
              <a:cxn ang="0">
                <a:pos x="connsiteX51610" y="connsiteY51610"/>
              </a:cxn>
              <a:cxn ang="0">
                <a:pos x="connsiteX51611" y="connsiteY51611"/>
              </a:cxn>
              <a:cxn ang="0">
                <a:pos x="connsiteX51612" y="connsiteY51612"/>
              </a:cxn>
              <a:cxn ang="0">
                <a:pos x="connsiteX51613" y="connsiteY51613"/>
              </a:cxn>
              <a:cxn ang="0">
                <a:pos x="connsiteX51614" y="connsiteY51614"/>
              </a:cxn>
              <a:cxn ang="0">
                <a:pos x="connsiteX51615" y="connsiteY51615"/>
              </a:cxn>
              <a:cxn ang="0">
                <a:pos x="connsiteX51616" y="connsiteY51616"/>
              </a:cxn>
              <a:cxn ang="0">
                <a:pos x="connsiteX51617" y="connsiteY51617"/>
              </a:cxn>
              <a:cxn ang="0">
                <a:pos x="connsiteX51618" y="connsiteY51618"/>
              </a:cxn>
              <a:cxn ang="0">
                <a:pos x="connsiteX51619" y="connsiteY51619"/>
              </a:cxn>
              <a:cxn ang="0">
                <a:pos x="connsiteX51620" y="connsiteY51620"/>
              </a:cxn>
              <a:cxn ang="0">
                <a:pos x="connsiteX51621" y="connsiteY51621"/>
              </a:cxn>
              <a:cxn ang="0">
                <a:pos x="connsiteX51622" y="connsiteY51622"/>
              </a:cxn>
              <a:cxn ang="0">
                <a:pos x="connsiteX51623" y="connsiteY51623"/>
              </a:cxn>
              <a:cxn ang="0">
                <a:pos x="connsiteX51624" y="connsiteY51624"/>
              </a:cxn>
              <a:cxn ang="0">
                <a:pos x="connsiteX51625" y="connsiteY51625"/>
              </a:cxn>
              <a:cxn ang="0">
                <a:pos x="connsiteX51626" y="connsiteY51626"/>
              </a:cxn>
              <a:cxn ang="0">
                <a:pos x="connsiteX51627" y="connsiteY51627"/>
              </a:cxn>
              <a:cxn ang="0">
                <a:pos x="connsiteX51628" y="connsiteY51628"/>
              </a:cxn>
              <a:cxn ang="0">
                <a:pos x="connsiteX51629" y="connsiteY51629"/>
              </a:cxn>
              <a:cxn ang="0">
                <a:pos x="connsiteX51630" y="connsiteY51630"/>
              </a:cxn>
              <a:cxn ang="0">
                <a:pos x="connsiteX51631" y="connsiteY51631"/>
              </a:cxn>
              <a:cxn ang="0">
                <a:pos x="connsiteX51632" y="connsiteY51632"/>
              </a:cxn>
              <a:cxn ang="0">
                <a:pos x="connsiteX51633" y="connsiteY51633"/>
              </a:cxn>
              <a:cxn ang="0">
                <a:pos x="connsiteX51634" y="connsiteY51634"/>
              </a:cxn>
              <a:cxn ang="0">
                <a:pos x="connsiteX51635" y="connsiteY51635"/>
              </a:cxn>
              <a:cxn ang="0">
                <a:pos x="connsiteX51636" y="connsiteY51636"/>
              </a:cxn>
              <a:cxn ang="0">
                <a:pos x="connsiteX51637" y="connsiteY51637"/>
              </a:cxn>
              <a:cxn ang="0">
                <a:pos x="connsiteX51638" y="connsiteY51638"/>
              </a:cxn>
              <a:cxn ang="0">
                <a:pos x="connsiteX51639" y="connsiteY51639"/>
              </a:cxn>
              <a:cxn ang="0">
                <a:pos x="connsiteX51640" y="connsiteY51640"/>
              </a:cxn>
              <a:cxn ang="0">
                <a:pos x="connsiteX51641" y="connsiteY51641"/>
              </a:cxn>
              <a:cxn ang="0">
                <a:pos x="connsiteX51642" y="connsiteY51642"/>
              </a:cxn>
              <a:cxn ang="0">
                <a:pos x="connsiteX51643" y="connsiteY51643"/>
              </a:cxn>
              <a:cxn ang="0">
                <a:pos x="connsiteX51644" y="connsiteY51644"/>
              </a:cxn>
              <a:cxn ang="0">
                <a:pos x="connsiteX51645" y="connsiteY51645"/>
              </a:cxn>
              <a:cxn ang="0">
                <a:pos x="connsiteX51646" y="connsiteY51646"/>
              </a:cxn>
              <a:cxn ang="0">
                <a:pos x="connsiteX51647" y="connsiteY51647"/>
              </a:cxn>
              <a:cxn ang="0">
                <a:pos x="connsiteX51648" y="connsiteY51648"/>
              </a:cxn>
              <a:cxn ang="0">
                <a:pos x="connsiteX51649" y="connsiteY51649"/>
              </a:cxn>
              <a:cxn ang="0">
                <a:pos x="connsiteX51650" y="connsiteY51650"/>
              </a:cxn>
              <a:cxn ang="0">
                <a:pos x="connsiteX51651" y="connsiteY51651"/>
              </a:cxn>
              <a:cxn ang="0">
                <a:pos x="connsiteX51652" y="connsiteY51652"/>
              </a:cxn>
              <a:cxn ang="0">
                <a:pos x="connsiteX51653" y="connsiteY51653"/>
              </a:cxn>
              <a:cxn ang="0">
                <a:pos x="connsiteX51654" y="connsiteY51654"/>
              </a:cxn>
              <a:cxn ang="0">
                <a:pos x="connsiteX51655" y="connsiteY51655"/>
              </a:cxn>
              <a:cxn ang="0">
                <a:pos x="connsiteX51656" y="connsiteY51656"/>
              </a:cxn>
              <a:cxn ang="0">
                <a:pos x="connsiteX51657" y="connsiteY51657"/>
              </a:cxn>
              <a:cxn ang="0">
                <a:pos x="connsiteX51658" y="connsiteY51658"/>
              </a:cxn>
              <a:cxn ang="0">
                <a:pos x="connsiteX51659" y="connsiteY51659"/>
              </a:cxn>
              <a:cxn ang="0">
                <a:pos x="connsiteX51660" y="connsiteY51660"/>
              </a:cxn>
              <a:cxn ang="0">
                <a:pos x="connsiteX51661" y="connsiteY51661"/>
              </a:cxn>
              <a:cxn ang="0">
                <a:pos x="connsiteX51662" y="connsiteY51662"/>
              </a:cxn>
              <a:cxn ang="0">
                <a:pos x="connsiteX51663" y="connsiteY51663"/>
              </a:cxn>
              <a:cxn ang="0">
                <a:pos x="connsiteX51664" y="connsiteY51664"/>
              </a:cxn>
              <a:cxn ang="0">
                <a:pos x="connsiteX51665" y="connsiteY51665"/>
              </a:cxn>
              <a:cxn ang="0">
                <a:pos x="connsiteX51666" y="connsiteY51666"/>
              </a:cxn>
              <a:cxn ang="0">
                <a:pos x="connsiteX51667" y="connsiteY51667"/>
              </a:cxn>
              <a:cxn ang="0">
                <a:pos x="connsiteX51668" y="connsiteY51668"/>
              </a:cxn>
              <a:cxn ang="0">
                <a:pos x="connsiteX51669" y="connsiteY51669"/>
              </a:cxn>
              <a:cxn ang="0">
                <a:pos x="connsiteX51670" y="connsiteY51670"/>
              </a:cxn>
              <a:cxn ang="0">
                <a:pos x="connsiteX51671" y="connsiteY51671"/>
              </a:cxn>
              <a:cxn ang="0">
                <a:pos x="connsiteX51672" y="connsiteY51672"/>
              </a:cxn>
              <a:cxn ang="0">
                <a:pos x="connsiteX51673" y="connsiteY51673"/>
              </a:cxn>
              <a:cxn ang="0">
                <a:pos x="connsiteX51674" y="connsiteY51674"/>
              </a:cxn>
              <a:cxn ang="0">
                <a:pos x="connsiteX51675" y="connsiteY51675"/>
              </a:cxn>
              <a:cxn ang="0">
                <a:pos x="connsiteX51676" y="connsiteY51676"/>
              </a:cxn>
              <a:cxn ang="0">
                <a:pos x="connsiteX51677" y="connsiteY51677"/>
              </a:cxn>
              <a:cxn ang="0">
                <a:pos x="connsiteX51678" y="connsiteY51678"/>
              </a:cxn>
              <a:cxn ang="0">
                <a:pos x="connsiteX51679" y="connsiteY51679"/>
              </a:cxn>
              <a:cxn ang="0">
                <a:pos x="connsiteX51680" y="connsiteY51680"/>
              </a:cxn>
              <a:cxn ang="0">
                <a:pos x="connsiteX51681" y="connsiteY51681"/>
              </a:cxn>
              <a:cxn ang="0">
                <a:pos x="connsiteX51682" y="connsiteY51682"/>
              </a:cxn>
              <a:cxn ang="0">
                <a:pos x="connsiteX51683" y="connsiteY51683"/>
              </a:cxn>
              <a:cxn ang="0">
                <a:pos x="connsiteX51684" y="connsiteY51684"/>
              </a:cxn>
              <a:cxn ang="0">
                <a:pos x="connsiteX51685" y="connsiteY51685"/>
              </a:cxn>
              <a:cxn ang="0">
                <a:pos x="connsiteX51686" y="connsiteY51686"/>
              </a:cxn>
              <a:cxn ang="0">
                <a:pos x="connsiteX51687" y="connsiteY51687"/>
              </a:cxn>
              <a:cxn ang="0">
                <a:pos x="connsiteX51688" y="connsiteY51688"/>
              </a:cxn>
              <a:cxn ang="0">
                <a:pos x="connsiteX51689" y="connsiteY51689"/>
              </a:cxn>
              <a:cxn ang="0">
                <a:pos x="connsiteX51690" y="connsiteY51690"/>
              </a:cxn>
              <a:cxn ang="0">
                <a:pos x="connsiteX51691" y="connsiteY51691"/>
              </a:cxn>
              <a:cxn ang="0">
                <a:pos x="connsiteX51692" y="connsiteY51692"/>
              </a:cxn>
              <a:cxn ang="0">
                <a:pos x="connsiteX51693" y="connsiteY51693"/>
              </a:cxn>
              <a:cxn ang="0">
                <a:pos x="connsiteX51694" y="connsiteY51694"/>
              </a:cxn>
              <a:cxn ang="0">
                <a:pos x="connsiteX51695" y="connsiteY51695"/>
              </a:cxn>
              <a:cxn ang="0">
                <a:pos x="connsiteX51696" y="connsiteY51696"/>
              </a:cxn>
              <a:cxn ang="0">
                <a:pos x="connsiteX51697" y="connsiteY51697"/>
              </a:cxn>
              <a:cxn ang="0">
                <a:pos x="connsiteX51698" y="connsiteY51698"/>
              </a:cxn>
              <a:cxn ang="0">
                <a:pos x="connsiteX51699" y="connsiteY51699"/>
              </a:cxn>
              <a:cxn ang="0">
                <a:pos x="connsiteX51700" y="connsiteY51700"/>
              </a:cxn>
              <a:cxn ang="0">
                <a:pos x="connsiteX51701" y="connsiteY51701"/>
              </a:cxn>
              <a:cxn ang="0">
                <a:pos x="connsiteX51702" y="connsiteY51702"/>
              </a:cxn>
              <a:cxn ang="0">
                <a:pos x="connsiteX51703" y="connsiteY51703"/>
              </a:cxn>
              <a:cxn ang="0">
                <a:pos x="connsiteX51704" y="connsiteY51704"/>
              </a:cxn>
              <a:cxn ang="0">
                <a:pos x="connsiteX51705" y="connsiteY51705"/>
              </a:cxn>
              <a:cxn ang="0">
                <a:pos x="connsiteX51706" y="connsiteY51706"/>
              </a:cxn>
              <a:cxn ang="0">
                <a:pos x="connsiteX51707" y="connsiteY51707"/>
              </a:cxn>
              <a:cxn ang="0">
                <a:pos x="connsiteX51708" y="connsiteY51708"/>
              </a:cxn>
              <a:cxn ang="0">
                <a:pos x="connsiteX51709" y="connsiteY51709"/>
              </a:cxn>
              <a:cxn ang="0">
                <a:pos x="connsiteX51710" y="connsiteY51710"/>
              </a:cxn>
              <a:cxn ang="0">
                <a:pos x="connsiteX51711" y="connsiteY51711"/>
              </a:cxn>
              <a:cxn ang="0">
                <a:pos x="connsiteX51712" y="connsiteY51712"/>
              </a:cxn>
              <a:cxn ang="0">
                <a:pos x="connsiteX51713" y="connsiteY51713"/>
              </a:cxn>
              <a:cxn ang="0">
                <a:pos x="connsiteX51714" y="connsiteY51714"/>
              </a:cxn>
              <a:cxn ang="0">
                <a:pos x="connsiteX51715" y="connsiteY51715"/>
              </a:cxn>
              <a:cxn ang="0">
                <a:pos x="connsiteX51716" y="connsiteY51716"/>
              </a:cxn>
              <a:cxn ang="0">
                <a:pos x="connsiteX51717" y="connsiteY51717"/>
              </a:cxn>
              <a:cxn ang="0">
                <a:pos x="connsiteX51718" y="connsiteY51718"/>
              </a:cxn>
              <a:cxn ang="0">
                <a:pos x="connsiteX51719" y="connsiteY51719"/>
              </a:cxn>
              <a:cxn ang="0">
                <a:pos x="connsiteX51720" y="connsiteY51720"/>
              </a:cxn>
              <a:cxn ang="0">
                <a:pos x="connsiteX51721" y="connsiteY51721"/>
              </a:cxn>
              <a:cxn ang="0">
                <a:pos x="connsiteX51722" y="connsiteY51722"/>
              </a:cxn>
              <a:cxn ang="0">
                <a:pos x="connsiteX51723" y="connsiteY51723"/>
              </a:cxn>
              <a:cxn ang="0">
                <a:pos x="connsiteX51724" y="connsiteY51724"/>
              </a:cxn>
              <a:cxn ang="0">
                <a:pos x="connsiteX51725" y="connsiteY51725"/>
              </a:cxn>
              <a:cxn ang="0">
                <a:pos x="connsiteX51726" y="connsiteY51726"/>
              </a:cxn>
              <a:cxn ang="0">
                <a:pos x="connsiteX51727" y="connsiteY51727"/>
              </a:cxn>
              <a:cxn ang="0">
                <a:pos x="connsiteX51728" y="connsiteY51728"/>
              </a:cxn>
              <a:cxn ang="0">
                <a:pos x="connsiteX51729" y="connsiteY51729"/>
              </a:cxn>
              <a:cxn ang="0">
                <a:pos x="connsiteX51730" y="connsiteY51730"/>
              </a:cxn>
              <a:cxn ang="0">
                <a:pos x="connsiteX51731" y="connsiteY51731"/>
              </a:cxn>
              <a:cxn ang="0">
                <a:pos x="connsiteX51732" y="connsiteY51732"/>
              </a:cxn>
              <a:cxn ang="0">
                <a:pos x="connsiteX51733" y="connsiteY51733"/>
              </a:cxn>
              <a:cxn ang="0">
                <a:pos x="connsiteX51734" y="connsiteY51734"/>
              </a:cxn>
              <a:cxn ang="0">
                <a:pos x="connsiteX51735" y="connsiteY51735"/>
              </a:cxn>
              <a:cxn ang="0">
                <a:pos x="connsiteX51736" y="connsiteY51736"/>
              </a:cxn>
              <a:cxn ang="0">
                <a:pos x="connsiteX51737" y="connsiteY51737"/>
              </a:cxn>
              <a:cxn ang="0">
                <a:pos x="connsiteX51738" y="connsiteY51738"/>
              </a:cxn>
              <a:cxn ang="0">
                <a:pos x="connsiteX51739" y="connsiteY51739"/>
              </a:cxn>
              <a:cxn ang="0">
                <a:pos x="connsiteX51740" y="connsiteY51740"/>
              </a:cxn>
              <a:cxn ang="0">
                <a:pos x="connsiteX51741" y="connsiteY51741"/>
              </a:cxn>
              <a:cxn ang="0">
                <a:pos x="connsiteX51742" y="connsiteY51742"/>
              </a:cxn>
              <a:cxn ang="0">
                <a:pos x="connsiteX51743" y="connsiteY51743"/>
              </a:cxn>
              <a:cxn ang="0">
                <a:pos x="connsiteX51744" y="connsiteY51744"/>
              </a:cxn>
              <a:cxn ang="0">
                <a:pos x="connsiteX51745" y="connsiteY51745"/>
              </a:cxn>
              <a:cxn ang="0">
                <a:pos x="connsiteX51746" y="connsiteY51746"/>
              </a:cxn>
              <a:cxn ang="0">
                <a:pos x="connsiteX51747" y="connsiteY51747"/>
              </a:cxn>
              <a:cxn ang="0">
                <a:pos x="connsiteX51748" y="connsiteY51748"/>
              </a:cxn>
              <a:cxn ang="0">
                <a:pos x="connsiteX51749" y="connsiteY51749"/>
              </a:cxn>
              <a:cxn ang="0">
                <a:pos x="connsiteX51750" y="connsiteY51750"/>
              </a:cxn>
              <a:cxn ang="0">
                <a:pos x="connsiteX51751" y="connsiteY51751"/>
              </a:cxn>
              <a:cxn ang="0">
                <a:pos x="connsiteX51752" y="connsiteY51752"/>
              </a:cxn>
              <a:cxn ang="0">
                <a:pos x="connsiteX51753" y="connsiteY51753"/>
              </a:cxn>
              <a:cxn ang="0">
                <a:pos x="connsiteX51754" y="connsiteY51754"/>
              </a:cxn>
              <a:cxn ang="0">
                <a:pos x="connsiteX51755" y="connsiteY51755"/>
              </a:cxn>
              <a:cxn ang="0">
                <a:pos x="connsiteX51756" y="connsiteY51756"/>
              </a:cxn>
              <a:cxn ang="0">
                <a:pos x="connsiteX51757" y="connsiteY51757"/>
              </a:cxn>
              <a:cxn ang="0">
                <a:pos x="connsiteX51758" y="connsiteY51758"/>
              </a:cxn>
              <a:cxn ang="0">
                <a:pos x="connsiteX51759" y="connsiteY51759"/>
              </a:cxn>
              <a:cxn ang="0">
                <a:pos x="connsiteX51760" y="connsiteY51760"/>
              </a:cxn>
              <a:cxn ang="0">
                <a:pos x="connsiteX51761" y="connsiteY51761"/>
              </a:cxn>
              <a:cxn ang="0">
                <a:pos x="connsiteX51762" y="connsiteY51762"/>
              </a:cxn>
              <a:cxn ang="0">
                <a:pos x="connsiteX51763" y="connsiteY51763"/>
              </a:cxn>
              <a:cxn ang="0">
                <a:pos x="connsiteX51764" y="connsiteY51764"/>
              </a:cxn>
              <a:cxn ang="0">
                <a:pos x="connsiteX51765" y="connsiteY51765"/>
              </a:cxn>
              <a:cxn ang="0">
                <a:pos x="connsiteX51766" y="connsiteY51766"/>
              </a:cxn>
              <a:cxn ang="0">
                <a:pos x="connsiteX51767" y="connsiteY51767"/>
              </a:cxn>
              <a:cxn ang="0">
                <a:pos x="connsiteX51768" y="connsiteY51768"/>
              </a:cxn>
              <a:cxn ang="0">
                <a:pos x="connsiteX51769" y="connsiteY51769"/>
              </a:cxn>
              <a:cxn ang="0">
                <a:pos x="connsiteX51770" y="connsiteY51770"/>
              </a:cxn>
              <a:cxn ang="0">
                <a:pos x="connsiteX51771" y="connsiteY51771"/>
              </a:cxn>
              <a:cxn ang="0">
                <a:pos x="connsiteX51772" y="connsiteY51772"/>
              </a:cxn>
              <a:cxn ang="0">
                <a:pos x="connsiteX51773" y="connsiteY51773"/>
              </a:cxn>
              <a:cxn ang="0">
                <a:pos x="connsiteX51774" y="connsiteY51774"/>
              </a:cxn>
              <a:cxn ang="0">
                <a:pos x="connsiteX51775" y="connsiteY51775"/>
              </a:cxn>
              <a:cxn ang="0">
                <a:pos x="connsiteX51776" y="connsiteY51776"/>
              </a:cxn>
              <a:cxn ang="0">
                <a:pos x="connsiteX51777" y="connsiteY51777"/>
              </a:cxn>
              <a:cxn ang="0">
                <a:pos x="connsiteX51778" y="connsiteY51778"/>
              </a:cxn>
              <a:cxn ang="0">
                <a:pos x="connsiteX51779" y="connsiteY51779"/>
              </a:cxn>
              <a:cxn ang="0">
                <a:pos x="connsiteX51780" y="connsiteY51780"/>
              </a:cxn>
              <a:cxn ang="0">
                <a:pos x="connsiteX51781" y="connsiteY51781"/>
              </a:cxn>
              <a:cxn ang="0">
                <a:pos x="connsiteX51782" y="connsiteY51782"/>
              </a:cxn>
              <a:cxn ang="0">
                <a:pos x="connsiteX51783" y="connsiteY51783"/>
              </a:cxn>
              <a:cxn ang="0">
                <a:pos x="connsiteX51784" y="connsiteY51784"/>
              </a:cxn>
              <a:cxn ang="0">
                <a:pos x="connsiteX51785" y="connsiteY51785"/>
              </a:cxn>
              <a:cxn ang="0">
                <a:pos x="connsiteX51786" y="connsiteY51786"/>
              </a:cxn>
              <a:cxn ang="0">
                <a:pos x="connsiteX51787" y="connsiteY51787"/>
              </a:cxn>
              <a:cxn ang="0">
                <a:pos x="connsiteX51788" y="connsiteY51788"/>
              </a:cxn>
              <a:cxn ang="0">
                <a:pos x="connsiteX51789" y="connsiteY51789"/>
              </a:cxn>
              <a:cxn ang="0">
                <a:pos x="connsiteX51790" y="connsiteY51790"/>
              </a:cxn>
              <a:cxn ang="0">
                <a:pos x="connsiteX51791" y="connsiteY51791"/>
              </a:cxn>
              <a:cxn ang="0">
                <a:pos x="connsiteX51792" y="connsiteY51792"/>
              </a:cxn>
              <a:cxn ang="0">
                <a:pos x="connsiteX51793" y="connsiteY51793"/>
              </a:cxn>
              <a:cxn ang="0">
                <a:pos x="connsiteX51794" y="connsiteY51794"/>
              </a:cxn>
              <a:cxn ang="0">
                <a:pos x="connsiteX51795" y="connsiteY51795"/>
              </a:cxn>
              <a:cxn ang="0">
                <a:pos x="connsiteX51796" y="connsiteY51796"/>
              </a:cxn>
              <a:cxn ang="0">
                <a:pos x="connsiteX51797" y="connsiteY51797"/>
              </a:cxn>
              <a:cxn ang="0">
                <a:pos x="connsiteX51798" y="connsiteY51798"/>
              </a:cxn>
              <a:cxn ang="0">
                <a:pos x="connsiteX51799" y="connsiteY51799"/>
              </a:cxn>
              <a:cxn ang="0">
                <a:pos x="connsiteX51800" y="connsiteY51800"/>
              </a:cxn>
              <a:cxn ang="0">
                <a:pos x="connsiteX51801" y="connsiteY51801"/>
              </a:cxn>
              <a:cxn ang="0">
                <a:pos x="connsiteX51802" y="connsiteY51802"/>
              </a:cxn>
              <a:cxn ang="0">
                <a:pos x="connsiteX51803" y="connsiteY51803"/>
              </a:cxn>
              <a:cxn ang="0">
                <a:pos x="connsiteX51804" y="connsiteY51804"/>
              </a:cxn>
              <a:cxn ang="0">
                <a:pos x="connsiteX51805" y="connsiteY51805"/>
              </a:cxn>
              <a:cxn ang="0">
                <a:pos x="connsiteX51806" y="connsiteY51806"/>
              </a:cxn>
              <a:cxn ang="0">
                <a:pos x="connsiteX51807" y="connsiteY51807"/>
              </a:cxn>
              <a:cxn ang="0">
                <a:pos x="connsiteX51808" y="connsiteY51808"/>
              </a:cxn>
              <a:cxn ang="0">
                <a:pos x="connsiteX51809" y="connsiteY51809"/>
              </a:cxn>
              <a:cxn ang="0">
                <a:pos x="connsiteX51810" y="connsiteY51810"/>
              </a:cxn>
              <a:cxn ang="0">
                <a:pos x="connsiteX51811" y="connsiteY51811"/>
              </a:cxn>
              <a:cxn ang="0">
                <a:pos x="connsiteX51812" y="connsiteY51812"/>
              </a:cxn>
              <a:cxn ang="0">
                <a:pos x="connsiteX51813" y="connsiteY51813"/>
              </a:cxn>
              <a:cxn ang="0">
                <a:pos x="connsiteX51814" y="connsiteY51814"/>
              </a:cxn>
              <a:cxn ang="0">
                <a:pos x="connsiteX51815" y="connsiteY51815"/>
              </a:cxn>
              <a:cxn ang="0">
                <a:pos x="connsiteX51816" y="connsiteY51816"/>
              </a:cxn>
              <a:cxn ang="0">
                <a:pos x="connsiteX51817" y="connsiteY51817"/>
              </a:cxn>
              <a:cxn ang="0">
                <a:pos x="connsiteX51818" y="connsiteY51818"/>
              </a:cxn>
              <a:cxn ang="0">
                <a:pos x="connsiteX51819" y="connsiteY51819"/>
              </a:cxn>
              <a:cxn ang="0">
                <a:pos x="connsiteX51820" y="connsiteY51820"/>
              </a:cxn>
              <a:cxn ang="0">
                <a:pos x="connsiteX51821" y="connsiteY51821"/>
              </a:cxn>
              <a:cxn ang="0">
                <a:pos x="connsiteX51822" y="connsiteY51822"/>
              </a:cxn>
              <a:cxn ang="0">
                <a:pos x="connsiteX51823" y="connsiteY51823"/>
              </a:cxn>
              <a:cxn ang="0">
                <a:pos x="connsiteX51824" y="connsiteY51824"/>
              </a:cxn>
              <a:cxn ang="0">
                <a:pos x="connsiteX51825" y="connsiteY51825"/>
              </a:cxn>
              <a:cxn ang="0">
                <a:pos x="connsiteX51826" y="connsiteY51826"/>
              </a:cxn>
              <a:cxn ang="0">
                <a:pos x="connsiteX51827" y="connsiteY51827"/>
              </a:cxn>
              <a:cxn ang="0">
                <a:pos x="connsiteX51828" y="connsiteY51828"/>
              </a:cxn>
              <a:cxn ang="0">
                <a:pos x="connsiteX51829" y="connsiteY51829"/>
              </a:cxn>
              <a:cxn ang="0">
                <a:pos x="connsiteX51830" y="connsiteY51830"/>
              </a:cxn>
              <a:cxn ang="0">
                <a:pos x="connsiteX51831" y="connsiteY51831"/>
              </a:cxn>
              <a:cxn ang="0">
                <a:pos x="connsiteX51832" y="connsiteY51832"/>
              </a:cxn>
              <a:cxn ang="0">
                <a:pos x="connsiteX51833" y="connsiteY51833"/>
              </a:cxn>
              <a:cxn ang="0">
                <a:pos x="connsiteX51834" y="connsiteY51834"/>
              </a:cxn>
              <a:cxn ang="0">
                <a:pos x="connsiteX51835" y="connsiteY51835"/>
              </a:cxn>
              <a:cxn ang="0">
                <a:pos x="connsiteX51836" y="connsiteY51836"/>
              </a:cxn>
              <a:cxn ang="0">
                <a:pos x="connsiteX51837" y="connsiteY51837"/>
              </a:cxn>
              <a:cxn ang="0">
                <a:pos x="connsiteX51838" y="connsiteY51838"/>
              </a:cxn>
              <a:cxn ang="0">
                <a:pos x="connsiteX51839" y="connsiteY51839"/>
              </a:cxn>
              <a:cxn ang="0">
                <a:pos x="connsiteX51840" y="connsiteY51840"/>
              </a:cxn>
              <a:cxn ang="0">
                <a:pos x="connsiteX51841" y="connsiteY51841"/>
              </a:cxn>
              <a:cxn ang="0">
                <a:pos x="connsiteX51842" y="connsiteY51842"/>
              </a:cxn>
              <a:cxn ang="0">
                <a:pos x="connsiteX51843" y="connsiteY51843"/>
              </a:cxn>
              <a:cxn ang="0">
                <a:pos x="connsiteX51844" y="connsiteY51844"/>
              </a:cxn>
              <a:cxn ang="0">
                <a:pos x="connsiteX51845" y="connsiteY51845"/>
              </a:cxn>
              <a:cxn ang="0">
                <a:pos x="connsiteX51846" y="connsiteY51846"/>
              </a:cxn>
              <a:cxn ang="0">
                <a:pos x="connsiteX51847" y="connsiteY51847"/>
              </a:cxn>
              <a:cxn ang="0">
                <a:pos x="connsiteX51848" y="connsiteY51848"/>
              </a:cxn>
              <a:cxn ang="0">
                <a:pos x="connsiteX51849" y="connsiteY51849"/>
              </a:cxn>
              <a:cxn ang="0">
                <a:pos x="connsiteX51850" y="connsiteY51850"/>
              </a:cxn>
              <a:cxn ang="0">
                <a:pos x="connsiteX51851" y="connsiteY51851"/>
              </a:cxn>
              <a:cxn ang="0">
                <a:pos x="connsiteX51852" y="connsiteY51852"/>
              </a:cxn>
              <a:cxn ang="0">
                <a:pos x="connsiteX51853" y="connsiteY51853"/>
              </a:cxn>
              <a:cxn ang="0">
                <a:pos x="connsiteX51854" y="connsiteY51854"/>
              </a:cxn>
              <a:cxn ang="0">
                <a:pos x="connsiteX51855" y="connsiteY51855"/>
              </a:cxn>
              <a:cxn ang="0">
                <a:pos x="connsiteX51856" y="connsiteY51856"/>
              </a:cxn>
              <a:cxn ang="0">
                <a:pos x="connsiteX51857" y="connsiteY51857"/>
              </a:cxn>
              <a:cxn ang="0">
                <a:pos x="connsiteX51858" y="connsiteY51858"/>
              </a:cxn>
              <a:cxn ang="0">
                <a:pos x="connsiteX51859" y="connsiteY51859"/>
              </a:cxn>
              <a:cxn ang="0">
                <a:pos x="connsiteX51860" y="connsiteY51860"/>
              </a:cxn>
              <a:cxn ang="0">
                <a:pos x="connsiteX51861" y="connsiteY51861"/>
              </a:cxn>
              <a:cxn ang="0">
                <a:pos x="connsiteX51862" y="connsiteY51862"/>
              </a:cxn>
              <a:cxn ang="0">
                <a:pos x="connsiteX51863" y="connsiteY51863"/>
              </a:cxn>
              <a:cxn ang="0">
                <a:pos x="connsiteX51864" y="connsiteY51864"/>
              </a:cxn>
              <a:cxn ang="0">
                <a:pos x="connsiteX51865" y="connsiteY51865"/>
              </a:cxn>
              <a:cxn ang="0">
                <a:pos x="connsiteX51866" y="connsiteY51866"/>
              </a:cxn>
              <a:cxn ang="0">
                <a:pos x="connsiteX51867" y="connsiteY51867"/>
              </a:cxn>
              <a:cxn ang="0">
                <a:pos x="connsiteX51868" y="connsiteY51868"/>
              </a:cxn>
              <a:cxn ang="0">
                <a:pos x="connsiteX51869" y="connsiteY51869"/>
              </a:cxn>
              <a:cxn ang="0">
                <a:pos x="connsiteX51870" y="connsiteY51870"/>
              </a:cxn>
              <a:cxn ang="0">
                <a:pos x="connsiteX51871" y="connsiteY51871"/>
              </a:cxn>
              <a:cxn ang="0">
                <a:pos x="connsiteX51872" y="connsiteY51872"/>
              </a:cxn>
              <a:cxn ang="0">
                <a:pos x="connsiteX51873" y="connsiteY51873"/>
              </a:cxn>
              <a:cxn ang="0">
                <a:pos x="connsiteX51874" y="connsiteY51874"/>
              </a:cxn>
              <a:cxn ang="0">
                <a:pos x="connsiteX51875" y="connsiteY51875"/>
              </a:cxn>
              <a:cxn ang="0">
                <a:pos x="connsiteX51876" y="connsiteY51876"/>
              </a:cxn>
              <a:cxn ang="0">
                <a:pos x="connsiteX51877" y="connsiteY51877"/>
              </a:cxn>
              <a:cxn ang="0">
                <a:pos x="connsiteX51878" y="connsiteY51878"/>
              </a:cxn>
              <a:cxn ang="0">
                <a:pos x="connsiteX51879" y="connsiteY51879"/>
              </a:cxn>
              <a:cxn ang="0">
                <a:pos x="connsiteX51880" y="connsiteY51880"/>
              </a:cxn>
              <a:cxn ang="0">
                <a:pos x="connsiteX51881" y="connsiteY51881"/>
              </a:cxn>
              <a:cxn ang="0">
                <a:pos x="connsiteX51882" y="connsiteY51882"/>
              </a:cxn>
              <a:cxn ang="0">
                <a:pos x="connsiteX51883" y="connsiteY51883"/>
              </a:cxn>
              <a:cxn ang="0">
                <a:pos x="connsiteX51884" y="connsiteY51884"/>
              </a:cxn>
              <a:cxn ang="0">
                <a:pos x="connsiteX51885" y="connsiteY51885"/>
              </a:cxn>
              <a:cxn ang="0">
                <a:pos x="connsiteX51886" y="connsiteY51886"/>
              </a:cxn>
              <a:cxn ang="0">
                <a:pos x="connsiteX51887" y="connsiteY51887"/>
              </a:cxn>
              <a:cxn ang="0">
                <a:pos x="connsiteX51888" y="connsiteY51888"/>
              </a:cxn>
              <a:cxn ang="0">
                <a:pos x="connsiteX51889" y="connsiteY51889"/>
              </a:cxn>
              <a:cxn ang="0">
                <a:pos x="connsiteX51890" y="connsiteY51890"/>
              </a:cxn>
              <a:cxn ang="0">
                <a:pos x="connsiteX51891" y="connsiteY51891"/>
              </a:cxn>
              <a:cxn ang="0">
                <a:pos x="connsiteX51892" y="connsiteY51892"/>
              </a:cxn>
              <a:cxn ang="0">
                <a:pos x="connsiteX51893" y="connsiteY51893"/>
              </a:cxn>
              <a:cxn ang="0">
                <a:pos x="connsiteX51894" y="connsiteY51894"/>
              </a:cxn>
              <a:cxn ang="0">
                <a:pos x="connsiteX51895" y="connsiteY51895"/>
              </a:cxn>
              <a:cxn ang="0">
                <a:pos x="connsiteX51896" y="connsiteY51896"/>
              </a:cxn>
              <a:cxn ang="0">
                <a:pos x="connsiteX51897" y="connsiteY51897"/>
              </a:cxn>
              <a:cxn ang="0">
                <a:pos x="connsiteX51898" y="connsiteY51898"/>
              </a:cxn>
              <a:cxn ang="0">
                <a:pos x="connsiteX51899" y="connsiteY51899"/>
              </a:cxn>
              <a:cxn ang="0">
                <a:pos x="connsiteX51900" y="connsiteY51900"/>
              </a:cxn>
              <a:cxn ang="0">
                <a:pos x="connsiteX51901" y="connsiteY51901"/>
              </a:cxn>
              <a:cxn ang="0">
                <a:pos x="connsiteX51902" y="connsiteY51902"/>
              </a:cxn>
              <a:cxn ang="0">
                <a:pos x="connsiteX51903" y="connsiteY51903"/>
              </a:cxn>
              <a:cxn ang="0">
                <a:pos x="connsiteX51904" y="connsiteY51904"/>
              </a:cxn>
              <a:cxn ang="0">
                <a:pos x="connsiteX51905" y="connsiteY51905"/>
              </a:cxn>
              <a:cxn ang="0">
                <a:pos x="connsiteX51906" y="connsiteY51906"/>
              </a:cxn>
              <a:cxn ang="0">
                <a:pos x="connsiteX51907" y="connsiteY51907"/>
              </a:cxn>
              <a:cxn ang="0">
                <a:pos x="connsiteX51908" y="connsiteY51908"/>
              </a:cxn>
              <a:cxn ang="0">
                <a:pos x="connsiteX51909" y="connsiteY51909"/>
              </a:cxn>
              <a:cxn ang="0">
                <a:pos x="connsiteX51910" y="connsiteY51910"/>
              </a:cxn>
              <a:cxn ang="0">
                <a:pos x="connsiteX51911" y="connsiteY51911"/>
              </a:cxn>
              <a:cxn ang="0">
                <a:pos x="connsiteX51912" y="connsiteY51912"/>
              </a:cxn>
              <a:cxn ang="0">
                <a:pos x="connsiteX51913" y="connsiteY51913"/>
              </a:cxn>
              <a:cxn ang="0">
                <a:pos x="connsiteX51914" y="connsiteY51914"/>
              </a:cxn>
              <a:cxn ang="0">
                <a:pos x="connsiteX51915" y="connsiteY51915"/>
              </a:cxn>
              <a:cxn ang="0">
                <a:pos x="connsiteX51916" y="connsiteY51916"/>
              </a:cxn>
              <a:cxn ang="0">
                <a:pos x="connsiteX51917" y="connsiteY51917"/>
              </a:cxn>
              <a:cxn ang="0">
                <a:pos x="connsiteX51918" y="connsiteY51918"/>
              </a:cxn>
              <a:cxn ang="0">
                <a:pos x="connsiteX51919" y="connsiteY51919"/>
              </a:cxn>
              <a:cxn ang="0">
                <a:pos x="connsiteX51920" y="connsiteY51920"/>
              </a:cxn>
              <a:cxn ang="0">
                <a:pos x="connsiteX51921" y="connsiteY51921"/>
              </a:cxn>
              <a:cxn ang="0">
                <a:pos x="connsiteX51922" y="connsiteY51922"/>
              </a:cxn>
              <a:cxn ang="0">
                <a:pos x="connsiteX51923" y="connsiteY51923"/>
              </a:cxn>
              <a:cxn ang="0">
                <a:pos x="connsiteX51924" y="connsiteY51924"/>
              </a:cxn>
              <a:cxn ang="0">
                <a:pos x="connsiteX51925" y="connsiteY51925"/>
              </a:cxn>
              <a:cxn ang="0">
                <a:pos x="connsiteX51926" y="connsiteY51926"/>
              </a:cxn>
              <a:cxn ang="0">
                <a:pos x="connsiteX51927" y="connsiteY51927"/>
              </a:cxn>
              <a:cxn ang="0">
                <a:pos x="connsiteX51928" y="connsiteY51928"/>
              </a:cxn>
              <a:cxn ang="0">
                <a:pos x="connsiteX51929" y="connsiteY51929"/>
              </a:cxn>
              <a:cxn ang="0">
                <a:pos x="connsiteX51930" y="connsiteY51930"/>
              </a:cxn>
              <a:cxn ang="0">
                <a:pos x="connsiteX51931" y="connsiteY51931"/>
              </a:cxn>
              <a:cxn ang="0">
                <a:pos x="connsiteX51932" y="connsiteY51932"/>
              </a:cxn>
              <a:cxn ang="0">
                <a:pos x="connsiteX51933" y="connsiteY51933"/>
              </a:cxn>
              <a:cxn ang="0">
                <a:pos x="connsiteX51934" y="connsiteY51934"/>
              </a:cxn>
              <a:cxn ang="0">
                <a:pos x="connsiteX51935" y="connsiteY51935"/>
              </a:cxn>
              <a:cxn ang="0">
                <a:pos x="connsiteX51936" y="connsiteY51936"/>
              </a:cxn>
              <a:cxn ang="0">
                <a:pos x="connsiteX51937" y="connsiteY51937"/>
              </a:cxn>
              <a:cxn ang="0">
                <a:pos x="connsiteX51938" y="connsiteY51938"/>
              </a:cxn>
              <a:cxn ang="0">
                <a:pos x="connsiteX51939" y="connsiteY51939"/>
              </a:cxn>
              <a:cxn ang="0">
                <a:pos x="connsiteX51940" y="connsiteY51940"/>
              </a:cxn>
              <a:cxn ang="0">
                <a:pos x="connsiteX51941" y="connsiteY51941"/>
              </a:cxn>
              <a:cxn ang="0">
                <a:pos x="connsiteX51942" y="connsiteY51942"/>
              </a:cxn>
              <a:cxn ang="0">
                <a:pos x="connsiteX51943" y="connsiteY51943"/>
              </a:cxn>
              <a:cxn ang="0">
                <a:pos x="connsiteX51944" y="connsiteY51944"/>
              </a:cxn>
              <a:cxn ang="0">
                <a:pos x="connsiteX51945" y="connsiteY51945"/>
              </a:cxn>
              <a:cxn ang="0">
                <a:pos x="connsiteX51946" y="connsiteY51946"/>
              </a:cxn>
              <a:cxn ang="0">
                <a:pos x="connsiteX51947" y="connsiteY51947"/>
              </a:cxn>
              <a:cxn ang="0">
                <a:pos x="connsiteX51948" y="connsiteY51948"/>
              </a:cxn>
              <a:cxn ang="0">
                <a:pos x="connsiteX51949" y="connsiteY51949"/>
              </a:cxn>
              <a:cxn ang="0">
                <a:pos x="connsiteX51950" y="connsiteY51950"/>
              </a:cxn>
              <a:cxn ang="0">
                <a:pos x="connsiteX51951" y="connsiteY51951"/>
              </a:cxn>
              <a:cxn ang="0">
                <a:pos x="connsiteX51952" y="connsiteY51952"/>
              </a:cxn>
              <a:cxn ang="0">
                <a:pos x="connsiteX51953" y="connsiteY51953"/>
              </a:cxn>
              <a:cxn ang="0">
                <a:pos x="connsiteX51954" y="connsiteY51954"/>
              </a:cxn>
              <a:cxn ang="0">
                <a:pos x="connsiteX51955" y="connsiteY51955"/>
              </a:cxn>
              <a:cxn ang="0">
                <a:pos x="connsiteX51956" y="connsiteY51956"/>
              </a:cxn>
              <a:cxn ang="0">
                <a:pos x="connsiteX51957" y="connsiteY51957"/>
              </a:cxn>
              <a:cxn ang="0">
                <a:pos x="connsiteX51958" y="connsiteY51958"/>
              </a:cxn>
              <a:cxn ang="0">
                <a:pos x="connsiteX51959" y="connsiteY51959"/>
              </a:cxn>
              <a:cxn ang="0">
                <a:pos x="connsiteX51960" y="connsiteY51960"/>
              </a:cxn>
              <a:cxn ang="0">
                <a:pos x="connsiteX51961" y="connsiteY51961"/>
              </a:cxn>
              <a:cxn ang="0">
                <a:pos x="connsiteX51962" y="connsiteY51962"/>
              </a:cxn>
              <a:cxn ang="0">
                <a:pos x="connsiteX51963" y="connsiteY51963"/>
              </a:cxn>
              <a:cxn ang="0">
                <a:pos x="connsiteX51964" y="connsiteY51964"/>
              </a:cxn>
              <a:cxn ang="0">
                <a:pos x="connsiteX51965" y="connsiteY51965"/>
              </a:cxn>
              <a:cxn ang="0">
                <a:pos x="connsiteX51966" y="connsiteY51966"/>
              </a:cxn>
              <a:cxn ang="0">
                <a:pos x="connsiteX51967" y="connsiteY51967"/>
              </a:cxn>
              <a:cxn ang="0">
                <a:pos x="connsiteX51968" y="connsiteY51968"/>
              </a:cxn>
              <a:cxn ang="0">
                <a:pos x="connsiteX51969" y="connsiteY51969"/>
              </a:cxn>
              <a:cxn ang="0">
                <a:pos x="connsiteX51970" y="connsiteY51970"/>
              </a:cxn>
              <a:cxn ang="0">
                <a:pos x="connsiteX51971" y="connsiteY51971"/>
              </a:cxn>
              <a:cxn ang="0">
                <a:pos x="connsiteX51972" y="connsiteY51972"/>
              </a:cxn>
              <a:cxn ang="0">
                <a:pos x="connsiteX51973" y="connsiteY51973"/>
              </a:cxn>
              <a:cxn ang="0">
                <a:pos x="connsiteX51974" y="connsiteY51974"/>
              </a:cxn>
              <a:cxn ang="0">
                <a:pos x="connsiteX51975" y="connsiteY51975"/>
              </a:cxn>
              <a:cxn ang="0">
                <a:pos x="connsiteX51976" y="connsiteY51976"/>
              </a:cxn>
              <a:cxn ang="0">
                <a:pos x="connsiteX51977" y="connsiteY51977"/>
              </a:cxn>
              <a:cxn ang="0">
                <a:pos x="connsiteX51978" y="connsiteY51978"/>
              </a:cxn>
              <a:cxn ang="0">
                <a:pos x="connsiteX51979" y="connsiteY51979"/>
              </a:cxn>
              <a:cxn ang="0">
                <a:pos x="connsiteX51980" y="connsiteY51980"/>
              </a:cxn>
              <a:cxn ang="0">
                <a:pos x="connsiteX51981" y="connsiteY51981"/>
              </a:cxn>
              <a:cxn ang="0">
                <a:pos x="connsiteX51982" y="connsiteY51982"/>
              </a:cxn>
              <a:cxn ang="0">
                <a:pos x="connsiteX51983" y="connsiteY51983"/>
              </a:cxn>
              <a:cxn ang="0">
                <a:pos x="connsiteX51984" y="connsiteY51984"/>
              </a:cxn>
              <a:cxn ang="0">
                <a:pos x="connsiteX51985" y="connsiteY51985"/>
              </a:cxn>
              <a:cxn ang="0">
                <a:pos x="connsiteX51986" y="connsiteY51986"/>
              </a:cxn>
              <a:cxn ang="0">
                <a:pos x="connsiteX51987" y="connsiteY51987"/>
              </a:cxn>
              <a:cxn ang="0">
                <a:pos x="connsiteX51988" y="connsiteY51988"/>
              </a:cxn>
              <a:cxn ang="0">
                <a:pos x="connsiteX51989" y="connsiteY51989"/>
              </a:cxn>
              <a:cxn ang="0">
                <a:pos x="connsiteX51990" y="connsiteY51990"/>
              </a:cxn>
              <a:cxn ang="0">
                <a:pos x="connsiteX51991" y="connsiteY51991"/>
              </a:cxn>
              <a:cxn ang="0">
                <a:pos x="connsiteX51992" y="connsiteY51992"/>
              </a:cxn>
              <a:cxn ang="0">
                <a:pos x="connsiteX51993" y="connsiteY51993"/>
              </a:cxn>
              <a:cxn ang="0">
                <a:pos x="connsiteX51994" y="connsiteY51994"/>
              </a:cxn>
              <a:cxn ang="0">
                <a:pos x="connsiteX51995" y="connsiteY51995"/>
              </a:cxn>
              <a:cxn ang="0">
                <a:pos x="connsiteX51996" y="connsiteY51996"/>
              </a:cxn>
              <a:cxn ang="0">
                <a:pos x="connsiteX51997" y="connsiteY51997"/>
              </a:cxn>
              <a:cxn ang="0">
                <a:pos x="connsiteX51998" y="connsiteY51998"/>
              </a:cxn>
              <a:cxn ang="0">
                <a:pos x="connsiteX51999" y="connsiteY51999"/>
              </a:cxn>
              <a:cxn ang="0">
                <a:pos x="connsiteX52000" y="connsiteY52000"/>
              </a:cxn>
              <a:cxn ang="0">
                <a:pos x="connsiteX52001" y="connsiteY52001"/>
              </a:cxn>
              <a:cxn ang="0">
                <a:pos x="connsiteX52002" y="connsiteY52002"/>
              </a:cxn>
              <a:cxn ang="0">
                <a:pos x="connsiteX52003" y="connsiteY52003"/>
              </a:cxn>
              <a:cxn ang="0">
                <a:pos x="connsiteX52004" y="connsiteY52004"/>
              </a:cxn>
              <a:cxn ang="0">
                <a:pos x="connsiteX52005" y="connsiteY52005"/>
              </a:cxn>
              <a:cxn ang="0">
                <a:pos x="connsiteX52006" y="connsiteY52006"/>
              </a:cxn>
              <a:cxn ang="0">
                <a:pos x="connsiteX52007" y="connsiteY52007"/>
              </a:cxn>
              <a:cxn ang="0">
                <a:pos x="connsiteX52008" y="connsiteY52008"/>
              </a:cxn>
              <a:cxn ang="0">
                <a:pos x="connsiteX52009" y="connsiteY52009"/>
              </a:cxn>
              <a:cxn ang="0">
                <a:pos x="connsiteX52010" y="connsiteY52010"/>
              </a:cxn>
              <a:cxn ang="0">
                <a:pos x="connsiteX52011" y="connsiteY52011"/>
              </a:cxn>
              <a:cxn ang="0">
                <a:pos x="connsiteX52012" y="connsiteY52012"/>
              </a:cxn>
              <a:cxn ang="0">
                <a:pos x="connsiteX52013" y="connsiteY52013"/>
              </a:cxn>
              <a:cxn ang="0">
                <a:pos x="connsiteX52014" y="connsiteY52014"/>
              </a:cxn>
              <a:cxn ang="0">
                <a:pos x="connsiteX52015" y="connsiteY52015"/>
              </a:cxn>
              <a:cxn ang="0">
                <a:pos x="connsiteX52016" y="connsiteY52016"/>
              </a:cxn>
              <a:cxn ang="0">
                <a:pos x="connsiteX52017" y="connsiteY52017"/>
              </a:cxn>
              <a:cxn ang="0">
                <a:pos x="connsiteX52018" y="connsiteY52018"/>
              </a:cxn>
              <a:cxn ang="0">
                <a:pos x="connsiteX52019" y="connsiteY52019"/>
              </a:cxn>
              <a:cxn ang="0">
                <a:pos x="connsiteX52020" y="connsiteY52020"/>
              </a:cxn>
              <a:cxn ang="0">
                <a:pos x="connsiteX52021" y="connsiteY52021"/>
              </a:cxn>
              <a:cxn ang="0">
                <a:pos x="connsiteX52022" y="connsiteY52022"/>
              </a:cxn>
              <a:cxn ang="0">
                <a:pos x="connsiteX52023" y="connsiteY52023"/>
              </a:cxn>
              <a:cxn ang="0">
                <a:pos x="connsiteX52024" y="connsiteY52024"/>
              </a:cxn>
              <a:cxn ang="0">
                <a:pos x="connsiteX52025" y="connsiteY52025"/>
              </a:cxn>
              <a:cxn ang="0">
                <a:pos x="connsiteX52026" y="connsiteY52026"/>
              </a:cxn>
              <a:cxn ang="0">
                <a:pos x="connsiteX52027" y="connsiteY52027"/>
              </a:cxn>
              <a:cxn ang="0">
                <a:pos x="connsiteX52028" y="connsiteY52028"/>
              </a:cxn>
              <a:cxn ang="0">
                <a:pos x="connsiteX52029" y="connsiteY52029"/>
              </a:cxn>
              <a:cxn ang="0">
                <a:pos x="connsiteX52030" y="connsiteY52030"/>
              </a:cxn>
              <a:cxn ang="0">
                <a:pos x="connsiteX52031" y="connsiteY52031"/>
              </a:cxn>
              <a:cxn ang="0">
                <a:pos x="connsiteX52032" y="connsiteY52032"/>
              </a:cxn>
              <a:cxn ang="0">
                <a:pos x="connsiteX52033" y="connsiteY52033"/>
              </a:cxn>
              <a:cxn ang="0">
                <a:pos x="connsiteX52034" y="connsiteY52034"/>
              </a:cxn>
              <a:cxn ang="0">
                <a:pos x="connsiteX52035" y="connsiteY52035"/>
              </a:cxn>
              <a:cxn ang="0">
                <a:pos x="connsiteX52036" y="connsiteY52036"/>
              </a:cxn>
              <a:cxn ang="0">
                <a:pos x="connsiteX52037" y="connsiteY52037"/>
              </a:cxn>
              <a:cxn ang="0">
                <a:pos x="connsiteX52038" y="connsiteY52038"/>
              </a:cxn>
              <a:cxn ang="0">
                <a:pos x="connsiteX52039" y="connsiteY52039"/>
              </a:cxn>
              <a:cxn ang="0">
                <a:pos x="connsiteX52040" y="connsiteY52040"/>
              </a:cxn>
              <a:cxn ang="0">
                <a:pos x="connsiteX52041" y="connsiteY52041"/>
              </a:cxn>
              <a:cxn ang="0">
                <a:pos x="connsiteX52042" y="connsiteY52042"/>
              </a:cxn>
              <a:cxn ang="0">
                <a:pos x="connsiteX52043" y="connsiteY52043"/>
              </a:cxn>
              <a:cxn ang="0">
                <a:pos x="connsiteX52044" y="connsiteY52044"/>
              </a:cxn>
              <a:cxn ang="0">
                <a:pos x="connsiteX52045" y="connsiteY52045"/>
              </a:cxn>
              <a:cxn ang="0">
                <a:pos x="connsiteX52046" y="connsiteY52046"/>
              </a:cxn>
              <a:cxn ang="0">
                <a:pos x="connsiteX52047" y="connsiteY52047"/>
              </a:cxn>
              <a:cxn ang="0">
                <a:pos x="connsiteX52048" y="connsiteY52048"/>
              </a:cxn>
              <a:cxn ang="0">
                <a:pos x="connsiteX52049" y="connsiteY52049"/>
              </a:cxn>
              <a:cxn ang="0">
                <a:pos x="connsiteX52050" y="connsiteY52050"/>
              </a:cxn>
              <a:cxn ang="0">
                <a:pos x="connsiteX52051" y="connsiteY52051"/>
              </a:cxn>
              <a:cxn ang="0">
                <a:pos x="connsiteX52052" y="connsiteY52052"/>
              </a:cxn>
              <a:cxn ang="0">
                <a:pos x="connsiteX52053" y="connsiteY52053"/>
              </a:cxn>
              <a:cxn ang="0">
                <a:pos x="connsiteX52054" y="connsiteY52054"/>
              </a:cxn>
              <a:cxn ang="0">
                <a:pos x="connsiteX52055" y="connsiteY52055"/>
              </a:cxn>
              <a:cxn ang="0">
                <a:pos x="connsiteX52056" y="connsiteY52056"/>
              </a:cxn>
              <a:cxn ang="0">
                <a:pos x="connsiteX52057" y="connsiteY52057"/>
              </a:cxn>
              <a:cxn ang="0">
                <a:pos x="connsiteX52058" y="connsiteY52058"/>
              </a:cxn>
              <a:cxn ang="0">
                <a:pos x="connsiteX52059" y="connsiteY52059"/>
              </a:cxn>
              <a:cxn ang="0">
                <a:pos x="connsiteX52060" y="connsiteY52060"/>
              </a:cxn>
              <a:cxn ang="0">
                <a:pos x="connsiteX52061" y="connsiteY52061"/>
              </a:cxn>
              <a:cxn ang="0">
                <a:pos x="connsiteX52062" y="connsiteY52062"/>
              </a:cxn>
              <a:cxn ang="0">
                <a:pos x="connsiteX52063" y="connsiteY52063"/>
              </a:cxn>
              <a:cxn ang="0">
                <a:pos x="connsiteX52064" y="connsiteY52064"/>
              </a:cxn>
              <a:cxn ang="0">
                <a:pos x="connsiteX52065" y="connsiteY52065"/>
              </a:cxn>
              <a:cxn ang="0">
                <a:pos x="connsiteX52066" y="connsiteY52066"/>
              </a:cxn>
              <a:cxn ang="0">
                <a:pos x="connsiteX52067" y="connsiteY52067"/>
              </a:cxn>
              <a:cxn ang="0">
                <a:pos x="connsiteX52068" y="connsiteY52068"/>
              </a:cxn>
              <a:cxn ang="0">
                <a:pos x="connsiteX52069" y="connsiteY52069"/>
              </a:cxn>
              <a:cxn ang="0">
                <a:pos x="connsiteX52070" y="connsiteY52070"/>
              </a:cxn>
              <a:cxn ang="0">
                <a:pos x="connsiteX52071" y="connsiteY52071"/>
              </a:cxn>
              <a:cxn ang="0">
                <a:pos x="connsiteX52072" y="connsiteY52072"/>
              </a:cxn>
              <a:cxn ang="0">
                <a:pos x="connsiteX52073" y="connsiteY52073"/>
              </a:cxn>
              <a:cxn ang="0">
                <a:pos x="connsiteX52074" y="connsiteY52074"/>
              </a:cxn>
              <a:cxn ang="0">
                <a:pos x="connsiteX52075" y="connsiteY52075"/>
              </a:cxn>
              <a:cxn ang="0">
                <a:pos x="connsiteX52076" y="connsiteY52076"/>
              </a:cxn>
              <a:cxn ang="0">
                <a:pos x="connsiteX52077" y="connsiteY52077"/>
              </a:cxn>
              <a:cxn ang="0">
                <a:pos x="connsiteX52078" y="connsiteY52078"/>
              </a:cxn>
              <a:cxn ang="0">
                <a:pos x="connsiteX52079" y="connsiteY52079"/>
              </a:cxn>
              <a:cxn ang="0">
                <a:pos x="connsiteX52080" y="connsiteY52080"/>
              </a:cxn>
              <a:cxn ang="0">
                <a:pos x="connsiteX52081" y="connsiteY52081"/>
              </a:cxn>
              <a:cxn ang="0">
                <a:pos x="connsiteX52082" y="connsiteY52082"/>
              </a:cxn>
              <a:cxn ang="0">
                <a:pos x="connsiteX52083" y="connsiteY52083"/>
              </a:cxn>
              <a:cxn ang="0">
                <a:pos x="connsiteX52084" y="connsiteY52084"/>
              </a:cxn>
              <a:cxn ang="0">
                <a:pos x="connsiteX52085" y="connsiteY52085"/>
              </a:cxn>
              <a:cxn ang="0">
                <a:pos x="connsiteX52086" y="connsiteY52086"/>
              </a:cxn>
              <a:cxn ang="0">
                <a:pos x="connsiteX52087" y="connsiteY52087"/>
              </a:cxn>
              <a:cxn ang="0">
                <a:pos x="connsiteX52088" y="connsiteY52088"/>
              </a:cxn>
              <a:cxn ang="0">
                <a:pos x="connsiteX52089" y="connsiteY52089"/>
              </a:cxn>
              <a:cxn ang="0">
                <a:pos x="connsiteX52090" y="connsiteY52090"/>
              </a:cxn>
              <a:cxn ang="0">
                <a:pos x="connsiteX52091" y="connsiteY52091"/>
              </a:cxn>
              <a:cxn ang="0">
                <a:pos x="connsiteX52092" y="connsiteY52092"/>
              </a:cxn>
              <a:cxn ang="0">
                <a:pos x="connsiteX52093" y="connsiteY52093"/>
              </a:cxn>
              <a:cxn ang="0">
                <a:pos x="connsiteX52094" y="connsiteY52094"/>
              </a:cxn>
              <a:cxn ang="0">
                <a:pos x="connsiteX52095" y="connsiteY52095"/>
              </a:cxn>
              <a:cxn ang="0">
                <a:pos x="connsiteX52096" y="connsiteY52096"/>
              </a:cxn>
              <a:cxn ang="0">
                <a:pos x="connsiteX52097" y="connsiteY52097"/>
              </a:cxn>
              <a:cxn ang="0">
                <a:pos x="connsiteX52098" y="connsiteY52098"/>
              </a:cxn>
              <a:cxn ang="0">
                <a:pos x="connsiteX52099" y="connsiteY52099"/>
              </a:cxn>
              <a:cxn ang="0">
                <a:pos x="connsiteX52100" y="connsiteY52100"/>
              </a:cxn>
              <a:cxn ang="0">
                <a:pos x="connsiteX52101" y="connsiteY52101"/>
              </a:cxn>
              <a:cxn ang="0">
                <a:pos x="connsiteX52102" y="connsiteY52102"/>
              </a:cxn>
              <a:cxn ang="0">
                <a:pos x="connsiteX52103" y="connsiteY52103"/>
              </a:cxn>
              <a:cxn ang="0">
                <a:pos x="connsiteX52104" y="connsiteY52104"/>
              </a:cxn>
              <a:cxn ang="0">
                <a:pos x="connsiteX52105" y="connsiteY52105"/>
              </a:cxn>
              <a:cxn ang="0">
                <a:pos x="connsiteX52106" y="connsiteY52106"/>
              </a:cxn>
              <a:cxn ang="0">
                <a:pos x="connsiteX52107" y="connsiteY52107"/>
              </a:cxn>
              <a:cxn ang="0">
                <a:pos x="connsiteX52108" y="connsiteY52108"/>
              </a:cxn>
              <a:cxn ang="0">
                <a:pos x="connsiteX52109" y="connsiteY52109"/>
              </a:cxn>
              <a:cxn ang="0">
                <a:pos x="connsiteX52110" y="connsiteY52110"/>
              </a:cxn>
              <a:cxn ang="0">
                <a:pos x="connsiteX52111" y="connsiteY52111"/>
              </a:cxn>
              <a:cxn ang="0">
                <a:pos x="connsiteX52112" y="connsiteY52112"/>
              </a:cxn>
              <a:cxn ang="0">
                <a:pos x="connsiteX52113" y="connsiteY52113"/>
              </a:cxn>
              <a:cxn ang="0">
                <a:pos x="connsiteX52114" y="connsiteY52114"/>
              </a:cxn>
              <a:cxn ang="0">
                <a:pos x="connsiteX52115" y="connsiteY52115"/>
              </a:cxn>
              <a:cxn ang="0">
                <a:pos x="connsiteX52116" y="connsiteY52116"/>
              </a:cxn>
              <a:cxn ang="0">
                <a:pos x="connsiteX52117" y="connsiteY52117"/>
              </a:cxn>
              <a:cxn ang="0">
                <a:pos x="connsiteX52118" y="connsiteY52118"/>
              </a:cxn>
              <a:cxn ang="0">
                <a:pos x="connsiteX52119" y="connsiteY52119"/>
              </a:cxn>
              <a:cxn ang="0">
                <a:pos x="connsiteX52120" y="connsiteY52120"/>
              </a:cxn>
              <a:cxn ang="0">
                <a:pos x="connsiteX52121" y="connsiteY52121"/>
              </a:cxn>
              <a:cxn ang="0">
                <a:pos x="connsiteX52122" y="connsiteY52122"/>
              </a:cxn>
              <a:cxn ang="0">
                <a:pos x="connsiteX52123" y="connsiteY52123"/>
              </a:cxn>
              <a:cxn ang="0">
                <a:pos x="connsiteX52124" y="connsiteY52124"/>
              </a:cxn>
              <a:cxn ang="0">
                <a:pos x="connsiteX52125" y="connsiteY52125"/>
              </a:cxn>
              <a:cxn ang="0">
                <a:pos x="connsiteX52126" y="connsiteY52126"/>
              </a:cxn>
              <a:cxn ang="0">
                <a:pos x="connsiteX52127" y="connsiteY52127"/>
              </a:cxn>
              <a:cxn ang="0">
                <a:pos x="connsiteX52128" y="connsiteY52128"/>
              </a:cxn>
              <a:cxn ang="0">
                <a:pos x="connsiteX52129" y="connsiteY52129"/>
              </a:cxn>
              <a:cxn ang="0">
                <a:pos x="connsiteX52130" y="connsiteY52130"/>
              </a:cxn>
              <a:cxn ang="0">
                <a:pos x="connsiteX52131" y="connsiteY52131"/>
              </a:cxn>
              <a:cxn ang="0">
                <a:pos x="connsiteX52132" y="connsiteY52132"/>
              </a:cxn>
              <a:cxn ang="0">
                <a:pos x="connsiteX52133" y="connsiteY52133"/>
              </a:cxn>
              <a:cxn ang="0">
                <a:pos x="connsiteX52134" y="connsiteY52134"/>
              </a:cxn>
              <a:cxn ang="0">
                <a:pos x="connsiteX52135" y="connsiteY52135"/>
              </a:cxn>
              <a:cxn ang="0">
                <a:pos x="connsiteX52136" y="connsiteY52136"/>
              </a:cxn>
              <a:cxn ang="0">
                <a:pos x="connsiteX52137" y="connsiteY52137"/>
              </a:cxn>
              <a:cxn ang="0">
                <a:pos x="connsiteX52138" y="connsiteY52138"/>
              </a:cxn>
              <a:cxn ang="0">
                <a:pos x="connsiteX52139" y="connsiteY52139"/>
              </a:cxn>
              <a:cxn ang="0">
                <a:pos x="connsiteX52140" y="connsiteY52140"/>
              </a:cxn>
              <a:cxn ang="0">
                <a:pos x="connsiteX52141" y="connsiteY52141"/>
              </a:cxn>
              <a:cxn ang="0">
                <a:pos x="connsiteX52142" y="connsiteY52142"/>
              </a:cxn>
              <a:cxn ang="0">
                <a:pos x="connsiteX52143" y="connsiteY52143"/>
              </a:cxn>
              <a:cxn ang="0">
                <a:pos x="connsiteX52144" y="connsiteY52144"/>
              </a:cxn>
              <a:cxn ang="0">
                <a:pos x="connsiteX52145" y="connsiteY52145"/>
              </a:cxn>
              <a:cxn ang="0">
                <a:pos x="connsiteX52146" y="connsiteY52146"/>
              </a:cxn>
              <a:cxn ang="0">
                <a:pos x="connsiteX52147" y="connsiteY52147"/>
              </a:cxn>
              <a:cxn ang="0">
                <a:pos x="connsiteX52148" y="connsiteY52148"/>
              </a:cxn>
              <a:cxn ang="0">
                <a:pos x="connsiteX52149" y="connsiteY52149"/>
              </a:cxn>
              <a:cxn ang="0">
                <a:pos x="connsiteX52150" y="connsiteY52150"/>
              </a:cxn>
              <a:cxn ang="0">
                <a:pos x="connsiteX52151" y="connsiteY52151"/>
              </a:cxn>
              <a:cxn ang="0">
                <a:pos x="connsiteX52152" y="connsiteY52152"/>
              </a:cxn>
              <a:cxn ang="0">
                <a:pos x="connsiteX52153" y="connsiteY52153"/>
              </a:cxn>
              <a:cxn ang="0">
                <a:pos x="connsiteX52154" y="connsiteY52154"/>
              </a:cxn>
              <a:cxn ang="0">
                <a:pos x="connsiteX52155" y="connsiteY52155"/>
              </a:cxn>
              <a:cxn ang="0">
                <a:pos x="connsiteX52156" y="connsiteY52156"/>
              </a:cxn>
              <a:cxn ang="0">
                <a:pos x="connsiteX52157" y="connsiteY52157"/>
              </a:cxn>
              <a:cxn ang="0">
                <a:pos x="connsiteX52158" y="connsiteY52158"/>
              </a:cxn>
              <a:cxn ang="0">
                <a:pos x="connsiteX52159" y="connsiteY52159"/>
              </a:cxn>
              <a:cxn ang="0">
                <a:pos x="connsiteX52160" y="connsiteY52160"/>
              </a:cxn>
              <a:cxn ang="0">
                <a:pos x="connsiteX52161" y="connsiteY52161"/>
              </a:cxn>
              <a:cxn ang="0">
                <a:pos x="connsiteX52162" y="connsiteY52162"/>
              </a:cxn>
              <a:cxn ang="0">
                <a:pos x="connsiteX52163" y="connsiteY52163"/>
              </a:cxn>
              <a:cxn ang="0">
                <a:pos x="connsiteX52164" y="connsiteY52164"/>
              </a:cxn>
              <a:cxn ang="0">
                <a:pos x="connsiteX52165" y="connsiteY52165"/>
              </a:cxn>
              <a:cxn ang="0">
                <a:pos x="connsiteX52166" y="connsiteY52166"/>
              </a:cxn>
              <a:cxn ang="0">
                <a:pos x="connsiteX52167" y="connsiteY52167"/>
              </a:cxn>
              <a:cxn ang="0">
                <a:pos x="connsiteX52168" y="connsiteY52168"/>
              </a:cxn>
              <a:cxn ang="0">
                <a:pos x="connsiteX52169" y="connsiteY52169"/>
              </a:cxn>
              <a:cxn ang="0">
                <a:pos x="connsiteX52170" y="connsiteY52170"/>
              </a:cxn>
              <a:cxn ang="0">
                <a:pos x="connsiteX52171" y="connsiteY52171"/>
              </a:cxn>
              <a:cxn ang="0">
                <a:pos x="connsiteX52172" y="connsiteY52172"/>
              </a:cxn>
              <a:cxn ang="0">
                <a:pos x="connsiteX52173" y="connsiteY52173"/>
              </a:cxn>
              <a:cxn ang="0">
                <a:pos x="connsiteX52174" y="connsiteY52174"/>
              </a:cxn>
              <a:cxn ang="0">
                <a:pos x="connsiteX52175" y="connsiteY52175"/>
              </a:cxn>
              <a:cxn ang="0">
                <a:pos x="connsiteX52176" y="connsiteY52176"/>
              </a:cxn>
              <a:cxn ang="0">
                <a:pos x="connsiteX52177" y="connsiteY52177"/>
              </a:cxn>
              <a:cxn ang="0">
                <a:pos x="connsiteX52178" y="connsiteY52178"/>
              </a:cxn>
              <a:cxn ang="0">
                <a:pos x="connsiteX52179" y="connsiteY52179"/>
              </a:cxn>
              <a:cxn ang="0">
                <a:pos x="connsiteX52180" y="connsiteY52180"/>
              </a:cxn>
              <a:cxn ang="0">
                <a:pos x="connsiteX52181" y="connsiteY52181"/>
              </a:cxn>
              <a:cxn ang="0">
                <a:pos x="connsiteX52182" y="connsiteY52182"/>
              </a:cxn>
              <a:cxn ang="0">
                <a:pos x="connsiteX52183" y="connsiteY52183"/>
              </a:cxn>
              <a:cxn ang="0">
                <a:pos x="connsiteX52184" y="connsiteY52184"/>
              </a:cxn>
              <a:cxn ang="0">
                <a:pos x="connsiteX52185" y="connsiteY52185"/>
              </a:cxn>
              <a:cxn ang="0">
                <a:pos x="connsiteX52186" y="connsiteY52186"/>
              </a:cxn>
              <a:cxn ang="0">
                <a:pos x="connsiteX52187" y="connsiteY52187"/>
              </a:cxn>
              <a:cxn ang="0">
                <a:pos x="connsiteX52188" y="connsiteY52188"/>
              </a:cxn>
              <a:cxn ang="0">
                <a:pos x="connsiteX52189" y="connsiteY52189"/>
              </a:cxn>
              <a:cxn ang="0">
                <a:pos x="connsiteX52190" y="connsiteY52190"/>
              </a:cxn>
              <a:cxn ang="0">
                <a:pos x="connsiteX52191" y="connsiteY52191"/>
              </a:cxn>
              <a:cxn ang="0">
                <a:pos x="connsiteX52192" y="connsiteY52192"/>
              </a:cxn>
              <a:cxn ang="0">
                <a:pos x="connsiteX52193" y="connsiteY52193"/>
              </a:cxn>
              <a:cxn ang="0">
                <a:pos x="connsiteX52194" y="connsiteY52194"/>
              </a:cxn>
              <a:cxn ang="0">
                <a:pos x="connsiteX52195" y="connsiteY52195"/>
              </a:cxn>
              <a:cxn ang="0">
                <a:pos x="connsiteX52196" y="connsiteY52196"/>
              </a:cxn>
              <a:cxn ang="0">
                <a:pos x="connsiteX52197" y="connsiteY52197"/>
              </a:cxn>
              <a:cxn ang="0">
                <a:pos x="connsiteX52198" y="connsiteY52198"/>
              </a:cxn>
              <a:cxn ang="0">
                <a:pos x="connsiteX52199" y="connsiteY52199"/>
              </a:cxn>
              <a:cxn ang="0">
                <a:pos x="connsiteX52200" y="connsiteY52200"/>
              </a:cxn>
              <a:cxn ang="0">
                <a:pos x="connsiteX52201" y="connsiteY52201"/>
              </a:cxn>
              <a:cxn ang="0">
                <a:pos x="connsiteX52202" y="connsiteY52202"/>
              </a:cxn>
              <a:cxn ang="0">
                <a:pos x="connsiteX52203" y="connsiteY52203"/>
              </a:cxn>
              <a:cxn ang="0">
                <a:pos x="connsiteX52204" y="connsiteY52204"/>
              </a:cxn>
              <a:cxn ang="0">
                <a:pos x="connsiteX52205" y="connsiteY52205"/>
              </a:cxn>
              <a:cxn ang="0">
                <a:pos x="connsiteX52206" y="connsiteY52206"/>
              </a:cxn>
              <a:cxn ang="0">
                <a:pos x="connsiteX52207" y="connsiteY52207"/>
              </a:cxn>
              <a:cxn ang="0">
                <a:pos x="connsiteX52208" y="connsiteY52208"/>
              </a:cxn>
              <a:cxn ang="0">
                <a:pos x="connsiteX52209" y="connsiteY52209"/>
              </a:cxn>
              <a:cxn ang="0">
                <a:pos x="connsiteX52210" y="connsiteY52210"/>
              </a:cxn>
              <a:cxn ang="0">
                <a:pos x="connsiteX52211" y="connsiteY52211"/>
              </a:cxn>
              <a:cxn ang="0">
                <a:pos x="connsiteX52212" y="connsiteY52212"/>
              </a:cxn>
              <a:cxn ang="0">
                <a:pos x="connsiteX52213" y="connsiteY52213"/>
              </a:cxn>
              <a:cxn ang="0">
                <a:pos x="connsiteX52214" y="connsiteY52214"/>
              </a:cxn>
              <a:cxn ang="0">
                <a:pos x="connsiteX52215" y="connsiteY52215"/>
              </a:cxn>
              <a:cxn ang="0">
                <a:pos x="connsiteX52216" y="connsiteY52216"/>
              </a:cxn>
              <a:cxn ang="0">
                <a:pos x="connsiteX52217" y="connsiteY52217"/>
              </a:cxn>
              <a:cxn ang="0">
                <a:pos x="connsiteX52218" y="connsiteY52218"/>
              </a:cxn>
              <a:cxn ang="0">
                <a:pos x="connsiteX52219" y="connsiteY52219"/>
              </a:cxn>
              <a:cxn ang="0">
                <a:pos x="connsiteX52220" y="connsiteY52220"/>
              </a:cxn>
              <a:cxn ang="0">
                <a:pos x="connsiteX52221" y="connsiteY52221"/>
              </a:cxn>
              <a:cxn ang="0">
                <a:pos x="connsiteX52222" y="connsiteY52222"/>
              </a:cxn>
              <a:cxn ang="0">
                <a:pos x="connsiteX52223" y="connsiteY52223"/>
              </a:cxn>
              <a:cxn ang="0">
                <a:pos x="connsiteX52224" y="connsiteY52224"/>
              </a:cxn>
              <a:cxn ang="0">
                <a:pos x="connsiteX52225" y="connsiteY52225"/>
              </a:cxn>
              <a:cxn ang="0">
                <a:pos x="connsiteX52226" y="connsiteY52226"/>
              </a:cxn>
              <a:cxn ang="0">
                <a:pos x="connsiteX52227" y="connsiteY52227"/>
              </a:cxn>
              <a:cxn ang="0">
                <a:pos x="connsiteX52228" y="connsiteY52228"/>
              </a:cxn>
              <a:cxn ang="0">
                <a:pos x="connsiteX52229" y="connsiteY52229"/>
              </a:cxn>
              <a:cxn ang="0">
                <a:pos x="connsiteX52230" y="connsiteY52230"/>
              </a:cxn>
              <a:cxn ang="0">
                <a:pos x="connsiteX52231" y="connsiteY52231"/>
              </a:cxn>
              <a:cxn ang="0">
                <a:pos x="connsiteX52232" y="connsiteY52232"/>
              </a:cxn>
              <a:cxn ang="0">
                <a:pos x="connsiteX52233" y="connsiteY52233"/>
              </a:cxn>
              <a:cxn ang="0">
                <a:pos x="connsiteX52234" y="connsiteY52234"/>
              </a:cxn>
              <a:cxn ang="0">
                <a:pos x="connsiteX52235" y="connsiteY52235"/>
              </a:cxn>
              <a:cxn ang="0">
                <a:pos x="connsiteX52236" y="connsiteY52236"/>
              </a:cxn>
              <a:cxn ang="0">
                <a:pos x="connsiteX52237" y="connsiteY52237"/>
              </a:cxn>
              <a:cxn ang="0">
                <a:pos x="connsiteX52238" y="connsiteY52238"/>
              </a:cxn>
              <a:cxn ang="0">
                <a:pos x="connsiteX52239" y="connsiteY52239"/>
              </a:cxn>
              <a:cxn ang="0">
                <a:pos x="connsiteX52240" y="connsiteY52240"/>
              </a:cxn>
              <a:cxn ang="0">
                <a:pos x="connsiteX52241" y="connsiteY52241"/>
              </a:cxn>
              <a:cxn ang="0">
                <a:pos x="connsiteX52242" y="connsiteY52242"/>
              </a:cxn>
              <a:cxn ang="0">
                <a:pos x="connsiteX52243" y="connsiteY52243"/>
              </a:cxn>
              <a:cxn ang="0">
                <a:pos x="connsiteX52244" y="connsiteY52244"/>
              </a:cxn>
              <a:cxn ang="0">
                <a:pos x="connsiteX52245" y="connsiteY52245"/>
              </a:cxn>
              <a:cxn ang="0">
                <a:pos x="connsiteX52246" y="connsiteY52246"/>
              </a:cxn>
              <a:cxn ang="0">
                <a:pos x="connsiteX52247" y="connsiteY52247"/>
              </a:cxn>
              <a:cxn ang="0">
                <a:pos x="connsiteX52248" y="connsiteY52248"/>
              </a:cxn>
              <a:cxn ang="0">
                <a:pos x="connsiteX52249" y="connsiteY52249"/>
              </a:cxn>
              <a:cxn ang="0">
                <a:pos x="connsiteX52250" y="connsiteY52250"/>
              </a:cxn>
              <a:cxn ang="0">
                <a:pos x="connsiteX52251" y="connsiteY52251"/>
              </a:cxn>
              <a:cxn ang="0">
                <a:pos x="connsiteX52252" y="connsiteY52252"/>
              </a:cxn>
              <a:cxn ang="0">
                <a:pos x="connsiteX52253" y="connsiteY52253"/>
              </a:cxn>
              <a:cxn ang="0">
                <a:pos x="connsiteX52254" y="connsiteY52254"/>
              </a:cxn>
              <a:cxn ang="0">
                <a:pos x="connsiteX52255" y="connsiteY52255"/>
              </a:cxn>
              <a:cxn ang="0">
                <a:pos x="connsiteX52256" y="connsiteY52256"/>
              </a:cxn>
              <a:cxn ang="0">
                <a:pos x="connsiteX52257" y="connsiteY52257"/>
              </a:cxn>
              <a:cxn ang="0">
                <a:pos x="connsiteX52258" y="connsiteY52258"/>
              </a:cxn>
              <a:cxn ang="0">
                <a:pos x="connsiteX52259" y="connsiteY52259"/>
              </a:cxn>
              <a:cxn ang="0">
                <a:pos x="connsiteX52260" y="connsiteY52260"/>
              </a:cxn>
              <a:cxn ang="0">
                <a:pos x="connsiteX52261" y="connsiteY52261"/>
              </a:cxn>
              <a:cxn ang="0">
                <a:pos x="connsiteX52262" y="connsiteY52262"/>
              </a:cxn>
              <a:cxn ang="0">
                <a:pos x="connsiteX52263" y="connsiteY52263"/>
              </a:cxn>
              <a:cxn ang="0">
                <a:pos x="connsiteX52264" y="connsiteY52264"/>
              </a:cxn>
              <a:cxn ang="0">
                <a:pos x="connsiteX52265" y="connsiteY52265"/>
              </a:cxn>
              <a:cxn ang="0">
                <a:pos x="connsiteX52266" y="connsiteY52266"/>
              </a:cxn>
              <a:cxn ang="0">
                <a:pos x="connsiteX52267" y="connsiteY52267"/>
              </a:cxn>
              <a:cxn ang="0">
                <a:pos x="connsiteX52268" y="connsiteY52268"/>
              </a:cxn>
              <a:cxn ang="0">
                <a:pos x="connsiteX52269" y="connsiteY52269"/>
              </a:cxn>
              <a:cxn ang="0">
                <a:pos x="connsiteX52270" y="connsiteY52270"/>
              </a:cxn>
              <a:cxn ang="0">
                <a:pos x="connsiteX52271" y="connsiteY52271"/>
              </a:cxn>
              <a:cxn ang="0">
                <a:pos x="connsiteX52272" y="connsiteY52272"/>
              </a:cxn>
              <a:cxn ang="0">
                <a:pos x="connsiteX52273" y="connsiteY52273"/>
              </a:cxn>
              <a:cxn ang="0">
                <a:pos x="connsiteX52274" y="connsiteY52274"/>
              </a:cxn>
              <a:cxn ang="0">
                <a:pos x="connsiteX52275" y="connsiteY52275"/>
              </a:cxn>
              <a:cxn ang="0">
                <a:pos x="connsiteX52276" y="connsiteY52276"/>
              </a:cxn>
              <a:cxn ang="0">
                <a:pos x="connsiteX52277" y="connsiteY52277"/>
              </a:cxn>
              <a:cxn ang="0">
                <a:pos x="connsiteX52278" y="connsiteY52278"/>
              </a:cxn>
              <a:cxn ang="0">
                <a:pos x="connsiteX52279" y="connsiteY52279"/>
              </a:cxn>
              <a:cxn ang="0">
                <a:pos x="connsiteX52280" y="connsiteY52280"/>
              </a:cxn>
              <a:cxn ang="0">
                <a:pos x="connsiteX52281" y="connsiteY52281"/>
              </a:cxn>
              <a:cxn ang="0">
                <a:pos x="connsiteX52282" y="connsiteY52282"/>
              </a:cxn>
              <a:cxn ang="0">
                <a:pos x="connsiteX52283" y="connsiteY52283"/>
              </a:cxn>
              <a:cxn ang="0">
                <a:pos x="connsiteX52284" y="connsiteY52284"/>
              </a:cxn>
              <a:cxn ang="0">
                <a:pos x="connsiteX52285" y="connsiteY52285"/>
              </a:cxn>
              <a:cxn ang="0">
                <a:pos x="connsiteX52286" y="connsiteY52286"/>
              </a:cxn>
              <a:cxn ang="0">
                <a:pos x="connsiteX52287" y="connsiteY52287"/>
              </a:cxn>
              <a:cxn ang="0">
                <a:pos x="connsiteX52288" y="connsiteY52288"/>
              </a:cxn>
              <a:cxn ang="0">
                <a:pos x="connsiteX52289" y="connsiteY52289"/>
              </a:cxn>
              <a:cxn ang="0">
                <a:pos x="connsiteX52290" y="connsiteY52290"/>
              </a:cxn>
              <a:cxn ang="0">
                <a:pos x="connsiteX52291" y="connsiteY52291"/>
              </a:cxn>
              <a:cxn ang="0">
                <a:pos x="connsiteX52292" y="connsiteY52292"/>
              </a:cxn>
              <a:cxn ang="0">
                <a:pos x="connsiteX52293" y="connsiteY52293"/>
              </a:cxn>
              <a:cxn ang="0">
                <a:pos x="connsiteX52294" y="connsiteY52294"/>
              </a:cxn>
              <a:cxn ang="0">
                <a:pos x="connsiteX52295" y="connsiteY52295"/>
              </a:cxn>
              <a:cxn ang="0">
                <a:pos x="connsiteX52296" y="connsiteY52296"/>
              </a:cxn>
              <a:cxn ang="0">
                <a:pos x="connsiteX52297" y="connsiteY52297"/>
              </a:cxn>
              <a:cxn ang="0">
                <a:pos x="connsiteX52298" y="connsiteY52298"/>
              </a:cxn>
              <a:cxn ang="0">
                <a:pos x="connsiteX52299" y="connsiteY52299"/>
              </a:cxn>
              <a:cxn ang="0">
                <a:pos x="connsiteX52300" y="connsiteY52300"/>
              </a:cxn>
              <a:cxn ang="0">
                <a:pos x="connsiteX52301" y="connsiteY52301"/>
              </a:cxn>
              <a:cxn ang="0">
                <a:pos x="connsiteX52302" y="connsiteY52302"/>
              </a:cxn>
              <a:cxn ang="0">
                <a:pos x="connsiteX52303" y="connsiteY52303"/>
              </a:cxn>
              <a:cxn ang="0">
                <a:pos x="connsiteX52304" y="connsiteY52304"/>
              </a:cxn>
              <a:cxn ang="0">
                <a:pos x="connsiteX52305" y="connsiteY52305"/>
              </a:cxn>
              <a:cxn ang="0">
                <a:pos x="connsiteX52306" y="connsiteY52306"/>
              </a:cxn>
              <a:cxn ang="0">
                <a:pos x="connsiteX52307" y="connsiteY52307"/>
              </a:cxn>
              <a:cxn ang="0">
                <a:pos x="connsiteX52308" y="connsiteY52308"/>
              </a:cxn>
              <a:cxn ang="0">
                <a:pos x="connsiteX52309" y="connsiteY52309"/>
              </a:cxn>
              <a:cxn ang="0">
                <a:pos x="connsiteX52310" y="connsiteY52310"/>
              </a:cxn>
              <a:cxn ang="0">
                <a:pos x="connsiteX52311" y="connsiteY52311"/>
              </a:cxn>
              <a:cxn ang="0">
                <a:pos x="connsiteX52312" y="connsiteY52312"/>
              </a:cxn>
              <a:cxn ang="0">
                <a:pos x="connsiteX52313" y="connsiteY52313"/>
              </a:cxn>
              <a:cxn ang="0">
                <a:pos x="connsiteX52314" y="connsiteY52314"/>
              </a:cxn>
              <a:cxn ang="0">
                <a:pos x="connsiteX52315" y="connsiteY52315"/>
              </a:cxn>
              <a:cxn ang="0">
                <a:pos x="connsiteX52316" y="connsiteY52316"/>
              </a:cxn>
              <a:cxn ang="0">
                <a:pos x="connsiteX52317" y="connsiteY52317"/>
              </a:cxn>
              <a:cxn ang="0">
                <a:pos x="connsiteX52318" y="connsiteY52318"/>
              </a:cxn>
              <a:cxn ang="0">
                <a:pos x="connsiteX52319" y="connsiteY52319"/>
              </a:cxn>
              <a:cxn ang="0">
                <a:pos x="connsiteX52320" y="connsiteY52320"/>
              </a:cxn>
              <a:cxn ang="0">
                <a:pos x="connsiteX52321" y="connsiteY52321"/>
              </a:cxn>
              <a:cxn ang="0">
                <a:pos x="connsiteX52322" y="connsiteY52322"/>
              </a:cxn>
              <a:cxn ang="0">
                <a:pos x="connsiteX52323" y="connsiteY52323"/>
              </a:cxn>
              <a:cxn ang="0">
                <a:pos x="connsiteX52324" y="connsiteY52324"/>
              </a:cxn>
              <a:cxn ang="0">
                <a:pos x="connsiteX52325" y="connsiteY52325"/>
              </a:cxn>
              <a:cxn ang="0">
                <a:pos x="connsiteX52326" y="connsiteY52326"/>
              </a:cxn>
              <a:cxn ang="0">
                <a:pos x="connsiteX52327" y="connsiteY52327"/>
              </a:cxn>
              <a:cxn ang="0">
                <a:pos x="connsiteX52328" y="connsiteY52328"/>
              </a:cxn>
              <a:cxn ang="0">
                <a:pos x="connsiteX52329" y="connsiteY52329"/>
              </a:cxn>
              <a:cxn ang="0">
                <a:pos x="connsiteX52330" y="connsiteY52330"/>
              </a:cxn>
              <a:cxn ang="0">
                <a:pos x="connsiteX52331" y="connsiteY52331"/>
              </a:cxn>
              <a:cxn ang="0">
                <a:pos x="connsiteX52332" y="connsiteY52332"/>
              </a:cxn>
              <a:cxn ang="0">
                <a:pos x="connsiteX52333" y="connsiteY52333"/>
              </a:cxn>
              <a:cxn ang="0">
                <a:pos x="connsiteX52334" y="connsiteY52334"/>
              </a:cxn>
              <a:cxn ang="0">
                <a:pos x="connsiteX52335" y="connsiteY52335"/>
              </a:cxn>
              <a:cxn ang="0">
                <a:pos x="connsiteX52336" y="connsiteY52336"/>
              </a:cxn>
              <a:cxn ang="0">
                <a:pos x="connsiteX52337" y="connsiteY52337"/>
              </a:cxn>
              <a:cxn ang="0">
                <a:pos x="connsiteX52338" y="connsiteY52338"/>
              </a:cxn>
              <a:cxn ang="0">
                <a:pos x="connsiteX52339" y="connsiteY52339"/>
              </a:cxn>
              <a:cxn ang="0">
                <a:pos x="connsiteX52340" y="connsiteY52340"/>
              </a:cxn>
              <a:cxn ang="0">
                <a:pos x="connsiteX52341" y="connsiteY52341"/>
              </a:cxn>
              <a:cxn ang="0">
                <a:pos x="connsiteX52342" y="connsiteY52342"/>
              </a:cxn>
              <a:cxn ang="0">
                <a:pos x="connsiteX52343" y="connsiteY52343"/>
              </a:cxn>
              <a:cxn ang="0">
                <a:pos x="connsiteX52344" y="connsiteY52344"/>
              </a:cxn>
              <a:cxn ang="0">
                <a:pos x="connsiteX52345" y="connsiteY52345"/>
              </a:cxn>
              <a:cxn ang="0">
                <a:pos x="connsiteX52346" y="connsiteY52346"/>
              </a:cxn>
              <a:cxn ang="0">
                <a:pos x="connsiteX52347" y="connsiteY52347"/>
              </a:cxn>
              <a:cxn ang="0">
                <a:pos x="connsiteX52348" y="connsiteY52348"/>
              </a:cxn>
              <a:cxn ang="0">
                <a:pos x="connsiteX52349" y="connsiteY52349"/>
              </a:cxn>
              <a:cxn ang="0">
                <a:pos x="connsiteX52350" y="connsiteY52350"/>
              </a:cxn>
              <a:cxn ang="0">
                <a:pos x="connsiteX52351" y="connsiteY52351"/>
              </a:cxn>
              <a:cxn ang="0">
                <a:pos x="connsiteX52352" y="connsiteY52352"/>
              </a:cxn>
              <a:cxn ang="0">
                <a:pos x="connsiteX52353" y="connsiteY52353"/>
              </a:cxn>
              <a:cxn ang="0">
                <a:pos x="connsiteX52354" y="connsiteY52354"/>
              </a:cxn>
              <a:cxn ang="0">
                <a:pos x="connsiteX52355" y="connsiteY52355"/>
              </a:cxn>
              <a:cxn ang="0">
                <a:pos x="connsiteX52356" y="connsiteY52356"/>
              </a:cxn>
              <a:cxn ang="0">
                <a:pos x="connsiteX52357" y="connsiteY52357"/>
              </a:cxn>
              <a:cxn ang="0">
                <a:pos x="connsiteX52358" y="connsiteY52358"/>
              </a:cxn>
              <a:cxn ang="0">
                <a:pos x="connsiteX52359" y="connsiteY52359"/>
              </a:cxn>
              <a:cxn ang="0">
                <a:pos x="connsiteX52360" y="connsiteY52360"/>
              </a:cxn>
              <a:cxn ang="0">
                <a:pos x="connsiteX52361" y="connsiteY52361"/>
              </a:cxn>
              <a:cxn ang="0">
                <a:pos x="connsiteX52362" y="connsiteY52362"/>
              </a:cxn>
              <a:cxn ang="0">
                <a:pos x="connsiteX52363" y="connsiteY52363"/>
              </a:cxn>
              <a:cxn ang="0">
                <a:pos x="connsiteX52364" y="connsiteY52364"/>
              </a:cxn>
              <a:cxn ang="0">
                <a:pos x="connsiteX52365" y="connsiteY52365"/>
              </a:cxn>
              <a:cxn ang="0">
                <a:pos x="connsiteX52366" y="connsiteY52366"/>
              </a:cxn>
              <a:cxn ang="0">
                <a:pos x="connsiteX52367" y="connsiteY52367"/>
              </a:cxn>
              <a:cxn ang="0">
                <a:pos x="connsiteX52368" y="connsiteY52368"/>
              </a:cxn>
              <a:cxn ang="0">
                <a:pos x="connsiteX52369" y="connsiteY52369"/>
              </a:cxn>
              <a:cxn ang="0">
                <a:pos x="connsiteX52370" y="connsiteY52370"/>
              </a:cxn>
              <a:cxn ang="0">
                <a:pos x="connsiteX52371" y="connsiteY52371"/>
              </a:cxn>
              <a:cxn ang="0">
                <a:pos x="connsiteX52372" y="connsiteY52372"/>
              </a:cxn>
              <a:cxn ang="0">
                <a:pos x="connsiteX52373" y="connsiteY52373"/>
              </a:cxn>
              <a:cxn ang="0">
                <a:pos x="connsiteX52374" y="connsiteY52374"/>
              </a:cxn>
              <a:cxn ang="0">
                <a:pos x="connsiteX52375" y="connsiteY52375"/>
              </a:cxn>
              <a:cxn ang="0">
                <a:pos x="connsiteX52376" y="connsiteY52376"/>
              </a:cxn>
              <a:cxn ang="0">
                <a:pos x="connsiteX52377" y="connsiteY52377"/>
              </a:cxn>
              <a:cxn ang="0">
                <a:pos x="connsiteX52378" y="connsiteY52378"/>
              </a:cxn>
              <a:cxn ang="0">
                <a:pos x="connsiteX52379" y="connsiteY52379"/>
              </a:cxn>
              <a:cxn ang="0">
                <a:pos x="connsiteX52380" y="connsiteY52380"/>
              </a:cxn>
              <a:cxn ang="0">
                <a:pos x="connsiteX52381" y="connsiteY52381"/>
              </a:cxn>
              <a:cxn ang="0">
                <a:pos x="connsiteX52382" y="connsiteY52382"/>
              </a:cxn>
              <a:cxn ang="0">
                <a:pos x="connsiteX52383" y="connsiteY52383"/>
              </a:cxn>
              <a:cxn ang="0">
                <a:pos x="connsiteX52384" y="connsiteY52384"/>
              </a:cxn>
              <a:cxn ang="0">
                <a:pos x="connsiteX52385" y="connsiteY52385"/>
              </a:cxn>
              <a:cxn ang="0">
                <a:pos x="connsiteX52386" y="connsiteY52386"/>
              </a:cxn>
              <a:cxn ang="0">
                <a:pos x="connsiteX52387" y="connsiteY52387"/>
              </a:cxn>
              <a:cxn ang="0">
                <a:pos x="connsiteX52388" y="connsiteY52388"/>
              </a:cxn>
              <a:cxn ang="0">
                <a:pos x="connsiteX52389" y="connsiteY52389"/>
              </a:cxn>
              <a:cxn ang="0">
                <a:pos x="connsiteX52390" y="connsiteY52390"/>
              </a:cxn>
              <a:cxn ang="0">
                <a:pos x="connsiteX52391" y="connsiteY52391"/>
              </a:cxn>
              <a:cxn ang="0">
                <a:pos x="connsiteX52392" y="connsiteY52392"/>
              </a:cxn>
              <a:cxn ang="0">
                <a:pos x="connsiteX52393" y="connsiteY52393"/>
              </a:cxn>
              <a:cxn ang="0">
                <a:pos x="connsiteX52394" y="connsiteY52394"/>
              </a:cxn>
              <a:cxn ang="0">
                <a:pos x="connsiteX52395" y="connsiteY52395"/>
              </a:cxn>
              <a:cxn ang="0">
                <a:pos x="connsiteX52396" y="connsiteY52396"/>
              </a:cxn>
              <a:cxn ang="0">
                <a:pos x="connsiteX52397" y="connsiteY52397"/>
              </a:cxn>
              <a:cxn ang="0">
                <a:pos x="connsiteX52398" y="connsiteY52398"/>
              </a:cxn>
              <a:cxn ang="0">
                <a:pos x="connsiteX52399" y="connsiteY52399"/>
              </a:cxn>
              <a:cxn ang="0">
                <a:pos x="connsiteX52400" y="connsiteY52400"/>
              </a:cxn>
              <a:cxn ang="0">
                <a:pos x="connsiteX52401" y="connsiteY52401"/>
              </a:cxn>
              <a:cxn ang="0">
                <a:pos x="connsiteX52402" y="connsiteY52402"/>
              </a:cxn>
              <a:cxn ang="0">
                <a:pos x="connsiteX52403" y="connsiteY52403"/>
              </a:cxn>
              <a:cxn ang="0">
                <a:pos x="connsiteX52404" y="connsiteY52404"/>
              </a:cxn>
              <a:cxn ang="0">
                <a:pos x="connsiteX52405" y="connsiteY52405"/>
              </a:cxn>
              <a:cxn ang="0">
                <a:pos x="connsiteX52406" y="connsiteY52406"/>
              </a:cxn>
              <a:cxn ang="0">
                <a:pos x="connsiteX52407" y="connsiteY52407"/>
              </a:cxn>
              <a:cxn ang="0">
                <a:pos x="connsiteX52408" y="connsiteY52408"/>
              </a:cxn>
              <a:cxn ang="0">
                <a:pos x="connsiteX52409" y="connsiteY52409"/>
              </a:cxn>
              <a:cxn ang="0">
                <a:pos x="connsiteX52410" y="connsiteY52410"/>
              </a:cxn>
              <a:cxn ang="0">
                <a:pos x="connsiteX52411" y="connsiteY52411"/>
              </a:cxn>
              <a:cxn ang="0">
                <a:pos x="connsiteX52412" y="connsiteY52412"/>
              </a:cxn>
              <a:cxn ang="0">
                <a:pos x="connsiteX52413" y="connsiteY52413"/>
              </a:cxn>
              <a:cxn ang="0">
                <a:pos x="connsiteX52414" y="connsiteY52414"/>
              </a:cxn>
              <a:cxn ang="0">
                <a:pos x="connsiteX52415" y="connsiteY52415"/>
              </a:cxn>
              <a:cxn ang="0">
                <a:pos x="connsiteX52416" y="connsiteY52416"/>
              </a:cxn>
              <a:cxn ang="0">
                <a:pos x="connsiteX52417" y="connsiteY52417"/>
              </a:cxn>
              <a:cxn ang="0">
                <a:pos x="connsiteX52418" y="connsiteY52418"/>
              </a:cxn>
              <a:cxn ang="0">
                <a:pos x="connsiteX52419" y="connsiteY52419"/>
              </a:cxn>
              <a:cxn ang="0">
                <a:pos x="connsiteX52420" y="connsiteY52420"/>
              </a:cxn>
              <a:cxn ang="0">
                <a:pos x="connsiteX52421" y="connsiteY52421"/>
              </a:cxn>
              <a:cxn ang="0">
                <a:pos x="connsiteX52422" y="connsiteY52422"/>
              </a:cxn>
              <a:cxn ang="0">
                <a:pos x="connsiteX52423" y="connsiteY52423"/>
              </a:cxn>
              <a:cxn ang="0">
                <a:pos x="connsiteX52424" y="connsiteY52424"/>
              </a:cxn>
              <a:cxn ang="0">
                <a:pos x="connsiteX52425" y="connsiteY52425"/>
              </a:cxn>
              <a:cxn ang="0">
                <a:pos x="connsiteX52426" y="connsiteY52426"/>
              </a:cxn>
              <a:cxn ang="0">
                <a:pos x="connsiteX52427" y="connsiteY52427"/>
              </a:cxn>
              <a:cxn ang="0">
                <a:pos x="connsiteX52428" y="connsiteY52428"/>
              </a:cxn>
              <a:cxn ang="0">
                <a:pos x="connsiteX52429" y="connsiteY52429"/>
              </a:cxn>
              <a:cxn ang="0">
                <a:pos x="connsiteX52430" y="connsiteY52430"/>
              </a:cxn>
              <a:cxn ang="0">
                <a:pos x="connsiteX52431" y="connsiteY52431"/>
              </a:cxn>
              <a:cxn ang="0">
                <a:pos x="connsiteX52432" y="connsiteY52432"/>
              </a:cxn>
              <a:cxn ang="0">
                <a:pos x="connsiteX52433" y="connsiteY52433"/>
              </a:cxn>
              <a:cxn ang="0">
                <a:pos x="connsiteX52434" y="connsiteY52434"/>
              </a:cxn>
              <a:cxn ang="0">
                <a:pos x="connsiteX52435" y="connsiteY52435"/>
              </a:cxn>
              <a:cxn ang="0">
                <a:pos x="connsiteX52436" y="connsiteY52436"/>
              </a:cxn>
              <a:cxn ang="0">
                <a:pos x="connsiteX52437" y="connsiteY52437"/>
              </a:cxn>
              <a:cxn ang="0">
                <a:pos x="connsiteX52438" y="connsiteY52438"/>
              </a:cxn>
              <a:cxn ang="0">
                <a:pos x="connsiteX52439" y="connsiteY52439"/>
              </a:cxn>
              <a:cxn ang="0">
                <a:pos x="connsiteX52440" y="connsiteY52440"/>
              </a:cxn>
              <a:cxn ang="0">
                <a:pos x="connsiteX52441" y="connsiteY52441"/>
              </a:cxn>
              <a:cxn ang="0">
                <a:pos x="connsiteX52442" y="connsiteY52442"/>
              </a:cxn>
              <a:cxn ang="0">
                <a:pos x="connsiteX52443" y="connsiteY52443"/>
              </a:cxn>
              <a:cxn ang="0">
                <a:pos x="connsiteX52444" y="connsiteY52444"/>
              </a:cxn>
              <a:cxn ang="0">
                <a:pos x="connsiteX52445" y="connsiteY52445"/>
              </a:cxn>
              <a:cxn ang="0">
                <a:pos x="connsiteX52446" y="connsiteY52446"/>
              </a:cxn>
              <a:cxn ang="0">
                <a:pos x="connsiteX52447" y="connsiteY52447"/>
              </a:cxn>
              <a:cxn ang="0">
                <a:pos x="connsiteX52448" y="connsiteY52448"/>
              </a:cxn>
              <a:cxn ang="0">
                <a:pos x="connsiteX52449" y="connsiteY52449"/>
              </a:cxn>
              <a:cxn ang="0">
                <a:pos x="connsiteX52450" y="connsiteY52450"/>
              </a:cxn>
              <a:cxn ang="0">
                <a:pos x="connsiteX52451" y="connsiteY52451"/>
              </a:cxn>
              <a:cxn ang="0">
                <a:pos x="connsiteX52452" y="connsiteY52452"/>
              </a:cxn>
              <a:cxn ang="0">
                <a:pos x="connsiteX52453" y="connsiteY52453"/>
              </a:cxn>
              <a:cxn ang="0">
                <a:pos x="connsiteX52454" y="connsiteY52454"/>
              </a:cxn>
              <a:cxn ang="0">
                <a:pos x="connsiteX52455" y="connsiteY52455"/>
              </a:cxn>
              <a:cxn ang="0">
                <a:pos x="connsiteX52456" y="connsiteY52456"/>
              </a:cxn>
              <a:cxn ang="0">
                <a:pos x="connsiteX52457" y="connsiteY52457"/>
              </a:cxn>
              <a:cxn ang="0">
                <a:pos x="connsiteX52458" y="connsiteY52458"/>
              </a:cxn>
              <a:cxn ang="0">
                <a:pos x="connsiteX52459" y="connsiteY52459"/>
              </a:cxn>
              <a:cxn ang="0">
                <a:pos x="connsiteX52460" y="connsiteY52460"/>
              </a:cxn>
              <a:cxn ang="0">
                <a:pos x="connsiteX52461" y="connsiteY52461"/>
              </a:cxn>
              <a:cxn ang="0">
                <a:pos x="connsiteX52462" y="connsiteY52462"/>
              </a:cxn>
              <a:cxn ang="0">
                <a:pos x="connsiteX52463" y="connsiteY52463"/>
              </a:cxn>
              <a:cxn ang="0">
                <a:pos x="connsiteX52464" y="connsiteY52464"/>
              </a:cxn>
              <a:cxn ang="0">
                <a:pos x="connsiteX52465" y="connsiteY52465"/>
              </a:cxn>
              <a:cxn ang="0">
                <a:pos x="connsiteX52466" y="connsiteY52466"/>
              </a:cxn>
              <a:cxn ang="0">
                <a:pos x="connsiteX52467" y="connsiteY52467"/>
              </a:cxn>
              <a:cxn ang="0">
                <a:pos x="connsiteX52468" y="connsiteY52468"/>
              </a:cxn>
              <a:cxn ang="0">
                <a:pos x="connsiteX52469" y="connsiteY52469"/>
              </a:cxn>
              <a:cxn ang="0">
                <a:pos x="connsiteX52470" y="connsiteY52470"/>
              </a:cxn>
              <a:cxn ang="0">
                <a:pos x="connsiteX52471" y="connsiteY52471"/>
              </a:cxn>
              <a:cxn ang="0">
                <a:pos x="connsiteX52472" y="connsiteY52472"/>
              </a:cxn>
              <a:cxn ang="0">
                <a:pos x="connsiteX52473" y="connsiteY52473"/>
              </a:cxn>
              <a:cxn ang="0">
                <a:pos x="connsiteX52474" y="connsiteY52474"/>
              </a:cxn>
              <a:cxn ang="0">
                <a:pos x="connsiteX52475" y="connsiteY52475"/>
              </a:cxn>
              <a:cxn ang="0">
                <a:pos x="connsiteX52476" y="connsiteY52476"/>
              </a:cxn>
              <a:cxn ang="0">
                <a:pos x="connsiteX52477" y="connsiteY52477"/>
              </a:cxn>
              <a:cxn ang="0">
                <a:pos x="connsiteX52478" y="connsiteY52478"/>
              </a:cxn>
              <a:cxn ang="0">
                <a:pos x="connsiteX52479" y="connsiteY52479"/>
              </a:cxn>
              <a:cxn ang="0">
                <a:pos x="connsiteX52480" y="connsiteY52480"/>
              </a:cxn>
              <a:cxn ang="0">
                <a:pos x="connsiteX52481" y="connsiteY52481"/>
              </a:cxn>
              <a:cxn ang="0">
                <a:pos x="connsiteX52482" y="connsiteY52482"/>
              </a:cxn>
              <a:cxn ang="0">
                <a:pos x="connsiteX52483" y="connsiteY52483"/>
              </a:cxn>
              <a:cxn ang="0">
                <a:pos x="connsiteX52484" y="connsiteY52484"/>
              </a:cxn>
              <a:cxn ang="0">
                <a:pos x="connsiteX52485" y="connsiteY52485"/>
              </a:cxn>
              <a:cxn ang="0">
                <a:pos x="connsiteX52486" y="connsiteY52486"/>
              </a:cxn>
              <a:cxn ang="0">
                <a:pos x="connsiteX52487" y="connsiteY52487"/>
              </a:cxn>
              <a:cxn ang="0">
                <a:pos x="connsiteX52488" y="connsiteY52488"/>
              </a:cxn>
              <a:cxn ang="0">
                <a:pos x="connsiteX52489" y="connsiteY52489"/>
              </a:cxn>
              <a:cxn ang="0">
                <a:pos x="connsiteX52490" y="connsiteY52490"/>
              </a:cxn>
              <a:cxn ang="0">
                <a:pos x="connsiteX52491" y="connsiteY52491"/>
              </a:cxn>
              <a:cxn ang="0">
                <a:pos x="connsiteX52492" y="connsiteY52492"/>
              </a:cxn>
              <a:cxn ang="0">
                <a:pos x="connsiteX52493" y="connsiteY52493"/>
              </a:cxn>
              <a:cxn ang="0">
                <a:pos x="connsiteX52494" y="connsiteY52494"/>
              </a:cxn>
              <a:cxn ang="0">
                <a:pos x="connsiteX52495" y="connsiteY52495"/>
              </a:cxn>
              <a:cxn ang="0">
                <a:pos x="connsiteX52496" y="connsiteY52496"/>
              </a:cxn>
              <a:cxn ang="0">
                <a:pos x="connsiteX52497" y="connsiteY52497"/>
              </a:cxn>
              <a:cxn ang="0">
                <a:pos x="connsiteX52498" y="connsiteY52498"/>
              </a:cxn>
              <a:cxn ang="0">
                <a:pos x="connsiteX52499" y="connsiteY52499"/>
              </a:cxn>
              <a:cxn ang="0">
                <a:pos x="connsiteX52500" y="connsiteY52500"/>
              </a:cxn>
              <a:cxn ang="0">
                <a:pos x="connsiteX52501" y="connsiteY52501"/>
              </a:cxn>
              <a:cxn ang="0">
                <a:pos x="connsiteX52502" y="connsiteY52502"/>
              </a:cxn>
              <a:cxn ang="0">
                <a:pos x="connsiteX52503" y="connsiteY52503"/>
              </a:cxn>
              <a:cxn ang="0">
                <a:pos x="connsiteX52504" y="connsiteY52504"/>
              </a:cxn>
              <a:cxn ang="0">
                <a:pos x="connsiteX52505" y="connsiteY52505"/>
              </a:cxn>
              <a:cxn ang="0">
                <a:pos x="connsiteX52506" y="connsiteY52506"/>
              </a:cxn>
              <a:cxn ang="0">
                <a:pos x="connsiteX52507" y="connsiteY52507"/>
              </a:cxn>
              <a:cxn ang="0">
                <a:pos x="connsiteX52508" y="connsiteY52508"/>
              </a:cxn>
              <a:cxn ang="0">
                <a:pos x="connsiteX52509" y="connsiteY52509"/>
              </a:cxn>
              <a:cxn ang="0">
                <a:pos x="connsiteX52510" y="connsiteY52510"/>
              </a:cxn>
              <a:cxn ang="0">
                <a:pos x="connsiteX52511" y="connsiteY52511"/>
              </a:cxn>
              <a:cxn ang="0">
                <a:pos x="connsiteX52512" y="connsiteY52512"/>
              </a:cxn>
              <a:cxn ang="0">
                <a:pos x="connsiteX52513" y="connsiteY52513"/>
              </a:cxn>
              <a:cxn ang="0">
                <a:pos x="connsiteX52514" y="connsiteY52514"/>
              </a:cxn>
              <a:cxn ang="0">
                <a:pos x="connsiteX52515" y="connsiteY52515"/>
              </a:cxn>
              <a:cxn ang="0">
                <a:pos x="connsiteX52516" y="connsiteY52516"/>
              </a:cxn>
              <a:cxn ang="0">
                <a:pos x="connsiteX52517" y="connsiteY52517"/>
              </a:cxn>
              <a:cxn ang="0">
                <a:pos x="connsiteX52518" y="connsiteY52518"/>
              </a:cxn>
              <a:cxn ang="0">
                <a:pos x="connsiteX52519" y="connsiteY52519"/>
              </a:cxn>
              <a:cxn ang="0">
                <a:pos x="connsiteX52520" y="connsiteY52520"/>
              </a:cxn>
              <a:cxn ang="0">
                <a:pos x="connsiteX52521" y="connsiteY52521"/>
              </a:cxn>
              <a:cxn ang="0">
                <a:pos x="connsiteX52522" y="connsiteY52522"/>
              </a:cxn>
              <a:cxn ang="0">
                <a:pos x="connsiteX52523" y="connsiteY52523"/>
              </a:cxn>
              <a:cxn ang="0">
                <a:pos x="connsiteX52524" y="connsiteY52524"/>
              </a:cxn>
              <a:cxn ang="0">
                <a:pos x="connsiteX52525" y="connsiteY52525"/>
              </a:cxn>
              <a:cxn ang="0">
                <a:pos x="connsiteX52526" y="connsiteY52526"/>
              </a:cxn>
              <a:cxn ang="0">
                <a:pos x="connsiteX52527" y="connsiteY52527"/>
              </a:cxn>
              <a:cxn ang="0">
                <a:pos x="connsiteX52528" y="connsiteY52528"/>
              </a:cxn>
              <a:cxn ang="0">
                <a:pos x="connsiteX52529" y="connsiteY52529"/>
              </a:cxn>
              <a:cxn ang="0">
                <a:pos x="connsiteX52530" y="connsiteY52530"/>
              </a:cxn>
              <a:cxn ang="0">
                <a:pos x="connsiteX52531" y="connsiteY52531"/>
              </a:cxn>
              <a:cxn ang="0">
                <a:pos x="connsiteX52532" y="connsiteY52532"/>
              </a:cxn>
              <a:cxn ang="0">
                <a:pos x="connsiteX52533" y="connsiteY52533"/>
              </a:cxn>
              <a:cxn ang="0">
                <a:pos x="connsiteX52534" y="connsiteY52534"/>
              </a:cxn>
              <a:cxn ang="0">
                <a:pos x="connsiteX52535" y="connsiteY52535"/>
              </a:cxn>
              <a:cxn ang="0">
                <a:pos x="connsiteX52536" y="connsiteY52536"/>
              </a:cxn>
              <a:cxn ang="0">
                <a:pos x="connsiteX52537" y="connsiteY52537"/>
              </a:cxn>
              <a:cxn ang="0">
                <a:pos x="connsiteX52538" y="connsiteY52538"/>
              </a:cxn>
              <a:cxn ang="0">
                <a:pos x="connsiteX52539" y="connsiteY52539"/>
              </a:cxn>
              <a:cxn ang="0">
                <a:pos x="connsiteX52540" y="connsiteY52540"/>
              </a:cxn>
              <a:cxn ang="0">
                <a:pos x="connsiteX52541" y="connsiteY52541"/>
              </a:cxn>
              <a:cxn ang="0">
                <a:pos x="connsiteX52542" y="connsiteY52542"/>
              </a:cxn>
              <a:cxn ang="0">
                <a:pos x="connsiteX52543" y="connsiteY52543"/>
              </a:cxn>
              <a:cxn ang="0">
                <a:pos x="connsiteX52544" y="connsiteY52544"/>
              </a:cxn>
              <a:cxn ang="0">
                <a:pos x="connsiteX52545" y="connsiteY52545"/>
              </a:cxn>
              <a:cxn ang="0">
                <a:pos x="connsiteX52546" y="connsiteY52546"/>
              </a:cxn>
              <a:cxn ang="0">
                <a:pos x="connsiteX52547" y="connsiteY52547"/>
              </a:cxn>
              <a:cxn ang="0">
                <a:pos x="connsiteX52548" y="connsiteY52548"/>
              </a:cxn>
              <a:cxn ang="0">
                <a:pos x="connsiteX52549" y="connsiteY52549"/>
              </a:cxn>
              <a:cxn ang="0">
                <a:pos x="connsiteX52550" y="connsiteY52550"/>
              </a:cxn>
              <a:cxn ang="0">
                <a:pos x="connsiteX52551" y="connsiteY52551"/>
              </a:cxn>
              <a:cxn ang="0">
                <a:pos x="connsiteX52552" y="connsiteY52552"/>
              </a:cxn>
              <a:cxn ang="0">
                <a:pos x="connsiteX52553" y="connsiteY52553"/>
              </a:cxn>
              <a:cxn ang="0">
                <a:pos x="connsiteX52554" y="connsiteY52554"/>
              </a:cxn>
              <a:cxn ang="0">
                <a:pos x="connsiteX52555" y="connsiteY52555"/>
              </a:cxn>
              <a:cxn ang="0">
                <a:pos x="connsiteX52556" y="connsiteY52556"/>
              </a:cxn>
              <a:cxn ang="0">
                <a:pos x="connsiteX52557" y="connsiteY52557"/>
              </a:cxn>
              <a:cxn ang="0">
                <a:pos x="connsiteX52558" y="connsiteY52558"/>
              </a:cxn>
              <a:cxn ang="0">
                <a:pos x="connsiteX52559" y="connsiteY52559"/>
              </a:cxn>
              <a:cxn ang="0">
                <a:pos x="connsiteX52560" y="connsiteY52560"/>
              </a:cxn>
              <a:cxn ang="0">
                <a:pos x="connsiteX52561" y="connsiteY52561"/>
              </a:cxn>
              <a:cxn ang="0">
                <a:pos x="connsiteX52562" y="connsiteY52562"/>
              </a:cxn>
              <a:cxn ang="0">
                <a:pos x="connsiteX52563" y="connsiteY52563"/>
              </a:cxn>
              <a:cxn ang="0">
                <a:pos x="connsiteX52564" y="connsiteY52564"/>
              </a:cxn>
              <a:cxn ang="0">
                <a:pos x="connsiteX52565" y="connsiteY52565"/>
              </a:cxn>
              <a:cxn ang="0">
                <a:pos x="connsiteX52566" y="connsiteY52566"/>
              </a:cxn>
              <a:cxn ang="0">
                <a:pos x="connsiteX52567" y="connsiteY52567"/>
              </a:cxn>
              <a:cxn ang="0">
                <a:pos x="connsiteX52568" y="connsiteY52568"/>
              </a:cxn>
              <a:cxn ang="0">
                <a:pos x="connsiteX52569" y="connsiteY52569"/>
              </a:cxn>
              <a:cxn ang="0">
                <a:pos x="connsiteX52570" y="connsiteY52570"/>
              </a:cxn>
              <a:cxn ang="0">
                <a:pos x="connsiteX52571" y="connsiteY52571"/>
              </a:cxn>
              <a:cxn ang="0">
                <a:pos x="connsiteX52572" y="connsiteY52572"/>
              </a:cxn>
              <a:cxn ang="0">
                <a:pos x="connsiteX52573" y="connsiteY52573"/>
              </a:cxn>
              <a:cxn ang="0">
                <a:pos x="connsiteX52574" y="connsiteY52574"/>
              </a:cxn>
              <a:cxn ang="0">
                <a:pos x="connsiteX52575" y="connsiteY52575"/>
              </a:cxn>
              <a:cxn ang="0">
                <a:pos x="connsiteX52576" y="connsiteY52576"/>
              </a:cxn>
              <a:cxn ang="0">
                <a:pos x="connsiteX52577" y="connsiteY52577"/>
              </a:cxn>
              <a:cxn ang="0">
                <a:pos x="connsiteX52578" y="connsiteY52578"/>
              </a:cxn>
              <a:cxn ang="0">
                <a:pos x="connsiteX52579" y="connsiteY52579"/>
              </a:cxn>
              <a:cxn ang="0">
                <a:pos x="connsiteX52580" y="connsiteY52580"/>
              </a:cxn>
              <a:cxn ang="0">
                <a:pos x="connsiteX52581" y="connsiteY52581"/>
              </a:cxn>
              <a:cxn ang="0">
                <a:pos x="connsiteX52582" y="connsiteY52582"/>
              </a:cxn>
              <a:cxn ang="0">
                <a:pos x="connsiteX52583" y="connsiteY52583"/>
              </a:cxn>
              <a:cxn ang="0">
                <a:pos x="connsiteX52584" y="connsiteY52584"/>
              </a:cxn>
              <a:cxn ang="0">
                <a:pos x="connsiteX52585" y="connsiteY52585"/>
              </a:cxn>
              <a:cxn ang="0">
                <a:pos x="connsiteX52586" y="connsiteY52586"/>
              </a:cxn>
              <a:cxn ang="0">
                <a:pos x="connsiteX52587" y="connsiteY52587"/>
              </a:cxn>
              <a:cxn ang="0">
                <a:pos x="connsiteX52588" y="connsiteY52588"/>
              </a:cxn>
              <a:cxn ang="0">
                <a:pos x="connsiteX52589" y="connsiteY52589"/>
              </a:cxn>
              <a:cxn ang="0">
                <a:pos x="connsiteX52590" y="connsiteY52590"/>
              </a:cxn>
              <a:cxn ang="0">
                <a:pos x="connsiteX52591" y="connsiteY52591"/>
              </a:cxn>
              <a:cxn ang="0">
                <a:pos x="connsiteX52592" y="connsiteY52592"/>
              </a:cxn>
              <a:cxn ang="0">
                <a:pos x="connsiteX52593" y="connsiteY52593"/>
              </a:cxn>
              <a:cxn ang="0">
                <a:pos x="connsiteX52594" y="connsiteY52594"/>
              </a:cxn>
              <a:cxn ang="0">
                <a:pos x="connsiteX52595" y="connsiteY52595"/>
              </a:cxn>
              <a:cxn ang="0">
                <a:pos x="connsiteX52596" y="connsiteY52596"/>
              </a:cxn>
              <a:cxn ang="0">
                <a:pos x="connsiteX52597" y="connsiteY52597"/>
              </a:cxn>
              <a:cxn ang="0">
                <a:pos x="connsiteX52598" y="connsiteY52598"/>
              </a:cxn>
              <a:cxn ang="0">
                <a:pos x="connsiteX52599" y="connsiteY52599"/>
              </a:cxn>
              <a:cxn ang="0">
                <a:pos x="connsiteX52600" y="connsiteY52600"/>
              </a:cxn>
              <a:cxn ang="0">
                <a:pos x="connsiteX52601" y="connsiteY52601"/>
              </a:cxn>
              <a:cxn ang="0">
                <a:pos x="connsiteX52602" y="connsiteY52602"/>
              </a:cxn>
              <a:cxn ang="0">
                <a:pos x="connsiteX52603" y="connsiteY52603"/>
              </a:cxn>
              <a:cxn ang="0">
                <a:pos x="connsiteX52604" y="connsiteY52604"/>
              </a:cxn>
              <a:cxn ang="0">
                <a:pos x="connsiteX52605" y="connsiteY52605"/>
              </a:cxn>
              <a:cxn ang="0">
                <a:pos x="connsiteX52606" y="connsiteY52606"/>
              </a:cxn>
              <a:cxn ang="0">
                <a:pos x="connsiteX52607" y="connsiteY52607"/>
              </a:cxn>
              <a:cxn ang="0">
                <a:pos x="connsiteX52608" y="connsiteY52608"/>
              </a:cxn>
              <a:cxn ang="0">
                <a:pos x="connsiteX52609" y="connsiteY52609"/>
              </a:cxn>
              <a:cxn ang="0">
                <a:pos x="connsiteX52610" y="connsiteY52610"/>
              </a:cxn>
              <a:cxn ang="0">
                <a:pos x="connsiteX52611" y="connsiteY52611"/>
              </a:cxn>
              <a:cxn ang="0">
                <a:pos x="connsiteX52612" y="connsiteY52612"/>
              </a:cxn>
              <a:cxn ang="0">
                <a:pos x="connsiteX52613" y="connsiteY52613"/>
              </a:cxn>
              <a:cxn ang="0">
                <a:pos x="connsiteX52614" y="connsiteY52614"/>
              </a:cxn>
              <a:cxn ang="0">
                <a:pos x="connsiteX52615" y="connsiteY52615"/>
              </a:cxn>
              <a:cxn ang="0">
                <a:pos x="connsiteX52616" y="connsiteY52616"/>
              </a:cxn>
              <a:cxn ang="0">
                <a:pos x="connsiteX52617" y="connsiteY52617"/>
              </a:cxn>
              <a:cxn ang="0">
                <a:pos x="connsiteX52618" y="connsiteY52618"/>
              </a:cxn>
              <a:cxn ang="0">
                <a:pos x="connsiteX52619" y="connsiteY52619"/>
              </a:cxn>
              <a:cxn ang="0">
                <a:pos x="connsiteX52620" y="connsiteY52620"/>
              </a:cxn>
              <a:cxn ang="0">
                <a:pos x="connsiteX52621" y="connsiteY52621"/>
              </a:cxn>
              <a:cxn ang="0">
                <a:pos x="connsiteX52622" y="connsiteY52622"/>
              </a:cxn>
              <a:cxn ang="0">
                <a:pos x="connsiteX52623" y="connsiteY52623"/>
              </a:cxn>
              <a:cxn ang="0">
                <a:pos x="connsiteX52624" y="connsiteY52624"/>
              </a:cxn>
              <a:cxn ang="0">
                <a:pos x="connsiteX52625" y="connsiteY52625"/>
              </a:cxn>
              <a:cxn ang="0">
                <a:pos x="connsiteX52626" y="connsiteY52626"/>
              </a:cxn>
              <a:cxn ang="0">
                <a:pos x="connsiteX52627" y="connsiteY52627"/>
              </a:cxn>
              <a:cxn ang="0">
                <a:pos x="connsiteX52628" y="connsiteY52628"/>
              </a:cxn>
              <a:cxn ang="0">
                <a:pos x="connsiteX52629" y="connsiteY52629"/>
              </a:cxn>
              <a:cxn ang="0">
                <a:pos x="connsiteX52630" y="connsiteY52630"/>
              </a:cxn>
              <a:cxn ang="0">
                <a:pos x="connsiteX52631" y="connsiteY52631"/>
              </a:cxn>
              <a:cxn ang="0">
                <a:pos x="connsiteX52632" y="connsiteY52632"/>
              </a:cxn>
              <a:cxn ang="0">
                <a:pos x="connsiteX52633" y="connsiteY52633"/>
              </a:cxn>
              <a:cxn ang="0">
                <a:pos x="connsiteX52634" y="connsiteY52634"/>
              </a:cxn>
              <a:cxn ang="0">
                <a:pos x="connsiteX52635" y="connsiteY52635"/>
              </a:cxn>
              <a:cxn ang="0">
                <a:pos x="connsiteX52636" y="connsiteY52636"/>
              </a:cxn>
              <a:cxn ang="0">
                <a:pos x="connsiteX52637" y="connsiteY52637"/>
              </a:cxn>
              <a:cxn ang="0">
                <a:pos x="connsiteX52638" y="connsiteY52638"/>
              </a:cxn>
              <a:cxn ang="0">
                <a:pos x="connsiteX52639" y="connsiteY52639"/>
              </a:cxn>
              <a:cxn ang="0">
                <a:pos x="connsiteX52640" y="connsiteY52640"/>
              </a:cxn>
              <a:cxn ang="0">
                <a:pos x="connsiteX52641" y="connsiteY52641"/>
              </a:cxn>
              <a:cxn ang="0">
                <a:pos x="connsiteX52642" y="connsiteY52642"/>
              </a:cxn>
              <a:cxn ang="0">
                <a:pos x="connsiteX52643" y="connsiteY52643"/>
              </a:cxn>
              <a:cxn ang="0">
                <a:pos x="connsiteX52644" y="connsiteY52644"/>
              </a:cxn>
              <a:cxn ang="0">
                <a:pos x="connsiteX52645" y="connsiteY52645"/>
              </a:cxn>
              <a:cxn ang="0">
                <a:pos x="connsiteX52646" y="connsiteY52646"/>
              </a:cxn>
              <a:cxn ang="0">
                <a:pos x="connsiteX52647" y="connsiteY52647"/>
              </a:cxn>
              <a:cxn ang="0">
                <a:pos x="connsiteX52648" y="connsiteY52648"/>
              </a:cxn>
              <a:cxn ang="0">
                <a:pos x="connsiteX52649" y="connsiteY52649"/>
              </a:cxn>
              <a:cxn ang="0">
                <a:pos x="connsiteX52650" y="connsiteY52650"/>
              </a:cxn>
              <a:cxn ang="0">
                <a:pos x="connsiteX52651" y="connsiteY52651"/>
              </a:cxn>
              <a:cxn ang="0">
                <a:pos x="connsiteX52652" y="connsiteY52652"/>
              </a:cxn>
              <a:cxn ang="0">
                <a:pos x="connsiteX52653" y="connsiteY52653"/>
              </a:cxn>
              <a:cxn ang="0">
                <a:pos x="connsiteX52654" y="connsiteY52654"/>
              </a:cxn>
              <a:cxn ang="0">
                <a:pos x="connsiteX52655" y="connsiteY52655"/>
              </a:cxn>
              <a:cxn ang="0">
                <a:pos x="connsiteX52656" y="connsiteY52656"/>
              </a:cxn>
              <a:cxn ang="0">
                <a:pos x="connsiteX52657" y="connsiteY52657"/>
              </a:cxn>
              <a:cxn ang="0">
                <a:pos x="connsiteX52658" y="connsiteY52658"/>
              </a:cxn>
              <a:cxn ang="0">
                <a:pos x="connsiteX52659" y="connsiteY52659"/>
              </a:cxn>
              <a:cxn ang="0">
                <a:pos x="connsiteX52660" y="connsiteY52660"/>
              </a:cxn>
              <a:cxn ang="0">
                <a:pos x="connsiteX52661" y="connsiteY52661"/>
              </a:cxn>
              <a:cxn ang="0">
                <a:pos x="connsiteX52662" y="connsiteY52662"/>
              </a:cxn>
              <a:cxn ang="0">
                <a:pos x="connsiteX52663" y="connsiteY52663"/>
              </a:cxn>
              <a:cxn ang="0">
                <a:pos x="connsiteX52664" y="connsiteY52664"/>
              </a:cxn>
              <a:cxn ang="0">
                <a:pos x="connsiteX52665" y="connsiteY52665"/>
              </a:cxn>
              <a:cxn ang="0">
                <a:pos x="connsiteX52666" y="connsiteY52666"/>
              </a:cxn>
              <a:cxn ang="0">
                <a:pos x="connsiteX52667" y="connsiteY52667"/>
              </a:cxn>
              <a:cxn ang="0">
                <a:pos x="connsiteX52668" y="connsiteY52668"/>
              </a:cxn>
              <a:cxn ang="0">
                <a:pos x="connsiteX52669" y="connsiteY52669"/>
              </a:cxn>
              <a:cxn ang="0">
                <a:pos x="connsiteX52670" y="connsiteY52670"/>
              </a:cxn>
              <a:cxn ang="0">
                <a:pos x="connsiteX52671" y="connsiteY52671"/>
              </a:cxn>
              <a:cxn ang="0">
                <a:pos x="connsiteX52672" y="connsiteY52672"/>
              </a:cxn>
              <a:cxn ang="0">
                <a:pos x="connsiteX52673" y="connsiteY52673"/>
              </a:cxn>
              <a:cxn ang="0">
                <a:pos x="connsiteX52674" y="connsiteY52674"/>
              </a:cxn>
              <a:cxn ang="0">
                <a:pos x="connsiteX52675" y="connsiteY52675"/>
              </a:cxn>
              <a:cxn ang="0">
                <a:pos x="connsiteX52676" y="connsiteY52676"/>
              </a:cxn>
              <a:cxn ang="0">
                <a:pos x="connsiteX52677" y="connsiteY52677"/>
              </a:cxn>
              <a:cxn ang="0">
                <a:pos x="connsiteX52678" y="connsiteY52678"/>
              </a:cxn>
              <a:cxn ang="0">
                <a:pos x="connsiteX52679" y="connsiteY52679"/>
              </a:cxn>
              <a:cxn ang="0">
                <a:pos x="connsiteX52680" y="connsiteY52680"/>
              </a:cxn>
              <a:cxn ang="0">
                <a:pos x="connsiteX52681" y="connsiteY52681"/>
              </a:cxn>
              <a:cxn ang="0">
                <a:pos x="connsiteX52682" y="connsiteY52682"/>
              </a:cxn>
              <a:cxn ang="0">
                <a:pos x="connsiteX52683" y="connsiteY52683"/>
              </a:cxn>
              <a:cxn ang="0">
                <a:pos x="connsiteX52684" y="connsiteY52684"/>
              </a:cxn>
              <a:cxn ang="0">
                <a:pos x="connsiteX52685" y="connsiteY52685"/>
              </a:cxn>
              <a:cxn ang="0">
                <a:pos x="connsiteX52686" y="connsiteY52686"/>
              </a:cxn>
              <a:cxn ang="0">
                <a:pos x="connsiteX52687" y="connsiteY52687"/>
              </a:cxn>
              <a:cxn ang="0">
                <a:pos x="connsiteX52688" y="connsiteY52688"/>
              </a:cxn>
              <a:cxn ang="0">
                <a:pos x="connsiteX52689" y="connsiteY52689"/>
              </a:cxn>
              <a:cxn ang="0">
                <a:pos x="connsiteX52690" y="connsiteY52690"/>
              </a:cxn>
              <a:cxn ang="0">
                <a:pos x="connsiteX52691" y="connsiteY52691"/>
              </a:cxn>
              <a:cxn ang="0">
                <a:pos x="connsiteX52692" y="connsiteY52692"/>
              </a:cxn>
              <a:cxn ang="0">
                <a:pos x="connsiteX52693" y="connsiteY52693"/>
              </a:cxn>
              <a:cxn ang="0">
                <a:pos x="connsiteX52694" y="connsiteY52694"/>
              </a:cxn>
              <a:cxn ang="0">
                <a:pos x="connsiteX52695" y="connsiteY52695"/>
              </a:cxn>
              <a:cxn ang="0">
                <a:pos x="connsiteX52696" y="connsiteY52696"/>
              </a:cxn>
              <a:cxn ang="0">
                <a:pos x="connsiteX52697" y="connsiteY52697"/>
              </a:cxn>
              <a:cxn ang="0">
                <a:pos x="connsiteX52698" y="connsiteY52698"/>
              </a:cxn>
              <a:cxn ang="0">
                <a:pos x="connsiteX52699" y="connsiteY52699"/>
              </a:cxn>
              <a:cxn ang="0">
                <a:pos x="connsiteX52700" y="connsiteY52700"/>
              </a:cxn>
              <a:cxn ang="0">
                <a:pos x="connsiteX52701" y="connsiteY52701"/>
              </a:cxn>
              <a:cxn ang="0">
                <a:pos x="connsiteX52702" y="connsiteY52702"/>
              </a:cxn>
              <a:cxn ang="0">
                <a:pos x="connsiteX52703" y="connsiteY52703"/>
              </a:cxn>
              <a:cxn ang="0">
                <a:pos x="connsiteX52704" y="connsiteY52704"/>
              </a:cxn>
              <a:cxn ang="0">
                <a:pos x="connsiteX52705" y="connsiteY52705"/>
              </a:cxn>
              <a:cxn ang="0">
                <a:pos x="connsiteX52706" y="connsiteY52706"/>
              </a:cxn>
              <a:cxn ang="0">
                <a:pos x="connsiteX52707" y="connsiteY52707"/>
              </a:cxn>
              <a:cxn ang="0">
                <a:pos x="connsiteX52708" y="connsiteY52708"/>
              </a:cxn>
              <a:cxn ang="0">
                <a:pos x="connsiteX52709" y="connsiteY52709"/>
              </a:cxn>
              <a:cxn ang="0">
                <a:pos x="connsiteX52710" y="connsiteY52710"/>
              </a:cxn>
              <a:cxn ang="0">
                <a:pos x="connsiteX52711" y="connsiteY52711"/>
              </a:cxn>
              <a:cxn ang="0">
                <a:pos x="connsiteX52712" y="connsiteY52712"/>
              </a:cxn>
              <a:cxn ang="0">
                <a:pos x="connsiteX52713" y="connsiteY52713"/>
              </a:cxn>
              <a:cxn ang="0">
                <a:pos x="connsiteX52714" y="connsiteY52714"/>
              </a:cxn>
              <a:cxn ang="0">
                <a:pos x="connsiteX52715" y="connsiteY52715"/>
              </a:cxn>
              <a:cxn ang="0">
                <a:pos x="connsiteX52716" y="connsiteY52716"/>
              </a:cxn>
              <a:cxn ang="0">
                <a:pos x="connsiteX52717" y="connsiteY52717"/>
              </a:cxn>
              <a:cxn ang="0">
                <a:pos x="connsiteX52718" y="connsiteY52718"/>
              </a:cxn>
              <a:cxn ang="0">
                <a:pos x="connsiteX52719" y="connsiteY52719"/>
              </a:cxn>
              <a:cxn ang="0">
                <a:pos x="connsiteX52720" y="connsiteY52720"/>
              </a:cxn>
              <a:cxn ang="0">
                <a:pos x="connsiteX52721" y="connsiteY52721"/>
              </a:cxn>
              <a:cxn ang="0">
                <a:pos x="connsiteX52722" y="connsiteY52722"/>
              </a:cxn>
              <a:cxn ang="0">
                <a:pos x="connsiteX52723" y="connsiteY52723"/>
              </a:cxn>
              <a:cxn ang="0">
                <a:pos x="connsiteX52724" y="connsiteY52724"/>
              </a:cxn>
              <a:cxn ang="0">
                <a:pos x="connsiteX52725" y="connsiteY52725"/>
              </a:cxn>
              <a:cxn ang="0">
                <a:pos x="connsiteX52726" y="connsiteY52726"/>
              </a:cxn>
              <a:cxn ang="0">
                <a:pos x="connsiteX52727" y="connsiteY52727"/>
              </a:cxn>
              <a:cxn ang="0">
                <a:pos x="connsiteX52728" y="connsiteY52728"/>
              </a:cxn>
              <a:cxn ang="0">
                <a:pos x="connsiteX52729" y="connsiteY52729"/>
              </a:cxn>
              <a:cxn ang="0">
                <a:pos x="connsiteX52730" y="connsiteY52730"/>
              </a:cxn>
              <a:cxn ang="0">
                <a:pos x="connsiteX52731" y="connsiteY52731"/>
              </a:cxn>
              <a:cxn ang="0">
                <a:pos x="connsiteX52732" y="connsiteY52732"/>
              </a:cxn>
              <a:cxn ang="0">
                <a:pos x="connsiteX52733" y="connsiteY52733"/>
              </a:cxn>
              <a:cxn ang="0">
                <a:pos x="connsiteX52734" y="connsiteY52734"/>
              </a:cxn>
              <a:cxn ang="0">
                <a:pos x="connsiteX52735" y="connsiteY52735"/>
              </a:cxn>
              <a:cxn ang="0">
                <a:pos x="connsiteX52736" y="connsiteY52736"/>
              </a:cxn>
              <a:cxn ang="0">
                <a:pos x="connsiteX52737" y="connsiteY52737"/>
              </a:cxn>
              <a:cxn ang="0">
                <a:pos x="connsiteX52738" y="connsiteY52738"/>
              </a:cxn>
              <a:cxn ang="0">
                <a:pos x="connsiteX52739" y="connsiteY52739"/>
              </a:cxn>
              <a:cxn ang="0">
                <a:pos x="connsiteX52740" y="connsiteY52740"/>
              </a:cxn>
              <a:cxn ang="0">
                <a:pos x="connsiteX52741" y="connsiteY52741"/>
              </a:cxn>
              <a:cxn ang="0">
                <a:pos x="connsiteX52742" y="connsiteY52742"/>
              </a:cxn>
              <a:cxn ang="0">
                <a:pos x="connsiteX52743" y="connsiteY52743"/>
              </a:cxn>
              <a:cxn ang="0">
                <a:pos x="connsiteX52744" y="connsiteY52744"/>
              </a:cxn>
              <a:cxn ang="0">
                <a:pos x="connsiteX52745" y="connsiteY52745"/>
              </a:cxn>
              <a:cxn ang="0">
                <a:pos x="connsiteX52746" y="connsiteY52746"/>
              </a:cxn>
              <a:cxn ang="0">
                <a:pos x="connsiteX52747" y="connsiteY52747"/>
              </a:cxn>
              <a:cxn ang="0">
                <a:pos x="connsiteX52748" y="connsiteY52748"/>
              </a:cxn>
              <a:cxn ang="0">
                <a:pos x="connsiteX52749" y="connsiteY52749"/>
              </a:cxn>
              <a:cxn ang="0">
                <a:pos x="connsiteX52750" y="connsiteY52750"/>
              </a:cxn>
              <a:cxn ang="0">
                <a:pos x="connsiteX52751" y="connsiteY52751"/>
              </a:cxn>
              <a:cxn ang="0">
                <a:pos x="connsiteX52752" y="connsiteY52752"/>
              </a:cxn>
              <a:cxn ang="0">
                <a:pos x="connsiteX52753" y="connsiteY52753"/>
              </a:cxn>
              <a:cxn ang="0">
                <a:pos x="connsiteX52754" y="connsiteY52754"/>
              </a:cxn>
              <a:cxn ang="0">
                <a:pos x="connsiteX52755" y="connsiteY52755"/>
              </a:cxn>
              <a:cxn ang="0">
                <a:pos x="connsiteX52756" y="connsiteY52756"/>
              </a:cxn>
              <a:cxn ang="0">
                <a:pos x="connsiteX52757" y="connsiteY52757"/>
              </a:cxn>
              <a:cxn ang="0">
                <a:pos x="connsiteX52758" y="connsiteY52758"/>
              </a:cxn>
              <a:cxn ang="0">
                <a:pos x="connsiteX52759" y="connsiteY52759"/>
              </a:cxn>
              <a:cxn ang="0">
                <a:pos x="connsiteX52760" y="connsiteY52760"/>
              </a:cxn>
              <a:cxn ang="0">
                <a:pos x="connsiteX52761" y="connsiteY52761"/>
              </a:cxn>
              <a:cxn ang="0">
                <a:pos x="connsiteX52762" y="connsiteY52762"/>
              </a:cxn>
              <a:cxn ang="0">
                <a:pos x="connsiteX52763" y="connsiteY52763"/>
              </a:cxn>
              <a:cxn ang="0">
                <a:pos x="connsiteX52764" y="connsiteY52764"/>
              </a:cxn>
              <a:cxn ang="0">
                <a:pos x="connsiteX52765" y="connsiteY52765"/>
              </a:cxn>
              <a:cxn ang="0">
                <a:pos x="connsiteX52766" y="connsiteY52766"/>
              </a:cxn>
              <a:cxn ang="0">
                <a:pos x="connsiteX52767" y="connsiteY52767"/>
              </a:cxn>
              <a:cxn ang="0">
                <a:pos x="connsiteX52768" y="connsiteY52768"/>
              </a:cxn>
              <a:cxn ang="0">
                <a:pos x="connsiteX52769" y="connsiteY52769"/>
              </a:cxn>
              <a:cxn ang="0">
                <a:pos x="connsiteX52770" y="connsiteY52770"/>
              </a:cxn>
              <a:cxn ang="0">
                <a:pos x="connsiteX52771" y="connsiteY52771"/>
              </a:cxn>
              <a:cxn ang="0">
                <a:pos x="connsiteX52772" y="connsiteY52772"/>
              </a:cxn>
              <a:cxn ang="0">
                <a:pos x="connsiteX52773" y="connsiteY52773"/>
              </a:cxn>
              <a:cxn ang="0">
                <a:pos x="connsiteX52774" y="connsiteY52774"/>
              </a:cxn>
              <a:cxn ang="0">
                <a:pos x="connsiteX52775" y="connsiteY52775"/>
              </a:cxn>
              <a:cxn ang="0">
                <a:pos x="connsiteX52776" y="connsiteY52776"/>
              </a:cxn>
              <a:cxn ang="0">
                <a:pos x="connsiteX52777" y="connsiteY52777"/>
              </a:cxn>
              <a:cxn ang="0">
                <a:pos x="connsiteX52778" y="connsiteY52778"/>
              </a:cxn>
              <a:cxn ang="0">
                <a:pos x="connsiteX52779" y="connsiteY52779"/>
              </a:cxn>
              <a:cxn ang="0">
                <a:pos x="connsiteX52780" y="connsiteY52780"/>
              </a:cxn>
              <a:cxn ang="0">
                <a:pos x="connsiteX52781" y="connsiteY52781"/>
              </a:cxn>
              <a:cxn ang="0">
                <a:pos x="connsiteX52782" y="connsiteY52782"/>
              </a:cxn>
              <a:cxn ang="0">
                <a:pos x="connsiteX52783" y="connsiteY52783"/>
              </a:cxn>
              <a:cxn ang="0">
                <a:pos x="connsiteX52784" y="connsiteY52784"/>
              </a:cxn>
              <a:cxn ang="0">
                <a:pos x="connsiteX52785" y="connsiteY52785"/>
              </a:cxn>
              <a:cxn ang="0">
                <a:pos x="connsiteX52786" y="connsiteY52786"/>
              </a:cxn>
              <a:cxn ang="0">
                <a:pos x="connsiteX52787" y="connsiteY52787"/>
              </a:cxn>
              <a:cxn ang="0">
                <a:pos x="connsiteX52788" y="connsiteY52788"/>
              </a:cxn>
              <a:cxn ang="0">
                <a:pos x="connsiteX52789" y="connsiteY52789"/>
              </a:cxn>
              <a:cxn ang="0">
                <a:pos x="connsiteX52790" y="connsiteY52790"/>
              </a:cxn>
              <a:cxn ang="0">
                <a:pos x="connsiteX52791" y="connsiteY52791"/>
              </a:cxn>
              <a:cxn ang="0">
                <a:pos x="connsiteX52792" y="connsiteY52792"/>
              </a:cxn>
              <a:cxn ang="0">
                <a:pos x="connsiteX52793" y="connsiteY52793"/>
              </a:cxn>
              <a:cxn ang="0">
                <a:pos x="connsiteX52794" y="connsiteY52794"/>
              </a:cxn>
              <a:cxn ang="0">
                <a:pos x="connsiteX52795" y="connsiteY52795"/>
              </a:cxn>
              <a:cxn ang="0">
                <a:pos x="connsiteX52796" y="connsiteY52796"/>
              </a:cxn>
              <a:cxn ang="0">
                <a:pos x="connsiteX52797" y="connsiteY52797"/>
              </a:cxn>
              <a:cxn ang="0">
                <a:pos x="connsiteX52798" y="connsiteY52798"/>
              </a:cxn>
              <a:cxn ang="0">
                <a:pos x="connsiteX52799" y="connsiteY52799"/>
              </a:cxn>
              <a:cxn ang="0">
                <a:pos x="connsiteX52800" y="connsiteY52800"/>
              </a:cxn>
              <a:cxn ang="0">
                <a:pos x="connsiteX52801" y="connsiteY52801"/>
              </a:cxn>
              <a:cxn ang="0">
                <a:pos x="connsiteX52802" y="connsiteY52802"/>
              </a:cxn>
              <a:cxn ang="0">
                <a:pos x="connsiteX52803" y="connsiteY52803"/>
              </a:cxn>
              <a:cxn ang="0">
                <a:pos x="connsiteX52804" y="connsiteY52804"/>
              </a:cxn>
              <a:cxn ang="0">
                <a:pos x="connsiteX52805" y="connsiteY52805"/>
              </a:cxn>
              <a:cxn ang="0">
                <a:pos x="connsiteX52806" y="connsiteY52806"/>
              </a:cxn>
              <a:cxn ang="0">
                <a:pos x="connsiteX52807" y="connsiteY52807"/>
              </a:cxn>
              <a:cxn ang="0">
                <a:pos x="connsiteX52808" y="connsiteY52808"/>
              </a:cxn>
              <a:cxn ang="0">
                <a:pos x="connsiteX52809" y="connsiteY52809"/>
              </a:cxn>
              <a:cxn ang="0">
                <a:pos x="connsiteX52810" y="connsiteY52810"/>
              </a:cxn>
              <a:cxn ang="0">
                <a:pos x="connsiteX52811" y="connsiteY52811"/>
              </a:cxn>
              <a:cxn ang="0">
                <a:pos x="connsiteX52812" y="connsiteY52812"/>
              </a:cxn>
              <a:cxn ang="0">
                <a:pos x="connsiteX52813" y="connsiteY52813"/>
              </a:cxn>
              <a:cxn ang="0">
                <a:pos x="connsiteX52814" y="connsiteY52814"/>
              </a:cxn>
              <a:cxn ang="0">
                <a:pos x="connsiteX52815" y="connsiteY52815"/>
              </a:cxn>
              <a:cxn ang="0">
                <a:pos x="connsiteX52816" y="connsiteY52816"/>
              </a:cxn>
              <a:cxn ang="0">
                <a:pos x="connsiteX52817" y="connsiteY52817"/>
              </a:cxn>
              <a:cxn ang="0">
                <a:pos x="connsiteX52818" y="connsiteY52818"/>
              </a:cxn>
              <a:cxn ang="0">
                <a:pos x="connsiteX52819" y="connsiteY52819"/>
              </a:cxn>
              <a:cxn ang="0">
                <a:pos x="connsiteX52820" y="connsiteY52820"/>
              </a:cxn>
              <a:cxn ang="0">
                <a:pos x="connsiteX52821" y="connsiteY52821"/>
              </a:cxn>
              <a:cxn ang="0">
                <a:pos x="connsiteX52822" y="connsiteY52822"/>
              </a:cxn>
              <a:cxn ang="0">
                <a:pos x="connsiteX52823" y="connsiteY52823"/>
              </a:cxn>
              <a:cxn ang="0">
                <a:pos x="connsiteX52824" y="connsiteY52824"/>
              </a:cxn>
              <a:cxn ang="0">
                <a:pos x="connsiteX52825" y="connsiteY52825"/>
              </a:cxn>
              <a:cxn ang="0">
                <a:pos x="connsiteX52826" y="connsiteY52826"/>
              </a:cxn>
              <a:cxn ang="0">
                <a:pos x="connsiteX52827" y="connsiteY52827"/>
              </a:cxn>
              <a:cxn ang="0">
                <a:pos x="connsiteX52828" y="connsiteY52828"/>
              </a:cxn>
              <a:cxn ang="0">
                <a:pos x="connsiteX52829" y="connsiteY52829"/>
              </a:cxn>
              <a:cxn ang="0">
                <a:pos x="connsiteX52830" y="connsiteY52830"/>
              </a:cxn>
              <a:cxn ang="0">
                <a:pos x="connsiteX52831" y="connsiteY52831"/>
              </a:cxn>
              <a:cxn ang="0">
                <a:pos x="connsiteX52832" y="connsiteY52832"/>
              </a:cxn>
              <a:cxn ang="0">
                <a:pos x="connsiteX52833" y="connsiteY52833"/>
              </a:cxn>
              <a:cxn ang="0">
                <a:pos x="connsiteX52834" y="connsiteY52834"/>
              </a:cxn>
              <a:cxn ang="0">
                <a:pos x="connsiteX52835" y="connsiteY52835"/>
              </a:cxn>
              <a:cxn ang="0">
                <a:pos x="connsiteX52836" y="connsiteY52836"/>
              </a:cxn>
              <a:cxn ang="0">
                <a:pos x="connsiteX52837" y="connsiteY52837"/>
              </a:cxn>
              <a:cxn ang="0">
                <a:pos x="connsiteX52838" y="connsiteY52838"/>
              </a:cxn>
              <a:cxn ang="0">
                <a:pos x="connsiteX52839" y="connsiteY52839"/>
              </a:cxn>
              <a:cxn ang="0">
                <a:pos x="connsiteX52840" y="connsiteY52840"/>
              </a:cxn>
              <a:cxn ang="0">
                <a:pos x="connsiteX52841" y="connsiteY52841"/>
              </a:cxn>
              <a:cxn ang="0">
                <a:pos x="connsiteX52842" y="connsiteY52842"/>
              </a:cxn>
              <a:cxn ang="0">
                <a:pos x="connsiteX52843" y="connsiteY52843"/>
              </a:cxn>
              <a:cxn ang="0">
                <a:pos x="connsiteX52844" y="connsiteY52844"/>
              </a:cxn>
              <a:cxn ang="0">
                <a:pos x="connsiteX52845" y="connsiteY52845"/>
              </a:cxn>
              <a:cxn ang="0">
                <a:pos x="connsiteX52846" y="connsiteY52846"/>
              </a:cxn>
              <a:cxn ang="0">
                <a:pos x="connsiteX52847" y="connsiteY52847"/>
              </a:cxn>
              <a:cxn ang="0">
                <a:pos x="connsiteX52848" y="connsiteY52848"/>
              </a:cxn>
              <a:cxn ang="0">
                <a:pos x="connsiteX52849" y="connsiteY52849"/>
              </a:cxn>
              <a:cxn ang="0">
                <a:pos x="connsiteX52850" y="connsiteY52850"/>
              </a:cxn>
              <a:cxn ang="0">
                <a:pos x="connsiteX52851" y="connsiteY52851"/>
              </a:cxn>
              <a:cxn ang="0">
                <a:pos x="connsiteX52852" y="connsiteY52852"/>
              </a:cxn>
              <a:cxn ang="0">
                <a:pos x="connsiteX52853" y="connsiteY52853"/>
              </a:cxn>
              <a:cxn ang="0">
                <a:pos x="connsiteX52854" y="connsiteY52854"/>
              </a:cxn>
              <a:cxn ang="0">
                <a:pos x="connsiteX52855" y="connsiteY52855"/>
              </a:cxn>
              <a:cxn ang="0">
                <a:pos x="connsiteX52856" y="connsiteY52856"/>
              </a:cxn>
              <a:cxn ang="0">
                <a:pos x="connsiteX52857" y="connsiteY52857"/>
              </a:cxn>
              <a:cxn ang="0">
                <a:pos x="connsiteX52858" y="connsiteY52858"/>
              </a:cxn>
              <a:cxn ang="0">
                <a:pos x="connsiteX52859" y="connsiteY52859"/>
              </a:cxn>
              <a:cxn ang="0">
                <a:pos x="connsiteX52860" y="connsiteY52860"/>
              </a:cxn>
              <a:cxn ang="0">
                <a:pos x="connsiteX52861" y="connsiteY52861"/>
              </a:cxn>
              <a:cxn ang="0">
                <a:pos x="connsiteX52862" y="connsiteY52862"/>
              </a:cxn>
              <a:cxn ang="0">
                <a:pos x="connsiteX52863" y="connsiteY52863"/>
              </a:cxn>
              <a:cxn ang="0">
                <a:pos x="connsiteX52864" y="connsiteY52864"/>
              </a:cxn>
              <a:cxn ang="0">
                <a:pos x="connsiteX52865" y="connsiteY52865"/>
              </a:cxn>
              <a:cxn ang="0">
                <a:pos x="connsiteX52866" y="connsiteY52866"/>
              </a:cxn>
              <a:cxn ang="0">
                <a:pos x="connsiteX52867" y="connsiteY52867"/>
              </a:cxn>
              <a:cxn ang="0">
                <a:pos x="connsiteX52868" y="connsiteY52868"/>
              </a:cxn>
              <a:cxn ang="0">
                <a:pos x="connsiteX52869" y="connsiteY52869"/>
              </a:cxn>
              <a:cxn ang="0">
                <a:pos x="connsiteX52870" y="connsiteY52870"/>
              </a:cxn>
              <a:cxn ang="0">
                <a:pos x="connsiteX52871" y="connsiteY52871"/>
              </a:cxn>
              <a:cxn ang="0">
                <a:pos x="connsiteX52872" y="connsiteY52872"/>
              </a:cxn>
              <a:cxn ang="0">
                <a:pos x="connsiteX52873" y="connsiteY52873"/>
              </a:cxn>
              <a:cxn ang="0">
                <a:pos x="connsiteX52874" y="connsiteY52874"/>
              </a:cxn>
              <a:cxn ang="0">
                <a:pos x="connsiteX52875" y="connsiteY52875"/>
              </a:cxn>
              <a:cxn ang="0">
                <a:pos x="connsiteX52876" y="connsiteY52876"/>
              </a:cxn>
              <a:cxn ang="0">
                <a:pos x="connsiteX52877" y="connsiteY52877"/>
              </a:cxn>
              <a:cxn ang="0">
                <a:pos x="connsiteX52878" y="connsiteY52878"/>
              </a:cxn>
              <a:cxn ang="0">
                <a:pos x="connsiteX52879" y="connsiteY52879"/>
              </a:cxn>
              <a:cxn ang="0">
                <a:pos x="connsiteX52880" y="connsiteY52880"/>
              </a:cxn>
              <a:cxn ang="0">
                <a:pos x="connsiteX52881" y="connsiteY52881"/>
              </a:cxn>
              <a:cxn ang="0">
                <a:pos x="connsiteX52882" y="connsiteY52882"/>
              </a:cxn>
              <a:cxn ang="0">
                <a:pos x="connsiteX52883" y="connsiteY52883"/>
              </a:cxn>
              <a:cxn ang="0">
                <a:pos x="connsiteX52884" y="connsiteY52884"/>
              </a:cxn>
              <a:cxn ang="0">
                <a:pos x="connsiteX52885" y="connsiteY52885"/>
              </a:cxn>
              <a:cxn ang="0">
                <a:pos x="connsiteX52886" y="connsiteY52886"/>
              </a:cxn>
              <a:cxn ang="0">
                <a:pos x="connsiteX52887" y="connsiteY52887"/>
              </a:cxn>
              <a:cxn ang="0">
                <a:pos x="connsiteX52888" y="connsiteY52888"/>
              </a:cxn>
              <a:cxn ang="0">
                <a:pos x="connsiteX52889" y="connsiteY52889"/>
              </a:cxn>
              <a:cxn ang="0">
                <a:pos x="connsiteX52890" y="connsiteY52890"/>
              </a:cxn>
              <a:cxn ang="0">
                <a:pos x="connsiteX52891" y="connsiteY52891"/>
              </a:cxn>
              <a:cxn ang="0">
                <a:pos x="connsiteX52892" y="connsiteY52892"/>
              </a:cxn>
              <a:cxn ang="0">
                <a:pos x="connsiteX52893" y="connsiteY52893"/>
              </a:cxn>
              <a:cxn ang="0">
                <a:pos x="connsiteX52894" y="connsiteY52894"/>
              </a:cxn>
              <a:cxn ang="0">
                <a:pos x="connsiteX52895" y="connsiteY52895"/>
              </a:cxn>
              <a:cxn ang="0">
                <a:pos x="connsiteX52896" y="connsiteY52896"/>
              </a:cxn>
              <a:cxn ang="0">
                <a:pos x="connsiteX52897" y="connsiteY52897"/>
              </a:cxn>
              <a:cxn ang="0">
                <a:pos x="connsiteX52898" y="connsiteY52898"/>
              </a:cxn>
              <a:cxn ang="0">
                <a:pos x="connsiteX52899" y="connsiteY52899"/>
              </a:cxn>
              <a:cxn ang="0">
                <a:pos x="connsiteX52900" y="connsiteY52900"/>
              </a:cxn>
              <a:cxn ang="0">
                <a:pos x="connsiteX52901" y="connsiteY52901"/>
              </a:cxn>
              <a:cxn ang="0">
                <a:pos x="connsiteX52902" y="connsiteY52902"/>
              </a:cxn>
              <a:cxn ang="0">
                <a:pos x="connsiteX52903" y="connsiteY52903"/>
              </a:cxn>
              <a:cxn ang="0">
                <a:pos x="connsiteX52904" y="connsiteY52904"/>
              </a:cxn>
              <a:cxn ang="0">
                <a:pos x="connsiteX52905" y="connsiteY52905"/>
              </a:cxn>
              <a:cxn ang="0">
                <a:pos x="connsiteX52906" y="connsiteY52906"/>
              </a:cxn>
              <a:cxn ang="0">
                <a:pos x="connsiteX52907" y="connsiteY52907"/>
              </a:cxn>
              <a:cxn ang="0">
                <a:pos x="connsiteX52908" y="connsiteY52908"/>
              </a:cxn>
              <a:cxn ang="0">
                <a:pos x="connsiteX52909" y="connsiteY52909"/>
              </a:cxn>
              <a:cxn ang="0">
                <a:pos x="connsiteX52910" y="connsiteY52910"/>
              </a:cxn>
              <a:cxn ang="0">
                <a:pos x="connsiteX52911" y="connsiteY52911"/>
              </a:cxn>
              <a:cxn ang="0">
                <a:pos x="connsiteX52912" y="connsiteY52912"/>
              </a:cxn>
              <a:cxn ang="0">
                <a:pos x="connsiteX52913" y="connsiteY52913"/>
              </a:cxn>
              <a:cxn ang="0">
                <a:pos x="connsiteX52914" y="connsiteY52914"/>
              </a:cxn>
              <a:cxn ang="0">
                <a:pos x="connsiteX52915" y="connsiteY52915"/>
              </a:cxn>
              <a:cxn ang="0">
                <a:pos x="connsiteX52916" y="connsiteY52916"/>
              </a:cxn>
              <a:cxn ang="0">
                <a:pos x="connsiteX52917" y="connsiteY52917"/>
              </a:cxn>
              <a:cxn ang="0">
                <a:pos x="connsiteX52918" y="connsiteY52918"/>
              </a:cxn>
              <a:cxn ang="0">
                <a:pos x="connsiteX52919" y="connsiteY52919"/>
              </a:cxn>
              <a:cxn ang="0">
                <a:pos x="connsiteX52920" y="connsiteY52920"/>
              </a:cxn>
              <a:cxn ang="0">
                <a:pos x="connsiteX52921" y="connsiteY52921"/>
              </a:cxn>
              <a:cxn ang="0">
                <a:pos x="connsiteX52922" y="connsiteY52922"/>
              </a:cxn>
              <a:cxn ang="0">
                <a:pos x="connsiteX52923" y="connsiteY52923"/>
              </a:cxn>
              <a:cxn ang="0">
                <a:pos x="connsiteX52924" y="connsiteY52924"/>
              </a:cxn>
              <a:cxn ang="0">
                <a:pos x="connsiteX52925" y="connsiteY52925"/>
              </a:cxn>
              <a:cxn ang="0">
                <a:pos x="connsiteX52926" y="connsiteY52926"/>
              </a:cxn>
              <a:cxn ang="0">
                <a:pos x="connsiteX52927" y="connsiteY52927"/>
              </a:cxn>
              <a:cxn ang="0">
                <a:pos x="connsiteX52928" y="connsiteY52928"/>
              </a:cxn>
              <a:cxn ang="0">
                <a:pos x="connsiteX52929" y="connsiteY52929"/>
              </a:cxn>
              <a:cxn ang="0">
                <a:pos x="connsiteX52930" y="connsiteY52930"/>
              </a:cxn>
              <a:cxn ang="0">
                <a:pos x="connsiteX52931" y="connsiteY52931"/>
              </a:cxn>
              <a:cxn ang="0">
                <a:pos x="connsiteX52932" y="connsiteY52932"/>
              </a:cxn>
              <a:cxn ang="0">
                <a:pos x="connsiteX52933" y="connsiteY52933"/>
              </a:cxn>
              <a:cxn ang="0">
                <a:pos x="connsiteX52934" y="connsiteY52934"/>
              </a:cxn>
              <a:cxn ang="0">
                <a:pos x="connsiteX52935" y="connsiteY52935"/>
              </a:cxn>
              <a:cxn ang="0">
                <a:pos x="connsiteX52936" y="connsiteY52936"/>
              </a:cxn>
              <a:cxn ang="0">
                <a:pos x="connsiteX52937" y="connsiteY52937"/>
              </a:cxn>
              <a:cxn ang="0">
                <a:pos x="connsiteX52938" y="connsiteY52938"/>
              </a:cxn>
              <a:cxn ang="0">
                <a:pos x="connsiteX52939" y="connsiteY52939"/>
              </a:cxn>
              <a:cxn ang="0">
                <a:pos x="connsiteX52940" y="connsiteY52940"/>
              </a:cxn>
              <a:cxn ang="0">
                <a:pos x="connsiteX52941" y="connsiteY52941"/>
              </a:cxn>
              <a:cxn ang="0">
                <a:pos x="connsiteX52942" y="connsiteY52942"/>
              </a:cxn>
              <a:cxn ang="0">
                <a:pos x="connsiteX52943" y="connsiteY52943"/>
              </a:cxn>
              <a:cxn ang="0">
                <a:pos x="connsiteX52944" y="connsiteY52944"/>
              </a:cxn>
              <a:cxn ang="0">
                <a:pos x="connsiteX52945" y="connsiteY52945"/>
              </a:cxn>
              <a:cxn ang="0">
                <a:pos x="connsiteX52946" y="connsiteY52946"/>
              </a:cxn>
              <a:cxn ang="0">
                <a:pos x="connsiteX52947" y="connsiteY52947"/>
              </a:cxn>
              <a:cxn ang="0">
                <a:pos x="connsiteX52948" y="connsiteY52948"/>
              </a:cxn>
              <a:cxn ang="0">
                <a:pos x="connsiteX52949" y="connsiteY52949"/>
              </a:cxn>
              <a:cxn ang="0">
                <a:pos x="connsiteX52950" y="connsiteY52950"/>
              </a:cxn>
              <a:cxn ang="0">
                <a:pos x="connsiteX52951" y="connsiteY52951"/>
              </a:cxn>
              <a:cxn ang="0">
                <a:pos x="connsiteX52952" y="connsiteY52952"/>
              </a:cxn>
              <a:cxn ang="0">
                <a:pos x="connsiteX52953" y="connsiteY52953"/>
              </a:cxn>
              <a:cxn ang="0">
                <a:pos x="connsiteX52954" y="connsiteY52954"/>
              </a:cxn>
              <a:cxn ang="0">
                <a:pos x="connsiteX52955" y="connsiteY52955"/>
              </a:cxn>
              <a:cxn ang="0">
                <a:pos x="connsiteX52956" y="connsiteY52956"/>
              </a:cxn>
              <a:cxn ang="0">
                <a:pos x="connsiteX52957" y="connsiteY52957"/>
              </a:cxn>
              <a:cxn ang="0">
                <a:pos x="connsiteX52958" y="connsiteY52958"/>
              </a:cxn>
              <a:cxn ang="0">
                <a:pos x="connsiteX52959" y="connsiteY52959"/>
              </a:cxn>
              <a:cxn ang="0">
                <a:pos x="connsiteX52960" y="connsiteY52960"/>
              </a:cxn>
              <a:cxn ang="0">
                <a:pos x="connsiteX52961" y="connsiteY52961"/>
              </a:cxn>
              <a:cxn ang="0">
                <a:pos x="connsiteX52962" y="connsiteY52962"/>
              </a:cxn>
              <a:cxn ang="0">
                <a:pos x="connsiteX52963" y="connsiteY52963"/>
              </a:cxn>
              <a:cxn ang="0">
                <a:pos x="connsiteX52964" y="connsiteY52964"/>
              </a:cxn>
              <a:cxn ang="0">
                <a:pos x="connsiteX52965" y="connsiteY52965"/>
              </a:cxn>
              <a:cxn ang="0">
                <a:pos x="connsiteX52966" y="connsiteY52966"/>
              </a:cxn>
              <a:cxn ang="0">
                <a:pos x="connsiteX52967" y="connsiteY52967"/>
              </a:cxn>
              <a:cxn ang="0">
                <a:pos x="connsiteX52968" y="connsiteY52968"/>
              </a:cxn>
              <a:cxn ang="0">
                <a:pos x="connsiteX52969" y="connsiteY52969"/>
              </a:cxn>
              <a:cxn ang="0">
                <a:pos x="connsiteX52970" y="connsiteY52970"/>
              </a:cxn>
              <a:cxn ang="0">
                <a:pos x="connsiteX52971" y="connsiteY52971"/>
              </a:cxn>
              <a:cxn ang="0">
                <a:pos x="connsiteX52972" y="connsiteY52972"/>
              </a:cxn>
              <a:cxn ang="0">
                <a:pos x="connsiteX52973" y="connsiteY52973"/>
              </a:cxn>
              <a:cxn ang="0">
                <a:pos x="connsiteX52974" y="connsiteY52974"/>
              </a:cxn>
              <a:cxn ang="0">
                <a:pos x="connsiteX52975" y="connsiteY52975"/>
              </a:cxn>
              <a:cxn ang="0">
                <a:pos x="connsiteX52976" y="connsiteY52976"/>
              </a:cxn>
              <a:cxn ang="0">
                <a:pos x="connsiteX52977" y="connsiteY52977"/>
              </a:cxn>
              <a:cxn ang="0">
                <a:pos x="connsiteX52978" y="connsiteY52978"/>
              </a:cxn>
              <a:cxn ang="0">
                <a:pos x="connsiteX52979" y="connsiteY52979"/>
              </a:cxn>
              <a:cxn ang="0">
                <a:pos x="connsiteX52980" y="connsiteY52980"/>
              </a:cxn>
              <a:cxn ang="0">
                <a:pos x="connsiteX52981" y="connsiteY52981"/>
              </a:cxn>
              <a:cxn ang="0">
                <a:pos x="connsiteX52982" y="connsiteY52982"/>
              </a:cxn>
              <a:cxn ang="0">
                <a:pos x="connsiteX52983" y="connsiteY52983"/>
              </a:cxn>
              <a:cxn ang="0">
                <a:pos x="connsiteX52984" y="connsiteY52984"/>
              </a:cxn>
              <a:cxn ang="0">
                <a:pos x="connsiteX52985" y="connsiteY52985"/>
              </a:cxn>
              <a:cxn ang="0">
                <a:pos x="connsiteX52986" y="connsiteY52986"/>
              </a:cxn>
              <a:cxn ang="0">
                <a:pos x="connsiteX52987" y="connsiteY52987"/>
              </a:cxn>
              <a:cxn ang="0">
                <a:pos x="connsiteX52988" y="connsiteY52988"/>
              </a:cxn>
              <a:cxn ang="0">
                <a:pos x="connsiteX52989" y="connsiteY52989"/>
              </a:cxn>
              <a:cxn ang="0">
                <a:pos x="connsiteX52990" y="connsiteY52990"/>
              </a:cxn>
              <a:cxn ang="0">
                <a:pos x="connsiteX52991" y="connsiteY52991"/>
              </a:cxn>
              <a:cxn ang="0">
                <a:pos x="connsiteX52992" y="connsiteY52992"/>
              </a:cxn>
              <a:cxn ang="0">
                <a:pos x="connsiteX52993" y="connsiteY52993"/>
              </a:cxn>
              <a:cxn ang="0">
                <a:pos x="connsiteX52994" y="connsiteY52994"/>
              </a:cxn>
              <a:cxn ang="0">
                <a:pos x="connsiteX52995" y="connsiteY52995"/>
              </a:cxn>
              <a:cxn ang="0">
                <a:pos x="connsiteX52996" y="connsiteY52996"/>
              </a:cxn>
              <a:cxn ang="0">
                <a:pos x="connsiteX52997" y="connsiteY52997"/>
              </a:cxn>
              <a:cxn ang="0">
                <a:pos x="connsiteX52998" y="connsiteY52998"/>
              </a:cxn>
              <a:cxn ang="0">
                <a:pos x="connsiteX52999" y="connsiteY52999"/>
              </a:cxn>
              <a:cxn ang="0">
                <a:pos x="connsiteX53000" y="connsiteY53000"/>
              </a:cxn>
              <a:cxn ang="0">
                <a:pos x="connsiteX53001" y="connsiteY53001"/>
              </a:cxn>
              <a:cxn ang="0">
                <a:pos x="connsiteX53002" y="connsiteY53002"/>
              </a:cxn>
              <a:cxn ang="0">
                <a:pos x="connsiteX53003" y="connsiteY53003"/>
              </a:cxn>
              <a:cxn ang="0">
                <a:pos x="connsiteX53004" y="connsiteY53004"/>
              </a:cxn>
              <a:cxn ang="0">
                <a:pos x="connsiteX53005" y="connsiteY53005"/>
              </a:cxn>
              <a:cxn ang="0">
                <a:pos x="connsiteX53006" y="connsiteY53006"/>
              </a:cxn>
              <a:cxn ang="0">
                <a:pos x="connsiteX53007" y="connsiteY53007"/>
              </a:cxn>
              <a:cxn ang="0">
                <a:pos x="connsiteX53008" y="connsiteY53008"/>
              </a:cxn>
              <a:cxn ang="0">
                <a:pos x="connsiteX53009" y="connsiteY53009"/>
              </a:cxn>
              <a:cxn ang="0">
                <a:pos x="connsiteX53010" y="connsiteY53010"/>
              </a:cxn>
              <a:cxn ang="0">
                <a:pos x="connsiteX53011" y="connsiteY53011"/>
              </a:cxn>
              <a:cxn ang="0">
                <a:pos x="connsiteX53012" y="connsiteY53012"/>
              </a:cxn>
              <a:cxn ang="0">
                <a:pos x="connsiteX53013" y="connsiteY53013"/>
              </a:cxn>
              <a:cxn ang="0">
                <a:pos x="connsiteX53014" y="connsiteY53014"/>
              </a:cxn>
              <a:cxn ang="0">
                <a:pos x="connsiteX53015" y="connsiteY53015"/>
              </a:cxn>
              <a:cxn ang="0">
                <a:pos x="connsiteX53016" y="connsiteY53016"/>
              </a:cxn>
              <a:cxn ang="0">
                <a:pos x="connsiteX53017" y="connsiteY53017"/>
              </a:cxn>
              <a:cxn ang="0">
                <a:pos x="connsiteX53018" y="connsiteY53018"/>
              </a:cxn>
              <a:cxn ang="0">
                <a:pos x="connsiteX53019" y="connsiteY53019"/>
              </a:cxn>
              <a:cxn ang="0">
                <a:pos x="connsiteX53020" y="connsiteY53020"/>
              </a:cxn>
              <a:cxn ang="0">
                <a:pos x="connsiteX53021" y="connsiteY53021"/>
              </a:cxn>
              <a:cxn ang="0">
                <a:pos x="connsiteX53022" y="connsiteY53022"/>
              </a:cxn>
              <a:cxn ang="0">
                <a:pos x="connsiteX53023" y="connsiteY53023"/>
              </a:cxn>
              <a:cxn ang="0">
                <a:pos x="connsiteX53024" y="connsiteY53024"/>
              </a:cxn>
              <a:cxn ang="0">
                <a:pos x="connsiteX53025" y="connsiteY53025"/>
              </a:cxn>
              <a:cxn ang="0">
                <a:pos x="connsiteX53026" y="connsiteY53026"/>
              </a:cxn>
              <a:cxn ang="0">
                <a:pos x="connsiteX53027" y="connsiteY53027"/>
              </a:cxn>
              <a:cxn ang="0">
                <a:pos x="connsiteX53028" y="connsiteY53028"/>
              </a:cxn>
              <a:cxn ang="0">
                <a:pos x="connsiteX53029" y="connsiteY53029"/>
              </a:cxn>
              <a:cxn ang="0">
                <a:pos x="connsiteX53030" y="connsiteY53030"/>
              </a:cxn>
              <a:cxn ang="0">
                <a:pos x="connsiteX53031" y="connsiteY53031"/>
              </a:cxn>
              <a:cxn ang="0">
                <a:pos x="connsiteX53032" y="connsiteY53032"/>
              </a:cxn>
              <a:cxn ang="0">
                <a:pos x="connsiteX53033" y="connsiteY53033"/>
              </a:cxn>
              <a:cxn ang="0">
                <a:pos x="connsiteX53034" y="connsiteY53034"/>
              </a:cxn>
              <a:cxn ang="0">
                <a:pos x="connsiteX53035" y="connsiteY53035"/>
              </a:cxn>
              <a:cxn ang="0">
                <a:pos x="connsiteX53036" y="connsiteY53036"/>
              </a:cxn>
              <a:cxn ang="0">
                <a:pos x="connsiteX53037" y="connsiteY53037"/>
              </a:cxn>
              <a:cxn ang="0">
                <a:pos x="connsiteX53038" y="connsiteY53038"/>
              </a:cxn>
              <a:cxn ang="0">
                <a:pos x="connsiteX53039" y="connsiteY53039"/>
              </a:cxn>
              <a:cxn ang="0">
                <a:pos x="connsiteX53040" y="connsiteY53040"/>
              </a:cxn>
              <a:cxn ang="0">
                <a:pos x="connsiteX53041" y="connsiteY53041"/>
              </a:cxn>
              <a:cxn ang="0">
                <a:pos x="connsiteX53042" y="connsiteY53042"/>
              </a:cxn>
              <a:cxn ang="0">
                <a:pos x="connsiteX53043" y="connsiteY53043"/>
              </a:cxn>
              <a:cxn ang="0">
                <a:pos x="connsiteX53044" y="connsiteY53044"/>
              </a:cxn>
              <a:cxn ang="0">
                <a:pos x="connsiteX53045" y="connsiteY53045"/>
              </a:cxn>
              <a:cxn ang="0">
                <a:pos x="connsiteX53046" y="connsiteY53046"/>
              </a:cxn>
              <a:cxn ang="0">
                <a:pos x="connsiteX53047" y="connsiteY53047"/>
              </a:cxn>
              <a:cxn ang="0">
                <a:pos x="connsiteX53048" y="connsiteY53048"/>
              </a:cxn>
              <a:cxn ang="0">
                <a:pos x="connsiteX53049" y="connsiteY53049"/>
              </a:cxn>
              <a:cxn ang="0">
                <a:pos x="connsiteX53050" y="connsiteY53050"/>
              </a:cxn>
              <a:cxn ang="0">
                <a:pos x="connsiteX53051" y="connsiteY53051"/>
              </a:cxn>
              <a:cxn ang="0">
                <a:pos x="connsiteX53052" y="connsiteY53052"/>
              </a:cxn>
              <a:cxn ang="0">
                <a:pos x="connsiteX53053" y="connsiteY53053"/>
              </a:cxn>
              <a:cxn ang="0">
                <a:pos x="connsiteX53054" y="connsiteY53054"/>
              </a:cxn>
              <a:cxn ang="0">
                <a:pos x="connsiteX53055" y="connsiteY53055"/>
              </a:cxn>
              <a:cxn ang="0">
                <a:pos x="connsiteX53056" y="connsiteY53056"/>
              </a:cxn>
              <a:cxn ang="0">
                <a:pos x="connsiteX53057" y="connsiteY53057"/>
              </a:cxn>
              <a:cxn ang="0">
                <a:pos x="connsiteX53058" y="connsiteY53058"/>
              </a:cxn>
              <a:cxn ang="0">
                <a:pos x="connsiteX53059" y="connsiteY53059"/>
              </a:cxn>
              <a:cxn ang="0">
                <a:pos x="connsiteX53060" y="connsiteY53060"/>
              </a:cxn>
              <a:cxn ang="0">
                <a:pos x="connsiteX53061" y="connsiteY53061"/>
              </a:cxn>
              <a:cxn ang="0">
                <a:pos x="connsiteX53062" y="connsiteY53062"/>
              </a:cxn>
              <a:cxn ang="0">
                <a:pos x="connsiteX53063" y="connsiteY53063"/>
              </a:cxn>
              <a:cxn ang="0">
                <a:pos x="connsiteX53064" y="connsiteY53064"/>
              </a:cxn>
              <a:cxn ang="0">
                <a:pos x="connsiteX53065" y="connsiteY53065"/>
              </a:cxn>
              <a:cxn ang="0">
                <a:pos x="connsiteX53066" y="connsiteY53066"/>
              </a:cxn>
              <a:cxn ang="0">
                <a:pos x="connsiteX53067" y="connsiteY53067"/>
              </a:cxn>
              <a:cxn ang="0">
                <a:pos x="connsiteX53068" y="connsiteY53068"/>
              </a:cxn>
              <a:cxn ang="0">
                <a:pos x="connsiteX53069" y="connsiteY53069"/>
              </a:cxn>
              <a:cxn ang="0">
                <a:pos x="connsiteX53070" y="connsiteY53070"/>
              </a:cxn>
              <a:cxn ang="0">
                <a:pos x="connsiteX53071" y="connsiteY53071"/>
              </a:cxn>
              <a:cxn ang="0">
                <a:pos x="connsiteX53072" y="connsiteY53072"/>
              </a:cxn>
              <a:cxn ang="0">
                <a:pos x="connsiteX53073" y="connsiteY53073"/>
              </a:cxn>
              <a:cxn ang="0">
                <a:pos x="connsiteX53074" y="connsiteY53074"/>
              </a:cxn>
              <a:cxn ang="0">
                <a:pos x="connsiteX53075" y="connsiteY53075"/>
              </a:cxn>
              <a:cxn ang="0">
                <a:pos x="connsiteX53076" y="connsiteY53076"/>
              </a:cxn>
              <a:cxn ang="0">
                <a:pos x="connsiteX53077" y="connsiteY53077"/>
              </a:cxn>
              <a:cxn ang="0">
                <a:pos x="connsiteX53078" y="connsiteY53078"/>
              </a:cxn>
              <a:cxn ang="0">
                <a:pos x="connsiteX53079" y="connsiteY53079"/>
              </a:cxn>
              <a:cxn ang="0">
                <a:pos x="connsiteX53080" y="connsiteY53080"/>
              </a:cxn>
              <a:cxn ang="0">
                <a:pos x="connsiteX53081" y="connsiteY53081"/>
              </a:cxn>
              <a:cxn ang="0">
                <a:pos x="connsiteX53082" y="connsiteY53082"/>
              </a:cxn>
              <a:cxn ang="0">
                <a:pos x="connsiteX53083" y="connsiteY53083"/>
              </a:cxn>
              <a:cxn ang="0">
                <a:pos x="connsiteX53084" y="connsiteY53084"/>
              </a:cxn>
              <a:cxn ang="0">
                <a:pos x="connsiteX53085" y="connsiteY53085"/>
              </a:cxn>
              <a:cxn ang="0">
                <a:pos x="connsiteX53086" y="connsiteY53086"/>
              </a:cxn>
              <a:cxn ang="0">
                <a:pos x="connsiteX53087" y="connsiteY53087"/>
              </a:cxn>
              <a:cxn ang="0">
                <a:pos x="connsiteX53088" y="connsiteY53088"/>
              </a:cxn>
              <a:cxn ang="0">
                <a:pos x="connsiteX53089" y="connsiteY53089"/>
              </a:cxn>
              <a:cxn ang="0">
                <a:pos x="connsiteX53090" y="connsiteY53090"/>
              </a:cxn>
              <a:cxn ang="0">
                <a:pos x="connsiteX53091" y="connsiteY53091"/>
              </a:cxn>
              <a:cxn ang="0">
                <a:pos x="connsiteX53092" y="connsiteY53092"/>
              </a:cxn>
              <a:cxn ang="0">
                <a:pos x="connsiteX53093" y="connsiteY53093"/>
              </a:cxn>
              <a:cxn ang="0">
                <a:pos x="connsiteX53094" y="connsiteY53094"/>
              </a:cxn>
              <a:cxn ang="0">
                <a:pos x="connsiteX53095" y="connsiteY53095"/>
              </a:cxn>
              <a:cxn ang="0">
                <a:pos x="connsiteX53096" y="connsiteY53096"/>
              </a:cxn>
              <a:cxn ang="0">
                <a:pos x="connsiteX53097" y="connsiteY53097"/>
              </a:cxn>
              <a:cxn ang="0">
                <a:pos x="connsiteX53098" y="connsiteY53098"/>
              </a:cxn>
              <a:cxn ang="0">
                <a:pos x="connsiteX53099" y="connsiteY53099"/>
              </a:cxn>
              <a:cxn ang="0">
                <a:pos x="connsiteX53100" y="connsiteY53100"/>
              </a:cxn>
              <a:cxn ang="0">
                <a:pos x="connsiteX53101" y="connsiteY53101"/>
              </a:cxn>
              <a:cxn ang="0">
                <a:pos x="connsiteX53102" y="connsiteY53102"/>
              </a:cxn>
              <a:cxn ang="0">
                <a:pos x="connsiteX53103" y="connsiteY53103"/>
              </a:cxn>
              <a:cxn ang="0">
                <a:pos x="connsiteX53104" y="connsiteY53104"/>
              </a:cxn>
              <a:cxn ang="0">
                <a:pos x="connsiteX53105" y="connsiteY53105"/>
              </a:cxn>
              <a:cxn ang="0">
                <a:pos x="connsiteX53106" y="connsiteY53106"/>
              </a:cxn>
              <a:cxn ang="0">
                <a:pos x="connsiteX53107" y="connsiteY53107"/>
              </a:cxn>
              <a:cxn ang="0">
                <a:pos x="connsiteX53108" y="connsiteY53108"/>
              </a:cxn>
              <a:cxn ang="0">
                <a:pos x="connsiteX53109" y="connsiteY53109"/>
              </a:cxn>
              <a:cxn ang="0">
                <a:pos x="connsiteX53110" y="connsiteY53110"/>
              </a:cxn>
              <a:cxn ang="0">
                <a:pos x="connsiteX53111" y="connsiteY53111"/>
              </a:cxn>
              <a:cxn ang="0">
                <a:pos x="connsiteX53112" y="connsiteY53112"/>
              </a:cxn>
              <a:cxn ang="0">
                <a:pos x="connsiteX53113" y="connsiteY53113"/>
              </a:cxn>
              <a:cxn ang="0">
                <a:pos x="connsiteX53114" y="connsiteY53114"/>
              </a:cxn>
              <a:cxn ang="0">
                <a:pos x="connsiteX53115" y="connsiteY53115"/>
              </a:cxn>
              <a:cxn ang="0">
                <a:pos x="connsiteX53116" y="connsiteY53116"/>
              </a:cxn>
              <a:cxn ang="0">
                <a:pos x="connsiteX53117" y="connsiteY53117"/>
              </a:cxn>
              <a:cxn ang="0">
                <a:pos x="connsiteX53118" y="connsiteY53118"/>
              </a:cxn>
              <a:cxn ang="0">
                <a:pos x="connsiteX53119" y="connsiteY53119"/>
              </a:cxn>
              <a:cxn ang="0">
                <a:pos x="connsiteX53120" y="connsiteY53120"/>
              </a:cxn>
              <a:cxn ang="0">
                <a:pos x="connsiteX53121" y="connsiteY53121"/>
              </a:cxn>
              <a:cxn ang="0">
                <a:pos x="connsiteX53122" y="connsiteY53122"/>
              </a:cxn>
              <a:cxn ang="0">
                <a:pos x="connsiteX53123" y="connsiteY53123"/>
              </a:cxn>
              <a:cxn ang="0">
                <a:pos x="connsiteX53124" y="connsiteY53124"/>
              </a:cxn>
              <a:cxn ang="0">
                <a:pos x="connsiteX53125" y="connsiteY53125"/>
              </a:cxn>
              <a:cxn ang="0">
                <a:pos x="connsiteX53126" y="connsiteY53126"/>
              </a:cxn>
              <a:cxn ang="0">
                <a:pos x="connsiteX53127" y="connsiteY53127"/>
              </a:cxn>
              <a:cxn ang="0">
                <a:pos x="connsiteX53128" y="connsiteY53128"/>
              </a:cxn>
              <a:cxn ang="0">
                <a:pos x="connsiteX53129" y="connsiteY53129"/>
              </a:cxn>
              <a:cxn ang="0">
                <a:pos x="connsiteX53130" y="connsiteY53130"/>
              </a:cxn>
              <a:cxn ang="0">
                <a:pos x="connsiteX53131" y="connsiteY53131"/>
              </a:cxn>
              <a:cxn ang="0">
                <a:pos x="connsiteX53132" y="connsiteY53132"/>
              </a:cxn>
              <a:cxn ang="0">
                <a:pos x="connsiteX53133" y="connsiteY53133"/>
              </a:cxn>
              <a:cxn ang="0">
                <a:pos x="connsiteX53134" y="connsiteY53134"/>
              </a:cxn>
              <a:cxn ang="0">
                <a:pos x="connsiteX53135" y="connsiteY53135"/>
              </a:cxn>
              <a:cxn ang="0">
                <a:pos x="connsiteX53136" y="connsiteY53136"/>
              </a:cxn>
              <a:cxn ang="0">
                <a:pos x="connsiteX53137" y="connsiteY53137"/>
              </a:cxn>
              <a:cxn ang="0">
                <a:pos x="connsiteX53138" y="connsiteY53138"/>
              </a:cxn>
              <a:cxn ang="0">
                <a:pos x="connsiteX53139" y="connsiteY53139"/>
              </a:cxn>
              <a:cxn ang="0">
                <a:pos x="connsiteX53140" y="connsiteY53140"/>
              </a:cxn>
              <a:cxn ang="0">
                <a:pos x="connsiteX53141" y="connsiteY53141"/>
              </a:cxn>
              <a:cxn ang="0">
                <a:pos x="connsiteX53142" y="connsiteY53142"/>
              </a:cxn>
              <a:cxn ang="0">
                <a:pos x="connsiteX53143" y="connsiteY53143"/>
              </a:cxn>
              <a:cxn ang="0">
                <a:pos x="connsiteX53144" y="connsiteY53144"/>
              </a:cxn>
              <a:cxn ang="0">
                <a:pos x="connsiteX53145" y="connsiteY53145"/>
              </a:cxn>
              <a:cxn ang="0">
                <a:pos x="connsiteX53146" y="connsiteY53146"/>
              </a:cxn>
              <a:cxn ang="0">
                <a:pos x="connsiteX53147" y="connsiteY53147"/>
              </a:cxn>
              <a:cxn ang="0">
                <a:pos x="connsiteX53148" y="connsiteY53148"/>
              </a:cxn>
              <a:cxn ang="0">
                <a:pos x="connsiteX53149" y="connsiteY53149"/>
              </a:cxn>
              <a:cxn ang="0">
                <a:pos x="connsiteX53150" y="connsiteY53150"/>
              </a:cxn>
              <a:cxn ang="0">
                <a:pos x="connsiteX53151" y="connsiteY53151"/>
              </a:cxn>
              <a:cxn ang="0">
                <a:pos x="connsiteX53152" y="connsiteY53152"/>
              </a:cxn>
              <a:cxn ang="0">
                <a:pos x="connsiteX53153" y="connsiteY53153"/>
              </a:cxn>
              <a:cxn ang="0">
                <a:pos x="connsiteX53154" y="connsiteY53154"/>
              </a:cxn>
              <a:cxn ang="0">
                <a:pos x="connsiteX53155" y="connsiteY53155"/>
              </a:cxn>
              <a:cxn ang="0">
                <a:pos x="connsiteX53156" y="connsiteY53156"/>
              </a:cxn>
              <a:cxn ang="0">
                <a:pos x="connsiteX53157" y="connsiteY53157"/>
              </a:cxn>
              <a:cxn ang="0">
                <a:pos x="connsiteX53158" y="connsiteY53158"/>
              </a:cxn>
              <a:cxn ang="0">
                <a:pos x="connsiteX53159" y="connsiteY53159"/>
              </a:cxn>
              <a:cxn ang="0">
                <a:pos x="connsiteX53160" y="connsiteY53160"/>
              </a:cxn>
              <a:cxn ang="0">
                <a:pos x="connsiteX53161" y="connsiteY53161"/>
              </a:cxn>
              <a:cxn ang="0">
                <a:pos x="connsiteX53162" y="connsiteY53162"/>
              </a:cxn>
              <a:cxn ang="0">
                <a:pos x="connsiteX53163" y="connsiteY53163"/>
              </a:cxn>
              <a:cxn ang="0">
                <a:pos x="connsiteX53164" y="connsiteY53164"/>
              </a:cxn>
              <a:cxn ang="0">
                <a:pos x="connsiteX53165" y="connsiteY53165"/>
              </a:cxn>
              <a:cxn ang="0">
                <a:pos x="connsiteX53166" y="connsiteY53166"/>
              </a:cxn>
              <a:cxn ang="0">
                <a:pos x="connsiteX53167" y="connsiteY53167"/>
              </a:cxn>
              <a:cxn ang="0">
                <a:pos x="connsiteX53168" y="connsiteY53168"/>
              </a:cxn>
              <a:cxn ang="0">
                <a:pos x="connsiteX53169" y="connsiteY53169"/>
              </a:cxn>
              <a:cxn ang="0">
                <a:pos x="connsiteX53170" y="connsiteY53170"/>
              </a:cxn>
              <a:cxn ang="0">
                <a:pos x="connsiteX53171" y="connsiteY53171"/>
              </a:cxn>
              <a:cxn ang="0">
                <a:pos x="connsiteX53172" y="connsiteY53172"/>
              </a:cxn>
              <a:cxn ang="0">
                <a:pos x="connsiteX53173" y="connsiteY53173"/>
              </a:cxn>
              <a:cxn ang="0">
                <a:pos x="connsiteX53174" y="connsiteY53174"/>
              </a:cxn>
              <a:cxn ang="0">
                <a:pos x="connsiteX53175" y="connsiteY53175"/>
              </a:cxn>
              <a:cxn ang="0">
                <a:pos x="connsiteX53176" y="connsiteY53176"/>
              </a:cxn>
              <a:cxn ang="0">
                <a:pos x="connsiteX53177" y="connsiteY53177"/>
              </a:cxn>
              <a:cxn ang="0">
                <a:pos x="connsiteX53178" y="connsiteY53178"/>
              </a:cxn>
              <a:cxn ang="0">
                <a:pos x="connsiteX53179" y="connsiteY53179"/>
              </a:cxn>
              <a:cxn ang="0">
                <a:pos x="connsiteX53180" y="connsiteY53180"/>
              </a:cxn>
              <a:cxn ang="0">
                <a:pos x="connsiteX53181" y="connsiteY53181"/>
              </a:cxn>
              <a:cxn ang="0">
                <a:pos x="connsiteX53182" y="connsiteY53182"/>
              </a:cxn>
              <a:cxn ang="0">
                <a:pos x="connsiteX53183" y="connsiteY53183"/>
              </a:cxn>
              <a:cxn ang="0">
                <a:pos x="connsiteX53184" y="connsiteY53184"/>
              </a:cxn>
              <a:cxn ang="0">
                <a:pos x="connsiteX53185" y="connsiteY53185"/>
              </a:cxn>
              <a:cxn ang="0">
                <a:pos x="connsiteX53186" y="connsiteY53186"/>
              </a:cxn>
              <a:cxn ang="0">
                <a:pos x="connsiteX53187" y="connsiteY53187"/>
              </a:cxn>
              <a:cxn ang="0">
                <a:pos x="connsiteX53188" y="connsiteY53188"/>
              </a:cxn>
              <a:cxn ang="0">
                <a:pos x="connsiteX53189" y="connsiteY53189"/>
              </a:cxn>
              <a:cxn ang="0">
                <a:pos x="connsiteX53190" y="connsiteY53190"/>
              </a:cxn>
              <a:cxn ang="0">
                <a:pos x="connsiteX53191" y="connsiteY53191"/>
              </a:cxn>
              <a:cxn ang="0">
                <a:pos x="connsiteX53192" y="connsiteY53192"/>
              </a:cxn>
              <a:cxn ang="0">
                <a:pos x="connsiteX53193" y="connsiteY53193"/>
              </a:cxn>
              <a:cxn ang="0">
                <a:pos x="connsiteX53194" y="connsiteY53194"/>
              </a:cxn>
              <a:cxn ang="0">
                <a:pos x="connsiteX53195" y="connsiteY53195"/>
              </a:cxn>
              <a:cxn ang="0">
                <a:pos x="connsiteX53196" y="connsiteY53196"/>
              </a:cxn>
              <a:cxn ang="0">
                <a:pos x="connsiteX53197" y="connsiteY53197"/>
              </a:cxn>
              <a:cxn ang="0">
                <a:pos x="connsiteX53198" y="connsiteY53198"/>
              </a:cxn>
              <a:cxn ang="0">
                <a:pos x="connsiteX53199" y="connsiteY53199"/>
              </a:cxn>
              <a:cxn ang="0">
                <a:pos x="connsiteX53200" y="connsiteY53200"/>
              </a:cxn>
              <a:cxn ang="0">
                <a:pos x="connsiteX53201" y="connsiteY53201"/>
              </a:cxn>
              <a:cxn ang="0">
                <a:pos x="connsiteX53202" y="connsiteY53202"/>
              </a:cxn>
              <a:cxn ang="0">
                <a:pos x="connsiteX53203" y="connsiteY53203"/>
              </a:cxn>
              <a:cxn ang="0">
                <a:pos x="connsiteX53204" y="connsiteY53204"/>
              </a:cxn>
              <a:cxn ang="0">
                <a:pos x="connsiteX53205" y="connsiteY53205"/>
              </a:cxn>
              <a:cxn ang="0">
                <a:pos x="connsiteX53206" y="connsiteY53206"/>
              </a:cxn>
              <a:cxn ang="0">
                <a:pos x="connsiteX53207" y="connsiteY53207"/>
              </a:cxn>
              <a:cxn ang="0">
                <a:pos x="connsiteX53208" y="connsiteY53208"/>
              </a:cxn>
              <a:cxn ang="0">
                <a:pos x="connsiteX53209" y="connsiteY53209"/>
              </a:cxn>
              <a:cxn ang="0">
                <a:pos x="connsiteX53210" y="connsiteY53210"/>
              </a:cxn>
              <a:cxn ang="0">
                <a:pos x="connsiteX53211" y="connsiteY53211"/>
              </a:cxn>
              <a:cxn ang="0">
                <a:pos x="connsiteX53212" y="connsiteY53212"/>
              </a:cxn>
              <a:cxn ang="0">
                <a:pos x="connsiteX53213" y="connsiteY53213"/>
              </a:cxn>
              <a:cxn ang="0">
                <a:pos x="connsiteX53214" y="connsiteY53214"/>
              </a:cxn>
              <a:cxn ang="0">
                <a:pos x="connsiteX53215" y="connsiteY53215"/>
              </a:cxn>
              <a:cxn ang="0">
                <a:pos x="connsiteX53216" y="connsiteY53216"/>
              </a:cxn>
              <a:cxn ang="0">
                <a:pos x="connsiteX53217" y="connsiteY53217"/>
              </a:cxn>
              <a:cxn ang="0">
                <a:pos x="connsiteX53218" y="connsiteY53218"/>
              </a:cxn>
              <a:cxn ang="0">
                <a:pos x="connsiteX53219" y="connsiteY53219"/>
              </a:cxn>
              <a:cxn ang="0">
                <a:pos x="connsiteX53220" y="connsiteY53220"/>
              </a:cxn>
              <a:cxn ang="0">
                <a:pos x="connsiteX53221" y="connsiteY53221"/>
              </a:cxn>
              <a:cxn ang="0">
                <a:pos x="connsiteX53222" y="connsiteY53222"/>
              </a:cxn>
              <a:cxn ang="0">
                <a:pos x="connsiteX53223" y="connsiteY53223"/>
              </a:cxn>
              <a:cxn ang="0">
                <a:pos x="connsiteX53224" y="connsiteY53224"/>
              </a:cxn>
              <a:cxn ang="0">
                <a:pos x="connsiteX53225" y="connsiteY53225"/>
              </a:cxn>
              <a:cxn ang="0">
                <a:pos x="connsiteX53226" y="connsiteY53226"/>
              </a:cxn>
              <a:cxn ang="0">
                <a:pos x="connsiteX53227" y="connsiteY53227"/>
              </a:cxn>
              <a:cxn ang="0">
                <a:pos x="connsiteX53228" y="connsiteY53228"/>
              </a:cxn>
              <a:cxn ang="0">
                <a:pos x="connsiteX53229" y="connsiteY53229"/>
              </a:cxn>
              <a:cxn ang="0">
                <a:pos x="connsiteX53230" y="connsiteY53230"/>
              </a:cxn>
              <a:cxn ang="0">
                <a:pos x="connsiteX53231" y="connsiteY53231"/>
              </a:cxn>
              <a:cxn ang="0">
                <a:pos x="connsiteX53232" y="connsiteY53232"/>
              </a:cxn>
              <a:cxn ang="0">
                <a:pos x="connsiteX53233" y="connsiteY53233"/>
              </a:cxn>
              <a:cxn ang="0">
                <a:pos x="connsiteX53234" y="connsiteY53234"/>
              </a:cxn>
              <a:cxn ang="0">
                <a:pos x="connsiteX53235" y="connsiteY53235"/>
              </a:cxn>
              <a:cxn ang="0">
                <a:pos x="connsiteX53236" y="connsiteY53236"/>
              </a:cxn>
              <a:cxn ang="0">
                <a:pos x="connsiteX53237" y="connsiteY53237"/>
              </a:cxn>
              <a:cxn ang="0">
                <a:pos x="connsiteX53238" y="connsiteY53238"/>
              </a:cxn>
              <a:cxn ang="0">
                <a:pos x="connsiteX53239" y="connsiteY53239"/>
              </a:cxn>
              <a:cxn ang="0">
                <a:pos x="connsiteX53240" y="connsiteY53240"/>
              </a:cxn>
              <a:cxn ang="0">
                <a:pos x="connsiteX53241" y="connsiteY53241"/>
              </a:cxn>
              <a:cxn ang="0">
                <a:pos x="connsiteX53242" y="connsiteY53242"/>
              </a:cxn>
              <a:cxn ang="0">
                <a:pos x="connsiteX53243" y="connsiteY53243"/>
              </a:cxn>
              <a:cxn ang="0">
                <a:pos x="connsiteX53244" y="connsiteY53244"/>
              </a:cxn>
              <a:cxn ang="0">
                <a:pos x="connsiteX53245" y="connsiteY53245"/>
              </a:cxn>
              <a:cxn ang="0">
                <a:pos x="connsiteX53246" y="connsiteY53246"/>
              </a:cxn>
              <a:cxn ang="0">
                <a:pos x="connsiteX53247" y="connsiteY53247"/>
              </a:cxn>
              <a:cxn ang="0">
                <a:pos x="connsiteX53248" y="connsiteY53248"/>
              </a:cxn>
              <a:cxn ang="0">
                <a:pos x="connsiteX53249" y="connsiteY53249"/>
              </a:cxn>
              <a:cxn ang="0">
                <a:pos x="connsiteX53250" y="connsiteY53250"/>
              </a:cxn>
              <a:cxn ang="0">
                <a:pos x="connsiteX53251" y="connsiteY53251"/>
              </a:cxn>
              <a:cxn ang="0">
                <a:pos x="connsiteX53252" y="connsiteY53252"/>
              </a:cxn>
              <a:cxn ang="0">
                <a:pos x="connsiteX53253" y="connsiteY53253"/>
              </a:cxn>
              <a:cxn ang="0">
                <a:pos x="connsiteX53254" y="connsiteY53254"/>
              </a:cxn>
              <a:cxn ang="0">
                <a:pos x="connsiteX53255" y="connsiteY53255"/>
              </a:cxn>
              <a:cxn ang="0">
                <a:pos x="connsiteX53256" y="connsiteY53256"/>
              </a:cxn>
              <a:cxn ang="0">
                <a:pos x="connsiteX53257" y="connsiteY53257"/>
              </a:cxn>
              <a:cxn ang="0">
                <a:pos x="connsiteX53258" y="connsiteY53258"/>
              </a:cxn>
              <a:cxn ang="0">
                <a:pos x="connsiteX53259" y="connsiteY53259"/>
              </a:cxn>
              <a:cxn ang="0">
                <a:pos x="connsiteX53260" y="connsiteY53260"/>
              </a:cxn>
              <a:cxn ang="0">
                <a:pos x="connsiteX53261" y="connsiteY53261"/>
              </a:cxn>
              <a:cxn ang="0">
                <a:pos x="connsiteX53262" y="connsiteY53262"/>
              </a:cxn>
              <a:cxn ang="0">
                <a:pos x="connsiteX53263" y="connsiteY53263"/>
              </a:cxn>
              <a:cxn ang="0">
                <a:pos x="connsiteX53264" y="connsiteY53264"/>
              </a:cxn>
              <a:cxn ang="0">
                <a:pos x="connsiteX53265" y="connsiteY53265"/>
              </a:cxn>
              <a:cxn ang="0">
                <a:pos x="connsiteX53266" y="connsiteY53266"/>
              </a:cxn>
              <a:cxn ang="0">
                <a:pos x="connsiteX53267" y="connsiteY53267"/>
              </a:cxn>
              <a:cxn ang="0">
                <a:pos x="connsiteX53268" y="connsiteY53268"/>
              </a:cxn>
              <a:cxn ang="0">
                <a:pos x="connsiteX53269" y="connsiteY53269"/>
              </a:cxn>
              <a:cxn ang="0">
                <a:pos x="connsiteX53270" y="connsiteY53270"/>
              </a:cxn>
              <a:cxn ang="0">
                <a:pos x="connsiteX53271" y="connsiteY53271"/>
              </a:cxn>
              <a:cxn ang="0">
                <a:pos x="connsiteX53272" y="connsiteY53272"/>
              </a:cxn>
              <a:cxn ang="0">
                <a:pos x="connsiteX53273" y="connsiteY53273"/>
              </a:cxn>
              <a:cxn ang="0">
                <a:pos x="connsiteX53274" y="connsiteY53274"/>
              </a:cxn>
              <a:cxn ang="0">
                <a:pos x="connsiteX53275" y="connsiteY53275"/>
              </a:cxn>
              <a:cxn ang="0">
                <a:pos x="connsiteX53276" y="connsiteY53276"/>
              </a:cxn>
              <a:cxn ang="0">
                <a:pos x="connsiteX53277" y="connsiteY53277"/>
              </a:cxn>
              <a:cxn ang="0">
                <a:pos x="connsiteX53278" y="connsiteY53278"/>
              </a:cxn>
              <a:cxn ang="0">
                <a:pos x="connsiteX53279" y="connsiteY53279"/>
              </a:cxn>
              <a:cxn ang="0">
                <a:pos x="connsiteX53280" y="connsiteY53280"/>
              </a:cxn>
              <a:cxn ang="0">
                <a:pos x="connsiteX53281" y="connsiteY53281"/>
              </a:cxn>
              <a:cxn ang="0">
                <a:pos x="connsiteX53282" y="connsiteY53282"/>
              </a:cxn>
              <a:cxn ang="0">
                <a:pos x="connsiteX53283" y="connsiteY53283"/>
              </a:cxn>
              <a:cxn ang="0">
                <a:pos x="connsiteX53284" y="connsiteY53284"/>
              </a:cxn>
              <a:cxn ang="0">
                <a:pos x="connsiteX53285" y="connsiteY53285"/>
              </a:cxn>
              <a:cxn ang="0">
                <a:pos x="connsiteX53286" y="connsiteY53286"/>
              </a:cxn>
              <a:cxn ang="0">
                <a:pos x="connsiteX53287" y="connsiteY53287"/>
              </a:cxn>
              <a:cxn ang="0">
                <a:pos x="connsiteX53288" y="connsiteY53288"/>
              </a:cxn>
              <a:cxn ang="0">
                <a:pos x="connsiteX53289" y="connsiteY53289"/>
              </a:cxn>
              <a:cxn ang="0">
                <a:pos x="connsiteX53290" y="connsiteY53290"/>
              </a:cxn>
              <a:cxn ang="0">
                <a:pos x="connsiteX53291" y="connsiteY53291"/>
              </a:cxn>
              <a:cxn ang="0">
                <a:pos x="connsiteX53292" y="connsiteY53292"/>
              </a:cxn>
              <a:cxn ang="0">
                <a:pos x="connsiteX53293" y="connsiteY53293"/>
              </a:cxn>
              <a:cxn ang="0">
                <a:pos x="connsiteX53294" y="connsiteY53294"/>
              </a:cxn>
              <a:cxn ang="0">
                <a:pos x="connsiteX53295" y="connsiteY53295"/>
              </a:cxn>
              <a:cxn ang="0">
                <a:pos x="connsiteX53296" y="connsiteY53296"/>
              </a:cxn>
              <a:cxn ang="0">
                <a:pos x="connsiteX53297" y="connsiteY53297"/>
              </a:cxn>
              <a:cxn ang="0">
                <a:pos x="connsiteX53298" y="connsiteY53298"/>
              </a:cxn>
              <a:cxn ang="0">
                <a:pos x="connsiteX53299" y="connsiteY53299"/>
              </a:cxn>
              <a:cxn ang="0">
                <a:pos x="connsiteX53300" y="connsiteY53300"/>
              </a:cxn>
              <a:cxn ang="0">
                <a:pos x="connsiteX53301" y="connsiteY53301"/>
              </a:cxn>
              <a:cxn ang="0">
                <a:pos x="connsiteX53302" y="connsiteY53302"/>
              </a:cxn>
              <a:cxn ang="0">
                <a:pos x="connsiteX53303" y="connsiteY53303"/>
              </a:cxn>
              <a:cxn ang="0">
                <a:pos x="connsiteX53304" y="connsiteY53304"/>
              </a:cxn>
              <a:cxn ang="0">
                <a:pos x="connsiteX53305" y="connsiteY53305"/>
              </a:cxn>
              <a:cxn ang="0">
                <a:pos x="connsiteX53306" y="connsiteY53306"/>
              </a:cxn>
              <a:cxn ang="0">
                <a:pos x="connsiteX53307" y="connsiteY53307"/>
              </a:cxn>
              <a:cxn ang="0">
                <a:pos x="connsiteX53308" y="connsiteY53308"/>
              </a:cxn>
              <a:cxn ang="0">
                <a:pos x="connsiteX53309" y="connsiteY53309"/>
              </a:cxn>
              <a:cxn ang="0">
                <a:pos x="connsiteX53310" y="connsiteY53310"/>
              </a:cxn>
              <a:cxn ang="0">
                <a:pos x="connsiteX53311" y="connsiteY53311"/>
              </a:cxn>
              <a:cxn ang="0">
                <a:pos x="connsiteX53312" y="connsiteY53312"/>
              </a:cxn>
              <a:cxn ang="0">
                <a:pos x="connsiteX53313" y="connsiteY53313"/>
              </a:cxn>
              <a:cxn ang="0">
                <a:pos x="connsiteX53314" y="connsiteY53314"/>
              </a:cxn>
              <a:cxn ang="0">
                <a:pos x="connsiteX53315" y="connsiteY53315"/>
              </a:cxn>
              <a:cxn ang="0">
                <a:pos x="connsiteX53316" y="connsiteY53316"/>
              </a:cxn>
              <a:cxn ang="0">
                <a:pos x="connsiteX53317" y="connsiteY53317"/>
              </a:cxn>
              <a:cxn ang="0">
                <a:pos x="connsiteX53318" y="connsiteY53318"/>
              </a:cxn>
              <a:cxn ang="0">
                <a:pos x="connsiteX53319" y="connsiteY53319"/>
              </a:cxn>
              <a:cxn ang="0">
                <a:pos x="connsiteX53320" y="connsiteY53320"/>
              </a:cxn>
              <a:cxn ang="0">
                <a:pos x="connsiteX53321" y="connsiteY53321"/>
              </a:cxn>
              <a:cxn ang="0">
                <a:pos x="connsiteX53322" y="connsiteY53322"/>
              </a:cxn>
              <a:cxn ang="0">
                <a:pos x="connsiteX53323" y="connsiteY53323"/>
              </a:cxn>
              <a:cxn ang="0">
                <a:pos x="connsiteX53324" y="connsiteY53324"/>
              </a:cxn>
              <a:cxn ang="0">
                <a:pos x="connsiteX53325" y="connsiteY53325"/>
              </a:cxn>
              <a:cxn ang="0">
                <a:pos x="connsiteX53326" y="connsiteY53326"/>
              </a:cxn>
              <a:cxn ang="0">
                <a:pos x="connsiteX53327" y="connsiteY53327"/>
              </a:cxn>
              <a:cxn ang="0">
                <a:pos x="connsiteX53328" y="connsiteY53328"/>
              </a:cxn>
              <a:cxn ang="0">
                <a:pos x="connsiteX53329" y="connsiteY53329"/>
              </a:cxn>
              <a:cxn ang="0">
                <a:pos x="connsiteX53330" y="connsiteY53330"/>
              </a:cxn>
              <a:cxn ang="0">
                <a:pos x="connsiteX53331" y="connsiteY53331"/>
              </a:cxn>
              <a:cxn ang="0">
                <a:pos x="connsiteX53332" y="connsiteY53332"/>
              </a:cxn>
              <a:cxn ang="0">
                <a:pos x="connsiteX53333" y="connsiteY53333"/>
              </a:cxn>
              <a:cxn ang="0">
                <a:pos x="connsiteX53334" y="connsiteY53334"/>
              </a:cxn>
              <a:cxn ang="0">
                <a:pos x="connsiteX53335" y="connsiteY53335"/>
              </a:cxn>
              <a:cxn ang="0">
                <a:pos x="connsiteX53336" y="connsiteY53336"/>
              </a:cxn>
              <a:cxn ang="0">
                <a:pos x="connsiteX53337" y="connsiteY53337"/>
              </a:cxn>
              <a:cxn ang="0">
                <a:pos x="connsiteX53338" y="connsiteY53338"/>
              </a:cxn>
              <a:cxn ang="0">
                <a:pos x="connsiteX53339" y="connsiteY53339"/>
              </a:cxn>
              <a:cxn ang="0">
                <a:pos x="connsiteX53340" y="connsiteY53340"/>
              </a:cxn>
              <a:cxn ang="0">
                <a:pos x="connsiteX53341" y="connsiteY53341"/>
              </a:cxn>
              <a:cxn ang="0">
                <a:pos x="connsiteX53342" y="connsiteY53342"/>
              </a:cxn>
              <a:cxn ang="0">
                <a:pos x="connsiteX53343" y="connsiteY53343"/>
              </a:cxn>
              <a:cxn ang="0">
                <a:pos x="connsiteX53344" y="connsiteY53344"/>
              </a:cxn>
              <a:cxn ang="0">
                <a:pos x="connsiteX53345" y="connsiteY53345"/>
              </a:cxn>
              <a:cxn ang="0">
                <a:pos x="connsiteX53346" y="connsiteY53346"/>
              </a:cxn>
              <a:cxn ang="0">
                <a:pos x="connsiteX53347" y="connsiteY53347"/>
              </a:cxn>
              <a:cxn ang="0">
                <a:pos x="connsiteX53348" y="connsiteY53348"/>
              </a:cxn>
              <a:cxn ang="0">
                <a:pos x="connsiteX53349" y="connsiteY53349"/>
              </a:cxn>
              <a:cxn ang="0">
                <a:pos x="connsiteX53350" y="connsiteY53350"/>
              </a:cxn>
              <a:cxn ang="0">
                <a:pos x="connsiteX53351" y="connsiteY53351"/>
              </a:cxn>
              <a:cxn ang="0">
                <a:pos x="connsiteX53352" y="connsiteY53352"/>
              </a:cxn>
              <a:cxn ang="0">
                <a:pos x="connsiteX53353" y="connsiteY53353"/>
              </a:cxn>
              <a:cxn ang="0">
                <a:pos x="connsiteX53354" y="connsiteY53354"/>
              </a:cxn>
              <a:cxn ang="0">
                <a:pos x="connsiteX53355" y="connsiteY53355"/>
              </a:cxn>
              <a:cxn ang="0">
                <a:pos x="connsiteX53356" y="connsiteY53356"/>
              </a:cxn>
              <a:cxn ang="0">
                <a:pos x="connsiteX53357" y="connsiteY53357"/>
              </a:cxn>
              <a:cxn ang="0">
                <a:pos x="connsiteX53358" y="connsiteY53358"/>
              </a:cxn>
              <a:cxn ang="0">
                <a:pos x="connsiteX53359" y="connsiteY53359"/>
              </a:cxn>
              <a:cxn ang="0">
                <a:pos x="connsiteX53360" y="connsiteY53360"/>
              </a:cxn>
              <a:cxn ang="0">
                <a:pos x="connsiteX53361" y="connsiteY53361"/>
              </a:cxn>
              <a:cxn ang="0">
                <a:pos x="connsiteX53362" y="connsiteY53362"/>
              </a:cxn>
              <a:cxn ang="0">
                <a:pos x="connsiteX53363" y="connsiteY53363"/>
              </a:cxn>
              <a:cxn ang="0">
                <a:pos x="connsiteX53364" y="connsiteY53364"/>
              </a:cxn>
              <a:cxn ang="0">
                <a:pos x="connsiteX53365" y="connsiteY53365"/>
              </a:cxn>
              <a:cxn ang="0">
                <a:pos x="connsiteX53366" y="connsiteY53366"/>
              </a:cxn>
              <a:cxn ang="0">
                <a:pos x="connsiteX53367" y="connsiteY53367"/>
              </a:cxn>
              <a:cxn ang="0">
                <a:pos x="connsiteX53368" y="connsiteY53368"/>
              </a:cxn>
              <a:cxn ang="0">
                <a:pos x="connsiteX53369" y="connsiteY53369"/>
              </a:cxn>
              <a:cxn ang="0">
                <a:pos x="connsiteX53370" y="connsiteY53370"/>
              </a:cxn>
              <a:cxn ang="0">
                <a:pos x="connsiteX53371" y="connsiteY53371"/>
              </a:cxn>
              <a:cxn ang="0">
                <a:pos x="connsiteX53372" y="connsiteY53372"/>
              </a:cxn>
              <a:cxn ang="0">
                <a:pos x="connsiteX53373" y="connsiteY53373"/>
              </a:cxn>
              <a:cxn ang="0">
                <a:pos x="connsiteX53374" y="connsiteY53374"/>
              </a:cxn>
              <a:cxn ang="0">
                <a:pos x="connsiteX53375" y="connsiteY53375"/>
              </a:cxn>
              <a:cxn ang="0">
                <a:pos x="connsiteX53376" y="connsiteY53376"/>
              </a:cxn>
              <a:cxn ang="0">
                <a:pos x="connsiteX53377" y="connsiteY53377"/>
              </a:cxn>
              <a:cxn ang="0">
                <a:pos x="connsiteX53378" y="connsiteY53378"/>
              </a:cxn>
              <a:cxn ang="0">
                <a:pos x="connsiteX53379" y="connsiteY53379"/>
              </a:cxn>
              <a:cxn ang="0">
                <a:pos x="connsiteX53380" y="connsiteY53380"/>
              </a:cxn>
              <a:cxn ang="0">
                <a:pos x="connsiteX53381" y="connsiteY53381"/>
              </a:cxn>
              <a:cxn ang="0">
                <a:pos x="connsiteX53382" y="connsiteY53382"/>
              </a:cxn>
              <a:cxn ang="0">
                <a:pos x="connsiteX53383" y="connsiteY53383"/>
              </a:cxn>
              <a:cxn ang="0">
                <a:pos x="connsiteX53384" y="connsiteY53384"/>
              </a:cxn>
              <a:cxn ang="0">
                <a:pos x="connsiteX53385" y="connsiteY53385"/>
              </a:cxn>
              <a:cxn ang="0">
                <a:pos x="connsiteX53386" y="connsiteY53386"/>
              </a:cxn>
              <a:cxn ang="0">
                <a:pos x="connsiteX53387" y="connsiteY53387"/>
              </a:cxn>
              <a:cxn ang="0">
                <a:pos x="connsiteX53388" y="connsiteY53388"/>
              </a:cxn>
              <a:cxn ang="0">
                <a:pos x="connsiteX53389" y="connsiteY53389"/>
              </a:cxn>
              <a:cxn ang="0">
                <a:pos x="connsiteX53390" y="connsiteY53390"/>
              </a:cxn>
              <a:cxn ang="0">
                <a:pos x="connsiteX53391" y="connsiteY53391"/>
              </a:cxn>
              <a:cxn ang="0">
                <a:pos x="connsiteX53392" y="connsiteY53392"/>
              </a:cxn>
              <a:cxn ang="0">
                <a:pos x="connsiteX53393" y="connsiteY53393"/>
              </a:cxn>
              <a:cxn ang="0">
                <a:pos x="connsiteX53394" y="connsiteY53394"/>
              </a:cxn>
              <a:cxn ang="0">
                <a:pos x="connsiteX53395" y="connsiteY53395"/>
              </a:cxn>
              <a:cxn ang="0">
                <a:pos x="connsiteX53396" y="connsiteY53396"/>
              </a:cxn>
              <a:cxn ang="0">
                <a:pos x="connsiteX53397" y="connsiteY53397"/>
              </a:cxn>
              <a:cxn ang="0">
                <a:pos x="connsiteX53398" y="connsiteY53398"/>
              </a:cxn>
              <a:cxn ang="0">
                <a:pos x="connsiteX53399" y="connsiteY53399"/>
              </a:cxn>
              <a:cxn ang="0">
                <a:pos x="connsiteX53400" y="connsiteY53400"/>
              </a:cxn>
              <a:cxn ang="0">
                <a:pos x="connsiteX53401" y="connsiteY53401"/>
              </a:cxn>
              <a:cxn ang="0">
                <a:pos x="connsiteX53402" y="connsiteY53402"/>
              </a:cxn>
              <a:cxn ang="0">
                <a:pos x="connsiteX53403" y="connsiteY53403"/>
              </a:cxn>
              <a:cxn ang="0">
                <a:pos x="connsiteX53404" y="connsiteY53404"/>
              </a:cxn>
              <a:cxn ang="0">
                <a:pos x="connsiteX53405" y="connsiteY53405"/>
              </a:cxn>
              <a:cxn ang="0">
                <a:pos x="connsiteX53406" y="connsiteY53406"/>
              </a:cxn>
              <a:cxn ang="0">
                <a:pos x="connsiteX53407" y="connsiteY53407"/>
              </a:cxn>
              <a:cxn ang="0">
                <a:pos x="connsiteX53408" y="connsiteY53408"/>
              </a:cxn>
              <a:cxn ang="0">
                <a:pos x="connsiteX53409" y="connsiteY53409"/>
              </a:cxn>
              <a:cxn ang="0">
                <a:pos x="connsiteX53410" y="connsiteY53410"/>
              </a:cxn>
              <a:cxn ang="0">
                <a:pos x="connsiteX53411" y="connsiteY53411"/>
              </a:cxn>
              <a:cxn ang="0">
                <a:pos x="connsiteX53412" y="connsiteY53412"/>
              </a:cxn>
              <a:cxn ang="0">
                <a:pos x="connsiteX53413" y="connsiteY53413"/>
              </a:cxn>
              <a:cxn ang="0">
                <a:pos x="connsiteX53414" y="connsiteY53414"/>
              </a:cxn>
              <a:cxn ang="0">
                <a:pos x="connsiteX53415" y="connsiteY53415"/>
              </a:cxn>
              <a:cxn ang="0">
                <a:pos x="connsiteX53416" y="connsiteY53416"/>
              </a:cxn>
              <a:cxn ang="0">
                <a:pos x="connsiteX53417" y="connsiteY53417"/>
              </a:cxn>
              <a:cxn ang="0">
                <a:pos x="connsiteX53418" y="connsiteY53418"/>
              </a:cxn>
              <a:cxn ang="0">
                <a:pos x="connsiteX53419" y="connsiteY53419"/>
              </a:cxn>
              <a:cxn ang="0">
                <a:pos x="connsiteX53420" y="connsiteY53420"/>
              </a:cxn>
              <a:cxn ang="0">
                <a:pos x="connsiteX53421" y="connsiteY53421"/>
              </a:cxn>
              <a:cxn ang="0">
                <a:pos x="connsiteX53422" y="connsiteY53422"/>
              </a:cxn>
              <a:cxn ang="0">
                <a:pos x="connsiteX53423" y="connsiteY53423"/>
              </a:cxn>
              <a:cxn ang="0">
                <a:pos x="connsiteX53424" y="connsiteY53424"/>
              </a:cxn>
              <a:cxn ang="0">
                <a:pos x="connsiteX53425" y="connsiteY53425"/>
              </a:cxn>
              <a:cxn ang="0">
                <a:pos x="connsiteX53426" y="connsiteY53426"/>
              </a:cxn>
              <a:cxn ang="0">
                <a:pos x="connsiteX53427" y="connsiteY53427"/>
              </a:cxn>
              <a:cxn ang="0">
                <a:pos x="connsiteX53428" y="connsiteY53428"/>
              </a:cxn>
              <a:cxn ang="0">
                <a:pos x="connsiteX53429" y="connsiteY53429"/>
              </a:cxn>
              <a:cxn ang="0">
                <a:pos x="connsiteX53430" y="connsiteY53430"/>
              </a:cxn>
              <a:cxn ang="0">
                <a:pos x="connsiteX53431" y="connsiteY53431"/>
              </a:cxn>
              <a:cxn ang="0">
                <a:pos x="connsiteX53432" y="connsiteY53432"/>
              </a:cxn>
              <a:cxn ang="0">
                <a:pos x="connsiteX53433" y="connsiteY53433"/>
              </a:cxn>
              <a:cxn ang="0">
                <a:pos x="connsiteX53434" y="connsiteY53434"/>
              </a:cxn>
              <a:cxn ang="0">
                <a:pos x="connsiteX53435" y="connsiteY53435"/>
              </a:cxn>
              <a:cxn ang="0">
                <a:pos x="connsiteX53436" y="connsiteY53436"/>
              </a:cxn>
              <a:cxn ang="0">
                <a:pos x="connsiteX53437" y="connsiteY53437"/>
              </a:cxn>
              <a:cxn ang="0">
                <a:pos x="connsiteX53438" y="connsiteY53438"/>
              </a:cxn>
              <a:cxn ang="0">
                <a:pos x="connsiteX53439" y="connsiteY53439"/>
              </a:cxn>
              <a:cxn ang="0">
                <a:pos x="connsiteX53440" y="connsiteY53440"/>
              </a:cxn>
              <a:cxn ang="0">
                <a:pos x="connsiteX53441" y="connsiteY53441"/>
              </a:cxn>
              <a:cxn ang="0">
                <a:pos x="connsiteX53442" y="connsiteY53442"/>
              </a:cxn>
              <a:cxn ang="0">
                <a:pos x="connsiteX53443" y="connsiteY53443"/>
              </a:cxn>
              <a:cxn ang="0">
                <a:pos x="connsiteX53444" y="connsiteY53444"/>
              </a:cxn>
              <a:cxn ang="0">
                <a:pos x="connsiteX53445" y="connsiteY53445"/>
              </a:cxn>
              <a:cxn ang="0">
                <a:pos x="connsiteX53446" y="connsiteY53446"/>
              </a:cxn>
              <a:cxn ang="0">
                <a:pos x="connsiteX53447" y="connsiteY53447"/>
              </a:cxn>
              <a:cxn ang="0">
                <a:pos x="connsiteX53448" y="connsiteY53448"/>
              </a:cxn>
              <a:cxn ang="0">
                <a:pos x="connsiteX53449" y="connsiteY53449"/>
              </a:cxn>
              <a:cxn ang="0">
                <a:pos x="connsiteX53450" y="connsiteY53450"/>
              </a:cxn>
              <a:cxn ang="0">
                <a:pos x="connsiteX53451" y="connsiteY53451"/>
              </a:cxn>
              <a:cxn ang="0">
                <a:pos x="connsiteX53452" y="connsiteY53452"/>
              </a:cxn>
              <a:cxn ang="0">
                <a:pos x="connsiteX53453" y="connsiteY53453"/>
              </a:cxn>
              <a:cxn ang="0">
                <a:pos x="connsiteX53454" y="connsiteY53454"/>
              </a:cxn>
              <a:cxn ang="0">
                <a:pos x="connsiteX53455" y="connsiteY53455"/>
              </a:cxn>
              <a:cxn ang="0">
                <a:pos x="connsiteX53456" y="connsiteY53456"/>
              </a:cxn>
              <a:cxn ang="0">
                <a:pos x="connsiteX53457" y="connsiteY53457"/>
              </a:cxn>
              <a:cxn ang="0">
                <a:pos x="connsiteX53458" y="connsiteY53458"/>
              </a:cxn>
              <a:cxn ang="0">
                <a:pos x="connsiteX53459" y="connsiteY53459"/>
              </a:cxn>
              <a:cxn ang="0">
                <a:pos x="connsiteX53460" y="connsiteY53460"/>
              </a:cxn>
              <a:cxn ang="0">
                <a:pos x="connsiteX53461" y="connsiteY53461"/>
              </a:cxn>
              <a:cxn ang="0">
                <a:pos x="connsiteX53462" y="connsiteY53462"/>
              </a:cxn>
              <a:cxn ang="0">
                <a:pos x="connsiteX53463" y="connsiteY53463"/>
              </a:cxn>
              <a:cxn ang="0">
                <a:pos x="connsiteX53464" y="connsiteY53464"/>
              </a:cxn>
              <a:cxn ang="0">
                <a:pos x="connsiteX53465" y="connsiteY53465"/>
              </a:cxn>
              <a:cxn ang="0">
                <a:pos x="connsiteX53466" y="connsiteY53466"/>
              </a:cxn>
              <a:cxn ang="0">
                <a:pos x="connsiteX53467" y="connsiteY53467"/>
              </a:cxn>
              <a:cxn ang="0">
                <a:pos x="connsiteX53468" y="connsiteY53468"/>
              </a:cxn>
              <a:cxn ang="0">
                <a:pos x="connsiteX53469" y="connsiteY53469"/>
              </a:cxn>
              <a:cxn ang="0">
                <a:pos x="connsiteX53470" y="connsiteY53470"/>
              </a:cxn>
              <a:cxn ang="0">
                <a:pos x="connsiteX53471" y="connsiteY53471"/>
              </a:cxn>
              <a:cxn ang="0">
                <a:pos x="connsiteX53472" y="connsiteY53472"/>
              </a:cxn>
              <a:cxn ang="0">
                <a:pos x="connsiteX53473" y="connsiteY53473"/>
              </a:cxn>
              <a:cxn ang="0">
                <a:pos x="connsiteX53474" y="connsiteY53474"/>
              </a:cxn>
              <a:cxn ang="0">
                <a:pos x="connsiteX53475" y="connsiteY53475"/>
              </a:cxn>
              <a:cxn ang="0">
                <a:pos x="connsiteX53476" y="connsiteY53476"/>
              </a:cxn>
              <a:cxn ang="0">
                <a:pos x="connsiteX53477" y="connsiteY53477"/>
              </a:cxn>
              <a:cxn ang="0">
                <a:pos x="connsiteX53478" y="connsiteY53478"/>
              </a:cxn>
              <a:cxn ang="0">
                <a:pos x="connsiteX53479" y="connsiteY53479"/>
              </a:cxn>
              <a:cxn ang="0">
                <a:pos x="connsiteX53480" y="connsiteY53480"/>
              </a:cxn>
              <a:cxn ang="0">
                <a:pos x="connsiteX53481" y="connsiteY53481"/>
              </a:cxn>
              <a:cxn ang="0">
                <a:pos x="connsiteX53482" y="connsiteY53482"/>
              </a:cxn>
              <a:cxn ang="0">
                <a:pos x="connsiteX53483" y="connsiteY53483"/>
              </a:cxn>
              <a:cxn ang="0">
                <a:pos x="connsiteX53484" y="connsiteY53484"/>
              </a:cxn>
              <a:cxn ang="0">
                <a:pos x="connsiteX53485" y="connsiteY53485"/>
              </a:cxn>
              <a:cxn ang="0">
                <a:pos x="connsiteX53486" y="connsiteY53486"/>
              </a:cxn>
              <a:cxn ang="0">
                <a:pos x="connsiteX53487" y="connsiteY53487"/>
              </a:cxn>
              <a:cxn ang="0">
                <a:pos x="connsiteX53488" y="connsiteY53488"/>
              </a:cxn>
              <a:cxn ang="0">
                <a:pos x="connsiteX53489" y="connsiteY53489"/>
              </a:cxn>
              <a:cxn ang="0">
                <a:pos x="connsiteX53490" y="connsiteY53490"/>
              </a:cxn>
              <a:cxn ang="0">
                <a:pos x="connsiteX53491" y="connsiteY53491"/>
              </a:cxn>
              <a:cxn ang="0">
                <a:pos x="connsiteX53492" y="connsiteY53492"/>
              </a:cxn>
              <a:cxn ang="0">
                <a:pos x="connsiteX53493" y="connsiteY53493"/>
              </a:cxn>
              <a:cxn ang="0">
                <a:pos x="connsiteX53494" y="connsiteY53494"/>
              </a:cxn>
              <a:cxn ang="0">
                <a:pos x="connsiteX53495" y="connsiteY53495"/>
              </a:cxn>
              <a:cxn ang="0">
                <a:pos x="connsiteX53496" y="connsiteY53496"/>
              </a:cxn>
              <a:cxn ang="0">
                <a:pos x="connsiteX53497" y="connsiteY53497"/>
              </a:cxn>
              <a:cxn ang="0">
                <a:pos x="connsiteX53498" y="connsiteY53498"/>
              </a:cxn>
              <a:cxn ang="0">
                <a:pos x="connsiteX53499" y="connsiteY53499"/>
              </a:cxn>
              <a:cxn ang="0">
                <a:pos x="connsiteX53500" y="connsiteY53500"/>
              </a:cxn>
              <a:cxn ang="0">
                <a:pos x="connsiteX53501" y="connsiteY53501"/>
              </a:cxn>
              <a:cxn ang="0">
                <a:pos x="connsiteX53502" y="connsiteY53502"/>
              </a:cxn>
              <a:cxn ang="0">
                <a:pos x="connsiteX53503" y="connsiteY53503"/>
              </a:cxn>
              <a:cxn ang="0">
                <a:pos x="connsiteX53504" y="connsiteY53504"/>
              </a:cxn>
              <a:cxn ang="0">
                <a:pos x="connsiteX53505" y="connsiteY53505"/>
              </a:cxn>
              <a:cxn ang="0">
                <a:pos x="connsiteX53506" y="connsiteY53506"/>
              </a:cxn>
              <a:cxn ang="0">
                <a:pos x="connsiteX53507" y="connsiteY53507"/>
              </a:cxn>
              <a:cxn ang="0">
                <a:pos x="connsiteX53508" y="connsiteY53508"/>
              </a:cxn>
              <a:cxn ang="0">
                <a:pos x="connsiteX53509" y="connsiteY53509"/>
              </a:cxn>
              <a:cxn ang="0">
                <a:pos x="connsiteX53510" y="connsiteY53510"/>
              </a:cxn>
              <a:cxn ang="0">
                <a:pos x="connsiteX53511" y="connsiteY53511"/>
              </a:cxn>
              <a:cxn ang="0">
                <a:pos x="connsiteX53512" y="connsiteY53512"/>
              </a:cxn>
              <a:cxn ang="0">
                <a:pos x="connsiteX53513" y="connsiteY53513"/>
              </a:cxn>
              <a:cxn ang="0">
                <a:pos x="connsiteX53514" y="connsiteY53514"/>
              </a:cxn>
              <a:cxn ang="0">
                <a:pos x="connsiteX53515" y="connsiteY53515"/>
              </a:cxn>
              <a:cxn ang="0">
                <a:pos x="connsiteX53516" y="connsiteY53516"/>
              </a:cxn>
              <a:cxn ang="0">
                <a:pos x="connsiteX53517" y="connsiteY53517"/>
              </a:cxn>
              <a:cxn ang="0">
                <a:pos x="connsiteX53518" y="connsiteY53518"/>
              </a:cxn>
              <a:cxn ang="0">
                <a:pos x="connsiteX53519" y="connsiteY53519"/>
              </a:cxn>
              <a:cxn ang="0">
                <a:pos x="connsiteX53520" y="connsiteY53520"/>
              </a:cxn>
              <a:cxn ang="0">
                <a:pos x="connsiteX53521" y="connsiteY53521"/>
              </a:cxn>
              <a:cxn ang="0">
                <a:pos x="connsiteX53522" y="connsiteY53522"/>
              </a:cxn>
              <a:cxn ang="0">
                <a:pos x="connsiteX53523" y="connsiteY53523"/>
              </a:cxn>
              <a:cxn ang="0">
                <a:pos x="connsiteX53524" y="connsiteY53524"/>
              </a:cxn>
              <a:cxn ang="0">
                <a:pos x="connsiteX53525" y="connsiteY53525"/>
              </a:cxn>
              <a:cxn ang="0">
                <a:pos x="connsiteX53526" y="connsiteY53526"/>
              </a:cxn>
              <a:cxn ang="0">
                <a:pos x="connsiteX53527" y="connsiteY53527"/>
              </a:cxn>
              <a:cxn ang="0">
                <a:pos x="connsiteX53528" y="connsiteY53528"/>
              </a:cxn>
              <a:cxn ang="0">
                <a:pos x="connsiteX53529" y="connsiteY53529"/>
              </a:cxn>
              <a:cxn ang="0">
                <a:pos x="connsiteX53530" y="connsiteY53530"/>
              </a:cxn>
              <a:cxn ang="0">
                <a:pos x="connsiteX53531" y="connsiteY53531"/>
              </a:cxn>
              <a:cxn ang="0">
                <a:pos x="connsiteX53532" y="connsiteY53532"/>
              </a:cxn>
              <a:cxn ang="0">
                <a:pos x="connsiteX53533" y="connsiteY53533"/>
              </a:cxn>
              <a:cxn ang="0">
                <a:pos x="connsiteX53534" y="connsiteY53534"/>
              </a:cxn>
              <a:cxn ang="0">
                <a:pos x="connsiteX53535" y="connsiteY53535"/>
              </a:cxn>
              <a:cxn ang="0">
                <a:pos x="connsiteX53536" y="connsiteY53536"/>
              </a:cxn>
              <a:cxn ang="0">
                <a:pos x="connsiteX53537" y="connsiteY53537"/>
              </a:cxn>
              <a:cxn ang="0">
                <a:pos x="connsiteX53538" y="connsiteY53538"/>
              </a:cxn>
              <a:cxn ang="0">
                <a:pos x="connsiteX53539" y="connsiteY53539"/>
              </a:cxn>
              <a:cxn ang="0">
                <a:pos x="connsiteX53540" y="connsiteY53540"/>
              </a:cxn>
              <a:cxn ang="0">
                <a:pos x="connsiteX53541" y="connsiteY53541"/>
              </a:cxn>
              <a:cxn ang="0">
                <a:pos x="connsiteX53542" y="connsiteY53542"/>
              </a:cxn>
              <a:cxn ang="0">
                <a:pos x="connsiteX53543" y="connsiteY53543"/>
              </a:cxn>
              <a:cxn ang="0">
                <a:pos x="connsiteX53544" y="connsiteY53544"/>
              </a:cxn>
              <a:cxn ang="0">
                <a:pos x="connsiteX53545" y="connsiteY53545"/>
              </a:cxn>
              <a:cxn ang="0">
                <a:pos x="connsiteX53546" y="connsiteY53546"/>
              </a:cxn>
              <a:cxn ang="0">
                <a:pos x="connsiteX53547" y="connsiteY53547"/>
              </a:cxn>
              <a:cxn ang="0">
                <a:pos x="connsiteX53548" y="connsiteY53548"/>
              </a:cxn>
              <a:cxn ang="0">
                <a:pos x="connsiteX53549" y="connsiteY53549"/>
              </a:cxn>
              <a:cxn ang="0">
                <a:pos x="connsiteX53550" y="connsiteY53550"/>
              </a:cxn>
              <a:cxn ang="0">
                <a:pos x="connsiteX53551" y="connsiteY53551"/>
              </a:cxn>
              <a:cxn ang="0">
                <a:pos x="connsiteX53552" y="connsiteY53552"/>
              </a:cxn>
              <a:cxn ang="0">
                <a:pos x="connsiteX53553" y="connsiteY53553"/>
              </a:cxn>
              <a:cxn ang="0">
                <a:pos x="connsiteX53554" y="connsiteY53554"/>
              </a:cxn>
              <a:cxn ang="0">
                <a:pos x="connsiteX53555" y="connsiteY53555"/>
              </a:cxn>
              <a:cxn ang="0">
                <a:pos x="connsiteX53556" y="connsiteY53556"/>
              </a:cxn>
              <a:cxn ang="0">
                <a:pos x="connsiteX53557" y="connsiteY53557"/>
              </a:cxn>
              <a:cxn ang="0">
                <a:pos x="connsiteX53558" y="connsiteY53558"/>
              </a:cxn>
              <a:cxn ang="0">
                <a:pos x="connsiteX53559" y="connsiteY53559"/>
              </a:cxn>
              <a:cxn ang="0">
                <a:pos x="connsiteX53560" y="connsiteY53560"/>
              </a:cxn>
              <a:cxn ang="0">
                <a:pos x="connsiteX53561" y="connsiteY53561"/>
              </a:cxn>
              <a:cxn ang="0">
                <a:pos x="connsiteX53562" y="connsiteY53562"/>
              </a:cxn>
              <a:cxn ang="0">
                <a:pos x="connsiteX53563" y="connsiteY53563"/>
              </a:cxn>
              <a:cxn ang="0">
                <a:pos x="connsiteX53564" y="connsiteY53564"/>
              </a:cxn>
              <a:cxn ang="0">
                <a:pos x="connsiteX53565" y="connsiteY53565"/>
              </a:cxn>
              <a:cxn ang="0">
                <a:pos x="connsiteX53566" y="connsiteY53566"/>
              </a:cxn>
              <a:cxn ang="0">
                <a:pos x="connsiteX53567" y="connsiteY53567"/>
              </a:cxn>
              <a:cxn ang="0">
                <a:pos x="connsiteX53568" y="connsiteY53568"/>
              </a:cxn>
              <a:cxn ang="0">
                <a:pos x="connsiteX53569" y="connsiteY53569"/>
              </a:cxn>
              <a:cxn ang="0">
                <a:pos x="connsiteX53570" y="connsiteY53570"/>
              </a:cxn>
              <a:cxn ang="0">
                <a:pos x="connsiteX53571" y="connsiteY53571"/>
              </a:cxn>
              <a:cxn ang="0">
                <a:pos x="connsiteX53572" y="connsiteY53572"/>
              </a:cxn>
              <a:cxn ang="0">
                <a:pos x="connsiteX53573" y="connsiteY53573"/>
              </a:cxn>
              <a:cxn ang="0">
                <a:pos x="connsiteX53574" y="connsiteY53574"/>
              </a:cxn>
              <a:cxn ang="0">
                <a:pos x="connsiteX53575" y="connsiteY53575"/>
              </a:cxn>
              <a:cxn ang="0">
                <a:pos x="connsiteX53576" y="connsiteY53576"/>
              </a:cxn>
              <a:cxn ang="0">
                <a:pos x="connsiteX53577" y="connsiteY53577"/>
              </a:cxn>
              <a:cxn ang="0">
                <a:pos x="connsiteX53578" y="connsiteY53578"/>
              </a:cxn>
              <a:cxn ang="0">
                <a:pos x="connsiteX53579" y="connsiteY53579"/>
              </a:cxn>
              <a:cxn ang="0">
                <a:pos x="connsiteX53580" y="connsiteY53580"/>
              </a:cxn>
              <a:cxn ang="0">
                <a:pos x="connsiteX53581" y="connsiteY53581"/>
              </a:cxn>
              <a:cxn ang="0">
                <a:pos x="connsiteX53582" y="connsiteY53582"/>
              </a:cxn>
              <a:cxn ang="0">
                <a:pos x="connsiteX53583" y="connsiteY53583"/>
              </a:cxn>
              <a:cxn ang="0">
                <a:pos x="connsiteX53584" y="connsiteY53584"/>
              </a:cxn>
              <a:cxn ang="0">
                <a:pos x="connsiteX53585" y="connsiteY53585"/>
              </a:cxn>
              <a:cxn ang="0">
                <a:pos x="connsiteX53586" y="connsiteY53586"/>
              </a:cxn>
              <a:cxn ang="0">
                <a:pos x="connsiteX53587" y="connsiteY53587"/>
              </a:cxn>
              <a:cxn ang="0">
                <a:pos x="connsiteX53588" y="connsiteY53588"/>
              </a:cxn>
              <a:cxn ang="0">
                <a:pos x="connsiteX53589" y="connsiteY53589"/>
              </a:cxn>
              <a:cxn ang="0">
                <a:pos x="connsiteX53590" y="connsiteY53590"/>
              </a:cxn>
              <a:cxn ang="0">
                <a:pos x="connsiteX53591" y="connsiteY53591"/>
              </a:cxn>
              <a:cxn ang="0">
                <a:pos x="connsiteX53592" y="connsiteY53592"/>
              </a:cxn>
              <a:cxn ang="0">
                <a:pos x="connsiteX53593" y="connsiteY53593"/>
              </a:cxn>
              <a:cxn ang="0">
                <a:pos x="connsiteX53594" y="connsiteY53594"/>
              </a:cxn>
              <a:cxn ang="0">
                <a:pos x="connsiteX53595" y="connsiteY53595"/>
              </a:cxn>
              <a:cxn ang="0">
                <a:pos x="connsiteX53596" y="connsiteY53596"/>
              </a:cxn>
              <a:cxn ang="0">
                <a:pos x="connsiteX53597" y="connsiteY53597"/>
              </a:cxn>
              <a:cxn ang="0">
                <a:pos x="connsiteX53598" y="connsiteY53598"/>
              </a:cxn>
              <a:cxn ang="0">
                <a:pos x="connsiteX53599" y="connsiteY53599"/>
              </a:cxn>
              <a:cxn ang="0">
                <a:pos x="connsiteX53600" y="connsiteY53600"/>
              </a:cxn>
              <a:cxn ang="0">
                <a:pos x="connsiteX53601" y="connsiteY53601"/>
              </a:cxn>
              <a:cxn ang="0">
                <a:pos x="connsiteX53602" y="connsiteY53602"/>
              </a:cxn>
              <a:cxn ang="0">
                <a:pos x="connsiteX53603" y="connsiteY53603"/>
              </a:cxn>
              <a:cxn ang="0">
                <a:pos x="connsiteX53604" y="connsiteY53604"/>
              </a:cxn>
              <a:cxn ang="0">
                <a:pos x="connsiteX53605" y="connsiteY53605"/>
              </a:cxn>
              <a:cxn ang="0">
                <a:pos x="connsiteX53606" y="connsiteY53606"/>
              </a:cxn>
              <a:cxn ang="0">
                <a:pos x="connsiteX53607" y="connsiteY53607"/>
              </a:cxn>
              <a:cxn ang="0">
                <a:pos x="connsiteX53608" y="connsiteY53608"/>
              </a:cxn>
              <a:cxn ang="0">
                <a:pos x="connsiteX53609" y="connsiteY53609"/>
              </a:cxn>
              <a:cxn ang="0">
                <a:pos x="connsiteX53610" y="connsiteY53610"/>
              </a:cxn>
              <a:cxn ang="0">
                <a:pos x="connsiteX53611" y="connsiteY53611"/>
              </a:cxn>
              <a:cxn ang="0">
                <a:pos x="connsiteX53612" y="connsiteY53612"/>
              </a:cxn>
              <a:cxn ang="0">
                <a:pos x="connsiteX53613" y="connsiteY53613"/>
              </a:cxn>
              <a:cxn ang="0">
                <a:pos x="connsiteX53614" y="connsiteY53614"/>
              </a:cxn>
              <a:cxn ang="0">
                <a:pos x="connsiteX53615" y="connsiteY53615"/>
              </a:cxn>
              <a:cxn ang="0">
                <a:pos x="connsiteX53616" y="connsiteY53616"/>
              </a:cxn>
              <a:cxn ang="0">
                <a:pos x="connsiteX53617" y="connsiteY53617"/>
              </a:cxn>
              <a:cxn ang="0">
                <a:pos x="connsiteX53618" y="connsiteY53618"/>
              </a:cxn>
              <a:cxn ang="0">
                <a:pos x="connsiteX53619" y="connsiteY53619"/>
              </a:cxn>
              <a:cxn ang="0">
                <a:pos x="connsiteX53620" y="connsiteY53620"/>
              </a:cxn>
              <a:cxn ang="0">
                <a:pos x="connsiteX53621" y="connsiteY53621"/>
              </a:cxn>
              <a:cxn ang="0">
                <a:pos x="connsiteX53622" y="connsiteY53622"/>
              </a:cxn>
              <a:cxn ang="0">
                <a:pos x="connsiteX53623" y="connsiteY53623"/>
              </a:cxn>
              <a:cxn ang="0">
                <a:pos x="connsiteX53624" y="connsiteY53624"/>
              </a:cxn>
              <a:cxn ang="0">
                <a:pos x="connsiteX53625" y="connsiteY53625"/>
              </a:cxn>
              <a:cxn ang="0">
                <a:pos x="connsiteX53626" y="connsiteY53626"/>
              </a:cxn>
              <a:cxn ang="0">
                <a:pos x="connsiteX53627" y="connsiteY53627"/>
              </a:cxn>
              <a:cxn ang="0">
                <a:pos x="connsiteX53628" y="connsiteY53628"/>
              </a:cxn>
              <a:cxn ang="0">
                <a:pos x="connsiteX53629" y="connsiteY53629"/>
              </a:cxn>
              <a:cxn ang="0">
                <a:pos x="connsiteX53630" y="connsiteY53630"/>
              </a:cxn>
              <a:cxn ang="0">
                <a:pos x="connsiteX53631" y="connsiteY53631"/>
              </a:cxn>
              <a:cxn ang="0">
                <a:pos x="connsiteX53632" y="connsiteY53632"/>
              </a:cxn>
              <a:cxn ang="0">
                <a:pos x="connsiteX53633" y="connsiteY53633"/>
              </a:cxn>
              <a:cxn ang="0">
                <a:pos x="connsiteX53634" y="connsiteY53634"/>
              </a:cxn>
              <a:cxn ang="0">
                <a:pos x="connsiteX53635" y="connsiteY53635"/>
              </a:cxn>
              <a:cxn ang="0">
                <a:pos x="connsiteX53636" y="connsiteY53636"/>
              </a:cxn>
              <a:cxn ang="0">
                <a:pos x="connsiteX53637" y="connsiteY53637"/>
              </a:cxn>
              <a:cxn ang="0">
                <a:pos x="connsiteX53638" y="connsiteY53638"/>
              </a:cxn>
              <a:cxn ang="0">
                <a:pos x="connsiteX53639" y="connsiteY53639"/>
              </a:cxn>
              <a:cxn ang="0">
                <a:pos x="connsiteX53640" y="connsiteY53640"/>
              </a:cxn>
              <a:cxn ang="0">
                <a:pos x="connsiteX53641" y="connsiteY53641"/>
              </a:cxn>
              <a:cxn ang="0">
                <a:pos x="connsiteX53642" y="connsiteY53642"/>
              </a:cxn>
              <a:cxn ang="0">
                <a:pos x="connsiteX53643" y="connsiteY53643"/>
              </a:cxn>
              <a:cxn ang="0">
                <a:pos x="connsiteX53644" y="connsiteY53644"/>
              </a:cxn>
              <a:cxn ang="0">
                <a:pos x="connsiteX53645" y="connsiteY53645"/>
              </a:cxn>
              <a:cxn ang="0">
                <a:pos x="connsiteX53646" y="connsiteY53646"/>
              </a:cxn>
              <a:cxn ang="0">
                <a:pos x="connsiteX53647" y="connsiteY53647"/>
              </a:cxn>
              <a:cxn ang="0">
                <a:pos x="connsiteX53648" y="connsiteY53648"/>
              </a:cxn>
              <a:cxn ang="0">
                <a:pos x="connsiteX53649" y="connsiteY53649"/>
              </a:cxn>
              <a:cxn ang="0">
                <a:pos x="connsiteX53650" y="connsiteY53650"/>
              </a:cxn>
              <a:cxn ang="0">
                <a:pos x="connsiteX53651" y="connsiteY53651"/>
              </a:cxn>
              <a:cxn ang="0">
                <a:pos x="connsiteX53652" y="connsiteY53652"/>
              </a:cxn>
              <a:cxn ang="0">
                <a:pos x="connsiteX53653" y="connsiteY53653"/>
              </a:cxn>
              <a:cxn ang="0">
                <a:pos x="connsiteX53654" y="connsiteY53654"/>
              </a:cxn>
              <a:cxn ang="0">
                <a:pos x="connsiteX53655" y="connsiteY53655"/>
              </a:cxn>
              <a:cxn ang="0">
                <a:pos x="connsiteX53656" y="connsiteY53656"/>
              </a:cxn>
              <a:cxn ang="0">
                <a:pos x="connsiteX53657" y="connsiteY53657"/>
              </a:cxn>
              <a:cxn ang="0">
                <a:pos x="connsiteX53658" y="connsiteY53658"/>
              </a:cxn>
              <a:cxn ang="0">
                <a:pos x="connsiteX53659" y="connsiteY53659"/>
              </a:cxn>
              <a:cxn ang="0">
                <a:pos x="connsiteX53660" y="connsiteY53660"/>
              </a:cxn>
              <a:cxn ang="0">
                <a:pos x="connsiteX53661" y="connsiteY53661"/>
              </a:cxn>
              <a:cxn ang="0">
                <a:pos x="connsiteX53662" y="connsiteY53662"/>
              </a:cxn>
              <a:cxn ang="0">
                <a:pos x="connsiteX53663" y="connsiteY53663"/>
              </a:cxn>
              <a:cxn ang="0">
                <a:pos x="connsiteX53664" y="connsiteY53664"/>
              </a:cxn>
              <a:cxn ang="0">
                <a:pos x="connsiteX53665" y="connsiteY53665"/>
              </a:cxn>
              <a:cxn ang="0">
                <a:pos x="connsiteX53666" y="connsiteY53666"/>
              </a:cxn>
              <a:cxn ang="0">
                <a:pos x="connsiteX53667" y="connsiteY53667"/>
              </a:cxn>
              <a:cxn ang="0">
                <a:pos x="connsiteX53668" y="connsiteY53668"/>
              </a:cxn>
              <a:cxn ang="0">
                <a:pos x="connsiteX53669" y="connsiteY53669"/>
              </a:cxn>
              <a:cxn ang="0">
                <a:pos x="connsiteX53670" y="connsiteY53670"/>
              </a:cxn>
              <a:cxn ang="0">
                <a:pos x="connsiteX53671" y="connsiteY53671"/>
              </a:cxn>
              <a:cxn ang="0">
                <a:pos x="connsiteX53672" y="connsiteY53672"/>
              </a:cxn>
              <a:cxn ang="0">
                <a:pos x="connsiteX53673" y="connsiteY53673"/>
              </a:cxn>
              <a:cxn ang="0">
                <a:pos x="connsiteX53674" y="connsiteY53674"/>
              </a:cxn>
              <a:cxn ang="0">
                <a:pos x="connsiteX53675" y="connsiteY53675"/>
              </a:cxn>
              <a:cxn ang="0">
                <a:pos x="connsiteX53676" y="connsiteY53676"/>
              </a:cxn>
              <a:cxn ang="0">
                <a:pos x="connsiteX53677" y="connsiteY53677"/>
              </a:cxn>
              <a:cxn ang="0">
                <a:pos x="connsiteX53678" y="connsiteY53678"/>
              </a:cxn>
              <a:cxn ang="0">
                <a:pos x="connsiteX53679" y="connsiteY53679"/>
              </a:cxn>
              <a:cxn ang="0">
                <a:pos x="connsiteX53680" y="connsiteY53680"/>
              </a:cxn>
              <a:cxn ang="0">
                <a:pos x="connsiteX53681" y="connsiteY53681"/>
              </a:cxn>
              <a:cxn ang="0">
                <a:pos x="connsiteX53682" y="connsiteY53682"/>
              </a:cxn>
              <a:cxn ang="0">
                <a:pos x="connsiteX53683" y="connsiteY53683"/>
              </a:cxn>
              <a:cxn ang="0">
                <a:pos x="connsiteX53684" y="connsiteY53684"/>
              </a:cxn>
              <a:cxn ang="0">
                <a:pos x="connsiteX53685" y="connsiteY53685"/>
              </a:cxn>
              <a:cxn ang="0">
                <a:pos x="connsiteX53686" y="connsiteY53686"/>
              </a:cxn>
              <a:cxn ang="0">
                <a:pos x="connsiteX53687" y="connsiteY53687"/>
              </a:cxn>
              <a:cxn ang="0">
                <a:pos x="connsiteX53688" y="connsiteY53688"/>
              </a:cxn>
              <a:cxn ang="0">
                <a:pos x="connsiteX53689" y="connsiteY53689"/>
              </a:cxn>
              <a:cxn ang="0">
                <a:pos x="connsiteX53690" y="connsiteY53690"/>
              </a:cxn>
              <a:cxn ang="0">
                <a:pos x="connsiteX53691" y="connsiteY53691"/>
              </a:cxn>
              <a:cxn ang="0">
                <a:pos x="connsiteX53692" y="connsiteY53692"/>
              </a:cxn>
              <a:cxn ang="0">
                <a:pos x="connsiteX53693" y="connsiteY53693"/>
              </a:cxn>
              <a:cxn ang="0">
                <a:pos x="connsiteX53694" y="connsiteY53694"/>
              </a:cxn>
              <a:cxn ang="0">
                <a:pos x="connsiteX53695" y="connsiteY53695"/>
              </a:cxn>
              <a:cxn ang="0">
                <a:pos x="connsiteX53696" y="connsiteY53696"/>
              </a:cxn>
              <a:cxn ang="0">
                <a:pos x="connsiteX53697" y="connsiteY53697"/>
              </a:cxn>
              <a:cxn ang="0">
                <a:pos x="connsiteX53698" y="connsiteY53698"/>
              </a:cxn>
              <a:cxn ang="0">
                <a:pos x="connsiteX53699" y="connsiteY53699"/>
              </a:cxn>
              <a:cxn ang="0">
                <a:pos x="connsiteX53700" y="connsiteY53700"/>
              </a:cxn>
              <a:cxn ang="0">
                <a:pos x="connsiteX53701" y="connsiteY53701"/>
              </a:cxn>
              <a:cxn ang="0">
                <a:pos x="connsiteX53702" y="connsiteY53702"/>
              </a:cxn>
              <a:cxn ang="0">
                <a:pos x="connsiteX53703" y="connsiteY53703"/>
              </a:cxn>
              <a:cxn ang="0">
                <a:pos x="connsiteX53704" y="connsiteY53704"/>
              </a:cxn>
              <a:cxn ang="0">
                <a:pos x="connsiteX53705" y="connsiteY53705"/>
              </a:cxn>
              <a:cxn ang="0">
                <a:pos x="connsiteX53706" y="connsiteY53706"/>
              </a:cxn>
              <a:cxn ang="0">
                <a:pos x="connsiteX53707" y="connsiteY53707"/>
              </a:cxn>
              <a:cxn ang="0">
                <a:pos x="connsiteX53708" y="connsiteY53708"/>
              </a:cxn>
              <a:cxn ang="0">
                <a:pos x="connsiteX53709" y="connsiteY53709"/>
              </a:cxn>
              <a:cxn ang="0">
                <a:pos x="connsiteX53710" y="connsiteY53710"/>
              </a:cxn>
              <a:cxn ang="0">
                <a:pos x="connsiteX53711" y="connsiteY53711"/>
              </a:cxn>
              <a:cxn ang="0">
                <a:pos x="connsiteX53712" y="connsiteY53712"/>
              </a:cxn>
              <a:cxn ang="0">
                <a:pos x="connsiteX53713" y="connsiteY53713"/>
              </a:cxn>
              <a:cxn ang="0">
                <a:pos x="connsiteX53714" y="connsiteY53714"/>
              </a:cxn>
              <a:cxn ang="0">
                <a:pos x="connsiteX53715" y="connsiteY53715"/>
              </a:cxn>
              <a:cxn ang="0">
                <a:pos x="connsiteX53716" y="connsiteY53716"/>
              </a:cxn>
              <a:cxn ang="0">
                <a:pos x="connsiteX53717" y="connsiteY53717"/>
              </a:cxn>
              <a:cxn ang="0">
                <a:pos x="connsiteX53718" y="connsiteY53718"/>
              </a:cxn>
              <a:cxn ang="0">
                <a:pos x="connsiteX53719" y="connsiteY53719"/>
              </a:cxn>
              <a:cxn ang="0">
                <a:pos x="connsiteX53720" y="connsiteY53720"/>
              </a:cxn>
              <a:cxn ang="0">
                <a:pos x="connsiteX53721" y="connsiteY53721"/>
              </a:cxn>
              <a:cxn ang="0">
                <a:pos x="connsiteX53722" y="connsiteY53722"/>
              </a:cxn>
              <a:cxn ang="0">
                <a:pos x="connsiteX53723" y="connsiteY53723"/>
              </a:cxn>
              <a:cxn ang="0">
                <a:pos x="connsiteX53724" y="connsiteY53724"/>
              </a:cxn>
              <a:cxn ang="0">
                <a:pos x="connsiteX53725" y="connsiteY53725"/>
              </a:cxn>
              <a:cxn ang="0">
                <a:pos x="connsiteX53726" y="connsiteY53726"/>
              </a:cxn>
              <a:cxn ang="0">
                <a:pos x="connsiteX53727" y="connsiteY53727"/>
              </a:cxn>
              <a:cxn ang="0">
                <a:pos x="connsiteX53728" y="connsiteY53728"/>
              </a:cxn>
              <a:cxn ang="0">
                <a:pos x="connsiteX53729" y="connsiteY53729"/>
              </a:cxn>
              <a:cxn ang="0">
                <a:pos x="connsiteX53730" y="connsiteY53730"/>
              </a:cxn>
              <a:cxn ang="0">
                <a:pos x="connsiteX53731" y="connsiteY53731"/>
              </a:cxn>
              <a:cxn ang="0">
                <a:pos x="connsiteX53732" y="connsiteY53732"/>
              </a:cxn>
              <a:cxn ang="0">
                <a:pos x="connsiteX53733" y="connsiteY53733"/>
              </a:cxn>
              <a:cxn ang="0">
                <a:pos x="connsiteX53734" y="connsiteY53734"/>
              </a:cxn>
              <a:cxn ang="0">
                <a:pos x="connsiteX53735" y="connsiteY53735"/>
              </a:cxn>
              <a:cxn ang="0">
                <a:pos x="connsiteX53736" y="connsiteY53736"/>
              </a:cxn>
              <a:cxn ang="0">
                <a:pos x="connsiteX53737" y="connsiteY53737"/>
              </a:cxn>
              <a:cxn ang="0">
                <a:pos x="connsiteX53738" y="connsiteY53738"/>
              </a:cxn>
              <a:cxn ang="0">
                <a:pos x="connsiteX53739" y="connsiteY53739"/>
              </a:cxn>
              <a:cxn ang="0">
                <a:pos x="connsiteX53740" y="connsiteY53740"/>
              </a:cxn>
              <a:cxn ang="0">
                <a:pos x="connsiteX53741" y="connsiteY53741"/>
              </a:cxn>
              <a:cxn ang="0">
                <a:pos x="connsiteX53742" y="connsiteY53742"/>
              </a:cxn>
              <a:cxn ang="0">
                <a:pos x="connsiteX53743" y="connsiteY53743"/>
              </a:cxn>
              <a:cxn ang="0">
                <a:pos x="connsiteX53744" y="connsiteY53744"/>
              </a:cxn>
              <a:cxn ang="0">
                <a:pos x="connsiteX53745" y="connsiteY53745"/>
              </a:cxn>
              <a:cxn ang="0">
                <a:pos x="connsiteX53746" y="connsiteY53746"/>
              </a:cxn>
              <a:cxn ang="0">
                <a:pos x="connsiteX53747" y="connsiteY53747"/>
              </a:cxn>
              <a:cxn ang="0">
                <a:pos x="connsiteX53748" y="connsiteY53748"/>
              </a:cxn>
              <a:cxn ang="0">
                <a:pos x="connsiteX53749" y="connsiteY53749"/>
              </a:cxn>
              <a:cxn ang="0">
                <a:pos x="connsiteX53750" y="connsiteY53750"/>
              </a:cxn>
              <a:cxn ang="0">
                <a:pos x="connsiteX53751" y="connsiteY53751"/>
              </a:cxn>
              <a:cxn ang="0">
                <a:pos x="connsiteX53752" y="connsiteY53752"/>
              </a:cxn>
              <a:cxn ang="0">
                <a:pos x="connsiteX53753" y="connsiteY53753"/>
              </a:cxn>
              <a:cxn ang="0">
                <a:pos x="connsiteX53754" y="connsiteY53754"/>
              </a:cxn>
              <a:cxn ang="0">
                <a:pos x="connsiteX53755" y="connsiteY53755"/>
              </a:cxn>
              <a:cxn ang="0">
                <a:pos x="connsiteX53756" y="connsiteY53756"/>
              </a:cxn>
              <a:cxn ang="0">
                <a:pos x="connsiteX53757" y="connsiteY53757"/>
              </a:cxn>
              <a:cxn ang="0">
                <a:pos x="connsiteX53758" y="connsiteY53758"/>
              </a:cxn>
              <a:cxn ang="0">
                <a:pos x="connsiteX53759" y="connsiteY53759"/>
              </a:cxn>
              <a:cxn ang="0">
                <a:pos x="connsiteX53760" y="connsiteY53760"/>
              </a:cxn>
              <a:cxn ang="0">
                <a:pos x="connsiteX53761" y="connsiteY53761"/>
              </a:cxn>
              <a:cxn ang="0">
                <a:pos x="connsiteX53762" y="connsiteY53762"/>
              </a:cxn>
              <a:cxn ang="0">
                <a:pos x="connsiteX53763" y="connsiteY53763"/>
              </a:cxn>
              <a:cxn ang="0">
                <a:pos x="connsiteX53764" y="connsiteY53764"/>
              </a:cxn>
              <a:cxn ang="0">
                <a:pos x="connsiteX53765" y="connsiteY53765"/>
              </a:cxn>
              <a:cxn ang="0">
                <a:pos x="connsiteX53766" y="connsiteY53766"/>
              </a:cxn>
              <a:cxn ang="0">
                <a:pos x="connsiteX53767" y="connsiteY53767"/>
              </a:cxn>
              <a:cxn ang="0">
                <a:pos x="connsiteX53768" y="connsiteY53768"/>
              </a:cxn>
              <a:cxn ang="0">
                <a:pos x="connsiteX53769" y="connsiteY53769"/>
              </a:cxn>
              <a:cxn ang="0">
                <a:pos x="connsiteX53770" y="connsiteY53770"/>
              </a:cxn>
              <a:cxn ang="0">
                <a:pos x="connsiteX53771" y="connsiteY53771"/>
              </a:cxn>
              <a:cxn ang="0">
                <a:pos x="connsiteX53772" y="connsiteY53772"/>
              </a:cxn>
              <a:cxn ang="0">
                <a:pos x="connsiteX53773" y="connsiteY53773"/>
              </a:cxn>
              <a:cxn ang="0">
                <a:pos x="connsiteX53774" y="connsiteY53774"/>
              </a:cxn>
              <a:cxn ang="0">
                <a:pos x="connsiteX53775" y="connsiteY53775"/>
              </a:cxn>
              <a:cxn ang="0">
                <a:pos x="connsiteX53776" y="connsiteY53776"/>
              </a:cxn>
              <a:cxn ang="0">
                <a:pos x="connsiteX53777" y="connsiteY53777"/>
              </a:cxn>
              <a:cxn ang="0">
                <a:pos x="connsiteX53778" y="connsiteY53778"/>
              </a:cxn>
              <a:cxn ang="0">
                <a:pos x="connsiteX53779" y="connsiteY53779"/>
              </a:cxn>
              <a:cxn ang="0">
                <a:pos x="connsiteX53780" y="connsiteY53780"/>
              </a:cxn>
              <a:cxn ang="0">
                <a:pos x="connsiteX53781" y="connsiteY53781"/>
              </a:cxn>
              <a:cxn ang="0">
                <a:pos x="connsiteX53782" y="connsiteY53782"/>
              </a:cxn>
              <a:cxn ang="0">
                <a:pos x="connsiteX53783" y="connsiteY53783"/>
              </a:cxn>
              <a:cxn ang="0">
                <a:pos x="connsiteX53784" y="connsiteY53784"/>
              </a:cxn>
              <a:cxn ang="0">
                <a:pos x="connsiteX53785" y="connsiteY53785"/>
              </a:cxn>
              <a:cxn ang="0">
                <a:pos x="connsiteX53786" y="connsiteY53786"/>
              </a:cxn>
              <a:cxn ang="0">
                <a:pos x="connsiteX53787" y="connsiteY53787"/>
              </a:cxn>
              <a:cxn ang="0">
                <a:pos x="connsiteX53788" y="connsiteY53788"/>
              </a:cxn>
              <a:cxn ang="0">
                <a:pos x="connsiteX53789" y="connsiteY53789"/>
              </a:cxn>
              <a:cxn ang="0">
                <a:pos x="connsiteX53790" y="connsiteY53790"/>
              </a:cxn>
              <a:cxn ang="0">
                <a:pos x="connsiteX53791" y="connsiteY53791"/>
              </a:cxn>
              <a:cxn ang="0">
                <a:pos x="connsiteX53792" y="connsiteY53792"/>
              </a:cxn>
              <a:cxn ang="0">
                <a:pos x="connsiteX53793" y="connsiteY53793"/>
              </a:cxn>
              <a:cxn ang="0">
                <a:pos x="connsiteX53794" y="connsiteY53794"/>
              </a:cxn>
              <a:cxn ang="0">
                <a:pos x="connsiteX53795" y="connsiteY53795"/>
              </a:cxn>
              <a:cxn ang="0">
                <a:pos x="connsiteX53796" y="connsiteY53796"/>
              </a:cxn>
              <a:cxn ang="0">
                <a:pos x="connsiteX53797" y="connsiteY53797"/>
              </a:cxn>
              <a:cxn ang="0">
                <a:pos x="connsiteX53798" y="connsiteY53798"/>
              </a:cxn>
              <a:cxn ang="0">
                <a:pos x="connsiteX53799" y="connsiteY53799"/>
              </a:cxn>
              <a:cxn ang="0">
                <a:pos x="connsiteX53800" y="connsiteY53800"/>
              </a:cxn>
              <a:cxn ang="0">
                <a:pos x="connsiteX53801" y="connsiteY53801"/>
              </a:cxn>
              <a:cxn ang="0">
                <a:pos x="connsiteX53802" y="connsiteY53802"/>
              </a:cxn>
              <a:cxn ang="0">
                <a:pos x="connsiteX53803" y="connsiteY53803"/>
              </a:cxn>
              <a:cxn ang="0">
                <a:pos x="connsiteX53804" y="connsiteY53804"/>
              </a:cxn>
              <a:cxn ang="0">
                <a:pos x="connsiteX53805" y="connsiteY53805"/>
              </a:cxn>
              <a:cxn ang="0">
                <a:pos x="connsiteX53806" y="connsiteY53806"/>
              </a:cxn>
              <a:cxn ang="0">
                <a:pos x="connsiteX53807" y="connsiteY53807"/>
              </a:cxn>
              <a:cxn ang="0">
                <a:pos x="connsiteX53808" y="connsiteY53808"/>
              </a:cxn>
              <a:cxn ang="0">
                <a:pos x="connsiteX53809" y="connsiteY53809"/>
              </a:cxn>
              <a:cxn ang="0">
                <a:pos x="connsiteX53810" y="connsiteY53810"/>
              </a:cxn>
              <a:cxn ang="0">
                <a:pos x="connsiteX53811" y="connsiteY53811"/>
              </a:cxn>
              <a:cxn ang="0">
                <a:pos x="connsiteX53812" y="connsiteY53812"/>
              </a:cxn>
              <a:cxn ang="0">
                <a:pos x="connsiteX53813" y="connsiteY53813"/>
              </a:cxn>
              <a:cxn ang="0">
                <a:pos x="connsiteX53814" y="connsiteY53814"/>
              </a:cxn>
              <a:cxn ang="0">
                <a:pos x="connsiteX53815" y="connsiteY53815"/>
              </a:cxn>
              <a:cxn ang="0">
                <a:pos x="connsiteX53816" y="connsiteY53816"/>
              </a:cxn>
              <a:cxn ang="0">
                <a:pos x="connsiteX53817" y="connsiteY53817"/>
              </a:cxn>
              <a:cxn ang="0">
                <a:pos x="connsiteX53818" y="connsiteY53818"/>
              </a:cxn>
              <a:cxn ang="0">
                <a:pos x="connsiteX53819" y="connsiteY53819"/>
              </a:cxn>
              <a:cxn ang="0">
                <a:pos x="connsiteX53820" y="connsiteY53820"/>
              </a:cxn>
              <a:cxn ang="0">
                <a:pos x="connsiteX53821" y="connsiteY53821"/>
              </a:cxn>
              <a:cxn ang="0">
                <a:pos x="connsiteX53822" y="connsiteY53822"/>
              </a:cxn>
              <a:cxn ang="0">
                <a:pos x="connsiteX53823" y="connsiteY53823"/>
              </a:cxn>
              <a:cxn ang="0">
                <a:pos x="connsiteX53824" y="connsiteY53824"/>
              </a:cxn>
              <a:cxn ang="0">
                <a:pos x="connsiteX53825" y="connsiteY53825"/>
              </a:cxn>
              <a:cxn ang="0">
                <a:pos x="connsiteX53826" y="connsiteY53826"/>
              </a:cxn>
              <a:cxn ang="0">
                <a:pos x="connsiteX53827" y="connsiteY53827"/>
              </a:cxn>
              <a:cxn ang="0">
                <a:pos x="connsiteX53828" y="connsiteY53828"/>
              </a:cxn>
              <a:cxn ang="0">
                <a:pos x="connsiteX53829" y="connsiteY53829"/>
              </a:cxn>
              <a:cxn ang="0">
                <a:pos x="connsiteX53830" y="connsiteY53830"/>
              </a:cxn>
              <a:cxn ang="0">
                <a:pos x="connsiteX53831" y="connsiteY53831"/>
              </a:cxn>
              <a:cxn ang="0">
                <a:pos x="connsiteX53832" y="connsiteY53832"/>
              </a:cxn>
              <a:cxn ang="0">
                <a:pos x="connsiteX53833" y="connsiteY53833"/>
              </a:cxn>
              <a:cxn ang="0">
                <a:pos x="connsiteX53834" y="connsiteY53834"/>
              </a:cxn>
              <a:cxn ang="0">
                <a:pos x="connsiteX53835" y="connsiteY53835"/>
              </a:cxn>
              <a:cxn ang="0">
                <a:pos x="connsiteX53836" y="connsiteY53836"/>
              </a:cxn>
              <a:cxn ang="0">
                <a:pos x="connsiteX53837" y="connsiteY53837"/>
              </a:cxn>
              <a:cxn ang="0">
                <a:pos x="connsiteX53838" y="connsiteY53838"/>
              </a:cxn>
              <a:cxn ang="0">
                <a:pos x="connsiteX53839" y="connsiteY53839"/>
              </a:cxn>
              <a:cxn ang="0">
                <a:pos x="connsiteX53840" y="connsiteY53840"/>
              </a:cxn>
              <a:cxn ang="0">
                <a:pos x="connsiteX53841" y="connsiteY53841"/>
              </a:cxn>
              <a:cxn ang="0">
                <a:pos x="connsiteX53842" y="connsiteY53842"/>
              </a:cxn>
              <a:cxn ang="0">
                <a:pos x="connsiteX53843" y="connsiteY53843"/>
              </a:cxn>
              <a:cxn ang="0">
                <a:pos x="connsiteX53844" y="connsiteY53844"/>
              </a:cxn>
              <a:cxn ang="0">
                <a:pos x="connsiteX53845" y="connsiteY53845"/>
              </a:cxn>
              <a:cxn ang="0">
                <a:pos x="connsiteX53846" y="connsiteY53846"/>
              </a:cxn>
              <a:cxn ang="0">
                <a:pos x="connsiteX53847" y="connsiteY53847"/>
              </a:cxn>
              <a:cxn ang="0">
                <a:pos x="connsiteX53848" y="connsiteY53848"/>
              </a:cxn>
              <a:cxn ang="0">
                <a:pos x="connsiteX53849" y="connsiteY53849"/>
              </a:cxn>
              <a:cxn ang="0">
                <a:pos x="connsiteX53850" y="connsiteY53850"/>
              </a:cxn>
              <a:cxn ang="0">
                <a:pos x="connsiteX53851" y="connsiteY53851"/>
              </a:cxn>
              <a:cxn ang="0">
                <a:pos x="connsiteX53852" y="connsiteY53852"/>
              </a:cxn>
              <a:cxn ang="0">
                <a:pos x="connsiteX53853" y="connsiteY53853"/>
              </a:cxn>
              <a:cxn ang="0">
                <a:pos x="connsiteX53854" y="connsiteY53854"/>
              </a:cxn>
              <a:cxn ang="0">
                <a:pos x="connsiteX53855" y="connsiteY53855"/>
              </a:cxn>
              <a:cxn ang="0">
                <a:pos x="connsiteX53856" y="connsiteY53856"/>
              </a:cxn>
              <a:cxn ang="0">
                <a:pos x="connsiteX53857" y="connsiteY53857"/>
              </a:cxn>
              <a:cxn ang="0">
                <a:pos x="connsiteX53858" y="connsiteY53858"/>
              </a:cxn>
              <a:cxn ang="0">
                <a:pos x="connsiteX53859" y="connsiteY53859"/>
              </a:cxn>
              <a:cxn ang="0">
                <a:pos x="connsiteX53860" y="connsiteY53860"/>
              </a:cxn>
              <a:cxn ang="0">
                <a:pos x="connsiteX53861" y="connsiteY53861"/>
              </a:cxn>
              <a:cxn ang="0">
                <a:pos x="connsiteX53862" y="connsiteY53862"/>
              </a:cxn>
              <a:cxn ang="0">
                <a:pos x="connsiteX53863" y="connsiteY53863"/>
              </a:cxn>
              <a:cxn ang="0">
                <a:pos x="connsiteX53864" y="connsiteY53864"/>
              </a:cxn>
              <a:cxn ang="0">
                <a:pos x="connsiteX53865" y="connsiteY53865"/>
              </a:cxn>
              <a:cxn ang="0">
                <a:pos x="connsiteX53866" y="connsiteY53866"/>
              </a:cxn>
              <a:cxn ang="0">
                <a:pos x="connsiteX53867" y="connsiteY53867"/>
              </a:cxn>
              <a:cxn ang="0">
                <a:pos x="connsiteX53868" y="connsiteY53868"/>
              </a:cxn>
              <a:cxn ang="0">
                <a:pos x="connsiteX53869" y="connsiteY53869"/>
              </a:cxn>
              <a:cxn ang="0">
                <a:pos x="connsiteX53870" y="connsiteY53870"/>
              </a:cxn>
              <a:cxn ang="0">
                <a:pos x="connsiteX53871" y="connsiteY53871"/>
              </a:cxn>
              <a:cxn ang="0">
                <a:pos x="connsiteX53872" y="connsiteY53872"/>
              </a:cxn>
              <a:cxn ang="0">
                <a:pos x="connsiteX53873" y="connsiteY53873"/>
              </a:cxn>
              <a:cxn ang="0">
                <a:pos x="connsiteX53874" y="connsiteY53874"/>
              </a:cxn>
              <a:cxn ang="0">
                <a:pos x="connsiteX53875" y="connsiteY53875"/>
              </a:cxn>
              <a:cxn ang="0">
                <a:pos x="connsiteX53876" y="connsiteY53876"/>
              </a:cxn>
              <a:cxn ang="0">
                <a:pos x="connsiteX53877" y="connsiteY53877"/>
              </a:cxn>
              <a:cxn ang="0">
                <a:pos x="connsiteX53878" y="connsiteY53878"/>
              </a:cxn>
              <a:cxn ang="0">
                <a:pos x="connsiteX53879" y="connsiteY53879"/>
              </a:cxn>
              <a:cxn ang="0">
                <a:pos x="connsiteX53880" y="connsiteY53880"/>
              </a:cxn>
              <a:cxn ang="0">
                <a:pos x="connsiteX53881" y="connsiteY53881"/>
              </a:cxn>
              <a:cxn ang="0">
                <a:pos x="connsiteX53882" y="connsiteY53882"/>
              </a:cxn>
              <a:cxn ang="0">
                <a:pos x="connsiteX53883" y="connsiteY53883"/>
              </a:cxn>
              <a:cxn ang="0">
                <a:pos x="connsiteX53884" y="connsiteY53884"/>
              </a:cxn>
              <a:cxn ang="0">
                <a:pos x="connsiteX53885" y="connsiteY53885"/>
              </a:cxn>
              <a:cxn ang="0">
                <a:pos x="connsiteX53886" y="connsiteY53886"/>
              </a:cxn>
              <a:cxn ang="0">
                <a:pos x="connsiteX53887" y="connsiteY53887"/>
              </a:cxn>
              <a:cxn ang="0">
                <a:pos x="connsiteX53888" y="connsiteY53888"/>
              </a:cxn>
              <a:cxn ang="0">
                <a:pos x="connsiteX53889" y="connsiteY53889"/>
              </a:cxn>
              <a:cxn ang="0">
                <a:pos x="connsiteX53890" y="connsiteY53890"/>
              </a:cxn>
              <a:cxn ang="0">
                <a:pos x="connsiteX53891" y="connsiteY53891"/>
              </a:cxn>
              <a:cxn ang="0">
                <a:pos x="connsiteX53892" y="connsiteY53892"/>
              </a:cxn>
              <a:cxn ang="0">
                <a:pos x="connsiteX53893" y="connsiteY53893"/>
              </a:cxn>
              <a:cxn ang="0">
                <a:pos x="connsiteX53894" y="connsiteY53894"/>
              </a:cxn>
              <a:cxn ang="0">
                <a:pos x="connsiteX53895" y="connsiteY53895"/>
              </a:cxn>
              <a:cxn ang="0">
                <a:pos x="connsiteX53896" y="connsiteY53896"/>
              </a:cxn>
              <a:cxn ang="0">
                <a:pos x="connsiteX53897" y="connsiteY53897"/>
              </a:cxn>
              <a:cxn ang="0">
                <a:pos x="connsiteX53898" y="connsiteY53898"/>
              </a:cxn>
              <a:cxn ang="0">
                <a:pos x="connsiteX53899" y="connsiteY53899"/>
              </a:cxn>
              <a:cxn ang="0">
                <a:pos x="connsiteX53900" y="connsiteY53900"/>
              </a:cxn>
              <a:cxn ang="0">
                <a:pos x="connsiteX53901" y="connsiteY53901"/>
              </a:cxn>
              <a:cxn ang="0">
                <a:pos x="connsiteX53902" y="connsiteY53902"/>
              </a:cxn>
              <a:cxn ang="0">
                <a:pos x="connsiteX53903" y="connsiteY53903"/>
              </a:cxn>
              <a:cxn ang="0">
                <a:pos x="connsiteX53904" y="connsiteY53904"/>
              </a:cxn>
              <a:cxn ang="0">
                <a:pos x="connsiteX53905" y="connsiteY53905"/>
              </a:cxn>
              <a:cxn ang="0">
                <a:pos x="connsiteX53906" y="connsiteY53906"/>
              </a:cxn>
              <a:cxn ang="0">
                <a:pos x="connsiteX53907" y="connsiteY53907"/>
              </a:cxn>
              <a:cxn ang="0">
                <a:pos x="connsiteX53908" y="connsiteY53908"/>
              </a:cxn>
              <a:cxn ang="0">
                <a:pos x="connsiteX53909" y="connsiteY53909"/>
              </a:cxn>
              <a:cxn ang="0">
                <a:pos x="connsiteX53910" y="connsiteY53910"/>
              </a:cxn>
              <a:cxn ang="0">
                <a:pos x="connsiteX53911" y="connsiteY53911"/>
              </a:cxn>
              <a:cxn ang="0">
                <a:pos x="connsiteX53912" y="connsiteY53912"/>
              </a:cxn>
              <a:cxn ang="0">
                <a:pos x="connsiteX53913" y="connsiteY53913"/>
              </a:cxn>
              <a:cxn ang="0">
                <a:pos x="connsiteX53914" y="connsiteY53914"/>
              </a:cxn>
              <a:cxn ang="0">
                <a:pos x="connsiteX53915" y="connsiteY53915"/>
              </a:cxn>
              <a:cxn ang="0">
                <a:pos x="connsiteX53916" y="connsiteY53916"/>
              </a:cxn>
              <a:cxn ang="0">
                <a:pos x="connsiteX53917" y="connsiteY53917"/>
              </a:cxn>
              <a:cxn ang="0">
                <a:pos x="connsiteX53918" y="connsiteY53918"/>
              </a:cxn>
              <a:cxn ang="0">
                <a:pos x="connsiteX53919" y="connsiteY53919"/>
              </a:cxn>
              <a:cxn ang="0">
                <a:pos x="connsiteX53920" y="connsiteY53920"/>
              </a:cxn>
              <a:cxn ang="0">
                <a:pos x="connsiteX53921" y="connsiteY53921"/>
              </a:cxn>
              <a:cxn ang="0">
                <a:pos x="connsiteX53922" y="connsiteY53922"/>
              </a:cxn>
              <a:cxn ang="0">
                <a:pos x="connsiteX53923" y="connsiteY53923"/>
              </a:cxn>
              <a:cxn ang="0">
                <a:pos x="connsiteX53924" y="connsiteY53924"/>
              </a:cxn>
              <a:cxn ang="0">
                <a:pos x="connsiteX53925" y="connsiteY53925"/>
              </a:cxn>
              <a:cxn ang="0">
                <a:pos x="connsiteX53926" y="connsiteY53926"/>
              </a:cxn>
              <a:cxn ang="0">
                <a:pos x="connsiteX53927" y="connsiteY53927"/>
              </a:cxn>
              <a:cxn ang="0">
                <a:pos x="connsiteX53928" y="connsiteY53928"/>
              </a:cxn>
              <a:cxn ang="0">
                <a:pos x="connsiteX53929" y="connsiteY53929"/>
              </a:cxn>
              <a:cxn ang="0">
                <a:pos x="connsiteX53930" y="connsiteY53930"/>
              </a:cxn>
              <a:cxn ang="0">
                <a:pos x="connsiteX53931" y="connsiteY53931"/>
              </a:cxn>
              <a:cxn ang="0">
                <a:pos x="connsiteX53932" y="connsiteY53932"/>
              </a:cxn>
              <a:cxn ang="0">
                <a:pos x="connsiteX53933" y="connsiteY53933"/>
              </a:cxn>
              <a:cxn ang="0">
                <a:pos x="connsiteX53934" y="connsiteY53934"/>
              </a:cxn>
              <a:cxn ang="0">
                <a:pos x="connsiteX53935" y="connsiteY53935"/>
              </a:cxn>
              <a:cxn ang="0">
                <a:pos x="connsiteX53936" y="connsiteY53936"/>
              </a:cxn>
              <a:cxn ang="0">
                <a:pos x="connsiteX53937" y="connsiteY53937"/>
              </a:cxn>
              <a:cxn ang="0">
                <a:pos x="connsiteX53938" y="connsiteY53938"/>
              </a:cxn>
              <a:cxn ang="0">
                <a:pos x="connsiteX53939" y="connsiteY53939"/>
              </a:cxn>
              <a:cxn ang="0">
                <a:pos x="connsiteX53940" y="connsiteY53940"/>
              </a:cxn>
              <a:cxn ang="0">
                <a:pos x="connsiteX53941" y="connsiteY53941"/>
              </a:cxn>
              <a:cxn ang="0">
                <a:pos x="connsiteX53942" y="connsiteY53942"/>
              </a:cxn>
              <a:cxn ang="0">
                <a:pos x="connsiteX53943" y="connsiteY53943"/>
              </a:cxn>
              <a:cxn ang="0">
                <a:pos x="connsiteX53944" y="connsiteY53944"/>
              </a:cxn>
              <a:cxn ang="0">
                <a:pos x="connsiteX53945" y="connsiteY53945"/>
              </a:cxn>
              <a:cxn ang="0">
                <a:pos x="connsiteX53946" y="connsiteY53946"/>
              </a:cxn>
              <a:cxn ang="0">
                <a:pos x="connsiteX53947" y="connsiteY53947"/>
              </a:cxn>
              <a:cxn ang="0">
                <a:pos x="connsiteX53948" y="connsiteY53948"/>
              </a:cxn>
              <a:cxn ang="0">
                <a:pos x="connsiteX53949" y="connsiteY53949"/>
              </a:cxn>
              <a:cxn ang="0">
                <a:pos x="connsiteX53950" y="connsiteY53950"/>
              </a:cxn>
              <a:cxn ang="0">
                <a:pos x="connsiteX53951" y="connsiteY53951"/>
              </a:cxn>
              <a:cxn ang="0">
                <a:pos x="connsiteX53952" y="connsiteY53952"/>
              </a:cxn>
              <a:cxn ang="0">
                <a:pos x="connsiteX53953" y="connsiteY53953"/>
              </a:cxn>
              <a:cxn ang="0">
                <a:pos x="connsiteX53954" y="connsiteY53954"/>
              </a:cxn>
              <a:cxn ang="0">
                <a:pos x="connsiteX53955" y="connsiteY53955"/>
              </a:cxn>
              <a:cxn ang="0">
                <a:pos x="connsiteX53956" y="connsiteY53956"/>
              </a:cxn>
              <a:cxn ang="0">
                <a:pos x="connsiteX53957" y="connsiteY53957"/>
              </a:cxn>
              <a:cxn ang="0">
                <a:pos x="connsiteX53958" y="connsiteY53958"/>
              </a:cxn>
              <a:cxn ang="0">
                <a:pos x="connsiteX53959" y="connsiteY53959"/>
              </a:cxn>
              <a:cxn ang="0">
                <a:pos x="connsiteX53960" y="connsiteY53960"/>
              </a:cxn>
              <a:cxn ang="0">
                <a:pos x="connsiteX53961" y="connsiteY53961"/>
              </a:cxn>
              <a:cxn ang="0">
                <a:pos x="connsiteX53962" y="connsiteY53962"/>
              </a:cxn>
              <a:cxn ang="0">
                <a:pos x="connsiteX53963" y="connsiteY53963"/>
              </a:cxn>
              <a:cxn ang="0">
                <a:pos x="connsiteX53964" y="connsiteY53964"/>
              </a:cxn>
              <a:cxn ang="0">
                <a:pos x="connsiteX53965" y="connsiteY53965"/>
              </a:cxn>
              <a:cxn ang="0">
                <a:pos x="connsiteX53966" y="connsiteY53966"/>
              </a:cxn>
              <a:cxn ang="0">
                <a:pos x="connsiteX53967" y="connsiteY53967"/>
              </a:cxn>
              <a:cxn ang="0">
                <a:pos x="connsiteX53968" y="connsiteY53968"/>
              </a:cxn>
              <a:cxn ang="0">
                <a:pos x="connsiteX53969" y="connsiteY53969"/>
              </a:cxn>
              <a:cxn ang="0">
                <a:pos x="connsiteX53970" y="connsiteY53970"/>
              </a:cxn>
              <a:cxn ang="0">
                <a:pos x="connsiteX53971" y="connsiteY53971"/>
              </a:cxn>
              <a:cxn ang="0">
                <a:pos x="connsiteX53972" y="connsiteY53972"/>
              </a:cxn>
              <a:cxn ang="0">
                <a:pos x="connsiteX53973" y="connsiteY53973"/>
              </a:cxn>
              <a:cxn ang="0">
                <a:pos x="connsiteX53974" y="connsiteY53974"/>
              </a:cxn>
              <a:cxn ang="0">
                <a:pos x="connsiteX53975" y="connsiteY53975"/>
              </a:cxn>
              <a:cxn ang="0">
                <a:pos x="connsiteX53976" y="connsiteY53976"/>
              </a:cxn>
              <a:cxn ang="0">
                <a:pos x="connsiteX53977" y="connsiteY53977"/>
              </a:cxn>
              <a:cxn ang="0">
                <a:pos x="connsiteX53978" y="connsiteY53978"/>
              </a:cxn>
              <a:cxn ang="0">
                <a:pos x="connsiteX53979" y="connsiteY53979"/>
              </a:cxn>
              <a:cxn ang="0">
                <a:pos x="connsiteX53980" y="connsiteY53980"/>
              </a:cxn>
              <a:cxn ang="0">
                <a:pos x="connsiteX53981" y="connsiteY53981"/>
              </a:cxn>
              <a:cxn ang="0">
                <a:pos x="connsiteX53982" y="connsiteY53982"/>
              </a:cxn>
              <a:cxn ang="0">
                <a:pos x="connsiteX53983" y="connsiteY53983"/>
              </a:cxn>
              <a:cxn ang="0">
                <a:pos x="connsiteX53984" y="connsiteY53984"/>
              </a:cxn>
              <a:cxn ang="0">
                <a:pos x="connsiteX53985" y="connsiteY53985"/>
              </a:cxn>
              <a:cxn ang="0">
                <a:pos x="connsiteX53986" y="connsiteY53986"/>
              </a:cxn>
              <a:cxn ang="0">
                <a:pos x="connsiteX53987" y="connsiteY53987"/>
              </a:cxn>
              <a:cxn ang="0">
                <a:pos x="connsiteX53988" y="connsiteY53988"/>
              </a:cxn>
              <a:cxn ang="0">
                <a:pos x="connsiteX53989" y="connsiteY53989"/>
              </a:cxn>
              <a:cxn ang="0">
                <a:pos x="connsiteX53990" y="connsiteY53990"/>
              </a:cxn>
              <a:cxn ang="0">
                <a:pos x="connsiteX53991" y="connsiteY53991"/>
              </a:cxn>
              <a:cxn ang="0">
                <a:pos x="connsiteX53992" y="connsiteY53992"/>
              </a:cxn>
              <a:cxn ang="0">
                <a:pos x="connsiteX53993" y="connsiteY53993"/>
              </a:cxn>
              <a:cxn ang="0">
                <a:pos x="connsiteX53994" y="connsiteY53994"/>
              </a:cxn>
              <a:cxn ang="0">
                <a:pos x="connsiteX53995" y="connsiteY53995"/>
              </a:cxn>
              <a:cxn ang="0">
                <a:pos x="connsiteX53996" y="connsiteY53996"/>
              </a:cxn>
              <a:cxn ang="0">
                <a:pos x="connsiteX53997" y="connsiteY53997"/>
              </a:cxn>
              <a:cxn ang="0">
                <a:pos x="connsiteX53998" y="connsiteY53998"/>
              </a:cxn>
              <a:cxn ang="0">
                <a:pos x="connsiteX53999" y="connsiteY53999"/>
              </a:cxn>
              <a:cxn ang="0">
                <a:pos x="connsiteX54000" y="connsiteY54000"/>
              </a:cxn>
              <a:cxn ang="0">
                <a:pos x="connsiteX54001" y="connsiteY54001"/>
              </a:cxn>
              <a:cxn ang="0">
                <a:pos x="connsiteX54002" y="connsiteY54002"/>
              </a:cxn>
              <a:cxn ang="0">
                <a:pos x="connsiteX54003" y="connsiteY54003"/>
              </a:cxn>
              <a:cxn ang="0">
                <a:pos x="connsiteX54004" y="connsiteY54004"/>
              </a:cxn>
              <a:cxn ang="0">
                <a:pos x="connsiteX54005" y="connsiteY54005"/>
              </a:cxn>
              <a:cxn ang="0">
                <a:pos x="connsiteX54006" y="connsiteY54006"/>
              </a:cxn>
              <a:cxn ang="0">
                <a:pos x="connsiteX54007" y="connsiteY54007"/>
              </a:cxn>
              <a:cxn ang="0">
                <a:pos x="connsiteX54008" y="connsiteY54008"/>
              </a:cxn>
              <a:cxn ang="0">
                <a:pos x="connsiteX54009" y="connsiteY54009"/>
              </a:cxn>
              <a:cxn ang="0">
                <a:pos x="connsiteX54010" y="connsiteY54010"/>
              </a:cxn>
              <a:cxn ang="0">
                <a:pos x="connsiteX54011" y="connsiteY54011"/>
              </a:cxn>
              <a:cxn ang="0">
                <a:pos x="connsiteX54012" y="connsiteY54012"/>
              </a:cxn>
              <a:cxn ang="0">
                <a:pos x="connsiteX54013" y="connsiteY54013"/>
              </a:cxn>
              <a:cxn ang="0">
                <a:pos x="connsiteX54014" y="connsiteY54014"/>
              </a:cxn>
              <a:cxn ang="0">
                <a:pos x="connsiteX54015" y="connsiteY54015"/>
              </a:cxn>
              <a:cxn ang="0">
                <a:pos x="connsiteX54016" y="connsiteY54016"/>
              </a:cxn>
              <a:cxn ang="0">
                <a:pos x="connsiteX54017" y="connsiteY54017"/>
              </a:cxn>
              <a:cxn ang="0">
                <a:pos x="connsiteX54018" y="connsiteY54018"/>
              </a:cxn>
              <a:cxn ang="0">
                <a:pos x="connsiteX54019" y="connsiteY54019"/>
              </a:cxn>
              <a:cxn ang="0">
                <a:pos x="connsiteX54020" y="connsiteY54020"/>
              </a:cxn>
              <a:cxn ang="0">
                <a:pos x="connsiteX54021" y="connsiteY54021"/>
              </a:cxn>
              <a:cxn ang="0">
                <a:pos x="connsiteX54022" y="connsiteY54022"/>
              </a:cxn>
              <a:cxn ang="0">
                <a:pos x="connsiteX54023" y="connsiteY54023"/>
              </a:cxn>
              <a:cxn ang="0">
                <a:pos x="connsiteX54024" y="connsiteY54024"/>
              </a:cxn>
              <a:cxn ang="0">
                <a:pos x="connsiteX54025" y="connsiteY54025"/>
              </a:cxn>
              <a:cxn ang="0">
                <a:pos x="connsiteX54026" y="connsiteY54026"/>
              </a:cxn>
              <a:cxn ang="0">
                <a:pos x="connsiteX54027" y="connsiteY54027"/>
              </a:cxn>
              <a:cxn ang="0">
                <a:pos x="connsiteX54028" y="connsiteY54028"/>
              </a:cxn>
              <a:cxn ang="0">
                <a:pos x="connsiteX54029" y="connsiteY54029"/>
              </a:cxn>
              <a:cxn ang="0">
                <a:pos x="connsiteX54030" y="connsiteY54030"/>
              </a:cxn>
              <a:cxn ang="0">
                <a:pos x="connsiteX54031" y="connsiteY54031"/>
              </a:cxn>
              <a:cxn ang="0">
                <a:pos x="connsiteX54032" y="connsiteY54032"/>
              </a:cxn>
              <a:cxn ang="0">
                <a:pos x="connsiteX54033" y="connsiteY54033"/>
              </a:cxn>
              <a:cxn ang="0">
                <a:pos x="connsiteX54034" y="connsiteY54034"/>
              </a:cxn>
              <a:cxn ang="0">
                <a:pos x="connsiteX54035" y="connsiteY54035"/>
              </a:cxn>
              <a:cxn ang="0">
                <a:pos x="connsiteX54036" y="connsiteY54036"/>
              </a:cxn>
              <a:cxn ang="0">
                <a:pos x="connsiteX54037" y="connsiteY54037"/>
              </a:cxn>
              <a:cxn ang="0">
                <a:pos x="connsiteX54038" y="connsiteY54038"/>
              </a:cxn>
              <a:cxn ang="0">
                <a:pos x="connsiteX54039" y="connsiteY54039"/>
              </a:cxn>
              <a:cxn ang="0">
                <a:pos x="connsiteX54040" y="connsiteY54040"/>
              </a:cxn>
              <a:cxn ang="0">
                <a:pos x="connsiteX54041" y="connsiteY54041"/>
              </a:cxn>
              <a:cxn ang="0">
                <a:pos x="connsiteX54042" y="connsiteY54042"/>
              </a:cxn>
              <a:cxn ang="0">
                <a:pos x="connsiteX54043" y="connsiteY54043"/>
              </a:cxn>
              <a:cxn ang="0">
                <a:pos x="connsiteX54044" y="connsiteY54044"/>
              </a:cxn>
              <a:cxn ang="0">
                <a:pos x="connsiteX54045" y="connsiteY54045"/>
              </a:cxn>
              <a:cxn ang="0">
                <a:pos x="connsiteX54046" y="connsiteY54046"/>
              </a:cxn>
              <a:cxn ang="0">
                <a:pos x="connsiteX54047" y="connsiteY54047"/>
              </a:cxn>
              <a:cxn ang="0">
                <a:pos x="connsiteX54048" y="connsiteY54048"/>
              </a:cxn>
              <a:cxn ang="0">
                <a:pos x="connsiteX54049" y="connsiteY54049"/>
              </a:cxn>
              <a:cxn ang="0">
                <a:pos x="connsiteX54050" y="connsiteY54050"/>
              </a:cxn>
              <a:cxn ang="0">
                <a:pos x="connsiteX54051" y="connsiteY54051"/>
              </a:cxn>
              <a:cxn ang="0">
                <a:pos x="connsiteX54052" y="connsiteY54052"/>
              </a:cxn>
              <a:cxn ang="0">
                <a:pos x="connsiteX54053" y="connsiteY54053"/>
              </a:cxn>
              <a:cxn ang="0">
                <a:pos x="connsiteX54054" y="connsiteY54054"/>
              </a:cxn>
              <a:cxn ang="0">
                <a:pos x="connsiteX54055" y="connsiteY54055"/>
              </a:cxn>
              <a:cxn ang="0">
                <a:pos x="connsiteX54056" y="connsiteY54056"/>
              </a:cxn>
              <a:cxn ang="0">
                <a:pos x="connsiteX54057" y="connsiteY54057"/>
              </a:cxn>
              <a:cxn ang="0">
                <a:pos x="connsiteX54058" y="connsiteY54058"/>
              </a:cxn>
              <a:cxn ang="0">
                <a:pos x="connsiteX54059" y="connsiteY54059"/>
              </a:cxn>
              <a:cxn ang="0">
                <a:pos x="connsiteX54060" y="connsiteY54060"/>
              </a:cxn>
              <a:cxn ang="0">
                <a:pos x="connsiteX54061" y="connsiteY54061"/>
              </a:cxn>
              <a:cxn ang="0">
                <a:pos x="connsiteX54062" y="connsiteY54062"/>
              </a:cxn>
              <a:cxn ang="0">
                <a:pos x="connsiteX54063" y="connsiteY54063"/>
              </a:cxn>
              <a:cxn ang="0">
                <a:pos x="connsiteX54064" y="connsiteY54064"/>
              </a:cxn>
              <a:cxn ang="0">
                <a:pos x="connsiteX54065" y="connsiteY54065"/>
              </a:cxn>
              <a:cxn ang="0">
                <a:pos x="connsiteX54066" y="connsiteY54066"/>
              </a:cxn>
              <a:cxn ang="0">
                <a:pos x="connsiteX54067" y="connsiteY54067"/>
              </a:cxn>
              <a:cxn ang="0">
                <a:pos x="connsiteX54068" y="connsiteY54068"/>
              </a:cxn>
              <a:cxn ang="0">
                <a:pos x="connsiteX54069" y="connsiteY54069"/>
              </a:cxn>
              <a:cxn ang="0">
                <a:pos x="connsiteX54070" y="connsiteY54070"/>
              </a:cxn>
              <a:cxn ang="0">
                <a:pos x="connsiteX54071" y="connsiteY54071"/>
              </a:cxn>
              <a:cxn ang="0">
                <a:pos x="connsiteX54072" y="connsiteY54072"/>
              </a:cxn>
              <a:cxn ang="0">
                <a:pos x="connsiteX54073" y="connsiteY54073"/>
              </a:cxn>
              <a:cxn ang="0">
                <a:pos x="connsiteX54074" y="connsiteY54074"/>
              </a:cxn>
              <a:cxn ang="0">
                <a:pos x="connsiteX54075" y="connsiteY54075"/>
              </a:cxn>
              <a:cxn ang="0">
                <a:pos x="connsiteX54076" y="connsiteY54076"/>
              </a:cxn>
              <a:cxn ang="0">
                <a:pos x="connsiteX54077" y="connsiteY54077"/>
              </a:cxn>
              <a:cxn ang="0">
                <a:pos x="connsiteX54078" y="connsiteY54078"/>
              </a:cxn>
              <a:cxn ang="0">
                <a:pos x="connsiteX54079" y="connsiteY54079"/>
              </a:cxn>
              <a:cxn ang="0">
                <a:pos x="connsiteX54080" y="connsiteY54080"/>
              </a:cxn>
              <a:cxn ang="0">
                <a:pos x="connsiteX54081" y="connsiteY54081"/>
              </a:cxn>
              <a:cxn ang="0">
                <a:pos x="connsiteX54082" y="connsiteY54082"/>
              </a:cxn>
              <a:cxn ang="0">
                <a:pos x="connsiteX54083" y="connsiteY54083"/>
              </a:cxn>
              <a:cxn ang="0">
                <a:pos x="connsiteX54084" y="connsiteY54084"/>
              </a:cxn>
              <a:cxn ang="0">
                <a:pos x="connsiteX54085" y="connsiteY54085"/>
              </a:cxn>
              <a:cxn ang="0">
                <a:pos x="connsiteX54086" y="connsiteY54086"/>
              </a:cxn>
              <a:cxn ang="0">
                <a:pos x="connsiteX54087" y="connsiteY54087"/>
              </a:cxn>
              <a:cxn ang="0">
                <a:pos x="connsiteX54088" y="connsiteY54088"/>
              </a:cxn>
              <a:cxn ang="0">
                <a:pos x="connsiteX54089" y="connsiteY54089"/>
              </a:cxn>
              <a:cxn ang="0">
                <a:pos x="connsiteX54090" y="connsiteY54090"/>
              </a:cxn>
              <a:cxn ang="0">
                <a:pos x="connsiteX54091" y="connsiteY54091"/>
              </a:cxn>
              <a:cxn ang="0">
                <a:pos x="connsiteX54092" y="connsiteY54092"/>
              </a:cxn>
              <a:cxn ang="0">
                <a:pos x="connsiteX54093" y="connsiteY54093"/>
              </a:cxn>
              <a:cxn ang="0">
                <a:pos x="connsiteX54094" y="connsiteY54094"/>
              </a:cxn>
              <a:cxn ang="0">
                <a:pos x="connsiteX54095" y="connsiteY54095"/>
              </a:cxn>
              <a:cxn ang="0">
                <a:pos x="connsiteX54096" y="connsiteY54096"/>
              </a:cxn>
              <a:cxn ang="0">
                <a:pos x="connsiteX54097" y="connsiteY54097"/>
              </a:cxn>
              <a:cxn ang="0">
                <a:pos x="connsiteX54098" y="connsiteY54098"/>
              </a:cxn>
              <a:cxn ang="0">
                <a:pos x="connsiteX54099" y="connsiteY54099"/>
              </a:cxn>
              <a:cxn ang="0">
                <a:pos x="connsiteX54100" y="connsiteY54100"/>
              </a:cxn>
              <a:cxn ang="0">
                <a:pos x="connsiteX54101" y="connsiteY54101"/>
              </a:cxn>
              <a:cxn ang="0">
                <a:pos x="connsiteX54102" y="connsiteY54102"/>
              </a:cxn>
              <a:cxn ang="0">
                <a:pos x="connsiteX54103" y="connsiteY54103"/>
              </a:cxn>
              <a:cxn ang="0">
                <a:pos x="connsiteX54104" y="connsiteY54104"/>
              </a:cxn>
              <a:cxn ang="0">
                <a:pos x="connsiteX54105" y="connsiteY54105"/>
              </a:cxn>
              <a:cxn ang="0">
                <a:pos x="connsiteX54106" y="connsiteY54106"/>
              </a:cxn>
              <a:cxn ang="0">
                <a:pos x="connsiteX54107" y="connsiteY54107"/>
              </a:cxn>
              <a:cxn ang="0">
                <a:pos x="connsiteX54108" y="connsiteY54108"/>
              </a:cxn>
              <a:cxn ang="0">
                <a:pos x="connsiteX54109" y="connsiteY54109"/>
              </a:cxn>
              <a:cxn ang="0">
                <a:pos x="connsiteX54110" y="connsiteY54110"/>
              </a:cxn>
              <a:cxn ang="0">
                <a:pos x="connsiteX54111" y="connsiteY54111"/>
              </a:cxn>
              <a:cxn ang="0">
                <a:pos x="connsiteX54112" y="connsiteY54112"/>
              </a:cxn>
              <a:cxn ang="0">
                <a:pos x="connsiteX54113" y="connsiteY54113"/>
              </a:cxn>
              <a:cxn ang="0">
                <a:pos x="connsiteX54114" y="connsiteY54114"/>
              </a:cxn>
              <a:cxn ang="0">
                <a:pos x="connsiteX54115" y="connsiteY54115"/>
              </a:cxn>
              <a:cxn ang="0">
                <a:pos x="connsiteX54116" y="connsiteY54116"/>
              </a:cxn>
              <a:cxn ang="0">
                <a:pos x="connsiteX54117" y="connsiteY54117"/>
              </a:cxn>
              <a:cxn ang="0">
                <a:pos x="connsiteX54118" y="connsiteY54118"/>
              </a:cxn>
              <a:cxn ang="0">
                <a:pos x="connsiteX54119" y="connsiteY54119"/>
              </a:cxn>
              <a:cxn ang="0">
                <a:pos x="connsiteX54120" y="connsiteY54120"/>
              </a:cxn>
              <a:cxn ang="0">
                <a:pos x="connsiteX54121" y="connsiteY54121"/>
              </a:cxn>
              <a:cxn ang="0">
                <a:pos x="connsiteX54122" y="connsiteY54122"/>
              </a:cxn>
              <a:cxn ang="0">
                <a:pos x="connsiteX54123" y="connsiteY54123"/>
              </a:cxn>
              <a:cxn ang="0">
                <a:pos x="connsiteX54124" y="connsiteY54124"/>
              </a:cxn>
              <a:cxn ang="0">
                <a:pos x="connsiteX54125" y="connsiteY54125"/>
              </a:cxn>
              <a:cxn ang="0">
                <a:pos x="connsiteX54126" y="connsiteY54126"/>
              </a:cxn>
              <a:cxn ang="0">
                <a:pos x="connsiteX54127" y="connsiteY54127"/>
              </a:cxn>
              <a:cxn ang="0">
                <a:pos x="connsiteX54128" y="connsiteY54128"/>
              </a:cxn>
              <a:cxn ang="0">
                <a:pos x="connsiteX54129" y="connsiteY54129"/>
              </a:cxn>
              <a:cxn ang="0">
                <a:pos x="connsiteX54130" y="connsiteY54130"/>
              </a:cxn>
              <a:cxn ang="0">
                <a:pos x="connsiteX54131" y="connsiteY54131"/>
              </a:cxn>
              <a:cxn ang="0">
                <a:pos x="connsiteX54132" y="connsiteY54132"/>
              </a:cxn>
              <a:cxn ang="0">
                <a:pos x="connsiteX54133" y="connsiteY54133"/>
              </a:cxn>
              <a:cxn ang="0">
                <a:pos x="connsiteX54134" y="connsiteY54134"/>
              </a:cxn>
              <a:cxn ang="0">
                <a:pos x="connsiteX54135" y="connsiteY54135"/>
              </a:cxn>
              <a:cxn ang="0">
                <a:pos x="connsiteX54136" y="connsiteY54136"/>
              </a:cxn>
              <a:cxn ang="0">
                <a:pos x="connsiteX54137" y="connsiteY54137"/>
              </a:cxn>
              <a:cxn ang="0">
                <a:pos x="connsiteX54138" y="connsiteY54138"/>
              </a:cxn>
              <a:cxn ang="0">
                <a:pos x="connsiteX54139" y="connsiteY54139"/>
              </a:cxn>
              <a:cxn ang="0">
                <a:pos x="connsiteX54140" y="connsiteY54140"/>
              </a:cxn>
              <a:cxn ang="0">
                <a:pos x="connsiteX54141" y="connsiteY54141"/>
              </a:cxn>
              <a:cxn ang="0">
                <a:pos x="connsiteX54142" y="connsiteY54142"/>
              </a:cxn>
              <a:cxn ang="0">
                <a:pos x="connsiteX54143" y="connsiteY54143"/>
              </a:cxn>
              <a:cxn ang="0">
                <a:pos x="connsiteX54144" y="connsiteY54144"/>
              </a:cxn>
              <a:cxn ang="0">
                <a:pos x="connsiteX54145" y="connsiteY54145"/>
              </a:cxn>
              <a:cxn ang="0">
                <a:pos x="connsiteX54146" y="connsiteY54146"/>
              </a:cxn>
              <a:cxn ang="0">
                <a:pos x="connsiteX54147" y="connsiteY54147"/>
              </a:cxn>
              <a:cxn ang="0">
                <a:pos x="connsiteX54148" y="connsiteY54148"/>
              </a:cxn>
              <a:cxn ang="0">
                <a:pos x="connsiteX54149" y="connsiteY54149"/>
              </a:cxn>
              <a:cxn ang="0">
                <a:pos x="connsiteX54150" y="connsiteY54150"/>
              </a:cxn>
              <a:cxn ang="0">
                <a:pos x="connsiteX54151" y="connsiteY54151"/>
              </a:cxn>
              <a:cxn ang="0">
                <a:pos x="connsiteX54152" y="connsiteY54152"/>
              </a:cxn>
              <a:cxn ang="0">
                <a:pos x="connsiteX54153" y="connsiteY54153"/>
              </a:cxn>
              <a:cxn ang="0">
                <a:pos x="connsiteX54154" y="connsiteY54154"/>
              </a:cxn>
              <a:cxn ang="0">
                <a:pos x="connsiteX54155" y="connsiteY54155"/>
              </a:cxn>
              <a:cxn ang="0">
                <a:pos x="connsiteX54156" y="connsiteY54156"/>
              </a:cxn>
              <a:cxn ang="0">
                <a:pos x="connsiteX54157" y="connsiteY54157"/>
              </a:cxn>
              <a:cxn ang="0">
                <a:pos x="connsiteX54158" y="connsiteY54158"/>
              </a:cxn>
              <a:cxn ang="0">
                <a:pos x="connsiteX54159" y="connsiteY54159"/>
              </a:cxn>
              <a:cxn ang="0">
                <a:pos x="connsiteX54160" y="connsiteY54160"/>
              </a:cxn>
              <a:cxn ang="0">
                <a:pos x="connsiteX54161" y="connsiteY54161"/>
              </a:cxn>
              <a:cxn ang="0">
                <a:pos x="connsiteX54162" y="connsiteY54162"/>
              </a:cxn>
              <a:cxn ang="0">
                <a:pos x="connsiteX54163" y="connsiteY54163"/>
              </a:cxn>
              <a:cxn ang="0">
                <a:pos x="connsiteX54164" y="connsiteY54164"/>
              </a:cxn>
              <a:cxn ang="0">
                <a:pos x="connsiteX54165" y="connsiteY54165"/>
              </a:cxn>
              <a:cxn ang="0">
                <a:pos x="connsiteX54166" y="connsiteY54166"/>
              </a:cxn>
              <a:cxn ang="0">
                <a:pos x="connsiteX54167" y="connsiteY54167"/>
              </a:cxn>
              <a:cxn ang="0">
                <a:pos x="connsiteX54168" y="connsiteY54168"/>
              </a:cxn>
              <a:cxn ang="0">
                <a:pos x="connsiteX54169" y="connsiteY54169"/>
              </a:cxn>
              <a:cxn ang="0">
                <a:pos x="connsiteX54170" y="connsiteY54170"/>
              </a:cxn>
              <a:cxn ang="0">
                <a:pos x="connsiteX54171" y="connsiteY54171"/>
              </a:cxn>
              <a:cxn ang="0">
                <a:pos x="connsiteX54172" y="connsiteY54172"/>
              </a:cxn>
              <a:cxn ang="0">
                <a:pos x="connsiteX54173" y="connsiteY54173"/>
              </a:cxn>
              <a:cxn ang="0">
                <a:pos x="connsiteX54174" y="connsiteY54174"/>
              </a:cxn>
              <a:cxn ang="0">
                <a:pos x="connsiteX54175" y="connsiteY54175"/>
              </a:cxn>
              <a:cxn ang="0">
                <a:pos x="connsiteX54176" y="connsiteY54176"/>
              </a:cxn>
              <a:cxn ang="0">
                <a:pos x="connsiteX54177" y="connsiteY54177"/>
              </a:cxn>
              <a:cxn ang="0">
                <a:pos x="connsiteX54178" y="connsiteY54178"/>
              </a:cxn>
              <a:cxn ang="0">
                <a:pos x="connsiteX54179" y="connsiteY54179"/>
              </a:cxn>
              <a:cxn ang="0">
                <a:pos x="connsiteX54180" y="connsiteY54180"/>
              </a:cxn>
              <a:cxn ang="0">
                <a:pos x="connsiteX54181" y="connsiteY54181"/>
              </a:cxn>
              <a:cxn ang="0">
                <a:pos x="connsiteX54182" y="connsiteY54182"/>
              </a:cxn>
              <a:cxn ang="0">
                <a:pos x="connsiteX54183" y="connsiteY54183"/>
              </a:cxn>
              <a:cxn ang="0">
                <a:pos x="connsiteX54184" y="connsiteY54184"/>
              </a:cxn>
              <a:cxn ang="0">
                <a:pos x="connsiteX54185" y="connsiteY54185"/>
              </a:cxn>
              <a:cxn ang="0">
                <a:pos x="connsiteX54186" y="connsiteY54186"/>
              </a:cxn>
              <a:cxn ang="0">
                <a:pos x="connsiteX54187" y="connsiteY54187"/>
              </a:cxn>
              <a:cxn ang="0">
                <a:pos x="connsiteX54188" y="connsiteY54188"/>
              </a:cxn>
              <a:cxn ang="0">
                <a:pos x="connsiteX54189" y="connsiteY54189"/>
              </a:cxn>
              <a:cxn ang="0">
                <a:pos x="connsiteX54190" y="connsiteY54190"/>
              </a:cxn>
              <a:cxn ang="0">
                <a:pos x="connsiteX54191" y="connsiteY54191"/>
              </a:cxn>
              <a:cxn ang="0">
                <a:pos x="connsiteX54192" y="connsiteY54192"/>
              </a:cxn>
              <a:cxn ang="0">
                <a:pos x="connsiteX54193" y="connsiteY54193"/>
              </a:cxn>
              <a:cxn ang="0">
                <a:pos x="connsiteX54194" y="connsiteY54194"/>
              </a:cxn>
              <a:cxn ang="0">
                <a:pos x="connsiteX54195" y="connsiteY54195"/>
              </a:cxn>
              <a:cxn ang="0">
                <a:pos x="connsiteX54196" y="connsiteY54196"/>
              </a:cxn>
              <a:cxn ang="0">
                <a:pos x="connsiteX54197" y="connsiteY54197"/>
              </a:cxn>
              <a:cxn ang="0">
                <a:pos x="connsiteX54198" y="connsiteY54198"/>
              </a:cxn>
              <a:cxn ang="0">
                <a:pos x="connsiteX54199" y="connsiteY54199"/>
              </a:cxn>
              <a:cxn ang="0">
                <a:pos x="connsiteX54200" y="connsiteY54200"/>
              </a:cxn>
              <a:cxn ang="0">
                <a:pos x="connsiteX54201" y="connsiteY54201"/>
              </a:cxn>
              <a:cxn ang="0">
                <a:pos x="connsiteX54202" y="connsiteY54202"/>
              </a:cxn>
              <a:cxn ang="0">
                <a:pos x="connsiteX54203" y="connsiteY54203"/>
              </a:cxn>
              <a:cxn ang="0">
                <a:pos x="connsiteX54204" y="connsiteY54204"/>
              </a:cxn>
              <a:cxn ang="0">
                <a:pos x="connsiteX54205" y="connsiteY54205"/>
              </a:cxn>
              <a:cxn ang="0">
                <a:pos x="connsiteX54206" y="connsiteY54206"/>
              </a:cxn>
              <a:cxn ang="0">
                <a:pos x="connsiteX54207" y="connsiteY54207"/>
              </a:cxn>
              <a:cxn ang="0">
                <a:pos x="connsiteX54208" y="connsiteY54208"/>
              </a:cxn>
              <a:cxn ang="0">
                <a:pos x="connsiteX54209" y="connsiteY54209"/>
              </a:cxn>
              <a:cxn ang="0">
                <a:pos x="connsiteX54210" y="connsiteY54210"/>
              </a:cxn>
              <a:cxn ang="0">
                <a:pos x="connsiteX54211" y="connsiteY54211"/>
              </a:cxn>
              <a:cxn ang="0">
                <a:pos x="connsiteX54212" y="connsiteY54212"/>
              </a:cxn>
              <a:cxn ang="0">
                <a:pos x="connsiteX54213" y="connsiteY54213"/>
              </a:cxn>
              <a:cxn ang="0">
                <a:pos x="connsiteX54214" y="connsiteY54214"/>
              </a:cxn>
              <a:cxn ang="0">
                <a:pos x="connsiteX54215" y="connsiteY54215"/>
              </a:cxn>
              <a:cxn ang="0">
                <a:pos x="connsiteX54216" y="connsiteY54216"/>
              </a:cxn>
              <a:cxn ang="0">
                <a:pos x="connsiteX54217" y="connsiteY54217"/>
              </a:cxn>
              <a:cxn ang="0">
                <a:pos x="connsiteX54218" y="connsiteY54218"/>
              </a:cxn>
              <a:cxn ang="0">
                <a:pos x="connsiteX54219" y="connsiteY54219"/>
              </a:cxn>
              <a:cxn ang="0">
                <a:pos x="connsiteX54220" y="connsiteY54220"/>
              </a:cxn>
              <a:cxn ang="0">
                <a:pos x="connsiteX54221" y="connsiteY54221"/>
              </a:cxn>
              <a:cxn ang="0">
                <a:pos x="connsiteX54222" y="connsiteY54222"/>
              </a:cxn>
              <a:cxn ang="0">
                <a:pos x="connsiteX54223" y="connsiteY54223"/>
              </a:cxn>
              <a:cxn ang="0">
                <a:pos x="connsiteX54224" y="connsiteY54224"/>
              </a:cxn>
              <a:cxn ang="0">
                <a:pos x="connsiteX54225" y="connsiteY54225"/>
              </a:cxn>
              <a:cxn ang="0">
                <a:pos x="connsiteX54226" y="connsiteY54226"/>
              </a:cxn>
              <a:cxn ang="0">
                <a:pos x="connsiteX54227" y="connsiteY54227"/>
              </a:cxn>
              <a:cxn ang="0">
                <a:pos x="connsiteX54228" y="connsiteY54228"/>
              </a:cxn>
              <a:cxn ang="0">
                <a:pos x="connsiteX54229" y="connsiteY54229"/>
              </a:cxn>
              <a:cxn ang="0">
                <a:pos x="connsiteX54230" y="connsiteY54230"/>
              </a:cxn>
              <a:cxn ang="0">
                <a:pos x="connsiteX54231" y="connsiteY54231"/>
              </a:cxn>
              <a:cxn ang="0">
                <a:pos x="connsiteX54232" y="connsiteY54232"/>
              </a:cxn>
              <a:cxn ang="0">
                <a:pos x="connsiteX54233" y="connsiteY54233"/>
              </a:cxn>
              <a:cxn ang="0">
                <a:pos x="connsiteX54234" y="connsiteY54234"/>
              </a:cxn>
              <a:cxn ang="0">
                <a:pos x="connsiteX54235" y="connsiteY54235"/>
              </a:cxn>
              <a:cxn ang="0">
                <a:pos x="connsiteX54236" y="connsiteY54236"/>
              </a:cxn>
              <a:cxn ang="0">
                <a:pos x="connsiteX54237" y="connsiteY54237"/>
              </a:cxn>
              <a:cxn ang="0">
                <a:pos x="connsiteX54238" y="connsiteY54238"/>
              </a:cxn>
              <a:cxn ang="0">
                <a:pos x="connsiteX54239" y="connsiteY54239"/>
              </a:cxn>
              <a:cxn ang="0">
                <a:pos x="connsiteX54240" y="connsiteY54240"/>
              </a:cxn>
              <a:cxn ang="0">
                <a:pos x="connsiteX54241" y="connsiteY54241"/>
              </a:cxn>
              <a:cxn ang="0">
                <a:pos x="connsiteX54242" y="connsiteY54242"/>
              </a:cxn>
              <a:cxn ang="0">
                <a:pos x="connsiteX54243" y="connsiteY54243"/>
              </a:cxn>
              <a:cxn ang="0">
                <a:pos x="connsiteX54244" y="connsiteY54244"/>
              </a:cxn>
              <a:cxn ang="0">
                <a:pos x="connsiteX54245" y="connsiteY54245"/>
              </a:cxn>
              <a:cxn ang="0">
                <a:pos x="connsiteX54246" y="connsiteY54246"/>
              </a:cxn>
              <a:cxn ang="0">
                <a:pos x="connsiteX54247" y="connsiteY54247"/>
              </a:cxn>
              <a:cxn ang="0">
                <a:pos x="connsiteX54248" y="connsiteY54248"/>
              </a:cxn>
              <a:cxn ang="0">
                <a:pos x="connsiteX54249" y="connsiteY54249"/>
              </a:cxn>
              <a:cxn ang="0">
                <a:pos x="connsiteX54250" y="connsiteY54250"/>
              </a:cxn>
              <a:cxn ang="0">
                <a:pos x="connsiteX54251" y="connsiteY54251"/>
              </a:cxn>
              <a:cxn ang="0">
                <a:pos x="connsiteX54252" y="connsiteY54252"/>
              </a:cxn>
              <a:cxn ang="0">
                <a:pos x="connsiteX54253" y="connsiteY54253"/>
              </a:cxn>
              <a:cxn ang="0">
                <a:pos x="connsiteX54254" y="connsiteY54254"/>
              </a:cxn>
              <a:cxn ang="0">
                <a:pos x="connsiteX54255" y="connsiteY54255"/>
              </a:cxn>
              <a:cxn ang="0">
                <a:pos x="connsiteX54256" y="connsiteY54256"/>
              </a:cxn>
              <a:cxn ang="0">
                <a:pos x="connsiteX54257" y="connsiteY54257"/>
              </a:cxn>
              <a:cxn ang="0">
                <a:pos x="connsiteX54258" y="connsiteY54258"/>
              </a:cxn>
              <a:cxn ang="0">
                <a:pos x="connsiteX54259" y="connsiteY54259"/>
              </a:cxn>
              <a:cxn ang="0">
                <a:pos x="connsiteX54260" y="connsiteY54260"/>
              </a:cxn>
              <a:cxn ang="0">
                <a:pos x="connsiteX54261" y="connsiteY54261"/>
              </a:cxn>
              <a:cxn ang="0">
                <a:pos x="connsiteX54262" y="connsiteY54262"/>
              </a:cxn>
              <a:cxn ang="0">
                <a:pos x="connsiteX54263" y="connsiteY54263"/>
              </a:cxn>
              <a:cxn ang="0">
                <a:pos x="connsiteX54264" y="connsiteY54264"/>
              </a:cxn>
              <a:cxn ang="0">
                <a:pos x="connsiteX54265" y="connsiteY54265"/>
              </a:cxn>
              <a:cxn ang="0">
                <a:pos x="connsiteX54266" y="connsiteY54266"/>
              </a:cxn>
              <a:cxn ang="0">
                <a:pos x="connsiteX54267" y="connsiteY54267"/>
              </a:cxn>
              <a:cxn ang="0">
                <a:pos x="connsiteX54268" y="connsiteY54268"/>
              </a:cxn>
              <a:cxn ang="0">
                <a:pos x="connsiteX54269" y="connsiteY54269"/>
              </a:cxn>
              <a:cxn ang="0">
                <a:pos x="connsiteX54270" y="connsiteY54270"/>
              </a:cxn>
              <a:cxn ang="0">
                <a:pos x="connsiteX54271" y="connsiteY54271"/>
              </a:cxn>
              <a:cxn ang="0">
                <a:pos x="connsiteX54272" y="connsiteY54272"/>
              </a:cxn>
              <a:cxn ang="0">
                <a:pos x="connsiteX54273" y="connsiteY54273"/>
              </a:cxn>
              <a:cxn ang="0">
                <a:pos x="connsiteX54274" y="connsiteY54274"/>
              </a:cxn>
              <a:cxn ang="0">
                <a:pos x="connsiteX54275" y="connsiteY54275"/>
              </a:cxn>
              <a:cxn ang="0">
                <a:pos x="connsiteX54276" y="connsiteY54276"/>
              </a:cxn>
              <a:cxn ang="0">
                <a:pos x="connsiteX54277" y="connsiteY54277"/>
              </a:cxn>
              <a:cxn ang="0">
                <a:pos x="connsiteX54278" y="connsiteY54278"/>
              </a:cxn>
              <a:cxn ang="0">
                <a:pos x="connsiteX54279" y="connsiteY54279"/>
              </a:cxn>
              <a:cxn ang="0">
                <a:pos x="connsiteX54280" y="connsiteY54280"/>
              </a:cxn>
              <a:cxn ang="0">
                <a:pos x="connsiteX54281" y="connsiteY54281"/>
              </a:cxn>
              <a:cxn ang="0">
                <a:pos x="connsiteX54282" y="connsiteY54282"/>
              </a:cxn>
              <a:cxn ang="0">
                <a:pos x="connsiteX54283" y="connsiteY54283"/>
              </a:cxn>
              <a:cxn ang="0">
                <a:pos x="connsiteX54284" y="connsiteY54284"/>
              </a:cxn>
              <a:cxn ang="0">
                <a:pos x="connsiteX54285" y="connsiteY54285"/>
              </a:cxn>
              <a:cxn ang="0">
                <a:pos x="connsiteX54286" y="connsiteY54286"/>
              </a:cxn>
              <a:cxn ang="0">
                <a:pos x="connsiteX54287" y="connsiteY54287"/>
              </a:cxn>
              <a:cxn ang="0">
                <a:pos x="connsiteX54288" y="connsiteY54288"/>
              </a:cxn>
              <a:cxn ang="0">
                <a:pos x="connsiteX54289" y="connsiteY54289"/>
              </a:cxn>
              <a:cxn ang="0">
                <a:pos x="connsiteX54290" y="connsiteY54290"/>
              </a:cxn>
              <a:cxn ang="0">
                <a:pos x="connsiteX54291" y="connsiteY54291"/>
              </a:cxn>
              <a:cxn ang="0">
                <a:pos x="connsiteX54292" y="connsiteY54292"/>
              </a:cxn>
              <a:cxn ang="0">
                <a:pos x="connsiteX54293" y="connsiteY54293"/>
              </a:cxn>
              <a:cxn ang="0">
                <a:pos x="connsiteX54294" y="connsiteY54294"/>
              </a:cxn>
              <a:cxn ang="0">
                <a:pos x="connsiteX54295" y="connsiteY54295"/>
              </a:cxn>
              <a:cxn ang="0">
                <a:pos x="connsiteX54296" y="connsiteY54296"/>
              </a:cxn>
              <a:cxn ang="0">
                <a:pos x="connsiteX54297" y="connsiteY54297"/>
              </a:cxn>
              <a:cxn ang="0">
                <a:pos x="connsiteX54298" y="connsiteY54298"/>
              </a:cxn>
              <a:cxn ang="0">
                <a:pos x="connsiteX54299" y="connsiteY54299"/>
              </a:cxn>
              <a:cxn ang="0">
                <a:pos x="connsiteX54300" y="connsiteY54300"/>
              </a:cxn>
              <a:cxn ang="0">
                <a:pos x="connsiteX54301" y="connsiteY54301"/>
              </a:cxn>
              <a:cxn ang="0">
                <a:pos x="connsiteX54302" y="connsiteY54302"/>
              </a:cxn>
              <a:cxn ang="0">
                <a:pos x="connsiteX54303" y="connsiteY54303"/>
              </a:cxn>
              <a:cxn ang="0">
                <a:pos x="connsiteX54304" y="connsiteY54304"/>
              </a:cxn>
              <a:cxn ang="0">
                <a:pos x="connsiteX54305" y="connsiteY54305"/>
              </a:cxn>
              <a:cxn ang="0">
                <a:pos x="connsiteX54306" y="connsiteY54306"/>
              </a:cxn>
              <a:cxn ang="0">
                <a:pos x="connsiteX54307" y="connsiteY54307"/>
              </a:cxn>
              <a:cxn ang="0">
                <a:pos x="connsiteX54308" y="connsiteY54308"/>
              </a:cxn>
              <a:cxn ang="0">
                <a:pos x="connsiteX54309" y="connsiteY54309"/>
              </a:cxn>
              <a:cxn ang="0">
                <a:pos x="connsiteX54310" y="connsiteY54310"/>
              </a:cxn>
              <a:cxn ang="0">
                <a:pos x="connsiteX54311" y="connsiteY54311"/>
              </a:cxn>
              <a:cxn ang="0">
                <a:pos x="connsiteX54312" y="connsiteY54312"/>
              </a:cxn>
              <a:cxn ang="0">
                <a:pos x="connsiteX54313" y="connsiteY54313"/>
              </a:cxn>
              <a:cxn ang="0">
                <a:pos x="connsiteX54314" y="connsiteY54314"/>
              </a:cxn>
              <a:cxn ang="0">
                <a:pos x="connsiteX54315" y="connsiteY54315"/>
              </a:cxn>
              <a:cxn ang="0">
                <a:pos x="connsiteX54316" y="connsiteY54316"/>
              </a:cxn>
              <a:cxn ang="0">
                <a:pos x="connsiteX54317" y="connsiteY54317"/>
              </a:cxn>
              <a:cxn ang="0">
                <a:pos x="connsiteX54318" y="connsiteY54318"/>
              </a:cxn>
              <a:cxn ang="0">
                <a:pos x="connsiteX54319" y="connsiteY54319"/>
              </a:cxn>
              <a:cxn ang="0">
                <a:pos x="connsiteX54320" y="connsiteY54320"/>
              </a:cxn>
              <a:cxn ang="0">
                <a:pos x="connsiteX54321" y="connsiteY54321"/>
              </a:cxn>
              <a:cxn ang="0">
                <a:pos x="connsiteX54322" y="connsiteY54322"/>
              </a:cxn>
              <a:cxn ang="0">
                <a:pos x="connsiteX54323" y="connsiteY54323"/>
              </a:cxn>
              <a:cxn ang="0">
                <a:pos x="connsiteX54324" y="connsiteY54324"/>
              </a:cxn>
              <a:cxn ang="0">
                <a:pos x="connsiteX54325" y="connsiteY54325"/>
              </a:cxn>
              <a:cxn ang="0">
                <a:pos x="connsiteX54326" y="connsiteY54326"/>
              </a:cxn>
              <a:cxn ang="0">
                <a:pos x="connsiteX54327" y="connsiteY54327"/>
              </a:cxn>
              <a:cxn ang="0">
                <a:pos x="connsiteX54328" y="connsiteY54328"/>
              </a:cxn>
              <a:cxn ang="0">
                <a:pos x="connsiteX54329" y="connsiteY54329"/>
              </a:cxn>
              <a:cxn ang="0">
                <a:pos x="connsiteX54330" y="connsiteY54330"/>
              </a:cxn>
              <a:cxn ang="0">
                <a:pos x="connsiteX54331" y="connsiteY54331"/>
              </a:cxn>
              <a:cxn ang="0">
                <a:pos x="connsiteX54332" y="connsiteY54332"/>
              </a:cxn>
              <a:cxn ang="0">
                <a:pos x="connsiteX54333" y="connsiteY54333"/>
              </a:cxn>
              <a:cxn ang="0">
                <a:pos x="connsiteX54334" y="connsiteY54334"/>
              </a:cxn>
              <a:cxn ang="0">
                <a:pos x="connsiteX54335" y="connsiteY54335"/>
              </a:cxn>
              <a:cxn ang="0">
                <a:pos x="connsiteX54336" y="connsiteY54336"/>
              </a:cxn>
              <a:cxn ang="0">
                <a:pos x="connsiteX54337" y="connsiteY54337"/>
              </a:cxn>
              <a:cxn ang="0">
                <a:pos x="connsiteX54338" y="connsiteY54338"/>
              </a:cxn>
              <a:cxn ang="0">
                <a:pos x="connsiteX54339" y="connsiteY54339"/>
              </a:cxn>
              <a:cxn ang="0">
                <a:pos x="connsiteX54340" y="connsiteY54340"/>
              </a:cxn>
              <a:cxn ang="0">
                <a:pos x="connsiteX54341" y="connsiteY54341"/>
              </a:cxn>
              <a:cxn ang="0">
                <a:pos x="connsiteX54342" y="connsiteY54342"/>
              </a:cxn>
              <a:cxn ang="0">
                <a:pos x="connsiteX54343" y="connsiteY54343"/>
              </a:cxn>
              <a:cxn ang="0">
                <a:pos x="connsiteX54344" y="connsiteY54344"/>
              </a:cxn>
              <a:cxn ang="0">
                <a:pos x="connsiteX54345" y="connsiteY54345"/>
              </a:cxn>
              <a:cxn ang="0">
                <a:pos x="connsiteX54346" y="connsiteY54346"/>
              </a:cxn>
              <a:cxn ang="0">
                <a:pos x="connsiteX54347" y="connsiteY54347"/>
              </a:cxn>
              <a:cxn ang="0">
                <a:pos x="connsiteX54348" y="connsiteY54348"/>
              </a:cxn>
              <a:cxn ang="0">
                <a:pos x="connsiteX54349" y="connsiteY54349"/>
              </a:cxn>
              <a:cxn ang="0">
                <a:pos x="connsiteX54350" y="connsiteY54350"/>
              </a:cxn>
              <a:cxn ang="0">
                <a:pos x="connsiteX54351" y="connsiteY54351"/>
              </a:cxn>
              <a:cxn ang="0">
                <a:pos x="connsiteX54352" y="connsiteY54352"/>
              </a:cxn>
              <a:cxn ang="0">
                <a:pos x="connsiteX54353" y="connsiteY54353"/>
              </a:cxn>
              <a:cxn ang="0">
                <a:pos x="connsiteX54354" y="connsiteY54354"/>
              </a:cxn>
              <a:cxn ang="0">
                <a:pos x="connsiteX54355" y="connsiteY54355"/>
              </a:cxn>
              <a:cxn ang="0">
                <a:pos x="connsiteX54356" y="connsiteY54356"/>
              </a:cxn>
              <a:cxn ang="0">
                <a:pos x="connsiteX54357" y="connsiteY54357"/>
              </a:cxn>
              <a:cxn ang="0">
                <a:pos x="connsiteX54358" y="connsiteY54358"/>
              </a:cxn>
              <a:cxn ang="0">
                <a:pos x="connsiteX54359" y="connsiteY54359"/>
              </a:cxn>
              <a:cxn ang="0">
                <a:pos x="connsiteX54360" y="connsiteY54360"/>
              </a:cxn>
              <a:cxn ang="0">
                <a:pos x="connsiteX54361" y="connsiteY54361"/>
              </a:cxn>
              <a:cxn ang="0">
                <a:pos x="connsiteX54362" y="connsiteY54362"/>
              </a:cxn>
              <a:cxn ang="0">
                <a:pos x="connsiteX54363" y="connsiteY54363"/>
              </a:cxn>
              <a:cxn ang="0">
                <a:pos x="connsiteX54364" y="connsiteY54364"/>
              </a:cxn>
              <a:cxn ang="0">
                <a:pos x="connsiteX54365" y="connsiteY54365"/>
              </a:cxn>
              <a:cxn ang="0">
                <a:pos x="connsiteX54366" y="connsiteY54366"/>
              </a:cxn>
              <a:cxn ang="0">
                <a:pos x="connsiteX54367" y="connsiteY54367"/>
              </a:cxn>
              <a:cxn ang="0">
                <a:pos x="connsiteX54368" y="connsiteY54368"/>
              </a:cxn>
              <a:cxn ang="0">
                <a:pos x="connsiteX54369" y="connsiteY54369"/>
              </a:cxn>
              <a:cxn ang="0">
                <a:pos x="connsiteX54370" y="connsiteY54370"/>
              </a:cxn>
              <a:cxn ang="0">
                <a:pos x="connsiteX54371" y="connsiteY54371"/>
              </a:cxn>
              <a:cxn ang="0">
                <a:pos x="connsiteX54372" y="connsiteY54372"/>
              </a:cxn>
              <a:cxn ang="0">
                <a:pos x="connsiteX54373" y="connsiteY54373"/>
              </a:cxn>
              <a:cxn ang="0">
                <a:pos x="connsiteX54374" y="connsiteY54374"/>
              </a:cxn>
              <a:cxn ang="0">
                <a:pos x="connsiteX54375" y="connsiteY54375"/>
              </a:cxn>
              <a:cxn ang="0">
                <a:pos x="connsiteX54376" y="connsiteY54376"/>
              </a:cxn>
              <a:cxn ang="0">
                <a:pos x="connsiteX54377" y="connsiteY54377"/>
              </a:cxn>
              <a:cxn ang="0">
                <a:pos x="connsiteX54378" y="connsiteY54378"/>
              </a:cxn>
              <a:cxn ang="0">
                <a:pos x="connsiteX54379" y="connsiteY54379"/>
              </a:cxn>
              <a:cxn ang="0">
                <a:pos x="connsiteX54380" y="connsiteY54380"/>
              </a:cxn>
              <a:cxn ang="0">
                <a:pos x="connsiteX54381" y="connsiteY54381"/>
              </a:cxn>
              <a:cxn ang="0">
                <a:pos x="connsiteX54382" y="connsiteY54382"/>
              </a:cxn>
              <a:cxn ang="0">
                <a:pos x="connsiteX54383" y="connsiteY54383"/>
              </a:cxn>
              <a:cxn ang="0">
                <a:pos x="connsiteX54384" y="connsiteY54384"/>
              </a:cxn>
              <a:cxn ang="0">
                <a:pos x="connsiteX54385" y="connsiteY54385"/>
              </a:cxn>
              <a:cxn ang="0">
                <a:pos x="connsiteX54386" y="connsiteY54386"/>
              </a:cxn>
              <a:cxn ang="0">
                <a:pos x="connsiteX54387" y="connsiteY54387"/>
              </a:cxn>
              <a:cxn ang="0">
                <a:pos x="connsiteX54388" y="connsiteY54388"/>
              </a:cxn>
              <a:cxn ang="0">
                <a:pos x="connsiteX54389" y="connsiteY54389"/>
              </a:cxn>
              <a:cxn ang="0">
                <a:pos x="connsiteX54390" y="connsiteY54390"/>
              </a:cxn>
              <a:cxn ang="0">
                <a:pos x="connsiteX54391" y="connsiteY54391"/>
              </a:cxn>
              <a:cxn ang="0">
                <a:pos x="connsiteX54392" y="connsiteY54392"/>
              </a:cxn>
              <a:cxn ang="0">
                <a:pos x="connsiteX54393" y="connsiteY54393"/>
              </a:cxn>
              <a:cxn ang="0">
                <a:pos x="connsiteX54394" y="connsiteY54394"/>
              </a:cxn>
              <a:cxn ang="0">
                <a:pos x="connsiteX54395" y="connsiteY54395"/>
              </a:cxn>
              <a:cxn ang="0">
                <a:pos x="connsiteX54396" y="connsiteY54396"/>
              </a:cxn>
              <a:cxn ang="0">
                <a:pos x="connsiteX54397" y="connsiteY54397"/>
              </a:cxn>
              <a:cxn ang="0">
                <a:pos x="connsiteX54398" y="connsiteY54398"/>
              </a:cxn>
              <a:cxn ang="0">
                <a:pos x="connsiteX54399" y="connsiteY54399"/>
              </a:cxn>
              <a:cxn ang="0">
                <a:pos x="connsiteX54400" y="connsiteY54400"/>
              </a:cxn>
              <a:cxn ang="0">
                <a:pos x="connsiteX54401" y="connsiteY54401"/>
              </a:cxn>
              <a:cxn ang="0">
                <a:pos x="connsiteX54402" y="connsiteY54402"/>
              </a:cxn>
              <a:cxn ang="0">
                <a:pos x="connsiteX54403" y="connsiteY54403"/>
              </a:cxn>
              <a:cxn ang="0">
                <a:pos x="connsiteX54404" y="connsiteY54404"/>
              </a:cxn>
              <a:cxn ang="0">
                <a:pos x="connsiteX54405" y="connsiteY54405"/>
              </a:cxn>
              <a:cxn ang="0">
                <a:pos x="connsiteX54406" y="connsiteY54406"/>
              </a:cxn>
              <a:cxn ang="0">
                <a:pos x="connsiteX54407" y="connsiteY54407"/>
              </a:cxn>
              <a:cxn ang="0">
                <a:pos x="connsiteX54408" y="connsiteY54408"/>
              </a:cxn>
              <a:cxn ang="0">
                <a:pos x="connsiteX54409" y="connsiteY54409"/>
              </a:cxn>
              <a:cxn ang="0">
                <a:pos x="connsiteX54410" y="connsiteY54410"/>
              </a:cxn>
              <a:cxn ang="0">
                <a:pos x="connsiteX54411" y="connsiteY54411"/>
              </a:cxn>
              <a:cxn ang="0">
                <a:pos x="connsiteX54412" y="connsiteY54412"/>
              </a:cxn>
              <a:cxn ang="0">
                <a:pos x="connsiteX54413" y="connsiteY54413"/>
              </a:cxn>
              <a:cxn ang="0">
                <a:pos x="connsiteX54414" y="connsiteY54414"/>
              </a:cxn>
              <a:cxn ang="0">
                <a:pos x="connsiteX54415" y="connsiteY54415"/>
              </a:cxn>
              <a:cxn ang="0">
                <a:pos x="connsiteX54416" y="connsiteY54416"/>
              </a:cxn>
              <a:cxn ang="0">
                <a:pos x="connsiteX54417" y="connsiteY54417"/>
              </a:cxn>
              <a:cxn ang="0">
                <a:pos x="connsiteX54418" y="connsiteY54418"/>
              </a:cxn>
              <a:cxn ang="0">
                <a:pos x="connsiteX54419" y="connsiteY54419"/>
              </a:cxn>
              <a:cxn ang="0">
                <a:pos x="connsiteX54420" y="connsiteY54420"/>
              </a:cxn>
              <a:cxn ang="0">
                <a:pos x="connsiteX54421" y="connsiteY54421"/>
              </a:cxn>
              <a:cxn ang="0">
                <a:pos x="connsiteX54422" y="connsiteY54422"/>
              </a:cxn>
              <a:cxn ang="0">
                <a:pos x="connsiteX54423" y="connsiteY54423"/>
              </a:cxn>
              <a:cxn ang="0">
                <a:pos x="connsiteX54424" y="connsiteY54424"/>
              </a:cxn>
              <a:cxn ang="0">
                <a:pos x="connsiteX54425" y="connsiteY54425"/>
              </a:cxn>
              <a:cxn ang="0">
                <a:pos x="connsiteX54426" y="connsiteY54426"/>
              </a:cxn>
              <a:cxn ang="0">
                <a:pos x="connsiteX54427" y="connsiteY54427"/>
              </a:cxn>
              <a:cxn ang="0">
                <a:pos x="connsiteX54428" y="connsiteY54428"/>
              </a:cxn>
              <a:cxn ang="0">
                <a:pos x="connsiteX54429" y="connsiteY54429"/>
              </a:cxn>
              <a:cxn ang="0">
                <a:pos x="connsiteX54430" y="connsiteY54430"/>
              </a:cxn>
              <a:cxn ang="0">
                <a:pos x="connsiteX54431" y="connsiteY54431"/>
              </a:cxn>
              <a:cxn ang="0">
                <a:pos x="connsiteX54432" y="connsiteY54432"/>
              </a:cxn>
              <a:cxn ang="0">
                <a:pos x="connsiteX54433" y="connsiteY54433"/>
              </a:cxn>
              <a:cxn ang="0">
                <a:pos x="connsiteX54434" y="connsiteY54434"/>
              </a:cxn>
              <a:cxn ang="0">
                <a:pos x="connsiteX54435" y="connsiteY54435"/>
              </a:cxn>
              <a:cxn ang="0">
                <a:pos x="connsiteX54436" y="connsiteY54436"/>
              </a:cxn>
              <a:cxn ang="0">
                <a:pos x="connsiteX54437" y="connsiteY54437"/>
              </a:cxn>
              <a:cxn ang="0">
                <a:pos x="connsiteX54438" y="connsiteY54438"/>
              </a:cxn>
              <a:cxn ang="0">
                <a:pos x="connsiteX54439" y="connsiteY54439"/>
              </a:cxn>
              <a:cxn ang="0">
                <a:pos x="connsiteX54440" y="connsiteY54440"/>
              </a:cxn>
              <a:cxn ang="0">
                <a:pos x="connsiteX54441" y="connsiteY54441"/>
              </a:cxn>
              <a:cxn ang="0">
                <a:pos x="connsiteX54442" y="connsiteY54442"/>
              </a:cxn>
              <a:cxn ang="0">
                <a:pos x="connsiteX54443" y="connsiteY54443"/>
              </a:cxn>
              <a:cxn ang="0">
                <a:pos x="connsiteX54444" y="connsiteY54444"/>
              </a:cxn>
              <a:cxn ang="0">
                <a:pos x="connsiteX54445" y="connsiteY54445"/>
              </a:cxn>
              <a:cxn ang="0">
                <a:pos x="connsiteX54446" y="connsiteY54446"/>
              </a:cxn>
              <a:cxn ang="0">
                <a:pos x="connsiteX54447" y="connsiteY54447"/>
              </a:cxn>
              <a:cxn ang="0">
                <a:pos x="connsiteX54448" y="connsiteY54448"/>
              </a:cxn>
              <a:cxn ang="0">
                <a:pos x="connsiteX54449" y="connsiteY54449"/>
              </a:cxn>
              <a:cxn ang="0">
                <a:pos x="connsiteX54450" y="connsiteY54450"/>
              </a:cxn>
              <a:cxn ang="0">
                <a:pos x="connsiteX54451" y="connsiteY54451"/>
              </a:cxn>
              <a:cxn ang="0">
                <a:pos x="connsiteX54452" y="connsiteY54452"/>
              </a:cxn>
              <a:cxn ang="0">
                <a:pos x="connsiteX54453" y="connsiteY54453"/>
              </a:cxn>
              <a:cxn ang="0">
                <a:pos x="connsiteX54454" y="connsiteY54454"/>
              </a:cxn>
              <a:cxn ang="0">
                <a:pos x="connsiteX54455" y="connsiteY54455"/>
              </a:cxn>
              <a:cxn ang="0">
                <a:pos x="connsiteX54456" y="connsiteY54456"/>
              </a:cxn>
              <a:cxn ang="0">
                <a:pos x="connsiteX54457" y="connsiteY54457"/>
              </a:cxn>
              <a:cxn ang="0">
                <a:pos x="connsiteX54458" y="connsiteY54458"/>
              </a:cxn>
              <a:cxn ang="0">
                <a:pos x="connsiteX54459" y="connsiteY54459"/>
              </a:cxn>
              <a:cxn ang="0">
                <a:pos x="connsiteX54460" y="connsiteY54460"/>
              </a:cxn>
              <a:cxn ang="0">
                <a:pos x="connsiteX54461" y="connsiteY54461"/>
              </a:cxn>
              <a:cxn ang="0">
                <a:pos x="connsiteX54462" y="connsiteY54462"/>
              </a:cxn>
              <a:cxn ang="0">
                <a:pos x="connsiteX54463" y="connsiteY54463"/>
              </a:cxn>
              <a:cxn ang="0">
                <a:pos x="connsiteX54464" y="connsiteY54464"/>
              </a:cxn>
              <a:cxn ang="0">
                <a:pos x="connsiteX54465" y="connsiteY54465"/>
              </a:cxn>
              <a:cxn ang="0">
                <a:pos x="connsiteX54466" y="connsiteY54466"/>
              </a:cxn>
              <a:cxn ang="0">
                <a:pos x="connsiteX54467" y="connsiteY54467"/>
              </a:cxn>
              <a:cxn ang="0">
                <a:pos x="connsiteX54468" y="connsiteY54468"/>
              </a:cxn>
              <a:cxn ang="0">
                <a:pos x="connsiteX54469" y="connsiteY54469"/>
              </a:cxn>
              <a:cxn ang="0">
                <a:pos x="connsiteX54470" y="connsiteY54470"/>
              </a:cxn>
              <a:cxn ang="0">
                <a:pos x="connsiteX54471" y="connsiteY54471"/>
              </a:cxn>
              <a:cxn ang="0">
                <a:pos x="connsiteX54472" y="connsiteY54472"/>
              </a:cxn>
              <a:cxn ang="0">
                <a:pos x="connsiteX54473" y="connsiteY54473"/>
              </a:cxn>
              <a:cxn ang="0">
                <a:pos x="connsiteX54474" y="connsiteY54474"/>
              </a:cxn>
              <a:cxn ang="0">
                <a:pos x="connsiteX54475" y="connsiteY54475"/>
              </a:cxn>
              <a:cxn ang="0">
                <a:pos x="connsiteX54476" y="connsiteY54476"/>
              </a:cxn>
              <a:cxn ang="0">
                <a:pos x="connsiteX54477" y="connsiteY54477"/>
              </a:cxn>
              <a:cxn ang="0">
                <a:pos x="connsiteX54478" y="connsiteY54478"/>
              </a:cxn>
              <a:cxn ang="0">
                <a:pos x="connsiteX54479" y="connsiteY54479"/>
              </a:cxn>
              <a:cxn ang="0">
                <a:pos x="connsiteX54480" y="connsiteY54480"/>
              </a:cxn>
              <a:cxn ang="0">
                <a:pos x="connsiteX54481" y="connsiteY54481"/>
              </a:cxn>
              <a:cxn ang="0">
                <a:pos x="connsiteX54482" y="connsiteY54482"/>
              </a:cxn>
              <a:cxn ang="0">
                <a:pos x="connsiteX54483" y="connsiteY54483"/>
              </a:cxn>
              <a:cxn ang="0">
                <a:pos x="connsiteX54484" y="connsiteY54484"/>
              </a:cxn>
              <a:cxn ang="0">
                <a:pos x="connsiteX54485" y="connsiteY54485"/>
              </a:cxn>
              <a:cxn ang="0">
                <a:pos x="connsiteX54486" y="connsiteY54486"/>
              </a:cxn>
              <a:cxn ang="0">
                <a:pos x="connsiteX54487" y="connsiteY54487"/>
              </a:cxn>
              <a:cxn ang="0">
                <a:pos x="connsiteX54488" y="connsiteY54488"/>
              </a:cxn>
              <a:cxn ang="0">
                <a:pos x="connsiteX54489" y="connsiteY54489"/>
              </a:cxn>
              <a:cxn ang="0">
                <a:pos x="connsiteX54490" y="connsiteY54490"/>
              </a:cxn>
              <a:cxn ang="0">
                <a:pos x="connsiteX54491" y="connsiteY54491"/>
              </a:cxn>
              <a:cxn ang="0">
                <a:pos x="connsiteX54492" y="connsiteY54492"/>
              </a:cxn>
              <a:cxn ang="0">
                <a:pos x="connsiteX54493" y="connsiteY54493"/>
              </a:cxn>
              <a:cxn ang="0">
                <a:pos x="connsiteX54494" y="connsiteY54494"/>
              </a:cxn>
              <a:cxn ang="0">
                <a:pos x="connsiteX54495" y="connsiteY54495"/>
              </a:cxn>
              <a:cxn ang="0">
                <a:pos x="connsiteX54496" y="connsiteY54496"/>
              </a:cxn>
              <a:cxn ang="0">
                <a:pos x="connsiteX54497" y="connsiteY54497"/>
              </a:cxn>
              <a:cxn ang="0">
                <a:pos x="connsiteX54498" y="connsiteY54498"/>
              </a:cxn>
              <a:cxn ang="0">
                <a:pos x="connsiteX54499" y="connsiteY54499"/>
              </a:cxn>
              <a:cxn ang="0">
                <a:pos x="connsiteX54500" y="connsiteY54500"/>
              </a:cxn>
              <a:cxn ang="0">
                <a:pos x="connsiteX54501" y="connsiteY54501"/>
              </a:cxn>
              <a:cxn ang="0">
                <a:pos x="connsiteX54502" y="connsiteY54502"/>
              </a:cxn>
              <a:cxn ang="0">
                <a:pos x="connsiteX54503" y="connsiteY54503"/>
              </a:cxn>
              <a:cxn ang="0">
                <a:pos x="connsiteX54504" y="connsiteY54504"/>
              </a:cxn>
              <a:cxn ang="0">
                <a:pos x="connsiteX54505" y="connsiteY54505"/>
              </a:cxn>
              <a:cxn ang="0">
                <a:pos x="connsiteX54506" y="connsiteY54506"/>
              </a:cxn>
              <a:cxn ang="0">
                <a:pos x="connsiteX54507" y="connsiteY54507"/>
              </a:cxn>
              <a:cxn ang="0">
                <a:pos x="connsiteX54508" y="connsiteY54508"/>
              </a:cxn>
              <a:cxn ang="0">
                <a:pos x="connsiteX54509" y="connsiteY54509"/>
              </a:cxn>
              <a:cxn ang="0">
                <a:pos x="connsiteX54510" y="connsiteY54510"/>
              </a:cxn>
              <a:cxn ang="0">
                <a:pos x="connsiteX54511" y="connsiteY54511"/>
              </a:cxn>
              <a:cxn ang="0">
                <a:pos x="connsiteX54512" y="connsiteY54512"/>
              </a:cxn>
              <a:cxn ang="0">
                <a:pos x="connsiteX54513" y="connsiteY54513"/>
              </a:cxn>
              <a:cxn ang="0">
                <a:pos x="connsiteX54514" y="connsiteY54514"/>
              </a:cxn>
              <a:cxn ang="0">
                <a:pos x="connsiteX54515" y="connsiteY54515"/>
              </a:cxn>
              <a:cxn ang="0">
                <a:pos x="connsiteX54516" y="connsiteY54516"/>
              </a:cxn>
              <a:cxn ang="0">
                <a:pos x="connsiteX54517" y="connsiteY54517"/>
              </a:cxn>
              <a:cxn ang="0">
                <a:pos x="connsiteX54518" y="connsiteY54518"/>
              </a:cxn>
              <a:cxn ang="0">
                <a:pos x="connsiteX54519" y="connsiteY54519"/>
              </a:cxn>
              <a:cxn ang="0">
                <a:pos x="connsiteX54520" y="connsiteY54520"/>
              </a:cxn>
              <a:cxn ang="0">
                <a:pos x="connsiteX54521" y="connsiteY54521"/>
              </a:cxn>
              <a:cxn ang="0">
                <a:pos x="connsiteX54522" y="connsiteY54522"/>
              </a:cxn>
              <a:cxn ang="0">
                <a:pos x="connsiteX54523" y="connsiteY54523"/>
              </a:cxn>
              <a:cxn ang="0">
                <a:pos x="connsiteX54524" y="connsiteY54524"/>
              </a:cxn>
              <a:cxn ang="0">
                <a:pos x="connsiteX54525" y="connsiteY54525"/>
              </a:cxn>
              <a:cxn ang="0">
                <a:pos x="connsiteX54526" y="connsiteY54526"/>
              </a:cxn>
              <a:cxn ang="0">
                <a:pos x="connsiteX54527" y="connsiteY54527"/>
              </a:cxn>
              <a:cxn ang="0">
                <a:pos x="connsiteX54528" y="connsiteY54528"/>
              </a:cxn>
              <a:cxn ang="0">
                <a:pos x="connsiteX54529" y="connsiteY54529"/>
              </a:cxn>
              <a:cxn ang="0">
                <a:pos x="connsiteX54530" y="connsiteY54530"/>
              </a:cxn>
              <a:cxn ang="0">
                <a:pos x="connsiteX54531" y="connsiteY54531"/>
              </a:cxn>
              <a:cxn ang="0">
                <a:pos x="connsiteX54532" y="connsiteY54532"/>
              </a:cxn>
              <a:cxn ang="0">
                <a:pos x="connsiteX54533" y="connsiteY54533"/>
              </a:cxn>
              <a:cxn ang="0">
                <a:pos x="connsiteX54534" y="connsiteY54534"/>
              </a:cxn>
              <a:cxn ang="0">
                <a:pos x="connsiteX54535" y="connsiteY54535"/>
              </a:cxn>
              <a:cxn ang="0">
                <a:pos x="connsiteX54536" y="connsiteY54536"/>
              </a:cxn>
              <a:cxn ang="0">
                <a:pos x="connsiteX54537" y="connsiteY54537"/>
              </a:cxn>
              <a:cxn ang="0">
                <a:pos x="connsiteX54538" y="connsiteY54538"/>
              </a:cxn>
              <a:cxn ang="0">
                <a:pos x="connsiteX54539" y="connsiteY54539"/>
              </a:cxn>
              <a:cxn ang="0">
                <a:pos x="connsiteX54540" y="connsiteY54540"/>
              </a:cxn>
              <a:cxn ang="0">
                <a:pos x="connsiteX54541" y="connsiteY54541"/>
              </a:cxn>
              <a:cxn ang="0">
                <a:pos x="connsiteX54542" y="connsiteY54542"/>
              </a:cxn>
              <a:cxn ang="0">
                <a:pos x="connsiteX54543" y="connsiteY54543"/>
              </a:cxn>
              <a:cxn ang="0">
                <a:pos x="connsiteX54544" y="connsiteY54544"/>
              </a:cxn>
              <a:cxn ang="0">
                <a:pos x="connsiteX54545" y="connsiteY54545"/>
              </a:cxn>
              <a:cxn ang="0">
                <a:pos x="connsiteX54546" y="connsiteY54546"/>
              </a:cxn>
              <a:cxn ang="0">
                <a:pos x="connsiteX54547" y="connsiteY54547"/>
              </a:cxn>
              <a:cxn ang="0">
                <a:pos x="connsiteX54548" y="connsiteY54548"/>
              </a:cxn>
              <a:cxn ang="0">
                <a:pos x="connsiteX54549" y="connsiteY54549"/>
              </a:cxn>
              <a:cxn ang="0">
                <a:pos x="connsiteX54550" y="connsiteY54550"/>
              </a:cxn>
              <a:cxn ang="0">
                <a:pos x="connsiteX54551" y="connsiteY54551"/>
              </a:cxn>
              <a:cxn ang="0">
                <a:pos x="connsiteX54552" y="connsiteY54552"/>
              </a:cxn>
              <a:cxn ang="0">
                <a:pos x="connsiteX54553" y="connsiteY54553"/>
              </a:cxn>
              <a:cxn ang="0">
                <a:pos x="connsiteX54554" y="connsiteY54554"/>
              </a:cxn>
              <a:cxn ang="0">
                <a:pos x="connsiteX54555" y="connsiteY54555"/>
              </a:cxn>
              <a:cxn ang="0">
                <a:pos x="connsiteX54556" y="connsiteY54556"/>
              </a:cxn>
              <a:cxn ang="0">
                <a:pos x="connsiteX54557" y="connsiteY54557"/>
              </a:cxn>
              <a:cxn ang="0">
                <a:pos x="connsiteX54558" y="connsiteY54558"/>
              </a:cxn>
              <a:cxn ang="0">
                <a:pos x="connsiteX54559" y="connsiteY54559"/>
              </a:cxn>
              <a:cxn ang="0">
                <a:pos x="connsiteX54560" y="connsiteY54560"/>
              </a:cxn>
              <a:cxn ang="0">
                <a:pos x="connsiteX54561" y="connsiteY54561"/>
              </a:cxn>
              <a:cxn ang="0">
                <a:pos x="connsiteX54562" y="connsiteY54562"/>
              </a:cxn>
              <a:cxn ang="0">
                <a:pos x="connsiteX54563" y="connsiteY54563"/>
              </a:cxn>
              <a:cxn ang="0">
                <a:pos x="connsiteX54564" y="connsiteY54564"/>
              </a:cxn>
              <a:cxn ang="0">
                <a:pos x="connsiteX54565" y="connsiteY54565"/>
              </a:cxn>
              <a:cxn ang="0">
                <a:pos x="connsiteX54566" y="connsiteY54566"/>
              </a:cxn>
              <a:cxn ang="0">
                <a:pos x="connsiteX54567" y="connsiteY54567"/>
              </a:cxn>
              <a:cxn ang="0">
                <a:pos x="connsiteX54568" y="connsiteY54568"/>
              </a:cxn>
              <a:cxn ang="0">
                <a:pos x="connsiteX54569" y="connsiteY54569"/>
              </a:cxn>
              <a:cxn ang="0">
                <a:pos x="connsiteX54570" y="connsiteY54570"/>
              </a:cxn>
              <a:cxn ang="0">
                <a:pos x="connsiteX54571" y="connsiteY54571"/>
              </a:cxn>
              <a:cxn ang="0">
                <a:pos x="connsiteX54572" y="connsiteY54572"/>
              </a:cxn>
              <a:cxn ang="0">
                <a:pos x="connsiteX54573" y="connsiteY54573"/>
              </a:cxn>
              <a:cxn ang="0">
                <a:pos x="connsiteX54574" y="connsiteY54574"/>
              </a:cxn>
              <a:cxn ang="0">
                <a:pos x="connsiteX54575" y="connsiteY54575"/>
              </a:cxn>
              <a:cxn ang="0">
                <a:pos x="connsiteX54576" y="connsiteY54576"/>
              </a:cxn>
              <a:cxn ang="0">
                <a:pos x="connsiteX54577" y="connsiteY54577"/>
              </a:cxn>
              <a:cxn ang="0">
                <a:pos x="connsiteX54578" y="connsiteY54578"/>
              </a:cxn>
              <a:cxn ang="0">
                <a:pos x="connsiteX54579" y="connsiteY54579"/>
              </a:cxn>
              <a:cxn ang="0">
                <a:pos x="connsiteX54580" y="connsiteY54580"/>
              </a:cxn>
              <a:cxn ang="0">
                <a:pos x="connsiteX54581" y="connsiteY54581"/>
              </a:cxn>
              <a:cxn ang="0">
                <a:pos x="connsiteX54582" y="connsiteY54582"/>
              </a:cxn>
              <a:cxn ang="0">
                <a:pos x="connsiteX54583" y="connsiteY54583"/>
              </a:cxn>
              <a:cxn ang="0">
                <a:pos x="connsiteX54584" y="connsiteY54584"/>
              </a:cxn>
              <a:cxn ang="0">
                <a:pos x="connsiteX54585" y="connsiteY54585"/>
              </a:cxn>
              <a:cxn ang="0">
                <a:pos x="connsiteX54586" y="connsiteY54586"/>
              </a:cxn>
              <a:cxn ang="0">
                <a:pos x="connsiteX54587" y="connsiteY54587"/>
              </a:cxn>
              <a:cxn ang="0">
                <a:pos x="connsiteX54588" y="connsiteY54588"/>
              </a:cxn>
              <a:cxn ang="0">
                <a:pos x="connsiteX54589" y="connsiteY54589"/>
              </a:cxn>
              <a:cxn ang="0">
                <a:pos x="connsiteX54590" y="connsiteY54590"/>
              </a:cxn>
              <a:cxn ang="0">
                <a:pos x="connsiteX54591" y="connsiteY54591"/>
              </a:cxn>
              <a:cxn ang="0">
                <a:pos x="connsiteX54592" y="connsiteY54592"/>
              </a:cxn>
              <a:cxn ang="0">
                <a:pos x="connsiteX54593" y="connsiteY54593"/>
              </a:cxn>
              <a:cxn ang="0">
                <a:pos x="connsiteX54594" y="connsiteY54594"/>
              </a:cxn>
              <a:cxn ang="0">
                <a:pos x="connsiteX54595" y="connsiteY54595"/>
              </a:cxn>
              <a:cxn ang="0">
                <a:pos x="connsiteX54596" y="connsiteY54596"/>
              </a:cxn>
              <a:cxn ang="0">
                <a:pos x="connsiteX54597" y="connsiteY54597"/>
              </a:cxn>
              <a:cxn ang="0">
                <a:pos x="connsiteX54598" y="connsiteY54598"/>
              </a:cxn>
              <a:cxn ang="0">
                <a:pos x="connsiteX54599" y="connsiteY54599"/>
              </a:cxn>
              <a:cxn ang="0">
                <a:pos x="connsiteX54600" y="connsiteY54600"/>
              </a:cxn>
              <a:cxn ang="0">
                <a:pos x="connsiteX54601" y="connsiteY54601"/>
              </a:cxn>
              <a:cxn ang="0">
                <a:pos x="connsiteX54602" y="connsiteY54602"/>
              </a:cxn>
              <a:cxn ang="0">
                <a:pos x="connsiteX54603" y="connsiteY54603"/>
              </a:cxn>
              <a:cxn ang="0">
                <a:pos x="connsiteX54604" y="connsiteY54604"/>
              </a:cxn>
              <a:cxn ang="0">
                <a:pos x="connsiteX54605" y="connsiteY54605"/>
              </a:cxn>
              <a:cxn ang="0">
                <a:pos x="connsiteX54606" y="connsiteY54606"/>
              </a:cxn>
              <a:cxn ang="0">
                <a:pos x="connsiteX54607" y="connsiteY54607"/>
              </a:cxn>
              <a:cxn ang="0">
                <a:pos x="connsiteX54608" y="connsiteY54608"/>
              </a:cxn>
              <a:cxn ang="0">
                <a:pos x="connsiteX54609" y="connsiteY54609"/>
              </a:cxn>
              <a:cxn ang="0">
                <a:pos x="connsiteX54610" y="connsiteY54610"/>
              </a:cxn>
              <a:cxn ang="0">
                <a:pos x="connsiteX54611" y="connsiteY54611"/>
              </a:cxn>
              <a:cxn ang="0">
                <a:pos x="connsiteX54612" y="connsiteY54612"/>
              </a:cxn>
              <a:cxn ang="0">
                <a:pos x="connsiteX54613" y="connsiteY54613"/>
              </a:cxn>
              <a:cxn ang="0">
                <a:pos x="connsiteX54614" y="connsiteY54614"/>
              </a:cxn>
              <a:cxn ang="0">
                <a:pos x="connsiteX54615" y="connsiteY54615"/>
              </a:cxn>
              <a:cxn ang="0">
                <a:pos x="connsiteX54616" y="connsiteY54616"/>
              </a:cxn>
              <a:cxn ang="0">
                <a:pos x="connsiteX54617" y="connsiteY54617"/>
              </a:cxn>
              <a:cxn ang="0">
                <a:pos x="connsiteX54618" y="connsiteY54618"/>
              </a:cxn>
              <a:cxn ang="0">
                <a:pos x="connsiteX54619" y="connsiteY54619"/>
              </a:cxn>
              <a:cxn ang="0">
                <a:pos x="connsiteX54620" y="connsiteY54620"/>
              </a:cxn>
              <a:cxn ang="0">
                <a:pos x="connsiteX54621" y="connsiteY54621"/>
              </a:cxn>
              <a:cxn ang="0">
                <a:pos x="connsiteX54622" y="connsiteY54622"/>
              </a:cxn>
              <a:cxn ang="0">
                <a:pos x="connsiteX54623" y="connsiteY54623"/>
              </a:cxn>
              <a:cxn ang="0">
                <a:pos x="connsiteX54624" y="connsiteY54624"/>
              </a:cxn>
              <a:cxn ang="0">
                <a:pos x="connsiteX54625" y="connsiteY54625"/>
              </a:cxn>
              <a:cxn ang="0">
                <a:pos x="connsiteX54626" y="connsiteY54626"/>
              </a:cxn>
              <a:cxn ang="0">
                <a:pos x="connsiteX54627" y="connsiteY54627"/>
              </a:cxn>
              <a:cxn ang="0">
                <a:pos x="connsiteX54628" y="connsiteY54628"/>
              </a:cxn>
              <a:cxn ang="0">
                <a:pos x="connsiteX54629" y="connsiteY54629"/>
              </a:cxn>
              <a:cxn ang="0">
                <a:pos x="connsiteX54630" y="connsiteY54630"/>
              </a:cxn>
              <a:cxn ang="0">
                <a:pos x="connsiteX54631" y="connsiteY54631"/>
              </a:cxn>
              <a:cxn ang="0">
                <a:pos x="connsiteX54632" y="connsiteY54632"/>
              </a:cxn>
              <a:cxn ang="0">
                <a:pos x="connsiteX54633" y="connsiteY54633"/>
              </a:cxn>
              <a:cxn ang="0">
                <a:pos x="connsiteX54634" y="connsiteY54634"/>
              </a:cxn>
              <a:cxn ang="0">
                <a:pos x="connsiteX54635" y="connsiteY54635"/>
              </a:cxn>
              <a:cxn ang="0">
                <a:pos x="connsiteX54636" y="connsiteY54636"/>
              </a:cxn>
              <a:cxn ang="0">
                <a:pos x="connsiteX54637" y="connsiteY54637"/>
              </a:cxn>
              <a:cxn ang="0">
                <a:pos x="connsiteX54638" y="connsiteY54638"/>
              </a:cxn>
              <a:cxn ang="0">
                <a:pos x="connsiteX54639" y="connsiteY54639"/>
              </a:cxn>
              <a:cxn ang="0">
                <a:pos x="connsiteX54640" y="connsiteY54640"/>
              </a:cxn>
              <a:cxn ang="0">
                <a:pos x="connsiteX54641" y="connsiteY54641"/>
              </a:cxn>
              <a:cxn ang="0">
                <a:pos x="connsiteX54642" y="connsiteY54642"/>
              </a:cxn>
              <a:cxn ang="0">
                <a:pos x="connsiteX54643" y="connsiteY54643"/>
              </a:cxn>
              <a:cxn ang="0">
                <a:pos x="connsiteX54644" y="connsiteY54644"/>
              </a:cxn>
              <a:cxn ang="0">
                <a:pos x="connsiteX54645" y="connsiteY54645"/>
              </a:cxn>
              <a:cxn ang="0">
                <a:pos x="connsiteX54646" y="connsiteY54646"/>
              </a:cxn>
              <a:cxn ang="0">
                <a:pos x="connsiteX54647" y="connsiteY54647"/>
              </a:cxn>
              <a:cxn ang="0">
                <a:pos x="connsiteX54648" y="connsiteY54648"/>
              </a:cxn>
              <a:cxn ang="0">
                <a:pos x="connsiteX54649" y="connsiteY54649"/>
              </a:cxn>
              <a:cxn ang="0">
                <a:pos x="connsiteX54650" y="connsiteY54650"/>
              </a:cxn>
              <a:cxn ang="0">
                <a:pos x="connsiteX54651" y="connsiteY54651"/>
              </a:cxn>
              <a:cxn ang="0">
                <a:pos x="connsiteX54652" y="connsiteY54652"/>
              </a:cxn>
              <a:cxn ang="0">
                <a:pos x="connsiteX54653" y="connsiteY54653"/>
              </a:cxn>
              <a:cxn ang="0">
                <a:pos x="connsiteX54654" y="connsiteY54654"/>
              </a:cxn>
              <a:cxn ang="0">
                <a:pos x="connsiteX54655" y="connsiteY54655"/>
              </a:cxn>
              <a:cxn ang="0">
                <a:pos x="connsiteX54656" y="connsiteY54656"/>
              </a:cxn>
              <a:cxn ang="0">
                <a:pos x="connsiteX54657" y="connsiteY54657"/>
              </a:cxn>
              <a:cxn ang="0">
                <a:pos x="connsiteX54658" y="connsiteY54658"/>
              </a:cxn>
              <a:cxn ang="0">
                <a:pos x="connsiteX54659" y="connsiteY54659"/>
              </a:cxn>
              <a:cxn ang="0">
                <a:pos x="connsiteX54660" y="connsiteY54660"/>
              </a:cxn>
              <a:cxn ang="0">
                <a:pos x="connsiteX54661" y="connsiteY54661"/>
              </a:cxn>
              <a:cxn ang="0">
                <a:pos x="connsiteX54662" y="connsiteY54662"/>
              </a:cxn>
              <a:cxn ang="0">
                <a:pos x="connsiteX54663" y="connsiteY54663"/>
              </a:cxn>
              <a:cxn ang="0">
                <a:pos x="connsiteX54664" y="connsiteY54664"/>
              </a:cxn>
              <a:cxn ang="0">
                <a:pos x="connsiteX54665" y="connsiteY54665"/>
              </a:cxn>
              <a:cxn ang="0">
                <a:pos x="connsiteX54666" y="connsiteY54666"/>
              </a:cxn>
              <a:cxn ang="0">
                <a:pos x="connsiteX54667" y="connsiteY54667"/>
              </a:cxn>
              <a:cxn ang="0">
                <a:pos x="connsiteX54668" y="connsiteY54668"/>
              </a:cxn>
              <a:cxn ang="0">
                <a:pos x="connsiteX54669" y="connsiteY54669"/>
              </a:cxn>
              <a:cxn ang="0">
                <a:pos x="connsiteX54670" y="connsiteY54670"/>
              </a:cxn>
              <a:cxn ang="0">
                <a:pos x="connsiteX54671" y="connsiteY54671"/>
              </a:cxn>
              <a:cxn ang="0">
                <a:pos x="connsiteX54672" y="connsiteY54672"/>
              </a:cxn>
              <a:cxn ang="0">
                <a:pos x="connsiteX54673" y="connsiteY54673"/>
              </a:cxn>
              <a:cxn ang="0">
                <a:pos x="connsiteX54674" y="connsiteY54674"/>
              </a:cxn>
              <a:cxn ang="0">
                <a:pos x="connsiteX54675" y="connsiteY54675"/>
              </a:cxn>
              <a:cxn ang="0">
                <a:pos x="connsiteX54676" y="connsiteY54676"/>
              </a:cxn>
              <a:cxn ang="0">
                <a:pos x="connsiteX54677" y="connsiteY54677"/>
              </a:cxn>
              <a:cxn ang="0">
                <a:pos x="connsiteX54678" y="connsiteY54678"/>
              </a:cxn>
              <a:cxn ang="0">
                <a:pos x="connsiteX54679" y="connsiteY54679"/>
              </a:cxn>
              <a:cxn ang="0">
                <a:pos x="connsiteX54680" y="connsiteY54680"/>
              </a:cxn>
              <a:cxn ang="0">
                <a:pos x="connsiteX54681" y="connsiteY54681"/>
              </a:cxn>
              <a:cxn ang="0">
                <a:pos x="connsiteX54682" y="connsiteY54682"/>
              </a:cxn>
              <a:cxn ang="0">
                <a:pos x="connsiteX54683" y="connsiteY54683"/>
              </a:cxn>
              <a:cxn ang="0">
                <a:pos x="connsiteX54684" y="connsiteY54684"/>
              </a:cxn>
              <a:cxn ang="0">
                <a:pos x="connsiteX54685" y="connsiteY54685"/>
              </a:cxn>
              <a:cxn ang="0">
                <a:pos x="connsiteX54686" y="connsiteY54686"/>
              </a:cxn>
              <a:cxn ang="0">
                <a:pos x="connsiteX54687" y="connsiteY54687"/>
              </a:cxn>
              <a:cxn ang="0">
                <a:pos x="connsiteX54688" y="connsiteY54688"/>
              </a:cxn>
              <a:cxn ang="0">
                <a:pos x="connsiteX54689" y="connsiteY54689"/>
              </a:cxn>
              <a:cxn ang="0">
                <a:pos x="connsiteX54690" y="connsiteY54690"/>
              </a:cxn>
              <a:cxn ang="0">
                <a:pos x="connsiteX54691" y="connsiteY54691"/>
              </a:cxn>
              <a:cxn ang="0">
                <a:pos x="connsiteX54692" y="connsiteY54692"/>
              </a:cxn>
              <a:cxn ang="0">
                <a:pos x="connsiteX54693" y="connsiteY54693"/>
              </a:cxn>
              <a:cxn ang="0">
                <a:pos x="connsiteX54694" y="connsiteY54694"/>
              </a:cxn>
              <a:cxn ang="0">
                <a:pos x="connsiteX54695" y="connsiteY54695"/>
              </a:cxn>
              <a:cxn ang="0">
                <a:pos x="connsiteX54696" y="connsiteY54696"/>
              </a:cxn>
              <a:cxn ang="0">
                <a:pos x="connsiteX54697" y="connsiteY54697"/>
              </a:cxn>
              <a:cxn ang="0">
                <a:pos x="connsiteX54698" y="connsiteY54698"/>
              </a:cxn>
              <a:cxn ang="0">
                <a:pos x="connsiteX54699" y="connsiteY54699"/>
              </a:cxn>
              <a:cxn ang="0">
                <a:pos x="connsiteX54700" y="connsiteY54700"/>
              </a:cxn>
              <a:cxn ang="0">
                <a:pos x="connsiteX54701" y="connsiteY54701"/>
              </a:cxn>
              <a:cxn ang="0">
                <a:pos x="connsiteX54702" y="connsiteY54702"/>
              </a:cxn>
              <a:cxn ang="0">
                <a:pos x="connsiteX54703" y="connsiteY54703"/>
              </a:cxn>
              <a:cxn ang="0">
                <a:pos x="connsiteX54704" y="connsiteY54704"/>
              </a:cxn>
              <a:cxn ang="0">
                <a:pos x="connsiteX54705" y="connsiteY54705"/>
              </a:cxn>
              <a:cxn ang="0">
                <a:pos x="connsiteX54706" y="connsiteY54706"/>
              </a:cxn>
              <a:cxn ang="0">
                <a:pos x="connsiteX54707" y="connsiteY54707"/>
              </a:cxn>
              <a:cxn ang="0">
                <a:pos x="connsiteX54708" y="connsiteY54708"/>
              </a:cxn>
              <a:cxn ang="0">
                <a:pos x="connsiteX54709" y="connsiteY54709"/>
              </a:cxn>
              <a:cxn ang="0">
                <a:pos x="connsiteX54710" y="connsiteY54710"/>
              </a:cxn>
              <a:cxn ang="0">
                <a:pos x="connsiteX54711" y="connsiteY54711"/>
              </a:cxn>
              <a:cxn ang="0">
                <a:pos x="connsiteX54712" y="connsiteY54712"/>
              </a:cxn>
              <a:cxn ang="0">
                <a:pos x="connsiteX54713" y="connsiteY54713"/>
              </a:cxn>
              <a:cxn ang="0">
                <a:pos x="connsiteX54714" y="connsiteY54714"/>
              </a:cxn>
              <a:cxn ang="0">
                <a:pos x="connsiteX54715" y="connsiteY54715"/>
              </a:cxn>
              <a:cxn ang="0">
                <a:pos x="connsiteX54716" y="connsiteY54716"/>
              </a:cxn>
              <a:cxn ang="0">
                <a:pos x="connsiteX54717" y="connsiteY54717"/>
              </a:cxn>
              <a:cxn ang="0">
                <a:pos x="connsiteX54718" y="connsiteY54718"/>
              </a:cxn>
              <a:cxn ang="0">
                <a:pos x="connsiteX54719" y="connsiteY54719"/>
              </a:cxn>
              <a:cxn ang="0">
                <a:pos x="connsiteX54720" y="connsiteY54720"/>
              </a:cxn>
              <a:cxn ang="0">
                <a:pos x="connsiteX54721" y="connsiteY54721"/>
              </a:cxn>
              <a:cxn ang="0">
                <a:pos x="connsiteX54722" y="connsiteY54722"/>
              </a:cxn>
              <a:cxn ang="0">
                <a:pos x="connsiteX54723" y="connsiteY54723"/>
              </a:cxn>
              <a:cxn ang="0">
                <a:pos x="connsiteX54724" y="connsiteY54724"/>
              </a:cxn>
              <a:cxn ang="0">
                <a:pos x="connsiteX54725" y="connsiteY54725"/>
              </a:cxn>
              <a:cxn ang="0">
                <a:pos x="connsiteX54726" y="connsiteY54726"/>
              </a:cxn>
              <a:cxn ang="0">
                <a:pos x="connsiteX54727" y="connsiteY54727"/>
              </a:cxn>
              <a:cxn ang="0">
                <a:pos x="connsiteX54728" y="connsiteY54728"/>
              </a:cxn>
              <a:cxn ang="0">
                <a:pos x="connsiteX54729" y="connsiteY54729"/>
              </a:cxn>
              <a:cxn ang="0">
                <a:pos x="connsiteX54730" y="connsiteY54730"/>
              </a:cxn>
              <a:cxn ang="0">
                <a:pos x="connsiteX54731" y="connsiteY54731"/>
              </a:cxn>
              <a:cxn ang="0">
                <a:pos x="connsiteX54732" y="connsiteY54732"/>
              </a:cxn>
              <a:cxn ang="0">
                <a:pos x="connsiteX54733" y="connsiteY54733"/>
              </a:cxn>
              <a:cxn ang="0">
                <a:pos x="connsiteX54734" y="connsiteY54734"/>
              </a:cxn>
              <a:cxn ang="0">
                <a:pos x="connsiteX54735" y="connsiteY54735"/>
              </a:cxn>
              <a:cxn ang="0">
                <a:pos x="connsiteX54736" y="connsiteY54736"/>
              </a:cxn>
              <a:cxn ang="0">
                <a:pos x="connsiteX54737" y="connsiteY54737"/>
              </a:cxn>
              <a:cxn ang="0">
                <a:pos x="connsiteX54738" y="connsiteY54738"/>
              </a:cxn>
              <a:cxn ang="0">
                <a:pos x="connsiteX54739" y="connsiteY54739"/>
              </a:cxn>
              <a:cxn ang="0">
                <a:pos x="connsiteX54740" y="connsiteY54740"/>
              </a:cxn>
              <a:cxn ang="0">
                <a:pos x="connsiteX54741" y="connsiteY54741"/>
              </a:cxn>
              <a:cxn ang="0">
                <a:pos x="connsiteX54742" y="connsiteY54742"/>
              </a:cxn>
              <a:cxn ang="0">
                <a:pos x="connsiteX54743" y="connsiteY54743"/>
              </a:cxn>
              <a:cxn ang="0">
                <a:pos x="connsiteX54744" y="connsiteY54744"/>
              </a:cxn>
              <a:cxn ang="0">
                <a:pos x="connsiteX54745" y="connsiteY54745"/>
              </a:cxn>
              <a:cxn ang="0">
                <a:pos x="connsiteX54746" y="connsiteY54746"/>
              </a:cxn>
              <a:cxn ang="0">
                <a:pos x="connsiteX54747" y="connsiteY54747"/>
              </a:cxn>
              <a:cxn ang="0">
                <a:pos x="connsiteX54748" y="connsiteY54748"/>
              </a:cxn>
              <a:cxn ang="0">
                <a:pos x="connsiteX54749" y="connsiteY54749"/>
              </a:cxn>
              <a:cxn ang="0">
                <a:pos x="connsiteX54750" y="connsiteY54750"/>
              </a:cxn>
              <a:cxn ang="0">
                <a:pos x="connsiteX54751" y="connsiteY54751"/>
              </a:cxn>
              <a:cxn ang="0">
                <a:pos x="connsiteX54752" y="connsiteY54752"/>
              </a:cxn>
              <a:cxn ang="0">
                <a:pos x="connsiteX54753" y="connsiteY54753"/>
              </a:cxn>
              <a:cxn ang="0">
                <a:pos x="connsiteX54754" y="connsiteY54754"/>
              </a:cxn>
              <a:cxn ang="0">
                <a:pos x="connsiteX54755" y="connsiteY54755"/>
              </a:cxn>
              <a:cxn ang="0">
                <a:pos x="connsiteX54756" y="connsiteY54756"/>
              </a:cxn>
              <a:cxn ang="0">
                <a:pos x="connsiteX54757" y="connsiteY54757"/>
              </a:cxn>
              <a:cxn ang="0">
                <a:pos x="connsiteX54758" y="connsiteY54758"/>
              </a:cxn>
              <a:cxn ang="0">
                <a:pos x="connsiteX54759" y="connsiteY54759"/>
              </a:cxn>
              <a:cxn ang="0">
                <a:pos x="connsiteX54760" y="connsiteY54760"/>
              </a:cxn>
              <a:cxn ang="0">
                <a:pos x="connsiteX54761" y="connsiteY54761"/>
              </a:cxn>
              <a:cxn ang="0">
                <a:pos x="connsiteX54762" y="connsiteY54762"/>
              </a:cxn>
              <a:cxn ang="0">
                <a:pos x="connsiteX54763" y="connsiteY54763"/>
              </a:cxn>
              <a:cxn ang="0">
                <a:pos x="connsiteX54764" y="connsiteY54764"/>
              </a:cxn>
              <a:cxn ang="0">
                <a:pos x="connsiteX54765" y="connsiteY54765"/>
              </a:cxn>
              <a:cxn ang="0">
                <a:pos x="connsiteX54766" y="connsiteY54766"/>
              </a:cxn>
              <a:cxn ang="0">
                <a:pos x="connsiteX54767" y="connsiteY54767"/>
              </a:cxn>
              <a:cxn ang="0">
                <a:pos x="connsiteX54768" y="connsiteY54768"/>
              </a:cxn>
              <a:cxn ang="0">
                <a:pos x="connsiteX54769" y="connsiteY54769"/>
              </a:cxn>
              <a:cxn ang="0">
                <a:pos x="connsiteX54770" y="connsiteY54770"/>
              </a:cxn>
              <a:cxn ang="0">
                <a:pos x="connsiteX54771" y="connsiteY54771"/>
              </a:cxn>
              <a:cxn ang="0">
                <a:pos x="connsiteX54772" y="connsiteY54772"/>
              </a:cxn>
              <a:cxn ang="0">
                <a:pos x="connsiteX54773" y="connsiteY54773"/>
              </a:cxn>
              <a:cxn ang="0">
                <a:pos x="connsiteX54774" y="connsiteY54774"/>
              </a:cxn>
              <a:cxn ang="0">
                <a:pos x="connsiteX54775" y="connsiteY54775"/>
              </a:cxn>
              <a:cxn ang="0">
                <a:pos x="connsiteX54776" y="connsiteY54776"/>
              </a:cxn>
              <a:cxn ang="0">
                <a:pos x="connsiteX54777" y="connsiteY54777"/>
              </a:cxn>
              <a:cxn ang="0">
                <a:pos x="connsiteX54778" y="connsiteY54778"/>
              </a:cxn>
              <a:cxn ang="0">
                <a:pos x="connsiteX54779" y="connsiteY54779"/>
              </a:cxn>
              <a:cxn ang="0">
                <a:pos x="connsiteX54780" y="connsiteY54780"/>
              </a:cxn>
              <a:cxn ang="0">
                <a:pos x="connsiteX54781" y="connsiteY54781"/>
              </a:cxn>
              <a:cxn ang="0">
                <a:pos x="connsiteX54782" y="connsiteY54782"/>
              </a:cxn>
              <a:cxn ang="0">
                <a:pos x="connsiteX54783" y="connsiteY54783"/>
              </a:cxn>
              <a:cxn ang="0">
                <a:pos x="connsiteX54784" y="connsiteY54784"/>
              </a:cxn>
              <a:cxn ang="0">
                <a:pos x="connsiteX54785" y="connsiteY54785"/>
              </a:cxn>
              <a:cxn ang="0">
                <a:pos x="connsiteX54786" y="connsiteY54786"/>
              </a:cxn>
              <a:cxn ang="0">
                <a:pos x="connsiteX54787" y="connsiteY54787"/>
              </a:cxn>
              <a:cxn ang="0">
                <a:pos x="connsiteX54788" y="connsiteY54788"/>
              </a:cxn>
              <a:cxn ang="0">
                <a:pos x="connsiteX54789" y="connsiteY54789"/>
              </a:cxn>
              <a:cxn ang="0">
                <a:pos x="connsiteX54790" y="connsiteY54790"/>
              </a:cxn>
              <a:cxn ang="0">
                <a:pos x="connsiteX54791" y="connsiteY54791"/>
              </a:cxn>
              <a:cxn ang="0">
                <a:pos x="connsiteX54792" y="connsiteY54792"/>
              </a:cxn>
              <a:cxn ang="0">
                <a:pos x="connsiteX54793" y="connsiteY54793"/>
              </a:cxn>
              <a:cxn ang="0">
                <a:pos x="connsiteX54794" y="connsiteY54794"/>
              </a:cxn>
              <a:cxn ang="0">
                <a:pos x="connsiteX54795" y="connsiteY54795"/>
              </a:cxn>
              <a:cxn ang="0">
                <a:pos x="connsiteX54796" y="connsiteY54796"/>
              </a:cxn>
              <a:cxn ang="0">
                <a:pos x="connsiteX54797" y="connsiteY54797"/>
              </a:cxn>
              <a:cxn ang="0">
                <a:pos x="connsiteX54798" y="connsiteY54798"/>
              </a:cxn>
              <a:cxn ang="0">
                <a:pos x="connsiteX54799" y="connsiteY54799"/>
              </a:cxn>
              <a:cxn ang="0">
                <a:pos x="connsiteX54800" y="connsiteY54800"/>
              </a:cxn>
              <a:cxn ang="0">
                <a:pos x="connsiteX54801" y="connsiteY54801"/>
              </a:cxn>
              <a:cxn ang="0">
                <a:pos x="connsiteX54802" y="connsiteY54802"/>
              </a:cxn>
              <a:cxn ang="0">
                <a:pos x="connsiteX54803" y="connsiteY54803"/>
              </a:cxn>
              <a:cxn ang="0">
                <a:pos x="connsiteX54804" y="connsiteY54804"/>
              </a:cxn>
              <a:cxn ang="0">
                <a:pos x="connsiteX54805" y="connsiteY54805"/>
              </a:cxn>
              <a:cxn ang="0">
                <a:pos x="connsiteX54806" y="connsiteY54806"/>
              </a:cxn>
              <a:cxn ang="0">
                <a:pos x="connsiteX54807" y="connsiteY54807"/>
              </a:cxn>
              <a:cxn ang="0">
                <a:pos x="connsiteX54808" y="connsiteY54808"/>
              </a:cxn>
              <a:cxn ang="0">
                <a:pos x="connsiteX54809" y="connsiteY54809"/>
              </a:cxn>
              <a:cxn ang="0">
                <a:pos x="connsiteX54810" y="connsiteY54810"/>
              </a:cxn>
              <a:cxn ang="0">
                <a:pos x="connsiteX54811" y="connsiteY54811"/>
              </a:cxn>
              <a:cxn ang="0">
                <a:pos x="connsiteX54812" y="connsiteY54812"/>
              </a:cxn>
              <a:cxn ang="0">
                <a:pos x="connsiteX54813" y="connsiteY54813"/>
              </a:cxn>
              <a:cxn ang="0">
                <a:pos x="connsiteX54814" y="connsiteY54814"/>
              </a:cxn>
              <a:cxn ang="0">
                <a:pos x="connsiteX54815" y="connsiteY54815"/>
              </a:cxn>
              <a:cxn ang="0">
                <a:pos x="connsiteX54816" y="connsiteY54816"/>
              </a:cxn>
              <a:cxn ang="0">
                <a:pos x="connsiteX54817" y="connsiteY54817"/>
              </a:cxn>
              <a:cxn ang="0">
                <a:pos x="connsiteX54818" y="connsiteY54818"/>
              </a:cxn>
              <a:cxn ang="0">
                <a:pos x="connsiteX54819" y="connsiteY54819"/>
              </a:cxn>
              <a:cxn ang="0">
                <a:pos x="connsiteX54820" y="connsiteY54820"/>
              </a:cxn>
              <a:cxn ang="0">
                <a:pos x="connsiteX54821" y="connsiteY54821"/>
              </a:cxn>
              <a:cxn ang="0">
                <a:pos x="connsiteX54822" y="connsiteY54822"/>
              </a:cxn>
              <a:cxn ang="0">
                <a:pos x="connsiteX54823" y="connsiteY54823"/>
              </a:cxn>
              <a:cxn ang="0">
                <a:pos x="connsiteX54824" y="connsiteY54824"/>
              </a:cxn>
              <a:cxn ang="0">
                <a:pos x="connsiteX54825" y="connsiteY54825"/>
              </a:cxn>
              <a:cxn ang="0">
                <a:pos x="connsiteX54826" y="connsiteY54826"/>
              </a:cxn>
              <a:cxn ang="0">
                <a:pos x="connsiteX54827" y="connsiteY54827"/>
              </a:cxn>
              <a:cxn ang="0">
                <a:pos x="connsiteX54828" y="connsiteY54828"/>
              </a:cxn>
              <a:cxn ang="0">
                <a:pos x="connsiteX54829" y="connsiteY54829"/>
              </a:cxn>
              <a:cxn ang="0">
                <a:pos x="connsiteX54830" y="connsiteY54830"/>
              </a:cxn>
              <a:cxn ang="0">
                <a:pos x="connsiteX54831" y="connsiteY54831"/>
              </a:cxn>
              <a:cxn ang="0">
                <a:pos x="connsiteX54832" y="connsiteY54832"/>
              </a:cxn>
              <a:cxn ang="0">
                <a:pos x="connsiteX54833" y="connsiteY54833"/>
              </a:cxn>
              <a:cxn ang="0">
                <a:pos x="connsiteX54834" y="connsiteY54834"/>
              </a:cxn>
              <a:cxn ang="0">
                <a:pos x="connsiteX54835" y="connsiteY54835"/>
              </a:cxn>
              <a:cxn ang="0">
                <a:pos x="connsiteX54836" y="connsiteY54836"/>
              </a:cxn>
              <a:cxn ang="0">
                <a:pos x="connsiteX54837" y="connsiteY54837"/>
              </a:cxn>
              <a:cxn ang="0">
                <a:pos x="connsiteX54838" y="connsiteY54838"/>
              </a:cxn>
              <a:cxn ang="0">
                <a:pos x="connsiteX54839" y="connsiteY54839"/>
              </a:cxn>
              <a:cxn ang="0">
                <a:pos x="connsiteX54840" y="connsiteY54840"/>
              </a:cxn>
              <a:cxn ang="0">
                <a:pos x="connsiteX54841" y="connsiteY54841"/>
              </a:cxn>
              <a:cxn ang="0">
                <a:pos x="connsiteX54842" y="connsiteY54842"/>
              </a:cxn>
              <a:cxn ang="0">
                <a:pos x="connsiteX54843" y="connsiteY54843"/>
              </a:cxn>
              <a:cxn ang="0">
                <a:pos x="connsiteX54844" y="connsiteY54844"/>
              </a:cxn>
              <a:cxn ang="0">
                <a:pos x="connsiteX54845" y="connsiteY54845"/>
              </a:cxn>
              <a:cxn ang="0">
                <a:pos x="connsiteX54846" y="connsiteY54846"/>
              </a:cxn>
              <a:cxn ang="0">
                <a:pos x="connsiteX54847" y="connsiteY54847"/>
              </a:cxn>
              <a:cxn ang="0">
                <a:pos x="connsiteX54848" y="connsiteY54848"/>
              </a:cxn>
              <a:cxn ang="0">
                <a:pos x="connsiteX54849" y="connsiteY54849"/>
              </a:cxn>
              <a:cxn ang="0">
                <a:pos x="connsiteX54850" y="connsiteY54850"/>
              </a:cxn>
              <a:cxn ang="0">
                <a:pos x="connsiteX54851" y="connsiteY54851"/>
              </a:cxn>
              <a:cxn ang="0">
                <a:pos x="connsiteX54852" y="connsiteY54852"/>
              </a:cxn>
              <a:cxn ang="0">
                <a:pos x="connsiteX54853" y="connsiteY54853"/>
              </a:cxn>
              <a:cxn ang="0">
                <a:pos x="connsiteX54854" y="connsiteY54854"/>
              </a:cxn>
              <a:cxn ang="0">
                <a:pos x="connsiteX54855" y="connsiteY54855"/>
              </a:cxn>
              <a:cxn ang="0">
                <a:pos x="connsiteX54856" y="connsiteY54856"/>
              </a:cxn>
              <a:cxn ang="0">
                <a:pos x="connsiteX54857" y="connsiteY54857"/>
              </a:cxn>
              <a:cxn ang="0">
                <a:pos x="connsiteX54858" y="connsiteY54858"/>
              </a:cxn>
              <a:cxn ang="0">
                <a:pos x="connsiteX54859" y="connsiteY54859"/>
              </a:cxn>
              <a:cxn ang="0">
                <a:pos x="connsiteX54860" y="connsiteY54860"/>
              </a:cxn>
              <a:cxn ang="0">
                <a:pos x="connsiteX54861" y="connsiteY54861"/>
              </a:cxn>
              <a:cxn ang="0">
                <a:pos x="connsiteX54862" y="connsiteY54862"/>
              </a:cxn>
              <a:cxn ang="0">
                <a:pos x="connsiteX54863" y="connsiteY54863"/>
              </a:cxn>
              <a:cxn ang="0">
                <a:pos x="connsiteX54864" y="connsiteY54864"/>
              </a:cxn>
              <a:cxn ang="0">
                <a:pos x="connsiteX54865" y="connsiteY54865"/>
              </a:cxn>
              <a:cxn ang="0">
                <a:pos x="connsiteX54866" y="connsiteY54866"/>
              </a:cxn>
              <a:cxn ang="0">
                <a:pos x="connsiteX54867" y="connsiteY54867"/>
              </a:cxn>
              <a:cxn ang="0">
                <a:pos x="connsiteX54868" y="connsiteY54868"/>
              </a:cxn>
              <a:cxn ang="0">
                <a:pos x="connsiteX54869" y="connsiteY54869"/>
              </a:cxn>
              <a:cxn ang="0">
                <a:pos x="connsiteX54870" y="connsiteY54870"/>
              </a:cxn>
              <a:cxn ang="0">
                <a:pos x="connsiteX54871" y="connsiteY54871"/>
              </a:cxn>
              <a:cxn ang="0">
                <a:pos x="connsiteX54872" y="connsiteY54872"/>
              </a:cxn>
              <a:cxn ang="0">
                <a:pos x="connsiteX54873" y="connsiteY54873"/>
              </a:cxn>
              <a:cxn ang="0">
                <a:pos x="connsiteX54874" y="connsiteY54874"/>
              </a:cxn>
              <a:cxn ang="0">
                <a:pos x="connsiteX54875" y="connsiteY54875"/>
              </a:cxn>
              <a:cxn ang="0">
                <a:pos x="connsiteX54876" y="connsiteY54876"/>
              </a:cxn>
              <a:cxn ang="0">
                <a:pos x="connsiteX54877" y="connsiteY54877"/>
              </a:cxn>
              <a:cxn ang="0">
                <a:pos x="connsiteX54878" y="connsiteY54878"/>
              </a:cxn>
              <a:cxn ang="0">
                <a:pos x="connsiteX54879" y="connsiteY54879"/>
              </a:cxn>
              <a:cxn ang="0">
                <a:pos x="connsiteX54880" y="connsiteY54880"/>
              </a:cxn>
              <a:cxn ang="0">
                <a:pos x="connsiteX54881" y="connsiteY54881"/>
              </a:cxn>
              <a:cxn ang="0">
                <a:pos x="connsiteX54882" y="connsiteY54882"/>
              </a:cxn>
              <a:cxn ang="0">
                <a:pos x="connsiteX54883" y="connsiteY54883"/>
              </a:cxn>
              <a:cxn ang="0">
                <a:pos x="connsiteX54884" y="connsiteY54884"/>
              </a:cxn>
              <a:cxn ang="0">
                <a:pos x="connsiteX54885" y="connsiteY54885"/>
              </a:cxn>
              <a:cxn ang="0">
                <a:pos x="connsiteX54886" y="connsiteY54886"/>
              </a:cxn>
              <a:cxn ang="0">
                <a:pos x="connsiteX54887" y="connsiteY54887"/>
              </a:cxn>
              <a:cxn ang="0">
                <a:pos x="connsiteX54888" y="connsiteY54888"/>
              </a:cxn>
              <a:cxn ang="0">
                <a:pos x="connsiteX54889" y="connsiteY54889"/>
              </a:cxn>
              <a:cxn ang="0">
                <a:pos x="connsiteX54890" y="connsiteY54890"/>
              </a:cxn>
              <a:cxn ang="0">
                <a:pos x="connsiteX54891" y="connsiteY54891"/>
              </a:cxn>
              <a:cxn ang="0">
                <a:pos x="connsiteX54892" y="connsiteY54892"/>
              </a:cxn>
              <a:cxn ang="0">
                <a:pos x="connsiteX54893" y="connsiteY54893"/>
              </a:cxn>
              <a:cxn ang="0">
                <a:pos x="connsiteX54894" y="connsiteY54894"/>
              </a:cxn>
              <a:cxn ang="0">
                <a:pos x="connsiteX54895" y="connsiteY54895"/>
              </a:cxn>
              <a:cxn ang="0">
                <a:pos x="connsiteX54896" y="connsiteY54896"/>
              </a:cxn>
              <a:cxn ang="0">
                <a:pos x="connsiteX54897" y="connsiteY54897"/>
              </a:cxn>
              <a:cxn ang="0">
                <a:pos x="connsiteX54898" y="connsiteY54898"/>
              </a:cxn>
              <a:cxn ang="0">
                <a:pos x="connsiteX54899" y="connsiteY54899"/>
              </a:cxn>
              <a:cxn ang="0">
                <a:pos x="connsiteX54900" y="connsiteY54900"/>
              </a:cxn>
              <a:cxn ang="0">
                <a:pos x="connsiteX54901" y="connsiteY54901"/>
              </a:cxn>
              <a:cxn ang="0">
                <a:pos x="connsiteX54902" y="connsiteY54902"/>
              </a:cxn>
              <a:cxn ang="0">
                <a:pos x="connsiteX54903" y="connsiteY54903"/>
              </a:cxn>
              <a:cxn ang="0">
                <a:pos x="connsiteX54904" y="connsiteY54904"/>
              </a:cxn>
              <a:cxn ang="0">
                <a:pos x="connsiteX54905" y="connsiteY54905"/>
              </a:cxn>
              <a:cxn ang="0">
                <a:pos x="connsiteX54906" y="connsiteY54906"/>
              </a:cxn>
              <a:cxn ang="0">
                <a:pos x="connsiteX54907" y="connsiteY54907"/>
              </a:cxn>
              <a:cxn ang="0">
                <a:pos x="connsiteX54908" y="connsiteY54908"/>
              </a:cxn>
              <a:cxn ang="0">
                <a:pos x="connsiteX54909" y="connsiteY54909"/>
              </a:cxn>
              <a:cxn ang="0">
                <a:pos x="connsiteX54910" y="connsiteY54910"/>
              </a:cxn>
              <a:cxn ang="0">
                <a:pos x="connsiteX54911" y="connsiteY54911"/>
              </a:cxn>
              <a:cxn ang="0">
                <a:pos x="connsiteX54912" y="connsiteY54912"/>
              </a:cxn>
              <a:cxn ang="0">
                <a:pos x="connsiteX54913" y="connsiteY54913"/>
              </a:cxn>
              <a:cxn ang="0">
                <a:pos x="connsiteX54914" y="connsiteY54914"/>
              </a:cxn>
              <a:cxn ang="0">
                <a:pos x="connsiteX54915" y="connsiteY54915"/>
              </a:cxn>
              <a:cxn ang="0">
                <a:pos x="connsiteX54916" y="connsiteY54916"/>
              </a:cxn>
              <a:cxn ang="0">
                <a:pos x="connsiteX54917" y="connsiteY54917"/>
              </a:cxn>
              <a:cxn ang="0">
                <a:pos x="connsiteX54918" y="connsiteY54918"/>
              </a:cxn>
              <a:cxn ang="0">
                <a:pos x="connsiteX54919" y="connsiteY54919"/>
              </a:cxn>
              <a:cxn ang="0">
                <a:pos x="connsiteX54920" y="connsiteY54920"/>
              </a:cxn>
              <a:cxn ang="0">
                <a:pos x="connsiteX54921" y="connsiteY54921"/>
              </a:cxn>
              <a:cxn ang="0">
                <a:pos x="connsiteX54922" y="connsiteY54922"/>
              </a:cxn>
              <a:cxn ang="0">
                <a:pos x="connsiteX54923" y="connsiteY54923"/>
              </a:cxn>
              <a:cxn ang="0">
                <a:pos x="connsiteX54924" y="connsiteY54924"/>
              </a:cxn>
              <a:cxn ang="0">
                <a:pos x="connsiteX54925" y="connsiteY54925"/>
              </a:cxn>
              <a:cxn ang="0">
                <a:pos x="connsiteX54926" y="connsiteY54926"/>
              </a:cxn>
              <a:cxn ang="0">
                <a:pos x="connsiteX54927" y="connsiteY54927"/>
              </a:cxn>
              <a:cxn ang="0">
                <a:pos x="connsiteX54928" y="connsiteY54928"/>
              </a:cxn>
              <a:cxn ang="0">
                <a:pos x="connsiteX54929" y="connsiteY54929"/>
              </a:cxn>
              <a:cxn ang="0">
                <a:pos x="connsiteX54930" y="connsiteY54930"/>
              </a:cxn>
              <a:cxn ang="0">
                <a:pos x="connsiteX54931" y="connsiteY54931"/>
              </a:cxn>
              <a:cxn ang="0">
                <a:pos x="connsiteX54932" y="connsiteY54932"/>
              </a:cxn>
              <a:cxn ang="0">
                <a:pos x="connsiteX54933" y="connsiteY54933"/>
              </a:cxn>
              <a:cxn ang="0">
                <a:pos x="connsiteX54934" y="connsiteY54934"/>
              </a:cxn>
              <a:cxn ang="0">
                <a:pos x="connsiteX54935" y="connsiteY54935"/>
              </a:cxn>
              <a:cxn ang="0">
                <a:pos x="connsiteX54936" y="connsiteY54936"/>
              </a:cxn>
              <a:cxn ang="0">
                <a:pos x="connsiteX54937" y="connsiteY54937"/>
              </a:cxn>
              <a:cxn ang="0">
                <a:pos x="connsiteX54938" y="connsiteY54938"/>
              </a:cxn>
              <a:cxn ang="0">
                <a:pos x="connsiteX54939" y="connsiteY54939"/>
              </a:cxn>
              <a:cxn ang="0">
                <a:pos x="connsiteX54940" y="connsiteY54940"/>
              </a:cxn>
              <a:cxn ang="0">
                <a:pos x="connsiteX54941" y="connsiteY54941"/>
              </a:cxn>
              <a:cxn ang="0">
                <a:pos x="connsiteX54942" y="connsiteY54942"/>
              </a:cxn>
              <a:cxn ang="0">
                <a:pos x="connsiteX54943" y="connsiteY54943"/>
              </a:cxn>
              <a:cxn ang="0">
                <a:pos x="connsiteX54944" y="connsiteY54944"/>
              </a:cxn>
              <a:cxn ang="0">
                <a:pos x="connsiteX54945" y="connsiteY54945"/>
              </a:cxn>
              <a:cxn ang="0">
                <a:pos x="connsiteX54946" y="connsiteY54946"/>
              </a:cxn>
              <a:cxn ang="0">
                <a:pos x="connsiteX54947" y="connsiteY54947"/>
              </a:cxn>
              <a:cxn ang="0">
                <a:pos x="connsiteX54948" y="connsiteY54948"/>
              </a:cxn>
              <a:cxn ang="0">
                <a:pos x="connsiteX54949" y="connsiteY54949"/>
              </a:cxn>
              <a:cxn ang="0">
                <a:pos x="connsiteX54950" y="connsiteY54950"/>
              </a:cxn>
              <a:cxn ang="0">
                <a:pos x="connsiteX54951" y="connsiteY54951"/>
              </a:cxn>
              <a:cxn ang="0">
                <a:pos x="connsiteX54952" y="connsiteY54952"/>
              </a:cxn>
              <a:cxn ang="0">
                <a:pos x="connsiteX54953" y="connsiteY54953"/>
              </a:cxn>
              <a:cxn ang="0">
                <a:pos x="connsiteX54954" y="connsiteY54954"/>
              </a:cxn>
              <a:cxn ang="0">
                <a:pos x="connsiteX54955" y="connsiteY54955"/>
              </a:cxn>
              <a:cxn ang="0">
                <a:pos x="connsiteX54956" y="connsiteY54956"/>
              </a:cxn>
              <a:cxn ang="0">
                <a:pos x="connsiteX54957" y="connsiteY54957"/>
              </a:cxn>
              <a:cxn ang="0">
                <a:pos x="connsiteX54958" y="connsiteY54958"/>
              </a:cxn>
              <a:cxn ang="0">
                <a:pos x="connsiteX54959" y="connsiteY54959"/>
              </a:cxn>
              <a:cxn ang="0">
                <a:pos x="connsiteX54960" y="connsiteY54960"/>
              </a:cxn>
              <a:cxn ang="0">
                <a:pos x="connsiteX54961" y="connsiteY54961"/>
              </a:cxn>
              <a:cxn ang="0">
                <a:pos x="connsiteX54962" y="connsiteY54962"/>
              </a:cxn>
              <a:cxn ang="0">
                <a:pos x="connsiteX54963" y="connsiteY54963"/>
              </a:cxn>
              <a:cxn ang="0">
                <a:pos x="connsiteX54964" y="connsiteY54964"/>
              </a:cxn>
              <a:cxn ang="0">
                <a:pos x="connsiteX54965" y="connsiteY54965"/>
              </a:cxn>
              <a:cxn ang="0">
                <a:pos x="connsiteX54966" y="connsiteY54966"/>
              </a:cxn>
              <a:cxn ang="0">
                <a:pos x="connsiteX54967" y="connsiteY54967"/>
              </a:cxn>
              <a:cxn ang="0">
                <a:pos x="connsiteX54968" y="connsiteY54968"/>
              </a:cxn>
              <a:cxn ang="0">
                <a:pos x="connsiteX54969" y="connsiteY54969"/>
              </a:cxn>
              <a:cxn ang="0">
                <a:pos x="connsiteX54970" y="connsiteY54970"/>
              </a:cxn>
              <a:cxn ang="0">
                <a:pos x="connsiteX54971" y="connsiteY54971"/>
              </a:cxn>
              <a:cxn ang="0">
                <a:pos x="connsiteX54972" y="connsiteY54972"/>
              </a:cxn>
              <a:cxn ang="0">
                <a:pos x="connsiteX54973" y="connsiteY54973"/>
              </a:cxn>
              <a:cxn ang="0">
                <a:pos x="connsiteX54974" y="connsiteY54974"/>
              </a:cxn>
              <a:cxn ang="0">
                <a:pos x="connsiteX54975" y="connsiteY54975"/>
              </a:cxn>
              <a:cxn ang="0">
                <a:pos x="connsiteX54976" y="connsiteY54976"/>
              </a:cxn>
              <a:cxn ang="0">
                <a:pos x="connsiteX54977" y="connsiteY54977"/>
              </a:cxn>
              <a:cxn ang="0">
                <a:pos x="connsiteX54978" y="connsiteY54978"/>
              </a:cxn>
              <a:cxn ang="0">
                <a:pos x="connsiteX54979" y="connsiteY54979"/>
              </a:cxn>
              <a:cxn ang="0">
                <a:pos x="connsiteX54980" y="connsiteY54980"/>
              </a:cxn>
              <a:cxn ang="0">
                <a:pos x="connsiteX54981" y="connsiteY54981"/>
              </a:cxn>
              <a:cxn ang="0">
                <a:pos x="connsiteX54982" y="connsiteY54982"/>
              </a:cxn>
              <a:cxn ang="0">
                <a:pos x="connsiteX54983" y="connsiteY54983"/>
              </a:cxn>
              <a:cxn ang="0">
                <a:pos x="connsiteX54984" y="connsiteY54984"/>
              </a:cxn>
              <a:cxn ang="0">
                <a:pos x="connsiteX54985" y="connsiteY54985"/>
              </a:cxn>
              <a:cxn ang="0">
                <a:pos x="connsiteX54986" y="connsiteY54986"/>
              </a:cxn>
              <a:cxn ang="0">
                <a:pos x="connsiteX54987" y="connsiteY54987"/>
              </a:cxn>
              <a:cxn ang="0">
                <a:pos x="connsiteX54988" y="connsiteY54988"/>
              </a:cxn>
              <a:cxn ang="0">
                <a:pos x="connsiteX54989" y="connsiteY54989"/>
              </a:cxn>
              <a:cxn ang="0">
                <a:pos x="connsiteX54990" y="connsiteY54990"/>
              </a:cxn>
              <a:cxn ang="0">
                <a:pos x="connsiteX54991" y="connsiteY54991"/>
              </a:cxn>
              <a:cxn ang="0">
                <a:pos x="connsiteX54992" y="connsiteY54992"/>
              </a:cxn>
              <a:cxn ang="0">
                <a:pos x="connsiteX54993" y="connsiteY54993"/>
              </a:cxn>
              <a:cxn ang="0">
                <a:pos x="connsiteX54994" y="connsiteY54994"/>
              </a:cxn>
              <a:cxn ang="0">
                <a:pos x="connsiteX54995" y="connsiteY54995"/>
              </a:cxn>
              <a:cxn ang="0">
                <a:pos x="connsiteX54996" y="connsiteY54996"/>
              </a:cxn>
              <a:cxn ang="0">
                <a:pos x="connsiteX54997" y="connsiteY54997"/>
              </a:cxn>
              <a:cxn ang="0">
                <a:pos x="connsiteX54998" y="connsiteY54998"/>
              </a:cxn>
              <a:cxn ang="0">
                <a:pos x="connsiteX54999" y="connsiteY54999"/>
              </a:cxn>
              <a:cxn ang="0">
                <a:pos x="connsiteX55000" y="connsiteY55000"/>
              </a:cxn>
              <a:cxn ang="0">
                <a:pos x="connsiteX55001" y="connsiteY55001"/>
              </a:cxn>
              <a:cxn ang="0">
                <a:pos x="connsiteX55002" y="connsiteY55002"/>
              </a:cxn>
              <a:cxn ang="0">
                <a:pos x="connsiteX55003" y="connsiteY55003"/>
              </a:cxn>
              <a:cxn ang="0">
                <a:pos x="connsiteX55004" y="connsiteY55004"/>
              </a:cxn>
              <a:cxn ang="0">
                <a:pos x="connsiteX55005" y="connsiteY55005"/>
              </a:cxn>
              <a:cxn ang="0">
                <a:pos x="connsiteX55006" y="connsiteY55006"/>
              </a:cxn>
              <a:cxn ang="0">
                <a:pos x="connsiteX55007" y="connsiteY55007"/>
              </a:cxn>
              <a:cxn ang="0">
                <a:pos x="connsiteX55008" y="connsiteY55008"/>
              </a:cxn>
              <a:cxn ang="0">
                <a:pos x="connsiteX55009" y="connsiteY55009"/>
              </a:cxn>
              <a:cxn ang="0">
                <a:pos x="connsiteX55010" y="connsiteY55010"/>
              </a:cxn>
              <a:cxn ang="0">
                <a:pos x="connsiteX55011" y="connsiteY55011"/>
              </a:cxn>
              <a:cxn ang="0">
                <a:pos x="connsiteX55012" y="connsiteY55012"/>
              </a:cxn>
              <a:cxn ang="0">
                <a:pos x="connsiteX55013" y="connsiteY55013"/>
              </a:cxn>
              <a:cxn ang="0">
                <a:pos x="connsiteX55014" y="connsiteY55014"/>
              </a:cxn>
              <a:cxn ang="0">
                <a:pos x="connsiteX55015" y="connsiteY55015"/>
              </a:cxn>
              <a:cxn ang="0">
                <a:pos x="connsiteX55016" y="connsiteY55016"/>
              </a:cxn>
              <a:cxn ang="0">
                <a:pos x="connsiteX55017" y="connsiteY55017"/>
              </a:cxn>
              <a:cxn ang="0">
                <a:pos x="connsiteX55018" y="connsiteY55018"/>
              </a:cxn>
              <a:cxn ang="0">
                <a:pos x="connsiteX55019" y="connsiteY55019"/>
              </a:cxn>
              <a:cxn ang="0">
                <a:pos x="connsiteX55020" y="connsiteY55020"/>
              </a:cxn>
              <a:cxn ang="0">
                <a:pos x="connsiteX55021" y="connsiteY55021"/>
              </a:cxn>
              <a:cxn ang="0">
                <a:pos x="connsiteX55022" y="connsiteY55022"/>
              </a:cxn>
              <a:cxn ang="0">
                <a:pos x="connsiteX55023" y="connsiteY55023"/>
              </a:cxn>
              <a:cxn ang="0">
                <a:pos x="connsiteX55024" y="connsiteY55024"/>
              </a:cxn>
              <a:cxn ang="0">
                <a:pos x="connsiteX55025" y="connsiteY55025"/>
              </a:cxn>
              <a:cxn ang="0">
                <a:pos x="connsiteX55026" y="connsiteY55026"/>
              </a:cxn>
              <a:cxn ang="0">
                <a:pos x="connsiteX55027" y="connsiteY55027"/>
              </a:cxn>
              <a:cxn ang="0">
                <a:pos x="connsiteX55028" y="connsiteY55028"/>
              </a:cxn>
              <a:cxn ang="0">
                <a:pos x="connsiteX55029" y="connsiteY55029"/>
              </a:cxn>
              <a:cxn ang="0">
                <a:pos x="connsiteX55030" y="connsiteY55030"/>
              </a:cxn>
              <a:cxn ang="0">
                <a:pos x="connsiteX55031" y="connsiteY55031"/>
              </a:cxn>
              <a:cxn ang="0">
                <a:pos x="connsiteX55032" y="connsiteY55032"/>
              </a:cxn>
              <a:cxn ang="0">
                <a:pos x="connsiteX55033" y="connsiteY55033"/>
              </a:cxn>
              <a:cxn ang="0">
                <a:pos x="connsiteX55034" y="connsiteY55034"/>
              </a:cxn>
              <a:cxn ang="0">
                <a:pos x="connsiteX55035" y="connsiteY55035"/>
              </a:cxn>
              <a:cxn ang="0">
                <a:pos x="connsiteX55036" y="connsiteY55036"/>
              </a:cxn>
              <a:cxn ang="0">
                <a:pos x="connsiteX55037" y="connsiteY55037"/>
              </a:cxn>
              <a:cxn ang="0">
                <a:pos x="connsiteX55038" y="connsiteY55038"/>
              </a:cxn>
              <a:cxn ang="0">
                <a:pos x="connsiteX55039" y="connsiteY55039"/>
              </a:cxn>
              <a:cxn ang="0">
                <a:pos x="connsiteX55040" y="connsiteY55040"/>
              </a:cxn>
              <a:cxn ang="0">
                <a:pos x="connsiteX55041" y="connsiteY55041"/>
              </a:cxn>
              <a:cxn ang="0">
                <a:pos x="connsiteX55042" y="connsiteY55042"/>
              </a:cxn>
              <a:cxn ang="0">
                <a:pos x="connsiteX55043" y="connsiteY55043"/>
              </a:cxn>
              <a:cxn ang="0">
                <a:pos x="connsiteX55044" y="connsiteY55044"/>
              </a:cxn>
              <a:cxn ang="0">
                <a:pos x="connsiteX55045" y="connsiteY55045"/>
              </a:cxn>
              <a:cxn ang="0">
                <a:pos x="connsiteX55046" y="connsiteY55046"/>
              </a:cxn>
              <a:cxn ang="0">
                <a:pos x="connsiteX55047" y="connsiteY55047"/>
              </a:cxn>
              <a:cxn ang="0">
                <a:pos x="connsiteX55048" y="connsiteY55048"/>
              </a:cxn>
              <a:cxn ang="0">
                <a:pos x="connsiteX55049" y="connsiteY55049"/>
              </a:cxn>
              <a:cxn ang="0">
                <a:pos x="connsiteX55050" y="connsiteY55050"/>
              </a:cxn>
              <a:cxn ang="0">
                <a:pos x="connsiteX55051" y="connsiteY55051"/>
              </a:cxn>
              <a:cxn ang="0">
                <a:pos x="connsiteX55052" y="connsiteY55052"/>
              </a:cxn>
              <a:cxn ang="0">
                <a:pos x="connsiteX55053" y="connsiteY55053"/>
              </a:cxn>
              <a:cxn ang="0">
                <a:pos x="connsiteX55054" y="connsiteY55054"/>
              </a:cxn>
              <a:cxn ang="0">
                <a:pos x="connsiteX55055" y="connsiteY55055"/>
              </a:cxn>
              <a:cxn ang="0">
                <a:pos x="connsiteX55056" y="connsiteY55056"/>
              </a:cxn>
              <a:cxn ang="0">
                <a:pos x="connsiteX55057" y="connsiteY55057"/>
              </a:cxn>
              <a:cxn ang="0">
                <a:pos x="connsiteX55058" y="connsiteY55058"/>
              </a:cxn>
              <a:cxn ang="0">
                <a:pos x="connsiteX55059" y="connsiteY55059"/>
              </a:cxn>
              <a:cxn ang="0">
                <a:pos x="connsiteX55060" y="connsiteY55060"/>
              </a:cxn>
              <a:cxn ang="0">
                <a:pos x="connsiteX55061" y="connsiteY55061"/>
              </a:cxn>
              <a:cxn ang="0">
                <a:pos x="connsiteX55062" y="connsiteY55062"/>
              </a:cxn>
              <a:cxn ang="0">
                <a:pos x="connsiteX55063" y="connsiteY55063"/>
              </a:cxn>
              <a:cxn ang="0">
                <a:pos x="connsiteX55064" y="connsiteY55064"/>
              </a:cxn>
              <a:cxn ang="0">
                <a:pos x="connsiteX55065" y="connsiteY55065"/>
              </a:cxn>
              <a:cxn ang="0">
                <a:pos x="connsiteX55066" y="connsiteY55066"/>
              </a:cxn>
              <a:cxn ang="0">
                <a:pos x="connsiteX55067" y="connsiteY55067"/>
              </a:cxn>
              <a:cxn ang="0">
                <a:pos x="connsiteX55068" y="connsiteY55068"/>
              </a:cxn>
              <a:cxn ang="0">
                <a:pos x="connsiteX55069" y="connsiteY55069"/>
              </a:cxn>
              <a:cxn ang="0">
                <a:pos x="connsiteX55070" y="connsiteY55070"/>
              </a:cxn>
              <a:cxn ang="0">
                <a:pos x="connsiteX55071" y="connsiteY55071"/>
              </a:cxn>
              <a:cxn ang="0">
                <a:pos x="connsiteX55072" y="connsiteY55072"/>
              </a:cxn>
              <a:cxn ang="0">
                <a:pos x="connsiteX55073" y="connsiteY55073"/>
              </a:cxn>
              <a:cxn ang="0">
                <a:pos x="connsiteX55074" y="connsiteY55074"/>
              </a:cxn>
              <a:cxn ang="0">
                <a:pos x="connsiteX55075" y="connsiteY55075"/>
              </a:cxn>
              <a:cxn ang="0">
                <a:pos x="connsiteX55076" y="connsiteY55076"/>
              </a:cxn>
              <a:cxn ang="0">
                <a:pos x="connsiteX55077" y="connsiteY55077"/>
              </a:cxn>
              <a:cxn ang="0">
                <a:pos x="connsiteX55078" y="connsiteY55078"/>
              </a:cxn>
              <a:cxn ang="0">
                <a:pos x="connsiteX55079" y="connsiteY55079"/>
              </a:cxn>
              <a:cxn ang="0">
                <a:pos x="connsiteX55080" y="connsiteY55080"/>
              </a:cxn>
              <a:cxn ang="0">
                <a:pos x="connsiteX55081" y="connsiteY55081"/>
              </a:cxn>
              <a:cxn ang="0">
                <a:pos x="connsiteX55082" y="connsiteY55082"/>
              </a:cxn>
              <a:cxn ang="0">
                <a:pos x="connsiteX55083" y="connsiteY55083"/>
              </a:cxn>
              <a:cxn ang="0">
                <a:pos x="connsiteX55084" y="connsiteY55084"/>
              </a:cxn>
              <a:cxn ang="0">
                <a:pos x="connsiteX55085" y="connsiteY55085"/>
              </a:cxn>
              <a:cxn ang="0">
                <a:pos x="connsiteX55086" y="connsiteY55086"/>
              </a:cxn>
              <a:cxn ang="0">
                <a:pos x="connsiteX55087" y="connsiteY55087"/>
              </a:cxn>
              <a:cxn ang="0">
                <a:pos x="connsiteX55088" y="connsiteY55088"/>
              </a:cxn>
              <a:cxn ang="0">
                <a:pos x="connsiteX55089" y="connsiteY55089"/>
              </a:cxn>
              <a:cxn ang="0">
                <a:pos x="connsiteX55090" y="connsiteY55090"/>
              </a:cxn>
              <a:cxn ang="0">
                <a:pos x="connsiteX55091" y="connsiteY55091"/>
              </a:cxn>
              <a:cxn ang="0">
                <a:pos x="connsiteX55092" y="connsiteY55092"/>
              </a:cxn>
              <a:cxn ang="0">
                <a:pos x="connsiteX55093" y="connsiteY55093"/>
              </a:cxn>
              <a:cxn ang="0">
                <a:pos x="connsiteX55094" y="connsiteY55094"/>
              </a:cxn>
              <a:cxn ang="0">
                <a:pos x="connsiteX55095" y="connsiteY55095"/>
              </a:cxn>
              <a:cxn ang="0">
                <a:pos x="connsiteX55096" y="connsiteY55096"/>
              </a:cxn>
              <a:cxn ang="0">
                <a:pos x="connsiteX55097" y="connsiteY55097"/>
              </a:cxn>
              <a:cxn ang="0">
                <a:pos x="connsiteX55098" y="connsiteY55098"/>
              </a:cxn>
              <a:cxn ang="0">
                <a:pos x="connsiteX55099" y="connsiteY55099"/>
              </a:cxn>
              <a:cxn ang="0">
                <a:pos x="connsiteX55100" y="connsiteY55100"/>
              </a:cxn>
              <a:cxn ang="0">
                <a:pos x="connsiteX55101" y="connsiteY55101"/>
              </a:cxn>
              <a:cxn ang="0">
                <a:pos x="connsiteX55102" y="connsiteY55102"/>
              </a:cxn>
              <a:cxn ang="0">
                <a:pos x="connsiteX55103" y="connsiteY55103"/>
              </a:cxn>
              <a:cxn ang="0">
                <a:pos x="connsiteX55104" y="connsiteY55104"/>
              </a:cxn>
              <a:cxn ang="0">
                <a:pos x="connsiteX55105" y="connsiteY55105"/>
              </a:cxn>
              <a:cxn ang="0">
                <a:pos x="connsiteX55106" y="connsiteY55106"/>
              </a:cxn>
              <a:cxn ang="0">
                <a:pos x="connsiteX55107" y="connsiteY55107"/>
              </a:cxn>
              <a:cxn ang="0">
                <a:pos x="connsiteX55108" y="connsiteY55108"/>
              </a:cxn>
              <a:cxn ang="0">
                <a:pos x="connsiteX55109" y="connsiteY55109"/>
              </a:cxn>
              <a:cxn ang="0">
                <a:pos x="connsiteX55110" y="connsiteY55110"/>
              </a:cxn>
              <a:cxn ang="0">
                <a:pos x="connsiteX55111" y="connsiteY55111"/>
              </a:cxn>
              <a:cxn ang="0">
                <a:pos x="connsiteX55112" y="connsiteY55112"/>
              </a:cxn>
              <a:cxn ang="0">
                <a:pos x="connsiteX55113" y="connsiteY55113"/>
              </a:cxn>
              <a:cxn ang="0">
                <a:pos x="connsiteX55114" y="connsiteY55114"/>
              </a:cxn>
              <a:cxn ang="0">
                <a:pos x="connsiteX55115" y="connsiteY55115"/>
              </a:cxn>
              <a:cxn ang="0">
                <a:pos x="connsiteX55116" y="connsiteY55116"/>
              </a:cxn>
              <a:cxn ang="0">
                <a:pos x="connsiteX55117" y="connsiteY55117"/>
              </a:cxn>
              <a:cxn ang="0">
                <a:pos x="connsiteX55118" y="connsiteY55118"/>
              </a:cxn>
              <a:cxn ang="0">
                <a:pos x="connsiteX55119" y="connsiteY55119"/>
              </a:cxn>
              <a:cxn ang="0">
                <a:pos x="connsiteX55120" y="connsiteY55120"/>
              </a:cxn>
              <a:cxn ang="0">
                <a:pos x="connsiteX55121" y="connsiteY55121"/>
              </a:cxn>
              <a:cxn ang="0">
                <a:pos x="connsiteX55122" y="connsiteY55122"/>
              </a:cxn>
              <a:cxn ang="0">
                <a:pos x="connsiteX55123" y="connsiteY55123"/>
              </a:cxn>
              <a:cxn ang="0">
                <a:pos x="connsiteX55124" y="connsiteY55124"/>
              </a:cxn>
              <a:cxn ang="0">
                <a:pos x="connsiteX55125" y="connsiteY55125"/>
              </a:cxn>
              <a:cxn ang="0">
                <a:pos x="connsiteX55126" y="connsiteY55126"/>
              </a:cxn>
              <a:cxn ang="0">
                <a:pos x="connsiteX55127" y="connsiteY55127"/>
              </a:cxn>
              <a:cxn ang="0">
                <a:pos x="connsiteX55128" y="connsiteY55128"/>
              </a:cxn>
              <a:cxn ang="0">
                <a:pos x="connsiteX55129" y="connsiteY55129"/>
              </a:cxn>
              <a:cxn ang="0">
                <a:pos x="connsiteX55130" y="connsiteY55130"/>
              </a:cxn>
              <a:cxn ang="0">
                <a:pos x="connsiteX55131" y="connsiteY55131"/>
              </a:cxn>
              <a:cxn ang="0">
                <a:pos x="connsiteX55132" y="connsiteY55132"/>
              </a:cxn>
              <a:cxn ang="0">
                <a:pos x="connsiteX55133" y="connsiteY55133"/>
              </a:cxn>
              <a:cxn ang="0">
                <a:pos x="connsiteX55134" y="connsiteY55134"/>
              </a:cxn>
              <a:cxn ang="0">
                <a:pos x="connsiteX55135" y="connsiteY55135"/>
              </a:cxn>
              <a:cxn ang="0">
                <a:pos x="connsiteX55136" y="connsiteY55136"/>
              </a:cxn>
              <a:cxn ang="0">
                <a:pos x="connsiteX55137" y="connsiteY55137"/>
              </a:cxn>
              <a:cxn ang="0">
                <a:pos x="connsiteX55138" y="connsiteY55138"/>
              </a:cxn>
              <a:cxn ang="0">
                <a:pos x="connsiteX55139" y="connsiteY55139"/>
              </a:cxn>
              <a:cxn ang="0">
                <a:pos x="connsiteX55140" y="connsiteY55140"/>
              </a:cxn>
              <a:cxn ang="0">
                <a:pos x="connsiteX55141" y="connsiteY55141"/>
              </a:cxn>
              <a:cxn ang="0">
                <a:pos x="connsiteX55142" y="connsiteY55142"/>
              </a:cxn>
              <a:cxn ang="0">
                <a:pos x="connsiteX55143" y="connsiteY55143"/>
              </a:cxn>
              <a:cxn ang="0">
                <a:pos x="connsiteX55144" y="connsiteY55144"/>
              </a:cxn>
              <a:cxn ang="0">
                <a:pos x="connsiteX55145" y="connsiteY55145"/>
              </a:cxn>
              <a:cxn ang="0">
                <a:pos x="connsiteX55146" y="connsiteY55146"/>
              </a:cxn>
              <a:cxn ang="0">
                <a:pos x="connsiteX55147" y="connsiteY55147"/>
              </a:cxn>
              <a:cxn ang="0">
                <a:pos x="connsiteX55148" y="connsiteY55148"/>
              </a:cxn>
              <a:cxn ang="0">
                <a:pos x="connsiteX55149" y="connsiteY55149"/>
              </a:cxn>
              <a:cxn ang="0">
                <a:pos x="connsiteX55150" y="connsiteY55150"/>
              </a:cxn>
              <a:cxn ang="0">
                <a:pos x="connsiteX55151" y="connsiteY55151"/>
              </a:cxn>
              <a:cxn ang="0">
                <a:pos x="connsiteX55152" y="connsiteY55152"/>
              </a:cxn>
              <a:cxn ang="0">
                <a:pos x="connsiteX55153" y="connsiteY55153"/>
              </a:cxn>
              <a:cxn ang="0">
                <a:pos x="connsiteX55154" y="connsiteY55154"/>
              </a:cxn>
              <a:cxn ang="0">
                <a:pos x="connsiteX55155" y="connsiteY55155"/>
              </a:cxn>
              <a:cxn ang="0">
                <a:pos x="connsiteX55156" y="connsiteY55156"/>
              </a:cxn>
              <a:cxn ang="0">
                <a:pos x="connsiteX55157" y="connsiteY55157"/>
              </a:cxn>
              <a:cxn ang="0">
                <a:pos x="connsiteX55158" y="connsiteY55158"/>
              </a:cxn>
              <a:cxn ang="0">
                <a:pos x="connsiteX55159" y="connsiteY55159"/>
              </a:cxn>
              <a:cxn ang="0">
                <a:pos x="connsiteX55160" y="connsiteY55160"/>
              </a:cxn>
              <a:cxn ang="0">
                <a:pos x="connsiteX55161" y="connsiteY55161"/>
              </a:cxn>
              <a:cxn ang="0">
                <a:pos x="connsiteX55162" y="connsiteY55162"/>
              </a:cxn>
              <a:cxn ang="0">
                <a:pos x="connsiteX55163" y="connsiteY55163"/>
              </a:cxn>
              <a:cxn ang="0">
                <a:pos x="connsiteX55164" y="connsiteY55164"/>
              </a:cxn>
              <a:cxn ang="0">
                <a:pos x="connsiteX55165" y="connsiteY55165"/>
              </a:cxn>
              <a:cxn ang="0">
                <a:pos x="connsiteX55166" y="connsiteY55166"/>
              </a:cxn>
              <a:cxn ang="0">
                <a:pos x="connsiteX55167" y="connsiteY55167"/>
              </a:cxn>
              <a:cxn ang="0">
                <a:pos x="connsiteX55168" y="connsiteY55168"/>
              </a:cxn>
              <a:cxn ang="0">
                <a:pos x="connsiteX55169" y="connsiteY55169"/>
              </a:cxn>
              <a:cxn ang="0">
                <a:pos x="connsiteX55170" y="connsiteY55170"/>
              </a:cxn>
              <a:cxn ang="0">
                <a:pos x="connsiteX55171" y="connsiteY55171"/>
              </a:cxn>
              <a:cxn ang="0">
                <a:pos x="connsiteX55172" y="connsiteY55172"/>
              </a:cxn>
              <a:cxn ang="0">
                <a:pos x="connsiteX55173" y="connsiteY55173"/>
              </a:cxn>
              <a:cxn ang="0">
                <a:pos x="connsiteX55174" y="connsiteY55174"/>
              </a:cxn>
              <a:cxn ang="0">
                <a:pos x="connsiteX55175" y="connsiteY55175"/>
              </a:cxn>
              <a:cxn ang="0">
                <a:pos x="connsiteX55176" y="connsiteY55176"/>
              </a:cxn>
              <a:cxn ang="0">
                <a:pos x="connsiteX55177" y="connsiteY55177"/>
              </a:cxn>
              <a:cxn ang="0">
                <a:pos x="connsiteX55178" y="connsiteY55178"/>
              </a:cxn>
              <a:cxn ang="0">
                <a:pos x="connsiteX55179" y="connsiteY55179"/>
              </a:cxn>
              <a:cxn ang="0">
                <a:pos x="connsiteX55180" y="connsiteY55180"/>
              </a:cxn>
              <a:cxn ang="0">
                <a:pos x="connsiteX55181" y="connsiteY55181"/>
              </a:cxn>
              <a:cxn ang="0">
                <a:pos x="connsiteX55182" y="connsiteY55182"/>
              </a:cxn>
              <a:cxn ang="0">
                <a:pos x="connsiteX55183" y="connsiteY55183"/>
              </a:cxn>
              <a:cxn ang="0">
                <a:pos x="connsiteX55184" y="connsiteY55184"/>
              </a:cxn>
              <a:cxn ang="0">
                <a:pos x="connsiteX55185" y="connsiteY55185"/>
              </a:cxn>
              <a:cxn ang="0">
                <a:pos x="connsiteX55186" y="connsiteY55186"/>
              </a:cxn>
              <a:cxn ang="0">
                <a:pos x="connsiteX55187" y="connsiteY55187"/>
              </a:cxn>
              <a:cxn ang="0">
                <a:pos x="connsiteX55188" y="connsiteY55188"/>
              </a:cxn>
              <a:cxn ang="0">
                <a:pos x="connsiteX55189" y="connsiteY55189"/>
              </a:cxn>
              <a:cxn ang="0">
                <a:pos x="connsiteX55190" y="connsiteY55190"/>
              </a:cxn>
              <a:cxn ang="0">
                <a:pos x="connsiteX55191" y="connsiteY55191"/>
              </a:cxn>
              <a:cxn ang="0">
                <a:pos x="connsiteX55192" y="connsiteY55192"/>
              </a:cxn>
              <a:cxn ang="0">
                <a:pos x="connsiteX55193" y="connsiteY55193"/>
              </a:cxn>
              <a:cxn ang="0">
                <a:pos x="connsiteX55194" y="connsiteY55194"/>
              </a:cxn>
              <a:cxn ang="0">
                <a:pos x="connsiteX55195" y="connsiteY55195"/>
              </a:cxn>
              <a:cxn ang="0">
                <a:pos x="connsiteX55196" y="connsiteY55196"/>
              </a:cxn>
              <a:cxn ang="0">
                <a:pos x="connsiteX55197" y="connsiteY55197"/>
              </a:cxn>
              <a:cxn ang="0">
                <a:pos x="connsiteX55198" y="connsiteY55198"/>
              </a:cxn>
              <a:cxn ang="0">
                <a:pos x="connsiteX55199" y="connsiteY55199"/>
              </a:cxn>
              <a:cxn ang="0">
                <a:pos x="connsiteX55200" y="connsiteY55200"/>
              </a:cxn>
              <a:cxn ang="0">
                <a:pos x="connsiteX55201" y="connsiteY55201"/>
              </a:cxn>
              <a:cxn ang="0">
                <a:pos x="connsiteX55202" y="connsiteY55202"/>
              </a:cxn>
              <a:cxn ang="0">
                <a:pos x="connsiteX55203" y="connsiteY55203"/>
              </a:cxn>
              <a:cxn ang="0">
                <a:pos x="connsiteX55204" y="connsiteY55204"/>
              </a:cxn>
              <a:cxn ang="0">
                <a:pos x="connsiteX55205" y="connsiteY55205"/>
              </a:cxn>
              <a:cxn ang="0">
                <a:pos x="connsiteX55206" y="connsiteY55206"/>
              </a:cxn>
              <a:cxn ang="0">
                <a:pos x="connsiteX55207" y="connsiteY55207"/>
              </a:cxn>
              <a:cxn ang="0">
                <a:pos x="connsiteX55208" y="connsiteY55208"/>
              </a:cxn>
              <a:cxn ang="0">
                <a:pos x="connsiteX55209" y="connsiteY55209"/>
              </a:cxn>
              <a:cxn ang="0">
                <a:pos x="connsiteX55210" y="connsiteY55210"/>
              </a:cxn>
              <a:cxn ang="0">
                <a:pos x="connsiteX55211" y="connsiteY55211"/>
              </a:cxn>
              <a:cxn ang="0">
                <a:pos x="connsiteX55212" y="connsiteY55212"/>
              </a:cxn>
              <a:cxn ang="0">
                <a:pos x="connsiteX55213" y="connsiteY55213"/>
              </a:cxn>
              <a:cxn ang="0">
                <a:pos x="connsiteX55214" y="connsiteY55214"/>
              </a:cxn>
              <a:cxn ang="0">
                <a:pos x="connsiteX55215" y="connsiteY55215"/>
              </a:cxn>
              <a:cxn ang="0">
                <a:pos x="connsiteX55216" y="connsiteY55216"/>
              </a:cxn>
              <a:cxn ang="0">
                <a:pos x="connsiteX55217" y="connsiteY55217"/>
              </a:cxn>
              <a:cxn ang="0">
                <a:pos x="connsiteX55218" y="connsiteY55218"/>
              </a:cxn>
              <a:cxn ang="0">
                <a:pos x="connsiteX55219" y="connsiteY55219"/>
              </a:cxn>
              <a:cxn ang="0">
                <a:pos x="connsiteX55220" y="connsiteY55220"/>
              </a:cxn>
              <a:cxn ang="0">
                <a:pos x="connsiteX55221" y="connsiteY55221"/>
              </a:cxn>
              <a:cxn ang="0">
                <a:pos x="connsiteX55222" y="connsiteY55222"/>
              </a:cxn>
              <a:cxn ang="0">
                <a:pos x="connsiteX55223" y="connsiteY55223"/>
              </a:cxn>
              <a:cxn ang="0">
                <a:pos x="connsiteX55224" y="connsiteY55224"/>
              </a:cxn>
              <a:cxn ang="0">
                <a:pos x="connsiteX55225" y="connsiteY55225"/>
              </a:cxn>
              <a:cxn ang="0">
                <a:pos x="connsiteX55226" y="connsiteY55226"/>
              </a:cxn>
              <a:cxn ang="0">
                <a:pos x="connsiteX55227" y="connsiteY55227"/>
              </a:cxn>
              <a:cxn ang="0">
                <a:pos x="connsiteX55228" y="connsiteY55228"/>
              </a:cxn>
              <a:cxn ang="0">
                <a:pos x="connsiteX55229" y="connsiteY55229"/>
              </a:cxn>
              <a:cxn ang="0">
                <a:pos x="connsiteX55230" y="connsiteY55230"/>
              </a:cxn>
              <a:cxn ang="0">
                <a:pos x="connsiteX55231" y="connsiteY55231"/>
              </a:cxn>
              <a:cxn ang="0">
                <a:pos x="connsiteX55232" y="connsiteY55232"/>
              </a:cxn>
              <a:cxn ang="0">
                <a:pos x="connsiteX55233" y="connsiteY55233"/>
              </a:cxn>
              <a:cxn ang="0">
                <a:pos x="connsiteX55234" y="connsiteY55234"/>
              </a:cxn>
              <a:cxn ang="0">
                <a:pos x="connsiteX55235" y="connsiteY55235"/>
              </a:cxn>
              <a:cxn ang="0">
                <a:pos x="connsiteX55236" y="connsiteY55236"/>
              </a:cxn>
              <a:cxn ang="0">
                <a:pos x="connsiteX55237" y="connsiteY55237"/>
              </a:cxn>
              <a:cxn ang="0">
                <a:pos x="connsiteX55238" y="connsiteY55238"/>
              </a:cxn>
              <a:cxn ang="0">
                <a:pos x="connsiteX55239" y="connsiteY55239"/>
              </a:cxn>
              <a:cxn ang="0">
                <a:pos x="connsiteX55240" y="connsiteY55240"/>
              </a:cxn>
              <a:cxn ang="0">
                <a:pos x="connsiteX55241" y="connsiteY55241"/>
              </a:cxn>
              <a:cxn ang="0">
                <a:pos x="connsiteX55242" y="connsiteY55242"/>
              </a:cxn>
              <a:cxn ang="0">
                <a:pos x="connsiteX55243" y="connsiteY55243"/>
              </a:cxn>
              <a:cxn ang="0">
                <a:pos x="connsiteX55244" y="connsiteY55244"/>
              </a:cxn>
              <a:cxn ang="0">
                <a:pos x="connsiteX55245" y="connsiteY55245"/>
              </a:cxn>
              <a:cxn ang="0">
                <a:pos x="connsiteX55246" y="connsiteY55246"/>
              </a:cxn>
              <a:cxn ang="0">
                <a:pos x="connsiteX55247" y="connsiteY55247"/>
              </a:cxn>
              <a:cxn ang="0">
                <a:pos x="connsiteX55248" y="connsiteY55248"/>
              </a:cxn>
              <a:cxn ang="0">
                <a:pos x="connsiteX55249" y="connsiteY55249"/>
              </a:cxn>
              <a:cxn ang="0">
                <a:pos x="connsiteX55250" y="connsiteY55250"/>
              </a:cxn>
              <a:cxn ang="0">
                <a:pos x="connsiteX55251" y="connsiteY55251"/>
              </a:cxn>
              <a:cxn ang="0">
                <a:pos x="connsiteX55252" y="connsiteY55252"/>
              </a:cxn>
              <a:cxn ang="0">
                <a:pos x="connsiteX55253" y="connsiteY55253"/>
              </a:cxn>
              <a:cxn ang="0">
                <a:pos x="connsiteX55254" y="connsiteY55254"/>
              </a:cxn>
              <a:cxn ang="0">
                <a:pos x="connsiteX55255" y="connsiteY55255"/>
              </a:cxn>
              <a:cxn ang="0">
                <a:pos x="connsiteX55256" y="connsiteY55256"/>
              </a:cxn>
              <a:cxn ang="0">
                <a:pos x="connsiteX55257" y="connsiteY55257"/>
              </a:cxn>
              <a:cxn ang="0">
                <a:pos x="connsiteX55258" y="connsiteY55258"/>
              </a:cxn>
              <a:cxn ang="0">
                <a:pos x="connsiteX55259" y="connsiteY55259"/>
              </a:cxn>
              <a:cxn ang="0">
                <a:pos x="connsiteX55260" y="connsiteY55260"/>
              </a:cxn>
              <a:cxn ang="0">
                <a:pos x="connsiteX55261" y="connsiteY55261"/>
              </a:cxn>
              <a:cxn ang="0">
                <a:pos x="connsiteX55262" y="connsiteY55262"/>
              </a:cxn>
              <a:cxn ang="0">
                <a:pos x="connsiteX55263" y="connsiteY55263"/>
              </a:cxn>
              <a:cxn ang="0">
                <a:pos x="connsiteX55264" y="connsiteY55264"/>
              </a:cxn>
              <a:cxn ang="0">
                <a:pos x="connsiteX55265" y="connsiteY55265"/>
              </a:cxn>
              <a:cxn ang="0">
                <a:pos x="connsiteX55266" y="connsiteY55266"/>
              </a:cxn>
              <a:cxn ang="0">
                <a:pos x="connsiteX55267" y="connsiteY55267"/>
              </a:cxn>
              <a:cxn ang="0">
                <a:pos x="connsiteX55268" y="connsiteY55268"/>
              </a:cxn>
              <a:cxn ang="0">
                <a:pos x="connsiteX55269" y="connsiteY55269"/>
              </a:cxn>
              <a:cxn ang="0">
                <a:pos x="connsiteX55270" y="connsiteY55270"/>
              </a:cxn>
              <a:cxn ang="0">
                <a:pos x="connsiteX55271" y="connsiteY55271"/>
              </a:cxn>
              <a:cxn ang="0">
                <a:pos x="connsiteX55272" y="connsiteY55272"/>
              </a:cxn>
              <a:cxn ang="0">
                <a:pos x="connsiteX55273" y="connsiteY55273"/>
              </a:cxn>
              <a:cxn ang="0">
                <a:pos x="connsiteX55274" y="connsiteY55274"/>
              </a:cxn>
              <a:cxn ang="0">
                <a:pos x="connsiteX55275" y="connsiteY55275"/>
              </a:cxn>
              <a:cxn ang="0">
                <a:pos x="connsiteX55276" y="connsiteY55276"/>
              </a:cxn>
              <a:cxn ang="0">
                <a:pos x="connsiteX55277" y="connsiteY55277"/>
              </a:cxn>
              <a:cxn ang="0">
                <a:pos x="connsiteX55278" y="connsiteY55278"/>
              </a:cxn>
              <a:cxn ang="0">
                <a:pos x="connsiteX55279" y="connsiteY55279"/>
              </a:cxn>
              <a:cxn ang="0">
                <a:pos x="connsiteX55280" y="connsiteY55280"/>
              </a:cxn>
              <a:cxn ang="0">
                <a:pos x="connsiteX55281" y="connsiteY55281"/>
              </a:cxn>
              <a:cxn ang="0">
                <a:pos x="connsiteX55282" y="connsiteY55282"/>
              </a:cxn>
              <a:cxn ang="0">
                <a:pos x="connsiteX55283" y="connsiteY55283"/>
              </a:cxn>
              <a:cxn ang="0">
                <a:pos x="connsiteX55284" y="connsiteY55284"/>
              </a:cxn>
              <a:cxn ang="0">
                <a:pos x="connsiteX55285" y="connsiteY55285"/>
              </a:cxn>
              <a:cxn ang="0">
                <a:pos x="connsiteX55286" y="connsiteY55286"/>
              </a:cxn>
              <a:cxn ang="0">
                <a:pos x="connsiteX55287" y="connsiteY55287"/>
              </a:cxn>
              <a:cxn ang="0">
                <a:pos x="connsiteX55288" y="connsiteY55288"/>
              </a:cxn>
              <a:cxn ang="0">
                <a:pos x="connsiteX55289" y="connsiteY55289"/>
              </a:cxn>
              <a:cxn ang="0">
                <a:pos x="connsiteX55290" y="connsiteY55290"/>
              </a:cxn>
              <a:cxn ang="0">
                <a:pos x="connsiteX55291" y="connsiteY55291"/>
              </a:cxn>
              <a:cxn ang="0">
                <a:pos x="connsiteX55292" y="connsiteY55292"/>
              </a:cxn>
              <a:cxn ang="0">
                <a:pos x="connsiteX55293" y="connsiteY55293"/>
              </a:cxn>
              <a:cxn ang="0">
                <a:pos x="connsiteX55294" y="connsiteY55294"/>
              </a:cxn>
              <a:cxn ang="0">
                <a:pos x="connsiteX55295" y="connsiteY55295"/>
              </a:cxn>
              <a:cxn ang="0">
                <a:pos x="connsiteX55296" y="connsiteY55296"/>
              </a:cxn>
              <a:cxn ang="0">
                <a:pos x="connsiteX55297" y="connsiteY55297"/>
              </a:cxn>
              <a:cxn ang="0">
                <a:pos x="connsiteX55298" y="connsiteY55298"/>
              </a:cxn>
              <a:cxn ang="0">
                <a:pos x="connsiteX55299" y="connsiteY55299"/>
              </a:cxn>
              <a:cxn ang="0">
                <a:pos x="connsiteX55300" y="connsiteY55300"/>
              </a:cxn>
              <a:cxn ang="0">
                <a:pos x="connsiteX55301" y="connsiteY55301"/>
              </a:cxn>
              <a:cxn ang="0">
                <a:pos x="connsiteX55302" y="connsiteY55302"/>
              </a:cxn>
              <a:cxn ang="0">
                <a:pos x="connsiteX55303" y="connsiteY55303"/>
              </a:cxn>
              <a:cxn ang="0">
                <a:pos x="connsiteX55304" y="connsiteY55304"/>
              </a:cxn>
              <a:cxn ang="0">
                <a:pos x="connsiteX55305" y="connsiteY55305"/>
              </a:cxn>
              <a:cxn ang="0">
                <a:pos x="connsiteX55306" y="connsiteY55306"/>
              </a:cxn>
              <a:cxn ang="0">
                <a:pos x="connsiteX55307" y="connsiteY55307"/>
              </a:cxn>
              <a:cxn ang="0">
                <a:pos x="connsiteX55308" y="connsiteY55308"/>
              </a:cxn>
              <a:cxn ang="0">
                <a:pos x="connsiteX55309" y="connsiteY55309"/>
              </a:cxn>
              <a:cxn ang="0">
                <a:pos x="connsiteX55310" y="connsiteY55310"/>
              </a:cxn>
              <a:cxn ang="0">
                <a:pos x="connsiteX55311" y="connsiteY55311"/>
              </a:cxn>
              <a:cxn ang="0">
                <a:pos x="connsiteX55312" y="connsiteY55312"/>
              </a:cxn>
              <a:cxn ang="0">
                <a:pos x="connsiteX55313" y="connsiteY55313"/>
              </a:cxn>
              <a:cxn ang="0">
                <a:pos x="connsiteX55314" y="connsiteY55314"/>
              </a:cxn>
              <a:cxn ang="0">
                <a:pos x="connsiteX55315" y="connsiteY55315"/>
              </a:cxn>
              <a:cxn ang="0">
                <a:pos x="connsiteX55316" y="connsiteY55316"/>
              </a:cxn>
              <a:cxn ang="0">
                <a:pos x="connsiteX55317" y="connsiteY55317"/>
              </a:cxn>
              <a:cxn ang="0">
                <a:pos x="connsiteX55318" y="connsiteY55318"/>
              </a:cxn>
              <a:cxn ang="0">
                <a:pos x="connsiteX55319" y="connsiteY55319"/>
              </a:cxn>
              <a:cxn ang="0">
                <a:pos x="connsiteX55320" y="connsiteY55320"/>
              </a:cxn>
              <a:cxn ang="0">
                <a:pos x="connsiteX55321" y="connsiteY55321"/>
              </a:cxn>
              <a:cxn ang="0">
                <a:pos x="connsiteX55322" y="connsiteY55322"/>
              </a:cxn>
              <a:cxn ang="0">
                <a:pos x="connsiteX55323" y="connsiteY55323"/>
              </a:cxn>
              <a:cxn ang="0">
                <a:pos x="connsiteX55324" y="connsiteY55324"/>
              </a:cxn>
              <a:cxn ang="0">
                <a:pos x="connsiteX55325" y="connsiteY55325"/>
              </a:cxn>
              <a:cxn ang="0">
                <a:pos x="connsiteX55326" y="connsiteY55326"/>
              </a:cxn>
              <a:cxn ang="0">
                <a:pos x="connsiteX55327" y="connsiteY55327"/>
              </a:cxn>
              <a:cxn ang="0">
                <a:pos x="connsiteX55328" y="connsiteY55328"/>
              </a:cxn>
              <a:cxn ang="0">
                <a:pos x="connsiteX55329" y="connsiteY55329"/>
              </a:cxn>
              <a:cxn ang="0">
                <a:pos x="connsiteX55330" y="connsiteY55330"/>
              </a:cxn>
              <a:cxn ang="0">
                <a:pos x="connsiteX55331" y="connsiteY55331"/>
              </a:cxn>
              <a:cxn ang="0">
                <a:pos x="connsiteX55332" y="connsiteY55332"/>
              </a:cxn>
              <a:cxn ang="0">
                <a:pos x="connsiteX55333" y="connsiteY55333"/>
              </a:cxn>
              <a:cxn ang="0">
                <a:pos x="connsiteX55334" y="connsiteY55334"/>
              </a:cxn>
              <a:cxn ang="0">
                <a:pos x="connsiteX55335" y="connsiteY55335"/>
              </a:cxn>
              <a:cxn ang="0">
                <a:pos x="connsiteX55336" y="connsiteY55336"/>
              </a:cxn>
              <a:cxn ang="0">
                <a:pos x="connsiteX55337" y="connsiteY55337"/>
              </a:cxn>
              <a:cxn ang="0">
                <a:pos x="connsiteX55338" y="connsiteY55338"/>
              </a:cxn>
              <a:cxn ang="0">
                <a:pos x="connsiteX55339" y="connsiteY55339"/>
              </a:cxn>
              <a:cxn ang="0">
                <a:pos x="connsiteX55340" y="connsiteY55340"/>
              </a:cxn>
              <a:cxn ang="0">
                <a:pos x="connsiteX55341" y="connsiteY55341"/>
              </a:cxn>
              <a:cxn ang="0">
                <a:pos x="connsiteX55342" y="connsiteY55342"/>
              </a:cxn>
              <a:cxn ang="0">
                <a:pos x="connsiteX55343" y="connsiteY55343"/>
              </a:cxn>
              <a:cxn ang="0">
                <a:pos x="connsiteX55344" y="connsiteY55344"/>
              </a:cxn>
              <a:cxn ang="0">
                <a:pos x="connsiteX55345" y="connsiteY55345"/>
              </a:cxn>
              <a:cxn ang="0">
                <a:pos x="connsiteX55346" y="connsiteY55346"/>
              </a:cxn>
              <a:cxn ang="0">
                <a:pos x="connsiteX55347" y="connsiteY55347"/>
              </a:cxn>
              <a:cxn ang="0">
                <a:pos x="connsiteX55348" y="connsiteY55348"/>
              </a:cxn>
              <a:cxn ang="0">
                <a:pos x="connsiteX55349" y="connsiteY55349"/>
              </a:cxn>
              <a:cxn ang="0">
                <a:pos x="connsiteX55350" y="connsiteY55350"/>
              </a:cxn>
              <a:cxn ang="0">
                <a:pos x="connsiteX55351" y="connsiteY55351"/>
              </a:cxn>
              <a:cxn ang="0">
                <a:pos x="connsiteX55352" y="connsiteY55352"/>
              </a:cxn>
              <a:cxn ang="0">
                <a:pos x="connsiteX55353" y="connsiteY55353"/>
              </a:cxn>
              <a:cxn ang="0">
                <a:pos x="connsiteX55354" y="connsiteY55354"/>
              </a:cxn>
              <a:cxn ang="0">
                <a:pos x="connsiteX55355" y="connsiteY55355"/>
              </a:cxn>
              <a:cxn ang="0">
                <a:pos x="connsiteX55356" y="connsiteY55356"/>
              </a:cxn>
              <a:cxn ang="0">
                <a:pos x="connsiteX55357" y="connsiteY55357"/>
              </a:cxn>
              <a:cxn ang="0">
                <a:pos x="connsiteX55358" y="connsiteY55358"/>
              </a:cxn>
              <a:cxn ang="0">
                <a:pos x="connsiteX55359" y="connsiteY55359"/>
              </a:cxn>
              <a:cxn ang="0">
                <a:pos x="connsiteX55360" y="connsiteY55360"/>
              </a:cxn>
              <a:cxn ang="0">
                <a:pos x="connsiteX55361" y="connsiteY55361"/>
              </a:cxn>
              <a:cxn ang="0">
                <a:pos x="connsiteX55362" y="connsiteY55362"/>
              </a:cxn>
              <a:cxn ang="0">
                <a:pos x="connsiteX55363" y="connsiteY55363"/>
              </a:cxn>
              <a:cxn ang="0">
                <a:pos x="connsiteX55364" y="connsiteY55364"/>
              </a:cxn>
              <a:cxn ang="0">
                <a:pos x="connsiteX55365" y="connsiteY55365"/>
              </a:cxn>
              <a:cxn ang="0">
                <a:pos x="connsiteX55366" y="connsiteY55366"/>
              </a:cxn>
              <a:cxn ang="0">
                <a:pos x="connsiteX55367" y="connsiteY55367"/>
              </a:cxn>
              <a:cxn ang="0">
                <a:pos x="connsiteX55368" y="connsiteY55368"/>
              </a:cxn>
              <a:cxn ang="0">
                <a:pos x="connsiteX55369" y="connsiteY55369"/>
              </a:cxn>
              <a:cxn ang="0">
                <a:pos x="connsiteX55370" y="connsiteY55370"/>
              </a:cxn>
              <a:cxn ang="0">
                <a:pos x="connsiteX55371" y="connsiteY55371"/>
              </a:cxn>
              <a:cxn ang="0">
                <a:pos x="connsiteX55372" y="connsiteY55372"/>
              </a:cxn>
              <a:cxn ang="0">
                <a:pos x="connsiteX55373" y="connsiteY55373"/>
              </a:cxn>
              <a:cxn ang="0">
                <a:pos x="connsiteX55374" y="connsiteY55374"/>
              </a:cxn>
              <a:cxn ang="0">
                <a:pos x="connsiteX55375" y="connsiteY55375"/>
              </a:cxn>
              <a:cxn ang="0">
                <a:pos x="connsiteX55376" y="connsiteY55376"/>
              </a:cxn>
              <a:cxn ang="0">
                <a:pos x="connsiteX55377" y="connsiteY55377"/>
              </a:cxn>
              <a:cxn ang="0">
                <a:pos x="connsiteX55378" y="connsiteY55378"/>
              </a:cxn>
              <a:cxn ang="0">
                <a:pos x="connsiteX55379" y="connsiteY55379"/>
              </a:cxn>
              <a:cxn ang="0">
                <a:pos x="connsiteX55380" y="connsiteY55380"/>
              </a:cxn>
              <a:cxn ang="0">
                <a:pos x="connsiteX55381" y="connsiteY55381"/>
              </a:cxn>
              <a:cxn ang="0">
                <a:pos x="connsiteX55382" y="connsiteY55382"/>
              </a:cxn>
              <a:cxn ang="0">
                <a:pos x="connsiteX55383" y="connsiteY55383"/>
              </a:cxn>
              <a:cxn ang="0">
                <a:pos x="connsiteX55384" y="connsiteY55384"/>
              </a:cxn>
              <a:cxn ang="0">
                <a:pos x="connsiteX55385" y="connsiteY55385"/>
              </a:cxn>
              <a:cxn ang="0">
                <a:pos x="connsiteX55386" y="connsiteY55386"/>
              </a:cxn>
              <a:cxn ang="0">
                <a:pos x="connsiteX55387" y="connsiteY55387"/>
              </a:cxn>
              <a:cxn ang="0">
                <a:pos x="connsiteX55388" y="connsiteY55388"/>
              </a:cxn>
              <a:cxn ang="0">
                <a:pos x="connsiteX55389" y="connsiteY55389"/>
              </a:cxn>
              <a:cxn ang="0">
                <a:pos x="connsiteX55390" y="connsiteY55390"/>
              </a:cxn>
              <a:cxn ang="0">
                <a:pos x="connsiteX55391" y="connsiteY55391"/>
              </a:cxn>
              <a:cxn ang="0">
                <a:pos x="connsiteX55392" y="connsiteY55392"/>
              </a:cxn>
              <a:cxn ang="0">
                <a:pos x="connsiteX55393" y="connsiteY55393"/>
              </a:cxn>
              <a:cxn ang="0">
                <a:pos x="connsiteX55394" y="connsiteY55394"/>
              </a:cxn>
              <a:cxn ang="0">
                <a:pos x="connsiteX55395" y="connsiteY55395"/>
              </a:cxn>
              <a:cxn ang="0">
                <a:pos x="connsiteX55396" y="connsiteY55396"/>
              </a:cxn>
              <a:cxn ang="0">
                <a:pos x="connsiteX55397" y="connsiteY55397"/>
              </a:cxn>
              <a:cxn ang="0">
                <a:pos x="connsiteX55398" y="connsiteY55398"/>
              </a:cxn>
              <a:cxn ang="0">
                <a:pos x="connsiteX55399" y="connsiteY55399"/>
              </a:cxn>
              <a:cxn ang="0">
                <a:pos x="connsiteX55400" y="connsiteY55400"/>
              </a:cxn>
              <a:cxn ang="0">
                <a:pos x="connsiteX55401" y="connsiteY55401"/>
              </a:cxn>
              <a:cxn ang="0">
                <a:pos x="connsiteX55402" y="connsiteY55402"/>
              </a:cxn>
              <a:cxn ang="0">
                <a:pos x="connsiteX55403" y="connsiteY55403"/>
              </a:cxn>
              <a:cxn ang="0">
                <a:pos x="connsiteX55404" y="connsiteY55404"/>
              </a:cxn>
              <a:cxn ang="0">
                <a:pos x="connsiteX55405" y="connsiteY55405"/>
              </a:cxn>
              <a:cxn ang="0">
                <a:pos x="connsiteX55406" y="connsiteY55406"/>
              </a:cxn>
              <a:cxn ang="0">
                <a:pos x="connsiteX55407" y="connsiteY55407"/>
              </a:cxn>
              <a:cxn ang="0">
                <a:pos x="connsiteX55408" y="connsiteY55408"/>
              </a:cxn>
              <a:cxn ang="0">
                <a:pos x="connsiteX55409" y="connsiteY55409"/>
              </a:cxn>
              <a:cxn ang="0">
                <a:pos x="connsiteX55410" y="connsiteY55410"/>
              </a:cxn>
              <a:cxn ang="0">
                <a:pos x="connsiteX55411" y="connsiteY55411"/>
              </a:cxn>
              <a:cxn ang="0">
                <a:pos x="connsiteX55412" y="connsiteY55412"/>
              </a:cxn>
              <a:cxn ang="0">
                <a:pos x="connsiteX55413" y="connsiteY55413"/>
              </a:cxn>
              <a:cxn ang="0">
                <a:pos x="connsiteX55414" y="connsiteY55414"/>
              </a:cxn>
              <a:cxn ang="0">
                <a:pos x="connsiteX55415" y="connsiteY55415"/>
              </a:cxn>
              <a:cxn ang="0">
                <a:pos x="connsiteX55416" y="connsiteY55416"/>
              </a:cxn>
              <a:cxn ang="0">
                <a:pos x="connsiteX55417" y="connsiteY55417"/>
              </a:cxn>
              <a:cxn ang="0">
                <a:pos x="connsiteX55418" y="connsiteY55418"/>
              </a:cxn>
              <a:cxn ang="0">
                <a:pos x="connsiteX55419" y="connsiteY55419"/>
              </a:cxn>
              <a:cxn ang="0">
                <a:pos x="connsiteX55420" y="connsiteY55420"/>
              </a:cxn>
              <a:cxn ang="0">
                <a:pos x="connsiteX55421" y="connsiteY55421"/>
              </a:cxn>
              <a:cxn ang="0">
                <a:pos x="connsiteX55422" y="connsiteY55422"/>
              </a:cxn>
              <a:cxn ang="0">
                <a:pos x="connsiteX55423" y="connsiteY55423"/>
              </a:cxn>
              <a:cxn ang="0">
                <a:pos x="connsiteX55424" y="connsiteY55424"/>
              </a:cxn>
              <a:cxn ang="0">
                <a:pos x="connsiteX55425" y="connsiteY55425"/>
              </a:cxn>
              <a:cxn ang="0">
                <a:pos x="connsiteX55426" y="connsiteY55426"/>
              </a:cxn>
              <a:cxn ang="0">
                <a:pos x="connsiteX55427" y="connsiteY55427"/>
              </a:cxn>
              <a:cxn ang="0">
                <a:pos x="connsiteX55428" y="connsiteY55428"/>
              </a:cxn>
              <a:cxn ang="0">
                <a:pos x="connsiteX55429" y="connsiteY55429"/>
              </a:cxn>
              <a:cxn ang="0">
                <a:pos x="connsiteX55430" y="connsiteY55430"/>
              </a:cxn>
              <a:cxn ang="0">
                <a:pos x="connsiteX55431" y="connsiteY55431"/>
              </a:cxn>
              <a:cxn ang="0">
                <a:pos x="connsiteX55432" y="connsiteY55432"/>
              </a:cxn>
              <a:cxn ang="0">
                <a:pos x="connsiteX55433" y="connsiteY55433"/>
              </a:cxn>
              <a:cxn ang="0">
                <a:pos x="connsiteX55434" y="connsiteY55434"/>
              </a:cxn>
              <a:cxn ang="0">
                <a:pos x="connsiteX55435" y="connsiteY55435"/>
              </a:cxn>
              <a:cxn ang="0">
                <a:pos x="connsiteX55436" y="connsiteY55436"/>
              </a:cxn>
              <a:cxn ang="0">
                <a:pos x="connsiteX55437" y="connsiteY55437"/>
              </a:cxn>
              <a:cxn ang="0">
                <a:pos x="connsiteX55438" y="connsiteY55438"/>
              </a:cxn>
              <a:cxn ang="0">
                <a:pos x="connsiteX55439" y="connsiteY55439"/>
              </a:cxn>
              <a:cxn ang="0">
                <a:pos x="connsiteX55440" y="connsiteY55440"/>
              </a:cxn>
              <a:cxn ang="0">
                <a:pos x="connsiteX55441" y="connsiteY55441"/>
              </a:cxn>
              <a:cxn ang="0">
                <a:pos x="connsiteX55442" y="connsiteY55442"/>
              </a:cxn>
              <a:cxn ang="0">
                <a:pos x="connsiteX55443" y="connsiteY55443"/>
              </a:cxn>
              <a:cxn ang="0">
                <a:pos x="connsiteX55444" y="connsiteY55444"/>
              </a:cxn>
              <a:cxn ang="0">
                <a:pos x="connsiteX55445" y="connsiteY55445"/>
              </a:cxn>
              <a:cxn ang="0">
                <a:pos x="connsiteX55446" y="connsiteY55446"/>
              </a:cxn>
              <a:cxn ang="0">
                <a:pos x="connsiteX55447" y="connsiteY55447"/>
              </a:cxn>
              <a:cxn ang="0">
                <a:pos x="connsiteX55448" y="connsiteY55448"/>
              </a:cxn>
              <a:cxn ang="0">
                <a:pos x="connsiteX55449" y="connsiteY55449"/>
              </a:cxn>
              <a:cxn ang="0">
                <a:pos x="connsiteX55450" y="connsiteY55450"/>
              </a:cxn>
              <a:cxn ang="0">
                <a:pos x="connsiteX55451" y="connsiteY55451"/>
              </a:cxn>
              <a:cxn ang="0">
                <a:pos x="connsiteX55452" y="connsiteY55452"/>
              </a:cxn>
              <a:cxn ang="0">
                <a:pos x="connsiteX55453" y="connsiteY55453"/>
              </a:cxn>
              <a:cxn ang="0">
                <a:pos x="connsiteX55454" y="connsiteY55454"/>
              </a:cxn>
              <a:cxn ang="0">
                <a:pos x="connsiteX55455" y="connsiteY55455"/>
              </a:cxn>
              <a:cxn ang="0">
                <a:pos x="connsiteX55456" y="connsiteY55456"/>
              </a:cxn>
              <a:cxn ang="0">
                <a:pos x="connsiteX55457" y="connsiteY55457"/>
              </a:cxn>
              <a:cxn ang="0">
                <a:pos x="connsiteX55458" y="connsiteY55458"/>
              </a:cxn>
              <a:cxn ang="0">
                <a:pos x="connsiteX55459" y="connsiteY55459"/>
              </a:cxn>
              <a:cxn ang="0">
                <a:pos x="connsiteX55460" y="connsiteY55460"/>
              </a:cxn>
              <a:cxn ang="0">
                <a:pos x="connsiteX55461" y="connsiteY55461"/>
              </a:cxn>
              <a:cxn ang="0">
                <a:pos x="connsiteX55462" y="connsiteY55462"/>
              </a:cxn>
              <a:cxn ang="0">
                <a:pos x="connsiteX55463" y="connsiteY55463"/>
              </a:cxn>
              <a:cxn ang="0">
                <a:pos x="connsiteX55464" y="connsiteY55464"/>
              </a:cxn>
              <a:cxn ang="0">
                <a:pos x="connsiteX55465" y="connsiteY55465"/>
              </a:cxn>
              <a:cxn ang="0">
                <a:pos x="connsiteX55466" y="connsiteY55466"/>
              </a:cxn>
              <a:cxn ang="0">
                <a:pos x="connsiteX55467" y="connsiteY55467"/>
              </a:cxn>
              <a:cxn ang="0">
                <a:pos x="connsiteX55468" y="connsiteY55468"/>
              </a:cxn>
              <a:cxn ang="0">
                <a:pos x="connsiteX55469" y="connsiteY55469"/>
              </a:cxn>
              <a:cxn ang="0">
                <a:pos x="connsiteX55470" y="connsiteY55470"/>
              </a:cxn>
              <a:cxn ang="0">
                <a:pos x="connsiteX55471" y="connsiteY55471"/>
              </a:cxn>
              <a:cxn ang="0">
                <a:pos x="connsiteX55472" y="connsiteY55472"/>
              </a:cxn>
              <a:cxn ang="0">
                <a:pos x="connsiteX55473" y="connsiteY55473"/>
              </a:cxn>
              <a:cxn ang="0">
                <a:pos x="connsiteX55474" y="connsiteY55474"/>
              </a:cxn>
              <a:cxn ang="0">
                <a:pos x="connsiteX55475" y="connsiteY55475"/>
              </a:cxn>
              <a:cxn ang="0">
                <a:pos x="connsiteX55476" y="connsiteY55476"/>
              </a:cxn>
              <a:cxn ang="0">
                <a:pos x="connsiteX55477" y="connsiteY55477"/>
              </a:cxn>
              <a:cxn ang="0">
                <a:pos x="connsiteX55478" y="connsiteY55478"/>
              </a:cxn>
              <a:cxn ang="0">
                <a:pos x="connsiteX55479" y="connsiteY55479"/>
              </a:cxn>
              <a:cxn ang="0">
                <a:pos x="connsiteX55480" y="connsiteY55480"/>
              </a:cxn>
              <a:cxn ang="0">
                <a:pos x="connsiteX55481" y="connsiteY55481"/>
              </a:cxn>
              <a:cxn ang="0">
                <a:pos x="connsiteX55482" y="connsiteY55482"/>
              </a:cxn>
              <a:cxn ang="0">
                <a:pos x="connsiteX55483" y="connsiteY55483"/>
              </a:cxn>
              <a:cxn ang="0">
                <a:pos x="connsiteX55484" y="connsiteY55484"/>
              </a:cxn>
              <a:cxn ang="0">
                <a:pos x="connsiteX55485" y="connsiteY55485"/>
              </a:cxn>
              <a:cxn ang="0">
                <a:pos x="connsiteX55486" y="connsiteY55486"/>
              </a:cxn>
              <a:cxn ang="0">
                <a:pos x="connsiteX55487" y="connsiteY55487"/>
              </a:cxn>
              <a:cxn ang="0">
                <a:pos x="connsiteX55488" y="connsiteY55488"/>
              </a:cxn>
              <a:cxn ang="0">
                <a:pos x="connsiteX55489" y="connsiteY55489"/>
              </a:cxn>
              <a:cxn ang="0">
                <a:pos x="connsiteX55490" y="connsiteY55490"/>
              </a:cxn>
              <a:cxn ang="0">
                <a:pos x="connsiteX55491" y="connsiteY55491"/>
              </a:cxn>
              <a:cxn ang="0">
                <a:pos x="connsiteX55492" y="connsiteY55492"/>
              </a:cxn>
              <a:cxn ang="0">
                <a:pos x="connsiteX55493" y="connsiteY55493"/>
              </a:cxn>
              <a:cxn ang="0">
                <a:pos x="connsiteX55494" y="connsiteY55494"/>
              </a:cxn>
              <a:cxn ang="0">
                <a:pos x="connsiteX55495" y="connsiteY55495"/>
              </a:cxn>
              <a:cxn ang="0">
                <a:pos x="connsiteX55496" y="connsiteY55496"/>
              </a:cxn>
              <a:cxn ang="0">
                <a:pos x="connsiteX55497" y="connsiteY55497"/>
              </a:cxn>
              <a:cxn ang="0">
                <a:pos x="connsiteX55498" y="connsiteY55498"/>
              </a:cxn>
              <a:cxn ang="0">
                <a:pos x="connsiteX55499" y="connsiteY55499"/>
              </a:cxn>
              <a:cxn ang="0">
                <a:pos x="connsiteX55500" y="connsiteY55500"/>
              </a:cxn>
              <a:cxn ang="0">
                <a:pos x="connsiteX55501" y="connsiteY55501"/>
              </a:cxn>
              <a:cxn ang="0">
                <a:pos x="connsiteX55502" y="connsiteY55502"/>
              </a:cxn>
              <a:cxn ang="0">
                <a:pos x="connsiteX55503" y="connsiteY55503"/>
              </a:cxn>
              <a:cxn ang="0">
                <a:pos x="connsiteX55504" y="connsiteY55504"/>
              </a:cxn>
              <a:cxn ang="0">
                <a:pos x="connsiteX55505" y="connsiteY55505"/>
              </a:cxn>
              <a:cxn ang="0">
                <a:pos x="connsiteX55506" y="connsiteY55506"/>
              </a:cxn>
              <a:cxn ang="0">
                <a:pos x="connsiteX55507" y="connsiteY55507"/>
              </a:cxn>
              <a:cxn ang="0">
                <a:pos x="connsiteX55508" y="connsiteY55508"/>
              </a:cxn>
              <a:cxn ang="0">
                <a:pos x="connsiteX55509" y="connsiteY55509"/>
              </a:cxn>
              <a:cxn ang="0">
                <a:pos x="connsiteX55510" y="connsiteY55510"/>
              </a:cxn>
              <a:cxn ang="0">
                <a:pos x="connsiteX55511" y="connsiteY55511"/>
              </a:cxn>
              <a:cxn ang="0">
                <a:pos x="connsiteX55512" y="connsiteY55512"/>
              </a:cxn>
              <a:cxn ang="0">
                <a:pos x="connsiteX55513" y="connsiteY55513"/>
              </a:cxn>
              <a:cxn ang="0">
                <a:pos x="connsiteX55514" y="connsiteY55514"/>
              </a:cxn>
              <a:cxn ang="0">
                <a:pos x="connsiteX55515" y="connsiteY55515"/>
              </a:cxn>
              <a:cxn ang="0">
                <a:pos x="connsiteX55516" y="connsiteY55516"/>
              </a:cxn>
              <a:cxn ang="0">
                <a:pos x="connsiteX55517" y="connsiteY55517"/>
              </a:cxn>
              <a:cxn ang="0">
                <a:pos x="connsiteX55518" y="connsiteY55518"/>
              </a:cxn>
              <a:cxn ang="0">
                <a:pos x="connsiteX55519" y="connsiteY55519"/>
              </a:cxn>
              <a:cxn ang="0">
                <a:pos x="connsiteX55520" y="connsiteY55520"/>
              </a:cxn>
              <a:cxn ang="0">
                <a:pos x="connsiteX55521" y="connsiteY55521"/>
              </a:cxn>
              <a:cxn ang="0">
                <a:pos x="connsiteX55522" y="connsiteY55522"/>
              </a:cxn>
              <a:cxn ang="0">
                <a:pos x="connsiteX55523" y="connsiteY55523"/>
              </a:cxn>
              <a:cxn ang="0">
                <a:pos x="connsiteX55524" y="connsiteY55524"/>
              </a:cxn>
              <a:cxn ang="0">
                <a:pos x="connsiteX55525" y="connsiteY55525"/>
              </a:cxn>
              <a:cxn ang="0">
                <a:pos x="connsiteX55526" y="connsiteY55526"/>
              </a:cxn>
              <a:cxn ang="0">
                <a:pos x="connsiteX55527" y="connsiteY55527"/>
              </a:cxn>
              <a:cxn ang="0">
                <a:pos x="connsiteX55528" y="connsiteY55528"/>
              </a:cxn>
              <a:cxn ang="0">
                <a:pos x="connsiteX55529" y="connsiteY55529"/>
              </a:cxn>
              <a:cxn ang="0">
                <a:pos x="connsiteX55530" y="connsiteY55530"/>
              </a:cxn>
              <a:cxn ang="0">
                <a:pos x="connsiteX55531" y="connsiteY55531"/>
              </a:cxn>
              <a:cxn ang="0">
                <a:pos x="connsiteX55532" y="connsiteY55532"/>
              </a:cxn>
              <a:cxn ang="0">
                <a:pos x="connsiteX55533" y="connsiteY55533"/>
              </a:cxn>
              <a:cxn ang="0">
                <a:pos x="connsiteX55534" y="connsiteY55534"/>
              </a:cxn>
              <a:cxn ang="0">
                <a:pos x="connsiteX55535" y="connsiteY55535"/>
              </a:cxn>
              <a:cxn ang="0">
                <a:pos x="connsiteX55536" y="connsiteY55536"/>
              </a:cxn>
              <a:cxn ang="0">
                <a:pos x="connsiteX55537" y="connsiteY55537"/>
              </a:cxn>
              <a:cxn ang="0">
                <a:pos x="connsiteX55538" y="connsiteY55538"/>
              </a:cxn>
              <a:cxn ang="0">
                <a:pos x="connsiteX55539" y="connsiteY55539"/>
              </a:cxn>
              <a:cxn ang="0">
                <a:pos x="connsiteX55540" y="connsiteY55540"/>
              </a:cxn>
              <a:cxn ang="0">
                <a:pos x="connsiteX55541" y="connsiteY55541"/>
              </a:cxn>
              <a:cxn ang="0">
                <a:pos x="connsiteX55542" y="connsiteY55542"/>
              </a:cxn>
              <a:cxn ang="0">
                <a:pos x="connsiteX55543" y="connsiteY55543"/>
              </a:cxn>
              <a:cxn ang="0">
                <a:pos x="connsiteX55544" y="connsiteY55544"/>
              </a:cxn>
              <a:cxn ang="0">
                <a:pos x="connsiteX55545" y="connsiteY55545"/>
              </a:cxn>
              <a:cxn ang="0">
                <a:pos x="connsiteX55546" y="connsiteY55546"/>
              </a:cxn>
              <a:cxn ang="0">
                <a:pos x="connsiteX55547" y="connsiteY55547"/>
              </a:cxn>
              <a:cxn ang="0">
                <a:pos x="connsiteX55548" y="connsiteY55548"/>
              </a:cxn>
              <a:cxn ang="0">
                <a:pos x="connsiteX55549" y="connsiteY55549"/>
              </a:cxn>
              <a:cxn ang="0">
                <a:pos x="connsiteX55550" y="connsiteY55550"/>
              </a:cxn>
              <a:cxn ang="0">
                <a:pos x="connsiteX55551" y="connsiteY55551"/>
              </a:cxn>
              <a:cxn ang="0">
                <a:pos x="connsiteX55552" y="connsiteY55552"/>
              </a:cxn>
              <a:cxn ang="0">
                <a:pos x="connsiteX55553" y="connsiteY55553"/>
              </a:cxn>
              <a:cxn ang="0">
                <a:pos x="connsiteX55554" y="connsiteY55554"/>
              </a:cxn>
              <a:cxn ang="0">
                <a:pos x="connsiteX55555" y="connsiteY55555"/>
              </a:cxn>
              <a:cxn ang="0">
                <a:pos x="connsiteX55556" y="connsiteY55556"/>
              </a:cxn>
              <a:cxn ang="0">
                <a:pos x="connsiteX55557" y="connsiteY55557"/>
              </a:cxn>
              <a:cxn ang="0">
                <a:pos x="connsiteX55558" y="connsiteY55558"/>
              </a:cxn>
              <a:cxn ang="0">
                <a:pos x="connsiteX55559" y="connsiteY55559"/>
              </a:cxn>
              <a:cxn ang="0">
                <a:pos x="connsiteX55560" y="connsiteY55560"/>
              </a:cxn>
              <a:cxn ang="0">
                <a:pos x="connsiteX55561" y="connsiteY55561"/>
              </a:cxn>
              <a:cxn ang="0">
                <a:pos x="connsiteX55562" y="connsiteY55562"/>
              </a:cxn>
              <a:cxn ang="0">
                <a:pos x="connsiteX55563" y="connsiteY55563"/>
              </a:cxn>
              <a:cxn ang="0">
                <a:pos x="connsiteX55564" y="connsiteY55564"/>
              </a:cxn>
              <a:cxn ang="0">
                <a:pos x="connsiteX55565" y="connsiteY55565"/>
              </a:cxn>
              <a:cxn ang="0">
                <a:pos x="connsiteX55566" y="connsiteY55566"/>
              </a:cxn>
              <a:cxn ang="0">
                <a:pos x="connsiteX55567" y="connsiteY55567"/>
              </a:cxn>
              <a:cxn ang="0">
                <a:pos x="connsiteX55568" y="connsiteY55568"/>
              </a:cxn>
              <a:cxn ang="0">
                <a:pos x="connsiteX55569" y="connsiteY55569"/>
              </a:cxn>
              <a:cxn ang="0">
                <a:pos x="connsiteX55570" y="connsiteY55570"/>
              </a:cxn>
              <a:cxn ang="0">
                <a:pos x="connsiteX55571" y="connsiteY55571"/>
              </a:cxn>
              <a:cxn ang="0">
                <a:pos x="connsiteX55572" y="connsiteY55572"/>
              </a:cxn>
              <a:cxn ang="0">
                <a:pos x="connsiteX55573" y="connsiteY55573"/>
              </a:cxn>
              <a:cxn ang="0">
                <a:pos x="connsiteX55574" y="connsiteY55574"/>
              </a:cxn>
              <a:cxn ang="0">
                <a:pos x="connsiteX55575" y="connsiteY55575"/>
              </a:cxn>
              <a:cxn ang="0">
                <a:pos x="connsiteX55576" y="connsiteY55576"/>
              </a:cxn>
              <a:cxn ang="0">
                <a:pos x="connsiteX55577" y="connsiteY55577"/>
              </a:cxn>
              <a:cxn ang="0">
                <a:pos x="connsiteX55578" y="connsiteY55578"/>
              </a:cxn>
              <a:cxn ang="0">
                <a:pos x="connsiteX55579" y="connsiteY55579"/>
              </a:cxn>
              <a:cxn ang="0">
                <a:pos x="connsiteX55580" y="connsiteY55580"/>
              </a:cxn>
              <a:cxn ang="0">
                <a:pos x="connsiteX55581" y="connsiteY55581"/>
              </a:cxn>
              <a:cxn ang="0">
                <a:pos x="connsiteX55582" y="connsiteY55582"/>
              </a:cxn>
              <a:cxn ang="0">
                <a:pos x="connsiteX55583" y="connsiteY55583"/>
              </a:cxn>
              <a:cxn ang="0">
                <a:pos x="connsiteX55584" y="connsiteY55584"/>
              </a:cxn>
              <a:cxn ang="0">
                <a:pos x="connsiteX55585" y="connsiteY55585"/>
              </a:cxn>
              <a:cxn ang="0">
                <a:pos x="connsiteX55586" y="connsiteY55586"/>
              </a:cxn>
              <a:cxn ang="0">
                <a:pos x="connsiteX55587" y="connsiteY55587"/>
              </a:cxn>
              <a:cxn ang="0">
                <a:pos x="connsiteX55588" y="connsiteY55588"/>
              </a:cxn>
              <a:cxn ang="0">
                <a:pos x="connsiteX55589" y="connsiteY55589"/>
              </a:cxn>
              <a:cxn ang="0">
                <a:pos x="connsiteX55590" y="connsiteY55590"/>
              </a:cxn>
              <a:cxn ang="0">
                <a:pos x="connsiteX55591" y="connsiteY55591"/>
              </a:cxn>
              <a:cxn ang="0">
                <a:pos x="connsiteX55592" y="connsiteY55592"/>
              </a:cxn>
              <a:cxn ang="0">
                <a:pos x="connsiteX55593" y="connsiteY55593"/>
              </a:cxn>
              <a:cxn ang="0">
                <a:pos x="connsiteX55594" y="connsiteY55594"/>
              </a:cxn>
              <a:cxn ang="0">
                <a:pos x="connsiteX55595" y="connsiteY55595"/>
              </a:cxn>
              <a:cxn ang="0">
                <a:pos x="connsiteX55596" y="connsiteY55596"/>
              </a:cxn>
              <a:cxn ang="0">
                <a:pos x="connsiteX55597" y="connsiteY55597"/>
              </a:cxn>
              <a:cxn ang="0">
                <a:pos x="connsiteX55598" y="connsiteY55598"/>
              </a:cxn>
              <a:cxn ang="0">
                <a:pos x="connsiteX55599" y="connsiteY55599"/>
              </a:cxn>
              <a:cxn ang="0">
                <a:pos x="connsiteX55600" y="connsiteY55600"/>
              </a:cxn>
              <a:cxn ang="0">
                <a:pos x="connsiteX55601" y="connsiteY55601"/>
              </a:cxn>
              <a:cxn ang="0">
                <a:pos x="connsiteX55602" y="connsiteY55602"/>
              </a:cxn>
              <a:cxn ang="0">
                <a:pos x="connsiteX55603" y="connsiteY55603"/>
              </a:cxn>
              <a:cxn ang="0">
                <a:pos x="connsiteX55604" y="connsiteY55604"/>
              </a:cxn>
              <a:cxn ang="0">
                <a:pos x="connsiteX55605" y="connsiteY55605"/>
              </a:cxn>
              <a:cxn ang="0">
                <a:pos x="connsiteX55606" y="connsiteY55606"/>
              </a:cxn>
              <a:cxn ang="0">
                <a:pos x="connsiteX55607" y="connsiteY55607"/>
              </a:cxn>
              <a:cxn ang="0">
                <a:pos x="connsiteX55608" y="connsiteY55608"/>
              </a:cxn>
              <a:cxn ang="0">
                <a:pos x="connsiteX55609" y="connsiteY55609"/>
              </a:cxn>
              <a:cxn ang="0">
                <a:pos x="connsiteX55610" y="connsiteY55610"/>
              </a:cxn>
              <a:cxn ang="0">
                <a:pos x="connsiteX55611" y="connsiteY55611"/>
              </a:cxn>
              <a:cxn ang="0">
                <a:pos x="connsiteX55612" y="connsiteY55612"/>
              </a:cxn>
              <a:cxn ang="0">
                <a:pos x="connsiteX55613" y="connsiteY55613"/>
              </a:cxn>
              <a:cxn ang="0">
                <a:pos x="connsiteX55614" y="connsiteY55614"/>
              </a:cxn>
              <a:cxn ang="0">
                <a:pos x="connsiteX55615" y="connsiteY55615"/>
              </a:cxn>
              <a:cxn ang="0">
                <a:pos x="connsiteX55616" y="connsiteY55616"/>
              </a:cxn>
              <a:cxn ang="0">
                <a:pos x="connsiteX55617" y="connsiteY55617"/>
              </a:cxn>
              <a:cxn ang="0">
                <a:pos x="connsiteX55618" y="connsiteY55618"/>
              </a:cxn>
              <a:cxn ang="0">
                <a:pos x="connsiteX55619" y="connsiteY55619"/>
              </a:cxn>
              <a:cxn ang="0">
                <a:pos x="connsiteX55620" y="connsiteY55620"/>
              </a:cxn>
              <a:cxn ang="0">
                <a:pos x="connsiteX55621" y="connsiteY55621"/>
              </a:cxn>
              <a:cxn ang="0">
                <a:pos x="connsiteX55622" y="connsiteY55622"/>
              </a:cxn>
              <a:cxn ang="0">
                <a:pos x="connsiteX55623" y="connsiteY55623"/>
              </a:cxn>
              <a:cxn ang="0">
                <a:pos x="connsiteX55624" y="connsiteY55624"/>
              </a:cxn>
              <a:cxn ang="0">
                <a:pos x="connsiteX55625" y="connsiteY55625"/>
              </a:cxn>
              <a:cxn ang="0">
                <a:pos x="connsiteX55626" y="connsiteY55626"/>
              </a:cxn>
              <a:cxn ang="0">
                <a:pos x="connsiteX55627" y="connsiteY55627"/>
              </a:cxn>
              <a:cxn ang="0">
                <a:pos x="connsiteX55628" y="connsiteY55628"/>
              </a:cxn>
              <a:cxn ang="0">
                <a:pos x="connsiteX55629" y="connsiteY55629"/>
              </a:cxn>
              <a:cxn ang="0">
                <a:pos x="connsiteX55630" y="connsiteY55630"/>
              </a:cxn>
              <a:cxn ang="0">
                <a:pos x="connsiteX55631" y="connsiteY55631"/>
              </a:cxn>
              <a:cxn ang="0">
                <a:pos x="connsiteX55632" y="connsiteY55632"/>
              </a:cxn>
              <a:cxn ang="0">
                <a:pos x="connsiteX55633" y="connsiteY55633"/>
              </a:cxn>
              <a:cxn ang="0">
                <a:pos x="connsiteX55634" y="connsiteY55634"/>
              </a:cxn>
              <a:cxn ang="0">
                <a:pos x="connsiteX55635" y="connsiteY55635"/>
              </a:cxn>
              <a:cxn ang="0">
                <a:pos x="connsiteX55636" y="connsiteY55636"/>
              </a:cxn>
              <a:cxn ang="0">
                <a:pos x="connsiteX55637" y="connsiteY55637"/>
              </a:cxn>
              <a:cxn ang="0">
                <a:pos x="connsiteX55638" y="connsiteY55638"/>
              </a:cxn>
              <a:cxn ang="0">
                <a:pos x="connsiteX55639" y="connsiteY55639"/>
              </a:cxn>
              <a:cxn ang="0">
                <a:pos x="connsiteX55640" y="connsiteY55640"/>
              </a:cxn>
              <a:cxn ang="0">
                <a:pos x="connsiteX55641" y="connsiteY55641"/>
              </a:cxn>
              <a:cxn ang="0">
                <a:pos x="connsiteX55642" y="connsiteY55642"/>
              </a:cxn>
              <a:cxn ang="0">
                <a:pos x="connsiteX55643" y="connsiteY55643"/>
              </a:cxn>
              <a:cxn ang="0">
                <a:pos x="connsiteX55644" y="connsiteY55644"/>
              </a:cxn>
              <a:cxn ang="0">
                <a:pos x="connsiteX55645" y="connsiteY55645"/>
              </a:cxn>
              <a:cxn ang="0">
                <a:pos x="connsiteX55646" y="connsiteY55646"/>
              </a:cxn>
              <a:cxn ang="0">
                <a:pos x="connsiteX55647" y="connsiteY55647"/>
              </a:cxn>
              <a:cxn ang="0">
                <a:pos x="connsiteX55648" y="connsiteY55648"/>
              </a:cxn>
              <a:cxn ang="0">
                <a:pos x="connsiteX55649" y="connsiteY55649"/>
              </a:cxn>
              <a:cxn ang="0">
                <a:pos x="connsiteX55650" y="connsiteY55650"/>
              </a:cxn>
              <a:cxn ang="0">
                <a:pos x="connsiteX55651" y="connsiteY55651"/>
              </a:cxn>
              <a:cxn ang="0">
                <a:pos x="connsiteX55652" y="connsiteY55652"/>
              </a:cxn>
              <a:cxn ang="0">
                <a:pos x="connsiteX55653" y="connsiteY55653"/>
              </a:cxn>
              <a:cxn ang="0">
                <a:pos x="connsiteX55654" y="connsiteY55654"/>
              </a:cxn>
              <a:cxn ang="0">
                <a:pos x="connsiteX55655" y="connsiteY55655"/>
              </a:cxn>
              <a:cxn ang="0">
                <a:pos x="connsiteX55656" y="connsiteY55656"/>
              </a:cxn>
              <a:cxn ang="0">
                <a:pos x="connsiteX55657" y="connsiteY55657"/>
              </a:cxn>
              <a:cxn ang="0">
                <a:pos x="connsiteX55658" y="connsiteY55658"/>
              </a:cxn>
              <a:cxn ang="0">
                <a:pos x="connsiteX55659" y="connsiteY55659"/>
              </a:cxn>
              <a:cxn ang="0">
                <a:pos x="connsiteX55660" y="connsiteY55660"/>
              </a:cxn>
              <a:cxn ang="0">
                <a:pos x="connsiteX55661" y="connsiteY55661"/>
              </a:cxn>
              <a:cxn ang="0">
                <a:pos x="connsiteX55662" y="connsiteY55662"/>
              </a:cxn>
              <a:cxn ang="0">
                <a:pos x="connsiteX55663" y="connsiteY55663"/>
              </a:cxn>
              <a:cxn ang="0">
                <a:pos x="connsiteX55664" y="connsiteY55664"/>
              </a:cxn>
              <a:cxn ang="0">
                <a:pos x="connsiteX55665" y="connsiteY55665"/>
              </a:cxn>
              <a:cxn ang="0">
                <a:pos x="connsiteX55666" y="connsiteY55666"/>
              </a:cxn>
              <a:cxn ang="0">
                <a:pos x="connsiteX55667" y="connsiteY55667"/>
              </a:cxn>
              <a:cxn ang="0">
                <a:pos x="connsiteX55668" y="connsiteY55668"/>
              </a:cxn>
              <a:cxn ang="0">
                <a:pos x="connsiteX55669" y="connsiteY55669"/>
              </a:cxn>
              <a:cxn ang="0">
                <a:pos x="connsiteX55670" y="connsiteY55670"/>
              </a:cxn>
              <a:cxn ang="0">
                <a:pos x="connsiteX55671" y="connsiteY55671"/>
              </a:cxn>
              <a:cxn ang="0">
                <a:pos x="connsiteX55672" y="connsiteY55672"/>
              </a:cxn>
              <a:cxn ang="0">
                <a:pos x="connsiteX55673" y="connsiteY55673"/>
              </a:cxn>
              <a:cxn ang="0">
                <a:pos x="connsiteX55674" y="connsiteY55674"/>
              </a:cxn>
              <a:cxn ang="0">
                <a:pos x="connsiteX55675" y="connsiteY55675"/>
              </a:cxn>
              <a:cxn ang="0">
                <a:pos x="connsiteX55676" y="connsiteY55676"/>
              </a:cxn>
              <a:cxn ang="0">
                <a:pos x="connsiteX55677" y="connsiteY55677"/>
              </a:cxn>
              <a:cxn ang="0">
                <a:pos x="connsiteX55678" y="connsiteY55678"/>
              </a:cxn>
              <a:cxn ang="0">
                <a:pos x="connsiteX55679" y="connsiteY55679"/>
              </a:cxn>
              <a:cxn ang="0">
                <a:pos x="connsiteX55680" y="connsiteY55680"/>
              </a:cxn>
              <a:cxn ang="0">
                <a:pos x="connsiteX55681" y="connsiteY55681"/>
              </a:cxn>
              <a:cxn ang="0">
                <a:pos x="connsiteX55682" y="connsiteY55682"/>
              </a:cxn>
              <a:cxn ang="0">
                <a:pos x="connsiteX55683" y="connsiteY55683"/>
              </a:cxn>
              <a:cxn ang="0">
                <a:pos x="connsiteX55684" y="connsiteY55684"/>
              </a:cxn>
              <a:cxn ang="0">
                <a:pos x="connsiteX55685" y="connsiteY55685"/>
              </a:cxn>
              <a:cxn ang="0">
                <a:pos x="connsiteX55686" y="connsiteY55686"/>
              </a:cxn>
              <a:cxn ang="0">
                <a:pos x="connsiteX55687" y="connsiteY55687"/>
              </a:cxn>
              <a:cxn ang="0">
                <a:pos x="connsiteX55688" y="connsiteY55688"/>
              </a:cxn>
              <a:cxn ang="0">
                <a:pos x="connsiteX55689" y="connsiteY55689"/>
              </a:cxn>
              <a:cxn ang="0">
                <a:pos x="connsiteX55690" y="connsiteY55690"/>
              </a:cxn>
              <a:cxn ang="0">
                <a:pos x="connsiteX55691" y="connsiteY55691"/>
              </a:cxn>
              <a:cxn ang="0">
                <a:pos x="connsiteX55692" y="connsiteY55692"/>
              </a:cxn>
              <a:cxn ang="0">
                <a:pos x="connsiteX55693" y="connsiteY55693"/>
              </a:cxn>
              <a:cxn ang="0">
                <a:pos x="connsiteX55694" y="connsiteY55694"/>
              </a:cxn>
              <a:cxn ang="0">
                <a:pos x="connsiteX55695" y="connsiteY55695"/>
              </a:cxn>
              <a:cxn ang="0">
                <a:pos x="connsiteX55696" y="connsiteY55696"/>
              </a:cxn>
              <a:cxn ang="0">
                <a:pos x="connsiteX55697" y="connsiteY55697"/>
              </a:cxn>
              <a:cxn ang="0">
                <a:pos x="connsiteX55698" y="connsiteY55698"/>
              </a:cxn>
              <a:cxn ang="0">
                <a:pos x="connsiteX55699" y="connsiteY55699"/>
              </a:cxn>
              <a:cxn ang="0">
                <a:pos x="connsiteX55700" y="connsiteY55700"/>
              </a:cxn>
              <a:cxn ang="0">
                <a:pos x="connsiteX55701" y="connsiteY55701"/>
              </a:cxn>
              <a:cxn ang="0">
                <a:pos x="connsiteX55702" y="connsiteY55702"/>
              </a:cxn>
              <a:cxn ang="0">
                <a:pos x="connsiteX55703" y="connsiteY55703"/>
              </a:cxn>
              <a:cxn ang="0">
                <a:pos x="connsiteX55704" y="connsiteY55704"/>
              </a:cxn>
              <a:cxn ang="0">
                <a:pos x="connsiteX55705" y="connsiteY55705"/>
              </a:cxn>
              <a:cxn ang="0">
                <a:pos x="connsiteX55706" y="connsiteY55706"/>
              </a:cxn>
              <a:cxn ang="0">
                <a:pos x="connsiteX55707" y="connsiteY55707"/>
              </a:cxn>
              <a:cxn ang="0">
                <a:pos x="connsiteX55708" y="connsiteY55708"/>
              </a:cxn>
              <a:cxn ang="0">
                <a:pos x="connsiteX55709" y="connsiteY55709"/>
              </a:cxn>
              <a:cxn ang="0">
                <a:pos x="connsiteX55710" y="connsiteY55710"/>
              </a:cxn>
              <a:cxn ang="0">
                <a:pos x="connsiteX55711" y="connsiteY55711"/>
              </a:cxn>
              <a:cxn ang="0">
                <a:pos x="connsiteX55712" y="connsiteY55712"/>
              </a:cxn>
              <a:cxn ang="0">
                <a:pos x="connsiteX55713" y="connsiteY55713"/>
              </a:cxn>
              <a:cxn ang="0">
                <a:pos x="connsiteX55714" y="connsiteY55714"/>
              </a:cxn>
              <a:cxn ang="0">
                <a:pos x="connsiteX55715" y="connsiteY55715"/>
              </a:cxn>
              <a:cxn ang="0">
                <a:pos x="connsiteX55716" y="connsiteY55716"/>
              </a:cxn>
              <a:cxn ang="0">
                <a:pos x="connsiteX55717" y="connsiteY55717"/>
              </a:cxn>
              <a:cxn ang="0">
                <a:pos x="connsiteX55718" y="connsiteY55718"/>
              </a:cxn>
              <a:cxn ang="0">
                <a:pos x="connsiteX55719" y="connsiteY55719"/>
              </a:cxn>
              <a:cxn ang="0">
                <a:pos x="connsiteX55720" y="connsiteY55720"/>
              </a:cxn>
              <a:cxn ang="0">
                <a:pos x="connsiteX55721" y="connsiteY55721"/>
              </a:cxn>
              <a:cxn ang="0">
                <a:pos x="connsiteX55722" y="connsiteY55722"/>
              </a:cxn>
              <a:cxn ang="0">
                <a:pos x="connsiteX55723" y="connsiteY55723"/>
              </a:cxn>
              <a:cxn ang="0">
                <a:pos x="connsiteX55724" y="connsiteY55724"/>
              </a:cxn>
              <a:cxn ang="0">
                <a:pos x="connsiteX55725" y="connsiteY55725"/>
              </a:cxn>
              <a:cxn ang="0">
                <a:pos x="connsiteX55726" y="connsiteY55726"/>
              </a:cxn>
              <a:cxn ang="0">
                <a:pos x="connsiteX55727" y="connsiteY55727"/>
              </a:cxn>
              <a:cxn ang="0">
                <a:pos x="connsiteX55728" y="connsiteY55728"/>
              </a:cxn>
              <a:cxn ang="0">
                <a:pos x="connsiteX55729" y="connsiteY55729"/>
              </a:cxn>
              <a:cxn ang="0">
                <a:pos x="connsiteX55730" y="connsiteY55730"/>
              </a:cxn>
              <a:cxn ang="0">
                <a:pos x="connsiteX55731" y="connsiteY55731"/>
              </a:cxn>
              <a:cxn ang="0">
                <a:pos x="connsiteX55732" y="connsiteY55732"/>
              </a:cxn>
              <a:cxn ang="0">
                <a:pos x="connsiteX55733" y="connsiteY55733"/>
              </a:cxn>
              <a:cxn ang="0">
                <a:pos x="connsiteX55734" y="connsiteY55734"/>
              </a:cxn>
              <a:cxn ang="0">
                <a:pos x="connsiteX55735" y="connsiteY55735"/>
              </a:cxn>
              <a:cxn ang="0">
                <a:pos x="connsiteX55736" y="connsiteY55736"/>
              </a:cxn>
              <a:cxn ang="0">
                <a:pos x="connsiteX55737" y="connsiteY55737"/>
              </a:cxn>
              <a:cxn ang="0">
                <a:pos x="connsiteX55738" y="connsiteY55738"/>
              </a:cxn>
              <a:cxn ang="0">
                <a:pos x="connsiteX55739" y="connsiteY55739"/>
              </a:cxn>
              <a:cxn ang="0">
                <a:pos x="connsiteX55740" y="connsiteY55740"/>
              </a:cxn>
              <a:cxn ang="0">
                <a:pos x="connsiteX55741" y="connsiteY55741"/>
              </a:cxn>
              <a:cxn ang="0">
                <a:pos x="connsiteX55742" y="connsiteY55742"/>
              </a:cxn>
              <a:cxn ang="0">
                <a:pos x="connsiteX55743" y="connsiteY55743"/>
              </a:cxn>
              <a:cxn ang="0">
                <a:pos x="connsiteX55744" y="connsiteY55744"/>
              </a:cxn>
              <a:cxn ang="0">
                <a:pos x="connsiteX55745" y="connsiteY55745"/>
              </a:cxn>
              <a:cxn ang="0">
                <a:pos x="connsiteX55746" y="connsiteY55746"/>
              </a:cxn>
              <a:cxn ang="0">
                <a:pos x="connsiteX55747" y="connsiteY55747"/>
              </a:cxn>
              <a:cxn ang="0">
                <a:pos x="connsiteX55748" y="connsiteY55748"/>
              </a:cxn>
              <a:cxn ang="0">
                <a:pos x="connsiteX55749" y="connsiteY55749"/>
              </a:cxn>
              <a:cxn ang="0">
                <a:pos x="connsiteX55750" y="connsiteY55750"/>
              </a:cxn>
              <a:cxn ang="0">
                <a:pos x="connsiteX55751" y="connsiteY55751"/>
              </a:cxn>
              <a:cxn ang="0">
                <a:pos x="connsiteX55752" y="connsiteY55752"/>
              </a:cxn>
              <a:cxn ang="0">
                <a:pos x="connsiteX55753" y="connsiteY55753"/>
              </a:cxn>
              <a:cxn ang="0">
                <a:pos x="connsiteX55754" y="connsiteY55754"/>
              </a:cxn>
              <a:cxn ang="0">
                <a:pos x="connsiteX55755" y="connsiteY55755"/>
              </a:cxn>
              <a:cxn ang="0">
                <a:pos x="connsiteX55756" y="connsiteY55756"/>
              </a:cxn>
              <a:cxn ang="0">
                <a:pos x="connsiteX55757" y="connsiteY55757"/>
              </a:cxn>
              <a:cxn ang="0">
                <a:pos x="connsiteX55758" y="connsiteY55758"/>
              </a:cxn>
              <a:cxn ang="0">
                <a:pos x="connsiteX55759" y="connsiteY55759"/>
              </a:cxn>
              <a:cxn ang="0">
                <a:pos x="connsiteX55760" y="connsiteY55760"/>
              </a:cxn>
              <a:cxn ang="0">
                <a:pos x="connsiteX55761" y="connsiteY55761"/>
              </a:cxn>
              <a:cxn ang="0">
                <a:pos x="connsiteX55762" y="connsiteY55762"/>
              </a:cxn>
              <a:cxn ang="0">
                <a:pos x="connsiteX55763" y="connsiteY55763"/>
              </a:cxn>
              <a:cxn ang="0">
                <a:pos x="connsiteX55764" y="connsiteY55764"/>
              </a:cxn>
              <a:cxn ang="0">
                <a:pos x="connsiteX55765" y="connsiteY55765"/>
              </a:cxn>
              <a:cxn ang="0">
                <a:pos x="connsiteX55766" y="connsiteY55766"/>
              </a:cxn>
              <a:cxn ang="0">
                <a:pos x="connsiteX55767" y="connsiteY55767"/>
              </a:cxn>
              <a:cxn ang="0">
                <a:pos x="connsiteX55768" y="connsiteY55768"/>
              </a:cxn>
              <a:cxn ang="0">
                <a:pos x="connsiteX55769" y="connsiteY55769"/>
              </a:cxn>
              <a:cxn ang="0">
                <a:pos x="connsiteX55770" y="connsiteY55770"/>
              </a:cxn>
              <a:cxn ang="0">
                <a:pos x="connsiteX55771" y="connsiteY55771"/>
              </a:cxn>
              <a:cxn ang="0">
                <a:pos x="connsiteX55772" y="connsiteY55772"/>
              </a:cxn>
              <a:cxn ang="0">
                <a:pos x="connsiteX55773" y="connsiteY55773"/>
              </a:cxn>
              <a:cxn ang="0">
                <a:pos x="connsiteX55774" y="connsiteY55774"/>
              </a:cxn>
              <a:cxn ang="0">
                <a:pos x="connsiteX55775" y="connsiteY55775"/>
              </a:cxn>
              <a:cxn ang="0">
                <a:pos x="connsiteX55776" y="connsiteY55776"/>
              </a:cxn>
              <a:cxn ang="0">
                <a:pos x="connsiteX55777" y="connsiteY55777"/>
              </a:cxn>
              <a:cxn ang="0">
                <a:pos x="connsiteX55778" y="connsiteY55778"/>
              </a:cxn>
              <a:cxn ang="0">
                <a:pos x="connsiteX55779" y="connsiteY55779"/>
              </a:cxn>
              <a:cxn ang="0">
                <a:pos x="connsiteX55780" y="connsiteY55780"/>
              </a:cxn>
              <a:cxn ang="0">
                <a:pos x="connsiteX55781" y="connsiteY55781"/>
              </a:cxn>
              <a:cxn ang="0">
                <a:pos x="connsiteX55782" y="connsiteY55782"/>
              </a:cxn>
              <a:cxn ang="0">
                <a:pos x="connsiteX55783" y="connsiteY55783"/>
              </a:cxn>
              <a:cxn ang="0">
                <a:pos x="connsiteX55784" y="connsiteY55784"/>
              </a:cxn>
              <a:cxn ang="0">
                <a:pos x="connsiteX55785" y="connsiteY55785"/>
              </a:cxn>
              <a:cxn ang="0">
                <a:pos x="connsiteX55786" y="connsiteY55786"/>
              </a:cxn>
              <a:cxn ang="0">
                <a:pos x="connsiteX55787" y="connsiteY55787"/>
              </a:cxn>
              <a:cxn ang="0">
                <a:pos x="connsiteX55788" y="connsiteY55788"/>
              </a:cxn>
              <a:cxn ang="0">
                <a:pos x="connsiteX55789" y="connsiteY55789"/>
              </a:cxn>
              <a:cxn ang="0">
                <a:pos x="connsiteX55790" y="connsiteY55790"/>
              </a:cxn>
              <a:cxn ang="0">
                <a:pos x="connsiteX55791" y="connsiteY55791"/>
              </a:cxn>
              <a:cxn ang="0">
                <a:pos x="connsiteX55792" y="connsiteY55792"/>
              </a:cxn>
              <a:cxn ang="0">
                <a:pos x="connsiteX55793" y="connsiteY55793"/>
              </a:cxn>
              <a:cxn ang="0">
                <a:pos x="connsiteX55794" y="connsiteY55794"/>
              </a:cxn>
              <a:cxn ang="0">
                <a:pos x="connsiteX55795" y="connsiteY55795"/>
              </a:cxn>
              <a:cxn ang="0">
                <a:pos x="connsiteX55796" y="connsiteY55796"/>
              </a:cxn>
              <a:cxn ang="0">
                <a:pos x="connsiteX55797" y="connsiteY55797"/>
              </a:cxn>
              <a:cxn ang="0">
                <a:pos x="connsiteX55798" y="connsiteY55798"/>
              </a:cxn>
              <a:cxn ang="0">
                <a:pos x="connsiteX55799" y="connsiteY55799"/>
              </a:cxn>
              <a:cxn ang="0">
                <a:pos x="connsiteX55800" y="connsiteY55800"/>
              </a:cxn>
              <a:cxn ang="0">
                <a:pos x="connsiteX55801" y="connsiteY55801"/>
              </a:cxn>
              <a:cxn ang="0">
                <a:pos x="connsiteX55802" y="connsiteY55802"/>
              </a:cxn>
              <a:cxn ang="0">
                <a:pos x="connsiteX55803" y="connsiteY55803"/>
              </a:cxn>
              <a:cxn ang="0">
                <a:pos x="connsiteX55804" y="connsiteY55804"/>
              </a:cxn>
              <a:cxn ang="0">
                <a:pos x="connsiteX55805" y="connsiteY55805"/>
              </a:cxn>
              <a:cxn ang="0">
                <a:pos x="connsiteX55806" y="connsiteY55806"/>
              </a:cxn>
              <a:cxn ang="0">
                <a:pos x="connsiteX55807" y="connsiteY55807"/>
              </a:cxn>
              <a:cxn ang="0">
                <a:pos x="connsiteX55808" y="connsiteY55808"/>
              </a:cxn>
              <a:cxn ang="0">
                <a:pos x="connsiteX55809" y="connsiteY55809"/>
              </a:cxn>
              <a:cxn ang="0">
                <a:pos x="connsiteX55810" y="connsiteY55810"/>
              </a:cxn>
              <a:cxn ang="0">
                <a:pos x="connsiteX55811" y="connsiteY55811"/>
              </a:cxn>
              <a:cxn ang="0">
                <a:pos x="connsiteX55812" y="connsiteY55812"/>
              </a:cxn>
              <a:cxn ang="0">
                <a:pos x="connsiteX55813" y="connsiteY55813"/>
              </a:cxn>
              <a:cxn ang="0">
                <a:pos x="connsiteX55814" y="connsiteY55814"/>
              </a:cxn>
              <a:cxn ang="0">
                <a:pos x="connsiteX55815" y="connsiteY55815"/>
              </a:cxn>
              <a:cxn ang="0">
                <a:pos x="connsiteX55816" y="connsiteY55816"/>
              </a:cxn>
              <a:cxn ang="0">
                <a:pos x="connsiteX55817" y="connsiteY55817"/>
              </a:cxn>
              <a:cxn ang="0">
                <a:pos x="connsiteX55818" y="connsiteY55818"/>
              </a:cxn>
              <a:cxn ang="0">
                <a:pos x="connsiteX55819" y="connsiteY55819"/>
              </a:cxn>
              <a:cxn ang="0">
                <a:pos x="connsiteX55820" y="connsiteY55820"/>
              </a:cxn>
              <a:cxn ang="0">
                <a:pos x="connsiteX55821" y="connsiteY55821"/>
              </a:cxn>
              <a:cxn ang="0">
                <a:pos x="connsiteX55822" y="connsiteY55822"/>
              </a:cxn>
              <a:cxn ang="0">
                <a:pos x="connsiteX55823" y="connsiteY55823"/>
              </a:cxn>
              <a:cxn ang="0">
                <a:pos x="connsiteX55824" y="connsiteY55824"/>
              </a:cxn>
              <a:cxn ang="0">
                <a:pos x="connsiteX55825" y="connsiteY55825"/>
              </a:cxn>
              <a:cxn ang="0">
                <a:pos x="connsiteX55826" y="connsiteY55826"/>
              </a:cxn>
              <a:cxn ang="0">
                <a:pos x="connsiteX55827" y="connsiteY55827"/>
              </a:cxn>
              <a:cxn ang="0">
                <a:pos x="connsiteX55828" y="connsiteY55828"/>
              </a:cxn>
              <a:cxn ang="0">
                <a:pos x="connsiteX55829" y="connsiteY55829"/>
              </a:cxn>
              <a:cxn ang="0">
                <a:pos x="connsiteX55830" y="connsiteY55830"/>
              </a:cxn>
              <a:cxn ang="0">
                <a:pos x="connsiteX55831" y="connsiteY55831"/>
              </a:cxn>
              <a:cxn ang="0">
                <a:pos x="connsiteX55832" y="connsiteY55832"/>
              </a:cxn>
              <a:cxn ang="0">
                <a:pos x="connsiteX55833" y="connsiteY55833"/>
              </a:cxn>
              <a:cxn ang="0">
                <a:pos x="connsiteX55834" y="connsiteY55834"/>
              </a:cxn>
              <a:cxn ang="0">
                <a:pos x="connsiteX55835" y="connsiteY55835"/>
              </a:cxn>
              <a:cxn ang="0">
                <a:pos x="connsiteX55836" y="connsiteY55836"/>
              </a:cxn>
              <a:cxn ang="0">
                <a:pos x="connsiteX55837" y="connsiteY55837"/>
              </a:cxn>
              <a:cxn ang="0">
                <a:pos x="connsiteX55838" y="connsiteY55838"/>
              </a:cxn>
              <a:cxn ang="0">
                <a:pos x="connsiteX55839" y="connsiteY55839"/>
              </a:cxn>
              <a:cxn ang="0">
                <a:pos x="connsiteX55840" y="connsiteY55840"/>
              </a:cxn>
              <a:cxn ang="0">
                <a:pos x="connsiteX55841" y="connsiteY55841"/>
              </a:cxn>
              <a:cxn ang="0">
                <a:pos x="connsiteX55842" y="connsiteY55842"/>
              </a:cxn>
              <a:cxn ang="0">
                <a:pos x="connsiteX55843" y="connsiteY55843"/>
              </a:cxn>
              <a:cxn ang="0">
                <a:pos x="connsiteX55844" y="connsiteY55844"/>
              </a:cxn>
              <a:cxn ang="0">
                <a:pos x="connsiteX55845" y="connsiteY55845"/>
              </a:cxn>
              <a:cxn ang="0">
                <a:pos x="connsiteX55846" y="connsiteY55846"/>
              </a:cxn>
              <a:cxn ang="0">
                <a:pos x="connsiteX55847" y="connsiteY55847"/>
              </a:cxn>
              <a:cxn ang="0">
                <a:pos x="connsiteX55848" y="connsiteY55848"/>
              </a:cxn>
              <a:cxn ang="0">
                <a:pos x="connsiteX55849" y="connsiteY55849"/>
              </a:cxn>
              <a:cxn ang="0">
                <a:pos x="connsiteX55850" y="connsiteY55850"/>
              </a:cxn>
              <a:cxn ang="0">
                <a:pos x="connsiteX55851" y="connsiteY55851"/>
              </a:cxn>
              <a:cxn ang="0">
                <a:pos x="connsiteX55852" y="connsiteY55852"/>
              </a:cxn>
              <a:cxn ang="0">
                <a:pos x="connsiteX55853" y="connsiteY55853"/>
              </a:cxn>
              <a:cxn ang="0">
                <a:pos x="connsiteX55854" y="connsiteY55854"/>
              </a:cxn>
              <a:cxn ang="0">
                <a:pos x="connsiteX55855" y="connsiteY55855"/>
              </a:cxn>
              <a:cxn ang="0">
                <a:pos x="connsiteX55856" y="connsiteY55856"/>
              </a:cxn>
              <a:cxn ang="0">
                <a:pos x="connsiteX55857" y="connsiteY55857"/>
              </a:cxn>
              <a:cxn ang="0">
                <a:pos x="connsiteX55858" y="connsiteY55858"/>
              </a:cxn>
              <a:cxn ang="0">
                <a:pos x="connsiteX55859" y="connsiteY55859"/>
              </a:cxn>
              <a:cxn ang="0">
                <a:pos x="connsiteX55860" y="connsiteY55860"/>
              </a:cxn>
              <a:cxn ang="0">
                <a:pos x="connsiteX55861" y="connsiteY55861"/>
              </a:cxn>
              <a:cxn ang="0">
                <a:pos x="connsiteX55862" y="connsiteY55862"/>
              </a:cxn>
              <a:cxn ang="0">
                <a:pos x="connsiteX55863" y="connsiteY55863"/>
              </a:cxn>
              <a:cxn ang="0">
                <a:pos x="connsiteX55864" y="connsiteY55864"/>
              </a:cxn>
              <a:cxn ang="0">
                <a:pos x="connsiteX55865" y="connsiteY55865"/>
              </a:cxn>
              <a:cxn ang="0">
                <a:pos x="connsiteX55866" y="connsiteY55866"/>
              </a:cxn>
              <a:cxn ang="0">
                <a:pos x="connsiteX55867" y="connsiteY55867"/>
              </a:cxn>
              <a:cxn ang="0">
                <a:pos x="connsiteX55868" y="connsiteY55868"/>
              </a:cxn>
              <a:cxn ang="0">
                <a:pos x="connsiteX55869" y="connsiteY55869"/>
              </a:cxn>
              <a:cxn ang="0">
                <a:pos x="connsiteX55870" y="connsiteY55870"/>
              </a:cxn>
              <a:cxn ang="0">
                <a:pos x="connsiteX55871" y="connsiteY55871"/>
              </a:cxn>
              <a:cxn ang="0">
                <a:pos x="connsiteX55872" y="connsiteY55872"/>
              </a:cxn>
              <a:cxn ang="0">
                <a:pos x="connsiteX55873" y="connsiteY55873"/>
              </a:cxn>
              <a:cxn ang="0">
                <a:pos x="connsiteX55874" y="connsiteY55874"/>
              </a:cxn>
              <a:cxn ang="0">
                <a:pos x="connsiteX55875" y="connsiteY55875"/>
              </a:cxn>
              <a:cxn ang="0">
                <a:pos x="connsiteX55876" y="connsiteY55876"/>
              </a:cxn>
              <a:cxn ang="0">
                <a:pos x="connsiteX55877" y="connsiteY55877"/>
              </a:cxn>
              <a:cxn ang="0">
                <a:pos x="connsiteX55878" y="connsiteY55878"/>
              </a:cxn>
              <a:cxn ang="0">
                <a:pos x="connsiteX55879" y="connsiteY55879"/>
              </a:cxn>
              <a:cxn ang="0">
                <a:pos x="connsiteX55880" y="connsiteY55880"/>
              </a:cxn>
              <a:cxn ang="0">
                <a:pos x="connsiteX55881" y="connsiteY55881"/>
              </a:cxn>
              <a:cxn ang="0">
                <a:pos x="connsiteX55882" y="connsiteY55882"/>
              </a:cxn>
              <a:cxn ang="0">
                <a:pos x="connsiteX55883" y="connsiteY55883"/>
              </a:cxn>
              <a:cxn ang="0">
                <a:pos x="connsiteX55884" y="connsiteY55884"/>
              </a:cxn>
              <a:cxn ang="0">
                <a:pos x="connsiteX55885" y="connsiteY55885"/>
              </a:cxn>
              <a:cxn ang="0">
                <a:pos x="connsiteX55886" y="connsiteY55886"/>
              </a:cxn>
              <a:cxn ang="0">
                <a:pos x="connsiteX55887" y="connsiteY55887"/>
              </a:cxn>
              <a:cxn ang="0">
                <a:pos x="connsiteX55888" y="connsiteY55888"/>
              </a:cxn>
              <a:cxn ang="0">
                <a:pos x="connsiteX55889" y="connsiteY55889"/>
              </a:cxn>
              <a:cxn ang="0">
                <a:pos x="connsiteX55890" y="connsiteY55890"/>
              </a:cxn>
              <a:cxn ang="0">
                <a:pos x="connsiteX55891" y="connsiteY55891"/>
              </a:cxn>
              <a:cxn ang="0">
                <a:pos x="connsiteX55892" y="connsiteY55892"/>
              </a:cxn>
              <a:cxn ang="0">
                <a:pos x="connsiteX55893" y="connsiteY55893"/>
              </a:cxn>
              <a:cxn ang="0">
                <a:pos x="connsiteX55894" y="connsiteY55894"/>
              </a:cxn>
              <a:cxn ang="0">
                <a:pos x="connsiteX55895" y="connsiteY55895"/>
              </a:cxn>
              <a:cxn ang="0">
                <a:pos x="connsiteX55896" y="connsiteY55896"/>
              </a:cxn>
              <a:cxn ang="0">
                <a:pos x="connsiteX55897" y="connsiteY55897"/>
              </a:cxn>
              <a:cxn ang="0">
                <a:pos x="connsiteX55898" y="connsiteY55898"/>
              </a:cxn>
              <a:cxn ang="0">
                <a:pos x="connsiteX55899" y="connsiteY55899"/>
              </a:cxn>
              <a:cxn ang="0">
                <a:pos x="connsiteX55900" y="connsiteY55900"/>
              </a:cxn>
              <a:cxn ang="0">
                <a:pos x="connsiteX55901" y="connsiteY55901"/>
              </a:cxn>
              <a:cxn ang="0">
                <a:pos x="connsiteX55902" y="connsiteY55902"/>
              </a:cxn>
              <a:cxn ang="0">
                <a:pos x="connsiteX55903" y="connsiteY55903"/>
              </a:cxn>
              <a:cxn ang="0">
                <a:pos x="connsiteX55904" y="connsiteY55904"/>
              </a:cxn>
              <a:cxn ang="0">
                <a:pos x="connsiteX55905" y="connsiteY55905"/>
              </a:cxn>
              <a:cxn ang="0">
                <a:pos x="connsiteX55906" y="connsiteY55906"/>
              </a:cxn>
              <a:cxn ang="0">
                <a:pos x="connsiteX55907" y="connsiteY55907"/>
              </a:cxn>
              <a:cxn ang="0">
                <a:pos x="connsiteX55908" y="connsiteY55908"/>
              </a:cxn>
              <a:cxn ang="0">
                <a:pos x="connsiteX55909" y="connsiteY55909"/>
              </a:cxn>
              <a:cxn ang="0">
                <a:pos x="connsiteX55910" y="connsiteY55910"/>
              </a:cxn>
              <a:cxn ang="0">
                <a:pos x="connsiteX55911" y="connsiteY55911"/>
              </a:cxn>
              <a:cxn ang="0">
                <a:pos x="connsiteX55912" y="connsiteY55912"/>
              </a:cxn>
              <a:cxn ang="0">
                <a:pos x="connsiteX55913" y="connsiteY55913"/>
              </a:cxn>
              <a:cxn ang="0">
                <a:pos x="connsiteX55914" y="connsiteY55914"/>
              </a:cxn>
              <a:cxn ang="0">
                <a:pos x="connsiteX55915" y="connsiteY55915"/>
              </a:cxn>
              <a:cxn ang="0">
                <a:pos x="connsiteX55916" y="connsiteY55916"/>
              </a:cxn>
              <a:cxn ang="0">
                <a:pos x="connsiteX55917" y="connsiteY55917"/>
              </a:cxn>
              <a:cxn ang="0">
                <a:pos x="connsiteX55918" y="connsiteY55918"/>
              </a:cxn>
              <a:cxn ang="0">
                <a:pos x="connsiteX55919" y="connsiteY55919"/>
              </a:cxn>
              <a:cxn ang="0">
                <a:pos x="connsiteX55920" y="connsiteY55920"/>
              </a:cxn>
              <a:cxn ang="0">
                <a:pos x="connsiteX55921" y="connsiteY55921"/>
              </a:cxn>
              <a:cxn ang="0">
                <a:pos x="connsiteX55922" y="connsiteY55922"/>
              </a:cxn>
              <a:cxn ang="0">
                <a:pos x="connsiteX55923" y="connsiteY55923"/>
              </a:cxn>
              <a:cxn ang="0">
                <a:pos x="connsiteX55924" y="connsiteY55924"/>
              </a:cxn>
              <a:cxn ang="0">
                <a:pos x="connsiteX55925" y="connsiteY55925"/>
              </a:cxn>
              <a:cxn ang="0">
                <a:pos x="connsiteX55926" y="connsiteY55926"/>
              </a:cxn>
              <a:cxn ang="0">
                <a:pos x="connsiteX55927" y="connsiteY55927"/>
              </a:cxn>
              <a:cxn ang="0">
                <a:pos x="connsiteX55928" y="connsiteY55928"/>
              </a:cxn>
              <a:cxn ang="0">
                <a:pos x="connsiteX55929" y="connsiteY55929"/>
              </a:cxn>
              <a:cxn ang="0">
                <a:pos x="connsiteX55930" y="connsiteY55930"/>
              </a:cxn>
              <a:cxn ang="0">
                <a:pos x="connsiteX55931" y="connsiteY55931"/>
              </a:cxn>
              <a:cxn ang="0">
                <a:pos x="connsiteX55932" y="connsiteY55932"/>
              </a:cxn>
              <a:cxn ang="0">
                <a:pos x="connsiteX55933" y="connsiteY55933"/>
              </a:cxn>
              <a:cxn ang="0">
                <a:pos x="connsiteX55934" y="connsiteY55934"/>
              </a:cxn>
              <a:cxn ang="0">
                <a:pos x="connsiteX55935" y="connsiteY55935"/>
              </a:cxn>
              <a:cxn ang="0">
                <a:pos x="connsiteX55936" y="connsiteY55936"/>
              </a:cxn>
              <a:cxn ang="0">
                <a:pos x="connsiteX55937" y="connsiteY55937"/>
              </a:cxn>
              <a:cxn ang="0">
                <a:pos x="connsiteX55938" y="connsiteY55938"/>
              </a:cxn>
              <a:cxn ang="0">
                <a:pos x="connsiteX55939" y="connsiteY55939"/>
              </a:cxn>
              <a:cxn ang="0">
                <a:pos x="connsiteX55940" y="connsiteY55940"/>
              </a:cxn>
              <a:cxn ang="0">
                <a:pos x="connsiteX55941" y="connsiteY55941"/>
              </a:cxn>
              <a:cxn ang="0">
                <a:pos x="connsiteX55942" y="connsiteY55942"/>
              </a:cxn>
              <a:cxn ang="0">
                <a:pos x="connsiteX55943" y="connsiteY55943"/>
              </a:cxn>
              <a:cxn ang="0">
                <a:pos x="connsiteX55944" y="connsiteY55944"/>
              </a:cxn>
              <a:cxn ang="0">
                <a:pos x="connsiteX55945" y="connsiteY55945"/>
              </a:cxn>
              <a:cxn ang="0">
                <a:pos x="connsiteX55946" y="connsiteY55946"/>
              </a:cxn>
              <a:cxn ang="0">
                <a:pos x="connsiteX55947" y="connsiteY55947"/>
              </a:cxn>
              <a:cxn ang="0">
                <a:pos x="connsiteX55948" y="connsiteY55948"/>
              </a:cxn>
              <a:cxn ang="0">
                <a:pos x="connsiteX55949" y="connsiteY55949"/>
              </a:cxn>
              <a:cxn ang="0">
                <a:pos x="connsiteX55950" y="connsiteY55950"/>
              </a:cxn>
              <a:cxn ang="0">
                <a:pos x="connsiteX55951" y="connsiteY55951"/>
              </a:cxn>
              <a:cxn ang="0">
                <a:pos x="connsiteX55952" y="connsiteY55952"/>
              </a:cxn>
              <a:cxn ang="0">
                <a:pos x="connsiteX55953" y="connsiteY55953"/>
              </a:cxn>
              <a:cxn ang="0">
                <a:pos x="connsiteX55954" y="connsiteY55954"/>
              </a:cxn>
              <a:cxn ang="0">
                <a:pos x="connsiteX55955" y="connsiteY55955"/>
              </a:cxn>
              <a:cxn ang="0">
                <a:pos x="connsiteX55956" y="connsiteY55956"/>
              </a:cxn>
              <a:cxn ang="0">
                <a:pos x="connsiteX55957" y="connsiteY55957"/>
              </a:cxn>
              <a:cxn ang="0">
                <a:pos x="connsiteX55958" y="connsiteY55958"/>
              </a:cxn>
              <a:cxn ang="0">
                <a:pos x="connsiteX55959" y="connsiteY55959"/>
              </a:cxn>
              <a:cxn ang="0">
                <a:pos x="connsiteX55960" y="connsiteY55960"/>
              </a:cxn>
              <a:cxn ang="0">
                <a:pos x="connsiteX55961" y="connsiteY55961"/>
              </a:cxn>
              <a:cxn ang="0">
                <a:pos x="connsiteX55962" y="connsiteY55962"/>
              </a:cxn>
              <a:cxn ang="0">
                <a:pos x="connsiteX55963" y="connsiteY55963"/>
              </a:cxn>
              <a:cxn ang="0">
                <a:pos x="connsiteX55964" y="connsiteY55964"/>
              </a:cxn>
              <a:cxn ang="0">
                <a:pos x="connsiteX55965" y="connsiteY55965"/>
              </a:cxn>
              <a:cxn ang="0">
                <a:pos x="connsiteX55966" y="connsiteY55966"/>
              </a:cxn>
              <a:cxn ang="0">
                <a:pos x="connsiteX55967" y="connsiteY55967"/>
              </a:cxn>
              <a:cxn ang="0">
                <a:pos x="connsiteX55968" y="connsiteY55968"/>
              </a:cxn>
              <a:cxn ang="0">
                <a:pos x="connsiteX55969" y="connsiteY55969"/>
              </a:cxn>
              <a:cxn ang="0">
                <a:pos x="connsiteX55970" y="connsiteY55970"/>
              </a:cxn>
              <a:cxn ang="0">
                <a:pos x="connsiteX55971" y="connsiteY55971"/>
              </a:cxn>
              <a:cxn ang="0">
                <a:pos x="connsiteX55972" y="connsiteY55972"/>
              </a:cxn>
              <a:cxn ang="0">
                <a:pos x="connsiteX55973" y="connsiteY55973"/>
              </a:cxn>
              <a:cxn ang="0">
                <a:pos x="connsiteX55974" y="connsiteY55974"/>
              </a:cxn>
              <a:cxn ang="0">
                <a:pos x="connsiteX55975" y="connsiteY55975"/>
              </a:cxn>
              <a:cxn ang="0">
                <a:pos x="connsiteX55976" y="connsiteY55976"/>
              </a:cxn>
              <a:cxn ang="0">
                <a:pos x="connsiteX55977" y="connsiteY55977"/>
              </a:cxn>
              <a:cxn ang="0">
                <a:pos x="connsiteX55978" y="connsiteY55978"/>
              </a:cxn>
              <a:cxn ang="0">
                <a:pos x="connsiteX55979" y="connsiteY55979"/>
              </a:cxn>
              <a:cxn ang="0">
                <a:pos x="connsiteX55980" y="connsiteY55980"/>
              </a:cxn>
              <a:cxn ang="0">
                <a:pos x="connsiteX55981" y="connsiteY55981"/>
              </a:cxn>
              <a:cxn ang="0">
                <a:pos x="connsiteX55982" y="connsiteY55982"/>
              </a:cxn>
              <a:cxn ang="0">
                <a:pos x="connsiteX55983" y="connsiteY55983"/>
              </a:cxn>
              <a:cxn ang="0">
                <a:pos x="connsiteX55984" y="connsiteY55984"/>
              </a:cxn>
              <a:cxn ang="0">
                <a:pos x="connsiteX55985" y="connsiteY55985"/>
              </a:cxn>
              <a:cxn ang="0">
                <a:pos x="connsiteX55986" y="connsiteY55986"/>
              </a:cxn>
              <a:cxn ang="0">
                <a:pos x="connsiteX55987" y="connsiteY55987"/>
              </a:cxn>
              <a:cxn ang="0">
                <a:pos x="connsiteX55988" y="connsiteY55988"/>
              </a:cxn>
              <a:cxn ang="0">
                <a:pos x="connsiteX55989" y="connsiteY55989"/>
              </a:cxn>
              <a:cxn ang="0">
                <a:pos x="connsiteX55990" y="connsiteY55990"/>
              </a:cxn>
              <a:cxn ang="0">
                <a:pos x="connsiteX55991" y="connsiteY55991"/>
              </a:cxn>
              <a:cxn ang="0">
                <a:pos x="connsiteX55992" y="connsiteY55992"/>
              </a:cxn>
              <a:cxn ang="0">
                <a:pos x="connsiteX55993" y="connsiteY55993"/>
              </a:cxn>
              <a:cxn ang="0">
                <a:pos x="connsiteX55994" y="connsiteY55994"/>
              </a:cxn>
              <a:cxn ang="0">
                <a:pos x="connsiteX55995" y="connsiteY55995"/>
              </a:cxn>
              <a:cxn ang="0">
                <a:pos x="connsiteX55996" y="connsiteY55996"/>
              </a:cxn>
              <a:cxn ang="0">
                <a:pos x="connsiteX55997" y="connsiteY55997"/>
              </a:cxn>
              <a:cxn ang="0">
                <a:pos x="connsiteX55998" y="connsiteY55998"/>
              </a:cxn>
              <a:cxn ang="0">
                <a:pos x="connsiteX55999" y="connsiteY55999"/>
              </a:cxn>
              <a:cxn ang="0">
                <a:pos x="connsiteX56000" y="connsiteY56000"/>
              </a:cxn>
              <a:cxn ang="0">
                <a:pos x="connsiteX56001" y="connsiteY56001"/>
              </a:cxn>
              <a:cxn ang="0">
                <a:pos x="connsiteX56002" y="connsiteY56002"/>
              </a:cxn>
              <a:cxn ang="0">
                <a:pos x="connsiteX56003" y="connsiteY56003"/>
              </a:cxn>
              <a:cxn ang="0">
                <a:pos x="connsiteX56004" y="connsiteY56004"/>
              </a:cxn>
              <a:cxn ang="0">
                <a:pos x="connsiteX56005" y="connsiteY56005"/>
              </a:cxn>
              <a:cxn ang="0">
                <a:pos x="connsiteX56006" y="connsiteY56006"/>
              </a:cxn>
              <a:cxn ang="0">
                <a:pos x="connsiteX56007" y="connsiteY56007"/>
              </a:cxn>
              <a:cxn ang="0">
                <a:pos x="connsiteX56008" y="connsiteY56008"/>
              </a:cxn>
              <a:cxn ang="0">
                <a:pos x="connsiteX56009" y="connsiteY56009"/>
              </a:cxn>
              <a:cxn ang="0">
                <a:pos x="connsiteX56010" y="connsiteY56010"/>
              </a:cxn>
              <a:cxn ang="0">
                <a:pos x="connsiteX56011" y="connsiteY56011"/>
              </a:cxn>
              <a:cxn ang="0">
                <a:pos x="connsiteX56012" y="connsiteY56012"/>
              </a:cxn>
              <a:cxn ang="0">
                <a:pos x="connsiteX56013" y="connsiteY56013"/>
              </a:cxn>
              <a:cxn ang="0">
                <a:pos x="connsiteX56014" y="connsiteY56014"/>
              </a:cxn>
              <a:cxn ang="0">
                <a:pos x="connsiteX56015" y="connsiteY56015"/>
              </a:cxn>
              <a:cxn ang="0">
                <a:pos x="connsiteX56016" y="connsiteY56016"/>
              </a:cxn>
              <a:cxn ang="0">
                <a:pos x="connsiteX56017" y="connsiteY56017"/>
              </a:cxn>
              <a:cxn ang="0">
                <a:pos x="connsiteX56018" y="connsiteY56018"/>
              </a:cxn>
              <a:cxn ang="0">
                <a:pos x="connsiteX56019" y="connsiteY56019"/>
              </a:cxn>
              <a:cxn ang="0">
                <a:pos x="connsiteX56020" y="connsiteY56020"/>
              </a:cxn>
              <a:cxn ang="0">
                <a:pos x="connsiteX56021" y="connsiteY56021"/>
              </a:cxn>
              <a:cxn ang="0">
                <a:pos x="connsiteX56022" y="connsiteY56022"/>
              </a:cxn>
              <a:cxn ang="0">
                <a:pos x="connsiteX56023" y="connsiteY56023"/>
              </a:cxn>
              <a:cxn ang="0">
                <a:pos x="connsiteX56024" y="connsiteY56024"/>
              </a:cxn>
              <a:cxn ang="0">
                <a:pos x="connsiteX56025" y="connsiteY56025"/>
              </a:cxn>
              <a:cxn ang="0">
                <a:pos x="connsiteX56026" y="connsiteY56026"/>
              </a:cxn>
              <a:cxn ang="0">
                <a:pos x="connsiteX56027" y="connsiteY56027"/>
              </a:cxn>
              <a:cxn ang="0">
                <a:pos x="connsiteX56028" y="connsiteY56028"/>
              </a:cxn>
              <a:cxn ang="0">
                <a:pos x="connsiteX56029" y="connsiteY56029"/>
              </a:cxn>
              <a:cxn ang="0">
                <a:pos x="connsiteX56030" y="connsiteY56030"/>
              </a:cxn>
              <a:cxn ang="0">
                <a:pos x="connsiteX56031" y="connsiteY56031"/>
              </a:cxn>
              <a:cxn ang="0">
                <a:pos x="connsiteX56032" y="connsiteY56032"/>
              </a:cxn>
              <a:cxn ang="0">
                <a:pos x="connsiteX56033" y="connsiteY56033"/>
              </a:cxn>
              <a:cxn ang="0">
                <a:pos x="connsiteX56034" y="connsiteY56034"/>
              </a:cxn>
              <a:cxn ang="0">
                <a:pos x="connsiteX56035" y="connsiteY56035"/>
              </a:cxn>
              <a:cxn ang="0">
                <a:pos x="connsiteX56036" y="connsiteY56036"/>
              </a:cxn>
              <a:cxn ang="0">
                <a:pos x="connsiteX56037" y="connsiteY56037"/>
              </a:cxn>
              <a:cxn ang="0">
                <a:pos x="connsiteX56038" y="connsiteY56038"/>
              </a:cxn>
              <a:cxn ang="0">
                <a:pos x="connsiteX56039" y="connsiteY56039"/>
              </a:cxn>
              <a:cxn ang="0">
                <a:pos x="connsiteX56040" y="connsiteY56040"/>
              </a:cxn>
              <a:cxn ang="0">
                <a:pos x="connsiteX56041" y="connsiteY56041"/>
              </a:cxn>
              <a:cxn ang="0">
                <a:pos x="connsiteX56042" y="connsiteY56042"/>
              </a:cxn>
              <a:cxn ang="0">
                <a:pos x="connsiteX56043" y="connsiteY56043"/>
              </a:cxn>
              <a:cxn ang="0">
                <a:pos x="connsiteX56044" y="connsiteY56044"/>
              </a:cxn>
              <a:cxn ang="0">
                <a:pos x="connsiteX56045" y="connsiteY56045"/>
              </a:cxn>
              <a:cxn ang="0">
                <a:pos x="connsiteX56046" y="connsiteY56046"/>
              </a:cxn>
              <a:cxn ang="0">
                <a:pos x="connsiteX56047" y="connsiteY56047"/>
              </a:cxn>
              <a:cxn ang="0">
                <a:pos x="connsiteX56048" y="connsiteY56048"/>
              </a:cxn>
              <a:cxn ang="0">
                <a:pos x="connsiteX56049" y="connsiteY56049"/>
              </a:cxn>
              <a:cxn ang="0">
                <a:pos x="connsiteX56050" y="connsiteY56050"/>
              </a:cxn>
              <a:cxn ang="0">
                <a:pos x="connsiteX56051" y="connsiteY56051"/>
              </a:cxn>
              <a:cxn ang="0">
                <a:pos x="connsiteX56052" y="connsiteY56052"/>
              </a:cxn>
              <a:cxn ang="0">
                <a:pos x="connsiteX56053" y="connsiteY56053"/>
              </a:cxn>
              <a:cxn ang="0">
                <a:pos x="connsiteX56054" y="connsiteY56054"/>
              </a:cxn>
              <a:cxn ang="0">
                <a:pos x="connsiteX56055" y="connsiteY56055"/>
              </a:cxn>
              <a:cxn ang="0">
                <a:pos x="connsiteX56056" y="connsiteY56056"/>
              </a:cxn>
              <a:cxn ang="0">
                <a:pos x="connsiteX56057" y="connsiteY56057"/>
              </a:cxn>
              <a:cxn ang="0">
                <a:pos x="connsiteX56058" y="connsiteY56058"/>
              </a:cxn>
              <a:cxn ang="0">
                <a:pos x="connsiteX56059" y="connsiteY56059"/>
              </a:cxn>
              <a:cxn ang="0">
                <a:pos x="connsiteX56060" y="connsiteY56060"/>
              </a:cxn>
              <a:cxn ang="0">
                <a:pos x="connsiteX56061" y="connsiteY56061"/>
              </a:cxn>
              <a:cxn ang="0">
                <a:pos x="connsiteX56062" y="connsiteY56062"/>
              </a:cxn>
              <a:cxn ang="0">
                <a:pos x="connsiteX56063" y="connsiteY56063"/>
              </a:cxn>
              <a:cxn ang="0">
                <a:pos x="connsiteX56064" y="connsiteY56064"/>
              </a:cxn>
              <a:cxn ang="0">
                <a:pos x="connsiteX56065" y="connsiteY56065"/>
              </a:cxn>
              <a:cxn ang="0">
                <a:pos x="connsiteX56066" y="connsiteY56066"/>
              </a:cxn>
              <a:cxn ang="0">
                <a:pos x="connsiteX56067" y="connsiteY56067"/>
              </a:cxn>
              <a:cxn ang="0">
                <a:pos x="connsiteX56068" y="connsiteY56068"/>
              </a:cxn>
              <a:cxn ang="0">
                <a:pos x="connsiteX56069" y="connsiteY56069"/>
              </a:cxn>
              <a:cxn ang="0">
                <a:pos x="connsiteX56070" y="connsiteY56070"/>
              </a:cxn>
              <a:cxn ang="0">
                <a:pos x="connsiteX56071" y="connsiteY56071"/>
              </a:cxn>
              <a:cxn ang="0">
                <a:pos x="connsiteX56072" y="connsiteY56072"/>
              </a:cxn>
              <a:cxn ang="0">
                <a:pos x="connsiteX56073" y="connsiteY56073"/>
              </a:cxn>
              <a:cxn ang="0">
                <a:pos x="connsiteX56074" y="connsiteY56074"/>
              </a:cxn>
              <a:cxn ang="0">
                <a:pos x="connsiteX56075" y="connsiteY56075"/>
              </a:cxn>
              <a:cxn ang="0">
                <a:pos x="connsiteX56076" y="connsiteY56076"/>
              </a:cxn>
              <a:cxn ang="0">
                <a:pos x="connsiteX56077" y="connsiteY56077"/>
              </a:cxn>
              <a:cxn ang="0">
                <a:pos x="connsiteX56078" y="connsiteY56078"/>
              </a:cxn>
              <a:cxn ang="0">
                <a:pos x="connsiteX56079" y="connsiteY56079"/>
              </a:cxn>
              <a:cxn ang="0">
                <a:pos x="connsiteX56080" y="connsiteY56080"/>
              </a:cxn>
              <a:cxn ang="0">
                <a:pos x="connsiteX56081" y="connsiteY56081"/>
              </a:cxn>
              <a:cxn ang="0">
                <a:pos x="connsiteX56082" y="connsiteY56082"/>
              </a:cxn>
              <a:cxn ang="0">
                <a:pos x="connsiteX56083" y="connsiteY56083"/>
              </a:cxn>
              <a:cxn ang="0">
                <a:pos x="connsiteX56084" y="connsiteY56084"/>
              </a:cxn>
              <a:cxn ang="0">
                <a:pos x="connsiteX56085" y="connsiteY56085"/>
              </a:cxn>
              <a:cxn ang="0">
                <a:pos x="connsiteX56086" y="connsiteY56086"/>
              </a:cxn>
              <a:cxn ang="0">
                <a:pos x="connsiteX56087" y="connsiteY56087"/>
              </a:cxn>
              <a:cxn ang="0">
                <a:pos x="connsiteX56088" y="connsiteY56088"/>
              </a:cxn>
              <a:cxn ang="0">
                <a:pos x="connsiteX56089" y="connsiteY56089"/>
              </a:cxn>
              <a:cxn ang="0">
                <a:pos x="connsiteX56090" y="connsiteY56090"/>
              </a:cxn>
              <a:cxn ang="0">
                <a:pos x="connsiteX56091" y="connsiteY56091"/>
              </a:cxn>
              <a:cxn ang="0">
                <a:pos x="connsiteX56092" y="connsiteY56092"/>
              </a:cxn>
              <a:cxn ang="0">
                <a:pos x="connsiteX56093" y="connsiteY56093"/>
              </a:cxn>
              <a:cxn ang="0">
                <a:pos x="connsiteX56094" y="connsiteY56094"/>
              </a:cxn>
              <a:cxn ang="0">
                <a:pos x="connsiteX56095" y="connsiteY56095"/>
              </a:cxn>
              <a:cxn ang="0">
                <a:pos x="connsiteX56096" y="connsiteY56096"/>
              </a:cxn>
              <a:cxn ang="0">
                <a:pos x="connsiteX56097" y="connsiteY56097"/>
              </a:cxn>
              <a:cxn ang="0">
                <a:pos x="connsiteX56098" y="connsiteY56098"/>
              </a:cxn>
              <a:cxn ang="0">
                <a:pos x="connsiteX56099" y="connsiteY56099"/>
              </a:cxn>
              <a:cxn ang="0">
                <a:pos x="connsiteX56100" y="connsiteY56100"/>
              </a:cxn>
              <a:cxn ang="0">
                <a:pos x="connsiteX56101" y="connsiteY56101"/>
              </a:cxn>
              <a:cxn ang="0">
                <a:pos x="connsiteX56102" y="connsiteY56102"/>
              </a:cxn>
              <a:cxn ang="0">
                <a:pos x="connsiteX56103" y="connsiteY56103"/>
              </a:cxn>
              <a:cxn ang="0">
                <a:pos x="connsiteX56104" y="connsiteY56104"/>
              </a:cxn>
              <a:cxn ang="0">
                <a:pos x="connsiteX56105" y="connsiteY56105"/>
              </a:cxn>
              <a:cxn ang="0">
                <a:pos x="connsiteX56106" y="connsiteY56106"/>
              </a:cxn>
              <a:cxn ang="0">
                <a:pos x="connsiteX56107" y="connsiteY56107"/>
              </a:cxn>
              <a:cxn ang="0">
                <a:pos x="connsiteX56108" y="connsiteY56108"/>
              </a:cxn>
              <a:cxn ang="0">
                <a:pos x="connsiteX56109" y="connsiteY56109"/>
              </a:cxn>
              <a:cxn ang="0">
                <a:pos x="connsiteX56110" y="connsiteY56110"/>
              </a:cxn>
              <a:cxn ang="0">
                <a:pos x="connsiteX56111" y="connsiteY56111"/>
              </a:cxn>
              <a:cxn ang="0">
                <a:pos x="connsiteX56112" y="connsiteY56112"/>
              </a:cxn>
              <a:cxn ang="0">
                <a:pos x="connsiteX56113" y="connsiteY56113"/>
              </a:cxn>
              <a:cxn ang="0">
                <a:pos x="connsiteX56114" y="connsiteY56114"/>
              </a:cxn>
              <a:cxn ang="0">
                <a:pos x="connsiteX56115" y="connsiteY56115"/>
              </a:cxn>
              <a:cxn ang="0">
                <a:pos x="connsiteX56116" y="connsiteY56116"/>
              </a:cxn>
              <a:cxn ang="0">
                <a:pos x="connsiteX56117" y="connsiteY56117"/>
              </a:cxn>
              <a:cxn ang="0">
                <a:pos x="connsiteX56118" y="connsiteY56118"/>
              </a:cxn>
              <a:cxn ang="0">
                <a:pos x="connsiteX56119" y="connsiteY56119"/>
              </a:cxn>
              <a:cxn ang="0">
                <a:pos x="connsiteX56120" y="connsiteY56120"/>
              </a:cxn>
              <a:cxn ang="0">
                <a:pos x="connsiteX56121" y="connsiteY56121"/>
              </a:cxn>
              <a:cxn ang="0">
                <a:pos x="connsiteX56122" y="connsiteY56122"/>
              </a:cxn>
              <a:cxn ang="0">
                <a:pos x="connsiteX56123" y="connsiteY56123"/>
              </a:cxn>
              <a:cxn ang="0">
                <a:pos x="connsiteX56124" y="connsiteY56124"/>
              </a:cxn>
              <a:cxn ang="0">
                <a:pos x="connsiteX56125" y="connsiteY56125"/>
              </a:cxn>
              <a:cxn ang="0">
                <a:pos x="connsiteX56126" y="connsiteY56126"/>
              </a:cxn>
              <a:cxn ang="0">
                <a:pos x="connsiteX56127" y="connsiteY56127"/>
              </a:cxn>
              <a:cxn ang="0">
                <a:pos x="connsiteX56128" y="connsiteY56128"/>
              </a:cxn>
              <a:cxn ang="0">
                <a:pos x="connsiteX56129" y="connsiteY56129"/>
              </a:cxn>
              <a:cxn ang="0">
                <a:pos x="connsiteX56130" y="connsiteY56130"/>
              </a:cxn>
              <a:cxn ang="0">
                <a:pos x="connsiteX56131" y="connsiteY56131"/>
              </a:cxn>
              <a:cxn ang="0">
                <a:pos x="connsiteX56132" y="connsiteY56132"/>
              </a:cxn>
              <a:cxn ang="0">
                <a:pos x="connsiteX56133" y="connsiteY56133"/>
              </a:cxn>
              <a:cxn ang="0">
                <a:pos x="connsiteX56134" y="connsiteY56134"/>
              </a:cxn>
              <a:cxn ang="0">
                <a:pos x="connsiteX56135" y="connsiteY56135"/>
              </a:cxn>
              <a:cxn ang="0">
                <a:pos x="connsiteX56136" y="connsiteY56136"/>
              </a:cxn>
              <a:cxn ang="0">
                <a:pos x="connsiteX56137" y="connsiteY56137"/>
              </a:cxn>
              <a:cxn ang="0">
                <a:pos x="connsiteX56138" y="connsiteY56138"/>
              </a:cxn>
              <a:cxn ang="0">
                <a:pos x="connsiteX56139" y="connsiteY56139"/>
              </a:cxn>
              <a:cxn ang="0">
                <a:pos x="connsiteX56140" y="connsiteY56140"/>
              </a:cxn>
              <a:cxn ang="0">
                <a:pos x="connsiteX56141" y="connsiteY56141"/>
              </a:cxn>
              <a:cxn ang="0">
                <a:pos x="connsiteX56142" y="connsiteY56142"/>
              </a:cxn>
              <a:cxn ang="0">
                <a:pos x="connsiteX56143" y="connsiteY56143"/>
              </a:cxn>
              <a:cxn ang="0">
                <a:pos x="connsiteX56144" y="connsiteY56144"/>
              </a:cxn>
              <a:cxn ang="0">
                <a:pos x="connsiteX56145" y="connsiteY56145"/>
              </a:cxn>
              <a:cxn ang="0">
                <a:pos x="connsiteX56146" y="connsiteY56146"/>
              </a:cxn>
              <a:cxn ang="0">
                <a:pos x="connsiteX56147" y="connsiteY56147"/>
              </a:cxn>
              <a:cxn ang="0">
                <a:pos x="connsiteX56148" y="connsiteY56148"/>
              </a:cxn>
              <a:cxn ang="0">
                <a:pos x="connsiteX56149" y="connsiteY56149"/>
              </a:cxn>
              <a:cxn ang="0">
                <a:pos x="connsiteX56150" y="connsiteY56150"/>
              </a:cxn>
              <a:cxn ang="0">
                <a:pos x="connsiteX56151" y="connsiteY56151"/>
              </a:cxn>
              <a:cxn ang="0">
                <a:pos x="connsiteX56152" y="connsiteY56152"/>
              </a:cxn>
              <a:cxn ang="0">
                <a:pos x="connsiteX56153" y="connsiteY56153"/>
              </a:cxn>
              <a:cxn ang="0">
                <a:pos x="connsiteX56154" y="connsiteY56154"/>
              </a:cxn>
              <a:cxn ang="0">
                <a:pos x="connsiteX56155" y="connsiteY56155"/>
              </a:cxn>
              <a:cxn ang="0">
                <a:pos x="connsiteX56156" y="connsiteY56156"/>
              </a:cxn>
              <a:cxn ang="0">
                <a:pos x="connsiteX56157" y="connsiteY56157"/>
              </a:cxn>
              <a:cxn ang="0">
                <a:pos x="connsiteX56158" y="connsiteY56158"/>
              </a:cxn>
              <a:cxn ang="0">
                <a:pos x="connsiteX56159" y="connsiteY56159"/>
              </a:cxn>
              <a:cxn ang="0">
                <a:pos x="connsiteX56160" y="connsiteY56160"/>
              </a:cxn>
              <a:cxn ang="0">
                <a:pos x="connsiteX56161" y="connsiteY56161"/>
              </a:cxn>
              <a:cxn ang="0">
                <a:pos x="connsiteX56162" y="connsiteY56162"/>
              </a:cxn>
              <a:cxn ang="0">
                <a:pos x="connsiteX56163" y="connsiteY56163"/>
              </a:cxn>
              <a:cxn ang="0">
                <a:pos x="connsiteX56164" y="connsiteY56164"/>
              </a:cxn>
              <a:cxn ang="0">
                <a:pos x="connsiteX56165" y="connsiteY56165"/>
              </a:cxn>
              <a:cxn ang="0">
                <a:pos x="connsiteX56166" y="connsiteY56166"/>
              </a:cxn>
              <a:cxn ang="0">
                <a:pos x="connsiteX56167" y="connsiteY56167"/>
              </a:cxn>
              <a:cxn ang="0">
                <a:pos x="connsiteX56168" y="connsiteY56168"/>
              </a:cxn>
              <a:cxn ang="0">
                <a:pos x="connsiteX56169" y="connsiteY56169"/>
              </a:cxn>
              <a:cxn ang="0">
                <a:pos x="connsiteX56170" y="connsiteY56170"/>
              </a:cxn>
              <a:cxn ang="0">
                <a:pos x="connsiteX56171" y="connsiteY56171"/>
              </a:cxn>
              <a:cxn ang="0">
                <a:pos x="connsiteX56172" y="connsiteY56172"/>
              </a:cxn>
              <a:cxn ang="0">
                <a:pos x="connsiteX56173" y="connsiteY56173"/>
              </a:cxn>
              <a:cxn ang="0">
                <a:pos x="connsiteX56174" y="connsiteY56174"/>
              </a:cxn>
              <a:cxn ang="0">
                <a:pos x="connsiteX56175" y="connsiteY56175"/>
              </a:cxn>
              <a:cxn ang="0">
                <a:pos x="connsiteX56176" y="connsiteY56176"/>
              </a:cxn>
              <a:cxn ang="0">
                <a:pos x="connsiteX56177" y="connsiteY56177"/>
              </a:cxn>
              <a:cxn ang="0">
                <a:pos x="connsiteX56178" y="connsiteY56178"/>
              </a:cxn>
              <a:cxn ang="0">
                <a:pos x="connsiteX56179" y="connsiteY56179"/>
              </a:cxn>
              <a:cxn ang="0">
                <a:pos x="connsiteX56180" y="connsiteY56180"/>
              </a:cxn>
              <a:cxn ang="0">
                <a:pos x="connsiteX56181" y="connsiteY56181"/>
              </a:cxn>
              <a:cxn ang="0">
                <a:pos x="connsiteX56182" y="connsiteY56182"/>
              </a:cxn>
              <a:cxn ang="0">
                <a:pos x="connsiteX56183" y="connsiteY56183"/>
              </a:cxn>
              <a:cxn ang="0">
                <a:pos x="connsiteX56184" y="connsiteY56184"/>
              </a:cxn>
              <a:cxn ang="0">
                <a:pos x="connsiteX56185" y="connsiteY56185"/>
              </a:cxn>
              <a:cxn ang="0">
                <a:pos x="connsiteX56186" y="connsiteY56186"/>
              </a:cxn>
              <a:cxn ang="0">
                <a:pos x="connsiteX56187" y="connsiteY56187"/>
              </a:cxn>
              <a:cxn ang="0">
                <a:pos x="connsiteX56188" y="connsiteY56188"/>
              </a:cxn>
              <a:cxn ang="0">
                <a:pos x="connsiteX56189" y="connsiteY56189"/>
              </a:cxn>
              <a:cxn ang="0">
                <a:pos x="connsiteX56190" y="connsiteY56190"/>
              </a:cxn>
              <a:cxn ang="0">
                <a:pos x="connsiteX56191" y="connsiteY56191"/>
              </a:cxn>
              <a:cxn ang="0">
                <a:pos x="connsiteX56192" y="connsiteY56192"/>
              </a:cxn>
              <a:cxn ang="0">
                <a:pos x="connsiteX56193" y="connsiteY56193"/>
              </a:cxn>
              <a:cxn ang="0">
                <a:pos x="connsiteX56194" y="connsiteY56194"/>
              </a:cxn>
              <a:cxn ang="0">
                <a:pos x="connsiteX56195" y="connsiteY56195"/>
              </a:cxn>
              <a:cxn ang="0">
                <a:pos x="connsiteX56196" y="connsiteY56196"/>
              </a:cxn>
              <a:cxn ang="0">
                <a:pos x="connsiteX56197" y="connsiteY56197"/>
              </a:cxn>
              <a:cxn ang="0">
                <a:pos x="connsiteX56198" y="connsiteY56198"/>
              </a:cxn>
              <a:cxn ang="0">
                <a:pos x="connsiteX56199" y="connsiteY56199"/>
              </a:cxn>
              <a:cxn ang="0">
                <a:pos x="connsiteX56200" y="connsiteY56200"/>
              </a:cxn>
              <a:cxn ang="0">
                <a:pos x="connsiteX56201" y="connsiteY56201"/>
              </a:cxn>
              <a:cxn ang="0">
                <a:pos x="connsiteX56202" y="connsiteY56202"/>
              </a:cxn>
              <a:cxn ang="0">
                <a:pos x="connsiteX56203" y="connsiteY56203"/>
              </a:cxn>
              <a:cxn ang="0">
                <a:pos x="connsiteX56204" y="connsiteY56204"/>
              </a:cxn>
              <a:cxn ang="0">
                <a:pos x="connsiteX56205" y="connsiteY56205"/>
              </a:cxn>
              <a:cxn ang="0">
                <a:pos x="connsiteX56206" y="connsiteY56206"/>
              </a:cxn>
              <a:cxn ang="0">
                <a:pos x="connsiteX56207" y="connsiteY56207"/>
              </a:cxn>
              <a:cxn ang="0">
                <a:pos x="connsiteX56208" y="connsiteY56208"/>
              </a:cxn>
              <a:cxn ang="0">
                <a:pos x="connsiteX56209" y="connsiteY56209"/>
              </a:cxn>
              <a:cxn ang="0">
                <a:pos x="connsiteX56210" y="connsiteY56210"/>
              </a:cxn>
              <a:cxn ang="0">
                <a:pos x="connsiteX56211" y="connsiteY56211"/>
              </a:cxn>
              <a:cxn ang="0">
                <a:pos x="connsiteX56212" y="connsiteY56212"/>
              </a:cxn>
              <a:cxn ang="0">
                <a:pos x="connsiteX56213" y="connsiteY56213"/>
              </a:cxn>
              <a:cxn ang="0">
                <a:pos x="connsiteX56214" y="connsiteY56214"/>
              </a:cxn>
              <a:cxn ang="0">
                <a:pos x="connsiteX56215" y="connsiteY56215"/>
              </a:cxn>
              <a:cxn ang="0">
                <a:pos x="connsiteX56216" y="connsiteY56216"/>
              </a:cxn>
              <a:cxn ang="0">
                <a:pos x="connsiteX56217" y="connsiteY56217"/>
              </a:cxn>
              <a:cxn ang="0">
                <a:pos x="connsiteX56218" y="connsiteY56218"/>
              </a:cxn>
              <a:cxn ang="0">
                <a:pos x="connsiteX56219" y="connsiteY56219"/>
              </a:cxn>
              <a:cxn ang="0">
                <a:pos x="connsiteX56220" y="connsiteY56220"/>
              </a:cxn>
              <a:cxn ang="0">
                <a:pos x="connsiteX56221" y="connsiteY56221"/>
              </a:cxn>
              <a:cxn ang="0">
                <a:pos x="connsiteX56222" y="connsiteY56222"/>
              </a:cxn>
              <a:cxn ang="0">
                <a:pos x="connsiteX56223" y="connsiteY56223"/>
              </a:cxn>
              <a:cxn ang="0">
                <a:pos x="connsiteX56224" y="connsiteY56224"/>
              </a:cxn>
              <a:cxn ang="0">
                <a:pos x="connsiteX56225" y="connsiteY56225"/>
              </a:cxn>
              <a:cxn ang="0">
                <a:pos x="connsiteX56226" y="connsiteY56226"/>
              </a:cxn>
              <a:cxn ang="0">
                <a:pos x="connsiteX56227" y="connsiteY56227"/>
              </a:cxn>
              <a:cxn ang="0">
                <a:pos x="connsiteX56228" y="connsiteY56228"/>
              </a:cxn>
              <a:cxn ang="0">
                <a:pos x="connsiteX56229" y="connsiteY56229"/>
              </a:cxn>
              <a:cxn ang="0">
                <a:pos x="connsiteX56230" y="connsiteY56230"/>
              </a:cxn>
              <a:cxn ang="0">
                <a:pos x="connsiteX56231" y="connsiteY56231"/>
              </a:cxn>
              <a:cxn ang="0">
                <a:pos x="connsiteX56232" y="connsiteY56232"/>
              </a:cxn>
              <a:cxn ang="0">
                <a:pos x="connsiteX56233" y="connsiteY56233"/>
              </a:cxn>
              <a:cxn ang="0">
                <a:pos x="connsiteX56234" y="connsiteY56234"/>
              </a:cxn>
              <a:cxn ang="0">
                <a:pos x="connsiteX56235" y="connsiteY56235"/>
              </a:cxn>
              <a:cxn ang="0">
                <a:pos x="connsiteX56236" y="connsiteY56236"/>
              </a:cxn>
              <a:cxn ang="0">
                <a:pos x="connsiteX56237" y="connsiteY56237"/>
              </a:cxn>
              <a:cxn ang="0">
                <a:pos x="connsiteX56238" y="connsiteY56238"/>
              </a:cxn>
              <a:cxn ang="0">
                <a:pos x="connsiteX56239" y="connsiteY56239"/>
              </a:cxn>
              <a:cxn ang="0">
                <a:pos x="connsiteX56240" y="connsiteY56240"/>
              </a:cxn>
              <a:cxn ang="0">
                <a:pos x="connsiteX56241" y="connsiteY56241"/>
              </a:cxn>
              <a:cxn ang="0">
                <a:pos x="connsiteX56242" y="connsiteY56242"/>
              </a:cxn>
              <a:cxn ang="0">
                <a:pos x="connsiteX56243" y="connsiteY56243"/>
              </a:cxn>
              <a:cxn ang="0">
                <a:pos x="connsiteX56244" y="connsiteY56244"/>
              </a:cxn>
              <a:cxn ang="0">
                <a:pos x="connsiteX56245" y="connsiteY56245"/>
              </a:cxn>
              <a:cxn ang="0">
                <a:pos x="connsiteX56246" y="connsiteY56246"/>
              </a:cxn>
              <a:cxn ang="0">
                <a:pos x="connsiteX56247" y="connsiteY56247"/>
              </a:cxn>
              <a:cxn ang="0">
                <a:pos x="connsiteX56248" y="connsiteY56248"/>
              </a:cxn>
              <a:cxn ang="0">
                <a:pos x="connsiteX56249" y="connsiteY56249"/>
              </a:cxn>
              <a:cxn ang="0">
                <a:pos x="connsiteX56250" y="connsiteY56250"/>
              </a:cxn>
              <a:cxn ang="0">
                <a:pos x="connsiteX56251" y="connsiteY56251"/>
              </a:cxn>
              <a:cxn ang="0">
                <a:pos x="connsiteX56252" y="connsiteY56252"/>
              </a:cxn>
              <a:cxn ang="0">
                <a:pos x="connsiteX56253" y="connsiteY56253"/>
              </a:cxn>
              <a:cxn ang="0">
                <a:pos x="connsiteX56254" y="connsiteY56254"/>
              </a:cxn>
              <a:cxn ang="0">
                <a:pos x="connsiteX56255" y="connsiteY56255"/>
              </a:cxn>
              <a:cxn ang="0">
                <a:pos x="connsiteX56256" y="connsiteY56256"/>
              </a:cxn>
              <a:cxn ang="0">
                <a:pos x="connsiteX56257" y="connsiteY56257"/>
              </a:cxn>
              <a:cxn ang="0">
                <a:pos x="connsiteX56258" y="connsiteY56258"/>
              </a:cxn>
              <a:cxn ang="0">
                <a:pos x="connsiteX56259" y="connsiteY56259"/>
              </a:cxn>
              <a:cxn ang="0">
                <a:pos x="connsiteX56260" y="connsiteY56260"/>
              </a:cxn>
              <a:cxn ang="0">
                <a:pos x="connsiteX56261" y="connsiteY56261"/>
              </a:cxn>
              <a:cxn ang="0">
                <a:pos x="connsiteX56262" y="connsiteY56262"/>
              </a:cxn>
              <a:cxn ang="0">
                <a:pos x="connsiteX56263" y="connsiteY56263"/>
              </a:cxn>
              <a:cxn ang="0">
                <a:pos x="connsiteX56264" y="connsiteY56264"/>
              </a:cxn>
              <a:cxn ang="0">
                <a:pos x="connsiteX56265" y="connsiteY56265"/>
              </a:cxn>
              <a:cxn ang="0">
                <a:pos x="connsiteX56266" y="connsiteY56266"/>
              </a:cxn>
              <a:cxn ang="0">
                <a:pos x="connsiteX56267" y="connsiteY56267"/>
              </a:cxn>
              <a:cxn ang="0">
                <a:pos x="connsiteX56268" y="connsiteY56268"/>
              </a:cxn>
              <a:cxn ang="0">
                <a:pos x="connsiteX56269" y="connsiteY56269"/>
              </a:cxn>
              <a:cxn ang="0">
                <a:pos x="connsiteX56270" y="connsiteY56270"/>
              </a:cxn>
              <a:cxn ang="0">
                <a:pos x="connsiteX56271" y="connsiteY56271"/>
              </a:cxn>
              <a:cxn ang="0">
                <a:pos x="connsiteX56272" y="connsiteY56272"/>
              </a:cxn>
              <a:cxn ang="0">
                <a:pos x="connsiteX56273" y="connsiteY56273"/>
              </a:cxn>
              <a:cxn ang="0">
                <a:pos x="connsiteX56274" y="connsiteY56274"/>
              </a:cxn>
              <a:cxn ang="0">
                <a:pos x="connsiteX56275" y="connsiteY56275"/>
              </a:cxn>
              <a:cxn ang="0">
                <a:pos x="connsiteX56276" y="connsiteY56276"/>
              </a:cxn>
              <a:cxn ang="0">
                <a:pos x="connsiteX56277" y="connsiteY56277"/>
              </a:cxn>
              <a:cxn ang="0">
                <a:pos x="connsiteX56278" y="connsiteY56278"/>
              </a:cxn>
              <a:cxn ang="0">
                <a:pos x="connsiteX56279" y="connsiteY56279"/>
              </a:cxn>
              <a:cxn ang="0">
                <a:pos x="connsiteX56280" y="connsiteY56280"/>
              </a:cxn>
              <a:cxn ang="0">
                <a:pos x="connsiteX56281" y="connsiteY56281"/>
              </a:cxn>
              <a:cxn ang="0">
                <a:pos x="connsiteX56282" y="connsiteY56282"/>
              </a:cxn>
              <a:cxn ang="0">
                <a:pos x="connsiteX56283" y="connsiteY56283"/>
              </a:cxn>
              <a:cxn ang="0">
                <a:pos x="connsiteX56284" y="connsiteY56284"/>
              </a:cxn>
              <a:cxn ang="0">
                <a:pos x="connsiteX56285" y="connsiteY56285"/>
              </a:cxn>
              <a:cxn ang="0">
                <a:pos x="connsiteX56286" y="connsiteY56286"/>
              </a:cxn>
              <a:cxn ang="0">
                <a:pos x="connsiteX56287" y="connsiteY56287"/>
              </a:cxn>
              <a:cxn ang="0">
                <a:pos x="connsiteX56288" y="connsiteY56288"/>
              </a:cxn>
              <a:cxn ang="0">
                <a:pos x="connsiteX56289" y="connsiteY56289"/>
              </a:cxn>
              <a:cxn ang="0">
                <a:pos x="connsiteX56290" y="connsiteY56290"/>
              </a:cxn>
              <a:cxn ang="0">
                <a:pos x="connsiteX56291" y="connsiteY56291"/>
              </a:cxn>
              <a:cxn ang="0">
                <a:pos x="connsiteX56292" y="connsiteY56292"/>
              </a:cxn>
              <a:cxn ang="0">
                <a:pos x="connsiteX56293" y="connsiteY56293"/>
              </a:cxn>
              <a:cxn ang="0">
                <a:pos x="connsiteX56294" y="connsiteY56294"/>
              </a:cxn>
              <a:cxn ang="0">
                <a:pos x="connsiteX56295" y="connsiteY56295"/>
              </a:cxn>
              <a:cxn ang="0">
                <a:pos x="connsiteX56296" y="connsiteY56296"/>
              </a:cxn>
              <a:cxn ang="0">
                <a:pos x="connsiteX56297" y="connsiteY56297"/>
              </a:cxn>
              <a:cxn ang="0">
                <a:pos x="connsiteX56298" y="connsiteY56298"/>
              </a:cxn>
              <a:cxn ang="0">
                <a:pos x="connsiteX56299" y="connsiteY56299"/>
              </a:cxn>
              <a:cxn ang="0">
                <a:pos x="connsiteX56300" y="connsiteY56300"/>
              </a:cxn>
              <a:cxn ang="0">
                <a:pos x="connsiteX56301" y="connsiteY56301"/>
              </a:cxn>
              <a:cxn ang="0">
                <a:pos x="connsiteX56302" y="connsiteY56302"/>
              </a:cxn>
              <a:cxn ang="0">
                <a:pos x="connsiteX56303" y="connsiteY56303"/>
              </a:cxn>
              <a:cxn ang="0">
                <a:pos x="connsiteX56304" y="connsiteY56304"/>
              </a:cxn>
              <a:cxn ang="0">
                <a:pos x="connsiteX56305" y="connsiteY56305"/>
              </a:cxn>
              <a:cxn ang="0">
                <a:pos x="connsiteX56306" y="connsiteY56306"/>
              </a:cxn>
              <a:cxn ang="0">
                <a:pos x="connsiteX56307" y="connsiteY56307"/>
              </a:cxn>
              <a:cxn ang="0">
                <a:pos x="connsiteX56308" y="connsiteY56308"/>
              </a:cxn>
              <a:cxn ang="0">
                <a:pos x="connsiteX56309" y="connsiteY56309"/>
              </a:cxn>
              <a:cxn ang="0">
                <a:pos x="connsiteX56310" y="connsiteY56310"/>
              </a:cxn>
              <a:cxn ang="0">
                <a:pos x="connsiteX56311" y="connsiteY56311"/>
              </a:cxn>
              <a:cxn ang="0">
                <a:pos x="connsiteX56312" y="connsiteY56312"/>
              </a:cxn>
              <a:cxn ang="0">
                <a:pos x="connsiteX56313" y="connsiteY56313"/>
              </a:cxn>
              <a:cxn ang="0">
                <a:pos x="connsiteX56314" y="connsiteY56314"/>
              </a:cxn>
              <a:cxn ang="0">
                <a:pos x="connsiteX56315" y="connsiteY56315"/>
              </a:cxn>
              <a:cxn ang="0">
                <a:pos x="connsiteX56316" y="connsiteY56316"/>
              </a:cxn>
              <a:cxn ang="0">
                <a:pos x="connsiteX56317" y="connsiteY56317"/>
              </a:cxn>
              <a:cxn ang="0">
                <a:pos x="connsiteX56318" y="connsiteY56318"/>
              </a:cxn>
              <a:cxn ang="0">
                <a:pos x="connsiteX56319" y="connsiteY56319"/>
              </a:cxn>
              <a:cxn ang="0">
                <a:pos x="connsiteX56320" y="connsiteY56320"/>
              </a:cxn>
              <a:cxn ang="0">
                <a:pos x="connsiteX56321" y="connsiteY56321"/>
              </a:cxn>
              <a:cxn ang="0">
                <a:pos x="connsiteX56322" y="connsiteY56322"/>
              </a:cxn>
              <a:cxn ang="0">
                <a:pos x="connsiteX56323" y="connsiteY56323"/>
              </a:cxn>
              <a:cxn ang="0">
                <a:pos x="connsiteX56324" y="connsiteY56324"/>
              </a:cxn>
              <a:cxn ang="0">
                <a:pos x="connsiteX56325" y="connsiteY56325"/>
              </a:cxn>
              <a:cxn ang="0">
                <a:pos x="connsiteX56326" y="connsiteY56326"/>
              </a:cxn>
              <a:cxn ang="0">
                <a:pos x="connsiteX56327" y="connsiteY56327"/>
              </a:cxn>
              <a:cxn ang="0">
                <a:pos x="connsiteX56328" y="connsiteY56328"/>
              </a:cxn>
              <a:cxn ang="0">
                <a:pos x="connsiteX56329" y="connsiteY56329"/>
              </a:cxn>
              <a:cxn ang="0">
                <a:pos x="connsiteX56330" y="connsiteY56330"/>
              </a:cxn>
              <a:cxn ang="0">
                <a:pos x="connsiteX56331" y="connsiteY56331"/>
              </a:cxn>
              <a:cxn ang="0">
                <a:pos x="connsiteX56332" y="connsiteY56332"/>
              </a:cxn>
              <a:cxn ang="0">
                <a:pos x="connsiteX56333" y="connsiteY56333"/>
              </a:cxn>
              <a:cxn ang="0">
                <a:pos x="connsiteX56334" y="connsiteY56334"/>
              </a:cxn>
              <a:cxn ang="0">
                <a:pos x="connsiteX56335" y="connsiteY56335"/>
              </a:cxn>
              <a:cxn ang="0">
                <a:pos x="connsiteX56336" y="connsiteY56336"/>
              </a:cxn>
              <a:cxn ang="0">
                <a:pos x="connsiteX56337" y="connsiteY56337"/>
              </a:cxn>
              <a:cxn ang="0">
                <a:pos x="connsiteX56338" y="connsiteY56338"/>
              </a:cxn>
              <a:cxn ang="0">
                <a:pos x="connsiteX56339" y="connsiteY56339"/>
              </a:cxn>
              <a:cxn ang="0">
                <a:pos x="connsiteX56340" y="connsiteY56340"/>
              </a:cxn>
              <a:cxn ang="0">
                <a:pos x="connsiteX56341" y="connsiteY56341"/>
              </a:cxn>
              <a:cxn ang="0">
                <a:pos x="connsiteX56342" y="connsiteY56342"/>
              </a:cxn>
              <a:cxn ang="0">
                <a:pos x="connsiteX56343" y="connsiteY56343"/>
              </a:cxn>
              <a:cxn ang="0">
                <a:pos x="connsiteX56344" y="connsiteY56344"/>
              </a:cxn>
              <a:cxn ang="0">
                <a:pos x="connsiteX56345" y="connsiteY56345"/>
              </a:cxn>
              <a:cxn ang="0">
                <a:pos x="connsiteX56346" y="connsiteY56346"/>
              </a:cxn>
              <a:cxn ang="0">
                <a:pos x="connsiteX56347" y="connsiteY56347"/>
              </a:cxn>
              <a:cxn ang="0">
                <a:pos x="connsiteX56348" y="connsiteY56348"/>
              </a:cxn>
              <a:cxn ang="0">
                <a:pos x="connsiteX56349" y="connsiteY56349"/>
              </a:cxn>
              <a:cxn ang="0">
                <a:pos x="connsiteX56350" y="connsiteY56350"/>
              </a:cxn>
              <a:cxn ang="0">
                <a:pos x="connsiteX56351" y="connsiteY56351"/>
              </a:cxn>
              <a:cxn ang="0">
                <a:pos x="connsiteX56352" y="connsiteY56352"/>
              </a:cxn>
              <a:cxn ang="0">
                <a:pos x="connsiteX56353" y="connsiteY56353"/>
              </a:cxn>
              <a:cxn ang="0">
                <a:pos x="connsiteX56354" y="connsiteY56354"/>
              </a:cxn>
              <a:cxn ang="0">
                <a:pos x="connsiteX56355" y="connsiteY56355"/>
              </a:cxn>
              <a:cxn ang="0">
                <a:pos x="connsiteX56356" y="connsiteY56356"/>
              </a:cxn>
              <a:cxn ang="0">
                <a:pos x="connsiteX56357" y="connsiteY56357"/>
              </a:cxn>
              <a:cxn ang="0">
                <a:pos x="connsiteX56358" y="connsiteY56358"/>
              </a:cxn>
              <a:cxn ang="0">
                <a:pos x="connsiteX56359" y="connsiteY56359"/>
              </a:cxn>
              <a:cxn ang="0">
                <a:pos x="connsiteX56360" y="connsiteY56360"/>
              </a:cxn>
              <a:cxn ang="0">
                <a:pos x="connsiteX56361" y="connsiteY56361"/>
              </a:cxn>
              <a:cxn ang="0">
                <a:pos x="connsiteX56362" y="connsiteY56362"/>
              </a:cxn>
              <a:cxn ang="0">
                <a:pos x="connsiteX56363" y="connsiteY56363"/>
              </a:cxn>
              <a:cxn ang="0">
                <a:pos x="connsiteX56364" y="connsiteY56364"/>
              </a:cxn>
              <a:cxn ang="0">
                <a:pos x="connsiteX56365" y="connsiteY56365"/>
              </a:cxn>
              <a:cxn ang="0">
                <a:pos x="connsiteX56366" y="connsiteY56366"/>
              </a:cxn>
              <a:cxn ang="0">
                <a:pos x="connsiteX56367" y="connsiteY56367"/>
              </a:cxn>
              <a:cxn ang="0">
                <a:pos x="connsiteX56368" y="connsiteY56368"/>
              </a:cxn>
              <a:cxn ang="0">
                <a:pos x="connsiteX56369" y="connsiteY56369"/>
              </a:cxn>
              <a:cxn ang="0">
                <a:pos x="connsiteX56370" y="connsiteY56370"/>
              </a:cxn>
              <a:cxn ang="0">
                <a:pos x="connsiteX56371" y="connsiteY56371"/>
              </a:cxn>
              <a:cxn ang="0">
                <a:pos x="connsiteX56372" y="connsiteY56372"/>
              </a:cxn>
              <a:cxn ang="0">
                <a:pos x="connsiteX56373" y="connsiteY56373"/>
              </a:cxn>
              <a:cxn ang="0">
                <a:pos x="connsiteX56374" y="connsiteY56374"/>
              </a:cxn>
              <a:cxn ang="0">
                <a:pos x="connsiteX56375" y="connsiteY56375"/>
              </a:cxn>
              <a:cxn ang="0">
                <a:pos x="connsiteX56376" y="connsiteY56376"/>
              </a:cxn>
              <a:cxn ang="0">
                <a:pos x="connsiteX56377" y="connsiteY56377"/>
              </a:cxn>
              <a:cxn ang="0">
                <a:pos x="connsiteX56378" y="connsiteY56378"/>
              </a:cxn>
              <a:cxn ang="0">
                <a:pos x="connsiteX56379" y="connsiteY56379"/>
              </a:cxn>
              <a:cxn ang="0">
                <a:pos x="connsiteX56380" y="connsiteY56380"/>
              </a:cxn>
              <a:cxn ang="0">
                <a:pos x="connsiteX56381" y="connsiteY56381"/>
              </a:cxn>
              <a:cxn ang="0">
                <a:pos x="connsiteX56382" y="connsiteY56382"/>
              </a:cxn>
              <a:cxn ang="0">
                <a:pos x="connsiteX56383" y="connsiteY56383"/>
              </a:cxn>
              <a:cxn ang="0">
                <a:pos x="connsiteX56384" y="connsiteY56384"/>
              </a:cxn>
              <a:cxn ang="0">
                <a:pos x="connsiteX56385" y="connsiteY56385"/>
              </a:cxn>
              <a:cxn ang="0">
                <a:pos x="connsiteX56386" y="connsiteY56386"/>
              </a:cxn>
              <a:cxn ang="0">
                <a:pos x="connsiteX56387" y="connsiteY56387"/>
              </a:cxn>
              <a:cxn ang="0">
                <a:pos x="connsiteX56388" y="connsiteY56388"/>
              </a:cxn>
              <a:cxn ang="0">
                <a:pos x="connsiteX56389" y="connsiteY56389"/>
              </a:cxn>
              <a:cxn ang="0">
                <a:pos x="connsiteX56390" y="connsiteY56390"/>
              </a:cxn>
              <a:cxn ang="0">
                <a:pos x="connsiteX56391" y="connsiteY56391"/>
              </a:cxn>
              <a:cxn ang="0">
                <a:pos x="connsiteX56392" y="connsiteY56392"/>
              </a:cxn>
              <a:cxn ang="0">
                <a:pos x="connsiteX56393" y="connsiteY56393"/>
              </a:cxn>
              <a:cxn ang="0">
                <a:pos x="connsiteX56394" y="connsiteY56394"/>
              </a:cxn>
              <a:cxn ang="0">
                <a:pos x="connsiteX56395" y="connsiteY56395"/>
              </a:cxn>
              <a:cxn ang="0">
                <a:pos x="connsiteX56396" y="connsiteY56396"/>
              </a:cxn>
              <a:cxn ang="0">
                <a:pos x="connsiteX56397" y="connsiteY56397"/>
              </a:cxn>
              <a:cxn ang="0">
                <a:pos x="connsiteX56398" y="connsiteY56398"/>
              </a:cxn>
              <a:cxn ang="0">
                <a:pos x="connsiteX56399" y="connsiteY56399"/>
              </a:cxn>
              <a:cxn ang="0">
                <a:pos x="connsiteX56400" y="connsiteY56400"/>
              </a:cxn>
              <a:cxn ang="0">
                <a:pos x="connsiteX56401" y="connsiteY56401"/>
              </a:cxn>
              <a:cxn ang="0">
                <a:pos x="connsiteX56402" y="connsiteY56402"/>
              </a:cxn>
              <a:cxn ang="0">
                <a:pos x="connsiteX56403" y="connsiteY56403"/>
              </a:cxn>
              <a:cxn ang="0">
                <a:pos x="connsiteX56404" y="connsiteY56404"/>
              </a:cxn>
              <a:cxn ang="0">
                <a:pos x="connsiteX56405" y="connsiteY56405"/>
              </a:cxn>
              <a:cxn ang="0">
                <a:pos x="connsiteX56406" y="connsiteY56406"/>
              </a:cxn>
              <a:cxn ang="0">
                <a:pos x="connsiteX56407" y="connsiteY56407"/>
              </a:cxn>
              <a:cxn ang="0">
                <a:pos x="connsiteX56408" y="connsiteY56408"/>
              </a:cxn>
              <a:cxn ang="0">
                <a:pos x="connsiteX56409" y="connsiteY56409"/>
              </a:cxn>
              <a:cxn ang="0">
                <a:pos x="connsiteX56410" y="connsiteY56410"/>
              </a:cxn>
              <a:cxn ang="0">
                <a:pos x="connsiteX56411" y="connsiteY56411"/>
              </a:cxn>
              <a:cxn ang="0">
                <a:pos x="connsiteX56412" y="connsiteY56412"/>
              </a:cxn>
              <a:cxn ang="0">
                <a:pos x="connsiteX56413" y="connsiteY56413"/>
              </a:cxn>
              <a:cxn ang="0">
                <a:pos x="connsiteX56414" y="connsiteY56414"/>
              </a:cxn>
              <a:cxn ang="0">
                <a:pos x="connsiteX56415" y="connsiteY56415"/>
              </a:cxn>
              <a:cxn ang="0">
                <a:pos x="connsiteX56416" y="connsiteY56416"/>
              </a:cxn>
              <a:cxn ang="0">
                <a:pos x="connsiteX56417" y="connsiteY56417"/>
              </a:cxn>
              <a:cxn ang="0">
                <a:pos x="connsiteX56418" y="connsiteY56418"/>
              </a:cxn>
              <a:cxn ang="0">
                <a:pos x="connsiteX56419" y="connsiteY56419"/>
              </a:cxn>
              <a:cxn ang="0">
                <a:pos x="connsiteX56420" y="connsiteY56420"/>
              </a:cxn>
              <a:cxn ang="0">
                <a:pos x="connsiteX56421" y="connsiteY56421"/>
              </a:cxn>
              <a:cxn ang="0">
                <a:pos x="connsiteX56422" y="connsiteY56422"/>
              </a:cxn>
              <a:cxn ang="0">
                <a:pos x="connsiteX56423" y="connsiteY56423"/>
              </a:cxn>
              <a:cxn ang="0">
                <a:pos x="connsiteX56424" y="connsiteY56424"/>
              </a:cxn>
              <a:cxn ang="0">
                <a:pos x="connsiteX56425" y="connsiteY56425"/>
              </a:cxn>
              <a:cxn ang="0">
                <a:pos x="connsiteX56426" y="connsiteY56426"/>
              </a:cxn>
              <a:cxn ang="0">
                <a:pos x="connsiteX56427" y="connsiteY56427"/>
              </a:cxn>
              <a:cxn ang="0">
                <a:pos x="connsiteX56428" y="connsiteY56428"/>
              </a:cxn>
              <a:cxn ang="0">
                <a:pos x="connsiteX56429" y="connsiteY56429"/>
              </a:cxn>
              <a:cxn ang="0">
                <a:pos x="connsiteX56430" y="connsiteY56430"/>
              </a:cxn>
              <a:cxn ang="0">
                <a:pos x="connsiteX56431" y="connsiteY56431"/>
              </a:cxn>
              <a:cxn ang="0">
                <a:pos x="connsiteX56432" y="connsiteY56432"/>
              </a:cxn>
              <a:cxn ang="0">
                <a:pos x="connsiteX56433" y="connsiteY56433"/>
              </a:cxn>
              <a:cxn ang="0">
                <a:pos x="connsiteX56434" y="connsiteY56434"/>
              </a:cxn>
              <a:cxn ang="0">
                <a:pos x="connsiteX56435" y="connsiteY56435"/>
              </a:cxn>
              <a:cxn ang="0">
                <a:pos x="connsiteX56436" y="connsiteY56436"/>
              </a:cxn>
              <a:cxn ang="0">
                <a:pos x="connsiteX56437" y="connsiteY56437"/>
              </a:cxn>
              <a:cxn ang="0">
                <a:pos x="connsiteX56438" y="connsiteY56438"/>
              </a:cxn>
              <a:cxn ang="0">
                <a:pos x="connsiteX56439" y="connsiteY56439"/>
              </a:cxn>
              <a:cxn ang="0">
                <a:pos x="connsiteX56440" y="connsiteY56440"/>
              </a:cxn>
              <a:cxn ang="0">
                <a:pos x="connsiteX56441" y="connsiteY56441"/>
              </a:cxn>
              <a:cxn ang="0">
                <a:pos x="connsiteX56442" y="connsiteY56442"/>
              </a:cxn>
              <a:cxn ang="0">
                <a:pos x="connsiteX56443" y="connsiteY56443"/>
              </a:cxn>
              <a:cxn ang="0">
                <a:pos x="connsiteX56444" y="connsiteY56444"/>
              </a:cxn>
              <a:cxn ang="0">
                <a:pos x="connsiteX56445" y="connsiteY56445"/>
              </a:cxn>
              <a:cxn ang="0">
                <a:pos x="connsiteX56446" y="connsiteY56446"/>
              </a:cxn>
              <a:cxn ang="0">
                <a:pos x="connsiteX56447" y="connsiteY56447"/>
              </a:cxn>
              <a:cxn ang="0">
                <a:pos x="connsiteX56448" y="connsiteY56448"/>
              </a:cxn>
              <a:cxn ang="0">
                <a:pos x="connsiteX56449" y="connsiteY56449"/>
              </a:cxn>
              <a:cxn ang="0">
                <a:pos x="connsiteX56450" y="connsiteY56450"/>
              </a:cxn>
              <a:cxn ang="0">
                <a:pos x="connsiteX56451" y="connsiteY56451"/>
              </a:cxn>
              <a:cxn ang="0">
                <a:pos x="connsiteX56452" y="connsiteY56452"/>
              </a:cxn>
              <a:cxn ang="0">
                <a:pos x="connsiteX56453" y="connsiteY56453"/>
              </a:cxn>
              <a:cxn ang="0">
                <a:pos x="connsiteX56454" y="connsiteY56454"/>
              </a:cxn>
              <a:cxn ang="0">
                <a:pos x="connsiteX56455" y="connsiteY56455"/>
              </a:cxn>
              <a:cxn ang="0">
                <a:pos x="connsiteX56456" y="connsiteY56456"/>
              </a:cxn>
              <a:cxn ang="0">
                <a:pos x="connsiteX56457" y="connsiteY56457"/>
              </a:cxn>
              <a:cxn ang="0">
                <a:pos x="connsiteX56458" y="connsiteY56458"/>
              </a:cxn>
              <a:cxn ang="0">
                <a:pos x="connsiteX56459" y="connsiteY56459"/>
              </a:cxn>
              <a:cxn ang="0">
                <a:pos x="connsiteX56460" y="connsiteY56460"/>
              </a:cxn>
              <a:cxn ang="0">
                <a:pos x="connsiteX56461" y="connsiteY56461"/>
              </a:cxn>
              <a:cxn ang="0">
                <a:pos x="connsiteX56462" y="connsiteY56462"/>
              </a:cxn>
              <a:cxn ang="0">
                <a:pos x="connsiteX56463" y="connsiteY56463"/>
              </a:cxn>
              <a:cxn ang="0">
                <a:pos x="connsiteX56464" y="connsiteY56464"/>
              </a:cxn>
              <a:cxn ang="0">
                <a:pos x="connsiteX56465" y="connsiteY56465"/>
              </a:cxn>
              <a:cxn ang="0">
                <a:pos x="connsiteX56466" y="connsiteY56466"/>
              </a:cxn>
              <a:cxn ang="0">
                <a:pos x="connsiteX56467" y="connsiteY56467"/>
              </a:cxn>
              <a:cxn ang="0">
                <a:pos x="connsiteX56468" y="connsiteY56468"/>
              </a:cxn>
              <a:cxn ang="0">
                <a:pos x="connsiteX56469" y="connsiteY56469"/>
              </a:cxn>
              <a:cxn ang="0">
                <a:pos x="connsiteX56470" y="connsiteY56470"/>
              </a:cxn>
              <a:cxn ang="0">
                <a:pos x="connsiteX56471" y="connsiteY56471"/>
              </a:cxn>
              <a:cxn ang="0">
                <a:pos x="connsiteX56472" y="connsiteY56472"/>
              </a:cxn>
              <a:cxn ang="0">
                <a:pos x="connsiteX56473" y="connsiteY56473"/>
              </a:cxn>
              <a:cxn ang="0">
                <a:pos x="connsiteX56474" y="connsiteY56474"/>
              </a:cxn>
              <a:cxn ang="0">
                <a:pos x="connsiteX56475" y="connsiteY56475"/>
              </a:cxn>
              <a:cxn ang="0">
                <a:pos x="connsiteX56476" y="connsiteY56476"/>
              </a:cxn>
              <a:cxn ang="0">
                <a:pos x="connsiteX56477" y="connsiteY56477"/>
              </a:cxn>
              <a:cxn ang="0">
                <a:pos x="connsiteX56478" y="connsiteY56478"/>
              </a:cxn>
              <a:cxn ang="0">
                <a:pos x="connsiteX56479" y="connsiteY56479"/>
              </a:cxn>
              <a:cxn ang="0">
                <a:pos x="connsiteX56480" y="connsiteY56480"/>
              </a:cxn>
              <a:cxn ang="0">
                <a:pos x="connsiteX56481" y="connsiteY56481"/>
              </a:cxn>
              <a:cxn ang="0">
                <a:pos x="connsiteX56482" y="connsiteY56482"/>
              </a:cxn>
              <a:cxn ang="0">
                <a:pos x="connsiteX56483" y="connsiteY56483"/>
              </a:cxn>
              <a:cxn ang="0">
                <a:pos x="connsiteX56484" y="connsiteY56484"/>
              </a:cxn>
              <a:cxn ang="0">
                <a:pos x="connsiteX56485" y="connsiteY56485"/>
              </a:cxn>
              <a:cxn ang="0">
                <a:pos x="connsiteX56486" y="connsiteY56486"/>
              </a:cxn>
              <a:cxn ang="0">
                <a:pos x="connsiteX56487" y="connsiteY56487"/>
              </a:cxn>
              <a:cxn ang="0">
                <a:pos x="connsiteX56488" y="connsiteY56488"/>
              </a:cxn>
              <a:cxn ang="0">
                <a:pos x="connsiteX56489" y="connsiteY56489"/>
              </a:cxn>
              <a:cxn ang="0">
                <a:pos x="connsiteX56490" y="connsiteY56490"/>
              </a:cxn>
              <a:cxn ang="0">
                <a:pos x="connsiteX56491" y="connsiteY56491"/>
              </a:cxn>
              <a:cxn ang="0">
                <a:pos x="connsiteX56492" y="connsiteY56492"/>
              </a:cxn>
              <a:cxn ang="0">
                <a:pos x="connsiteX56493" y="connsiteY56493"/>
              </a:cxn>
              <a:cxn ang="0">
                <a:pos x="connsiteX56494" y="connsiteY56494"/>
              </a:cxn>
              <a:cxn ang="0">
                <a:pos x="connsiteX56495" y="connsiteY56495"/>
              </a:cxn>
              <a:cxn ang="0">
                <a:pos x="connsiteX56496" y="connsiteY56496"/>
              </a:cxn>
              <a:cxn ang="0">
                <a:pos x="connsiteX56497" y="connsiteY56497"/>
              </a:cxn>
              <a:cxn ang="0">
                <a:pos x="connsiteX56498" y="connsiteY56498"/>
              </a:cxn>
              <a:cxn ang="0">
                <a:pos x="connsiteX56499" y="connsiteY56499"/>
              </a:cxn>
              <a:cxn ang="0">
                <a:pos x="connsiteX56500" y="connsiteY56500"/>
              </a:cxn>
              <a:cxn ang="0">
                <a:pos x="connsiteX56501" y="connsiteY56501"/>
              </a:cxn>
              <a:cxn ang="0">
                <a:pos x="connsiteX56502" y="connsiteY56502"/>
              </a:cxn>
              <a:cxn ang="0">
                <a:pos x="connsiteX56503" y="connsiteY56503"/>
              </a:cxn>
              <a:cxn ang="0">
                <a:pos x="connsiteX56504" y="connsiteY56504"/>
              </a:cxn>
              <a:cxn ang="0">
                <a:pos x="connsiteX56505" y="connsiteY56505"/>
              </a:cxn>
              <a:cxn ang="0">
                <a:pos x="connsiteX56506" y="connsiteY56506"/>
              </a:cxn>
              <a:cxn ang="0">
                <a:pos x="connsiteX56507" y="connsiteY56507"/>
              </a:cxn>
              <a:cxn ang="0">
                <a:pos x="connsiteX56508" y="connsiteY56508"/>
              </a:cxn>
              <a:cxn ang="0">
                <a:pos x="connsiteX56509" y="connsiteY56509"/>
              </a:cxn>
              <a:cxn ang="0">
                <a:pos x="connsiteX56510" y="connsiteY56510"/>
              </a:cxn>
              <a:cxn ang="0">
                <a:pos x="connsiteX56511" y="connsiteY56511"/>
              </a:cxn>
              <a:cxn ang="0">
                <a:pos x="connsiteX56512" y="connsiteY56512"/>
              </a:cxn>
              <a:cxn ang="0">
                <a:pos x="connsiteX56513" y="connsiteY56513"/>
              </a:cxn>
              <a:cxn ang="0">
                <a:pos x="connsiteX56514" y="connsiteY56514"/>
              </a:cxn>
              <a:cxn ang="0">
                <a:pos x="connsiteX56515" y="connsiteY56515"/>
              </a:cxn>
              <a:cxn ang="0">
                <a:pos x="connsiteX56516" y="connsiteY56516"/>
              </a:cxn>
              <a:cxn ang="0">
                <a:pos x="connsiteX56517" y="connsiteY56517"/>
              </a:cxn>
              <a:cxn ang="0">
                <a:pos x="connsiteX56518" y="connsiteY56518"/>
              </a:cxn>
              <a:cxn ang="0">
                <a:pos x="connsiteX56519" y="connsiteY56519"/>
              </a:cxn>
              <a:cxn ang="0">
                <a:pos x="connsiteX56520" y="connsiteY56520"/>
              </a:cxn>
              <a:cxn ang="0">
                <a:pos x="connsiteX56521" y="connsiteY56521"/>
              </a:cxn>
              <a:cxn ang="0">
                <a:pos x="connsiteX56522" y="connsiteY56522"/>
              </a:cxn>
              <a:cxn ang="0">
                <a:pos x="connsiteX56523" y="connsiteY56523"/>
              </a:cxn>
              <a:cxn ang="0">
                <a:pos x="connsiteX56524" y="connsiteY56524"/>
              </a:cxn>
              <a:cxn ang="0">
                <a:pos x="connsiteX56525" y="connsiteY56525"/>
              </a:cxn>
              <a:cxn ang="0">
                <a:pos x="connsiteX56526" y="connsiteY56526"/>
              </a:cxn>
              <a:cxn ang="0">
                <a:pos x="connsiteX56527" y="connsiteY56527"/>
              </a:cxn>
              <a:cxn ang="0">
                <a:pos x="connsiteX56528" y="connsiteY56528"/>
              </a:cxn>
              <a:cxn ang="0">
                <a:pos x="connsiteX56529" y="connsiteY56529"/>
              </a:cxn>
              <a:cxn ang="0">
                <a:pos x="connsiteX56530" y="connsiteY56530"/>
              </a:cxn>
              <a:cxn ang="0">
                <a:pos x="connsiteX56531" y="connsiteY56531"/>
              </a:cxn>
              <a:cxn ang="0">
                <a:pos x="connsiteX56532" y="connsiteY56532"/>
              </a:cxn>
              <a:cxn ang="0">
                <a:pos x="connsiteX56533" y="connsiteY56533"/>
              </a:cxn>
              <a:cxn ang="0">
                <a:pos x="connsiteX56534" y="connsiteY56534"/>
              </a:cxn>
              <a:cxn ang="0">
                <a:pos x="connsiteX56535" y="connsiteY56535"/>
              </a:cxn>
              <a:cxn ang="0">
                <a:pos x="connsiteX56536" y="connsiteY56536"/>
              </a:cxn>
              <a:cxn ang="0">
                <a:pos x="connsiteX56537" y="connsiteY56537"/>
              </a:cxn>
              <a:cxn ang="0">
                <a:pos x="connsiteX56538" y="connsiteY56538"/>
              </a:cxn>
              <a:cxn ang="0">
                <a:pos x="connsiteX56539" y="connsiteY56539"/>
              </a:cxn>
              <a:cxn ang="0">
                <a:pos x="connsiteX56540" y="connsiteY56540"/>
              </a:cxn>
              <a:cxn ang="0">
                <a:pos x="connsiteX56541" y="connsiteY56541"/>
              </a:cxn>
              <a:cxn ang="0">
                <a:pos x="connsiteX56542" y="connsiteY56542"/>
              </a:cxn>
              <a:cxn ang="0">
                <a:pos x="connsiteX56543" y="connsiteY56543"/>
              </a:cxn>
              <a:cxn ang="0">
                <a:pos x="connsiteX56544" y="connsiteY56544"/>
              </a:cxn>
              <a:cxn ang="0">
                <a:pos x="connsiteX56545" y="connsiteY56545"/>
              </a:cxn>
              <a:cxn ang="0">
                <a:pos x="connsiteX56546" y="connsiteY56546"/>
              </a:cxn>
              <a:cxn ang="0">
                <a:pos x="connsiteX56547" y="connsiteY56547"/>
              </a:cxn>
              <a:cxn ang="0">
                <a:pos x="connsiteX56548" y="connsiteY56548"/>
              </a:cxn>
              <a:cxn ang="0">
                <a:pos x="connsiteX56549" y="connsiteY56549"/>
              </a:cxn>
              <a:cxn ang="0">
                <a:pos x="connsiteX56550" y="connsiteY56550"/>
              </a:cxn>
              <a:cxn ang="0">
                <a:pos x="connsiteX56551" y="connsiteY56551"/>
              </a:cxn>
              <a:cxn ang="0">
                <a:pos x="connsiteX56552" y="connsiteY56552"/>
              </a:cxn>
              <a:cxn ang="0">
                <a:pos x="connsiteX56553" y="connsiteY56553"/>
              </a:cxn>
              <a:cxn ang="0">
                <a:pos x="connsiteX56554" y="connsiteY56554"/>
              </a:cxn>
              <a:cxn ang="0">
                <a:pos x="connsiteX56555" y="connsiteY56555"/>
              </a:cxn>
              <a:cxn ang="0">
                <a:pos x="connsiteX56556" y="connsiteY56556"/>
              </a:cxn>
              <a:cxn ang="0">
                <a:pos x="connsiteX56557" y="connsiteY56557"/>
              </a:cxn>
              <a:cxn ang="0">
                <a:pos x="connsiteX56558" y="connsiteY56558"/>
              </a:cxn>
              <a:cxn ang="0">
                <a:pos x="connsiteX56559" y="connsiteY56559"/>
              </a:cxn>
              <a:cxn ang="0">
                <a:pos x="connsiteX56560" y="connsiteY56560"/>
              </a:cxn>
              <a:cxn ang="0">
                <a:pos x="connsiteX56561" y="connsiteY56561"/>
              </a:cxn>
              <a:cxn ang="0">
                <a:pos x="connsiteX56562" y="connsiteY56562"/>
              </a:cxn>
              <a:cxn ang="0">
                <a:pos x="connsiteX56563" y="connsiteY56563"/>
              </a:cxn>
              <a:cxn ang="0">
                <a:pos x="connsiteX56564" y="connsiteY56564"/>
              </a:cxn>
              <a:cxn ang="0">
                <a:pos x="connsiteX56565" y="connsiteY56565"/>
              </a:cxn>
              <a:cxn ang="0">
                <a:pos x="connsiteX56566" y="connsiteY56566"/>
              </a:cxn>
              <a:cxn ang="0">
                <a:pos x="connsiteX56567" y="connsiteY56567"/>
              </a:cxn>
              <a:cxn ang="0">
                <a:pos x="connsiteX56568" y="connsiteY56568"/>
              </a:cxn>
              <a:cxn ang="0">
                <a:pos x="connsiteX56569" y="connsiteY56569"/>
              </a:cxn>
              <a:cxn ang="0">
                <a:pos x="connsiteX56570" y="connsiteY56570"/>
              </a:cxn>
              <a:cxn ang="0">
                <a:pos x="connsiteX56571" y="connsiteY56571"/>
              </a:cxn>
              <a:cxn ang="0">
                <a:pos x="connsiteX56572" y="connsiteY56572"/>
              </a:cxn>
              <a:cxn ang="0">
                <a:pos x="connsiteX56573" y="connsiteY56573"/>
              </a:cxn>
              <a:cxn ang="0">
                <a:pos x="connsiteX56574" y="connsiteY56574"/>
              </a:cxn>
              <a:cxn ang="0">
                <a:pos x="connsiteX56575" y="connsiteY56575"/>
              </a:cxn>
              <a:cxn ang="0">
                <a:pos x="connsiteX56576" y="connsiteY56576"/>
              </a:cxn>
              <a:cxn ang="0">
                <a:pos x="connsiteX56577" y="connsiteY56577"/>
              </a:cxn>
              <a:cxn ang="0">
                <a:pos x="connsiteX56578" y="connsiteY56578"/>
              </a:cxn>
              <a:cxn ang="0">
                <a:pos x="connsiteX56579" y="connsiteY56579"/>
              </a:cxn>
              <a:cxn ang="0">
                <a:pos x="connsiteX56580" y="connsiteY56580"/>
              </a:cxn>
              <a:cxn ang="0">
                <a:pos x="connsiteX56581" y="connsiteY56581"/>
              </a:cxn>
              <a:cxn ang="0">
                <a:pos x="connsiteX56582" y="connsiteY56582"/>
              </a:cxn>
              <a:cxn ang="0">
                <a:pos x="connsiteX56583" y="connsiteY56583"/>
              </a:cxn>
              <a:cxn ang="0">
                <a:pos x="connsiteX56584" y="connsiteY56584"/>
              </a:cxn>
              <a:cxn ang="0">
                <a:pos x="connsiteX56585" y="connsiteY56585"/>
              </a:cxn>
              <a:cxn ang="0">
                <a:pos x="connsiteX56586" y="connsiteY56586"/>
              </a:cxn>
              <a:cxn ang="0">
                <a:pos x="connsiteX56587" y="connsiteY56587"/>
              </a:cxn>
              <a:cxn ang="0">
                <a:pos x="connsiteX56588" y="connsiteY56588"/>
              </a:cxn>
              <a:cxn ang="0">
                <a:pos x="connsiteX56589" y="connsiteY56589"/>
              </a:cxn>
              <a:cxn ang="0">
                <a:pos x="connsiteX56590" y="connsiteY56590"/>
              </a:cxn>
              <a:cxn ang="0">
                <a:pos x="connsiteX56591" y="connsiteY56591"/>
              </a:cxn>
              <a:cxn ang="0">
                <a:pos x="connsiteX56592" y="connsiteY56592"/>
              </a:cxn>
              <a:cxn ang="0">
                <a:pos x="connsiteX56593" y="connsiteY56593"/>
              </a:cxn>
              <a:cxn ang="0">
                <a:pos x="connsiteX56594" y="connsiteY56594"/>
              </a:cxn>
              <a:cxn ang="0">
                <a:pos x="connsiteX56595" y="connsiteY56595"/>
              </a:cxn>
              <a:cxn ang="0">
                <a:pos x="connsiteX56596" y="connsiteY56596"/>
              </a:cxn>
              <a:cxn ang="0">
                <a:pos x="connsiteX56597" y="connsiteY56597"/>
              </a:cxn>
              <a:cxn ang="0">
                <a:pos x="connsiteX56598" y="connsiteY56598"/>
              </a:cxn>
              <a:cxn ang="0">
                <a:pos x="connsiteX56599" y="connsiteY56599"/>
              </a:cxn>
              <a:cxn ang="0">
                <a:pos x="connsiteX56600" y="connsiteY56600"/>
              </a:cxn>
              <a:cxn ang="0">
                <a:pos x="connsiteX56601" y="connsiteY56601"/>
              </a:cxn>
              <a:cxn ang="0">
                <a:pos x="connsiteX56602" y="connsiteY56602"/>
              </a:cxn>
              <a:cxn ang="0">
                <a:pos x="connsiteX56603" y="connsiteY56603"/>
              </a:cxn>
              <a:cxn ang="0">
                <a:pos x="connsiteX56604" y="connsiteY56604"/>
              </a:cxn>
              <a:cxn ang="0">
                <a:pos x="connsiteX56605" y="connsiteY56605"/>
              </a:cxn>
              <a:cxn ang="0">
                <a:pos x="connsiteX56606" y="connsiteY56606"/>
              </a:cxn>
              <a:cxn ang="0">
                <a:pos x="connsiteX56607" y="connsiteY56607"/>
              </a:cxn>
              <a:cxn ang="0">
                <a:pos x="connsiteX56608" y="connsiteY56608"/>
              </a:cxn>
              <a:cxn ang="0">
                <a:pos x="connsiteX56609" y="connsiteY56609"/>
              </a:cxn>
              <a:cxn ang="0">
                <a:pos x="connsiteX56610" y="connsiteY56610"/>
              </a:cxn>
              <a:cxn ang="0">
                <a:pos x="connsiteX56611" y="connsiteY56611"/>
              </a:cxn>
              <a:cxn ang="0">
                <a:pos x="connsiteX56612" y="connsiteY56612"/>
              </a:cxn>
              <a:cxn ang="0">
                <a:pos x="connsiteX56613" y="connsiteY56613"/>
              </a:cxn>
              <a:cxn ang="0">
                <a:pos x="connsiteX56614" y="connsiteY56614"/>
              </a:cxn>
              <a:cxn ang="0">
                <a:pos x="connsiteX56615" y="connsiteY56615"/>
              </a:cxn>
              <a:cxn ang="0">
                <a:pos x="connsiteX56616" y="connsiteY56616"/>
              </a:cxn>
              <a:cxn ang="0">
                <a:pos x="connsiteX56617" y="connsiteY56617"/>
              </a:cxn>
              <a:cxn ang="0">
                <a:pos x="connsiteX56618" y="connsiteY56618"/>
              </a:cxn>
              <a:cxn ang="0">
                <a:pos x="connsiteX56619" y="connsiteY56619"/>
              </a:cxn>
              <a:cxn ang="0">
                <a:pos x="connsiteX56620" y="connsiteY56620"/>
              </a:cxn>
              <a:cxn ang="0">
                <a:pos x="connsiteX56621" y="connsiteY56621"/>
              </a:cxn>
              <a:cxn ang="0">
                <a:pos x="connsiteX56622" y="connsiteY56622"/>
              </a:cxn>
              <a:cxn ang="0">
                <a:pos x="connsiteX56623" y="connsiteY56623"/>
              </a:cxn>
              <a:cxn ang="0">
                <a:pos x="connsiteX56624" y="connsiteY56624"/>
              </a:cxn>
              <a:cxn ang="0">
                <a:pos x="connsiteX56625" y="connsiteY56625"/>
              </a:cxn>
              <a:cxn ang="0">
                <a:pos x="connsiteX56626" y="connsiteY56626"/>
              </a:cxn>
              <a:cxn ang="0">
                <a:pos x="connsiteX56627" y="connsiteY56627"/>
              </a:cxn>
              <a:cxn ang="0">
                <a:pos x="connsiteX56628" y="connsiteY56628"/>
              </a:cxn>
              <a:cxn ang="0">
                <a:pos x="connsiteX56629" y="connsiteY56629"/>
              </a:cxn>
              <a:cxn ang="0">
                <a:pos x="connsiteX56630" y="connsiteY56630"/>
              </a:cxn>
              <a:cxn ang="0">
                <a:pos x="connsiteX56631" y="connsiteY56631"/>
              </a:cxn>
              <a:cxn ang="0">
                <a:pos x="connsiteX56632" y="connsiteY56632"/>
              </a:cxn>
              <a:cxn ang="0">
                <a:pos x="connsiteX56633" y="connsiteY56633"/>
              </a:cxn>
              <a:cxn ang="0">
                <a:pos x="connsiteX56634" y="connsiteY56634"/>
              </a:cxn>
              <a:cxn ang="0">
                <a:pos x="connsiteX56635" y="connsiteY56635"/>
              </a:cxn>
              <a:cxn ang="0">
                <a:pos x="connsiteX56636" y="connsiteY56636"/>
              </a:cxn>
              <a:cxn ang="0">
                <a:pos x="connsiteX56637" y="connsiteY56637"/>
              </a:cxn>
              <a:cxn ang="0">
                <a:pos x="connsiteX56638" y="connsiteY56638"/>
              </a:cxn>
              <a:cxn ang="0">
                <a:pos x="connsiteX56639" y="connsiteY56639"/>
              </a:cxn>
              <a:cxn ang="0">
                <a:pos x="connsiteX56640" y="connsiteY56640"/>
              </a:cxn>
              <a:cxn ang="0">
                <a:pos x="connsiteX56641" y="connsiteY56641"/>
              </a:cxn>
              <a:cxn ang="0">
                <a:pos x="connsiteX56642" y="connsiteY56642"/>
              </a:cxn>
              <a:cxn ang="0">
                <a:pos x="connsiteX56643" y="connsiteY56643"/>
              </a:cxn>
              <a:cxn ang="0">
                <a:pos x="connsiteX56644" y="connsiteY56644"/>
              </a:cxn>
              <a:cxn ang="0">
                <a:pos x="connsiteX56645" y="connsiteY56645"/>
              </a:cxn>
              <a:cxn ang="0">
                <a:pos x="connsiteX56646" y="connsiteY56646"/>
              </a:cxn>
              <a:cxn ang="0">
                <a:pos x="connsiteX56647" y="connsiteY56647"/>
              </a:cxn>
              <a:cxn ang="0">
                <a:pos x="connsiteX56648" y="connsiteY56648"/>
              </a:cxn>
              <a:cxn ang="0">
                <a:pos x="connsiteX56649" y="connsiteY56649"/>
              </a:cxn>
              <a:cxn ang="0">
                <a:pos x="connsiteX56650" y="connsiteY56650"/>
              </a:cxn>
              <a:cxn ang="0">
                <a:pos x="connsiteX56651" y="connsiteY56651"/>
              </a:cxn>
              <a:cxn ang="0">
                <a:pos x="connsiteX56652" y="connsiteY56652"/>
              </a:cxn>
              <a:cxn ang="0">
                <a:pos x="connsiteX56653" y="connsiteY56653"/>
              </a:cxn>
              <a:cxn ang="0">
                <a:pos x="connsiteX56654" y="connsiteY56654"/>
              </a:cxn>
              <a:cxn ang="0">
                <a:pos x="connsiteX56655" y="connsiteY56655"/>
              </a:cxn>
              <a:cxn ang="0">
                <a:pos x="connsiteX56656" y="connsiteY56656"/>
              </a:cxn>
              <a:cxn ang="0">
                <a:pos x="connsiteX56657" y="connsiteY56657"/>
              </a:cxn>
              <a:cxn ang="0">
                <a:pos x="connsiteX56658" y="connsiteY56658"/>
              </a:cxn>
              <a:cxn ang="0">
                <a:pos x="connsiteX56659" y="connsiteY56659"/>
              </a:cxn>
              <a:cxn ang="0">
                <a:pos x="connsiteX56660" y="connsiteY56660"/>
              </a:cxn>
              <a:cxn ang="0">
                <a:pos x="connsiteX56661" y="connsiteY56661"/>
              </a:cxn>
              <a:cxn ang="0">
                <a:pos x="connsiteX56662" y="connsiteY56662"/>
              </a:cxn>
              <a:cxn ang="0">
                <a:pos x="connsiteX56663" y="connsiteY56663"/>
              </a:cxn>
              <a:cxn ang="0">
                <a:pos x="connsiteX56664" y="connsiteY56664"/>
              </a:cxn>
              <a:cxn ang="0">
                <a:pos x="connsiteX56665" y="connsiteY56665"/>
              </a:cxn>
              <a:cxn ang="0">
                <a:pos x="connsiteX56666" y="connsiteY56666"/>
              </a:cxn>
              <a:cxn ang="0">
                <a:pos x="connsiteX56667" y="connsiteY56667"/>
              </a:cxn>
              <a:cxn ang="0">
                <a:pos x="connsiteX56668" y="connsiteY56668"/>
              </a:cxn>
              <a:cxn ang="0">
                <a:pos x="connsiteX56669" y="connsiteY56669"/>
              </a:cxn>
              <a:cxn ang="0">
                <a:pos x="connsiteX56670" y="connsiteY56670"/>
              </a:cxn>
              <a:cxn ang="0">
                <a:pos x="connsiteX56671" y="connsiteY56671"/>
              </a:cxn>
              <a:cxn ang="0">
                <a:pos x="connsiteX56672" y="connsiteY56672"/>
              </a:cxn>
              <a:cxn ang="0">
                <a:pos x="connsiteX56673" y="connsiteY56673"/>
              </a:cxn>
              <a:cxn ang="0">
                <a:pos x="connsiteX56674" y="connsiteY56674"/>
              </a:cxn>
              <a:cxn ang="0">
                <a:pos x="connsiteX56675" y="connsiteY56675"/>
              </a:cxn>
              <a:cxn ang="0">
                <a:pos x="connsiteX56676" y="connsiteY56676"/>
              </a:cxn>
              <a:cxn ang="0">
                <a:pos x="connsiteX56677" y="connsiteY56677"/>
              </a:cxn>
              <a:cxn ang="0">
                <a:pos x="connsiteX56678" y="connsiteY56678"/>
              </a:cxn>
              <a:cxn ang="0">
                <a:pos x="connsiteX56679" y="connsiteY56679"/>
              </a:cxn>
              <a:cxn ang="0">
                <a:pos x="connsiteX56680" y="connsiteY56680"/>
              </a:cxn>
              <a:cxn ang="0">
                <a:pos x="connsiteX56681" y="connsiteY56681"/>
              </a:cxn>
              <a:cxn ang="0">
                <a:pos x="connsiteX56682" y="connsiteY56682"/>
              </a:cxn>
              <a:cxn ang="0">
                <a:pos x="connsiteX56683" y="connsiteY56683"/>
              </a:cxn>
              <a:cxn ang="0">
                <a:pos x="connsiteX56684" y="connsiteY56684"/>
              </a:cxn>
              <a:cxn ang="0">
                <a:pos x="connsiteX56685" y="connsiteY56685"/>
              </a:cxn>
              <a:cxn ang="0">
                <a:pos x="connsiteX56686" y="connsiteY56686"/>
              </a:cxn>
              <a:cxn ang="0">
                <a:pos x="connsiteX56687" y="connsiteY56687"/>
              </a:cxn>
              <a:cxn ang="0">
                <a:pos x="connsiteX56688" y="connsiteY56688"/>
              </a:cxn>
              <a:cxn ang="0">
                <a:pos x="connsiteX56689" y="connsiteY56689"/>
              </a:cxn>
              <a:cxn ang="0">
                <a:pos x="connsiteX56690" y="connsiteY56690"/>
              </a:cxn>
              <a:cxn ang="0">
                <a:pos x="connsiteX56691" y="connsiteY56691"/>
              </a:cxn>
              <a:cxn ang="0">
                <a:pos x="connsiteX56692" y="connsiteY56692"/>
              </a:cxn>
              <a:cxn ang="0">
                <a:pos x="connsiteX56693" y="connsiteY56693"/>
              </a:cxn>
              <a:cxn ang="0">
                <a:pos x="connsiteX56694" y="connsiteY56694"/>
              </a:cxn>
              <a:cxn ang="0">
                <a:pos x="connsiteX56695" y="connsiteY56695"/>
              </a:cxn>
              <a:cxn ang="0">
                <a:pos x="connsiteX56696" y="connsiteY56696"/>
              </a:cxn>
              <a:cxn ang="0">
                <a:pos x="connsiteX56697" y="connsiteY56697"/>
              </a:cxn>
              <a:cxn ang="0">
                <a:pos x="connsiteX56698" y="connsiteY56698"/>
              </a:cxn>
              <a:cxn ang="0">
                <a:pos x="connsiteX56699" y="connsiteY56699"/>
              </a:cxn>
              <a:cxn ang="0">
                <a:pos x="connsiteX56700" y="connsiteY56700"/>
              </a:cxn>
              <a:cxn ang="0">
                <a:pos x="connsiteX56701" y="connsiteY56701"/>
              </a:cxn>
              <a:cxn ang="0">
                <a:pos x="connsiteX56702" y="connsiteY56702"/>
              </a:cxn>
              <a:cxn ang="0">
                <a:pos x="connsiteX56703" y="connsiteY56703"/>
              </a:cxn>
              <a:cxn ang="0">
                <a:pos x="connsiteX56704" y="connsiteY56704"/>
              </a:cxn>
              <a:cxn ang="0">
                <a:pos x="connsiteX56705" y="connsiteY56705"/>
              </a:cxn>
              <a:cxn ang="0">
                <a:pos x="connsiteX56706" y="connsiteY56706"/>
              </a:cxn>
              <a:cxn ang="0">
                <a:pos x="connsiteX56707" y="connsiteY56707"/>
              </a:cxn>
              <a:cxn ang="0">
                <a:pos x="connsiteX56708" y="connsiteY56708"/>
              </a:cxn>
              <a:cxn ang="0">
                <a:pos x="connsiteX56709" y="connsiteY56709"/>
              </a:cxn>
              <a:cxn ang="0">
                <a:pos x="connsiteX56710" y="connsiteY56710"/>
              </a:cxn>
              <a:cxn ang="0">
                <a:pos x="connsiteX56711" y="connsiteY56711"/>
              </a:cxn>
              <a:cxn ang="0">
                <a:pos x="connsiteX56712" y="connsiteY56712"/>
              </a:cxn>
              <a:cxn ang="0">
                <a:pos x="connsiteX56713" y="connsiteY56713"/>
              </a:cxn>
              <a:cxn ang="0">
                <a:pos x="connsiteX56714" y="connsiteY56714"/>
              </a:cxn>
              <a:cxn ang="0">
                <a:pos x="connsiteX56715" y="connsiteY56715"/>
              </a:cxn>
              <a:cxn ang="0">
                <a:pos x="connsiteX56716" y="connsiteY56716"/>
              </a:cxn>
              <a:cxn ang="0">
                <a:pos x="connsiteX56717" y="connsiteY56717"/>
              </a:cxn>
              <a:cxn ang="0">
                <a:pos x="connsiteX56718" y="connsiteY56718"/>
              </a:cxn>
              <a:cxn ang="0">
                <a:pos x="connsiteX56719" y="connsiteY56719"/>
              </a:cxn>
              <a:cxn ang="0">
                <a:pos x="connsiteX56720" y="connsiteY56720"/>
              </a:cxn>
              <a:cxn ang="0">
                <a:pos x="connsiteX56721" y="connsiteY56721"/>
              </a:cxn>
              <a:cxn ang="0">
                <a:pos x="connsiteX56722" y="connsiteY56722"/>
              </a:cxn>
              <a:cxn ang="0">
                <a:pos x="connsiteX56723" y="connsiteY56723"/>
              </a:cxn>
              <a:cxn ang="0">
                <a:pos x="connsiteX56724" y="connsiteY56724"/>
              </a:cxn>
              <a:cxn ang="0">
                <a:pos x="connsiteX56725" y="connsiteY56725"/>
              </a:cxn>
              <a:cxn ang="0">
                <a:pos x="connsiteX56726" y="connsiteY56726"/>
              </a:cxn>
              <a:cxn ang="0">
                <a:pos x="connsiteX56727" y="connsiteY56727"/>
              </a:cxn>
              <a:cxn ang="0">
                <a:pos x="connsiteX56728" y="connsiteY56728"/>
              </a:cxn>
              <a:cxn ang="0">
                <a:pos x="connsiteX56729" y="connsiteY56729"/>
              </a:cxn>
              <a:cxn ang="0">
                <a:pos x="connsiteX56730" y="connsiteY56730"/>
              </a:cxn>
              <a:cxn ang="0">
                <a:pos x="connsiteX56731" y="connsiteY56731"/>
              </a:cxn>
              <a:cxn ang="0">
                <a:pos x="connsiteX56732" y="connsiteY56732"/>
              </a:cxn>
              <a:cxn ang="0">
                <a:pos x="connsiteX56733" y="connsiteY56733"/>
              </a:cxn>
              <a:cxn ang="0">
                <a:pos x="connsiteX56734" y="connsiteY56734"/>
              </a:cxn>
              <a:cxn ang="0">
                <a:pos x="connsiteX56735" y="connsiteY56735"/>
              </a:cxn>
              <a:cxn ang="0">
                <a:pos x="connsiteX56736" y="connsiteY56736"/>
              </a:cxn>
              <a:cxn ang="0">
                <a:pos x="connsiteX56737" y="connsiteY56737"/>
              </a:cxn>
              <a:cxn ang="0">
                <a:pos x="connsiteX56738" y="connsiteY56738"/>
              </a:cxn>
              <a:cxn ang="0">
                <a:pos x="connsiteX56739" y="connsiteY56739"/>
              </a:cxn>
              <a:cxn ang="0">
                <a:pos x="connsiteX56740" y="connsiteY56740"/>
              </a:cxn>
              <a:cxn ang="0">
                <a:pos x="connsiteX56741" y="connsiteY56741"/>
              </a:cxn>
              <a:cxn ang="0">
                <a:pos x="connsiteX56742" y="connsiteY56742"/>
              </a:cxn>
              <a:cxn ang="0">
                <a:pos x="connsiteX56743" y="connsiteY56743"/>
              </a:cxn>
              <a:cxn ang="0">
                <a:pos x="connsiteX56744" y="connsiteY56744"/>
              </a:cxn>
              <a:cxn ang="0">
                <a:pos x="connsiteX56745" y="connsiteY56745"/>
              </a:cxn>
              <a:cxn ang="0">
                <a:pos x="connsiteX56746" y="connsiteY56746"/>
              </a:cxn>
              <a:cxn ang="0">
                <a:pos x="connsiteX56747" y="connsiteY56747"/>
              </a:cxn>
              <a:cxn ang="0">
                <a:pos x="connsiteX56748" y="connsiteY56748"/>
              </a:cxn>
              <a:cxn ang="0">
                <a:pos x="connsiteX56749" y="connsiteY56749"/>
              </a:cxn>
              <a:cxn ang="0">
                <a:pos x="connsiteX56750" y="connsiteY56750"/>
              </a:cxn>
              <a:cxn ang="0">
                <a:pos x="connsiteX56751" y="connsiteY56751"/>
              </a:cxn>
              <a:cxn ang="0">
                <a:pos x="connsiteX56752" y="connsiteY56752"/>
              </a:cxn>
              <a:cxn ang="0">
                <a:pos x="connsiteX56753" y="connsiteY56753"/>
              </a:cxn>
              <a:cxn ang="0">
                <a:pos x="connsiteX56754" y="connsiteY56754"/>
              </a:cxn>
              <a:cxn ang="0">
                <a:pos x="connsiteX56755" y="connsiteY56755"/>
              </a:cxn>
              <a:cxn ang="0">
                <a:pos x="connsiteX56756" y="connsiteY56756"/>
              </a:cxn>
              <a:cxn ang="0">
                <a:pos x="connsiteX56757" y="connsiteY56757"/>
              </a:cxn>
              <a:cxn ang="0">
                <a:pos x="connsiteX56758" y="connsiteY56758"/>
              </a:cxn>
              <a:cxn ang="0">
                <a:pos x="connsiteX56759" y="connsiteY56759"/>
              </a:cxn>
              <a:cxn ang="0">
                <a:pos x="connsiteX56760" y="connsiteY56760"/>
              </a:cxn>
              <a:cxn ang="0">
                <a:pos x="connsiteX56761" y="connsiteY56761"/>
              </a:cxn>
              <a:cxn ang="0">
                <a:pos x="connsiteX56762" y="connsiteY56762"/>
              </a:cxn>
              <a:cxn ang="0">
                <a:pos x="connsiteX56763" y="connsiteY56763"/>
              </a:cxn>
              <a:cxn ang="0">
                <a:pos x="connsiteX56764" y="connsiteY56764"/>
              </a:cxn>
              <a:cxn ang="0">
                <a:pos x="connsiteX56765" y="connsiteY56765"/>
              </a:cxn>
              <a:cxn ang="0">
                <a:pos x="connsiteX56766" y="connsiteY56766"/>
              </a:cxn>
              <a:cxn ang="0">
                <a:pos x="connsiteX56767" y="connsiteY56767"/>
              </a:cxn>
              <a:cxn ang="0">
                <a:pos x="connsiteX56768" y="connsiteY56768"/>
              </a:cxn>
              <a:cxn ang="0">
                <a:pos x="connsiteX56769" y="connsiteY56769"/>
              </a:cxn>
              <a:cxn ang="0">
                <a:pos x="connsiteX56770" y="connsiteY56770"/>
              </a:cxn>
              <a:cxn ang="0">
                <a:pos x="connsiteX56771" y="connsiteY56771"/>
              </a:cxn>
              <a:cxn ang="0">
                <a:pos x="connsiteX56772" y="connsiteY56772"/>
              </a:cxn>
              <a:cxn ang="0">
                <a:pos x="connsiteX56773" y="connsiteY56773"/>
              </a:cxn>
              <a:cxn ang="0">
                <a:pos x="connsiteX56774" y="connsiteY56774"/>
              </a:cxn>
              <a:cxn ang="0">
                <a:pos x="connsiteX56775" y="connsiteY56775"/>
              </a:cxn>
              <a:cxn ang="0">
                <a:pos x="connsiteX56776" y="connsiteY56776"/>
              </a:cxn>
              <a:cxn ang="0">
                <a:pos x="connsiteX56777" y="connsiteY56777"/>
              </a:cxn>
              <a:cxn ang="0">
                <a:pos x="connsiteX56778" y="connsiteY56778"/>
              </a:cxn>
              <a:cxn ang="0">
                <a:pos x="connsiteX56779" y="connsiteY56779"/>
              </a:cxn>
              <a:cxn ang="0">
                <a:pos x="connsiteX56780" y="connsiteY56780"/>
              </a:cxn>
              <a:cxn ang="0">
                <a:pos x="connsiteX56781" y="connsiteY56781"/>
              </a:cxn>
              <a:cxn ang="0">
                <a:pos x="connsiteX56782" y="connsiteY56782"/>
              </a:cxn>
              <a:cxn ang="0">
                <a:pos x="connsiteX56783" y="connsiteY56783"/>
              </a:cxn>
              <a:cxn ang="0">
                <a:pos x="connsiteX56784" y="connsiteY56784"/>
              </a:cxn>
              <a:cxn ang="0">
                <a:pos x="connsiteX56785" y="connsiteY56785"/>
              </a:cxn>
              <a:cxn ang="0">
                <a:pos x="connsiteX56786" y="connsiteY56786"/>
              </a:cxn>
              <a:cxn ang="0">
                <a:pos x="connsiteX56787" y="connsiteY56787"/>
              </a:cxn>
              <a:cxn ang="0">
                <a:pos x="connsiteX56788" y="connsiteY56788"/>
              </a:cxn>
              <a:cxn ang="0">
                <a:pos x="connsiteX56789" y="connsiteY56789"/>
              </a:cxn>
              <a:cxn ang="0">
                <a:pos x="connsiteX56790" y="connsiteY56790"/>
              </a:cxn>
              <a:cxn ang="0">
                <a:pos x="connsiteX56791" y="connsiteY56791"/>
              </a:cxn>
              <a:cxn ang="0">
                <a:pos x="connsiteX56792" y="connsiteY56792"/>
              </a:cxn>
              <a:cxn ang="0">
                <a:pos x="connsiteX56793" y="connsiteY56793"/>
              </a:cxn>
              <a:cxn ang="0">
                <a:pos x="connsiteX56794" y="connsiteY56794"/>
              </a:cxn>
              <a:cxn ang="0">
                <a:pos x="connsiteX56795" y="connsiteY56795"/>
              </a:cxn>
              <a:cxn ang="0">
                <a:pos x="connsiteX56796" y="connsiteY56796"/>
              </a:cxn>
              <a:cxn ang="0">
                <a:pos x="connsiteX56797" y="connsiteY56797"/>
              </a:cxn>
              <a:cxn ang="0">
                <a:pos x="connsiteX56798" y="connsiteY56798"/>
              </a:cxn>
              <a:cxn ang="0">
                <a:pos x="connsiteX56799" y="connsiteY56799"/>
              </a:cxn>
              <a:cxn ang="0">
                <a:pos x="connsiteX56800" y="connsiteY56800"/>
              </a:cxn>
              <a:cxn ang="0">
                <a:pos x="connsiteX56801" y="connsiteY56801"/>
              </a:cxn>
              <a:cxn ang="0">
                <a:pos x="connsiteX56802" y="connsiteY56802"/>
              </a:cxn>
              <a:cxn ang="0">
                <a:pos x="connsiteX56803" y="connsiteY56803"/>
              </a:cxn>
              <a:cxn ang="0">
                <a:pos x="connsiteX56804" y="connsiteY56804"/>
              </a:cxn>
              <a:cxn ang="0">
                <a:pos x="connsiteX56805" y="connsiteY56805"/>
              </a:cxn>
              <a:cxn ang="0">
                <a:pos x="connsiteX56806" y="connsiteY56806"/>
              </a:cxn>
              <a:cxn ang="0">
                <a:pos x="connsiteX56807" y="connsiteY56807"/>
              </a:cxn>
              <a:cxn ang="0">
                <a:pos x="connsiteX56808" y="connsiteY56808"/>
              </a:cxn>
              <a:cxn ang="0">
                <a:pos x="connsiteX56809" y="connsiteY56809"/>
              </a:cxn>
              <a:cxn ang="0">
                <a:pos x="connsiteX56810" y="connsiteY56810"/>
              </a:cxn>
              <a:cxn ang="0">
                <a:pos x="connsiteX56811" y="connsiteY56811"/>
              </a:cxn>
              <a:cxn ang="0">
                <a:pos x="connsiteX56812" y="connsiteY56812"/>
              </a:cxn>
              <a:cxn ang="0">
                <a:pos x="connsiteX56813" y="connsiteY56813"/>
              </a:cxn>
              <a:cxn ang="0">
                <a:pos x="connsiteX56814" y="connsiteY56814"/>
              </a:cxn>
              <a:cxn ang="0">
                <a:pos x="connsiteX56815" y="connsiteY56815"/>
              </a:cxn>
              <a:cxn ang="0">
                <a:pos x="connsiteX56816" y="connsiteY56816"/>
              </a:cxn>
              <a:cxn ang="0">
                <a:pos x="connsiteX56817" y="connsiteY56817"/>
              </a:cxn>
              <a:cxn ang="0">
                <a:pos x="connsiteX56818" y="connsiteY56818"/>
              </a:cxn>
              <a:cxn ang="0">
                <a:pos x="connsiteX56819" y="connsiteY56819"/>
              </a:cxn>
              <a:cxn ang="0">
                <a:pos x="connsiteX56820" y="connsiteY56820"/>
              </a:cxn>
              <a:cxn ang="0">
                <a:pos x="connsiteX56821" y="connsiteY56821"/>
              </a:cxn>
              <a:cxn ang="0">
                <a:pos x="connsiteX56822" y="connsiteY56822"/>
              </a:cxn>
              <a:cxn ang="0">
                <a:pos x="connsiteX56823" y="connsiteY56823"/>
              </a:cxn>
              <a:cxn ang="0">
                <a:pos x="connsiteX56824" y="connsiteY56824"/>
              </a:cxn>
              <a:cxn ang="0">
                <a:pos x="connsiteX56825" y="connsiteY56825"/>
              </a:cxn>
              <a:cxn ang="0">
                <a:pos x="connsiteX56826" y="connsiteY56826"/>
              </a:cxn>
              <a:cxn ang="0">
                <a:pos x="connsiteX56827" y="connsiteY56827"/>
              </a:cxn>
              <a:cxn ang="0">
                <a:pos x="connsiteX56828" y="connsiteY56828"/>
              </a:cxn>
              <a:cxn ang="0">
                <a:pos x="connsiteX56829" y="connsiteY56829"/>
              </a:cxn>
              <a:cxn ang="0">
                <a:pos x="connsiteX56830" y="connsiteY56830"/>
              </a:cxn>
              <a:cxn ang="0">
                <a:pos x="connsiteX56831" y="connsiteY56831"/>
              </a:cxn>
              <a:cxn ang="0">
                <a:pos x="connsiteX56832" y="connsiteY56832"/>
              </a:cxn>
              <a:cxn ang="0">
                <a:pos x="connsiteX56833" y="connsiteY56833"/>
              </a:cxn>
              <a:cxn ang="0">
                <a:pos x="connsiteX56834" y="connsiteY56834"/>
              </a:cxn>
              <a:cxn ang="0">
                <a:pos x="connsiteX56835" y="connsiteY56835"/>
              </a:cxn>
              <a:cxn ang="0">
                <a:pos x="connsiteX56836" y="connsiteY56836"/>
              </a:cxn>
              <a:cxn ang="0">
                <a:pos x="connsiteX56837" y="connsiteY56837"/>
              </a:cxn>
              <a:cxn ang="0">
                <a:pos x="connsiteX56838" y="connsiteY56838"/>
              </a:cxn>
              <a:cxn ang="0">
                <a:pos x="connsiteX56839" y="connsiteY56839"/>
              </a:cxn>
              <a:cxn ang="0">
                <a:pos x="connsiteX56840" y="connsiteY56840"/>
              </a:cxn>
              <a:cxn ang="0">
                <a:pos x="connsiteX56841" y="connsiteY56841"/>
              </a:cxn>
              <a:cxn ang="0">
                <a:pos x="connsiteX56842" y="connsiteY56842"/>
              </a:cxn>
              <a:cxn ang="0">
                <a:pos x="connsiteX56843" y="connsiteY56843"/>
              </a:cxn>
              <a:cxn ang="0">
                <a:pos x="connsiteX56844" y="connsiteY56844"/>
              </a:cxn>
              <a:cxn ang="0">
                <a:pos x="connsiteX56845" y="connsiteY56845"/>
              </a:cxn>
              <a:cxn ang="0">
                <a:pos x="connsiteX56846" y="connsiteY56846"/>
              </a:cxn>
              <a:cxn ang="0">
                <a:pos x="connsiteX56847" y="connsiteY56847"/>
              </a:cxn>
              <a:cxn ang="0">
                <a:pos x="connsiteX56848" y="connsiteY56848"/>
              </a:cxn>
              <a:cxn ang="0">
                <a:pos x="connsiteX56849" y="connsiteY56849"/>
              </a:cxn>
              <a:cxn ang="0">
                <a:pos x="connsiteX56850" y="connsiteY56850"/>
              </a:cxn>
              <a:cxn ang="0">
                <a:pos x="connsiteX56851" y="connsiteY56851"/>
              </a:cxn>
              <a:cxn ang="0">
                <a:pos x="connsiteX56852" y="connsiteY56852"/>
              </a:cxn>
              <a:cxn ang="0">
                <a:pos x="connsiteX56853" y="connsiteY56853"/>
              </a:cxn>
              <a:cxn ang="0">
                <a:pos x="connsiteX56854" y="connsiteY56854"/>
              </a:cxn>
              <a:cxn ang="0">
                <a:pos x="connsiteX56855" y="connsiteY56855"/>
              </a:cxn>
              <a:cxn ang="0">
                <a:pos x="connsiteX56856" y="connsiteY56856"/>
              </a:cxn>
              <a:cxn ang="0">
                <a:pos x="connsiteX56857" y="connsiteY56857"/>
              </a:cxn>
              <a:cxn ang="0">
                <a:pos x="connsiteX56858" y="connsiteY56858"/>
              </a:cxn>
              <a:cxn ang="0">
                <a:pos x="connsiteX56859" y="connsiteY56859"/>
              </a:cxn>
              <a:cxn ang="0">
                <a:pos x="connsiteX56860" y="connsiteY56860"/>
              </a:cxn>
              <a:cxn ang="0">
                <a:pos x="connsiteX56861" y="connsiteY56861"/>
              </a:cxn>
              <a:cxn ang="0">
                <a:pos x="connsiteX56862" y="connsiteY56862"/>
              </a:cxn>
              <a:cxn ang="0">
                <a:pos x="connsiteX56863" y="connsiteY56863"/>
              </a:cxn>
              <a:cxn ang="0">
                <a:pos x="connsiteX56864" y="connsiteY56864"/>
              </a:cxn>
              <a:cxn ang="0">
                <a:pos x="connsiteX56865" y="connsiteY56865"/>
              </a:cxn>
              <a:cxn ang="0">
                <a:pos x="connsiteX56866" y="connsiteY56866"/>
              </a:cxn>
              <a:cxn ang="0">
                <a:pos x="connsiteX56867" y="connsiteY56867"/>
              </a:cxn>
              <a:cxn ang="0">
                <a:pos x="connsiteX56868" y="connsiteY56868"/>
              </a:cxn>
              <a:cxn ang="0">
                <a:pos x="connsiteX56869" y="connsiteY56869"/>
              </a:cxn>
              <a:cxn ang="0">
                <a:pos x="connsiteX56870" y="connsiteY56870"/>
              </a:cxn>
              <a:cxn ang="0">
                <a:pos x="connsiteX56871" y="connsiteY56871"/>
              </a:cxn>
              <a:cxn ang="0">
                <a:pos x="connsiteX56872" y="connsiteY56872"/>
              </a:cxn>
              <a:cxn ang="0">
                <a:pos x="connsiteX56873" y="connsiteY56873"/>
              </a:cxn>
              <a:cxn ang="0">
                <a:pos x="connsiteX56874" y="connsiteY56874"/>
              </a:cxn>
              <a:cxn ang="0">
                <a:pos x="connsiteX56875" y="connsiteY56875"/>
              </a:cxn>
              <a:cxn ang="0">
                <a:pos x="connsiteX56876" y="connsiteY56876"/>
              </a:cxn>
              <a:cxn ang="0">
                <a:pos x="connsiteX56877" y="connsiteY56877"/>
              </a:cxn>
              <a:cxn ang="0">
                <a:pos x="connsiteX56878" y="connsiteY56878"/>
              </a:cxn>
              <a:cxn ang="0">
                <a:pos x="connsiteX56879" y="connsiteY56879"/>
              </a:cxn>
              <a:cxn ang="0">
                <a:pos x="connsiteX56880" y="connsiteY56880"/>
              </a:cxn>
              <a:cxn ang="0">
                <a:pos x="connsiteX56881" y="connsiteY56881"/>
              </a:cxn>
              <a:cxn ang="0">
                <a:pos x="connsiteX56882" y="connsiteY56882"/>
              </a:cxn>
              <a:cxn ang="0">
                <a:pos x="connsiteX56883" y="connsiteY56883"/>
              </a:cxn>
              <a:cxn ang="0">
                <a:pos x="connsiteX56884" y="connsiteY56884"/>
              </a:cxn>
              <a:cxn ang="0">
                <a:pos x="connsiteX56885" y="connsiteY56885"/>
              </a:cxn>
              <a:cxn ang="0">
                <a:pos x="connsiteX56886" y="connsiteY56886"/>
              </a:cxn>
              <a:cxn ang="0">
                <a:pos x="connsiteX56887" y="connsiteY56887"/>
              </a:cxn>
              <a:cxn ang="0">
                <a:pos x="connsiteX56888" y="connsiteY56888"/>
              </a:cxn>
              <a:cxn ang="0">
                <a:pos x="connsiteX56889" y="connsiteY56889"/>
              </a:cxn>
              <a:cxn ang="0">
                <a:pos x="connsiteX56890" y="connsiteY56890"/>
              </a:cxn>
              <a:cxn ang="0">
                <a:pos x="connsiteX56891" y="connsiteY56891"/>
              </a:cxn>
              <a:cxn ang="0">
                <a:pos x="connsiteX56892" y="connsiteY56892"/>
              </a:cxn>
              <a:cxn ang="0">
                <a:pos x="connsiteX56893" y="connsiteY56893"/>
              </a:cxn>
              <a:cxn ang="0">
                <a:pos x="connsiteX56894" y="connsiteY56894"/>
              </a:cxn>
              <a:cxn ang="0">
                <a:pos x="connsiteX56895" y="connsiteY56895"/>
              </a:cxn>
              <a:cxn ang="0">
                <a:pos x="connsiteX56896" y="connsiteY56896"/>
              </a:cxn>
              <a:cxn ang="0">
                <a:pos x="connsiteX56897" y="connsiteY56897"/>
              </a:cxn>
              <a:cxn ang="0">
                <a:pos x="connsiteX56898" y="connsiteY56898"/>
              </a:cxn>
              <a:cxn ang="0">
                <a:pos x="connsiteX56899" y="connsiteY56899"/>
              </a:cxn>
              <a:cxn ang="0">
                <a:pos x="connsiteX56900" y="connsiteY56900"/>
              </a:cxn>
              <a:cxn ang="0">
                <a:pos x="connsiteX56901" y="connsiteY56901"/>
              </a:cxn>
              <a:cxn ang="0">
                <a:pos x="connsiteX56902" y="connsiteY56902"/>
              </a:cxn>
              <a:cxn ang="0">
                <a:pos x="connsiteX56903" y="connsiteY56903"/>
              </a:cxn>
              <a:cxn ang="0">
                <a:pos x="connsiteX56904" y="connsiteY56904"/>
              </a:cxn>
              <a:cxn ang="0">
                <a:pos x="connsiteX56905" y="connsiteY56905"/>
              </a:cxn>
              <a:cxn ang="0">
                <a:pos x="connsiteX56906" y="connsiteY56906"/>
              </a:cxn>
              <a:cxn ang="0">
                <a:pos x="connsiteX56907" y="connsiteY56907"/>
              </a:cxn>
              <a:cxn ang="0">
                <a:pos x="connsiteX56908" y="connsiteY56908"/>
              </a:cxn>
              <a:cxn ang="0">
                <a:pos x="connsiteX56909" y="connsiteY56909"/>
              </a:cxn>
              <a:cxn ang="0">
                <a:pos x="connsiteX56910" y="connsiteY56910"/>
              </a:cxn>
              <a:cxn ang="0">
                <a:pos x="connsiteX56911" y="connsiteY56911"/>
              </a:cxn>
              <a:cxn ang="0">
                <a:pos x="connsiteX56912" y="connsiteY56912"/>
              </a:cxn>
              <a:cxn ang="0">
                <a:pos x="connsiteX56913" y="connsiteY56913"/>
              </a:cxn>
              <a:cxn ang="0">
                <a:pos x="connsiteX56914" y="connsiteY56914"/>
              </a:cxn>
              <a:cxn ang="0">
                <a:pos x="connsiteX56915" y="connsiteY56915"/>
              </a:cxn>
              <a:cxn ang="0">
                <a:pos x="connsiteX56916" y="connsiteY56916"/>
              </a:cxn>
              <a:cxn ang="0">
                <a:pos x="connsiteX56917" y="connsiteY56917"/>
              </a:cxn>
              <a:cxn ang="0">
                <a:pos x="connsiteX56918" y="connsiteY56918"/>
              </a:cxn>
              <a:cxn ang="0">
                <a:pos x="connsiteX56919" y="connsiteY56919"/>
              </a:cxn>
              <a:cxn ang="0">
                <a:pos x="connsiteX56920" y="connsiteY56920"/>
              </a:cxn>
              <a:cxn ang="0">
                <a:pos x="connsiteX56921" y="connsiteY56921"/>
              </a:cxn>
              <a:cxn ang="0">
                <a:pos x="connsiteX56922" y="connsiteY56922"/>
              </a:cxn>
              <a:cxn ang="0">
                <a:pos x="connsiteX56923" y="connsiteY56923"/>
              </a:cxn>
              <a:cxn ang="0">
                <a:pos x="connsiteX56924" y="connsiteY56924"/>
              </a:cxn>
              <a:cxn ang="0">
                <a:pos x="connsiteX56925" y="connsiteY56925"/>
              </a:cxn>
              <a:cxn ang="0">
                <a:pos x="connsiteX56926" y="connsiteY56926"/>
              </a:cxn>
              <a:cxn ang="0">
                <a:pos x="connsiteX56927" y="connsiteY56927"/>
              </a:cxn>
              <a:cxn ang="0">
                <a:pos x="connsiteX56928" y="connsiteY56928"/>
              </a:cxn>
              <a:cxn ang="0">
                <a:pos x="connsiteX56929" y="connsiteY56929"/>
              </a:cxn>
              <a:cxn ang="0">
                <a:pos x="connsiteX56930" y="connsiteY56930"/>
              </a:cxn>
              <a:cxn ang="0">
                <a:pos x="connsiteX56931" y="connsiteY56931"/>
              </a:cxn>
              <a:cxn ang="0">
                <a:pos x="connsiteX56932" y="connsiteY56932"/>
              </a:cxn>
              <a:cxn ang="0">
                <a:pos x="connsiteX56933" y="connsiteY56933"/>
              </a:cxn>
              <a:cxn ang="0">
                <a:pos x="connsiteX56934" y="connsiteY56934"/>
              </a:cxn>
              <a:cxn ang="0">
                <a:pos x="connsiteX56935" y="connsiteY56935"/>
              </a:cxn>
              <a:cxn ang="0">
                <a:pos x="connsiteX56936" y="connsiteY56936"/>
              </a:cxn>
              <a:cxn ang="0">
                <a:pos x="connsiteX56937" y="connsiteY56937"/>
              </a:cxn>
              <a:cxn ang="0">
                <a:pos x="connsiteX56938" y="connsiteY56938"/>
              </a:cxn>
              <a:cxn ang="0">
                <a:pos x="connsiteX56939" y="connsiteY56939"/>
              </a:cxn>
              <a:cxn ang="0">
                <a:pos x="connsiteX56940" y="connsiteY56940"/>
              </a:cxn>
              <a:cxn ang="0">
                <a:pos x="connsiteX56941" y="connsiteY56941"/>
              </a:cxn>
              <a:cxn ang="0">
                <a:pos x="connsiteX56942" y="connsiteY56942"/>
              </a:cxn>
              <a:cxn ang="0">
                <a:pos x="connsiteX56943" y="connsiteY56943"/>
              </a:cxn>
              <a:cxn ang="0">
                <a:pos x="connsiteX56944" y="connsiteY56944"/>
              </a:cxn>
              <a:cxn ang="0">
                <a:pos x="connsiteX56945" y="connsiteY56945"/>
              </a:cxn>
              <a:cxn ang="0">
                <a:pos x="connsiteX56946" y="connsiteY56946"/>
              </a:cxn>
              <a:cxn ang="0">
                <a:pos x="connsiteX56947" y="connsiteY56947"/>
              </a:cxn>
              <a:cxn ang="0">
                <a:pos x="connsiteX56948" y="connsiteY56948"/>
              </a:cxn>
              <a:cxn ang="0">
                <a:pos x="connsiteX56949" y="connsiteY56949"/>
              </a:cxn>
              <a:cxn ang="0">
                <a:pos x="connsiteX56950" y="connsiteY56950"/>
              </a:cxn>
              <a:cxn ang="0">
                <a:pos x="connsiteX56951" y="connsiteY56951"/>
              </a:cxn>
              <a:cxn ang="0">
                <a:pos x="connsiteX56952" y="connsiteY56952"/>
              </a:cxn>
              <a:cxn ang="0">
                <a:pos x="connsiteX56953" y="connsiteY56953"/>
              </a:cxn>
              <a:cxn ang="0">
                <a:pos x="connsiteX56954" y="connsiteY56954"/>
              </a:cxn>
              <a:cxn ang="0">
                <a:pos x="connsiteX56955" y="connsiteY56955"/>
              </a:cxn>
              <a:cxn ang="0">
                <a:pos x="connsiteX56956" y="connsiteY56956"/>
              </a:cxn>
              <a:cxn ang="0">
                <a:pos x="connsiteX56957" y="connsiteY56957"/>
              </a:cxn>
              <a:cxn ang="0">
                <a:pos x="connsiteX56958" y="connsiteY56958"/>
              </a:cxn>
              <a:cxn ang="0">
                <a:pos x="connsiteX56959" y="connsiteY56959"/>
              </a:cxn>
              <a:cxn ang="0">
                <a:pos x="connsiteX56960" y="connsiteY56960"/>
              </a:cxn>
              <a:cxn ang="0">
                <a:pos x="connsiteX56961" y="connsiteY56961"/>
              </a:cxn>
              <a:cxn ang="0">
                <a:pos x="connsiteX56962" y="connsiteY56962"/>
              </a:cxn>
              <a:cxn ang="0">
                <a:pos x="connsiteX56963" y="connsiteY56963"/>
              </a:cxn>
              <a:cxn ang="0">
                <a:pos x="connsiteX56964" y="connsiteY56964"/>
              </a:cxn>
              <a:cxn ang="0">
                <a:pos x="connsiteX56965" y="connsiteY56965"/>
              </a:cxn>
              <a:cxn ang="0">
                <a:pos x="connsiteX56966" y="connsiteY56966"/>
              </a:cxn>
              <a:cxn ang="0">
                <a:pos x="connsiteX56967" y="connsiteY56967"/>
              </a:cxn>
              <a:cxn ang="0">
                <a:pos x="connsiteX56968" y="connsiteY56968"/>
              </a:cxn>
              <a:cxn ang="0">
                <a:pos x="connsiteX56969" y="connsiteY56969"/>
              </a:cxn>
              <a:cxn ang="0">
                <a:pos x="connsiteX56970" y="connsiteY56970"/>
              </a:cxn>
              <a:cxn ang="0">
                <a:pos x="connsiteX56971" y="connsiteY56971"/>
              </a:cxn>
              <a:cxn ang="0">
                <a:pos x="connsiteX56972" y="connsiteY56972"/>
              </a:cxn>
              <a:cxn ang="0">
                <a:pos x="connsiteX56973" y="connsiteY56973"/>
              </a:cxn>
              <a:cxn ang="0">
                <a:pos x="connsiteX56974" y="connsiteY56974"/>
              </a:cxn>
              <a:cxn ang="0">
                <a:pos x="connsiteX56975" y="connsiteY56975"/>
              </a:cxn>
              <a:cxn ang="0">
                <a:pos x="connsiteX56976" y="connsiteY56976"/>
              </a:cxn>
              <a:cxn ang="0">
                <a:pos x="connsiteX56977" y="connsiteY56977"/>
              </a:cxn>
              <a:cxn ang="0">
                <a:pos x="connsiteX56978" y="connsiteY56978"/>
              </a:cxn>
              <a:cxn ang="0">
                <a:pos x="connsiteX56979" y="connsiteY56979"/>
              </a:cxn>
              <a:cxn ang="0">
                <a:pos x="connsiteX56980" y="connsiteY56980"/>
              </a:cxn>
              <a:cxn ang="0">
                <a:pos x="connsiteX56981" y="connsiteY56981"/>
              </a:cxn>
              <a:cxn ang="0">
                <a:pos x="connsiteX56982" y="connsiteY56982"/>
              </a:cxn>
              <a:cxn ang="0">
                <a:pos x="connsiteX56983" y="connsiteY56983"/>
              </a:cxn>
              <a:cxn ang="0">
                <a:pos x="connsiteX56984" y="connsiteY56984"/>
              </a:cxn>
              <a:cxn ang="0">
                <a:pos x="connsiteX56985" y="connsiteY56985"/>
              </a:cxn>
              <a:cxn ang="0">
                <a:pos x="connsiteX56986" y="connsiteY56986"/>
              </a:cxn>
              <a:cxn ang="0">
                <a:pos x="connsiteX56987" y="connsiteY56987"/>
              </a:cxn>
              <a:cxn ang="0">
                <a:pos x="connsiteX56988" y="connsiteY56988"/>
              </a:cxn>
              <a:cxn ang="0">
                <a:pos x="connsiteX56989" y="connsiteY56989"/>
              </a:cxn>
              <a:cxn ang="0">
                <a:pos x="connsiteX56990" y="connsiteY56990"/>
              </a:cxn>
              <a:cxn ang="0">
                <a:pos x="connsiteX56991" y="connsiteY56991"/>
              </a:cxn>
              <a:cxn ang="0">
                <a:pos x="connsiteX56992" y="connsiteY56992"/>
              </a:cxn>
              <a:cxn ang="0">
                <a:pos x="connsiteX56993" y="connsiteY56993"/>
              </a:cxn>
              <a:cxn ang="0">
                <a:pos x="connsiteX56994" y="connsiteY56994"/>
              </a:cxn>
              <a:cxn ang="0">
                <a:pos x="connsiteX56995" y="connsiteY56995"/>
              </a:cxn>
              <a:cxn ang="0">
                <a:pos x="connsiteX56996" y="connsiteY56996"/>
              </a:cxn>
              <a:cxn ang="0">
                <a:pos x="connsiteX56997" y="connsiteY56997"/>
              </a:cxn>
              <a:cxn ang="0">
                <a:pos x="connsiteX56998" y="connsiteY56998"/>
              </a:cxn>
              <a:cxn ang="0">
                <a:pos x="connsiteX56999" y="connsiteY56999"/>
              </a:cxn>
              <a:cxn ang="0">
                <a:pos x="connsiteX57000" y="connsiteY57000"/>
              </a:cxn>
              <a:cxn ang="0">
                <a:pos x="connsiteX57001" y="connsiteY57001"/>
              </a:cxn>
              <a:cxn ang="0">
                <a:pos x="connsiteX57002" y="connsiteY57002"/>
              </a:cxn>
              <a:cxn ang="0">
                <a:pos x="connsiteX57003" y="connsiteY57003"/>
              </a:cxn>
              <a:cxn ang="0">
                <a:pos x="connsiteX57004" y="connsiteY57004"/>
              </a:cxn>
              <a:cxn ang="0">
                <a:pos x="connsiteX57005" y="connsiteY57005"/>
              </a:cxn>
              <a:cxn ang="0">
                <a:pos x="connsiteX57006" y="connsiteY57006"/>
              </a:cxn>
              <a:cxn ang="0">
                <a:pos x="connsiteX57007" y="connsiteY57007"/>
              </a:cxn>
              <a:cxn ang="0">
                <a:pos x="connsiteX57008" y="connsiteY57008"/>
              </a:cxn>
              <a:cxn ang="0">
                <a:pos x="connsiteX57009" y="connsiteY57009"/>
              </a:cxn>
              <a:cxn ang="0">
                <a:pos x="connsiteX57010" y="connsiteY57010"/>
              </a:cxn>
              <a:cxn ang="0">
                <a:pos x="connsiteX57011" y="connsiteY57011"/>
              </a:cxn>
              <a:cxn ang="0">
                <a:pos x="connsiteX57012" y="connsiteY57012"/>
              </a:cxn>
              <a:cxn ang="0">
                <a:pos x="connsiteX57013" y="connsiteY57013"/>
              </a:cxn>
              <a:cxn ang="0">
                <a:pos x="connsiteX57014" y="connsiteY57014"/>
              </a:cxn>
              <a:cxn ang="0">
                <a:pos x="connsiteX57015" y="connsiteY57015"/>
              </a:cxn>
              <a:cxn ang="0">
                <a:pos x="connsiteX57016" y="connsiteY57016"/>
              </a:cxn>
              <a:cxn ang="0">
                <a:pos x="connsiteX57017" y="connsiteY57017"/>
              </a:cxn>
              <a:cxn ang="0">
                <a:pos x="connsiteX57018" y="connsiteY57018"/>
              </a:cxn>
              <a:cxn ang="0">
                <a:pos x="connsiteX57019" y="connsiteY57019"/>
              </a:cxn>
              <a:cxn ang="0">
                <a:pos x="connsiteX57020" y="connsiteY57020"/>
              </a:cxn>
              <a:cxn ang="0">
                <a:pos x="connsiteX57021" y="connsiteY57021"/>
              </a:cxn>
              <a:cxn ang="0">
                <a:pos x="connsiteX57022" y="connsiteY57022"/>
              </a:cxn>
              <a:cxn ang="0">
                <a:pos x="connsiteX57023" y="connsiteY57023"/>
              </a:cxn>
              <a:cxn ang="0">
                <a:pos x="connsiteX57024" y="connsiteY57024"/>
              </a:cxn>
              <a:cxn ang="0">
                <a:pos x="connsiteX57025" y="connsiteY57025"/>
              </a:cxn>
              <a:cxn ang="0">
                <a:pos x="connsiteX57026" y="connsiteY57026"/>
              </a:cxn>
              <a:cxn ang="0">
                <a:pos x="connsiteX57027" y="connsiteY57027"/>
              </a:cxn>
              <a:cxn ang="0">
                <a:pos x="connsiteX57028" y="connsiteY57028"/>
              </a:cxn>
              <a:cxn ang="0">
                <a:pos x="connsiteX57029" y="connsiteY57029"/>
              </a:cxn>
              <a:cxn ang="0">
                <a:pos x="connsiteX57030" y="connsiteY57030"/>
              </a:cxn>
              <a:cxn ang="0">
                <a:pos x="connsiteX57031" y="connsiteY57031"/>
              </a:cxn>
              <a:cxn ang="0">
                <a:pos x="connsiteX57032" y="connsiteY57032"/>
              </a:cxn>
              <a:cxn ang="0">
                <a:pos x="connsiteX57033" y="connsiteY57033"/>
              </a:cxn>
              <a:cxn ang="0">
                <a:pos x="connsiteX57034" y="connsiteY57034"/>
              </a:cxn>
              <a:cxn ang="0">
                <a:pos x="connsiteX57035" y="connsiteY57035"/>
              </a:cxn>
              <a:cxn ang="0">
                <a:pos x="connsiteX57036" y="connsiteY57036"/>
              </a:cxn>
              <a:cxn ang="0">
                <a:pos x="connsiteX57037" y="connsiteY57037"/>
              </a:cxn>
              <a:cxn ang="0">
                <a:pos x="connsiteX57038" y="connsiteY57038"/>
              </a:cxn>
              <a:cxn ang="0">
                <a:pos x="connsiteX57039" y="connsiteY57039"/>
              </a:cxn>
              <a:cxn ang="0">
                <a:pos x="connsiteX57040" y="connsiteY57040"/>
              </a:cxn>
              <a:cxn ang="0">
                <a:pos x="connsiteX57041" y="connsiteY57041"/>
              </a:cxn>
              <a:cxn ang="0">
                <a:pos x="connsiteX57042" y="connsiteY57042"/>
              </a:cxn>
              <a:cxn ang="0">
                <a:pos x="connsiteX57043" y="connsiteY57043"/>
              </a:cxn>
              <a:cxn ang="0">
                <a:pos x="connsiteX57044" y="connsiteY57044"/>
              </a:cxn>
              <a:cxn ang="0">
                <a:pos x="connsiteX57045" y="connsiteY57045"/>
              </a:cxn>
              <a:cxn ang="0">
                <a:pos x="connsiteX57046" y="connsiteY57046"/>
              </a:cxn>
              <a:cxn ang="0">
                <a:pos x="connsiteX57047" y="connsiteY57047"/>
              </a:cxn>
              <a:cxn ang="0">
                <a:pos x="connsiteX57048" y="connsiteY57048"/>
              </a:cxn>
              <a:cxn ang="0">
                <a:pos x="connsiteX57049" y="connsiteY57049"/>
              </a:cxn>
              <a:cxn ang="0">
                <a:pos x="connsiteX57050" y="connsiteY57050"/>
              </a:cxn>
              <a:cxn ang="0">
                <a:pos x="connsiteX57051" y="connsiteY57051"/>
              </a:cxn>
              <a:cxn ang="0">
                <a:pos x="connsiteX57052" y="connsiteY57052"/>
              </a:cxn>
              <a:cxn ang="0">
                <a:pos x="connsiteX57053" y="connsiteY57053"/>
              </a:cxn>
              <a:cxn ang="0">
                <a:pos x="connsiteX57054" y="connsiteY57054"/>
              </a:cxn>
              <a:cxn ang="0">
                <a:pos x="connsiteX57055" y="connsiteY57055"/>
              </a:cxn>
              <a:cxn ang="0">
                <a:pos x="connsiteX57056" y="connsiteY57056"/>
              </a:cxn>
              <a:cxn ang="0">
                <a:pos x="connsiteX57057" y="connsiteY57057"/>
              </a:cxn>
              <a:cxn ang="0">
                <a:pos x="connsiteX57058" y="connsiteY57058"/>
              </a:cxn>
              <a:cxn ang="0">
                <a:pos x="connsiteX57059" y="connsiteY57059"/>
              </a:cxn>
              <a:cxn ang="0">
                <a:pos x="connsiteX57060" y="connsiteY57060"/>
              </a:cxn>
              <a:cxn ang="0">
                <a:pos x="connsiteX57061" y="connsiteY57061"/>
              </a:cxn>
              <a:cxn ang="0">
                <a:pos x="connsiteX57062" y="connsiteY57062"/>
              </a:cxn>
              <a:cxn ang="0">
                <a:pos x="connsiteX57063" y="connsiteY57063"/>
              </a:cxn>
              <a:cxn ang="0">
                <a:pos x="connsiteX57064" y="connsiteY57064"/>
              </a:cxn>
              <a:cxn ang="0">
                <a:pos x="connsiteX57065" y="connsiteY57065"/>
              </a:cxn>
              <a:cxn ang="0">
                <a:pos x="connsiteX57066" y="connsiteY57066"/>
              </a:cxn>
              <a:cxn ang="0">
                <a:pos x="connsiteX57067" y="connsiteY57067"/>
              </a:cxn>
              <a:cxn ang="0">
                <a:pos x="connsiteX57068" y="connsiteY57068"/>
              </a:cxn>
              <a:cxn ang="0">
                <a:pos x="connsiteX57069" y="connsiteY57069"/>
              </a:cxn>
              <a:cxn ang="0">
                <a:pos x="connsiteX57070" y="connsiteY57070"/>
              </a:cxn>
              <a:cxn ang="0">
                <a:pos x="connsiteX57071" y="connsiteY57071"/>
              </a:cxn>
              <a:cxn ang="0">
                <a:pos x="connsiteX57072" y="connsiteY57072"/>
              </a:cxn>
              <a:cxn ang="0">
                <a:pos x="connsiteX57073" y="connsiteY57073"/>
              </a:cxn>
              <a:cxn ang="0">
                <a:pos x="connsiteX57074" y="connsiteY57074"/>
              </a:cxn>
              <a:cxn ang="0">
                <a:pos x="connsiteX57075" y="connsiteY57075"/>
              </a:cxn>
              <a:cxn ang="0">
                <a:pos x="connsiteX57076" y="connsiteY57076"/>
              </a:cxn>
              <a:cxn ang="0">
                <a:pos x="connsiteX57077" y="connsiteY57077"/>
              </a:cxn>
              <a:cxn ang="0">
                <a:pos x="connsiteX57078" y="connsiteY57078"/>
              </a:cxn>
              <a:cxn ang="0">
                <a:pos x="connsiteX57079" y="connsiteY57079"/>
              </a:cxn>
              <a:cxn ang="0">
                <a:pos x="connsiteX57080" y="connsiteY57080"/>
              </a:cxn>
              <a:cxn ang="0">
                <a:pos x="connsiteX57081" y="connsiteY57081"/>
              </a:cxn>
              <a:cxn ang="0">
                <a:pos x="connsiteX57082" y="connsiteY57082"/>
              </a:cxn>
              <a:cxn ang="0">
                <a:pos x="connsiteX57083" y="connsiteY57083"/>
              </a:cxn>
              <a:cxn ang="0">
                <a:pos x="connsiteX57084" y="connsiteY57084"/>
              </a:cxn>
              <a:cxn ang="0">
                <a:pos x="connsiteX57085" y="connsiteY57085"/>
              </a:cxn>
              <a:cxn ang="0">
                <a:pos x="connsiteX57086" y="connsiteY57086"/>
              </a:cxn>
              <a:cxn ang="0">
                <a:pos x="connsiteX57087" y="connsiteY57087"/>
              </a:cxn>
              <a:cxn ang="0">
                <a:pos x="connsiteX57088" y="connsiteY57088"/>
              </a:cxn>
              <a:cxn ang="0">
                <a:pos x="connsiteX57089" y="connsiteY57089"/>
              </a:cxn>
              <a:cxn ang="0">
                <a:pos x="connsiteX57090" y="connsiteY57090"/>
              </a:cxn>
              <a:cxn ang="0">
                <a:pos x="connsiteX57091" y="connsiteY57091"/>
              </a:cxn>
              <a:cxn ang="0">
                <a:pos x="connsiteX57092" y="connsiteY57092"/>
              </a:cxn>
              <a:cxn ang="0">
                <a:pos x="connsiteX57093" y="connsiteY57093"/>
              </a:cxn>
              <a:cxn ang="0">
                <a:pos x="connsiteX57094" y="connsiteY57094"/>
              </a:cxn>
              <a:cxn ang="0">
                <a:pos x="connsiteX57095" y="connsiteY57095"/>
              </a:cxn>
              <a:cxn ang="0">
                <a:pos x="connsiteX57096" y="connsiteY57096"/>
              </a:cxn>
              <a:cxn ang="0">
                <a:pos x="connsiteX57097" y="connsiteY57097"/>
              </a:cxn>
              <a:cxn ang="0">
                <a:pos x="connsiteX57098" y="connsiteY57098"/>
              </a:cxn>
              <a:cxn ang="0">
                <a:pos x="connsiteX57099" y="connsiteY57099"/>
              </a:cxn>
              <a:cxn ang="0">
                <a:pos x="connsiteX57100" y="connsiteY57100"/>
              </a:cxn>
              <a:cxn ang="0">
                <a:pos x="connsiteX57101" y="connsiteY57101"/>
              </a:cxn>
              <a:cxn ang="0">
                <a:pos x="connsiteX57102" y="connsiteY57102"/>
              </a:cxn>
              <a:cxn ang="0">
                <a:pos x="connsiteX57103" y="connsiteY57103"/>
              </a:cxn>
              <a:cxn ang="0">
                <a:pos x="connsiteX57104" y="connsiteY57104"/>
              </a:cxn>
              <a:cxn ang="0">
                <a:pos x="connsiteX57105" y="connsiteY57105"/>
              </a:cxn>
              <a:cxn ang="0">
                <a:pos x="connsiteX57106" y="connsiteY57106"/>
              </a:cxn>
              <a:cxn ang="0">
                <a:pos x="connsiteX57107" y="connsiteY57107"/>
              </a:cxn>
              <a:cxn ang="0">
                <a:pos x="connsiteX57108" y="connsiteY57108"/>
              </a:cxn>
              <a:cxn ang="0">
                <a:pos x="connsiteX57109" y="connsiteY57109"/>
              </a:cxn>
              <a:cxn ang="0">
                <a:pos x="connsiteX57110" y="connsiteY57110"/>
              </a:cxn>
              <a:cxn ang="0">
                <a:pos x="connsiteX57111" y="connsiteY57111"/>
              </a:cxn>
              <a:cxn ang="0">
                <a:pos x="connsiteX57112" y="connsiteY57112"/>
              </a:cxn>
              <a:cxn ang="0">
                <a:pos x="connsiteX57113" y="connsiteY57113"/>
              </a:cxn>
              <a:cxn ang="0">
                <a:pos x="connsiteX57114" y="connsiteY57114"/>
              </a:cxn>
              <a:cxn ang="0">
                <a:pos x="connsiteX57115" y="connsiteY57115"/>
              </a:cxn>
              <a:cxn ang="0">
                <a:pos x="connsiteX57116" y="connsiteY57116"/>
              </a:cxn>
              <a:cxn ang="0">
                <a:pos x="connsiteX57117" y="connsiteY57117"/>
              </a:cxn>
              <a:cxn ang="0">
                <a:pos x="connsiteX57118" y="connsiteY57118"/>
              </a:cxn>
              <a:cxn ang="0">
                <a:pos x="connsiteX57119" y="connsiteY57119"/>
              </a:cxn>
              <a:cxn ang="0">
                <a:pos x="connsiteX57120" y="connsiteY57120"/>
              </a:cxn>
              <a:cxn ang="0">
                <a:pos x="connsiteX57121" y="connsiteY57121"/>
              </a:cxn>
              <a:cxn ang="0">
                <a:pos x="connsiteX57122" y="connsiteY57122"/>
              </a:cxn>
              <a:cxn ang="0">
                <a:pos x="connsiteX57123" y="connsiteY57123"/>
              </a:cxn>
              <a:cxn ang="0">
                <a:pos x="connsiteX57124" y="connsiteY57124"/>
              </a:cxn>
              <a:cxn ang="0">
                <a:pos x="connsiteX57125" y="connsiteY57125"/>
              </a:cxn>
              <a:cxn ang="0">
                <a:pos x="connsiteX57126" y="connsiteY57126"/>
              </a:cxn>
              <a:cxn ang="0">
                <a:pos x="connsiteX57127" y="connsiteY57127"/>
              </a:cxn>
              <a:cxn ang="0">
                <a:pos x="connsiteX57128" y="connsiteY57128"/>
              </a:cxn>
              <a:cxn ang="0">
                <a:pos x="connsiteX57129" y="connsiteY57129"/>
              </a:cxn>
              <a:cxn ang="0">
                <a:pos x="connsiteX57130" y="connsiteY57130"/>
              </a:cxn>
              <a:cxn ang="0">
                <a:pos x="connsiteX57131" y="connsiteY57131"/>
              </a:cxn>
              <a:cxn ang="0">
                <a:pos x="connsiteX57132" y="connsiteY57132"/>
              </a:cxn>
              <a:cxn ang="0">
                <a:pos x="connsiteX57133" y="connsiteY57133"/>
              </a:cxn>
              <a:cxn ang="0">
                <a:pos x="connsiteX57134" y="connsiteY57134"/>
              </a:cxn>
              <a:cxn ang="0">
                <a:pos x="connsiteX57135" y="connsiteY57135"/>
              </a:cxn>
              <a:cxn ang="0">
                <a:pos x="connsiteX57136" y="connsiteY57136"/>
              </a:cxn>
              <a:cxn ang="0">
                <a:pos x="connsiteX57137" y="connsiteY57137"/>
              </a:cxn>
              <a:cxn ang="0">
                <a:pos x="connsiteX57138" y="connsiteY57138"/>
              </a:cxn>
              <a:cxn ang="0">
                <a:pos x="connsiteX57139" y="connsiteY57139"/>
              </a:cxn>
              <a:cxn ang="0">
                <a:pos x="connsiteX57140" y="connsiteY57140"/>
              </a:cxn>
              <a:cxn ang="0">
                <a:pos x="connsiteX57141" y="connsiteY57141"/>
              </a:cxn>
              <a:cxn ang="0">
                <a:pos x="connsiteX57142" y="connsiteY57142"/>
              </a:cxn>
              <a:cxn ang="0">
                <a:pos x="connsiteX57143" y="connsiteY57143"/>
              </a:cxn>
              <a:cxn ang="0">
                <a:pos x="connsiteX57144" y="connsiteY57144"/>
              </a:cxn>
              <a:cxn ang="0">
                <a:pos x="connsiteX57145" y="connsiteY57145"/>
              </a:cxn>
              <a:cxn ang="0">
                <a:pos x="connsiteX57146" y="connsiteY57146"/>
              </a:cxn>
              <a:cxn ang="0">
                <a:pos x="connsiteX57147" y="connsiteY57147"/>
              </a:cxn>
              <a:cxn ang="0">
                <a:pos x="connsiteX57148" y="connsiteY57148"/>
              </a:cxn>
              <a:cxn ang="0">
                <a:pos x="connsiteX57149" y="connsiteY57149"/>
              </a:cxn>
              <a:cxn ang="0">
                <a:pos x="connsiteX57150" y="connsiteY57150"/>
              </a:cxn>
              <a:cxn ang="0">
                <a:pos x="connsiteX57151" y="connsiteY57151"/>
              </a:cxn>
              <a:cxn ang="0">
                <a:pos x="connsiteX57152" y="connsiteY57152"/>
              </a:cxn>
              <a:cxn ang="0">
                <a:pos x="connsiteX57153" y="connsiteY57153"/>
              </a:cxn>
              <a:cxn ang="0">
                <a:pos x="connsiteX57154" y="connsiteY57154"/>
              </a:cxn>
              <a:cxn ang="0">
                <a:pos x="connsiteX57155" y="connsiteY57155"/>
              </a:cxn>
              <a:cxn ang="0">
                <a:pos x="connsiteX57156" y="connsiteY57156"/>
              </a:cxn>
              <a:cxn ang="0">
                <a:pos x="connsiteX57157" y="connsiteY57157"/>
              </a:cxn>
              <a:cxn ang="0">
                <a:pos x="connsiteX57158" y="connsiteY57158"/>
              </a:cxn>
              <a:cxn ang="0">
                <a:pos x="connsiteX57159" y="connsiteY57159"/>
              </a:cxn>
              <a:cxn ang="0">
                <a:pos x="connsiteX57160" y="connsiteY57160"/>
              </a:cxn>
              <a:cxn ang="0">
                <a:pos x="connsiteX57161" y="connsiteY57161"/>
              </a:cxn>
              <a:cxn ang="0">
                <a:pos x="connsiteX57162" y="connsiteY57162"/>
              </a:cxn>
              <a:cxn ang="0">
                <a:pos x="connsiteX57163" y="connsiteY57163"/>
              </a:cxn>
              <a:cxn ang="0">
                <a:pos x="connsiteX57164" y="connsiteY57164"/>
              </a:cxn>
              <a:cxn ang="0">
                <a:pos x="connsiteX57165" y="connsiteY57165"/>
              </a:cxn>
              <a:cxn ang="0">
                <a:pos x="connsiteX57166" y="connsiteY57166"/>
              </a:cxn>
              <a:cxn ang="0">
                <a:pos x="connsiteX57167" y="connsiteY57167"/>
              </a:cxn>
              <a:cxn ang="0">
                <a:pos x="connsiteX57168" y="connsiteY57168"/>
              </a:cxn>
              <a:cxn ang="0">
                <a:pos x="connsiteX57169" y="connsiteY57169"/>
              </a:cxn>
              <a:cxn ang="0">
                <a:pos x="connsiteX57170" y="connsiteY57170"/>
              </a:cxn>
              <a:cxn ang="0">
                <a:pos x="connsiteX57171" y="connsiteY57171"/>
              </a:cxn>
              <a:cxn ang="0">
                <a:pos x="connsiteX57172" y="connsiteY57172"/>
              </a:cxn>
              <a:cxn ang="0">
                <a:pos x="connsiteX57173" y="connsiteY57173"/>
              </a:cxn>
              <a:cxn ang="0">
                <a:pos x="connsiteX57174" y="connsiteY57174"/>
              </a:cxn>
              <a:cxn ang="0">
                <a:pos x="connsiteX57175" y="connsiteY57175"/>
              </a:cxn>
              <a:cxn ang="0">
                <a:pos x="connsiteX57176" y="connsiteY57176"/>
              </a:cxn>
              <a:cxn ang="0">
                <a:pos x="connsiteX57177" y="connsiteY57177"/>
              </a:cxn>
              <a:cxn ang="0">
                <a:pos x="connsiteX57178" y="connsiteY57178"/>
              </a:cxn>
              <a:cxn ang="0">
                <a:pos x="connsiteX57179" y="connsiteY57179"/>
              </a:cxn>
              <a:cxn ang="0">
                <a:pos x="connsiteX57180" y="connsiteY57180"/>
              </a:cxn>
              <a:cxn ang="0">
                <a:pos x="connsiteX57181" y="connsiteY57181"/>
              </a:cxn>
              <a:cxn ang="0">
                <a:pos x="connsiteX57182" y="connsiteY57182"/>
              </a:cxn>
              <a:cxn ang="0">
                <a:pos x="connsiteX57183" y="connsiteY57183"/>
              </a:cxn>
              <a:cxn ang="0">
                <a:pos x="connsiteX57184" y="connsiteY57184"/>
              </a:cxn>
              <a:cxn ang="0">
                <a:pos x="connsiteX57185" y="connsiteY57185"/>
              </a:cxn>
              <a:cxn ang="0">
                <a:pos x="connsiteX57186" y="connsiteY57186"/>
              </a:cxn>
              <a:cxn ang="0">
                <a:pos x="connsiteX57187" y="connsiteY57187"/>
              </a:cxn>
              <a:cxn ang="0">
                <a:pos x="connsiteX57188" y="connsiteY57188"/>
              </a:cxn>
              <a:cxn ang="0">
                <a:pos x="connsiteX57189" y="connsiteY57189"/>
              </a:cxn>
              <a:cxn ang="0">
                <a:pos x="connsiteX57190" y="connsiteY57190"/>
              </a:cxn>
              <a:cxn ang="0">
                <a:pos x="connsiteX57191" y="connsiteY57191"/>
              </a:cxn>
              <a:cxn ang="0">
                <a:pos x="connsiteX57192" y="connsiteY57192"/>
              </a:cxn>
              <a:cxn ang="0">
                <a:pos x="connsiteX57193" y="connsiteY57193"/>
              </a:cxn>
              <a:cxn ang="0">
                <a:pos x="connsiteX57194" y="connsiteY57194"/>
              </a:cxn>
              <a:cxn ang="0">
                <a:pos x="connsiteX57195" y="connsiteY57195"/>
              </a:cxn>
              <a:cxn ang="0">
                <a:pos x="connsiteX57196" y="connsiteY57196"/>
              </a:cxn>
              <a:cxn ang="0">
                <a:pos x="connsiteX57197" y="connsiteY57197"/>
              </a:cxn>
              <a:cxn ang="0">
                <a:pos x="connsiteX57198" y="connsiteY57198"/>
              </a:cxn>
              <a:cxn ang="0">
                <a:pos x="connsiteX57199" y="connsiteY57199"/>
              </a:cxn>
              <a:cxn ang="0">
                <a:pos x="connsiteX57200" y="connsiteY57200"/>
              </a:cxn>
              <a:cxn ang="0">
                <a:pos x="connsiteX57201" y="connsiteY57201"/>
              </a:cxn>
              <a:cxn ang="0">
                <a:pos x="connsiteX57202" y="connsiteY57202"/>
              </a:cxn>
              <a:cxn ang="0">
                <a:pos x="connsiteX57203" y="connsiteY57203"/>
              </a:cxn>
              <a:cxn ang="0">
                <a:pos x="connsiteX57204" y="connsiteY57204"/>
              </a:cxn>
              <a:cxn ang="0">
                <a:pos x="connsiteX57205" y="connsiteY57205"/>
              </a:cxn>
              <a:cxn ang="0">
                <a:pos x="connsiteX57206" y="connsiteY57206"/>
              </a:cxn>
              <a:cxn ang="0">
                <a:pos x="connsiteX57207" y="connsiteY57207"/>
              </a:cxn>
              <a:cxn ang="0">
                <a:pos x="connsiteX57208" y="connsiteY57208"/>
              </a:cxn>
              <a:cxn ang="0">
                <a:pos x="connsiteX57209" y="connsiteY57209"/>
              </a:cxn>
              <a:cxn ang="0">
                <a:pos x="connsiteX57210" y="connsiteY57210"/>
              </a:cxn>
              <a:cxn ang="0">
                <a:pos x="connsiteX57211" y="connsiteY57211"/>
              </a:cxn>
              <a:cxn ang="0">
                <a:pos x="connsiteX57212" y="connsiteY57212"/>
              </a:cxn>
              <a:cxn ang="0">
                <a:pos x="connsiteX57213" y="connsiteY57213"/>
              </a:cxn>
              <a:cxn ang="0">
                <a:pos x="connsiteX57214" y="connsiteY57214"/>
              </a:cxn>
              <a:cxn ang="0">
                <a:pos x="connsiteX57215" y="connsiteY57215"/>
              </a:cxn>
              <a:cxn ang="0">
                <a:pos x="connsiteX57216" y="connsiteY57216"/>
              </a:cxn>
              <a:cxn ang="0">
                <a:pos x="connsiteX57217" y="connsiteY57217"/>
              </a:cxn>
              <a:cxn ang="0">
                <a:pos x="connsiteX57218" y="connsiteY57218"/>
              </a:cxn>
              <a:cxn ang="0">
                <a:pos x="connsiteX57219" y="connsiteY57219"/>
              </a:cxn>
              <a:cxn ang="0">
                <a:pos x="connsiteX57220" y="connsiteY57220"/>
              </a:cxn>
              <a:cxn ang="0">
                <a:pos x="connsiteX57221" y="connsiteY57221"/>
              </a:cxn>
              <a:cxn ang="0">
                <a:pos x="connsiteX57222" y="connsiteY57222"/>
              </a:cxn>
              <a:cxn ang="0">
                <a:pos x="connsiteX57223" y="connsiteY57223"/>
              </a:cxn>
              <a:cxn ang="0">
                <a:pos x="connsiteX57224" y="connsiteY57224"/>
              </a:cxn>
              <a:cxn ang="0">
                <a:pos x="connsiteX57225" y="connsiteY57225"/>
              </a:cxn>
              <a:cxn ang="0">
                <a:pos x="connsiteX57226" y="connsiteY57226"/>
              </a:cxn>
              <a:cxn ang="0">
                <a:pos x="connsiteX57227" y="connsiteY57227"/>
              </a:cxn>
              <a:cxn ang="0">
                <a:pos x="connsiteX57228" y="connsiteY57228"/>
              </a:cxn>
              <a:cxn ang="0">
                <a:pos x="connsiteX57229" y="connsiteY57229"/>
              </a:cxn>
              <a:cxn ang="0">
                <a:pos x="connsiteX57230" y="connsiteY57230"/>
              </a:cxn>
              <a:cxn ang="0">
                <a:pos x="connsiteX57231" y="connsiteY57231"/>
              </a:cxn>
              <a:cxn ang="0">
                <a:pos x="connsiteX57232" y="connsiteY57232"/>
              </a:cxn>
              <a:cxn ang="0">
                <a:pos x="connsiteX57233" y="connsiteY57233"/>
              </a:cxn>
              <a:cxn ang="0">
                <a:pos x="connsiteX57234" y="connsiteY57234"/>
              </a:cxn>
              <a:cxn ang="0">
                <a:pos x="connsiteX57235" y="connsiteY57235"/>
              </a:cxn>
              <a:cxn ang="0">
                <a:pos x="connsiteX57236" y="connsiteY57236"/>
              </a:cxn>
              <a:cxn ang="0">
                <a:pos x="connsiteX57237" y="connsiteY57237"/>
              </a:cxn>
              <a:cxn ang="0">
                <a:pos x="connsiteX57238" y="connsiteY57238"/>
              </a:cxn>
              <a:cxn ang="0">
                <a:pos x="connsiteX57239" y="connsiteY57239"/>
              </a:cxn>
              <a:cxn ang="0">
                <a:pos x="connsiteX57240" y="connsiteY57240"/>
              </a:cxn>
              <a:cxn ang="0">
                <a:pos x="connsiteX57241" y="connsiteY57241"/>
              </a:cxn>
              <a:cxn ang="0">
                <a:pos x="connsiteX57242" y="connsiteY57242"/>
              </a:cxn>
              <a:cxn ang="0">
                <a:pos x="connsiteX57243" y="connsiteY57243"/>
              </a:cxn>
              <a:cxn ang="0">
                <a:pos x="connsiteX57244" y="connsiteY57244"/>
              </a:cxn>
              <a:cxn ang="0">
                <a:pos x="connsiteX57245" y="connsiteY57245"/>
              </a:cxn>
              <a:cxn ang="0">
                <a:pos x="connsiteX57246" y="connsiteY57246"/>
              </a:cxn>
              <a:cxn ang="0">
                <a:pos x="connsiteX57247" y="connsiteY57247"/>
              </a:cxn>
              <a:cxn ang="0">
                <a:pos x="connsiteX57248" y="connsiteY57248"/>
              </a:cxn>
              <a:cxn ang="0">
                <a:pos x="connsiteX57249" y="connsiteY57249"/>
              </a:cxn>
              <a:cxn ang="0">
                <a:pos x="connsiteX57250" y="connsiteY57250"/>
              </a:cxn>
              <a:cxn ang="0">
                <a:pos x="connsiteX57251" y="connsiteY57251"/>
              </a:cxn>
              <a:cxn ang="0">
                <a:pos x="connsiteX57252" y="connsiteY57252"/>
              </a:cxn>
              <a:cxn ang="0">
                <a:pos x="connsiteX57253" y="connsiteY57253"/>
              </a:cxn>
              <a:cxn ang="0">
                <a:pos x="connsiteX57254" y="connsiteY57254"/>
              </a:cxn>
              <a:cxn ang="0">
                <a:pos x="connsiteX57255" y="connsiteY57255"/>
              </a:cxn>
              <a:cxn ang="0">
                <a:pos x="connsiteX57256" y="connsiteY57256"/>
              </a:cxn>
              <a:cxn ang="0">
                <a:pos x="connsiteX57257" y="connsiteY57257"/>
              </a:cxn>
              <a:cxn ang="0">
                <a:pos x="connsiteX57258" y="connsiteY57258"/>
              </a:cxn>
              <a:cxn ang="0">
                <a:pos x="connsiteX57259" y="connsiteY57259"/>
              </a:cxn>
              <a:cxn ang="0">
                <a:pos x="connsiteX57260" y="connsiteY57260"/>
              </a:cxn>
              <a:cxn ang="0">
                <a:pos x="connsiteX57261" y="connsiteY57261"/>
              </a:cxn>
              <a:cxn ang="0">
                <a:pos x="connsiteX57262" y="connsiteY57262"/>
              </a:cxn>
              <a:cxn ang="0">
                <a:pos x="connsiteX57263" y="connsiteY57263"/>
              </a:cxn>
              <a:cxn ang="0">
                <a:pos x="connsiteX57264" y="connsiteY57264"/>
              </a:cxn>
              <a:cxn ang="0">
                <a:pos x="connsiteX57265" y="connsiteY57265"/>
              </a:cxn>
              <a:cxn ang="0">
                <a:pos x="connsiteX57266" y="connsiteY57266"/>
              </a:cxn>
              <a:cxn ang="0">
                <a:pos x="connsiteX57267" y="connsiteY57267"/>
              </a:cxn>
              <a:cxn ang="0">
                <a:pos x="connsiteX57268" y="connsiteY57268"/>
              </a:cxn>
              <a:cxn ang="0">
                <a:pos x="connsiteX57269" y="connsiteY57269"/>
              </a:cxn>
              <a:cxn ang="0">
                <a:pos x="connsiteX57270" y="connsiteY57270"/>
              </a:cxn>
              <a:cxn ang="0">
                <a:pos x="connsiteX57271" y="connsiteY57271"/>
              </a:cxn>
              <a:cxn ang="0">
                <a:pos x="connsiteX57272" y="connsiteY57272"/>
              </a:cxn>
              <a:cxn ang="0">
                <a:pos x="connsiteX57273" y="connsiteY57273"/>
              </a:cxn>
              <a:cxn ang="0">
                <a:pos x="connsiteX57274" y="connsiteY57274"/>
              </a:cxn>
              <a:cxn ang="0">
                <a:pos x="connsiteX57275" y="connsiteY57275"/>
              </a:cxn>
              <a:cxn ang="0">
                <a:pos x="connsiteX57276" y="connsiteY57276"/>
              </a:cxn>
              <a:cxn ang="0">
                <a:pos x="connsiteX57277" y="connsiteY57277"/>
              </a:cxn>
              <a:cxn ang="0">
                <a:pos x="connsiteX57278" y="connsiteY57278"/>
              </a:cxn>
              <a:cxn ang="0">
                <a:pos x="connsiteX57279" y="connsiteY57279"/>
              </a:cxn>
              <a:cxn ang="0">
                <a:pos x="connsiteX57280" y="connsiteY57280"/>
              </a:cxn>
              <a:cxn ang="0">
                <a:pos x="connsiteX57281" y="connsiteY57281"/>
              </a:cxn>
              <a:cxn ang="0">
                <a:pos x="connsiteX57282" y="connsiteY57282"/>
              </a:cxn>
              <a:cxn ang="0">
                <a:pos x="connsiteX57283" y="connsiteY57283"/>
              </a:cxn>
              <a:cxn ang="0">
                <a:pos x="connsiteX57284" y="connsiteY57284"/>
              </a:cxn>
              <a:cxn ang="0">
                <a:pos x="connsiteX57285" y="connsiteY57285"/>
              </a:cxn>
              <a:cxn ang="0">
                <a:pos x="connsiteX57286" y="connsiteY57286"/>
              </a:cxn>
              <a:cxn ang="0">
                <a:pos x="connsiteX57287" y="connsiteY57287"/>
              </a:cxn>
              <a:cxn ang="0">
                <a:pos x="connsiteX57288" y="connsiteY57288"/>
              </a:cxn>
              <a:cxn ang="0">
                <a:pos x="connsiteX57289" y="connsiteY57289"/>
              </a:cxn>
              <a:cxn ang="0">
                <a:pos x="connsiteX57290" y="connsiteY57290"/>
              </a:cxn>
              <a:cxn ang="0">
                <a:pos x="connsiteX57291" y="connsiteY57291"/>
              </a:cxn>
              <a:cxn ang="0">
                <a:pos x="connsiteX57292" y="connsiteY57292"/>
              </a:cxn>
              <a:cxn ang="0">
                <a:pos x="connsiteX57293" y="connsiteY57293"/>
              </a:cxn>
              <a:cxn ang="0">
                <a:pos x="connsiteX57294" y="connsiteY57294"/>
              </a:cxn>
              <a:cxn ang="0">
                <a:pos x="connsiteX57295" y="connsiteY57295"/>
              </a:cxn>
              <a:cxn ang="0">
                <a:pos x="connsiteX57296" y="connsiteY57296"/>
              </a:cxn>
              <a:cxn ang="0">
                <a:pos x="connsiteX57297" y="connsiteY57297"/>
              </a:cxn>
              <a:cxn ang="0">
                <a:pos x="connsiteX57298" y="connsiteY57298"/>
              </a:cxn>
              <a:cxn ang="0">
                <a:pos x="connsiteX57299" y="connsiteY57299"/>
              </a:cxn>
              <a:cxn ang="0">
                <a:pos x="connsiteX57300" y="connsiteY57300"/>
              </a:cxn>
              <a:cxn ang="0">
                <a:pos x="connsiteX57301" y="connsiteY57301"/>
              </a:cxn>
              <a:cxn ang="0">
                <a:pos x="connsiteX57302" y="connsiteY57302"/>
              </a:cxn>
              <a:cxn ang="0">
                <a:pos x="connsiteX57303" y="connsiteY57303"/>
              </a:cxn>
              <a:cxn ang="0">
                <a:pos x="connsiteX57304" y="connsiteY57304"/>
              </a:cxn>
              <a:cxn ang="0">
                <a:pos x="connsiteX57305" y="connsiteY57305"/>
              </a:cxn>
              <a:cxn ang="0">
                <a:pos x="connsiteX57306" y="connsiteY57306"/>
              </a:cxn>
              <a:cxn ang="0">
                <a:pos x="connsiteX57307" y="connsiteY57307"/>
              </a:cxn>
              <a:cxn ang="0">
                <a:pos x="connsiteX57308" y="connsiteY57308"/>
              </a:cxn>
              <a:cxn ang="0">
                <a:pos x="connsiteX57309" y="connsiteY57309"/>
              </a:cxn>
              <a:cxn ang="0">
                <a:pos x="connsiteX57310" y="connsiteY57310"/>
              </a:cxn>
              <a:cxn ang="0">
                <a:pos x="connsiteX57311" y="connsiteY57311"/>
              </a:cxn>
              <a:cxn ang="0">
                <a:pos x="connsiteX57312" y="connsiteY57312"/>
              </a:cxn>
              <a:cxn ang="0">
                <a:pos x="connsiteX57313" y="connsiteY57313"/>
              </a:cxn>
              <a:cxn ang="0">
                <a:pos x="connsiteX57314" y="connsiteY57314"/>
              </a:cxn>
              <a:cxn ang="0">
                <a:pos x="connsiteX57315" y="connsiteY57315"/>
              </a:cxn>
              <a:cxn ang="0">
                <a:pos x="connsiteX57316" y="connsiteY57316"/>
              </a:cxn>
              <a:cxn ang="0">
                <a:pos x="connsiteX57317" y="connsiteY57317"/>
              </a:cxn>
              <a:cxn ang="0">
                <a:pos x="connsiteX57318" y="connsiteY57318"/>
              </a:cxn>
              <a:cxn ang="0">
                <a:pos x="connsiteX57319" y="connsiteY57319"/>
              </a:cxn>
              <a:cxn ang="0">
                <a:pos x="connsiteX57320" y="connsiteY57320"/>
              </a:cxn>
              <a:cxn ang="0">
                <a:pos x="connsiteX57321" y="connsiteY57321"/>
              </a:cxn>
              <a:cxn ang="0">
                <a:pos x="connsiteX57322" y="connsiteY57322"/>
              </a:cxn>
              <a:cxn ang="0">
                <a:pos x="connsiteX57323" y="connsiteY57323"/>
              </a:cxn>
              <a:cxn ang="0">
                <a:pos x="connsiteX57324" y="connsiteY57324"/>
              </a:cxn>
              <a:cxn ang="0">
                <a:pos x="connsiteX57325" y="connsiteY57325"/>
              </a:cxn>
              <a:cxn ang="0">
                <a:pos x="connsiteX57326" y="connsiteY57326"/>
              </a:cxn>
              <a:cxn ang="0">
                <a:pos x="connsiteX57327" y="connsiteY57327"/>
              </a:cxn>
              <a:cxn ang="0">
                <a:pos x="connsiteX57328" y="connsiteY57328"/>
              </a:cxn>
              <a:cxn ang="0">
                <a:pos x="connsiteX57329" y="connsiteY57329"/>
              </a:cxn>
              <a:cxn ang="0">
                <a:pos x="connsiteX57330" y="connsiteY57330"/>
              </a:cxn>
              <a:cxn ang="0">
                <a:pos x="connsiteX57331" y="connsiteY57331"/>
              </a:cxn>
              <a:cxn ang="0">
                <a:pos x="connsiteX57332" y="connsiteY57332"/>
              </a:cxn>
              <a:cxn ang="0">
                <a:pos x="connsiteX57333" y="connsiteY57333"/>
              </a:cxn>
              <a:cxn ang="0">
                <a:pos x="connsiteX57334" y="connsiteY57334"/>
              </a:cxn>
              <a:cxn ang="0">
                <a:pos x="connsiteX57335" y="connsiteY57335"/>
              </a:cxn>
              <a:cxn ang="0">
                <a:pos x="connsiteX57336" y="connsiteY57336"/>
              </a:cxn>
              <a:cxn ang="0">
                <a:pos x="connsiteX57337" y="connsiteY57337"/>
              </a:cxn>
              <a:cxn ang="0">
                <a:pos x="connsiteX57338" y="connsiteY57338"/>
              </a:cxn>
              <a:cxn ang="0">
                <a:pos x="connsiteX57339" y="connsiteY57339"/>
              </a:cxn>
              <a:cxn ang="0">
                <a:pos x="connsiteX57340" y="connsiteY57340"/>
              </a:cxn>
              <a:cxn ang="0">
                <a:pos x="connsiteX57341" y="connsiteY57341"/>
              </a:cxn>
              <a:cxn ang="0">
                <a:pos x="connsiteX57342" y="connsiteY57342"/>
              </a:cxn>
              <a:cxn ang="0">
                <a:pos x="connsiteX57343" y="connsiteY57343"/>
              </a:cxn>
              <a:cxn ang="0">
                <a:pos x="connsiteX57344" y="connsiteY57344"/>
              </a:cxn>
              <a:cxn ang="0">
                <a:pos x="connsiteX57345" y="connsiteY57345"/>
              </a:cxn>
              <a:cxn ang="0">
                <a:pos x="connsiteX57346" y="connsiteY57346"/>
              </a:cxn>
              <a:cxn ang="0">
                <a:pos x="connsiteX57347" y="connsiteY57347"/>
              </a:cxn>
              <a:cxn ang="0">
                <a:pos x="connsiteX57348" y="connsiteY57348"/>
              </a:cxn>
              <a:cxn ang="0">
                <a:pos x="connsiteX57349" y="connsiteY57349"/>
              </a:cxn>
              <a:cxn ang="0">
                <a:pos x="connsiteX57350" y="connsiteY57350"/>
              </a:cxn>
              <a:cxn ang="0">
                <a:pos x="connsiteX57351" y="connsiteY57351"/>
              </a:cxn>
              <a:cxn ang="0">
                <a:pos x="connsiteX57352" y="connsiteY57352"/>
              </a:cxn>
              <a:cxn ang="0">
                <a:pos x="connsiteX57353" y="connsiteY57353"/>
              </a:cxn>
              <a:cxn ang="0">
                <a:pos x="connsiteX57354" y="connsiteY57354"/>
              </a:cxn>
              <a:cxn ang="0">
                <a:pos x="connsiteX57355" y="connsiteY57355"/>
              </a:cxn>
              <a:cxn ang="0">
                <a:pos x="connsiteX57356" y="connsiteY57356"/>
              </a:cxn>
              <a:cxn ang="0">
                <a:pos x="connsiteX57357" y="connsiteY57357"/>
              </a:cxn>
              <a:cxn ang="0">
                <a:pos x="connsiteX57358" y="connsiteY57358"/>
              </a:cxn>
              <a:cxn ang="0">
                <a:pos x="connsiteX57359" y="connsiteY57359"/>
              </a:cxn>
              <a:cxn ang="0">
                <a:pos x="connsiteX57360" y="connsiteY57360"/>
              </a:cxn>
              <a:cxn ang="0">
                <a:pos x="connsiteX57361" y="connsiteY57361"/>
              </a:cxn>
              <a:cxn ang="0">
                <a:pos x="connsiteX57362" y="connsiteY57362"/>
              </a:cxn>
              <a:cxn ang="0">
                <a:pos x="connsiteX57363" y="connsiteY57363"/>
              </a:cxn>
              <a:cxn ang="0">
                <a:pos x="connsiteX57364" y="connsiteY57364"/>
              </a:cxn>
              <a:cxn ang="0">
                <a:pos x="connsiteX57365" y="connsiteY57365"/>
              </a:cxn>
              <a:cxn ang="0">
                <a:pos x="connsiteX57366" y="connsiteY57366"/>
              </a:cxn>
              <a:cxn ang="0">
                <a:pos x="connsiteX57367" y="connsiteY57367"/>
              </a:cxn>
              <a:cxn ang="0">
                <a:pos x="connsiteX57368" y="connsiteY57368"/>
              </a:cxn>
              <a:cxn ang="0">
                <a:pos x="connsiteX57369" y="connsiteY57369"/>
              </a:cxn>
              <a:cxn ang="0">
                <a:pos x="connsiteX57370" y="connsiteY57370"/>
              </a:cxn>
              <a:cxn ang="0">
                <a:pos x="connsiteX57371" y="connsiteY57371"/>
              </a:cxn>
              <a:cxn ang="0">
                <a:pos x="connsiteX57372" y="connsiteY57372"/>
              </a:cxn>
              <a:cxn ang="0">
                <a:pos x="connsiteX57373" y="connsiteY57373"/>
              </a:cxn>
              <a:cxn ang="0">
                <a:pos x="connsiteX57374" y="connsiteY57374"/>
              </a:cxn>
              <a:cxn ang="0">
                <a:pos x="connsiteX57375" y="connsiteY57375"/>
              </a:cxn>
              <a:cxn ang="0">
                <a:pos x="connsiteX57376" y="connsiteY57376"/>
              </a:cxn>
              <a:cxn ang="0">
                <a:pos x="connsiteX57377" y="connsiteY57377"/>
              </a:cxn>
              <a:cxn ang="0">
                <a:pos x="connsiteX57378" y="connsiteY57378"/>
              </a:cxn>
              <a:cxn ang="0">
                <a:pos x="connsiteX57379" y="connsiteY57379"/>
              </a:cxn>
              <a:cxn ang="0">
                <a:pos x="connsiteX57380" y="connsiteY57380"/>
              </a:cxn>
              <a:cxn ang="0">
                <a:pos x="connsiteX57381" y="connsiteY57381"/>
              </a:cxn>
              <a:cxn ang="0">
                <a:pos x="connsiteX57382" y="connsiteY57382"/>
              </a:cxn>
              <a:cxn ang="0">
                <a:pos x="connsiteX57383" y="connsiteY57383"/>
              </a:cxn>
              <a:cxn ang="0">
                <a:pos x="connsiteX57384" y="connsiteY57384"/>
              </a:cxn>
              <a:cxn ang="0">
                <a:pos x="connsiteX57385" y="connsiteY57385"/>
              </a:cxn>
              <a:cxn ang="0">
                <a:pos x="connsiteX57386" y="connsiteY57386"/>
              </a:cxn>
              <a:cxn ang="0">
                <a:pos x="connsiteX57387" y="connsiteY57387"/>
              </a:cxn>
              <a:cxn ang="0">
                <a:pos x="connsiteX57388" y="connsiteY57388"/>
              </a:cxn>
              <a:cxn ang="0">
                <a:pos x="connsiteX57389" y="connsiteY57389"/>
              </a:cxn>
              <a:cxn ang="0">
                <a:pos x="connsiteX57390" y="connsiteY57390"/>
              </a:cxn>
              <a:cxn ang="0">
                <a:pos x="connsiteX57391" y="connsiteY57391"/>
              </a:cxn>
              <a:cxn ang="0">
                <a:pos x="connsiteX57392" y="connsiteY57392"/>
              </a:cxn>
              <a:cxn ang="0">
                <a:pos x="connsiteX57393" y="connsiteY57393"/>
              </a:cxn>
              <a:cxn ang="0">
                <a:pos x="connsiteX57394" y="connsiteY57394"/>
              </a:cxn>
              <a:cxn ang="0">
                <a:pos x="connsiteX57395" y="connsiteY57395"/>
              </a:cxn>
              <a:cxn ang="0">
                <a:pos x="connsiteX57396" y="connsiteY57396"/>
              </a:cxn>
              <a:cxn ang="0">
                <a:pos x="connsiteX57397" y="connsiteY57397"/>
              </a:cxn>
              <a:cxn ang="0">
                <a:pos x="connsiteX57398" y="connsiteY57398"/>
              </a:cxn>
              <a:cxn ang="0">
                <a:pos x="connsiteX57399" y="connsiteY57399"/>
              </a:cxn>
              <a:cxn ang="0">
                <a:pos x="connsiteX57400" y="connsiteY57400"/>
              </a:cxn>
              <a:cxn ang="0">
                <a:pos x="connsiteX57401" y="connsiteY57401"/>
              </a:cxn>
              <a:cxn ang="0">
                <a:pos x="connsiteX57402" y="connsiteY57402"/>
              </a:cxn>
              <a:cxn ang="0">
                <a:pos x="connsiteX57403" y="connsiteY57403"/>
              </a:cxn>
              <a:cxn ang="0">
                <a:pos x="connsiteX57404" y="connsiteY57404"/>
              </a:cxn>
              <a:cxn ang="0">
                <a:pos x="connsiteX57405" y="connsiteY57405"/>
              </a:cxn>
              <a:cxn ang="0">
                <a:pos x="connsiteX57406" y="connsiteY57406"/>
              </a:cxn>
              <a:cxn ang="0">
                <a:pos x="connsiteX57407" y="connsiteY57407"/>
              </a:cxn>
              <a:cxn ang="0">
                <a:pos x="connsiteX57408" y="connsiteY57408"/>
              </a:cxn>
              <a:cxn ang="0">
                <a:pos x="connsiteX57409" y="connsiteY57409"/>
              </a:cxn>
              <a:cxn ang="0">
                <a:pos x="connsiteX57410" y="connsiteY57410"/>
              </a:cxn>
              <a:cxn ang="0">
                <a:pos x="connsiteX57411" y="connsiteY57411"/>
              </a:cxn>
              <a:cxn ang="0">
                <a:pos x="connsiteX57412" y="connsiteY57412"/>
              </a:cxn>
              <a:cxn ang="0">
                <a:pos x="connsiteX57413" y="connsiteY57413"/>
              </a:cxn>
              <a:cxn ang="0">
                <a:pos x="connsiteX57414" y="connsiteY57414"/>
              </a:cxn>
              <a:cxn ang="0">
                <a:pos x="connsiteX57415" y="connsiteY57415"/>
              </a:cxn>
              <a:cxn ang="0">
                <a:pos x="connsiteX57416" y="connsiteY57416"/>
              </a:cxn>
              <a:cxn ang="0">
                <a:pos x="connsiteX57417" y="connsiteY57417"/>
              </a:cxn>
              <a:cxn ang="0">
                <a:pos x="connsiteX57418" y="connsiteY57418"/>
              </a:cxn>
              <a:cxn ang="0">
                <a:pos x="connsiteX57419" y="connsiteY57419"/>
              </a:cxn>
              <a:cxn ang="0">
                <a:pos x="connsiteX57420" y="connsiteY57420"/>
              </a:cxn>
              <a:cxn ang="0">
                <a:pos x="connsiteX57421" y="connsiteY57421"/>
              </a:cxn>
              <a:cxn ang="0">
                <a:pos x="connsiteX57422" y="connsiteY57422"/>
              </a:cxn>
              <a:cxn ang="0">
                <a:pos x="connsiteX57423" y="connsiteY57423"/>
              </a:cxn>
              <a:cxn ang="0">
                <a:pos x="connsiteX57424" y="connsiteY57424"/>
              </a:cxn>
              <a:cxn ang="0">
                <a:pos x="connsiteX57425" y="connsiteY57425"/>
              </a:cxn>
              <a:cxn ang="0">
                <a:pos x="connsiteX57426" y="connsiteY57426"/>
              </a:cxn>
              <a:cxn ang="0">
                <a:pos x="connsiteX57427" y="connsiteY57427"/>
              </a:cxn>
              <a:cxn ang="0">
                <a:pos x="connsiteX57428" y="connsiteY57428"/>
              </a:cxn>
              <a:cxn ang="0">
                <a:pos x="connsiteX57429" y="connsiteY57429"/>
              </a:cxn>
              <a:cxn ang="0">
                <a:pos x="connsiteX57430" y="connsiteY57430"/>
              </a:cxn>
              <a:cxn ang="0">
                <a:pos x="connsiteX57431" y="connsiteY57431"/>
              </a:cxn>
              <a:cxn ang="0">
                <a:pos x="connsiteX57432" y="connsiteY57432"/>
              </a:cxn>
              <a:cxn ang="0">
                <a:pos x="connsiteX57433" y="connsiteY57433"/>
              </a:cxn>
              <a:cxn ang="0">
                <a:pos x="connsiteX57434" y="connsiteY57434"/>
              </a:cxn>
              <a:cxn ang="0">
                <a:pos x="connsiteX57435" y="connsiteY57435"/>
              </a:cxn>
              <a:cxn ang="0">
                <a:pos x="connsiteX57436" y="connsiteY57436"/>
              </a:cxn>
              <a:cxn ang="0">
                <a:pos x="connsiteX57437" y="connsiteY57437"/>
              </a:cxn>
              <a:cxn ang="0">
                <a:pos x="connsiteX57438" y="connsiteY57438"/>
              </a:cxn>
              <a:cxn ang="0">
                <a:pos x="connsiteX57439" y="connsiteY57439"/>
              </a:cxn>
              <a:cxn ang="0">
                <a:pos x="connsiteX57440" y="connsiteY57440"/>
              </a:cxn>
              <a:cxn ang="0">
                <a:pos x="connsiteX57441" y="connsiteY57441"/>
              </a:cxn>
              <a:cxn ang="0">
                <a:pos x="connsiteX57442" y="connsiteY57442"/>
              </a:cxn>
              <a:cxn ang="0">
                <a:pos x="connsiteX57443" y="connsiteY57443"/>
              </a:cxn>
              <a:cxn ang="0">
                <a:pos x="connsiteX57444" y="connsiteY57444"/>
              </a:cxn>
              <a:cxn ang="0">
                <a:pos x="connsiteX57445" y="connsiteY57445"/>
              </a:cxn>
              <a:cxn ang="0">
                <a:pos x="connsiteX57446" y="connsiteY57446"/>
              </a:cxn>
              <a:cxn ang="0">
                <a:pos x="connsiteX57447" y="connsiteY57447"/>
              </a:cxn>
              <a:cxn ang="0">
                <a:pos x="connsiteX57448" y="connsiteY57448"/>
              </a:cxn>
              <a:cxn ang="0">
                <a:pos x="connsiteX57449" y="connsiteY57449"/>
              </a:cxn>
              <a:cxn ang="0">
                <a:pos x="connsiteX57450" y="connsiteY57450"/>
              </a:cxn>
              <a:cxn ang="0">
                <a:pos x="connsiteX57451" y="connsiteY57451"/>
              </a:cxn>
              <a:cxn ang="0">
                <a:pos x="connsiteX57452" y="connsiteY57452"/>
              </a:cxn>
              <a:cxn ang="0">
                <a:pos x="connsiteX57453" y="connsiteY57453"/>
              </a:cxn>
              <a:cxn ang="0">
                <a:pos x="connsiteX57454" y="connsiteY57454"/>
              </a:cxn>
              <a:cxn ang="0">
                <a:pos x="connsiteX57455" y="connsiteY57455"/>
              </a:cxn>
              <a:cxn ang="0">
                <a:pos x="connsiteX57456" y="connsiteY57456"/>
              </a:cxn>
              <a:cxn ang="0">
                <a:pos x="connsiteX57457" y="connsiteY57457"/>
              </a:cxn>
              <a:cxn ang="0">
                <a:pos x="connsiteX57458" y="connsiteY57458"/>
              </a:cxn>
              <a:cxn ang="0">
                <a:pos x="connsiteX57459" y="connsiteY57459"/>
              </a:cxn>
              <a:cxn ang="0">
                <a:pos x="connsiteX57460" y="connsiteY57460"/>
              </a:cxn>
              <a:cxn ang="0">
                <a:pos x="connsiteX57461" y="connsiteY57461"/>
              </a:cxn>
              <a:cxn ang="0">
                <a:pos x="connsiteX57462" y="connsiteY57462"/>
              </a:cxn>
              <a:cxn ang="0">
                <a:pos x="connsiteX57463" y="connsiteY57463"/>
              </a:cxn>
              <a:cxn ang="0">
                <a:pos x="connsiteX57464" y="connsiteY57464"/>
              </a:cxn>
              <a:cxn ang="0">
                <a:pos x="connsiteX57465" y="connsiteY57465"/>
              </a:cxn>
              <a:cxn ang="0">
                <a:pos x="connsiteX57466" y="connsiteY57466"/>
              </a:cxn>
              <a:cxn ang="0">
                <a:pos x="connsiteX57467" y="connsiteY57467"/>
              </a:cxn>
              <a:cxn ang="0">
                <a:pos x="connsiteX57468" y="connsiteY57468"/>
              </a:cxn>
              <a:cxn ang="0">
                <a:pos x="connsiteX57469" y="connsiteY57469"/>
              </a:cxn>
              <a:cxn ang="0">
                <a:pos x="connsiteX57470" y="connsiteY57470"/>
              </a:cxn>
              <a:cxn ang="0">
                <a:pos x="connsiteX57471" y="connsiteY57471"/>
              </a:cxn>
              <a:cxn ang="0">
                <a:pos x="connsiteX57472" y="connsiteY57472"/>
              </a:cxn>
              <a:cxn ang="0">
                <a:pos x="connsiteX57473" y="connsiteY57473"/>
              </a:cxn>
              <a:cxn ang="0">
                <a:pos x="connsiteX57474" y="connsiteY57474"/>
              </a:cxn>
              <a:cxn ang="0">
                <a:pos x="connsiteX57475" y="connsiteY57475"/>
              </a:cxn>
              <a:cxn ang="0">
                <a:pos x="connsiteX57476" y="connsiteY57476"/>
              </a:cxn>
              <a:cxn ang="0">
                <a:pos x="connsiteX57477" y="connsiteY57477"/>
              </a:cxn>
              <a:cxn ang="0">
                <a:pos x="connsiteX57478" y="connsiteY57478"/>
              </a:cxn>
              <a:cxn ang="0">
                <a:pos x="connsiteX57479" y="connsiteY57479"/>
              </a:cxn>
              <a:cxn ang="0">
                <a:pos x="connsiteX57480" y="connsiteY57480"/>
              </a:cxn>
              <a:cxn ang="0">
                <a:pos x="connsiteX57481" y="connsiteY57481"/>
              </a:cxn>
              <a:cxn ang="0">
                <a:pos x="connsiteX57482" y="connsiteY57482"/>
              </a:cxn>
              <a:cxn ang="0">
                <a:pos x="connsiteX57483" y="connsiteY57483"/>
              </a:cxn>
              <a:cxn ang="0">
                <a:pos x="connsiteX57484" y="connsiteY57484"/>
              </a:cxn>
              <a:cxn ang="0">
                <a:pos x="connsiteX57485" y="connsiteY57485"/>
              </a:cxn>
              <a:cxn ang="0">
                <a:pos x="connsiteX57486" y="connsiteY57486"/>
              </a:cxn>
              <a:cxn ang="0">
                <a:pos x="connsiteX57487" y="connsiteY57487"/>
              </a:cxn>
              <a:cxn ang="0">
                <a:pos x="connsiteX57488" y="connsiteY57488"/>
              </a:cxn>
              <a:cxn ang="0">
                <a:pos x="connsiteX57489" y="connsiteY57489"/>
              </a:cxn>
              <a:cxn ang="0">
                <a:pos x="connsiteX57490" y="connsiteY57490"/>
              </a:cxn>
              <a:cxn ang="0">
                <a:pos x="connsiteX57491" y="connsiteY57491"/>
              </a:cxn>
              <a:cxn ang="0">
                <a:pos x="connsiteX57492" y="connsiteY57492"/>
              </a:cxn>
              <a:cxn ang="0">
                <a:pos x="connsiteX57493" y="connsiteY57493"/>
              </a:cxn>
              <a:cxn ang="0">
                <a:pos x="connsiteX57494" y="connsiteY57494"/>
              </a:cxn>
              <a:cxn ang="0">
                <a:pos x="connsiteX57495" y="connsiteY57495"/>
              </a:cxn>
              <a:cxn ang="0">
                <a:pos x="connsiteX57496" y="connsiteY57496"/>
              </a:cxn>
              <a:cxn ang="0">
                <a:pos x="connsiteX57497" y="connsiteY57497"/>
              </a:cxn>
              <a:cxn ang="0">
                <a:pos x="connsiteX57498" y="connsiteY57498"/>
              </a:cxn>
              <a:cxn ang="0">
                <a:pos x="connsiteX57499" y="connsiteY57499"/>
              </a:cxn>
              <a:cxn ang="0">
                <a:pos x="connsiteX57500" y="connsiteY57500"/>
              </a:cxn>
              <a:cxn ang="0">
                <a:pos x="connsiteX57501" y="connsiteY57501"/>
              </a:cxn>
              <a:cxn ang="0">
                <a:pos x="connsiteX57502" y="connsiteY57502"/>
              </a:cxn>
              <a:cxn ang="0">
                <a:pos x="connsiteX57503" y="connsiteY57503"/>
              </a:cxn>
              <a:cxn ang="0">
                <a:pos x="connsiteX57504" y="connsiteY57504"/>
              </a:cxn>
              <a:cxn ang="0">
                <a:pos x="connsiteX57505" y="connsiteY57505"/>
              </a:cxn>
              <a:cxn ang="0">
                <a:pos x="connsiteX57506" y="connsiteY57506"/>
              </a:cxn>
              <a:cxn ang="0">
                <a:pos x="connsiteX57507" y="connsiteY57507"/>
              </a:cxn>
              <a:cxn ang="0">
                <a:pos x="connsiteX57508" y="connsiteY57508"/>
              </a:cxn>
              <a:cxn ang="0">
                <a:pos x="connsiteX57509" y="connsiteY57509"/>
              </a:cxn>
              <a:cxn ang="0">
                <a:pos x="connsiteX57510" y="connsiteY57510"/>
              </a:cxn>
              <a:cxn ang="0">
                <a:pos x="connsiteX57511" y="connsiteY57511"/>
              </a:cxn>
              <a:cxn ang="0">
                <a:pos x="connsiteX57512" y="connsiteY57512"/>
              </a:cxn>
              <a:cxn ang="0">
                <a:pos x="connsiteX57513" y="connsiteY57513"/>
              </a:cxn>
              <a:cxn ang="0">
                <a:pos x="connsiteX57514" y="connsiteY57514"/>
              </a:cxn>
              <a:cxn ang="0">
                <a:pos x="connsiteX57515" y="connsiteY57515"/>
              </a:cxn>
              <a:cxn ang="0">
                <a:pos x="connsiteX57516" y="connsiteY57516"/>
              </a:cxn>
              <a:cxn ang="0">
                <a:pos x="connsiteX57517" y="connsiteY57517"/>
              </a:cxn>
              <a:cxn ang="0">
                <a:pos x="connsiteX57518" y="connsiteY57518"/>
              </a:cxn>
              <a:cxn ang="0">
                <a:pos x="connsiteX57519" y="connsiteY57519"/>
              </a:cxn>
              <a:cxn ang="0">
                <a:pos x="connsiteX57520" y="connsiteY57520"/>
              </a:cxn>
              <a:cxn ang="0">
                <a:pos x="connsiteX57521" y="connsiteY57521"/>
              </a:cxn>
              <a:cxn ang="0">
                <a:pos x="connsiteX57522" y="connsiteY57522"/>
              </a:cxn>
              <a:cxn ang="0">
                <a:pos x="connsiteX57523" y="connsiteY57523"/>
              </a:cxn>
              <a:cxn ang="0">
                <a:pos x="connsiteX57524" y="connsiteY57524"/>
              </a:cxn>
              <a:cxn ang="0">
                <a:pos x="connsiteX57525" y="connsiteY57525"/>
              </a:cxn>
              <a:cxn ang="0">
                <a:pos x="connsiteX57526" y="connsiteY57526"/>
              </a:cxn>
              <a:cxn ang="0">
                <a:pos x="connsiteX57527" y="connsiteY57527"/>
              </a:cxn>
              <a:cxn ang="0">
                <a:pos x="connsiteX57528" y="connsiteY57528"/>
              </a:cxn>
              <a:cxn ang="0">
                <a:pos x="connsiteX57529" y="connsiteY57529"/>
              </a:cxn>
              <a:cxn ang="0">
                <a:pos x="connsiteX57530" y="connsiteY57530"/>
              </a:cxn>
              <a:cxn ang="0">
                <a:pos x="connsiteX57531" y="connsiteY57531"/>
              </a:cxn>
              <a:cxn ang="0">
                <a:pos x="connsiteX57532" y="connsiteY57532"/>
              </a:cxn>
              <a:cxn ang="0">
                <a:pos x="connsiteX57533" y="connsiteY57533"/>
              </a:cxn>
              <a:cxn ang="0">
                <a:pos x="connsiteX57534" y="connsiteY57534"/>
              </a:cxn>
              <a:cxn ang="0">
                <a:pos x="connsiteX57535" y="connsiteY57535"/>
              </a:cxn>
              <a:cxn ang="0">
                <a:pos x="connsiteX57536" y="connsiteY57536"/>
              </a:cxn>
              <a:cxn ang="0">
                <a:pos x="connsiteX57537" y="connsiteY57537"/>
              </a:cxn>
              <a:cxn ang="0">
                <a:pos x="connsiteX57538" y="connsiteY57538"/>
              </a:cxn>
              <a:cxn ang="0">
                <a:pos x="connsiteX57539" y="connsiteY57539"/>
              </a:cxn>
              <a:cxn ang="0">
                <a:pos x="connsiteX57540" y="connsiteY57540"/>
              </a:cxn>
              <a:cxn ang="0">
                <a:pos x="connsiteX57541" y="connsiteY57541"/>
              </a:cxn>
              <a:cxn ang="0">
                <a:pos x="connsiteX57542" y="connsiteY57542"/>
              </a:cxn>
              <a:cxn ang="0">
                <a:pos x="connsiteX57543" y="connsiteY57543"/>
              </a:cxn>
              <a:cxn ang="0">
                <a:pos x="connsiteX57544" y="connsiteY57544"/>
              </a:cxn>
              <a:cxn ang="0">
                <a:pos x="connsiteX57545" y="connsiteY57545"/>
              </a:cxn>
              <a:cxn ang="0">
                <a:pos x="connsiteX57546" y="connsiteY57546"/>
              </a:cxn>
              <a:cxn ang="0">
                <a:pos x="connsiteX57547" y="connsiteY57547"/>
              </a:cxn>
              <a:cxn ang="0">
                <a:pos x="connsiteX57548" y="connsiteY57548"/>
              </a:cxn>
              <a:cxn ang="0">
                <a:pos x="connsiteX57549" y="connsiteY57549"/>
              </a:cxn>
              <a:cxn ang="0">
                <a:pos x="connsiteX57550" y="connsiteY57550"/>
              </a:cxn>
              <a:cxn ang="0">
                <a:pos x="connsiteX57551" y="connsiteY57551"/>
              </a:cxn>
              <a:cxn ang="0">
                <a:pos x="connsiteX57552" y="connsiteY57552"/>
              </a:cxn>
              <a:cxn ang="0">
                <a:pos x="connsiteX57553" y="connsiteY57553"/>
              </a:cxn>
              <a:cxn ang="0">
                <a:pos x="connsiteX57554" y="connsiteY57554"/>
              </a:cxn>
              <a:cxn ang="0">
                <a:pos x="connsiteX57555" y="connsiteY57555"/>
              </a:cxn>
              <a:cxn ang="0">
                <a:pos x="connsiteX57556" y="connsiteY57556"/>
              </a:cxn>
              <a:cxn ang="0">
                <a:pos x="connsiteX57557" y="connsiteY57557"/>
              </a:cxn>
              <a:cxn ang="0">
                <a:pos x="connsiteX57558" y="connsiteY57558"/>
              </a:cxn>
              <a:cxn ang="0">
                <a:pos x="connsiteX57559" y="connsiteY57559"/>
              </a:cxn>
              <a:cxn ang="0">
                <a:pos x="connsiteX57560" y="connsiteY57560"/>
              </a:cxn>
              <a:cxn ang="0">
                <a:pos x="connsiteX57561" y="connsiteY57561"/>
              </a:cxn>
              <a:cxn ang="0">
                <a:pos x="connsiteX57562" y="connsiteY57562"/>
              </a:cxn>
              <a:cxn ang="0">
                <a:pos x="connsiteX57563" y="connsiteY57563"/>
              </a:cxn>
              <a:cxn ang="0">
                <a:pos x="connsiteX57564" y="connsiteY57564"/>
              </a:cxn>
              <a:cxn ang="0">
                <a:pos x="connsiteX57565" y="connsiteY57565"/>
              </a:cxn>
              <a:cxn ang="0">
                <a:pos x="connsiteX57566" y="connsiteY57566"/>
              </a:cxn>
              <a:cxn ang="0">
                <a:pos x="connsiteX57567" y="connsiteY57567"/>
              </a:cxn>
              <a:cxn ang="0">
                <a:pos x="connsiteX57568" y="connsiteY57568"/>
              </a:cxn>
              <a:cxn ang="0">
                <a:pos x="connsiteX57569" y="connsiteY57569"/>
              </a:cxn>
              <a:cxn ang="0">
                <a:pos x="connsiteX57570" y="connsiteY57570"/>
              </a:cxn>
              <a:cxn ang="0">
                <a:pos x="connsiteX57571" y="connsiteY57571"/>
              </a:cxn>
              <a:cxn ang="0">
                <a:pos x="connsiteX57572" y="connsiteY57572"/>
              </a:cxn>
              <a:cxn ang="0">
                <a:pos x="connsiteX57573" y="connsiteY57573"/>
              </a:cxn>
              <a:cxn ang="0">
                <a:pos x="connsiteX57574" y="connsiteY57574"/>
              </a:cxn>
              <a:cxn ang="0">
                <a:pos x="connsiteX57575" y="connsiteY57575"/>
              </a:cxn>
              <a:cxn ang="0">
                <a:pos x="connsiteX57576" y="connsiteY57576"/>
              </a:cxn>
              <a:cxn ang="0">
                <a:pos x="connsiteX57577" y="connsiteY57577"/>
              </a:cxn>
              <a:cxn ang="0">
                <a:pos x="connsiteX57578" y="connsiteY57578"/>
              </a:cxn>
              <a:cxn ang="0">
                <a:pos x="connsiteX57579" y="connsiteY57579"/>
              </a:cxn>
              <a:cxn ang="0">
                <a:pos x="connsiteX57580" y="connsiteY57580"/>
              </a:cxn>
              <a:cxn ang="0">
                <a:pos x="connsiteX57581" y="connsiteY57581"/>
              </a:cxn>
              <a:cxn ang="0">
                <a:pos x="connsiteX57582" y="connsiteY57582"/>
              </a:cxn>
              <a:cxn ang="0">
                <a:pos x="connsiteX57583" y="connsiteY57583"/>
              </a:cxn>
              <a:cxn ang="0">
                <a:pos x="connsiteX57584" y="connsiteY57584"/>
              </a:cxn>
              <a:cxn ang="0">
                <a:pos x="connsiteX57585" y="connsiteY57585"/>
              </a:cxn>
              <a:cxn ang="0">
                <a:pos x="connsiteX57586" y="connsiteY57586"/>
              </a:cxn>
              <a:cxn ang="0">
                <a:pos x="connsiteX57587" y="connsiteY57587"/>
              </a:cxn>
              <a:cxn ang="0">
                <a:pos x="connsiteX57588" y="connsiteY57588"/>
              </a:cxn>
              <a:cxn ang="0">
                <a:pos x="connsiteX57589" y="connsiteY57589"/>
              </a:cxn>
              <a:cxn ang="0">
                <a:pos x="connsiteX57590" y="connsiteY57590"/>
              </a:cxn>
              <a:cxn ang="0">
                <a:pos x="connsiteX57591" y="connsiteY57591"/>
              </a:cxn>
              <a:cxn ang="0">
                <a:pos x="connsiteX57592" y="connsiteY57592"/>
              </a:cxn>
              <a:cxn ang="0">
                <a:pos x="connsiteX57593" y="connsiteY57593"/>
              </a:cxn>
              <a:cxn ang="0">
                <a:pos x="connsiteX57594" y="connsiteY57594"/>
              </a:cxn>
              <a:cxn ang="0">
                <a:pos x="connsiteX57595" y="connsiteY57595"/>
              </a:cxn>
              <a:cxn ang="0">
                <a:pos x="connsiteX57596" y="connsiteY57596"/>
              </a:cxn>
              <a:cxn ang="0">
                <a:pos x="connsiteX57597" y="connsiteY57597"/>
              </a:cxn>
              <a:cxn ang="0">
                <a:pos x="connsiteX57598" y="connsiteY57598"/>
              </a:cxn>
              <a:cxn ang="0">
                <a:pos x="connsiteX57599" y="connsiteY57599"/>
              </a:cxn>
              <a:cxn ang="0">
                <a:pos x="connsiteX57600" y="connsiteY57600"/>
              </a:cxn>
              <a:cxn ang="0">
                <a:pos x="connsiteX57601" y="connsiteY57601"/>
              </a:cxn>
              <a:cxn ang="0">
                <a:pos x="connsiteX57602" y="connsiteY57602"/>
              </a:cxn>
              <a:cxn ang="0">
                <a:pos x="connsiteX57603" y="connsiteY57603"/>
              </a:cxn>
              <a:cxn ang="0">
                <a:pos x="connsiteX57604" y="connsiteY57604"/>
              </a:cxn>
              <a:cxn ang="0">
                <a:pos x="connsiteX57605" y="connsiteY57605"/>
              </a:cxn>
              <a:cxn ang="0">
                <a:pos x="connsiteX57606" y="connsiteY57606"/>
              </a:cxn>
              <a:cxn ang="0">
                <a:pos x="connsiteX57607" y="connsiteY57607"/>
              </a:cxn>
              <a:cxn ang="0">
                <a:pos x="connsiteX57608" y="connsiteY57608"/>
              </a:cxn>
              <a:cxn ang="0">
                <a:pos x="connsiteX57609" y="connsiteY57609"/>
              </a:cxn>
              <a:cxn ang="0">
                <a:pos x="connsiteX57610" y="connsiteY57610"/>
              </a:cxn>
              <a:cxn ang="0">
                <a:pos x="connsiteX57611" y="connsiteY57611"/>
              </a:cxn>
              <a:cxn ang="0">
                <a:pos x="connsiteX57612" y="connsiteY57612"/>
              </a:cxn>
              <a:cxn ang="0">
                <a:pos x="connsiteX57613" y="connsiteY57613"/>
              </a:cxn>
              <a:cxn ang="0">
                <a:pos x="connsiteX57614" y="connsiteY57614"/>
              </a:cxn>
              <a:cxn ang="0">
                <a:pos x="connsiteX57615" y="connsiteY57615"/>
              </a:cxn>
              <a:cxn ang="0">
                <a:pos x="connsiteX57616" y="connsiteY57616"/>
              </a:cxn>
              <a:cxn ang="0">
                <a:pos x="connsiteX57617" y="connsiteY57617"/>
              </a:cxn>
              <a:cxn ang="0">
                <a:pos x="connsiteX57618" y="connsiteY57618"/>
              </a:cxn>
              <a:cxn ang="0">
                <a:pos x="connsiteX57619" y="connsiteY57619"/>
              </a:cxn>
              <a:cxn ang="0">
                <a:pos x="connsiteX57620" y="connsiteY57620"/>
              </a:cxn>
              <a:cxn ang="0">
                <a:pos x="connsiteX57621" y="connsiteY57621"/>
              </a:cxn>
              <a:cxn ang="0">
                <a:pos x="connsiteX57622" y="connsiteY57622"/>
              </a:cxn>
              <a:cxn ang="0">
                <a:pos x="connsiteX57623" y="connsiteY57623"/>
              </a:cxn>
              <a:cxn ang="0">
                <a:pos x="connsiteX57624" y="connsiteY57624"/>
              </a:cxn>
              <a:cxn ang="0">
                <a:pos x="connsiteX57625" y="connsiteY57625"/>
              </a:cxn>
              <a:cxn ang="0">
                <a:pos x="connsiteX57626" y="connsiteY57626"/>
              </a:cxn>
              <a:cxn ang="0">
                <a:pos x="connsiteX57627" y="connsiteY57627"/>
              </a:cxn>
              <a:cxn ang="0">
                <a:pos x="connsiteX57628" y="connsiteY57628"/>
              </a:cxn>
              <a:cxn ang="0">
                <a:pos x="connsiteX57629" y="connsiteY57629"/>
              </a:cxn>
              <a:cxn ang="0">
                <a:pos x="connsiteX57630" y="connsiteY57630"/>
              </a:cxn>
              <a:cxn ang="0">
                <a:pos x="connsiteX57631" y="connsiteY57631"/>
              </a:cxn>
              <a:cxn ang="0">
                <a:pos x="connsiteX57632" y="connsiteY57632"/>
              </a:cxn>
              <a:cxn ang="0">
                <a:pos x="connsiteX57633" y="connsiteY57633"/>
              </a:cxn>
              <a:cxn ang="0">
                <a:pos x="connsiteX57634" y="connsiteY57634"/>
              </a:cxn>
              <a:cxn ang="0">
                <a:pos x="connsiteX57635" y="connsiteY57635"/>
              </a:cxn>
              <a:cxn ang="0">
                <a:pos x="connsiteX57636" y="connsiteY57636"/>
              </a:cxn>
              <a:cxn ang="0">
                <a:pos x="connsiteX57637" y="connsiteY57637"/>
              </a:cxn>
              <a:cxn ang="0">
                <a:pos x="connsiteX57638" y="connsiteY57638"/>
              </a:cxn>
              <a:cxn ang="0">
                <a:pos x="connsiteX57639" y="connsiteY57639"/>
              </a:cxn>
              <a:cxn ang="0">
                <a:pos x="connsiteX57640" y="connsiteY57640"/>
              </a:cxn>
              <a:cxn ang="0">
                <a:pos x="connsiteX57641" y="connsiteY57641"/>
              </a:cxn>
              <a:cxn ang="0">
                <a:pos x="connsiteX57642" y="connsiteY57642"/>
              </a:cxn>
              <a:cxn ang="0">
                <a:pos x="connsiteX57643" y="connsiteY57643"/>
              </a:cxn>
              <a:cxn ang="0">
                <a:pos x="connsiteX57644" y="connsiteY57644"/>
              </a:cxn>
              <a:cxn ang="0">
                <a:pos x="connsiteX57645" y="connsiteY57645"/>
              </a:cxn>
              <a:cxn ang="0">
                <a:pos x="connsiteX57646" y="connsiteY57646"/>
              </a:cxn>
              <a:cxn ang="0">
                <a:pos x="connsiteX57647" y="connsiteY57647"/>
              </a:cxn>
              <a:cxn ang="0">
                <a:pos x="connsiteX57648" y="connsiteY57648"/>
              </a:cxn>
              <a:cxn ang="0">
                <a:pos x="connsiteX57649" y="connsiteY57649"/>
              </a:cxn>
              <a:cxn ang="0">
                <a:pos x="connsiteX57650" y="connsiteY57650"/>
              </a:cxn>
              <a:cxn ang="0">
                <a:pos x="connsiteX57651" y="connsiteY57651"/>
              </a:cxn>
              <a:cxn ang="0">
                <a:pos x="connsiteX57652" y="connsiteY57652"/>
              </a:cxn>
              <a:cxn ang="0">
                <a:pos x="connsiteX57653" y="connsiteY57653"/>
              </a:cxn>
              <a:cxn ang="0">
                <a:pos x="connsiteX57654" y="connsiteY57654"/>
              </a:cxn>
              <a:cxn ang="0">
                <a:pos x="connsiteX57655" y="connsiteY57655"/>
              </a:cxn>
              <a:cxn ang="0">
                <a:pos x="connsiteX57656" y="connsiteY57656"/>
              </a:cxn>
              <a:cxn ang="0">
                <a:pos x="connsiteX57657" y="connsiteY57657"/>
              </a:cxn>
              <a:cxn ang="0">
                <a:pos x="connsiteX57658" y="connsiteY57658"/>
              </a:cxn>
              <a:cxn ang="0">
                <a:pos x="connsiteX57659" y="connsiteY57659"/>
              </a:cxn>
              <a:cxn ang="0">
                <a:pos x="connsiteX57660" y="connsiteY57660"/>
              </a:cxn>
              <a:cxn ang="0">
                <a:pos x="connsiteX57661" y="connsiteY57661"/>
              </a:cxn>
              <a:cxn ang="0">
                <a:pos x="connsiteX57662" y="connsiteY57662"/>
              </a:cxn>
              <a:cxn ang="0">
                <a:pos x="connsiteX57663" y="connsiteY57663"/>
              </a:cxn>
              <a:cxn ang="0">
                <a:pos x="connsiteX57664" y="connsiteY57664"/>
              </a:cxn>
              <a:cxn ang="0">
                <a:pos x="connsiteX57665" y="connsiteY57665"/>
              </a:cxn>
              <a:cxn ang="0">
                <a:pos x="connsiteX57666" y="connsiteY57666"/>
              </a:cxn>
              <a:cxn ang="0">
                <a:pos x="connsiteX57667" y="connsiteY57667"/>
              </a:cxn>
              <a:cxn ang="0">
                <a:pos x="connsiteX57668" y="connsiteY57668"/>
              </a:cxn>
              <a:cxn ang="0">
                <a:pos x="connsiteX57669" y="connsiteY57669"/>
              </a:cxn>
              <a:cxn ang="0">
                <a:pos x="connsiteX57670" y="connsiteY57670"/>
              </a:cxn>
              <a:cxn ang="0">
                <a:pos x="connsiteX57671" y="connsiteY57671"/>
              </a:cxn>
              <a:cxn ang="0">
                <a:pos x="connsiteX57672" y="connsiteY57672"/>
              </a:cxn>
              <a:cxn ang="0">
                <a:pos x="connsiteX57673" y="connsiteY57673"/>
              </a:cxn>
              <a:cxn ang="0">
                <a:pos x="connsiteX57674" y="connsiteY57674"/>
              </a:cxn>
              <a:cxn ang="0">
                <a:pos x="connsiteX57675" y="connsiteY57675"/>
              </a:cxn>
              <a:cxn ang="0">
                <a:pos x="connsiteX57676" y="connsiteY57676"/>
              </a:cxn>
              <a:cxn ang="0">
                <a:pos x="connsiteX57677" y="connsiteY57677"/>
              </a:cxn>
              <a:cxn ang="0">
                <a:pos x="connsiteX57678" y="connsiteY57678"/>
              </a:cxn>
              <a:cxn ang="0">
                <a:pos x="connsiteX57679" y="connsiteY57679"/>
              </a:cxn>
              <a:cxn ang="0">
                <a:pos x="connsiteX57680" y="connsiteY57680"/>
              </a:cxn>
              <a:cxn ang="0">
                <a:pos x="connsiteX57681" y="connsiteY57681"/>
              </a:cxn>
              <a:cxn ang="0">
                <a:pos x="connsiteX57682" y="connsiteY57682"/>
              </a:cxn>
              <a:cxn ang="0">
                <a:pos x="connsiteX57683" y="connsiteY57683"/>
              </a:cxn>
              <a:cxn ang="0">
                <a:pos x="connsiteX57684" y="connsiteY57684"/>
              </a:cxn>
              <a:cxn ang="0">
                <a:pos x="connsiteX57685" y="connsiteY57685"/>
              </a:cxn>
              <a:cxn ang="0">
                <a:pos x="connsiteX57686" y="connsiteY57686"/>
              </a:cxn>
              <a:cxn ang="0">
                <a:pos x="connsiteX57687" y="connsiteY57687"/>
              </a:cxn>
              <a:cxn ang="0">
                <a:pos x="connsiteX57688" y="connsiteY57688"/>
              </a:cxn>
              <a:cxn ang="0">
                <a:pos x="connsiteX57689" y="connsiteY57689"/>
              </a:cxn>
              <a:cxn ang="0">
                <a:pos x="connsiteX57690" y="connsiteY57690"/>
              </a:cxn>
              <a:cxn ang="0">
                <a:pos x="connsiteX57691" y="connsiteY57691"/>
              </a:cxn>
              <a:cxn ang="0">
                <a:pos x="connsiteX57692" y="connsiteY57692"/>
              </a:cxn>
              <a:cxn ang="0">
                <a:pos x="connsiteX57693" y="connsiteY57693"/>
              </a:cxn>
              <a:cxn ang="0">
                <a:pos x="connsiteX57694" y="connsiteY57694"/>
              </a:cxn>
              <a:cxn ang="0">
                <a:pos x="connsiteX57695" y="connsiteY57695"/>
              </a:cxn>
              <a:cxn ang="0">
                <a:pos x="connsiteX57696" y="connsiteY57696"/>
              </a:cxn>
              <a:cxn ang="0">
                <a:pos x="connsiteX57697" y="connsiteY57697"/>
              </a:cxn>
              <a:cxn ang="0">
                <a:pos x="connsiteX57698" y="connsiteY57698"/>
              </a:cxn>
              <a:cxn ang="0">
                <a:pos x="connsiteX57699" y="connsiteY57699"/>
              </a:cxn>
              <a:cxn ang="0">
                <a:pos x="connsiteX57700" y="connsiteY57700"/>
              </a:cxn>
              <a:cxn ang="0">
                <a:pos x="connsiteX57701" y="connsiteY57701"/>
              </a:cxn>
              <a:cxn ang="0">
                <a:pos x="connsiteX57702" y="connsiteY57702"/>
              </a:cxn>
              <a:cxn ang="0">
                <a:pos x="connsiteX57703" y="connsiteY57703"/>
              </a:cxn>
              <a:cxn ang="0">
                <a:pos x="connsiteX57704" y="connsiteY57704"/>
              </a:cxn>
              <a:cxn ang="0">
                <a:pos x="connsiteX57705" y="connsiteY57705"/>
              </a:cxn>
              <a:cxn ang="0">
                <a:pos x="connsiteX57706" y="connsiteY57706"/>
              </a:cxn>
              <a:cxn ang="0">
                <a:pos x="connsiteX57707" y="connsiteY57707"/>
              </a:cxn>
              <a:cxn ang="0">
                <a:pos x="connsiteX57708" y="connsiteY57708"/>
              </a:cxn>
              <a:cxn ang="0">
                <a:pos x="connsiteX57709" y="connsiteY57709"/>
              </a:cxn>
              <a:cxn ang="0">
                <a:pos x="connsiteX57710" y="connsiteY57710"/>
              </a:cxn>
              <a:cxn ang="0">
                <a:pos x="connsiteX57711" y="connsiteY57711"/>
              </a:cxn>
              <a:cxn ang="0">
                <a:pos x="connsiteX57712" y="connsiteY57712"/>
              </a:cxn>
              <a:cxn ang="0">
                <a:pos x="connsiteX57713" y="connsiteY57713"/>
              </a:cxn>
              <a:cxn ang="0">
                <a:pos x="connsiteX57714" y="connsiteY57714"/>
              </a:cxn>
              <a:cxn ang="0">
                <a:pos x="connsiteX57715" y="connsiteY57715"/>
              </a:cxn>
              <a:cxn ang="0">
                <a:pos x="connsiteX57716" y="connsiteY57716"/>
              </a:cxn>
              <a:cxn ang="0">
                <a:pos x="connsiteX57717" y="connsiteY57717"/>
              </a:cxn>
              <a:cxn ang="0">
                <a:pos x="connsiteX57718" y="connsiteY57718"/>
              </a:cxn>
              <a:cxn ang="0">
                <a:pos x="connsiteX57719" y="connsiteY57719"/>
              </a:cxn>
              <a:cxn ang="0">
                <a:pos x="connsiteX57720" y="connsiteY57720"/>
              </a:cxn>
              <a:cxn ang="0">
                <a:pos x="connsiteX57721" y="connsiteY57721"/>
              </a:cxn>
              <a:cxn ang="0">
                <a:pos x="connsiteX57722" y="connsiteY57722"/>
              </a:cxn>
              <a:cxn ang="0">
                <a:pos x="connsiteX57723" y="connsiteY57723"/>
              </a:cxn>
              <a:cxn ang="0">
                <a:pos x="connsiteX57724" y="connsiteY57724"/>
              </a:cxn>
              <a:cxn ang="0">
                <a:pos x="connsiteX57725" y="connsiteY57725"/>
              </a:cxn>
              <a:cxn ang="0">
                <a:pos x="connsiteX57726" y="connsiteY57726"/>
              </a:cxn>
              <a:cxn ang="0">
                <a:pos x="connsiteX57727" y="connsiteY57727"/>
              </a:cxn>
              <a:cxn ang="0">
                <a:pos x="connsiteX57728" y="connsiteY57728"/>
              </a:cxn>
              <a:cxn ang="0">
                <a:pos x="connsiteX57729" y="connsiteY57729"/>
              </a:cxn>
              <a:cxn ang="0">
                <a:pos x="connsiteX57730" y="connsiteY57730"/>
              </a:cxn>
              <a:cxn ang="0">
                <a:pos x="connsiteX57731" y="connsiteY57731"/>
              </a:cxn>
              <a:cxn ang="0">
                <a:pos x="connsiteX57732" y="connsiteY57732"/>
              </a:cxn>
              <a:cxn ang="0">
                <a:pos x="connsiteX57733" y="connsiteY57733"/>
              </a:cxn>
              <a:cxn ang="0">
                <a:pos x="connsiteX57734" y="connsiteY57734"/>
              </a:cxn>
              <a:cxn ang="0">
                <a:pos x="connsiteX57735" y="connsiteY57735"/>
              </a:cxn>
              <a:cxn ang="0">
                <a:pos x="connsiteX57736" y="connsiteY57736"/>
              </a:cxn>
              <a:cxn ang="0">
                <a:pos x="connsiteX57737" y="connsiteY57737"/>
              </a:cxn>
              <a:cxn ang="0">
                <a:pos x="connsiteX57738" y="connsiteY57738"/>
              </a:cxn>
              <a:cxn ang="0">
                <a:pos x="connsiteX57739" y="connsiteY57739"/>
              </a:cxn>
              <a:cxn ang="0">
                <a:pos x="connsiteX57740" y="connsiteY57740"/>
              </a:cxn>
              <a:cxn ang="0">
                <a:pos x="connsiteX57741" y="connsiteY57741"/>
              </a:cxn>
              <a:cxn ang="0">
                <a:pos x="connsiteX57742" y="connsiteY57742"/>
              </a:cxn>
              <a:cxn ang="0">
                <a:pos x="connsiteX57743" y="connsiteY57743"/>
              </a:cxn>
              <a:cxn ang="0">
                <a:pos x="connsiteX57744" y="connsiteY57744"/>
              </a:cxn>
              <a:cxn ang="0">
                <a:pos x="connsiteX57745" y="connsiteY57745"/>
              </a:cxn>
              <a:cxn ang="0">
                <a:pos x="connsiteX57746" y="connsiteY57746"/>
              </a:cxn>
              <a:cxn ang="0">
                <a:pos x="connsiteX57747" y="connsiteY57747"/>
              </a:cxn>
              <a:cxn ang="0">
                <a:pos x="connsiteX57748" y="connsiteY57748"/>
              </a:cxn>
              <a:cxn ang="0">
                <a:pos x="connsiteX57749" y="connsiteY57749"/>
              </a:cxn>
              <a:cxn ang="0">
                <a:pos x="connsiteX57750" y="connsiteY57750"/>
              </a:cxn>
              <a:cxn ang="0">
                <a:pos x="connsiteX57751" y="connsiteY57751"/>
              </a:cxn>
              <a:cxn ang="0">
                <a:pos x="connsiteX57752" y="connsiteY57752"/>
              </a:cxn>
              <a:cxn ang="0">
                <a:pos x="connsiteX57753" y="connsiteY57753"/>
              </a:cxn>
              <a:cxn ang="0">
                <a:pos x="connsiteX57754" y="connsiteY57754"/>
              </a:cxn>
              <a:cxn ang="0">
                <a:pos x="connsiteX57755" y="connsiteY57755"/>
              </a:cxn>
              <a:cxn ang="0">
                <a:pos x="connsiteX57756" y="connsiteY57756"/>
              </a:cxn>
              <a:cxn ang="0">
                <a:pos x="connsiteX57757" y="connsiteY57757"/>
              </a:cxn>
              <a:cxn ang="0">
                <a:pos x="connsiteX57758" y="connsiteY57758"/>
              </a:cxn>
              <a:cxn ang="0">
                <a:pos x="connsiteX57759" y="connsiteY57759"/>
              </a:cxn>
              <a:cxn ang="0">
                <a:pos x="connsiteX57760" y="connsiteY57760"/>
              </a:cxn>
              <a:cxn ang="0">
                <a:pos x="connsiteX57761" y="connsiteY57761"/>
              </a:cxn>
              <a:cxn ang="0">
                <a:pos x="connsiteX57762" y="connsiteY57762"/>
              </a:cxn>
              <a:cxn ang="0">
                <a:pos x="connsiteX57763" y="connsiteY57763"/>
              </a:cxn>
              <a:cxn ang="0">
                <a:pos x="connsiteX57764" y="connsiteY57764"/>
              </a:cxn>
              <a:cxn ang="0">
                <a:pos x="connsiteX57765" y="connsiteY57765"/>
              </a:cxn>
              <a:cxn ang="0">
                <a:pos x="connsiteX57766" y="connsiteY57766"/>
              </a:cxn>
              <a:cxn ang="0">
                <a:pos x="connsiteX57767" y="connsiteY57767"/>
              </a:cxn>
              <a:cxn ang="0">
                <a:pos x="connsiteX57768" y="connsiteY57768"/>
              </a:cxn>
              <a:cxn ang="0">
                <a:pos x="connsiteX57769" y="connsiteY57769"/>
              </a:cxn>
              <a:cxn ang="0">
                <a:pos x="connsiteX57770" y="connsiteY57770"/>
              </a:cxn>
              <a:cxn ang="0">
                <a:pos x="connsiteX57771" y="connsiteY57771"/>
              </a:cxn>
              <a:cxn ang="0">
                <a:pos x="connsiteX57772" y="connsiteY57772"/>
              </a:cxn>
              <a:cxn ang="0">
                <a:pos x="connsiteX57773" y="connsiteY57773"/>
              </a:cxn>
              <a:cxn ang="0">
                <a:pos x="connsiteX57774" y="connsiteY57774"/>
              </a:cxn>
              <a:cxn ang="0">
                <a:pos x="connsiteX57775" y="connsiteY57775"/>
              </a:cxn>
              <a:cxn ang="0">
                <a:pos x="connsiteX57776" y="connsiteY57776"/>
              </a:cxn>
              <a:cxn ang="0">
                <a:pos x="connsiteX57777" y="connsiteY57777"/>
              </a:cxn>
              <a:cxn ang="0">
                <a:pos x="connsiteX57778" y="connsiteY57778"/>
              </a:cxn>
              <a:cxn ang="0">
                <a:pos x="connsiteX57779" y="connsiteY57779"/>
              </a:cxn>
              <a:cxn ang="0">
                <a:pos x="connsiteX57780" y="connsiteY57780"/>
              </a:cxn>
              <a:cxn ang="0">
                <a:pos x="connsiteX57781" y="connsiteY57781"/>
              </a:cxn>
              <a:cxn ang="0">
                <a:pos x="connsiteX57782" y="connsiteY57782"/>
              </a:cxn>
              <a:cxn ang="0">
                <a:pos x="connsiteX57783" y="connsiteY57783"/>
              </a:cxn>
              <a:cxn ang="0">
                <a:pos x="connsiteX57784" y="connsiteY57784"/>
              </a:cxn>
              <a:cxn ang="0">
                <a:pos x="connsiteX57785" y="connsiteY57785"/>
              </a:cxn>
              <a:cxn ang="0">
                <a:pos x="connsiteX57786" y="connsiteY57786"/>
              </a:cxn>
              <a:cxn ang="0">
                <a:pos x="connsiteX57787" y="connsiteY57787"/>
              </a:cxn>
              <a:cxn ang="0">
                <a:pos x="connsiteX57788" y="connsiteY57788"/>
              </a:cxn>
              <a:cxn ang="0">
                <a:pos x="connsiteX57789" y="connsiteY57789"/>
              </a:cxn>
              <a:cxn ang="0">
                <a:pos x="connsiteX57790" y="connsiteY57790"/>
              </a:cxn>
              <a:cxn ang="0">
                <a:pos x="connsiteX57791" y="connsiteY57791"/>
              </a:cxn>
              <a:cxn ang="0">
                <a:pos x="connsiteX57792" y="connsiteY57792"/>
              </a:cxn>
              <a:cxn ang="0">
                <a:pos x="connsiteX57793" y="connsiteY57793"/>
              </a:cxn>
              <a:cxn ang="0">
                <a:pos x="connsiteX57794" y="connsiteY57794"/>
              </a:cxn>
              <a:cxn ang="0">
                <a:pos x="connsiteX57795" y="connsiteY57795"/>
              </a:cxn>
              <a:cxn ang="0">
                <a:pos x="connsiteX57796" y="connsiteY57796"/>
              </a:cxn>
              <a:cxn ang="0">
                <a:pos x="connsiteX57797" y="connsiteY57797"/>
              </a:cxn>
              <a:cxn ang="0">
                <a:pos x="connsiteX57798" y="connsiteY57798"/>
              </a:cxn>
              <a:cxn ang="0">
                <a:pos x="connsiteX57799" y="connsiteY57799"/>
              </a:cxn>
              <a:cxn ang="0">
                <a:pos x="connsiteX57800" y="connsiteY57800"/>
              </a:cxn>
              <a:cxn ang="0">
                <a:pos x="connsiteX57801" y="connsiteY57801"/>
              </a:cxn>
              <a:cxn ang="0">
                <a:pos x="connsiteX57802" y="connsiteY57802"/>
              </a:cxn>
              <a:cxn ang="0">
                <a:pos x="connsiteX57803" y="connsiteY57803"/>
              </a:cxn>
              <a:cxn ang="0">
                <a:pos x="connsiteX57804" y="connsiteY57804"/>
              </a:cxn>
              <a:cxn ang="0">
                <a:pos x="connsiteX57805" y="connsiteY57805"/>
              </a:cxn>
              <a:cxn ang="0">
                <a:pos x="connsiteX57806" y="connsiteY57806"/>
              </a:cxn>
              <a:cxn ang="0">
                <a:pos x="connsiteX57807" y="connsiteY57807"/>
              </a:cxn>
              <a:cxn ang="0">
                <a:pos x="connsiteX57808" y="connsiteY57808"/>
              </a:cxn>
              <a:cxn ang="0">
                <a:pos x="connsiteX57809" y="connsiteY57809"/>
              </a:cxn>
              <a:cxn ang="0">
                <a:pos x="connsiteX57810" y="connsiteY57810"/>
              </a:cxn>
              <a:cxn ang="0">
                <a:pos x="connsiteX57811" y="connsiteY57811"/>
              </a:cxn>
              <a:cxn ang="0">
                <a:pos x="connsiteX57812" y="connsiteY57812"/>
              </a:cxn>
              <a:cxn ang="0">
                <a:pos x="connsiteX57813" y="connsiteY57813"/>
              </a:cxn>
              <a:cxn ang="0">
                <a:pos x="connsiteX57814" y="connsiteY57814"/>
              </a:cxn>
              <a:cxn ang="0">
                <a:pos x="connsiteX57815" y="connsiteY57815"/>
              </a:cxn>
              <a:cxn ang="0">
                <a:pos x="connsiteX57816" y="connsiteY57816"/>
              </a:cxn>
              <a:cxn ang="0">
                <a:pos x="connsiteX57817" y="connsiteY57817"/>
              </a:cxn>
              <a:cxn ang="0">
                <a:pos x="connsiteX57818" y="connsiteY57818"/>
              </a:cxn>
              <a:cxn ang="0">
                <a:pos x="connsiteX57819" y="connsiteY57819"/>
              </a:cxn>
              <a:cxn ang="0">
                <a:pos x="connsiteX57820" y="connsiteY57820"/>
              </a:cxn>
              <a:cxn ang="0">
                <a:pos x="connsiteX57821" y="connsiteY57821"/>
              </a:cxn>
              <a:cxn ang="0">
                <a:pos x="connsiteX57822" y="connsiteY57822"/>
              </a:cxn>
              <a:cxn ang="0">
                <a:pos x="connsiteX57823" y="connsiteY57823"/>
              </a:cxn>
              <a:cxn ang="0">
                <a:pos x="connsiteX57824" y="connsiteY57824"/>
              </a:cxn>
              <a:cxn ang="0">
                <a:pos x="connsiteX57825" y="connsiteY57825"/>
              </a:cxn>
              <a:cxn ang="0">
                <a:pos x="connsiteX57826" y="connsiteY57826"/>
              </a:cxn>
              <a:cxn ang="0">
                <a:pos x="connsiteX57827" y="connsiteY57827"/>
              </a:cxn>
              <a:cxn ang="0">
                <a:pos x="connsiteX57828" y="connsiteY57828"/>
              </a:cxn>
              <a:cxn ang="0">
                <a:pos x="connsiteX57829" y="connsiteY57829"/>
              </a:cxn>
              <a:cxn ang="0">
                <a:pos x="connsiteX57830" y="connsiteY57830"/>
              </a:cxn>
              <a:cxn ang="0">
                <a:pos x="connsiteX57831" y="connsiteY57831"/>
              </a:cxn>
              <a:cxn ang="0">
                <a:pos x="connsiteX57832" y="connsiteY57832"/>
              </a:cxn>
              <a:cxn ang="0">
                <a:pos x="connsiteX57833" y="connsiteY57833"/>
              </a:cxn>
              <a:cxn ang="0">
                <a:pos x="connsiteX57834" y="connsiteY57834"/>
              </a:cxn>
              <a:cxn ang="0">
                <a:pos x="connsiteX57835" y="connsiteY57835"/>
              </a:cxn>
              <a:cxn ang="0">
                <a:pos x="connsiteX57836" y="connsiteY57836"/>
              </a:cxn>
              <a:cxn ang="0">
                <a:pos x="connsiteX57837" y="connsiteY57837"/>
              </a:cxn>
              <a:cxn ang="0">
                <a:pos x="connsiteX57838" y="connsiteY57838"/>
              </a:cxn>
              <a:cxn ang="0">
                <a:pos x="connsiteX57839" y="connsiteY57839"/>
              </a:cxn>
              <a:cxn ang="0">
                <a:pos x="connsiteX57840" y="connsiteY57840"/>
              </a:cxn>
              <a:cxn ang="0">
                <a:pos x="connsiteX57841" y="connsiteY57841"/>
              </a:cxn>
              <a:cxn ang="0">
                <a:pos x="connsiteX57842" y="connsiteY57842"/>
              </a:cxn>
              <a:cxn ang="0">
                <a:pos x="connsiteX57843" y="connsiteY57843"/>
              </a:cxn>
              <a:cxn ang="0">
                <a:pos x="connsiteX57844" y="connsiteY57844"/>
              </a:cxn>
              <a:cxn ang="0">
                <a:pos x="connsiteX57845" y="connsiteY57845"/>
              </a:cxn>
              <a:cxn ang="0">
                <a:pos x="connsiteX57846" y="connsiteY57846"/>
              </a:cxn>
              <a:cxn ang="0">
                <a:pos x="connsiteX57847" y="connsiteY57847"/>
              </a:cxn>
              <a:cxn ang="0">
                <a:pos x="connsiteX57848" y="connsiteY57848"/>
              </a:cxn>
              <a:cxn ang="0">
                <a:pos x="connsiteX57849" y="connsiteY57849"/>
              </a:cxn>
              <a:cxn ang="0">
                <a:pos x="connsiteX57850" y="connsiteY57850"/>
              </a:cxn>
              <a:cxn ang="0">
                <a:pos x="connsiteX57851" y="connsiteY57851"/>
              </a:cxn>
              <a:cxn ang="0">
                <a:pos x="connsiteX57852" y="connsiteY57852"/>
              </a:cxn>
              <a:cxn ang="0">
                <a:pos x="connsiteX57853" y="connsiteY57853"/>
              </a:cxn>
              <a:cxn ang="0">
                <a:pos x="connsiteX57854" y="connsiteY57854"/>
              </a:cxn>
              <a:cxn ang="0">
                <a:pos x="connsiteX57855" y="connsiteY57855"/>
              </a:cxn>
              <a:cxn ang="0">
                <a:pos x="connsiteX57856" y="connsiteY57856"/>
              </a:cxn>
              <a:cxn ang="0">
                <a:pos x="connsiteX57857" y="connsiteY57857"/>
              </a:cxn>
              <a:cxn ang="0">
                <a:pos x="connsiteX57858" y="connsiteY57858"/>
              </a:cxn>
              <a:cxn ang="0">
                <a:pos x="connsiteX57859" y="connsiteY57859"/>
              </a:cxn>
              <a:cxn ang="0">
                <a:pos x="connsiteX57860" y="connsiteY57860"/>
              </a:cxn>
              <a:cxn ang="0">
                <a:pos x="connsiteX57861" y="connsiteY57861"/>
              </a:cxn>
              <a:cxn ang="0">
                <a:pos x="connsiteX57862" y="connsiteY57862"/>
              </a:cxn>
              <a:cxn ang="0">
                <a:pos x="connsiteX57863" y="connsiteY57863"/>
              </a:cxn>
              <a:cxn ang="0">
                <a:pos x="connsiteX57864" y="connsiteY57864"/>
              </a:cxn>
              <a:cxn ang="0">
                <a:pos x="connsiteX57865" y="connsiteY57865"/>
              </a:cxn>
              <a:cxn ang="0">
                <a:pos x="connsiteX57866" y="connsiteY57866"/>
              </a:cxn>
              <a:cxn ang="0">
                <a:pos x="connsiteX57867" y="connsiteY57867"/>
              </a:cxn>
              <a:cxn ang="0">
                <a:pos x="connsiteX57868" y="connsiteY57868"/>
              </a:cxn>
              <a:cxn ang="0">
                <a:pos x="connsiteX57869" y="connsiteY57869"/>
              </a:cxn>
              <a:cxn ang="0">
                <a:pos x="connsiteX57870" y="connsiteY57870"/>
              </a:cxn>
              <a:cxn ang="0">
                <a:pos x="connsiteX57871" y="connsiteY57871"/>
              </a:cxn>
              <a:cxn ang="0">
                <a:pos x="connsiteX57872" y="connsiteY57872"/>
              </a:cxn>
              <a:cxn ang="0">
                <a:pos x="connsiteX57873" y="connsiteY57873"/>
              </a:cxn>
              <a:cxn ang="0">
                <a:pos x="connsiteX57874" y="connsiteY57874"/>
              </a:cxn>
              <a:cxn ang="0">
                <a:pos x="connsiteX57875" y="connsiteY57875"/>
              </a:cxn>
              <a:cxn ang="0">
                <a:pos x="connsiteX57876" y="connsiteY57876"/>
              </a:cxn>
              <a:cxn ang="0">
                <a:pos x="connsiteX57877" y="connsiteY57877"/>
              </a:cxn>
              <a:cxn ang="0">
                <a:pos x="connsiteX57878" y="connsiteY57878"/>
              </a:cxn>
              <a:cxn ang="0">
                <a:pos x="connsiteX57879" y="connsiteY57879"/>
              </a:cxn>
              <a:cxn ang="0">
                <a:pos x="connsiteX57880" y="connsiteY57880"/>
              </a:cxn>
              <a:cxn ang="0">
                <a:pos x="connsiteX57881" y="connsiteY57881"/>
              </a:cxn>
              <a:cxn ang="0">
                <a:pos x="connsiteX57882" y="connsiteY57882"/>
              </a:cxn>
              <a:cxn ang="0">
                <a:pos x="connsiteX57883" y="connsiteY57883"/>
              </a:cxn>
              <a:cxn ang="0">
                <a:pos x="connsiteX57884" y="connsiteY57884"/>
              </a:cxn>
              <a:cxn ang="0">
                <a:pos x="connsiteX57885" y="connsiteY57885"/>
              </a:cxn>
              <a:cxn ang="0">
                <a:pos x="connsiteX57886" y="connsiteY57886"/>
              </a:cxn>
              <a:cxn ang="0">
                <a:pos x="connsiteX57887" y="connsiteY57887"/>
              </a:cxn>
              <a:cxn ang="0">
                <a:pos x="connsiteX57888" y="connsiteY57888"/>
              </a:cxn>
              <a:cxn ang="0">
                <a:pos x="connsiteX57889" y="connsiteY57889"/>
              </a:cxn>
              <a:cxn ang="0">
                <a:pos x="connsiteX57890" y="connsiteY57890"/>
              </a:cxn>
              <a:cxn ang="0">
                <a:pos x="connsiteX57891" y="connsiteY57891"/>
              </a:cxn>
              <a:cxn ang="0">
                <a:pos x="connsiteX57892" y="connsiteY57892"/>
              </a:cxn>
              <a:cxn ang="0">
                <a:pos x="connsiteX57893" y="connsiteY57893"/>
              </a:cxn>
              <a:cxn ang="0">
                <a:pos x="connsiteX57894" y="connsiteY57894"/>
              </a:cxn>
              <a:cxn ang="0">
                <a:pos x="connsiteX57895" y="connsiteY57895"/>
              </a:cxn>
              <a:cxn ang="0">
                <a:pos x="connsiteX57896" y="connsiteY57896"/>
              </a:cxn>
              <a:cxn ang="0">
                <a:pos x="connsiteX57897" y="connsiteY57897"/>
              </a:cxn>
              <a:cxn ang="0">
                <a:pos x="connsiteX57898" y="connsiteY57898"/>
              </a:cxn>
              <a:cxn ang="0">
                <a:pos x="connsiteX57899" y="connsiteY57899"/>
              </a:cxn>
              <a:cxn ang="0">
                <a:pos x="connsiteX57900" y="connsiteY57900"/>
              </a:cxn>
              <a:cxn ang="0">
                <a:pos x="connsiteX57901" y="connsiteY57901"/>
              </a:cxn>
              <a:cxn ang="0">
                <a:pos x="connsiteX57902" y="connsiteY57902"/>
              </a:cxn>
              <a:cxn ang="0">
                <a:pos x="connsiteX57903" y="connsiteY57903"/>
              </a:cxn>
              <a:cxn ang="0">
                <a:pos x="connsiteX57904" y="connsiteY57904"/>
              </a:cxn>
              <a:cxn ang="0">
                <a:pos x="connsiteX57905" y="connsiteY57905"/>
              </a:cxn>
              <a:cxn ang="0">
                <a:pos x="connsiteX57906" y="connsiteY57906"/>
              </a:cxn>
              <a:cxn ang="0">
                <a:pos x="connsiteX57907" y="connsiteY57907"/>
              </a:cxn>
              <a:cxn ang="0">
                <a:pos x="connsiteX57908" y="connsiteY57908"/>
              </a:cxn>
              <a:cxn ang="0">
                <a:pos x="connsiteX57909" y="connsiteY57909"/>
              </a:cxn>
              <a:cxn ang="0">
                <a:pos x="connsiteX57910" y="connsiteY57910"/>
              </a:cxn>
              <a:cxn ang="0">
                <a:pos x="connsiteX57911" y="connsiteY57911"/>
              </a:cxn>
              <a:cxn ang="0">
                <a:pos x="connsiteX57912" y="connsiteY57912"/>
              </a:cxn>
              <a:cxn ang="0">
                <a:pos x="connsiteX57913" y="connsiteY57913"/>
              </a:cxn>
              <a:cxn ang="0">
                <a:pos x="connsiteX57914" y="connsiteY57914"/>
              </a:cxn>
              <a:cxn ang="0">
                <a:pos x="connsiteX57915" y="connsiteY57915"/>
              </a:cxn>
              <a:cxn ang="0">
                <a:pos x="connsiteX57916" y="connsiteY57916"/>
              </a:cxn>
              <a:cxn ang="0">
                <a:pos x="connsiteX57917" y="connsiteY57917"/>
              </a:cxn>
              <a:cxn ang="0">
                <a:pos x="connsiteX57918" y="connsiteY57918"/>
              </a:cxn>
              <a:cxn ang="0">
                <a:pos x="connsiteX57919" y="connsiteY57919"/>
              </a:cxn>
              <a:cxn ang="0">
                <a:pos x="connsiteX57920" y="connsiteY57920"/>
              </a:cxn>
              <a:cxn ang="0">
                <a:pos x="connsiteX57921" y="connsiteY57921"/>
              </a:cxn>
              <a:cxn ang="0">
                <a:pos x="connsiteX57922" y="connsiteY57922"/>
              </a:cxn>
              <a:cxn ang="0">
                <a:pos x="connsiteX57923" y="connsiteY57923"/>
              </a:cxn>
              <a:cxn ang="0">
                <a:pos x="connsiteX57924" y="connsiteY57924"/>
              </a:cxn>
              <a:cxn ang="0">
                <a:pos x="connsiteX57925" y="connsiteY57925"/>
              </a:cxn>
              <a:cxn ang="0">
                <a:pos x="connsiteX57926" y="connsiteY57926"/>
              </a:cxn>
              <a:cxn ang="0">
                <a:pos x="connsiteX57927" y="connsiteY57927"/>
              </a:cxn>
              <a:cxn ang="0">
                <a:pos x="connsiteX57928" y="connsiteY57928"/>
              </a:cxn>
              <a:cxn ang="0">
                <a:pos x="connsiteX57929" y="connsiteY57929"/>
              </a:cxn>
              <a:cxn ang="0">
                <a:pos x="connsiteX57930" y="connsiteY57930"/>
              </a:cxn>
              <a:cxn ang="0">
                <a:pos x="connsiteX57931" y="connsiteY57931"/>
              </a:cxn>
              <a:cxn ang="0">
                <a:pos x="connsiteX57932" y="connsiteY57932"/>
              </a:cxn>
              <a:cxn ang="0">
                <a:pos x="connsiteX57933" y="connsiteY57933"/>
              </a:cxn>
              <a:cxn ang="0">
                <a:pos x="connsiteX57934" y="connsiteY57934"/>
              </a:cxn>
              <a:cxn ang="0">
                <a:pos x="connsiteX57935" y="connsiteY57935"/>
              </a:cxn>
              <a:cxn ang="0">
                <a:pos x="connsiteX57936" y="connsiteY57936"/>
              </a:cxn>
              <a:cxn ang="0">
                <a:pos x="connsiteX57937" y="connsiteY57937"/>
              </a:cxn>
              <a:cxn ang="0">
                <a:pos x="connsiteX57938" y="connsiteY57938"/>
              </a:cxn>
              <a:cxn ang="0">
                <a:pos x="connsiteX57939" y="connsiteY57939"/>
              </a:cxn>
              <a:cxn ang="0">
                <a:pos x="connsiteX57940" y="connsiteY57940"/>
              </a:cxn>
              <a:cxn ang="0">
                <a:pos x="connsiteX57941" y="connsiteY57941"/>
              </a:cxn>
              <a:cxn ang="0">
                <a:pos x="connsiteX57942" y="connsiteY57942"/>
              </a:cxn>
              <a:cxn ang="0">
                <a:pos x="connsiteX57943" y="connsiteY57943"/>
              </a:cxn>
              <a:cxn ang="0">
                <a:pos x="connsiteX57944" y="connsiteY57944"/>
              </a:cxn>
              <a:cxn ang="0">
                <a:pos x="connsiteX57945" y="connsiteY57945"/>
              </a:cxn>
              <a:cxn ang="0">
                <a:pos x="connsiteX57946" y="connsiteY57946"/>
              </a:cxn>
              <a:cxn ang="0">
                <a:pos x="connsiteX57947" y="connsiteY57947"/>
              </a:cxn>
              <a:cxn ang="0">
                <a:pos x="connsiteX57948" y="connsiteY57948"/>
              </a:cxn>
              <a:cxn ang="0">
                <a:pos x="connsiteX57949" y="connsiteY57949"/>
              </a:cxn>
              <a:cxn ang="0">
                <a:pos x="connsiteX57950" y="connsiteY57950"/>
              </a:cxn>
              <a:cxn ang="0">
                <a:pos x="connsiteX57951" y="connsiteY57951"/>
              </a:cxn>
              <a:cxn ang="0">
                <a:pos x="connsiteX57952" y="connsiteY57952"/>
              </a:cxn>
              <a:cxn ang="0">
                <a:pos x="connsiteX57953" y="connsiteY57953"/>
              </a:cxn>
              <a:cxn ang="0">
                <a:pos x="connsiteX57954" y="connsiteY57954"/>
              </a:cxn>
              <a:cxn ang="0">
                <a:pos x="connsiteX57955" y="connsiteY57955"/>
              </a:cxn>
              <a:cxn ang="0">
                <a:pos x="connsiteX57956" y="connsiteY57956"/>
              </a:cxn>
              <a:cxn ang="0">
                <a:pos x="connsiteX57957" y="connsiteY57957"/>
              </a:cxn>
              <a:cxn ang="0">
                <a:pos x="connsiteX57958" y="connsiteY57958"/>
              </a:cxn>
              <a:cxn ang="0">
                <a:pos x="connsiteX57959" y="connsiteY57959"/>
              </a:cxn>
              <a:cxn ang="0">
                <a:pos x="connsiteX57960" y="connsiteY57960"/>
              </a:cxn>
              <a:cxn ang="0">
                <a:pos x="connsiteX57961" y="connsiteY57961"/>
              </a:cxn>
              <a:cxn ang="0">
                <a:pos x="connsiteX57962" y="connsiteY57962"/>
              </a:cxn>
              <a:cxn ang="0">
                <a:pos x="connsiteX57963" y="connsiteY57963"/>
              </a:cxn>
              <a:cxn ang="0">
                <a:pos x="connsiteX57964" y="connsiteY57964"/>
              </a:cxn>
              <a:cxn ang="0">
                <a:pos x="connsiteX57965" y="connsiteY57965"/>
              </a:cxn>
              <a:cxn ang="0">
                <a:pos x="connsiteX57966" y="connsiteY57966"/>
              </a:cxn>
              <a:cxn ang="0">
                <a:pos x="connsiteX57967" y="connsiteY57967"/>
              </a:cxn>
              <a:cxn ang="0">
                <a:pos x="connsiteX57968" y="connsiteY57968"/>
              </a:cxn>
              <a:cxn ang="0">
                <a:pos x="connsiteX57969" y="connsiteY57969"/>
              </a:cxn>
              <a:cxn ang="0">
                <a:pos x="connsiteX57970" y="connsiteY57970"/>
              </a:cxn>
              <a:cxn ang="0">
                <a:pos x="connsiteX57971" y="connsiteY57971"/>
              </a:cxn>
              <a:cxn ang="0">
                <a:pos x="connsiteX57972" y="connsiteY57972"/>
              </a:cxn>
              <a:cxn ang="0">
                <a:pos x="connsiteX57973" y="connsiteY57973"/>
              </a:cxn>
              <a:cxn ang="0">
                <a:pos x="connsiteX57974" y="connsiteY57974"/>
              </a:cxn>
              <a:cxn ang="0">
                <a:pos x="connsiteX57975" y="connsiteY57975"/>
              </a:cxn>
              <a:cxn ang="0">
                <a:pos x="connsiteX57976" y="connsiteY57976"/>
              </a:cxn>
              <a:cxn ang="0">
                <a:pos x="connsiteX57977" y="connsiteY57977"/>
              </a:cxn>
              <a:cxn ang="0">
                <a:pos x="connsiteX57978" y="connsiteY57978"/>
              </a:cxn>
              <a:cxn ang="0">
                <a:pos x="connsiteX57979" y="connsiteY57979"/>
              </a:cxn>
              <a:cxn ang="0">
                <a:pos x="connsiteX57980" y="connsiteY57980"/>
              </a:cxn>
              <a:cxn ang="0">
                <a:pos x="connsiteX57981" y="connsiteY57981"/>
              </a:cxn>
              <a:cxn ang="0">
                <a:pos x="connsiteX57982" y="connsiteY57982"/>
              </a:cxn>
              <a:cxn ang="0">
                <a:pos x="connsiteX57983" y="connsiteY57983"/>
              </a:cxn>
              <a:cxn ang="0">
                <a:pos x="connsiteX57984" y="connsiteY57984"/>
              </a:cxn>
              <a:cxn ang="0">
                <a:pos x="connsiteX57985" y="connsiteY57985"/>
              </a:cxn>
              <a:cxn ang="0">
                <a:pos x="connsiteX57986" y="connsiteY57986"/>
              </a:cxn>
              <a:cxn ang="0">
                <a:pos x="connsiteX57987" y="connsiteY57987"/>
              </a:cxn>
              <a:cxn ang="0">
                <a:pos x="connsiteX57988" y="connsiteY57988"/>
              </a:cxn>
              <a:cxn ang="0">
                <a:pos x="connsiteX57989" y="connsiteY57989"/>
              </a:cxn>
              <a:cxn ang="0">
                <a:pos x="connsiteX57990" y="connsiteY57990"/>
              </a:cxn>
              <a:cxn ang="0">
                <a:pos x="connsiteX57991" y="connsiteY57991"/>
              </a:cxn>
              <a:cxn ang="0">
                <a:pos x="connsiteX57992" y="connsiteY57992"/>
              </a:cxn>
              <a:cxn ang="0">
                <a:pos x="connsiteX57993" y="connsiteY57993"/>
              </a:cxn>
              <a:cxn ang="0">
                <a:pos x="connsiteX57994" y="connsiteY57994"/>
              </a:cxn>
              <a:cxn ang="0">
                <a:pos x="connsiteX57995" y="connsiteY57995"/>
              </a:cxn>
              <a:cxn ang="0">
                <a:pos x="connsiteX57996" y="connsiteY57996"/>
              </a:cxn>
              <a:cxn ang="0">
                <a:pos x="connsiteX57997" y="connsiteY57997"/>
              </a:cxn>
              <a:cxn ang="0">
                <a:pos x="connsiteX57998" y="connsiteY57998"/>
              </a:cxn>
              <a:cxn ang="0">
                <a:pos x="connsiteX57999" y="connsiteY57999"/>
              </a:cxn>
              <a:cxn ang="0">
                <a:pos x="connsiteX58000" y="connsiteY58000"/>
              </a:cxn>
              <a:cxn ang="0">
                <a:pos x="connsiteX58001" y="connsiteY58001"/>
              </a:cxn>
              <a:cxn ang="0">
                <a:pos x="connsiteX58002" y="connsiteY58002"/>
              </a:cxn>
              <a:cxn ang="0">
                <a:pos x="connsiteX58003" y="connsiteY58003"/>
              </a:cxn>
              <a:cxn ang="0">
                <a:pos x="connsiteX58004" y="connsiteY58004"/>
              </a:cxn>
              <a:cxn ang="0">
                <a:pos x="connsiteX58005" y="connsiteY58005"/>
              </a:cxn>
              <a:cxn ang="0">
                <a:pos x="connsiteX58006" y="connsiteY58006"/>
              </a:cxn>
              <a:cxn ang="0">
                <a:pos x="connsiteX58007" y="connsiteY58007"/>
              </a:cxn>
              <a:cxn ang="0">
                <a:pos x="connsiteX58008" y="connsiteY58008"/>
              </a:cxn>
              <a:cxn ang="0">
                <a:pos x="connsiteX58009" y="connsiteY58009"/>
              </a:cxn>
              <a:cxn ang="0">
                <a:pos x="connsiteX58010" y="connsiteY58010"/>
              </a:cxn>
              <a:cxn ang="0">
                <a:pos x="connsiteX58011" y="connsiteY58011"/>
              </a:cxn>
              <a:cxn ang="0">
                <a:pos x="connsiteX58012" y="connsiteY58012"/>
              </a:cxn>
              <a:cxn ang="0">
                <a:pos x="connsiteX58013" y="connsiteY58013"/>
              </a:cxn>
              <a:cxn ang="0">
                <a:pos x="connsiteX58014" y="connsiteY58014"/>
              </a:cxn>
              <a:cxn ang="0">
                <a:pos x="connsiteX58015" y="connsiteY58015"/>
              </a:cxn>
              <a:cxn ang="0">
                <a:pos x="connsiteX58016" y="connsiteY58016"/>
              </a:cxn>
              <a:cxn ang="0">
                <a:pos x="connsiteX58017" y="connsiteY58017"/>
              </a:cxn>
              <a:cxn ang="0">
                <a:pos x="connsiteX58018" y="connsiteY58018"/>
              </a:cxn>
              <a:cxn ang="0">
                <a:pos x="connsiteX58019" y="connsiteY58019"/>
              </a:cxn>
              <a:cxn ang="0">
                <a:pos x="connsiteX58020" y="connsiteY58020"/>
              </a:cxn>
              <a:cxn ang="0">
                <a:pos x="connsiteX58021" y="connsiteY58021"/>
              </a:cxn>
              <a:cxn ang="0">
                <a:pos x="connsiteX58022" y="connsiteY58022"/>
              </a:cxn>
              <a:cxn ang="0">
                <a:pos x="connsiteX58023" y="connsiteY58023"/>
              </a:cxn>
              <a:cxn ang="0">
                <a:pos x="connsiteX58024" y="connsiteY58024"/>
              </a:cxn>
              <a:cxn ang="0">
                <a:pos x="connsiteX58025" y="connsiteY58025"/>
              </a:cxn>
              <a:cxn ang="0">
                <a:pos x="connsiteX58026" y="connsiteY58026"/>
              </a:cxn>
              <a:cxn ang="0">
                <a:pos x="connsiteX58027" y="connsiteY58027"/>
              </a:cxn>
              <a:cxn ang="0">
                <a:pos x="connsiteX58028" y="connsiteY58028"/>
              </a:cxn>
              <a:cxn ang="0">
                <a:pos x="connsiteX58029" y="connsiteY58029"/>
              </a:cxn>
              <a:cxn ang="0">
                <a:pos x="connsiteX58030" y="connsiteY58030"/>
              </a:cxn>
              <a:cxn ang="0">
                <a:pos x="connsiteX58031" y="connsiteY58031"/>
              </a:cxn>
              <a:cxn ang="0">
                <a:pos x="connsiteX58032" y="connsiteY58032"/>
              </a:cxn>
              <a:cxn ang="0">
                <a:pos x="connsiteX58033" y="connsiteY58033"/>
              </a:cxn>
              <a:cxn ang="0">
                <a:pos x="connsiteX58034" y="connsiteY58034"/>
              </a:cxn>
              <a:cxn ang="0">
                <a:pos x="connsiteX58035" y="connsiteY58035"/>
              </a:cxn>
              <a:cxn ang="0">
                <a:pos x="connsiteX58036" y="connsiteY58036"/>
              </a:cxn>
              <a:cxn ang="0">
                <a:pos x="connsiteX58037" y="connsiteY58037"/>
              </a:cxn>
              <a:cxn ang="0">
                <a:pos x="connsiteX58038" y="connsiteY58038"/>
              </a:cxn>
              <a:cxn ang="0">
                <a:pos x="connsiteX58039" y="connsiteY58039"/>
              </a:cxn>
              <a:cxn ang="0">
                <a:pos x="connsiteX58040" y="connsiteY58040"/>
              </a:cxn>
              <a:cxn ang="0">
                <a:pos x="connsiteX58041" y="connsiteY58041"/>
              </a:cxn>
              <a:cxn ang="0">
                <a:pos x="connsiteX58042" y="connsiteY58042"/>
              </a:cxn>
              <a:cxn ang="0">
                <a:pos x="connsiteX58043" y="connsiteY58043"/>
              </a:cxn>
              <a:cxn ang="0">
                <a:pos x="connsiteX58044" y="connsiteY58044"/>
              </a:cxn>
              <a:cxn ang="0">
                <a:pos x="connsiteX58045" y="connsiteY58045"/>
              </a:cxn>
              <a:cxn ang="0">
                <a:pos x="connsiteX58046" y="connsiteY58046"/>
              </a:cxn>
              <a:cxn ang="0">
                <a:pos x="connsiteX58047" y="connsiteY58047"/>
              </a:cxn>
              <a:cxn ang="0">
                <a:pos x="connsiteX58048" y="connsiteY58048"/>
              </a:cxn>
              <a:cxn ang="0">
                <a:pos x="connsiteX58049" y="connsiteY58049"/>
              </a:cxn>
              <a:cxn ang="0">
                <a:pos x="connsiteX58050" y="connsiteY58050"/>
              </a:cxn>
              <a:cxn ang="0">
                <a:pos x="connsiteX58051" y="connsiteY58051"/>
              </a:cxn>
              <a:cxn ang="0">
                <a:pos x="connsiteX58052" y="connsiteY58052"/>
              </a:cxn>
              <a:cxn ang="0">
                <a:pos x="connsiteX58053" y="connsiteY58053"/>
              </a:cxn>
              <a:cxn ang="0">
                <a:pos x="connsiteX58054" y="connsiteY58054"/>
              </a:cxn>
              <a:cxn ang="0">
                <a:pos x="connsiteX58055" y="connsiteY58055"/>
              </a:cxn>
              <a:cxn ang="0">
                <a:pos x="connsiteX58056" y="connsiteY58056"/>
              </a:cxn>
              <a:cxn ang="0">
                <a:pos x="connsiteX58057" y="connsiteY58057"/>
              </a:cxn>
              <a:cxn ang="0">
                <a:pos x="connsiteX58058" y="connsiteY58058"/>
              </a:cxn>
              <a:cxn ang="0">
                <a:pos x="connsiteX58059" y="connsiteY58059"/>
              </a:cxn>
              <a:cxn ang="0">
                <a:pos x="connsiteX58060" y="connsiteY58060"/>
              </a:cxn>
              <a:cxn ang="0">
                <a:pos x="connsiteX58061" y="connsiteY58061"/>
              </a:cxn>
              <a:cxn ang="0">
                <a:pos x="connsiteX58062" y="connsiteY58062"/>
              </a:cxn>
              <a:cxn ang="0">
                <a:pos x="connsiteX58063" y="connsiteY58063"/>
              </a:cxn>
              <a:cxn ang="0">
                <a:pos x="connsiteX58064" y="connsiteY58064"/>
              </a:cxn>
              <a:cxn ang="0">
                <a:pos x="connsiteX58065" y="connsiteY58065"/>
              </a:cxn>
              <a:cxn ang="0">
                <a:pos x="connsiteX58066" y="connsiteY58066"/>
              </a:cxn>
              <a:cxn ang="0">
                <a:pos x="connsiteX58067" y="connsiteY58067"/>
              </a:cxn>
              <a:cxn ang="0">
                <a:pos x="connsiteX58068" y="connsiteY58068"/>
              </a:cxn>
              <a:cxn ang="0">
                <a:pos x="connsiteX58069" y="connsiteY58069"/>
              </a:cxn>
              <a:cxn ang="0">
                <a:pos x="connsiteX58070" y="connsiteY58070"/>
              </a:cxn>
              <a:cxn ang="0">
                <a:pos x="connsiteX58071" y="connsiteY58071"/>
              </a:cxn>
              <a:cxn ang="0">
                <a:pos x="connsiteX58072" y="connsiteY58072"/>
              </a:cxn>
              <a:cxn ang="0">
                <a:pos x="connsiteX58073" y="connsiteY58073"/>
              </a:cxn>
              <a:cxn ang="0">
                <a:pos x="connsiteX58074" y="connsiteY58074"/>
              </a:cxn>
              <a:cxn ang="0">
                <a:pos x="connsiteX58075" y="connsiteY58075"/>
              </a:cxn>
              <a:cxn ang="0">
                <a:pos x="connsiteX58076" y="connsiteY58076"/>
              </a:cxn>
              <a:cxn ang="0">
                <a:pos x="connsiteX58077" y="connsiteY58077"/>
              </a:cxn>
              <a:cxn ang="0">
                <a:pos x="connsiteX58078" y="connsiteY58078"/>
              </a:cxn>
              <a:cxn ang="0">
                <a:pos x="connsiteX58079" y="connsiteY58079"/>
              </a:cxn>
              <a:cxn ang="0">
                <a:pos x="connsiteX58080" y="connsiteY58080"/>
              </a:cxn>
              <a:cxn ang="0">
                <a:pos x="connsiteX58081" y="connsiteY58081"/>
              </a:cxn>
              <a:cxn ang="0">
                <a:pos x="connsiteX58082" y="connsiteY58082"/>
              </a:cxn>
              <a:cxn ang="0">
                <a:pos x="connsiteX58083" y="connsiteY58083"/>
              </a:cxn>
              <a:cxn ang="0">
                <a:pos x="connsiteX58084" y="connsiteY58084"/>
              </a:cxn>
              <a:cxn ang="0">
                <a:pos x="connsiteX58085" y="connsiteY58085"/>
              </a:cxn>
              <a:cxn ang="0">
                <a:pos x="connsiteX58086" y="connsiteY58086"/>
              </a:cxn>
              <a:cxn ang="0">
                <a:pos x="connsiteX58087" y="connsiteY58087"/>
              </a:cxn>
              <a:cxn ang="0">
                <a:pos x="connsiteX58088" y="connsiteY58088"/>
              </a:cxn>
              <a:cxn ang="0">
                <a:pos x="connsiteX58089" y="connsiteY58089"/>
              </a:cxn>
              <a:cxn ang="0">
                <a:pos x="connsiteX58090" y="connsiteY58090"/>
              </a:cxn>
              <a:cxn ang="0">
                <a:pos x="connsiteX58091" y="connsiteY58091"/>
              </a:cxn>
              <a:cxn ang="0">
                <a:pos x="connsiteX58092" y="connsiteY58092"/>
              </a:cxn>
              <a:cxn ang="0">
                <a:pos x="connsiteX58093" y="connsiteY58093"/>
              </a:cxn>
              <a:cxn ang="0">
                <a:pos x="connsiteX58094" y="connsiteY58094"/>
              </a:cxn>
              <a:cxn ang="0">
                <a:pos x="connsiteX58095" y="connsiteY58095"/>
              </a:cxn>
              <a:cxn ang="0">
                <a:pos x="connsiteX58096" y="connsiteY58096"/>
              </a:cxn>
              <a:cxn ang="0">
                <a:pos x="connsiteX58097" y="connsiteY58097"/>
              </a:cxn>
              <a:cxn ang="0">
                <a:pos x="connsiteX58098" y="connsiteY58098"/>
              </a:cxn>
              <a:cxn ang="0">
                <a:pos x="connsiteX58099" y="connsiteY58099"/>
              </a:cxn>
              <a:cxn ang="0">
                <a:pos x="connsiteX58100" y="connsiteY58100"/>
              </a:cxn>
              <a:cxn ang="0">
                <a:pos x="connsiteX58101" y="connsiteY58101"/>
              </a:cxn>
              <a:cxn ang="0">
                <a:pos x="connsiteX58102" y="connsiteY58102"/>
              </a:cxn>
              <a:cxn ang="0">
                <a:pos x="connsiteX58103" y="connsiteY58103"/>
              </a:cxn>
              <a:cxn ang="0">
                <a:pos x="connsiteX58104" y="connsiteY58104"/>
              </a:cxn>
              <a:cxn ang="0">
                <a:pos x="connsiteX58105" y="connsiteY58105"/>
              </a:cxn>
              <a:cxn ang="0">
                <a:pos x="connsiteX58106" y="connsiteY58106"/>
              </a:cxn>
              <a:cxn ang="0">
                <a:pos x="connsiteX58107" y="connsiteY58107"/>
              </a:cxn>
              <a:cxn ang="0">
                <a:pos x="connsiteX58108" y="connsiteY58108"/>
              </a:cxn>
              <a:cxn ang="0">
                <a:pos x="connsiteX58109" y="connsiteY58109"/>
              </a:cxn>
              <a:cxn ang="0">
                <a:pos x="connsiteX58110" y="connsiteY58110"/>
              </a:cxn>
              <a:cxn ang="0">
                <a:pos x="connsiteX58111" y="connsiteY58111"/>
              </a:cxn>
              <a:cxn ang="0">
                <a:pos x="connsiteX58112" y="connsiteY58112"/>
              </a:cxn>
              <a:cxn ang="0">
                <a:pos x="connsiteX58113" y="connsiteY58113"/>
              </a:cxn>
              <a:cxn ang="0">
                <a:pos x="connsiteX58114" y="connsiteY58114"/>
              </a:cxn>
              <a:cxn ang="0">
                <a:pos x="connsiteX58115" y="connsiteY58115"/>
              </a:cxn>
              <a:cxn ang="0">
                <a:pos x="connsiteX58116" y="connsiteY58116"/>
              </a:cxn>
              <a:cxn ang="0">
                <a:pos x="connsiteX58117" y="connsiteY58117"/>
              </a:cxn>
              <a:cxn ang="0">
                <a:pos x="connsiteX58118" y="connsiteY58118"/>
              </a:cxn>
              <a:cxn ang="0">
                <a:pos x="connsiteX58119" y="connsiteY58119"/>
              </a:cxn>
              <a:cxn ang="0">
                <a:pos x="connsiteX58120" y="connsiteY58120"/>
              </a:cxn>
              <a:cxn ang="0">
                <a:pos x="connsiteX58121" y="connsiteY58121"/>
              </a:cxn>
              <a:cxn ang="0">
                <a:pos x="connsiteX58122" y="connsiteY58122"/>
              </a:cxn>
              <a:cxn ang="0">
                <a:pos x="connsiteX58123" y="connsiteY58123"/>
              </a:cxn>
              <a:cxn ang="0">
                <a:pos x="connsiteX58124" y="connsiteY58124"/>
              </a:cxn>
              <a:cxn ang="0">
                <a:pos x="connsiteX58125" y="connsiteY58125"/>
              </a:cxn>
              <a:cxn ang="0">
                <a:pos x="connsiteX58126" y="connsiteY58126"/>
              </a:cxn>
              <a:cxn ang="0">
                <a:pos x="connsiteX58127" y="connsiteY58127"/>
              </a:cxn>
              <a:cxn ang="0">
                <a:pos x="connsiteX58128" y="connsiteY58128"/>
              </a:cxn>
              <a:cxn ang="0">
                <a:pos x="connsiteX58129" y="connsiteY58129"/>
              </a:cxn>
              <a:cxn ang="0">
                <a:pos x="connsiteX58130" y="connsiteY58130"/>
              </a:cxn>
              <a:cxn ang="0">
                <a:pos x="connsiteX58131" y="connsiteY58131"/>
              </a:cxn>
              <a:cxn ang="0">
                <a:pos x="connsiteX58132" y="connsiteY58132"/>
              </a:cxn>
              <a:cxn ang="0">
                <a:pos x="connsiteX58133" y="connsiteY58133"/>
              </a:cxn>
              <a:cxn ang="0">
                <a:pos x="connsiteX58134" y="connsiteY58134"/>
              </a:cxn>
              <a:cxn ang="0">
                <a:pos x="connsiteX58135" y="connsiteY58135"/>
              </a:cxn>
              <a:cxn ang="0">
                <a:pos x="connsiteX58136" y="connsiteY58136"/>
              </a:cxn>
              <a:cxn ang="0">
                <a:pos x="connsiteX58137" y="connsiteY58137"/>
              </a:cxn>
              <a:cxn ang="0">
                <a:pos x="connsiteX58138" y="connsiteY58138"/>
              </a:cxn>
              <a:cxn ang="0">
                <a:pos x="connsiteX58139" y="connsiteY58139"/>
              </a:cxn>
              <a:cxn ang="0">
                <a:pos x="connsiteX58140" y="connsiteY58140"/>
              </a:cxn>
              <a:cxn ang="0">
                <a:pos x="connsiteX58141" y="connsiteY58141"/>
              </a:cxn>
              <a:cxn ang="0">
                <a:pos x="connsiteX58142" y="connsiteY58142"/>
              </a:cxn>
              <a:cxn ang="0">
                <a:pos x="connsiteX58143" y="connsiteY58143"/>
              </a:cxn>
              <a:cxn ang="0">
                <a:pos x="connsiteX58144" y="connsiteY58144"/>
              </a:cxn>
              <a:cxn ang="0">
                <a:pos x="connsiteX58145" y="connsiteY58145"/>
              </a:cxn>
              <a:cxn ang="0">
                <a:pos x="connsiteX58146" y="connsiteY58146"/>
              </a:cxn>
              <a:cxn ang="0">
                <a:pos x="connsiteX58147" y="connsiteY58147"/>
              </a:cxn>
              <a:cxn ang="0">
                <a:pos x="connsiteX58148" y="connsiteY58148"/>
              </a:cxn>
              <a:cxn ang="0">
                <a:pos x="connsiteX58149" y="connsiteY58149"/>
              </a:cxn>
              <a:cxn ang="0">
                <a:pos x="connsiteX58150" y="connsiteY58150"/>
              </a:cxn>
              <a:cxn ang="0">
                <a:pos x="connsiteX58151" y="connsiteY58151"/>
              </a:cxn>
              <a:cxn ang="0">
                <a:pos x="connsiteX58152" y="connsiteY58152"/>
              </a:cxn>
              <a:cxn ang="0">
                <a:pos x="connsiteX58153" y="connsiteY58153"/>
              </a:cxn>
              <a:cxn ang="0">
                <a:pos x="connsiteX58154" y="connsiteY58154"/>
              </a:cxn>
              <a:cxn ang="0">
                <a:pos x="connsiteX58155" y="connsiteY58155"/>
              </a:cxn>
              <a:cxn ang="0">
                <a:pos x="connsiteX58156" y="connsiteY58156"/>
              </a:cxn>
              <a:cxn ang="0">
                <a:pos x="connsiteX58157" y="connsiteY58157"/>
              </a:cxn>
              <a:cxn ang="0">
                <a:pos x="connsiteX58158" y="connsiteY58158"/>
              </a:cxn>
              <a:cxn ang="0">
                <a:pos x="connsiteX58159" y="connsiteY58159"/>
              </a:cxn>
              <a:cxn ang="0">
                <a:pos x="connsiteX58160" y="connsiteY58160"/>
              </a:cxn>
              <a:cxn ang="0">
                <a:pos x="connsiteX58161" y="connsiteY58161"/>
              </a:cxn>
              <a:cxn ang="0">
                <a:pos x="connsiteX58162" y="connsiteY58162"/>
              </a:cxn>
              <a:cxn ang="0">
                <a:pos x="connsiteX58163" y="connsiteY58163"/>
              </a:cxn>
              <a:cxn ang="0">
                <a:pos x="connsiteX58164" y="connsiteY58164"/>
              </a:cxn>
              <a:cxn ang="0">
                <a:pos x="connsiteX58165" y="connsiteY58165"/>
              </a:cxn>
              <a:cxn ang="0">
                <a:pos x="connsiteX58166" y="connsiteY58166"/>
              </a:cxn>
              <a:cxn ang="0">
                <a:pos x="connsiteX58167" y="connsiteY58167"/>
              </a:cxn>
              <a:cxn ang="0">
                <a:pos x="connsiteX58168" y="connsiteY58168"/>
              </a:cxn>
              <a:cxn ang="0">
                <a:pos x="connsiteX58169" y="connsiteY58169"/>
              </a:cxn>
              <a:cxn ang="0">
                <a:pos x="connsiteX58170" y="connsiteY58170"/>
              </a:cxn>
              <a:cxn ang="0">
                <a:pos x="connsiteX58171" y="connsiteY58171"/>
              </a:cxn>
              <a:cxn ang="0">
                <a:pos x="connsiteX58172" y="connsiteY58172"/>
              </a:cxn>
              <a:cxn ang="0">
                <a:pos x="connsiteX58173" y="connsiteY58173"/>
              </a:cxn>
              <a:cxn ang="0">
                <a:pos x="connsiteX58174" y="connsiteY58174"/>
              </a:cxn>
              <a:cxn ang="0">
                <a:pos x="connsiteX58175" y="connsiteY58175"/>
              </a:cxn>
              <a:cxn ang="0">
                <a:pos x="connsiteX58176" y="connsiteY58176"/>
              </a:cxn>
              <a:cxn ang="0">
                <a:pos x="connsiteX58177" y="connsiteY58177"/>
              </a:cxn>
              <a:cxn ang="0">
                <a:pos x="connsiteX58178" y="connsiteY58178"/>
              </a:cxn>
              <a:cxn ang="0">
                <a:pos x="connsiteX58179" y="connsiteY58179"/>
              </a:cxn>
              <a:cxn ang="0">
                <a:pos x="connsiteX58180" y="connsiteY58180"/>
              </a:cxn>
              <a:cxn ang="0">
                <a:pos x="connsiteX58181" y="connsiteY58181"/>
              </a:cxn>
              <a:cxn ang="0">
                <a:pos x="connsiteX58182" y="connsiteY58182"/>
              </a:cxn>
              <a:cxn ang="0">
                <a:pos x="connsiteX58183" y="connsiteY58183"/>
              </a:cxn>
              <a:cxn ang="0">
                <a:pos x="connsiteX58184" y="connsiteY58184"/>
              </a:cxn>
              <a:cxn ang="0">
                <a:pos x="connsiteX58185" y="connsiteY58185"/>
              </a:cxn>
              <a:cxn ang="0">
                <a:pos x="connsiteX58186" y="connsiteY58186"/>
              </a:cxn>
              <a:cxn ang="0">
                <a:pos x="connsiteX58187" y="connsiteY58187"/>
              </a:cxn>
              <a:cxn ang="0">
                <a:pos x="connsiteX58188" y="connsiteY58188"/>
              </a:cxn>
              <a:cxn ang="0">
                <a:pos x="connsiteX58189" y="connsiteY58189"/>
              </a:cxn>
              <a:cxn ang="0">
                <a:pos x="connsiteX58190" y="connsiteY58190"/>
              </a:cxn>
              <a:cxn ang="0">
                <a:pos x="connsiteX58191" y="connsiteY58191"/>
              </a:cxn>
              <a:cxn ang="0">
                <a:pos x="connsiteX58192" y="connsiteY58192"/>
              </a:cxn>
              <a:cxn ang="0">
                <a:pos x="connsiteX58193" y="connsiteY58193"/>
              </a:cxn>
              <a:cxn ang="0">
                <a:pos x="connsiteX58194" y="connsiteY58194"/>
              </a:cxn>
              <a:cxn ang="0">
                <a:pos x="connsiteX58195" y="connsiteY58195"/>
              </a:cxn>
              <a:cxn ang="0">
                <a:pos x="connsiteX58196" y="connsiteY58196"/>
              </a:cxn>
              <a:cxn ang="0">
                <a:pos x="connsiteX58197" y="connsiteY58197"/>
              </a:cxn>
              <a:cxn ang="0">
                <a:pos x="connsiteX58198" y="connsiteY58198"/>
              </a:cxn>
              <a:cxn ang="0">
                <a:pos x="connsiteX58199" y="connsiteY58199"/>
              </a:cxn>
              <a:cxn ang="0">
                <a:pos x="connsiteX58200" y="connsiteY58200"/>
              </a:cxn>
              <a:cxn ang="0">
                <a:pos x="connsiteX58201" y="connsiteY58201"/>
              </a:cxn>
              <a:cxn ang="0">
                <a:pos x="connsiteX58202" y="connsiteY58202"/>
              </a:cxn>
              <a:cxn ang="0">
                <a:pos x="connsiteX58203" y="connsiteY58203"/>
              </a:cxn>
              <a:cxn ang="0">
                <a:pos x="connsiteX58204" y="connsiteY58204"/>
              </a:cxn>
              <a:cxn ang="0">
                <a:pos x="connsiteX58205" y="connsiteY58205"/>
              </a:cxn>
              <a:cxn ang="0">
                <a:pos x="connsiteX58206" y="connsiteY58206"/>
              </a:cxn>
              <a:cxn ang="0">
                <a:pos x="connsiteX58207" y="connsiteY58207"/>
              </a:cxn>
              <a:cxn ang="0">
                <a:pos x="connsiteX58208" y="connsiteY58208"/>
              </a:cxn>
              <a:cxn ang="0">
                <a:pos x="connsiteX58209" y="connsiteY58209"/>
              </a:cxn>
              <a:cxn ang="0">
                <a:pos x="connsiteX58210" y="connsiteY58210"/>
              </a:cxn>
              <a:cxn ang="0">
                <a:pos x="connsiteX58211" y="connsiteY58211"/>
              </a:cxn>
              <a:cxn ang="0">
                <a:pos x="connsiteX58212" y="connsiteY58212"/>
              </a:cxn>
              <a:cxn ang="0">
                <a:pos x="connsiteX58213" y="connsiteY58213"/>
              </a:cxn>
              <a:cxn ang="0">
                <a:pos x="connsiteX58214" y="connsiteY58214"/>
              </a:cxn>
              <a:cxn ang="0">
                <a:pos x="connsiteX58215" y="connsiteY58215"/>
              </a:cxn>
              <a:cxn ang="0">
                <a:pos x="connsiteX58216" y="connsiteY58216"/>
              </a:cxn>
              <a:cxn ang="0">
                <a:pos x="connsiteX58217" y="connsiteY58217"/>
              </a:cxn>
              <a:cxn ang="0">
                <a:pos x="connsiteX58218" y="connsiteY58218"/>
              </a:cxn>
              <a:cxn ang="0">
                <a:pos x="connsiteX58219" y="connsiteY58219"/>
              </a:cxn>
              <a:cxn ang="0">
                <a:pos x="connsiteX58220" y="connsiteY58220"/>
              </a:cxn>
              <a:cxn ang="0">
                <a:pos x="connsiteX58221" y="connsiteY58221"/>
              </a:cxn>
              <a:cxn ang="0">
                <a:pos x="connsiteX58222" y="connsiteY58222"/>
              </a:cxn>
              <a:cxn ang="0">
                <a:pos x="connsiteX58223" y="connsiteY58223"/>
              </a:cxn>
              <a:cxn ang="0">
                <a:pos x="connsiteX58224" y="connsiteY58224"/>
              </a:cxn>
              <a:cxn ang="0">
                <a:pos x="connsiteX58225" y="connsiteY58225"/>
              </a:cxn>
              <a:cxn ang="0">
                <a:pos x="connsiteX58226" y="connsiteY58226"/>
              </a:cxn>
              <a:cxn ang="0">
                <a:pos x="connsiteX58227" y="connsiteY58227"/>
              </a:cxn>
              <a:cxn ang="0">
                <a:pos x="connsiteX58228" y="connsiteY58228"/>
              </a:cxn>
              <a:cxn ang="0">
                <a:pos x="connsiteX58229" y="connsiteY58229"/>
              </a:cxn>
              <a:cxn ang="0">
                <a:pos x="connsiteX58230" y="connsiteY58230"/>
              </a:cxn>
              <a:cxn ang="0">
                <a:pos x="connsiteX58231" y="connsiteY58231"/>
              </a:cxn>
              <a:cxn ang="0">
                <a:pos x="connsiteX58232" y="connsiteY58232"/>
              </a:cxn>
              <a:cxn ang="0">
                <a:pos x="connsiteX58233" y="connsiteY58233"/>
              </a:cxn>
              <a:cxn ang="0">
                <a:pos x="connsiteX58234" y="connsiteY58234"/>
              </a:cxn>
              <a:cxn ang="0">
                <a:pos x="connsiteX58235" y="connsiteY58235"/>
              </a:cxn>
              <a:cxn ang="0">
                <a:pos x="connsiteX58236" y="connsiteY58236"/>
              </a:cxn>
              <a:cxn ang="0">
                <a:pos x="connsiteX58237" y="connsiteY58237"/>
              </a:cxn>
              <a:cxn ang="0">
                <a:pos x="connsiteX58238" y="connsiteY58238"/>
              </a:cxn>
              <a:cxn ang="0">
                <a:pos x="connsiteX58239" y="connsiteY58239"/>
              </a:cxn>
              <a:cxn ang="0">
                <a:pos x="connsiteX58240" y="connsiteY58240"/>
              </a:cxn>
              <a:cxn ang="0">
                <a:pos x="connsiteX58241" y="connsiteY58241"/>
              </a:cxn>
              <a:cxn ang="0">
                <a:pos x="connsiteX58242" y="connsiteY58242"/>
              </a:cxn>
              <a:cxn ang="0">
                <a:pos x="connsiteX58243" y="connsiteY58243"/>
              </a:cxn>
              <a:cxn ang="0">
                <a:pos x="connsiteX58244" y="connsiteY58244"/>
              </a:cxn>
              <a:cxn ang="0">
                <a:pos x="connsiteX58245" y="connsiteY58245"/>
              </a:cxn>
              <a:cxn ang="0">
                <a:pos x="connsiteX58246" y="connsiteY58246"/>
              </a:cxn>
              <a:cxn ang="0">
                <a:pos x="connsiteX58247" y="connsiteY58247"/>
              </a:cxn>
              <a:cxn ang="0">
                <a:pos x="connsiteX58248" y="connsiteY58248"/>
              </a:cxn>
              <a:cxn ang="0">
                <a:pos x="connsiteX58249" y="connsiteY58249"/>
              </a:cxn>
              <a:cxn ang="0">
                <a:pos x="connsiteX58250" y="connsiteY58250"/>
              </a:cxn>
              <a:cxn ang="0">
                <a:pos x="connsiteX58251" y="connsiteY58251"/>
              </a:cxn>
              <a:cxn ang="0">
                <a:pos x="connsiteX58252" y="connsiteY58252"/>
              </a:cxn>
              <a:cxn ang="0">
                <a:pos x="connsiteX58253" y="connsiteY58253"/>
              </a:cxn>
              <a:cxn ang="0">
                <a:pos x="connsiteX58254" y="connsiteY58254"/>
              </a:cxn>
              <a:cxn ang="0">
                <a:pos x="connsiteX58255" y="connsiteY58255"/>
              </a:cxn>
              <a:cxn ang="0">
                <a:pos x="connsiteX58256" y="connsiteY58256"/>
              </a:cxn>
              <a:cxn ang="0">
                <a:pos x="connsiteX58257" y="connsiteY58257"/>
              </a:cxn>
              <a:cxn ang="0">
                <a:pos x="connsiteX58258" y="connsiteY58258"/>
              </a:cxn>
              <a:cxn ang="0">
                <a:pos x="connsiteX58259" y="connsiteY58259"/>
              </a:cxn>
              <a:cxn ang="0">
                <a:pos x="connsiteX58260" y="connsiteY58260"/>
              </a:cxn>
              <a:cxn ang="0">
                <a:pos x="connsiteX58261" y="connsiteY58261"/>
              </a:cxn>
              <a:cxn ang="0">
                <a:pos x="connsiteX58262" y="connsiteY58262"/>
              </a:cxn>
              <a:cxn ang="0">
                <a:pos x="connsiteX58263" y="connsiteY58263"/>
              </a:cxn>
              <a:cxn ang="0">
                <a:pos x="connsiteX58264" y="connsiteY58264"/>
              </a:cxn>
              <a:cxn ang="0">
                <a:pos x="connsiteX58265" y="connsiteY58265"/>
              </a:cxn>
              <a:cxn ang="0">
                <a:pos x="connsiteX58266" y="connsiteY58266"/>
              </a:cxn>
              <a:cxn ang="0">
                <a:pos x="connsiteX58267" y="connsiteY58267"/>
              </a:cxn>
              <a:cxn ang="0">
                <a:pos x="connsiteX58268" y="connsiteY58268"/>
              </a:cxn>
              <a:cxn ang="0">
                <a:pos x="connsiteX58269" y="connsiteY58269"/>
              </a:cxn>
              <a:cxn ang="0">
                <a:pos x="connsiteX58270" y="connsiteY58270"/>
              </a:cxn>
              <a:cxn ang="0">
                <a:pos x="connsiteX58271" y="connsiteY58271"/>
              </a:cxn>
              <a:cxn ang="0">
                <a:pos x="connsiteX58272" y="connsiteY58272"/>
              </a:cxn>
              <a:cxn ang="0">
                <a:pos x="connsiteX58273" y="connsiteY58273"/>
              </a:cxn>
              <a:cxn ang="0">
                <a:pos x="connsiteX58274" y="connsiteY58274"/>
              </a:cxn>
              <a:cxn ang="0">
                <a:pos x="connsiteX58275" y="connsiteY58275"/>
              </a:cxn>
              <a:cxn ang="0">
                <a:pos x="connsiteX58276" y="connsiteY58276"/>
              </a:cxn>
              <a:cxn ang="0">
                <a:pos x="connsiteX58277" y="connsiteY58277"/>
              </a:cxn>
              <a:cxn ang="0">
                <a:pos x="connsiteX58278" y="connsiteY58278"/>
              </a:cxn>
              <a:cxn ang="0">
                <a:pos x="connsiteX58279" y="connsiteY58279"/>
              </a:cxn>
              <a:cxn ang="0">
                <a:pos x="connsiteX58280" y="connsiteY58280"/>
              </a:cxn>
              <a:cxn ang="0">
                <a:pos x="connsiteX58281" y="connsiteY58281"/>
              </a:cxn>
              <a:cxn ang="0">
                <a:pos x="connsiteX58282" y="connsiteY58282"/>
              </a:cxn>
              <a:cxn ang="0">
                <a:pos x="connsiteX58283" y="connsiteY58283"/>
              </a:cxn>
              <a:cxn ang="0">
                <a:pos x="connsiteX58284" y="connsiteY58284"/>
              </a:cxn>
              <a:cxn ang="0">
                <a:pos x="connsiteX58285" y="connsiteY58285"/>
              </a:cxn>
              <a:cxn ang="0">
                <a:pos x="connsiteX58286" y="connsiteY58286"/>
              </a:cxn>
              <a:cxn ang="0">
                <a:pos x="connsiteX58287" y="connsiteY58287"/>
              </a:cxn>
              <a:cxn ang="0">
                <a:pos x="connsiteX58288" y="connsiteY58288"/>
              </a:cxn>
              <a:cxn ang="0">
                <a:pos x="connsiteX58289" y="connsiteY58289"/>
              </a:cxn>
              <a:cxn ang="0">
                <a:pos x="connsiteX58290" y="connsiteY58290"/>
              </a:cxn>
              <a:cxn ang="0">
                <a:pos x="connsiteX58291" y="connsiteY58291"/>
              </a:cxn>
              <a:cxn ang="0">
                <a:pos x="connsiteX58292" y="connsiteY58292"/>
              </a:cxn>
              <a:cxn ang="0">
                <a:pos x="connsiteX58293" y="connsiteY58293"/>
              </a:cxn>
              <a:cxn ang="0">
                <a:pos x="connsiteX58294" y="connsiteY58294"/>
              </a:cxn>
              <a:cxn ang="0">
                <a:pos x="connsiteX58295" y="connsiteY58295"/>
              </a:cxn>
              <a:cxn ang="0">
                <a:pos x="connsiteX58296" y="connsiteY58296"/>
              </a:cxn>
              <a:cxn ang="0">
                <a:pos x="connsiteX58297" y="connsiteY58297"/>
              </a:cxn>
              <a:cxn ang="0">
                <a:pos x="connsiteX58298" y="connsiteY58298"/>
              </a:cxn>
              <a:cxn ang="0">
                <a:pos x="connsiteX58299" y="connsiteY58299"/>
              </a:cxn>
              <a:cxn ang="0">
                <a:pos x="connsiteX58300" y="connsiteY58300"/>
              </a:cxn>
              <a:cxn ang="0">
                <a:pos x="connsiteX58301" y="connsiteY58301"/>
              </a:cxn>
              <a:cxn ang="0">
                <a:pos x="connsiteX58302" y="connsiteY58302"/>
              </a:cxn>
              <a:cxn ang="0">
                <a:pos x="connsiteX58303" y="connsiteY58303"/>
              </a:cxn>
              <a:cxn ang="0">
                <a:pos x="connsiteX58304" y="connsiteY58304"/>
              </a:cxn>
              <a:cxn ang="0">
                <a:pos x="connsiteX58305" y="connsiteY58305"/>
              </a:cxn>
              <a:cxn ang="0">
                <a:pos x="connsiteX58306" y="connsiteY58306"/>
              </a:cxn>
              <a:cxn ang="0">
                <a:pos x="connsiteX58307" y="connsiteY58307"/>
              </a:cxn>
              <a:cxn ang="0">
                <a:pos x="connsiteX58308" y="connsiteY58308"/>
              </a:cxn>
              <a:cxn ang="0">
                <a:pos x="connsiteX58309" y="connsiteY58309"/>
              </a:cxn>
              <a:cxn ang="0">
                <a:pos x="connsiteX58310" y="connsiteY58310"/>
              </a:cxn>
              <a:cxn ang="0">
                <a:pos x="connsiteX58311" y="connsiteY58311"/>
              </a:cxn>
              <a:cxn ang="0">
                <a:pos x="connsiteX58312" y="connsiteY58312"/>
              </a:cxn>
              <a:cxn ang="0">
                <a:pos x="connsiteX58313" y="connsiteY58313"/>
              </a:cxn>
              <a:cxn ang="0">
                <a:pos x="connsiteX58314" y="connsiteY58314"/>
              </a:cxn>
              <a:cxn ang="0">
                <a:pos x="connsiteX58315" y="connsiteY58315"/>
              </a:cxn>
              <a:cxn ang="0">
                <a:pos x="connsiteX58316" y="connsiteY58316"/>
              </a:cxn>
              <a:cxn ang="0">
                <a:pos x="connsiteX58317" y="connsiteY58317"/>
              </a:cxn>
              <a:cxn ang="0">
                <a:pos x="connsiteX58318" y="connsiteY58318"/>
              </a:cxn>
              <a:cxn ang="0">
                <a:pos x="connsiteX58319" y="connsiteY58319"/>
              </a:cxn>
              <a:cxn ang="0">
                <a:pos x="connsiteX58320" y="connsiteY58320"/>
              </a:cxn>
              <a:cxn ang="0">
                <a:pos x="connsiteX58321" y="connsiteY58321"/>
              </a:cxn>
              <a:cxn ang="0">
                <a:pos x="connsiteX58322" y="connsiteY58322"/>
              </a:cxn>
              <a:cxn ang="0">
                <a:pos x="connsiteX58323" y="connsiteY58323"/>
              </a:cxn>
              <a:cxn ang="0">
                <a:pos x="connsiteX58324" y="connsiteY58324"/>
              </a:cxn>
              <a:cxn ang="0">
                <a:pos x="connsiteX58325" y="connsiteY58325"/>
              </a:cxn>
              <a:cxn ang="0">
                <a:pos x="connsiteX58326" y="connsiteY58326"/>
              </a:cxn>
              <a:cxn ang="0">
                <a:pos x="connsiteX58327" y="connsiteY58327"/>
              </a:cxn>
              <a:cxn ang="0">
                <a:pos x="connsiteX58328" y="connsiteY58328"/>
              </a:cxn>
              <a:cxn ang="0">
                <a:pos x="connsiteX58329" y="connsiteY58329"/>
              </a:cxn>
              <a:cxn ang="0">
                <a:pos x="connsiteX58330" y="connsiteY58330"/>
              </a:cxn>
              <a:cxn ang="0">
                <a:pos x="connsiteX58331" y="connsiteY58331"/>
              </a:cxn>
              <a:cxn ang="0">
                <a:pos x="connsiteX58332" y="connsiteY58332"/>
              </a:cxn>
              <a:cxn ang="0">
                <a:pos x="connsiteX58333" y="connsiteY58333"/>
              </a:cxn>
              <a:cxn ang="0">
                <a:pos x="connsiteX58334" y="connsiteY58334"/>
              </a:cxn>
              <a:cxn ang="0">
                <a:pos x="connsiteX58335" y="connsiteY58335"/>
              </a:cxn>
              <a:cxn ang="0">
                <a:pos x="connsiteX58336" y="connsiteY58336"/>
              </a:cxn>
              <a:cxn ang="0">
                <a:pos x="connsiteX58337" y="connsiteY58337"/>
              </a:cxn>
              <a:cxn ang="0">
                <a:pos x="connsiteX58338" y="connsiteY58338"/>
              </a:cxn>
              <a:cxn ang="0">
                <a:pos x="connsiteX58339" y="connsiteY58339"/>
              </a:cxn>
              <a:cxn ang="0">
                <a:pos x="connsiteX58340" y="connsiteY58340"/>
              </a:cxn>
              <a:cxn ang="0">
                <a:pos x="connsiteX58341" y="connsiteY58341"/>
              </a:cxn>
              <a:cxn ang="0">
                <a:pos x="connsiteX58342" y="connsiteY58342"/>
              </a:cxn>
              <a:cxn ang="0">
                <a:pos x="connsiteX58343" y="connsiteY58343"/>
              </a:cxn>
              <a:cxn ang="0">
                <a:pos x="connsiteX58344" y="connsiteY58344"/>
              </a:cxn>
              <a:cxn ang="0">
                <a:pos x="connsiteX58345" y="connsiteY58345"/>
              </a:cxn>
              <a:cxn ang="0">
                <a:pos x="connsiteX58346" y="connsiteY58346"/>
              </a:cxn>
              <a:cxn ang="0">
                <a:pos x="connsiteX58347" y="connsiteY58347"/>
              </a:cxn>
              <a:cxn ang="0">
                <a:pos x="connsiteX58348" y="connsiteY58348"/>
              </a:cxn>
              <a:cxn ang="0">
                <a:pos x="connsiteX58349" y="connsiteY58349"/>
              </a:cxn>
              <a:cxn ang="0">
                <a:pos x="connsiteX58350" y="connsiteY58350"/>
              </a:cxn>
              <a:cxn ang="0">
                <a:pos x="connsiteX58351" y="connsiteY58351"/>
              </a:cxn>
              <a:cxn ang="0">
                <a:pos x="connsiteX58352" y="connsiteY58352"/>
              </a:cxn>
              <a:cxn ang="0">
                <a:pos x="connsiteX58353" y="connsiteY58353"/>
              </a:cxn>
              <a:cxn ang="0">
                <a:pos x="connsiteX58354" y="connsiteY58354"/>
              </a:cxn>
              <a:cxn ang="0">
                <a:pos x="connsiteX58355" y="connsiteY58355"/>
              </a:cxn>
              <a:cxn ang="0">
                <a:pos x="connsiteX58356" y="connsiteY58356"/>
              </a:cxn>
              <a:cxn ang="0">
                <a:pos x="connsiteX58357" y="connsiteY58357"/>
              </a:cxn>
              <a:cxn ang="0">
                <a:pos x="connsiteX58358" y="connsiteY58358"/>
              </a:cxn>
              <a:cxn ang="0">
                <a:pos x="connsiteX58359" y="connsiteY58359"/>
              </a:cxn>
              <a:cxn ang="0">
                <a:pos x="connsiteX58360" y="connsiteY58360"/>
              </a:cxn>
              <a:cxn ang="0">
                <a:pos x="connsiteX58361" y="connsiteY58361"/>
              </a:cxn>
              <a:cxn ang="0">
                <a:pos x="connsiteX58362" y="connsiteY58362"/>
              </a:cxn>
              <a:cxn ang="0">
                <a:pos x="connsiteX58363" y="connsiteY58363"/>
              </a:cxn>
              <a:cxn ang="0">
                <a:pos x="connsiteX58364" y="connsiteY58364"/>
              </a:cxn>
              <a:cxn ang="0">
                <a:pos x="connsiteX58365" y="connsiteY58365"/>
              </a:cxn>
              <a:cxn ang="0">
                <a:pos x="connsiteX58366" y="connsiteY58366"/>
              </a:cxn>
              <a:cxn ang="0">
                <a:pos x="connsiteX58367" y="connsiteY58367"/>
              </a:cxn>
              <a:cxn ang="0">
                <a:pos x="connsiteX58368" y="connsiteY58368"/>
              </a:cxn>
              <a:cxn ang="0">
                <a:pos x="connsiteX58369" y="connsiteY58369"/>
              </a:cxn>
              <a:cxn ang="0">
                <a:pos x="connsiteX58370" y="connsiteY58370"/>
              </a:cxn>
              <a:cxn ang="0">
                <a:pos x="connsiteX58371" y="connsiteY58371"/>
              </a:cxn>
              <a:cxn ang="0">
                <a:pos x="connsiteX58372" y="connsiteY58372"/>
              </a:cxn>
              <a:cxn ang="0">
                <a:pos x="connsiteX58373" y="connsiteY58373"/>
              </a:cxn>
              <a:cxn ang="0">
                <a:pos x="connsiteX58374" y="connsiteY58374"/>
              </a:cxn>
              <a:cxn ang="0">
                <a:pos x="connsiteX58375" y="connsiteY58375"/>
              </a:cxn>
              <a:cxn ang="0">
                <a:pos x="connsiteX58376" y="connsiteY58376"/>
              </a:cxn>
              <a:cxn ang="0">
                <a:pos x="connsiteX58377" y="connsiteY58377"/>
              </a:cxn>
              <a:cxn ang="0">
                <a:pos x="connsiteX58378" y="connsiteY58378"/>
              </a:cxn>
              <a:cxn ang="0">
                <a:pos x="connsiteX58379" y="connsiteY58379"/>
              </a:cxn>
              <a:cxn ang="0">
                <a:pos x="connsiteX58380" y="connsiteY58380"/>
              </a:cxn>
              <a:cxn ang="0">
                <a:pos x="connsiteX58381" y="connsiteY58381"/>
              </a:cxn>
              <a:cxn ang="0">
                <a:pos x="connsiteX58382" y="connsiteY58382"/>
              </a:cxn>
              <a:cxn ang="0">
                <a:pos x="connsiteX58383" y="connsiteY58383"/>
              </a:cxn>
              <a:cxn ang="0">
                <a:pos x="connsiteX58384" y="connsiteY58384"/>
              </a:cxn>
              <a:cxn ang="0">
                <a:pos x="connsiteX58385" y="connsiteY58385"/>
              </a:cxn>
              <a:cxn ang="0">
                <a:pos x="connsiteX58386" y="connsiteY58386"/>
              </a:cxn>
              <a:cxn ang="0">
                <a:pos x="connsiteX58387" y="connsiteY58387"/>
              </a:cxn>
              <a:cxn ang="0">
                <a:pos x="connsiteX58388" y="connsiteY58388"/>
              </a:cxn>
              <a:cxn ang="0">
                <a:pos x="connsiteX58389" y="connsiteY58389"/>
              </a:cxn>
              <a:cxn ang="0">
                <a:pos x="connsiteX58390" y="connsiteY58390"/>
              </a:cxn>
              <a:cxn ang="0">
                <a:pos x="connsiteX58391" y="connsiteY58391"/>
              </a:cxn>
              <a:cxn ang="0">
                <a:pos x="connsiteX58392" y="connsiteY58392"/>
              </a:cxn>
              <a:cxn ang="0">
                <a:pos x="connsiteX58393" y="connsiteY58393"/>
              </a:cxn>
              <a:cxn ang="0">
                <a:pos x="connsiteX58394" y="connsiteY58394"/>
              </a:cxn>
              <a:cxn ang="0">
                <a:pos x="connsiteX58395" y="connsiteY58395"/>
              </a:cxn>
              <a:cxn ang="0">
                <a:pos x="connsiteX58396" y="connsiteY58396"/>
              </a:cxn>
              <a:cxn ang="0">
                <a:pos x="connsiteX58397" y="connsiteY58397"/>
              </a:cxn>
              <a:cxn ang="0">
                <a:pos x="connsiteX58398" y="connsiteY58398"/>
              </a:cxn>
              <a:cxn ang="0">
                <a:pos x="connsiteX58399" y="connsiteY58399"/>
              </a:cxn>
              <a:cxn ang="0">
                <a:pos x="connsiteX58400" y="connsiteY58400"/>
              </a:cxn>
              <a:cxn ang="0">
                <a:pos x="connsiteX58401" y="connsiteY58401"/>
              </a:cxn>
              <a:cxn ang="0">
                <a:pos x="connsiteX58402" y="connsiteY58402"/>
              </a:cxn>
              <a:cxn ang="0">
                <a:pos x="connsiteX58403" y="connsiteY58403"/>
              </a:cxn>
              <a:cxn ang="0">
                <a:pos x="connsiteX58404" y="connsiteY58404"/>
              </a:cxn>
              <a:cxn ang="0">
                <a:pos x="connsiteX58405" y="connsiteY58405"/>
              </a:cxn>
              <a:cxn ang="0">
                <a:pos x="connsiteX58406" y="connsiteY58406"/>
              </a:cxn>
              <a:cxn ang="0">
                <a:pos x="connsiteX58407" y="connsiteY58407"/>
              </a:cxn>
              <a:cxn ang="0">
                <a:pos x="connsiteX58408" y="connsiteY58408"/>
              </a:cxn>
              <a:cxn ang="0">
                <a:pos x="connsiteX58409" y="connsiteY58409"/>
              </a:cxn>
              <a:cxn ang="0">
                <a:pos x="connsiteX58410" y="connsiteY58410"/>
              </a:cxn>
              <a:cxn ang="0">
                <a:pos x="connsiteX58411" y="connsiteY58411"/>
              </a:cxn>
              <a:cxn ang="0">
                <a:pos x="connsiteX58412" y="connsiteY58412"/>
              </a:cxn>
              <a:cxn ang="0">
                <a:pos x="connsiteX58413" y="connsiteY58413"/>
              </a:cxn>
              <a:cxn ang="0">
                <a:pos x="connsiteX58414" y="connsiteY58414"/>
              </a:cxn>
              <a:cxn ang="0">
                <a:pos x="connsiteX58415" y="connsiteY58415"/>
              </a:cxn>
              <a:cxn ang="0">
                <a:pos x="connsiteX58416" y="connsiteY58416"/>
              </a:cxn>
              <a:cxn ang="0">
                <a:pos x="connsiteX58417" y="connsiteY58417"/>
              </a:cxn>
              <a:cxn ang="0">
                <a:pos x="connsiteX58418" y="connsiteY58418"/>
              </a:cxn>
              <a:cxn ang="0">
                <a:pos x="connsiteX58419" y="connsiteY58419"/>
              </a:cxn>
              <a:cxn ang="0">
                <a:pos x="connsiteX58420" y="connsiteY58420"/>
              </a:cxn>
              <a:cxn ang="0">
                <a:pos x="connsiteX58421" y="connsiteY58421"/>
              </a:cxn>
              <a:cxn ang="0">
                <a:pos x="connsiteX58422" y="connsiteY58422"/>
              </a:cxn>
              <a:cxn ang="0">
                <a:pos x="connsiteX58423" y="connsiteY58423"/>
              </a:cxn>
              <a:cxn ang="0">
                <a:pos x="connsiteX58424" y="connsiteY58424"/>
              </a:cxn>
              <a:cxn ang="0">
                <a:pos x="connsiteX58425" y="connsiteY58425"/>
              </a:cxn>
              <a:cxn ang="0">
                <a:pos x="connsiteX58426" y="connsiteY58426"/>
              </a:cxn>
              <a:cxn ang="0">
                <a:pos x="connsiteX58427" y="connsiteY58427"/>
              </a:cxn>
              <a:cxn ang="0">
                <a:pos x="connsiteX58428" y="connsiteY58428"/>
              </a:cxn>
              <a:cxn ang="0">
                <a:pos x="connsiteX58429" y="connsiteY58429"/>
              </a:cxn>
              <a:cxn ang="0">
                <a:pos x="connsiteX58430" y="connsiteY58430"/>
              </a:cxn>
              <a:cxn ang="0">
                <a:pos x="connsiteX58431" y="connsiteY58431"/>
              </a:cxn>
              <a:cxn ang="0">
                <a:pos x="connsiteX58432" y="connsiteY58432"/>
              </a:cxn>
              <a:cxn ang="0">
                <a:pos x="connsiteX58433" y="connsiteY58433"/>
              </a:cxn>
              <a:cxn ang="0">
                <a:pos x="connsiteX58434" y="connsiteY58434"/>
              </a:cxn>
              <a:cxn ang="0">
                <a:pos x="connsiteX58435" y="connsiteY58435"/>
              </a:cxn>
              <a:cxn ang="0">
                <a:pos x="connsiteX58436" y="connsiteY58436"/>
              </a:cxn>
              <a:cxn ang="0">
                <a:pos x="connsiteX58437" y="connsiteY58437"/>
              </a:cxn>
              <a:cxn ang="0">
                <a:pos x="connsiteX58438" y="connsiteY58438"/>
              </a:cxn>
              <a:cxn ang="0">
                <a:pos x="connsiteX58439" y="connsiteY58439"/>
              </a:cxn>
              <a:cxn ang="0">
                <a:pos x="connsiteX58440" y="connsiteY58440"/>
              </a:cxn>
              <a:cxn ang="0">
                <a:pos x="connsiteX58441" y="connsiteY58441"/>
              </a:cxn>
              <a:cxn ang="0">
                <a:pos x="connsiteX58442" y="connsiteY58442"/>
              </a:cxn>
              <a:cxn ang="0">
                <a:pos x="connsiteX58443" y="connsiteY58443"/>
              </a:cxn>
              <a:cxn ang="0">
                <a:pos x="connsiteX58444" y="connsiteY58444"/>
              </a:cxn>
              <a:cxn ang="0">
                <a:pos x="connsiteX58445" y="connsiteY58445"/>
              </a:cxn>
              <a:cxn ang="0">
                <a:pos x="connsiteX58446" y="connsiteY58446"/>
              </a:cxn>
              <a:cxn ang="0">
                <a:pos x="connsiteX58447" y="connsiteY58447"/>
              </a:cxn>
              <a:cxn ang="0">
                <a:pos x="connsiteX58448" y="connsiteY58448"/>
              </a:cxn>
              <a:cxn ang="0">
                <a:pos x="connsiteX58449" y="connsiteY58449"/>
              </a:cxn>
              <a:cxn ang="0">
                <a:pos x="connsiteX58450" y="connsiteY58450"/>
              </a:cxn>
              <a:cxn ang="0">
                <a:pos x="connsiteX58451" y="connsiteY58451"/>
              </a:cxn>
              <a:cxn ang="0">
                <a:pos x="connsiteX58452" y="connsiteY58452"/>
              </a:cxn>
              <a:cxn ang="0">
                <a:pos x="connsiteX58453" y="connsiteY58453"/>
              </a:cxn>
              <a:cxn ang="0">
                <a:pos x="connsiteX58454" y="connsiteY58454"/>
              </a:cxn>
              <a:cxn ang="0">
                <a:pos x="connsiteX58455" y="connsiteY58455"/>
              </a:cxn>
              <a:cxn ang="0">
                <a:pos x="connsiteX58456" y="connsiteY58456"/>
              </a:cxn>
              <a:cxn ang="0">
                <a:pos x="connsiteX58457" y="connsiteY58457"/>
              </a:cxn>
              <a:cxn ang="0">
                <a:pos x="connsiteX58458" y="connsiteY58458"/>
              </a:cxn>
              <a:cxn ang="0">
                <a:pos x="connsiteX58459" y="connsiteY58459"/>
              </a:cxn>
              <a:cxn ang="0">
                <a:pos x="connsiteX58460" y="connsiteY58460"/>
              </a:cxn>
              <a:cxn ang="0">
                <a:pos x="connsiteX58461" y="connsiteY58461"/>
              </a:cxn>
              <a:cxn ang="0">
                <a:pos x="connsiteX58462" y="connsiteY58462"/>
              </a:cxn>
              <a:cxn ang="0">
                <a:pos x="connsiteX58463" y="connsiteY58463"/>
              </a:cxn>
              <a:cxn ang="0">
                <a:pos x="connsiteX58464" y="connsiteY58464"/>
              </a:cxn>
              <a:cxn ang="0">
                <a:pos x="connsiteX58465" y="connsiteY58465"/>
              </a:cxn>
              <a:cxn ang="0">
                <a:pos x="connsiteX58466" y="connsiteY58466"/>
              </a:cxn>
              <a:cxn ang="0">
                <a:pos x="connsiteX58467" y="connsiteY58467"/>
              </a:cxn>
              <a:cxn ang="0">
                <a:pos x="connsiteX58468" y="connsiteY58468"/>
              </a:cxn>
              <a:cxn ang="0">
                <a:pos x="connsiteX58469" y="connsiteY58469"/>
              </a:cxn>
              <a:cxn ang="0">
                <a:pos x="connsiteX58470" y="connsiteY58470"/>
              </a:cxn>
              <a:cxn ang="0">
                <a:pos x="connsiteX58471" y="connsiteY58471"/>
              </a:cxn>
              <a:cxn ang="0">
                <a:pos x="connsiteX58472" y="connsiteY58472"/>
              </a:cxn>
              <a:cxn ang="0">
                <a:pos x="connsiteX58473" y="connsiteY58473"/>
              </a:cxn>
              <a:cxn ang="0">
                <a:pos x="connsiteX58474" y="connsiteY58474"/>
              </a:cxn>
              <a:cxn ang="0">
                <a:pos x="connsiteX58475" y="connsiteY58475"/>
              </a:cxn>
              <a:cxn ang="0">
                <a:pos x="connsiteX58476" y="connsiteY58476"/>
              </a:cxn>
              <a:cxn ang="0">
                <a:pos x="connsiteX58477" y="connsiteY58477"/>
              </a:cxn>
              <a:cxn ang="0">
                <a:pos x="connsiteX58478" y="connsiteY58478"/>
              </a:cxn>
              <a:cxn ang="0">
                <a:pos x="connsiteX58479" y="connsiteY58479"/>
              </a:cxn>
              <a:cxn ang="0">
                <a:pos x="connsiteX58480" y="connsiteY58480"/>
              </a:cxn>
              <a:cxn ang="0">
                <a:pos x="connsiteX58481" y="connsiteY58481"/>
              </a:cxn>
              <a:cxn ang="0">
                <a:pos x="connsiteX58482" y="connsiteY58482"/>
              </a:cxn>
              <a:cxn ang="0">
                <a:pos x="connsiteX58483" y="connsiteY58483"/>
              </a:cxn>
              <a:cxn ang="0">
                <a:pos x="connsiteX58484" y="connsiteY58484"/>
              </a:cxn>
              <a:cxn ang="0">
                <a:pos x="connsiteX58485" y="connsiteY58485"/>
              </a:cxn>
              <a:cxn ang="0">
                <a:pos x="connsiteX58486" y="connsiteY58486"/>
              </a:cxn>
              <a:cxn ang="0">
                <a:pos x="connsiteX58487" y="connsiteY58487"/>
              </a:cxn>
              <a:cxn ang="0">
                <a:pos x="connsiteX58488" y="connsiteY58488"/>
              </a:cxn>
              <a:cxn ang="0">
                <a:pos x="connsiteX58489" y="connsiteY58489"/>
              </a:cxn>
              <a:cxn ang="0">
                <a:pos x="connsiteX58490" y="connsiteY58490"/>
              </a:cxn>
              <a:cxn ang="0">
                <a:pos x="connsiteX58491" y="connsiteY58491"/>
              </a:cxn>
              <a:cxn ang="0">
                <a:pos x="connsiteX58492" y="connsiteY58492"/>
              </a:cxn>
              <a:cxn ang="0">
                <a:pos x="connsiteX58493" y="connsiteY58493"/>
              </a:cxn>
              <a:cxn ang="0">
                <a:pos x="connsiteX58494" y="connsiteY58494"/>
              </a:cxn>
              <a:cxn ang="0">
                <a:pos x="connsiteX58495" y="connsiteY58495"/>
              </a:cxn>
              <a:cxn ang="0">
                <a:pos x="connsiteX58496" y="connsiteY58496"/>
              </a:cxn>
              <a:cxn ang="0">
                <a:pos x="connsiteX58497" y="connsiteY58497"/>
              </a:cxn>
              <a:cxn ang="0">
                <a:pos x="connsiteX58498" y="connsiteY58498"/>
              </a:cxn>
              <a:cxn ang="0">
                <a:pos x="connsiteX58499" y="connsiteY58499"/>
              </a:cxn>
              <a:cxn ang="0">
                <a:pos x="connsiteX58500" y="connsiteY58500"/>
              </a:cxn>
              <a:cxn ang="0">
                <a:pos x="connsiteX58501" y="connsiteY58501"/>
              </a:cxn>
              <a:cxn ang="0">
                <a:pos x="connsiteX58502" y="connsiteY58502"/>
              </a:cxn>
              <a:cxn ang="0">
                <a:pos x="connsiteX58503" y="connsiteY58503"/>
              </a:cxn>
              <a:cxn ang="0">
                <a:pos x="connsiteX58504" y="connsiteY58504"/>
              </a:cxn>
              <a:cxn ang="0">
                <a:pos x="connsiteX58505" y="connsiteY58505"/>
              </a:cxn>
              <a:cxn ang="0">
                <a:pos x="connsiteX58506" y="connsiteY58506"/>
              </a:cxn>
              <a:cxn ang="0">
                <a:pos x="connsiteX58507" y="connsiteY58507"/>
              </a:cxn>
              <a:cxn ang="0">
                <a:pos x="connsiteX58508" y="connsiteY58508"/>
              </a:cxn>
              <a:cxn ang="0">
                <a:pos x="connsiteX58509" y="connsiteY58509"/>
              </a:cxn>
              <a:cxn ang="0">
                <a:pos x="connsiteX58510" y="connsiteY58510"/>
              </a:cxn>
              <a:cxn ang="0">
                <a:pos x="connsiteX58511" y="connsiteY58511"/>
              </a:cxn>
              <a:cxn ang="0">
                <a:pos x="connsiteX58512" y="connsiteY58512"/>
              </a:cxn>
              <a:cxn ang="0">
                <a:pos x="connsiteX58513" y="connsiteY58513"/>
              </a:cxn>
              <a:cxn ang="0">
                <a:pos x="connsiteX58514" y="connsiteY58514"/>
              </a:cxn>
              <a:cxn ang="0">
                <a:pos x="connsiteX58515" y="connsiteY58515"/>
              </a:cxn>
              <a:cxn ang="0">
                <a:pos x="connsiteX58516" y="connsiteY58516"/>
              </a:cxn>
              <a:cxn ang="0">
                <a:pos x="connsiteX58517" y="connsiteY58517"/>
              </a:cxn>
              <a:cxn ang="0">
                <a:pos x="connsiteX58518" y="connsiteY58518"/>
              </a:cxn>
              <a:cxn ang="0">
                <a:pos x="connsiteX58519" y="connsiteY58519"/>
              </a:cxn>
              <a:cxn ang="0">
                <a:pos x="connsiteX58520" y="connsiteY58520"/>
              </a:cxn>
              <a:cxn ang="0">
                <a:pos x="connsiteX58521" y="connsiteY58521"/>
              </a:cxn>
              <a:cxn ang="0">
                <a:pos x="connsiteX58522" y="connsiteY58522"/>
              </a:cxn>
              <a:cxn ang="0">
                <a:pos x="connsiteX58523" y="connsiteY58523"/>
              </a:cxn>
              <a:cxn ang="0">
                <a:pos x="connsiteX58524" y="connsiteY58524"/>
              </a:cxn>
              <a:cxn ang="0">
                <a:pos x="connsiteX58525" y="connsiteY58525"/>
              </a:cxn>
              <a:cxn ang="0">
                <a:pos x="connsiteX58526" y="connsiteY58526"/>
              </a:cxn>
              <a:cxn ang="0">
                <a:pos x="connsiteX58527" y="connsiteY58527"/>
              </a:cxn>
              <a:cxn ang="0">
                <a:pos x="connsiteX58528" y="connsiteY58528"/>
              </a:cxn>
              <a:cxn ang="0">
                <a:pos x="connsiteX58529" y="connsiteY58529"/>
              </a:cxn>
              <a:cxn ang="0">
                <a:pos x="connsiteX58530" y="connsiteY58530"/>
              </a:cxn>
              <a:cxn ang="0">
                <a:pos x="connsiteX58531" y="connsiteY58531"/>
              </a:cxn>
              <a:cxn ang="0">
                <a:pos x="connsiteX58532" y="connsiteY58532"/>
              </a:cxn>
              <a:cxn ang="0">
                <a:pos x="connsiteX58533" y="connsiteY58533"/>
              </a:cxn>
              <a:cxn ang="0">
                <a:pos x="connsiteX58534" y="connsiteY58534"/>
              </a:cxn>
              <a:cxn ang="0">
                <a:pos x="connsiteX58535" y="connsiteY58535"/>
              </a:cxn>
              <a:cxn ang="0">
                <a:pos x="connsiteX58536" y="connsiteY58536"/>
              </a:cxn>
              <a:cxn ang="0">
                <a:pos x="connsiteX58537" y="connsiteY58537"/>
              </a:cxn>
              <a:cxn ang="0">
                <a:pos x="connsiteX58538" y="connsiteY58538"/>
              </a:cxn>
              <a:cxn ang="0">
                <a:pos x="connsiteX58539" y="connsiteY58539"/>
              </a:cxn>
              <a:cxn ang="0">
                <a:pos x="connsiteX58540" y="connsiteY58540"/>
              </a:cxn>
              <a:cxn ang="0">
                <a:pos x="connsiteX58541" y="connsiteY58541"/>
              </a:cxn>
              <a:cxn ang="0">
                <a:pos x="connsiteX58542" y="connsiteY58542"/>
              </a:cxn>
              <a:cxn ang="0">
                <a:pos x="connsiteX58543" y="connsiteY58543"/>
              </a:cxn>
              <a:cxn ang="0">
                <a:pos x="connsiteX58544" y="connsiteY58544"/>
              </a:cxn>
              <a:cxn ang="0">
                <a:pos x="connsiteX58545" y="connsiteY58545"/>
              </a:cxn>
              <a:cxn ang="0">
                <a:pos x="connsiteX58546" y="connsiteY58546"/>
              </a:cxn>
              <a:cxn ang="0">
                <a:pos x="connsiteX58547" y="connsiteY58547"/>
              </a:cxn>
              <a:cxn ang="0">
                <a:pos x="connsiteX58548" y="connsiteY58548"/>
              </a:cxn>
              <a:cxn ang="0">
                <a:pos x="connsiteX58549" y="connsiteY58549"/>
              </a:cxn>
              <a:cxn ang="0">
                <a:pos x="connsiteX58550" y="connsiteY58550"/>
              </a:cxn>
              <a:cxn ang="0">
                <a:pos x="connsiteX58551" y="connsiteY58551"/>
              </a:cxn>
              <a:cxn ang="0">
                <a:pos x="connsiteX58552" y="connsiteY58552"/>
              </a:cxn>
              <a:cxn ang="0">
                <a:pos x="connsiteX58553" y="connsiteY58553"/>
              </a:cxn>
              <a:cxn ang="0">
                <a:pos x="connsiteX58554" y="connsiteY58554"/>
              </a:cxn>
              <a:cxn ang="0">
                <a:pos x="connsiteX58555" y="connsiteY58555"/>
              </a:cxn>
              <a:cxn ang="0">
                <a:pos x="connsiteX58556" y="connsiteY58556"/>
              </a:cxn>
              <a:cxn ang="0">
                <a:pos x="connsiteX58557" y="connsiteY58557"/>
              </a:cxn>
              <a:cxn ang="0">
                <a:pos x="connsiteX58558" y="connsiteY58558"/>
              </a:cxn>
              <a:cxn ang="0">
                <a:pos x="connsiteX58559" y="connsiteY58559"/>
              </a:cxn>
              <a:cxn ang="0">
                <a:pos x="connsiteX58560" y="connsiteY58560"/>
              </a:cxn>
              <a:cxn ang="0">
                <a:pos x="connsiteX58561" y="connsiteY58561"/>
              </a:cxn>
              <a:cxn ang="0">
                <a:pos x="connsiteX58562" y="connsiteY58562"/>
              </a:cxn>
              <a:cxn ang="0">
                <a:pos x="connsiteX58563" y="connsiteY58563"/>
              </a:cxn>
              <a:cxn ang="0">
                <a:pos x="connsiteX58564" y="connsiteY58564"/>
              </a:cxn>
              <a:cxn ang="0">
                <a:pos x="connsiteX58565" y="connsiteY58565"/>
              </a:cxn>
              <a:cxn ang="0">
                <a:pos x="connsiteX58566" y="connsiteY58566"/>
              </a:cxn>
              <a:cxn ang="0">
                <a:pos x="connsiteX58567" y="connsiteY58567"/>
              </a:cxn>
              <a:cxn ang="0">
                <a:pos x="connsiteX58568" y="connsiteY58568"/>
              </a:cxn>
              <a:cxn ang="0">
                <a:pos x="connsiteX58569" y="connsiteY58569"/>
              </a:cxn>
              <a:cxn ang="0">
                <a:pos x="connsiteX58570" y="connsiteY58570"/>
              </a:cxn>
              <a:cxn ang="0">
                <a:pos x="connsiteX58571" y="connsiteY58571"/>
              </a:cxn>
              <a:cxn ang="0">
                <a:pos x="connsiteX58572" y="connsiteY58572"/>
              </a:cxn>
              <a:cxn ang="0">
                <a:pos x="connsiteX58573" y="connsiteY58573"/>
              </a:cxn>
              <a:cxn ang="0">
                <a:pos x="connsiteX58574" y="connsiteY58574"/>
              </a:cxn>
              <a:cxn ang="0">
                <a:pos x="connsiteX58575" y="connsiteY58575"/>
              </a:cxn>
              <a:cxn ang="0">
                <a:pos x="connsiteX58576" y="connsiteY58576"/>
              </a:cxn>
              <a:cxn ang="0">
                <a:pos x="connsiteX58577" y="connsiteY58577"/>
              </a:cxn>
              <a:cxn ang="0">
                <a:pos x="connsiteX58578" y="connsiteY58578"/>
              </a:cxn>
              <a:cxn ang="0">
                <a:pos x="connsiteX58579" y="connsiteY58579"/>
              </a:cxn>
              <a:cxn ang="0">
                <a:pos x="connsiteX58580" y="connsiteY58580"/>
              </a:cxn>
              <a:cxn ang="0">
                <a:pos x="connsiteX58581" y="connsiteY58581"/>
              </a:cxn>
              <a:cxn ang="0">
                <a:pos x="connsiteX58582" y="connsiteY58582"/>
              </a:cxn>
              <a:cxn ang="0">
                <a:pos x="connsiteX58583" y="connsiteY58583"/>
              </a:cxn>
              <a:cxn ang="0">
                <a:pos x="connsiteX58584" y="connsiteY58584"/>
              </a:cxn>
              <a:cxn ang="0">
                <a:pos x="connsiteX58585" y="connsiteY58585"/>
              </a:cxn>
              <a:cxn ang="0">
                <a:pos x="connsiteX58586" y="connsiteY58586"/>
              </a:cxn>
              <a:cxn ang="0">
                <a:pos x="connsiteX58587" y="connsiteY58587"/>
              </a:cxn>
              <a:cxn ang="0">
                <a:pos x="connsiteX58588" y="connsiteY58588"/>
              </a:cxn>
              <a:cxn ang="0">
                <a:pos x="connsiteX58589" y="connsiteY58589"/>
              </a:cxn>
              <a:cxn ang="0">
                <a:pos x="connsiteX58590" y="connsiteY58590"/>
              </a:cxn>
              <a:cxn ang="0">
                <a:pos x="connsiteX58591" y="connsiteY58591"/>
              </a:cxn>
              <a:cxn ang="0">
                <a:pos x="connsiteX58592" y="connsiteY58592"/>
              </a:cxn>
              <a:cxn ang="0">
                <a:pos x="connsiteX58593" y="connsiteY58593"/>
              </a:cxn>
              <a:cxn ang="0">
                <a:pos x="connsiteX58594" y="connsiteY58594"/>
              </a:cxn>
              <a:cxn ang="0">
                <a:pos x="connsiteX58595" y="connsiteY58595"/>
              </a:cxn>
              <a:cxn ang="0">
                <a:pos x="connsiteX58596" y="connsiteY58596"/>
              </a:cxn>
              <a:cxn ang="0">
                <a:pos x="connsiteX58597" y="connsiteY58597"/>
              </a:cxn>
              <a:cxn ang="0">
                <a:pos x="connsiteX58598" y="connsiteY58598"/>
              </a:cxn>
              <a:cxn ang="0">
                <a:pos x="connsiteX58599" y="connsiteY58599"/>
              </a:cxn>
              <a:cxn ang="0">
                <a:pos x="connsiteX58600" y="connsiteY58600"/>
              </a:cxn>
              <a:cxn ang="0">
                <a:pos x="connsiteX58601" y="connsiteY58601"/>
              </a:cxn>
              <a:cxn ang="0">
                <a:pos x="connsiteX58602" y="connsiteY58602"/>
              </a:cxn>
              <a:cxn ang="0">
                <a:pos x="connsiteX58603" y="connsiteY58603"/>
              </a:cxn>
              <a:cxn ang="0">
                <a:pos x="connsiteX58604" y="connsiteY58604"/>
              </a:cxn>
              <a:cxn ang="0">
                <a:pos x="connsiteX58605" y="connsiteY58605"/>
              </a:cxn>
              <a:cxn ang="0">
                <a:pos x="connsiteX58606" y="connsiteY58606"/>
              </a:cxn>
              <a:cxn ang="0">
                <a:pos x="connsiteX58607" y="connsiteY58607"/>
              </a:cxn>
              <a:cxn ang="0">
                <a:pos x="connsiteX58608" y="connsiteY58608"/>
              </a:cxn>
              <a:cxn ang="0">
                <a:pos x="connsiteX58609" y="connsiteY58609"/>
              </a:cxn>
              <a:cxn ang="0">
                <a:pos x="connsiteX58610" y="connsiteY58610"/>
              </a:cxn>
              <a:cxn ang="0">
                <a:pos x="connsiteX58611" y="connsiteY58611"/>
              </a:cxn>
              <a:cxn ang="0">
                <a:pos x="connsiteX58612" y="connsiteY58612"/>
              </a:cxn>
              <a:cxn ang="0">
                <a:pos x="connsiteX58613" y="connsiteY58613"/>
              </a:cxn>
              <a:cxn ang="0">
                <a:pos x="connsiteX58614" y="connsiteY58614"/>
              </a:cxn>
              <a:cxn ang="0">
                <a:pos x="connsiteX58615" y="connsiteY58615"/>
              </a:cxn>
              <a:cxn ang="0">
                <a:pos x="connsiteX58616" y="connsiteY58616"/>
              </a:cxn>
              <a:cxn ang="0">
                <a:pos x="connsiteX58617" y="connsiteY58617"/>
              </a:cxn>
              <a:cxn ang="0">
                <a:pos x="connsiteX58618" y="connsiteY58618"/>
              </a:cxn>
              <a:cxn ang="0">
                <a:pos x="connsiteX58619" y="connsiteY58619"/>
              </a:cxn>
              <a:cxn ang="0">
                <a:pos x="connsiteX58620" y="connsiteY58620"/>
              </a:cxn>
              <a:cxn ang="0">
                <a:pos x="connsiteX58621" y="connsiteY58621"/>
              </a:cxn>
              <a:cxn ang="0">
                <a:pos x="connsiteX58622" y="connsiteY58622"/>
              </a:cxn>
              <a:cxn ang="0">
                <a:pos x="connsiteX58623" y="connsiteY58623"/>
              </a:cxn>
              <a:cxn ang="0">
                <a:pos x="connsiteX58624" y="connsiteY58624"/>
              </a:cxn>
              <a:cxn ang="0">
                <a:pos x="connsiteX58625" y="connsiteY58625"/>
              </a:cxn>
              <a:cxn ang="0">
                <a:pos x="connsiteX58626" y="connsiteY58626"/>
              </a:cxn>
              <a:cxn ang="0">
                <a:pos x="connsiteX58627" y="connsiteY58627"/>
              </a:cxn>
              <a:cxn ang="0">
                <a:pos x="connsiteX58628" y="connsiteY58628"/>
              </a:cxn>
              <a:cxn ang="0">
                <a:pos x="connsiteX58629" y="connsiteY58629"/>
              </a:cxn>
              <a:cxn ang="0">
                <a:pos x="connsiteX58630" y="connsiteY58630"/>
              </a:cxn>
              <a:cxn ang="0">
                <a:pos x="connsiteX58631" y="connsiteY58631"/>
              </a:cxn>
              <a:cxn ang="0">
                <a:pos x="connsiteX58632" y="connsiteY58632"/>
              </a:cxn>
              <a:cxn ang="0">
                <a:pos x="connsiteX58633" y="connsiteY58633"/>
              </a:cxn>
              <a:cxn ang="0">
                <a:pos x="connsiteX58634" y="connsiteY58634"/>
              </a:cxn>
              <a:cxn ang="0">
                <a:pos x="connsiteX58635" y="connsiteY58635"/>
              </a:cxn>
              <a:cxn ang="0">
                <a:pos x="connsiteX58636" y="connsiteY58636"/>
              </a:cxn>
              <a:cxn ang="0">
                <a:pos x="connsiteX58637" y="connsiteY58637"/>
              </a:cxn>
              <a:cxn ang="0">
                <a:pos x="connsiteX58638" y="connsiteY58638"/>
              </a:cxn>
              <a:cxn ang="0">
                <a:pos x="connsiteX58639" y="connsiteY58639"/>
              </a:cxn>
              <a:cxn ang="0">
                <a:pos x="connsiteX58640" y="connsiteY58640"/>
              </a:cxn>
              <a:cxn ang="0">
                <a:pos x="connsiteX58641" y="connsiteY58641"/>
              </a:cxn>
              <a:cxn ang="0">
                <a:pos x="connsiteX58642" y="connsiteY58642"/>
              </a:cxn>
              <a:cxn ang="0">
                <a:pos x="connsiteX58643" y="connsiteY58643"/>
              </a:cxn>
              <a:cxn ang="0">
                <a:pos x="connsiteX58644" y="connsiteY58644"/>
              </a:cxn>
              <a:cxn ang="0">
                <a:pos x="connsiteX58645" y="connsiteY58645"/>
              </a:cxn>
              <a:cxn ang="0">
                <a:pos x="connsiteX58646" y="connsiteY58646"/>
              </a:cxn>
              <a:cxn ang="0">
                <a:pos x="connsiteX58647" y="connsiteY58647"/>
              </a:cxn>
              <a:cxn ang="0">
                <a:pos x="connsiteX58648" y="connsiteY58648"/>
              </a:cxn>
              <a:cxn ang="0">
                <a:pos x="connsiteX58649" y="connsiteY58649"/>
              </a:cxn>
              <a:cxn ang="0">
                <a:pos x="connsiteX58650" y="connsiteY58650"/>
              </a:cxn>
              <a:cxn ang="0">
                <a:pos x="connsiteX58651" y="connsiteY58651"/>
              </a:cxn>
              <a:cxn ang="0">
                <a:pos x="connsiteX58652" y="connsiteY58652"/>
              </a:cxn>
              <a:cxn ang="0">
                <a:pos x="connsiteX58653" y="connsiteY58653"/>
              </a:cxn>
              <a:cxn ang="0">
                <a:pos x="connsiteX58654" y="connsiteY58654"/>
              </a:cxn>
              <a:cxn ang="0">
                <a:pos x="connsiteX58655" y="connsiteY58655"/>
              </a:cxn>
              <a:cxn ang="0">
                <a:pos x="connsiteX58656" y="connsiteY58656"/>
              </a:cxn>
              <a:cxn ang="0">
                <a:pos x="connsiteX58657" y="connsiteY58657"/>
              </a:cxn>
              <a:cxn ang="0">
                <a:pos x="connsiteX58658" y="connsiteY58658"/>
              </a:cxn>
              <a:cxn ang="0">
                <a:pos x="connsiteX58659" y="connsiteY58659"/>
              </a:cxn>
              <a:cxn ang="0">
                <a:pos x="connsiteX58660" y="connsiteY58660"/>
              </a:cxn>
              <a:cxn ang="0">
                <a:pos x="connsiteX58661" y="connsiteY58661"/>
              </a:cxn>
              <a:cxn ang="0">
                <a:pos x="connsiteX58662" y="connsiteY58662"/>
              </a:cxn>
              <a:cxn ang="0">
                <a:pos x="connsiteX58663" y="connsiteY58663"/>
              </a:cxn>
              <a:cxn ang="0">
                <a:pos x="connsiteX58664" y="connsiteY58664"/>
              </a:cxn>
              <a:cxn ang="0">
                <a:pos x="connsiteX58665" y="connsiteY58665"/>
              </a:cxn>
              <a:cxn ang="0">
                <a:pos x="connsiteX58666" y="connsiteY58666"/>
              </a:cxn>
              <a:cxn ang="0">
                <a:pos x="connsiteX58667" y="connsiteY58667"/>
              </a:cxn>
              <a:cxn ang="0">
                <a:pos x="connsiteX58668" y="connsiteY58668"/>
              </a:cxn>
              <a:cxn ang="0">
                <a:pos x="connsiteX58669" y="connsiteY58669"/>
              </a:cxn>
              <a:cxn ang="0">
                <a:pos x="connsiteX58670" y="connsiteY58670"/>
              </a:cxn>
              <a:cxn ang="0">
                <a:pos x="connsiteX58671" y="connsiteY58671"/>
              </a:cxn>
              <a:cxn ang="0">
                <a:pos x="connsiteX58672" y="connsiteY58672"/>
              </a:cxn>
              <a:cxn ang="0">
                <a:pos x="connsiteX58673" y="connsiteY58673"/>
              </a:cxn>
              <a:cxn ang="0">
                <a:pos x="connsiteX58674" y="connsiteY58674"/>
              </a:cxn>
              <a:cxn ang="0">
                <a:pos x="connsiteX58675" y="connsiteY58675"/>
              </a:cxn>
              <a:cxn ang="0">
                <a:pos x="connsiteX58676" y="connsiteY58676"/>
              </a:cxn>
              <a:cxn ang="0">
                <a:pos x="connsiteX58677" y="connsiteY58677"/>
              </a:cxn>
              <a:cxn ang="0">
                <a:pos x="connsiteX58678" y="connsiteY58678"/>
              </a:cxn>
              <a:cxn ang="0">
                <a:pos x="connsiteX58679" y="connsiteY58679"/>
              </a:cxn>
              <a:cxn ang="0">
                <a:pos x="connsiteX58680" y="connsiteY58680"/>
              </a:cxn>
              <a:cxn ang="0">
                <a:pos x="connsiteX58681" y="connsiteY58681"/>
              </a:cxn>
              <a:cxn ang="0">
                <a:pos x="connsiteX58682" y="connsiteY58682"/>
              </a:cxn>
              <a:cxn ang="0">
                <a:pos x="connsiteX58683" y="connsiteY58683"/>
              </a:cxn>
              <a:cxn ang="0">
                <a:pos x="connsiteX58684" y="connsiteY58684"/>
              </a:cxn>
              <a:cxn ang="0">
                <a:pos x="connsiteX58685" y="connsiteY58685"/>
              </a:cxn>
              <a:cxn ang="0">
                <a:pos x="connsiteX58686" y="connsiteY58686"/>
              </a:cxn>
              <a:cxn ang="0">
                <a:pos x="connsiteX58687" y="connsiteY58687"/>
              </a:cxn>
              <a:cxn ang="0">
                <a:pos x="connsiteX58688" y="connsiteY58688"/>
              </a:cxn>
              <a:cxn ang="0">
                <a:pos x="connsiteX58689" y="connsiteY58689"/>
              </a:cxn>
              <a:cxn ang="0">
                <a:pos x="connsiteX58690" y="connsiteY58690"/>
              </a:cxn>
              <a:cxn ang="0">
                <a:pos x="connsiteX58691" y="connsiteY58691"/>
              </a:cxn>
              <a:cxn ang="0">
                <a:pos x="connsiteX58692" y="connsiteY58692"/>
              </a:cxn>
              <a:cxn ang="0">
                <a:pos x="connsiteX58693" y="connsiteY58693"/>
              </a:cxn>
              <a:cxn ang="0">
                <a:pos x="connsiteX58694" y="connsiteY58694"/>
              </a:cxn>
              <a:cxn ang="0">
                <a:pos x="connsiteX58695" y="connsiteY58695"/>
              </a:cxn>
              <a:cxn ang="0">
                <a:pos x="connsiteX58696" y="connsiteY58696"/>
              </a:cxn>
              <a:cxn ang="0">
                <a:pos x="connsiteX58697" y="connsiteY58697"/>
              </a:cxn>
              <a:cxn ang="0">
                <a:pos x="connsiteX58698" y="connsiteY58698"/>
              </a:cxn>
              <a:cxn ang="0">
                <a:pos x="connsiteX58699" y="connsiteY58699"/>
              </a:cxn>
              <a:cxn ang="0">
                <a:pos x="connsiteX58700" y="connsiteY58700"/>
              </a:cxn>
              <a:cxn ang="0">
                <a:pos x="connsiteX58701" y="connsiteY58701"/>
              </a:cxn>
              <a:cxn ang="0">
                <a:pos x="connsiteX58702" y="connsiteY58702"/>
              </a:cxn>
              <a:cxn ang="0">
                <a:pos x="connsiteX58703" y="connsiteY58703"/>
              </a:cxn>
              <a:cxn ang="0">
                <a:pos x="connsiteX58704" y="connsiteY58704"/>
              </a:cxn>
              <a:cxn ang="0">
                <a:pos x="connsiteX58705" y="connsiteY58705"/>
              </a:cxn>
              <a:cxn ang="0">
                <a:pos x="connsiteX58706" y="connsiteY58706"/>
              </a:cxn>
              <a:cxn ang="0">
                <a:pos x="connsiteX58707" y="connsiteY58707"/>
              </a:cxn>
              <a:cxn ang="0">
                <a:pos x="connsiteX58708" y="connsiteY58708"/>
              </a:cxn>
              <a:cxn ang="0">
                <a:pos x="connsiteX58709" y="connsiteY58709"/>
              </a:cxn>
              <a:cxn ang="0">
                <a:pos x="connsiteX58710" y="connsiteY58710"/>
              </a:cxn>
              <a:cxn ang="0">
                <a:pos x="connsiteX58711" y="connsiteY58711"/>
              </a:cxn>
              <a:cxn ang="0">
                <a:pos x="connsiteX58712" y="connsiteY58712"/>
              </a:cxn>
              <a:cxn ang="0">
                <a:pos x="connsiteX58713" y="connsiteY58713"/>
              </a:cxn>
              <a:cxn ang="0">
                <a:pos x="connsiteX58714" y="connsiteY58714"/>
              </a:cxn>
              <a:cxn ang="0">
                <a:pos x="connsiteX58715" y="connsiteY58715"/>
              </a:cxn>
              <a:cxn ang="0">
                <a:pos x="connsiteX58716" y="connsiteY58716"/>
              </a:cxn>
              <a:cxn ang="0">
                <a:pos x="connsiteX58717" y="connsiteY58717"/>
              </a:cxn>
              <a:cxn ang="0">
                <a:pos x="connsiteX58718" y="connsiteY58718"/>
              </a:cxn>
              <a:cxn ang="0">
                <a:pos x="connsiteX58719" y="connsiteY58719"/>
              </a:cxn>
              <a:cxn ang="0">
                <a:pos x="connsiteX58720" y="connsiteY58720"/>
              </a:cxn>
              <a:cxn ang="0">
                <a:pos x="connsiteX58721" y="connsiteY58721"/>
              </a:cxn>
              <a:cxn ang="0">
                <a:pos x="connsiteX58722" y="connsiteY58722"/>
              </a:cxn>
              <a:cxn ang="0">
                <a:pos x="connsiteX58723" y="connsiteY58723"/>
              </a:cxn>
              <a:cxn ang="0">
                <a:pos x="connsiteX58724" y="connsiteY58724"/>
              </a:cxn>
              <a:cxn ang="0">
                <a:pos x="connsiteX58725" y="connsiteY58725"/>
              </a:cxn>
              <a:cxn ang="0">
                <a:pos x="connsiteX58726" y="connsiteY58726"/>
              </a:cxn>
              <a:cxn ang="0">
                <a:pos x="connsiteX58727" y="connsiteY58727"/>
              </a:cxn>
              <a:cxn ang="0">
                <a:pos x="connsiteX58728" y="connsiteY58728"/>
              </a:cxn>
              <a:cxn ang="0">
                <a:pos x="connsiteX58729" y="connsiteY58729"/>
              </a:cxn>
              <a:cxn ang="0">
                <a:pos x="connsiteX58730" y="connsiteY58730"/>
              </a:cxn>
              <a:cxn ang="0">
                <a:pos x="connsiteX58731" y="connsiteY58731"/>
              </a:cxn>
              <a:cxn ang="0">
                <a:pos x="connsiteX58732" y="connsiteY58732"/>
              </a:cxn>
              <a:cxn ang="0">
                <a:pos x="connsiteX58733" y="connsiteY58733"/>
              </a:cxn>
              <a:cxn ang="0">
                <a:pos x="connsiteX58734" y="connsiteY58734"/>
              </a:cxn>
              <a:cxn ang="0">
                <a:pos x="connsiteX58735" y="connsiteY58735"/>
              </a:cxn>
              <a:cxn ang="0">
                <a:pos x="connsiteX58736" y="connsiteY58736"/>
              </a:cxn>
              <a:cxn ang="0">
                <a:pos x="connsiteX58737" y="connsiteY58737"/>
              </a:cxn>
              <a:cxn ang="0">
                <a:pos x="connsiteX58738" y="connsiteY58738"/>
              </a:cxn>
              <a:cxn ang="0">
                <a:pos x="connsiteX58739" y="connsiteY58739"/>
              </a:cxn>
              <a:cxn ang="0">
                <a:pos x="connsiteX58740" y="connsiteY58740"/>
              </a:cxn>
              <a:cxn ang="0">
                <a:pos x="connsiteX58741" y="connsiteY58741"/>
              </a:cxn>
              <a:cxn ang="0">
                <a:pos x="connsiteX58742" y="connsiteY58742"/>
              </a:cxn>
              <a:cxn ang="0">
                <a:pos x="connsiteX58743" y="connsiteY58743"/>
              </a:cxn>
              <a:cxn ang="0">
                <a:pos x="connsiteX58744" y="connsiteY58744"/>
              </a:cxn>
              <a:cxn ang="0">
                <a:pos x="connsiteX58745" y="connsiteY58745"/>
              </a:cxn>
              <a:cxn ang="0">
                <a:pos x="connsiteX58746" y="connsiteY58746"/>
              </a:cxn>
              <a:cxn ang="0">
                <a:pos x="connsiteX58747" y="connsiteY58747"/>
              </a:cxn>
              <a:cxn ang="0">
                <a:pos x="connsiteX58748" y="connsiteY58748"/>
              </a:cxn>
              <a:cxn ang="0">
                <a:pos x="connsiteX58749" y="connsiteY58749"/>
              </a:cxn>
              <a:cxn ang="0">
                <a:pos x="connsiteX58750" y="connsiteY58750"/>
              </a:cxn>
              <a:cxn ang="0">
                <a:pos x="connsiteX58751" y="connsiteY58751"/>
              </a:cxn>
              <a:cxn ang="0">
                <a:pos x="connsiteX58752" y="connsiteY58752"/>
              </a:cxn>
              <a:cxn ang="0">
                <a:pos x="connsiteX58753" y="connsiteY58753"/>
              </a:cxn>
              <a:cxn ang="0">
                <a:pos x="connsiteX58754" y="connsiteY58754"/>
              </a:cxn>
              <a:cxn ang="0">
                <a:pos x="connsiteX58755" y="connsiteY58755"/>
              </a:cxn>
              <a:cxn ang="0">
                <a:pos x="connsiteX58756" y="connsiteY58756"/>
              </a:cxn>
              <a:cxn ang="0">
                <a:pos x="connsiteX58757" y="connsiteY58757"/>
              </a:cxn>
              <a:cxn ang="0">
                <a:pos x="connsiteX58758" y="connsiteY58758"/>
              </a:cxn>
              <a:cxn ang="0">
                <a:pos x="connsiteX58759" y="connsiteY58759"/>
              </a:cxn>
              <a:cxn ang="0">
                <a:pos x="connsiteX58760" y="connsiteY58760"/>
              </a:cxn>
              <a:cxn ang="0">
                <a:pos x="connsiteX58761" y="connsiteY58761"/>
              </a:cxn>
              <a:cxn ang="0">
                <a:pos x="connsiteX58762" y="connsiteY58762"/>
              </a:cxn>
              <a:cxn ang="0">
                <a:pos x="connsiteX58763" y="connsiteY58763"/>
              </a:cxn>
              <a:cxn ang="0">
                <a:pos x="connsiteX58764" y="connsiteY58764"/>
              </a:cxn>
              <a:cxn ang="0">
                <a:pos x="connsiteX58765" y="connsiteY58765"/>
              </a:cxn>
              <a:cxn ang="0">
                <a:pos x="connsiteX58766" y="connsiteY58766"/>
              </a:cxn>
              <a:cxn ang="0">
                <a:pos x="connsiteX58767" y="connsiteY58767"/>
              </a:cxn>
              <a:cxn ang="0">
                <a:pos x="connsiteX58768" y="connsiteY58768"/>
              </a:cxn>
              <a:cxn ang="0">
                <a:pos x="connsiteX58769" y="connsiteY58769"/>
              </a:cxn>
              <a:cxn ang="0">
                <a:pos x="connsiteX58770" y="connsiteY58770"/>
              </a:cxn>
              <a:cxn ang="0">
                <a:pos x="connsiteX58771" y="connsiteY58771"/>
              </a:cxn>
              <a:cxn ang="0">
                <a:pos x="connsiteX58772" y="connsiteY58772"/>
              </a:cxn>
              <a:cxn ang="0">
                <a:pos x="connsiteX58773" y="connsiteY58773"/>
              </a:cxn>
              <a:cxn ang="0">
                <a:pos x="connsiteX58774" y="connsiteY58774"/>
              </a:cxn>
              <a:cxn ang="0">
                <a:pos x="connsiteX58775" y="connsiteY58775"/>
              </a:cxn>
              <a:cxn ang="0">
                <a:pos x="connsiteX58776" y="connsiteY58776"/>
              </a:cxn>
              <a:cxn ang="0">
                <a:pos x="connsiteX58777" y="connsiteY58777"/>
              </a:cxn>
              <a:cxn ang="0">
                <a:pos x="connsiteX58778" y="connsiteY58778"/>
              </a:cxn>
              <a:cxn ang="0">
                <a:pos x="connsiteX58779" y="connsiteY58779"/>
              </a:cxn>
              <a:cxn ang="0">
                <a:pos x="connsiteX58780" y="connsiteY58780"/>
              </a:cxn>
              <a:cxn ang="0">
                <a:pos x="connsiteX58781" y="connsiteY58781"/>
              </a:cxn>
              <a:cxn ang="0">
                <a:pos x="connsiteX58782" y="connsiteY58782"/>
              </a:cxn>
              <a:cxn ang="0">
                <a:pos x="connsiteX58783" y="connsiteY58783"/>
              </a:cxn>
              <a:cxn ang="0">
                <a:pos x="connsiteX58784" y="connsiteY58784"/>
              </a:cxn>
              <a:cxn ang="0">
                <a:pos x="connsiteX58785" y="connsiteY58785"/>
              </a:cxn>
              <a:cxn ang="0">
                <a:pos x="connsiteX58786" y="connsiteY58786"/>
              </a:cxn>
              <a:cxn ang="0">
                <a:pos x="connsiteX58787" y="connsiteY58787"/>
              </a:cxn>
              <a:cxn ang="0">
                <a:pos x="connsiteX58788" y="connsiteY58788"/>
              </a:cxn>
              <a:cxn ang="0">
                <a:pos x="connsiteX58789" y="connsiteY58789"/>
              </a:cxn>
              <a:cxn ang="0">
                <a:pos x="connsiteX58790" y="connsiteY58790"/>
              </a:cxn>
              <a:cxn ang="0">
                <a:pos x="connsiteX58791" y="connsiteY58791"/>
              </a:cxn>
              <a:cxn ang="0">
                <a:pos x="connsiteX58792" y="connsiteY58792"/>
              </a:cxn>
              <a:cxn ang="0">
                <a:pos x="connsiteX58793" y="connsiteY58793"/>
              </a:cxn>
              <a:cxn ang="0">
                <a:pos x="connsiteX58794" y="connsiteY58794"/>
              </a:cxn>
              <a:cxn ang="0">
                <a:pos x="connsiteX58795" y="connsiteY58795"/>
              </a:cxn>
              <a:cxn ang="0">
                <a:pos x="connsiteX58796" y="connsiteY58796"/>
              </a:cxn>
              <a:cxn ang="0">
                <a:pos x="connsiteX58797" y="connsiteY58797"/>
              </a:cxn>
              <a:cxn ang="0">
                <a:pos x="connsiteX58798" y="connsiteY58798"/>
              </a:cxn>
              <a:cxn ang="0">
                <a:pos x="connsiteX58799" y="connsiteY58799"/>
              </a:cxn>
              <a:cxn ang="0">
                <a:pos x="connsiteX58800" y="connsiteY58800"/>
              </a:cxn>
              <a:cxn ang="0">
                <a:pos x="connsiteX58801" y="connsiteY58801"/>
              </a:cxn>
              <a:cxn ang="0">
                <a:pos x="connsiteX58802" y="connsiteY58802"/>
              </a:cxn>
              <a:cxn ang="0">
                <a:pos x="connsiteX58803" y="connsiteY58803"/>
              </a:cxn>
              <a:cxn ang="0">
                <a:pos x="connsiteX58804" y="connsiteY58804"/>
              </a:cxn>
              <a:cxn ang="0">
                <a:pos x="connsiteX58805" y="connsiteY58805"/>
              </a:cxn>
              <a:cxn ang="0">
                <a:pos x="connsiteX58806" y="connsiteY58806"/>
              </a:cxn>
              <a:cxn ang="0">
                <a:pos x="connsiteX58807" y="connsiteY58807"/>
              </a:cxn>
              <a:cxn ang="0">
                <a:pos x="connsiteX58808" y="connsiteY58808"/>
              </a:cxn>
              <a:cxn ang="0">
                <a:pos x="connsiteX58809" y="connsiteY58809"/>
              </a:cxn>
              <a:cxn ang="0">
                <a:pos x="connsiteX58810" y="connsiteY58810"/>
              </a:cxn>
              <a:cxn ang="0">
                <a:pos x="connsiteX58811" y="connsiteY58811"/>
              </a:cxn>
              <a:cxn ang="0">
                <a:pos x="connsiteX58812" y="connsiteY58812"/>
              </a:cxn>
              <a:cxn ang="0">
                <a:pos x="connsiteX58813" y="connsiteY58813"/>
              </a:cxn>
              <a:cxn ang="0">
                <a:pos x="connsiteX58814" y="connsiteY58814"/>
              </a:cxn>
              <a:cxn ang="0">
                <a:pos x="connsiteX58815" y="connsiteY58815"/>
              </a:cxn>
              <a:cxn ang="0">
                <a:pos x="connsiteX58816" y="connsiteY58816"/>
              </a:cxn>
              <a:cxn ang="0">
                <a:pos x="connsiteX58817" y="connsiteY58817"/>
              </a:cxn>
              <a:cxn ang="0">
                <a:pos x="connsiteX58818" y="connsiteY58818"/>
              </a:cxn>
              <a:cxn ang="0">
                <a:pos x="connsiteX58819" y="connsiteY58819"/>
              </a:cxn>
              <a:cxn ang="0">
                <a:pos x="connsiteX58820" y="connsiteY58820"/>
              </a:cxn>
              <a:cxn ang="0">
                <a:pos x="connsiteX58821" y="connsiteY58821"/>
              </a:cxn>
              <a:cxn ang="0">
                <a:pos x="connsiteX58822" y="connsiteY58822"/>
              </a:cxn>
              <a:cxn ang="0">
                <a:pos x="connsiteX58823" y="connsiteY58823"/>
              </a:cxn>
              <a:cxn ang="0">
                <a:pos x="connsiteX58824" y="connsiteY58824"/>
              </a:cxn>
              <a:cxn ang="0">
                <a:pos x="connsiteX58825" y="connsiteY58825"/>
              </a:cxn>
              <a:cxn ang="0">
                <a:pos x="connsiteX58826" y="connsiteY58826"/>
              </a:cxn>
              <a:cxn ang="0">
                <a:pos x="connsiteX58827" y="connsiteY58827"/>
              </a:cxn>
              <a:cxn ang="0">
                <a:pos x="connsiteX58828" y="connsiteY58828"/>
              </a:cxn>
              <a:cxn ang="0">
                <a:pos x="connsiteX58829" y="connsiteY58829"/>
              </a:cxn>
              <a:cxn ang="0">
                <a:pos x="connsiteX58830" y="connsiteY58830"/>
              </a:cxn>
              <a:cxn ang="0">
                <a:pos x="connsiteX58831" y="connsiteY58831"/>
              </a:cxn>
              <a:cxn ang="0">
                <a:pos x="connsiteX58832" y="connsiteY58832"/>
              </a:cxn>
              <a:cxn ang="0">
                <a:pos x="connsiteX58833" y="connsiteY58833"/>
              </a:cxn>
              <a:cxn ang="0">
                <a:pos x="connsiteX58834" y="connsiteY58834"/>
              </a:cxn>
              <a:cxn ang="0">
                <a:pos x="connsiteX58835" y="connsiteY58835"/>
              </a:cxn>
              <a:cxn ang="0">
                <a:pos x="connsiteX58836" y="connsiteY58836"/>
              </a:cxn>
              <a:cxn ang="0">
                <a:pos x="connsiteX58837" y="connsiteY58837"/>
              </a:cxn>
              <a:cxn ang="0">
                <a:pos x="connsiteX58838" y="connsiteY58838"/>
              </a:cxn>
              <a:cxn ang="0">
                <a:pos x="connsiteX58839" y="connsiteY58839"/>
              </a:cxn>
              <a:cxn ang="0">
                <a:pos x="connsiteX58840" y="connsiteY58840"/>
              </a:cxn>
              <a:cxn ang="0">
                <a:pos x="connsiteX58841" y="connsiteY58841"/>
              </a:cxn>
              <a:cxn ang="0">
                <a:pos x="connsiteX58842" y="connsiteY58842"/>
              </a:cxn>
              <a:cxn ang="0">
                <a:pos x="connsiteX58843" y="connsiteY58843"/>
              </a:cxn>
              <a:cxn ang="0">
                <a:pos x="connsiteX58844" y="connsiteY58844"/>
              </a:cxn>
              <a:cxn ang="0">
                <a:pos x="connsiteX58845" y="connsiteY58845"/>
              </a:cxn>
              <a:cxn ang="0">
                <a:pos x="connsiteX58846" y="connsiteY58846"/>
              </a:cxn>
              <a:cxn ang="0">
                <a:pos x="connsiteX58847" y="connsiteY58847"/>
              </a:cxn>
              <a:cxn ang="0">
                <a:pos x="connsiteX58848" y="connsiteY58848"/>
              </a:cxn>
              <a:cxn ang="0">
                <a:pos x="connsiteX58849" y="connsiteY58849"/>
              </a:cxn>
              <a:cxn ang="0">
                <a:pos x="connsiteX58850" y="connsiteY58850"/>
              </a:cxn>
              <a:cxn ang="0">
                <a:pos x="connsiteX58851" y="connsiteY58851"/>
              </a:cxn>
              <a:cxn ang="0">
                <a:pos x="connsiteX58852" y="connsiteY58852"/>
              </a:cxn>
              <a:cxn ang="0">
                <a:pos x="connsiteX58853" y="connsiteY58853"/>
              </a:cxn>
              <a:cxn ang="0">
                <a:pos x="connsiteX58854" y="connsiteY58854"/>
              </a:cxn>
              <a:cxn ang="0">
                <a:pos x="connsiteX58855" y="connsiteY58855"/>
              </a:cxn>
              <a:cxn ang="0">
                <a:pos x="connsiteX58856" y="connsiteY58856"/>
              </a:cxn>
              <a:cxn ang="0">
                <a:pos x="connsiteX58857" y="connsiteY58857"/>
              </a:cxn>
              <a:cxn ang="0">
                <a:pos x="connsiteX58858" y="connsiteY58858"/>
              </a:cxn>
              <a:cxn ang="0">
                <a:pos x="connsiteX58859" y="connsiteY58859"/>
              </a:cxn>
              <a:cxn ang="0">
                <a:pos x="connsiteX58860" y="connsiteY58860"/>
              </a:cxn>
              <a:cxn ang="0">
                <a:pos x="connsiteX58861" y="connsiteY58861"/>
              </a:cxn>
              <a:cxn ang="0">
                <a:pos x="connsiteX58862" y="connsiteY58862"/>
              </a:cxn>
              <a:cxn ang="0">
                <a:pos x="connsiteX58863" y="connsiteY58863"/>
              </a:cxn>
              <a:cxn ang="0">
                <a:pos x="connsiteX58864" y="connsiteY58864"/>
              </a:cxn>
              <a:cxn ang="0">
                <a:pos x="connsiteX58865" y="connsiteY58865"/>
              </a:cxn>
              <a:cxn ang="0">
                <a:pos x="connsiteX58866" y="connsiteY58866"/>
              </a:cxn>
              <a:cxn ang="0">
                <a:pos x="connsiteX58867" y="connsiteY58867"/>
              </a:cxn>
              <a:cxn ang="0">
                <a:pos x="connsiteX58868" y="connsiteY58868"/>
              </a:cxn>
              <a:cxn ang="0">
                <a:pos x="connsiteX58869" y="connsiteY58869"/>
              </a:cxn>
              <a:cxn ang="0">
                <a:pos x="connsiteX58870" y="connsiteY58870"/>
              </a:cxn>
              <a:cxn ang="0">
                <a:pos x="connsiteX58871" y="connsiteY58871"/>
              </a:cxn>
              <a:cxn ang="0">
                <a:pos x="connsiteX58872" y="connsiteY58872"/>
              </a:cxn>
              <a:cxn ang="0">
                <a:pos x="connsiteX58873" y="connsiteY58873"/>
              </a:cxn>
              <a:cxn ang="0">
                <a:pos x="connsiteX58874" y="connsiteY58874"/>
              </a:cxn>
              <a:cxn ang="0">
                <a:pos x="connsiteX58875" y="connsiteY58875"/>
              </a:cxn>
              <a:cxn ang="0">
                <a:pos x="connsiteX58876" y="connsiteY58876"/>
              </a:cxn>
              <a:cxn ang="0">
                <a:pos x="connsiteX58877" y="connsiteY58877"/>
              </a:cxn>
              <a:cxn ang="0">
                <a:pos x="connsiteX58878" y="connsiteY58878"/>
              </a:cxn>
              <a:cxn ang="0">
                <a:pos x="connsiteX58879" y="connsiteY58879"/>
              </a:cxn>
              <a:cxn ang="0">
                <a:pos x="connsiteX58880" y="connsiteY58880"/>
              </a:cxn>
              <a:cxn ang="0">
                <a:pos x="connsiteX58881" y="connsiteY58881"/>
              </a:cxn>
              <a:cxn ang="0">
                <a:pos x="connsiteX58882" y="connsiteY58882"/>
              </a:cxn>
              <a:cxn ang="0">
                <a:pos x="connsiteX58883" y="connsiteY58883"/>
              </a:cxn>
              <a:cxn ang="0">
                <a:pos x="connsiteX58884" y="connsiteY58884"/>
              </a:cxn>
              <a:cxn ang="0">
                <a:pos x="connsiteX58885" y="connsiteY58885"/>
              </a:cxn>
              <a:cxn ang="0">
                <a:pos x="connsiteX58886" y="connsiteY58886"/>
              </a:cxn>
              <a:cxn ang="0">
                <a:pos x="connsiteX58887" y="connsiteY58887"/>
              </a:cxn>
              <a:cxn ang="0">
                <a:pos x="connsiteX58888" y="connsiteY58888"/>
              </a:cxn>
              <a:cxn ang="0">
                <a:pos x="connsiteX58889" y="connsiteY58889"/>
              </a:cxn>
              <a:cxn ang="0">
                <a:pos x="connsiteX58890" y="connsiteY58890"/>
              </a:cxn>
              <a:cxn ang="0">
                <a:pos x="connsiteX58891" y="connsiteY58891"/>
              </a:cxn>
              <a:cxn ang="0">
                <a:pos x="connsiteX58892" y="connsiteY58892"/>
              </a:cxn>
              <a:cxn ang="0">
                <a:pos x="connsiteX58893" y="connsiteY58893"/>
              </a:cxn>
              <a:cxn ang="0">
                <a:pos x="connsiteX58894" y="connsiteY58894"/>
              </a:cxn>
              <a:cxn ang="0">
                <a:pos x="connsiteX58895" y="connsiteY58895"/>
              </a:cxn>
              <a:cxn ang="0">
                <a:pos x="connsiteX58896" y="connsiteY58896"/>
              </a:cxn>
              <a:cxn ang="0">
                <a:pos x="connsiteX58897" y="connsiteY58897"/>
              </a:cxn>
              <a:cxn ang="0">
                <a:pos x="connsiteX58898" y="connsiteY58898"/>
              </a:cxn>
              <a:cxn ang="0">
                <a:pos x="connsiteX58899" y="connsiteY58899"/>
              </a:cxn>
              <a:cxn ang="0">
                <a:pos x="connsiteX58900" y="connsiteY58900"/>
              </a:cxn>
              <a:cxn ang="0">
                <a:pos x="connsiteX58901" y="connsiteY58901"/>
              </a:cxn>
              <a:cxn ang="0">
                <a:pos x="connsiteX58902" y="connsiteY58902"/>
              </a:cxn>
              <a:cxn ang="0">
                <a:pos x="connsiteX58903" y="connsiteY58903"/>
              </a:cxn>
              <a:cxn ang="0">
                <a:pos x="connsiteX58904" y="connsiteY58904"/>
              </a:cxn>
              <a:cxn ang="0">
                <a:pos x="connsiteX58905" y="connsiteY58905"/>
              </a:cxn>
              <a:cxn ang="0">
                <a:pos x="connsiteX58906" y="connsiteY58906"/>
              </a:cxn>
              <a:cxn ang="0">
                <a:pos x="connsiteX58907" y="connsiteY58907"/>
              </a:cxn>
              <a:cxn ang="0">
                <a:pos x="connsiteX58908" y="connsiteY58908"/>
              </a:cxn>
              <a:cxn ang="0">
                <a:pos x="connsiteX58909" y="connsiteY58909"/>
              </a:cxn>
              <a:cxn ang="0">
                <a:pos x="connsiteX58910" y="connsiteY58910"/>
              </a:cxn>
              <a:cxn ang="0">
                <a:pos x="connsiteX58911" y="connsiteY58911"/>
              </a:cxn>
              <a:cxn ang="0">
                <a:pos x="connsiteX58912" y="connsiteY58912"/>
              </a:cxn>
              <a:cxn ang="0">
                <a:pos x="connsiteX58913" y="connsiteY58913"/>
              </a:cxn>
              <a:cxn ang="0">
                <a:pos x="connsiteX58914" y="connsiteY58914"/>
              </a:cxn>
              <a:cxn ang="0">
                <a:pos x="connsiteX58915" y="connsiteY58915"/>
              </a:cxn>
              <a:cxn ang="0">
                <a:pos x="connsiteX58916" y="connsiteY58916"/>
              </a:cxn>
              <a:cxn ang="0">
                <a:pos x="connsiteX58917" y="connsiteY58917"/>
              </a:cxn>
              <a:cxn ang="0">
                <a:pos x="connsiteX58918" y="connsiteY58918"/>
              </a:cxn>
              <a:cxn ang="0">
                <a:pos x="connsiteX58919" y="connsiteY58919"/>
              </a:cxn>
              <a:cxn ang="0">
                <a:pos x="connsiteX58920" y="connsiteY58920"/>
              </a:cxn>
              <a:cxn ang="0">
                <a:pos x="connsiteX58921" y="connsiteY58921"/>
              </a:cxn>
              <a:cxn ang="0">
                <a:pos x="connsiteX58922" y="connsiteY58922"/>
              </a:cxn>
              <a:cxn ang="0">
                <a:pos x="connsiteX58923" y="connsiteY58923"/>
              </a:cxn>
              <a:cxn ang="0">
                <a:pos x="connsiteX58924" y="connsiteY58924"/>
              </a:cxn>
              <a:cxn ang="0">
                <a:pos x="connsiteX58925" y="connsiteY58925"/>
              </a:cxn>
              <a:cxn ang="0">
                <a:pos x="connsiteX58926" y="connsiteY58926"/>
              </a:cxn>
              <a:cxn ang="0">
                <a:pos x="connsiteX58927" y="connsiteY58927"/>
              </a:cxn>
              <a:cxn ang="0">
                <a:pos x="connsiteX58928" y="connsiteY58928"/>
              </a:cxn>
              <a:cxn ang="0">
                <a:pos x="connsiteX58929" y="connsiteY58929"/>
              </a:cxn>
              <a:cxn ang="0">
                <a:pos x="connsiteX58930" y="connsiteY58930"/>
              </a:cxn>
              <a:cxn ang="0">
                <a:pos x="connsiteX58931" y="connsiteY58931"/>
              </a:cxn>
              <a:cxn ang="0">
                <a:pos x="connsiteX58932" y="connsiteY58932"/>
              </a:cxn>
              <a:cxn ang="0">
                <a:pos x="connsiteX58933" y="connsiteY58933"/>
              </a:cxn>
              <a:cxn ang="0">
                <a:pos x="connsiteX58934" y="connsiteY58934"/>
              </a:cxn>
              <a:cxn ang="0">
                <a:pos x="connsiteX58935" y="connsiteY58935"/>
              </a:cxn>
              <a:cxn ang="0">
                <a:pos x="connsiteX58936" y="connsiteY58936"/>
              </a:cxn>
              <a:cxn ang="0">
                <a:pos x="connsiteX58937" y="connsiteY58937"/>
              </a:cxn>
              <a:cxn ang="0">
                <a:pos x="connsiteX58938" y="connsiteY58938"/>
              </a:cxn>
              <a:cxn ang="0">
                <a:pos x="connsiteX58939" y="connsiteY58939"/>
              </a:cxn>
              <a:cxn ang="0">
                <a:pos x="connsiteX58940" y="connsiteY58940"/>
              </a:cxn>
              <a:cxn ang="0">
                <a:pos x="connsiteX58941" y="connsiteY58941"/>
              </a:cxn>
              <a:cxn ang="0">
                <a:pos x="connsiteX58942" y="connsiteY58942"/>
              </a:cxn>
              <a:cxn ang="0">
                <a:pos x="connsiteX58943" y="connsiteY58943"/>
              </a:cxn>
              <a:cxn ang="0">
                <a:pos x="connsiteX58944" y="connsiteY58944"/>
              </a:cxn>
              <a:cxn ang="0">
                <a:pos x="connsiteX58945" y="connsiteY58945"/>
              </a:cxn>
              <a:cxn ang="0">
                <a:pos x="connsiteX58946" y="connsiteY58946"/>
              </a:cxn>
              <a:cxn ang="0">
                <a:pos x="connsiteX58947" y="connsiteY58947"/>
              </a:cxn>
              <a:cxn ang="0">
                <a:pos x="connsiteX58948" y="connsiteY58948"/>
              </a:cxn>
              <a:cxn ang="0">
                <a:pos x="connsiteX58949" y="connsiteY58949"/>
              </a:cxn>
              <a:cxn ang="0">
                <a:pos x="connsiteX58950" y="connsiteY58950"/>
              </a:cxn>
              <a:cxn ang="0">
                <a:pos x="connsiteX58951" y="connsiteY58951"/>
              </a:cxn>
              <a:cxn ang="0">
                <a:pos x="connsiteX58952" y="connsiteY58952"/>
              </a:cxn>
              <a:cxn ang="0">
                <a:pos x="connsiteX58953" y="connsiteY58953"/>
              </a:cxn>
              <a:cxn ang="0">
                <a:pos x="connsiteX58954" y="connsiteY58954"/>
              </a:cxn>
              <a:cxn ang="0">
                <a:pos x="connsiteX58955" y="connsiteY58955"/>
              </a:cxn>
              <a:cxn ang="0">
                <a:pos x="connsiteX58956" y="connsiteY58956"/>
              </a:cxn>
              <a:cxn ang="0">
                <a:pos x="connsiteX58957" y="connsiteY58957"/>
              </a:cxn>
              <a:cxn ang="0">
                <a:pos x="connsiteX58958" y="connsiteY58958"/>
              </a:cxn>
              <a:cxn ang="0">
                <a:pos x="connsiteX58959" y="connsiteY58959"/>
              </a:cxn>
              <a:cxn ang="0">
                <a:pos x="connsiteX58960" y="connsiteY58960"/>
              </a:cxn>
              <a:cxn ang="0">
                <a:pos x="connsiteX58961" y="connsiteY58961"/>
              </a:cxn>
              <a:cxn ang="0">
                <a:pos x="connsiteX58962" y="connsiteY58962"/>
              </a:cxn>
              <a:cxn ang="0">
                <a:pos x="connsiteX58963" y="connsiteY58963"/>
              </a:cxn>
              <a:cxn ang="0">
                <a:pos x="connsiteX58964" y="connsiteY58964"/>
              </a:cxn>
              <a:cxn ang="0">
                <a:pos x="connsiteX58965" y="connsiteY58965"/>
              </a:cxn>
              <a:cxn ang="0">
                <a:pos x="connsiteX58966" y="connsiteY58966"/>
              </a:cxn>
              <a:cxn ang="0">
                <a:pos x="connsiteX58967" y="connsiteY58967"/>
              </a:cxn>
              <a:cxn ang="0">
                <a:pos x="connsiteX58968" y="connsiteY58968"/>
              </a:cxn>
              <a:cxn ang="0">
                <a:pos x="connsiteX58969" y="connsiteY58969"/>
              </a:cxn>
              <a:cxn ang="0">
                <a:pos x="connsiteX58970" y="connsiteY58970"/>
              </a:cxn>
              <a:cxn ang="0">
                <a:pos x="connsiteX58971" y="connsiteY58971"/>
              </a:cxn>
              <a:cxn ang="0">
                <a:pos x="connsiteX58972" y="connsiteY58972"/>
              </a:cxn>
              <a:cxn ang="0">
                <a:pos x="connsiteX58973" y="connsiteY58973"/>
              </a:cxn>
              <a:cxn ang="0">
                <a:pos x="connsiteX58974" y="connsiteY58974"/>
              </a:cxn>
              <a:cxn ang="0">
                <a:pos x="connsiteX58975" y="connsiteY58975"/>
              </a:cxn>
              <a:cxn ang="0">
                <a:pos x="connsiteX58976" y="connsiteY58976"/>
              </a:cxn>
              <a:cxn ang="0">
                <a:pos x="connsiteX58977" y="connsiteY58977"/>
              </a:cxn>
              <a:cxn ang="0">
                <a:pos x="connsiteX58978" y="connsiteY58978"/>
              </a:cxn>
              <a:cxn ang="0">
                <a:pos x="connsiteX58979" y="connsiteY58979"/>
              </a:cxn>
              <a:cxn ang="0">
                <a:pos x="connsiteX58980" y="connsiteY58980"/>
              </a:cxn>
              <a:cxn ang="0">
                <a:pos x="connsiteX58981" y="connsiteY58981"/>
              </a:cxn>
              <a:cxn ang="0">
                <a:pos x="connsiteX58982" y="connsiteY58982"/>
              </a:cxn>
              <a:cxn ang="0">
                <a:pos x="connsiteX58983" y="connsiteY58983"/>
              </a:cxn>
              <a:cxn ang="0">
                <a:pos x="connsiteX58984" y="connsiteY58984"/>
              </a:cxn>
              <a:cxn ang="0">
                <a:pos x="connsiteX58985" y="connsiteY58985"/>
              </a:cxn>
              <a:cxn ang="0">
                <a:pos x="connsiteX58986" y="connsiteY58986"/>
              </a:cxn>
              <a:cxn ang="0">
                <a:pos x="connsiteX58987" y="connsiteY58987"/>
              </a:cxn>
              <a:cxn ang="0">
                <a:pos x="connsiteX58988" y="connsiteY58988"/>
              </a:cxn>
              <a:cxn ang="0">
                <a:pos x="connsiteX58989" y="connsiteY58989"/>
              </a:cxn>
              <a:cxn ang="0">
                <a:pos x="connsiteX58990" y="connsiteY58990"/>
              </a:cxn>
              <a:cxn ang="0">
                <a:pos x="connsiteX58991" y="connsiteY58991"/>
              </a:cxn>
              <a:cxn ang="0">
                <a:pos x="connsiteX58992" y="connsiteY58992"/>
              </a:cxn>
              <a:cxn ang="0">
                <a:pos x="connsiteX58993" y="connsiteY58993"/>
              </a:cxn>
              <a:cxn ang="0">
                <a:pos x="connsiteX58994" y="connsiteY58994"/>
              </a:cxn>
              <a:cxn ang="0">
                <a:pos x="connsiteX58995" y="connsiteY58995"/>
              </a:cxn>
              <a:cxn ang="0">
                <a:pos x="connsiteX58996" y="connsiteY58996"/>
              </a:cxn>
              <a:cxn ang="0">
                <a:pos x="connsiteX58997" y="connsiteY58997"/>
              </a:cxn>
              <a:cxn ang="0">
                <a:pos x="connsiteX58998" y="connsiteY58998"/>
              </a:cxn>
              <a:cxn ang="0">
                <a:pos x="connsiteX58999" y="connsiteY58999"/>
              </a:cxn>
              <a:cxn ang="0">
                <a:pos x="connsiteX59000" y="connsiteY59000"/>
              </a:cxn>
              <a:cxn ang="0">
                <a:pos x="connsiteX59001" y="connsiteY59001"/>
              </a:cxn>
              <a:cxn ang="0">
                <a:pos x="connsiteX59002" y="connsiteY59002"/>
              </a:cxn>
              <a:cxn ang="0">
                <a:pos x="connsiteX59003" y="connsiteY59003"/>
              </a:cxn>
              <a:cxn ang="0">
                <a:pos x="connsiteX59004" y="connsiteY59004"/>
              </a:cxn>
              <a:cxn ang="0">
                <a:pos x="connsiteX59005" y="connsiteY59005"/>
              </a:cxn>
              <a:cxn ang="0">
                <a:pos x="connsiteX59006" y="connsiteY59006"/>
              </a:cxn>
              <a:cxn ang="0">
                <a:pos x="connsiteX59007" y="connsiteY59007"/>
              </a:cxn>
              <a:cxn ang="0">
                <a:pos x="connsiteX59008" y="connsiteY59008"/>
              </a:cxn>
              <a:cxn ang="0">
                <a:pos x="connsiteX59009" y="connsiteY59009"/>
              </a:cxn>
              <a:cxn ang="0">
                <a:pos x="connsiteX59010" y="connsiteY59010"/>
              </a:cxn>
              <a:cxn ang="0">
                <a:pos x="connsiteX59011" y="connsiteY59011"/>
              </a:cxn>
              <a:cxn ang="0">
                <a:pos x="connsiteX59012" y="connsiteY59012"/>
              </a:cxn>
              <a:cxn ang="0">
                <a:pos x="connsiteX59013" y="connsiteY59013"/>
              </a:cxn>
              <a:cxn ang="0">
                <a:pos x="connsiteX59014" y="connsiteY59014"/>
              </a:cxn>
              <a:cxn ang="0">
                <a:pos x="connsiteX59015" y="connsiteY59015"/>
              </a:cxn>
              <a:cxn ang="0">
                <a:pos x="connsiteX59016" y="connsiteY59016"/>
              </a:cxn>
              <a:cxn ang="0">
                <a:pos x="connsiteX59017" y="connsiteY59017"/>
              </a:cxn>
              <a:cxn ang="0">
                <a:pos x="connsiteX59018" y="connsiteY59018"/>
              </a:cxn>
              <a:cxn ang="0">
                <a:pos x="connsiteX59019" y="connsiteY59019"/>
              </a:cxn>
              <a:cxn ang="0">
                <a:pos x="connsiteX59020" y="connsiteY59020"/>
              </a:cxn>
              <a:cxn ang="0">
                <a:pos x="connsiteX59021" y="connsiteY59021"/>
              </a:cxn>
              <a:cxn ang="0">
                <a:pos x="connsiteX59022" y="connsiteY59022"/>
              </a:cxn>
              <a:cxn ang="0">
                <a:pos x="connsiteX59023" y="connsiteY59023"/>
              </a:cxn>
              <a:cxn ang="0">
                <a:pos x="connsiteX59024" y="connsiteY59024"/>
              </a:cxn>
              <a:cxn ang="0">
                <a:pos x="connsiteX59025" y="connsiteY59025"/>
              </a:cxn>
              <a:cxn ang="0">
                <a:pos x="connsiteX59026" y="connsiteY59026"/>
              </a:cxn>
              <a:cxn ang="0">
                <a:pos x="connsiteX59027" y="connsiteY59027"/>
              </a:cxn>
              <a:cxn ang="0">
                <a:pos x="connsiteX59028" y="connsiteY59028"/>
              </a:cxn>
              <a:cxn ang="0">
                <a:pos x="connsiteX59029" y="connsiteY59029"/>
              </a:cxn>
              <a:cxn ang="0">
                <a:pos x="connsiteX59030" y="connsiteY59030"/>
              </a:cxn>
              <a:cxn ang="0">
                <a:pos x="connsiteX59031" y="connsiteY59031"/>
              </a:cxn>
              <a:cxn ang="0">
                <a:pos x="connsiteX59032" y="connsiteY59032"/>
              </a:cxn>
              <a:cxn ang="0">
                <a:pos x="connsiteX59033" y="connsiteY59033"/>
              </a:cxn>
              <a:cxn ang="0">
                <a:pos x="connsiteX59034" y="connsiteY59034"/>
              </a:cxn>
              <a:cxn ang="0">
                <a:pos x="connsiteX59035" y="connsiteY59035"/>
              </a:cxn>
              <a:cxn ang="0">
                <a:pos x="connsiteX59036" y="connsiteY59036"/>
              </a:cxn>
              <a:cxn ang="0">
                <a:pos x="connsiteX59037" y="connsiteY59037"/>
              </a:cxn>
              <a:cxn ang="0">
                <a:pos x="connsiteX59038" y="connsiteY59038"/>
              </a:cxn>
              <a:cxn ang="0">
                <a:pos x="connsiteX59039" y="connsiteY59039"/>
              </a:cxn>
              <a:cxn ang="0">
                <a:pos x="connsiteX59040" y="connsiteY59040"/>
              </a:cxn>
              <a:cxn ang="0">
                <a:pos x="connsiteX59041" y="connsiteY59041"/>
              </a:cxn>
              <a:cxn ang="0">
                <a:pos x="connsiteX59042" y="connsiteY59042"/>
              </a:cxn>
              <a:cxn ang="0">
                <a:pos x="connsiteX59043" y="connsiteY59043"/>
              </a:cxn>
              <a:cxn ang="0">
                <a:pos x="connsiteX59044" y="connsiteY59044"/>
              </a:cxn>
              <a:cxn ang="0">
                <a:pos x="connsiteX59045" y="connsiteY59045"/>
              </a:cxn>
              <a:cxn ang="0">
                <a:pos x="connsiteX59046" y="connsiteY59046"/>
              </a:cxn>
              <a:cxn ang="0">
                <a:pos x="connsiteX59047" y="connsiteY59047"/>
              </a:cxn>
              <a:cxn ang="0">
                <a:pos x="connsiteX59048" y="connsiteY59048"/>
              </a:cxn>
              <a:cxn ang="0">
                <a:pos x="connsiteX59049" y="connsiteY59049"/>
              </a:cxn>
              <a:cxn ang="0">
                <a:pos x="connsiteX59050" y="connsiteY59050"/>
              </a:cxn>
              <a:cxn ang="0">
                <a:pos x="connsiteX59051" y="connsiteY59051"/>
              </a:cxn>
              <a:cxn ang="0">
                <a:pos x="connsiteX59052" y="connsiteY59052"/>
              </a:cxn>
              <a:cxn ang="0">
                <a:pos x="connsiteX59053" y="connsiteY59053"/>
              </a:cxn>
              <a:cxn ang="0">
                <a:pos x="connsiteX59054" y="connsiteY59054"/>
              </a:cxn>
              <a:cxn ang="0">
                <a:pos x="connsiteX59055" y="connsiteY59055"/>
              </a:cxn>
              <a:cxn ang="0">
                <a:pos x="connsiteX59056" y="connsiteY59056"/>
              </a:cxn>
              <a:cxn ang="0">
                <a:pos x="connsiteX59057" y="connsiteY59057"/>
              </a:cxn>
              <a:cxn ang="0">
                <a:pos x="connsiteX59058" y="connsiteY59058"/>
              </a:cxn>
              <a:cxn ang="0">
                <a:pos x="connsiteX59059" y="connsiteY59059"/>
              </a:cxn>
              <a:cxn ang="0">
                <a:pos x="connsiteX59060" y="connsiteY59060"/>
              </a:cxn>
              <a:cxn ang="0">
                <a:pos x="connsiteX59061" y="connsiteY59061"/>
              </a:cxn>
              <a:cxn ang="0">
                <a:pos x="connsiteX59062" y="connsiteY59062"/>
              </a:cxn>
              <a:cxn ang="0">
                <a:pos x="connsiteX59063" y="connsiteY59063"/>
              </a:cxn>
              <a:cxn ang="0">
                <a:pos x="connsiteX59064" y="connsiteY59064"/>
              </a:cxn>
              <a:cxn ang="0">
                <a:pos x="connsiteX59065" y="connsiteY59065"/>
              </a:cxn>
              <a:cxn ang="0">
                <a:pos x="connsiteX59066" y="connsiteY59066"/>
              </a:cxn>
              <a:cxn ang="0">
                <a:pos x="connsiteX59067" y="connsiteY59067"/>
              </a:cxn>
              <a:cxn ang="0">
                <a:pos x="connsiteX59068" y="connsiteY59068"/>
              </a:cxn>
              <a:cxn ang="0">
                <a:pos x="connsiteX59069" y="connsiteY59069"/>
              </a:cxn>
              <a:cxn ang="0">
                <a:pos x="connsiteX59070" y="connsiteY59070"/>
              </a:cxn>
              <a:cxn ang="0">
                <a:pos x="connsiteX59071" y="connsiteY59071"/>
              </a:cxn>
              <a:cxn ang="0">
                <a:pos x="connsiteX59072" y="connsiteY59072"/>
              </a:cxn>
              <a:cxn ang="0">
                <a:pos x="connsiteX59073" y="connsiteY59073"/>
              </a:cxn>
              <a:cxn ang="0">
                <a:pos x="connsiteX59074" y="connsiteY59074"/>
              </a:cxn>
              <a:cxn ang="0">
                <a:pos x="connsiteX59075" y="connsiteY59075"/>
              </a:cxn>
              <a:cxn ang="0">
                <a:pos x="connsiteX59076" y="connsiteY59076"/>
              </a:cxn>
              <a:cxn ang="0">
                <a:pos x="connsiteX59077" y="connsiteY59077"/>
              </a:cxn>
              <a:cxn ang="0">
                <a:pos x="connsiteX59078" y="connsiteY59078"/>
              </a:cxn>
              <a:cxn ang="0">
                <a:pos x="connsiteX59079" y="connsiteY59079"/>
              </a:cxn>
              <a:cxn ang="0">
                <a:pos x="connsiteX59080" y="connsiteY59080"/>
              </a:cxn>
              <a:cxn ang="0">
                <a:pos x="connsiteX59081" y="connsiteY59081"/>
              </a:cxn>
              <a:cxn ang="0">
                <a:pos x="connsiteX59082" y="connsiteY59082"/>
              </a:cxn>
              <a:cxn ang="0">
                <a:pos x="connsiteX59083" y="connsiteY59083"/>
              </a:cxn>
              <a:cxn ang="0">
                <a:pos x="connsiteX59084" y="connsiteY59084"/>
              </a:cxn>
              <a:cxn ang="0">
                <a:pos x="connsiteX59085" y="connsiteY59085"/>
              </a:cxn>
              <a:cxn ang="0">
                <a:pos x="connsiteX59086" y="connsiteY59086"/>
              </a:cxn>
              <a:cxn ang="0">
                <a:pos x="connsiteX59087" y="connsiteY59087"/>
              </a:cxn>
              <a:cxn ang="0">
                <a:pos x="connsiteX59088" y="connsiteY59088"/>
              </a:cxn>
              <a:cxn ang="0">
                <a:pos x="connsiteX59089" y="connsiteY59089"/>
              </a:cxn>
              <a:cxn ang="0">
                <a:pos x="connsiteX59090" y="connsiteY59090"/>
              </a:cxn>
              <a:cxn ang="0">
                <a:pos x="connsiteX59091" y="connsiteY59091"/>
              </a:cxn>
              <a:cxn ang="0">
                <a:pos x="connsiteX59092" y="connsiteY59092"/>
              </a:cxn>
              <a:cxn ang="0">
                <a:pos x="connsiteX59093" y="connsiteY59093"/>
              </a:cxn>
              <a:cxn ang="0">
                <a:pos x="connsiteX59094" y="connsiteY59094"/>
              </a:cxn>
              <a:cxn ang="0">
                <a:pos x="connsiteX59095" y="connsiteY59095"/>
              </a:cxn>
              <a:cxn ang="0">
                <a:pos x="connsiteX59096" y="connsiteY59096"/>
              </a:cxn>
              <a:cxn ang="0">
                <a:pos x="connsiteX59097" y="connsiteY59097"/>
              </a:cxn>
              <a:cxn ang="0">
                <a:pos x="connsiteX59098" y="connsiteY59098"/>
              </a:cxn>
              <a:cxn ang="0">
                <a:pos x="connsiteX59099" y="connsiteY59099"/>
              </a:cxn>
              <a:cxn ang="0">
                <a:pos x="connsiteX59100" y="connsiteY59100"/>
              </a:cxn>
              <a:cxn ang="0">
                <a:pos x="connsiteX59101" y="connsiteY59101"/>
              </a:cxn>
              <a:cxn ang="0">
                <a:pos x="connsiteX59102" y="connsiteY59102"/>
              </a:cxn>
              <a:cxn ang="0">
                <a:pos x="connsiteX59103" y="connsiteY59103"/>
              </a:cxn>
              <a:cxn ang="0">
                <a:pos x="connsiteX59104" y="connsiteY59104"/>
              </a:cxn>
              <a:cxn ang="0">
                <a:pos x="connsiteX59105" y="connsiteY59105"/>
              </a:cxn>
              <a:cxn ang="0">
                <a:pos x="connsiteX59106" y="connsiteY59106"/>
              </a:cxn>
              <a:cxn ang="0">
                <a:pos x="connsiteX59107" y="connsiteY59107"/>
              </a:cxn>
              <a:cxn ang="0">
                <a:pos x="connsiteX59108" y="connsiteY59108"/>
              </a:cxn>
              <a:cxn ang="0">
                <a:pos x="connsiteX59109" y="connsiteY59109"/>
              </a:cxn>
              <a:cxn ang="0">
                <a:pos x="connsiteX59110" y="connsiteY59110"/>
              </a:cxn>
              <a:cxn ang="0">
                <a:pos x="connsiteX59111" y="connsiteY59111"/>
              </a:cxn>
              <a:cxn ang="0">
                <a:pos x="connsiteX59112" y="connsiteY59112"/>
              </a:cxn>
              <a:cxn ang="0">
                <a:pos x="connsiteX59113" y="connsiteY59113"/>
              </a:cxn>
              <a:cxn ang="0">
                <a:pos x="connsiteX59114" y="connsiteY59114"/>
              </a:cxn>
              <a:cxn ang="0">
                <a:pos x="connsiteX59115" y="connsiteY59115"/>
              </a:cxn>
              <a:cxn ang="0">
                <a:pos x="connsiteX59116" y="connsiteY59116"/>
              </a:cxn>
              <a:cxn ang="0">
                <a:pos x="connsiteX59117" y="connsiteY59117"/>
              </a:cxn>
              <a:cxn ang="0">
                <a:pos x="connsiteX59118" y="connsiteY59118"/>
              </a:cxn>
              <a:cxn ang="0">
                <a:pos x="connsiteX59119" y="connsiteY59119"/>
              </a:cxn>
              <a:cxn ang="0">
                <a:pos x="connsiteX59120" y="connsiteY59120"/>
              </a:cxn>
              <a:cxn ang="0">
                <a:pos x="connsiteX59121" y="connsiteY59121"/>
              </a:cxn>
              <a:cxn ang="0">
                <a:pos x="connsiteX59122" y="connsiteY59122"/>
              </a:cxn>
              <a:cxn ang="0">
                <a:pos x="connsiteX59123" y="connsiteY59123"/>
              </a:cxn>
              <a:cxn ang="0">
                <a:pos x="connsiteX59124" y="connsiteY59124"/>
              </a:cxn>
              <a:cxn ang="0">
                <a:pos x="connsiteX59125" y="connsiteY59125"/>
              </a:cxn>
              <a:cxn ang="0">
                <a:pos x="connsiteX59126" y="connsiteY59126"/>
              </a:cxn>
              <a:cxn ang="0">
                <a:pos x="connsiteX59127" y="connsiteY59127"/>
              </a:cxn>
              <a:cxn ang="0">
                <a:pos x="connsiteX59128" y="connsiteY59128"/>
              </a:cxn>
              <a:cxn ang="0">
                <a:pos x="connsiteX59129" y="connsiteY59129"/>
              </a:cxn>
              <a:cxn ang="0">
                <a:pos x="connsiteX59130" y="connsiteY59130"/>
              </a:cxn>
              <a:cxn ang="0">
                <a:pos x="connsiteX59131" y="connsiteY59131"/>
              </a:cxn>
              <a:cxn ang="0">
                <a:pos x="connsiteX59132" y="connsiteY59132"/>
              </a:cxn>
              <a:cxn ang="0">
                <a:pos x="connsiteX59133" y="connsiteY59133"/>
              </a:cxn>
              <a:cxn ang="0">
                <a:pos x="connsiteX59134" y="connsiteY59134"/>
              </a:cxn>
              <a:cxn ang="0">
                <a:pos x="connsiteX59135" y="connsiteY59135"/>
              </a:cxn>
              <a:cxn ang="0">
                <a:pos x="connsiteX59136" y="connsiteY59136"/>
              </a:cxn>
              <a:cxn ang="0">
                <a:pos x="connsiteX59137" y="connsiteY59137"/>
              </a:cxn>
              <a:cxn ang="0">
                <a:pos x="connsiteX59138" y="connsiteY59138"/>
              </a:cxn>
              <a:cxn ang="0">
                <a:pos x="connsiteX59139" y="connsiteY59139"/>
              </a:cxn>
              <a:cxn ang="0">
                <a:pos x="connsiteX59140" y="connsiteY59140"/>
              </a:cxn>
              <a:cxn ang="0">
                <a:pos x="connsiteX59141" y="connsiteY59141"/>
              </a:cxn>
              <a:cxn ang="0">
                <a:pos x="connsiteX59142" y="connsiteY59142"/>
              </a:cxn>
              <a:cxn ang="0">
                <a:pos x="connsiteX59143" y="connsiteY59143"/>
              </a:cxn>
              <a:cxn ang="0">
                <a:pos x="connsiteX59144" y="connsiteY59144"/>
              </a:cxn>
              <a:cxn ang="0">
                <a:pos x="connsiteX59145" y="connsiteY59145"/>
              </a:cxn>
              <a:cxn ang="0">
                <a:pos x="connsiteX59146" y="connsiteY59146"/>
              </a:cxn>
              <a:cxn ang="0">
                <a:pos x="connsiteX59147" y="connsiteY59147"/>
              </a:cxn>
              <a:cxn ang="0">
                <a:pos x="connsiteX59148" y="connsiteY59148"/>
              </a:cxn>
              <a:cxn ang="0">
                <a:pos x="connsiteX59149" y="connsiteY59149"/>
              </a:cxn>
              <a:cxn ang="0">
                <a:pos x="connsiteX59150" y="connsiteY59150"/>
              </a:cxn>
              <a:cxn ang="0">
                <a:pos x="connsiteX59151" y="connsiteY59151"/>
              </a:cxn>
              <a:cxn ang="0">
                <a:pos x="connsiteX59152" y="connsiteY59152"/>
              </a:cxn>
              <a:cxn ang="0">
                <a:pos x="connsiteX59153" y="connsiteY59153"/>
              </a:cxn>
              <a:cxn ang="0">
                <a:pos x="connsiteX59154" y="connsiteY59154"/>
              </a:cxn>
              <a:cxn ang="0">
                <a:pos x="connsiteX59155" y="connsiteY59155"/>
              </a:cxn>
              <a:cxn ang="0">
                <a:pos x="connsiteX59156" y="connsiteY59156"/>
              </a:cxn>
              <a:cxn ang="0">
                <a:pos x="connsiteX59157" y="connsiteY59157"/>
              </a:cxn>
              <a:cxn ang="0">
                <a:pos x="connsiteX59158" y="connsiteY59158"/>
              </a:cxn>
              <a:cxn ang="0">
                <a:pos x="connsiteX59159" y="connsiteY59159"/>
              </a:cxn>
              <a:cxn ang="0">
                <a:pos x="connsiteX59160" y="connsiteY59160"/>
              </a:cxn>
              <a:cxn ang="0">
                <a:pos x="connsiteX59161" y="connsiteY59161"/>
              </a:cxn>
              <a:cxn ang="0">
                <a:pos x="connsiteX59162" y="connsiteY59162"/>
              </a:cxn>
              <a:cxn ang="0">
                <a:pos x="connsiteX59163" y="connsiteY59163"/>
              </a:cxn>
              <a:cxn ang="0">
                <a:pos x="connsiteX59164" y="connsiteY59164"/>
              </a:cxn>
              <a:cxn ang="0">
                <a:pos x="connsiteX59165" y="connsiteY59165"/>
              </a:cxn>
              <a:cxn ang="0">
                <a:pos x="connsiteX59166" y="connsiteY59166"/>
              </a:cxn>
              <a:cxn ang="0">
                <a:pos x="connsiteX59167" y="connsiteY59167"/>
              </a:cxn>
              <a:cxn ang="0">
                <a:pos x="connsiteX59168" y="connsiteY59168"/>
              </a:cxn>
              <a:cxn ang="0">
                <a:pos x="connsiteX59169" y="connsiteY59169"/>
              </a:cxn>
              <a:cxn ang="0">
                <a:pos x="connsiteX59170" y="connsiteY59170"/>
              </a:cxn>
              <a:cxn ang="0">
                <a:pos x="connsiteX59171" y="connsiteY59171"/>
              </a:cxn>
              <a:cxn ang="0">
                <a:pos x="connsiteX59172" y="connsiteY59172"/>
              </a:cxn>
              <a:cxn ang="0">
                <a:pos x="connsiteX59173" y="connsiteY59173"/>
              </a:cxn>
              <a:cxn ang="0">
                <a:pos x="connsiteX59174" y="connsiteY59174"/>
              </a:cxn>
              <a:cxn ang="0">
                <a:pos x="connsiteX59175" y="connsiteY59175"/>
              </a:cxn>
              <a:cxn ang="0">
                <a:pos x="connsiteX59176" y="connsiteY59176"/>
              </a:cxn>
              <a:cxn ang="0">
                <a:pos x="connsiteX59177" y="connsiteY59177"/>
              </a:cxn>
              <a:cxn ang="0">
                <a:pos x="connsiteX59178" y="connsiteY59178"/>
              </a:cxn>
              <a:cxn ang="0">
                <a:pos x="connsiteX59179" y="connsiteY59179"/>
              </a:cxn>
              <a:cxn ang="0">
                <a:pos x="connsiteX59180" y="connsiteY59180"/>
              </a:cxn>
              <a:cxn ang="0">
                <a:pos x="connsiteX59181" y="connsiteY59181"/>
              </a:cxn>
              <a:cxn ang="0">
                <a:pos x="connsiteX59182" y="connsiteY59182"/>
              </a:cxn>
              <a:cxn ang="0">
                <a:pos x="connsiteX59183" y="connsiteY59183"/>
              </a:cxn>
              <a:cxn ang="0">
                <a:pos x="connsiteX59184" y="connsiteY59184"/>
              </a:cxn>
              <a:cxn ang="0">
                <a:pos x="connsiteX59185" y="connsiteY59185"/>
              </a:cxn>
              <a:cxn ang="0">
                <a:pos x="connsiteX59186" y="connsiteY59186"/>
              </a:cxn>
              <a:cxn ang="0">
                <a:pos x="connsiteX59187" y="connsiteY59187"/>
              </a:cxn>
              <a:cxn ang="0">
                <a:pos x="connsiteX59188" y="connsiteY59188"/>
              </a:cxn>
              <a:cxn ang="0">
                <a:pos x="connsiteX59189" y="connsiteY59189"/>
              </a:cxn>
              <a:cxn ang="0">
                <a:pos x="connsiteX59190" y="connsiteY59190"/>
              </a:cxn>
              <a:cxn ang="0">
                <a:pos x="connsiteX59191" y="connsiteY59191"/>
              </a:cxn>
              <a:cxn ang="0">
                <a:pos x="connsiteX59192" y="connsiteY59192"/>
              </a:cxn>
              <a:cxn ang="0">
                <a:pos x="connsiteX59193" y="connsiteY59193"/>
              </a:cxn>
              <a:cxn ang="0">
                <a:pos x="connsiteX59194" y="connsiteY59194"/>
              </a:cxn>
              <a:cxn ang="0">
                <a:pos x="connsiteX59195" y="connsiteY59195"/>
              </a:cxn>
              <a:cxn ang="0">
                <a:pos x="connsiteX59196" y="connsiteY59196"/>
              </a:cxn>
              <a:cxn ang="0">
                <a:pos x="connsiteX59197" y="connsiteY59197"/>
              </a:cxn>
              <a:cxn ang="0">
                <a:pos x="connsiteX59198" y="connsiteY59198"/>
              </a:cxn>
              <a:cxn ang="0">
                <a:pos x="connsiteX59199" y="connsiteY59199"/>
              </a:cxn>
              <a:cxn ang="0">
                <a:pos x="connsiteX59200" y="connsiteY59200"/>
              </a:cxn>
              <a:cxn ang="0">
                <a:pos x="connsiteX59201" y="connsiteY59201"/>
              </a:cxn>
              <a:cxn ang="0">
                <a:pos x="connsiteX59202" y="connsiteY59202"/>
              </a:cxn>
              <a:cxn ang="0">
                <a:pos x="connsiteX59203" y="connsiteY59203"/>
              </a:cxn>
              <a:cxn ang="0">
                <a:pos x="connsiteX59204" y="connsiteY59204"/>
              </a:cxn>
              <a:cxn ang="0">
                <a:pos x="connsiteX59205" y="connsiteY59205"/>
              </a:cxn>
              <a:cxn ang="0">
                <a:pos x="connsiteX59206" y="connsiteY59206"/>
              </a:cxn>
              <a:cxn ang="0">
                <a:pos x="connsiteX59207" y="connsiteY59207"/>
              </a:cxn>
              <a:cxn ang="0">
                <a:pos x="connsiteX59208" y="connsiteY59208"/>
              </a:cxn>
              <a:cxn ang="0">
                <a:pos x="connsiteX59209" y="connsiteY59209"/>
              </a:cxn>
              <a:cxn ang="0">
                <a:pos x="connsiteX59210" y="connsiteY59210"/>
              </a:cxn>
              <a:cxn ang="0">
                <a:pos x="connsiteX59211" y="connsiteY59211"/>
              </a:cxn>
              <a:cxn ang="0">
                <a:pos x="connsiteX59212" y="connsiteY59212"/>
              </a:cxn>
              <a:cxn ang="0">
                <a:pos x="connsiteX59213" y="connsiteY59213"/>
              </a:cxn>
              <a:cxn ang="0">
                <a:pos x="connsiteX59214" y="connsiteY59214"/>
              </a:cxn>
              <a:cxn ang="0">
                <a:pos x="connsiteX59215" y="connsiteY59215"/>
              </a:cxn>
              <a:cxn ang="0">
                <a:pos x="connsiteX59216" y="connsiteY59216"/>
              </a:cxn>
              <a:cxn ang="0">
                <a:pos x="connsiteX59217" y="connsiteY59217"/>
              </a:cxn>
              <a:cxn ang="0">
                <a:pos x="connsiteX59218" y="connsiteY59218"/>
              </a:cxn>
              <a:cxn ang="0">
                <a:pos x="connsiteX59219" y="connsiteY59219"/>
              </a:cxn>
              <a:cxn ang="0">
                <a:pos x="connsiteX59220" y="connsiteY59220"/>
              </a:cxn>
              <a:cxn ang="0">
                <a:pos x="connsiteX59221" y="connsiteY59221"/>
              </a:cxn>
              <a:cxn ang="0">
                <a:pos x="connsiteX59222" y="connsiteY59222"/>
              </a:cxn>
              <a:cxn ang="0">
                <a:pos x="connsiteX59223" y="connsiteY59223"/>
              </a:cxn>
              <a:cxn ang="0">
                <a:pos x="connsiteX59224" y="connsiteY59224"/>
              </a:cxn>
              <a:cxn ang="0">
                <a:pos x="connsiteX59225" y="connsiteY59225"/>
              </a:cxn>
              <a:cxn ang="0">
                <a:pos x="connsiteX59226" y="connsiteY59226"/>
              </a:cxn>
              <a:cxn ang="0">
                <a:pos x="connsiteX59227" y="connsiteY59227"/>
              </a:cxn>
              <a:cxn ang="0">
                <a:pos x="connsiteX59228" y="connsiteY59228"/>
              </a:cxn>
              <a:cxn ang="0">
                <a:pos x="connsiteX59229" y="connsiteY59229"/>
              </a:cxn>
              <a:cxn ang="0">
                <a:pos x="connsiteX59230" y="connsiteY59230"/>
              </a:cxn>
              <a:cxn ang="0">
                <a:pos x="connsiteX59231" y="connsiteY59231"/>
              </a:cxn>
              <a:cxn ang="0">
                <a:pos x="connsiteX59232" y="connsiteY59232"/>
              </a:cxn>
              <a:cxn ang="0">
                <a:pos x="connsiteX59233" y="connsiteY59233"/>
              </a:cxn>
              <a:cxn ang="0">
                <a:pos x="connsiteX59234" y="connsiteY59234"/>
              </a:cxn>
              <a:cxn ang="0">
                <a:pos x="connsiteX59235" y="connsiteY59235"/>
              </a:cxn>
              <a:cxn ang="0">
                <a:pos x="connsiteX59236" y="connsiteY59236"/>
              </a:cxn>
              <a:cxn ang="0">
                <a:pos x="connsiteX59237" y="connsiteY59237"/>
              </a:cxn>
              <a:cxn ang="0">
                <a:pos x="connsiteX59238" y="connsiteY59238"/>
              </a:cxn>
              <a:cxn ang="0">
                <a:pos x="connsiteX59239" y="connsiteY59239"/>
              </a:cxn>
              <a:cxn ang="0">
                <a:pos x="connsiteX59240" y="connsiteY59240"/>
              </a:cxn>
              <a:cxn ang="0">
                <a:pos x="connsiteX59241" y="connsiteY59241"/>
              </a:cxn>
              <a:cxn ang="0">
                <a:pos x="connsiteX59242" y="connsiteY59242"/>
              </a:cxn>
              <a:cxn ang="0">
                <a:pos x="connsiteX59243" y="connsiteY59243"/>
              </a:cxn>
              <a:cxn ang="0">
                <a:pos x="connsiteX59244" y="connsiteY59244"/>
              </a:cxn>
              <a:cxn ang="0">
                <a:pos x="connsiteX59245" y="connsiteY59245"/>
              </a:cxn>
              <a:cxn ang="0">
                <a:pos x="connsiteX59246" y="connsiteY59246"/>
              </a:cxn>
              <a:cxn ang="0">
                <a:pos x="connsiteX59247" y="connsiteY59247"/>
              </a:cxn>
              <a:cxn ang="0">
                <a:pos x="connsiteX59248" y="connsiteY59248"/>
              </a:cxn>
              <a:cxn ang="0">
                <a:pos x="connsiteX59249" y="connsiteY59249"/>
              </a:cxn>
              <a:cxn ang="0">
                <a:pos x="connsiteX59250" y="connsiteY59250"/>
              </a:cxn>
              <a:cxn ang="0">
                <a:pos x="connsiteX59251" y="connsiteY59251"/>
              </a:cxn>
              <a:cxn ang="0">
                <a:pos x="connsiteX59252" y="connsiteY59252"/>
              </a:cxn>
              <a:cxn ang="0">
                <a:pos x="connsiteX59253" y="connsiteY59253"/>
              </a:cxn>
              <a:cxn ang="0">
                <a:pos x="connsiteX59254" y="connsiteY59254"/>
              </a:cxn>
              <a:cxn ang="0">
                <a:pos x="connsiteX59255" y="connsiteY59255"/>
              </a:cxn>
            </a:cxnLst>
            <a:rect l="l" t="t" r="r" b="b"/>
            <a:pathLst>
              <a:path w="5799173" h="5017219">
                <a:moveTo>
                  <a:pt x="4071579" y="265349"/>
                </a:moveTo>
                <a:cubicBezTo>
                  <a:pt x="4071413" y="265348"/>
                  <a:pt x="4071164" y="265100"/>
                  <a:pt x="4071164" y="265100"/>
                </a:cubicBezTo>
                <a:lnTo>
                  <a:pt x="4067840" y="259285"/>
                </a:lnTo>
                <a:cubicBezTo>
                  <a:pt x="4067758" y="259118"/>
                  <a:pt x="4067841" y="258786"/>
                  <a:pt x="4067841" y="258786"/>
                </a:cubicBezTo>
                <a:lnTo>
                  <a:pt x="4071164" y="252970"/>
                </a:lnTo>
                <a:cubicBezTo>
                  <a:pt x="4071247" y="252804"/>
                  <a:pt x="4071579" y="252721"/>
                  <a:pt x="4071579" y="252721"/>
                </a:cubicBezTo>
                <a:lnTo>
                  <a:pt x="4078309" y="252720"/>
                </a:lnTo>
                <a:cubicBezTo>
                  <a:pt x="4078475" y="252721"/>
                  <a:pt x="4078724" y="252970"/>
                  <a:pt x="4078724" y="252970"/>
                </a:cubicBezTo>
                <a:lnTo>
                  <a:pt x="4082047" y="258786"/>
                </a:lnTo>
                <a:cubicBezTo>
                  <a:pt x="4082129" y="258952"/>
                  <a:pt x="4082046" y="259285"/>
                  <a:pt x="4082046" y="259285"/>
                </a:cubicBezTo>
                <a:lnTo>
                  <a:pt x="4078724" y="265100"/>
                </a:lnTo>
                <a:cubicBezTo>
                  <a:pt x="4078640" y="265266"/>
                  <a:pt x="4078309" y="265349"/>
                  <a:pt x="4078309" y="265349"/>
                </a:cubicBezTo>
                <a:close/>
                <a:moveTo>
                  <a:pt x="4126439" y="291350"/>
                </a:moveTo>
                <a:cubicBezTo>
                  <a:pt x="4126024" y="291350"/>
                  <a:pt x="4125359" y="290768"/>
                  <a:pt x="4125359" y="290768"/>
                </a:cubicBezTo>
                <a:lnTo>
                  <a:pt x="4116719" y="275814"/>
                </a:lnTo>
                <a:cubicBezTo>
                  <a:pt x="4116470" y="275400"/>
                  <a:pt x="4116719" y="274568"/>
                  <a:pt x="4116719" y="274568"/>
                </a:cubicBezTo>
                <a:lnTo>
                  <a:pt x="4125359" y="259614"/>
                </a:lnTo>
                <a:cubicBezTo>
                  <a:pt x="4125608" y="259282"/>
                  <a:pt x="4126024" y="259032"/>
                  <a:pt x="4126439" y="259033"/>
                </a:cubicBezTo>
                <a:lnTo>
                  <a:pt x="4143719" y="259033"/>
                </a:lnTo>
                <a:cubicBezTo>
                  <a:pt x="4144135" y="259032"/>
                  <a:pt x="4144800" y="259615"/>
                  <a:pt x="4144800" y="259615"/>
                </a:cubicBezTo>
                <a:lnTo>
                  <a:pt x="4153440" y="274568"/>
                </a:lnTo>
                <a:cubicBezTo>
                  <a:pt x="4153689" y="274983"/>
                  <a:pt x="4153440" y="275814"/>
                  <a:pt x="4153440" y="275814"/>
                </a:cubicBezTo>
                <a:lnTo>
                  <a:pt x="4144800" y="290768"/>
                </a:lnTo>
                <a:cubicBezTo>
                  <a:pt x="4144550" y="291100"/>
                  <a:pt x="4144135" y="291350"/>
                  <a:pt x="4143719" y="291350"/>
                </a:cubicBezTo>
                <a:close/>
                <a:moveTo>
                  <a:pt x="4186398" y="307977"/>
                </a:moveTo>
                <a:cubicBezTo>
                  <a:pt x="4185983" y="307977"/>
                  <a:pt x="4185318" y="307312"/>
                  <a:pt x="4185318" y="307312"/>
                </a:cubicBezTo>
                <a:lnTo>
                  <a:pt x="4176429" y="291860"/>
                </a:lnTo>
                <a:cubicBezTo>
                  <a:pt x="4176180" y="291527"/>
                  <a:pt x="4176429" y="290613"/>
                  <a:pt x="4176429" y="290613"/>
                </a:cubicBezTo>
                <a:lnTo>
                  <a:pt x="4185318" y="275161"/>
                </a:lnTo>
                <a:cubicBezTo>
                  <a:pt x="4185567" y="274745"/>
                  <a:pt x="4185983" y="274496"/>
                  <a:pt x="4186398" y="274496"/>
                </a:cubicBezTo>
                <a:lnTo>
                  <a:pt x="4204177" y="274496"/>
                </a:lnTo>
                <a:cubicBezTo>
                  <a:pt x="4204592" y="274496"/>
                  <a:pt x="4205257" y="275161"/>
                  <a:pt x="4205257" y="275161"/>
                </a:cubicBezTo>
                <a:lnTo>
                  <a:pt x="4214147" y="290613"/>
                </a:lnTo>
                <a:cubicBezTo>
                  <a:pt x="4214395" y="290946"/>
                  <a:pt x="4214147" y="291860"/>
                  <a:pt x="4214147" y="291860"/>
                </a:cubicBezTo>
                <a:lnTo>
                  <a:pt x="4205257" y="307312"/>
                </a:lnTo>
                <a:cubicBezTo>
                  <a:pt x="4205008" y="307728"/>
                  <a:pt x="4204592" y="307977"/>
                  <a:pt x="4204177" y="307977"/>
                </a:cubicBezTo>
                <a:close/>
                <a:moveTo>
                  <a:pt x="3933408" y="292402"/>
                </a:moveTo>
                <a:cubicBezTo>
                  <a:pt x="3932993" y="292402"/>
                  <a:pt x="3932494" y="291903"/>
                  <a:pt x="3932494" y="291903"/>
                </a:cubicBezTo>
                <a:lnTo>
                  <a:pt x="3925350" y="279441"/>
                </a:lnTo>
                <a:cubicBezTo>
                  <a:pt x="3925184" y="279109"/>
                  <a:pt x="3925350" y="278444"/>
                  <a:pt x="3925350" y="278444"/>
                </a:cubicBezTo>
                <a:lnTo>
                  <a:pt x="3932494" y="265982"/>
                </a:lnTo>
                <a:cubicBezTo>
                  <a:pt x="3932744" y="265650"/>
                  <a:pt x="3933408" y="265484"/>
                  <a:pt x="3933408" y="265484"/>
                </a:cubicBezTo>
                <a:lnTo>
                  <a:pt x="3947781" y="265484"/>
                </a:lnTo>
                <a:cubicBezTo>
                  <a:pt x="3948197" y="265484"/>
                  <a:pt x="3948695" y="265982"/>
                  <a:pt x="3948695" y="265982"/>
                </a:cubicBezTo>
                <a:lnTo>
                  <a:pt x="3955840" y="278444"/>
                </a:lnTo>
                <a:cubicBezTo>
                  <a:pt x="3956006" y="278776"/>
                  <a:pt x="3955840" y="279441"/>
                  <a:pt x="3955840" y="279441"/>
                </a:cubicBezTo>
                <a:lnTo>
                  <a:pt x="3948695" y="291903"/>
                </a:lnTo>
                <a:cubicBezTo>
                  <a:pt x="3948446" y="292235"/>
                  <a:pt x="3947781" y="292402"/>
                  <a:pt x="3947781" y="292402"/>
                </a:cubicBezTo>
                <a:close/>
                <a:moveTo>
                  <a:pt x="4353955" y="406607"/>
                </a:moveTo>
                <a:cubicBezTo>
                  <a:pt x="4353540" y="406607"/>
                  <a:pt x="4352958" y="406025"/>
                  <a:pt x="4352958" y="406025"/>
                </a:cubicBezTo>
                <a:lnTo>
                  <a:pt x="4345066" y="392400"/>
                </a:lnTo>
                <a:cubicBezTo>
                  <a:pt x="4344900" y="392068"/>
                  <a:pt x="4345066" y="391320"/>
                  <a:pt x="4345066" y="391320"/>
                </a:cubicBezTo>
                <a:lnTo>
                  <a:pt x="4352958" y="377695"/>
                </a:lnTo>
                <a:cubicBezTo>
                  <a:pt x="4353208" y="377362"/>
                  <a:pt x="4353955" y="377113"/>
                  <a:pt x="4353955" y="377113"/>
                </a:cubicBezTo>
                <a:lnTo>
                  <a:pt x="4369740" y="377113"/>
                </a:lnTo>
                <a:cubicBezTo>
                  <a:pt x="4370156" y="377113"/>
                  <a:pt x="4370737" y="377695"/>
                  <a:pt x="4370737" y="377695"/>
                </a:cubicBezTo>
                <a:lnTo>
                  <a:pt x="4378630" y="391320"/>
                </a:lnTo>
                <a:cubicBezTo>
                  <a:pt x="4378796" y="391652"/>
                  <a:pt x="4378630" y="392400"/>
                  <a:pt x="4378630" y="392400"/>
                </a:cubicBezTo>
                <a:lnTo>
                  <a:pt x="4370737" y="406025"/>
                </a:lnTo>
                <a:cubicBezTo>
                  <a:pt x="4370488" y="406357"/>
                  <a:pt x="4369740" y="406607"/>
                  <a:pt x="4369740" y="406607"/>
                </a:cubicBezTo>
                <a:close/>
                <a:moveTo>
                  <a:pt x="3992351" y="310760"/>
                </a:moveTo>
                <a:cubicBezTo>
                  <a:pt x="3991935" y="310760"/>
                  <a:pt x="3991354" y="310179"/>
                  <a:pt x="3991354" y="310179"/>
                </a:cubicBezTo>
                <a:lnTo>
                  <a:pt x="3982963" y="295640"/>
                </a:lnTo>
                <a:cubicBezTo>
                  <a:pt x="3982714" y="295308"/>
                  <a:pt x="3982963" y="294476"/>
                  <a:pt x="3982963" y="294476"/>
                </a:cubicBezTo>
                <a:lnTo>
                  <a:pt x="3991354" y="279938"/>
                </a:lnTo>
                <a:cubicBezTo>
                  <a:pt x="3991520" y="279605"/>
                  <a:pt x="3991935" y="279356"/>
                  <a:pt x="3992351" y="279356"/>
                </a:cubicBezTo>
                <a:lnTo>
                  <a:pt x="4009133" y="279356"/>
                </a:lnTo>
                <a:cubicBezTo>
                  <a:pt x="4009548" y="279356"/>
                  <a:pt x="4010130" y="279938"/>
                  <a:pt x="4010130" y="279938"/>
                </a:cubicBezTo>
                <a:lnTo>
                  <a:pt x="4018521" y="294476"/>
                </a:lnTo>
                <a:cubicBezTo>
                  <a:pt x="4018769" y="294809"/>
                  <a:pt x="4018521" y="295640"/>
                  <a:pt x="4018521" y="295640"/>
                </a:cubicBezTo>
                <a:lnTo>
                  <a:pt x="4010129" y="310179"/>
                </a:lnTo>
                <a:cubicBezTo>
                  <a:pt x="4009963" y="310511"/>
                  <a:pt x="4009548" y="310760"/>
                  <a:pt x="4009133" y="310760"/>
                </a:cubicBezTo>
                <a:close/>
                <a:moveTo>
                  <a:pt x="4051352" y="329044"/>
                </a:moveTo>
                <a:cubicBezTo>
                  <a:pt x="4050853" y="329044"/>
                  <a:pt x="4050189" y="328379"/>
                  <a:pt x="4050189" y="328379"/>
                </a:cubicBezTo>
                <a:lnTo>
                  <a:pt x="4040718" y="311930"/>
                </a:lnTo>
                <a:cubicBezTo>
                  <a:pt x="4040469" y="311515"/>
                  <a:pt x="4040718" y="310600"/>
                  <a:pt x="4040718" y="310600"/>
                </a:cubicBezTo>
                <a:lnTo>
                  <a:pt x="4050272" y="294151"/>
                </a:lnTo>
                <a:cubicBezTo>
                  <a:pt x="4050521" y="293735"/>
                  <a:pt x="4050936" y="293486"/>
                  <a:pt x="4051435" y="293486"/>
                </a:cubicBezTo>
                <a:lnTo>
                  <a:pt x="4070460" y="293486"/>
                </a:lnTo>
                <a:cubicBezTo>
                  <a:pt x="4070958" y="293486"/>
                  <a:pt x="4071623" y="294151"/>
                  <a:pt x="4071623" y="294151"/>
                </a:cubicBezTo>
                <a:lnTo>
                  <a:pt x="4081094" y="310600"/>
                </a:lnTo>
                <a:cubicBezTo>
                  <a:pt x="4081343" y="311016"/>
                  <a:pt x="4081094" y="311930"/>
                  <a:pt x="4081094" y="311930"/>
                </a:cubicBezTo>
                <a:lnTo>
                  <a:pt x="4071540" y="328379"/>
                </a:lnTo>
                <a:cubicBezTo>
                  <a:pt x="4071291" y="328795"/>
                  <a:pt x="4070876" y="329044"/>
                  <a:pt x="4070377" y="329044"/>
                </a:cubicBezTo>
                <a:close/>
                <a:moveTo>
                  <a:pt x="4291144" y="395376"/>
                </a:moveTo>
                <a:cubicBezTo>
                  <a:pt x="4290646" y="395375"/>
                  <a:pt x="4290147" y="395042"/>
                  <a:pt x="4289897" y="394628"/>
                </a:cubicBezTo>
                <a:lnTo>
                  <a:pt x="4279347" y="376350"/>
                </a:lnTo>
                <a:cubicBezTo>
                  <a:pt x="4279098" y="375852"/>
                  <a:pt x="4279098" y="375269"/>
                  <a:pt x="4279347" y="374855"/>
                </a:cubicBezTo>
                <a:lnTo>
                  <a:pt x="4289898" y="356577"/>
                </a:lnTo>
                <a:cubicBezTo>
                  <a:pt x="4290147" y="356079"/>
                  <a:pt x="4290646" y="355829"/>
                  <a:pt x="4291144" y="355830"/>
                </a:cubicBezTo>
                <a:lnTo>
                  <a:pt x="4312163" y="355829"/>
                </a:lnTo>
                <a:cubicBezTo>
                  <a:pt x="4312661" y="355830"/>
                  <a:pt x="4313160" y="356162"/>
                  <a:pt x="4313409" y="356576"/>
                </a:cubicBezTo>
                <a:lnTo>
                  <a:pt x="4323960" y="374854"/>
                </a:lnTo>
                <a:cubicBezTo>
                  <a:pt x="4324210" y="375352"/>
                  <a:pt x="4324210" y="375934"/>
                  <a:pt x="4323960" y="376349"/>
                </a:cubicBezTo>
                <a:lnTo>
                  <a:pt x="4313409" y="394627"/>
                </a:lnTo>
                <a:cubicBezTo>
                  <a:pt x="4313160" y="395125"/>
                  <a:pt x="4312661" y="395376"/>
                  <a:pt x="4312163" y="395375"/>
                </a:cubicBezTo>
                <a:close/>
                <a:moveTo>
                  <a:pt x="4110242" y="347667"/>
                </a:moveTo>
                <a:cubicBezTo>
                  <a:pt x="4109660" y="347668"/>
                  <a:pt x="4109161" y="347418"/>
                  <a:pt x="4108912" y="346920"/>
                </a:cubicBezTo>
                <a:lnTo>
                  <a:pt x="4098029" y="328060"/>
                </a:lnTo>
                <a:cubicBezTo>
                  <a:pt x="4097781" y="327562"/>
                  <a:pt x="4097780" y="326980"/>
                  <a:pt x="4098029" y="326482"/>
                </a:cubicBezTo>
                <a:lnTo>
                  <a:pt x="4108912" y="307624"/>
                </a:lnTo>
                <a:cubicBezTo>
                  <a:pt x="4109161" y="307208"/>
                  <a:pt x="4109661" y="306875"/>
                  <a:pt x="4110242" y="306875"/>
                </a:cubicBezTo>
                <a:lnTo>
                  <a:pt x="4132009" y="306875"/>
                </a:lnTo>
                <a:cubicBezTo>
                  <a:pt x="4132590" y="306875"/>
                  <a:pt x="4133088" y="307124"/>
                  <a:pt x="4133338" y="307623"/>
                </a:cubicBezTo>
                <a:lnTo>
                  <a:pt x="4144221" y="326482"/>
                </a:lnTo>
                <a:cubicBezTo>
                  <a:pt x="4144470" y="326980"/>
                  <a:pt x="4144470" y="327563"/>
                  <a:pt x="4144221" y="328060"/>
                </a:cubicBezTo>
                <a:lnTo>
                  <a:pt x="4133338" y="346919"/>
                </a:lnTo>
                <a:cubicBezTo>
                  <a:pt x="4133088" y="347335"/>
                  <a:pt x="4132590" y="347667"/>
                  <a:pt x="4132008" y="347667"/>
                </a:cubicBezTo>
                <a:close/>
                <a:moveTo>
                  <a:pt x="4230343" y="380334"/>
                </a:moveTo>
                <a:cubicBezTo>
                  <a:pt x="4229844" y="380334"/>
                  <a:pt x="4229263" y="380085"/>
                  <a:pt x="4229013" y="379587"/>
                </a:cubicBezTo>
                <a:lnTo>
                  <a:pt x="4217964" y="360396"/>
                </a:lnTo>
                <a:cubicBezTo>
                  <a:pt x="4217715" y="359897"/>
                  <a:pt x="4217715" y="359316"/>
                  <a:pt x="4217964" y="358817"/>
                </a:cubicBezTo>
                <a:lnTo>
                  <a:pt x="4229096" y="339626"/>
                </a:lnTo>
                <a:cubicBezTo>
                  <a:pt x="4229346" y="339210"/>
                  <a:pt x="4229844" y="338878"/>
                  <a:pt x="4230426" y="338878"/>
                </a:cubicBezTo>
                <a:lnTo>
                  <a:pt x="4252608" y="338878"/>
                </a:lnTo>
                <a:cubicBezTo>
                  <a:pt x="4253106" y="338878"/>
                  <a:pt x="4253688" y="339127"/>
                  <a:pt x="4253937" y="339626"/>
                </a:cubicBezTo>
                <a:lnTo>
                  <a:pt x="4264987" y="358817"/>
                </a:lnTo>
                <a:cubicBezTo>
                  <a:pt x="4265236" y="359316"/>
                  <a:pt x="4265236" y="359897"/>
                  <a:pt x="4264987" y="360396"/>
                </a:cubicBezTo>
                <a:lnTo>
                  <a:pt x="4253854" y="379587"/>
                </a:lnTo>
                <a:cubicBezTo>
                  <a:pt x="4253605" y="380002"/>
                  <a:pt x="4253106" y="380334"/>
                  <a:pt x="4252525" y="380334"/>
                </a:cubicBezTo>
                <a:close/>
                <a:moveTo>
                  <a:pt x="4169420" y="365611"/>
                </a:moveTo>
                <a:cubicBezTo>
                  <a:pt x="4168839" y="365611"/>
                  <a:pt x="4168341" y="365279"/>
                  <a:pt x="4168008" y="364780"/>
                </a:cubicBezTo>
                <a:lnTo>
                  <a:pt x="4156128" y="344260"/>
                </a:lnTo>
                <a:cubicBezTo>
                  <a:pt x="4155795" y="343761"/>
                  <a:pt x="4155796" y="343097"/>
                  <a:pt x="4156128" y="342598"/>
                </a:cubicBezTo>
                <a:lnTo>
                  <a:pt x="4168008" y="322078"/>
                </a:lnTo>
                <a:cubicBezTo>
                  <a:pt x="4168258" y="321579"/>
                  <a:pt x="4168838" y="321247"/>
                  <a:pt x="4169421" y="321247"/>
                </a:cubicBezTo>
                <a:lnTo>
                  <a:pt x="4193097" y="321247"/>
                </a:lnTo>
                <a:cubicBezTo>
                  <a:pt x="4193680" y="321247"/>
                  <a:pt x="4194177" y="321579"/>
                  <a:pt x="4194510" y="322078"/>
                </a:cubicBezTo>
                <a:lnTo>
                  <a:pt x="4206390" y="342598"/>
                </a:lnTo>
                <a:cubicBezTo>
                  <a:pt x="4206722" y="343097"/>
                  <a:pt x="4206723" y="343761"/>
                  <a:pt x="4206391" y="344260"/>
                </a:cubicBezTo>
                <a:lnTo>
                  <a:pt x="4194510" y="364780"/>
                </a:lnTo>
                <a:cubicBezTo>
                  <a:pt x="4194262" y="365279"/>
                  <a:pt x="4193680" y="365611"/>
                  <a:pt x="4193098" y="365611"/>
                </a:cubicBezTo>
                <a:close/>
                <a:moveTo>
                  <a:pt x="3859226" y="328328"/>
                </a:moveTo>
                <a:cubicBezTo>
                  <a:pt x="3858894" y="328328"/>
                  <a:pt x="3858396" y="327830"/>
                  <a:pt x="3858396" y="327830"/>
                </a:cubicBezTo>
                <a:lnTo>
                  <a:pt x="3851252" y="315534"/>
                </a:lnTo>
                <a:cubicBezTo>
                  <a:pt x="3851085" y="315202"/>
                  <a:pt x="3851252" y="314537"/>
                  <a:pt x="3851252" y="314537"/>
                </a:cubicBezTo>
                <a:lnTo>
                  <a:pt x="3858395" y="302241"/>
                </a:lnTo>
                <a:cubicBezTo>
                  <a:pt x="3858563" y="301909"/>
                  <a:pt x="3859226" y="301743"/>
                  <a:pt x="3859226" y="301743"/>
                </a:cubicBezTo>
                <a:lnTo>
                  <a:pt x="3873433" y="301743"/>
                </a:lnTo>
                <a:cubicBezTo>
                  <a:pt x="3873766" y="301743"/>
                  <a:pt x="3874264" y="302241"/>
                  <a:pt x="3874264" y="302241"/>
                </a:cubicBezTo>
                <a:lnTo>
                  <a:pt x="3881409" y="314536"/>
                </a:lnTo>
                <a:cubicBezTo>
                  <a:pt x="3881575" y="314869"/>
                  <a:pt x="3881409" y="315533"/>
                  <a:pt x="3881409" y="315533"/>
                </a:cubicBezTo>
                <a:lnTo>
                  <a:pt x="3874264" y="327830"/>
                </a:lnTo>
                <a:cubicBezTo>
                  <a:pt x="3874098" y="328161"/>
                  <a:pt x="3873434" y="328328"/>
                  <a:pt x="3873434" y="328328"/>
                </a:cubicBezTo>
                <a:close/>
                <a:moveTo>
                  <a:pt x="3916454" y="350037"/>
                </a:moveTo>
                <a:cubicBezTo>
                  <a:pt x="3915955" y="350037"/>
                  <a:pt x="3915457" y="349704"/>
                  <a:pt x="3915208" y="349289"/>
                </a:cubicBezTo>
                <a:lnTo>
                  <a:pt x="3905072" y="331760"/>
                </a:lnTo>
                <a:cubicBezTo>
                  <a:pt x="3904823" y="331344"/>
                  <a:pt x="3904823" y="330763"/>
                  <a:pt x="3905072" y="330348"/>
                </a:cubicBezTo>
                <a:lnTo>
                  <a:pt x="3915208" y="312818"/>
                </a:lnTo>
                <a:cubicBezTo>
                  <a:pt x="3915457" y="312319"/>
                  <a:pt x="3915955" y="312069"/>
                  <a:pt x="3916454" y="312070"/>
                </a:cubicBezTo>
                <a:lnTo>
                  <a:pt x="3936725" y="312070"/>
                </a:lnTo>
                <a:cubicBezTo>
                  <a:pt x="3937224" y="312070"/>
                  <a:pt x="3937722" y="312403"/>
                  <a:pt x="3937971" y="312818"/>
                </a:cubicBezTo>
                <a:lnTo>
                  <a:pt x="3948107" y="330348"/>
                </a:lnTo>
                <a:cubicBezTo>
                  <a:pt x="3948356" y="330762"/>
                  <a:pt x="3948356" y="331344"/>
                  <a:pt x="3948107" y="331759"/>
                </a:cubicBezTo>
                <a:lnTo>
                  <a:pt x="3937971" y="349289"/>
                </a:lnTo>
                <a:cubicBezTo>
                  <a:pt x="3937722" y="349787"/>
                  <a:pt x="3937224" y="350037"/>
                  <a:pt x="3936725" y="350037"/>
                </a:cubicBezTo>
                <a:close/>
                <a:moveTo>
                  <a:pt x="3975965" y="367408"/>
                </a:moveTo>
                <a:cubicBezTo>
                  <a:pt x="3975383" y="367408"/>
                  <a:pt x="3974885" y="367159"/>
                  <a:pt x="3974635" y="366661"/>
                </a:cubicBezTo>
                <a:lnTo>
                  <a:pt x="3963835" y="347968"/>
                </a:lnTo>
                <a:cubicBezTo>
                  <a:pt x="3963586" y="347552"/>
                  <a:pt x="3963586" y="346971"/>
                  <a:pt x="3963835" y="346472"/>
                </a:cubicBezTo>
                <a:lnTo>
                  <a:pt x="3974635" y="327779"/>
                </a:lnTo>
                <a:cubicBezTo>
                  <a:pt x="3974885" y="327364"/>
                  <a:pt x="3975466" y="327032"/>
                  <a:pt x="3975965" y="327032"/>
                </a:cubicBezTo>
                <a:lnTo>
                  <a:pt x="3997565" y="327032"/>
                </a:lnTo>
                <a:cubicBezTo>
                  <a:pt x="3998147" y="327032"/>
                  <a:pt x="3998645" y="327281"/>
                  <a:pt x="3998894" y="327779"/>
                </a:cubicBezTo>
                <a:lnTo>
                  <a:pt x="4009695" y="346472"/>
                </a:lnTo>
                <a:cubicBezTo>
                  <a:pt x="4009944" y="346888"/>
                  <a:pt x="4009944" y="347470"/>
                  <a:pt x="4009695" y="347968"/>
                </a:cubicBezTo>
                <a:lnTo>
                  <a:pt x="3998894" y="366661"/>
                </a:lnTo>
                <a:cubicBezTo>
                  <a:pt x="3998645" y="367076"/>
                  <a:pt x="3998063" y="367408"/>
                  <a:pt x="3997565" y="367408"/>
                </a:cubicBezTo>
                <a:close/>
                <a:moveTo>
                  <a:pt x="4035891" y="384031"/>
                </a:moveTo>
                <a:cubicBezTo>
                  <a:pt x="4035392" y="384032"/>
                  <a:pt x="4034811" y="383782"/>
                  <a:pt x="4034562" y="383284"/>
                </a:cubicBezTo>
                <a:lnTo>
                  <a:pt x="4023512" y="364176"/>
                </a:lnTo>
                <a:cubicBezTo>
                  <a:pt x="4023263" y="363677"/>
                  <a:pt x="4023263" y="363096"/>
                  <a:pt x="4023512" y="362598"/>
                </a:cubicBezTo>
                <a:lnTo>
                  <a:pt x="4034562" y="343488"/>
                </a:lnTo>
                <a:cubicBezTo>
                  <a:pt x="4034811" y="343074"/>
                  <a:pt x="4035309" y="342742"/>
                  <a:pt x="4035891" y="342741"/>
                </a:cubicBezTo>
                <a:lnTo>
                  <a:pt x="4057990" y="342742"/>
                </a:lnTo>
                <a:cubicBezTo>
                  <a:pt x="4058488" y="342741"/>
                  <a:pt x="4059070" y="342991"/>
                  <a:pt x="4059319" y="343488"/>
                </a:cubicBezTo>
                <a:lnTo>
                  <a:pt x="4070369" y="362598"/>
                </a:lnTo>
                <a:cubicBezTo>
                  <a:pt x="4070618" y="363096"/>
                  <a:pt x="4070618" y="363678"/>
                  <a:pt x="4070369" y="364176"/>
                </a:cubicBezTo>
                <a:lnTo>
                  <a:pt x="4059319" y="383284"/>
                </a:lnTo>
                <a:cubicBezTo>
                  <a:pt x="4059070" y="383700"/>
                  <a:pt x="4058571" y="384031"/>
                  <a:pt x="4057990" y="384032"/>
                </a:cubicBezTo>
                <a:close/>
                <a:moveTo>
                  <a:pt x="4095994" y="400241"/>
                </a:moveTo>
                <a:cubicBezTo>
                  <a:pt x="4095495" y="400241"/>
                  <a:pt x="4094914" y="399992"/>
                  <a:pt x="4094664" y="399494"/>
                </a:cubicBezTo>
                <a:lnTo>
                  <a:pt x="4083615" y="380303"/>
                </a:lnTo>
                <a:cubicBezTo>
                  <a:pt x="4083366" y="379804"/>
                  <a:pt x="4083366" y="379223"/>
                  <a:pt x="4083615" y="378724"/>
                </a:cubicBezTo>
                <a:lnTo>
                  <a:pt x="4094747" y="359533"/>
                </a:lnTo>
                <a:cubicBezTo>
                  <a:pt x="4094997" y="359117"/>
                  <a:pt x="4095495" y="358785"/>
                  <a:pt x="4096077" y="358785"/>
                </a:cubicBezTo>
                <a:lnTo>
                  <a:pt x="4118259" y="358786"/>
                </a:lnTo>
                <a:cubicBezTo>
                  <a:pt x="4118757" y="358785"/>
                  <a:pt x="4119339" y="359034"/>
                  <a:pt x="4119588" y="359533"/>
                </a:cubicBezTo>
                <a:lnTo>
                  <a:pt x="4130638" y="378724"/>
                </a:lnTo>
                <a:cubicBezTo>
                  <a:pt x="4130887" y="379223"/>
                  <a:pt x="4130887" y="379804"/>
                  <a:pt x="4130638" y="380303"/>
                </a:cubicBezTo>
                <a:lnTo>
                  <a:pt x="4119505" y="399494"/>
                </a:lnTo>
                <a:cubicBezTo>
                  <a:pt x="4119256" y="399909"/>
                  <a:pt x="4118757" y="400241"/>
                  <a:pt x="4118176" y="400242"/>
                </a:cubicBezTo>
                <a:close/>
                <a:moveTo>
                  <a:pt x="4396925" y="480876"/>
                </a:moveTo>
                <a:cubicBezTo>
                  <a:pt x="4396426" y="480876"/>
                  <a:pt x="4395845" y="480627"/>
                  <a:pt x="4395595" y="480129"/>
                </a:cubicBezTo>
                <a:lnTo>
                  <a:pt x="4384546" y="460937"/>
                </a:lnTo>
                <a:cubicBezTo>
                  <a:pt x="4384297" y="460439"/>
                  <a:pt x="4384297" y="459858"/>
                  <a:pt x="4384546" y="459359"/>
                </a:cubicBezTo>
                <a:lnTo>
                  <a:pt x="4395678" y="440167"/>
                </a:lnTo>
                <a:cubicBezTo>
                  <a:pt x="4395928" y="439751"/>
                  <a:pt x="4396426" y="439420"/>
                  <a:pt x="4397008" y="439420"/>
                </a:cubicBezTo>
                <a:lnTo>
                  <a:pt x="4419190" y="439420"/>
                </a:lnTo>
                <a:cubicBezTo>
                  <a:pt x="4419688" y="439420"/>
                  <a:pt x="4420270" y="439669"/>
                  <a:pt x="4420519" y="440168"/>
                </a:cubicBezTo>
                <a:lnTo>
                  <a:pt x="4431569" y="459359"/>
                </a:lnTo>
                <a:cubicBezTo>
                  <a:pt x="4431819" y="459858"/>
                  <a:pt x="4431818" y="460439"/>
                  <a:pt x="4431570" y="460937"/>
                </a:cubicBezTo>
                <a:lnTo>
                  <a:pt x="4420436" y="480128"/>
                </a:lnTo>
                <a:cubicBezTo>
                  <a:pt x="4420187" y="480544"/>
                  <a:pt x="4419688" y="480876"/>
                  <a:pt x="4419107" y="480876"/>
                </a:cubicBezTo>
                <a:close/>
                <a:moveTo>
                  <a:pt x="4336675" y="465012"/>
                </a:moveTo>
                <a:cubicBezTo>
                  <a:pt x="4336094" y="465012"/>
                  <a:pt x="4335512" y="464680"/>
                  <a:pt x="4335263" y="464182"/>
                </a:cubicBezTo>
                <a:lnTo>
                  <a:pt x="4324047" y="444741"/>
                </a:lnTo>
                <a:cubicBezTo>
                  <a:pt x="4323798" y="444242"/>
                  <a:pt x="4323798" y="443661"/>
                  <a:pt x="4324047" y="443162"/>
                </a:cubicBezTo>
                <a:lnTo>
                  <a:pt x="4335263" y="423723"/>
                </a:lnTo>
                <a:cubicBezTo>
                  <a:pt x="4335595" y="423224"/>
                  <a:pt x="4336094" y="422891"/>
                  <a:pt x="4336675" y="422891"/>
                </a:cubicBezTo>
                <a:lnTo>
                  <a:pt x="4359190" y="422891"/>
                </a:lnTo>
                <a:cubicBezTo>
                  <a:pt x="4359771" y="422891"/>
                  <a:pt x="4360352" y="423224"/>
                  <a:pt x="4360602" y="423722"/>
                </a:cubicBezTo>
                <a:lnTo>
                  <a:pt x="4371818" y="443162"/>
                </a:lnTo>
                <a:cubicBezTo>
                  <a:pt x="4372067" y="443661"/>
                  <a:pt x="4372068" y="444242"/>
                  <a:pt x="4371818" y="444741"/>
                </a:cubicBezTo>
                <a:lnTo>
                  <a:pt x="4360603" y="464182"/>
                </a:lnTo>
                <a:cubicBezTo>
                  <a:pt x="4360270" y="464680"/>
                  <a:pt x="4359772" y="465012"/>
                  <a:pt x="4359191" y="465012"/>
                </a:cubicBezTo>
                <a:close/>
                <a:moveTo>
                  <a:pt x="4156014" y="416783"/>
                </a:moveTo>
                <a:cubicBezTo>
                  <a:pt x="4155433" y="416783"/>
                  <a:pt x="4154851" y="416451"/>
                  <a:pt x="4154602" y="415952"/>
                </a:cubicBezTo>
                <a:lnTo>
                  <a:pt x="4143303" y="396429"/>
                </a:lnTo>
                <a:cubicBezTo>
                  <a:pt x="4143054" y="395931"/>
                  <a:pt x="4143054" y="395349"/>
                  <a:pt x="4143303" y="394850"/>
                </a:cubicBezTo>
                <a:lnTo>
                  <a:pt x="4154602" y="375327"/>
                </a:lnTo>
                <a:cubicBezTo>
                  <a:pt x="4154934" y="374828"/>
                  <a:pt x="4155433" y="374496"/>
                  <a:pt x="4156014" y="374496"/>
                </a:cubicBezTo>
                <a:lnTo>
                  <a:pt x="4178612" y="374496"/>
                </a:lnTo>
                <a:cubicBezTo>
                  <a:pt x="4179193" y="374496"/>
                  <a:pt x="4179775" y="374828"/>
                  <a:pt x="4180024" y="375327"/>
                </a:cubicBezTo>
                <a:lnTo>
                  <a:pt x="4191323" y="394850"/>
                </a:lnTo>
                <a:cubicBezTo>
                  <a:pt x="4191572" y="395349"/>
                  <a:pt x="4191572" y="395931"/>
                  <a:pt x="4191323" y="396429"/>
                </a:cubicBezTo>
                <a:lnTo>
                  <a:pt x="4180024" y="415952"/>
                </a:lnTo>
                <a:cubicBezTo>
                  <a:pt x="4179692" y="416451"/>
                  <a:pt x="4179193" y="416783"/>
                  <a:pt x="4178612" y="416783"/>
                </a:cubicBezTo>
                <a:close/>
                <a:moveTo>
                  <a:pt x="4276387" y="449037"/>
                </a:moveTo>
                <a:cubicBezTo>
                  <a:pt x="4275806" y="449037"/>
                  <a:pt x="4275224" y="448705"/>
                  <a:pt x="4274975" y="448206"/>
                </a:cubicBezTo>
                <a:lnTo>
                  <a:pt x="4263676" y="428683"/>
                </a:lnTo>
                <a:cubicBezTo>
                  <a:pt x="4263427" y="428185"/>
                  <a:pt x="4263427" y="427603"/>
                  <a:pt x="4263676" y="427104"/>
                </a:cubicBezTo>
                <a:lnTo>
                  <a:pt x="4274975" y="407581"/>
                </a:lnTo>
                <a:cubicBezTo>
                  <a:pt x="4275307" y="407082"/>
                  <a:pt x="4275806" y="406750"/>
                  <a:pt x="4276387" y="406750"/>
                </a:cubicBezTo>
                <a:lnTo>
                  <a:pt x="4298985" y="406750"/>
                </a:lnTo>
                <a:cubicBezTo>
                  <a:pt x="4299566" y="406750"/>
                  <a:pt x="4300148" y="407082"/>
                  <a:pt x="4300397" y="407581"/>
                </a:cubicBezTo>
                <a:lnTo>
                  <a:pt x="4311696" y="427104"/>
                </a:lnTo>
                <a:cubicBezTo>
                  <a:pt x="4311945" y="427603"/>
                  <a:pt x="4311945" y="428185"/>
                  <a:pt x="4311696" y="428683"/>
                </a:cubicBezTo>
                <a:lnTo>
                  <a:pt x="4300397" y="448206"/>
                </a:lnTo>
                <a:cubicBezTo>
                  <a:pt x="4300065" y="448705"/>
                  <a:pt x="4299566" y="449037"/>
                  <a:pt x="4298985" y="449037"/>
                </a:cubicBezTo>
                <a:close/>
                <a:moveTo>
                  <a:pt x="4216139" y="433081"/>
                </a:moveTo>
                <a:cubicBezTo>
                  <a:pt x="4215557" y="433081"/>
                  <a:pt x="4215058" y="432748"/>
                  <a:pt x="4214726" y="432250"/>
                </a:cubicBezTo>
                <a:lnTo>
                  <a:pt x="4203344" y="412477"/>
                </a:lnTo>
                <a:cubicBezTo>
                  <a:pt x="4203012" y="411979"/>
                  <a:pt x="4203012" y="411397"/>
                  <a:pt x="4203344" y="410898"/>
                </a:cubicBezTo>
                <a:lnTo>
                  <a:pt x="4214726" y="391126"/>
                </a:lnTo>
                <a:cubicBezTo>
                  <a:pt x="4215058" y="390627"/>
                  <a:pt x="4215557" y="390295"/>
                  <a:pt x="4216139" y="390295"/>
                </a:cubicBezTo>
                <a:lnTo>
                  <a:pt x="4238902" y="390295"/>
                </a:lnTo>
                <a:cubicBezTo>
                  <a:pt x="4239484" y="390295"/>
                  <a:pt x="4239982" y="390627"/>
                  <a:pt x="4240315" y="391126"/>
                </a:cubicBezTo>
                <a:lnTo>
                  <a:pt x="4251696" y="410898"/>
                </a:lnTo>
                <a:cubicBezTo>
                  <a:pt x="4252029" y="411397"/>
                  <a:pt x="4252029" y="411979"/>
                  <a:pt x="4251696" y="412477"/>
                </a:cubicBezTo>
                <a:lnTo>
                  <a:pt x="4240315" y="432250"/>
                </a:lnTo>
                <a:cubicBezTo>
                  <a:pt x="4239982" y="432748"/>
                  <a:pt x="4239484" y="433081"/>
                  <a:pt x="4238902" y="433081"/>
                </a:cubicBezTo>
                <a:close/>
                <a:moveTo>
                  <a:pt x="3786331" y="362050"/>
                </a:moveTo>
                <a:cubicBezTo>
                  <a:pt x="3785999" y="362050"/>
                  <a:pt x="3785584" y="361635"/>
                  <a:pt x="3785584" y="361635"/>
                </a:cubicBezTo>
                <a:lnTo>
                  <a:pt x="3779685" y="351416"/>
                </a:lnTo>
                <a:cubicBezTo>
                  <a:pt x="3779519" y="351167"/>
                  <a:pt x="3779685" y="350586"/>
                  <a:pt x="3779685" y="350586"/>
                </a:cubicBezTo>
                <a:lnTo>
                  <a:pt x="3785584" y="340367"/>
                </a:lnTo>
                <a:cubicBezTo>
                  <a:pt x="3785750" y="340118"/>
                  <a:pt x="3786331" y="339951"/>
                  <a:pt x="3786331" y="339951"/>
                </a:cubicBezTo>
                <a:lnTo>
                  <a:pt x="3798128" y="339952"/>
                </a:lnTo>
                <a:cubicBezTo>
                  <a:pt x="3798461" y="339951"/>
                  <a:pt x="3798876" y="340366"/>
                  <a:pt x="3798876" y="340366"/>
                </a:cubicBezTo>
                <a:lnTo>
                  <a:pt x="3804775" y="350585"/>
                </a:lnTo>
                <a:cubicBezTo>
                  <a:pt x="3804941" y="350834"/>
                  <a:pt x="3804775" y="351417"/>
                  <a:pt x="3804775" y="351417"/>
                </a:cubicBezTo>
                <a:lnTo>
                  <a:pt x="3798876" y="361636"/>
                </a:lnTo>
                <a:cubicBezTo>
                  <a:pt x="3798710" y="361885"/>
                  <a:pt x="3798128" y="362051"/>
                  <a:pt x="3798128" y="362051"/>
                </a:cubicBezTo>
                <a:close/>
                <a:moveTo>
                  <a:pt x="3842516" y="385745"/>
                </a:moveTo>
                <a:cubicBezTo>
                  <a:pt x="3842018" y="385746"/>
                  <a:pt x="3841520" y="385497"/>
                  <a:pt x="3841270" y="385081"/>
                </a:cubicBezTo>
                <a:lnTo>
                  <a:pt x="3831384" y="367884"/>
                </a:lnTo>
                <a:cubicBezTo>
                  <a:pt x="3831135" y="367469"/>
                  <a:pt x="3831135" y="366887"/>
                  <a:pt x="3831384" y="366472"/>
                </a:cubicBezTo>
                <a:lnTo>
                  <a:pt x="3841270" y="349274"/>
                </a:lnTo>
                <a:cubicBezTo>
                  <a:pt x="3841520" y="348858"/>
                  <a:pt x="3842018" y="348610"/>
                  <a:pt x="3842516" y="348610"/>
                </a:cubicBezTo>
                <a:lnTo>
                  <a:pt x="3862373" y="348609"/>
                </a:lnTo>
                <a:cubicBezTo>
                  <a:pt x="3862871" y="348609"/>
                  <a:pt x="3863369" y="348858"/>
                  <a:pt x="3863619" y="349275"/>
                </a:cubicBezTo>
                <a:lnTo>
                  <a:pt x="3873505" y="366471"/>
                </a:lnTo>
                <a:cubicBezTo>
                  <a:pt x="3873754" y="366887"/>
                  <a:pt x="3873753" y="367469"/>
                  <a:pt x="3873505" y="367883"/>
                </a:cubicBezTo>
                <a:lnTo>
                  <a:pt x="3863619" y="385082"/>
                </a:lnTo>
                <a:cubicBezTo>
                  <a:pt x="3863369" y="385497"/>
                  <a:pt x="3862871" y="385745"/>
                  <a:pt x="3862373" y="385745"/>
                </a:cubicBezTo>
                <a:close/>
                <a:moveTo>
                  <a:pt x="4263408" y="499278"/>
                </a:moveTo>
                <a:cubicBezTo>
                  <a:pt x="4262909" y="499278"/>
                  <a:pt x="4262411" y="498946"/>
                  <a:pt x="4262162" y="498530"/>
                </a:cubicBezTo>
                <a:lnTo>
                  <a:pt x="4251860" y="480751"/>
                </a:lnTo>
                <a:cubicBezTo>
                  <a:pt x="4251611" y="480336"/>
                  <a:pt x="4251612" y="479754"/>
                  <a:pt x="4251860" y="479338"/>
                </a:cubicBezTo>
                <a:lnTo>
                  <a:pt x="4262162" y="461560"/>
                </a:lnTo>
                <a:cubicBezTo>
                  <a:pt x="4262412" y="461061"/>
                  <a:pt x="4262910" y="460812"/>
                  <a:pt x="4263409" y="460812"/>
                </a:cubicBezTo>
                <a:lnTo>
                  <a:pt x="4283928" y="460812"/>
                </a:lnTo>
                <a:cubicBezTo>
                  <a:pt x="4284427" y="460812"/>
                  <a:pt x="4284925" y="461144"/>
                  <a:pt x="4285176" y="461560"/>
                </a:cubicBezTo>
                <a:lnTo>
                  <a:pt x="4295476" y="479338"/>
                </a:lnTo>
                <a:cubicBezTo>
                  <a:pt x="4295726" y="479754"/>
                  <a:pt x="4295727" y="480336"/>
                  <a:pt x="4295477" y="480751"/>
                </a:cubicBezTo>
                <a:lnTo>
                  <a:pt x="4285176" y="498530"/>
                </a:lnTo>
                <a:cubicBezTo>
                  <a:pt x="4284925" y="499029"/>
                  <a:pt x="4284428" y="499278"/>
                  <a:pt x="4283929" y="499278"/>
                </a:cubicBezTo>
                <a:close/>
                <a:moveTo>
                  <a:pt x="4143044" y="467129"/>
                </a:moveTo>
                <a:cubicBezTo>
                  <a:pt x="4142546" y="467130"/>
                  <a:pt x="4142047" y="466797"/>
                  <a:pt x="4141798" y="466382"/>
                </a:cubicBezTo>
                <a:lnTo>
                  <a:pt x="4131496" y="448520"/>
                </a:lnTo>
                <a:cubicBezTo>
                  <a:pt x="4131247" y="448022"/>
                  <a:pt x="4131247" y="447439"/>
                  <a:pt x="4131496" y="447025"/>
                </a:cubicBezTo>
                <a:lnTo>
                  <a:pt x="4141798" y="429162"/>
                </a:lnTo>
                <a:cubicBezTo>
                  <a:pt x="4142047" y="428663"/>
                  <a:pt x="4142546" y="428414"/>
                  <a:pt x="4143044" y="428414"/>
                </a:cubicBezTo>
                <a:lnTo>
                  <a:pt x="4163731" y="428414"/>
                </a:lnTo>
                <a:cubicBezTo>
                  <a:pt x="4164229" y="428414"/>
                  <a:pt x="4164728" y="428747"/>
                  <a:pt x="4164977" y="429162"/>
                </a:cubicBezTo>
                <a:lnTo>
                  <a:pt x="4175279" y="447024"/>
                </a:lnTo>
                <a:cubicBezTo>
                  <a:pt x="4175528" y="447522"/>
                  <a:pt x="4175528" y="448104"/>
                  <a:pt x="4175279" y="448520"/>
                </a:cubicBezTo>
                <a:lnTo>
                  <a:pt x="4164977" y="466381"/>
                </a:lnTo>
                <a:cubicBezTo>
                  <a:pt x="4164728" y="466880"/>
                  <a:pt x="4164229" y="467129"/>
                  <a:pt x="4163731" y="467129"/>
                </a:cubicBezTo>
                <a:close/>
                <a:moveTo>
                  <a:pt x="4082776" y="451076"/>
                </a:moveTo>
                <a:cubicBezTo>
                  <a:pt x="4082277" y="451076"/>
                  <a:pt x="4081779" y="450744"/>
                  <a:pt x="4081530" y="450329"/>
                </a:cubicBezTo>
                <a:lnTo>
                  <a:pt x="4071145" y="432384"/>
                </a:lnTo>
                <a:cubicBezTo>
                  <a:pt x="4070896" y="431885"/>
                  <a:pt x="4070896" y="431304"/>
                  <a:pt x="4071145" y="430888"/>
                </a:cubicBezTo>
                <a:lnTo>
                  <a:pt x="4081530" y="412943"/>
                </a:lnTo>
                <a:cubicBezTo>
                  <a:pt x="4081779" y="412444"/>
                  <a:pt x="4082277" y="412195"/>
                  <a:pt x="4082776" y="412195"/>
                </a:cubicBezTo>
                <a:lnTo>
                  <a:pt x="4103546" y="412195"/>
                </a:lnTo>
                <a:cubicBezTo>
                  <a:pt x="4104044" y="412195"/>
                  <a:pt x="4104543" y="412528"/>
                  <a:pt x="4104792" y="412943"/>
                </a:cubicBezTo>
                <a:lnTo>
                  <a:pt x="4115177" y="430888"/>
                </a:lnTo>
                <a:cubicBezTo>
                  <a:pt x="4115426" y="431386"/>
                  <a:pt x="4115426" y="431968"/>
                  <a:pt x="4115177" y="432384"/>
                </a:cubicBezTo>
                <a:lnTo>
                  <a:pt x="4104792" y="450329"/>
                </a:lnTo>
                <a:cubicBezTo>
                  <a:pt x="4104543" y="450827"/>
                  <a:pt x="4104044" y="451076"/>
                  <a:pt x="4103546" y="451076"/>
                </a:cubicBezTo>
                <a:close/>
                <a:moveTo>
                  <a:pt x="4203148" y="483330"/>
                </a:moveTo>
                <a:cubicBezTo>
                  <a:pt x="4202649" y="483329"/>
                  <a:pt x="4202151" y="482997"/>
                  <a:pt x="4201902" y="482582"/>
                </a:cubicBezTo>
                <a:lnTo>
                  <a:pt x="4191517" y="464637"/>
                </a:lnTo>
                <a:cubicBezTo>
                  <a:pt x="4191268" y="464138"/>
                  <a:pt x="4191268" y="463558"/>
                  <a:pt x="4191517" y="463141"/>
                </a:cubicBezTo>
                <a:lnTo>
                  <a:pt x="4201902" y="445196"/>
                </a:lnTo>
                <a:cubicBezTo>
                  <a:pt x="4202151" y="444697"/>
                  <a:pt x="4202649" y="444449"/>
                  <a:pt x="4203148" y="444448"/>
                </a:cubicBezTo>
                <a:lnTo>
                  <a:pt x="4223918" y="444448"/>
                </a:lnTo>
                <a:cubicBezTo>
                  <a:pt x="4224416" y="444448"/>
                  <a:pt x="4224915" y="444781"/>
                  <a:pt x="4225164" y="445196"/>
                </a:cubicBezTo>
                <a:lnTo>
                  <a:pt x="4235549" y="463141"/>
                </a:lnTo>
                <a:cubicBezTo>
                  <a:pt x="4235797" y="463639"/>
                  <a:pt x="4235798" y="464221"/>
                  <a:pt x="4235549" y="464637"/>
                </a:cubicBezTo>
                <a:lnTo>
                  <a:pt x="4225164" y="482582"/>
                </a:lnTo>
                <a:cubicBezTo>
                  <a:pt x="4224915" y="483080"/>
                  <a:pt x="4224416" y="483329"/>
                  <a:pt x="4223918" y="483329"/>
                </a:cubicBezTo>
                <a:close/>
                <a:moveTo>
                  <a:pt x="4022446" y="435191"/>
                </a:moveTo>
                <a:cubicBezTo>
                  <a:pt x="4021948" y="435191"/>
                  <a:pt x="4021449" y="434858"/>
                  <a:pt x="4021200" y="434443"/>
                </a:cubicBezTo>
                <a:lnTo>
                  <a:pt x="4010649" y="416165"/>
                </a:lnTo>
                <a:cubicBezTo>
                  <a:pt x="4010400" y="415667"/>
                  <a:pt x="4010400" y="415085"/>
                  <a:pt x="4010649" y="414670"/>
                </a:cubicBezTo>
                <a:lnTo>
                  <a:pt x="4021200" y="396392"/>
                </a:lnTo>
                <a:cubicBezTo>
                  <a:pt x="4021449" y="395894"/>
                  <a:pt x="4021948" y="395645"/>
                  <a:pt x="4022446" y="395645"/>
                </a:cubicBezTo>
                <a:lnTo>
                  <a:pt x="4043465" y="395645"/>
                </a:lnTo>
                <a:cubicBezTo>
                  <a:pt x="4043963" y="395645"/>
                  <a:pt x="4044462" y="395977"/>
                  <a:pt x="4044711" y="396392"/>
                </a:cubicBezTo>
                <a:lnTo>
                  <a:pt x="4055262" y="414670"/>
                </a:lnTo>
                <a:cubicBezTo>
                  <a:pt x="4055512" y="415168"/>
                  <a:pt x="4055512" y="415750"/>
                  <a:pt x="4055262" y="416165"/>
                </a:cubicBezTo>
                <a:lnTo>
                  <a:pt x="4044711" y="434443"/>
                </a:lnTo>
                <a:cubicBezTo>
                  <a:pt x="4044462" y="434941"/>
                  <a:pt x="4043963" y="435191"/>
                  <a:pt x="4043465" y="435191"/>
                </a:cubicBezTo>
                <a:close/>
                <a:moveTo>
                  <a:pt x="3901968" y="403193"/>
                </a:moveTo>
                <a:cubicBezTo>
                  <a:pt x="3901386" y="403193"/>
                  <a:pt x="3900888" y="402944"/>
                  <a:pt x="3900638" y="402445"/>
                </a:cubicBezTo>
                <a:lnTo>
                  <a:pt x="3890005" y="384002"/>
                </a:lnTo>
                <a:cubicBezTo>
                  <a:pt x="3889756" y="383586"/>
                  <a:pt x="3889756" y="383005"/>
                  <a:pt x="3890005" y="382506"/>
                </a:cubicBezTo>
                <a:lnTo>
                  <a:pt x="3900639" y="364063"/>
                </a:lnTo>
                <a:cubicBezTo>
                  <a:pt x="3900970" y="363564"/>
                  <a:pt x="3901469" y="363315"/>
                  <a:pt x="3901968" y="363315"/>
                </a:cubicBezTo>
                <a:lnTo>
                  <a:pt x="3923237" y="363315"/>
                </a:lnTo>
                <a:cubicBezTo>
                  <a:pt x="3923817" y="363315"/>
                  <a:pt x="3924316" y="363564"/>
                  <a:pt x="3924566" y="364063"/>
                </a:cubicBezTo>
                <a:lnTo>
                  <a:pt x="3935200" y="382506"/>
                </a:lnTo>
                <a:cubicBezTo>
                  <a:pt x="3935449" y="382922"/>
                  <a:pt x="3935448" y="383504"/>
                  <a:pt x="3935200" y="384002"/>
                </a:cubicBezTo>
                <a:lnTo>
                  <a:pt x="3924566" y="402445"/>
                </a:lnTo>
                <a:cubicBezTo>
                  <a:pt x="3924233" y="402944"/>
                  <a:pt x="3923734" y="403193"/>
                  <a:pt x="3923236" y="403193"/>
                </a:cubicBezTo>
                <a:close/>
                <a:moveTo>
                  <a:pt x="3962070" y="419486"/>
                </a:moveTo>
                <a:cubicBezTo>
                  <a:pt x="3961489" y="419486"/>
                  <a:pt x="3960990" y="419237"/>
                  <a:pt x="3960741" y="418739"/>
                </a:cubicBezTo>
                <a:lnTo>
                  <a:pt x="3950024" y="400129"/>
                </a:lnTo>
                <a:cubicBezTo>
                  <a:pt x="3949775" y="399713"/>
                  <a:pt x="3949775" y="399132"/>
                  <a:pt x="3950024" y="398633"/>
                </a:cubicBezTo>
                <a:lnTo>
                  <a:pt x="3960742" y="380023"/>
                </a:lnTo>
                <a:cubicBezTo>
                  <a:pt x="3961073" y="379608"/>
                  <a:pt x="3961572" y="379276"/>
                  <a:pt x="3962070" y="379276"/>
                </a:cubicBezTo>
                <a:lnTo>
                  <a:pt x="3983506" y="379276"/>
                </a:lnTo>
                <a:cubicBezTo>
                  <a:pt x="3984086" y="379276"/>
                  <a:pt x="3984586" y="379525"/>
                  <a:pt x="3984835" y="380023"/>
                </a:cubicBezTo>
                <a:lnTo>
                  <a:pt x="3995552" y="398633"/>
                </a:lnTo>
                <a:cubicBezTo>
                  <a:pt x="3995801" y="399049"/>
                  <a:pt x="3995801" y="399630"/>
                  <a:pt x="3995551" y="400129"/>
                </a:cubicBezTo>
                <a:lnTo>
                  <a:pt x="3984834" y="418739"/>
                </a:lnTo>
                <a:cubicBezTo>
                  <a:pt x="3984502" y="419154"/>
                  <a:pt x="3984004" y="419486"/>
                  <a:pt x="3983506" y="419486"/>
                </a:cubicBezTo>
                <a:close/>
                <a:moveTo>
                  <a:pt x="4443560" y="548501"/>
                </a:moveTo>
                <a:cubicBezTo>
                  <a:pt x="4442979" y="548501"/>
                  <a:pt x="4442480" y="548252"/>
                  <a:pt x="4442231" y="547754"/>
                </a:cubicBezTo>
                <a:lnTo>
                  <a:pt x="4431514" y="529144"/>
                </a:lnTo>
                <a:cubicBezTo>
                  <a:pt x="4431265" y="528728"/>
                  <a:pt x="4431265" y="528147"/>
                  <a:pt x="4431514" y="527648"/>
                </a:cubicBezTo>
                <a:lnTo>
                  <a:pt x="4442232" y="509038"/>
                </a:lnTo>
                <a:cubicBezTo>
                  <a:pt x="4442563" y="508623"/>
                  <a:pt x="4443062" y="508291"/>
                  <a:pt x="4443560" y="508291"/>
                </a:cubicBezTo>
                <a:lnTo>
                  <a:pt x="4464996" y="508291"/>
                </a:lnTo>
                <a:cubicBezTo>
                  <a:pt x="4465576" y="508291"/>
                  <a:pt x="4466075" y="508540"/>
                  <a:pt x="4466325" y="509038"/>
                </a:cubicBezTo>
                <a:lnTo>
                  <a:pt x="4477042" y="527648"/>
                </a:lnTo>
                <a:cubicBezTo>
                  <a:pt x="4477290" y="528064"/>
                  <a:pt x="4477290" y="528645"/>
                  <a:pt x="4477041" y="529144"/>
                </a:cubicBezTo>
                <a:lnTo>
                  <a:pt x="4466324" y="547754"/>
                </a:lnTo>
                <a:cubicBezTo>
                  <a:pt x="4465992" y="548169"/>
                  <a:pt x="4465493" y="548501"/>
                  <a:pt x="4464995" y="548501"/>
                </a:cubicBezTo>
                <a:close/>
                <a:moveTo>
                  <a:pt x="4323103" y="516425"/>
                </a:moveTo>
                <a:cubicBezTo>
                  <a:pt x="4322522" y="516425"/>
                  <a:pt x="4322023" y="516175"/>
                  <a:pt x="4321774" y="515677"/>
                </a:cubicBezTo>
                <a:lnTo>
                  <a:pt x="4310974" y="496901"/>
                </a:lnTo>
                <a:cubicBezTo>
                  <a:pt x="4310725" y="496485"/>
                  <a:pt x="4310725" y="495904"/>
                  <a:pt x="4310974" y="495405"/>
                </a:cubicBezTo>
                <a:lnTo>
                  <a:pt x="4321774" y="476630"/>
                </a:lnTo>
                <a:cubicBezTo>
                  <a:pt x="4322023" y="476214"/>
                  <a:pt x="4322605" y="475882"/>
                  <a:pt x="4323103" y="475882"/>
                </a:cubicBezTo>
                <a:lnTo>
                  <a:pt x="4344787" y="475882"/>
                </a:lnTo>
                <a:cubicBezTo>
                  <a:pt x="4345369" y="475882"/>
                  <a:pt x="4345867" y="476131"/>
                  <a:pt x="4346116" y="476630"/>
                </a:cubicBezTo>
                <a:lnTo>
                  <a:pt x="4356917" y="495405"/>
                </a:lnTo>
                <a:cubicBezTo>
                  <a:pt x="4357166" y="495821"/>
                  <a:pt x="4357166" y="496403"/>
                  <a:pt x="4356917" y="496901"/>
                </a:cubicBezTo>
                <a:lnTo>
                  <a:pt x="4346116" y="515677"/>
                </a:lnTo>
                <a:cubicBezTo>
                  <a:pt x="4345867" y="516093"/>
                  <a:pt x="4345285" y="516425"/>
                  <a:pt x="4344787" y="516425"/>
                </a:cubicBezTo>
                <a:close/>
                <a:moveTo>
                  <a:pt x="4382887" y="533196"/>
                </a:moveTo>
                <a:cubicBezTo>
                  <a:pt x="4382390" y="533195"/>
                  <a:pt x="4381808" y="532863"/>
                  <a:pt x="4381559" y="532365"/>
                </a:cubicBezTo>
                <a:lnTo>
                  <a:pt x="4370343" y="513007"/>
                </a:lnTo>
                <a:cubicBezTo>
                  <a:pt x="4370094" y="512509"/>
                  <a:pt x="4370094" y="511928"/>
                  <a:pt x="4370343" y="511429"/>
                </a:cubicBezTo>
                <a:lnTo>
                  <a:pt x="4381558" y="492071"/>
                </a:lnTo>
                <a:cubicBezTo>
                  <a:pt x="4381808" y="491574"/>
                  <a:pt x="4382305" y="491241"/>
                  <a:pt x="4382888" y="491241"/>
                </a:cubicBezTo>
                <a:lnTo>
                  <a:pt x="4405236" y="491240"/>
                </a:lnTo>
                <a:cubicBezTo>
                  <a:pt x="4405735" y="491240"/>
                  <a:pt x="4406316" y="491574"/>
                  <a:pt x="4406566" y="492071"/>
                </a:cubicBezTo>
                <a:lnTo>
                  <a:pt x="4417781" y="511429"/>
                </a:lnTo>
                <a:cubicBezTo>
                  <a:pt x="4418030" y="511928"/>
                  <a:pt x="4418031" y="512509"/>
                  <a:pt x="4417781" y="513007"/>
                </a:cubicBezTo>
                <a:lnTo>
                  <a:pt x="4406565" y="532365"/>
                </a:lnTo>
                <a:cubicBezTo>
                  <a:pt x="4406316" y="532864"/>
                  <a:pt x="4405818" y="533196"/>
                  <a:pt x="4405236" y="533195"/>
                </a:cubicBezTo>
                <a:close/>
                <a:moveTo>
                  <a:pt x="3713497" y="395594"/>
                </a:moveTo>
                <a:cubicBezTo>
                  <a:pt x="3713248" y="395594"/>
                  <a:pt x="3712915" y="395261"/>
                  <a:pt x="3712915" y="395261"/>
                </a:cubicBezTo>
                <a:lnTo>
                  <a:pt x="3708346" y="387369"/>
                </a:lnTo>
                <a:cubicBezTo>
                  <a:pt x="3708263" y="387120"/>
                  <a:pt x="3708346" y="386704"/>
                  <a:pt x="3708346" y="386704"/>
                </a:cubicBezTo>
                <a:lnTo>
                  <a:pt x="3712915" y="378812"/>
                </a:lnTo>
                <a:cubicBezTo>
                  <a:pt x="3713081" y="378644"/>
                  <a:pt x="3713497" y="378478"/>
                  <a:pt x="3713497" y="378478"/>
                </a:cubicBezTo>
                <a:lnTo>
                  <a:pt x="3722635" y="378479"/>
                </a:lnTo>
                <a:cubicBezTo>
                  <a:pt x="3722885" y="378479"/>
                  <a:pt x="3723217" y="378812"/>
                  <a:pt x="3723217" y="378812"/>
                </a:cubicBezTo>
                <a:lnTo>
                  <a:pt x="3727787" y="386704"/>
                </a:lnTo>
                <a:cubicBezTo>
                  <a:pt x="3727870" y="386953"/>
                  <a:pt x="3727787" y="387368"/>
                  <a:pt x="3727787" y="387368"/>
                </a:cubicBezTo>
                <a:lnTo>
                  <a:pt x="3723218" y="395261"/>
                </a:lnTo>
                <a:cubicBezTo>
                  <a:pt x="3723051" y="395427"/>
                  <a:pt x="3722635" y="395594"/>
                  <a:pt x="3722635" y="395594"/>
                </a:cubicBezTo>
                <a:close/>
                <a:moveTo>
                  <a:pt x="2325132" y="32317"/>
                </a:moveTo>
                <a:cubicBezTo>
                  <a:pt x="2324716" y="32317"/>
                  <a:pt x="2324052" y="31736"/>
                  <a:pt x="2324052" y="31736"/>
                </a:cubicBezTo>
                <a:lnTo>
                  <a:pt x="2315412" y="16781"/>
                </a:lnTo>
                <a:cubicBezTo>
                  <a:pt x="2315163" y="16367"/>
                  <a:pt x="2315412" y="15535"/>
                  <a:pt x="2315412" y="15535"/>
                </a:cubicBezTo>
                <a:lnTo>
                  <a:pt x="2324052" y="581"/>
                </a:lnTo>
                <a:cubicBezTo>
                  <a:pt x="2324301" y="249"/>
                  <a:pt x="2324716" y="-1"/>
                  <a:pt x="2325132" y="0"/>
                </a:cubicBezTo>
                <a:lnTo>
                  <a:pt x="2342412" y="0"/>
                </a:lnTo>
                <a:cubicBezTo>
                  <a:pt x="2342828" y="-1"/>
                  <a:pt x="2343492" y="581"/>
                  <a:pt x="2343492" y="581"/>
                </a:cubicBezTo>
                <a:lnTo>
                  <a:pt x="2352133" y="15535"/>
                </a:lnTo>
                <a:cubicBezTo>
                  <a:pt x="2352382" y="15950"/>
                  <a:pt x="2352133" y="16781"/>
                  <a:pt x="2352133" y="16781"/>
                </a:cubicBezTo>
                <a:lnTo>
                  <a:pt x="2343492" y="31735"/>
                </a:lnTo>
                <a:cubicBezTo>
                  <a:pt x="2343243" y="32067"/>
                  <a:pt x="2342828" y="32317"/>
                  <a:pt x="2342412" y="32317"/>
                </a:cubicBezTo>
                <a:close/>
                <a:moveTo>
                  <a:pt x="2384583" y="49763"/>
                </a:moveTo>
                <a:cubicBezTo>
                  <a:pt x="2384084" y="49763"/>
                  <a:pt x="2383420" y="49099"/>
                  <a:pt x="2383420" y="49099"/>
                </a:cubicBezTo>
                <a:lnTo>
                  <a:pt x="2374032" y="32898"/>
                </a:lnTo>
                <a:cubicBezTo>
                  <a:pt x="2373783" y="32483"/>
                  <a:pt x="2374032" y="31569"/>
                  <a:pt x="2374032" y="31569"/>
                </a:cubicBezTo>
                <a:lnTo>
                  <a:pt x="2383420" y="15368"/>
                </a:lnTo>
                <a:cubicBezTo>
                  <a:pt x="2383669" y="14953"/>
                  <a:pt x="2384084" y="14704"/>
                  <a:pt x="2384583" y="14704"/>
                </a:cubicBezTo>
                <a:lnTo>
                  <a:pt x="2403276" y="14704"/>
                </a:lnTo>
                <a:cubicBezTo>
                  <a:pt x="2403774" y="14704"/>
                  <a:pt x="2404439" y="15368"/>
                  <a:pt x="2404439" y="15368"/>
                </a:cubicBezTo>
                <a:lnTo>
                  <a:pt x="2413827" y="31569"/>
                </a:lnTo>
                <a:cubicBezTo>
                  <a:pt x="2414076" y="31984"/>
                  <a:pt x="2413827" y="32898"/>
                  <a:pt x="2413827" y="32898"/>
                </a:cubicBezTo>
                <a:lnTo>
                  <a:pt x="2404439" y="49099"/>
                </a:lnTo>
                <a:cubicBezTo>
                  <a:pt x="2404189" y="49514"/>
                  <a:pt x="2403774" y="49763"/>
                  <a:pt x="2403276" y="49763"/>
                </a:cubicBezTo>
                <a:close/>
                <a:moveTo>
                  <a:pt x="3768677" y="421104"/>
                </a:moveTo>
                <a:cubicBezTo>
                  <a:pt x="3768179" y="421104"/>
                  <a:pt x="3767514" y="420440"/>
                  <a:pt x="3767514" y="420440"/>
                </a:cubicBezTo>
                <a:lnTo>
                  <a:pt x="3757960" y="403907"/>
                </a:lnTo>
                <a:cubicBezTo>
                  <a:pt x="3757711" y="403492"/>
                  <a:pt x="3757960" y="402577"/>
                  <a:pt x="3757960" y="402577"/>
                </a:cubicBezTo>
                <a:lnTo>
                  <a:pt x="3767514" y="386045"/>
                </a:lnTo>
                <a:cubicBezTo>
                  <a:pt x="3767763" y="385629"/>
                  <a:pt x="3768179" y="385381"/>
                  <a:pt x="3768677" y="385381"/>
                </a:cubicBezTo>
                <a:lnTo>
                  <a:pt x="3787785" y="385381"/>
                </a:lnTo>
                <a:cubicBezTo>
                  <a:pt x="3788284" y="385380"/>
                  <a:pt x="3788948" y="386044"/>
                  <a:pt x="3788948" y="386044"/>
                </a:cubicBezTo>
                <a:lnTo>
                  <a:pt x="3798502" y="402577"/>
                </a:lnTo>
                <a:cubicBezTo>
                  <a:pt x="3798752" y="402993"/>
                  <a:pt x="3798502" y="403907"/>
                  <a:pt x="3798502" y="403907"/>
                </a:cubicBezTo>
                <a:lnTo>
                  <a:pt x="3788948" y="420439"/>
                </a:lnTo>
                <a:cubicBezTo>
                  <a:pt x="3788699" y="420855"/>
                  <a:pt x="3788284" y="421105"/>
                  <a:pt x="3787785" y="421104"/>
                </a:cubicBezTo>
                <a:close/>
                <a:moveTo>
                  <a:pt x="2444256" y="66990"/>
                </a:moveTo>
                <a:cubicBezTo>
                  <a:pt x="2443758" y="66990"/>
                  <a:pt x="2443260" y="66741"/>
                  <a:pt x="2443011" y="66326"/>
                </a:cubicBezTo>
                <a:lnTo>
                  <a:pt x="2433124" y="49128"/>
                </a:lnTo>
                <a:cubicBezTo>
                  <a:pt x="2432875" y="48713"/>
                  <a:pt x="2432875" y="48132"/>
                  <a:pt x="2433124" y="47716"/>
                </a:cubicBezTo>
                <a:lnTo>
                  <a:pt x="2443011" y="30519"/>
                </a:lnTo>
                <a:cubicBezTo>
                  <a:pt x="2443260" y="30103"/>
                  <a:pt x="2443758" y="29854"/>
                  <a:pt x="2444256" y="29854"/>
                </a:cubicBezTo>
                <a:lnTo>
                  <a:pt x="2464112" y="29854"/>
                </a:lnTo>
                <a:cubicBezTo>
                  <a:pt x="2464611" y="29854"/>
                  <a:pt x="2465109" y="30103"/>
                  <a:pt x="2465359" y="30519"/>
                </a:cubicBezTo>
                <a:lnTo>
                  <a:pt x="2475245" y="47716"/>
                </a:lnTo>
                <a:cubicBezTo>
                  <a:pt x="2475494" y="48132"/>
                  <a:pt x="2475494" y="48713"/>
                  <a:pt x="2475245" y="49128"/>
                </a:cubicBezTo>
                <a:lnTo>
                  <a:pt x="2465359" y="66326"/>
                </a:lnTo>
                <a:cubicBezTo>
                  <a:pt x="2465109" y="66741"/>
                  <a:pt x="2464611" y="66990"/>
                  <a:pt x="2464112" y="66990"/>
                </a:cubicBezTo>
                <a:close/>
                <a:moveTo>
                  <a:pt x="2504300" y="83275"/>
                </a:moveTo>
                <a:cubicBezTo>
                  <a:pt x="2503801" y="83275"/>
                  <a:pt x="2503303" y="82942"/>
                  <a:pt x="2503054" y="82527"/>
                </a:cubicBezTo>
                <a:lnTo>
                  <a:pt x="2493084" y="65164"/>
                </a:lnTo>
                <a:cubicBezTo>
                  <a:pt x="2492835" y="64748"/>
                  <a:pt x="2492835" y="64166"/>
                  <a:pt x="2493084" y="63751"/>
                </a:cubicBezTo>
                <a:lnTo>
                  <a:pt x="2503137" y="46388"/>
                </a:lnTo>
                <a:cubicBezTo>
                  <a:pt x="2503386" y="45889"/>
                  <a:pt x="2503884" y="45640"/>
                  <a:pt x="2504383" y="45640"/>
                </a:cubicBezTo>
                <a:lnTo>
                  <a:pt x="2524405" y="45640"/>
                </a:lnTo>
                <a:cubicBezTo>
                  <a:pt x="2524904" y="45640"/>
                  <a:pt x="2525402" y="45973"/>
                  <a:pt x="2525651" y="46388"/>
                </a:cubicBezTo>
                <a:lnTo>
                  <a:pt x="2535621" y="63751"/>
                </a:lnTo>
                <a:cubicBezTo>
                  <a:pt x="2535870" y="64166"/>
                  <a:pt x="2535870" y="64748"/>
                  <a:pt x="2535621" y="65164"/>
                </a:cubicBezTo>
                <a:lnTo>
                  <a:pt x="2525568" y="82527"/>
                </a:lnTo>
                <a:cubicBezTo>
                  <a:pt x="2525319" y="83026"/>
                  <a:pt x="2524820" y="83275"/>
                  <a:pt x="2524322" y="83275"/>
                </a:cubicBezTo>
                <a:close/>
                <a:moveTo>
                  <a:pt x="2564487" y="99402"/>
                </a:moveTo>
                <a:cubicBezTo>
                  <a:pt x="2563988" y="99402"/>
                  <a:pt x="2563490" y="99069"/>
                  <a:pt x="2563241" y="98654"/>
                </a:cubicBezTo>
                <a:lnTo>
                  <a:pt x="2553271" y="81291"/>
                </a:lnTo>
                <a:cubicBezTo>
                  <a:pt x="2553022" y="80875"/>
                  <a:pt x="2553022" y="80293"/>
                  <a:pt x="2553271" y="79878"/>
                </a:cubicBezTo>
                <a:lnTo>
                  <a:pt x="2563324" y="62515"/>
                </a:lnTo>
                <a:cubicBezTo>
                  <a:pt x="2563573" y="62016"/>
                  <a:pt x="2564071" y="61767"/>
                  <a:pt x="2564570" y="61767"/>
                </a:cubicBezTo>
                <a:lnTo>
                  <a:pt x="2584592" y="61767"/>
                </a:lnTo>
                <a:cubicBezTo>
                  <a:pt x="2585091" y="61767"/>
                  <a:pt x="2585589" y="62100"/>
                  <a:pt x="2585838" y="62515"/>
                </a:cubicBezTo>
                <a:lnTo>
                  <a:pt x="2595808" y="79878"/>
                </a:lnTo>
                <a:cubicBezTo>
                  <a:pt x="2596057" y="80293"/>
                  <a:pt x="2596057" y="80875"/>
                  <a:pt x="2595808" y="81291"/>
                </a:cubicBezTo>
                <a:lnTo>
                  <a:pt x="2585755" y="98654"/>
                </a:lnTo>
                <a:cubicBezTo>
                  <a:pt x="2585506" y="99153"/>
                  <a:pt x="2585007" y="99402"/>
                  <a:pt x="2584509" y="99402"/>
                </a:cubicBezTo>
                <a:close/>
                <a:moveTo>
                  <a:pt x="3948687" y="470487"/>
                </a:moveTo>
                <a:cubicBezTo>
                  <a:pt x="3948188" y="470487"/>
                  <a:pt x="3947690" y="470154"/>
                  <a:pt x="3947442" y="469739"/>
                </a:cubicBezTo>
                <a:lnTo>
                  <a:pt x="3937305" y="452210"/>
                </a:lnTo>
                <a:cubicBezTo>
                  <a:pt x="3937057" y="451793"/>
                  <a:pt x="3937056" y="451213"/>
                  <a:pt x="3937305" y="450797"/>
                </a:cubicBezTo>
                <a:lnTo>
                  <a:pt x="3947441" y="433268"/>
                </a:lnTo>
                <a:cubicBezTo>
                  <a:pt x="3947690" y="432768"/>
                  <a:pt x="3948188" y="432519"/>
                  <a:pt x="3948687" y="432520"/>
                </a:cubicBezTo>
                <a:lnTo>
                  <a:pt x="3968959" y="432520"/>
                </a:lnTo>
                <a:cubicBezTo>
                  <a:pt x="3969458" y="432520"/>
                  <a:pt x="3969955" y="432852"/>
                  <a:pt x="3970204" y="433268"/>
                </a:cubicBezTo>
                <a:lnTo>
                  <a:pt x="3980340" y="450798"/>
                </a:lnTo>
                <a:cubicBezTo>
                  <a:pt x="3980589" y="451212"/>
                  <a:pt x="3980589" y="451794"/>
                  <a:pt x="3980340" y="452209"/>
                </a:cubicBezTo>
                <a:lnTo>
                  <a:pt x="3970204" y="469739"/>
                </a:lnTo>
                <a:cubicBezTo>
                  <a:pt x="3969955" y="470237"/>
                  <a:pt x="3969458" y="470486"/>
                  <a:pt x="3968958" y="470487"/>
                </a:cubicBezTo>
                <a:close/>
                <a:moveTo>
                  <a:pt x="4008873" y="486613"/>
                </a:moveTo>
                <a:cubicBezTo>
                  <a:pt x="4008374" y="486613"/>
                  <a:pt x="4007876" y="486281"/>
                  <a:pt x="4007628" y="485866"/>
                </a:cubicBezTo>
                <a:lnTo>
                  <a:pt x="3997491" y="468336"/>
                </a:lnTo>
                <a:cubicBezTo>
                  <a:pt x="3997242" y="467920"/>
                  <a:pt x="3997242" y="467339"/>
                  <a:pt x="3997491" y="466924"/>
                </a:cubicBezTo>
                <a:lnTo>
                  <a:pt x="4007627" y="449394"/>
                </a:lnTo>
                <a:cubicBezTo>
                  <a:pt x="4007876" y="448895"/>
                  <a:pt x="4008374" y="448646"/>
                  <a:pt x="4008873" y="448646"/>
                </a:cubicBezTo>
                <a:lnTo>
                  <a:pt x="4029144" y="448646"/>
                </a:lnTo>
                <a:cubicBezTo>
                  <a:pt x="4029643" y="448646"/>
                  <a:pt x="4030141" y="448979"/>
                  <a:pt x="4030390" y="449394"/>
                </a:cubicBezTo>
                <a:lnTo>
                  <a:pt x="4040526" y="466924"/>
                </a:lnTo>
                <a:cubicBezTo>
                  <a:pt x="4040775" y="467339"/>
                  <a:pt x="4040775" y="467920"/>
                  <a:pt x="4040526" y="468336"/>
                </a:cubicBezTo>
                <a:lnTo>
                  <a:pt x="4030390" y="485866"/>
                </a:lnTo>
                <a:cubicBezTo>
                  <a:pt x="4030141" y="486364"/>
                  <a:pt x="4029643" y="486613"/>
                  <a:pt x="4029144" y="486614"/>
                </a:cubicBezTo>
                <a:close/>
                <a:moveTo>
                  <a:pt x="4069059" y="502740"/>
                </a:moveTo>
                <a:cubicBezTo>
                  <a:pt x="4068560" y="502740"/>
                  <a:pt x="4068062" y="502408"/>
                  <a:pt x="4067813" y="501993"/>
                </a:cubicBezTo>
                <a:lnTo>
                  <a:pt x="4057677" y="484463"/>
                </a:lnTo>
                <a:cubicBezTo>
                  <a:pt x="4057428" y="484047"/>
                  <a:pt x="4057428" y="483466"/>
                  <a:pt x="4057677" y="483051"/>
                </a:cubicBezTo>
                <a:lnTo>
                  <a:pt x="4067813" y="465521"/>
                </a:lnTo>
                <a:cubicBezTo>
                  <a:pt x="4068062" y="465022"/>
                  <a:pt x="4068560" y="464773"/>
                  <a:pt x="4069059" y="464773"/>
                </a:cubicBezTo>
                <a:lnTo>
                  <a:pt x="4089330" y="464773"/>
                </a:lnTo>
                <a:cubicBezTo>
                  <a:pt x="4089829" y="464773"/>
                  <a:pt x="4090327" y="465106"/>
                  <a:pt x="4090576" y="465521"/>
                </a:cubicBezTo>
                <a:lnTo>
                  <a:pt x="4100712" y="483051"/>
                </a:lnTo>
                <a:cubicBezTo>
                  <a:pt x="4100961" y="483466"/>
                  <a:pt x="4100961" y="484047"/>
                  <a:pt x="4100712" y="484463"/>
                </a:cubicBezTo>
                <a:lnTo>
                  <a:pt x="4090576" y="501993"/>
                </a:lnTo>
                <a:cubicBezTo>
                  <a:pt x="4090327" y="502491"/>
                  <a:pt x="4089829" y="502740"/>
                  <a:pt x="4089330" y="502740"/>
                </a:cubicBezTo>
                <a:close/>
                <a:moveTo>
                  <a:pt x="4129059" y="519186"/>
                </a:moveTo>
                <a:cubicBezTo>
                  <a:pt x="4128560" y="519187"/>
                  <a:pt x="4128062" y="518854"/>
                  <a:pt x="4127813" y="518438"/>
                </a:cubicBezTo>
                <a:lnTo>
                  <a:pt x="4117511" y="500660"/>
                </a:lnTo>
                <a:cubicBezTo>
                  <a:pt x="4117262" y="500244"/>
                  <a:pt x="4117262" y="499662"/>
                  <a:pt x="4117511" y="499246"/>
                </a:cubicBezTo>
                <a:lnTo>
                  <a:pt x="4127813" y="481469"/>
                </a:lnTo>
                <a:cubicBezTo>
                  <a:pt x="4128062" y="480970"/>
                  <a:pt x="4128560" y="480720"/>
                  <a:pt x="4129059" y="480721"/>
                </a:cubicBezTo>
                <a:lnTo>
                  <a:pt x="4149579" y="480720"/>
                </a:lnTo>
                <a:cubicBezTo>
                  <a:pt x="4150078" y="480720"/>
                  <a:pt x="4150576" y="481052"/>
                  <a:pt x="4150826" y="481468"/>
                </a:cubicBezTo>
                <a:lnTo>
                  <a:pt x="4161127" y="499246"/>
                </a:lnTo>
                <a:cubicBezTo>
                  <a:pt x="4161377" y="499662"/>
                  <a:pt x="4161377" y="500244"/>
                  <a:pt x="4161127" y="500659"/>
                </a:cubicBezTo>
                <a:lnTo>
                  <a:pt x="4150826" y="518438"/>
                </a:lnTo>
                <a:cubicBezTo>
                  <a:pt x="4150576" y="518937"/>
                  <a:pt x="4150078" y="519186"/>
                  <a:pt x="4149579" y="519186"/>
                </a:cubicBezTo>
                <a:close/>
                <a:moveTo>
                  <a:pt x="4189245" y="535313"/>
                </a:moveTo>
                <a:cubicBezTo>
                  <a:pt x="4188746" y="535313"/>
                  <a:pt x="4188248" y="534981"/>
                  <a:pt x="4187999" y="534565"/>
                </a:cubicBezTo>
                <a:lnTo>
                  <a:pt x="4177697" y="516786"/>
                </a:lnTo>
                <a:cubicBezTo>
                  <a:pt x="4177448" y="516371"/>
                  <a:pt x="4177448" y="515789"/>
                  <a:pt x="4177697" y="515373"/>
                </a:cubicBezTo>
                <a:lnTo>
                  <a:pt x="4187999" y="497595"/>
                </a:lnTo>
                <a:cubicBezTo>
                  <a:pt x="4188248" y="497096"/>
                  <a:pt x="4188746" y="496847"/>
                  <a:pt x="4189245" y="496847"/>
                </a:cubicBezTo>
                <a:lnTo>
                  <a:pt x="4209765" y="496847"/>
                </a:lnTo>
                <a:cubicBezTo>
                  <a:pt x="4210264" y="496847"/>
                  <a:pt x="4210762" y="497179"/>
                  <a:pt x="4211012" y="497595"/>
                </a:cubicBezTo>
                <a:lnTo>
                  <a:pt x="4221313" y="515373"/>
                </a:lnTo>
                <a:cubicBezTo>
                  <a:pt x="4221563" y="515789"/>
                  <a:pt x="4221563" y="516371"/>
                  <a:pt x="4221313" y="516786"/>
                </a:cubicBezTo>
                <a:lnTo>
                  <a:pt x="4211012" y="534565"/>
                </a:lnTo>
                <a:cubicBezTo>
                  <a:pt x="4210762" y="535064"/>
                  <a:pt x="4210264" y="535313"/>
                  <a:pt x="4209765" y="535313"/>
                </a:cubicBezTo>
                <a:close/>
                <a:moveTo>
                  <a:pt x="4249432" y="551440"/>
                </a:moveTo>
                <a:cubicBezTo>
                  <a:pt x="4248933" y="551440"/>
                  <a:pt x="4248435" y="551108"/>
                  <a:pt x="4248186" y="550692"/>
                </a:cubicBezTo>
                <a:lnTo>
                  <a:pt x="4237884" y="532913"/>
                </a:lnTo>
                <a:cubicBezTo>
                  <a:pt x="4237635" y="532498"/>
                  <a:pt x="4237635" y="531916"/>
                  <a:pt x="4237883" y="531500"/>
                </a:cubicBezTo>
                <a:lnTo>
                  <a:pt x="4248186" y="513722"/>
                </a:lnTo>
                <a:cubicBezTo>
                  <a:pt x="4248435" y="513223"/>
                  <a:pt x="4248933" y="512974"/>
                  <a:pt x="4249432" y="512974"/>
                </a:cubicBezTo>
                <a:lnTo>
                  <a:pt x="4269951" y="512974"/>
                </a:lnTo>
                <a:cubicBezTo>
                  <a:pt x="4270451" y="512974"/>
                  <a:pt x="4270949" y="513306"/>
                  <a:pt x="4271199" y="513722"/>
                </a:cubicBezTo>
                <a:lnTo>
                  <a:pt x="4281500" y="531500"/>
                </a:lnTo>
                <a:cubicBezTo>
                  <a:pt x="4281749" y="531916"/>
                  <a:pt x="4281750" y="532498"/>
                  <a:pt x="4281500" y="532913"/>
                </a:cubicBezTo>
                <a:lnTo>
                  <a:pt x="4271199" y="550692"/>
                </a:lnTo>
                <a:cubicBezTo>
                  <a:pt x="4270949" y="551191"/>
                  <a:pt x="4270451" y="551440"/>
                  <a:pt x="4269952" y="551440"/>
                </a:cubicBezTo>
                <a:close/>
                <a:moveTo>
                  <a:pt x="3828136" y="438657"/>
                </a:moveTo>
                <a:cubicBezTo>
                  <a:pt x="3827638" y="438657"/>
                  <a:pt x="3827139" y="438325"/>
                  <a:pt x="3826890" y="437909"/>
                </a:cubicBezTo>
                <a:lnTo>
                  <a:pt x="3816588" y="420048"/>
                </a:lnTo>
                <a:cubicBezTo>
                  <a:pt x="3816339" y="419549"/>
                  <a:pt x="3816339" y="418967"/>
                  <a:pt x="3816588" y="418552"/>
                </a:cubicBezTo>
                <a:lnTo>
                  <a:pt x="3826890" y="400690"/>
                </a:lnTo>
                <a:cubicBezTo>
                  <a:pt x="3827139" y="400191"/>
                  <a:pt x="3827638" y="399942"/>
                  <a:pt x="3828136" y="399942"/>
                </a:cubicBezTo>
                <a:lnTo>
                  <a:pt x="3848823" y="399942"/>
                </a:lnTo>
                <a:cubicBezTo>
                  <a:pt x="3849321" y="399942"/>
                  <a:pt x="3849820" y="400275"/>
                  <a:pt x="3850069" y="400690"/>
                </a:cubicBezTo>
                <a:lnTo>
                  <a:pt x="3860371" y="418552"/>
                </a:lnTo>
                <a:cubicBezTo>
                  <a:pt x="3860620" y="419050"/>
                  <a:pt x="3860620" y="419632"/>
                  <a:pt x="3860371" y="420048"/>
                </a:cubicBezTo>
                <a:lnTo>
                  <a:pt x="3850069" y="437909"/>
                </a:lnTo>
                <a:cubicBezTo>
                  <a:pt x="3849820" y="438408"/>
                  <a:pt x="3849321" y="438657"/>
                  <a:pt x="3848823" y="438657"/>
                </a:cubicBezTo>
                <a:close/>
                <a:moveTo>
                  <a:pt x="4309626" y="567672"/>
                </a:moveTo>
                <a:cubicBezTo>
                  <a:pt x="4309128" y="567672"/>
                  <a:pt x="4308629" y="567340"/>
                  <a:pt x="4308380" y="566924"/>
                </a:cubicBezTo>
                <a:lnTo>
                  <a:pt x="4298077" y="549063"/>
                </a:lnTo>
                <a:cubicBezTo>
                  <a:pt x="4297829" y="548564"/>
                  <a:pt x="4297829" y="547982"/>
                  <a:pt x="4298078" y="547567"/>
                </a:cubicBezTo>
                <a:lnTo>
                  <a:pt x="4308380" y="529705"/>
                </a:lnTo>
                <a:cubicBezTo>
                  <a:pt x="4308629" y="529206"/>
                  <a:pt x="4309128" y="528957"/>
                  <a:pt x="4309626" y="528957"/>
                </a:cubicBezTo>
                <a:lnTo>
                  <a:pt x="4330313" y="528957"/>
                </a:lnTo>
                <a:cubicBezTo>
                  <a:pt x="4330811" y="528957"/>
                  <a:pt x="4331309" y="529290"/>
                  <a:pt x="4331558" y="529705"/>
                </a:cubicBezTo>
                <a:lnTo>
                  <a:pt x="4341860" y="547567"/>
                </a:lnTo>
                <a:cubicBezTo>
                  <a:pt x="4342110" y="548065"/>
                  <a:pt x="4342110" y="548647"/>
                  <a:pt x="4341861" y="549063"/>
                </a:cubicBezTo>
                <a:lnTo>
                  <a:pt x="4331559" y="566924"/>
                </a:lnTo>
                <a:cubicBezTo>
                  <a:pt x="4331309" y="567423"/>
                  <a:pt x="4330810" y="567672"/>
                  <a:pt x="4330313" y="567672"/>
                </a:cubicBezTo>
                <a:close/>
                <a:moveTo>
                  <a:pt x="4369647" y="583955"/>
                </a:moveTo>
                <a:cubicBezTo>
                  <a:pt x="4369148" y="583955"/>
                  <a:pt x="4368650" y="583623"/>
                  <a:pt x="4368401" y="583207"/>
                </a:cubicBezTo>
                <a:lnTo>
                  <a:pt x="4358016" y="565179"/>
                </a:lnTo>
                <a:cubicBezTo>
                  <a:pt x="4357767" y="564681"/>
                  <a:pt x="4357767" y="564099"/>
                  <a:pt x="4358016" y="563683"/>
                </a:cubicBezTo>
                <a:lnTo>
                  <a:pt x="4368484" y="545655"/>
                </a:lnTo>
                <a:cubicBezTo>
                  <a:pt x="4368733" y="545157"/>
                  <a:pt x="4369232" y="544908"/>
                  <a:pt x="4369730" y="544908"/>
                </a:cubicBezTo>
                <a:lnTo>
                  <a:pt x="4390583" y="544908"/>
                </a:lnTo>
                <a:cubicBezTo>
                  <a:pt x="4391082" y="544908"/>
                  <a:pt x="4391580" y="545240"/>
                  <a:pt x="4391829" y="545655"/>
                </a:cubicBezTo>
                <a:lnTo>
                  <a:pt x="4402214" y="563683"/>
                </a:lnTo>
                <a:cubicBezTo>
                  <a:pt x="4402463" y="564182"/>
                  <a:pt x="4402463" y="564764"/>
                  <a:pt x="4402214" y="565179"/>
                </a:cubicBezTo>
                <a:lnTo>
                  <a:pt x="4391746" y="583207"/>
                </a:lnTo>
                <a:cubicBezTo>
                  <a:pt x="4391497" y="583706"/>
                  <a:pt x="4390998" y="583955"/>
                  <a:pt x="4390500" y="583955"/>
                </a:cubicBezTo>
                <a:close/>
                <a:moveTo>
                  <a:pt x="3887991" y="455354"/>
                </a:moveTo>
                <a:cubicBezTo>
                  <a:pt x="3887410" y="455354"/>
                  <a:pt x="3886911" y="455105"/>
                  <a:pt x="3886662" y="454606"/>
                </a:cubicBezTo>
                <a:lnTo>
                  <a:pt x="3876028" y="436163"/>
                </a:lnTo>
                <a:cubicBezTo>
                  <a:pt x="3875779" y="435747"/>
                  <a:pt x="3875779" y="435166"/>
                  <a:pt x="3876028" y="434667"/>
                </a:cubicBezTo>
                <a:lnTo>
                  <a:pt x="3886662" y="416224"/>
                </a:lnTo>
                <a:cubicBezTo>
                  <a:pt x="3886994" y="415725"/>
                  <a:pt x="3887493" y="415476"/>
                  <a:pt x="3887991" y="415476"/>
                </a:cubicBezTo>
                <a:lnTo>
                  <a:pt x="3909260" y="415476"/>
                </a:lnTo>
                <a:cubicBezTo>
                  <a:pt x="3909841" y="415476"/>
                  <a:pt x="3910340" y="415725"/>
                  <a:pt x="3910589" y="416224"/>
                </a:cubicBezTo>
                <a:lnTo>
                  <a:pt x="3921223" y="434667"/>
                </a:lnTo>
                <a:cubicBezTo>
                  <a:pt x="3921472" y="435083"/>
                  <a:pt x="3921472" y="435665"/>
                  <a:pt x="3921223" y="436163"/>
                </a:cubicBezTo>
                <a:lnTo>
                  <a:pt x="3910589" y="454606"/>
                </a:lnTo>
                <a:cubicBezTo>
                  <a:pt x="3910256" y="455105"/>
                  <a:pt x="3909758" y="455354"/>
                  <a:pt x="3909260" y="455354"/>
                </a:cubicBezTo>
                <a:close/>
                <a:moveTo>
                  <a:pt x="4489615" y="617040"/>
                </a:moveTo>
                <a:cubicBezTo>
                  <a:pt x="4489033" y="617040"/>
                  <a:pt x="4488534" y="616791"/>
                  <a:pt x="4488285" y="616292"/>
                </a:cubicBezTo>
                <a:lnTo>
                  <a:pt x="4477402" y="597433"/>
                </a:lnTo>
                <a:cubicBezTo>
                  <a:pt x="4477154" y="596935"/>
                  <a:pt x="4477153" y="596353"/>
                  <a:pt x="4477403" y="595855"/>
                </a:cubicBezTo>
                <a:lnTo>
                  <a:pt x="4488285" y="576996"/>
                </a:lnTo>
                <a:cubicBezTo>
                  <a:pt x="4488534" y="576581"/>
                  <a:pt x="4489034" y="576248"/>
                  <a:pt x="4489615" y="576248"/>
                </a:cubicBezTo>
                <a:lnTo>
                  <a:pt x="4511382" y="576248"/>
                </a:lnTo>
                <a:cubicBezTo>
                  <a:pt x="4511963" y="576248"/>
                  <a:pt x="4512461" y="576497"/>
                  <a:pt x="4512711" y="576996"/>
                </a:cubicBezTo>
                <a:lnTo>
                  <a:pt x="4523595" y="595855"/>
                </a:lnTo>
                <a:cubicBezTo>
                  <a:pt x="4523843" y="596353"/>
                  <a:pt x="4523843" y="596935"/>
                  <a:pt x="4523594" y="597433"/>
                </a:cubicBezTo>
                <a:lnTo>
                  <a:pt x="4512711" y="616292"/>
                </a:lnTo>
                <a:cubicBezTo>
                  <a:pt x="4512462" y="616708"/>
                  <a:pt x="4511963" y="617040"/>
                  <a:pt x="4511381" y="617040"/>
                </a:cubicBezTo>
                <a:close/>
                <a:moveTo>
                  <a:pt x="4429158" y="601325"/>
                </a:moveTo>
                <a:cubicBezTo>
                  <a:pt x="4428659" y="601325"/>
                  <a:pt x="4428078" y="601076"/>
                  <a:pt x="4427828" y="600578"/>
                </a:cubicBezTo>
                <a:lnTo>
                  <a:pt x="4416779" y="581387"/>
                </a:lnTo>
                <a:cubicBezTo>
                  <a:pt x="4416530" y="580888"/>
                  <a:pt x="4416530" y="580307"/>
                  <a:pt x="4416779" y="579808"/>
                </a:cubicBezTo>
                <a:lnTo>
                  <a:pt x="4427911" y="560617"/>
                </a:lnTo>
                <a:cubicBezTo>
                  <a:pt x="4428161" y="560201"/>
                  <a:pt x="4428659" y="559869"/>
                  <a:pt x="4429241" y="559869"/>
                </a:cubicBezTo>
                <a:lnTo>
                  <a:pt x="4451423" y="559869"/>
                </a:lnTo>
                <a:cubicBezTo>
                  <a:pt x="4451921" y="559869"/>
                  <a:pt x="4452503" y="560118"/>
                  <a:pt x="4452752" y="560617"/>
                </a:cubicBezTo>
                <a:lnTo>
                  <a:pt x="4463802" y="579808"/>
                </a:lnTo>
                <a:cubicBezTo>
                  <a:pt x="4464051" y="580307"/>
                  <a:pt x="4464051" y="580888"/>
                  <a:pt x="4463802" y="581387"/>
                </a:cubicBezTo>
                <a:lnTo>
                  <a:pt x="4452669" y="600578"/>
                </a:lnTo>
                <a:cubicBezTo>
                  <a:pt x="4452420" y="600993"/>
                  <a:pt x="4451921" y="601325"/>
                  <a:pt x="4451340" y="601326"/>
                </a:cubicBezTo>
                <a:close/>
                <a:moveTo>
                  <a:pt x="3699863" y="447185"/>
                </a:moveTo>
                <a:cubicBezTo>
                  <a:pt x="3699696" y="447185"/>
                  <a:pt x="3699364" y="446853"/>
                  <a:pt x="3699364" y="446853"/>
                </a:cubicBezTo>
                <a:lnTo>
                  <a:pt x="3695127" y="439459"/>
                </a:lnTo>
                <a:cubicBezTo>
                  <a:pt x="3695044" y="439293"/>
                  <a:pt x="3695127" y="438877"/>
                  <a:pt x="3695127" y="438877"/>
                </a:cubicBezTo>
                <a:lnTo>
                  <a:pt x="3699364" y="431484"/>
                </a:lnTo>
                <a:cubicBezTo>
                  <a:pt x="3699447" y="431234"/>
                  <a:pt x="3699863" y="431151"/>
                  <a:pt x="3699863" y="431151"/>
                </a:cubicBezTo>
                <a:lnTo>
                  <a:pt x="3708420" y="431151"/>
                </a:lnTo>
                <a:cubicBezTo>
                  <a:pt x="3708586" y="431151"/>
                  <a:pt x="3708918" y="431484"/>
                  <a:pt x="3708918" y="431484"/>
                </a:cubicBezTo>
                <a:lnTo>
                  <a:pt x="3713155" y="438877"/>
                </a:lnTo>
                <a:cubicBezTo>
                  <a:pt x="3713238" y="439044"/>
                  <a:pt x="3713155" y="439459"/>
                  <a:pt x="3713155" y="439459"/>
                </a:cubicBezTo>
                <a:lnTo>
                  <a:pt x="3708918" y="446852"/>
                </a:lnTo>
                <a:cubicBezTo>
                  <a:pt x="3708835" y="447103"/>
                  <a:pt x="3708420" y="447184"/>
                  <a:pt x="3708420" y="447184"/>
                </a:cubicBezTo>
                <a:close/>
                <a:moveTo>
                  <a:pt x="2195125" y="44085"/>
                </a:moveTo>
                <a:cubicBezTo>
                  <a:pt x="2194959" y="44085"/>
                  <a:pt x="2194627" y="43753"/>
                  <a:pt x="2194627" y="43753"/>
                </a:cubicBezTo>
                <a:lnTo>
                  <a:pt x="2190307" y="36276"/>
                </a:lnTo>
                <a:cubicBezTo>
                  <a:pt x="2190224" y="36110"/>
                  <a:pt x="2190307" y="35694"/>
                  <a:pt x="2190307" y="35694"/>
                </a:cubicBezTo>
                <a:lnTo>
                  <a:pt x="2194627" y="28217"/>
                </a:lnTo>
                <a:cubicBezTo>
                  <a:pt x="2194710" y="27968"/>
                  <a:pt x="2195125" y="27885"/>
                  <a:pt x="2195125" y="27885"/>
                </a:cubicBezTo>
                <a:lnTo>
                  <a:pt x="2203766" y="27885"/>
                </a:lnTo>
                <a:cubicBezTo>
                  <a:pt x="2203932" y="27885"/>
                  <a:pt x="2204264" y="28217"/>
                  <a:pt x="2204264" y="28217"/>
                </a:cubicBezTo>
                <a:lnTo>
                  <a:pt x="2208584" y="35694"/>
                </a:lnTo>
                <a:cubicBezTo>
                  <a:pt x="2208667" y="35860"/>
                  <a:pt x="2208584" y="36276"/>
                  <a:pt x="2208584" y="36276"/>
                </a:cubicBezTo>
                <a:lnTo>
                  <a:pt x="2204264" y="43753"/>
                </a:lnTo>
                <a:cubicBezTo>
                  <a:pt x="2204181" y="44002"/>
                  <a:pt x="2203766" y="44085"/>
                  <a:pt x="2203766" y="44085"/>
                </a:cubicBezTo>
                <a:close/>
                <a:moveTo>
                  <a:pt x="2251584" y="67182"/>
                </a:moveTo>
                <a:cubicBezTo>
                  <a:pt x="2251169" y="67182"/>
                  <a:pt x="2250587" y="66600"/>
                  <a:pt x="2250587" y="66600"/>
                </a:cubicBezTo>
                <a:lnTo>
                  <a:pt x="2242529" y="52643"/>
                </a:lnTo>
                <a:cubicBezTo>
                  <a:pt x="2242363" y="52228"/>
                  <a:pt x="2242529" y="51480"/>
                  <a:pt x="2242529" y="51480"/>
                </a:cubicBezTo>
                <a:lnTo>
                  <a:pt x="2250587" y="37523"/>
                </a:lnTo>
                <a:cubicBezTo>
                  <a:pt x="2250837" y="37190"/>
                  <a:pt x="2251584" y="36941"/>
                  <a:pt x="2251584" y="36941"/>
                </a:cubicBezTo>
                <a:lnTo>
                  <a:pt x="2267618" y="36941"/>
                </a:lnTo>
                <a:cubicBezTo>
                  <a:pt x="2268034" y="36941"/>
                  <a:pt x="2268616" y="37523"/>
                  <a:pt x="2268616" y="37523"/>
                </a:cubicBezTo>
                <a:lnTo>
                  <a:pt x="2276674" y="51480"/>
                </a:lnTo>
                <a:cubicBezTo>
                  <a:pt x="2276841" y="51895"/>
                  <a:pt x="2276674" y="52643"/>
                  <a:pt x="2276674" y="52643"/>
                </a:cubicBezTo>
                <a:lnTo>
                  <a:pt x="2268616" y="66600"/>
                </a:lnTo>
                <a:cubicBezTo>
                  <a:pt x="2268366" y="66932"/>
                  <a:pt x="2267618" y="67182"/>
                  <a:pt x="2267618" y="67182"/>
                </a:cubicBezTo>
                <a:close/>
                <a:moveTo>
                  <a:pt x="2311499" y="83816"/>
                </a:moveTo>
                <a:cubicBezTo>
                  <a:pt x="2311083" y="83816"/>
                  <a:pt x="2310502" y="83234"/>
                  <a:pt x="2310502" y="83234"/>
                </a:cubicBezTo>
                <a:lnTo>
                  <a:pt x="2302194" y="68861"/>
                </a:lnTo>
                <a:cubicBezTo>
                  <a:pt x="2301944" y="68529"/>
                  <a:pt x="2302194" y="67698"/>
                  <a:pt x="2302194" y="67698"/>
                </a:cubicBezTo>
                <a:lnTo>
                  <a:pt x="2310502" y="53326"/>
                </a:lnTo>
                <a:cubicBezTo>
                  <a:pt x="2310668" y="52993"/>
                  <a:pt x="2311499" y="52744"/>
                  <a:pt x="2311499" y="52744"/>
                </a:cubicBezTo>
                <a:lnTo>
                  <a:pt x="2328115" y="52744"/>
                </a:lnTo>
                <a:cubicBezTo>
                  <a:pt x="2328530" y="52744"/>
                  <a:pt x="2329111" y="53326"/>
                  <a:pt x="2329111" y="53326"/>
                </a:cubicBezTo>
                <a:lnTo>
                  <a:pt x="2337419" y="67698"/>
                </a:lnTo>
                <a:cubicBezTo>
                  <a:pt x="2337669" y="68030"/>
                  <a:pt x="2337419" y="68861"/>
                  <a:pt x="2337419" y="68861"/>
                </a:cubicBezTo>
                <a:lnTo>
                  <a:pt x="2329111" y="83234"/>
                </a:lnTo>
                <a:cubicBezTo>
                  <a:pt x="2328945" y="83567"/>
                  <a:pt x="2328115" y="83816"/>
                  <a:pt x="2328115" y="83816"/>
                </a:cubicBezTo>
                <a:close/>
                <a:moveTo>
                  <a:pt x="3754377" y="473942"/>
                </a:moveTo>
                <a:cubicBezTo>
                  <a:pt x="3753879" y="473942"/>
                  <a:pt x="3753381" y="473693"/>
                  <a:pt x="3753131" y="473277"/>
                </a:cubicBezTo>
                <a:lnTo>
                  <a:pt x="3743245" y="456080"/>
                </a:lnTo>
                <a:cubicBezTo>
                  <a:pt x="3742996" y="455665"/>
                  <a:pt x="3742996" y="455083"/>
                  <a:pt x="3743245" y="454668"/>
                </a:cubicBezTo>
                <a:lnTo>
                  <a:pt x="3753131" y="437470"/>
                </a:lnTo>
                <a:cubicBezTo>
                  <a:pt x="3753381" y="437054"/>
                  <a:pt x="3753879" y="436806"/>
                  <a:pt x="3754377" y="436806"/>
                </a:cubicBezTo>
                <a:lnTo>
                  <a:pt x="3774234" y="436806"/>
                </a:lnTo>
                <a:cubicBezTo>
                  <a:pt x="3774732" y="436806"/>
                  <a:pt x="3775230" y="437054"/>
                  <a:pt x="3775479" y="437471"/>
                </a:cubicBezTo>
                <a:lnTo>
                  <a:pt x="3785366" y="454667"/>
                </a:lnTo>
                <a:cubicBezTo>
                  <a:pt x="3785615" y="455084"/>
                  <a:pt x="3785614" y="455665"/>
                  <a:pt x="3785366" y="456080"/>
                </a:cubicBezTo>
                <a:lnTo>
                  <a:pt x="3775479" y="473278"/>
                </a:lnTo>
                <a:cubicBezTo>
                  <a:pt x="3775230" y="473693"/>
                  <a:pt x="3774732" y="473941"/>
                  <a:pt x="3774234" y="473942"/>
                </a:cubicBezTo>
                <a:close/>
                <a:moveTo>
                  <a:pt x="4295971" y="619157"/>
                </a:moveTo>
                <a:cubicBezTo>
                  <a:pt x="4295473" y="619157"/>
                  <a:pt x="4294974" y="618907"/>
                  <a:pt x="4294724" y="618492"/>
                </a:cubicBezTo>
                <a:lnTo>
                  <a:pt x="4284756" y="601212"/>
                </a:lnTo>
                <a:cubicBezTo>
                  <a:pt x="4284506" y="600796"/>
                  <a:pt x="4284507" y="600216"/>
                  <a:pt x="4284755" y="599799"/>
                </a:cubicBezTo>
                <a:lnTo>
                  <a:pt x="4294724" y="582520"/>
                </a:lnTo>
                <a:cubicBezTo>
                  <a:pt x="4294974" y="582103"/>
                  <a:pt x="4295473" y="581855"/>
                  <a:pt x="4295971" y="581854"/>
                </a:cubicBezTo>
                <a:lnTo>
                  <a:pt x="4315911" y="581854"/>
                </a:lnTo>
                <a:cubicBezTo>
                  <a:pt x="4316409" y="581854"/>
                  <a:pt x="4316908" y="582103"/>
                  <a:pt x="4317156" y="582519"/>
                </a:cubicBezTo>
                <a:lnTo>
                  <a:pt x="4327126" y="599799"/>
                </a:lnTo>
                <a:cubicBezTo>
                  <a:pt x="4327374" y="600216"/>
                  <a:pt x="4327375" y="600796"/>
                  <a:pt x="4327125" y="601213"/>
                </a:cubicBezTo>
                <a:lnTo>
                  <a:pt x="4317156" y="618492"/>
                </a:lnTo>
                <a:cubicBezTo>
                  <a:pt x="4316907" y="618907"/>
                  <a:pt x="4316409" y="619156"/>
                  <a:pt x="4315911" y="619156"/>
                </a:cubicBezTo>
                <a:close/>
                <a:moveTo>
                  <a:pt x="3994897" y="538774"/>
                </a:moveTo>
                <a:cubicBezTo>
                  <a:pt x="3994398" y="538774"/>
                  <a:pt x="3993900" y="538442"/>
                  <a:pt x="3993651" y="538027"/>
                </a:cubicBezTo>
                <a:lnTo>
                  <a:pt x="3983515" y="520497"/>
                </a:lnTo>
                <a:cubicBezTo>
                  <a:pt x="3983266" y="520081"/>
                  <a:pt x="3983266" y="519500"/>
                  <a:pt x="3983515" y="519085"/>
                </a:cubicBezTo>
                <a:lnTo>
                  <a:pt x="3993651" y="501555"/>
                </a:lnTo>
                <a:cubicBezTo>
                  <a:pt x="3993900" y="501056"/>
                  <a:pt x="3994398" y="500807"/>
                  <a:pt x="3994897" y="500807"/>
                </a:cubicBezTo>
                <a:lnTo>
                  <a:pt x="4015168" y="500807"/>
                </a:lnTo>
                <a:cubicBezTo>
                  <a:pt x="4015667" y="500807"/>
                  <a:pt x="4016165" y="501140"/>
                  <a:pt x="4016414" y="501555"/>
                </a:cubicBezTo>
                <a:lnTo>
                  <a:pt x="4026550" y="519085"/>
                </a:lnTo>
                <a:cubicBezTo>
                  <a:pt x="4026799" y="519500"/>
                  <a:pt x="4026799" y="520081"/>
                  <a:pt x="4026550" y="520497"/>
                </a:cubicBezTo>
                <a:lnTo>
                  <a:pt x="4016414" y="538027"/>
                </a:lnTo>
                <a:cubicBezTo>
                  <a:pt x="4016165" y="538525"/>
                  <a:pt x="4015667" y="538774"/>
                  <a:pt x="4015168" y="538774"/>
                </a:cubicBezTo>
                <a:close/>
                <a:moveTo>
                  <a:pt x="4115269" y="571028"/>
                </a:moveTo>
                <a:cubicBezTo>
                  <a:pt x="4114770" y="571028"/>
                  <a:pt x="4114272" y="570696"/>
                  <a:pt x="4114024" y="570281"/>
                </a:cubicBezTo>
                <a:lnTo>
                  <a:pt x="4103887" y="552751"/>
                </a:lnTo>
                <a:cubicBezTo>
                  <a:pt x="4103639" y="552335"/>
                  <a:pt x="4103639" y="551754"/>
                  <a:pt x="4103887" y="551339"/>
                </a:cubicBezTo>
                <a:lnTo>
                  <a:pt x="4114023" y="533809"/>
                </a:lnTo>
                <a:cubicBezTo>
                  <a:pt x="4114273" y="533310"/>
                  <a:pt x="4114771" y="533061"/>
                  <a:pt x="4115269" y="533061"/>
                </a:cubicBezTo>
                <a:lnTo>
                  <a:pt x="4135541" y="533061"/>
                </a:lnTo>
                <a:cubicBezTo>
                  <a:pt x="4136040" y="533061"/>
                  <a:pt x="4136537" y="533394"/>
                  <a:pt x="4136787" y="533809"/>
                </a:cubicBezTo>
                <a:lnTo>
                  <a:pt x="4146922" y="551339"/>
                </a:lnTo>
                <a:cubicBezTo>
                  <a:pt x="4147171" y="551754"/>
                  <a:pt x="4147172" y="552335"/>
                  <a:pt x="4146922" y="552751"/>
                </a:cubicBezTo>
                <a:lnTo>
                  <a:pt x="4136786" y="570281"/>
                </a:lnTo>
                <a:cubicBezTo>
                  <a:pt x="4136538" y="570779"/>
                  <a:pt x="4136040" y="571028"/>
                  <a:pt x="4135541" y="571028"/>
                </a:cubicBezTo>
                <a:close/>
                <a:moveTo>
                  <a:pt x="3934606" y="522893"/>
                </a:moveTo>
                <a:cubicBezTo>
                  <a:pt x="3934107" y="522894"/>
                  <a:pt x="3933609" y="522561"/>
                  <a:pt x="3933359" y="522146"/>
                </a:cubicBezTo>
                <a:lnTo>
                  <a:pt x="3923140" y="504450"/>
                </a:lnTo>
                <a:cubicBezTo>
                  <a:pt x="3922892" y="504035"/>
                  <a:pt x="3922891" y="503454"/>
                  <a:pt x="3923141" y="503037"/>
                </a:cubicBezTo>
                <a:lnTo>
                  <a:pt x="3933360" y="485342"/>
                </a:lnTo>
                <a:cubicBezTo>
                  <a:pt x="3933609" y="484844"/>
                  <a:pt x="3934107" y="484595"/>
                  <a:pt x="3934606" y="484594"/>
                </a:cubicBezTo>
                <a:lnTo>
                  <a:pt x="3955042" y="484595"/>
                </a:lnTo>
                <a:cubicBezTo>
                  <a:pt x="3955541" y="484594"/>
                  <a:pt x="3956039" y="484927"/>
                  <a:pt x="3956289" y="485342"/>
                </a:cubicBezTo>
                <a:lnTo>
                  <a:pt x="3966508" y="503038"/>
                </a:lnTo>
                <a:cubicBezTo>
                  <a:pt x="3966758" y="503453"/>
                  <a:pt x="3966757" y="504036"/>
                  <a:pt x="3966507" y="504451"/>
                </a:cubicBezTo>
                <a:lnTo>
                  <a:pt x="3956289" y="522146"/>
                </a:lnTo>
                <a:cubicBezTo>
                  <a:pt x="3956039" y="522644"/>
                  <a:pt x="3955541" y="522893"/>
                  <a:pt x="3955042" y="522894"/>
                </a:cubicBezTo>
                <a:close/>
                <a:moveTo>
                  <a:pt x="4054978" y="555147"/>
                </a:moveTo>
                <a:cubicBezTo>
                  <a:pt x="4054479" y="555147"/>
                  <a:pt x="4053981" y="554815"/>
                  <a:pt x="4053732" y="554400"/>
                </a:cubicBezTo>
                <a:lnTo>
                  <a:pt x="4043513" y="536704"/>
                </a:lnTo>
                <a:cubicBezTo>
                  <a:pt x="4043264" y="536289"/>
                  <a:pt x="4043264" y="535707"/>
                  <a:pt x="4043513" y="535291"/>
                </a:cubicBezTo>
                <a:lnTo>
                  <a:pt x="4053732" y="517596"/>
                </a:lnTo>
                <a:cubicBezTo>
                  <a:pt x="4053981" y="517098"/>
                  <a:pt x="4054479" y="516848"/>
                  <a:pt x="4054978" y="516848"/>
                </a:cubicBezTo>
                <a:lnTo>
                  <a:pt x="4075415" y="516849"/>
                </a:lnTo>
                <a:cubicBezTo>
                  <a:pt x="4075914" y="516848"/>
                  <a:pt x="4076412" y="517180"/>
                  <a:pt x="4076662" y="517596"/>
                </a:cubicBezTo>
                <a:lnTo>
                  <a:pt x="4086880" y="535291"/>
                </a:lnTo>
                <a:cubicBezTo>
                  <a:pt x="4087130" y="535707"/>
                  <a:pt x="4087130" y="536289"/>
                  <a:pt x="4086880" y="536704"/>
                </a:cubicBezTo>
                <a:lnTo>
                  <a:pt x="4076662" y="554400"/>
                </a:lnTo>
                <a:cubicBezTo>
                  <a:pt x="4076412" y="554898"/>
                  <a:pt x="4075914" y="555147"/>
                  <a:pt x="4075415" y="555148"/>
                </a:cubicBezTo>
                <a:close/>
                <a:moveTo>
                  <a:pt x="3814151" y="490713"/>
                </a:moveTo>
                <a:cubicBezTo>
                  <a:pt x="3813652" y="490713"/>
                  <a:pt x="3813154" y="490381"/>
                  <a:pt x="3812905" y="489965"/>
                </a:cubicBezTo>
                <a:lnTo>
                  <a:pt x="3802603" y="472186"/>
                </a:lnTo>
                <a:cubicBezTo>
                  <a:pt x="3802354" y="471771"/>
                  <a:pt x="3802354" y="471189"/>
                  <a:pt x="3802603" y="470773"/>
                </a:cubicBezTo>
                <a:lnTo>
                  <a:pt x="3812905" y="452995"/>
                </a:lnTo>
                <a:cubicBezTo>
                  <a:pt x="3813154" y="452496"/>
                  <a:pt x="3813652" y="452247"/>
                  <a:pt x="3814151" y="452247"/>
                </a:cubicBezTo>
                <a:lnTo>
                  <a:pt x="3834671" y="452247"/>
                </a:lnTo>
                <a:cubicBezTo>
                  <a:pt x="3835170" y="452247"/>
                  <a:pt x="3835668" y="452579"/>
                  <a:pt x="3835918" y="452995"/>
                </a:cubicBezTo>
                <a:lnTo>
                  <a:pt x="3846219" y="470773"/>
                </a:lnTo>
                <a:cubicBezTo>
                  <a:pt x="3846469" y="471189"/>
                  <a:pt x="3846469" y="471771"/>
                  <a:pt x="3846219" y="472186"/>
                </a:cubicBezTo>
                <a:lnTo>
                  <a:pt x="3835918" y="489965"/>
                </a:lnTo>
                <a:cubicBezTo>
                  <a:pt x="3835668" y="490464"/>
                  <a:pt x="3835170" y="490713"/>
                  <a:pt x="3834671" y="490713"/>
                </a:cubicBezTo>
                <a:close/>
                <a:moveTo>
                  <a:pt x="3874337" y="506840"/>
                </a:moveTo>
                <a:cubicBezTo>
                  <a:pt x="3873838" y="506840"/>
                  <a:pt x="3873340" y="506508"/>
                  <a:pt x="3873091" y="506092"/>
                </a:cubicBezTo>
                <a:lnTo>
                  <a:pt x="3862789" y="488313"/>
                </a:lnTo>
                <a:cubicBezTo>
                  <a:pt x="3862540" y="487898"/>
                  <a:pt x="3862540" y="487316"/>
                  <a:pt x="3862789" y="486900"/>
                </a:cubicBezTo>
                <a:lnTo>
                  <a:pt x="3873091" y="469122"/>
                </a:lnTo>
                <a:cubicBezTo>
                  <a:pt x="3873340" y="468623"/>
                  <a:pt x="3873838" y="468374"/>
                  <a:pt x="3874337" y="468374"/>
                </a:cubicBezTo>
                <a:lnTo>
                  <a:pt x="3894857" y="468374"/>
                </a:lnTo>
                <a:cubicBezTo>
                  <a:pt x="3895356" y="468374"/>
                  <a:pt x="3895854" y="468706"/>
                  <a:pt x="3896104" y="469122"/>
                </a:cubicBezTo>
                <a:lnTo>
                  <a:pt x="3906405" y="486900"/>
                </a:lnTo>
                <a:cubicBezTo>
                  <a:pt x="3906655" y="487316"/>
                  <a:pt x="3906655" y="487898"/>
                  <a:pt x="3906405" y="488313"/>
                </a:cubicBezTo>
                <a:lnTo>
                  <a:pt x="3896104" y="506092"/>
                </a:lnTo>
                <a:cubicBezTo>
                  <a:pt x="3895854" y="506591"/>
                  <a:pt x="3895356" y="506840"/>
                  <a:pt x="3894857" y="506840"/>
                </a:cubicBezTo>
                <a:close/>
                <a:moveTo>
                  <a:pt x="4235455" y="603601"/>
                </a:moveTo>
                <a:cubicBezTo>
                  <a:pt x="4234956" y="603601"/>
                  <a:pt x="4234458" y="603269"/>
                  <a:pt x="4234209" y="602853"/>
                </a:cubicBezTo>
                <a:lnTo>
                  <a:pt x="4223907" y="585074"/>
                </a:lnTo>
                <a:cubicBezTo>
                  <a:pt x="4223658" y="584659"/>
                  <a:pt x="4223658" y="584077"/>
                  <a:pt x="4223907" y="583661"/>
                </a:cubicBezTo>
                <a:lnTo>
                  <a:pt x="4234209" y="565883"/>
                </a:lnTo>
                <a:cubicBezTo>
                  <a:pt x="4234458" y="565384"/>
                  <a:pt x="4234956" y="565135"/>
                  <a:pt x="4235455" y="565135"/>
                </a:cubicBezTo>
                <a:lnTo>
                  <a:pt x="4255975" y="565135"/>
                </a:lnTo>
                <a:cubicBezTo>
                  <a:pt x="4256474" y="565135"/>
                  <a:pt x="4256972" y="565467"/>
                  <a:pt x="4257222" y="565883"/>
                </a:cubicBezTo>
                <a:lnTo>
                  <a:pt x="4267523" y="583661"/>
                </a:lnTo>
                <a:cubicBezTo>
                  <a:pt x="4267773" y="584077"/>
                  <a:pt x="4267773" y="584659"/>
                  <a:pt x="4267523" y="585074"/>
                </a:cubicBezTo>
                <a:lnTo>
                  <a:pt x="4257222" y="602853"/>
                </a:lnTo>
                <a:cubicBezTo>
                  <a:pt x="4256972" y="603352"/>
                  <a:pt x="4256474" y="603601"/>
                  <a:pt x="4255975" y="603601"/>
                </a:cubicBezTo>
                <a:close/>
                <a:moveTo>
                  <a:pt x="4175277" y="587579"/>
                </a:moveTo>
                <a:cubicBezTo>
                  <a:pt x="4174779" y="587579"/>
                  <a:pt x="4174280" y="587247"/>
                  <a:pt x="4174031" y="586831"/>
                </a:cubicBezTo>
                <a:lnTo>
                  <a:pt x="4163729" y="568970"/>
                </a:lnTo>
                <a:cubicBezTo>
                  <a:pt x="4163480" y="568471"/>
                  <a:pt x="4163481" y="567889"/>
                  <a:pt x="4163729" y="567474"/>
                </a:cubicBezTo>
                <a:lnTo>
                  <a:pt x="4174031" y="549612"/>
                </a:lnTo>
                <a:cubicBezTo>
                  <a:pt x="4174281" y="549113"/>
                  <a:pt x="4174780" y="548864"/>
                  <a:pt x="4175278" y="548864"/>
                </a:cubicBezTo>
                <a:lnTo>
                  <a:pt x="4195964" y="548864"/>
                </a:lnTo>
                <a:cubicBezTo>
                  <a:pt x="4196462" y="548864"/>
                  <a:pt x="4196961" y="549197"/>
                  <a:pt x="4197210" y="549612"/>
                </a:cubicBezTo>
                <a:lnTo>
                  <a:pt x="4207512" y="567474"/>
                </a:lnTo>
                <a:cubicBezTo>
                  <a:pt x="4207761" y="567972"/>
                  <a:pt x="4207761" y="568554"/>
                  <a:pt x="4207513" y="568970"/>
                </a:cubicBezTo>
                <a:lnTo>
                  <a:pt x="4197210" y="586831"/>
                </a:lnTo>
                <a:cubicBezTo>
                  <a:pt x="4196961" y="587330"/>
                  <a:pt x="4196462" y="587579"/>
                  <a:pt x="4195964" y="587579"/>
                </a:cubicBezTo>
                <a:close/>
                <a:moveTo>
                  <a:pt x="4355836" y="635960"/>
                </a:moveTo>
                <a:cubicBezTo>
                  <a:pt x="4355338" y="635960"/>
                  <a:pt x="4354839" y="635628"/>
                  <a:pt x="4354590" y="635212"/>
                </a:cubicBezTo>
                <a:lnTo>
                  <a:pt x="4344288" y="617351"/>
                </a:lnTo>
                <a:cubicBezTo>
                  <a:pt x="4344039" y="616852"/>
                  <a:pt x="4344039" y="616270"/>
                  <a:pt x="4344288" y="615855"/>
                </a:cubicBezTo>
                <a:lnTo>
                  <a:pt x="4354590" y="597993"/>
                </a:lnTo>
                <a:cubicBezTo>
                  <a:pt x="4354839" y="597494"/>
                  <a:pt x="4355338" y="597245"/>
                  <a:pt x="4355836" y="597245"/>
                </a:cubicBezTo>
                <a:lnTo>
                  <a:pt x="4376523" y="597245"/>
                </a:lnTo>
                <a:cubicBezTo>
                  <a:pt x="4377021" y="597245"/>
                  <a:pt x="4377520" y="597578"/>
                  <a:pt x="4377769" y="597993"/>
                </a:cubicBezTo>
                <a:lnTo>
                  <a:pt x="4388071" y="615855"/>
                </a:lnTo>
                <a:cubicBezTo>
                  <a:pt x="4388320" y="616353"/>
                  <a:pt x="4388320" y="616935"/>
                  <a:pt x="4388071" y="617351"/>
                </a:cubicBezTo>
                <a:lnTo>
                  <a:pt x="4377769" y="635212"/>
                </a:lnTo>
                <a:cubicBezTo>
                  <a:pt x="4377520" y="635711"/>
                  <a:pt x="4377021" y="635960"/>
                  <a:pt x="4376523" y="635960"/>
                </a:cubicBezTo>
                <a:close/>
                <a:moveTo>
                  <a:pt x="4415691" y="652658"/>
                </a:moveTo>
                <a:cubicBezTo>
                  <a:pt x="4415110" y="652658"/>
                  <a:pt x="4414611" y="652409"/>
                  <a:pt x="4414362" y="651910"/>
                </a:cubicBezTo>
                <a:lnTo>
                  <a:pt x="4403728" y="633467"/>
                </a:lnTo>
                <a:cubicBezTo>
                  <a:pt x="4403479" y="633051"/>
                  <a:pt x="4403479" y="632470"/>
                  <a:pt x="4403728" y="631971"/>
                </a:cubicBezTo>
                <a:lnTo>
                  <a:pt x="4414362" y="613528"/>
                </a:lnTo>
                <a:cubicBezTo>
                  <a:pt x="4414694" y="613029"/>
                  <a:pt x="4415193" y="612780"/>
                  <a:pt x="4415691" y="612780"/>
                </a:cubicBezTo>
                <a:lnTo>
                  <a:pt x="4436960" y="612780"/>
                </a:lnTo>
                <a:cubicBezTo>
                  <a:pt x="4437541" y="612780"/>
                  <a:pt x="4438040" y="613029"/>
                  <a:pt x="4438289" y="613528"/>
                </a:cubicBezTo>
                <a:lnTo>
                  <a:pt x="4448923" y="631971"/>
                </a:lnTo>
                <a:cubicBezTo>
                  <a:pt x="4449172" y="632387"/>
                  <a:pt x="4449172" y="632969"/>
                  <a:pt x="4448923" y="633467"/>
                </a:cubicBezTo>
                <a:lnTo>
                  <a:pt x="4438289" y="651910"/>
                </a:lnTo>
                <a:cubicBezTo>
                  <a:pt x="4437956" y="652409"/>
                  <a:pt x="4437458" y="652658"/>
                  <a:pt x="4436960" y="652658"/>
                </a:cubicBezTo>
                <a:close/>
                <a:moveTo>
                  <a:pt x="2369015" y="104925"/>
                </a:moveTo>
                <a:cubicBezTo>
                  <a:pt x="2368516" y="104925"/>
                  <a:pt x="2367934" y="104675"/>
                  <a:pt x="2367685" y="104177"/>
                </a:cubicBezTo>
                <a:lnTo>
                  <a:pt x="2356802" y="85235"/>
                </a:lnTo>
                <a:cubicBezTo>
                  <a:pt x="2356553" y="84737"/>
                  <a:pt x="2356553" y="84155"/>
                  <a:pt x="2356802" y="83657"/>
                </a:cubicBezTo>
                <a:lnTo>
                  <a:pt x="2367769" y="64714"/>
                </a:lnTo>
                <a:cubicBezTo>
                  <a:pt x="2368018" y="64299"/>
                  <a:pt x="2368516" y="63967"/>
                  <a:pt x="2369098" y="63967"/>
                </a:cubicBezTo>
                <a:lnTo>
                  <a:pt x="2390948" y="63967"/>
                </a:lnTo>
                <a:cubicBezTo>
                  <a:pt x="2391446" y="63967"/>
                  <a:pt x="2392028" y="64216"/>
                  <a:pt x="2392277" y="64714"/>
                </a:cubicBezTo>
                <a:lnTo>
                  <a:pt x="2403160" y="83657"/>
                </a:lnTo>
                <a:cubicBezTo>
                  <a:pt x="2403409" y="84155"/>
                  <a:pt x="2403409" y="84737"/>
                  <a:pt x="2403160" y="85235"/>
                </a:cubicBezTo>
                <a:lnTo>
                  <a:pt x="2392193" y="104177"/>
                </a:lnTo>
                <a:cubicBezTo>
                  <a:pt x="2391944" y="104592"/>
                  <a:pt x="2391446" y="104925"/>
                  <a:pt x="2390864" y="104925"/>
                </a:cubicBezTo>
                <a:close/>
                <a:moveTo>
                  <a:pt x="4475534" y="669365"/>
                </a:moveTo>
                <a:cubicBezTo>
                  <a:pt x="4475035" y="669365"/>
                  <a:pt x="4474453" y="669115"/>
                  <a:pt x="4474204" y="668617"/>
                </a:cubicBezTo>
                <a:lnTo>
                  <a:pt x="4463321" y="649675"/>
                </a:lnTo>
                <a:cubicBezTo>
                  <a:pt x="4463072" y="649177"/>
                  <a:pt x="4463072" y="648595"/>
                  <a:pt x="4463321" y="648097"/>
                </a:cubicBezTo>
                <a:lnTo>
                  <a:pt x="4474287" y="629154"/>
                </a:lnTo>
                <a:cubicBezTo>
                  <a:pt x="4474537" y="628739"/>
                  <a:pt x="4475035" y="628407"/>
                  <a:pt x="4475617" y="628407"/>
                </a:cubicBezTo>
                <a:lnTo>
                  <a:pt x="4497467" y="628407"/>
                </a:lnTo>
                <a:cubicBezTo>
                  <a:pt x="4497965" y="628407"/>
                  <a:pt x="4498547" y="628656"/>
                  <a:pt x="4498796" y="629154"/>
                </a:cubicBezTo>
                <a:lnTo>
                  <a:pt x="4509679" y="648097"/>
                </a:lnTo>
                <a:cubicBezTo>
                  <a:pt x="4509928" y="648595"/>
                  <a:pt x="4509928" y="649177"/>
                  <a:pt x="4509679" y="649675"/>
                </a:cubicBezTo>
                <a:lnTo>
                  <a:pt x="4498713" y="668617"/>
                </a:lnTo>
                <a:cubicBezTo>
                  <a:pt x="4498464" y="669032"/>
                  <a:pt x="4497965" y="669365"/>
                  <a:pt x="4497383" y="669365"/>
                </a:cubicBezTo>
                <a:close/>
                <a:moveTo>
                  <a:pt x="2609344" y="170180"/>
                </a:moveTo>
                <a:cubicBezTo>
                  <a:pt x="2608764" y="170180"/>
                  <a:pt x="2608265" y="169848"/>
                  <a:pt x="2607933" y="169350"/>
                </a:cubicBezTo>
                <a:lnTo>
                  <a:pt x="2596634" y="149743"/>
                </a:lnTo>
                <a:cubicBezTo>
                  <a:pt x="2596301" y="149244"/>
                  <a:pt x="2596302" y="148663"/>
                  <a:pt x="2596634" y="148165"/>
                </a:cubicBezTo>
                <a:lnTo>
                  <a:pt x="2608016" y="128558"/>
                </a:lnTo>
                <a:cubicBezTo>
                  <a:pt x="2608349" y="128059"/>
                  <a:pt x="2608847" y="127727"/>
                  <a:pt x="2609428" y="127727"/>
                </a:cubicBezTo>
                <a:lnTo>
                  <a:pt x="2632109" y="127727"/>
                </a:lnTo>
                <a:cubicBezTo>
                  <a:pt x="2632691" y="127727"/>
                  <a:pt x="2633189" y="128059"/>
                  <a:pt x="2633521" y="128558"/>
                </a:cubicBezTo>
                <a:lnTo>
                  <a:pt x="2644820" y="148165"/>
                </a:lnTo>
                <a:cubicBezTo>
                  <a:pt x="2645153" y="148663"/>
                  <a:pt x="2645152" y="149244"/>
                  <a:pt x="2644820" y="149743"/>
                </a:cubicBezTo>
                <a:lnTo>
                  <a:pt x="2633439" y="169350"/>
                </a:lnTo>
                <a:cubicBezTo>
                  <a:pt x="2633106" y="169848"/>
                  <a:pt x="2632608" y="170179"/>
                  <a:pt x="2632026" y="170180"/>
                </a:cubicBezTo>
                <a:close/>
                <a:moveTo>
                  <a:pt x="2428808" y="121886"/>
                </a:moveTo>
                <a:cubicBezTo>
                  <a:pt x="2428226" y="121886"/>
                  <a:pt x="2427727" y="121553"/>
                  <a:pt x="2427396" y="121055"/>
                </a:cubicBezTo>
                <a:lnTo>
                  <a:pt x="2416013" y="101282"/>
                </a:lnTo>
                <a:cubicBezTo>
                  <a:pt x="2415681" y="100784"/>
                  <a:pt x="2415682" y="100202"/>
                  <a:pt x="2416014" y="99703"/>
                </a:cubicBezTo>
                <a:lnTo>
                  <a:pt x="2427395" y="79931"/>
                </a:lnTo>
                <a:cubicBezTo>
                  <a:pt x="2427728" y="79432"/>
                  <a:pt x="2428227" y="79100"/>
                  <a:pt x="2428807" y="79100"/>
                </a:cubicBezTo>
                <a:lnTo>
                  <a:pt x="2451572" y="79100"/>
                </a:lnTo>
                <a:cubicBezTo>
                  <a:pt x="2452153" y="79100"/>
                  <a:pt x="2452652" y="79432"/>
                  <a:pt x="2452984" y="79931"/>
                </a:cubicBezTo>
                <a:lnTo>
                  <a:pt x="2464366" y="99703"/>
                </a:lnTo>
                <a:cubicBezTo>
                  <a:pt x="2464698" y="100202"/>
                  <a:pt x="2464699" y="100784"/>
                  <a:pt x="2464365" y="101282"/>
                </a:cubicBezTo>
                <a:lnTo>
                  <a:pt x="2452983" y="121055"/>
                </a:lnTo>
                <a:cubicBezTo>
                  <a:pt x="2452651" y="121553"/>
                  <a:pt x="2452154" y="121886"/>
                  <a:pt x="2451571" y="121886"/>
                </a:cubicBezTo>
                <a:close/>
                <a:moveTo>
                  <a:pt x="2548920" y="154552"/>
                </a:moveTo>
                <a:cubicBezTo>
                  <a:pt x="2548338" y="154552"/>
                  <a:pt x="2547840" y="154220"/>
                  <a:pt x="2547507" y="153722"/>
                </a:cubicBezTo>
                <a:lnTo>
                  <a:pt x="2535960" y="133616"/>
                </a:lnTo>
                <a:cubicBezTo>
                  <a:pt x="2535628" y="133118"/>
                  <a:pt x="2535628" y="132454"/>
                  <a:pt x="2535960" y="131955"/>
                </a:cubicBezTo>
                <a:lnTo>
                  <a:pt x="2547590" y="111850"/>
                </a:lnTo>
                <a:cubicBezTo>
                  <a:pt x="2547924" y="111351"/>
                  <a:pt x="2548421" y="111019"/>
                  <a:pt x="2549004" y="111019"/>
                </a:cubicBezTo>
                <a:lnTo>
                  <a:pt x="2572183" y="111019"/>
                </a:lnTo>
                <a:cubicBezTo>
                  <a:pt x="2572764" y="111019"/>
                  <a:pt x="2573262" y="111351"/>
                  <a:pt x="2573595" y="111850"/>
                </a:cubicBezTo>
                <a:lnTo>
                  <a:pt x="2585142" y="131955"/>
                </a:lnTo>
                <a:cubicBezTo>
                  <a:pt x="2585475" y="132454"/>
                  <a:pt x="2585475" y="133118"/>
                  <a:pt x="2585143" y="133616"/>
                </a:cubicBezTo>
                <a:lnTo>
                  <a:pt x="2573511" y="153722"/>
                </a:lnTo>
                <a:cubicBezTo>
                  <a:pt x="2573180" y="154220"/>
                  <a:pt x="2572681" y="154552"/>
                  <a:pt x="2572099" y="154552"/>
                </a:cubicBezTo>
                <a:close/>
                <a:moveTo>
                  <a:pt x="2488568" y="138675"/>
                </a:moveTo>
                <a:cubicBezTo>
                  <a:pt x="2487987" y="138675"/>
                  <a:pt x="2487489" y="138344"/>
                  <a:pt x="2487155" y="137844"/>
                </a:cubicBezTo>
                <a:lnTo>
                  <a:pt x="2475442" y="117491"/>
                </a:lnTo>
                <a:cubicBezTo>
                  <a:pt x="2475110" y="116992"/>
                  <a:pt x="2475109" y="116328"/>
                  <a:pt x="2475442" y="115830"/>
                </a:cubicBezTo>
                <a:lnTo>
                  <a:pt x="2487238" y="95474"/>
                </a:lnTo>
                <a:cubicBezTo>
                  <a:pt x="2487489" y="94977"/>
                  <a:pt x="2488070" y="94644"/>
                  <a:pt x="2488652" y="94644"/>
                </a:cubicBezTo>
                <a:lnTo>
                  <a:pt x="2512163" y="94644"/>
                </a:lnTo>
                <a:cubicBezTo>
                  <a:pt x="2512745" y="94643"/>
                  <a:pt x="2513242" y="94977"/>
                  <a:pt x="2513576" y="95474"/>
                </a:cubicBezTo>
                <a:lnTo>
                  <a:pt x="2525290" y="115830"/>
                </a:lnTo>
                <a:cubicBezTo>
                  <a:pt x="2525622" y="116328"/>
                  <a:pt x="2525622" y="116992"/>
                  <a:pt x="2525290" y="117490"/>
                </a:cubicBezTo>
                <a:lnTo>
                  <a:pt x="2513493" y="137845"/>
                </a:lnTo>
                <a:cubicBezTo>
                  <a:pt x="2513243" y="138343"/>
                  <a:pt x="2512660" y="138675"/>
                  <a:pt x="2512080" y="138676"/>
                </a:cubicBezTo>
                <a:close/>
                <a:moveTo>
                  <a:pt x="2117617" y="86348"/>
                </a:moveTo>
                <a:cubicBezTo>
                  <a:pt x="2117284" y="86348"/>
                  <a:pt x="2116703" y="85850"/>
                  <a:pt x="2116703" y="85850"/>
                </a:cubicBezTo>
                <a:lnTo>
                  <a:pt x="2109060" y="72640"/>
                </a:lnTo>
                <a:cubicBezTo>
                  <a:pt x="2108894" y="72308"/>
                  <a:pt x="2109060" y="71560"/>
                  <a:pt x="2109060" y="71560"/>
                </a:cubicBezTo>
                <a:lnTo>
                  <a:pt x="2116703" y="58350"/>
                </a:lnTo>
                <a:cubicBezTo>
                  <a:pt x="2116869" y="58101"/>
                  <a:pt x="2117617" y="57852"/>
                  <a:pt x="2117617" y="57852"/>
                </a:cubicBezTo>
                <a:lnTo>
                  <a:pt x="2132903" y="57852"/>
                </a:lnTo>
                <a:cubicBezTo>
                  <a:pt x="2133236" y="57852"/>
                  <a:pt x="2133818" y="58350"/>
                  <a:pt x="2133818" y="58350"/>
                </a:cubicBezTo>
                <a:lnTo>
                  <a:pt x="2141461" y="71560"/>
                </a:lnTo>
                <a:cubicBezTo>
                  <a:pt x="2141627" y="71892"/>
                  <a:pt x="2141461" y="72640"/>
                  <a:pt x="2141461" y="72640"/>
                </a:cubicBezTo>
                <a:lnTo>
                  <a:pt x="2133818" y="85850"/>
                </a:lnTo>
                <a:cubicBezTo>
                  <a:pt x="2133651" y="86099"/>
                  <a:pt x="2132903" y="86348"/>
                  <a:pt x="2132903" y="86348"/>
                </a:cubicBezTo>
                <a:close/>
                <a:moveTo>
                  <a:pt x="2177421" y="103217"/>
                </a:moveTo>
                <a:cubicBezTo>
                  <a:pt x="2177005" y="103217"/>
                  <a:pt x="2176423" y="102635"/>
                  <a:pt x="2176423" y="102635"/>
                </a:cubicBezTo>
                <a:lnTo>
                  <a:pt x="2168366" y="88678"/>
                </a:lnTo>
                <a:cubicBezTo>
                  <a:pt x="2168199" y="88263"/>
                  <a:pt x="2168366" y="87515"/>
                  <a:pt x="2168366" y="87515"/>
                </a:cubicBezTo>
                <a:lnTo>
                  <a:pt x="2176424" y="73558"/>
                </a:lnTo>
                <a:cubicBezTo>
                  <a:pt x="2176673" y="73225"/>
                  <a:pt x="2177421" y="72976"/>
                  <a:pt x="2177421" y="72976"/>
                </a:cubicBezTo>
                <a:lnTo>
                  <a:pt x="2193454" y="72976"/>
                </a:lnTo>
                <a:cubicBezTo>
                  <a:pt x="2193871" y="72976"/>
                  <a:pt x="2194452" y="73558"/>
                  <a:pt x="2194452" y="73558"/>
                </a:cubicBezTo>
                <a:lnTo>
                  <a:pt x="2202511" y="87515"/>
                </a:lnTo>
                <a:cubicBezTo>
                  <a:pt x="2202677" y="87930"/>
                  <a:pt x="2202511" y="88678"/>
                  <a:pt x="2202511" y="88678"/>
                </a:cubicBezTo>
                <a:lnTo>
                  <a:pt x="2194453" y="102635"/>
                </a:lnTo>
                <a:cubicBezTo>
                  <a:pt x="2194203" y="102967"/>
                  <a:pt x="2193454" y="103217"/>
                  <a:pt x="2193454" y="103217"/>
                </a:cubicBezTo>
                <a:close/>
                <a:moveTo>
                  <a:pt x="2237076" y="120346"/>
                </a:moveTo>
                <a:cubicBezTo>
                  <a:pt x="2236577" y="120346"/>
                  <a:pt x="2235996" y="119764"/>
                  <a:pt x="2235996" y="119764"/>
                </a:cubicBezTo>
                <a:lnTo>
                  <a:pt x="2227439" y="104976"/>
                </a:lnTo>
                <a:cubicBezTo>
                  <a:pt x="2227190" y="104562"/>
                  <a:pt x="2227439" y="103729"/>
                  <a:pt x="2227439" y="103729"/>
                </a:cubicBezTo>
                <a:lnTo>
                  <a:pt x="2235996" y="88943"/>
                </a:lnTo>
                <a:cubicBezTo>
                  <a:pt x="2236245" y="88609"/>
                  <a:pt x="2236660" y="88361"/>
                  <a:pt x="2237076" y="88360"/>
                </a:cubicBezTo>
                <a:lnTo>
                  <a:pt x="2254190" y="88360"/>
                </a:lnTo>
                <a:cubicBezTo>
                  <a:pt x="2254689" y="88361"/>
                  <a:pt x="2255270" y="88943"/>
                  <a:pt x="2255270" y="88943"/>
                </a:cubicBezTo>
                <a:lnTo>
                  <a:pt x="2263827" y="103730"/>
                </a:lnTo>
                <a:cubicBezTo>
                  <a:pt x="2264076" y="104145"/>
                  <a:pt x="2263827" y="104977"/>
                  <a:pt x="2263827" y="104977"/>
                </a:cubicBezTo>
                <a:lnTo>
                  <a:pt x="2255270" y="119764"/>
                </a:lnTo>
                <a:cubicBezTo>
                  <a:pt x="2255021" y="120097"/>
                  <a:pt x="2254606" y="120345"/>
                  <a:pt x="2254190" y="120346"/>
                </a:cubicBezTo>
                <a:close/>
                <a:moveTo>
                  <a:pt x="3680725" y="508970"/>
                </a:moveTo>
                <a:cubicBezTo>
                  <a:pt x="3680226" y="508970"/>
                  <a:pt x="3679562" y="508306"/>
                  <a:pt x="3679562" y="508306"/>
                </a:cubicBezTo>
                <a:lnTo>
                  <a:pt x="3670174" y="492024"/>
                </a:lnTo>
                <a:cubicBezTo>
                  <a:pt x="3669925" y="491607"/>
                  <a:pt x="3670174" y="490693"/>
                  <a:pt x="3670174" y="490693"/>
                </a:cubicBezTo>
                <a:lnTo>
                  <a:pt x="3679562" y="474410"/>
                </a:lnTo>
                <a:cubicBezTo>
                  <a:pt x="3679811" y="473994"/>
                  <a:pt x="3680226" y="473745"/>
                  <a:pt x="3680725" y="473746"/>
                </a:cubicBezTo>
                <a:lnTo>
                  <a:pt x="3699501" y="473745"/>
                </a:lnTo>
                <a:cubicBezTo>
                  <a:pt x="3699999" y="473745"/>
                  <a:pt x="3700664" y="474410"/>
                  <a:pt x="3700664" y="474410"/>
                </a:cubicBezTo>
                <a:lnTo>
                  <a:pt x="3710052" y="490693"/>
                </a:lnTo>
                <a:cubicBezTo>
                  <a:pt x="3710301" y="491108"/>
                  <a:pt x="3710052" y="492023"/>
                  <a:pt x="3710052" y="492023"/>
                </a:cubicBezTo>
                <a:lnTo>
                  <a:pt x="3700664" y="508306"/>
                </a:lnTo>
                <a:cubicBezTo>
                  <a:pt x="3700414" y="508722"/>
                  <a:pt x="3699999" y="508970"/>
                  <a:pt x="3699501" y="508970"/>
                </a:cubicBezTo>
                <a:close/>
                <a:moveTo>
                  <a:pt x="3740174" y="526429"/>
                </a:moveTo>
                <a:cubicBezTo>
                  <a:pt x="3739675" y="526429"/>
                  <a:pt x="3739178" y="526096"/>
                  <a:pt x="3738929" y="525681"/>
                </a:cubicBezTo>
                <a:lnTo>
                  <a:pt x="3728793" y="508152"/>
                </a:lnTo>
                <a:cubicBezTo>
                  <a:pt x="3728544" y="507736"/>
                  <a:pt x="3728544" y="507155"/>
                  <a:pt x="3728793" y="506740"/>
                </a:cubicBezTo>
                <a:lnTo>
                  <a:pt x="3738929" y="489210"/>
                </a:lnTo>
                <a:cubicBezTo>
                  <a:pt x="3739178" y="488711"/>
                  <a:pt x="3739676" y="488461"/>
                  <a:pt x="3740175" y="488462"/>
                </a:cubicBezTo>
                <a:lnTo>
                  <a:pt x="3760446" y="488462"/>
                </a:lnTo>
                <a:cubicBezTo>
                  <a:pt x="3760945" y="488462"/>
                  <a:pt x="3761443" y="488795"/>
                  <a:pt x="3761692" y="489210"/>
                </a:cubicBezTo>
                <a:lnTo>
                  <a:pt x="3771827" y="506740"/>
                </a:lnTo>
                <a:cubicBezTo>
                  <a:pt x="3772077" y="507154"/>
                  <a:pt x="3772077" y="507736"/>
                  <a:pt x="3771828" y="508151"/>
                </a:cubicBezTo>
                <a:lnTo>
                  <a:pt x="3761692" y="525681"/>
                </a:lnTo>
                <a:cubicBezTo>
                  <a:pt x="3761443" y="526179"/>
                  <a:pt x="3760945" y="526429"/>
                  <a:pt x="3760446" y="526429"/>
                </a:cubicBezTo>
                <a:close/>
                <a:moveTo>
                  <a:pt x="3800361" y="542556"/>
                </a:moveTo>
                <a:cubicBezTo>
                  <a:pt x="3799862" y="542556"/>
                  <a:pt x="3799364" y="542223"/>
                  <a:pt x="3799116" y="541808"/>
                </a:cubicBezTo>
                <a:lnTo>
                  <a:pt x="3788979" y="524279"/>
                </a:lnTo>
                <a:cubicBezTo>
                  <a:pt x="3788731" y="523863"/>
                  <a:pt x="3788730" y="523282"/>
                  <a:pt x="3788979" y="522867"/>
                </a:cubicBezTo>
                <a:lnTo>
                  <a:pt x="3799115" y="505337"/>
                </a:lnTo>
                <a:cubicBezTo>
                  <a:pt x="3799365" y="504838"/>
                  <a:pt x="3799862" y="504588"/>
                  <a:pt x="3800361" y="504589"/>
                </a:cubicBezTo>
                <a:lnTo>
                  <a:pt x="3820633" y="504589"/>
                </a:lnTo>
                <a:cubicBezTo>
                  <a:pt x="3821132" y="504589"/>
                  <a:pt x="3821629" y="504922"/>
                  <a:pt x="3821879" y="505337"/>
                </a:cubicBezTo>
                <a:lnTo>
                  <a:pt x="3832014" y="522867"/>
                </a:lnTo>
                <a:cubicBezTo>
                  <a:pt x="3832263" y="523281"/>
                  <a:pt x="3832263" y="523863"/>
                  <a:pt x="3832014" y="524278"/>
                </a:cubicBezTo>
                <a:lnTo>
                  <a:pt x="3821878" y="541808"/>
                </a:lnTo>
                <a:cubicBezTo>
                  <a:pt x="3821630" y="542306"/>
                  <a:pt x="3821132" y="542556"/>
                  <a:pt x="3820633" y="542556"/>
                </a:cubicBezTo>
                <a:close/>
                <a:moveTo>
                  <a:pt x="3920734" y="574810"/>
                </a:moveTo>
                <a:cubicBezTo>
                  <a:pt x="3920235" y="574809"/>
                  <a:pt x="3919737" y="574477"/>
                  <a:pt x="3919488" y="574062"/>
                </a:cubicBezTo>
                <a:lnTo>
                  <a:pt x="3909352" y="556532"/>
                </a:lnTo>
                <a:cubicBezTo>
                  <a:pt x="3909103" y="556116"/>
                  <a:pt x="3909103" y="555536"/>
                  <a:pt x="3909352" y="555120"/>
                </a:cubicBezTo>
                <a:lnTo>
                  <a:pt x="3919488" y="537590"/>
                </a:lnTo>
                <a:cubicBezTo>
                  <a:pt x="3919737" y="537091"/>
                  <a:pt x="3920235" y="536842"/>
                  <a:pt x="3920734" y="536842"/>
                </a:cubicBezTo>
                <a:lnTo>
                  <a:pt x="3941005" y="536842"/>
                </a:lnTo>
                <a:cubicBezTo>
                  <a:pt x="3941504" y="536843"/>
                  <a:pt x="3942002" y="537175"/>
                  <a:pt x="3942251" y="537590"/>
                </a:cubicBezTo>
                <a:lnTo>
                  <a:pt x="3952387" y="555121"/>
                </a:lnTo>
                <a:cubicBezTo>
                  <a:pt x="3952636" y="555535"/>
                  <a:pt x="3952636" y="556117"/>
                  <a:pt x="3952387" y="556532"/>
                </a:cubicBezTo>
                <a:lnTo>
                  <a:pt x="3942251" y="574062"/>
                </a:lnTo>
                <a:cubicBezTo>
                  <a:pt x="3942002" y="574560"/>
                  <a:pt x="3941504" y="574809"/>
                  <a:pt x="3941005" y="574810"/>
                </a:cubicBezTo>
                <a:close/>
                <a:moveTo>
                  <a:pt x="4041106" y="607063"/>
                </a:moveTo>
                <a:cubicBezTo>
                  <a:pt x="4040607" y="607063"/>
                  <a:pt x="4040109" y="606731"/>
                  <a:pt x="4039860" y="606316"/>
                </a:cubicBezTo>
                <a:lnTo>
                  <a:pt x="4029724" y="588786"/>
                </a:lnTo>
                <a:cubicBezTo>
                  <a:pt x="4029475" y="588370"/>
                  <a:pt x="4029475" y="587789"/>
                  <a:pt x="4029724" y="587374"/>
                </a:cubicBezTo>
                <a:lnTo>
                  <a:pt x="4039860" y="569844"/>
                </a:lnTo>
                <a:cubicBezTo>
                  <a:pt x="4040109" y="569345"/>
                  <a:pt x="4040607" y="569096"/>
                  <a:pt x="4041106" y="569096"/>
                </a:cubicBezTo>
                <a:lnTo>
                  <a:pt x="4061377" y="569096"/>
                </a:lnTo>
                <a:cubicBezTo>
                  <a:pt x="4061876" y="569096"/>
                  <a:pt x="4062374" y="569429"/>
                  <a:pt x="4062623" y="569844"/>
                </a:cubicBezTo>
                <a:lnTo>
                  <a:pt x="4072759" y="587374"/>
                </a:lnTo>
                <a:cubicBezTo>
                  <a:pt x="4073008" y="587789"/>
                  <a:pt x="4073008" y="588370"/>
                  <a:pt x="4072759" y="588786"/>
                </a:cubicBezTo>
                <a:lnTo>
                  <a:pt x="4062623" y="606316"/>
                </a:lnTo>
                <a:cubicBezTo>
                  <a:pt x="4062374" y="606814"/>
                  <a:pt x="4061876" y="607063"/>
                  <a:pt x="4061377" y="607063"/>
                </a:cubicBezTo>
                <a:close/>
                <a:moveTo>
                  <a:pt x="4281851" y="671571"/>
                </a:moveTo>
                <a:cubicBezTo>
                  <a:pt x="4281352" y="671570"/>
                  <a:pt x="4280854" y="671238"/>
                  <a:pt x="4280606" y="670823"/>
                </a:cubicBezTo>
                <a:lnTo>
                  <a:pt x="4270469" y="653294"/>
                </a:lnTo>
                <a:cubicBezTo>
                  <a:pt x="4270221" y="652877"/>
                  <a:pt x="4270220" y="652297"/>
                  <a:pt x="4270469" y="651881"/>
                </a:cubicBezTo>
                <a:lnTo>
                  <a:pt x="4280605" y="634351"/>
                </a:lnTo>
                <a:cubicBezTo>
                  <a:pt x="4280854" y="633852"/>
                  <a:pt x="4281352" y="633603"/>
                  <a:pt x="4281851" y="633603"/>
                </a:cubicBezTo>
                <a:lnTo>
                  <a:pt x="4302123" y="633604"/>
                </a:lnTo>
                <a:cubicBezTo>
                  <a:pt x="4302621" y="633604"/>
                  <a:pt x="4303119" y="633936"/>
                  <a:pt x="4303368" y="634351"/>
                </a:cubicBezTo>
                <a:lnTo>
                  <a:pt x="4313504" y="651882"/>
                </a:lnTo>
                <a:cubicBezTo>
                  <a:pt x="4313753" y="652296"/>
                  <a:pt x="4313753" y="652878"/>
                  <a:pt x="4313504" y="653293"/>
                </a:cubicBezTo>
                <a:lnTo>
                  <a:pt x="4303368" y="670823"/>
                </a:lnTo>
                <a:cubicBezTo>
                  <a:pt x="4303119" y="671321"/>
                  <a:pt x="4302621" y="671570"/>
                  <a:pt x="4302122" y="671571"/>
                </a:cubicBezTo>
                <a:close/>
                <a:moveTo>
                  <a:pt x="3860442" y="558927"/>
                </a:moveTo>
                <a:cubicBezTo>
                  <a:pt x="3859943" y="558928"/>
                  <a:pt x="3859445" y="558595"/>
                  <a:pt x="3859196" y="558180"/>
                </a:cubicBezTo>
                <a:lnTo>
                  <a:pt x="3848977" y="540484"/>
                </a:lnTo>
                <a:cubicBezTo>
                  <a:pt x="3848728" y="540069"/>
                  <a:pt x="3848728" y="539487"/>
                  <a:pt x="3848977" y="539071"/>
                </a:cubicBezTo>
                <a:lnTo>
                  <a:pt x="3859196" y="521376"/>
                </a:lnTo>
                <a:cubicBezTo>
                  <a:pt x="3859445" y="520878"/>
                  <a:pt x="3859943" y="520629"/>
                  <a:pt x="3860442" y="520628"/>
                </a:cubicBezTo>
                <a:lnTo>
                  <a:pt x="3880879" y="520629"/>
                </a:lnTo>
                <a:cubicBezTo>
                  <a:pt x="3881378" y="520628"/>
                  <a:pt x="3881876" y="520961"/>
                  <a:pt x="3882126" y="521376"/>
                </a:cubicBezTo>
                <a:lnTo>
                  <a:pt x="3892344" y="539072"/>
                </a:lnTo>
                <a:cubicBezTo>
                  <a:pt x="3892594" y="539487"/>
                  <a:pt x="3892594" y="540070"/>
                  <a:pt x="3892344" y="540485"/>
                </a:cubicBezTo>
                <a:lnTo>
                  <a:pt x="3882126" y="558180"/>
                </a:lnTo>
                <a:cubicBezTo>
                  <a:pt x="3881876" y="558678"/>
                  <a:pt x="3881378" y="558927"/>
                  <a:pt x="3880879" y="558928"/>
                </a:cubicBezTo>
                <a:close/>
                <a:moveTo>
                  <a:pt x="3980815" y="591181"/>
                </a:moveTo>
                <a:cubicBezTo>
                  <a:pt x="3980316" y="591181"/>
                  <a:pt x="3979818" y="590849"/>
                  <a:pt x="3979569" y="590434"/>
                </a:cubicBezTo>
                <a:lnTo>
                  <a:pt x="3969350" y="572738"/>
                </a:lnTo>
                <a:cubicBezTo>
                  <a:pt x="3969101" y="572323"/>
                  <a:pt x="3969101" y="571741"/>
                  <a:pt x="3969350" y="571325"/>
                </a:cubicBezTo>
                <a:lnTo>
                  <a:pt x="3979569" y="553630"/>
                </a:lnTo>
                <a:cubicBezTo>
                  <a:pt x="3979818" y="553131"/>
                  <a:pt x="3980316" y="552882"/>
                  <a:pt x="3980815" y="552882"/>
                </a:cubicBezTo>
                <a:lnTo>
                  <a:pt x="4001252" y="552882"/>
                </a:lnTo>
                <a:cubicBezTo>
                  <a:pt x="4001751" y="552882"/>
                  <a:pt x="4002249" y="553214"/>
                  <a:pt x="4002499" y="553630"/>
                </a:cubicBezTo>
                <a:lnTo>
                  <a:pt x="4012717" y="571325"/>
                </a:lnTo>
                <a:cubicBezTo>
                  <a:pt x="4012967" y="571741"/>
                  <a:pt x="4012967" y="572323"/>
                  <a:pt x="4012717" y="572738"/>
                </a:cubicBezTo>
                <a:lnTo>
                  <a:pt x="4002499" y="590434"/>
                </a:lnTo>
                <a:cubicBezTo>
                  <a:pt x="4002249" y="590932"/>
                  <a:pt x="4001751" y="591181"/>
                  <a:pt x="4001252" y="591181"/>
                </a:cubicBezTo>
                <a:close/>
                <a:moveTo>
                  <a:pt x="4101188" y="623435"/>
                </a:moveTo>
                <a:cubicBezTo>
                  <a:pt x="4100689" y="623435"/>
                  <a:pt x="4100191" y="623103"/>
                  <a:pt x="4099942" y="622688"/>
                </a:cubicBezTo>
                <a:lnTo>
                  <a:pt x="4089722" y="604992"/>
                </a:lnTo>
                <a:cubicBezTo>
                  <a:pt x="4089474" y="604577"/>
                  <a:pt x="4089473" y="603995"/>
                  <a:pt x="4089723" y="603579"/>
                </a:cubicBezTo>
                <a:lnTo>
                  <a:pt x="4099942" y="585884"/>
                </a:lnTo>
                <a:cubicBezTo>
                  <a:pt x="4100191" y="585385"/>
                  <a:pt x="4100689" y="585136"/>
                  <a:pt x="4101188" y="585136"/>
                </a:cubicBezTo>
                <a:lnTo>
                  <a:pt x="4121624" y="585136"/>
                </a:lnTo>
                <a:cubicBezTo>
                  <a:pt x="4122124" y="585136"/>
                  <a:pt x="4122622" y="585468"/>
                  <a:pt x="4122871" y="585884"/>
                </a:cubicBezTo>
                <a:lnTo>
                  <a:pt x="4133090" y="603579"/>
                </a:lnTo>
                <a:cubicBezTo>
                  <a:pt x="4133340" y="603995"/>
                  <a:pt x="4133339" y="604577"/>
                  <a:pt x="4133090" y="604992"/>
                </a:cubicBezTo>
                <a:lnTo>
                  <a:pt x="4122871" y="622688"/>
                </a:lnTo>
                <a:cubicBezTo>
                  <a:pt x="4122621" y="623186"/>
                  <a:pt x="4122124" y="623435"/>
                  <a:pt x="4121624" y="623435"/>
                </a:cubicBezTo>
                <a:close/>
                <a:moveTo>
                  <a:pt x="4161292" y="639636"/>
                </a:moveTo>
                <a:cubicBezTo>
                  <a:pt x="4160792" y="639636"/>
                  <a:pt x="4160294" y="639304"/>
                  <a:pt x="4160046" y="638888"/>
                </a:cubicBezTo>
                <a:lnTo>
                  <a:pt x="4149744" y="621109"/>
                </a:lnTo>
                <a:cubicBezTo>
                  <a:pt x="4149495" y="620694"/>
                  <a:pt x="4149495" y="620112"/>
                  <a:pt x="4149743" y="619696"/>
                </a:cubicBezTo>
                <a:lnTo>
                  <a:pt x="4160046" y="601918"/>
                </a:lnTo>
                <a:cubicBezTo>
                  <a:pt x="4160295" y="601419"/>
                  <a:pt x="4160793" y="601170"/>
                  <a:pt x="4161292" y="601170"/>
                </a:cubicBezTo>
                <a:lnTo>
                  <a:pt x="4181811" y="601170"/>
                </a:lnTo>
                <a:cubicBezTo>
                  <a:pt x="4182310" y="601170"/>
                  <a:pt x="4182808" y="601502"/>
                  <a:pt x="4183059" y="601918"/>
                </a:cubicBezTo>
                <a:lnTo>
                  <a:pt x="4193360" y="619696"/>
                </a:lnTo>
                <a:cubicBezTo>
                  <a:pt x="4193609" y="620112"/>
                  <a:pt x="4193610" y="620694"/>
                  <a:pt x="4193360" y="621109"/>
                </a:cubicBezTo>
                <a:lnTo>
                  <a:pt x="4183059" y="638888"/>
                </a:lnTo>
                <a:cubicBezTo>
                  <a:pt x="4182809" y="639387"/>
                  <a:pt x="4182311" y="639636"/>
                  <a:pt x="4181812" y="639636"/>
                </a:cubicBezTo>
                <a:close/>
                <a:moveTo>
                  <a:pt x="4221486" y="655868"/>
                </a:moveTo>
                <a:cubicBezTo>
                  <a:pt x="4220988" y="655868"/>
                  <a:pt x="4220489" y="655536"/>
                  <a:pt x="4220241" y="655120"/>
                </a:cubicBezTo>
                <a:lnTo>
                  <a:pt x="4209938" y="637259"/>
                </a:lnTo>
                <a:cubicBezTo>
                  <a:pt x="4209689" y="636760"/>
                  <a:pt x="4209690" y="636178"/>
                  <a:pt x="4209938" y="635763"/>
                </a:cubicBezTo>
                <a:lnTo>
                  <a:pt x="4220241" y="617901"/>
                </a:lnTo>
                <a:cubicBezTo>
                  <a:pt x="4220490" y="617402"/>
                  <a:pt x="4220989" y="617153"/>
                  <a:pt x="4221487" y="617153"/>
                </a:cubicBezTo>
                <a:lnTo>
                  <a:pt x="4242173" y="617153"/>
                </a:lnTo>
                <a:cubicBezTo>
                  <a:pt x="4242671" y="617153"/>
                  <a:pt x="4243170" y="617486"/>
                  <a:pt x="4243419" y="617901"/>
                </a:cubicBezTo>
                <a:lnTo>
                  <a:pt x="4253721" y="635763"/>
                </a:lnTo>
                <a:cubicBezTo>
                  <a:pt x="4253970" y="636261"/>
                  <a:pt x="4253970" y="636843"/>
                  <a:pt x="4253722" y="637259"/>
                </a:cubicBezTo>
                <a:lnTo>
                  <a:pt x="4243419" y="655120"/>
                </a:lnTo>
                <a:cubicBezTo>
                  <a:pt x="4243170" y="655619"/>
                  <a:pt x="4242671" y="655868"/>
                  <a:pt x="4242173" y="655868"/>
                </a:cubicBezTo>
                <a:close/>
                <a:moveTo>
                  <a:pt x="4341859" y="688122"/>
                </a:moveTo>
                <a:cubicBezTo>
                  <a:pt x="4341361" y="688122"/>
                  <a:pt x="4340862" y="687789"/>
                  <a:pt x="4340613" y="687374"/>
                </a:cubicBezTo>
                <a:lnTo>
                  <a:pt x="4330311" y="669513"/>
                </a:lnTo>
                <a:cubicBezTo>
                  <a:pt x="4330062" y="669014"/>
                  <a:pt x="4330062" y="668432"/>
                  <a:pt x="4330311" y="668017"/>
                </a:cubicBezTo>
                <a:lnTo>
                  <a:pt x="4340613" y="650155"/>
                </a:lnTo>
                <a:cubicBezTo>
                  <a:pt x="4340862" y="649656"/>
                  <a:pt x="4341361" y="649407"/>
                  <a:pt x="4341859" y="649407"/>
                </a:cubicBezTo>
                <a:lnTo>
                  <a:pt x="4362546" y="649407"/>
                </a:lnTo>
                <a:cubicBezTo>
                  <a:pt x="4363044" y="649407"/>
                  <a:pt x="4363543" y="649740"/>
                  <a:pt x="4363792" y="650155"/>
                </a:cubicBezTo>
                <a:lnTo>
                  <a:pt x="4374094" y="668017"/>
                </a:lnTo>
                <a:cubicBezTo>
                  <a:pt x="4374343" y="668515"/>
                  <a:pt x="4374343" y="669096"/>
                  <a:pt x="4374094" y="669513"/>
                </a:cubicBezTo>
                <a:lnTo>
                  <a:pt x="4363792" y="687373"/>
                </a:lnTo>
                <a:cubicBezTo>
                  <a:pt x="4363543" y="687873"/>
                  <a:pt x="4363044" y="688122"/>
                  <a:pt x="4362546" y="688121"/>
                </a:cubicBezTo>
                <a:close/>
                <a:moveTo>
                  <a:pt x="4402045" y="704249"/>
                </a:moveTo>
                <a:cubicBezTo>
                  <a:pt x="4401547" y="704249"/>
                  <a:pt x="4401048" y="703916"/>
                  <a:pt x="4400799" y="703501"/>
                </a:cubicBezTo>
                <a:lnTo>
                  <a:pt x="4390497" y="685640"/>
                </a:lnTo>
                <a:cubicBezTo>
                  <a:pt x="4390248" y="685141"/>
                  <a:pt x="4390248" y="684558"/>
                  <a:pt x="4390497" y="684144"/>
                </a:cubicBezTo>
                <a:lnTo>
                  <a:pt x="4400799" y="666281"/>
                </a:lnTo>
                <a:cubicBezTo>
                  <a:pt x="4401048" y="665782"/>
                  <a:pt x="4401547" y="665534"/>
                  <a:pt x="4402045" y="665533"/>
                </a:cubicBezTo>
                <a:lnTo>
                  <a:pt x="4422732" y="665534"/>
                </a:lnTo>
                <a:cubicBezTo>
                  <a:pt x="4423230" y="665533"/>
                  <a:pt x="4423729" y="665866"/>
                  <a:pt x="4423978" y="666282"/>
                </a:cubicBezTo>
                <a:lnTo>
                  <a:pt x="4434280" y="684144"/>
                </a:lnTo>
                <a:cubicBezTo>
                  <a:pt x="4434529" y="684641"/>
                  <a:pt x="4434529" y="685223"/>
                  <a:pt x="4434280" y="685640"/>
                </a:cubicBezTo>
                <a:lnTo>
                  <a:pt x="4423978" y="703500"/>
                </a:lnTo>
                <a:cubicBezTo>
                  <a:pt x="4423729" y="703999"/>
                  <a:pt x="4423230" y="704249"/>
                  <a:pt x="4422732" y="704248"/>
                </a:cubicBezTo>
                <a:close/>
                <a:moveTo>
                  <a:pt x="4461816" y="721112"/>
                </a:moveTo>
                <a:cubicBezTo>
                  <a:pt x="4461235" y="721111"/>
                  <a:pt x="4460736" y="720863"/>
                  <a:pt x="4460487" y="720365"/>
                </a:cubicBezTo>
                <a:lnTo>
                  <a:pt x="4449770" y="701754"/>
                </a:lnTo>
                <a:cubicBezTo>
                  <a:pt x="4449521" y="701339"/>
                  <a:pt x="4449521" y="700757"/>
                  <a:pt x="4449770" y="700258"/>
                </a:cubicBezTo>
                <a:lnTo>
                  <a:pt x="4460488" y="681649"/>
                </a:lnTo>
                <a:cubicBezTo>
                  <a:pt x="4460819" y="681233"/>
                  <a:pt x="4461318" y="680902"/>
                  <a:pt x="4461816" y="680901"/>
                </a:cubicBezTo>
                <a:lnTo>
                  <a:pt x="4483252" y="680901"/>
                </a:lnTo>
                <a:cubicBezTo>
                  <a:pt x="4483832" y="680902"/>
                  <a:pt x="4484332" y="681150"/>
                  <a:pt x="4484581" y="681648"/>
                </a:cubicBezTo>
                <a:lnTo>
                  <a:pt x="4495298" y="700259"/>
                </a:lnTo>
                <a:cubicBezTo>
                  <a:pt x="4495547" y="700674"/>
                  <a:pt x="4495547" y="701256"/>
                  <a:pt x="4495297" y="701755"/>
                </a:cubicBezTo>
                <a:lnTo>
                  <a:pt x="4484580" y="720364"/>
                </a:lnTo>
                <a:cubicBezTo>
                  <a:pt x="4484248" y="720780"/>
                  <a:pt x="4483750" y="721111"/>
                  <a:pt x="4483252" y="721111"/>
                </a:cubicBezTo>
                <a:close/>
                <a:moveTo>
                  <a:pt x="4522002" y="737238"/>
                </a:moveTo>
                <a:cubicBezTo>
                  <a:pt x="4521421" y="737238"/>
                  <a:pt x="4520922" y="736989"/>
                  <a:pt x="4520673" y="736491"/>
                </a:cubicBezTo>
                <a:lnTo>
                  <a:pt x="4509956" y="717881"/>
                </a:lnTo>
                <a:cubicBezTo>
                  <a:pt x="4509707" y="717465"/>
                  <a:pt x="4509707" y="716884"/>
                  <a:pt x="4509956" y="716385"/>
                </a:cubicBezTo>
                <a:lnTo>
                  <a:pt x="4520674" y="697775"/>
                </a:lnTo>
                <a:cubicBezTo>
                  <a:pt x="4521005" y="697360"/>
                  <a:pt x="4521504" y="697028"/>
                  <a:pt x="4522002" y="697028"/>
                </a:cubicBezTo>
                <a:lnTo>
                  <a:pt x="4543438" y="697028"/>
                </a:lnTo>
                <a:cubicBezTo>
                  <a:pt x="4544018" y="697028"/>
                  <a:pt x="4544517" y="697277"/>
                  <a:pt x="4544767" y="697775"/>
                </a:cubicBezTo>
                <a:lnTo>
                  <a:pt x="4555484" y="716385"/>
                </a:lnTo>
                <a:cubicBezTo>
                  <a:pt x="4555732" y="716801"/>
                  <a:pt x="4555733" y="717382"/>
                  <a:pt x="4555483" y="717881"/>
                </a:cubicBezTo>
                <a:lnTo>
                  <a:pt x="4544766" y="736491"/>
                </a:lnTo>
                <a:cubicBezTo>
                  <a:pt x="4544434" y="736906"/>
                  <a:pt x="4543935" y="737238"/>
                  <a:pt x="4543437" y="737238"/>
                </a:cubicBezTo>
                <a:close/>
                <a:moveTo>
                  <a:pt x="2655970" y="237721"/>
                </a:moveTo>
                <a:cubicBezTo>
                  <a:pt x="2655471" y="237721"/>
                  <a:pt x="2654889" y="237471"/>
                  <a:pt x="2654640" y="236973"/>
                </a:cubicBezTo>
                <a:lnTo>
                  <a:pt x="2643757" y="218032"/>
                </a:lnTo>
                <a:cubicBezTo>
                  <a:pt x="2643508" y="217533"/>
                  <a:pt x="2643508" y="216951"/>
                  <a:pt x="2643756" y="216453"/>
                </a:cubicBezTo>
                <a:lnTo>
                  <a:pt x="2654723" y="197510"/>
                </a:lnTo>
                <a:cubicBezTo>
                  <a:pt x="2654973" y="197095"/>
                  <a:pt x="2655471" y="196763"/>
                  <a:pt x="2656053" y="196763"/>
                </a:cubicBezTo>
                <a:lnTo>
                  <a:pt x="2677903" y="196764"/>
                </a:lnTo>
                <a:cubicBezTo>
                  <a:pt x="2678401" y="196763"/>
                  <a:pt x="2678982" y="197012"/>
                  <a:pt x="2679232" y="197510"/>
                </a:cubicBezTo>
                <a:lnTo>
                  <a:pt x="2690115" y="216453"/>
                </a:lnTo>
                <a:cubicBezTo>
                  <a:pt x="2690364" y="216952"/>
                  <a:pt x="2690364" y="217533"/>
                  <a:pt x="2690115" y="218031"/>
                </a:cubicBezTo>
                <a:lnTo>
                  <a:pt x="2679148" y="236973"/>
                </a:lnTo>
                <a:cubicBezTo>
                  <a:pt x="2678898" y="237389"/>
                  <a:pt x="2678401" y="237722"/>
                  <a:pt x="2677819" y="237721"/>
                </a:cubicBezTo>
                <a:close/>
                <a:moveTo>
                  <a:pt x="2355039" y="157170"/>
                </a:moveTo>
                <a:cubicBezTo>
                  <a:pt x="2354540" y="157170"/>
                  <a:pt x="2353959" y="156921"/>
                  <a:pt x="2353711" y="156422"/>
                </a:cubicBezTo>
                <a:lnTo>
                  <a:pt x="2342743" y="137397"/>
                </a:lnTo>
                <a:cubicBezTo>
                  <a:pt x="2342494" y="136899"/>
                  <a:pt x="2342494" y="136317"/>
                  <a:pt x="2342743" y="135819"/>
                </a:cubicBezTo>
                <a:lnTo>
                  <a:pt x="2353710" y="116793"/>
                </a:lnTo>
                <a:cubicBezTo>
                  <a:pt x="2353959" y="116378"/>
                  <a:pt x="2354458" y="116046"/>
                  <a:pt x="2355039" y="116047"/>
                </a:cubicBezTo>
                <a:lnTo>
                  <a:pt x="2376972" y="116046"/>
                </a:lnTo>
                <a:cubicBezTo>
                  <a:pt x="2377470" y="116047"/>
                  <a:pt x="2378052" y="116295"/>
                  <a:pt x="2378301" y="116793"/>
                </a:cubicBezTo>
                <a:lnTo>
                  <a:pt x="2389268" y="135819"/>
                </a:lnTo>
                <a:cubicBezTo>
                  <a:pt x="2389517" y="136317"/>
                  <a:pt x="2389518" y="136899"/>
                  <a:pt x="2389267" y="137397"/>
                </a:cubicBezTo>
                <a:lnTo>
                  <a:pt x="2378301" y="156422"/>
                </a:lnTo>
                <a:cubicBezTo>
                  <a:pt x="2378052" y="156838"/>
                  <a:pt x="2377553" y="157170"/>
                  <a:pt x="2376973" y="157171"/>
                </a:cubicBezTo>
                <a:close/>
                <a:moveTo>
                  <a:pt x="2415142" y="173379"/>
                </a:moveTo>
                <a:cubicBezTo>
                  <a:pt x="2414644" y="173379"/>
                  <a:pt x="2414061" y="173130"/>
                  <a:pt x="2413813" y="172632"/>
                </a:cubicBezTo>
                <a:lnTo>
                  <a:pt x="2402764" y="153524"/>
                </a:lnTo>
                <a:cubicBezTo>
                  <a:pt x="2402514" y="153025"/>
                  <a:pt x="2402514" y="152443"/>
                  <a:pt x="2402763" y="151945"/>
                </a:cubicBezTo>
                <a:lnTo>
                  <a:pt x="2413813" y="132836"/>
                </a:lnTo>
                <a:cubicBezTo>
                  <a:pt x="2414061" y="132421"/>
                  <a:pt x="2414560" y="132089"/>
                  <a:pt x="2415141" y="132089"/>
                </a:cubicBezTo>
                <a:lnTo>
                  <a:pt x="2437241" y="132089"/>
                </a:lnTo>
                <a:cubicBezTo>
                  <a:pt x="2437739" y="132089"/>
                  <a:pt x="2438322" y="132338"/>
                  <a:pt x="2438570" y="132836"/>
                </a:cubicBezTo>
                <a:lnTo>
                  <a:pt x="2449620" y="151945"/>
                </a:lnTo>
                <a:cubicBezTo>
                  <a:pt x="2449868" y="152443"/>
                  <a:pt x="2449868" y="153025"/>
                  <a:pt x="2449620" y="153524"/>
                </a:cubicBezTo>
                <a:lnTo>
                  <a:pt x="2438570" y="172632"/>
                </a:lnTo>
                <a:cubicBezTo>
                  <a:pt x="2438321" y="173047"/>
                  <a:pt x="2437822" y="173379"/>
                  <a:pt x="2437242" y="173379"/>
                </a:cubicBezTo>
                <a:close/>
                <a:moveTo>
                  <a:pt x="2294686" y="141208"/>
                </a:moveTo>
                <a:cubicBezTo>
                  <a:pt x="2294188" y="141208"/>
                  <a:pt x="2293607" y="140959"/>
                  <a:pt x="2293357" y="140461"/>
                </a:cubicBezTo>
                <a:lnTo>
                  <a:pt x="2282308" y="121270"/>
                </a:lnTo>
                <a:cubicBezTo>
                  <a:pt x="2282059" y="120771"/>
                  <a:pt x="2282059" y="120190"/>
                  <a:pt x="2282308" y="119691"/>
                </a:cubicBezTo>
                <a:lnTo>
                  <a:pt x="2293441" y="100500"/>
                </a:lnTo>
                <a:cubicBezTo>
                  <a:pt x="2293690" y="100084"/>
                  <a:pt x="2294188" y="99752"/>
                  <a:pt x="2294769" y="99752"/>
                </a:cubicBezTo>
                <a:lnTo>
                  <a:pt x="2316952" y="99753"/>
                </a:lnTo>
                <a:cubicBezTo>
                  <a:pt x="2317451" y="99752"/>
                  <a:pt x="2318032" y="100001"/>
                  <a:pt x="2318280" y="100500"/>
                </a:cubicBezTo>
                <a:lnTo>
                  <a:pt x="2329331" y="119691"/>
                </a:lnTo>
                <a:cubicBezTo>
                  <a:pt x="2329580" y="120190"/>
                  <a:pt x="2329579" y="120771"/>
                  <a:pt x="2329331" y="121270"/>
                </a:cubicBezTo>
                <a:lnTo>
                  <a:pt x="2318198" y="140461"/>
                </a:lnTo>
                <a:cubicBezTo>
                  <a:pt x="2317949" y="140876"/>
                  <a:pt x="2317451" y="141208"/>
                  <a:pt x="2316869" y="141209"/>
                </a:cubicBezTo>
                <a:close/>
                <a:moveTo>
                  <a:pt x="2475182" y="189852"/>
                </a:moveTo>
                <a:cubicBezTo>
                  <a:pt x="2474601" y="189852"/>
                  <a:pt x="2474019" y="189519"/>
                  <a:pt x="2473770" y="189022"/>
                </a:cubicBezTo>
                <a:lnTo>
                  <a:pt x="2462554" y="169581"/>
                </a:lnTo>
                <a:cubicBezTo>
                  <a:pt x="2462305" y="169082"/>
                  <a:pt x="2462305" y="168500"/>
                  <a:pt x="2462554" y="168002"/>
                </a:cubicBezTo>
                <a:lnTo>
                  <a:pt x="2473769" y="148562"/>
                </a:lnTo>
                <a:cubicBezTo>
                  <a:pt x="2474102" y="148064"/>
                  <a:pt x="2474600" y="147731"/>
                  <a:pt x="2475182" y="147730"/>
                </a:cubicBezTo>
                <a:lnTo>
                  <a:pt x="2497696" y="147730"/>
                </a:lnTo>
                <a:cubicBezTo>
                  <a:pt x="2498278" y="147731"/>
                  <a:pt x="2498859" y="148063"/>
                  <a:pt x="2499109" y="148562"/>
                </a:cubicBezTo>
                <a:lnTo>
                  <a:pt x="2510325" y="168002"/>
                </a:lnTo>
                <a:cubicBezTo>
                  <a:pt x="2510574" y="168501"/>
                  <a:pt x="2510575" y="169082"/>
                  <a:pt x="2510325" y="169580"/>
                </a:cubicBezTo>
                <a:lnTo>
                  <a:pt x="2499110" y="189022"/>
                </a:lnTo>
                <a:cubicBezTo>
                  <a:pt x="2498776" y="189519"/>
                  <a:pt x="2498279" y="189851"/>
                  <a:pt x="2497697" y="189852"/>
                </a:cubicBezTo>
                <a:close/>
                <a:moveTo>
                  <a:pt x="2595309" y="222500"/>
                </a:moveTo>
                <a:cubicBezTo>
                  <a:pt x="2594727" y="222500"/>
                  <a:pt x="2594229" y="222168"/>
                  <a:pt x="2593896" y="221669"/>
                </a:cubicBezTo>
                <a:lnTo>
                  <a:pt x="2582431" y="201813"/>
                </a:lnTo>
                <a:cubicBezTo>
                  <a:pt x="2582099" y="201398"/>
                  <a:pt x="2582099" y="200733"/>
                  <a:pt x="2582431" y="200235"/>
                </a:cubicBezTo>
                <a:lnTo>
                  <a:pt x="2593896" y="180379"/>
                </a:lnTo>
                <a:cubicBezTo>
                  <a:pt x="2594229" y="179881"/>
                  <a:pt x="2594727" y="179548"/>
                  <a:pt x="2595309" y="179548"/>
                </a:cubicBezTo>
                <a:lnTo>
                  <a:pt x="2618155" y="179548"/>
                </a:lnTo>
                <a:cubicBezTo>
                  <a:pt x="2618737" y="179548"/>
                  <a:pt x="2619235" y="179881"/>
                  <a:pt x="2619568" y="180379"/>
                </a:cubicBezTo>
                <a:lnTo>
                  <a:pt x="2631033" y="200234"/>
                </a:lnTo>
                <a:cubicBezTo>
                  <a:pt x="2631365" y="200650"/>
                  <a:pt x="2631365" y="201315"/>
                  <a:pt x="2631033" y="201813"/>
                </a:cubicBezTo>
                <a:lnTo>
                  <a:pt x="2619568" y="221669"/>
                </a:lnTo>
                <a:cubicBezTo>
                  <a:pt x="2619235" y="222168"/>
                  <a:pt x="2618737" y="222500"/>
                  <a:pt x="2618155" y="222500"/>
                </a:cubicBezTo>
                <a:close/>
                <a:moveTo>
                  <a:pt x="2535130" y="206479"/>
                </a:moveTo>
                <a:cubicBezTo>
                  <a:pt x="2534549" y="206479"/>
                  <a:pt x="2534050" y="206147"/>
                  <a:pt x="2533718" y="205649"/>
                </a:cubicBezTo>
                <a:lnTo>
                  <a:pt x="2522253" y="185709"/>
                </a:lnTo>
                <a:cubicBezTo>
                  <a:pt x="2521921" y="185211"/>
                  <a:pt x="2521921" y="184546"/>
                  <a:pt x="2522253" y="184048"/>
                </a:cubicBezTo>
                <a:lnTo>
                  <a:pt x="2533718" y="164109"/>
                </a:lnTo>
                <a:cubicBezTo>
                  <a:pt x="2534050" y="163611"/>
                  <a:pt x="2534549" y="163278"/>
                  <a:pt x="2535130" y="163278"/>
                </a:cubicBezTo>
                <a:lnTo>
                  <a:pt x="2558143" y="163278"/>
                </a:lnTo>
                <a:cubicBezTo>
                  <a:pt x="2558725" y="163278"/>
                  <a:pt x="2559223" y="163611"/>
                  <a:pt x="2559556" y="164109"/>
                </a:cubicBezTo>
                <a:lnTo>
                  <a:pt x="2571021" y="184048"/>
                </a:lnTo>
                <a:cubicBezTo>
                  <a:pt x="2571353" y="184546"/>
                  <a:pt x="2571353" y="185211"/>
                  <a:pt x="2571021" y="185709"/>
                </a:cubicBezTo>
                <a:lnTo>
                  <a:pt x="2559556" y="205649"/>
                </a:lnTo>
                <a:cubicBezTo>
                  <a:pt x="2559223" y="206147"/>
                  <a:pt x="2558725" y="206479"/>
                  <a:pt x="2558143" y="206479"/>
                </a:cubicBezTo>
                <a:close/>
                <a:moveTo>
                  <a:pt x="2043963" y="121564"/>
                </a:moveTo>
                <a:cubicBezTo>
                  <a:pt x="2043547" y="121564"/>
                  <a:pt x="2043049" y="121065"/>
                  <a:pt x="2043049" y="121065"/>
                </a:cubicBezTo>
                <a:lnTo>
                  <a:pt x="2035904" y="108603"/>
                </a:lnTo>
                <a:cubicBezTo>
                  <a:pt x="2035738" y="108271"/>
                  <a:pt x="2035904" y="107606"/>
                  <a:pt x="2035904" y="107606"/>
                </a:cubicBezTo>
                <a:lnTo>
                  <a:pt x="2043049" y="95144"/>
                </a:lnTo>
                <a:cubicBezTo>
                  <a:pt x="2043298" y="94812"/>
                  <a:pt x="2043963" y="94646"/>
                  <a:pt x="2043963" y="94646"/>
                </a:cubicBezTo>
                <a:lnTo>
                  <a:pt x="2058335" y="94646"/>
                </a:lnTo>
                <a:cubicBezTo>
                  <a:pt x="2058750" y="94646"/>
                  <a:pt x="2059249" y="95144"/>
                  <a:pt x="2059249" y="95144"/>
                </a:cubicBezTo>
                <a:lnTo>
                  <a:pt x="2066394" y="107606"/>
                </a:lnTo>
                <a:cubicBezTo>
                  <a:pt x="2066560" y="107938"/>
                  <a:pt x="2066394" y="108603"/>
                  <a:pt x="2066394" y="108603"/>
                </a:cubicBezTo>
                <a:lnTo>
                  <a:pt x="2059249" y="121065"/>
                </a:lnTo>
                <a:cubicBezTo>
                  <a:pt x="2059000" y="121397"/>
                  <a:pt x="2058335" y="121564"/>
                  <a:pt x="2058335" y="121564"/>
                </a:cubicBezTo>
                <a:close/>
                <a:moveTo>
                  <a:pt x="2103070" y="139591"/>
                </a:moveTo>
                <a:cubicBezTo>
                  <a:pt x="2102654" y="139591"/>
                  <a:pt x="2102073" y="139010"/>
                  <a:pt x="2102073" y="139010"/>
                </a:cubicBezTo>
                <a:lnTo>
                  <a:pt x="2093931" y="124803"/>
                </a:lnTo>
                <a:cubicBezTo>
                  <a:pt x="2093682" y="124471"/>
                  <a:pt x="2093931" y="123640"/>
                  <a:pt x="2093931" y="123640"/>
                </a:cubicBezTo>
                <a:lnTo>
                  <a:pt x="2102156" y="109433"/>
                </a:lnTo>
                <a:cubicBezTo>
                  <a:pt x="2102322" y="109101"/>
                  <a:pt x="2103153" y="108852"/>
                  <a:pt x="2103153" y="108852"/>
                </a:cubicBezTo>
                <a:lnTo>
                  <a:pt x="2119519" y="108852"/>
                </a:lnTo>
                <a:cubicBezTo>
                  <a:pt x="2119934" y="108852"/>
                  <a:pt x="2120516" y="109433"/>
                  <a:pt x="2120516" y="109433"/>
                </a:cubicBezTo>
                <a:lnTo>
                  <a:pt x="2128658" y="123640"/>
                </a:lnTo>
                <a:cubicBezTo>
                  <a:pt x="2128907" y="123972"/>
                  <a:pt x="2128658" y="124803"/>
                  <a:pt x="2128658" y="124803"/>
                </a:cubicBezTo>
                <a:lnTo>
                  <a:pt x="2120433" y="139010"/>
                </a:lnTo>
                <a:cubicBezTo>
                  <a:pt x="2120267" y="139342"/>
                  <a:pt x="2119436" y="139591"/>
                  <a:pt x="2119436" y="139591"/>
                </a:cubicBezTo>
                <a:close/>
                <a:moveTo>
                  <a:pt x="2163170" y="155979"/>
                </a:moveTo>
                <a:cubicBezTo>
                  <a:pt x="2162756" y="155979"/>
                  <a:pt x="2162175" y="155397"/>
                  <a:pt x="2162175" y="155397"/>
                </a:cubicBezTo>
                <a:lnTo>
                  <a:pt x="2153867" y="140942"/>
                </a:lnTo>
                <a:cubicBezTo>
                  <a:pt x="2153617" y="140609"/>
                  <a:pt x="2153866" y="139778"/>
                  <a:pt x="2153866" y="139778"/>
                </a:cubicBezTo>
                <a:lnTo>
                  <a:pt x="2162174" y="125323"/>
                </a:lnTo>
                <a:cubicBezTo>
                  <a:pt x="2162341" y="124990"/>
                  <a:pt x="2163170" y="124741"/>
                  <a:pt x="2163170" y="124741"/>
                </a:cubicBezTo>
                <a:lnTo>
                  <a:pt x="2179869" y="124741"/>
                </a:lnTo>
                <a:cubicBezTo>
                  <a:pt x="2180286" y="124741"/>
                  <a:pt x="2180867" y="125323"/>
                  <a:pt x="2180867" y="125323"/>
                </a:cubicBezTo>
                <a:lnTo>
                  <a:pt x="2189175" y="139778"/>
                </a:lnTo>
                <a:cubicBezTo>
                  <a:pt x="2189425" y="140110"/>
                  <a:pt x="2189174" y="140942"/>
                  <a:pt x="2189174" y="140942"/>
                </a:cubicBezTo>
                <a:lnTo>
                  <a:pt x="2180867" y="155397"/>
                </a:lnTo>
                <a:cubicBezTo>
                  <a:pt x="2180700" y="155729"/>
                  <a:pt x="2179869" y="155979"/>
                  <a:pt x="2179869" y="155979"/>
                </a:cubicBezTo>
                <a:close/>
                <a:moveTo>
                  <a:pt x="3666561" y="561462"/>
                </a:moveTo>
                <a:cubicBezTo>
                  <a:pt x="3666063" y="561463"/>
                  <a:pt x="3665398" y="560798"/>
                  <a:pt x="3665398" y="560798"/>
                </a:cubicBezTo>
                <a:lnTo>
                  <a:pt x="3655844" y="544265"/>
                </a:lnTo>
                <a:cubicBezTo>
                  <a:pt x="3655595" y="543850"/>
                  <a:pt x="3655844" y="542935"/>
                  <a:pt x="3655844" y="542935"/>
                </a:cubicBezTo>
                <a:lnTo>
                  <a:pt x="3665398" y="526403"/>
                </a:lnTo>
                <a:cubicBezTo>
                  <a:pt x="3665647" y="525988"/>
                  <a:pt x="3666063" y="525739"/>
                  <a:pt x="3666561" y="525739"/>
                </a:cubicBezTo>
                <a:lnTo>
                  <a:pt x="3685669" y="525739"/>
                </a:lnTo>
                <a:cubicBezTo>
                  <a:pt x="3686168" y="525738"/>
                  <a:pt x="3686832" y="526402"/>
                  <a:pt x="3686832" y="526402"/>
                </a:cubicBezTo>
                <a:lnTo>
                  <a:pt x="3696386" y="542935"/>
                </a:lnTo>
                <a:cubicBezTo>
                  <a:pt x="3696636" y="543351"/>
                  <a:pt x="3696386" y="544265"/>
                  <a:pt x="3696386" y="544265"/>
                </a:cubicBezTo>
                <a:lnTo>
                  <a:pt x="3686832" y="560797"/>
                </a:lnTo>
                <a:cubicBezTo>
                  <a:pt x="3686583" y="561213"/>
                  <a:pt x="3686168" y="561463"/>
                  <a:pt x="3685669" y="561462"/>
                </a:cubicBezTo>
                <a:close/>
                <a:moveTo>
                  <a:pt x="2703177" y="304180"/>
                </a:moveTo>
                <a:cubicBezTo>
                  <a:pt x="2702678" y="304181"/>
                  <a:pt x="2702180" y="303931"/>
                  <a:pt x="2701931" y="303517"/>
                </a:cubicBezTo>
                <a:lnTo>
                  <a:pt x="2691961" y="286236"/>
                </a:lnTo>
                <a:cubicBezTo>
                  <a:pt x="2691712" y="285820"/>
                  <a:pt x="2691712" y="285240"/>
                  <a:pt x="2691961" y="284823"/>
                </a:cubicBezTo>
                <a:lnTo>
                  <a:pt x="2701931" y="267543"/>
                </a:lnTo>
                <a:cubicBezTo>
                  <a:pt x="2702180" y="267127"/>
                  <a:pt x="2702678" y="266879"/>
                  <a:pt x="2703177" y="266878"/>
                </a:cubicBezTo>
                <a:lnTo>
                  <a:pt x="2723116" y="266878"/>
                </a:lnTo>
                <a:cubicBezTo>
                  <a:pt x="2723614" y="266878"/>
                  <a:pt x="2724113" y="267127"/>
                  <a:pt x="2724362" y="267543"/>
                </a:cubicBezTo>
                <a:lnTo>
                  <a:pt x="2734331" y="284823"/>
                </a:lnTo>
                <a:cubicBezTo>
                  <a:pt x="2734581" y="285239"/>
                  <a:pt x="2734581" y="285821"/>
                  <a:pt x="2734331" y="286236"/>
                </a:cubicBezTo>
                <a:lnTo>
                  <a:pt x="2724362" y="303516"/>
                </a:lnTo>
                <a:cubicBezTo>
                  <a:pt x="2724113" y="303931"/>
                  <a:pt x="2723614" y="304180"/>
                  <a:pt x="2723116" y="304180"/>
                </a:cubicBezTo>
                <a:close/>
                <a:moveTo>
                  <a:pt x="4267958" y="723648"/>
                </a:moveTo>
                <a:cubicBezTo>
                  <a:pt x="4267459" y="723649"/>
                  <a:pt x="4266961" y="723316"/>
                  <a:pt x="4266712" y="722900"/>
                </a:cubicBezTo>
                <a:lnTo>
                  <a:pt x="4256659" y="705454"/>
                </a:lnTo>
                <a:cubicBezTo>
                  <a:pt x="4256410" y="705038"/>
                  <a:pt x="4256410" y="704458"/>
                  <a:pt x="4256659" y="704041"/>
                </a:cubicBezTo>
                <a:lnTo>
                  <a:pt x="4266712" y="686595"/>
                </a:lnTo>
                <a:cubicBezTo>
                  <a:pt x="4266961" y="686096"/>
                  <a:pt x="4267459" y="685848"/>
                  <a:pt x="4267958" y="685847"/>
                </a:cubicBezTo>
                <a:lnTo>
                  <a:pt x="4288063" y="685847"/>
                </a:lnTo>
                <a:cubicBezTo>
                  <a:pt x="4288561" y="685847"/>
                  <a:pt x="4289060" y="686180"/>
                  <a:pt x="4289309" y="686595"/>
                </a:cubicBezTo>
                <a:lnTo>
                  <a:pt x="4299362" y="704042"/>
                </a:lnTo>
                <a:cubicBezTo>
                  <a:pt x="4299611" y="704457"/>
                  <a:pt x="4299611" y="705039"/>
                  <a:pt x="4299362" y="705454"/>
                </a:cubicBezTo>
                <a:lnTo>
                  <a:pt x="4289309" y="722900"/>
                </a:lnTo>
                <a:cubicBezTo>
                  <a:pt x="4289060" y="723399"/>
                  <a:pt x="4288561" y="723648"/>
                  <a:pt x="4288063" y="723648"/>
                </a:cubicBezTo>
                <a:close/>
                <a:moveTo>
                  <a:pt x="3726198" y="578590"/>
                </a:moveTo>
                <a:cubicBezTo>
                  <a:pt x="3725699" y="578590"/>
                  <a:pt x="3725201" y="578257"/>
                  <a:pt x="3724952" y="577842"/>
                </a:cubicBezTo>
                <a:lnTo>
                  <a:pt x="3714816" y="560313"/>
                </a:lnTo>
                <a:cubicBezTo>
                  <a:pt x="3714567" y="559897"/>
                  <a:pt x="3714567" y="559316"/>
                  <a:pt x="3714816" y="558901"/>
                </a:cubicBezTo>
                <a:lnTo>
                  <a:pt x="3724952" y="541371"/>
                </a:lnTo>
                <a:cubicBezTo>
                  <a:pt x="3725201" y="540872"/>
                  <a:pt x="3725699" y="540622"/>
                  <a:pt x="3726198" y="540623"/>
                </a:cubicBezTo>
                <a:lnTo>
                  <a:pt x="3746469" y="540623"/>
                </a:lnTo>
                <a:cubicBezTo>
                  <a:pt x="3746968" y="540623"/>
                  <a:pt x="3747466" y="540955"/>
                  <a:pt x="3747715" y="541371"/>
                </a:cubicBezTo>
                <a:lnTo>
                  <a:pt x="3757851" y="558901"/>
                </a:lnTo>
                <a:cubicBezTo>
                  <a:pt x="3758100" y="559315"/>
                  <a:pt x="3758100" y="559897"/>
                  <a:pt x="3757851" y="560312"/>
                </a:cubicBezTo>
                <a:lnTo>
                  <a:pt x="3747715" y="577842"/>
                </a:lnTo>
                <a:cubicBezTo>
                  <a:pt x="3747466" y="578340"/>
                  <a:pt x="3746968" y="578589"/>
                  <a:pt x="3746469" y="578590"/>
                </a:cubicBezTo>
                <a:close/>
                <a:moveTo>
                  <a:pt x="3966943" y="643097"/>
                </a:moveTo>
                <a:cubicBezTo>
                  <a:pt x="3966444" y="643097"/>
                  <a:pt x="3965946" y="642765"/>
                  <a:pt x="3965698" y="642350"/>
                </a:cubicBezTo>
                <a:lnTo>
                  <a:pt x="3955562" y="624820"/>
                </a:lnTo>
                <a:cubicBezTo>
                  <a:pt x="3955313" y="624404"/>
                  <a:pt x="3955313" y="623823"/>
                  <a:pt x="3955562" y="623408"/>
                </a:cubicBezTo>
                <a:lnTo>
                  <a:pt x="3965697" y="605878"/>
                </a:lnTo>
                <a:cubicBezTo>
                  <a:pt x="3965947" y="605379"/>
                  <a:pt x="3966445" y="605130"/>
                  <a:pt x="3966944" y="605130"/>
                </a:cubicBezTo>
                <a:lnTo>
                  <a:pt x="3987215" y="605130"/>
                </a:lnTo>
                <a:cubicBezTo>
                  <a:pt x="3987714" y="605130"/>
                  <a:pt x="3988212" y="605463"/>
                  <a:pt x="3988461" y="605878"/>
                </a:cubicBezTo>
                <a:lnTo>
                  <a:pt x="3998596" y="623408"/>
                </a:lnTo>
                <a:cubicBezTo>
                  <a:pt x="3998846" y="623823"/>
                  <a:pt x="3998846" y="624404"/>
                  <a:pt x="3998596" y="624820"/>
                </a:cubicBezTo>
                <a:lnTo>
                  <a:pt x="3988461" y="642350"/>
                </a:lnTo>
                <a:cubicBezTo>
                  <a:pt x="3988212" y="642848"/>
                  <a:pt x="3987714" y="643097"/>
                  <a:pt x="3987215" y="643097"/>
                </a:cubicBezTo>
                <a:close/>
                <a:moveTo>
                  <a:pt x="4087316" y="675351"/>
                </a:moveTo>
                <a:cubicBezTo>
                  <a:pt x="4086817" y="675351"/>
                  <a:pt x="4086319" y="675019"/>
                  <a:pt x="4086071" y="674604"/>
                </a:cubicBezTo>
                <a:lnTo>
                  <a:pt x="4075934" y="657074"/>
                </a:lnTo>
                <a:cubicBezTo>
                  <a:pt x="4075685" y="656658"/>
                  <a:pt x="4075685" y="656077"/>
                  <a:pt x="4075934" y="655662"/>
                </a:cubicBezTo>
                <a:lnTo>
                  <a:pt x="4086070" y="638132"/>
                </a:lnTo>
                <a:cubicBezTo>
                  <a:pt x="4086319" y="637633"/>
                  <a:pt x="4086817" y="637384"/>
                  <a:pt x="4087316" y="637384"/>
                </a:cubicBezTo>
                <a:lnTo>
                  <a:pt x="4107587" y="637384"/>
                </a:lnTo>
                <a:cubicBezTo>
                  <a:pt x="4108086" y="637384"/>
                  <a:pt x="4108584" y="637717"/>
                  <a:pt x="4108833" y="638132"/>
                </a:cubicBezTo>
                <a:lnTo>
                  <a:pt x="4118969" y="655662"/>
                </a:lnTo>
                <a:cubicBezTo>
                  <a:pt x="4119218" y="656077"/>
                  <a:pt x="4119218" y="656658"/>
                  <a:pt x="4118969" y="657074"/>
                </a:cubicBezTo>
                <a:lnTo>
                  <a:pt x="4108833" y="674604"/>
                </a:lnTo>
                <a:cubicBezTo>
                  <a:pt x="4108584" y="675102"/>
                  <a:pt x="4108086" y="675351"/>
                  <a:pt x="4107587" y="675351"/>
                </a:cubicBezTo>
                <a:close/>
                <a:moveTo>
                  <a:pt x="4147397" y="691723"/>
                </a:moveTo>
                <a:cubicBezTo>
                  <a:pt x="4146898" y="691724"/>
                  <a:pt x="4146400" y="691392"/>
                  <a:pt x="4146151" y="690976"/>
                </a:cubicBezTo>
                <a:lnTo>
                  <a:pt x="4135932" y="673281"/>
                </a:lnTo>
                <a:cubicBezTo>
                  <a:pt x="4135683" y="672866"/>
                  <a:pt x="4135683" y="672284"/>
                  <a:pt x="4135932" y="671868"/>
                </a:cubicBezTo>
                <a:lnTo>
                  <a:pt x="4146151" y="654172"/>
                </a:lnTo>
                <a:cubicBezTo>
                  <a:pt x="4146400" y="653674"/>
                  <a:pt x="4146898" y="653425"/>
                  <a:pt x="4147397" y="653424"/>
                </a:cubicBezTo>
                <a:lnTo>
                  <a:pt x="4167834" y="653425"/>
                </a:lnTo>
                <a:cubicBezTo>
                  <a:pt x="4168333" y="653425"/>
                  <a:pt x="4168831" y="653757"/>
                  <a:pt x="4169081" y="654173"/>
                </a:cubicBezTo>
                <a:lnTo>
                  <a:pt x="4179299" y="671868"/>
                </a:lnTo>
                <a:cubicBezTo>
                  <a:pt x="4179549" y="672284"/>
                  <a:pt x="4179549" y="672866"/>
                  <a:pt x="4179299" y="673281"/>
                </a:cubicBezTo>
                <a:lnTo>
                  <a:pt x="4169080" y="690977"/>
                </a:lnTo>
                <a:cubicBezTo>
                  <a:pt x="4168831" y="691474"/>
                  <a:pt x="4168333" y="691724"/>
                  <a:pt x="4167834" y="691724"/>
                </a:cubicBezTo>
                <a:close/>
                <a:moveTo>
                  <a:pt x="3786198" y="595036"/>
                </a:moveTo>
                <a:cubicBezTo>
                  <a:pt x="3785699" y="595036"/>
                  <a:pt x="3785201" y="594704"/>
                  <a:pt x="3784952" y="594288"/>
                </a:cubicBezTo>
                <a:lnTo>
                  <a:pt x="3774650" y="576509"/>
                </a:lnTo>
                <a:cubicBezTo>
                  <a:pt x="3774401" y="576094"/>
                  <a:pt x="3774401" y="575512"/>
                  <a:pt x="3774650" y="575096"/>
                </a:cubicBezTo>
                <a:lnTo>
                  <a:pt x="3784952" y="557318"/>
                </a:lnTo>
                <a:cubicBezTo>
                  <a:pt x="3785201" y="556819"/>
                  <a:pt x="3785699" y="556570"/>
                  <a:pt x="3786198" y="556570"/>
                </a:cubicBezTo>
                <a:lnTo>
                  <a:pt x="3806718" y="556570"/>
                </a:lnTo>
                <a:cubicBezTo>
                  <a:pt x="3807217" y="556570"/>
                  <a:pt x="3807715" y="556902"/>
                  <a:pt x="3807965" y="557318"/>
                </a:cubicBezTo>
                <a:lnTo>
                  <a:pt x="3818266" y="575096"/>
                </a:lnTo>
                <a:cubicBezTo>
                  <a:pt x="3818516" y="575512"/>
                  <a:pt x="3818516" y="576094"/>
                  <a:pt x="3818266" y="576509"/>
                </a:cubicBezTo>
                <a:lnTo>
                  <a:pt x="3807965" y="594288"/>
                </a:lnTo>
                <a:cubicBezTo>
                  <a:pt x="3807715" y="594787"/>
                  <a:pt x="3807217" y="595036"/>
                  <a:pt x="3806718" y="595036"/>
                </a:cubicBezTo>
                <a:close/>
                <a:moveTo>
                  <a:pt x="3906571" y="627290"/>
                </a:moveTo>
                <a:cubicBezTo>
                  <a:pt x="3906072" y="627290"/>
                  <a:pt x="3905574" y="626958"/>
                  <a:pt x="3905325" y="626542"/>
                </a:cubicBezTo>
                <a:lnTo>
                  <a:pt x="3895023" y="608763"/>
                </a:lnTo>
                <a:cubicBezTo>
                  <a:pt x="3894774" y="608348"/>
                  <a:pt x="3894774" y="607766"/>
                  <a:pt x="3895022" y="607350"/>
                </a:cubicBezTo>
                <a:lnTo>
                  <a:pt x="3905325" y="589572"/>
                </a:lnTo>
                <a:cubicBezTo>
                  <a:pt x="3905574" y="589073"/>
                  <a:pt x="3906072" y="588824"/>
                  <a:pt x="3906571" y="588824"/>
                </a:cubicBezTo>
                <a:lnTo>
                  <a:pt x="3927090" y="588824"/>
                </a:lnTo>
                <a:cubicBezTo>
                  <a:pt x="3927590" y="588823"/>
                  <a:pt x="3928088" y="589156"/>
                  <a:pt x="3928338" y="589572"/>
                </a:cubicBezTo>
                <a:lnTo>
                  <a:pt x="3938639" y="607349"/>
                </a:lnTo>
                <a:cubicBezTo>
                  <a:pt x="3938888" y="607766"/>
                  <a:pt x="3938889" y="608348"/>
                  <a:pt x="3938639" y="608763"/>
                </a:cubicBezTo>
                <a:lnTo>
                  <a:pt x="3928338" y="626542"/>
                </a:lnTo>
                <a:cubicBezTo>
                  <a:pt x="3928088" y="627041"/>
                  <a:pt x="3927590" y="627290"/>
                  <a:pt x="3927091" y="627290"/>
                </a:cubicBezTo>
                <a:close/>
                <a:moveTo>
                  <a:pt x="4026942" y="659543"/>
                </a:moveTo>
                <a:cubicBezTo>
                  <a:pt x="4026443" y="659543"/>
                  <a:pt x="4025945" y="659211"/>
                  <a:pt x="4025696" y="658795"/>
                </a:cubicBezTo>
                <a:lnTo>
                  <a:pt x="4015394" y="641016"/>
                </a:lnTo>
                <a:cubicBezTo>
                  <a:pt x="4015145" y="640601"/>
                  <a:pt x="4015146" y="640019"/>
                  <a:pt x="4015394" y="639603"/>
                </a:cubicBezTo>
                <a:lnTo>
                  <a:pt x="4025696" y="621825"/>
                </a:lnTo>
                <a:cubicBezTo>
                  <a:pt x="4025946" y="621326"/>
                  <a:pt x="4026444" y="621077"/>
                  <a:pt x="4026942" y="621077"/>
                </a:cubicBezTo>
                <a:lnTo>
                  <a:pt x="4047462" y="621077"/>
                </a:lnTo>
                <a:cubicBezTo>
                  <a:pt x="4047961" y="621077"/>
                  <a:pt x="4048459" y="621409"/>
                  <a:pt x="4048710" y="621825"/>
                </a:cubicBezTo>
                <a:lnTo>
                  <a:pt x="4059010" y="639603"/>
                </a:lnTo>
                <a:cubicBezTo>
                  <a:pt x="4059260" y="640019"/>
                  <a:pt x="4059261" y="640601"/>
                  <a:pt x="4059011" y="641016"/>
                </a:cubicBezTo>
                <a:lnTo>
                  <a:pt x="4048710" y="658795"/>
                </a:lnTo>
                <a:cubicBezTo>
                  <a:pt x="4048459" y="659294"/>
                  <a:pt x="4047962" y="659543"/>
                  <a:pt x="4047463" y="659543"/>
                </a:cubicBezTo>
                <a:close/>
                <a:moveTo>
                  <a:pt x="4327874" y="740177"/>
                </a:moveTo>
                <a:cubicBezTo>
                  <a:pt x="4327375" y="740178"/>
                  <a:pt x="4326877" y="739845"/>
                  <a:pt x="4326628" y="739429"/>
                </a:cubicBezTo>
                <a:lnTo>
                  <a:pt x="4316326" y="721651"/>
                </a:lnTo>
                <a:cubicBezTo>
                  <a:pt x="4316077" y="721236"/>
                  <a:pt x="4316077" y="720653"/>
                  <a:pt x="4316325" y="720238"/>
                </a:cubicBezTo>
                <a:lnTo>
                  <a:pt x="4326628" y="702460"/>
                </a:lnTo>
                <a:cubicBezTo>
                  <a:pt x="4326877" y="701961"/>
                  <a:pt x="4327375" y="701712"/>
                  <a:pt x="4327874" y="701712"/>
                </a:cubicBezTo>
                <a:lnTo>
                  <a:pt x="4348393" y="701712"/>
                </a:lnTo>
                <a:cubicBezTo>
                  <a:pt x="4348893" y="701711"/>
                  <a:pt x="4349391" y="702043"/>
                  <a:pt x="4349641" y="702459"/>
                </a:cubicBezTo>
                <a:lnTo>
                  <a:pt x="4359942" y="720237"/>
                </a:lnTo>
                <a:cubicBezTo>
                  <a:pt x="4360191" y="720654"/>
                  <a:pt x="4360192" y="721235"/>
                  <a:pt x="4359942" y="721650"/>
                </a:cubicBezTo>
                <a:lnTo>
                  <a:pt x="4349641" y="739430"/>
                </a:lnTo>
                <a:cubicBezTo>
                  <a:pt x="4349391" y="739928"/>
                  <a:pt x="4348893" y="740177"/>
                  <a:pt x="4348394" y="740177"/>
                </a:cubicBezTo>
                <a:close/>
                <a:moveTo>
                  <a:pt x="4388060" y="756304"/>
                </a:moveTo>
                <a:cubicBezTo>
                  <a:pt x="4387561" y="756305"/>
                  <a:pt x="4387063" y="755972"/>
                  <a:pt x="4386815" y="755556"/>
                </a:cubicBezTo>
                <a:lnTo>
                  <a:pt x="4376513" y="737778"/>
                </a:lnTo>
                <a:cubicBezTo>
                  <a:pt x="4376263" y="737363"/>
                  <a:pt x="4376264" y="736780"/>
                  <a:pt x="4376512" y="736365"/>
                </a:cubicBezTo>
                <a:lnTo>
                  <a:pt x="4386815" y="718587"/>
                </a:lnTo>
                <a:cubicBezTo>
                  <a:pt x="4387064" y="718088"/>
                  <a:pt x="4387562" y="717839"/>
                  <a:pt x="4388061" y="717839"/>
                </a:cubicBezTo>
                <a:lnTo>
                  <a:pt x="4408580" y="717839"/>
                </a:lnTo>
                <a:cubicBezTo>
                  <a:pt x="4409079" y="717838"/>
                  <a:pt x="4409577" y="718170"/>
                  <a:pt x="4409828" y="718586"/>
                </a:cubicBezTo>
                <a:lnTo>
                  <a:pt x="4420129" y="736364"/>
                </a:lnTo>
                <a:cubicBezTo>
                  <a:pt x="4420378" y="736781"/>
                  <a:pt x="4420379" y="737362"/>
                  <a:pt x="4420129" y="737777"/>
                </a:cubicBezTo>
                <a:lnTo>
                  <a:pt x="4409828" y="755557"/>
                </a:lnTo>
                <a:cubicBezTo>
                  <a:pt x="4409578" y="756055"/>
                  <a:pt x="4409080" y="756305"/>
                  <a:pt x="4408581" y="756304"/>
                </a:cubicBezTo>
                <a:close/>
                <a:moveTo>
                  <a:pt x="3846311" y="611340"/>
                </a:moveTo>
                <a:cubicBezTo>
                  <a:pt x="3845812" y="611340"/>
                  <a:pt x="3845314" y="611008"/>
                  <a:pt x="3845065" y="610593"/>
                </a:cubicBezTo>
                <a:lnTo>
                  <a:pt x="3834680" y="592648"/>
                </a:lnTo>
                <a:cubicBezTo>
                  <a:pt x="3834431" y="592149"/>
                  <a:pt x="3834431" y="591568"/>
                  <a:pt x="3834680" y="591152"/>
                </a:cubicBezTo>
                <a:lnTo>
                  <a:pt x="3845065" y="573207"/>
                </a:lnTo>
                <a:cubicBezTo>
                  <a:pt x="3845314" y="572708"/>
                  <a:pt x="3845812" y="572459"/>
                  <a:pt x="3846311" y="572459"/>
                </a:cubicBezTo>
                <a:lnTo>
                  <a:pt x="3867081" y="572459"/>
                </a:lnTo>
                <a:cubicBezTo>
                  <a:pt x="3867579" y="572459"/>
                  <a:pt x="3868078" y="572792"/>
                  <a:pt x="3868327" y="573207"/>
                </a:cubicBezTo>
                <a:lnTo>
                  <a:pt x="3878712" y="591152"/>
                </a:lnTo>
                <a:cubicBezTo>
                  <a:pt x="3878961" y="591650"/>
                  <a:pt x="3878961" y="592232"/>
                  <a:pt x="3878712" y="592648"/>
                </a:cubicBezTo>
                <a:lnTo>
                  <a:pt x="3868327" y="610593"/>
                </a:lnTo>
                <a:cubicBezTo>
                  <a:pt x="3868078" y="611091"/>
                  <a:pt x="3867579" y="611340"/>
                  <a:pt x="3867081" y="611340"/>
                </a:cubicBezTo>
                <a:close/>
                <a:moveTo>
                  <a:pt x="4207428" y="708101"/>
                </a:moveTo>
                <a:cubicBezTo>
                  <a:pt x="4206929" y="708101"/>
                  <a:pt x="4206431" y="707769"/>
                  <a:pt x="4206182" y="707354"/>
                </a:cubicBezTo>
                <a:lnTo>
                  <a:pt x="4195798" y="689409"/>
                </a:lnTo>
                <a:cubicBezTo>
                  <a:pt x="4195548" y="688910"/>
                  <a:pt x="4195548" y="688329"/>
                  <a:pt x="4195797" y="687913"/>
                </a:cubicBezTo>
                <a:lnTo>
                  <a:pt x="4206183" y="669968"/>
                </a:lnTo>
                <a:cubicBezTo>
                  <a:pt x="4206431" y="669469"/>
                  <a:pt x="4206930" y="669220"/>
                  <a:pt x="4207429" y="669220"/>
                </a:cubicBezTo>
                <a:lnTo>
                  <a:pt x="4228198" y="669220"/>
                </a:lnTo>
                <a:cubicBezTo>
                  <a:pt x="4228696" y="669220"/>
                  <a:pt x="4229196" y="669553"/>
                  <a:pt x="4229444" y="669968"/>
                </a:cubicBezTo>
                <a:lnTo>
                  <a:pt x="4239830" y="687913"/>
                </a:lnTo>
                <a:cubicBezTo>
                  <a:pt x="4240078" y="688411"/>
                  <a:pt x="4240079" y="688993"/>
                  <a:pt x="4239829" y="689409"/>
                </a:cubicBezTo>
                <a:lnTo>
                  <a:pt x="4229445" y="707354"/>
                </a:lnTo>
                <a:cubicBezTo>
                  <a:pt x="4229196" y="707852"/>
                  <a:pt x="4228696" y="708101"/>
                  <a:pt x="4228198" y="708101"/>
                </a:cubicBezTo>
                <a:close/>
                <a:moveTo>
                  <a:pt x="4448090" y="772693"/>
                </a:moveTo>
                <a:cubicBezTo>
                  <a:pt x="4447591" y="772692"/>
                  <a:pt x="4447093" y="772361"/>
                  <a:pt x="4446843" y="771944"/>
                </a:cubicBezTo>
                <a:lnTo>
                  <a:pt x="4436459" y="753916"/>
                </a:lnTo>
                <a:cubicBezTo>
                  <a:pt x="4436210" y="753418"/>
                  <a:pt x="4436210" y="752837"/>
                  <a:pt x="4436459" y="752420"/>
                </a:cubicBezTo>
                <a:lnTo>
                  <a:pt x="4446927" y="734392"/>
                </a:lnTo>
                <a:cubicBezTo>
                  <a:pt x="4447176" y="733894"/>
                  <a:pt x="4447675" y="733646"/>
                  <a:pt x="4448173" y="733645"/>
                </a:cubicBezTo>
                <a:lnTo>
                  <a:pt x="4469026" y="733646"/>
                </a:lnTo>
                <a:cubicBezTo>
                  <a:pt x="4469525" y="733646"/>
                  <a:pt x="4470023" y="733978"/>
                  <a:pt x="4470272" y="734393"/>
                </a:cubicBezTo>
                <a:lnTo>
                  <a:pt x="4480657" y="752421"/>
                </a:lnTo>
                <a:cubicBezTo>
                  <a:pt x="4480906" y="752920"/>
                  <a:pt x="4480906" y="753501"/>
                  <a:pt x="4480657" y="753917"/>
                </a:cubicBezTo>
                <a:lnTo>
                  <a:pt x="4470189" y="771945"/>
                </a:lnTo>
                <a:cubicBezTo>
                  <a:pt x="4469940" y="772444"/>
                  <a:pt x="4469441" y="772693"/>
                  <a:pt x="4468943" y="772693"/>
                </a:cubicBezTo>
                <a:close/>
                <a:moveTo>
                  <a:pt x="4508026" y="789318"/>
                </a:moveTo>
                <a:cubicBezTo>
                  <a:pt x="4507444" y="789318"/>
                  <a:pt x="4506945" y="789069"/>
                  <a:pt x="4506696" y="788570"/>
                </a:cubicBezTo>
                <a:lnTo>
                  <a:pt x="4496062" y="770044"/>
                </a:lnTo>
                <a:cubicBezTo>
                  <a:pt x="4495814" y="769628"/>
                  <a:pt x="4495813" y="769046"/>
                  <a:pt x="4496063" y="768548"/>
                </a:cubicBezTo>
                <a:lnTo>
                  <a:pt x="4506779" y="750021"/>
                </a:lnTo>
                <a:cubicBezTo>
                  <a:pt x="4507113" y="749606"/>
                  <a:pt x="4507611" y="749274"/>
                  <a:pt x="4508110" y="749274"/>
                </a:cubicBezTo>
                <a:lnTo>
                  <a:pt x="4529461" y="749274"/>
                </a:lnTo>
                <a:cubicBezTo>
                  <a:pt x="4530041" y="749274"/>
                  <a:pt x="4530540" y="749523"/>
                  <a:pt x="4530790" y="750021"/>
                </a:cubicBezTo>
                <a:lnTo>
                  <a:pt x="4541423" y="768548"/>
                </a:lnTo>
                <a:cubicBezTo>
                  <a:pt x="4541674" y="768964"/>
                  <a:pt x="4541673" y="769545"/>
                  <a:pt x="4541424" y="770044"/>
                </a:cubicBezTo>
                <a:lnTo>
                  <a:pt x="4530706" y="788570"/>
                </a:lnTo>
                <a:cubicBezTo>
                  <a:pt x="4530375" y="788986"/>
                  <a:pt x="4529876" y="789318"/>
                  <a:pt x="4529378" y="789318"/>
                </a:cubicBezTo>
                <a:close/>
                <a:moveTo>
                  <a:pt x="2220866" y="176663"/>
                </a:moveTo>
                <a:cubicBezTo>
                  <a:pt x="2220285" y="176663"/>
                  <a:pt x="2219786" y="176414"/>
                  <a:pt x="2219537" y="175916"/>
                </a:cubicBezTo>
                <a:lnTo>
                  <a:pt x="2208737" y="157223"/>
                </a:lnTo>
                <a:cubicBezTo>
                  <a:pt x="2208488" y="156807"/>
                  <a:pt x="2208488" y="156226"/>
                  <a:pt x="2208737" y="155727"/>
                </a:cubicBezTo>
                <a:lnTo>
                  <a:pt x="2219537" y="137034"/>
                </a:lnTo>
                <a:cubicBezTo>
                  <a:pt x="2219786" y="136619"/>
                  <a:pt x="2220368" y="136287"/>
                  <a:pt x="2220866" y="136287"/>
                </a:cubicBezTo>
                <a:lnTo>
                  <a:pt x="2242467" y="136287"/>
                </a:lnTo>
                <a:cubicBezTo>
                  <a:pt x="2243048" y="136287"/>
                  <a:pt x="2243547" y="136536"/>
                  <a:pt x="2243796" y="137034"/>
                </a:cubicBezTo>
                <a:lnTo>
                  <a:pt x="2254597" y="155727"/>
                </a:lnTo>
                <a:cubicBezTo>
                  <a:pt x="2254846" y="156143"/>
                  <a:pt x="2254846" y="156725"/>
                  <a:pt x="2254597" y="157223"/>
                </a:cubicBezTo>
                <a:lnTo>
                  <a:pt x="2243796" y="175916"/>
                </a:lnTo>
                <a:cubicBezTo>
                  <a:pt x="2243547" y="176331"/>
                  <a:pt x="2242965" y="176663"/>
                  <a:pt x="2242467" y="176663"/>
                </a:cubicBezTo>
                <a:close/>
                <a:moveTo>
                  <a:pt x="2461540" y="241338"/>
                </a:moveTo>
                <a:cubicBezTo>
                  <a:pt x="2460958" y="241338"/>
                  <a:pt x="2460460" y="241089"/>
                  <a:pt x="2460211" y="240590"/>
                </a:cubicBezTo>
                <a:lnTo>
                  <a:pt x="2449327" y="221731"/>
                </a:lnTo>
                <a:cubicBezTo>
                  <a:pt x="2449078" y="221233"/>
                  <a:pt x="2449078" y="220651"/>
                  <a:pt x="2449327" y="220153"/>
                </a:cubicBezTo>
                <a:lnTo>
                  <a:pt x="2460211" y="201294"/>
                </a:lnTo>
                <a:cubicBezTo>
                  <a:pt x="2460460" y="200879"/>
                  <a:pt x="2460959" y="200546"/>
                  <a:pt x="2461540" y="200546"/>
                </a:cubicBezTo>
                <a:lnTo>
                  <a:pt x="2483306" y="200546"/>
                </a:lnTo>
                <a:cubicBezTo>
                  <a:pt x="2483888" y="200546"/>
                  <a:pt x="2484386" y="200795"/>
                  <a:pt x="2484635" y="201294"/>
                </a:cubicBezTo>
                <a:lnTo>
                  <a:pt x="2495519" y="220153"/>
                </a:lnTo>
                <a:cubicBezTo>
                  <a:pt x="2495768" y="220651"/>
                  <a:pt x="2495768" y="221233"/>
                  <a:pt x="2495519" y="221731"/>
                </a:cubicBezTo>
                <a:lnTo>
                  <a:pt x="2484635" y="240590"/>
                </a:lnTo>
                <a:cubicBezTo>
                  <a:pt x="2484386" y="241006"/>
                  <a:pt x="2483888" y="241338"/>
                  <a:pt x="2483306" y="241338"/>
                </a:cubicBezTo>
                <a:close/>
                <a:moveTo>
                  <a:pt x="2280876" y="193121"/>
                </a:moveTo>
                <a:cubicBezTo>
                  <a:pt x="2280377" y="193121"/>
                  <a:pt x="2279795" y="192871"/>
                  <a:pt x="2279546" y="192373"/>
                </a:cubicBezTo>
                <a:lnTo>
                  <a:pt x="2268663" y="173431"/>
                </a:lnTo>
                <a:cubicBezTo>
                  <a:pt x="2268414" y="172933"/>
                  <a:pt x="2268414" y="172351"/>
                  <a:pt x="2268663" y="171853"/>
                </a:cubicBezTo>
                <a:lnTo>
                  <a:pt x="2279630" y="152910"/>
                </a:lnTo>
                <a:cubicBezTo>
                  <a:pt x="2279879" y="152495"/>
                  <a:pt x="2280377" y="152163"/>
                  <a:pt x="2280959" y="152163"/>
                </a:cubicBezTo>
                <a:lnTo>
                  <a:pt x="2302809" y="152163"/>
                </a:lnTo>
                <a:cubicBezTo>
                  <a:pt x="2303307" y="152163"/>
                  <a:pt x="2303889" y="152412"/>
                  <a:pt x="2304138" y="152910"/>
                </a:cubicBezTo>
                <a:lnTo>
                  <a:pt x="2315021" y="171853"/>
                </a:lnTo>
                <a:cubicBezTo>
                  <a:pt x="2315270" y="172351"/>
                  <a:pt x="2315270" y="172933"/>
                  <a:pt x="2315021" y="173431"/>
                </a:cubicBezTo>
                <a:lnTo>
                  <a:pt x="2304054" y="192373"/>
                </a:lnTo>
                <a:cubicBezTo>
                  <a:pt x="2303805" y="192788"/>
                  <a:pt x="2303307" y="193121"/>
                  <a:pt x="2302725" y="193121"/>
                </a:cubicBezTo>
                <a:close/>
                <a:moveTo>
                  <a:pt x="2341062" y="209248"/>
                </a:moveTo>
                <a:cubicBezTo>
                  <a:pt x="2340563" y="209248"/>
                  <a:pt x="2339981" y="208998"/>
                  <a:pt x="2339732" y="208500"/>
                </a:cubicBezTo>
                <a:lnTo>
                  <a:pt x="2328849" y="189558"/>
                </a:lnTo>
                <a:cubicBezTo>
                  <a:pt x="2328600" y="189060"/>
                  <a:pt x="2328600" y="188478"/>
                  <a:pt x="2328849" y="187980"/>
                </a:cubicBezTo>
                <a:lnTo>
                  <a:pt x="2339816" y="169037"/>
                </a:lnTo>
                <a:cubicBezTo>
                  <a:pt x="2340065" y="168622"/>
                  <a:pt x="2340563" y="168290"/>
                  <a:pt x="2341145" y="168290"/>
                </a:cubicBezTo>
                <a:lnTo>
                  <a:pt x="2362995" y="168290"/>
                </a:lnTo>
                <a:cubicBezTo>
                  <a:pt x="2363493" y="168290"/>
                  <a:pt x="2364075" y="168539"/>
                  <a:pt x="2364324" y="169037"/>
                </a:cubicBezTo>
                <a:lnTo>
                  <a:pt x="2375207" y="187980"/>
                </a:lnTo>
                <a:cubicBezTo>
                  <a:pt x="2375456" y="188478"/>
                  <a:pt x="2375456" y="189060"/>
                  <a:pt x="2375207" y="189558"/>
                </a:cubicBezTo>
                <a:lnTo>
                  <a:pt x="2364240" y="208500"/>
                </a:lnTo>
                <a:cubicBezTo>
                  <a:pt x="2363991" y="208915"/>
                  <a:pt x="2363493" y="209248"/>
                  <a:pt x="2362911" y="209248"/>
                </a:cubicBezTo>
                <a:close/>
                <a:moveTo>
                  <a:pt x="2401249" y="225375"/>
                </a:moveTo>
                <a:cubicBezTo>
                  <a:pt x="2400750" y="225375"/>
                  <a:pt x="2400168" y="225125"/>
                  <a:pt x="2399919" y="224627"/>
                </a:cubicBezTo>
                <a:lnTo>
                  <a:pt x="2389036" y="205685"/>
                </a:lnTo>
                <a:cubicBezTo>
                  <a:pt x="2388787" y="205187"/>
                  <a:pt x="2388787" y="204605"/>
                  <a:pt x="2389036" y="204107"/>
                </a:cubicBezTo>
                <a:lnTo>
                  <a:pt x="2400003" y="185164"/>
                </a:lnTo>
                <a:cubicBezTo>
                  <a:pt x="2400252" y="184749"/>
                  <a:pt x="2400750" y="184417"/>
                  <a:pt x="2401332" y="184417"/>
                </a:cubicBezTo>
                <a:lnTo>
                  <a:pt x="2423182" y="184417"/>
                </a:lnTo>
                <a:cubicBezTo>
                  <a:pt x="2423680" y="184417"/>
                  <a:pt x="2424261" y="184666"/>
                  <a:pt x="2424511" y="185164"/>
                </a:cubicBezTo>
                <a:lnTo>
                  <a:pt x="2435394" y="204107"/>
                </a:lnTo>
                <a:cubicBezTo>
                  <a:pt x="2435643" y="204605"/>
                  <a:pt x="2435643" y="205187"/>
                  <a:pt x="2435394" y="205685"/>
                </a:cubicBezTo>
                <a:lnTo>
                  <a:pt x="2424427" y="224627"/>
                </a:lnTo>
                <a:cubicBezTo>
                  <a:pt x="2424178" y="225042"/>
                  <a:pt x="2423680" y="225375"/>
                  <a:pt x="2423098" y="225375"/>
                </a:cubicBezTo>
                <a:close/>
                <a:moveTo>
                  <a:pt x="2521538" y="257794"/>
                </a:moveTo>
                <a:cubicBezTo>
                  <a:pt x="2521040" y="257794"/>
                  <a:pt x="2520457" y="257545"/>
                  <a:pt x="2520209" y="257047"/>
                </a:cubicBezTo>
                <a:lnTo>
                  <a:pt x="2509160" y="237939"/>
                </a:lnTo>
                <a:cubicBezTo>
                  <a:pt x="2508911" y="237440"/>
                  <a:pt x="2508911" y="236858"/>
                  <a:pt x="2509160" y="236360"/>
                </a:cubicBezTo>
                <a:lnTo>
                  <a:pt x="2520209" y="217251"/>
                </a:lnTo>
                <a:cubicBezTo>
                  <a:pt x="2520458" y="216836"/>
                  <a:pt x="2520957" y="216504"/>
                  <a:pt x="2521537" y="216504"/>
                </a:cubicBezTo>
                <a:lnTo>
                  <a:pt x="2543637" y="216504"/>
                </a:lnTo>
                <a:cubicBezTo>
                  <a:pt x="2544135" y="216504"/>
                  <a:pt x="2544718" y="216753"/>
                  <a:pt x="2544966" y="217251"/>
                </a:cubicBezTo>
                <a:lnTo>
                  <a:pt x="2556017" y="236360"/>
                </a:lnTo>
                <a:cubicBezTo>
                  <a:pt x="2556265" y="236858"/>
                  <a:pt x="2556265" y="237440"/>
                  <a:pt x="2556017" y="237939"/>
                </a:cubicBezTo>
                <a:lnTo>
                  <a:pt x="2544966" y="257047"/>
                </a:lnTo>
                <a:cubicBezTo>
                  <a:pt x="2544717" y="257462"/>
                  <a:pt x="2544219" y="257794"/>
                  <a:pt x="2543638" y="257794"/>
                </a:cubicBezTo>
                <a:close/>
                <a:moveTo>
                  <a:pt x="2581641" y="274089"/>
                </a:moveTo>
                <a:cubicBezTo>
                  <a:pt x="2581142" y="274088"/>
                  <a:pt x="2580561" y="273839"/>
                  <a:pt x="2580312" y="273341"/>
                </a:cubicBezTo>
                <a:lnTo>
                  <a:pt x="2569179" y="254066"/>
                </a:lnTo>
                <a:cubicBezTo>
                  <a:pt x="2568930" y="253567"/>
                  <a:pt x="2568930" y="252987"/>
                  <a:pt x="2569179" y="252488"/>
                </a:cubicBezTo>
                <a:lnTo>
                  <a:pt x="2580312" y="233214"/>
                </a:lnTo>
                <a:cubicBezTo>
                  <a:pt x="2580561" y="232799"/>
                  <a:pt x="2581059" y="232466"/>
                  <a:pt x="2581641" y="232466"/>
                </a:cubicBezTo>
                <a:lnTo>
                  <a:pt x="2603906" y="232465"/>
                </a:lnTo>
                <a:cubicBezTo>
                  <a:pt x="2604405" y="232466"/>
                  <a:pt x="2604986" y="232714"/>
                  <a:pt x="2605235" y="233213"/>
                </a:cubicBezTo>
                <a:lnTo>
                  <a:pt x="2616368" y="252488"/>
                </a:lnTo>
                <a:cubicBezTo>
                  <a:pt x="2616617" y="252986"/>
                  <a:pt x="2616617" y="253568"/>
                  <a:pt x="2616368" y="254066"/>
                </a:cubicBezTo>
                <a:lnTo>
                  <a:pt x="2605235" y="273341"/>
                </a:lnTo>
                <a:cubicBezTo>
                  <a:pt x="2604986" y="273756"/>
                  <a:pt x="2604487" y="274089"/>
                  <a:pt x="2603906" y="274089"/>
                </a:cubicBezTo>
                <a:close/>
                <a:moveTo>
                  <a:pt x="2641767" y="290290"/>
                </a:moveTo>
                <a:cubicBezTo>
                  <a:pt x="2641268" y="290290"/>
                  <a:pt x="2640687" y="289957"/>
                  <a:pt x="2640438" y="289459"/>
                </a:cubicBezTo>
                <a:lnTo>
                  <a:pt x="2629222" y="270102"/>
                </a:lnTo>
                <a:cubicBezTo>
                  <a:pt x="2628973" y="269603"/>
                  <a:pt x="2628973" y="269022"/>
                  <a:pt x="2629222" y="268523"/>
                </a:cubicBezTo>
                <a:lnTo>
                  <a:pt x="2640438" y="249165"/>
                </a:lnTo>
                <a:cubicBezTo>
                  <a:pt x="2640687" y="248668"/>
                  <a:pt x="2641186" y="248334"/>
                  <a:pt x="2641767" y="248335"/>
                </a:cubicBezTo>
                <a:lnTo>
                  <a:pt x="2664115" y="248334"/>
                </a:lnTo>
                <a:cubicBezTo>
                  <a:pt x="2664613" y="248335"/>
                  <a:pt x="2665195" y="248668"/>
                  <a:pt x="2665445" y="249165"/>
                </a:cubicBezTo>
                <a:lnTo>
                  <a:pt x="2676660" y="268523"/>
                </a:lnTo>
                <a:cubicBezTo>
                  <a:pt x="2676909" y="269021"/>
                  <a:pt x="2676909" y="269602"/>
                  <a:pt x="2676660" y="270101"/>
                </a:cubicBezTo>
                <a:lnTo>
                  <a:pt x="2665445" y="289459"/>
                </a:lnTo>
                <a:cubicBezTo>
                  <a:pt x="2665195" y="289958"/>
                  <a:pt x="2664697" y="290290"/>
                  <a:pt x="2664115" y="290289"/>
                </a:cubicBezTo>
                <a:close/>
                <a:moveTo>
                  <a:pt x="3596894" y="589106"/>
                </a:moveTo>
                <a:cubicBezTo>
                  <a:pt x="3596645" y="589106"/>
                  <a:pt x="3596313" y="588774"/>
                  <a:pt x="3596313" y="588774"/>
                </a:cubicBezTo>
                <a:lnTo>
                  <a:pt x="3591246" y="579967"/>
                </a:lnTo>
                <a:cubicBezTo>
                  <a:pt x="3591079" y="579718"/>
                  <a:pt x="3591245" y="579220"/>
                  <a:pt x="3591245" y="579220"/>
                </a:cubicBezTo>
                <a:lnTo>
                  <a:pt x="3596313" y="570414"/>
                </a:lnTo>
                <a:cubicBezTo>
                  <a:pt x="3596396" y="570247"/>
                  <a:pt x="3596894" y="570081"/>
                  <a:pt x="3596894" y="570081"/>
                </a:cubicBezTo>
                <a:lnTo>
                  <a:pt x="3607031" y="570081"/>
                </a:lnTo>
                <a:cubicBezTo>
                  <a:pt x="3607280" y="570081"/>
                  <a:pt x="3607611" y="570414"/>
                  <a:pt x="3607611" y="570414"/>
                </a:cubicBezTo>
                <a:lnTo>
                  <a:pt x="3612679" y="579220"/>
                </a:lnTo>
                <a:cubicBezTo>
                  <a:pt x="3612846" y="579469"/>
                  <a:pt x="3612679" y="579967"/>
                  <a:pt x="3612679" y="579967"/>
                </a:cubicBezTo>
                <a:lnTo>
                  <a:pt x="3607611" y="588774"/>
                </a:lnTo>
                <a:cubicBezTo>
                  <a:pt x="3607530" y="588940"/>
                  <a:pt x="3607031" y="589106"/>
                  <a:pt x="3607031" y="589106"/>
                </a:cubicBezTo>
                <a:close/>
                <a:moveTo>
                  <a:pt x="1969230" y="158587"/>
                </a:moveTo>
                <a:cubicBezTo>
                  <a:pt x="1968898" y="158587"/>
                  <a:pt x="1968316" y="158005"/>
                  <a:pt x="1968316" y="158005"/>
                </a:cubicBezTo>
                <a:lnTo>
                  <a:pt x="1960590" y="144629"/>
                </a:lnTo>
                <a:cubicBezTo>
                  <a:pt x="1960424" y="144297"/>
                  <a:pt x="1960590" y="143549"/>
                  <a:pt x="1960590" y="143549"/>
                </a:cubicBezTo>
                <a:lnTo>
                  <a:pt x="1968316" y="130174"/>
                </a:lnTo>
                <a:cubicBezTo>
                  <a:pt x="1968482" y="129841"/>
                  <a:pt x="1969229" y="129592"/>
                  <a:pt x="1969229" y="129592"/>
                </a:cubicBezTo>
                <a:lnTo>
                  <a:pt x="1984683" y="129592"/>
                </a:lnTo>
                <a:cubicBezTo>
                  <a:pt x="1985015" y="129592"/>
                  <a:pt x="1985595" y="130174"/>
                  <a:pt x="1985595" y="130174"/>
                </a:cubicBezTo>
                <a:lnTo>
                  <a:pt x="1993323" y="143549"/>
                </a:lnTo>
                <a:cubicBezTo>
                  <a:pt x="1993489" y="143881"/>
                  <a:pt x="1993323" y="144629"/>
                  <a:pt x="1993323" y="144629"/>
                </a:cubicBezTo>
                <a:lnTo>
                  <a:pt x="1985596" y="158005"/>
                </a:lnTo>
                <a:cubicBezTo>
                  <a:pt x="1985431" y="158337"/>
                  <a:pt x="1984683" y="158587"/>
                  <a:pt x="1984683" y="158587"/>
                </a:cubicBezTo>
                <a:close/>
                <a:moveTo>
                  <a:pt x="2028908" y="175708"/>
                </a:moveTo>
                <a:cubicBezTo>
                  <a:pt x="2028492" y="175708"/>
                  <a:pt x="2027910" y="175127"/>
                  <a:pt x="2027910" y="175127"/>
                </a:cubicBezTo>
                <a:lnTo>
                  <a:pt x="2019686" y="160837"/>
                </a:lnTo>
                <a:cubicBezTo>
                  <a:pt x="2019436" y="160505"/>
                  <a:pt x="2019686" y="159674"/>
                  <a:pt x="2019686" y="159674"/>
                </a:cubicBezTo>
                <a:lnTo>
                  <a:pt x="2027911" y="145386"/>
                </a:lnTo>
                <a:cubicBezTo>
                  <a:pt x="2028076" y="145052"/>
                  <a:pt x="2028908" y="144803"/>
                  <a:pt x="2028908" y="144803"/>
                </a:cubicBezTo>
                <a:lnTo>
                  <a:pt x="2045357" y="144803"/>
                </a:lnTo>
                <a:cubicBezTo>
                  <a:pt x="2045771" y="144803"/>
                  <a:pt x="2046354" y="145385"/>
                  <a:pt x="2046354" y="145385"/>
                </a:cubicBezTo>
                <a:lnTo>
                  <a:pt x="2054579" y="159674"/>
                </a:lnTo>
                <a:cubicBezTo>
                  <a:pt x="2054828" y="160006"/>
                  <a:pt x="2054579" y="160837"/>
                  <a:pt x="2054579" y="160837"/>
                </a:cubicBezTo>
                <a:lnTo>
                  <a:pt x="2046354" y="175127"/>
                </a:lnTo>
                <a:cubicBezTo>
                  <a:pt x="2046188" y="175459"/>
                  <a:pt x="2045357" y="175708"/>
                  <a:pt x="2045357" y="175708"/>
                </a:cubicBezTo>
                <a:close/>
                <a:moveTo>
                  <a:pt x="3652450" y="613877"/>
                </a:moveTo>
                <a:cubicBezTo>
                  <a:pt x="3651952" y="613877"/>
                  <a:pt x="3651537" y="613627"/>
                  <a:pt x="3651287" y="613211"/>
                </a:cubicBezTo>
                <a:lnTo>
                  <a:pt x="3641567" y="596347"/>
                </a:lnTo>
                <a:cubicBezTo>
                  <a:pt x="3641318" y="595849"/>
                  <a:pt x="3641318" y="595350"/>
                  <a:pt x="3641567" y="594935"/>
                </a:cubicBezTo>
                <a:lnTo>
                  <a:pt x="3651287" y="578070"/>
                </a:lnTo>
                <a:cubicBezTo>
                  <a:pt x="3651537" y="577654"/>
                  <a:pt x="3651952" y="577405"/>
                  <a:pt x="3652450" y="577404"/>
                </a:cubicBezTo>
                <a:lnTo>
                  <a:pt x="3671891" y="577405"/>
                </a:lnTo>
                <a:cubicBezTo>
                  <a:pt x="3672389" y="577405"/>
                  <a:pt x="3672805" y="577654"/>
                  <a:pt x="3673054" y="578070"/>
                </a:cubicBezTo>
                <a:lnTo>
                  <a:pt x="3682774" y="594935"/>
                </a:lnTo>
                <a:cubicBezTo>
                  <a:pt x="3683024" y="595433"/>
                  <a:pt x="3683024" y="595931"/>
                  <a:pt x="3682774" y="596347"/>
                </a:cubicBezTo>
                <a:lnTo>
                  <a:pt x="3673054" y="613212"/>
                </a:lnTo>
                <a:cubicBezTo>
                  <a:pt x="3672805" y="613626"/>
                  <a:pt x="3672389" y="613877"/>
                  <a:pt x="3671891" y="613877"/>
                </a:cubicBezTo>
                <a:close/>
                <a:moveTo>
                  <a:pt x="4193795" y="759599"/>
                </a:moveTo>
                <a:cubicBezTo>
                  <a:pt x="4193296" y="759599"/>
                  <a:pt x="4192797" y="759266"/>
                  <a:pt x="4192548" y="758851"/>
                </a:cubicBezTo>
                <a:lnTo>
                  <a:pt x="4182579" y="741488"/>
                </a:lnTo>
                <a:cubicBezTo>
                  <a:pt x="4182330" y="741072"/>
                  <a:pt x="4182329" y="740490"/>
                  <a:pt x="4182579" y="740075"/>
                </a:cubicBezTo>
                <a:lnTo>
                  <a:pt x="4192631" y="722712"/>
                </a:lnTo>
                <a:cubicBezTo>
                  <a:pt x="4192881" y="722213"/>
                  <a:pt x="4193379" y="721964"/>
                  <a:pt x="4193878" y="721965"/>
                </a:cubicBezTo>
                <a:lnTo>
                  <a:pt x="4213899" y="721965"/>
                </a:lnTo>
                <a:cubicBezTo>
                  <a:pt x="4214397" y="721964"/>
                  <a:pt x="4214897" y="722298"/>
                  <a:pt x="4215146" y="722713"/>
                </a:cubicBezTo>
                <a:lnTo>
                  <a:pt x="4225115" y="740075"/>
                </a:lnTo>
                <a:cubicBezTo>
                  <a:pt x="4225365" y="740490"/>
                  <a:pt x="4225365" y="741073"/>
                  <a:pt x="4225114" y="741488"/>
                </a:cubicBezTo>
                <a:lnTo>
                  <a:pt x="4215062" y="758851"/>
                </a:lnTo>
                <a:cubicBezTo>
                  <a:pt x="4214813" y="759350"/>
                  <a:pt x="4214314" y="759599"/>
                  <a:pt x="4213816" y="759599"/>
                </a:cubicBezTo>
                <a:close/>
                <a:moveTo>
                  <a:pt x="3952967" y="695258"/>
                </a:moveTo>
                <a:cubicBezTo>
                  <a:pt x="3952468" y="695258"/>
                  <a:pt x="3951970" y="694926"/>
                  <a:pt x="3951721" y="694511"/>
                </a:cubicBezTo>
                <a:lnTo>
                  <a:pt x="3941585" y="676981"/>
                </a:lnTo>
                <a:cubicBezTo>
                  <a:pt x="3941336" y="676565"/>
                  <a:pt x="3941336" y="675984"/>
                  <a:pt x="3941585" y="675569"/>
                </a:cubicBezTo>
                <a:lnTo>
                  <a:pt x="3951721" y="658039"/>
                </a:lnTo>
                <a:cubicBezTo>
                  <a:pt x="3951970" y="657540"/>
                  <a:pt x="3952468" y="657291"/>
                  <a:pt x="3952967" y="657291"/>
                </a:cubicBezTo>
                <a:lnTo>
                  <a:pt x="3973238" y="657291"/>
                </a:lnTo>
                <a:cubicBezTo>
                  <a:pt x="3973737" y="657291"/>
                  <a:pt x="3974235" y="657624"/>
                  <a:pt x="3974484" y="658039"/>
                </a:cubicBezTo>
                <a:lnTo>
                  <a:pt x="3984620" y="675569"/>
                </a:lnTo>
                <a:cubicBezTo>
                  <a:pt x="3984869" y="675984"/>
                  <a:pt x="3984869" y="676565"/>
                  <a:pt x="3984620" y="676981"/>
                </a:cubicBezTo>
                <a:lnTo>
                  <a:pt x="3974484" y="694511"/>
                </a:lnTo>
                <a:cubicBezTo>
                  <a:pt x="3974235" y="695009"/>
                  <a:pt x="3973737" y="695258"/>
                  <a:pt x="3973238" y="695258"/>
                </a:cubicBezTo>
                <a:close/>
                <a:moveTo>
                  <a:pt x="4253898" y="775893"/>
                </a:moveTo>
                <a:cubicBezTo>
                  <a:pt x="4253399" y="775892"/>
                  <a:pt x="4252901" y="775560"/>
                  <a:pt x="4252653" y="775145"/>
                </a:cubicBezTo>
                <a:lnTo>
                  <a:pt x="4242516" y="757615"/>
                </a:lnTo>
                <a:cubicBezTo>
                  <a:pt x="4242268" y="757199"/>
                  <a:pt x="4242267" y="756619"/>
                  <a:pt x="4242516" y="756203"/>
                </a:cubicBezTo>
                <a:lnTo>
                  <a:pt x="4252652" y="738673"/>
                </a:lnTo>
                <a:cubicBezTo>
                  <a:pt x="4252901" y="738174"/>
                  <a:pt x="4253399" y="737925"/>
                  <a:pt x="4253898" y="737925"/>
                </a:cubicBezTo>
                <a:lnTo>
                  <a:pt x="4274170" y="737925"/>
                </a:lnTo>
                <a:cubicBezTo>
                  <a:pt x="4274669" y="737926"/>
                  <a:pt x="4275166" y="738258"/>
                  <a:pt x="4275415" y="738673"/>
                </a:cubicBezTo>
                <a:lnTo>
                  <a:pt x="4285551" y="756204"/>
                </a:lnTo>
                <a:cubicBezTo>
                  <a:pt x="4285800" y="756618"/>
                  <a:pt x="4285800" y="757199"/>
                  <a:pt x="4285551" y="757615"/>
                </a:cubicBezTo>
                <a:lnTo>
                  <a:pt x="4275415" y="775145"/>
                </a:lnTo>
                <a:cubicBezTo>
                  <a:pt x="4275166" y="775643"/>
                  <a:pt x="4274668" y="775892"/>
                  <a:pt x="4274169" y="775893"/>
                </a:cubicBezTo>
                <a:close/>
                <a:moveTo>
                  <a:pt x="4314084" y="792019"/>
                </a:moveTo>
                <a:cubicBezTo>
                  <a:pt x="4313585" y="792019"/>
                  <a:pt x="4313087" y="791687"/>
                  <a:pt x="4312839" y="791272"/>
                </a:cubicBezTo>
                <a:lnTo>
                  <a:pt x="4302702" y="773742"/>
                </a:lnTo>
                <a:cubicBezTo>
                  <a:pt x="4302453" y="773326"/>
                  <a:pt x="4302453" y="772745"/>
                  <a:pt x="4302702" y="772330"/>
                </a:cubicBezTo>
                <a:lnTo>
                  <a:pt x="4312838" y="754800"/>
                </a:lnTo>
                <a:cubicBezTo>
                  <a:pt x="4313087" y="754301"/>
                  <a:pt x="4313585" y="754052"/>
                  <a:pt x="4314084" y="754052"/>
                </a:cubicBezTo>
                <a:lnTo>
                  <a:pt x="4334355" y="754052"/>
                </a:lnTo>
                <a:cubicBezTo>
                  <a:pt x="4334854" y="754052"/>
                  <a:pt x="4335352" y="754385"/>
                  <a:pt x="4335601" y="754800"/>
                </a:cubicBezTo>
                <a:lnTo>
                  <a:pt x="4345737" y="772330"/>
                </a:lnTo>
                <a:cubicBezTo>
                  <a:pt x="4345986" y="772745"/>
                  <a:pt x="4345986" y="773326"/>
                  <a:pt x="4345737" y="773742"/>
                </a:cubicBezTo>
                <a:lnTo>
                  <a:pt x="4335601" y="791272"/>
                </a:lnTo>
                <a:cubicBezTo>
                  <a:pt x="4335352" y="791770"/>
                  <a:pt x="4334854" y="792019"/>
                  <a:pt x="4334355" y="792019"/>
                </a:cubicBezTo>
                <a:close/>
                <a:moveTo>
                  <a:pt x="2087110" y="195409"/>
                </a:moveTo>
                <a:cubicBezTo>
                  <a:pt x="2086612" y="195408"/>
                  <a:pt x="2086113" y="195077"/>
                  <a:pt x="2085864" y="194662"/>
                </a:cubicBezTo>
                <a:lnTo>
                  <a:pt x="2075729" y="177049"/>
                </a:lnTo>
                <a:cubicBezTo>
                  <a:pt x="2075479" y="176632"/>
                  <a:pt x="2075479" y="176051"/>
                  <a:pt x="2075728" y="175635"/>
                </a:cubicBezTo>
                <a:lnTo>
                  <a:pt x="2085948" y="158023"/>
                </a:lnTo>
                <a:cubicBezTo>
                  <a:pt x="2086196" y="157525"/>
                  <a:pt x="2086694" y="157276"/>
                  <a:pt x="2087193" y="157276"/>
                </a:cubicBezTo>
                <a:lnTo>
                  <a:pt x="2107547" y="157276"/>
                </a:lnTo>
                <a:cubicBezTo>
                  <a:pt x="2108046" y="157275"/>
                  <a:pt x="2108544" y="157608"/>
                  <a:pt x="2108794" y="158023"/>
                </a:cubicBezTo>
                <a:lnTo>
                  <a:pt x="2118929" y="175636"/>
                </a:lnTo>
                <a:cubicBezTo>
                  <a:pt x="2119178" y="176050"/>
                  <a:pt x="2119178" y="176633"/>
                  <a:pt x="2118930" y="177048"/>
                </a:cubicBezTo>
                <a:lnTo>
                  <a:pt x="2108710" y="194662"/>
                </a:lnTo>
                <a:cubicBezTo>
                  <a:pt x="2108461" y="195160"/>
                  <a:pt x="2107964" y="195409"/>
                  <a:pt x="2107465" y="195409"/>
                </a:cubicBezTo>
                <a:close/>
                <a:moveTo>
                  <a:pt x="4133420" y="743884"/>
                </a:moveTo>
                <a:cubicBezTo>
                  <a:pt x="4132921" y="743885"/>
                  <a:pt x="4132423" y="743553"/>
                  <a:pt x="4132174" y="743137"/>
                </a:cubicBezTo>
                <a:lnTo>
                  <a:pt x="4121955" y="725442"/>
                </a:lnTo>
                <a:cubicBezTo>
                  <a:pt x="4121706" y="725027"/>
                  <a:pt x="4121706" y="724445"/>
                  <a:pt x="4121955" y="724028"/>
                </a:cubicBezTo>
                <a:lnTo>
                  <a:pt x="4132174" y="706333"/>
                </a:lnTo>
                <a:cubicBezTo>
                  <a:pt x="4132423" y="705835"/>
                  <a:pt x="4132921" y="705586"/>
                  <a:pt x="4133420" y="705585"/>
                </a:cubicBezTo>
                <a:lnTo>
                  <a:pt x="4153857" y="705586"/>
                </a:lnTo>
                <a:cubicBezTo>
                  <a:pt x="4154356" y="705586"/>
                  <a:pt x="4154854" y="705918"/>
                  <a:pt x="4155104" y="706334"/>
                </a:cubicBezTo>
                <a:lnTo>
                  <a:pt x="4165322" y="724029"/>
                </a:lnTo>
                <a:cubicBezTo>
                  <a:pt x="4165572" y="724445"/>
                  <a:pt x="4165572" y="725027"/>
                  <a:pt x="4165322" y="725442"/>
                </a:cubicBezTo>
                <a:lnTo>
                  <a:pt x="4155104" y="743138"/>
                </a:lnTo>
                <a:cubicBezTo>
                  <a:pt x="4154854" y="743635"/>
                  <a:pt x="4154356" y="743885"/>
                  <a:pt x="4153857" y="743885"/>
                </a:cubicBezTo>
                <a:close/>
                <a:moveTo>
                  <a:pt x="4374166" y="808392"/>
                </a:moveTo>
                <a:cubicBezTo>
                  <a:pt x="4373667" y="808392"/>
                  <a:pt x="4373169" y="808060"/>
                  <a:pt x="4372920" y="807645"/>
                </a:cubicBezTo>
                <a:lnTo>
                  <a:pt x="4362700" y="789949"/>
                </a:lnTo>
                <a:cubicBezTo>
                  <a:pt x="4362452" y="789534"/>
                  <a:pt x="4362451" y="788952"/>
                  <a:pt x="4362701" y="788536"/>
                </a:cubicBezTo>
                <a:lnTo>
                  <a:pt x="4372920" y="770841"/>
                </a:lnTo>
                <a:cubicBezTo>
                  <a:pt x="4373169" y="770342"/>
                  <a:pt x="4373667" y="770093"/>
                  <a:pt x="4374166" y="770093"/>
                </a:cubicBezTo>
                <a:lnTo>
                  <a:pt x="4394603" y="770093"/>
                </a:lnTo>
                <a:cubicBezTo>
                  <a:pt x="4395102" y="770093"/>
                  <a:pt x="4395600" y="770425"/>
                  <a:pt x="4395849" y="770841"/>
                </a:cubicBezTo>
                <a:lnTo>
                  <a:pt x="4406068" y="788536"/>
                </a:lnTo>
                <a:cubicBezTo>
                  <a:pt x="4406318" y="788952"/>
                  <a:pt x="4406317" y="789534"/>
                  <a:pt x="4406068" y="789949"/>
                </a:cubicBezTo>
                <a:lnTo>
                  <a:pt x="4395849" y="807645"/>
                </a:lnTo>
                <a:cubicBezTo>
                  <a:pt x="4395600" y="808143"/>
                  <a:pt x="4395102" y="808392"/>
                  <a:pt x="4394603" y="808392"/>
                </a:cubicBezTo>
                <a:close/>
                <a:moveTo>
                  <a:pt x="4434270" y="824593"/>
                </a:moveTo>
                <a:cubicBezTo>
                  <a:pt x="4433771" y="824593"/>
                  <a:pt x="4433273" y="824261"/>
                  <a:pt x="4433024" y="823845"/>
                </a:cubicBezTo>
                <a:lnTo>
                  <a:pt x="4422722" y="806066"/>
                </a:lnTo>
                <a:cubicBezTo>
                  <a:pt x="4422473" y="805651"/>
                  <a:pt x="4422473" y="805069"/>
                  <a:pt x="4422721" y="804653"/>
                </a:cubicBezTo>
                <a:lnTo>
                  <a:pt x="4433024" y="786875"/>
                </a:lnTo>
                <a:cubicBezTo>
                  <a:pt x="4433273" y="786376"/>
                  <a:pt x="4433771" y="786127"/>
                  <a:pt x="4434270" y="786127"/>
                </a:cubicBezTo>
                <a:lnTo>
                  <a:pt x="4454789" y="786127"/>
                </a:lnTo>
                <a:cubicBezTo>
                  <a:pt x="4455289" y="786127"/>
                  <a:pt x="4455787" y="786459"/>
                  <a:pt x="4456037" y="786875"/>
                </a:cubicBezTo>
                <a:lnTo>
                  <a:pt x="4466338" y="804653"/>
                </a:lnTo>
                <a:cubicBezTo>
                  <a:pt x="4466587" y="805069"/>
                  <a:pt x="4466588" y="805651"/>
                  <a:pt x="4466338" y="806066"/>
                </a:cubicBezTo>
                <a:lnTo>
                  <a:pt x="4456037" y="823845"/>
                </a:lnTo>
                <a:cubicBezTo>
                  <a:pt x="4455787" y="824344"/>
                  <a:pt x="4455289" y="824593"/>
                  <a:pt x="4454790" y="824593"/>
                </a:cubicBezTo>
                <a:close/>
                <a:moveTo>
                  <a:pt x="3772229" y="647303"/>
                </a:moveTo>
                <a:cubicBezTo>
                  <a:pt x="3771731" y="647303"/>
                  <a:pt x="3771232" y="646970"/>
                  <a:pt x="3770983" y="646555"/>
                </a:cubicBezTo>
                <a:lnTo>
                  <a:pt x="3760681" y="628694"/>
                </a:lnTo>
                <a:cubicBezTo>
                  <a:pt x="3760432" y="628195"/>
                  <a:pt x="3760432" y="627613"/>
                  <a:pt x="3760681" y="627198"/>
                </a:cubicBezTo>
                <a:lnTo>
                  <a:pt x="3770983" y="609336"/>
                </a:lnTo>
                <a:cubicBezTo>
                  <a:pt x="3771233" y="608837"/>
                  <a:pt x="3771731" y="608588"/>
                  <a:pt x="3772229" y="608588"/>
                </a:cubicBezTo>
                <a:lnTo>
                  <a:pt x="3792916" y="608588"/>
                </a:lnTo>
                <a:cubicBezTo>
                  <a:pt x="3793414" y="608588"/>
                  <a:pt x="3793913" y="608921"/>
                  <a:pt x="3794162" y="609336"/>
                </a:cubicBezTo>
                <a:lnTo>
                  <a:pt x="3804464" y="627198"/>
                </a:lnTo>
                <a:cubicBezTo>
                  <a:pt x="3804713" y="627696"/>
                  <a:pt x="3804713" y="628278"/>
                  <a:pt x="3804464" y="628694"/>
                </a:cubicBezTo>
                <a:lnTo>
                  <a:pt x="3794162" y="646555"/>
                </a:lnTo>
                <a:cubicBezTo>
                  <a:pt x="3793913" y="647054"/>
                  <a:pt x="3793414" y="647303"/>
                  <a:pt x="3792916" y="647303"/>
                </a:cubicBezTo>
                <a:close/>
                <a:moveTo>
                  <a:pt x="3832416" y="663430"/>
                </a:moveTo>
                <a:cubicBezTo>
                  <a:pt x="3831918" y="663430"/>
                  <a:pt x="3831419" y="663098"/>
                  <a:pt x="3831170" y="662682"/>
                </a:cubicBezTo>
                <a:lnTo>
                  <a:pt x="3820868" y="644821"/>
                </a:lnTo>
                <a:cubicBezTo>
                  <a:pt x="3820619" y="644322"/>
                  <a:pt x="3820619" y="643740"/>
                  <a:pt x="3820868" y="643325"/>
                </a:cubicBezTo>
                <a:lnTo>
                  <a:pt x="3831170" y="625463"/>
                </a:lnTo>
                <a:cubicBezTo>
                  <a:pt x="3831419" y="624964"/>
                  <a:pt x="3831918" y="624715"/>
                  <a:pt x="3832416" y="624715"/>
                </a:cubicBezTo>
                <a:lnTo>
                  <a:pt x="3853103" y="624715"/>
                </a:lnTo>
                <a:cubicBezTo>
                  <a:pt x="3853601" y="624715"/>
                  <a:pt x="3854100" y="625048"/>
                  <a:pt x="3854349" y="625463"/>
                </a:cubicBezTo>
                <a:lnTo>
                  <a:pt x="3864651" y="643325"/>
                </a:lnTo>
                <a:cubicBezTo>
                  <a:pt x="3864900" y="643823"/>
                  <a:pt x="3864900" y="644405"/>
                  <a:pt x="3864651" y="644821"/>
                </a:cubicBezTo>
                <a:lnTo>
                  <a:pt x="3854349" y="662682"/>
                </a:lnTo>
                <a:cubicBezTo>
                  <a:pt x="3854100" y="663181"/>
                  <a:pt x="3853601" y="663430"/>
                  <a:pt x="3853103" y="663430"/>
                </a:cubicBezTo>
                <a:close/>
                <a:moveTo>
                  <a:pt x="3892602" y="679557"/>
                </a:moveTo>
                <a:cubicBezTo>
                  <a:pt x="3892104" y="679557"/>
                  <a:pt x="3891605" y="679224"/>
                  <a:pt x="3891356" y="678809"/>
                </a:cubicBezTo>
                <a:lnTo>
                  <a:pt x="3881054" y="660948"/>
                </a:lnTo>
                <a:cubicBezTo>
                  <a:pt x="3880805" y="660449"/>
                  <a:pt x="3880805" y="659866"/>
                  <a:pt x="3881054" y="659452"/>
                </a:cubicBezTo>
                <a:lnTo>
                  <a:pt x="3891356" y="641589"/>
                </a:lnTo>
                <a:cubicBezTo>
                  <a:pt x="3891605" y="641090"/>
                  <a:pt x="3892104" y="640842"/>
                  <a:pt x="3892602" y="640841"/>
                </a:cubicBezTo>
                <a:lnTo>
                  <a:pt x="3913289" y="640842"/>
                </a:lnTo>
                <a:cubicBezTo>
                  <a:pt x="3913787" y="640842"/>
                  <a:pt x="3914286" y="641174"/>
                  <a:pt x="3914535" y="641590"/>
                </a:cubicBezTo>
                <a:lnTo>
                  <a:pt x="3924837" y="659452"/>
                </a:lnTo>
                <a:cubicBezTo>
                  <a:pt x="3925086" y="659950"/>
                  <a:pt x="3925086" y="660531"/>
                  <a:pt x="3924837" y="660948"/>
                </a:cubicBezTo>
                <a:lnTo>
                  <a:pt x="3914535" y="678808"/>
                </a:lnTo>
                <a:cubicBezTo>
                  <a:pt x="3914286" y="679307"/>
                  <a:pt x="3913787" y="679557"/>
                  <a:pt x="3913289" y="679556"/>
                </a:cubicBezTo>
                <a:close/>
                <a:moveTo>
                  <a:pt x="4012975" y="711810"/>
                </a:moveTo>
                <a:cubicBezTo>
                  <a:pt x="4012477" y="711810"/>
                  <a:pt x="4011978" y="711478"/>
                  <a:pt x="4011729" y="711062"/>
                </a:cubicBezTo>
                <a:lnTo>
                  <a:pt x="4001426" y="693201"/>
                </a:lnTo>
                <a:cubicBezTo>
                  <a:pt x="4001178" y="692703"/>
                  <a:pt x="4001178" y="692120"/>
                  <a:pt x="4001427" y="691705"/>
                </a:cubicBezTo>
                <a:lnTo>
                  <a:pt x="4011729" y="673843"/>
                </a:lnTo>
                <a:cubicBezTo>
                  <a:pt x="4011978" y="673344"/>
                  <a:pt x="4012477" y="673095"/>
                  <a:pt x="4012975" y="673095"/>
                </a:cubicBezTo>
                <a:lnTo>
                  <a:pt x="4033662" y="673095"/>
                </a:lnTo>
                <a:cubicBezTo>
                  <a:pt x="4034160" y="673095"/>
                  <a:pt x="4034659" y="673428"/>
                  <a:pt x="4034908" y="673843"/>
                </a:cubicBezTo>
                <a:lnTo>
                  <a:pt x="4045210" y="691705"/>
                </a:lnTo>
                <a:cubicBezTo>
                  <a:pt x="4045459" y="692203"/>
                  <a:pt x="4045459" y="692785"/>
                  <a:pt x="4045210" y="693201"/>
                </a:cubicBezTo>
                <a:lnTo>
                  <a:pt x="4034908" y="711062"/>
                </a:lnTo>
                <a:cubicBezTo>
                  <a:pt x="4034658" y="711561"/>
                  <a:pt x="4034159" y="711810"/>
                  <a:pt x="4033662" y="711810"/>
                </a:cubicBezTo>
                <a:close/>
                <a:moveTo>
                  <a:pt x="4073079" y="728010"/>
                </a:moveTo>
                <a:cubicBezTo>
                  <a:pt x="4072580" y="728009"/>
                  <a:pt x="4072082" y="727677"/>
                  <a:pt x="4071833" y="727262"/>
                </a:cubicBezTo>
                <a:lnTo>
                  <a:pt x="4061448" y="709317"/>
                </a:lnTo>
                <a:cubicBezTo>
                  <a:pt x="4061199" y="708818"/>
                  <a:pt x="4061199" y="708238"/>
                  <a:pt x="4061448" y="707821"/>
                </a:cubicBezTo>
                <a:lnTo>
                  <a:pt x="4071833" y="689876"/>
                </a:lnTo>
                <a:cubicBezTo>
                  <a:pt x="4072082" y="689377"/>
                  <a:pt x="4072580" y="689129"/>
                  <a:pt x="4073079" y="689128"/>
                </a:cubicBezTo>
                <a:lnTo>
                  <a:pt x="4093849" y="689128"/>
                </a:lnTo>
                <a:cubicBezTo>
                  <a:pt x="4094347" y="689128"/>
                  <a:pt x="4094846" y="689461"/>
                  <a:pt x="4095095" y="689876"/>
                </a:cubicBezTo>
                <a:lnTo>
                  <a:pt x="4105480" y="707821"/>
                </a:lnTo>
                <a:cubicBezTo>
                  <a:pt x="4105729" y="708319"/>
                  <a:pt x="4105729" y="708901"/>
                  <a:pt x="4105480" y="709317"/>
                </a:cubicBezTo>
                <a:lnTo>
                  <a:pt x="4095095" y="727262"/>
                </a:lnTo>
                <a:cubicBezTo>
                  <a:pt x="4094846" y="727760"/>
                  <a:pt x="4094347" y="728009"/>
                  <a:pt x="4093849" y="728009"/>
                </a:cubicBezTo>
                <a:close/>
                <a:moveTo>
                  <a:pt x="3711878" y="631332"/>
                </a:moveTo>
                <a:cubicBezTo>
                  <a:pt x="3711379" y="631332"/>
                  <a:pt x="3710881" y="631000"/>
                  <a:pt x="3710631" y="630584"/>
                </a:cubicBezTo>
                <a:lnTo>
                  <a:pt x="3700247" y="612556"/>
                </a:lnTo>
                <a:cubicBezTo>
                  <a:pt x="3699998" y="612058"/>
                  <a:pt x="3699998" y="611476"/>
                  <a:pt x="3700247" y="611060"/>
                </a:cubicBezTo>
                <a:lnTo>
                  <a:pt x="3710714" y="593032"/>
                </a:lnTo>
                <a:cubicBezTo>
                  <a:pt x="3710964" y="592534"/>
                  <a:pt x="3711463" y="592285"/>
                  <a:pt x="3711961" y="592285"/>
                </a:cubicBezTo>
                <a:lnTo>
                  <a:pt x="3732814" y="592285"/>
                </a:lnTo>
                <a:cubicBezTo>
                  <a:pt x="3733313" y="592285"/>
                  <a:pt x="3733811" y="592617"/>
                  <a:pt x="3734060" y="593032"/>
                </a:cubicBezTo>
                <a:lnTo>
                  <a:pt x="3744445" y="611060"/>
                </a:lnTo>
                <a:cubicBezTo>
                  <a:pt x="3744694" y="611559"/>
                  <a:pt x="3744693" y="612141"/>
                  <a:pt x="3744445" y="612556"/>
                </a:cubicBezTo>
                <a:lnTo>
                  <a:pt x="3733977" y="630584"/>
                </a:lnTo>
                <a:cubicBezTo>
                  <a:pt x="3733728" y="631083"/>
                  <a:pt x="3733229" y="631332"/>
                  <a:pt x="3732731" y="631332"/>
                </a:cubicBezTo>
                <a:close/>
                <a:moveTo>
                  <a:pt x="2387721" y="276700"/>
                </a:moveTo>
                <a:cubicBezTo>
                  <a:pt x="2387223" y="276699"/>
                  <a:pt x="2386724" y="276366"/>
                  <a:pt x="2386475" y="275952"/>
                </a:cubicBezTo>
                <a:lnTo>
                  <a:pt x="2375924" y="257674"/>
                </a:lnTo>
                <a:cubicBezTo>
                  <a:pt x="2375675" y="257176"/>
                  <a:pt x="2375675" y="256593"/>
                  <a:pt x="2375924" y="256179"/>
                </a:cubicBezTo>
                <a:lnTo>
                  <a:pt x="2386475" y="237901"/>
                </a:lnTo>
                <a:cubicBezTo>
                  <a:pt x="2386724" y="237403"/>
                  <a:pt x="2387223" y="237153"/>
                  <a:pt x="2387721" y="237154"/>
                </a:cubicBezTo>
                <a:lnTo>
                  <a:pt x="2408740" y="237153"/>
                </a:lnTo>
                <a:cubicBezTo>
                  <a:pt x="2409239" y="237153"/>
                  <a:pt x="2409737" y="237486"/>
                  <a:pt x="2409986" y="237900"/>
                </a:cubicBezTo>
                <a:lnTo>
                  <a:pt x="2420538" y="256179"/>
                </a:lnTo>
                <a:cubicBezTo>
                  <a:pt x="2420787" y="256677"/>
                  <a:pt x="2420787" y="257258"/>
                  <a:pt x="2420538" y="257674"/>
                </a:cubicBezTo>
                <a:lnTo>
                  <a:pt x="2409986" y="275951"/>
                </a:lnTo>
                <a:cubicBezTo>
                  <a:pt x="2409737" y="276449"/>
                  <a:pt x="2409239" y="276699"/>
                  <a:pt x="2408740" y="276699"/>
                </a:cubicBezTo>
                <a:close/>
                <a:moveTo>
                  <a:pt x="2447907" y="292826"/>
                </a:moveTo>
                <a:cubicBezTo>
                  <a:pt x="2447409" y="292826"/>
                  <a:pt x="2446910" y="292493"/>
                  <a:pt x="2446660" y="292078"/>
                </a:cubicBezTo>
                <a:lnTo>
                  <a:pt x="2436110" y="273800"/>
                </a:lnTo>
                <a:cubicBezTo>
                  <a:pt x="2435860" y="273302"/>
                  <a:pt x="2435861" y="272720"/>
                  <a:pt x="2436109" y="272305"/>
                </a:cubicBezTo>
                <a:lnTo>
                  <a:pt x="2446661" y="254027"/>
                </a:lnTo>
                <a:cubicBezTo>
                  <a:pt x="2446910" y="253529"/>
                  <a:pt x="2447409" y="253280"/>
                  <a:pt x="2447906" y="253280"/>
                </a:cubicBezTo>
                <a:lnTo>
                  <a:pt x="2468926" y="253280"/>
                </a:lnTo>
                <a:cubicBezTo>
                  <a:pt x="2469425" y="253280"/>
                  <a:pt x="2469923" y="253612"/>
                  <a:pt x="2470172" y="254027"/>
                </a:cubicBezTo>
                <a:lnTo>
                  <a:pt x="2480724" y="272305"/>
                </a:lnTo>
                <a:cubicBezTo>
                  <a:pt x="2480973" y="272803"/>
                  <a:pt x="2480973" y="273385"/>
                  <a:pt x="2480724" y="273800"/>
                </a:cubicBezTo>
                <a:lnTo>
                  <a:pt x="2470172" y="292078"/>
                </a:lnTo>
                <a:cubicBezTo>
                  <a:pt x="2469923" y="292576"/>
                  <a:pt x="2469425" y="292826"/>
                  <a:pt x="2468926" y="292826"/>
                </a:cubicBezTo>
                <a:close/>
                <a:moveTo>
                  <a:pt x="2327346" y="260913"/>
                </a:moveTo>
                <a:cubicBezTo>
                  <a:pt x="2326764" y="260912"/>
                  <a:pt x="2326265" y="260663"/>
                  <a:pt x="2326016" y="260164"/>
                </a:cubicBezTo>
                <a:lnTo>
                  <a:pt x="2315382" y="241638"/>
                </a:lnTo>
                <a:cubicBezTo>
                  <a:pt x="2315133" y="241223"/>
                  <a:pt x="2315133" y="240640"/>
                  <a:pt x="2315382" y="240142"/>
                </a:cubicBezTo>
                <a:lnTo>
                  <a:pt x="2326099" y="221615"/>
                </a:lnTo>
                <a:cubicBezTo>
                  <a:pt x="2326431" y="221201"/>
                  <a:pt x="2326930" y="220869"/>
                  <a:pt x="2327428" y="220868"/>
                </a:cubicBezTo>
                <a:lnTo>
                  <a:pt x="2348780" y="220869"/>
                </a:lnTo>
                <a:cubicBezTo>
                  <a:pt x="2349361" y="220869"/>
                  <a:pt x="2349860" y="221118"/>
                  <a:pt x="2350109" y="221616"/>
                </a:cubicBezTo>
                <a:lnTo>
                  <a:pt x="2360743" y="240143"/>
                </a:lnTo>
                <a:cubicBezTo>
                  <a:pt x="2360992" y="240558"/>
                  <a:pt x="2360992" y="241140"/>
                  <a:pt x="2360743" y="241639"/>
                </a:cubicBezTo>
                <a:lnTo>
                  <a:pt x="2350026" y="260165"/>
                </a:lnTo>
                <a:cubicBezTo>
                  <a:pt x="2349694" y="260580"/>
                  <a:pt x="2349195" y="260913"/>
                  <a:pt x="2348697" y="260913"/>
                </a:cubicBezTo>
                <a:close/>
                <a:moveTo>
                  <a:pt x="2507905" y="309293"/>
                </a:moveTo>
                <a:cubicBezTo>
                  <a:pt x="2507322" y="309293"/>
                  <a:pt x="2506823" y="309044"/>
                  <a:pt x="2506575" y="308545"/>
                </a:cubicBezTo>
                <a:lnTo>
                  <a:pt x="2495941" y="290019"/>
                </a:lnTo>
                <a:cubicBezTo>
                  <a:pt x="2495692" y="289603"/>
                  <a:pt x="2495691" y="289021"/>
                  <a:pt x="2495941" y="288523"/>
                </a:cubicBezTo>
                <a:lnTo>
                  <a:pt x="2506658" y="269996"/>
                </a:lnTo>
                <a:cubicBezTo>
                  <a:pt x="2506990" y="269581"/>
                  <a:pt x="2507489" y="269249"/>
                  <a:pt x="2507987" y="269249"/>
                </a:cubicBezTo>
                <a:lnTo>
                  <a:pt x="2529339" y="269249"/>
                </a:lnTo>
                <a:cubicBezTo>
                  <a:pt x="2529920" y="269249"/>
                  <a:pt x="2530419" y="269498"/>
                  <a:pt x="2530668" y="269996"/>
                </a:cubicBezTo>
                <a:lnTo>
                  <a:pt x="2541301" y="288523"/>
                </a:lnTo>
                <a:cubicBezTo>
                  <a:pt x="2541551" y="288939"/>
                  <a:pt x="2541551" y="289520"/>
                  <a:pt x="2541302" y="290019"/>
                </a:cubicBezTo>
                <a:lnTo>
                  <a:pt x="2530585" y="308545"/>
                </a:lnTo>
                <a:cubicBezTo>
                  <a:pt x="2530253" y="308961"/>
                  <a:pt x="2529754" y="309293"/>
                  <a:pt x="2529256" y="309293"/>
                </a:cubicBezTo>
                <a:close/>
                <a:moveTo>
                  <a:pt x="2267160" y="244868"/>
                </a:moveTo>
                <a:cubicBezTo>
                  <a:pt x="2266578" y="244868"/>
                  <a:pt x="2266080" y="244619"/>
                  <a:pt x="2265830" y="244121"/>
                </a:cubicBezTo>
                <a:lnTo>
                  <a:pt x="2255113" y="225511"/>
                </a:lnTo>
                <a:cubicBezTo>
                  <a:pt x="2254864" y="225095"/>
                  <a:pt x="2254864" y="224514"/>
                  <a:pt x="2255113" y="224015"/>
                </a:cubicBezTo>
                <a:lnTo>
                  <a:pt x="2265831" y="205405"/>
                </a:lnTo>
                <a:cubicBezTo>
                  <a:pt x="2266163" y="204990"/>
                  <a:pt x="2266661" y="204658"/>
                  <a:pt x="2267160" y="204658"/>
                </a:cubicBezTo>
                <a:lnTo>
                  <a:pt x="2288595" y="204658"/>
                </a:lnTo>
                <a:cubicBezTo>
                  <a:pt x="2289175" y="204658"/>
                  <a:pt x="2289674" y="204907"/>
                  <a:pt x="2289924" y="205405"/>
                </a:cubicBezTo>
                <a:lnTo>
                  <a:pt x="2300640" y="224015"/>
                </a:lnTo>
                <a:cubicBezTo>
                  <a:pt x="2300890" y="224431"/>
                  <a:pt x="2300891" y="225012"/>
                  <a:pt x="2300640" y="225511"/>
                </a:cubicBezTo>
                <a:lnTo>
                  <a:pt x="2289923" y="244121"/>
                </a:lnTo>
                <a:cubicBezTo>
                  <a:pt x="2289591" y="244536"/>
                  <a:pt x="2289092" y="244868"/>
                  <a:pt x="2288594" y="244868"/>
                </a:cubicBezTo>
                <a:close/>
                <a:moveTo>
                  <a:pt x="4494049" y="841561"/>
                </a:moveTo>
                <a:cubicBezTo>
                  <a:pt x="4493468" y="841561"/>
                  <a:pt x="4492969" y="841312"/>
                  <a:pt x="4492720" y="840814"/>
                </a:cubicBezTo>
                <a:lnTo>
                  <a:pt x="4482003" y="822204"/>
                </a:lnTo>
                <a:cubicBezTo>
                  <a:pt x="4481754" y="821788"/>
                  <a:pt x="4481754" y="821207"/>
                  <a:pt x="4482003" y="820708"/>
                </a:cubicBezTo>
                <a:lnTo>
                  <a:pt x="4492720" y="802098"/>
                </a:lnTo>
                <a:cubicBezTo>
                  <a:pt x="4493052" y="801683"/>
                  <a:pt x="4493551" y="801351"/>
                  <a:pt x="4494049" y="801351"/>
                </a:cubicBezTo>
                <a:lnTo>
                  <a:pt x="4515484" y="801351"/>
                </a:lnTo>
                <a:cubicBezTo>
                  <a:pt x="4516065" y="801351"/>
                  <a:pt x="4516564" y="801600"/>
                  <a:pt x="4516813" y="802098"/>
                </a:cubicBezTo>
                <a:lnTo>
                  <a:pt x="4527530" y="820708"/>
                </a:lnTo>
                <a:cubicBezTo>
                  <a:pt x="4527779" y="821124"/>
                  <a:pt x="4527779" y="821705"/>
                  <a:pt x="4527530" y="822204"/>
                </a:cubicBezTo>
                <a:lnTo>
                  <a:pt x="4516813" y="840814"/>
                </a:lnTo>
                <a:cubicBezTo>
                  <a:pt x="4516481" y="841229"/>
                  <a:pt x="4515982" y="841561"/>
                  <a:pt x="4515484" y="841561"/>
                </a:cubicBezTo>
                <a:close/>
                <a:moveTo>
                  <a:pt x="2206889" y="228824"/>
                </a:moveTo>
                <a:cubicBezTo>
                  <a:pt x="2206309" y="228824"/>
                  <a:pt x="2205810" y="228575"/>
                  <a:pt x="2205560" y="228077"/>
                </a:cubicBezTo>
                <a:lnTo>
                  <a:pt x="2194761" y="209384"/>
                </a:lnTo>
                <a:cubicBezTo>
                  <a:pt x="2194511" y="208967"/>
                  <a:pt x="2194512" y="208387"/>
                  <a:pt x="2194760" y="207888"/>
                </a:cubicBezTo>
                <a:lnTo>
                  <a:pt x="2205560" y="189195"/>
                </a:lnTo>
                <a:cubicBezTo>
                  <a:pt x="2205809" y="188780"/>
                  <a:pt x="2206392" y="188448"/>
                  <a:pt x="2206889" y="188448"/>
                </a:cubicBezTo>
                <a:lnTo>
                  <a:pt x="2228491" y="188448"/>
                </a:lnTo>
                <a:cubicBezTo>
                  <a:pt x="2229071" y="188448"/>
                  <a:pt x="2229570" y="188697"/>
                  <a:pt x="2229819" y="189195"/>
                </a:cubicBezTo>
                <a:lnTo>
                  <a:pt x="2240620" y="207888"/>
                </a:lnTo>
                <a:cubicBezTo>
                  <a:pt x="2240869" y="208304"/>
                  <a:pt x="2240870" y="208886"/>
                  <a:pt x="2240621" y="209384"/>
                </a:cubicBezTo>
                <a:lnTo>
                  <a:pt x="2229820" y="228077"/>
                </a:lnTo>
                <a:cubicBezTo>
                  <a:pt x="2229571" y="228492"/>
                  <a:pt x="2228988" y="228824"/>
                  <a:pt x="2228490" y="228824"/>
                </a:cubicBezTo>
                <a:close/>
                <a:moveTo>
                  <a:pt x="2568008" y="325585"/>
                </a:moveTo>
                <a:cubicBezTo>
                  <a:pt x="2567427" y="325585"/>
                  <a:pt x="2566928" y="325336"/>
                  <a:pt x="2566679" y="324838"/>
                </a:cubicBezTo>
                <a:lnTo>
                  <a:pt x="2555879" y="306145"/>
                </a:lnTo>
                <a:cubicBezTo>
                  <a:pt x="2555629" y="305729"/>
                  <a:pt x="2555630" y="305148"/>
                  <a:pt x="2555878" y="304649"/>
                </a:cubicBezTo>
                <a:lnTo>
                  <a:pt x="2566678" y="285956"/>
                </a:lnTo>
                <a:cubicBezTo>
                  <a:pt x="2566927" y="285541"/>
                  <a:pt x="2567510" y="285209"/>
                  <a:pt x="2568008" y="285209"/>
                </a:cubicBezTo>
                <a:lnTo>
                  <a:pt x="2589609" y="285209"/>
                </a:lnTo>
                <a:cubicBezTo>
                  <a:pt x="2590189" y="285209"/>
                  <a:pt x="2590688" y="285458"/>
                  <a:pt x="2590938" y="285956"/>
                </a:cubicBezTo>
                <a:lnTo>
                  <a:pt x="2601739" y="304649"/>
                </a:lnTo>
                <a:cubicBezTo>
                  <a:pt x="2601987" y="305065"/>
                  <a:pt x="2601988" y="305647"/>
                  <a:pt x="2601739" y="306145"/>
                </a:cubicBezTo>
                <a:lnTo>
                  <a:pt x="2590938" y="324838"/>
                </a:lnTo>
                <a:cubicBezTo>
                  <a:pt x="2590689" y="325253"/>
                  <a:pt x="2590106" y="325585"/>
                  <a:pt x="2589609" y="325585"/>
                </a:cubicBezTo>
                <a:close/>
                <a:moveTo>
                  <a:pt x="2688379" y="357839"/>
                </a:moveTo>
                <a:cubicBezTo>
                  <a:pt x="2687798" y="357839"/>
                  <a:pt x="2687299" y="357590"/>
                  <a:pt x="2687050" y="357092"/>
                </a:cubicBezTo>
                <a:lnTo>
                  <a:pt x="2676250" y="338399"/>
                </a:lnTo>
                <a:cubicBezTo>
                  <a:pt x="2676001" y="337982"/>
                  <a:pt x="2676001" y="337402"/>
                  <a:pt x="2676250" y="336902"/>
                </a:cubicBezTo>
                <a:lnTo>
                  <a:pt x="2687050" y="318210"/>
                </a:lnTo>
                <a:cubicBezTo>
                  <a:pt x="2687299" y="317795"/>
                  <a:pt x="2687881" y="317462"/>
                  <a:pt x="2688379" y="317463"/>
                </a:cubicBezTo>
                <a:lnTo>
                  <a:pt x="2709980" y="317463"/>
                </a:lnTo>
                <a:cubicBezTo>
                  <a:pt x="2710561" y="317462"/>
                  <a:pt x="2711060" y="317712"/>
                  <a:pt x="2711309" y="318210"/>
                </a:cubicBezTo>
                <a:lnTo>
                  <a:pt x="2722110" y="336902"/>
                </a:lnTo>
                <a:cubicBezTo>
                  <a:pt x="2722359" y="337319"/>
                  <a:pt x="2722359" y="337900"/>
                  <a:pt x="2722111" y="338398"/>
                </a:cubicBezTo>
                <a:lnTo>
                  <a:pt x="2711309" y="357091"/>
                </a:lnTo>
                <a:cubicBezTo>
                  <a:pt x="2711061" y="357507"/>
                  <a:pt x="2710478" y="357839"/>
                  <a:pt x="2709980" y="357838"/>
                </a:cubicBezTo>
                <a:close/>
                <a:moveTo>
                  <a:pt x="2628016" y="342127"/>
                </a:moveTo>
                <a:cubicBezTo>
                  <a:pt x="2627517" y="342127"/>
                  <a:pt x="2626937" y="341878"/>
                  <a:pt x="2626688" y="341379"/>
                </a:cubicBezTo>
                <a:lnTo>
                  <a:pt x="2615721" y="322354"/>
                </a:lnTo>
                <a:cubicBezTo>
                  <a:pt x="2615471" y="321856"/>
                  <a:pt x="2615472" y="321274"/>
                  <a:pt x="2615720" y="320776"/>
                </a:cubicBezTo>
                <a:lnTo>
                  <a:pt x="2626687" y="301750"/>
                </a:lnTo>
                <a:cubicBezTo>
                  <a:pt x="2626936" y="301335"/>
                  <a:pt x="2627435" y="301003"/>
                  <a:pt x="2628016" y="301003"/>
                </a:cubicBezTo>
                <a:lnTo>
                  <a:pt x="2649949" y="301003"/>
                </a:lnTo>
                <a:cubicBezTo>
                  <a:pt x="2650447" y="301003"/>
                  <a:pt x="2651029" y="301252"/>
                  <a:pt x="2651278" y="301750"/>
                </a:cubicBezTo>
                <a:lnTo>
                  <a:pt x="2662245" y="320776"/>
                </a:lnTo>
                <a:cubicBezTo>
                  <a:pt x="2662494" y="321274"/>
                  <a:pt x="2662495" y="321856"/>
                  <a:pt x="2662244" y="322354"/>
                </a:cubicBezTo>
                <a:lnTo>
                  <a:pt x="2651279" y="341379"/>
                </a:lnTo>
                <a:cubicBezTo>
                  <a:pt x="2651029" y="341795"/>
                  <a:pt x="2650530" y="342127"/>
                  <a:pt x="2649950" y="342127"/>
                </a:cubicBezTo>
                <a:close/>
                <a:moveTo>
                  <a:pt x="2146443" y="213195"/>
                </a:moveTo>
                <a:cubicBezTo>
                  <a:pt x="2145945" y="213195"/>
                  <a:pt x="2145363" y="212945"/>
                  <a:pt x="2145114" y="212448"/>
                </a:cubicBezTo>
                <a:lnTo>
                  <a:pt x="2134065" y="193339"/>
                </a:lnTo>
                <a:cubicBezTo>
                  <a:pt x="2133816" y="192840"/>
                  <a:pt x="2133816" y="192258"/>
                  <a:pt x="2134065" y="191760"/>
                </a:cubicBezTo>
                <a:lnTo>
                  <a:pt x="2145114" y="172652"/>
                </a:lnTo>
                <a:cubicBezTo>
                  <a:pt x="2145363" y="172236"/>
                  <a:pt x="2145862" y="171905"/>
                  <a:pt x="2146443" y="171904"/>
                </a:cubicBezTo>
                <a:lnTo>
                  <a:pt x="2168543" y="171904"/>
                </a:lnTo>
                <a:cubicBezTo>
                  <a:pt x="2169041" y="171904"/>
                  <a:pt x="2169623" y="172153"/>
                  <a:pt x="2169872" y="172651"/>
                </a:cubicBezTo>
                <a:lnTo>
                  <a:pt x="2180922" y="191760"/>
                </a:lnTo>
                <a:cubicBezTo>
                  <a:pt x="2181170" y="192259"/>
                  <a:pt x="2181170" y="192840"/>
                  <a:pt x="2180922" y="193339"/>
                </a:cubicBezTo>
                <a:lnTo>
                  <a:pt x="2169872" y="212447"/>
                </a:lnTo>
                <a:cubicBezTo>
                  <a:pt x="2169623" y="212863"/>
                  <a:pt x="2169124" y="213194"/>
                  <a:pt x="2168543" y="213194"/>
                </a:cubicBezTo>
                <a:close/>
                <a:moveTo>
                  <a:pt x="1894807" y="195117"/>
                </a:moveTo>
                <a:cubicBezTo>
                  <a:pt x="1894393" y="195118"/>
                  <a:pt x="1893810" y="194537"/>
                  <a:pt x="1893810" y="194537"/>
                </a:cubicBezTo>
                <a:lnTo>
                  <a:pt x="1885835" y="180746"/>
                </a:lnTo>
                <a:cubicBezTo>
                  <a:pt x="1885669" y="180329"/>
                  <a:pt x="1885835" y="179582"/>
                  <a:pt x="1885835" y="179582"/>
                </a:cubicBezTo>
                <a:lnTo>
                  <a:pt x="1893810" y="165792"/>
                </a:lnTo>
                <a:cubicBezTo>
                  <a:pt x="1894061" y="165459"/>
                  <a:pt x="1894807" y="165210"/>
                  <a:pt x="1894807" y="165210"/>
                </a:cubicBezTo>
                <a:lnTo>
                  <a:pt x="1910760" y="165210"/>
                </a:lnTo>
                <a:cubicBezTo>
                  <a:pt x="1911174" y="165209"/>
                  <a:pt x="1911756" y="165791"/>
                  <a:pt x="1911756" y="165791"/>
                </a:cubicBezTo>
                <a:lnTo>
                  <a:pt x="1919731" y="179582"/>
                </a:lnTo>
                <a:cubicBezTo>
                  <a:pt x="1919898" y="179998"/>
                  <a:pt x="1919731" y="180746"/>
                  <a:pt x="1919731" y="180746"/>
                </a:cubicBezTo>
                <a:lnTo>
                  <a:pt x="1911756" y="194536"/>
                </a:lnTo>
                <a:cubicBezTo>
                  <a:pt x="1911506" y="194868"/>
                  <a:pt x="1910759" y="195118"/>
                  <a:pt x="1910759" y="195118"/>
                </a:cubicBezTo>
                <a:close/>
                <a:moveTo>
                  <a:pt x="1954745" y="211661"/>
                </a:moveTo>
                <a:cubicBezTo>
                  <a:pt x="1954329" y="211661"/>
                  <a:pt x="1953748" y="211079"/>
                  <a:pt x="1953748" y="211079"/>
                </a:cubicBezTo>
                <a:lnTo>
                  <a:pt x="1945606" y="196873"/>
                </a:lnTo>
                <a:cubicBezTo>
                  <a:pt x="1945357" y="196541"/>
                  <a:pt x="1945607" y="195709"/>
                  <a:pt x="1945607" y="195709"/>
                </a:cubicBezTo>
                <a:lnTo>
                  <a:pt x="1953831" y="181503"/>
                </a:lnTo>
                <a:cubicBezTo>
                  <a:pt x="1953997" y="181171"/>
                  <a:pt x="1954828" y="180921"/>
                  <a:pt x="1954828" y="180921"/>
                </a:cubicBezTo>
                <a:lnTo>
                  <a:pt x="1971194" y="180922"/>
                </a:lnTo>
                <a:cubicBezTo>
                  <a:pt x="1971609" y="180922"/>
                  <a:pt x="1972191" y="181503"/>
                  <a:pt x="1972191" y="181503"/>
                </a:cubicBezTo>
                <a:lnTo>
                  <a:pt x="1980333" y="195709"/>
                </a:lnTo>
                <a:cubicBezTo>
                  <a:pt x="1980582" y="196042"/>
                  <a:pt x="1980333" y="196873"/>
                  <a:pt x="1980333" y="196873"/>
                </a:cubicBezTo>
                <a:lnTo>
                  <a:pt x="1972109" y="211079"/>
                </a:lnTo>
                <a:cubicBezTo>
                  <a:pt x="1971942" y="211412"/>
                  <a:pt x="1971111" y="211661"/>
                  <a:pt x="1971111" y="211661"/>
                </a:cubicBezTo>
                <a:close/>
                <a:moveTo>
                  <a:pt x="3578879" y="648833"/>
                </a:moveTo>
                <a:cubicBezTo>
                  <a:pt x="3578464" y="648833"/>
                  <a:pt x="3577799" y="648168"/>
                  <a:pt x="3577799" y="648168"/>
                </a:cubicBezTo>
                <a:lnTo>
                  <a:pt x="3568661" y="632300"/>
                </a:lnTo>
                <a:cubicBezTo>
                  <a:pt x="3568412" y="631884"/>
                  <a:pt x="3568661" y="630971"/>
                  <a:pt x="3568661" y="630971"/>
                </a:cubicBezTo>
                <a:lnTo>
                  <a:pt x="3577799" y="615103"/>
                </a:lnTo>
                <a:cubicBezTo>
                  <a:pt x="3577966" y="614687"/>
                  <a:pt x="3578464" y="614438"/>
                  <a:pt x="3578879" y="614438"/>
                </a:cubicBezTo>
                <a:lnTo>
                  <a:pt x="3597157" y="614438"/>
                </a:lnTo>
                <a:cubicBezTo>
                  <a:pt x="3597572" y="614438"/>
                  <a:pt x="3598237" y="615103"/>
                  <a:pt x="3598237" y="615103"/>
                </a:cubicBezTo>
                <a:lnTo>
                  <a:pt x="3607375" y="630971"/>
                </a:lnTo>
                <a:cubicBezTo>
                  <a:pt x="3607625" y="631386"/>
                  <a:pt x="3607375" y="632300"/>
                  <a:pt x="3607375" y="632300"/>
                </a:cubicBezTo>
                <a:lnTo>
                  <a:pt x="3598237" y="648168"/>
                </a:lnTo>
                <a:cubicBezTo>
                  <a:pt x="3598071" y="648583"/>
                  <a:pt x="3597572" y="648833"/>
                  <a:pt x="3597157" y="648833"/>
                </a:cubicBezTo>
                <a:close/>
                <a:moveTo>
                  <a:pt x="2013363" y="230779"/>
                </a:moveTo>
                <a:cubicBezTo>
                  <a:pt x="2012947" y="230778"/>
                  <a:pt x="2012449" y="230530"/>
                  <a:pt x="2012199" y="230115"/>
                </a:cubicBezTo>
                <a:lnTo>
                  <a:pt x="2002396" y="213084"/>
                </a:lnTo>
                <a:cubicBezTo>
                  <a:pt x="2002147" y="212668"/>
                  <a:pt x="2002147" y="212086"/>
                  <a:pt x="2002396" y="211671"/>
                </a:cubicBezTo>
                <a:lnTo>
                  <a:pt x="2012199" y="194639"/>
                </a:lnTo>
                <a:cubicBezTo>
                  <a:pt x="2012449" y="194223"/>
                  <a:pt x="2012864" y="193975"/>
                  <a:pt x="2013363" y="193974"/>
                </a:cubicBezTo>
                <a:lnTo>
                  <a:pt x="2032969" y="193974"/>
                </a:lnTo>
                <a:cubicBezTo>
                  <a:pt x="2033384" y="193975"/>
                  <a:pt x="2033883" y="194223"/>
                  <a:pt x="2034132" y="194640"/>
                </a:cubicBezTo>
                <a:lnTo>
                  <a:pt x="2043936" y="211671"/>
                </a:lnTo>
                <a:cubicBezTo>
                  <a:pt x="2044185" y="212085"/>
                  <a:pt x="2044185" y="212668"/>
                  <a:pt x="2043936" y="213083"/>
                </a:cubicBezTo>
                <a:lnTo>
                  <a:pt x="2034132" y="230115"/>
                </a:lnTo>
                <a:cubicBezTo>
                  <a:pt x="2033883" y="230529"/>
                  <a:pt x="2033468" y="230779"/>
                  <a:pt x="2032969" y="230778"/>
                </a:cubicBezTo>
                <a:close/>
                <a:moveTo>
                  <a:pt x="3638390" y="666204"/>
                </a:moveTo>
                <a:cubicBezTo>
                  <a:pt x="3637975" y="666203"/>
                  <a:pt x="3637476" y="665955"/>
                  <a:pt x="3637227" y="665540"/>
                </a:cubicBezTo>
                <a:lnTo>
                  <a:pt x="3627424" y="648509"/>
                </a:lnTo>
                <a:cubicBezTo>
                  <a:pt x="3627175" y="648093"/>
                  <a:pt x="3627175" y="647511"/>
                  <a:pt x="3627424" y="647096"/>
                </a:cubicBezTo>
                <a:lnTo>
                  <a:pt x="3637227" y="630064"/>
                </a:lnTo>
                <a:cubicBezTo>
                  <a:pt x="3637476" y="629649"/>
                  <a:pt x="3637892" y="629400"/>
                  <a:pt x="3638390" y="629400"/>
                </a:cubicBezTo>
                <a:lnTo>
                  <a:pt x="3657997" y="629399"/>
                </a:lnTo>
                <a:cubicBezTo>
                  <a:pt x="3658413" y="629400"/>
                  <a:pt x="3658911" y="629648"/>
                  <a:pt x="3659160" y="630065"/>
                </a:cubicBezTo>
                <a:lnTo>
                  <a:pt x="3668964" y="647096"/>
                </a:lnTo>
                <a:cubicBezTo>
                  <a:pt x="3669213" y="647510"/>
                  <a:pt x="3669213" y="648093"/>
                  <a:pt x="3668964" y="648508"/>
                </a:cubicBezTo>
                <a:lnTo>
                  <a:pt x="3659160" y="665540"/>
                </a:lnTo>
                <a:cubicBezTo>
                  <a:pt x="3658911" y="665954"/>
                  <a:pt x="3658495" y="666203"/>
                  <a:pt x="3657997" y="666203"/>
                </a:cubicBezTo>
                <a:close/>
                <a:moveTo>
                  <a:pt x="3999259" y="763464"/>
                </a:moveTo>
                <a:cubicBezTo>
                  <a:pt x="3998760" y="763464"/>
                  <a:pt x="3998262" y="763132"/>
                  <a:pt x="3998013" y="762716"/>
                </a:cubicBezTo>
                <a:lnTo>
                  <a:pt x="3987960" y="745270"/>
                </a:lnTo>
                <a:cubicBezTo>
                  <a:pt x="3987711" y="744854"/>
                  <a:pt x="3987711" y="744273"/>
                  <a:pt x="3987960" y="743857"/>
                </a:cubicBezTo>
                <a:lnTo>
                  <a:pt x="3998013" y="726411"/>
                </a:lnTo>
                <a:cubicBezTo>
                  <a:pt x="3998262" y="725912"/>
                  <a:pt x="3998760" y="725663"/>
                  <a:pt x="3999259" y="725663"/>
                </a:cubicBezTo>
                <a:lnTo>
                  <a:pt x="4019364" y="725663"/>
                </a:lnTo>
                <a:cubicBezTo>
                  <a:pt x="4019862" y="725663"/>
                  <a:pt x="4020361" y="725996"/>
                  <a:pt x="4020610" y="726411"/>
                </a:cubicBezTo>
                <a:lnTo>
                  <a:pt x="4030663" y="743857"/>
                </a:lnTo>
                <a:cubicBezTo>
                  <a:pt x="4030912" y="744273"/>
                  <a:pt x="4030912" y="744854"/>
                  <a:pt x="4030663" y="745270"/>
                </a:cubicBezTo>
                <a:lnTo>
                  <a:pt x="4020610" y="762716"/>
                </a:lnTo>
                <a:cubicBezTo>
                  <a:pt x="4020361" y="763215"/>
                  <a:pt x="4019862" y="763464"/>
                  <a:pt x="4019364" y="763464"/>
                </a:cubicBezTo>
                <a:close/>
                <a:moveTo>
                  <a:pt x="4059363" y="779674"/>
                </a:moveTo>
                <a:cubicBezTo>
                  <a:pt x="4058864" y="779674"/>
                  <a:pt x="4058366" y="779342"/>
                  <a:pt x="4058117" y="778927"/>
                </a:cubicBezTo>
                <a:lnTo>
                  <a:pt x="4047981" y="761397"/>
                </a:lnTo>
                <a:cubicBezTo>
                  <a:pt x="4047732" y="760981"/>
                  <a:pt x="4047732" y="760400"/>
                  <a:pt x="4047981" y="759985"/>
                </a:cubicBezTo>
                <a:lnTo>
                  <a:pt x="4058117" y="742455"/>
                </a:lnTo>
                <a:cubicBezTo>
                  <a:pt x="4058366" y="741956"/>
                  <a:pt x="4058864" y="741707"/>
                  <a:pt x="4059363" y="741707"/>
                </a:cubicBezTo>
                <a:lnTo>
                  <a:pt x="4079634" y="741707"/>
                </a:lnTo>
                <a:cubicBezTo>
                  <a:pt x="4080133" y="741707"/>
                  <a:pt x="4080631" y="742040"/>
                  <a:pt x="4080880" y="742455"/>
                </a:cubicBezTo>
                <a:lnTo>
                  <a:pt x="4091016" y="759985"/>
                </a:lnTo>
                <a:cubicBezTo>
                  <a:pt x="4091265" y="760400"/>
                  <a:pt x="4091265" y="760981"/>
                  <a:pt x="4091016" y="761397"/>
                </a:cubicBezTo>
                <a:lnTo>
                  <a:pt x="4080880" y="778927"/>
                </a:lnTo>
                <a:cubicBezTo>
                  <a:pt x="4080631" y="779425"/>
                  <a:pt x="4080133" y="779674"/>
                  <a:pt x="4079634" y="779674"/>
                </a:cubicBezTo>
                <a:close/>
                <a:moveTo>
                  <a:pt x="4300107" y="844181"/>
                </a:moveTo>
                <a:cubicBezTo>
                  <a:pt x="4299608" y="844181"/>
                  <a:pt x="4299110" y="843849"/>
                  <a:pt x="4298862" y="843434"/>
                </a:cubicBezTo>
                <a:lnTo>
                  <a:pt x="4288725" y="825904"/>
                </a:lnTo>
                <a:cubicBezTo>
                  <a:pt x="4288477" y="825488"/>
                  <a:pt x="4288477" y="824907"/>
                  <a:pt x="4288725" y="824492"/>
                </a:cubicBezTo>
                <a:lnTo>
                  <a:pt x="4298861" y="806962"/>
                </a:lnTo>
                <a:cubicBezTo>
                  <a:pt x="4299111" y="806463"/>
                  <a:pt x="4299608" y="806214"/>
                  <a:pt x="4300107" y="806214"/>
                </a:cubicBezTo>
                <a:lnTo>
                  <a:pt x="4320379" y="806214"/>
                </a:lnTo>
                <a:cubicBezTo>
                  <a:pt x="4320878" y="806214"/>
                  <a:pt x="4321375" y="806547"/>
                  <a:pt x="4321625" y="806962"/>
                </a:cubicBezTo>
                <a:lnTo>
                  <a:pt x="4331760" y="824492"/>
                </a:lnTo>
                <a:cubicBezTo>
                  <a:pt x="4332009" y="824907"/>
                  <a:pt x="4332009" y="825488"/>
                  <a:pt x="4331760" y="825904"/>
                </a:cubicBezTo>
                <a:lnTo>
                  <a:pt x="4321624" y="843434"/>
                </a:lnTo>
                <a:cubicBezTo>
                  <a:pt x="4321376" y="843932"/>
                  <a:pt x="4320878" y="844181"/>
                  <a:pt x="4320379" y="844181"/>
                </a:cubicBezTo>
                <a:close/>
                <a:moveTo>
                  <a:pt x="4420480" y="876435"/>
                </a:moveTo>
                <a:cubicBezTo>
                  <a:pt x="4419981" y="876435"/>
                  <a:pt x="4419483" y="876103"/>
                  <a:pt x="4419235" y="875688"/>
                </a:cubicBezTo>
                <a:lnTo>
                  <a:pt x="4409098" y="858158"/>
                </a:lnTo>
                <a:cubicBezTo>
                  <a:pt x="4408849" y="857742"/>
                  <a:pt x="4408849" y="857161"/>
                  <a:pt x="4409098" y="856746"/>
                </a:cubicBezTo>
                <a:lnTo>
                  <a:pt x="4419234" y="839216"/>
                </a:lnTo>
                <a:cubicBezTo>
                  <a:pt x="4419483" y="838717"/>
                  <a:pt x="4419981" y="838468"/>
                  <a:pt x="4420480" y="838468"/>
                </a:cubicBezTo>
                <a:lnTo>
                  <a:pt x="4440751" y="838468"/>
                </a:lnTo>
                <a:cubicBezTo>
                  <a:pt x="4441250" y="838468"/>
                  <a:pt x="4441748" y="838801"/>
                  <a:pt x="4441997" y="839216"/>
                </a:cubicBezTo>
                <a:lnTo>
                  <a:pt x="4452133" y="856746"/>
                </a:lnTo>
                <a:cubicBezTo>
                  <a:pt x="4452382" y="857161"/>
                  <a:pt x="4452382" y="857742"/>
                  <a:pt x="4452133" y="858158"/>
                </a:cubicBezTo>
                <a:lnTo>
                  <a:pt x="4441997" y="875688"/>
                </a:lnTo>
                <a:cubicBezTo>
                  <a:pt x="4441748" y="876186"/>
                  <a:pt x="4441250" y="876435"/>
                  <a:pt x="4440751" y="876435"/>
                </a:cubicBezTo>
                <a:close/>
                <a:moveTo>
                  <a:pt x="3698162" y="682996"/>
                </a:moveTo>
                <a:cubicBezTo>
                  <a:pt x="3697663" y="682995"/>
                  <a:pt x="3697165" y="682664"/>
                  <a:pt x="3696916" y="682249"/>
                </a:cubicBezTo>
                <a:lnTo>
                  <a:pt x="3686780" y="664636"/>
                </a:lnTo>
                <a:cubicBezTo>
                  <a:pt x="3686531" y="664219"/>
                  <a:pt x="3686531" y="663638"/>
                  <a:pt x="3686780" y="663222"/>
                </a:cubicBezTo>
                <a:lnTo>
                  <a:pt x="3696999" y="645610"/>
                </a:lnTo>
                <a:cubicBezTo>
                  <a:pt x="3697248" y="645112"/>
                  <a:pt x="3697746" y="644862"/>
                  <a:pt x="3698245" y="644863"/>
                </a:cubicBezTo>
                <a:lnTo>
                  <a:pt x="3718599" y="644863"/>
                </a:lnTo>
                <a:cubicBezTo>
                  <a:pt x="3719098" y="644863"/>
                  <a:pt x="3719596" y="645195"/>
                  <a:pt x="3719846" y="645609"/>
                </a:cubicBezTo>
                <a:lnTo>
                  <a:pt x="3729981" y="663223"/>
                </a:lnTo>
                <a:cubicBezTo>
                  <a:pt x="3730230" y="663638"/>
                  <a:pt x="3730230" y="664220"/>
                  <a:pt x="3729981" y="664636"/>
                </a:cubicBezTo>
                <a:lnTo>
                  <a:pt x="3719762" y="682249"/>
                </a:lnTo>
                <a:cubicBezTo>
                  <a:pt x="3719513" y="682747"/>
                  <a:pt x="3719015" y="682996"/>
                  <a:pt x="3718516" y="682996"/>
                </a:cubicBezTo>
                <a:close/>
                <a:moveTo>
                  <a:pt x="3758348" y="699122"/>
                </a:moveTo>
                <a:cubicBezTo>
                  <a:pt x="3757849" y="699122"/>
                  <a:pt x="3757351" y="698790"/>
                  <a:pt x="3757102" y="698375"/>
                </a:cubicBezTo>
                <a:lnTo>
                  <a:pt x="3746966" y="680762"/>
                </a:lnTo>
                <a:cubicBezTo>
                  <a:pt x="3746717" y="680346"/>
                  <a:pt x="3746717" y="679764"/>
                  <a:pt x="3746966" y="679349"/>
                </a:cubicBezTo>
                <a:lnTo>
                  <a:pt x="3757185" y="661736"/>
                </a:lnTo>
                <a:cubicBezTo>
                  <a:pt x="3757434" y="661238"/>
                  <a:pt x="3757932" y="660989"/>
                  <a:pt x="3758431" y="660989"/>
                </a:cubicBezTo>
                <a:lnTo>
                  <a:pt x="3778785" y="660989"/>
                </a:lnTo>
                <a:cubicBezTo>
                  <a:pt x="3779284" y="660990"/>
                  <a:pt x="3779782" y="661321"/>
                  <a:pt x="3780032" y="661736"/>
                </a:cubicBezTo>
                <a:lnTo>
                  <a:pt x="3790167" y="679349"/>
                </a:lnTo>
                <a:cubicBezTo>
                  <a:pt x="3790416" y="679764"/>
                  <a:pt x="3790416" y="680346"/>
                  <a:pt x="3790167" y="680763"/>
                </a:cubicBezTo>
                <a:lnTo>
                  <a:pt x="3779948" y="698375"/>
                </a:lnTo>
                <a:cubicBezTo>
                  <a:pt x="3779699" y="698873"/>
                  <a:pt x="3779201" y="699122"/>
                  <a:pt x="3778702" y="699122"/>
                </a:cubicBezTo>
                <a:close/>
                <a:moveTo>
                  <a:pt x="4239838" y="828137"/>
                </a:moveTo>
                <a:cubicBezTo>
                  <a:pt x="4239339" y="828137"/>
                  <a:pt x="4238841" y="827805"/>
                  <a:pt x="4238592" y="827390"/>
                </a:cubicBezTo>
                <a:lnTo>
                  <a:pt x="4228456" y="809777"/>
                </a:lnTo>
                <a:cubicBezTo>
                  <a:pt x="4228207" y="809361"/>
                  <a:pt x="4228207" y="808779"/>
                  <a:pt x="4228456" y="808364"/>
                </a:cubicBezTo>
                <a:lnTo>
                  <a:pt x="4238675" y="790751"/>
                </a:lnTo>
                <a:cubicBezTo>
                  <a:pt x="4238924" y="790253"/>
                  <a:pt x="4239422" y="790004"/>
                  <a:pt x="4239921" y="790004"/>
                </a:cubicBezTo>
                <a:lnTo>
                  <a:pt x="4260275" y="790004"/>
                </a:lnTo>
                <a:cubicBezTo>
                  <a:pt x="4260774" y="790004"/>
                  <a:pt x="4261272" y="790336"/>
                  <a:pt x="4261522" y="790751"/>
                </a:cubicBezTo>
                <a:lnTo>
                  <a:pt x="4271657" y="808364"/>
                </a:lnTo>
                <a:cubicBezTo>
                  <a:pt x="4271906" y="808779"/>
                  <a:pt x="4271905" y="809361"/>
                  <a:pt x="4271657" y="809777"/>
                </a:cubicBezTo>
                <a:lnTo>
                  <a:pt x="4261438" y="827390"/>
                </a:lnTo>
                <a:cubicBezTo>
                  <a:pt x="4261189" y="827888"/>
                  <a:pt x="4260691" y="828137"/>
                  <a:pt x="4260192" y="828137"/>
                </a:cubicBezTo>
                <a:close/>
                <a:moveTo>
                  <a:pt x="3818512" y="715412"/>
                </a:moveTo>
                <a:cubicBezTo>
                  <a:pt x="3818013" y="715412"/>
                  <a:pt x="3817515" y="715080"/>
                  <a:pt x="3817266" y="714665"/>
                </a:cubicBezTo>
                <a:lnTo>
                  <a:pt x="3807047" y="696969"/>
                </a:lnTo>
                <a:cubicBezTo>
                  <a:pt x="3806798" y="696554"/>
                  <a:pt x="3806798" y="695972"/>
                  <a:pt x="3807047" y="695556"/>
                </a:cubicBezTo>
                <a:lnTo>
                  <a:pt x="3817266" y="677861"/>
                </a:lnTo>
                <a:cubicBezTo>
                  <a:pt x="3817515" y="677363"/>
                  <a:pt x="3818013" y="677113"/>
                  <a:pt x="3818512" y="677113"/>
                </a:cubicBezTo>
                <a:lnTo>
                  <a:pt x="3838949" y="677113"/>
                </a:lnTo>
                <a:cubicBezTo>
                  <a:pt x="3839448" y="677113"/>
                  <a:pt x="3839946" y="677445"/>
                  <a:pt x="3840196" y="677861"/>
                </a:cubicBezTo>
                <a:lnTo>
                  <a:pt x="3850414" y="695556"/>
                </a:lnTo>
                <a:cubicBezTo>
                  <a:pt x="3850664" y="695972"/>
                  <a:pt x="3850664" y="696554"/>
                  <a:pt x="3850414" y="696969"/>
                </a:cubicBezTo>
                <a:lnTo>
                  <a:pt x="3840196" y="714665"/>
                </a:lnTo>
                <a:cubicBezTo>
                  <a:pt x="3839946" y="715163"/>
                  <a:pt x="3839448" y="715412"/>
                  <a:pt x="3838949" y="715412"/>
                </a:cubicBezTo>
                <a:close/>
                <a:moveTo>
                  <a:pt x="2434148" y="344568"/>
                </a:moveTo>
                <a:cubicBezTo>
                  <a:pt x="2433650" y="344568"/>
                  <a:pt x="2433151" y="344236"/>
                  <a:pt x="2432902" y="343820"/>
                </a:cubicBezTo>
                <a:lnTo>
                  <a:pt x="2422600" y="326041"/>
                </a:lnTo>
                <a:cubicBezTo>
                  <a:pt x="2422351" y="325626"/>
                  <a:pt x="2422351" y="325044"/>
                  <a:pt x="2422600" y="324628"/>
                </a:cubicBezTo>
                <a:lnTo>
                  <a:pt x="2432902" y="306850"/>
                </a:lnTo>
                <a:cubicBezTo>
                  <a:pt x="2433151" y="306351"/>
                  <a:pt x="2433650" y="306102"/>
                  <a:pt x="2434148" y="306102"/>
                </a:cubicBezTo>
                <a:lnTo>
                  <a:pt x="2454669" y="306102"/>
                </a:lnTo>
                <a:cubicBezTo>
                  <a:pt x="2455167" y="306102"/>
                  <a:pt x="2455665" y="306434"/>
                  <a:pt x="2455915" y="306850"/>
                </a:cubicBezTo>
                <a:lnTo>
                  <a:pt x="2466217" y="324628"/>
                </a:lnTo>
                <a:cubicBezTo>
                  <a:pt x="2466466" y="325044"/>
                  <a:pt x="2466466" y="325626"/>
                  <a:pt x="2466217" y="326041"/>
                </a:cubicBezTo>
                <a:lnTo>
                  <a:pt x="2455915" y="343820"/>
                </a:lnTo>
                <a:cubicBezTo>
                  <a:pt x="2455665" y="344319"/>
                  <a:pt x="2455167" y="344568"/>
                  <a:pt x="2454669" y="344568"/>
                </a:cubicBezTo>
                <a:close/>
                <a:moveTo>
                  <a:pt x="4119362" y="796120"/>
                </a:moveTo>
                <a:cubicBezTo>
                  <a:pt x="4118863" y="796120"/>
                  <a:pt x="4118365" y="795788"/>
                  <a:pt x="4118116" y="795372"/>
                </a:cubicBezTo>
                <a:lnTo>
                  <a:pt x="4107814" y="777593"/>
                </a:lnTo>
                <a:cubicBezTo>
                  <a:pt x="4107565" y="777178"/>
                  <a:pt x="4107565" y="776596"/>
                  <a:pt x="4107814" y="776180"/>
                </a:cubicBezTo>
                <a:lnTo>
                  <a:pt x="4118116" y="758402"/>
                </a:lnTo>
                <a:cubicBezTo>
                  <a:pt x="4118365" y="757903"/>
                  <a:pt x="4118863" y="757654"/>
                  <a:pt x="4119362" y="757654"/>
                </a:cubicBezTo>
                <a:lnTo>
                  <a:pt x="4139882" y="757654"/>
                </a:lnTo>
                <a:cubicBezTo>
                  <a:pt x="4140381" y="757654"/>
                  <a:pt x="4140879" y="757986"/>
                  <a:pt x="4141129" y="758402"/>
                </a:cubicBezTo>
                <a:lnTo>
                  <a:pt x="4151430" y="776180"/>
                </a:lnTo>
                <a:cubicBezTo>
                  <a:pt x="4151680" y="776596"/>
                  <a:pt x="4151680" y="777178"/>
                  <a:pt x="4151430" y="777593"/>
                </a:cubicBezTo>
                <a:lnTo>
                  <a:pt x="4141129" y="795372"/>
                </a:lnTo>
                <a:cubicBezTo>
                  <a:pt x="4140879" y="795871"/>
                  <a:pt x="4140381" y="796120"/>
                  <a:pt x="4139882" y="796120"/>
                </a:cubicBezTo>
                <a:close/>
                <a:moveTo>
                  <a:pt x="2554528" y="376927"/>
                </a:moveTo>
                <a:cubicBezTo>
                  <a:pt x="2554030" y="376927"/>
                  <a:pt x="2553532" y="376595"/>
                  <a:pt x="2553282" y="376179"/>
                </a:cubicBezTo>
                <a:lnTo>
                  <a:pt x="2542980" y="358318"/>
                </a:lnTo>
                <a:cubicBezTo>
                  <a:pt x="2542732" y="357819"/>
                  <a:pt x="2542732" y="357237"/>
                  <a:pt x="2542981" y="356822"/>
                </a:cubicBezTo>
                <a:lnTo>
                  <a:pt x="2553282" y="338960"/>
                </a:lnTo>
                <a:cubicBezTo>
                  <a:pt x="2553532" y="338461"/>
                  <a:pt x="2554030" y="338212"/>
                  <a:pt x="2554529" y="338212"/>
                </a:cubicBezTo>
                <a:lnTo>
                  <a:pt x="2575215" y="338212"/>
                </a:lnTo>
                <a:cubicBezTo>
                  <a:pt x="2575714" y="338212"/>
                  <a:pt x="2576211" y="338544"/>
                  <a:pt x="2576461" y="338960"/>
                </a:cubicBezTo>
                <a:lnTo>
                  <a:pt x="2586763" y="356822"/>
                </a:lnTo>
                <a:cubicBezTo>
                  <a:pt x="2587013" y="357320"/>
                  <a:pt x="2587012" y="357902"/>
                  <a:pt x="2586764" y="358318"/>
                </a:cubicBezTo>
                <a:lnTo>
                  <a:pt x="2576462" y="376179"/>
                </a:lnTo>
                <a:cubicBezTo>
                  <a:pt x="2576211" y="376678"/>
                  <a:pt x="2575713" y="376927"/>
                  <a:pt x="2575214" y="376927"/>
                </a:cubicBezTo>
                <a:close/>
                <a:moveTo>
                  <a:pt x="3938811" y="747844"/>
                </a:moveTo>
                <a:cubicBezTo>
                  <a:pt x="3938313" y="747844"/>
                  <a:pt x="3937814" y="747512"/>
                  <a:pt x="3937565" y="747096"/>
                </a:cubicBezTo>
                <a:lnTo>
                  <a:pt x="3927263" y="729235"/>
                </a:lnTo>
                <a:cubicBezTo>
                  <a:pt x="3927014" y="728736"/>
                  <a:pt x="3927015" y="728154"/>
                  <a:pt x="3927263" y="727739"/>
                </a:cubicBezTo>
                <a:lnTo>
                  <a:pt x="3937565" y="709877"/>
                </a:lnTo>
                <a:cubicBezTo>
                  <a:pt x="3937815" y="709378"/>
                  <a:pt x="3938314" y="709129"/>
                  <a:pt x="3938812" y="709129"/>
                </a:cubicBezTo>
                <a:lnTo>
                  <a:pt x="3959498" y="709129"/>
                </a:lnTo>
                <a:cubicBezTo>
                  <a:pt x="3959996" y="709129"/>
                  <a:pt x="3960495" y="709462"/>
                  <a:pt x="3960744" y="709877"/>
                </a:cubicBezTo>
                <a:lnTo>
                  <a:pt x="3971046" y="727739"/>
                </a:lnTo>
                <a:cubicBezTo>
                  <a:pt x="3971295" y="728237"/>
                  <a:pt x="3971295" y="728819"/>
                  <a:pt x="3971047" y="729235"/>
                </a:cubicBezTo>
                <a:lnTo>
                  <a:pt x="3960744" y="747096"/>
                </a:lnTo>
                <a:cubicBezTo>
                  <a:pt x="3960495" y="747595"/>
                  <a:pt x="3959996" y="747844"/>
                  <a:pt x="3959498" y="747844"/>
                </a:cubicBezTo>
                <a:close/>
                <a:moveTo>
                  <a:pt x="4179557" y="812352"/>
                </a:moveTo>
                <a:cubicBezTo>
                  <a:pt x="4179059" y="812352"/>
                  <a:pt x="4178560" y="812020"/>
                  <a:pt x="4178311" y="811604"/>
                </a:cubicBezTo>
                <a:lnTo>
                  <a:pt x="4168009" y="793743"/>
                </a:lnTo>
                <a:cubicBezTo>
                  <a:pt x="4167760" y="793244"/>
                  <a:pt x="4167760" y="792662"/>
                  <a:pt x="4168009" y="792247"/>
                </a:cubicBezTo>
                <a:lnTo>
                  <a:pt x="4178311" y="774385"/>
                </a:lnTo>
                <a:cubicBezTo>
                  <a:pt x="4178560" y="773886"/>
                  <a:pt x="4179059" y="773637"/>
                  <a:pt x="4179557" y="773637"/>
                </a:cubicBezTo>
                <a:lnTo>
                  <a:pt x="4200244" y="773637"/>
                </a:lnTo>
                <a:cubicBezTo>
                  <a:pt x="4200742" y="773637"/>
                  <a:pt x="4201241" y="773970"/>
                  <a:pt x="4201490" y="774385"/>
                </a:cubicBezTo>
                <a:lnTo>
                  <a:pt x="4211792" y="792247"/>
                </a:lnTo>
                <a:cubicBezTo>
                  <a:pt x="4212041" y="792745"/>
                  <a:pt x="4212041" y="793327"/>
                  <a:pt x="4211792" y="793743"/>
                </a:cubicBezTo>
                <a:lnTo>
                  <a:pt x="4201490" y="811604"/>
                </a:lnTo>
                <a:cubicBezTo>
                  <a:pt x="4201241" y="812103"/>
                  <a:pt x="4200742" y="812352"/>
                  <a:pt x="4200244" y="812352"/>
                </a:cubicBezTo>
                <a:close/>
                <a:moveTo>
                  <a:pt x="4360115" y="860732"/>
                </a:moveTo>
                <a:cubicBezTo>
                  <a:pt x="4359617" y="860733"/>
                  <a:pt x="4359118" y="860400"/>
                  <a:pt x="4358869" y="859984"/>
                </a:cubicBezTo>
                <a:lnTo>
                  <a:pt x="4348567" y="842123"/>
                </a:lnTo>
                <a:cubicBezTo>
                  <a:pt x="4348318" y="841625"/>
                  <a:pt x="4348319" y="841042"/>
                  <a:pt x="4348567" y="840628"/>
                </a:cubicBezTo>
                <a:lnTo>
                  <a:pt x="4358869" y="822765"/>
                </a:lnTo>
                <a:cubicBezTo>
                  <a:pt x="4359119" y="822266"/>
                  <a:pt x="4359618" y="822017"/>
                  <a:pt x="4360116" y="822017"/>
                </a:cubicBezTo>
                <a:lnTo>
                  <a:pt x="4380802" y="822017"/>
                </a:lnTo>
                <a:cubicBezTo>
                  <a:pt x="4381300" y="822017"/>
                  <a:pt x="4381799" y="822350"/>
                  <a:pt x="4382048" y="822765"/>
                </a:cubicBezTo>
                <a:lnTo>
                  <a:pt x="4392350" y="840627"/>
                </a:lnTo>
                <a:cubicBezTo>
                  <a:pt x="4392599" y="841125"/>
                  <a:pt x="4392599" y="841707"/>
                  <a:pt x="4392351" y="842123"/>
                </a:cubicBezTo>
                <a:lnTo>
                  <a:pt x="4382048" y="859984"/>
                </a:lnTo>
                <a:cubicBezTo>
                  <a:pt x="4381799" y="860483"/>
                  <a:pt x="4381300" y="860732"/>
                  <a:pt x="4380802" y="860732"/>
                </a:cubicBezTo>
                <a:close/>
                <a:moveTo>
                  <a:pt x="2373888" y="328619"/>
                </a:moveTo>
                <a:cubicBezTo>
                  <a:pt x="2373391" y="328618"/>
                  <a:pt x="2372891" y="328286"/>
                  <a:pt x="2372642" y="327871"/>
                </a:cubicBezTo>
                <a:lnTo>
                  <a:pt x="2362257" y="309926"/>
                </a:lnTo>
                <a:cubicBezTo>
                  <a:pt x="2362008" y="309427"/>
                  <a:pt x="2362008" y="308847"/>
                  <a:pt x="2362257" y="308430"/>
                </a:cubicBezTo>
                <a:lnTo>
                  <a:pt x="2372643" y="290485"/>
                </a:lnTo>
                <a:cubicBezTo>
                  <a:pt x="2372891" y="289986"/>
                  <a:pt x="2373390" y="289737"/>
                  <a:pt x="2373889" y="289737"/>
                </a:cubicBezTo>
                <a:lnTo>
                  <a:pt x="2394658" y="289738"/>
                </a:lnTo>
                <a:cubicBezTo>
                  <a:pt x="2395156" y="289737"/>
                  <a:pt x="2395656" y="290070"/>
                  <a:pt x="2395904" y="290485"/>
                </a:cubicBezTo>
                <a:lnTo>
                  <a:pt x="2406290" y="308430"/>
                </a:lnTo>
                <a:cubicBezTo>
                  <a:pt x="2406538" y="308929"/>
                  <a:pt x="2406538" y="309511"/>
                  <a:pt x="2406289" y="309926"/>
                </a:cubicBezTo>
                <a:lnTo>
                  <a:pt x="2395904" y="327871"/>
                </a:lnTo>
                <a:cubicBezTo>
                  <a:pt x="2395656" y="328369"/>
                  <a:pt x="2395156" y="328618"/>
                  <a:pt x="2394658" y="328618"/>
                </a:cubicBezTo>
                <a:close/>
                <a:moveTo>
                  <a:pt x="2313619" y="312576"/>
                </a:moveTo>
                <a:cubicBezTo>
                  <a:pt x="2313120" y="312575"/>
                  <a:pt x="2312621" y="312244"/>
                  <a:pt x="2312372" y="311828"/>
                </a:cubicBezTo>
                <a:lnTo>
                  <a:pt x="2301987" y="293799"/>
                </a:lnTo>
                <a:cubicBezTo>
                  <a:pt x="2301738" y="293301"/>
                  <a:pt x="2301738" y="292720"/>
                  <a:pt x="2301988" y="292303"/>
                </a:cubicBezTo>
                <a:lnTo>
                  <a:pt x="2312455" y="274275"/>
                </a:lnTo>
                <a:cubicBezTo>
                  <a:pt x="2312705" y="273778"/>
                  <a:pt x="2313203" y="273529"/>
                  <a:pt x="2313701" y="273529"/>
                </a:cubicBezTo>
                <a:lnTo>
                  <a:pt x="2334554" y="273529"/>
                </a:lnTo>
                <a:cubicBezTo>
                  <a:pt x="2335052" y="273529"/>
                  <a:pt x="2335552" y="273861"/>
                  <a:pt x="2335801" y="274276"/>
                </a:cubicBezTo>
                <a:lnTo>
                  <a:pt x="2346186" y="292303"/>
                </a:lnTo>
                <a:cubicBezTo>
                  <a:pt x="2346434" y="292803"/>
                  <a:pt x="2346434" y="293384"/>
                  <a:pt x="2346185" y="293799"/>
                </a:cubicBezTo>
                <a:lnTo>
                  <a:pt x="2335718" y="311828"/>
                </a:lnTo>
                <a:cubicBezTo>
                  <a:pt x="2335469" y="312326"/>
                  <a:pt x="2334970" y="312576"/>
                  <a:pt x="2334472" y="312576"/>
                </a:cubicBezTo>
                <a:close/>
                <a:moveTo>
                  <a:pt x="2494177" y="360956"/>
                </a:moveTo>
                <a:cubicBezTo>
                  <a:pt x="2493678" y="360956"/>
                  <a:pt x="2493180" y="360624"/>
                  <a:pt x="2492931" y="360208"/>
                </a:cubicBezTo>
                <a:lnTo>
                  <a:pt x="2482546" y="342180"/>
                </a:lnTo>
                <a:cubicBezTo>
                  <a:pt x="2482297" y="341682"/>
                  <a:pt x="2482297" y="341100"/>
                  <a:pt x="2482546" y="340684"/>
                </a:cubicBezTo>
                <a:lnTo>
                  <a:pt x="2493014" y="322656"/>
                </a:lnTo>
                <a:cubicBezTo>
                  <a:pt x="2493263" y="322158"/>
                  <a:pt x="2493762" y="321909"/>
                  <a:pt x="2494260" y="321909"/>
                </a:cubicBezTo>
                <a:lnTo>
                  <a:pt x="2515113" y="321909"/>
                </a:lnTo>
                <a:cubicBezTo>
                  <a:pt x="2515611" y="321909"/>
                  <a:pt x="2516110" y="322241"/>
                  <a:pt x="2516359" y="322656"/>
                </a:cubicBezTo>
                <a:lnTo>
                  <a:pt x="2526744" y="340684"/>
                </a:lnTo>
                <a:cubicBezTo>
                  <a:pt x="2526993" y="341183"/>
                  <a:pt x="2526993" y="341765"/>
                  <a:pt x="2526744" y="342180"/>
                </a:cubicBezTo>
                <a:lnTo>
                  <a:pt x="2516276" y="360208"/>
                </a:lnTo>
                <a:cubicBezTo>
                  <a:pt x="2516027" y="360707"/>
                  <a:pt x="2515528" y="360956"/>
                  <a:pt x="2515030" y="360956"/>
                </a:cubicBezTo>
                <a:close/>
                <a:moveTo>
                  <a:pt x="3878460" y="731955"/>
                </a:moveTo>
                <a:cubicBezTo>
                  <a:pt x="3877962" y="731955"/>
                  <a:pt x="3877463" y="731624"/>
                  <a:pt x="3877214" y="731208"/>
                </a:cubicBezTo>
                <a:lnTo>
                  <a:pt x="3866746" y="713096"/>
                </a:lnTo>
                <a:cubicBezTo>
                  <a:pt x="3866497" y="712599"/>
                  <a:pt x="3866497" y="712017"/>
                  <a:pt x="3866746" y="711602"/>
                </a:cubicBezTo>
                <a:lnTo>
                  <a:pt x="3877214" y="693490"/>
                </a:lnTo>
                <a:cubicBezTo>
                  <a:pt x="3877463" y="692992"/>
                  <a:pt x="3877962" y="692743"/>
                  <a:pt x="3878460" y="692743"/>
                </a:cubicBezTo>
                <a:lnTo>
                  <a:pt x="3899396" y="692743"/>
                </a:lnTo>
                <a:cubicBezTo>
                  <a:pt x="3899895" y="692743"/>
                  <a:pt x="3900393" y="693075"/>
                  <a:pt x="3900642" y="693490"/>
                </a:cubicBezTo>
                <a:lnTo>
                  <a:pt x="3911110" y="711602"/>
                </a:lnTo>
                <a:cubicBezTo>
                  <a:pt x="3911360" y="712099"/>
                  <a:pt x="3911360" y="712682"/>
                  <a:pt x="3911110" y="713097"/>
                </a:cubicBezTo>
                <a:lnTo>
                  <a:pt x="3900642" y="731209"/>
                </a:lnTo>
                <a:cubicBezTo>
                  <a:pt x="3900393" y="731707"/>
                  <a:pt x="3899895" y="731956"/>
                  <a:pt x="3899396" y="731956"/>
                </a:cubicBezTo>
                <a:close/>
                <a:moveTo>
                  <a:pt x="2253372" y="296607"/>
                </a:moveTo>
                <a:cubicBezTo>
                  <a:pt x="2252874" y="296607"/>
                  <a:pt x="2252374" y="296273"/>
                  <a:pt x="2252125" y="295859"/>
                </a:cubicBezTo>
                <a:lnTo>
                  <a:pt x="2241575" y="277581"/>
                </a:lnTo>
                <a:cubicBezTo>
                  <a:pt x="2241325" y="277083"/>
                  <a:pt x="2241326" y="276501"/>
                  <a:pt x="2241574" y="276086"/>
                </a:cubicBezTo>
                <a:lnTo>
                  <a:pt x="2252126" y="257808"/>
                </a:lnTo>
                <a:cubicBezTo>
                  <a:pt x="2252375" y="257310"/>
                  <a:pt x="2252874" y="257060"/>
                  <a:pt x="2253371" y="257061"/>
                </a:cubicBezTo>
                <a:lnTo>
                  <a:pt x="2274391" y="257061"/>
                </a:lnTo>
                <a:cubicBezTo>
                  <a:pt x="2274890" y="257061"/>
                  <a:pt x="2275388" y="257393"/>
                  <a:pt x="2275637" y="257808"/>
                </a:cubicBezTo>
                <a:lnTo>
                  <a:pt x="2286189" y="276086"/>
                </a:lnTo>
                <a:cubicBezTo>
                  <a:pt x="2286438" y="276584"/>
                  <a:pt x="2286438" y="277166"/>
                  <a:pt x="2286189" y="277581"/>
                </a:cubicBezTo>
                <a:lnTo>
                  <a:pt x="2275637" y="295858"/>
                </a:lnTo>
                <a:cubicBezTo>
                  <a:pt x="2275388" y="296357"/>
                  <a:pt x="2274889" y="296607"/>
                  <a:pt x="2274390" y="296606"/>
                </a:cubicBezTo>
                <a:close/>
                <a:moveTo>
                  <a:pt x="4480238" y="893485"/>
                </a:moveTo>
                <a:cubicBezTo>
                  <a:pt x="4479657" y="893485"/>
                  <a:pt x="4479158" y="893236"/>
                  <a:pt x="4478909" y="892737"/>
                </a:cubicBezTo>
                <a:lnTo>
                  <a:pt x="4468358" y="874377"/>
                </a:lnTo>
                <a:cubicBezTo>
                  <a:pt x="4468109" y="873879"/>
                  <a:pt x="4468109" y="873380"/>
                  <a:pt x="4468358" y="872881"/>
                </a:cubicBezTo>
                <a:lnTo>
                  <a:pt x="4478909" y="854521"/>
                </a:lnTo>
                <a:cubicBezTo>
                  <a:pt x="4479241" y="854022"/>
                  <a:pt x="4479740" y="853773"/>
                  <a:pt x="4480238" y="853773"/>
                </a:cubicBezTo>
                <a:lnTo>
                  <a:pt x="4501423" y="853773"/>
                </a:lnTo>
                <a:cubicBezTo>
                  <a:pt x="4502005" y="853773"/>
                  <a:pt x="4502503" y="854022"/>
                  <a:pt x="4502753" y="854521"/>
                </a:cubicBezTo>
                <a:lnTo>
                  <a:pt x="4513304" y="872881"/>
                </a:lnTo>
                <a:cubicBezTo>
                  <a:pt x="4513553" y="873380"/>
                  <a:pt x="4513553" y="873879"/>
                  <a:pt x="4513304" y="874377"/>
                </a:cubicBezTo>
                <a:lnTo>
                  <a:pt x="4502753" y="892737"/>
                </a:lnTo>
                <a:cubicBezTo>
                  <a:pt x="4502420" y="893236"/>
                  <a:pt x="4501922" y="893485"/>
                  <a:pt x="4501423" y="893485"/>
                </a:cubicBezTo>
                <a:close/>
                <a:moveTo>
                  <a:pt x="2132727" y="264859"/>
                </a:moveTo>
                <a:cubicBezTo>
                  <a:pt x="2132146" y="264859"/>
                  <a:pt x="2131647" y="264610"/>
                  <a:pt x="2131398" y="264112"/>
                </a:cubicBezTo>
                <a:lnTo>
                  <a:pt x="2120598" y="245419"/>
                </a:lnTo>
                <a:cubicBezTo>
                  <a:pt x="2120349" y="245003"/>
                  <a:pt x="2120349" y="244422"/>
                  <a:pt x="2120598" y="243923"/>
                </a:cubicBezTo>
                <a:lnTo>
                  <a:pt x="2131398" y="225230"/>
                </a:lnTo>
                <a:cubicBezTo>
                  <a:pt x="2131647" y="224815"/>
                  <a:pt x="2132229" y="224483"/>
                  <a:pt x="2132727" y="224483"/>
                </a:cubicBezTo>
                <a:lnTo>
                  <a:pt x="2154328" y="224483"/>
                </a:lnTo>
                <a:cubicBezTo>
                  <a:pt x="2154909" y="224483"/>
                  <a:pt x="2155408" y="224732"/>
                  <a:pt x="2155657" y="225230"/>
                </a:cubicBezTo>
                <a:lnTo>
                  <a:pt x="2166458" y="243923"/>
                </a:lnTo>
                <a:cubicBezTo>
                  <a:pt x="2166707" y="244339"/>
                  <a:pt x="2166707" y="244921"/>
                  <a:pt x="2166458" y="245419"/>
                </a:cubicBezTo>
                <a:lnTo>
                  <a:pt x="2155657" y="264112"/>
                </a:lnTo>
                <a:cubicBezTo>
                  <a:pt x="2155408" y="264527"/>
                  <a:pt x="2154826" y="264859"/>
                  <a:pt x="2154328" y="264859"/>
                </a:cubicBezTo>
                <a:close/>
                <a:moveTo>
                  <a:pt x="2192913" y="280986"/>
                </a:moveTo>
                <a:cubicBezTo>
                  <a:pt x="2192332" y="280986"/>
                  <a:pt x="2191833" y="280737"/>
                  <a:pt x="2191584" y="280239"/>
                </a:cubicBezTo>
                <a:lnTo>
                  <a:pt x="2180784" y="261546"/>
                </a:lnTo>
                <a:cubicBezTo>
                  <a:pt x="2180535" y="261129"/>
                  <a:pt x="2180535" y="260549"/>
                  <a:pt x="2180784" y="260050"/>
                </a:cubicBezTo>
                <a:lnTo>
                  <a:pt x="2191584" y="241357"/>
                </a:lnTo>
                <a:cubicBezTo>
                  <a:pt x="2191832" y="240942"/>
                  <a:pt x="2192415" y="240610"/>
                  <a:pt x="2192913" y="240610"/>
                </a:cubicBezTo>
                <a:lnTo>
                  <a:pt x="2214514" y="240610"/>
                </a:lnTo>
                <a:cubicBezTo>
                  <a:pt x="2215095" y="240610"/>
                  <a:pt x="2215594" y="240859"/>
                  <a:pt x="2215843" y="241357"/>
                </a:cubicBezTo>
                <a:lnTo>
                  <a:pt x="2226644" y="260050"/>
                </a:lnTo>
                <a:cubicBezTo>
                  <a:pt x="2226892" y="260466"/>
                  <a:pt x="2226893" y="261048"/>
                  <a:pt x="2226644" y="261546"/>
                </a:cubicBezTo>
                <a:lnTo>
                  <a:pt x="2215843" y="280239"/>
                </a:lnTo>
                <a:cubicBezTo>
                  <a:pt x="2215594" y="280654"/>
                  <a:pt x="2215012" y="280986"/>
                  <a:pt x="2214514" y="280985"/>
                </a:cubicBezTo>
                <a:close/>
                <a:moveTo>
                  <a:pt x="2674403" y="410001"/>
                </a:moveTo>
                <a:cubicBezTo>
                  <a:pt x="2673822" y="410001"/>
                  <a:pt x="2673323" y="409752"/>
                  <a:pt x="2673074" y="409254"/>
                </a:cubicBezTo>
                <a:lnTo>
                  <a:pt x="2662274" y="390560"/>
                </a:lnTo>
                <a:cubicBezTo>
                  <a:pt x="2662024" y="390144"/>
                  <a:pt x="2662025" y="389564"/>
                  <a:pt x="2662273" y="389064"/>
                </a:cubicBezTo>
                <a:lnTo>
                  <a:pt x="2673073" y="370372"/>
                </a:lnTo>
                <a:cubicBezTo>
                  <a:pt x="2673322" y="369956"/>
                  <a:pt x="2673905" y="369624"/>
                  <a:pt x="2674403" y="369625"/>
                </a:cubicBezTo>
                <a:lnTo>
                  <a:pt x="2696004" y="369625"/>
                </a:lnTo>
                <a:cubicBezTo>
                  <a:pt x="2696584" y="369624"/>
                  <a:pt x="2697083" y="369873"/>
                  <a:pt x="2697333" y="370371"/>
                </a:cubicBezTo>
                <a:lnTo>
                  <a:pt x="2708134" y="389064"/>
                </a:lnTo>
                <a:cubicBezTo>
                  <a:pt x="2708382" y="389480"/>
                  <a:pt x="2708383" y="390062"/>
                  <a:pt x="2708134" y="390560"/>
                </a:cubicBezTo>
                <a:lnTo>
                  <a:pt x="2697333" y="409253"/>
                </a:lnTo>
                <a:cubicBezTo>
                  <a:pt x="2697084" y="409669"/>
                  <a:pt x="2696501" y="410001"/>
                  <a:pt x="2696004" y="410000"/>
                </a:cubicBezTo>
                <a:close/>
                <a:moveTo>
                  <a:pt x="2072470" y="248899"/>
                </a:moveTo>
                <a:cubicBezTo>
                  <a:pt x="2071888" y="248900"/>
                  <a:pt x="2071390" y="248650"/>
                  <a:pt x="2071141" y="248152"/>
                </a:cubicBezTo>
                <a:lnTo>
                  <a:pt x="2060257" y="229292"/>
                </a:lnTo>
                <a:cubicBezTo>
                  <a:pt x="2060008" y="228795"/>
                  <a:pt x="2060008" y="228213"/>
                  <a:pt x="2060257" y="227715"/>
                </a:cubicBezTo>
                <a:lnTo>
                  <a:pt x="2071141" y="208856"/>
                </a:lnTo>
                <a:cubicBezTo>
                  <a:pt x="2071390" y="208441"/>
                  <a:pt x="2071888" y="208107"/>
                  <a:pt x="2072470" y="208108"/>
                </a:cubicBezTo>
                <a:lnTo>
                  <a:pt x="2094236" y="208108"/>
                </a:lnTo>
                <a:cubicBezTo>
                  <a:pt x="2094818" y="208108"/>
                  <a:pt x="2095316" y="208357"/>
                  <a:pt x="2095565" y="208855"/>
                </a:cubicBezTo>
                <a:lnTo>
                  <a:pt x="2106449" y="227715"/>
                </a:lnTo>
                <a:cubicBezTo>
                  <a:pt x="2106698" y="228212"/>
                  <a:pt x="2106698" y="228795"/>
                  <a:pt x="2106449" y="229293"/>
                </a:cubicBezTo>
                <a:lnTo>
                  <a:pt x="2095565" y="248151"/>
                </a:lnTo>
                <a:cubicBezTo>
                  <a:pt x="2095316" y="248568"/>
                  <a:pt x="2094818" y="248900"/>
                  <a:pt x="2094236" y="248899"/>
                </a:cubicBezTo>
                <a:close/>
                <a:moveTo>
                  <a:pt x="2614145" y="394041"/>
                </a:moveTo>
                <a:cubicBezTo>
                  <a:pt x="2613563" y="394041"/>
                  <a:pt x="2613066" y="393792"/>
                  <a:pt x="2612817" y="393293"/>
                </a:cubicBezTo>
                <a:lnTo>
                  <a:pt x="2601932" y="374434"/>
                </a:lnTo>
                <a:cubicBezTo>
                  <a:pt x="2601684" y="373936"/>
                  <a:pt x="2601683" y="373354"/>
                  <a:pt x="2601933" y="372856"/>
                </a:cubicBezTo>
                <a:lnTo>
                  <a:pt x="2612817" y="353997"/>
                </a:lnTo>
                <a:cubicBezTo>
                  <a:pt x="2613066" y="353582"/>
                  <a:pt x="2613564" y="353249"/>
                  <a:pt x="2614146" y="353249"/>
                </a:cubicBezTo>
                <a:lnTo>
                  <a:pt x="2635912" y="353249"/>
                </a:lnTo>
                <a:cubicBezTo>
                  <a:pt x="2636494" y="353249"/>
                  <a:pt x="2636992" y="353498"/>
                  <a:pt x="2637241" y="353997"/>
                </a:cubicBezTo>
                <a:lnTo>
                  <a:pt x="2648125" y="372856"/>
                </a:lnTo>
                <a:cubicBezTo>
                  <a:pt x="2648373" y="373354"/>
                  <a:pt x="2648374" y="373936"/>
                  <a:pt x="2648124" y="374434"/>
                </a:cubicBezTo>
                <a:lnTo>
                  <a:pt x="2637240" y="393293"/>
                </a:lnTo>
                <a:cubicBezTo>
                  <a:pt x="2636992" y="393709"/>
                  <a:pt x="2636493" y="394041"/>
                  <a:pt x="2635912" y="394041"/>
                </a:cubicBezTo>
                <a:close/>
                <a:moveTo>
                  <a:pt x="4530269" y="954629"/>
                </a:moveTo>
                <a:cubicBezTo>
                  <a:pt x="4529937" y="954628"/>
                  <a:pt x="4529438" y="954130"/>
                  <a:pt x="4529438" y="954130"/>
                </a:cubicBezTo>
                <a:lnTo>
                  <a:pt x="4522709" y="942416"/>
                </a:lnTo>
                <a:cubicBezTo>
                  <a:pt x="4522543" y="942084"/>
                  <a:pt x="4522709" y="941419"/>
                  <a:pt x="4522709" y="941419"/>
                </a:cubicBezTo>
                <a:lnTo>
                  <a:pt x="4529439" y="929705"/>
                </a:lnTo>
                <a:cubicBezTo>
                  <a:pt x="4529605" y="929372"/>
                  <a:pt x="4530269" y="929206"/>
                  <a:pt x="4530269" y="929206"/>
                </a:cubicBezTo>
                <a:lnTo>
                  <a:pt x="4543811" y="929206"/>
                </a:lnTo>
                <a:cubicBezTo>
                  <a:pt x="4544143" y="929206"/>
                  <a:pt x="4544643" y="929705"/>
                  <a:pt x="4544643" y="929705"/>
                </a:cubicBezTo>
                <a:lnTo>
                  <a:pt x="4551371" y="941419"/>
                </a:lnTo>
                <a:cubicBezTo>
                  <a:pt x="4551537" y="941751"/>
                  <a:pt x="4551371" y="942416"/>
                  <a:pt x="4551371" y="942416"/>
                </a:cubicBezTo>
                <a:lnTo>
                  <a:pt x="4544642" y="954130"/>
                </a:lnTo>
                <a:cubicBezTo>
                  <a:pt x="4544476" y="954462"/>
                  <a:pt x="4543811" y="954629"/>
                  <a:pt x="4543811" y="954629"/>
                </a:cubicBezTo>
                <a:close/>
                <a:moveTo>
                  <a:pt x="1820581" y="231332"/>
                </a:moveTo>
                <a:cubicBezTo>
                  <a:pt x="1820165" y="231332"/>
                  <a:pt x="1819584" y="230751"/>
                  <a:pt x="1819584" y="230751"/>
                </a:cubicBezTo>
                <a:lnTo>
                  <a:pt x="1811525" y="216710"/>
                </a:lnTo>
                <a:cubicBezTo>
                  <a:pt x="1811276" y="216378"/>
                  <a:pt x="1811525" y="215547"/>
                  <a:pt x="1811525" y="215547"/>
                </a:cubicBezTo>
                <a:lnTo>
                  <a:pt x="1819584" y="201507"/>
                </a:lnTo>
                <a:cubicBezTo>
                  <a:pt x="1819833" y="201174"/>
                  <a:pt x="1820581" y="200925"/>
                  <a:pt x="1820581" y="200925"/>
                </a:cubicBezTo>
                <a:lnTo>
                  <a:pt x="1836781" y="200925"/>
                </a:lnTo>
                <a:cubicBezTo>
                  <a:pt x="1837196" y="200925"/>
                  <a:pt x="1837778" y="201507"/>
                  <a:pt x="1837778" y="201507"/>
                </a:cubicBezTo>
                <a:lnTo>
                  <a:pt x="1845836" y="215547"/>
                </a:lnTo>
                <a:cubicBezTo>
                  <a:pt x="1846086" y="215879"/>
                  <a:pt x="1845836" y="216710"/>
                  <a:pt x="1845836" y="216710"/>
                </a:cubicBezTo>
                <a:lnTo>
                  <a:pt x="1837778" y="230751"/>
                </a:lnTo>
                <a:cubicBezTo>
                  <a:pt x="1837528" y="231083"/>
                  <a:pt x="1836781" y="231332"/>
                  <a:pt x="1836781" y="231332"/>
                </a:cubicBezTo>
                <a:close/>
                <a:moveTo>
                  <a:pt x="3565878" y="699164"/>
                </a:moveTo>
                <a:cubicBezTo>
                  <a:pt x="3565463" y="699164"/>
                  <a:pt x="3564881" y="698582"/>
                  <a:pt x="3564881" y="698582"/>
                </a:cubicBezTo>
                <a:lnTo>
                  <a:pt x="3556740" y="684458"/>
                </a:lnTo>
                <a:cubicBezTo>
                  <a:pt x="3556491" y="684126"/>
                  <a:pt x="3556740" y="683295"/>
                  <a:pt x="3556740" y="683295"/>
                </a:cubicBezTo>
                <a:lnTo>
                  <a:pt x="3564881" y="669172"/>
                </a:lnTo>
                <a:cubicBezTo>
                  <a:pt x="3565131" y="668839"/>
                  <a:pt x="3565878" y="668590"/>
                  <a:pt x="3565878" y="668590"/>
                </a:cubicBezTo>
                <a:lnTo>
                  <a:pt x="3582162" y="668590"/>
                </a:lnTo>
                <a:cubicBezTo>
                  <a:pt x="3582577" y="668590"/>
                  <a:pt x="3583159" y="669172"/>
                  <a:pt x="3583159" y="669172"/>
                </a:cubicBezTo>
                <a:lnTo>
                  <a:pt x="3591300" y="683295"/>
                </a:lnTo>
                <a:cubicBezTo>
                  <a:pt x="3591550" y="683627"/>
                  <a:pt x="3591300" y="684458"/>
                  <a:pt x="3591300" y="684458"/>
                </a:cubicBezTo>
                <a:lnTo>
                  <a:pt x="3583159" y="698582"/>
                </a:lnTo>
                <a:cubicBezTo>
                  <a:pt x="3582910" y="698914"/>
                  <a:pt x="3582162" y="699164"/>
                  <a:pt x="3582162" y="699164"/>
                </a:cubicBezTo>
                <a:close/>
                <a:moveTo>
                  <a:pt x="1880498" y="247861"/>
                </a:moveTo>
                <a:cubicBezTo>
                  <a:pt x="1880082" y="247861"/>
                  <a:pt x="1879501" y="247279"/>
                  <a:pt x="1879501" y="247279"/>
                </a:cubicBezTo>
                <a:lnTo>
                  <a:pt x="1871193" y="232906"/>
                </a:lnTo>
                <a:cubicBezTo>
                  <a:pt x="1870943" y="232574"/>
                  <a:pt x="1871193" y="231744"/>
                  <a:pt x="1871193" y="231744"/>
                </a:cubicBezTo>
                <a:lnTo>
                  <a:pt x="1879501" y="217371"/>
                </a:lnTo>
                <a:cubicBezTo>
                  <a:pt x="1879667" y="217038"/>
                  <a:pt x="1880498" y="216789"/>
                  <a:pt x="1880498" y="216789"/>
                </a:cubicBezTo>
                <a:lnTo>
                  <a:pt x="1897114" y="216789"/>
                </a:lnTo>
                <a:cubicBezTo>
                  <a:pt x="1897529" y="216789"/>
                  <a:pt x="1898110" y="217371"/>
                  <a:pt x="1898110" y="217371"/>
                </a:cubicBezTo>
                <a:lnTo>
                  <a:pt x="1906418" y="231744"/>
                </a:lnTo>
                <a:cubicBezTo>
                  <a:pt x="1906668" y="232076"/>
                  <a:pt x="1906418" y="232906"/>
                  <a:pt x="1906418" y="232906"/>
                </a:cubicBezTo>
                <a:lnTo>
                  <a:pt x="1898110" y="247280"/>
                </a:lnTo>
                <a:cubicBezTo>
                  <a:pt x="1897944" y="247613"/>
                  <a:pt x="1897114" y="247861"/>
                  <a:pt x="1897114" y="247861"/>
                </a:cubicBezTo>
                <a:close/>
                <a:moveTo>
                  <a:pt x="2060402" y="297582"/>
                </a:moveTo>
                <a:cubicBezTo>
                  <a:pt x="2059987" y="297582"/>
                  <a:pt x="2059323" y="296919"/>
                  <a:pt x="2059323" y="296919"/>
                </a:cubicBezTo>
                <a:lnTo>
                  <a:pt x="2050350" y="281299"/>
                </a:lnTo>
                <a:cubicBezTo>
                  <a:pt x="2050100" y="280966"/>
                  <a:pt x="2050350" y="280053"/>
                  <a:pt x="2050350" y="280053"/>
                </a:cubicBezTo>
                <a:lnTo>
                  <a:pt x="2059323" y="264434"/>
                </a:lnTo>
                <a:cubicBezTo>
                  <a:pt x="2059572" y="264018"/>
                  <a:pt x="2059987" y="263769"/>
                  <a:pt x="2060402" y="263769"/>
                </a:cubicBezTo>
                <a:lnTo>
                  <a:pt x="2078431" y="263769"/>
                </a:lnTo>
                <a:cubicBezTo>
                  <a:pt x="2078846" y="263769"/>
                  <a:pt x="2079511" y="264434"/>
                  <a:pt x="2079511" y="264434"/>
                </a:cubicBezTo>
                <a:lnTo>
                  <a:pt x="2088483" y="280053"/>
                </a:lnTo>
                <a:cubicBezTo>
                  <a:pt x="2088732" y="280385"/>
                  <a:pt x="2088483" y="281299"/>
                  <a:pt x="2088483" y="281299"/>
                </a:cubicBezTo>
                <a:lnTo>
                  <a:pt x="2079511" y="296919"/>
                </a:lnTo>
                <a:cubicBezTo>
                  <a:pt x="2079261" y="297334"/>
                  <a:pt x="2078846" y="297583"/>
                  <a:pt x="2078431" y="297582"/>
                </a:cubicBezTo>
                <a:close/>
                <a:moveTo>
                  <a:pt x="3624226" y="718695"/>
                </a:moveTo>
                <a:cubicBezTo>
                  <a:pt x="3623728" y="718695"/>
                  <a:pt x="3623229" y="718446"/>
                  <a:pt x="3622980" y="718031"/>
                </a:cubicBezTo>
                <a:lnTo>
                  <a:pt x="3613011" y="700751"/>
                </a:lnTo>
                <a:cubicBezTo>
                  <a:pt x="3612762" y="700335"/>
                  <a:pt x="3612762" y="699754"/>
                  <a:pt x="3613011" y="699338"/>
                </a:cubicBezTo>
                <a:lnTo>
                  <a:pt x="3622980" y="682058"/>
                </a:lnTo>
                <a:cubicBezTo>
                  <a:pt x="3623229" y="681642"/>
                  <a:pt x="3623728" y="681393"/>
                  <a:pt x="3624226" y="681393"/>
                </a:cubicBezTo>
                <a:lnTo>
                  <a:pt x="3644166" y="681393"/>
                </a:lnTo>
                <a:cubicBezTo>
                  <a:pt x="3644664" y="681393"/>
                  <a:pt x="3645163" y="681642"/>
                  <a:pt x="3645412" y="682058"/>
                </a:cubicBezTo>
                <a:lnTo>
                  <a:pt x="3655381" y="699338"/>
                </a:lnTo>
                <a:cubicBezTo>
                  <a:pt x="3655630" y="699754"/>
                  <a:pt x="3655630" y="700335"/>
                  <a:pt x="3655381" y="700751"/>
                </a:cubicBezTo>
                <a:lnTo>
                  <a:pt x="3645412" y="718031"/>
                </a:lnTo>
                <a:cubicBezTo>
                  <a:pt x="3645163" y="718446"/>
                  <a:pt x="3644664" y="718695"/>
                  <a:pt x="3644166" y="718695"/>
                </a:cubicBezTo>
                <a:close/>
                <a:moveTo>
                  <a:pt x="3684412" y="734822"/>
                </a:moveTo>
                <a:cubicBezTo>
                  <a:pt x="3683914" y="734822"/>
                  <a:pt x="3683415" y="734573"/>
                  <a:pt x="3683166" y="734158"/>
                </a:cubicBezTo>
                <a:lnTo>
                  <a:pt x="3673197" y="716878"/>
                </a:lnTo>
                <a:cubicBezTo>
                  <a:pt x="3672948" y="716461"/>
                  <a:pt x="3672948" y="715881"/>
                  <a:pt x="3673197" y="715464"/>
                </a:cubicBezTo>
                <a:lnTo>
                  <a:pt x="3683166" y="698185"/>
                </a:lnTo>
                <a:cubicBezTo>
                  <a:pt x="3683415" y="697769"/>
                  <a:pt x="3683914" y="697520"/>
                  <a:pt x="3684412" y="697520"/>
                </a:cubicBezTo>
                <a:lnTo>
                  <a:pt x="3704352" y="697519"/>
                </a:lnTo>
                <a:cubicBezTo>
                  <a:pt x="3704850" y="697519"/>
                  <a:pt x="3705349" y="697769"/>
                  <a:pt x="3705598" y="698185"/>
                </a:cubicBezTo>
                <a:lnTo>
                  <a:pt x="3715567" y="715465"/>
                </a:lnTo>
                <a:cubicBezTo>
                  <a:pt x="3715816" y="715881"/>
                  <a:pt x="3715816" y="716462"/>
                  <a:pt x="3715567" y="716878"/>
                </a:cubicBezTo>
                <a:lnTo>
                  <a:pt x="3705598" y="734157"/>
                </a:lnTo>
                <a:cubicBezTo>
                  <a:pt x="3705349" y="734573"/>
                  <a:pt x="3704850" y="734821"/>
                  <a:pt x="3704352" y="734822"/>
                </a:cubicBezTo>
                <a:close/>
                <a:moveTo>
                  <a:pt x="2299985" y="364156"/>
                </a:moveTo>
                <a:cubicBezTo>
                  <a:pt x="2299486" y="364156"/>
                  <a:pt x="2298989" y="363824"/>
                  <a:pt x="2298740" y="363409"/>
                </a:cubicBezTo>
                <a:lnTo>
                  <a:pt x="2288604" y="345879"/>
                </a:lnTo>
                <a:cubicBezTo>
                  <a:pt x="2288355" y="345463"/>
                  <a:pt x="2288355" y="344882"/>
                  <a:pt x="2288604" y="344467"/>
                </a:cubicBezTo>
                <a:lnTo>
                  <a:pt x="2298740" y="326937"/>
                </a:lnTo>
                <a:cubicBezTo>
                  <a:pt x="2298989" y="326438"/>
                  <a:pt x="2299487" y="326189"/>
                  <a:pt x="2299986" y="326189"/>
                </a:cubicBezTo>
                <a:lnTo>
                  <a:pt x="2320257" y="326189"/>
                </a:lnTo>
                <a:cubicBezTo>
                  <a:pt x="2320756" y="326189"/>
                  <a:pt x="2321254" y="326522"/>
                  <a:pt x="2321503" y="326937"/>
                </a:cubicBezTo>
                <a:lnTo>
                  <a:pt x="2331638" y="344467"/>
                </a:lnTo>
                <a:cubicBezTo>
                  <a:pt x="2331888" y="344882"/>
                  <a:pt x="2331888" y="345463"/>
                  <a:pt x="2331639" y="345879"/>
                </a:cubicBezTo>
                <a:lnTo>
                  <a:pt x="2321503" y="363409"/>
                </a:lnTo>
                <a:cubicBezTo>
                  <a:pt x="2321254" y="363907"/>
                  <a:pt x="2320756" y="364156"/>
                  <a:pt x="2320257" y="364156"/>
                </a:cubicBezTo>
                <a:close/>
                <a:moveTo>
                  <a:pt x="3864828" y="783454"/>
                </a:moveTo>
                <a:cubicBezTo>
                  <a:pt x="3864329" y="783454"/>
                  <a:pt x="3863831" y="783122"/>
                  <a:pt x="3863582" y="782707"/>
                </a:cubicBezTo>
                <a:lnTo>
                  <a:pt x="3853446" y="765177"/>
                </a:lnTo>
                <a:cubicBezTo>
                  <a:pt x="3853197" y="764761"/>
                  <a:pt x="3853197" y="764180"/>
                  <a:pt x="3853446" y="763765"/>
                </a:cubicBezTo>
                <a:lnTo>
                  <a:pt x="3863582" y="746235"/>
                </a:lnTo>
                <a:cubicBezTo>
                  <a:pt x="3863831" y="745736"/>
                  <a:pt x="3864329" y="745487"/>
                  <a:pt x="3864828" y="745487"/>
                </a:cubicBezTo>
                <a:lnTo>
                  <a:pt x="3885099" y="745487"/>
                </a:lnTo>
                <a:cubicBezTo>
                  <a:pt x="3885598" y="745487"/>
                  <a:pt x="3886096" y="745820"/>
                  <a:pt x="3886345" y="746235"/>
                </a:cubicBezTo>
                <a:lnTo>
                  <a:pt x="3896481" y="763765"/>
                </a:lnTo>
                <a:cubicBezTo>
                  <a:pt x="3896730" y="764180"/>
                  <a:pt x="3896730" y="764761"/>
                  <a:pt x="3896481" y="765177"/>
                </a:cubicBezTo>
                <a:lnTo>
                  <a:pt x="3886345" y="782707"/>
                </a:lnTo>
                <a:cubicBezTo>
                  <a:pt x="3886096" y="783205"/>
                  <a:pt x="3885598" y="783454"/>
                  <a:pt x="3885099" y="783454"/>
                </a:cubicBezTo>
                <a:close/>
                <a:moveTo>
                  <a:pt x="3924930" y="799664"/>
                </a:moveTo>
                <a:cubicBezTo>
                  <a:pt x="3924431" y="799664"/>
                  <a:pt x="3923933" y="799332"/>
                  <a:pt x="3923684" y="798917"/>
                </a:cubicBezTo>
                <a:lnTo>
                  <a:pt x="3913548" y="781304"/>
                </a:lnTo>
                <a:cubicBezTo>
                  <a:pt x="3913299" y="780888"/>
                  <a:pt x="3913299" y="780306"/>
                  <a:pt x="3913548" y="779891"/>
                </a:cubicBezTo>
                <a:lnTo>
                  <a:pt x="3923767" y="762278"/>
                </a:lnTo>
                <a:cubicBezTo>
                  <a:pt x="3924016" y="761780"/>
                  <a:pt x="3924514" y="761531"/>
                  <a:pt x="3925013" y="761531"/>
                </a:cubicBezTo>
                <a:lnTo>
                  <a:pt x="3945367" y="761531"/>
                </a:lnTo>
                <a:cubicBezTo>
                  <a:pt x="3945866" y="761531"/>
                  <a:pt x="3946364" y="761863"/>
                  <a:pt x="3946614" y="762278"/>
                </a:cubicBezTo>
                <a:lnTo>
                  <a:pt x="3956749" y="779891"/>
                </a:lnTo>
                <a:cubicBezTo>
                  <a:pt x="3956998" y="780306"/>
                  <a:pt x="3956998" y="780888"/>
                  <a:pt x="3956749" y="781304"/>
                </a:cubicBezTo>
                <a:lnTo>
                  <a:pt x="3946530" y="798917"/>
                </a:lnTo>
                <a:cubicBezTo>
                  <a:pt x="3946281" y="799415"/>
                  <a:pt x="3945783" y="799664"/>
                  <a:pt x="3945284" y="799664"/>
                </a:cubicBezTo>
                <a:close/>
                <a:moveTo>
                  <a:pt x="4406420" y="928679"/>
                </a:moveTo>
                <a:cubicBezTo>
                  <a:pt x="4405921" y="928678"/>
                  <a:pt x="4405423" y="928347"/>
                  <a:pt x="4405174" y="927932"/>
                </a:cubicBezTo>
                <a:lnTo>
                  <a:pt x="4395038" y="910319"/>
                </a:lnTo>
                <a:cubicBezTo>
                  <a:pt x="4394789" y="909902"/>
                  <a:pt x="4394789" y="909321"/>
                  <a:pt x="4395038" y="908905"/>
                </a:cubicBezTo>
                <a:lnTo>
                  <a:pt x="4405257" y="891293"/>
                </a:lnTo>
                <a:cubicBezTo>
                  <a:pt x="4405506" y="890795"/>
                  <a:pt x="4406004" y="890546"/>
                  <a:pt x="4406503" y="890546"/>
                </a:cubicBezTo>
                <a:lnTo>
                  <a:pt x="4426857" y="890546"/>
                </a:lnTo>
                <a:cubicBezTo>
                  <a:pt x="4427356" y="890546"/>
                  <a:pt x="4427854" y="890878"/>
                  <a:pt x="4428104" y="891292"/>
                </a:cubicBezTo>
                <a:lnTo>
                  <a:pt x="4438239" y="908906"/>
                </a:lnTo>
                <a:cubicBezTo>
                  <a:pt x="4438488" y="909321"/>
                  <a:pt x="4438488" y="909903"/>
                  <a:pt x="4438239" y="910319"/>
                </a:cubicBezTo>
                <a:lnTo>
                  <a:pt x="4428020" y="927932"/>
                </a:lnTo>
                <a:cubicBezTo>
                  <a:pt x="4427771" y="928430"/>
                  <a:pt x="4427273" y="928679"/>
                  <a:pt x="4426774" y="928679"/>
                </a:cubicBezTo>
                <a:close/>
                <a:moveTo>
                  <a:pt x="4225840" y="880461"/>
                </a:moveTo>
                <a:cubicBezTo>
                  <a:pt x="4225341" y="880461"/>
                  <a:pt x="4224843" y="880129"/>
                  <a:pt x="4224594" y="879714"/>
                </a:cubicBezTo>
                <a:lnTo>
                  <a:pt x="4214374" y="862018"/>
                </a:lnTo>
                <a:cubicBezTo>
                  <a:pt x="4214126" y="861603"/>
                  <a:pt x="4214126" y="861021"/>
                  <a:pt x="4214375" y="860605"/>
                </a:cubicBezTo>
                <a:lnTo>
                  <a:pt x="4224594" y="842910"/>
                </a:lnTo>
                <a:cubicBezTo>
                  <a:pt x="4224843" y="842412"/>
                  <a:pt x="4225341" y="842162"/>
                  <a:pt x="4225840" y="842162"/>
                </a:cubicBezTo>
                <a:lnTo>
                  <a:pt x="4246277" y="842163"/>
                </a:lnTo>
                <a:cubicBezTo>
                  <a:pt x="4246776" y="842162"/>
                  <a:pt x="4247274" y="842494"/>
                  <a:pt x="4247524" y="842910"/>
                </a:cubicBezTo>
                <a:lnTo>
                  <a:pt x="4257742" y="860605"/>
                </a:lnTo>
                <a:cubicBezTo>
                  <a:pt x="4257992" y="861021"/>
                  <a:pt x="4257992" y="861604"/>
                  <a:pt x="4257742" y="862018"/>
                </a:cubicBezTo>
                <a:lnTo>
                  <a:pt x="4247523" y="879714"/>
                </a:lnTo>
                <a:cubicBezTo>
                  <a:pt x="4247274" y="880212"/>
                  <a:pt x="4246776" y="880461"/>
                  <a:pt x="4246277" y="880462"/>
                </a:cubicBezTo>
                <a:close/>
                <a:moveTo>
                  <a:pt x="2540544" y="428983"/>
                </a:moveTo>
                <a:cubicBezTo>
                  <a:pt x="2540046" y="428983"/>
                  <a:pt x="2539547" y="428651"/>
                  <a:pt x="2539298" y="428235"/>
                </a:cubicBezTo>
                <a:lnTo>
                  <a:pt x="2528996" y="410456"/>
                </a:lnTo>
                <a:cubicBezTo>
                  <a:pt x="2528747" y="410041"/>
                  <a:pt x="2528747" y="409459"/>
                  <a:pt x="2528996" y="409043"/>
                </a:cubicBezTo>
                <a:lnTo>
                  <a:pt x="2539298" y="391265"/>
                </a:lnTo>
                <a:cubicBezTo>
                  <a:pt x="2539547" y="390766"/>
                  <a:pt x="2540046" y="390517"/>
                  <a:pt x="2540544" y="390517"/>
                </a:cubicBezTo>
                <a:lnTo>
                  <a:pt x="2561065" y="390517"/>
                </a:lnTo>
                <a:cubicBezTo>
                  <a:pt x="2561563" y="390517"/>
                  <a:pt x="2562061" y="390849"/>
                  <a:pt x="2562311" y="391265"/>
                </a:cubicBezTo>
                <a:lnTo>
                  <a:pt x="2572613" y="409043"/>
                </a:lnTo>
                <a:cubicBezTo>
                  <a:pt x="2572862" y="409459"/>
                  <a:pt x="2572862" y="410041"/>
                  <a:pt x="2572613" y="410456"/>
                </a:cubicBezTo>
                <a:lnTo>
                  <a:pt x="2562311" y="428235"/>
                </a:lnTo>
                <a:cubicBezTo>
                  <a:pt x="2562061" y="428734"/>
                  <a:pt x="2561563" y="428983"/>
                  <a:pt x="2561065" y="428983"/>
                </a:cubicBezTo>
                <a:close/>
                <a:moveTo>
                  <a:pt x="3744268" y="751520"/>
                </a:moveTo>
                <a:cubicBezTo>
                  <a:pt x="3743769" y="751520"/>
                  <a:pt x="3743271" y="751188"/>
                  <a:pt x="3743022" y="750772"/>
                </a:cubicBezTo>
                <a:lnTo>
                  <a:pt x="3732720" y="732993"/>
                </a:lnTo>
                <a:cubicBezTo>
                  <a:pt x="3732471" y="732578"/>
                  <a:pt x="3732471" y="731996"/>
                  <a:pt x="3732720" y="731580"/>
                </a:cubicBezTo>
                <a:lnTo>
                  <a:pt x="3743022" y="713802"/>
                </a:lnTo>
                <a:cubicBezTo>
                  <a:pt x="3743271" y="713303"/>
                  <a:pt x="3743769" y="713054"/>
                  <a:pt x="3744268" y="713054"/>
                </a:cubicBezTo>
                <a:lnTo>
                  <a:pt x="3764788" y="713054"/>
                </a:lnTo>
                <a:cubicBezTo>
                  <a:pt x="3765287" y="713054"/>
                  <a:pt x="3765785" y="713386"/>
                  <a:pt x="3766035" y="713802"/>
                </a:cubicBezTo>
                <a:lnTo>
                  <a:pt x="3776336" y="731579"/>
                </a:lnTo>
                <a:cubicBezTo>
                  <a:pt x="3776586" y="731996"/>
                  <a:pt x="3776586" y="732578"/>
                  <a:pt x="3776336" y="732993"/>
                </a:cubicBezTo>
                <a:lnTo>
                  <a:pt x="3766035" y="750772"/>
                </a:lnTo>
                <a:cubicBezTo>
                  <a:pt x="3765785" y="751271"/>
                  <a:pt x="3765287" y="751520"/>
                  <a:pt x="3764788" y="751520"/>
                </a:cubicBezTo>
                <a:close/>
                <a:moveTo>
                  <a:pt x="3804454" y="767646"/>
                </a:moveTo>
                <a:cubicBezTo>
                  <a:pt x="3803955" y="767647"/>
                  <a:pt x="3803457" y="767314"/>
                  <a:pt x="3803208" y="766898"/>
                </a:cubicBezTo>
                <a:lnTo>
                  <a:pt x="3792906" y="749120"/>
                </a:lnTo>
                <a:cubicBezTo>
                  <a:pt x="3792657" y="748705"/>
                  <a:pt x="3792657" y="748122"/>
                  <a:pt x="3792906" y="747707"/>
                </a:cubicBezTo>
                <a:lnTo>
                  <a:pt x="3803208" y="729929"/>
                </a:lnTo>
                <a:cubicBezTo>
                  <a:pt x="3803457" y="729430"/>
                  <a:pt x="3803955" y="729181"/>
                  <a:pt x="3804454" y="729181"/>
                </a:cubicBezTo>
                <a:lnTo>
                  <a:pt x="3824974" y="729181"/>
                </a:lnTo>
                <a:cubicBezTo>
                  <a:pt x="3825473" y="729180"/>
                  <a:pt x="3825971" y="729512"/>
                  <a:pt x="3826221" y="729928"/>
                </a:cubicBezTo>
                <a:lnTo>
                  <a:pt x="3836522" y="747706"/>
                </a:lnTo>
                <a:cubicBezTo>
                  <a:pt x="3836772" y="748123"/>
                  <a:pt x="3836772" y="748704"/>
                  <a:pt x="3836522" y="749119"/>
                </a:cubicBezTo>
                <a:lnTo>
                  <a:pt x="3826221" y="766899"/>
                </a:lnTo>
                <a:cubicBezTo>
                  <a:pt x="3825971" y="767397"/>
                  <a:pt x="3825473" y="767647"/>
                  <a:pt x="3824974" y="767646"/>
                </a:cubicBezTo>
                <a:close/>
                <a:moveTo>
                  <a:pt x="3985013" y="816027"/>
                </a:moveTo>
                <a:cubicBezTo>
                  <a:pt x="3984514" y="816027"/>
                  <a:pt x="3984016" y="815695"/>
                  <a:pt x="3983767" y="815279"/>
                </a:cubicBezTo>
                <a:lnTo>
                  <a:pt x="3973465" y="797500"/>
                </a:lnTo>
                <a:cubicBezTo>
                  <a:pt x="3973216" y="797085"/>
                  <a:pt x="3973216" y="796503"/>
                  <a:pt x="3973464" y="796087"/>
                </a:cubicBezTo>
                <a:lnTo>
                  <a:pt x="3983767" y="778309"/>
                </a:lnTo>
                <a:cubicBezTo>
                  <a:pt x="3984016" y="777810"/>
                  <a:pt x="3984514" y="777561"/>
                  <a:pt x="3985013" y="777561"/>
                </a:cubicBezTo>
                <a:lnTo>
                  <a:pt x="4005532" y="777561"/>
                </a:lnTo>
                <a:cubicBezTo>
                  <a:pt x="4006032" y="777561"/>
                  <a:pt x="4006530" y="777893"/>
                  <a:pt x="4006780" y="778309"/>
                </a:cubicBezTo>
                <a:lnTo>
                  <a:pt x="4017081" y="796087"/>
                </a:lnTo>
                <a:cubicBezTo>
                  <a:pt x="4017330" y="796503"/>
                  <a:pt x="4017331" y="797085"/>
                  <a:pt x="4017081" y="797500"/>
                </a:cubicBezTo>
                <a:lnTo>
                  <a:pt x="4006780" y="815279"/>
                </a:lnTo>
                <a:cubicBezTo>
                  <a:pt x="4006530" y="815778"/>
                  <a:pt x="4006032" y="816027"/>
                  <a:pt x="4005533" y="816027"/>
                </a:cubicBezTo>
                <a:close/>
                <a:moveTo>
                  <a:pt x="4165572" y="864408"/>
                </a:moveTo>
                <a:cubicBezTo>
                  <a:pt x="4165073" y="864408"/>
                  <a:pt x="4164575" y="864076"/>
                  <a:pt x="4164326" y="863660"/>
                </a:cubicBezTo>
                <a:lnTo>
                  <a:pt x="4154024" y="845881"/>
                </a:lnTo>
                <a:cubicBezTo>
                  <a:pt x="4153775" y="845466"/>
                  <a:pt x="4153775" y="844884"/>
                  <a:pt x="4154024" y="844468"/>
                </a:cubicBezTo>
                <a:lnTo>
                  <a:pt x="4164326" y="826690"/>
                </a:lnTo>
                <a:cubicBezTo>
                  <a:pt x="4164575" y="826191"/>
                  <a:pt x="4165073" y="825942"/>
                  <a:pt x="4165572" y="825942"/>
                </a:cubicBezTo>
                <a:lnTo>
                  <a:pt x="4186092" y="825942"/>
                </a:lnTo>
                <a:cubicBezTo>
                  <a:pt x="4186591" y="825942"/>
                  <a:pt x="4187089" y="826274"/>
                  <a:pt x="4187339" y="826690"/>
                </a:cubicBezTo>
                <a:lnTo>
                  <a:pt x="4197640" y="844468"/>
                </a:lnTo>
                <a:cubicBezTo>
                  <a:pt x="4197890" y="844884"/>
                  <a:pt x="4197890" y="845466"/>
                  <a:pt x="4197640" y="845881"/>
                </a:cubicBezTo>
                <a:lnTo>
                  <a:pt x="4187339" y="863660"/>
                </a:lnTo>
                <a:cubicBezTo>
                  <a:pt x="4187089" y="864159"/>
                  <a:pt x="4186591" y="864408"/>
                  <a:pt x="4186092" y="864408"/>
                </a:cubicBezTo>
                <a:close/>
                <a:moveTo>
                  <a:pt x="4285944" y="896661"/>
                </a:moveTo>
                <a:cubicBezTo>
                  <a:pt x="4285445" y="896662"/>
                  <a:pt x="4284947" y="896329"/>
                  <a:pt x="4284698" y="895913"/>
                </a:cubicBezTo>
                <a:lnTo>
                  <a:pt x="4274396" y="878135"/>
                </a:lnTo>
                <a:cubicBezTo>
                  <a:pt x="4274147" y="877719"/>
                  <a:pt x="4274147" y="877137"/>
                  <a:pt x="4274396" y="876721"/>
                </a:cubicBezTo>
                <a:lnTo>
                  <a:pt x="4284698" y="858944"/>
                </a:lnTo>
                <a:cubicBezTo>
                  <a:pt x="4284947" y="858444"/>
                  <a:pt x="4285445" y="858195"/>
                  <a:pt x="4285944" y="858196"/>
                </a:cubicBezTo>
                <a:lnTo>
                  <a:pt x="4306464" y="858195"/>
                </a:lnTo>
                <a:cubicBezTo>
                  <a:pt x="4306963" y="858195"/>
                  <a:pt x="4307461" y="858527"/>
                  <a:pt x="4307711" y="858943"/>
                </a:cubicBezTo>
                <a:lnTo>
                  <a:pt x="4318012" y="876721"/>
                </a:lnTo>
                <a:cubicBezTo>
                  <a:pt x="4318262" y="877137"/>
                  <a:pt x="4318262" y="877719"/>
                  <a:pt x="4318012" y="878134"/>
                </a:cubicBezTo>
                <a:lnTo>
                  <a:pt x="4307711" y="895913"/>
                </a:lnTo>
                <a:cubicBezTo>
                  <a:pt x="4307461" y="896412"/>
                  <a:pt x="4306963" y="896661"/>
                  <a:pt x="4306464" y="896661"/>
                </a:cubicBezTo>
                <a:close/>
                <a:moveTo>
                  <a:pt x="2480365" y="412962"/>
                </a:moveTo>
                <a:cubicBezTo>
                  <a:pt x="2479866" y="412962"/>
                  <a:pt x="2479368" y="412629"/>
                  <a:pt x="2479118" y="412214"/>
                </a:cubicBezTo>
                <a:lnTo>
                  <a:pt x="2468817" y="394353"/>
                </a:lnTo>
                <a:cubicBezTo>
                  <a:pt x="2468568" y="393854"/>
                  <a:pt x="2468568" y="393272"/>
                  <a:pt x="2468817" y="392857"/>
                </a:cubicBezTo>
                <a:lnTo>
                  <a:pt x="2479118" y="374995"/>
                </a:lnTo>
                <a:cubicBezTo>
                  <a:pt x="2479368" y="374496"/>
                  <a:pt x="2479866" y="374247"/>
                  <a:pt x="2480365" y="374247"/>
                </a:cubicBezTo>
                <a:lnTo>
                  <a:pt x="2501051" y="374247"/>
                </a:lnTo>
                <a:cubicBezTo>
                  <a:pt x="2501550" y="374247"/>
                  <a:pt x="2502048" y="374579"/>
                  <a:pt x="2502298" y="374995"/>
                </a:cubicBezTo>
                <a:lnTo>
                  <a:pt x="2512600" y="392857"/>
                </a:lnTo>
                <a:cubicBezTo>
                  <a:pt x="2512849" y="393355"/>
                  <a:pt x="2512849" y="393936"/>
                  <a:pt x="2512600" y="394353"/>
                </a:cubicBezTo>
                <a:lnTo>
                  <a:pt x="2502298" y="412213"/>
                </a:lnTo>
                <a:cubicBezTo>
                  <a:pt x="2502048" y="412713"/>
                  <a:pt x="2501550" y="412962"/>
                  <a:pt x="2501051" y="412962"/>
                </a:cubicBezTo>
                <a:close/>
                <a:moveTo>
                  <a:pt x="4346139" y="912894"/>
                </a:moveTo>
                <a:cubicBezTo>
                  <a:pt x="4345641" y="912894"/>
                  <a:pt x="4345142" y="912562"/>
                  <a:pt x="4344893" y="912146"/>
                </a:cubicBezTo>
                <a:lnTo>
                  <a:pt x="4334590" y="894285"/>
                </a:lnTo>
                <a:cubicBezTo>
                  <a:pt x="4334342" y="893786"/>
                  <a:pt x="4334342" y="893204"/>
                  <a:pt x="4334591" y="892789"/>
                </a:cubicBezTo>
                <a:lnTo>
                  <a:pt x="4344893" y="874927"/>
                </a:lnTo>
                <a:cubicBezTo>
                  <a:pt x="4345142" y="874428"/>
                  <a:pt x="4345641" y="874179"/>
                  <a:pt x="4346139" y="874179"/>
                </a:cubicBezTo>
                <a:lnTo>
                  <a:pt x="4366826" y="874179"/>
                </a:lnTo>
                <a:cubicBezTo>
                  <a:pt x="4367324" y="874179"/>
                  <a:pt x="4367822" y="874512"/>
                  <a:pt x="4368071" y="874927"/>
                </a:cubicBezTo>
                <a:lnTo>
                  <a:pt x="4378373" y="892789"/>
                </a:lnTo>
                <a:cubicBezTo>
                  <a:pt x="4378623" y="893287"/>
                  <a:pt x="4378623" y="893869"/>
                  <a:pt x="4378374" y="894285"/>
                </a:cubicBezTo>
                <a:lnTo>
                  <a:pt x="4368072" y="912146"/>
                </a:lnTo>
                <a:cubicBezTo>
                  <a:pt x="4367822" y="912645"/>
                  <a:pt x="4367323" y="912894"/>
                  <a:pt x="4366826" y="912894"/>
                </a:cubicBezTo>
                <a:close/>
                <a:moveTo>
                  <a:pt x="2119166" y="316273"/>
                </a:moveTo>
                <a:cubicBezTo>
                  <a:pt x="2118668" y="316273"/>
                  <a:pt x="2118169" y="315941"/>
                  <a:pt x="2117920" y="315526"/>
                </a:cubicBezTo>
                <a:lnTo>
                  <a:pt x="2107535" y="297581"/>
                </a:lnTo>
                <a:cubicBezTo>
                  <a:pt x="2107286" y="297082"/>
                  <a:pt x="2107286" y="296501"/>
                  <a:pt x="2107535" y="296085"/>
                </a:cubicBezTo>
                <a:lnTo>
                  <a:pt x="2117920" y="278140"/>
                </a:lnTo>
                <a:cubicBezTo>
                  <a:pt x="2118169" y="277641"/>
                  <a:pt x="2118668" y="277392"/>
                  <a:pt x="2119166" y="277392"/>
                </a:cubicBezTo>
                <a:lnTo>
                  <a:pt x="2139936" y="277392"/>
                </a:lnTo>
                <a:cubicBezTo>
                  <a:pt x="2140434" y="277392"/>
                  <a:pt x="2140933" y="277725"/>
                  <a:pt x="2141182" y="278140"/>
                </a:cubicBezTo>
                <a:lnTo>
                  <a:pt x="2151567" y="296085"/>
                </a:lnTo>
                <a:cubicBezTo>
                  <a:pt x="2151816" y="296583"/>
                  <a:pt x="2151816" y="297165"/>
                  <a:pt x="2151567" y="297581"/>
                </a:cubicBezTo>
                <a:lnTo>
                  <a:pt x="2141182" y="315526"/>
                </a:lnTo>
                <a:cubicBezTo>
                  <a:pt x="2140933" y="316024"/>
                  <a:pt x="2140434" y="316273"/>
                  <a:pt x="2139936" y="316273"/>
                </a:cubicBezTo>
                <a:close/>
                <a:moveTo>
                  <a:pt x="4045126" y="832332"/>
                </a:moveTo>
                <a:cubicBezTo>
                  <a:pt x="4044627" y="832332"/>
                  <a:pt x="4044129" y="832000"/>
                  <a:pt x="4043880" y="831585"/>
                </a:cubicBezTo>
                <a:lnTo>
                  <a:pt x="4033495" y="813640"/>
                </a:lnTo>
                <a:cubicBezTo>
                  <a:pt x="4033245" y="813141"/>
                  <a:pt x="4033246" y="812560"/>
                  <a:pt x="4033495" y="812144"/>
                </a:cubicBezTo>
                <a:lnTo>
                  <a:pt x="4043880" y="794199"/>
                </a:lnTo>
                <a:cubicBezTo>
                  <a:pt x="4044129" y="793700"/>
                  <a:pt x="4044627" y="793451"/>
                  <a:pt x="4045126" y="793451"/>
                </a:cubicBezTo>
                <a:lnTo>
                  <a:pt x="4065896" y="793451"/>
                </a:lnTo>
                <a:cubicBezTo>
                  <a:pt x="4066394" y="793451"/>
                  <a:pt x="4066893" y="793784"/>
                  <a:pt x="4067142" y="794199"/>
                </a:cubicBezTo>
                <a:lnTo>
                  <a:pt x="4077527" y="812144"/>
                </a:lnTo>
                <a:cubicBezTo>
                  <a:pt x="4077775" y="812642"/>
                  <a:pt x="4077776" y="813224"/>
                  <a:pt x="4077527" y="813640"/>
                </a:cubicBezTo>
                <a:lnTo>
                  <a:pt x="4067142" y="831585"/>
                </a:lnTo>
                <a:cubicBezTo>
                  <a:pt x="4066893" y="832083"/>
                  <a:pt x="4066394" y="832332"/>
                  <a:pt x="4065896" y="832332"/>
                </a:cubicBezTo>
                <a:close/>
                <a:moveTo>
                  <a:pt x="2359829" y="380864"/>
                </a:moveTo>
                <a:cubicBezTo>
                  <a:pt x="2359330" y="380863"/>
                  <a:pt x="2358832" y="380532"/>
                  <a:pt x="2358583" y="380115"/>
                </a:cubicBezTo>
                <a:lnTo>
                  <a:pt x="2348198" y="362087"/>
                </a:lnTo>
                <a:cubicBezTo>
                  <a:pt x="2347949" y="361589"/>
                  <a:pt x="2347949" y="361008"/>
                  <a:pt x="2348198" y="360591"/>
                </a:cubicBezTo>
                <a:lnTo>
                  <a:pt x="2358666" y="342563"/>
                </a:lnTo>
                <a:cubicBezTo>
                  <a:pt x="2358915" y="342065"/>
                  <a:pt x="2359414" y="341817"/>
                  <a:pt x="2359912" y="341817"/>
                </a:cubicBezTo>
                <a:lnTo>
                  <a:pt x="2380765" y="341817"/>
                </a:lnTo>
                <a:cubicBezTo>
                  <a:pt x="2381263" y="341817"/>
                  <a:pt x="2381762" y="342149"/>
                  <a:pt x="2382011" y="342564"/>
                </a:cubicBezTo>
                <a:lnTo>
                  <a:pt x="2392396" y="360591"/>
                </a:lnTo>
                <a:cubicBezTo>
                  <a:pt x="2392645" y="361091"/>
                  <a:pt x="2392645" y="361672"/>
                  <a:pt x="2392396" y="362087"/>
                </a:cubicBezTo>
                <a:lnTo>
                  <a:pt x="2381928" y="380116"/>
                </a:lnTo>
                <a:cubicBezTo>
                  <a:pt x="2381679" y="380614"/>
                  <a:pt x="2381180" y="380864"/>
                  <a:pt x="2380682" y="380864"/>
                </a:cubicBezTo>
                <a:close/>
                <a:moveTo>
                  <a:pt x="2660760" y="461498"/>
                </a:moveTo>
                <a:cubicBezTo>
                  <a:pt x="2660261" y="461498"/>
                  <a:pt x="2659763" y="461166"/>
                  <a:pt x="2659514" y="460750"/>
                </a:cubicBezTo>
                <a:lnTo>
                  <a:pt x="2649129" y="442722"/>
                </a:lnTo>
                <a:cubicBezTo>
                  <a:pt x="2648880" y="442224"/>
                  <a:pt x="2648880" y="441642"/>
                  <a:pt x="2649129" y="441226"/>
                </a:cubicBezTo>
                <a:lnTo>
                  <a:pt x="2659597" y="423198"/>
                </a:lnTo>
                <a:cubicBezTo>
                  <a:pt x="2659846" y="422700"/>
                  <a:pt x="2660345" y="422451"/>
                  <a:pt x="2660843" y="422451"/>
                </a:cubicBezTo>
                <a:lnTo>
                  <a:pt x="2681696" y="422451"/>
                </a:lnTo>
                <a:cubicBezTo>
                  <a:pt x="2682194" y="422451"/>
                  <a:pt x="2682693" y="422783"/>
                  <a:pt x="2682942" y="423198"/>
                </a:cubicBezTo>
                <a:lnTo>
                  <a:pt x="2693327" y="441226"/>
                </a:lnTo>
                <a:cubicBezTo>
                  <a:pt x="2693576" y="441725"/>
                  <a:pt x="2693576" y="442307"/>
                  <a:pt x="2693327" y="442721"/>
                </a:cubicBezTo>
                <a:lnTo>
                  <a:pt x="2682859" y="460750"/>
                </a:lnTo>
                <a:cubicBezTo>
                  <a:pt x="2682610" y="461249"/>
                  <a:pt x="2682111" y="461498"/>
                  <a:pt x="2681613" y="461498"/>
                </a:cubicBezTo>
                <a:close/>
                <a:moveTo>
                  <a:pt x="4105229" y="848542"/>
                </a:moveTo>
                <a:cubicBezTo>
                  <a:pt x="4104730" y="848542"/>
                  <a:pt x="4104232" y="848210"/>
                  <a:pt x="4103982" y="847794"/>
                </a:cubicBezTo>
                <a:lnTo>
                  <a:pt x="4093598" y="829766"/>
                </a:lnTo>
                <a:cubicBezTo>
                  <a:pt x="4093349" y="829268"/>
                  <a:pt x="4093349" y="828686"/>
                  <a:pt x="4093598" y="828270"/>
                </a:cubicBezTo>
                <a:lnTo>
                  <a:pt x="4104066" y="810242"/>
                </a:lnTo>
                <a:cubicBezTo>
                  <a:pt x="4104315" y="809744"/>
                  <a:pt x="4104814" y="809495"/>
                  <a:pt x="4105312" y="809495"/>
                </a:cubicBezTo>
                <a:lnTo>
                  <a:pt x="4126165" y="809495"/>
                </a:lnTo>
                <a:cubicBezTo>
                  <a:pt x="4126664" y="809495"/>
                  <a:pt x="4127162" y="809827"/>
                  <a:pt x="4127411" y="810242"/>
                </a:cubicBezTo>
                <a:lnTo>
                  <a:pt x="4137796" y="828270"/>
                </a:lnTo>
                <a:cubicBezTo>
                  <a:pt x="4138045" y="828769"/>
                  <a:pt x="4138045" y="829351"/>
                  <a:pt x="4137796" y="829766"/>
                </a:cubicBezTo>
                <a:lnTo>
                  <a:pt x="4127328" y="847794"/>
                </a:lnTo>
                <a:cubicBezTo>
                  <a:pt x="4127079" y="848293"/>
                  <a:pt x="4126580" y="848542"/>
                  <a:pt x="4126082" y="848542"/>
                </a:cubicBezTo>
                <a:close/>
                <a:moveTo>
                  <a:pt x="2420013" y="397073"/>
                </a:moveTo>
                <a:cubicBezTo>
                  <a:pt x="2419515" y="397073"/>
                  <a:pt x="2419017" y="396741"/>
                  <a:pt x="2418768" y="396326"/>
                </a:cubicBezTo>
                <a:lnTo>
                  <a:pt x="2408300" y="378214"/>
                </a:lnTo>
                <a:cubicBezTo>
                  <a:pt x="2408051" y="377716"/>
                  <a:pt x="2408051" y="377134"/>
                  <a:pt x="2408300" y="376719"/>
                </a:cubicBezTo>
                <a:lnTo>
                  <a:pt x="2418768" y="358607"/>
                </a:lnTo>
                <a:cubicBezTo>
                  <a:pt x="2419016" y="358109"/>
                  <a:pt x="2419515" y="357860"/>
                  <a:pt x="2420013" y="357860"/>
                </a:cubicBezTo>
                <a:lnTo>
                  <a:pt x="2440950" y="357860"/>
                </a:lnTo>
                <a:cubicBezTo>
                  <a:pt x="2441449" y="357860"/>
                  <a:pt x="2441946" y="358192"/>
                  <a:pt x="2442195" y="358607"/>
                </a:cubicBezTo>
                <a:lnTo>
                  <a:pt x="2452663" y="376719"/>
                </a:lnTo>
                <a:cubicBezTo>
                  <a:pt x="2452913" y="377217"/>
                  <a:pt x="2452913" y="377799"/>
                  <a:pt x="2452663" y="378214"/>
                </a:cubicBezTo>
                <a:lnTo>
                  <a:pt x="2442195" y="396326"/>
                </a:lnTo>
                <a:cubicBezTo>
                  <a:pt x="2441947" y="396824"/>
                  <a:pt x="2441449" y="397073"/>
                  <a:pt x="2440950" y="397073"/>
                </a:cubicBezTo>
                <a:close/>
                <a:moveTo>
                  <a:pt x="2600513" y="445530"/>
                </a:moveTo>
                <a:cubicBezTo>
                  <a:pt x="2600015" y="445530"/>
                  <a:pt x="2599516" y="445197"/>
                  <a:pt x="2599267" y="444782"/>
                </a:cubicBezTo>
                <a:lnTo>
                  <a:pt x="2588716" y="426504"/>
                </a:lnTo>
                <a:cubicBezTo>
                  <a:pt x="2588467" y="426006"/>
                  <a:pt x="2588467" y="425424"/>
                  <a:pt x="2588716" y="425009"/>
                </a:cubicBezTo>
                <a:lnTo>
                  <a:pt x="2599267" y="406731"/>
                </a:lnTo>
                <a:cubicBezTo>
                  <a:pt x="2599516" y="406233"/>
                  <a:pt x="2600015" y="405984"/>
                  <a:pt x="2600513" y="405984"/>
                </a:cubicBezTo>
                <a:lnTo>
                  <a:pt x="2621532" y="405984"/>
                </a:lnTo>
                <a:cubicBezTo>
                  <a:pt x="2622031" y="405984"/>
                  <a:pt x="2622529" y="406316"/>
                  <a:pt x="2622778" y="406731"/>
                </a:cubicBezTo>
                <a:lnTo>
                  <a:pt x="2633330" y="425009"/>
                </a:lnTo>
                <a:cubicBezTo>
                  <a:pt x="2633579" y="425507"/>
                  <a:pt x="2633579" y="426089"/>
                  <a:pt x="2633330" y="426504"/>
                </a:cubicBezTo>
                <a:lnTo>
                  <a:pt x="2622778" y="444782"/>
                </a:lnTo>
                <a:cubicBezTo>
                  <a:pt x="2622529" y="445280"/>
                  <a:pt x="2622031" y="445530"/>
                  <a:pt x="2621532" y="445530"/>
                </a:cubicBezTo>
                <a:close/>
                <a:moveTo>
                  <a:pt x="2239289" y="349025"/>
                </a:moveTo>
                <a:cubicBezTo>
                  <a:pt x="2238708" y="349025"/>
                  <a:pt x="2238209" y="348776"/>
                  <a:pt x="2237960" y="348277"/>
                </a:cubicBezTo>
                <a:lnTo>
                  <a:pt x="2227326" y="329833"/>
                </a:lnTo>
                <a:cubicBezTo>
                  <a:pt x="2227077" y="329417"/>
                  <a:pt x="2227077" y="328837"/>
                  <a:pt x="2227326" y="328338"/>
                </a:cubicBezTo>
                <a:lnTo>
                  <a:pt x="2237960" y="309894"/>
                </a:lnTo>
                <a:cubicBezTo>
                  <a:pt x="2238292" y="309395"/>
                  <a:pt x="2238791" y="309146"/>
                  <a:pt x="2239289" y="309146"/>
                </a:cubicBezTo>
                <a:lnTo>
                  <a:pt x="2260558" y="309147"/>
                </a:lnTo>
                <a:cubicBezTo>
                  <a:pt x="2261139" y="309146"/>
                  <a:pt x="2261637" y="309395"/>
                  <a:pt x="2261887" y="309895"/>
                </a:cubicBezTo>
                <a:lnTo>
                  <a:pt x="2272521" y="328337"/>
                </a:lnTo>
                <a:cubicBezTo>
                  <a:pt x="2272770" y="328753"/>
                  <a:pt x="2272770" y="329335"/>
                  <a:pt x="2272521" y="329833"/>
                </a:cubicBezTo>
                <a:lnTo>
                  <a:pt x="2261887" y="348277"/>
                </a:lnTo>
                <a:cubicBezTo>
                  <a:pt x="2261555" y="348776"/>
                  <a:pt x="2261056" y="349024"/>
                  <a:pt x="2260558" y="349024"/>
                </a:cubicBezTo>
                <a:close/>
                <a:moveTo>
                  <a:pt x="2179020" y="332982"/>
                </a:moveTo>
                <a:cubicBezTo>
                  <a:pt x="2178438" y="332982"/>
                  <a:pt x="2177939" y="332732"/>
                  <a:pt x="2177690" y="332234"/>
                </a:cubicBezTo>
                <a:lnTo>
                  <a:pt x="2167056" y="313707"/>
                </a:lnTo>
                <a:cubicBezTo>
                  <a:pt x="2166807" y="313292"/>
                  <a:pt x="2166807" y="312709"/>
                  <a:pt x="2167056" y="312212"/>
                </a:cubicBezTo>
                <a:lnTo>
                  <a:pt x="2177773" y="293684"/>
                </a:lnTo>
                <a:cubicBezTo>
                  <a:pt x="2178105" y="293270"/>
                  <a:pt x="2178604" y="292938"/>
                  <a:pt x="2179102" y="292938"/>
                </a:cubicBezTo>
                <a:lnTo>
                  <a:pt x="2200454" y="292938"/>
                </a:lnTo>
                <a:cubicBezTo>
                  <a:pt x="2201035" y="292938"/>
                  <a:pt x="2201534" y="293187"/>
                  <a:pt x="2201783" y="293685"/>
                </a:cubicBezTo>
                <a:lnTo>
                  <a:pt x="2212417" y="312212"/>
                </a:lnTo>
                <a:cubicBezTo>
                  <a:pt x="2212666" y="312627"/>
                  <a:pt x="2212666" y="313209"/>
                  <a:pt x="2212417" y="313708"/>
                </a:cubicBezTo>
                <a:lnTo>
                  <a:pt x="2201700" y="332234"/>
                </a:lnTo>
                <a:cubicBezTo>
                  <a:pt x="2201368" y="332650"/>
                  <a:pt x="2200869" y="332982"/>
                  <a:pt x="2200371" y="332982"/>
                </a:cubicBezTo>
                <a:close/>
                <a:moveTo>
                  <a:pt x="4466096" y="945802"/>
                </a:moveTo>
                <a:cubicBezTo>
                  <a:pt x="4465515" y="945802"/>
                  <a:pt x="4465016" y="945553"/>
                  <a:pt x="4464767" y="945054"/>
                </a:cubicBezTo>
                <a:lnTo>
                  <a:pt x="4454133" y="926528"/>
                </a:lnTo>
                <a:cubicBezTo>
                  <a:pt x="4453884" y="926112"/>
                  <a:pt x="4453884" y="925530"/>
                  <a:pt x="4454133" y="925032"/>
                </a:cubicBezTo>
                <a:lnTo>
                  <a:pt x="4464850" y="906505"/>
                </a:lnTo>
                <a:cubicBezTo>
                  <a:pt x="4465183" y="906090"/>
                  <a:pt x="4465681" y="905758"/>
                  <a:pt x="4466180" y="905758"/>
                </a:cubicBezTo>
                <a:lnTo>
                  <a:pt x="4487531" y="905758"/>
                </a:lnTo>
                <a:cubicBezTo>
                  <a:pt x="4488112" y="905758"/>
                  <a:pt x="4488611" y="906007"/>
                  <a:pt x="4488860" y="906505"/>
                </a:cubicBezTo>
                <a:lnTo>
                  <a:pt x="4499494" y="925032"/>
                </a:lnTo>
                <a:cubicBezTo>
                  <a:pt x="4499744" y="925448"/>
                  <a:pt x="4499744" y="926029"/>
                  <a:pt x="4499494" y="926528"/>
                </a:cubicBezTo>
                <a:lnTo>
                  <a:pt x="4488777" y="945054"/>
                </a:lnTo>
                <a:cubicBezTo>
                  <a:pt x="4488445" y="945470"/>
                  <a:pt x="4487946" y="945802"/>
                  <a:pt x="4487448" y="945802"/>
                </a:cubicBezTo>
                <a:close/>
                <a:moveTo>
                  <a:pt x="1937599" y="269718"/>
                </a:moveTo>
                <a:cubicBezTo>
                  <a:pt x="1937018" y="269718"/>
                  <a:pt x="1936519" y="269386"/>
                  <a:pt x="1936187" y="268888"/>
                </a:cubicBezTo>
                <a:lnTo>
                  <a:pt x="1924888" y="249281"/>
                </a:lnTo>
                <a:cubicBezTo>
                  <a:pt x="1924556" y="248783"/>
                  <a:pt x="1924556" y="248201"/>
                  <a:pt x="1924888" y="247703"/>
                </a:cubicBezTo>
                <a:lnTo>
                  <a:pt x="1936270" y="228096"/>
                </a:lnTo>
                <a:cubicBezTo>
                  <a:pt x="1936603" y="227597"/>
                  <a:pt x="1937101" y="227265"/>
                  <a:pt x="1937683" y="227265"/>
                </a:cubicBezTo>
                <a:lnTo>
                  <a:pt x="1960363" y="227265"/>
                </a:lnTo>
                <a:cubicBezTo>
                  <a:pt x="1960945" y="227265"/>
                  <a:pt x="1961443" y="227597"/>
                  <a:pt x="1961775" y="228096"/>
                </a:cubicBezTo>
                <a:lnTo>
                  <a:pt x="1973074" y="247703"/>
                </a:lnTo>
                <a:cubicBezTo>
                  <a:pt x="1973407" y="248201"/>
                  <a:pt x="1973407" y="248783"/>
                  <a:pt x="1973074" y="249281"/>
                </a:cubicBezTo>
                <a:lnTo>
                  <a:pt x="1961693" y="268888"/>
                </a:lnTo>
                <a:cubicBezTo>
                  <a:pt x="1961360" y="269386"/>
                  <a:pt x="1960862" y="269718"/>
                  <a:pt x="1960280" y="269718"/>
                </a:cubicBezTo>
                <a:close/>
                <a:moveTo>
                  <a:pt x="1997651" y="286181"/>
                </a:moveTo>
                <a:cubicBezTo>
                  <a:pt x="1997070" y="286181"/>
                  <a:pt x="1996571" y="285849"/>
                  <a:pt x="1996239" y="285350"/>
                </a:cubicBezTo>
                <a:lnTo>
                  <a:pt x="1984691" y="265328"/>
                </a:lnTo>
                <a:cubicBezTo>
                  <a:pt x="1984359" y="264830"/>
                  <a:pt x="1984359" y="264165"/>
                  <a:pt x="1984691" y="263666"/>
                </a:cubicBezTo>
                <a:lnTo>
                  <a:pt x="1996239" y="243645"/>
                </a:lnTo>
                <a:cubicBezTo>
                  <a:pt x="1996571" y="243146"/>
                  <a:pt x="1997070" y="242814"/>
                  <a:pt x="1997651" y="242814"/>
                </a:cubicBezTo>
                <a:lnTo>
                  <a:pt x="2020748" y="242814"/>
                </a:lnTo>
                <a:cubicBezTo>
                  <a:pt x="2021329" y="242814"/>
                  <a:pt x="2021828" y="243146"/>
                  <a:pt x="2022160" y="243645"/>
                </a:cubicBezTo>
                <a:lnTo>
                  <a:pt x="2033708" y="263666"/>
                </a:lnTo>
                <a:cubicBezTo>
                  <a:pt x="2034040" y="264165"/>
                  <a:pt x="2034040" y="264830"/>
                  <a:pt x="2033708" y="265328"/>
                </a:cubicBezTo>
                <a:lnTo>
                  <a:pt x="2022160" y="285350"/>
                </a:lnTo>
                <a:cubicBezTo>
                  <a:pt x="2021828" y="285849"/>
                  <a:pt x="2021329" y="286181"/>
                  <a:pt x="2020748" y="286181"/>
                </a:cubicBezTo>
                <a:close/>
                <a:moveTo>
                  <a:pt x="1689453" y="245078"/>
                </a:moveTo>
                <a:cubicBezTo>
                  <a:pt x="1689204" y="245078"/>
                  <a:pt x="1688871" y="244746"/>
                  <a:pt x="1688871" y="244746"/>
                </a:cubicBezTo>
                <a:lnTo>
                  <a:pt x="1684136" y="236438"/>
                </a:lnTo>
                <a:cubicBezTo>
                  <a:pt x="1684053" y="236272"/>
                  <a:pt x="1684136" y="235774"/>
                  <a:pt x="1684136" y="235774"/>
                </a:cubicBezTo>
                <a:lnTo>
                  <a:pt x="1688954" y="227466"/>
                </a:lnTo>
                <a:cubicBezTo>
                  <a:pt x="1689037" y="227299"/>
                  <a:pt x="1689536" y="227133"/>
                  <a:pt x="1689536" y="227133"/>
                </a:cubicBezTo>
                <a:lnTo>
                  <a:pt x="1699090" y="227133"/>
                </a:lnTo>
                <a:cubicBezTo>
                  <a:pt x="1699339" y="227133"/>
                  <a:pt x="1699672" y="227466"/>
                  <a:pt x="1699672" y="227466"/>
                </a:cubicBezTo>
                <a:lnTo>
                  <a:pt x="1704407" y="235774"/>
                </a:lnTo>
                <a:cubicBezTo>
                  <a:pt x="1704489" y="235939"/>
                  <a:pt x="1704406" y="236438"/>
                  <a:pt x="1704406" y="236438"/>
                </a:cubicBezTo>
                <a:lnTo>
                  <a:pt x="1699589" y="244746"/>
                </a:lnTo>
                <a:cubicBezTo>
                  <a:pt x="1699505" y="244912"/>
                  <a:pt x="1699007" y="245078"/>
                  <a:pt x="1699007" y="245078"/>
                </a:cubicBezTo>
                <a:close/>
                <a:moveTo>
                  <a:pt x="1806333" y="283989"/>
                </a:moveTo>
                <a:cubicBezTo>
                  <a:pt x="1805918" y="283990"/>
                  <a:pt x="1805337" y="283407"/>
                  <a:pt x="1805337" y="283407"/>
                </a:cubicBezTo>
                <a:lnTo>
                  <a:pt x="1797029" y="268952"/>
                </a:lnTo>
                <a:cubicBezTo>
                  <a:pt x="1796780" y="268619"/>
                  <a:pt x="1797029" y="267788"/>
                  <a:pt x="1797029" y="267788"/>
                </a:cubicBezTo>
                <a:lnTo>
                  <a:pt x="1805337" y="253333"/>
                </a:lnTo>
                <a:cubicBezTo>
                  <a:pt x="1805503" y="253000"/>
                  <a:pt x="1806333" y="252751"/>
                  <a:pt x="1806333" y="252751"/>
                </a:cubicBezTo>
                <a:lnTo>
                  <a:pt x="1823032" y="252751"/>
                </a:lnTo>
                <a:cubicBezTo>
                  <a:pt x="1823448" y="252751"/>
                  <a:pt x="1824029" y="253333"/>
                  <a:pt x="1824029" y="253333"/>
                </a:cubicBezTo>
                <a:lnTo>
                  <a:pt x="1832337" y="267788"/>
                </a:lnTo>
                <a:cubicBezTo>
                  <a:pt x="1832587" y="268120"/>
                  <a:pt x="1832337" y="268952"/>
                  <a:pt x="1832337" y="268952"/>
                </a:cubicBezTo>
                <a:lnTo>
                  <a:pt x="1824029" y="283407"/>
                </a:lnTo>
                <a:cubicBezTo>
                  <a:pt x="1823863" y="283739"/>
                  <a:pt x="1823032" y="283989"/>
                  <a:pt x="1823032" y="283989"/>
                </a:cubicBezTo>
                <a:close/>
                <a:moveTo>
                  <a:pt x="1746067" y="267935"/>
                </a:moveTo>
                <a:cubicBezTo>
                  <a:pt x="1745650" y="267935"/>
                  <a:pt x="1745069" y="267354"/>
                  <a:pt x="1745069" y="267354"/>
                </a:cubicBezTo>
                <a:lnTo>
                  <a:pt x="1736679" y="252815"/>
                </a:lnTo>
                <a:cubicBezTo>
                  <a:pt x="1736429" y="252483"/>
                  <a:pt x="1736678" y="251650"/>
                  <a:pt x="1736678" y="251650"/>
                </a:cubicBezTo>
                <a:lnTo>
                  <a:pt x="1745069" y="237113"/>
                </a:lnTo>
                <a:cubicBezTo>
                  <a:pt x="1745235" y="236779"/>
                  <a:pt x="1745650" y="236531"/>
                  <a:pt x="1746067" y="236531"/>
                </a:cubicBezTo>
                <a:lnTo>
                  <a:pt x="1762848" y="236531"/>
                </a:lnTo>
                <a:cubicBezTo>
                  <a:pt x="1763264" y="236531"/>
                  <a:pt x="1763846" y="237113"/>
                  <a:pt x="1763846" y="237113"/>
                </a:cubicBezTo>
                <a:lnTo>
                  <a:pt x="1772236" y="251651"/>
                </a:lnTo>
                <a:cubicBezTo>
                  <a:pt x="1772485" y="251984"/>
                  <a:pt x="1772237" y="252815"/>
                  <a:pt x="1772237" y="252815"/>
                </a:cubicBezTo>
                <a:lnTo>
                  <a:pt x="1763845" y="267354"/>
                </a:lnTo>
                <a:cubicBezTo>
                  <a:pt x="1763679" y="267686"/>
                  <a:pt x="1763264" y="267935"/>
                  <a:pt x="1762848" y="267935"/>
                </a:cubicBezTo>
                <a:close/>
                <a:moveTo>
                  <a:pt x="3551083" y="752811"/>
                </a:moveTo>
                <a:cubicBezTo>
                  <a:pt x="3550668" y="752811"/>
                  <a:pt x="3550003" y="752147"/>
                  <a:pt x="3550003" y="752147"/>
                </a:cubicBezTo>
                <a:lnTo>
                  <a:pt x="3541031" y="736611"/>
                </a:lnTo>
                <a:cubicBezTo>
                  <a:pt x="3540782" y="736278"/>
                  <a:pt x="3541031" y="735365"/>
                  <a:pt x="3541031" y="735365"/>
                </a:cubicBezTo>
                <a:lnTo>
                  <a:pt x="3550003" y="719829"/>
                </a:lnTo>
                <a:cubicBezTo>
                  <a:pt x="3550252" y="719413"/>
                  <a:pt x="3550668" y="719164"/>
                  <a:pt x="3551083" y="719164"/>
                </a:cubicBezTo>
                <a:lnTo>
                  <a:pt x="3568945" y="719164"/>
                </a:lnTo>
                <a:cubicBezTo>
                  <a:pt x="3569362" y="719164"/>
                  <a:pt x="3570026" y="719829"/>
                  <a:pt x="3570026" y="719829"/>
                </a:cubicBezTo>
                <a:lnTo>
                  <a:pt x="3578998" y="735365"/>
                </a:lnTo>
                <a:cubicBezTo>
                  <a:pt x="3579247" y="735697"/>
                  <a:pt x="3578998" y="736611"/>
                  <a:pt x="3578998" y="736611"/>
                </a:cubicBezTo>
                <a:lnTo>
                  <a:pt x="3570026" y="752147"/>
                </a:lnTo>
                <a:cubicBezTo>
                  <a:pt x="3569776" y="752562"/>
                  <a:pt x="3569362" y="752811"/>
                  <a:pt x="3568946" y="752811"/>
                </a:cubicBezTo>
                <a:close/>
                <a:moveTo>
                  <a:pt x="2106353" y="366274"/>
                </a:moveTo>
                <a:cubicBezTo>
                  <a:pt x="2105854" y="366274"/>
                  <a:pt x="2105190" y="365609"/>
                  <a:pt x="2105190" y="365609"/>
                </a:cubicBezTo>
                <a:lnTo>
                  <a:pt x="2095969" y="349658"/>
                </a:lnTo>
                <a:cubicBezTo>
                  <a:pt x="2095719" y="349243"/>
                  <a:pt x="2095969" y="348329"/>
                  <a:pt x="2095969" y="348329"/>
                </a:cubicBezTo>
                <a:lnTo>
                  <a:pt x="2105191" y="332378"/>
                </a:lnTo>
                <a:cubicBezTo>
                  <a:pt x="2105440" y="331962"/>
                  <a:pt x="2105855" y="331713"/>
                  <a:pt x="2106354" y="331713"/>
                </a:cubicBezTo>
                <a:lnTo>
                  <a:pt x="2124796" y="331713"/>
                </a:lnTo>
                <a:cubicBezTo>
                  <a:pt x="2125295" y="331713"/>
                  <a:pt x="2125959" y="332378"/>
                  <a:pt x="2125959" y="332378"/>
                </a:cubicBezTo>
                <a:lnTo>
                  <a:pt x="2135182" y="348329"/>
                </a:lnTo>
                <a:cubicBezTo>
                  <a:pt x="2135431" y="348744"/>
                  <a:pt x="2135182" y="349658"/>
                  <a:pt x="2135182" y="349658"/>
                </a:cubicBezTo>
                <a:lnTo>
                  <a:pt x="2125960" y="365609"/>
                </a:lnTo>
                <a:cubicBezTo>
                  <a:pt x="2125710" y="366025"/>
                  <a:pt x="2125296" y="366274"/>
                  <a:pt x="2124797" y="366274"/>
                </a:cubicBezTo>
                <a:close/>
                <a:moveTo>
                  <a:pt x="3610335" y="770680"/>
                </a:moveTo>
                <a:cubicBezTo>
                  <a:pt x="3609919" y="770680"/>
                  <a:pt x="3609421" y="770431"/>
                  <a:pt x="3609171" y="770016"/>
                </a:cubicBezTo>
                <a:lnTo>
                  <a:pt x="3599285" y="752901"/>
                </a:lnTo>
                <a:cubicBezTo>
                  <a:pt x="3599036" y="752486"/>
                  <a:pt x="3599036" y="751904"/>
                  <a:pt x="3599285" y="751489"/>
                </a:cubicBezTo>
                <a:lnTo>
                  <a:pt x="3609171" y="734374"/>
                </a:lnTo>
                <a:cubicBezTo>
                  <a:pt x="3609421" y="733959"/>
                  <a:pt x="3609836" y="733710"/>
                  <a:pt x="3610335" y="733710"/>
                </a:cubicBezTo>
                <a:lnTo>
                  <a:pt x="3630024" y="733710"/>
                </a:lnTo>
                <a:cubicBezTo>
                  <a:pt x="3630440" y="733710"/>
                  <a:pt x="3630938" y="733959"/>
                  <a:pt x="3631187" y="734374"/>
                </a:cubicBezTo>
                <a:lnTo>
                  <a:pt x="3641074" y="751489"/>
                </a:lnTo>
                <a:cubicBezTo>
                  <a:pt x="3641323" y="751904"/>
                  <a:pt x="3641323" y="752486"/>
                  <a:pt x="3641074" y="752901"/>
                </a:cubicBezTo>
                <a:lnTo>
                  <a:pt x="3631187" y="770016"/>
                </a:lnTo>
                <a:cubicBezTo>
                  <a:pt x="3630938" y="770431"/>
                  <a:pt x="3630523" y="770680"/>
                  <a:pt x="3630024" y="770680"/>
                </a:cubicBezTo>
                <a:close/>
                <a:moveTo>
                  <a:pt x="2466651" y="464532"/>
                </a:moveTo>
                <a:cubicBezTo>
                  <a:pt x="2466152" y="464531"/>
                  <a:pt x="2465654" y="464199"/>
                  <a:pt x="2465405" y="463783"/>
                </a:cubicBezTo>
                <a:lnTo>
                  <a:pt x="2455435" y="446420"/>
                </a:lnTo>
                <a:cubicBezTo>
                  <a:pt x="2455186" y="446004"/>
                  <a:pt x="2455186" y="445422"/>
                  <a:pt x="2455435" y="445007"/>
                </a:cubicBezTo>
                <a:lnTo>
                  <a:pt x="2465488" y="427645"/>
                </a:lnTo>
                <a:cubicBezTo>
                  <a:pt x="2465737" y="427146"/>
                  <a:pt x="2466235" y="426896"/>
                  <a:pt x="2466734" y="426897"/>
                </a:cubicBezTo>
                <a:lnTo>
                  <a:pt x="2486756" y="426897"/>
                </a:lnTo>
                <a:cubicBezTo>
                  <a:pt x="2487255" y="426896"/>
                  <a:pt x="2487753" y="427230"/>
                  <a:pt x="2488002" y="427645"/>
                </a:cubicBezTo>
                <a:lnTo>
                  <a:pt x="2497972" y="445008"/>
                </a:lnTo>
                <a:cubicBezTo>
                  <a:pt x="2498221" y="445422"/>
                  <a:pt x="2498221" y="446005"/>
                  <a:pt x="2497972" y="446420"/>
                </a:cubicBezTo>
                <a:lnTo>
                  <a:pt x="2487919" y="463784"/>
                </a:lnTo>
                <a:cubicBezTo>
                  <a:pt x="2487670" y="464283"/>
                  <a:pt x="2487171" y="464531"/>
                  <a:pt x="2486673" y="464532"/>
                </a:cubicBezTo>
                <a:close/>
                <a:moveTo>
                  <a:pt x="2587024" y="496785"/>
                </a:moveTo>
                <a:cubicBezTo>
                  <a:pt x="2586525" y="496785"/>
                  <a:pt x="2586026" y="496452"/>
                  <a:pt x="2585777" y="496037"/>
                </a:cubicBezTo>
                <a:lnTo>
                  <a:pt x="2575807" y="478674"/>
                </a:lnTo>
                <a:cubicBezTo>
                  <a:pt x="2575559" y="478258"/>
                  <a:pt x="2575558" y="477676"/>
                  <a:pt x="2575808" y="477261"/>
                </a:cubicBezTo>
                <a:lnTo>
                  <a:pt x="2585861" y="459898"/>
                </a:lnTo>
                <a:cubicBezTo>
                  <a:pt x="2586110" y="459399"/>
                  <a:pt x="2586608" y="459150"/>
                  <a:pt x="2587107" y="459150"/>
                </a:cubicBezTo>
                <a:lnTo>
                  <a:pt x="2607128" y="459150"/>
                </a:lnTo>
                <a:cubicBezTo>
                  <a:pt x="2607627" y="459150"/>
                  <a:pt x="2608126" y="459483"/>
                  <a:pt x="2608375" y="459898"/>
                </a:cubicBezTo>
                <a:lnTo>
                  <a:pt x="2618344" y="477261"/>
                </a:lnTo>
                <a:cubicBezTo>
                  <a:pt x="2618594" y="477676"/>
                  <a:pt x="2618593" y="478258"/>
                  <a:pt x="2618344" y="478674"/>
                </a:cubicBezTo>
                <a:lnTo>
                  <a:pt x="2608291" y="496037"/>
                </a:lnTo>
                <a:cubicBezTo>
                  <a:pt x="2608042" y="496536"/>
                  <a:pt x="2607543" y="496785"/>
                  <a:pt x="2607045" y="496785"/>
                </a:cubicBezTo>
                <a:close/>
                <a:moveTo>
                  <a:pt x="2647209" y="512912"/>
                </a:moveTo>
                <a:cubicBezTo>
                  <a:pt x="2646711" y="512912"/>
                  <a:pt x="2646212" y="512579"/>
                  <a:pt x="2645963" y="512164"/>
                </a:cubicBezTo>
                <a:lnTo>
                  <a:pt x="2635993" y="494801"/>
                </a:lnTo>
                <a:cubicBezTo>
                  <a:pt x="2635744" y="494385"/>
                  <a:pt x="2635744" y="493803"/>
                  <a:pt x="2635994" y="493388"/>
                </a:cubicBezTo>
                <a:lnTo>
                  <a:pt x="2646046" y="476025"/>
                </a:lnTo>
                <a:cubicBezTo>
                  <a:pt x="2646296" y="475526"/>
                  <a:pt x="2646793" y="475277"/>
                  <a:pt x="2647292" y="475277"/>
                </a:cubicBezTo>
                <a:lnTo>
                  <a:pt x="2667314" y="475277"/>
                </a:lnTo>
                <a:cubicBezTo>
                  <a:pt x="2667813" y="475277"/>
                  <a:pt x="2668311" y="475610"/>
                  <a:pt x="2668561" y="476025"/>
                </a:cubicBezTo>
                <a:lnTo>
                  <a:pt x="2678530" y="493388"/>
                </a:lnTo>
                <a:cubicBezTo>
                  <a:pt x="2678780" y="493803"/>
                  <a:pt x="2678779" y="494385"/>
                  <a:pt x="2678530" y="494801"/>
                </a:cubicBezTo>
                <a:lnTo>
                  <a:pt x="2668477" y="512164"/>
                </a:lnTo>
                <a:cubicBezTo>
                  <a:pt x="2668228" y="512663"/>
                  <a:pt x="2667729" y="512912"/>
                  <a:pt x="2667231" y="512912"/>
                </a:cubicBezTo>
                <a:close/>
                <a:moveTo>
                  <a:pt x="3850851" y="835616"/>
                </a:moveTo>
                <a:cubicBezTo>
                  <a:pt x="3850352" y="835616"/>
                  <a:pt x="3849854" y="835284"/>
                  <a:pt x="3849606" y="834869"/>
                </a:cubicBezTo>
                <a:lnTo>
                  <a:pt x="3839469" y="817339"/>
                </a:lnTo>
                <a:cubicBezTo>
                  <a:pt x="3839220" y="816923"/>
                  <a:pt x="3839220" y="816342"/>
                  <a:pt x="3839469" y="815927"/>
                </a:cubicBezTo>
                <a:lnTo>
                  <a:pt x="3849605" y="798397"/>
                </a:lnTo>
                <a:cubicBezTo>
                  <a:pt x="3849854" y="797898"/>
                  <a:pt x="3850352" y="797649"/>
                  <a:pt x="3850851" y="797649"/>
                </a:cubicBezTo>
                <a:lnTo>
                  <a:pt x="3871122" y="797649"/>
                </a:lnTo>
                <a:cubicBezTo>
                  <a:pt x="3871621" y="797649"/>
                  <a:pt x="3872119" y="797982"/>
                  <a:pt x="3872368" y="798397"/>
                </a:cubicBezTo>
                <a:lnTo>
                  <a:pt x="3882504" y="815927"/>
                </a:lnTo>
                <a:cubicBezTo>
                  <a:pt x="3882753" y="816342"/>
                  <a:pt x="3882753" y="816923"/>
                  <a:pt x="3882504" y="817339"/>
                </a:cubicBezTo>
                <a:lnTo>
                  <a:pt x="3872368" y="834869"/>
                </a:lnTo>
                <a:cubicBezTo>
                  <a:pt x="3872119" y="835367"/>
                  <a:pt x="3871621" y="835616"/>
                  <a:pt x="3871122" y="835616"/>
                </a:cubicBezTo>
                <a:close/>
                <a:moveTo>
                  <a:pt x="2406194" y="448891"/>
                </a:moveTo>
                <a:cubicBezTo>
                  <a:pt x="2405697" y="448891"/>
                  <a:pt x="2405197" y="448559"/>
                  <a:pt x="2404949" y="448143"/>
                </a:cubicBezTo>
                <a:lnTo>
                  <a:pt x="2394647" y="430364"/>
                </a:lnTo>
                <a:cubicBezTo>
                  <a:pt x="2394398" y="429949"/>
                  <a:pt x="2394398" y="429367"/>
                  <a:pt x="2394646" y="428951"/>
                </a:cubicBezTo>
                <a:lnTo>
                  <a:pt x="2404949" y="411173"/>
                </a:lnTo>
                <a:cubicBezTo>
                  <a:pt x="2405198" y="410674"/>
                  <a:pt x="2405697" y="410425"/>
                  <a:pt x="2406195" y="410425"/>
                </a:cubicBezTo>
                <a:lnTo>
                  <a:pt x="2426715" y="410425"/>
                </a:lnTo>
                <a:cubicBezTo>
                  <a:pt x="2427213" y="410425"/>
                  <a:pt x="2427711" y="410757"/>
                  <a:pt x="2427962" y="411173"/>
                </a:cubicBezTo>
                <a:lnTo>
                  <a:pt x="2438264" y="428951"/>
                </a:lnTo>
                <a:cubicBezTo>
                  <a:pt x="2438512" y="429367"/>
                  <a:pt x="2438513" y="429949"/>
                  <a:pt x="2438263" y="430364"/>
                </a:cubicBezTo>
                <a:lnTo>
                  <a:pt x="2427962" y="448143"/>
                </a:lnTo>
                <a:cubicBezTo>
                  <a:pt x="2427712" y="448642"/>
                  <a:pt x="2427214" y="448891"/>
                  <a:pt x="2426716" y="448891"/>
                </a:cubicBezTo>
                <a:close/>
                <a:moveTo>
                  <a:pt x="2526567" y="481145"/>
                </a:moveTo>
                <a:cubicBezTo>
                  <a:pt x="2526069" y="481145"/>
                  <a:pt x="2525570" y="480813"/>
                  <a:pt x="2525321" y="480397"/>
                </a:cubicBezTo>
                <a:lnTo>
                  <a:pt x="2515019" y="462618"/>
                </a:lnTo>
                <a:cubicBezTo>
                  <a:pt x="2514770" y="462203"/>
                  <a:pt x="2514770" y="461621"/>
                  <a:pt x="2515019" y="461205"/>
                </a:cubicBezTo>
                <a:lnTo>
                  <a:pt x="2525321" y="443427"/>
                </a:lnTo>
                <a:cubicBezTo>
                  <a:pt x="2525570" y="442928"/>
                  <a:pt x="2526069" y="442679"/>
                  <a:pt x="2526567" y="442679"/>
                </a:cubicBezTo>
                <a:lnTo>
                  <a:pt x="2547088" y="442679"/>
                </a:lnTo>
                <a:cubicBezTo>
                  <a:pt x="2547586" y="442679"/>
                  <a:pt x="2548084" y="443011"/>
                  <a:pt x="2548335" y="443427"/>
                </a:cubicBezTo>
                <a:lnTo>
                  <a:pt x="2558636" y="461205"/>
                </a:lnTo>
                <a:cubicBezTo>
                  <a:pt x="2558885" y="461621"/>
                  <a:pt x="2558885" y="462203"/>
                  <a:pt x="2558636" y="462618"/>
                </a:cubicBezTo>
                <a:lnTo>
                  <a:pt x="2548334" y="480397"/>
                </a:lnTo>
                <a:cubicBezTo>
                  <a:pt x="2548084" y="480896"/>
                  <a:pt x="2547586" y="481145"/>
                  <a:pt x="2547088" y="481145"/>
                </a:cubicBezTo>
                <a:close/>
                <a:moveTo>
                  <a:pt x="3910850" y="852062"/>
                </a:moveTo>
                <a:cubicBezTo>
                  <a:pt x="3910351" y="852062"/>
                  <a:pt x="3909853" y="851730"/>
                  <a:pt x="3909604" y="851314"/>
                </a:cubicBezTo>
                <a:lnTo>
                  <a:pt x="3899302" y="833535"/>
                </a:lnTo>
                <a:cubicBezTo>
                  <a:pt x="3899053" y="833120"/>
                  <a:pt x="3899053" y="832538"/>
                  <a:pt x="3899302" y="832122"/>
                </a:cubicBezTo>
                <a:lnTo>
                  <a:pt x="3909604" y="814344"/>
                </a:lnTo>
                <a:cubicBezTo>
                  <a:pt x="3909853" y="813845"/>
                  <a:pt x="3910351" y="813596"/>
                  <a:pt x="3910850" y="813596"/>
                </a:cubicBezTo>
                <a:lnTo>
                  <a:pt x="3931370" y="813596"/>
                </a:lnTo>
                <a:cubicBezTo>
                  <a:pt x="3931869" y="813596"/>
                  <a:pt x="3932367" y="813928"/>
                  <a:pt x="3932617" y="814344"/>
                </a:cubicBezTo>
                <a:lnTo>
                  <a:pt x="3942918" y="832122"/>
                </a:lnTo>
                <a:cubicBezTo>
                  <a:pt x="3943168" y="832538"/>
                  <a:pt x="3943168" y="833120"/>
                  <a:pt x="3942918" y="833535"/>
                </a:cubicBezTo>
                <a:lnTo>
                  <a:pt x="3932617" y="851314"/>
                </a:lnTo>
                <a:cubicBezTo>
                  <a:pt x="3932367" y="851813"/>
                  <a:pt x="3931869" y="852062"/>
                  <a:pt x="3931370" y="852062"/>
                </a:cubicBezTo>
                <a:close/>
                <a:moveTo>
                  <a:pt x="4091409" y="900443"/>
                </a:moveTo>
                <a:cubicBezTo>
                  <a:pt x="4090909" y="900443"/>
                  <a:pt x="4090412" y="900111"/>
                  <a:pt x="4090163" y="899695"/>
                </a:cubicBezTo>
                <a:lnTo>
                  <a:pt x="4079861" y="881916"/>
                </a:lnTo>
                <a:cubicBezTo>
                  <a:pt x="4079612" y="881501"/>
                  <a:pt x="4079612" y="880919"/>
                  <a:pt x="4079860" y="880503"/>
                </a:cubicBezTo>
                <a:lnTo>
                  <a:pt x="4090163" y="862725"/>
                </a:lnTo>
                <a:cubicBezTo>
                  <a:pt x="4090412" y="862226"/>
                  <a:pt x="4090910" y="861977"/>
                  <a:pt x="4091409" y="861977"/>
                </a:cubicBezTo>
                <a:lnTo>
                  <a:pt x="4111928" y="861977"/>
                </a:lnTo>
                <a:cubicBezTo>
                  <a:pt x="4112428" y="861976"/>
                  <a:pt x="4112926" y="862309"/>
                  <a:pt x="4113176" y="862725"/>
                </a:cubicBezTo>
                <a:lnTo>
                  <a:pt x="4123477" y="880502"/>
                </a:lnTo>
                <a:cubicBezTo>
                  <a:pt x="4123726" y="880919"/>
                  <a:pt x="4123727" y="881501"/>
                  <a:pt x="4123477" y="881916"/>
                </a:cubicBezTo>
                <a:lnTo>
                  <a:pt x="4113176" y="899695"/>
                </a:lnTo>
                <a:cubicBezTo>
                  <a:pt x="4112926" y="900194"/>
                  <a:pt x="4112428" y="900443"/>
                  <a:pt x="4111929" y="900443"/>
                </a:cubicBezTo>
                <a:close/>
                <a:moveTo>
                  <a:pt x="4211781" y="932696"/>
                </a:moveTo>
                <a:cubicBezTo>
                  <a:pt x="4211282" y="932697"/>
                  <a:pt x="4210784" y="932364"/>
                  <a:pt x="4210535" y="931948"/>
                </a:cubicBezTo>
                <a:lnTo>
                  <a:pt x="4200233" y="914170"/>
                </a:lnTo>
                <a:cubicBezTo>
                  <a:pt x="4199984" y="913755"/>
                  <a:pt x="4199985" y="913172"/>
                  <a:pt x="4200233" y="912757"/>
                </a:cubicBezTo>
                <a:lnTo>
                  <a:pt x="4210535" y="894979"/>
                </a:lnTo>
                <a:cubicBezTo>
                  <a:pt x="4210785" y="894480"/>
                  <a:pt x="4211282" y="894231"/>
                  <a:pt x="4211781" y="894231"/>
                </a:cubicBezTo>
                <a:lnTo>
                  <a:pt x="4232301" y="894231"/>
                </a:lnTo>
                <a:cubicBezTo>
                  <a:pt x="4232800" y="894230"/>
                  <a:pt x="4233298" y="894562"/>
                  <a:pt x="4233549" y="894978"/>
                </a:cubicBezTo>
                <a:lnTo>
                  <a:pt x="4243849" y="912756"/>
                </a:lnTo>
                <a:cubicBezTo>
                  <a:pt x="4244099" y="913173"/>
                  <a:pt x="4244100" y="913754"/>
                  <a:pt x="4243850" y="914169"/>
                </a:cubicBezTo>
                <a:lnTo>
                  <a:pt x="4233549" y="931949"/>
                </a:lnTo>
                <a:cubicBezTo>
                  <a:pt x="4233298" y="932447"/>
                  <a:pt x="4232800" y="932697"/>
                  <a:pt x="4232301" y="932696"/>
                </a:cubicBezTo>
                <a:close/>
                <a:moveTo>
                  <a:pt x="4271967" y="948823"/>
                </a:moveTo>
                <a:cubicBezTo>
                  <a:pt x="4271468" y="948823"/>
                  <a:pt x="4270970" y="948491"/>
                  <a:pt x="4270721" y="948075"/>
                </a:cubicBezTo>
                <a:lnTo>
                  <a:pt x="4260419" y="930296"/>
                </a:lnTo>
                <a:cubicBezTo>
                  <a:pt x="4260170" y="929881"/>
                  <a:pt x="4260170" y="929299"/>
                  <a:pt x="4260419" y="928883"/>
                </a:cubicBezTo>
                <a:lnTo>
                  <a:pt x="4270721" y="911105"/>
                </a:lnTo>
                <a:cubicBezTo>
                  <a:pt x="4270970" y="910606"/>
                  <a:pt x="4271468" y="910357"/>
                  <a:pt x="4271967" y="910357"/>
                </a:cubicBezTo>
                <a:lnTo>
                  <a:pt x="4292487" y="910357"/>
                </a:lnTo>
                <a:cubicBezTo>
                  <a:pt x="4292986" y="910357"/>
                  <a:pt x="4293484" y="910689"/>
                  <a:pt x="4293734" y="911105"/>
                </a:cubicBezTo>
                <a:lnTo>
                  <a:pt x="4304035" y="928883"/>
                </a:lnTo>
                <a:cubicBezTo>
                  <a:pt x="4304285" y="929299"/>
                  <a:pt x="4304285" y="929881"/>
                  <a:pt x="4304035" y="930296"/>
                </a:cubicBezTo>
                <a:lnTo>
                  <a:pt x="4293734" y="948075"/>
                </a:lnTo>
                <a:cubicBezTo>
                  <a:pt x="4293484" y="948574"/>
                  <a:pt x="4292986" y="948823"/>
                  <a:pt x="4292487" y="948823"/>
                </a:cubicBezTo>
                <a:close/>
                <a:moveTo>
                  <a:pt x="2285830" y="416742"/>
                </a:moveTo>
                <a:cubicBezTo>
                  <a:pt x="2285331" y="416742"/>
                  <a:pt x="2284833" y="416410"/>
                  <a:pt x="2284583" y="415994"/>
                </a:cubicBezTo>
                <a:lnTo>
                  <a:pt x="2274282" y="398133"/>
                </a:lnTo>
                <a:cubicBezTo>
                  <a:pt x="2274033" y="397634"/>
                  <a:pt x="2274033" y="397052"/>
                  <a:pt x="2274282" y="396637"/>
                </a:cubicBezTo>
                <a:lnTo>
                  <a:pt x="2284583" y="378775"/>
                </a:lnTo>
                <a:cubicBezTo>
                  <a:pt x="2284833" y="378276"/>
                  <a:pt x="2285331" y="378027"/>
                  <a:pt x="2285830" y="378027"/>
                </a:cubicBezTo>
                <a:lnTo>
                  <a:pt x="2306516" y="378027"/>
                </a:lnTo>
                <a:cubicBezTo>
                  <a:pt x="2307015" y="378027"/>
                  <a:pt x="2307513" y="378360"/>
                  <a:pt x="2307763" y="378775"/>
                </a:cubicBezTo>
                <a:lnTo>
                  <a:pt x="2318065" y="396637"/>
                </a:lnTo>
                <a:cubicBezTo>
                  <a:pt x="2318314" y="397135"/>
                  <a:pt x="2318314" y="397717"/>
                  <a:pt x="2318065" y="398133"/>
                </a:cubicBezTo>
                <a:lnTo>
                  <a:pt x="2307763" y="415994"/>
                </a:lnTo>
                <a:cubicBezTo>
                  <a:pt x="2307513" y="416493"/>
                  <a:pt x="2307015" y="416742"/>
                  <a:pt x="2306516" y="416742"/>
                </a:cubicBezTo>
                <a:close/>
                <a:moveTo>
                  <a:pt x="3790486" y="819914"/>
                </a:moveTo>
                <a:cubicBezTo>
                  <a:pt x="3789988" y="819914"/>
                  <a:pt x="3789489" y="819581"/>
                  <a:pt x="3789240" y="819166"/>
                </a:cubicBezTo>
                <a:lnTo>
                  <a:pt x="3778938" y="801305"/>
                </a:lnTo>
                <a:cubicBezTo>
                  <a:pt x="3778689" y="800806"/>
                  <a:pt x="3778690" y="800224"/>
                  <a:pt x="3778938" y="799809"/>
                </a:cubicBezTo>
                <a:lnTo>
                  <a:pt x="3789240" y="781947"/>
                </a:lnTo>
                <a:cubicBezTo>
                  <a:pt x="3789490" y="781448"/>
                  <a:pt x="3789989" y="781199"/>
                  <a:pt x="3790487" y="781199"/>
                </a:cubicBezTo>
                <a:lnTo>
                  <a:pt x="3811173" y="781199"/>
                </a:lnTo>
                <a:cubicBezTo>
                  <a:pt x="3811671" y="781199"/>
                  <a:pt x="3812170" y="781532"/>
                  <a:pt x="3812419" y="781947"/>
                </a:cubicBezTo>
                <a:lnTo>
                  <a:pt x="3822721" y="799809"/>
                </a:lnTo>
                <a:cubicBezTo>
                  <a:pt x="3822970" y="800307"/>
                  <a:pt x="3822970" y="800888"/>
                  <a:pt x="3822722" y="801305"/>
                </a:cubicBezTo>
                <a:lnTo>
                  <a:pt x="3812419" y="819165"/>
                </a:lnTo>
                <a:cubicBezTo>
                  <a:pt x="3812170" y="819664"/>
                  <a:pt x="3811671" y="819914"/>
                  <a:pt x="3811173" y="819913"/>
                </a:cubicBezTo>
                <a:close/>
                <a:moveTo>
                  <a:pt x="4031231" y="884421"/>
                </a:moveTo>
                <a:cubicBezTo>
                  <a:pt x="4030733" y="884421"/>
                  <a:pt x="4030234" y="884089"/>
                  <a:pt x="4029985" y="883673"/>
                </a:cubicBezTo>
                <a:lnTo>
                  <a:pt x="4019683" y="865812"/>
                </a:lnTo>
                <a:cubicBezTo>
                  <a:pt x="4019434" y="865313"/>
                  <a:pt x="4019434" y="864731"/>
                  <a:pt x="4019683" y="864316"/>
                </a:cubicBezTo>
                <a:lnTo>
                  <a:pt x="4029985" y="846454"/>
                </a:lnTo>
                <a:cubicBezTo>
                  <a:pt x="4030234" y="845955"/>
                  <a:pt x="4030733" y="845706"/>
                  <a:pt x="4031231" y="845706"/>
                </a:cubicBezTo>
                <a:lnTo>
                  <a:pt x="4051918" y="845706"/>
                </a:lnTo>
                <a:cubicBezTo>
                  <a:pt x="4052416" y="845706"/>
                  <a:pt x="4052915" y="846039"/>
                  <a:pt x="4053164" y="846454"/>
                </a:cubicBezTo>
                <a:lnTo>
                  <a:pt x="4063466" y="864316"/>
                </a:lnTo>
                <a:cubicBezTo>
                  <a:pt x="4063715" y="864814"/>
                  <a:pt x="4063715" y="865396"/>
                  <a:pt x="4063466" y="865812"/>
                </a:cubicBezTo>
                <a:lnTo>
                  <a:pt x="4053164" y="883673"/>
                </a:lnTo>
                <a:cubicBezTo>
                  <a:pt x="4052915" y="884172"/>
                  <a:pt x="4052416" y="884421"/>
                  <a:pt x="4051918" y="884421"/>
                </a:cubicBezTo>
                <a:close/>
                <a:moveTo>
                  <a:pt x="2345935" y="432942"/>
                </a:moveTo>
                <a:cubicBezTo>
                  <a:pt x="2345437" y="432941"/>
                  <a:pt x="2344938" y="432609"/>
                  <a:pt x="2344689" y="432194"/>
                </a:cubicBezTo>
                <a:lnTo>
                  <a:pt x="2334304" y="414249"/>
                </a:lnTo>
                <a:cubicBezTo>
                  <a:pt x="2334055" y="413750"/>
                  <a:pt x="2334055" y="413170"/>
                  <a:pt x="2334304" y="412753"/>
                </a:cubicBezTo>
                <a:lnTo>
                  <a:pt x="2344689" y="394808"/>
                </a:lnTo>
                <a:cubicBezTo>
                  <a:pt x="2344938" y="394309"/>
                  <a:pt x="2345437" y="394060"/>
                  <a:pt x="2345935" y="394060"/>
                </a:cubicBezTo>
                <a:lnTo>
                  <a:pt x="2366705" y="394060"/>
                </a:lnTo>
                <a:cubicBezTo>
                  <a:pt x="2367203" y="394060"/>
                  <a:pt x="2367702" y="394393"/>
                  <a:pt x="2367951" y="394808"/>
                </a:cubicBezTo>
                <a:lnTo>
                  <a:pt x="2378336" y="412753"/>
                </a:lnTo>
                <a:cubicBezTo>
                  <a:pt x="2378585" y="413252"/>
                  <a:pt x="2378585" y="413833"/>
                  <a:pt x="2378336" y="414249"/>
                </a:cubicBezTo>
                <a:lnTo>
                  <a:pt x="2367951" y="432194"/>
                </a:lnTo>
                <a:cubicBezTo>
                  <a:pt x="2367702" y="432692"/>
                  <a:pt x="2367203" y="432941"/>
                  <a:pt x="2366705" y="432941"/>
                </a:cubicBezTo>
                <a:close/>
                <a:moveTo>
                  <a:pt x="3670032" y="787732"/>
                </a:moveTo>
                <a:cubicBezTo>
                  <a:pt x="3669533" y="787732"/>
                  <a:pt x="3669035" y="787400"/>
                  <a:pt x="3668786" y="786985"/>
                </a:cubicBezTo>
                <a:lnTo>
                  <a:pt x="3658401" y="769040"/>
                </a:lnTo>
                <a:cubicBezTo>
                  <a:pt x="3658152" y="768541"/>
                  <a:pt x="3658152" y="767960"/>
                  <a:pt x="3658401" y="767544"/>
                </a:cubicBezTo>
                <a:lnTo>
                  <a:pt x="3668786" y="749599"/>
                </a:lnTo>
                <a:cubicBezTo>
                  <a:pt x="3669035" y="749100"/>
                  <a:pt x="3669533" y="748851"/>
                  <a:pt x="3670032" y="748851"/>
                </a:cubicBezTo>
                <a:lnTo>
                  <a:pt x="3690802" y="748851"/>
                </a:lnTo>
                <a:cubicBezTo>
                  <a:pt x="3691300" y="748851"/>
                  <a:pt x="3691799" y="749184"/>
                  <a:pt x="3692048" y="749599"/>
                </a:cubicBezTo>
                <a:lnTo>
                  <a:pt x="3702433" y="767544"/>
                </a:lnTo>
                <a:cubicBezTo>
                  <a:pt x="3702682" y="768042"/>
                  <a:pt x="3702682" y="768624"/>
                  <a:pt x="3702433" y="769040"/>
                </a:cubicBezTo>
                <a:lnTo>
                  <a:pt x="3692048" y="786985"/>
                </a:lnTo>
                <a:cubicBezTo>
                  <a:pt x="3691799" y="787483"/>
                  <a:pt x="3691300" y="787732"/>
                  <a:pt x="3690802" y="787732"/>
                </a:cubicBezTo>
                <a:close/>
                <a:moveTo>
                  <a:pt x="3730218" y="803859"/>
                </a:moveTo>
                <a:cubicBezTo>
                  <a:pt x="3729719" y="803859"/>
                  <a:pt x="3729221" y="803527"/>
                  <a:pt x="3728972" y="803112"/>
                </a:cubicBezTo>
                <a:lnTo>
                  <a:pt x="3718587" y="785167"/>
                </a:lnTo>
                <a:cubicBezTo>
                  <a:pt x="3718338" y="784668"/>
                  <a:pt x="3718338" y="784087"/>
                  <a:pt x="3718587" y="783671"/>
                </a:cubicBezTo>
                <a:lnTo>
                  <a:pt x="3728972" y="765726"/>
                </a:lnTo>
                <a:cubicBezTo>
                  <a:pt x="3729221" y="765227"/>
                  <a:pt x="3729719" y="764978"/>
                  <a:pt x="3730218" y="764978"/>
                </a:cubicBezTo>
                <a:lnTo>
                  <a:pt x="3750988" y="764978"/>
                </a:lnTo>
                <a:cubicBezTo>
                  <a:pt x="3751486" y="764978"/>
                  <a:pt x="3751985" y="765311"/>
                  <a:pt x="3752234" y="765726"/>
                </a:cubicBezTo>
                <a:lnTo>
                  <a:pt x="3762619" y="783671"/>
                </a:lnTo>
                <a:cubicBezTo>
                  <a:pt x="3762868" y="784169"/>
                  <a:pt x="3762868" y="784751"/>
                  <a:pt x="3762619" y="785167"/>
                </a:cubicBezTo>
                <a:lnTo>
                  <a:pt x="3752234" y="803112"/>
                </a:lnTo>
                <a:cubicBezTo>
                  <a:pt x="3751985" y="803610"/>
                  <a:pt x="3751486" y="803859"/>
                  <a:pt x="3750988" y="803859"/>
                </a:cubicBezTo>
                <a:close/>
                <a:moveTo>
                  <a:pt x="3970963" y="868367"/>
                </a:moveTo>
                <a:cubicBezTo>
                  <a:pt x="3970464" y="868366"/>
                  <a:pt x="3969966" y="868034"/>
                  <a:pt x="3969717" y="867619"/>
                </a:cubicBezTo>
                <a:lnTo>
                  <a:pt x="3959332" y="849674"/>
                </a:lnTo>
                <a:cubicBezTo>
                  <a:pt x="3959083" y="849175"/>
                  <a:pt x="3959083" y="848595"/>
                  <a:pt x="3959332" y="848178"/>
                </a:cubicBezTo>
                <a:lnTo>
                  <a:pt x="3969718" y="830233"/>
                </a:lnTo>
                <a:cubicBezTo>
                  <a:pt x="3969966" y="829734"/>
                  <a:pt x="3970465" y="829486"/>
                  <a:pt x="3970964" y="829485"/>
                </a:cubicBezTo>
                <a:lnTo>
                  <a:pt x="3991733" y="829485"/>
                </a:lnTo>
                <a:cubicBezTo>
                  <a:pt x="3992231" y="829485"/>
                  <a:pt x="3992731" y="829818"/>
                  <a:pt x="3992979" y="830233"/>
                </a:cubicBezTo>
                <a:lnTo>
                  <a:pt x="4003365" y="848178"/>
                </a:lnTo>
                <a:cubicBezTo>
                  <a:pt x="4003613" y="848677"/>
                  <a:pt x="4003613" y="849258"/>
                  <a:pt x="4003364" y="849674"/>
                </a:cubicBezTo>
                <a:lnTo>
                  <a:pt x="3992979" y="867619"/>
                </a:lnTo>
                <a:cubicBezTo>
                  <a:pt x="3992731" y="868117"/>
                  <a:pt x="3992231" y="868366"/>
                  <a:pt x="3991733" y="868366"/>
                </a:cubicBezTo>
                <a:close/>
                <a:moveTo>
                  <a:pt x="4332081" y="965128"/>
                </a:moveTo>
                <a:cubicBezTo>
                  <a:pt x="4331582" y="965128"/>
                  <a:pt x="4331084" y="964795"/>
                  <a:pt x="4330835" y="964380"/>
                </a:cubicBezTo>
                <a:lnTo>
                  <a:pt x="4320450" y="946435"/>
                </a:lnTo>
                <a:cubicBezTo>
                  <a:pt x="4320200" y="945936"/>
                  <a:pt x="4320201" y="945356"/>
                  <a:pt x="4320449" y="944939"/>
                </a:cubicBezTo>
                <a:lnTo>
                  <a:pt x="4330835" y="926994"/>
                </a:lnTo>
                <a:cubicBezTo>
                  <a:pt x="4331083" y="926495"/>
                  <a:pt x="4331582" y="926247"/>
                  <a:pt x="4332081" y="926246"/>
                </a:cubicBezTo>
                <a:lnTo>
                  <a:pt x="4352850" y="926246"/>
                </a:lnTo>
                <a:cubicBezTo>
                  <a:pt x="4353348" y="926246"/>
                  <a:pt x="4353848" y="926579"/>
                  <a:pt x="4354096" y="926994"/>
                </a:cubicBezTo>
                <a:lnTo>
                  <a:pt x="4364482" y="944939"/>
                </a:lnTo>
                <a:cubicBezTo>
                  <a:pt x="4364730" y="945438"/>
                  <a:pt x="4364731" y="946020"/>
                  <a:pt x="4364482" y="946435"/>
                </a:cubicBezTo>
                <a:lnTo>
                  <a:pt x="4354097" y="964380"/>
                </a:lnTo>
                <a:cubicBezTo>
                  <a:pt x="4353848" y="964878"/>
                  <a:pt x="4353348" y="965127"/>
                  <a:pt x="4352850" y="965127"/>
                </a:cubicBezTo>
                <a:close/>
                <a:moveTo>
                  <a:pt x="2225479" y="400772"/>
                </a:moveTo>
                <a:cubicBezTo>
                  <a:pt x="2224980" y="400772"/>
                  <a:pt x="2224482" y="400440"/>
                  <a:pt x="2224233" y="400024"/>
                </a:cubicBezTo>
                <a:lnTo>
                  <a:pt x="2213848" y="381996"/>
                </a:lnTo>
                <a:cubicBezTo>
                  <a:pt x="2213599" y="381498"/>
                  <a:pt x="2213599" y="380916"/>
                  <a:pt x="2213848" y="380500"/>
                </a:cubicBezTo>
                <a:lnTo>
                  <a:pt x="2224316" y="362472"/>
                </a:lnTo>
                <a:cubicBezTo>
                  <a:pt x="2224565" y="361974"/>
                  <a:pt x="2225064" y="361725"/>
                  <a:pt x="2225562" y="361725"/>
                </a:cubicBezTo>
                <a:lnTo>
                  <a:pt x="2246415" y="361725"/>
                </a:lnTo>
                <a:cubicBezTo>
                  <a:pt x="2246913" y="361725"/>
                  <a:pt x="2247412" y="362057"/>
                  <a:pt x="2247662" y="362472"/>
                </a:cubicBezTo>
                <a:lnTo>
                  <a:pt x="2258046" y="380499"/>
                </a:lnTo>
                <a:cubicBezTo>
                  <a:pt x="2258295" y="380999"/>
                  <a:pt x="2258295" y="381581"/>
                  <a:pt x="2258046" y="381995"/>
                </a:cubicBezTo>
                <a:lnTo>
                  <a:pt x="2247578" y="400024"/>
                </a:lnTo>
                <a:cubicBezTo>
                  <a:pt x="2247329" y="400522"/>
                  <a:pt x="2246830" y="400772"/>
                  <a:pt x="2246332" y="400772"/>
                </a:cubicBezTo>
                <a:close/>
                <a:moveTo>
                  <a:pt x="4151438" y="916831"/>
                </a:moveTo>
                <a:cubicBezTo>
                  <a:pt x="4150939" y="916831"/>
                  <a:pt x="4150441" y="916499"/>
                  <a:pt x="4150192" y="916083"/>
                </a:cubicBezTo>
                <a:lnTo>
                  <a:pt x="4139807" y="898055"/>
                </a:lnTo>
                <a:cubicBezTo>
                  <a:pt x="4139558" y="897557"/>
                  <a:pt x="4139558" y="896975"/>
                  <a:pt x="4139807" y="896559"/>
                </a:cubicBezTo>
                <a:lnTo>
                  <a:pt x="4150275" y="878531"/>
                </a:lnTo>
                <a:cubicBezTo>
                  <a:pt x="4150524" y="878033"/>
                  <a:pt x="4151023" y="877784"/>
                  <a:pt x="4151521" y="877784"/>
                </a:cubicBezTo>
                <a:lnTo>
                  <a:pt x="4172374" y="877784"/>
                </a:lnTo>
                <a:cubicBezTo>
                  <a:pt x="4172873" y="877784"/>
                  <a:pt x="4173371" y="878116"/>
                  <a:pt x="4173620" y="878531"/>
                </a:cubicBezTo>
                <a:lnTo>
                  <a:pt x="4184005" y="896559"/>
                </a:lnTo>
                <a:cubicBezTo>
                  <a:pt x="4184254" y="897058"/>
                  <a:pt x="4184254" y="897640"/>
                  <a:pt x="4184005" y="898055"/>
                </a:cubicBezTo>
                <a:lnTo>
                  <a:pt x="4173537" y="916083"/>
                </a:lnTo>
                <a:cubicBezTo>
                  <a:pt x="4173288" y="916582"/>
                  <a:pt x="4172789" y="916831"/>
                  <a:pt x="4172291" y="916831"/>
                </a:cubicBezTo>
                <a:close/>
                <a:moveTo>
                  <a:pt x="2165233" y="384803"/>
                </a:moveTo>
                <a:cubicBezTo>
                  <a:pt x="2164735" y="384803"/>
                  <a:pt x="2164235" y="384470"/>
                  <a:pt x="2163986" y="384055"/>
                </a:cubicBezTo>
                <a:lnTo>
                  <a:pt x="2153435" y="365777"/>
                </a:lnTo>
                <a:cubicBezTo>
                  <a:pt x="2153186" y="365279"/>
                  <a:pt x="2153187" y="364697"/>
                  <a:pt x="2153435" y="364282"/>
                </a:cubicBezTo>
                <a:lnTo>
                  <a:pt x="2163987" y="346004"/>
                </a:lnTo>
                <a:cubicBezTo>
                  <a:pt x="2164235" y="345506"/>
                  <a:pt x="2164734" y="345257"/>
                  <a:pt x="2165232" y="345257"/>
                </a:cubicBezTo>
                <a:lnTo>
                  <a:pt x="2186252" y="345257"/>
                </a:lnTo>
                <a:cubicBezTo>
                  <a:pt x="2186751" y="345257"/>
                  <a:pt x="2187249" y="345589"/>
                  <a:pt x="2187498" y="346004"/>
                </a:cubicBezTo>
                <a:lnTo>
                  <a:pt x="2198050" y="364282"/>
                </a:lnTo>
                <a:cubicBezTo>
                  <a:pt x="2198299" y="364780"/>
                  <a:pt x="2198299" y="365362"/>
                  <a:pt x="2198050" y="365777"/>
                </a:cubicBezTo>
                <a:lnTo>
                  <a:pt x="2187497" y="384055"/>
                </a:lnTo>
                <a:cubicBezTo>
                  <a:pt x="2187249" y="384553"/>
                  <a:pt x="2186750" y="384803"/>
                  <a:pt x="2186251" y="384803"/>
                </a:cubicBezTo>
                <a:close/>
                <a:moveTo>
                  <a:pt x="4392123" y="981497"/>
                </a:moveTo>
                <a:cubicBezTo>
                  <a:pt x="4391625" y="981496"/>
                  <a:pt x="4391126" y="981163"/>
                  <a:pt x="4390877" y="980749"/>
                </a:cubicBezTo>
                <a:lnTo>
                  <a:pt x="4380326" y="962471"/>
                </a:lnTo>
                <a:cubicBezTo>
                  <a:pt x="4380077" y="961973"/>
                  <a:pt x="4380077" y="961390"/>
                  <a:pt x="4380326" y="960976"/>
                </a:cubicBezTo>
                <a:lnTo>
                  <a:pt x="4390877" y="942698"/>
                </a:lnTo>
                <a:cubicBezTo>
                  <a:pt x="4391126" y="942200"/>
                  <a:pt x="4391625" y="941950"/>
                  <a:pt x="4392123" y="941951"/>
                </a:cubicBezTo>
                <a:lnTo>
                  <a:pt x="4413142" y="941950"/>
                </a:lnTo>
                <a:cubicBezTo>
                  <a:pt x="4413640" y="941951"/>
                  <a:pt x="4414139" y="942283"/>
                  <a:pt x="4414389" y="942697"/>
                </a:cubicBezTo>
                <a:lnTo>
                  <a:pt x="4424939" y="960975"/>
                </a:lnTo>
                <a:cubicBezTo>
                  <a:pt x="4425189" y="961473"/>
                  <a:pt x="4425189" y="962055"/>
                  <a:pt x="4424939" y="962470"/>
                </a:cubicBezTo>
                <a:lnTo>
                  <a:pt x="4414388" y="980748"/>
                </a:lnTo>
                <a:cubicBezTo>
                  <a:pt x="4414139" y="981246"/>
                  <a:pt x="4413640" y="981497"/>
                  <a:pt x="4413142" y="981496"/>
                </a:cubicBezTo>
                <a:close/>
                <a:moveTo>
                  <a:pt x="4452309" y="997623"/>
                </a:moveTo>
                <a:cubicBezTo>
                  <a:pt x="4451811" y="997623"/>
                  <a:pt x="4451312" y="997290"/>
                  <a:pt x="4451063" y="996875"/>
                </a:cubicBezTo>
                <a:lnTo>
                  <a:pt x="4440512" y="978597"/>
                </a:lnTo>
                <a:cubicBezTo>
                  <a:pt x="4440263" y="978099"/>
                  <a:pt x="4440263" y="977517"/>
                  <a:pt x="4440512" y="977102"/>
                </a:cubicBezTo>
                <a:lnTo>
                  <a:pt x="4451063" y="958824"/>
                </a:lnTo>
                <a:cubicBezTo>
                  <a:pt x="4451312" y="958326"/>
                  <a:pt x="4451811" y="958077"/>
                  <a:pt x="4452309" y="958077"/>
                </a:cubicBezTo>
                <a:lnTo>
                  <a:pt x="4473328" y="958077"/>
                </a:lnTo>
                <a:cubicBezTo>
                  <a:pt x="4473826" y="958077"/>
                  <a:pt x="4474325" y="958409"/>
                  <a:pt x="4474574" y="958824"/>
                </a:cubicBezTo>
                <a:lnTo>
                  <a:pt x="4485125" y="977102"/>
                </a:lnTo>
                <a:cubicBezTo>
                  <a:pt x="4485375" y="977600"/>
                  <a:pt x="4485375" y="978182"/>
                  <a:pt x="4485125" y="978597"/>
                </a:cubicBezTo>
                <a:lnTo>
                  <a:pt x="4474574" y="996875"/>
                </a:lnTo>
                <a:cubicBezTo>
                  <a:pt x="4474325" y="997373"/>
                  <a:pt x="4473826" y="997623"/>
                  <a:pt x="4473328" y="997623"/>
                </a:cubicBezTo>
                <a:close/>
                <a:moveTo>
                  <a:pt x="2044516" y="353222"/>
                </a:moveTo>
                <a:cubicBezTo>
                  <a:pt x="2043935" y="353223"/>
                  <a:pt x="2043437" y="352973"/>
                  <a:pt x="2043188" y="352474"/>
                </a:cubicBezTo>
                <a:lnTo>
                  <a:pt x="2032303" y="333615"/>
                </a:lnTo>
                <a:cubicBezTo>
                  <a:pt x="2032055" y="333117"/>
                  <a:pt x="2032054" y="332536"/>
                  <a:pt x="2032304" y="332038"/>
                </a:cubicBezTo>
                <a:lnTo>
                  <a:pt x="2043188" y="313178"/>
                </a:lnTo>
                <a:cubicBezTo>
                  <a:pt x="2043437" y="312764"/>
                  <a:pt x="2043935" y="312430"/>
                  <a:pt x="2044517" y="312430"/>
                </a:cubicBezTo>
                <a:lnTo>
                  <a:pt x="2066283" y="312430"/>
                </a:lnTo>
                <a:cubicBezTo>
                  <a:pt x="2066865" y="312431"/>
                  <a:pt x="2067363" y="312679"/>
                  <a:pt x="2067612" y="313178"/>
                </a:cubicBezTo>
                <a:lnTo>
                  <a:pt x="2078496" y="332037"/>
                </a:lnTo>
                <a:cubicBezTo>
                  <a:pt x="2078744" y="332535"/>
                  <a:pt x="2078745" y="333118"/>
                  <a:pt x="2078495" y="333616"/>
                </a:cubicBezTo>
                <a:lnTo>
                  <a:pt x="2067611" y="352474"/>
                </a:lnTo>
                <a:cubicBezTo>
                  <a:pt x="2067363" y="352891"/>
                  <a:pt x="2066864" y="353222"/>
                  <a:pt x="2066283" y="353222"/>
                </a:cubicBezTo>
                <a:close/>
                <a:moveTo>
                  <a:pt x="1923871" y="321381"/>
                </a:moveTo>
                <a:cubicBezTo>
                  <a:pt x="1923373" y="321381"/>
                  <a:pt x="1922792" y="321132"/>
                  <a:pt x="1922542" y="320634"/>
                </a:cubicBezTo>
                <a:lnTo>
                  <a:pt x="1911493" y="301443"/>
                </a:lnTo>
                <a:cubicBezTo>
                  <a:pt x="1911245" y="300944"/>
                  <a:pt x="1911244" y="300363"/>
                  <a:pt x="1911493" y="299864"/>
                </a:cubicBezTo>
                <a:lnTo>
                  <a:pt x="1922626" y="280673"/>
                </a:lnTo>
                <a:cubicBezTo>
                  <a:pt x="1922876" y="280257"/>
                  <a:pt x="1923373" y="279925"/>
                  <a:pt x="1923955" y="279925"/>
                </a:cubicBezTo>
                <a:lnTo>
                  <a:pt x="1946138" y="279925"/>
                </a:lnTo>
                <a:cubicBezTo>
                  <a:pt x="1946637" y="279925"/>
                  <a:pt x="1947217" y="280174"/>
                  <a:pt x="1947466" y="280673"/>
                </a:cubicBezTo>
                <a:lnTo>
                  <a:pt x="1958516" y="299864"/>
                </a:lnTo>
                <a:cubicBezTo>
                  <a:pt x="1958766" y="300363"/>
                  <a:pt x="1958765" y="300944"/>
                  <a:pt x="1958517" y="301443"/>
                </a:cubicBezTo>
                <a:lnTo>
                  <a:pt x="1947383" y="320633"/>
                </a:lnTo>
                <a:cubicBezTo>
                  <a:pt x="1947134" y="321049"/>
                  <a:pt x="1946636" y="321381"/>
                  <a:pt x="1946055" y="321381"/>
                </a:cubicBezTo>
                <a:close/>
                <a:moveTo>
                  <a:pt x="1863625" y="305413"/>
                </a:moveTo>
                <a:cubicBezTo>
                  <a:pt x="1863126" y="305413"/>
                  <a:pt x="1862545" y="305081"/>
                  <a:pt x="1862297" y="304582"/>
                </a:cubicBezTo>
                <a:lnTo>
                  <a:pt x="1851080" y="285225"/>
                </a:lnTo>
                <a:cubicBezTo>
                  <a:pt x="1850831" y="284726"/>
                  <a:pt x="1850831" y="284145"/>
                  <a:pt x="1851080" y="283646"/>
                </a:cubicBezTo>
                <a:lnTo>
                  <a:pt x="1862296" y="264289"/>
                </a:lnTo>
                <a:cubicBezTo>
                  <a:pt x="1862545" y="263791"/>
                  <a:pt x="1863044" y="263458"/>
                  <a:pt x="1863625" y="263458"/>
                </a:cubicBezTo>
                <a:lnTo>
                  <a:pt x="1885974" y="263458"/>
                </a:lnTo>
                <a:cubicBezTo>
                  <a:pt x="1886471" y="263458"/>
                  <a:pt x="1887054" y="263791"/>
                  <a:pt x="1887303" y="264289"/>
                </a:cubicBezTo>
                <a:lnTo>
                  <a:pt x="1898518" y="283646"/>
                </a:lnTo>
                <a:cubicBezTo>
                  <a:pt x="1898767" y="284145"/>
                  <a:pt x="1898767" y="284726"/>
                  <a:pt x="1898518" y="285225"/>
                </a:cubicBezTo>
                <a:lnTo>
                  <a:pt x="1887303" y="304582"/>
                </a:lnTo>
                <a:cubicBezTo>
                  <a:pt x="1887053" y="305081"/>
                  <a:pt x="1886556" y="305413"/>
                  <a:pt x="1885973" y="305413"/>
                </a:cubicBezTo>
                <a:close/>
                <a:moveTo>
                  <a:pt x="1983995" y="337771"/>
                </a:moveTo>
                <a:cubicBezTo>
                  <a:pt x="1983413" y="337771"/>
                  <a:pt x="1982832" y="337439"/>
                  <a:pt x="1982582" y="336941"/>
                </a:cubicBezTo>
                <a:lnTo>
                  <a:pt x="1971367" y="317500"/>
                </a:lnTo>
                <a:cubicBezTo>
                  <a:pt x="1971118" y="317001"/>
                  <a:pt x="1971118" y="316420"/>
                  <a:pt x="1971367" y="315921"/>
                </a:cubicBezTo>
                <a:lnTo>
                  <a:pt x="1982582" y="296481"/>
                </a:lnTo>
                <a:cubicBezTo>
                  <a:pt x="1982915" y="295983"/>
                  <a:pt x="1983413" y="295650"/>
                  <a:pt x="1983995" y="295650"/>
                </a:cubicBezTo>
                <a:lnTo>
                  <a:pt x="2006509" y="295650"/>
                </a:lnTo>
                <a:cubicBezTo>
                  <a:pt x="2007091" y="295650"/>
                  <a:pt x="2007672" y="295983"/>
                  <a:pt x="2007922" y="296481"/>
                </a:cubicBezTo>
                <a:lnTo>
                  <a:pt x="2019137" y="315921"/>
                </a:lnTo>
                <a:cubicBezTo>
                  <a:pt x="2019387" y="316420"/>
                  <a:pt x="2019387" y="317001"/>
                  <a:pt x="2019137" y="317500"/>
                </a:cubicBezTo>
                <a:lnTo>
                  <a:pt x="2007922" y="336941"/>
                </a:lnTo>
                <a:cubicBezTo>
                  <a:pt x="2007589" y="337439"/>
                  <a:pt x="2007091" y="337771"/>
                  <a:pt x="2006509" y="337771"/>
                </a:cubicBezTo>
                <a:close/>
                <a:moveTo>
                  <a:pt x="1615373" y="281029"/>
                </a:moveTo>
                <a:cubicBezTo>
                  <a:pt x="1615124" y="281029"/>
                  <a:pt x="1614791" y="280697"/>
                  <a:pt x="1614791" y="280697"/>
                </a:cubicBezTo>
                <a:lnTo>
                  <a:pt x="1610056" y="272472"/>
                </a:lnTo>
                <a:cubicBezTo>
                  <a:pt x="1609973" y="272306"/>
                  <a:pt x="1610056" y="271807"/>
                  <a:pt x="1610056" y="271807"/>
                </a:cubicBezTo>
                <a:lnTo>
                  <a:pt x="1614792" y="263582"/>
                </a:lnTo>
                <a:cubicBezTo>
                  <a:pt x="1614958" y="263416"/>
                  <a:pt x="1615373" y="263250"/>
                  <a:pt x="1615373" y="263250"/>
                </a:cubicBezTo>
                <a:lnTo>
                  <a:pt x="1624845" y="263250"/>
                </a:lnTo>
                <a:cubicBezTo>
                  <a:pt x="1625094" y="263250"/>
                  <a:pt x="1625426" y="263582"/>
                  <a:pt x="1625426" y="263582"/>
                </a:cubicBezTo>
                <a:lnTo>
                  <a:pt x="1630161" y="271807"/>
                </a:lnTo>
                <a:cubicBezTo>
                  <a:pt x="1630244" y="271973"/>
                  <a:pt x="1630161" y="272472"/>
                  <a:pt x="1630161" y="272472"/>
                </a:cubicBezTo>
                <a:lnTo>
                  <a:pt x="1625426" y="280697"/>
                </a:lnTo>
                <a:cubicBezTo>
                  <a:pt x="1625260" y="280863"/>
                  <a:pt x="1624844" y="281029"/>
                  <a:pt x="1624844" y="281029"/>
                </a:cubicBezTo>
                <a:close/>
                <a:moveTo>
                  <a:pt x="1672579" y="302640"/>
                </a:moveTo>
                <a:cubicBezTo>
                  <a:pt x="1672247" y="302640"/>
                  <a:pt x="1671665" y="302059"/>
                  <a:pt x="1671665" y="302059"/>
                </a:cubicBezTo>
                <a:lnTo>
                  <a:pt x="1664022" y="288766"/>
                </a:lnTo>
                <a:cubicBezTo>
                  <a:pt x="1663856" y="288434"/>
                  <a:pt x="1664022" y="287686"/>
                  <a:pt x="1664022" y="287686"/>
                </a:cubicBezTo>
                <a:lnTo>
                  <a:pt x="1671748" y="274394"/>
                </a:lnTo>
                <a:cubicBezTo>
                  <a:pt x="1671914" y="274061"/>
                  <a:pt x="1672662" y="273813"/>
                  <a:pt x="1672662" y="273813"/>
                </a:cubicBezTo>
                <a:lnTo>
                  <a:pt x="1688032" y="273812"/>
                </a:lnTo>
                <a:cubicBezTo>
                  <a:pt x="1688364" y="273813"/>
                  <a:pt x="1688945" y="274394"/>
                  <a:pt x="1688945" y="274394"/>
                </a:cubicBezTo>
                <a:lnTo>
                  <a:pt x="1696589" y="287687"/>
                </a:lnTo>
                <a:cubicBezTo>
                  <a:pt x="1696755" y="288018"/>
                  <a:pt x="1696589" y="288766"/>
                  <a:pt x="1696589" y="288766"/>
                </a:cubicBezTo>
                <a:lnTo>
                  <a:pt x="1688863" y="302059"/>
                </a:lnTo>
                <a:cubicBezTo>
                  <a:pt x="1688696" y="302391"/>
                  <a:pt x="1687949" y="302640"/>
                  <a:pt x="1687949" y="302640"/>
                </a:cubicBezTo>
                <a:close/>
                <a:moveTo>
                  <a:pt x="1731985" y="320342"/>
                </a:moveTo>
                <a:cubicBezTo>
                  <a:pt x="1731570" y="320342"/>
                  <a:pt x="1730989" y="319761"/>
                  <a:pt x="1730989" y="319761"/>
                </a:cubicBezTo>
                <a:lnTo>
                  <a:pt x="1722514" y="305056"/>
                </a:lnTo>
                <a:cubicBezTo>
                  <a:pt x="1722265" y="304723"/>
                  <a:pt x="1722515" y="303892"/>
                  <a:pt x="1722515" y="303892"/>
                </a:cubicBezTo>
                <a:lnTo>
                  <a:pt x="1730989" y="289188"/>
                </a:lnTo>
                <a:cubicBezTo>
                  <a:pt x="1731154" y="288855"/>
                  <a:pt x="1731569" y="288606"/>
                  <a:pt x="1731986" y="288606"/>
                </a:cubicBezTo>
                <a:lnTo>
                  <a:pt x="1748934" y="288606"/>
                </a:lnTo>
                <a:cubicBezTo>
                  <a:pt x="1749348" y="288606"/>
                  <a:pt x="1749930" y="289188"/>
                  <a:pt x="1749930" y="289188"/>
                </a:cubicBezTo>
                <a:lnTo>
                  <a:pt x="1758405" y="303892"/>
                </a:lnTo>
                <a:cubicBezTo>
                  <a:pt x="1758653" y="304225"/>
                  <a:pt x="1758404" y="305056"/>
                  <a:pt x="1758404" y="305056"/>
                </a:cubicBezTo>
                <a:lnTo>
                  <a:pt x="1749931" y="319761"/>
                </a:lnTo>
                <a:cubicBezTo>
                  <a:pt x="1749765" y="320093"/>
                  <a:pt x="1749348" y="320342"/>
                  <a:pt x="1748933" y="320342"/>
                </a:cubicBezTo>
                <a:close/>
                <a:moveTo>
                  <a:pt x="2092210" y="418768"/>
                </a:moveTo>
                <a:cubicBezTo>
                  <a:pt x="2091711" y="418768"/>
                  <a:pt x="2091047" y="418104"/>
                  <a:pt x="2091047" y="418104"/>
                </a:cubicBezTo>
                <a:lnTo>
                  <a:pt x="2081659" y="401821"/>
                </a:lnTo>
                <a:cubicBezTo>
                  <a:pt x="2081410" y="401405"/>
                  <a:pt x="2081659" y="400491"/>
                  <a:pt x="2081659" y="400491"/>
                </a:cubicBezTo>
                <a:lnTo>
                  <a:pt x="2091047" y="384208"/>
                </a:lnTo>
                <a:cubicBezTo>
                  <a:pt x="2091296" y="383792"/>
                  <a:pt x="2091711" y="383543"/>
                  <a:pt x="2092210" y="383543"/>
                </a:cubicBezTo>
                <a:lnTo>
                  <a:pt x="2110986" y="383543"/>
                </a:lnTo>
                <a:cubicBezTo>
                  <a:pt x="2111484" y="383543"/>
                  <a:pt x="2112149" y="384208"/>
                  <a:pt x="2112149" y="384208"/>
                </a:cubicBezTo>
                <a:lnTo>
                  <a:pt x="2121537" y="400491"/>
                </a:lnTo>
                <a:cubicBezTo>
                  <a:pt x="2121786" y="400906"/>
                  <a:pt x="2121537" y="401821"/>
                  <a:pt x="2121537" y="401821"/>
                </a:cubicBezTo>
                <a:lnTo>
                  <a:pt x="2112149" y="418104"/>
                </a:lnTo>
                <a:cubicBezTo>
                  <a:pt x="2111900" y="418520"/>
                  <a:pt x="2111484" y="418768"/>
                  <a:pt x="2110986" y="418768"/>
                </a:cubicBezTo>
                <a:close/>
                <a:moveTo>
                  <a:pt x="3596597" y="822341"/>
                </a:moveTo>
                <a:cubicBezTo>
                  <a:pt x="3596099" y="822341"/>
                  <a:pt x="3595682" y="822091"/>
                  <a:pt x="3595434" y="821675"/>
                </a:cubicBezTo>
                <a:lnTo>
                  <a:pt x="3585796" y="805060"/>
                </a:lnTo>
                <a:cubicBezTo>
                  <a:pt x="3585548" y="804644"/>
                  <a:pt x="3585548" y="804146"/>
                  <a:pt x="3585797" y="803731"/>
                </a:cubicBezTo>
                <a:lnTo>
                  <a:pt x="3595434" y="787115"/>
                </a:lnTo>
                <a:cubicBezTo>
                  <a:pt x="3595682" y="786700"/>
                  <a:pt x="3596099" y="786451"/>
                  <a:pt x="3596597" y="786451"/>
                </a:cubicBezTo>
                <a:lnTo>
                  <a:pt x="3615789" y="786450"/>
                </a:lnTo>
                <a:cubicBezTo>
                  <a:pt x="3616286" y="786451"/>
                  <a:pt x="3616702" y="786700"/>
                  <a:pt x="3616951" y="787114"/>
                </a:cubicBezTo>
                <a:lnTo>
                  <a:pt x="3626589" y="803730"/>
                </a:lnTo>
                <a:cubicBezTo>
                  <a:pt x="3626837" y="804147"/>
                  <a:pt x="3626838" y="804645"/>
                  <a:pt x="3626588" y="805061"/>
                </a:cubicBezTo>
                <a:lnTo>
                  <a:pt x="3616952" y="821676"/>
                </a:lnTo>
                <a:cubicBezTo>
                  <a:pt x="3616702" y="822092"/>
                  <a:pt x="3616286" y="822341"/>
                  <a:pt x="3615788" y="822341"/>
                </a:cubicBezTo>
                <a:close/>
                <a:moveTo>
                  <a:pt x="3536408" y="806318"/>
                </a:moveTo>
                <a:cubicBezTo>
                  <a:pt x="3535910" y="806318"/>
                  <a:pt x="3535494" y="806069"/>
                  <a:pt x="3535245" y="805654"/>
                </a:cubicBezTo>
                <a:lnTo>
                  <a:pt x="3525608" y="788955"/>
                </a:lnTo>
                <a:cubicBezTo>
                  <a:pt x="3525359" y="788540"/>
                  <a:pt x="3525359" y="788041"/>
                  <a:pt x="3525608" y="787625"/>
                </a:cubicBezTo>
                <a:lnTo>
                  <a:pt x="3535245" y="770927"/>
                </a:lnTo>
                <a:cubicBezTo>
                  <a:pt x="3535494" y="770511"/>
                  <a:pt x="3535910" y="770262"/>
                  <a:pt x="3536408" y="770263"/>
                </a:cubicBezTo>
                <a:lnTo>
                  <a:pt x="3555766" y="770262"/>
                </a:lnTo>
                <a:cubicBezTo>
                  <a:pt x="3556264" y="770262"/>
                  <a:pt x="3556679" y="770512"/>
                  <a:pt x="3556929" y="770927"/>
                </a:cubicBezTo>
                <a:lnTo>
                  <a:pt x="3566566" y="787625"/>
                </a:lnTo>
                <a:cubicBezTo>
                  <a:pt x="3566815" y="788041"/>
                  <a:pt x="3566815" y="788540"/>
                  <a:pt x="3566566" y="788955"/>
                </a:cubicBezTo>
                <a:lnTo>
                  <a:pt x="3556929" y="805654"/>
                </a:lnTo>
                <a:cubicBezTo>
                  <a:pt x="3556679" y="806069"/>
                  <a:pt x="3556264" y="806318"/>
                  <a:pt x="3555766" y="806318"/>
                </a:cubicBezTo>
                <a:close/>
                <a:moveTo>
                  <a:pt x="2573296" y="548532"/>
                </a:moveTo>
                <a:cubicBezTo>
                  <a:pt x="2572880" y="548532"/>
                  <a:pt x="2572382" y="548283"/>
                  <a:pt x="2572131" y="547868"/>
                </a:cubicBezTo>
                <a:lnTo>
                  <a:pt x="2562328" y="530837"/>
                </a:lnTo>
                <a:cubicBezTo>
                  <a:pt x="2562080" y="530421"/>
                  <a:pt x="2562080" y="529839"/>
                  <a:pt x="2562329" y="529424"/>
                </a:cubicBezTo>
                <a:lnTo>
                  <a:pt x="2572132" y="512393"/>
                </a:lnTo>
                <a:cubicBezTo>
                  <a:pt x="2572382" y="511977"/>
                  <a:pt x="2572796" y="511728"/>
                  <a:pt x="2573295" y="511728"/>
                </a:cubicBezTo>
                <a:lnTo>
                  <a:pt x="2592901" y="511728"/>
                </a:lnTo>
                <a:cubicBezTo>
                  <a:pt x="2593317" y="511728"/>
                  <a:pt x="2593816" y="511977"/>
                  <a:pt x="2594064" y="512393"/>
                </a:cubicBezTo>
                <a:lnTo>
                  <a:pt x="2603868" y="529424"/>
                </a:lnTo>
                <a:cubicBezTo>
                  <a:pt x="2604118" y="529839"/>
                  <a:pt x="2604117" y="530421"/>
                  <a:pt x="2603868" y="530837"/>
                </a:cubicBezTo>
                <a:lnTo>
                  <a:pt x="2594065" y="547868"/>
                </a:lnTo>
                <a:cubicBezTo>
                  <a:pt x="2593815" y="548283"/>
                  <a:pt x="2593400" y="548532"/>
                  <a:pt x="2592901" y="548532"/>
                </a:cubicBezTo>
                <a:close/>
                <a:moveTo>
                  <a:pt x="4017517" y="936075"/>
                </a:moveTo>
                <a:cubicBezTo>
                  <a:pt x="4017017" y="936075"/>
                  <a:pt x="4016519" y="935743"/>
                  <a:pt x="4016270" y="935326"/>
                </a:cubicBezTo>
                <a:lnTo>
                  <a:pt x="4006217" y="917881"/>
                </a:lnTo>
                <a:cubicBezTo>
                  <a:pt x="4005968" y="917464"/>
                  <a:pt x="4005968" y="916884"/>
                  <a:pt x="4006217" y="916467"/>
                </a:cubicBezTo>
                <a:lnTo>
                  <a:pt x="4016271" y="899022"/>
                </a:lnTo>
                <a:cubicBezTo>
                  <a:pt x="4016519" y="898522"/>
                  <a:pt x="4017017" y="898274"/>
                  <a:pt x="4017516" y="898273"/>
                </a:cubicBezTo>
                <a:lnTo>
                  <a:pt x="4037621" y="898273"/>
                </a:lnTo>
                <a:cubicBezTo>
                  <a:pt x="4038119" y="898273"/>
                  <a:pt x="4038619" y="898606"/>
                  <a:pt x="4038868" y="899022"/>
                </a:cubicBezTo>
                <a:lnTo>
                  <a:pt x="4048920" y="916468"/>
                </a:lnTo>
                <a:cubicBezTo>
                  <a:pt x="4049170" y="916884"/>
                  <a:pt x="4049169" y="917465"/>
                  <a:pt x="4048921" y="917881"/>
                </a:cubicBezTo>
                <a:lnTo>
                  <a:pt x="4038867" y="935326"/>
                </a:lnTo>
                <a:cubicBezTo>
                  <a:pt x="4038618" y="935826"/>
                  <a:pt x="4038120" y="936074"/>
                  <a:pt x="4037622" y="936075"/>
                </a:cubicBezTo>
                <a:close/>
                <a:moveTo>
                  <a:pt x="2452673" y="516777"/>
                </a:moveTo>
                <a:cubicBezTo>
                  <a:pt x="2452175" y="516777"/>
                  <a:pt x="2451676" y="516444"/>
                  <a:pt x="2451427" y="516028"/>
                </a:cubicBezTo>
                <a:lnTo>
                  <a:pt x="2441375" y="498582"/>
                </a:lnTo>
                <a:cubicBezTo>
                  <a:pt x="2441126" y="498166"/>
                  <a:pt x="2441126" y="497586"/>
                  <a:pt x="2441375" y="497169"/>
                </a:cubicBezTo>
                <a:lnTo>
                  <a:pt x="2451427" y="479724"/>
                </a:lnTo>
                <a:cubicBezTo>
                  <a:pt x="2451676" y="479224"/>
                  <a:pt x="2452175" y="478976"/>
                  <a:pt x="2452673" y="478975"/>
                </a:cubicBezTo>
                <a:lnTo>
                  <a:pt x="2472779" y="478975"/>
                </a:lnTo>
                <a:cubicBezTo>
                  <a:pt x="2473277" y="478975"/>
                  <a:pt x="2473776" y="479308"/>
                  <a:pt x="2474025" y="479723"/>
                </a:cubicBezTo>
                <a:lnTo>
                  <a:pt x="2484078" y="497170"/>
                </a:lnTo>
                <a:cubicBezTo>
                  <a:pt x="2484327" y="497585"/>
                  <a:pt x="2484327" y="498166"/>
                  <a:pt x="2484078" y="498582"/>
                </a:cubicBezTo>
                <a:lnTo>
                  <a:pt x="2474025" y="516028"/>
                </a:lnTo>
                <a:cubicBezTo>
                  <a:pt x="2473776" y="516527"/>
                  <a:pt x="2473277" y="516776"/>
                  <a:pt x="2472779" y="516776"/>
                </a:cubicBezTo>
                <a:close/>
                <a:moveTo>
                  <a:pt x="2512859" y="532903"/>
                </a:moveTo>
                <a:cubicBezTo>
                  <a:pt x="2512361" y="532903"/>
                  <a:pt x="2511862" y="532571"/>
                  <a:pt x="2511613" y="532155"/>
                </a:cubicBezTo>
                <a:lnTo>
                  <a:pt x="2501561" y="514709"/>
                </a:lnTo>
                <a:cubicBezTo>
                  <a:pt x="2501312" y="514293"/>
                  <a:pt x="2501312" y="513712"/>
                  <a:pt x="2501561" y="513296"/>
                </a:cubicBezTo>
                <a:lnTo>
                  <a:pt x="2511613" y="495850"/>
                </a:lnTo>
                <a:cubicBezTo>
                  <a:pt x="2511862" y="495351"/>
                  <a:pt x="2512361" y="495102"/>
                  <a:pt x="2512859" y="495102"/>
                </a:cubicBezTo>
                <a:lnTo>
                  <a:pt x="2532965" y="495102"/>
                </a:lnTo>
                <a:cubicBezTo>
                  <a:pt x="2533463" y="495102"/>
                  <a:pt x="2533962" y="495435"/>
                  <a:pt x="2534211" y="495850"/>
                </a:cubicBezTo>
                <a:lnTo>
                  <a:pt x="2544264" y="513296"/>
                </a:lnTo>
                <a:cubicBezTo>
                  <a:pt x="2544513" y="513712"/>
                  <a:pt x="2544513" y="514293"/>
                  <a:pt x="2544264" y="514709"/>
                </a:cubicBezTo>
                <a:lnTo>
                  <a:pt x="2534211" y="532155"/>
                </a:lnTo>
                <a:cubicBezTo>
                  <a:pt x="2533962" y="532654"/>
                  <a:pt x="2533463" y="532903"/>
                  <a:pt x="2532965" y="532903"/>
                </a:cubicBezTo>
                <a:close/>
                <a:moveTo>
                  <a:pt x="3776583" y="871896"/>
                </a:moveTo>
                <a:cubicBezTo>
                  <a:pt x="3776083" y="871896"/>
                  <a:pt x="3775585" y="871564"/>
                  <a:pt x="3775336" y="871149"/>
                </a:cubicBezTo>
                <a:lnTo>
                  <a:pt x="3765117" y="853453"/>
                </a:lnTo>
                <a:cubicBezTo>
                  <a:pt x="3764869" y="853038"/>
                  <a:pt x="3764868" y="852456"/>
                  <a:pt x="3765118" y="852040"/>
                </a:cubicBezTo>
                <a:lnTo>
                  <a:pt x="3775337" y="834345"/>
                </a:lnTo>
                <a:cubicBezTo>
                  <a:pt x="3775586" y="833846"/>
                  <a:pt x="3776083" y="833597"/>
                  <a:pt x="3776583" y="833597"/>
                </a:cubicBezTo>
                <a:lnTo>
                  <a:pt x="3797019" y="833597"/>
                </a:lnTo>
                <a:cubicBezTo>
                  <a:pt x="3797518" y="833597"/>
                  <a:pt x="3798016" y="833929"/>
                  <a:pt x="3798266" y="834345"/>
                </a:cubicBezTo>
                <a:lnTo>
                  <a:pt x="3808485" y="852040"/>
                </a:lnTo>
                <a:cubicBezTo>
                  <a:pt x="3808735" y="852456"/>
                  <a:pt x="3808734" y="853038"/>
                  <a:pt x="3808484" y="853453"/>
                </a:cubicBezTo>
                <a:lnTo>
                  <a:pt x="3798266" y="871149"/>
                </a:lnTo>
                <a:cubicBezTo>
                  <a:pt x="3798016" y="871647"/>
                  <a:pt x="3797518" y="871896"/>
                  <a:pt x="3797019" y="871896"/>
                </a:cubicBezTo>
                <a:close/>
                <a:moveTo>
                  <a:pt x="4077514" y="952530"/>
                </a:moveTo>
                <a:cubicBezTo>
                  <a:pt x="4077015" y="952531"/>
                  <a:pt x="4076517" y="952198"/>
                  <a:pt x="4076268" y="951783"/>
                </a:cubicBezTo>
                <a:lnTo>
                  <a:pt x="4066049" y="934087"/>
                </a:lnTo>
                <a:cubicBezTo>
                  <a:pt x="4065800" y="933672"/>
                  <a:pt x="4065800" y="933090"/>
                  <a:pt x="4066049" y="932674"/>
                </a:cubicBezTo>
                <a:lnTo>
                  <a:pt x="4076268" y="914979"/>
                </a:lnTo>
                <a:cubicBezTo>
                  <a:pt x="4076517" y="914481"/>
                  <a:pt x="4077015" y="914232"/>
                  <a:pt x="4077514" y="914231"/>
                </a:cubicBezTo>
                <a:lnTo>
                  <a:pt x="4097951" y="914232"/>
                </a:lnTo>
                <a:cubicBezTo>
                  <a:pt x="4098450" y="914231"/>
                  <a:pt x="4098948" y="914564"/>
                  <a:pt x="4099198" y="914979"/>
                </a:cubicBezTo>
                <a:lnTo>
                  <a:pt x="4109416" y="932674"/>
                </a:lnTo>
                <a:cubicBezTo>
                  <a:pt x="4109666" y="933090"/>
                  <a:pt x="4109666" y="933673"/>
                  <a:pt x="4109416" y="934088"/>
                </a:cubicBezTo>
                <a:lnTo>
                  <a:pt x="4099198" y="951783"/>
                </a:lnTo>
                <a:cubicBezTo>
                  <a:pt x="4098948" y="952281"/>
                  <a:pt x="4098450" y="952530"/>
                  <a:pt x="4097951" y="952531"/>
                </a:cubicBezTo>
                <a:close/>
                <a:moveTo>
                  <a:pt x="3957059" y="920350"/>
                </a:moveTo>
                <a:cubicBezTo>
                  <a:pt x="3956560" y="920350"/>
                  <a:pt x="3956062" y="920018"/>
                  <a:pt x="3955814" y="919602"/>
                </a:cubicBezTo>
                <a:lnTo>
                  <a:pt x="3945511" y="901823"/>
                </a:lnTo>
                <a:cubicBezTo>
                  <a:pt x="3945262" y="901408"/>
                  <a:pt x="3945263" y="900826"/>
                  <a:pt x="3945511" y="900410"/>
                </a:cubicBezTo>
                <a:lnTo>
                  <a:pt x="3955813" y="882632"/>
                </a:lnTo>
                <a:cubicBezTo>
                  <a:pt x="3956063" y="882133"/>
                  <a:pt x="3956561" y="881884"/>
                  <a:pt x="3957060" y="881884"/>
                </a:cubicBezTo>
                <a:lnTo>
                  <a:pt x="3977579" y="881884"/>
                </a:lnTo>
                <a:cubicBezTo>
                  <a:pt x="3978078" y="881884"/>
                  <a:pt x="3978576" y="882216"/>
                  <a:pt x="3978827" y="882632"/>
                </a:cubicBezTo>
                <a:lnTo>
                  <a:pt x="3989127" y="900410"/>
                </a:lnTo>
                <a:cubicBezTo>
                  <a:pt x="3989377" y="900826"/>
                  <a:pt x="3989378" y="901408"/>
                  <a:pt x="3989128" y="901823"/>
                </a:cubicBezTo>
                <a:lnTo>
                  <a:pt x="3978827" y="919602"/>
                </a:lnTo>
                <a:cubicBezTo>
                  <a:pt x="3978576" y="920101"/>
                  <a:pt x="3978079" y="920350"/>
                  <a:pt x="3977580" y="920350"/>
                </a:cubicBezTo>
                <a:close/>
                <a:moveTo>
                  <a:pt x="4378363" y="1033238"/>
                </a:moveTo>
                <a:cubicBezTo>
                  <a:pt x="4377864" y="1033238"/>
                  <a:pt x="4377366" y="1032906"/>
                  <a:pt x="4377118" y="1032490"/>
                </a:cubicBezTo>
                <a:lnTo>
                  <a:pt x="4366815" y="1014711"/>
                </a:lnTo>
                <a:cubicBezTo>
                  <a:pt x="4366566" y="1014296"/>
                  <a:pt x="4366567" y="1013714"/>
                  <a:pt x="4366815" y="1013298"/>
                </a:cubicBezTo>
                <a:lnTo>
                  <a:pt x="4377117" y="995520"/>
                </a:lnTo>
                <a:cubicBezTo>
                  <a:pt x="4377367" y="995021"/>
                  <a:pt x="4377865" y="994772"/>
                  <a:pt x="4378364" y="994772"/>
                </a:cubicBezTo>
                <a:lnTo>
                  <a:pt x="4398883" y="994772"/>
                </a:lnTo>
                <a:cubicBezTo>
                  <a:pt x="4399382" y="994772"/>
                  <a:pt x="4399880" y="995104"/>
                  <a:pt x="4400131" y="995520"/>
                </a:cubicBezTo>
                <a:lnTo>
                  <a:pt x="4410431" y="1013298"/>
                </a:lnTo>
                <a:cubicBezTo>
                  <a:pt x="4410681" y="1013714"/>
                  <a:pt x="4410682" y="1014296"/>
                  <a:pt x="4410432" y="1014711"/>
                </a:cubicBezTo>
                <a:lnTo>
                  <a:pt x="4400131" y="1032490"/>
                </a:lnTo>
                <a:cubicBezTo>
                  <a:pt x="4399880" y="1032989"/>
                  <a:pt x="4399383" y="1033238"/>
                  <a:pt x="4398884" y="1033238"/>
                </a:cubicBezTo>
                <a:close/>
                <a:moveTo>
                  <a:pt x="4438549" y="1049365"/>
                </a:moveTo>
                <a:cubicBezTo>
                  <a:pt x="4438050" y="1049365"/>
                  <a:pt x="4437552" y="1049033"/>
                  <a:pt x="4437303" y="1048617"/>
                </a:cubicBezTo>
                <a:lnTo>
                  <a:pt x="4427001" y="1030838"/>
                </a:lnTo>
                <a:cubicBezTo>
                  <a:pt x="4426752" y="1030423"/>
                  <a:pt x="4426752" y="1029841"/>
                  <a:pt x="4427001" y="1029425"/>
                </a:cubicBezTo>
                <a:lnTo>
                  <a:pt x="4437303" y="1011647"/>
                </a:lnTo>
                <a:cubicBezTo>
                  <a:pt x="4437553" y="1011148"/>
                  <a:pt x="4438050" y="1010899"/>
                  <a:pt x="4438549" y="1010899"/>
                </a:cubicBezTo>
                <a:lnTo>
                  <a:pt x="4459069" y="1010899"/>
                </a:lnTo>
                <a:cubicBezTo>
                  <a:pt x="4459568" y="1010898"/>
                  <a:pt x="4460066" y="1011231"/>
                  <a:pt x="4460317" y="1011647"/>
                </a:cubicBezTo>
                <a:lnTo>
                  <a:pt x="4470617" y="1029424"/>
                </a:lnTo>
                <a:cubicBezTo>
                  <a:pt x="4470867" y="1029841"/>
                  <a:pt x="4470867" y="1030423"/>
                  <a:pt x="4470618" y="1030838"/>
                </a:cubicBezTo>
                <a:lnTo>
                  <a:pt x="4460316" y="1048617"/>
                </a:lnTo>
                <a:cubicBezTo>
                  <a:pt x="4460066" y="1049116"/>
                  <a:pt x="4459568" y="1049365"/>
                  <a:pt x="4459069" y="1049365"/>
                </a:cubicBezTo>
                <a:close/>
                <a:moveTo>
                  <a:pt x="3716323" y="855949"/>
                </a:moveTo>
                <a:cubicBezTo>
                  <a:pt x="3715825" y="855949"/>
                  <a:pt x="3715326" y="855616"/>
                  <a:pt x="3715077" y="855201"/>
                </a:cubicBezTo>
                <a:lnTo>
                  <a:pt x="3704775" y="837340"/>
                </a:lnTo>
                <a:cubicBezTo>
                  <a:pt x="3704526" y="836841"/>
                  <a:pt x="3704526" y="836258"/>
                  <a:pt x="3704775" y="835844"/>
                </a:cubicBezTo>
                <a:lnTo>
                  <a:pt x="3715077" y="817981"/>
                </a:lnTo>
                <a:cubicBezTo>
                  <a:pt x="3715326" y="817482"/>
                  <a:pt x="3715825" y="817234"/>
                  <a:pt x="3716323" y="817233"/>
                </a:cubicBezTo>
                <a:lnTo>
                  <a:pt x="3737010" y="817234"/>
                </a:lnTo>
                <a:cubicBezTo>
                  <a:pt x="3737508" y="817234"/>
                  <a:pt x="3738007" y="817566"/>
                  <a:pt x="3738256" y="817982"/>
                </a:cubicBezTo>
                <a:lnTo>
                  <a:pt x="3748558" y="835844"/>
                </a:lnTo>
                <a:cubicBezTo>
                  <a:pt x="3748807" y="836342"/>
                  <a:pt x="3748807" y="836923"/>
                  <a:pt x="3748558" y="837340"/>
                </a:cubicBezTo>
                <a:lnTo>
                  <a:pt x="3738256" y="855200"/>
                </a:lnTo>
                <a:cubicBezTo>
                  <a:pt x="3738007" y="855699"/>
                  <a:pt x="3737508" y="855949"/>
                  <a:pt x="3737010" y="855948"/>
                </a:cubicBezTo>
                <a:close/>
                <a:moveTo>
                  <a:pt x="3896881" y="904329"/>
                </a:moveTo>
                <a:cubicBezTo>
                  <a:pt x="3896383" y="904329"/>
                  <a:pt x="3895884" y="903997"/>
                  <a:pt x="3895635" y="903581"/>
                </a:cubicBezTo>
                <a:lnTo>
                  <a:pt x="3885333" y="885720"/>
                </a:lnTo>
                <a:cubicBezTo>
                  <a:pt x="3885084" y="885221"/>
                  <a:pt x="3885085" y="884639"/>
                  <a:pt x="3885333" y="884224"/>
                </a:cubicBezTo>
                <a:lnTo>
                  <a:pt x="3895635" y="866362"/>
                </a:lnTo>
                <a:cubicBezTo>
                  <a:pt x="3895885" y="865863"/>
                  <a:pt x="3896384" y="865614"/>
                  <a:pt x="3896882" y="865614"/>
                </a:cubicBezTo>
                <a:lnTo>
                  <a:pt x="3917568" y="865614"/>
                </a:lnTo>
                <a:cubicBezTo>
                  <a:pt x="3918066" y="865614"/>
                  <a:pt x="3918565" y="865947"/>
                  <a:pt x="3918814" y="866362"/>
                </a:cubicBezTo>
                <a:lnTo>
                  <a:pt x="3929116" y="884224"/>
                </a:lnTo>
                <a:cubicBezTo>
                  <a:pt x="3929365" y="884722"/>
                  <a:pt x="3929365" y="885304"/>
                  <a:pt x="3929117" y="885720"/>
                </a:cubicBezTo>
                <a:lnTo>
                  <a:pt x="3918814" y="903581"/>
                </a:lnTo>
                <a:cubicBezTo>
                  <a:pt x="3918565" y="904080"/>
                  <a:pt x="3918066" y="904329"/>
                  <a:pt x="3917568" y="904329"/>
                </a:cubicBezTo>
                <a:close/>
                <a:moveTo>
                  <a:pt x="4257999" y="1001090"/>
                </a:moveTo>
                <a:cubicBezTo>
                  <a:pt x="4257501" y="1001091"/>
                  <a:pt x="4257002" y="1000758"/>
                  <a:pt x="4256754" y="1000343"/>
                </a:cubicBezTo>
                <a:lnTo>
                  <a:pt x="4246451" y="982481"/>
                </a:lnTo>
                <a:cubicBezTo>
                  <a:pt x="4246202" y="981983"/>
                  <a:pt x="4246203" y="981400"/>
                  <a:pt x="4246451" y="980986"/>
                </a:cubicBezTo>
                <a:lnTo>
                  <a:pt x="4256754" y="963123"/>
                </a:lnTo>
                <a:cubicBezTo>
                  <a:pt x="4257003" y="962624"/>
                  <a:pt x="4257502" y="962375"/>
                  <a:pt x="4258000" y="962375"/>
                </a:cubicBezTo>
                <a:lnTo>
                  <a:pt x="4278687" y="962375"/>
                </a:lnTo>
                <a:cubicBezTo>
                  <a:pt x="4279185" y="962375"/>
                  <a:pt x="4279683" y="962708"/>
                  <a:pt x="4279932" y="963123"/>
                </a:cubicBezTo>
                <a:lnTo>
                  <a:pt x="4290234" y="980985"/>
                </a:lnTo>
                <a:cubicBezTo>
                  <a:pt x="4290483" y="981483"/>
                  <a:pt x="4290483" y="982065"/>
                  <a:pt x="4290235" y="982481"/>
                </a:cubicBezTo>
                <a:lnTo>
                  <a:pt x="4279932" y="1000342"/>
                </a:lnTo>
                <a:cubicBezTo>
                  <a:pt x="4279683" y="1000841"/>
                  <a:pt x="4279184" y="1001091"/>
                  <a:pt x="4278686" y="1001090"/>
                </a:cubicBezTo>
                <a:close/>
                <a:moveTo>
                  <a:pt x="4318185" y="1017217"/>
                </a:moveTo>
                <a:cubicBezTo>
                  <a:pt x="4317687" y="1017217"/>
                  <a:pt x="4317188" y="1016885"/>
                  <a:pt x="4316939" y="1016469"/>
                </a:cubicBezTo>
                <a:lnTo>
                  <a:pt x="4306637" y="998608"/>
                </a:lnTo>
                <a:cubicBezTo>
                  <a:pt x="4306388" y="998109"/>
                  <a:pt x="4306389" y="997527"/>
                  <a:pt x="4306637" y="997112"/>
                </a:cubicBezTo>
                <a:lnTo>
                  <a:pt x="4316939" y="979250"/>
                </a:lnTo>
                <a:cubicBezTo>
                  <a:pt x="4317189" y="978751"/>
                  <a:pt x="4317688" y="978502"/>
                  <a:pt x="4318186" y="978502"/>
                </a:cubicBezTo>
                <a:lnTo>
                  <a:pt x="4338872" y="978502"/>
                </a:lnTo>
                <a:cubicBezTo>
                  <a:pt x="4339370" y="978502"/>
                  <a:pt x="4339869" y="978835"/>
                  <a:pt x="4340118" y="979250"/>
                </a:cubicBezTo>
                <a:lnTo>
                  <a:pt x="4350420" y="997112"/>
                </a:lnTo>
                <a:cubicBezTo>
                  <a:pt x="4350669" y="997610"/>
                  <a:pt x="4350669" y="998192"/>
                  <a:pt x="4350421" y="998608"/>
                </a:cubicBezTo>
                <a:lnTo>
                  <a:pt x="4340118" y="1016469"/>
                </a:lnTo>
                <a:cubicBezTo>
                  <a:pt x="4339869" y="1016968"/>
                  <a:pt x="4339370" y="1017217"/>
                  <a:pt x="4338872" y="1017217"/>
                </a:cubicBezTo>
                <a:close/>
                <a:moveTo>
                  <a:pt x="2151400" y="436723"/>
                </a:moveTo>
                <a:cubicBezTo>
                  <a:pt x="2150902" y="436723"/>
                  <a:pt x="2150403" y="436391"/>
                  <a:pt x="2150154" y="435976"/>
                </a:cubicBezTo>
                <a:lnTo>
                  <a:pt x="2139769" y="418031"/>
                </a:lnTo>
                <a:cubicBezTo>
                  <a:pt x="2139520" y="417532"/>
                  <a:pt x="2139520" y="416951"/>
                  <a:pt x="2139769" y="416535"/>
                </a:cubicBezTo>
                <a:lnTo>
                  <a:pt x="2150154" y="398590"/>
                </a:lnTo>
                <a:cubicBezTo>
                  <a:pt x="2150403" y="398091"/>
                  <a:pt x="2150902" y="397842"/>
                  <a:pt x="2151400" y="397842"/>
                </a:cubicBezTo>
                <a:lnTo>
                  <a:pt x="2172170" y="397842"/>
                </a:lnTo>
                <a:cubicBezTo>
                  <a:pt x="2172668" y="397842"/>
                  <a:pt x="2173167" y="398175"/>
                  <a:pt x="2173416" y="398590"/>
                </a:cubicBezTo>
                <a:lnTo>
                  <a:pt x="2183801" y="416535"/>
                </a:lnTo>
                <a:cubicBezTo>
                  <a:pt x="2184050" y="417033"/>
                  <a:pt x="2184050" y="417615"/>
                  <a:pt x="2183801" y="418031"/>
                </a:cubicBezTo>
                <a:lnTo>
                  <a:pt x="2173416" y="435976"/>
                </a:lnTo>
                <a:cubicBezTo>
                  <a:pt x="2173167" y="436474"/>
                  <a:pt x="2172668" y="436723"/>
                  <a:pt x="2172170" y="436723"/>
                </a:cubicBezTo>
                <a:close/>
                <a:moveTo>
                  <a:pt x="4137545" y="968909"/>
                </a:moveTo>
                <a:cubicBezTo>
                  <a:pt x="4137046" y="968909"/>
                  <a:pt x="4136548" y="968577"/>
                  <a:pt x="4136299" y="968162"/>
                </a:cubicBezTo>
                <a:lnTo>
                  <a:pt x="4125914" y="950217"/>
                </a:lnTo>
                <a:cubicBezTo>
                  <a:pt x="4125665" y="949718"/>
                  <a:pt x="4125665" y="949137"/>
                  <a:pt x="4125914" y="948721"/>
                </a:cubicBezTo>
                <a:lnTo>
                  <a:pt x="4136299" y="930776"/>
                </a:lnTo>
                <a:cubicBezTo>
                  <a:pt x="4136548" y="930277"/>
                  <a:pt x="4137046" y="930028"/>
                  <a:pt x="4137545" y="930028"/>
                </a:cubicBezTo>
                <a:lnTo>
                  <a:pt x="4158315" y="930028"/>
                </a:lnTo>
                <a:cubicBezTo>
                  <a:pt x="4158813" y="930028"/>
                  <a:pt x="4159312" y="930361"/>
                  <a:pt x="4159561" y="930776"/>
                </a:cubicBezTo>
                <a:lnTo>
                  <a:pt x="4169946" y="948721"/>
                </a:lnTo>
                <a:cubicBezTo>
                  <a:pt x="4170195" y="949219"/>
                  <a:pt x="4170195" y="949801"/>
                  <a:pt x="4169946" y="950217"/>
                </a:cubicBezTo>
                <a:lnTo>
                  <a:pt x="4159561" y="968162"/>
                </a:lnTo>
                <a:cubicBezTo>
                  <a:pt x="4159312" y="968660"/>
                  <a:pt x="4158813" y="968909"/>
                  <a:pt x="4158315" y="968909"/>
                </a:cubicBezTo>
                <a:close/>
                <a:moveTo>
                  <a:pt x="3836530" y="888357"/>
                </a:moveTo>
                <a:cubicBezTo>
                  <a:pt x="3836031" y="888357"/>
                  <a:pt x="3835533" y="888026"/>
                  <a:pt x="3835284" y="887609"/>
                </a:cubicBezTo>
                <a:lnTo>
                  <a:pt x="3824899" y="869581"/>
                </a:lnTo>
                <a:cubicBezTo>
                  <a:pt x="3824650" y="869083"/>
                  <a:pt x="3824650" y="868502"/>
                  <a:pt x="3824899" y="868085"/>
                </a:cubicBezTo>
                <a:lnTo>
                  <a:pt x="3835367" y="850057"/>
                </a:lnTo>
                <a:cubicBezTo>
                  <a:pt x="3835616" y="849559"/>
                  <a:pt x="3836115" y="849310"/>
                  <a:pt x="3836613" y="849310"/>
                </a:cubicBezTo>
                <a:lnTo>
                  <a:pt x="3857466" y="849311"/>
                </a:lnTo>
                <a:cubicBezTo>
                  <a:pt x="3857965" y="849311"/>
                  <a:pt x="3858463" y="849642"/>
                  <a:pt x="3858712" y="850058"/>
                </a:cubicBezTo>
                <a:lnTo>
                  <a:pt x="3869097" y="868086"/>
                </a:lnTo>
                <a:cubicBezTo>
                  <a:pt x="3869346" y="868585"/>
                  <a:pt x="3869346" y="869166"/>
                  <a:pt x="3869097" y="869582"/>
                </a:cubicBezTo>
                <a:lnTo>
                  <a:pt x="3858629" y="887610"/>
                </a:lnTo>
                <a:cubicBezTo>
                  <a:pt x="3858380" y="888109"/>
                  <a:pt x="3857881" y="888357"/>
                  <a:pt x="3857383" y="888358"/>
                </a:cubicBezTo>
                <a:close/>
                <a:moveTo>
                  <a:pt x="2271687" y="469142"/>
                </a:moveTo>
                <a:cubicBezTo>
                  <a:pt x="2271189" y="469142"/>
                  <a:pt x="2270691" y="468810"/>
                  <a:pt x="2270442" y="468395"/>
                </a:cubicBezTo>
                <a:lnTo>
                  <a:pt x="2259974" y="450283"/>
                </a:lnTo>
                <a:cubicBezTo>
                  <a:pt x="2259725" y="449785"/>
                  <a:pt x="2259725" y="449203"/>
                  <a:pt x="2259974" y="448788"/>
                </a:cubicBezTo>
                <a:lnTo>
                  <a:pt x="2270442" y="430676"/>
                </a:lnTo>
                <a:cubicBezTo>
                  <a:pt x="2270690" y="430178"/>
                  <a:pt x="2271189" y="429929"/>
                  <a:pt x="2271687" y="429929"/>
                </a:cubicBezTo>
                <a:lnTo>
                  <a:pt x="2292624" y="429929"/>
                </a:lnTo>
                <a:cubicBezTo>
                  <a:pt x="2293123" y="429929"/>
                  <a:pt x="2293620" y="430261"/>
                  <a:pt x="2293869" y="430676"/>
                </a:cubicBezTo>
                <a:lnTo>
                  <a:pt x="2304337" y="448788"/>
                </a:lnTo>
                <a:cubicBezTo>
                  <a:pt x="2304588" y="449286"/>
                  <a:pt x="2304587" y="449868"/>
                  <a:pt x="2304337" y="450283"/>
                </a:cubicBezTo>
                <a:lnTo>
                  <a:pt x="2293870" y="468395"/>
                </a:lnTo>
                <a:cubicBezTo>
                  <a:pt x="2293621" y="468893"/>
                  <a:pt x="2293123" y="469142"/>
                  <a:pt x="2292624" y="469142"/>
                </a:cubicBezTo>
                <a:close/>
                <a:moveTo>
                  <a:pt x="2331874" y="485269"/>
                </a:moveTo>
                <a:cubicBezTo>
                  <a:pt x="2331376" y="485269"/>
                  <a:pt x="2330878" y="484937"/>
                  <a:pt x="2330629" y="484522"/>
                </a:cubicBezTo>
                <a:lnTo>
                  <a:pt x="2320161" y="466410"/>
                </a:lnTo>
                <a:cubicBezTo>
                  <a:pt x="2319912" y="465912"/>
                  <a:pt x="2319912" y="465330"/>
                  <a:pt x="2320161" y="464915"/>
                </a:cubicBezTo>
                <a:lnTo>
                  <a:pt x="2330628" y="446803"/>
                </a:lnTo>
                <a:cubicBezTo>
                  <a:pt x="2330877" y="446305"/>
                  <a:pt x="2331376" y="446056"/>
                  <a:pt x="2331874" y="446056"/>
                </a:cubicBezTo>
                <a:lnTo>
                  <a:pt x="2352811" y="446056"/>
                </a:lnTo>
                <a:cubicBezTo>
                  <a:pt x="2353310" y="446056"/>
                  <a:pt x="2353807" y="446388"/>
                  <a:pt x="2354056" y="446803"/>
                </a:cubicBezTo>
                <a:lnTo>
                  <a:pt x="2364524" y="464915"/>
                </a:lnTo>
                <a:cubicBezTo>
                  <a:pt x="2364774" y="465413"/>
                  <a:pt x="2364774" y="465995"/>
                  <a:pt x="2364524" y="466410"/>
                </a:cubicBezTo>
                <a:lnTo>
                  <a:pt x="2354056" y="484522"/>
                </a:lnTo>
                <a:cubicBezTo>
                  <a:pt x="2353807" y="485020"/>
                  <a:pt x="2353310" y="485269"/>
                  <a:pt x="2352811" y="485269"/>
                </a:cubicBezTo>
                <a:close/>
                <a:moveTo>
                  <a:pt x="3655971" y="840060"/>
                </a:moveTo>
                <a:cubicBezTo>
                  <a:pt x="3655473" y="840060"/>
                  <a:pt x="3654975" y="839728"/>
                  <a:pt x="3654726" y="839313"/>
                </a:cubicBezTo>
                <a:lnTo>
                  <a:pt x="3644258" y="821201"/>
                </a:lnTo>
                <a:cubicBezTo>
                  <a:pt x="3644008" y="820703"/>
                  <a:pt x="3644009" y="820121"/>
                  <a:pt x="3644257" y="819706"/>
                </a:cubicBezTo>
                <a:lnTo>
                  <a:pt x="3654725" y="801594"/>
                </a:lnTo>
                <a:cubicBezTo>
                  <a:pt x="3654974" y="801096"/>
                  <a:pt x="3655473" y="800847"/>
                  <a:pt x="3655971" y="800847"/>
                </a:cubicBezTo>
                <a:lnTo>
                  <a:pt x="3676907" y="800847"/>
                </a:lnTo>
                <a:cubicBezTo>
                  <a:pt x="3677407" y="800847"/>
                  <a:pt x="3677904" y="801179"/>
                  <a:pt x="3678153" y="801594"/>
                </a:cubicBezTo>
                <a:lnTo>
                  <a:pt x="3688621" y="819706"/>
                </a:lnTo>
                <a:cubicBezTo>
                  <a:pt x="3688871" y="820204"/>
                  <a:pt x="3688871" y="820786"/>
                  <a:pt x="3688621" y="821201"/>
                </a:cubicBezTo>
                <a:lnTo>
                  <a:pt x="3678153" y="839313"/>
                </a:lnTo>
                <a:cubicBezTo>
                  <a:pt x="3677904" y="839811"/>
                  <a:pt x="3677406" y="840060"/>
                  <a:pt x="3676908" y="840060"/>
                </a:cubicBezTo>
                <a:close/>
                <a:moveTo>
                  <a:pt x="4197648" y="985201"/>
                </a:moveTo>
                <a:cubicBezTo>
                  <a:pt x="4197150" y="985202"/>
                  <a:pt x="4196651" y="984870"/>
                  <a:pt x="4196402" y="984455"/>
                </a:cubicBezTo>
                <a:lnTo>
                  <a:pt x="4185934" y="966343"/>
                </a:lnTo>
                <a:cubicBezTo>
                  <a:pt x="4185685" y="965845"/>
                  <a:pt x="4185685" y="965263"/>
                  <a:pt x="4185934" y="964848"/>
                </a:cubicBezTo>
                <a:lnTo>
                  <a:pt x="4196402" y="946736"/>
                </a:lnTo>
                <a:cubicBezTo>
                  <a:pt x="4196651" y="946238"/>
                  <a:pt x="4197150" y="945989"/>
                  <a:pt x="4197648" y="945989"/>
                </a:cubicBezTo>
                <a:lnTo>
                  <a:pt x="4218584" y="945989"/>
                </a:lnTo>
                <a:cubicBezTo>
                  <a:pt x="4219083" y="945989"/>
                  <a:pt x="4219581" y="946321"/>
                  <a:pt x="4219830" y="946736"/>
                </a:cubicBezTo>
                <a:lnTo>
                  <a:pt x="4230298" y="964848"/>
                </a:lnTo>
                <a:cubicBezTo>
                  <a:pt x="4230548" y="965346"/>
                  <a:pt x="4230548" y="965928"/>
                  <a:pt x="4230298" y="966343"/>
                </a:cubicBezTo>
                <a:lnTo>
                  <a:pt x="4219830" y="984455"/>
                </a:lnTo>
                <a:cubicBezTo>
                  <a:pt x="4219581" y="984953"/>
                  <a:pt x="4219083" y="985202"/>
                  <a:pt x="4218584" y="985202"/>
                </a:cubicBezTo>
                <a:close/>
                <a:moveTo>
                  <a:pt x="2211442" y="453092"/>
                </a:moveTo>
                <a:cubicBezTo>
                  <a:pt x="2210944" y="453091"/>
                  <a:pt x="2210445" y="452758"/>
                  <a:pt x="2210195" y="452344"/>
                </a:cubicBezTo>
                <a:lnTo>
                  <a:pt x="2199645" y="434066"/>
                </a:lnTo>
                <a:cubicBezTo>
                  <a:pt x="2199395" y="433568"/>
                  <a:pt x="2199396" y="432985"/>
                  <a:pt x="2199644" y="432571"/>
                </a:cubicBezTo>
                <a:lnTo>
                  <a:pt x="2210196" y="414293"/>
                </a:lnTo>
                <a:cubicBezTo>
                  <a:pt x="2210445" y="413795"/>
                  <a:pt x="2210944" y="413545"/>
                  <a:pt x="2211441" y="413546"/>
                </a:cubicBezTo>
                <a:lnTo>
                  <a:pt x="2232461" y="413545"/>
                </a:lnTo>
                <a:cubicBezTo>
                  <a:pt x="2232960" y="413545"/>
                  <a:pt x="2233458" y="413878"/>
                  <a:pt x="2233707" y="414292"/>
                </a:cubicBezTo>
                <a:lnTo>
                  <a:pt x="2244259" y="432571"/>
                </a:lnTo>
                <a:cubicBezTo>
                  <a:pt x="2244508" y="433069"/>
                  <a:pt x="2244508" y="433650"/>
                  <a:pt x="2244259" y="434066"/>
                </a:cubicBezTo>
                <a:lnTo>
                  <a:pt x="2233707" y="452343"/>
                </a:lnTo>
                <a:cubicBezTo>
                  <a:pt x="2233458" y="452841"/>
                  <a:pt x="2232959" y="453091"/>
                  <a:pt x="2232460" y="453091"/>
                </a:cubicBezTo>
                <a:close/>
                <a:moveTo>
                  <a:pt x="2391976" y="501656"/>
                </a:moveTo>
                <a:cubicBezTo>
                  <a:pt x="2391395" y="501656"/>
                  <a:pt x="2390896" y="501407"/>
                  <a:pt x="2390647" y="500908"/>
                </a:cubicBezTo>
                <a:lnTo>
                  <a:pt x="2380096" y="482548"/>
                </a:lnTo>
                <a:cubicBezTo>
                  <a:pt x="2379847" y="482049"/>
                  <a:pt x="2379847" y="481551"/>
                  <a:pt x="2380096" y="481052"/>
                </a:cubicBezTo>
                <a:lnTo>
                  <a:pt x="2390647" y="462692"/>
                </a:lnTo>
                <a:cubicBezTo>
                  <a:pt x="2390979" y="462192"/>
                  <a:pt x="2391478" y="461944"/>
                  <a:pt x="2391976" y="461944"/>
                </a:cubicBezTo>
                <a:lnTo>
                  <a:pt x="2413162" y="461944"/>
                </a:lnTo>
                <a:cubicBezTo>
                  <a:pt x="2413743" y="461944"/>
                  <a:pt x="2414242" y="462193"/>
                  <a:pt x="2414491" y="462692"/>
                </a:cubicBezTo>
                <a:lnTo>
                  <a:pt x="2425042" y="481052"/>
                </a:lnTo>
                <a:cubicBezTo>
                  <a:pt x="2425291" y="481551"/>
                  <a:pt x="2425291" y="482050"/>
                  <a:pt x="2425042" y="482548"/>
                </a:cubicBezTo>
                <a:lnTo>
                  <a:pt x="2414491" y="500908"/>
                </a:lnTo>
                <a:cubicBezTo>
                  <a:pt x="2414158" y="501407"/>
                  <a:pt x="2413660" y="501655"/>
                  <a:pt x="2413162" y="501656"/>
                </a:cubicBezTo>
                <a:close/>
                <a:moveTo>
                  <a:pt x="1970423" y="389184"/>
                </a:moveTo>
                <a:cubicBezTo>
                  <a:pt x="1969842" y="389184"/>
                  <a:pt x="1969343" y="388934"/>
                  <a:pt x="1969094" y="388436"/>
                </a:cubicBezTo>
                <a:lnTo>
                  <a:pt x="1958294" y="369660"/>
                </a:lnTo>
                <a:cubicBezTo>
                  <a:pt x="1958045" y="369244"/>
                  <a:pt x="1958045" y="368663"/>
                  <a:pt x="1958294" y="368164"/>
                </a:cubicBezTo>
                <a:lnTo>
                  <a:pt x="1969094" y="349389"/>
                </a:lnTo>
                <a:cubicBezTo>
                  <a:pt x="1969343" y="348973"/>
                  <a:pt x="1969925" y="348641"/>
                  <a:pt x="1970423" y="348641"/>
                </a:cubicBezTo>
                <a:lnTo>
                  <a:pt x="1992107" y="348641"/>
                </a:lnTo>
                <a:cubicBezTo>
                  <a:pt x="1992689" y="348641"/>
                  <a:pt x="1993187" y="348890"/>
                  <a:pt x="1993437" y="349389"/>
                </a:cubicBezTo>
                <a:lnTo>
                  <a:pt x="2004237" y="368164"/>
                </a:lnTo>
                <a:cubicBezTo>
                  <a:pt x="2004486" y="368580"/>
                  <a:pt x="2004486" y="369162"/>
                  <a:pt x="2004237" y="369660"/>
                </a:cubicBezTo>
                <a:lnTo>
                  <a:pt x="1993437" y="388436"/>
                </a:lnTo>
                <a:cubicBezTo>
                  <a:pt x="1993187" y="388852"/>
                  <a:pt x="1992605" y="389184"/>
                  <a:pt x="1992107" y="389184"/>
                </a:cubicBezTo>
                <a:close/>
                <a:moveTo>
                  <a:pt x="1789690" y="341123"/>
                </a:moveTo>
                <a:cubicBezTo>
                  <a:pt x="1789191" y="341123"/>
                  <a:pt x="1788610" y="340874"/>
                  <a:pt x="1788361" y="340375"/>
                </a:cubicBezTo>
                <a:lnTo>
                  <a:pt x="1777394" y="321350"/>
                </a:lnTo>
                <a:cubicBezTo>
                  <a:pt x="1777145" y="320852"/>
                  <a:pt x="1777145" y="320270"/>
                  <a:pt x="1777394" y="319772"/>
                </a:cubicBezTo>
                <a:lnTo>
                  <a:pt x="1788361" y="300746"/>
                </a:lnTo>
                <a:cubicBezTo>
                  <a:pt x="1788610" y="300331"/>
                  <a:pt x="1789108" y="299999"/>
                  <a:pt x="1789690" y="299999"/>
                </a:cubicBezTo>
                <a:lnTo>
                  <a:pt x="1811623" y="299999"/>
                </a:lnTo>
                <a:cubicBezTo>
                  <a:pt x="1812121" y="299999"/>
                  <a:pt x="1812703" y="300248"/>
                  <a:pt x="1812952" y="300746"/>
                </a:cubicBezTo>
                <a:lnTo>
                  <a:pt x="1823918" y="319772"/>
                </a:lnTo>
                <a:cubicBezTo>
                  <a:pt x="1824168" y="320270"/>
                  <a:pt x="1824168" y="320852"/>
                  <a:pt x="1823918" y="321350"/>
                </a:cubicBezTo>
                <a:lnTo>
                  <a:pt x="1812952" y="340375"/>
                </a:lnTo>
                <a:cubicBezTo>
                  <a:pt x="1812703" y="340791"/>
                  <a:pt x="1812204" y="341123"/>
                  <a:pt x="1811623" y="341123"/>
                </a:cubicBezTo>
                <a:close/>
                <a:moveTo>
                  <a:pt x="1849709" y="357416"/>
                </a:moveTo>
                <a:cubicBezTo>
                  <a:pt x="1849211" y="357416"/>
                  <a:pt x="1848630" y="357167"/>
                  <a:pt x="1848380" y="356669"/>
                </a:cubicBezTo>
                <a:lnTo>
                  <a:pt x="1837331" y="337478"/>
                </a:lnTo>
                <a:cubicBezTo>
                  <a:pt x="1837082" y="336979"/>
                  <a:pt x="1837082" y="336398"/>
                  <a:pt x="1837331" y="335899"/>
                </a:cubicBezTo>
                <a:lnTo>
                  <a:pt x="1848464" y="316708"/>
                </a:lnTo>
                <a:cubicBezTo>
                  <a:pt x="1848713" y="316292"/>
                  <a:pt x="1849211" y="315960"/>
                  <a:pt x="1849793" y="315960"/>
                </a:cubicBezTo>
                <a:lnTo>
                  <a:pt x="1871975" y="315960"/>
                </a:lnTo>
                <a:cubicBezTo>
                  <a:pt x="1872474" y="315960"/>
                  <a:pt x="1873055" y="316209"/>
                  <a:pt x="1873304" y="316708"/>
                </a:cubicBezTo>
                <a:lnTo>
                  <a:pt x="1884354" y="335899"/>
                </a:lnTo>
                <a:cubicBezTo>
                  <a:pt x="1884603" y="336398"/>
                  <a:pt x="1884603" y="336979"/>
                  <a:pt x="1884354" y="337478"/>
                </a:cubicBezTo>
                <a:lnTo>
                  <a:pt x="1873221" y="356669"/>
                </a:lnTo>
                <a:cubicBezTo>
                  <a:pt x="1872972" y="357084"/>
                  <a:pt x="1872474" y="357416"/>
                  <a:pt x="1871892" y="357416"/>
                </a:cubicBezTo>
                <a:close/>
                <a:moveTo>
                  <a:pt x="1909895" y="373543"/>
                </a:moveTo>
                <a:cubicBezTo>
                  <a:pt x="1909397" y="373543"/>
                  <a:pt x="1908816" y="373294"/>
                  <a:pt x="1908566" y="372796"/>
                </a:cubicBezTo>
                <a:lnTo>
                  <a:pt x="1897517" y="353605"/>
                </a:lnTo>
                <a:cubicBezTo>
                  <a:pt x="1897268" y="353106"/>
                  <a:pt x="1897268" y="352525"/>
                  <a:pt x="1897517" y="352026"/>
                </a:cubicBezTo>
                <a:lnTo>
                  <a:pt x="1908650" y="332835"/>
                </a:lnTo>
                <a:cubicBezTo>
                  <a:pt x="1908899" y="332419"/>
                  <a:pt x="1909397" y="332087"/>
                  <a:pt x="1909978" y="332087"/>
                </a:cubicBezTo>
                <a:lnTo>
                  <a:pt x="1932161" y="332087"/>
                </a:lnTo>
                <a:cubicBezTo>
                  <a:pt x="1932660" y="332087"/>
                  <a:pt x="1933241" y="332336"/>
                  <a:pt x="1933489" y="332835"/>
                </a:cubicBezTo>
                <a:lnTo>
                  <a:pt x="1944540" y="352026"/>
                </a:lnTo>
                <a:cubicBezTo>
                  <a:pt x="1944789" y="352525"/>
                  <a:pt x="1944788" y="353106"/>
                  <a:pt x="1944540" y="353605"/>
                </a:cubicBezTo>
                <a:lnTo>
                  <a:pt x="1933407" y="372795"/>
                </a:lnTo>
                <a:cubicBezTo>
                  <a:pt x="1933158" y="373211"/>
                  <a:pt x="1932660" y="373543"/>
                  <a:pt x="1932078" y="373543"/>
                </a:cubicBezTo>
                <a:close/>
                <a:moveTo>
                  <a:pt x="2030205" y="406059"/>
                </a:moveTo>
                <a:cubicBezTo>
                  <a:pt x="2029623" y="406059"/>
                  <a:pt x="2029042" y="405727"/>
                  <a:pt x="2028792" y="405229"/>
                </a:cubicBezTo>
                <a:lnTo>
                  <a:pt x="2017576" y="385788"/>
                </a:lnTo>
                <a:cubicBezTo>
                  <a:pt x="2017328" y="385289"/>
                  <a:pt x="2017328" y="384708"/>
                  <a:pt x="2017577" y="384209"/>
                </a:cubicBezTo>
                <a:lnTo>
                  <a:pt x="2028792" y="364769"/>
                </a:lnTo>
                <a:cubicBezTo>
                  <a:pt x="2029124" y="364271"/>
                  <a:pt x="2029622" y="363938"/>
                  <a:pt x="2030204" y="363938"/>
                </a:cubicBezTo>
                <a:lnTo>
                  <a:pt x="2052719" y="363938"/>
                </a:lnTo>
                <a:cubicBezTo>
                  <a:pt x="2053300" y="363938"/>
                  <a:pt x="2053882" y="364271"/>
                  <a:pt x="2054132" y="364769"/>
                </a:cubicBezTo>
                <a:lnTo>
                  <a:pt x="2065347" y="384209"/>
                </a:lnTo>
                <a:cubicBezTo>
                  <a:pt x="2065597" y="384708"/>
                  <a:pt x="2065597" y="385289"/>
                  <a:pt x="2065347" y="385788"/>
                </a:cubicBezTo>
                <a:lnTo>
                  <a:pt x="2054132" y="405229"/>
                </a:lnTo>
                <a:cubicBezTo>
                  <a:pt x="2053799" y="405727"/>
                  <a:pt x="2053301" y="406059"/>
                  <a:pt x="2052719" y="406059"/>
                </a:cubicBezTo>
                <a:close/>
                <a:moveTo>
                  <a:pt x="2632067" y="567328"/>
                </a:moveTo>
                <a:cubicBezTo>
                  <a:pt x="2631485" y="567328"/>
                  <a:pt x="2630904" y="566995"/>
                  <a:pt x="2630654" y="566498"/>
                </a:cubicBezTo>
                <a:lnTo>
                  <a:pt x="2619439" y="547056"/>
                </a:lnTo>
                <a:cubicBezTo>
                  <a:pt x="2619190" y="546558"/>
                  <a:pt x="2619190" y="545976"/>
                  <a:pt x="2619439" y="545478"/>
                </a:cubicBezTo>
                <a:lnTo>
                  <a:pt x="2630654" y="526037"/>
                </a:lnTo>
                <a:cubicBezTo>
                  <a:pt x="2630987" y="525540"/>
                  <a:pt x="2631485" y="525207"/>
                  <a:pt x="2632067" y="525206"/>
                </a:cubicBezTo>
                <a:lnTo>
                  <a:pt x="2654581" y="525206"/>
                </a:lnTo>
                <a:cubicBezTo>
                  <a:pt x="2655163" y="525206"/>
                  <a:pt x="2655744" y="525539"/>
                  <a:pt x="2655994" y="526037"/>
                </a:cubicBezTo>
                <a:lnTo>
                  <a:pt x="2667209" y="545478"/>
                </a:lnTo>
                <a:cubicBezTo>
                  <a:pt x="2667459" y="545977"/>
                  <a:pt x="2667459" y="546558"/>
                  <a:pt x="2667209" y="547056"/>
                </a:cubicBezTo>
                <a:lnTo>
                  <a:pt x="2655994" y="566498"/>
                </a:lnTo>
                <a:cubicBezTo>
                  <a:pt x="2655661" y="566995"/>
                  <a:pt x="2655163" y="567327"/>
                  <a:pt x="2654581" y="567328"/>
                </a:cubicBezTo>
                <a:close/>
                <a:moveTo>
                  <a:pt x="1600399" y="335102"/>
                </a:moveTo>
                <a:cubicBezTo>
                  <a:pt x="1600150" y="335102"/>
                  <a:pt x="1599735" y="334687"/>
                  <a:pt x="1599735" y="334687"/>
                </a:cubicBezTo>
                <a:lnTo>
                  <a:pt x="1594002" y="324717"/>
                </a:lnTo>
                <a:cubicBezTo>
                  <a:pt x="1593836" y="324469"/>
                  <a:pt x="1594003" y="323887"/>
                  <a:pt x="1594003" y="323887"/>
                </a:cubicBezTo>
                <a:lnTo>
                  <a:pt x="1599734" y="313917"/>
                </a:lnTo>
                <a:cubicBezTo>
                  <a:pt x="1599818" y="313668"/>
                  <a:pt x="1600399" y="313502"/>
                  <a:pt x="1600399" y="313502"/>
                </a:cubicBezTo>
                <a:lnTo>
                  <a:pt x="1611865" y="313502"/>
                </a:lnTo>
                <a:cubicBezTo>
                  <a:pt x="1612114" y="313502"/>
                  <a:pt x="1612529" y="313917"/>
                  <a:pt x="1612529" y="313917"/>
                </a:cubicBezTo>
                <a:lnTo>
                  <a:pt x="1618262" y="323887"/>
                </a:lnTo>
                <a:cubicBezTo>
                  <a:pt x="1618427" y="324136"/>
                  <a:pt x="1618261" y="324717"/>
                  <a:pt x="1618261" y="324717"/>
                </a:cubicBezTo>
                <a:lnTo>
                  <a:pt x="1612530" y="334687"/>
                </a:lnTo>
                <a:cubicBezTo>
                  <a:pt x="1612447" y="334937"/>
                  <a:pt x="1611865" y="335102"/>
                  <a:pt x="1611865" y="335102"/>
                </a:cubicBezTo>
                <a:close/>
                <a:moveTo>
                  <a:pt x="2621986" y="612167"/>
                </a:moveTo>
                <a:cubicBezTo>
                  <a:pt x="2621570" y="612167"/>
                  <a:pt x="2621072" y="611668"/>
                  <a:pt x="2621072" y="611668"/>
                </a:cubicBezTo>
                <a:lnTo>
                  <a:pt x="2613761" y="598957"/>
                </a:lnTo>
                <a:cubicBezTo>
                  <a:pt x="2613595" y="598708"/>
                  <a:pt x="2613761" y="597960"/>
                  <a:pt x="2613761" y="597960"/>
                </a:cubicBezTo>
                <a:lnTo>
                  <a:pt x="2621072" y="585248"/>
                </a:lnTo>
                <a:cubicBezTo>
                  <a:pt x="2621321" y="584916"/>
                  <a:pt x="2621986" y="584750"/>
                  <a:pt x="2621986" y="584750"/>
                </a:cubicBezTo>
                <a:lnTo>
                  <a:pt x="2636608" y="584750"/>
                </a:lnTo>
                <a:cubicBezTo>
                  <a:pt x="2637023" y="584751"/>
                  <a:pt x="2637521" y="585248"/>
                  <a:pt x="2637521" y="585248"/>
                </a:cubicBezTo>
                <a:lnTo>
                  <a:pt x="2644832" y="597960"/>
                </a:lnTo>
                <a:cubicBezTo>
                  <a:pt x="2644999" y="598209"/>
                  <a:pt x="2644832" y="598957"/>
                  <a:pt x="2644832" y="598957"/>
                </a:cubicBezTo>
                <a:lnTo>
                  <a:pt x="2637521" y="611668"/>
                </a:lnTo>
                <a:cubicBezTo>
                  <a:pt x="2637272" y="612000"/>
                  <a:pt x="2636608" y="612167"/>
                  <a:pt x="2636608" y="612167"/>
                </a:cubicBezTo>
                <a:close/>
                <a:moveTo>
                  <a:pt x="4607134" y="1146274"/>
                </a:moveTo>
                <a:cubicBezTo>
                  <a:pt x="4606718" y="1146275"/>
                  <a:pt x="4606137" y="1145692"/>
                  <a:pt x="4606137" y="1145692"/>
                </a:cubicBezTo>
                <a:lnTo>
                  <a:pt x="4597829" y="1131238"/>
                </a:lnTo>
                <a:cubicBezTo>
                  <a:pt x="4597580" y="1130904"/>
                  <a:pt x="4597829" y="1130073"/>
                  <a:pt x="4597829" y="1130073"/>
                </a:cubicBezTo>
                <a:lnTo>
                  <a:pt x="4606137" y="1115619"/>
                </a:lnTo>
                <a:cubicBezTo>
                  <a:pt x="4606303" y="1115285"/>
                  <a:pt x="4607134" y="1115036"/>
                  <a:pt x="4607134" y="1115036"/>
                </a:cubicBezTo>
                <a:lnTo>
                  <a:pt x="4623833" y="1115036"/>
                </a:lnTo>
                <a:cubicBezTo>
                  <a:pt x="4624248" y="1115036"/>
                  <a:pt x="4624829" y="1115618"/>
                  <a:pt x="4624829" y="1115618"/>
                </a:cubicBezTo>
                <a:lnTo>
                  <a:pt x="4633137" y="1130073"/>
                </a:lnTo>
                <a:cubicBezTo>
                  <a:pt x="4633387" y="1130405"/>
                  <a:pt x="4633137" y="1131237"/>
                  <a:pt x="4633137" y="1131237"/>
                </a:cubicBezTo>
                <a:lnTo>
                  <a:pt x="4624829" y="1145692"/>
                </a:lnTo>
                <a:cubicBezTo>
                  <a:pt x="4624663" y="1146024"/>
                  <a:pt x="4623833" y="1146274"/>
                  <a:pt x="4623833" y="1146274"/>
                </a:cubicBezTo>
                <a:close/>
                <a:moveTo>
                  <a:pt x="2139416" y="485145"/>
                </a:moveTo>
                <a:cubicBezTo>
                  <a:pt x="2139000" y="485146"/>
                  <a:pt x="2138419" y="484565"/>
                  <a:pt x="2138419" y="484565"/>
                </a:cubicBezTo>
                <a:lnTo>
                  <a:pt x="2130028" y="470025"/>
                </a:lnTo>
                <a:cubicBezTo>
                  <a:pt x="2129779" y="469694"/>
                  <a:pt x="2130028" y="468861"/>
                  <a:pt x="2130028" y="468861"/>
                </a:cubicBezTo>
                <a:lnTo>
                  <a:pt x="2138419" y="454324"/>
                </a:lnTo>
                <a:cubicBezTo>
                  <a:pt x="2138585" y="453990"/>
                  <a:pt x="2139000" y="453742"/>
                  <a:pt x="2139416" y="453741"/>
                </a:cubicBezTo>
                <a:lnTo>
                  <a:pt x="2156198" y="453741"/>
                </a:lnTo>
                <a:cubicBezTo>
                  <a:pt x="2156613" y="453741"/>
                  <a:pt x="2157195" y="454324"/>
                  <a:pt x="2157195" y="454324"/>
                </a:cubicBezTo>
                <a:lnTo>
                  <a:pt x="2165586" y="468861"/>
                </a:lnTo>
                <a:cubicBezTo>
                  <a:pt x="2165835" y="469195"/>
                  <a:pt x="2165586" y="470026"/>
                  <a:pt x="2165586" y="470026"/>
                </a:cubicBezTo>
                <a:lnTo>
                  <a:pt x="2157195" y="484565"/>
                </a:lnTo>
                <a:cubicBezTo>
                  <a:pt x="2157028" y="484897"/>
                  <a:pt x="2156613" y="485145"/>
                  <a:pt x="2156198" y="485145"/>
                </a:cubicBezTo>
                <a:close/>
                <a:moveTo>
                  <a:pt x="4667061" y="1162804"/>
                </a:moveTo>
                <a:cubicBezTo>
                  <a:pt x="4666563" y="1162804"/>
                  <a:pt x="4665981" y="1162223"/>
                  <a:pt x="4665981" y="1162223"/>
                </a:cubicBezTo>
                <a:lnTo>
                  <a:pt x="4657425" y="1147435"/>
                </a:lnTo>
                <a:cubicBezTo>
                  <a:pt x="4657176" y="1147020"/>
                  <a:pt x="4657425" y="1146188"/>
                  <a:pt x="4657425" y="1146188"/>
                </a:cubicBezTo>
                <a:lnTo>
                  <a:pt x="4665982" y="1131401"/>
                </a:lnTo>
                <a:cubicBezTo>
                  <a:pt x="4666230" y="1131068"/>
                  <a:pt x="4666647" y="1130819"/>
                  <a:pt x="4667062" y="1130819"/>
                </a:cubicBezTo>
                <a:lnTo>
                  <a:pt x="4684176" y="1130819"/>
                </a:lnTo>
                <a:cubicBezTo>
                  <a:pt x="4684675" y="1130819"/>
                  <a:pt x="4685255" y="1131401"/>
                  <a:pt x="4685255" y="1131401"/>
                </a:cubicBezTo>
                <a:lnTo>
                  <a:pt x="4693812" y="1146188"/>
                </a:lnTo>
                <a:cubicBezTo>
                  <a:pt x="4694063" y="1146604"/>
                  <a:pt x="4693813" y="1147435"/>
                  <a:pt x="4693813" y="1147435"/>
                </a:cubicBezTo>
                <a:lnTo>
                  <a:pt x="4685256" y="1162223"/>
                </a:lnTo>
                <a:cubicBezTo>
                  <a:pt x="4685007" y="1162555"/>
                  <a:pt x="4684592" y="1162804"/>
                  <a:pt x="4684175" y="1162804"/>
                </a:cubicBezTo>
                <a:close/>
                <a:moveTo>
                  <a:pt x="1657438" y="357046"/>
                </a:moveTo>
                <a:cubicBezTo>
                  <a:pt x="1657023" y="357046"/>
                  <a:pt x="1656358" y="356381"/>
                  <a:pt x="1656358" y="356381"/>
                </a:cubicBezTo>
                <a:lnTo>
                  <a:pt x="1647553" y="341012"/>
                </a:lnTo>
                <a:cubicBezTo>
                  <a:pt x="1647303" y="340596"/>
                  <a:pt x="1647552" y="339765"/>
                  <a:pt x="1647552" y="339765"/>
                </a:cubicBezTo>
                <a:lnTo>
                  <a:pt x="1656441" y="324396"/>
                </a:lnTo>
                <a:cubicBezTo>
                  <a:pt x="1656691" y="323980"/>
                  <a:pt x="1657106" y="323731"/>
                  <a:pt x="1657521" y="323731"/>
                </a:cubicBezTo>
                <a:lnTo>
                  <a:pt x="1675217" y="323731"/>
                </a:lnTo>
                <a:cubicBezTo>
                  <a:pt x="1675632" y="323731"/>
                  <a:pt x="1676297" y="324396"/>
                  <a:pt x="1676297" y="324396"/>
                </a:cubicBezTo>
                <a:lnTo>
                  <a:pt x="1685104" y="339765"/>
                </a:lnTo>
                <a:cubicBezTo>
                  <a:pt x="1685353" y="340181"/>
                  <a:pt x="1685104" y="341012"/>
                  <a:pt x="1685104" y="341012"/>
                </a:cubicBezTo>
                <a:lnTo>
                  <a:pt x="1676214" y="356381"/>
                </a:lnTo>
                <a:cubicBezTo>
                  <a:pt x="1675965" y="356796"/>
                  <a:pt x="1675549" y="357046"/>
                  <a:pt x="1675134" y="357046"/>
                </a:cubicBezTo>
                <a:close/>
                <a:moveTo>
                  <a:pt x="4967600" y="1244179"/>
                </a:moveTo>
                <a:cubicBezTo>
                  <a:pt x="4967185" y="1244178"/>
                  <a:pt x="4966520" y="1243514"/>
                  <a:pt x="4966520" y="1243514"/>
                </a:cubicBezTo>
                <a:lnTo>
                  <a:pt x="4957548" y="1227978"/>
                </a:lnTo>
                <a:cubicBezTo>
                  <a:pt x="4957299" y="1227645"/>
                  <a:pt x="4957548" y="1226732"/>
                  <a:pt x="4957548" y="1226732"/>
                </a:cubicBezTo>
                <a:lnTo>
                  <a:pt x="4966520" y="1211196"/>
                </a:lnTo>
                <a:cubicBezTo>
                  <a:pt x="4966770" y="1210780"/>
                  <a:pt x="4967185" y="1210531"/>
                  <a:pt x="4967600" y="1210532"/>
                </a:cubicBezTo>
                <a:lnTo>
                  <a:pt x="4985462" y="1210531"/>
                </a:lnTo>
                <a:cubicBezTo>
                  <a:pt x="4985878" y="1210531"/>
                  <a:pt x="4986542" y="1211196"/>
                  <a:pt x="4986542" y="1211196"/>
                </a:cubicBezTo>
                <a:lnTo>
                  <a:pt x="4995515" y="1226733"/>
                </a:lnTo>
                <a:cubicBezTo>
                  <a:pt x="4995764" y="1227064"/>
                  <a:pt x="4995515" y="1227978"/>
                  <a:pt x="4995515" y="1227978"/>
                </a:cubicBezTo>
                <a:lnTo>
                  <a:pt x="4986542" y="1243515"/>
                </a:lnTo>
                <a:cubicBezTo>
                  <a:pt x="4986293" y="1243929"/>
                  <a:pt x="4985878" y="1244178"/>
                  <a:pt x="4985462" y="1244178"/>
                </a:cubicBezTo>
                <a:close/>
                <a:moveTo>
                  <a:pt x="3583313" y="873365"/>
                </a:moveTo>
                <a:cubicBezTo>
                  <a:pt x="3582898" y="873365"/>
                  <a:pt x="3582233" y="872701"/>
                  <a:pt x="3582233" y="872701"/>
                </a:cubicBezTo>
                <a:lnTo>
                  <a:pt x="3573261" y="857082"/>
                </a:lnTo>
                <a:cubicBezTo>
                  <a:pt x="3573012" y="856749"/>
                  <a:pt x="3573261" y="855836"/>
                  <a:pt x="3573261" y="855836"/>
                </a:cubicBezTo>
                <a:lnTo>
                  <a:pt x="3582233" y="840217"/>
                </a:lnTo>
                <a:cubicBezTo>
                  <a:pt x="3582482" y="839801"/>
                  <a:pt x="3582898" y="839552"/>
                  <a:pt x="3583313" y="839552"/>
                </a:cubicBezTo>
                <a:lnTo>
                  <a:pt x="3601341" y="839552"/>
                </a:lnTo>
                <a:cubicBezTo>
                  <a:pt x="3601757" y="839552"/>
                  <a:pt x="3602421" y="840217"/>
                  <a:pt x="3602421" y="840217"/>
                </a:cubicBezTo>
                <a:lnTo>
                  <a:pt x="3611394" y="855836"/>
                </a:lnTo>
                <a:cubicBezTo>
                  <a:pt x="3611643" y="856168"/>
                  <a:pt x="3611394" y="857082"/>
                  <a:pt x="3611394" y="857082"/>
                </a:cubicBezTo>
                <a:lnTo>
                  <a:pt x="3602421" y="872701"/>
                </a:lnTo>
                <a:cubicBezTo>
                  <a:pt x="3602172" y="873116"/>
                  <a:pt x="3601757" y="873365"/>
                  <a:pt x="3601341" y="873365"/>
                </a:cubicBezTo>
                <a:close/>
                <a:moveTo>
                  <a:pt x="4726594" y="1180178"/>
                </a:moveTo>
                <a:cubicBezTo>
                  <a:pt x="4726095" y="1180178"/>
                  <a:pt x="4725431" y="1179513"/>
                  <a:pt x="4725431" y="1179513"/>
                </a:cubicBezTo>
                <a:lnTo>
                  <a:pt x="4716209" y="1163562"/>
                </a:lnTo>
                <a:cubicBezTo>
                  <a:pt x="4715960" y="1163147"/>
                  <a:pt x="4716209" y="1162233"/>
                  <a:pt x="4716209" y="1162233"/>
                </a:cubicBezTo>
                <a:lnTo>
                  <a:pt x="4725431" y="1146282"/>
                </a:lnTo>
                <a:cubicBezTo>
                  <a:pt x="4725681" y="1145866"/>
                  <a:pt x="4726095" y="1145617"/>
                  <a:pt x="4726594" y="1145617"/>
                </a:cubicBezTo>
                <a:lnTo>
                  <a:pt x="4745037" y="1145617"/>
                </a:lnTo>
                <a:cubicBezTo>
                  <a:pt x="4745536" y="1145617"/>
                  <a:pt x="4746200" y="1146282"/>
                  <a:pt x="4746200" y="1146282"/>
                </a:cubicBezTo>
                <a:lnTo>
                  <a:pt x="4755422" y="1162233"/>
                </a:lnTo>
                <a:cubicBezTo>
                  <a:pt x="4755673" y="1162648"/>
                  <a:pt x="4755422" y="1163562"/>
                  <a:pt x="4755422" y="1163562"/>
                </a:cubicBezTo>
                <a:lnTo>
                  <a:pt x="4746200" y="1179513"/>
                </a:lnTo>
                <a:cubicBezTo>
                  <a:pt x="4745951" y="1179929"/>
                  <a:pt x="4745537" y="1180178"/>
                  <a:pt x="4745037" y="1180178"/>
                </a:cubicBezTo>
                <a:close/>
                <a:moveTo>
                  <a:pt x="2559535" y="600191"/>
                </a:moveTo>
                <a:cubicBezTo>
                  <a:pt x="2559036" y="600190"/>
                  <a:pt x="2558372" y="599525"/>
                  <a:pt x="2558372" y="599525"/>
                </a:cubicBezTo>
                <a:lnTo>
                  <a:pt x="2548901" y="583077"/>
                </a:lnTo>
                <a:cubicBezTo>
                  <a:pt x="2548651" y="582661"/>
                  <a:pt x="2548901" y="581746"/>
                  <a:pt x="2548901" y="581746"/>
                </a:cubicBezTo>
                <a:lnTo>
                  <a:pt x="2558455" y="565298"/>
                </a:lnTo>
                <a:cubicBezTo>
                  <a:pt x="2558704" y="564881"/>
                  <a:pt x="2559119" y="564632"/>
                  <a:pt x="2559618" y="564632"/>
                </a:cubicBezTo>
                <a:lnTo>
                  <a:pt x="2578643" y="564633"/>
                </a:lnTo>
                <a:cubicBezTo>
                  <a:pt x="2579142" y="564633"/>
                  <a:pt x="2579806" y="565298"/>
                  <a:pt x="2579806" y="565298"/>
                </a:cubicBezTo>
                <a:lnTo>
                  <a:pt x="2589277" y="581746"/>
                </a:lnTo>
                <a:cubicBezTo>
                  <a:pt x="2589527" y="582162"/>
                  <a:pt x="2589277" y="583077"/>
                  <a:pt x="2589277" y="583077"/>
                </a:cubicBezTo>
                <a:lnTo>
                  <a:pt x="2579723" y="599525"/>
                </a:lnTo>
                <a:cubicBezTo>
                  <a:pt x="2579474" y="599942"/>
                  <a:pt x="2579059" y="600191"/>
                  <a:pt x="2578560" y="600191"/>
                </a:cubicBezTo>
                <a:close/>
                <a:moveTo>
                  <a:pt x="2498945" y="584895"/>
                </a:moveTo>
                <a:cubicBezTo>
                  <a:pt x="2498446" y="584895"/>
                  <a:pt x="2497948" y="584646"/>
                  <a:pt x="2497699" y="584231"/>
                </a:cubicBezTo>
                <a:lnTo>
                  <a:pt x="2487729" y="566951"/>
                </a:lnTo>
                <a:cubicBezTo>
                  <a:pt x="2487480" y="566535"/>
                  <a:pt x="2487480" y="565954"/>
                  <a:pt x="2487729" y="565538"/>
                </a:cubicBezTo>
                <a:lnTo>
                  <a:pt x="2497699" y="548258"/>
                </a:lnTo>
                <a:cubicBezTo>
                  <a:pt x="2497948" y="547842"/>
                  <a:pt x="2498446" y="547593"/>
                  <a:pt x="2498945" y="547593"/>
                </a:cubicBezTo>
                <a:lnTo>
                  <a:pt x="2518884" y="547593"/>
                </a:lnTo>
                <a:cubicBezTo>
                  <a:pt x="2519382" y="547593"/>
                  <a:pt x="2519881" y="547842"/>
                  <a:pt x="2520130" y="548258"/>
                </a:cubicBezTo>
                <a:lnTo>
                  <a:pt x="2530099" y="565538"/>
                </a:lnTo>
                <a:cubicBezTo>
                  <a:pt x="2530349" y="565954"/>
                  <a:pt x="2530349" y="566535"/>
                  <a:pt x="2530099" y="566951"/>
                </a:cubicBezTo>
                <a:lnTo>
                  <a:pt x="2520130" y="584231"/>
                </a:lnTo>
                <a:cubicBezTo>
                  <a:pt x="2519881" y="584646"/>
                  <a:pt x="2519382" y="584895"/>
                  <a:pt x="2518884" y="584895"/>
                </a:cubicBezTo>
                <a:close/>
                <a:moveTo>
                  <a:pt x="3702525" y="907685"/>
                </a:moveTo>
                <a:cubicBezTo>
                  <a:pt x="3702026" y="907685"/>
                  <a:pt x="3701528" y="907353"/>
                  <a:pt x="3701280" y="906938"/>
                </a:cubicBezTo>
                <a:lnTo>
                  <a:pt x="3691143" y="889408"/>
                </a:lnTo>
                <a:cubicBezTo>
                  <a:pt x="3690894" y="888992"/>
                  <a:pt x="3690894" y="888411"/>
                  <a:pt x="3691143" y="887996"/>
                </a:cubicBezTo>
                <a:lnTo>
                  <a:pt x="3701279" y="870466"/>
                </a:lnTo>
                <a:cubicBezTo>
                  <a:pt x="3701528" y="869967"/>
                  <a:pt x="3702026" y="869718"/>
                  <a:pt x="3702525" y="869718"/>
                </a:cubicBezTo>
                <a:lnTo>
                  <a:pt x="3722796" y="869718"/>
                </a:lnTo>
                <a:cubicBezTo>
                  <a:pt x="3723295" y="869718"/>
                  <a:pt x="3723793" y="870051"/>
                  <a:pt x="3724042" y="870466"/>
                </a:cubicBezTo>
                <a:lnTo>
                  <a:pt x="3734178" y="887996"/>
                </a:lnTo>
                <a:cubicBezTo>
                  <a:pt x="3734427" y="888411"/>
                  <a:pt x="3734427" y="888992"/>
                  <a:pt x="3734178" y="889408"/>
                </a:cubicBezTo>
                <a:lnTo>
                  <a:pt x="3724042" y="906938"/>
                </a:lnTo>
                <a:cubicBezTo>
                  <a:pt x="3723793" y="907436"/>
                  <a:pt x="3723295" y="907685"/>
                  <a:pt x="3722796" y="907686"/>
                </a:cubicBezTo>
                <a:close/>
                <a:moveTo>
                  <a:pt x="3822898" y="939939"/>
                </a:moveTo>
                <a:cubicBezTo>
                  <a:pt x="3822399" y="939939"/>
                  <a:pt x="3821901" y="939607"/>
                  <a:pt x="3821652" y="939192"/>
                </a:cubicBezTo>
                <a:lnTo>
                  <a:pt x="3811516" y="921662"/>
                </a:lnTo>
                <a:cubicBezTo>
                  <a:pt x="3811267" y="921246"/>
                  <a:pt x="3811267" y="920665"/>
                  <a:pt x="3811516" y="920250"/>
                </a:cubicBezTo>
                <a:lnTo>
                  <a:pt x="3821652" y="902720"/>
                </a:lnTo>
                <a:cubicBezTo>
                  <a:pt x="3821901" y="902221"/>
                  <a:pt x="3822399" y="901972"/>
                  <a:pt x="3822898" y="901972"/>
                </a:cubicBezTo>
                <a:lnTo>
                  <a:pt x="3843169" y="901972"/>
                </a:lnTo>
                <a:cubicBezTo>
                  <a:pt x="3843668" y="901972"/>
                  <a:pt x="3844166" y="902305"/>
                  <a:pt x="3844415" y="902720"/>
                </a:cubicBezTo>
                <a:lnTo>
                  <a:pt x="3854551" y="920250"/>
                </a:lnTo>
                <a:cubicBezTo>
                  <a:pt x="3854800" y="920665"/>
                  <a:pt x="3854800" y="921246"/>
                  <a:pt x="3854551" y="921662"/>
                </a:cubicBezTo>
                <a:lnTo>
                  <a:pt x="3844415" y="939192"/>
                </a:lnTo>
                <a:cubicBezTo>
                  <a:pt x="3844166" y="939690"/>
                  <a:pt x="3843668" y="939939"/>
                  <a:pt x="3843169" y="939939"/>
                </a:cubicBezTo>
                <a:close/>
                <a:moveTo>
                  <a:pt x="4003456" y="988320"/>
                </a:moveTo>
                <a:cubicBezTo>
                  <a:pt x="4002957" y="988320"/>
                  <a:pt x="4002459" y="987987"/>
                  <a:pt x="4002211" y="987572"/>
                </a:cubicBezTo>
                <a:lnTo>
                  <a:pt x="3992075" y="970043"/>
                </a:lnTo>
                <a:cubicBezTo>
                  <a:pt x="3991826" y="969627"/>
                  <a:pt x="3991826" y="969046"/>
                  <a:pt x="3992075" y="968630"/>
                </a:cubicBezTo>
                <a:lnTo>
                  <a:pt x="4002210" y="951101"/>
                </a:lnTo>
                <a:cubicBezTo>
                  <a:pt x="4002460" y="950602"/>
                  <a:pt x="4002958" y="950352"/>
                  <a:pt x="4003457" y="950353"/>
                </a:cubicBezTo>
                <a:lnTo>
                  <a:pt x="4023728" y="950353"/>
                </a:lnTo>
                <a:cubicBezTo>
                  <a:pt x="4024227" y="950353"/>
                  <a:pt x="4024725" y="950685"/>
                  <a:pt x="4024974" y="951101"/>
                </a:cubicBezTo>
                <a:lnTo>
                  <a:pt x="4035109" y="968631"/>
                </a:lnTo>
                <a:cubicBezTo>
                  <a:pt x="4035359" y="969045"/>
                  <a:pt x="4035359" y="969627"/>
                  <a:pt x="4035109" y="970042"/>
                </a:cubicBezTo>
                <a:lnTo>
                  <a:pt x="4024974" y="987572"/>
                </a:lnTo>
                <a:cubicBezTo>
                  <a:pt x="4024725" y="988070"/>
                  <a:pt x="4024227" y="988319"/>
                  <a:pt x="4023728" y="988320"/>
                </a:cubicBezTo>
                <a:close/>
                <a:moveTo>
                  <a:pt x="4244201" y="1052827"/>
                </a:moveTo>
                <a:cubicBezTo>
                  <a:pt x="4243702" y="1052827"/>
                  <a:pt x="4243204" y="1052495"/>
                  <a:pt x="4242955" y="1052080"/>
                </a:cubicBezTo>
                <a:lnTo>
                  <a:pt x="4232819" y="1034550"/>
                </a:lnTo>
                <a:cubicBezTo>
                  <a:pt x="4232570" y="1034134"/>
                  <a:pt x="4232570" y="1033553"/>
                  <a:pt x="4232819" y="1033138"/>
                </a:cubicBezTo>
                <a:lnTo>
                  <a:pt x="4242955" y="1015608"/>
                </a:lnTo>
                <a:cubicBezTo>
                  <a:pt x="4243204" y="1015109"/>
                  <a:pt x="4243702" y="1014860"/>
                  <a:pt x="4244201" y="1014860"/>
                </a:cubicBezTo>
                <a:lnTo>
                  <a:pt x="4264472" y="1014860"/>
                </a:lnTo>
                <a:cubicBezTo>
                  <a:pt x="4264971" y="1014860"/>
                  <a:pt x="4265469" y="1015193"/>
                  <a:pt x="4265718" y="1015608"/>
                </a:cubicBezTo>
                <a:lnTo>
                  <a:pt x="4275854" y="1033138"/>
                </a:lnTo>
                <a:cubicBezTo>
                  <a:pt x="4276103" y="1033553"/>
                  <a:pt x="4276103" y="1034134"/>
                  <a:pt x="4275854" y="1034550"/>
                </a:cubicBezTo>
                <a:lnTo>
                  <a:pt x="4265718" y="1052080"/>
                </a:lnTo>
                <a:cubicBezTo>
                  <a:pt x="4265469" y="1052578"/>
                  <a:pt x="4264971" y="1052827"/>
                  <a:pt x="4264472" y="1052827"/>
                </a:cubicBezTo>
                <a:close/>
                <a:moveTo>
                  <a:pt x="4424759" y="1101208"/>
                </a:moveTo>
                <a:cubicBezTo>
                  <a:pt x="4424260" y="1101207"/>
                  <a:pt x="4423762" y="1100875"/>
                  <a:pt x="4423514" y="1100460"/>
                </a:cubicBezTo>
                <a:lnTo>
                  <a:pt x="4413378" y="1082930"/>
                </a:lnTo>
                <a:cubicBezTo>
                  <a:pt x="4413129" y="1082514"/>
                  <a:pt x="4413129" y="1081934"/>
                  <a:pt x="4413378" y="1081518"/>
                </a:cubicBezTo>
                <a:lnTo>
                  <a:pt x="4423514" y="1063988"/>
                </a:lnTo>
                <a:cubicBezTo>
                  <a:pt x="4423763" y="1063489"/>
                  <a:pt x="4424261" y="1063240"/>
                  <a:pt x="4424760" y="1063240"/>
                </a:cubicBezTo>
                <a:lnTo>
                  <a:pt x="4445031" y="1063240"/>
                </a:lnTo>
                <a:cubicBezTo>
                  <a:pt x="4445530" y="1063241"/>
                  <a:pt x="4446028" y="1063573"/>
                  <a:pt x="4446277" y="1063988"/>
                </a:cubicBezTo>
                <a:lnTo>
                  <a:pt x="4456412" y="1081519"/>
                </a:lnTo>
                <a:cubicBezTo>
                  <a:pt x="4456662" y="1081933"/>
                  <a:pt x="4456662" y="1082514"/>
                  <a:pt x="4456413" y="1082930"/>
                </a:cubicBezTo>
                <a:lnTo>
                  <a:pt x="4446277" y="1100460"/>
                </a:lnTo>
                <a:cubicBezTo>
                  <a:pt x="4446028" y="1100958"/>
                  <a:pt x="4445530" y="1101207"/>
                  <a:pt x="4445031" y="1101208"/>
                </a:cubicBezTo>
                <a:close/>
                <a:moveTo>
                  <a:pt x="4906249" y="1230222"/>
                </a:moveTo>
                <a:cubicBezTo>
                  <a:pt x="4905750" y="1230222"/>
                  <a:pt x="4905252" y="1229890"/>
                  <a:pt x="4905004" y="1229475"/>
                </a:cubicBezTo>
                <a:lnTo>
                  <a:pt x="4894867" y="1211945"/>
                </a:lnTo>
                <a:cubicBezTo>
                  <a:pt x="4894619" y="1211529"/>
                  <a:pt x="4894618" y="1210948"/>
                  <a:pt x="4894867" y="1210533"/>
                </a:cubicBezTo>
                <a:lnTo>
                  <a:pt x="4905003" y="1193003"/>
                </a:lnTo>
                <a:cubicBezTo>
                  <a:pt x="4905253" y="1192504"/>
                  <a:pt x="4905750" y="1192255"/>
                  <a:pt x="4906249" y="1192255"/>
                </a:cubicBezTo>
                <a:lnTo>
                  <a:pt x="4926521" y="1192255"/>
                </a:lnTo>
                <a:cubicBezTo>
                  <a:pt x="4927020" y="1192255"/>
                  <a:pt x="4927517" y="1192588"/>
                  <a:pt x="4927767" y="1193003"/>
                </a:cubicBezTo>
                <a:lnTo>
                  <a:pt x="4937902" y="1210533"/>
                </a:lnTo>
                <a:cubicBezTo>
                  <a:pt x="4938151" y="1210948"/>
                  <a:pt x="4938151" y="1211529"/>
                  <a:pt x="4937902" y="1211945"/>
                </a:cubicBezTo>
                <a:lnTo>
                  <a:pt x="4927766" y="1229475"/>
                </a:lnTo>
                <a:cubicBezTo>
                  <a:pt x="4927518" y="1229973"/>
                  <a:pt x="4927020" y="1230222"/>
                  <a:pt x="4926521" y="1230222"/>
                </a:cubicBezTo>
                <a:close/>
                <a:moveTo>
                  <a:pt x="4364387" y="1085400"/>
                </a:moveTo>
                <a:cubicBezTo>
                  <a:pt x="4363888" y="1085400"/>
                  <a:pt x="4363390" y="1085068"/>
                  <a:pt x="4363141" y="1084652"/>
                </a:cubicBezTo>
                <a:lnTo>
                  <a:pt x="4352839" y="1066873"/>
                </a:lnTo>
                <a:cubicBezTo>
                  <a:pt x="4352590" y="1066458"/>
                  <a:pt x="4352590" y="1065876"/>
                  <a:pt x="4352838" y="1065460"/>
                </a:cubicBezTo>
                <a:lnTo>
                  <a:pt x="4363141" y="1047682"/>
                </a:lnTo>
                <a:cubicBezTo>
                  <a:pt x="4363390" y="1047183"/>
                  <a:pt x="4363888" y="1046934"/>
                  <a:pt x="4364387" y="1046934"/>
                </a:cubicBezTo>
                <a:lnTo>
                  <a:pt x="4384907" y="1046934"/>
                </a:lnTo>
                <a:cubicBezTo>
                  <a:pt x="4385406" y="1046934"/>
                  <a:pt x="4385904" y="1047266"/>
                  <a:pt x="4386154" y="1047682"/>
                </a:cubicBezTo>
                <a:lnTo>
                  <a:pt x="4396455" y="1065460"/>
                </a:lnTo>
                <a:cubicBezTo>
                  <a:pt x="4396704" y="1065876"/>
                  <a:pt x="4396705" y="1066458"/>
                  <a:pt x="4396455" y="1066873"/>
                </a:cubicBezTo>
                <a:lnTo>
                  <a:pt x="4386154" y="1084652"/>
                </a:lnTo>
                <a:cubicBezTo>
                  <a:pt x="4385904" y="1085151"/>
                  <a:pt x="4385406" y="1085400"/>
                  <a:pt x="4384907" y="1085400"/>
                </a:cubicBezTo>
                <a:close/>
                <a:moveTo>
                  <a:pt x="3882905" y="956490"/>
                </a:moveTo>
                <a:cubicBezTo>
                  <a:pt x="3882407" y="956490"/>
                  <a:pt x="3881908" y="956158"/>
                  <a:pt x="3881659" y="955742"/>
                </a:cubicBezTo>
                <a:lnTo>
                  <a:pt x="3871357" y="937881"/>
                </a:lnTo>
                <a:cubicBezTo>
                  <a:pt x="3871108" y="937382"/>
                  <a:pt x="3871108" y="936800"/>
                  <a:pt x="3871357" y="936385"/>
                </a:cubicBezTo>
                <a:lnTo>
                  <a:pt x="3881659" y="918523"/>
                </a:lnTo>
                <a:cubicBezTo>
                  <a:pt x="3881908" y="918024"/>
                  <a:pt x="3882407" y="917775"/>
                  <a:pt x="3882905" y="917775"/>
                </a:cubicBezTo>
                <a:lnTo>
                  <a:pt x="3903592" y="917775"/>
                </a:lnTo>
                <a:cubicBezTo>
                  <a:pt x="3904090" y="917775"/>
                  <a:pt x="3904589" y="918108"/>
                  <a:pt x="3904838" y="918523"/>
                </a:cubicBezTo>
                <a:lnTo>
                  <a:pt x="3915140" y="936385"/>
                </a:lnTo>
                <a:cubicBezTo>
                  <a:pt x="3915389" y="936883"/>
                  <a:pt x="3915389" y="937465"/>
                  <a:pt x="3915140" y="937881"/>
                </a:cubicBezTo>
                <a:lnTo>
                  <a:pt x="3904838" y="955742"/>
                </a:lnTo>
                <a:cubicBezTo>
                  <a:pt x="3904589" y="956241"/>
                  <a:pt x="3904090" y="956490"/>
                  <a:pt x="3903592" y="956490"/>
                </a:cubicBezTo>
                <a:close/>
                <a:moveTo>
                  <a:pt x="3943092" y="972617"/>
                </a:moveTo>
                <a:cubicBezTo>
                  <a:pt x="3942594" y="972617"/>
                  <a:pt x="3942095" y="972285"/>
                  <a:pt x="3941846" y="971869"/>
                </a:cubicBezTo>
                <a:lnTo>
                  <a:pt x="3931544" y="954008"/>
                </a:lnTo>
                <a:cubicBezTo>
                  <a:pt x="3931295" y="953509"/>
                  <a:pt x="3931295" y="952927"/>
                  <a:pt x="3931544" y="952512"/>
                </a:cubicBezTo>
                <a:lnTo>
                  <a:pt x="3941846" y="934650"/>
                </a:lnTo>
                <a:cubicBezTo>
                  <a:pt x="3942095" y="934151"/>
                  <a:pt x="3942594" y="933902"/>
                  <a:pt x="3943092" y="933902"/>
                </a:cubicBezTo>
                <a:lnTo>
                  <a:pt x="3963779" y="933902"/>
                </a:lnTo>
                <a:cubicBezTo>
                  <a:pt x="3964277" y="933902"/>
                  <a:pt x="3964776" y="934235"/>
                  <a:pt x="3965025" y="934650"/>
                </a:cubicBezTo>
                <a:lnTo>
                  <a:pt x="3975327" y="952512"/>
                </a:lnTo>
                <a:cubicBezTo>
                  <a:pt x="3975576" y="953010"/>
                  <a:pt x="3975576" y="953592"/>
                  <a:pt x="3975327" y="954008"/>
                </a:cubicBezTo>
                <a:lnTo>
                  <a:pt x="3965025" y="971869"/>
                </a:lnTo>
                <a:cubicBezTo>
                  <a:pt x="3964776" y="972368"/>
                  <a:pt x="3964277" y="972617"/>
                  <a:pt x="3963779" y="972617"/>
                </a:cubicBezTo>
                <a:close/>
                <a:moveTo>
                  <a:pt x="4123650" y="1020998"/>
                </a:moveTo>
                <a:cubicBezTo>
                  <a:pt x="4123152" y="1020998"/>
                  <a:pt x="4122653" y="1020665"/>
                  <a:pt x="4122404" y="1020250"/>
                </a:cubicBezTo>
                <a:lnTo>
                  <a:pt x="4112102" y="1002389"/>
                </a:lnTo>
                <a:cubicBezTo>
                  <a:pt x="4111853" y="1001890"/>
                  <a:pt x="4111853" y="1001307"/>
                  <a:pt x="4112102" y="1000893"/>
                </a:cubicBezTo>
                <a:lnTo>
                  <a:pt x="4122404" y="983031"/>
                </a:lnTo>
                <a:cubicBezTo>
                  <a:pt x="4122654" y="982531"/>
                  <a:pt x="4123152" y="982283"/>
                  <a:pt x="4123650" y="982283"/>
                </a:cubicBezTo>
                <a:lnTo>
                  <a:pt x="4144337" y="982283"/>
                </a:lnTo>
                <a:cubicBezTo>
                  <a:pt x="4144835" y="982283"/>
                  <a:pt x="4145334" y="982616"/>
                  <a:pt x="4145583" y="983031"/>
                </a:cubicBezTo>
                <a:lnTo>
                  <a:pt x="4155885" y="1000893"/>
                </a:lnTo>
                <a:cubicBezTo>
                  <a:pt x="4156134" y="1001391"/>
                  <a:pt x="4156134" y="1001972"/>
                  <a:pt x="4155885" y="1002389"/>
                </a:cubicBezTo>
                <a:lnTo>
                  <a:pt x="4145583" y="1020249"/>
                </a:lnTo>
                <a:cubicBezTo>
                  <a:pt x="4145334" y="1020748"/>
                  <a:pt x="4144835" y="1020998"/>
                  <a:pt x="4144337" y="1020997"/>
                </a:cubicBezTo>
                <a:close/>
                <a:moveTo>
                  <a:pt x="4304209" y="1069378"/>
                </a:moveTo>
                <a:cubicBezTo>
                  <a:pt x="4303711" y="1069378"/>
                  <a:pt x="4303212" y="1069046"/>
                  <a:pt x="4302963" y="1068630"/>
                </a:cubicBezTo>
                <a:lnTo>
                  <a:pt x="4292661" y="1050769"/>
                </a:lnTo>
                <a:cubicBezTo>
                  <a:pt x="4292412" y="1050270"/>
                  <a:pt x="4292412" y="1049688"/>
                  <a:pt x="4292661" y="1049273"/>
                </a:cubicBezTo>
                <a:lnTo>
                  <a:pt x="4302963" y="1031411"/>
                </a:lnTo>
                <a:cubicBezTo>
                  <a:pt x="4303212" y="1030912"/>
                  <a:pt x="4303711" y="1030663"/>
                  <a:pt x="4304209" y="1030663"/>
                </a:cubicBezTo>
                <a:lnTo>
                  <a:pt x="4324896" y="1030663"/>
                </a:lnTo>
                <a:cubicBezTo>
                  <a:pt x="4325394" y="1030663"/>
                  <a:pt x="4325893" y="1030996"/>
                  <a:pt x="4326142" y="1031411"/>
                </a:cubicBezTo>
                <a:lnTo>
                  <a:pt x="4336444" y="1049273"/>
                </a:lnTo>
                <a:cubicBezTo>
                  <a:pt x="4336693" y="1049771"/>
                  <a:pt x="4336693" y="1050353"/>
                  <a:pt x="4336444" y="1050769"/>
                </a:cubicBezTo>
                <a:lnTo>
                  <a:pt x="4326142" y="1068630"/>
                </a:lnTo>
                <a:cubicBezTo>
                  <a:pt x="4325893" y="1069129"/>
                  <a:pt x="4325394" y="1069378"/>
                  <a:pt x="4324896" y="1069378"/>
                </a:cubicBezTo>
                <a:close/>
                <a:moveTo>
                  <a:pt x="2317982" y="537264"/>
                </a:moveTo>
                <a:cubicBezTo>
                  <a:pt x="2317484" y="537264"/>
                  <a:pt x="2316985" y="536932"/>
                  <a:pt x="2316736" y="536517"/>
                </a:cubicBezTo>
                <a:lnTo>
                  <a:pt x="2306351" y="518572"/>
                </a:lnTo>
                <a:cubicBezTo>
                  <a:pt x="2306102" y="518073"/>
                  <a:pt x="2306102" y="517493"/>
                  <a:pt x="2306351" y="517076"/>
                </a:cubicBezTo>
                <a:lnTo>
                  <a:pt x="2316736" y="499131"/>
                </a:lnTo>
                <a:cubicBezTo>
                  <a:pt x="2316985" y="498632"/>
                  <a:pt x="2317484" y="498383"/>
                  <a:pt x="2317982" y="498383"/>
                </a:cubicBezTo>
                <a:lnTo>
                  <a:pt x="2338752" y="498383"/>
                </a:lnTo>
                <a:cubicBezTo>
                  <a:pt x="2339250" y="498383"/>
                  <a:pt x="2339749" y="498716"/>
                  <a:pt x="2339998" y="499131"/>
                </a:cubicBezTo>
                <a:lnTo>
                  <a:pt x="2350383" y="517076"/>
                </a:lnTo>
                <a:cubicBezTo>
                  <a:pt x="2350632" y="517574"/>
                  <a:pt x="2350632" y="518156"/>
                  <a:pt x="2350383" y="518572"/>
                </a:cubicBezTo>
                <a:lnTo>
                  <a:pt x="2339998" y="536517"/>
                </a:lnTo>
                <a:cubicBezTo>
                  <a:pt x="2339749" y="537015"/>
                  <a:pt x="2339250" y="537264"/>
                  <a:pt x="2338752" y="537264"/>
                </a:cubicBezTo>
                <a:close/>
                <a:moveTo>
                  <a:pt x="2438354" y="569518"/>
                </a:moveTo>
                <a:cubicBezTo>
                  <a:pt x="2437856" y="569518"/>
                  <a:pt x="2437357" y="569186"/>
                  <a:pt x="2437108" y="568771"/>
                </a:cubicBezTo>
                <a:lnTo>
                  <a:pt x="2426723" y="550826"/>
                </a:lnTo>
                <a:cubicBezTo>
                  <a:pt x="2426473" y="550327"/>
                  <a:pt x="2426474" y="549746"/>
                  <a:pt x="2426722" y="549330"/>
                </a:cubicBezTo>
                <a:lnTo>
                  <a:pt x="2437108" y="531385"/>
                </a:lnTo>
                <a:cubicBezTo>
                  <a:pt x="2437357" y="530886"/>
                  <a:pt x="2437855" y="530637"/>
                  <a:pt x="2438354" y="530637"/>
                </a:cubicBezTo>
                <a:lnTo>
                  <a:pt x="2459124" y="530637"/>
                </a:lnTo>
                <a:cubicBezTo>
                  <a:pt x="2459622" y="530637"/>
                  <a:pt x="2460121" y="530970"/>
                  <a:pt x="2460369" y="531385"/>
                </a:cubicBezTo>
                <a:lnTo>
                  <a:pt x="2470755" y="549330"/>
                </a:lnTo>
                <a:cubicBezTo>
                  <a:pt x="2471003" y="549828"/>
                  <a:pt x="2471004" y="550410"/>
                  <a:pt x="2470755" y="550826"/>
                </a:cubicBezTo>
                <a:lnTo>
                  <a:pt x="2460370" y="568771"/>
                </a:lnTo>
                <a:cubicBezTo>
                  <a:pt x="2460121" y="569269"/>
                  <a:pt x="2459621" y="569518"/>
                  <a:pt x="2459123" y="569518"/>
                </a:cubicBezTo>
                <a:close/>
                <a:moveTo>
                  <a:pt x="3642079" y="892055"/>
                </a:moveTo>
                <a:cubicBezTo>
                  <a:pt x="3641580" y="892055"/>
                  <a:pt x="3641082" y="891723"/>
                  <a:pt x="3640833" y="891308"/>
                </a:cubicBezTo>
                <a:lnTo>
                  <a:pt x="3630448" y="873363"/>
                </a:lnTo>
                <a:cubicBezTo>
                  <a:pt x="3630199" y="872864"/>
                  <a:pt x="3630199" y="872283"/>
                  <a:pt x="3630448" y="871867"/>
                </a:cubicBezTo>
                <a:lnTo>
                  <a:pt x="3640833" y="853922"/>
                </a:lnTo>
                <a:cubicBezTo>
                  <a:pt x="3641082" y="853423"/>
                  <a:pt x="3641580" y="853174"/>
                  <a:pt x="3642079" y="853174"/>
                </a:cubicBezTo>
                <a:lnTo>
                  <a:pt x="3662849" y="853174"/>
                </a:lnTo>
                <a:cubicBezTo>
                  <a:pt x="3663347" y="853174"/>
                  <a:pt x="3663846" y="853507"/>
                  <a:pt x="3664095" y="853922"/>
                </a:cubicBezTo>
                <a:lnTo>
                  <a:pt x="3674480" y="871867"/>
                </a:lnTo>
                <a:cubicBezTo>
                  <a:pt x="3674729" y="872365"/>
                  <a:pt x="3674729" y="872947"/>
                  <a:pt x="3674480" y="873363"/>
                </a:cubicBezTo>
                <a:lnTo>
                  <a:pt x="3664095" y="891308"/>
                </a:lnTo>
                <a:cubicBezTo>
                  <a:pt x="3663846" y="891806"/>
                  <a:pt x="3663347" y="892055"/>
                  <a:pt x="3662849" y="892055"/>
                </a:cubicBezTo>
                <a:close/>
                <a:moveTo>
                  <a:pt x="4063382" y="1004943"/>
                </a:moveTo>
                <a:cubicBezTo>
                  <a:pt x="4062883" y="1004943"/>
                  <a:pt x="4062385" y="1004611"/>
                  <a:pt x="4062136" y="1004196"/>
                </a:cubicBezTo>
                <a:lnTo>
                  <a:pt x="4051751" y="986251"/>
                </a:lnTo>
                <a:cubicBezTo>
                  <a:pt x="4051502" y="985752"/>
                  <a:pt x="4051502" y="985171"/>
                  <a:pt x="4051751" y="984755"/>
                </a:cubicBezTo>
                <a:lnTo>
                  <a:pt x="4062136" y="966810"/>
                </a:lnTo>
                <a:cubicBezTo>
                  <a:pt x="4062385" y="966311"/>
                  <a:pt x="4062883" y="966062"/>
                  <a:pt x="4063382" y="966062"/>
                </a:cubicBezTo>
                <a:lnTo>
                  <a:pt x="4084152" y="966062"/>
                </a:lnTo>
                <a:cubicBezTo>
                  <a:pt x="4084650" y="966062"/>
                  <a:pt x="4085149" y="966395"/>
                  <a:pt x="4085398" y="966810"/>
                </a:cubicBezTo>
                <a:lnTo>
                  <a:pt x="4095783" y="984755"/>
                </a:lnTo>
                <a:cubicBezTo>
                  <a:pt x="4096032" y="985253"/>
                  <a:pt x="4096032" y="985835"/>
                  <a:pt x="4095783" y="986251"/>
                </a:cubicBezTo>
                <a:lnTo>
                  <a:pt x="4085398" y="1004196"/>
                </a:lnTo>
                <a:cubicBezTo>
                  <a:pt x="4085149" y="1004694"/>
                  <a:pt x="4084650" y="1004943"/>
                  <a:pt x="4084152" y="1004943"/>
                </a:cubicBezTo>
                <a:close/>
                <a:moveTo>
                  <a:pt x="4183755" y="1037197"/>
                </a:moveTo>
                <a:cubicBezTo>
                  <a:pt x="4183256" y="1037197"/>
                  <a:pt x="4182758" y="1036864"/>
                  <a:pt x="4182509" y="1036449"/>
                </a:cubicBezTo>
                <a:lnTo>
                  <a:pt x="4172124" y="1018505"/>
                </a:lnTo>
                <a:cubicBezTo>
                  <a:pt x="4171874" y="1018006"/>
                  <a:pt x="4171875" y="1017425"/>
                  <a:pt x="4172123" y="1017008"/>
                </a:cubicBezTo>
                <a:lnTo>
                  <a:pt x="4182509" y="999063"/>
                </a:lnTo>
                <a:cubicBezTo>
                  <a:pt x="4182757" y="998564"/>
                  <a:pt x="4183256" y="998316"/>
                  <a:pt x="4183755" y="998315"/>
                </a:cubicBezTo>
                <a:lnTo>
                  <a:pt x="4204525" y="998316"/>
                </a:lnTo>
                <a:cubicBezTo>
                  <a:pt x="4205023" y="998315"/>
                  <a:pt x="4205522" y="998649"/>
                  <a:pt x="4205770" y="999064"/>
                </a:cubicBezTo>
                <a:lnTo>
                  <a:pt x="4216156" y="1017008"/>
                </a:lnTo>
                <a:cubicBezTo>
                  <a:pt x="4216404" y="1017507"/>
                  <a:pt x="4216405" y="1018089"/>
                  <a:pt x="4216156" y="1018504"/>
                </a:cubicBezTo>
                <a:lnTo>
                  <a:pt x="4205771" y="1036449"/>
                </a:lnTo>
                <a:cubicBezTo>
                  <a:pt x="4205522" y="1036948"/>
                  <a:pt x="4205022" y="1037196"/>
                  <a:pt x="4204524" y="1037196"/>
                </a:cubicBezTo>
                <a:close/>
                <a:moveTo>
                  <a:pt x="3762368" y="924393"/>
                </a:moveTo>
                <a:cubicBezTo>
                  <a:pt x="3761869" y="924392"/>
                  <a:pt x="3761370" y="924061"/>
                  <a:pt x="3761121" y="923645"/>
                </a:cubicBezTo>
                <a:lnTo>
                  <a:pt x="3750736" y="905616"/>
                </a:lnTo>
                <a:cubicBezTo>
                  <a:pt x="3750487" y="905118"/>
                  <a:pt x="3750487" y="904537"/>
                  <a:pt x="3750737" y="904120"/>
                </a:cubicBezTo>
                <a:lnTo>
                  <a:pt x="3761204" y="886092"/>
                </a:lnTo>
                <a:cubicBezTo>
                  <a:pt x="3761454" y="885595"/>
                  <a:pt x="3761953" y="885346"/>
                  <a:pt x="3762451" y="885346"/>
                </a:cubicBezTo>
                <a:lnTo>
                  <a:pt x="3783304" y="885346"/>
                </a:lnTo>
                <a:cubicBezTo>
                  <a:pt x="3783802" y="885346"/>
                  <a:pt x="3784301" y="885678"/>
                  <a:pt x="3784550" y="886093"/>
                </a:cubicBezTo>
                <a:lnTo>
                  <a:pt x="3794934" y="904121"/>
                </a:lnTo>
                <a:cubicBezTo>
                  <a:pt x="3795183" y="904620"/>
                  <a:pt x="3795183" y="905201"/>
                  <a:pt x="3794934" y="905617"/>
                </a:cubicBezTo>
                <a:lnTo>
                  <a:pt x="3784467" y="923645"/>
                </a:lnTo>
                <a:cubicBezTo>
                  <a:pt x="3784217" y="924144"/>
                  <a:pt x="3783719" y="924393"/>
                  <a:pt x="3783221" y="924393"/>
                </a:cubicBezTo>
                <a:close/>
                <a:moveTo>
                  <a:pt x="2378084" y="553557"/>
                </a:moveTo>
                <a:cubicBezTo>
                  <a:pt x="2377586" y="553557"/>
                  <a:pt x="2377087" y="553225"/>
                  <a:pt x="2376838" y="552810"/>
                </a:cubicBezTo>
                <a:lnTo>
                  <a:pt x="2366370" y="534698"/>
                </a:lnTo>
                <a:cubicBezTo>
                  <a:pt x="2366121" y="534200"/>
                  <a:pt x="2366121" y="533618"/>
                  <a:pt x="2366370" y="533203"/>
                </a:cubicBezTo>
                <a:lnTo>
                  <a:pt x="2376838" y="515091"/>
                </a:lnTo>
                <a:cubicBezTo>
                  <a:pt x="2377087" y="514593"/>
                  <a:pt x="2377586" y="514344"/>
                  <a:pt x="2378084" y="514344"/>
                </a:cubicBezTo>
                <a:lnTo>
                  <a:pt x="2399020" y="514344"/>
                </a:lnTo>
                <a:cubicBezTo>
                  <a:pt x="2399519" y="514344"/>
                  <a:pt x="2400017" y="514676"/>
                  <a:pt x="2400266" y="515091"/>
                </a:cubicBezTo>
                <a:lnTo>
                  <a:pt x="2410734" y="533203"/>
                </a:lnTo>
                <a:cubicBezTo>
                  <a:pt x="2410984" y="533701"/>
                  <a:pt x="2410984" y="534283"/>
                  <a:pt x="2410734" y="534698"/>
                </a:cubicBezTo>
                <a:lnTo>
                  <a:pt x="2400266" y="552810"/>
                </a:lnTo>
                <a:cubicBezTo>
                  <a:pt x="2400017" y="553308"/>
                  <a:pt x="2399519" y="553557"/>
                  <a:pt x="2399020" y="553557"/>
                </a:cubicBezTo>
                <a:close/>
                <a:moveTo>
                  <a:pt x="4785533" y="1198631"/>
                </a:moveTo>
                <a:cubicBezTo>
                  <a:pt x="4785035" y="1198631"/>
                  <a:pt x="4784536" y="1198299"/>
                  <a:pt x="4784287" y="1197884"/>
                </a:cubicBezTo>
                <a:lnTo>
                  <a:pt x="4773819" y="1179772"/>
                </a:lnTo>
                <a:cubicBezTo>
                  <a:pt x="4773570" y="1179274"/>
                  <a:pt x="4773570" y="1178692"/>
                  <a:pt x="4773819" y="1178277"/>
                </a:cubicBezTo>
                <a:lnTo>
                  <a:pt x="4784287" y="1160165"/>
                </a:lnTo>
                <a:cubicBezTo>
                  <a:pt x="4784536" y="1159667"/>
                  <a:pt x="4785035" y="1159418"/>
                  <a:pt x="4785533" y="1159418"/>
                </a:cubicBezTo>
                <a:lnTo>
                  <a:pt x="4806469" y="1159418"/>
                </a:lnTo>
                <a:cubicBezTo>
                  <a:pt x="4806968" y="1159418"/>
                  <a:pt x="4807466" y="1159750"/>
                  <a:pt x="4807715" y="1160165"/>
                </a:cubicBezTo>
                <a:lnTo>
                  <a:pt x="4818183" y="1178277"/>
                </a:lnTo>
                <a:cubicBezTo>
                  <a:pt x="4818432" y="1178775"/>
                  <a:pt x="4818432" y="1179357"/>
                  <a:pt x="4818183" y="1179772"/>
                </a:cubicBezTo>
                <a:lnTo>
                  <a:pt x="4807715" y="1197884"/>
                </a:lnTo>
                <a:cubicBezTo>
                  <a:pt x="4807466" y="1198382"/>
                  <a:pt x="4806968" y="1198631"/>
                  <a:pt x="4806469" y="1198631"/>
                </a:cubicBezTo>
                <a:close/>
                <a:moveTo>
                  <a:pt x="2197441" y="505436"/>
                </a:moveTo>
                <a:cubicBezTo>
                  <a:pt x="2196860" y="505436"/>
                  <a:pt x="2196361" y="505187"/>
                  <a:pt x="2196112" y="504688"/>
                </a:cubicBezTo>
                <a:lnTo>
                  <a:pt x="2185561" y="486328"/>
                </a:lnTo>
                <a:cubicBezTo>
                  <a:pt x="2185312" y="485830"/>
                  <a:pt x="2185312" y="485331"/>
                  <a:pt x="2185561" y="484832"/>
                </a:cubicBezTo>
                <a:lnTo>
                  <a:pt x="2196112" y="466472"/>
                </a:lnTo>
                <a:cubicBezTo>
                  <a:pt x="2196444" y="465973"/>
                  <a:pt x="2196943" y="465724"/>
                  <a:pt x="2197441" y="465724"/>
                </a:cubicBezTo>
                <a:lnTo>
                  <a:pt x="2218627" y="465724"/>
                </a:lnTo>
                <a:cubicBezTo>
                  <a:pt x="2219208" y="465724"/>
                  <a:pt x="2219707" y="465973"/>
                  <a:pt x="2219956" y="466472"/>
                </a:cubicBezTo>
                <a:lnTo>
                  <a:pt x="2230507" y="484832"/>
                </a:lnTo>
                <a:cubicBezTo>
                  <a:pt x="2230756" y="485331"/>
                  <a:pt x="2230756" y="485830"/>
                  <a:pt x="2230507" y="486328"/>
                </a:cubicBezTo>
                <a:lnTo>
                  <a:pt x="2219956" y="504688"/>
                </a:lnTo>
                <a:cubicBezTo>
                  <a:pt x="2219623" y="505187"/>
                  <a:pt x="2219125" y="505436"/>
                  <a:pt x="2218627" y="505436"/>
                </a:cubicBezTo>
                <a:close/>
                <a:moveTo>
                  <a:pt x="4845636" y="1215018"/>
                </a:moveTo>
                <a:cubicBezTo>
                  <a:pt x="4845055" y="1215018"/>
                  <a:pt x="4844556" y="1214769"/>
                  <a:pt x="4844306" y="1214270"/>
                </a:cubicBezTo>
                <a:lnTo>
                  <a:pt x="4833756" y="1195910"/>
                </a:lnTo>
                <a:cubicBezTo>
                  <a:pt x="4833507" y="1195412"/>
                  <a:pt x="4833507" y="1194913"/>
                  <a:pt x="4833756" y="1194414"/>
                </a:cubicBezTo>
                <a:lnTo>
                  <a:pt x="4844307" y="1176054"/>
                </a:lnTo>
                <a:cubicBezTo>
                  <a:pt x="4844639" y="1175555"/>
                  <a:pt x="4845138" y="1175306"/>
                  <a:pt x="4845636" y="1175306"/>
                </a:cubicBezTo>
                <a:lnTo>
                  <a:pt x="4866822" y="1175306"/>
                </a:lnTo>
                <a:cubicBezTo>
                  <a:pt x="4867403" y="1175306"/>
                  <a:pt x="4867901" y="1175555"/>
                  <a:pt x="4868150" y="1176054"/>
                </a:cubicBezTo>
                <a:lnTo>
                  <a:pt x="4878702" y="1194414"/>
                </a:lnTo>
                <a:cubicBezTo>
                  <a:pt x="4878951" y="1194913"/>
                  <a:pt x="4878951" y="1195412"/>
                  <a:pt x="4878702" y="1195910"/>
                </a:cubicBezTo>
                <a:lnTo>
                  <a:pt x="4868151" y="1214270"/>
                </a:lnTo>
                <a:cubicBezTo>
                  <a:pt x="4867818" y="1214769"/>
                  <a:pt x="4867320" y="1215018"/>
                  <a:pt x="4866822" y="1215018"/>
                </a:cubicBezTo>
                <a:close/>
                <a:moveTo>
                  <a:pt x="2257546" y="521636"/>
                </a:moveTo>
                <a:cubicBezTo>
                  <a:pt x="2256965" y="521637"/>
                  <a:pt x="2256466" y="521388"/>
                  <a:pt x="2256217" y="520888"/>
                </a:cubicBezTo>
                <a:lnTo>
                  <a:pt x="2245583" y="502445"/>
                </a:lnTo>
                <a:cubicBezTo>
                  <a:pt x="2245334" y="502029"/>
                  <a:pt x="2245334" y="501448"/>
                  <a:pt x="2245583" y="500949"/>
                </a:cubicBezTo>
                <a:lnTo>
                  <a:pt x="2256217" y="482506"/>
                </a:lnTo>
                <a:cubicBezTo>
                  <a:pt x="2256549" y="482007"/>
                  <a:pt x="2257048" y="481758"/>
                  <a:pt x="2257546" y="481758"/>
                </a:cubicBezTo>
                <a:lnTo>
                  <a:pt x="2278815" y="481758"/>
                </a:lnTo>
                <a:cubicBezTo>
                  <a:pt x="2279396" y="481758"/>
                  <a:pt x="2279894" y="482007"/>
                  <a:pt x="2280144" y="482506"/>
                </a:cubicBezTo>
                <a:lnTo>
                  <a:pt x="2290778" y="500949"/>
                </a:lnTo>
                <a:cubicBezTo>
                  <a:pt x="2291027" y="501365"/>
                  <a:pt x="2291027" y="501947"/>
                  <a:pt x="2290778" y="502445"/>
                </a:cubicBezTo>
                <a:lnTo>
                  <a:pt x="2280144" y="520888"/>
                </a:lnTo>
                <a:cubicBezTo>
                  <a:pt x="2279812" y="521387"/>
                  <a:pt x="2279313" y="521636"/>
                  <a:pt x="2278815" y="521636"/>
                </a:cubicBezTo>
                <a:close/>
                <a:moveTo>
                  <a:pt x="1715787" y="376578"/>
                </a:moveTo>
                <a:cubicBezTo>
                  <a:pt x="1715205" y="376578"/>
                  <a:pt x="1714706" y="376328"/>
                  <a:pt x="1714457" y="375830"/>
                </a:cubicBezTo>
                <a:lnTo>
                  <a:pt x="1703823" y="357304"/>
                </a:lnTo>
                <a:cubicBezTo>
                  <a:pt x="1703574" y="356888"/>
                  <a:pt x="1703574" y="356306"/>
                  <a:pt x="1703823" y="355808"/>
                </a:cubicBezTo>
                <a:lnTo>
                  <a:pt x="1714540" y="337281"/>
                </a:lnTo>
                <a:cubicBezTo>
                  <a:pt x="1714872" y="336866"/>
                  <a:pt x="1715371" y="336534"/>
                  <a:pt x="1715869" y="336534"/>
                </a:cubicBezTo>
                <a:lnTo>
                  <a:pt x="1737221" y="336534"/>
                </a:lnTo>
                <a:cubicBezTo>
                  <a:pt x="1737802" y="336534"/>
                  <a:pt x="1738301" y="336783"/>
                  <a:pt x="1738550" y="337281"/>
                </a:cubicBezTo>
                <a:lnTo>
                  <a:pt x="1749184" y="355808"/>
                </a:lnTo>
                <a:cubicBezTo>
                  <a:pt x="1749433" y="356224"/>
                  <a:pt x="1749434" y="356805"/>
                  <a:pt x="1749184" y="357304"/>
                </a:cubicBezTo>
                <a:lnTo>
                  <a:pt x="1738467" y="375830"/>
                </a:lnTo>
                <a:cubicBezTo>
                  <a:pt x="1738135" y="376246"/>
                  <a:pt x="1737636" y="376578"/>
                  <a:pt x="1737138" y="376578"/>
                </a:cubicBezTo>
                <a:close/>
                <a:moveTo>
                  <a:pt x="1896260" y="425219"/>
                </a:moveTo>
                <a:cubicBezTo>
                  <a:pt x="1895679" y="425219"/>
                  <a:pt x="1895181" y="424969"/>
                  <a:pt x="1894931" y="424471"/>
                </a:cubicBezTo>
                <a:lnTo>
                  <a:pt x="1884132" y="405695"/>
                </a:lnTo>
                <a:cubicBezTo>
                  <a:pt x="1883882" y="405279"/>
                  <a:pt x="1883883" y="404698"/>
                  <a:pt x="1884131" y="404199"/>
                </a:cubicBezTo>
                <a:lnTo>
                  <a:pt x="1894932" y="385424"/>
                </a:lnTo>
                <a:cubicBezTo>
                  <a:pt x="1895180" y="385008"/>
                  <a:pt x="1895763" y="384676"/>
                  <a:pt x="1896260" y="384676"/>
                </a:cubicBezTo>
                <a:lnTo>
                  <a:pt x="1917944" y="384676"/>
                </a:lnTo>
                <a:cubicBezTo>
                  <a:pt x="1918526" y="384676"/>
                  <a:pt x="1919024" y="384925"/>
                  <a:pt x="1919275" y="385424"/>
                </a:cubicBezTo>
                <a:lnTo>
                  <a:pt x="1930074" y="404199"/>
                </a:lnTo>
                <a:cubicBezTo>
                  <a:pt x="1930323" y="404615"/>
                  <a:pt x="1930323" y="405197"/>
                  <a:pt x="1930074" y="405695"/>
                </a:cubicBezTo>
                <a:lnTo>
                  <a:pt x="1919274" y="424471"/>
                </a:lnTo>
                <a:cubicBezTo>
                  <a:pt x="1919024" y="424887"/>
                  <a:pt x="1918443" y="425219"/>
                  <a:pt x="1917945" y="425219"/>
                </a:cubicBezTo>
                <a:close/>
                <a:moveTo>
                  <a:pt x="1956446" y="441346"/>
                </a:moveTo>
                <a:cubicBezTo>
                  <a:pt x="1955865" y="441345"/>
                  <a:pt x="1955366" y="441096"/>
                  <a:pt x="1955117" y="440598"/>
                </a:cubicBezTo>
                <a:lnTo>
                  <a:pt x="1944317" y="421822"/>
                </a:lnTo>
                <a:cubicBezTo>
                  <a:pt x="1944068" y="421406"/>
                  <a:pt x="1944068" y="420825"/>
                  <a:pt x="1944317" y="420326"/>
                </a:cubicBezTo>
                <a:lnTo>
                  <a:pt x="1955117" y="401551"/>
                </a:lnTo>
                <a:cubicBezTo>
                  <a:pt x="1955366" y="401135"/>
                  <a:pt x="1955948" y="400802"/>
                  <a:pt x="1956446" y="400803"/>
                </a:cubicBezTo>
                <a:lnTo>
                  <a:pt x="1978130" y="400803"/>
                </a:lnTo>
                <a:cubicBezTo>
                  <a:pt x="1978712" y="400803"/>
                  <a:pt x="1979210" y="401052"/>
                  <a:pt x="1979460" y="401551"/>
                </a:cubicBezTo>
                <a:lnTo>
                  <a:pt x="1990260" y="420326"/>
                </a:lnTo>
                <a:cubicBezTo>
                  <a:pt x="1990509" y="420742"/>
                  <a:pt x="1990509" y="421324"/>
                  <a:pt x="1990260" y="421822"/>
                </a:cubicBezTo>
                <a:lnTo>
                  <a:pt x="1979460" y="440598"/>
                </a:lnTo>
                <a:cubicBezTo>
                  <a:pt x="1979210" y="441014"/>
                  <a:pt x="1978628" y="441345"/>
                  <a:pt x="1978130" y="441346"/>
                </a:cubicBezTo>
                <a:close/>
                <a:moveTo>
                  <a:pt x="1775818" y="393038"/>
                </a:moveTo>
                <a:cubicBezTo>
                  <a:pt x="1775236" y="393038"/>
                  <a:pt x="1774738" y="392789"/>
                  <a:pt x="1774489" y="392290"/>
                </a:cubicBezTo>
                <a:lnTo>
                  <a:pt x="1763605" y="373431"/>
                </a:lnTo>
                <a:cubicBezTo>
                  <a:pt x="1763356" y="372933"/>
                  <a:pt x="1763356" y="372351"/>
                  <a:pt x="1763605" y="371853"/>
                </a:cubicBezTo>
                <a:lnTo>
                  <a:pt x="1774489" y="352994"/>
                </a:lnTo>
                <a:cubicBezTo>
                  <a:pt x="1774738" y="352579"/>
                  <a:pt x="1775236" y="352246"/>
                  <a:pt x="1775818" y="352246"/>
                </a:cubicBezTo>
                <a:lnTo>
                  <a:pt x="1797584" y="352246"/>
                </a:lnTo>
                <a:cubicBezTo>
                  <a:pt x="1798166" y="352246"/>
                  <a:pt x="1798664" y="352495"/>
                  <a:pt x="1798913" y="352994"/>
                </a:cubicBezTo>
                <a:lnTo>
                  <a:pt x="1809797" y="371853"/>
                </a:lnTo>
                <a:cubicBezTo>
                  <a:pt x="1810046" y="372351"/>
                  <a:pt x="1810046" y="372933"/>
                  <a:pt x="1809797" y="373431"/>
                </a:cubicBezTo>
                <a:lnTo>
                  <a:pt x="1798913" y="392290"/>
                </a:lnTo>
                <a:cubicBezTo>
                  <a:pt x="1798664" y="392706"/>
                  <a:pt x="1798166" y="393038"/>
                  <a:pt x="1797584" y="393038"/>
                </a:cubicBezTo>
                <a:close/>
                <a:moveTo>
                  <a:pt x="2016458" y="457709"/>
                </a:moveTo>
                <a:cubicBezTo>
                  <a:pt x="2015959" y="457709"/>
                  <a:pt x="2015377" y="457459"/>
                  <a:pt x="2015128" y="456961"/>
                </a:cubicBezTo>
                <a:lnTo>
                  <a:pt x="2004245" y="438020"/>
                </a:lnTo>
                <a:cubicBezTo>
                  <a:pt x="2003996" y="437521"/>
                  <a:pt x="2003996" y="436939"/>
                  <a:pt x="2004245" y="436441"/>
                </a:cubicBezTo>
                <a:lnTo>
                  <a:pt x="2015212" y="417498"/>
                </a:lnTo>
                <a:cubicBezTo>
                  <a:pt x="2015461" y="417083"/>
                  <a:pt x="2015959" y="416751"/>
                  <a:pt x="2016541" y="416751"/>
                </a:cubicBezTo>
                <a:lnTo>
                  <a:pt x="2038391" y="416752"/>
                </a:lnTo>
                <a:cubicBezTo>
                  <a:pt x="2038889" y="416751"/>
                  <a:pt x="2039470" y="417001"/>
                  <a:pt x="2039720" y="417498"/>
                </a:cubicBezTo>
                <a:lnTo>
                  <a:pt x="2050603" y="436441"/>
                </a:lnTo>
                <a:cubicBezTo>
                  <a:pt x="2050852" y="436940"/>
                  <a:pt x="2050852" y="437521"/>
                  <a:pt x="2050603" y="438019"/>
                </a:cubicBezTo>
                <a:lnTo>
                  <a:pt x="2039636" y="456961"/>
                </a:lnTo>
                <a:cubicBezTo>
                  <a:pt x="2039387" y="457377"/>
                  <a:pt x="2038889" y="457710"/>
                  <a:pt x="2038307" y="457709"/>
                </a:cubicBezTo>
                <a:close/>
                <a:moveTo>
                  <a:pt x="1835732" y="409577"/>
                </a:moveTo>
                <a:cubicBezTo>
                  <a:pt x="1835234" y="409577"/>
                  <a:pt x="1834653" y="409328"/>
                  <a:pt x="1834403" y="408830"/>
                </a:cubicBezTo>
                <a:lnTo>
                  <a:pt x="1823354" y="389639"/>
                </a:lnTo>
                <a:cubicBezTo>
                  <a:pt x="1823105" y="389140"/>
                  <a:pt x="1823105" y="388559"/>
                  <a:pt x="1823354" y="388060"/>
                </a:cubicBezTo>
                <a:lnTo>
                  <a:pt x="1834487" y="368869"/>
                </a:lnTo>
                <a:cubicBezTo>
                  <a:pt x="1834736" y="368453"/>
                  <a:pt x="1835234" y="368121"/>
                  <a:pt x="1835816" y="368121"/>
                </a:cubicBezTo>
                <a:lnTo>
                  <a:pt x="1857998" y="368121"/>
                </a:lnTo>
                <a:cubicBezTo>
                  <a:pt x="1858498" y="368121"/>
                  <a:pt x="1859078" y="368370"/>
                  <a:pt x="1859327" y="368869"/>
                </a:cubicBezTo>
                <a:lnTo>
                  <a:pt x="1870377" y="388060"/>
                </a:lnTo>
                <a:cubicBezTo>
                  <a:pt x="1870627" y="388559"/>
                  <a:pt x="1870626" y="389140"/>
                  <a:pt x="1870378" y="389639"/>
                </a:cubicBezTo>
                <a:lnTo>
                  <a:pt x="1859244" y="408830"/>
                </a:lnTo>
                <a:cubicBezTo>
                  <a:pt x="1858995" y="409245"/>
                  <a:pt x="1858497" y="409577"/>
                  <a:pt x="1857915" y="409577"/>
                </a:cubicBezTo>
                <a:close/>
                <a:moveTo>
                  <a:pt x="2076415" y="474348"/>
                </a:moveTo>
                <a:cubicBezTo>
                  <a:pt x="2075833" y="474348"/>
                  <a:pt x="2075252" y="474016"/>
                  <a:pt x="2075002" y="473518"/>
                </a:cubicBezTo>
                <a:lnTo>
                  <a:pt x="2063786" y="454077"/>
                </a:lnTo>
                <a:cubicBezTo>
                  <a:pt x="2063538" y="453578"/>
                  <a:pt x="2063538" y="452997"/>
                  <a:pt x="2063787" y="452498"/>
                </a:cubicBezTo>
                <a:lnTo>
                  <a:pt x="2075002" y="433058"/>
                </a:lnTo>
                <a:cubicBezTo>
                  <a:pt x="2075334" y="432560"/>
                  <a:pt x="2075833" y="432227"/>
                  <a:pt x="2076415" y="432227"/>
                </a:cubicBezTo>
                <a:lnTo>
                  <a:pt x="2098929" y="432227"/>
                </a:lnTo>
                <a:cubicBezTo>
                  <a:pt x="2099510" y="432227"/>
                  <a:pt x="2100092" y="432560"/>
                  <a:pt x="2100342" y="433058"/>
                </a:cubicBezTo>
                <a:lnTo>
                  <a:pt x="2111557" y="452498"/>
                </a:lnTo>
                <a:cubicBezTo>
                  <a:pt x="2111807" y="452997"/>
                  <a:pt x="2111807" y="453578"/>
                  <a:pt x="2111557" y="454077"/>
                </a:cubicBezTo>
                <a:lnTo>
                  <a:pt x="2100342" y="473518"/>
                </a:lnTo>
                <a:cubicBezTo>
                  <a:pt x="2100009" y="474016"/>
                  <a:pt x="2099511" y="474348"/>
                  <a:pt x="2098929" y="474348"/>
                </a:cubicBezTo>
                <a:close/>
                <a:moveTo>
                  <a:pt x="1528907" y="366059"/>
                </a:moveTo>
                <a:cubicBezTo>
                  <a:pt x="1528823" y="366059"/>
                  <a:pt x="1528574" y="365810"/>
                  <a:pt x="1528574" y="365810"/>
                </a:cubicBezTo>
                <a:lnTo>
                  <a:pt x="1525500" y="360493"/>
                </a:lnTo>
                <a:cubicBezTo>
                  <a:pt x="1525500" y="360409"/>
                  <a:pt x="1525500" y="360077"/>
                  <a:pt x="1525500" y="360077"/>
                </a:cubicBezTo>
                <a:lnTo>
                  <a:pt x="1528574" y="354760"/>
                </a:lnTo>
                <a:cubicBezTo>
                  <a:pt x="1528574" y="354593"/>
                  <a:pt x="1528908" y="354511"/>
                  <a:pt x="1528908" y="354511"/>
                </a:cubicBezTo>
                <a:lnTo>
                  <a:pt x="1534971" y="354511"/>
                </a:lnTo>
                <a:cubicBezTo>
                  <a:pt x="1535054" y="354511"/>
                  <a:pt x="1535304" y="354760"/>
                  <a:pt x="1535304" y="354760"/>
                </a:cubicBezTo>
                <a:lnTo>
                  <a:pt x="1538378" y="360077"/>
                </a:lnTo>
                <a:cubicBezTo>
                  <a:pt x="1538378" y="360160"/>
                  <a:pt x="1538379" y="360492"/>
                  <a:pt x="1538379" y="360492"/>
                </a:cubicBezTo>
                <a:lnTo>
                  <a:pt x="1535304" y="365810"/>
                </a:lnTo>
                <a:cubicBezTo>
                  <a:pt x="1535304" y="365976"/>
                  <a:pt x="1534971" y="366059"/>
                  <a:pt x="1534971" y="366059"/>
                </a:cubicBezTo>
                <a:close/>
                <a:moveTo>
                  <a:pt x="1587337" y="385436"/>
                </a:moveTo>
                <a:cubicBezTo>
                  <a:pt x="1587088" y="385436"/>
                  <a:pt x="1586755" y="385104"/>
                  <a:pt x="1586755" y="385104"/>
                </a:cubicBezTo>
                <a:lnTo>
                  <a:pt x="1582020" y="376796"/>
                </a:lnTo>
                <a:cubicBezTo>
                  <a:pt x="1581937" y="376630"/>
                  <a:pt x="1582020" y="376132"/>
                  <a:pt x="1582020" y="376132"/>
                </a:cubicBezTo>
                <a:lnTo>
                  <a:pt x="1586838" y="367824"/>
                </a:lnTo>
                <a:cubicBezTo>
                  <a:pt x="1586921" y="367657"/>
                  <a:pt x="1587420" y="367491"/>
                  <a:pt x="1587420" y="367491"/>
                </a:cubicBezTo>
                <a:lnTo>
                  <a:pt x="1596974" y="367491"/>
                </a:lnTo>
                <a:cubicBezTo>
                  <a:pt x="1597223" y="367491"/>
                  <a:pt x="1597556" y="367824"/>
                  <a:pt x="1597556" y="367824"/>
                </a:cubicBezTo>
                <a:lnTo>
                  <a:pt x="1602291" y="376132"/>
                </a:lnTo>
                <a:cubicBezTo>
                  <a:pt x="1602374" y="376297"/>
                  <a:pt x="1602291" y="376796"/>
                  <a:pt x="1602291" y="376796"/>
                </a:cubicBezTo>
                <a:lnTo>
                  <a:pt x="1597473" y="385104"/>
                </a:lnTo>
                <a:cubicBezTo>
                  <a:pt x="1597389" y="385270"/>
                  <a:pt x="1596891" y="385436"/>
                  <a:pt x="1596891" y="385436"/>
                </a:cubicBezTo>
                <a:close/>
                <a:moveTo>
                  <a:pt x="4473272" y="1165266"/>
                </a:moveTo>
                <a:cubicBezTo>
                  <a:pt x="4472857" y="1165266"/>
                  <a:pt x="4472275" y="1164685"/>
                  <a:pt x="4472275" y="1164685"/>
                </a:cubicBezTo>
                <a:lnTo>
                  <a:pt x="4464466" y="1151143"/>
                </a:lnTo>
                <a:cubicBezTo>
                  <a:pt x="4464300" y="1150810"/>
                  <a:pt x="4464466" y="1150063"/>
                  <a:pt x="4464466" y="1150063"/>
                </a:cubicBezTo>
                <a:lnTo>
                  <a:pt x="4472275" y="1136521"/>
                </a:lnTo>
                <a:cubicBezTo>
                  <a:pt x="4472524" y="1136188"/>
                  <a:pt x="4473272" y="1135939"/>
                  <a:pt x="4473272" y="1135939"/>
                </a:cubicBezTo>
                <a:lnTo>
                  <a:pt x="4488974" y="1135939"/>
                </a:lnTo>
                <a:cubicBezTo>
                  <a:pt x="4489390" y="1135939"/>
                  <a:pt x="4489971" y="1136521"/>
                  <a:pt x="4489971" y="1136521"/>
                </a:cubicBezTo>
                <a:lnTo>
                  <a:pt x="4497781" y="1150063"/>
                </a:lnTo>
                <a:cubicBezTo>
                  <a:pt x="4497947" y="1150395"/>
                  <a:pt x="4497781" y="1151143"/>
                  <a:pt x="4497781" y="1151143"/>
                </a:cubicBezTo>
                <a:lnTo>
                  <a:pt x="4489971" y="1164685"/>
                </a:lnTo>
                <a:cubicBezTo>
                  <a:pt x="4489722" y="1165017"/>
                  <a:pt x="4488974" y="1165266"/>
                  <a:pt x="4488974" y="1165266"/>
                </a:cubicBezTo>
                <a:close/>
                <a:moveTo>
                  <a:pt x="3570324" y="923521"/>
                </a:moveTo>
                <a:cubicBezTo>
                  <a:pt x="3569909" y="923521"/>
                  <a:pt x="3569327" y="922939"/>
                  <a:pt x="3569327" y="922939"/>
                </a:cubicBezTo>
                <a:lnTo>
                  <a:pt x="3561435" y="909232"/>
                </a:lnTo>
                <a:cubicBezTo>
                  <a:pt x="3561269" y="908816"/>
                  <a:pt x="3561435" y="908068"/>
                  <a:pt x="3561435" y="908068"/>
                </a:cubicBezTo>
                <a:lnTo>
                  <a:pt x="3569411" y="894361"/>
                </a:lnTo>
                <a:cubicBezTo>
                  <a:pt x="3569660" y="894028"/>
                  <a:pt x="3570407" y="893779"/>
                  <a:pt x="3570407" y="893779"/>
                </a:cubicBezTo>
                <a:lnTo>
                  <a:pt x="3586275" y="893779"/>
                </a:lnTo>
                <a:cubicBezTo>
                  <a:pt x="3586691" y="893779"/>
                  <a:pt x="3587272" y="894361"/>
                  <a:pt x="3587272" y="894361"/>
                </a:cubicBezTo>
                <a:lnTo>
                  <a:pt x="3595165" y="908068"/>
                </a:lnTo>
                <a:cubicBezTo>
                  <a:pt x="3595331" y="908484"/>
                  <a:pt x="3595165" y="909232"/>
                  <a:pt x="3595165" y="909232"/>
                </a:cubicBezTo>
                <a:lnTo>
                  <a:pt x="3587189" y="922939"/>
                </a:lnTo>
                <a:cubicBezTo>
                  <a:pt x="3586940" y="923272"/>
                  <a:pt x="3586192" y="923521"/>
                  <a:pt x="3586192" y="923521"/>
                </a:cubicBezTo>
                <a:close/>
                <a:moveTo>
                  <a:pt x="4532972" y="1182215"/>
                </a:moveTo>
                <a:cubicBezTo>
                  <a:pt x="4532556" y="1182216"/>
                  <a:pt x="4531975" y="1181633"/>
                  <a:pt x="4531975" y="1181633"/>
                </a:cubicBezTo>
                <a:lnTo>
                  <a:pt x="4523667" y="1167260"/>
                </a:lnTo>
                <a:cubicBezTo>
                  <a:pt x="4523418" y="1166929"/>
                  <a:pt x="4523667" y="1166098"/>
                  <a:pt x="4523667" y="1166098"/>
                </a:cubicBezTo>
                <a:lnTo>
                  <a:pt x="4531975" y="1151725"/>
                </a:lnTo>
                <a:cubicBezTo>
                  <a:pt x="4532141" y="1151392"/>
                  <a:pt x="4532972" y="1151143"/>
                  <a:pt x="4532972" y="1151143"/>
                </a:cubicBezTo>
                <a:lnTo>
                  <a:pt x="4549587" y="1151143"/>
                </a:lnTo>
                <a:cubicBezTo>
                  <a:pt x="4550003" y="1151144"/>
                  <a:pt x="4550584" y="1151726"/>
                  <a:pt x="4550584" y="1151726"/>
                </a:cubicBezTo>
                <a:lnTo>
                  <a:pt x="4558892" y="1166098"/>
                </a:lnTo>
                <a:cubicBezTo>
                  <a:pt x="4559141" y="1166429"/>
                  <a:pt x="4558892" y="1167260"/>
                  <a:pt x="4558892" y="1167260"/>
                </a:cubicBezTo>
                <a:lnTo>
                  <a:pt x="4550584" y="1181634"/>
                </a:lnTo>
                <a:cubicBezTo>
                  <a:pt x="4550418" y="1181967"/>
                  <a:pt x="4549587" y="1182216"/>
                  <a:pt x="4549587" y="1182216"/>
                </a:cubicBezTo>
                <a:close/>
                <a:moveTo>
                  <a:pt x="5074077" y="1328521"/>
                </a:moveTo>
                <a:cubicBezTo>
                  <a:pt x="5073663" y="1328521"/>
                  <a:pt x="5072998" y="1327856"/>
                  <a:pt x="5072998" y="1327856"/>
                </a:cubicBezTo>
                <a:lnTo>
                  <a:pt x="5064109" y="1312404"/>
                </a:lnTo>
                <a:cubicBezTo>
                  <a:pt x="5063860" y="1312071"/>
                  <a:pt x="5064108" y="1311157"/>
                  <a:pt x="5064108" y="1311157"/>
                </a:cubicBezTo>
                <a:lnTo>
                  <a:pt x="5072998" y="1295705"/>
                </a:lnTo>
                <a:cubicBezTo>
                  <a:pt x="5073248" y="1295289"/>
                  <a:pt x="5073663" y="1295040"/>
                  <a:pt x="5074077" y="1295040"/>
                </a:cubicBezTo>
                <a:lnTo>
                  <a:pt x="5091857" y="1295040"/>
                </a:lnTo>
                <a:cubicBezTo>
                  <a:pt x="5092272" y="1295040"/>
                  <a:pt x="5092936" y="1295705"/>
                  <a:pt x="5092936" y="1295705"/>
                </a:cubicBezTo>
                <a:lnTo>
                  <a:pt x="5101827" y="1311157"/>
                </a:lnTo>
                <a:cubicBezTo>
                  <a:pt x="5102075" y="1311490"/>
                  <a:pt x="5101827" y="1312404"/>
                  <a:pt x="5101827" y="1312404"/>
                </a:cubicBezTo>
                <a:lnTo>
                  <a:pt x="5092937" y="1327856"/>
                </a:lnTo>
                <a:cubicBezTo>
                  <a:pt x="5092688" y="1328272"/>
                  <a:pt x="5092272" y="1328521"/>
                  <a:pt x="5091857" y="1328521"/>
                </a:cubicBezTo>
                <a:close/>
                <a:moveTo>
                  <a:pt x="2485821" y="635398"/>
                </a:moveTo>
                <a:cubicBezTo>
                  <a:pt x="2485404" y="635398"/>
                  <a:pt x="2484741" y="634734"/>
                  <a:pt x="2484741" y="634734"/>
                </a:cubicBezTo>
                <a:lnTo>
                  <a:pt x="2475685" y="618949"/>
                </a:lnTo>
                <a:cubicBezTo>
                  <a:pt x="2475436" y="618616"/>
                  <a:pt x="2475685" y="617703"/>
                  <a:pt x="2475685" y="617703"/>
                </a:cubicBezTo>
                <a:lnTo>
                  <a:pt x="2484824" y="601918"/>
                </a:lnTo>
                <a:cubicBezTo>
                  <a:pt x="2484989" y="601502"/>
                  <a:pt x="2485488" y="601253"/>
                  <a:pt x="2485903" y="601253"/>
                </a:cubicBezTo>
                <a:lnTo>
                  <a:pt x="2504098" y="601253"/>
                </a:lnTo>
                <a:cubicBezTo>
                  <a:pt x="2504513" y="601253"/>
                  <a:pt x="2505177" y="601918"/>
                  <a:pt x="2505177" y="601918"/>
                </a:cubicBezTo>
                <a:lnTo>
                  <a:pt x="2514234" y="617703"/>
                </a:lnTo>
                <a:cubicBezTo>
                  <a:pt x="2514482" y="618035"/>
                  <a:pt x="2514234" y="618949"/>
                  <a:pt x="2514234" y="618949"/>
                </a:cubicBezTo>
                <a:lnTo>
                  <a:pt x="2505094" y="634734"/>
                </a:lnTo>
                <a:cubicBezTo>
                  <a:pt x="2504929" y="635149"/>
                  <a:pt x="2504430" y="635398"/>
                  <a:pt x="2504015" y="635398"/>
                </a:cubicBezTo>
                <a:close/>
                <a:moveTo>
                  <a:pt x="4592348" y="1199923"/>
                </a:moveTo>
                <a:cubicBezTo>
                  <a:pt x="4591933" y="1199923"/>
                  <a:pt x="4591269" y="1199258"/>
                  <a:pt x="4591269" y="1199258"/>
                </a:cubicBezTo>
                <a:lnTo>
                  <a:pt x="4582130" y="1183390"/>
                </a:lnTo>
                <a:cubicBezTo>
                  <a:pt x="4581881" y="1182974"/>
                  <a:pt x="4582130" y="1182061"/>
                  <a:pt x="4582130" y="1182061"/>
                </a:cubicBezTo>
                <a:lnTo>
                  <a:pt x="4591269" y="1166193"/>
                </a:lnTo>
                <a:cubicBezTo>
                  <a:pt x="4591435" y="1165777"/>
                  <a:pt x="4591933" y="1165528"/>
                  <a:pt x="4592348" y="1165528"/>
                </a:cubicBezTo>
                <a:lnTo>
                  <a:pt x="4610626" y="1165528"/>
                </a:lnTo>
                <a:cubicBezTo>
                  <a:pt x="4611041" y="1165528"/>
                  <a:pt x="4611706" y="1166193"/>
                  <a:pt x="4611706" y="1166193"/>
                </a:cubicBezTo>
                <a:lnTo>
                  <a:pt x="4620844" y="1182061"/>
                </a:lnTo>
                <a:cubicBezTo>
                  <a:pt x="4621094" y="1182476"/>
                  <a:pt x="4620844" y="1183390"/>
                  <a:pt x="4620844" y="1183390"/>
                </a:cubicBezTo>
                <a:lnTo>
                  <a:pt x="4611707" y="1199259"/>
                </a:lnTo>
                <a:cubicBezTo>
                  <a:pt x="4611541" y="1199673"/>
                  <a:pt x="4611041" y="1199923"/>
                  <a:pt x="4610627" y="1199923"/>
                </a:cubicBezTo>
                <a:close/>
                <a:moveTo>
                  <a:pt x="2184442" y="555675"/>
                </a:moveTo>
                <a:cubicBezTo>
                  <a:pt x="2183943" y="555674"/>
                  <a:pt x="2183279" y="555009"/>
                  <a:pt x="2183279" y="555009"/>
                </a:cubicBezTo>
                <a:lnTo>
                  <a:pt x="2173725" y="538476"/>
                </a:lnTo>
                <a:cubicBezTo>
                  <a:pt x="2173476" y="538062"/>
                  <a:pt x="2173725" y="537148"/>
                  <a:pt x="2173725" y="537148"/>
                </a:cubicBezTo>
                <a:lnTo>
                  <a:pt x="2183279" y="520614"/>
                </a:lnTo>
                <a:cubicBezTo>
                  <a:pt x="2183528" y="520200"/>
                  <a:pt x="2183943" y="519951"/>
                  <a:pt x="2184442" y="519950"/>
                </a:cubicBezTo>
                <a:lnTo>
                  <a:pt x="2203550" y="519950"/>
                </a:lnTo>
                <a:cubicBezTo>
                  <a:pt x="2204049" y="519951"/>
                  <a:pt x="2204713" y="520615"/>
                  <a:pt x="2204713" y="520615"/>
                </a:cubicBezTo>
                <a:lnTo>
                  <a:pt x="2214267" y="537148"/>
                </a:lnTo>
                <a:cubicBezTo>
                  <a:pt x="2214516" y="537564"/>
                  <a:pt x="2214267" y="538476"/>
                  <a:pt x="2214267" y="538476"/>
                </a:cubicBezTo>
                <a:lnTo>
                  <a:pt x="2204713" y="555010"/>
                </a:lnTo>
                <a:cubicBezTo>
                  <a:pt x="2204464" y="555425"/>
                  <a:pt x="2204049" y="555675"/>
                  <a:pt x="2203550" y="555675"/>
                </a:cubicBezTo>
                <a:close/>
                <a:moveTo>
                  <a:pt x="5013060" y="1313890"/>
                </a:moveTo>
                <a:cubicBezTo>
                  <a:pt x="5012562" y="1313890"/>
                  <a:pt x="5012146" y="1313640"/>
                  <a:pt x="5011897" y="1313225"/>
                </a:cubicBezTo>
                <a:lnTo>
                  <a:pt x="5002177" y="1296360"/>
                </a:lnTo>
                <a:cubicBezTo>
                  <a:pt x="5001928" y="1295862"/>
                  <a:pt x="5001928" y="1295363"/>
                  <a:pt x="5002177" y="1294948"/>
                </a:cubicBezTo>
                <a:lnTo>
                  <a:pt x="5011897" y="1278083"/>
                </a:lnTo>
                <a:cubicBezTo>
                  <a:pt x="5012146" y="1277667"/>
                  <a:pt x="5012562" y="1277418"/>
                  <a:pt x="5013060" y="1277418"/>
                </a:cubicBezTo>
                <a:lnTo>
                  <a:pt x="5032501" y="1277418"/>
                </a:lnTo>
                <a:cubicBezTo>
                  <a:pt x="5032999" y="1277418"/>
                  <a:pt x="5033415" y="1277667"/>
                  <a:pt x="5033664" y="1278083"/>
                </a:cubicBezTo>
                <a:lnTo>
                  <a:pt x="5043384" y="1294948"/>
                </a:lnTo>
                <a:cubicBezTo>
                  <a:pt x="5043633" y="1295446"/>
                  <a:pt x="5043633" y="1295944"/>
                  <a:pt x="5043384" y="1296360"/>
                </a:cubicBezTo>
                <a:lnTo>
                  <a:pt x="5033664" y="1313225"/>
                </a:lnTo>
                <a:cubicBezTo>
                  <a:pt x="5033415" y="1313640"/>
                  <a:pt x="5032999" y="1313890"/>
                  <a:pt x="5032500" y="1313890"/>
                </a:cubicBezTo>
                <a:close/>
                <a:moveTo>
                  <a:pt x="4651753" y="1217551"/>
                </a:moveTo>
                <a:cubicBezTo>
                  <a:pt x="4651255" y="1217552"/>
                  <a:pt x="4650756" y="1217303"/>
                  <a:pt x="4650506" y="1216887"/>
                </a:cubicBezTo>
                <a:lnTo>
                  <a:pt x="4640621" y="1199690"/>
                </a:lnTo>
                <a:cubicBezTo>
                  <a:pt x="4640372" y="1199275"/>
                  <a:pt x="4640372" y="1198693"/>
                  <a:pt x="4640621" y="1198278"/>
                </a:cubicBezTo>
                <a:lnTo>
                  <a:pt x="4650507" y="1181080"/>
                </a:lnTo>
                <a:cubicBezTo>
                  <a:pt x="4650757" y="1180664"/>
                  <a:pt x="4651254" y="1180416"/>
                  <a:pt x="4651752" y="1180416"/>
                </a:cubicBezTo>
                <a:lnTo>
                  <a:pt x="4671610" y="1180416"/>
                </a:lnTo>
                <a:cubicBezTo>
                  <a:pt x="4672108" y="1180415"/>
                  <a:pt x="4672606" y="1180664"/>
                  <a:pt x="4672855" y="1181081"/>
                </a:cubicBezTo>
                <a:lnTo>
                  <a:pt x="4682741" y="1198277"/>
                </a:lnTo>
                <a:cubicBezTo>
                  <a:pt x="4682991" y="1198693"/>
                  <a:pt x="4682990" y="1199275"/>
                  <a:pt x="4682741" y="1199689"/>
                </a:cubicBezTo>
                <a:lnTo>
                  <a:pt x="4672855" y="1216888"/>
                </a:lnTo>
                <a:cubicBezTo>
                  <a:pt x="4672605" y="1217303"/>
                  <a:pt x="4672108" y="1217551"/>
                  <a:pt x="4671610" y="1217551"/>
                </a:cubicBezTo>
                <a:close/>
                <a:moveTo>
                  <a:pt x="3628505" y="943467"/>
                </a:moveTo>
                <a:cubicBezTo>
                  <a:pt x="3628007" y="943468"/>
                  <a:pt x="3627508" y="943218"/>
                  <a:pt x="3627259" y="942803"/>
                </a:cubicBezTo>
                <a:lnTo>
                  <a:pt x="3617291" y="925523"/>
                </a:lnTo>
                <a:cubicBezTo>
                  <a:pt x="3617041" y="925107"/>
                  <a:pt x="3617042" y="924526"/>
                  <a:pt x="3617290" y="924110"/>
                </a:cubicBezTo>
                <a:lnTo>
                  <a:pt x="3627259" y="906831"/>
                </a:lnTo>
                <a:cubicBezTo>
                  <a:pt x="3627508" y="906414"/>
                  <a:pt x="3628007" y="906166"/>
                  <a:pt x="3628505" y="906165"/>
                </a:cubicBezTo>
                <a:lnTo>
                  <a:pt x="3648445" y="906165"/>
                </a:lnTo>
                <a:cubicBezTo>
                  <a:pt x="3648943" y="906165"/>
                  <a:pt x="3649442" y="906414"/>
                  <a:pt x="3649691" y="906830"/>
                </a:cubicBezTo>
                <a:lnTo>
                  <a:pt x="3659660" y="924110"/>
                </a:lnTo>
                <a:cubicBezTo>
                  <a:pt x="3659909" y="924526"/>
                  <a:pt x="3659909" y="925107"/>
                  <a:pt x="3659660" y="925523"/>
                </a:cubicBezTo>
                <a:lnTo>
                  <a:pt x="3649691" y="942803"/>
                </a:lnTo>
                <a:cubicBezTo>
                  <a:pt x="3649442" y="943218"/>
                  <a:pt x="3648943" y="943467"/>
                  <a:pt x="3648445" y="943467"/>
                </a:cubicBezTo>
                <a:close/>
                <a:moveTo>
                  <a:pt x="3869002" y="1008473"/>
                </a:moveTo>
                <a:cubicBezTo>
                  <a:pt x="3868503" y="1008473"/>
                  <a:pt x="3868005" y="1008141"/>
                  <a:pt x="3867756" y="1007726"/>
                </a:cubicBezTo>
                <a:lnTo>
                  <a:pt x="3857537" y="990030"/>
                </a:lnTo>
                <a:cubicBezTo>
                  <a:pt x="3857288" y="989615"/>
                  <a:pt x="3857288" y="989033"/>
                  <a:pt x="3857537" y="988617"/>
                </a:cubicBezTo>
                <a:lnTo>
                  <a:pt x="3867756" y="970922"/>
                </a:lnTo>
                <a:cubicBezTo>
                  <a:pt x="3868005" y="970423"/>
                  <a:pt x="3868503" y="970174"/>
                  <a:pt x="3869002" y="970174"/>
                </a:cubicBezTo>
                <a:lnTo>
                  <a:pt x="3889439" y="970174"/>
                </a:lnTo>
                <a:cubicBezTo>
                  <a:pt x="3889938" y="970174"/>
                  <a:pt x="3890436" y="970506"/>
                  <a:pt x="3890686" y="970922"/>
                </a:cubicBezTo>
                <a:lnTo>
                  <a:pt x="3900904" y="988617"/>
                </a:lnTo>
                <a:cubicBezTo>
                  <a:pt x="3901154" y="989033"/>
                  <a:pt x="3901154" y="989615"/>
                  <a:pt x="3900904" y="990030"/>
                </a:cubicBezTo>
                <a:lnTo>
                  <a:pt x="3890686" y="1007726"/>
                </a:lnTo>
                <a:cubicBezTo>
                  <a:pt x="3890436" y="1008224"/>
                  <a:pt x="3889938" y="1008473"/>
                  <a:pt x="3889439" y="1008473"/>
                </a:cubicBezTo>
                <a:close/>
                <a:moveTo>
                  <a:pt x="3929189" y="1024600"/>
                </a:moveTo>
                <a:cubicBezTo>
                  <a:pt x="3928690" y="1024600"/>
                  <a:pt x="3928192" y="1024268"/>
                  <a:pt x="3927943" y="1023853"/>
                </a:cubicBezTo>
                <a:lnTo>
                  <a:pt x="3917724" y="1006157"/>
                </a:lnTo>
                <a:cubicBezTo>
                  <a:pt x="3917475" y="1005742"/>
                  <a:pt x="3917475" y="1005160"/>
                  <a:pt x="3917724" y="1004744"/>
                </a:cubicBezTo>
                <a:lnTo>
                  <a:pt x="3927943" y="987049"/>
                </a:lnTo>
                <a:cubicBezTo>
                  <a:pt x="3928192" y="986550"/>
                  <a:pt x="3928690" y="986301"/>
                  <a:pt x="3929189" y="986301"/>
                </a:cubicBezTo>
                <a:lnTo>
                  <a:pt x="3949626" y="986301"/>
                </a:lnTo>
                <a:cubicBezTo>
                  <a:pt x="3950125" y="986301"/>
                  <a:pt x="3950623" y="986633"/>
                  <a:pt x="3950873" y="987049"/>
                </a:cubicBezTo>
                <a:lnTo>
                  <a:pt x="3961091" y="1004744"/>
                </a:lnTo>
                <a:cubicBezTo>
                  <a:pt x="3961341" y="1005160"/>
                  <a:pt x="3961341" y="1005742"/>
                  <a:pt x="3961091" y="1006157"/>
                </a:cubicBezTo>
                <a:lnTo>
                  <a:pt x="3950873" y="1023853"/>
                </a:lnTo>
                <a:cubicBezTo>
                  <a:pt x="3950623" y="1024351"/>
                  <a:pt x="3950125" y="1024600"/>
                  <a:pt x="3949626" y="1024600"/>
                </a:cubicBezTo>
                <a:close/>
                <a:moveTo>
                  <a:pt x="4230037" y="1105307"/>
                </a:moveTo>
                <a:cubicBezTo>
                  <a:pt x="4229538" y="1105307"/>
                  <a:pt x="4229040" y="1104975"/>
                  <a:pt x="4228792" y="1104559"/>
                </a:cubicBezTo>
                <a:lnTo>
                  <a:pt x="4218489" y="1086780"/>
                </a:lnTo>
                <a:cubicBezTo>
                  <a:pt x="4218240" y="1086365"/>
                  <a:pt x="4218241" y="1085783"/>
                  <a:pt x="4218489" y="1085367"/>
                </a:cubicBezTo>
                <a:lnTo>
                  <a:pt x="4228792" y="1067589"/>
                </a:lnTo>
                <a:cubicBezTo>
                  <a:pt x="4229041" y="1067090"/>
                  <a:pt x="4229539" y="1066841"/>
                  <a:pt x="4230038" y="1066841"/>
                </a:cubicBezTo>
                <a:lnTo>
                  <a:pt x="4250557" y="1066841"/>
                </a:lnTo>
                <a:cubicBezTo>
                  <a:pt x="4251056" y="1066841"/>
                  <a:pt x="4251554" y="1067173"/>
                  <a:pt x="4251805" y="1067589"/>
                </a:cubicBezTo>
                <a:lnTo>
                  <a:pt x="4262106" y="1085367"/>
                </a:lnTo>
                <a:cubicBezTo>
                  <a:pt x="4262355" y="1085783"/>
                  <a:pt x="4262356" y="1086365"/>
                  <a:pt x="4262106" y="1086780"/>
                </a:cubicBezTo>
                <a:lnTo>
                  <a:pt x="4251805" y="1104559"/>
                </a:lnTo>
                <a:cubicBezTo>
                  <a:pt x="4251555" y="1105058"/>
                  <a:pt x="4251057" y="1105307"/>
                  <a:pt x="4250558" y="1105307"/>
                </a:cubicBezTo>
                <a:close/>
                <a:moveTo>
                  <a:pt x="2424459" y="621607"/>
                </a:moveTo>
                <a:cubicBezTo>
                  <a:pt x="2423960" y="621606"/>
                  <a:pt x="2423462" y="621274"/>
                  <a:pt x="2423212" y="620858"/>
                </a:cubicBezTo>
                <a:lnTo>
                  <a:pt x="2412911" y="602998"/>
                </a:lnTo>
                <a:cubicBezTo>
                  <a:pt x="2412662" y="602499"/>
                  <a:pt x="2412662" y="601916"/>
                  <a:pt x="2412911" y="601502"/>
                </a:cubicBezTo>
                <a:lnTo>
                  <a:pt x="2423212" y="583640"/>
                </a:lnTo>
                <a:cubicBezTo>
                  <a:pt x="2423462" y="583140"/>
                  <a:pt x="2423960" y="582891"/>
                  <a:pt x="2424459" y="582891"/>
                </a:cubicBezTo>
                <a:lnTo>
                  <a:pt x="2445145" y="582891"/>
                </a:lnTo>
                <a:cubicBezTo>
                  <a:pt x="2445644" y="582892"/>
                  <a:pt x="2446142" y="583224"/>
                  <a:pt x="2446392" y="583640"/>
                </a:cubicBezTo>
                <a:lnTo>
                  <a:pt x="2456694" y="601502"/>
                </a:lnTo>
                <a:cubicBezTo>
                  <a:pt x="2456943" y="601999"/>
                  <a:pt x="2456943" y="602581"/>
                  <a:pt x="2456694" y="602998"/>
                </a:cubicBezTo>
                <a:lnTo>
                  <a:pt x="2446392" y="620858"/>
                </a:lnTo>
                <a:cubicBezTo>
                  <a:pt x="2446141" y="621358"/>
                  <a:pt x="2445644" y="621607"/>
                  <a:pt x="2445145" y="621606"/>
                </a:cubicBezTo>
                <a:close/>
                <a:moveTo>
                  <a:pt x="3688370" y="960271"/>
                </a:moveTo>
                <a:cubicBezTo>
                  <a:pt x="3687872" y="960271"/>
                  <a:pt x="3687373" y="959938"/>
                  <a:pt x="3687124" y="959523"/>
                </a:cubicBezTo>
                <a:lnTo>
                  <a:pt x="3676822" y="941662"/>
                </a:lnTo>
                <a:cubicBezTo>
                  <a:pt x="3676573" y="941163"/>
                  <a:pt x="3676573" y="940580"/>
                  <a:pt x="3676822" y="940166"/>
                </a:cubicBezTo>
                <a:lnTo>
                  <a:pt x="3687124" y="922303"/>
                </a:lnTo>
                <a:cubicBezTo>
                  <a:pt x="3687373" y="921804"/>
                  <a:pt x="3687872" y="921556"/>
                  <a:pt x="3688370" y="921555"/>
                </a:cubicBezTo>
                <a:lnTo>
                  <a:pt x="3709057" y="921556"/>
                </a:lnTo>
                <a:cubicBezTo>
                  <a:pt x="3709555" y="921555"/>
                  <a:pt x="3710054" y="921888"/>
                  <a:pt x="3710303" y="922304"/>
                </a:cubicBezTo>
                <a:lnTo>
                  <a:pt x="3720605" y="940165"/>
                </a:lnTo>
                <a:cubicBezTo>
                  <a:pt x="3720854" y="940663"/>
                  <a:pt x="3720854" y="941245"/>
                  <a:pt x="3720605" y="941662"/>
                </a:cubicBezTo>
                <a:lnTo>
                  <a:pt x="3710303" y="959522"/>
                </a:lnTo>
                <a:cubicBezTo>
                  <a:pt x="3710054" y="960021"/>
                  <a:pt x="3709555" y="960271"/>
                  <a:pt x="3709057" y="960270"/>
                </a:cubicBezTo>
                <a:close/>
                <a:moveTo>
                  <a:pt x="3989301" y="1040905"/>
                </a:moveTo>
                <a:cubicBezTo>
                  <a:pt x="3988803" y="1040905"/>
                  <a:pt x="3988304" y="1040572"/>
                  <a:pt x="3988055" y="1040157"/>
                </a:cubicBezTo>
                <a:lnTo>
                  <a:pt x="3977753" y="1022296"/>
                </a:lnTo>
                <a:cubicBezTo>
                  <a:pt x="3977504" y="1021797"/>
                  <a:pt x="3977504" y="1021215"/>
                  <a:pt x="3977753" y="1020800"/>
                </a:cubicBezTo>
                <a:lnTo>
                  <a:pt x="3988055" y="1002938"/>
                </a:lnTo>
                <a:cubicBezTo>
                  <a:pt x="3988304" y="1002439"/>
                  <a:pt x="3988803" y="1002190"/>
                  <a:pt x="3989301" y="1002190"/>
                </a:cubicBezTo>
                <a:lnTo>
                  <a:pt x="4009988" y="1002190"/>
                </a:lnTo>
                <a:cubicBezTo>
                  <a:pt x="4010486" y="1002190"/>
                  <a:pt x="4010985" y="1002523"/>
                  <a:pt x="4011234" y="1002938"/>
                </a:cubicBezTo>
                <a:lnTo>
                  <a:pt x="4021536" y="1020800"/>
                </a:lnTo>
                <a:cubicBezTo>
                  <a:pt x="4021785" y="1021298"/>
                  <a:pt x="4021785" y="1021880"/>
                  <a:pt x="4021536" y="1022296"/>
                </a:cubicBezTo>
                <a:lnTo>
                  <a:pt x="4011234" y="1040157"/>
                </a:lnTo>
                <a:cubicBezTo>
                  <a:pt x="4010985" y="1040656"/>
                  <a:pt x="4010486" y="1040905"/>
                  <a:pt x="4009988" y="1040905"/>
                </a:cubicBezTo>
                <a:close/>
                <a:moveTo>
                  <a:pt x="4410605" y="1153793"/>
                </a:moveTo>
                <a:cubicBezTo>
                  <a:pt x="4410107" y="1153793"/>
                  <a:pt x="4409608" y="1153461"/>
                  <a:pt x="4409359" y="1153045"/>
                </a:cubicBezTo>
                <a:lnTo>
                  <a:pt x="4399057" y="1135184"/>
                </a:lnTo>
                <a:cubicBezTo>
                  <a:pt x="4398808" y="1134685"/>
                  <a:pt x="4398808" y="1134103"/>
                  <a:pt x="4399057" y="1133688"/>
                </a:cubicBezTo>
                <a:lnTo>
                  <a:pt x="4409359" y="1115826"/>
                </a:lnTo>
                <a:cubicBezTo>
                  <a:pt x="4409608" y="1115327"/>
                  <a:pt x="4410107" y="1115078"/>
                  <a:pt x="4410605" y="1115078"/>
                </a:cubicBezTo>
                <a:lnTo>
                  <a:pt x="4431292" y="1115078"/>
                </a:lnTo>
                <a:cubicBezTo>
                  <a:pt x="4431790" y="1115078"/>
                  <a:pt x="4432289" y="1115411"/>
                  <a:pt x="4432538" y="1115826"/>
                </a:cubicBezTo>
                <a:lnTo>
                  <a:pt x="4442840" y="1133688"/>
                </a:lnTo>
                <a:cubicBezTo>
                  <a:pt x="4443089" y="1134186"/>
                  <a:pt x="4443089" y="1134768"/>
                  <a:pt x="4442840" y="1135184"/>
                </a:cubicBezTo>
                <a:lnTo>
                  <a:pt x="4432538" y="1153045"/>
                </a:lnTo>
                <a:cubicBezTo>
                  <a:pt x="4432289" y="1153544"/>
                  <a:pt x="4431790" y="1153793"/>
                  <a:pt x="4431292" y="1153793"/>
                </a:cubicBezTo>
                <a:close/>
                <a:moveTo>
                  <a:pt x="4952281" y="1298934"/>
                </a:moveTo>
                <a:cubicBezTo>
                  <a:pt x="4951782" y="1298934"/>
                  <a:pt x="4951284" y="1298602"/>
                  <a:pt x="4951035" y="1298187"/>
                </a:cubicBezTo>
                <a:lnTo>
                  <a:pt x="4940733" y="1280326"/>
                </a:lnTo>
                <a:cubicBezTo>
                  <a:pt x="4940484" y="1279827"/>
                  <a:pt x="4940484" y="1279244"/>
                  <a:pt x="4940733" y="1278830"/>
                </a:cubicBezTo>
                <a:lnTo>
                  <a:pt x="4951035" y="1260967"/>
                </a:lnTo>
                <a:cubicBezTo>
                  <a:pt x="4951284" y="1260468"/>
                  <a:pt x="4951782" y="1260219"/>
                  <a:pt x="4952281" y="1260219"/>
                </a:cubicBezTo>
                <a:lnTo>
                  <a:pt x="4972968" y="1260220"/>
                </a:lnTo>
                <a:cubicBezTo>
                  <a:pt x="4973466" y="1260219"/>
                  <a:pt x="4973965" y="1260552"/>
                  <a:pt x="4974214" y="1260967"/>
                </a:cubicBezTo>
                <a:lnTo>
                  <a:pt x="4984516" y="1278829"/>
                </a:lnTo>
                <a:cubicBezTo>
                  <a:pt x="4984765" y="1279327"/>
                  <a:pt x="4984765" y="1279909"/>
                  <a:pt x="4984516" y="1280325"/>
                </a:cubicBezTo>
                <a:lnTo>
                  <a:pt x="4974214" y="1298186"/>
                </a:lnTo>
                <a:cubicBezTo>
                  <a:pt x="4973965" y="1298685"/>
                  <a:pt x="4973466" y="1298935"/>
                  <a:pt x="4972968" y="1298934"/>
                </a:cubicBezTo>
                <a:close/>
                <a:moveTo>
                  <a:pt x="2304005" y="589426"/>
                </a:moveTo>
                <a:cubicBezTo>
                  <a:pt x="2303507" y="589426"/>
                  <a:pt x="2303008" y="589094"/>
                  <a:pt x="2302759" y="588679"/>
                </a:cubicBezTo>
                <a:lnTo>
                  <a:pt x="2292374" y="570734"/>
                </a:lnTo>
                <a:cubicBezTo>
                  <a:pt x="2292125" y="570235"/>
                  <a:pt x="2292125" y="569654"/>
                  <a:pt x="2292374" y="569238"/>
                </a:cubicBezTo>
                <a:lnTo>
                  <a:pt x="2302759" y="551293"/>
                </a:lnTo>
                <a:cubicBezTo>
                  <a:pt x="2303008" y="550794"/>
                  <a:pt x="2303507" y="550545"/>
                  <a:pt x="2304005" y="550545"/>
                </a:cubicBezTo>
                <a:lnTo>
                  <a:pt x="2324775" y="550545"/>
                </a:lnTo>
                <a:cubicBezTo>
                  <a:pt x="2325273" y="550545"/>
                  <a:pt x="2325772" y="550878"/>
                  <a:pt x="2326021" y="551293"/>
                </a:cubicBezTo>
                <a:lnTo>
                  <a:pt x="2336406" y="569238"/>
                </a:lnTo>
                <a:cubicBezTo>
                  <a:pt x="2336655" y="569736"/>
                  <a:pt x="2336655" y="570318"/>
                  <a:pt x="2336406" y="570734"/>
                </a:cubicBezTo>
                <a:lnTo>
                  <a:pt x="2326021" y="588679"/>
                </a:lnTo>
                <a:cubicBezTo>
                  <a:pt x="2325772" y="589177"/>
                  <a:pt x="2325273" y="589426"/>
                  <a:pt x="2324775" y="589426"/>
                </a:cubicBezTo>
                <a:close/>
                <a:moveTo>
                  <a:pt x="3748475" y="976471"/>
                </a:moveTo>
                <a:cubicBezTo>
                  <a:pt x="3747976" y="976471"/>
                  <a:pt x="3747478" y="976139"/>
                  <a:pt x="3747229" y="975723"/>
                </a:cubicBezTo>
                <a:lnTo>
                  <a:pt x="3736844" y="957779"/>
                </a:lnTo>
                <a:cubicBezTo>
                  <a:pt x="3736595" y="957280"/>
                  <a:pt x="3736595" y="956699"/>
                  <a:pt x="3736844" y="956283"/>
                </a:cubicBezTo>
                <a:lnTo>
                  <a:pt x="3747229" y="938338"/>
                </a:lnTo>
                <a:cubicBezTo>
                  <a:pt x="3747478" y="937838"/>
                  <a:pt x="3747976" y="937590"/>
                  <a:pt x="3748475" y="937590"/>
                </a:cubicBezTo>
                <a:lnTo>
                  <a:pt x="3769245" y="937590"/>
                </a:lnTo>
                <a:cubicBezTo>
                  <a:pt x="3769743" y="937590"/>
                  <a:pt x="3770242" y="937923"/>
                  <a:pt x="3770491" y="938338"/>
                </a:cubicBezTo>
                <a:lnTo>
                  <a:pt x="3780876" y="956283"/>
                </a:lnTo>
                <a:cubicBezTo>
                  <a:pt x="3781124" y="956781"/>
                  <a:pt x="3781125" y="957363"/>
                  <a:pt x="3780876" y="957778"/>
                </a:cubicBezTo>
                <a:lnTo>
                  <a:pt x="3770491" y="975724"/>
                </a:lnTo>
                <a:cubicBezTo>
                  <a:pt x="3770242" y="976222"/>
                  <a:pt x="3769743" y="976470"/>
                  <a:pt x="3769245" y="976471"/>
                </a:cubicBezTo>
                <a:close/>
                <a:moveTo>
                  <a:pt x="3808661" y="992598"/>
                </a:moveTo>
                <a:cubicBezTo>
                  <a:pt x="3808162" y="992598"/>
                  <a:pt x="3807664" y="992265"/>
                  <a:pt x="3807415" y="991850"/>
                </a:cubicBezTo>
                <a:lnTo>
                  <a:pt x="3797030" y="973905"/>
                </a:lnTo>
                <a:cubicBezTo>
                  <a:pt x="3796780" y="973406"/>
                  <a:pt x="3796781" y="972826"/>
                  <a:pt x="3797029" y="972409"/>
                </a:cubicBezTo>
                <a:lnTo>
                  <a:pt x="3807415" y="954464"/>
                </a:lnTo>
                <a:cubicBezTo>
                  <a:pt x="3807664" y="953965"/>
                  <a:pt x="3808162" y="953717"/>
                  <a:pt x="3808661" y="953716"/>
                </a:cubicBezTo>
                <a:lnTo>
                  <a:pt x="3829431" y="953716"/>
                </a:lnTo>
                <a:cubicBezTo>
                  <a:pt x="3829929" y="953716"/>
                  <a:pt x="3830428" y="954049"/>
                  <a:pt x="3830676" y="954464"/>
                </a:cubicBezTo>
                <a:lnTo>
                  <a:pt x="3841062" y="972409"/>
                </a:lnTo>
                <a:cubicBezTo>
                  <a:pt x="3841310" y="972908"/>
                  <a:pt x="3841311" y="973490"/>
                  <a:pt x="3841062" y="973905"/>
                </a:cubicBezTo>
                <a:lnTo>
                  <a:pt x="3830677" y="991850"/>
                </a:lnTo>
                <a:cubicBezTo>
                  <a:pt x="3830428" y="992348"/>
                  <a:pt x="3829929" y="992597"/>
                  <a:pt x="3829431" y="992597"/>
                </a:cubicBezTo>
                <a:close/>
                <a:moveTo>
                  <a:pt x="4169778" y="1089359"/>
                </a:moveTo>
                <a:cubicBezTo>
                  <a:pt x="4169279" y="1089359"/>
                  <a:pt x="4168781" y="1089026"/>
                  <a:pt x="4168532" y="1088611"/>
                </a:cubicBezTo>
                <a:lnTo>
                  <a:pt x="4158147" y="1070666"/>
                </a:lnTo>
                <a:cubicBezTo>
                  <a:pt x="4157898" y="1070167"/>
                  <a:pt x="4157898" y="1069587"/>
                  <a:pt x="4158147" y="1069170"/>
                </a:cubicBezTo>
                <a:lnTo>
                  <a:pt x="4168532" y="1051225"/>
                </a:lnTo>
                <a:cubicBezTo>
                  <a:pt x="4168781" y="1050726"/>
                  <a:pt x="4169279" y="1050478"/>
                  <a:pt x="4169778" y="1050477"/>
                </a:cubicBezTo>
                <a:lnTo>
                  <a:pt x="4190548" y="1050478"/>
                </a:lnTo>
                <a:cubicBezTo>
                  <a:pt x="4191046" y="1050477"/>
                  <a:pt x="4191545" y="1050810"/>
                  <a:pt x="4191794" y="1051225"/>
                </a:cubicBezTo>
                <a:lnTo>
                  <a:pt x="4202179" y="1069170"/>
                </a:lnTo>
                <a:cubicBezTo>
                  <a:pt x="4202428" y="1069669"/>
                  <a:pt x="4202428" y="1070251"/>
                  <a:pt x="4202179" y="1070666"/>
                </a:cubicBezTo>
                <a:lnTo>
                  <a:pt x="4191794" y="1088611"/>
                </a:lnTo>
                <a:cubicBezTo>
                  <a:pt x="4191545" y="1089109"/>
                  <a:pt x="4191046" y="1089358"/>
                  <a:pt x="4190548" y="1089358"/>
                </a:cubicBezTo>
                <a:close/>
                <a:moveTo>
                  <a:pt x="4350336" y="1137739"/>
                </a:moveTo>
                <a:cubicBezTo>
                  <a:pt x="4349837" y="1137739"/>
                  <a:pt x="4349339" y="1137407"/>
                  <a:pt x="4349090" y="1136992"/>
                </a:cubicBezTo>
                <a:lnTo>
                  <a:pt x="4338706" y="1119047"/>
                </a:lnTo>
                <a:cubicBezTo>
                  <a:pt x="4338456" y="1118548"/>
                  <a:pt x="4338457" y="1117967"/>
                  <a:pt x="4338705" y="1117551"/>
                </a:cubicBezTo>
                <a:lnTo>
                  <a:pt x="4349091" y="1099606"/>
                </a:lnTo>
                <a:cubicBezTo>
                  <a:pt x="4349339" y="1099107"/>
                  <a:pt x="4349838" y="1098858"/>
                  <a:pt x="4350337" y="1098858"/>
                </a:cubicBezTo>
                <a:lnTo>
                  <a:pt x="4371106" y="1098858"/>
                </a:lnTo>
                <a:cubicBezTo>
                  <a:pt x="4371604" y="1098858"/>
                  <a:pt x="4372104" y="1099191"/>
                  <a:pt x="4372352" y="1099606"/>
                </a:cubicBezTo>
                <a:lnTo>
                  <a:pt x="4382738" y="1117551"/>
                </a:lnTo>
                <a:cubicBezTo>
                  <a:pt x="4382986" y="1118049"/>
                  <a:pt x="4382987" y="1118631"/>
                  <a:pt x="4382737" y="1119047"/>
                </a:cubicBezTo>
                <a:lnTo>
                  <a:pt x="4372353" y="1136992"/>
                </a:lnTo>
                <a:cubicBezTo>
                  <a:pt x="4372104" y="1137490"/>
                  <a:pt x="4371604" y="1137739"/>
                  <a:pt x="4371106" y="1137739"/>
                </a:cubicBezTo>
                <a:close/>
                <a:moveTo>
                  <a:pt x="4771640" y="1250627"/>
                </a:moveTo>
                <a:cubicBezTo>
                  <a:pt x="4771141" y="1250627"/>
                  <a:pt x="4770643" y="1250295"/>
                  <a:pt x="4770394" y="1249880"/>
                </a:cubicBezTo>
                <a:lnTo>
                  <a:pt x="4760010" y="1231935"/>
                </a:lnTo>
                <a:cubicBezTo>
                  <a:pt x="4759760" y="1231436"/>
                  <a:pt x="4759761" y="1230855"/>
                  <a:pt x="4760009" y="1230439"/>
                </a:cubicBezTo>
                <a:lnTo>
                  <a:pt x="4770395" y="1212494"/>
                </a:lnTo>
                <a:cubicBezTo>
                  <a:pt x="4770643" y="1211995"/>
                  <a:pt x="4771142" y="1211746"/>
                  <a:pt x="4771641" y="1211746"/>
                </a:cubicBezTo>
                <a:lnTo>
                  <a:pt x="4792410" y="1211746"/>
                </a:lnTo>
                <a:cubicBezTo>
                  <a:pt x="4792908" y="1211746"/>
                  <a:pt x="4793408" y="1212079"/>
                  <a:pt x="4793656" y="1212494"/>
                </a:cubicBezTo>
                <a:lnTo>
                  <a:pt x="4804042" y="1230439"/>
                </a:lnTo>
                <a:cubicBezTo>
                  <a:pt x="4804290" y="1230937"/>
                  <a:pt x="4804291" y="1231519"/>
                  <a:pt x="4804041" y="1231935"/>
                </a:cubicBezTo>
                <a:lnTo>
                  <a:pt x="4793657" y="1249880"/>
                </a:lnTo>
                <a:cubicBezTo>
                  <a:pt x="4793408" y="1250378"/>
                  <a:pt x="4792908" y="1250627"/>
                  <a:pt x="4792410" y="1250627"/>
                </a:cubicBezTo>
                <a:close/>
                <a:moveTo>
                  <a:pt x="4831826" y="1266754"/>
                </a:moveTo>
                <a:cubicBezTo>
                  <a:pt x="4831327" y="1266754"/>
                  <a:pt x="4830829" y="1266422"/>
                  <a:pt x="4830580" y="1266007"/>
                </a:cubicBezTo>
                <a:lnTo>
                  <a:pt x="4820195" y="1248062"/>
                </a:lnTo>
                <a:cubicBezTo>
                  <a:pt x="4819946" y="1247563"/>
                  <a:pt x="4819946" y="1246982"/>
                  <a:pt x="4820195" y="1246566"/>
                </a:cubicBezTo>
                <a:lnTo>
                  <a:pt x="4830580" y="1228621"/>
                </a:lnTo>
                <a:cubicBezTo>
                  <a:pt x="4830829" y="1228122"/>
                  <a:pt x="4831327" y="1227873"/>
                  <a:pt x="4831827" y="1227873"/>
                </a:cubicBezTo>
                <a:lnTo>
                  <a:pt x="4852596" y="1227873"/>
                </a:lnTo>
                <a:cubicBezTo>
                  <a:pt x="4853094" y="1227873"/>
                  <a:pt x="4853594" y="1228206"/>
                  <a:pt x="4853842" y="1228621"/>
                </a:cubicBezTo>
                <a:lnTo>
                  <a:pt x="4864227" y="1246566"/>
                </a:lnTo>
                <a:cubicBezTo>
                  <a:pt x="4864476" y="1247064"/>
                  <a:pt x="4864476" y="1247646"/>
                  <a:pt x="4864227" y="1248062"/>
                </a:cubicBezTo>
                <a:lnTo>
                  <a:pt x="4853842" y="1266007"/>
                </a:lnTo>
                <a:cubicBezTo>
                  <a:pt x="4853594" y="1266505"/>
                  <a:pt x="4853094" y="1266754"/>
                  <a:pt x="4852596" y="1266754"/>
                </a:cubicBezTo>
                <a:close/>
                <a:moveTo>
                  <a:pt x="4109508" y="1073315"/>
                </a:moveTo>
                <a:cubicBezTo>
                  <a:pt x="4109009" y="1073314"/>
                  <a:pt x="4108511" y="1072983"/>
                  <a:pt x="4108262" y="1072567"/>
                </a:cubicBezTo>
                <a:lnTo>
                  <a:pt x="4097877" y="1054538"/>
                </a:lnTo>
                <a:cubicBezTo>
                  <a:pt x="4097628" y="1054040"/>
                  <a:pt x="4097628" y="1053459"/>
                  <a:pt x="4097877" y="1053043"/>
                </a:cubicBezTo>
                <a:lnTo>
                  <a:pt x="4108345" y="1035014"/>
                </a:lnTo>
                <a:cubicBezTo>
                  <a:pt x="4108594" y="1034517"/>
                  <a:pt x="4109093" y="1034268"/>
                  <a:pt x="4109591" y="1034268"/>
                </a:cubicBezTo>
                <a:lnTo>
                  <a:pt x="4130444" y="1034268"/>
                </a:lnTo>
                <a:cubicBezTo>
                  <a:pt x="4130943" y="1034268"/>
                  <a:pt x="4131441" y="1034600"/>
                  <a:pt x="4131690" y="1035015"/>
                </a:cubicBezTo>
                <a:lnTo>
                  <a:pt x="4142075" y="1053043"/>
                </a:lnTo>
                <a:cubicBezTo>
                  <a:pt x="4142324" y="1053542"/>
                  <a:pt x="4142324" y="1054123"/>
                  <a:pt x="4142075" y="1054539"/>
                </a:cubicBezTo>
                <a:lnTo>
                  <a:pt x="4131607" y="1072567"/>
                </a:lnTo>
                <a:cubicBezTo>
                  <a:pt x="4131358" y="1073066"/>
                  <a:pt x="4130859" y="1073315"/>
                  <a:pt x="4130361" y="1073315"/>
                </a:cubicBezTo>
                <a:close/>
                <a:moveTo>
                  <a:pt x="4290067" y="1121695"/>
                </a:moveTo>
                <a:cubicBezTo>
                  <a:pt x="4289568" y="1121695"/>
                  <a:pt x="4289070" y="1121363"/>
                  <a:pt x="4288820" y="1120947"/>
                </a:cubicBezTo>
                <a:lnTo>
                  <a:pt x="4278436" y="1102919"/>
                </a:lnTo>
                <a:cubicBezTo>
                  <a:pt x="4278187" y="1102421"/>
                  <a:pt x="4278187" y="1101839"/>
                  <a:pt x="4278436" y="1101423"/>
                </a:cubicBezTo>
                <a:lnTo>
                  <a:pt x="4288903" y="1083395"/>
                </a:lnTo>
                <a:cubicBezTo>
                  <a:pt x="4289153" y="1082897"/>
                  <a:pt x="4289652" y="1082648"/>
                  <a:pt x="4290150" y="1082648"/>
                </a:cubicBezTo>
                <a:lnTo>
                  <a:pt x="4311003" y="1082648"/>
                </a:lnTo>
                <a:cubicBezTo>
                  <a:pt x="4311502" y="1082648"/>
                  <a:pt x="4312000" y="1082980"/>
                  <a:pt x="4312249" y="1083395"/>
                </a:cubicBezTo>
                <a:lnTo>
                  <a:pt x="4322634" y="1101423"/>
                </a:lnTo>
                <a:cubicBezTo>
                  <a:pt x="4322883" y="1101922"/>
                  <a:pt x="4322883" y="1102504"/>
                  <a:pt x="4322634" y="1102919"/>
                </a:cubicBezTo>
                <a:lnTo>
                  <a:pt x="4312166" y="1120947"/>
                </a:lnTo>
                <a:cubicBezTo>
                  <a:pt x="4311917" y="1121446"/>
                  <a:pt x="4311418" y="1121695"/>
                  <a:pt x="4310920" y="1121695"/>
                </a:cubicBezTo>
                <a:close/>
                <a:moveTo>
                  <a:pt x="4711371" y="1234583"/>
                </a:moveTo>
                <a:cubicBezTo>
                  <a:pt x="4710872" y="1234583"/>
                  <a:pt x="4710374" y="1234251"/>
                  <a:pt x="4710124" y="1233835"/>
                </a:cubicBezTo>
                <a:lnTo>
                  <a:pt x="4699740" y="1215807"/>
                </a:lnTo>
                <a:cubicBezTo>
                  <a:pt x="4699491" y="1215309"/>
                  <a:pt x="4699491" y="1214727"/>
                  <a:pt x="4699740" y="1214311"/>
                </a:cubicBezTo>
                <a:lnTo>
                  <a:pt x="4710207" y="1196283"/>
                </a:lnTo>
                <a:cubicBezTo>
                  <a:pt x="4710457" y="1195785"/>
                  <a:pt x="4710956" y="1195536"/>
                  <a:pt x="4711454" y="1195536"/>
                </a:cubicBezTo>
                <a:lnTo>
                  <a:pt x="4732307" y="1195536"/>
                </a:lnTo>
                <a:cubicBezTo>
                  <a:pt x="4732806" y="1195536"/>
                  <a:pt x="4733304" y="1195868"/>
                  <a:pt x="4733553" y="1196283"/>
                </a:cubicBezTo>
                <a:lnTo>
                  <a:pt x="4743938" y="1214311"/>
                </a:lnTo>
                <a:cubicBezTo>
                  <a:pt x="4744187" y="1214810"/>
                  <a:pt x="4744187" y="1215392"/>
                  <a:pt x="4743938" y="1215807"/>
                </a:cubicBezTo>
                <a:lnTo>
                  <a:pt x="4733470" y="1233835"/>
                </a:lnTo>
                <a:cubicBezTo>
                  <a:pt x="4733221" y="1234334"/>
                  <a:pt x="4732722" y="1234583"/>
                  <a:pt x="4732224" y="1234583"/>
                </a:cubicBezTo>
                <a:close/>
                <a:moveTo>
                  <a:pt x="2123363" y="541210"/>
                </a:moveTo>
                <a:cubicBezTo>
                  <a:pt x="2122865" y="541210"/>
                  <a:pt x="2122366" y="540879"/>
                  <a:pt x="2122117" y="540463"/>
                </a:cubicBezTo>
                <a:lnTo>
                  <a:pt x="2111649" y="522351"/>
                </a:lnTo>
                <a:cubicBezTo>
                  <a:pt x="2111400" y="521854"/>
                  <a:pt x="2111400" y="521272"/>
                  <a:pt x="2111649" y="520857"/>
                </a:cubicBezTo>
                <a:lnTo>
                  <a:pt x="2122117" y="502745"/>
                </a:lnTo>
                <a:cubicBezTo>
                  <a:pt x="2122366" y="502247"/>
                  <a:pt x="2122865" y="501998"/>
                  <a:pt x="2123363" y="501998"/>
                </a:cubicBezTo>
                <a:lnTo>
                  <a:pt x="2144299" y="501998"/>
                </a:lnTo>
                <a:cubicBezTo>
                  <a:pt x="2144798" y="501998"/>
                  <a:pt x="2145296" y="502330"/>
                  <a:pt x="2145545" y="502745"/>
                </a:cubicBezTo>
                <a:lnTo>
                  <a:pt x="2156013" y="520857"/>
                </a:lnTo>
                <a:cubicBezTo>
                  <a:pt x="2156263" y="521354"/>
                  <a:pt x="2156263" y="521937"/>
                  <a:pt x="2156013" y="522352"/>
                </a:cubicBezTo>
                <a:lnTo>
                  <a:pt x="2145545" y="540463"/>
                </a:lnTo>
                <a:cubicBezTo>
                  <a:pt x="2145296" y="540962"/>
                  <a:pt x="2144798" y="541211"/>
                  <a:pt x="2144299" y="541211"/>
                </a:cubicBezTo>
                <a:close/>
                <a:moveTo>
                  <a:pt x="4049322" y="1057270"/>
                </a:moveTo>
                <a:cubicBezTo>
                  <a:pt x="4048824" y="1057270"/>
                  <a:pt x="4048326" y="1056938"/>
                  <a:pt x="4048077" y="1056523"/>
                </a:cubicBezTo>
                <a:lnTo>
                  <a:pt x="4037609" y="1038411"/>
                </a:lnTo>
                <a:cubicBezTo>
                  <a:pt x="4037359" y="1037913"/>
                  <a:pt x="4037360" y="1037331"/>
                  <a:pt x="4037609" y="1036916"/>
                </a:cubicBezTo>
                <a:lnTo>
                  <a:pt x="4048076" y="1018804"/>
                </a:lnTo>
                <a:cubicBezTo>
                  <a:pt x="4048325" y="1018306"/>
                  <a:pt x="4048824" y="1018057"/>
                  <a:pt x="4049322" y="1018057"/>
                </a:cubicBezTo>
                <a:lnTo>
                  <a:pt x="4070259" y="1018057"/>
                </a:lnTo>
                <a:cubicBezTo>
                  <a:pt x="4070758" y="1018057"/>
                  <a:pt x="4071255" y="1018389"/>
                  <a:pt x="4071504" y="1018804"/>
                </a:cubicBezTo>
                <a:lnTo>
                  <a:pt x="4081972" y="1036916"/>
                </a:lnTo>
                <a:cubicBezTo>
                  <a:pt x="4082222" y="1037414"/>
                  <a:pt x="4082222" y="1037996"/>
                  <a:pt x="4081972" y="1038411"/>
                </a:cubicBezTo>
                <a:lnTo>
                  <a:pt x="4071504" y="1056523"/>
                </a:lnTo>
                <a:cubicBezTo>
                  <a:pt x="4071255" y="1057021"/>
                  <a:pt x="4070758" y="1057270"/>
                  <a:pt x="4070259" y="1057270"/>
                </a:cubicBezTo>
                <a:close/>
                <a:moveTo>
                  <a:pt x="2243675" y="573542"/>
                </a:moveTo>
                <a:cubicBezTo>
                  <a:pt x="2243177" y="573541"/>
                  <a:pt x="2242678" y="573208"/>
                  <a:pt x="2242429" y="572794"/>
                </a:cubicBezTo>
                <a:lnTo>
                  <a:pt x="2231878" y="554516"/>
                </a:lnTo>
                <a:cubicBezTo>
                  <a:pt x="2231629" y="554018"/>
                  <a:pt x="2231629" y="553435"/>
                  <a:pt x="2231878" y="553021"/>
                </a:cubicBezTo>
                <a:lnTo>
                  <a:pt x="2242429" y="534743"/>
                </a:lnTo>
                <a:cubicBezTo>
                  <a:pt x="2242678" y="534245"/>
                  <a:pt x="2243177" y="533995"/>
                  <a:pt x="2243675" y="533996"/>
                </a:cubicBezTo>
                <a:lnTo>
                  <a:pt x="2264694" y="533995"/>
                </a:lnTo>
                <a:cubicBezTo>
                  <a:pt x="2265193" y="533995"/>
                  <a:pt x="2265691" y="534328"/>
                  <a:pt x="2265940" y="534742"/>
                </a:cubicBezTo>
                <a:lnTo>
                  <a:pt x="2276492" y="553021"/>
                </a:lnTo>
                <a:cubicBezTo>
                  <a:pt x="2276741" y="553518"/>
                  <a:pt x="2276741" y="554100"/>
                  <a:pt x="2276492" y="554516"/>
                </a:cubicBezTo>
                <a:lnTo>
                  <a:pt x="2265940" y="572793"/>
                </a:lnTo>
                <a:cubicBezTo>
                  <a:pt x="2265691" y="573291"/>
                  <a:pt x="2265193" y="573541"/>
                  <a:pt x="2264694" y="573541"/>
                </a:cubicBezTo>
                <a:close/>
                <a:moveTo>
                  <a:pt x="4891869" y="1283123"/>
                </a:moveTo>
                <a:cubicBezTo>
                  <a:pt x="4891371" y="1283123"/>
                  <a:pt x="4890872" y="1282790"/>
                  <a:pt x="4890623" y="1282375"/>
                </a:cubicBezTo>
                <a:lnTo>
                  <a:pt x="4880072" y="1264097"/>
                </a:lnTo>
                <a:cubicBezTo>
                  <a:pt x="4879823" y="1263599"/>
                  <a:pt x="4879823" y="1263017"/>
                  <a:pt x="4880072" y="1262602"/>
                </a:cubicBezTo>
                <a:lnTo>
                  <a:pt x="4890623" y="1244324"/>
                </a:lnTo>
                <a:cubicBezTo>
                  <a:pt x="4890872" y="1243826"/>
                  <a:pt x="4891371" y="1243577"/>
                  <a:pt x="4891869" y="1243577"/>
                </a:cubicBezTo>
                <a:lnTo>
                  <a:pt x="4912888" y="1243577"/>
                </a:lnTo>
                <a:cubicBezTo>
                  <a:pt x="4913387" y="1243577"/>
                  <a:pt x="4913885" y="1243909"/>
                  <a:pt x="4914134" y="1244324"/>
                </a:cubicBezTo>
                <a:lnTo>
                  <a:pt x="4924685" y="1262602"/>
                </a:lnTo>
                <a:cubicBezTo>
                  <a:pt x="4924935" y="1263100"/>
                  <a:pt x="4924935" y="1263682"/>
                  <a:pt x="4924685" y="1264097"/>
                </a:cubicBezTo>
                <a:lnTo>
                  <a:pt x="4914134" y="1282375"/>
                </a:lnTo>
                <a:cubicBezTo>
                  <a:pt x="4913885" y="1282873"/>
                  <a:pt x="4913387" y="1283123"/>
                  <a:pt x="4912888" y="1283123"/>
                </a:cubicBezTo>
                <a:close/>
                <a:moveTo>
                  <a:pt x="2364023" y="605979"/>
                </a:moveTo>
                <a:cubicBezTo>
                  <a:pt x="2363442" y="605979"/>
                  <a:pt x="2362943" y="605730"/>
                  <a:pt x="2362694" y="605231"/>
                </a:cubicBezTo>
                <a:lnTo>
                  <a:pt x="2352143" y="586871"/>
                </a:lnTo>
                <a:cubicBezTo>
                  <a:pt x="2351894" y="586372"/>
                  <a:pt x="2351894" y="585873"/>
                  <a:pt x="2352143" y="585375"/>
                </a:cubicBezTo>
                <a:lnTo>
                  <a:pt x="2362694" y="567014"/>
                </a:lnTo>
                <a:cubicBezTo>
                  <a:pt x="2363026" y="566515"/>
                  <a:pt x="2363525" y="566267"/>
                  <a:pt x="2364023" y="566267"/>
                </a:cubicBezTo>
                <a:lnTo>
                  <a:pt x="2385209" y="566267"/>
                </a:lnTo>
                <a:cubicBezTo>
                  <a:pt x="2385790" y="566267"/>
                  <a:pt x="2386289" y="566516"/>
                  <a:pt x="2386537" y="567015"/>
                </a:cubicBezTo>
                <a:lnTo>
                  <a:pt x="2397089" y="585375"/>
                </a:lnTo>
                <a:cubicBezTo>
                  <a:pt x="2397338" y="585874"/>
                  <a:pt x="2397338" y="586373"/>
                  <a:pt x="2397089" y="586871"/>
                </a:cubicBezTo>
                <a:lnTo>
                  <a:pt x="2386538" y="605231"/>
                </a:lnTo>
                <a:cubicBezTo>
                  <a:pt x="2386205" y="605730"/>
                  <a:pt x="2385707" y="605978"/>
                  <a:pt x="2385209" y="605978"/>
                </a:cubicBezTo>
                <a:close/>
                <a:moveTo>
                  <a:pt x="2544418" y="654516"/>
                </a:moveTo>
                <a:cubicBezTo>
                  <a:pt x="2543835" y="654515"/>
                  <a:pt x="2543336" y="654266"/>
                  <a:pt x="2543088" y="653767"/>
                </a:cubicBezTo>
                <a:lnTo>
                  <a:pt x="2532454" y="635241"/>
                </a:lnTo>
                <a:cubicBezTo>
                  <a:pt x="2532205" y="634826"/>
                  <a:pt x="2532204" y="634243"/>
                  <a:pt x="2532454" y="633745"/>
                </a:cubicBezTo>
                <a:lnTo>
                  <a:pt x="2543171" y="615218"/>
                </a:lnTo>
                <a:cubicBezTo>
                  <a:pt x="2543503" y="614804"/>
                  <a:pt x="2544002" y="614471"/>
                  <a:pt x="2544500" y="614471"/>
                </a:cubicBezTo>
                <a:lnTo>
                  <a:pt x="2565852" y="614472"/>
                </a:lnTo>
                <a:cubicBezTo>
                  <a:pt x="2566433" y="614472"/>
                  <a:pt x="2566932" y="614721"/>
                  <a:pt x="2567181" y="615219"/>
                </a:cubicBezTo>
                <a:lnTo>
                  <a:pt x="2577814" y="633746"/>
                </a:lnTo>
                <a:cubicBezTo>
                  <a:pt x="2578064" y="634161"/>
                  <a:pt x="2578064" y="634743"/>
                  <a:pt x="2577815" y="635242"/>
                </a:cubicBezTo>
                <a:lnTo>
                  <a:pt x="2567098" y="653768"/>
                </a:lnTo>
                <a:cubicBezTo>
                  <a:pt x="2566766" y="654183"/>
                  <a:pt x="2566267" y="654516"/>
                  <a:pt x="2565769" y="654516"/>
                </a:cubicBezTo>
                <a:close/>
                <a:moveTo>
                  <a:pt x="2002742" y="509456"/>
                </a:moveTo>
                <a:cubicBezTo>
                  <a:pt x="2002160" y="509456"/>
                  <a:pt x="2001662" y="509207"/>
                  <a:pt x="2001412" y="508709"/>
                </a:cubicBezTo>
                <a:lnTo>
                  <a:pt x="1990695" y="490099"/>
                </a:lnTo>
                <a:cubicBezTo>
                  <a:pt x="1990446" y="489683"/>
                  <a:pt x="1990446" y="489102"/>
                  <a:pt x="1990695" y="488603"/>
                </a:cubicBezTo>
                <a:lnTo>
                  <a:pt x="2001412" y="469993"/>
                </a:lnTo>
                <a:cubicBezTo>
                  <a:pt x="2001745" y="469578"/>
                  <a:pt x="2002243" y="469246"/>
                  <a:pt x="2002742" y="469246"/>
                </a:cubicBezTo>
                <a:lnTo>
                  <a:pt x="2024176" y="469246"/>
                </a:lnTo>
                <a:cubicBezTo>
                  <a:pt x="2024757" y="469246"/>
                  <a:pt x="2025256" y="469495"/>
                  <a:pt x="2025505" y="469993"/>
                </a:cubicBezTo>
                <a:lnTo>
                  <a:pt x="2036222" y="488603"/>
                </a:lnTo>
                <a:cubicBezTo>
                  <a:pt x="2036472" y="489019"/>
                  <a:pt x="2036472" y="489600"/>
                  <a:pt x="2036222" y="490099"/>
                </a:cubicBezTo>
                <a:lnTo>
                  <a:pt x="2025505" y="508709"/>
                </a:lnTo>
                <a:cubicBezTo>
                  <a:pt x="2025173" y="509124"/>
                  <a:pt x="2024674" y="509456"/>
                  <a:pt x="2024176" y="509456"/>
                </a:cubicBezTo>
                <a:close/>
                <a:moveTo>
                  <a:pt x="1882285" y="477285"/>
                </a:moveTo>
                <a:cubicBezTo>
                  <a:pt x="1881704" y="477285"/>
                  <a:pt x="1881205" y="477036"/>
                  <a:pt x="1880956" y="476538"/>
                </a:cubicBezTo>
                <a:lnTo>
                  <a:pt x="1870156" y="457845"/>
                </a:lnTo>
                <a:cubicBezTo>
                  <a:pt x="1869907" y="457429"/>
                  <a:pt x="1869907" y="456848"/>
                  <a:pt x="1870156" y="456349"/>
                </a:cubicBezTo>
                <a:lnTo>
                  <a:pt x="1880956" y="437656"/>
                </a:lnTo>
                <a:cubicBezTo>
                  <a:pt x="1881205" y="437241"/>
                  <a:pt x="1881787" y="436909"/>
                  <a:pt x="1882285" y="436909"/>
                </a:cubicBezTo>
                <a:lnTo>
                  <a:pt x="1903886" y="436909"/>
                </a:lnTo>
                <a:cubicBezTo>
                  <a:pt x="1904467" y="436909"/>
                  <a:pt x="1904966" y="437158"/>
                  <a:pt x="1905215" y="437656"/>
                </a:cubicBezTo>
                <a:lnTo>
                  <a:pt x="1916016" y="456349"/>
                </a:lnTo>
                <a:cubicBezTo>
                  <a:pt x="1916265" y="456765"/>
                  <a:pt x="1916265" y="457347"/>
                  <a:pt x="1916017" y="457845"/>
                </a:cubicBezTo>
                <a:lnTo>
                  <a:pt x="1905215" y="476538"/>
                </a:lnTo>
                <a:cubicBezTo>
                  <a:pt x="1904966" y="476953"/>
                  <a:pt x="1904384" y="477285"/>
                  <a:pt x="1903886" y="477285"/>
                </a:cubicBezTo>
                <a:close/>
                <a:moveTo>
                  <a:pt x="1641538" y="412872"/>
                </a:moveTo>
                <a:cubicBezTo>
                  <a:pt x="1640958" y="412872"/>
                  <a:pt x="1640459" y="412622"/>
                  <a:pt x="1640210" y="412125"/>
                </a:cubicBezTo>
                <a:lnTo>
                  <a:pt x="1629410" y="393349"/>
                </a:lnTo>
                <a:cubicBezTo>
                  <a:pt x="1629160" y="392932"/>
                  <a:pt x="1629161" y="392352"/>
                  <a:pt x="1629409" y="391852"/>
                </a:cubicBezTo>
                <a:lnTo>
                  <a:pt x="1640210" y="373078"/>
                </a:lnTo>
                <a:cubicBezTo>
                  <a:pt x="1640458" y="372661"/>
                  <a:pt x="1641041" y="372329"/>
                  <a:pt x="1641538" y="372330"/>
                </a:cubicBezTo>
                <a:lnTo>
                  <a:pt x="1663222" y="372329"/>
                </a:lnTo>
                <a:cubicBezTo>
                  <a:pt x="1663804" y="372329"/>
                  <a:pt x="1664302" y="372578"/>
                  <a:pt x="1664553" y="373077"/>
                </a:cubicBezTo>
                <a:lnTo>
                  <a:pt x="1675352" y="391852"/>
                </a:lnTo>
                <a:cubicBezTo>
                  <a:pt x="1675602" y="392269"/>
                  <a:pt x="1675601" y="392850"/>
                  <a:pt x="1675353" y="393348"/>
                </a:cubicBezTo>
                <a:lnTo>
                  <a:pt x="1664552" y="412124"/>
                </a:lnTo>
                <a:cubicBezTo>
                  <a:pt x="1664302" y="412540"/>
                  <a:pt x="1663721" y="412872"/>
                  <a:pt x="1663223" y="412872"/>
                </a:cubicBezTo>
                <a:close/>
                <a:moveTo>
                  <a:pt x="1701725" y="428999"/>
                </a:moveTo>
                <a:cubicBezTo>
                  <a:pt x="1701144" y="428999"/>
                  <a:pt x="1700645" y="428749"/>
                  <a:pt x="1700396" y="428252"/>
                </a:cubicBezTo>
                <a:lnTo>
                  <a:pt x="1689596" y="409476"/>
                </a:lnTo>
                <a:cubicBezTo>
                  <a:pt x="1689347" y="409059"/>
                  <a:pt x="1689347" y="408479"/>
                  <a:pt x="1689596" y="407980"/>
                </a:cubicBezTo>
                <a:lnTo>
                  <a:pt x="1700396" y="389205"/>
                </a:lnTo>
                <a:cubicBezTo>
                  <a:pt x="1700645" y="388788"/>
                  <a:pt x="1701227" y="388456"/>
                  <a:pt x="1701725" y="388457"/>
                </a:cubicBezTo>
                <a:lnTo>
                  <a:pt x="1723409" y="388456"/>
                </a:lnTo>
                <a:cubicBezTo>
                  <a:pt x="1723991" y="388456"/>
                  <a:pt x="1724489" y="388705"/>
                  <a:pt x="1724739" y="389205"/>
                </a:cubicBezTo>
                <a:lnTo>
                  <a:pt x="1735539" y="407979"/>
                </a:lnTo>
                <a:cubicBezTo>
                  <a:pt x="1735788" y="408396"/>
                  <a:pt x="1735788" y="408977"/>
                  <a:pt x="1735539" y="409475"/>
                </a:cubicBezTo>
                <a:lnTo>
                  <a:pt x="1724739" y="428251"/>
                </a:lnTo>
                <a:cubicBezTo>
                  <a:pt x="1724489" y="428667"/>
                  <a:pt x="1723907" y="428999"/>
                  <a:pt x="1723409" y="428999"/>
                </a:cubicBezTo>
                <a:close/>
                <a:moveTo>
                  <a:pt x="1822098" y="461253"/>
                </a:moveTo>
                <a:cubicBezTo>
                  <a:pt x="1821517" y="461253"/>
                  <a:pt x="1821018" y="461003"/>
                  <a:pt x="1820769" y="460505"/>
                </a:cubicBezTo>
                <a:lnTo>
                  <a:pt x="1809969" y="441729"/>
                </a:lnTo>
                <a:cubicBezTo>
                  <a:pt x="1809720" y="441313"/>
                  <a:pt x="1809720" y="440732"/>
                  <a:pt x="1809969" y="440233"/>
                </a:cubicBezTo>
                <a:lnTo>
                  <a:pt x="1820769" y="421458"/>
                </a:lnTo>
                <a:cubicBezTo>
                  <a:pt x="1821018" y="421042"/>
                  <a:pt x="1821600" y="420710"/>
                  <a:pt x="1822098" y="420710"/>
                </a:cubicBezTo>
                <a:lnTo>
                  <a:pt x="1843782" y="420710"/>
                </a:lnTo>
                <a:cubicBezTo>
                  <a:pt x="1844364" y="420710"/>
                  <a:pt x="1844862" y="420959"/>
                  <a:pt x="1845112" y="421458"/>
                </a:cubicBezTo>
                <a:lnTo>
                  <a:pt x="1855912" y="440233"/>
                </a:lnTo>
                <a:cubicBezTo>
                  <a:pt x="1856161" y="440649"/>
                  <a:pt x="1856161" y="441231"/>
                  <a:pt x="1855912" y="441729"/>
                </a:cubicBezTo>
                <a:lnTo>
                  <a:pt x="1845112" y="460505"/>
                </a:lnTo>
                <a:cubicBezTo>
                  <a:pt x="1844862" y="460921"/>
                  <a:pt x="1844280" y="461253"/>
                  <a:pt x="1843782" y="461253"/>
                </a:cubicBezTo>
                <a:close/>
                <a:moveTo>
                  <a:pt x="1942470" y="493507"/>
                </a:moveTo>
                <a:cubicBezTo>
                  <a:pt x="1941889" y="493506"/>
                  <a:pt x="1941390" y="493257"/>
                  <a:pt x="1941141" y="492759"/>
                </a:cubicBezTo>
                <a:lnTo>
                  <a:pt x="1930341" y="473983"/>
                </a:lnTo>
                <a:cubicBezTo>
                  <a:pt x="1930092" y="473567"/>
                  <a:pt x="1930092" y="472986"/>
                  <a:pt x="1930341" y="472487"/>
                </a:cubicBezTo>
                <a:lnTo>
                  <a:pt x="1941141" y="453712"/>
                </a:lnTo>
                <a:cubicBezTo>
                  <a:pt x="1941390" y="453296"/>
                  <a:pt x="1941972" y="452963"/>
                  <a:pt x="1942470" y="452964"/>
                </a:cubicBezTo>
                <a:lnTo>
                  <a:pt x="1964154" y="452964"/>
                </a:lnTo>
                <a:cubicBezTo>
                  <a:pt x="1964736" y="452964"/>
                  <a:pt x="1965234" y="453213"/>
                  <a:pt x="1965484" y="453712"/>
                </a:cubicBezTo>
                <a:lnTo>
                  <a:pt x="1976284" y="472487"/>
                </a:lnTo>
                <a:cubicBezTo>
                  <a:pt x="1976533" y="472903"/>
                  <a:pt x="1976533" y="473485"/>
                  <a:pt x="1976284" y="473983"/>
                </a:cubicBezTo>
                <a:lnTo>
                  <a:pt x="1965484" y="492759"/>
                </a:lnTo>
                <a:cubicBezTo>
                  <a:pt x="1965234" y="493175"/>
                  <a:pt x="1964652" y="493506"/>
                  <a:pt x="1964154" y="493507"/>
                </a:cubicBezTo>
                <a:close/>
                <a:moveTo>
                  <a:pt x="1761737" y="445446"/>
                </a:moveTo>
                <a:cubicBezTo>
                  <a:pt x="1761238" y="445446"/>
                  <a:pt x="1760657" y="445197"/>
                  <a:pt x="1760408" y="444698"/>
                </a:cubicBezTo>
                <a:lnTo>
                  <a:pt x="1749441" y="425673"/>
                </a:lnTo>
                <a:cubicBezTo>
                  <a:pt x="1749192" y="425175"/>
                  <a:pt x="1749192" y="424593"/>
                  <a:pt x="1749441" y="424095"/>
                </a:cubicBezTo>
                <a:lnTo>
                  <a:pt x="1760408" y="405069"/>
                </a:lnTo>
                <a:cubicBezTo>
                  <a:pt x="1760657" y="404654"/>
                  <a:pt x="1761155" y="404322"/>
                  <a:pt x="1761737" y="404322"/>
                </a:cubicBezTo>
                <a:lnTo>
                  <a:pt x="1783670" y="404322"/>
                </a:lnTo>
                <a:cubicBezTo>
                  <a:pt x="1784168" y="404322"/>
                  <a:pt x="1784750" y="404571"/>
                  <a:pt x="1784999" y="405069"/>
                </a:cubicBezTo>
                <a:lnTo>
                  <a:pt x="1795965" y="424095"/>
                </a:lnTo>
                <a:cubicBezTo>
                  <a:pt x="1796215" y="424593"/>
                  <a:pt x="1796215" y="425175"/>
                  <a:pt x="1795965" y="425673"/>
                </a:cubicBezTo>
                <a:lnTo>
                  <a:pt x="1784999" y="444698"/>
                </a:lnTo>
                <a:cubicBezTo>
                  <a:pt x="1784750" y="445114"/>
                  <a:pt x="1784251" y="445446"/>
                  <a:pt x="1783670" y="445446"/>
                </a:cubicBezTo>
                <a:close/>
                <a:moveTo>
                  <a:pt x="2062583" y="526163"/>
                </a:moveTo>
                <a:cubicBezTo>
                  <a:pt x="2062085" y="526163"/>
                  <a:pt x="2061503" y="525914"/>
                  <a:pt x="2061254" y="525416"/>
                </a:cubicBezTo>
                <a:lnTo>
                  <a:pt x="2050205" y="506308"/>
                </a:lnTo>
                <a:cubicBezTo>
                  <a:pt x="2049956" y="505809"/>
                  <a:pt x="2049956" y="505227"/>
                  <a:pt x="2050205" y="504729"/>
                </a:cubicBezTo>
                <a:lnTo>
                  <a:pt x="2061254" y="485620"/>
                </a:lnTo>
                <a:cubicBezTo>
                  <a:pt x="2061503" y="485205"/>
                  <a:pt x="2062002" y="484873"/>
                  <a:pt x="2062583" y="484873"/>
                </a:cubicBezTo>
                <a:lnTo>
                  <a:pt x="2084683" y="484873"/>
                </a:lnTo>
                <a:cubicBezTo>
                  <a:pt x="2085181" y="484873"/>
                  <a:pt x="2085763" y="485122"/>
                  <a:pt x="2086012" y="485620"/>
                </a:cubicBezTo>
                <a:lnTo>
                  <a:pt x="2097062" y="504729"/>
                </a:lnTo>
                <a:cubicBezTo>
                  <a:pt x="2097310" y="505227"/>
                  <a:pt x="2097310" y="505809"/>
                  <a:pt x="2097062" y="506308"/>
                </a:cubicBezTo>
                <a:lnTo>
                  <a:pt x="2086012" y="525416"/>
                </a:lnTo>
                <a:cubicBezTo>
                  <a:pt x="2085763" y="525831"/>
                  <a:pt x="2085264" y="526163"/>
                  <a:pt x="2084683" y="526163"/>
                </a:cubicBezTo>
                <a:close/>
                <a:moveTo>
                  <a:pt x="1515667" y="416808"/>
                </a:moveTo>
                <a:cubicBezTo>
                  <a:pt x="1515584" y="416808"/>
                  <a:pt x="1515418" y="416641"/>
                  <a:pt x="1515418" y="416641"/>
                </a:cubicBezTo>
                <a:lnTo>
                  <a:pt x="1513092" y="412654"/>
                </a:lnTo>
                <a:cubicBezTo>
                  <a:pt x="1513092" y="412570"/>
                  <a:pt x="1513092" y="412321"/>
                  <a:pt x="1513092" y="412321"/>
                </a:cubicBezTo>
                <a:lnTo>
                  <a:pt x="1515418" y="408333"/>
                </a:lnTo>
                <a:cubicBezTo>
                  <a:pt x="1515418" y="408167"/>
                  <a:pt x="1515667" y="408167"/>
                  <a:pt x="1515667" y="408167"/>
                </a:cubicBezTo>
                <a:lnTo>
                  <a:pt x="1520237" y="408167"/>
                </a:lnTo>
                <a:cubicBezTo>
                  <a:pt x="1520320" y="408167"/>
                  <a:pt x="1520486" y="408333"/>
                  <a:pt x="1520486" y="408333"/>
                </a:cubicBezTo>
                <a:lnTo>
                  <a:pt x="1522813" y="412321"/>
                </a:lnTo>
                <a:cubicBezTo>
                  <a:pt x="1522813" y="412404"/>
                  <a:pt x="1522813" y="412654"/>
                  <a:pt x="1522813" y="412654"/>
                </a:cubicBezTo>
                <a:lnTo>
                  <a:pt x="1520486" y="416641"/>
                </a:lnTo>
                <a:cubicBezTo>
                  <a:pt x="1520486" y="416808"/>
                  <a:pt x="1520237" y="416808"/>
                  <a:pt x="1520237" y="416808"/>
                </a:cubicBezTo>
                <a:close/>
                <a:moveTo>
                  <a:pt x="2895296" y="796459"/>
                </a:moveTo>
                <a:cubicBezTo>
                  <a:pt x="2894964" y="796459"/>
                  <a:pt x="2894465" y="795962"/>
                  <a:pt x="2894465" y="795962"/>
                </a:cubicBezTo>
                <a:lnTo>
                  <a:pt x="2887487" y="783915"/>
                </a:lnTo>
                <a:cubicBezTo>
                  <a:pt x="2887321" y="783582"/>
                  <a:pt x="2887487" y="782918"/>
                  <a:pt x="2887487" y="782918"/>
                </a:cubicBezTo>
                <a:lnTo>
                  <a:pt x="2894465" y="770870"/>
                </a:lnTo>
                <a:cubicBezTo>
                  <a:pt x="2894631" y="770538"/>
                  <a:pt x="2895296" y="770372"/>
                  <a:pt x="2895296" y="770372"/>
                </a:cubicBezTo>
                <a:lnTo>
                  <a:pt x="2909254" y="770372"/>
                </a:lnTo>
                <a:cubicBezTo>
                  <a:pt x="2909586" y="770372"/>
                  <a:pt x="2910084" y="770870"/>
                  <a:pt x="2910084" y="770870"/>
                </a:cubicBezTo>
                <a:lnTo>
                  <a:pt x="2917063" y="782917"/>
                </a:lnTo>
                <a:cubicBezTo>
                  <a:pt x="2917229" y="783249"/>
                  <a:pt x="2917063" y="783914"/>
                  <a:pt x="2917063" y="783914"/>
                </a:cubicBezTo>
                <a:lnTo>
                  <a:pt x="2910084" y="795962"/>
                </a:lnTo>
                <a:cubicBezTo>
                  <a:pt x="2909918" y="796294"/>
                  <a:pt x="2909254" y="796459"/>
                  <a:pt x="2909254" y="796459"/>
                </a:cubicBezTo>
                <a:close/>
                <a:moveTo>
                  <a:pt x="4399620" y="1200211"/>
                </a:moveTo>
                <a:cubicBezTo>
                  <a:pt x="4399204" y="1200211"/>
                  <a:pt x="4398706" y="1199713"/>
                  <a:pt x="4398706" y="1199713"/>
                </a:cubicBezTo>
                <a:lnTo>
                  <a:pt x="4391478" y="1187085"/>
                </a:lnTo>
                <a:cubicBezTo>
                  <a:pt x="4391312" y="1186836"/>
                  <a:pt x="4391478" y="1186088"/>
                  <a:pt x="4391478" y="1186088"/>
                </a:cubicBezTo>
                <a:lnTo>
                  <a:pt x="4398789" y="1173459"/>
                </a:lnTo>
                <a:cubicBezTo>
                  <a:pt x="4399038" y="1173127"/>
                  <a:pt x="4399703" y="1172961"/>
                  <a:pt x="4399703" y="1172961"/>
                </a:cubicBezTo>
                <a:lnTo>
                  <a:pt x="4414242" y="1172961"/>
                </a:lnTo>
                <a:cubicBezTo>
                  <a:pt x="4414657" y="1172961"/>
                  <a:pt x="4415155" y="1173459"/>
                  <a:pt x="4415155" y="1173459"/>
                </a:cubicBezTo>
                <a:lnTo>
                  <a:pt x="4422383" y="1186088"/>
                </a:lnTo>
                <a:cubicBezTo>
                  <a:pt x="4422549" y="1186337"/>
                  <a:pt x="4422383" y="1187085"/>
                  <a:pt x="4422383" y="1187085"/>
                </a:cubicBezTo>
                <a:lnTo>
                  <a:pt x="4415072" y="1199713"/>
                </a:lnTo>
                <a:cubicBezTo>
                  <a:pt x="4414823" y="1200045"/>
                  <a:pt x="4414158" y="1200211"/>
                  <a:pt x="4414158" y="1200211"/>
                </a:cubicBezTo>
                <a:close/>
                <a:moveTo>
                  <a:pt x="1570356" y="443339"/>
                </a:moveTo>
                <a:cubicBezTo>
                  <a:pt x="1569941" y="443339"/>
                  <a:pt x="1569359" y="442758"/>
                  <a:pt x="1569359" y="442758"/>
                </a:cubicBezTo>
                <a:lnTo>
                  <a:pt x="1561550" y="429216"/>
                </a:lnTo>
                <a:cubicBezTo>
                  <a:pt x="1561384" y="428883"/>
                  <a:pt x="1561550" y="428136"/>
                  <a:pt x="1561550" y="428136"/>
                </a:cubicBezTo>
                <a:lnTo>
                  <a:pt x="1569359" y="414594"/>
                </a:lnTo>
                <a:cubicBezTo>
                  <a:pt x="1569609" y="414261"/>
                  <a:pt x="1570356" y="414012"/>
                  <a:pt x="1570356" y="414012"/>
                </a:cubicBezTo>
                <a:lnTo>
                  <a:pt x="1586058" y="414012"/>
                </a:lnTo>
                <a:cubicBezTo>
                  <a:pt x="1586474" y="414012"/>
                  <a:pt x="1587055" y="414594"/>
                  <a:pt x="1587055" y="414594"/>
                </a:cubicBezTo>
                <a:lnTo>
                  <a:pt x="1594865" y="428136"/>
                </a:lnTo>
                <a:cubicBezTo>
                  <a:pt x="1595031" y="428468"/>
                  <a:pt x="1594865" y="429216"/>
                  <a:pt x="1594865" y="429216"/>
                </a:cubicBezTo>
                <a:lnTo>
                  <a:pt x="1587055" y="442758"/>
                </a:lnTo>
                <a:cubicBezTo>
                  <a:pt x="1586806" y="443090"/>
                  <a:pt x="1586058" y="443339"/>
                  <a:pt x="1586058" y="443339"/>
                </a:cubicBezTo>
                <a:close/>
                <a:moveTo>
                  <a:pt x="2834186" y="782076"/>
                </a:moveTo>
                <a:cubicBezTo>
                  <a:pt x="2833771" y="782076"/>
                  <a:pt x="2833188" y="781494"/>
                  <a:pt x="2833188" y="781494"/>
                </a:cubicBezTo>
                <a:lnTo>
                  <a:pt x="2825296" y="767869"/>
                </a:lnTo>
                <a:cubicBezTo>
                  <a:pt x="2825131" y="767537"/>
                  <a:pt x="2825296" y="766789"/>
                  <a:pt x="2825296" y="766789"/>
                </a:cubicBezTo>
                <a:lnTo>
                  <a:pt x="2833189" y="753164"/>
                </a:lnTo>
                <a:cubicBezTo>
                  <a:pt x="2833438" y="752831"/>
                  <a:pt x="2834186" y="752582"/>
                  <a:pt x="2834186" y="752582"/>
                </a:cubicBezTo>
                <a:lnTo>
                  <a:pt x="2849971" y="752582"/>
                </a:lnTo>
                <a:cubicBezTo>
                  <a:pt x="2850386" y="752582"/>
                  <a:pt x="2850967" y="753164"/>
                  <a:pt x="2850967" y="753164"/>
                </a:cubicBezTo>
                <a:lnTo>
                  <a:pt x="2858860" y="766790"/>
                </a:lnTo>
                <a:cubicBezTo>
                  <a:pt x="2859027" y="767121"/>
                  <a:pt x="2858861" y="767869"/>
                  <a:pt x="2858861" y="767869"/>
                </a:cubicBezTo>
                <a:lnTo>
                  <a:pt x="2850968" y="781494"/>
                </a:lnTo>
                <a:cubicBezTo>
                  <a:pt x="2850719" y="781826"/>
                  <a:pt x="2849970" y="782077"/>
                  <a:pt x="2849970" y="782077"/>
                </a:cubicBezTo>
                <a:close/>
                <a:moveTo>
                  <a:pt x="2532767" y="702355"/>
                </a:moveTo>
                <a:cubicBezTo>
                  <a:pt x="2532351" y="702356"/>
                  <a:pt x="2531770" y="701775"/>
                  <a:pt x="2531770" y="701775"/>
                </a:cubicBezTo>
                <a:lnTo>
                  <a:pt x="2523379" y="687235"/>
                </a:lnTo>
                <a:cubicBezTo>
                  <a:pt x="2523130" y="686904"/>
                  <a:pt x="2523379" y="686071"/>
                  <a:pt x="2523379" y="686071"/>
                </a:cubicBezTo>
                <a:lnTo>
                  <a:pt x="2531770" y="671534"/>
                </a:lnTo>
                <a:cubicBezTo>
                  <a:pt x="2531936" y="671200"/>
                  <a:pt x="2532351" y="670952"/>
                  <a:pt x="2532767" y="670951"/>
                </a:cubicBezTo>
                <a:lnTo>
                  <a:pt x="2549549" y="670951"/>
                </a:lnTo>
                <a:cubicBezTo>
                  <a:pt x="2549964" y="670951"/>
                  <a:pt x="2550546" y="671534"/>
                  <a:pt x="2550546" y="671534"/>
                </a:cubicBezTo>
                <a:lnTo>
                  <a:pt x="2558937" y="686071"/>
                </a:lnTo>
                <a:cubicBezTo>
                  <a:pt x="2559186" y="686405"/>
                  <a:pt x="2558937" y="687236"/>
                  <a:pt x="2558937" y="687236"/>
                </a:cubicBezTo>
                <a:lnTo>
                  <a:pt x="2550546" y="701775"/>
                </a:lnTo>
                <a:cubicBezTo>
                  <a:pt x="2550379" y="702107"/>
                  <a:pt x="2549964" y="702355"/>
                  <a:pt x="2549549" y="702355"/>
                </a:cubicBezTo>
                <a:close/>
                <a:moveTo>
                  <a:pt x="3555933" y="976512"/>
                </a:moveTo>
                <a:cubicBezTo>
                  <a:pt x="3555517" y="976512"/>
                  <a:pt x="3554936" y="975931"/>
                  <a:pt x="3554936" y="975931"/>
                </a:cubicBezTo>
                <a:lnTo>
                  <a:pt x="3546545" y="961392"/>
                </a:lnTo>
                <a:cubicBezTo>
                  <a:pt x="3546296" y="961060"/>
                  <a:pt x="3546545" y="960228"/>
                  <a:pt x="3546545" y="960228"/>
                </a:cubicBezTo>
                <a:lnTo>
                  <a:pt x="3554936" y="945690"/>
                </a:lnTo>
                <a:cubicBezTo>
                  <a:pt x="3555102" y="945357"/>
                  <a:pt x="3555517" y="945108"/>
                  <a:pt x="3555933" y="945108"/>
                </a:cubicBezTo>
                <a:lnTo>
                  <a:pt x="3572715" y="945108"/>
                </a:lnTo>
                <a:cubicBezTo>
                  <a:pt x="3573130" y="945108"/>
                  <a:pt x="3573712" y="945690"/>
                  <a:pt x="3573712" y="945690"/>
                </a:cubicBezTo>
                <a:lnTo>
                  <a:pt x="3582103" y="960228"/>
                </a:lnTo>
                <a:cubicBezTo>
                  <a:pt x="3582352" y="960561"/>
                  <a:pt x="3582103" y="961392"/>
                  <a:pt x="3582103" y="961392"/>
                </a:cubicBezTo>
                <a:lnTo>
                  <a:pt x="3573712" y="975931"/>
                </a:lnTo>
                <a:cubicBezTo>
                  <a:pt x="3573545" y="976263"/>
                  <a:pt x="3573130" y="976512"/>
                  <a:pt x="3572715" y="976512"/>
                </a:cubicBezTo>
                <a:close/>
                <a:moveTo>
                  <a:pt x="5120598" y="1396142"/>
                </a:moveTo>
                <a:cubicBezTo>
                  <a:pt x="5120100" y="1396142"/>
                  <a:pt x="5119518" y="1395561"/>
                  <a:pt x="5119518" y="1395561"/>
                </a:cubicBezTo>
                <a:lnTo>
                  <a:pt x="5110961" y="1380773"/>
                </a:lnTo>
                <a:cubicBezTo>
                  <a:pt x="5110712" y="1380358"/>
                  <a:pt x="5110961" y="1379526"/>
                  <a:pt x="5110961" y="1379526"/>
                </a:cubicBezTo>
                <a:lnTo>
                  <a:pt x="5119518" y="1364739"/>
                </a:lnTo>
                <a:cubicBezTo>
                  <a:pt x="5119767" y="1364406"/>
                  <a:pt x="5120183" y="1364157"/>
                  <a:pt x="5120598" y="1364157"/>
                </a:cubicBezTo>
                <a:lnTo>
                  <a:pt x="5137712" y="1364157"/>
                </a:lnTo>
                <a:cubicBezTo>
                  <a:pt x="5138211" y="1364157"/>
                  <a:pt x="5138792" y="1364739"/>
                  <a:pt x="5138792" y="1364739"/>
                </a:cubicBezTo>
                <a:lnTo>
                  <a:pt x="5147349" y="1379526"/>
                </a:lnTo>
                <a:cubicBezTo>
                  <a:pt x="5147599" y="1379942"/>
                  <a:pt x="5147349" y="1380773"/>
                  <a:pt x="5147349" y="1380773"/>
                </a:cubicBezTo>
                <a:lnTo>
                  <a:pt x="5138792" y="1395561"/>
                </a:lnTo>
                <a:cubicBezTo>
                  <a:pt x="5138543" y="1395893"/>
                  <a:pt x="5138128" y="1396142"/>
                  <a:pt x="5137712" y="1396142"/>
                </a:cubicBezTo>
                <a:close/>
                <a:moveTo>
                  <a:pt x="4458385" y="1218985"/>
                </a:moveTo>
                <a:cubicBezTo>
                  <a:pt x="4457970" y="1218985"/>
                  <a:pt x="4457305" y="1218404"/>
                  <a:pt x="4457305" y="1218404"/>
                </a:cubicBezTo>
                <a:lnTo>
                  <a:pt x="4448582" y="1203366"/>
                </a:lnTo>
                <a:cubicBezTo>
                  <a:pt x="4448333" y="1202951"/>
                  <a:pt x="4448582" y="1202120"/>
                  <a:pt x="4448582" y="1202120"/>
                </a:cubicBezTo>
                <a:lnTo>
                  <a:pt x="4457305" y="1187083"/>
                </a:lnTo>
                <a:cubicBezTo>
                  <a:pt x="4457554" y="1186750"/>
                  <a:pt x="4457970" y="1186501"/>
                  <a:pt x="4458385" y="1186501"/>
                </a:cubicBezTo>
                <a:lnTo>
                  <a:pt x="4475749" y="1186500"/>
                </a:lnTo>
                <a:cubicBezTo>
                  <a:pt x="4476164" y="1186501"/>
                  <a:pt x="4476829" y="1187083"/>
                  <a:pt x="4476829" y="1187083"/>
                </a:cubicBezTo>
                <a:lnTo>
                  <a:pt x="4485552" y="1202120"/>
                </a:lnTo>
                <a:cubicBezTo>
                  <a:pt x="4485802" y="1202535"/>
                  <a:pt x="4485552" y="1203366"/>
                  <a:pt x="4485552" y="1203366"/>
                </a:cubicBezTo>
                <a:lnTo>
                  <a:pt x="4476829" y="1218404"/>
                </a:lnTo>
                <a:cubicBezTo>
                  <a:pt x="4476579" y="1218736"/>
                  <a:pt x="4476164" y="1218985"/>
                  <a:pt x="4475749" y="1218985"/>
                </a:cubicBezTo>
                <a:close/>
                <a:moveTo>
                  <a:pt x="2171162" y="606511"/>
                </a:moveTo>
                <a:cubicBezTo>
                  <a:pt x="2170747" y="606511"/>
                  <a:pt x="2170082" y="605846"/>
                  <a:pt x="2170082" y="605846"/>
                </a:cubicBezTo>
                <a:lnTo>
                  <a:pt x="2161276" y="590477"/>
                </a:lnTo>
                <a:cubicBezTo>
                  <a:pt x="2161027" y="590061"/>
                  <a:pt x="2161276" y="589230"/>
                  <a:pt x="2161276" y="589230"/>
                </a:cubicBezTo>
                <a:lnTo>
                  <a:pt x="2170165" y="573861"/>
                </a:lnTo>
                <a:cubicBezTo>
                  <a:pt x="2170415" y="573445"/>
                  <a:pt x="2170830" y="573196"/>
                  <a:pt x="2171245" y="573196"/>
                </a:cubicBezTo>
                <a:lnTo>
                  <a:pt x="2188941" y="573196"/>
                </a:lnTo>
                <a:cubicBezTo>
                  <a:pt x="2189356" y="573196"/>
                  <a:pt x="2190021" y="573861"/>
                  <a:pt x="2190021" y="573861"/>
                </a:cubicBezTo>
                <a:lnTo>
                  <a:pt x="2198828" y="589230"/>
                </a:lnTo>
                <a:cubicBezTo>
                  <a:pt x="2199077" y="589646"/>
                  <a:pt x="2198828" y="590477"/>
                  <a:pt x="2198828" y="590477"/>
                </a:cubicBezTo>
                <a:lnTo>
                  <a:pt x="2189938" y="605846"/>
                </a:lnTo>
                <a:cubicBezTo>
                  <a:pt x="2189689" y="606261"/>
                  <a:pt x="2189273" y="606511"/>
                  <a:pt x="2188858" y="606511"/>
                </a:cubicBezTo>
                <a:close/>
                <a:moveTo>
                  <a:pt x="3615205" y="994385"/>
                </a:moveTo>
                <a:cubicBezTo>
                  <a:pt x="3614706" y="994385"/>
                  <a:pt x="3614042" y="993721"/>
                  <a:pt x="3614042" y="993721"/>
                </a:cubicBezTo>
                <a:lnTo>
                  <a:pt x="3604738" y="977603"/>
                </a:lnTo>
                <a:cubicBezTo>
                  <a:pt x="3604489" y="977188"/>
                  <a:pt x="3604738" y="976274"/>
                  <a:pt x="3604738" y="976274"/>
                </a:cubicBezTo>
                <a:lnTo>
                  <a:pt x="3614042" y="960156"/>
                </a:lnTo>
                <a:cubicBezTo>
                  <a:pt x="3614292" y="959741"/>
                  <a:pt x="3614706" y="959492"/>
                  <a:pt x="3615205" y="959492"/>
                </a:cubicBezTo>
                <a:lnTo>
                  <a:pt x="3633814" y="959492"/>
                </a:lnTo>
                <a:cubicBezTo>
                  <a:pt x="3634313" y="959492"/>
                  <a:pt x="3634979" y="960156"/>
                  <a:pt x="3634979" y="960156"/>
                </a:cubicBezTo>
                <a:lnTo>
                  <a:pt x="3644284" y="976274"/>
                </a:lnTo>
                <a:cubicBezTo>
                  <a:pt x="3644533" y="976689"/>
                  <a:pt x="3644284" y="977603"/>
                  <a:pt x="3644284" y="977603"/>
                </a:cubicBezTo>
                <a:lnTo>
                  <a:pt x="3634978" y="993721"/>
                </a:lnTo>
                <a:cubicBezTo>
                  <a:pt x="3634729" y="994136"/>
                  <a:pt x="3634313" y="994385"/>
                  <a:pt x="3633814" y="994385"/>
                </a:cubicBezTo>
                <a:close/>
                <a:moveTo>
                  <a:pt x="5059592" y="1381594"/>
                </a:moveTo>
                <a:cubicBezTo>
                  <a:pt x="5059093" y="1381594"/>
                  <a:pt x="5058429" y="1380930"/>
                  <a:pt x="5058429" y="1380930"/>
                </a:cubicBezTo>
                <a:lnTo>
                  <a:pt x="5049041" y="1364647"/>
                </a:lnTo>
                <a:cubicBezTo>
                  <a:pt x="5048792" y="1364231"/>
                  <a:pt x="5049041" y="1363317"/>
                  <a:pt x="5049041" y="1363317"/>
                </a:cubicBezTo>
                <a:lnTo>
                  <a:pt x="5058429" y="1347034"/>
                </a:lnTo>
                <a:cubicBezTo>
                  <a:pt x="5058678" y="1346618"/>
                  <a:pt x="5059093" y="1346369"/>
                  <a:pt x="5059592" y="1346370"/>
                </a:cubicBezTo>
                <a:lnTo>
                  <a:pt x="5078368" y="1346369"/>
                </a:lnTo>
                <a:cubicBezTo>
                  <a:pt x="5078866" y="1346369"/>
                  <a:pt x="5079531" y="1347034"/>
                  <a:pt x="5079531" y="1347034"/>
                </a:cubicBezTo>
                <a:lnTo>
                  <a:pt x="5088919" y="1363317"/>
                </a:lnTo>
                <a:cubicBezTo>
                  <a:pt x="5089168" y="1363732"/>
                  <a:pt x="5088919" y="1364647"/>
                  <a:pt x="5088919" y="1364647"/>
                </a:cubicBezTo>
                <a:lnTo>
                  <a:pt x="5079531" y="1380930"/>
                </a:lnTo>
                <a:cubicBezTo>
                  <a:pt x="5079282" y="1381346"/>
                  <a:pt x="5078866" y="1381594"/>
                  <a:pt x="5078368" y="1381594"/>
                </a:cubicBezTo>
                <a:close/>
                <a:moveTo>
                  <a:pt x="2711924" y="753313"/>
                </a:moveTo>
                <a:cubicBezTo>
                  <a:pt x="2711426" y="753313"/>
                  <a:pt x="2711009" y="753064"/>
                  <a:pt x="2710761" y="752649"/>
                </a:cubicBezTo>
                <a:lnTo>
                  <a:pt x="2701040" y="735700"/>
                </a:lnTo>
                <a:cubicBezTo>
                  <a:pt x="2700791" y="735285"/>
                  <a:pt x="2700791" y="734703"/>
                  <a:pt x="2701040" y="734288"/>
                </a:cubicBezTo>
                <a:lnTo>
                  <a:pt x="2710843" y="717340"/>
                </a:lnTo>
                <a:cubicBezTo>
                  <a:pt x="2711092" y="716924"/>
                  <a:pt x="2711509" y="716675"/>
                  <a:pt x="2712007" y="716675"/>
                </a:cubicBezTo>
                <a:lnTo>
                  <a:pt x="2731530" y="716675"/>
                </a:lnTo>
                <a:cubicBezTo>
                  <a:pt x="2732028" y="716675"/>
                  <a:pt x="2732444" y="716925"/>
                  <a:pt x="2732693" y="717340"/>
                </a:cubicBezTo>
                <a:lnTo>
                  <a:pt x="2742414" y="734288"/>
                </a:lnTo>
                <a:cubicBezTo>
                  <a:pt x="2742663" y="734704"/>
                  <a:pt x="2742663" y="735285"/>
                  <a:pt x="2742414" y="735701"/>
                </a:cubicBezTo>
                <a:lnTo>
                  <a:pt x="2732611" y="752648"/>
                </a:lnTo>
                <a:cubicBezTo>
                  <a:pt x="2732361" y="753065"/>
                  <a:pt x="2731945" y="753313"/>
                  <a:pt x="2731447" y="753313"/>
                </a:cubicBezTo>
                <a:close/>
                <a:moveTo>
                  <a:pt x="2410993" y="672762"/>
                </a:moveTo>
                <a:cubicBezTo>
                  <a:pt x="2410577" y="672762"/>
                  <a:pt x="2410079" y="672513"/>
                  <a:pt x="2409829" y="672098"/>
                </a:cubicBezTo>
                <a:lnTo>
                  <a:pt x="2400026" y="655067"/>
                </a:lnTo>
                <a:cubicBezTo>
                  <a:pt x="2399777" y="654651"/>
                  <a:pt x="2399777" y="654069"/>
                  <a:pt x="2400026" y="653654"/>
                </a:cubicBezTo>
                <a:lnTo>
                  <a:pt x="2409829" y="636623"/>
                </a:lnTo>
                <a:cubicBezTo>
                  <a:pt x="2410079" y="636207"/>
                  <a:pt x="2410494" y="635958"/>
                  <a:pt x="2410993" y="635958"/>
                </a:cubicBezTo>
                <a:lnTo>
                  <a:pt x="2430599" y="635958"/>
                </a:lnTo>
                <a:cubicBezTo>
                  <a:pt x="2431014" y="635958"/>
                  <a:pt x="2431513" y="636207"/>
                  <a:pt x="2431762" y="636623"/>
                </a:cubicBezTo>
                <a:lnTo>
                  <a:pt x="2441566" y="653654"/>
                </a:lnTo>
                <a:cubicBezTo>
                  <a:pt x="2441815" y="654069"/>
                  <a:pt x="2441815" y="654651"/>
                  <a:pt x="2441566" y="655067"/>
                </a:cubicBezTo>
                <a:lnTo>
                  <a:pt x="2431762" y="672098"/>
                </a:lnTo>
                <a:cubicBezTo>
                  <a:pt x="2431513" y="672513"/>
                  <a:pt x="2431098" y="672762"/>
                  <a:pt x="2430599" y="672762"/>
                </a:cubicBezTo>
                <a:close/>
                <a:moveTo>
                  <a:pt x="2591445" y="721400"/>
                </a:moveTo>
                <a:cubicBezTo>
                  <a:pt x="2590947" y="721400"/>
                  <a:pt x="2590449" y="721151"/>
                  <a:pt x="2590200" y="720736"/>
                </a:cubicBezTo>
                <a:lnTo>
                  <a:pt x="2580313" y="703538"/>
                </a:lnTo>
                <a:cubicBezTo>
                  <a:pt x="2580064" y="703123"/>
                  <a:pt x="2580064" y="702541"/>
                  <a:pt x="2580313" y="702126"/>
                </a:cubicBezTo>
                <a:lnTo>
                  <a:pt x="2590200" y="684929"/>
                </a:lnTo>
                <a:cubicBezTo>
                  <a:pt x="2590449" y="684512"/>
                  <a:pt x="2590947" y="684264"/>
                  <a:pt x="2591445" y="684264"/>
                </a:cubicBezTo>
                <a:lnTo>
                  <a:pt x="2611301" y="684264"/>
                </a:lnTo>
                <a:cubicBezTo>
                  <a:pt x="2611800" y="684264"/>
                  <a:pt x="2612298" y="684512"/>
                  <a:pt x="2612548" y="684929"/>
                </a:cubicBezTo>
                <a:lnTo>
                  <a:pt x="2622434" y="702125"/>
                </a:lnTo>
                <a:cubicBezTo>
                  <a:pt x="2622683" y="702542"/>
                  <a:pt x="2622683" y="703123"/>
                  <a:pt x="2622434" y="703538"/>
                </a:cubicBezTo>
                <a:lnTo>
                  <a:pt x="2612548" y="720736"/>
                </a:lnTo>
                <a:cubicBezTo>
                  <a:pt x="2612298" y="721151"/>
                  <a:pt x="2611800" y="721399"/>
                  <a:pt x="2611301" y="721400"/>
                </a:cubicBezTo>
                <a:close/>
                <a:moveTo>
                  <a:pt x="4517404" y="1237459"/>
                </a:moveTo>
                <a:cubicBezTo>
                  <a:pt x="4516906" y="1237459"/>
                  <a:pt x="4516408" y="1237210"/>
                  <a:pt x="4516158" y="1236795"/>
                </a:cubicBezTo>
                <a:lnTo>
                  <a:pt x="4506272" y="1219597"/>
                </a:lnTo>
                <a:cubicBezTo>
                  <a:pt x="4506023" y="1219182"/>
                  <a:pt x="4506023" y="1218601"/>
                  <a:pt x="4506272" y="1218185"/>
                </a:cubicBezTo>
                <a:lnTo>
                  <a:pt x="4516158" y="1200988"/>
                </a:lnTo>
                <a:cubicBezTo>
                  <a:pt x="4516408" y="1200572"/>
                  <a:pt x="4516906" y="1200323"/>
                  <a:pt x="4517404" y="1200323"/>
                </a:cubicBezTo>
                <a:lnTo>
                  <a:pt x="4537261" y="1200323"/>
                </a:lnTo>
                <a:cubicBezTo>
                  <a:pt x="4537759" y="1200323"/>
                  <a:pt x="4538257" y="1200572"/>
                  <a:pt x="4538507" y="1200988"/>
                </a:cubicBezTo>
                <a:lnTo>
                  <a:pt x="4548393" y="1218185"/>
                </a:lnTo>
                <a:cubicBezTo>
                  <a:pt x="4548643" y="1218601"/>
                  <a:pt x="4548642" y="1219182"/>
                  <a:pt x="4548393" y="1219597"/>
                </a:cubicBezTo>
                <a:lnTo>
                  <a:pt x="4538507" y="1236795"/>
                </a:lnTo>
                <a:cubicBezTo>
                  <a:pt x="4538257" y="1237210"/>
                  <a:pt x="4537759" y="1237459"/>
                  <a:pt x="4537261" y="1237459"/>
                </a:cubicBezTo>
                <a:close/>
                <a:moveTo>
                  <a:pt x="4336764" y="1189151"/>
                </a:moveTo>
                <a:cubicBezTo>
                  <a:pt x="4336266" y="1189151"/>
                  <a:pt x="4335767" y="1188902"/>
                  <a:pt x="4335518" y="1188487"/>
                </a:cubicBezTo>
                <a:lnTo>
                  <a:pt x="4325549" y="1171207"/>
                </a:lnTo>
                <a:cubicBezTo>
                  <a:pt x="4325300" y="1170791"/>
                  <a:pt x="4325300" y="1170210"/>
                  <a:pt x="4325549" y="1169794"/>
                </a:cubicBezTo>
                <a:lnTo>
                  <a:pt x="4335518" y="1152514"/>
                </a:lnTo>
                <a:cubicBezTo>
                  <a:pt x="4335767" y="1152098"/>
                  <a:pt x="4336266" y="1151849"/>
                  <a:pt x="4336764" y="1151849"/>
                </a:cubicBezTo>
                <a:lnTo>
                  <a:pt x="4356704" y="1151849"/>
                </a:lnTo>
                <a:cubicBezTo>
                  <a:pt x="4357202" y="1151848"/>
                  <a:pt x="4357701" y="1152098"/>
                  <a:pt x="4357950" y="1152514"/>
                </a:cubicBezTo>
                <a:lnTo>
                  <a:pt x="4367919" y="1169794"/>
                </a:lnTo>
                <a:cubicBezTo>
                  <a:pt x="4368168" y="1170210"/>
                  <a:pt x="4368168" y="1170791"/>
                  <a:pt x="4367919" y="1171207"/>
                </a:cubicBezTo>
                <a:lnTo>
                  <a:pt x="4357950" y="1188486"/>
                </a:lnTo>
                <a:cubicBezTo>
                  <a:pt x="4357701" y="1188902"/>
                  <a:pt x="4357202" y="1189151"/>
                  <a:pt x="4356704" y="1189151"/>
                </a:cubicBezTo>
                <a:close/>
                <a:moveTo>
                  <a:pt x="2651489" y="737767"/>
                </a:moveTo>
                <a:cubicBezTo>
                  <a:pt x="2650990" y="737768"/>
                  <a:pt x="2650492" y="737436"/>
                  <a:pt x="2650243" y="737019"/>
                </a:cubicBezTo>
                <a:lnTo>
                  <a:pt x="2640190" y="719574"/>
                </a:lnTo>
                <a:cubicBezTo>
                  <a:pt x="2639941" y="719157"/>
                  <a:pt x="2639941" y="718577"/>
                  <a:pt x="2640190" y="718160"/>
                </a:cubicBezTo>
                <a:lnTo>
                  <a:pt x="2650243" y="700714"/>
                </a:lnTo>
                <a:cubicBezTo>
                  <a:pt x="2650492" y="700215"/>
                  <a:pt x="2650989" y="699967"/>
                  <a:pt x="2651489" y="699966"/>
                </a:cubicBezTo>
                <a:lnTo>
                  <a:pt x="2671594" y="699966"/>
                </a:lnTo>
                <a:cubicBezTo>
                  <a:pt x="2672092" y="699966"/>
                  <a:pt x="2672591" y="700299"/>
                  <a:pt x="2672840" y="700714"/>
                </a:cubicBezTo>
                <a:lnTo>
                  <a:pt x="2682893" y="718161"/>
                </a:lnTo>
                <a:cubicBezTo>
                  <a:pt x="2683142" y="718576"/>
                  <a:pt x="2683142" y="719158"/>
                  <a:pt x="2682893" y="719573"/>
                </a:cubicBezTo>
                <a:lnTo>
                  <a:pt x="2672840" y="737019"/>
                </a:lnTo>
                <a:cubicBezTo>
                  <a:pt x="2672591" y="737519"/>
                  <a:pt x="2672092" y="737767"/>
                  <a:pt x="2671594" y="737767"/>
                </a:cubicBezTo>
                <a:close/>
                <a:moveTo>
                  <a:pt x="4577448" y="1253827"/>
                </a:moveTo>
                <a:cubicBezTo>
                  <a:pt x="4576949" y="1253827"/>
                  <a:pt x="4576451" y="1253495"/>
                  <a:pt x="4576202" y="1253079"/>
                </a:cubicBezTo>
                <a:lnTo>
                  <a:pt x="4566149" y="1235633"/>
                </a:lnTo>
                <a:cubicBezTo>
                  <a:pt x="4565900" y="1235217"/>
                  <a:pt x="4565900" y="1234636"/>
                  <a:pt x="4566149" y="1234220"/>
                </a:cubicBezTo>
                <a:lnTo>
                  <a:pt x="4576203" y="1216774"/>
                </a:lnTo>
                <a:cubicBezTo>
                  <a:pt x="4576451" y="1216275"/>
                  <a:pt x="4576949" y="1216026"/>
                  <a:pt x="4577448" y="1216026"/>
                </a:cubicBezTo>
                <a:lnTo>
                  <a:pt x="4597553" y="1216026"/>
                </a:lnTo>
                <a:cubicBezTo>
                  <a:pt x="4598051" y="1216026"/>
                  <a:pt x="4598550" y="1216359"/>
                  <a:pt x="4598799" y="1216774"/>
                </a:cubicBezTo>
                <a:lnTo>
                  <a:pt x="4608852" y="1234220"/>
                </a:lnTo>
                <a:cubicBezTo>
                  <a:pt x="4609101" y="1234636"/>
                  <a:pt x="4609101" y="1235217"/>
                  <a:pt x="4608852" y="1235633"/>
                </a:cubicBezTo>
                <a:lnTo>
                  <a:pt x="4598799" y="1253079"/>
                </a:lnTo>
                <a:cubicBezTo>
                  <a:pt x="4598550" y="1253578"/>
                  <a:pt x="4598051" y="1253827"/>
                  <a:pt x="4597553" y="1253827"/>
                </a:cubicBezTo>
                <a:close/>
                <a:moveTo>
                  <a:pt x="3975503" y="1092643"/>
                </a:moveTo>
                <a:cubicBezTo>
                  <a:pt x="3975004" y="1092642"/>
                  <a:pt x="3974506" y="1092310"/>
                  <a:pt x="3974258" y="1091895"/>
                </a:cubicBezTo>
                <a:lnTo>
                  <a:pt x="3964121" y="1074365"/>
                </a:lnTo>
                <a:cubicBezTo>
                  <a:pt x="3963873" y="1073949"/>
                  <a:pt x="3963872" y="1073369"/>
                  <a:pt x="3964121" y="1072953"/>
                </a:cubicBezTo>
                <a:lnTo>
                  <a:pt x="3974257" y="1055423"/>
                </a:lnTo>
                <a:cubicBezTo>
                  <a:pt x="3974506" y="1054924"/>
                  <a:pt x="3975004" y="1054675"/>
                  <a:pt x="3975503" y="1054675"/>
                </a:cubicBezTo>
                <a:lnTo>
                  <a:pt x="3995775" y="1054676"/>
                </a:lnTo>
                <a:cubicBezTo>
                  <a:pt x="3996273" y="1054676"/>
                  <a:pt x="3996771" y="1055008"/>
                  <a:pt x="3997020" y="1055423"/>
                </a:cubicBezTo>
                <a:lnTo>
                  <a:pt x="4007156" y="1072954"/>
                </a:lnTo>
                <a:cubicBezTo>
                  <a:pt x="4007405" y="1073368"/>
                  <a:pt x="4007405" y="1073950"/>
                  <a:pt x="4007156" y="1074365"/>
                </a:cubicBezTo>
                <a:lnTo>
                  <a:pt x="3997020" y="1091895"/>
                </a:lnTo>
                <a:cubicBezTo>
                  <a:pt x="3996771" y="1092393"/>
                  <a:pt x="3996273" y="1092642"/>
                  <a:pt x="3995774" y="1092643"/>
                </a:cubicBezTo>
                <a:close/>
                <a:moveTo>
                  <a:pt x="4697738" y="1286165"/>
                </a:moveTo>
                <a:cubicBezTo>
                  <a:pt x="4697239" y="1286165"/>
                  <a:pt x="4696741" y="1285832"/>
                  <a:pt x="4696492" y="1285417"/>
                </a:cubicBezTo>
                <a:lnTo>
                  <a:pt x="4686356" y="1267888"/>
                </a:lnTo>
                <a:cubicBezTo>
                  <a:pt x="4686107" y="1267472"/>
                  <a:pt x="4686107" y="1266891"/>
                  <a:pt x="4686356" y="1266475"/>
                </a:cubicBezTo>
                <a:lnTo>
                  <a:pt x="4696492" y="1248946"/>
                </a:lnTo>
                <a:cubicBezTo>
                  <a:pt x="4696741" y="1248447"/>
                  <a:pt x="4697239" y="1248197"/>
                  <a:pt x="4697738" y="1248198"/>
                </a:cubicBezTo>
                <a:lnTo>
                  <a:pt x="4718009" y="1248198"/>
                </a:lnTo>
                <a:cubicBezTo>
                  <a:pt x="4718508" y="1248198"/>
                  <a:pt x="4719006" y="1248530"/>
                  <a:pt x="4719255" y="1248946"/>
                </a:cubicBezTo>
                <a:lnTo>
                  <a:pt x="4729390" y="1266476"/>
                </a:lnTo>
                <a:cubicBezTo>
                  <a:pt x="4729640" y="1266890"/>
                  <a:pt x="4729640" y="1267472"/>
                  <a:pt x="4729391" y="1267887"/>
                </a:cubicBezTo>
                <a:lnTo>
                  <a:pt x="4719255" y="1285417"/>
                </a:lnTo>
                <a:cubicBezTo>
                  <a:pt x="4719006" y="1285915"/>
                  <a:pt x="4718508" y="1286164"/>
                  <a:pt x="4718009" y="1286165"/>
                </a:cubicBezTo>
                <a:close/>
                <a:moveTo>
                  <a:pt x="2470764" y="689553"/>
                </a:moveTo>
                <a:cubicBezTo>
                  <a:pt x="2470265" y="689553"/>
                  <a:pt x="2469767" y="689221"/>
                  <a:pt x="2469518" y="688806"/>
                </a:cubicBezTo>
                <a:lnTo>
                  <a:pt x="2459382" y="671193"/>
                </a:lnTo>
                <a:cubicBezTo>
                  <a:pt x="2459133" y="670777"/>
                  <a:pt x="2459133" y="670195"/>
                  <a:pt x="2459382" y="669780"/>
                </a:cubicBezTo>
                <a:lnTo>
                  <a:pt x="2469601" y="652167"/>
                </a:lnTo>
                <a:cubicBezTo>
                  <a:pt x="2469850" y="651669"/>
                  <a:pt x="2470348" y="651420"/>
                  <a:pt x="2470847" y="651420"/>
                </a:cubicBezTo>
                <a:lnTo>
                  <a:pt x="2491201" y="651420"/>
                </a:lnTo>
                <a:cubicBezTo>
                  <a:pt x="2491700" y="651420"/>
                  <a:pt x="2492198" y="651752"/>
                  <a:pt x="2492447" y="652167"/>
                </a:cubicBezTo>
                <a:lnTo>
                  <a:pt x="2502583" y="669780"/>
                </a:lnTo>
                <a:cubicBezTo>
                  <a:pt x="2502832" y="670195"/>
                  <a:pt x="2502832" y="670777"/>
                  <a:pt x="2502583" y="671193"/>
                </a:cubicBezTo>
                <a:lnTo>
                  <a:pt x="2492364" y="688806"/>
                </a:lnTo>
                <a:cubicBezTo>
                  <a:pt x="2492115" y="689304"/>
                  <a:pt x="2491617" y="689553"/>
                  <a:pt x="2491118" y="689553"/>
                </a:cubicBezTo>
                <a:close/>
                <a:moveTo>
                  <a:pt x="3734674" y="1028217"/>
                </a:moveTo>
                <a:cubicBezTo>
                  <a:pt x="3734175" y="1028217"/>
                  <a:pt x="3733677" y="1027885"/>
                  <a:pt x="3733428" y="1027470"/>
                </a:cubicBezTo>
                <a:lnTo>
                  <a:pt x="3723292" y="1009857"/>
                </a:lnTo>
                <a:cubicBezTo>
                  <a:pt x="3723043" y="1009441"/>
                  <a:pt x="3723043" y="1008859"/>
                  <a:pt x="3723292" y="1008444"/>
                </a:cubicBezTo>
                <a:lnTo>
                  <a:pt x="3733511" y="990831"/>
                </a:lnTo>
                <a:cubicBezTo>
                  <a:pt x="3733760" y="990333"/>
                  <a:pt x="3734258" y="990084"/>
                  <a:pt x="3734757" y="990084"/>
                </a:cubicBezTo>
                <a:lnTo>
                  <a:pt x="3755111" y="990084"/>
                </a:lnTo>
                <a:cubicBezTo>
                  <a:pt x="3755610" y="990084"/>
                  <a:pt x="3756108" y="990416"/>
                  <a:pt x="3756358" y="990831"/>
                </a:cubicBezTo>
                <a:lnTo>
                  <a:pt x="3766493" y="1008444"/>
                </a:lnTo>
                <a:cubicBezTo>
                  <a:pt x="3766742" y="1008859"/>
                  <a:pt x="3766742" y="1009441"/>
                  <a:pt x="3766493" y="1009857"/>
                </a:cubicBezTo>
                <a:lnTo>
                  <a:pt x="3756274" y="1027470"/>
                </a:lnTo>
                <a:cubicBezTo>
                  <a:pt x="3756025" y="1027968"/>
                  <a:pt x="3755527" y="1028217"/>
                  <a:pt x="3755028" y="1028217"/>
                </a:cubicBezTo>
                <a:close/>
                <a:moveTo>
                  <a:pt x="2771673" y="770351"/>
                </a:moveTo>
                <a:cubicBezTo>
                  <a:pt x="2771174" y="770351"/>
                  <a:pt x="2770676" y="770019"/>
                  <a:pt x="2770427" y="769604"/>
                </a:cubicBezTo>
                <a:lnTo>
                  <a:pt x="2760208" y="751908"/>
                </a:lnTo>
                <a:cubicBezTo>
                  <a:pt x="2759959" y="751493"/>
                  <a:pt x="2759959" y="750911"/>
                  <a:pt x="2760208" y="750495"/>
                </a:cubicBezTo>
                <a:lnTo>
                  <a:pt x="2770427" y="732800"/>
                </a:lnTo>
                <a:cubicBezTo>
                  <a:pt x="2770676" y="732302"/>
                  <a:pt x="2771174" y="732052"/>
                  <a:pt x="2771673" y="732052"/>
                </a:cubicBezTo>
                <a:lnTo>
                  <a:pt x="2792110" y="732053"/>
                </a:lnTo>
                <a:cubicBezTo>
                  <a:pt x="2792609" y="732052"/>
                  <a:pt x="2793107" y="732384"/>
                  <a:pt x="2793357" y="732800"/>
                </a:cubicBezTo>
                <a:lnTo>
                  <a:pt x="2803575" y="750495"/>
                </a:lnTo>
                <a:cubicBezTo>
                  <a:pt x="2803825" y="750911"/>
                  <a:pt x="2803825" y="751493"/>
                  <a:pt x="2803575" y="751908"/>
                </a:cubicBezTo>
                <a:lnTo>
                  <a:pt x="2793356" y="769604"/>
                </a:lnTo>
                <a:cubicBezTo>
                  <a:pt x="2793107" y="770102"/>
                  <a:pt x="2792609" y="770351"/>
                  <a:pt x="2792110" y="770352"/>
                </a:cubicBezTo>
                <a:close/>
                <a:moveTo>
                  <a:pt x="2350288" y="657537"/>
                </a:moveTo>
                <a:cubicBezTo>
                  <a:pt x="2349790" y="657537"/>
                  <a:pt x="2349291" y="657205"/>
                  <a:pt x="2349042" y="656789"/>
                </a:cubicBezTo>
                <a:lnTo>
                  <a:pt x="2338740" y="639010"/>
                </a:lnTo>
                <a:cubicBezTo>
                  <a:pt x="2338491" y="638595"/>
                  <a:pt x="2338491" y="638013"/>
                  <a:pt x="2338740" y="637597"/>
                </a:cubicBezTo>
                <a:lnTo>
                  <a:pt x="2349042" y="619819"/>
                </a:lnTo>
                <a:cubicBezTo>
                  <a:pt x="2349291" y="619320"/>
                  <a:pt x="2349790" y="619071"/>
                  <a:pt x="2350288" y="619071"/>
                </a:cubicBezTo>
                <a:lnTo>
                  <a:pt x="2370809" y="619071"/>
                </a:lnTo>
                <a:cubicBezTo>
                  <a:pt x="2371307" y="619071"/>
                  <a:pt x="2371805" y="619403"/>
                  <a:pt x="2372055" y="619819"/>
                </a:cubicBezTo>
                <a:lnTo>
                  <a:pt x="2382357" y="637597"/>
                </a:lnTo>
                <a:cubicBezTo>
                  <a:pt x="2382606" y="638013"/>
                  <a:pt x="2382606" y="638595"/>
                  <a:pt x="2382357" y="639010"/>
                </a:cubicBezTo>
                <a:lnTo>
                  <a:pt x="2372055" y="656789"/>
                </a:lnTo>
                <a:cubicBezTo>
                  <a:pt x="2371805" y="657288"/>
                  <a:pt x="2371307" y="657537"/>
                  <a:pt x="2370809" y="657537"/>
                </a:cubicBezTo>
                <a:close/>
                <a:moveTo>
                  <a:pt x="3854944" y="1060708"/>
                </a:moveTo>
                <a:cubicBezTo>
                  <a:pt x="3854444" y="1060708"/>
                  <a:pt x="3853946" y="1060376"/>
                  <a:pt x="3853698" y="1059960"/>
                </a:cubicBezTo>
                <a:lnTo>
                  <a:pt x="3843396" y="1042181"/>
                </a:lnTo>
                <a:cubicBezTo>
                  <a:pt x="3843147" y="1041766"/>
                  <a:pt x="3843147" y="1041184"/>
                  <a:pt x="3843395" y="1040768"/>
                </a:cubicBezTo>
                <a:lnTo>
                  <a:pt x="3853698" y="1022990"/>
                </a:lnTo>
                <a:cubicBezTo>
                  <a:pt x="3853947" y="1022491"/>
                  <a:pt x="3854445" y="1022242"/>
                  <a:pt x="3854944" y="1022242"/>
                </a:cubicBezTo>
                <a:lnTo>
                  <a:pt x="3875463" y="1022242"/>
                </a:lnTo>
                <a:cubicBezTo>
                  <a:pt x="3875962" y="1022242"/>
                  <a:pt x="3876460" y="1022574"/>
                  <a:pt x="3876711" y="1022990"/>
                </a:cubicBezTo>
                <a:lnTo>
                  <a:pt x="3887012" y="1040768"/>
                </a:lnTo>
                <a:cubicBezTo>
                  <a:pt x="3887261" y="1041184"/>
                  <a:pt x="3887262" y="1041766"/>
                  <a:pt x="3887012" y="1042181"/>
                </a:cubicBezTo>
                <a:lnTo>
                  <a:pt x="3876711" y="1059960"/>
                </a:lnTo>
                <a:cubicBezTo>
                  <a:pt x="3876461" y="1060459"/>
                  <a:pt x="3875963" y="1060708"/>
                  <a:pt x="3875464" y="1060708"/>
                </a:cubicBezTo>
                <a:close/>
                <a:moveTo>
                  <a:pt x="4035502" y="1109088"/>
                </a:moveTo>
                <a:cubicBezTo>
                  <a:pt x="4035003" y="1109089"/>
                  <a:pt x="4034505" y="1108756"/>
                  <a:pt x="4034256" y="1108340"/>
                </a:cubicBezTo>
                <a:lnTo>
                  <a:pt x="4023954" y="1090562"/>
                </a:lnTo>
                <a:cubicBezTo>
                  <a:pt x="4023705" y="1090147"/>
                  <a:pt x="4023705" y="1089564"/>
                  <a:pt x="4023954" y="1089149"/>
                </a:cubicBezTo>
                <a:lnTo>
                  <a:pt x="4034256" y="1071371"/>
                </a:lnTo>
                <a:cubicBezTo>
                  <a:pt x="4034505" y="1070872"/>
                  <a:pt x="4035003" y="1070623"/>
                  <a:pt x="4035502" y="1070623"/>
                </a:cubicBezTo>
                <a:lnTo>
                  <a:pt x="4056022" y="1070623"/>
                </a:lnTo>
                <a:cubicBezTo>
                  <a:pt x="4056521" y="1070622"/>
                  <a:pt x="4057019" y="1070954"/>
                  <a:pt x="4057269" y="1071370"/>
                </a:cubicBezTo>
                <a:lnTo>
                  <a:pt x="4067570" y="1089148"/>
                </a:lnTo>
                <a:cubicBezTo>
                  <a:pt x="4067820" y="1089565"/>
                  <a:pt x="4067820" y="1090146"/>
                  <a:pt x="4067570" y="1090561"/>
                </a:cubicBezTo>
                <a:lnTo>
                  <a:pt x="4057269" y="1108341"/>
                </a:lnTo>
                <a:cubicBezTo>
                  <a:pt x="4057019" y="1108839"/>
                  <a:pt x="4056521" y="1109089"/>
                  <a:pt x="4056022" y="1109088"/>
                </a:cubicBezTo>
                <a:close/>
                <a:moveTo>
                  <a:pt x="4757737" y="1302611"/>
                </a:moveTo>
                <a:cubicBezTo>
                  <a:pt x="4757238" y="1302611"/>
                  <a:pt x="4756740" y="1302279"/>
                  <a:pt x="4756492" y="1301863"/>
                </a:cubicBezTo>
                <a:lnTo>
                  <a:pt x="4746189" y="1284084"/>
                </a:lnTo>
                <a:cubicBezTo>
                  <a:pt x="4745940" y="1283669"/>
                  <a:pt x="4745941" y="1283087"/>
                  <a:pt x="4746189" y="1282671"/>
                </a:cubicBezTo>
                <a:lnTo>
                  <a:pt x="4756492" y="1264893"/>
                </a:lnTo>
                <a:cubicBezTo>
                  <a:pt x="4756741" y="1264394"/>
                  <a:pt x="4757239" y="1264145"/>
                  <a:pt x="4757738" y="1264145"/>
                </a:cubicBezTo>
                <a:lnTo>
                  <a:pt x="4778257" y="1264145"/>
                </a:lnTo>
                <a:cubicBezTo>
                  <a:pt x="4778756" y="1264145"/>
                  <a:pt x="4779254" y="1264477"/>
                  <a:pt x="4779505" y="1264893"/>
                </a:cubicBezTo>
                <a:lnTo>
                  <a:pt x="4789805" y="1282671"/>
                </a:lnTo>
                <a:cubicBezTo>
                  <a:pt x="4790055" y="1283087"/>
                  <a:pt x="4790056" y="1283669"/>
                  <a:pt x="4789806" y="1284084"/>
                </a:cubicBezTo>
                <a:lnTo>
                  <a:pt x="4779505" y="1301863"/>
                </a:lnTo>
                <a:cubicBezTo>
                  <a:pt x="4779255" y="1302362"/>
                  <a:pt x="4778757" y="1302611"/>
                  <a:pt x="4778258" y="1302611"/>
                </a:cubicBezTo>
                <a:close/>
                <a:moveTo>
                  <a:pt x="3915138" y="1076940"/>
                </a:moveTo>
                <a:cubicBezTo>
                  <a:pt x="3914640" y="1076940"/>
                  <a:pt x="3914141" y="1076608"/>
                  <a:pt x="3913893" y="1076192"/>
                </a:cubicBezTo>
                <a:lnTo>
                  <a:pt x="3903590" y="1058331"/>
                </a:lnTo>
                <a:cubicBezTo>
                  <a:pt x="3903341" y="1057832"/>
                  <a:pt x="3903342" y="1057250"/>
                  <a:pt x="3903590" y="1056835"/>
                </a:cubicBezTo>
                <a:lnTo>
                  <a:pt x="3913893" y="1038973"/>
                </a:lnTo>
                <a:cubicBezTo>
                  <a:pt x="3914142" y="1038474"/>
                  <a:pt x="3914641" y="1038225"/>
                  <a:pt x="3915139" y="1038225"/>
                </a:cubicBezTo>
                <a:lnTo>
                  <a:pt x="3935825" y="1038225"/>
                </a:lnTo>
                <a:cubicBezTo>
                  <a:pt x="3936323" y="1038225"/>
                  <a:pt x="3936822" y="1038558"/>
                  <a:pt x="3937071" y="1038973"/>
                </a:cubicBezTo>
                <a:lnTo>
                  <a:pt x="3947373" y="1056835"/>
                </a:lnTo>
                <a:cubicBezTo>
                  <a:pt x="3947622" y="1057333"/>
                  <a:pt x="3947622" y="1057915"/>
                  <a:pt x="3947374" y="1058331"/>
                </a:cubicBezTo>
                <a:lnTo>
                  <a:pt x="3937071" y="1076192"/>
                </a:lnTo>
                <a:cubicBezTo>
                  <a:pt x="3936822" y="1076691"/>
                  <a:pt x="3936323" y="1076940"/>
                  <a:pt x="3935825" y="1076940"/>
                </a:cubicBezTo>
                <a:close/>
                <a:moveTo>
                  <a:pt x="4095697" y="1125321"/>
                </a:moveTo>
                <a:cubicBezTo>
                  <a:pt x="4095199" y="1125321"/>
                  <a:pt x="4094700" y="1124988"/>
                  <a:pt x="4094451" y="1124573"/>
                </a:cubicBezTo>
                <a:lnTo>
                  <a:pt x="4084149" y="1106712"/>
                </a:lnTo>
                <a:cubicBezTo>
                  <a:pt x="4083900" y="1106213"/>
                  <a:pt x="4083900" y="1105630"/>
                  <a:pt x="4084149" y="1105216"/>
                </a:cubicBezTo>
                <a:lnTo>
                  <a:pt x="4094451" y="1087353"/>
                </a:lnTo>
                <a:cubicBezTo>
                  <a:pt x="4094700" y="1086854"/>
                  <a:pt x="4095199" y="1086606"/>
                  <a:pt x="4095697" y="1086605"/>
                </a:cubicBezTo>
                <a:lnTo>
                  <a:pt x="4116384" y="1086606"/>
                </a:lnTo>
                <a:cubicBezTo>
                  <a:pt x="4116882" y="1086605"/>
                  <a:pt x="4117381" y="1086938"/>
                  <a:pt x="4117630" y="1087354"/>
                </a:cubicBezTo>
                <a:lnTo>
                  <a:pt x="4127932" y="1105215"/>
                </a:lnTo>
                <a:cubicBezTo>
                  <a:pt x="4128181" y="1105713"/>
                  <a:pt x="4128181" y="1106295"/>
                  <a:pt x="4127932" y="1106712"/>
                </a:cubicBezTo>
                <a:lnTo>
                  <a:pt x="4117630" y="1124572"/>
                </a:lnTo>
                <a:cubicBezTo>
                  <a:pt x="4117381" y="1125071"/>
                  <a:pt x="4116882" y="1125321"/>
                  <a:pt x="4116384" y="1125320"/>
                </a:cubicBezTo>
                <a:close/>
                <a:moveTo>
                  <a:pt x="4155883" y="1141447"/>
                </a:moveTo>
                <a:cubicBezTo>
                  <a:pt x="4155385" y="1141447"/>
                  <a:pt x="4154886" y="1141115"/>
                  <a:pt x="4154637" y="1140699"/>
                </a:cubicBezTo>
                <a:lnTo>
                  <a:pt x="4144335" y="1122838"/>
                </a:lnTo>
                <a:cubicBezTo>
                  <a:pt x="4144086" y="1122339"/>
                  <a:pt x="4144086" y="1121757"/>
                  <a:pt x="4144335" y="1121342"/>
                </a:cubicBezTo>
                <a:lnTo>
                  <a:pt x="4154637" y="1103480"/>
                </a:lnTo>
                <a:cubicBezTo>
                  <a:pt x="4154886" y="1102981"/>
                  <a:pt x="4155385" y="1102732"/>
                  <a:pt x="4155883" y="1102732"/>
                </a:cubicBezTo>
                <a:lnTo>
                  <a:pt x="4176570" y="1102732"/>
                </a:lnTo>
                <a:cubicBezTo>
                  <a:pt x="4177068" y="1102732"/>
                  <a:pt x="4177567" y="1103065"/>
                  <a:pt x="4177816" y="1103480"/>
                </a:cubicBezTo>
                <a:lnTo>
                  <a:pt x="4188118" y="1121342"/>
                </a:lnTo>
                <a:cubicBezTo>
                  <a:pt x="4188367" y="1121840"/>
                  <a:pt x="4188367" y="1122422"/>
                  <a:pt x="4188118" y="1122838"/>
                </a:cubicBezTo>
                <a:lnTo>
                  <a:pt x="4177816" y="1140699"/>
                </a:lnTo>
                <a:cubicBezTo>
                  <a:pt x="4177567" y="1141198"/>
                  <a:pt x="4177068" y="1141447"/>
                  <a:pt x="4176570" y="1141447"/>
                </a:cubicBezTo>
                <a:close/>
                <a:moveTo>
                  <a:pt x="3794684" y="1044759"/>
                </a:moveTo>
                <a:cubicBezTo>
                  <a:pt x="3794185" y="1044758"/>
                  <a:pt x="3793687" y="1044426"/>
                  <a:pt x="3793438" y="1044011"/>
                </a:cubicBezTo>
                <a:lnTo>
                  <a:pt x="3783053" y="1026066"/>
                </a:lnTo>
                <a:cubicBezTo>
                  <a:pt x="3782804" y="1025567"/>
                  <a:pt x="3782804" y="1024987"/>
                  <a:pt x="3783053" y="1024570"/>
                </a:cubicBezTo>
                <a:lnTo>
                  <a:pt x="3793438" y="1006625"/>
                </a:lnTo>
                <a:cubicBezTo>
                  <a:pt x="3793687" y="1006126"/>
                  <a:pt x="3794185" y="1005878"/>
                  <a:pt x="3794684" y="1005877"/>
                </a:cubicBezTo>
                <a:lnTo>
                  <a:pt x="3815454" y="1005877"/>
                </a:lnTo>
                <a:cubicBezTo>
                  <a:pt x="3815952" y="1005877"/>
                  <a:pt x="3816451" y="1006210"/>
                  <a:pt x="3816700" y="1006625"/>
                </a:cubicBezTo>
                <a:lnTo>
                  <a:pt x="3827085" y="1024570"/>
                </a:lnTo>
                <a:cubicBezTo>
                  <a:pt x="3827334" y="1025069"/>
                  <a:pt x="3827334" y="1025650"/>
                  <a:pt x="3827085" y="1026066"/>
                </a:cubicBezTo>
                <a:lnTo>
                  <a:pt x="3816700" y="1044011"/>
                </a:lnTo>
                <a:cubicBezTo>
                  <a:pt x="3816451" y="1044509"/>
                  <a:pt x="3815952" y="1044758"/>
                  <a:pt x="3815454" y="1044758"/>
                </a:cubicBezTo>
                <a:close/>
                <a:moveTo>
                  <a:pt x="4215988" y="1157647"/>
                </a:moveTo>
                <a:cubicBezTo>
                  <a:pt x="4215489" y="1157647"/>
                  <a:pt x="4214991" y="1157314"/>
                  <a:pt x="4214742" y="1156899"/>
                </a:cubicBezTo>
                <a:lnTo>
                  <a:pt x="4204357" y="1138954"/>
                </a:lnTo>
                <a:cubicBezTo>
                  <a:pt x="4204108" y="1138455"/>
                  <a:pt x="4204108" y="1137875"/>
                  <a:pt x="4204357" y="1137458"/>
                </a:cubicBezTo>
                <a:lnTo>
                  <a:pt x="4214742" y="1119513"/>
                </a:lnTo>
                <a:cubicBezTo>
                  <a:pt x="4214991" y="1119014"/>
                  <a:pt x="4215489" y="1118766"/>
                  <a:pt x="4215988" y="1118765"/>
                </a:cubicBezTo>
                <a:lnTo>
                  <a:pt x="4236758" y="1118765"/>
                </a:lnTo>
                <a:cubicBezTo>
                  <a:pt x="4237256" y="1118765"/>
                  <a:pt x="4237755" y="1119098"/>
                  <a:pt x="4238004" y="1119513"/>
                </a:cubicBezTo>
                <a:lnTo>
                  <a:pt x="4248389" y="1137458"/>
                </a:lnTo>
                <a:cubicBezTo>
                  <a:pt x="4248638" y="1137957"/>
                  <a:pt x="4248638" y="1138539"/>
                  <a:pt x="4248389" y="1138954"/>
                </a:cubicBezTo>
                <a:lnTo>
                  <a:pt x="4238004" y="1156899"/>
                </a:lnTo>
                <a:cubicBezTo>
                  <a:pt x="4237755" y="1157397"/>
                  <a:pt x="4237256" y="1157646"/>
                  <a:pt x="4236758" y="1157646"/>
                </a:cubicBezTo>
                <a:close/>
                <a:moveTo>
                  <a:pt x="2229759" y="625544"/>
                </a:moveTo>
                <a:cubicBezTo>
                  <a:pt x="2229260" y="625544"/>
                  <a:pt x="2228762" y="625212"/>
                  <a:pt x="2228512" y="624796"/>
                </a:cubicBezTo>
                <a:lnTo>
                  <a:pt x="2218128" y="606768"/>
                </a:lnTo>
                <a:cubicBezTo>
                  <a:pt x="2217879" y="606270"/>
                  <a:pt x="2217879" y="605688"/>
                  <a:pt x="2218128" y="605272"/>
                </a:cubicBezTo>
                <a:lnTo>
                  <a:pt x="2228595" y="587244"/>
                </a:lnTo>
                <a:cubicBezTo>
                  <a:pt x="2228845" y="586746"/>
                  <a:pt x="2229344" y="586497"/>
                  <a:pt x="2229842" y="586497"/>
                </a:cubicBezTo>
                <a:lnTo>
                  <a:pt x="2250695" y="586497"/>
                </a:lnTo>
                <a:cubicBezTo>
                  <a:pt x="2251193" y="586497"/>
                  <a:pt x="2251692" y="586829"/>
                  <a:pt x="2251941" y="587244"/>
                </a:cubicBezTo>
                <a:lnTo>
                  <a:pt x="2262326" y="605272"/>
                </a:lnTo>
                <a:cubicBezTo>
                  <a:pt x="2262575" y="605771"/>
                  <a:pt x="2262575" y="606353"/>
                  <a:pt x="2262326" y="606768"/>
                </a:cubicBezTo>
                <a:lnTo>
                  <a:pt x="2251858" y="624796"/>
                </a:lnTo>
                <a:cubicBezTo>
                  <a:pt x="2251609" y="625295"/>
                  <a:pt x="2251110" y="625544"/>
                  <a:pt x="2250612" y="625544"/>
                </a:cubicBezTo>
                <a:close/>
                <a:moveTo>
                  <a:pt x="2289946" y="641671"/>
                </a:moveTo>
                <a:cubicBezTo>
                  <a:pt x="2289447" y="641671"/>
                  <a:pt x="2288949" y="641339"/>
                  <a:pt x="2288699" y="640923"/>
                </a:cubicBezTo>
                <a:lnTo>
                  <a:pt x="2278314" y="622895"/>
                </a:lnTo>
                <a:cubicBezTo>
                  <a:pt x="2278065" y="622397"/>
                  <a:pt x="2278065" y="621815"/>
                  <a:pt x="2278315" y="621399"/>
                </a:cubicBezTo>
                <a:lnTo>
                  <a:pt x="2288782" y="603371"/>
                </a:lnTo>
                <a:cubicBezTo>
                  <a:pt x="2289032" y="602873"/>
                  <a:pt x="2289531" y="602624"/>
                  <a:pt x="2290029" y="602624"/>
                </a:cubicBezTo>
                <a:lnTo>
                  <a:pt x="2310882" y="602624"/>
                </a:lnTo>
                <a:cubicBezTo>
                  <a:pt x="2311380" y="602624"/>
                  <a:pt x="2311879" y="602956"/>
                  <a:pt x="2312128" y="603371"/>
                </a:cubicBezTo>
                <a:lnTo>
                  <a:pt x="2322513" y="621399"/>
                </a:lnTo>
                <a:cubicBezTo>
                  <a:pt x="2322761" y="621898"/>
                  <a:pt x="2322761" y="622480"/>
                  <a:pt x="2322513" y="622895"/>
                </a:cubicBezTo>
                <a:lnTo>
                  <a:pt x="2312045" y="640923"/>
                </a:lnTo>
                <a:cubicBezTo>
                  <a:pt x="2311796" y="641422"/>
                  <a:pt x="2311297" y="641671"/>
                  <a:pt x="2310799" y="641671"/>
                </a:cubicBezTo>
                <a:close/>
                <a:moveTo>
                  <a:pt x="3674227" y="1012588"/>
                </a:moveTo>
                <a:cubicBezTo>
                  <a:pt x="3673729" y="1012588"/>
                  <a:pt x="3673230" y="1012257"/>
                  <a:pt x="3672981" y="1011840"/>
                </a:cubicBezTo>
                <a:lnTo>
                  <a:pt x="3662596" y="993812"/>
                </a:lnTo>
                <a:cubicBezTo>
                  <a:pt x="3662347" y="993314"/>
                  <a:pt x="3662347" y="992733"/>
                  <a:pt x="3662596" y="992316"/>
                </a:cubicBezTo>
                <a:lnTo>
                  <a:pt x="3673064" y="974288"/>
                </a:lnTo>
                <a:cubicBezTo>
                  <a:pt x="3673314" y="973790"/>
                  <a:pt x="3673812" y="973542"/>
                  <a:pt x="3674310" y="973541"/>
                </a:cubicBezTo>
                <a:lnTo>
                  <a:pt x="3695163" y="973542"/>
                </a:lnTo>
                <a:cubicBezTo>
                  <a:pt x="3695662" y="973542"/>
                  <a:pt x="3696161" y="973873"/>
                  <a:pt x="3696410" y="974289"/>
                </a:cubicBezTo>
                <a:lnTo>
                  <a:pt x="3706794" y="992317"/>
                </a:lnTo>
                <a:cubicBezTo>
                  <a:pt x="3707043" y="992816"/>
                  <a:pt x="3707043" y="993397"/>
                  <a:pt x="3706794" y="993813"/>
                </a:cubicBezTo>
                <a:lnTo>
                  <a:pt x="3696327" y="1011841"/>
                </a:lnTo>
                <a:cubicBezTo>
                  <a:pt x="3696077" y="1012340"/>
                  <a:pt x="3695579" y="1012588"/>
                  <a:pt x="3695081" y="1012589"/>
                </a:cubicBezTo>
                <a:close/>
                <a:moveTo>
                  <a:pt x="4276090" y="1173857"/>
                </a:moveTo>
                <a:cubicBezTo>
                  <a:pt x="4275591" y="1173857"/>
                  <a:pt x="4275093" y="1173525"/>
                  <a:pt x="4274844" y="1173109"/>
                </a:cubicBezTo>
                <a:lnTo>
                  <a:pt x="4264459" y="1155081"/>
                </a:lnTo>
                <a:cubicBezTo>
                  <a:pt x="4264210" y="1154583"/>
                  <a:pt x="4264210" y="1154001"/>
                  <a:pt x="4264459" y="1153585"/>
                </a:cubicBezTo>
                <a:lnTo>
                  <a:pt x="4274927" y="1135557"/>
                </a:lnTo>
                <a:cubicBezTo>
                  <a:pt x="4275176" y="1135059"/>
                  <a:pt x="4275675" y="1134810"/>
                  <a:pt x="4276173" y="1134810"/>
                </a:cubicBezTo>
                <a:lnTo>
                  <a:pt x="4297026" y="1134810"/>
                </a:lnTo>
                <a:cubicBezTo>
                  <a:pt x="4297525" y="1134810"/>
                  <a:pt x="4298023" y="1135142"/>
                  <a:pt x="4298272" y="1135557"/>
                </a:cubicBezTo>
                <a:lnTo>
                  <a:pt x="4308657" y="1153585"/>
                </a:lnTo>
                <a:cubicBezTo>
                  <a:pt x="4308906" y="1154084"/>
                  <a:pt x="4308906" y="1154666"/>
                  <a:pt x="4308657" y="1155081"/>
                </a:cubicBezTo>
                <a:lnTo>
                  <a:pt x="4298189" y="1173109"/>
                </a:lnTo>
                <a:cubicBezTo>
                  <a:pt x="4297940" y="1173608"/>
                  <a:pt x="4297441" y="1173857"/>
                  <a:pt x="4296943" y="1173857"/>
                </a:cubicBezTo>
                <a:close/>
                <a:moveTo>
                  <a:pt x="4938139" y="1351252"/>
                </a:moveTo>
                <a:cubicBezTo>
                  <a:pt x="4937640" y="1351252"/>
                  <a:pt x="4937141" y="1350921"/>
                  <a:pt x="4936892" y="1350504"/>
                </a:cubicBezTo>
                <a:lnTo>
                  <a:pt x="4926507" y="1332476"/>
                </a:lnTo>
                <a:cubicBezTo>
                  <a:pt x="4926258" y="1331978"/>
                  <a:pt x="4926258" y="1331396"/>
                  <a:pt x="4926508" y="1330980"/>
                </a:cubicBezTo>
                <a:lnTo>
                  <a:pt x="4936975" y="1312952"/>
                </a:lnTo>
                <a:cubicBezTo>
                  <a:pt x="4937225" y="1312454"/>
                  <a:pt x="4937723" y="1312205"/>
                  <a:pt x="4938221" y="1312205"/>
                </a:cubicBezTo>
                <a:lnTo>
                  <a:pt x="4959074" y="1312206"/>
                </a:lnTo>
                <a:cubicBezTo>
                  <a:pt x="4959573" y="1312206"/>
                  <a:pt x="4960072" y="1312537"/>
                  <a:pt x="4960321" y="1312952"/>
                </a:cubicBezTo>
                <a:lnTo>
                  <a:pt x="4970705" y="1330981"/>
                </a:lnTo>
                <a:cubicBezTo>
                  <a:pt x="4970954" y="1331479"/>
                  <a:pt x="4970954" y="1332061"/>
                  <a:pt x="4970705" y="1332477"/>
                </a:cubicBezTo>
                <a:lnTo>
                  <a:pt x="4960238" y="1350505"/>
                </a:lnTo>
                <a:cubicBezTo>
                  <a:pt x="4959988" y="1351004"/>
                  <a:pt x="4959490" y="1351252"/>
                  <a:pt x="4958992" y="1351253"/>
                </a:cubicBezTo>
                <a:close/>
                <a:moveTo>
                  <a:pt x="1627896" y="464357"/>
                </a:moveTo>
                <a:cubicBezTo>
                  <a:pt x="1627398" y="464357"/>
                  <a:pt x="1626899" y="464026"/>
                  <a:pt x="1626650" y="463611"/>
                </a:cubicBezTo>
                <a:lnTo>
                  <a:pt x="1616182" y="445499"/>
                </a:lnTo>
                <a:cubicBezTo>
                  <a:pt x="1615933" y="445001"/>
                  <a:pt x="1615933" y="444419"/>
                  <a:pt x="1616182" y="444004"/>
                </a:cubicBezTo>
                <a:lnTo>
                  <a:pt x="1626650" y="425892"/>
                </a:lnTo>
                <a:cubicBezTo>
                  <a:pt x="1626899" y="425394"/>
                  <a:pt x="1627398" y="425145"/>
                  <a:pt x="1627896" y="425145"/>
                </a:cubicBezTo>
                <a:lnTo>
                  <a:pt x="1648832" y="425145"/>
                </a:lnTo>
                <a:cubicBezTo>
                  <a:pt x="1649331" y="425145"/>
                  <a:pt x="1649829" y="425477"/>
                  <a:pt x="1650078" y="425892"/>
                </a:cubicBezTo>
                <a:lnTo>
                  <a:pt x="1660546" y="444004"/>
                </a:lnTo>
                <a:cubicBezTo>
                  <a:pt x="1660796" y="444501"/>
                  <a:pt x="1660796" y="445084"/>
                  <a:pt x="1660546" y="445499"/>
                </a:cubicBezTo>
                <a:lnTo>
                  <a:pt x="1650078" y="463611"/>
                </a:lnTo>
                <a:cubicBezTo>
                  <a:pt x="1649829" y="464109"/>
                  <a:pt x="1649331" y="464358"/>
                  <a:pt x="1648832" y="464358"/>
                </a:cubicBezTo>
                <a:close/>
                <a:moveTo>
                  <a:pt x="4817767" y="1319081"/>
                </a:moveTo>
                <a:cubicBezTo>
                  <a:pt x="4817269" y="1319081"/>
                  <a:pt x="4816770" y="1318749"/>
                  <a:pt x="4816521" y="1318334"/>
                </a:cubicBezTo>
                <a:lnTo>
                  <a:pt x="4806053" y="1300222"/>
                </a:lnTo>
                <a:cubicBezTo>
                  <a:pt x="4805804" y="1299724"/>
                  <a:pt x="4805804" y="1299142"/>
                  <a:pt x="4806053" y="1298727"/>
                </a:cubicBezTo>
                <a:lnTo>
                  <a:pt x="4816521" y="1280615"/>
                </a:lnTo>
                <a:cubicBezTo>
                  <a:pt x="4816770" y="1280117"/>
                  <a:pt x="4817269" y="1279868"/>
                  <a:pt x="4817767" y="1279868"/>
                </a:cubicBezTo>
                <a:lnTo>
                  <a:pt x="4838703" y="1279868"/>
                </a:lnTo>
                <a:cubicBezTo>
                  <a:pt x="4839202" y="1279868"/>
                  <a:pt x="4839700" y="1280200"/>
                  <a:pt x="4839949" y="1280615"/>
                </a:cubicBezTo>
                <a:lnTo>
                  <a:pt x="4850417" y="1298727"/>
                </a:lnTo>
                <a:cubicBezTo>
                  <a:pt x="4850666" y="1299225"/>
                  <a:pt x="4850666" y="1299807"/>
                  <a:pt x="4850417" y="1300222"/>
                </a:cubicBezTo>
                <a:lnTo>
                  <a:pt x="4839949" y="1318334"/>
                </a:lnTo>
                <a:cubicBezTo>
                  <a:pt x="4839700" y="1318832"/>
                  <a:pt x="4839202" y="1319081"/>
                  <a:pt x="4838703" y="1319081"/>
                </a:cubicBezTo>
                <a:close/>
                <a:moveTo>
                  <a:pt x="4637147" y="1270776"/>
                </a:moveTo>
                <a:cubicBezTo>
                  <a:pt x="4636649" y="1270776"/>
                  <a:pt x="4636150" y="1270443"/>
                  <a:pt x="4635901" y="1270028"/>
                </a:cubicBezTo>
                <a:lnTo>
                  <a:pt x="4625350" y="1251750"/>
                </a:lnTo>
                <a:cubicBezTo>
                  <a:pt x="4625101" y="1251252"/>
                  <a:pt x="4625101" y="1250670"/>
                  <a:pt x="4625350" y="1250255"/>
                </a:cubicBezTo>
                <a:lnTo>
                  <a:pt x="4635901" y="1231977"/>
                </a:lnTo>
                <a:cubicBezTo>
                  <a:pt x="4636150" y="1231479"/>
                  <a:pt x="4636649" y="1231230"/>
                  <a:pt x="4637147" y="1231230"/>
                </a:cubicBezTo>
                <a:lnTo>
                  <a:pt x="4658166" y="1231230"/>
                </a:lnTo>
                <a:cubicBezTo>
                  <a:pt x="4658664" y="1231230"/>
                  <a:pt x="4659163" y="1231562"/>
                  <a:pt x="4659412" y="1231977"/>
                </a:cubicBezTo>
                <a:lnTo>
                  <a:pt x="4669963" y="1250255"/>
                </a:lnTo>
                <a:cubicBezTo>
                  <a:pt x="4670213" y="1250753"/>
                  <a:pt x="4670213" y="1251335"/>
                  <a:pt x="4669963" y="1251750"/>
                </a:cubicBezTo>
                <a:lnTo>
                  <a:pt x="4659412" y="1270028"/>
                </a:lnTo>
                <a:cubicBezTo>
                  <a:pt x="4659163" y="1270526"/>
                  <a:pt x="4658664" y="1270776"/>
                  <a:pt x="4658166" y="1270776"/>
                </a:cubicBezTo>
                <a:close/>
                <a:moveTo>
                  <a:pt x="4877893" y="1335284"/>
                </a:moveTo>
                <a:cubicBezTo>
                  <a:pt x="4877395" y="1335284"/>
                  <a:pt x="4876895" y="1334951"/>
                  <a:pt x="4876646" y="1334536"/>
                </a:cubicBezTo>
                <a:lnTo>
                  <a:pt x="4866095" y="1316258"/>
                </a:lnTo>
                <a:cubicBezTo>
                  <a:pt x="4865846" y="1315760"/>
                  <a:pt x="4865847" y="1315178"/>
                  <a:pt x="4866095" y="1314763"/>
                </a:cubicBezTo>
                <a:lnTo>
                  <a:pt x="4876647" y="1296485"/>
                </a:lnTo>
                <a:cubicBezTo>
                  <a:pt x="4876895" y="1295987"/>
                  <a:pt x="4877395" y="1295738"/>
                  <a:pt x="4877892" y="1295738"/>
                </a:cubicBezTo>
                <a:lnTo>
                  <a:pt x="4898912" y="1295738"/>
                </a:lnTo>
                <a:cubicBezTo>
                  <a:pt x="4899411" y="1295738"/>
                  <a:pt x="4899909" y="1296070"/>
                  <a:pt x="4900158" y="1296485"/>
                </a:cubicBezTo>
                <a:lnTo>
                  <a:pt x="4910709" y="1314763"/>
                </a:lnTo>
                <a:cubicBezTo>
                  <a:pt x="4910959" y="1315261"/>
                  <a:pt x="4910959" y="1315843"/>
                  <a:pt x="4910709" y="1316258"/>
                </a:cubicBezTo>
                <a:lnTo>
                  <a:pt x="4900158" y="1334536"/>
                </a:lnTo>
                <a:cubicBezTo>
                  <a:pt x="4899909" y="1335034"/>
                  <a:pt x="4899410" y="1335284"/>
                  <a:pt x="4898911" y="1335284"/>
                </a:cubicBezTo>
                <a:close/>
                <a:moveTo>
                  <a:pt x="4998265" y="1367538"/>
                </a:moveTo>
                <a:cubicBezTo>
                  <a:pt x="4997767" y="1367537"/>
                  <a:pt x="4997268" y="1367204"/>
                  <a:pt x="4997019" y="1366790"/>
                </a:cubicBezTo>
                <a:lnTo>
                  <a:pt x="4986468" y="1348512"/>
                </a:lnTo>
                <a:cubicBezTo>
                  <a:pt x="4986219" y="1348014"/>
                  <a:pt x="4986219" y="1347431"/>
                  <a:pt x="4986468" y="1347017"/>
                </a:cubicBezTo>
                <a:lnTo>
                  <a:pt x="4997019" y="1328739"/>
                </a:lnTo>
                <a:cubicBezTo>
                  <a:pt x="4997268" y="1328241"/>
                  <a:pt x="4997767" y="1327991"/>
                  <a:pt x="4998265" y="1327992"/>
                </a:cubicBezTo>
                <a:lnTo>
                  <a:pt x="5019284" y="1327991"/>
                </a:lnTo>
                <a:cubicBezTo>
                  <a:pt x="5019783" y="1327992"/>
                  <a:pt x="5020281" y="1328324"/>
                  <a:pt x="5020531" y="1328738"/>
                </a:cubicBezTo>
                <a:lnTo>
                  <a:pt x="5031081" y="1347016"/>
                </a:lnTo>
                <a:cubicBezTo>
                  <a:pt x="5031331" y="1347515"/>
                  <a:pt x="5031331" y="1348096"/>
                  <a:pt x="5031081" y="1348511"/>
                </a:cubicBezTo>
                <a:lnTo>
                  <a:pt x="5020530" y="1366789"/>
                </a:lnTo>
                <a:cubicBezTo>
                  <a:pt x="5020281" y="1367287"/>
                  <a:pt x="5019783" y="1367537"/>
                  <a:pt x="5019284" y="1367537"/>
                </a:cubicBezTo>
                <a:close/>
                <a:moveTo>
                  <a:pt x="2048867" y="577828"/>
                </a:moveTo>
                <a:cubicBezTo>
                  <a:pt x="2048286" y="577828"/>
                  <a:pt x="2047787" y="577579"/>
                  <a:pt x="2047538" y="577081"/>
                </a:cubicBezTo>
                <a:lnTo>
                  <a:pt x="2036738" y="558388"/>
                </a:lnTo>
                <a:cubicBezTo>
                  <a:pt x="2036489" y="557971"/>
                  <a:pt x="2036489" y="557391"/>
                  <a:pt x="2036738" y="556891"/>
                </a:cubicBezTo>
                <a:lnTo>
                  <a:pt x="2047538" y="538199"/>
                </a:lnTo>
                <a:cubicBezTo>
                  <a:pt x="2047787" y="537784"/>
                  <a:pt x="2048369" y="537451"/>
                  <a:pt x="2048867" y="537452"/>
                </a:cubicBezTo>
                <a:lnTo>
                  <a:pt x="2070468" y="537452"/>
                </a:lnTo>
                <a:cubicBezTo>
                  <a:pt x="2071049" y="537451"/>
                  <a:pt x="2071548" y="537701"/>
                  <a:pt x="2071797" y="538199"/>
                </a:cubicBezTo>
                <a:lnTo>
                  <a:pt x="2082598" y="556891"/>
                </a:lnTo>
                <a:cubicBezTo>
                  <a:pt x="2082847" y="557308"/>
                  <a:pt x="2082847" y="557889"/>
                  <a:pt x="2082598" y="558388"/>
                </a:cubicBezTo>
                <a:lnTo>
                  <a:pt x="2071797" y="577080"/>
                </a:lnTo>
                <a:cubicBezTo>
                  <a:pt x="2071548" y="577496"/>
                  <a:pt x="2070966" y="577828"/>
                  <a:pt x="2070468" y="577827"/>
                </a:cubicBezTo>
                <a:close/>
                <a:moveTo>
                  <a:pt x="1687748" y="481161"/>
                </a:moveTo>
                <a:cubicBezTo>
                  <a:pt x="1687168" y="481161"/>
                  <a:pt x="1686669" y="480911"/>
                  <a:pt x="1686420" y="480413"/>
                </a:cubicBezTo>
                <a:lnTo>
                  <a:pt x="1675620" y="461637"/>
                </a:lnTo>
                <a:cubicBezTo>
                  <a:pt x="1675370" y="461221"/>
                  <a:pt x="1675371" y="460641"/>
                  <a:pt x="1675619" y="460141"/>
                </a:cubicBezTo>
                <a:lnTo>
                  <a:pt x="1686420" y="441367"/>
                </a:lnTo>
                <a:cubicBezTo>
                  <a:pt x="1686668" y="440950"/>
                  <a:pt x="1687251" y="440618"/>
                  <a:pt x="1687749" y="440618"/>
                </a:cubicBezTo>
                <a:lnTo>
                  <a:pt x="1709433" y="440618"/>
                </a:lnTo>
                <a:cubicBezTo>
                  <a:pt x="1710014" y="440618"/>
                  <a:pt x="1710512" y="440867"/>
                  <a:pt x="1710763" y="441366"/>
                </a:cubicBezTo>
                <a:lnTo>
                  <a:pt x="1721562" y="460141"/>
                </a:lnTo>
                <a:cubicBezTo>
                  <a:pt x="1721812" y="460558"/>
                  <a:pt x="1721812" y="461139"/>
                  <a:pt x="1721563" y="461637"/>
                </a:cubicBezTo>
                <a:lnTo>
                  <a:pt x="1710763" y="480413"/>
                </a:lnTo>
                <a:cubicBezTo>
                  <a:pt x="1710512" y="480829"/>
                  <a:pt x="1709931" y="481161"/>
                  <a:pt x="1709433" y="481161"/>
                </a:cubicBezTo>
                <a:close/>
                <a:moveTo>
                  <a:pt x="1747934" y="497288"/>
                </a:moveTo>
                <a:cubicBezTo>
                  <a:pt x="1747353" y="497288"/>
                  <a:pt x="1746855" y="497038"/>
                  <a:pt x="1746605" y="496540"/>
                </a:cubicBezTo>
                <a:lnTo>
                  <a:pt x="1735806" y="477764"/>
                </a:lnTo>
                <a:cubicBezTo>
                  <a:pt x="1735556" y="477348"/>
                  <a:pt x="1735557" y="476767"/>
                  <a:pt x="1735805" y="476268"/>
                </a:cubicBezTo>
                <a:lnTo>
                  <a:pt x="1746606" y="457493"/>
                </a:lnTo>
                <a:cubicBezTo>
                  <a:pt x="1746854" y="457077"/>
                  <a:pt x="1747437" y="456745"/>
                  <a:pt x="1747934" y="456745"/>
                </a:cubicBezTo>
                <a:lnTo>
                  <a:pt x="1769618" y="456745"/>
                </a:lnTo>
                <a:cubicBezTo>
                  <a:pt x="1770200" y="456745"/>
                  <a:pt x="1770698" y="456994"/>
                  <a:pt x="1770949" y="457493"/>
                </a:cubicBezTo>
                <a:lnTo>
                  <a:pt x="1781748" y="476268"/>
                </a:lnTo>
                <a:cubicBezTo>
                  <a:pt x="1781998" y="476684"/>
                  <a:pt x="1781997" y="477266"/>
                  <a:pt x="1781749" y="477764"/>
                </a:cubicBezTo>
                <a:lnTo>
                  <a:pt x="1770948" y="496540"/>
                </a:lnTo>
                <a:cubicBezTo>
                  <a:pt x="1770698" y="496956"/>
                  <a:pt x="1770117" y="497288"/>
                  <a:pt x="1769619" y="497288"/>
                </a:cubicBezTo>
                <a:close/>
                <a:moveTo>
                  <a:pt x="1808121" y="513415"/>
                </a:moveTo>
                <a:cubicBezTo>
                  <a:pt x="1807540" y="513415"/>
                  <a:pt x="1807041" y="513165"/>
                  <a:pt x="1806792" y="512667"/>
                </a:cubicBezTo>
                <a:lnTo>
                  <a:pt x="1795992" y="493891"/>
                </a:lnTo>
                <a:cubicBezTo>
                  <a:pt x="1795743" y="493475"/>
                  <a:pt x="1795743" y="492894"/>
                  <a:pt x="1795992" y="492395"/>
                </a:cubicBezTo>
                <a:lnTo>
                  <a:pt x="1806792" y="473620"/>
                </a:lnTo>
                <a:cubicBezTo>
                  <a:pt x="1807041" y="473204"/>
                  <a:pt x="1807623" y="472872"/>
                  <a:pt x="1808121" y="472872"/>
                </a:cubicBezTo>
                <a:lnTo>
                  <a:pt x="1829805" y="472872"/>
                </a:lnTo>
                <a:cubicBezTo>
                  <a:pt x="1830387" y="472872"/>
                  <a:pt x="1830885" y="473121"/>
                  <a:pt x="1831135" y="473620"/>
                </a:cubicBezTo>
                <a:lnTo>
                  <a:pt x="1841935" y="492395"/>
                </a:lnTo>
                <a:cubicBezTo>
                  <a:pt x="1842184" y="492811"/>
                  <a:pt x="1842184" y="493393"/>
                  <a:pt x="1841935" y="493891"/>
                </a:cubicBezTo>
                <a:lnTo>
                  <a:pt x="1831135" y="512667"/>
                </a:lnTo>
                <a:cubicBezTo>
                  <a:pt x="1830885" y="513083"/>
                  <a:pt x="1830303" y="513415"/>
                  <a:pt x="1829805" y="513415"/>
                </a:cubicBezTo>
                <a:close/>
                <a:moveTo>
                  <a:pt x="1868307" y="529542"/>
                </a:moveTo>
                <a:cubicBezTo>
                  <a:pt x="1867726" y="529542"/>
                  <a:pt x="1867227" y="529292"/>
                  <a:pt x="1866978" y="528794"/>
                </a:cubicBezTo>
                <a:lnTo>
                  <a:pt x="1856178" y="510018"/>
                </a:lnTo>
                <a:cubicBezTo>
                  <a:pt x="1855929" y="509602"/>
                  <a:pt x="1855929" y="509021"/>
                  <a:pt x="1856178" y="508522"/>
                </a:cubicBezTo>
                <a:lnTo>
                  <a:pt x="1866978" y="489747"/>
                </a:lnTo>
                <a:cubicBezTo>
                  <a:pt x="1867227" y="489331"/>
                  <a:pt x="1867809" y="488999"/>
                  <a:pt x="1868307" y="488999"/>
                </a:cubicBezTo>
                <a:lnTo>
                  <a:pt x="1889991" y="488999"/>
                </a:lnTo>
                <a:cubicBezTo>
                  <a:pt x="1890573" y="488999"/>
                  <a:pt x="1891071" y="489248"/>
                  <a:pt x="1891321" y="489747"/>
                </a:cubicBezTo>
                <a:lnTo>
                  <a:pt x="1902121" y="508522"/>
                </a:lnTo>
                <a:cubicBezTo>
                  <a:pt x="1902370" y="508938"/>
                  <a:pt x="1902370" y="509520"/>
                  <a:pt x="1902121" y="510018"/>
                </a:cubicBezTo>
                <a:lnTo>
                  <a:pt x="1891321" y="528794"/>
                </a:lnTo>
                <a:cubicBezTo>
                  <a:pt x="1891071" y="529210"/>
                  <a:pt x="1890489" y="529542"/>
                  <a:pt x="1889991" y="529542"/>
                </a:cubicBezTo>
                <a:close/>
                <a:moveTo>
                  <a:pt x="1928493" y="545669"/>
                </a:moveTo>
                <a:cubicBezTo>
                  <a:pt x="1927912" y="545668"/>
                  <a:pt x="1927413" y="545419"/>
                  <a:pt x="1927164" y="544921"/>
                </a:cubicBezTo>
                <a:lnTo>
                  <a:pt x="1916364" y="526145"/>
                </a:lnTo>
                <a:cubicBezTo>
                  <a:pt x="1916115" y="525729"/>
                  <a:pt x="1916115" y="525148"/>
                  <a:pt x="1916364" y="524649"/>
                </a:cubicBezTo>
                <a:lnTo>
                  <a:pt x="1927164" y="505874"/>
                </a:lnTo>
                <a:cubicBezTo>
                  <a:pt x="1927413" y="505457"/>
                  <a:pt x="1927995" y="505125"/>
                  <a:pt x="1928493" y="505126"/>
                </a:cubicBezTo>
                <a:lnTo>
                  <a:pt x="1950177" y="505125"/>
                </a:lnTo>
                <a:cubicBezTo>
                  <a:pt x="1950759" y="505126"/>
                  <a:pt x="1951257" y="505374"/>
                  <a:pt x="1951507" y="505874"/>
                </a:cubicBezTo>
                <a:lnTo>
                  <a:pt x="1962307" y="524649"/>
                </a:lnTo>
                <a:cubicBezTo>
                  <a:pt x="1962556" y="525065"/>
                  <a:pt x="1962556" y="525647"/>
                  <a:pt x="1962307" y="526145"/>
                </a:cubicBezTo>
                <a:lnTo>
                  <a:pt x="1951507" y="544921"/>
                </a:lnTo>
                <a:cubicBezTo>
                  <a:pt x="1951257" y="545337"/>
                  <a:pt x="1950675" y="545668"/>
                  <a:pt x="1950177" y="545668"/>
                </a:cubicBezTo>
                <a:close/>
                <a:moveTo>
                  <a:pt x="1988680" y="561796"/>
                </a:moveTo>
                <a:cubicBezTo>
                  <a:pt x="1988099" y="561795"/>
                  <a:pt x="1987600" y="561546"/>
                  <a:pt x="1987351" y="561048"/>
                </a:cubicBezTo>
                <a:lnTo>
                  <a:pt x="1976551" y="542272"/>
                </a:lnTo>
                <a:cubicBezTo>
                  <a:pt x="1976302" y="541856"/>
                  <a:pt x="1976302" y="541275"/>
                  <a:pt x="1976551" y="540776"/>
                </a:cubicBezTo>
                <a:lnTo>
                  <a:pt x="1987351" y="522001"/>
                </a:lnTo>
                <a:cubicBezTo>
                  <a:pt x="1987600" y="521585"/>
                  <a:pt x="1988182" y="521252"/>
                  <a:pt x="1988680" y="521253"/>
                </a:cubicBezTo>
                <a:lnTo>
                  <a:pt x="2010364" y="521252"/>
                </a:lnTo>
                <a:cubicBezTo>
                  <a:pt x="2010946" y="521253"/>
                  <a:pt x="2011444" y="521501"/>
                  <a:pt x="2011694" y="522001"/>
                </a:cubicBezTo>
                <a:lnTo>
                  <a:pt x="2022494" y="540776"/>
                </a:lnTo>
                <a:cubicBezTo>
                  <a:pt x="2022743" y="541192"/>
                  <a:pt x="2022743" y="541774"/>
                  <a:pt x="2022494" y="542272"/>
                </a:cubicBezTo>
                <a:lnTo>
                  <a:pt x="2011694" y="561048"/>
                </a:lnTo>
                <a:cubicBezTo>
                  <a:pt x="2011444" y="561464"/>
                  <a:pt x="2010862" y="561795"/>
                  <a:pt x="2010364" y="561795"/>
                </a:cubicBezTo>
                <a:close/>
                <a:moveTo>
                  <a:pt x="2108483" y="595120"/>
                </a:moveTo>
                <a:cubicBezTo>
                  <a:pt x="2107902" y="595120"/>
                  <a:pt x="2107403" y="594787"/>
                  <a:pt x="2107071" y="594289"/>
                </a:cubicBezTo>
                <a:lnTo>
                  <a:pt x="2095689" y="574516"/>
                </a:lnTo>
                <a:cubicBezTo>
                  <a:pt x="2095357" y="574018"/>
                  <a:pt x="2095357" y="573436"/>
                  <a:pt x="2095689" y="572937"/>
                </a:cubicBezTo>
                <a:lnTo>
                  <a:pt x="2107070" y="553165"/>
                </a:lnTo>
                <a:cubicBezTo>
                  <a:pt x="2107403" y="552666"/>
                  <a:pt x="2107902" y="552334"/>
                  <a:pt x="2108483" y="552334"/>
                </a:cubicBezTo>
                <a:lnTo>
                  <a:pt x="2131247" y="552334"/>
                </a:lnTo>
                <a:cubicBezTo>
                  <a:pt x="2131829" y="552334"/>
                  <a:pt x="2132327" y="552666"/>
                  <a:pt x="2132659" y="553165"/>
                </a:cubicBezTo>
                <a:lnTo>
                  <a:pt x="2144041" y="572937"/>
                </a:lnTo>
                <a:cubicBezTo>
                  <a:pt x="2144374" y="573436"/>
                  <a:pt x="2144374" y="574018"/>
                  <a:pt x="2144041" y="574516"/>
                </a:cubicBezTo>
                <a:lnTo>
                  <a:pt x="2132659" y="594289"/>
                </a:lnTo>
                <a:cubicBezTo>
                  <a:pt x="2132327" y="594787"/>
                  <a:pt x="2131829" y="595120"/>
                  <a:pt x="2131247" y="595120"/>
                </a:cubicBezTo>
                <a:close/>
                <a:moveTo>
                  <a:pt x="3304868" y="957354"/>
                </a:moveTo>
                <a:cubicBezTo>
                  <a:pt x="3304619" y="957354"/>
                  <a:pt x="3304286" y="957022"/>
                  <a:pt x="3304286" y="957022"/>
                </a:cubicBezTo>
                <a:lnTo>
                  <a:pt x="3299551" y="948797"/>
                </a:lnTo>
                <a:cubicBezTo>
                  <a:pt x="3299468" y="948631"/>
                  <a:pt x="3299551" y="948132"/>
                  <a:pt x="3299551" y="948132"/>
                </a:cubicBezTo>
                <a:lnTo>
                  <a:pt x="3304286" y="939906"/>
                </a:lnTo>
                <a:cubicBezTo>
                  <a:pt x="3304453" y="939740"/>
                  <a:pt x="3304868" y="939575"/>
                  <a:pt x="3304868" y="939575"/>
                </a:cubicBezTo>
                <a:lnTo>
                  <a:pt x="3314339" y="939575"/>
                </a:lnTo>
                <a:cubicBezTo>
                  <a:pt x="3314588" y="939574"/>
                  <a:pt x="3314921" y="939906"/>
                  <a:pt x="3314921" y="939906"/>
                </a:cubicBezTo>
                <a:lnTo>
                  <a:pt x="3319656" y="948132"/>
                </a:lnTo>
                <a:cubicBezTo>
                  <a:pt x="3319739" y="948298"/>
                  <a:pt x="3319656" y="948797"/>
                  <a:pt x="3319656" y="948797"/>
                </a:cubicBezTo>
                <a:lnTo>
                  <a:pt x="3314921" y="957022"/>
                </a:lnTo>
                <a:cubicBezTo>
                  <a:pt x="3314754" y="957188"/>
                  <a:pt x="3314339" y="957354"/>
                  <a:pt x="3314339" y="957354"/>
                </a:cubicBezTo>
                <a:close/>
                <a:moveTo>
                  <a:pt x="4326599" y="1234084"/>
                </a:moveTo>
                <a:cubicBezTo>
                  <a:pt x="4326267" y="1234084"/>
                  <a:pt x="4325852" y="1233668"/>
                  <a:pt x="4325852" y="1233668"/>
                </a:cubicBezTo>
                <a:lnTo>
                  <a:pt x="4319787" y="1223117"/>
                </a:lnTo>
                <a:cubicBezTo>
                  <a:pt x="4319621" y="1222868"/>
                  <a:pt x="4319787" y="1222287"/>
                  <a:pt x="4319787" y="1222287"/>
                </a:cubicBezTo>
                <a:lnTo>
                  <a:pt x="4325935" y="1211735"/>
                </a:lnTo>
                <a:cubicBezTo>
                  <a:pt x="4326100" y="1211486"/>
                  <a:pt x="4326682" y="1211320"/>
                  <a:pt x="4326682" y="1211320"/>
                </a:cubicBezTo>
                <a:lnTo>
                  <a:pt x="4338895" y="1211320"/>
                </a:lnTo>
                <a:cubicBezTo>
                  <a:pt x="4339227" y="1211320"/>
                  <a:pt x="4339642" y="1211735"/>
                  <a:pt x="4339642" y="1211735"/>
                </a:cubicBezTo>
                <a:lnTo>
                  <a:pt x="4345707" y="1222287"/>
                </a:lnTo>
                <a:cubicBezTo>
                  <a:pt x="4345874" y="1222535"/>
                  <a:pt x="4345707" y="1223117"/>
                  <a:pt x="4345707" y="1223117"/>
                </a:cubicBezTo>
                <a:lnTo>
                  <a:pt x="4339559" y="1233668"/>
                </a:lnTo>
                <a:cubicBezTo>
                  <a:pt x="4339393" y="1233918"/>
                  <a:pt x="4338812" y="1234084"/>
                  <a:pt x="4338812" y="1234084"/>
                </a:cubicBezTo>
                <a:close/>
                <a:moveTo>
                  <a:pt x="3602962" y="1043304"/>
                </a:moveTo>
                <a:cubicBezTo>
                  <a:pt x="3602630" y="1043304"/>
                  <a:pt x="3602048" y="1042806"/>
                  <a:pt x="3602048" y="1042806"/>
                </a:cubicBezTo>
                <a:lnTo>
                  <a:pt x="3594488" y="1029679"/>
                </a:lnTo>
                <a:cubicBezTo>
                  <a:pt x="3594322" y="1029347"/>
                  <a:pt x="3594488" y="1028599"/>
                  <a:pt x="3594488" y="1028599"/>
                </a:cubicBezTo>
                <a:lnTo>
                  <a:pt x="3602048" y="1015472"/>
                </a:lnTo>
                <a:cubicBezTo>
                  <a:pt x="3602214" y="1015140"/>
                  <a:pt x="3602962" y="1014974"/>
                  <a:pt x="3602962" y="1014974"/>
                </a:cubicBezTo>
                <a:lnTo>
                  <a:pt x="3618082" y="1014974"/>
                </a:lnTo>
                <a:cubicBezTo>
                  <a:pt x="3618415" y="1014974"/>
                  <a:pt x="3618996" y="1015472"/>
                  <a:pt x="3618996" y="1015472"/>
                </a:cubicBezTo>
                <a:lnTo>
                  <a:pt x="3626556" y="1028599"/>
                </a:lnTo>
                <a:cubicBezTo>
                  <a:pt x="3626723" y="1028931"/>
                  <a:pt x="3626556" y="1029679"/>
                  <a:pt x="3626556" y="1029679"/>
                </a:cubicBezTo>
                <a:lnTo>
                  <a:pt x="3618996" y="1042806"/>
                </a:lnTo>
                <a:cubicBezTo>
                  <a:pt x="3618830" y="1043138"/>
                  <a:pt x="3618082" y="1043304"/>
                  <a:pt x="3618082" y="1043304"/>
                </a:cubicBezTo>
                <a:close/>
                <a:moveTo>
                  <a:pt x="2217205" y="675131"/>
                </a:moveTo>
                <a:cubicBezTo>
                  <a:pt x="2216790" y="675131"/>
                  <a:pt x="2216126" y="674466"/>
                  <a:pt x="2216126" y="674466"/>
                </a:cubicBezTo>
                <a:lnTo>
                  <a:pt x="2207070" y="658765"/>
                </a:lnTo>
                <a:cubicBezTo>
                  <a:pt x="2206820" y="658432"/>
                  <a:pt x="2207070" y="657517"/>
                  <a:pt x="2207070" y="657517"/>
                </a:cubicBezTo>
                <a:lnTo>
                  <a:pt x="2216126" y="641816"/>
                </a:lnTo>
                <a:cubicBezTo>
                  <a:pt x="2216375" y="641401"/>
                  <a:pt x="2216790" y="641151"/>
                  <a:pt x="2217205" y="641152"/>
                </a:cubicBezTo>
                <a:lnTo>
                  <a:pt x="2235317" y="641152"/>
                </a:lnTo>
                <a:cubicBezTo>
                  <a:pt x="2235732" y="641151"/>
                  <a:pt x="2236397" y="641816"/>
                  <a:pt x="2236397" y="641816"/>
                </a:cubicBezTo>
                <a:lnTo>
                  <a:pt x="2245452" y="657517"/>
                </a:lnTo>
                <a:cubicBezTo>
                  <a:pt x="2245702" y="657849"/>
                  <a:pt x="2245452" y="658765"/>
                  <a:pt x="2245452" y="658765"/>
                </a:cubicBezTo>
                <a:lnTo>
                  <a:pt x="2236397" y="674466"/>
                </a:lnTo>
                <a:cubicBezTo>
                  <a:pt x="2236148" y="674882"/>
                  <a:pt x="2235732" y="675131"/>
                  <a:pt x="2235317" y="675130"/>
                </a:cubicBezTo>
                <a:close/>
                <a:moveTo>
                  <a:pt x="2457690" y="740135"/>
                </a:moveTo>
                <a:cubicBezTo>
                  <a:pt x="2457190" y="740135"/>
                  <a:pt x="2456526" y="739471"/>
                  <a:pt x="2456526" y="739471"/>
                </a:cubicBezTo>
                <a:lnTo>
                  <a:pt x="2447222" y="723354"/>
                </a:lnTo>
                <a:cubicBezTo>
                  <a:pt x="2446973" y="722938"/>
                  <a:pt x="2447222" y="722024"/>
                  <a:pt x="2447222" y="722024"/>
                </a:cubicBezTo>
                <a:lnTo>
                  <a:pt x="2456525" y="705907"/>
                </a:lnTo>
                <a:cubicBezTo>
                  <a:pt x="2456776" y="705491"/>
                  <a:pt x="2457190" y="705243"/>
                  <a:pt x="2457690" y="705242"/>
                </a:cubicBezTo>
                <a:lnTo>
                  <a:pt x="2476299" y="705243"/>
                </a:lnTo>
                <a:cubicBezTo>
                  <a:pt x="2476798" y="705242"/>
                  <a:pt x="2477463" y="705907"/>
                  <a:pt x="2477463" y="705907"/>
                </a:cubicBezTo>
                <a:lnTo>
                  <a:pt x="2486767" y="722024"/>
                </a:lnTo>
                <a:cubicBezTo>
                  <a:pt x="2487016" y="722439"/>
                  <a:pt x="2486767" y="723354"/>
                  <a:pt x="2486767" y="723354"/>
                </a:cubicBezTo>
                <a:lnTo>
                  <a:pt x="2477463" y="739471"/>
                </a:lnTo>
                <a:cubicBezTo>
                  <a:pt x="2477213" y="739886"/>
                  <a:pt x="2476798" y="740135"/>
                  <a:pt x="2476299" y="740136"/>
                </a:cubicBezTo>
                <a:close/>
                <a:moveTo>
                  <a:pt x="2397422" y="724080"/>
                </a:moveTo>
                <a:cubicBezTo>
                  <a:pt x="2396923" y="724080"/>
                  <a:pt x="2396259" y="723416"/>
                  <a:pt x="2396259" y="723416"/>
                </a:cubicBezTo>
                <a:lnTo>
                  <a:pt x="2386871" y="707215"/>
                </a:lnTo>
                <a:cubicBezTo>
                  <a:pt x="2386622" y="706800"/>
                  <a:pt x="2386871" y="705886"/>
                  <a:pt x="2386871" y="705886"/>
                </a:cubicBezTo>
                <a:lnTo>
                  <a:pt x="2396259" y="689685"/>
                </a:lnTo>
                <a:cubicBezTo>
                  <a:pt x="2396508" y="689270"/>
                  <a:pt x="2396923" y="689021"/>
                  <a:pt x="2397422" y="689021"/>
                </a:cubicBezTo>
                <a:lnTo>
                  <a:pt x="2416115" y="689021"/>
                </a:lnTo>
                <a:cubicBezTo>
                  <a:pt x="2416613" y="689021"/>
                  <a:pt x="2417279" y="689685"/>
                  <a:pt x="2417279" y="689685"/>
                </a:cubicBezTo>
                <a:lnTo>
                  <a:pt x="2426666" y="705886"/>
                </a:lnTo>
                <a:cubicBezTo>
                  <a:pt x="2426915" y="706301"/>
                  <a:pt x="2426666" y="707215"/>
                  <a:pt x="2426666" y="707215"/>
                </a:cubicBezTo>
                <a:lnTo>
                  <a:pt x="2417278" y="723416"/>
                </a:lnTo>
                <a:cubicBezTo>
                  <a:pt x="2417028" y="723831"/>
                  <a:pt x="2416613" y="724080"/>
                  <a:pt x="2416115" y="724080"/>
                </a:cubicBezTo>
                <a:close/>
                <a:moveTo>
                  <a:pt x="2337235" y="708048"/>
                </a:moveTo>
                <a:cubicBezTo>
                  <a:pt x="2336736" y="708048"/>
                  <a:pt x="2336072" y="707384"/>
                  <a:pt x="2336072" y="707384"/>
                </a:cubicBezTo>
                <a:lnTo>
                  <a:pt x="2326684" y="691101"/>
                </a:lnTo>
                <a:cubicBezTo>
                  <a:pt x="2326435" y="690685"/>
                  <a:pt x="2326684" y="689771"/>
                  <a:pt x="2326684" y="689771"/>
                </a:cubicBezTo>
                <a:lnTo>
                  <a:pt x="2336072" y="673488"/>
                </a:lnTo>
                <a:cubicBezTo>
                  <a:pt x="2336321" y="673072"/>
                  <a:pt x="2336736" y="672823"/>
                  <a:pt x="2337235" y="672823"/>
                </a:cubicBezTo>
                <a:lnTo>
                  <a:pt x="2356011" y="672823"/>
                </a:lnTo>
                <a:cubicBezTo>
                  <a:pt x="2356509" y="672823"/>
                  <a:pt x="2357174" y="673488"/>
                  <a:pt x="2357174" y="673488"/>
                </a:cubicBezTo>
                <a:lnTo>
                  <a:pt x="2366562" y="689771"/>
                </a:lnTo>
                <a:cubicBezTo>
                  <a:pt x="2366811" y="690186"/>
                  <a:pt x="2366562" y="691101"/>
                  <a:pt x="2366562" y="691101"/>
                </a:cubicBezTo>
                <a:lnTo>
                  <a:pt x="2357174" y="707384"/>
                </a:lnTo>
                <a:cubicBezTo>
                  <a:pt x="2356925" y="707800"/>
                  <a:pt x="2356509" y="708048"/>
                  <a:pt x="2356011" y="708048"/>
                </a:cubicBezTo>
                <a:close/>
                <a:moveTo>
                  <a:pt x="4383483" y="1256445"/>
                </a:moveTo>
                <a:cubicBezTo>
                  <a:pt x="4382984" y="1256445"/>
                  <a:pt x="4382320" y="1255780"/>
                  <a:pt x="4382320" y="1255780"/>
                </a:cubicBezTo>
                <a:lnTo>
                  <a:pt x="4372849" y="1239414"/>
                </a:lnTo>
                <a:cubicBezTo>
                  <a:pt x="4372600" y="1238998"/>
                  <a:pt x="4372849" y="1238084"/>
                  <a:pt x="4372849" y="1238084"/>
                </a:cubicBezTo>
                <a:lnTo>
                  <a:pt x="4382320" y="1221718"/>
                </a:lnTo>
                <a:cubicBezTo>
                  <a:pt x="4382569" y="1221302"/>
                  <a:pt x="4382984" y="1221053"/>
                  <a:pt x="4383483" y="1221053"/>
                </a:cubicBezTo>
                <a:lnTo>
                  <a:pt x="4402425" y="1221053"/>
                </a:lnTo>
                <a:cubicBezTo>
                  <a:pt x="4402924" y="1221053"/>
                  <a:pt x="4403588" y="1221718"/>
                  <a:pt x="4403588" y="1221718"/>
                </a:cubicBezTo>
                <a:lnTo>
                  <a:pt x="4413059" y="1238084"/>
                </a:lnTo>
                <a:cubicBezTo>
                  <a:pt x="4413309" y="1238499"/>
                  <a:pt x="4413059" y="1239414"/>
                  <a:pt x="4413059" y="1239414"/>
                </a:cubicBezTo>
                <a:lnTo>
                  <a:pt x="4403588" y="1255780"/>
                </a:lnTo>
                <a:cubicBezTo>
                  <a:pt x="4403339" y="1256195"/>
                  <a:pt x="4402924" y="1256445"/>
                  <a:pt x="4402425" y="1256445"/>
                </a:cubicBezTo>
                <a:close/>
                <a:moveTo>
                  <a:pt x="3239759" y="950352"/>
                </a:moveTo>
                <a:cubicBezTo>
                  <a:pt x="3239261" y="950352"/>
                  <a:pt x="3238845" y="950103"/>
                  <a:pt x="3238596" y="949687"/>
                </a:cubicBezTo>
                <a:lnTo>
                  <a:pt x="3228959" y="933072"/>
                </a:lnTo>
                <a:cubicBezTo>
                  <a:pt x="3228710" y="932656"/>
                  <a:pt x="3228710" y="932158"/>
                  <a:pt x="3228959" y="931742"/>
                </a:cubicBezTo>
                <a:lnTo>
                  <a:pt x="3238596" y="915126"/>
                </a:lnTo>
                <a:cubicBezTo>
                  <a:pt x="3238845" y="914711"/>
                  <a:pt x="3239261" y="914462"/>
                  <a:pt x="3239759" y="914462"/>
                </a:cubicBezTo>
                <a:lnTo>
                  <a:pt x="3258951" y="914462"/>
                </a:lnTo>
                <a:cubicBezTo>
                  <a:pt x="3259449" y="914462"/>
                  <a:pt x="3259864" y="914711"/>
                  <a:pt x="3260114" y="915126"/>
                </a:cubicBezTo>
                <a:lnTo>
                  <a:pt x="3269751" y="931742"/>
                </a:lnTo>
                <a:cubicBezTo>
                  <a:pt x="3270000" y="932158"/>
                  <a:pt x="3270000" y="932656"/>
                  <a:pt x="3269751" y="933072"/>
                </a:cubicBezTo>
                <a:lnTo>
                  <a:pt x="3260114" y="949687"/>
                </a:lnTo>
                <a:cubicBezTo>
                  <a:pt x="3259864" y="950103"/>
                  <a:pt x="3259449" y="950352"/>
                  <a:pt x="3258951" y="950352"/>
                </a:cubicBezTo>
                <a:close/>
                <a:moveTo>
                  <a:pt x="1554410" y="499147"/>
                </a:moveTo>
                <a:cubicBezTo>
                  <a:pt x="1553994" y="499147"/>
                  <a:pt x="1553496" y="498898"/>
                  <a:pt x="1553246" y="498483"/>
                </a:cubicBezTo>
                <a:lnTo>
                  <a:pt x="1543442" y="481452"/>
                </a:lnTo>
                <a:cubicBezTo>
                  <a:pt x="1543194" y="481036"/>
                  <a:pt x="1543194" y="480454"/>
                  <a:pt x="1543443" y="480039"/>
                </a:cubicBezTo>
                <a:lnTo>
                  <a:pt x="1553246" y="463008"/>
                </a:lnTo>
                <a:cubicBezTo>
                  <a:pt x="1553496" y="462592"/>
                  <a:pt x="1553910" y="462343"/>
                  <a:pt x="1554409" y="462343"/>
                </a:cubicBezTo>
                <a:lnTo>
                  <a:pt x="1574016" y="462343"/>
                </a:lnTo>
                <a:cubicBezTo>
                  <a:pt x="1574431" y="462343"/>
                  <a:pt x="1574930" y="462592"/>
                  <a:pt x="1575178" y="463008"/>
                </a:cubicBezTo>
                <a:lnTo>
                  <a:pt x="1584983" y="480039"/>
                </a:lnTo>
                <a:cubicBezTo>
                  <a:pt x="1585232" y="480454"/>
                  <a:pt x="1585232" y="481036"/>
                  <a:pt x="1584982" y="481452"/>
                </a:cubicBezTo>
                <a:lnTo>
                  <a:pt x="1575179" y="498483"/>
                </a:lnTo>
                <a:cubicBezTo>
                  <a:pt x="1574930" y="498898"/>
                  <a:pt x="1574514" y="499147"/>
                  <a:pt x="1574015" y="499147"/>
                </a:cubicBezTo>
                <a:close/>
                <a:moveTo>
                  <a:pt x="4262789" y="1224856"/>
                </a:moveTo>
                <a:cubicBezTo>
                  <a:pt x="4262374" y="1224855"/>
                  <a:pt x="4261875" y="1224607"/>
                  <a:pt x="4261626" y="1224192"/>
                </a:cubicBezTo>
                <a:lnTo>
                  <a:pt x="4251823" y="1207161"/>
                </a:lnTo>
                <a:cubicBezTo>
                  <a:pt x="4251574" y="1206745"/>
                  <a:pt x="4251574" y="1206163"/>
                  <a:pt x="4251823" y="1205747"/>
                </a:cubicBezTo>
                <a:lnTo>
                  <a:pt x="4261626" y="1188716"/>
                </a:lnTo>
                <a:cubicBezTo>
                  <a:pt x="4261875" y="1188301"/>
                  <a:pt x="4262291" y="1188052"/>
                  <a:pt x="4262790" y="1188052"/>
                </a:cubicBezTo>
                <a:lnTo>
                  <a:pt x="4282396" y="1188051"/>
                </a:lnTo>
                <a:cubicBezTo>
                  <a:pt x="4282812" y="1188052"/>
                  <a:pt x="4283310" y="1188300"/>
                  <a:pt x="4283559" y="1188717"/>
                </a:cubicBezTo>
                <a:lnTo>
                  <a:pt x="4293363" y="1205748"/>
                </a:lnTo>
                <a:cubicBezTo>
                  <a:pt x="4293612" y="1206162"/>
                  <a:pt x="4293612" y="1206745"/>
                  <a:pt x="4293363" y="1207160"/>
                </a:cubicBezTo>
                <a:lnTo>
                  <a:pt x="4283559" y="1224192"/>
                </a:lnTo>
                <a:cubicBezTo>
                  <a:pt x="4283310" y="1224606"/>
                  <a:pt x="4282895" y="1224855"/>
                  <a:pt x="4282396" y="1224855"/>
                </a:cubicBezTo>
                <a:close/>
                <a:moveTo>
                  <a:pt x="3179335" y="934726"/>
                </a:moveTo>
                <a:cubicBezTo>
                  <a:pt x="3178919" y="934725"/>
                  <a:pt x="3178421" y="934477"/>
                  <a:pt x="3178170" y="934062"/>
                </a:cubicBezTo>
                <a:lnTo>
                  <a:pt x="3168285" y="916946"/>
                </a:lnTo>
                <a:cubicBezTo>
                  <a:pt x="3168036" y="916532"/>
                  <a:pt x="3168035" y="915949"/>
                  <a:pt x="3168285" y="915535"/>
                </a:cubicBezTo>
                <a:lnTo>
                  <a:pt x="3178171" y="898420"/>
                </a:lnTo>
                <a:cubicBezTo>
                  <a:pt x="3178421" y="898004"/>
                  <a:pt x="3178836" y="897756"/>
                  <a:pt x="3179335" y="897755"/>
                </a:cubicBezTo>
                <a:lnTo>
                  <a:pt x="3199024" y="897756"/>
                </a:lnTo>
                <a:cubicBezTo>
                  <a:pt x="3199439" y="897755"/>
                  <a:pt x="3199938" y="898004"/>
                  <a:pt x="3200187" y="898419"/>
                </a:cubicBezTo>
                <a:lnTo>
                  <a:pt x="3210074" y="915535"/>
                </a:lnTo>
                <a:cubicBezTo>
                  <a:pt x="3210323" y="915950"/>
                  <a:pt x="3210323" y="916531"/>
                  <a:pt x="3210074" y="916947"/>
                </a:cubicBezTo>
                <a:lnTo>
                  <a:pt x="3200187" y="934061"/>
                </a:lnTo>
                <a:cubicBezTo>
                  <a:pt x="3199938" y="934477"/>
                  <a:pt x="3199523" y="934726"/>
                  <a:pt x="3199024" y="934726"/>
                </a:cubicBezTo>
                <a:close/>
                <a:moveTo>
                  <a:pt x="3660825" y="1063741"/>
                </a:moveTo>
                <a:cubicBezTo>
                  <a:pt x="3660409" y="1063740"/>
                  <a:pt x="3659910" y="1063491"/>
                  <a:pt x="3659660" y="1063077"/>
                </a:cubicBezTo>
                <a:lnTo>
                  <a:pt x="3649775" y="1045961"/>
                </a:lnTo>
                <a:cubicBezTo>
                  <a:pt x="3649526" y="1045547"/>
                  <a:pt x="3649525" y="1044964"/>
                  <a:pt x="3649775" y="1044550"/>
                </a:cubicBezTo>
                <a:lnTo>
                  <a:pt x="3659661" y="1027435"/>
                </a:lnTo>
                <a:cubicBezTo>
                  <a:pt x="3659911" y="1027019"/>
                  <a:pt x="3660326" y="1026771"/>
                  <a:pt x="3660825" y="1026770"/>
                </a:cubicBezTo>
                <a:lnTo>
                  <a:pt x="3680514" y="1026771"/>
                </a:lnTo>
                <a:cubicBezTo>
                  <a:pt x="3680929" y="1026770"/>
                  <a:pt x="3681427" y="1027019"/>
                  <a:pt x="3681676" y="1027434"/>
                </a:cubicBezTo>
                <a:lnTo>
                  <a:pt x="3691564" y="1044549"/>
                </a:lnTo>
                <a:cubicBezTo>
                  <a:pt x="3691813" y="1044965"/>
                  <a:pt x="3691813" y="1045546"/>
                  <a:pt x="3691564" y="1045962"/>
                </a:cubicBezTo>
                <a:lnTo>
                  <a:pt x="3681677" y="1063076"/>
                </a:lnTo>
                <a:cubicBezTo>
                  <a:pt x="3681428" y="1063491"/>
                  <a:pt x="3681013" y="1063741"/>
                  <a:pt x="3680514" y="1063740"/>
                </a:cubicBezTo>
                <a:close/>
                <a:moveTo>
                  <a:pt x="4443241" y="1273493"/>
                </a:moveTo>
                <a:cubicBezTo>
                  <a:pt x="4442743" y="1273493"/>
                  <a:pt x="4442245" y="1273244"/>
                  <a:pt x="4441995" y="1272829"/>
                </a:cubicBezTo>
                <a:lnTo>
                  <a:pt x="4432109" y="1255631"/>
                </a:lnTo>
                <a:cubicBezTo>
                  <a:pt x="4431860" y="1255216"/>
                  <a:pt x="4431860" y="1254635"/>
                  <a:pt x="4432109" y="1254219"/>
                </a:cubicBezTo>
                <a:lnTo>
                  <a:pt x="4441995" y="1237022"/>
                </a:lnTo>
                <a:cubicBezTo>
                  <a:pt x="4442245" y="1236606"/>
                  <a:pt x="4442743" y="1236357"/>
                  <a:pt x="4443241" y="1236357"/>
                </a:cubicBezTo>
                <a:lnTo>
                  <a:pt x="4463098" y="1236357"/>
                </a:lnTo>
                <a:cubicBezTo>
                  <a:pt x="4463596" y="1236357"/>
                  <a:pt x="4464094" y="1236606"/>
                  <a:pt x="4464344" y="1237022"/>
                </a:cubicBezTo>
                <a:lnTo>
                  <a:pt x="4474230" y="1254219"/>
                </a:lnTo>
                <a:cubicBezTo>
                  <a:pt x="4474479" y="1254635"/>
                  <a:pt x="4474479" y="1255216"/>
                  <a:pt x="4474230" y="1255631"/>
                </a:cubicBezTo>
                <a:lnTo>
                  <a:pt x="4464344" y="1272829"/>
                </a:lnTo>
                <a:cubicBezTo>
                  <a:pt x="4464094" y="1273244"/>
                  <a:pt x="4463596" y="1273493"/>
                  <a:pt x="4463098" y="1273493"/>
                </a:cubicBezTo>
                <a:close/>
                <a:moveTo>
                  <a:pt x="4503428" y="1289620"/>
                </a:moveTo>
                <a:cubicBezTo>
                  <a:pt x="4502930" y="1289620"/>
                  <a:pt x="4502432" y="1289371"/>
                  <a:pt x="4502182" y="1288956"/>
                </a:cubicBezTo>
                <a:lnTo>
                  <a:pt x="4492296" y="1271758"/>
                </a:lnTo>
                <a:cubicBezTo>
                  <a:pt x="4492047" y="1271343"/>
                  <a:pt x="4492047" y="1270762"/>
                  <a:pt x="4492296" y="1270346"/>
                </a:cubicBezTo>
                <a:lnTo>
                  <a:pt x="4502182" y="1253149"/>
                </a:lnTo>
                <a:cubicBezTo>
                  <a:pt x="4502432" y="1252733"/>
                  <a:pt x="4502930" y="1252484"/>
                  <a:pt x="4503428" y="1252484"/>
                </a:cubicBezTo>
                <a:lnTo>
                  <a:pt x="4523285" y="1252484"/>
                </a:lnTo>
                <a:cubicBezTo>
                  <a:pt x="4523783" y="1252484"/>
                  <a:pt x="4524281" y="1252733"/>
                  <a:pt x="4524531" y="1253149"/>
                </a:cubicBezTo>
                <a:lnTo>
                  <a:pt x="4534417" y="1270346"/>
                </a:lnTo>
                <a:cubicBezTo>
                  <a:pt x="4534666" y="1270762"/>
                  <a:pt x="4534666" y="1271343"/>
                  <a:pt x="4534417" y="1271758"/>
                </a:cubicBezTo>
                <a:lnTo>
                  <a:pt x="4524531" y="1288956"/>
                </a:lnTo>
                <a:cubicBezTo>
                  <a:pt x="4524281" y="1289371"/>
                  <a:pt x="4523783" y="1289620"/>
                  <a:pt x="4523285" y="1289620"/>
                </a:cubicBezTo>
                <a:close/>
                <a:moveTo>
                  <a:pt x="5165334" y="1467174"/>
                </a:moveTo>
                <a:cubicBezTo>
                  <a:pt x="5164835" y="1467174"/>
                  <a:pt x="5164337" y="1466841"/>
                  <a:pt x="5164087" y="1466426"/>
                </a:cubicBezTo>
                <a:lnTo>
                  <a:pt x="5154118" y="1449063"/>
                </a:lnTo>
                <a:cubicBezTo>
                  <a:pt x="5153869" y="1448647"/>
                  <a:pt x="5153869" y="1448065"/>
                  <a:pt x="5154118" y="1447650"/>
                </a:cubicBezTo>
                <a:lnTo>
                  <a:pt x="5164170" y="1430287"/>
                </a:lnTo>
                <a:cubicBezTo>
                  <a:pt x="5164420" y="1429788"/>
                  <a:pt x="5164918" y="1429539"/>
                  <a:pt x="5165417" y="1429539"/>
                </a:cubicBezTo>
                <a:lnTo>
                  <a:pt x="5185439" y="1429540"/>
                </a:lnTo>
                <a:cubicBezTo>
                  <a:pt x="5185937" y="1429539"/>
                  <a:pt x="5186436" y="1429872"/>
                  <a:pt x="5186685" y="1430288"/>
                </a:cubicBezTo>
                <a:lnTo>
                  <a:pt x="5196654" y="1447650"/>
                </a:lnTo>
                <a:cubicBezTo>
                  <a:pt x="5196904" y="1448065"/>
                  <a:pt x="5196904" y="1448647"/>
                  <a:pt x="5196654" y="1449063"/>
                </a:cubicBezTo>
                <a:lnTo>
                  <a:pt x="5186602" y="1466426"/>
                </a:lnTo>
                <a:cubicBezTo>
                  <a:pt x="5186353" y="1466925"/>
                  <a:pt x="5185854" y="1467174"/>
                  <a:pt x="5185356" y="1467174"/>
                </a:cubicBezTo>
                <a:close/>
                <a:moveTo>
                  <a:pt x="3119002" y="918944"/>
                </a:moveTo>
                <a:cubicBezTo>
                  <a:pt x="3118503" y="918945"/>
                  <a:pt x="3118005" y="918612"/>
                  <a:pt x="3117756" y="918196"/>
                </a:cubicBezTo>
                <a:lnTo>
                  <a:pt x="3107703" y="900750"/>
                </a:lnTo>
                <a:cubicBezTo>
                  <a:pt x="3107454" y="900334"/>
                  <a:pt x="3107454" y="899753"/>
                  <a:pt x="3107703" y="899337"/>
                </a:cubicBezTo>
                <a:lnTo>
                  <a:pt x="3117756" y="881891"/>
                </a:lnTo>
                <a:cubicBezTo>
                  <a:pt x="3118005" y="881392"/>
                  <a:pt x="3118503" y="881143"/>
                  <a:pt x="3119002" y="881143"/>
                </a:cubicBezTo>
                <a:lnTo>
                  <a:pt x="3139107" y="881143"/>
                </a:lnTo>
                <a:cubicBezTo>
                  <a:pt x="3139605" y="881143"/>
                  <a:pt x="3140104" y="881476"/>
                  <a:pt x="3140353" y="881891"/>
                </a:cubicBezTo>
                <a:lnTo>
                  <a:pt x="3150406" y="899337"/>
                </a:lnTo>
                <a:cubicBezTo>
                  <a:pt x="3150655" y="899753"/>
                  <a:pt x="3150655" y="900334"/>
                  <a:pt x="3150406" y="900750"/>
                </a:cubicBezTo>
                <a:lnTo>
                  <a:pt x="3140353" y="918196"/>
                </a:lnTo>
                <a:cubicBezTo>
                  <a:pt x="3140104" y="918695"/>
                  <a:pt x="3139605" y="918944"/>
                  <a:pt x="3139107" y="918944"/>
                </a:cubicBezTo>
                <a:close/>
                <a:moveTo>
                  <a:pt x="4683844" y="1338242"/>
                </a:moveTo>
                <a:cubicBezTo>
                  <a:pt x="4683345" y="1338243"/>
                  <a:pt x="4682847" y="1337911"/>
                  <a:pt x="4682598" y="1337494"/>
                </a:cubicBezTo>
                <a:lnTo>
                  <a:pt x="4672545" y="1320049"/>
                </a:lnTo>
                <a:cubicBezTo>
                  <a:pt x="4672296" y="1319632"/>
                  <a:pt x="4672296" y="1319052"/>
                  <a:pt x="4672545" y="1318635"/>
                </a:cubicBezTo>
                <a:lnTo>
                  <a:pt x="4682598" y="1301189"/>
                </a:lnTo>
                <a:cubicBezTo>
                  <a:pt x="4682847" y="1300690"/>
                  <a:pt x="4683345" y="1300442"/>
                  <a:pt x="4683844" y="1300441"/>
                </a:cubicBezTo>
                <a:lnTo>
                  <a:pt x="4703949" y="1300441"/>
                </a:lnTo>
                <a:cubicBezTo>
                  <a:pt x="4704447" y="1300441"/>
                  <a:pt x="4704946" y="1300774"/>
                  <a:pt x="4705195" y="1301189"/>
                </a:cubicBezTo>
                <a:lnTo>
                  <a:pt x="4715248" y="1318636"/>
                </a:lnTo>
                <a:cubicBezTo>
                  <a:pt x="4715497" y="1319051"/>
                  <a:pt x="4715497" y="1319633"/>
                  <a:pt x="4715248" y="1320048"/>
                </a:cubicBezTo>
                <a:lnTo>
                  <a:pt x="4705195" y="1337494"/>
                </a:lnTo>
                <a:cubicBezTo>
                  <a:pt x="4704946" y="1337994"/>
                  <a:pt x="4704447" y="1338242"/>
                  <a:pt x="4703949" y="1338242"/>
                </a:cubicBezTo>
                <a:close/>
                <a:moveTo>
                  <a:pt x="2276312" y="693252"/>
                </a:moveTo>
                <a:cubicBezTo>
                  <a:pt x="2275813" y="693251"/>
                  <a:pt x="2275315" y="692919"/>
                  <a:pt x="2275066" y="692504"/>
                </a:cubicBezTo>
                <a:lnTo>
                  <a:pt x="2264930" y="674974"/>
                </a:lnTo>
                <a:cubicBezTo>
                  <a:pt x="2264681" y="674558"/>
                  <a:pt x="2264681" y="673978"/>
                  <a:pt x="2264930" y="673562"/>
                </a:cubicBezTo>
                <a:lnTo>
                  <a:pt x="2275066" y="656032"/>
                </a:lnTo>
                <a:cubicBezTo>
                  <a:pt x="2275315" y="655533"/>
                  <a:pt x="2275813" y="655284"/>
                  <a:pt x="2276312" y="655284"/>
                </a:cubicBezTo>
                <a:lnTo>
                  <a:pt x="2296583" y="655284"/>
                </a:lnTo>
                <a:cubicBezTo>
                  <a:pt x="2297082" y="655285"/>
                  <a:pt x="2297580" y="655617"/>
                  <a:pt x="2297829" y="656032"/>
                </a:cubicBezTo>
                <a:lnTo>
                  <a:pt x="2307965" y="673563"/>
                </a:lnTo>
                <a:cubicBezTo>
                  <a:pt x="2308214" y="673977"/>
                  <a:pt x="2308214" y="674558"/>
                  <a:pt x="2307965" y="674974"/>
                </a:cubicBezTo>
                <a:lnTo>
                  <a:pt x="2297829" y="692504"/>
                </a:lnTo>
                <a:cubicBezTo>
                  <a:pt x="2297580" y="693002"/>
                  <a:pt x="2297082" y="693251"/>
                  <a:pt x="2296583" y="693252"/>
                </a:cubicBezTo>
                <a:close/>
                <a:moveTo>
                  <a:pt x="4563388" y="1306072"/>
                </a:moveTo>
                <a:cubicBezTo>
                  <a:pt x="4562889" y="1306072"/>
                  <a:pt x="4562391" y="1305740"/>
                  <a:pt x="4562143" y="1305325"/>
                </a:cubicBezTo>
                <a:lnTo>
                  <a:pt x="4552006" y="1287795"/>
                </a:lnTo>
                <a:cubicBezTo>
                  <a:pt x="4551758" y="1287379"/>
                  <a:pt x="4551757" y="1286798"/>
                  <a:pt x="4552006" y="1286383"/>
                </a:cubicBezTo>
                <a:lnTo>
                  <a:pt x="4562142" y="1268853"/>
                </a:lnTo>
                <a:cubicBezTo>
                  <a:pt x="4562392" y="1268354"/>
                  <a:pt x="4562889" y="1268105"/>
                  <a:pt x="4563388" y="1268105"/>
                </a:cubicBezTo>
                <a:lnTo>
                  <a:pt x="4583660" y="1268105"/>
                </a:lnTo>
                <a:cubicBezTo>
                  <a:pt x="4584159" y="1268105"/>
                  <a:pt x="4584656" y="1268438"/>
                  <a:pt x="4584906" y="1268853"/>
                </a:cubicBezTo>
                <a:lnTo>
                  <a:pt x="4595041" y="1286383"/>
                </a:lnTo>
                <a:cubicBezTo>
                  <a:pt x="4595290" y="1286798"/>
                  <a:pt x="4595290" y="1287379"/>
                  <a:pt x="4595041" y="1287795"/>
                </a:cubicBezTo>
                <a:lnTo>
                  <a:pt x="4584905" y="1305324"/>
                </a:lnTo>
                <a:cubicBezTo>
                  <a:pt x="4584657" y="1305823"/>
                  <a:pt x="4584159" y="1306072"/>
                  <a:pt x="4583660" y="1306072"/>
                </a:cubicBezTo>
                <a:close/>
                <a:moveTo>
                  <a:pt x="5105065" y="1451214"/>
                </a:moveTo>
                <a:cubicBezTo>
                  <a:pt x="5104566" y="1451214"/>
                  <a:pt x="5104068" y="1450881"/>
                  <a:pt x="5103820" y="1450466"/>
                </a:cubicBezTo>
                <a:lnTo>
                  <a:pt x="5093683" y="1432937"/>
                </a:lnTo>
                <a:cubicBezTo>
                  <a:pt x="5093434" y="1432521"/>
                  <a:pt x="5093434" y="1431940"/>
                  <a:pt x="5093683" y="1431525"/>
                </a:cubicBezTo>
                <a:lnTo>
                  <a:pt x="5103819" y="1413995"/>
                </a:lnTo>
                <a:cubicBezTo>
                  <a:pt x="5104068" y="1413496"/>
                  <a:pt x="5104566" y="1413246"/>
                  <a:pt x="5105065" y="1413247"/>
                </a:cubicBezTo>
                <a:lnTo>
                  <a:pt x="5125336" y="1413247"/>
                </a:lnTo>
                <a:cubicBezTo>
                  <a:pt x="5125835" y="1413247"/>
                  <a:pt x="5126333" y="1413579"/>
                  <a:pt x="5126582" y="1413995"/>
                </a:cubicBezTo>
                <a:lnTo>
                  <a:pt x="5136718" y="1431525"/>
                </a:lnTo>
                <a:cubicBezTo>
                  <a:pt x="5136967" y="1431939"/>
                  <a:pt x="5136967" y="1432521"/>
                  <a:pt x="5136718" y="1432936"/>
                </a:cubicBezTo>
                <a:lnTo>
                  <a:pt x="5126582" y="1450466"/>
                </a:lnTo>
                <a:cubicBezTo>
                  <a:pt x="5126333" y="1450964"/>
                  <a:pt x="5125835" y="1451213"/>
                  <a:pt x="5125336" y="1451214"/>
                </a:cubicBezTo>
                <a:close/>
                <a:moveTo>
                  <a:pt x="2817883" y="838639"/>
                </a:moveTo>
                <a:cubicBezTo>
                  <a:pt x="2817384" y="838639"/>
                  <a:pt x="2816886" y="838307"/>
                  <a:pt x="2816637" y="837892"/>
                </a:cubicBezTo>
                <a:lnTo>
                  <a:pt x="2806418" y="820196"/>
                </a:lnTo>
                <a:cubicBezTo>
                  <a:pt x="2806169" y="819781"/>
                  <a:pt x="2806169" y="819199"/>
                  <a:pt x="2806418" y="818783"/>
                </a:cubicBezTo>
                <a:lnTo>
                  <a:pt x="2816637" y="801088"/>
                </a:lnTo>
                <a:cubicBezTo>
                  <a:pt x="2816886" y="800589"/>
                  <a:pt x="2817384" y="800340"/>
                  <a:pt x="2817883" y="800340"/>
                </a:cubicBezTo>
                <a:lnTo>
                  <a:pt x="2838320" y="800340"/>
                </a:lnTo>
                <a:cubicBezTo>
                  <a:pt x="2838819" y="800340"/>
                  <a:pt x="2839317" y="800672"/>
                  <a:pt x="2839567" y="801088"/>
                </a:cubicBezTo>
                <a:lnTo>
                  <a:pt x="2849785" y="818783"/>
                </a:lnTo>
                <a:cubicBezTo>
                  <a:pt x="2850035" y="819199"/>
                  <a:pt x="2850035" y="819781"/>
                  <a:pt x="2849785" y="820196"/>
                </a:cubicBezTo>
                <a:lnTo>
                  <a:pt x="2839567" y="837892"/>
                </a:lnTo>
                <a:cubicBezTo>
                  <a:pt x="2839317" y="838390"/>
                  <a:pt x="2838819" y="838639"/>
                  <a:pt x="2838320" y="838639"/>
                </a:cubicBezTo>
                <a:close/>
                <a:moveTo>
                  <a:pt x="3961340" y="1145123"/>
                </a:moveTo>
                <a:cubicBezTo>
                  <a:pt x="3960841" y="1145123"/>
                  <a:pt x="3960343" y="1144791"/>
                  <a:pt x="3960094" y="1144375"/>
                </a:cubicBezTo>
                <a:lnTo>
                  <a:pt x="3949792" y="1126596"/>
                </a:lnTo>
                <a:cubicBezTo>
                  <a:pt x="3949543" y="1126181"/>
                  <a:pt x="3949543" y="1125599"/>
                  <a:pt x="3949792" y="1125183"/>
                </a:cubicBezTo>
                <a:lnTo>
                  <a:pt x="3960094" y="1107405"/>
                </a:lnTo>
                <a:cubicBezTo>
                  <a:pt x="3960343" y="1106906"/>
                  <a:pt x="3960841" y="1106657"/>
                  <a:pt x="3961340" y="1106657"/>
                </a:cubicBezTo>
                <a:lnTo>
                  <a:pt x="3981860" y="1106657"/>
                </a:lnTo>
                <a:cubicBezTo>
                  <a:pt x="3982359" y="1106656"/>
                  <a:pt x="3982857" y="1106989"/>
                  <a:pt x="3983107" y="1107405"/>
                </a:cubicBezTo>
                <a:lnTo>
                  <a:pt x="3993408" y="1125182"/>
                </a:lnTo>
                <a:cubicBezTo>
                  <a:pt x="3993658" y="1125599"/>
                  <a:pt x="3993658" y="1126181"/>
                  <a:pt x="3993408" y="1126596"/>
                </a:cubicBezTo>
                <a:lnTo>
                  <a:pt x="3983107" y="1144375"/>
                </a:lnTo>
                <a:cubicBezTo>
                  <a:pt x="3982857" y="1144874"/>
                  <a:pt x="3982359" y="1145123"/>
                  <a:pt x="3981860" y="1145123"/>
                </a:cubicBezTo>
                <a:close/>
                <a:moveTo>
                  <a:pt x="4623388" y="1322518"/>
                </a:moveTo>
                <a:cubicBezTo>
                  <a:pt x="4622889" y="1322518"/>
                  <a:pt x="4622391" y="1322186"/>
                  <a:pt x="4622142" y="1321770"/>
                </a:cubicBezTo>
                <a:lnTo>
                  <a:pt x="4611840" y="1303991"/>
                </a:lnTo>
                <a:cubicBezTo>
                  <a:pt x="4611591" y="1303576"/>
                  <a:pt x="4611591" y="1302994"/>
                  <a:pt x="4611840" y="1302578"/>
                </a:cubicBezTo>
                <a:lnTo>
                  <a:pt x="4622142" y="1284800"/>
                </a:lnTo>
                <a:cubicBezTo>
                  <a:pt x="4622391" y="1284301"/>
                  <a:pt x="4622889" y="1284052"/>
                  <a:pt x="4623388" y="1284052"/>
                </a:cubicBezTo>
                <a:lnTo>
                  <a:pt x="4643908" y="1284052"/>
                </a:lnTo>
                <a:cubicBezTo>
                  <a:pt x="4644407" y="1284052"/>
                  <a:pt x="4644905" y="1284384"/>
                  <a:pt x="4645156" y="1284800"/>
                </a:cubicBezTo>
                <a:lnTo>
                  <a:pt x="4655456" y="1302578"/>
                </a:lnTo>
                <a:cubicBezTo>
                  <a:pt x="4655706" y="1302994"/>
                  <a:pt x="4655706" y="1303576"/>
                  <a:pt x="4655457" y="1303991"/>
                </a:cubicBezTo>
                <a:lnTo>
                  <a:pt x="4645155" y="1321770"/>
                </a:lnTo>
                <a:cubicBezTo>
                  <a:pt x="4644905" y="1322269"/>
                  <a:pt x="4644407" y="1322518"/>
                  <a:pt x="4643908" y="1322518"/>
                </a:cubicBezTo>
                <a:close/>
                <a:moveTo>
                  <a:pt x="3720603" y="1080720"/>
                </a:moveTo>
                <a:cubicBezTo>
                  <a:pt x="3720105" y="1080721"/>
                  <a:pt x="3719606" y="1080388"/>
                  <a:pt x="3719357" y="1079973"/>
                </a:cubicBezTo>
                <a:lnTo>
                  <a:pt x="3709055" y="1062111"/>
                </a:lnTo>
                <a:cubicBezTo>
                  <a:pt x="3708806" y="1061613"/>
                  <a:pt x="3708807" y="1061030"/>
                  <a:pt x="3709055" y="1060616"/>
                </a:cubicBezTo>
                <a:lnTo>
                  <a:pt x="3719358" y="1042753"/>
                </a:lnTo>
                <a:cubicBezTo>
                  <a:pt x="3719607" y="1042254"/>
                  <a:pt x="3720106" y="1042005"/>
                  <a:pt x="3720604" y="1042005"/>
                </a:cubicBezTo>
                <a:lnTo>
                  <a:pt x="3741290" y="1042005"/>
                </a:lnTo>
                <a:cubicBezTo>
                  <a:pt x="3741788" y="1042005"/>
                  <a:pt x="3742287" y="1042338"/>
                  <a:pt x="3742536" y="1042753"/>
                </a:cubicBezTo>
                <a:lnTo>
                  <a:pt x="3752838" y="1060615"/>
                </a:lnTo>
                <a:cubicBezTo>
                  <a:pt x="3753087" y="1061113"/>
                  <a:pt x="3753087" y="1061695"/>
                  <a:pt x="3752839" y="1062111"/>
                </a:cubicBezTo>
                <a:lnTo>
                  <a:pt x="3742536" y="1079972"/>
                </a:lnTo>
                <a:cubicBezTo>
                  <a:pt x="3742287" y="1080471"/>
                  <a:pt x="3741788" y="1080720"/>
                  <a:pt x="3741290" y="1080720"/>
                </a:cubicBezTo>
                <a:close/>
                <a:moveTo>
                  <a:pt x="3780789" y="1096847"/>
                </a:moveTo>
                <a:cubicBezTo>
                  <a:pt x="3780291" y="1096847"/>
                  <a:pt x="3779792" y="1096515"/>
                  <a:pt x="3779543" y="1096099"/>
                </a:cubicBezTo>
                <a:lnTo>
                  <a:pt x="3769241" y="1078238"/>
                </a:lnTo>
                <a:cubicBezTo>
                  <a:pt x="3768992" y="1077739"/>
                  <a:pt x="3768992" y="1077157"/>
                  <a:pt x="3769241" y="1076742"/>
                </a:cubicBezTo>
                <a:lnTo>
                  <a:pt x="3779543" y="1058880"/>
                </a:lnTo>
                <a:cubicBezTo>
                  <a:pt x="3779793" y="1058381"/>
                  <a:pt x="3780291" y="1058132"/>
                  <a:pt x="3780789" y="1058132"/>
                </a:cubicBezTo>
                <a:lnTo>
                  <a:pt x="3801476" y="1058132"/>
                </a:lnTo>
                <a:cubicBezTo>
                  <a:pt x="3801974" y="1058132"/>
                  <a:pt x="3802473" y="1058465"/>
                  <a:pt x="3802722" y="1058880"/>
                </a:cubicBezTo>
                <a:lnTo>
                  <a:pt x="3813024" y="1076742"/>
                </a:lnTo>
                <a:cubicBezTo>
                  <a:pt x="3813273" y="1077240"/>
                  <a:pt x="3813273" y="1077822"/>
                  <a:pt x="3813024" y="1078238"/>
                </a:cubicBezTo>
                <a:lnTo>
                  <a:pt x="3802722" y="1096099"/>
                </a:lnTo>
                <a:cubicBezTo>
                  <a:pt x="3802473" y="1096598"/>
                  <a:pt x="3801974" y="1096847"/>
                  <a:pt x="3801476" y="1096847"/>
                </a:cubicBezTo>
                <a:close/>
                <a:moveTo>
                  <a:pt x="3840975" y="1112974"/>
                </a:moveTo>
                <a:cubicBezTo>
                  <a:pt x="3840477" y="1112974"/>
                  <a:pt x="3839978" y="1112642"/>
                  <a:pt x="3839729" y="1112226"/>
                </a:cubicBezTo>
                <a:lnTo>
                  <a:pt x="3829427" y="1094365"/>
                </a:lnTo>
                <a:cubicBezTo>
                  <a:pt x="3829178" y="1093866"/>
                  <a:pt x="3829178" y="1093284"/>
                  <a:pt x="3829427" y="1092869"/>
                </a:cubicBezTo>
                <a:lnTo>
                  <a:pt x="3839729" y="1075007"/>
                </a:lnTo>
                <a:cubicBezTo>
                  <a:pt x="3839978" y="1074508"/>
                  <a:pt x="3840477" y="1074259"/>
                  <a:pt x="3840975" y="1074259"/>
                </a:cubicBezTo>
                <a:lnTo>
                  <a:pt x="3861662" y="1074259"/>
                </a:lnTo>
                <a:cubicBezTo>
                  <a:pt x="3862160" y="1074259"/>
                  <a:pt x="3862659" y="1074592"/>
                  <a:pt x="3862908" y="1075007"/>
                </a:cubicBezTo>
                <a:lnTo>
                  <a:pt x="3873210" y="1092869"/>
                </a:lnTo>
                <a:cubicBezTo>
                  <a:pt x="3873459" y="1093367"/>
                  <a:pt x="3873459" y="1093949"/>
                  <a:pt x="3873210" y="1094365"/>
                </a:cubicBezTo>
                <a:lnTo>
                  <a:pt x="3862908" y="1112226"/>
                </a:lnTo>
                <a:cubicBezTo>
                  <a:pt x="3862659" y="1112725"/>
                  <a:pt x="3862160" y="1112974"/>
                  <a:pt x="3861662" y="1112974"/>
                </a:cubicBezTo>
                <a:close/>
                <a:moveTo>
                  <a:pt x="4021535" y="1161355"/>
                </a:moveTo>
                <a:cubicBezTo>
                  <a:pt x="4021037" y="1161355"/>
                  <a:pt x="4020538" y="1161022"/>
                  <a:pt x="4020289" y="1160607"/>
                </a:cubicBezTo>
                <a:lnTo>
                  <a:pt x="4009987" y="1142746"/>
                </a:lnTo>
                <a:cubicBezTo>
                  <a:pt x="4009738" y="1142247"/>
                  <a:pt x="4009738" y="1141665"/>
                  <a:pt x="4009987" y="1141250"/>
                </a:cubicBezTo>
                <a:lnTo>
                  <a:pt x="4020289" y="1123388"/>
                </a:lnTo>
                <a:cubicBezTo>
                  <a:pt x="4020538" y="1122889"/>
                  <a:pt x="4021037" y="1122640"/>
                  <a:pt x="4021535" y="1122640"/>
                </a:cubicBezTo>
                <a:lnTo>
                  <a:pt x="4042222" y="1122640"/>
                </a:lnTo>
                <a:cubicBezTo>
                  <a:pt x="4042720" y="1122640"/>
                  <a:pt x="4043219" y="1122973"/>
                  <a:pt x="4043468" y="1123388"/>
                </a:cubicBezTo>
                <a:lnTo>
                  <a:pt x="4053770" y="1141250"/>
                </a:lnTo>
                <a:cubicBezTo>
                  <a:pt x="4054019" y="1141748"/>
                  <a:pt x="4054019" y="1142329"/>
                  <a:pt x="4053770" y="1142746"/>
                </a:cubicBezTo>
                <a:lnTo>
                  <a:pt x="4043468" y="1160606"/>
                </a:lnTo>
                <a:cubicBezTo>
                  <a:pt x="4043219" y="1161105"/>
                  <a:pt x="4042719" y="1161355"/>
                  <a:pt x="4042222" y="1161354"/>
                </a:cubicBezTo>
                <a:close/>
                <a:moveTo>
                  <a:pt x="1614004" y="516354"/>
                </a:moveTo>
                <a:cubicBezTo>
                  <a:pt x="1613506" y="516354"/>
                  <a:pt x="1613007" y="516022"/>
                  <a:pt x="1612758" y="515607"/>
                </a:cubicBezTo>
                <a:lnTo>
                  <a:pt x="1602373" y="497662"/>
                </a:lnTo>
                <a:cubicBezTo>
                  <a:pt x="1602123" y="497163"/>
                  <a:pt x="1602124" y="496582"/>
                  <a:pt x="1602372" y="496166"/>
                </a:cubicBezTo>
                <a:lnTo>
                  <a:pt x="1612758" y="478221"/>
                </a:lnTo>
                <a:cubicBezTo>
                  <a:pt x="1613006" y="477722"/>
                  <a:pt x="1613505" y="477473"/>
                  <a:pt x="1614004" y="477473"/>
                </a:cubicBezTo>
                <a:lnTo>
                  <a:pt x="1634773" y="477473"/>
                </a:lnTo>
                <a:cubicBezTo>
                  <a:pt x="1635271" y="477473"/>
                  <a:pt x="1635771" y="477806"/>
                  <a:pt x="1636019" y="478221"/>
                </a:cubicBezTo>
                <a:lnTo>
                  <a:pt x="1646405" y="496166"/>
                </a:lnTo>
                <a:cubicBezTo>
                  <a:pt x="1646653" y="496664"/>
                  <a:pt x="1646654" y="497246"/>
                  <a:pt x="1646404" y="497662"/>
                </a:cubicBezTo>
                <a:lnTo>
                  <a:pt x="1636020" y="515607"/>
                </a:lnTo>
                <a:cubicBezTo>
                  <a:pt x="1635771" y="516105"/>
                  <a:pt x="1635271" y="516353"/>
                  <a:pt x="1634773" y="516354"/>
                </a:cubicBezTo>
                <a:close/>
                <a:moveTo>
                  <a:pt x="3901080" y="1129174"/>
                </a:moveTo>
                <a:cubicBezTo>
                  <a:pt x="3900581" y="1129174"/>
                  <a:pt x="3900083" y="1128842"/>
                  <a:pt x="3899834" y="1128427"/>
                </a:cubicBezTo>
                <a:lnTo>
                  <a:pt x="3889449" y="1110482"/>
                </a:lnTo>
                <a:cubicBezTo>
                  <a:pt x="3889200" y="1109983"/>
                  <a:pt x="3889200" y="1109402"/>
                  <a:pt x="3889449" y="1108986"/>
                </a:cubicBezTo>
                <a:lnTo>
                  <a:pt x="3899834" y="1091041"/>
                </a:lnTo>
                <a:cubicBezTo>
                  <a:pt x="3900083" y="1090542"/>
                  <a:pt x="3900581" y="1090293"/>
                  <a:pt x="3901080" y="1090293"/>
                </a:cubicBezTo>
                <a:lnTo>
                  <a:pt x="3921850" y="1090293"/>
                </a:lnTo>
                <a:cubicBezTo>
                  <a:pt x="3922348" y="1090293"/>
                  <a:pt x="3922847" y="1090626"/>
                  <a:pt x="3923096" y="1091041"/>
                </a:cubicBezTo>
                <a:lnTo>
                  <a:pt x="3933481" y="1108986"/>
                </a:lnTo>
                <a:cubicBezTo>
                  <a:pt x="3933730" y="1109484"/>
                  <a:pt x="3933730" y="1110066"/>
                  <a:pt x="3933481" y="1110482"/>
                </a:cubicBezTo>
                <a:lnTo>
                  <a:pt x="3923096" y="1128427"/>
                </a:lnTo>
                <a:cubicBezTo>
                  <a:pt x="3922847" y="1128925"/>
                  <a:pt x="3922348" y="1129174"/>
                  <a:pt x="3921850" y="1129174"/>
                </a:cubicBezTo>
                <a:close/>
                <a:moveTo>
                  <a:pt x="4141825" y="1193682"/>
                </a:moveTo>
                <a:cubicBezTo>
                  <a:pt x="4141326" y="1193681"/>
                  <a:pt x="4140828" y="1193349"/>
                  <a:pt x="4140579" y="1192934"/>
                </a:cubicBezTo>
                <a:lnTo>
                  <a:pt x="4130194" y="1174989"/>
                </a:lnTo>
                <a:cubicBezTo>
                  <a:pt x="4129944" y="1174490"/>
                  <a:pt x="4129945" y="1173910"/>
                  <a:pt x="4130193" y="1173493"/>
                </a:cubicBezTo>
                <a:lnTo>
                  <a:pt x="4140579" y="1155548"/>
                </a:lnTo>
                <a:cubicBezTo>
                  <a:pt x="4140827" y="1155049"/>
                  <a:pt x="4141326" y="1154801"/>
                  <a:pt x="4141825" y="1154800"/>
                </a:cubicBezTo>
                <a:lnTo>
                  <a:pt x="4162595" y="1154800"/>
                </a:lnTo>
                <a:cubicBezTo>
                  <a:pt x="4163093" y="1154800"/>
                  <a:pt x="4163592" y="1155133"/>
                  <a:pt x="4163840" y="1155548"/>
                </a:cubicBezTo>
                <a:lnTo>
                  <a:pt x="4174226" y="1173493"/>
                </a:lnTo>
                <a:cubicBezTo>
                  <a:pt x="4174474" y="1173992"/>
                  <a:pt x="4174475" y="1174573"/>
                  <a:pt x="4174226" y="1174989"/>
                </a:cubicBezTo>
                <a:lnTo>
                  <a:pt x="4163841" y="1192934"/>
                </a:lnTo>
                <a:cubicBezTo>
                  <a:pt x="4163592" y="1193432"/>
                  <a:pt x="4163092" y="1193681"/>
                  <a:pt x="4162594" y="1193681"/>
                </a:cubicBezTo>
                <a:close/>
                <a:moveTo>
                  <a:pt x="4743687" y="1354950"/>
                </a:moveTo>
                <a:cubicBezTo>
                  <a:pt x="4743188" y="1354950"/>
                  <a:pt x="4742690" y="1354618"/>
                  <a:pt x="4742441" y="1354203"/>
                </a:cubicBezTo>
                <a:lnTo>
                  <a:pt x="4732056" y="1336258"/>
                </a:lnTo>
                <a:cubicBezTo>
                  <a:pt x="4731807" y="1335759"/>
                  <a:pt x="4731807" y="1335178"/>
                  <a:pt x="4732056" y="1334762"/>
                </a:cubicBezTo>
                <a:lnTo>
                  <a:pt x="4742441" y="1316817"/>
                </a:lnTo>
                <a:cubicBezTo>
                  <a:pt x="4742690" y="1316318"/>
                  <a:pt x="4743188" y="1316069"/>
                  <a:pt x="4743687" y="1316069"/>
                </a:cubicBezTo>
                <a:lnTo>
                  <a:pt x="4764457" y="1316069"/>
                </a:lnTo>
                <a:cubicBezTo>
                  <a:pt x="4764955" y="1316069"/>
                  <a:pt x="4765454" y="1316402"/>
                  <a:pt x="4765703" y="1316817"/>
                </a:cubicBezTo>
                <a:lnTo>
                  <a:pt x="4776088" y="1334762"/>
                </a:lnTo>
                <a:cubicBezTo>
                  <a:pt x="4776337" y="1335260"/>
                  <a:pt x="4776337" y="1335842"/>
                  <a:pt x="4776088" y="1336258"/>
                </a:cubicBezTo>
                <a:lnTo>
                  <a:pt x="4765703" y="1354203"/>
                </a:lnTo>
                <a:cubicBezTo>
                  <a:pt x="4765454" y="1354701"/>
                  <a:pt x="4764955" y="1354950"/>
                  <a:pt x="4764457" y="1354950"/>
                </a:cubicBezTo>
                <a:close/>
                <a:moveTo>
                  <a:pt x="4803873" y="1371077"/>
                </a:moveTo>
                <a:cubicBezTo>
                  <a:pt x="4803374" y="1371077"/>
                  <a:pt x="4802876" y="1370745"/>
                  <a:pt x="4802627" y="1370329"/>
                </a:cubicBezTo>
                <a:lnTo>
                  <a:pt x="4792242" y="1352385"/>
                </a:lnTo>
                <a:cubicBezTo>
                  <a:pt x="4791993" y="1351886"/>
                  <a:pt x="4791993" y="1351305"/>
                  <a:pt x="4792242" y="1350889"/>
                </a:cubicBezTo>
                <a:lnTo>
                  <a:pt x="4802627" y="1332944"/>
                </a:lnTo>
                <a:cubicBezTo>
                  <a:pt x="4802876" y="1332444"/>
                  <a:pt x="4803374" y="1332196"/>
                  <a:pt x="4803873" y="1332196"/>
                </a:cubicBezTo>
                <a:lnTo>
                  <a:pt x="4824643" y="1332196"/>
                </a:lnTo>
                <a:cubicBezTo>
                  <a:pt x="4825141" y="1332196"/>
                  <a:pt x="4825640" y="1332529"/>
                  <a:pt x="4825889" y="1332944"/>
                </a:cubicBezTo>
                <a:lnTo>
                  <a:pt x="4836274" y="1350889"/>
                </a:lnTo>
                <a:cubicBezTo>
                  <a:pt x="4836523" y="1351387"/>
                  <a:pt x="4836523" y="1351969"/>
                  <a:pt x="4836274" y="1352385"/>
                </a:cubicBezTo>
                <a:lnTo>
                  <a:pt x="4825889" y="1370330"/>
                </a:lnTo>
                <a:cubicBezTo>
                  <a:pt x="4825640" y="1370828"/>
                  <a:pt x="4825141" y="1371076"/>
                  <a:pt x="4824643" y="1371077"/>
                </a:cubicBezTo>
                <a:close/>
                <a:moveTo>
                  <a:pt x="4081555" y="1177637"/>
                </a:moveTo>
                <a:cubicBezTo>
                  <a:pt x="4081056" y="1177637"/>
                  <a:pt x="4080558" y="1177306"/>
                  <a:pt x="4080309" y="1176889"/>
                </a:cubicBezTo>
                <a:lnTo>
                  <a:pt x="4069924" y="1158861"/>
                </a:lnTo>
                <a:cubicBezTo>
                  <a:pt x="4069675" y="1158363"/>
                  <a:pt x="4069675" y="1157782"/>
                  <a:pt x="4069924" y="1157365"/>
                </a:cubicBezTo>
                <a:lnTo>
                  <a:pt x="4080392" y="1139337"/>
                </a:lnTo>
                <a:cubicBezTo>
                  <a:pt x="4080641" y="1138839"/>
                  <a:pt x="4081140" y="1138591"/>
                  <a:pt x="4081638" y="1138590"/>
                </a:cubicBezTo>
                <a:lnTo>
                  <a:pt x="4102491" y="1138591"/>
                </a:lnTo>
                <a:cubicBezTo>
                  <a:pt x="4102990" y="1138591"/>
                  <a:pt x="4103488" y="1138922"/>
                  <a:pt x="4103737" y="1139338"/>
                </a:cubicBezTo>
                <a:lnTo>
                  <a:pt x="4114122" y="1157366"/>
                </a:lnTo>
                <a:cubicBezTo>
                  <a:pt x="4114371" y="1157865"/>
                  <a:pt x="4114371" y="1158446"/>
                  <a:pt x="4114122" y="1158862"/>
                </a:cubicBezTo>
                <a:lnTo>
                  <a:pt x="4103654" y="1176890"/>
                </a:lnTo>
                <a:cubicBezTo>
                  <a:pt x="4103405" y="1177389"/>
                  <a:pt x="4102906" y="1177638"/>
                  <a:pt x="4102408" y="1177638"/>
                </a:cubicBezTo>
                <a:close/>
                <a:moveTo>
                  <a:pt x="4924162" y="1403495"/>
                </a:moveTo>
                <a:cubicBezTo>
                  <a:pt x="4923664" y="1403495"/>
                  <a:pt x="4923165" y="1403163"/>
                  <a:pt x="4922916" y="1402748"/>
                </a:cubicBezTo>
                <a:lnTo>
                  <a:pt x="4912448" y="1384636"/>
                </a:lnTo>
                <a:cubicBezTo>
                  <a:pt x="4912199" y="1384138"/>
                  <a:pt x="4912199" y="1383557"/>
                  <a:pt x="4912448" y="1383141"/>
                </a:cubicBezTo>
                <a:lnTo>
                  <a:pt x="4922916" y="1365029"/>
                </a:lnTo>
                <a:cubicBezTo>
                  <a:pt x="4923165" y="1364531"/>
                  <a:pt x="4923664" y="1364283"/>
                  <a:pt x="4924162" y="1364282"/>
                </a:cubicBezTo>
                <a:lnTo>
                  <a:pt x="4945098" y="1364283"/>
                </a:lnTo>
                <a:cubicBezTo>
                  <a:pt x="4945597" y="1364282"/>
                  <a:pt x="4946095" y="1364614"/>
                  <a:pt x="4946344" y="1365030"/>
                </a:cubicBezTo>
                <a:lnTo>
                  <a:pt x="4956812" y="1383141"/>
                </a:lnTo>
                <a:cubicBezTo>
                  <a:pt x="4957061" y="1383639"/>
                  <a:pt x="4957061" y="1384221"/>
                  <a:pt x="4956812" y="1384636"/>
                </a:cubicBezTo>
                <a:lnTo>
                  <a:pt x="4946344" y="1402748"/>
                </a:lnTo>
                <a:cubicBezTo>
                  <a:pt x="4946095" y="1403246"/>
                  <a:pt x="4945597" y="1403495"/>
                  <a:pt x="4945098" y="1403495"/>
                </a:cubicBezTo>
                <a:close/>
                <a:moveTo>
                  <a:pt x="4984349" y="1419622"/>
                </a:moveTo>
                <a:cubicBezTo>
                  <a:pt x="4983851" y="1419622"/>
                  <a:pt x="4983352" y="1419290"/>
                  <a:pt x="4983103" y="1418875"/>
                </a:cubicBezTo>
                <a:lnTo>
                  <a:pt x="4972635" y="1400763"/>
                </a:lnTo>
                <a:cubicBezTo>
                  <a:pt x="4972386" y="1400265"/>
                  <a:pt x="4972386" y="1399684"/>
                  <a:pt x="4972635" y="1399268"/>
                </a:cubicBezTo>
                <a:lnTo>
                  <a:pt x="4983103" y="1381156"/>
                </a:lnTo>
                <a:cubicBezTo>
                  <a:pt x="4983352" y="1380658"/>
                  <a:pt x="4983851" y="1380410"/>
                  <a:pt x="4984349" y="1380409"/>
                </a:cubicBezTo>
                <a:lnTo>
                  <a:pt x="5005285" y="1380410"/>
                </a:lnTo>
                <a:cubicBezTo>
                  <a:pt x="5005784" y="1380409"/>
                  <a:pt x="5006282" y="1380741"/>
                  <a:pt x="5006531" y="1381157"/>
                </a:cubicBezTo>
                <a:lnTo>
                  <a:pt x="5016999" y="1399268"/>
                </a:lnTo>
                <a:cubicBezTo>
                  <a:pt x="5017248" y="1399766"/>
                  <a:pt x="5017248" y="1400348"/>
                  <a:pt x="5016999" y="1400763"/>
                </a:cubicBezTo>
                <a:lnTo>
                  <a:pt x="5006531" y="1418875"/>
                </a:lnTo>
                <a:cubicBezTo>
                  <a:pt x="5006282" y="1419373"/>
                  <a:pt x="5005784" y="1419622"/>
                  <a:pt x="5005285" y="1419622"/>
                </a:cubicBezTo>
                <a:close/>
                <a:moveTo>
                  <a:pt x="4201867" y="1210051"/>
                </a:moveTo>
                <a:cubicBezTo>
                  <a:pt x="4201370" y="1210050"/>
                  <a:pt x="4200870" y="1209717"/>
                  <a:pt x="4200621" y="1209302"/>
                </a:cubicBezTo>
                <a:lnTo>
                  <a:pt x="4190070" y="1191024"/>
                </a:lnTo>
                <a:cubicBezTo>
                  <a:pt x="4189821" y="1190526"/>
                  <a:pt x="4189821" y="1189944"/>
                  <a:pt x="4190070" y="1189529"/>
                </a:cubicBezTo>
                <a:lnTo>
                  <a:pt x="4200621" y="1171252"/>
                </a:lnTo>
                <a:cubicBezTo>
                  <a:pt x="4200870" y="1170753"/>
                  <a:pt x="4201369" y="1170504"/>
                  <a:pt x="4201867" y="1170505"/>
                </a:cubicBezTo>
                <a:lnTo>
                  <a:pt x="4222886" y="1170504"/>
                </a:lnTo>
                <a:cubicBezTo>
                  <a:pt x="4223384" y="1170505"/>
                  <a:pt x="4223883" y="1170837"/>
                  <a:pt x="4224133" y="1171251"/>
                </a:cubicBezTo>
                <a:lnTo>
                  <a:pt x="4234683" y="1189529"/>
                </a:lnTo>
                <a:cubicBezTo>
                  <a:pt x="4234934" y="1190027"/>
                  <a:pt x="4234933" y="1190609"/>
                  <a:pt x="4234684" y="1191024"/>
                </a:cubicBezTo>
                <a:lnTo>
                  <a:pt x="4224132" y="1209302"/>
                </a:lnTo>
                <a:cubicBezTo>
                  <a:pt x="4223883" y="1209800"/>
                  <a:pt x="4223384" y="1210050"/>
                  <a:pt x="4222886" y="1210050"/>
                </a:cubicBezTo>
                <a:close/>
                <a:moveTo>
                  <a:pt x="5044474" y="1435826"/>
                </a:moveTo>
                <a:cubicBezTo>
                  <a:pt x="5043977" y="1435826"/>
                  <a:pt x="5043477" y="1435493"/>
                  <a:pt x="5043228" y="1435078"/>
                </a:cubicBezTo>
                <a:lnTo>
                  <a:pt x="5032677" y="1416800"/>
                </a:lnTo>
                <a:cubicBezTo>
                  <a:pt x="5032428" y="1416302"/>
                  <a:pt x="5032428" y="1415720"/>
                  <a:pt x="5032677" y="1415305"/>
                </a:cubicBezTo>
                <a:lnTo>
                  <a:pt x="5043228" y="1397027"/>
                </a:lnTo>
                <a:cubicBezTo>
                  <a:pt x="5043477" y="1396529"/>
                  <a:pt x="5043976" y="1396280"/>
                  <a:pt x="5044474" y="1396280"/>
                </a:cubicBezTo>
                <a:lnTo>
                  <a:pt x="5065494" y="1396280"/>
                </a:lnTo>
                <a:cubicBezTo>
                  <a:pt x="5065993" y="1396280"/>
                  <a:pt x="5066490" y="1396612"/>
                  <a:pt x="5066740" y="1397027"/>
                </a:cubicBezTo>
                <a:lnTo>
                  <a:pt x="5077290" y="1415305"/>
                </a:lnTo>
                <a:cubicBezTo>
                  <a:pt x="5077541" y="1415803"/>
                  <a:pt x="5077540" y="1416385"/>
                  <a:pt x="5077291" y="1416800"/>
                </a:cubicBezTo>
                <a:lnTo>
                  <a:pt x="5066739" y="1435078"/>
                </a:lnTo>
                <a:cubicBezTo>
                  <a:pt x="5066490" y="1435576"/>
                  <a:pt x="5065992" y="1435826"/>
                  <a:pt x="5065493" y="1435826"/>
                </a:cubicBezTo>
                <a:close/>
                <a:moveTo>
                  <a:pt x="4863892" y="1387629"/>
                </a:moveTo>
                <a:cubicBezTo>
                  <a:pt x="4863311" y="1387630"/>
                  <a:pt x="4862812" y="1387380"/>
                  <a:pt x="4862562" y="1386881"/>
                </a:cubicBezTo>
                <a:lnTo>
                  <a:pt x="4852012" y="1368522"/>
                </a:lnTo>
                <a:cubicBezTo>
                  <a:pt x="4851763" y="1368023"/>
                  <a:pt x="4851763" y="1367524"/>
                  <a:pt x="4852011" y="1367026"/>
                </a:cubicBezTo>
                <a:lnTo>
                  <a:pt x="4862562" y="1348665"/>
                </a:lnTo>
                <a:cubicBezTo>
                  <a:pt x="4862894" y="1348166"/>
                  <a:pt x="4863394" y="1347917"/>
                  <a:pt x="4863892" y="1347917"/>
                </a:cubicBezTo>
                <a:lnTo>
                  <a:pt x="4885078" y="1347918"/>
                </a:lnTo>
                <a:cubicBezTo>
                  <a:pt x="4885658" y="1347917"/>
                  <a:pt x="4886157" y="1348166"/>
                  <a:pt x="4886406" y="1348665"/>
                </a:cubicBezTo>
                <a:lnTo>
                  <a:pt x="4896957" y="1367025"/>
                </a:lnTo>
                <a:cubicBezTo>
                  <a:pt x="4897207" y="1367524"/>
                  <a:pt x="4897207" y="1368023"/>
                  <a:pt x="4896958" y="1368521"/>
                </a:cubicBezTo>
                <a:lnTo>
                  <a:pt x="4886407" y="1386881"/>
                </a:lnTo>
                <a:cubicBezTo>
                  <a:pt x="4886074" y="1387381"/>
                  <a:pt x="4885576" y="1387629"/>
                  <a:pt x="4885078" y="1387629"/>
                </a:cubicBezTo>
                <a:close/>
                <a:moveTo>
                  <a:pt x="1673940" y="532979"/>
                </a:moveTo>
                <a:cubicBezTo>
                  <a:pt x="1673358" y="532979"/>
                  <a:pt x="1672860" y="532730"/>
                  <a:pt x="1672610" y="532231"/>
                </a:cubicBezTo>
                <a:lnTo>
                  <a:pt x="1661976" y="513787"/>
                </a:lnTo>
                <a:cubicBezTo>
                  <a:pt x="1661728" y="513371"/>
                  <a:pt x="1661727" y="512790"/>
                  <a:pt x="1661977" y="512291"/>
                </a:cubicBezTo>
                <a:lnTo>
                  <a:pt x="1672610" y="493848"/>
                </a:lnTo>
                <a:cubicBezTo>
                  <a:pt x="1672942" y="493349"/>
                  <a:pt x="1673441" y="493100"/>
                  <a:pt x="1673940" y="493100"/>
                </a:cubicBezTo>
                <a:lnTo>
                  <a:pt x="1695208" y="493100"/>
                </a:lnTo>
                <a:cubicBezTo>
                  <a:pt x="1695789" y="493100"/>
                  <a:pt x="1696287" y="493349"/>
                  <a:pt x="1696538" y="493849"/>
                </a:cubicBezTo>
                <a:lnTo>
                  <a:pt x="1707172" y="512291"/>
                </a:lnTo>
                <a:cubicBezTo>
                  <a:pt x="1707420" y="512707"/>
                  <a:pt x="1707420" y="513289"/>
                  <a:pt x="1707171" y="513787"/>
                </a:cubicBezTo>
                <a:lnTo>
                  <a:pt x="1696538" y="532230"/>
                </a:lnTo>
                <a:cubicBezTo>
                  <a:pt x="1696206" y="532729"/>
                  <a:pt x="1695706" y="532978"/>
                  <a:pt x="1695208" y="532978"/>
                </a:cubicBezTo>
                <a:close/>
                <a:moveTo>
                  <a:pt x="1974788" y="613697"/>
                </a:moveTo>
                <a:cubicBezTo>
                  <a:pt x="1974205" y="613696"/>
                  <a:pt x="1973706" y="613447"/>
                  <a:pt x="1973458" y="612948"/>
                </a:cubicBezTo>
                <a:lnTo>
                  <a:pt x="1962824" y="594422"/>
                </a:lnTo>
                <a:cubicBezTo>
                  <a:pt x="1962575" y="594007"/>
                  <a:pt x="1962574" y="593424"/>
                  <a:pt x="1962824" y="592926"/>
                </a:cubicBezTo>
                <a:lnTo>
                  <a:pt x="1973541" y="574399"/>
                </a:lnTo>
                <a:cubicBezTo>
                  <a:pt x="1973873" y="573985"/>
                  <a:pt x="1974372" y="573653"/>
                  <a:pt x="1974870" y="573652"/>
                </a:cubicBezTo>
                <a:lnTo>
                  <a:pt x="1996222" y="573653"/>
                </a:lnTo>
                <a:cubicBezTo>
                  <a:pt x="1996803" y="573653"/>
                  <a:pt x="1997302" y="573902"/>
                  <a:pt x="1997551" y="574400"/>
                </a:cubicBezTo>
                <a:lnTo>
                  <a:pt x="2008184" y="592927"/>
                </a:lnTo>
                <a:cubicBezTo>
                  <a:pt x="2008434" y="593342"/>
                  <a:pt x="2008434" y="593924"/>
                  <a:pt x="2008185" y="594423"/>
                </a:cubicBezTo>
                <a:lnTo>
                  <a:pt x="1997468" y="612949"/>
                </a:lnTo>
                <a:cubicBezTo>
                  <a:pt x="1997136" y="613364"/>
                  <a:pt x="1996637" y="613697"/>
                  <a:pt x="1996139" y="613697"/>
                </a:cubicBezTo>
                <a:close/>
                <a:moveTo>
                  <a:pt x="2034974" y="629905"/>
                </a:moveTo>
                <a:cubicBezTo>
                  <a:pt x="2034393" y="629905"/>
                  <a:pt x="2033895" y="629656"/>
                  <a:pt x="2033644" y="629159"/>
                </a:cubicBezTo>
                <a:lnTo>
                  <a:pt x="2022927" y="610548"/>
                </a:lnTo>
                <a:cubicBezTo>
                  <a:pt x="2022679" y="610133"/>
                  <a:pt x="2022678" y="609551"/>
                  <a:pt x="2022928" y="609052"/>
                </a:cubicBezTo>
                <a:lnTo>
                  <a:pt x="2033645" y="590443"/>
                </a:lnTo>
                <a:cubicBezTo>
                  <a:pt x="2033978" y="590028"/>
                  <a:pt x="2034476" y="589696"/>
                  <a:pt x="2034975" y="589695"/>
                </a:cubicBezTo>
                <a:lnTo>
                  <a:pt x="2056409" y="589695"/>
                </a:lnTo>
                <a:cubicBezTo>
                  <a:pt x="2056990" y="589696"/>
                  <a:pt x="2057489" y="589944"/>
                  <a:pt x="2057738" y="590442"/>
                </a:cubicBezTo>
                <a:lnTo>
                  <a:pt x="2068455" y="609053"/>
                </a:lnTo>
                <a:cubicBezTo>
                  <a:pt x="2068705" y="609469"/>
                  <a:pt x="2068705" y="610049"/>
                  <a:pt x="2068455" y="610549"/>
                </a:cubicBezTo>
                <a:lnTo>
                  <a:pt x="2057737" y="629158"/>
                </a:lnTo>
                <a:cubicBezTo>
                  <a:pt x="2057406" y="629574"/>
                  <a:pt x="2056907" y="629905"/>
                  <a:pt x="2056409" y="629906"/>
                </a:cubicBezTo>
                <a:close/>
                <a:moveTo>
                  <a:pt x="2937766" y="871808"/>
                </a:moveTo>
                <a:cubicBezTo>
                  <a:pt x="2937186" y="871808"/>
                  <a:pt x="2936686" y="871559"/>
                  <a:pt x="2936437" y="871061"/>
                </a:cubicBezTo>
                <a:lnTo>
                  <a:pt x="2925720" y="852451"/>
                </a:lnTo>
                <a:cubicBezTo>
                  <a:pt x="2925471" y="852035"/>
                  <a:pt x="2925471" y="851454"/>
                  <a:pt x="2925721" y="850955"/>
                </a:cubicBezTo>
                <a:lnTo>
                  <a:pt x="2936438" y="832345"/>
                </a:lnTo>
                <a:cubicBezTo>
                  <a:pt x="2936770" y="831930"/>
                  <a:pt x="2937268" y="831598"/>
                  <a:pt x="2937766" y="831598"/>
                </a:cubicBezTo>
                <a:lnTo>
                  <a:pt x="2959202" y="831598"/>
                </a:lnTo>
                <a:cubicBezTo>
                  <a:pt x="2959783" y="831598"/>
                  <a:pt x="2960282" y="831847"/>
                  <a:pt x="2960531" y="832345"/>
                </a:cubicBezTo>
                <a:lnTo>
                  <a:pt x="2971248" y="850955"/>
                </a:lnTo>
                <a:cubicBezTo>
                  <a:pt x="2971497" y="851371"/>
                  <a:pt x="2971497" y="851952"/>
                  <a:pt x="2971248" y="852451"/>
                </a:cubicBezTo>
                <a:lnTo>
                  <a:pt x="2960530" y="871061"/>
                </a:lnTo>
                <a:cubicBezTo>
                  <a:pt x="2960199" y="871476"/>
                  <a:pt x="2959700" y="871808"/>
                  <a:pt x="2959202" y="871808"/>
                </a:cubicBezTo>
                <a:close/>
                <a:moveTo>
                  <a:pt x="1914518" y="597735"/>
                </a:moveTo>
                <a:cubicBezTo>
                  <a:pt x="1913937" y="597735"/>
                  <a:pt x="1913438" y="597486"/>
                  <a:pt x="1913189" y="596988"/>
                </a:cubicBezTo>
                <a:lnTo>
                  <a:pt x="1902389" y="578295"/>
                </a:lnTo>
                <a:cubicBezTo>
                  <a:pt x="1902140" y="577879"/>
                  <a:pt x="1902140" y="577298"/>
                  <a:pt x="1902389" y="576799"/>
                </a:cubicBezTo>
                <a:lnTo>
                  <a:pt x="1913189" y="558106"/>
                </a:lnTo>
                <a:cubicBezTo>
                  <a:pt x="1913438" y="557691"/>
                  <a:pt x="1914020" y="557359"/>
                  <a:pt x="1914518" y="557359"/>
                </a:cubicBezTo>
                <a:lnTo>
                  <a:pt x="1936119" y="557359"/>
                </a:lnTo>
                <a:cubicBezTo>
                  <a:pt x="1936700" y="557359"/>
                  <a:pt x="1937199" y="557608"/>
                  <a:pt x="1937448" y="558106"/>
                </a:cubicBezTo>
                <a:lnTo>
                  <a:pt x="1948249" y="576799"/>
                </a:lnTo>
                <a:cubicBezTo>
                  <a:pt x="1948498" y="577215"/>
                  <a:pt x="1948498" y="577797"/>
                  <a:pt x="1948249" y="578295"/>
                </a:cubicBezTo>
                <a:lnTo>
                  <a:pt x="1937448" y="596988"/>
                </a:lnTo>
                <a:cubicBezTo>
                  <a:pt x="1937199" y="597403"/>
                  <a:pt x="1936617" y="597735"/>
                  <a:pt x="1936119" y="597735"/>
                </a:cubicBezTo>
                <a:close/>
                <a:moveTo>
                  <a:pt x="1794145" y="565576"/>
                </a:moveTo>
                <a:cubicBezTo>
                  <a:pt x="1793564" y="565576"/>
                  <a:pt x="1793065" y="565326"/>
                  <a:pt x="1792816" y="564828"/>
                </a:cubicBezTo>
                <a:lnTo>
                  <a:pt x="1782016" y="546052"/>
                </a:lnTo>
                <a:cubicBezTo>
                  <a:pt x="1781767" y="545636"/>
                  <a:pt x="1781767" y="545055"/>
                  <a:pt x="1782016" y="544556"/>
                </a:cubicBezTo>
                <a:lnTo>
                  <a:pt x="1792816" y="525781"/>
                </a:lnTo>
                <a:cubicBezTo>
                  <a:pt x="1793065" y="525365"/>
                  <a:pt x="1793647" y="525033"/>
                  <a:pt x="1794145" y="525033"/>
                </a:cubicBezTo>
                <a:lnTo>
                  <a:pt x="1815829" y="525033"/>
                </a:lnTo>
                <a:cubicBezTo>
                  <a:pt x="1816411" y="525033"/>
                  <a:pt x="1816909" y="525282"/>
                  <a:pt x="1817159" y="525781"/>
                </a:cubicBezTo>
                <a:lnTo>
                  <a:pt x="1827959" y="544556"/>
                </a:lnTo>
                <a:cubicBezTo>
                  <a:pt x="1828208" y="544972"/>
                  <a:pt x="1828208" y="545554"/>
                  <a:pt x="1827959" y="546052"/>
                </a:cubicBezTo>
                <a:lnTo>
                  <a:pt x="1817159" y="564828"/>
                </a:lnTo>
                <a:cubicBezTo>
                  <a:pt x="1816909" y="565244"/>
                  <a:pt x="1816327" y="565576"/>
                  <a:pt x="1815829" y="565576"/>
                </a:cubicBezTo>
                <a:close/>
                <a:moveTo>
                  <a:pt x="1854330" y="581703"/>
                </a:moveTo>
                <a:cubicBezTo>
                  <a:pt x="1853750" y="581703"/>
                  <a:pt x="1853251" y="581453"/>
                  <a:pt x="1853002" y="580955"/>
                </a:cubicBezTo>
                <a:lnTo>
                  <a:pt x="1842202" y="562179"/>
                </a:lnTo>
                <a:cubicBezTo>
                  <a:pt x="1841953" y="561763"/>
                  <a:pt x="1841953" y="561182"/>
                  <a:pt x="1842201" y="560683"/>
                </a:cubicBezTo>
                <a:lnTo>
                  <a:pt x="1853002" y="541908"/>
                </a:lnTo>
                <a:cubicBezTo>
                  <a:pt x="1853251" y="541492"/>
                  <a:pt x="1853833" y="541160"/>
                  <a:pt x="1854331" y="541160"/>
                </a:cubicBezTo>
                <a:lnTo>
                  <a:pt x="1876015" y="541160"/>
                </a:lnTo>
                <a:cubicBezTo>
                  <a:pt x="1876596" y="541160"/>
                  <a:pt x="1877094" y="541409"/>
                  <a:pt x="1877345" y="541908"/>
                </a:cubicBezTo>
                <a:lnTo>
                  <a:pt x="1888144" y="560683"/>
                </a:lnTo>
                <a:cubicBezTo>
                  <a:pt x="1888394" y="561099"/>
                  <a:pt x="1888394" y="561681"/>
                  <a:pt x="1888145" y="562179"/>
                </a:cubicBezTo>
                <a:lnTo>
                  <a:pt x="1877345" y="580955"/>
                </a:lnTo>
                <a:cubicBezTo>
                  <a:pt x="1877095" y="581371"/>
                  <a:pt x="1876513" y="581703"/>
                  <a:pt x="1876015" y="581703"/>
                </a:cubicBezTo>
                <a:close/>
                <a:moveTo>
                  <a:pt x="1733888" y="549522"/>
                </a:moveTo>
                <a:cubicBezTo>
                  <a:pt x="1733306" y="549522"/>
                  <a:pt x="1732808" y="549273"/>
                  <a:pt x="1732559" y="548774"/>
                </a:cubicBezTo>
                <a:lnTo>
                  <a:pt x="1721675" y="529914"/>
                </a:lnTo>
                <a:cubicBezTo>
                  <a:pt x="1721426" y="529417"/>
                  <a:pt x="1721426" y="528835"/>
                  <a:pt x="1721675" y="528337"/>
                </a:cubicBezTo>
                <a:lnTo>
                  <a:pt x="1732559" y="509478"/>
                </a:lnTo>
                <a:cubicBezTo>
                  <a:pt x="1732808" y="509063"/>
                  <a:pt x="1733306" y="508730"/>
                  <a:pt x="1733888" y="508730"/>
                </a:cubicBezTo>
                <a:lnTo>
                  <a:pt x="1755654" y="508730"/>
                </a:lnTo>
                <a:cubicBezTo>
                  <a:pt x="1756236" y="508730"/>
                  <a:pt x="1756734" y="508979"/>
                  <a:pt x="1756983" y="509478"/>
                </a:cubicBezTo>
                <a:lnTo>
                  <a:pt x="1767867" y="528337"/>
                </a:lnTo>
                <a:cubicBezTo>
                  <a:pt x="1768116" y="528834"/>
                  <a:pt x="1768116" y="529417"/>
                  <a:pt x="1767867" y="529915"/>
                </a:cubicBezTo>
                <a:lnTo>
                  <a:pt x="1756983" y="548773"/>
                </a:lnTo>
                <a:cubicBezTo>
                  <a:pt x="1756734" y="549190"/>
                  <a:pt x="1756236" y="549522"/>
                  <a:pt x="1755654" y="549522"/>
                </a:cubicBezTo>
                <a:close/>
                <a:moveTo>
                  <a:pt x="2094901" y="646447"/>
                </a:moveTo>
                <a:cubicBezTo>
                  <a:pt x="2094402" y="646447"/>
                  <a:pt x="2093820" y="646197"/>
                  <a:pt x="2093571" y="645699"/>
                </a:cubicBezTo>
                <a:lnTo>
                  <a:pt x="2082688" y="626757"/>
                </a:lnTo>
                <a:cubicBezTo>
                  <a:pt x="2082439" y="626259"/>
                  <a:pt x="2082439" y="625677"/>
                  <a:pt x="2082688" y="625179"/>
                </a:cubicBezTo>
                <a:lnTo>
                  <a:pt x="2093655" y="606236"/>
                </a:lnTo>
                <a:cubicBezTo>
                  <a:pt x="2093904" y="605821"/>
                  <a:pt x="2094402" y="605489"/>
                  <a:pt x="2094984" y="605489"/>
                </a:cubicBezTo>
                <a:lnTo>
                  <a:pt x="2116834" y="605489"/>
                </a:lnTo>
                <a:cubicBezTo>
                  <a:pt x="2117332" y="605489"/>
                  <a:pt x="2117913" y="605738"/>
                  <a:pt x="2118163" y="606236"/>
                </a:cubicBezTo>
                <a:lnTo>
                  <a:pt x="2129046" y="625179"/>
                </a:lnTo>
                <a:cubicBezTo>
                  <a:pt x="2129295" y="625677"/>
                  <a:pt x="2129295" y="626259"/>
                  <a:pt x="2129046" y="626757"/>
                </a:cubicBezTo>
                <a:lnTo>
                  <a:pt x="2118079" y="645699"/>
                </a:lnTo>
                <a:cubicBezTo>
                  <a:pt x="2117830" y="646114"/>
                  <a:pt x="2117332" y="646447"/>
                  <a:pt x="2116750" y="646447"/>
                </a:cubicBezTo>
                <a:close/>
                <a:moveTo>
                  <a:pt x="2756949" y="823925"/>
                </a:moveTo>
                <a:cubicBezTo>
                  <a:pt x="2756451" y="823925"/>
                  <a:pt x="2755869" y="823676"/>
                  <a:pt x="2755620" y="823177"/>
                </a:cubicBezTo>
                <a:lnTo>
                  <a:pt x="2744654" y="804152"/>
                </a:lnTo>
                <a:cubicBezTo>
                  <a:pt x="2744405" y="803654"/>
                  <a:pt x="2744405" y="803073"/>
                  <a:pt x="2744654" y="802575"/>
                </a:cubicBezTo>
                <a:lnTo>
                  <a:pt x="2755620" y="783549"/>
                </a:lnTo>
                <a:cubicBezTo>
                  <a:pt x="2755869" y="783133"/>
                  <a:pt x="2756368" y="782802"/>
                  <a:pt x="2756949" y="782802"/>
                </a:cubicBezTo>
                <a:lnTo>
                  <a:pt x="2778882" y="782802"/>
                </a:lnTo>
                <a:cubicBezTo>
                  <a:pt x="2779381" y="782801"/>
                  <a:pt x="2779963" y="783050"/>
                  <a:pt x="2780212" y="783548"/>
                </a:cubicBezTo>
                <a:lnTo>
                  <a:pt x="2791178" y="802574"/>
                </a:lnTo>
                <a:cubicBezTo>
                  <a:pt x="2791427" y="803072"/>
                  <a:pt x="2791427" y="803655"/>
                  <a:pt x="2791178" y="804153"/>
                </a:cubicBezTo>
                <a:lnTo>
                  <a:pt x="2780212" y="823178"/>
                </a:lnTo>
                <a:cubicBezTo>
                  <a:pt x="2779963" y="823593"/>
                  <a:pt x="2779464" y="823926"/>
                  <a:pt x="2778882" y="823926"/>
                </a:cubicBezTo>
                <a:close/>
                <a:moveTo>
                  <a:pt x="3057880" y="904560"/>
                </a:moveTo>
                <a:cubicBezTo>
                  <a:pt x="3057382" y="904560"/>
                  <a:pt x="3056801" y="904311"/>
                  <a:pt x="3056552" y="903812"/>
                </a:cubicBezTo>
                <a:lnTo>
                  <a:pt x="3045586" y="884787"/>
                </a:lnTo>
                <a:cubicBezTo>
                  <a:pt x="3045336" y="884289"/>
                  <a:pt x="3045337" y="883707"/>
                  <a:pt x="3045585" y="883209"/>
                </a:cubicBezTo>
                <a:lnTo>
                  <a:pt x="3056551" y="864183"/>
                </a:lnTo>
                <a:cubicBezTo>
                  <a:pt x="3056800" y="863768"/>
                  <a:pt x="3057300" y="863436"/>
                  <a:pt x="3057881" y="863436"/>
                </a:cubicBezTo>
                <a:lnTo>
                  <a:pt x="3079813" y="863436"/>
                </a:lnTo>
                <a:cubicBezTo>
                  <a:pt x="3080312" y="863436"/>
                  <a:pt x="3080894" y="863685"/>
                  <a:pt x="3081143" y="864183"/>
                </a:cubicBezTo>
                <a:lnTo>
                  <a:pt x="3092110" y="883209"/>
                </a:lnTo>
                <a:cubicBezTo>
                  <a:pt x="3092358" y="883707"/>
                  <a:pt x="3092359" y="884289"/>
                  <a:pt x="3092109" y="884787"/>
                </a:cubicBezTo>
                <a:lnTo>
                  <a:pt x="3081144" y="903812"/>
                </a:lnTo>
                <a:cubicBezTo>
                  <a:pt x="3080894" y="904228"/>
                  <a:pt x="3080395" y="904560"/>
                  <a:pt x="3079814" y="904560"/>
                </a:cubicBezTo>
                <a:close/>
                <a:moveTo>
                  <a:pt x="2696597" y="808049"/>
                </a:moveTo>
                <a:cubicBezTo>
                  <a:pt x="2696098" y="808048"/>
                  <a:pt x="2695517" y="807799"/>
                  <a:pt x="2695267" y="807300"/>
                </a:cubicBezTo>
                <a:lnTo>
                  <a:pt x="2684135" y="788026"/>
                </a:lnTo>
                <a:cubicBezTo>
                  <a:pt x="2683886" y="787527"/>
                  <a:pt x="2683886" y="786947"/>
                  <a:pt x="2684135" y="786448"/>
                </a:cubicBezTo>
                <a:lnTo>
                  <a:pt x="2695267" y="767174"/>
                </a:lnTo>
                <a:cubicBezTo>
                  <a:pt x="2695517" y="766759"/>
                  <a:pt x="2696015" y="766426"/>
                  <a:pt x="2696597" y="766426"/>
                </a:cubicBezTo>
                <a:lnTo>
                  <a:pt x="2718862" y="766425"/>
                </a:lnTo>
                <a:cubicBezTo>
                  <a:pt x="2719360" y="766426"/>
                  <a:pt x="2719942" y="766674"/>
                  <a:pt x="2720191" y="767173"/>
                </a:cubicBezTo>
                <a:lnTo>
                  <a:pt x="2731324" y="786448"/>
                </a:lnTo>
                <a:cubicBezTo>
                  <a:pt x="2731573" y="786947"/>
                  <a:pt x="2731573" y="787528"/>
                  <a:pt x="2731324" y="788026"/>
                </a:cubicBezTo>
                <a:lnTo>
                  <a:pt x="2720191" y="807301"/>
                </a:lnTo>
                <a:cubicBezTo>
                  <a:pt x="2719942" y="807716"/>
                  <a:pt x="2719444" y="808049"/>
                  <a:pt x="2718862" y="808049"/>
                </a:cubicBezTo>
                <a:close/>
                <a:moveTo>
                  <a:pt x="2154859" y="662981"/>
                </a:moveTo>
                <a:cubicBezTo>
                  <a:pt x="2154360" y="662981"/>
                  <a:pt x="2153780" y="662649"/>
                  <a:pt x="2153531" y="662150"/>
                </a:cubicBezTo>
                <a:lnTo>
                  <a:pt x="2142315" y="642793"/>
                </a:lnTo>
                <a:cubicBezTo>
                  <a:pt x="2142066" y="642294"/>
                  <a:pt x="2142065" y="641713"/>
                  <a:pt x="2142315" y="641214"/>
                </a:cubicBezTo>
                <a:lnTo>
                  <a:pt x="2153530" y="621857"/>
                </a:lnTo>
                <a:cubicBezTo>
                  <a:pt x="2153780" y="621359"/>
                  <a:pt x="2154278" y="621025"/>
                  <a:pt x="2154860" y="621026"/>
                </a:cubicBezTo>
                <a:lnTo>
                  <a:pt x="2177208" y="621026"/>
                </a:lnTo>
                <a:cubicBezTo>
                  <a:pt x="2177706" y="621026"/>
                  <a:pt x="2178288" y="621359"/>
                  <a:pt x="2178537" y="621857"/>
                </a:cubicBezTo>
                <a:lnTo>
                  <a:pt x="2189753" y="641214"/>
                </a:lnTo>
                <a:cubicBezTo>
                  <a:pt x="2190001" y="641713"/>
                  <a:pt x="2190002" y="642294"/>
                  <a:pt x="2189752" y="642793"/>
                </a:cubicBezTo>
                <a:lnTo>
                  <a:pt x="2178537" y="662150"/>
                </a:lnTo>
                <a:cubicBezTo>
                  <a:pt x="2178288" y="662649"/>
                  <a:pt x="2177790" y="662981"/>
                  <a:pt x="2177207" y="662981"/>
                </a:cubicBezTo>
                <a:close/>
                <a:moveTo>
                  <a:pt x="2877095" y="856503"/>
                </a:moveTo>
                <a:cubicBezTo>
                  <a:pt x="2876597" y="856503"/>
                  <a:pt x="2876015" y="856171"/>
                  <a:pt x="2875766" y="855672"/>
                </a:cubicBezTo>
                <a:lnTo>
                  <a:pt x="2864550" y="836315"/>
                </a:lnTo>
                <a:cubicBezTo>
                  <a:pt x="2864301" y="835816"/>
                  <a:pt x="2864301" y="835235"/>
                  <a:pt x="2864550" y="834736"/>
                </a:cubicBezTo>
                <a:lnTo>
                  <a:pt x="2875766" y="815379"/>
                </a:lnTo>
                <a:cubicBezTo>
                  <a:pt x="2876015" y="814881"/>
                  <a:pt x="2876513" y="814548"/>
                  <a:pt x="2877095" y="814548"/>
                </a:cubicBezTo>
                <a:lnTo>
                  <a:pt x="2899443" y="814548"/>
                </a:lnTo>
                <a:cubicBezTo>
                  <a:pt x="2899942" y="814548"/>
                  <a:pt x="2900523" y="814881"/>
                  <a:pt x="2900773" y="815379"/>
                </a:cubicBezTo>
                <a:lnTo>
                  <a:pt x="2911988" y="834736"/>
                </a:lnTo>
                <a:cubicBezTo>
                  <a:pt x="2912238" y="835235"/>
                  <a:pt x="2912238" y="835816"/>
                  <a:pt x="2911988" y="836315"/>
                </a:cubicBezTo>
                <a:lnTo>
                  <a:pt x="2900773" y="855672"/>
                </a:lnTo>
                <a:cubicBezTo>
                  <a:pt x="2900523" y="856171"/>
                  <a:pt x="2900025" y="856503"/>
                  <a:pt x="2899443" y="856503"/>
                </a:cubicBezTo>
                <a:close/>
                <a:moveTo>
                  <a:pt x="2576058" y="776126"/>
                </a:moveTo>
                <a:cubicBezTo>
                  <a:pt x="2575475" y="776126"/>
                  <a:pt x="2574895" y="775794"/>
                  <a:pt x="2574645" y="775295"/>
                </a:cubicBezTo>
                <a:lnTo>
                  <a:pt x="2563347" y="755772"/>
                </a:lnTo>
                <a:cubicBezTo>
                  <a:pt x="2563098" y="755274"/>
                  <a:pt x="2563098" y="754692"/>
                  <a:pt x="2563347" y="754193"/>
                </a:cubicBezTo>
                <a:lnTo>
                  <a:pt x="2574645" y="734670"/>
                </a:lnTo>
                <a:cubicBezTo>
                  <a:pt x="2574978" y="734171"/>
                  <a:pt x="2575476" y="733839"/>
                  <a:pt x="2576058" y="733838"/>
                </a:cubicBezTo>
                <a:lnTo>
                  <a:pt x="2598655" y="733839"/>
                </a:lnTo>
                <a:cubicBezTo>
                  <a:pt x="2599237" y="733839"/>
                  <a:pt x="2599819" y="734171"/>
                  <a:pt x="2600068" y="734670"/>
                </a:cubicBezTo>
                <a:lnTo>
                  <a:pt x="2611367" y="754193"/>
                </a:lnTo>
                <a:cubicBezTo>
                  <a:pt x="2611615" y="754692"/>
                  <a:pt x="2611616" y="755274"/>
                  <a:pt x="2611367" y="755771"/>
                </a:cubicBezTo>
                <a:lnTo>
                  <a:pt x="2600067" y="775295"/>
                </a:lnTo>
                <a:cubicBezTo>
                  <a:pt x="2599735" y="775794"/>
                  <a:pt x="2599237" y="776126"/>
                  <a:pt x="2598655" y="776126"/>
                </a:cubicBezTo>
                <a:close/>
                <a:moveTo>
                  <a:pt x="2636183" y="792422"/>
                </a:moveTo>
                <a:cubicBezTo>
                  <a:pt x="2635601" y="792423"/>
                  <a:pt x="2635102" y="792090"/>
                  <a:pt x="2634770" y="791591"/>
                </a:cubicBezTo>
                <a:lnTo>
                  <a:pt x="2623388" y="771819"/>
                </a:lnTo>
                <a:cubicBezTo>
                  <a:pt x="2623056" y="771320"/>
                  <a:pt x="2623056" y="770738"/>
                  <a:pt x="2623388" y="770239"/>
                </a:cubicBezTo>
                <a:lnTo>
                  <a:pt x="2634770" y="750467"/>
                </a:lnTo>
                <a:cubicBezTo>
                  <a:pt x="2635102" y="749968"/>
                  <a:pt x="2635601" y="749636"/>
                  <a:pt x="2636183" y="749636"/>
                </a:cubicBezTo>
                <a:lnTo>
                  <a:pt x="2658946" y="749636"/>
                </a:lnTo>
                <a:cubicBezTo>
                  <a:pt x="2659528" y="749636"/>
                  <a:pt x="2660026" y="749968"/>
                  <a:pt x="2660359" y="750467"/>
                </a:cubicBezTo>
                <a:lnTo>
                  <a:pt x="2671740" y="770239"/>
                </a:lnTo>
                <a:cubicBezTo>
                  <a:pt x="2672073" y="770738"/>
                  <a:pt x="2672073" y="771320"/>
                  <a:pt x="2671740" y="771819"/>
                </a:cubicBezTo>
                <a:lnTo>
                  <a:pt x="2660359" y="791592"/>
                </a:lnTo>
                <a:cubicBezTo>
                  <a:pt x="2660026" y="792089"/>
                  <a:pt x="2659528" y="792422"/>
                  <a:pt x="2658946" y="792422"/>
                </a:cubicBezTo>
                <a:close/>
                <a:moveTo>
                  <a:pt x="2515654" y="760418"/>
                </a:moveTo>
                <a:cubicBezTo>
                  <a:pt x="2515073" y="760418"/>
                  <a:pt x="2514574" y="760086"/>
                  <a:pt x="2514242" y="759587"/>
                </a:cubicBezTo>
                <a:lnTo>
                  <a:pt x="2502694" y="739565"/>
                </a:lnTo>
                <a:cubicBezTo>
                  <a:pt x="2502362" y="739067"/>
                  <a:pt x="2502362" y="738402"/>
                  <a:pt x="2502694" y="737903"/>
                </a:cubicBezTo>
                <a:lnTo>
                  <a:pt x="2514242" y="717882"/>
                </a:lnTo>
                <a:cubicBezTo>
                  <a:pt x="2514574" y="717383"/>
                  <a:pt x="2515073" y="717051"/>
                  <a:pt x="2515654" y="717051"/>
                </a:cubicBezTo>
                <a:lnTo>
                  <a:pt x="2538751" y="717051"/>
                </a:lnTo>
                <a:cubicBezTo>
                  <a:pt x="2539332" y="717051"/>
                  <a:pt x="2539831" y="717383"/>
                  <a:pt x="2540163" y="717882"/>
                </a:cubicBezTo>
                <a:lnTo>
                  <a:pt x="2551711" y="737903"/>
                </a:lnTo>
                <a:cubicBezTo>
                  <a:pt x="2552043" y="738402"/>
                  <a:pt x="2552043" y="739067"/>
                  <a:pt x="2551711" y="739565"/>
                </a:cubicBezTo>
                <a:lnTo>
                  <a:pt x="2540163" y="759587"/>
                </a:lnTo>
                <a:cubicBezTo>
                  <a:pt x="2539831" y="760086"/>
                  <a:pt x="2539332" y="760418"/>
                  <a:pt x="2538751" y="760418"/>
                </a:cubicBezTo>
                <a:close/>
                <a:moveTo>
                  <a:pt x="2996958" y="889763"/>
                </a:moveTo>
                <a:cubicBezTo>
                  <a:pt x="2996375" y="889763"/>
                  <a:pt x="2995878" y="889430"/>
                  <a:pt x="2995544" y="888932"/>
                </a:cubicBezTo>
                <a:lnTo>
                  <a:pt x="2983830" y="868661"/>
                </a:lnTo>
                <a:cubicBezTo>
                  <a:pt x="2983498" y="868162"/>
                  <a:pt x="2983499" y="867498"/>
                  <a:pt x="2983831" y="866999"/>
                </a:cubicBezTo>
                <a:lnTo>
                  <a:pt x="2995544" y="846728"/>
                </a:lnTo>
                <a:cubicBezTo>
                  <a:pt x="2995795" y="846230"/>
                  <a:pt x="2996376" y="845897"/>
                  <a:pt x="2996957" y="845897"/>
                </a:cubicBezTo>
                <a:lnTo>
                  <a:pt x="3020385" y="845897"/>
                </a:lnTo>
                <a:cubicBezTo>
                  <a:pt x="3020968" y="845897"/>
                  <a:pt x="3021465" y="846230"/>
                  <a:pt x="3021797" y="846728"/>
                </a:cubicBezTo>
                <a:lnTo>
                  <a:pt x="3033511" y="866999"/>
                </a:lnTo>
                <a:cubicBezTo>
                  <a:pt x="3033845" y="867498"/>
                  <a:pt x="3033844" y="868162"/>
                  <a:pt x="3033511" y="868661"/>
                </a:cubicBezTo>
                <a:lnTo>
                  <a:pt x="3021798" y="888932"/>
                </a:lnTo>
                <a:cubicBezTo>
                  <a:pt x="3021548" y="889430"/>
                  <a:pt x="3020967" y="889763"/>
                  <a:pt x="3020385" y="889763"/>
                </a:cubicBezTo>
                <a:close/>
                <a:moveTo>
                  <a:pt x="2328233" y="750808"/>
                </a:moveTo>
                <a:cubicBezTo>
                  <a:pt x="2328068" y="750809"/>
                  <a:pt x="2327735" y="750477"/>
                  <a:pt x="2327735" y="750477"/>
                </a:cubicBezTo>
                <a:lnTo>
                  <a:pt x="2323332" y="742917"/>
                </a:lnTo>
                <a:cubicBezTo>
                  <a:pt x="2323249" y="742751"/>
                  <a:pt x="2323332" y="742336"/>
                  <a:pt x="2323332" y="742336"/>
                </a:cubicBezTo>
                <a:lnTo>
                  <a:pt x="2327735" y="734775"/>
                </a:lnTo>
                <a:cubicBezTo>
                  <a:pt x="2327818" y="734526"/>
                  <a:pt x="2328233" y="734443"/>
                  <a:pt x="2328233" y="734443"/>
                </a:cubicBezTo>
                <a:lnTo>
                  <a:pt x="2336957" y="734443"/>
                </a:lnTo>
                <a:cubicBezTo>
                  <a:pt x="2337123" y="734443"/>
                  <a:pt x="2337456" y="734775"/>
                  <a:pt x="2337456" y="734775"/>
                </a:cubicBezTo>
                <a:lnTo>
                  <a:pt x="2341858" y="742336"/>
                </a:lnTo>
                <a:cubicBezTo>
                  <a:pt x="2341942" y="742501"/>
                  <a:pt x="2341858" y="742916"/>
                  <a:pt x="2341858" y="742916"/>
                </a:cubicBezTo>
                <a:lnTo>
                  <a:pt x="2337456" y="750477"/>
                </a:lnTo>
                <a:cubicBezTo>
                  <a:pt x="2337372" y="750725"/>
                  <a:pt x="2336957" y="750809"/>
                  <a:pt x="2336957" y="750809"/>
                </a:cubicBezTo>
                <a:close/>
                <a:moveTo>
                  <a:pt x="4311304" y="1288822"/>
                </a:moveTo>
                <a:cubicBezTo>
                  <a:pt x="4310971" y="1288822"/>
                  <a:pt x="4310390" y="1288323"/>
                  <a:pt x="4310390" y="1288323"/>
                </a:cubicBezTo>
                <a:lnTo>
                  <a:pt x="4302913" y="1275364"/>
                </a:lnTo>
                <a:cubicBezTo>
                  <a:pt x="4302747" y="1275031"/>
                  <a:pt x="4302913" y="1274283"/>
                  <a:pt x="4302913" y="1274283"/>
                </a:cubicBezTo>
                <a:lnTo>
                  <a:pt x="4310390" y="1261322"/>
                </a:lnTo>
                <a:cubicBezTo>
                  <a:pt x="4310556" y="1260990"/>
                  <a:pt x="4311304" y="1260824"/>
                  <a:pt x="4311304" y="1260824"/>
                </a:cubicBezTo>
                <a:lnTo>
                  <a:pt x="4326258" y="1260824"/>
                </a:lnTo>
                <a:cubicBezTo>
                  <a:pt x="4326590" y="1260824"/>
                  <a:pt x="4327172" y="1261322"/>
                  <a:pt x="4327172" y="1261322"/>
                </a:cubicBezTo>
                <a:lnTo>
                  <a:pt x="4334649" y="1274284"/>
                </a:lnTo>
                <a:cubicBezTo>
                  <a:pt x="4334815" y="1274615"/>
                  <a:pt x="4334649" y="1275363"/>
                  <a:pt x="4334649" y="1275363"/>
                </a:cubicBezTo>
                <a:lnTo>
                  <a:pt x="4327172" y="1288323"/>
                </a:lnTo>
                <a:cubicBezTo>
                  <a:pt x="4327006" y="1288656"/>
                  <a:pt x="4326258" y="1288822"/>
                  <a:pt x="4326258" y="1288822"/>
                </a:cubicBezTo>
                <a:close/>
                <a:moveTo>
                  <a:pt x="2385117" y="773097"/>
                </a:moveTo>
                <a:cubicBezTo>
                  <a:pt x="2384785" y="773097"/>
                  <a:pt x="2384203" y="772516"/>
                  <a:pt x="2384203" y="772516"/>
                </a:cubicBezTo>
                <a:lnTo>
                  <a:pt x="2376560" y="759223"/>
                </a:lnTo>
                <a:cubicBezTo>
                  <a:pt x="2376394" y="758891"/>
                  <a:pt x="2376560" y="758143"/>
                  <a:pt x="2376560" y="758143"/>
                </a:cubicBezTo>
                <a:lnTo>
                  <a:pt x="2384286" y="744851"/>
                </a:lnTo>
                <a:cubicBezTo>
                  <a:pt x="2384452" y="744518"/>
                  <a:pt x="2385200" y="744269"/>
                  <a:pt x="2385200" y="744269"/>
                </a:cubicBezTo>
                <a:lnTo>
                  <a:pt x="2400570" y="744269"/>
                </a:lnTo>
                <a:cubicBezTo>
                  <a:pt x="2400902" y="744269"/>
                  <a:pt x="2401483" y="744851"/>
                  <a:pt x="2401483" y="744851"/>
                </a:cubicBezTo>
                <a:lnTo>
                  <a:pt x="2409127" y="758143"/>
                </a:lnTo>
                <a:cubicBezTo>
                  <a:pt x="2409293" y="758475"/>
                  <a:pt x="2409127" y="759223"/>
                  <a:pt x="2409127" y="759223"/>
                </a:cubicBezTo>
                <a:lnTo>
                  <a:pt x="2401401" y="772516"/>
                </a:lnTo>
                <a:cubicBezTo>
                  <a:pt x="2401234" y="772848"/>
                  <a:pt x="2400487" y="773097"/>
                  <a:pt x="2400487" y="773097"/>
                </a:cubicBezTo>
                <a:close/>
                <a:moveTo>
                  <a:pt x="3648921" y="1112101"/>
                </a:moveTo>
                <a:cubicBezTo>
                  <a:pt x="3648506" y="1112101"/>
                  <a:pt x="3647924" y="1111520"/>
                  <a:pt x="3647924" y="1111520"/>
                </a:cubicBezTo>
                <a:lnTo>
                  <a:pt x="3640115" y="1097978"/>
                </a:lnTo>
                <a:cubicBezTo>
                  <a:pt x="3639949" y="1097645"/>
                  <a:pt x="3640115" y="1096898"/>
                  <a:pt x="3640115" y="1096898"/>
                </a:cubicBezTo>
                <a:lnTo>
                  <a:pt x="3647924" y="1083356"/>
                </a:lnTo>
                <a:cubicBezTo>
                  <a:pt x="3648174" y="1083023"/>
                  <a:pt x="3648921" y="1082774"/>
                  <a:pt x="3648921" y="1082774"/>
                </a:cubicBezTo>
                <a:lnTo>
                  <a:pt x="3664623" y="1082774"/>
                </a:lnTo>
                <a:cubicBezTo>
                  <a:pt x="3665039" y="1082774"/>
                  <a:pt x="3665620" y="1083356"/>
                  <a:pt x="3665620" y="1083356"/>
                </a:cubicBezTo>
                <a:lnTo>
                  <a:pt x="3673430" y="1096898"/>
                </a:lnTo>
                <a:cubicBezTo>
                  <a:pt x="3673596" y="1097230"/>
                  <a:pt x="3673430" y="1097978"/>
                  <a:pt x="3673430" y="1097978"/>
                </a:cubicBezTo>
                <a:lnTo>
                  <a:pt x="3665620" y="1111520"/>
                </a:lnTo>
                <a:cubicBezTo>
                  <a:pt x="3665371" y="1111852"/>
                  <a:pt x="3664623" y="1112101"/>
                  <a:pt x="3664623" y="1112101"/>
                </a:cubicBezTo>
                <a:close/>
                <a:moveTo>
                  <a:pt x="2203623" y="726460"/>
                </a:moveTo>
                <a:cubicBezTo>
                  <a:pt x="2203125" y="726460"/>
                  <a:pt x="2202543" y="725878"/>
                  <a:pt x="2202543" y="725878"/>
                </a:cubicBezTo>
                <a:lnTo>
                  <a:pt x="2193986" y="711007"/>
                </a:lnTo>
                <a:cubicBezTo>
                  <a:pt x="2193736" y="710592"/>
                  <a:pt x="2193986" y="709761"/>
                  <a:pt x="2193986" y="709761"/>
                </a:cubicBezTo>
                <a:lnTo>
                  <a:pt x="2202626" y="694890"/>
                </a:lnTo>
                <a:cubicBezTo>
                  <a:pt x="2202875" y="694557"/>
                  <a:pt x="2203290" y="694308"/>
                  <a:pt x="2203706" y="694308"/>
                </a:cubicBezTo>
                <a:lnTo>
                  <a:pt x="2220903" y="694308"/>
                </a:lnTo>
                <a:cubicBezTo>
                  <a:pt x="2221402" y="694308"/>
                  <a:pt x="2221983" y="694890"/>
                  <a:pt x="2221983" y="694890"/>
                </a:cubicBezTo>
                <a:lnTo>
                  <a:pt x="2230541" y="709761"/>
                </a:lnTo>
                <a:cubicBezTo>
                  <a:pt x="2230790" y="710176"/>
                  <a:pt x="2230541" y="711007"/>
                  <a:pt x="2230541" y="711007"/>
                </a:cubicBezTo>
                <a:lnTo>
                  <a:pt x="2221900" y="725878"/>
                </a:lnTo>
                <a:cubicBezTo>
                  <a:pt x="2221651" y="726211"/>
                  <a:pt x="2221236" y="726460"/>
                  <a:pt x="2220821" y="726460"/>
                </a:cubicBezTo>
                <a:close/>
                <a:moveTo>
                  <a:pt x="4369860" y="1308028"/>
                </a:moveTo>
                <a:cubicBezTo>
                  <a:pt x="4369445" y="1308027"/>
                  <a:pt x="4368780" y="1307363"/>
                  <a:pt x="4368780" y="1307363"/>
                </a:cubicBezTo>
                <a:lnTo>
                  <a:pt x="4359642" y="1291495"/>
                </a:lnTo>
                <a:cubicBezTo>
                  <a:pt x="4359393" y="1291079"/>
                  <a:pt x="4359642" y="1290165"/>
                  <a:pt x="4359642" y="1290165"/>
                </a:cubicBezTo>
                <a:lnTo>
                  <a:pt x="4368780" y="1274297"/>
                </a:lnTo>
                <a:cubicBezTo>
                  <a:pt x="4368947" y="1273881"/>
                  <a:pt x="4369445" y="1273632"/>
                  <a:pt x="4369860" y="1273633"/>
                </a:cubicBezTo>
                <a:lnTo>
                  <a:pt x="4388138" y="1273632"/>
                </a:lnTo>
                <a:cubicBezTo>
                  <a:pt x="4388553" y="1273632"/>
                  <a:pt x="4389218" y="1274298"/>
                  <a:pt x="4389218" y="1274298"/>
                </a:cubicBezTo>
                <a:lnTo>
                  <a:pt x="4398356" y="1290165"/>
                </a:lnTo>
                <a:cubicBezTo>
                  <a:pt x="4398606" y="1290581"/>
                  <a:pt x="4398356" y="1291495"/>
                  <a:pt x="4398356" y="1291495"/>
                </a:cubicBezTo>
                <a:lnTo>
                  <a:pt x="4389218" y="1307363"/>
                </a:lnTo>
                <a:cubicBezTo>
                  <a:pt x="4389052" y="1307777"/>
                  <a:pt x="4388553" y="1308027"/>
                  <a:pt x="4388138" y="1308027"/>
                </a:cubicBezTo>
                <a:close/>
                <a:moveTo>
                  <a:pt x="2263073" y="743988"/>
                </a:moveTo>
                <a:cubicBezTo>
                  <a:pt x="2262574" y="743988"/>
                  <a:pt x="2261910" y="743324"/>
                  <a:pt x="2261910" y="743324"/>
                </a:cubicBezTo>
                <a:lnTo>
                  <a:pt x="2252522" y="727123"/>
                </a:lnTo>
                <a:cubicBezTo>
                  <a:pt x="2252273" y="726708"/>
                  <a:pt x="2252522" y="725794"/>
                  <a:pt x="2252522" y="725794"/>
                </a:cubicBezTo>
                <a:lnTo>
                  <a:pt x="2261910" y="709593"/>
                </a:lnTo>
                <a:cubicBezTo>
                  <a:pt x="2262159" y="709178"/>
                  <a:pt x="2262574" y="708929"/>
                  <a:pt x="2263073" y="708929"/>
                </a:cubicBezTo>
                <a:lnTo>
                  <a:pt x="2281766" y="708929"/>
                </a:lnTo>
                <a:cubicBezTo>
                  <a:pt x="2282264" y="708929"/>
                  <a:pt x="2282929" y="709593"/>
                  <a:pt x="2282929" y="709593"/>
                </a:cubicBezTo>
                <a:lnTo>
                  <a:pt x="2292317" y="725794"/>
                </a:lnTo>
                <a:cubicBezTo>
                  <a:pt x="2292566" y="726209"/>
                  <a:pt x="2292317" y="727123"/>
                  <a:pt x="2292317" y="727123"/>
                </a:cubicBezTo>
                <a:lnTo>
                  <a:pt x="2282929" y="743324"/>
                </a:lnTo>
                <a:cubicBezTo>
                  <a:pt x="2282679" y="743739"/>
                  <a:pt x="2282264" y="743988"/>
                  <a:pt x="2281766" y="743988"/>
                </a:cubicBezTo>
                <a:close/>
                <a:moveTo>
                  <a:pt x="4249134" y="1276352"/>
                </a:moveTo>
                <a:cubicBezTo>
                  <a:pt x="4248635" y="1276352"/>
                  <a:pt x="4247971" y="1275687"/>
                  <a:pt x="4247971" y="1275687"/>
                </a:cubicBezTo>
                <a:lnTo>
                  <a:pt x="4238500" y="1259321"/>
                </a:lnTo>
                <a:cubicBezTo>
                  <a:pt x="4238251" y="1258905"/>
                  <a:pt x="4238500" y="1257991"/>
                  <a:pt x="4238500" y="1257991"/>
                </a:cubicBezTo>
                <a:lnTo>
                  <a:pt x="4247971" y="1241625"/>
                </a:lnTo>
                <a:cubicBezTo>
                  <a:pt x="4248220" y="1241209"/>
                  <a:pt x="4248635" y="1240960"/>
                  <a:pt x="4249134" y="1240960"/>
                </a:cubicBezTo>
                <a:lnTo>
                  <a:pt x="4268076" y="1240960"/>
                </a:lnTo>
                <a:cubicBezTo>
                  <a:pt x="4268575" y="1240960"/>
                  <a:pt x="4269239" y="1241625"/>
                  <a:pt x="4269239" y="1241625"/>
                </a:cubicBezTo>
                <a:lnTo>
                  <a:pt x="4278710" y="1257991"/>
                </a:lnTo>
                <a:cubicBezTo>
                  <a:pt x="4278960" y="1258406"/>
                  <a:pt x="4278710" y="1259321"/>
                  <a:pt x="4278710" y="1259321"/>
                </a:cubicBezTo>
                <a:lnTo>
                  <a:pt x="4269239" y="1275687"/>
                </a:lnTo>
                <a:cubicBezTo>
                  <a:pt x="4268990" y="1276102"/>
                  <a:pt x="4268575" y="1276352"/>
                  <a:pt x="4268076" y="1276352"/>
                </a:cubicBezTo>
                <a:close/>
                <a:moveTo>
                  <a:pt x="5151823" y="1518417"/>
                </a:moveTo>
                <a:cubicBezTo>
                  <a:pt x="5151324" y="1518417"/>
                  <a:pt x="5150660" y="1517752"/>
                  <a:pt x="5150660" y="1517752"/>
                </a:cubicBezTo>
                <a:lnTo>
                  <a:pt x="5141189" y="1501303"/>
                </a:lnTo>
                <a:cubicBezTo>
                  <a:pt x="5140939" y="1500888"/>
                  <a:pt x="5141190" y="1499973"/>
                  <a:pt x="5141190" y="1499973"/>
                </a:cubicBezTo>
                <a:lnTo>
                  <a:pt x="5150743" y="1483524"/>
                </a:lnTo>
                <a:cubicBezTo>
                  <a:pt x="5150993" y="1483108"/>
                  <a:pt x="5151408" y="1482859"/>
                  <a:pt x="5151906" y="1482859"/>
                </a:cubicBezTo>
                <a:lnTo>
                  <a:pt x="5170931" y="1482859"/>
                </a:lnTo>
                <a:cubicBezTo>
                  <a:pt x="5171430" y="1482859"/>
                  <a:pt x="5172094" y="1483524"/>
                  <a:pt x="5172094" y="1483524"/>
                </a:cubicBezTo>
                <a:lnTo>
                  <a:pt x="5181565" y="1499973"/>
                </a:lnTo>
                <a:cubicBezTo>
                  <a:pt x="5181815" y="1500389"/>
                  <a:pt x="5181565" y="1501303"/>
                  <a:pt x="5181565" y="1501303"/>
                </a:cubicBezTo>
                <a:lnTo>
                  <a:pt x="5172011" y="1517752"/>
                </a:lnTo>
                <a:cubicBezTo>
                  <a:pt x="5171762" y="1518168"/>
                  <a:pt x="5171347" y="1518417"/>
                  <a:pt x="5170849" y="1518417"/>
                </a:cubicBezTo>
                <a:close/>
                <a:moveTo>
                  <a:pt x="4188762" y="1260543"/>
                </a:moveTo>
                <a:cubicBezTo>
                  <a:pt x="4188264" y="1260543"/>
                  <a:pt x="4187848" y="1260294"/>
                  <a:pt x="4187599" y="1259877"/>
                </a:cubicBezTo>
                <a:lnTo>
                  <a:pt x="4177962" y="1243263"/>
                </a:lnTo>
                <a:cubicBezTo>
                  <a:pt x="4177713" y="1242846"/>
                  <a:pt x="4177713" y="1242348"/>
                  <a:pt x="4177962" y="1241933"/>
                </a:cubicBezTo>
                <a:lnTo>
                  <a:pt x="4187599" y="1225317"/>
                </a:lnTo>
                <a:cubicBezTo>
                  <a:pt x="4187848" y="1224902"/>
                  <a:pt x="4188264" y="1224653"/>
                  <a:pt x="4188762" y="1224653"/>
                </a:cubicBezTo>
                <a:lnTo>
                  <a:pt x="4207954" y="1224652"/>
                </a:lnTo>
                <a:cubicBezTo>
                  <a:pt x="4208452" y="1224653"/>
                  <a:pt x="4208867" y="1224902"/>
                  <a:pt x="4209117" y="1225317"/>
                </a:cubicBezTo>
                <a:lnTo>
                  <a:pt x="4218754" y="1241933"/>
                </a:lnTo>
                <a:cubicBezTo>
                  <a:pt x="4219003" y="1242349"/>
                  <a:pt x="4219003" y="1242847"/>
                  <a:pt x="4218754" y="1243263"/>
                </a:cubicBezTo>
                <a:lnTo>
                  <a:pt x="4209117" y="1259878"/>
                </a:lnTo>
                <a:cubicBezTo>
                  <a:pt x="4208867" y="1260294"/>
                  <a:pt x="4208452" y="1260543"/>
                  <a:pt x="4207954" y="1260543"/>
                </a:cubicBezTo>
                <a:close/>
                <a:moveTo>
                  <a:pt x="4429507" y="1325050"/>
                </a:moveTo>
                <a:cubicBezTo>
                  <a:pt x="4429009" y="1325050"/>
                  <a:pt x="4428593" y="1324801"/>
                  <a:pt x="4428345" y="1324385"/>
                </a:cubicBezTo>
                <a:lnTo>
                  <a:pt x="4418707" y="1307770"/>
                </a:lnTo>
                <a:cubicBezTo>
                  <a:pt x="4418459" y="1307354"/>
                  <a:pt x="4418458" y="1306856"/>
                  <a:pt x="4418708" y="1306440"/>
                </a:cubicBezTo>
                <a:lnTo>
                  <a:pt x="4428344" y="1289824"/>
                </a:lnTo>
                <a:cubicBezTo>
                  <a:pt x="4428593" y="1289409"/>
                  <a:pt x="4429009" y="1289160"/>
                  <a:pt x="4429507" y="1289160"/>
                </a:cubicBezTo>
                <a:lnTo>
                  <a:pt x="4448700" y="1289160"/>
                </a:lnTo>
                <a:cubicBezTo>
                  <a:pt x="4449197" y="1289160"/>
                  <a:pt x="4449613" y="1289409"/>
                  <a:pt x="4449862" y="1289824"/>
                </a:cubicBezTo>
                <a:lnTo>
                  <a:pt x="4459500" y="1306440"/>
                </a:lnTo>
                <a:cubicBezTo>
                  <a:pt x="4459748" y="1306856"/>
                  <a:pt x="4459748" y="1307354"/>
                  <a:pt x="4459499" y="1307770"/>
                </a:cubicBezTo>
                <a:lnTo>
                  <a:pt x="4449863" y="1324385"/>
                </a:lnTo>
                <a:cubicBezTo>
                  <a:pt x="4449612" y="1324801"/>
                  <a:pt x="4449197" y="1325050"/>
                  <a:pt x="4448699" y="1325050"/>
                </a:cubicBezTo>
                <a:close/>
                <a:moveTo>
                  <a:pt x="1540515" y="551144"/>
                </a:moveTo>
                <a:cubicBezTo>
                  <a:pt x="1540017" y="551144"/>
                  <a:pt x="1539601" y="550894"/>
                  <a:pt x="1539352" y="550479"/>
                </a:cubicBezTo>
                <a:lnTo>
                  <a:pt x="1529632" y="533614"/>
                </a:lnTo>
                <a:cubicBezTo>
                  <a:pt x="1529383" y="533116"/>
                  <a:pt x="1529383" y="532617"/>
                  <a:pt x="1529632" y="532202"/>
                </a:cubicBezTo>
                <a:lnTo>
                  <a:pt x="1539352" y="515337"/>
                </a:lnTo>
                <a:cubicBezTo>
                  <a:pt x="1539601" y="514921"/>
                  <a:pt x="1540017" y="514672"/>
                  <a:pt x="1540515" y="514672"/>
                </a:cubicBezTo>
                <a:lnTo>
                  <a:pt x="1559956" y="514672"/>
                </a:lnTo>
                <a:cubicBezTo>
                  <a:pt x="1560454" y="514672"/>
                  <a:pt x="1560870" y="514921"/>
                  <a:pt x="1561119" y="515337"/>
                </a:cubicBezTo>
                <a:lnTo>
                  <a:pt x="1570839" y="532202"/>
                </a:lnTo>
                <a:cubicBezTo>
                  <a:pt x="1571088" y="532700"/>
                  <a:pt x="1571089" y="533198"/>
                  <a:pt x="1570839" y="533614"/>
                </a:cubicBezTo>
                <a:lnTo>
                  <a:pt x="1561119" y="550479"/>
                </a:lnTo>
                <a:cubicBezTo>
                  <a:pt x="1560870" y="550894"/>
                  <a:pt x="1560454" y="551144"/>
                  <a:pt x="1559955" y="551144"/>
                </a:cubicBezTo>
                <a:close/>
                <a:moveTo>
                  <a:pt x="3707136" y="1131793"/>
                </a:moveTo>
                <a:cubicBezTo>
                  <a:pt x="3706638" y="1131793"/>
                  <a:pt x="3706222" y="1131543"/>
                  <a:pt x="3705973" y="1131128"/>
                </a:cubicBezTo>
                <a:lnTo>
                  <a:pt x="3696253" y="1114180"/>
                </a:lnTo>
                <a:cubicBezTo>
                  <a:pt x="3696004" y="1113765"/>
                  <a:pt x="3696004" y="1113183"/>
                  <a:pt x="3696253" y="1112768"/>
                </a:cubicBezTo>
                <a:lnTo>
                  <a:pt x="3706056" y="1095820"/>
                </a:lnTo>
                <a:cubicBezTo>
                  <a:pt x="3706305" y="1095404"/>
                  <a:pt x="3706721" y="1095155"/>
                  <a:pt x="3707219" y="1095155"/>
                </a:cubicBezTo>
                <a:lnTo>
                  <a:pt x="3726743" y="1095155"/>
                </a:lnTo>
                <a:cubicBezTo>
                  <a:pt x="3727241" y="1095155"/>
                  <a:pt x="3727657" y="1095404"/>
                  <a:pt x="3727906" y="1095819"/>
                </a:cubicBezTo>
                <a:lnTo>
                  <a:pt x="3737626" y="1112768"/>
                </a:lnTo>
                <a:cubicBezTo>
                  <a:pt x="3737875" y="1113183"/>
                  <a:pt x="3737875" y="1113765"/>
                  <a:pt x="3737626" y="1114180"/>
                </a:cubicBezTo>
                <a:lnTo>
                  <a:pt x="3727823" y="1131128"/>
                </a:lnTo>
                <a:cubicBezTo>
                  <a:pt x="3727574" y="1131544"/>
                  <a:pt x="3727158" y="1131793"/>
                  <a:pt x="3726660" y="1131793"/>
                </a:cubicBezTo>
                <a:close/>
                <a:moveTo>
                  <a:pt x="1600512" y="567693"/>
                </a:moveTo>
                <a:cubicBezTo>
                  <a:pt x="1600014" y="567693"/>
                  <a:pt x="1599516" y="567444"/>
                  <a:pt x="1599267" y="567029"/>
                </a:cubicBezTo>
                <a:lnTo>
                  <a:pt x="1589380" y="549831"/>
                </a:lnTo>
                <a:cubicBezTo>
                  <a:pt x="1589131" y="549416"/>
                  <a:pt x="1589131" y="548835"/>
                  <a:pt x="1589380" y="548419"/>
                </a:cubicBezTo>
                <a:lnTo>
                  <a:pt x="1599267" y="531222"/>
                </a:lnTo>
                <a:cubicBezTo>
                  <a:pt x="1599516" y="530806"/>
                  <a:pt x="1600014" y="530557"/>
                  <a:pt x="1600512" y="530557"/>
                </a:cubicBezTo>
                <a:lnTo>
                  <a:pt x="1620368" y="530557"/>
                </a:lnTo>
                <a:cubicBezTo>
                  <a:pt x="1620867" y="530557"/>
                  <a:pt x="1621365" y="530806"/>
                  <a:pt x="1621615" y="531222"/>
                </a:cubicBezTo>
                <a:lnTo>
                  <a:pt x="1631501" y="548419"/>
                </a:lnTo>
                <a:cubicBezTo>
                  <a:pt x="1631750" y="548835"/>
                  <a:pt x="1631750" y="549416"/>
                  <a:pt x="1631501" y="549831"/>
                </a:cubicBezTo>
                <a:lnTo>
                  <a:pt x="1621615" y="567029"/>
                </a:lnTo>
                <a:cubicBezTo>
                  <a:pt x="1621365" y="567444"/>
                  <a:pt x="1620867" y="567693"/>
                  <a:pt x="1620368" y="567693"/>
                </a:cubicBezTo>
                <a:close/>
                <a:moveTo>
                  <a:pt x="4549495" y="1358067"/>
                </a:moveTo>
                <a:cubicBezTo>
                  <a:pt x="4548996" y="1358067"/>
                  <a:pt x="4548498" y="1357734"/>
                  <a:pt x="4548249" y="1357319"/>
                </a:cubicBezTo>
                <a:lnTo>
                  <a:pt x="4538279" y="1339956"/>
                </a:lnTo>
                <a:cubicBezTo>
                  <a:pt x="4538030" y="1339540"/>
                  <a:pt x="4538030" y="1338958"/>
                  <a:pt x="4538279" y="1338543"/>
                </a:cubicBezTo>
                <a:lnTo>
                  <a:pt x="4548331" y="1321180"/>
                </a:lnTo>
                <a:cubicBezTo>
                  <a:pt x="4548581" y="1320681"/>
                  <a:pt x="4549079" y="1320432"/>
                  <a:pt x="4549578" y="1320432"/>
                </a:cubicBezTo>
                <a:lnTo>
                  <a:pt x="4569600" y="1320432"/>
                </a:lnTo>
                <a:cubicBezTo>
                  <a:pt x="4570098" y="1320432"/>
                  <a:pt x="4570597" y="1320765"/>
                  <a:pt x="4570846" y="1321180"/>
                </a:cubicBezTo>
                <a:lnTo>
                  <a:pt x="4580815" y="1338543"/>
                </a:lnTo>
                <a:cubicBezTo>
                  <a:pt x="4581065" y="1338958"/>
                  <a:pt x="4581065" y="1339540"/>
                  <a:pt x="4580815" y="1339956"/>
                </a:cubicBezTo>
                <a:lnTo>
                  <a:pt x="4570763" y="1357319"/>
                </a:lnTo>
                <a:cubicBezTo>
                  <a:pt x="4570514" y="1357818"/>
                  <a:pt x="4570015" y="1358067"/>
                  <a:pt x="4569517" y="1358067"/>
                </a:cubicBezTo>
                <a:close/>
                <a:moveTo>
                  <a:pt x="4609682" y="1374277"/>
                </a:moveTo>
                <a:cubicBezTo>
                  <a:pt x="4609183" y="1374277"/>
                  <a:pt x="4608685" y="1373945"/>
                  <a:pt x="4608436" y="1373529"/>
                </a:cubicBezTo>
                <a:lnTo>
                  <a:pt x="4598383" y="1356083"/>
                </a:lnTo>
                <a:cubicBezTo>
                  <a:pt x="4598134" y="1355667"/>
                  <a:pt x="4598134" y="1355086"/>
                  <a:pt x="4598383" y="1354670"/>
                </a:cubicBezTo>
                <a:lnTo>
                  <a:pt x="4608436" y="1337224"/>
                </a:lnTo>
                <a:cubicBezTo>
                  <a:pt x="4608685" y="1336724"/>
                  <a:pt x="4609183" y="1336476"/>
                  <a:pt x="4609682" y="1336475"/>
                </a:cubicBezTo>
                <a:lnTo>
                  <a:pt x="4629787" y="1336476"/>
                </a:lnTo>
                <a:cubicBezTo>
                  <a:pt x="4630285" y="1336475"/>
                  <a:pt x="4630784" y="1336809"/>
                  <a:pt x="4631033" y="1337224"/>
                </a:cubicBezTo>
                <a:lnTo>
                  <a:pt x="4641086" y="1354670"/>
                </a:lnTo>
                <a:cubicBezTo>
                  <a:pt x="4641335" y="1355086"/>
                  <a:pt x="4641335" y="1355667"/>
                  <a:pt x="4641086" y="1356083"/>
                </a:cubicBezTo>
                <a:lnTo>
                  <a:pt x="4631033" y="1373529"/>
                </a:lnTo>
                <a:cubicBezTo>
                  <a:pt x="4630784" y="1374028"/>
                  <a:pt x="4630285" y="1374277"/>
                  <a:pt x="4629787" y="1374277"/>
                </a:cubicBezTo>
                <a:close/>
                <a:moveTo>
                  <a:pt x="3887363" y="1180838"/>
                </a:moveTo>
                <a:cubicBezTo>
                  <a:pt x="3886864" y="1180838"/>
                  <a:pt x="3886366" y="1180506"/>
                  <a:pt x="3886118" y="1180091"/>
                </a:cubicBezTo>
                <a:lnTo>
                  <a:pt x="3875981" y="1162561"/>
                </a:lnTo>
                <a:cubicBezTo>
                  <a:pt x="3875732" y="1162145"/>
                  <a:pt x="3875732" y="1161564"/>
                  <a:pt x="3875981" y="1161149"/>
                </a:cubicBezTo>
                <a:lnTo>
                  <a:pt x="3886117" y="1143619"/>
                </a:lnTo>
                <a:cubicBezTo>
                  <a:pt x="3886366" y="1143120"/>
                  <a:pt x="3886864" y="1142871"/>
                  <a:pt x="3887363" y="1142871"/>
                </a:cubicBezTo>
                <a:lnTo>
                  <a:pt x="3907634" y="1142871"/>
                </a:lnTo>
                <a:cubicBezTo>
                  <a:pt x="3908133" y="1142872"/>
                  <a:pt x="3908631" y="1143204"/>
                  <a:pt x="3908880" y="1143619"/>
                </a:cubicBezTo>
                <a:lnTo>
                  <a:pt x="3919016" y="1161149"/>
                </a:lnTo>
                <a:cubicBezTo>
                  <a:pt x="3919265" y="1161564"/>
                  <a:pt x="3919265" y="1162145"/>
                  <a:pt x="3919016" y="1162561"/>
                </a:cubicBezTo>
                <a:lnTo>
                  <a:pt x="3908880" y="1180091"/>
                </a:lnTo>
                <a:cubicBezTo>
                  <a:pt x="3908631" y="1180589"/>
                  <a:pt x="3908133" y="1180838"/>
                  <a:pt x="3907634" y="1180839"/>
                </a:cubicBezTo>
                <a:close/>
                <a:moveTo>
                  <a:pt x="4067922" y="1229219"/>
                </a:moveTo>
                <a:cubicBezTo>
                  <a:pt x="4067423" y="1229219"/>
                  <a:pt x="4066925" y="1228887"/>
                  <a:pt x="4066676" y="1228472"/>
                </a:cubicBezTo>
                <a:lnTo>
                  <a:pt x="4056540" y="1210942"/>
                </a:lnTo>
                <a:cubicBezTo>
                  <a:pt x="4056291" y="1210526"/>
                  <a:pt x="4056291" y="1209945"/>
                  <a:pt x="4056540" y="1209530"/>
                </a:cubicBezTo>
                <a:lnTo>
                  <a:pt x="4066676" y="1192000"/>
                </a:lnTo>
                <a:cubicBezTo>
                  <a:pt x="4066925" y="1191501"/>
                  <a:pt x="4067423" y="1191252"/>
                  <a:pt x="4067922" y="1191252"/>
                </a:cubicBezTo>
                <a:lnTo>
                  <a:pt x="4088193" y="1191252"/>
                </a:lnTo>
                <a:cubicBezTo>
                  <a:pt x="4088692" y="1191252"/>
                  <a:pt x="4089190" y="1191585"/>
                  <a:pt x="4089439" y="1192000"/>
                </a:cubicBezTo>
                <a:lnTo>
                  <a:pt x="4099575" y="1209530"/>
                </a:lnTo>
                <a:cubicBezTo>
                  <a:pt x="4099824" y="1209945"/>
                  <a:pt x="4099824" y="1210526"/>
                  <a:pt x="4099575" y="1210942"/>
                </a:cubicBezTo>
                <a:lnTo>
                  <a:pt x="4089439" y="1228472"/>
                </a:lnTo>
                <a:cubicBezTo>
                  <a:pt x="4089190" y="1228970"/>
                  <a:pt x="4088692" y="1229219"/>
                  <a:pt x="4088193" y="1229219"/>
                </a:cubicBezTo>
                <a:close/>
                <a:moveTo>
                  <a:pt x="4128109" y="1245346"/>
                </a:moveTo>
                <a:cubicBezTo>
                  <a:pt x="4127610" y="1245346"/>
                  <a:pt x="4127112" y="1245014"/>
                  <a:pt x="4126863" y="1244599"/>
                </a:cubicBezTo>
                <a:lnTo>
                  <a:pt x="4116727" y="1227069"/>
                </a:lnTo>
                <a:cubicBezTo>
                  <a:pt x="4116478" y="1226653"/>
                  <a:pt x="4116478" y="1226072"/>
                  <a:pt x="4116727" y="1225657"/>
                </a:cubicBezTo>
                <a:lnTo>
                  <a:pt x="4126863" y="1208127"/>
                </a:lnTo>
                <a:cubicBezTo>
                  <a:pt x="4127112" y="1207628"/>
                  <a:pt x="4127610" y="1207379"/>
                  <a:pt x="4128109" y="1207379"/>
                </a:cubicBezTo>
                <a:lnTo>
                  <a:pt x="4148380" y="1207379"/>
                </a:lnTo>
                <a:cubicBezTo>
                  <a:pt x="4148879" y="1207379"/>
                  <a:pt x="4149377" y="1207712"/>
                  <a:pt x="4149626" y="1208127"/>
                </a:cubicBezTo>
                <a:lnTo>
                  <a:pt x="4159761" y="1225657"/>
                </a:lnTo>
                <a:cubicBezTo>
                  <a:pt x="4160011" y="1226072"/>
                  <a:pt x="4160011" y="1226653"/>
                  <a:pt x="4159762" y="1227069"/>
                </a:cubicBezTo>
                <a:lnTo>
                  <a:pt x="4149626" y="1244599"/>
                </a:lnTo>
                <a:cubicBezTo>
                  <a:pt x="4149377" y="1245097"/>
                  <a:pt x="4148879" y="1245346"/>
                  <a:pt x="4148380" y="1245346"/>
                </a:cubicBezTo>
                <a:close/>
                <a:moveTo>
                  <a:pt x="4489142" y="1342189"/>
                </a:moveTo>
                <a:cubicBezTo>
                  <a:pt x="4488643" y="1342189"/>
                  <a:pt x="4488145" y="1341857"/>
                  <a:pt x="4487896" y="1341442"/>
                </a:cubicBezTo>
                <a:lnTo>
                  <a:pt x="4477760" y="1323829"/>
                </a:lnTo>
                <a:cubicBezTo>
                  <a:pt x="4477511" y="1323413"/>
                  <a:pt x="4477511" y="1322831"/>
                  <a:pt x="4477760" y="1322416"/>
                </a:cubicBezTo>
                <a:lnTo>
                  <a:pt x="4487979" y="1304803"/>
                </a:lnTo>
                <a:cubicBezTo>
                  <a:pt x="4488228" y="1304305"/>
                  <a:pt x="4488726" y="1304056"/>
                  <a:pt x="4489225" y="1304056"/>
                </a:cubicBezTo>
                <a:lnTo>
                  <a:pt x="4509579" y="1304056"/>
                </a:lnTo>
                <a:cubicBezTo>
                  <a:pt x="4510078" y="1304056"/>
                  <a:pt x="4510576" y="1304388"/>
                  <a:pt x="4510826" y="1304803"/>
                </a:cubicBezTo>
                <a:lnTo>
                  <a:pt x="4520961" y="1322416"/>
                </a:lnTo>
                <a:cubicBezTo>
                  <a:pt x="4521210" y="1322831"/>
                  <a:pt x="4521210" y="1323413"/>
                  <a:pt x="4520961" y="1323829"/>
                </a:cubicBezTo>
                <a:lnTo>
                  <a:pt x="4510742" y="1341442"/>
                </a:lnTo>
                <a:cubicBezTo>
                  <a:pt x="4510493" y="1341940"/>
                  <a:pt x="4509995" y="1342189"/>
                  <a:pt x="4509496" y="1342189"/>
                </a:cubicBezTo>
                <a:close/>
                <a:moveTo>
                  <a:pt x="4007558" y="1213517"/>
                </a:moveTo>
                <a:cubicBezTo>
                  <a:pt x="4007060" y="1213517"/>
                  <a:pt x="4006561" y="1213184"/>
                  <a:pt x="4006312" y="1212769"/>
                </a:cubicBezTo>
                <a:lnTo>
                  <a:pt x="3996010" y="1194908"/>
                </a:lnTo>
                <a:cubicBezTo>
                  <a:pt x="3995761" y="1194409"/>
                  <a:pt x="3995761" y="1193827"/>
                  <a:pt x="3996010" y="1193412"/>
                </a:cubicBezTo>
                <a:lnTo>
                  <a:pt x="4006312" y="1175550"/>
                </a:lnTo>
                <a:cubicBezTo>
                  <a:pt x="4006561" y="1175051"/>
                  <a:pt x="4007060" y="1174802"/>
                  <a:pt x="4007558" y="1174802"/>
                </a:cubicBezTo>
                <a:lnTo>
                  <a:pt x="4028245" y="1174802"/>
                </a:lnTo>
                <a:cubicBezTo>
                  <a:pt x="4028743" y="1174802"/>
                  <a:pt x="4029242" y="1175135"/>
                  <a:pt x="4029491" y="1175550"/>
                </a:cubicBezTo>
                <a:lnTo>
                  <a:pt x="4039793" y="1193412"/>
                </a:lnTo>
                <a:cubicBezTo>
                  <a:pt x="4040042" y="1193910"/>
                  <a:pt x="4040042" y="1194491"/>
                  <a:pt x="4039793" y="1194908"/>
                </a:cubicBezTo>
                <a:lnTo>
                  <a:pt x="4029491" y="1212768"/>
                </a:lnTo>
                <a:cubicBezTo>
                  <a:pt x="4029242" y="1213267"/>
                  <a:pt x="4028743" y="1213517"/>
                  <a:pt x="4028245" y="1213516"/>
                </a:cubicBezTo>
                <a:close/>
                <a:moveTo>
                  <a:pt x="3947290" y="1197462"/>
                </a:moveTo>
                <a:cubicBezTo>
                  <a:pt x="3946791" y="1197462"/>
                  <a:pt x="3946293" y="1197130"/>
                  <a:pt x="3946044" y="1196715"/>
                </a:cubicBezTo>
                <a:lnTo>
                  <a:pt x="3935659" y="1178770"/>
                </a:lnTo>
                <a:cubicBezTo>
                  <a:pt x="3935409" y="1178271"/>
                  <a:pt x="3935410" y="1177690"/>
                  <a:pt x="3935658" y="1177274"/>
                </a:cubicBezTo>
                <a:lnTo>
                  <a:pt x="3946044" y="1159329"/>
                </a:lnTo>
                <a:cubicBezTo>
                  <a:pt x="3946292" y="1158830"/>
                  <a:pt x="3946791" y="1158581"/>
                  <a:pt x="3947290" y="1158581"/>
                </a:cubicBezTo>
                <a:lnTo>
                  <a:pt x="3968059" y="1158581"/>
                </a:lnTo>
                <a:cubicBezTo>
                  <a:pt x="3968557" y="1158581"/>
                  <a:pt x="3969057" y="1158914"/>
                  <a:pt x="3969305" y="1159329"/>
                </a:cubicBezTo>
                <a:lnTo>
                  <a:pt x="3979691" y="1177274"/>
                </a:lnTo>
                <a:cubicBezTo>
                  <a:pt x="3979939" y="1177772"/>
                  <a:pt x="3979940" y="1178354"/>
                  <a:pt x="3979691" y="1178770"/>
                </a:cubicBezTo>
                <a:lnTo>
                  <a:pt x="3969306" y="1196715"/>
                </a:lnTo>
                <a:cubicBezTo>
                  <a:pt x="3969057" y="1197213"/>
                  <a:pt x="3968557" y="1197462"/>
                  <a:pt x="3968059" y="1197462"/>
                </a:cubicBezTo>
                <a:close/>
                <a:moveTo>
                  <a:pt x="4669525" y="1390984"/>
                </a:moveTo>
                <a:cubicBezTo>
                  <a:pt x="4669026" y="1390984"/>
                  <a:pt x="4668528" y="1390652"/>
                  <a:pt x="4668279" y="1390237"/>
                </a:cubicBezTo>
                <a:lnTo>
                  <a:pt x="4657894" y="1372292"/>
                </a:lnTo>
                <a:cubicBezTo>
                  <a:pt x="4657645" y="1371793"/>
                  <a:pt x="4657645" y="1371212"/>
                  <a:pt x="4657894" y="1370796"/>
                </a:cubicBezTo>
                <a:lnTo>
                  <a:pt x="4668279" y="1352851"/>
                </a:lnTo>
                <a:cubicBezTo>
                  <a:pt x="4668528" y="1352352"/>
                  <a:pt x="4669026" y="1352103"/>
                  <a:pt x="4669525" y="1352103"/>
                </a:cubicBezTo>
                <a:lnTo>
                  <a:pt x="4690295" y="1352103"/>
                </a:lnTo>
                <a:cubicBezTo>
                  <a:pt x="4690793" y="1352103"/>
                  <a:pt x="4691292" y="1352436"/>
                  <a:pt x="4691541" y="1352851"/>
                </a:cubicBezTo>
                <a:lnTo>
                  <a:pt x="4701926" y="1370796"/>
                </a:lnTo>
                <a:cubicBezTo>
                  <a:pt x="4702175" y="1371294"/>
                  <a:pt x="4702175" y="1371876"/>
                  <a:pt x="4701926" y="1372292"/>
                </a:cubicBezTo>
                <a:lnTo>
                  <a:pt x="4691541" y="1390237"/>
                </a:lnTo>
                <a:cubicBezTo>
                  <a:pt x="4691292" y="1390735"/>
                  <a:pt x="4690793" y="1390984"/>
                  <a:pt x="4690295" y="1390984"/>
                </a:cubicBezTo>
                <a:close/>
                <a:moveTo>
                  <a:pt x="4970455" y="1471618"/>
                </a:moveTo>
                <a:cubicBezTo>
                  <a:pt x="4969956" y="1471618"/>
                  <a:pt x="4969458" y="1471286"/>
                  <a:pt x="4969209" y="1470871"/>
                </a:cubicBezTo>
                <a:lnTo>
                  <a:pt x="4958824" y="1452926"/>
                </a:lnTo>
                <a:cubicBezTo>
                  <a:pt x="4958575" y="1452427"/>
                  <a:pt x="4958575" y="1451846"/>
                  <a:pt x="4958824" y="1451430"/>
                </a:cubicBezTo>
                <a:lnTo>
                  <a:pt x="4969209" y="1433485"/>
                </a:lnTo>
                <a:cubicBezTo>
                  <a:pt x="4969458" y="1432986"/>
                  <a:pt x="4969956" y="1432737"/>
                  <a:pt x="4970455" y="1432737"/>
                </a:cubicBezTo>
                <a:lnTo>
                  <a:pt x="4991225" y="1432737"/>
                </a:lnTo>
                <a:cubicBezTo>
                  <a:pt x="4991723" y="1432737"/>
                  <a:pt x="4992222" y="1433070"/>
                  <a:pt x="4992471" y="1433485"/>
                </a:cubicBezTo>
                <a:lnTo>
                  <a:pt x="5002856" y="1451430"/>
                </a:lnTo>
                <a:cubicBezTo>
                  <a:pt x="5003105" y="1451928"/>
                  <a:pt x="5003105" y="1452510"/>
                  <a:pt x="5002856" y="1452926"/>
                </a:cubicBezTo>
                <a:lnTo>
                  <a:pt x="4992471" y="1470871"/>
                </a:lnTo>
                <a:cubicBezTo>
                  <a:pt x="4992222" y="1471369"/>
                  <a:pt x="4991723" y="1471618"/>
                  <a:pt x="4991225" y="1471618"/>
                </a:cubicBezTo>
                <a:close/>
                <a:moveTo>
                  <a:pt x="4729627" y="1407195"/>
                </a:moveTo>
                <a:cubicBezTo>
                  <a:pt x="4729128" y="1407195"/>
                  <a:pt x="4728630" y="1406863"/>
                  <a:pt x="4728380" y="1406447"/>
                </a:cubicBezTo>
                <a:lnTo>
                  <a:pt x="4717996" y="1388419"/>
                </a:lnTo>
                <a:cubicBezTo>
                  <a:pt x="4717746" y="1387921"/>
                  <a:pt x="4717747" y="1387339"/>
                  <a:pt x="4717996" y="1386923"/>
                </a:cubicBezTo>
                <a:lnTo>
                  <a:pt x="4728463" y="1368895"/>
                </a:lnTo>
                <a:cubicBezTo>
                  <a:pt x="4728713" y="1368397"/>
                  <a:pt x="4729212" y="1368148"/>
                  <a:pt x="4729710" y="1368148"/>
                </a:cubicBezTo>
                <a:lnTo>
                  <a:pt x="4750563" y="1368148"/>
                </a:lnTo>
                <a:cubicBezTo>
                  <a:pt x="4751062" y="1368148"/>
                  <a:pt x="4751560" y="1368480"/>
                  <a:pt x="4751809" y="1368895"/>
                </a:cubicBezTo>
                <a:lnTo>
                  <a:pt x="4762194" y="1386923"/>
                </a:lnTo>
                <a:cubicBezTo>
                  <a:pt x="4762442" y="1387422"/>
                  <a:pt x="4762442" y="1388004"/>
                  <a:pt x="4762193" y="1388419"/>
                </a:cubicBezTo>
                <a:lnTo>
                  <a:pt x="4751726" y="1406447"/>
                </a:lnTo>
                <a:cubicBezTo>
                  <a:pt x="4751477" y="1406946"/>
                  <a:pt x="4750978" y="1407195"/>
                  <a:pt x="4750480" y="1407195"/>
                </a:cubicBezTo>
                <a:close/>
                <a:moveTo>
                  <a:pt x="4849999" y="1439449"/>
                </a:moveTo>
                <a:cubicBezTo>
                  <a:pt x="4849500" y="1439448"/>
                  <a:pt x="4849002" y="1439117"/>
                  <a:pt x="4848753" y="1438700"/>
                </a:cubicBezTo>
                <a:lnTo>
                  <a:pt x="4838368" y="1420672"/>
                </a:lnTo>
                <a:cubicBezTo>
                  <a:pt x="4838119" y="1420174"/>
                  <a:pt x="4838119" y="1419593"/>
                  <a:pt x="4838368" y="1419176"/>
                </a:cubicBezTo>
                <a:lnTo>
                  <a:pt x="4848836" y="1401148"/>
                </a:lnTo>
                <a:cubicBezTo>
                  <a:pt x="4849085" y="1400650"/>
                  <a:pt x="4849584" y="1400402"/>
                  <a:pt x="4850082" y="1400401"/>
                </a:cubicBezTo>
                <a:lnTo>
                  <a:pt x="4870935" y="1400402"/>
                </a:lnTo>
                <a:cubicBezTo>
                  <a:pt x="4871434" y="1400402"/>
                  <a:pt x="4871932" y="1400734"/>
                  <a:pt x="4872182" y="1401149"/>
                </a:cubicBezTo>
                <a:lnTo>
                  <a:pt x="4882566" y="1419177"/>
                </a:lnTo>
                <a:cubicBezTo>
                  <a:pt x="4882815" y="1419676"/>
                  <a:pt x="4882815" y="1420257"/>
                  <a:pt x="4882566" y="1420673"/>
                </a:cubicBezTo>
                <a:lnTo>
                  <a:pt x="4872098" y="1438701"/>
                </a:lnTo>
                <a:cubicBezTo>
                  <a:pt x="4871849" y="1439200"/>
                  <a:pt x="4871350" y="1439449"/>
                  <a:pt x="4870852" y="1439449"/>
                </a:cubicBezTo>
                <a:close/>
                <a:moveTo>
                  <a:pt x="3826834" y="1165374"/>
                </a:moveTo>
                <a:cubicBezTo>
                  <a:pt x="3826336" y="1165374"/>
                  <a:pt x="3825837" y="1165042"/>
                  <a:pt x="3825588" y="1164627"/>
                </a:cubicBezTo>
                <a:lnTo>
                  <a:pt x="3815120" y="1146515"/>
                </a:lnTo>
                <a:cubicBezTo>
                  <a:pt x="3814871" y="1146017"/>
                  <a:pt x="3814871" y="1145435"/>
                  <a:pt x="3815120" y="1145020"/>
                </a:cubicBezTo>
                <a:lnTo>
                  <a:pt x="3825588" y="1126908"/>
                </a:lnTo>
                <a:cubicBezTo>
                  <a:pt x="3825837" y="1126410"/>
                  <a:pt x="3826336" y="1126161"/>
                  <a:pt x="3826834" y="1126161"/>
                </a:cubicBezTo>
                <a:lnTo>
                  <a:pt x="3847770" y="1126161"/>
                </a:lnTo>
                <a:cubicBezTo>
                  <a:pt x="3848269" y="1126161"/>
                  <a:pt x="3848767" y="1126493"/>
                  <a:pt x="3849016" y="1126908"/>
                </a:cubicBezTo>
                <a:lnTo>
                  <a:pt x="3859484" y="1145020"/>
                </a:lnTo>
                <a:cubicBezTo>
                  <a:pt x="3859734" y="1145518"/>
                  <a:pt x="3859734" y="1146100"/>
                  <a:pt x="3859484" y="1146515"/>
                </a:cubicBezTo>
                <a:lnTo>
                  <a:pt x="3849016" y="1164627"/>
                </a:lnTo>
                <a:cubicBezTo>
                  <a:pt x="3848767" y="1165125"/>
                  <a:pt x="3848269" y="1165374"/>
                  <a:pt x="3847770" y="1165374"/>
                </a:cubicBezTo>
                <a:close/>
                <a:moveTo>
                  <a:pt x="4789813" y="1423404"/>
                </a:moveTo>
                <a:cubicBezTo>
                  <a:pt x="4789315" y="1423404"/>
                  <a:pt x="4788817" y="1423072"/>
                  <a:pt x="4788568" y="1422657"/>
                </a:cubicBezTo>
                <a:lnTo>
                  <a:pt x="4778100" y="1404545"/>
                </a:lnTo>
                <a:cubicBezTo>
                  <a:pt x="4777851" y="1404047"/>
                  <a:pt x="4777851" y="1403465"/>
                  <a:pt x="4778100" y="1403050"/>
                </a:cubicBezTo>
                <a:lnTo>
                  <a:pt x="4788568" y="1384938"/>
                </a:lnTo>
                <a:cubicBezTo>
                  <a:pt x="4788816" y="1384440"/>
                  <a:pt x="4789315" y="1384191"/>
                  <a:pt x="4789813" y="1384191"/>
                </a:cubicBezTo>
                <a:lnTo>
                  <a:pt x="4810750" y="1384191"/>
                </a:lnTo>
                <a:cubicBezTo>
                  <a:pt x="4811249" y="1384191"/>
                  <a:pt x="4811746" y="1384523"/>
                  <a:pt x="4811995" y="1384938"/>
                </a:cubicBezTo>
                <a:lnTo>
                  <a:pt x="4822463" y="1403050"/>
                </a:lnTo>
                <a:cubicBezTo>
                  <a:pt x="4822712" y="1403548"/>
                  <a:pt x="4822712" y="1404130"/>
                  <a:pt x="4822463" y="1404545"/>
                </a:cubicBezTo>
                <a:lnTo>
                  <a:pt x="4811996" y="1422657"/>
                </a:lnTo>
                <a:cubicBezTo>
                  <a:pt x="4811747" y="1423155"/>
                  <a:pt x="4811249" y="1423404"/>
                  <a:pt x="4810750" y="1423404"/>
                </a:cubicBezTo>
                <a:close/>
                <a:moveTo>
                  <a:pt x="3766587" y="1149323"/>
                </a:moveTo>
                <a:cubicBezTo>
                  <a:pt x="3766089" y="1149323"/>
                  <a:pt x="3765590" y="1148990"/>
                  <a:pt x="3765341" y="1148575"/>
                </a:cubicBezTo>
                <a:lnTo>
                  <a:pt x="3754790" y="1130297"/>
                </a:lnTo>
                <a:cubicBezTo>
                  <a:pt x="3754541" y="1129799"/>
                  <a:pt x="3754541" y="1129217"/>
                  <a:pt x="3754790" y="1128802"/>
                </a:cubicBezTo>
                <a:lnTo>
                  <a:pt x="3765341" y="1110524"/>
                </a:lnTo>
                <a:cubicBezTo>
                  <a:pt x="3765590" y="1110026"/>
                  <a:pt x="3766089" y="1109777"/>
                  <a:pt x="3766587" y="1109777"/>
                </a:cubicBezTo>
                <a:lnTo>
                  <a:pt x="3787606" y="1109777"/>
                </a:lnTo>
                <a:cubicBezTo>
                  <a:pt x="3788104" y="1109777"/>
                  <a:pt x="3788603" y="1110109"/>
                  <a:pt x="3788852" y="1110524"/>
                </a:cubicBezTo>
                <a:lnTo>
                  <a:pt x="3799403" y="1128802"/>
                </a:lnTo>
                <a:cubicBezTo>
                  <a:pt x="3799653" y="1129300"/>
                  <a:pt x="3799653" y="1129882"/>
                  <a:pt x="3799403" y="1130297"/>
                </a:cubicBezTo>
                <a:lnTo>
                  <a:pt x="3788852" y="1148575"/>
                </a:lnTo>
                <a:cubicBezTo>
                  <a:pt x="3788603" y="1149073"/>
                  <a:pt x="3788104" y="1149323"/>
                  <a:pt x="3787606" y="1149323"/>
                </a:cubicBezTo>
                <a:close/>
                <a:moveTo>
                  <a:pt x="4910125" y="1455734"/>
                </a:moveTo>
                <a:cubicBezTo>
                  <a:pt x="4909627" y="1455733"/>
                  <a:pt x="4909128" y="1455400"/>
                  <a:pt x="4908879" y="1454986"/>
                </a:cubicBezTo>
                <a:lnTo>
                  <a:pt x="4898328" y="1436708"/>
                </a:lnTo>
                <a:cubicBezTo>
                  <a:pt x="4898079" y="1436210"/>
                  <a:pt x="4898079" y="1435627"/>
                  <a:pt x="4898328" y="1435213"/>
                </a:cubicBezTo>
                <a:lnTo>
                  <a:pt x="4908879" y="1416935"/>
                </a:lnTo>
                <a:cubicBezTo>
                  <a:pt x="4909128" y="1416437"/>
                  <a:pt x="4909627" y="1416187"/>
                  <a:pt x="4910125" y="1416188"/>
                </a:cubicBezTo>
                <a:lnTo>
                  <a:pt x="4931144" y="1416187"/>
                </a:lnTo>
                <a:cubicBezTo>
                  <a:pt x="4931643" y="1416187"/>
                  <a:pt x="4932141" y="1416520"/>
                  <a:pt x="4932390" y="1416934"/>
                </a:cubicBezTo>
                <a:lnTo>
                  <a:pt x="4942941" y="1435212"/>
                </a:lnTo>
                <a:cubicBezTo>
                  <a:pt x="4943191" y="1435710"/>
                  <a:pt x="4943191" y="1436292"/>
                  <a:pt x="4942941" y="1436707"/>
                </a:cubicBezTo>
                <a:lnTo>
                  <a:pt x="4932390" y="1454985"/>
                </a:lnTo>
                <a:cubicBezTo>
                  <a:pt x="4932141" y="1455483"/>
                  <a:pt x="4931643" y="1455733"/>
                  <a:pt x="4931144" y="1455733"/>
                </a:cubicBezTo>
                <a:close/>
                <a:moveTo>
                  <a:pt x="1660045" y="585067"/>
                </a:moveTo>
                <a:cubicBezTo>
                  <a:pt x="1659464" y="585067"/>
                  <a:pt x="1658965" y="584818"/>
                  <a:pt x="1658715" y="584319"/>
                </a:cubicBezTo>
                <a:lnTo>
                  <a:pt x="1648165" y="565959"/>
                </a:lnTo>
                <a:cubicBezTo>
                  <a:pt x="1647916" y="565461"/>
                  <a:pt x="1647916" y="564962"/>
                  <a:pt x="1648164" y="564463"/>
                </a:cubicBezTo>
                <a:lnTo>
                  <a:pt x="1658715" y="546103"/>
                </a:lnTo>
                <a:cubicBezTo>
                  <a:pt x="1659047" y="545604"/>
                  <a:pt x="1659547" y="545355"/>
                  <a:pt x="1660045" y="545355"/>
                </a:cubicBezTo>
                <a:lnTo>
                  <a:pt x="1681231" y="545355"/>
                </a:lnTo>
                <a:cubicBezTo>
                  <a:pt x="1681811" y="545355"/>
                  <a:pt x="1682310" y="545604"/>
                  <a:pt x="1682559" y="546103"/>
                </a:cubicBezTo>
                <a:lnTo>
                  <a:pt x="1693110" y="564463"/>
                </a:lnTo>
                <a:cubicBezTo>
                  <a:pt x="1693360" y="564962"/>
                  <a:pt x="1693360" y="565461"/>
                  <a:pt x="1693111" y="565959"/>
                </a:cubicBezTo>
                <a:lnTo>
                  <a:pt x="1682560" y="584319"/>
                </a:lnTo>
                <a:cubicBezTo>
                  <a:pt x="1682227" y="584818"/>
                  <a:pt x="1681728" y="585067"/>
                  <a:pt x="1681230" y="585067"/>
                </a:cubicBezTo>
                <a:close/>
                <a:moveTo>
                  <a:pt x="2081349" y="697955"/>
                </a:moveTo>
                <a:cubicBezTo>
                  <a:pt x="2080768" y="697955"/>
                  <a:pt x="2080269" y="697706"/>
                  <a:pt x="2080019" y="697207"/>
                </a:cubicBezTo>
                <a:lnTo>
                  <a:pt x="2069469" y="678847"/>
                </a:lnTo>
                <a:cubicBezTo>
                  <a:pt x="2069220" y="678349"/>
                  <a:pt x="2069220" y="677850"/>
                  <a:pt x="2069468" y="677351"/>
                </a:cubicBezTo>
                <a:lnTo>
                  <a:pt x="2080019" y="658991"/>
                </a:lnTo>
                <a:cubicBezTo>
                  <a:pt x="2080351" y="658492"/>
                  <a:pt x="2080851" y="658243"/>
                  <a:pt x="2081349" y="658243"/>
                </a:cubicBezTo>
                <a:lnTo>
                  <a:pt x="2102535" y="658243"/>
                </a:lnTo>
                <a:cubicBezTo>
                  <a:pt x="2103115" y="658243"/>
                  <a:pt x="2103614" y="658492"/>
                  <a:pt x="2103863" y="658991"/>
                </a:cubicBezTo>
                <a:lnTo>
                  <a:pt x="2114414" y="677351"/>
                </a:lnTo>
                <a:cubicBezTo>
                  <a:pt x="2114664" y="677850"/>
                  <a:pt x="2114664" y="678349"/>
                  <a:pt x="2114415" y="678847"/>
                </a:cubicBezTo>
                <a:lnTo>
                  <a:pt x="2103864" y="697207"/>
                </a:lnTo>
                <a:cubicBezTo>
                  <a:pt x="2103531" y="697706"/>
                  <a:pt x="2103032" y="697955"/>
                  <a:pt x="2102534" y="697955"/>
                </a:cubicBezTo>
                <a:close/>
                <a:moveTo>
                  <a:pt x="5090661" y="1504298"/>
                </a:moveTo>
                <a:cubicBezTo>
                  <a:pt x="5090080" y="1504298"/>
                  <a:pt x="5089581" y="1504049"/>
                  <a:pt x="5089331" y="1503550"/>
                </a:cubicBezTo>
                <a:lnTo>
                  <a:pt x="5078781" y="1485190"/>
                </a:lnTo>
                <a:cubicBezTo>
                  <a:pt x="5078532" y="1484692"/>
                  <a:pt x="5078532" y="1484193"/>
                  <a:pt x="5078780" y="1483694"/>
                </a:cubicBezTo>
                <a:lnTo>
                  <a:pt x="5089331" y="1465334"/>
                </a:lnTo>
                <a:cubicBezTo>
                  <a:pt x="5089663" y="1464835"/>
                  <a:pt x="5090163" y="1464586"/>
                  <a:pt x="5090661" y="1464586"/>
                </a:cubicBezTo>
                <a:lnTo>
                  <a:pt x="5111847" y="1464586"/>
                </a:lnTo>
                <a:cubicBezTo>
                  <a:pt x="5112427" y="1464586"/>
                  <a:pt x="5112925" y="1464835"/>
                  <a:pt x="5113175" y="1465334"/>
                </a:cubicBezTo>
                <a:lnTo>
                  <a:pt x="5123726" y="1483694"/>
                </a:lnTo>
                <a:cubicBezTo>
                  <a:pt x="5123976" y="1484193"/>
                  <a:pt x="5123976" y="1484692"/>
                  <a:pt x="5123727" y="1485190"/>
                </a:cubicBezTo>
                <a:lnTo>
                  <a:pt x="5113176" y="1503550"/>
                </a:lnTo>
                <a:cubicBezTo>
                  <a:pt x="5112843" y="1504049"/>
                  <a:pt x="5112344" y="1504298"/>
                  <a:pt x="5111846" y="1504298"/>
                </a:cubicBezTo>
                <a:close/>
                <a:moveTo>
                  <a:pt x="1840523" y="633520"/>
                </a:moveTo>
                <a:cubicBezTo>
                  <a:pt x="1839941" y="633520"/>
                  <a:pt x="1839443" y="633271"/>
                  <a:pt x="1839193" y="632772"/>
                </a:cubicBezTo>
                <a:lnTo>
                  <a:pt x="1828559" y="614329"/>
                </a:lnTo>
                <a:cubicBezTo>
                  <a:pt x="1828311" y="613913"/>
                  <a:pt x="1828311" y="613332"/>
                  <a:pt x="1828560" y="612833"/>
                </a:cubicBezTo>
                <a:lnTo>
                  <a:pt x="1839193" y="594390"/>
                </a:lnTo>
                <a:cubicBezTo>
                  <a:pt x="1839525" y="593891"/>
                  <a:pt x="1840024" y="593642"/>
                  <a:pt x="1840523" y="593642"/>
                </a:cubicBezTo>
                <a:lnTo>
                  <a:pt x="1861791" y="593642"/>
                </a:lnTo>
                <a:cubicBezTo>
                  <a:pt x="1862372" y="593642"/>
                  <a:pt x="1862870" y="593891"/>
                  <a:pt x="1863121" y="594390"/>
                </a:cubicBezTo>
                <a:lnTo>
                  <a:pt x="1873755" y="612833"/>
                </a:lnTo>
                <a:cubicBezTo>
                  <a:pt x="1874003" y="613249"/>
                  <a:pt x="1874003" y="613831"/>
                  <a:pt x="1873755" y="614329"/>
                </a:cubicBezTo>
                <a:lnTo>
                  <a:pt x="1863121" y="632772"/>
                </a:lnTo>
                <a:cubicBezTo>
                  <a:pt x="1862789" y="633271"/>
                  <a:pt x="1862289" y="633520"/>
                  <a:pt x="1861791" y="633520"/>
                </a:cubicBezTo>
                <a:close/>
                <a:moveTo>
                  <a:pt x="5030392" y="1488243"/>
                </a:moveTo>
                <a:cubicBezTo>
                  <a:pt x="5029811" y="1488243"/>
                  <a:pt x="5029312" y="1487994"/>
                  <a:pt x="5029063" y="1487495"/>
                </a:cubicBezTo>
                <a:lnTo>
                  <a:pt x="5018429" y="1469052"/>
                </a:lnTo>
                <a:cubicBezTo>
                  <a:pt x="5018180" y="1468636"/>
                  <a:pt x="5018180" y="1468055"/>
                  <a:pt x="5018429" y="1467556"/>
                </a:cubicBezTo>
                <a:lnTo>
                  <a:pt x="5029063" y="1449113"/>
                </a:lnTo>
                <a:cubicBezTo>
                  <a:pt x="5029395" y="1448614"/>
                  <a:pt x="5029894" y="1448365"/>
                  <a:pt x="5030392" y="1448365"/>
                </a:cubicBezTo>
                <a:lnTo>
                  <a:pt x="5051661" y="1448365"/>
                </a:lnTo>
                <a:cubicBezTo>
                  <a:pt x="5052242" y="1448365"/>
                  <a:pt x="5052741" y="1448614"/>
                  <a:pt x="5052990" y="1449113"/>
                </a:cubicBezTo>
                <a:lnTo>
                  <a:pt x="5063624" y="1467556"/>
                </a:lnTo>
                <a:cubicBezTo>
                  <a:pt x="5063873" y="1467972"/>
                  <a:pt x="5063873" y="1468554"/>
                  <a:pt x="5063624" y="1469052"/>
                </a:cubicBezTo>
                <a:lnTo>
                  <a:pt x="5052990" y="1487495"/>
                </a:lnTo>
                <a:cubicBezTo>
                  <a:pt x="5052657" y="1487994"/>
                  <a:pt x="5052159" y="1488243"/>
                  <a:pt x="5051661" y="1488243"/>
                </a:cubicBezTo>
                <a:close/>
                <a:moveTo>
                  <a:pt x="1960812" y="665940"/>
                </a:moveTo>
                <a:cubicBezTo>
                  <a:pt x="1960230" y="665940"/>
                  <a:pt x="1959732" y="665691"/>
                  <a:pt x="1959482" y="665193"/>
                </a:cubicBezTo>
                <a:lnTo>
                  <a:pt x="1948765" y="646583"/>
                </a:lnTo>
                <a:cubicBezTo>
                  <a:pt x="1948516" y="646167"/>
                  <a:pt x="1948516" y="645586"/>
                  <a:pt x="1948765" y="645087"/>
                </a:cubicBezTo>
                <a:lnTo>
                  <a:pt x="1959483" y="626477"/>
                </a:lnTo>
                <a:cubicBezTo>
                  <a:pt x="1959815" y="626062"/>
                  <a:pt x="1960313" y="625730"/>
                  <a:pt x="1960812" y="625730"/>
                </a:cubicBezTo>
                <a:lnTo>
                  <a:pt x="1982247" y="625730"/>
                </a:lnTo>
                <a:cubicBezTo>
                  <a:pt x="1982827" y="625730"/>
                  <a:pt x="1983326" y="625979"/>
                  <a:pt x="1983576" y="626477"/>
                </a:cubicBezTo>
                <a:lnTo>
                  <a:pt x="1994292" y="645087"/>
                </a:lnTo>
                <a:cubicBezTo>
                  <a:pt x="1994542" y="645503"/>
                  <a:pt x="1994543" y="646084"/>
                  <a:pt x="1994292" y="646583"/>
                </a:cubicBezTo>
                <a:lnTo>
                  <a:pt x="1983575" y="665193"/>
                </a:lnTo>
                <a:cubicBezTo>
                  <a:pt x="1983243" y="665608"/>
                  <a:pt x="1982744" y="665940"/>
                  <a:pt x="1982246" y="665940"/>
                </a:cubicBezTo>
                <a:close/>
                <a:moveTo>
                  <a:pt x="1719981" y="601611"/>
                </a:moveTo>
                <a:cubicBezTo>
                  <a:pt x="1719400" y="601611"/>
                  <a:pt x="1718901" y="601361"/>
                  <a:pt x="1718652" y="600863"/>
                </a:cubicBezTo>
                <a:lnTo>
                  <a:pt x="1707852" y="582087"/>
                </a:lnTo>
                <a:cubicBezTo>
                  <a:pt x="1707603" y="581671"/>
                  <a:pt x="1707603" y="581090"/>
                  <a:pt x="1707852" y="580591"/>
                </a:cubicBezTo>
                <a:lnTo>
                  <a:pt x="1718652" y="561816"/>
                </a:lnTo>
                <a:cubicBezTo>
                  <a:pt x="1718901" y="561400"/>
                  <a:pt x="1719483" y="561068"/>
                  <a:pt x="1719981" y="561068"/>
                </a:cubicBezTo>
                <a:lnTo>
                  <a:pt x="1741665" y="561068"/>
                </a:lnTo>
                <a:cubicBezTo>
                  <a:pt x="1742247" y="561068"/>
                  <a:pt x="1742745" y="561317"/>
                  <a:pt x="1742995" y="561816"/>
                </a:cubicBezTo>
                <a:lnTo>
                  <a:pt x="1753795" y="580591"/>
                </a:lnTo>
                <a:cubicBezTo>
                  <a:pt x="1754044" y="581007"/>
                  <a:pt x="1754044" y="581589"/>
                  <a:pt x="1753795" y="582087"/>
                </a:cubicBezTo>
                <a:lnTo>
                  <a:pt x="1742995" y="600863"/>
                </a:lnTo>
                <a:cubicBezTo>
                  <a:pt x="1742745" y="601279"/>
                  <a:pt x="1742163" y="601611"/>
                  <a:pt x="1741665" y="601611"/>
                </a:cubicBezTo>
                <a:close/>
                <a:moveTo>
                  <a:pt x="1780168" y="617738"/>
                </a:moveTo>
                <a:cubicBezTo>
                  <a:pt x="1779587" y="617738"/>
                  <a:pt x="1779088" y="617488"/>
                  <a:pt x="1778839" y="616990"/>
                </a:cubicBezTo>
                <a:lnTo>
                  <a:pt x="1768039" y="598214"/>
                </a:lnTo>
                <a:cubicBezTo>
                  <a:pt x="1767790" y="597798"/>
                  <a:pt x="1767790" y="597217"/>
                  <a:pt x="1768039" y="596718"/>
                </a:cubicBezTo>
                <a:lnTo>
                  <a:pt x="1778839" y="577943"/>
                </a:lnTo>
                <a:cubicBezTo>
                  <a:pt x="1779088" y="577527"/>
                  <a:pt x="1779670" y="577195"/>
                  <a:pt x="1780168" y="577195"/>
                </a:cubicBezTo>
                <a:lnTo>
                  <a:pt x="1801852" y="577195"/>
                </a:lnTo>
                <a:cubicBezTo>
                  <a:pt x="1802434" y="577195"/>
                  <a:pt x="1802932" y="577444"/>
                  <a:pt x="1803182" y="577943"/>
                </a:cubicBezTo>
                <a:lnTo>
                  <a:pt x="1813982" y="596718"/>
                </a:lnTo>
                <a:cubicBezTo>
                  <a:pt x="1814231" y="597134"/>
                  <a:pt x="1814231" y="597716"/>
                  <a:pt x="1813982" y="598214"/>
                </a:cubicBezTo>
                <a:lnTo>
                  <a:pt x="1803182" y="616990"/>
                </a:lnTo>
                <a:cubicBezTo>
                  <a:pt x="1802932" y="617406"/>
                  <a:pt x="1802350" y="617738"/>
                  <a:pt x="1801852" y="617738"/>
                </a:cubicBezTo>
                <a:close/>
                <a:moveTo>
                  <a:pt x="1900540" y="649992"/>
                </a:moveTo>
                <a:cubicBezTo>
                  <a:pt x="1899959" y="649991"/>
                  <a:pt x="1899460" y="649742"/>
                  <a:pt x="1899211" y="649244"/>
                </a:cubicBezTo>
                <a:lnTo>
                  <a:pt x="1888411" y="630468"/>
                </a:lnTo>
                <a:cubicBezTo>
                  <a:pt x="1888162" y="630051"/>
                  <a:pt x="1888162" y="629471"/>
                  <a:pt x="1888411" y="628972"/>
                </a:cubicBezTo>
                <a:lnTo>
                  <a:pt x="1899211" y="610197"/>
                </a:lnTo>
                <a:cubicBezTo>
                  <a:pt x="1899460" y="609780"/>
                  <a:pt x="1900042" y="609448"/>
                  <a:pt x="1900540" y="609449"/>
                </a:cubicBezTo>
                <a:lnTo>
                  <a:pt x="1922224" y="609448"/>
                </a:lnTo>
                <a:cubicBezTo>
                  <a:pt x="1922806" y="609448"/>
                  <a:pt x="1923304" y="609697"/>
                  <a:pt x="1923554" y="610197"/>
                </a:cubicBezTo>
                <a:lnTo>
                  <a:pt x="1934354" y="628972"/>
                </a:lnTo>
                <a:cubicBezTo>
                  <a:pt x="1934603" y="629388"/>
                  <a:pt x="1934603" y="629970"/>
                  <a:pt x="1934354" y="630468"/>
                </a:cubicBezTo>
                <a:lnTo>
                  <a:pt x="1923554" y="649244"/>
                </a:lnTo>
                <a:cubicBezTo>
                  <a:pt x="1923304" y="649659"/>
                  <a:pt x="1922722" y="649991"/>
                  <a:pt x="1922224" y="649991"/>
                </a:cubicBezTo>
                <a:close/>
                <a:moveTo>
                  <a:pt x="2020912" y="682245"/>
                </a:moveTo>
                <a:cubicBezTo>
                  <a:pt x="2020332" y="682245"/>
                  <a:pt x="2019833" y="681995"/>
                  <a:pt x="2019584" y="681497"/>
                </a:cubicBezTo>
                <a:lnTo>
                  <a:pt x="2008784" y="662721"/>
                </a:lnTo>
                <a:cubicBezTo>
                  <a:pt x="2008534" y="662305"/>
                  <a:pt x="2008535" y="661725"/>
                  <a:pt x="2008783" y="661225"/>
                </a:cubicBezTo>
                <a:lnTo>
                  <a:pt x="2019584" y="642450"/>
                </a:lnTo>
                <a:cubicBezTo>
                  <a:pt x="2019832" y="642034"/>
                  <a:pt x="2020415" y="641702"/>
                  <a:pt x="2020913" y="641702"/>
                </a:cubicBezTo>
                <a:lnTo>
                  <a:pt x="2042596" y="641702"/>
                </a:lnTo>
                <a:cubicBezTo>
                  <a:pt x="2043178" y="641702"/>
                  <a:pt x="2043676" y="641951"/>
                  <a:pt x="2043927" y="642450"/>
                </a:cubicBezTo>
                <a:lnTo>
                  <a:pt x="2054726" y="661225"/>
                </a:lnTo>
                <a:cubicBezTo>
                  <a:pt x="2054976" y="661641"/>
                  <a:pt x="2054975" y="662223"/>
                  <a:pt x="2054727" y="662721"/>
                </a:cubicBezTo>
                <a:lnTo>
                  <a:pt x="2043927" y="681497"/>
                </a:lnTo>
                <a:cubicBezTo>
                  <a:pt x="2043676" y="681913"/>
                  <a:pt x="2043095" y="682245"/>
                  <a:pt x="2042597" y="682245"/>
                </a:cubicBezTo>
                <a:close/>
                <a:moveTo>
                  <a:pt x="2442147" y="795206"/>
                </a:moveTo>
                <a:cubicBezTo>
                  <a:pt x="2441565" y="795206"/>
                  <a:pt x="2441067" y="794957"/>
                  <a:pt x="2440818" y="794458"/>
                </a:cubicBezTo>
                <a:lnTo>
                  <a:pt x="2429934" y="775599"/>
                </a:lnTo>
                <a:cubicBezTo>
                  <a:pt x="2429685" y="775101"/>
                  <a:pt x="2429685" y="774519"/>
                  <a:pt x="2429934" y="774021"/>
                </a:cubicBezTo>
                <a:lnTo>
                  <a:pt x="2440818" y="755162"/>
                </a:lnTo>
                <a:cubicBezTo>
                  <a:pt x="2441067" y="754747"/>
                  <a:pt x="2441565" y="754414"/>
                  <a:pt x="2442147" y="754414"/>
                </a:cubicBezTo>
                <a:lnTo>
                  <a:pt x="2463913" y="754414"/>
                </a:lnTo>
                <a:cubicBezTo>
                  <a:pt x="2464495" y="754414"/>
                  <a:pt x="2464993" y="754663"/>
                  <a:pt x="2465242" y="755162"/>
                </a:cubicBezTo>
                <a:lnTo>
                  <a:pt x="2476126" y="774021"/>
                </a:lnTo>
                <a:cubicBezTo>
                  <a:pt x="2476375" y="774519"/>
                  <a:pt x="2476375" y="775101"/>
                  <a:pt x="2476126" y="775599"/>
                </a:cubicBezTo>
                <a:lnTo>
                  <a:pt x="2465242" y="794458"/>
                </a:lnTo>
                <a:cubicBezTo>
                  <a:pt x="2464993" y="794874"/>
                  <a:pt x="2464495" y="795206"/>
                  <a:pt x="2463913" y="795206"/>
                </a:cubicBezTo>
                <a:close/>
                <a:moveTo>
                  <a:pt x="2923448" y="924550"/>
                </a:moveTo>
                <a:cubicBezTo>
                  <a:pt x="2922949" y="924550"/>
                  <a:pt x="2922368" y="924301"/>
                  <a:pt x="2922119" y="923803"/>
                </a:cubicBezTo>
                <a:lnTo>
                  <a:pt x="2911069" y="904695"/>
                </a:lnTo>
                <a:cubicBezTo>
                  <a:pt x="2910820" y="904196"/>
                  <a:pt x="2910820" y="903614"/>
                  <a:pt x="2911069" y="903116"/>
                </a:cubicBezTo>
                <a:lnTo>
                  <a:pt x="2922119" y="884007"/>
                </a:lnTo>
                <a:cubicBezTo>
                  <a:pt x="2922368" y="883592"/>
                  <a:pt x="2922866" y="883260"/>
                  <a:pt x="2923448" y="883260"/>
                </a:cubicBezTo>
                <a:lnTo>
                  <a:pt x="2945547" y="883260"/>
                </a:lnTo>
                <a:cubicBezTo>
                  <a:pt x="2946045" y="883260"/>
                  <a:pt x="2946627" y="883509"/>
                  <a:pt x="2946876" y="884007"/>
                </a:cubicBezTo>
                <a:lnTo>
                  <a:pt x="2957926" y="903116"/>
                </a:lnTo>
                <a:cubicBezTo>
                  <a:pt x="2958175" y="903614"/>
                  <a:pt x="2958175" y="904196"/>
                  <a:pt x="2957926" y="904695"/>
                </a:cubicBezTo>
                <a:lnTo>
                  <a:pt x="2946876" y="923803"/>
                </a:lnTo>
                <a:cubicBezTo>
                  <a:pt x="2946627" y="924218"/>
                  <a:pt x="2946128" y="924550"/>
                  <a:pt x="2945547" y="924550"/>
                </a:cubicBezTo>
                <a:close/>
                <a:moveTo>
                  <a:pt x="2141026" y="714901"/>
                </a:moveTo>
                <a:cubicBezTo>
                  <a:pt x="2140528" y="714901"/>
                  <a:pt x="2139946" y="714652"/>
                  <a:pt x="2139697" y="714154"/>
                </a:cubicBezTo>
                <a:lnTo>
                  <a:pt x="2128648" y="695046"/>
                </a:lnTo>
                <a:cubicBezTo>
                  <a:pt x="2128399" y="694547"/>
                  <a:pt x="2128399" y="693965"/>
                  <a:pt x="2128648" y="693467"/>
                </a:cubicBezTo>
                <a:lnTo>
                  <a:pt x="2139697" y="674358"/>
                </a:lnTo>
                <a:cubicBezTo>
                  <a:pt x="2139946" y="673943"/>
                  <a:pt x="2140445" y="673611"/>
                  <a:pt x="2141026" y="673611"/>
                </a:cubicBezTo>
                <a:lnTo>
                  <a:pt x="2163126" y="673611"/>
                </a:lnTo>
                <a:cubicBezTo>
                  <a:pt x="2163624" y="673611"/>
                  <a:pt x="2164206" y="673860"/>
                  <a:pt x="2164455" y="674358"/>
                </a:cubicBezTo>
                <a:lnTo>
                  <a:pt x="2175505" y="693467"/>
                </a:lnTo>
                <a:cubicBezTo>
                  <a:pt x="2175753" y="693965"/>
                  <a:pt x="2175753" y="694547"/>
                  <a:pt x="2175505" y="695045"/>
                </a:cubicBezTo>
                <a:lnTo>
                  <a:pt x="2164455" y="714154"/>
                </a:lnTo>
                <a:cubicBezTo>
                  <a:pt x="2164206" y="714569"/>
                  <a:pt x="2163707" y="714901"/>
                  <a:pt x="2163126" y="714901"/>
                </a:cubicBezTo>
                <a:close/>
                <a:moveTo>
                  <a:pt x="2863118" y="908664"/>
                </a:moveTo>
                <a:cubicBezTo>
                  <a:pt x="2862620" y="908664"/>
                  <a:pt x="2862038" y="908332"/>
                  <a:pt x="2861790" y="907833"/>
                </a:cubicBezTo>
                <a:lnTo>
                  <a:pt x="2850573" y="888476"/>
                </a:lnTo>
                <a:cubicBezTo>
                  <a:pt x="2850324" y="887977"/>
                  <a:pt x="2850324" y="887396"/>
                  <a:pt x="2850573" y="886897"/>
                </a:cubicBezTo>
                <a:lnTo>
                  <a:pt x="2861789" y="867540"/>
                </a:lnTo>
                <a:cubicBezTo>
                  <a:pt x="2862038" y="867042"/>
                  <a:pt x="2862536" y="866709"/>
                  <a:pt x="2863118" y="866709"/>
                </a:cubicBezTo>
                <a:lnTo>
                  <a:pt x="2885467" y="866709"/>
                </a:lnTo>
                <a:cubicBezTo>
                  <a:pt x="2885965" y="866709"/>
                  <a:pt x="2886547" y="867042"/>
                  <a:pt x="2886796" y="867540"/>
                </a:cubicBezTo>
                <a:lnTo>
                  <a:pt x="2898011" y="886897"/>
                </a:lnTo>
                <a:cubicBezTo>
                  <a:pt x="2898261" y="887396"/>
                  <a:pt x="2898261" y="887977"/>
                  <a:pt x="2898011" y="888476"/>
                </a:cubicBezTo>
                <a:lnTo>
                  <a:pt x="2886796" y="907833"/>
                </a:lnTo>
                <a:cubicBezTo>
                  <a:pt x="2886546" y="908332"/>
                  <a:pt x="2886049" y="908664"/>
                  <a:pt x="2885466" y="908664"/>
                </a:cubicBezTo>
                <a:close/>
                <a:moveTo>
                  <a:pt x="2983491" y="940918"/>
                </a:moveTo>
                <a:cubicBezTo>
                  <a:pt x="2982993" y="940918"/>
                  <a:pt x="2982411" y="940586"/>
                  <a:pt x="2982162" y="940087"/>
                </a:cubicBezTo>
                <a:lnTo>
                  <a:pt x="2970946" y="920730"/>
                </a:lnTo>
                <a:cubicBezTo>
                  <a:pt x="2970697" y="920231"/>
                  <a:pt x="2970697" y="919650"/>
                  <a:pt x="2970946" y="919151"/>
                </a:cubicBezTo>
                <a:lnTo>
                  <a:pt x="2982162" y="899794"/>
                </a:lnTo>
                <a:cubicBezTo>
                  <a:pt x="2982411" y="899296"/>
                  <a:pt x="2982909" y="898963"/>
                  <a:pt x="2983491" y="898963"/>
                </a:cubicBezTo>
                <a:lnTo>
                  <a:pt x="3005839" y="898963"/>
                </a:lnTo>
                <a:cubicBezTo>
                  <a:pt x="3006338" y="898963"/>
                  <a:pt x="3006919" y="899296"/>
                  <a:pt x="3007169" y="899794"/>
                </a:cubicBezTo>
                <a:lnTo>
                  <a:pt x="3018384" y="919151"/>
                </a:lnTo>
                <a:cubicBezTo>
                  <a:pt x="3018634" y="919650"/>
                  <a:pt x="3018634" y="920231"/>
                  <a:pt x="3018384" y="920730"/>
                </a:cubicBezTo>
                <a:lnTo>
                  <a:pt x="3007169" y="940087"/>
                </a:lnTo>
                <a:cubicBezTo>
                  <a:pt x="3006919" y="940586"/>
                  <a:pt x="3006421" y="940918"/>
                  <a:pt x="3005839" y="940918"/>
                </a:cubicBezTo>
                <a:close/>
                <a:moveTo>
                  <a:pt x="2501998" y="812009"/>
                </a:moveTo>
                <a:cubicBezTo>
                  <a:pt x="2501416" y="812008"/>
                  <a:pt x="2500835" y="811676"/>
                  <a:pt x="2500585" y="811179"/>
                </a:cubicBezTo>
                <a:lnTo>
                  <a:pt x="2489370" y="791737"/>
                </a:lnTo>
                <a:cubicBezTo>
                  <a:pt x="2489121" y="791239"/>
                  <a:pt x="2489121" y="790657"/>
                  <a:pt x="2489370" y="790159"/>
                </a:cubicBezTo>
                <a:lnTo>
                  <a:pt x="2500585" y="770718"/>
                </a:lnTo>
                <a:cubicBezTo>
                  <a:pt x="2500918" y="770221"/>
                  <a:pt x="2501416" y="769888"/>
                  <a:pt x="2501998" y="769887"/>
                </a:cubicBezTo>
                <a:lnTo>
                  <a:pt x="2524512" y="769887"/>
                </a:lnTo>
                <a:cubicBezTo>
                  <a:pt x="2525094" y="769887"/>
                  <a:pt x="2525675" y="770220"/>
                  <a:pt x="2525925" y="770718"/>
                </a:cubicBezTo>
                <a:lnTo>
                  <a:pt x="2537140" y="790159"/>
                </a:lnTo>
                <a:cubicBezTo>
                  <a:pt x="2537390" y="790658"/>
                  <a:pt x="2537390" y="791239"/>
                  <a:pt x="2537140" y="791737"/>
                </a:cubicBezTo>
                <a:lnTo>
                  <a:pt x="2525925" y="811179"/>
                </a:lnTo>
                <a:cubicBezTo>
                  <a:pt x="2525592" y="811676"/>
                  <a:pt x="2525094" y="812008"/>
                  <a:pt x="2524512" y="812009"/>
                </a:cubicBezTo>
                <a:close/>
                <a:moveTo>
                  <a:pt x="2802929" y="892643"/>
                </a:moveTo>
                <a:cubicBezTo>
                  <a:pt x="2802348" y="892643"/>
                  <a:pt x="2801766" y="892311"/>
                  <a:pt x="2801517" y="891813"/>
                </a:cubicBezTo>
                <a:lnTo>
                  <a:pt x="2790301" y="872372"/>
                </a:lnTo>
                <a:cubicBezTo>
                  <a:pt x="2790052" y="871873"/>
                  <a:pt x="2790052" y="871291"/>
                  <a:pt x="2790301" y="870793"/>
                </a:cubicBezTo>
                <a:lnTo>
                  <a:pt x="2801517" y="851353"/>
                </a:lnTo>
                <a:cubicBezTo>
                  <a:pt x="2801849" y="850855"/>
                  <a:pt x="2802348" y="850522"/>
                  <a:pt x="2802929" y="850522"/>
                </a:cubicBezTo>
                <a:lnTo>
                  <a:pt x="2825444" y="850522"/>
                </a:lnTo>
                <a:cubicBezTo>
                  <a:pt x="2826025" y="850522"/>
                  <a:pt x="2826606" y="850854"/>
                  <a:pt x="2826856" y="851353"/>
                </a:cubicBezTo>
                <a:lnTo>
                  <a:pt x="2838072" y="870793"/>
                </a:lnTo>
                <a:cubicBezTo>
                  <a:pt x="2838321" y="871292"/>
                  <a:pt x="2838322" y="871873"/>
                  <a:pt x="2838071" y="872372"/>
                </a:cubicBezTo>
                <a:lnTo>
                  <a:pt x="2826857" y="891813"/>
                </a:lnTo>
                <a:cubicBezTo>
                  <a:pt x="2826524" y="892311"/>
                  <a:pt x="2826025" y="892643"/>
                  <a:pt x="2825445" y="892643"/>
                </a:cubicBezTo>
                <a:close/>
                <a:moveTo>
                  <a:pt x="2742641" y="876668"/>
                </a:moveTo>
                <a:cubicBezTo>
                  <a:pt x="2742060" y="876667"/>
                  <a:pt x="2741478" y="876335"/>
                  <a:pt x="2741229" y="875836"/>
                </a:cubicBezTo>
                <a:lnTo>
                  <a:pt x="2729930" y="856313"/>
                </a:lnTo>
                <a:cubicBezTo>
                  <a:pt x="2729681" y="855815"/>
                  <a:pt x="2729681" y="855234"/>
                  <a:pt x="2729930" y="854735"/>
                </a:cubicBezTo>
                <a:lnTo>
                  <a:pt x="2741229" y="835212"/>
                </a:lnTo>
                <a:cubicBezTo>
                  <a:pt x="2741561" y="834713"/>
                  <a:pt x="2742060" y="834380"/>
                  <a:pt x="2742641" y="834380"/>
                </a:cubicBezTo>
                <a:lnTo>
                  <a:pt x="2765239" y="834381"/>
                </a:lnTo>
                <a:cubicBezTo>
                  <a:pt x="2765820" y="834380"/>
                  <a:pt x="2766402" y="834712"/>
                  <a:pt x="2766651" y="835211"/>
                </a:cubicBezTo>
                <a:lnTo>
                  <a:pt x="2777950" y="854734"/>
                </a:lnTo>
                <a:cubicBezTo>
                  <a:pt x="2778199" y="855233"/>
                  <a:pt x="2778199" y="855815"/>
                  <a:pt x="2777950" y="856313"/>
                </a:cubicBezTo>
                <a:lnTo>
                  <a:pt x="2766651" y="875837"/>
                </a:lnTo>
                <a:cubicBezTo>
                  <a:pt x="2766319" y="876336"/>
                  <a:pt x="2765820" y="876667"/>
                  <a:pt x="2765239" y="876667"/>
                </a:cubicBezTo>
                <a:close/>
                <a:moveTo>
                  <a:pt x="3284232" y="1021892"/>
                </a:moveTo>
                <a:cubicBezTo>
                  <a:pt x="3283652" y="1021892"/>
                  <a:pt x="3283152" y="1021560"/>
                  <a:pt x="3282820" y="1021062"/>
                </a:cubicBezTo>
                <a:lnTo>
                  <a:pt x="3271522" y="1001455"/>
                </a:lnTo>
                <a:cubicBezTo>
                  <a:pt x="3271189" y="1000957"/>
                  <a:pt x="3271189" y="1000375"/>
                  <a:pt x="3271522" y="999877"/>
                </a:cubicBezTo>
                <a:lnTo>
                  <a:pt x="3282904" y="980270"/>
                </a:lnTo>
                <a:cubicBezTo>
                  <a:pt x="3283236" y="979771"/>
                  <a:pt x="3283735" y="979439"/>
                  <a:pt x="3284316" y="979439"/>
                </a:cubicBezTo>
                <a:lnTo>
                  <a:pt x="3306997" y="979439"/>
                </a:lnTo>
                <a:cubicBezTo>
                  <a:pt x="3307578" y="979439"/>
                  <a:pt x="3308077" y="979771"/>
                  <a:pt x="3308409" y="980270"/>
                </a:cubicBezTo>
                <a:lnTo>
                  <a:pt x="3319708" y="999877"/>
                </a:lnTo>
                <a:cubicBezTo>
                  <a:pt x="3320039" y="1000375"/>
                  <a:pt x="3320039" y="1000957"/>
                  <a:pt x="3319708" y="1001455"/>
                </a:cubicBezTo>
                <a:lnTo>
                  <a:pt x="3308326" y="1021062"/>
                </a:lnTo>
                <a:cubicBezTo>
                  <a:pt x="3307993" y="1021560"/>
                  <a:pt x="3307494" y="1021892"/>
                  <a:pt x="3306914" y="1021892"/>
                </a:cubicBezTo>
                <a:close/>
                <a:moveTo>
                  <a:pt x="3344442" y="1038107"/>
                </a:moveTo>
                <a:cubicBezTo>
                  <a:pt x="3343859" y="1038107"/>
                  <a:pt x="3343360" y="1037774"/>
                  <a:pt x="3343029" y="1037276"/>
                </a:cubicBezTo>
                <a:lnTo>
                  <a:pt x="3331646" y="1017503"/>
                </a:lnTo>
                <a:cubicBezTo>
                  <a:pt x="3331315" y="1017005"/>
                  <a:pt x="3331315" y="1016423"/>
                  <a:pt x="3331647" y="1015924"/>
                </a:cubicBezTo>
                <a:lnTo>
                  <a:pt x="3343028" y="996152"/>
                </a:lnTo>
                <a:cubicBezTo>
                  <a:pt x="3343361" y="995653"/>
                  <a:pt x="3343860" y="995321"/>
                  <a:pt x="3344442" y="995321"/>
                </a:cubicBezTo>
                <a:lnTo>
                  <a:pt x="3367205" y="995321"/>
                </a:lnTo>
                <a:cubicBezTo>
                  <a:pt x="3367786" y="995321"/>
                  <a:pt x="3368285" y="995653"/>
                  <a:pt x="3368618" y="996152"/>
                </a:cubicBezTo>
                <a:lnTo>
                  <a:pt x="3379999" y="1015924"/>
                </a:lnTo>
                <a:cubicBezTo>
                  <a:pt x="3380331" y="1016423"/>
                  <a:pt x="3380332" y="1017005"/>
                  <a:pt x="3379998" y="1017503"/>
                </a:cubicBezTo>
                <a:lnTo>
                  <a:pt x="3368617" y="1037276"/>
                </a:lnTo>
                <a:cubicBezTo>
                  <a:pt x="3368284" y="1037774"/>
                  <a:pt x="3367787" y="1038107"/>
                  <a:pt x="3367204" y="1038107"/>
                </a:cubicBezTo>
                <a:close/>
                <a:moveTo>
                  <a:pt x="3103615" y="973670"/>
                </a:moveTo>
                <a:cubicBezTo>
                  <a:pt x="3103033" y="973670"/>
                  <a:pt x="3102534" y="973338"/>
                  <a:pt x="3102202" y="972839"/>
                </a:cubicBezTo>
                <a:lnTo>
                  <a:pt x="3090736" y="952983"/>
                </a:lnTo>
                <a:cubicBezTo>
                  <a:pt x="3090405" y="952568"/>
                  <a:pt x="3090405" y="951904"/>
                  <a:pt x="3090737" y="951406"/>
                </a:cubicBezTo>
                <a:lnTo>
                  <a:pt x="3102202" y="931549"/>
                </a:lnTo>
                <a:cubicBezTo>
                  <a:pt x="3102534" y="931051"/>
                  <a:pt x="3103032" y="930719"/>
                  <a:pt x="3103615" y="930718"/>
                </a:cubicBezTo>
                <a:lnTo>
                  <a:pt x="3126461" y="930718"/>
                </a:lnTo>
                <a:cubicBezTo>
                  <a:pt x="3127043" y="930718"/>
                  <a:pt x="3127540" y="931052"/>
                  <a:pt x="3127874" y="931549"/>
                </a:cubicBezTo>
                <a:lnTo>
                  <a:pt x="3139338" y="951406"/>
                </a:lnTo>
                <a:cubicBezTo>
                  <a:pt x="3139671" y="951820"/>
                  <a:pt x="3139671" y="952486"/>
                  <a:pt x="3139338" y="952983"/>
                </a:cubicBezTo>
                <a:lnTo>
                  <a:pt x="3127874" y="972839"/>
                </a:lnTo>
                <a:cubicBezTo>
                  <a:pt x="3127541" y="973339"/>
                  <a:pt x="3127043" y="973671"/>
                  <a:pt x="3126461" y="973670"/>
                </a:cubicBezTo>
                <a:close/>
                <a:moveTo>
                  <a:pt x="2682317" y="860888"/>
                </a:moveTo>
                <a:cubicBezTo>
                  <a:pt x="2681737" y="860888"/>
                  <a:pt x="2681238" y="860557"/>
                  <a:pt x="2680906" y="860058"/>
                </a:cubicBezTo>
                <a:lnTo>
                  <a:pt x="2669441" y="840118"/>
                </a:lnTo>
                <a:cubicBezTo>
                  <a:pt x="2669108" y="839620"/>
                  <a:pt x="2669108" y="838956"/>
                  <a:pt x="2669441" y="838458"/>
                </a:cubicBezTo>
                <a:lnTo>
                  <a:pt x="2680905" y="818518"/>
                </a:lnTo>
                <a:cubicBezTo>
                  <a:pt x="2681239" y="818020"/>
                  <a:pt x="2681737" y="817687"/>
                  <a:pt x="2682318" y="817687"/>
                </a:cubicBezTo>
                <a:lnTo>
                  <a:pt x="2705332" y="817688"/>
                </a:lnTo>
                <a:cubicBezTo>
                  <a:pt x="2705913" y="817688"/>
                  <a:pt x="2706411" y="818020"/>
                  <a:pt x="2706744" y="818518"/>
                </a:cubicBezTo>
                <a:lnTo>
                  <a:pt x="2718208" y="838458"/>
                </a:lnTo>
                <a:cubicBezTo>
                  <a:pt x="2718541" y="838956"/>
                  <a:pt x="2718541" y="839620"/>
                  <a:pt x="2718209" y="840118"/>
                </a:cubicBezTo>
                <a:lnTo>
                  <a:pt x="2706743" y="860058"/>
                </a:lnTo>
                <a:cubicBezTo>
                  <a:pt x="2706412" y="860556"/>
                  <a:pt x="2705912" y="860888"/>
                  <a:pt x="2705331" y="860889"/>
                </a:cubicBezTo>
                <a:close/>
                <a:moveTo>
                  <a:pt x="2621947" y="844997"/>
                </a:moveTo>
                <a:cubicBezTo>
                  <a:pt x="2621364" y="844997"/>
                  <a:pt x="2620867" y="844665"/>
                  <a:pt x="2620533" y="844167"/>
                </a:cubicBezTo>
                <a:lnTo>
                  <a:pt x="2608986" y="824061"/>
                </a:lnTo>
                <a:cubicBezTo>
                  <a:pt x="2608654" y="823563"/>
                  <a:pt x="2608654" y="822899"/>
                  <a:pt x="2608986" y="822400"/>
                </a:cubicBezTo>
                <a:lnTo>
                  <a:pt x="2620616" y="802295"/>
                </a:lnTo>
                <a:cubicBezTo>
                  <a:pt x="2620950" y="801796"/>
                  <a:pt x="2621447" y="801464"/>
                  <a:pt x="2622030" y="801464"/>
                </a:cubicBezTo>
                <a:lnTo>
                  <a:pt x="2645209" y="801464"/>
                </a:lnTo>
                <a:cubicBezTo>
                  <a:pt x="2645790" y="801464"/>
                  <a:pt x="2646288" y="801796"/>
                  <a:pt x="2646621" y="802295"/>
                </a:cubicBezTo>
                <a:lnTo>
                  <a:pt x="2658169" y="822400"/>
                </a:lnTo>
                <a:cubicBezTo>
                  <a:pt x="2658501" y="822899"/>
                  <a:pt x="2658501" y="823563"/>
                  <a:pt x="2658169" y="824061"/>
                </a:cubicBezTo>
                <a:lnTo>
                  <a:pt x="2646538" y="844167"/>
                </a:lnTo>
                <a:cubicBezTo>
                  <a:pt x="2646206" y="844665"/>
                  <a:pt x="2645707" y="844997"/>
                  <a:pt x="2645125" y="844997"/>
                </a:cubicBezTo>
                <a:close/>
                <a:moveTo>
                  <a:pt x="3223809" y="1006350"/>
                </a:moveTo>
                <a:cubicBezTo>
                  <a:pt x="3223227" y="1006350"/>
                  <a:pt x="3222729" y="1006018"/>
                  <a:pt x="3222396" y="1005518"/>
                </a:cubicBezTo>
                <a:lnTo>
                  <a:pt x="3210765" y="985330"/>
                </a:lnTo>
                <a:cubicBezTo>
                  <a:pt x="3210433" y="984832"/>
                  <a:pt x="3210433" y="984168"/>
                  <a:pt x="3210765" y="983669"/>
                </a:cubicBezTo>
                <a:lnTo>
                  <a:pt x="3222396" y="963481"/>
                </a:lnTo>
                <a:cubicBezTo>
                  <a:pt x="3222646" y="962982"/>
                  <a:pt x="3223227" y="962650"/>
                  <a:pt x="3223809" y="962649"/>
                </a:cubicBezTo>
                <a:lnTo>
                  <a:pt x="3247071" y="962650"/>
                </a:lnTo>
                <a:cubicBezTo>
                  <a:pt x="3247652" y="962650"/>
                  <a:pt x="3248151" y="962981"/>
                  <a:pt x="3248483" y="963481"/>
                </a:cubicBezTo>
                <a:lnTo>
                  <a:pt x="3260114" y="983669"/>
                </a:lnTo>
                <a:cubicBezTo>
                  <a:pt x="3260447" y="984168"/>
                  <a:pt x="3260447" y="984832"/>
                  <a:pt x="3260114" y="985330"/>
                </a:cubicBezTo>
                <a:lnTo>
                  <a:pt x="3248483" y="1005519"/>
                </a:lnTo>
                <a:cubicBezTo>
                  <a:pt x="3248234" y="1006018"/>
                  <a:pt x="3247652" y="1006350"/>
                  <a:pt x="3247071" y="1006350"/>
                </a:cubicBezTo>
                <a:close/>
                <a:moveTo>
                  <a:pt x="2561594" y="829119"/>
                </a:moveTo>
                <a:cubicBezTo>
                  <a:pt x="2561012" y="829119"/>
                  <a:pt x="2560514" y="828787"/>
                  <a:pt x="2560181" y="828288"/>
                </a:cubicBezTo>
                <a:lnTo>
                  <a:pt x="2548467" y="807934"/>
                </a:lnTo>
                <a:cubicBezTo>
                  <a:pt x="2548135" y="807435"/>
                  <a:pt x="2548135" y="806771"/>
                  <a:pt x="2548467" y="806273"/>
                </a:cubicBezTo>
                <a:lnTo>
                  <a:pt x="2560264" y="785918"/>
                </a:lnTo>
                <a:cubicBezTo>
                  <a:pt x="2560514" y="785420"/>
                  <a:pt x="2561095" y="785087"/>
                  <a:pt x="2561677" y="785087"/>
                </a:cubicBezTo>
                <a:lnTo>
                  <a:pt x="2585188" y="785087"/>
                </a:lnTo>
                <a:cubicBezTo>
                  <a:pt x="2585770" y="785087"/>
                  <a:pt x="2586268" y="785420"/>
                  <a:pt x="2586601" y="785918"/>
                </a:cubicBezTo>
                <a:lnTo>
                  <a:pt x="2598315" y="806273"/>
                </a:lnTo>
                <a:cubicBezTo>
                  <a:pt x="2598647" y="806771"/>
                  <a:pt x="2598647" y="807435"/>
                  <a:pt x="2598315" y="807934"/>
                </a:cubicBezTo>
                <a:lnTo>
                  <a:pt x="2586518" y="828288"/>
                </a:lnTo>
                <a:cubicBezTo>
                  <a:pt x="2586268" y="828787"/>
                  <a:pt x="2585686" y="829119"/>
                  <a:pt x="2585105" y="829119"/>
                </a:cubicBezTo>
                <a:close/>
                <a:moveTo>
                  <a:pt x="3043084" y="958134"/>
                </a:moveTo>
                <a:cubicBezTo>
                  <a:pt x="3042502" y="958134"/>
                  <a:pt x="3042004" y="957802"/>
                  <a:pt x="3041671" y="957303"/>
                </a:cubicBezTo>
                <a:lnTo>
                  <a:pt x="3029957" y="936949"/>
                </a:lnTo>
                <a:cubicBezTo>
                  <a:pt x="3029625" y="936450"/>
                  <a:pt x="3029625" y="935786"/>
                  <a:pt x="3029957" y="935288"/>
                </a:cubicBezTo>
                <a:lnTo>
                  <a:pt x="3041755" y="914933"/>
                </a:lnTo>
                <a:cubicBezTo>
                  <a:pt x="3042004" y="914435"/>
                  <a:pt x="3042585" y="914102"/>
                  <a:pt x="3043167" y="914102"/>
                </a:cubicBezTo>
                <a:lnTo>
                  <a:pt x="3066678" y="914102"/>
                </a:lnTo>
                <a:cubicBezTo>
                  <a:pt x="3067260" y="914102"/>
                  <a:pt x="3067758" y="914435"/>
                  <a:pt x="3068091" y="914933"/>
                </a:cubicBezTo>
                <a:lnTo>
                  <a:pt x="3079805" y="935288"/>
                </a:lnTo>
                <a:cubicBezTo>
                  <a:pt x="3080137" y="935786"/>
                  <a:pt x="3080137" y="936450"/>
                  <a:pt x="3079805" y="936949"/>
                </a:cubicBezTo>
                <a:lnTo>
                  <a:pt x="3068007" y="957303"/>
                </a:lnTo>
                <a:cubicBezTo>
                  <a:pt x="3067758" y="957802"/>
                  <a:pt x="3067177" y="958134"/>
                  <a:pt x="3066595" y="958134"/>
                </a:cubicBezTo>
                <a:close/>
                <a:moveTo>
                  <a:pt x="3163374" y="990637"/>
                </a:moveTo>
                <a:cubicBezTo>
                  <a:pt x="3162791" y="990637"/>
                  <a:pt x="3162294" y="990305"/>
                  <a:pt x="3161961" y="989807"/>
                </a:cubicBezTo>
                <a:lnTo>
                  <a:pt x="3150081" y="969203"/>
                </a:lnTo>
                <a:cubicBezTo>
                  <a:pt x="3149748" y="968704"/>
                  <a:pt x="3149748" y="968040"/>
                  <a:pt x="3150081" y="967542"/>
                </a:cubicBezTo>
                <a:lnTo>
                  <a:pt x="3161962" y="946938"/>
                </a:lnTo>
                <a:cubicBezTo>
                  <a:pt x="3162211" y="946439"/>
                  <a:pt x="3162791" y="946107"/>
                  <a:pt x="3163373" y="946107"/>
                </a:cubicBezTo>
                <a:lnTo>
                  <a:pt x="3187134" y="946107"/>
                </a:lnTo>
                <a:cubicBezTo>
                  <a:pt x="3187716" y="946107"/>
                  <a:pt x="3188214" y="946439"/>
                  <a:pt x="3188546" y="946938"/>
                </a:cubicBezTo>
                <a:lnTo>
                  <a:pt x="3200427" y="967542"/>
                </a:lnTo>
                <a:cubicBezTo>
                  <a:pt x="3200759" y="968040"/>
                  <a:pt x="3200760" y="968704"/>
                  <a:pt x="3200427" y="969203"/>
                </a:cubicBezTo>
                <a:lnTo>
                  <a:pt x="3188547" y="989807"/>
                </a:lnTo>
                <a:cubicBezTo>
                  <a:pt x="3188297" y="990305"/>
                  <a:pt x="3187715" y="990637"/>
                  <a:pt x="3187135" y="990637"/>
                </a:cubicBezTo>
                <a:close/>
                <a:moveTo>
                  <a:pt x="4241411" y="1316885"/>
                </a:moveTo>
                <a:cubicBezTo>
                  <a:pt x="4241245" y="1316885"/>
                  <a:pt x="4240996" y="1316635"/>
                  <a:pt x="4240996" y="1316635"/>
                </a:cubicBezTo>
                <a:lnTo>
                  <a:pt x="4237756" y="1310986"/>
                </a:lnTo>
                <a:cubicBezTo>
                  <a:pt x="4237673" y="1310820"/>
                  <a:pt x="4237756" y="1310487"/>
                  <a:pt x="4237756" y="1310487"/>
                </a:cubicBezTo>
                <a:lnTo>
                  <a:pt x="4240996" y="1304838"/>
                </a:lnTo>
                <a:cubicBezTo>
                  <a:pt x="4241079" y="1304672"/>
                  <a:pt x="4241411" y="1304589"/>
                  <a:pt x="4241411" y="1304589"/>
                </a:cubicBezTo>
                <a:lnTo>
                  <a:pt x="4247892" y="1304589"/>
                </a:lnTo>
                <a:cubicBezTo>
                  <a:pt x="4248058" y="1304589"/>
                  <a:pt x="4248307" y="1304838"/>
                  <a:pt x="4248307" y="1304838"/>
                </a:cubicBezTo>
                <a:lnTo>
                  <a:pt x="4251547" y="1310487"/>
                </a:lnTo>
                <a:cubicBezTo>
                  <a:pt x="4251630" y="1310654"/>
                  <a:pt x="4251547" y="1310986"/>
                  <a:pt x="4251547" y="1310986"/>
                </a:cubicBezTo>
                <a:lnTo>
                  <a:pt x="4248307" y="1316635"/>
                </a:lnTo>
                <a:cubicBezTo>
                  <a:pt x="4248224" y="1316801"/>
                  <a:pt x="4247892" y="1316885"/>
                  <a:pt x="4247892" y="1316885"/>
                </a:cubicBezTo>
                <a:close/>
                <a:moveTo>
                  <a:pt x="4177380" y="1307901"/>
                </a:moveTo>
                <a:cubicBezTo>
                  <a:pt x="4177048" y="1307901"/>
                  <a:pt x="4176549" y="1307402"/>
                  <a:pt x="4176549" y="1307402"/>
                </a:cubicBezTo>
                <a:lnTo>
                  <a:pt x="4169488" y="1295189"/>
                </a:lnTo>
                <a:cubicBezTo>
                  <a:pt x="4169322" y="1294857"/>
                  <a:pt x="4169488" y="1294192"/>
                  <a:pt x="4169488" y="1294192"/>
                </a:cubicBezTo>
                <a:lnTo>
                  <a:pt x="4176549" y="1281979"/>
                </a:lnTo>
                <a:cubicBezTo>
                  <a:pt x="4176716" y="1281647"/>
                  <a:pt x="4177380" y="1281481"/>
                  <a:pt x="4177380" y="1281481"/>
                </a:cubicBezTo>
                <a:lnTo>
                  <a:pt x="4191504" y="1281481"/>
                </a:lnTo>
                <a:cubicBezTo>
                  <a:pt x="4191836" y="1281481"/>
                  <a:pt x="4192335" y="1281979"/>
                  <a:pt x="4192335" y="1281979"/>
                </a:cubicBezTo>
                <a:lnTo>
                  <a:pt x="4199396" y="1294192"/>
                </a:lnTo>
                <a:cubicBezTo>
                  <a:pt x="4199563" y="1294524"/>
                  <a:pt x="4199396" y="1295189"/>
                  <a:pt x="4199396" y="1295189"/>
                </a:cubicBezTo>
                <a:lnTo>
                  <a:pt x="4192335" y="1307402"/>
                </a:lnTo>
                <a:cubicBezTo>
                  <a:pt x="4192168" y="1307734"/>
                  <a:pt x="4191504" y="1307901"/>
                  <a:pt x="4191504" y="1307901"/>
                </a:cubicBezTo>
                <a:close/>
                <a:moveTo>
                  <a:pt x="3694810" y="1180962"/>
                </a:moveTo>
                <a:cubicBezTo>
                  <a:pt x="3694396" y="1180963"/>
                  <a:pt x="3693814" y="1180381"/>
                  <a:pt x="3693814" y="1180381"/>
                </a:cubicBezTo>
                <a:lnTo>
                  <a:pt x="3685673" y="1166256"/>
                </a:lnTo>
                <a:cubicBezTo>
                  <a:pt x="3685424" y="1165925"/>
                  <a:pt x="3685673" y="1165093"/>
                  <a:pt x="3685673" y="1165093"/>
                </a:cubicBezTo>
                <a:lnTo>
                  <a:pt x="3693813" y="1150970"/>
                </a:lnTo>
                <a:cubicBezTo>
                  <a:pt x="3694064" y="1150637"/>
                  <a:pt x="3694811" y="1150388"/>
                  <a:pt x="3694811" y="1150388"/>
                </a:cubicBezTo>
                <a:lnTo>
                  <a:pt x="3711094" y="1150388"/>
                </a:lnTo>
                <a:cubicBezTo>
                  <a:pt x="3711510" y="1150388"/>
                  <a:pt x="3712092" y="1150970"/>
                  <a:pt x="3712092" y="1150970"/>
                </a:cubicBezTo>
                <a:lnTo>
                  <a:pt x="3720232" y="1165093"/>
                </a:lnTo>
                <a:cubicBezTo>
                  <a:pt x="3720482" y="1165425"/>
                  <a:pt x="3720232" y="1166256"/>
                  <a:pt x="3720232" y="1166256"/>
                </a:cubicBezTo>
                <a:lnTo>
                  <a:pt x="3712091" y="1180380"/>
                </a:lnTo>
                <a:cubicBezTo>
                  <a:pt x="3711843" y="1180712"/>
                  <a:pt x="3711095" y="1180963"/>
                  <a:pt x="3711095" y="1180963"/>
                </a:cubicBezTo>
                <a:close/>
                <a:moveTo>
                  <a:pt x="4116032" y="1294015"/>
                </a:moveTo>
                <a:cubicBezTo>
                  <a:pt x="4115617" y="1294015"/>
                  <a:pt x="4115035" y="1293435"/>
                  <a:pt x="4115035" y="1293435"/>
                </a:cubicBezTo>
                <a:lnTo>
                  <a:pt x="4106811" y="1279144"/>
                </a:lnTo>
                <a:cubicBezTo>
                  <a:pt x="4106562" y="1278813"/>
                  <a:pt x="4106811" y="1277981"/>
                  <a:pt x="4106811" y="1277981"/>
                </a:cubicBezTo>
                <a:lnTo>
                  <a:pt x="4115036" y="1263693"/>
                </a:lnTo>
                <a:cubicBezTo>
                  <a:pt x="4115202" y="1263359"/>
                  <a:pt x="4116033" y="1263110"/>
                  <a:pt x="4116033" y="1263110"/>
                </a:cubicBezTo>
                <a:lnTo>
                  <a:pt x="4132482" y="1263110"/>
                </a:lnTo>
                <a:cubicBezTo>
                  <a:pt x="4132897" y="1263110"/>
                  <a:pt x="4133479" y="1263693"/>
                  <a:pt x="4133479" y="1263693"/>
                </a:cubicBezTo>
                <a:lnTo>
                  <a:pt x="4141704" y="1277981"/>
                </a:lnTo>
                <a:cubicBezTo>
                  <a:pt x="4141953" y="1278313"/>
                  <a:pt x="4141704" y="1279144"/>
                  <a:pt x="4141704" y="1279144"/>
                </a:cubicBezTo>
                <a:lnTo>
                  <a:pt x="4133479" y="1293435"/>
                </a:lnTo>
                <a:cubicBezTo>
                  <a:pt x="4133313" y="1293766"/>
                  <a:pt x="4132482" y="1294015"/>
                  <a:pt x="4132482" y="1294015"/>
                </a:cubicBezTo>
                <a:close/>
                <a:moveTo>
                  <a:pt x="4295593" y="1344319"/>
                </a:moveTo>
                <a:cubicBezTo>
                  <a:pt x="4295094" y="1344319"/>
                  <a:pt x="4294429" y="1343654"/>
                  <a:pt x="4294429" y="1343654"/>
                </a:cubicBezTo>
                <a:lnTo>
                  <a:pt x="4285208" y="1327620"/>
                </a:lnTo>
                <a:cubicBezTo>
                  <a:pt x="4284959" y="1327204"/>
                  <a:pt x="4285208" y="1326290"/>
                  <a:pt x="4285208" y="1326290"/>
                </a:cubicBezTo>
                <a:lnTo>
                  <a:pt x="4294429" y="1310256"/>
                </a:lnTo>
                <a:cubicBezTo>
                  <a:pt x="4294679" y="1309840"/>
                  <a:pt x="4295094" y="1309591"/>
                  <a:pt x="4295593" y="1309591"/>
                </a:cubicBezTo>
                <a:lnTo>
                  <a:pt x="4314119" y="1309591"/>
                </a:lnTo>
                <a:cubicBezTo>
                  <a:pt x="4314618" y="1309591"/>
                  <a:pt x="4315282" y="1310256"/>
                  <a:pt x="4315282" y="1310256"/>
                </a:cubicBezTo>
                <a:lnTo>
                  <a:pt x="4324504" y="1326289"/>
                </a:lnTo>
                <a:cubicBezTo>
                  <a:pt x="4324754" y="1326705"/>
                  <a:pt x="4324504" y="1327620"/>
                  <a:pt x="4324504" y="1327620"/>
                </a:cubicBezTo>
                <a:lnTo>
                  <a:pt x="4315282" y="1343654"/>
                </a:lnTo>
                <a:cubicBezTo>
                  <a:pt x="4315033" y="1344069"/>
                  <a:pt x="4314618" y="1344319"/>
                  <a:pt x="4314119" y="1344318"/>
                </a:cubicBezTo>
                <a:close/>
                <a:moveTo>
                  <a:pt x="1526861" y="602721"/>
                </a:moveTo>
                <a:cubicBezTo>
                  <a:pt x="1526362" y="602721"/>
                  <a:pt x="1525698" y="602056"/>
                  <a:pt x="1525698" y="602056"/>
                </a:cubicBezTo>
                <a:lnTo>
                  <a:pt x="1516309" y="585774"/>
                </a:lnTo>
                <a:cubicBezTo>
                  <a:pt x="1516061" y="585358"/>
                  <a:pt x="1516310" y="584444"/>
                  <a:pt x="1516310" y="584444"/>
                </a:cubicBezTo>
                <a:lnTo>
                  <a:pt x="1525698" y="568160"/>
                </a:lnTo>
                <a:cubicBezTo>
                  <a:pt x="1525947" y="567745"/>
                  <a:pt x="1526362" y="567496"/>
                  <a:pt x="1526861" y="567496"/>
                </a:cubicBezTo>
                <a:lnTo>
                  <a:pt x="1545637" y="567495"/>
                </a:lnTo>
                <a:cubicBezTo>
                  <a:pt x="1546134" y="567496"/>
                  <a:pt x="1546800" y="568161"/>
                  <a:pt x="1546800" y="568161"/>
                </a:cubicBezTo>
                <a:lnTo>
                  <a:pt x="1556188" y="584444"/>
                </a:lnTo>
                <a:cubicBezTo>
                  <a:pt x="1556437" y="584859"/>
                  <a:pt x="1556188" y="585774"/>
                  <a:pt x="1556188" y="585774"/>
                </a:cubicBezTo>
                <a:lnTo>
                  <a:pt x="1546800" y="602057"/>
                </a:lnTo>
                <a:cubicBezTo>
                  <a:pt x="1546550" y="602473"/>
                  <a:pt x="1546135" y="602721"/>
                  <a:pt x="1545637" y="602721"/>
                </a:cubicBezTo>
                <a:close/>
                <a:moveTo>
                  <a:pt x="3753752" y="1199414"/>
                </a:moveTo>
                <a:cubicBezTo>
                  <a:pt x="3753253" y="1199414"/>
                  <a:pt x="3752588" y="1198750"/>
                  <a:pt x="3752588" y="1198750"/>
                </a:cubicBezTo>
                <a:lnTo>
                  <a:pt x="3743200" y="1182467"/>
                </a:lnTo>
                <a:cubicBezTo>
                  <a:pt x="3742951" y="1182051"/>
                  <a:pt x="3743201" y="1181137"/>
                  <a:pt x="3743201" y="1181137"/>
                </a:cubicBezTo>
                <a:lnTo>
                  <a:pt x="3752588" y="1164854"/>
                </a:lnTo>
                <a:cubicBezTo>
                  <a:pt x="3752837" y="1164438"/>
                  <a:pt x="3753253" y="1164189"/>
                  <a:pt x="3753751" y="1164189"/>
                </a:cubicBezTo>
                <a:lnTo>
                  <a:pt x="3772527" y="1164189"/>
                </a:lnTo>
                <a:cubicBezTo>
                  <a:pt x="3773025" y="1164189"/>
                  <a:pt x="3773690" y="1164854"/>
                  <a:pt x="3773690" y="1164854"/>
                </a:cubicBezTo>
                <a:lnTo>
                  <a:pt x="3783078" y="1181137"/>
                </a:lnTo>
                <a:cubicBezTo>
                  <a:pt x="3783327" y="1181552"/>
                  <a:pt x="3783079" y="1182467"/>
                  <a:pt x="3783079" y="1182467"/>
                </a:cubicBezTo>
                <a:lnTo>
                  <a:pt x="3773690" y="1198750"/>
                </a:lnTo>
                <a:cubicBezTo>
                  <a:pt x="3773440" y="1199166"/>
                  <a:pt x="3773025" y="1199414"/>
                  <a:pt x="3772527" y="1199414"/>
                </a:cubicBezTo>
                <a:close/>
                <a:moveTo>
                  <a:pt x="4054494" y="1280379"/>
                </a:moveTo>
                <a:cubicBezTo>
                  <a:pt x="4053996" y="1280379"/>
                  <a:pt x="4053331" y="1279715"/>
                  <a:pt x="4053331" y="1279715"/>
                </a:cubicBezTo>
                <a:lnTo>
                  <a:pt x="4043777" y="1263182"/>
                </a:lnTo>
                <a:cubicBezTo>
                  <a:pt x="4043528" y="1262767"/>
                  <a:pt x="4043777" y="1261852"/>
                  <a:pt x="4043777" y="1261852"/>
                </a:cubicBezTo>
                <a:lnTo>
                  <a:pt x="4053331" y="1245320"/>
                </a:lnTo>
                <a:cubicBezTo>
                  <a:pt x="4053580" y="1244905"/>
                  <a:pt x="4053996" y="1244656"/>
                  <a:pt x="4054494" y="1244656"/>
                </a:cubicBezTo>
                <a:lnTo>
                  <a:pt x="4073602" y="1244656"/>
                </a:lnTo>
                <a:cubicBezTo>
                  <a:pt x="4074101" y="1244655"/>
                  <a:pt x="4074765" y="1245319"/>
                  <a:pt x="4074765" y="1245319"/>
                </a:cubicBezTo>
                <a:lnTo>
                  <a:pt x="4084319" y="1261852"/>
                </a:lnTo>
                <a:cubicBezTo>
                  <a:pt x="4084569" y="1262268"/>
                  <a:pt x="4084319" y="1263182"/>
                  <a:pt x="4084319" y="1263182"/>
                </a:cubicBezTo>
                <a:lnTo>
                  <a:pt x="4074765" y="1279714"/>
                </a:lnTo>
                <a:cubicBezTo>
                  <a:pt x="4074516" y="1280130"/>
                  <a:pt x="4074101" y="1280380"/>
                  <a:pt x="4073602" y="1280379"/>
                </a:cubicBezTo>
                <a:close/>
                <a:moveTo>
                  <a:pt x="5198032" y="1586790"/>
                </a:moveTo>
                <a:cubicBezTo>
                  <a:pt x="5197533" y="1586790"/>
                  <a:pt x="5196869" y="1586125"/>
                  <a:pt x="5196869" y="1586125"/>
                </a:cubicBezTo>
                <a:lnTo>
                  <a:pt x="5187315" y="1569592"/>
                </a:lnTo>
                <a:cubicBezTo>
                  <a:pt x="5187067" y="1569177"/>
                  <a:pt x="5187315" y="1568262"/>
                  <a:pt x="5187315" y="1568262"/>
                </a:cubicBezTo>
                <a:lnTo>
                  <a:pt x="5196869" y="1551730"/>
                </a:lnTo>
                <a:cubicBezTo>
                  <a:pt x="5197118" y="1551315"/>
                  <a:pt x="5197533" y="1551066"/>
                  <a:pt x="5198032" y="1551066"/>
                </a:cubicBezTo>
                <a:lnTo>
                  <a:pt x="5217140" y="1551066"/>
                </a:lnTo>
                <a:cubicBezTo>
                  <a:pt x="5217639" y="1551065"/>
                  <a:pt x="5218304" y="1551730"/>
                  <a:pt x="5218304" y="1551730"/>
                </a:cubicBezTo>
                <a:lnTo>
                  <a:pt x="5227858" y="1568263"/>
                </a:lnTo>
                <a:cubicBezTo>
                  <a:pt x="5228107" y="1568678"/>
                  <a:pt x="5227858" y="1569592"/>
                  <a:pt x="5227858" y="1569592"/>
                </a:cubicBezTo>
                <a:lnTo>
                  <a:pt x="5218304" y="1586125"/>
                </a:lnTo>
                <a:cubicBezTo>
                  <a:pt x="5218055" y="1586540"/>
                  <a:pt x="5217639" y="1586790"/>
                  <a:pt x="5217140" y="1586790"/>
                </a:cubicBezTo>
                <a:close/>
                <a:moveTo>
                  <a:pt x="4415531" y="1377212"/>
                </a:moveTo>
                <a:cubicBezTo>
                  <a:pt x="4415033" y="1377212"/>
                  <a:pt x="4414617" y="1376963"/>
                  <a:pt x="4414368" y="1376547"/>
                </a:cubicBezTo>
                <a:lnTo>
                  <a:pt x="4404731" y="1359932"/>
                </a:lnTo>
                <a:cubicBezTo>
                  <a:pt x="4404482" y="1359516"/>
                  <a:pt x="4404482" y="1359018"/>
                  <a:pt x="4404731" y="1358602"/>
                </a:cubicBezTo>
                <a:lnTo>
                  <a:pt x="4414368" y="1341986"/>
                </a:lnTo>
                <a:cubicBezTo>
                  <a:pt x="4414617" y="1341571"/>
                  <a:pt x="4415033" y="1341322"/>
                  <a:pt x="4415531" y="1341322"/>
                </a:cubicBezTo>
                <a:lnTo>
                  <a:pt x="4434723" y="1341322"/>
                </a:lnTo>
                <a:cubicBezTo>
                  <a:pt x="4435221" y="1341322"/>
                  <a:pt x="4435636" y="1341571"/>
                  <a:pt x="4435886" y="1341986"/>
                </a:cubicBezTo>
                <a:lnTo>
                  <a:pt x="4445523" y="1358602"/>
                </a:lnTo>
                <a:cubicBezTo>
                  <a:pt x="4445772" y="1359018"/>
                  <a:pt x="4445772" y="1359516"/>
                  <a:pt x="4445523" y="1359932"/>
                </a:cubicBezTo>
                <a:lnTo>
                  <a:pt x="4435886" y="1376547"/>
                </a:lnTo>
                <a:cubicBezTo>
                  <a:pt x="4435636" y="1376963"/>
                  <a:pt x="4435221" y="1377212"/>
                  <a:pt x="4434723" y="1377212"/>
                </a:cubicBezTo>
                <a:close/>
                <a:moveTo>
                  <a:pt x="1586775" y="619354"/>
                </a:moveTo>
                <a:cubicBezTo>
                  <a:pt x="1586276" y="619354"/>
                  <a:pt x="1585861" y="619105"/>
                  <a:pt x="1585611" y="618691"/>
                </a:cubicBezTo>
                <a:lnTo>
                  <a:pt x="1575975" y="601991"/>
                </a:lnTo>
                <a:cubicBezTo>
                  <a:pt x="1575726" y="601576"/>
                  <a:pt x="1575726" y="601077"/>
                  <a:pt x="1575974" y="600661"/>
                </a:cubicBezTo>
                <a:lnTo>
                  <a:pt x="1585611" y="583963"/>
                </a:lnTo>
                <a:cubicBezTo>
                  <a:pt x="1585861" y="583548"/>
                  <a:pt x="1586277" y="583298"/>
                  <a:pt x="1586775" y="583299"/>
                </a:cubicBezTo>
                <a:lnTo>
                  <a:pt x="1606131" y="583299"/>
                </a:lnTo>
                <a:cubicBezTo>
                  <a:pt x="1606630" y="583298"/>
                  <a:pt x="1607047" y="583547"/>
                  <a:pt x="1607295" y="583963"/>
                </a:cubicBezTo>
                <a:lnTo>
                  <a:pt x="1616932" y="600661"/>
                </a:lnTo>
                <a:cubicBezTo>
                  <a:pt x="1617181" y="601077"/>
                  <a:pt x="1617182" y="601576"/>
                  <a:pt x="1616933" y="601992"/>
                </a:cubicBezTo>
                <a:lnTo>
                  <a:pt x="1607295" y="618690"/>
                </a:lnTo>
                <a:cubicBezTo>
                  <a:pt x="1607046" y="619105"/>
                  <a:pt x="1606630" y="619354"/>
                  <a:pt x="1606131" y="619354"/>
                </a:cubicBezTo>
                <a:close/>
                <a:moveTo>
                  <a:pt x="4355107" y="1361586"/>
                </a:moveTo>
                <a:cubicBezTo>
                  <a:pt x="4354691" y="1361586"/>
                  <a:pt x="4354193" y="1361337"/>
                  <a:pt x="4353942" y="1360922"/>
                </a:cubicBezTo>
                <a:lnTo>
                  <a:pt x="4344057" y="1343807"/>
                </a:lnTo>
                <a:cubicBezTo>
                  <a:pt x="4343808" y="1343392"/>
                  <a:pt x="4343807" y="1342809"/>
                  <a:pt x="4344057" y="1342395"/>
                </a:cubicBezTo>
                <a:lnTo>
                  <a:pt x="4353943" y="1325280"/>
                </a:lnTo>
                <a:cubicBezTo>
                  <a:pt x="4354193" y="1324864"/>
                  <a:pt x="4354608" y="1324616"/>
                  <a:pt x="4355107" y="1324616"/>
                </a:cubicBezTo>
                <a:lnTo>
                  <a:pt x="4374796" y="1324616"/>
                </a:lnTo>
                <a:cubicBezTo>
                  <a:pt x="4375211" y="1324615"/>
                  <a:pt x="4375709" y="1324864"/>
                  <a:pt x="4375959" y="1325279"/>
                </a:cubicBezTo>
                <a:lnTo>
                  <a:pt x="4385846" y="1342395"/>
                </a:lnTo>
                <a:cubicBezTo>
                  <a:pt x="4386095" y="1342810"/>
                  <a:pt x="4386095" y="1343392"/>
                  <a:pt x="4385846" y="1343807"/>
                </a:cubicBezTo>
                <a:lnTo>
                  <a:pt x="4375959" y="1360922"/>
                </a:lnTo>
                <a:cubicBezTo>
                  <a:pt x="4375710" y="1361337"/>
                  <a:pt x="4375295" y="1361586"/>
                  <a:pt x="4374796" y="1361586"/>
                </a:cubicBezTo>
                <a:close/>
                <a:moveTo>
                  <a:pt x="4475475" y="1393943"/>
                </a:moveTo>
                <a:cubicBezTo>
                  <a:pt x="4474977" y="1393943"/>
                  <a:pt x="4474479" y="1393694"/>
                  <a:pt x="4474228" y="1393279"/>
                </a:cubicBezTo>
                <a:lnTo>
                  <a:pt x="4464343" y="1376081"/>
                </a:lnTo>
                <a:cubicBezTo>
                  <a:pt x="4464094" y="1375666"/>
                  <a:pt x="4464094" y="1375085"/>
                  <a:pt x="4464343" y="1374669"/>
                </a:cubicBezTo>
                <a:lnTo>
                  <a:pt x="4474229" y="1357472"/>
                </a:lnTo>
                <a:cubicBezTo>
                  <a:pt x="4474479" y="1357056"/>
                  <a:pt x="4474977" y="1356807"/>
                  <a:pt x="4475475" y="1356807"/>
                </a:cubicBezTo>
                <a:lnTo>
                  <a:pt x="4495332" y="1356807"/>
                </a:lnTo>
                <a:cubicBezTo>
                  <a:pt x="4495830" y="1356807"/>
                  <a:pt x="4496328" y="1357056"/>
                  <a:pt x="4496577" y="1357472"/>
                </a:cubicBezTo>
                <a:lnTo>
                  <a:pt x="4506464" y="1374669"/>
                </a:lnTo>
                <a:cubicBezTo>
                  <a:pt x="4506713" y="1375085"/>
                  <a:pt x="4506712" y="1375666"/>
                  <a:pt x="4506464" y="1376081"/>
                </a:cubicBezTo>
                <a:lnTo>
                  <a:pt x="4496577" y="1393279"/>
                </a:lnTo>
                <a:cubicBezTo>
                  <a:pt x="4496328" y="1393694"/>
                  <a:pt x="4495830" y="1393943"/>
                  <a:pt x="4495332" y="1393943"/>
                </a:cubicBezTo>
                <a:close/>
                <a:moveTo>
                  <a:pt x="1706827" y="652181"/>
                </a:moveTo>
                <a:cubicBezTo>
                  <a:pt x="1706328" y="652181"/>
                  <a:pt x="1705830" y="651932"/>
                  <a:pt x="1705581" y="651517"/>
                </a:cubicBezTo>
                <a:lnTo>
                  <a:pt x="1695611" y="634237"/>
                </a:lnTo>
                <a:cubicBezTo>
                  <a:pt x="1695362" y="633821"/>
                  <a:pt x="1695362" y="633240"/>
                  <a:pt x="1695611" y="632824"/>
                </a:cubicBezTo>
                <a:lnTo>
                  <a:pt x="1705581" y="615544"/>
                </a:lnTo>
                <a:cubicBezTo>
                  <a:pt x="1705830" y="615128"/>
                  <a:pt x="1706328" y="614879"/>
                  <a:pt x="1706827" y="614879"/>
                </a:cubicBezTo>
                <a:lnTo>
                  <a:pt x="1726766" y="614879"/>
                </a:lnTo>
                <a:cubicBezTo>
                  <a:pt x="1727264" y="614879"/>
                  <a:pt x="1727763" y="615128"/>
                  <a:pt x="1728012" y="615544"/>
                </a:cubicBezTo>
                <a:lnTo>
                  <a:pt x="1737981" y="632824"/>
                </a:lnTo>
                <a:cubicBezTo>
                  <a:pt x="1738231" y="633240"/>
                  <a:pt x="1738231" y="633821"/>
                  <a:pt x="1737981" y="634237"/>
                </a:cubicBezTo>
                <a:lnTo>
                  <a:pt x="1728012" y="651517"/>
                </a:lnTo>
                <a:cubicBezTo>
                  <a:pt x="1727763" y="651932"/>
                  <a:pt x="1727264" y="652181"/>
                  <a:pt x="1726766" y="652181"/>
                </a:cubicBezTo>
                <a:close/>
                <a:moveTo>
                  <a:pt x="3993843" y="1265170"/>
                </a:moveTo>
                <a:cubicBezTo>
                  <a:pt x="3993344" y="1265170"/>
                  <a:pt x="3992846" y="1264838"/>
                  <a:pt x="3992596" y="1264422"/>
                </a:cubicBezTo>
                <a:lnTo>
                  <a:pt x="3982544" y="1246976"/>
                </a:lnTo>
                <a:cubicBezTo>
                  <a:pt x="3982294" y="1246560"/>
                  <a:pt x="3982295" y="1245979"/>
                  <a:pt x="3982543" y="1245563"/>
                </a:cubicBezTo>
                <a:lnTo>
                  <a:pt x="3992597" y="1228117"/>
                </a:lnTo>
                <a:cubicBezTo>
                  <a:pt x="3992845" y="1227618"/>
                  <a:pt x="3993343" y="1227369"/>
                  <a:pt x="3993842" y="1227369"/>
                </a:cubicBezTo>
                <a:lnTo>
                  <a:pt x="4013947" y="1227369"/>
                </a:lnTo>
                <a:cubicBezTo>
                  <a:pt x="4014445" y="1227369"/>
                  <a:pt x="4014945" y="1227702"/>
                  <a:pt x="4015194" y="1228117"/>
                </a:cubicBezTo>
                <a:lnTo>
                  <a:pt x="4025246" y="1245563"/>
                </a:lnTo>
                <a:cubicBezTo>
                  <a:pt x="4025496" y="1245979"/>
                  <a:pt x="4025495" y="1246560"/>
                  <a:pt x="4025247" y="1246976"/>
                </a:cubicBezTo>
                <a:lnTo>
                  <a:pt x="4015193" y="1264422"/>
                </a:lnTo>
                <a:cubicBezTo>
                  <a:pt x="4014945" y="1264921"/>
                  <a:pt x="4014446" y="1265170"/>
                  <a:pt x="4013948" y="1265170"/>
                </a:cubicBezTo>
                <a:close/>
                <a:moveTo>
                  <a:pt x="3813201" y="1216873"/>
                </a:moveTo>
                <a:cubicBezTo>
                  <a:pt x="3812702" y="1216873"/>
                  <a:pt x="3812204" y="1216540"/>
                  <a:pt x="3811955" y="1216125"/>
                </a:cubicBezTo>
                <a:lnTo>
                  <a:pt x="3801819" y="1198596"/>
                </a:lnTo>
                <a:cubicBezTo>
                  <a:pt x="3801570" y="1198179"/>
                  <a:pt x="3801570" y="1197599"/>
                  <a:pt x="3801819" y="1197183"/>
                </a:cubicBezTo>
                <a:lnTo>
                  <a:pt x="3811955" y="1179654"/>
                </a:lnTo>
                <a:cubicBezTo>
                  <a:pt x="3812204" y="1179154"/>
                  <a:pt x="3812702" y="1178905"/>
                  <a:pt x="3813201" y="1178906"/>
                </a:cubicBezTo>
                <a:lnTo>
                  <a:pt x="3833472" y="1178906"/>
                </a:lnTo>
                <a:cubicBezTo>
                  <a:pt x="3833971" y="1178906"/>
                  <a:pt x="3834469" y="1179238"/>
                  <a:pt x="3834718" y="1179654"/>
                </a:cubicBezTo>
                <a:lnTo>
                  <a:pt x="3844854" y="1197184"/>
                </a:lnTo>
                <a:cubicBezTo>
                  <a:pt x="3845103" y="1197598"/>
                  <a:pt x="3845103" y="1198180"/>
                  <a:pt x="3844854" y="1198595"/>
                </a:cubicBezTo>
                <a:lnTo>
                  <a:pt x="3834718" y="1216125"/>
                </a:lnTo>
                <a:cubicBezTo>
                  <a:pt x="3834469" y="1216623"/>
                  <a:pt x="3833971" y="1216872"/>
                  <a:pt x="3833472" y="1216873"/>
                </a:cubicBezTo>
                <a:close/>
                <a:moveTo>
                  <a:pt x="4535435" y="1410395"/>
                </a:moveTo>
                <a:cubicBezTo>
                  <a:pt x="4534936" y="1410395"/>
                  <a:pt x="4534438" y="1410062"/>
                  <a:pt x="4534190" y="1409647"/>
                </a:cubicBezTo>
                <a:lnTo>
                  <a:pt x="4524053" y="1392118"/>
                </a:lnTo>
                <a:cubicBezTo>
                  <a:pt x="4523804" y="1391702"/>
                  <a:pt x="4523804" y="1391121"/>
                  <a:pt x="4524053" y="1390706"/>
                </a:cubicBezTo>
                <a:lnTo>
                  <a:pt x="4534189" y="1373176"/>
                </a:lnTo>
                <a:cubicBezTo>
                  <a:pt x="4534438" y="1372677"/>
                  <a:pt x="4534936" y="1372427"/>
                  <a:pt x="4535435" y="1372428"/>
                </a:cubicBezTo>
                <a:lnTo>
                  <a:pt x="4555706" y="1372428"/>
                </a:lnTo>
                <a:cubicBezTo>
                  <a:pt x="4556205" y="1372428"/>
                  <a:pt x="4556703" y="1372761"/>
                  <a:pt x="4556952" y="1373176"/>
                </a:cubicBezTo>
                <a:lnTo>
                  <a:pt x="4567088" y="1390706"/>
                </a:lnTo>
                <a:cubicBezTo>
                  <a:pt x="4567337" y="1391120"/>
                  <a:pt x="4567337" y="1391702"/>
                  <a:pt x="4567088" y="1392117"/>
                </a:cubicBezTo>
                <a:lnTo>
                  <a:pt x="4556952" y="1409647"/>
                </a:lnTo>
                <a:cubicBezTo>
                  <a:pt x="4556703" y="1410145"/>
                  <a:pt x="4556205" y="1410395"/>
                  <a:pt x="4555706" y="1410395"/>
                </a:cubicBezTo>
                <a:close/>
                <a:moveTo>
                  <a:pt x="4655724" y="1442731"/>
                </a:moveTo>
                <a:cubicBezTo>
                  <a:pt x="4655225" y="1442731"/>
                  <a:pt x="4654727" y="1442399"/>
                  <a:pt x="4654478" y="1441984"/>
                </a:cubicBezTo>
                <a:lnTo>
                  <a:pt x="4644342" y="1424371"/>
                </a:lnTo>
                <a:cubicBezTo>
                  <a:pt x="4644093" y="1423955"/>
                  <a:pt x="4644093" y="1423373"/>
                  <a:pt x="4644342" y="1422958"/>
                </a:cubicBezTo>
                <a:lnTo>
                  <a:pt x="4654561" y="1405345"/>
                </a:lnTo>
                <a:cubicBezTo>
                  <a:pt x="4654810" y="1404847"/>
                  <a:pt x="4655308" y="1404598"/>
                  <a:pt x="4655807" y="1404598"/>
                </a:cubicBezTo>
                <a:lnTo>
                  <a:pt x="4676161" y="1404598"/>
                </a:lnTo>
                <a:cubicBezTo>
                  <a:pt x="4676660" y="1404598"/>
                  <a:pt x="4677158" y="1404930"/>
                  <a:pt x="4677408" y="1405345"/>
                </a:cubicBezTo>
                <a:lnTo>
                  <a:pt x="4687543" y="1422958"/>
                </a:lnTo>
                <a:cubicBezTo>
                  <a:pt x="4687792" y="1423373"/>
                  <a:pt x="4687792" y="1423955"/>
                  <a:pt x="4687543" y="1424371"/>
                </a:cubicBezTo>
                <a:lnTo>
                  <a:pt x="4677324" y="1441984"/>
                </a:lnTo>
                <a:cubicBezTo>
                  <a:pt x="4677075" y="1442482"/>
                  <a:pt x="4676577" y="1442731"/>
                  <a:pt x="4676078" y="1442731"/>
                </a:cubicBezTo>
                <a:close/>
                <a:moveTo>
                  <a:pt x="2127881" y="765567"/>
                </a:moveTo>
                <a:cubicBezTo>
                  <a:pt x="2127383" y="765567"/>
                  <a:pt x="2126884" y="765235"/>
                  <a:pt x="2126635" y="764820"/>
                </a:cubicBezTo>
                <a:lnTo>
                  <a:pt x="2116416" y="747124"/>
                </a:lnTo>
                <a:cubicBezTo>
                  <a:pt x="2116168" y="746709"/>
                  <a:pt x="2116167" y="746127"/>
                  <a:pt x="2116416" y="745711"/>
                </a:cubicBezTo>
                <a:lnTo>
                  <a:pt x="2126635" y="728016"/>
                </a:lnTo>
                <a:cubicBezTo>
                  <a:pt x="2126884" y="727517"/>
                  <a:pt x="2127384" y="727268"/>
                  <a:pt x="2127882" y="727268"/>
                </a:cubicBezTo>
                <a:lnTo>
                  <a:pt x="2148318" y="727268"/>
                </a:lnTo>
                <a:cubicBezTo>
                  <a:pt x="2148817" y="727268"/>
                  <a:pt x="2149315" y="727600"/>
                  <a:pt x="2149565" y="728016"/>
                </a:cubicBezTo>
                <a:lnTo>
                  <a:pt x="2159784" y="745711"/>
                </a:lnTo>
                <a:cubicBezTo>
                  <a:pt x="2160033" y="746127"/>
                  <a:pt x="2160033" y="746709"/>
                  <a:pt x="2159783" y="747124"/>
                </a:cubicBezTo>
                <a:lnTo>
                  <a:pt x="2149565" y="764820"/>
                </a:lnTo>
                <a:cubicBezTo>
                  <a:pt x="2149315" y="765318"/>
                  <a:pt x="2148817" y="765567"/>
                  <a:pt x="2148318" y="765567"/>
                </a:cubicBezTo>
                <a:close/>
                <a:moveTo>
                  <a:pt x="4715808" y="1459095"/>
                </a:moveTo>
                <a:cubicBezTo>
                  <a:pt x="4715309" y="1459095"/>
                  <a:pt x="4714811" y="1458763"/>
                  <a:pt x="4714562" y="1458347"/>
                </a:cubicBezTo>
                <a:lnTo>
                  <a:pt x="4704260" y="1440568"/>
                </a:lnTo>
                <a:cubicBezTo>
                  <a:pt x="4704011" y="1440153"/>
                  <a:pt x="4704011" y="1439571"/>
                  <a:pt x="4704260" y="1439155"/>
                </a:cubicBezTo>
                <a:lnTo>
                  <a:pt x="4714562" y="1421377"/>
                </a:lnTo>
                <a:cubicBezTo>
                  <a:pt x="4714811" y="1420878"/>
                  <a:pt x="4715309" y="1420629"/>
                  <a:pt x="4715808" y="1420629"/>
                </a:cubicBezTo>
                <a:lnTo>
                  <a:pt x="4736328" y="1420629"/>
                </a:lnTo>
                <a:cubicBezTo>
                  <a:pt x="4736827" y="1420628"/>
                  <a:pt x="4737325" y="1420961"/>
                  <a:pt x="4737575" y="1421377"/>
                </a:cubicBezTo>
                <a:lnTo>
                  <a:pt x="4747876" y="1439154"/>
                </a:lnTo>
                <a:cubicBezTo>
                  <a:pt x="4748126" y="1439571"/>
                  <a:pt x="4748126" y="1440153"/>
                  <a:pt x="4747876" y="1440568"/>
                </a:cubicBezTo>
                <a:lnTo>
                  <a:pt x="4737575" y="1458347"/>
                </a:lnTo>
                <a:cubicBezTo>
                  <a:pt x="4737325" y="1458846"/>
                  <a:pt x="4736827" y="1459095"/>
                  <a:pt x="4736328" y="1459095"/>
                </a:cubicBezTo>
                <a:close/>
                <a:moveTo>
                  <a:pt x="4836179" y="1491348"/>
                </a:moveTo>
                <a:cubicBezTo>
                  <a:pt x="4835680" y="1491348"/>
                  <a:pt x="4835182" y="1491016"/>
                  <a:pt x="4834934" y="1490600"/>
                </a:cubicBezTo>
                <a:lnTo>
                  <a:pt x="4824631" y="1472821"/>
                </a:lnTo>
                <a:cubicBezTo>
                  <a:pt x="4824382" y="1472406"/>
                  <a:pt x="4824383" y="1471824"/>
                  <a:pt x="4824631" y="1471408"/>
                </a:cubicBezTo>
                <a:lnTo>
                  <a:pt x="4834934" y="1453630"/>
                </a:lnTo>
                <a:cubicBezTo>
                  <a:pt x="4835183" y="1453131"/>
                  <a:pt x="4835681" y="1452882"/>
                  <a:pt x="4836180" y="1452882"/>
                </a:cubicBezTo>
                <a:lnTo>
                  <a:pt x="4856699" y="1452882"/>
                </a:lnTo>
                <a:cubicBezTo>
                  <a:pt x="4857198" y="1452882"/>
                  <a:pt x="4857696" y="1453214"/>
                  <a:pt x="4857947" y="1453630"/>
                </a:cubicBezTo>
                <a:lnTo>
                  <a:pt x="4868248" y="1471408"/>
                </a:lnTo>
                <a:cubicBezTo>
                  <a:pt x="4868497" y="1471824"/>
                  <a:pt x="4868498" y="1472406"/>
                  <a:pt x="4868248" y="1472821"/>
                </a:cubicBezTo>
                <a:lnTo>
                  <a:pt x="4857947" y="1490600"/>
                </a:lnTo>
                <a:cubicBezTo>
                  <a:pt x="4857697" y="1491099"/>
                  <a:pt x="4857199" y="1491348"/>
                  <a:pt x="4856700" y="1491348"/>
                </a:cubicBezTo>
                <a:close/>
                <a:moveTo>
                  <a:pt x="2067621" y="749618"/>
                </a:moveTo>
                <a:cubicBezTo>
                  <a:pt x="2067122" y="749618"/>
                  <a:pt x="2066624" y="749286"/>
                  <a:pt x="2066374" y="748870"/>
                </a:cubicBezTo>
                <a:lnTo>
                  <a:pt x="2056073" y="731009"/>
                </a:lnTo>
                <a:cubicBezTo>
                  <a:pt x="2055824" y="730510"/>
                  <a:pt x="2055824" y="729928"/>
                  <a:pt x="2056073" y="729513"/>
                </a:cubicBezTo>
                <a:lnTo>
                  <a:pt x="2066374" y="711651"/>
                </a:lnTo>
                <a:cubicBezTo>
                  <a:pt x="2066624" y="711152"/>
                  <a:pt x="2067122" y="710903"/>
                  <a:pt x="2067621" y="710903"/>
                </a:cubicBezTo>
                <a:lnTo>
                  <a:pt x="2088307" y="710903"/>
                </a:lnTo>
                <a:cubicBezTo>
                  <a:pt x="2088806" y="710903"/>
                  <a:pt x="2089304" y="711236"/>
                  <a:pt x="2089554" y="711651"/>
                </a:cubicBezTo>
                <a:lnTo>
                  <a:pt x="2099856" y="729513"/>
                </a:lnTo>
                <a:cubicBezTo>
                  <a:pt x="2100105" y="730011"/>
                  <a:pt x="2100105" y="730593"/>
                  <a:pt x="2099856" y="731009"/>
                </a:cubicBezTo>
                <a:lnTo>
                  <a:pt x="2089554" y="748870"/>
                </a:lnTo>
                <a:cubicBezTo>
                  <a:pt x="2089304" y="749369"/>
                  <a:pt x="2088806" y="749618"/>
                  <a:pt x="2088307" y="749618"/>
                </a:cubicBezTo>
                <a:close/>
                <a:moveTo>
                  <a:pt x="4775920" y="1475399"/>
                </a:moveTo>
                <a:cubicBezTo>
                  <a:pt x="4775421" y="1475399"/>
                  <a:pt x="4774923" y="1475067"/>
                  <a:pt x="4774674" y="1474651"/>
                </a:cubicBezTo>
                <a:lnTo>
                  <a:pt x="4764289" y="1456707"/>
                </a:lnTo>
                <a:cubicBezTo>
                  <a:pt x="4764040" y="1456208"/>
                  <a:pt x="4764040" y="1455627"/>
                  <a:pt x="4764289" y="1455211"/>
                </a:cubicBezTo>
                <a:lnTo>
                  <a:pt x="4774674" y="1437266"/>
                </a:lnTo>
                <a:cubicBezTo>
                  <a:pt x="4774923" y="1436766"/>
                  <a:pt x="4775421" y="1436518"/>
                  <a:pt x="4775920" y="1436518"/>
                </a:cubicBezTo>
                <a:lnTo>
                  <a:pt x="4796690" y="1436518"/>
                </a:lnTo>
                <a:cubicBezTo>
                  <a:pt x="4797188" y="1436518"/>
                  <a:pt x="4797687" y="1436851"/>
                  <a:pt x="4797936" y="1437266"/>
                </a:cubicBezTo>
                <a:lnTo>
                  <a:pt x="4808321" y="1455210"/>
                </a:lnTo>
                <a:cubicBezTo>
                  <a:pt x="4808570" y="1455709"/>
                  <a:pt x="4808570" y="1456291"/>
                  <a:pt x="4808321" y="1456706"/>
                </a:cubicBezTo>
                <a:lnTo>
                  <a:pt x="4797936" y="1474652"/>
                </a:lnTo>
                <a:cubicBezTo>
                  <a:pt x="4797687" y="1475150"/>
                  <a:pt x="4797188" y="1475398"/>
                  <a:pt x="4796690" y="1475398"/>
                </a:cubicBezTo>
                <a:close/>
                <a:moveTo>
                  <a:pt x="2368388" y="830409"/>
                </a:moveTo>
                <a:cubicBezTo>
                  <a:pt x="2367889" y="830408"/>
                  <a:pt x="2367391" y="830077"/>
                  <a:pt x="2367141" y="829661"/>
                </a:cubicBezTo>
                <a:lnTo>
                  <a:pt x="2356756" y="811632"/>
                </a:lnTo>
                <a:cubicBezTo>
                  <a:pt x="2356507" y="811135"/>
                  <a:pt x="2356507" y="810553"/>
                  <a:pt x="2356757" y="810137"/>
                </a:cubicBezTo>
                <a:lnTo>
                  <a:pt x="2367224" y="792108"/>
                </a:lnTo>
                <a:cubicBezTo>
                  <a:pt x="2367474" y="791611"/>
                  <a:pt x="2367973" y="791362"/>
                  <a:pt x="2368471" y="791362"/>
                </a:cubicBezTo>
                <a:lnTo>
                  <a:pt x="2389324" y="791362"/>
                </a:lnTo>
                <a:cubicBezTo>
                  <a:pt x="2389822" y="791362"/>
                  <a:pt x="2390321" y="791694"/>
                  <a:pt x="2390570" y="792109"/>
                </a:cubicBezTo>
                <a:lnTo>
                  <a:pt x="2400955" y="810136"/>
                </a:lnTo>
                <a:cubicBezTo>
                  <a:pt x="2401203" y="810636"/>
                  <a:pt x="2401203" y="811218"/>
                  <a:pt x="2400955" y="811632"/>
                </a:cubicBezTo>
                <a:lnTo>
                  <a:pt x="2390487" y="829661"/>
                </a:lnTo>
                <a:cubicBezTo>
                  <a:pt x="2390238" y="830159"/>
                  <a:pt x="2389739" y="830409"/>
                  <a:pt x="2389241" y="830409"/>
                </a:cubicBezTo>
                <a:close/>
                <a:moveTo>
                  <a:pt x="3933229" y="1249707"/>
                </a:moveTo>
                <a:cubicBezTo>
                  <a:pt x="3932730" y="1249706"/>
                  <a:pt x="3932232" y="1249375"/>
                  <a:pt x="3931983" y="1248959"/>
                </a:cubicBezTo>
                <a:lnTo>
                  <a:pt x="3921598" y="1230930"/>
                </a:lnTo>
                <a:cubicBezTo>
                  <a:pt x="3921349" y="1230432"/>
                  <a:pt x="3921349" y="1229851"/>
                  <a:pt x="3921598" y="1229435"/>
                </a:cubicBezTo>
                <a:lnTo>
                  <a:pt x="3932066" y="1211406"/>
                </a:lnTo>
                <a:cubicBezTo>
                  <a:pt x="3932315" y="1210909"/>
                  <a:pt x="3932814" y="1210660"/>
                  <a:pt x="3933312" y="1210660"/>
                </a:cubicBezTo>
                <a:lnTo>
                  <a:pt x="3954165" y="1210660"/>
                </a:lnTo>
                <a:cubicBezTo>
                  <a:pt x="3954664" y="1210660"/>
                  <a:pt x="3955162" y="1210992"/>
                  <a:pt x="3955411" y="1211407"/>
                </a:cubicBezTo>
                <a:lnTo>
                  <a:pt x="3965796" y="1229435"/>
                </a:lnTo>
                <a:cubicBezTo>
                  <a:pt x="3966045" y="1229934"/>
                  <a:pt x="3966045" y="1230515"/>
                  <a:pt x="3965796" y="1230931"/>
                </a:cubicBezTo>
                <a:lnTo>
                  <a:pt x="3955328" y="1248959"/>
                </a:lnTo>
                <a:cubicBezTo>
                  <a:pt x="3955079" y="1249458"/>
                  <a:pt x="3954580" y="1249707"/>
                  <a:pt x="3954082" y="1249707"/>
                </a:cubicBezTo>
                <a:close/>
                <a:moveTo>
                  <a:pt x="4595278" y="1427102"/>
                </a:moveTo>
                <a:cubicBezTo>
                  <a:pt x="4594779" y="1427102"/>
                  <a:pt x="4594280" y="1426770"/>
                  <a:pt x="4594031" y="1426354"/>
                </a:cubicBezTo>
                <a:lnTo>
                  <a:pt x="4583646" y="1408326"/>
                </a:lnTo>
                <a:cubicBezTo>
                  <a:pt x="4583397" y="1407828"/>
                  <a:pt x="4583397" y="1407246"/>
                  <a:pt x="4583647" y="1406830"/>
                </a:cubicBezTo>
                <a:lnTo>
                  <a:pt x="4594114" y="1388802"/>
                </a:lnTo>
                <a:cubicBezTo>
                  <a:pt x="4594364" y="1388304"/>
                  <a:pt x="4594862" y="1388055"/>
                  <a:pt x="4595360" y="1388055"/>
                </a:cubicBezTo>
                <a:lnTo>
                  <a:pt x="4616213" y="1388055"/>
                </a:lnTo>
                <a:cubicBezTo>
                  <a:pt x="4616712" y="1388055"/>
                  <a:pt x="4617211" y="1388387"/>
                  <a:pt x="4617460" y="1388802"/>
                </a:cubicBezTo>
                <a:lnTo>
                  <a:pt x="4627844" y="1406830"/>
                </a:lnTo>
                <a:cubicBezTo>
                  <a:pt x="4628093" y="1407329"/>
                  <a:pt x="4628093" y="1407911"/>
                  <a:pt x="4627844" y="1408326"/>
                </a:cubicBezTo>
                <a:lnTo>
                  <a:pt x="4617377" y="1426354"/>
                </a:lnTo>
                <a:cubicBezTo>
                  <a:pt x="4617127" y="1426853"/>
                  <a:pt x="4616629" y="1427102"/>
                  <a:pt x="4616131" y="1427102"/>
                </a:cubicBezTo>
                <a:close/>
                <a:moveTo>
                  <a:pt x="1646152" y="636968"/>
                </a:moveTo>
                <a:cubicBezTo>
                  <a:pt x="1645654" y="636968"/>
                  <a:pt x="1645156" y="636636"/>
                  <a:pt x="1644907" y="636221"/>
                </a:cubicBezTo>
                <a:lnTo>
                  <a:pt x="1634439" y="618109"/>
                </a:lnTo>
                <a:cubicBezTo>
                  <a:pt x="1634190" y="617611"/>
                  <a:pt x="1634190" y="617029"/>
                  <a:pt x="1634439" y="616614"/>
                </a:cubicBezTo>
                <a:lnTo>
                  <a:pt x="1644906" y="598502"/>
                </a:lnTo>
                <a:cubicBezTo>
                  <a:pt x="1645155" y="598004"/>
                  <a:pt x="1645654" y="597755"/>
                  <a:pt x="1646152" y="597755"/>
                </a:cubicBezTo>
                <a:lnTo>
                  <a:pt x="1667089" y="597756"/>
                </a:lnTo>
                <a:cubicBezTo>
                  <a:pt x="1667588" y="597755"/>
                  <a:pt x="1668085" y="598087"/>
                  <a:pt x="1668334" y="598502"/>
                </a:cubicBezTo>
                <a:lnTo>
                  <a:pt x="1678802" y="616614"/>
                </a:lnTo>
                <a:cubicBezTo>
                  <a:pt x="1679052" y="617112"/>
                  <a:pt x="1679052" y="617694"/>
                  <a:pt x="1678802" y="618109"/>
                </a:cubicBezTo>
                <a:lnTo>
                  <a:pt x="1668334" y="636221"/>
                </a:lnTo>
                <a:cubicBezTo>
                  <a:pt x="1668085" y="636719"/>
                  <a:pt x="1667588" y="636968"/>
                  <a:pt x="1667089" y="636968"/>
                </a:cubicBezTo>
                <a:close/>
                <a:moveTo>
                  <a:pt x="4896209" y="1507818"/>
                </a:moveTo>
                <a:cubicBezTo>
                  <a:pt x="4895711" y="1507818"/>
                  <a:pt x="4895212" y="1507486"/>
                  <a:pt x="4894963" y="1507071"/>
                </a:cubicBezTo>
                <a:lnTo>
                  <a:pt x="4884495" y="1488959"/>
                </a:lnTo>
                <a:cubicBezTo>
                  <a:pt x="4884246" y="1488461"/>
                  <a:pt x="4884246" y="1487879"/>
                  <a:pt x="4884495" y="1487464"/>
                </a:cubicBezTo>
                <a:lnTo>
                  <a:pt x="4894963" y="1469352"/>
                </a:lnTo>
                <a:cubicBezTo>
                  <a:pt x="4895212" y="1468854"/>
                  <a:pt x="4895711" y="1468605"/>
                  <a:pt x="4896209" y="1468605"/>
                </a:cubicBezTo>
                <a:lnTo>
                  <a:pt x="4917145" y="1468606"/>
                </a:lnTo>
                <a:cubicBezTo>
                  <a:pt x="4917644" y="1468605"/>
                  <a:pt x="4918142" y="1468937"/>
                  <a:pt x="4918391" y="1469352"/>
                </a:cubicBezTo>
                <a:lnTo>
                  <a:pt x="4928859" y="1487464"/>
                </a:lnTo>
                <a:cubicBezTo>
                  <a:pt x="4929108" y="1487962"/>
                  <a:pt x="4929108" y="1488544"/>
                  <a:pt x="4928859" y="1488959"/>
                </a:cubicBezTo>
                <a:lnTo>
                  <a:pt x="4918391" y="1507071"/>
                </a:lnTo>
                <a:cubicBezTo>
                  <a:pt x="4918142" y="1507569"/>
                  <a:pt x="4917644" y="1507818"/>
                  <a:pt x="4917145" y="1507818"/>
                </a:cubicBezTo>
                <a:close/>
                <a:moveTo>
                  <a:pt x="5016581" y="1540072"/>
                </a:moveTo>
                <a:cubicBezTo>
                  <a:pt x="5016083" y="1540072"/>
                  <a:pt x="5015585" y="1539740"/>
                  <a:pt x="5015336" y="1539325"/>
                </a:cubicBezTo>
                <a:lnTo>
                  <a:pt x="5004868" y="1521213"/>
                </a:lnTo>
                <a:cubicBezTo>
                  <a:pt x="5004619" y="1520715"/>
                  <a:pt x="5004619" y="1520133"/>
                  <a:pt x="5004868" y="1519718"/>
                </a:cubicBezTo>
                <a:lnTo>
                  <a:pt x="5015336" y="1501606"/>
                </a:lnTo>
                <a:cubicBezTo>
                  <a:pt x="5015584" y="1501108"/>
                  <a:pt x="5016083" y="1500859"/>
                  <a:pt x="5016581" y="1500859"/>
                </a:cubicBezTo>
                <a:lnTo>
                  <a:pt x="5037518" y="1500859"/>
                </a:lnTo>
                <a:cubicBezTo>
                  <a:pt x="5038017" y="1500859"/>
                  <a:pt x="5038514" y="1501191"/>
                  <a:pt x="5038763" y="1501606"/>
                </a:cubicBezTo>
                <a:lnTo>
                  <a:pt x="5049231" y="1519718"/>
                </a:lnTo>
                <a:cubicBezTo>
                  <a:pt x="5049480" y="1520216"/>
                  <a:pt x="5049480" y="1520798"/>
                  <a:pt x="5049231" y="1521213"/>
                </a:cubicBezTo>
                <a:lnTo>
                  <a:pt x="5038763" y="1539325"/>
                </a:lnTo>
                <a:cubicBezTo>
                  <a:pt x="5038515" y="1539823"/>
                  <a:pt x="5038017" y="1540072"/>
                  <a:pt x="5037518" y="1540072"/>
                </a:cubicBezTo>
                <a:close/>
                <a:moveTo>
                  <a:pt x="3872983" y="1233738"/>
                </a:moveTo>
                <a:cubicBezTo>
                  <a:pt x="3872485" y="1233738"/>
                  <a:pt x="3871986" y="1233405"/>
                  <a:pt x="3871737" y="1232990"/>
                </a:cubicBezTo>
                <a:lnTo>
                  <a:pt x="3861186" y="1214712"/>
                </a:lnTo>
                <a:cubicBezTo>
                  <a:pt x="3860937" y="1214214"/>
                  <a:pt x="3860937" y="1213632"/>
                  <a:pt x="3861186" y="1213217"/>
                </a:cubicBezTo>
                <a:lnTo>
                  <a:pt x="3871737" y="1194939"/>
                </a:lnTo>
                <a:cubicBezTo>
                  <a:pt x="3871986" y="1194441"/>
                  <a:pt x="3872485" y="1194192"/>
                  <a:pt x="3872983" y="1194192"/>
                </a:cubicBezTo>
                <a:lnTo>
                  <a:pt x="3894002" y="1194192"/>
                </a:lnTo>
                <a:cubicBezTo>
                  <a:pt x="3894500" y="1194192"/>
                  <a:pt x="3894999" y="1194524"/>
                  <a:pt x="3895248" y="1194939"/>
                </a:cubicBezTo>
                <a:lnTo>
                  <a:pt x="3905799" y="1213217"/>
                </a:lnTo>
                <a:cubicBezTo>
                  <a:pt x="3906049" y="1213715"/>
                  <a:pt x="3906049" y="1214297"/>
                  <a:pt x="3905799" y="1214712"/>
                </a:cubicBezTo>
                <a:lnTo>
                  <a:pt x="3895248" y="1232990"/>
                </a:lnTo>
                <a:cubicBezTo>
                  <a:pt x="3894999" y="1233488"/>
                  <a:pt x="3894500" y="1233738"/>
                  <a:pt x="3894002" y="1233738"/>
                </a:cubicBezTo>
                <a:close/>
                <a:moveTo>
                  <a:pt x="5076708" y="1556275"/>
                </a:moveTo>
                <a:cubicBezTo>
                  <a:pt x="5076210" y="1556275"/>
                  <a:pt x="5075711" y="1555942"/>
                  <a:pt x="5075462" y="1555527"/>
                </a:cubicBezTo>
                <a:lnTo>
                  <a:pt x="5064911" y="1537249"/>
                </a:lnTo>
                <a:cubicBezTo>
                  <a:pt x="5064662" y="1536751"/>
                  <a:pt x="5064662" y="1536169"/>
                  <a:pt x="5064911" y="1535754"/>
                </a:cubicBezTo>
                <a:lnTo>
                  <a:pt x="5075462" y="1517476"/>
                </a:lnTo>
                <a:cubicBezTo>
                  <a:pt x="5075711" y="1516978"/>
                  <a:pt x="5076210" y="1516729"/>
                  <a:pt x="5076708" y="1516729"/>
                </a:cubicBezTo>
                <a:lnTo>
                  <a:pt x="5097727" y="1516729"/>
                </a:lnTo>
                <a:cubicBezTo>
                  <a:pt x="5098226" y="1516729"/>
                  <a:pt x="5098724" y="1517061"/>
                  <a:pt x="5098974" y="1517476"/>
                </a:cubicBezTo>
                <a:lnTo>
                  <a:pt x="5109524" y="1535754"/>
                </a:lnTo>
                <a:cubicBezTo>
                  <a:pt x="5109774" y="1536252"/>
                  <a:pt x="5109774" y="1536834"/>
                  <a:pt x="5109524" y="1537249"/>
                </a:cubicBezTo>
                <a:lnTo>
                  <a:pt x="5098973" y="1555527"/>
                </a:lnTo>
                <a:cubicBezTo>
                  <a:pt x="5098724" y="1556025"/>
                  <a:pt x="5098226" y="1556275"/>
                  <a:pt x="5097727" y="1556275"/>
                </a:cubicBezTo>
                <a:close/>
                <a:moveTo>
                  <a:pt x="2007186" y="733990"/>
                </a:moveTo>
                <a:cubicBezTo>
                  <a:pt x="2006605" y="733991"/>
                  <a:pt x="2006106" y="733741"/>
                  <a:pt x="2005857" y="733242"/>
                </a:cubicBezTo>
                <a:lnTo>
                  <a:pt x="1995306" y="714883"/>
                </a:lnTo>
                <a:cubicBezTo>
                  <a:pt x="1995057" y="714384"/>
                  <a:pt x="1995057" y="713885"/>
                  <a:pt x="1995306" y="713386"/>
                </a:cubicBezTo>
                <a:lnTo>
                  <a:pt x="2005857" y="695026"/>
                </a:lnTo>
                <a:cubicBezTo>
                  <a:pt x="2006189" y="694527"/>
                  <a:pt x="2006688" y="694278"/>
                  <a:pt x="2007186" y="694278"/>
                </a:cubicBezTo>
                <a:lnTo>
                  <a:pt x="2028372" y="694279"/>
                </a:lnTo>
                <a:cubicBezTo>
                  <a:pt x="2028953" y="694278"/>
                  <a:pt x="2029452" y="694528"/>
                  <a:pt x="2029701" y="695026"/>
                </a:cubicBezTo>
                <a:lnTo>
                  <a:pt x="2040252" y="713386"/>
                </a:lnTo>
                <a:cubicBezTo>
                  <a:pt x="2040501" y="713885"/>
                  <a:pt x="2040501" y="714384"/>
                  <a:pt x="2040252" y="714882"/>
                </a:cubicBezTo>
                <a:lnTo>
                  <a:pt x="2029701" y="733242"/>
                </a:lnTo>
                <a:cubicBezTo>
                  <a:pt x="2029368" y="733742"/>
                  <a:pt x="2028870" y="733990"/>
                  <a:pt x="2028372" y="733990"/>
                </a:cubicBezTo>
                <a:close/>
                <a:moveTo>
                  <a:pt x="5136870" y="1572587"/>
                </a:moveTo>
                <a:cubicBezTo>
                  <a:pt x="5136289" y="1572587"/>
                  <a:pt x="5135790" y="1572338"/>
                  <a:pt x="5135540" y="1571839"/>
                </a:cubicBezTo>
                <a:lnTo>
                  <a:pt x="5124990" y="1553479"/>
                </a:lnTo>
                <a:cubicBezTo>
                  <a:pt x="5124741" y="1552980"/>
                  <a:pt x="5124741" y="1552481"/>
                  <a:pt x="5124990" y="1551983"/>
                </a:cubicBezTo>
                <a:lnTo>
                  <a:pt x="5135541" y="1533622"/>
                </a:lnTo>
                <a:cubicBezTo>
                  <a:pt x="5135873" y="1533123"/>
                  <a:pt x="5136372" y="1532875"/>
                  <a:pt x="5136870" y="1532874"/>
                </a:cubicBezTo>
                <a:lnTo>
                  <a:pt x="5158056" y="1532875"/>
                </a:lnTo>
                <a:cubicBezTo>
                  <a:pt x="5158637" y="1532875"/>
                  <a:pt x="5159135" y="1533123"/>
                  <a:pt x="5159384" y="1533623"/>
                </a:cubicBezTo>
                <a:lnTo>
                  <a:pt x="5169936" y="1551983"/>
                </a:lnTo>
                <a:cubicBezTo>
                  <a:pt x="5170185" y="1552482"/>
                  <a:pt x="5170185" y="1552981"/>
                  <a:pt x="5169936" y="1553479"/>
                </a:cubicBezTo>
                <a:lnTo>
                  <a:pt x="5159385" y="1571838"/>
                </a:lnTo>
                <a:cubicBezTo>
                  <a:pt x="5159052" y="1572338"/>
                  <a:pt x="5158554" y="1572586"/>
                  <a:pt x="5158056" y="1572586"/>
                </a:cubicBezTo>
                <a:close/>
                <a:moveTo>
                  <a:pt x="2187663" y="782443"/>
                </a:moveTo>
                <a:cubicBezTo>
                  <a:pt x="2187082" y="782443"/>
                  <a:pt x="2186583" y="782194"/>
                  <a:pt x="2186334" y="781695"/>
                </a:cubicBezTo>
                <a:lnTo>
                  <a:pt x="2175700" y="763252"/>
                </a:lnTo>
                <a:cubicBezTo>
                  <a:pt x="2175451" y="762836"/>
                  <a:pt x="2175451" y="762255"/>
                  <a:pt x="2175700" y="761756"/>
                </a:cubicBezTo>
                <a:lnTo>
                  <a:pt x="2186334" y="743313"/>
                </a:lnTo>
                <a:cubicBezTo>
                  <a:pt x="2186666" y="742814"/>
                  <a:pt x="2187165" y="742565"/>
                  <a:pt x="2187663" y="742565"/>
                </a:cubicBezTo>
                <a:lnTo>
                  <a:pt x="2208932" y="742565"/>
                </a:lnTo>
                <a:cubicBezTo>
                  <a:pt x="2209513" y="742565"/>
                  <a:pt x="2210011" y="742814"/>
                  <a:pt x="2210261" y="743313"/>
                </a:cubicBezTo>
                <a:lnTo>
                  <a:pt x="2220895" y="761756"/>
                </a:lnTo>
                <a:cubicBezTo>
                  <a:pt x="2221144" y="762172"/>
                  <a:pt x="2221144" y="762754"/>
                  <a:pt x="2220895" y="763252"/>
                </a:cubicBezTo>
                <a:lnTo>
                  <a:pt x="2210261" y="781695"/>
                </a:lnTo>
                <a:cubicBezTo>
                  <a:pt x="2209929" y="782194"/>
                  <a:pt x="2209430" y="782443"/>
                  <a:pt x="2208932" y="782443"/>
                </a:cubicBezTo>
                <a:close/>
                <a:moveTo>
                  <a:pt x="4956230" y="1524278"/>
                </a:moveTo>
                <a:cubicBezTo>
                  <a:pt x="4955648" y="1524278"/>
                  <a:pt x="4955150" y="1524029"/>
                  <a:pt x="4954900" y="1523530"/>
                </a:cubicBezTo>
                <a:lnTo>
                  <a:pt x="4944266" y="1505087"/>
                </a:lnTo>
                <a:cubicBezTo>
                  <a:pt x="4944018" y="1504671"/>
                  <a:pt x="4944017" y="1504090"/>
                  <a:pt x="4944267" y="1503591"/>
                </a:cubicBezTo>
                <a:lnTo>
                  <a:pt x="4954900" y="1485148"/>
                </a:lnTo>
                <a:cubicBezTo>
                  <a:pt x="4955232" y="1484649"/>
                  <a:pt x="4955731" y="1484400"/>
                  <a:pt x="4956230" y="1484400"/>
                </a:cubicBezTo>
                <a:lnTo>
                  <a:pt x="4977498" y="1484400"/>
                </a:lnTo>
                <a:cubicBezTo>
                  <a:pt x="4978079" y="1484400"/>
                  <a:pt x="4978578" y="1484649"/>
                  <a:pt x="4978828" y="1485148"/>
                </a:cubicBezTo>
                <a:lnTo>
                  <a:pt x="4989462" y="1503591"/>
                </a:lnTo>
                <a:cubicBezTo>
                  <a:pt x="4989710" y="1504007"/>
                  <a:pt x="4989710" y="1504589"/>
                  <a:pt x="4989461" y="1505087"/>
                </a:cubicBezTo>
                <a:lnTo>
                  <a:pt x="4978828" y="1523530"/>
                </a:lnTo>
                <a:cubicBezTo>
                  <a:pt x="4978495" y="1524030"/>
                  <a:pt x="4977996" y="1524278"/>
                  <a:pt x="4977498" y="1524278"/>
                </a:cubicBezTo>
                <a:close/>
                <a:moveTo>
                  <a:pt x="2909813" y="976049"/>
                </a:moveTo>
                <a:cubicBezTo>
                  <a:pt x="2909232" y="976049"/>
                  <a:pt x="2908733" y="975800"/>
                  <a:pt x="2908484" y="975301"/>
                </a:cubicBezTo>
                <a:lnTo>
                  <a:pt x="2897850" y="956775"/>
                </a:lnTo>
                <a:cubicBezTo>
                  <a:pt x="2897601" y="956359"/>
                  <a:pt x="2897601" y="955777"/>
                  <a:pt x="2897850" y="955279"/>
                </a:cubicBezTo>
                <a:lnTo>
                  <a:pt x="2908567" y="936752"/>
                </a:lnTo>
                <a:cubicBezTo>
                  <a:pt x="2908900" y="936337"/>
                  <a:pt x="2909398" y="936005"/>
                  <a:pt x="2909897" y="936005"/>
                </a:cubicBezTo>
                <a:lnTo>
                  <a:pt x="2931248" y="936005"/>
                </a:lnTo>
                <a:cubicBezTo>
                  <a:pt x="2931829" y="936005"/>
                  <a:pt x="2932328" y="936254"/>
                  <a:pt x="2932577" y="936752"/>
                </a:cubicBezTo>
                <a:lnTo>
                  <a:pt x="2943211" y="955279"/>
                </a:lnTo>
                <a:cubicBezTo>
                  <a:pt x="2943461" y="955695"/>
                  <a:pt x="2943461" y="956276"/>
                  <a:pt x="2943211" y="956775"/>
                </a:cubicBezTo>
                <a:lnTo>
                  <a:pt x="2932494" y="975301"/>
                </a:lnTo>
                <a:cubicBezTo>
                  <a:pt x="2932162" y="975717"/>
                  <a:pt x="2931663" y="976049"/>
                  <a:pt x="2931165" y="976049"/>
                </a:cubicBezTo>
                <a:close/>
                <a:moveTo>
                  <a:pt x="2970000" y="992176"/>
                </a:moveTo>
                <a:cubicBezTo>
                  <a:pt x="2969419" y="992176"/>
                  <a:pt x="2968920" y="991927"/>
                  <a:pt x="2968671" y="991428"/>
                </a:cubicBezTo>
                <a:lnTo>
                  <a:pt x="2958037" y="972902"/>
                </a:lnTo>
                <a:cubicBezTo>
                  <a:pt x="2957788" y="972486"/>
                  <a:pt x="2957788" y="971904"/>
                  <a:pt x="2958037" y="971406"/>
                </a:cubicBezTo>
                <a:lnTo>
                  <a:pt x="2968754" y="952879"/>
                </a:lnTo>
                <a:cubicBezTo>
                  <a:pt x="2969087" y="952464"/>
                  <a:pt x="2969585" y="952132"/>
                  <a:pt x="2970084" y="952132"/>
                </a:cubicBezTo>
                <a:lnTo>
                  <a:pt x="2991435" y="952132"/>
                </a:lnTo>
                <a:cubicBezTo>
                  <a:pt x="2992016" y="952132"/>
                  <a:pt x="2992515" y="952381"/>
                  <a:pt x="2992764" y="952879"/>
                </a:cubicBezTo>
                <a:lnTo>
                  <a:pt x="3003398" y="971406"/>
                </a:lnTo>
                <a:cubicBezTo>
                  <a:pt x="3003648" y="971822"/>
                  <a:pt x="3003648" y="972403"/>
                  <a:pt x="3003398" y="972902"/>
                </a:cubicBezTo>
                <a:lnTo>
                  <a:pt x="2992681" y="991428"/>
                </a:lnTo>
                <a:cubicBezTo>
                  <a:pt x="2992349" y="991844"/>
                  <a:pt x="2991850" y="992176"/>
                  <a:pt x="2991352" y="992176"/>
                </a:cubicBezTo>
                <a:close/>
                <a:moveTo>
                  <a:pt x="3090373" y="1024512"/>
                </a:moveTo>
                <a:cubicBezTo>
                  <a:pt x="3089792" y="1024512"/>
                  <a:pt x="3089293" y="1024263"/>
                  <a:pt x="3089044" y="1023765"/>
                </a:cubicBezTo>
                <a:lnTo>
                  <a:pt x="3078327" y="1005155"/>
                </a:lnTo>
                <a:cubicBezTo>
                  <a:pt x="3078078" y="1004739"/>
                  <a:pt x="3078078" y="1004158"/>
                  <a:pt x="3078327" y="1003659"/>
                </a:cubicBezTo>
                <a:lnTo>
                  <a:pt x="3089044" y="985049"/>
                </a:lnTo>
                <a:cubicBezTo>
                  <a:pt x="3089376" y="984634"/>
                  <a:pt x="3089875" y="984302"/>
                  <a:pt x="3090373" y="984302"/>
                </a:cubicBezTo>
                <a:lnTo>
                  <a:pt x="3111808" y="984302"/>
                </a:lnTo>
                <a:cubicBezTo>
                  <a:pt x="3112389" y="984302"/>
                  <a:pt x="3112888" y="984551"/>
                  <a:pt x="3113137" y="985049"/>
                </a:cubicBezTo>
                <a:lnTo>
                  <a:pt x="3123854" y="1003659"/>
                </a:lnTo>
                <a:cubicBezTo>
                  <a:pt x="3124103" y="1004075"/>
                  <a:pt x="3124103" y="1004656"/>
                  <a:pt x="3123854" y="1005155"/>
                </a:cubicBezTo>
                <a:lnTo>
                  <a:pt x="3113137" y="1023765"/>
                </a:lnTo>
                <a:cubicBezTo>
                  <a:pt x="3112805" y="1024180"/>
                  <a:pt x="3112306" y="1024512"/>
                  <a:pt x="3111808" y="1024512"/>
                </a:cubicBezTo>
                <a:close/>
                <a:moveTo>
                  <a:pt x="1766192" y="669804"/>
                </a:moveTo>
                <a:cubicBezTo>
                  <a:pt x="1765611" y="669804"/>
                  <a:pt x="1765112" y="669555"/>
                  <a:pt x="1764863" y="669057"/>
                </a:cubicBezTo>
                <a:lnTo>
                  <a:pt x="1754063" y="650364"/>
                </a:lnTo>
                <a:cubicBezTo>
                  <a:pt x="1753814" y="649948"/>
                  <a:pt x="1753814" y="649367"/>
                  <a:pt x="1754063" y="648868"/>
                </a:cubicBezTo>
                <a:lnTo>
                  <a:pt x="1764863" y="630175"/>
                </a:lnTo>
                <a:cubicBezTo>
                  <a:pt x="1765112" y="629760"/>
                  <a:pt x="1765694" y="629428"/>
                  <a:pt x="1766192" y="629428"/>
                </a:cubicBezTo>
                <a:lnTo>
                  <a:pt x="1787793" y="629428"/>
                </a:lnTo>
                <a:cubicBezTo>
                  <a:pt x="1788374" y="629428"/>
                  <a:pt x="1788873" y="629677"/>
                  <a:pt x="1789122" y="630175"/>
                </a:cubicBezTo>
                <a:lnTo>
                  <a:pt x="1799923" y="648868"/>
                </a:lnTo>
                <a:cubicBezTo>
                  <a:pt x="1800172" y="649284"/>
                  <a:pt x="1800172" y="649866"/>
                  <a:pt x="1799923" y="650364"/>
                </a:cubicBezTo>
                <a:lnTo>
                  <a:pt x="1789122" y="669057"/>
                </a:lnTo>
                <a:cubicBezTo>
                  <a:pt x="1788873" y="669472"/>
                  <a:pt x="1788291" y="669804"/>
                  <a:pt x="1787793" y="669804"/>
                </a:cubicBezTo>
                <a:close/>
                <a:moveTo>
                  <a:pt x="1826377" y="686026"/>
                </a:moveTo>
                <a:cubicBezTo>
                  <a:pt x="1825796" y="686025"/>
                  <a:pt x="1825298" y="685776"/>
                  <a:pt x="1825048" y="685278"/>
                </a:cubicBezTo>
                <a:lnTo>
                  <a:pt x="1814249" y="666502"/>
                </a:lnTo>
                <a:cubicBezTo>
                  <a:pt x="1813999" y="666086"/>
                  <a:pt x="1814000" y="665505"/>
                  <a:pt x="1814248" y="665006"/>
                </a:cubicBezTo>
                <a:lnTo>
                  <a:pt x="1825049" y="646231"/>
                </a:lnTo>
                <a:cubicBezTo>
                  <a:pt x="1825297" y="645815"/>
                  <a:pt x="1825880" y="645482"/>
                  <a:pt x="1826377" y="645483"/>
                </a:cubicBezTo>
                <a:lnTo>
                  <a:pt x="1848061" y="645483"/>
                </a:lnTo>
                <a:cubicBezTo>
                  <a:pt x="1848643" y="645483"/>
                  <a:pt x="1849141" y="645732"/>
                  <a:pt x="1849392" y="646231"/>
                </a:cubicBezTo>
                <a:lnTo>
                  <a:pt x="1860191" y="665006"/>
                </a:lnTo>
                <a:cubicBezTo>
                  <a:pt x="1860441" y="665422"/>
                  <a:pt x="1860440" y="666004"/>
                  <a:pt x="1860192" y="666502"/>
                </a:cubicBezTo>
                <a:lnTo>
                  <a:pt x="1849391" y="685278"/>
                </a:lnTo>
                <a:cubicBezTo>
                  <a:pt x="1849141" y="685694"/>
                  <a:pt x="1848560" y="686025"/>
                  <a:pt x="1848062" y="686026"/>
                </a:cubicBezTo>
                <a:close/>
                <a:moveTo>
                  <a:pt x="1886563" y="702152"/>
                </a:moveTo>
                <a:cubicBezTo>
                  <a:pt x="1885982" y="702152"/>
                  <a:pt x="1885483" y="701903"/>
                  <a:pt x="1885234" y="701405"/>
                </a:cubicBezTo>
                <a:lnTo>
                  <a:pt x="1874434" y="682629"/>
                </a:lnTo>
                <a:cubicBezTo>
                  <a:pt x="1874185" y="682212"/>
                  <a:pt x="1874185" y="681632"/>
                  <a:pt x="1874434" y="681133"/>
                </a:cubicBezTo>
                <a:lnTo>
                  <a:pt x="1885234" y="662358"/>
                </a:lnTo>
                <a:cubicBezTo>
                  <a:pt x="1885483" y="661941"/>
                  <a:pt x="1886065" y="661609"/>
                  <a:pt x="1886563" y="661610"/>
                </a:cubicBezTo>
                <a:lnTo>
                  <a:pt x="1908247" y="661609"/>
                </a:lnTo>
                <a:cubicBezTo>
                  <a:pt x="1908829" y="661609"/>
                  <a:pt x="1909327" y="661858"/>
                  <a:pt x="1909577" y="662358"/>
                </a:cubicBezTo>
                <a:lnTo>
                  <a:pt x="1920377" y="681132"/>
                </a:lnTo>
                <a:cubicBezTo>
                  <a:pt x="1920626" y="681549"/>
                  <a:pt x="1920626" y="682130"/>
                  <a:pt x="1920377" y="682629"/>
                </a:cubicBezTo>
                <a:lnTo>
                  <a:pt x="1909577" y="701405"/>
                </a:lnTo>
                <a:cubicBezTo>
                  <a:pt x="1909327" y="701820"/>
                  <a:pt x="1908745" y="702152"/>
                  <a:pt x="1908247" y="702152"/>
                </a:cubicBezTo>
                <a:close/>
                <a:moveTo>
                  <a:pt x="1946750" y="718280"/>
                </a:moveTo>
                <a:cubicBezTo>
                  <a:pt x="1946169" y="718279"/>
                  <a:pt x="1945670" y="718030"/>
                  <a:pt x="1945421" y="717532"/>
                </a:cubicBezTo>
                <a:lnTo>
                  <a:pt x="1934621" y="698756"/>
                </a:lnTo>
                <a:cubicBezTo>
                  <a:pt x="1934372" y="698339"/>
                  <a:pt x="1934372" y="697759"/>
                  <a:pt x="1934621" y="697260"/>
                </a:cubicBezTo>
                <a:lnTo>
                  <a:pt x="1945421" y="678485"/>
                </a:lnTo>
                <a:cubicBezTo>
                  <a:pt x="1945670" y="678068"/>
                  <a:pt x="1946252" y="677736"/>
                  <a:pt x="1946750" y="677737"/>
                </a:cubicBezTo>
                <a:lnTo>
                  <a:pt x="1968434" y="677736"/>
                </a:lnTo>
                <a:cubicBezTo>
                  <a:pt x="1969016" y="677736"/>
                  <a:pt x="1969514" y="677985"/>
                  <a:pt x="1969764" y="678485"/>
                </a:cubicBezTo>
                <a:lnTo>
                  <a:pt x="1980564" y="697259"/>
                </a:lnTo>
                <a:cubicBezTo>
                  <a:pt x="1980813" y="697676"/>
                  <a:pt x="1980813" y="698257"/>
                  <a:pt x="1980564" y="698756"/>
                </a:cubicBezTo>
                <a:lnTo>
                  <a:pt x="1969764" y="717532"/>
                </a:lnTo>
                <a:cubicBezTo>
                  <a:pt x="1969514" y="717947"/>
                  <a:pt x="1968932" y="718279"/>
                  <a:pt x="1968434" y="718279"/>
                </a:cubicBezTo>
                <a:close/>
                <a:moveTo>
                  <a:pt x="2789357" y="944055"/>
                </a:moveTo>
                <a:cubicBezTo>
                  <a:pt x="2788776" y="944055"/>
                  <a:pt x="2788277" y="943805"/>
                  <a:pt x="2788028" y="943308"/>
                </a:cubicBezTo>
                <a:lnTo>
                  <a:pt x="2777228" y="924532"/>
                </a:lnTo>
                <a:cubicBezTo>
                  <a:pt x="2776979" y="924115"/>
                  <a:pt x="2776979" y="923535"/>
                  <a:pt x="2777228" y="923035"/>
                </a:cubicBezTo>
                <a:lnTo>
                  <a:pt x="2788028" y="904261"/>
                </a:lnTo>
                <a:cubicBezTo>
                  <a:pt x="2788277" y="903844"/>
                  <a:pt x="2788859" y="903512"/>
                  <a:pt x="2789357" y="903512"/>
                </a:cubicBezTo>
                <a:lnTo>
                  <a:pt x="2811041" y="903512"/>
                </a:lnTo>
                <a:cubicBezTo>
                  <a:pt x="2811623" y="903512"/>
                  <a:pt x="2812121" y="903761"/>
                  <a:pt x="2812370" y="904260"/>
                </a:cubicBezTo>
                <a:lnTo>
                  <a:pt x="2823171" y="923035"/>
                </a:lnTo>
                <a:cubicBezTo>
                  <a:pt x="2823420" y="923452"/>
                  <a:pt x="2823420" y="924033"/>
                  <a:pt x="2823171" y="924531"/>
                </a:cubicBezTo>
                <a:lnTo>
                  <a:pt x="2812370" y="943307"/>
                </a:lnTo>
                <a:cubicBezTo>
                  <a:pt x="2812121" y="943723"/>
                  <a:pt x="2811539" y="944055"/>
                  <a:pt x="2811041" y="944055"/>
                </a:cubicBezTo>
                <a:close/>
                <a:moveTo>
                  <a:pt x="2428170" y="847367"/>
                </a:moveTo>
                <a:cubicBezTo>
                  <a:pt x="2427588" y="847367"/>
                  <a:pt x="2427090" y="847118"/>
                  <a:pt x="2426841" y="846619"/>
                </a:cubicBezTo>
                <a:lnTo>
                  <a:pt x="2415957" y="827760"/>
                </a:lnTo>
                <a:cubicBezTo>
                  <a:pt x="2415709" y="827262"/>
                  <a:pt x="2415708" y="826680"/>
                  <a:pt x="2415958" y="826182"/>
                </a:cubicBezTo>
                <a:lnTo>
                  <a:pt x="2426841" y="807323"/>
                </a:lnTo>
                <a:cubicBezTo>
                  <a:pt x="2427090" y="806908"/>
                  <a:pt x="2427589" y="806575"/>
                  <a:pt x="2428170" y="806575"/>
                </a:cubicBezTo>
                <a:lnTo>
                  <a:pt x="2449937" y="806575"/>
                </a:lnTo>
                <a:cubicBezTo>
                  <a:pt x="2450518" y="806575"/>
                  <a:pt x="2451016" y="806824"/>
                  <a:pt x="2451265" y="807323"/>
                </a:cubicBezTo>
                <a:lnTo>
                  <a:pt x="2462149" y="826182"/>
                </a:lnTo>
                <a:cubicBezTo>
                  <a:pt x="2462398" y="826680"/>
                  <a:pt x="2462398" y="827262"/>
                  <a:pt x="2462149" y="827760"/>
                </a:cubicBezTo>
                <a:lnTo>
                  <a:pt x="2451265" y="846619"/>
                </a:lnTo>
                <a:cubicBezTo>
                  <a:pt x="2451016" y="847035"/>
                  <a:pt x="2450518" y="847367"/>
                  <a:pt x="2449936" y="847367"/>
                </a:cubicBezTo>
                <a:close/>
                <a:moveTo>
                  <a:pt x="2728996" y="928165"/>
                </a:moveTo>
                <a:cubicBezTo>
                  <a:pt x="2728497" y="928165"/>
                  <a:pt x="2727915" y="927915"/>
                  <a:pt x="2727666" y="927417"/>
                </a:cubicBezTo>
                <a:lnTo>
                  <a:pt x="2716783" y="908475"/>
                </a:lnTo>
                <a:cubicBezTo>
                  <a:pt x="2716534" y="907977"/>
                  <a:pt x="2716534" y="907395"/>
                  <a:pt x="2716783" y="906897"/>
                </a:cubicBezTo>
                <a:lnTo>
                  <a:pt x="2727749" y="887955"/>
                </a:lnTo>
                <a:cubicBezTo>
                  <a:pt x="2727999" y="887539"/>
                  <a:pt x="2728497" y="887207"/>
                  <a:pt x="2729079" y="887207"/>
                </a:cubicBezTo>
                <a:lnTo>
                  <a:pt x="2750929" y="887207"/>
                </a:lnTo>
                <a:cubicBezTo>
                  <a:pt x="2751427" y="887207"/>
                  <a:pt x="2752009" y="887456"/>
                  <a:pt x="2752258" y="887954"/>
                </a:cubicBezTo>
                <a:lnTo>
                  <a:pt x="2763141" y="906897"/>
                </a:lnTo>
                <a:cubicBezTo>
                  <a:pt x="2763390" y="907395"/>
                  <a:pt x="2763390" y="907977"/>
                  <a:pt x="2763141" y="908475"/>
                </a:cubicBezTo>
                <a:lnTo>
                  <a:pt x="2752175" y="927417"/>
                </a:lnTo>
                <a:cubicBezTo>
                  <a:pt x="2751926" y="927832"/>
                  <a:pt x="2751427" y="928165"/>
                  <a:pt x="2750845" y="928165"/>
                </a:cubicBezTo>
                <a:close/>
                <a:moveTo>
                  <a:pt x="2668809" y="912121"/>
                </a:moveTo>
                <a:cubicBezTo>
                  <a:pt x="2668311" y="912121"/>
                  <a:pt x="2667729" y="911872"/>
                  <a:pt x="2667480" y="911373"/>
                </a:cubicBezTo>
                <a:lnTo>
                  <a:pt x="2656514" y="892348"/>
                </a:lnTo>
                <a:cubicBezTo>
                  <a:pt x="2656265" y="891850"/>
                  <a:pt x="2656265" y="891269"/>
                  <a:pt x="2656514" y="890770"/>
                </a:cubicBezTo>
                <a:lnTo>
                  <a:pt x="2667480" y="871744"/>
                </a:lnTo>
                <a:cubicBezTo>
                  <a:pt x="2667729" y="871329"/>
                  <a:pt x="2668228" y="870998"/>
                  <a:pt x="2668809" y="870997"/>
                </a:cubicBezTo>
                <a:lnTo>
                  <a:pt x="2690742" y="870998"/>
                </a:lnTo>
                <a:cubicBezTo>
                  <a:pt x="2691241" y="870997"/>
                  <a:pt x="2691823" y="871246"/>
                  <a:pt x="2692072" y="871744"/>
                </a:cubicBezTo>
                <a:lnTo>
                  <a:pt x="2703038" y="890770"/>
                </a:lnTo>
                <a:cubicBezTo>
                  <a:pt x="2703287" y="891268"/>
                  <a:pt x="2703287" y="891851"/>
                  <a:pt x="2703038" y="892349"/>
                </a:cubicBezTo>
                <a:lnTo>
                  <a:pt x="2692072" y="911374"/>
                </a:lnTo>
                <a:cubicBezTo>
                  <a:pt x="2691823" y="911789"/>
                  <a:pt x="2691324" y="912122"/>
                  <a:pt x="2690742" y="912121"/>
                </a:cubicBezTo>
                <a:close/>
                <a:moveTo>
                  <a:pt x="2849286" y="960584"/>
                </a:moveTo>
                <a:cubicBezTo>
                  <a:pt x="2848787" y="960584"/>
                  <a:pt x="2848206" y="960335"/>
                  <a:pt x="2847957" y="959837"/>
                </a:cubicBezTo>
                <a:lnTo>
                  <a:pt x="2836907" y="940729"/>
                </a:lnTo>
                <a:cubicBezTo>
                  <a:pt x="2836658" y="940230"/>
                  <a:pt x="2836658" y="939648"/>
                  <a:pt x="2836907" y="939150"/>
                </a:cubicBezTo>
                <a:lnTo>
                  <a:pt x="2847957" y="920041"/>
                </a:lnTo>
                <a:cubicBezTo>
                  <a:pt x="2848206" y="919626"/>
                  <a:pt x="2848704" y="919294"/>
                  <a:pt x="2849286" y="919294"/>
                </a:cubicBezTo>
                <a:lnTo>
                  <a:pt x="2871385" y="919294"/>
                </a:lnTo>
                <a:cubicBezTo>
                  <a:pt x="2871883" y="919294"/>
                  <a:pt x="2872465" y="919543"/>
                  <a:pt x="2872714" y="920041"/>
                </a:cubicBezTo>
                <a:lnTo>
                  <a:pt x="2883764" y="939150"/>
                </a:lnTo>
                <a:cubicBezTo>
                  <a:pt x="2884013" y="939648"/>
                  <a:pt x="2884013" y="940230"/>
                  <a:pt x="2883764" y="940729"/>
                </a:cubicBezTo>
                <a:lnTo>
                  <a:pt x="2872714" y="959837"/>
                </a:lnTo>
                <a:cubicBezTo>
                  <a:pt x="2872465" y="960252"/>
                  <a:pt x="2871966" y="960584"/>
                  <a:pt x="2871385" y="960584"/>
                </a:cubicBezTo>
                <a:close/>
                <a:moveTo>
                  <a:pt x="2548354" y="879950"/>
                </a:moveTo>
                <a:cubicBezTo>
                  <a:pt x="2547856" y="879950"/>
                  <a:pt x="2547273" y="879701"/>
                  <a:pt x="2547025" y="879203"/>
                </a:cubicBezTo>
                <a:lnTo>
                  <a:pt x="2535976" y="860095"/>
                </a:lnTo>
                <a:cubicBezTo>
                  <a:pt x="2535726" y="859596"/>
                  <a:pt x="2535727" y="859014"/>
                  <a:pt x="2535975" y="858516"/>
                </a:cubicBezTo>
                <a:lnTo>
                  <a:pt x="2547025" y="839407"/>
                </a:lnTo>
                <a:cubicBezTo>
                  <a:pt x="2547274" y="838992"/>
                  <a:pt x="2547772" y="838660"/>
                  <a:pt x="2548353" y="838660"/>
                </a:cubicBezTo>
                <a:lnTo>
                  <a:pt x="2570453" y="838660"/>
                </a:lnTo>
                <a:cubicBezTo>
                  <a:pt x="2570951" y="838660"/>
                  <a:pt x="2571534" y="838909"/>
                  <a:pt x="2571782" y="839407"/>
                </a:cubicBezTo>
                <a:lnTo>
                  <a:pt x="2582833" y="858516"/>
                </a:lnTo>
                <a:cubicBezTo>
                  <a:pt x="2583081" y="859014"/>
                  <a:pt x="2583080" y="859596"/>
                  <a:pt x="2582832" y="860095"/>
                </a:cubicBezTo>
                <a:lnTo>
                  <a:pt x="2571782" y="879203"/>
                </a:lnTo>
                <a:cubicBezTo>
                  <a:pt x="2571533" y="879618"/>
                  <a:pt x="2571035" y="879950"/>
                  <a:pt x="2570454" y="879950"/>
                </a:cubicBezTo>
                <a:close/>
                <a:moveTo>
                  <a:pt x="2488085" y="863906"/>
                </a:moveTo>
                <a:cubicBezTo>
                  <a:pt x="2487587" y="863906"/>
                  <a:pt x="2487006" y="863657"/>
                  <a:pt x="2486756" y="863159"/>
                </a:cubicBezTo>
                <a:lnTo>
                  <a:pt x="2475707" y="843968"/>
                </a:lnTo>
                <a:cubicBezTo>
                  <a:pt x="2475458" y="843469"/>
                  <a:pt x="2475458" y="842888"/>
                  <a:pt x="2475707" y="842389"/>
                </a:cubicBezTo>
                <a:lnTo>
                  <a:pt x="2486840" y="823198"/>
                </a:lnTo>
                <a:cubicBezTo>
                  <a:pt x="2487089" y="822782"/>
                  <a:pt x="2487587" y="822450"/>
                  <a:pt x="2488168" y="822450"/>
                </a:cubicBezTo>
                <a:lnTo>
                  <a:pt x="2510351" y="822450"/>
                </a:lnTo>
                <a:cubicBezTo>
                  <a:pt x="2510850" y="822450"/>
                  <a:pt x="2511431" y="822699"/>
                  <a:pt x="2511679" y="823198"/>
                </a:cubicBezTo>
                <a:lnTo>
                  <a:pt x="2522730" y="842389"/>
                </a:lnTo>
                <a:cubicBezTo>
                  <a:pt x="2522979" y="842888"/>
                  <a:pt x="2522978" y="843469"/>
                  <a:pt x="2522730" y="843968"/>
                </a:cubicBezTo>
                <a:lnTo>
                  <a:pt x="2511597" y="863159"/>
                </a:lnTo>
                <a:cubicBezTo>
                  <a:pt x="2511348" y="863574"/>
                  <a:pt x="2510850" y="863906"/>
                  <a:pt x="2510268" y="863906"/>
                </a:cubicBezTo>
                <a:close/>
                <a:moveTo>
                  <a:pt x="2608457" y="896160"/>
                </a:moveTo>
                <a:cubicBezTo>
                  <a:pt x="2607958" y="896159"/>
                  <a:pt x="2607377" y="895911"/>
                  <a:pt x="2607127" y="895412"/>
                </a:cubicBezTo>
                <a:lnTo>
                  <a:pt x="2596078" y="876221"/>
                </a:lnTo>
                <a:cubicBezTo>
                  <a:pt x="2595830" y="875722"/>
                  <a:pt x="2595829" y="875142"/>
                  <a:pt x="2596078" y="874643"/>
                </a:cubicBezTo>
                <a:lnTo>
                  <a:pt x="2607210" y="855451"/>
                </a:lnTo>
                <a:cubicBezTo>
                  <a:pt x="2607461" y="855035"/>
                  <a:pt x="2607958" y="854703"/>
                  <a:pt x="2608540" y="854703"/>
                </a:cubicBezTo>
                <a:lnTo>
                  <a:pt x="2630723" y="854704"/>
                </a:lnTo>
                <a:cubicBezTo>
                  <a:pt x="2631221" y="854704"/>
                  <a:pt x="2631802" y="854953"/>
                  <a:pt x="2632051" y="855452"/>
                </a:cubicBezTo>
                <a:lnTo>
                  <a:pt x="2643101" y="874642"/>
                </a:lnTo>
                <a:cubicBezTo>
                  <a:pt x="2643351" y="875141"/>
                  <a:pt x="2643350" y="875723"/>
                  <a:pt x="2643102" y="876221"/>
                </a:cubicBezTo>
                <a:lnTo>
                  <a:pt x="2631968" y="895412"/>
                </a:lnTo>
                <a:cubicBezTo>
                  <a:pt x="2631719" y="895827"/>
                  <a:pt x="2631220" y="896160"/>
                  <a:pt x="2630640" y="896160"/>
                </a:cubicBezTo>
                <a:close/>
                <a:moveTo>
                  <a:pt x="3029761" y="1009048"/>
                </a:moveTo>
                <a:cubicBezTo>
                  <a:pt x="3029262" y="1009048"/>
                  <a:pt x="3028681" y="1008799"/>
                  <a:pt x="3028431" y="1008300"/>
                </a:cubicBezTo>
                <a:lnTo>
                  <a:pt x="3017382" y="989109"/>
                </a:lnTo>
                <a:cubicBezTo>
                  <a:pt x="3017134" y="988610"/>
                  <a:pt x="3017133" y="988030"/>
                  <a:pt x="3017382" y="987531"/>
                </a:cubicBezTo>
                <a:lnTo>
                  <a:pt x="3028514" y="968339"/>
                </a:lnTo>
                <a:cubicBezTo>
                  <a:pt x="3028765" y="967923"/>
                  <a:pt x="3029262" y="967591"/>
                  <a:pt x="3029844" y="967592"/>
                </a:cubicBezTo>
                <a:lnTo>
                  <a:pt x="3052027" y="967592"/>
                </a:lnTo>
                <a:cubicBezTo>
                  <a:pt x="3052525" y="967592"/>
                  <a:pt x="3053106" y="967841"/>
                  <a:pt x="3053355" y="968340"/>
                </a:cubicBezTo>
                <a:lnTo>
                  <a:pt x="3064405" y="987531"/>
                </a:lnTo>
                <a:cubicBezTo>
                  <a:pt x="3064655" y="988030"/>
                  <a:pt x="3064654" y="988611"/>
                  <a:pt x="3064406" y="989109"/>
                </a:cubicBezTo>
                <a:lnTo>
                  <a:pt x="3053272" y="1008300"/>
                </a:lnTo>
                <a:cubicBezTo>
                  <a:pt x="3053023" y="1008716"/>
                  <a:pt x="3052524" y="1009048"/>
                  <a:pt x="3051944" y="1009048"/>
                </a:cubicBezTo>
                <a:close/>
                <a:moveTo>
                  <a:pt x="3150134" y="1041386"/>
                </a:moveTo>
                <a:cubicBezTo>
                  <a:pt x="3149635" y="1041386"/>
                  <a:pt x="3149054" y="1041136"/>
                  <a:pt x="3148804" y="1040638"/>
                </a:cubicBezTo>
                <a:lnTo>
                  <a:pt x="3137672" y="1021364"/>
                </a:lnTo>
                <a:cubicBezTo>
                  <a:pt x="3137423" y="1020865"/>
                  <a:pt x="3137423" y="1020284"/>
                  <a:pt x="3137672" y="1019785"/>
                </a:cubicBezTo>
                <a:lnTo>
                  <a:pt x="3148804" y="1000511"/>
                </a:lnTo>
                <a:cubicBezTo>
                  <a:pt x="3149054" y="1000096"/>
                  <a:pt x="3149552" y="999763"/>
                  <a:pt x="3150134" y="999764"/>
                </a:cubicBezTo>
                <a:lnTo>
                  <a:pt x="3172399" y="999763"/>
                </a:lnTo>
                <a:cubicBezTo>
                  <a:pt x="3172897" y="999764"/>
                  <a:pt x="3173479" y="1000012"/>
                  <a:pt x="3173728" y="1000511"/>
                </a:cubicBezTo>
                <a:lnTo>
                  <a:pt x="3184861" y="1019785"/>
                </a:lnTo>
                <a:cubicBezTo>
                  <a:pt x="3185110" y="1020284"/>
                  <a:pt x="3185110" y="1020866"/>
                  <a:pt x="3184861" y="1021364"/>
                </a:cubicBezTo>
                <a:lnTo>
                  <a:pt x="3173728" y="1040638"/>
                </a:lnTo>
                <a:cubicBezTo>
                  <a:pt x="3173479" y="1041054"/>
                  <a:pt x="3172981" y="1041387"/>
                  <a:pt x="3172399" y="1041386"/>
                </a:cubicBezTo>
                <a:close/>
                <a:moveTo>
                  <a:pt x="3210154" y="1057844"/>
                </a:moveTo>
                <a:cubicBezTo>
                  <a:pt x="3209573" y="1057844"/>
                  <a:pt x="3208991" y="1057512"/>
                  <a:pt x="3208742" y="1057013"/>
                </a:cubicBezTo>
                <a:lnTo>
                  <a:pt x="3197443" y="1037490"/>
                </a:lnTo>
                <a:cubicBezTo>
                  <a:pt x="3197194" y="1036992"/>
                  <a:pt x="3197194" y="1036410"/>
                  <a:pt x="3197443" y="1035911"/>
                </a:cubicBezTo>
                <a:lnTo>
                  <a:pt x="3208742" y="1016388"/>
                </a:lnTo>
                <a:cubicBezTo>
                  <a:pt x="3209074" y="1015889"/>
                  <a:pt x="3209573" y="1015557"/>
                  <a:pt x="3210154" y="1015557"/>
                </a:cubicBezTo>
                <a:lnTo>
                  <a:pt x="3232752" y="1015557"/>
                </a:lnTo>
                <a:cubicBezTo>
                  <a:pt x="3233333" y="1015557"/>
                  <a:pt x="3233915" y="1015889"/>
                  <a:pt x="3234164" y="1016388"/>
                </a:cubicBezTo>
                <a:lnTo>
                  <a:pt x="3245463" y="1035911"/>
                </a:lnTo>
                <a:cubicBezTo>
                  <a:pt x="3245712" y="1036410"/>
                  <a:pt x="3245712" y="1036992"/>
                  <a:pt x="3245463" y="1037490"/>
                </a:cubicBezTo>
                <a:lnTo>
                  <a:pt x="3234164" y="1057013"/>
                </a:lnTo>
                <a:cubicBezTo>
                  <a:pt x="3233832" y="1057512"/>
                  <a:pt x="3233333" y="1057844"/>
                  <a:pt x="3232752" y="1057844"/>
                </a:cubicBezTo>
                <a:close/>
                <a:moveTo>
                  <a:pt x="3390713" y="1106225"/>
                </a:moveTo>
                <a:cubicBezTo>
                  <a:pt x="3390131" y="1106225"/>
                  <a:pt x="3389549" y="1105893"/>
                  <a:pt x="3389301" y="1105394"/>
                </a:cubicBezTo>
                <a:lnTo>
                  <a:pt x="3378002" y="1085871"/>
                </a:lnTo>
                <a:cubicBezTo>
                  <a:pt x="3377752" y="1085373"/>
                  <a:pt x="3377753" y="1084791"/>
                  <a:pt x="3378002" y="1084292"/>
                </a:cubicBezTo>
                <a:lnTo>
                  <a:pt x="3389301" y="1064769"/>
                </a:lnTo>
                <a:cubicBezTo>
                  <a:pt x="3389633" y="1064270"/>
                  <a:pt x="3390132" y="1063938"/>
                  <a:pt x="3390712" y="1063937"/>
                </a:cubicBezTo>
                <a:lnTo>
                  <a:pt x="3413310" y="1063938"/>
                </a:lnTo>
                <a:cubicBezTo>
                  <a:pt x="3413892" y="1063938"/>
                  <a:pt x="3414474" y="1064270"/>
                  <a:pt x="3414722" y="1064769"/>
                </a:cubicBezTo>
                <a:lnTo>
                  <a:pt x="3426021" y="1084292"/>
                </a:lnTo>
                <a:cubicBezTo>
                  <a:pt x="3426270" y="1084791"/>
                  <a:pt x="3426271" y="1085373"/>
                  <a:pt x="3426021" y="1085870"/>
                </a:cubicBezTo>
                <a:lnTo>
                  <a:pt x="3414722" y="1105394"/>
                </a:lnTo>
                <a:cubicBezTo>
                  <a:pt x="3414390" y="1105893"/>
                  <a:pt x="3413891" y="1106225"/>
                  <a:pt x="3413311" y="1106225"/>
                </a:cubicBezTo>
                <a:close/>
                <a:moveTo>
                  <a:pt x="3270204" y="1074318"/>
                </a:moveTo>
                <a:cubicBezTo>
                  <a:pt x="3269623" y="1074318"/>
                  <a:pt x="3269125" y="1073986"/>
                  <a:pt x="3268792" y="1073488"/>
                </a:cubicBezTo>
                <a:lnTo>
                  <a:pt x="3257327" y="1053548"/>
                </a:lnTo>
                <a:cubicBezTo>
                  <a:pt x="3256994" y="1053050"/>
                  <a:pt x="3256994" y="1052385"/>
                  <a:pt x="3257327" y="1051887"/>
                </a:cubicBezTo>
                <a:lnTo>
                  <a:pt x="3268791" y="1031948"/>
                </a:lnTo>
                <a:cubicBezTo>
                  <a:pt x="3269125" y="1031450"/>
                  <a:pt x="3269623" y="1031117"/>
                  <a:pt x="3270204" y="1031117"/>
                </a:cubicBezTo>
                <a:lnTo>
                  <a:pt x="3293218" y="1031117"/>
                </a:lnTo>
                <a:cubicBezTo>
                  <a:pt x="3293799" y="1031117"/>
                  <a:pt x="3294297" y="1031450"/>
                  <a:pt x="3294630" y="1031948"/>
                </a:cubicBezTo>
                <a:lnTo>
                  <a:pt x="3306094" y="1051887"/>
                </a:lnTo>
                <a:cubicBezTo>
                  <a:pt x="3306427" y="1052385"/>
                  <a:pt x="3306427" y="1053050"/>
                  <a:pt x="3306095" y="1053548"/>
                </a:cubicBezTo>
                <a:lnTo>
                  <a:pt x="3294630" y="1073488"/>
                </a:lnTo>
                <a:cubicBezTo>
                  <a:pt x="3294298" y="1073986"/>
                  <a:pt x="3293798" y="1074318"/>
                  <a:pt x="3293218" y="1074318"/>
                </a:cubicBezTo>
                <a:close/>
                <a:moveTo>
                  <a:pt x="3330389" y="1090444"/>
                </a:moveTo>
                <a:cubicBezTo>
                  <a:pt x="3329809" y="1090445"/>
                  <a:pt x="3329310" y="1090113"/>
                  <a:pt x="3328978" y="1089615"/>
                </a:cubicBezTo>
                <a:lnTo>
                  <a:pt x="3317513" y="1069675"/>
                </a:lnTo>
                <a:cubicBezTo>
                  <a:pt x="3317180" y="1069177"/>
                  <a:pt x="3317180" y="1068512"/>
                  <a:pt x="3317513" y="1068014"/>
                </a:cubicBezTo>
                <a:lnTo>
                  <a:pt x="3328977" y="1048075"/>
                </a:lnTo>
                <a:cubicBezTo>
                  <a:pt x="3329311" y="1047577"/>
                  <a:pt x="3329809" y="1047244"/>
                  <a:pt x="3330390" y="1047243"/>
                </a:cubicBezTo>
                <a:lnTo>
                  <a:pt x="3353404" y="1047244"/>
                </a:lnTo>
                <a:cubicBezTo>
                  <a:pt x="3353985" y="1047244"/>
                  <a:pt x="3354483" y="1047577"/>
                  <a:pt x="3354816" y="1048075"/>
                </a:cubicBezTo>
                <a:lnTo>
                  <a:pt x="3366280" y="1068014"/>
                </a:lnTo>
                <a:cubicBezTo>
                  <a:pt x="3366613" y="1068512"/>
                  <a:pt x="3366613" y="1069177"/>
                  <a:pt x="3366280" y="1069675"/>
                </a:cubicBezTo>
                <a:lnTo>
                  <a:pt x="3354815" y="1089615"/>
                </a:lnTo>
                <a:cubicBezTo>
                  <a:pt x="3354484" y="1090113"/>
                  <a:pt x="3353984" y="1090445"/>
                  <a:pt x="3353403" y="1090445"/>
                </a:cubicBezTo>
                <a:close/>
                <a:moveTo>
                  <a:pt x="3441760" y="1165555"/>
                </a:moveTo>
                <a:cubicBezTo>
                  <a:pt x="3441427" y="1165555"/>
                  <a:pt x="3440929" y="1165056"/>
                  <a:pt x="3440929" y="1165056"/>
                </a:cubicBezTo>
                <a:lnTo>
                  <a:pt x="3434448" y="1153758"/>
                </a:lnTo>
                <a:cubicBezTo>
                  <a:pt x="3434283" y="1153509"/>
                  <a:pt x="3434449" y="1152844"/>
                  <a:pt x="3434449" y="1152844"/>
                </a:cubicBezTo>
                <a:lnTo>
                  <a:pt x="3440929" y="1141545"/>
                </a:lnTo>
                <a:cubicBezTo>
                  <a:pt x="3441095" y="1141213"/>
                  <a:pt x="3441760" y="1141047"/>
                  <a:pt x="3441760" y="1141047"/>
                </a:cubicBezTo>
                <a:lnTo>
                  <a:pt x="3454803" y="1141047"/>
                </a:lnTo>
                <a:cubicBezTo>
                  <a:pt x="3455136" y="1141047"/>
                  <a:pt x="3455634" y="1141545"/>
                  <a:pt x="3455634" y="1141545"/>
                </a:cubicBezTo>
                <a:lnTo>
                  <a:pt x="3462114" y="1152844"/>
                </a:lnTo>
                <a:cubicBezTo>
                  <a:pt x="3462280" y="1153093"/>
                  <a:pt x="3462114" y="1153758"/>
                  <a:pt x="3462114" y="1153758"/>
                </a:cubicBezTo>
                <a:lnTo>
                  <a:pt x="3455634" y="1165056"/>
                </a:lnTo>
                <a:cubicBezTo>
                  <a:pt x="3455468" y="1165389"/>
                  <a:pt x="3454803" y="1165555"/>
                  <a:pt x="3454803" y="1165555"/>
                </a:cubicBezTo>
                <a:close/>
                <a:moveTo>
                  <a:pt x="4223505" y="1376449"/>
                </a:moveTo>
                <a:cubicBezTo>
                  <a:pt x="4223090" y="1376449"/>
                  <a:pt x="4222591" y="1375950"/>
                  <a:pt x="4222591" y="1375950"/>
                </a:cubicBezTo>
                <a:lnTo>
                  <a:pt x="4215447" y="1363488"/>
                </a:lnTo>
                <a:cubicBezTo>
                  <a:pt x="4215281" y="1363156"/>
                  <a:pt x="4215447" y="1362491"/>
                  <a:pt x="4215447" y="1362491"/>
                </a:cubicBezTo>
                <a:lnTo>
                  <a:pt x="4222591" y="1350028"/>
                </a:lnTo>
                <a:cubicBezTo>
                  <a:pt x="4222841" y="1349697"/>
                  <a:pt x="4223505" y="1349530"/>
                  <a:pt x="4223505" y="1349530"/>
                </a:cubicBezTo>
                <a:lnTo>
                  <a:pt x="4237878" y="1349531"/>
                </a:lnTo>
                <a:cubicBezTo>
                  <a:pt x="4238294" y="1349531"/>
                  <a:pt x="4238792" y="1350029"/>
                  <a:pt x="4238792" y="1350029"/>
                </a:cubicBezTo>
                <a:lnTo>
                  <a:pt x="4245937" y="1362490"/>
                </a:lnTo>
                <a:cubicBezTo>
                  <a:pt x="4246103" y="1362823"/>
                  <a:pt x="4245937" y="1363487"/>
                  <a:pt x="4245937" y="1363487"/>
                </a:cubicBezTo>
                <a:lnTo>
                  <a:pt x="4238792" y="1375950"/>
                </a:lnTo>
                <a:cubicBezTo>
                  <a:pt x="4238543" y="1376282"/>
                  <a:pt x="4237878" y="1376449"/>
                  <a:pt x="4237878" y="1376449"/>
                </a:cubicBezTo>
                <a:close/>
                <a:moveTo>
                  <a:pt x="3981683" y="1313924"/>
                </a:moveTo>
                <a:cubicBezTo>
                  <a:pt x="3981267" y="1313923"/>
                  <a:pt x="3980686" y="1313343"/>
                  <a:pt x="3980686" y="1313343"/>
                </a:cubicBezTo>
                <a:lnTo>
                  <a:pt x="3972461" y="1299053"/>
                </a:lnTo>
                <a:cubicBezTo>
                  <a:pt x="3972212" y="1298721"/>
                  <a:pt x="3972461" y="1297889"/>
                  <a:pt x="3972461" y="1297889"/>
                </a:cubicBezTo>
                <a:lnTo>
                  <a:pt x="3980686" y="1283601"/>
                </a:lnTo>
                <a:cubicBezTo>
                  <a:pt x="3980852" y="1283267"/>
                  <a:pt x="3981683" y="1283019"/>
                  <a:pt x="3981683" y="1283019"/>
                </a:cubicBezTo>
                <a:lnTo>
                  <a:pt x="3998132" y="1283018"/>
                </a:lnTo>
                <a:cubicBezTo>
                  <a:pt x="3998548" y="1283018"/>
                  <a:pt x="3999129" y="1283601"/>
                  <a:pt x="3999129" y="1283601"/>
                </a:cubicBezTo>
                <a:lnTo>
                  <a:pt x="4007354" y="1297889"/>
                </a:lnTo>
                <a:cubicBezTo>
                  <a:pt x="4007603" y="1298222"/>
                  <a:pt x="4007354" y="1299052"/>
                  <a:pt x="4007354" y="1299052"/>
                </a:cubicBezTo>
                <a:lnTo>
                  <a:pt x="3999129" y="1313343"/>
                </a:lnTo>
                <a:cubicBezTo>
                  <a:pt x="3998963" y="1313675"/>
                  <a:pt x="3998132" y="1313923"/>
                  <a:pt x="3998132" y="1313923"/>
                </a:cubicBezTo>
                <a:close/>
                <a:moveTo>
                  <a:pt x="1573987" y="669171"/>
                </a:moveTo>
                <a:cubicBezTo>
                  <a:pt x="1573571" y="669171"/>
                  <a:pt x="1572989" y="668590"/>
                  <a:pt x="1572989" y="668590"/>
                </a:cubicBezTo>
                <a:lnTo>
                  <a:pt x="1564515" y="653968"/>
                </a:lnTo>
                <a:cubicBezTo>
                  <a:pt x="1564266" y="653636"/>
                  <a:pt x="1564515" y="652805"/>
                  <a:pt x="1564515" y="652805"/>
                </a:cubicBezTo>
                <a:lnTo>
                  <a:pt x="1572989" y="638183"/>
                </a:lnTo>
                <a:cubicBezTo>
                  <a:pt x="1573155" y="637850"/>
                  <a:pt x="1573571" y="637601"/>
                  <a:pt x="1573986" y="637601"/>
                </a:cubicBezTo>
                <a:lnTo>
                  <a:pt x="1590851" y="637601"/>
                </a:lnTo>
                <a:cubicBezTo>
                  <a:pt x="1591266" y="637601"/>
                  <a:pt x="1591848" y="638183"/>
                  <a:pt x="1591848" y="638183"/>
                </a:cubicBezTo>
                <a:lnTo>
                  <a:pt x="1600322" y="652805"/>
                </a:lnTo>
                <a:cubicBezTo>
                  <a:pt x="1600571" y="653137"/>
                  <a:pt x="1600322" y="653968"/>
                  <a:pt x="1600322" y="653968"/>
                </a:cubicBezTo>
                <a:lnTo>
                  <a:pt x="1591848" y="668590"/>
                </a:lnTo>
                <a:cubicBezTo>
                  <a:pt x="1591682" y="668922"/>
                  <a:pt x="1591266" y="669171"/>
                  <a:pt x="1590851" y="669171"/>
                </a:cubicBezTo>
                <a:close/>
                <a:moveTo>
                  <a:pt x="2115401" y="814810"/>
                </a:moveTo>
                <a:cubicBezTo>
                  <a:pt x="2114985" y="814810"/>
                  <a:pt x="2114321" y="814229"/>
                  <a:pt x="2114321" y="814229"/>
                </a:cubicBezTo>
                <a:lnTo>
                  <a:pt x="2105598" y="799191"/>
                </a:lnTo>
                <a:cubicBezTo>
                  <a:pt x="2105348" y="798776"/>
                  <a:pt x="2105598" y="797945"/>
                  <a:pt x="2105598" y="797945"/>
                </a:cubicBezTo>
                <a:lnTo>
                  <a:pt x="2114321" y="782908"/>
                </a:lnTo>
                <a:cubicBezTo>
                  <a:pt x="2114570" y="782575"/>
                  <a:pt x="2114985" y="782326"/>
                  <a:pt x="2115401" y="782326"/>
                </a:cubicBezTo>
                <a:lnTo>
                  <a:pt x="2132764" y="782326"/>
                </a:lnTo>
                <a:cubicBezTo>
                  <a:pt x="2133180" y="782326"/>
                  <a:pt x="2133844" y="782908"/>
                  <a:pt x="2133844" y="782908"/>
                </a:cubicBezTo>
                <a:lnTo>
                  <a:pt x="2142568" y="797945"/>
                </a:lnTo>
                <a:cubicBezTo>
                  <a:pt x="2142817" y="798360"/>
                  <a:pt x="2142568" y="799191"/>
                  <a:pt x="2142568" y="799191"/>
                </a:cubicBezTo>
                <a:lnTo>
                  <a:pt x="2133844" y="814229"/>
                </a:lnTo>
                <a:cubicBezTo>
                  <a:pt x="2133596" y="814561"/>
                  <a:pt x="2133180" y="814810"/>
                  <a:pt x="2132764" y="814810"/>
                </a:cubicBezTo>
                <a:close/>
                <a:moveTo>
                  <a:pt x="3920499" y="1299719"/>
                </a:moveTo>
                <a:cubicBezTo>
                  <a:pt x="3920000" y="1299720"/>
                  <a:pt x="3919335" y="1299055"/>
                  <a:pt x="3919335" y="1299055"/>
                </a:cubicBezTo>
                <a:lnTo>
                  <a:pt x="3910114" y="1283021"/>
                </a:lnTo>
                <a:cubicBezTo>
                  <a:pt x="3909865" y="1282604"/>
                  <a:pt x="3910114" y="1281691"/>
                  <a:pt x="3910114" y="1281691"/>
                </a:cubicBezTo>
                <a:lnTo>
                  <a:pt x="3919335" y="1265657"/>
                </a:lnTo>
                <a:cubicBezTo>
                  <a:pt x="3919585" y="1265240"/>
                  <a:pt x="3920000" y="1264991"/>
                  <a:pt x="3920499" y="1264992"/>
                </a:cubicBezTo>
                <a:lnTo>
                  <a:pt x="3939025" y="1264992"/>
                </a:lnTo>
                <a:cubicBezTo>
                  <a:pt x="3939524" y="1264992"/>
                  <a:pt x="3940188" y="1265657"/>
                  <a:pt x="3940188" y="1265657"/>
                </a:cubicBezTo>
                <a:lnTo>
                  <a:pt x="3949410" y="1281690"/>
                </a:lnTo>
                <a:cubicBezTo>
                  <a:pt x="3949660" y="1282106"/>
                  <a:pt x="3949410" y="1283021"/>
                  <a:pt x="3949410" y="1283021"/>
                </a:cubicBezTo>
                <a:lnTo>
                  <a:pt x="3940188" y="1299055"/>
                </a:lnTo>
                <a:cubicBezTo>
                  <a:pt x="3939939" y="1299469"/>
                  <a:pt x="3939524" y="1299719"/>
                  <a:pt x="3939025" y="1299719"/>
                </a:cubicBezTo>
                <a:close/>
                <a:moveTo>
                  <a:pt x="2295388" y="864366"/>
                </a:moveTo>
                <a:cubicBezTo>
                  <a:pt x="2294889" y="864367"/>
                  <a:pt x="2294224" y="863703"/>
                  <a:pt x="2294224" y="863703"/>
                </a:cubicBezTo>
                <a:lnTo>
                  <a:pt x="2284920" y="847585"/>
                </a:lnTo>
                <a:cubicBezTo>
                  <a:pt x="2284671" y="847170"/>
                  <a:pt x="2284920" y="846256"/>
                  <a:pt x="2284920" y="846256"/>
                </a:cubicBezTo>
                <a:lnTo>
                  <a:pt x="2294224" y="830138"/>
                </a:lnTo>
                <a:cubicBezTo>
                  <a:pt x="2294474" y="829723"/>
                  <a:pt x="2294889" y="829474"/>
                  <a:pt x="2295388" y="829473"/>
                </a:cubicBezTo>
                <a:lnTo>
                  <a:pt x="2313997" y="829474"/>
                </a:lnTo>
                <a:cubicBezTo>
                  <a:pt x="2314496" y="829474"/>
                  <a:pt x="2315161" y="830138"/>
                  <a:pt x="2315161" y="830138"/>
                </a:cubicBezTo>
                <a:lnTo>
                  <a:pt x="2324465" y="846256"/>
                </a:lnTo>
                <a:cubicBezTo>
                  <a:pt x="2324714" y="846671"/>
                  <a:pt x="2324465" y="847585"/>
                  <a:pt x="2324465" y="847585"/>
                </a:cubicBezTo>
                <a:lnTo>
                  <a:pt x="2315161" y="863702"/>
                </a:lnTo>
                <a:cubicBezTo>
                  <a:pt x="2314911" y="864117"/>
                  <a:pt x="2314496" y="864366"/>
                  <a:pt x="2313997" y="864367"/>
                </a:cubicBezTo>
                <a:close/>
                <a:moveTo>
                  <a:pt x="4341450" y="1413091"/>
                </a:moveTo>
                <a:cubicBezTo>
                  <a:pt x="4340951" y="1413091"/>
                  <a:pt x="4340287" y="1412426"/>
                  <a:pt x="4340287" y="1412426"/>
                </a:cubicBezTo>
                <a:lnTo>
                  <a:pt x="4330816" y="1395977"/>
                </a:lnTo>
                <a:cubicBezTo>
                  <a:pt x="4330567" y="1395562"/>
                  <a:pt x="4330816" y="1394647"/>
                  <a:pt x="4330816" y="1394647"/>
                </a:cubicBezTo>
                <a:lnTo>
                  <a:pt x="4340370" y="1378198"/>
                </a:lnTo>
                <a:cubicBezTo>
                  <a:pt x="4340619" y="1377782"/>
                  <a:pt x="4341034" y="1377533"/>
                  <a:pt x="4341533" y="1377533"/>
                </a:cubicBezTo>
                <a:lnTo>
                  <a:pt x="4360558" y="1377533"/>
                </a:lnTo>
                <a:cubicBezTo>
                  <a:pt x="4361056" y="1377533"/>
                  <a:pt x="4361721" y="1378198"/>
                  <a:pt x="4361721" y="1378198"/>
                </a:cubicBezTo>
                <a:lnTo>
                  <a:pt x="4371192" y="1394647"/>
                </a:lnTo>
                <a:cubicBezTo>
                  <a:pt x="4371441" y="1395063"/>
                  <a:pt x="4371192" y="1395977"/>
                  <a:pt x="4371192" y="1395977"/>
                </a:cubicBezTo>
                <a:lnTo>
                  <a:pt x="4361638" y="1412426"/>
                </a:lnTo>
                <a:cubicBezTo>
                  <a:pt x="4361389" y="1412842"/>
                  <a:pt x="4360974" y="1413091"/>
                  <a:pt x="4360475" y="1413091"/>
                </a:cubicBezTo>
                <a:close/>
                <a:moveTo>
                  <a:pt x="1512696" y="655213"/>
                </a:moveTo>
                <a:cubicBezTo>
                  <a:pt x="1512197" y="655213"/>
                  <a:pt x="1511533" y="654548"/>
                  <a:pt x="1511533" y="654548"/>
                </a:cubicBezTo>
                <a:lnTo>
                  <a:pt x="1501979" y="638014"/>
                </a:lnTo>
                <a:cubicBezTo>
                  <a:pt x="1501731" y="637600"/>
                  <a:pt x="1501979" y="636686"/>
                  <a:pt x="1501979" y="636686"/>
                </a:cubicBezTo>
                <a:lnTo>
                  <a:pt x="1511533" y="620153"/>
                </a:lnTo>
                <a:cubicBezTo>
                  <a:pt x="1511782" y="619738"/>
                  <a:pt x="1512197" y="619489"/>
                  <a:pt x="1512696" y="619488"/>
                </a:cubicBezTo>
                <a:lnTo>
                  <a:pt x="1531804" y="619489"/>
                </a:lnTo>
                <a:cubicBezTo>
                  <a:pt x="1532303" y="619489"/>
                  <a:pt x="1532968" y="620153"/>
                  <a:pt x="1532968" y="620153"/>
                </a:cubicBezTo>
                <a:lnTo>
                  <a:pt x="1542522" y="636686"/>
                </a:lnTo>
                <a:cubicBezTo>
                  <a:pt x="1542770" y="637102"/>
                  <a:pt x="1542522" y="638015"/>
                  <a:pt x="1542522" y="638015"/>
                </a:cubicBezTo>
                <a:lnTo>
                  <a:pt x="1532968" y="654548"/>
                </a:lnTo>
                <a:cubicBezTo>
                  <a:pt x="1532718" y="654963"/>
                  <a:pt x="1532303" y="655213"/>
                  <a:pt x="1531804" y="655213"/>
                </a:cubicBezTo>
                <a:close/>
                <a:moveTo>
                  <a:pt x="3859878" y="1284231"/>
                </a:moveTo>
                <a:cubicBezTo>
                  <a:pt x="3859380" y="1284231"/>
                  <a:pt x="3858963" y="1283982"/>
                  <a:pt x="3858715" y="1283566"/>
                </a:cubicBezTo>
                <a:lnTo>
                  <a:pt x="3849077" y="1266951"/>
                </a:lnTo>
                <a:cubicBezTo>
                  <a:pt x="3848829" y="1266535"/>
                  <a:pt x="3848829" y="1266037"/>
                  <a:pt x="3849078" y="1265621"/>
                </a:cubicBezTo>
                <a:lnTo>
                  <a:pt x="3858715" y="1249005"/>
                </a:lnTo>
                <a:cubicBezTo>
                  <a:pt x="3858963" y="1248590"/>
                  <a:pt x="3859380" y="1248341"/>
                  <a:pt x="3859878" y="1248341"/>
                </a:cubicBezTo>
                <a:lnTo>
                  <a:pt x="3879070" y="1248341"/>
                </a:lnTo>
                <a:cubicBezTo>
                  <a:pt x="3879567" y="1248341"/>
                  <a:pt x="3879983" y="1248590"/>
                  <a:pt x="3880232" y="1249005"/>
                </a:cubicBezTo>
                <a:lnTo>
                  <a:pt x="3889870" y="1265621"/>
                </a:lnTo>
                <a:cubicBezTo>
                  <a:pt x="3890118" y="1266037"/>
                  <a:pt x="3890119" y="1266535"/>
                  <a:pt x="3889869" y="1266951"/>
                </a:cubicBezTo>
                <a:lnTo>
                  <a:pt x="3880233" y="1283566"/>
                </a:lnTo>
                <a:cubicBezTo>
                  <a:pt x="3879983" y="1283982"/>
                  <a:pt x="3879567" y="1284231"/>
                  <a:pt x="3879069" y="1284231"/>
                </a:cubicBezTo>
                <a:close/>
                <a:moveTo>
                  <a:pt x="4281179" y="1397224"/>
                </a:moveTo>
                <a:cubicBezTo>
                  <a:pt x="4280680" y="1397224"/>
                  <a:pt x="4280265" y="1396975"/>
                  <a:pt x="4280016" y="1396560"/>
                </a:cubicBezTo>
                <a:lnTo>
                  <a:pt x="4270379" y="1379861"/>
                </a:lnTo>
                <a:cubicBezTo>
                  <a:pt x="4270130" y="1379446"/>
                  <a:pt x="4270130" y="1378947"/>
                  <a:pt x="4270378" y="1378531"/>
                </a:cubicBezTo>
                <a:lnTo>
                  <a:pt x="4280016" y="1361833"/>
                </a:lnTo>
                <a:cubicBezTo>
                  <a:pt x="4280265" y="1361417"/>
                  <a:pt x="4280681" y="1361168"/>
                  <a:pt x="4281179" y="1361168"/>
                </a:cubicBezTo>
                <a:lnTo>
                  <a:pt x="4300537" y="1361168"/>
                </a:lnTo>
                <a:cubicBezTo>
                  <a:pt x="4301035" y="1361168"/>
                  <a:pt x="4301450" y="1361417"/>
                  <a:pt x="4301699" y="1361833"/>
                </a:cubicBezTo>
                <a:lnTo>
                  <a:pt x="4311337" y="1378531"/>
                </a:lnTo>
                <a:cubicBezTo>
                  <a:pt x="4311585" y="1378947"/>
                  <a:pt x="4311586" y="1379446"/>
                  <a:pt x="4311337" y="1379861"/>
                </a:cubicBezTo>
                <a:lnTo>
                  <a:pt x="4301700" y="1396560"/>
                </a:lnTo>
                <a:cubicBezTo>
                  <a:pt x="4301450" y="1396975"/>
                  <a:pt x="4301035" y="1397224"/>
                  <a:pt x="4300537" y="1397224"/>
                </a:cubicBezTo>
                <a:close/>
                <a:moveTo>
                  <a:pt x="4401552" y="1429477"/>
                </a:moveTo>
                <a:cubicBezTo>
                  <a:pt x="4401053" y="1429477"/>
                  <a:pt x="4400637" y="1429228"/>
                  <a:pt x="4400388" y="1428814"/>
                </a:cubicBezTo>
                <a:lnTo>
                  <a:pt x="4390751" y="1412115"/>
                </a:lnTo>
                <a:cubicBezTo>
                  <a:pt x="4390502" y="1411699"/>
                  <a:pt x="4390503" y="1411200"/>
                  <a:pt x="4390751" y="1410785"/>
                </a:cubicBezTo>
                <a:lnTo>
                  <a:pt x="4400388" y="1394086"/>
                </a:lnTo>
                <a:cubicBezTo>
                  <a:pt x="4400637" y="1393671"/>
                  <a:pt x="4401054" y="1393421"/>
                  <a:pt x="4401552" y="1393422"/>
                </a:cubicBezTo>
                <a:lnTo>
                  <a:pt x="4420909" y="1393421"/>
                </a:lnTo>
                <a:cubicBezTo>
                  <a:pt x="4421407" y="1393421"/>
                  <a:pt x="4421822" y="1393671"/>
                  <a:pt x="4422072" y="1394087"/>
                </a:cubicBezTo>
                <a:lnTo>
                  <a:pt x="4431709" y="1410784"/>
                </a:lnTo>
                <a:cubicBezTo>
                  <a:pt x="4431958" y="1411200"/>
                  <a:pt x="4431959" y="1411700"/>
                  <a:pt x="4431710" y="1412115"/>
                </a:cubicBezTo>
                <a:lnTo>
                  <a:pt x="4422072" y="1428813"/>
                </a:lnTo>
                <a:cubicBezTo>
                  <a:pt x="4421822" y="1429228"/>
                  <a:pt x="4421407" y="1429477"/>
                  <a:pt x="4420909" y="1429478"/>
                </a:cubicBezTo>
                <a:close/>
                <a:moveTo>
                  <a:pt x="4040301" y="1332877"/>
                </a:moveTo>
                <a:cubicBezTo>
                  <a:pt x="4039803" y="1332877"/>
                  <a:pt x="4039387" y="1332628"/>
                  <a:pt x="4039138" y="1332212"/>
                </a:cubicBezTo>
                <a:lnTo>
                  <a:pt x="4029418" y="1315264"/>
                </a:lnTo>
                <a:cubicBezTo>
                  <a:pt x="4029169" y="1314849"/>
                  <a:pt x="4029169" y="1314267"/>
                  <a:pt x="4029418" y="1313852"/>
                </a:cubicBezTo>
                <a:lnTo>
                  <a:pt x="4039221" y="1296904"/>
                </a:lnTo>
                <a:cubicBezTo>
                  <a:pt x="4039470" y="1296488"/>
                  <a:pt x="4039886" y="1296239"/>
                  <a:pt x="4040384" y="1296239"/>
                </a:cubicBezTo>
                <a:lnTo>
                  <a:pt x="4059908" y="1296239"/>
                </a:lnTo>
                <a:cubicBezTo>
                  <a:pt x="4060406" y="1296239"/>
                  <a:pt x="4060822" y="1296488"/>
                  <a:pt x="4061071" y="1296904"/>
                </a:cubicBezTo>
                <a:lnTo>
                  <a:pt x="4070791" y="1313852"/>
                </a:lnTo>
                <a:cubicBezTo>
                  <a:pt x="4071040" y="1314267"/>
                  <a:pt x="4071040" y="1314849"/>
                  <a:pt x="4070791" y="1315264"/>
                </a:cubicBezTo>
                <a:lnTo>
                  <a:pt x="4060988" y="1332212"/>
                </a:lnTo>
                <a:cubicBezTo>
                  <a:pt x="4060739" y="1332628"/>
                  <a:pt x="4060323" y="1332877"/>
                  <a:pt x="4059825" y="1332877"/>
                </a:cubicBezTo>
                <a:close/>
                <a:moveTo>
                  <a:pt x="4521791" y="1461975"/>
                </a:moveTo>
                <a:cubicBezTo>
                  <a:pt x="4521376" y="1461974"/>
                  <a:pt x="4520877" y="1461726"/>
                  <a:pt x="4520628" y="1461311"/>
                </a:cubicBezTo>
                <a:lnTo>
                  <a:pt x="4510824" y="1444280"/>
                </a:lnTo>
                <a:cubicBezTo>
                  <a:pt x="4510576" y="1443864"/>
                  <a:pt x="4510576" y="1443282"/>
                  <a:pt x="4510825" y="1442867"/>
                </a:cubicBezTo>
                <a:lnTo>
                  <a:pt x="4520628" y="1425835"/>
                </a:lnTo>
                <a:cubicBezTo>
                  <a:pt x="4520877" y="1425420"/>
                  <a:pt x="4521292" y="1425171"/>
                  <a:pt x="4521791" y="1425171"/>
                </a:cubicBezTo>
                <a:lnTo>
                  <a:pt x="4541398" y="1425170"/>
                </a:lnTo>
                <a:cubicBezTo>
                  <a:pt x="4541814" y="1425171"/>
                  <a:pt x="4542312" y="1425420"/>
                  <a:pt x="4542560" y="1425836"/>
                </a:cubicBezTo>
                <a:lnTo>
                  <a:pt x="4552365" y="1442867"/>
                </a:lnTo>
                <a:cubicBezTo>
                  <a:pt x="4552614" y="1443282"/>
                  <a:pt x="4552613" y="1443864"/>
                  <a:pt x="4552364" y="1444280"/>
                </a:cubicBezTo>
                <a:lnTo>
                  <a:pt x="4542561" y="1461311"/>
                </a:lnTo>
                <a:cubicBezTo>
                  <a:pt x="4542311" y="1461726"/>
                  <a:pt x="4541896" y="1461975"/>
                  <a:pt x="4541397" y="1461974"/>
                </a:cubicBezTo>
                <a:close/>
                <a:moveTo>
                  <a:pt x="5183839" y="1639370"/>
                </a:moveTo>
                <a:cubicBezTo>
                  <a:pt x="5183424" y="1639370"/>
                  <a:pt x="5182926" y="1639121"/>
                  <a:pt x="5182676" y="1638706"/>
                </a:cubicBezTo>
                <a:lnTo>
                  <a:pt x="5172873" y="1621675"/>
                </a:lnTo>
                <a:cubicBezTo>
                  <a:pt x="5172624" y="1621259"/>
                  <a:pt x="5172624" y="1620677"/>
                  <a:pt x="5172873" y="1620262"/>
                </a:cubicBezTo>
                <a:lnTo>
                  <a:pt x="5182676" y="1603231"/>
                </a:lnTo>
                <a:cubicBezTo>
                  <a:pt x="5182926" y="1602815"/>
                  <a:pt x="5183341" y="1602566"/>
                  <a:pt x="5183839" y="1602566"/>
                </a:cubicBezTo>
                <a:lnTo>
                  <a:pt x="5203446" y="1602566"/>
                </a:lnTo>
                <a:cubicBezTo>
                  <a:pt x="5203861" y="1602566"/>
                  <a:pt x="5204360" y="1602815"/>
                  <a:pt x="5204609" y="1603231"/>
                </a:cubicBezTo>
                <a:lnTo>
                  <a:pt x="5214413" y="1620262"/>
                </a:lnTo>
                <a:cubicBezTo>
                  <a:pt x="5214662" y="1620677"/>
                  <a:pt x="5214662" y="1621259"/>
                  <a:pt x="5214413" y="1621675"/>
                </a:cubicBezTo>
                <a:lnTo>
                  <a:pt x="5204609" y="1638706"/>
                </a:lnTo>
                <a:cubicBezTo>
                  <a:pt x="5204360" y="1639121"/>
                  <a:pt x="5203945" y="1639370"/>
                  <a:pt x="5203446" y="1639370"/>
                </a:cubicBezTo>
                <a:close/>
                <a:moveTo>
                  <a:pt x="3799453" y="1268606"/>
                </a:moveTo>
                <a:cubicBezTo>
                  <a:pt x="3799037" y="1268606"/>
                  <a:pt x="3798539" y="1268357"/>
                  <a:pt x="3798289" y="1267942"/>
                </a:cubicBezTo>
                <a:lnTo>
                  <a:pt x="3788403" y="1250827"/>
                </a:lnTo>
                <a:cubicBezTo>
                  <a:pt x="3788154" y="1250412"/>
                  <a:pt x="3788154" y="1249830"/>
                  <a:pt x="3788403" y="1249415"/>
                </a:cubicBezTo>
                <a:lnTo>
                  <a:pt x="3798289" y="1232300"/>
                </a:lnTo>
                <a:cubicBezTo>
                  <a:pt x="3798539" y="1231885"/>
                  <a:pt x="3798954" y="1231636"/>
                  <a:pt x="3799453" y="1231636"/>
                </a:cubicBezTo>
                <a:lnTo>
                  <a:pt x="3819142" y="1231636"/>
                </a:lnTo>
                <a:cubicBezTo>
                  <a:pt x="3819558" y="1231636"/>
                  <a:pt x="3820056" y="1231884"/>
                  <a:pt x="3820305" y="1232300"/>
                </a:cubicBezTo>
                <a:lnTo>
                  <a:pt x="3830192" y="1249415"/>
                </a:lnTo>
                <a:cubicBezTo>
                  <a:pt x="3830441" y="1249830"/>
                  <a:pt x="3830441" y="1250412"/>
                  <a:pt x="3830192" y="1250827"/>
                </a:cubicBezTo>
                <a:lnTo>
                  <a:pt x="3820305" y="1267942"/>
                </a:lnTo>
                <a:cubicBezTo>
                  <a:pt x="3820056" y="1268357"/>
                  <a:pt x="3819641" y="1268606"/>
                  <a:pt x="3819142" y="1268606"/>
                </a:cubicBezTo>
                <a:close/>
                <a:moveTo>
                  <a:pt x="4461502" y="1446001"/>
                </a:moveTo>
                <a:cubicBezTo>
                  <a:pt x="4461086" y="1446001"/>
                  <a:pt x="4460588" y="1445752"/>
                  <a:pt x="4460337" y="1445337"/>
                </a:cubicBezTo>
                <a:lnTo>
                  <a:pt x="4450452" y="1428222"/>
                </a:lnTo>
                <a:cubicBezTo>
                  <a:pt x="4450203" y="1427807"/>
                  <a:pt x="4450202" y="1427225"/>
                  <a:pt x="4450452" y="1426810"/>
                </a:cubicBezTo>
                <a:lnTo>
                  <a:pt x="4460338" y="1409695"/>
                </a:lnTo>
                <a:cubicBezTo>
                  <a:pt x="4460588" y="1409280"/>
                  <a:pt x="4461003" y="1409031"/>
                  <a:pt x="4461502" y="1409031"/>
                </a:cubicBezTo>
                <a:lnTo>
                  <a:pt x="4481191" y="1409031"/>
                </a:lnTo>
                <a:cubicBezTo>
                  <a:pt x="4481606" y="1409031"/>
                  <a:pt x="4482104" y="1409280"/>
                  <a:pt x="4482354" y="1409695"/>
                </a:cubicBezTo>
                <a:lnTo>
                  <a:pt x="4492241" y="1426810"/>
                </a:lnTo>
                <a:cubicBezTo>
                  <a:pt x="4492490" y="1427225"/>
                  <a:pt x="4492490" y="1427807"/>
                  <a:pt x="4492241" y="1428222"/>
                </a:cubicBezTo>
                <a:lnTo>
                  <a:pt x="4482354" y="1445337"/>
                </a:lnTo>
                <a:cubicBezTo>
                  <a:pt x="4482105" y="1445752"/>
                  <a:pt x="4481690" y="1446001"/>
                  <a:pt x="4481191" y="1446001"/>
                </a:cubicBezTo>
                <a:close/>
                <a:moveTo>
                  <a:pt x="2054048" y="801031"/>
                </a:moveTo>
                <a:cubicBezTo>
                  <a:pt x="2053550" y="801031"/>
                  <a:pt x="2053052" y="800782"/>
                  <a:pt x="2052803" y="800367"/>
                </a:cubicBezTo>
                <a:lnTo>
                  <a:pt x="2042917" y="783169"/>
                </a:lnTo>
                <a:cubicBezTo>
                  <a:pt x="2042668" y="782754"/>
                  <a:pt x="2042667" y="782172"/>
                  <a:pt x="2042917" y="781757"/>
                </a:cubicBezTo>
                <a:lnTo>
                  <a:pt x="2052803" y="764560"/>
                </a:lnTo>
                <a:cubicBezTo>
                  <a:pt x="2053053" y="764143"/>
                  <a:pt x="2053550" y="763895"/>
                  <a:pt x="2054048" y="763895"/>
                </a:cubicBezTo>
                <a:lnTo>
                  <a:pt x="2073904" y="763895"/>
                </a:lnTo>
                <a:cubicBezTo>
                  <a:pt x="2074404" y="763894"/>
                  <a:pt x="2074902" y="764143"/>
                  <a:pt x="2075151" y="764560"/>
                </a:cubicBezTo>
                <a:lnTo>
                  <a:pt x="2085037" y="781756"/>
                </a:lnTo>
                <a:cubicBezTo>
                  <a:pt x="2085287" y="782173"/>
                  <a:pt x="2085286" y="782754"/>
                  <a:pt x="2085037" y="783168"/>
                </a:cubicBezTo>
                <a:lnTo>
                  <a:pt x="2075151" y="800367"/>
                </a:lnTo>
                <a:cubicBezTo>
                  <a:pt x="2074901" y="800782"/>
                  <a:pt x="2074404" y="801030"/>
                  <a:pt x="2073904" y="801031"/>
                </a:cubicBezTo>
                <a:close/>
                <a:moveTo>
                  <a:pt x="1632664" y="688215"/>
                </a:moveTo>
                <a:cubicBezTo>
                  <a:pt x="1632165" y="688215"/>
                  <a:pt x="1631667" y="687966"/>
                  <a:pt x="1631418" y="687551"/>
                </a:cubicBezTo>
                <a:lnTo>
                  <a:pt x="1621448" y="670271"/>
                </a:lnTo>
                <a:cubicBezTo>
                  <a:pt x="1621199" y="669855"/>
                  <a:pt x="1621199" y="669274"/>
                  <a:pt x="1621448" y="668858"/>
                </a:cubicBezTo>
                <a:lnTo>
                  <a:pt x="1631418" y="651578"/>
                </a:lnTo>
                <a:cubicBezTo>
                  <a:pt x="1631667" y="651162"/>
                  <a:pt x="1632165" y="650913"/>
                  <a:pt x="1632664" y="650913"/>
                </a:cubicBezTo>
                <a:lnTo>
                  <a:pt x="1652603" y="650913"/>
                </a:lnTo>
                <a:cubicBezTo>
                  <a:pt x="1653101" y="650913"/>
                  <a:pt x="1653600" y="651162"/>
                  <a:pt x="1653849" y="651578"/>
                </a:cubicBezTo>
                <a:lnTo>
                  <a:pt x="1663818" y="668858"/>
                </a:lnTo>
                <a:cubicBezTo>
                  <a:pt x="1664068" y="669274"/>
                  <a:pt x="1664068" y="669855"/>
                  <a:pt x="1663818" y="670271"/>
                </a:cubicBezTo>
                <a:lnTo>
                  <a:pt x="1653849" y="687551"/>
                </a:lnTo>
                <a:cubicBezTo>
                  <a:pt x="1653600" y="687966"/>
                  <a:pt x="1653101" y="688215"/>
                  <a:pt x="1652603" y="688215"/>
                </a:cubicBezTo>
                <a:close/>
                <a:moveTo>
                  <a:pt x="4641915" y="1494726"/>
                </a:moveTo>
                <a:cubicBezTo>
                  <a:pt x="4641416" y="1494727"/>
                  <a:pt x="4640918" y="1494394"/>
                  <a:pt x="4640668" y="1493978"/>
                </a:cubicBezTo>
                <a:lnTo>
                  <a:pt x="4630616" y="1476532"/>
                </a:lnTo>
                <a:cubicBezTo>
                  <a:pt x="4630366" y="1476116"/>
                  <a:pt x="4630367" y="1475536"/>
                  <a:pt x="4630615" y="1475119"/>
                </a:cubicBezTo>
                <a:lnTo>
                  <a:pt x="4640669" y="1457673"/>
                </a:lnTo>
                <a:cubicBezTo>
                  <a:pt x="4640917" y="1457174"/>
                  <a:pt x="4641415" y="1456925"/>
                  <a:pt x="4641914" y="1456925"/>
                </a:cubicBezTo>
                <a:lnTo>
                  <a:pt x="4662019" y="1456925"/>
                </a:lnTo>
                <a:cubicBezTo>
                  <a:pt x="4662517" y="1456925"/>
                  <a:pt x="4663017" y="1457258"/>
                  <a:pt x="4663266" y="1457673"/>
                </a:cubicBezTo>
                <a:lnTo>
                  <a:pt x="4673318" y="1475120"/>
                </a:lnTo>
                <a:cubicBezTo>
                  <a:pt x="4673568" y="1475535"/>
                  <a:pt x="4673567" y="1476116"/>
                  <a:pt x="4673319" y="1476532"/>
                </a:cubicBezTo>
                <a:lnTo>
                  <a:pt x="4663265" y="1493978"/>
                </a:lnTo>
                <a:cubicBezTo>
                  <a:pt x="4663017" y="1494477"/>
                  <a:pt x="4662518" y="1494726"/>
                  <a:pt x="4662020" y="1494726"/>
                </a:cubicBezTo>
                <a:close/>
                <a:moveTo>
                  <a:pt x="1692706" y="704594"/>
                </a:moveTo>
                <a:cubicBezTo>
                  <a:pt x="1692207" y="704594"/>
                  <a:pt x="1691709" y="704261"/>
                  <a:pt x="1691461" y="703846"/>
                </a:cubicBezTo>
                <a:lnTo>
                  <a:pt x="1681324" y="686317"/>
                </a:lnTo>
                <a:cubicBezTo>
                  <a:pt x="1681076" y="685901"/>
                  <a:pt x="1681075" y="685320"/>
                  <a:pt x="1681324" y="684905"/>
                </a:cubicBezTo>
                <a:lnTo>
                  <a:pt x="1691460" y="667375"/>
                </a:lnTo>
                <a:cubicBezTo>
                  <a:pt x="1691709" y="666876"/>
                  <a:pt x="1692207" y="666627"/>
                  <a:pt x="1692706" y="666627"/>
                </a:cubicBezTo>
                <a:lnTo>
                  <a:pt x="1712978" y="666627"/>
                </a:lnTo>
                <a:cubicBezTo>
                  <a:pt x="1713476" y="666627"/>
                  <a:pt x="1713974" y="666960"/>
                  <a:pt x="1714223" y="667375"/>
                </a:cubicBezTo>
                <a:lnTo>
                  <a:pt x="1724359" y="684905"/>
                </a:lnTo>
                <a:cubicBezTo>
                  <a:pt x="1724608" y="685319"/>
                  <a:pt x="1724608" y="685901"/>
                  <a:pt x="1724359" y="686316"/>
                </a:cubicBezTo>
                <a:lnTo>
                  <a:pt x="1714223" y="703846"/>
                </a:lnTo>
                <a:cubicBezTo>
                  <a:pt x="1713974" y="704344"/>
                  <a:pt x="1713476" y="704594"/>
                  <a:pt x="1712977" y="704594"/>
                </a:cubicBezTo>
                <a:close/>
                <a:moveTo>
                  <a:pt x="4581645" y="1478683"/>
                </a:moveTo>
                <a:cubicBezTo>
                  <a:pt x="4581146" y="1478683"/>
                  <a:pt x="4580648" y="1478350"/>
                  <a:pt x="4580400" y="1477935"/>
                </a:cubicBezTo>
                <a:lnTo>
                  <a:pt x="4570264" y="1460406"/>
                </a:lnTo>
                <a:cubicBezTo>
                  <a:pt x="4570015" y="1459990"/>
                  <a:pt x="4570015" y="1459409"/>
                  <a:pt x="4570264" y="1458994"/>
                </a:cubicBezTo>
                <a:lnTo>
                  <a:pt x="4580400" y="1441464"/>
                </a:lnTo>
                <a:cubicBezTo>
                  <a:pt x="4580649" y="1440965"/>
                  <a:pt x="4581147" y="1440715"/>
                  <a:pt x="4581646" y="1440716"/>
                </a:cubicBezTo>
                <a:lnTo>
                  <a:pt x="4601917" y="1440716"/>
                </a:lnTo>
                <a:cubicBezTo>
                  <a:pt x="4602416" y="1440716"/>
                  <a:pt x="4602914" y="1441049"/>
                  <a:pt x="4603163" y="1441464"/>
                </a:cubicBezTo>
                <a:lnTo>
                  <a:pt x="4613298" y="1458994"/>
                </a:lnTo>
                <a:cubicBezTo>
                  <a:pt x="4613548" y="1459408"/>
                  <a:pt x="4613548" y="1459990"/>
                  <a:pt x="4613299" y="1460405"/>
                </a:cubicBezTo>
                <a:lnTo>
                  <a:pt x="4603163" y="1477935"/>
                </a:lnTo>
                <a:cubicBezTo>
                  <a:pt x="4602914" y="1478433"/>
                  <a:pt x="4602416" y="1478683"/>
                  <a:pt x="4601917" y="1478683"/>
                </a:cubicBezTo>
                <a:close/>
                <a:moveTo>
                  <a:pt x="4762204" y="1527063"/>
                </a:moveTo>
                <a:cubicBezTo>
                  <a:pt x="4761705" y="1527063"/>
                  <a:pt x="4761207" y="1526731"/>
                  <a:pt x="4760958" y="1526316"/>
                </a:cubicBezTo>
                <a:lnTo>
                  <a:pt x="4750822" y="1508786"/>
                </a:lnTo>
                <a:cubicBezTo>
                  <a:pt x="4750573" y="1508370"/>
                  <a:pt x="4750573" y="1507789"/>
                  <a:pt x="4750822" y="1507374"/>
                </a:cubicBezTo>
                <a:lnTo>
                  <a:pt x="4760958" y="1489844"/>
                </a:lnTo>
                <a:cubicBezTo>
                  <a:pt x="4761207" y="1489345"/>
                  <a:pt x="4761705" y="1489096"/>
                  <a:pt x="4762204" y="1489096"/>
                </a:cubicBezTo>
                <a:lnTo>
                  <a:pt x="4782475" y="1489096"/>
                </a:lnTo>
                <a:cubicBezTo>
                  <a:pt x="4782974" y="1489096"/>
                  <a:pt x="4783472" y="1489429"/>
                  <a:pt x="4783721" y="1489844"/>
                </a:cubicBezTo>
                <a:lnTo>
                  <a:pt x="4793857" y="1507374"/>
                </a:lnTo>
                <a:cubicBezTo>
                  <a:pt x="4794106" y="1507789"/>
                  <a:pt x="4794106" y="1508370"/>
                  <a:pt x="4793857" y="1508786"/>
                </a:cubicBezTo>
                <a:lnTo>
                  <a:pt x="4783721" y="1526316"/>
                </a:lnTo>
                <a:cubicBezTo>
                  <a:pt x="4783472" y="1526814"/>
                  <a:pt x="4782974" y="1527063"/>
                  <a:pt x="4782475" y="1527063"/>
                </a:cubicBezTo>
                <a:close/>
                <a:moveTo>
                  <a:pt x="4882577" y="1559317"/>
                </a:moveTo>
                <a:cubicBezTo>
                  <a:pt x="4882078" y="1559317"/>
                  <a:pt x="4881580" y="1558985"/>
                  <a:pt x="4881331" y="1558570"/>
                </a:cubicBezTo>
                <a:lnTo>
                  <a:pt x="4871195" y="1541040"/>
                </a:lnTo>
                <a:cubicBezTo>
                  <a:pt x="4870946" y="1540624"/>
                  <a:pt x="4870946" y="1540043"/>
                  <a:pt x="4871195" y="1539628"/>
                </a:cubicBezTo>
                <a:lnTo>
                  <a:pt x="4881331" y="1522098"/>
                </a:lnTo>
                <a:cubicBezTo>
                  <a:pt x="4881580" y="1521599"/>
                  <a:pt x="4882078" y="1521350"/>
                  <a:pt x="4882577" y="1521350"/>
                </a:cubicBezTo>
                <a:lnTo>
                  <a:pt x="4902848" y="1521350"/>
                </a:lnTo>
                <a:cubicBezTo>
                  <a:pt x="4903347" y="1521350"/>
                  <a:pt x="4903845" y="1521683"/>
                  <a:pt x="4904094" y="1522098"/>
                </a:cubicBezTo>
                <a:lnTo>
                  <a:pt x="4914230" y="1539628"/>
                </a:lnTo>
                <a:cubicBezTo>
                  <a:pt x="4914479" y="1540043"/>
                  <a:pt x="4914479" y="1540624"/>
                  <a:pt x="4914230" y="1541040"/>
                </a:cubicBezTo>
                <a:lnTo>
                  <a:pt x="4904094" y="1558570"/>
                </a:lnTo>
                <a:cubicBezTo>
                  <a:pt x="4903845" y="1559068"/>
                  <a:pt x="4903347" y="1559317"/>
                  <a:pt x="4902848" y="1559317"/>
                </a:cubicBezTo>
                <a:close/>
                <a:moveTo>
                  <a:pt x="2354575" y="882414"/>
                </a:moveTo>
                <a:cubicBezTo>
                  <a:pt x="2354077" y="882414"/>
                  <a:pt x="2353579" y="882082"/>
                  <a:pt x="2353329" y="881666"/>
                </a:cubicBezTo>
                <a:lnTo>
                  <a:pt x="2343027" y="863805"/>
                </a:lnTo>
                <a:cubicBezTo>
                  <a:pt x="2342779" y="863306"/>
                  <a:pt x="2342779" y="862724"/>
                  <a:pt x="2343028" y="862309"/>
                </a:cubicBezTo>
                <a:lnTo>
                  <a:pt x="2353329" y="844447"/>
                </a:lnTo>
                <a:cubicBezTo>
                  <a:pt x="2353579" y="843948"/>
                  <a:pt x="2354077" y="843699"/>
                  <a:pt x="2354576" y="843699"/>
                </a:cubicBezTo>
                <a:lnTo>
                  <a:pt x="2375262" y="843699"/>
                </a:lnTo>
                <a:cubicBezTo>
                  <a:pt x="2375761" y="843699"/>
                  <a:pt x="2376258" y="844032"/>
                  <a:pt x="2376508" y="844447"/>
                </a:cubicBezTo>
                <a:lnTo>
                  <a:pt x="2386810" y="862309"/>
                </a:lnTo>
                <a:cubicBezTo>
                  <a:pt x="2387060" y="862807"/>
                  <a:pt x="2387059" y="863389"/>
                  <a:pt x="2386811" y="863805"/>
                </a:cubicBezTo>
                <a:lnTo>
                  <a:pt x="2376509" y="881666"/>
                </a:lnTo>
                <a:cubicBezTo>
                  <a:pt x="2376258" y="882165"/>
                  <a:pt x="2375760" y="882414"/>
                  <a:pt x="2375261" y="882414"/>
                </a:cubicBezTo>
                <a:close/>
                <a:moveTo>
                  <a:pt x="4701757" y="1511434"/>
                </a:moveTo>
                <a:cubicBezTo>
                  <a:pt x="4701259" y="1511434"/>
                  <a:pt x="4700761" y="1511102"/>
                  <a:pt x="4700511" y="1510687"/>
                </a:cubicBezTo>
                <a:lnTo>
                  <a:pt x="4690127" y="1492742"/>
                </a:lnTo>
                <a:cubicBezTo>
                  <a:pt x="4689877" y="1492243"/>
                  <a:pt x="4689878" y="1491662"/>
                  <a:pt x="4690126" y="1491246"/>
                </a:cubicBezTo>
                <a:lnTo>
                  <a:pt x="4700512" y="1473301"/>
                </a:lnTo>
                <a:cubicBezTo>
                  <a:pt x="4700760" y="1472802"/>
                  <a:pt x="4701259" y="1472553"/>
                  <a:pt x="4701758" y="1472553"/>
                </a:cubicBezTo>
                <a:lnTo>
                  <a:pt x="4722527" y="1472553"/>
                </a:lnTo>
                <a:cubicBezTo>
                  <a:pt x="4723025" y="1472553"/>
                  <a:pt x="4723525" y="1472886"/>
                  <a:pt x="4723773" y="1473301"/>
                </a:cubicBezTo>
                <a:lnTo>
                  <a:pt x="4734159" y="1491246"/>
                </a:lnTo>
                <a:cubicBezTo>
                  <a:pt x="4734407" y="1491744"/>
                  <a:pt x="4734408" y="1492326"/>
                  <a:pt x="4734158" y="1492742"/>
                </a:cubicBezTo>
                <a:lnTo>
                  <a:pt x="4723774" y="1510687"/>
                </a:lnTo>
                <a:cubicBezTo>
                  <a:pt x="4723525" y="1511185"/>
                  <a:pt x="4723025" y="1511434"/>
                  <a:pt x="4722527" y="1511434"/>
                </a:cubicBezTo>
                <a:close/>
                <a:moveTo>
                  <a:pt x="4822130" y="1543688"/>
                </a:moveTo>
                <a:cubicBezTo>
                  <a:pt x="4821631" y="1543688"/>
                  <a:pt x="4821133" y="1543355"/>
                  <a:pt x="4820884" y="1542940"/>
                </a:cubicBezTo>
                <a:lnTo>
                  <a:pt x="4810499" y="1524996"/>
                </a:lnTo>
                <a:cubicBezTo>
                  <a:pt x="4810250" y="1524497"/>
                  <a:pt x="4810250" y="1523916"/>
                  <a:pt x="4810499" y="1523500"/>
                </a:cubicBezTo>
                <a:lnTo>
                  <a:pt x="4820884" y="1505554"/>
                </a:lnTo>
                <a:cubicBezTo>
                  <a:pt x="4821133" y="1505055"/>
                  <a:pt x="4821631" y="1504807"/>
                  <a:pt x="4822130" y="1504807"/>
                </a:cubicBezTo>
                <a:lnTo>
                  <a:pt x="4842900" y="1504807"/>
                </a:lnTo>
                <a:cubicBezTo>
                  <a:pt x="4843398" y="1504806"/>
                  <a:pt x="4843897" y="1505140"/>
                  <a:pt x="4844146" y="1505555"/>
                </a:cubicBezTo>
                <a:lnTo>
                  <a:pt x="4854531" y="1523499"/>
                </a:lnTo>
                <a:cubicBezTo>
                  <a:pt x="4854780" y="1523998"/>
                  <a:pt x="4854780" y="1524580"/>
                  <a:pt x="4854531" y="1524995"/>
                </a:cubicBezTo>
                <a:lnTo>
                  <a:pt x="4844146" y="1542941"/>
                </a:lnTo>
                <a:cubicBezTo>
                  <a:pt x="4843897" y="1543439"/>
                  <a:pt x="4843398" y="1543687"/>
                  <a:pt x="4842900" y="1543687"/>
                </a:cubicBezTo>
                <a:close/>
                <a:moveTo>
                  <a:pt x="5002689" y="1592068"/>
                </a:moveTo>
                <a:cubicBezTo>
                  <a:pt x="5002190" y="1592068"/>
                  <a:pt x="5001692" y="1591736"/>
                  <a:pt x="5001443" y="1591321"/>
                </a:cubicBezTo>
                <a:lnTo>
                  <a:pt x="4991058" y="1573376"/>
                </a:lnTo>
                <a:cubicBezTo>
                  <a:pt x="4990809" y="1572877"/>
                  <a:pt x="4990809" y="1572296"/>
                  <a:pt x="4991058" y="1571880"/>
                </a:cubicBezTo>
                <a:lnTo>
                  <a:pt x="5001443" y="1553935"/>
                </a:lnTo>
                <a:cubicBezTo>
                  <a:pt x="5001692" y="1553436"/>
                  <a:pt x="5002190" y="1553187"/>
                  <a:pt x="5002689" y="1553187"/>
                </a:cubicBezTo>
                <a:lnTo>
                  <a:pt x="5023459" y="1553187"/>
                </a:lnTo>
                <a:cubicBezTo>
                  <a:pt x="5023957" y="1553187"/>
                  <a:pt x="5024456" y="1553520"/>
                  <a:pt x="5024705" y="1553935"/>
                </a:cubicBezTo>
                <a:lnTo>
                  <a:pt x="5035090" y="1571880"/>
                </a:lnTo>
                <a:cubicBezTo>
                  <a:pt x="5035338" y="1572378"/>
                  <a:pt x="5035339" y="1572960"/>
                  <a:pt x="5035090" y="1573376"/>
                </a:cubicBezTo>
                <a:lnTo>
                  <a:pt x="5024705" y="1591321"/>
                </a:lnTo>
                <a:cubicBezTo>
                  <a:pt x="5024456" y="1591819"/>
                  <a:pt x="5023957" y="1592068"/>
                  <a:pt x="5023459" y="1592068"/>
                </a:cubicBezTo>
                <a:close/>
                <a:moveTo>
                  <a:pt x="4942419" y="1576025"/>
                </a:moveTo>
                <a:cubicBezTo>
                  <a:pt x="4941920" y="1576025"/>
                  <a:pt x="4941422" y="1575693"/>
                  <a:pt x="4941173" y="1575277"/>
                </a:cubicBezTo>
                <a:lnTo>
                  <a:pt x="4930788" y="1557249"/>
                </a:lnTo>
                <a:cubicBezTo>
                  <a:pt x="4930539" y="1556751"/>
                  <a:pt x="4930539" y="1556169"/>
                  <a:pt x="4930788" y="1555753"/>
                </a:cubicBezTo>
                <a:lnTo>
                  <a:pt x="4941256" y="1537725"/>
                </a:lnTo>
                <a:cubicBezTo>
                  <a:pt x="4941505" y="1537227"/>
                  <a:pt x="4942004" y="1536978"/>
                  <a:pt x="4942502" y="1536978"/>
                </a:cubicBezTo>
                <a:lnTo>
                  <a:pt x="4963355" y="1536978"/>
                </a:lnTo>
                <a:cubicBezTo>
                  <a:pt x="4963854" y="1536978"/>
                  <a:pt x="4964352" y="1537310"/>
                  <a:pt x="4964601" y="1537725"/>
                </a:cubicBezTo>
                <a:lnTo>
                  <a:pt x="4974986" y="1555753"/>
                </a:lnTo>
                <a:cubicBezTo>
                  <a:pt x="4975235" y="1556252"/>
                  <a:pt x="4975235" y="1556834"/>
                  <a:pt x="4974986" y="1557249"/>
                </a:cubicBezTo>
                <a:lnTo>
                  <a:pt x="4964518" y="1575277"/>
                </a:lnTo>
                <a:cubicBezTo>
                  <a:pt x="4964269" y="1575776"/>
                  <a:pt x="4963770" y="1576025"/>
                  <a:pt x="4963272" y="1576025"/>
                </a:cubicBezTo>
                <a:close/>
                <a:moveTo>
                  <a:pt x="5122977" y="1624487"/>
                </a:moveTo>
                <a:cubicBezTo>
                  <a:pt x="5122479" y="1624488"/>
                  <a:pt x="5121981" y="1624156"/>
                  <a:pt x="5121732" y="1623741"/>
                </a:cubicBezTo>
                <a:lnTo>
                  <a:pt x="5111264" y="1605629"/>
                </a:lnTo>
                <a:cubicBezTo>
                  <a:pt x="5111015" y="1605131"/>
                  <a:pt x="5111015" y="1604549"/>
                  <a:pt x="5111264" y="1604134"/>
                </a:cubicBezTo>
                <a:lnTo>
                  <a:pt x="5121732" y="1586022"/>
                </a:lnTo>
                <a:cubicBezTo>
                  <a:pt x="5121980" y="1585524"/>
                  <a:pt x="5122479" y="1585275"/>
                  <a:pt x="5122977" y="1585275"/>
                </a:cubicBezTo>
                <a:lnTo>
                  <a:pt x="5143914" y="1585275"/>
                </a:lnTo>
                <a:cubicBezTo>
                  <a:pt x="5144413" y="1585275"/>
                  <a:pt x="5144910" y="1585607"/>
                  <a:pt x="5145159" y="1586022"/>
                </a:cubicBezTo>
                <a:lnTo>
                  <a:pt x="5155627" y="1604134"/>
                </a:lnTo>
                <a:cubicBezTo>
                  <a:pt x="5155876" y="1604632"/>
                  <a:pt x="5155876" y="1605214"/>
                  <a:pt x="5155627" y="1605629"/>
                </a:cubicBezTo>
                <a:lnTo>
                  <a:pt x="5145159" y="1623741"/>
                </a:lnTo>
                <a:cubicBezTo>
                  <a:pt x="5144911" y="1624239"/>
                  <a:pt x="5144413" y="1624488"/>
                  <a:pt x="5143914" y="1624488"/>
                </a:cubicBezTo>
                <a:close/>
                <a:moveTo>
                  <a:pt x="5062732" y="1608437"/>
                </a:moveTo>
                <a:cubicBezTo>
                  <a:pt x="5062234" y="1608437"/>
                  <a:pt x="5061734" y="1608104"/>
                  <a:pt x="5061485" y="1607689"/>
                </a:cubicBezTo>
                <a:lnTo>
                  <a:pt x="5050934" y="1589411"/>
                </a:lnTo>
                <a:cubicBezTo>
                  <a:pt x="5050685" y="1588913"/>
                  <a:pt x="5050686" y="1588331"/>
                  <a:pt x="5050934" y="1587916"/>
                </a:cubicBezTo>
                <a:lnTo>
                  <a:pt x="5061486" y="1569638"/>
                </a:lnTo>
                <a:cubicBezTo>
                  <a:pt x="5061734" y="1569140"/>
                  <a:pt x="5062233" y="1568891"/>
                  <a:pt x="5062731" y="1568891"/>
                </a:cubicBezTo>
                <a:lnTo>
                  <a:pt x="5083751" y="1568891"/>
                </a:lnTo>
                <a:cubicBezTo>
                  <a:pt x="5084250" y="1568891"/>
                  <a:pt x="5084748" y="1569223"/>
                  <a:pt x="5084997" y="1569638"/>
                </a:cubicBezTo>
                <a:lnTo>
                  <a:pt x="5095548" y="1587916"/>
                </a:lnTo>
                <a:cubicBezTo>
                  <a:pt x="5095798" y="1588414"/>
                  <a:pt x="5095798" y="1588996"/>
                  <a:pt x="5095548" y="1589411"/>
                </a:cubicBezTo>
                <a:lnTo>
                  <a:pt x="5084996" y="1607689"/>
                </a:lnTo>
                <a:cubicBezTo>
                  <a:pt x="5084748" y="1608187"/>
                  <a:pt x="5084249" y="1608437"/>
                  <a:pt x="5083750" y="1608437"/>
                </a:cubicBezTo>
                <a:close/>
                <a:moveTo>
                  <a:pt x="1812650" y="737771"/>
                </a:moveTo>
                <a:cubicBezTo>
                  <a:pt x="1812069" y="737771"/>
                  <a:pt x="1811570" y="737522"/>
                  <a:pt x="1811321" y="737023"/>
                </a:cubicBezTo>
                <a:lnTo>
                  <a:pt x="1800770" y="718663"/>
                </a:lnTo>
                <a:cubicBezTo>
                  <a:pt x="1800521" y="718164"/>
                  <a:pt x="1800521" y="717665"/>
                  <a:pt x="1800770" y="717167"/>
                </a:cubicBezTo>
                <a:lnTo>
                  <a:pt x="1811321" y="698806"/>
                </a:lnTo>
                <a:cubicBezTo>
                  <a:pt x="1811653" y="698307"/>
                  <a:pt x="1812152" y="698059"/>
                  <a:pt x="1812650" y="698058"/>
                </a:cubicBezTo>
                <a:lnTo>
                  <a:pt x="1833836" y="698059"/>
                </a:lnTo>
                <a:cubicBezTo>
                  <a:pt x="1834417" y="698059"/>
                  <a:pt x="1834916" y="698308"/>
                  <a:pt x="1835165" y="698807"/>
                </a:cubicBezTo>
                <a:lnTo>
                  <a:pt x="1845716" y="717167"/>
                </a:lnTo>
                <a:cubicBezTo>
                  <a:pt x="1845965" y="717666"/>
                  <a:pt x="1845965" y="718165"/>
                  <a:pt x="1845716" y="718663"/>
                </a:cubicBezTo>
                <a:lnTo>
                  <a:pt x="1835165" y="737022"/>
                </a:lnTo>
                <a:cubicBezTo>
                  <a:pt x="1834832" y="737522"/>
                  <a:pt x="1834334" y="737770"/>
                  <a:pt x="1833836" y="737770"/>
                </a:cubicBezTo>
                <a:close/>
                <a:moveTo>
                  <a:pt x="2414512" y="899039"/>
                </a:moveTo>
                <a:cubicBezTo>
                  <a:pt x="2413932" y="899039"/>
                  <a:pt x="2413433" y="898790"/>
                  <a:pt x="2413183" y="898291"/>
                </a:cubicBezTo>
                <a:lnTo>
                  <a:pt x="2402633" y="879931"/>
                </a:lnTo>
                <a:cubicBezTo>
                  <a:pt x="2402384" y="879433"/>
                  <a:pt x="2402384" y="878934"/>
                  <a:pt x="2402632" y="878435"/>
                </a:cubicBezTo>
                <a:lnTo>
                  <a:pt x="2413183" y="860075"/>
                </a:lnTo>
                <a:cubicBezTo>
                  <a:pt x="2413515" y="859576"/>
                  <a:pt x="2414015" y="859327"/>
                  <a:pt x="2414513" y="859327"/>
                </a:cubicBezTo>
                <a:lnTo>
                  <a:pt x="2435699" y="859327"/>
                </a:lnTo>
                <a:cubicBezTo>
                  <a:pt x="2436279" y="859327"/>
                  <a:pt x="2436778" y="859576"/>
                  <a:pt x="2437027" y="860075"/>
                </a:cubicBezTo>
                <a:lnTo>
                  <a:pt x="2447578" y="878435"/>
                </a:lnTo>
                <a:cubicBezTo>
                  <a:pt x="2447828" y="878934"/>
                  <a:pt x="2447828" y="879433"/>
                  <a:pt x="2447579" y="879931"/>
                </a:cubicBezTo>
                <a:lnTo>
                  <a:pt x="2437028" y="898291"/>
                </a:lnTo>
                <a:cubicBezTo>
                  <a:pt x="2436695" y="898790"/>
                  <a:pt x="2436196" y="899039"/>
                  <a:pt x="2435698" y="899039"/>
                </a:cubicBezTo>
                <a:close/>
                <a:moveTo>
                  <a:pt x="1993128" y="786224"/>
                </a:moveTo>
                <a:cubicBezTo>
                  <a:pt x="1992547" y="786224"/>
                  <a:pt x="1992048" y="785975"/>
                  <a:pt x="1991799" y="785476"/>
                </a:cubicBezTo>
                <a:lnTo>
                  <a:pt x="1981165" y="767032"/>
                </a:lnTo>
                <a:cubicBezTo>
                  <a:pt x="1980916" y="766616"/>
                  <a:pt x="1980916" y="766036"/>
                  <a:pt x="1981165" y="765537"/>
                </a:cubicBezTo>
                <a:lnTo>
                  <a:pt x="1991799" y="747093"/>
                </a:lnTo>
                <a:cubicBezTo>
                  <a:pt x="1992131" y="746594"/>
                  <a:pt x="1992630" y="746345"/>
                  <a:pt x="1993128" y="746345"/>
                </a:cubicBezTo>
                <a:lnTo>
                  <a:pt x="2014397" y="746346"/>
                </a:lnTo>
                <a:cubicBezTo>
                  <a:pt x="2014978" y="746345"/>
                  <a:pt x="2015476" y="746594"/>
                  <a:pt x="2015726" y="747094"/>
                </a:cubicBezTo>
                <a:lnTo>
                  <a:pt x="2026360" y="765536"/>
                </a:lnTo>
                <a:cubicBezTo>
                  <a:pt x="2026609" y="765952"/>
                  <a:pt x="2026609" y="766534"/>
                  <a:pt x="2026360" y="767032"/>
                </a:cubicBezTo>
                <a:lnTo>
                  <a:pt x="2015726" y="785476"/>
                </a:lnTo>
                <a:cubicBezTo>
                  <a:pt x="2015394" y="785975"/>
                  <a:pt x="2014895" y="786223"/>
                  <a:pt x="2014397" y="786223"/>
                </a:cubicBezTo>
                <a:close/>
                <a:moveTo>
                  <a:pt x="1752299" y="721800"/>
                </a:moveTo>
                <a:cubicBezTo>
                  <a:pt x="1751717" y="721800"/>
                  <a:pt x="1751218" y="721551"/>
                  <a:pt x="1750969" y="721052"/>
                </a:cubicBezTo>
                <a:lnTo>
                  <a:pt x="1740335" y="702526"/>
                </a:lnTo>
                <a:cubicBezTo>
                  <a:pt x="1740086" y="702110"/>
                  <a:pt x="1740086" y="701528"/>
                  <a:pt x="1740336" y="701030"/>
                </a:cubicBezTo>
                <a:lnTo>
                  <a:pt x="1751052" y="682503"/>
                </a:lnTo>
                <a:cubicBezTo>
                  <a:pt x="1751385" y="682088"/>
                  <a:pt x="1751883" y="681756"/>
                  <a:pt x="1752381" y="681756"/>
                </a:cubicBezTo>
                <a:lnTo>
                  <a:pt x="1773733" y="681756"/>
                </a:lnTo>
                <a:cubicBezTo>
                  <a:pt x="1774314" y="681756"/>
                  <a:pt x="1774813" y="682005"/>
                  <a:pt x="1775062" y="682503"/>
                </a:cubicBezTo>
                <a:lnTo>
                  <a:pt x="1785696" y="701030"/>
                </a:lnTo>
                <a:cubicBezTo>
                  <a:pt x="1785946" y="701446"/>
                  <a:pt x="1785946" y="702027"/>
                  <a:pt x="1785696" y="702526"/>
                </a:cubicBezTo>
                <a:lnTo>
                  <a:pt x="1774979" y="721052"/>
                </a:lnTo>
                <a:cubicBezTo>
                  <a:pt x="1774647" y="721468"/>
                  <a:pt x="1774148" y="721800"/>
                  <a:pt x="1773650" y="721800"/>
                </a:cubicBezTo>
                <a:close/>
                <a:moveTo>
                  <a:pt x="1932859" y="770263"/>
                </a:moveTo>
                <a:cubicBezTo>
                  <a:pt x="1932277" y="770262"/>
                  <a:pt x="1931779" y="770014"/>
                  <a:pt x="1931529" y="769516"/>
                </a:cubicBezTo>
                <a:lnTo>
                  <a:pt x="1920812" y="750905"/>
                </a:lnTo>
                <a:cubicBezTo>
                  <a:pt x="1920563" y="750490"/>
                  <a:pt x="1920563" y="749909"/>
                  <a:pt x="1920812" y="749410"/>
                </a:cubicBezTo>
                <a:lnTo>
                  <a:pt x="1931529" y="730800"/>
                </a:lnTo>
                <a:cubicBezTo>
                  <a:pt x="1931862" y="730385"/>
                  <a:pt x="1932360" y="730053"/>
                  <a:pt x="1932859" y="730052"/>
                </a:cubicBezTo>
                <a:lnTo>
                  <a:pt x="1954293" y="730053"/>
                </a:lnTo>
                <a:cubicBezTo>
                  <a:pt x="1954874" y="730053"/>
                  <a:pt x="1955373" y="730302"/>
                  <a:pt x="1955622" y="730799"/>
                </a:cubicBezTo>
                <a:lnTo>
                  <a:pt x="1966339" y="749410"/>
                </a:lnTo>
                <a:cubicBezTo>
                  <a:pt x="1966589" y="749826"/>
                  <a:pt x="1966589" y="750407"/>
                  <a:pt x="1966339" y="750906"/>
                </a:cubicBezTo>
                <a:lnTo>
                  <a:pt x="1955622" y="769516"/>
                </a:lnTo>
                <a:cubicBezTo>
                  <a:pt x="1955290" y="769931"/>
                  <a:pt x="1954791" y="770263"/>
                  <a:pt x="1954293" y="770263"/>
                </a:cubicBezTo>
                <a:close/>
                <a:moveTo>
                  <a:pt x="2956023" y="1044419"/>
                </a:moveTo>
                <a:cubicBezTo>
                  <a:pt x="2955443" y="1044419"/>
                  <a:pt x="2954944" y="1044170"/>
                  <a:pt x="2954694" y="1043672"/>
                </a:cubicBezTo>
                <a:lnTo>
                  <a:pt x="2943977" y="1025062"/>
                </a:lnTo>
                <a:cubicBezTo>
                  <a:pt x="2943729" y="1024646"/>
                  <a:pt x="2943729" y="1024065"/>
                  <a:pt x="2943978" y="1023566"/>
                </a:cubicBezTo>
                <a:lnTo>
                  <a:pt x="2954695" y="1004956"/>
                </a:lnTo>
                <a:cubicBezTo>
                  <a:pt x="2955027" y="1004541"/>
                  <a:pt x="2955526" y="1004209"/>
                  <a:pt x="2956024" y="1004209"/>
                </a:cubicBezTo>
                <a:lnTo>
                  <a:pt x="2977459" y="1004209"/>
                </a:lnTo>
                <a:cubicBezTo>
                  <a:pt x="2978040" y="1004209"/>
                  <a:pt x="2978539" y="1004458"/>
                  <a:pt x="2978788" y="1004956"/>
                </a:cubicBezTo>
                <a:lnTo>
                  <a:pt x="2989505" y="1023566"/>
                </a:lnTo>
                <a:cubicBezTo>
                  <a:pt x="2989754" y="1023982"/>
                  <a:pt x="2989754" y="1024563"/>
                  <a:pt x="2989505" y="1025062"/>
                </a:cubicBezTo>
                <a:lnTo>
                  <a:pt x="2978787" y="1043672"/>
                </a:lnTo>
                <a:cubicBezTo>
                  <a:pt x="2978456" y="1044087"/>
                  <a:pt x="2977957" y="1044419"/>
                  <a:pt x="2977459" y="1044419"/>
                </a:cubicBezTo>
                <a:close/>
                <a:moveTo>
                  <a:pt x="3076314" y="1076756"/>
                </a:moveTo>
                <a:cubicBezTo>
                  <a:pt x="3075732" y="1076756"/>
                  <a:pt x="3075235" y="1076507"/>
                  <a:pt x="3074984" y="1076009"/>
                </a:cubicBezTo>
                <a:lnTo>
                  <a:pt x="3064185" y="1057316"/>
                </a:lnTo>
                <a:cubicBezTo>
                  <a:pt x="3063935" y="1056900"/>
                  <a:pt x="3063936" y="1056319"/>
                  <a:pt x="3064184" y="1055820"/>
                </a:cubicBezTo>
                <a:lnTo>
                  <a:pt x="3074984" y="1037127"/>
                </a:lnTo>
                <a:cubicBezTo>
                  <a:pt x="3075234" y="1036712"/>
                  <a:pt x="3075815" y="1036380"/>
                  <a:pt x="3076314" y="1036380"/>
                </a:cubicBezTo>
                <a:lnTo>
                  <a:pt x="3097914" y="1036380"/>
                </a:lnTo>
                <a:cubicBezTo>
                  <a:pt x="3098496" y="1036380"/>
                  <a:pt x="3098994" y="1036629"/>
                  <a:pt x="3099243" y="1037127"/>
                </a:cubicBezTo>
                <a:lnTo>
                  <a:pt x="3110044" y="1055820"/>
                </a:lnTo>
                <a:cubicBezTo>
                  <a:pt x="3110293" y="1056236"/>
                  <a:pt x="3110294" y="1056818"/>
                  <a:pt x="3110045" y="1057316"/>
                </a:cubicBezTo>
                <a:lnTo>
                  <a:pt x="3099244" y="1076009"/>
                </a:lnTo>
                <a:cubicBezTo>
                  <a:pt x="3098995" y="1076424"/>
                  <a:pt x="3098412" y="1076756"/>
                  <a:pt x="3097914" y="1076756"/>
                </a:cubicBezTo>
                <a:close/>
                <a:moveTo>
                  <a:pt x="1872588" y="754219"/>
                </a:moveTo>
                <a:cubicBezTo>
                  <a:pt x="1872007" y="754219"/>
                  <a:pt x="1871508" y="753970"/>
                  <a:pt x="1871259" y="753472"/>
                </a:cubicBezTo>
                <a:lnTo>
                  <a:pt x="1860459" y="734779"/>
                </a:lnTo>
                <a:cubicBezTo>
                  <a:pt x="1860210" y="734362"/>
                  <a:pt x="1860210" y="733782"/>
                  <a:pt x="1860459" y="733283"/>
                </a:cubicBezTo>
                <a:lnTo>
                  <a:pt x="1871259" y="714590"/>
                </a:lnTo>
                <a:cubicBezTo>
                  <a:pt x="1871508" y="714175"/>
                  <a:pt x="1872090" y="713842"/>
                  <a:pt x="1872588" y="713843"/>
                </a:cubicBezTo>
                <a:lnTo>
                  <a:pt x="1894189" y="713843"/>
                </a:lnTo>
                <a:cubicBezTo>
                  <a:pt x="1894770" y="713842"/>
                  <a:pt x="1895269" y="714092"/>
                  <a:pt x="1895518" y="714590"/>
                </a:cubicBezTo>
                <a:lnTo>
                  <a:pt x="1906319" y="733282"/>
                </a:lnTo>
                <a:cubicBezTo>
                  <a:pt x="1906568" y="733699"/>
                  <a:pt x="1906568" y="734280"/>
                  <a:pt x="1906319" y="734779"/>
                </a:cubicBezTo>
                <a:lnTo>
                  <a:pt x="1895518" y="753471"/>
                </a:lnTo>
                <a:cubicBezTo>
                  <a:pt x="1895269" y="753887"/>
                  <a:pt x="1894687" y="754219"/>
                  <a:pt x="1894189" y="754218"/>
                </a:cubicBezTo>
                <a:close/>
                <a:moveTo>
                  <a:pt x="2474449" y="915583"/>
                </a:moveTo>
                <a:cubicBezTo>
                  <a:pt x="2473868" y="915583"/>
                  <a:pt x="2473369" y="915333"/>
                  <a:pt x="2473120" y="914835"/>
                </a:cubicBezTo>
                <a:lnTo>
                  <a:pt x="2462320" y="896059"/>
                </a:lnTo>
                <a:cubicBezTo>
                  <a:pt x="2462071" y="895643"/>
                  <a:pt x="2462071" y="895062"/>
                  <a:pt x="2462320" y="894563"/>
                </a:cubicBezTo>
                <a:lnTo>
                  <a:pt x="2473120" y="875788"/>
                </a:lnTo>
                <a:cubicBezTo>
                  <a:pt x="2473369" y="875372"/>
                  <a:pt x="2473951" y="875040"/>
                  <a:pt x="2474449" y="875040"/>
                </a:cubicBezTo>
                <a:lnTo>
                  <a:pt x="2496133" y="875040"/>
                </a:lnTo>
                <a:cubicBezTo>
                  <a:pt x="2496715" y="875040"/>
                  <a:pt x="2497213" y="875289"/>
                  <a:pt x="2497463" y="875788"/>
                </a:cubicBezTo>
                <a:lnTo>
                  <a:pt x="2508263" y="894563"/>
                </a:lnTo>
                <a:cubicBezTo>
                  <a:pt x="2508512" y="894979"/>
                  <a:pt x="2508512" y="895561"/>
                  <a:pt x="2508263" y="896059"/>
                </a:cubicBezTo>
                <a:lnTo>
                  <a:pt x="2497463" y="914835"/>
                </a:lnTo>
                <a:cubicBezTo>
                  <a:pt x="2497213" y="915251"/>
                  <a:pt x="2496631" y="915583"/>
                  <a:pt x="2496133" y="915583"/>
                </a:cubicBezTo>
                <a:close/>
                <a:moveTo>
                  <a:pt x="2534635" y="931710"/>
                </a:moveTo>
                <a:cubicBezTo>
                  <a:pt x="2534054" y="931709"/>
                  <a:pt x="2533555" y="931460"/>
                  <a:pt x="2533306" y="930962"/>
                </a:cubicBezTo>
                <a:lnTo>
                  <a:pt x="2522506" y="912186"/>
                </a:lnTo>
                <a:cubicBezTo>
                  <a:pt x="2522257" y="911770"/>
                  <a:pt x="2522257" y="911189"/>
                  <a:pt x="2522506" y="910690"/>
                </a:cubicBezTo>
                <a:lnTo>
                  <a:pt x="2533306" y="891915"/>
                </a:lnTo>
                <a:cubicBezTo>
                  <a:pt x="2533555" y="891499"/>
                  <a:pt x="2534137" y="891167"/>
                  <a:pt x="2534635" y="891167"/>
                </a:cubicBezTo>
                <a:lnTo>
                  <a:pt x="2556319" y="891167"/>
                </a:lnTo>
                <a:cubicBezTo>
                  <a:pt x="2556901" y="891167"/>
                  <a:pt x="2557399" y="891416"/>
                  <a:pt x="2557649" y="891915"/>
                </a:cubicBezTo>
                <a:lnTo>
                  <a:pt x="2568449" y="910690"/>
                </a:lnTo>
                <a:cubicBezTo>
                  <a:pt x="2568698" y="911106"/>
                  <a:pt x="2568698" y="911688"/>
                  <a:pt x="2568449" y="912186"/>
                </a:cubicBezTo>
                <a:lnTo>
                  <a:pt x="2557649" y="930962"/>
                </a:lnTo>
                <a:cubicBezTo>
                  <a:pt x="2557399" y="931378"/>
                  <a:pt x="2556817" y="931709"/>
                  <a:pt x="2556319" y="931710"/>
                </a:cubicBezTo>
                <a:close/>
                <a:moveTo>
                  <a:pt x="2594822" y="947837"/>
                </a:moveTo>
                <a:cubicBezTo>
                  <a:pt x="2594241" y="947836"/>
                  <a:pt x="2593742" y="947587"/>
                  <a:pt x="2593493" y="947089"/>
                </a:cubicBezTo>
                <a:lnTo>
                  <a:pt x="2582693" y="928313"/>
                </a:lnTo>
                <a:cubicBezTo>
                  <a:pt x="2582444" y="927897"/>
                  <a:pt x="2582444" y="927316"/>
                  <a:pt x="2582693" y="926817"/>
                </a:cubicBezTo>
                <a:lnTo>
                  <a:pt x="2593493" y="908042"/>
                </a:lnTo>
                <a:cubicBezTo>
                  <a:pt x="2593742" y="907626"/>
                  <a:pt x="2594324" y="907294"/>
                  <a:pt x="2594822" y="907294"/>
                </a:cubicBezTo>
                <a:lnTo>
                  <a:pt x="2616506" y="907294"/>
                </a:lnTo>
                <a:cubicBezTo>
                  <a:pt x="2617088" y="907294"/>
                  <a:pt x="2617586" y="907543"/>
                  <a:pt x="2617835" y="908042"/>
                </a:cubicBezTo>
                <a:lnTo>
                  <a:pt x="2628636" y="926817"/>
                </a:lnTo>
                <a:cubicBezTo>
                  <a:pt x="2628885" y="927233"/>
                  <a:pt x="2628885" y="927815"/>
                  <a:pt x="2628636" y="928313"/>
                </a:cubicBezTo>
                <a:lnTo>
                  <a:pt x="2617835" y="947089"/>
                </a:lnTo>
                <a:cubicBezTo>
                  <a:pt x="2617586" y="947505"/>
                  <a:pt x="2617004" y="947837"/>
                  <a:pt x="2616506" y="947837"/>
                </a:cubicBezTo>
                <a:close/>
                <a:moveTo>
                  <a:pt x="2655007" y="963964"/>
                </a:moveTo>
                <a:cubicBezTo>
                  <a:pt x="2654427" y="963963"/>
                  <a:pt x="2653928" y="963714"/>
                  <a:pt x="2653679" y="963216"/>
                </a:cubicBezTo>
                <a:lnTo>
                  <a:pt x="2642879" y="944440"/>
                </a:lnTo>
                <a:cubicBezTo>
                  <a:pt x="2642630" y="944023"/>
                  <a:pt x="2642630" y="943443"/>
                  <a:pt x="2642879" y="942944"/>
                </a:cubicBezTo>
                <a:lnTo>
                  <a:pt x="2653679" y="924169"/>
                </a:lnTo>
                <a:cubicBezTo>
                  <a:pt x="2653928" y="923752"/>
                  <a:pt x="2654510" y="923420"/>
                  <a:pt x="2655008" y="923421"/>
                </a:cubicBezTo>
                <a:lnTo>
                  <a:pt x="2676692" y="923420"/>
                </a:lnTo>
                <a:cubicBezTo>
                  <a:pt x="2677273" y="923420"/>
                  <a:pt x="2677772" y="923669"/>
                  <a:pt x="2678021" y="924168"/>
                </a:cubicBezTo>
                <a:lnTo>
                  <a:pt x="2688822" y="942944"/>
                </a:lnTo>
                <a:cubicBezTo>
                  <a:pt x="2689071" y="943360"/>
                  <a:pt x="2689071" y="943942"/>
                  <a:pt x="2688822" y="944440"/>
                </a:cubicBezTo>
                <a:lnTo>
                  <a:pt x="2678021" y="963215"/>
                </a:lnTo>
                <a:cubicBezTo>
                  <a:pt x="2677772" y="963632"/>
                  <a:pt x="2677190" y="963963"/>
                  <a:pt x="2676692" y="963963"/>
                </a:cubicBezTo>
                <a:close/>
                <a:moveTo>
                  <a:pt x="2775380" y="996217"/>
                </a:moveTo>
                <a:cubicBezTo>
                  <a:pt x="2774799" y="996217"/>
                  <a:pt x="2774301" y="995967"/>
                  <a:pt x="2774051" y="995469"/>
                </a:cubicBezTo>
                <a:lnTo>
                  <a:pt x="2763252" y="976693"/>
                </a:lnTo>
                <a:cubicBezTo>
                  <a:pt x="2763002" y="976277"/>
                  <a:pt x="2763003" y="975697"/>
                  <a:pt x="2763251" y="975197"/>
                </a:cubicBezTo>
                <a:lnTo>
                  <a:pt x="2774052" y="956422"/>
                </a:lnTo>
                <a:cubicBezTo>
                  <a:pt x="2774300" y="956006"/>
                  <a:pt x="2774883" y="955674"/>
                  <a:pt x="2775380" y="955674"/>
                </a:cubicBezTo>
                <a:lnTo>
                  <a:pt x="2797064" y="955674"/>
                </a:lnTo>
                <a:cubicBezTo>
                  <a:pt x="2797646" y="955674"/>
                  <a:pt x="2798144" y="955923"/>
                  <a:pt x="2798394" y="956422"/>
                </a:cubicBezTo>
                <a:lnTo>
                  <a:pt x="2809194" y="975197"/>
                </a:lnTo>
                <a:cubicBezTo>
                  <a:pt x="2809444" y="975613"/>
                  <a:pt x="2809443" y="976195"/>
                  <a:pt x="2809195" y="976693"/>
                </a:cubicBezTo>
                <a:lnTo>
                  <a:pt x="2798393" y="995469"/>
                </a:lnTo>
                <a:cubicBezTo>
                  <a:pt x="2798144" y="995885"/>
                  <a:pt x="2797563" y="996217"/>
                  <a:pt x="2797065" y="996217"/>
                </a:cubicBezTo>
                <a:close/>
                <a:moveTo>
                  <a:pt x="2835566" y="1012344"/>
                </a:moveTo>
                <a:cubicBezTo>
                  <a:pt x="2834985" y="1012344"/>
                  <a:pt x="2834486" y="1012094"/>
                  <a:pt x="2834237" y="1011596"/>
                </a:cubicBezTo>
                <a:lnTo>
                  <a:pt x="2823437" y="992820"/>
                </a:lnTo>
                <a:cubicBezTo>
                  <a:pt x="2823188" y="992404"/>
                  <a:pt x="2823188" y="991823"/>
                  <a:pt x="2823437" y="991324"/>
                </a:cubicBezTo>
                <a:lnTo>
                  <a:pt x="2834237" y="972549"/>
                </a:lnTo>
                <a:cubicBezTo>
                  <a:pt x="2834486" y="972133"/>
                  <a:pt x="2835068" y="971801"/>
                  <a:pt x="2835566" y="971801"/>
                </a:cubicBezTo>
                <a:lnTo>
                  <a:pt x="2857250" y="971801"/>
                </a:lnTo>
                <a:cubicBezTo>
                  <a:pt x="2857832" y="971801"/>
                  <a:pt x="2858330" y="972050"/>
                  <a:pt x="2858579" y="972549"/>
                </a:cubicBezTo>
                <a:lnTo>
                  <a:pt x="2869380" y="991324"/>
                </a:lnTo>
                <a:cubicBezTo>
                  <a:pt x="2869629" y="991740"/>
                  <a:pt x="2869629" y="992322"/>
                  <a:pt x="2869380" y="992820"/>
                </a:cubicBezTo>
                <a:lnTo>
                  <a:pt x="2858579" y="1011596"/>
                </a:lnTo>
                <a:cubicBezTo>
                  <a:pt x="2858330" y="1012012"/>
                  <a:pt x="2857748" y="1012344"/>
                  <a:pt x="2857250" y="1012344"/>
                </a:cubicBezTo>
                <a:close/>
                <a:moveTo>
                  <a:pt x="3016125" y="1060725"/>
                </a:moveTo>
                <a:cubicBezTo>
                  <a:pt x="3015544" y="1060724"/>
                  <a:pt x="3015045" y="1060475"/>
                  <a:pt x="3014796" y="1059977"/>
                </a:cubicBezTo>
                <a:lnTo>
                  <a:pt x="3003996" y="1041201"/>
                </a:lnTo>
                <a:cubicBezTo>
                  <a:pt x="3003747" y="1040785"/>
                  <a:pt x="3003747" y="1040204"/>
                  <a:pt x="3003996" y="1039705"/>
                </a:cubicBezTo>
                <a:lnTo>
                  <a:pt x="3014796" y="1020930"/>
                </a:lnTo>
                <a:cubicBezTo>
                  <a:pt x="3015045" y="1020513"/>
                  <a:pt x="3015627" y="1020181"/>
                  <a:pt x="3016125" y="1020182"/>
                </a:cubicBezTo>
                <a:lnTo>
                  <a:pt x="3037809" y="1020181"/>
                </a:lnTo>
                <a:cubicBezTo>
                  <a:pt x="3038391" y="1020181"/>
                  <a:pt x="3038889" y="1020430"/>
                  <a:pt x="3039138" y="1020929"/>
                </a:cubicBezTo>
                <a:lnTo>
                  <a:pt x="3049939" y="1039705"/>
                </a:lnTo>
                <a:cubicBezTo>
                  <a:pt x="3050188" y="1040121"/>
                  <a:pt x="3050188" y="1040703"/>
                  <a:pt x="3049939" y="1041201"/>
                </a:cubicBezTo>
                <a:lnTo>
                  <a:pt x="3039138" y="1059976"/>
                </a:lnTo>
                <a:cubicBezTo>
                  <a:pt x="3038889" y="1060393"/>
                  <a:pt x="3038307" y="1060724"/>
                  <a:pt x="3037809" y="1060724"/>
                </a:cubicBezTo>
                <a:close/>
                <a:moveTo>
                  <a:pt x="3196684" y="1109105"/>
                </a:moveTo>
                <a:cubicBezTo>
                  <a:pt x="3196103" y="1109105"/>
                  <a:pt x="3195605" y="1108855"/>
                  <a:pt x="3195355" y="1108357"/>
                </a:cubicBezTo>
                <a:lnTo>
                  <a:pt x="3184556" y="1089581"/>
                </a:lnTo>
                <a:cubicBezTo>
                  <a:pt x="3184306" y="1089165"/>
                  <a:pt x="3184307" y="1088585"/>
                  <a:pt x="3184555" y="1088085"/>
                </a:cubicBezTo>
                <a:lnTo>
                  <a:pt x="3195356" y="1069311"/>
                </a:lnTo>
                <a:cubicBezTo>
                  <a:pt x="3195604" y="1068894"/>
                  <a:pt x="3196187" y="1068562"/>
                  <a:pt x="3196684" y="1068562"/>
                </a:cubicBezTo>
                <a:lnTo>
                  <a:pt x="3218368" y="1068562"/>
                </a:lnTo>
                <a:cubicBezTo>
                  <a:pt x="3218950" y="1068562"/>
                  <a:pt x="3219448" y="1068811"/>
                  <a:pt x="3219698" y="1069310"/>
                </a:cubicBezTo>
                <a:lnTo>
                  <a:pt x="3230498" y="1088085"/>
                </a:lnTo>
                <a:cubicBezTo>
                  <a:pt x="3230748" y="1088502"/>
                  <a:pt x="3230747" y="1089083"/>
                  <a:pt x="3230499" y="1089581"/>
                </a:cubicBezTo>
                <a:lnTo>
                  <a:pt x="3219697" y="1108357"/>
                </a:lnTo>
                <a:cubicBezTo>
                  <a:pt x="3219448" y="1108773"/>
                  <a:pt x="3218867" y="1109105"/>
                  <a:pt x="3218369" y="1109105"/>
                </a:cubicBezTo>
                <a:close/>
                <a:moveTo>
                  <a:pt x="3738360" y="1254247"/>
                </a:moveTo>
                <a:cubicBezTo>
                  <a:pt x="3737779" y="1254247"/>
                  <a:pt x="3737280" y="1253997"/>
                  <a:pt x="3737031" y="1253499"/>
                </a:cubicBezTo>
                <a:lnTo>
                  <a:pt x="3726231" y="1234723"/>
                </a:lnTo>
                <a:cubicBezTo>
                  <a:pt x="3725982" y="1234307"/>
                  <a:pt x="3725982" y="1233726"/>
                  <a:pt x="3726231" y="1233227"/>
                </a:cubicBezTo>
                <a:lnTo>
                  <a:pt x="3737031" y="1214452"/>
                </a:lnTo>
                <a:cubicBezTo>
                  <a:pt x="3737280" y="1214036"/>
                  <a:pt x="3737862" y="1213704"/>
                  <a:pt x="3738360" y="1213704"/>
                </a:cubicBezTo>
                <a:lnTo>
                  <a:pt x="3760044" y="1213704"/>
                </a:lnTo>
                <a:cubicBezTo>
                  <a:pt x="3760626" y="1213704"/>
                  <a:pt x="3761124" y="1213953"/>
                  <a:pt x="3761373" y="1214452"/>
                </a:cubicBezTo>
                <a:lnTo>
                  <a:pt x="3772174" y="1233227"/>
                </a:lnTo>
                <a:cubicBezTo>
                  <a:pt x="3772423" y="1233643"/>
                  <a:pt x="3772423" y="1234225"/>
                  <a:pt x="3772174" y="1234723"/>
                </a:cubicBezTo>
                <a:lnTo>
                  <a:pt x="3761373" y="1253499"/>
                </a:lnTo>
                <a:cubicBezTo>
                  <a:pt x="3761124" y="1253915"/>
                  <a:pt x="3760542" y="1254247"/>
                  <a:pt x="3760044" y="1254247"/>
                </a:cubicBezTo>
                <a:close/>
                <a:moveTo>
                  <a:pt x="2715125" y="980163"/>
                </a:moveTo>
                <a:cubicBezTo>
                  <a:pt x="2714543" y="980163"/>
                  <a:pt x="2714044" y="979914"/>
                  <a:pt x="2713795" y="979415"/>
                </a:cubicBezTo>
                <a:lnTo>
                  <a:pt x="2702912" y="960556"/>
                </a:lnTo>
                <a:cubicBezTo>
                  <a:pt x="2702663" y="960058"/>
                  <a:pt x="2702663" y="959476"/>
                  <a:pt x="2702912" y="958978"/>
                </a:cubicBezTo>
                <a:lnTo>
                  <a:pt x="2713795" y="940119"/>
                </a:lnTo>
                <a:cubicBezTo>
                  <a:pt x="2714044" y="939704"/>
                  <a:pt x="2714543" y="939371"/>
                  <a:pt x="2715125" y="939371"/>
                </a:cubicBezTo>
                <a:lnTo>
                  <a:pt x="2736891" y="939371"/>
                </a:lnTo>
                <a:cubicBezTo>
                  <a:pt x="2737473" y="939371"/>
                  <a:pt x="2737971" y="939620"/>
                  <a:pt x="2738221" y="940119"/>
                </a:cubicBezTo>
                <a:lnTo>
                  <a:pt x="2749104" y="958978"/>
                </a:lnTo>
                <a:cubicBezTo>
                  <a:pt x="2749353" y="959476"/>
                  <a:pt x="2749353" y="960058"/>
                  <a:pt x="2749104" y="960556"/>
                </a:cubicBezTo>
                <a:lnTo>
                  <a:pt x="2738221" y="979415"/>
                </a:lnTo>
                <a:cubicBezTo>
                  <a:pt x="2737971" y="979831"/>
                  <a:pt x="2737473" y="980163"/>
                  <a:pt x="2736891" y="980163"/>
                </a:cubicBezTo>
                <a:close/>
                <a:moveTo>
                  <a:pt x="2895683" y="1028544"/>
                </a:moveTo>
                <a:cubicBezTo>
                  <a:pt x="2895101" y="1028544"/>
                  <a:pt x="2894602" y="1028295"/>
                  <a:pt x="2894353" y="1027796"/>
                </a:cubicBezTo>
                <a:lnTo>
                  <a:pt x="2883470" y="1008936"/>
                </a:lnTo>
                <a:cubicBezTo>
                  <a:pt x="2883222" y="1008439"/>
                  <a:pt x="2883221" y="1007857"/>
                  <a:pt x="2883471" y="1007359"/>
                </a:cubicBezTo>
                <a:lnTo>
                  <a:pt x="2894354" y="988500"/>
                </a:lnTo>
                <a:cubicBezTo>
                  <a:pt x="2894602" y="988085"/>
                  <a:pt x="2895102" y="987752"/>
                  <a:pt x="2895683" y="987752"/>
                </a:cubicBezTo>
                <a:lnTo>
                  <a:pt x="2917450" y="987752"/>
                </a:lnTo>
                <a:cubicBezTo>
                  <a:pt x="2918031" y="987752"/>
                  <a:pt x="2918530" y="988001"/>
                  <a:pt x="2918779" y="988500"/>
                </a:cubicBezTo>
                <a:lnTo>
                  <a:pt x="2929663" y="1007359"/>
                </a:lnTo>
                <a:cubicBezTo>
                  <a:pt x="2929911" y="1007856"/>
                  <a:pt x="2929912" y="1008439"/>
                  <a:pt x="2929662" y="1008937"/>
                </a:cubicBezTo>
                <a:lnTo>
                  <a:pt x="2918779" y="1027796"/>
                </a:lnTo>
                <a:cubicBezTo>
                  <a:pt x="2918530" y="1028212"/>
                  <a:pt x="2918031" y="1028544"/>
                  <a:pt x="2917449" y="1028544"/>
                </a:cubicBezTo>
                <a:close/>
                <a:moveTo>
                  <a:pt x="3136428" y="1093051"/>
                </a:moveTo>
                <a:cubicBezTo>
                  <a:pt x="3135846" y="1093051"/>
                  <a:pt x="3135347" y="1092802"/>
                  <a:pt x="3135098" y="1092303"/>
                </a:cubicBezTo>
                <a:lnTo>
                  <a:pt x="3124215" y="1073444"/>
                </a:lnTo>
                <a:cubicBezTo>
                  <a:pt x="3123966" y="1072946"/>
                  <a:pt x="3123966" y="1072364"/>
                  <a:pt x="3124215" y="1071866"/>
                </a:cubicBezTo>
                <a:lnTo>
                  <a:pt x="3135098" y="1053007"/>
                </a:lnTo>
                <a:cubicBezTo>
                  <a:pt x="3135347" y="1052592"/>
                  <a:pt x="3135846" y="1052259"/>
                  <a:pt x="3136428" y="1052259"/>
                </a:cubicBezTo>
                <a:lnTo>
                  <a:pt x="3158194" y="1052259"/>
                </a:lnTo>
                <a:cubicBezTo>
                  <a:pt x="3158776" y="1052259"/>
                  <a:pt x="3159274" y="1052508"/>
                  <a:pt x="3159524" y="1053007"/>
                </a:cubicBezTo>
                <a:lnTo>
                  <a:pt x="3170407" y="1071866"/>
                </a:lnTo>
                <a:cubicBezTo>
                  <a:pt x="3170656" y="1072364"/>
                  <a:pt x="3170656" y="1072946"/>
                  <a:pt x="3170407" y="1073444"/>
                </a:cubicBezTo>
                <a:lnTo>
                  <a:pt x="3159524" y="1092303"/>
                </a:lnTo>
                <a:cubicBezTo>
                  <a:pt x="3159274" y="1092719"/>
                  <a:pt x="3158776" y="1093051"/>
                  <a:pt x="3158194" y="1093051"/>
                </a:cubicBezTo>
                <a:close/>
                <a:moveTo>
                  <a:pt x="3316652" y="1142106"/>
                </a:moveTo>
                <a:cubicBezTo>
                  <a:pt x="3316071" y="1142106"/>
                  <a:pt x="3315489" y="1141774"/>
                  <a:pt x="3315240" y="1141276"/>
                </a:cubicBezTo>
                <a:lnTo>
                  <a:pt x="3304024" y="1121835"/>
                </a:lnTo>
                <a:cubicBezTo>
                  <a:pt x="3303775" y="1121336"/>
                  <a:pt x="3303775" y="1120755"/>
                  <a:pt x="3304024" y="1120256"/>
                </a:cubicBezTo>
                <a:lnTo>
                  <a:pt x="3315240" y="1100816"/>
                </a:lnTo>
                <a:cubicBezTo>
                  <a:pt x="3315572" y="1100318"/>
                  <a:pt x="3316071" y="1099985"/>
                  <a:pt x="3316652" y="1099985"/>
                </a:cubicBezTo>
                <a:lnTo>
                  <a:pt x="3339167" y="1099985"/>
                </a:lnTo>
                <a:cubicBezTo>
                  <a:pt x="3339748" y="1099985"/>
                  <a:pt x="3340329" y="1100318"/>
                  <a:pt x="3340579" y="1100816"/>
                </a:cubicBezTo>
                <a:lnTo>
                  <a:pt x="3351794" y="1120256"/>
                </a:lnTo>
                <a:cubicBezTo>
                  <a:pt x="3352044" y="1120755"/>
                  <a:pt x="3352044" y="1121336"/>
                  <a:pt x="3351794" y="1121835"/>
                </a:cubicBezTo>
                <a:lnTo>
                  <a:pt x="3340579" y="1141276"/>
                </a:lnTo>
                <a:cubicBezTo>
                  <a:pt x="3340247" y="1141774"/>
                  <a:pt x="3339748" y="1142106"/>
                  <a:pt x="3339167" y="1142106"/>
                </a:cubicBezTo>
                <a:close/>
                <a:moveTo>
                  <a:pt x="3376839" y="1158233"/>
                </a:moveTo>
                <a:cubicBezTo>
                  <a:pt x="3376258" y="1158233"/>
                  <a:pt x="3375676" y="1157901"/>
                  <a:pt x="3375427" y="1157403"/>
                </a:cubicBezTo>
                <a:lnTo>
                  <a:pt x="3364211" y="1137962"/>
                </a:lnTo>
                <a:cubicBezTo>
                  <a:pt x="3363962" y="1137463"/>
                  <a:pt x="3363962" y="1136882"/>
                  <a:pt x="3364211" y="1136383"/>
                </a:cubicBezTo>
                <a:lnTo>
                  <a:pt x="3375427" y="1116944"/>
                </a:lnTo>
                <a:cubicBezTo>
                  <a:pt x="3375759" y="1116445"/>
                  <a:pt x="3376258" y="1116112"/>
                  <a:pt x="3376839" y="1116112"/>
                </a:cubicBezTo>
                <a:lnTo>
                  <a:pt x="3399354" y="1116112"/>
                </a:lnTo>
                <a:cubicBezTo>
                  <a:pt x="3399935" y="1116112"/>
                  <a:pt x="3400516" y="1116445"/>
                  <a:pt x="3400766" y="1116943"/>
                </a:cubicBezTo>
                <a:lnTo>
                  <a:pt x="3411981" y="1136383"/>
                </a:lnTo>
                <a:cubicBezTo>
                  <a:pt x="3412231" y="1136882"/>
                  <a:pt x="3412231" y="1137463"/>
                  <a:pt x="3411981" y="1137962"/>
                </a:cubicBezTo>
                <a:lnTo>
                  <a:pt x="3400766" y="1157403"/>
                </a:lnTo>
                <a:cubicBezTo>
                  <a:pt x="3400434" y="1157901"/>
                  <a:pt x="3399935" y="1158233"/>
                  <a:pt x="3399354" y="1158233"/>
                </a:cubicBezTo>
                <a:close/>
                <a:moveTo>
                  <a:pt x="3256302" y="1126302"/>
                </a:moveTo>
                <a:cubicBezTo>
                  <a:pt x="3255719" y="1126303"/>
                  <a:pt x="3255220" y="1125970"/>
                  <a:pt x="3254889" y="1125471"/>
                </a:cubicBezTo>
                <a:lnTo>
                  <a:pt x="3243506" y="1105699"/>
                </a:lnTo>
                <a:cubicBezTo>
                  <a:pt x="3243174" y="1105200"/>
                  <a:pt x="3243175" y="1104619"/>
                  <a:pt x="3243507" y="1104120"/>
                </a:cubicBezTo>
                <a:lnTo>
                  <a:pt x="3254888" y="1084348"/>
                </a:lnTo>
                <a:cubicBezTo>
                  <a:pt x="3255221" y="1083849"/>
                  <a:pt x="3255720" y="1083516"/>
                  <a:pt x="3256301" y="1083517"/>
                </a:cubicBezTo>
                <a:lnTo>
                  <a:pt x="3279065" y="1083517"/>
                </a:lnTo>
                <a:cubicBezTo>
                  <a:pt x="3279646" y="1083517"/>
                  <a:pt x="3280145" y="1083848"/>
                  <a:pt x="3280478" y="1084348"/>
                </a:cubicBezTo>
                <a:lnTo>
                  <a:pt x="3291859" y="1104119"/>
                </a:lnTo>
                <a:cubicBezTo>
                  <a:pt x="3292191" y="1104619"/>
                  <a:pt x="3292192" y="1105200"/>
                  <a:pt x="3291858" y="1105699"/>
                </a:cubicBezTo>
                <a:lnTo>
                  <a:pt x="3280477" y="1125472"/>
                </a:lnTo>
                <a:cubicBezTo>
                  <a:pt x="3280144" y="1125970"/>
                  <a:pt x="3279647" y="1126303"/>
                  <a:pt x="3279064" y="1126302"/>
                </a:cubicBezTo>
                <a:close/>
                <a:moveTo>
                  <a:pt x="1503726" y="697905"/>
                </a:moveTo>
                <a:cubicBezTo>
                  <a:pt x="1503476" y="697906"/>
                  <a:pt x="1503145" y="697573"/>
                  <a:pt x="1503145" y="697573"/>
                </a:cubicBezTo>
                <a:lnTo>
                  <a:pt x="1498658" y="689764"/>
                </a:lnTo>
                <a:cubicBezTo>
                  <a:pt x="1498575" y="689515"/>
                  <a:pt x="1498658" y="689100"/>
                  <a:pt x="1498658" y="689100"/>
                </a:cubicBezTo>
                <a:lnTo>
                  <a:pt x="1503227" y="681291"/>
                </a:lnTo>
                <a:cubicBezTo>
                  <a:pt x="1503394" y="681041"/>
                  <a:pt x="1503809" y="680957"/>
                  <a:pt x="1503809" y="680957"/>
                </a:cubicBezTo>
                <a:lnTo>
                  <a:pt x="1512864" y="680957"/>
                </a:lnTo>
                <a:cubicBezTo>
                  <a:pt x="1513114" y="680958"/>
                  <a:pt x="1513446" y="681290"/>
                  <a:pt x="1513446" y="681290"/>
                </a:cubicBezTo>
                <a:lnTo>
                  <a:pt x="1517932" y="689100"/>
                </a:lnTo>
                <a:cubicBezTo>
                  <a:pt x="1518015" y="689349"/>
                  <a:pt x="1517932" y="689764"/>
                  <a:pt x="1517932" y="689764"/>
                </a:cubicBezTo>
                <a:lnTo>
                  <a:pt x="1513363" y="697573"/>
                </a:lnTo>
                <a:cubicBezTo>
                  <a:pt x="1513197" y="697822"/>
                  <a:pt x="1512781" y="697905"/>
                  <a:pt x="1512781" y="697905"/>
                </a:cubicBezTo>
                <a:close/>
                <a:moveTo>
                  <a:pt x="3909337" y="1346550"/>
                </a:moveTo>
                <a:cubicBezTo>
                  <a:pt x="3909088" y="1346550"/>
                  <a:pt x="3908589" y="1346135"/>
                  <a:pt x="3908589" y="1346135"/>
                </a:cubicBezTo>
                <a:lnTo>
                  <a:pt x="3902192" y="1335002"/>
                </a:lnTo>
                <a:cubicBezTo>
                  <a:pt x="3902026" y="1334753"/>
                  <a:pt x="3902192" y="1334088"/>
                  <a:pt x="3902192" y="1334088"/>
                </a:cubicBezTo>
                <a:lnTo>
                  <a:pt x="3908589" y="1322955"/>
                </a:lnTo>
                <a:cubicBezTo>
                  <a:pt x="3908755" y="1322706"/>
                  <a:pt x="3909337" y="1322540"/>
                  <a:pt x="3909337" y="1322540"/>
                </a:cubicBezTo>
                <a:lnTo>
                  <a:pt x="3922131" y="1322540"/>
                </a:lnTo>
                <a:cubicBezTo>
                  <a:pt x="3922380" y="1322540"/>
                  <a:pt x="3922878" y="1322955"/>
                  <a:pt x="3922878" y="1322955"/>
                </a:cubicBezTo>
                <a:lnTo>
                  <a:pt x="3929276" y="1334088"/>
                </a:lnTo>
                <a:cubicBezTo>
                  <a:pt x="3929442" y="1334337"/>
                  <a:pt x="3929276" y="1335002"/>
                  <a:pt x="3929276" y="1335002"/>
                </a:cubicBezTo>
                <a:lnTo>
                  <a:pt x="3922878" y="1346135"/>
                </a:lnTo>
                <a:cubicBezTo>
                  <a:pt x="3922712" y="1346384"/>
                  <a:pt x="3922131" y="1346550"/>
                  <a:pt x="3922131" y="1346550"/>
                </a:cubicBezTo>
                <a:close/>
                <a:moveTo>
                  <a:pt x="1561098" y="719445"/>
                </a:moveTo>
                <a:cubicBezTo>
                  <a:pt x="1560681" y="719445"/>
                  <a:pt x="1560183" y="718946"/>
                  <a:pt x="1560183" y="718946"/>
                </a:cubicBezTo>
                <a:lnTo>
                  <a:pt x="1552790" y="706070"/>
                </a:lnTo>
                <a:cubicBezTo>
                  <a:pt x="1552623" y="705738"/>
                  <a:pt x="1552790" y="704990"/>
                  <a:pt x="1552790" y="704990"/>
                </a:cubicBezTo>
                <a:lnTo>
                  <a:pt x="1560184" y="692112"/>
                </a:lnTo>
                <a:cubicBezTo>
                  <a:pt x="1560349" y="691780"/>
                  <a:pt x="1561097" y="691614"/>
                  <a:pt x="1561097" y="691614"/>
                </a:cubicBezTo>
                <a:lnTo>
                  <a:pt x="1575968" y="691614"/>
                </a:lnTo>
                <a:cubicBezTo>
                  <a:pt x="1576384" y="691614"/>
                  <a:pt x="1576883" y="692112"/>
                  <a:pt x="1576883" y="692112"/>
                </a:cubicBezTo>
                <a:lnTo>
                  <a:pt x="1584277" y="704990"/>
                </a:lnTo>
                <a:cubicBezTo>
                  <a:pt x="1584442" y="705322"/>
                  <a:pt x="1584277" y="706069"/>
                  <a:pt x="1584277" y="706069"/>
                </a:cubicBezTo>
                <a:lnTo>
                  <a:pt x="1576882" y="718946"/>
                </a:lnTo>
                <a:cubicBezTo>
                  <a:pt x="1576717" y="719279"/>
                  <a:pt x="1575968" y="719445"/>
                  <a:pt x="1575968" y="719445"/>
                </a:cubicBezTo>
                <a:close/>
                <a:moveTo>
                  <a:pt x="3605934" y="1270572"/>
                </a:moveTo>
                <a:cubicBezTo>
                  <a:pt x="3605519" y="1270572"/>
                  <a:pt x="3604854" y="1269907"/>
                  <a:pt x="3604854" y="1269907"/>
                </a:cubicBezTo>
                <a:lnTo>
                  <a:pt x="3595965" y="1254455"/>
                </a:lnTo>
                <a:cubicBezTo>
                  <a:pt x="3595716" y="1254122"/>
                  <a:pt x="3595965" y="1253208"/>
                  <a:pt x="3595965" y="1253208"/>
                </a:cubicBezTo>
                <a:lnTo>
                  <a:pt x="3604854" y="1237756"/>
                </a:lnTo>
                <a:cubicBezTo>
                  <a:pt x="3605103" y="1237340"/>
                  <a:pt x="3605519" y="1237091"/>
                  <a:pt x="3605934" y="1237091"/>
                </a:cubicBezTo>
                <a:lnTo>
                  <a:pt x="3623713" y="1237091"/>
                </a:lnTo>
                <a:cubicBezTo>
                  <a:pt x="3624128" y="1237090"/>
                  <a:pt x="3624793" y="1237756"/>
                  <a:pt x="3624793" y="1237756"/>
                </a:cubicBezTo>
                <a:lnTo>
                  <a:pt x="3633683" y="1253208"/>
                </a:lnTo>
                <a:cubicBezTo>
                  <a:pt x="3633932" y="1253541"/>
                  <a:pt x="3633683" y="1254455"/>
                  <a:pt x="3633683" y="1254455"/>
                </a:cubicBezTo>
                <a:lnTo>
                  <a:pt x="3624793" y="1269907"/>
                </a:lnTo>
                <a:cubicBezTo>
                  <a:pt x="3624544" y="1270323"/>
                  <a:pt x="3624128" y="1270572"/>
                  <a:pt x="3623713" y="1270572"/>
                </a:cubicBezTo>
                <a:close/>
                <a:moveTo>
                  <a:pt x="2041008" y="851451"/>
                </a:moveTo>
                <a:cubicBezTo>
                  <a:pt x="2040593" y="851451"/>
                  <a:pt x="2039930" y="850787"/>
                  <a:pt x="2039930" y="850787"/>
                </a:cubicBezTo>
                <a:lnTo>
                  <a:pt x="2030956" y="835168"/>
                </a:lnTo>
                <a:cubicBezTo>
                  <a:pt x="2030706" y="834835"/>
                  <a:pt x="2030956" y="833922"/>
                  <a:pt x="2030956" y="833922"/>
                </a:cubicBezTo>
                <a:lnTo>
                  <a:pt x="2039930" y="818302"/>
                </a:lnTo>
                <a:cubicBezTo>
                  <a:pt x="2040178" y="817887"/>
                  <a:pt x="2040593" y="817638"/>
                  <a:pt x="2041008" y="817637"/>
                </a:cubicBezTo>
                <a:lnTo>
                  <a:pt x="2059037" y="817638"/>
                </a:lnTo>
                <a:cubicBezTo>
                  <a:pt x="2059452" y="817638"/>
                  <a:pt x="2060117" y="818302"/>
                  <a:pt x="2060117" y="818302"/>
                </a:cubicBezTo>
                <a:lnTo>
                  <a:pt x="2069089" y="833922"/>
                </a:lnTo>
                <a:cubicBezTo>
                  <a:pt x="2069338" y="834253"/>
                  <a:pt x="2069089" y="835168"/>
                  <a:pt x="2069089" y="835168"/>
                </a:cubicBezTo>
                <a:lnTo>
                  <a:pt x="2060117" y="850787"/>
                </a:lnTo>
                <a:cubicBezTo>
                  <a:pt x="2059867" y="851202"/>
                  <a:pt x="2059452" y="851451"/>
                  <a:pt x="2059037" y="851450"/>
                </a:cubicBezTo>
                <a:close/>
                <a:moveTo>
                  <a:pt x="1619282" y="739203"/>
                </a:moveTo>
                <a:cubicBezTo>
                  <a:pt x="1618783" y="739204"/>
                  <a:pt x="1618118" y="738540"/>
                  <a:pt x="1618118" y="738540"/>
                </a:cubicBezTo>
                <a:lnTo>
                  <a:pt x="1608731" y="722338"/>
                </a:lnTo>
                <a:cubicBezTo>
                  <a:pt x="1608482" y="721923"/>
                  <a:pt x="1608731" y="721010"/>
                  <a:pt x="1608731" y="721010"/>
                </a:cubicBezTo>
                <a:lnTo>
                  <a:pt x="1618119" y="704808"/>
                </a:lnTo>
                <a:cubicBezTo>
                  <a:pt x="1618367" y="704394"/>
                  <a:pt x="1618783" y="704145"/>
                  <a:pt x="1619282" y="704144"/>
                </a:cubicBezTo>
                <a:lnTo>
                  <a:pt x="1637975" y="704144"/>
                </a:lnTo>
                <a:cubicBezTo>
                  <a:pt x="1638473" y="704144"/>
                  <a:pt x="1639138" y="704809"/>
                  <a:pt x="1639138" y="704809"/>
                </a:cubicBezTo>
                <a:lnTo>
                  <a:pt x="1648526" y="721009"/>
                </a:lnTo>
                <a:cubicBezTo>
                  <a:pt x="1648775" y="721424"/>
                  <a:pt x="1648526" y="722339"/>
                  <a:pt x="1648526" y="722339"/>
                </a:cubicBezTo>
                <a:lnTo>
                  <a:pt x="1639138" y="738539"/>
                </a:lnTo>
                <a:cubicBezTo>
                  <a:pt x="1638888" y="738954"/>
                  <a:pt x="1638473" y="739203"/>
                  <a:pt x="1637975" y="739204"/>
                </a:cubicBezTo>
                <a:close/>
                <a:moveTo>
                  <a:pt x="4207290" y="1432658"/>
                </a:moveTo>
                <a:cubicBezTo>
                  <a:pt x="4206792" y="1432658"/>
                  <a:pt x="4206126" y="1431994"/>
                  <a:pt x="4206126" y="1431994"/>
                </a:cubicBezTo>
                <a:lnTo>
                  <a:pt x="4196739" y="1415793"/>
                </a:lnTo>
                <a:cubicBezTo>
                  <a:pt x="4196490" y="1415378"/>
                  <a:pt x="4196738" y="1414464"/>
                  <a:pt x="4196738" y="1414464"/>
                </a:cubicBezTo>
                <a:lnTo>
                  <a:pt x="4206127" y="1398263"/>
                </a:lnTo>
                <a:cubicBezTo>
                  <a:pt x="4206375" y="1397848"/>
                  <a:pt x="4206792" y="1397599"/>
                  <a:pt x="4207290" y="1397599"/>
                </a:cubicBezTo>
                <a:lnTo>
                  <a:pt x="4225983" y="1397599"/>
                </a:lnTo>
                <a:cubicBezTo>
                  <a:pt x="4226481" y="1397599"/>
                  <a:pt x="4227146" y="1398263"/>
                  <a:pt x="4227146" y="1398263"/>
                </a:cubicBezTo>
                <a:lnTo>
                  <a:pt x="4236534" y="1414464"/>
                </a:lnTo>
                <a:cubicBezTo>
                  <a:pt x="4236783" y="1414879"/>
                  <a:pt x="4236534" y="1415793"/>
                  <a:pt x="4236534" y="1415793"/>
                </a:cubicBezTo>
                <a:lnTo>
                  <a:pt x="4227146" y="1431994"/>
                </a:lnTo>
                <a:cubicBezTo>
                  <a:pt x="4226897" y="1432409"/>
                  <a:pt x="4226481" y="1432658"/>
                  <a:pt x="4225983" y="1432658"/>
                </a:cubicBezTo>
                <a:close/>
                <a:moveTo>
                  <a:pt x="1980314" y="836143"/>
                </a:moveTo>
                <a:cubicBezTo>
                  <a:pt x="1979815" y="836144"/>
                  <a:pt x="1979151" y="835479"/>
                  <a:pt x="1979151" y="835479"/>
                </a:cubicBezTo>
                <a:lnTo>
                  <a:pt x="1969680" y="819113"/>
                </a:lnTo>
                <a:cubicBezTo>
                  <a:pt x="1969430" y="818696"/>
                  <a:pt x="1969680" y="817782"/>
                  <a:pt x="1969680" y="817782"/>
                </a:cubicBezTo>
                <a:lnTo>
                  <a:pt x="1979151" y="801416"/>
                </a:lnTo>
                <a:cubicBezTo>
                  <a:pt x="1979400" y="801000"/>
                  <a:pt x="1979815" y="800752"/>
                  <a:pt x="1980314" y="800751"/>
                </a:cubicBezTo>
                <a:lnTo>
                  <a:pt x="1999256" y="800751"/>
                </a:lnTo>
                <a:cubicBezTo>
                  <a:pt x="1999754" y="800751"/>
                  <a:pt x="2000419" y="801416"/>
                  <a:pt x="2000419" y="801416"/>
                </a:cubicBezTo>
                <a:lnTo>
                  <a:pt x="2009890" y="817782"/>
                </a:lnTo>
                <a:cubicBezTo>
                  <a:pt x="2010139" y="818197"/>
                  <a:pt x="2009890" y="819112"/>
                  <a:pt x="2009890" y="819112"/>
                </a:cubicBezTo>
                <a:lnTo>
                  <a:pt x="2000419" y="835478"/>
                </a:lnTo>
                <a:cubicBezTo>
                  <a:pt x="2000170" y="835893"/>
                  <a:pt x="1999754" y="836143"/>
                  <a:pt x="1999256" y="836143"/>
                </a:cubicBezTo>
                <a:close/>
                <a:moveTo>
                  <a:pt x="4387762" y="1481218"/>
                </a:moveTo>
                <a:cubicBezTo>
                  <a:pt x="4387264" y="1481217"/>
                  <a:pt x="4386600" y="1480552"/>
                  <a:pt x="4386600" y="1480552"/>
                </a:cubicBezTo>
                <a:lnTo>
                  <a:pt x="4377129" y="1464186"/>
                </a:lnTo>
                <a:cubicBezTo>
                  <a:pt x="4376879" y="1463770"/>
                  <a:pt x="4377128" y="1462856"/>
                  <a:pt x="4377128" y="1462856"/>
                </a:cubicBezTo>
                <a:lnTo>
                  <a:pt x="4386599" y="1446490"/>
                </a:lnTo>
                <a:cubicBezTo>
                  <a:pt x="4386849" y="1446075"/>
                  <a:pt x="4387264" y="1445825"/>
                  <a:pt x="4387763" y="1445825"/>
                </a:cubicBezTo>
                <a:lnTo>
                  <a:pt x="4406705" y="1445825"/>
                </a:lnTo>
                <a:cubicBezTo>
                  <a:pt x="4407204" y="1445825"/>
                  <a:pt x="4407868" y="1446490"/>
                  <a:pt x="4407868" y="1446490"/>
                </a:cubicBezTo>
                <a:lnTo>
                  <a:pt x="4417339" y="1462856"/>
                </a:lnTo>
                <a:cubicBezTo>
                  <a:pt x="4417589" y="1463271"/>
                  <a:pt x="4417338" y="1464186"/>
                  <a:pt x="4417338" y="1464186"/>
                </a:cubicBezTo>
                <a:lnTo>
                  <a:pt x="4407867" y="1480552"/>
                </a:lnTo>
                <a:cubicBezTo>
                  <a:pt x="4407618" y="1480967"/>
                  <a:pt x="4407203" y="1481217"/>
                  <a:pt x="4406705" y="1481217"/>
                </a:cubicBezTo>
                <a:close/>
                <a:moveTo>
                  <a:pt x="4327472" y="1465337"/>
                </a:moveTo>
                <a:cubicBezTo>
                  <a:pt x="4326974" y="1465337"/>
                  <a:pt x="4326309" y="1464672"/>
                  <a:pt x="4326309" y="1464672"/>
                </a:cubicBezTo>
                <a:lnTo>
                  <a:pt x="4316755" y="1448139"/>
                </a:lnTo>
                <a:cubicBezTo>
                  <a:pt x="4316506" y="1447724"/>
                  <a:pt x="4316755" y="1446809"/>
                  <a:pt x="4316755" y="1446809"/>
                </a:cubicBezTo>
                <a:lnTo>
                  <a:pt x="4326309" y="1430277"/>
                </a:lnTo>
                <a:cubicBezTo>
                  <a:pt x="4326558" y="1429862"/>
                  <a:pt x="4326974" y="1429613"/>
                  <a:pt x="4327472" y="1429613"/>
                </a:cubicBezTo>
                <a:lnTo>
                  <a:pt x="4346580" y="1429613"/>
                </a:lnTo>
                <a:cubicBezTo>
                  <a:pt x="4347079" y="1429613"/>
                  <a:pt x="4347743" y="1430277"/>
                  <a:pt x="4347743" y="1430277"/>
                </a:cubicBezTo>
                <a:lnTo>
                  <a:pt x="4357297" y="1446810"/>
                </a:lnTo>
                <a:cubicBezTo>
                  <a:pt x="4357547" y="1447225"/>
                  <a:pt x="4357297" y="1448139"/>
                  <a:pt x="4357297" y="1448139"/>
                </a:cubicBezTo>
                <a:lnTo>
                  <a:pt x="4347743" y="1464672"/>
                </a:lnTo>
                <a:cubicBezTo>
                  <a:pt x="4347494" y="1465087"/>
                  <a:pt x="4347079" y="1465337"/>
                  <a:pt x="4346580" y="1465337"/>
                </a:cubicBezTo>
                <a:close/>
                <a:moveTo>
                  <a:pt x="4688373" y="1562433"/>
                </a:moveTo>
                <a:cubicBezTo>
                  <a:pt x="4687875" y="1562433"/>
                  <a:pt x="4687460" y="1562184"/>
                  <a:pt x="4687210" y="1561768"/>
                </a:cubicBezTo>
                <a:lnTo>
                  <a:pt x="4677490" y="1544820"/>
                </a:lnTo>
                <a:cubicBezTo>
                  <a:pt x="4677241" y="1544405"/>
                  <a:pt x="4677241" y="1543823"/>
                  <a:pt x="4677490" y="1543408"/>
                </a:cubicBezTo>
                <a:lnTo>
                  <a:pt x="4687293" y="1526460"/>
                </a:lnTo>
                <a:cubicBezTo>
                  <a:pt x="4687543" y="1526044"/>
                  <a:pt x="4687958" y="1525795"/>
                  <a:pt x="4688456" y="1525795"/>
                </a:cubicBezTo>
                <a:lnTo>
                  <a:pt x="4707980" y="1525795"/>
                </a:lnTo>
                <a:cubicBezTo>
                  <a:pt x="4708479" y="1525795"/>
                  <a:pt x="4708894" y="1526044"/>
                  <a:pt x="4709143" y="1526460"/>
                </a:cubicBezTo>
                <a:lnTo>
                  <a:pt x="4718863" y="1543408"/>
                </a:lnTo>
                <a:cubicBezTo>
                  <a:pt x="4719113" y="1543823"/>
                  <a:pt x="4719113" y="1544405"/>
                  <a:pt x="4718863" y="1544820"/>
                </a:cubicBezTo>
                <a:lnTo>
                  <a:pt x="4709060" y="1561768"/>
                </a:lnTo>
                <a:cubicBezTo>
                  <a:pt x="4708811" y="1562184"/>
                  <a:pt x="4708395" y="1562433"/>
                  <a:pt x="4707897" y="1562433"/>
                </a:cubicBezTo>
                <a:close/>
                <a:moveTo>
                  <a:pt x="5229945" y="1707811"/>
                </a:moveTo>
                <a:cubicBezTo>
                  <a:pt x="5229530" y="1707811"/>
                  <a:pt x="5229032" y="1707562"/>
                  <a:pt x="5228782" y="1707147"/>
                </a:cubicBezTo>
                <a:lnTo>
                  <a:pt x="5218897" y="1690032"/>
                </a:lnTo>
                <a:cubicBezTo>
                  <a:pt x="5218647" y="1689617"/>
                  <a:pt x="5218647" y="1689035"/>
                  <a:pt x="5218896" y="1688620"/>
                </a:cubicBezTo>
                <a:lnTo>
                  <a:pt x="5228782" y="1671505"/>
                </a:lnTo>
                <a:cubicBezTo>
                  <a:pt x="5229032" y="1671090"/>
                  <a:pt x="5229447" y="1670841"/>
                  <a:pt x="5229945" y="1670841"/>
                </a:cubicBezTo>
                <a:lnTo>
                  <a:pt x="5249635" y="1670841"/>
                </a:lnTo>
                <a:cubicBezTo>
                  <a:pt x="5250051" y="1670841"/>
                  <a:pt x="5250549" y="1671090"/>
                  <a:pt x="5250798" y="1671505"/>
                </a:cubicBezTo>
                <a:lnTo>
                  <a:pt x="5260685" y="1688620"/>
                </a:lnTo>
                <a:cubicBezTo>
                  <a:pt x="5260934" y="1689035"/>
                  <a:pt x="5260934" y="1689617"/>
                  <a:pt x="5260685" y="1690032"/>
                </a:cubicBezTo>
                <a:lnTo>
                  <a:pt x="5250798" y="1707147"/>
                </a:lnTo>
                <a:cubicBezTo>
                  <a:pt x="5250549" y="1707562"/>
                  <a:pt x="5250134" y="1707811"/>
                  <a:pt x="5249635" y="1707811"/>
                </a:cubicBezTo>
                <a:close/>
                <a:moveTo>
                  <a:pt x="2341003" y="933826"/>
                </a:moveTo>
                <a:cubicBezTo>
                  <a:pt x="2340505" y="933826"/>
                  <a:pt x="2340007" y="933577"/>
                  <a:pt x="2339758" y="933162"/>
                </a:cubicBezTo>
                <a:lnTo>
                  <a:pt x="2329871" y="915964"/>
                </a:lnTo>
                <a:cubicBezTo>
                  <a:pt x="2329622" y="915549"/>
                  <a:pt x="2329622" y="914968"/>
                  <a:pt x="2329871" y="914552"/>
                </a:cubicBezTo>
                <a:lnTo>
                  <a:pt x="2339758" y="897355"/>
                </a:lnTo>
                <a:cubicBezTo>
                  <a:pt x="2340007" y="896939"/>
                  <a:pt x="2340505" y="896690"/>
                  <a:pt x="2341003" y="896690"/>
                </a:cubicBezTo>
                <a:lnTo>
                  <a:pt x="2360859" y="896690"/>
                </a:lnTo>
                <a:cubicBezTo>
                  <a:pt x="2361358" y="896690"/>
                  <a:pt x="2361856" y="896939"/>
                  <a:pt x="2362106" y="897355"/>
                </a:cubicBezTo>
                <a:lnTo>
                  <a:pt x="2371992" y="914552"/>
                </a:lnTo>
                <a:cubicBezTo>
                  <a:pt x="2372241" y="914968"/>
                  <a:pt x="2372241" y="915549"/>
                  <a:pt x="2371992" y="915964"/>
                </a:cubicBezTo>
                <a:lnTo>
                  <a:pt x="2362106" y="933162"/>
                </a:lnTo>
                <a:cubicBezTo>
                  <a:pt x="2361856" y="933577"/>
                  <a:pt x="2361358" y="933826"/>
                  <a:pt x="2360859" y="933826"/>
                </a:cubicBezTo>
                <a:close/>
                <a:moveTo>
                  <a:pt x="1678874" y="756503"/>
                </a:moveTo>
                <a:cubicBezTo>
                  <a:pt x="1678375" y="756503"/>
                  <a:pt x="1677877" y="756254"/>
                  <a:pt x="1677628" y="755839"/>
                </a:cubicBezTo>
                <a:lnTo>
                  <a:pt x="1667658" y="738559"/>
                </a:lnTo>
                <a:cubicBezTo>
                  <a:pt x="1667409" y="738143"/>
                  <a:pt x="1667409" y="737562"/>
                  <a:pt x="1667658" y="737146"/>
                </a:cubicBezTo>
                <a:lnTo>
                  <a:pt x="1677628" y="719866"/>
                </a:lnTo>
                <a:cubicBezTo>
                  <a:pt x="1677877" y="719450"/>
                  <a:pt x="1678375" y="719201"/>
                  <a:pt x="1678874" y="719201"/>
                </a:cubicBezTo>
                <a:lnTo>
                  <a:pt x="1698813" y="719201"/>
                </a:lnTo>
                <a:cubicBezTo>
                  <a:pt x="1699311" y="719201"/>
                  <a:pt x="1699810" y="719450"/>
                  <a:pt x="1700059" y="719866"/>
                </a:cubicBezTo>
                <a:lnTo>
                  <a:pt x="1710028" y="737146"/>
                </a:lnTo>
                <a:cubicBezTo>
                  <a:pt x="1710278" y="737562"/>
                  <a:pt x="1710278" y="738143"/>
                  <a:pt x="1710028" y="738559"/>
                </a:cubicBezTo>
                <a:lnTo>
                  <a:pt x="1700059" y="755839"/>
                </a:lnTo>
                <a:cubicBezTo>
                  <a:pt x="1699810" y="756254"/>
                  <a:pt x="1699311" y="756503"/>
                  <a:pt x="1698813" y="756503"/>
                </a:cubicBezTo>
                <a:close/>
                <a:moveTo>
                  <a:pt x="4447440" y="1498338"/>
                </a:moveTo>
                <a:cubicBezTo>
                  <a:pt x="4446942" y="1498338"/>
                  <a:pt x="4446443" y="1498089"/>
                  <a:pt x="4446194" y="1497674"/>
                </a:cubicBezTo>
                <a:lnTo>
                  <a:pt x="4436225" y="1480394"/>
                </a:lnTo>
                <a:cubicBezTo>
                  <a:pt x="4435976" y="1479978"/>
                  <a:pt x="4435976" y="1479397"/>
                  <a:pt x="4436225" y="1478981"/>
                </a:cubicBezTo>
                <a:lnTo>
                  <a:pt x="4446194" y="1461701"/>
                </a:lnTo>
                <a:cubicBezTo>
                  <a:pt x="4446443" y="1461285"/>
                  <a:pt x="4446942" y="1461036"/>
                  <a:pt x="4447440" y="1461036"/>
                </a:cubicBezTo>
                <a:lnTo>
                  <a:pt x="4467380" y="1461036"/>
                </a:lnTo>
                <a:cubicBezTo>
                  <a:pt x="4467878" y="1461036"/>
                  <a:pt x="4468377" y="1461285"/>
                  <a:pt x="4468626" y="1461701"/>
                </a:cubicBezTo>
                <a:lnTo>
                  <a:pt x="4478595" y="1478981"/>
                </a:lnTo>
                <a:cubicBezTo>
                  <a:pt x="4478844" y="1479397"/>
                  <a:pt x="4478844" y="1479978"/>
                  <a:pt x="4478595" y="1480394"/>
                </a:cubicBezTo>
                <a:lnTo>
                  <a:pt x="4468626" y="1497674"/>
                </a:lnTo>
                <a:cubicBezTo>
                  <a:pt x="4468377" y="1498089"/>
                  <a:pt x="4467878" y="1498338"/>
                  <a:pt x="4467380" y="1498338"/>
                </a:cubicBezTo>
                <a:close/>
                <a:moveTo>
                  <a:pt x="4507626" y="1514465"/>
                </a:moveTo>
                <a:cubicBezTo>
                  <a:pt x="4507128" y="1514465"/>
                  <a:pt x="4506629" y="1514216"/>
                  <a:pt x="4506380" y="1513801"/>
                </a:cubicBezTo>
                <a:lnTo>
                  <a:pt x="4496411" y="1496521"/>
                </a:lnTo>
                <a:cubicBezTo>
                  <a:pt x="4496162" y="1496105"/>
                  <a:pt x="4496162" y="1495524"/>
                  <a:pt x="4496411" y="1495108"/>
                </a:cubicBezTo>
                <a:lnTo>
                  <a:pt x="4506380" y="1477828"/>
                </a:lnTo>
                <a:cubicBezTo>
                  <a:pt x="4506629" y="1477412"/>
                  <a:pt x="4507128" y="1477163"/>
                  <a:pt x="4507626" y="1477163"/>
                </a:cubicBezTo>
                <a:lnTo>
                  <a:pt x="4527566" y="1477163"/>
                </a:lnTo>
                <a:cubicBezTo>
                  <a:pt x="4528064" y="1477162"/>
                  <a:pt x="4528563" y="1477412"/>
                  <a:pt x="4528811" y="1477828"/>
                </a:cubicBezTo>
                <a:lnTo>
                  <a:pt x="4538781" y="1495108"/>
                </a:lnTo>
                <a:cubicBezTo>
                  <a:pt x="4539030" y="1495524"/>
                  <a:pt x="4539030" y="1496105"/>
                  <a:pt x="4538781" y="1496521"/>
                </a:cubicBezTo>
                <a:lnTo>
                  <a:pt x="4528812" y="1513800"/>
                </a:lnTo>
                <a:cubicBezTo>
                  <a:pt x="4528563" y="1514216"/>
                  <a:pt x="4528064" y="1514465"/>
                  <a:pt x="4527566" y="1514465"/>
                </a:cubicBezTo>
                <a:close/>
                <a:moveTo>
                  <a:pt x="4627938" y="1546805"/>
                </a:moveTo>
                <a:cubicBezTo>
                  <a:pt x="4627439" y="1546805"/>
                  <a:pt x="4626941" y="1546472"/>
                  <a:pt x="4626691" y="1546057"/>
                </a:cubicBezTo>
                <a:lnTo>
                  <a:pt x="4616722" y="1528694"/>
                </a:lnTo>
                <a:cubicBezTo>
                  <a:pt x="4616473" y="1528278"/>
                  <a:pt x="4616472" y="1527696"/>
                  <a:pt x="4616722" y="1527281"/>
                </a:cubicBezTo>
                <a:lnTo>
                  <a:pt x="4626774" y="1509918"/>
                </a:lnTo>
                <a:cubicBezTo>
                  <a:pt x="4627024" y="1509419"/>
                  <a:pt x="4627522" y="1509170"/>
                  <a:pt x="4628021" y="1509170"/>
                </a:cubicBezTo>
                <a:lnTo>
                  <a:pt x="4648043" y="1509170"/>
                </a:lnTo>
                <a:cubicBezTo>
                  <a:pt x="4648541" y="1509170"/>
                  <a:pt x="4649040" y="1509503"/>
                  <a:pt x="4649289" y="1509919"/>
                </a:cubicBezTo>
                <a:lnTo>
                  <a:pt x="4659258" y="1527281"/>
                </a:lnTo>
                <a:cubicBezTo>
                  <a:pt x="4659508" y="1527696"/>
                  <a:pt x="4659508" y="1528278"/>
                  <a:pt x="4659258" y="1528694"/>
                </a:cubicBezTo>
                <a:lnTo>
                  <a:pt x="4649206" y="1546057"/>
                </a:lnTo>
                <a:cubicBezTo>
                  <a:pt x="4648957" y="1546556"/>
                  <a:pt x="4648458" y="1546805"/>
                  <a:pt x="4647960" y="1546805"/>
                </a:cubicBezTo>
                <a:close/>
                <a:moveTo>
                  <a:pt x="4928869" y="1627440"/>
                </a:moveTo>
                <a:cubicBezTo>
                  <a:pt x="4928370" y="1627440"/>
                  <a:pt x="4927872" y="1627107"/>
                  <a:pt x="4927622" y="1626691"/>
                </a:cubicBezTo>
                <a:lnTo>
                  <a:pt x="4917653" y="1609329"/>
                </a:lnTo>
                <a:cubicBezTo>
                  <a:pt x="4917404" y="1608912"/>
                  <a:pt x="4917404" y="1608331"/>
                  <a:pt x="4917653" y="1607915"/>
                </a:cubicBezTo>
                <a:lnTo>
                  <a:pt x="4927705" y="1590552"/>
                </a:lnTo>
                <a:cubicBezTo>
                  <a:pt x="4927955" y="1590054"/>
                  <a:pt x="4928453" y="1589805"/>
                  <a:pt x="4928952" y="1589805"/>
                </a:cubicBezTo>
                <a:lnTo>
                  <a:pt x="4948974" y="1589805"/>
                </a:lnTo>
                <a:cubicBezTo>
                  <a:pt x="4949472" y="1589805"/>
                  <a:pt x="4949971" y="1590138"/>
                  <a:pt x="4950220" y="1590553"/>
                </a:cubicBezTo>
                <a:lnTo>
                  <a:pt x="4960189" y="1607916"/>
                </a:lnTo>
                <a:cubicBezTo>
                  <a:pt x="4960439" y="1608330"/>
                  <a:pt x="4960439" y="1608913"/>
                  <a:pt x="4960189" y="1609329"/>
                </a:cubicBezTo>
                <a:lnTo>
                  <a:pt x="4950137" y="1626692"/>
                </a:lnTo>
                <a:cubicBezTo>
                  <a:pt x="4949888" y="1627191"/>
                  <a:pt x="4949389" y="1627440"/>
                  <a:pt x="4948891" y="1627440"/>
                </a:cubicBezTo>
                <a:close/>
                <a:moveTo>
                  <a:pt x="4567752" y="1530761"/>
                </a:moveTo>
                <a:cubicBezTo>
                  <a:pt x="4567253" y="1530762"/>
                  <a:pt x="4566755" y="1530430"/>
                  <a:pt x="4566506" y="1530013"/>
                </a:cubicBezTo>
                <a:lnTo>
                  <a:pt x="4556453" y="1512568"/>
                </a:lnTo>
                <a:cubicBezTo>
                  <a:pt x="4556204" y="1512151"/>
                  <a:pt x="4556204" y="1511571"/>
                  <a:pt x="4556453" y="1511154"/>
                </a:cubicBezTo>
                <a:lnTo>
                  <a:pt x="4566506" y="1493708"/>
                </a:lnTo>
                <a:cubicBezTo>
                  <a:pt x="4566755" y="1493209"/>
                  <a:pt x="4567253" y="1492961"/>
                  <a:pt x="4567752" y="1492960"/>
                </a:cubicBezTo>
                <a:lnTo>
                  <a:pt x="4587857" y="1492960"/>
                </a:lnTo>
                <a:cubicBezTo>
                  <a:pt x="4588355" y="1492960"/>
                  <a:pt x="4588854" y="1493293"/>
                  <a:pt x="4589103" y="1493708"/>
                </a:cubicBezTo>
                <a:lnTo>
                  <a:pt x="4599156" y="1511155"/>
                </a:lnTo>
                <a:cubicBezTo>
                  <a:pt x="4599405" y="1511570"/>
                  <a:pt x="4599405" y="1512152"/>
                  <a:pt x="4599156" y="1512567"/>
                </a:cubicBezTo>
                <a:lnTo>
                  <a:pt x="4589103" y="1530013"/>
                </a:lnTo>
                <a:cubicBezTo>
                  <a:pt x="4588854" y="1530513"/>
                  <a:pt x="4588355" y="1530761"/>
                  <a:pt x="4587857" y="1530762"/>
                </a:cubicBezTo>
                <a:close/>
                <a:moveTo>
                  <a:pt x="4748311" y="1579142"/>
                </a:moveTo>
                <a:cubicBezTo>
                  <a:pt x="4747812" y="1579142"/>
                  <a:pt x="4747314" y="1578810"/>
                  <a:pt x="4747064" y="1578394"/>
                </a:cubicBezTo>
                <a:lnTo>
                  <a:pt x="4737012" y="1560948"/>
                </a:lnTo>
                <a:cubicBezTo>
                  <a:pt x="4736762" y="1560532"/>
                  <a:pt x="4736763" y="1559951"/>
                  <a:pt x="4737011" y="1559535"/>
                </a:cubicBezTo>
                <a:lnTo>
                  <a:pt x="4747065" y="1542089"/>
                </a:lnTo>
                <a:cubicBezTo>
                  <a:pt x="4747313" y="1541590"/>
                  <a:pt x="4747811" y="1541341"/>
                  <a:pt x="4748310" y="1541341"/>
                </a:cubicBezTo>
                <a:lnTo>
                  <a:pt x="4768415" y="1541341"/>
                </a:lnTo>
                <a:cubicBezTo>
                  <a:pt x="4768913" y="1541341"/>
                  <a:pt x="4769413" y="1541674"/>
                  <a:pt x="4769662" y="1542089"/>
                </a:cubicBezTo>
                <a:lnTo>
                  <a:pt x="4779714" y="1559535"/>
                </a:lnTo>
                <a:cubicBezTo>
                  <a:pt x="4779964" y="1559951"/>
                  <a:pt x="4779963" y="1560532"/>
                  <a:pt x="4779715" y="1560948"/>
                </a:cubicBezTo>
                <a:lnTo>
                  <a:pt x="4769661" y="1578394"/>
                </a:lnTo>
                <a:cubicBezTo>
                  <a:pt x="4769413" y="1578893"/>
                  <a:pt x="4768914" y="1579142"/>
                  <a:pt x="4768416" y="1579142"/>
                </a:cubicBezTo>
                <a:close/>
                <a:moveTo>
                  <a:pt x="4808413" y="1595352"/>
                </a:moveTo>
                <a:cubicBezTo>
                  <a:pt x="4807914" y="1595352"/>
                  <a:pt x="4807416" y="1595020"/>
                  <a:pt x="4807168" y="1594605"/>
                </a:cubicBezTo>
                <a:lnTo>
                  <a:pt x="4797031" y="1577075"/>
                </a:lnTo>
                <a:cubicBezTo>
                  <a:pt x="4796782" y="1576659"/>
                  <a:pt x="4796782" y="1576078"/>
                  <a:pt x="4797031" y="1575663"/>
                </a:cubicBezTo>
                <a:lnTo>
                  <a:pt x="4807167" y="1558133"/>
                </a:lnTo>
                <a:cubicBezTo>
                  <a:pt x="4807416" y="1557634"/>
                  <a:pt x="4807914" y="1557385"/>
                  <a:pt x="4808413" y="1557385"/>
                </a:cubicBezTo>
                <a:lnTo>
                  <a:pt x="4828684" y="1557385"/>
                </a:lnTo>
                <a:cubicBezTo>
                  <a:pt x="4829183" y="1557385"/>
                  <a:pt x="4829681" y="1557718"/>
                  <a:pt x="4829930" y="1558133"/>
                </a:cubicBezTo>
                <a:lnTo>
                  <a:pt x="4840066" y="1575663"/>
                </a:lnTo>
                <a:cubicBezTo>
                  <a:pt x="4840315" y="1576078"/>
                  <a:pt x="4840315" y="1576659"/>
                  <a:pt x="4840066" y="1577075"/>
                </a:cubicBezTo>
                <a:lnTo>
                  <a:pt x="4829930" y="1594605"/>
                </a:lnTo>
                <a:cubicBezTo>
                  <a:pt x="4829681" y="1595103"/>
                  <a:pt x="4829183" y="1595352"/>
                  <a:pt x="4828684" y="1595352"/>
                </a:cubicBezTo>
                <a:close/>
                <a:moveTo>
                  <a:pt x="1919391" y="821346"/>
                </a:moveTo>
                <a:cubicBezTo>
                  <a:pt x="1918892" y="821346"/>
                  <a:pt x="1918394" y="821014"/>
                  <a:pt x="1918145" y="820599"/>
                </a:cubicBezTo>
                <a:lnTo>
                  <a:pt x="1908009" y="802986"/>
                </a:lnTo>
                <a:cubicBezTo>
                  <a:pt x="1907760" y="802570"/>
                  <a:pt x="1907760" y="801988"/>
                  <a:pt x="1908009" y="801573"/>
                </a:cubicBezTo>
                <a:lnTo>
                  <a:pt x="1918228" y="783960"/>
                </a:lnTo>
                <a:cubicBezTo>
                  <a:pt x="1918477" y="783462"/>
                  <a:pt x="1918975" y="783213"/>
                  <a:pt x="1919474" y="783213"/>
                </a:cubicBezTo>
                <a:lnTo>
                  <a:pt x="1939828" y="783213"/>
                </a:lnTo>
                <a:cubicBezTo>
                  <a:pt x="1940327" y="783213"/>
                  <a:pt x="1940825" y="783545"/>
                  <a:pt x="1941074" y="783960"/>
                </a:cubicBezTo>
                <a:lnTo>
                  <a:pt x="1951210" y="801573"/>
                </a:lnTo>
                <a:cubicBezTo>
                  <a:pt x="1951459" y="801988"/>
                  <a:pt x="1951459" y="802570"/>
                  <a:pt x="1951210" y="802986"/>
                </a:cubicBezTo>
                <a:lnTo>
                  <a:pt x="1940991" y="820599"/>
                </a:lnTo>
                <a:cubicBezTo>
                  <a:pt x="1940742" y="821097"/>
                  <a:pt x="1940244" y="821346"/>
                  <a:pt x="1939745" y="821346"/>
                </a:cubicBezTo>
                <a:close/>
                <a:moveTo>
                  <a:pt x="2280509" y="918107"/>
                </a:moveTo>
                <a:cubicBezTo>
                  <a:pt x="2280010" y="918107"/>
                  <a:pt x="2279512" y="917775"/>
                  <a:pt x="2279263" y="917360"/>
                </a:cubicBezTo>
                <a:lnTo>
                  <a:pt x="2269127" y="899747"/>
                </a:lnTo>
                <a:cubicBezTo>
                  <a:pt x="2268878" y="899331"/>
                  <a:pt x="2268878" y="898749"/>
                  <a:pt x="2269127" y="898334"/>
                </a:cubicBezTo>
                <a:lnTo>
                  <a:pt x="2279346" y="880721"/>
                </a:lnTo>
                <a:cubicBezTo>
                  <a:pt x="2279595" y="880223"/>
                  <a:pt x="2280093" y="879974"/>
                  <a:pt x="2280592" y="879974"/>
                </a:cubicBezTo>
                <a:lnTo>
                  <a:pt x="2300946" y="879974"/>
                </a:lnTo>
                <a:cubicBezTo>
                  <a:pt x="2301445" y="879974"/>
                  <a:pt x="2301943" y="880306"/>
                  <a:pt x="2302192" y="880721"/>
                </a:cubicBezTo>
                <a:lnTo>
                  <a:pt x="2312328" y="898334"/>
                </a:lnTo>
                <a:cubicBezTo>
                  <a:pt x="2312577" y="898749"/>
                  <a:pt x="2312577" y="899331"/>
                  <a:pt x="2312328" y="899747"/>
                </a:cubicBezTo>
                <a:lnTo>
                  <a:pt x="2302109" y="917360"/>
                </a:lnTo>
                <a:cubicBezTo>
                  <a:pt x="2301860" y="917858"/>
                  <a:pt x="2301362" y="918107"/>
                  <a:pt x="2300863" y="918107"/>
                </a:cubicBezTo>
                <a:close/>
                <a:moveTo>
                  <a:pt x="4266654" y="1450293"/>
                </a:moveTo>
                <a:cubicBezTo>
                  <a:pt x="4266155" y="1450293"/>
                  <a:pt x="4265657" y="1449961"/>
                  <a:pt x="4265408" y="1449546"/>
                </a:cubicBezTo>
                <a:lnTo>
                  <a:pt x="4255272" y="1431933"/>
                </a:lnTo>
                <a:cubicBezTo>
                  <a:pt x="4255022" y="1431517"/>
                  <a:pt x="4255023" y="1430935"/>
                  <a:pt x="4255271" y="1430520"/>
                </a:cubicBezTo>
                <a:lnTo>
                  <a:pt x="4265491" y="1412907"/>
                </a:lnTo>
                <a:cubicBezTo>
                  <a:pt x="4265740" y="1412409"/>
                  <a:pt x="4266238" y="1412160"/>
                  <a:pt x="4266736" y="1412160"/>
                </a:cubicBezTo>
                <a:lnTo>
                  <a:pt x="4287091" y="1412160"/>
                </a:lnTo>
                <a:cubicBezTo>
                  <a:pt x="4287589" y="1412160"/>
                  <a:pt x="4288088" y="1412492"/>
                  <a:pt x="4288338" y="1412907"/>
                </a:cubicBezTo>
                <a:lnTo>
                  <a:pt x="4298472" y="1430520"/>
                </a:lnTo>
                <a:cubicBezTo>
                  <a:pt x="4298722" y="1430935"/>
                  <a:pt x="4298721" y="1431517"/>
                  <a:pt x="4298473" y="1431933"/>
                </a:cubicBezTo>
                <a:lnTo>
                  <a:pt x="4288253" y="1449546"/>
                </a:lnTo>
                <a:cubicBezTo>
                  <a:pt x="4288005" y="1450044"/>
                  <a:pt x="4287507" y="1450293"/>
                  <a:pt x="4287008" y="1450293"/>
                </a:cubicBezTo>
                <a:close/>
                <a:moveTo>
                  <a:pt x="4868495" y="1611725"/>
                </a:moveTo>
                <a:cubicBezTo>
                  <a:pt x="4867996" y="1611725"/>
                  <a:pt x="4867498" y="1611393"/>
                  <a:pt x="4867249" y="1610978"/>
                </a:cubicBezTo>
                <a:lnTo>
                  <a:pt x="4857030" y="1593282"/>
                </a:lnTo>
                <a:cubicBezTo>
                  <a:pt x="4856781" y="1592867"/>
                  <a:pt x="4856781" y="1592285"/>
                  <a:pt x="4857030" y="1591869"/>
                </a:cubicBezTo>
                <a:lnTo>
                  <a:pt x="4867249" y="1574174"/>
                </a:lnTo>
                <a:cubicBezTo>
                  <a:pt x="4867498" y="1573675"/>
                  <a:pt x="4867996" y="1573426"/>
                  <a:pt x="4868495" y="1573426"/>
                </a:cubicBezTo>
                <a:lnTo>
                  <a:pt x="4888932" y="1573426"/>
                </a:lnTo>
                <a:cubicBezTo>
                  <a:pt x="4889431" y="1573426"/>
                  <a:pt x="4889929" y="1573758"/>
                  <a:pt x="4890179" y="1574174"/>
                </a:cubicBezTo>
                <a:lnTo>
                  <a:pt x="4900397" y="1591869"/>
                </a:lnTo>
                <a:cubicBezTo>
                  <a:pt x="4900646" y="1592285"/>
                  <a:pt x="4900646" y="1592867"/>
                  <a:pt x="4900397" y="1593282"/>
                </a:cubicBezTo>
                <a:lnTo>
                  <a:pt x="4890178" y="1610978"/>
                </a:lnTo>
                <a:cubicBezTo>
                  <a:pt x="4889929" y="1611476"/>
                  <a:pt x="4889431" y="1611725"/>
                  <a:pt x="4888932" y="1611725"/>
                </a:cubicBezTo>
                <a:close/>
                <a:moveTo>
                  <a:pt x="1738729" y="773202"/>
                </a:moveTo>
                <a:cubicBezTo>
                  <a:pt x="1738231" y="773202"/>
                  <a:pt x="1737732" y="772870"/>
                  <a:pt x="1737483" y="772454"/>
                </a:cubicBezTo>
                <a:lnTo>
                  <a:pt x="1727181" y="754675"/>
                </a:lnTo>
                <a:cubicBezTo>
                  <a:pt x="1726932" y="754260"/>
                  <a:pt x="1726933" y="753678"/>
                  <a:pt x="1727181" y="753262"/>
                </a:cubicBezTo>
                <a:lnTo>
                  <a:pt x="1737483" y="735484"/>
                </a:lnTo>
                <a:cubicBezTo>
                  <a:pt x="1737733" y="734985"/>
                  <a:pt x="1738232" y="734736"/>
                  <a:pt x="1738729" y="734736"/>
                </a:cubicBezTo>
                <a:lnTo>
                  <a:pt x="1759250" y="734736"/>
                </a:lnTo>
                <a:cubicBezTo>
                  <a:pt x="1759748" y="734736"/>
                  <a:pt x="1760246" y="735068"/>
                  <a:pt x="1760497" y="735484"/>
                </a:cubicBezTo>
                <a:lnTo>
                  <a:pt x="1770798" y="753262"/>
                </a:lnTo>
                <a:cubicBezTo>
                  <a:pt x="1771047" y="753678"/>
                  <a:pt x="1771048" y="754260"/>
                  <a:pt x="1770798" y="754675"/>
                </a:cubicBezTo>
                <a:lnTo>
                  <a:pt x="1760497" y="772454"/>
                </a:lnTo>
                <a:cubicBezTo>
                  <a:pt x="1760246" y="772953"/>
                  <a:pt x="1759748" y="773202"/>
                  <a:pt x="1759250" y="773202"/>
                </a:cubicBezTo>
                <a:close/>
                <a:moveTo>
                  <a:pt x="5048980" y="1660284"/>
                </a:moveTo>
                <a:cubicBezTo>
                  <a:pt x="5048481" y="1660284"/>
                  <a:pt x="5047983" y="1659951"/>
                  <a:pt x="5047734" y="1659536"/>
                </a:cubicBezTo>
                <a:lnTo>
                  <a:pt x="5037432" y="1641675"/>
                </a:lnTo>
                <a:cubicBezTo>
                  <a:pt x="5037183" y="1641176"/>
                  <a:pt x="5037183" y="1640594"/>
                  <a:pt x="5037432" y="1640179"/>
                </a:cubicBezTo>
                <a:lnTo>
                  <a:pt x="5047734" y="1622317"/>
                </a:lnTo>
                <a:cubicBezTo>
                  <a:pt x="5047983" y="1621818"/>
                  <a:pt x="5048481" y="1621568"/>
                  <a:pt x="5048980" y="1621569"/>
                </a:cubicBezTo>
                <a:lnTo>
                  <a:pt x="5069667" y="1621569"/>
                </a:lnTo>
                <a:cubicBezTo>
                  <a:pt x="5070165" y="1621569"/>
                  <a:pt x="5070664" y="1621902"/>
                  <a:pt x="5070913" y="1622317"/>
                </a:cubicBezTo>
                <a:lnTo>
                  <a:pt x="5081215" y="1640179"/>
                </a:lnTo>
                <a:cubicBezTo>
                  <a:pt x="5081464" y="1640677"/>
                  <a:pt x="5081464" y="1641258"/>
                  <a:pt x="5081215" y="1641675"/>
                </a:cubicBezTo>
                <a:lnTo>
                  <a:pt x="5070913" y="1659535"/>
                </a:lnTo>
                <a:cubicBezTo>
                  <a:pt x="5070664" y="1660034"/>
                  <a:pt x="5070165" y="1660284"/>
                  <a:pt x="5069667" y="1660283"/>
                </a:cubicBezTo>
                <a:close/>
                <a:moveTo>
                  <a:pt x="5169352" y="1692537"/>
                </a:moveTo>
                <a:cubicBezTo>
                  <a:pt x="5168853" y="1692537"/>
                  <a:pt x="5168355" y="1692205"/>
                  <a:pt x="5168107" y="1691790"/>
                </a:cubicBezTo>
                <a:lnTo>
                  <a:pt x="5157804" y="1673928"/>
                </a:lnTo>
                <a:cubicBezTo>
                  <a:pt x="5157555" y="1673430"/>
                  <a:pt x="5157556" y="1672847"/>
                  <a:pt x="5157804" y="1672433"/>
                </a:cubicBezTo>
                <a:lnTo>
                  <a:pt x="5168107" y="1654570"/>
                </a:lnTo>
                <a:cubicBezTo>
                  <a:pt x="5168356" y="1654071"/>
                  <a:pt x="5168854" y="1653822"/>
                  <a:pt x="5169353" y="1653822"/>
                </a:cubicBezTo>
                <a:lnTo>
                  <a:pt x="5190039" y="1653822"/>
                </a:lnTo>
                <a:cubicBezTo>
                  <a:pt x="5190537" y="1653822"/>
                  <a:pt x="5191036" y="1654155"/>
                  <a:pt x="5191285" y="1654570"/>
                </a:cubicBezTo>
                <a:lnTo>
                  <a:pt x="5201587" y="1672432"/>
                </a:lnTo>
                <a:cubicBezTo>
                  <a:pt x="5201836" y="1672930"/>
                  <a:pt x="5201836" y="1673512"/>
                  <a:pt x="5201588" y="1673928"/>
                </a:cubicBezTo>
                <a:lnTo>
                  <a:pt x="5191285" y="1691789"/>
                </a:lnTo>
                <a:cubicBezTo>
                  <a:pt x="5191036" y="1692288"/>
                  <a:pt x="5190537" y="1692537"/>
                  <a:pt x="5190039" y="1692537"/>
                </a:cubicBezTo>
                <a:close/>
                <a:moveTo>
                  <a:pt x="4988712" y="1644229"/>
                </a:moveTo>
                <a:cubicBezTo>
                  <a:pt x="4988213" y="1644229"/>
                  <a:pt x="4987715" y="1643897"/>
                  <a:pt x="4987466" y="1643482"/>
                </a:cubicBezTo>
                <a:lnTo>
                  <a:pt x="4977081" y="1625537"/>
                </a:lnTo>
                <a:cubicBezTo>
                  <a:pt x="4976832" y="1625038"/>
                  <a:pt x="4976832" y="1624457"/>
                  <a:pt x="4977081" y="1624041"/>
                </a:cubicBezTo>
                <a:lnTo>
                  <a:pt x="4987466" y="1606096"/>
                </a:lnTo>
                <a:cubicBezTo>
                  <a:pt x="4987715" y="1605597"/>
                  <a:pt x="4988213" y="1605348"/>
                  <a:pt x="4988713" y="1605348"/>
                </a:cubicBezTo>
                <a:lnTo>
                  <a:pt x="5009482" y="1605348"/>
                </a:lnTo>
                <a:cubicBezTo>
                  <a:pt x="5009980" y="1605348"/>
                  <a:pt x="5010480" y="1605681"/>
                  <a:pt x="5010728" y="1606096"/>
                </a:cubicBezTo>
                <a:lnTo>
                  <a:pt x="5021113" y="1624041"/>
                </a:lnTo>
                <a:cubicBezTo>
                  <a:pt x="5021362" y="1624539"/>
                  <a:pt x="5021362" y="1625121"/>
                  <a:pt x="5021113" y="1625537"/>
                </a:cubicBezTo>
                <a:lnTo>
                  <a:pt x="5010728" y="1643482"/>
                </a:lnTo>
                <a:cubicBezTo>
                  <a:pt x="5010480" y="1643980"/>
                  <a:pt x="5009980" y="1644229"/>
                  <a:pt x="5009482" y="1644229"/>
                </a:cubicBezTo>
                <a:close/>
                <a:moveTo>
                  <a:pt x="5109085" y="1676483"/>
                </a:moveTo>
                <a:cubicBezTo>
                  <a:pt x="5108586" y="1676483"/>
                  <a:pt x="5108088" y="1676151"/>
                  <a:pt x="5107839" y="1675736"/>
                </a:cubicBezTo>
                <a:lnTo>
                  <a:pt x="5097454" y="1657791"/>
                </a:lnTo>
                <a:cubicBezTo>
                  <a:pt x="5097205" y="1657292"/>
                  <a:pt x="5097205" y="1656711"/>
                  <a:pt x="5097454" y="1656295"/>
                </a:cubicBezTo>
                <a:lnTo>
                  <a:pt x="5107839" y="1638350"/>
                </a:lnTo>
                <a:cubicBezTo>
                  <a:pt x="5108088" y="1637851"/>
                  <a:pt x="5108586" y="1637602"/>
                  <a:pt x="5109085" y="1637602"/>
                </a:cubicBezTo>
                <a:lnTo>
                  <a:pt x="5129855" y="1637602"/>
                </a:lnTo>
                <a:cubicBezTo>
                  <a:pt x="5130353" y="1637602"/>
                  <a:pt x="5130852" y="1637935"/>
                  <a:pt x="5131101" y="1638350"/>
                </a:cubicBezTo>
                <a:lnTo>
                  <a:pt x="5141486" y="1656295"/>
                </a:lnTo>
                <a:cubicBezTo>
                  <a:pt x="5141735" y="1656793"/>
                  <a:pt x="5141735" y="1657375"/>
                  <a:pt x="5141486" y="1657791"/>
                </a:cubicBezTo>
                <a:lnTo>
                  <a:pt x="5131101" y="1675736"/>
                </a:lnTo>
                <a:cubicBezTo>
                  <a:pt x="5130852" y="1676234"/>
                  <a:pt x="5130353" y="1676483"/>
                  <a:pt x="5129855" y="1676483"/>
                </a:cubicBezTo>
                <a:close/>
                <a:moveTo>
                  <a:pt x="3002483" y="1112209"/>
                </a:moveTo>
                <a:cubicBezTo>
                  <a:pt x="3001985" y="1112209"/>
                  <a:pt x="3001486" y="1111877"/>
                  <a:pt x="3001237" y="1111462"/>
                </a:cubicBezTo>
                <a:lnTo>
                  <a:pt x="2990769" y="1093350"/>
                </a:lnTo>
                <a:cubicBezTo>
                  <a:pt x="2990520" y="1092852"/>
                  <a:pt x="2990520" y="1092270"/>
                  <a:pt x="2990769" y="1091855"/>
                </a:cubicBezTo>
                <a:lnTo>
                  <a:pt x="3001237" y="1073743"/>
                </a:lnTo>
                <a:cubicBezTo>
                  <a:pt x="3001486" y="1073245"/>
                  <a:pt x="3001985" y="1072996"/>
                  <a:pt x="3002483" y="1072996"/>
                </a:cubicBezTo>
                <a:lnTo>
                  <a:pt x="3023419" y="1072996"/>
                </a:lnTo>
                <a:cubicBezTo>
                  <a:pt x="3023918" y="1072996"/>
                  <a:pt x="3024416" y="1073328"/>
                  <a:pt x="3024665" y="1073743"/>
                </a:cubicBezTo>
                <a:lnTo>
                  <a:pt x="3035133" y="1091855"/>
                </a:lnTo>
                <a:cubicBezTo>
                  <a:pt x="3035383" y="1092353"/>
                  <a:pt x="3035383" y="1092935"/>
                  <a:pt x="3035133" y="1093350"/>
                </a:cubicBezTo>
                <a:lnTo>
                  <a:pt x="3024665" y="1111462"/>
                </a:lnTo>
                <a:cubicBezTo>
                  <a:pt x="3024416" y="1111960"/>
                  <a:pt x="3023918" y="1112209"/>
                  <a:pt x="3023419" y="1112209"/>
                </a:cubicBezTo>
                <a:close/>
                <a:moveTo>
                  <a:pt x="1798593" y="790005"/>
                </a:moveTo>
                <a:cubicBezTo>
                  <a:pt x="1798011" y="790005"/>
                  <a:pt x="1797513" y="789756"/>
                  <a:pt x="1797263" y="789257"/>
                </a:cubicBezTo>
                <a:lnTo>
                  <a:pt x="1786630" y="770814"/>
                </a:lnTo>
                <a:cubicBezTo>
                  <a:pt x="1786381" y="770398"/>
                  <a:pt x="1786381" y="769817"/>
                  <a:pt x="1786630" y="769318"/>
                </a:cubicBezTo>
                <a:lnTo>
                  <a:pt x="1797263" y="750875"/>
                </a:lnTo>
                <a:cubicBezTo>
                  <a:pt x="1797595" y="750376"/>
                  <a:pt x="1798094" y="750127"/>
                  <a:pt x="1798593" y="750127"/>
                </a:cubicBezTo>
                <a:lnTo>
                  <a:pt x="1819862" y="750127"/>
                </a:lnTo>
                <a:cubicBezTo>
                  <a:pt x="1820442" y="750127"/>
                  <a:pt x="1820940" y="750376"/>
                  <a:pt x="1821191" y="750875"/>
                </a:cubicBezTo>
                <a:lnTo>
                  <a:pt x="1831825" y="769318"/>
                </a:lnTo>
                <a:cubicBezTo>
                  <a:pt x="1832074" y="769734"/>
                  <a:pt x="1832073" y="770316"/>
                  <a:pt x="1831825" y="770814"/>
                </a:cubicBezTo>
                <a:lnTo>
                  <a:pt x="1821191" y="789257"/>
                </a:lnTo>
                <a:cubicBezTo>
                  <a:pt x="1820859" y="789756"/>
                  <a:pt x="1820359" y="790005"/>
                  <a:pt x="1819861" y="790005"/>
                </a:cubicBezTo>
                <a:close/>
                <a:moveTo>
                  <a:pt x="1858778" y="806132"/>
                </a:moveTo>
                <a:cubicBezTo>
                  <a:pt x="1858197" y="806132"/>
                  <a:pt x="1857699" y="805883"/>
                  <a:pt x="1857449" y="805384"/>
                </a:cubicBezTo>
                <a:lnTo>
                  <a:pt x="1846815" y="786941"/>
                </a:lnTo>
                <a:cubicBezTo>
                  <a:pt x="1846567" y="786525"/>
                  <a:pt x="1846566" y="785944"/>
                  <a:pt x="1846816" y="785445"/>
                </a:cubicBezTo>
                <a:lnTo>
                  <a:pt x="1857449" y="767001"/>
                </a:lnTo>
                <a:cubicBezTo>
                  <a:pt x="1857781" y="766502"/>
                  <a:pt x="1858280" y="766254"/>
                  <a:pt x="1858779" y="766254"/>
                </a:cubicBezTo>
                <a:lnTo>
                  <a:pt x="1880047" y="766254"/>
                </a:lnTo>
                <a:cubicBezTo>
                  <a:pt x="1880628" y="766254"/>
                  <a:pt x="1881126" y="766503"/>
                  <a:pt x="1881377" y="767002"/>
                </a:cubicBezTo>
                <a:lnTo>
                  <a:pt x="1892011" y="785445"/>
                </a:lnTo>
                <a:cubicBezTo>
                  <a:pt x="1892259" y="785861"/>
                  <a:pt x="1892259" y="786442"/>
                  <a:pt x="1892010" y="786940"/>
                </a:cubicBezTo>
                <a:lnTo>
                  <a:pt x="1881377" y="805384"/>
                </a:lnTo>
                <a:cubicBezTo>
                  <a:pt x="1881045" y="805883"/>
                  <a:pt x="1880545" y="806131"/>
                  <a:pt x="1880047" y="806132"/>
                </a:cubicBezTo>
                <a:close/>
                <a:moveTo>
                  <a:pt x="2400454" y="951273"/>
                </a:moveTo>
                <a:cubicBezTo>
                  <a:pt x="2399873" y="951273"/>
                  <a:pt x="2399374" y="951024"/>
                  <a:pt x="2399125" y="950525"/>
                </a:cubicBezTo>
                <a:lnTo>
                  <a:pt x="2388491" y="932082"/>
                </a:lnTo>
                <a:cubicBezTo>
                  <a:pt x="2388242" y="931666"/>
                  <a:pt x="2388242" y="931085"/>
                  <a:pt x="2388491" y="930586"/>
                </a:cubicBezTo>
                <a:lnTo>
                  <a:pt x="2399125" y="912143"/>
                </a:lnTo>
                <a:cubicBezTo>
                  <a:pt x="2399457" y="911644"/>
                  <a:pt x="2399956" y="911395"/>
                  <a:pt x="2400454" y="911395"/>
                </a:cubicBezTo>
                <a:lnTo>
                  <a:pt x="2421723" y="911395"/>
                </a:lnTo>
                <a:cubicBezTo>
                  <a:pt x="2422304" y="911395"/>
                  <a:pt x="2422802" y="911644"/>
                  <a:pt x="2423052" y="912143"/>
                </a:cubicBezTo>
                <a:lnTo>
                  <a:pt x="2433686" y="930586"/>
                </a:lnTo>
                <a:cubicBezTo>
                  <a:pt x="2433935" y="931002"/>
                  <a:pt x="2433935" y="931584"/>
                  <a:pt x="2433686" y="932082"/>
                </a:cubicBezTo>
                <a:lnTo>
                  <a:pt x="2423052" y="950525"/>
                </a:lnTo>
                <a:cubicBezTo>
                  <a:pt x="2422720" y="951024"/>
                  <a:pt x="2422221" y="951273"/>
                  <a:pt x="2421723" y="951273"/>
                </a:cubicBezTo>
                <a:close/>
                <a:moveTo>
                  <a:pt x="2942131" y="1096415"/>
                </a:moveTo>
                <a:cubicBezTo>
                  <a:pt x="2941550" y="1096415"/>
                  <a:pt x="2941051" y="1096166"/>
                  <a:pt x="2940802" y="1095667"/>
                </a:cubicBezTo>
                <a:lnTo>
                  <a:pt x="2930168" y="1077224"/>
                </a:lnTo>
                <a:cubicBezTo>
                  <a:pt x="2929919" y="1076808"/>
                  <a:pt x="2929919" y="1076227"/>
                  <a:pt x="2930168" y="1075728"/>
                </a:cubicBezTo>
                <a:lnTo>
                  <a:pt x="2940802" y="1057285"/>
                </a:lnTo>
                <a:cubicBezTo>
                  <a:pt x="2941134" y="1056786"/>
                  <a:pt x="2941633" y="1056537"/>
                  <a:pt x="2942131" y="1056537"/>
                </a:cubicBezTo>
                <a:lnTo>
                  <a:pt x="2963400" y="1056537"/>
                </a:lnTo>
                <a:cubicBezTo>
                  <a:pt x="2963981" y="1056537"/>
                  <a:pt x="2964480" y="1056786"/>
                  <a:pt x="2964729" y="1057285"/>
                </a:cubicBezTo>
                <a:lnTo>
                  <a:pt x="2975363" y="1075728"/>
                </a:lnTo>
                <a:cubicBezTo>
                  <a:pt x="2975612" y="1076144"/>
                  <a:pt x="2975612" y="1076726"/>
                  <a:pt x="2975363" y="1077224"/>
                </a:cubicBezTo>
                <a:lnTo>
                  <a:pt x="2964729" y="1095667"/>
                </a:lnTo>
                <a:cubicBezTo>
                  <a:pt x="2964396" y="1096166"/>
                  <a:pt x="2963898" y="1096415"/>
                  <a:pt x="2963400" y="1096415"/>
                </a:cubicBezTo>
                <a:close/>
                <a:moveTo>
                  <a:pt x="2580930" y="999737"/>
                </a:moveTo>
                <a:cubicBezTo>
                  <a:pt x="2580349" y="999737"/>
                  <a:pt x="2579850" y="999488"/>
                  <a:pt x="2579601" y="998989"/>
                </a:cubicBezTo>
                <a:lnTo>
                  <a:pt x="2568967" y="980463"/>
                </a:lnTo>
                <a:cubicBezTo>
                  <a:pt x="2568718" y="980047"/>
                  <a:pt x="2568718" y="979465"/>
                  <a:pt x="2568967" y="978967"/>
                </a:cubicBezTo>
                <a:lnTo>
                  <a:pt x="2579684" y="960440"/>
                </a:lnTo>
                <a:cubicBezTo>
                  <a:pt x="2580017" y="960025"/>
                  <a:pt x="2580515" y="959693"/>
                  <a:pt x="2581014" y="959693"/>
                </a:cubicBezTo>
                <a:lnTo>
                  <a:pt x="2602365" y="959693"/>
                </a:lnTo>
                <a:cubicBezTo>
                  <a:pt x="2602946" y="959693"/>
                  <a:pt x="2603445" y="959942"/>
                  <a:pt x="2603694" y="960440"/>
                </a:cubicBezTo>
                <a:lnTo>
                  <a:pt x="2614328" y="978967"/>
                </a:lnTo>
                <a:cubicBezTo>
                  <a:pt x="2614578" y="979383"/>
                  <a:pt x="2614578" y="979964"/>
                  <a:pt x="2614328" y="980463"/>
                </a:cubicBezTo>
                <a:lnTo>
                  <a:pt x="2603611" y="998989"/>
                </a:lnTo>
                <a:cubicBezTo>
                  <a:pt x="2603279" y="999405"/>
                  <a:pt x="2602780" y="999737"/>
                  <a:pt x="2602282" y="999737"/>
                </a:cubicBezTo>
                <a:close/>
                <a:moveTo>
                  <a:pt x="2881860" y="1080371"/>
                </a:moveTo>
                <a:cubicBezTo>
                  <a:pt x="2881279" y="1080371"/>
                  <a:pt x="2880780" y="1080122"/>
                  <a:pt x="2880531" y="1079623"/>
                </a:cubicBezTo>
                <a:lnTo>
                  <a:pt x="2869897" y="1061097"/>
                </a:lnTo>
                <a:cubicBezTo>
                  <a:pt x="2869648" y="1060681"/>
                  <a:pt x="2869648" y="1060099"/>
                  <a:pt x="2869897" y="1059601"/>
                </a:cubicBezTo>
                <a:lnTo>
                  <a:pt x="2880614" y="1041074"/>
                </a:lnTo>
                <a:cubicBezTo>
                  <a:pt x="2880947" y="1040659"/>
                  <a:pt x="2881445" y="1040327"/>
                  <a:pt x="2881944" y="1040327"/>
                </a:cubicBezTo>
                <a:lnTo>
                  <a:pt x="2903295" y="1040327"/>
                </a:lnTo>
                <a:cubicBezTo>
                  <a:pt x="2903876" y="1040327"/>
                  <a:pt x="2904375" y="1040576"/>
                  <a:pt x="2904624" y="1041074"/>
                </a:cubicBezTo>
                <a:lnTo>
                  <a:pt x="2915258" y="1059601"/>
                </a:lnTo>
                <a:cubicBezTo>
                  <a:pt x="2915508" y="1060017"/>
                  <a:pt x="2915508" y="1060598"/>
                  <a:pt x="2915258" y="1061097"/>
                </a:cubicBezTo>
                <a:lnTo>
                  <a:pt x="2904541" y="1079623"/>
                </a:lnTo>
                <a:cubicBezTo>
                  <a:pt x="2904209" y="1080039"/>
                  <a:pt x="2903710" y="1080371"/>
                  <a:pt x="2903212" y="1080371"/>
                </a:cubicBezTo>
                <a:close/>
                <a:moveTo>
                  <a:pt x="3122606" y="1144878"/>
                </a:moveTo>
                <a:cubicBezTo>
                  <a:pt x="3122024" y="1144878"/>
                  <a:pt x="3121525" y="1144629"/>
                  <a:pt x="3121277" y="1144130"/>
                </a:cubicBezTo>
                <a:lnTo>
                  <a:pt x="3110643" y="1125604"/>
                </a:lnTo>
                <a:cubicBezTo>
                  <a:pt x="3110394" y="1125189"/>
                  <a:pt x="3110393" y="1124606"/>
                  <a:pt x="3110643" y="1124108"/>
                </a:cubicBezTo>
                <a:lnTo>
                  <a:pt x="3121360" y="1105581"/>
                </a:lnTo>
                <a:cubicBezTo>
                  <a:pt x="3121693" y="1105166"/>
                  <a:pt x="3122191" y="1104835"/>
                  <a:pt x="3122690" y="1104835"/>
                </a:cubicBezTo>
                <a:lnTo>
                  <a:pt x="3144041" y="1104835"/>
                </a:lnTo>
                <a:cubicBezTo>
                  <a:pt x="3144622" y="1104835"/>
                  <a:pt x="3145121" y="1105084"/>
                  <a:pt x="3145370" y="1105582"/>
                </a:cubicBezTo>
                <a:lnTo>
                  <a:pt x="3156003" y="1124109"/>
                </a:lnTo>
                <a:cubicBezTo>
                  <a:pt x="3156254" y="1124525"/>
                  <a:pt x="3156253" y="1125105"/>
                  <a:pt x="3156004" y="1125605"/>
                </a:cubicBezTo>
                <a:lnTo>
                  <a:pt x="3145287" y="1144131"/>
                </a:lnTo>
                <a:cubicBezTo>
                  <a:pt x="3144955" y="1144546"/>
                  <a:pt x="3144456" y="1144879"/>
                  <a:pt x="3143958" y="1144879"/>
                </a:cubicBezTo>
                <a:close/>
                <a:moveTo>
                  <a:pt x="2761488" y="1048201"/>
                </a:moveTo>
                <a:cubicBezTo>
                  <a:pt x="2760907" y="1048200"/>
                  <a:pt x="2760408" y="1047952"/>
                  <a:pt x="2760159" y="1047454"/>
                </a:cubicBezTo>
                <a:lnTo>
                  <a:pt x="2749442" y="1028843"/>
                </a:lnTo>
                <a:cubicBezTo>
                  <a:pt x="2749193" y="1028428"/>
                  <a:pt x="2749193" y="1027846"/>
                  <a:pt x="2749442" y="1027347"/>
                </a:cubicBezTo>
                <a:lnTo>
                  <a:pt x="2760160" y="1008738"/>
                </a:lnTo>
                <a:cubicBezTo>
                  <a:pt x="2760491" y="1008322"/>
                  <a:pt x="2760990" y="1007991"/>
                  <a:pt x="2761488" y="1007990"/>
                </a:cubicBezTo>
                <a:lnTo>
                  <a:pt x="2782924" y="1007990"/>
                </a:lnTo>
                <a:cubicBezTo>
                  <a:pt x="2783504" y="1007991"/>
                  <a:pt x="2784003" y="1008239"/>
                  <a:pt x="2784253" y="1008737"/>
                </a:cubicBezTo>
                <a:lnTo>
                  <a:pt x="2794970" y="1027348"/>
                </a:lnTo>
                <a:cubicBezTo>
                  <a:pt x="2795218" y="1027763"/>
                  <a:pt x="2795219" y="1028345"/>
                  <a:pt x="2794969" y="1028844"/>
                </a:cubicBezTo>
                <a:lnTo>
                  <a:pt x="2784252" y="1047453"/>
                </a:lnTo>
                <a:cubicBezTo>
                  <a:pt x="2783920" y="1047869"/>
                  <a:pt x="2783421" y="1048200"/>
                  <a:pt x="2782923" y="1048200"/>
                </a:cubicBezTo>
                <a:close/>
                <a:moveTo>
                  <a:pt x="2701221" y="1032156"/>
                </a:moveTo>
                <a:cubicBezTo>
                  <a:pt x="2700639" y="1032157"/>
                  <a:pt x="2700141" y="1031907"/>
                  <a:pt x="2699890" y="1031410"/>
                </a:cubicBezTo>
                <a:lnTo>
                  <a:pt x="2689091" y="1012717"/>
                </a:lnTo>
                <a:cubicBezTo>
                  <a:pt x="2688841" y="1012300"/>
                  <a:pt x="2688842" y="1011720"/>
                  <a:pt x="2689090" y="1011221"/>
                </a:cubicBezTo>
                <a:lnTo>
                  <a:pt x="2699890" y="992528"/>
                </a:lnTo>
                <a:cubicBezTo>
                  <a:pt x="2700140" y="992112"/>
                  <a:pt x="2700722" y="991781"/>
                  <a:pt x="2701221" y="991781"/>
                </a:cubicBezTo>
                <a:lnTo>
                  <a:pt x="2722821" y="991781"/>
                </a:lnTo>
                <a:cubicBezTo>
                  <a:pt x="2723402" y="991781"/>
                  <a:pt x="2723900" y="992030"/>
                  <a:pt x="2724149" y="992528"/>
                </a:cubicBezTo>
                <a:lnTo>
                  <a:pt x="2734950" y="1011221"/>
                </a:lnTo>
                <a:cubicBezTo>
                  <a:pt x="2735199" y="1011637"/>
                  <a:pt x="2735200" y="1012219"/>
                  <a:pt x="2734951" y="1012717"/>
                </a:cubicBezTo>
                <a:lnTo>
                  <a:pt x="2724150" y="1031410"/>
                </a:lnTo>
                <a:cubicBezTo>
                  <a:pt x="2723901" y="1031825"/>
                  <a:pt x="2723318" y="1032157"/>
                  <a:pt x="2722821" y="1032156"/>
                </a:cubicBezTo>
                <a:close/>
                <a:moveTo>
                  <a:pt x="3062338" y="1128918"/>
                </a:moveTo>
                <a:cubicBezTo>
                  <a:pt x="3061756" y="1128918"/>
                  <a:pt x="3061258" y="1128669"/>
                  <a:pt x="3061008" y="1128171"/>
                </a:cubicBezTo>
                <a:lnTo>
                  <a:pt x="3050208" y="1109478"/>
                </a:lnTo>
                <a:cubicBezTo>
                  <a:pt x="3049958" y="1109061"/>
                  <a:pt x="3049959" y="1108481"/>
                  <a:pt x="3050207" y="1107982"/>
                </a:cubicBezTo>
                <a:lnTo>
                  <a:pt x="3061007" y="1089289"/>
                </a:lnTo>
                <a:cubicBezTo>
                  <a:pt x="3061258" y="1088873"/>
                  <a:pt x="3061839" y="1088542"/>
                  <a:pt x="3062338" y="1088542"/>
                </a:cubicBezTo>
                <a:lnTo>
                  <a:pt x="3083938" y="1088542"/>
                </a:lnTo>
                <a:cubicBezTo>
                  <a:pt x="3084519" y="1088542"/>
                  <a:pt x="3085018" y="1088791"/>
                  <a:pt x="3085267" y="1089289"/>
                </a:cubicBezTo>
                <a:lnTo>
                  <a:pt x="3096068" y="1107982"/>
                </a:lnTo>
                <a:cubicBezTo>
                  <a:pt x="3096316" y="1108398"/>
                  <a:pt x="3096317" y="1108980"/>
                  <a:pt x="3096068" y="1109478"/>
                </a:cubicBezTo>
                <a:lnTo>
                  <a:pt x="3085267" y="1128171"/>
                </a:lnTo>
                <a:cubicBezTo>
                  <a:pt x="3085018" y="1128586"/>
                  <a:pt x="3084436" y="1128918"/>
                  <a:pt x="3083938" y="1128918"/>
                </a:cubicBezTo>
                <a:close/>
                <a:moveTo>
                  <a:pt x="3182710" y="1161171"/>
                </a:moveTo>
                <a:cubicBezTo>
                  <a:pt x="3182128" y="1161172"/>
                  <a:pt x="3181631" y="1160922"/>
                  <a:pt x="3181380" y="1160425"/>
                </a:cubicBezTo>
                <a:lnTo>
                  <a:pt x="3170580" y="1141731"/>
                </a:lnTo>
                <a:cubicBezTo>
                  <a:pt x="3170331" y="1141315"/>
                  <a:pt x="3170332" y="1140735"/>
                  <a:pt x="3170580" y="1140235"/>
                </a:cubicBezTo>
                <a:lnTo>
                  <a:pt x="3181380" y="1121543"/>
                </a:lnTo>
                <a:cubicBezTo>
                  <a:pt x="3181630" y="1121127"/>
                  <a:pt x="3182211" y="1120795"/>
                  <a:pt x="3182710" y="1120796"/>
                </a:cubicBezTo>
                <a:lnTo>
                  <a:pt x="3204310" y="1120796"/>
                </a:lnTo>
                <a:cubicBezTo>
                  <a:pt x="3204892" y="1120796"/>
                  <a:pt x="3205390" y="1121044"/>
                  <a:pt x="3205639" y="1121542"/>
                </a:cubicBezTo>
                <a:lnTo>
                  <a:pt x="3216440" y="1140235"/>
                </a:lnTo>
                <a:cubicBezTo>
                  <a:pt x="3216689" y="1140651"/>
                  <a:pt x="3216690" y="1141233"/>
                  <a:pt x="3216441" y="1141731"/>
                </a:cubicBezTo>
                <a:lnTo>
                  <a:pt x="3205640" y="1160424"/>
                </a:lnTo>
                <a:cubicBezTo>
                  <a:pt x="3205391" y="1160840"/>
                  <a:pt x="3204808" y="1161172"/>
                  <a:pt x="3204310" y="1161171"/>
                </a:cubicBezTo>
                <a:close/>
                <a:moveTo>
                  <a:pt x="2460472" y="967744"/>
                </a:moveTo>
                <a:cubicBezTo>
                  <a:pt x="2459892" y="967744"/>
                  <a:pt x="2459393" y="967494"/>
                  <a:pt x="2459144" y="966996"/>
                </a:cubicBezTo>
                <a:lnTo>
                  <a:pt x="2448344" y="948220"/>
                </a:lnTo>
                <a:cubicBezTo>
                  <a:pt x="2448095" y="947804"/>
                  <a:pt x="2448095" y="947223"/>
                  <a:pt x="2448343" y="946724"/>
                </a:cubicBezTo>
                <a:lnTo>
                  <a:pt x="2459144" y="927949"/>
                </a:lnTo>
                <a:cubicBezTo>
                  <a:pt x="2459393" y="927533"/>
                  <a:pt x="2459975" y="927201"/>
                  <a:pt x="2460473" y="927201"/>
                </a:cubicBezTo>
                <a:lnTo>
                  <a:pt x="2482157" y="927201"/>
                </a:lnTo>
                <a:cubicBezTo>
                  <a:pt x="2482738" y="927201"/>
                  <a:pt x="2483236" y="927450"/>
                  <a:pt x="2483487" y="927949"/>
                </a:cubicBezTo>
                <a:lnTo>
                  <a:pt x="2494286" y="946724"/>
                </a:lnTo>
                <a:cubicBezTo>
                  <a:pt x="2494536" y="947140"/>
                  <a:pt x="2494536" y="947722"/>
                  <a:pt x="2494287" y="948220"/>
                </a:cubicBezTo>
                <a:lnTo>
                  <a:pt x="2483487" y="966996"/>
                </a:lnTo>
                <a:cubicBezTo>
                  <a:pt x="2483237" y="967412"/>
                  <a:pt x="2482655" y="967744"/>
                  <a:pt x="2482157" y="967744"/>
                </a:cubicBezTo>
                <a:close/>
                <a:moveTo>
                  <a:pt x="2641031" y="1016124"/>
                </a:moveTo>
                <a:cubicBezTo>
                  <a:pt x="2640450" y="1016124"/>
                  <a:pt x="2639951" y="1015875"/>
                  <a:pt x="2639702" y="1015377"/>
                </a:cubicBezTo>
                <a:lnTo>
                  <a:pt x="2628902" y="996601"/>
                </a:lnTo>
                <a:cubicBezTo>
                  <a:pt x="2628653" y="996184"/>
                  <a:pt x="2628653" y="995604"/>
                  <a:pt x="2628902" y="995105"/>
                </a:cubicBezTo>
                <a:lnTo>
                  <a:pt x="2639702" y="976330"/>
                </a:lnTo>
                <a:cubicBezTo>
                  <a:pt x="2639951" y="975913"/>
                  <a:pt x="2640533" y="975581"/>
                  <a:pt x="2641031" y="975582"/>
                </a:cubicBezTo>
                <a:lnTo>
                  <a:pt x="2662715" y="975581"/>
                </a:lnTo>
                <a:cubicBezTo>
                  <a:pt x="2663297" y="975581"/>
                  <a:pt x="2663795" y="975830"/>
                  <a:pt x="2664044" y="976329"/>
                </a:cubicBezTo>
                <a:lnTo>
                  <a:pt x="2674845" y="995104"/>
                </a:lnTo>
                <a:cubicBezTo>
                  <a:pt x="2675094" y="995521"/>
                  <a:pt x="2675094" y="996102"/>
                  <a:pt x="2674845" y="996601"/>
                </a:cubicBezTo>
                <a:lnTo>
                  <a:pt x="2664044" y="1015376"/>
                </a:lnTo>
                <a:cubicBezTo>
                  <a:pt x="2663795" y="1015792"/>
                  <a:pt x="2663213" y="1016124"/>
                  <a:pt x="2662715" y="1016124"/>
                </a:cubicBezTo>
                <a:close/>
                <a:moveTo>
                  <a:pt x="2821590" y="1064505"/>
                </a:moveTo>
                <a:cubicBezTo>
                  <a:pt x="2821009" y="1064505"/>
                  <a:pt x="2820510" y="1064255"/>
                  <a:pt x="2820261" y="1063757"/>
                </a:cubicBezTo>
                <a:lnTo>
                  <a:pt x="2809461" y="1044981"/>
                </a:lnTo>
                <a:cubicBezTo>
                  <a:pt x="2809212" y="1044565"/>
                  <a:pt x="2809212" y="1043984"/>
                  <a:pt x="2809461" y="1043485"/>
                </a:cubicBezTo>
                <a:lnTo>
                  <a:pt x="2820261" y="1024710"/>
                </a:lnTo>
                <a:cubicBezTo>
                  <a:pt x="2820510" y="1024294"/>
                  <a:pt x="2821092" y="1023962"/>
                  <a:pt x="2821590" y="1023962"/>
                </a:cubicBezTo>
                <a:lnTo>
                  <a:pt x="2843274" y="1023962"/>
                </a:lnTo>
                <a:cubicBezTo>
                  <a:pt x="2843856" y="1023962"/>
                  <a:pt x="2844354" y="1024211"/>
                  <a:pt x="2844603" y="1024710"/>
                </a:cubicBezTo>
                <a:lnTo>
                  <a:pt x="2855404" y="1043485"/>
                </a:lnTo>
                <a:cubicBezTo>
                  <a:pt x="2855653" y="1043901"/>
                  <a:pt x="2855653" y="1044483"/>
                  <a:pt x="2855404" y="1044981"/>
                </a:cubicBezTo>
                <a:lnTo>
                  <a:pt x="2844603" y="1063757"/>
                </a:lnTo>
                <a:cubicBezTo>
                  <a:pt x="2844354" y="1064173"/>
                  <a:pt x="2843772" y="1064505"/>
                  <a:pt x="2843274" y="1064505"/>
                </a:cubicBezTo>
                <a:close/>
                <a:moveTo>
                  <a:pt x="3242894" y="1177393"/>
                </a:moveTo>
                <a:cubicBezTo>
                  <a:pt x="3242313" y="1177393"/>
                  <a:pt x="3241814" y="1177143"/>
                  <a:pt x="3241565" y="1176645"/>
                </a:cubicBezTo>
                <a:lnTo>
                  <a:pt x="3230765" y="1157869"/>
                </a:lnTo>
                <a:cubicBezTo>
                  <a:pt x="3230516" y="1157453"/>
                  <a:pt x="3230516" y="1156872"/>
                  <a:pt x="3230765" y="1156373"/>
                </a:cubicBezTo>
                <a:lnTo>
                  <a:pt x="3241565" y="1137598"/>
                </a:lnTo>
                <a:cubicBezTo>
                  <a:pt x="3241814" y="1137182"/>
                  <a:pt x="3242396" y="1136850"/>
                  <a:pt x="3242894" y="1136850"/>
                </a:cubicBezTo>
                <a:lnTo>
                  <a:pt x="3264578" y="1136850"/>
                </a:lnTo>
                <a:cubicBezTo>
                  <a:pt x="3265160" y="1136850"/>
                  <a:pt x="3265658" y="1137099"/>
                  <a:pt x="3265907" y="1137598"/>
                </a:cubicBezTo>
                <a:lnTo>
                  <a:pt x="3276708" y="1156373"/>
                </a:lnTo>
                <a:cubicBezTo>
                  <a:pt x="3276957" y="1156789"/>
                  <a:pt x="3276957" y="1157371"/>
                  <a:pt x="3276708" y="1157869"/>
                </a:cubicBezTo>
                <a:lnTo>
                  <a:pt x="3265907" y="1176645"/>
                </a:lnTo>
                <a:cubicBezTo>
                  <a:pt x="3265658" y="1177061"/>
                  <a:pt x="3265076" y="1177393"/>
                  <a:pt x="3264578" y="1177393"/>
                </a:cubicBezTo>
                <a:close/>
                <a:moveTo>
                  <a:pt x="3724383" y="1306408"/>
                </a:moveTo>
                <a:cubicBezTo>
                  <a:pt x="3723803" y="1306408"/>
                  <a:pt x="3723304" y="1306158"/>
                  <a:pt x="3723055" y="1305660"/>
                </a:cubicBezTo>
                <a:lnTo>
                  <a:pt x="3712255" y="1286884"/>
                </a:lnTo>
                <a:cubicBezTo>
                  <a:pt x="3712006" y="1286468"/>
                  <a:pt x="3712006" y="1285887"/>
                  <a:pt x="3712255" y="1285388"/>
                </a:cubicBezTo>
                <a:lnTo>
                  <a:pt x="3723055" y="1266613"/>
                </a:lnTo>
                <a:cubicBezTo>
                  <a:pt x="3723304" y="1266197"/>
                  <a:pt x="3723886" y="1265865"/>
                  <a:pt x="3724384" y="1265865"/>
                </a:cubicBezTo>
                <a:lnTo>
                  <a:pt x="3746068" y="1265865"/>
                </a:lnTo>
                <a:cubicBezTo>
                  <a:pt x="3746649" y="1265865"/>
                  <a:pt x="3747148" y="1266114"/>
                  <a:pt x="3747397" y="1266613"/>
                </a:cubicBezTo>
                <a:lnTo>
                  <a:pt x="3758198" y="1285388"/>
                </a:lnTo>
                <a:cubicBezTo>
                  <a:pt x="3758447" y="1285804"/>
                  <a:pt x="3758447" y="1286386"/>
                  <a:pt x="3758198" y="1286884"/>
                </a:cubicBezTo>
                <a:lnTo>
                  <a:pt x="3747397" y="1305660"/>
                </a:lnTo>
                <a:cubicBezTo>
                  <a:pt x="3747148" y="1306076"/>
                  <a:pt x="3746566" y="1306408"/>
                  <a:pt x="3746068" y="1306408"/>
                </a:cubicBezTo>
                <a:close/>
                <a:moveTo>
                  <a:pt x="2520590" y="983943"/>
                </a:moveTo>
                <a:cubicBezTo>
                  <a:pt x="2520008" y="983944"/>
                  <a:pt x="2519510" y="983694"/>
                  <a:pt x="2519261" y="983196"/>
                </a:cubicBezTo>
                <a:lnTo>
                  <a:pt x="2508377" y="964336"/>
                </a:lnTo>
                <a:cubicBezTo>
                  <a:pt x="2508128" y="963839"/>
                  <a:pt x="2508128" y="963257"/>
                  <a:pt x="2508377" y="962759"/>
                </a:cubicBezTo>
                <a:lnTo>
                  <a:pt x="2519261" y="943900"/>
                </a:lnTo>
                <a:cubicBezTo>
                  <a:pt x="2519510" y="943485"/>
                  <a:pt x="2520008" y="943151"/>
                  <a:pt x="2520590" y="943152"/>
                </a:cubicBezTo>
                <a:lnTo>
                  <a:pt x="2542356" y="943152"/>
                </a:lnTo>
                <a:cubicBezTo>
                  <a:pt x="2542938" y="943152"/>
                  <a:pt x="2543436" y="943401"/>
                  <a:pt x="2543685" y="943899"/>
                </a:cubicBezTo>
                <a:lnTo>
                  <a:pt x="2554569" y="962759"/>
                </a:lnTo>
                <a:cubicBezTo>
                  <a:pt x="2554818" y="963256"/>
                  <a:pt x="2554818" y="963839"/>
                  <a:pt x="2554569" y="964337"/>
                </a:cubicBezTo>
                <a:lnTo>
                  <a:pt x="2543685" y="983195"/>
                </a:lnTo>
                <a:cubicBezTo>
                  <a:pt x="2543436" y="983612"/>
                  <a:pt x="2542938" y="983944"/>
                  <a:pt x="2542356" y="983943"/>
                </a:cubicBezTo>
                <a:close/>
                <a:moveTo>
                  <a:pt x="3423277" y="1226010"/>
                </a:moveTo>
                <a:cubicBezTo>
                  <a:pt x="3422778" y="1226010"/>
                  <a:pt x="3422196" y="1225760"/>
                  <a:pt x="3421947" y="1225262"/>
                </a:cubicBezTo>
                <a:lnTo>
                  <a:pt x="3411064" y="1206320"/>
                </a:lnTo>
                <a:cubicBezTo>
                  <a:pt x="3410815" y="1205822"/>
                  <a:pt x="3410815" y="1205240"/>
                  <a:pt x="3411064" y="1204742"/>
                </a:cubicBezTo>
                <a:lnTo>
                  <a:pt x="3422030" y="1185800"/>
                </a:lnTo>
                <a:cubicBezTo>
                  <a:pt x="3422280" y="1185384"/>
                  <a:pt x="3422778" y="1185052"/>
                  <a:pt x="3423360" y="1185052"/>
                </a:cubicBezTo>
                <a:lnTo>
                  <a:pt x="3445210" y="1185052"/>
                </a:lnTo>
                <a:cubicBezTo>
                  <a:pt x="3445708" y="1185052"/>
                  <a:pt x="3446290" y="1185301"/>
                  <a:pt x="3446539" y="1185799"/>
                </a:cubicBezTo>
                <a:lnTo>
                  <a:pt x="3457422" y="1204742"/>
                </a:lnTo>
                <a:cubicBezTo>
                  <a:pt x="3457671" y="1205240"/>
                  <a:pt x="3457671" y="1205822"/>
                  <a:pt x="3457422" y="1206320"/>
                </a:cubicBezTo>
                <a:lnTo>
                  <a:pt x="3446456" y="1225262"/>
                </a:lnTo>
                <a:cubicBezTo>
                  <a:pt x="3446207" y="1225677"/>
                  <a:pt x="3445708" y="1226010"/>
                  <a:pt x="3445126" y="1226010"/>
                </a:cubicBezTo>
                <a:close/>
                <a:moveTo>
                  <a:pt x="3664022" y="1290518"/>
                </a:moveTo>
                <a:cubicBezTo>
                  <a:pt x="3663523" y="1290518"/>
                  <a:pt x="3662942" y="1290268"/>
                  <a:pt x="3662693" y="1289770"/>
                </a:cubicBezTo>
                <a:lnTo>
                  <a:pt x="3651809" y="1270828"/>
                </a:lnTo>
                <a:cubicBezTo>
                  <a:pt x="3651560" y="1270330"/>
                  <a:pt x="3651560" y="1269748"/>
                  <a:pt x="3651809" y="1269250"/>
                </a:cubicBezTo>
                <a:lnTo>
                  <a:pt x="3662776" y="1250307"/>
                </a:lnTo>
                <a:cubicBezTo>
                  <a:pt x="3663026" y="1249892"/>
                  <a:pt x="3663524" y="1249560"/>
                  <a:pt x="3664105" y="1249560"/>
                </a:cubicBezTo>
                <a:lnTo>
                  <a:pt x="3685955" y="1249560"/>
                </a:lnTo>
                <a:cubicBezTo>
                  <a:pt x="3686453" y="1249560"/>
                  <a:pt x="3687035" y="1249809"/>
                  <a:pt x="3687284" y="1250307"/>
                </a:cubicBezTo>
                <a:lnTo>
                  <a:pt x="3698167" y="1269250"/>
                </a:lnTo>
                <a:cubicBezTo>
                  <a:pt x="3698416" y="1269748"/>
                  <a:pt x="3698416" y="1270330"/>
                  <a:pt x="3698167" y="1270828"/>
                </a:cubicBezTo>
                <a:lnTo>
                  <a:pt x="3687201" y="1289770"/>
                </a:lnTo>
                <a:cubicBezTo>
                  <a:pt x="3686952" y="1290185"/>
                  <a:pt x="3686454" y="1290518"/>
                  <a:pt x="3685871" y="1290518"/>
                </a:cubicBezTo>
                <a:close/>
                <a:moveTo>
                  <a:pt x="3302823" y="1193922"/>
                </a:moveTo>
                <a:cubicBezTo>
                  <a:pt x="3302324" y="1193922"/>
                  <a:pt x="3301742" y="1193672"/>
                  <a:pt x="3301494" y="1193175"/>
                </a:cubicBezTo>
                <a:lnTo>
                  <a:pt x="3290444" y="1174067"/>
                </a:lnTo>
                <a:cubicBezTo>
                  <a:pt x="3290194" y="1173568"/>
                  <a:pt x="3290194" y="1172986"/>
                  <a:pt x="3290443" y="1172488"/>
                </a:cubicBezTo>
                <a:lnTo>
                  <a:pt x="3301494" y="1153379"/>
                </a:lnTo>
                <a:cubicBezTo>
                  <a:pt x="3301743" y="1152964"/>
                  <a:pt x="3302240" y="1152632"/>
                  <a:pt x="3302822" y="1152632"/>
                </a:cubicBezTo>
                <a:lnTo>
                  <a:pt x="3324921" y="1152632"/>
                </a:lnTo>
                <a:cubicBezTo>
                  <a:pt x="3325419" y="1152632"/>
                  <a:pt x="3326002" y="1152881"/>
                  <a:pt x="3326250" y="1153379"/>
                </a:cubicBezTo>
                <a:lnTo>
                  <a:pt x="3337300" y="1172488"/>
                </a:lnTo>
                <a:cubicBezTo>
                  <a:pt x="3337550" y="1172986"/>
                  <a:pt x="3337549" y="1173568"/>
                  <a:pt x="3337300" y="1174067"/>
                </a:cubicBezTo>
                <a:lnTo>
                  <a:pt x="3326250" y="1193175"/>
                </a:lnTo>
                <a:cubicBezTo>
                  <a:pt x="3326001" y="1193590"/>
                  <a:pt x="3325503" y="1193922"/>
                  <a:pt x="3324922" y="1193922"/>
                </a:cubicBezTo>
                <a:close/>
                <a:moveTo>
                  <a:pt x="3362925" y="1210217"/>
                </a:moveTo>
                <a:cubicBezTo>
                  <a:pt x="3362426" y="1210216"/>
                  <a:pt x="3361845" y="1209966"/>
                  <a:pt x="3361595" y="1209468"/>
                </a:cubicBezTo>
                <a:lnTo>
                  <a:pt x="3350463" y="1190194"/>
                </a:lnTo>
                <a:cubicBezTo>
                  <a:pt x="3350214" y="1189695"/>
                  <a:pt x="3350214" y="1189115"/>
                  <a:pt x="3350463" y="1188615"/>
                </a:cubicBezTo>
                <a:lnTo>
                  <a:pt x="3361595" y="1169341"/>
                </a:lnTo>
                <a:cubicBezTo>
                  <a:pt x="3361845" y="1168927"/>
                  <a:pt x="3362343" y="1168594"/>
                  <a:pt x="3362925" y="1168594"/>
                </a:cubicBezTo>
                <a:lnTo>
                  <a:pt x="3385190" y="1168593"/>
                </a:lnTo>
                <a:cubicBezTo>
                  <a:pt x="3385688" y="1168594"/>
                  <a:pt x="3386270" y="1168842"/>
                  <a:pt x="3386519" y="1169341"/>
                </a:cubicBezTo>
                <a:lnTo>
                  <a:pt x="3397652" y="1188615"/>
                </a:lnTo>
                <a:cubicBezTo>
                  <a:pt x="3397901" y="1189114"/>
                  <a:pt x="3397901" y="1189696"/>
                  <a:pt x="3397652" y="1190194"/>
                </a:cubicBezTo>
                <a:lnTo>
                  <a:pt x="3386519" y="1209469"/>
                </a:lnTo>
                <a:cubicBezTo>
                  <a:pt x="3386270" y="1209884"/>
                  <a:pt x="3385772" y="1210217"/>
                  <a:pt x="3385190" y="1210217"/>
                </a:cubicBezTo>
                <a:close/>
                <a:moveTo>
                  <a:pt x="3784229" y="1323105"/>
                </a:moveTo>
                <a:cubicBezTo>
                  <a:pt x="3783730" y="1323104"/>
                  <a:pt x="3783149" y="1322855"/>
                  <a:pt x="3782899" y="1322356"/>
                </a:cubicBezTo>
                <a:lnTo>
                  <a:pt x="3771767" y="1303082"/>
                </a:lnTo>
                <a:cubicBezTo>
                  <a:pt x="3771518" y="1302583"/>
                  <a:pt x="3771518" y="1302003"/>
                  <a:pt x="3771767" y="1301504"/>
                </a:cubicBezTo>
                <a:lnTo>
                  <a:pt x="3782899" y="1282230"/>
                </a:lnTo>
                <a:cubicBezTo>
                  <a:pt x="3783149" y="1281815"/>
                  <a:pt x="3783647" y="1281482"/>
                  <a:pt x="3784229" y="1281482"/>
                </a:cubicBezTo>
                <a:lnTo>
                  <a:pt x="3806494" y="1281481"/>
                </a:lnTo>
                <a:cubicBezTo>
                  <a:pt x="3806992" y="1281482"/>
                  <a:pt x="3807574" y="1281730"/>
                  <a:pt x="3807823" y="1282229"/>
                </a:cubicBezTo>
                <a:lnTo>
                  <a:pt x="3818956" y="1301504"/>
                </a:lnTo>
                <a:cubicBezTo>
                  <a:pt x="3819205" y="1302002"/>
                  <a:pt x="3819205" y="1302584"/>
                  <a:pt x="3818956" y="1303082"/>
                </a:cubicBezTo>
                <a:lnTo>
                  <a:pt x="3807823" y="1322357"/>
                </a:lnTo>
                <a:cubicBezTo>
                  <a:pt x="3807574" y="1322772"/>
                  <a:pt x="3807076" y="1323105"/>
                  <a:pt x="3806494" y="1323105"/>
                </a:cubicBezTo>
                <a:close/>
                <a:moveTo>
                  <a:pt x="3843928" y="1340229"/>
                </a:moveTo>
                <a:cubicBezTo>
                  <a:pt x="3843346" y="1340229"/>
                  <a:pt x="3842848" y="1339897"/>
                  <a:pt x="3842515" y="1339398"/>
                </a:cubicBezTo>
                <a:lnTo>
                  <a:pt x="3830884" y="1319209"/>
                </a:lnTo>
                <a:cubicBezTo>
                  <a:pt x="3830552" y="1318711"/>
                  <a:pt x="3830552" y="1318047"/>
                  <a:pt x="3830884" y="1317548"/>
                </a:cubicBezTo>
                <a:lnTo>
                  <a:pt x="3842515" y="1297360"/>
                </a:lnTo>
                <a:cubicBezTo>
                  <a:pt x="3842765" y="1296861"/>
                  <a:pt x="3843346" y="1296529"/>
                  <a:pt x="3843928" y="1296529"/>
                </a:cubicBezTo>
                <a:lnTo>
                  <a:pt x="3867190" y="1296529"/>
                </a:lnTo>
                <a:cubicBezTo>
                  <a:pt x="3867771" y="1296529"/>
                  <a:pt x="3868270" y="1296861"/>
                  <a:pt x="3868602" y="1297360"/>
                </a:cubicBezTo>
                <a:lnTo>
                  <a:pt x="3880233" y="1317548"/>
                </a:lnTo>
                <a:cubicBezTo>
                  <a:pt x="3880566" y="1318047"/>
                  <a:pt x="3880566" y="1318711"/>
                  <a:pt x="3880233" y="1319209"/>
                </a:cubicBezTo>
                <a:lnTo>
                  <a:pt x="3868602" y="1339398"/>
                </a:lnTo>
                <a:cubicBezTo>
                  <a:pt x="3868353" y="1339897"/>
                  <a:pt x="3867771" y="1340229"/>
                  <a:pt x="3867190" y="1340229"/>
                </a:cubicBezTo>
                <a:close/>
                <a:moveTo>
                  <a:pt x="1547278" y="771262"/>
                </a:moveTo>
                <a:cubicBezTo>
                  <a:pt x="1546862" y="771262"/>
                  <a:pt x="1546364" y="770763"/>
                  <a:pt x="1546364" y="770763"/>
                </a:cubicBezTo>
                <a:lnTo>
                  <a:pt x="1539135" y="758218"/>
                </a:lnTo>
                <a:cubicBezTo>
                  <a:pt x="1538970" y="757970"/>
                  <a:pt x="1539135" y="757222"/>
                  <a:pt x="1539135" y="757222"/>
                </a:cubicBezTo>
                <a:lnTo>
                  <a:pt x="1546364" y="744676"/>
                </a:lnTo>
                <a:cubicBezTo>
                  <a:pt x="1546612" y="744344"/>
                  <a:pt x="1547278" y="744178"/>
                  <a:pt x="1547278" y="744178"/>
                </a:cubicBezTo>
                <a:lnTo>
                  <a:pt x="1561733" y="744178"/>
                </a:lnTo>
                <a:cubicBezTo>
                  <a:pt x="1562148" y="744178"/>
                  <a:pt x="1562646" y="744676"/>
                  <a:pt x="1562646" y="744676"/>
                </a:cubicBezTo>
                <a:lnTo>
                  <a:pt x="1569875" y="757221"/>
                </a:lnTo>
                <a:cubicBezTo>
                  <a:pt x="1570040" y="757470"/>
                  <a:pt x="1569875" y="758218"/>
                  <a:pt x="1569875" y="758218"/>
                </a:cubicBezTo>
                <a:lnTo>
                  <a:pt x="1562647" y="770763"/>
                </a:lnTo>
                <a:cubicBezTo>
                  <a:pt x="1562397" y="771096"/>
                  <a:pt x="1561733" y="771263"/>
                  <a:pt x="1561733" y="771263"/>
                </a:cubicBezTo>
                <a:close/>
                <a:moveTo>
                  <a:pt x="1607380" y="787471"/>
                </a:moveTo>
                <a:cubicBezTo>
                  <a:pt x="1606964" y="787471"/>
                  <a:pt x="1606467" y="786973"/>
                  <a:pt x="1606467" y="786973"/>
                </a:cubicBezTo>
                <a:lnTo>
                  <a:pt x="1599238" y="774345"/>
                </a:lnTo>
                <a:cubicBezTo>
                  <a:pt x="1599073" y="774096"/>
                  <a:pt x="1599238" y="773348"/>
                  <a:pt x="1599238" y="773348"/>
                </a:cubicBezTo>
                <a:lnTo>
                  <a:pt x="1606550" y="760719"/>
                </a:lnTo>
                <a:cubicBezTo>
                  <a:pt x="1606798" y="760387"/>
                  <a:pt x="1607464" y="760221"/>
                  <a:pt x="1607464" y="760221"/>
                </a:cubicBezTo>
                <a:lnTo>
                  <a:pt x="1622003" y="760221"/>
                </a:lnTo>
                <a:cubicBezTo>
                  <a:pt x="1622418" y="760221"/>
                  <a:pt x="1622915" y="760719"/>
                  <a:pt x="1622915" y="760719"/>
                </a:cubicBezTo>
                <a:lnTo>
                  <a:pt x="1630143" y="773348"/>
                </a:lnTo>
                <a:cubicBezTo>
                  <a:pt x="1630310" y="773597"/>
                  <a:pt x="1630143" y="774345"/>
                  <a:pt x="1630143" y="774345"/>
                </a:cubicBezTo>
                <a:lnTo>
                  <a:pt x="1622832" y="786973"/>
                </a:lnTo>
                <a:cubicBezTo>
                  <a:pt x="1622584" y="787305"/>
                  <a:pt x="1621918" y="787471"/>
                  <a:pt x="1621918" y="787471"/>
                </a:cubicBezTo>
                <a:close/>
                <a:moveTo>
                  <a:pt x="3472811" y="1288066"/>
                </a:moveTo>
                <a:cubicBezTo>
                  <a:pt x="3472479" y="1288066"/>
                  <a:pt x="3471897" y="1287568"/>
                  <a:pt x="3471897" y="1287568"/>
                </a:cubicBezTo>
                <a:lnTo>
                  <a:pt x="3464254" y="1274358"/>
                </a:lnTo>
                <a:cubicBezTo>
                  <a:pt x="3464088" y="1274026"/>
                  <a:pt x="3464253" y="1273278"/>
                  <a:pt x="3464253" y="1273278"/>
                </a:cubicBezTo>
                <a:lnTo>
                  <a:pt x="3471897" y="1260068"/>
                </a:lnTo>
                <a:cubicBezTo>
                  <a:pt x="3472062" y="1259819"/>
                  <a:pt x="3472811" y="1259570"/>
                  <a:pt x="3472811" y="1259570"/>
                </a:cubicBezTo>
                <a:lnTo>
                  <a:pt x="3488098" y="1259570"/>
                </a:lnTo>
                <a:cubicBezTo>
                  <a:pt x="3488430" y="1259570"/>
                  <a:pt x="3489010" y="1260068"/>
                  <a:pt x="3489010" y="1260068"/>
                </a:cubicBezTo>
                <a:lnTo>
                  <a:pt x="3496654" y="1273278"/>
                </a:lnTo>
                <a:cubicBezTo>
                  <a:pt x="3496821" y="1273610"/>
                  <a:pt x="3496654" y="1274358"/>
                  <a:pt x="3496654" y="1274358"/>
                </a:cubicBezTo>
                <a:lnTo>
                  <a:pt x="3489010" y="1287568"/>
                </a:lnTo>
                <a:cubicBezTo>
                  <a:pt x="3488845" y="1287817"/>
                  <a:pt x="3488097" y="1288066"/>
                  <a:pt x="3488097" y="1288066"/>
                </a:cubicBezTo>
                <a:close/>
                <a:moveTo>
                  <a:pt x="3532179" y="1305680"/>
                </a:moveTo>
                <a:cubicBezTo>
                  <a:pt x="3531763" y="1305680"/>
                  <a:pt x="3531182" y="1305099"/>
                  <a:pt x="3531182" y="1305099"/>
                </a:cubicBezTo>
                <a:lnTo>
                  <a:pt x="3522707" y="1290477"/>
                </a:lnTo>
                <a:cubicBezTo>
                  <a:pt x="3522458" y="1290145"/>
                  <a:pt x="3522707" y="1289314"/>
                  <a:pt x="3522707" y="1289314"/>
                </a:cubicBezTo>
                <a:lnTo>
                  <a:pt x="3531181" y="1274692"/>
                </a:lnTo>
                <a:cubicBezTo>
                  <a:pt x="3531347" y="1274359"/>
                  <a:pt x="3531762" y="1274110"/>
                  <a:pt x="3532179" y="1274110"/>
                </a:cubicBezTo>
                <a:lnTo>
                  <a:pt x="3549043" y="1274110"/>
                </a:lnTo>
                <a:cubicBezTo>
                  <a:pt x="3549458" y="1274110"/>
                  <a:pt x="3550041" y="1274692"/>
                  <a:pt x="3550041" y="1274692"/>
                </a:cubicBezTo>
                <a:lnTo>
                  <a:pt x="3558514" y="1289314"/>
                </a:lnTo>
                <a:cubicBezTo>
                  <a:pt x="3558763" y="1289646"/>
                  <a:pt x="3558514" y="1290477"/>
                  <a:pt x="3558514" y="1290477"/>
                </a:cubicBezTo>
                <a:lnTo>
                  <a:pt x="3550041" y="1305099"/>
                </a:lnTo>
                <a:cubicBezTo>
                  <a:pt x="3549875" y="1305431"/>
                  <a:pt x="3549458" y="1305680"/>
                  <a:pt x="3549043" y="1305680"/>
                </a:cubicBezTo>
                <a:close/>
                <a:moveTo>
                  <a:pt x="4193570" y="1484333"/>
                </a:moveTo>
                <a:cubicBezTo>
                  <a:pt x="4193155" y="1484333"/>
                  <a:pt x="4192490" y="1483669"/>
                  <a:pt x="4192490" y="1483669"/>
                </a:cubicBezTo>
                <a:lnTo>
                  <a:pt x="4183435" y="1467884"/>
                </a:lnTo>
                <a:cubicBezTo>
                  <a:pt x="4183186" y="1467551"/>
                  <a:pt x="4183435" y="1466638"/>
                  <a:pt x="4183435" y="1466638"/>
                </a:cubicBezTo>
                <a:lnTo>
                  <a:pt x="4192575" y="1450853"/>
                </a:lnTo>
                <a:cubicBezTo>
                  <a:pt x="4192740" y="1450437"/>
                  <a:pt x="4193238" y="1450188"/>
                  <a:pt x="4193654" y="1450188"/>
                </a:cubicBezTo>
                <a:lnTo>
                  <a:pt x="4211848" y="1450188"/>
                </a:lnTo>
                <a:cubicBezTo>
                  <a:pt x="4212263" y="1450188"/>
                  <a:pt x="4212928" y="1450853"/>
                  <a:pt x="4212928" y="1450853"/>
                </a:cubicBezTo>
                <a:lnTo>
                  <a:pt x="4221984" y="1466638"/>
                </a:lnTo>
                <a:cubicBezTo>
                  <a:pt x="4222233" y="1466970"/>
                  <a:pt x="4221984" y="1467884"/>
                  <a:pt x="4221984" y="1467884"/>
                </a:cubicBezTo>
                <a:lnTo>
                  <a:pt x="4212845" y="1483669"/>
                </a:lnTo>
                <a:cubicBezTo>
                  <a:pt x="4212679" y="1484084"/>
                  <a:pt x="4212180" y="1484333"/>
                  <a:pt x="4211765" y="1484333"/>
                </a:cubicBezTo>
                <a:close/>
                <a:moveTo>
                  <a:pt x="4253664" y="1500709"/>
                </a:moveTo>
                <a:cubicBezTo>
                  <a:pt x="4253165" y="1500709"/>
                  <a:pt x="4252501" y="1500044"/>
                  <a:pt x="4252501" y="1500044"/>
                </a:cubicBezTo>
                <a:lnTo>
                  <a:pt x="4243279" y="1484093"/>
                </a:lnTo>
                <a:cubicBezTo>
                  <a:pt x="4243029" y="1483678"/>
                  <a:pt x="4243279" y="1482764"/>
                  <a:pt x="4243279" y="1482764"/>
                </a:cubicBezTo>
                <a:lnTo>
                  <a:pt x="4252501" y="1466813"/>
                </a:lnTo>
                <a:cubicBezTo>
                  <a:pt x="4252750" y="1466397"/>
                  <a:pt x="4253165" y="1466148"/>
                  <a:pt x="4253664" y="1466148"/>
                </a:cubicBezTo>
                <a:lnTo>
                  <a:pt x="4272107" y="1466148"/>
                </a:lnTo>
                <a:cubicBezTo>
                  <a:pt x="4272606" y="1466148"/>
                  <a:pt x="4273270" y="1466813"/>
                  <a:pt x="4273270" y="1466813"/>
                </a:cubicBezTo>
                <a:lnTo>
                  <a:pt x="4282492" y="1482764"/>
                </a:lnTo>
                <a:cubicBezTo>
                  <a:pt x="4282741" y="1483179"/>
                  <a:pt x="4282492" y="1484093"/>
                  <a:pt x="4282492" y="1484093"/>
                </a:cubicBezTo>
                <a:lnTo>
                  <a:pt x="4273270" y="1500044"/>
                </a:lnTo>
                <a:cubicBezTo>
                  <a:pt x="4273021" y="1500460"/>
                  <a:pt x="4272606" y="1500709"/>
                  <a:pt x="4272107" y="1500709"/>
                </a:cubicBezTo>
                <a:close/>
                <a:moveTo>
                  <a:pt x="4313686" y="1517074"/>
                </a:moveTo>
                <a:cubicBezTo>
                  <a:pt x="4313188" y="1517074"/>
                  <a:pt x="4312522" y="1516410"/>
                  <a:pt x="4312522" y="1516410"/>
                </a:cubicBezTo>
                <a:lnTo>
                  <a:pt x="4303135" y="1500209"/>
                </a:lnTo>
                <a:cubicBezTo>
                  <a:pt x="4302885" y="1499794"/>
                  <a:pt x="4303134" y="1498880"/>
                  <a:pt x="4303134" y="1498880"/>
                </a:cubicBezTo>
                <a:lnTo>
                  <a:pt x="4312523" y="1482679"/>
                </a:lnTo>
                <a:cubicBezTo>
                  <a:pt x="4312771" y="1482264"/>
                  <a:pt x="4313188" y="1482015"/>
                  <a:pt x="4313686" y="1482015"/>
                </a:cubicBezTo>
                <a:lnTo>
                  <a:pt x="4332378" y="1482015"/>
                </a:lnTo>
                <a:cubicBezTo>
                  <a:pt x="4332876" y="1482015"/>
                  <a:pt x="4333542" y="1482679"/>
                  <a:pt x="4333542" y="1482679"/>
                </a:cubicBezTo>
                <a:lnTo>
                  <a:pt x="4342930" y="1498880"/>
                </a:lnTo>
                <a:cubicBezTo>
                  <a:pt x="4343179" y="1499295"/>
                  <a:pt x="4342929" y="1500209"/>
                  <a:pt x="4342929" y="1500209"/>
                </a:cubicBezTo>
                <a:lnTo>
                  <a:pt x="4333542" y="1516410"/>
                </a:lnTo>
                <a:cubicBezTo>
                  <a:pt x="4333293" y="1516825"/>
                  <a:pt x="4332877" y="1517074"/>
                  <a:pt x="4332379" y="1517074"/>
                </a:cubicBezTo>
                <a:close/>
                <a:moveTo>
                  <a:pt x="1665489" y="807586"/>
                </a:moveTo>
                <a:cubicBezTo>
                  <a:pt x="1664990" y="807586"/>
                  <a:pt x="1664326" y="806922"/>
                  <a:pt x="1664326" y="806922"/>
                </a:cubicBezTo>
                <a:lnTo>
                  <a:pt x="1654938" y="790639"/>
                </a:lnTo>
                <a:cubicBezTo>
                  <a:pt x="1654689" y="790223"/>
                  <a:pt x="1654938" y="789309"/>
                  <a:pt x="1654938" y="789309"/>
                </a:cubicBezTo>
                <a:lnTo>
                  <a:pt x="1664326" y="773026"/>
                </a:lnTo>
                <a:cubicBezTo>
                  <a:pt x="1664575" y="772610"/>
                  <a:pt x="1664990" y="772361"/>
                  <a:pt x="1665489" y="772361"/>
                </a:cubicBezTo>
                <a:lnTo>
                  <a:pt x="1684265" y="772361"/>
                </a:lnTo>
                <a:cubicBezTo>
                  <a:pt x="1684763" y="772361"/>
                  <a:pt x="1685428" y="773026"/>
                  <a:pt x="1685428" y="773026"/>
                </a:cubicBezTo>
                <a:lnTo>
                  <a:pt x="1694816" y="789309"/>
                </a:lnTo>
                <a:cubicBezTo>
                  <a:pt x="1695065" y="789724"/>
                  <a:pt x="1694816" y="790639"/>
                  <a:pt x="1694816" y="790639"/>
                </a:cubicBezTo>
                <a:lnTo>
                  <a:pt x="1685428" y="806922"/>
                </a:lnTo>
                <a:cubicBezTo>
                  <a:pt x="1685179" y="807338"/>
                  <a:pt x="1684763" y="807586"/>
                  <a:pt x="1684265" y="807586"/>
                </a:cubicBezTo>
                <a:close/>
                <a:moveTo>
                  <a:pt x="1906152" y="872177"/>
                </a:moveTo>
                <a:cubicBezTo>
                  <a:pt x="1905653" y="872178"/>
                  <a:pt x="1904989" y="871513"/>
                  <a:pt x="1904989" y="871513"/>
                </a:cubicBezTo>
                <a:lnTo>
                  <a:pt x="1895518" y="855147"/>
                </a:lnTo>
                <a:cubicBezTo>
                  <a:pt x="1895268" y="854730"/>
                  <a:pt x="1895518" y="853816"/>
                  <a:pt x="1895518" y="853816"/>
                </a:cubicBezTo>
                <a:lnTo>
                  <a:pt x="1904989" y="837451"/>
                </a:lnTo>
                <a:cubicBezTo>
                  <a:pt x="1905238" y="837034"/>
                  <a:pt x="1905653" y="836786"/>
                  <a:pt x="1906152" y="836785"/>
                </a:cubicBezTo>
                <a:lnTo>
                  <a:pt x="1925094" y="836786"/>
                </a:lnTo>
                <a:cubicBezTo>
                  <a:pt x="1925592" y="836785"/>
                  <a:pt x="1926257" y="837451"/>
                  <a:pt x="1926257" y="837451"/>
                </a:cubicBezTo>
                <a:lnTo>
                  <a:pt x="1935728" y="853817"/>
                </a:lnTo>
                <a:cubicBezTo>
                  <a:pt x="1935977" y="854232"/>
                  <a:pt x="1935728" y="855146"/>
                  <a:pt x="1935728" y="855146"/>
                </a:cubicBezTo>
                <a:lnTo>
                  <a:pt x="1926256" y="871513"/>
                </a:lnTo>
                <a:cubicBezTo>
                  <a:pt x="1926008" y="871927"/>
                  <a:pt x="1925592" y="872177"/>
                  <a:pt x="1925094" y="872177"/>
                </a:cubicBezTo>
                <a:close/>
                <a:moveTo>
                  <a:pt x="4373601" y="1533696"/>
                </a:moveTo>
                <a:cubicBezTo>
                  <a:pt x="4373103" y="1533696"/>
                  <a:pt x="4372687" y="1533447"/>
                  <a:pt x="4372438" y="1533031"/>
                </a:cubicBezTo>
                <a:lnTo>
                  <a:pt x="4362801" y="1516416"/>
                </a:lnTo>
                <a:cubicBezTo>
                  <a:pt x="4362552" y="1516000"/>
                  <a:pt x="4362552" y="1515502"/>
                  <a:pt x="4362801" y="1515086"/>
                </a:cubicBezTo>
                <a:lnTo>
                  <a:pt x="4372438" y="1498470"/>
                </a:lnTo>
                <a:cubicBezTo>
                  <a:pt x="4372687" y="1498055"/>
                  <a:pt x="4373103" y="1497806"/>
                  <a:pt x="4373601" y="1497806"/>
                </a:cubicBezTo>
                <a:lnTo>
                  <a:pt x="4392793" y="1497806"/>
                </a:lnTo>
                <a:cubicBezTo>
                  <a:pt x="4393291" y="1497806"/>
                  <a:pt x="4393706" y="1498055"/>
                  <a:pt x="4393956" y="1498470"/>
                </a:cubicBezTo>
                <a:lnTo>
                  <a:pt x="4403593" y="1515086"/>
                </a:lnTo>
                <a:cubicBezTo>
                  <a:pt x="4403842" y="1515502"/>
                  <a:pt x="4403842" y="1516000"/>
                  <a:pt x="4403593" y="1516416"/>
                </a:cubicBezTo>
                <a:lnTo>
                  <a:pt x="4393956" y="1533031"/>
                </a:lnTo>
                <a:cubicBezTo>
                  <a:pt x="4393706" y="1533447"/>
                  <a:pt x="4393291" y="1533696"/>
                  <a:pt x="4392793" y="1533696"/>
                </a:cubicBezTo>
                <a:close/>
                <a:moveTo>
                  <a:pt x="1845776" y="856472"/>
                </a:moveTo>
                <a:cubicBezTo>
                  <a:pt x="1845278" y="856472"/>
                  <a:pt x="1844862" y="856223"/>
                  <a:pt x="1844613" y="855809"/>
                </a:cubicBezTo>
                <a:lnTo>
                  <a:pt x="1834976" y="839110"/>
                </a:lnTo>
                <a:cubicBezTo>
                  <a:pt x="1834727" y="838694"/>
                  <a:pt x="1834727" y="838195"/>
                  <a:pt x="1834976" y="837780"/>
                </a:cubicBezTo>
                <a:lnTo>
                  <a:pt x="1844613" y="821081"/>
                </a:lnTo>
                <a:cubicBezTo>
                  <a:pt x="1844862" y="820666"/>
                  <a:pt x="1845278" y="820416"/>
                  <a:pt x="1845776" y="820417"/>
                </a:cubicBezTo>
                <a:lnTo>
                  <a:pt x="1865133" y="820417"/>
                </a:lnTo>
                <a:cubicBezTo>
                  <a:pt x="1865632" y="820416"/>
                  <a:pt x="1866048" y="820666"/>
                  <a:pt x="1866297" y="821082"/>
                </a:cubicBezTo>
                <a:lnTo>
                  <a:pt x="1875934" y="837779"/>
                </a:lnTo>
                <a:cubicBezTo>
                  <a:pt x="1876183" y="838195"/>
                  <a:pt x="1876183" y="838695"/>
                  <a:pt x="1875934" y="839110"/>
                </a:cubicBezTo>
                <a:lnTo>
                  <a:pt x="1866297" y="855808"/>
                </a:lnTo>
                <a:cubicBezTo>
                  <a:pt x="1866048" y="856224"/>
                  <a:pt x="1865632" y="856472"/>
                  <a:pt x="1865133" y="856472"/>
                </a:cubicBezTo>
                <a:close/>
                <a:moveTo>
                  <a:pt x="1785457" y="840506"/>
                </a:moveTo>
                <a:cubicBezTo>
                  <a:pt x="1784959" y="840506"/>
                  <a:pt x="1784544" y="840257"/>
                  <a:pt x="1784294" y="839841"/>
                </a:cubicBezTo>
                <a:lnTo>
                  <a:pt x="1774574" y="822893"/>
                </a:lnTo>
                <a:cubicBezTo>
                  <a:pt x="1774325" y="822478"/>
                  <a:pt x="1774325" y="821896"/>
                  <a:pt x="1774574" y="821481"/>
                </a:cubicBezTo>
                <a:lnTo>
                  <a:pt x="1784377" y="804533"/>
                </a:lnTo>
                <a:cubicBezTo>
                  <a:pt x="1784626" y="804117"/>
                  <a:pt x="1785042" y="803868"/>
                  <a:pt x="1785541" y="803868"/>
                </a:cubicBezTo>
                <a:lnTo>
                  <a:pt x="1805064" y="803868"/>
                </a:lnTo>
                <a:cubicBezTo>
                  <a:pt x="1805562" y="803868"/>
                  <a:pt x="1805978" y="804117"/>
                  <a:pt x="1806227" y="804533"/>
                </a:cubicBezTo>
                <a:lnTo>
                  <a:pt x="1815947" y="821481"/>
                </a:lnTo>
                <a:cubicBezTo>
                  <a:pt x="1816197" y="821896"/>
                  <a:pt x="1816197" y="822478"/>
                  <a:pt x="1815947" y="822893"/>
                </a:cubicBezTo>
                <a:lnTo>
                  <a:pt x="1806144" y="839841"/>
                </a:lnTo>
                <a:cubicBezTo>
                  <a:pt x="1805895" y="840257"/>
                  <a:pt x="1805479" y="840506"/>
                  <a:pt x="1804981" y="840506"/>
                </a:cubicBezTo>
                <a:close/>
                <a:moveTo>
                  <a:pt x="4433651" y="1550087"/>
                </a:moveTo>
                <a:cubicBezTo>
                  <a:pt x="4433153" y="1550088"/>
                  <a:pt x="4432737" y="1549838"/>
                  <a:pt x="4432488" y="1549423"/>
                </a:cubicBezTo>
                <a:lnTo>
                  <a:pt x="4422767" y="1532475"/>
                </a:lnTo>
                <a:cubicBezTo>
                  <a:pt x="4422518" y="1532059"/>
                  <a:pt x="4422518" y="1531478"/>
                  <a:pt x="4422767" y="1531062"/>
                </a:cubicBezTo>
                <a:lnTo>
                  <a:pt x="4432570" y="1514115"/>
                </a:lnTo>
                <a:cubicBezTo>
                  <a:pt x="4432820" y="1513698"/>
                  <a:pt x="4433236" y="1513450"/>
                  <a:pt x="4433734" y="1513450"/>
                </a:cubicBezTo>
                <a:lnTo>
                  <a:pt x="4453257" y="1513450"/>
                </a:lnTo>
                <a:cubicBezTo>
                  <a:pt x="4453755" y="1513450"/>
                  <a:pt x="4454172" y="1513699"/>
                  <a:pt x="4454420" y="1514114"/>
                </a:cubicBezTo>
                <a:lnTo>
                  <a:pt x="4464141" y="1531063"/>
                </a:lnTo>
                <a:cubicBezTo>
                  <a:pt x="4464390" y="1531478"/>
                  <a:pt x="4464390" y="1532059"/>
                  <a:pt x="4464141" y="1532475"/>
                </a:cubicBezTo>
                <a:lnTo>
                  <a:pt x="4454338" y="1549423"/>
                </a:lnTo>
                <a:cubicBezTo>
                  <a:pt x="4454089" y="1549839"/>
                  <a:pt x="4453672" y="1550087"/>
                  <a:pt x="4453174" y="1550088"/>
                </a:cubicBezTo>
                <a:close/>
                <a:moveTo>
                  <a:pt x="4493838" y="1566214"/>
                </a:moveTo>
                <a:cubicBezTo>
                  <a:pt x="4493340" y="1566215"/>
                  <a:pt x="4492923" y="1565965"/>
                  <a:pt x="4492674" y="1565550"/>
                </a:cubicBezTo>
                <a:lnTo>
                  <a:pt x="4482954" y="1548602"/>
                </a:lnTo>
                <a:cubicBezTo>
                  <a:pt x="4482705" y="1548186"/>
                  <a:pt x="4482705" y="1547605"/>
                  <a:pt x="4482954" y="1547189"/>
                </a:cubicBezTo>
                <a:lnTo>
                  <a:pt x="4492757" y="1530242"/>
                </a:lnTo>
                <a:cubicBezTo>
                  <a:pt x="4493006" y="1529825"/>
                  <a:pt x="4493422" y="1529577"/>
                  <a:pt x="4493920" y="1529577"/>
                </a:cubicBezTo>
                <a:lnTo>
                  <a:pt x="4513444" y="1529577"/>
                </a:lnTo>
                <a:cubicBezTo>
                  <a:pt x="4513942" y="1529577"/>
                  <a:pt x="4514358" y="1529826"/>
                  <a:pt x="4514607" y="1530241"/>
                </a:cubicBezTo>
                <a:lnTo>
                  <a:pt x="4524327" y="1547190"/>
                </a:lnTo>
                <a:cubicBezTo>
                  <a:pt x="4524577" y="1547605"/>
                  <a:pt x="4524576" y="1548187"/>
                  <a:pt x="4524328" y="1548602"/>
                </a:cubicBezTo>
                <a:lnTo>
                  <a:pt x="4514525" y="1565550"/>
                </a:lnTo>
                <a:cubicBezTo>
                  <a:pt x="4514275" y="1565966"/>
                  <a:pt x="4513859" y="1566214"/>
                  <a:pt x="4513361" y="1566215"/>
                </a:cubicBezTo>
                <a:close/>
                <a:moveTo>
                  <a:pt x="4554023" y="1582341"/>
                </a:moveTo>
                <a:cubicBezTo>
                  <a:pt x="4553525" y="1582341"/>
                  <a:pt x="4553109" y="1582092"/>
                  <a:pt x="4552860" y="1581677"/>
                </a:cubicBezTo>
                <a:lnTo>
                  <a:pt x="4543140" y="1564728"/>
                </a:lnTo>
                <a:cubicBezTo>
                  <a:pt x="4542891" y="1564313"/>
                  <a:pt x="4542891" y="1563731"/>
                  <a:pt x="4543140" y="1563316"/>
                </a:cubicBezTo>
                <a:lnTo>
                  <a:pt x="4552943" y="1546368"/>
                </a:lnTo>
                <a:cubicBezTo>
                  <a:pt x="4553192" y="1545952"/>
                  <a:pt x="4553608" y="1545703"/>
                  <a:pt x="4554106" y="1545703"/>
                </a:cubicBezTo>
                <a:lnTo>
                  <a:pt x="4573630" y="1545703"/>
                </a:lnTo>
                <a:cubicBezTo>
                  <a:pt x="4574128" y="1545703"/>
                  <a:pt x="4574544" y="1545953"/>
                  <a:pt x="4574793" y="1546368"/>
                </a:cubicBezTo>
                <a:lnTo>
                  <a:pt x="4584513" y="1563316"/>
                </a:lnTo>
                <a:cubicBezTo>
                  <a:pt x="4584762" y="1563731"/>
                  <a:pt x="4584762" y="1564313"/>
                  <a:pt x="4584513" y="1564728"/>
                </a:cubicBezTo>
                <a:lnTo>
                  <a:pt x="4574710" y="1581676"/>
                </a:lnTo>
                <a:cubicBezTo>
                  <a:pt x="4574461" y="1582092"/>
                  <a:pt x="4574045" y="1582341"/>
                  <a:pt x="4573547" y="1582341"/>
                </a:cubicBezTo>
                <a:close/>
                <a:moveTo>
                  <a:pt x="4674290" y="1614935"/>
                </a:moveTo>
                <a:cubicBezTo>
                  <a:pt x="4673791" y="1614935"/>
                  <a:pt x="4673293" y="1614686"/>
                  <a:pt x="4673043" y="1614271"/>
                </a:cubicBezTo>
                <a:lnTo>
                  <a:pt x="4663157" y="1597073"/>
                </a:lnTo>
                <a:cubicBezTo>
                  <a:pt x="4662908" y="1596658"/>
                  <a:pt x="4662908" y="1596077"/>
                  <a:pt x="4663157" y="1595661"/>
                </a:cubicBezTo>
                <a:lnTo>
                  <a:pt x="4673043" y="1578464"/>
                </a:lnTo>
                <a:cubicBezTo>
                  <a:pt x="4673293" y="1578048"/>
                  <a:pt x="4673791" y="1577799"/>
                  <a:pt x="4674290" y="1577799"/>
                </a:cubicBezTo>
                <a:lnTo>
                  <a:pt x="4694146" y="1577799"/>
                </a:lnTo>
                <a:cubicBezTo>
                  <a:pt x="4694644" y="1577799"/>
                  <a:pt x="4695142" y="1578048"/>
                  <a:pt x="4695392" y="1578464"/>
                </a:cubicBezTo>
                <a:lnTo>
                  <a:pt x="4705278" y="1595661"/>
                </a:lnTo>
                <a:cubicBezTo>
                  <a:pt x="4705527" y="1596077"/>
                  <a:pt x="4705527" y="1596658"/>
                  <a:pt x="4705278" y="1597073"/>
                </a:cubicBezTo>
                <a:lnTo>
                  <a:pt x="4695392" y="1614271"/>
                </a:lnTo>
                <a:cubicBezTo>
                  <a:pt x="4695142" y="1614686"/>
                  <a:pt x="4694644" y="1614935"/>
                  <a:pt x="4694146" y="1614935"/>
                </a:cubicBezTo>
                <a:close/>
                <a:moveTo>
                  <a:pt x="5215967" y="1760076"/>
                </a:moveTo>
                <a:cubicBezTo>
                  <a:pt x="5215468" y="1760077"/>
                  <a:pt x="5214970" y="1759828"/>
                  <a:pt x="5214720" y="1759413"/>
                </a:cubicBezTo>
                <a:lnTo>
                  <a:pt x="5204834" y="1742215"/>
                </a:lnTo>
                <a:cubicBezTo>
                  <a:pt x="5204585" y="1741800"/>
                  <a:pt x="5204585" y="1741219"/>
                  <a:pt x="5204834" y="1740803"/>
                </a:cubicBezTo>
                <a:lnTo>
                  <a:pt x="5214720" y="1723605"/>
                </a:lnTo>
                <a:cubicBezTo>
                  <a:pt x="5214970" y="1723190"/>
                  <a:pt x="5215468" y="1722941"/>
                  <a:pt x="5215967" y="1722941"/>
                </a:cubicBezTo>
                <a:lnTo>
                  <a:pt x="5235823" y="1722941"/>
                </a:lnTo>
                <a:cubicBezTo>
                  <a:pt x="5236321" y="1722941"/>
                  <a:pt x="5236819" y="1723190"/>
                  <a:pt x="5237069" y="1723606"/>
                </a:cubicBezTo>
                <a:lnTo>
                  <a:pt x="5246955" y="1740802"/>
                </a:lnTo>
                <a:cubicBezTo>
                  <a:pt x="5247204" y="1741219"/>
                  <a:pt x="5247204" y="1741800"/>
                  <a:pt x="5246955" y="1742215"/>
                </a:cubicBezTo>
                <a:lnTo>
                  <a:pt x="5237069" y="1759413"/>
                </a:lnTo>
                <a:cubicBezTo>
                  <a:pt x="5236819" y="1759828"/>
                  <a:pt x="5236321" y="1760077"/>
                  <a:pt x="5235823" y="1760077"/>
                </a:cubicBezTo>
                <a:close/>
                <a:moveTo>
                  <a:pt x="2326885" y="986146"/>
                </a:moveTo>
                <a:cubicBezTo>
                  <a:pt x="2326386" y="986146"/>
                  <a:pt x="2325887" y="985813"/>
                  <a:pt x="2325638" y="985398"/>
                </a:cubicBezTo>
                <a:lnTo>
                  <a:pt x="2315669" y="968035"/>
                </a:lnTo>
                <a:cubicBezTo>
                  <a:pt x="2315420" y="967619"/>
                  <a:pt x="2315419" y="967037"/>
                  <a:pt x="2315669" y="966622"/>
                </a:cubicBezTo>
                <a:lnTo>
                  <a:pt x="2325722" y="949259"/>
                </a:lnTo>
                <a:cubicBezTo>
                  <a:pt x="2325971" y="948760"/>
                  <a:pt x="2326469" y="948511"/>
                  <a:pt x="2326968" y="948511"/>
                </a:cubicBezTo>
                <a:lnTo>
                  <a:pt x="2346989" y="948511"/>
                </a:lnTo>
                <a:cubicBezTo>
                  <a:pt x="2347488" y="948511"/>
                  <a:pt x="2347987" y="948844"/>
                  <a:pt x="2348236" y="949259"/>
                </a:cubicBezTo>
                <a:lnTo>
                  <a:pt x="2358206" y="966622"/>
                </a:lnTo>
                <a:cubicBezTo>
                  <a:pt x="2358455" y="967037"/>
                  <a:pt x="2358455" y="967619"/>
                  <a:pt x="2358205" y="968035"/>
                </a:cubicBezTo>
                <a:lnTo>
                  <a:pt x="2348152" y="985398"/>
                </a:lnTo>
                <a:cubicBezTo>
                  <a:pt x="2347903" y="985897"/>
                  <a:pt x="2347404" y="986146"/>
                  <a:pt x="2346906" y="986146"/>
                </a:cubicBezTo>
                <a:close/>
                <a:moveTo>
                  <a:pt x="4794520" y="1647347"/>
                </a:moveTo>
                <a:cubicBezTo>
                  <a:pt x="4794021" y="1647347"/>
                  <a:pt x="4793523" y="1647014"/>
                  <a:pt x="4793273" y="1646599"/>
                </a:cubicBezTo>
                <a:lnTo>
                  <a:pt x="4783304" y="1629236"/>
                </a:lnTo>
                <a:cubicBezTo>
                  <a:pt x="4783055" y="1628820"/>
                  <a:pt x="4783055" y="1628238"/>
                  <a:pt x="4783304" y="1627823"/>
                </a:cubicBezTo>
                <a:lnTo>
                  <a:pt x="4793356" y="1610460"/>
                </a:lnTo>
                <a:cubicBezTo>
                  <a:pt x="4793606" y="1609961"/>
                  <a:pt x="4794104" y="1609712"/>
                  <a:pt x="4794603" y="1609712"/>
                </a:cubicBezTo>
                <a:lnTo>
                  <a:pt x="4814625" y="1609712"/>
                </a:lnTo>
                <a:cubicBezTo>
                  <a:pt x="4815123" y="1609712"/>
                  <a:pt x="4815622" y="1610045"/>
                  <a:pt x="4815871" y="1610460"/>
                </a:cubicBezTo>
                <a:lnTo>
                  <a:pt x="4825840" y="1627823"/>
                </a:lnTo>
                <a:cubicBezTo>
                  <a:pt x="4826090" y="1628238"/>
                  <a:pt x="4826090" y="1628820"/>
                  <a:pt x="4825840" y="1629236"/>
                </a:cubicBezTo>
                <a:lnTo>
                  <a:pt x="4815788" y="1646599"/>
                </a:lnTo>
                <a:cubicBezTo>
                  <a:pt x="4815539" y="1647098"/>
                  <a:pt x="4815040" y="1647347"/>
                  <a:pt x="4814542" y="1647347"/>
                </a:cubicBezTo>
                <a:close/>
                <a:moveTo>
                  <a:pt x="4613961" y="1599049"/>
                </a:moveTo>
                <a:cubicBezTo>
                  <a:pt x="4613462" y="1599049"/>
                  <a:pt x="4612964" y="1598717"/>
                  <a:pt x="4612715" y="1598301"/>
                </a:cubicBezTo>
                <a:lnTo>
                  <a:pt x="4602662" y="1580855"/>
                </a:lnTo>
                <a:cubicBezTo>
                  <a:pt x="4602413" y="1580439"/>
                  <a:pt x="4602413" y="1579858"/>
                  <a:pt x="4602662" y="1579442"/>
                </a:cubicBezTo>
                <a:lnTo>
                  <a:pt x="4612716" y="1561996"/>
                </a:lnTo>
                <a:cubicBezTo>
                  <a:pt x="4612964" y="1561497"/>
                  <a:pt x="4613462" y="1561248"/>
                  <a:pt x="4613961" y="1561248"/>
                </a:cubicBezTo>
                <a:lnTo>
                  <a:pt x="4634066" y="1561248"/>
                </a:lnTo>
                <a:cubicBezTo>
                  <a:pt x="4634564" y="1561248"/>
                  <a:pt x="4635063" y="1561581"/>
                  <a:pt x="4635312" y="1561996"/>
                </a:cubicBezTo>
                <a:lnTo>
                  <a:pt x="4645365" y="1579442"/>
                </a:lnTo>
                <a:cubicBezTo>
                  <a:pt x="4645615" y="1579858"/>
                  <a:pt x="4645614" y="1580439"/>
                  <a:pt x="4645365" y="1580855"/>
                </a:cubicBezTo>
                <a:lnTo>
                  <a:pt x="4635312" y="1598301"/>
                </a:lnTo>
                <a:cubicBezTo>
                  <a:pt x="4635063" y="1598800"/>
                  <a:pt x="4634564" y="1599049"/>
                  <a:pt x="4634066" y="1599049"/>
                </a:cubicBezTo>
                <a:close/>
                <a:moveTo>
                  <a:pt x="4734334" y="1631303"/>
                </a:moveTo>
                <a:cubicBezTo>
                  <a:pt x="4733835" y="1631303"/>
                  <a:pt x="4733337" y="1630971"/>
                  <a:pt x="4733088" y="1630555"/>
                </a:cubicBezTo>
                <a:lnTo>
                  <a:pt x="4723035" y="1613109"/>
                </a:lnTo>
                <a:cubicBezTo>
                  <a:pt x="4722786" y="1612693"/>
                  <a:pt x="4722786" y="1612112"/>
                  <a:pt x="4723035" y="1611696"/>
                </a:cubicBezTo>
                <a:lnTo>
                  <a:pt x="4733088" y="1594250"/>
                </a:lnTo>
                <a:cubicBezTo>
                  <a:pt x="4733337" y="1593751"/>
                  <a:pt x="4733835" y="1593502"/>
                  <a:pt x="4734334" y="1593502"/>
                </a:cubicBezTo>
                <a:lnTo>
                  <a:pt x="4754439" y="1593502"/>
                </a:lnTo>
                <a:cubicBezTo>
                  <a:pt x="4754937" y="1593502"/>
                  <a:pt x="4755436" y="1593835"/>
                  <a:pt x="4755685" y="1594250"/>
                </a:cubicBezTo>
                <a:lnTo>
                  <a:pt x="4765738" y="1611696"/>
                </a:lnTo>
                <a:cubicBezTo>
                  <a:pt x="4765987" y="1612112"/>
                  <a:pt x="4765987" y="1612693"/>
                  <a:pt x="4765738" y="1613109"/>
                </a:cubicBezTo>
                <a:lnTo>
                  <a:pt x="4755685" y="1630555"/>
                </a:lnTo>
                <a:cubicBezTo>
                  <a:pt x="4755436" y="1631054"/>
                  <a:pt x="4754937" y="1631303"/>
                  <a:pt x="4754439" y="1631303"/>
                </a:cubicBezTo>
                <a:close/>
                <a:moveTo>
                  <a:pt x="1724939" y="825043"/>
                </a:moveTo>
                <a:cubicBezTo>
                  <a:pt x="1724440" y="825043"/>
                  <a:pt x="1723942" y="824711"/>
                  <a:pt x="1723693" y="824296"/>
                </a:cubicBezTo>
                <a:lnTo>
                  <a:pt x="1713557" y="806766"/>
                </a:lnTo>
                <a:cubicBezTo>
                  <a:pt x="1713308" y="806350"/>
                  <a:pt x="1713308" y="805769"/>
                  <a:pt x="1713557" y="805354"/>
                </a:cubicBezTo>
                <a:lnTo>
                  <a:pt x="1723693" y="787824"/>
                </a:lnTo>
                <a:cubicBezTo>
                  <a:pt x="1723942" y="787325"/>
                  <a:pt x="1724440" y="787076"/>
                  <a:pt x="1724939" y="787076"/>
                </a:cubicBezTo>
                <a:lnTo>
                  <a:pt x="1745210" y="787076"/>
                </a:lnTo>
                <a:cubicBezTo>
                  <a:pt x="1745709" y="787077"/>
                  <a:pt x="1746207" y="787409"/>
                  <a:pt x="1746456" y="787824"/>
                </a:cubicBezTo>
                <a:lnTo>
                  <a:pt x="1756592" y="805354"/>
                </a:lnTo>
                <a:cubicBezTo>
                  <a:pt x="1756841" y="805769"/>
                  <a:pt x="1756841" y="806350"/>
                  <a:pt x="1756592" y="806766"/>
                </a:cubicBezTo>
                <a:lnTo>
                  <a:pt x="1746456" y="824296"/>
                </a:lnTo>
                <a:cubicBezTo>
                  <a:pt x="1746207" y="824794"/>
                  <a:pt x="1745709" y="825043"/>
                  <a:pt x="1745210" y="825044"/>
                </a:cubicBezTo>
                <a:close/>
                <a:moveTo>
                  <a:pt x="2266533" y="970268"/>
                </a:moveTo>
                <a:cubicBezTo>
                  <a:pt x="2266034" y="970268"/>
                  <a:pt x="2265536" y="969936"/>
                  <a:pt x="2265287" y="969521"/>
                </a:cubicBezTo>
                <a:lnTo>
                  <a:pt x="2255151" y="951908"/>
                </a:lnTo>
                <a:cubicBezTo>
                  <a:pt x="2254902" y="951492"/>
                  <a:pt x="2254902" y="950910"/>
                  <a:pt x="2255151" y="950495"/>
                </a:cubicBezTo>
                <a:lnTo>
                  <a:pt x="2265370" y="932882"/>
                </a:lnTo>
                <a:cubicBezTo>
                  <a:pt x="2265619" y="932384"/>
                  <a:pt x="2266117" y="932135"/>
                  <a:pt x="2266616" y="932135"/>
                </a:cubicBezTo>
                <a:lnTo>
                  <a:pt x="2286970" y="932135"/>
                </a:lnTo>
                <a:cubicBezTo>
                  <a:pt x="2287469" y="932135"/>
                  <a:pt x="2287967" y="932467"/>
                  <a:pt x="2288216" y="932882"/>
                </a:cubicBezTo>
                <a:lnTo>
                  <a:pt x="2298352" y="950495"/>
                </a:lnTo>
                <a:cubicBezTo>
                  <a:pt x="2298601" y="950910"/>
                  <a:pt x="2298601" y="951492"/>
                  <a:pt x="2298352" y="951908"/>
                </a:cubicBezTo>
                <a:lnTo>
                  <a:pt x="2288133" y="969521"/>
                </a:lnTo>
                <a:cubicBezTo>
                  <a:pt x="2287884" y="970019"/>
                  <a:pt x="2287386" y="970268"/>
                  <a:pt x="2286887" y="970268"/>
                </a:cubicBezTo>
                <a:close/>
                <a:moveTo>
                  <a:pt x="1965579" y="889797"/>
                </a:moveTo>
                <a:cubicBezTo>
                  <a:pt x="1965081" y="889797"/>
                  <a:pt x="1964582" y="889465"/>
                  <a:pt x="1964333" y="889050"/>
                </a:cubicBezTo>
                <a:lnTo>
                  <a:pt x="1954114" y="871354"/>
                </a:lnTo>
                <a:cubicBezTo>
                  <a:pt x="1953865" y="870939"/>
                  <a:pt x="1953865" y="870357"/>
                  <a:pt x="1954114" y="869941"/>
                </a:cubicBezTo>
                <a:lnTo>
                  <a:pt x="1964333" y="852246"/>
                </a:lnTo>
                <a:cubicBezTo>
                  <a:pt x="1964582" y="851747"/>
                  <a:pt x="1965081" y="851498"/>
                  <a:pt x="1965579" y="851498"/>
                </a:cubicBezTo>
                <a:lnTo>
                  <a:pt x="1986016" y="851498"/>
                </a:lnTo>
                <a:cubicBezTo>
                  <a:pt x="1986515" y="851498"/>
                  <a:pt x="1987013" y="851830"/>
                  <a:pt x="1987263" y="852246"/>
                </a:cubicBezTo>
                <a:lnTo>
                  <a:pt x="1997481" y="869941"/>
                </a:lnTo>
                <a:cubicBezTo>
                  <a:pt x="1997731" y="870357"/>
                  <a:pt x="1997731" y="870939"/>
                  <a:pt x="1997481" y="871354"/>
                </a:cubicBezTo>
                <a:lnTo>
                  <a:pt x="1987263" y="889050"/>
                </a:lnTo>
                <a:cubicBezTo>
                  <a:pt x="1987013" y="889548"/>
                  <a:pt x="1986515" y="889797"/>
                  <a:pt x="1986016" y="889797"/>
                </a:cubicBezTo>
                <a:close/>
                <a:moveTo>
                  <a:pt x="4854518" y="1663886"/>
                </a:moveTo>
                <a:cubicBezTo>
                  <a:pt x="4854019" y="1663886"/>
                  <a:pt x="4853521" y="1663554"/>
                  <a:pt x="4853272" y="1663139"/>
                </a:cubicBezTo>
                <a:lnTo>
                  <a:pt x="4843053" y="1645443"/>
                </a:lnTo>
                <a:cubicBezTo>
                  <a:pt x="4842804" y="1645028"/>
                  <a:pt x="4842804" y="1644446"/>
                  <a:pt x="4843053" y="1644030"/>
                </a:cubicBezTo>
                <a:lnTo>
                  <a:pt x="4853272" y="1626335"/>
                </a:lnTo>
                <a:cubicBezTo>
                  <a:pt x="4853521" y="1625836"/>
                  <a:pt x="4854019" y="1625587"/>
                  <a:pt x="4854518" y="1625587"/>
                </a:cubicBezTo>
                <a:lnTo>
                  <a:pt x="4874955" y="1625587"/>
                </a:lnTo>
                <a:cubicBezTo>
                  <a:pt x="4875454" y="1625587"/>
                  <a:pt x="4875952" y="1625919"/>
                  <a:pt x="4876202" y="1626335"/>
                </a:cubicBezTo>
                <a:lnTo>
                  <a:pt x="4886420" y="1644030"/>
                </a:lnTo>
                <a:cubicBezTo>
                  <a:pt x="4886669" y="1644446"/>
                  <a:pt x="4886669" y="1645028"/>
                  <a:pt x="4886420" y="1645443"/>
                </a:cubicBezTo>
                <a:lnTo>
                  <a:pt x="4876202" y="1663139"/>
                </a:lnTo>
                <a:cubicBezTo>
                  <a:pt x="4875952" y="1663637"/>
                  <a:pt x="4875454" y="1663886"/>
                  <a:pt x="4874955" y="1663886"/>
                </a:cubicBezTo>
                <a:close/>
                <a:moveTo>
                  <a:pt x="4914704" y="1680012"/>
                </a:moveTo>
                <a:cubicBezTo>
                  <a:pt x="4914205" y="1680013"/>
                  <a:pt x="4913707" y="1679680"/>
                  <a:pt x="4913458" y="1679265"/>
                </a:cubicBezTo>
                <a:lnTo>
                  <a:pt x="4903239" y="1661569"/>
                </a:lnTo>
                <a:cubicBezTo>
                  <a:pt x="4902990" y="1661155"/>
                  <a:pt x="4902990" y="1660573"/>
                  <a:pt x="4903239" y="1660156"/>
                </a:cubicBezTo>
                <a:lnTo>
                  <a:pt x="4913458" y="1642461"/>
                </a:lnTo>
                <a:cubicBezTo>
                  <a:pt x="4913707" y="1641963"/>
                  <a:pt x="4914205" y="1641714"/>
                  <a:pt x="4914704" y="1641713"/>
                </a:cubicBezTo>
                <a:lnTo>
                  <a:pt x="4935141" y="1641714"/>
                </a:lnTo>
                <a:cubicBezTo>
                  <a:pt x="4935640" y="1641713"/>
                  <a:pt x="4936138" y="1642046"/>
                  <a:pt x="4936388" y="1642462"/>
                </a:cubicBezTo>
                <a:lnTo>
                  <a:pt x="4946606" y="1660157"/>
                </a:lnTo>
                <a:cubicBezTo>
                  <a:pt x="4946855" y="1660573"/>
                  <a:pt x="4946855" y="1661155"/>
                  <a:pt x="4946606" y="1661570"/>
                </a:cubicBezTo>
                <a:lnTo>
                  <a:pt x="4936388" y="1679266"/>
                </a:lnTo>
                <a:cubicBezTo>
                  <a:pt x="4936138" y="1679763"/>
                  <a:pt x="4935640" y="1680012"/>
                  <a:pt x="4935141" y="1680013"/>
                </a:cubicBezTo>
                <a:close/>
                <a:moveTo>
                  <a:pt x="5155450" y="1744520"/>
                </a:moveTo>
                <a:cubicBezTo>
                  <a:pt x="5154951" y="1744520"/>
                  <a:pt x="5154453" y="1744188"/>
                  <a:pt x="5154203" y="1743773"/>
                </a:cubicBezTo>
                <a:lnTo>
                  <a:pt x="5143984" y="1726077"/>
                </a:lnTo>
                <a:cubicBezTo>
                  <a:pt x="5143736" y="1725662"/>
                  <a:pt x="5143735" y="1725080"/>
                  <a:pt x="5143985" y="1724664"/>
                </a:cubicBezTo>
                <a:lnTo>
                  <a:pt x="5154204" y="1706969"/>
                </a:lnTo>
                <a:cubicBezTo>
                  <a:pt x="5154453" y="1706470"/>
                  <a:pt x="5154951" y="1706221"/>
                  <a:pt x="5155450" y="1706221"/>
                </a:cubicBezTo>
                <a:lnTo>
                  <a:pt x="5175886" y="1706221"/>
                </a:lnTo>
                <a:cubicBezTo>
                  <a:pt x="5176385" y="1706221"/>
                  <a:pt x="5176883" y="1706553"/>
                  <a:pt x="5177133" y="1706969"/>
                </a:cubicBezTo>
                <a:lnTo>
                  <a:pt x="5187352" y="1724664"/>
                </a:lnTo>
                <a:cubicBezTo>
                  <a:pt x="5187600" y="1725080"/>
                  <a:pt x="5187600" y="1725662"/>
                  <a:pt x="5187351" y="1726077"/>
                </a:cubicBezTo>
                <a:lnTo>
                  <a:pt x="5177133" y="1743773"/>
                </a:lnTo>
                <a:cubicBezTo>
                  <a:pt x="5176883" y="1744271"/>
                  <a:pt x="5176385" y="1744520"/>
                  <a:pt x="5175886" y="1744520"/>
                </a:cubicBezTo>
                <a:close/>
                <a:moveTo>
                  <a:pt x="5095181" y="1728467"/>
                </a:moveTo>
                <a:cubicBezTo>
                  <a:pt x="5094682" y="1728468"/>
                  <a:pt x="5094184" y="1728135"/>
                  <a:pt x="5093935" y="1727719"/>
                </a:cubicBezTo>
                <a:lnTo>
                  <a:pt x="5083633" y="1709941"/>
                </a:lnTo>
                <a:cubicBezTo>
                  <a:pt x="5083384" y="1709525"/>
                  <a:pt x="5083384" y="1708943"/>
                  <a:pt x="5083633" y="1708527"/>
                </a:cubicBezTo>
                <a:lnTo>
                  <a:pt x="5093935" y="1690750"/>
                </a:lnTo>
                <a:cubicBezTo>
                  <a:pt x="5094184" y="1690251"/>
                  <a:pt x="5094682" y="1690001"/>
                  <a:pt x="5095181" y="1690002"/>
                </a:cubicBezTo>
                <a:lnTo>
                  <a:pt x="5115701" y="1690001"/>
                </a:lnTo>
                <a:cubicBezTo>
                  <a:pt x="5116200" y="1690001"/>
                  <a:pt x="5116698" y="1690333"/>
                  <a:pt x="5116948" y="1690749"/>
                </a:cubicBezTo>
                <a:lnTo>
                  <a:pt x="5127249" y="1708527"/>
                </a:lnTo>
                <a:cubicBezTo>
                  <a:pt x="5127499" y="1708943"/>
                  <a:pt x="5127499" y="1709525"/>
                  <a:pt x="5127249" y="1709940"/>
                </a:cubicBezTo>
                <a:lnTo>
                  <a:pt x="5116948" y="1727719"/>
                </a:lnTo>
                <a:cubicBezTo>
                  <a:pt x="5116698" y="1728218"/>
                  <a:pt x="5116200" y="1728467"/>
                  <a:pt x="5115701" y="1728467"/>
                </a:cubicBezTo>
                <a:close/>
                <a:moveTo>
                  <a:pt x="5035003" y="1712446"/>
                </a:moveTo>
                <a:cubicBezTo>
                  <a:pt x="5034504" y="1712445"/>
                  <a:pt x="5034006" y="1712113"/>
                  <a:pt x="5033757" y="1711698"/>
                </a:cubicBezTo>
                <a:lnTo>
                  <a:pt x="5023455" y="1693837"/>
                </a:lnTo>
                <a:cubicBezTo>
                  <a:pt x="5023206" y="1693338"/>
                  <a:pt x="5023206" y="1692755"/>
                  <a:pt x="5023455" y="1692341"/>
                </a:cubicBezTo>
                <a:lnTo>
                  <a:pt x="5033757" y="1674478"/>
                </a:lnTo>
                <a:cubicBezTo>
                  <a:pt x="5034006" y="1673979"/>
                  <a:pt x="5034504" y="1673730"/>
                  <a:pt x="5035003" y="1673730"/>
                </a:cubicBezTo>
                <a:lnTo>
                  <a:pt x="5055690" y="1673731"/>
                </a:lnTo>
                <a:cubicBezTo>
                  <a:pt x="5056188" y="1673731"/>
                  <a:pt x="5056687" y="1674063"/>
                  <a:pt x="5056936" y="1674479"/>
                </a:cubicBezTo>
                <a:lnTo>
                  <a:pt x="5067238" y="1692341"/>
                </a:lnTo>
                <a:cubicBezTo>
                  <a:pt x="5067487" y="1692838"/>
                  <a:pt x="5067487" y="1693420"/>
                  <a:pt x="5067238" y="1693837"/>
                </a:cubicBezTo>
                <a:lnTo>
                  <a:pt x="5056936" y="1711697"/>
                </a:lnTo>
                <a:cubicBezTo>
                  <a:pt x="5056687" y="1712196"/>
                  <a:pt x="5056188" y="1712446"/>
                  <a:pt x="5055690" y="1712445"/>
                </a:cubicBezTo>
                <a:close/>
                <a:moveTo>
                  <a:pt x="2507100" y="1035190"/>
                </a:moveTo>
                <a:cubicBezTo>
                  <a:pt x="2506602" y="1035190"/>
                  <a:pt x="2506103" y="1034858"/>
                  <a:pt x="2505854" y="1034443"/>
                </a:cubicBezTo>
                <a:lnTo>
                  <a:pt x="2495469" y="1016498"/>
                </a:lnTo>
                <a:cubicBezTo>
                  <a:pt x="2495220" y="1015999"/>
                  <a:pt x="2495220" y="1015418"/>
                  <a:pt x="2495469" y="1015002"/>
                </a:cubicBezTo>
                <a:lnTo>
                  <a:pt x="2505854" y="997057"/>
                </a:lnTo>
                <a:cubicBezTo>
                  <a:pt x="2506103" y="996558"/>
                  <a:pt x="2506602" y="996309"/>
                  <a:pt x="2507101" y="996309"/>
                </a:cubicBezTo>
                <a:lnTo>
                  <a:pt x="2527870" y="996309"/>
                </a:lnTo>
                <a:cubicBezTo>
                  <a:pt x="2528368" y="996309"/>
                  <a:pt x="2528868" y="996642"/>
                  <a:pt x="2529116" y="997057"/>
                </a:cubicBezTo>
                <a:lnTo>
                  <a:pt x="2539501" y="1015002"/>
                </a:lnTo>
                <a:cubicBezTo>
                  <a:pt x="2539750" y="1015500"/>
                  <a:pt x="2539750" y="1016082"/>
                  <a:pt x="2539501" y="1016498"/>
                </a:cubicBezTo>
                <a:lnTo>
                  <a:pt x="2529116" y="1034443"/>
                </a:lnTo>
                <a:cubicBezTo>
                  <a:pt x="2528868" y="1034941"/>
                  <a:pt x="2528368" y="1035190"/>
                  <a:pt x="2527870" y="1035190"/>
                </a:cubicBezTo>
                <a:close/>
                <a:moveTo>
                  <a:pt x="2868217" y="1131951"/>
                </a:moveTo>
                <a:cubicBezTo>
                  <a:pt x="2867719" y="1131951"/>
                  <a:pt x="2867221" y="1131619"/>
                  <a:pt x="2866971" y="1131204"/>
                </a:cubicBezTo>
                <a:lnTo>
                  <a:pt x="2856587" y="1113259"/>
                </a:lnTo>
                <a:cubicBezTo>
                  <a:pt x="2856337" y="1112760"/>
                  <a:pt x="2856338" y="1112179"/>
                  <a:pt x="2856586" y="1111763"/>
                </a:cubicBezTo>
                <a:lnTo>
                  <a:pt x="2866972" y="1093818"/>
                </a:lnTo>
                <a:cubicBezTo>
                  <a:pt x="2867220" y="1093319"/>
                  <a:pt x="2867719" y="1093070"/>
                  <a:pt x="2868218" y="1093070"/>
                </a:cubicBezTo>
                <a:lnTo>
                  <a:pt x="2888987" y="1093070"/>
                </a:lnTo>
                <a:cubicBezTo>
                  <a:pt x="2889485" y="1093070"/>
                  <a:pt x="2889985" y="1093403"/>
                  <a:pt x="2890233" y="1093818"/>
                </a:cubicBezTo>
                <a:lnTo>
                  <a:pt x="2900619" y="1111763"/>
                </a:lnTo>
                <a:cubicBezTo>
                  <a:pt x="2900867" y="1112261"/>
                  <a:pt x="2900868" y="1112843"/>
                  <a:pt x="2900618" y="1113259"/>
                </a:cubicBezTo>
                <a:lnTo>
                  <a:pt x="2890234" y="1131204"/>
                </a:lnTo>
                <a:cubicBezTo>
                  <a:pt x="2889985" y="1131702"/>
                  <a:pt x="2889485" y="1131951"/>
                  <a:pt x="2888987" y="1131951"/>
                </a:cubicBezTo>
                <a:close/>
                <a:moveTo>
                  <a:pt x="4974736" y="1696391"/>
                </a:moveTo>
                <a:cubicBezTo>
                  <a:pt x="4974237" y="1696391"/>
                  <a:pt x="4973739" y="1696059"/>
                  <a:pt x="4973490" y="1695644"/>
                </a:cubicBezTo>
                <a:lnTo>
                  <a:pt x="4963105" y="1677699"/>
                </a:lnTo>
                <a:cubicBezTo>
                  <a:pt x="4962855" y="1677200"/>
                  <a:pt x="4962856" y="1676619"/>
                  <a:pt x="4963104" y="1676203"/>
                </a:cubicBezTo>
                <a:lnTo>
                  <a:pt x="4973490" y="1658258"/>
                </a:lnTo>
                <a:cubicBezTo>
                  <a:pt x="4973738" y="1657759"/>
                  <a:pt x="4974237" y="1657510"/>
                  <a:pt x="4974736" y="1657510"/>
                </a:cubicBezTo>
                <a:lnTo>
                  <a:pt x="4995505" y="1657510"/>
                </a:lnTo>
                <a:cubicBezTo>
                  <a:pt x="4996003" y="1657510"/>
                  <a:pt x="4996503" y="1657843"/>
                  <a:pt x="4996751" y="1658258"/>
                </a:cubicBezTo>
                <a:lnTo>
                  <a:pt x="5007137" y="1676203"/>
                </a:lnTo>
                <a:cubicBezTo>
                  <a:pt x="5007385" y="1676701"/>
                  <a:pt x="5007386" y="1677283"/>
                  <a:pt x="5007137" y="1677699"/>
                </a:cubicBezTo>
                <a:lnTo>
                  <a:pt x="4996752" y="1695644"/>
                </a:lnTo>
                <a:cubicBezTo>
                  <a:pt x="4996503" y="1696142"/>
                  <a:pt x="4996003" y="1696391"/>
                  <a:pt x="4995505" y="1696391"/>
                </a:cubicBezTo>
                <a:close/>
                <a:moveTo>
                  <a:pt x="2446831" y="1019146"/>
                </a:moveTo>
                <a:cubicBezTo>
                  <a:pt x="2446332" y="1019146"/>
                  <a:pt x="2445834" y="1018814"/>
                  <a:pt x="2445584" y="1018398"/>
                </a:cubicBezTo>
                <a:lnTo>
                  <a:pt x="2435199" y="1000370"/>
                </a:lnTo>
                <a:cubicBezTo>
                  <a:pt x="2434950" y="999872"/>
                  <a:pt x="2434950" y="999290"/>
                  <a:pt x="2435200" y="998874"/>
                </a:cubicBezTo>
                <a:lnTo>
                  <a:pt x="2445667" y="980846"/>
                </a:lnTo>
                <a:cubicBezTo>
                  <a:pt x="2445917" y="980348"/>
                  <a:pt x="2446416" y="980099"/>
                  <a:pt x="2446914" y="980099"/>
                </a:cubicBezTo>
                <a:lnTo>
                  <a:pt x="2467767" y="980099"/>
                </a:lnTo>
                <a:cubicBezTo>
                  <a:pt x="2468265" y="980099"/>
                  <a:pt x="2468764" y="980431"/>
                  <a:pt x="2469013" y="980846"/>
                </a:cubicBezTo>
                <a:lnTo>
                  <a:pt x="2479398" y="998874"/>
                </a:lnTo>
                <a:cubicBezTo>
                  <a:pt x="2479646" y="999373"/>
                  <a:pt x="2479646" y="999955"/>
                  <a:pt x="2479398" y="1000370"/>
                </a:cubicBezTo>
                <a:lnTo>
                  <a:pt x="2468930" y="1018398"/>
                </a:lnTo>
                <a:cubicBezTo>
                  <a:pt x="2468681" y="1018897"/>
                  <a:pt x="2468182" y="1019146"/>
                  <a:pt x="2467684" y="1019146"/>
                </a:cubicBezTo>
                <a:close/>
                <a:moveTo>
                  <a:pt x="2386584" y="1003179"/>
                </a:moveTo>
                <a:cubicBezTo>
                  <a:pt x="2386086" y="1003178"/>
                  <a:pt x="2385586" y="1002845"/>
                  <a:pt x="2385337" y="1002430"/>
                </a:cubicBezTo>
                <a:lnTo>
                  <a:pt x="2374786" y="984152"/>
                </a:lnTo>
                <a:cubicBezTo>
                  <a:pt x="2374537" y="983654"/>
                  <a:pt x="2374538" y="983072"/>
                  <a:pt x="2374786" y="982657"/>
                </a:cubicBezTo>
                <a:lnTo>
                  <a:pt x="2385338" y="964379"/>
                </a:lnTo>
                <a:cubicBezTo>
                  <a:pt x="2385586" y="963881"/>
                  <a:pt x="2386085" y="963632"/>
                  <a:pt x="2386583" y="963632"/>
                </a:cubicBezTo>
                <a:lnTo>
                  <a:pt x="2407603" y="963632"/>
                </a:lnTo>
                <a:cubicBezTo>
                  <a:pt x="2408102" y="963632"/>
                  <a:pt x="2408600" y="963965"/>
                  <a:pt x="2408849" y="964379"/>
                </a:cubicBezTo>
                <a:lnTo>
                  <a:pt x="2419401" y="982657"/>
                </a:lnTo>
                <a:cubicBezTo>
                  <a:pt x="2419650" y="983155"/>
                  <a:pt x="2419650" y="983737"/>
                  <a:pt x="2419401" y="984152"/>
                </a:cubicBezTo>
                <a:lnTo>
                  <a:pt x="2408848" y="1002430"/>
                </a:lnTo>
                <a:cubicBezTo>
                  <a:pt x="2408600" y="1002928"/>
                  <a:pt x="2408101" y="1003178"/>
                  <a:pt x="2407602" y="1003178"/>
                </a:cubicBezTo>
                <a:close/>
                <a:moveTo>
                  <a:pt x="2567036" y="1051815"/>
                </a:moveTo>
                <a:cubicBezTo>
                  <a:pt x="2566455" y="1051815"/>
                  <a:pt x="2565956" y="1051566"/>
                  <a:pt x="2565707" y="1051067"/>
                </a:cubicBezTo>
                <a:lnTo>
                  <a:pt x="2555073" y="1032624"/>
                </a:lnTo>
                <a:cubicBezTo>
                  <a:pt x="2554824" y="1032208"/>
                  <a:pt x="2554824" y="1031627"/>
                  <a:pt x="2555073" y="1031128"/>
                </a:cubicBezTo>
                <a:lnTo>
                  <a:pt x="2565707" y="1012685"/>
                </a:lnTo>
                <a:cubicBezTo>
                  <a:pt x="2566039" y="1012185"/>
                  <a:pt x="2566538" y="1011937"/>
                  <a:pt x="2567037" y="1011937"/>
                </a:cubicBezTo>
                <a:lnTo>
                  <a:pt x="2588305" y="1011937"/>
                </a:lnTo>
                <a:cubicBezTo>
                  <a:pt x="2588886" y="1011937"/>
                  <a:pt x="2589385" y="1012186"/>
                  <a:pt x="2589634" y="1012685"/>
                </a:cubicBezTo>
                <a:lnTo>
                  <a:pt x="2600268" y="1031128"/>
                </a:lnTo>
                <a:cubicBezTo>
                  <a:pt x="2600517" y="1031544"/>
                  <a:pt x="2600517" y="1032125"/>
                  <a:pt x="2600268" y="1032624"/>
                </a:cubicBezTo>
                <a:lnTo>
                  <a:pt x="2589634" y="1051067"/>
                </a:lnTo>
                <a:cubicBezTo>
                  <a:pt x="2589301" y="1051566"/>
                  <a:pt x="2588803" y="1051815"/>
                  <a:pt x="2588305" y="1051815"/>
                </a:cubicBezTo>
                <a:close/>
                <a:moveTo>
                  <a:pt x="3108713" y="1196957"/>
                </a:moveTo>
                <a:cubicBezTo>
                  <a:pt x="3108132" y="1196957"/>
                  <a:pt x="3107633" y="1196708"/>
                  <a:pt x="3107384" y="1196209"/>
                </a:cubicBezTo>
                <a:lnTo>
                  <a:pt x="3096750" y="1177766"/>
                </a:lnTo>
                <a:cubicBezTo>
                  <a:pt x="3096501" y="1177349"/>
                  <a:pt x="3096501" y="1176769"/>
                  <a:pt x="3096750" y="1176270"/>
                </a:cubicBezTo>
                <a:lnTo>
                  <a:pt x="3107384" y="1157826"/>
                </a:lnTo>
                <a:cubicBezTo>
                  <a:pt x="3107716" y="1157327"/>
                  <a:pt x="3108215" y="1157078"/>
                  <a:pt x="3108713" y="1157078"/>
                </a:cubicBezTo>
                <a:lnTo>
                  <a:pt x="3129982" y="1157079"/>
                </a:lnTo>
                <a:cubicBezTo>
                  <a:pt x="3130563" y="1157079"/>
                  <a:pt x="3131062" y="1157328"/>
                  <a:pt x="3131311" y="1157827"/>
                </a:cubicBezTo>
                <a:lnTo>
                  <a:pt x="3141945" y="1176269"/>
                </a:lnTo>
                <a:cubicBezTo>
                  <a:pt x="3142194" y="1176686"/>
                  <a:pt x="3142194" y="1177267"/>
                  <a:pt x="3141945" y="1177765"/>
                </a:cubicBezTo>
                <a:lnTo>
                  <a:pt x="3131311" y="1196209"/>
                </a:lnTo>
                <a:cubicBezTo>
                  <a:pt x="3130978" y="1196708"/>
                  <a:pt x="3130480" y="1196956"/>
                  <a:pt x="3129982" y="1196956"/>
                </a:cubicBezTo>
                <a:close/>
                <a:moveTo>
                  <a:pt x="3168899" y="1213083"/>
                </a:moveTo>
                <a:cubicBezTo>
                  <a:pt x="3168318" y="1213084"/>
                  <a:pt x="3167819" y="1212835"/>
                  <a:pt x="3167570" y="1212335"/>
                </a:cubicBezTo>
                <a:lnTo>
                  <a:pt x="3156936" y="1193892"/>
                </a:lnTo>
                <a:cubicBezTo>
                  <a:pt x="3156687" y="1193476"/>
                  <a:pt x="3156687" y="1192895"/>
                  <a:pt x="3156936" y="1192396"/>
                </a:cubicBezTo>
                <a:lnTo>
                  <a:pt x="3167570" y="1173953"/>
                </a:lnTo>
                <a:cubicBezTo>
                  <a:pt x="3167902" y="1173454"/>
                  <a:pt x="3168401" y="1173205"/>
                  <a:pt x="3168899" y="1173205"/>
                </a:cubicBezTo>
                <a:lnTo>
                  <a:pt x="3190168" y="1173205"/>
                </a:lnTo>
                <a:cubicBezTo>
                  <a:pt x="3190749" y="1173205"/>
                  <a:pt x="3191248" y="1173454"/>
                  <a:pt x="3191497" y="1173953"/>
                </a:cubicBezTo>
                <a:lnTo>
                  <a:pt x="3202131" y="1192396"/>
                </a:lnTo>
                <a:cubicBezTo>
                  <a:pt x="3202380" y="1192812"/>
                  <a:pt x="3202380" y="1193394"/>
                  <a:pt x="3202131" y="1193892"/>
                </a:cubicBezTo>
                <a:lnTo>
                  <a:pt x="3191497" y="1212335"/>
                </a:lnTo>
                <a:cubicBezTo>
                  <a:pt x="3191164" y="1212835"/>
                  <a:pt x="3190666" y="1213083"/>
                  <a:pt x="3190168" y="1213083"/>
                </a:cubicBezTo>
                <a:close/>
                <a:moveTo>
                  <a:pt x="3048443" y="1180914"/>
                </a:moveTo>
                <a:cubicBezTo>
                  <a:pt x="3047862" y="1180914"/>
                  <a:pt x="3047363" y="1180664"/>
                  <a:pt x="3047114" y="1180166"/>
                </a:cubicBezTo>
                <a:lnTo>
                  <a:pt x="3036480" y="1161640"/>
                </a:lnTo>
                <a:cubicBezTo>
                  <a:pt x="3036231" y="1161224"/>
                  <a:pt x="3036231" y="1160642"/>
                  <a:pt x="3036480" y="1160144"/>
                </a:cubicBezTo>
                <a:lnTo>
                  <a:pt x="3047197" y="1141617"/>
                </a:lnTo>
                <a:cubicBezTo>
                  <a:pt x="3047530" y="1141202"/>
                  <a:pt x="3048028" y="1140870"/>
                  <a:pt x="3048527" y="1140870"/>
                </a:cubicBezTo>
                <a:lnTo>
                  <a:pt x="3069878" y="1140870"/>
                </a:lnTo>
                <a:cubicBezTo>
                  <a:pt x="3070459" y="1140870"/>
                  <a:pt x="3070958" y="1141119"/>
                  <a:pt x="3071207" y="1141617"/>
                </a:cubicBezTo>
                <a:lnTo>
                  <a:pt x="3081841" y="1160144"/>
                </a:lnTo>
                <a:cubicBezTo>
                  <a:pt x="3082091" y="1160560"/>
                  <a:pt x="3082091" y="1161140"/>
                  <a:pt x="3081841" y="1161640"/>
                </a:cubicBezTo>
                <a:lnTo>
                  <a:pt x="3071124" y="1180166"/>
                </a:lnTo>
                <a:cubicBezTo>
                  <a:pt x="3070792" y="1180582"/>
                  <a:pt x="3070293" y="1180914"/>
                  <a:pt x="3069795" y="1180914"/>
                </a:cubicBezTo>
                <a:close/>
                <a:moveTo>
                  <a:pt x="2687325" y="1084234"/>
                </a:moveTo>
                <a:cubicBezTo>
                  <a:pt x="2686744" y="1084234"/>
                  <a:pt x="2686245" y="1083986"/>
                  <a:pt x="2685996" y="1083488"/>
                </a:cubicBezTo>
                <a:lnTo>
                  <a:pt x="2675279" y="1064877"/>
                </a:lnTo>
                <a:cubicBezTo>
                  <a:pt x="2675030" y="1064462"/>
                  <a:pt x="2675030" y="1063880"/>
                  <a:pt x="2675279" y="1063381"/>
                </a:cubicBezTo>
                <a:lnTo>
                  <a:pt x="2685996" y="1044771"/>
                </a:lnTo>
                <a:cubicBezTo>
                  <a:pt x="2686328" y="1044356"/>
                  <a:pt x="2686827" y="1044025"/>
                  <a:pt x="2687325" y="1044024"/>
                </a:cubicBezTo>
                <a:lnTo>
                  <a:pt x="2708760" y="1044024"/>
                </a:lnTo>
                <a:cubicBezTo>
                  <a:pt x="2709341" y="1044025"/>
                  <a:pt x="2709840" y="1044273"/>
                  <a:pt x="2710089" y="1044771"/>
                </a:cubicBezTo>
                <a:lnTo>
                  <a:pt x="2720806" y="1063382"/>
                </a:lnTo>
                <a:cubicBezTo>
                  <a:pt x="2721055" y="1063797"/>
                  <a:pt x="2721055" y="1064379"/>
                  <a:pt x="2720806" y="1064878"/>
                </a:cubicBezTo>
                <a:lnTo>
                  <a:pt x="2710089" y="1083487"/>
                </a:lnTo>
                <a:cubicBezTo>
                  <a:pt x="2709757" y="1083903"/>
                  <a:pt x="2709258" y="1084234"/>
                  <a:pt x="2708760" y="1084234"/>
                </a:cubicBezTo>
                <a:close/>
                <a:moveTo>
                  <a:pt x="2988256" y="1164869"/>
                </a:moveTo>
                <a:cubicBezTo>
                  <a:pt x="2987675" y="1164868"/>
                  <a:pt x="2987176" y="1164620"/>
                  <a:pt x="2986927" y="1164122"/>
                </a:cubicBezTo>
                <a:lnTo>
                  <a:pt x="2976210" y="1145511"/>
                </a:lnTo>
                <a:cubicBezTo>
                  <a:pt x="2975961" y="1145096"/>
                  <a:pt x="2975961" y="1144515"/>
                  <a:pt x="2976210" y="1144016"/>
                </a:cubicBezTo>
                <a:lnTo>
                  <a:pt x="2986928" y="1125406"/>
                </a:lnTo>
                <a:cubicBezTo>
                  <a:pt x="2987259" y="1124991"/>
                  <a:pt x="2987758" y="1124659"/>
                  <a:pt x="2988256" y="1124659"/>
                </a:cubicBezTo>
                <a:lnTo>
                  <a:pt x="3009692" y="1124659"/>
                </a:lnTo>
                <a:cubicBezTo>
                  <a:pt x="3010272" y="1124659"/>
                  <a:pt x="3010771" y="1124908"/>
                  <a:pt x="3011021" y="1125406"/>
                </a:cubicBezTo>
                <a:lnTo>
                  <a:pt x="3021738" y="1144016"/>
                </a:lnTo>
                <a:cubicBezTo>
                  <a:pt x="3021986" y="1144431"/>
                  <a:pt x="3021986" y="1145013"/>
                  <a:pt x="3021737" y="1145512"/>
                </a:cubicBezTo>
                <a:lnTo>
                  <a:pt x="3011020" y="1164122"/>
                </a:lnTo>
                <a:cubicBezTo>
                  <a:pt x="3010688" y="1164537"/>
                  <a:pt x="3010189" y="1164869"/>
                  <a:pt x="3009691" y="1164869"/>
                </a:cubicBezTo>
                <a:close/>
                <a:moveTo>
                  <a:pt x="3289187" y="1245503"/>
                </a:moveTo>
                <a:cubicBezTo>
                  <a:pt x="3288607" y="1245503"/>
                  <a:pt x="3288107" y="1245254"/>
                  <a:pt x="3287858" y="1244756"/>
                </a:cubicBezTo>
                <a:lnTo>
                  <a:pt x="3277141" y="1226146"/>
                </a:lnTo>
                <a:cubicBezTo>
                  <a:pt x="3276892" y="1225730"/>
                  <a:pt x="3276892" y="1225149"/>
                  <a:pt x="3277142" y="1224650"/>
                </a:cubicBezTo>
                <a:lnTo>
                  <a:pt x="3287859" y="1206040"/>
                </a:lnTo>
                <a:cubicBezTo>
                  <a:pt x="3288191" y="1205625"/>
                  <a:pt x="3288689" y="1205293"/>
                  <a:pt x="3289187" y="1205293"/>
                </a:cubicBezTo>
                <a:lnTo>
                  <a:pt x="3310623" y="1205293"/>
                </a:lnTo>
                <a:cubicBezTo>
                  <a:pt x="3311204" y="1205293"/>
                  <a:pt x="3311703" y="1205542"/>
                  <a:pt x="3311952" y="1206040"/>
                </a:cubicBezTo>
                <a:lnTo>
                  <a:pt x="3322669" y="1224650"/>
                </a:lnTo>
                <a:cubicBezTo>
                  <a:pt x="3322918" y="1225066"/>
                  <a:pt x="3322918" y="1225647"/>
                  <a:pt x="3322669" y="1226146"/>
                </a:cubicBezTo>
                <a:lnTo>
                  <a:pt x="3311951" y="1244756"/>
                </a:lnTo>
                <a:cubicBezTo>
                  <a:pt x="3311620" y="1245171"/>
                  <a:pt x="3311121" y="1245503"/>
                  <a:pt x="3310623" y="1245503"/>
                </a:cubicBezTo>
                <a:close/>
                <a:moveTo>
                  <a:pt x="2627054" y="1068285"/>
                </a:moveTo>
                <a:cubicBezTo>
                  <a:pt x="2626474" y="1068285"/>
                  <a:pt x="2625975" y="1068036"/>
                  <a:pt x="2625726" y="1067538"/>
                </a:cubicBezTo>
                <a:lnTo>
                  <a:pt x="2614926" y="1048762"/>
                </a:lnTo>
                <a:cubicBezTo>
                  <a:pt x="2614677" y="1048345"/>
                  <a:pt x="2614677" y="1047765"/>
                  <a:pt x="2614926" y="1047266"/>
                </a:cubicBezTo>
                <a:lnTo>
                  <a:pt x="2625726" y="1028491"/>
                </a:lnTo>
                <a:cubicBezTo>
                  <a:pt x="2625975" y="1028074"/>
                  <a:pt x="2626557" y="1027742"/>
                  <a:pt x="2627055" y="1027743"/>
                </a:cubicBezTo>
                <a:lnTo>
                  <a:pt x="2648739" y="1027742"/>
                </a:lnTo>
                <a:cubicBezTo>
                  <a:pt x="2649321" y="1027742"/>
                  <a:pt x="2649819" y="1027991"/>
                  <a:pt x="2650068" y="1028490"/>
                </a:cubicBezTo>
                <a:lnTo>
                  <a:pt x="2660869" y="1047265"/>
                </a:lnTo>
                <a:cubicBezTo>
                  <a:pt x="2661118" y="1047682"/>
                  <a:pt x="2661118" y="1048263"/>
                  <a:pt x="2660869" y="1048761"/>
                </a:cubicBezTo>
                <a:lnTo>
                  <a:pt x="2650068" y="1067537"/>
                </a:lnTo>
                <a:cubicBezTo>
                  <a:pt x="2649819" y="1067953"/>
                  <a:pt x="2649237" y="1068285"/>
                  <a:pt x="2648739" y="1068285"/>
                </a:cubicBezTo>
                <a:close/>
                <a:moveTo>
                  <a:pt x="3228917" y="1229554"/>
                </a:moveTo>
                <a:cubicBezTo>
                  <a:pt x="3228336" y="1229554"/>
                  <a:pt x="3227837" y="1229304"/>
                  <a:pt x="3227588" y="1228806"/>
                </a:cubicBezTo>
                <a:lnTo>
                  <a:pt x="3216788" y="1210030"/>
                </a:lnTo>
                <a:cubicBezTo>
                  <a:pt x="3216539" y="1209614"/>
                  <a:pt x="3216539" y="1209033"/>
                  <a:pt x="3216788" y="1208534"/>
                </a:cubicBezTo>
                <a:lnTo>
                  <a:pt x="3227588" y="1189759"/>
                </a:lnTo>
                <a:cubicBezTo>
                  <a:pt x="3227837" y="1189343"/>
                  <a:pt x="3228419" y="1189011"/>
                  <a:pt x="3228917" y="1189011"/>
                </a:cubicBezTo>
                <a:lnTo>
                  <a:pt x="3250601" y="1189011"/>
                </a:lnTo>
                <a:cubicBezTo>
                  <a:pt x="3251183" y="1189011"/>
                  <a:pt x="3251681" y="1189260"/>
                  <a:pt x="3251930" y="1189759"/>
                </a:cubicBezTo>
                <a:lnTo>
                  <a:pt x="3262731" y="1208534"/>
                </a:lnTo>
                <a:cubicBezTo>
                  <a:pt x="3262980" y="1208950"/>
                  <a:pt x="3262980" y="1209532"/>
                  <a:pt x="3262731" y="1210030"/>
                </a:cubicBezTo>
                <a:lnTo>
                  <a:pt x="3251930" y="1228806"/>
                </a:lnTo>
                <a:cubicBezTo>
                  <a:pt x="3251681" y="1229222"/>
                  <a:pt x="3251099" y="1229554"/>
                  <a:pt x="3250602" y="1229554"/>
                </a:cubicBezTo>
                <a:close/>
                <a:moveTo>
                  <a:pt x="2747357" y="1100613"/>
                </a:moveTo>
                <a:cubicBezTo>
                  <a:pt x="2746775" y="1100613"/>
                  <a:pt x="2746276" y="1100364"/>
                  <a:pt x="2746028" y="1099865"/>
                </a:cubicBezTo>
                <a:lnTo>
                  <a:pt x="2735144" y="1081006"/>
                </a:lnTo>
                <a:cubicBezTo>
                  <a:pt x="2734896" y="1080508"/>
                  <a:pt x="2734895" y="1079926"/>
                  <a:pt x="2735145" y="1079428"/>
                </a:cubicBezTo>
                <a:lnTo>
                  <a:pt x="2746028" y="1060569"/>
                </a:lnTo>
                <a:cubicBezTo>
                  <a:pt x="2746277" y="1060154"/>
                  <a:pt x="2746776" y="1059821"/>
                  <a:pt x="2747358" y="1059821"/>
                </a:cubicBezTo>
                <a:lnTo>
                  <a:pt x="2769124" y="1059821"/>
                </a:lnTo>
                <a:cubicBezTo>
                  <a:pt x="2769706" y="1059821"/>
                  <a:pt x="2770204" y="1060070"/>
                  <a:pt x="2770453" y="1060569"/>
                </a:cubicBezTo>
                <a:lnTo>
                  <a:pt x="2781337" y="1079428"/>
                </a:lnTo>
                <a:cubicBezTo>
                  <a:pt x="2781585" y="1079926"/>
                  <a:pt x="2781586" y="1080508"/>
                  <a:pt x="2781336" y="1081006"/>
                </a:cubicBezTo>
                <a:lnTo>
                  <a:pt x="2770453" y="1099865"/>
                </a:lnTo>
                <a:cubicBezTo>
                  <a:pt x="2770204" y="1100281"/>
                  <a:pt x="2769705" y="1100613"/>
                  <a:pt x="2769123" y="1100613"/>
                </a:cubicBezTo>
                <a:close/>
                <a:moveTo>
                  <a:pt x="2927916" y="1148993"/>
                </a:moveTo>
                <a:cubicBezTo>
                  <a:pt x="2927334" y="1148994"/>
                  <a:pt x="2926835" y="1148744"/>
                  <a:pt x="2926586" y="1148246"/>
                </a:cubicBezTo>
                <a:lnTo>
                  <a:pt x="2915703" y="1129386"/>
                </a:lnTo>
                <a:cubicBezTo>
                  <a:pt x="2915454" y="1128888"/>
                  <a:pt x="2915454" y="1128306"/>
                  <a:pt x="2915703" y="1127808"/>
                </a:cubicBezTo>
                <a:lnTo>
                  <a:pt x="2926586" y="1108950"/>
                </a:lnTo>
                <a:cubicBezTo>
                  <a:pt x="2926835" y="1108534"/>
                  <a:pt x="2927334" y="1108201"/>
                  <a:pt x="2927916" y="1108201"/>
                </a:cubicBezTo>
                <a:lnTo>
                  <a:pt x="2949682" y="1108201"/>
                </a:lnTo>
                <a:cubicBezTo>
                  <a:pt x="2950264" y="1108201"/>
                  <a:pt x="2950762" y="1108450"/>
                  <a:pt x="2951012" y="1108949"/>
                </a:cubicBezTo>
                <a:lnTo>
                  <a:pt x="2961895" y="1127808"/>
                </a:lnTo>
                <a:cubicBezTo>
                  <a:pt x="2962144" y="1128306"/>
                  <a:pt x="2962144" y="1128889"/>
                  <a:pt x="2961895" y="1129386"/>
                </a:cubicBezTo>
                <a:lnTo>
                  <a:pt x="2951012" y="1148245"/>
                </a:lnTo>
                <a:cubicBezTo>
                  <a:pt x="2950762" y="1148661"/>
                  <a:pt x="2950264" y="1148993"/>
                  <a:pt x="2949682" y="1148993"/>
                </a:cubicBezTo>
                <a:close/>
                <a:moveTo>
                  <a:pt x="3409300" y="1278171"/>
                </a:moveTo>
                <a:cubicBezTo>
                  <a:pt x="3408801" y="1278171"/>
                  <a:pt x="3408220" y="1277921"/>
                  <a:pt x="3407971" y="1277423"/>
                </a:cubicBezTo>
                <a:lnTo>
                  <a:pt x="3397087" y="1258481"/>
                </a:lnTo>
                <a:cubicBezTo>
                  <a:pt x="3396838" y="1257983"/>
                  <a:pt x="3396838" y="1257401"/>
                  <a:pt x="3397087" y="1256903"/>
                </a:cubicBezTo>
                <a:lnTo>
                  <a:pt x="3408054" y="1237960"/>
                </a:lnTo>
                <a:cubicBezTo>
                  <a:pt x="3408304" y="1237545"/>
                  <a:pt x="3408802" y="1237213"/>
                  <a:pt x="3409383" y="1237213"/>
                </a:cubicBezTo>
                <a:lnTo>
                  <a:pt x="3431233" y="1237213"/>
                </a:lnTo>
                <a:cubicBezTo>
                  <a:pt x="3431731" y="1237213"/>
                  <a:pt x="3432313" y="1237462"/>
                  <a:pt x="3432562" y="1237960"/>
                </a:cubicBezTo>
                <a:lnTo>
                  <a:pt x="3443446" y="1256903"/>
                </a:lnTo>
                <a:cubicBezTo>
                  <a:pt x="3443695" y="1257401"/>
                  <a:pt x="3443694" y="1257983"/>
                  <a:pt x="3443446" y="1258481"/>
                </a:cubicBezTo>
                <a:lnTo>
                  <a:pt x="3432479" y="1277423"/>
                </a:lnTo>
                <a:cubicBezTo>
                  <a:pt x="3432230" y="1277838"/>
                  <a:pt x="3431732" y="1278171"/>
                  <a:pt x="3431149" y="1278171"/>
                </a:cubicBezTo>
                <a:close/>
                <a:moveTo>
                  <a:pt x="2807356" y="1117069"/>
                </a:moveTo>
                <a:cubicBezTo>
                  <a:pt x="2806857" y="1117069"/>
                  <a:pt x="2806276" y="1116820"/>
                  <a:pt x="2806027" y="1116322"/>
                </a:cubicBezTo>
                <a:lnTo>
                  <a:pt x="2794977" y="1097214"/>
                </a:lnTo>
                <a:cubicBezTo>
                  <a:pt x="2794728" y="1096715"/>
                  <a:pt x="2794728" y="1096133"/>
                  <a:pt x="2794977" y="1095635"/>
                </a:cubicBezTo>
                <a:lnTo>
                  <a:pt x="2806027" y="1076526"/>
                </a:lnTo>
                <a:cubicBezTo>
                  <a:pt x="2806276" y="1076111"/>
                  <a:pt x="2806774" y="1075779"/>
                  <a:pt x="2807356" y="1075779"/>
                </a:cubicBezTo>
                <a:lnTo>
                  <a:pt x="2829455" y="1075779"/>
                </a:lnTo>
                <a:cubicBezTo>
                  <a:pt x="2829953" y="1075779"/>
                  <a:pt x="2830535" y="1076028"/>
                  <a:pt x="2830784" y="1076526"/>
                </a:cubicBezTo>
                <a:lnTo>
                  <a:pt x="2841834" y="1095635"/>
                </a:lnTo>
                <a:cubicBezTo>
                  <a:pt x="2842083" y="1096133"/>
                  <a:pt x="2842083" y="1096715"/>
                  <a:pt x="2841834" y="1097214"/>
                </a:cubicBezTo>
                <a:lnTo>
                  <a:pt x="2830784" y="1116322"/>
                </a:lnTo>
                <a:cubicBezTo>
                  <a:pt x="2830535" y="1116737"/>
                  <a:pt x="2830036" y="1117069"/>
                  <a:pt x="2829455" y="1117069"/>
                </a:cubicBezTo>
                <a:close/>
                <a:moveTo>
                  <a:pt x="3649963" y="1342845"/>
                </a:moveTo>
                <a:cubicBezTo>
                  <a:pt x="3649464" y="1342845"/>
                  <a:pt x="3648883" y="1342595"/>
                  <a:pt x="3648634" y="1342098"/>
                </a:cubicBezTo>
                <a:lnTo>
                  <a:pt x="3637584" y="1322990"/>
                </a:lnTo>
                <a:cubicBezTo>
                  <a:pt x="3637335" y="1322491"/>
                  <a:pt x="3637335" y="1321909"/>
                  <a:pt x="3637584" y="1321411"/>
                </a:cubicBezTo>
                <a:lnTo>
                  <a:pt x="3648634" y="1302302"/>
                </a:lnTo>
                <a:cubicBezTo>
                  <a:pt x="3648883" y="1301887"/>
                  <a:pt x="3649381" y="1301555"/>
                  <a:pt x="3649963" y="1301555"/>
                </a:cubicBezTo>
                <a:lnTo>
                  <a:pt x="3672062" y="1301555"/>
                </a:lnTo>
                <a:cubicBezTo>
                  <a:pt x="3672560" y="1301555"/>
                  <a:pt x="3673142" y="1301804"/>
                  <a:pt x="3673391" y="1302302"/>
                </a:cubicBezTo>
                <a:lnTo>
                  <a:pt x="3684441" y="1321411"/>
                </a:lnTo>
                <a:cubicBezTo>
                  <a:pt x="3684690" y="1321909"/>
                  <a:pt x="3684690" y="1322491"/>
                  <a:pt x="3684441" y="1322990"/>
                </a:cubicBezTo>
                <a:lnTo>
                  <a:pt x="3673391" y="1342098"/>
                </a:lnTo>
                <a:cubicBezTo>
                  <a:pt x="3673142" y="1342513"/>
                  <a:pt x="3672643" y="1342845"/>
                  <a:pt x="3672062" y="1342845"/>
                </a:cubicBezTo>
                <a:close/>
                <a:moveTo>
                  <a:pt x="3348948" y="1262294"/>
                </a:moveTo>
                <a:cubicBezTo>
                  <a:pt x="3348449" y="1262293"/>
                  <a:pt x="3347869" y="1262045"/>
                  <a:pt x="3347619" y="1261546"/>
                </a:cubicBezTo>
                <a:lnTo>
                  <a:pt x="3336570" y="1242355"/>
                </a:lnTo>
                <a:cubicBezTo>
                  <a:pt x="3336321" y="1241856"/>
                  <a:pt x="3336321" y="1241276"/>
                  <a:pt x="3336570" y="1240776"/>
                </a:cubicBezTo>
                <a:lnTo>
                  <a:pt x="3347702" y="1221585"/>
                </a:lnTo>
                <a:cubicBezTo>
                  <a:pt x="3347952" y="1221169"/>
                  <a:pt x="3348450" y="1220837"/>
                  <a:pt x="3349031" y="1220837"/>
                </a:cubicBezTo>
                <a:lnTo>
                  <a:pt x="3371214" y="1220838"/>
                </a:lnTo>
                <a:cubicBezTo>
                  <a:pt x="3371712" y="1220838"/>
                  <a:pt x="3372294" y="1221087"/>
                  <a:pt x="3372542" y="1221586"/>
                </a:cubicBezTo>
                <a:lnTo>
                  <a:pt x="3383592" y="1240776"/>
                </a:lnTo>
                <a:cubicBezTo>
                  <a:pt x="3383842" y="1241275"/>
                  <a:pt x="3383841" y="1241857"/>
                  <a:pt x="3383593" y="1242355"/>
                </a:cubicBezTo>
                <a:lnTo>
                  <a:pt x="3372459" y="1261546"/>
                </a:lnTo>
                <a:cubicBezTo>
                  <a:pt x="3372211" y="1261961"/>
                  <a:pt x="3371712" y="1262294"/>
                  <a:pt x="3371131" y="1262294"/>
                </a:cubicBezTo>
                <a:close/>
                <a:moveTo>
                  <a:pt x="3589694" y="1326801"/>
                </a:moveTo>
                <a:cubicBezTo>
                  <a:pt x="3589195" y="1326801"/>
                  <a:pt x="3588614" y="1326552"/>
                  <a:pt x="3588364" y="1326054"/>
                </a:cubicBezTo>
                <a:lnTo>
                  <a:pt x="3577315" y="1306863"/>
                </a:lnTo>
                <a:cubicBezTo>
                  <a:pt x="3577066" y="1306364"/>
                  <a:pt x="3577066" y="1305783"/>
                  <a:pt x="3577315" y="1305284"/>
                </a:cubicBezTo>
                <a:lnTo>
                  <a:pt x="3588447" y="1286093"/>
                </a:lnTo>
                <a:cubicBezTo>
                  <a:pt x="3588697" y="1285677"/>
                  <a:pt x="3589195" y="1285345"/>
                  <a:pt x="3589777" y="1285345"/>
                </a:cubicBezTo>
                <a:lnTo>
                  <a:pt x="3611959" y="1285345"/>
                </a:lnTo>
                <a:cubicBezTo>
                  <a:pt x="3612457" y="1285345"/>
                  <a:pt x="3613039" y="1285594"/>
                  <a:pt x="3613288" y="1286093"/>
                </a:cubicBezTo>
                <a:lnTo>
                  <a:pt x="3624338" y="1305284"/>
                </a:lnTo>
                <a:cubicBezTo>
                  <a:pt x="3624587" y="1305783"/>
                  <a:pt x="3624587" y="1306364"/>
                  <a:pt x="3624338" y="1306863"/>
                </a:cubicBezTo>
                <a:lnTo>
                  <a:pt x="3613205" y="1326054"/>
                </a:lnTo>
                <a:cubicBezTo>
                  <a:pt x="3612956" y="1326469"/>
                  <a:pt x="3612457" y="1326801"/>
                  <a:pt x="3611876" y="1326801"/>
                </a:cubicBezTo>
                <a:close/>
                <a:moveTo>
                  <a:pt x="3890398" y="1408020"/>
                </a:moveTo>
                <a:cubicBezTo>
                  <a:pt x="3889816" y="1408020"/>
                  <a:pt x="3889317" y="1407687"/>
                  <a:pt x="3888985" y="1407189"/>
                </a:cubicBezTo>
                <a:lnTo>
                  <a:pt x="3877603" y="1387416"/>
                </a:lnTo>
                <a:cubicBezTo>
                  <a:pt x="3877271" y="1386918"/>
                  <a:pt x="3877271" y="1386336"/>
                  <a:pt x="3877603" y="1385837"/>
                </a:cubicBezTo>
                <a:lnTo>
                  <a:pt x="3888985" y="1366065"/>
                </a:lnTo>
                <a:cubicBezTo>
                  <a:pt x="3889317" y="1365566"/>
                  <a:pt x="3889816" y="1365234"/>
                  <a:pt x="3890398" y="1365234"/>
                </a:cubicBezTo>
                <a:lnTo>
                  <a:pt x="3913161" y="1365234"/>
                </a:lnTo>
                <a:cubicBezTo>
                  <a:pt x="3913743" y="1365234"/>
                  <a:pt x="3914241" y="1365566"/>
                  <a:pt x="3914574" y="1366065"/>
                </a:cubicBezTo>
                <a:lnTo>
                  <a:pt x="3925955" y="1385837"/>
                </a:lnTo>
                <a:cubicBezTo>
                  <a:pt x="3926288" y="1386336"/>
                  <a:pt x="3926288" y="1386918"/>
                  <a:pt x="3925955" y="1387416"/>
                </a:cubicBezTo>
                <a:lnTo>
                  <a:pt x="3914574" y="1407189"/>
                </a:lnTo>
                <a:cubicBezTo>
                  <a:pt x="3914241" y="1407687"/>
                  <a:pt x="3913743" y="1408020"/>
                  <a:pt x="3913161" y="1408020"/>
                </a:cubicBezTo>
                <a:close/>
                <a:moveTo>
                  <a:pt x="3709579" y="1360053"/>
                </a:moveTo>
                <a:cubicBezTo>
                  <a:pt x="3708996" y="1360053"/>
                  <a:pt x="3708499" y="1359721"/>
                  <a:pt x="3708165" y="1359223"/>
                </a:cubicBezTo>
                <a:lnTo>
                  <a:pt x="3696618" y="1339117"/>
                </a:lnTo>
                <a:cubicBezTo>
                  <a:pt x="3696286" y="1338619"/>
                  <a:pt x="3696286" y="1337955"/>
                  <a:pt x="3696618" y="1337456"/>
                </a:cubicBezTo>
                <a:lnTo>
                  <a:pt x="3708248" y="1317351"/>
                </a:lnTo>
                <a:cubicBezTo>
                  <a:pt x="3708581" y="1316852"/>
                  <a:pt x="3709079" y="1316520"/>
                  <a:pt x="3709662" y="1316520"/>
                </a:cubicBezTo>
                <a:lnTo>
                  <a:pt x="3732840" y="1316520"/>
                </a:lnTo>
                <a:cubicBezTo>
                  <a:pt x="3733422" y="1316520"/>
                  <a:pt x="3733920" y="1316852"/>
                  <a:pt x="3734252" y="1317351"/>
                </a:cubicBezTo>
                <a:lnTo>
                  <a:pt x="3745800" y="1337456"/>
                </a:lnTo>
                <a:cubicBezTo>
                  <a:pt x="3746133" y="1337955"/>
                  <a:pt x="3746133" y="1338619"/>
                  <a:pt x="3745800" y="1339117"/>
                </a:cubicBezTo>
                <a:lnTo>
                  <a:pt x="3734169" y="1359223"/>
                </a:lnTo>
                <a:cubicBezTo>
                  <a:pt x="3733838" y="1359721"/>
                  <a:pt x="3733339" y="1360053"/>
                  <a:pt x="3732757" y="1360053"/>
                </a:cubicBezTo>
                <a:close/>
                <a:moveTo>
                  <a:pt x="3829951" y="1392307"/>
                </a:moveTo>
                <a:cubicBezTo>
                  <a:pt x="3829369" y="1392307"/>
                  <a:pt x="3828871" y="1391975"/>
                  <a:pt x="3828538" y="1391477"/>
                </a:cubicBezTo>
                <a:lnTo>
                  <a:pt x="3816990" y="1371371"/>
                </a:lnTo>
                <a:cubicBezTo>
                  <a:pt x="3816658" y="1370873"/>
                  <a:pt x="3816658" y="1370209"/>
                  <a:pt x="3816990" y="1369710"/>
                </a:cubicBezTo>
                <a:lnTo>
                  <a:pt x="3828621" y="1349605"/>
                </a:lnTo>
                <a:cubicBezTo>
                  <a:pt x="3828954" y="1349106"/>
                  <a:pt x="3829452" y="1348774"/>
                  <a:pt x="3830034" y="1348774"/>
                </a:cubicBezTo>
                <a:lnTo>
                  <a:pt x="3853213" y="1348774"/>
                </a:lnTo>
                <a:cubicBezTo>
                  <a:pt x="3853794" y="1348774"/>
                  <a:pt x="3854293" y="1349106"/>
                  <a:pt x="3854625" y="1349605"/>
                </a:cubicBezTo>
                <a:lnTo>
                  <a:pt x="3866173" y="1369710"/>
                </a:lnTo>
                <a:cubicBezTo>
                  <a:pt x="3866505" y="1370209"/>
                  <a:pt x="3866505" y="1370873"/>
                  <a:pt x="3866173" y="1371371"/>
                </a:cubicBezTo>
                <a:lnTo>
                  <a:pt x="3854542" y="1391477"/>
                </a:lnTo>
                <a:cubicBezTo>
                  <a:pt x="3854210" y="1391975"/>
                  <a:pt x="3853711" y="1392307"/>
                  <a:pt x="3853130" y="1392307"/>
                </a:cubicBezTo>
                <a:close/>
                <a:moveTo>
                  <a:pt x="3769682" y="1376346"/>
                </a:moveTo>
                <a:cubicBezTo>
                  <a:pt x="3769099" y="1376346"/>
                  <a:pt x="3768602" y="1376013"/>
                  <a:pt x="3768269" y="1375515"/>
                </a:cubicBezTo>
                <a:lnTo>
                  <a:pt x="3756554" y="1355244"/>
                </a:lnTo>
                <a:cubicBezTo>
                  <a:pt x="3756222" y="1354745"/>
                  <a:pt x="3756223" y="1354081"/>
                  <a:pt x="3756555" y="1353582"/>
                </a:cubicBezTo>
                <a:lnTo>
                  <a:pt x="3768268" y="1333311"/>
                </a:lnTo>
                <a:cubicBezTo>
                  <a:pt x="3768519" y="1332813"/>
                  <a:pt x="3769100" y="1332480"/>
                  <a:pt x="3769682" y="1332480"/>
                </a:cubicBezTo>
                <a:lnTo>
                  <a:pt x="3793109" y="1332480"/>
                </a:lnTo>
                <a:cubicBezTo>
                  <a:pt x="3793692" y="1332480"/>
                  <a:pt x="3794189" y="1332813"/>
                  <a:pt x="3794521" y="1333311"/>
                </a:cubicBezTo>
                <a:lnTo>
                  <a:pt x="3806236" y="1353582"/>
                </a:lnTo>
                <a:cubicBezTo>
                  <a:pt x="3806569" y="1354081"/>
                  <a:pt x="3806568" y="1354745"/>
                  <a:pt x="3806235" y="1355244"/>
                </a:cubicBezTo>
                <a:lnTo>
                  <a:pt x="3794522" y="1375515"/>
                </a:lnTo>
                <a:cubicBezTo>
                  <a:pt x="3794272" y="1376013"/>
                  <a:pt x="3793691" y="1376346"/>
                  <a:pt x="3793110" y="1376346"/>
                </a:cubicBezTo>
                <a:close/>
                <a:moveTo>
                  <a:pt x="1897752" y="913955"/>
                </a:moveTo>
                <a:cubicBezTo>
                  <a:pt x="1897503" y="913955"/>
                  <a:pt x="1897253" y="913706"/>
                  <a:pt x="1897253" y="913706"/>
                </a:cubicBezTo>
                <a:lnTo>
                  <a:pt x="1893349" y="906893"/>
                </a:lnTo>
                <a:cubicBezTo>
                  <a:pt x="1893266" y="906727"/>
                  <a:pt x="1893349" y="906312"/>
                  <a:pt x="1893349" y="906312"/>
                </a:cubicBezTo>
                <a:lnTo>
                  <a:pt x="1897253" y="899499"/>
                </a:lnTo>
                <a:cubicBezTo>
                  <a:pt x="1897337" y="899333"/>
                  <a:pt x="1897752" y="899250"/>
                  <a:pt x="1897752" y="899250"/>
                </a:cubicBezTo>
                <a:lnTo>
                  <a:pt x="1905561" y="899250"/>
                </a:lnTo>
                <a:cubicBezTo>
                  <a:pt x="1905811" y="899250"/>
                  <a:pt x="1906060" y="899499"/>
                  <a:pt x="1906060" y="899499"/>
                </a:cubicBezTo>
                <a:lnTo>
                  <a:pt x="1909965" y="906312"/>
                </a:lnTo>
                <a:cubicBezTo>
                  <a:pt x="1910048" y="906478"/>
                  <a:pt x="1909965" y="906893"/>
                  <a:pt x="1909965" y="906893"/>
                </a:cubicBezTo>
                <a:lnTo>
                  <a:pt x="1906060" y="913706"/>
                </a:lnTo>
                <a:cubicBezTo>
                  <a:pt x="1905977" y="913872"/>
                  <a:pt x="1905561" y="913955"/>
                  <a:pt x="1905561" y="913955"/>
                </a:cubicBezTo>
                <a:close/>
                <a:moveTo>
                  <a:pt x="1354071" y="772550"/>
                </a:moveTo>
                <a:cubicBezTo>
                  <a:pt x="1353738" y="772550"/>
                  <a:pt x="1353324" y="772135"/>
                  <a:pt x="1353324" y="772135"/>
                </a:cubicBezTo>
                <a:lnTo>
                  <a:pt x="1347425" y="761916"/>
                </a:lnTo>
                <a:cubicBezTo>
                  <a:pt x="1347258" y="761667"/>
                  <a:pt x="1347425" y="761085"/>
                  <a:pt x="1347425" y="761085"/>
                </a:cubicBezTo>
                <a:lnTo>
                  <a:pt x="1353323" y="750866"/>
                </a:lnTo>
                <a:cubicBezTo>
                  <a:pt x="1353490" y="750617"/>
                  <a:pt x="1354070" y="750450"/>
                  <a:pt x="1354070" y="750450"/>
                </a:cubicBezTo>
                <a:lnTo>
                  <a:pt x="1365868" y="750451"/>
                </a:lnTo>
                <a:cubicBezTo>
                  <a:pt x="1366201" y="750451"/>
                  <a:pt x="1366615" y="750865"/>
                  <a:pt x="1366615" y="750865"/>
                </a:cubicBezTo>
                <a:lnTo>
                  <a:pt x="1372515" y="761085"/>
                </a:lnTo>
                <a:cubicBezTo>
                  <a:pt x="1372681" y="761334"/>
                  <a:pt x="1372514" y="761916"/>
                  <a:pt x="1372514" y="761916"/>
                </a:cubicBezTo>
                <a:lnTo>
                  <a:pt x="1366616" y="772135"/>
                </a:lnTo>
                <a:cubicBezTo>
                  <a:pt x="1366449" y="772384"/>
                  <a:pt x="1365869" y="772550"/>
                  <a:pt x="1365869" y="772550"/>
                </a:cubicBezTo>
                <a:close/>
                <a:moveTo>
                  <a:pt x="1293803" y="756496"/>
                </a:moveTo>
                <a:cubicBezTo>
                  <a:pt x="1293471" y="756496"/>
                  <a:pt x="1293056" y="756080"/>
                  <a:pt x="1293056" y="756080"/>
                </a:cubicBezTo>
                <a:lnTo>
                  <a:pt x="1287074" y="745778"/>
                </a:lnTo>
                <a:cubicBezTo>
                  <a:pt x="1286908" y="745529"/>
                  <a:pt x="1287074" y="744948"/>
                  <a:pt x="1287074" y="744948"/>
                </a:cubicBezTo>
                <a:lnTo>
                  <a:pt x="1293056" y="734646"/>
                </a:lnTo>
                <a:cubicBezTo>
                  <a:pt x="1293221" y="734396"/>
                  <a:pt x="1293803" y="734230"/>
                  <a:pt x="1293803" y="734230"/>
                </a:cubicBezTo>
                <a:lnTo>
                  <a:pt x="1305683" y="734230"/>
                </a:lnTo>
                <a:cubicBezTo>
                  <a:pt x="1306016" y="734230"/>
                  <a:pt x="1306431" y="734646"/>
                  <a:pt x="1306431" y="734646"/>
                </a:cubicBezTo>
                <a:lnTo>
                  <a:pt x="1312413" y="744948"/>
                </a:lnTo>
                <a:cubicBezTo>
                  <a:pt x="1312579" y="745197"/>
                  <a:pt x="1312413" y="745778"/>
                  <a:pt x="1312413" y="745778"/>
                </a:cubicBezTo>
                <a:lnTo>
                  <a:pt x="1306431" y="756080"/>
                </a:lnTo>
                <a:cubicBezTo>
                  <a:pt x="1306265" y="756329"/>
                  <a:pt x="1305683" y="756496"/>
                  <a:pt x="1305683" y="756496"/>
                </a:cubicBezTo>
                <a:close/>
                <a:moveTo>
                  <a:pt x="1713599" y="872302"/>
                </a:moveTo>
                <a:cubicBezTo>
                  <a:pt x="1713267" y="872301"/>
                  <a:pt x="1712686" y="871802"/>
                  <a:pt x="1712686" y="871802"/>
                </a:cubicBezTo>
                <a:lnTo>
                  <a:pt x="1705209" y="858843"/>
                </a:lnTo>
                <a:cubicBezTo>
                  <a:pt x="1705043" y="858510"/>
                  <a:pt x="1705209" y="857762"/>
                  <a:pt x="1705209" y="857762"/>
                </a:cubicBezTo>
                <a:lnTo>
                  <a:pt x="1712686" y="844801"/>
                </a:lnTo>
                <a:cubicBezTo>
                  <a:pt x="1712852" y="844469"/>
                  <a:pt x="1713598" y="844304"/>
                  <a:pt x="1713598" y="844304"/>
                </a:cubicBezTo>
                <a:lnTo>
                  <a:pt x="1728554" y="844303"/>
                </a:lnTo>
                <a:cubicBezTo>
                  <a:pt x="1728886" y="844303"/>
                  <a:pt x="1729468" y="844801"/>
                  <a:pt x="1729468" y="844801"/>
                </a:cubicBezTo>
                <a:lnTo>
                  <a:pt x="1736945" y="857763"/>
                </a:lnTo>
                <a:cubicBezTo>
                  <a:pt x="1737111" y="858095"/>
                  <a:pt x="1736945" y="858842"/>
                  <a:pt x="1736945" y="858842"/>
                </a:cubicBezTo>
                <a:lnTo>
                  <a:pt x="1729468" y="871802"/>
                </a:lnTo>
                <a:cubicBezTo>
                  <a:pt x="1729302" y="872135"/>
                  <a:pt x="1728554" y="872301"/>
                  <a:pt x="1728554" y="872301"/>
                </a:cubicBezTo>
                <a:close/>
                <a:moveTo>
                  <a:pt x="1653330" y="856247"/>
                </a:moveTo>
                <a:cubicBezTo>
                  <a:pt x="1652999" y="856247"/>
                  <a:pt x="1652417" y="855749"/>
                  <a:pt x="1652417" y="855749"/>
                </a:cubicBezTo>
                <a:lnTo>
                  <a:pt x="1644857" y="842704"/>
                </a:lnTo>
                <a:cubicBezTo>
                  <a:pt x="1644690" y="842373"/>
                  <a:pt x="1644857" y="841625"/>
                  <a:pt x="1644857" y="841625"/>
                </a:cubicBezTo>
                <a:lnTo>
                  <a:pt x="1652416" y="828581"/>
                </a:lnTo>
                <a:cubicBezTo>
                  <a:pt x="1652582" y="828248"/>
                  <a:pt x="1653330" y="828082"/>
                  <a:pt x="1653330" y="828082"/>
                </a:cubicBezTo>
                <a:lnTo>
                  <a:pt x="1668368" y="828083"/>
                </a:lnTo>
                <a:cubicBezTo>
                  <a:pt x="1668700" y="828082"/>
                  <a:pt x="1669281" y="828581"/>
                  <a:pt x="1669281" y="828581"/>
                </a:cubicBezTo>
                <a:lnTo>
                  <a:pt x="1676841" y="841624"/>
                </a:lnTo>
                <a:cubicBezTo>
                  <a:pt x="1677008" y="841956"/>
                  <a:pt x="1676841" y="842705"/>
                  <a:pt x="1676841" y="842705"/>
                </a:cubicBezTo>
                <a:lnTo>
                  <a:pt x="1669281" y="855748"/>
                </a:lnTo>
                <a:cubicBezTo>
                  <a:pt x="1669115" y="856081"/>
                  <a:pt x="1668367" y="856246"/>
                  <a:pt x="1668367" y="856246"/>
                </a:cubicBezTo>
                <a:close/>
                <a:moveTo>
                  <a:pt x="1833556" y="905303"/>
                </a:moveTo>
                <a:cubicBezTo>
                  <a:pt x="1833141" y="905303"/>
                  <a:pt x="1832558" y="904721"/>
                  <a:pt x="1832558" y="904721"/>
                </a:cubicBezTo>
                <a:lnTo>
                  <a:pt x="1824666" y="891096"/>
                </a:lnTo>
                <a:cubicBezTo>
                  <a:pt x="1824501" y="890764"/>
                  <a:pt x="1824666" y="890016"/>
                  <a:pt x="1824666" y="890016"/>
                </a:cubicBezTo>
                <a:lnTo>
                  <a:pt x="1832559" y="876391"/>
                </a:lnTo>
                <a:cubicBezTo>
                  <a:pt x="1832808" y="876058"/>
                  <a:pt x="1833556" y="875809"/>
                  <a:pt x="1833556" y="875809"/>
                </a:cubicBezTo>
                <a:lnTo>
                  <a:pt x="1849341" y="875809"/>
                </a:lnTo>
                <a:cubicBezTo>
                  <a:pt x="1849756" y="875809"/>
                  <a:pt x="1850337" y="876391"/>
                  <a:pt x="1850337" y="876391"/>
                </a:cubicBezTo>
                <a:lnTo>
                  <a:pt x="1858230" y="890016"/>
                </a:lnTo>
                <a:cubicBezTo>
                  <a:pt x="1858397" y="890348"/>
                  <a:pt x="1858230" y="891096"/>
                  <a:pt x="1858230" y="891096"/>
                </a:cubicBezTo>
                <a:lnTo>
                  <a:pt x="1850338" y="904721"/>
                </a:lnTo>
                <a:cubicBezTo>
                  <a:pt x="1850089" y="905053"/>
                  <a:pt x="1849340" y="905303"/>
                  <a:pt x="1849340" y="905303"/>
                </a:cubicBezTo>
                <a:close/>
                <a:moveTo>
                  <a:pt x="1773050" y="889759"/>
                </a:moveTo>
                <a:cubicBezTo>
                  <a:pt x="1772633" y="889759"/>
                  <a:pt x="1772053" y="889178"/>
                  <a:pt x="1772053" y="889178"/>
                </a:cubicBezTo>
                <a:lnTo>
                  <a:pt x="1763911" y="874971"/>
                </a:lnTo>
                <a:cubicBezTo>
                  <a:pt x="1763661" y="874639"/>
                  <a:pt x="1763911" y="873808"/>
                  <a:pt x="1763911" y="873808"/>
                </a:cubicBezTo>
                <a:lnTo>
                  <a:pt x="1772135" y="859601"/>
                </a:lnTo>
                <a:cubicBezTo>
                  <a:pt x="1772301" y="859269"/>
                  <a:pt x="1773132" y="859020"/>
                  <a:pt x="1773132" y="859020"/>
                </a:cubicBezTo>
                <a:lnTo>
                  <a:pt x="1789498" y="859020"/>
                </a:lnTo>
                <a:cubicBezTo>
                  <a:pt x="1789914" y="859020"/>
                  <a:pt x="1790495" y="859601"/>
                  <a:pt x="1790495" y="859601"/>
                </a:cubicBezTo>
                <a:lnTo>
                  <a:pt x="1798637" y="873808"/>
                </a:lnTo>
                <a:cubicBezTo>
                  <a:pt x="1798886" y="874140"/>
                  <a:pt x="1798637" y="874971"/>
                  <a:pt x="1798637" y="874971"/>
                </a:cubicBezTo>
                <a:lnTo>
                  <a:pt x="1790413" y="889178"/>
                </a:lnTo>
                <a:cubicBezTo>
                  <a:pt x="1790246" y="889510"/>
                  <a:pt x="1789415" y="889759"/>
                  <a:pt x="1789415" y="889759"/>
                </a:cubicBezTo>
                <a:close/>
                <a:moveTo>
                  <a:pt x="3457670" y="1342389"/>
                </a:moveTo>
                <a:cubicBezTo>
                  <a:pt x="3457255" y="1342389"/>
                  <a:pt x="3456590" y="1341808"/>
                  <a:pt x="3456590" y="1341808"/>
                </a:cubicBezTo>
                <a:lnTo>
                  <a:pt x="3447784" y="1326604"/>
                </a:lnTo>
                <a:cubicBezTo>
                  <a:pt x="3447535" y="1326189"/>
                  <a:pt x="3447784" y="1325358"/>
                  <a:pt x="3447784" y="1325358"/>
                </a:cubicBezTo>
                <a:lnTo>
                  <a:pt x="3456590" y="1310155"/>
                </a:lnTo>
                <a:cubicBezTo>
                  <a:pt x="3456839" y="1309822"/>
                  <a:pt x="3457255" y="1309573"/>
                  <a:pt x="3457670" y="1309573"/>
                </a:cubicBezTo>
                <a:lnTo>
                  <a:pt x="3475283" y="1309573"/>
                </a:lnTo>
                <a:cubicBezTo>
                  <a:pt x="3475697" y="1309573"/>
                  <a:pt x="3476363" y="1310155"/>
                  <a:pt x="3476363" y="1310155"/>
                </a:cubicBezTo>
                <a:lnTo>
                  <a:pt x="3485169" y="1325358"/>
                </a:lnTo>
                <a:cubicBezTo>
                  <a:pt x="3485419" y="1325773"/>
                  <a:pt x="3485169" y="1326604"/>
                  <a:pt x="3485169" y="1326604"/>
                </a:cubicBezTo>
                <a:lnTo>
                  <a:pt x="3476363" y="1341808"/>
                </a:lnTo>
                <a:cubicBezTo>
                  <a:pt x="3476114" y="1342140"/>
                  <a:pt x="3475698" y="1342389"/>
                  <a:pt x="3475283" y="1342389"/>
                </a:cubicBezTo>
                <a:close/>
                <a:moveTo>
                  <a:pt x="1591754" y="842781"/>
                </a:moveTo>
                <a:cubicBezTo>
                  <a:pt x="1591339" y="842781"/>
                  <a:pt x="1590674" y="842117"/>
                  <a:pt x="1590674" y="842117"/>
                </a:cubicBezTo>
                <a:lnTo>
                  <a:pt x="1581702" y="826581"/>
                </a:lnTo>
                <a:cubicBezTo>
                  <a:pt x="1581453" y="826248"/>
                  <a:pt x="1581702" y="825335"/>
                  <a:pt x="1581702" y="825335"/>
                </a:cubicBezTo>
                <a:lnTo>
                  <a:pt x="1590674" y="809799"/>
                </a:lnTo>
                <a:cubicBezTo>
                  <a:pt x="1590924" y="809383"/>
                  <a:pt x="1591339" y="809134"/>
                  <a:pt x="1591754" y="809134"/>
                </a:cubicBezTo>
                <a:lnTo>
                  <a:pt x="1609617" y="809134"/>
                </a:lnTo>
                <a:cubicBezTo>
                  <a:pt x="1610032" y="809134"/>
                  <a:pt x="1610697" y="809799"/>
                  <a:pt x="1610697" y="809799"/>
                </a:cubicBezTo>
                <a:lnTo>
                  <a:pt x="1619669" y="825335"/>
                </a:lnTo>
                <a:cubicBezTo>
                  <a:pt x="1619918" y="825667"/>
                  <a:pt x="1619669" y="826581"/>
                  <a:pt x="1619669" y="826581"/>
                </a:cubicBezTo>
                <a:lnTo>
                  <a:pt x="1610697" y="842117"/>
                </a:lnTo>
                <a:cubicBezTo>
                  <a:pt x="1610447" y="842532"/>
                  <a:pt x="1610032" y="842781"/>
                  <a:pt x="1609617" y="842781"/>
                </a:cubicBezTo>
                <a:close/>
                <a:moveTo>
                  <a:pt x="2253635" y="1020436"/>
                </a:moveTo>
                <a:cubicBezTo>
                  <a:pt x="2253219" y="1020436"/>
                  <a:pt x="2252555" y="1019772"/>
                  <a:pt x="2252555" y="1019772"/>
                </a:cubicBezTo>
                <a:lnTo>
                  <a:pt x="2243499" y="1003987"/>
                </a:lnTo>
                <a:cubicBezTo>
                  <a:pt x="2243250" y="1003654"/>
                  <a:pt x="2243499" y="1002741"/>
                  <a:pt x="2243499" y="1002741"/>
                </a:cubicBezTo>
                <a:lnTo>
                  <a:pt x="2252638" y="986956"/>
                </a:lnTo>
                <a:cubicBezTo>
                  <a:pt x="2252803" y="986540"/>
                  <a:pt x="2253302" y="986291"/>
                  <a:pt x="2253717" y="986291"/>
                </a:cubicBezTo>
                <a:lnTo>
                  <a:pt x="2271912" y="986291"/>
                </a:lnTo>
                <a:cubicBezTo>
                  <a:pt x="2272327" y="986291"/>
                  <a:pt x="2272992" y="986956"/>
                  <a:pt x="2272992" y="986956"/>
                </a:cubicBezTo>
                <a:lnTo>
                  <a:pt x="2282048" y="1002741"/>
                </a:lnTo>
                <a:cubicBezTo>
                  <a:pt x="2282296" y="1003073"/>
                  <a:pt x="2282048" y="1003987"/>
                  <a:pt x="2282048" y="1003987"/>
                </a:cubicBezTo>
                <a:lnTo>
                  <a:pt x="2272908" y="1019772"/>
                </a:lnTo>
                <a:cubicBezTo>
                  <a:pt x="2272743" y="1020187"/>
                  <a:pt x="2272244" y="1020436"/>
                  <a:pt x="2271829" y="1020436"/>
                </a:cubicBezTo>
                <a:close/>
                <a:moveTo>
                  <a:pt x="4179593" y="1536495"/>
                </a:moveTo>
                <a:cubicBezTo>
                  <a:pt x="4179178" y="1536495"/>
                  <a:pt x="4178513" y="1535831"/>
                  <a:pt x="4178513" y="1535831"/>
                </a:cubicBezTo>
                <a:lnTo>
                  <a:pt x="4169458" y="1520046"/>
                </a:lnTo>
                <a:cubicBezTo>
                  <a:pt x="4169210" y="1519713"/>
                  <a:pt x="4169458" y="1518800"/>
                  <a:pt x="4169458" y="1518800"/>
                </a:cubicBezTo>
                <a:lnTo>
                  <a:pt x="4178598" y="1503015"/>
                </a:lnTo>
                <a:cubicBezTo>
                  <a:pt x="4178764" y="1502599"/>
                  <a:pt x="4179261" y="1502350"/>
                  <a:pt x="4179678" y="1502350"/>
                </a:cubicBezTo>
                <a:lnTo>
                  <a:pt x="4197872" y="1502350"/>
                </a:lnTo>
                <a:cubicBezTo>
                  <a:pt x="4198287" y="1502350"/>
                  <a:pt x="4198951" y="1503015"/>
                  <a:pt x="4198951" y="1503015"/>
                </a:cubicBezTo>
                <a:lnTo>
                  <a:pt x="4208007" y="1518800"/>
                </a:lnTo>
                <a:cubicBezTo>
                  <a:pt x="4208257" y="1519132"/>
                  <a:pt x="4208007" y="1520046"/>
                  <a:pt x="4208007" y="1520046"/>
                </a:cubicBezTo>
                <a:lnTo>
                  <a:pt x="4198869" y="1535831"/>
                </a:lnTo>
                <a:cubicBezTo>
                  <a:pt x="4198702" y="1536246"/>
                  <a:pt x="4198204" y="1536495"/>
                  <a:pt x="4197788" y="1536495"/>
                </a:cubicBezTo>
                <a:close/>
                <a:moveTo>
                  <a:pt x="4239687" y="1552870"/>
                </a:moveTo>
                <a:cubicBezTo>
                  <a:pt x="4239188" y="1552870"/>
                  <a:pt x="4238524" y="1552205"/>
                  <a:pt x="4238524" y="1552205"/>
                </a:cubicBezTo>
                <a:lnTo>
                  <a:pt x="4229303" y="1536254"/>
                </a:lnTo>
                <a:cubicBezTo>
                  <a:pt x="4229053" y="1535839"/>
                  <a:pt x="4229303" y="1534925"/>
                  <a:pt x="4229303" y="1534925"/>
                </a:cubicBezTo>
                <a:lnTo>
                  <a:pt x="4238525" y="1518974"/>
                </a:lnTo>
                <a:cubicBezTo>
                  <a:pt x="4238774" y="1518558"/>
                  <a:pt x="4239189" y="1518309"/>
                  <a:pt x="4239688" y="1518309"/>
                </a:cubicBezTo>
                <a:lnTo>
                  <a:pt x="4258130" y="1518309"/>
                </a:lnTo>
                <a:cubicBezTo>
                  <a:pt x="4258629" y="1518309"/>
                  <a:pt x="4259293" y="1518974"/>
                  <a:pt x="4259293" y="1518974"/>
                </a:cubicBezTo>
                <a:lnTo>
                  <a:pt x="4268516" y="1534925"/>
                </a:lnTo>
                <a:cubicBezTo>
                  <a:pt x="4268765" y="1535340"/>
                  <a:pt x="4268516" y="1536254"/>
                  <a:pt x="4268516" y="1536254"/>
                </a:cubicBezTo>
                <a:lnTo>
                  <a:pt x="4259294" y="1552205"/>
                </a:lnTo>
                <a:cubicBezTo>
                  <a:pt x="4259044" y="1552621"/>
                  <a:pt x="4258630" y="1552870"/>
                  <a:pt x="4258131" y="1552870"/>
                </a:cubicBezTo>
                <a:close/>
                <a:moveTo>
                  <a:pt x="4299790" y="1569163"/>
                </a:moveTo>
                <a:cubicBezTo>
                  <a:pt x="4299291" y="1569164"/>
                  <a:pt x="4298627" y="1568500"/>
                  <a:pt x="4298627" y="1568500"/>
                </a:cubicBezTo>
                <a:lnTo>
                  <a:pt x="4289323" y="1552382"/>
                </a:lnTo>
                <a:cubicBezTo>
                  <a:pt x="4289074" y="1551967"/>
                  <a:pt x="4289323" y="1551052"/>
                  <a:pt x="4289323" y="1551052"/>
                </a:cubicBezTo>
                <a:lnTo>
                  <a:pt x="4298627" y="1534935"/>
                </a:lnTo>
                <a:cubicBezTo>
                  <a:pt x="4298877" y="1534519"/>
                  <a:pt x="4299291" y="1534271"/>
                  <a:pt x="4299790" y="1534270"/>
                </a:cubicBezTo>
                <a:lnTo>
                  <a:pt x="4318399" y="1534271"/>
                </a:lnTo>
                <a:cubicBezTo>
                  <a:pt x="4318898" y="1534270"/>
                  <a:pt x="4319564" y="1534935"/>
                  <a:pt x="4319564" y="1534935"/>
                </a:cubicBezTo>
                <a:lnTo>
                  <a:pt x="4328869" y="1551053"/>
                </a:lnTo>
                <a:cubicBezTo>
                  <a:pt x="4329118" y="1551468"/>
                  <a:pt x="4328869" y="1552382"/>
                  <a:pt x="4328869" y="1552382"/>
                </a:cubicBezTo>
                <a:lnTo>
                  <a:pt x="4319563" y="1568499"/>
                </a:lnTo>
                <a:cubicBezTo>
                  <a:pt x="4319314" y="1568914"/>
                  <a:pt x="4318898" y="1569163"/>
                  <a:pt x="4318399" y="1569164"/>
                </a:cubicBezTo>
                <a:close/>
                <a:moveTo>
                  <a:pt x="4359895" y="1585362"/>
                </a:moveTo>
                <a:cubicBezTo>
                  <a:pt x="4359397" y="1585362"/>
                  <a:pt x="4358732" y="1584698"/>
                  <a:pt x="4358732" y="1584698"/>
                </a:cubicBezTo>
                <a:lnTo>
                  <a:pt x="4349344" y="1568497"/>
                </a:lnTo>
                <a:cubicBezTo>
                  <a:pt x="4349095" y="1568081"/>
                  <a:pt x="4349344" y="1567168"/>
                  <a:pt x="4349344" y="1567168"/>
                </a:cubicBezTo>
                <a:lnTo>
                  <a:pt x="4358732" y="1550967"/>
                </a:lnTo>
                <a:cubicBezTo>
                  <a:pt x="4358981" y="1550552"/>
                  <a:pt x="4359397" y="1550303"/>
                  <a:pt x="4359895" y="1550302"/>
                </a:cubicBezTo>
                <a:lnTo>
                  <a:pt x="4378588" y="1550302"/>
                </a:lnTo>
                <a:cubicBezTo>
                  <a:pt x="4379086" y="1550302"/>
                  <a:pt x="4379751" y="1550967"/>
                  <a:pt x="4379751" y="1550967"/>
                </a:cubicBezTo>
                <a:lnTo>
                  <a:pt x="4389139" y="1567167"/>
                </a:lnTo>
                <a:cubicBezTo>
                  <a:pt x="4389388" y="1567583"/>
                  <a:pt x="4389139" y="1568497"/>
                  <a:pt x="4389139" y="1568497"/>
                </a:cubicBezTo>
                <a:lnTo>
                  <a:pt x="4379751" y="1584697"/>
                </a:lnTo>
                <a:cubicBezTo>
                  <a:pt x="4379502" y="1585113"/>
                  <a:pt x="4379086" y="1585361"/>
                  <a:pt x="4378588" y="1585362"/>
                </a:cubicBezTo>
                <a:close/>
                <a:moveTo>
                  <a:pt x="4660825" y="1666090"/>
                </a:moveTo>
                <a:cubicBezTo>
                  <a:pt x="4660326" y="1666090"/>
                  <a:pt x="4659662" y="1665425"/>
                  <a:pt x="4659662" y="1665425"/>
                </a:cubicBezTo>
                <a:lnTo>
                  <a:pt x="4650274" y="1649143"/>
                </a:lnTo>
                <a:cubicBezTo>
                  <a:pt x="4650025" y="1648727"/>
                  <a:pt x="4650274" y="1647813"/>
                  <a:pt x="4650274" y="1647813"/>
                </a:cubicBezTo>
                <a:lnTo>
                  <a:pt x="4659662" y="1631529"/>
                </a:lnTo>
                <a:cubicBezTo>
                  <a:pt x="4659911" y="1631114"/>
                  <a:pt x="4660326" y="1630865"/>
                  <a:pt x="4660825" y="1630865"/>
                </a:cubicBezTo>
                <a:lnTo>
                  <a:pt x="4679601" y="1630864"/>
                </a:lnTo>
                <a:cubicBezTo>
                  <a:pt x="4680099" y="1630865"/>
                  <a:pt x="4680764" y="1631530"/>
                  <a:pt x="4680764" y="1631530"/>
                </a:cubicBezTo>
                <a:lnTo>
                  <a:pt x="4690152" y="1647813"/>
                </a:lnTo>
                <a:cubicBezTo>
                  <a:pt x="4690401" y="1648228"/>
                  <a:pt x="4690152" y="1649143"/>
                  <a:pt x="4690152" y="1649143"/>
                </a:cubicBezTo>
                <a:lnTo>
                  <a:pt x="4680764" y="1665426"/>
                </a:lnTo>
                <a:cubicBezTo>
                  <a:pt x="4680514" y="1665842"/>
                  <a:pt x="4680099" y="1666090"/>
                  <a:pt x="4679601" y="1666090"/>
                </a:cubicBezTo>
                <a:close/>
                <a:moveTo>
                  <a:pt x="2313478" y="1037226"/>
                </a:moveTo>
                <a:cubicBezTo>
                  <a:pt x="2312979" y="1037227"/>
                  <a:pt x="2312315" y="1036561"/>
                  <a:pt x="2312315" y="1036561"/>
                </a:cubicBezTo>
                <a:lnTo>
                  <a:pt x="2302844" y="1020196"/>
                </a:lnTo>
                <a:cubicBezTo>
                  <a:pt x="2302594" y="1019779"/>
                  <a:pt x="2302844" y="1018865"/>
                  <a:pt x="2302844" y="1018865"/>
                </a:cubicBezTo>
                <a:lnTo>
                  <a:pt x="2312315" y="1002499"/>
                </a:lnTo>
                <a:cubicBezTo>
                  <a:pt x="2312564" y="1002083"/>
                  <a:pt x="2312979" y="1001835"/>
                  <a:pt x="2313478" y="1001834"/>
                </a:cubicBezTo>
                <a:lnTo>
                  <a:pt x="2332420" y="1001834"/>
                </a:lnTo>
                <a:cubicBezTo>
                  <a:pt x="2332918" y="1001834"/>
                  <a:pt x="2333583" y="1002499"/>
                  <a:pt x="2333583" y="1002499"/>
                </a:cubicBezTo>
                <a:lnTo>
                  <a:pt x="2343054" y="1018865"/>
                </a:lnTo>
                <a:cubicBezTo>
                  <a:pt x="2343303" y="1019280"/>
                  <a:pt x="2343054" y="1020195"/>
                  <a:pt x="2343054" y="1020195"/>
                </a:cubicBezTo>
                <a:lnTo>
                  <a:pt x="2333583" y="1036561"/>
                </a:lnTo>
                <a:cubicBezTo>
                  <a:pt x="2333334" y="1036976"/>
                  <a:pt x="2332918" y="1037226"/>
                  <a:pt x="2332420" y="1037226"/>
                </a:cubicBezTo>
                <a:close/>
                <a:moveTo>
                  <a:pt x="5202313" y="1811479"/>
                </a:moveTo>
                <a:cubicBezTo>
                  <a:pt x="5201814" y="1811478"/>
                  <a:pt x="5201150" y="1810813"/>
                  <a:pt x="5201150" y="1810813"/>
                </a:cubicBezTo>
                <a:lnTo>
                  <a:pt x="5191679" y="1794365"/>
                </a:lnTo>
                <a:cubicBezTo>
                  <a:pt x="5191429" y="1793949"/>
                  <a:pt x="5191679" y="1793034"/>
                  <a:pt x="5191679" y="1793034"/>
                </a:cubicBezTo>
                <a:lnTo>
                  <a:pt x="5201233" y="1776586"/>
                </a:lnTo>
                <a:cubicBezTo>
                  <a:pt x="5201482" y="1776169"/>
                  <a:pt x="5201898" y="1775921"/>
                  <a:pt x="5202396" y="1775920"/>
                </a:cubicBezTo>
                <a:lnTo>
                  <a:pt x="5221421" y="1775920"/>
                </a:lnTo>
                <a:cubicBezTo>
                  <a:pt x="5221920" y="1775921"/>
                  <a:pt x="5222584" y="1776586"/>
                  <a:pt x="5222584" y="1776586"/>
                </a:cubicBezTo>
                <a:lnTo>
                  <a:pt x="5232055" y="1793034"/>
                </a:lnTo>
                <a:cubicBezTo>
                  <a:pt x="5232305" y="1793450"/>
                  <a:pt x="5232055" y="1794365"/>
                  <a:pt x="5232055" y="1794365"/>
                </a:cubicBezTo>
                <a:lnTo>
                  <a:pt x="5222501" y="1810813"/>
                </a:lnTo>
                <a:cubicBezTo>
                  <a:pt x="5222252" y="1811230"/>
                  <a:pt x="5221836" y="1811479"/>
                  <a:pt x="5221338" y="1811479"/>
                </a:cubicBezTo>
                <a:close/>
                <a:moveTo>
                  <a:pt x="4419674" y="1602248"/>
                </a:moveTo>
                <a:cubicBezTo>
                  <a:pt x="4419176" y="1602249"/>
                  <a:pt x="4418760" y="1601999"/>
                  <a:pt x="4418511" y="1601584"/>
                </a:cubicBezTo>
                <a:lnTo>
                  <a:pt x="4408791" y="1584635"/>
                </a:lnTo>
                <a:cubicBezTo>
                  <a:pt x="4408542" y="1584220"/>
                  <a:pt x="4408542" y="1583639"/>
                  <a:pt x="4408791" y="1583223"/>
                </a:cubicBezTo>
                <a:lnTo>
                  <a:pt x="4418594" y="1566276"/>
                </a:lnTo>
                <a:cubicBezTo>
                  <a:pt x="4418843" y="1565859"/>
                  <a:pt x="4419259" y="1565611"/>
                  <a:pt x="4419757" y="1565610"/>
                </a:cubicBezTo>
                <a:lnTo>
                  <a:pt x="4439281" y="1565611"/>
                </a:lnTo>
                <a:cubicBezTo>
                  <a:pt x="4439779" y="1565610"/>
                  <a:pt x="4440195" y="1565860"/>
                  <a:pt x="4440444" y="1566275"/>
                </a:cubicBezTo>
                <a:lnTo>
                  <a:pt x="4450164" y="1583224"/>
                </a:lnTo>
                <a:cubicBezTo>
                  <a:pt x="4450413" y="1583639"/>
                  <a:pt x="4450413" y="1584220"/>
                  <a:pt x="4450164" y="1584636"/>
                </a:cubicBezTo>
                <a:lnTo>
                  <a:pt x="4440361" y="1601583"/>
                </a:lnTo>
                <a:cubicBezTo>
                  <a:pt x="4440112" y="1602000"/>
                  <a:pt x="4439696" y="1602248"/>
                  <a:pt x="4439198" y="1602249"/>
                </a:cubicBezTo>
                <a:close/>
                <a:moveTo>
                  <a:pt x="4479861" y="1618459"/>
                </a:moveTo>
                <a:cubicBezTo>
                  <a:pt x="4479446" y="1618458"/>
                  <a:pt x="4478947" y="1618210"/>
                  <a:pt x="4478698" y="1617795"/>
                </a:cubicBezTo>
                <a:lnTo>
                  <a:pt x="4468895" y="1600764"/>
                </a:lnTo>
                <a:cubicBezTo>
                  <a:pt x="4468646" y="1600347"/>
                  <a:pt x="4468646" y="1599766"/>
                  <a:pt x="4468895" y="1599350"/>
                </a:cubicBezTo>
                <a:lnTo>
                  <a:pt x="4478698" y="1582319"/>
                </a:lnTo>
                <a:cubicBezTo>
                  <a:pt x="4478947" y="1581904"/>
                  <a:pt x="4479363" y="1581655"/>
                  <a:pt x="4479861" y="1581655"/>
                </a:cubicBezTo>
                <a:lnTo>
                  <a:pt x="4499468" y="1581654"/>
                </a:lnTo>
                <a:cubicBezTo>
                  <a:pt x="4499884" y="1581655"/>
                  <a:pt x="4500382" y="1581903"/>
                  <a:pt x="4500631" y="1582319"/>
                </a:cubicBezTo>
                <a:lnTo>
                  <a:pt x="4510435" y="1599351"/>
                </a:lnTo>
                <a:cubicBezTo>
                  <a:pt x="4510684" y="1599765"/>
                  <a:pt x="4510684" y="1600348"/>
                  <a:pt x="4510435" y="1600763"/>
                </a:cubicBezTo>
                <a:lnTo>
                  <a:pt x="4500631" y="1617795"/>
                </a:lnTo>
                <a:cubicBezTo>
                  <a:pt x="4500382" y="1618209"/>
                  <a:pt x="4499966" y="1618458"/>
                  <a:pt x="4499468" y="1618458"/>
                </a:cubicBezTo>
                <a:close/>
                <a:moveTo>
                  <a:pt x="4540047" y="1634586"/>
                </a:moveTo>
                <a:cubicBezTo>
                  <a:pt x="4539632" y="1634585"/>
                  <a:pt x="4539133" y="1634336"/>
                  <a:pt x="4538884" y="1633921"/>
                </a:cubicBezTo>
                <a:lnTo>
                  <a:pt x="4529081" y="1616890"/>
                </a:lnTo>
                <a:cubicBezTo>
                  <a:pt x="4528832" y="1616474"/>
                  <a:pt x="4528832" y="1615892"/>
                  <a:pt x="4529081" y="1615477"/>
                </a:cubicBezTo>
                <a:lnTo>
                  <a:pt x="4538884" y="1598446"/>
                </a:lnTo>
                <a:cubicBezTo>
                  <a:pt x="4539133" y="1598030"/>
                  <a:pt x="4539548" y="1597781"/>
                  <a:pt x="4540047" y="1597781"/>
                </a:cubicBezTo>
                <a:lnTo>
                  <a:pt x="4559654" y="1597781"/>
                </a:lnTo>
                <a:cubicBezTo>
                  <a:pt x="4560070" y="1597781"/>
                  <a:pt x="4560568" y="1598030"/>
                  <a:pt x="4560817" y="1598446"/>
                </a:cubicBezTo>
                <a:lnTo>
                  <a:pt x="4570621" y="1615478"/>
                </a:lnTo>
                <a:cubicBezTo>
                  <a:pt x="4570870" y="1615892"/>
                  <a:pt x="4570870" y="1616474"/>
                  <a:pt x="4570621" y="1616890"/>
                </a:cubicBezTo>
                <a:lnTo>
                  <a:pt x="4560817" y="1633922"/>
                </a:lnTo>
                <a:cubicBezTo>
                  <a:pt x="4560568" y="1634336"/>
                  <a:pt x="4560152" y="1634585"/>
                  <a:pt x="4559654" y="1634585"/>
                </a:cubicBezTo>
                <a:close/>
                <a:moveTo>
                  <a:pt x="4600130" y="1650865"/>
                </a:moveTo>
                <a:cubicBezTo>
                  <a:pt x="4599714" y="1650865"/>
                  <a:pt x="4599216" y="1650616"/>
                  <a:pt x="4598966" y="1650202"/>
                </a:cubicBezTo>
                <a:lnTo>
                  <a:pt x="4589081" y="1633086"/>
                </a:lnTo>
                <a:cubicBezTo>
                  <a:pt x="4588832" y="1632672"/>
                  <a:pt x="4588831" y="1632089"/>
                  <a:pt x="4589081" y="1631675"/>
                </a:cubicBezTo>
                <a:lnTo>
                  <a:pt x="4598967" y="1614560"/>
                </a:lnTo>
                <a:cubicBezTo>
                  <a:pt x="4599217" y="1614144"/>
                  <a:pt x="4599632" y="1613896"/>
                  <a:pt x="4600130" y="1613896"/>
                </a:cubicBezTo>
                <a:lnTo>
                  <a:pt x="4619819" y="1613896"/>
                </a:lnTo>
                <a:cubicBezTo>
                  <a:pt x="4620235" y="1613896"/>
                  <a:pt x="4620733" y="1614144"/>
                  <a:pt x="4620982" y="1614559"/>
                </a:cubicBezTo>
                <a:lnTo>
                  <a:pt x="4630870" y="1631674"/>
                </a:lnTo>
                <a:cubicBezTo>
                  <a:pt x="4631119" y="1632090"/>
                  <a:pt x="4631118" y="1632671"/>
                  <a:pt x="4630870" y="1633087"/>
                </a:cubicBezTo>
                <a:lnTo>
                  <a:pt x="4620983" y="1650201"/>
                </a:lnTo>
                <a:cubicBezTo>
                  <a:pt x="4620734" y="1650617"/>
                  <a:pt x="4620318" y="1650866"/>
                  <a:pt x="4619820" y="1650865"/>
                </a:cubicBezTo>
                <a:close/>
                <a:moveTo>
                  <a:pt x="5081536" y="1780056"/>
                </a:moveTo>
                <a:cubicBezTo>
                  <a:pt x="5081037" y="1780056"/>
                  <a:pt x="5080539" y="1779807"/>
                  <a:pt x="5080289" y="1779392"/>
                </a:cubicBezTo>
                <a:lnTo>
                  <a:pt x="5070320" y="1762112"/>
                </a:lnTo>
                <a:cubicBezTo>
                  <a:pt x="5070071" y="1761696"/>
                  <a:pt x="5070071" y="1761115"/>
                  <a:pt x="5070320" y="1760699"/>
                </a:cubicBezTo>
                <a:lnTo>
                  <a:pt x="5080289" y="1743419"/>
                </a:lnTo>
                <a:cubicBezTo>
                  <a:pt x="5080539" y="1743003"/>
                  <a:pt x="5081037" y="1742754"/>
                  <a:pt x="5081536" y="1742754"/>
                </a:cubicBezTo>
                <a:lnTo>
                  <a:pt x="5101475" y="1742754"/>
                </a:lnTo>
                <a:cubicBezTo>
                  <a:pt x="5101973" y="1742754"/>
                  <a:pt x="5102472" y="1743003"/>
                  <a:pt x="5102721" y="1743419"/>
                </a:cubicBezTo>
                <a:lnTo>
                  <a:pt x="5112690" y="1760699"/>
                </a:lnTo>
                <a:cubicBezTo>
                  <a:pt x="5112940" y="1761115"/>
                  <a:pt x="5112940" y="1761696"/>
                  <a:pt x="5112690" y="1762112"/>
                </a:cubicBezTo>
                <a:lnTo>
                  <a:pt x="5102721" y="1779392"/>
                </a:lnTo>
                <a:cubicBezTo>
                  <a:pt x="5102472" y="1779807"/>
                  <a:pt x="5101973" y="1780056"/>
                  <a:pt x="5101475" y="1780056"/>
                </a:cubicBezTo>
                <a:close/>
                <a:moveTo>
                  <a:pt x="2854644" y="1183363"/>
                </a:moveTo>
                <a:cubicBezTo>
                  <a:pt x="2854146" y="1183363"/>
                  <a:pt x="2853647" y="1183114"/>
                  <a:pt x="2853398" y="1182699"/>
                </a:cubicBezTo>
                <a:lnTo>
                  <a:pt x="2843429" y="1165419"/>
                </a:lnTo>
                <a:cubicBezTo>
                  <a:pt x="2843180" y="1165002"/>
                  <a:pt x="2843180" y="1164422"/>
                  <a:pt x="2843429" y="1164005"/>
                </a:cubicBezTo>
                <a:lnTo>
                  <a:pt x="2853398" y="1146726"/>
                </a:lnTo>
                <a:cubicBezTo>
                  <a:pt x="2853647" y="1146310"/>
                  <a:pt x="2854146" y="1146061"/>
                  <a:pt x="2854644" y="1146061"/>
                </a:cubicBezTo>
                <a:lnTo>
                  <a:pt x="2874584" y="1146060"/>
                </a:lnTo>
                <a:cubicBezTo>
                  <a:pt x="2875082" y="1146060"/>
                  <a:pt x="2875581" y="1146310"/>
                  <a:pt x="2875830" y="1146726"/>
                </a:cubicBezTo>
                <a:lnTo>
                  <a:pt x="2885799" y="1164006"/>
                </a:lnTo>
                <a:cubicBezTo>
                  <a:pt x="2886048" y="1164422"/>
                  <a:pt x="2886048" y="1165003"/>
                  <a:pt x="2885799" y="1165419"/>
                </a:cubicBezTo>
                <a:lnTo>
                  <a:pt x="2875830" y="1182698"/>
                </a:lnTo>
                <a:cubicBezTo>
                  <a:pt x="2875581" y="1183114"/>
                  <a:pt x="2875082" y="1183362"/>
                  <a:pt x="2874584" y="1183363"/>
                </a:cubicBezTo>
                <a:close/>
                <a:moveTo>
                  <a:pt x="4720357" y="1683382"/>
                </a:moveTo>
                <a:cubicBezTo>
                  <a:pt x="4719858" y="1683382"/>
                  <a:pt x="4719360" y="1683049"/>
                  <a:pt x="4719110" y="1682634"/>
                </a:cubicBezTo>
                <a:lnTo>
                  <a:pt x="4709141" y="1665271"/>
                </a:lnTo>
                <a:cubicBezTo>
                  <a:pt x="4708892" y="1664855"/>
                  <a:pt x="4708892" y="1664273"/>
                  <a:pt x="4709141" y="1663858"/>
                </a:cubicBezTo>
                <a:lnTo>
                  <a:pt x="4719193" y="1646495"/>
                </a:lnTo>
                <a:cubicBezTo>
                  <a:pt x="4719443" y="1645996"/>
                  <a:pt x="4719941" y="1645747"/>
                  <a:pt x="4720440" y="1645747"/>
                </a:cubicBezTo>
                <a:lnTo>
                  <a:pt x="4740462" y="1645747"/>
                </a:lnTo>
                <a:cubicBezTo>
                  <a:pt x="4740960" y="1645747"/>
                  <a:pt x="4741459" y="1646080"/>
                  <a:pt x="4741708" y="1646495"/>
                </a:cubicBezTo>
                <a:lnTo>
                  <a:pt x="4751677" y="1663858"/>
                </a:lnTo>
                <a:cubicBezTo>
                  <a:pt x="4751927" y="1664273"/>
                  <a:pt x="4751927" y="1664855"/>
                  <a:pt x="4751677" y="1665271"/>
                </a:cubicBezTo>
                <a:lnTo>
                  <a:pt x="4741625" y="1682634"/>
                </a:lnTo>
                <a:cubicBezTo>
                  <a:pt x="4741376" y="1683133"/>
                  <a:pt x="4740877" y="1683382"/>
                  <a:pt x="4740379" y="1683382"/>
                </a:cubicBezTo>
                <a:close/>
                <a:moveTo>
                  <a:pt x="4961102" y="1747889"/>
                </a:moveTo>
                <a:cubicBezTo>
                  <a:pt x="4960603" y="1747889"/>
                  <a:pt x="4960105" y="1747556"/>
                  <a:pt x="4959854" y="1747141"/>
                </a:cubicBezTo>
                <a:lnTo>
                  <a:pt x="4949886" y="1729778"/>
                </a:lnTo>
                <a:cubicBezTo>
                  <a:pt x="4949637" y="1729362"/>
                  <a:pt x="4949636" y="1728780"/>
                  <a:pt x="4949886" y="1728365"/>
                </a:cubicBezTo>
                <a:lnTo>
                  <a:pt x="4959938" y="1711002"/>
                </a:lnTo>
                <a:cubicBezTo>
                  <a:pt x="4960188" y="1710503"/>
                  <a:pt x="4960686" y="1710254"/>
                  <a:pt x="4961185" y="1710254"/>
                </a:cubicBezTo>
                <a:lnTo>
                  <a:pt x="4981206" y="1710254"/>
                </a:lnTo>
                <a:cubicBezTo>
                  <a:pt x="4981704" y="1710254"/>
                  <a:pt x="4982204" y="1710587"/>
                  <a:pt x="4982453" y="1711002"/>
                </a:cubicBezTo>
                <a:lnTo>
                  <a:pt x="4992422" y="1728365"/>
                </a:lnTo>
                <a:cubicBezTo>
                  <a:pt x="4992672" y="1728780"/>
                  <a:pt x="4992672" y="1729362"/>
                  <a:pt x="4992421" y="1729778"/>
                </a:cubicBezTo>
                <a:lnTo>
                  <a:pt x="4982370" y="1747141"/>
                </a:lnTo>
                <a:cubicBezTo>
                  <a:pt x="4982120" y="1747640"/>
                  <a:pt x="4981622" y="1747889"/>
                  <a:pt x="4981124" y="1747889"/>
                </a:cubicBezTo>
                <a:close/>
                <a:moveTo>
                  <a:pt x="5141660" y="1796353"/>
                </a:moveTo>
                <a:cubicBezTo>
                  <a:pt x="5141161" y="1796353"/>
                  <a:pt x="5140663" y="1796021"/>
                  <a:pt x="5140414" y="1795605"/>
                </a:cubicBezTo>
                <a:lnTo>
                  <a:pt x="5130361" y="1778159"/>
                </a:lnTo>
                <a:cubicBezTo>
                  <a:pt x="5130112" y="1777743"/>
                  <a:pt x="5130112" y="1777162"/>
                  <a:pt x="5130361" y="1776746"/>
                </a:cubicBezTo>
                <a:lnTo>
                  <a:pt x="5140415" y="1759300"/>
                </a:lnTo>
                <a:cubicBezTo>
                  <a:pt x="5140663" y="1758800"/>
                  <a:pt x="5141161" y="1758552"/>
                  <a:pt x="5141660" y="1758552"/>
                </a:cubicBezTo>
                <a:lnTo>
                  <a:pt x="5161765" y="1758552"/>
                </a:lnTo>
                <a:cubicBezTo>
                  <a:pt x="5162263" y="1758551"/>
                  <a:pt x="5162762" y="1758885"/>
                  <a:pt x="5163011" y="1759300"/>
                </a:cubicBezTo>
                <a:lnTo>
                  <a:pt x="5173064" y="1776746"/>
                </a:lnTo>
                <a:cubicBezTo>
                  <a:pt x="5173314" y="1777162"/>
                  <a:pt x="5173313" y="1777743"/>
                  <a:pt x="5173064" y="1778159"/>
                </a:cubicBezTo>
                <a:lnTo>
                  <a:pt x="5163011" y="1795605"/>
                </a:lnTo>
                <a:cubicBezTo>
                  <a:pt x="5162762" y="1796104"/>
                  <a:pt x="5162263" y="1796353"/>
                  <a:pt x="5161765" y="1796353"/>
                </a:cubicBezTo>
                <a:close/>
                <a:moveTo>
                  <a:pt x="5021205" y="1764182"/>
                </a:moveTo>
                <a:cubicBezTo>
                  <a:pt x="5020706" y="1764182"/>
                  <a:pt x="5020208" y="1763850"/>
                  <a:pt x="5019960" y="1763435"/>
                </a:cubicBezTo>
                <a:lnTo>
                  <a:pt x="5009823" y="1745905"/>
                </a:lnTo>
                <a:cubicBezTo>
                  <a:pt x="5009575" y="1745489"/>
                  <a:pt x="5009574" y="1744908"/>
                  <a:pt x="5009823" y="1744493"/>
                </a:cubicBezTo>
                <a:lnTo>
                  <a:pt x="5019959" y="1726963"/>
                </a:lnTo>
                <a:cubicBezTo>
                  <a:pt x="5020209" y="1726464"/>
                  <a:pt x="5020706" y="1726215"/>
                  <a:pt x="5021205" y="1726215"/>
                </a:cubicBezTo>
                <a:lnTo>
                  <a:pt x="5041477" y="1726215"/>
                </a:lnTo>
                <a:cubicBezTo>
                  <a:pt x="5041976" y="1726215"/>
                  <a:pt x="5042473" y="1726548"/>
                  <a:pt x="5042723" y="1726963"/>
                </a:cubicBezTo>
                <a:lnTo>
                  <a:pt x="5052858" y="1744493"/>
                </a:lnTo>
                <a:cubicBezTo>
                  <a:pt x="5053107" y="1744908"/>
                  <a:pt x="5053107" y="1745489"/>
                  <a:pt x="5052858" y="1745905"/>
                </a:cubicBezTo>
                <a:lnTo>
                  <a:pt x="5042722" y="1763435"/>
                </a:lnTo>
                <a:cubicBezTo>
                  <a:pt x="5042474" y="1763933"/>
                  <a:pt x="5041976" y="1764182"/>
                  <a:pt x="5041477" y="1764182"/>
                </a:cubicBezTo>
                <a:close/>
                <a:moveTo>
                  <a:pt x="4780376" y="1699757"/>
                </a:moveTo>
                <a:cubicBezTo>
                  <a:pt x="4779877" y="1699756"/>
                  <a:pt x="4779379" y="1699425"/>
                  <a:pt x="4779130" y="1699010"/>
                </a:cubicBezTo>
                <a:lnTo>
                  <a:pt x="4768994" y="1681397"/>
                </a:lnTo>
                <a:cubicBezTo>
                  <a:pt x="4768745" y="1680980"/>
                  <a:pt x="4768745" y="1680399"/>
                  <a:pt x="4768994" y="1679983"/>
                </a:cubicBezTo>
                <a:lnTo>
                  <a:pt x="4779213" y="1662371"/>
                </a:lnTo>
                <a:cubicBezTo>
                  <a:pt x="4779462" y="1661873"/>
                  <a:pt x="4779960" y="1661623"/>
                  <a:pt x="4780459" y="1661624"/>
                </a:cubicBezTo>
                <a:lnTo>
                  <a:pt x="4800813" y="1661624"/>
                </a:lnTo>
                <a:cubicBezTo>
                  <a:pt x="4801312" y="1661624"/>
                  <a:pt x="4801810" y="1661956"/>
                  <a:pt x="4802061" y="1662370"/>
                </a:cubicBezTo>
                <a:lnTo>
                  <a:pt x="4812195" y="1679984"/>
                </a:lnTo>
                <a:cubicBezTo>
                  <a:pt x="4812444" y="1680399"/>
                  <a:pt x="4812444" y="1680981"/>
                  <a:pt x="4812195" y="1681397"/>
                </a:cubicBezTo>
                <a:lnTo>
                  <a:pt x="4801976" y="1699010"/>
                </a:lnTo>
                <a:cubicBezTo>
                  <a:pt x="4801727" y="1699508"/>
                  <a:pt x="4801229" y="1699757"/>
                  <a:pt x="4800730" y="1699757"/>
                </a:cubicBezTo>
                <a:close/>
                <a:moveTo>
                  <a:pt x="2372906" y="1054847"/>
                </a:moveTo>
                <a:cubicBezTo>
                  <a:pt x="2372408" y="1054847"/>
                  <a:pt x="2371909" y="1054515"/>
                  <a:pt x="2371660" y="1054100"/>
                </a:cubicBezTo>
                <a:lnTo>
                  <a:pt x="2361441" y="1036404"/>
                </a:lnTo>
                <a:cubicBezTo>
                  <a:pt x="2361192" y="1035989"/>
                  <a:pt x="2361192" y="1035407"/>
                  <a:pt x="2361441" y="1034991"/>
                </a:cubicBezTo>
                <a:lnTo>
                  <a:pt x="2371660" y="1017296"/>
                </a:lnTo>
                <a:cubicBezTo>
                  <a:pt x="2371909" y="1016797"/>
                  <a:pt x="2372408" y="1016548"/>
                  <a:pt x="2372906" y="1016548"/>
                </a:cubicBezTo>
                <a:lnTo>
                  <a:pt x="2393343" y="1016548"/>
                </a:lnTo>
                <a:cubicBezTo>
                  <a:pt x="2393842" y="1016548"/>
                  <a:pt x="2394340" y="1016880"/>
                  <a:pt x="2394590" y="1017296"/>
                </a:cubicBezTo>
                <a:lnTo>
                  <a:pt x="2404808" y="1034991"/>
                </a:lnTo>
                <a:cubicBezTo>
                  <a:pt x="2405058" y="1035407"/>
                  <a:pt x="2405058" y="1035989"/>
                  <a:pt x="2404808" y="1036404"/>
                </a:cubicBezTo>
                <a:lnTo>
                  <a:pt x="2394590" y="1054100"/>
                </a:lnTo>
                <a:cubicBezTo>
                  <a:pt x="2394340" y="1054598"/>
                  <a:pt x="2393842" y="1054847"/>
                  <a:pt x="2393343" y="1054847"/>
                </a:cubicBezTo>
                <a:close/>
                <a:moveTo>
                  <a:pt x="4900727" y="1732174"/>
                </a:moveTo>
                <a:cubicBezTo>
                  <a:pt x="4900228" y="1732175"/>
                  <a:pt x="4899730" y="1731842"/>
                  <a:pt x="4899481" y="1731427"/>
                </a:cubicBezTo>
                <a:lnTo>
                  <a:pt x="4889262" y="1713731"/>
                </a:lnTo>
                <a:cubicBezTo>
                  <a:pt x="4889014" y="1713316"/>
                  <a:pt x="4889013" y="1712735"/>
                  <a:pt x="4889262" y="1712318"/>
                </a:cubicBezTo>
                <a:lnTo>
                  <a:pt x="4899481" y="1694623"/>
                </a:lnTo>
                <a:cubicBezTo>
                  <a:pt x="4899730" y="1694125"/>
                  <a:pt x="4900228" y="1693876"/>
                  <a:pt x="4900727" y="1693875"/>
                </a:cubicBezTo>
                <a:lnTo>
                  <a:pt x="4921164" y="1693876"/>
                </a:lnTo>
                <a:cubicBezTo>
                  <a:pt x="4921663" y="1693875"/>
                  <a:pt x="4922161" y="1694208"/>
                  <a:pt x="4922411" y="1694623"/>
                </a:cubicBezTo>
                <a:lnTo>
                  <a:pt x="4932630" y="1712319"/>
                </a:lnTo>
                <a:cubicBezTo>
                  <a:pt x="4932878" y="1712735"/>
                  <a:pt x="4932878" y="1713316"/>
                  <a:pt x="4932629" y="1713732"/>
                </a:cubicBezTo>
                <a:lnTo>
                  <a:pt x="4922411" y="1731427"/>
                </a:lnTo>
                <a:cubicBezTo>
                  <a:pt x="4922161" y="1731925"/>
                  <a:pt x="4921663" y="1732174"/>
                  <a:pt x="4921164" y="1732175"/>
                </a:cubicBezTo>
                <a:close/>
                <a:moveTo>
                  <a:pt x="4840460" y="1716121"/>
                </a:moveTo>
                <a:cubicBezTo>
                  <a:pt x="4839961" y="1716121"/>
                  <a:pt x="4839463" y="1715789"/>
                  <a:pt x="4839214" y="1715373"/>
                </a:cubicBezTo>
                <a:lnTo>
                  <a:pt x="4828912" y="1697594"/>
                </a:lnTo>
                <a:cubicBezTo>
                  <a:pt x="4828663" y="1697179"/>
                  <a:pt x="4828663" y="1696597"/>
                  <a:pt x="4828912" y="1696181"/>
                </a:cubicBezTo>
                <a:lnTo>
                  <a:pt x="4839214" y="1678403"/>
                </a:lnTo>
                <a:cubicBezTo>
                  <a:pt x="4839463" y="1677904"/>
                  <a:pt x="4839961" y="1677655"/>
                  <a:pt x="4840460" y="1677655"/>
                </a:cubicBezTo>
                <a:lnTo>
                  <a:pt x="4860980" y="1677655"/>
                </a:lnTo>
                <a:cubicBezTo>
                  <a:pt x="4861479" y="1677655"/>
                  <a:pt x="4861977" y="1677987"/>
                  <a:pt x="4862227" y="1678403"/>
                </a:cubicBezTo>
                <a:lnTo>
                  <a:pt x="4872528" y="1696181"/>
                </a:lnTo>
                <a:cubicBezTo>
                  <a:pt x="4872778" y="1696597"/>
                  <a:pt x="4872778" y="1697179"/>
                  <a:pt x="4872528" y="1697594"/>
                </a:cubicBezTo>
                <a:lnTo>
                  <a:pt x="4862227" y="1715373"/>
                </a:lnTo>
                <a:cubicBezTo>
                  <a:pt x="4861977" y="1715872"/>
                  <a:pt x="4861479" y="1716121"/>
                  <a:pt x="4860980" y="1716121"/>
                </a:cubicBezTo>
                <a:close/>
                <a:moveTo>
                  <a:pt x="2733619" y="1152358"/>
                </a:moveTo>
                <a:cubicBezTo>
                  <a:pt x="2733038" y="1152358"/>
                  <a:pt x="2732539" y="1152109"/>
                  <a:pt x="2732290" y="1151610"/>
                </a:cubicBezTo>
                <a:lnTo>
                  <a:pt x="2721656" y="1133166"/>
                </a:lnTo>
                <a:cubicBezTo>
                  <a:pt x="2721407" y="1132750"/>
                  <a:pt x="2721407" y="1132169"/>
                  <a:pt x="2721656" y="1131670"/>
                </a:cubicBezTo>
                <a:lnTo>
                  <a:pt x="2732290" y="1113227"/>
                </a:lnTo>
                <a:cubicBezTo>
                  <a:pt x="2732622" y="1112728"/>
                  <a:pt x="2733121" y="1112479"/>
                  <a:pt x="2733619" y="1112479"/>
                </a:cubicBezTo>
                <a:lnTo>
                  <a:pt x="2754888" y="1112480"/>
                </a:lnTo>
                <a:cubicBezTo>
                  <a:pt x="2755469" y="1112479"/>
                  <a:pt x="2755968" y="1112729"/>
                  <a:pt x="2756217" y="1113228"/>
                </a:cubicBezTo>
                <a:lnTo>
                  <a:pt x="2766851" y="1131670"/>
                </a:lnTo>
                <a:cubicBezTo>
                  <a:pt x="2767100" y="1132086"/>
                  <a:pt x="2767100" y="1132668"/>
                  <a:pt x="2766851" y="1133166"/>
                </a:cubicBezTo>
                <a:lnTo>
                  <a:pt x="2756217" y="1151609"/>
                </a:lnTo>
                <a:cubicBezTo>
                  <a:pt x="2755884" y="1152109"/>
                  <a:pt x="2755386" y="1152357"/>
                  <a:pt x="2754888" y="1152357"/>
                </a:cubicBezTo>
                <a:close/>
                <a:moveTo>
                  <a:pt x="2914178" y="1200738"/>
                </a:moveTo>
                <a:cubicBezTo>
                  <a:pt x="2913596" y="1200738"/>
                  <a:pt x="2913098" y="1200489"/>
                  <a:pt x="2912849" y="1199990"/>
                </a:cubicBezTo>
                <a:lnTo>
                  <a:pt x="2902215" y="1181547"/>
                </a:lnTo>
                <a:cubicBezTo>
                  <a:pt x="2901966" y="1181131"/>
                  <a:pt x="2901966" y="1180550"/>
                  <a:pt x="2902215" y="1180051"/>
                </a:cubicBezTo>
                <a:lnTo>
                  <a:pt x="2912849" y="1161608"/>
                </a:lnTo>
                <a:cubicBezTo>
                  <a:pt x="2913181" y="1161109"/>
                  <a:pt x="2913679" y="1160860"/>
                  <a:pt x="2914178" y="1160860"/>
                </a:cubicBezTo>
                <a:lnTo>
                  <a:pt x="2935447" y="1160860"/>
                </a:lnTo>
                <a:cubicBezTo>
                  <a:pt x="2936027" y="1160860"/>
                  <a:pt x="2936526" y="1161109"/>
                  <a:pt x="2936776" y="1161608"/>
                </a:cubicBezTo>
                <a:lnTo>
                  <a:pt x="2947410" y="1180051"/>
                </a:lnTo>
                <a:cubicBezTo>
                  <a:pt x="2947659" y="1180467"/>
                  <a:pt x="2947659" y="1181049"/>
                  <a:pt x="2947410" y="1181547"/>
                </a:cubicBezTo>
                <a:lnTo>
                  <a:pt x="2936776" y="1199990"/>
                </a:lnTo>
                <a:cubicBezTo>
                  <a:pt x="2936443" y="1200489"/>
                  <a:pt x="2935944" y="1200738"/>
                  <a:pt x="2935446" y="1200738"/>
                </a:cubicBezTo>
                <a:close/>
                <a:moveTo>
                  <a:pt x="2432605" y="1071806"/>
                </a:moveTo>
                <a:cubicBezTo>
                  <a:pt x="2432023" y="1071806"/>
                  <a:pt x="2431524" y="1071557"/>
                  <a:pt x="2431275" y="1071058"/>
                </a:cubicBezTo>
                <a:lnTo>
                  <a:pt x="2420641" y="1052532"/>
                </a:lnTo>
                <a:cubicBezTo>
                  <a:pt x="2420392" y="1052116"/>
                  <a:pt x="2420392" y="1051534"/>
                  <a:pt x="2420641" y="1051036"/>
                </a:cubicBezTo>
                <a:lnTo>
                  <a:pt x="2431358" y="1032509"/>
                </a:lnTo>
                <a:cubicBezTo>
                  <a:pt x="2431690" y="1032094"/>
                  <a:pt x="2432189" y="1031762"/>
                  <a:pt x="2432687" y="1031762"/>
                </a:cubicBezTo>
                <a:lnTo>
                  <a:pt x="2454039" y="1031762"/>
                </a:lnTo>
                <a:cubicBezTo>
                  <a:pt x="2454620" y="1031762"/>
                  <a:pt x="2455119" y="1032011"/>
                  <a:pt x="2455368" y="1032509"/>
                </a:cubicBezTo>
                <a:lnTo>
                  <a:pt x="2466002" y="1051036"/>
                </a:lnTo>
                <a:cubicBezTo>
                  <a:pt x="2466251" y="1051452"/>
                  <a:pt x="2466251" y="1052033"/>
                  <a:pt x="2466002" y="1052532"/>
                </a:cubicBezTo>
                <a:lnTo>
                  <a:pt x="2455285" y="1071058"/>
                </a:lnTo>
                <a:cubicBezTo>
                  <a:pt x="2454953" y="1071474"/>
                  <a:pt x="2454454" y="1071806"/>
                  <a:pt x="2453956" y="1071806"/>
                </a:cubicBezTo>
                <a:close/>
                <a:moveTo>
                  <a:pt x="2492791" y="1088016"/>
                </a:moveTo>
                <a:cubicBezTo>
                  <a:pt x="2492209" y="1088016"/>
                  <a:pt x="2491711" y="1087767"/>
                  <a:pt x="2491460" y="1087269"/>
                </a:cubicBezTo>
                <a:lnTo>
                  <a:pt x="2480743" y="1068659"/>
                </a:lnTo>
                <a:cubicBezTo>
                  <a:pt x="2480495" y="1068243"/>
                  <a:pt x="2480495" y="1067662"/>
                  <a:pt x="2480744" y="1067163"/>
                </a:cubicBezTo>
                <a:lnTo>
                  <a:pt x="2491461" y="1048553"/>
                </a:lnTo>
                <a:cubicBezTo>
                  <a:pt x="2491794" y="1048138"/>
                  <a:pt x="2492292" y="1047806"/>
                  <a:pt x="2492791" y="1047806"/>
                </a:cubicBezTo>
                <a:lnTo>
                  <a:pt x="2514225" y="1047806"/>
                </a:lnTo>
                <a:cubicBezTo>
                  <a:pt x="2514806" y="1047806"/>
                  <a:pt x="2515305" y="1048055"/>
                  <a:pt x="2515554" y="1048553"/>
                </a:cubicBezTo>
                <a:lnTo>
                  <a:pt x="2526271" y="1067163"/>
                </a:lnTo>
                <a:cubicBezTo>
                  <a:pt x="2526521" y="1067579"/>
                  <a:pt x="2526521" y="1068160"/>
                  <a:pt x="2526271" y="1068659"/>
                </a:cubicBezTo>
                <a:lnTo>
                  <a:pt x="2515553" y="1087269"/>
                </a:lnTo>
                <a:cubicBezTo>
                  <a:pt x="2515222" y="1087684"/>
                  <a:pt x="2514723" y="1088016"/>
                  <a:pt x="2514225" y="1088016"/>
                </a:cubicBezTo>
                <a:close/>
                <a:moveTo>
                  <a:pt x="2613162" y="1120270"/>
                </a:moveTo>
                <a:cubicBezTo>
                  <a:pt x="2612581" y="1120269"/>
                  <a:pt x="2612082" y="1120021"/>
                  <a:pt x="2611833" y="1119523"/>
                </a:cubicBezTo>
                <a:lnTo>
                  <a:pt x="2601116" y="1100912"/>
                </a:lnTo>
                <a:cubicBezTo>
                  <a:pt x="2600867" y="1100497"/>
                  <a:pt x="2600867" y="1099915"/>
                  <a:pt x="2601116" y="1099416"/>
                </a:cubicBezTo>
                <a:lnTo>
                  <a:pt x="2611834" y="1080807"/>
                </a:lnTo>
                <a:cubicBezTo>
                  <a:pt x="2612165" y="1080391"/>
                  <a:pt x="2612664" y="1080060"/>
                  <a:pt x="2613162" y="1080060"/>
                </a:cubicBezTo>
                <a:lnTo>
                  <a:pt x="2634598" y="1080059"/>
                </a:lnTo>
                <a:cubicBezTo>
                  <a:pt x="2635178" y="1080060"/>
                  <a:pt x="2635678" y="1080308"/>
                  <a:pt x="2635927" y="1080806"/>
                </a:cubicBezTo>
                <a:lnTo>
                  <a:pt x="2646644" y="1099417"/>
                </a:lnTo>
                <a:cubicBezTo>
                  <a:pt x="2646893" y="1099832"/>
                  <a:pt x="2646893" y="1100414"/>
                  <a:pt x="2646643" y="1100913"/>
                </a:cubicBezTo>
                <a:lnTo>
                  <a:pt x="2635926" y="1119522"/>
                </a:lnTo>
                <a:cubicBezTo>
                  <a:pt x="2635594" y="1119938"/>
                  <a:pt x="2635096" y="1120269"/>
                  <a:pt x="2634598" y="1120270"/>
                </a:cubicBezTo>
                <a:close/>
                <a:moveTo>
                  <a:pt x="2673348" y="1136396"/>
                </a:moveTo>
                <a:cubicBezTo>
                  <a:pt x="2672767" y="1136396"/>
                  <a:pt x="2672268" y="1136147"/>
                  <a:pt x="2672019" y="1135650"/>
                </a:cubicBezTo>
                <a:lnTo>
                  <a:pt x="2661302" y="1117039"/>
                </a:lnTo>
                <a:cubicBezTo>
                  <a:pt x="2661053" y="1116624"/>
                  <a:pt x="2661053" y="1116042"/>
                  <a:pt x="2661302" y="1115543"/>
                </a:cubicBezTo>
                <a:lnTo>
                  <a:pt x="2672020" y="1096933"/>
                </a:lnTo>
                <a:cubicBezTo>
                  <a:pt x="2672351" y="1096518"/>
                  <a:pt x="2672850" y="1096186"/>
                  <a:pt x="2673348" y="1096186"/>
                </a:cubicBezTo>
                <a:lnTo>
                  <a:pt x="2694784" y="1096186"/>
                </a:lnTo>
                <a:cubicBezTo>
                  <a:pt x="2695364" y="1096187"/>
                  <a:pt x="2695863" y="1096435"/>
                  <a:pt x="2696113" y="1096933"/>
                </a:cubicBezTo>
                <a:lnTo>
                  <a:pt x="2706829" y="1115544"/>
                </a:lnTo>
                <a:cubicBezTo>
                  <a:pt x="2707078" y="1115959"/>
                  <a:pt x="2707078" y="1116540"/>
                  <a:pt x="2706829" y="1117039"/>
                </a:cubicBezTo>
                <a:lnTo>
                  <a:pt x="2696112" y="1135649"/>
                </a:lnTo>
                <a:cubicBezTo>
                  <a:pt x="2695780" y="1136065"/>
                  <a:pt x="2695281" y="1136396"/>
                  <a:pt x="2694783" y="1136396"/>
                </a:cubicBezTo>
                <a:close/>
                <a:moveTo>
                  <a:pt x="2974279" y="1217031"/>
                </a:moveTo>
                <a:cubicBezTo>
                  <a:pt x="2973699" y="1217030"/>
                  <a:pt x="2973199" y="1216782"/>
                  <a:pt x="2972950" y="1216284"/>
                </a:cubicBezTo>
                <a:lnTo>
                  <a:pt x="2962233" y="1197673"/>
                </a:lnTo>
                <a:cubicBezTo>
                  <a:pt x="2961984" y="1197258"/>
                  <a:pt x="2961984" y="1196677"/>
                  <a:pt x="2962234" y="1196177"/>
                </a:cubicBezTo>
                <a:lnTo>
                  <a:pt x="2972951" y="1177568"/>
                </a:lnTo>
                <a:cubicBezTo>
                  <a:pt x="2973283" y="1177152"/>
                  <a:pt x="2973781" y="1176821"/>
                  <a:pt x="2974279" y="1176821"/>
                </a:cubicBezTo>
                <a:lnTo>
                  <a:pt x="2995715" y="1176821"/>
                </a:lnTo>
                <a:cubicBezTo>
                  <a:pt x="2996296" y="1176821"/>
                  <a:pt x="2996795" y="1177069"/>
                  <a:pt x="2997044" y="1177567"/>
                </a:cubicBezTo>
                <a:lnTo>
                  <a:pt x="3007761" y="1196178"/>
                </a:lnTo>
                <a:cubicBezTo>
                  <a:pt x="3008010" y="1196593"/>
                  <a:pt x="3008010" y="1197175"/>
                  <a:pt x="3007761" y="1197674"/>
                </a:cubicBezTo>
                <a:lnTo>
                  <a:pt x="2997043" y="1216284"/>
                </a:lnTo>
                <a:cubicBezTo>
                  <a:pt x="2996712" y="1216699"/>
                  <a:pt x="2996213" y="1217030"/>
                  <a:pt x="2995715" y="1217031"/>
                </a:cubicBezTo>
                <a:close/>
                <a:moveTo>
                  <a:pt x="3034466" y="1233158"/>
                </a:moveTo>
                <a:cubicBezTo>
                  <a:pt x="3033885" y="1233157"/>
                  <a:pt x="3033386" y="1232909"/>
                  <a:pt x="3033137" y="1232411"/>
                </a:cubicBezTo>
                <a:lnTo>
                  <a:pt x="3022420" y="1213800"/>
                </a:lnTo>
                <a:cubicBezTo>
                  <a:pt x="3022171" y="1213385"/>
                  <a:pt x="3022171" y="1212804"/>
                  <a:pt x="3022420" y="1212305"/>
                </a:cubicBezTo>
                <a:lnTo>
                  <a:pt x="3033138" y="1193695"/>
                </a:lnTo>
                <a:cubicBezTo>
                  <a:pt x="3033469" y="1193279"/>
                  <a:pt x="3033968" y="1192948"/>
                  <a:pt x="3034466" y="1192948"/>
                </a:cubicBezTo>
                <a:lnTo>
                  <a:pt x="3055902" y="1192948"/>
                </a:lnTo>
                <a:cubicBezTo>
                  <a:pt x="3056482" y="1192948"/>
                  <a:pt x="3056982" y="1193197"/>
                  <a:pt x="3057231" y="1193694"/>
                </a:cubicBezTo>
                <a:lnTo>
                  <a:pt x="3067948" y="1212305"/>
                </a:lnTo>
                <a:cubicBezTo>
                  <a:pt x="3068197" y="1212720"/>
                  <a:pt x="3068197" y="1213302"/>
                  <a:pt x="3067947" y="1213801"/>
                </a:cubicBezTo>
                <a:lnTo>
                  <a:pt x="3057230" y="1232411"/>
                </a:lnTo>
                <a:cubicBezTo>
                  <a:pt x="3056898" y="1232826"/>
                  <a:pt x="3056400" y="1233158"/>
                  <a:pt x="3055902" y="1233158"/>
                </a:cubicBezTo>
                <a:close/>
                <a:moveTo>
                  <a:pt x="3094652" y="1249284"/>
                </a:moveTo>
                <a:cubicBezTo>
                  <a:pt x="3094071" y="1249284"/>
                  <a:pt x="3093572" y="1249036"/>
                  <a:pt x="3093323" y="1248538"/>
                </a:cubicBezTo>
                <a:lnTo>
                  <a:pt x="3082606" y="1229927"/>
                </a:lnTo>
                <a:cubicBezTo>
                  <a:pt x="3082357" y="1229512"/>
                  <a:pt x="3082357" y="1228930"/>
                  <a:pt x="3082606" y="1228431"/>
                </a:cubicBezTo>
                <a:lnTo>
                  <a:pt x="3093324" y="1209821"/>
                </a:lnTo>
                <a:cubicBezTo>
                  <a:pt x="3093655" y="1209406"/>
                  <a:pt x="3094154" y="1209075"/>
                  <a:pt x="3094652" y="1209074"/>
                </a:cubicBezTo>
                <a:lnTo>
                  <a:pt x="3116088" y="1209074"/>
                </a:lnTo>
                <a:cubicBezTo>
                  <a:pt x="3116668" y="1209075"/>
                  <a:pt x="3117167" y="1209323"/>
                  <a:pt x="3117417" y="1209821"/>
                </a:cubicBezTo>
                <a:lnTo>
                  <a:pt x="3128133" y="1228432"/>
                </a:lnTo>
                <a:cubicBezTo>
                  <a:pt x="3128382" y="1228847"/>
                  <a:pt x="3128382" y="1229428"/>
                  <a:pt x="3128133" y="1229928"/>
                </a:cubicBezTo>
                <a:lnTo>
                  <a:pt x="3117416" y="1248537"/>
                </a:lnTo>
                <a:cubicBezTo>
                  <a:pt x="3117084" y="1248953"/>
                  <a:pt x="3116585" y="1249284"/>
                  <a:pt x="3116087" y="1249284"/>
                </a:cubicBezTo>
                <a:close/>
                <a:moveTo>
                  <a:pt x="3215025" y="1281538"/>
                </a:moveTo>
                <a:cubicBezTo>
                  <a:pt x="3214444" y="1281538"/>
                  <a:pt x="3213945" y="1281289"/>
                  <a:pt x="3213696" y="1280791"/>
                </a:cubicBezTo>
                <a:lnTo>
                  <a:pt x="3202979" y="1262181"/>
                </a:lnTo>
                <a:cubicBezTo>
                  <a:pt x="3202730" y="1261765"/>
                  <a:pt x="3202730" y="1261184"/>
                  <a:pt x="3202979" y="1260685"/>
                </a:cubicBezTo>
                <a:lnTo>
                  <a:pt x="3213696" y="1242075"/>
                </a:lnTo>
                <a:cubicBezTo>
                  <a:pt x="3214028" y="1241660"/>
                  <a:pt x="3214527" y="1241328"/>
                  <a:pt x="3215025" y="1241328"/>
                </a:cubicBezTo>
                <a:lnTo>
                  <a:pt x="3236460" y="1241328"/>
                </a:lnTo>
                <a:cubicBezTo>
                  <a:pt x="3237041" y="1241328"/>
                  <a:pt x="3237540" y="1241577"/>
                  <a:pt x="3237789" y="1242075"/>
                </a:cubicBezTo>
                <a:lnTo>
                  <a:pt x="3248506" y="1260685"/>
                </a:lnTo>
                <a:cubicBezTo>
                  <a:pt x="3248755" y="1261101"/>
                  <a:pt x="3248755" y="1261682"/>
                  <a:pt x="3248506" y="1262181"/>
                </a:cubicBezTo>
                <a:lnTo>
                  <a:pt x="3237789" y="1280791"/>
                </a:lnTo>
                <a:cubicBezTo>
                  <a:pt x="3237457" y="1281206"/>
                  <a:pt x="3236958" y="1281538"/>
                  <a:pt x="3236460" y="1281538"/>
                </a:cubicBezTo>
                <a:close/>
                <a:moveTo>
                  <a:pt x="2552895" y="1104226"/>
                </a:moveTo>
                <a:cubicBezTo>
                  <a:pt x="2552313" y="1104226"/>
                  <a:pt x="2551815" y="1103977"/>
                  <a:pt x="2551565" y="1103479"/>
                </a:cubicBezTo>
                <a:lnTo>
                  <a:pt x="2540765" y="1084786"/>
                </a:lnTo>
                <a:cubicBezTo>
                  <a:pt x="2540515" y="1084370"/>
                  <a:pt x="2540516" y="1083789"/>
                  <a:pt x="2540764" y="1083290"/>
                </a:cubicBezTo>
                <a:lnTo>
                  <a:pt x="2551564" y="1064597"/>
                </a:lnTo>
                <a:cubicBezTo>
                  <a:pt x="2551814" y="1064182"/>
                  <a:pt x="2552396" y="1063850"/>
                  <a:pt x="2552895" y="1063850"/>
                </a:cubicBezTo>
                <a:lnTo>
                  <a:pt x="2574495" y="1063850"/>
                </a:lnTo>
                <a:cubicBezTo>
                  <a:pt x="2575076" y="1063850"/>
                  <a:pt x="2575574" y="1064099"/>
                  <a:pt x="2575824" y="1064597"/>
                </a:cubicBezTo>
                <a:lnTo>
                  <a:pt x="2586625" y="1083290"/>
                </a:lnTo>
                <a:cubicBezTo>
                  <a:pt x="2586873" y="1083706"/>
                  <a:pt x="2586874" y="1084288"/>
                  <a:pt x="2586625" y="1084786"/>
                </a:cubicBezTo>
                <a:lnTo>
                  <a:pt x="2575824" y="1103479"/>
                </a:lnTo>
                <a:cubicBezTo>
                  <a:pt x="2575575" y="1103894"/>
                  <a:pt x="2574992" y="1104226"/>
                  <a:pt x="2574495" y="1104226"/>
                </a:cubicBezTo>
                <a:close/>
                <a:moveTo>
                  <a:pt x="2793639" y="1168733"/>
                </a:moveTo>
                <a:cubicBezTo>
                  <a:pt x="2793057" y="1168733"/>
                  <a:pt x="2792559" y="1168484"/>
                  <a:pt x="2792309" y="1167986"/>
                </a:cubicBezTo>
                <a:lnTo>
                  <a:pt x="2781509" y="1149293"/>
                </a:lnTo>
                <a:cubicBezTo>
                  <a:pt x="2781260" y="1148877"/>
                  <a:pt x="2781260" y="1148296"/>
                  <a:pt x="2781509" y="1147797"/>
                </a:cubicBezTo>
                <a:lnTo>
                  <a:pt x="2792309" y="1129104"/>
                </a:lnTo>
                <a:cubicBezTo>
                  <a:pt x="2792559" y="1128689"/>
                  <a:pt x="2793140" y="1128357"/>
                  <a:pt x="2793639" y="1128357"/>
                </a:cubicBezTo>
                <a:lnTo>
                  <a:pt x="2815239" y="1128357"/>
                </a:lnTo>
                <a:cubicBezTo>
                  <a:pt x="2815821" y="1128357"/>
                  <a:pt x="2816319" y="1128606"/>
                  <a:pt x="2816568" y="1129104"/>
                </a:cubicBezTo>
                <a:lnTo>
                  <a:pt x="2827369" y="1147797"/>
                </a:lnTo>
                <a:cubicBezTo>
                  <a:pt x="2827618" y="1148213"/>
                  <a:pt x="2827618" y="1148795"/>
                  <a:pt x="2827369" y="1149293"/>
                </a:cubicBezTo>
                <a:lnTo>
                  <a:pt x="2816568" y="1167986"/>
                </a:lnTo>
                <a:cubicBezTo>
                  <a:pt x="2816319" y="1168401"/>
                  <a:pt x="2815737" y="1168733"/>
                  <a:pt x="2815239" y="1168733"/>
                </a:cubicBezTo>
                <a:close/>
                <a:moveTo>
                  <a:pt x="3154757" y="1265494"/>
                </a:moveTo>
                <a:cubicBezTo>
                  <a:pt x="3154175" y="1265495"/>
                  <a:pt x="3153677" y="1265245"/>
                  <a:pt x="3153427" y="1264747"/>
                </a:cubicBezTo>
                <a:lnTo>
                  <a:pt x="3142627" y="1246054"/>
                </a:lnTo>
                <a:cubicBezTo>
                  <a:pt x="3142378" y="1245638"/>
                  <a:pt x="3142378" y="1245057"/>
                  <a:pt x="3142627" y="1244558"/>
                </a:cubicBezTo>
                <a:lnTo>
                  <a:pt x="3153427" y="1225866"/>
                </a:lnTo>
                <a:cubicBezTo>
                  <a:pt x="3153677" y="1225450"/>
                  <a:pt x="3154258" y="1225118"/>
                  <a:pt x="3154757" y="1225118"/>
                </a:cubicBezTo>
                <a:lnTo>
                  <a:pt x="3176357" y="1225118"/>
                </a:lnTo>
                <a:cubicBezTo>
                  <a:pt x="3176939" y="1225118"/>
                  <a:pt x="3177437" y="1225367"/>
                  <a:pt x="3177686" y="1225865"/>
                </a:cubicBezTo>
                <a:lnTo>
                  <a:pt x="3188487" y="1244558"/>
                </a:lnTo>
                <a:cubicBezTo>
                  <a:pt x="3188736" y="1244974"/>
                  <a:pt x="3188736" y="1245556"/>
                  <a:pt x="3188487" y="1246054"/>
                </a:cubicBezTo>
                <a:lnTo>
                  <a:pt x="3177686" y="1264747"/>
                </a:lnTo>
                <a:cubicBezTo>
                  <a:pt x="3177437" y="1265162"/>
                  <a:pt x="3176855" y="1265495"/>
                  <a:pt x="3176357" y="1265494"/>
                </a:cubicBezTo>
                <a:close/>
                <a:moveTo>
                  <a:pt x="3275129" y="1297748"/>
                </a:moveTo>
                <a:cubicBezTo>
                  <a:pt x="3274547" y="1297748"/>
                  <a:pt x="3274049" y="1297499"/>
                  <a:pt x="3273799" y="1297001"/>
                </a:cubicBezTo>
                <a:lnTo>
                  <a:pt x="3262999" y="1278308"/>
                </a:lnTo>
                <a:cubicBezTo>
                  <a:pt x="3262750" y="1277892"/>
                  <a:pt x="3262750" y="1277311"/>
                  <a:pt x="3262999" y="1276812"/>
                </a:cubicBezTo>
                <a:lnTo>
                  <a:pt x="3273799" y="1258119"/>
                </a:lnTo>
                <a:cubicBezTo>
                  <a:pt x="3274049" y="1257704"/>
                  <a:pt x="3274630" y="1257372"/>
                  <a:pt x="3275129" y="1257372"/>
                </a:cubicBezTo>
                <a:lnTo>
                  <a:pt x="3296729" y="1257372"/>
                </a:lnTo>
                <a:cubicBezTo>
                  <a:pt x="3297311" y="1257372"/>
                  <a:pt x="3297809" y="1257621"/>
                  <a:pt x="3298058" y="1258119"/>
                </a:cubicBezTo>
                <a:lnTo>
                  <a:pt x="3308859" y="1276812"/>
                </a:lnTo>
                <a:cubicBezTo>
                  <a:pt x="3309108" y="1277228"/>
                  <a:pt x="3309108" y="1277810"/>
                  <a:pt x="3308859" y="1278308"/>
                </a:cubicBezTo>
                <a:lnTo>
                  <a:pt x="3298058" y="1297001"/>
                </a:lnTo>
                <a:cubicBezTo>
                  <a:pt x="3297809" y="1297416"/>
                  <a:pt x="3297227" y="1297748"/>
                  <a:pt x="3296729" y="1297748"/>
                </a:cubicBezTo>
                <a:close/>
                <a:moveTo>
                  <a:pt x="3395502" y="1330001"/>
                </a:moveTo>
                <a:cubicBezTo>
                  <a:pt x="3394920" y="1330002"/>
                  <a:pt x="3394422" y="1329752"/>
                  <a:pt x="3394172" y="1329255"/>
                </a:cubicBezTo>
                <a:lnTo>
                  <a:pt x="3383372" y="1310562"/>
                </a:lnTo>
                <a:cubicBezTo>
                  <a:pt x="3383122" y="1310145"/>
                  <a:pt x="3383123" y="1309565"/>
                  <a:pt x="3383371" y="1309066"/>
                </a:cubicBezTo>
                <a:lnTo>
                  <a:pt x="3394171" y="1290373"/>
                </a:lnTo>
                <a:cubicBezTo>
                  <a:pt x="3394421" y="1289957"/>
                  <a:pt x="3395003" y="1289626"/>
                  <a:pt x="3395502" y="1289626"/>
                </a:cubicBezTo>
                <a:lnTo>
                  <a:pt x="3417102" y="1289626"/>
                </a:lnTo>
                <a:cubicBezTo>
                  <a:pt x="3417683" y="1289626"/>
                  <a:pt x="3418181" y="1289875"/>
                  <a:pt x="3418431" y="1290373"/>
                </a:cubicBezTo>
                <a:lnTo>
                  <a:pt x="3429232" y="1309066"/>
                </a:lnTo>
                <a:cubicBezTo>
                  <a:pt x="3429480" y="1309482"/>
                  <a:pt x="3429481" y="1310064"/>
                  <a:pt x="3429232" y="1310562"/>
                </a:cubicBezTo>
                <a:lnTo>
                  <a:pt x="3418431" y="1329255"/>
                </a:lnTo>
                <a:cubicBezTo>
                  <a:pt x="3418182" y="1329670"/>
                  <a:pt x="3417599" y="1330002"/>
                  <a:pt x="3417102" y="1330001"/>
                </a:cubicBezTo>
                <a:close/>
                <a:moveTo>
                  <a:pt x="3335313" y="1313970"/>
                </a:moveTo>
                <a:cubicBezTo>
                  <a:pt x="3334732" y="1313969"/>
                  <a:pt x="3334233" y="1313720"/>
                  <a:pt x="3333984" y="1313222"/>
                </a:cubicBezTo>
                <a:lnTo>
                  <a:pt x="3323184" y="1294446"/>
                </a:lnTo>
                <a:cubicBezTo>
                  <a:pt x="3322935" y="1294030"/>
                  <a:pt x="3322935" y="1293449"/>
                  <a:pt x="3323184" y="1292950"/>
                </a:cubicBezTo>
                <a:lnTo>
                  <a:pt x="3333984" y="1274175"/>
                </a:lnTo>
                <a:cubicBezTo>
                  <a:pt x="3334233" y="1273759"/>
                  <a:pt x="3334815" y="1273426"/>
                  <a:pt x="3335313" y="1273427"/>
                </a:cubicBezTo>
                <a:lnTo>
                  <a:pt x="3356997" y="1273427"/>
                </a:lnTo>
                <a:cubicBezTo>
                  <a:pt x="3357579" y="1273427"/>
                  <a:pt x="3358077" y="1273676"/>
                  <a:pt x="3358326" y="1274175"/>
                </a:cubicBezTo>
                <a:lnTo>
                  <a:pt x="3369127" y="1292950"/>
                </a:lnTo>
                <a:cubicBezTo>
                  <a:pt x="3369376" y="1293366"/>
                  <a:pt x="3369376" y="1293948"/>
                  <a:pt x="3369127" y="1294446"/>
                </a:cubicBezTo>
                <a:lnTo>
                  <a:pt x="3358326" y="1313222"/>
                </a:lnTo>
                <a:cubicBezTo>
                  <a:pt x="3358077" y="1313638"/>
                  <a:pt x="3357495" y="1313969"/>
                  <a:pt x="3356997" y="1313970"/>
                </a:cubicBezTo>
                <a:close/>
                <a:moveTo>
                  <a:pt x="3576057" y="1378477"/>
                </a:moveTo>
                <a:cubicBezTo>
                  <a:pt x="3575477" y="1378477"/>
                  <a:pt x="3574978" y="1378227"/>
                  <a:pt x="3574729" y="1377729"/>
                </a:cubicBezTo>
                <a:lnTo>
                  <a:pt x="3563929" y="1358953"/>
                </a:lnTo>
                <a:cubicBezTo>
                  <a:pt x="3563680" y="1358537"/>
                  <a:pt x="3563680" y="1357956"/>
                  <a:pt x="3563929" y="1357457"/>
                </a:cubicBezTo>
                <a:lnTo>
                  <a:pt x="3574729" y="1338682"/>
                </a:lnTo>
                <a:cubicBezTo>
                  <a:pt x="3574978" y="1338266"/>
                  <a:pt x="3575560" y="1337934"/>
                  <a:pt x="3576058" y="1337934"/>
                </a:cubicBezTo>
                <a:lnTo>
                  <a:pt x="3597742" y="1337934"/>
                </a:lnTo>
                <a:cubicBezTo>
                  <a:pt x="3598324" y="1337934"/>
                  <a:pt x="3598822" y="1338183"/>
                  <a:pt x="3599071" y="1338682"/>
                </a:cubicBezTo>
                <a:lnTo>
                  <a:pt x="3609872" y="1357457"/>
                </a:lnTo>
                <a:cubicBezTo>
                  <a:pt x="3610121" y="1357873"/>
                  <a:pt x="3610121" y="1358455"/>
                  <a:pt x="3609872" y="1358953"/>
                </a:cubicBezTo>
                <a:lnTo>
                  <a:pt x="3599071" y="1377729"/>
                </a:lnTo>
                <a:cubicBezTo>
                  <a:pt x="3598822" y="1378145"/>
                  <a:pt x="3598240" y="1378477"/>
                  <a:pt x="3597742" y="1378477"/>
                </a:cubicBezTo>
                <a:close/>
                <a:moveTo>
                  <a:pt x="3636175" y="1394676"/>
                </a:moveTo>
                <a:cubicBezTo>
                  <a:pt x="3635593" y="1394677"/>
                  <a:pt x="3635094" y="1394428"/>
                  <a:pt x="3634845" y="1393929"/>
                </a:cubicBezTo>
                <a:lnTo>
                  <a:pt x="3623962" y="1375069"/>
                </a:lnTo>
                <a:cubicBezTo>
                  <a:pt x="3623713" y="1374572"/>
                  <a:pt x="3623713" y="1373990"/>
                  <a:pt x="3623962" y="1373492"/>
                </a:cubicBezTo>
                <a:lnTo>
                  <a:pt x="3634845" y="1354633"/>
                </a:lnTo>
                <a:cubicBezTo>
                  <a:pt x="3635094" y="1354218"/>
                  <a:pt x="3635593" y="1353885"/>
                  <a:pt x="3636175" y="1353885"/>
                </a:cubicBezTo>
                <a:lnTo>
                  <a:pt x="3657941" y="1353885"/>
                </a:lnTo>
                <a:cubicBezTo>
                  <a:pt x="3658523" y="1353885"/>
                  <a:pt x="3659021" y="1354134"/>
                  <a:pt x="3659271" y="1354633"/>
                </a:cubicBezTo>
                <a:lnTo>
                  <a:pt x="3670154" y="1373492"/>
                </a:lnTo>
                <a:cubicBezTo>
                  <a:pt x="3670403" y="1373989"/>
                  <a:pt x="3670403" y="1374572"/>
                  <a:pt x="3670154" y="1375070"/>
                </a:cubicBezTo>
                <a:lnTo>
                  <a:pt x="3659271" y="1393929"/>
                </a:lnTo>
                <a:cubicBezTo>
                  <a:pt x="3659021" y="1394345"/>
                  <a:pt x="3658523" y="1394677"/>
                  <a:pt x="3657941" y="1394676"/>
                </a:cubicBezTo>
                <a:close/>
                <a:moveTo>
                  <a:pt x="3515614" y="1362752"/>
                </a:moveTo>
                <a:cubicBezTo>
                  <a:pt x="3515115" y="1362752"/>
                  <a:pt x="3514534" y="1362503"/>
                  <a:pt x="3514285" y="1362005"/>
                </a:cubicBezTo>
                <a:lnTo>
                  <a:pt x="3503235" y="1342897"/>
                </a:lnTo>
                <a:cubicBezTo>
                  <a:pt x="3502986" y="1342398"/>
                  <a:pt x="3502986" y="1341816"/>
                  <a:pt x="3503235" y="1341318"/>
                </a:cubicBezTo>
                <a:lnTo>
                  <a:pt x="3514285" y="1322209"/>
                </a:lnTo>
                <a:cubicBezTo>
                  <a:pt x="3514534" y="1321794"/>
                  <a:pt x="3515032" y="1321462"/>
                  <a:pt x="3515614" y="1321462"/>
                </a:cubicBezTo>
                <a:lnTo>
                  <a:pt x="3537713" y="1321462"/>
                </a:lnTo>
                <a:cubicBezTo>
                  <a:pt x="3538211" y="1321462"/>
                  <a:pt x="3538793" y="1321711"/>
                  <a:pt x="3539042" y="1322209"/>
                </a:cubicBezTo>
                <a:lnTo>
                  <a:pt x="3550092" y="1341318"/>
                </a:lnTo>
                <a:cubicBezTo>
                  <a:pt x="3550341" y="1341816"/>
                  <a:pt x="3550341" y="1342398"/>
                  <a:pt x="3550092" y="1342897"/>
                </a:cubicBezTo>
                <a:lnTo>
                  <a:pt x="3539042" y="1362005"/>
                </a:lnTo>
                <a:cubicBezTo>
                  <a:pt x="3538793" y="1362420"/>
                  <a:pt x="3538294" y="1362752"/>
                  <a:pt x="3537713" y="1362752"/>
                </a:cubicBezTo>
                <a:close/>
                <a:moveTo>
                  <a:pt x="3696089" y="1411216"/>
                </a:moveTo>
                <a:cubicBezTo>
                  <a:pt x="3695590" y="1411215"/>
                  <a:pt x="3695009" y="1410967"/>
                  <a:pt x="3694759" y="1410468"/>
                </a:cubicBezTo>
                <a:lnTo>
                  <a:pt x="3683710" y="1391277"/>
                </a:lnTo>
                <a:cubicBezTo>
                  <a:pt x="3683461" y="1390778"/>
                  <a:pt x="3683461" y="1390198"/>
                  <a:pt x="3683710" y="1389699"/>
                </a:cubicBezTo>
                <a:lnTo>
                  <a:pt x="3694842" y="1370507"/>
                </a:lnTo>
                <a:cubicBezTo>
                  <a:pt x="3695092" y="1370091"/>
                  <a:pt x="3695590" y="1369759"/>
                  <a:pt x="3696172" y="1369759"/>
                </a:cubicBezTo>
                <a:lnTo>
                  <a:pt x="3718354" y="1369760"/>
                </a:lnTo>
                <a:cubicBezTo>
                  <a:pt x="3718852" y="1369760"/>
                  <a:pt x="3719434" y="1370009"/>
                  <a:pt x="3719683" y="1370508"/>
                </a:cubicBezTo>
                <a:lnTo>
                  <a:pt x="3730733" y="1389698"/>
                </a:lnTo>
                <a:cubicBezTo>
                  <a:pt x="3730982" y="1390197"/>
                  <a:pt x="3730982" y="1390779"/>
                  <a:pt x="3730734" y="1391277"/>
                </a:cubicBezTo>
                <a:lnTo>
                  <a:pt x="3719600" y="1410468"/>
                </a:lnTo>
                <a:cubicBezTo>
                  <a:pt x="3719351" y="1410883"/>
                  <a:pt x="3718852" y="1411216"/>
                  <a:pt x="3718271" y="1411216"/>
                </a:cubicBezTo>
                <a:close/>
                <a:moveTo>
                  <a:pt x="3936835" y="1475723"/>
                </a:moveTo>
                <a:cubicBezTo>
                  <a:pt x="3936336" y="1475723"/>
                  <a:pt x="3935755" y="1475474"/>
                  <a:pt x="3935505" y="1474976"/>
                </a:cubicBezTo>
                <a:lnTo>
                  <a:pt x="3924456" y="1455785"/>
                </a:lnTo>
                <a:cubicBezTo>
                  <a:pt x="3924207" y="1455286"/>
                  <a:pt x="3924207" y="1454705"/>
                  <a:pt x="3924456" y="1454206"/>
                </a:cubicBezTo>
                <a:lnTo>
                  <a:pt x="3935588" y="1435015"/>
                </a:lnTo>
                <a:cubicBezTo>
                  <a:pt x="3935838" y="1434599"/>
                  <a:pt x="3936336" y="1434267"/>
                  <a:pt x="3936918" y="1434267"/>
                </a:cubicBezTo>
                <a:lnTo>
                  <a:pt x="3959100" y="1434267"/>
                </a:lnTo>
                <a:cubicBezTo>
                  <a:pt x="3959598" y="1434267"/>
                  <a:pt x="3960180" y="1434516"/>
                  <a:pt x="3960429" y="1435015"/>
                </a:cubicBezTo>
                <a:lnTo>
                  <a:pt x="3971479" y="1454206"/>
                </a:lnTo>
                <a:cubicBezTo>
                  <a:pt x="3971728" y="1454705"/>
                  <a:pt x="3971727" y="1455286"/>
                  <a:pt x="3971479" y="1455785"/>
                </a:cubicBezTo>
                <a:lnTo>
                  <a:pt x="3960346" y="1474976"/>
                </a:lnTo>
                <a:cubicBezTo>
                  <a:pt x="3960097" y="1475391"/>
                  <a:pt x="3959598" y="1475723"/>
                  <a:pt x="3959017" y="1475723"/>
                </a:cubicBezTo>
                <a:close/>
                <a:moveTo>
                  <a:pt x="3756109" y="1427759"/>
                </a:moveTo>
                <a:cubicBezTo>
                  <a:pt x="3755528" y="1427758"/>
                  <a:pt x="3754946" y="1427426"/>
                  <a:pt x="3754697" y="1426927"/>
                </a:cubicBezTo>
                <a:lnTo>
                  <a:pt x="3743398" y="1407404"/>
                </a:lnTo>
                <a:cubicBezTo>
                  <a:pt x="3743149" y="1406906"/>
                  <a:pt x="3743149" y="1406324"/>
                  <a:pt x="3743398" y="1405825"/>
                </a:cubicBezTo>
                <a:lnTo>
                  <a:pt x="3754697" y="1386303"/>
                </a:lnTo>
                <a:cubicBezTo>
                  <a:pt x="3755029" y="1385803"/>
                  <a:pt x="3755528" y="1385471"/>
                  <a:pt x="3756109" y="1385471"/>
                </a:cubicBezTo>
                <a:lnTo>
                  <a:pt x="3778707" y="1385471"/>
                </a:lnTo>
                <a:cubicBezTo>
                  <a:pt x="3779288" y="1385471"/>
                  <a:pt x="3779870" y="1385803"/>
                  <a:pt x="3780119" y="1386302"/>
                </a:cubicBezTo>
                <a:lnTo>
                  <a:pt x="3791418" y="1405825"/>
                </a:lnTo>
                <a:cubicBezTo>
                  <a:pt x="3791667" y="1406324"/>
                  <a:pt x="3791667" y="1406906"/>
                  <a:pt x="3791418" y="1407404"/>
                </a:cubicBezTo>
                <a:lnTo>
                  <a:pt x="3780119" y="1426927"/>
                </a:lnTo>
                <a:cubicBezTo>
                  <a:pt x="3779787" y="1427426"/>
                  <a:pt x="3779288" y="1427758"/>
                  <a:pt x="3778707" y="1427758"/>
                </a:cubicBezTo>
                <a:close/>
                <a:moveTo>
                  <a:pt x="3816153" y="1444126"/>
                </a:moveTo>
                <a:cubicBezTo>
                  <a:pt x="3815571" y="1444126"/>
                  <a:pt x="3815072" y="1443794"/>
                  <a:pt x="3814740" y="1443295"/>
                </a:cubicBezTo>
                <a:lnTo>
                  <a:pt x="3803275" y="1423439"/>
                </a:lnTo>
                <a:cubicBezTo>
                  <a:pt x="3802943" y="1423024"/>
                  <a:pt x="3802943" y="1422360"/>
                  <a:pt x="3803275" y="1421862"/>
                </a:cubicBezTo>
                <a:lnTo>
                  <a:pt x="3814740" y="1402005"/>
                </a:lnTo>
                <a:cubicBezTo>
                  <a:pt x="3815072" y="1401507"/>
                  <a:pt x="3815571" y="1401175"/>
                  <a:pt x="3816153" y="1401174"/>
                </a:cubicBezTo>
                <a:lnTo>
                  <a:pt x="3838999" y="1401174"/>
                </a:lnTo>
                <a:cubicBezTo>
                  <a:pt x="3839581" y="1401174"/>
                  <a:pt x="3840079" y="1401507"/>
                  <a:pt x="3840412" y="1402005"/>
                </a:cubicBezTo>
                <a:lnTo>
                  <a:pt x="3851876" y="1421861"/>
                </a:lnTo>
                <a:cubicBezTo>
                  <a:pt x="3852209" y="1422276"/>
                  <a:pt x="3852209" y="1422941"/>
                  <a:pt x="3851876" y="1423439"/>
                </a:cubicBezTo>
                <a:lnTo>
                  <a:pt x="3840412" y="1443295"/>
                </a:lnTo>
                <a:cubicBezTo>
                  <a:pt x="3840079" y="1443794"/>
                  <a:pt x="3839581" y="1444126"/>
                  <a:pt x="3838999" y="1444126"/>
                </a:cubicBezTo>
                <a:close/>
                <a:moveTo>
                  <a:pt x="3876345" y="1460359"/>
                </a:moveTo>
                <a:cubicBezTo>
                  <a:pt x="3875765" y="1460359"/>
                  <a:pt x="3875267" y="1460027"/>
                  <a:pt x="3874934" y="1459529"/>
                </a:cubicBezTo>
                <a:lnTo>
                  <a:pt x="3863469" y="1439589"/>
                </a:lnTo>
                <a:cubicBezTo>
                  <a:pt x="3863136" y="1439091"/>
                  <a:pt x="3863136" y="1438426"/>
                  <a:pt x="3863469" y="1437928"/>
                </a:cubicBezTo>
                <a:lnTo>
                  <a:pt x="3874933" y="1417989"/>
                </a:lnTo>
                <a:cubicBezTo>
                  <a:pt x="3875267" y="1417491"/>
                  <a:pt x="3875765" y="1417158"/>
                  <a:pt x="3876346" y="1417158"/>
                </a:cubicBezTo>
                <a:lnTo>
                  <a:pt x="3899360" y="1417158"/>
                </a:lnTo>
                <a:cubicBezTo>
                  <a:pt x="3899941" y="1417158"/>
                  <a:pt x="3900439" y="1417491"/>
                  <a:pt x="3900772" y="1417989"/>
                </a:cubicBezTo>
                <a:lnTo>
                  <a:pt x="3912236" y="1437928"/>
                </a:lnTo>
                <a:cubicBezTo>
                  <a:pt x="3912569" y="1438426"/>
                  <a:pt x="3912569" y="1439091"/>
                  <a:pt x="3912237" y="1439589"/>
                </a:cubicBezTo>
                <a:lnTo>
                  <a:pt x="3900772" y="1459529"/>
                </a:lnTo>
                <a:cubicBezTo>
                  <a:pt x="3900440" y="1460027"/>
                  <a:pt x="3899940" y="1460359"/>
                  <a:pt x="3899360" y="1460359"/>
                </a:cubicBezTo>
                <a:close/>
                <a:moveTo>
                  <a:pt x="1763537" y="933515"/>
                </a:moveTo>
                <a:cubicBezTo>
                  <a:pt x="1763372" y="933515"/>
                  <a:pt x="1763123" y="933266"/>
                  <a:pt x="1763123" y="933266"/>
                </a:cubicBezTo>
                <a:lnTo>
                  <a:pt x="1759384" y="926869"/>
                </a:lnTo>
                <a:cubicBezTo>
                  <a:pt x="1759301" y="926703"/>
                  <a:pt x="1759383" y="926371"/>
                  <a:pt x="1759383" y="926371"/>
                </a:cubicBezTo>
                <a:lnTo>
                  <a:pt x="1763123" y="919973"/>
                </a:lnTo>
                <a:cubicBezTo>
                  <a:pt x="1763206" y="919807"/>
                  <a:pt x="1763538" y="919724"/>
                  <a:pt x="1763538" y="919724"/>
                </a:cubicBezTo>
                <a:lnTo>
                  <a:pt x="1770932" y="919724"/>
                </a:lnTo>
                <a:cubicBezTo>
                  <a:pt x="1771098" y="919724"/>
                  <a:pt x="1771347" y="919973"/>
                  <a:pt x="1771347" y="919973"/>
                </a:cubicBezTo>
                <a:lnTo>
                  <a:pt x="1775086" y="926371"/>
                </a:lnTo>
                <a:cubicBezTo>
                  <a:pt x="1775169" y="926537"/>
                  <a:pt x="1775086" y="926869"/>
                  <a:pt x="1775086" y="926869"/>
                </a:cubicBezTo>
                <a:lnTo>
                  <a:pt x="1771346" y="933266"/>
                </a:lnTo>
                <a:cubicBezTo>
                  <a:pt x="1771264" y="933432"/>
                  <a:pt x="1770932" y="933515"/>
                  <a:pt x="1770932" y="933515"/>
                </a:cubicBezTo>
                <a:close/>
                <a:moveTo>
                  <a:pt x="1160616" y="774254"/>
                </a:moveTo>
                <a:cubicBezTo>
                  <a:pt x="1160367" y="774254"/>
                  <a:pt x="1160034" y="773922"/>
                  <a:pt x="1160034" y="773922"/>
                </a:cubicBezTo>
                <a:lnTo>
                  <a:pt x="1155299" y="765614"/>
                </a:lnTo>
                <a:cubicBezTo>
                  <a:pt x="1155216" y="765448"/>
                  <a:pt x="1155300" y="764950"/>
                  <a:pt x="1155300" y="764950"/>
                </a:cubicBezTo>
                <a:lnTo>
                  <a:pt x="1160117" y="756642"/>
                </a:lnTo>
                <a:cubicBezTo>
                  <a:pt x="1160200" y="756475"/>
                  <a:pt x="1160699" y="756309"/>
                  <a:pt x="1160699" y="756309"/>
                </a:cubicBezTo>
                <a:lnTo>
                  <a:pt x="1170254" y="756309"/>
                </a:lnTo>
                <a:cubicBezTo>
                  <a:pt x="1170502" y="756309"/>
                  <a:pt x="1170835" y="756642"/>
                  <a:pt x="1170835" y="756642"/>
                </a:cubicBezTo>
                <a:lnTo>
                  <a:pt x="1175570" y="764950"/>
                </a:lnTo>
                <a:cubicBezTo>
                  <a:pt x="1175653" y="765115"/>
                  <a:pt x="1175570" y="765614"/>
                  <a:pt x="1175570" y="765614"/>
                </a:cubicBezTo>
                <a:lnTo>
                  <a:pt x="1170752" y="773922"/>
                </a:lnTo>
                <a:cubicBezTo>
                  <a:pt x="1170668" y="774088"/>
                  <a:pt x="1170170" y="774254"/>
                  <a:pt x="1170170" y="774254"/>
                </a:cubicBezTo>
                <a:close/>
                <a:moveTo>
                  <a:pt x="1218309" y="795117"/>
                </a:moveTo>
                <a:cubicBezTo>
                  <a:pt x="1217893" y="795117"/>
                  <a:pt x="1217395" y="794618"/>
                  <a:pt x="1217395" y="794618"/>
                </a:cubicBezTo>
                <a:lnTo>
                  <a:pt x="1210085" y="781907"/>
                </a:lnTo>
                <a:cubicBezTo>
                  <a:pt x="1209918" y="781658"/>
                  <a:pt x="1210084" y="780910"/>
                  <a:pt x="1210084" y="780910"/>
                </a:cubicBezTo>
                <a:lnTo>
                  <a:pt x="1217395" y="768198"/>
                </a:lnTo>
                <a:cubicBezTo>
                  <a:pt x="1217644" y="767866"/>
                  <a:pt x="1218309" y="767700"/>
                  <a:pt x="1218309" y="767700"/>
                </a:cubicBezTo>
                <a:lnTo>
                  <a:pt x="1232931" y="767700"/>
                </a:lnTo>
                <a:cubicBezTo>
                  <a:pt x="1233346" y="767700"/>
                  <a:pt x="1233844" y="768198"/>
                  <a:pt x="1233844" y="768198"/>
                </a:cubicBezTo>
                <a:lnTo>
                  <a:pt x="1241155" y="780910"/>
                </a:lnTo>
                <a:cubicBezTo>
                  <a:pt x="1241323" y="781159"/>
                  <a:pt x="1241155" y="781907"/>
                  <a:pt x="1241155" y="781907"/>
                </a:cubicBezTo>
                <a:lnTo>
                  <a:pt x="1233844" y="794618"/>
                </a:lnTo>
                <a:cubicBezTo>
                  <a:pt x="1233595" y="794950"/>
                  <a:pt x="1232931" y="795117"/>
                  <a:pt x="1232931" y="795117"/>
                </a:cubicBezTo>
                <a:close/>
                <a:moveTo>
                  <a:pt x="1278152" y="811822"/>
                </a:moveTo>
                <a:cubicBezTo>
                  <a:pt x="1277819" y="811822"/>
                  <a:pt x="1277239" y="811324"/>
                  <a:pt x="1277239" y="811324"/>
                </a:cubicBezTo>
                <a:lnTo>
                  <a:pt x="1269596" y="798114"/>
                </a:lnTo>
                <a:cubicBezTo>
                  <a:pt x="1269429" y="797782"/>
                  <a:pt x="1269595" y="797034"/>
                  <a:pt x="1269595" y="797034"/>
                </a:cubicBezTo>
                <a:lnTo>
                  <a:pt x="1277239" y="783824"/>
                </a:lnTo>
                <a:cubicBezTo>
                  <a:pt x="1277404" y="783575"/>
                  <a:pt x="1278153" y="783326"/>
                  <a:pt x="1278153" y="783326"/>
                </a:cubicBezTo>
                <a:lnTo>
                  <a:pt x="1293438" y="783326"/>
                </a:lnTo>
                <a:cubicBezTo>
                  <a:pt x="1293771" y="783326"/>
                  <a:pt x="1294353" y="783824"/>
                  <a:pt x="1294353" y="783824"/>
                </a:cubicBezTo>
                <a:lnTo>
                  <a:pt x="1301996" y="797034"/>
                </a:lnTo>
                <a:cubicBezTo>
                  <a:pt x="1302162" y="797366"/>
                  <a:pt x="1301996" y="798114"/>
                  <a:pt x="1301996" y="798114"/>
                </a:cubicBezTo>
                <a:lnTo>
                  <a:pt x="1294353" y="811324"/>
                </a:lnTo>
                <a:cubicBezTo>
                  <a:pt x="1294187" y="811573"/>
                  <a:pt x="1293438" y="811822"/>
                  <a:pt x="1293438" y="811822"/>
                </a:cubicBezTo>
                <a:close/>
                <a:moveTo>
                  <a:pt x="1337957" y="828692"/>
                </a:moveTo>
                <a:cubicBezTo>
                  <a:pt x="1337542" y="828692"/>
                  <a:pt x="1336960" y="828110"/>
                  <a:pt x="1336960" y="828110"/>
                </a:cubicBezTo>
                <a:lnTo>
                  <a:pt x="1328902" y="814153"/>
                </a:lnTo>
                <a:cubicBezTo>
                  <a:pt x="1328736" y="813738"/>
                  <a:pt x="1328902" y="812990"/>
                  <a:pt x="1328902" y="812990"/>
                </a:cubicBezTo>
                <a:lnTo>
                  <a:pt x="1336960" y="799033"/>
                </a:lnTo>
                <a:cubicBezTo>
                  <a:pt x="1337210" y="798700"/>
                  <a:pt x="1337957" y="798451"/>
                  <a:pt x="1337957" y="798451"/>
                </a:cubicBezTo>
                <a:lnTo>
                  <a:pt x="1353991" y="798451"/>
                </a:lnTo>
                <a:cubicBezTo>
                  <a:pt x="1354407" y="798451"/>
                  <a:pt x="1354989" y="799033"/>
                  <a:pt x="1354989" y="799033"/>
                </a:cubicBezTo>
                <a:lnTo>
                  <a:pt x="1363047" y="812990"/>
                </a:lnTo>
                <a:cubicBezTo>
                  <a:pt x="1363214" y="813405"/>
                  <a:pt x="1363047" y="814153"/>
                  <a:pt x="1363047" y="814153"/>
                </a:cubicBezTo>
                <a:lnTo>
                  <a:pt x="1354989" y="828110"/>
                </a:lnTo>
                <a:cubicBezTo>
                  <a:pt x="1354739" y="828442"/>
                  <a:pt x="1353991" y="828692"/>
                  <a:pt x="1353991" y="828692"/>
                </a:cubicBezTo>
                <a:close/>
                <a:moveTo>
                  <a:pt x="1698542" y="926456"/>
                </a:moveTo>
                <a:cubicBezTo>
                  <a:pt x="1698043" y="926455"/>
                  <a:pt x="1697462" y="925874"/>
                  <a:pt x="1697462" y="925874"/>
                </a:cubicBezTo>
                <a:lnTo>
                  <a:pt x="1688906" y="911086"/>
                </a:lnTo>
                <a:cubicBezTo>
                  <a:pt x="1688656" y="910672"/>
                  <a:pt x="1688905" y="909839"/>
                  <a:pt x="1688905" y="909839"/>
                </a:cubicBezTo>
                <a:lnTo>
                  <a:pt x="1697462" y="895053"/>
                </a:lnTo>
                <a:cubicBezTo>
                  <a:pt x="1697711" y="894719"/>
                  <a:pt x="1698126" y="894471"/>
                  <a:pt x="1698542" y="894470"/>
                </a:cubicBezTo>
                <a:lnTo>
                  <a:pt x="1715657" y="894470"/>
                </a:lnTo>
                <a:cubicBezTo>
                  <a:pt x="1716156" y="894470"/>
                  <a:pt x="1716736" y="895052"/>
                  <a:pt x="1716736" y="895052"/>
                </a:cubicBezTo>
                <a:lnTo>
                  <a:pt x="1725293" y="909840"/>
                </a:lnTo>
                <a:cubicBezTo>
                  <a:pt x="1725542" y="910255"/>
                  <a:pt x="1725293" y="911087"/>
                  <a:pt x="1725293" y="911087"/>
                </a:cubicBezTo>
                <a:lnTo>
                  <a:pt x="1716736" y="925874"/>
                </a:lnTo>
                <a:cubicBezTo>
                  <a:pt x="1716487" y="926207"/>
                  <a:pt x="1716072" y="926455"/>
                  <a:pt x="1715656" y="926455"/>
                </a:cubicBezTo>
                <a:close/>
                <a:moveTo>
                  <a:pt x="2300093" y="1088310"/>
                </a:moveTo>
                <a:cubicBezTo>
                  <a:pt x="2299678" y="1088310"/>
                  <a:pt x="2299013" y="1087645"/>
                  <a:pt x="2299013" y="1087645"/>
                </a:cubicBezTo>
                <a:lnTo>
                  <a:pt x="2290208" y="1072276"/>
                </a:lnTo>
                <a:cubicBezTo>
                  <a:pt x="2289958" y="1071860"/>
                  <a:pt x="2290207" y="1071028"/>
                  <a:pt x="2290207" y="1071028"/>
                </a:cubicBezTo>
                <a:lnTo>
                  <a:pt x="2299096" y="1055659"/>
                </a:lnTo>
                <a:cubicBezTo>
                  <a:pt x="2299346" y="1055243"/>
                  <a:pt x="2299761" y="1054995"/>
                  <a:pt x="2300176" y="1054995"/>
                </a:cubicBezTo>
                <a:lnTo>
                  <a:pt x="2317872" y="1054995"/>
                </a:lnTo>
                <a:cubicBezTo>
                  <a:pt x="2318287" y="1054995"/>
                  <a:pt x="2318952" y="1055660"/>
                  <a:pt x="2318952" y="1055660"/>
                </a:cubicBezTo>
                <a:lnTo>
                  <a:pt x="2327759" y="1071029"/>
                </a:lnTo>
                <a:cubicBezTo>
                  <a:pt x="2328008" y="1071445"/>
                  <a:pt x="2327759" y="1072276"/>
                  <a:pt x="2327759" y="1072276"/>
                </a:cubicBezTo>
                <a:lnTo>
                  <a:pt x="2318869" y="1087644"/>
                </a:lnTo>
                <a:cubicBezTo>
                  <a:pt x="2318620" y="1088060"/>
                  <a:pt x="2318204" y="1088309"/>
                  <a:pt x="2317789" y="1088310"/>
                </a:cubicBezTo>
                <a:close/>
                <a:moveTo>
                  <a:pt x="4225887" y="1604700"/>
                </a:moveTo>
                <a:cubicBezTo>
                  <a:pt x="4225472" y="1604700"/>
                  <a:pt x="4224807" y="1604035"/>
                  <a:pt x="4224807" y="1604035"/>
                </a:cubicBezTo>
                <a:lnTo>
                  <a:pt x="4215752" y="1588334"/>
                </a:lnTo>
                <a:cubicBezTo>
                  <a:pt x="4215503" y="1588001"/>
                  <a:pt x="4215752" y="1587087"/>
                  <a:pt x="4215752" y="1587087"/>
                </a:cubicBezTo>
                <a:lnTo>
                  <a:pt x="4224807" y="1571385"/>
                </a:lnTo>
                <a:cubicBezTo>
                  <a:pt x="4224973" y="1570970"/>
                  <a:pt x="4225472" y="1570721"/>
                  <a:pt x="4225887" y="1570721"/>
                </a:cubicBezTo>
                <a:lnTo>
                  <a:pt x="4243999" y="1570721"/>
                </a:lnTo>
                <a:cubicBezTo>
                  <a:pt x="4244414" y="1570721"/>
                  <a:pt x="4245079" y="1571385"/>
                  <a:pt x="4245079" y="1571385"/>
                </a:cubicBezTo>
                <a:lnTo>
                  <a:pt x="4254134" y="1587087"/>
                </a:lnTo>
                <a:cubicBezTo>
                  <a:pt x="4254384" y="1587419"/>
                  <a:pt x="4254134" y="1588334"/>
                  <a:pt x="4254134" y="1588334"/>
                </a:cubicBezTo>
                <a:lnTo>
                  <a:pt x="4245079" y="1604035"/>
                </a:lnTo>
                <a:cubicBezTo>
                  <a:pt x="4244913" y="1604451"/>
                  <a:pt x="4244414" y="1604700"/>
                  <a:pt x="4243999" y="1604700"/>
                </a:cubicBezTo>
                <a:close/>
                <a:moveTo>
                  <a:pt x="4165617" y="1588656"/>
                </a:moveTo>
                <a:cubicBezTo>
                  <a:pt x="4165202" y="1588656"/>
                  <a:pt x="4164537" y="1587992"/>
                  <a:pt x="4164537" y="1587992"/>
                </a:cubicBezTo>
                <a:lnTo>
                  <a:pt x="4155482" y="1572207"/>
                </a:lnTo>
                <a:cubicBezTo>
                  <a:pt x="4155233" y="1571874"/>
                  <a:pt x="4155482" y="1570961"/>
                  <a:pt x="4155482" y="1570961"/>
                </a:cubicBezTo>
                <a:lnTo>
                  <a:pt x="4164621" y="1555176"/>
                </a:lnTo>
                <a:cubicBezTo>
                  <a:pt x="4164787" y="1554760"/>
                  <a:pt x="4165285" y="1554511"/>
                  <a:pt x="4165701" y="1554511"/>
                </a:cubicBezTo>
                <a:lnTo>
                  <a:pt x="4183895" y="1554511"/>
                </a:lnTo>
                <a:cubicBezTo>
                  <a:pt x="4184310" y="1554511"/>
                  <a:pt x="4184975" y="1555176"/>
                  <a:pt x="4184975" y="1555176"/>
                </a:cubicBezTo>
                <a:lnTo>
                  <a:pt x="4194031" y="1570961"/>
                </a:lnTo>
                <a:cubicBezTo>
                  <a:pt x="4194280" y="1571293"/>
                  <a:pt x="4194031" y="1572207"/>
                  <a:pt x="4194031" y="1572207"/>
                </a:cubicBezTo>
                <a:lnTo>
                  <a:pt x="4184892" y="1587992"/>
                </a:lnTo>
                <a:cubicBezTo>
                  <a:pt x="4184726" y="1588407"/>
                  <a:pt x="4184227" y="1588656"/>
                  <a:pt x="4183812" y="1588656"/>
                </a:cubicBezTo>
                <a:close/>
                <a:moveTo>
                  <a:pt x="4285732" y="1621397"/>
                </a:moveTo>
                <a:cubicBezTo>
                  <a:pt x="4285234" y="1621397"/>
                  <a:pt x="4284569" y="1620733"/>
                  <a:pt x="4284569" y="1620733"/>
                </a:cubicBezTo>
                <a:lnTo>
                  <a:pt x="4275181" y="1604532"/>
                </a:lnTo>
                <a:cubicBezTo>
                  <a:pt x="4274932" y="1604117"/>
                  <a:pt x="4275181" y="1603203"/>
                  <a:pt x="4275181" y="1603203"/>
                </a:cubicBezTo>
                <a:lnTo>
                  <a:pt x="4284569" y="1587002"/>
                </a:lnTo>
                <a:cubicBezTo>
                  <a:pt x="4284818" y="1586587"/>
                  <a:pt x="4285234" y="1586338"/>
                  <a:pt x="4285732" y="1586338"/>
                </a:cubicBezTo>
                <a:lnTo>
                  <a:pt x="4304425" y="1586338"/>
                </a:lnTo>
                <a:cubicBezTo>
                  <a:pt x="4304923" y="1586338"/>
                  <a:pt x="4305588" y="1587002"/>
                  <a:pt x="4305588" y="1587002"/>
                </a:cubicBezTo>
                <a:lnTo>
                  <a:pt x="4314976" y="1603203"/>
                </a:lnTo>
                <a:cubicBezTo>
                  <a:pt x="4315225" y="1603618"/>
                  <a:pt x="4314976" y="1604532"/>
                  <a:pt x="4314976" y="1604532"/>
                </a:cubicBezTo>
                <a:lnTo>
                  <a:pt x="4305588" y="1620733"/>
                </a:lnTo>
                <a:cubicBezTo>
                  <a:pt x="4305339" y="1621148"/>
                  <a:pt x="4304923" y="1621397"/>
                  <a:pt x="4304425" y="1621397"/>
                </a:cubicBezTo>
                <a:close/>
                <a:moveTo>
                  <a:pt x="4345833" y="1637701"/>
                </a:moveTo>
                <a:cubicBezTo>
                  <a:pt x="4345334" y="1637701"/>
                  <a:pt x="4344670" y="1637036"/>
                  <a:pt x="4344670" y="1637036"/>
                </a:cubicBezTo>
                <a:lnTo>
                  <a:pt x="4335199" y="1620670"/>
                </a:lnTo>
                <a:cubicBezTo>
                  <a:pt x="4334950" y="1620254"/>
                  <a:pt x="4335199" y="1619340"/>
                  <a:pt x="4335199" y="1619340"/>
                </a:cubicBezTo>
                <a:lnTo>
                  <a:pt x="4344670" y="1602974"/>
                </a:lnTo>
                <a:cubicBezTo>
                  <a:pt x="4344919" y="1602558"/>
                  <a:pt x="4345334" y="1602309"/>
                  <a:pt x="4345833" y="1602309"/>
                </a:cubicBezTo>
                <a:lnTo>
                  <a:pt x="4364775" y="1602309"/>
                </a:lnTo>
                <a:cubicBezTo>
                  <a:pt x="4365274" y="1602309"/>
                  <a:pt x="4365938" y="1602974"/>
                  <a:pt x="4365938" y="1602974"/>
                </a:cubicBezTo>
                <a:lnTo>
                  <a:pt x="4375409" y="1619340"/>
                </a:lnTo>
                <a:cubicBezTo>
                  <a:pt x="4375659" y="1619755"/>
                  <a:pt x="4375408" y="1620670"/>
                  <a:pt x="4375408" y="1620670"/>
                </a:cubicBezTo>
                <a:lnTo>
                  <a:pt x="4365937" y="1637036"/>
                </a:lnTo>
                <a:cubicBezTo>
                  <a:pt x="4365689" y="1637451"/>
                  <a:pt x="4365274" y="1637701"/>
                  <a:pt x="4364775" y="1637701"/>
                </a:cubicBezTo>
                <a:close/>
                <a:moveTo>
                  <a:pt x="1396604" y="847732"/>
                </a:moveTo>
                <a:cubicBezTo>
                  <a:pt x="1396105" y="847732"/>
                  <a:pt x="1395441" y="847067"/>
                  <a:pt x="1395441" y="847067"/>
                </a:cubicBezTo>
                <a:lnTo>
                  <a:pt x="1385887" y="830533"/>
                </a:lnTo>
                <a:cubicBezTo>
                  <a:pt x="1385638" y="830119"/>
                  <a:pt x="1385887" y="829205"/>
                  <a:pt x="1385887" y="829205"/>
                </a:cubicBezTo>
                <a:lnTo>
                  <a:pt x="1395441" y="812672"/>
                </a:lnTo>
                <a:cubicBezTo>
                  <a:pt x="1395690" y="812257"/>
                  <a:pt x="1396105" y="812008"/>
                  <a:pt x="1396604" y="812007"/>
                </a:cubicBezTo>
                <a:lnTo>
                  <a:pt x="1415712" y="812008"/>
                </a:lnTo>
                <a:cubicBezTo>
                  <a:pt x="1416211" y="812008"/>
                  <a:pt x="1416875" y="812672"/>
                  <a:pt x="1416875" y="812672"/>
                </a:cubicBezTo>
                <a:lnTo>
                  <a:pt x="1426429" y="829205"/>
                </a:lnTo>
                <a:cubicBezTo>
                  <a:pt x="1426678" y="829621"/>
                  <a:pt x="1426429" y="830534"/>
                  <a:pt x="1426429" y="830534"/>
                </a:cubicBezTo>
                <a:lnTo>
                  <a:pt x="1416875" y="847067"/>
                </a:lnTo>
                <a:cubicBezTo>
                  <a:pt x="1416626" y="847482"/>
                  <a:pt x="1416211" y="847732"/>
                  <a:pt x="1415712" y="847732"/>
                </a:cubicBezTo>
                <a:close/>
                <a:moveTo>
                  <a:pt x="5188252" y="1863899"/>
                </a:moveTo>
                <a:cubicBezTo>
                  <a:pt x="5187754" y="1863899"/>
                  <a:pt x="5187338" y="1863650"/>
                  <a:pt x="5187089" y="1863235"/>
                </a:cubicBezTo>
                <a:lnTo>
                  <a:pt x="5177452" y="1846536"/>
                </a:lnTo>
                <a:cubicBezTo>
                  <a:pt x="5177203" y="1846121"/>
                  <a:pt x="5177203" y="1845622"/>
                  <a:pt x="5177452" y="1845206"/>
                </a:cubicBezTo>
                <a:lnTo>
                  <a:pt x="5187089" y="1828508"/>
                </a:lnTo>
                <a:cubicBezTo>
                  <a:pt x="5187338" y="1828092"/>
                  <a:pt x="5187754" y="1827843"/>
                  <a:pt x="5188252" y="1827843"/>
                </a:cubicBezTo>
                <a:lnTo>
                  <a:pt x="5207610" y="1827843"/>
                </a:lnTo>
                <a:cubicBezTo>
                  <a:pt x="5208108" y="1827843"/>
                  <a:pt x="5208524" y="1828092"/>
                  <a:pt x="5208773" y="1828508"/>
                </a:cubicBezTo>
                <a:lnTo>
                  <a:pt x="5218410" y="1845206"/>
                </a:lnTo>
                <a:cubicBezTo>
                  <a:pt x="5218659" y="1845622"/>
                  <a:pt x="5218659" y="1846121"/>
                  <a:pt x="5218410" y="1846536"/>
                </a:cubicBezTo>
                <a:lnTo>
                  <a:pt x="5208773" y="1863235"/>
                </a:lnTo>
                <a:cubicBezTo>
                  <a:pt x="5208524" y="1863650"/>
                  <a:pt x="5208108" y="1863899"/>
                  <a:pt x="5207610" y="1863899"/>
                </a:cubicBezTo>
                <a:close/>
                <a:moveTo>
                  <a:pt x="2239076" y="1073761"/>
                </a:moveTo>
                <a:cubicBezTo>
                  <a:pt x="2238578" y="1073761"/>
                  <a:pt x="2238162" y="1073511"/>
                  <a:pt x="2237913" y="1073096"/>
                </a:cubicBezTo>
                <a:lnTo>
                  <a:pt x="2228194" y="1056231"/>
                </a:lnTo>
                <a:cubicBezTo>
                  <a:pt x="2227944" y="1055733"/>
                  <a:pt x="2227945" y="1055234"/>
                  <a:pt x="2228194" y="1054819"/>
                </a:cubicBezTo>
                <a:lnTo>
                  <a:pt x="2237914" y="1037954"/>
                </a:lnTo>
                <a:cubicBezTo>
                  <a:pt x="2238162" y="1037538"/>
                  <a:pt x="2238579" y="1037289"/>
                  <a:pt x="2239077" y="1037289"/>
                </a:cubicBezTo>
                <a:lnTo>
                  <a:pt x="2258517" y="1037289"/>
                </a:lnTo>
                <a:cubicBezTo>
                  <a:pt x="2259015" y="1037289"/>
                  <a:pt x="2259432" y="1037538"/>
                  <a:pt x="2259680" y="1037954"/>
                </a:cubicBezTo>
                <a:lnTo>
                  <a:pt x="2269401" y="1054819"/>
                </a:lnTo>
                <a:cubicBezTo>
                  <a:pt x="2269650" y="1055317"/>
                  <a:pt x="2269650" y="1055815"/>
                  <a:pt x="2269401" y="1056231"/>
                </a:cubicBezTo>
                <a:lnTo>
                  <a:pt x="2259680" y="1073096"/>
                </a:lnTo>
                <a:cubicBezTo>
                  <a:pt x="2259432" y="1073511"/>
                  <a:pt x="2259016" y="1073761"/>
                  <a:pt x="2258517" y="1073761"/>
                </a:cubicBezTo>
                <a:close/>
                <a:moveTo>
                  <a:pt x="2840939" y="1235029"/>
                </a:moveTo>
                <a:cubicBezTo>
                  <a:pt x="2840441" y="1235030"/>
                  <a:pt x="2840026" y="1234780"/>
                  <a:pt x="2839776" y="1234364"/>
                </a:cubicBezTo>
                <a:lnTo>
                  <a:pt x="2830056" y="1217500"/>
                </a:lnTo>
                <a:cubicBezTo>
                  <a:pt x="2829807" y="1217002"/>
                  <a:pt x="2829807" y="1216503"/>
                  <a:pt x="2830056" y="1216087"/>
                </a:cubicBezTo>
                <a:lnTo>
                  <a:pt x="2839776" y="1199222"/>
                </a:lnTo>
                <a:cubicBezTo>
                  <a:pt x="2840026" y="1198806"/>
                  <a:pt x="2840441" y="1198557"/>
                  <a:pt x="2840939" y="1198557"/>
                </a:cubicBezTo>
                <a:lnTo>
                  <a:pt x="2860380" y="1198557"/>
                </a:lnTo>
                <a:cubicBezTo>
                  <a:pt x="2860878" y="1198557"/>
                  <a:pt x="2861294" y="1198807"/>
                  <a:pt x="2861543" y="1199223"/>
                </a:cubicBezTo>
                <a:lnTo>
                  <a:pt x="2871263" y="1216088"/>
                </a:lnTo>
                <a:cubicBezTo>
                  <a:pt x="2871513" y="1216586"/>
                  <a:pt x="2871513" y="1217084"/>
                  <a:pt x="2871263" y="1217500"/>
                </a:cubicBezTo>
                <a:lnTo>
                  <a:pt x="2861543" y="1234365"/>
                </a:lnTo>
                <a:cubicBezTo>
                  <a:pt x="2861294" y="1234779"/>
                  <a:pt x="2860878" y="1235030"/>
                  <a:pt x="2860380" y="1235030"/>
                </a:cubicBezTo>
                <a:close/>
                <a:moveTo>
                  <a:pt x="4526153" y="1686581"/>
                </a:moveTo>
                <a:cubicBezTo>
                  <a:pt x="4525655" y="1686581"/>
                  <a:pt x="4525240" y="1686331"/>
                  <a:pt x="4524990" y="1685916"/>
                </a:cubicBezTo>
                <a:lnTo>
                  <a:pt x="4515270" y="1669051"/>
                </a:lnTo>
                <a:cubicBezTo>
                  <a:pt x="4515021" y="1668553"/>
                  <a:pt x="4515021" y="1668054"/>
                  <a:pt x="4515270" y="1667639"/>
                </a:cubicBezTo>
                <a:lnTo>
                  <a:pt x="4524990" y="1650774"/>
                </a:lnTo>
                <a:cubicBezTo>
                  <a:pt x="4525240" y="1650358"/>
                  <a:pt x="4525655" y="1650109"/>
                  <a:pt x="4526153" y="1650109"/>
                </a:cubicBezTo>
                <a:lnTo>
                  <a:pt x="4545594" y="1650109"/>
                </a:lnTo>
                <a:cubicBezTo>
                  <a:pt x="4546092" y="1650109"/>
                  <a:pt x="4546508" y="1650358"/>
                  <a:pt x="4546757" y="1650774"/>
                </a:cubicBezTo>
                <a:lnTo>
                  <a:pt x="4556477" y="1667639"/>
                </a:lnTo>
                <a:cubicBezTo>
                  <a:pt x="4556727" y="1668137"/>
                  <a:pt x="4556727" y="1668635"/>
                  <a:pt x="4556477" y="1669051"/>
                </a:cubicBezTo>
                <a:lnTo>
                  <a:pt x="4546757" y="1685916"/>
                </a:lnTo>
                <a:cubicBezTo>
                  <a:pt x="4546508" y="1686331"/>
                  <a:pt x="4546092" y="1686581"/>
                  <a:pt x="4545594" y="1686581"/>
                </a:cubicBezTo>
                <a:close/>
                <a:moveTo>
                  <a:pt x="1516758" y="880321"/>
                </a:moveTo>
                <a:cubicBezTo>
                  <a:pt x="1516260" y="880322"/>
                  <a:pt x="1515845" y="880073"/>
                  <a:pt x="1515595" y="879657"/>
                </a:cubicBezTo>
                <a:lnTo>
                  <a:pt x="1505875" y="862708"/>
                </a:lnTo>
                <a:cubicBezTo>
                  <a:pt x="1505626" y="862293"/>
                  <a:pt x="1505626" y="861712"/>
                  <a:pt x="1505875" y="861296"/>
                </a:cubicBezTo>
                <a:lnTo>
                  <a:pt x="1515678" y="844349"/>
                </a:lnTo>
                <a:cubicBezTo>
                  <a:pt x="1515927" y="843932"/>
                  <a:pt x="1516343" y="843684"/>
                  <a:pt x="1516842" y="843684"/>
                </a:cubicBezTo>
                <a:lnTo>
                  <a:pt x="1536365" y="843684"/>
                </a:lnTo>
                <a:cubicBezTo>
                  <a:pt x="1536863" y="843683"/>
                  <a:pt x="1537279" y="843933"/>
                  <a:pt x="1537528" y="844348"/>
                </a:cubicBezTo>
                <a:lnTo>
                  <a:pt x="1547248" y="861297"/>
                </a:lnTo>
                <a:cubicBezTo>
                  <a:pt x="1547498" y="861711"/>
                  <a:pt x="1547498" y="862294"/>
                  <a:pt x="1547248" y="862709"/>
                </a:cubicBezTo>
                <a:lnTo>
                  <a:pt x="1537445" y="879656"/>
                </a:lnTo>
                <a:cubicBezTo>
                  <a:pt x="1537196" y="880073"/>
                  <a:pt x="1536780" y="880321"/>
                  <a:pt x="1536282" y="880322"/>
                </a:cubicBezTo>
                <a:close/>
                <a:moveTo>
                  <a:pt x="4586256" y="1702791"/>
                </a:moveTo>
                <a:cubicBezTo>
                  <a:pt x="4585758" y="1702791"/>
                  <a:pt x="4585343" y="1702542"/>
                  <a:pt x="4585093" y="1702126"/>
                </a:cubicBezTo>
                <a:lnTo>
                  <a:pt x="4575373" y="1685178"/>
                </a:lnTo>
                <a:cubicBezTo>
                  <a:pt x="4575124" y="1684763"/>
                  <a:pt x="4575124" y="1684181"/>
                  <a:pt x="4575373" y="1683766"/>
                </a:cubicBezTo>
                <a:lnTo>
                  <a:pt x="4585176" y="1666818"/>
                </a:lnTo>
                <a:cubicBezTo>
                  <a:pt x="4585426" y="1666402"/>
                  <a:pt x="4585841" y="1666153"/>
                  <a:pt x="4586339" y="1666153"/>
                </a:cubicBezTo>
                <a:lnTo>
                  <a:pt x="4605863" y="1666153"/>
                </a:lnTo>
                <a:cubicBezTo>
                  <a:pt x="4606361" y="1666153"/>
                  <a:pt x="4606777" y="1666402"/>
                  <a:pt x="4607026" y="1666818"/>
                </a:cubicBezTo>
                <a:lnTo>
                  <a:pt x="4616746" y="1683766"/>
                </a:lnTo>
                <a:cubicBezTo>
                  <a:pt x="4616996" y="1684181"/>
                  <a:pt x="4616996" y="1684763"/>
                  <a:pt x="4616746" y="1685178"/>
                </a:cubicBezTo>
                <a:lnTo>
                  <a:pt x="4606943" y="1702126"/>
                </a:lnTo>
                <a:cubicBezTo>
                  <a:pt x="4606694" y="1702542"/>
                  <a:pt x="4606279" y="1702791"/>
                  <a:pt x="4605780" y="1702791"/>
                </a:cubicBezTo>
                <a:close/>
                <a:moveTo>
                  <a:pt x="4646443" y="1718918"/>
                </a:moveTo>
                <a:cubicBezTo>
                  <a:pt x="4645945" y="1718918"/>
                  <a:pt x="4645530" y="1718669"/>
                  <a:pt x="4645280" y="1718253"/>
                </a:cubicBezTo>
                <a:lnTo>
                  <a:pt x="4635560" y="1701305"/>
                </a:lnTo>
                <a:cubicBezTo>
                  <a:pt x="4635311" y="1700890"/>
                  <a:pt x="4635311" y="1700308"/>
                  <a:pt x="4635560" y="1699893"/>
                </a:cubicBezTo>
                <a:lnTo>
                  <a:pt x="4645363" y="1682945"/>
                </a:lnTo>
                <a:cubicBezTo>
                  <a:pt x="4645613" y="1682529"/>
                  <a:pt x="4646028" y="1682280"/>
                  <a:pt x="4646526" y="1682280"/>
                </a:cubicBezTo>
                <a:lnTo>
                  <a:pt x="4666050" y="1682280"/>
                </a:lnTo>
                <a:cubicBezTo>
                  <a:pt x="4666549" y="1682280"/>
                  <a:pt x="4666964" y="1682529"/>
                  <a:pt x="4667213" y="1682945"/>
                </a:cubicBezTo>
                <a:lnTo>
                  <a:pt x="4676933" y="1699893"/>
                </a:lnTo>
                <a:cubicBezTo>
                  <a:pt x="4677183" y="1700308"/>
                  <a:pt x="4677183" y="1700890"/>
                  <a:pt x="4676933" y="1701305"/>
                </a:cubicBezTo>
                <a:lnTo>
                  <a:pt x="4667130" y="1718253"/>
                </a:lnTo>
                <a:cubicBezTo>
                  <a:pt x="4666881" y="1718669"/>
                  <a:pt x="4666465" y="1718918"/>
                  <a:pt x="4665967" y="1718918"/>
                </a:cubicBezTo>
                <a:close/>
                <a:moveTo>
                  <a:pt x="4887187" y="1783425"/>
                </a:moveTo>
                <a:cubicBezTo>
                  <a:pt x="4886689" y="1783425"/>
                  <a:pt x="4886274" y="1783176"/>
                  <a:pt x="4886024" y="1782761"/>
                </a:cubicBezTo>
                <a:lnTo>
                  <a:pt x="4876304" y="1765812"/>
                </a:lnTo>
                <a:cubicBezTo>
                  <a:pt x="4876055" y="1765397"/>
                  <a:pt x="4876055" y="1764815"/>
                  <a:pt x="4876304" y="1764400"/>
                </a:cubicBezTo>
                <a:lnTo>
                  <a:pt x="4886107" y="1747452"/>
                </a:lnTo>
                <a:cubicBezTo>
                  <a:pt x="4886357" y="1747036"/>
                  <a:pt x="4886772" y="1746787"/>
                  <a:pt x="4887270" y="1746787"/>
                </a:cubicBezTo>
                <a:lnTo>
                  <a:pt x="4906794" y="1746787"/>
                </a:lnTo>
                <a:cubicBezTo>
                  <a:pt x="4907293" y="1746787"/>
                  <a:pt x="4907708" y="1747036"/>
                  <a:pt x="4907957" y="1747452"/>
                </a:cubicBezTo>
                <a:lnTo>
                  <a:pt x="4917677" y="1764400"/>
                </a:lnTo>
                <a:cubicBezTo>
                  <a:pt x="4917927" y="1764815"/>
                  <a:pt x="4917927" y="1765397"/>
                  <a:pt x="4917677" y="1765812"/>
                </a:cubicBezTo>
                <a:lnTo>
                  <a:pt x="4907874" y="1782760"/>
                </a:lnTo>
                <a:cubicBezTo>
                  <a:pt x="4907625" y="1783176"/>
                  <a:pt x="4907209" y="1783425"/>
                  <a:pt x="4906711" y="1783425"/>
                </a:cubicBezTo>
                <a:close/>
                <a:moveTo>
                  <a:pt x="1456573" y="864278"/>
                </a:moveTo>
                <a:cubicBezTo>
                  <a:pt x="1456157" y="864278"/>
                  <a:pt x="1455659" y="864029"/>
                  <a:pt x="1455409" y="863614"/>
                </a:cubicBezTo>
                <a:lnTo>
                  <a:pt x="1445606" y="846583"/>
                </a:lnTo>
                <a:cubicBezTo>
                  <a:pt x="1445357" y="846167"/>
                  <a:pt x="1445357" y="845585"/>
                  <a:pt x="1445606" y="845170"/>
                </a:cubicBezTo>
                <a:lnTo>
                  <a:pt x="1455409" y="828139"/>
                </a:lnTo>
                <a:cubicBezTo>
                  <a:pt x="1455659" y="827723"/>
                  <a:pt x="1456074" y="827474"/>
                  <a:pt x="1456573" y="827474"/>
                </a:cubicBezTo>
                <a:lnTo>
                  <a:pt x="1476179" y="827474"/>
                </a:lnTo>
                <a:cubicBezTo>
                  <a:pt x="1476594" y="827474"/>
                  <a:pt x="1477093" y="827723"/>
                  <a:pt x="1477342" y="828139"/>
                </a:cubicBezTo>
                <a:lnTo>
                  <a:pt x="1487146" y="845170"/>
                </a:lnTo>
                <a:cubicBezTo>
                  <a:pt x="1487395" y="845585"/>
                  <a:pt x="1487395" y="846167"/>
                  <a:pt x="1487146" y="846583"/>
                </a:cubicBezTo>
                <a:lnTo>
                  <a:pt x="1477342" y="863614"/>
                </a:lnTo>
                <a:cubicBezTo>
                  <a:pt x="1477093" y="864029"/>
                  <a:pt x="1476678" y="864278"/>
                  <a:pt x="1476179" y="864278"/>
                </a:cubicBezTo>
                <a:close/>
                <a:moveTo>
                  <a:pt x="4405596" y="1654646"/>
                </a:moveTo>
                <a:cubicBezTo>
                  <a:pt x="4405179" y="1654646"/>
                  <a:pt x="4404681" y="1654397"/>
                  <a:pt x="4404431" y="1653982"/>
                </a:cubicBezTo>
                <a:lnTo>
                  <a:pt x="4394546" y="1636867"/>
                </a:lnTo>
                <a:cubicBezTo>
                  <a:pt x="4394296" y="1636452"/>
                  <a:pt x="4394296" y="1635870"/>
                  <a:pt x="4394545" y="1635455"/>
                </a:cubicBezTo>
                <a:lnTo>
                  <a:pt x="4404432" y="1618340"/>
                </a:lnTo>
                <a:cubicBezTo>
                  <a:pt x="4404682" y="1617925"/>
                  <a:pt x="4405097" y="1617676"/>
                  <a:pt x="4405596" y="1617676"/>
                </a:cubicBezTo>
                <a:lnTo>
                  <a:pt x="4425284" y="1617676"/>
                </a:lnTo>
                <a:cubicBezTo>
                  <a:pt x="4425700" y="1617676"/>
                  <a:pt x="4426198" y="1617925"/>
                  <a:pt x="4426447" y="1618340"/>
                </a:cubicBezTo>
                <a:lnTo>
                  <a:pt x="4436334" y="1635455"/>
                </a:lnTo>
                <a:cubicBezTo>
                  <a:pt x="4436584" y="1635870"/>
                  <a:pt x="4436583" y="1636452"/>
                  <a:pt x="4436334" y="1636867"/>
                </a:cubicBezTo>
                <a:lnTo>
                  <a:pt x="4426447" y="1653982"/>
                </a:lnTo>
                <a:cubicBezTo>
                  <a:pt x="4426199" y="1654397"/>
                  <a:pt x="4425783" y="1654646"/>
                  <a:pt x="4425284" y="1654646"/>
                </a:cubicBezTo>
                <a:close/>
                <a:moveTo>
                  <a:pt x="4465782" y="1670773"/>
                </a:moveTo>
                <a:cubicBezTo>
                  <a:pt x="4465366" y="1670773"/>
                  <a:pt x="4464868" y="1670524"/>
                  <a:pt x="4464618" y="1670109"/>
                </a:cubicBezTo>
                <a:lnTo>
                  <a:pt x="4454732" y="1652994"/>
                </a:lnTo>
                <a:cubicBezTo>
                  <a:pt x="4454483" y="1652579"/>
                  <a:pt x="4454483" y="1651997"/>
                  <a:pt x="4454732" y="1651582"/>
                </a:cubicBezTo>
                <a:lnTo>
                  <a:pt x="4464618" y="1634467"/>
                </a:lnTo>
                <a:cubicBezTo>
                  <a:pt x="4464868" y="1634052"/>
                  <a:pt x="4465283" y="1633803"/>
                  <a:pt x="4465782" y="1633803"/>
                </a:cubicBezTo>
                <a:lnTo>
                  <a:pt x="4485471" y="1633803"/>
                </a:lnTo>
                <a:cubicBezTo>
                  <a:pt x="4485887" y="1633803"/>
                  <a:pt x="4486385" y="1634052"/>
                  <a:pt x="4486634" y="1634467"/>
                </a:cubicBezTo>
                <a:lnTo>
                  <a:pt x="4496521" y="1651582"/>
                </a:lnTo>
                <a:cubicBezTo>
                  <a:pt x="4496770" y="1651997"/>
                  <a:pt x="4496770" y="1652579"/>
                  <a:pt x="4496521" y="1652994"/>
                </a:cubicBezTo>
                <a:lnTo>
                  <a:pt x="4486634" y="1670109"/>
                </a:lnTo>
                <a:cubicBezTo>
                  <a:pt x="4486385" y="1670524"/>
                  <a:pt x="4485970" y="1670773"/>
                  <a:pt x="4485471" y="1670773"/>
                </a:cubicBezTo>
                <a:close/>
                <a:moveTo>
                  <a:pt x="4706442" y="1735457"/>
                </a:moveTo>
                <a:cubicBezTo>
                  <a:pt x="4705943" y="1735457"/>
                  <a:pt x="4705445" y="1735208"/>
                  <a:pt x="4705195" y="1734793"/>
                </a:cubicBezTo>
                <a:lnTo>
                  <a:pt x="4695226" y="1717513"/>
                </a:lnTo>
                <a:cubicBezTo>
                  <a:pt x="4694977" y="1717097"/>
                  <a:pt x="4694977" y="1716516"/>
                  <a:pt x="4695226" y="1716100"/>
                </a:cubicBezTo>
                <a:lnTo>
                  <a:pt x="4705195" y="1698820"/>
                </a:lnTo>
                <a:cubicBezTo>
                  <a:pt x="4705445" y="1698404"/>
                  <a:pt x="4705943" y="1698155"/>
                  <a:pt x="4706442" y="1698155"/>
                </a:cubicBezTo>
                <a:lnTo>
                  <a:pt x="4726381" y="1698155"/>
                </a:lnTo>
                <a:cubicBezTo>
                  <a:pt x="4726879" y="1698155"/>
                  <a:pt x="4727378" y="1698404"/>
                  <a:pt x="4727627" y="1698820"/>
                </a:cubicBezTo>
                <a:lnTo>
                  <a:pt x="4737596" y="1716100"/>
                </a:lnTo>
                <a:cubicBezTo>
                  <a:pt x="4737846" y="1716516"/>
                  <a:pt x="4737846" y="1717097"/>
                  <a:pt x="4737596" y="1717513"/>
                </a:cubicBezTo>
                <a:lnTo>
                  <a:pt x="4727627" y="1734793"/>
                </a:lnTo>
                <a:cubicBezTo>
                  <a:pt x="4727378" y="1735208"/>
                  <a:pt x="4726879" y="1735457"/>
                  <a:pt x="4726381" y="1735457"/>
                </a:cubicBezTo>
                <a:close/>
                <a:moveTo>
                  <a:pt x="4766567" y="1751670"/>
                </a:moveTo>
                <a:cubicBezTo>
                  <a:pt x="4766068" y="1751670"/>
                  <a:pt x="4765569" y="1751337"/>
                  <a:pt x="4765319" y="1750921"/>
                </a:cubicBezTo>
                <a:lnTo>
                  <a:pt x="4755351" y="1733559"/>
                </a:lnTo>
                <a:cubicBezTo>
                  <a:pt x="4755102" y="1733143"/>
                  <a:pt x="4755101" y="1732561"/>
                  <a:pt x="4755351" y="1732146"/>
                </a:cubicBezTo>
                <a:lnTo>
                  <a:pt x="4765403" y="1714783"/>
                </a:lnTo>
                <a:cubicBezTo>
                  <a:pt x="4765653" y="1714284"/>
                  <a:pt x="4766151" y="1714035"/>
                  <a:pt x="4766650" y="1714035"/>
                </a:cubicBezTo>
                <a:lnTo>
                  <a:pt x="4786671" y="1714035"/>
                </a:lnTo>
                <a:cubicBezTo>
                  <a:pt x="4787169" y="1714035"/>
                  <a:pt x="4787669" y="1714368"/>
                  <a:pt x="4787918" y="1714783"/>
                </a:cubicBezTo>
                <a:lnTo>
                  <a:pt x="4797887" y="1732146"/>
                </a:lnTo>
                <a:cubicBezTo>
                  <a:pt x="4798137" y="1732561"/>
                  <a:pt x="4798137" y="1733143"/>
                  <a:pt x="4797886" y="1733559"/>
                </a:cubicBezTo>
                <a:lnTo>
                  <a:pt x="4787835" y="1750922"/>
                </a:lnTo>
                <a:cubicBezTo>
                  <a:pt x="4787585" y="1751421"/>
                  <a:pt x="4787086" y="1751670"/>
                  <a:pt x="4786588" y="1751670"/>
                </a:cubicBezTo>
                <a:close/>
                <a:moveTo>
                  <a:pt x="4826754" y="1767880"/>
                </a:moveTo>
                <a:cubicBezTo>
                  <a:pt x="4826255" y="1767880"/>
                  <a:pt x="4825757" y="1767548"/>
                  <a:pt x="4825507" y="1767132"/>
                </a:cubicBezTo>
                <a:lnTo>
                  <a:pt x="4815455" y="1749686"/>
                </a:lnTo>
                <a:cubicBezTo>
                  <a:pt x="4815205" y="1749270"/>
                  <a:pt x="4815206" y="1748689"/>
                  <a:pt x="4815454" y="1748273"/>
                </a:cubicBezTo>
                <a:lnTo>
                  <a:pt x="4825508" y="1730827"/>
                </a:lnTo>
                <a:cubicBezTo>
                  <a:pt x="4825756" y="1730327"/>
                  <a:pt x="4826254" y="1730079"/>
                  <a:pt x="4826753" y="1730078"/>
                </a:cubicBezTo>
                <a:lnTo>
                  <a:pt x="4846858" y="1730079"/>
                </a:lnTo>
                <a:cubicBezTo>
                  <a:pt x="4847356" y="1730078"/>
                  <a:pt x="4847856" y="1730411"/>
                  <a:pt x="4848105" y="1730827"/>
                </a:cubicBezTo>
                <a:lnTo>
                  <a:pt x="4858157" y="1748273"/>
                </a:lnTo>
                <a:cubicBezTo>
                  <a:pt x="4858407" y="1748689"/>
                  <a:pt x="4858406" y="1749270"/>
                  <a:pt x="4858158" y="1749686"/>
                </a:cubicBezTo>
                <a:lnTo>
                  <a:pt x="4848104" y="1767132"/>
                </a:lnTo>
                <a:cubicBezTo>
                  <a:pt x="4847856" y="1767631"/>
                  <a:pt x="4847357" y="1767880"/>
                  <a:pt x="4846859" y="1767880"/>
                </a:cubicBezTo>
                <a:close/>
                <a:moveTo>
                  <a:pt x="4947125" y="1800133"/>
                </a:moveTo>
                <a:cubicBezTo>
                  <a:pt x="4946626" y="1800133"/>
                  <a:pt x="4946128" y="1799801"/>
                  <a:pt x="4945879" y="1799385"/>
                </a:cubicBezTo>
                <a:lnTo>
                  <a:pt x="4935826" y="1781939"/>
                </a:lnTo>
                <a:cubicBezTo>
                  <a:pt x="4935577" y="1781523"/>
                  <a:pt x="4935577" y="1780942"/>
                  <a:pt x="4935826" y="1780526"/>
                </a:cubicBezTo>
                <a:lnTo>
                  <a:pt x="4945879" y="1763080"/>
                </a:lnTo>
                <a:cubicBezTo>
                  <a:pt x="4946128" y="1762581"/>
                  <a:pt x="4946626" y="1762332"/>
                  <a:pt x="4947125" y="1762332"/>
                </a:cubicBezTo>
                <a:lnTo>
                  <a:pt x="4967230" y="1762332"/>
                </a:lnTo>
                <a:cubicBezTo>
                  <a:pt x="4967728" y="1762332"/>
                  <a:pt x="4968227" y="1762665"/>
                  <a:pt x="4968476" y="1763080"/>
                </a:cubicBezTo>
                <a:lnTo>
                  <a:pt x="4978529" y="1780526"/>
                </a:lnTo>
                <a:cubicBezTo>
                  <a:pt x="4978778" y="1780942"/>
                  <a:pt x="4978778" y="1781523"/>
                  <a:pt x="4978529" y="1781939"/>
                </a:cubicBezTo>
                <a:lnTo>
                  <a:pt x="4968476" y="1799385"/>
                </a:lnTo>
                <a:cubicBezTo>
                  <a:pt x="4968227" y="1799884"/>
                  <a:pt x="4967728" y="1800133"/>
                  <a:pt x="4967230" y="1800133"/>
                </a:cubicBezTo>
                <a:close/>
                <a:moveTo>
                  <a:pt x="5007312" y="1816260"/>
                </a:moveTo>
                <a:cubicBezTo>
                  <a:pt x="5006813" y="1816260"/>
                  <a:pt x="5006315" y="1815928"/>
                  <a:pt x="5006066" y="1815512"/>
                </a:cubicBezTo>
                <a:lnTo>
                  <a:pt x="4996013" y="1798066"/>
                </a:lnTo>
                <a:cubicBezTo>
                  <a:pt x="4995764" y="1797650"/>
                  <a:pt x="4995764" y="1797069"/>
                  <a:pt x="4996013" y="1796653"/>
                </a:cubicBezTo>
                <a:lnTo>
                  <a:pt x="5006066" y="1779207"/>
                </a:lnTo>
                <a:cubicBezTo>
                  <a:pt x="5006315" y="1778708"/>
                  <a:pt x="5006813" y="1778459"/>
                  <a:pt x="5007312" y="1778459"/>
                </a:cubicBezTo>
                <a:lnTo>
                  <a:pt x="5027417" y="1778459"/>
                </a:lnTo>
                <a:cubicBezTo>
                  <a:pt x="5027915" y="1778459"/>
                  <a:pt x="5028414" y="1778792"/>
                  <a:pt x="5028663" y="1779207"/>
                </a:cubicBezTo>
                <a:lnTo>
                  <a:pt x="5038716" y="1796653"/>
                </a:lnTo>
                <a:cubicBezTo>
                  <a:pt x="5038965" y="1797069"/>
                  <a:pt x="5038965" y="1797650"/>
                  <a:pt x="5038716" y="1798066"/>
                </a:cubicBezTo>
                <a:lnTo>
                  <a:pt x="5028663" y="1815512"/>
                </a:lnTo>
                <a:cubicBezTo>
                  <a:pt x="5028414" y="1816011"/>
                  <a:pt x="5027915" y="1816260"/>
                  <a:pt x="5027417" y="1816260"/>
                </a:cubicBezTo>
                <a:close/>
                <a:moveTo>
                  <a:pt x="5127684" y="1848514"/>
                </a:moveTo>
                <a:cubicBezTo>
                  <a:pt x="5127185" y="1848514"/>
                  <a:pt x="5126687" y="1848182"/>
                  <a:pt x="5126438" y="1847766"/>
                </a:cubicBezTo>
                <a:lnTo>
                  <a:pt x="5116385" y="1830320"/>
                </a:lnTo>
                <a:cubicBezTo>
                  <a:pt x="5116136" y="1829904"/>
                  <a:pt x="5116136" y="1829323"/>
                  <a:pt x="5116385" y="1828907"/>
                </a:cubicBezTo>
                <a:lnTo>
                  <a:pt x="5126438" y="1811461"/>
                </a:lnTo>
                <a:cubicBezTo>
                  <a:pt x="5126687" y="1810961"/>
                  <a:pt x="5127185" y="1810713"/>
                  <a:pt x="5127684" y="1810712"/>
                </a:cubicBezTo>
                <a:lnTo>
                  <a:pt x="5147789" y="1810713"/>
                </a:lnTo>
                <a:cubicBezTo>
                  <a:pt x="5148287" y="1810712"/>
                  <a:pt x="5148786" y="1811046"/>
                  <a:pt x="5149035" y="1811461"/>
                </a:cubicBezTo>
                <a:lnTo>
                  <a:pt x="5159088" y="1828907"/>
                </a:lnTo>
                <a:cubicBezTo>
                  <a:pt x="5159337" y="1829323"/>
                  <a:pt x="5159337" y="1829904"/>
                  <a:pt x="5159088" y="1830320"/>
                </a:cubicBezTo>
                <a:lnTo>
                  <a:pt x="5149035" y="1847766"/>
                </a:lnTo>
                <a:cubicBezTo>
                  <a:pt x="5148786" y="1848265"/>
                  <a:pt x="5148287" y="1848514"/>
                  <a:pt x="5147789" y="1848514"/>
                </a:cubicBezTo>
                <a:close/>
                <a:moveTo>
                  <a:pt x="2419302" y="1122805"/>
                </a:moveTo>
                <a:cubicBezTo>
                  <a:pt x="2418804" y="1122806"/>
                  <a:pt x="2418305" y="1122473"/>
                  <a:pt x="2418056" y="1122057"/>
                </a:cubicBezTo>
                <a:lnTo>
                  <a:pt x="2408004" y="1104611"/>
                </a:lnTo>
                <a:cubicBezTo>
                  <a:pt x="2407755" y="1104195"/>
                  <a:pt x="2407755" y="1103614"/>
                  <a:pt x="2408004" y="1103198"/>
                </a:cubicBezTo>
                <a:lnTo>
                  <a:pt x="2418056" y="1085752"/>
                </a:lnTo>
                <a:cubicBezTo>
                  <a:pt x="2418305" y="1085253"/>
                  <a:pt x="2418804" y="1085004"/>
                  <a:pt x="2419302" y="1085004"/>
                </a:cubicBezTo>
                <a:lnTo>
                  <a:pt x="2439408" y="1085004"/>
                </a:lnTo>
                <a:cubicBezTo>
                  <a:pt x="2439906" y="1085004"/>
                  <a:pt x="2440405" y="1085337"/>
                  <a:pt x="2440654" y="1085752"/>
                </a:cubicBezTo>
                <a:lnTo>
                  <a:pt x="2450707" y="1103198"/>
                </a:lnTo>
                <a:cubicBezTo>
                  <a:pt x="2450956" y="1103614"/>
                  <a:pt x="2450956" y="1104195"/>
                  <a:pt x="2450707" y="1104611"/>
                </a:cubicBezTo>
                <a:lnTo>
                  <a:pt x="2440654" y="1122057"/>
                </a:lnTo>
                <a:cubicBezTo>
                  <a:pt x="2440405" y="1122556"/>
                  <a:pt x="2439906" y="1122805"/>
                  <a:pt x="2439408" y="1122805"/>
                </a:cubicBezTo>
                <a:close/>
                <a:moveTo>
                  <a:pt x="1636800" y="913240"/>
                </a:moveTo>
                <a:cubicBezTo>
                  <a:pt x="1636301" y="913239"/>
                  <a:pt x="1635803" y="912907"/>
                  <a:pt x="1635554" y="912492"/>
                </a:cubicBezTo>
                <a:lnTo>
                  <a:pt x="1625418" y="894962"/>
                </a:lnTo>
                <a:cubicBezTo>
                  <a:pt x="1625169" y="894546"/>
                  <a:pt x="1625169" y="893966"/>
                  <a:pt x="1625418" y="893550"/>
                </a:cubicBezTo>
                <a:lnTo>
                  <a:pt x="1635554" y="876020"/>
                </a:lnTo>
                <a:cubicBezTo>
                  <a:pt x="1635803" y="875521"/>
                  <a:pt x="1636301" y="875272"/>
                  <a:pt x="1636800" y="875272"/>
                </a:cubicBezTo>
                <a:lnTo>
                  <a:pt x="1657071" y="875273"/>
                </a:lnTo>
                <a:cubicBezTo>
                  <a:pt x="1657570" y="875273"/>
                  <a:pt x="1658068" y="875605"/>
                  <a:pt x="1658317" y="876020"/>
                </a:cubicBezTo>
                <a:lnTo>
                  <a:pt x="1668453" y="893551"/>
                </a:lnTo>
                <a:cubicBezTo>
                  <a:pt x="1668702" y="893965"/>
                  <a:pt x="1668702" y="894547"/>
                  <a:pt x="1668453" y="894962"/>
                </a:cubicBezTo>
                <a:lnTo>
                  <a:pt x="1658317" y="912492"/>
                </a:lnTo>
                <a:cubicBezTo>
                  <a:pt x="1658068" y="912990"/>
                  <a:pt x="1657570" y="913239"/>
                  <a:pt x="1657071" y="913240"/>
                </a:cubicBezTo>
                <a:close/>
                <a:moveTo>
                  <a:pt x="5067415" y="1832470"/>
                </a:moveTo>
                <a:cubicBezTo>
                  <a:pt x="5066916" y="1832470"/>
                  <a:pt x="5066418" y="1832138"/>
                  <a:pt x="5066169" y="1831723"/>
                </a:cubicBezTo>
                <a:lnTo>
                  <a:pt x="5056033" y="1814193"/>
                </a:lnTo>
                <a:cubicBezTo>
                  <a:pt x="5055784" y="1813777"/>
                  <a:pt x="5055784" y="1813196"/>
                  <a:pt x="5056033" y="1812781"/>
                </a:cubicBezTo>
                <a:lnTo>
                  <a:pt x="5066169" y="1795251"/>
                </a:lnTo>
                <a:cubicBezTo>
                  <a:pt x="5066418" y="1794752"/>
                  <a:pt x="5066916" y="1794503"/>
                  <a:pt x="5067415" y="1794503"/>
                </a:cubicBezTo>
                <a:lnTo>
                  <a:pt x="5087686" y="1794503"/>
                </a:lnTo>
                <a:cubicBezTo>
                  <a:pt x="5088185" y="1794503"/>
                  <a:pt x="5088683" y="1794836"/>
                  <a:pt x="5088932" y="1795251"/>
                </a:cubicBezTo>
                <a:lnTo>
                  <a:pt x="5099068" y="1812781"/>
                </a:lnTo>
                <a:cubicBezTo>
                  <a:pt x="5099317" y="1813196"/>
                  <a:pt x="5099317" y="1813777"/>
                  <a:pt x="5099068" y="1814193"/>
                </a:cubicBezTo>
                <a:lnTo>
                  <a:pt x="5088932" y="1831723"/>
                </a:lnTo>
                <a:cubicBezTo>
                  <a:pt x="5088683" y="1832221"/>
                  <a:pt x="5088185" y="1832470"/>
                  <a:pt x="5087686" y="1832470"/>
                </a:cubicBezTo>
                <a:close/>
                <a:moveTo>
                  <a:pt x="1576427" y="897432"/>
                </a:moveTo>
                <a:cubicBezTo>
                  <a:pt x="1575929" y="897432"/>
                  <a:pt x="1575430" y="897100"/>
                  <a:pt x="1575181" y="896684"/>
                </a:cubicBezTo>
                <a:lnTo>
                  <a:pt x="1564879" y="878905"/>
                </a:lnTo>
                <a:cubicBezTo>
                  <a:pt x="1564630" y="878490"/>
                  <a:pt x="1564630" y="877908"/>
                  <a:pt x="1564879" y="877492"/>
                </a:cubicBezTo>
                <a:lnTo>
                  <a:pt x="1575181" y="859714"/>
                </a:lnTo>
                <a:cubicBezTo>
                  <a:pt x="1575430" y="859215"/>
                  <a:pt x="1575929" y="858966"/>
                  <a:pt x="1576427" y="858966"/>
                </a:cubicBezTo>
                <a:lnTo>
                  <a:pt x="1596948" y="858966"/>
                </a:lnTo>
                <a:cubicBezTo>
                  <a:pt x="1597446" y="858966"/>
                  <a:pt x="1597944" y="859298"/>
                  <a:pt x="1598194" y="859714"/>
                </a:cubicBezTo>
                <a:lnTo>
                  <a:pt x="1608496" y="877492"/>
                </a:lnTo>
                <a:cubicBezTo>
                  <a:pt x="1608745" y="877908"/>
                  <a:pt x="1608745" y="878490"/>
                  <a:pt x="1608496" y="878905"/>
                </a:cubicBezTo>
                <a:lnTo>
                  <a:pt x="1598194" y="896684"/>
                </a:lnTo>
                <a:cubicBezTo>
                  <a:pt x="1597944" y="897183"/>
                  <a:pt x="1597446" y="897432"/>
                  <a:pt x="1596948" y="897432"/>
                </a:cubicBezTo>
                <a:close/>
                <a:moveTo>
                  <a:pt x="2358774" y="1107259"/>
                </a:moveTo>
                <a:cubicBezTo>
                  <a:pt x="2358276" y="1107259"/>
                  <a:pt x="2357777" y="1106927"/>
                  <a:pt x="2357528" y="1106512"/>
                </a:cubicBezTo>
                <a:lnTo>
                  <a:pt x="2347143" y="1088567"/>
                </a:lnTo>
                <a:cubicBezTo>
                  <a:pt x="2346894" y="1088068"/>
                  <a:pt x="2346894" y="1087487"/>
                  <a:pt x="2347143" y="1087071"/>
                </a:cubicBezTo>
                <a:lnTo>
                  <a:pt x="2357529" y="1069126"/>
                </a:lnTo>
                <a:cubicBezTo>
                  <a:pt x="2357777" y="1068627"/>
                  <a:pt x="2358276" y="1068378"/>
                  <a:pt x="2358775" y="1068378"/>
                </a:cubicBezTo>
                <a:lnTo>
                  <a:pt x="2379544" y="1068378"/>
                </a:lnTo>
                <a:cubicBezTo>
                  <a:pt x="2380042" y="1068378"/>
                  <a:pt x="2380542" y="1068711"/>
                  <a:pt x="2380790" y="1069126"/>
                </a:cubicBezTo>
                <a:lnTo>
                  <a:pt x="2391176" y="1087071"/>
                </a:lnTo>
                <a:cubicBezTo>
                  <a:pt x="2391424" y="1087569"/>
                  <a:pt x="2391424" y="1088151"/>
                  <a:pt x="2391175" y="1088567"/>
                </a:cubicBezTo>
                <a:lnTo>
                  <a:pt x="2380790" y="1106512"/>
                </a:lnTo>
                <a:cubicBezTo>
                  <a:pt x="2380542" y="1107010"/>
                  <a:pt x="2380042" y="1107259"/>
                  <a:pt x="2379544" y="1107259"/>
                </a:cubicBezTo>
                <a:close/>
                <a:moveTo>
                  <a:pt x="3261567" y="1349162"/>
                </a:moveTo>
                <a:cubicBezTo>
                  <a:pt x="3261068" y="1349162"/>
                  <a:pt x="3260570" y="1348830"/>
                  <a:pt x="3260321" y="1348415"/>
                </a:cubicBezTo>
                <a:lnTo>
                  <a:pt x="3249936" y="1330470"/>
                </a:lnTo>
                <a:cubicBezTo>
                  <a:pt x="3249687" y="1329971"/>
                  <a:pt x="3249687" y="1329390"/>
                  <a:pt x="3249936" y="1328974"/>
                </a:cubicBezTo>
                <a:lnTo>
                  <a:pt x="3260321" y="1311029"/>
                </a:lnTo>
                <a:cubicBezTo>
                  <a:pt x="3260570" y="1310530"/>
                  <a:pt x="3261068" y="1310281"/>
                  <a:pt x="3261567" y="1310281"/>
                </a:cubicBezTo>
                <a:lnTo>
                  <a:pt x="3282337" y="1310281"/>
                </a:lnTo>
                <a:cubicBezTo>
                  <a:pt x="3282835" y="1310281"/>
                  <a:pt x="3283334" y="1310614"/>
                  <a:pt x="3283583" y="1311029"/>
                </a:cubicBezTo>
                <a:lnTo>
                  <a:pt x="3293968" y="1328974"/>
                </a:lnTo>
                <a:cubicBezTo>
                  <a:pt x="3294217" y="1329472"/>
                  <a:pt x="3294217" y="1330054"/>
                  <a:pt x="3293968" y="1330470"/>
                </a:cubicBezTo>
                <a:lnTo>
                  <a:pt x="3283583" y="1348415"/>
                </a:lnTo>
                <a:cubicBezTo>
                  <a:pt x="3283334" y="1348913"/>
                  <a:pt x="3282835" y="1349162"/>
                  <a:pt x="3282337" y="1349162"/>
                </a:cubicBezTo>
                <a:close/>
                <a:moveTo>
                  <a:pt x="3682788" y="1462133"/>
                </a:moveTo>
                <a:cubicBezTo>
                  <a:pt x="3682289" y="1462133"/>
                  <a:pt x="3681790" y="1461801"/>
                  <a:pt x="3681541" y="1461385"/>
                </a:cubicBezTo>
                <a:lnTo>
                  <a:pt x="3671156" y="1443357"/>
                </a:lnTo>
                <a:cubicBezTo>
                  <a:pt x="3670907" y="1442859"/>
                  <a:pt x="3670907" y="1442277"/>
                  <a:pt x="3671157" y="1441861"/>
                </a:cubicBezTo>
                <a:lnTo>
                  <a:pt x="3681624" y="1423833"/>
                </a:lnTo>
                <a:cubicBezTo>
                  <a:pt x="3681874" y="1423335"/>
                  <a:pt x="3682372" y="1423086"/>
                  <a:pt x="3682870" y="1423086"/>
                </a:cubicBezTo>
                <a:lnTo>
                  <a:pt x="3703723" y="1423086"/>
                </a:lnTo>
                <a:cubicBezTo>
                  <a:pt x="3704222" y="1423086"/>
                  <a:pt x="3704721" y="1423418"/>
                  <a:pt x="3704970" y="1423833"/>
                </a:cubicBezTo>
                <a:lnTo>
                  <a:pt x="3715354" y="1441861"/>
                </a:lnTo>
                <a:cubicBezTo>
                  <a:pt x="3715603" y="1442360"/>
                  <a:pt x="3715603" y="1442942"/>
                  <a:pt x="3715354" y="1443357"/>
                </a:cubicBezTo>
                <a:lnTo>
                  <a:pt x="3704887" y="1461385"/>
                </a:lnTo>
                <a:cubicBezTo>
                  <a:pt x="3704637" y="1461884"/>
                  <a:pt x="3704139" y="1462133"/>
                  <a:pt x="3703641" y="1462133"/>
                </a:cubicBezTo>
                <a:close/>
                <a:moveTo>
                  <a:pt x="3562415" y="1429962"/>
                </a:moveTo>
                <a:cubicBezTo>
                  <a:pt x="3561917" y="1429962"/>
                  <a:pt x="3561419" y="1429630"/>
                  <a:pt x="3561170" y="1429215"/>
                </a:cubicBezTo>
                <a:lnTo>
                  <a:pt x="3550702" y="1411103"/>
                </a:lnTo>
                <a:cubicBezTo>
                  <a:pt x="3550453" y="1410605"/>
                  <a:pt x="3550453" y="1410023"/>
                  <a:pt x="3550702" y="1409608"/>
                </a:cubicBezTo>
                <a:lnTo>
                  <a:pt x="3561170" y="1391496"/>
                </a:lnTo>
                <a:cubicBezTo>
                  <a:pt x="3561418" y="1390998"/>
                  <a:pt x="3561917" y="1390749"/>
                  <a:pt x="3562415" y="1390749"/>
                </a:cubicBezTo>
                <a:lnTo>
                  <a:pt x="3583352" y="1390750"/>
                </a:lnTo>
                <a:cubicBezTo>
                  <a:pt x="3583851" y="1390749"/>
                  <a:pt x="3584348" y="1391081"/>
                  <a:pt x="3584597" y="1391496"/>
                </a:cubicBezTo>
                <a:lnTo>
                  <a:pt x="3595065" y="1409608"/>
                </a:lnTo>
                <a:cubicBezTo>
                  <a:pt x="3595315" y="1410106"/>
                  <a:pt x="3595315" y="1410688"/>
                  <a:pt x="3595065" y="1411103"/>
                </a:cubicBezTo>
                <a:lnTo>
                  <a:pt x="3584597" y="1429215"/>
                </a:lnTo>
                <a:cubicBezTo>
                  <a:pt x="3584349" y="1429713"/>
                  <a:pt x="3583851" y="1429962"/>
                  <a:pt x="3583352" y="1429962"/>
                </a:cubicBezTo>
                <a:close/>
                <a:moveTo>
                  <a:pt x="3742974" y="1478343"/>
                </a:moveTo>
                <a:cubicBezTo>
                  <a:pt x="3742476" y="1478343"/>
                  <a:pt x="3741977" y="1478011"/>
                  <a:pt x="3741728" y="1477596"/>
                </a:cubicBezTo>
                <a:lnTo>
                  <a:pt x="3731260" y="1459484"/>
                </a:lnTo>
                <a:cubicBezTo>
                  <a:pt x="3731011" y="1458986"/>
                  <a:pt x="3731011" y="1458404"/>
                  <a:pt x="3731260" y="1457989"/>
                </a:cubicBezTo>
                <a:lnTo>
                  <a:pt x="3741728" y="1439877"/>
                </a:lnTo>
                <a:cubicBezTo>
                  <a:pt x="3741977" y="1439379"/>
                  <a:pt x="3742476" y="1439130"/>
                  <a:pt x="3742974" y="1439130"/>
                </a:cubicBezTo>
                <a:lnTo>
                  <a:pt x="3763910" y="1439130"/>
                </a:lnTo>
                <a:cubicBezTo>
                  <a:pt x="3764409" y="1439130"/>
                  <a:pt x="3764907" y="1439462"/>
                  <a:pt x="3765156" y="1439877"/>
                </a:cubicBezTo>
                <a:lnTo>
                  <a:pt x="3775624" y="1457989"/>
                </a:lnTo>
                <a:cubicBezTo>
                  <a:pt x="3775874" y="1458487"/>
                  <a:pt x="3775874" y="1459069"/>
                  <a:pt x="3775624" y="1459484"/>
                </a:cubicBezTo>
                <a:lnTo>
                  <a:pt x="3765156" y="1477596"/>
                </a:lnTo>
                <a:cubicBezTo>
                  <a:pt x="3764907" y="1478094"/>
                  <a:pt x="3764409" y="1478343"/>
                  <a:pt x="3763910" y="1478343"/>
                </a:cubicBezTo>
                <a:close/>
                <a:moveTo>
                  <a:pt x="2900306" y="1252643"/>
                </a:moveTo>
                <a:cubicBezTo>
                  <a:pt x="2899808" y="1252643"/>
                  <a:pt x="2899309" y="1252310"/>
                  <a:pt x="2899060" y="1251895"/>
                </a:cubicBezTo>
                <a:lnTo>
                  <a:pt x="2888509" y="1233617"/>
                </a:lnTo>
                <a:cubicBezTo>
                  <a:pt x="2888260" y="1233119"/>
                  <a:pt x="2888260" y="1232537"/>
                  <a:pt x="2888509" y="1232122"/>
                </a:cubicBezTo>
                <a:lnTo>
                  <a:pt x="2899060" y="1213844"/>
                </a:lnTo>
                <a:cubicBezTo>
                  <a:pt x="2899309" y="1213346"/>
                  <a:pt x="2899808" y="1213097"/>
                  <a:pt x="2900306" y="1213097"/>
                </a:cubicBezTo>
                <a:lnTo>
                  <a:pt x="2921325" y="1213097"/>
                </a:lnTo>
                <a:cubicBezTo>
                  <a:pt x="2921823" y="1213097"/>
                  <a:pt x="2922322" y="1213429"/>
                  <a:pt x="2922571" y="1213844"/>
                </a:cubicBezTo>
                <a:lnTo>
                  <a:pt x="2933122" y="1232122"/>
                </a:lnTo>
                <a:cubicBezTo>
                  <a:pt x="2933372" y="1232620"/>
                  <a:pt x="2933372" y="1233202"/>
                  <a:pt x="2933122" y="1233617"/>
                </a:cubicBezTo>
                <a:lnTo>
                  <a:pt x="2922571" y="1251895"/>
                </a:lnTo>
                <a:cubicBezTo>
                  <a:pt x="2922322" y="1252393"/>
                  <a:pt x="2921823" y="1252643"/>
                  <a:pt x="2921325" y="1252643"/>
                </a:cubicBezTo>
                <a:close/>
                <a:moveTo>
                  <a:pt x="3080865" y="1301024"/>
                </a:moveTo>
                <a:cubicBezTo>
                  <a:pt x="3080367" y="1301023"/>
                  <a:pt x="3079867" y="1300690"/>
                  <a:pt x="3079618" y="1300275"/>
                </a:cubicBezTo>
                <a:lnTo>
                  <a:pt x="3069067" y="1281997"/>
                </a:lnTo>
                <a:cubicBezTo>
                  <a:pt x="3068818" y="1281499"/>
                  <a:pt x="3068819" y="1280917"/>
                  <a:pt x="3069067" y="1280502"/>
                </a:cubicBezTo>
                <a:lnTo>
                  <a:pt x="3079619" y="1262224"/>
                </a:lnTo>
                <a:cubicBezTo>
                  <a:pt x="3079868" y="1261726"/>
                  <a:pt x="3080367" y="1261477"/>
                  <a:pt x="3080864" y="1261477"/>
                </a:cubicBezTo>
                <a:lnTo>
                  <a:pt x="3101884" y="1261477"/>
                </a:lnTo>
                <a:cubicBezTo>
                  <a:pt x="3102382" y="1261478"/>
                  <a:pt x="3102881" y="1261810"/>
                  <a:pt x="3103130" y="1262224"/>
                </a:cubicBezTo>
                <a:lnTo>
                  <a:pt x="3113681" y="1280502"/>
                </a:lnTo>
                <a:cubicBezTo>
                  <a:pt x="3113931" y="1281000"/>
                  <a:pt x="3113931" y="1281582"/>
                  <a:pt x="3113681" y="1281997"/>
                </a:cubicBezTo>
                <a:lnTo>
                  <a:pt x="3103130" y="1300275"/>
                </a:lnTo>
                <a:cubicBezTo>
                  <a:pt x="3102881" y="1300773"/>
                  <a:pt x="3102381" y="1301023"/>
                  <a:pt x="3101883" y="1301023"/>
                </a:cubicBezTo>
                <a:close/>
                <a:moveTo>
                  <a:pt x="3502169" y="1413912"/>
                </a:moveTo>
                <a:cubicBezTo>
                  <a:pt x="3501671" y="1413911"/>
                  <a:pt x="3501171" y="1413578"/>
                  <a:pt x="3500922" y="1413164"/>
                </a:cubicBezTo>
                <a:lnTo>
                  <a:pt x="3490372" y="1394885"/>
                </a:lnTo>
                <a:cubicBezTo>
                  <a:pt x="3490122" y="1394388"/>
                  <a:pt x="3490123" y="1393805"/>
                  <a:pt x="3490371" y="1393391"/>
                </a:cubicBezTo>
                <a:lnTo>
                  <a:pt x="3500923" y="1375113"/>
                </a:lnTo>
                <a:cubicBezTo>
                  <a:pt x="3501172" y="1374615"/>
                  <a:pt x="3501671" y="1374365"/>
                  <a:pt x="3502168" y="1374366"/>
                </a:cubicBezTo>
                <a:lnTo>
                  <a:pt x="3523188" y="1374365"/>
                </a:lnTo>
                <a:cubicBezTo>
                  <a:pt x="3523686" y="1374366"/>
                  <a:pt x="3524185" y="1374698"/>
                  <a:pt x="3524434" y="1375112"/>
                </a:cubicBezTo>
                <a:lnTo>
                  <a:pt x="3534985" y="1393390"/>
                </a:lnTo>
                <a:cubicBezTo>
                  <a:pt x="3535235" y="1393888"/>
                  <a:pt x="3535235" y="1394470"/>
                  <a:pt x="3534985" y="1394885"/>
                </a:cubicBezTo>
                <a:lnTo>
                  <a:pt x="3524434" y="1413163"/>
                </a:lnTo>
                <a:cubicBezTo>
                  <a:pt x="3524185" y="1413661"/>
                  <a:pt x="3523685" y="1413912"/>
                  <a:pt x="3523187" y="1413911"/>
                </a:cubicBezTo>
                <a:close/>
                <a:moveTo>
                  <a:pt x="3141027" y="1317334"/>
                </a:moveTo>
                <a:cubicBezTo>
                  <a:pt x="3140446" y="1317334"/>
                  <a:pt x="3139947" y="1317085"/>
                  <a:pt x="3139698" y="1316586"/>
                </a:cubicBezTo>
                <a:lnTo>
                  <a:pt x="3129147" y="1298226"/>
                </a:lnTo>
                <a:cubicBezTo>
                  <a:pt x="3128898" y="1297728"/>
                  <a:pt x="3128899" y="1297229"/>
                  <a:pt x="3129147" y="1296730"/>
                </a:cubicBezTo>
                <a:lnTo>
                  <a:pt x="3139698" y="1278370"/>
                </a:lnTo>
                <a:cubicBezTo>
                  <a:pt x="3140030" y="1277871"/>
                  <a:pt x="3140529" y="1277622"/>
                  <a:pt x="3141027" y="1277622"/>
                </a:cubicBezTo>
                <a:lnTo>
                  <a:pt x="3162212" y="1277622"/>
                </a:lnTo>
                <a:cubicBezTo>
                  <a:pt x="3162794" y="1277622"/>
                  <a:pt x="3163292" y="1277871"/>
                  <a:pt x="3163542" y="1278370"/>
                </a:cubicBezTo>
                <a:lnTo>
                  <a:pt x="3174093" y="1296730"/>
                </a:lnTo>
                <a:cubicBezTo>
                  <a:pt x="3174342" y="1297229"/>
                  <a:pt x="3174342" y="1297728"/>
                  <a:pt x="3174093" y="1298226"/>
                </a:cubicBezTo>
                <a:lnTo>
                  <a:pt x="3163542" y="1316586"/>
                </a:lnTo>
                <a:cubicBezTo>
                  <a:pt x="3163209" y="1317085"/>
                  <a:pt x="3162711" y="1317334"/>
                  <a:pt x="3162212" y="1317334"/>
                </a:cubicBezTo>
                <a:close/>
                <a:moveTo>
                  <a:pt x="3321586" y="1365715"/>
                </a:moveTo>
                <a:cubicBezTo>
                  <a:pt x="3321005" y="1365715"/>
                  <a:pt x="3320506" y="1365466"/>
                  <a:pt x="3320257" y="1364967"/>
                </a:cubicBezTo>
                <a:lnTo>
                  <a:pt x="3309706" y="1346607"/>
                </a:lnTo>
                <a:cubicBezTo>
                  <a:pt x="3309457" y="1346108"/>
                  <a:pt x="3309457" y="1345609"/>
                  <a:pt x="3309706" y="1345111"/>
                </a:cubicBezTo>
                <a:lnTo>
                  <a:pt x="3320257" y="1326750"/>
                </a:lnTo>
                <a:cubicBezTo>
                  <a:pt x="3320589" y="1326251"/>
                  <a:pt x="3321088" y="1326003"/>
                  <a:pt x="3321586" y="1326002"/>
                </a:cubicBezTo>
                <a:lnTo>
                  <a:pt x="3342771" y="1326002"/>
                </a:lnTo>
                <a:cubicBezTo>
                  <a:pt x="3343353" y="1326003"/>
                  <a:pt x="3343851" y="1326251"/>
                  <a:pt x="3344101" y="1326751"/>
                </a:cubicBezTo>
                <a:lnTo>
                  <a:pt x="3354652" y="1345111"/>
                </a:lnTo>
                <a:cubicBezTo>
                  <a:pt x="3354901" y="1345610"/>
                  <a:pt x="3354901" y="1346109"/>
                  <a:pt x="3354652" y="1346607"/>
                </a:cubicBezTo>
                <a:lnTo>
                  <a:pt x="3344101" y="1364966"/>
                </a:lnTo>
                <a:cubicBezTo>
                  <a:pt x="3343768" y="1365466"/>
                  <a:pt x="3343270" y="1365714"/>
                  <a:pt x="3342771" y="1365715"/>
                </a:cubicBezTo>
                <a:close/>
                <a:moveTo>
                  <a:pt x="3622517" y="1446349"/>
                </a:moveTo>
                <a:cubicBezTo>
                  <a:pt x="3621936" y="1446349"/>
                  <a:pt x="3621437" y="1446100"/>
                  <a:pt x="3621188" y="1445601"/>
                </a:cubicBezTo>
                <a:lnTo>
                  <a:pt x="3610637" y="1427241"/>
                </a:lnTo>
                <a:cubicBezTo>
                  <a:pt x="3610388" y="1426743"/>
                  <a:pt x="3610388" y="1426244"/>
                  <a:pt x="3610637" y="1425745"/>
                </a:cubicBezTo>
                <a:lnTo>
                  <a:pt x="3621188" y="1407385"/>
                </a:lnTo>
                <a:cubicBezTo>
                  <a:pt x="3621520" y="1406886"/>
                  <a:pt x="3622019" y="1406637"/>
                  <a:pt x="3622517" y="1406637"/>
                </a:cubicBezTo>
                <a:lnTo>
                  <a:pt x="3643702" y="1406637"/>
                </a:lnTo>
                <a:cubicBezTo>
                  <a:pt x="3644284" y="1406637"/>
                  <a:pt x="3644782" y="1406886"/>
                  <a:pt x="3645032" y="1407385"/>
                </a:cubicBezTo>
                <a:lnTo>
                  <a:pt x="3655583" y="1425745"/>
                </a:lnTo>
                <a:cubicBezTo>
                  <a:pt x="3655832" y="1426244"/>
                  <a:pt x="3655832" y="1426743"/>
                  <a:pt x="3655583" y="1427241"/>
                </a:cubicBezTo>
                <a:lnTo>
                  <a:pt x="3645032" y="1445601"/>
                </a:lnTo>
                <a:cubicBezTo>
                  <a:pt x="3644699" y="1446100"/>
                  <a:pt x="3644201" y="1446349"/>
                  <a:pt x="3643702" y="1446349"/>
                </a:cubicBezTo>
                <a:close/>
                <a:moveTo>
                  <a:pt x="2659456" y="1188392"/>
                </a:moveTo>
                <a:cubicBezTo>
                  <a:pt x="2658874" y="1188392"/>
                  <a:pt x="2658376" y="1188143"/>
                  <a:pt x="2658127" y="1187644"/>
                </a:cubicBezTo>
                <a:lnTo>
                  <a:pt x="2647493" y="1169200"/>
                </a:lnTo>
                <a:cubicBezTo>
                  <a:pt x="2647244" y="1168784"/>
                  <a:pt x="2647244" y="1168203"/>
                  <a:pt x="2647493" y="1167704"/>
                </a:cubicBezTo>
                <a:lnTo>
                  <a:pt x="2658127" y="1149261"/>
                </a:lnTo>
                <a:cubicBezTo>
                  <a:pt x="2658459" y="1148762"/>
                  <a:pt x="2658958" y="1148513"/>
                  <a:pt x="2659456" y="1148513"/>
                </a:cubicBezTo>
                <a:lnTo>
                  <a:pt x="2680725" y="1148514"/>
                </a:lnTo>
                <a:cubicBezTo>
                  <a:pt x="2681306" y="1148513"/>
                  <a:pt x="2681805" y="1148763"/>
                  <a:pt x="2682054" y="1149262"/>
                </a:cubicBezTo>
                <a:lnTo>
                  <a:pt x="2692688" y="1167704"/>
                </a:lnTo>
                <a:cubicBezTo>
                  <a:pt x="2692937" y="1168120"/>
                  <a:pt x="2692937" y="1168702"/>
                  <a:pt x="2692688" y="1169200"/>
                </a:cubicBezTo>
                <a:lnTo>
                  <a:pt x="2682054" y="1187643"/>
                </a:lnTo>
                <a:cubicBezTo>
                  <a:pt x="2681721" y="1188143"/>
                  <a:pt x="2681223" y="1188391"/>
                  <a:pt x="2680725" y="1188391"/>
                </a:cubicBezTo>
                <a:close/>
                <a:moveTo>
                  <a:pt x="2960387" y="1269026"/>
                </a:moveTo>
                <a:cubicBezTo>
                  <a:pt x="2959806" y="1269026"/>
                  <a:pt x="2959307" y="1268777"/>
                  <a:pt x="2959058" y="1268278"/>
                </a:cubicBezTo>
                <a:lnTo>
                  <a:pt x="2948424" y="1249835"/>
                </a:lnTo>
                <a:cubicBezTo>
                  <a:pt x="2948175" y="1249419"/>
                  <a:pt x="2948175" y="1248838"/>
                  <a:pt x="2948424" y="1248339"/>
                </a:cubicBezTo>
                <a:lnTo>
                  <a:pt x="2959058" y="1229896"/>
                </a:lnTo>
                <a:cubicBezTo>
                  <a:pt x="2959390" y="1229396"/>
                  <a:pt x="2959889" y="1229148"/>
                  <a:pt x="2960387" y="1229148"/>
                </a:cubicBezTo>
                <a:lnTo>
                  <a:pt x="2981656" y="1229148"/>
                </a:lnTo>
                <a:cubicBezTo>
                  <a:pt x="2982237" y="1229148"/>
                  <a:pt x="2982736" y="1229397"/>
                  <a:pt x="2982985" y="1229896"/>
                </a:cubicBezTo>
                <a:lnTo>
                  <a:pt x="2993619" y="1248339"/>
                </a:lnTo>
                <a:cubicBezTo>
                  <a:pt x="2993868" y="1248755"/>
                  <a:pt x="2993868" y="1249336"/>
                  <a:pt x="2993619" y="1249834"/>
                </a:cubicBezTo>
                <a:lnTo>
                  <a:pt x="2982985" y="1268278"/>
                </a:lnTo>
                <a:cubicBezTo>
                  <a:pt x="2982652" y="1268777"/>
                  <a:pt x="2982154" y="1269025"/>
                  <a:pt x="2981656" y="1269026"/>
                </a:cubicBezTo>
                <a:close/>
                <a:moveTo>
                  <a:pt x="3441877" y="1398041"/>
                </a:moveTo>
                <a:cubicBezTo>
                  <a:pt x="3441296" y="1398041"/>
                  <a:pt x="3440797" y="1397792"/>
                  <a:pt x="3440548" y="1397293"/>
                </a:cubicBezTo>
                <a:lnTo>
                  <a:pt x="3429914" y="1378849"/>
                </a:lnTo>
                <a:cubicBezTo>
                  <a:pt x="3429665" y="1378433"/>
                  <a:pt x="3429665" y="1377853"/>
                  <a:pt x="3429914" y="1377354"/>
                </a:cubicBezTo>
                <a:lnTo>
                  <a:pt x="3440548" y="1358910"/>
                </a:lnTo>
                <a:cubicBezTo>
                  <a:pt x="3440880" y="1358411"/>
                  <a:pt x="3441379" y="1358162"/>
                  <a:pt x="3441877" y="1358162"/>
                </a:cubicBezTo>
                <a:lnTo>
                  <a:pt x="3463146" y="1358163"/>
                </a:lnTo>
                <a:cubicBezTo>
                  <a:pt x="3463727" y="1358162"/>
                  <a:pt x="3464226" y="1358412"/>
                  <a:pt x="3464475" y="1358911"/>
                </a:cubicBezTo>
                <a:lnTo>
                  <a:pt x="3475109" y="1377353"/>
                </a:lnTo>
                <a:cubicBezTo>
                  <a:pt x="3475358" y="1377769"/>
                  <a:pt x="3475358" y="1378351"/>
                  <a:pt x="3475109" y="1378849"/>
                </a:cubicBezTo>
                <a:lnTo>
                  <a:pt x="3464475" y="1397293"/>
                </a:lnTo>
                <a:cubicBezTo>
                  <a:pt x="3464142" y="1397792"/>
                  <a:pt x="3463644" y="1398040"/>
                  <a:pt x="3463146" y="1398040"/>
                </a:cubicBezTo>
                <a:close/>
                <a:moveTo>
                  <a:pt x="2599186" y="1172348"/>
                </a:moveTo>
                <a:cubicBezTo>
                  <a:pt x="2598605" y="1172348"/>
                  <a:pt x="2598106" y="1172099"/>
                  <a:pt x="2597857" y="1171600"/>
                </a:cubicBezTo>
                <a:lnTo>
                  <a:pt x="2587223" y="1153074"/>
                </a:lnTo>
                <a:cubicBezTo>
                  <a:pt x="2586974" y="1152659"/>
                  <a:pt x="2586974" y="1152076"/>
                  <a:pt x="2587223" y="1151578"/>
                </a:cubicBezTo>
                <a:lnTo>
                  <a:pt x="2597940" y="1133051"/>
                </a:lnTo>
                <a:cubicBezTo>
                  <a:pt x="2598273" y="1132636"/>
                  <a:pt x="2598771" y="1132305"/>
                  <a:pt x="2599270" y="1132305"/>
                </a:cubicBezTo>
                <a:lnTo>
                  <a:pt x="2620621" y="1132305"/>
                </a:lnTo>
                <a:cubicBezTo>
                  <a:pt x="2621202" y="1132305"/>
                  <a:pt x="2621701" y="1132554"/>
                  <a:pt x="2621950" y="1133052"/>
                </a:cubicBezTo>
                <a:lnTo>
                  <a:pt x="2632584" y="1151579"/>
                </a:lnTo>
                <a:cubicBezTo>
                  <a:pt x="2632834" y="1151995"/>
                  <a:pt x="2632834" y="1152575"/>
                  <a:pt x="2632584" y="1153075"/>
                </a:cubicBezTo>
                <a:lnTo>
                  <a:pt x="2621867" y="1171601"/>
                </a:lnTo>
                <a:cubicBezTo>
                  <a:pt x="2621535" y="1172016"/>
                  <a:pt x="2621036" y="1172349"/>
                  <a:pt x="2620538" y="1172349"/>
                </a:cubicBezTo>
                <a:close/>
                <a:moveTo>
                  <a:pt x="3381607" y="1381998"/>
                </a:moveTo>
                <a:cubicBezTo>
                  <a:pt x="3381026" y="1381998"/>
                  <a:pt x="3380527" y="1381748"/>
                  <a:pt x="3380278" y="1381250"/>
                </a:cubicBezTo>
                <a:lnTo>
                  <a:pt x="3369644" y="1362723"/>
                </a:lnTo>
                <a:cubicBezTo>
                  <a:pt x="3369395" y="1362308"/>
                  <a:pt x="3369395" y="1361725"/>
                  <a:pt x="3369644" y="1361228"/>
                </a:cubicBezTo>
                <a:lnTo>
                  <a:pt x="3380361" y="1342700"/>
                </a:lnTo>
                <a:cubicBezTo>
                  <a:pt x="3380694" y="1342286"/>
                  <a:pt x="3381192" y="1341954"/>
                  <a:pt x="3381691" y="1341954"/>
                </a:cubicBezTo>
                <a:lnTo>
                  <a:pt x="3403042" y="1341954"/>
                </a:lnTo>
                <a:cubicBezTo>
                  <a:pt x="3403623" y="1341954"/>
                  <a:pt x="3404122" y="1342203"/>
                  <a:pt x="3404371" y="1342701"/>
                </a:cubicBezTo>
                <a:lnTo>
                  <a:pt x="3415005" y="1361228"/>
                </a:lnTo>
                <a:cubicBezTo>
                  <a:pt x="3415255" y="1361644"/>
                  <a:pt x="3415255" y="1362224"/>
                  <a:pt x="3415005" y="1362724"/>
                </a:cubicBezTo>
                <a:lnTo>
                  <a:pt x="3404288" y="1381250"/>
                </a:lnTo>
                <a:cubicBezTo>
                  <a:pt x="3403956" y="1381666"/>
                  <a:pt x="3403457" y="1381998"/>
                  <a:pt x="3402959" y="1381998"/>
                </a:cubicBezTo>
                <a:close/>
                <a:moveTo>
                  <a:pt x="2539000" y="1156304"/>
                </a:moveTo>
                <a:cubicBezTo>
                  <a:pt x="2538419" y="1156304"/>
                  <a:pt x="2537920" y="1156055"/>
                  <a:pt x="2537671" y="1155557"/>
                </a:cubicBezTo>
                <a:lnTo>
                  <a:pt x="2526954" y="1136947"/>
                </a:lnTo>
                <a:cubicBezTo>
                  <a:pt x="2526705" y="1136531"/>
                  <a:pt x="2526705" y="1135950"/>
                  <a:pt x="2526954" y="1135451"/>
                </a:cubicBezTo>
                <a:lnTo>
                  <a:pt x="2537671" y="1116841"/>
                </a:lnTo>
                <a:cubicBezTo>
                  <a:pt x="2538003" y="1116426"/>
                  <a:pt x="2538502" y="1116094"/>
                  <a:pt x="2539000" y="1116094"/>
                </a:cubicBezTo>
                <a:lnTo>
                  <a:pt x="2560435" y="1116094"/>
                </a:lnTo>
                <a:cubicBezTo>
                  <a:pt x="2561016" y="1116094"/>
                  <a:pt x="2561515" y="1116343"/>
                  <a:pt x="2561764" y="1116841"/>
                </a:cubicBezTo>
                <a:lnTo>
                  <a:pt x="2572481" y="1135451"/>
                </a:lnTo>
                <a:cubicBezTo>
                  <a:pt x="2572731" y="1135867"/>
                  <a:pt x="2572731" y="1136448"/>
                  <a:pt x="2572481" y="1136947"/>
                </a:cubicBezTo>
                <a:lnTo>
                  <a:pt x="2561764" y="1155557"/>
                </a:lnTo>
                <a:cubicBezTo>
                  <a:pt x="2561432" y="1155972"/>
                  <a:pt x="2560933" y="1156304"/>
                  <a:pt x="2560435" y="1156304"/>
                </a:cubicBezTo>
                <a:close/>
                <a:moveTo>
                  <a:pt x="2719558" y="1204684"/>
                </a:moveTo>
                <a:cubicBezTo>
                  <a:pt x="2718978" y="1204684"/>
                  <a:pt x="2718478" y="1204435"/>
                  <a:pt x="2718229" y="1203937"/>
                </a:cubicBezTo>
                <a:lnTo>
                  <a:pt x="2707512" y="1185327"/>
                </a:lnTo>
                <a:cubicBezTo>
                  <a:pt x="2707264" y="1184912"/>
                  <a:pt x="2707263" y="1184330"/>
                  <a:pt x="2707513" y="1183831"/>
                </a:cubicBezTo>
                <a:lnTo>
                  <a:pt x="2718230" y="1165221"/>
                </a:lnTo>
                <a:cubicBezTo>
                  <a:pt x="2718562" y="1164806"/>
                  <a:pt x="2719060" y="1164474"/>
                  <a:pt x="2719558" y="1164474"/>
                </a:cubicBezTo>
                <a:lnTo>
                  <a:pt x="2740994" y="1164474"/>
                </a:lnTo>
                <a:cubicBezTo>
                  <a:pt x="2741575" y="1164475"/>
                  <a:pt x="2742074" y="1164723"/>
                  <a:pt x="2742323" y="1165221"/>
                </a:cubicBezTo>
                <a:lnTo>
                  <a:pt x="2753040" y="1183831"/>
                </a:lnTo>
                <a:cubicBezTo>
                  <a:pt x="2753289" y="1184247"/>
                  <a:pt x="2753289" y="1184828"/>
                  <a:pt x="2753040" y="1185327"/>
                </a:cubicBezTo>
                <a:lnTo>
                  <a:pt x="2742322" y="1203937"/>
                </a:lnTo>
                <a:cubicBezTo>
                  <a:pt x="2741991" y="1204352"/>
                  <a:pt x="2741492" y="1204684"/>
                  <a:pt x="2740994" y="1204684"/>
                </a:cubicBezTo>
                <a:close/>
                <a:moveTo>
                  <a:pt x="2779744" y="1220811"/>
                </a:moveTo>
                <a:cubicBezTo>
                  <a:pt x="2779164" y="1220811"/>
                  <a:pt x="2778664" y="1220562"/>
                  <a:pt x="2778415" y="1220064"/>
                </a:cubicBezTo>
                <a:lnTo>
                  <a:pt x="2767698" y="1201454"/>
                </a:lnTo>
                <a:cubicBezTo>
                  <a:pt x="2767449" y="1201038"/>
                  <a:pt x="2767449" y="1200457"/>
                  <a:pt x="2767698" y="1199958"/>
                </a:cubicBezTo>
                <a:lnTo>
                  <a:pt x="2778416" y="1181348"/>
                </a:lnTo>
                <a:cubicBezTo>
                  <a:pt x="2778748" y="1180933"/>
                  <a:pt x="2779246" y="1180601"/>
                  <a:pt x="2779744" y="1180601"/>
                </a:cubicBezTo>
                <a:lnTo>
                  <a:pt x="2801180" y="1180601"/>
                </a:lnTo>
                <a:cubicBezTo>
                  <a:pt x="2801760" y="1180601"/>
                  <a:pt x="2802260" y="1180850"/>
                  <a:pt x="2802509" y="1181348"/>
                </a:cubicBezTo>
                <a:lnTo>
                  <a:pt x="2813226" y="1199958"/>
                </a:lnTo>
                <a:cubicBezTo>
                  <a:pt x="2813475" y="1200374"/>
                  <a:pt x="2813475" y="1200955"/>
                  <a:pt x="2813226" y="1201454"/>
                </a:cubicBezTo>
                <a:lnTo>
                  <a:pt x="2802508" y="1220064"/>
                </a:lnTo>
                <a:cubicBezTo>
                  <a:pt x="2802176" y="1220479"/>
                  <a:pt x="2801678" y="1220811"/>
                  <a:pt x="2801180" y="1220811"/>
                </a:cubicBezTo>
                <a:close/>
                <a:moveTo>
                  <a:pt x="3020490" y="1285319"/>
                </a:moveTo>
                <a:cubicBezTo>
                  <a:pt x="3019909" y="1285318"/>
                  <a:pt x="3019410" y="1285070"/>
                  <a:pt x="3019161" y="1284572"/>
                </a:cubicBezTo>
                <a:lnTo>
                  <a:pt x="3008444" y="1265961"/>
                </a:lnTo>
                <a:cubicBezTo>
                  <a:pt x="3008195" y="1265546"/>
                  <a:pt x="3008195" y="1264964"/>
                  <a:pt x="3008444" y="1264465"/>
                </a:cubicBezTo>
                <a:lnTo>
                  <a:pt x="3019161" y="1245856"/>
                </a:lnTo>
                <a:cubicBezTo>
                  <a:pt x="3019493" y="1245440"/>
                  <a:pt x="3019992" y="1245109"/>
                  <a:pt x="3020490" y="1245109"/>
                </a:cubicBezTo>
                <a:lnTo>
                  <a:pt x="3041925" y="1245108"/>
                </a:lnTo>
                <a:cubicBezTo>
                  <a:pt x="3042506" y="1245109"/>
                  <a:pt x="3043005" y="1245357"/>
                  <a:pt x="3043254" y="1245855"/>
                </a:cubicBezTo>
                <a:lnTo>
                  <a:pt x="3053971" y="1264466"/>
                </a:lnTo>
                <a:cubicBezTo>
                  <a:pt x="3054220" y="1264881"/>
                  <a:pt x="3054220" y="1265463"/>
                  <a:pt x="3053971" y="1265962"/>
                </a:cubicBezTo>
                <a:lnTo>
                  <a:pt x="3043254" y="1284572"/>
                </a:lnTo>
                <a:cubicBezTo>
                  <a:pt x="3042922" y="1284987"/>
                  <a:pt x="3042423" y="1285318"/>
                  <a:pt x="3041925" y="1285319"/>
                </a:cubicBezTo>
                <a:close/>
                <a:moveTo>
                  <a:pt x="3200967" y="1333782"/>
                </a:moveTo>
                <a:cubicBezTo>
                  <a:pt x="3200385" y="1333782"/>
                  <a:pt x="3199887" y="1333533"/>
                  <a:pt x="3199636" y="1333035"/>
                </a:cubicBezTo>
                <a:lnTo>
                  <a:pt x="3188837" y="1314342"/>
                </a:lnTo>
                <a:cubicBezTo>
                  <a:pt x="3188587" y="1313926"/>
                  <a:pt x="3188588" y="1313345"/>
                  <a:pt x="3188836" y="1312846"/>
                </a:cubicBezTo>
                <a:lnTo>
                  <a:pt x="3199636" y="1294153"/>
                </a:lnTo>
                <a:cubicBezTo>
                  <a:pt x="3199886" y="1293738"/>
                  <a:pt x="3200468" y="1293406"/>
                  <a:pt x="3200967" y="1293406"/>
                </a:cubicBezTo>
                <a:lnTo>
                  <a:pt x="3222567" y="1293406"/>
                </a:lnTo>
                <a:cubicBezTo>
                  <a:pt x="3223148" y="1293406"/>
                  <a:pt x="3223646" y="1293655"/>
                  <a:pt x="3223896" y="1294153"/>
                </a:cubicBezTo>
                <a:lnTo>
                  <a:pt x="3234696" y="1312846"/>
                </a:lnTo>
                <a:cubicBezTo>
                  <a:pt x="3234945" y="1313262"/>
                  <a:pt x="3234946" y="1313844"/>
                  <a:pt x="3234697" y="1314342"/>
                </a:cubicBezTo>
                <a:lnTo>
                  <a:pt x="3223896" y="1333035"/>
                </a:lnTo>
                <a:cubicBezTo>
                  <a:pt x="3223647" y="1333450"/>
                  <a:pt x="3223064" y="1333782"/>
                  <a:pt x="3222567" y="1333782"/>
                </a:cubicBezTo>
                <a:close/>
                <a:moveTo>
                  <a:pt x="2478729" y="1140355"/>
                </a:moveTo>
                <a:cubicBezTo>
                  <a:pt x="2478148" y="1140354"/>
                  <a:pt x="2477649" y="1140105"/>
                  <a:pt x="2477400" y="1139607"/>
                </a:cubicBezTo>
                <a:lnTo>
                  <a:pt x="2466600" y="1120831"/>
                </a:lnTo>
                <a:cubicBezTo>
                  <a:pt x="2466351" y="1120414"/>
                  <a:pt x="2466351" y="1119834"/>
                  <a:pt x="2466600" y="1119335"/>
                </a:cubicBezTo>
                <a:lnTo>
                  <a:pt x="2477400" y="1100560"/>
                </a:lnTo>
                <a:cubicBezTo>
                  <a:pt x="2477649" y="1100143"/>
                  <a:pt x="2478231" y="1099811"/>
                  <a:pt x="2478729" y="1099812"/>
                </a:cubicBezTo>
                <a:lnTo>
                  <a:pt x="2500413" y="1099811"/>
                </a:lnTo>
                <a:cubicBezTo>
                  <a:pt x="2500995" y="1099811"/>
                  <a:pt x="2501493" y="1100060"/>
                  <a:pt x="2501743" y="1100560"/>
                </a:cubicBezTo>
                <a:lnTo>
                  <a:pt x="2512543" y="1119335"/>
                </a:lnTo>
                <a:cubicBezTo>
                  <a:pt x="2512792" y="1119751"/>
                  <a:pt x="2512792" y="1120333"/>
                  <a:pt x="2512543" y="1120831"/>
                </a:cubicBezTo>
                <a:lnTo>
                  <a:pt x="2501743" y="1139607"/>
                </a:lnTo>
                <a:cubicBezTo>
                  <a:pt x="2501493" y="1140023"/>
                  <a:pt x="2500911" y="1140354"/>
                  <a:pt x="2500413" y="1140354"/>
                </a:cubicBezTo>
                <a:close/>
                <a:moveTo>
                  <a:pt x="3802826" y="1495146"/>
                </a:moveTo>
                <a:cubicBezTo>
                  <a:pt x="3802246" y="1495145"/>
                  <a:pt x="3801747" y="1494896"/>
                  <a:pt x="3801498" y="1494398"/>
                </a:cubicBezTo>
                <a:lnTo>
                  <a:pt x="3790698" y="1475622"/>
                </a:lnTo>
                <a:cubicBezTo>
                  <a:pt x="3790449" y="1475205"/>
                  <a:pt x="3790449" y="1474625"/>
                  <a:pt x="3790698" y="1474126"/>
                </a:cubicBezTo>
                <a:lnTo>
                  <a:pt x="3801498" y="1455351"/>
                </a:lnTo>
                <a:cubicBezTo>
                  <a:pt x="3801747" y="1454934"/>
                  <a:pt x="3802329" y="1454602"/>
                  <a:pt x="3802827" y="1454603"/>
                </a:cubicBezTo>
                <a:lnTo>
                  <a:pt x="3824511" y="1454602"/>
                </a:lnTo>
                <a:cubicBezTo>
                  <a:pt x="3825092" y="1454602"/>
                  <a:pt x="3825591" y="1454851"/>
                  <a:pt x="3825840" y="1455350"/>
                </a:cubicBezTo>
                <a:lnTo>
                  <a:pt x="3836640" y="1474126"/>
                </a:lnTo>
                <a:cubicBezTo>
                  <a:pt x="3836890" y="1474542"/>
                  <a:pt x="3836890" y="1475124"/>
                  <a:pt x="3836641" y="1475622"/>
                </a:cubicBezTo>
                <a:lnTo>
                  <a:pt x="3825840" y="1494397"/>
                </a:lnTo>
                <a:cubicBezTo>
                  <a:pt x="3825591" y="1494814"/>
                  <a:pt x="3825009" y="1495145"/>
                  <a:pt x="3824511" y="1495145"/>
                </a:cubicBezTo>
                <a:close/>
                <a:moveTo>
                  <a:pt x="3983210" y="1543846"/>
                </a:moveTo>
                <a:cubicBezTo>
                  <a:pt x="3982712" y="1543846"/>
                  <a:pt x="3982130" y="1543597"/>
                  <a:pt x="3981881" y="1543098"/>
                </a:cubicBezTo>
                <a:lnTo>
                  <a:pt x="3970915" y="1524073"/>
                </a:lnTo>
                <a:cubicBezTo>
                  <a:pt x="3970666" y="1523575"/>
                  <a:pt x="3970666" y="1522993"/>
                  <a:pt x="3970915" y="1522495"/>
                </a:cubicBezTo>
                <a:lnTo>
                  <a:pt x="3981881" y="1503469"/>
                </a:lnTo>
                <a:cubicBezTo>
                  <a:pt x="3982130" y="1503054"/>
                  <a:pt x="3982629" y="1502722"/>
                  <a:pt x="3983210" y="1502722"/>
                </a:cubicBezTo>
                <a:lnTo>
                  <a:pt x="4005143" y="1502722"/>
                </a:lnTo>
                <a:cubicBezTo>
                  <a:pt x="4005642" y="1502722"/>
                  <a:pt x="4006224" y="1502971"/>
                  <a:pt x="4006473" y="1503469"/>
                </a:cubicBezTo>
                <a:lnTo>
                  <a:pt x="4017439" y="1522495"/>
                </a:lnTo>
                <a:cubicBezTo>
                  <a:pt x="4017688" y="1522993"/>
                  <a:pt x="4017688" y="1523575"/>
                  <a:pt x="4017439" y="1524073"/>
                </a:cubicBezTo>
                <a:lnTo>
                  <a:pt x="4006473" y="1543098"/>
                </a:lnTo>
                <a:cubicBezTo>
                  <a:pt x="4006224" y="1543514"/>
                  <a:pt x="4005725" y="1543846"/>
                  <a:pt x="4005143" y="1543846"/>
                </a:cubicBezTo>
                <a:close/>
                <a:moveTo>
                  <a:pt x="3922797" y="1528043"/>
                </a:moveTo>
                <a:cubicBezTo>
                  <a:pt x="3922299" y="1528043"/>
                  <a:pt x="3921717" y="1527711"/>
                  <a:pt x="3921468" y="1527212"/>
                </a:cubicBezTo>
                <a:lnTo>
                  <a:pt x="3910252" y="1507855"/>
                </a:lnTo>
                <a:cubicBezTo>
                  <a:pt x="3910003" y="1507356"/>
                  <a:pt x="3910003" y="1506775"/>
                  <a:pt x="3910252" y="1506276"/>
                </a:cubicBezTo>
                <a:lnTo>
                  <a:pt x="3921468" y="1486919"/>
                </a:lnTo>
                <a:cubicBezTo>
                  <a:pt x="3921717" y="1486421"/>
                  <a:pt x="3922215" y="1486088"/>
                  <a:pt x="3922797" y="1486088"/>
                </a:cubicBezTo>
                <a:lnTo>
                  <a:pt x="3945145" y="1486088"/>
                </a:lnTo>
                <a:cubicBezTo>
                  <a:pt x="3945644" y="1486088"/>
                  <a:pt x="3946225" y="1486421"/>
                  <a:pt x="3946475" y="1486919"/>
                </a:cubicBezTo>
                <a:lnTo>
                  <a:pt x="3957690" y="1506276"/>
                </a:lnTo>
                <a:cubicBezTo>
                  <a:pt x="3957940" y="1506775"/>
                  <a:pt x="3957940" y="1507356"/>
                  <a:pt x="3957690" y="1507855"/>
                </a:cubicBezTo>
                <a:lnTo>
                  <a:pt x="3946475" y="1527212"/>
                </a:lnTo>
                <a:cubicBezTo>
                  <a:pt x="3946225" y="1527711"/>
                  <a:pt x="3945727" y="1528043"/>
                  <a:pt x="3945145" y="1528043"/>
                </a:cubicBezTo>
                <a:close/>
                <a:moveTo>
                  <a:pt x="3862421" y="1512256"/>
                </a:moveTo>
                <a:cubicBezTo>
                  <a:pt x="3861840" y="1512256"/>
                  <a:pt x="3861341" y="1511924"/>
                  <a:pt x="3861009" y="1511426"/>
                </a:cubicBezTo>
                <a:lnTo>
                  <a:pt x="3849710" y="1491819"/>
                </a:lnTo>
                <a:cubicBezTo>
                  <a:pt x="3849378" y="1491321"/>
                  <a:pt x="3849378" y="1490739"/>
                  <a:pt x="3849710" y="1490241"/>
                </a:cubicBezTo>
                <a:lnTo>
                  <a:pt x="3861092" y="1470634"/>
                </a:lnTo>
                <a:cubicBezTo>
                  <a:pt x="3861424" y="1470135"/>
                  <a:pt x="3861923" y="1469803"/>
                  <a:pt x="3862505" y="1469803"/>
                </a:cubicBezTo>
                <a:lnTo>
                  <a:pt x="3885185" y="1469803"/>
                </a:lnTo>
                <a:cubicBezTo>
                  <a:pt x="3885767" y="1469803"/>
                  <a:pt x="3886265" y="1470135"/>
                  <a:pt x="3886597" y="1470634"/>
                </a:cubicBezTo>
                <a:lnTo>
                  <a:pt x="3897896" y="1490241"/>
                </a:lnTo>
                <a:cubicBezTo>
                  <a:pt x="3898228" y="1490739"/>
                  <a:pt x="3898228" y="1491321"/>
                  <a:pt x="3897896" y="1491819"/>
                </a:cubicBezTo>
                <a:lnTo>
                  <a:pt x="3886514" y="1511426"/>
                </a:lnTo>
                <a:cubicBezTo>
                  <a:pt x="3886182" y="1511924"/>
                  <a:pt x="3885683" y="1512256"/>
                  <a:pt x="3885102" y="1512256"/>
                </a:cubicBezTo>
                <a:close/>
                <a:moveTo>
                  <a:pt x="2231051" y="1114691"/>
                </a:moveTo>
                <a:cubicBezTo>
                  <a:pt x="2230885" y="1114691"/>
                  <a:pt x="2230636" y="1114442"/>
                  <a:pt x="2230636" y="1114442"/>
                </a:cubicBezTo>
                <a:lnTo>
                  <a:pt x="2226897" y="1108045"/>
                </a:lnTo>
                <a:cubicBezTo>
                  <a:pt x="2226814" y="1107879"/>
                  <a:pt x="2226897" y="1107547"/>
                  <a:pt x="2226897" y="1107547"/>
                </a:cubicBezTo>
                <a:lnTo>
                  <a:pt x="2230636" y="1101149"/>
                </a:lnTo>
                <a:cubicBezTo>
                  <a:pt x="2230719" y="1100983"/>
                  <a:pt x="2231051" y="1100900"/>
                  <a:pt x="2231051" y="1100900"/>
                </a:cubicBezTo>
                <a:lnTo>
                  <a:pt x="2238445" y="1100900"/>
                </a:lnTo>
                <a:cubicBezTo>
                  <a:pt x="2238611" y="1100900"/>
                  <a:pt x="2238860" y="1101149"/>
                  <a:pt x="2238860" y="1101149"/>
                </a:cubicBezTo>
                <a:lnTo>
                  <a:pt x="2242599" y="1107547"/>
                </a:lnTo>
                <a:cubicBezTo>
                  <a:pt x="2242682" y="1107713"/>
                  <a:pt x="2242599" y="1108045"/>
                  <a:pt x="2242599" y="1108045"/>
                </a:cubicBezTo>
                <a:lnTo>
                  <a:pt x="2238860" y="1114442"/>
                </a:lnTo>
                <a:cubicBezTo>
                  <a:pt x="2238777" y="1114608"/>
                  <a:pt x="2238445" y="1114691"/>
                  <a:pt x="2238445" y="1114691"/>
                </a:cubicBezTo>
                <a:close/>
                <a:moveTo>
                  <a:pt x="1084801" y="813541"/>
                </a:moveTo>
                <a:cubicBezTo>
                  <a:pt x="1084468" y="813541"/>
                  <a:pt x="1083970" y="813043"/>
                  <a:pt x="1083970" y="813043"/>
                </a:cubicBezTo>
                <a:lnTo>
                  <a:pt x="1077490" y="801745"/>
                </a:lnTo>
                <a:cubicBezTo>
                  <a:pt x="1077324" y="801496"/>
                  <a:pt x="1077490" y="800830"/>
                  <a:pt x="1077490" y="800830"/>
                </a:cubicBezTo>
                <a:lnTo>
                  <a:pt x="1083970" y="789531"/>
                </a:lnTo>
                <a:cubicBezTo>
                  <a:pt x="1084136" y="789199"/>
                  <a:pt x="1084801" y="789034"/>
                  <a:pt x="1084801" y="789034"/>
                </a:cubicBezTo>
                <a:lnTo>
                  <a:pt x="1097844" y="789033"/>
                </a:lnTo>
                <a:cubicBezTo>
                  <a:pt x="1098177" y="789034"/>
                  <a:pt x="1098675" y="789531"/>
                  <a:pt x="1098675" y="789531"/>
                </a:cubicBezTo>
                <a:lnTo>
                  <a:pt x="1105155" y="800831"/>
                </a:lnTo>
                <a:cubicBezTo>
                  <a:pt x="1105321" y="801079"/>
                  <a:pt x="1105155" y="801744"/>
                  <a:pt x="1105155" y="801744"/>
                </a:cubicBezTo>
                <a:lnTo>
                  <a:pt x="1098675" y="813043"/>
                </a:lnTo>
                <a:cubicBezTo>
                  <a:pt x="1098509" y="813375"/>
                  <a:pt x="1097844" y="813541"/>
                  <a:pt x="1097844" y="813541"/>
                </a:cubicBezTo>
                <a:close/>
                <a:moveTo>
                  <a:pt x="1144396" y="830653"/>
                </a:moveTo>
                <a:cubicBezTo>
                  <a:pt x="1144063" y="830653"/>
                  <a:pt x="1143564" y="830154"/>
                  <a:pt x="1143564" y="830154"/>
                </a:cubicBezTo>
                <a:lnTo>
                  <a:pt x="1136503" y="817941"/>
                </a:lnTo>
                <a:cubicBezTo>
                  <a:pt x="1136336" y="817609"/>
                  <a:pt x="1136503" y="816944"/>
                  <a:pt x="1136503" y="816944"/>
                </a:cubicBezTo>
                <a:lnTo>
                  <a:pt x="1143564" y="804731"/>
                </a:lnTo>
                <a:cubicBezTo>
                  <a:pt x="1143730" y="804399"/>
                  <a:pt x="1144396" y="804233"/>
                  <a:pt x="1144396" y="804233"/>
                </a:cubicBezTo>
                <a:lnTo>
                  <a:pt x="1158518" y="804233"/>
                </a:lnTo>
                <a:cubicBezTo>
                  <a:pt x="1158850" y="804233"/>
                  <a:pt x="1159350" y="804731"/>
                  <a:pt x="1159350" y="804731"/>
                </a:cubicBezTo>
                <a:lnTo>
                  <a:pt x="1166410" y="816944"/>
                </a:lnTo>
                <a:cubicBezTo>
                  <a:pt x="1166578" y="817276"/>
                  <a:pt x="1166410" y="817941"/>
                  <a:pt x="1166410" y="817941"/>
                </a:cubicBezTo>
                <a:lnTo>
                  <a:pt x="1159350" y="830154"/>
                </a:lnTo>
                <a:cubicBezTo>
                  <a:pt x="1159183" y="830486"/>
                  <a:pt x="1158518" y="830653"/>
                  <a:pt x="1158518" y="830653"/>
                </a:cubicBezTo>
                <a:close/>
                <a:moveTo>
                  <a:pt x="2287177" y="1138463"/>
                </a:moveTo>
                <a:cubicBezTo>
                  <a:pt x="2286845" y="1138463"/>
                  <a:pt x="2286263" y="1137881"/>
                  <a:pt x="2286263" y="1137881"/>
                </a:cubicBezTo>
                <a:lnTo>
                  <a:pt x="2278453" y="1124422"/>
                </a:lnTo>
                <a:cubicBezTo>
                  <a:pt x="2278288" y="1124090"/>
                  <a:pt x="2278454" y="1123342"/>
                  <a:pt x="2278454" y="1123342"/>
                </a:cubicBezTo>
                <a:lnTo>
                  <a:pt x="2286263" y="1109884"/>
                </a:lnTo>
                <a:cubicBezTo>
                  <a:pt x="2286429" y="1109551"/>
                  <a:pt x="2287177" y="1109302"/>
                  <a:pt x="2287177" y="1109302"/>
                </a:cubicBezTo>
                <a:lnTo>
                  <a:pt x="2302712" y="1109302"/>
                </a:lnTo>
                <a:cubicBezTo>
                  <a:pt x="2303045" y="1109302"/>
                  <a:pt x="2303626" y="1109884"/>
                  <a:pt x="2303626" y="1109884"/>
                </a:cubicBezTo>
                <a:lnTo>
                  <a:pt x="2311436" y="1123342"/>
                </a:lnTo>
                <a:cubicBezTo>
                  <a:pt x="2311602" y="1123675"/>
                  <a:pt x="2311436" y="1124422"/>
                  <a:pt x="2311436" y="1124422"/>
                </a:cubicBezTo>
                <a:lnTo>
                  <a:pt x="2303627" y="1137881"/>
                </a:lnTo>
                <a:cubicBezTo>
                  <a:pt x="2303461" y="1138213"/>
                  <a:pt x="2302713" y="1138463"/>
                  <a:pt x="2302713" y="1138463"/>
                </a:cubicBezTo>
                <a:close/>
                <a:moveTo>
                  <a:pt x="1263606" y="865067"/>
                </a:moveTo>
                <a:cubicBezTo>
                  <a:pt x="1263190" y="865067"/>
                  <a:pt x="1262609" y="864486"/>
                  <a:pt x="1262609" y="864486"/>
                </a:cubicBezTo>
                <a:lnTo>
                  <a:pt x="1254467" y="850279"/>
                </a:lnTo>
                <a:cubicBezTo>
                  <a:pt x="1254218" y="849947"/>
                  <a:pt x="1254468" y="849116"/>
                  <a:pt x="1254468" y="849116"/>
                </a:cubicBezTo>
                <a:lnTo>
                  <a:pt x="1262692" y="834909"/>
                </a:lnTo>
                <a:cubicBezTo>
                  <a:pt x="1262858" y="834577"/>
                  <a:pt x="1263689" y="834328"/>
                  <a:pt x="1263689" y="834328"/>
                </a:cubicBezTo>
                <a:lnTo>
                  <a:pt x="1280055" y="834328"/>
                </a:lnTo>
                <a:cubicBezTo>
                  <a:pt x="1280470" y="834328"/>
                  <a:pt x="1281052" y="834909"/>
                  <a:pt x="1281052" y="834909"/>
                </a:cubicBezTo>
                <a:lnTo>
                  <a:pt x="1289194" y="849116"/>
                </a:lnTo>
                <a:cubicBezTo>
                  <a:pt x="1289443" y="849448"/>
                  <a:pt x="1289194" y="850279"/>
                  <a:pt x="1289194" y="850279"/>
                </a:cubicBezTo>
                <a:lnTo>
                  <a:pt x="1280970" y="864486"/>
                </a:lnTo>
                <a:cubicBezTo>
                  <a:pt x="1280803" y="864818"/>
                  <a:pt x="1279972" y="865067"/>
                  <a:pt x="1279972" y="865067"/>
                </a:cubicBezTo>
                <a:close/>
                <a:moveTo>
                  <a:pt x="1203076" y="849603"/>
                </a:moveTo>
                <a:cubicBezTo>
                  <a:pt x="1202577" y="849603"/>
                  <a:pt x="1201996" y="849021"/>
                  <a:pt x="1201996" y="849021"/>
                </a:cubicBezTo>
                <a:lnTo>
                  <a:pt x="1193438" y="834233"/>
                </a:lnTo>
                <a:cubicBezTo>
                  <a:pt x="1193189" y="833819"/>
                  <a:pt x="1193439" y="832986"/>
                  <a:pt x="1193439" y="832986"/>
                </a:cubicBezTo>
                <a:lnTo>
                  <a:pt x="1201996" y="818200"/>
                </a:lnTo>
                <a:cubicBezTo>
                  <a:pt x="1202245" y="817866"/>
                  <a:pt x="1202660" y="817618"/>
                  <a:pt x="1203075" y="817617"/>
                </a:cubicBezTo>
                <a:lnTo>
                  <a:pt x="1220189" y="817617"/>
                </a:lnTo>
                <a:cubicBezTo>
                  <a:pt x="1220688" y="817617"/>
                  <a:pt x="1221270" y="818200"/>
                  <a:pt x="1221270" y="818200"/>
                </a:cubicBezTo>
                <a:lnTo>
                  <a:pt x="1229827" y="832987"/>
                </a:lnTo>
                <a:cubicBezTo>
                  <a:pt x="1230076" y="833402"/>
                  <a:pt x="1229826" y="834234"/>
                  <a:pt x="1229826" y="834234"/>
                </a:cubicBezTo>
                <a:lnTo>
                  <a:pt x="1221269" y="849021"/>
                </a:lnTo>
                <a:cubicBezTo>
                  <a:pt x="1221021" y="849354"/>
                  <a:pt x="1220605" y="849602"/>
                  <a:pt x="1220190" y="849603"/>
                </a:cubicBezTo>
                <a:close/>
                <a:moveTo>
                  <a:pt x="4151809" y="1640559"/>
                </a:moveTo>
                <a:cubicBezTo>
                  <a:pt x="4151394" y="1640558"/>
                  <a:pt x="4150729" y="1639894"/>
                  <a:pt x="4150729" y="1639894"/>
                </a:cubicBezTo>
                <a:lnTo>
                  <a:pt x="4141756" y="1624358"/>
                </a:lnTo>
                <a:cubicBezTo>
                  <a:pt x="4141508" y="1624025"/>
                  <a:pt x="4141756" y="1623112"/>
                  <a:pt x="4141756" y="1623112"/>
                </a:cubicBezTo>
                <a:lnTo>
                  <a:pt x="4150729" y="1607576"/>
                </a:lnTo>
                <a:cubicBezTo>
                  <a:pt x="4150978" y="1607161"/>
                  <a:pt x="4151393" y="1606911"/>
                  <a:pt x="4151809" y="1606912"/>
                </a:cubicBezTo>
                <a:lnTo>
                  <a:pt x="4169671" y="1606911"/>
                </a:lnTo>
                <a:cubicBezTo>
                  <a:pt x="4170087" y="1606911"/>
                  <a:pt x="4170751" y="1607576"/>
                  <a:pt x="4170751" y="1607576"/>
                </a:cubicBezTo>
                <a:lnTo>
                  <a:pt x="4179724" y="1623113"/>
                </a:lnTo>
                <a:cubicBezTo>
                  <a:pt x="4179973" y="1623444"/>
                  <a:pt x="4179724" y="1624359"/>
                  <a:pt x="4179724" y="1624359"/>
                </a:cubicBezTo>
                <a:lnTo>
                  <a:pt x="4170751" y="1639895"/>
                </a:lnTo>
                <a:cubicBezTo>
                  <a:pt x="4170502" y="1640309"/>
                  <a:pt x="4170087" y="1640558"/>
                  <a:pt x="4169671" y="1640558"/>
                </a:cubicBezTo>
                <a:close/>
                <a:moveTo>
                  <a:pt x="4211911" y="1656861"/>
                </a:moveTo>
                <a:cubicBezTo>
                  <a:pt x="4211495" y="1656861"/>
                  <a:pt x="4210830" y="1656196"/>
                  <a:pt x="4210830" y="1656196"/>
                </a:cubicBezTo>
                <a:lnTo>
                  <a:pt x="4201775" y="1640495"/>
                </a:lnTo>
                <a:cubicBezTo>
                  <a:pt x="4201526" y="1640162"/>
                  <a:pt x="4201775" y="1639248"/>
                  <a:pt x="4201775" y="1639248"/>
                </a:cubicBezTo>
                <a:lnTo>
                  <a:pt x="4210830" y="1623546"/>
                </a:lnTo>
                <a:cubicBezTo>
                  <a:pt x="4210996" y="1623131"/>
                  <a:pt x="4211495" y="1622882"/>
                  <a:pt x="4211910" y="1622882"/>
                </a:cubicBezTo>
                <a:lnTo>
                  <a:pt x="4230022" y="1622882"/>
                </a:lnTo>
                <a:cubicBezTo>
                  <a:pt x="4230437" y="1622882"/>
                  <a:pt x="4231103" y="1623546"/>
                  <a:pt x="4231103" y="1623546"/>
                </a:cubicBezTo>
                <a:lnTo>
                  <a:pt x="4240157" y="1639248"/>
                </a:lnTo>
                <a:cubicBezTo>
                  <a:pt x="4240407" y="1639580"/>
                  <a:pt x="4240157" y="1640495"/>
                  <a:pt x="4240157" y="1640495"/>
                </a:cubicBezTo>
                <a:lnTo>
                  <a:pt x="4231102" y="1656196"/>
                </a:lnTo>
                <a:cubicBezTo>
                  <a:pt x="4230936" y="1656612"/>
                  <a:pt x="4230437" y="1656861"/>
                  <a:pt x="4230022" y="1656861"/>
                </a:cubicBezTo>
                <a:close/>
                <a:moveTo>
                  <a:pt x="4271919" y="1673414"/>
                </a:moveTo>
                <a:cubicBezTo>
                  <a:pt x="4271420" y="1673414"/>
                  <a:pt x="4270755" y="1672749"/>
                  <a:pt x="4270755" y="1672749"/>
                </a:cubicBezTo>
                <a:lnTo>
                  <a:pt x="4261534" y="1656715"/>
                </a:lnTo>
                <a:cubicBezTo>
                  <a:pt x="4261285" y="1656299"/>
                  <a:pt x="4261534" y="1655385"/>
                  <a:pt x="4261534" y="1655385"/>
                </a:cubicBezTo>
                <a:lnTo>
                  <a:pt x="4270755" y="1639351"/>
                </a:lnTo>
                <a:cubicBezTo>
                  <a:pt x="4271005" y="1638935"/>
                  <a:pt x="4271420" y="1638686"/>
                  <a:pt x="4271919" y="1638686"/>
                </a:cubicBezTo>
                <a:lnTo>
                  <a:pt x="4290445" y="1638686"/>
                </a:lnTo>
                <a:cubicBezTo>
                  <a:pt x="4290944" y="1638686"/>
                  <a:pt x="4291608" y="1639351"/>
                  <a:pt x="4291608" y="1639351"/>
                </a:cubicBezTo>
                <a:lnTo>
                  <a:pt x="4300830" y="1655385"/>
                </a:lnTo>
                <a:cubicBezTo>
                  <a:pt x="4301080" y="1655800"/>
                  <a:pt x="4300830" y="1656715"/>
                  <a:pt x="4300830" y="1656715"/>
                </a:cubicBezTo>
                <a:lnTo>
                  <a:pt x="4291608" y="1672749"/>
                </a:lnTo>
                <a:cubicBezTo>
                  <a:pt x="4291359" y="1673164"/>
                  <a:pt x="4290944" y="1673414"/>
                  <a:pt x="4290445" y="1673414"/>
                </a:cubicBezTo>
                <a:close/>
                <a:moveTo>
                  <a:pt x="4332106" y="1689541"/>
                </a:moveTo>
                <a:cubicBezTo>
                  <a:pt x="4331607" y="1689541"/>
                  <a:pt x="4330942" y="1688876"/>
                  <a:pt x="4330942" y="1688876"/>
                </a:cubicBezTo>
                <a:lnTo>
                  <a:pt x="4321721" y="1672842"/>
                </a:lnTo>
                <a:cubicBezTo>
                  <a:pt x="4321472" y="1672426"/>
                  <a:pt x="4321721" y="1671512"/>
                  <a:pt x="4321721" y="1671512"/>
                </a:cubicBezTo>
                <a:lnTo>
                  <a:pt x="4330942" y="1655478"/>
                </a:lnTo>
                <a:cubicBezTo>
                  <a:pt x="4331192" y="1655062"/>
                  <a:pt x="4331607" y="1654813"/>
                  <a:pt x="4332106" y="1654813"/>
                </a:cubicBezTo>
                <a:lnTo>
                  <a:pt x="4350632" y="1654813"/>
                </a:lnTo>
                <a:cubicBezTo>
                  <a:pt x="4351131" y="1654813"/>
                  <a:pt x="4351795" y="1655478"/>
                  <a:pt x="4351795" y="1655478"/>
                </a:cubicBezTo>
                <a:lnTo>
                  <a:pt x="4361017" y="1671512"/>
                </a:lnTo>
                <a:cubicBezTo>
                  <a:pt x="4361267" y="1671927"/>
                  <a:pt x="4361017" y="1672842"/>
                  <a:pt x="4361017" y="1672842"/>
                </a:cubicBezTo>
                <a:lnTo>
                  <a:pt x="4351795" y="1688876"/>
                </a:lnTo>
                <a:cubicBezTo>
                  <a:pt x="4351546" y="1689291"/>
                  <a:pt x="4351131" y="1689541"/>
                  <a:pt x="4350632" y="1689541"/>
                </a:cubicBezTo>
                <a:close/>
                <a:moveTo>
                  <a:pt x="4452396" y="1721867"/>
                </a:moveTo>
                <a:cubicBezTo>
                  <a:pt x="4451897" y="1721867"/>
                  <a:pt x="4451233" y="1721203"/>
                  <a:pt x="4451233" y="1721203"/>
                </a:cubicBezTo>
                <a:lnTo>
                  <a:pt x="4441928" y="1705085"/>
                </a:lnTo>
                <a:cubicBezTo>
                  <a:pt x="4441679" y="1704670"/>
                  <a:pt x="4441928" y="1703756"/>
                  <a:pt x="4441928" y="1703756"/>
                </a:cubicBezTo>
                <a:lnTo>
                  <a:pt x="4451233" y="1687638"/>
                </a:lnTo>
                <a:cubicBezTo>
                  <a:pt x="4451482" y="1687223"/>
                  <a:pt x="4451897" y="1686974"/>
                  <a:pt x="4452396" y="1686974"/>
                </a:cubicBezTo>
                <a:lnTo>
                  <a:pt x="4471005" y="1686974"/>
                </a:lnTo>
                <a:cubicBezTo>
                  <a:pt x="4471504" y="1686974"/>
                  <a:pt x="4472169" y="1687638"/>
                  <a:pt x="4472169" y="1687638"/>
                </a:cubicBezTo>
                <a:lnTo>
                  <a:pt x="4481474" y="1703756"/>
                </a:lnTo>
                <a:cubicBezTo>
                  <a:pt x="4481723" y="1704171"/>
                  <a:pt x="4481474" y="1705085"/>
                  <a:pt x="4481474" y="1705085"/>
                </a:cubicBezTo>
                <a:lnTo>
                  <a:pt x="4472169" y="1721203"/>
                </a:lnTo>
                <a:cubicBezTo>
                  <a:pt x="4471919" y="1721618"/>
                  <a:pt x="4471504" y="1721867"/>
                  <a:pt x="4471005" y="1721867"/>
                </a:cubicBezTo>
                <a:close/>
                <a:moveTo>
                  <a:pt x="4392043" y="1705989"/>
                </a:moveTo>
                <a:cubicBezTo>
                  <a:pt x="4391544" y="1705989"/>
                  <a:pt x="4390880" y="1705324"/>
                  <a:pt x="4390880" y="1705324"/>
                </a:cubicBezTo>
                <a:lnTo>
                  <a:pt x="4381409" y="1688958"/>
                </a:lnTo>
                <a:cubicBezTo>
                  <a:pt x="4381160" y="1688542"/>
                  <a:pt x="4381409" y="1687628"/>
                  <a:pt x="4381409" y="1687628"/>
                </a:cubicBezTo>
                <a:lnTo>
                  <a:pt x="4390880" y="1671262"/>
                </a:lnTo>
                <a:cubicBezTo>
                  <a:pt x="4391129" y="1670846"/>
                  <a:pt x="4391544" y="1670597"/>
                  <a:pt x="4392043" y="1670597"/>
                </a:cubicBezTo>
                <a:lnTo>
                  <a:pt x="4410985" y="1670597"/>
                </a:lnTo>
                <a:cubicBezTo>
                  <a:pt x="4411484" y="1670597"/>
                  <a:pt x="4412148" y="1671262"/>
                  <a:pt x="4412148" y="1671262"/>
                </a:cubicBezTo>
                <a:lnTo>
                  <a:pt x="4421619" y="1687628"/>
                </a:lnTo>
                <a:cubicBezTo>
                  <a:pt x="4421869" y="1688043"/>
                  <a:pt x="4421619" y="1688958"/>
                  <a:pt x="4421619" y="1688958"/>
                </a:cubicBezTo>
                <a:lnTo>
                  <a:pt x="4412148" y="1705324"/>
                </a:lnTo>
                <a:cubicBezTo>
                  <a:pt x="4411899" y="1705739"/>
                  <a:pt x="4411484" y="1705989"/>
                  <a:pt x="4410985" y="1705989"/>
                </a:cubicBezTo>
                <a:close/>
                <a:moveTo>
                  <a:pt x="2345606" y="1157839"/>
                </a:moveTo>
                <a:cubicBezTo>
                  <a:pt x="2345107" y="1157839"/>
                  <a:pt x="2344443" y="1157174"/>
                  <a:pt x="2344443" y="1157174"/>
                </a:cubicBezTo>
                <a:lnTo>
                  <a:pt x="2334972" y="1140725"/>
                </a:lnTo>
                <a:cubicBezTo>
                  <a:pt x="2334722" y="1140310"/>
                  <a:pt x="2334973" y="1139395"/>
                  <a:pt x="2334973" y="1139395"/>
                </a:cubicBezTo>
                <a:lnTo>
                  <a:pt x="2344526" y="1122946"/>
                </a:lnTo>
                <a:cubicBezTo>
                  <a:pt x="2344776" y="1122530"/>
                  <a:pt x="2345190" y="1122281"/>
                  <a:pt x="2345689" y="1122281"/>
                </a:cubicBezTo>
                <a:lnTo>
                  <a:pt x="2364714" y="1122281"/>
                </a:lnTo>
                <a:cubicBezTo>
                  <a:pt x="2365213" y="1122281"/>
                  <a:pt x="2365877" y="1122946"/>
                  <a:pt x="2365877" y="1122946"/>
                </a:cubicBezTo>
                <a:lnTo>
                  <a:pt x="2375348" y="1139395"/>
                </a:lnTo>
                <a:cubicBezTo>
                  <a:pt x="2375598" y="1139811"/>
                  <a:pt x="2375348" y="1140725"/>
                  <a:pt x="2375348" y="1140725"/>
                </a:cubicBezTo>
                <a:lnTo>
                  <a:pt x="2365794" y="1157174"/>
                </a:lnTo>
                <a:cubicBezTo>
                  <a:pt x="2365545" y="1157590"/>
                  <a:pt x="2365130" y="1157839"/>
                  <a:pt x="2364631" y="1157839"/>
                </a:cubicBezTo>
                <a:close/>
                <a:moveTo>
                  <a:pt x="1743745" y="996654"/>
                </a:moveTo>
                <a:cubicBezTo>
                  <a:pt x="1743246" y="996654"/>
                  <a:pt x="1742582" y="995989"/>
                  <a:pt x="1742582" y="995989"/>
                </a:cubicBezTo>
                <a:lnTo>
                  <a:pt x="1733028" y="979455"/>
                </a:lnTo>
                <a:cubicBezTo>
                  <a:pt x="1732779" y="979041"/>
                  <a:pt x="1733028" y="978127"/>
                  <a:pt x="1733028" y="978127"/>
                </a:cubicBezTo>
                <a:lnTo>
                  <a:pt x="1742582" y="961594"/>
                </a:lnTo>
                <a:cubicBezTo>
                  <a:pt x="1742831" y="961179"/>
                  <a:pt x="1743246" y="960930"/>
                  <a:pt x="1743745" y="960929"/>
                </a:cubicBezTo>
                <a:lnTo>
                  <a:pt x="1762853" y="960930"/>
                </a:lnTo>
                <a:cubicBezTo>
                  <a:pt x="1763352" y="960930"/>
                  <a:pt x="1764016" y="961594"/>
                  <a:pt x="1764016" y="961594"/>
                </a:cubicBezTo>
                <a:lnTo>
                  <a:pt x="1773570" y="978127"/>
                </a:lnTo>
                <a:cubicBezTo>
                  <a:pt x="1773819" y="978543"/>
                  <a:pt x="1773570" y="979456"/>
                  <a:pt x="1773570" y="979456"/>
                </a:cubicBezTo>
                <a:lnTo>
                  <a:pt x="1764016" y="995989"/>
                </a:lnTo>
                <a:cubicBezTo>
                  <a:pt x="1763767" y="996404"/>
                  <a:pt x="1763352" y="996654"/>
                  <a:pt x="1762853" y="996654"/>
                </a:cubicBezTo>
                <a:close/>
                <a:moveTo>
                  <a:pt x="5174360" y="1915884"/>
                </a:moveTo>
                <a:cubicBezTo>
                  <a:pt x="5173861" y="1915885"/>
                  <a:pt x="5173196" y="1915220"/>
                  <a:pt x="5173196" y="1915220"/>
                </a:cubicBezTo>
                <a:lnTo>
                  <a:pt x="5163643" y="1898686"/>
                </a:lnTo>
                <a:cubicBezTo>
                  <a:pt x="5163394" y="1898272"/>
                  <a:pt x="5163643" y="1897357"/>
                  <a:pt x="5163643" y="1897357"/>
                </a:cubicBezTo>
                <a:lnTo>
                  <a:pt x="5173197" y="1880825"/>
                </a:lnTo>
                <a:cubicBezTo>
                  <a:pt x="5173446" y="1880409"/>
                  <a:pt x="5173861" y="1880160"/>
                  <a:pt x="5174360" y="1880161"/>
                </a:cubicBezTo>
                <a:lnTo>
                  <a:pt x="5193468" y="1880161"/>
                </a:lnTo>
                <a:cubicBezTo>
                  <a:pt x="5193967" y="1880160"/>
                  <a:pt x="5194631" y="1880824"/>
                  <a:pt x="5194631" y="1880824"/>
                </a:cubicBezTo>
                <a:lnTo>
                  <a:pt x="5204185" y="1897357"/>
                </a:lnTo>
                <a:cubicBezTo>
                  <a:pt x="5204435" y="1897773"/>
                  <a:pt x="5204185" y="1898687"/>
                  <a:pt x="5204185" y="1898687"/>
                </a:cubicBezTo>
                <a:lnTo>
                  <a:pt x="5194631" y="1915219"/>
                </a:lnTo>
                <a:cubicBezTo>
                  <a:pt x="5194382" y="1915634"/>
                  <a:pt x="5193967" y="1915884"/>
                  <a:pt x="5193468" y="1915884"/>
                </a:cubicBezTo>
                <a:close/>
                <a:moveTo>
                  <a:pt x="4512230" y="1738560"/>
                </a:moveTo>
                <a:cubicBezTo>
                  <a:pt x="4511732" y="1738560"/>
                  <a:pt x="4511316" y="1738311"/>
                  <a:pt x="4511067" y="1737895"/>
                </a:cubicBezTo>
                <a:lnTo>
                  <a:pt x="4501430" y="1721280"/>
                </a:lnTo>
                <a:cubicBezTo>
                  <a:pt x="4501181" y="1720864"/>
                  <a:pt x="4501181" y="1720366"/>
                  <a:pt x="4501430" y="1719950"/>
                </a:cubicBezTo>
                <a:lnTo>
                  <a:pt x="4511067" y="1703335"/>
                </a:lnTo>
                <a:cubicBezTo>
                  <a:pt x="4511316" y="1702919"/>
                  <a:pt x="4511732" y="1702671"/>
                  <a:pt x="4512230" y="1702670"/>
                </a:cubicBezTo>
                <a:lnTo>
                  <a:pt x="4531422" y="1702670"/>
                </a:lnTo>
                <a:cubicBezTo>
                  <a:pt x="4531920" y="1702671"/>
                  <a:pt x="4532335" y="1702919"/>
                  <a:pt x="4532585" y="1703334"/>
                </a:cubicBezTo>
                <a:lnTo>
                  <a:pt x="4542222" y="1719950"/>
                </a:lnTo>
                <a:cubicBezTo>
                  <a:pt x="4542471" y="1720366"/>
                  <a:pt x="4542471" y="1720864"/>
                  <a:pt x="4542222" y="1721280"/>
                </a:cubicBezTo>
                <a:lnTo>
                  <a:pt x="4532585" y="1737895"/>
                </a:lnTo>
                <a:cubicBezTo>
                  <a:pt x="4532335" y="1738311"/>
                  <a:pt x="4531920" y="1738560"/>
                  <a:pt x="4531422" y="1738561"/>
                </a:cubicBezTo>
                <a:close/>
                <a:moveTo>
                  <a:pt x="4632602" y="1770814"/>
                </a:moveTo>
                <a:cubicBezTo>
                  <a:pt x="4632104" y="1770814"/>
                  <a:pt x="4631687" y="1770565"/>
                  <a:pt x="4631439" y="1770149"/>
                </a:cubicBezTo>
                <a:lnTo>
                  <a:pt x="4621802" y="1753534"/>
                </a:lnTo>
                <a:cubicBezTo>
                  <a:pt x="4621553" y="1753118"/>
                  <a:pt x="4621553" y="1752620"/>
                  <a:pt x="4621802" y="1752204"/>
                </a:cubicBezTo>
                <a:lnTo>
                  <a:pt x="4631439" y="1735588"/>
                </a:lnTo>
                <a:cubicBezTo>
                  <a:pt x="4631688" y="1735173"/>
                  <a:pt x="4632104" y="1734924"/>
                  <a:pt x="4632602" y="1734924"/>
                </a:cubicBezTo>
                <a:lnTo>
                  <a:pt x="4651794" y="1734924"/>
                </a:lnTo>
                <a:cubicBezTo>
                  <a:pt x="4652292" y="1734924"/>
                  <a:pt x="4652707" y="1735173"/>
                  <a:pt x="4652956" y="1735588"/>
                </a:cubicBezTo>
                <a:lnTo>
                  <a:pt x="4662594" y="1752204"/>
                </a:lnTo>
                <a:cubicBezTo>
                  <a:pt x="4662843" y="1752620"/>
                  <a:pt x="4662843" y="1753118"/>
                  <a:pt x="4662593" y="1753534"/>
                </a:cubicBezTo>
                <a:lnTo>
                  <a:pt x="4652957" y="1770149"/>
                </a:lnTo>
                <a:cubicBezTo>
                  <a:pt x="4652707" y="1770565"/>
                  <a:pt x="4652292" y="1770814"/>
                  <a:pt x="4651794" y="1770814"/>
                </a:cubicBezTo>
                <a:close/>
                <a:moveTo>
                  <a:pt x="4752974" y="1803068"/>
                </a:moveTo>
                <a:cubicBezTo>
                  <a:pt x="4752476" y="1803068"/>
                  <a:pt x="4752060" y="1802819"/>
                  <a:pt x="4751811" y="1802402"/>
                </a:cubicBezTo>
                <a:lnTo>
                  <a:pt x="4742174" y="1785788"/>
                </a:lnTo>
                <a:cubicBezTo>
                  <a:pt x="4741925" y="1785371"/>
                  <a:pt x="4741925" y="1784873"/>
                  <a:pt x="4742174" y="1784458"/>
                </a:cubicBezTo>
                <a:lnTo>
                  <a:pt x="4751811" y="1767842"/>
                </a:lnTo>
                <a:cubicBezTo>
                  <a:pt x="4752060" y="1767427"/>
                  <a:pt x="4752476" y="1767178"/>
                  <a:pt x="4752974" y="1767178"/>
                </a:cubicBezTo>
                <a:lnTo>
                  <a:pt x="4772166" y="1767177"/>
                </a:lnTo>
                <a:cubicBezTo>
                  <a:pt x="4772664" y="1767178"/>
                  <a:pt x="4773079" y="1767427"/>
                  <a:pt x="4773329" y="1767841"/>
                </a:cubicBezTo>
                <a:lnTo>
                  <a:pt x="4782966" y="1784458"/>
                </a:lnTo>
                <a:cubicBezTo>
                  <a:pt x="4783215" y="1784874"/>
                  <a:pt x="4783215" y="1785372"/>
                  <a:pt x="4782966" y="1785788"/>
                </a:cubicBezTo>
                <a:lnTo>
                  <a:pt x="4773330" y="1802403"/>
                </a:lnTo>
                <a:cubicBezTo>
                  <a:pt x="4773079" y="1802819"/>
                  <a:pt x="4772664" y="1803068"/>
                  <a:pt x="4772166" y="1803068"/>
                </a:cubicBezTo>
                <a:close/>
                <a:moveTo>
                  <a:pt x="2827012" y="1287114"/>
                </a:moveTo>
                <a:cubicBezTo>
                  <a:pt x="2826513" y="1287114"/>
                  <a:pt x="2826098" y="1286865"/>
                  <a:pt x="2825849" y="1286450"/>
                </a:cubicBezTo>
                <a:lnTo>
                  <a:pt x="2816212" y="1269751"/>
                </a:lnTo>
                <a:cubicBezTo>
                  <a:pt x="2815963" y="1269336"/>
                  <a:pt x="2815963" y="1268837"/>
                  <a:pt x="2816212" y="1268421"/>
                </a:cubicBezTo>
                <a:lnTo>
                  <a:pt x="2825849" y="1251723"/>
                </a:lnTo>
                <a:cubicBezTo>
                  <a:pt x="2826098" y="1251307"/>
                  <a:pt x="2826514" y="1251058"/>
                  <a:pt x="2827012" y="1251058"/>
                </a:cubicBezTo>
                <a:lnTo>
                  <a:pt x="2846370" y="1251058"/>
                </a:lnTo>
                <a:cubicBezTo>
                  <a:pt x="2846868" y="1251058"/>
                  <a:pt x="2847283" y="1251307"/>
                  <a:pt x="2847533" y="1251723"/>
                </a:cubicBezTo>
                <a:lnTo>
                  <a:pt x="2857170" y="1268421"/>
                </a:lnTo>
                <a:cubicBezTo>
                  <a:pt x="2857418" y="1268837"/>
                  <a:pt x="2857419" y="1269336"/>
                  <a:pt x="2857170" y="1269751"/>
                </a:cubicBezTo>
                <a:lnTo>
                  <a:pt x="2847533" y="1286450"/>
                </a:lnTo>
                <a:cubicBezTo>
                  <a:pt x="2847283" y="1286865"/>
                  <a:pt x="2846868" y="1287114"/>
                  <a:pt x="2846370" y="1287114"/>
                </a:cubicBezTo>
                <a:close/>
                <a:moveTo>
                  <a:pt x="4692735" y="1787124"/>
                </a:moveTo>
                <a:cubicBezTo>
                  <a:pt x="4692237" y="1787124"/>
                  <a:pt x="4691821" y="1786874"/>
                  <a:pt x="4691572" y="1786459"/>
                </a:cubicBezTo>
                <a:lnTo>
                  <a:pt x="4681852" y="1769594"/>
                </a:lnTo>
                <a:cubicBezTo>
                  <a:pt x="4681603" y="1769096"/>
                  <a:pt x="4681603" y="1768597"/>
                  <a:pt x="4681852" y="1768182"/>
                </a:cubicBezTo>
                <a:lnTo>
                  <a:pt x="4691572" y="1751317"/>
                </a:lnTo>
                <a:cubicBezTo>
                  <a:pt x="4691821" y="1750901"/>
                  <a:pt x="4692237" y="1750652"/>
                  <a:pt x="4692735" y="1750651"/>
                </a:cubicBezTo>
                <a:lnTo>
                  <a:pt x="4712176" y="1750652"/>
                </a:lnTo>
                <a:cubicBezTo>
                  <a:pt x="4712674" y="1750652"/>
                  <a:pt x="4713090" y="1750901"/>
                  <a:pt x="4713339" y="1751317"/>
                </a:cubicBezTo>
                <a:lnTo>
                  <a:pt x="4723059" y="1768182"/>
                </a:lnTo>
                <a:cubicBezTo>
                  <a:pt x="4723308" y="1768680"/>
                  <a:pt x="4723308" y="1769178"/>
                  <a:pt x="4723059" y="1769594"/>
                </a:cubicBezTo>
                <a:lnTo>
                  <a:pt x="4713339" y="1786459"/>
                </a:lnTo>
                <a:cubicBezTo>
                  <a:pt x="4713090" y="1786874"/>
                  <a:pt x="4712674" y="1787124"/>
                  <a:pt x="4712176" y="1787124"/>
                </a:cubicBezTo>
                <a:close/>
                <a:moveTo>
                  <a:pt x="4993584" y="1867923"/>
                </a:moveTo>
                <a:cubicBezTo>
                  <a:pt x="4993168" y="1867923"/>
                  <a:pt x="4992670" y="1867674"/>
                  <a:pt x="4992420" y="1867259"/>
                </a:cubicBezTo>
                <a:lnTo>
                  <a:pt x="4982617" y="1850228"/>
                </a:lnTo>
                <a:cubicBezTo>
                  <a:pt x="4982368" y="1849812"/>
                  <a:pt x="4982369" y="1849230"/>
                  <a:pt x="4982617" y="1848815"/>
                </a:cubicBezTo>
                <a:lnTo>
                  <a:pt x="4992420" y="1831784"/>
                </a:lnTo>
                <a:cubicBezTo>
                  <a:pt x="4992671" y="1831368"/>
                  <a:pt x="4993085" y="1831119"/>
                  <a:pt x="4993584" y="1831119"/>
                </a:cubicBezTo>
                <a:lnTo>
                  <a:pt x="5013190" y="1831119"/>
                </a:lnTo>
                <a:cubicBezTo>
                  <a:pt x="5013605" y="1831119"/>
                  <a:pt x="5014104" y="1831368"/>
                  <a:pt x="5014353" y="1831784"/>
                </a:cubicBezTo>
                <a:lnTo>
                  <a:pt x="5024157" y="1848815"/>
                </a:lnTo>
                <a:cubicBezTo>
                  <a:pt x="5024406" y="1849230"/>
                  <a:pt x="5024406" y="1849812"/>
                  <a:pt x="5024157" y="1850228"/>
                </a:cubicBezTo>
                <a:lnTo>
                  <a:pt x="5014354" y="1867259"/>
                </a:lnTo>
                <a:cubicBezTo>
                  <a:pt x="5014104" y="1867674"/>
                  <a:pt x="5013689" y="1867923"/>
                  <a:pt x="5013190" y="1867923"/>
                </a:cubicBezTo>
                <a:close/>
                <a:moveTo>
                  <a:pt x="4812922" y="1819696"/>
                </a:moveTo>
                <a:cubicBezTo>
                  <a:pt x="4812507" y="1819696"/>
                  <a:pt x="4812009" y="1819447"/>
                  <a:pt x="4811758" y="1819032"/>
                </a:cubicBezTo>
                <a:lnTo>
                  <a:pt x="4801873" y="1801917"/>
                </a:lnTo>
                <a:cubicBezTo>
                  <a:pt x="4801624" y="1801502"/>
                  <a:pt x="4801623" y="1800920"/>
                  <a:pt x="4801873" y="1800505"/>
                </a:cubicBezTo>
                <a:lnTo>
                  <a:pt x="4811759" y="1783390"/>
                </a:lnTo>
                <a:cubicBezTo>
                  <a:pt x="4812009" y="1782975"/>
                  <a:pt x="4812424" y="1782726"/>
                  <a:pt x="4812922" y="1782726"/>
                </a:cubicBezTo>
                <a:lnTo>
                  <a:pt x="4832612" y="1782726"/>
                </a:lnTo>
                <a:cubicBezTo>
                  <a:pt x="4833027" y="1782726"/>
                  <a:pt x="4833526" y="1782975"/>
                  <a:pt x="4833775" y="1783390"/>
                </a:cubicBezTo>
                <a:lnTo>
                  <a:pt x="4843662" y="1800505"/>
                </a:lnTo>
                <a:cubicBezTo>
                  <a:pt x="4843911" y="1800920"/>
                  <a:pt x="4843911" y="1801502"/>
                  <a:pt x="4843662" y="1801917"/>
                </a:cubicBezTo>
                <a:lnTo>
                  <a:pt x="4833775" y="1819032"/>
                </a:lnTo>
                <a:cubicBezTo>
                  <a:pt x="4833526" y="1819447"/>
                  <a:pt x="4833111" y="1819696"/>
                  <a:pt x="4832612" y="1819696"/>
                </a:cubicBezTo>
                <a:close/>
                <a:moveTo>
                  <a:pt x="4873108" y="1835822"/>
                </a:moveTo>
                <a:cubicBezTo>
                  <a:pt x="4872693" y="1835823"/>
                  <a:pt x="4872194" y="1835574"/>
                  <a:pt x="4871944" y="1835159"/>
                </a:cubicBezTo>
                <a:lnTo>
                  <a:pt x="4862059" y="1818044"/>
                </a:lnTo>
                <a:cubicBezTo>
                  <a:pt x="4861810" y="1817629"/>
                  <a:pt x="4861809" y="1817046"/>
                  <a:pt x="4862059" y="1816632"/>
                </a:cubicBezTo>
                <a:lnTo>
                  <a:pt x="4871945" y="1799517"/>
                </a:lnTo>
                <a:cubicBezTo>
                  <a:pt x="4872195" y="1799101"/>
                  <a:pt x="4872610" y="1798853"/>
                  <a:pt x="4873108" y="1798853"/>
                </a:cubicBezTo>
                <a:lnTo>
                  <a:pt x="4892798" y="1798853"/>
                </a:lnTo>
                <a:cubicBezTo>
                  <a:pt x="4893213" y="1798852"/>
                  <a:pt x="4893711" y="1799101"/>
                  <a:pt x="4893960" y="1799516"/>
                </a:cubicBezTo>
                <a:lnTo>
                  <a:pt x="4903848" y="1816632"/>
                </a:lnTo>
                <a:cubicBezTo>
                  <a:pt x="4904097" y="1817047"/>
                  <a:pt x="4904097" y="1817629"/>
                  <a:pt x="4903848" y="1818044"/>
                </a:cubicBezTo>
                <a:lnTo>
                  <a:pt x="4893961" y="1835158"/>
                </a:lnTo>
                <a:cubicBezTo>
                  <a:pt x="4893712" y="1835574"/>
                  <a:pt x="4893297" y="1835823"/>
                  <a:pt x="4892798" y="1835823"/>
                </a:cubicBezTo>
                <a:close/>
                <a:moveTo>
                  <a:pt x="5053666" y="1884203"/>
                </a:moveTo>
                <a:cubicBezTo>
                  <a:pt x="5053251" y="1884203"/>
                  <a:pt x="5052753" y="1883954"/>
                  <a:pt x="5052503" y="1883539"/>
                </a:cubicBezTo>
                <a:lnTo>
                  <a:pt x="5042617" y="1866424"/>
                </a:lnTo>
                <a:cubicBezTo>
                  <a:pt x="5042368" y="1866009"/>
                  <a:pt x="5042368" y="1865427"/>
                  <a:pt x="5042617" y="1865012"/>
                </a:cubicBezTo>
                <a:lnTo>
                  <a:pt x="5052503" y="1847897"/>
                </a:lnTo>
                <a:cubicBezTo>
                  <a:pt x="5052753" y="1847482"/>
                  <a:pt x="5053168" y="1847233"/>
                  <a:pt x="5053666" y="1847233"/>
                </a:cubicBezTo>
                <a:lnTo>
                  <a:pt x="5073356" y="1847233"/>
                </a:lnTo>
                <a:cubicBezTo>
                  <a:pt x="5073772" y="1847233"/>
                  <a:pt x="5074270" y="1847482"/>
                  <a:pt x="5074519" y="1847897"/>
                </a:cubicBezTo>
                <a:lnTo>
                  <a:pt x="5084406" y="1865012"/>
                </a:lnTo>
                <a:cubicBezTo>
                  <a:pt x="5084655" y="1865427"/>
                  <a:pt x="5084655" y="1866009"/>
                  <a:pt x="5084406" y="1866424"/>
                </a:cubicBezTo>
                <a:lnTo>
                  <a:pt x="5074519" y="1883539"/>
                </a:lnTo>
                <a:cubicBezTo>
                  <a:pt x="5074270" y="1883954"/>
                  <a:pt x="5073855" y="1884203"/>
                  <a:pt x="5073356" y="1884203"/>
                </a:cubicBezTo>
                <a:close/>
                <a:moveTo>
                  <a:pt x="5113853" y="1900330"/>
                </a:moveTo>
                <a:cubicBezTo>
                  <a:pt x="5113438" y="1900330"/>
                  <a:pt x="5112940" y="1900081"/>
                  <a:pt x="5112690" y="1899666"/>
                </a:cubicBezTo>
                <a:lnTo>
                  <a:pt x="5102804" y="1882551"/>
                </a:lnTo>
                <a:cubicBezTo>
                  <a:pt x="5102555" y="1882136"/>
                  <a:pt x="5102555" y="1881554"/>
                  <a:pt x="5102804" y="1881139"/>
                </a:cubicBezTo>
                <a:lnTo>
                  <a:pt x="5112690" y="1864024"/>
                </a:lnTo>
                <a:cubicBezTo>
                  <a:pt x="5112940" y="1863609"/>
                  <a:pt x="5113355" y="1863360"/>
                  <a:pt x="5113853" y="1863360"/>
                </a:cubicBezTo>
                <a:lnTo>
                  <a:pt x="5133543" y="1863360"/>
                </a:lnTo>
                <a:cubicBezTo>
                  <a:pt x="5133959" y="1863360"/>
                  <a:pt x="5134457" y="1863609"/>
                  <a:pt x="5134706" y="1864024"/>
                </a:cubicBezTo>
                <a:lnTo>
                  <a:pt x="5144593" y="1881139"/>
                </a:lnTo>
                <a:cubicBezTo>
                  <a:pt x="5144842" y="1881554"/>
                  <a:pt x="5144842" y="1882136"/>
                  <a:pt x="5144593" y="1882551"/>
                </a:cubicBezTo>
                <a:lnTo>
                  <a:pt x="5134706" y="1899666"/>
                </a:lnTo>
                <a:cubicBezTo>
                  <a:pt x="5134457" y="1900081"/>
                  <a:pt x="5134042" y="1900330"/>
                  <a:pt x="5133543" y="1900330"/>
                </a:cubicBezTo>
                <a:close/>
                <a:moveTo>
                  <a:pt x="1322037" y="884514"/>
                </a:moveTo>
                <a:cubicBezTo>
                  <a:pt x="1321538" y="884514"/>
                  <a:pt x="1321040" y="884265"/>
                  <a:pt x="1320790" y="883850"/>
                </a:cubicBezTo>
                <a:lnTo>
                  <a:pt x="1310821" y="866570"/>
                </a:lnTo>
                <a:cubicBezTo>
                  <a:pt x="1310571" y="866154"/>
                  <a:pt x="1310572" y="865573"/>
                  <a:pt x="1310820" y="865157"/>
                </a:cubicBezTo>
                <a:lnTo>
                  <a:pt x="1320790" y="847877"/>
                </a:lnTo>
                <a:cubicBezTo>
                  <a:pt x="1321040" y="847461"/>
                  <a:pt x="1321537" y="847212"/>
                  <a:pt x="1322037" y="847212"/>
                </a:cubicBezTo>
                <a:lnTo>
                  <a:pt x="1341975" y="847212"/>
                </a:lnTo>
                <a:cubicBezTo>
                  <a:pt x="1342473" y="847212"/>
                  <a:pt x="1342972" y="847461"/>
                  <a:pt x="1343221" y="847877"/>
                </a:cubicBezTo>
                <a:lnTo>
                  <a:pt x="1353191" y="865157"/>
                </a:lnTo>
                <a:cubicBezTo>
                  <a:pt x="1353440" y="865573"/>
                  <a:pt x="1353441" y="866154"/>
                  <a:pt x="1353190" y="866570"/>
                </a:cubicBezTo>
                <a:lnTo>
                  <a:pt x="1343221" y="883850"/>
                </a:lnTo>
                <a:cubicBezTo>
                  <a:pt x="1342972" y="884265"/>
                  <a:pt x="1342473" y="884514"/>
                  <a:pt x="1341975" y="884514"/>
                </a:cubicBezTo>
                <a:close/>
                <a:moveTo>
                  <a:pt x="2405388" y="1174797"/>
                </a:moveTo>
                <a:cubicBezTo>
                  <a:pt x="2404889" y="1174798"/>
                  <a:pt x="2404391" y="1174548"/>
                  <a:pt x="2404142" y="1174134"/>
                </a:cubicBezTo>
                <a:lnTo>
                  <a:pt x="2394172" y="1156853"/>
                </a:lnTo>
                <a:cubicBezTo>
                  <a:pt x="2393923" y="1156437"/>
                  <a:pt x="2393923" y="1155857"/>
                  <a:pt x="2394172" y="1155440"/>
                </a:cubicBezTo>
                <a:lnTo>
                  <a:pt x="2404142" y="1138160"/>
                </a:lnTo>
                <a:cubicBezTo>
                  <a:pt x="2404391" y="1137744"/>
                  <a:pt x="2404889" y="1137496"/>
                  <a:pt x="2405388" y="1137495"/>
                </a:cubicBezTo>
                <a:lnTo>
                  <a:pt x="2425327" y="1137495"/>
                </a:lnTo>
                <a:cubicBezTo>
                  <a:pt x="2425825" y="1137495"/>
                  <a:pt x="2426324" y="1137744"/>
                  <a:pt x="2426573" y="1138160"/>
                </a:cubicBezTo>
                <a:lnTo>
                  <a:pt x="2436542" y="1155440"/>
                </a:lnTo>
                <a:cubicBezTo>
                  <a:pt x="2436792" y="1155856"/>
                  <a:pt x="2436792" y="1156438"/>
                  <a:pt x="2436542" y="1156854"/>
                </a:cubicBezTo>
                <a:lnTo>
                  <a:pt x="2426573" y="1174133"/>
                </a:lnTo>
                <a:cubicBezTo>
                  <a:pt x="2426324" y="1174548"/>
                  <a:pt x="2425825" y="1174797"/>
                  <a:pt x="2425327" y="1174797"/>
                </a:cubicBezTo>
                <a:close/>
                <a:moveTo>
                  <a:pt x="4572093" y="1755364"/>
                </a:moveTo>
                <a:cubicBezTo>
                  <a:pt x="4571594" y="1755364"/>
                  <a:pt x="4571096" y="1755115"/>
                  <a:pt x="4570846" y="1754700"/>
                </a:cubicBezTo>
                <a:lnTo>
                  <a:pt x="4560877" y="1737420"/>
                </a:lnTo>
                <a:cubicBezTo>
                  <a:pt x="4560628" y="1737004"/>
                  <a:pt x="4560628" y="1736423"/>
                  <a:pt x="4560877" y="1736007"/>
                </a:cubicBezTo>
                <a:lnTo>
                  <a:pt x="4570846" y="1718727"/>
                </a:lnTo>
                <a:cubicBezTo>
                  <a:pt x="4571096" y="1718311"/>
                  <a:pt x="4571594" y="1718062"/>
                  <a:pt x="4572093" y="1718062"/>
                </a:cubicBezTo>
                <a:lnTo>
                  <a:pt x="4592032" y="1718062"/>
                </a:lnTo>
                <a:cubicBezTo>
                  <a:pt x="4592530" y="1718062"/>
                  <a:pt x="4593029" y="1718311"/>
                  <a:pt x="4593278" y="1718727"/>
                </a:cubicBezTo>
                <a:lnTo>
                  <a:pt x="4603247" y="1736007"/>
                </a:lnTo>
                <a:cubicBezTo>
                  <a:pt x="4603496" y="1736423"/>
                  <a:pt x="4603496" y="1737004"/>
                  <a:pt x="4603247" y="1737420"/>
                </a:cubicBezTo>
                <a:lnTo>
                  <a:pt x="4593278" y="1754700"/>
                </a:lnTo>
                <a:cubicBezTo>
                  <a:pt x="4593029" y="1755115"/>
                  <a:pt x="4592530" y="1755364"/>
                  <a:pt x="4592032" y="1755364"/>
                </a:cubicBezTo>
                <a:close/>
                <a:moveTo>
                  <a:pt x="1382160" y="900811"/>
                </a:moveTo>
                <a:cubicBezTo>
                  <a:pt x="1381662" y="900811"/>
                  <a:pt x="1381163" y="900479"/>
                  <a:pt x="1380913" y="900063"/>
                </a:cubicBezTo>
                <a:lnTo>
                  <a:pt x="1370862" y="882617"/>
                </a:lnTo>
                <a:cubicBezTo>
                  <a:pt x="1370613" y="882201"/>
                  <a:pt x="1370613" y="881620"/>
                  <a:pt x="1370862" y="881204"/>
                </a:cubicBezTo>
                <a:lnTo>
                  <a:pt x="1380914" y="863758"/>
                </a:lnTo>
                <a:cubicBezTo>
                  <a:pt x="1381163" y="863259"/>
                  <a:pt x="1381661" y="863010"/>
                  <a:pt x="1382159" y="863010"/>
                </a:cubicBezTo>
                <a:lnTo>
                  <a:pt x="1402266" y="863010"/>
                </a:lnTo>
                <a:cubicBezTo>
                  <a:pt x="1402764" y="863010"/>
                  <a:pt x="1403263" y="863343"/>
                  <a:pt x="1403512" y="863758"/>
                </a:cubicBezTo>
                <a:lnTo>
                  <a:pt x="1413565" y="881204"/>
                </a:lnTo>
                <a:cubicBezTo>
                  <a:pt x="1413814" y="881620"/>
                  <a:pt x="1413814" y="882201"/>
                  <a:pt x="1413565" y="882617"/>
                </a:cubicBezTo>
                <a:lnTo>
                  <a:pt x="1403512" y="900063"/>
                </a:lnTo>
                <a:cubicBezTo>
                  <a:pt x="1403263" y="900562"/>
                  <a:pt x="1402764" y="900811"/>
                  <a:pt x="1402266" y="900811"/>
                </a:cubicBezTo>
                <a:close/>
                <a:moveTo>
                  <a:pt x="1442264" y="917021"/>
                </a:moveTo>
                <a:cubicBezTo>
                  <a:pt x="1441765" y="917021"/>
                  <a:pt x="1441267" y="916689"/>
                  <a:pt x="1441019" y="916274"/>
                </a:cubicBezTo>
                <a:lnTo>
                  <a:pt x="1430883" y="898744"/>
                </a:lnTo>
                <a:cubicBezTo>
                  <a:pt x="1430634" y="898328"/>
                  <a:pt x="1430634" y="897747"/>
                  <a:pt x="1430882" y="897332"/>
                </a:cubicBezTo>
                <a:lnTo>
                  <a:pt x="1441018" y="879802"/>
                </a:lnTo>
                <a:cubicBezTo>
                  <a:pt x="1441268" y="879303"/>
                  <a:pt x="1441766" y="879054"/>
                  <a:pt x="1442265" y="879054"/>
                </a:cubicBezTo>
                <a:lnTo>
                  <a:pt x="1462536" y="879054"/>
                </a:lnTo>
                <a:cubicBezTo>
                  <a:pt x="1463035" y="879054"/>
                  <a:pt x="1463533" y="879387"/>
                  <a:pt x="1463782" y="879802"/>
                </a:cubicBezTo>
                <a:lnTo>
                  <a:pt x="1473917" y="897332"/>
                </a:lnTo>
                <a:cubicBezTo>
                  <a:pt x="1474166" y="897747"/>
                  <a:pt x="1474167" y="898328"/>
                  <a:pt x="1473917" y="898744"/>
                </a:cubicBezTo>
                <a:lnTo>
                  <a:pt x="1463781" y="916274"/>
                </a:lnTo>
                <a:cubicBezTo>
                  <a:pt x="1463533" y="916772"/>
                  <a:pt x="1463035" y="917021"/>
                  <a:pt x="1462536" y="917021"/>
                </a:cubicBezTo>
                <a:close/>
                <a:moveTo>
                  <a:pt x="3368140" y="1433162"/>
                </a:moveTo>
                <a:cubicBezTo>
                  <a:pt x="3367641" y="1433162"/>
                  <a:pt x="3367143" y="1432830"/>
                  <a:pt x="3366894" y="1432415"/>
                </a:cubicBezTo>
                <a:lnTo>
                  <a:pt x="3356758" y="1414802"/>
                </a:lnTo>
                <a:cubicBezTo>
                  <a:pt x="3356509" y="1414386"/>
                  <a:pt x="3356509" y="1413804"/>
                  <a:pt x="3356758" y="1413389"/>
                </a:cubicBezTo>
                <a:lnTo>
                  <a:pt x="3366977" y="1395776"/>
                </a:lnTo>
                <a:cubicBezTo>
                  <a:pt x="3367226" y="1395278"/>
                  <a:pt x="3367724" y="1395029"/>
                  <a:pt x="3368223" y="1395029"/>
                </a:cubicBezTo>
                <a:lnTo>
                  <a:pt x="3388577" y="1395029"/>
                </a:lnTo>
                <a:cubicBezTo>
                  <a:pt x="3389076" y="1395029"/>
                  <a:pt x="3389574" y="1395361"/>
                  <a:pt x="3389825" y="1395776"/>
                </a:cubicBezTo>
                <a:lnTo>
                  <a:pt x="3399959" y="1413389"/>
                </a:lnTo>
                <a:cubicBezTo>
                  <a:pt x="3400208" y="1413804"/>
                  <a:pt x="3400208" y="1414386"/>
                  <a:pt x="3399959" y="1414802"/>
                </a:cubicBezTo>
                <a:lnTo>
                  <a:pt x="3389740" y="1432415"/>
                </a:lnTo>
                <a:cubicBezTo>
                  <a:pt x="3389491" y="1432913"/>
                  <a:pt x="3388993" y="1433162"/>
                  <a:pt x="3388494" y="1433162"/>
                </a:cubicBezTo>
                <a:close/>
                <a:moveTo>
                  <a:pt x="4932983" y="1852460"/>
                </a:moveTo>
                <a:cubicBezTo>
                  <a:pt x="4932484" y="1852460"/>
                  <a:pt x="4931986" y="1852128"/>
                  <a:pt x="4931737" y="1851713"/>
                </a:cubicBezTo>
                <a:lnTo>
                  <a:pt x="4921601" y="1834100"/>
                </a:lnTo>
                <a:cubicBezTo>
                  <a:pt x="4921352" y="1833684"/>
                  <a:pt x="4921352" y="1833102"/>
                  <a:pt x="4921601" y="1832687"/>
                </a:cubicBezTo>
                <a:lnTo>
                  <a:pt x="4931820" y="1815074"/>
                </a:lnTo>
                <a:cubicBezTo>
                  <a:pt x="4932069" y="1814576"/>
                  <a:pt x="4932567" y="1814327"/>
                  <a:pt x="4933066" y="1814327"/>
                </a:cubicBezTo>
                <a:lnTo>
                  <a:pt x="4953420" y="1814327"/>
                </a:lnTo>
                <a:cubicBezTo>
                  <a:pt x="4953919" y="1814327"/>
                  <a:pt x="4954417" y="1814659"/>
                  <a:pt x="4954667" y="1815074"/>
                </a:cubicBezTo>
                <a:lnTo>
                  <a:pt x="4964802" y="1832687"/>
                </a:lnTo>
                <a:cubicBezTo>
                  <a:pt x="4965051" y="1833102"/>
                  <a:pt x="4965051" y="1833684"/>
                  <a:pt x="4964802" y="1834100"/>
                </a:cubicBezTo>
                <a:lnTo>
                  <a:pt x="4954583" y="1851713"/>
                </a:lnTo>
                <a:cubicBezTo>
                  <a:pt x="4954334" y="1852211"/>
                  <a:pt x="4953836" y="1852460"/>
                  <a:pt x="4953337" y="1852460"/>
                </a:cubicBezTo>
                <a:close/>
                <a:moveTo>
                  <a:pt x="1502345" y="933393"/>
                </a:moveTo>
                <a:cubicBezTo>
                  <a:pt x="1501847" y="933394"/>
                  <a:pt x="1501348" y="933062"/>
                  <a:pt x="1501099" y="932646"/>
                </a:cubicBezTo>
                <a:lnTo>
                  <a:pt x="1490880" y="914951"/>
                </a:lnTo>
                <a:cubicBezTo>
                  <a:pt x="1490631" y="914536"/>
                  <a:pt x="1490631" y="913954"/>
                  <a:pt x="1490880" y="913537"/>
                </a:cubicBezTo>
                <a:lnTo>
                  <a:pt x="1501099" y="895842"/>
                </a:lnTo>
                <a:cubicBezTo>
                  <a:pt x="1501348" y="895344"/>
                  <a:pt x="1501847" y="895095"/>
                  <a:pt x="1502345" y="895094"/>
                </a:cubicBezTo>
                <a:lnTo>
                  <a:pt x="1522782" y="895095"/>
                </a:lnTo>
                <a:cubicBezTo>
                  <a:pt x="1523281" y="895095"/>
                  <a:pt x="1523779" y="895427"/>
                  <a:pt x="1524029" y="895843"/>
                </a:cubicBezTo>
                <a:lnTo>
                  <a:pt x="1534247" y="913538"/>
                </a:lnTo>
                <a:cubicBezTo>
                  <a:pt x="1534497" y="913954"/>
                  <a:pt x="1534497" y="914536"/>
                  <a:pt x="1534247" y="914951"/>
                </a:cubicBezTo>
                <a:lnTo>
                  <a:pt x="1524029" y="932647"/>
                </a:lnTo>
                <a:cubicBezTo>
                  <a:pt x="1523779" y="933144"/>
                  <a:pt x="1523281" y="933394"/>
                  <a:pt x="1522782" y="933394"/>
                </a:cubicBezTo>
                <a:close/>
                <a:moveTo>
                  <a:pt x="1562532" y="949520"/>
                </a:moveTo>
                <a:cubicBezTo>
                  <a:pt x="1562034" y="949521"/>
                  <a:pt x="1561535" y="949189"/>
                  <a:pt x="1561286" y="948773"/>
                </a:cubicBezTo>
                <a:lnTo>
                  <a:pt x="1551067" y="931078"/>
                </a:lnTo>
                <a:cubicBezTo>
                  <a:pt x="1550818" y="930663"/>
                  <a:pt x="1550818" y="930081"/>
                  <a:pt x="1551067" y="929664"/>
                </a:cubicBezTo>
                <a:lnTo>
                  <a:pt x="1561286" y="911969"/>
                </a:lnTo>
                <a:cubicBezTo>
                  <a:pt x="1561535" y="911471"/>
                  <a:pt x="1562034" y="911222"/>
                  <a:pt x="1562532" y="911221"/>
                </a:cubicBezTo>
                <a:lnTo>
                  <a:pt x="1582969" y="911222"/>
                </a:lnTo>
                <a:cubicBezTo>
                  <a:pt x="1583468" y="911222"/>
                  <a:pt x="1583966" y="911554"/>
                  <a:pt x="1584216" y="911970"/>
                </a:cubicBezTo>
                <a:lnTo>
                  <a:pt x="1594434" y="929665"/>
                </a:lnTo>
                <a:cubicBezTo>
                  <a:pt x="1594684" y="930081"/>
                  <a:pt x="1594684" y="930663"/>
                  <a:pt x="1594434" y="931078"/>
                </a:cubicBezTo>
                <a:lnTo>
                  <a:pt x="1584216" y="948774"/>
                </a:lnTo>
                <a:cubicBezTo>
                  <a:pt x="1583966" y="949271"/>
                  <a:pt x="1583468" y="949521"/>
                  <a:pt x="1582969" y="949521"/>
                </a:cubicBezTo>
                <a:close/>
                <a:moveTo>
                  <a:pt x="3669050" y="1513960"/>
                </a:moveTo>
                <a:cubicBezTo>
                  <a:pt x="3668551" y="1513961"/>
                  <a:pt x="3668053" y="1513628"/>
                  <a:pt x="3667804" y="1513213"/>
                </a:cubicBezTo>
                <a:lnTo>
                  <a:pt x="3657585" y="1495517"/>
                </a:lnTo>
                <a:cubicBezTo>
                  <a:pt x="3657336" y="1495102"/>
                  <a:pt x="3657336" y="1494520"/>
                  <a:pt x="3657585" y="1494104"/>
                </a:cubicBezTo>
                <a:lnTo>
                  <a:pt x="3667804" y="1476409"/>
                </a:lnTo>
                <a:cubicBezTo>
                  <a:pt x="3668053" y="1475911"/>
                  <a:pt x="3668551" y="1475662"/>
                  <a:pt x="3669050" y="1475661"/>
                </a:cubicBezTo>
                <a:lnTo>
                  <a:pt x="3689487" y="1475662"/>
                </a:lnTo>
                <a:cubicBezTo>
                  <a:pt x="3689986" y="1475661"/>
                  <a:pt x="3690484" y="1475994"/>
                  <a:pt x="3690734" y="1476409"/>
                </a:cubicBezTo>
                <a:lnTo>
                  <a:pt x="3700952" y="1494105"/>
                </a:lnTo>
                <a:cubicBezTo>
                  <a:pt x="3701202" y="1494520"/>
                  <a:pt x="3701202" y="1495103"/>
                  <a:pt x="3700952" y="1495518"/>
                </a:cubicBezTo>
                <a:lnTo>
                  <a:pt x="3690734" y="1513213"/>
                </a:lnTo>
                <a:cubicBezTo>
                  <a:pt x="3690484" y="1513711"/>
                  <a:pt x="3689986" y="1513960"/>
                  <a:pt x="3689487" y="1513961"/>
                </a:cubicBezTo>
                <a:close/>
                <a:moveTo>
                  <a:pt x="1622636" y="965721"/>
                </a:moveTo>
                <a:cubicBezTo>
                  <a:pt x="1622138" y="965721"/>
                  <a:pt x="1621639" y="965389"/>
                  <a:pt x="1621390" y="964973"/>
                </a:cubicBezTo>
                <a:lnTo>
                  <a:pt x="1611088" y="947194"/>
                </a:lnTo>
                <a:cubicBezTo>
                  <a:pt x="1610839" y="946779"/>
                  <a:pt x="1610839" y="946197"/>
                  <a:pt x="1611088" y="945781"/>
                </a:cubicBezTo>
                <a:lnTo>
                  <a:pt x="1621390" y="928003"/>
                </a:lnTo>
                <a:cubicBezTo>
                  <a:pt x="1621639" y="927504"/>
                  <a:pt x="1622138" y="927254"/>
                  <a:pt x="1622636" y="927255"/>
                </a:cubicBezTo>
                <a:lnTo>
                  <a:pt x="1643157" y="927255"/>
                </a:lnTo>
                <a:cubicBezTo>
                  <a:pt x="1643655" y="927254"/>
                  <a:pt x="1644153" y="927587"/>
                  <a:pt x="1644403" y="928003"/>
                </a:cubicBezTo>
                <a:lnTo>
                  <a:pt x="1654705" y="945781"/>
                </a:lnTo>
                <a:cubicBezTo>
                  <a:pt x="1654954" y="946197"/>
                  <a:pt x="1654954" y="946779"/>
                  <a:pt x="1654705" y="947194"/>
                </a:cubicBezTo>
                <a:lnTo>
                  <a:pt x="1644403" y="964973"/>
                </a:lnTo>
                <a:cubicBezTo>
                  <a:pt x="1644153" y="965472"/>
                  <a:pt x="1643655" y="965721"/>
                  <a:pt x="1643157" y="965721"/>
                </a:cubicBezTo>
                <a:close/>
                <a:moveTo>
                  <a:pt x="1682749" y="982025"/>
                </a:moveTo>
                <a:cubicBezTo>
                  <a:pt x="1682252" y="982025"/>
                  <a:pt x="1681752" y="981693"/>
                  <a:pt x="1681503" y="981278"/>
                </a:cubicBezTo>
                <a:lnTo>
                  <a:pt x="1671118" y="963333"/>
                </a:lnTo>
                <a:cubicBezTo>
                  <a:pt x="1670869" y="962834"/>
                  <a:pt x="1670869" y="962253"/>
                  <a:pt x="1671118" y="961837"/>
                </a:cubicBezTo>
                <a:lnTo>
                  <a:pt x="1681504" y="943892"/>
                </a:lnTo>
                <a:cubicBezTo>
                  <a:pt x="1681752" y="943393"/>
                  <a:pt x="1682251" y="943144"/>
                  <a:pt x="1682750" y="943144"/>
                </a:cubicBezTo>
                <a:lnTo>
                  <a:pt x="1703519" y="943144"/>
                </a:lnTo>
                <a:cubicBezTo>
                  <a:pt x="1704017" y="943144"/>
                  <a:pt x="1704517" y="943477"/>
                  <a:pt x="1704765" y="943892"/>
                </a:cubicBezTo>
                <a:lnTo>
                  <a:pt x="1715151" y="961837"/>
                </a:lnTo>
                <a:cubicBezTo>
                  <a:pt x="1715399" y="962335"/>
                  <a:pt x="1715399" y="962917"/>
                  <a:pt x="1715150" y="963333"/>
                </a:cubicBezTo>
                <a:lnTo>
                  <a:pt x="1704765" y="981278"/>
                </a:lnTo>
                <a:cubicBezTo>
                  <a:pt x="1704517" y="981776"/>
                  <a:pt x="1704017" y="982025"/>
                  <a:pt x="1703519" y="982025"/>
                </a:cubicBezTo>
                <a:close/>
                <a:moveTo>
                  <a:pt x="2465171" y="1191674"/>
                </a:moveTo>
                <a:cubicBezTo>
                  <a:pt x="2464673" y="1191674"/>
                  <a:pt x="2464174" y="1191342"/>
                  <a:pt x="2463925" y="1190927"/>
                </a:cubicBezTo>
                <a:lnTo>
                  <a:pt x="2453540" y="1172982"/>
                </a:lnTo>
                <a:cubicBezTo>
                  <a:pt x="2453290" y="1172483"/>
                  <a:pt x="2453291" y="1171902"/>
                  <a:pt x="2453539" y="1171486"/>
                </a:cubicBezTo>
                <a:lnTo>
                  <a:pt x="2463925" y="1153541"/>
                </a:lnTo>
                <a:cubicBezTo>
                  <a:pt x="2464173" y="1153042"/>
                  <a:pt x="2464672" y="1152793"/>
                  <a:pt x="2465171" y="1152793"/>
                </a:cubicBezTo>
                <a:lnTo>
                  <a:pt x="2485940" y="1152793"/>
                </a:lnTo>
                <a:cubicBezTo>
                  <a:pt x="2486438" y="1152793"/>
                  <a:pt x="2486938" y="1153126"/>
                  <a:pt x="2487186" y="1153541"/>
                </a:cubicBezTo>
                <a:lnTo>
                  <a:pt x="2497572" y="1171486"/>
                </a:lnTo>
                <a:cubicBezTo>
                  <a:pt x="2497820" y="1171984"/>
                  <a:pt x="2497821" y="1172566"/>
                  <a:pt x="2497572" y="1172982"/>
                </a:cubicBezTo>
                <a:lnTo>
                  <a:pt x="2487187" y="1190927"/>
                </a:lnTo>
                <a:cubicBezTo>
                  <a:pt x="2486938" y="1191425"/>
                  <a:pt x="2486438" y="1191674"/>
                  <a:pt x="2485940" y="1191674"/>
                </a:cubicBezTo>
                <a:close/>
                <a:moveTo>
                  <a:pt x="3608709" y="1498084"/>
                </a:moveTo>
                <a:cubicBezTo>
                  <a:pt x="3608210" y="1498084"/>
                  <a:pt x="3607712" y="1497752"/>
                  <a:pt x="3607463" y="1497337"/>
                </a:cubicBezTo>
                <a:lnTo>
                  <a:pt x="3597078" y="1479392"/>
                </a:lnTo>
                <a:cubicBezTo>
                  <a:pt x="3596829" y="1478893"/>
                  <a:pt x="3596829" y="1478312"/>
                  <a:pt x="3597078" y="1477896"/>
                </a:cubicBezTo>
                <a:lnTo>
                  <a:pt x="3607463" y="1459951"/>
                </a:lnTo>
                <a:cubicBezTo>
                  <a:pt x="3607712" y="1459452"/>
                  <a:pt x="3608210" y="1459203"/>
                  <a:pt x="3608709" y="1459203"/>
                </a:cubicBezTo>
                <a:lnTo>
                  <a:pt x="3629479" y="1459203"/>
                </a:lnTo>
                <a:cubicBezTo>
                  <a:pt x="3629977" y="1459203"/>
                  <a:pt x="3630476" y="1459536"/>
                  <a:pt x="3630725" y="1459951"/>
                </a:cubicBezTo>
                <a:lnTo>
                  <a:pt x="3641110" y="1477896"/>
                </a:lnTo>
                <a:cubicBezTo>
                  <a:pt x="3641359" y="1478394"/>
                  <a:pt x="3641359" y="1478976"/>
                  <a:pt x="3641110" y="1479392"/>
                </a:cubicBezTo>
                <a:lnTo>
                  <a:pt x="3630725" y="1497337"/>
                </a:lnTo>
                <a:cubicBezTo>
                  <a:pt x="3630476" y="1497835"/>
                  <a:pt x="3629977" y="1498084"/>
                  <a:pt x="3629479" y="1498084"/>
                </a:cubicBezTo>
                <a:close/>
                <a:moveTo>
                  <a:pt x="3729081" y="1530338"/>
                </a:moveTo>
                <a:cubicBezTo>
                  <a:pt x="3728582" y="1530338"/>
                  <a:pt x="3728084" y="1530006"/>
                  <a:pt x="3727835" y="1529590"/>
                </a:cubicBezTo>
                <a:lnTo>
                  <a:pt x="3717450" y="1511646"/>
                </a:lnTo>
                <a:cubicBezTo>
                  <a:pt x="3717200" y="1511147"/>
                  <a:pt x="3717201" y="1510566"/>
                  <a:pt x="3717449" y="1510150"/>
                </a:cubicBezTo>
                <a:lnTo>
                  <a:pt x="3727835" y="1492205"/>
                </a:lnTo>
                <a:cubicBezTo>
                  <a:pt x="3728083" y="1491705"/>
                  <a:pt x="3728582" y="1491457"/>
                  <a:pt x="3729081" y="1491457"/>
                </a:cubicBezTo>
                <a:lnTo>
                  <a:pt x="3749851" y="1491457"/>
                </a:lnTo>
                <a:cubicBezTo>
                  <a:pt x="3750349" y="1491457"/>
                  <a:pt x="3750848" y="1491790"/>
                  <a:pt x="3751096" y="1492205"/>
                </a:cubicBezTo>
                <a:lnTo>
                  <a:pt x="3761482" y="1510150"/>
                </a:lnTo>
                <a:cubicBezTo>
                  <a:pt x="3761730" y="1510648"/>
                  <a:pt x="3761731" y="1511230"/>
                  <a:pt x="3761482" y="1511645"/>
                </a:cubicBezTo>
                <a:lnTo>
                  <a:pt x="3751097" y="1529591"/>
                </a:lnTo>
                <a:cubicBezTo>
                  <a:pt x="3750848" y="1530089"/>
                  <a:pt x="3750348" y="1530337"/>
                  <a:pt x="3749850" y="1530337"/>
                </a:cubicBezTo>
                <a:close/>
                <a:moveTo>
                  <a:pt x="3789183" y="1546548"/>
                </a:moveTo>
                <a:cubicBezTo>
                  <a:pt x="3788685" y="1546548"/>
                  <a:pt x="3788186" y="1546217"/>
                  <a:pt x="3787937" y="1545800"/>
                </a:cubicBezTo>
                <a:lnTo>
                  <a:pt x="3777552" y="1527772"/>
                </a:lnTo>
                <a:cubicBezTo>
                  <a:pt x="3777303" y="1527274"/>
                  <a:pt x="3777303" y="1526693"/>
                  <a:pt x="3777552" y="1526276"/>
                </a:cubicBezTo>
                <a:lnTo>
                  <a:pt x="3788020" y="1508248"/>
                </a:lnTo>
                <a:cubicBezTo>
                  <a:pt x="3788270" y="1507750"/>
                  <a:pt x="3788768" y="1507502"/>
                  <a:pt x="3789266" y="1507501"/>
                </a:cubicBezTo>
                <a:lnTo>
                  <a:pt x="3810119" y="1507502"/>
                </a:lnTo>
                <a:cubicBezTo>
                  <a:pt x="3810618" y="1507502"/>
                  <a:pt x="3811117" y="1507833"/>
                  <a:pt x="3811366" y="1508249"/>
                </a:cubicBezTo>
                <a:lnTo>
                  <a:pt x="3821750" y="1526277"/>
                </a:lnTo>
                <a:cubicBezTo>
                  <a:pt x="3821999" y="1526776"/>
                  <a:pt x="3821999" y="1527357"/>
                  <a:pt x="3821750" y="1527773"/>
                </a:cubicBezTo>
                <a:lnTo>
                  <a:pt x="3811283" y="1545801"/>
                </a:lnTo>
                <a:cubicBezTo>
                  <a:pt x="3811033" y="1546300"/>
                  <a:pt x="3810535" y="1546549"/>
                  <a:pt x="3810037" y="1546549"/>
                </a:cubicBezTo>
                <a:close/>
                <a:moveTo>
                  <a:pt x="2645645" y="1240220"/>
                </a:moveTo>
                <a:cubicBezTo>
                  <a:pt x="2645147" y="1240220"/>
                  <a:pt x="2644648" y="1239888"/>
                  <a:pt x="2644399" y="1239473"/>
                </a:cubicBezTo>
                <a:lnTo>
                  <a:pt x="2633931" y="1221361"/>
                </a:lnTo>
                <a:cubicBezTo>
                  <a:pt x="2633682" y="1220863"/>
                  <a:pt x="2633682" y="1220282"/>
                  <a:pt x="2633931" y="1219866"/>
                </a:cubicBezTo>
                <a:lnTo>
                  <a:pt x="2644399" y="1201754"/>
                </a:lnTo>
                <a:cubicBezTo>
                  <a:pt x="2644648" y="1201256"/>
                  <a:pt x="2645147" y="1201008"/>
                  <a:pt x="2645645" y="1201007"/>
                </a:cubicBezTo>
                <a:lnTo>
                  <a:pt x="2666581" y="1201008"/>
                </a:lnTo>
                <a:cubicBezTo>
                  <a:pt x="2667080" y="1201007"/>
                  <a:pt x="2667578" y="1201339"/>
                  <a:pt x="2667827" y="1201754"/>
                </a:cubicBezTo>
                <a:lnTo>
                  <a:pt x="2678295" y="1219866"/>
                </a:lnTo>
                <a:cubicBezTo>
                  <a:pt x="2678545" y="1220364"/>
                  <a:pt x="2678545" y="1220946"/>
                  <a:pt x="2678295" y="1221361"/>
                </a:cubicBezTo>
                <a:lnTo>
                  <a:pt x="2667827" y="1239473"/>
                </a:lnTo>
                <a:cubicBezTo>
                  <a:pt x="2667578" y="1239971"/>
                  <a:pt x="2667080" y="1240220"/>
                  <a:pt x="2666581" y="1240220"/>
                </a:cubicBezTo>
                <a:close/>
                <a:moveTo>
                  <a:pt x="3066949" y="1353108"/>
                </a:moveTo>
                <a:cubicBezTo>
                  <a:pt x="3066451" y="1353108"/>
                  <a:pt x="3065952" y="1352776"/>
                  <a:pt x="3065703" y="1352361"/>
                </a:cubicBezTo>
                <a:lnTo>
                  <a:pt x="3055235" y="1334249"/>
                </a:lnTo>
                <a:cubicBezTo>
                  <a:pt x="3054986" y="1333751"/>
                  <a:pt x="3054986" y="1333170"/>
                  <a:pt x="3055235" y="1332754"/>
                </a:cubicBezTo>
                <a:lnTo>
                  <a:pt x="3065703" y="1314643"/>
                </a:lnTo>
                <a:cubicBezTo>
                  <a:pt x="3065952" y="1314144"/>
                  <a:pt x="3066451" y="1313896"/>
                  <a:pt x="3066949" y="1313895"/>
                </a:cubicBezTo>
                <a:lnTo>
                  <a:pt x="3087885" y="1313896"/>
                </a:lnTo>
                <a:cubicBezTo>
                  <a:pt x="3088384" y="1313895"/>
                  <a:pt x="3088882" y="1314227"/>
                  <a:pt x="3089131" y="1314643"/>
                </a:cubicBezTo>
                <a:lnTo>
                  <a:pt x="3099599" y="1332755"/>
                </a:lnTo>
                <a:cubicBezTo>
                  <a:pt x="3099849" y="1333252"/>
                  <a:pt x="3099849" y="1333835"/>
                  <a:pt x="3099599" y="1334249"/>
                </a:cubicBezTo>
                <a:lnTo>
                  <a:pt x="3089131" y="1352361"/>
                </a:lnTo>
                <a:cubicBezTo>
                  <a:pt x="3088882" y="1352859"/>
                  <a:pt x="3088384" y="1353109"/>
                  <a:pt x="3087885" y="1353108"/>
                </a:cubicBezTo>
                <a:close/>
                <a:moveTo>
                  <a:pt x="2886330" y="1304804"/>
                </a:moveTo>
                <a:cubicBezTo>
                  <a:pt x="2885832" y="1304804"/>
                  <a:pt x="2885332" y="1304471"/>
                  <a:pt x="2885083" y="1304056"/>
                </a:cubicBezTo>
                <a:lnTo>
                  <a:pt x="2874532" y="1285778"/>
                </a:lnTo>
                <a:cubicBezTo>
                  <a:pt x="2874283" y="1285280"/>
                  <a:pt x="2874284" y="1284698"/>
                  <a:pt x="2874532" y="1284283"/>
                </a:cubicBezTo>
                <a:lnTo>
                  <a:pt x="2885084" y="1266005"/>
                </a:lnTo>
                <a:cubicBezTo>
                  <a:pt x="2885332" y="1265507"/>
                  <a:pt x="2885831" y="1265258"/>
                  <a:pt x="2886329" y="1265258"/>
                </a:cubicBezTo>
                <a:lnTo>
                  <a:pt x="2907349" y="1265258"/>
                </a:lnTo>
                <a:cubicBezTo>
                  <a:pt x="2907847" y="1265258"/>
                  <a:pt x="2908346" y="1265590"/>
                  <a:pt x="2908595" y="1266005"/>
                </a:cubicBezTo>
                <a:lnTo>
                  <a:pt x="2919146" y="1284283"/>
                </a:lnTo>
                <a:cubicBezTo>
                  <a:pt x="2919396" y="1284781"/>
                  <a:pt x="2919396" y="1285363"/>
                  <a:pt x="2919146" y="1285778"/>
                </a:cubicBezTo>
                <a:lnTo>
                  <a:pt x="2908594" y="1304056"/>
                </a:lnTo>
                <a:cubicBezTo>
                  <a:pt x="2908346" y="1304554"/>
                  <a:pt x="2907846" y="1304804"/>
                  <a:pt x="2907348" y="1304804"/>
                </a:cubicBezTo>
                <a:close/>
                <a:moveTo>
                  <a:pt x="3247448" y="1401565"/>
                </a:moveTo>
                <a:cubicBezTo>
                  <a:pt x="3246950" y="1401565"/>
                  <a:pt x="3246451" y="1401232"/>
                  <a:pt x="3246201" y="1400817"/>
                </a:cubicBezTo>
                <a:lnTo>
                  <a:pt x="3235651" y="1382539"/>
                </a:lnTo>
                <a:cubicBezTo>
                  <a:pt x="3235401" y="1382041"/>
                  <a:pt x="3235402" y="1381459"/>
                  <a:pt x="3235650" y="1381044"/>
                </a:cubicBezTo>
                <a:lnTo>
                  <a:pt x="3246202" y="1362766"/>
                </a:lnTo>
                <a:cubicBezTo>
                  <a:pt x="3246451" y="1362268"/>
                  <a:pt x="3246950" y="1362019"/>
                  <a:pt x="3247447" y="1362019"/>
                </a:cubicBezTo>
                <a:lnTo>
                  <a:pt x="3268467" y="1362019"/>
                </a:lnTo>
                <a:cubicBezTo>
                  <a:pt x="3268965" y="1362019"/>
                  <a:pt x="3269464" y="1362351"/>
                  <a:pt x="3269713" y="1362766"/>
                </a:cubicBezTo>
                <a:lnTo>
                  <a:pt x="3280264" y="1381044"/>
                </a:lnTo>
                <a:cubicBezTo>
                  <a:pt x="3280514" y="1381542"/>
                  <a:pt x="3280514" y="1382124"/>
                  <a:pt x="3280264" y="1382539"/>
                </a:cubicBezTo>
                <a:lnTo>
                  <a:pt x="3269713" y="1400817"/>
                </a:lnTo>
                <a:cubicBezTo>
                  <a:pt x="3269464" y="1401315"/>
                  <a:pt x="3268964" y="1401565"/>
                  <a:pt x="3268467" y="1401565"/>
                </a:cubicBezTo>
                <a:close/>
                <a:moveTo>
                  <a:pt x="2525188" y="1208227"/>
                </a:moveTo>
                <a:cubicBezTo>
                  <a:pt x="2524607" y="1208228"/>
                  <a:pt x="2524108" y="1207978"/>
                  <a:pt x="2523859" y="1207479"/>
                </a:cubicBezTo>
                <a:lnTo>
                  <a:pt x="2513308" y="1189120"/>
                </a:lnTo>
                <a:cubicBezTo>
                  <a:pt x="2513059" y="1188621"/>
                  <a:pt x="2513059" y="1188122"/>
                  <a:pt x="2513308" y="1187623"/>
                </a:cubicBezTo>
                <a:lnTo>
                  <a:pt x="2523859" y="1169263"/>
                </a:lnTo>
                <a:cubicBezTo>
                  <a:pt x="2524191" y="1168764"/>
                  <a:pt x="2524690" y="1168515"/>
                  <a:pt x="2525188" y="1168515"/>
                </a:cubicBezTo>
                <a:lnTo>
                  <a:pt x="2546373" y="1168515"/>
                </a:lnTo>
                <a:cubicBezTo>
                  <a:pt x="2546955" y="1168515"/>
                  <a:pt x="2547453" y="1168764"/>
                  <a:pt x="2547703" y="1169263"/>
                </a:cubicBezTo>
                <a:lnTo>
                  <a:pt x="2558254" y="1187623"/>
                </a:lnTo>
                <a:cubicBezTo>
                  <a:pt x="2558503" y="1188122"/>
                  <a:pt x="2558503" y="1188621"/>
                  <a:pt x="2558254" y="1189119"/>
                </a:cubicBezTo>
                <a:lnTo>
                  <a:pt x="2547703" y="1207479"/>
                </a:lnTo>
                <a:cubicBezTo>
                  <a:pt x="2547370" y="1207979"/>
                  <a:pt x="2546872" y="1208227"/>
                  <a:pt x="2546373" y="1208227"/>
                </a:cubicBezTo>
                <a:close/>
                <a:moveTo>
                  <a:pt x="2946492" y="1321115"/>
                </a:moveTo>
                <a:cubicBezTo>
                  <a:pt x="2945911" y="1321116"/>
                  <a:pt x="2945412" y="1320866"/>
                  <a:pt x="2945163" y="1320367"/>
                </a:cubicBezTo>
                <a:lnTo>
                  <a:pt x="2934612" y="1302008"/>
                </a:lnTo>
                <a:cubicBezTo>
                  <a:pt x="2934363" y="1301509"/>
                  <a:pt x="2934363" y="1301010"/>
                  <a:pt x="2934612" y="1300512"/>
                </a:cubicBezTo>
                <a:lnTo>
                  <a:pt x="2945163" y="1282151"/>
                </a:lnTo>
                <a:cubicBezTo>
                  <a:pt x="2945495" y="1281652"/>
                  <a:pt x="2945994" y="1281403"/>
                  <a:pt x="2946492" y="1281403"/>
                </a:cubicBezTo>
                <a:lnTo>
                  <a:pt x="2967677" y="1281403"/>
                </a:lnTo>
                <a:cubicBezTo>
                  <a:pt x="2968259" y="1281403"/>
                  <a:pt x="2968757" y="1281652"/>
                  <a:pt x="2969007" y="1282151"/>
                </a:cubicBezTo>
                <a:lnTo>
                  <a:pt x="2979558" y="1300511"/>
                </a:lnTo>
                <a:cubicBezTo>
                  <a:pt x="2979807" y="1301010"/>
                  <a:pt x="2979807" y="1301509"/>
                  <a:pt x="2979558" y="1302007"/>
                </a:cubicBezTo>
                <a:lnTo>
                  <a:pt x="2969007" y="1320367"/>
                </a:lnTo>
                <a:cubicBezTo>
                  <a:pt x="2968674" y="1320867"/>
                  <a:pt x="2968176" y="1321115"/>
                  <a:pt x="2967677" y="1321115"/>
                </a:cubicBezTo>
                <a:close/>
                <a:moveTo>
                  <a:pt x="3187236" y="1385623"/>
                </a:moveTo>
                <a:cubicBezTo>
                  <a:pt x="3186655" y="1385623"/>
                  <a:pt x="3186156" y="1385374"/>
                  <a:pt x="3185907" y="1384875"/>
                </a:cubicBezTo>
                <a:lnTo>
                  <a:pt x="3175356" y="1366515"/>
                </a:lnTo>
                <a:cubicBezTo>
                  <a:pt x="3175107" y="1366016"/>
                  <a:pt x="3175108" y="1365517"/>
                  <a:pt x="3175356" y="1365019"/>
                </a:cubicBezTo>
                <a:lnTo>
                  <a:pt x="3185907" y="1346659"/>
                </a:lnTo>
                <a:cubicBezTo>
                  <a:pt x="3186239" y="1346159"/>
                  <a:pt x="3186739" y="1345911"/>
                  <a:pt x="3187237" y="1345911"/>
                </a:cubicBezTo>
                <a:lnTo>
                  <a:pt x="3208421" y="1345911"/>
                </a:lnTo>
                <a:cubicBezTo>
                  <a:pt x="3209003" y="1345911"/>
                  <a:pt x="3209501" y="1346160"/>
                  <a:pt x="3209751" y="1346659"/>
                </a:cubicBezTo>
                <a:lnTo>
                  <a:pt x="3220302" y="1365019"/>
                </a:lnTo>
                <a:cubicBezTo>
                  <a:pt x="3220552" y="1365518"/>
                  <a:pt x="3220551" y="1366017"/>
                  <a:pt x="3220303" y="1366515"/>
                </a:cubicBezTo>
                <a:lnTo>
                  <a:pt x="3209752" y="1384875"/>
                </a:lnTo>
                <a:cubicBezTo>
                  <a:pt x="3209419" y="1385374"/>
                  <a:pt x="3208920" y="1385622"/>
                  <a:pt x="3208421" y="1385623"/>
                </a:cubicBezTo>
                <a:close/>
                <a:moveTo>
                  <a:pt x="3488168" y="1466257"/>
                </a:moveTo>
                <a:cubicBezTo>
                  <a:pt x="3487587" y="1466257"/>
                  <a:pt x="3487088" y="1466008"/>
                  <a:pt x="3486838" y="1465509"/>
                </a:cubicBezTo>
                <a:lnTo>
                  <a:pt x="3476288" y="1447149"/>
                </a:lnTo>
                <a:cubicBezTo>
                  <a:pt x="3476039" y="1446651"/>
                  <a:pt x="3476039" y="1446152"/>
                  <a:pt x="3476287" y="1445653"/>
                </a:cubicBezTo>
                <a:lnTo>
                  <a:pt x="3486838" y="1427293"/>
                </a:lnTo>
                <a:cubicBezTo>
                  <a:pt x="3487170" y="1426794"/>
                  <a:pt x="3487670" y="1426545"/>
                  <a:pt x="3488168" y="1426545"/>
                </a:cubicBezTo>
                <a:lnTo>
                  <a:pt x="3509353" y="1426545"/>
                </a:lnTo>
                <a:cubicBezTo>
                  <a:pt x="3509935" y="1426545"/>
                  <a:pt x="3510433" y="1426794"/>
                  <a:pt x="3510682" y="1427293"/>
                </a:cubicBezTo>
                <a:lnTo>
                  <a:pt x="3521233" y="1445653"/>
                </a:lnTo>
                <a:cubicBezTo>
                  <a:pt x="3521483" y="1446152"/>
                  <a:pt x="3521483" y="1446651"/>
                  <a:pt x="3521234" y="1447149"/>
                </a:cubicBezTo>
                <a:lnTo>
                  <a:pt x="3510683" y="1465509"/>
                </a:lnTo>
                <a:cubicBezTo>
                  <a:pt x="3510350" y="1466008"/>
                  <a:pt x="3509852" y="1466257"/>
                  <a:pt x="3509352" y="1466257"/>
                </a:cubicBezTo>
                <a:close/>
                <a:moveTo>
                  <a:pt x="3548354" y="1482384"/>
                </a:moveTo>
                <a:cubicBezTo>
                  <a:pt x="3547774" y="1482384"/>
                  <a:pt x="3547275" y="1482135"/>
                  <a:pt x="3547025" y="1481636"/>
                </a:cubicBezTo>
                <a:lnTo>
                  <a:pt x="3536475" y="1463276"/>
                </a:lnTo>
                <a:cubicBezTo>
                  <a:pt x="3536226" y="1462778"/>
                  <a:pt x="3536226" y="1462279"/>
                  <a:pt x="3536474" y="1461780"/>
                </a:cubicBezTo>
                <a:lnTo>
                  <a:pt x="3547025" y="1443420"/>
                </a:lnTo>
                <a:cubicBezTo>
                  <a:pt x="3547357" y="1442921"/>
                  <a:pt x="3547857" y="1442672"/>
                  <a:pt x="3548355" y="1442672"/>
                </a:cubicBezTo>
                <a:lnTo>
                  <a:pt x="3569540" y="1442672"/>
                </a:lnTo>
                <a:cubicBezTo>
                  <a:pt x="3570121" y="1442672"/>
                  <a:pt x="3570619" y="1442921"/>
                  <a:pt x="3570869" y="1443420"/>
                </a:cubicBezTo>
                <a:lnTo>
                  <a:pt x="3581420" y="1461780"/>
                </a:lnTo>
                <a:cubicBezTo>
                  <a:pt x="3581670" y="1462279"/>
                  <a:pt x="3581670" y="1462778"/>
                  <a:pt x="3581421" y="1463276"/>
                </a:cubicBezTo>
                <a:lnTo>
                  <a:pt x="3570870" y="1481636"/>
                </a:lnTo>
                <a:cubicBezTo>
                  <a:pt x="3570537" y="1482135"/>
                  <a:pt x="3570038" y="1482384"/>
                  <a:pt x="3569539" y="1482384"/>
                </a:cubicBezTo>
                <a:close/>
                <a:moveTo>
                  <a:pt x="2705666" y="1256680"/>
                </a:moveTo>
                <a:cubicBezTo>
                  <a:pt x="2705085" y="1256681"/>
                  <a:pt x="2704586" y="1256432"/>
                  <a:pt x="2704337" y="1255932"/>
                </a:cubicBezTo>
                <a:lnTo>
                  <a:pt x="2693703" y="1237489"/>
                </a:lnTo>
                <a:cubicBezTo>
                  <a:pt x="2693454" y="1237073"/>
                  <a:pt x="2693454" y="1236492"/>
                  <a:pt x="2693703" y="1235993"/>
                </a:cubicBezTo>
                <a:lnTo>
                  <a:pt x="2704337" y="1217550"/>
                </a:lnTo>
                <a:cubicBezTo>
                  <a:pt x="2704669" y="1217051"/>
                  <a:pt x="2705168" y="1216802"/>
                  <a:pt x="2705666" y="1216802"/>
                </a:cubicBezTo>
                <a:lnTo>
                  <a:pt x="2726935" y="1216802"/>
                </a:lnTo>
                <a:cubicBezTo>
                  <a:pt x="2727516" y="1216802"/>
                  <a:pt x="2728015" y="1217051"/>
                  <a:pt x="2728264" y="1217550"/>
                </a:cubicBezTo>
                <a:lnTo>
                  <a:pt x="2738898" y="1235993"/>
                </a:lnTo>
                <a:cubicBezTo>
                  <a:pt x="2739147" y="1236409"/>
                  <a:pt x="2739147" y="1236991"/>
                  <a:pt x="2738898" y="1237489"/>
                </a:cubicBezTo>
                <a:lnTo>
                  <a:pt x="2728264" y="1255932"/>
                </a:lnTo>
                <a:cubicBezTo>
                  <a:pt x="2727931" y="1256432"/>
                  <a:pt x="2727433" y="1256680"/>
                  <a:pt x="2726935" y="1256680"/>
                </a:cubicBezTo>
                <a:close/>
                <a:moveTo>
                  <a:pt x="3006596" y="1337315"/>
                </a:moveTo>
                <a:cubicBezTo>
                  <a:pt x="3006015" y="1337315"/>
                  <a:pt x="3005516" y="1337066"/>
                  <a:pt x="3005267" y="1336567"/>
                </a:cubicBezTo>
                <a:lnTo>
                  <a:pt x="2994633" y="1318123"/>
                </a:lnTo>
                <a:cubicBezTo>
                  <a:pt x="2994384" y="1317707"/>
                  <a:pt x="2994384" y="1317126"/>
                  <a:pt x="2994633" y="1316627"/>
                </a:cubicBezTo>
                <a:lnTo>
                  <a:pt x="3005267" y="1298184"/>
                </a:lnTo>
                <a:cubicBezTo>
                  <a:pt x="3005599" y="1297685"/>
                  <a:pt x="3006098" y="1297436"/>
                  <a:pt x="3006596" y="1297436"/>
                </a:cubicBezTo>
                <a:lnTo>
                  <a:pt x="3027865" y="1297437"/>
                </a:lnTo>
                <a:cubicBezTo>
                  <a:pt x="3028446" y="1297436"/>
                  <a:pt x="3028945" y="1297685"/>
                  <a:pt x="3029194" y="1298185"/>
                </a:cubicBezTo>
                <a:lnTo>
                  <a:pt x="3039828" y="1316627"/>
                </a:lnTo>
                <a:cubicBezTo>
                  <a:pt x="3040077" y="1317043"/>
                  <a:pt x="3040077" y="1317625"/>
                  <a:pt x="3039828" y="1318123"/>
                </a:cubicBezTo>
                <a:lnTo>
                  <a:pt x="3029194" y="1336566"/>
                </a:lnTo>
                <a:cubicBezTo>
                  <a:pt x="3028861" y="1337066"/>
                  <a:pt x="3028363" y="1337314"/>
                  <a:pt x="3027865" y="1337314"/>
                </a:cubicBezTo>
                <a:close/>
                <a:moveTo>
                  <a:pt x="2585209" y="1224509"/>
                </a:moveTo>
                <a:cubicBezTo>
                  <a:pt x="2584628" y="1224509"/>
                  <a:pt x="2584129" y="1224260"/>
                  <a:pt x="2583880" y="1223761"/>
                </a:cubicBezTo>
                <a:lnTo>
                  <a:pt x="2573246" y="1205235"/>
                </a:lnTo>
                <a:cubicBezTo>
                  <a:pt x="2572997" y="1204820"/>
                  <a:pt x="2572997" y="1204237"/>
                  <a:pt x="2573246" y="1203739"/>
                </a:cubicBezTo>
                <a:lnTo>
                  <a:pt x="2583963" y="1185212"/>
                </a:lnTo>
                <a:cubicBezTo>
                  <a:pt x="2584297" y="1184797"/>
                  <a:pt x="2584794" y="1184465"/>
                  <a:pt x="2585293" y="1184466"/>
                </a:cubicBezTo>
                <a:lnTo>
                  <a:pt x="2606644" y="1184466"/>
                </a:lnTo>
                <a:cubicBezTo>
                  <a:pt x="2607225" y="1184466"/>
                  <a:pt x="2607724" y="1184715"/>
                  <a:pt x="2607973" y="1185213"/>
                </a:cubicBezTo>
                <a:lnTo>
                  <a:pt x="2618607" y="1203740"/>
                </a:lnTo>
                <a:cubicBezTo>
                  <a:pt x="2618857" y="1204156"/>
                  <a:pt x="2618857" y="1204736"/>
                  <a:pt x="2618607" y="1205236"/>
                </a:cubicBezTo>
                <a:lnTo>
                  <a:pt x="2607890" y="1223762"/>
                </a:lnTo>
                <a:cubicBezTo>
                  <a:pt x="2607558" y="1224177"/>
                  <a:pt x="2607059" y="1224510"/>
                  <a:pt x="2606561" y="1224510"/>
                </a:cubicBezTo>
                <a:close/>
                <a:moveTo>
                  <a:pt x="3307444" y="1418031"/>
                </a:moveTo>
                <a:cubicBezTo>
                  <a:pt x="3306862" y="1418032"/>
                  <a:pt x="3306363" y="1417782"/>
                  <a:pt x="3306115" y="1417283"/>
                </a:cubicBezTo>
                <a:lnTo>
                  <a:pt x="3295481" y="1398757"/>
                </a:lnTo>
                <a:cubicBezTo>
                  <a:pt x="3295232" y="1398342"/>
                  <a:pt x="3295231" y="1397759"/>
                  <a:pt x="3295481" y="1397262"/>
                </a:cubicBezTo>
                <a:lnTo>
                  <a:pt x="3306198" y="1378734"/>
                </a:lnTo>
                <a:cubicBezTo>
                  <a:pt x="3306531" y="1378320"/>
                  <a:pt x="3307029" y="1377988"/>
                  <a:pt x="3307528" y="1377988"/>
                </a:cubicBezTo>
                <a:lnTo>
                  <a:pt x="3328879" y="1377988"/>
                </a:lnTo>
                <a:cubicBezTo>
                  <a:pt x="3329460" y="1377988"/>
                  <a:pt x="3329959" y="1378237"/>
                  <a:pt x="3330208" y="1378735"/>
                </a:cubicBezTo>
                <a:lnTo>
                  <a:pt x="3340841" y="1397262"/>
                </a:lnTo>
                <a:cubicBezTo>
                  <a:pt x="3341092" y="1397678"/>
                  <a:pt x="3341091" y="1398258"/>
                  <a:pt x="3340842" y="1398758"/>
                </a:cubicBezTo>
                <a:lnTo>
                  <a:pt x="3330125" y="1417284"/>
                </a:lnTo>
                <a:cubicBezTo>
                  <a:pt x="3329793" y="1417699"/>
                  <a:pt x="3329294" y="1418032"/>
                  <a:pt x="3328796" y="1418032"/>
                </a:cubicBezTo>
                <a:close/>
                <a:moveTo>
                  <a:pt x="3849038" y="1563339"/>
                </a:moveTo>
                <a:cubicBezTo>
                  <a:pt x="3848456" y="1563340"/>
                  <a:pt x="3847958" y="1563090"/>
                  <a:pt x="3847708" y="1562592"/>
                </a:cubicBezTo>
                <a:lnTo>
                  <a:pt x="3836908" y="1543899"/>
                </a:lnTo>
                <a:cubicBezTo>
                  <a:pt x="3836659" y="1543483"/>
                  <a:pt x="3836659" y="1542902"/>
                  <a:pt x="3836908" y="1542403"/>
                </a:cubicBezTo>
                <a:lnTo>
                  <a:pt x="3847708" y="1523711"/>
                </a:lnTo>
                <a:cubicBezTo>
                  <a:pt x="3847958" y="1523295"/>
                  <a:pt x="3848539" y="1522963"/>
                  <a:pt x="3849038" y="1522963"/>
                </a:cubicBezTo>
                <a:lnTo>
                  <a:pt x="3870638" y="1522963"/>
                </a:lnTo>
                <a:cubicBezTo>
                  <a:pt x="3871220" y="1522963"/>
                  <a:pt x="3871718" y="1523212"/>
                  <a:pt x="3871967" y="1523710"/>
                </a:cubicBezTo>
                <a:lnTo>
                  <a:pt x="3882768" y="1542403"/>
                </a:lnTo>
                <a:cubicBezTo>
                  <a:pt x="3883017" y="1542819"/>
                  <a:pt x="3883017" y="1543401"/>
                  <a:pt x="3882768" y="1543899"/>
                </a:cubicBezTo>
                <a:lnTo>
                  <a:pt x="3871967" y="1562592"/>
                </a:lnTo>
                <a:cubicBezTo>
                  <a:pt x="3871718" y="1563007"/>
                  <a:pt x="3871136" y="1563340"/>
                  <a:pt x="3870638" y="1563339"/>
                </a:cubicBezTo>
                <a:close/>
                <a:moveTo>
                  <a:pt x="2765683" y="1273151"/>
                </a:moveTo>
                <a:cubicBezTo>
                  <a:pt x="2765102" y="1273150"/>
                  <a:pt x="2764603" y="1272901"/>
                  <a:pt x="2764354" y="1272403"/>
                </a:cubicBezTo>
                <a:lnTo>
                  <a:pt x="2753554" y="1253627"/>
                </a:lnTo>
                <a:cubicBezTo>
                  <a:pt x="2753305" y="1253211"/>
                  <a:pt x="2753306" y="1252630"/>
                  <a:pt x="2753554" y="1252131"/>
                </a:cubicBezTo>
                <a:lnTo>
                  <a:pt x="2764354" y="1233356"/>
                </a:lnTo>
                <a:cubicBezTo>
                  <a:pt x="2764603" y="1232940"/>
                  <a:pt x="2765186" y="1232608"/>
                  <a:pt x="2765683" y="1232608"/>
                </a:cubicBezTo>
                <a:lnTo>
                  <a:pt x="2787367" y="1232608"/>
                </a:lnTo>
                <a:cubicBezTo>
                  <a:pt x="2787949" y="1232608"/>
                  <a:pt x="2788447" y="1232857"/>
                  <a:pt x="2788697" y="1233356"/>
                </a:cubicBezTo>
                <a:lnTo>
                  <a:pt x="2799497" y="1252131"/>
                </a:lnTo>
                <a:cubicBezTo>
                  <a:pt x="2799746" y="1252547"/>
                  <a:pt x="2799746" y="1253129"/>
                  <a:pt x="2799497" y="1253627"/>
                </a:cubicBezTo>
                <a:lnTo>
                  <a:pt x="2788696" y="1272403"/>
                </a:lnTo>
                <a:cubicBezTo>
                  <a:pt x="2788447" y="1272819"/>
                  <a:pt x="2787866" y="1273151"/>
                  <a:pt x="2787368" y="1273151"/>
                </a:cubicBezTo>
                <a:close/>
                <a:moveTo>
                  <a:pt x="3126801" y="1369912"/>
                </a:moveTo>
                <a:cubicBezTo>
                  <a:pt x="3126221" y="1369912"/>
                  <a:pt x="3125722" y="1369662"/>
                  <a:pt x="3125473" y="1369164"/>
                </a:cubicBezTo>
                <a:lnTo>
                  <a:pt x="3114673" y="1350388"/>
                </a:lnTo>
                <a:cubicBezTo>
                  <a:pt x="3114423" y="1349972"/>
                  <a:pt x="3114424" y="1349391"/>
                  <a:pt x="3114672" y="1348892"/>
                </a:cubicBezTo>
                <a:lnTo>
                  <a:pt x="3125473" y="1330117"/>
                </a:lnTo>
                <a:cubicBezTo>
                  <a:pt x="3125721" y="1329701"/>
                  <a:pt x="3126304" y="1329369"/>
                  <a:pt x="3126802" y="1329369"/>
                </a:cubicBezTo>
                <a:lnTo>
                  <a:pt x="3148485" y="1329369"/>
                </a:lnTo>
                <a:cubicBezTo>
                  <a:pt x="3149067" y="1329369"/>
                  <a:pt x="3149565" y="1329618"/>
                  <a:pt x="3149815" y="1330117"/>
                </a:cubicBezTo>
                <a:lnTo>
                  <a:pt x="3160615" y="1348892"/>
                </a:lnTo>
                <a:cubicBezTo>
                  <a:pt x="3160865" y="1349308"/>
                  <a:pt x="3160864" y="1349890"/>
                  <a:pt x="3160616" y="1350388"/>
                </a:cubicBezTo>
                <a:lnTo>
                  <a:pt x="3149815" y="1369164"/>
                </a:lnTo>
                <a:cubicBezTo>
                  <a:pt x="3149565" y="1369580"/>
                  <a:pt x="3148984" y="1369912"/>
                  <a:pt x="3148486" y="1369912"/>
                </a:cubicBezTo>
                <a:close/>
                <a:moveTo>
                  <a:pt x="3969339" y="1595760"/>
                </a:moveTo>
                <a:cubicBezTo>
                  <a:pt x="3968757" y="1595761"/>
                  <a:pt x="3968258" y="1595512"/>
                  <a:pt x="3968009" y="1595013"/>
                </a:cubicBezTo>
                <a:lnTo>
                  <a:pt x="3957126" y="1576153"/>
                </a:lnTo>
                <a:cubicBezTo>
                  <a:pt x="3956877" y="1575656"/>
                  <a:pt x="3956877" y="1575074"/>
                  <a:pt x="3957126" y="1574576"/>
                </a:cubicBezTo>
                <a:lnTo>
                  <a:pt x="3968009" y="1555717"/>
                </a:lnTo>
                <a:cubicBezTo>
                  <a:pt x="3968258" y="1555302"/>
                  <a:pt x="3968757" y="1554968"/>
                  <a:pt x="3969339" y="1554969"/>
                </a:cubicBezTo>
                <a:lnTo>
                  <a:pt x="3991105" y="1554969"/>
                </a:lnTo>
                <a:cubicBezTo>
                  <a:pt x="3991687" y="1554969"/>
                  <a:pt x="3992185" y="1555218"/>
                  <a:pt x="3992435" y="1555717"/>
                </a:cubicBezTo>
                <a:lnTo>
                  <a:pt x="4003318" y="1574576"/>
                </a:lnTo>
                <a:cubicBezTo>
                  <a:pt x="4003567" y="1575073"/>
                  <a:pt x="4003567" y="1575656"/>
                  <a:pt x="4003318" y="1576154"/>
                </a:cubicBezTo>
                <a:lnTo>
                  <a:pt x="3992435" y="1595013"/>
                </a:lnTo>
                <a:cubicBezTo>
                  <a:pt x="3992185" y="1595429"/>
                  <a:pt x="3991687" y="1595761"/>
                  <a:pt x="3991105" y="1595760"/>
                </a:cubicBezTo>
                <a:close/>
                <a:moveTo>
                  <a:pt x="3909047" y="1579881"/>
                </a:moveTo>
                <a:cubicBezTo>
                  <a:pt x="3908549" y="1579881"/>
                  <a:pt x="3907967" y="1579632"/>
                  <a:pt x="3907719" y="1579133"/>
                </a:cubicBezTo>
                <a:lnTo>
                  <a:pt x="3896752" y="1560108"/>
                </a:lnTo>
                <a:cubicBezTo>
                  <a:pt x="3896503" y="1559610"/>
                  <a:pt x="3896503" y="1559028"/>
                  <a:pt x="3896752" y="1558530"/>
                </a:cubicBezTo>
                <a:lnTo>
                  <a:pt x="3907718" y="1539504"/>
                </a:lnTo>
                <a:cubicBezTo>
                  <a:pt x="3907967" y="1539089"/>
                  <a:pt x="3908466" y="1538757"/>
                  <a:pt x="3909047" y="1538757"/>
                </a:cubicBezTo>
                <a:lnTo>
                  <a:pt x="3930980" y="1538757"/>
                </a:lnTo>
                <a:cubicBezTo>
                  <a:pt x="3931479" y="1538757"/>
                  <a:pt x="3932061" y="1539006"/>
                  <a:pt x="3932310" y="1539504"/>
                </a:cubicBezTo>
                <a:lnTo>
                  <a:pt x="3943277" y="1558530"/>
                </a:lnTo>
                <a:cubicBezTo>
                  <a:pt x="3943525" y="1559028"/>
                  <a:pt x="3943525" y="1559610"/>
                  <a:pt x="3943276" y="1560108"/>
                </a:cubicBezTo>
                <a:lnTo>
                  <a:pt x="3932310" y="1579133"/>
                </a:lnTo>
                <a:cubicBezTo>
                  <a:pt x="3932061" y="1579549"/>
                  <a:pt x="3931562" y="1579881"/>
                  <a:pt x="3930981" y="1579881"/>
                </a:cubicBezTo>
                <a:close/>
                <a:moveTo>
                  <a:pt x="3427475" y="1450948"/>
                </a:moveTo>
                <a:cubicBezTo>
                  <a:pt x="3426976" y="1450948"/>
                  <a:pt x="3426394" y="1450699"/>
                  <a:pt x="3426146" y="1450201"/>
                </a:cubicBezTo>
                <a:lnTo>
                  <a:pt x="3415096" y="1431093"/>
                </a:lnTo>
                <a:cubicBezTo>
                  <a:pt x="3414847" y="1430594"/>
                  <a:pt x="3414847" y="1430012"/>
                  <a:pt x="3415096" y="1429514"/>
                </a:cubicBezTo>
                <a:lnTo>
                  <a:pt x="3426146" y="1410405"/>
                </a:lnTo>
                <a:cubicBezTo>
                  <a:pt x="3426395" y="1409990"/>
                  <a:pt x="3426893" y="1409658"/>
                  <a:pt x="3427474" y="1409658"/>
                </a:cubicBezTo>
                <a:lnTo>
                  <a:pt x="3449573" y="1409658"/>
                </a:lnTo>
                <a:cubicBezTo>
                  <a:pt x="3450071" y="1409658"/>
                  <a:pt x="3450654" y="1409907"/>
                  <a:pt x="3450902" y="1410405"/>
                </a:cubicBezTo>
                <a:lnTo>
                  <a:pt x="3461953" y="1429514"/>
                </a:lnTo>
                <a:cubicBezTo>
                  <a:pt x="3462202" y="1430012"/>
                  <a:pt x="3462202" y="1430594"/>
                  <a:pt x="3461952" y="1431093"/>
                </a:cubicBezTo>
                <a:lnTo>
                  <a:pt x="3450902" y="1450201"/>
                </a:lnTo>
                <a:cubicBezTo>
                  <a:pt x="3450653" y="1450616"/>
                  <a:pt x="3450155" y="1450948"/>
                  <a:pt x="3449574" y="1450948"/>
                </a:cubicBezTo>
                <a:close/>
                <a:moveTo>
                  <a:pt x="1011562" y="847832"/>
                </a:moveTo>
                <a:cubicBezTo>
                  <a:pt x="1011312" y="847832"/>
                  <a:pt x="1010897" y="847417"/>
                  <a:pt x="1010897" y="847417"/>
                </a:cubicBezTo>
                <a:lnTo>
                  <a:pt x="1005331" y="837697"/>
                </a:lnTo>
                <a:cubicBezTo>
                  <a:pt x="1005165" y="837448"/>
                  <a:pt x="1005331" y="836866"/>
                  <a:pt x="1005331" y="836866"/>
                </a:cubicBezTo>
                <a:lnTo>
                  <a:pt x="1010897" y="827145"/>
                </a:lnTo>
                <a:cubicBezTo>
                  <a:pt x="1011063" y="826896"/>
                  <a:pt x="1011562" y="826730"/>
                  <a:pt x="1011562" y="826730"/>
                </a:cubicBezTo>
                <a:lnTo>
                  <a:pt x="1022777" y="826730"/>
                </a:lnTo>
                <a:cubicBezTo>
                  <a:pt x="1023028" y="826730"/>
                  <a:pt x="1023442" y="827145"/>
                  <a:pt x="1023442" y="827145"/>
                </a:cubicBezTo>
                <a:lnTo>
                  <a:pt x="1029008" y="836866"/>
                </a:lnTo>
                <a:cubicBezTo>
                  <a:pt x="1029175" y="837115"/>
                  <a:pt x="1029008" y="837697"/>
                  <a:pt x="1029008" y="837697"/>
                </a:cubicBezTo>
                <a:lnTo>
                  <a:pt x="1023443" y="847417"/>
                </a:lnTo>
                <a:cubicBezTo>
                  <a:pt x="1023277" y="847666"/>
                  <a:pt x="1022778" y="847832"/>
                  <a:pt x="1022778" y="847832"/>
                </a:cubicBezTo>
                <a:close/>
                <a:moveTo>
                  <a:pt x="1070887" y="865522"/>
                </a:moveTo>
                <a:cubicBezTo>
                  <a:pt x="1070639" y="865522"/>
                  <a:pt x="1070139" y="865107"/>
                  <a:pt x="1070139" y="865107"/>
                </a:cubicBezTo>
                <a:lnTo>
                  <a:pt x="1063743" y="853974"/>
                </a:lnTo>
                <a:cubicBezTo>
                  <a:pt x="1063577" y="853725"/>
                  <a:pt x="1063742" y="853060"/>
                  <a:pt x="1063742" y="853060"/>
                </a:cubicBezTo>
                <a:lnTo>
                  <a:pt x="1070140" y="841927"/>
                </a:lnTo>
                <a:cubicBezTo>
                  <a:pt x="1070306" y="841678"/>
                  <a:pt x="1070888" y="841512"/>
                  <a:pt x="1070888" y="841512"/>
                </a:cubicBezTo>
                <a:lnTo>
                  <a:pt x="1083682" y="841512"/>
                </a:lnTo>
                <a:cubicBezTo>
                  <a:pt x="1083930" y="841512"/>
                  <a:pt x="1084430" y="841927"/>
                  <a:pt x="1084430" y="841927"/>
                </a:cubicBezTo>
                <a:lnTo>
                  <a:pt x="1090826" y="853060"/>
                </a:lnTo>
                <a:cubicBezTo>
                  <a:pt x="1090993" y="853309"/>
                  <a:pt x="1090827" y="853974"/>
                  <a:pt x="1090827" y="853974"/>
                </a:cubicBezTo>
                <a:lnTo>
                  <a:pt x="1084429" y="865107"/>
                </a:lnTo>
                <a:cubicBezTo>
                  <a:pt x="1084263" y="865356"/>
                  <a:pt x="1083681" y="865522"/>
                  <a:pt x="1083681" y="865522"/>
                </a:cubicBezTo>
                <a:close/>
                <a:moveTo>
                  <a:pt x="1129173" y="885141"/>
                </a:moveTo>
                <a:cubicBezTo>
                  <a:pt x="1128757" y="885141"/>
                  <a:pt x="1128176" y="884559"/>
                  <a:pt x="1128176" y="884559"/>
                </a:cubicBezTo>
                <a:lnTo>
                  <a:pt x="1119868" y="870186"/>
                </a:lnTo>
                <a:cubicBezTo>
                  <a:pt x="1119618" y="869854"/>
                  <a:pt x="1119868" y="869023"/>
                  <a:pt x="1119868" y="869023"/>
                </a:cubicBezTo>
                <a:lnTo>
                  <a:pt x="1128176" y="854651"/>
                </a:lnTo>
                <a:cubicBezTo>
                  <a:pt x="1128342" y="854318"/>
                  <a:pt x="1129173" y="854069"/>
                  <a:pt x="1129173" y="854069"/>
                </a:cubicBezTo>
                <a:lnTo>
                  <a:pt x="1145789" y="854069"/>
                </a:lnTo>
                <a:cubicBezTo>
                  <a:pt x="1146204" y="854069"/>
                  <a:pt x="1146785" y="854651"/>
                  <a:pt x="1146785" y="854651"/>
                </a:cubicBezTo>
                <a:lnTo>
                  <a:pt x="1155093" y="869023"/>
                </a:lnTo>
                <a:cubicBezTo>
                  <a:pt x="1155343" y="869355"/>
                  <a:pt x="1155093" y="870186"/>
                  <a:pt x="1155093" y="870186"/>
                </a:cubicBezTo>
                <a:lnTo>
                  <a:pt x="1146784" y="884559"/>
                </a:lnTo>
                <a:cubicBezTo>
                  <a:pt x="1146619" y="884892"/>
                  <a:pt x="1145789" y="885141"/>
                  <a:pt x="1145789" y="885141"/>
                </a:cubicBezTo>
                <a:close/>
                <a:moveTo>
                  <a:pt x="4258286" y="1724901"/>
                </a:moveTo>
                <a:cubicBezTo>
                  <a:pt x="4257872" y="1724901"/>
                  <a:pt x="4257207" y="1724236"/>
                  <a:pt x="4257207" y="1724236"/>
                </a:cubicBezTo>
                <a:lnTo>
                  <a:pt x="4248318" y="1708784"/>
                </a:lnTo>
                <a:cubicBezTo>
                  <a:pt x="4248069" y="1708451"/>
                  <a:pt x="4248317" y="1707537"/>
                  <a:pt x="4248317" y="1707537"/>
                </a:cubicBezTo>
                <a:lnTo>
                  <a:pt x="4257206" y="1692085"/>
                </a:lnTo>
                <a:cubicBezTo>
                  <a:pt x="4257456" y="1691669"/>
                  <a:pt x="4257872" y="1691420"/>
                  <a:pt x="4258286" y="1691420"/>
                </a:cubicBezTo>
                <a:lnTo>
                  <a:pt x="4276066" y="1691420"/>
                </a:lnTo>
                <a:cubicBezTo>
                  <a:pt x="4276480" y="1691420"/>
                  <a:pt x="4277145" y="1692085"/>
                  <a:pt x="4277145" y="1692085"/>
                </a:cubicBezTo>
                <a:lnTo>
                  <a:pt x="4286035" y="1707537"/>
                </a:lnTo>
                <a:cubicBezTo>
                  <a:pt x="4286284" y="1707870"/>
                  <a:pt x="4286036" y="1708784"/>
                  <a:pt x="4286036" y="1708784"/>
                </a:cubicBezTo>
                <a:lnTo>
                  <a:pt x="4277146" y="1724236"/>
                </a:lnTo>
                <a:cubicBezTo>
                  <a:pt x="4276896" y="1724652"/>
                  <a:pt x="4276480" y="1724901"/>
                  <a:pt x="4276066" y="1724901"/>
                </a:cubicBezTo>
                <a:close/>
                <a:moveTo>
                  <a:pt x="4137832" y="1692720"/>
                </a:moveTo>
                <a:cubicBezTo>
                  <a:pt x="4137417" y="1692719"/>
                  <a:pt x="4136752" y="1692055"/>
                  <a:pt x="4136752" y="1692055"/>
                </a:cubicBezTo>
                <a:lnTo>
                  <a:pt x="4127780" y="1676519"/>
                </a:lnTo>
                <a:cubicBezTo>
                  <a:pt x="4127531" y="1676186"/>
                  <a:pt x="4127780" y="1675273"/>
                  <a:pt x="4127780" y="1675273"/>
                </a:cubicBezTo>
                <a:lnTo>
                  <a:pt x="4136752" y="1659737"/>
                </a:lnTo>
                <a:cubicBezTo>
                  <a:pt x="4137001" y="1659322"/>
                  <a:pt x="4137417" y="1659072"/>
                  <a:pt x="4137832" y="1659073"/>
                </a:cubicBezTo>
                <a:lnTo>
                  <a:pt x="4155694" y="1659072"/>
                </a:lnTo>
                <a:cubicBezTo>
                  <a:pt x="4156110" y="1659072"/>
                  <a:pt x="4156774" y="1659737"/>
                  <a:pt x="4156774" y="1659737"/>
                </a:cubicBezTo>
                <a:lnTo>
                  <a:pt x="4165747" y="1675274"/>
                </a:lnTo>
                <a:cubicBezTo>
                  <a:pt x="4165996" y="1675605"/>
                  <a:pt x="4165747" y="1676519"/>
                  <a:pt x="4165747" y="1676519"/>
                </a:cubicBezTo>
                <a:lnTo>
                  <a:pt x="4156774" y="1692056"/>
                </a:lnTo>
                <a:cubicBezTo>
                  <a:pt x="4156525" y="1692470"/>
                  <a:pt x="4156110" y="1692719"/>
                  <a:pt x="4155694" y="1692719"/>
                </a:cubicBezTo>
                <a:close/>
                <a:moveTo>
                  <a:pt x="4318222" y="1741359"/>
                </a:moveTo>
                <a:cubicBezTo>
                  <a:pt x="4317807" y="1741359"/>
                  <a:pt x="4317142" y="1740696"/>
                  <a:pt x="4317142" y="1740696"/>
                </a:cubicBezTo>
                <a:lnTo>
                  <a:pt x="4308087" y="1724910"/>
                </a:lnTo>
                <a:cubicBezTo>
                  <a:pt x="4307838" y="1724577"/>
                  <a:pt x="4308087" y="1723664"/>
                  <a:pt x="4308087" y="1723664"/>
                </a:cubicBezTo>
                <a:lnTo>
                  <a:pt x="4317227" y="1707879"/>
                </a:lnTo>
                <a:cubicBezTo>
                  <a:pt x="4317392" y="1707464"/>
                  <a:pt x="4317890" y="1707214"/>
                  <a:pt x="4318306" y="1707215"/>
                </a:cubicBezTo>
                <a:lnTo>
                  <a:pt x="4336500" y="1707215"/>
                </a:lnTo>
                <a:cubicBezTo>
                  <a:pt x="4336916" y="1707215"/>
                  <a:pt x="4337580" y="1707879"/>
                  <a:pt x="4337580" y="1707879"/>
                </a:cubicBezTo>
                <a:lnTo>
                  <a:pt x="4346636" y="1723664"/>
                </a:lnTo>
                <a:cubicBezTo>
                  <a:pt x="4346885" y="1723996"/>
                  <a:pt x="4346636" y="1724910"/>
                  <a:pt x="4346636" y="1724910"/>
                </a:cubicBezTo>
                <a:lnTo>
                  <a:pt x="4337497" y="1740695"/>
                </a:lnTo>
                <a:cubicBezTo>
                  <a:pt x="4337331" y="1741111"/>
                  <a:pt x="4336832" y="1741359"/>
                  <a:pt x="4336417" y="1741360"/>
                </a:cubicBezTo>
                <a:close/>
                <a:moveTo>
                  <a:pt x="4197861" y="1709192"/>
                </a:moveTo>
                <a:cubicBezTo>
                  <a:pt x="4197446" y="1709191"/>
                  <a:pt x="4196782" y="1708526"/>
                  <a:pt x="4196782" y="1708526"/>
                </a:cubicBezTo>
                <a:lnTo>
                  <a:pt x="4187643" y="1692659"/>
                </a:lnTo>
                <a:cubicBezTo>
                  <a:pt x="4187394" y="1692242"/>
                  <a:pt x="4187643" y="1691329"/>
                  <a:pt x="4187643" y="1691329"/>
                </a:cubicBezTo>
                <a:lnTo>
                  <a:pt x="4196781" y="1675461"/>
                </a:lnTo>
                <a:cubicBezTo>
                  <a:pt x="4196948" y="1675045"/>
                  <a:pt x="4197446" y="1674796"/>
                  <a:pt x="4197861" y="1674797"/>
                </a:cubicBezTo>
                <a:lnTo>
                  <a:pt x="4216139" y="1674796"/>
                </a:lnTo>
                <a:cubicBezTo>
                  <a:pt x="4216554" y="1674796"/>
                  <a:pt x="4217219" y="1675461"/>
                  <a:pt x="4217219" y="1675461"/>
                </a:cubicBezTo>
                <a:lnTo>
                  <a:pt x="4226357" y="1691329"/>
                </a:lnTo>
                <a:cubicBezTo>
                  <a:pt x="4226607" y="1691745"/>
                  <a:pt x="4226357" y="1692658"/>
                  <a:pt x="4226357" y="1692658"/>
                </a:cubicBezTo>
                <a:lnTo>
                  <a:pt x="4217219" y="1708527"/>
                </a:lnTo>
                <a:cubicBezTo>
                  <a:pt x="4217053" y="1708941"/>
                  <a:pt x="4216554" y="1709191"/>
                  <a:pt x="4216140" y="1709191"/>
                </a:cubicBezTo>
                <a:close/>
                <a:moveTo>
                  <a:pt x="4378315" y="1757830"/>
                </a:moveTo>
                <a:cubicBezTo>
                  <a:pt x="4377816" y="1757830"/>
                  <a:pt x="4377151" y="1757165"/>
                  <a:pt x="4377151" y="1757165"/>
                </a:cubicBezTo>
                <a:lnTo>
                  <a:pt x="4367930" y="1741131"/>
                </a:lnTo>
                <a:cubicBezTo>
                  <a:pt x="4367681" y="1740715"/>
                  <a:pt x="4367930" y="1739801"/>
                  <a:pt x="4367930" y="1739801"/>
                </a:cubicBezTo>
                <a:lnTo>
                  <a:pt x="4377151" y="1723767"/>
                </a:lnTo>
                <a:cubicBezTo>
                  <a:pt x="4377401" y="1723351"/>
                  <a:pt x="4377816" y="1723102"/>
                  <a:pt x="4378315" y="1723102"/>
                </a:cubicBezTo>
                <a:lnTo>
                  <a:pt x="4396841" y="1723102"/>
                </a:lnTo>
                <a:cubicBezTo>
                  <a:pt x="4397340" y="1723102"/>
                  <a:pt x="4398004" y="1723767"/>
                  <a:pt x="4398004" y="1723767"/>
                </a:cubicBezTo>
                <a:lnTo>
                  <a:pt x="4407226" y="1739801"/>
                </a:lnTo>
                <a:cubicBezTo>
                  <a:pt x="4407476" y="1740216"/>
                  <a:pt x="4407226" y="1741131"/>
                  <a:pt x="4407226" y="1741131"/>
                </a:cubicBezTo>
                <a:lnTo>
                  <a:pt x="4398004" y="1757165"/>
                </a:lnTo>
                <a:cubicBezTo>
                  <a:pt x="4397755" y="1757580"/>
                  <a:pt x="4397340" y="1757830"/>
                  <a:pt x="4396841" y="1757830"/>
                </a:cubicBezTo>
                <a:close/>
                <a:moveTo>
                  <a:pt x="2331982" y="1209517"/>
                </a:moveTo>
                <a:cubicBezTo>
                  <a:pt x="2331483" y="1209517"/>
                  <a:pt x="2330819" y="1208852"/>
                  <a:pt x="2330819" y="1208852"/>
                </a:cubicBezTo>
                <a:lnTo>
                  <a:pt x="2321597" y="1192817"/>
                </a:lnTo>
                <a:cubicBezTo>
                  <a:pt x="2321347" y="1192402"/>
                  <a:pt x="2321597" y="1191488"/>
                  <a:pt x="2321597" y="1191488"/>
                </a:cubicBezTo>
                <a:lnTo>
                  <a:pt x="2330819" y="1175454"/>
                </a:lnTo>
                <a:cubicBezTo>
                  <a:pt x="2331068" y="1175037"/>
                  <a:pt x="2331483" y="1174788"/>
                  <a:pt x="2331982" y="1174788"/>
                </a:cubicBezTo>
                <a:lnTo>
                  <a:pt x="2350508" y="1174788"/>
                </a:lnTo>
                <a:cubicBezTo>
                  <a:pt x="2351007" y="1174789"/>
                  <a:pt x="2351671" y="1175454"/>
                  <a:pt x="2351671" y="1175454"/>
                </a:cubicBezTo>
                <a:lnTo>
                  <a:pt x="2360893" y="1191488"/>
                </a:lnTo>
                <a:cubicBezTo>
                  <a:pt x="2361143" y="1191903"/>
                  <a:pt x="2360893" y="1192818"/>
                  <a:pt x="2360893" y="1192818"/>
                </a:cubicBezTo>
                <a:lnTo>
                  <a:pt x="2351671" y="1208852"/>
                </a:lnTo>
                <a:cubicBezTo>
                  <a:pt x="2351422" y="1209267"/>
                  <a:pt x="2351007" y="1209516"/>
                  <a:pt x="2350508" y="1209517"/>
                </a:cubicBezTo>
                <a:close/>
                <a:moveTo>
                  <a:pt x="5160572" y="1967621"/>
                </a:moveTo>
                <a:cubicBezTo>
                  <a:pt x="5160073" y="1967622"/>
                  <a:pt x="5159409" y="1966958"/>
                  <a:pt x="5159409" y="1966958"/>
                </a:cubicBezTo>
                <a:lnTo>
                  <a:pt x="5150021" y="1950756"/>
                </a:lnTo>
                <a:cubicBezTo>
                  <a:pt x="5149772" y="1950341"/>
                  <a:pt x="5150021" y="1949427"/>
                  <a:pt x="5150021" y="1949427"/>
                </a:cubicBezTo>
                <a:lnTo>
                  <a:pt x="5159409" y="1933226"/>
                </a:lnTo>
                <a:cubicBezTo>
                  <a:pt x="5159658" y="1932812"/>
                  <a:pt x="5160073" y="1932562"/>
                  <a:pt x="5160572" y="1932562"/>
                </a:cubicBezTo>
                <a:lnTo>
                  <a:pt x="5179265" y="1932562"/>
                </a:lnTo>
                <a:cubicBezTo>
                  <a:pt x="5179763" y="1932562"/>
                  <a:pt x="5180428" y="1933226"/>
                  <a:pt x="5180428" y="1933226"/>
                </a:cubicBezTo>
                <a:lnTo>
                  <a:pt x="5189816" y="1949427"/>
                </a:lnTo>
                <a:cubicBezTo>
                  <a:pt x="5190065" y="1949842"/>
                  <a:pt x="5189816" y="1950756"/>
                  <a:pt x="5189816" y="1950756"/>
                </a:cubicBezTo>
                <a:lnTo>
                  <a:pt x="5180428" y="1966957"/>
                </a:lnTo>
                <a:cubicBezTo>
                  <a:pt x="5180179" y="1967372"/>
                  <a:pt x="5179763" y="1967621"/>
                  <a:pt x="5179265" y="1967621"/>
                </a:cubicBezTo>
                <a:close/>
                <a:moveTo>
                  <a:pt x="4438149" y="1774440"/>
                </a:moveTo>
                <a:cubicBezTo>
                  <a:pt x="4437650" y="1774440"/>
                  <a:pt x="4436986" y="1773775"/>
                  <a:pt x="4436986" y="1773775"/>
                </a:cubicBezTo>
                <a:lnTo>
                  <a:pt x="4427515" y="1757326"/>
                </a:lnTo>
                <a:cubicBezTo>
                  <a:pt x="4427266" y="1756911"/>
                  <a:pt x="4427515" y="1755996"/>
                  <a:pt x="4427515" y="1755996"/>
                </a:cubicBezTo>
                <a:lnTo>
                  <a:pt x="4437069" y="1739547"/>
                </a:lnTo>
                <a:cubicBezTo>
                  <a:pt x="4437318" y="1739131"/>
                  <a:pt x="4437733" y="1738882"/>
                  <a:pt x="4438232" y="1738882"/>
                </a:cubicBezTo>
                <a:lnTo>
                  <a:pt x="4457257" y="1738882"/>
                </a:lnTo>
                <a:cubicBezTo>
                  <a:pt x="4457755" y="1738882"/>
                  <a:pt x="4458420" y="1739547"/>
                  <a:pt x="4458420" y="1739547"/>
                </a:cubicBezTo>
                <a:lnTo>
                  <a:pt x="4467891" y="1755996"/>
                </a:lnTo>
                <a:cubicBezTo>
                  <a:pt x="4468140" y="1756412"/>
                  <a:pt x="4467891" y="1757326"/>
                  <a:pt x="4467891" y="1757326"/>
                </a:cubicBezTo>
                <a:lnTo>
                  <a:pt x="4458337" y="1773775"/>
                </a:lnTo>
                <a:cubicBezTo>
                  <a:pt x="4458088" y="1774191"/>
                  <a:pt x="4457673" y="1774440"/>
                  <a:pt x="4457174" y="1774440"/>
                </a:cubicBezTo>
                <a:close/>
                <a:moveTo>
                  <a:pt x="4498335" y="1790567"/>
                </a:moveTo>
                <a:cubicBezTo>
                  <a:pt x="4497836" y="1790567"/>
                  <a:pt x="4497172" y="1789902"/>
                  <a:pt x="4497172" y="1789902"/>
                </a:cubicBezTo>
                <a:lnTo>
                  <a:pt x="4487701" y="1773453"/>
                </a:lnTo>
                <a:cubicBezTo>
                  <a:pt x="4487452" y="1773038"/>
                  <a:pt x="4487701" y="1772123"/>
                  <a:pt x="4487701" y="1772123"/>
                </a:cubicBezTo>
                <a:lnTo>
                  <a:pt x="4497255" y="1755674"/>
                </a:lnTo>
                <a:cubicBezTo>
                  <a:pt x="4497503" y="1755258"/>
                  <a:pt x="4497919" y="1755009"/>
                  <a:pt x="4498418" y="1755009"/>
                </a:cubicBezTo>
                <a:lnTo>
                  <a:pt x="4517443" y="1755009"/>
                </a:lnTo>
                <a:cubicBezTo>
                  <a:pt x="4517941" y="1755009"/>
                  <a:pt x="4518606" y="1755674"/>
                  <a:pt x="4518606" y="1755674"/>
                </a:cubicBezTo>
                <a:lnTo>
                  <a:pt x="4528077" y="1772123"/>
                </a:lnTo>
                <a:cubicBezTo>
                  <a:pt x="4528326" y="1772539"/>
                  <a:pt x="4528077" y="1773453"/>
                  <a:pt x="4528077" y="1773453"/>
                </a:cubicBezTo>
                <a:lnTo>
                  <a:pt x="4518523" y="1789902"/>
                </a:lnTo>
                <a:cubicBezTo>
                  <a:pt x="4518274" y="1790318"/>
                  <a:pt x="4517859" y="1790567"/>
                  <a:pt x="4517360" y="1790567"/>
                </a:cubicBezTo>
                <a:close/>
                <a:moveTo>
                  <a:pt x="4618625" y="1822976"/>
                </a:moveTo>
                <a:cubicBezTo>
                  <a:pt x="4618127" y="1822976"/>
                  <a:pt x="4617711" y="1822727"/>
                  <a:pt x="4617462" y="1822311"/>
                </a:cubicBezTo>
                <a:lnTo>
                  <a:pt x="4607825" y="1805696"/>
                </a:lnTo>
                <a:cubicBezTo>
                  <a:pt x="4607576" y="1805280"/>
                  <a:pt x="4607576" y="1804782"/>
                  <a:pt x="4607825" y="1804366"/>
                </a:cubicBezTo>
                <a:lnTo>
                  <a:pt x="4617462" y="1787750"/>
                </a:lnTo>
                <a:cubicBezTo>
                  <a:pt x="4617711" y="1787335"/>
                  <a:pt x="4618127" y="1787086"/>
                  <a:pt x="4618625" y="1787086"/>
                </a:cubicBezTo>
                <a:lnTo>
                  <a:pt x="4637817" y="1787086"/>
                </a:lnTo>
                <a:cubicBezTo>
                  <a:pt x="4638315" y="1787086"/>
                  <a:pt x="4638730" y="1787335"/>
                  <a:pt x="4638980" y="1787750"/>
                </a:cubicBezTo>
                <a:lnTo>
                  <a:pt x="4648617" y="1804366"/>
                </a:lnTo>
                <a:cubicBezTo>
                  <a:pt x="4648866" y="1804782"/>
                  <a:pt x="4648866" y="1805280"/>
                  <a:pt x="4648617" y="1805696"/>
                </a:cubicBezTo>
                <a:lnTo>
                  <a:pt x="4638980" y="1822311"/>
                </a:lnTo>
                <a:cubicBezTo>
                  <a:pt x="4638730" y="1822727"/>
                  <a:pt x="4638315" y="1822976"/>
                  <a:pt x="4637817" y="1822976"/>
                </a:cubicBezTo>
                <a:close/>
                <a:moveTo>
                  <a:pt x="4558436" y="1806953"/>
                </a:moveTo>
                <a:cubicBezTo>
                  <a:pt x="4557938" y="1806953"/>
                  <a:pt x="4557522" y="1806704"/>
                  <a:pt x="4557273" y="1806290"/>
                </a:cubicBezTo>
                <a:lnTo>
                  <a:pt x="4547636" y="1789590"/>
                </a:lnTo>
                <a:cubicBezTo>
                  <a:pt x="4547387" y="1789175"/>
                  <a:pt x="4547387" y="1788676"/>
                  <a:pt x="4547636" y="1788261"/>
                </a:cubicBezTo>
                <a:lnTo>
                  <a:pt x="4557273" y="1771562"/>
                </a:lnTo>
                <a:cubicBezTo>
                  <a:pt x="4557522" y="1771147"/>
                  <a:pt x="4557938" y="1770897"/>
                  <a:pt x="4558436" y="1770898"/>
                </a:cubicBezTo>
                <a:lnTo>
                  <a:pt x="4577794" y="1770897"/>
                </a:lnTo>
                <a:cubicBezTo>
                  <a:pt x="4578292" y="1770897"/>
                  <a:pt x="4578707" y="1771147"/>
                  <a:pt x="4578957" y="1771563"/>
                </a:cubicBezTo>
                <a:lnTo>
                  <a:pt x="4588594" y="1788260"/>
                </a:lnTo>
                <a:cubicBezTo>
                  <a:pt x="4588843" y="1788676"/>
                  <a:pt x="4588843" y="1789175"/>
                  <a:pt x="4588594" y="1789591"/>
                </a:cubicBezTo>
                <a:lnTo>
                  <a:pt x="4578957" y="1806289"/>
                </a:lnTo>
                <a:cubicBezTo>
                  <a:pt x="4578707" y="1806704"/>
                  <a:pt x="4578292" y="1806953"/>
                  <a:pt x="4577794" y="1806953"/>
                </a:cubicBezTo>
                <a:close/>
                <a:moveTo>
                  <a:pt x="4678809" y="1839207"/>
                </a:moveTo>
                <a:cubicBezTo>
                  <a:pt x="4678311" y="1839207"/>
                  <a:pt x="4677895" y="1838958"/>
                  <a:pt x="4677646" y="1838543"/>
                </a:cubicBezTo>
                <a:lnTo>
                  <a:pt x="4668009" y="1821844"/>
                </a:lnTo>
                <a:cubicBezTo>
                  <a:pt x="4667760" y="1821429"/>
                  <a:pt x="4667760" y="1820930"/>
                  <a:pt x="4668009" y="1820514"/>
                </a:cubicBezTo>
                <a:lnTo>
                  <a:pt x="4677646" y="1803816"/>
                </a:lnTo>
                <a:cubicBezTo>
                  <a:pt x="4677895" y="1803400"/>
                  <a:pt x="4678311" y="1803151"/>
                  <a:pt x="4678809" y="1803152"/>
                </a:cubicBezTo>
                <a:lnTo>
                  <a:pt x="4698167" y="1803151"/>
                </a:lnTo>
                <a:cubicBezTo>
                  <a:pt x="4698665" y="1803151"/>
                  <a:pt x="4699081" y="1803400"/>
                  <a:pt x="4699330" y="1803816"/>
                </a:cubicBezTo>
                <a:lnTo>
                  <a:pt x="4708967" y="1820514"/>
                </a:lnTo>
                <a:cubicBezTo>
                  <a:pt x="4709216" y="1820930"/>
                  <a:pt x="4709216" y="1821429"/>
                  <a:pt x="4708967" y="1821844"/>
                </a:cubicBezTo>
                <a:lnTo>
                  <a:pt x="4699330" y="1838543"/>
                </a:lnTo>
                <a:cubicBezTo>
                  <a:pt x="4699081" y="1838958"/>
                  <a:pt x="4698665" y="1839207"/>
                  <a:pt x="4698167" y="1839207"/>
                </a:cubicBezTo>
                <a:close/>
                <a:moveTo>
                  <a:pt x="1789819" y="1065196"/>
                </a:moveTo>
                <a:cubicBezTo>
                  <a:pt x="1789321" y="1065196"/>
                  <a:pt x="1788905" y="1064946"/>
                  <a:pt x="1788656" y="1064531"/>
                </a:cubicBezTo>
                <a:lnTo>
                  <a:pt x="1778936" y="1047666"/>
                </a:lnTo>
                <a:cubicBezTo>
                  <a:pt x="1778687" y="1047168"/>
                  <a:pt x="1778687" y="1046669"/>
                  <a:pt x="1778936" y="1046254"/>
                </a:cubicBezTo>
                <a:lnTo>
                  <a:pt x="1788656" y="1029389"/>
                </a:lnTo>
                <a:cubicBezTo>
                  <a:pt x="1788905" y="1028973"/>
                  <a:pt x="1789321" y="1028724"/>
                  <a:pt x="1789819" y="1028723"/>
                </a:cubicBezTo>
                <a:lnTo>
                  <a:pt x="1809260" y="1028724"/>
                </a:lnTo>
                <a:cubicBezTo>
                  <a:pt x="1809758" y="1028724"/>
                  <a:pt x="1810174" y="1028973"/>
                  <a:pt x="1810423" y="1029389"/>
                </a:cubicBezTo>
                <a:lnTo>
                  <a:pt x="1820143" y="1046254"/>
                </a:lnTo>
                <a:cubicBezTo>
                  <a:pt x="1820393" y="1046752"/>
                  <a:pt x="1820393" y="1047250"/>
                  <a:pt x="1820143" y="1047666"/>
                </a:cubicBezTo>
                <a:lnTo>
                  <a:pt x="1810423" y="1064531"/>
                </a:lnTo>
                <a:cubicBezTo>
                  <a:pt x="1810174" y="1064946"/>
                  <a:pt x="1809758" y="1065196"/>
                  <a:pt x="1809260" y="1065196"/>
                </a:cubicBezTo>
                <a:close/>
                <a:moveTo>
                  <a:pt x="4799049" y="1871620"/>
                </a:moveTo>
                <a:cubicBezTo>
                  <a:pt x="4798551" y="1871620"/>
                  <a:pt x="4798135" y="1871372"/>
                  <a:pt x="4797885" y="1870956"/>
                </a:cubicBezTo>
                <a:lnTo>
                  <a:pt x="4788165" y="1854007"/>
                </a:lnTo>
                <a:cubicBezTo>
                  <a:pt x="4787916" y="1853592"/>
                  <a:pt x="4787916" y="1853011"/>
                  <a:pt x="4788165" y="1852595"/>
                </a:cubicBezTo>
                <a:lnTo>
                  <a:pt x="4797968" y="1835647"/>
                </a:lnTo>
                <a:cubicBezTo>
                  <a:pt x="4798218" y="1835232"/>
                  <a:pt x="4798633" y="1834983"/>
                  <a:pt x="4799131" y="1834982"/>
                </a:cubicBezTo>
                <a:lnTo>
                  <a:pt x="4818655" y="1834983"/>
                </a:lnTo>
                <a:cubicBezTo>
                  <a:pt x="4819154" y="1834982"/>
                  <a:pt x="4819569" y="1835232"/>
                  <a:pt x="4819818" y="1835647"/>
                </a:cubicBezTo>
                <a:lnTo>
                  <a:pt x="4829538" y="1852595"/>
                </a:lnTo>
                <a:cubicBezTo>
                  <a:pt x="4829789" y="1853010"/>
                  <a:pt x="4829788" y="1853593"/>
                  <a:pt x="4829538" y="1854008"/>
                </a:cubicBezTo>
                <a:lnTo>
                  <a:pt x="4819736" y="1870955"/>
                </a:lnTo>
                <a:cubicBezTo>
                  <a:pt x="4819486" y="1871372"/>
                  <a:pt x="4819070" y="1871620"/>
                  <a:pt x="4818572" y="1871620"/>
                </a:cubicBezTo>
                <a:close/>
                <a:moveTo>
                  <a:pt x="4738862" y="1855578"/>
                </a:moveTo>
                <a:cubicBezTo>
                  <a:pt x="4738447" y="1855577"/>
                  <a:pt x="4737949" y="1855329"/>
                  <a:pt x="4737699" y="1854914"/>
                </a:cubicBezTo>
                <a:lnTo>
                  <a:pt x="4727896" y="1837883"/>
                </a:lnTo>
                <a:cubicBezTo>
                  <a:pt x="4727647" y="1837467"/>
                  <a:pt x="4727647" y="1836885"/>
                  <a:pt x="4727896" y="1836470"/>
                </a:cubicBezTo>
                <a:lnTo>
                  <a:pt x="4737699" y="1819438"/>
                </a:lnTo>
                <a:cubicBezTo>
                  <a:pt x="4737949" y="1819023"/>
                  <a:pt x="4738364" y="1818774"/>
                  <a:pt x="4738862" y="1818774"/>
                </a:cubicBezTo>
                <a:lnTo>
                  <a:pt x="4758469" y="1818773"/>
                </a:lnTo>
                <a:cubicBezTo>
                  <a:pt x="4758884" y="1818774"/>
                  <a:pt x="4759383" y="1819023"/>
                  <a:pt x="4759632" y="1819439"/>
                </a:cubicBezTo>
                <a:lnTo>
                  <a:pt x="4769436" y="1836470"/>
                </a:lnTo>
                <a:cubicBezTo>
                  <a:pt x="4769685" y="1836884"/>
                  <a:pt x="4769685" y="1837467"/>
                  <a:pt x="4769436" y="1837882"/>
                </a:cubicBezTo>
                <a:lnTo>
                  <a:pt x="4759632" y="1854914"/>
                </a:lnTo>
                <a:cubicBezTo>
                  <a:pt x="4759383" y="1855329"/>
                  <a:pt x="4758968" y="1855578"/>
                  <a:pt x="4758469" y="1855577"/>
                </a:cubicBezTo>
                <a:close/>
                <a:moveTo>
                  <a:pt x="4859234" y="1887831"/>
                </a:moveTo>
                <a:cubicBezTo>
                  <a:pt x="4858819" y="1887831"/>
                  <a:pt x="4858321" y="1887582"/>
                  <a:pt x="4858071" y="1887167"/>
                </a:cubicBezTo>
                <a:lnTo>
                  <a:pt x="4848268" y="1870136"/>
                </a:lnTo>
                <a:cubicBezTo>
                  <a:pt x="4848019" y="1869720"/>
                  <a:pt x="4848019" y="1869138"/>
                  <a:pt x="4848268" y="1868723"/>
                </a:cubicBezTo>
                <a:lnTo>
                  <a:pt x="4858071" y="1851692"/>
                </a:lnTo>
                <a:cubicBezTo>
                  <a:pt x="4858321" y="1851276"/>
                  <a:pt x="4858736" y="1851027"/>
                  <a:pt x="4859234" y="1851027"/>
                </a:cubicBezTo>
                <a:lnTo>
                  <a:pt x="4878841" y="1851027"/>
                </a:lnTo>
                <a:cubicBezTo>
                  <a:pt x="4879256" y="1851027"/>
                  <a:pt x="4879755" y="1851276"/>
                  <a:pt x="4880004" y="1851692"/>
                </a:cubicBezTo>
                <a:lnTo>
                  <a:pt x="4889808" y="1868723"/>
                </a:lnTo>
                <a:cubicBezTo>
                  <a:pt x="4890057" y="1869138"/>
                  <a:pt x="4890057" y="1869720"/>
                  <a:pt x="4889808" y="1870136"/>
                </a:cubicBezTo>
                <a:lnTo>
                  <a:pt x="4880004" y="1887167"/>
                </a:lnTo>
                <a:cubicBezTo>
                  <a:pt x="4879755" y="1887582"/>
                  <a:pt x="4879340" y="1887831"/>
                  <a:pt x="4878841" y="1887831"/>
                </a:cubicBezTo>
                <a:close/>
                <a:moveTo>
                  <a:pt x="4919421" y="1903958"/>
                </a:moveTo>
                <a:cubicBezTo>
                  <a:pt x="4919006" y="1903958"/>
                  <a:pt x="4918508" y="1903709"/>
                  <a:pt x="4918258" y="1903294"/>
                </a:cubicBezTo>
                <a:lnTo>
                  <a:pt x="4908455" y="1886263"/>
                </a:lnTo>
                <a:cubicBezTo>
                  <a:pt x="4908206" y="1885847"/>
                  <a:pt x="4908206" y="1885265"/>
                  <a:pt x="4908455" y="1884850"/>
                </a:cubicBezTo>
                <a:lnTo>
                  <a:pt x="4918258" y="1867819"/>
                </a:lnTo>
                <a:cubicBezTo>
                  <a:pt x="4918508" y="1867403"/>
                  <a:pt x="4918923" y="1867154"/>
                  <a:pt x="4919421" y="1867154"/>
                </a:cubicBezTo>
                <a:lnTo>
                  <a:pt x="4939028" y="1867154"/>
                </a:lnTo>
                <a:cubicBezTo>
                  <a:pt x="4939443" y="1867154"/>
                  <a:pt x="4939942" y="1867403"/>
                  <a:pt x="4940191" y="1867819"/>
                </a:cubicBezTo>
                <a:lnTo>
                  <a:pt x="4949995" y="1884850"/>
                </a:lnTo>
                <a:cubicBezTo>
                  <a:pt x="4950244" y="1885265"/>
                  <a:pt x="4950244" y="1885847"/>
                  <a:pt x="4949995" y="1886263"/>
                </a:cubicBezTo>
                <a:lnTo>
                  <a:pt x="4940191" y="1903294"/>
                </a:lnTo>
                <a:cubicBezTo>
                  <a:pt x="4939942" y="1903709"/>
                  <a:pt x="4939527" y="1903958"/>
                  <a:pt x="4939028" y="1903958"/>
                </a:cubicBezTo>
                <a:close/>
                <a:moveTo>
                  <a:pt x="1187773" y="904246"/>
                </a:moveTo>
                <a:cubicBezTo>
                  <a:pt x="1187274" y="904246"/>
                  <a:pt x="1186775" y="903997"/>
                  <a:pt x="1186525" y="903582"/>
                </a:cubicBezTo>
                <a:lnTo>
                  <a:pt x="1176640" y="886467"/>
                </a:lnTo>
                <a:cubicBezTo>
                  <a:pt x="1176391" y="886052"/>
                  <a:pt x="1176391" y="885470"/>
                  <a:pt x="1176639" y="885055"/>
                </a:cubicBezTo>
                <a:lnTo>
                  <a:pt x="1186526" y="867940"/>
                </a:lnTo>
                <a:cubicBezTo>
                  <a:pt x="1186859" y="867525"/>
                  <a:pt x="1187273" y="867276"/>
                  <a:pt x="1187772" y="867276"/>
                </a:cubicBezTo>
                <a:lnTo>
                  <a:pt x="1207461" y="867276"/>
                </a:lnTo>
                <a:cubicBezTo>
                  <a:pt x="1207960" y="867276"/>
                  <a:pt x="1208459" y="867525"/>
                  <a:pt x="1208709" y="867940"/>
                </a:cubicBezTo>
                <a:lnTo>
                  <a:pt x="1218594" y="885055"/>
                </a:lnTo>
                <a:cubicBezTo>
                  <a:pt x="1218844" y="885470"/>
                  <a:pt x="1218843" y="886052"/>
                  <a:pt x="1218594" y="886467"/>
                </a:cubicBezTo>
                <a:lnTo>
                  <a:pt x="1208709" y="903582"/>
                </a:lnTo>
                <a:cubicBezTo>
                  <a:pt x="1208375" y="903997"/>
                  <a:pt x="1207961" y="904246"/>
                  <a:pt x="1207462" y="904246"/>
                </a:cubicBezTo>
                <a:close/>
                <a:moveTo>
                  <a:pt x="2451683" y="1242910"/>
                </a:moveTo>
                <a:cubicBezTo>
                  <a:pt x="2451184" y="1242909"/>
                  <a:pt x="2450686" y="1242661"/>
                  <a:pt x="2450436" y="1242246"/>
                </a:cubicBezTo>
                <a:lnTo>
                  <a:pt x="2440550" y="1225130"/>
                </a:lnTo>
                <a:cubicBezTo>
                  <a:pt x="2440300" y="1224716"/>
                  <a:pt x="2440301" y="1224133"/>
                  <a:pt x="2440549" y="1223719"/>
                </a:cubicBezTo>
                <a:lnTo>
                  <a:pt x="2450435" y="1206604"/>
                </a:lnTo>
                <a:cubicBezTo>
                  <a:pt x="2450769" y="1206188"/>
                  <a:pt x="2451184" y="1205940"/>
                  <a:pt x="2451683" y="1205939"/>
                </a:cubicBezTo>
                <a:lnTo>
                  <a:pt x="2471372" y="1205940"/>
                </a:lnTo>
                <a:cubicBezTo>
                  <a:pt x="2471871" y="1205939"/>
                  <a:pt x="2472369" y="1206188"/>
                  <a:pt x="2472619" y="1206604"/>
                </a:cubicBezTo>
                <a:lnTo>
                  <a:pt x="2482505" y="1223718"/>
                </a:lnTo>
                <a:cubicBezTo>
                  <a:pt x="2482754" y="1224134"/>
                  <a:pt x="2482754" y="1224715"/>
                  <a:pt x="2482505" y="1225131"/>
                </a:cubicBezTo>
                <a:lnTo>
                  <a:pt x="2472619" y="1242246"/>
                </a:lnTo>
                <a:cubicBezTo>
                  <a:pt x="2472286" y="1242661"/>
                  <a:pt x="2471871" y="1242910"/>
                  <a:pt x="2471372" y="1242909"/>
                </a:cubicBezTo>
                <a:close/>
                <a:moveTo>
                  <a:pt x="2812801" y="1339671"/>
                </a:moveTo>
                <a:cubicBezTo>
                  <a:pt x="2812385" y="1339671"/>
                  <a:pt x="2811887" y="1339422"/>
                  <a:pt x="2811637" y="1339007"/>
                </a:cubicBezTo>
                <a:lnTo>
                  <a:pt x="2801751" y="1321892"/>
                </a:lnTo>
                <a:cubicBezTo>
                  <a:pt x="2801502" y="1321477"/>
                  <a:pt x="2801502" y="1320895"/>
                  <a:pt x="2801751" y="1320480"/>
                </a:cubicBezTo>
                <a:lnTo>
                  <a:pt x="2811637" y="1303365"/>
                </a:lnTo>
                <a:cubicBezTo>
                  <a:pt x="2811887" y="1302950"/>
                  <a:pt x="2812302" y="1302701"/>
                  <a:pt x="2812801" y="1302701"/>
                </a:cubicBezTo>
                <a:lnTo>
                  <a:pt x="2832490" y="1302701"/>
                </a:lnTo>
                <a:cubicBezTo>
                  <a:pt x="2832906" y="1302701"/>
                  <a:pt x="2833404" y="1302950"/>
                  <a:pt x="2833653" y="1303365"/>
                </a:cubicBezTo>
                <a:lnTo>
                  <a:pt x="2843540" y="1320480"/>
                </a:lnTo>
                <a:cubicBezTo>
                  <a:pt x="2843789" y="1320895"/>
                  <a:pt x="2843789" y="1321477"/>
                  <a:pt x="2843540" y="1321892"/>
                </a:cubicBezTo>
                <a:lnTo>
                  <a:pt x="2833653" y="1339007"/>
                </a:lnTo>
                <a:cubicBezTo>
                  <a:pt x="2833404" y="1339422"/>
                  <a:pt x="2832989" y="1339671"/>
                  <a:pt x="2832490" y="1339671"/>
                </a:cubicBezTo>
                <a:close/>
                <a:moveTo>
                  <a:pt x="3294291" y="1468686"/>
                </a:moveTo>
                <a:cubicBezTo>
                  <a:pt x="3293875" y="1468686"/>
                  <a:pt x="3293377" y="1468437"/>
                  <a:pt x="3293126" y="1468022"/>
                </a:cubicBezTo>
                <a:lnTo>
                  <a:pt x="3283241" y="1450906"/>
                </a:lnTo>
                <a:cubicBezTo>
                  <a:pt x="3282992" y="1450492"/>
                  <a:pt x="3282991" y="1449909"/>
                  <a:pt x="3283241" y="1449495"/>
                </a:cubicBezTo>
                <a:lnTo>
                  <a:pt x="3293127" y="1432380"/>
                </a:lnTo>
                <a:cubicBezTo>
                  <a:pt x="3293377" y="1431964"/>
                  <a:pt x="3293792" y="1431716"/>
                  <a:pt x="3294291" y="1431716"/>
                </a:cubicBezTo>
                <a:lnTo>
                  <a:pt x="3313980" y="1431716"/>
                </a:lnTo>
                <a:cubicBezTo>
                  <a:pt x="3314395" y="1431715"/>
                  <a:pt x="3314894" y="1431964"/>
                  <a:pt x="3315143" y="1432379"/>
                </a:cubicBezTo>
                <a:lnTo>
                  <a:pt x="3325030" y="1449495"/>
                </a:lnTo>
                <a:cubicBezTo>
                  <a:pt x="3325279" y="1449910"/>
                  <a:pt x="3325279" y="1450492"/>
                  <a:pt x="3325030" y="1450907"/>
                </a:cubicBezTo>
                <a:lnTo>
                  <a:pt x="3315143" y="1468021"/>
                </a:lnTo>
                <a:cubicBezTo>
                  <a:pt x="3314894" y="1468437"/>
                  <a:pt x="3314479" y="1468686"/>
                  <a:pt x="3313980" y="1468686"/>
                </a:cubicBezTo>
                <a:close/>
                <a:moveTo>
                  <a:pt x="5099877" y="1952491"/>
                </a:moveTo>
                <a:cubicBezTo>
                  <a:pt x="5099461" y="1952491"/>
                  <a:pt x="5098963" y="1952242"/>
                  <a:pt x="5098713" y="1951827"/>
                </a:cubicBezTo>
                <a:lnTo>
                  <a:pt x="5088828" y="1934712"/>
                </a:lnTo>
                <a:cubicBezTo>
                  <a:pt x="5088579" y="1934297"/>
                  <a:pt x="5088578" y="1933715"/>
                  <a:pt x="5088828" y="1933300"/>
                </a:cubicBezTo>
                <a:lnTo>
                  <a:pt x="5098714" y="1916185"/>
                </a:lnTo>
                <a:cubicBezTo>
                  <a:pt x="5098964" y="1915770"/>
                  <a:pt x="5099379" y="1915521"/>
                  <a:pt x="5099877" y="1915521"/>
                </a:cubicBezTo>
                <a:lnTo>
                  <a:pt x="5119566" y="1915521"/>
                </a:lnTo>
                <a:cubicBezTo>
                  <a:pt x="5119982" y="1915521"/>
                  <a:pt x="5120480" y="1915770"/>
                  <a:pt x="5120729" y="1916185"/>
                </a:cubicBezTo>
                <a:lnTo>
                  <a:pt x="5130617" y="1933300"/>
                </a:lnTo>
                <a:cubicBezTo>
                  <a:pt x="5130866" y="1933715"/>
                  <a:pt x="5130865" y="1934297"/>
                  <a:pt x="5130617" y="1934712"/>
                </a:cubicBezTo>
                <a:lnTo>
                  <a:pt x="5120730" y="1951827"/>
                </a:lnTo>
                <a:cubicBezTo>
                  <a:pt x="5120481" y="1952242"/>
                  <a:pt x="5120065" y="1952491"/>
                  <a:pt x="5119567" y="1952491"/>
                </a:cubicBezTo>
                <a:close/>
                <a:moveTo>
                  <a:pt x="2391411" y="1226959"/>
                </a:moveTo>
                <a:cubicBezTo>
                  <a:pt x="2390912" y="1226960"/>
                  <a:pt x="2390414" y="1226710"/>
                  <a:pt x="2390165" y="1226296"/>
                </a:cubicBezTo>
                <a:lnTo>
                  <a:pt x="2380195" y="1209015"/>
                </a:lnTo>
                <a:cubicBezTo>
                  <a:pt x="2379946" y="1208599"/>
                  <a:pt x="2379946" y="1208018"/>
                  <a:pt x="2380195" y="1207602"/>
                </a:cubicBezTo>
                <a:lnTo>
                  <a:pt x="2390165" y="1190322"/>
                </a:lnTo>
                <a:cubicBezTo>
                  <a:pt x="2390414" y="1189906"/>
                  <a:pt x="2390912" y="1189657"/>
                  <a:pt x="2391411" y="1189657"/>
                </a:cubicBezTo>
                <a:lnTo>
                  <a:pt x="2411350" y="1189657"/>
                </a:lnTo>
                <a:cubicBezTo>
                  <a:pt x="2411848" y="1189657"/>
                  <a:pt x="2412347" y="1189906"/>
                  <a:pt x="2412596" y="1190322"/>
                </a:cubicBezTo>
                <a:lnTo>
                  <a:pt x="2422565" y="1207602"/>
                </a:lnTo>
                <a:cubicBezTo>
                  <a:pt x="2422815" y="1208018"/>
                  <a:pt x="2422815" y="1208600"/>
                  <a:pt x="2422565" y="1209015"/>
                </a:cubicBezTo>
                <a:lnTo>
                  <a:pt x="2412596" y="1226295"/>
                </a:lnTo>
                <a:cubicBezTo>
                  <a:pt x="2412347" y="1226710"/>
                  <a:pt x="2411848" y="1226959"/>
                  <a:pt x="2411350" y="1226959"/>
                </a:cubicBezTo>
                <a:close/>
                <a:moveTo>
                  <a:pt x="5039606" y="1936541"/>
                </a:moveTo>
                <a:cubicBezTo>
                  <a:pt x="5039107" y="1936541"/>
                  <a:pt x="5038609" y="1936292"/>
                  <a:pt x="5038359" y="1935877"/>
                </a:cubicBezTo>
                <a:lnTo>
                  <a:pt x="5028390" y="1918597"/>
                </a:lnTo>
                <a:cubicBezTo>
                  <a:pt x="5028141" y="1918181"/>
                  <a:pt x="5028141" y="1917600"/>
                  <a:pt x="5028390" y="1917184"/>
                </a:cubicBezTo>
                <a:lnTo>
                  <a:pt x="5038359" y="1899904"/>
                </a:lnTo>
                <a:cubicBezTo>
                  <a:pt x="5038609" y="1899488"/>
                  <a:pt x="5039107" y="1899239"/>
                  <a:pt x="5039606" y="1899239"/>
                </a:cubicBezTo>
                <a:lnTo>
                  <a:pt x="5059545" y="1899239"/>
                </a:lnTo>
                <a:cubicBezTo>
                  <a:pt x="5060043" y="1899239"/>
                  <a:pt x="5060542" y="1899488"/>
                  <a:pt x="5060791" y="1899904"/>
                </a:cubicBezTo>
                <a:lnTo>
                  <a:pt x="5070760" y="1917184"/>
                </a:lnTo>
                <a:cubicBezTo>
                  <a:pt x="5071010" y="1917600"/>
                  <a:pt x="5071010" y="1918181"/>
                  <a:pt x="5070760" y="1918597"/>
                </a:cubicBezTo>
                <a:lnTo>
                  <a:pt x="5060791" y="1935877"/>
                </a:lnTo>
                <a:cubicBezTo>
                  <a:pt x="5060542" y="1936292"/>
                  <a:pt x="5060043" y="1936541"/>
                  <a:pt x="5059545" y="1936541"/>
                </a:cubicBezTo>
                <a:close/>
                <a:moveTo>
                  <a:pt x="3354330" y="1485075"/>
                </a:moveTo>
                <a:cubicBezTo>
                  <a:pt x="3353831" y="1485075"/>
                  <a:pt x="3353332" y="1484742"/>
                  <a:pt x="3353083" y="1484327"/>
                </a:cubicBezTo>
                <a:lnTo>
                  <a:pt x="3343114" y="1466964"/>
                </a:lnTo>
                <a:cubicBezTo>
                  <a:pt x="3342865" y="1466548"/>
                  <a:pt x="3342864" y="1465966"/>
                  <a:pt x="3343114" y="1465551"/>
                </a:cubicBezTo>
                <a:lnTo>
                  <a:pt x="3353166" y="1448188"/>
                </a:lnTo>
                <a:cubicBezTo>
                  <a:pt x="3353416" y="1447689"/>
                  <a:pt x="3353914" y="1447440"/>
                  <a:pt x="3354413" y="1447440"/>
                </a:cubicBezTo>
                <a:lnTo>
                  <a:pt x="3374434" y="1447440"/>
                </a:lnTo>
                <a:cubicBezTo>
                  <a:pt x="3374932" y="1447440"/>
                  <a:pt x="3375432" y="1447773"/>
                  <a:pt x="3375681" y="1448188"/>
                </a:cubicBezTo>
                <a:lnTo>
                  <a:pt x="3385650" y="1465551"/>
                </a:lnTo>
                <a:cubicBezTo>
                  <a:pt x="3385900" y="1465966"/>
                  <a:pt x="3385900" y="1466548"/>
                  <a:pt x="3385649" y="1466964"/>
                </a:cubicBezTo>
                <a:lnTo>
                  <a:pt x="3375598" y="1484327"/>
                </a:lnTo>
                <a:cubicBezTo>
                  <a:pt x="3375348" y="1484826"/>
                  <a:pt x="3374849" y="1485075"/>
                  <a:pt x="3374351" y="1485075"/>
                </a:cubicBezTo>
                <a:close/>
                <a:moveTo>
                  <a:pt x="4979359" y="1920500"/>
                </a:moveTo>
                <a:cubicBezTo>
                  <a:pt x="4978860" y="1920500"/>
                  <a:pt x="4978362" y="1920167"/>
                  <a:pt x="4978112" y="1919752"/>
                </a:cubicBezTo>
                <a:lnTo>
                  <a:pt x="4968143" y="1902389"/>
                </a:lnTo>
                <a:cubicBezTo>
                  <a:pt x="4967894" y="1901973"/>
                  <a:pt x="4967894" y="1901391"/>
                  <a:pt x="4968143" y="1900976"/>
                </a:cubicBezTo>
                <a:lnTo>
                  <a:pt x="4978195" y="1883613"/>
                </a:lnTo>
                <a:cubicBezTo>
                  <a:pt x="4978445" y="1883114"/>
                  <a:pt x="4978943" y="1882865"/>
                  <a:pt x="4979442" y="1882865"/>
                </a:cubicBezTo>
                <a:lnTo>
                  <a:pt x="4999464" y="1882865"/>
                </a:lnTo>
                <a:cubicBezTo>
                  <a:pt x="4999962" y="1882865"/>
                  <a:pt x="5000461" y="1883198"/>
                  <a:pt x="5000710" y="1883613"/>
                </a:cubicBezTo>
                <a:lnTo>
                  <a:pt x="5010679" y="1900976"/>
                </a:lnTo>
                <a:cubicBezTo>
                  <a:pt x="5010929" y="1901391"/>
                  <a:pt x="5010929" y="1901973"/>
                  <a:pt x="5010679" y="1902389"/>
                </a:cubicBezTo>
                <a:lnTo>
                  <a:pt x="5000627" y="1919752"/>
                </a:lnTo>
                <a:cubicBezTo>
                  <a:pt x="5000378" y="1920251"/>
                  <a:pt x="4999879" y="1920500"/>
                  <a:pt x="4999381" y="1920500"/>
                </a:cubicBezTo>
                <a:close/>
                <a:moveTo>
                  <a:pt x="2511723" y="1259382"/>
                </a:moveTo>
                <a:cubicBezTo>
                  <a:pt x="2511224" y="1259382"/>
                  <a:pt x="2510726" y="1259050"/>
                  <a:pt x="2510476" y="1258634"/>
                </a:cubicBezTo>
                <a:lnTo>
                  <a:pt x="2500424" y="1241188"/>
                </a:lnTo>
                <a:cubicBezTo>
                  <a:pt x="2500174" y="1240772"/>
                  <a:pt x="2500175" y="1240191"/>
                  <a:pt x="2500423" y="1239775"/>
                </a:cubicBezTo>
                <a:lnTo>
                  <a:pt x="2510477" y="1222329"/>
                </a:lnTo>
                <a:cubicBezTo>
                  <a:pt x="2510726" y="1221830"/>
                  <a:pt x="2511223" y="1221581"/>
                  <a:pt x="2511722" y="1221581"/>
                </a:cubicBezTo>
                <a:lnTo>
                  <a:pt x="2531827" y="1221581"/>
                </a:lnTo>
                <a:cubicBezTo>
                  <a:pt x="2532325" y="1221581"/>
                  <a:pt x="2532825" y="1221914"/>
                  <a:pt x="2533074" y="1222329"/>
                </a:cubicBezTo>
                <a:lnTo>
                  <a:pt x="2543126" y="1239775"/>
                </a:lnTo>
                <a:cubicBezTo>
                  <a:pt x="2543376" y="1240191"/>
                  <a:pt x="2543375" y="1240772"/>
                  <a:pt x="2543127" y="1241188"/>
                </a:cubicBezTo>
                <a:lnTo>
                  <a:pt x="2533073" y="1258634"/>
                </a:lnTo>
                <a:cubicBezTo>
                  <a:pt x="2532825" y="1259133"/>
                  <a:pt x="2532326" y="1259382"/>
                  <a:pt x="2531828" y="1259382"/>
                </a:cubicBezTo>
                <a:close/>
                <a:moveTo>
                  <a:pt x="3775634" y="1598046"/>
                </a:moveTo>
                <a:cubicBezTo>
                  <a:pt x="3775135" y="1598046"/>
                  <a:pt x="3774637" y="1597714"/>
                  <a:pt x="3774387" y="1597298"/>
                </a:cubicBezTo>
                <a:lnTo>
                  <a:pt x="3764335" y="1579852"/>
                </a:lnTo>
                <a:cubicBezTo>
                  <a:pt x="3764085" y="1579436"/>
                  <a:pt x="3764086" y="1578855"/>
                  <a:pt x="3764334" y="1578439"/>
                </a:cubicBezTo>
                <a:lnTo>
                  <a:pt x="3774388" y="1560993"/>
                </a:lnTo>
                <a:cubicBezTo>
                  <a:pt x="3774637" y="1560494"/>
                  <a:pt x="3775134" y="1560245"/>
                  <a:pt x="3775633" y="1560245"/>
                </a:cubicBezTo>
                <a:lnTo>
                  <a:pt x="3795739" y="1560245"/>
                </a:lnTo>
                <a:cubicBezTo>
                  <a:pt x="3796236" y="1560245"/>
                  <a:pt x="3796736" y="1560578"/>
                  <a:pt x="3796985" y="1560993"/>
                </a:cubicBezTo>
                <a:lnTo>
                  <a:pt x="3807037" y="1578439"/>
                </a:lnTo>
                <a:cubicBezTo>
                  <a:pt x="3807287" y="1578855"/>
                  <a:pt x="3807286" y="1579436"/>
                  <a:pt x="3807038" y="1579852"/>
                </a:cubicBezTo>
                <a:lnTo>
                  <a:pt x="3796984" y="1597298"/>
                </a:lnTo>
                <a:cubicBezTo>
                  <a:pt x="3796736" y="1597797"/>
                  <a:pt x="3796237" y="1598046"/>
                  <a:pt x="3795739" y="1598046"/>
                </a:cubicBezTo>
                <a:close/>
                <a:moveTo>
                  <a:pt x="1247811" y="920718"/>
                </a:moveTo>
                <a:cubicBezTo>
                  <a:pt x="1247313" y="920718"/>
                  <a:pt x="1246814" y="920386"/>
                  <a:pt x="1246564" y="919970"/>
                </a:cubicBezTo>
                <a:lnTo>
                  <a:pt x="1236513" y="902524"/>
                </a:lnTo>
                <a:cubicBezTo>
                  <a:pt x="1236263" y="902108"/>
                  <a:pt x="1236264" y="901527"/>
                  <a:pt x="1236512" y="901111"/>
                </a:cubicBezTo>
                <a:lnTo>
                  <a:pt x="1246565" y="883665"/>
                </a:lnTo>
                <a:cubicBezTo>
                  <a:pt x="1246813" y="883166"/>
                  <a:pt x="1247312" y="882917"/>
                  <a:pt x="1247810" y="882917"/>
                </a:cubicBezTo>
                <a:lnTo>
                  <a:pt x="1267916" y="882917"/>
                </a:lnTo>
                <a:cubicBezTo>
                  <a:pt x="1268414" y="882917"/>
                  <a:pt x="1268914" y="883250"/>
                  <a:pt x="1269163" y="883665"/>
                </a:cubicBezTo>
                <a:lnTo>
                  <a:pt x="1279215" y="901111"/>
                </a:lnTo>
                <a:cubicBezTo>
                  <a:pt x="1279465" y="901527"/>
                  <a:pt x="1279464" y="902108"/>
                  <a:pt x="1279216" y="902524"/>
                </a:cubicBezTo>
                <a:lnTo>
                  <a:pt x="1269162" y="919970"/>
                </a:lnTo>
                <a:cubicBezTo>
                  <a:pt x="1268914" y="920469"/>
                  <a:pt x="1268415" y="920718"/>
                  <a:pt x="1267917" y="920718"/>
                </a:cubicBezTo>
                <a:close/>
                <a:moveTo>
                  <a:pt x="1729136" y="1049899"/>
                </a:moveTo>
                <a:cubicBezTo>
                  <a:pt x="1728637" y="1049899"/>
                  <a:pt x="1728139" y="1049567"/>
                  <a:pt x="1727890" y="1049152"/>
                </a:cubicBezTo>
                <a:lnTo>
                  <a:pt x="1717754" y="1031539"/>
                </a:lnTo>
                <a:cubicBezTo>
                  <a:pt x="1717505" y="1031123"/>
                  <a:pt x="1717505" y="1030541"/>
                  <a:pt x="1717754" y="1030126"/>
                </a:cubicBezTo>
                <a:lnTo>
                  <a:pt x="1727973" y="1012513"/>
                </a:lnTo>
                <a:cubicBezTo>
                  <a:pt x="1728222" y="1012015"/>
                  <a:pt x="1728720" y="1011766"/>
                  <a:pt x="1729219" y="1011766"/>
                </a:cubicBezTo>
                <a:lnTo>
                  <a:pt x="1749573" y="1011766"/>
                </a:lnTo>
                <a:cubicBezTo>
                  <a:pt x="1750072" y="1011766"/>
                  <a:pt x="1750570" y="1012098"/>
                  <a:pt x="1750819" y="1012513"/>
                </a:cubicBezTo>
                <a:lnTo>
                  <a:pt x="1760955" y="1030126"/>
                </a:lnTo>
                <a:cubicBezTo>
                  <a:pt x="1761204" y="1030541"/>
                  <a:pt x="1761204" y="1031123"/>
                  <a:pt x="1760956" y="1031539"/>
                </a:cubicBezTo>
                <a:lnTo>
                  <a:pt x="1750736" y="1049152"/>
                </a:lnTo>
                <a:cubicBezTo>
                  <a:pt x="1750487" y="1049650"/>
                  <a:pt x="1749989" y="1049899"/>
                  <a:pt x="1749490" y="1049899"/>
                </a:cubicBezTo>
                <a:close/>
                <a:moveTo>
                  <a:pt x="2270812" y="1195041"/>
                </a:moveTo>
                <a:cubicBezTo>
                  <a:pt x="2270313" y="1195041"/>
                  <a:pt x="2269815" y="1194709"/>
                  <a:pt x="2269566" y="1194294"/>
                </a:cubicBezTo>
                <a:lnTo>
                  <a:pt x="2259430" y="1176681"/>
                </a:lnTo>
                <a:cubicBezTo>
                  <a:pt x="2259181" y="1176265"/>
                  <a:pt x="2259181" y="1175683"/>
                  <a:pt x="2259430" y="1175268"/>
                </a:cubicBezTo>
                <a:lnTo>
                  <a:pt x="2269649" y="1157655"/>
                </a:lnTo>
                <a:cubicBezTo>
                  <a:pt x="2269898" y="1157157"/>
                  <a:pt x="2270396" y="1156908"/>
                  <a:pt x="2270895" y="1156908"/>
                </a:cubicBezTo>
                <a:lnTo>
                  <a:pt x="2291249" y="1156908"/>
                </a:lnTo>
                <a:cubicBezTo>
                  <a:pt x="2291748" y="1156908"/>
                  <a:pt x="2292246" y="1157240"/>
                  <a:pt x="2292495" y="1157655"/>
                </a:cubicBezTo>
                <a:lnTo>
                  <a:pt x="2302631" y="1175268"/>
                </a:lnTo>
                <a:cubicBezTo>
                  <a:pt x="2302880" y="1175682"/>
                  <a:pt x="2302880" y="1176265"/>
                  <a:pt x="2302631" y="1176681"/>
                </a:cubicBezTo>
                <a:lnTo>
                  <a:pt x="2292412" y="1194294"/>
                </a:lnTo>
                <a:cubicBezTo>
                  <a:pt x="2292163" y="1194792"/>
                  <a:pt x="2291665" y="1195041"/>
                  <a:pt x="2291166" y="1195041"/>
                </a:cubicBezTo>
                <a:close/>
                <a:moveTo>
                  <a:pt x="1307728" y="937247"/>
                </a:moveTo>
                <a:cubicBezTo>
                  <a:pt x="1307230" y="937247"/>
                  <a:pt x="1306731" y="936915"/>
                  <a:pt x="1306482" y="936499"/>
                </a:cubicBezTo>
                <a:lnTo>
                  <a:pt x="1296180" y="918721"/>
                </a:lnTo>
                <a:cubicBezTo>
                  <a:pt x="1295931" y="918305"/>
                  <a:pt x="1295931" y="917723"/>
                  <a:pt x="1296180" y="917307"/>
                </a:cubicBezTo>
                <a:lnTo>
                  <a:pt x="1306482" y="899530"/>
                </a:lnTo>
                <a:cubicBezTo>
                  <a:pt x="1306731" y="899030"/>
                  <a:pt x="1307231" y="898781"/>
                  <a:pt x="1307728" y="898782"/>
                </a:cubicBezTo>
                <a:lnTo>
                  <a:pt x="1328249" y="898781"/>
                </a:lnTo>
                <a:cubicBezTo>
                  <a:pt x="1328747" y="898781"/>
                  <a:pt x="1329245" y="899113"/>
                  <a:pt x="1329496" y="899529"/>
                </a:cubicBezTo>
                <a:lnTo>
                  <a:pt x="1339797" y="917307"/>
                </a:lnTo>
                <a:cubicBezTo>
                  <a:pt x="1340046" y="917723"/>
                  <a:pt x="1340046" y="918305"/>
                  <a:pt x="1339797" y="918720"/>
                </a:cubicBezTo>
                <a:lnTo>
                  <a:pt x="1329495" y="936499"/>
                </a:lnTo>
                <a:cubicBezTo>
                  <a:pt x="1329245" y="936998"/>
                  <a:pt x="1328747" y="937247"/>
                  <a:pt x="1328249" y="937247"/>
                </a:cubicBezTo>
                <a:close/>
                <a:moveTo>
                  <a:pt x="1548474" y="1001755"/>
                </a:moveTo>
                <a:cubicBezTo>
                  <a:pt x="1547976" y="1001755"/>
                  <a:pt x="1547477" y="1001423"/>
                  <a:pt x="1547228" y="1001007"/>
                </a:cubicBezTo>
                <a:lnTo>
                  <a:pt x="1536926" y="983228"/>
                </a:lnTo>
                <a:cubicBezTo>
                  <a:pt x="1536677" y="982813"/>
                  <a:pt x="1536677" y="982231"/>
                  <a:pt x="1536925" y="981815"/>
                </a:cubicBezTo>
                <a:lnTo>
                  <a:pt x="1547228" y="964037"/>
                </a:lnTo>
                <a:cubicBezTo>
                  <a:pt x="1547477" y="963538"/>
                  <a:pt x="1547976" y="963289"/>
                  <a:pt x="1548474" y="963289"/>
                </a:cubicBezTo>
                <a:lnTo>
                  <a:pt x="1568995" y="963289"/>
                </a:lnTo>
                <a:cubicBezTo>
                  <a:pt x="1569493" y="963289"/>
                  <a:pt x="1569991" y="963621"/>
                  <a:pt x="1570241" y="964037"/>
                </a:cubicBezTo>
                <a:lnTo>
                  <a:pt x="1580543" y="981815"/>
                </a:lnTo>
                <a:cubicBezTo>
                  <a:pt x="1580791" y="982231"/>
                  <a:pt x="1580792" y="982813"/>
                  <a:pt x="1580542" y="983228"/>
                </a:cubicBezTo>
                <a:lnTo>
                  <a:pt x="1570241" y="1001007"/>
                </a:lnTo>
                <a:cubicBezTo>
                  <a:pt x="1569991" y="1001506"/>
                  <a:pt x="1569493" y="1001755"/>
                  <a:pt x="1568995" y="1001755"/>
                </a:cubicBezTo>
                <a:close/>
                <a:moveTo>
                  <a:pt x="3715178" y="1582321"/>
                </a:moveTo>
                <a:cubicBezTo>
                  <a:pt x="3714679" y="1582322"/>
                  <a:pt x="3714181" y="1581989"/>
                  <a:pt x="3713932" y="1581573"/>
                </a:cubicBezTo>
                <a:lnTo>
                  <a:pt x="3703630" y="1563795"/>
                </a:lnTo>
                <a:cubicBezTo>
                  <a:pt x="3703381" y="1563380"/>
                  <a:pt x="3703381" y="1562797"/>
                  <a:pt x="3703629" y="1562381"/>
                </a:cubicBezTo>
                <a:lnTo>
                  <a:pt x="3713932" y="1544604"/>
                </a:lnTo>
                <a:cubicBezTo>
                  <a:pt x="3714181" y="1544105"/>
                  <a:pt x="3714679" y="1543856"/>
                  <a:pt x="3715178" y="1543856"/>
                </a:cubicBezTo>
                <a:lnTo>
                  <a:pt x="3735697" y="1543856"/>
                </a:lnTo>
                <a:cubicBezTo>
                  <a:pt x="3736197" y="1543855"/>
                  <a:pt x="3736695" y="1544187"/>
                  <a:pt x="3736945" y="1544603"/>
                </a:cubicBezTo>
                <a:lnTo>
                  <a:pt x="3747246" y="1562381"/>
                </a:lnTo>
                <a:cubicBezTo>
                  <a:pt x="3747495" y="1562798"/>
                  <a:pt x="3747496" y="1563379"/>
                  <a:pt x="3747246" y="1563794"/>
                </a:cubicBezTo>
                <a:lnTo>
                  <a:pt x="3736945" y="1581574"/>
                </a:lnTo>
                <a:cubicBezTo>
                  <a:pt x="3736695" y="1582072"/>
                  <a:pt x="3736197" y="1582321"/>
                  <a:pt x="3735698" y="1582321"/>
                </a:cubicBezTo>
                <a:close/>
                <a:moveTo>
                  <a:pt x="1367923" y="953480"/>
                </a:moveTo>
                <a:cubicBezTo>
                  <a:pt x="1367424" y="953480"/>
                  <a:pt x="1366926" y="953148"/>
                  <a:pt x="1366676" y="952732"/>
                </a:cubicBezTo>
                <a:lnTo>
                  <a:pt x="1356375" y="934871"/>
                </a:lnTo>
                <a:cubicBezTo>
                  <a:pt x="1356126" y="934372"/>
                  <a:pt x="1356126" y="933790"/>
                  <a:pt x="1356375" y="933375"/>
                </a:cubicBezTo>
                <a:lnTo>
                  <a:pt x="1366676" y="915513"/>
                </a:lnTo>
                <a:cubicBezTo>
                  <a:pt x="1366926" y="915014"/>
                  <a:pt x="1367424" y="914765"/>
                  <a:pt x="1367923" y="914765"/>
                </a:cubicBezTo>
                <a:lnTo>
                  <a:pt x="1388609" y="914765"/>
                </a:lnTo>
                <a:cubicBezTo>
                  <a:pt x="1389108" y="914765"/>
                  <a:pt x="1389606" y="915098"/>
                  <a:pt x="1389856" y="915513"/>
                </a:cubicBezTo>
                <a:lnTo>
                  <a:pt x="1400158" y="933375"/>
                </a:lnTo>
                <a:cubicBezTo>
                  <a:pt x="1400407" y="933873"/>
                  <a:pt x="1400407" y="934455"/>
                  <a:pt x="1400158" y="934871"/>
                </a:cubicBezTo>
                <a:lnTo>
                  <a:pt x="1389856" y="952732"/>
                </a:lnTo>
                <a:cubicBezTo>
                  <a:pt x="1389606" y="953231"/>
                  <a:pt x="1389108" y="953480"/>
                  <a:pt x="1388609" y="953480"/>
                </a:cubicBezTo>
                <a:close/>
                <a:moveTo>
                  <a:pt x="1608667" y="1017988"/>
                </a:moveTo>
                <a:cubicBezTo>
                  <a:pt x="1608168" y="1017987"/>
                  <a:pt x="1607670" y="1017655"/>
                  <a:pt x="1607420" y="1017239"/>
                </a:cubicBezTo>
                <a:lnTo>
                  <a:pt x="1597119" y="999379"/>
                </a:lnTo>
                <a:cubicBezTo>
                  <a:pt x="1596870" y="998880"/>
                  <a:pt x="1596871" y="998297"/>
                  <a:pt x="1597119" y="997883"/>
                </a:cubicBezTo>
                <a:lnTo>
                  <a:pt x="1607420" y="980021"/>
                </a:lnTo>
                <a:cubicBezTo>
                  <a:pt x="1607671" y="979521"/>
                  <a:pt x="1608169" y="979272"/>
                  <a:pt x="1608668" y="979272"/>
                </a:cubicBezTo>
                <a:lnTo>
                  <a:pt x="1629353" y="979272"/>
                </a:lnTo>
                <a:cubicBezTo>
                  <a:pt x="1629852" y="979273"/>
                  <a:pt x="1630350" y="979605"/>
                  <a:pt x="1630600" y="980021"/>
                </a:cubicBezTo>
                <a:lnTo>
                  <a:pt x="1640902" y="997883"/>
                </a:lnTo>
                <a:cubicBezTo>
                  <a:pt x="1641151" y="998381"/>
                  <a:pt x="1641151" y="998962"/>
                  <a:pt x="1640903" y="999379"/>
                </a:cubicBezTo>
                <a:lnTo>
                  <a:pt x="1630600" y="1017239"/>
                </a:lnTo>
                <a:cubicBezTo>
                  <a:pt x="1630350" y="1017739"/>
                  <a:pt x="1629852" y="1017988"/>
                  <a:pt x="1629353" y="1017988"/>
                </a:cubicBezTo>
                <a:close/>
                <a:moveTo>
                  <a:pt x="2872578" y="1356652"/>
                </a:moveTo>
                <a:cubicBezTo>
                  <a:pt x="2872080" y="1356652"/>
                  <a:pt x="2871581" y="1356319"/>
                  <a:pt x="2871333" y="1355904"/>
                </a:cubicBezTo>
                <a:lnTo>
                  <a:pt x="2861030" y="1338043"/>
                </a:lnTo>
                <a:cubicBezTo>
                  <a:pt x="2860781" y="1337544"/>
                  <a:pt x="2860782" y="1336961"/>
                  <a:pt x="2861030" y="1336547"/>
                </a:cubicBezTo>
                <a:lnTo>
                  <a:pt x="2871333" y="1318684"/>
                </a:lnTo>
                <a:cubicBezTo>
                  <a:pt x="2871582" y="1318185"/>
                  <a:pt x="2872081" y="1317937"/>
                  <a:pt x="2872579" y="1317936"/>
                </a:cubicBezTo>
                <a:lnTo>
                  <a:pt x="2893265" y="1317937"/>
                </a:lnTo>
                <a:cubicBezTo>
                  <a:pt x="2893763" y="1317936"/>
                  <a:pt x="2894262" y="1318269"/>
                  <a:pt x="2894511" y="1318685"/>
                </a:cubicBezTo>
                <a:lnTo>
                  <a:pt x="2904813" y="1336547"/>
                </a:lnTo>
                <a:cubicBezTo>
                  <a:pt x="2905062" y="1337044"/>
                  <a:pt x="2905062" y="1337626"/>
                  <a:pt x="2904814" y="1338043"/>
                </a:cubicBezTo>
                <a:lnTo>
                  <a:pt x="2894511" y="1355903"/>
                </a:lnTo>
                <a:cubicBezTo>
                  <a:pt x="2894262" y="1356402"/>
                  <a:pt x="2893763" y="1356652"/>
                  <a:pt x="2893265" y="1356651"/>
                </a:cubicBezTo>
                <a:close/>
                <a:moveTo>
                  <a:pt x="3173510" y="1437286"/>
                </a:moveTo>
                <a:cubicBezTo>
                  <a:pt x="3173012" y="1437286"/>
                  <a:pt x="3172513" y="1436953"/>
                  <a:pt x="3172264" y="1436538"/>
                </a:cubicBezTo>
                <a:lnTo>
                  <a:pt x="3161962" y="1418677"/>
                </a:lnTo>
                <a:cubicBezTo>
                  <a:pt x="3161713" y="1418178"/>
                  <a:pt x="3161713" y="1417596"/>
                  <a:pt x="3161962" y="1417181"/>
                </a:cubicBezTo>
                <a:lnTo>
                  <a:pt x="3172264" y="1399319"/>
                </a:lnTo>
                <a:cubicBezTo>
                  <a:pt x="3172513" y="1398820"/>
                  <a:pt x="3173012" y="1398571"/>
                  <a:pt x="3173510" y="1398571"/>
                </a:cubicBezTo>
                <a:lnTo>
                  <a:pt x="3194197" y="1398571"/>
                </a:lnTo>
                <a:cubicBezTo>
                  <a:pt x="3194695" y="1398571"/>
                  <a:pt x="3195194" y="1398904"/>
                  <a:pt x="3195443" y="1399319"/>
                </a:cubicBezTo>
                <a:lnTo>
                  <a:pt x="3205745" y="1417181"/>
                </a:lnTo>
                <a:cubicBezTo>
                  <a:pt x="3205994" y="1417679"/>
                  <a:pt x="3205994" y="1418261"/>
                  <a:pt x="3205745" y="1418677"/>
                </a:cubicBezTo>
                <a:lnTo>
                  <a:pt x="3195443" y="1436538"/>
                </a:lnTo>
                <a:cubicBezTo>
                  <a:pt x="3195194" y="1437037"/>
                  <a:pt x="3194695" y="1437286"/>
                  <a:pt x="3194197" y="1437286"/>
                </a:cubicBezTo>
                <a:close/>
                <a:moveTo>
                  <a:pt x="3233696" y="1453413"/>
                </a:moveTo>
                <a:cubicBezTo>
                  <a:pt x="3233198" y="1453413"/>
                  <a:pt x="3232699" y="1453080"/>
                  <a:pt x="3232450" y="1452665"/>
                </a:cubicBezTo>
                <a:lnTo>
                  <a:pt x="3222147" y="1434804"/>
                </a:lnTo>
                <a:cubicBezTo>
                  <a:pt x="3221899" y="1434305"/>
                  <a:pt x="3221899" y="1433722"/>
                  <a:pt x="3222148" y="1433308"/>
                </a:cubicBezTo>
                <a:lnTo>
                  <a:pt x="3232450" y="1415445"/>
                </a:lnTo>
                <a:cubicBezTo>
                  <a:pt x="3232699" y="1414946"/>
                  <a:pt x="3233198" y="1414698"/>
                  <a:pt x="3233696" y="1414697"/>
                </a:cubicBezTo>
                <a:lnTo>
                  <a:pt x="3254383" y="1414698"/>
                </a:lnTo>
                <a:cubicBezTo>
                  <a:pt x="3254881" y="1414698"/>
                  <a:pt x="3255379" y="1415030"/>
                  <a:pt x="3255628" y="1415446"/>
                </a:cubicBezTo>
                <a:lnTo>
                  <a:pt x="3265930" y="1433308"/>
                </a:lnTo>
                <a:cubicBezTo>
                  <a:pt x="3266180" y="1433806"/>
                  <a:pt x="3266180" y="1434387"/>
                  <a:pt x="3265931" y="1434804"/>
                </a:cubicBezTo>
                <a:lnTo>
                  <a:pt x="3255629" y="1452664"/>
                </a:lnTo>
                <a:cubicBezTo>
                  <a:pt x="3255379" y="1453163"/>
                  <a:pt x="3254880" y="1453413"/>
                  <a:pt x="3254383" y="1453412"/>
                </a:cubicBezTo>
                <a:close/>
                <a:moveTo>
                  <a:pt x="1428027" y="969679"/>
                </a:moveTo>
                <a:cubicBezTo>
                  <a:pt x="1427529" y="969679"/>
                  <a:pt x="1427030" y="969347"/>
                  <a:pt x="1426781" y="968932"/>
                </a:cubicBezTo>
                <a:lnTo>
                  <a:pt x="1416396" y="950987"/>
                </a:lnTo>
                <a:cubicBezTo>
                  <a:pt x="1416147" y="950488"/>
                  <a:pt x="1416147" y="949907"/>
                  <a:pt x="1416396" y="949491"/>
                </a:cubicBezTo>
                <a:lnTo>
                  <a:pt x="1426781" y="931546"/>
                </a:lnTo>
                <a:cubicBezTo>
                  <a:pt x="1427030" y="931047"/>
                  <a:pt x="1427529" y="930798"/>
                  <a:pt x="1428027" y="930798"/>
                </a:cubicBezTo>
                <a:lnTo>
                  <a:pt x="1448797" y="930798"/>
                </a:lnTo>
                <a:cubicBezTo>
                  <a:pt x="1449295" y="930798"/>
                  <a:pt x="1449794" y="931131"/>
                  <a:pt x="1450043" y="931546"/>
                </a:cubicBezTo>
                <a:lnTo>
                  <a:pt x="1460428" y="949491"/>
                </a:lnTo>
                <a:cubicBezTo>
                  <a:pt x="1460677" y="949989"/>
                  <a:pt x="1460677" y="950571"/>
                  <a:pt x="1460428" y="950987"/>
                </a:cubicBezTo>
                <a:lnTo>
                  <a:pt x="1450043" y="968932"/>
                </a:lnTo>
                <a:cubicBezTo>
                  <a:pt x="1449794" y="969430"/>
                  <a:pt x="1449295" y="969679"/>
                  <a:pt x="1448797" y="969679"/>
                </a:cubicBezTo>
                <a:close/>
                <a:moveTo>
                  <a:pt x="1488214" y="985806"/>
                </a:moveTo>
                <a:cubicBezTo>
                  <a:pt x="1487716" y="985806"/>
                  <a:pt x="1487217" y="985474"/>
                  <a:pt x="1486968" y="985059"/>
                </a:cubicBezTo>
                <a:lnTo>
                  <a:pt x="1476583" y="967114"/>
                </a:lnTo>
                <a:cubicBezTo>
                  <a:pt x="1476334" y="966615"/>
                  <a:pt x="1476334" y="966034"/>
                  <a:pt x="1476583" y="965618"/>
                </a:cubicBezTo>
                <a:lnTo>
                  <a:pt x="1486968" y="947673"/>
                </a:lnTo>
                <a:cubicBezTo>
                  <a:pt x="1487217" y="947174"/>
                  <a:pt x="1487716" y="946925"/>
                  <a:pt x="1488214" y="946925"/>
                </a:cubicBezTo>
                <a:lnTo>
                  <a:pt x="1508984" y="946925"/>
                </a:lnTo>
                <a:cubicBezTo>
                  <a:pt x="1509482" y="946925"/>
                  <a:pt x="1509981" y="947258"/>
                  <a:pt x="1510230" y="947673"/>
                </a:cubicBezTo>
                <a:lnTo>
                  <a:pt x="1520615" y="965618"/>
                </a:lnTo>
                <a:cubicBezTo>
                  <a:pt x="1520864" y="966116"/>
                  <a:pt x="1520864" y="966698"/>
                  <a:pt x="1520615" y="967114"/>
                </a:cubicBezTo>
                <a:lnTo>
                  <a:pt x="1510230" y="985059"/>
                </a:lnTo>
                <a:cubicBezTo>
                  <a:pt x="1509981" y="985557"/>
                  <a:pt x="1509482" y="985806"/>
                  <a:pt x="1508984" y="985806"/>
                </a:cubicBezTo>
                <a:close/>
                <a:moveTo>
                  <a:pt x="1668773" y="1034187"/>
                </a:moveTo>
                <a:cubicBezTo>
                  <a:pt x="1668275" y="1034187"/>
                  <a:pt x="1667776" y="1033855"/>
                  <a:pt x="1667527" y="1033440"/>
                </a:cubicBezTo>
                <a:lnTo>
                  <a:pt x="1657142" y="1015495"/>
                </a:lnTo>
                <a:cubicBezTo>
                  <a:pt x="1656892" y="1014996"/>
                  <a:pt x="1656893" y="1014415"/>
                  <a:pt x="1657141" y="1013999"/>
                </a:cubicBezTo>
                <a:lnTo>
                  <a:pt x="1667527" y="996054"/>
                </a:lnTo>
                <a:cubicBezTo>
                  <a:pt x="1667776" y="995555"/>
                  <a:pt x="1668274" y="995306"/>
                  <a:pt x="1668773" y="995306"/>
                </a:cubicBezTo>
                <a:lnTo>
                  <a:pt x="1689543" y="995306"/>
                </a:lnTo>
                <a:cubicBezTo>
                  <a:pt x="1690041" y="995306"/>
                  <a:pt x="1690540" y="995639"/>
                  <a:pt x="1690788" y="996054"/>
                </a:cubicBezTo>
                <a:lnTo>
                  <a:pt x="1701174" y="1013999"/>
                </a:lnTo>
                <a:cubicBezTo>
                  <a:pt x="1701422" y="1014497"/>
                  <a:pt x="1701423" y="1015079"/>
                  <a:pt x="1701174" y="1015495"/>
                </a:cubicBezTo>
                <a:lnTo>
                  <a:pt x="1690789" y="1033440"/>
                </a:lnTo>
                <a:cubicBezTo>
                  <a:pt x="1690540" y="1033938"/>
                  <a:pt x="1690040" y="1034186"/>
                  <a:pt x="1689542" y="1034187"/>
                </a:cubicBezTo>
                <a:close/>
                <a:moveTo>
                  <a:pt x="3594732" y="1550246"/>
                </a:moveTo>
                <a:cubicBezTo>
                  <a:pt x="3594233" y="1550246"/>
                  <a:pt x="3593735" y="1549914"/>
                  <a:pt x="3593486" y="1549499"/>
                </a:cubicBezTo>
                <a:lnTo>
                  <a:pt x="3583101" y="1531554"/>
                </a:lnTo>
                <a:cubicBezTo>
                  <a:pt x="3582852" y="1531055"/>
                  <a:pt x="3582852" y="1530474"/>
                  <a:pt x="3583101" y="1530058"/>
                </a:cubicBezTo>
                <a:lnTo>
                  <a:pt x="3593486" y="1512113"/>
                </a:lnTo>
                <a:cubicBezTo>
                  <a:pt x="3593735" y="1511614"/>
                  <a:pt x="3594233" y="1511365"/>
                  <a:pt x="3594732" y="1511365"/>
                </a:cubicBezTo>
                <a:lnTo>
                  <a:pt x="3615502" y="1511365"/>
                </a:lnTo>
                <a:cubicBezTo>
                  <a:pt x="3616000" y="1511365"/>
                  <a:pt x="3616499" y="1511698"/>
                  <a:pt x="3616748" y="1512113"/>
                </a:cubicBezTo>
                <a:lnTo>
                  <a:pt x="3627133" y="1530058"/>
                </a:lnTo>
                <a:cubicBezTo>
                  <a:pt x="3627382" y="1530556"/>
                  <a:pt x="3627382" y="1531138"/>
                  <a:pt x="3627133" y="1531554"/>
                </a:cubicBezTo>
                <a:lnTo>
                  <a:pt x="3616748" y="1549499"/>
                </a:lnTo>
                <a:cubicBezTo>
                  <a:pt x="3616499" y="1549997"/>
                  <a:pt x="3616000" y="1550246"/>
                  <a:pt x="3615502" y="1550246"/>
                </a:cubicBezTo>
                <a:close/>
                <a:moveTo>
                  <a:pt x="2752041" y="1324553"/>
                </a:moveTo>
                <a:cubicBezTo>
                  <a:pt x="2751542" y="1324553"/>
                  <a:pt x="2751044" y="1324221"/>
                  <a:pt x="2750795" y="1323805"/>
                </a:cubicBezTo>
                <a:lnTo>
                  <a:pt x="2740410" y="1305777"/>
                </a:lnTo>
                <a:cubicBezTo>
                  <a:pt x="2740161" y="1305279"/>
                  <a:pt x="2740161" y="1304697"/>
                  <a:pt x="2740410" y="1304281"/>
                </a:cubicBezTo>
                <a:lnTo>
                  <a:pt x="2750878" y="1286253"/>
                </a:lnTo>
                <a:cubicBezTo>
                  <a:pt x="2751127" y="1285755"/>
                  <a:pt x="2751626" y="1285506"/>
                  <a:pt x="2752124" y="1285506"/>
                </a:cubicBezTo>
                <a:lnTo>
                  <a:pt x="2772977" y="1285506"/>
                </a:lnTo>
                <a:cubicBezTo>
                  <a:pt x="2773476" y="1285506"/>
                  <a:pt x="2773974" y="1285838"/>
                  <a:pt x="2774223" y="1286253"/>
                </a:cubicBezTo>
                <a:lnTo>
                  <a:pt x="2784608" y="1304281"/>
                </a:lnTo>
                <a:cubicBezTo>
                  <a:pt x="2784857" y="1304780"/>
                  <a:pt x="2784857" y="1305362"/>
                  <a:pt x="2784608" y="1305777"/>
                </a:cubicBezTo>
                <a:lnTo>
                  <a:pt x="2774140" y="1323805"/>
                </a:lnTo>
                <a:cubicBezTo>
                  <a:pt x="2773891" y="1324304"/>
                  <a:pt x="2773392" y="1324553"/>
                  <a:pt x="2772894" y="1324553"/>
                </a:cubicBezTo>
                <a:close/>
                <a:moveTo>
                  <a:pt x="3113159" y="1421314"/>
                </a:moveTo>
                <a:cubicBezTo>
                  <a:pt x="3112660" y="1421314"/>
                  <a:pt x="3112161" y="1420982"/>
                  <a:pt x="3111912" y="1420566"/>
                </a:cubicBezTo>
                <a:lnTo>
                  <a:pt x="3101527" y="1402538"/>
                </a:lnTo>
                <a:cubicBezTo>
                  <a:pt x="3101278" y="1402040"/>
                  <a:pt x="3101278" y="1401458"/>
                  <a:pt x="3101528" y="1401042"/>
                </a:cubicBezTo>
                <a:lnTo>
                  <a:pt x="3111995" y="1383014"/>
                </a:lnTo>
                <a:cubicBezTo>
                  <a:pt x="3112245" y="1382516"/>
                  <a:pt x="3112743" y="1382267"/>
                  <a:pt x="3113241" y="1382267"/>
                </a:cubicBezTo>
                <a:lnTo>
                  <a:pt x="3134094" y="1382267"/>
                </a:lnTo>
                <a:cubicBezTo>
                  <a:pt x="3134593" y="1382267"/>
                  <a:pt x="3135092" y="1382599"/>
                  <a:pt x="3135341" y="1383014"/>
                </a:cubicBezTo>
                <a:lnTo>
                  <a:pt x="3145725" y="1401042"/>
                </a:lnTo>
                <a:cubicBezTo>
                  <a:pt x="3145974" y="1401541"/>
                  <a:pt x="3145974" y="1402123"/>
                  <a:pt x="3145725" y="1402538"/>
                </a:cubicBezTo>
                <a:lnTo>
                  <a:pt x="3135258" y="1420566"/>
                </a:lnTo>
                <a:cubicBezTo>
                  <a:pt x="3135008" y="1421065"/>
                  <a:pt x="3134510" y="1421314"/>
                  <a:pt x="3134012" y="1421314"/>
                </a:cubicBezTo>
                <a:close/>
                <a:moveTo>
                  <a:pt x="3654834" y="1566456"/>
                </a:moveTo>
                <a:cubicBezTo>
                  <a:pt x="3654335" y="1566456"/>
                  <a:pt x="3653837" y="1566124"/>
                  <a:pt x="3653588" y="1565708"/>
                </a:cubicBezTo>
                <a:lnTo>
                  <a:pt x="3643203" y="1547680"/>
                </a:lnTo>
                <a:cubicBezTo>
                  <a:pt x="3642954" y="1547182"/>
                  <a:pt x="3642954" y="1546600"/>
                  <a:pt x="3643203" y="1546184"/>
                </a:cubicBezTo>
                <a:lnTo>
                  <a:pt x="3653671" y="1528156"/>
                </a:lnTo>
                <a:cubicBezTo>
                  <a:pt x="3653920" y="1527658"/>
                  <a:pt x="3654419" y="1527409"/>
                  <a:pt x="3654917" y="1527409"/>
                </a:cubicBezTo>
                <a:lnTo>
                  <a:pt x="3675770" y="1527409"/>
                </a:lnTo>
                <a:cubicBezTo>
                  <a:pt x="3676269" y="1527409"/>
                  <a:pt x="3676767" y="1527741"/>
                  <a:pt x="3677016" y="1528156"/>
                </a:cubicBezTo>
                <a:lnTo>
                  <a:pt x="3687401" y="1546184"/>
                </a:lnTo>
                <a:cubicBezTo>
                  <a:pt x="3687650" y="1546683"/>
                  <a:pt x="3687650" y="1547265"/>
                  <a:pt x="3687401" y="1547680"/>
                </a:cubicBezTo>
                <a:lnTo>
                  <a:pt x="3676933" y="1565708"/>
                </a:lnTo>
                <a:cubicBezTo>
                  <a:pt x="3676684" y="1566207"/>
                  <a:pt x="3676185" y="1566456"/>
                  <a:pt x="3675687" y="1566456"/>
                </a:cubicBezTo>
                <a:close/>
                <a:moveTo>
                  <a:pt x="3534462" y="1534284"/>
                </a:moveTo>
                <a:cubicBezTo>
                  <a:pt x="3533964" y="1534284"/>
                  <a:pt x="3533466" y="1533952"/>
                  <a:pt x="3533217" y="1533537"/>
                </a:cubicBezTo>
                <a:lnTo>
                  <a:pt x="3522749" y="1515425"/>
                </a:lnTo>
                <a:cubicBezTo>
                  <a:pt x="3522500" y="1514927"/>
                  <a:pt x="3522500" y="1514345"/>
                  <a:pt x="3522749" y="1513930"/>
                </a:cubicBezTo>
                <a:lnTo>
                  <a:pt x="3533217" y="1495818"/>
                </a:lnTo>
                <a:cubicBezTo>
                  <a:pt x="3533465" y="1495320"/>
                  <a:pt x="3533964" y="1495071"/>
                  <a:pt x="3534462" y="1495071"/>
                </a:cubicBezTo>
                <a:lnTo>
                  <a:pt x="3555399" y="1495072"/>
                </a:lnTo>
                <a:cubicBezTo>
                  <a:pt x="3555898" y="1495071"/>
                  <a:pt x="3556395" y="1495403"/>
                  <a:pt x="3556644" y="1495818"/>
                </a:cubicBezTo>
                <a:lnTo>
                  <a:pt x="3567112" y="1513930"/>
                </a:lnTo>
                <a:cubicBezTo>
                  <a:pt x="3567363" y="1514428"/>
                  <a:pt x="3567362" y="1515010"/>
                  <a:pt x="3567112" y="1515425"/>
                </a:cubicBezTo>
                <a:lnTo>
                  <a:pt x="3556645" y="1533537"/>
                </a:lnTo>
                <a:cubicBezTo>
                  <a:pt x="3556396" y="1534035"/>
                  <a:pt x="3555898" y="1534284"/>
                  <a:pt x="3555399" y="1534284"/>
                </a:cubicBezTo>
                <a:close/>
                <a:moveTo>
                  <a:pt x="2571422" y="1276332"/>
                </a:moveTo>
                <a:cubicBezTo>
                  <a:pt x="2570924" y="1276331"/>
                  <a:pt x="2570424" y="1275998"/>
                  <a:pt x="2570175" y="1275584"/>
                </a:cubicBezTo>
                <a:lnTo>
                  <a:pt x="2559624" y="1257305"/>
                </a:lnTo>
                <a:cubicBezTo>
                  <a:pt x="2559375" y="1256808"/>
                  <a:pt x="2559375" y="1256225"/>
                  <a:pt x="2559624" y="1255811"/>
                </a:cubicBezTo>
                <a:lnTo>
                  <a:pt x="2570176" y="1237533"/>
                </a:lnTo>
                <a:cubicBezTo>
                  <a:pt x="2570424" y="1237034"/>
                  <a:pt x="2570923" y="1236785"/>
                  <a:pt x="2571421" y="1236786"/>
                </a:cubicBezTo>
                <a:lnTo>
                  <a:pt x="2592441" y="1236785"/>
                </a:lnTo>
                <a:cubicBezTo>
                  <a:pt x="2592938" y="1236786"/>
                  <a:pt x="2593438" y="1237118"/>
                  <a:pt x="2593687" y="1237532"/>
                </a:cubicBezTo>
                <a:lnTo>
                  <a:pt x="2604238" y="1255810"/>
                </a:lnTo>
                <a:cubicBezTo>
                  <a:pt x="2604488" y="1256308"/>
                  <a:pt x="2604488" y="1256890"/>
                  <a:pt x="2604238" y="1257305"/>
                </a:cubicBezTo>
                <a:lnTo>
                  <a:pt x="2593686" y="1275583"/>
                </a:lnTo>
                <a:cubicBezTo>
                  <a:pt x="2593438" y="1276081"/>
                  <a:pt x="2592938" y="1276332"/>
                  <a:pt x="2592440" y="1276331"/>
                </a:cubicBezTo>
                <a:close/>
                <a:moveTo>
                  <a:pt x="2631608" y="1292459"/>
                </a:moveTo>
                <a:cubicBezTo>
                  <a:pt x="2631111" y="1292458"/>
                  <a:pt x="2630611" y="1292125"/>
                  <a:pt x="2630362" y="1291711"/>
                </a:cubicBezTo>
                <a:lnTo>
                  <a:pt x="2619811" y="1273432"/>
                </a:lnTo>
                <a:cubicBezTo>
                  <a:pt x="2619562" y="1272935"/>
                  <a:pt x="2619562" y="1272352"/>
                  <a:pt x="2619811" y="1271938"/>
                </a:cubicBezTo>
                <a:lnTo>
                  <a:pt x="2630362" y="1253660"/>
                </a:lnTo>
                <a:cubicBezTo>
                  <a:pt x="2630611" y="1253162"/>
                  <a:pt x="2631110" y="1252912"/>
                  <a:pt x="2631608" y="1252913"/>
                </a:cubicBezTo>
                <a:lnTo>
                  <a:pt x="2652627" y="1252912"/>
                </a:lnTo>
                <a:cubicBezTo>
                  <a:pt x="2653125" y="1252913"/>
                  <a:pt x="2653624" y="1253245"/>
                  <a:pt x="2653874" y="1253659"/>
                </a:cubicBezTo>
                <a:lnTo>
                  <a:pt x="2664424" y="1271937"/>
                </a:lnTo>
                <a:cubicBezTo>
                  <a:pt x="2664674" y="1272435"/>
                  <a:pt x="2664674" y="1273017"/>
                  <a:pt x="2664424" y="1273432"/>
                </a:cubicBezTo>
                <a:lnTo>
                  <a:pt x="2653873" y="1291710"/>
                </a:lnTo>
                <a:cubicBezTo>
                  <a:pt x="2653624" y="1292208"/>
                  <a:pt x="2653125" y="1292459"/>
                  <a:pt x="2652627" y="1292458"/>
                </a:cubicBezTo>
                <a:close/>
                <a:moveTo>
                  <a:pt x="2691794" y="1308585"/>
                </a:moveTo>
                <a:cubicBezTo>
                  <a:pt x="2691296" y="1308585"/>
                  <a:pt x="2690797" y="1308252"/>
                  <a:pt x="2690548" y="1307837"/>
                </a:cubicBezTo>
                <a:lnTo>
                  <a:pt x="2679997" y="1289559"/>
                </a:lnTo>
                <a:cubicBezTo>
                  <a:pt x="2679748" y="1289061"/>
                  <a:pt x="2679748" y="1288479"/>
                  <a:pt x="2679997" y="1288064"/>
                </a:cubicBezTo>
                <a:lnTo>
                  <a:pt x="2690548" y="1269786"/>
                </a:lnTo>
                <a:cubicBezTo>
                  <a:pt x="2690797" y="1269288"/>
                  <a:pt x="2691296" y="1269039"/>
                  <a:pt x="2691794" y="1269039"/>
                </a:cubicBezTo>
                <a:lnTo>
                  <a:pt x="2712813" y="1269039"/>
                </a:lnTo>
                <a:cubicBezTo>
                  <a:pt x="2713311" y="1269039"/>
                  <a:pt x="2713810" y="1269371"/>
                  <a:pt x="2714059" y="1269786"/>
                </a:cubicBezTo>
                <a:lnTo>
                  <a:pt x="2724610" y="1288064"/>
                </a:lnTo>
                <a:cubicBezTo>
                  <a:pt x="2724860" y="1288562"/>
                  <a:pt x="2724860" y="1289144"/>
                  <a:pt x="2724610" y="1289559"/>
                </a:cubicBezTo>
                <a:lnTo>
                  <a:pt x="2714059" y="1307837"/>
                </a:lnTo>
                <a:cubicBezTo>
                  <a:pt x="2713810" y="1308335"/>
                  <a:pt x="2713311" y="1308585"/>
                  <a:pt x="2712813" y="1308585"/>
                </a:cubicBezTo>
                <a:close/>
                <a:moveTo>
                  <a:pt x="3474215" y="1518234"/>
                </a:moveTo>
                <a:cubicBezTo>
                  <a:pt x="3473718" y="1518234"/>
                  <a:pt x="3473218" y="1517901"/>
                  <a:pt x="3472969" y="1517486"/>
                </a:cubicBezTo>
                <a:lnTo>
                  <a:pt x="3462418" y="1499208"/>
                </a:lnTo>
                <a:cubicBezTo>
                  <a:pt x="3462169" y="1498710"/>
                  <a:pt x="3462169" y="1498128"/>
                  <a:pt x="3462418" y="1497713"/>
                </a:cubicBezTo>
                <a:lnTo>
                  <a:pt x="3472969" y="1479435"/>
                </a:lnTo>
                <a:cubicBezTo>
                  <a:pt x="3473218" y="1478937"/>
                  <a:pt x="3473717" y="1478688"/>
                  <a:pt x="3474215" y="1478688"/>
                </a:cubicBezTo>
                <a:lnTo>
                  <a:pt x="3495234" y="1478688"/>
                </a:lnTo>
                <a:cubicBezTo>
                  <a:pt x="3495732" y="1478688"/>
                  <a:pt x="3496231" y="1479020"/>
                  <a:pt x="3496481" y="1479435"/>
                </a:cubicBezTo>
                <a:lnTo>
                  <a:pt x="3507031" y="1497713"/>
                </a:lnTo>
                <a:cubicBezTo>
                  <a:pt x="3507281" y="1498211"/>
                  <a:pt x="3507281" y="1498793"/>
                  <a:pt x="3507031" y="1499208"/>
                </a:cubicBezTo>
                <a:lnTo>
                  <a:pt x="3496480" y="1517486"/>
                </a:lnTo>
                <a:cubicBezTo>
                  <a:pt x="3496231" y="1517984"/>
                  <a:pt x="3495732" y="1518234"/>
                  <a:pt x="3495234" y="1518234"/>
                </a:cubicBezTo>
                <a:close/>
                <a:moveTo>
                  <a:pt x="3835333" y="1614996"/>
                </a:moveTo>
                <a:cubicBezTo>
                  <a:pt x="3834835" y="1614995"/>
                  <a:pt x="3834335" y="1614662"/>
                  <a:pt x="3834086" y="1614247"/>
                </a:cubicBezTo>
                <a:lnTo>
                  <a:pt x="3823535" y="1595969"/>
                </a:lnTo>
                <a:cubicBezTo>
                  <a:pt x="3823286" y="1595471"/>
                  <a:pt x="3823287" y="1594889"/>
                  <a:pt x="3823535" y="1594474"/>
                </a:cubicBezTo>
                <a:lnTo>
                  <a:pt x="3834087" y="1576196"/>
                </a:lnTo>
                <a:cubicBezTo>
                  <a:pt x="3834335" y="1575698"/>
                  <a:pt x="3834834" y="1575449"/>
                  <a:pt x="3835332" y="1575449"/>
                </a:cubicBezTo>
                <a:lnTo>
                  <a:pt x="3856352" y="1575449"/>
                </a:lnTo>
                <a:cubicBezTo>
                  <a:pt x="3856850" y="1575450"/>
                  <a:pt x="3857349" y="1575782"/>
                  <a:pt x="3857598" y="1576196"/>
                </a:cubicBezTo>
                <a:lnTo>
                  <a:pt x="3868149" y="1594474"/>
                </a:lnTo>
                <a:cubicBezTo>
                  <a:pt x="3868399" y="1594972"/>
                  <a:pt x="3868399" y="1595554"/>
                  <a:pt x="3868149" y="1595969"/>
                </a:cubicBezTo>
                <a:lnTo>
                  <a:pt x="3857597" y="1614247"/>
                </a:lnTo>
                <a:cubicBezTo>
                  <a:pt x="3857349" y="1614745"/>
                  <a:pt x="3856849" y="1614995"/>
                  <a:pt x="3856351" y="1614995"/>
                </a:cubicBezTo>
                <a:close/>
                <a:moveTo>
                  <a:pt x="2992537" y="1389559"/>
                </a:moveTo>
                <a:cubicBezTo>
                  <a:pt x="2991955" y="1389559"/>
                  <a:pt x="2991456" y="1389310"/>
                  <a:pt x="2991208" y="1388811"/>
                </a:cubicBezTo>
                <a:lnTo>
                  <a:pt x="2980574" y="1370285"/>
                </a:lnTo>
                <a:cubicBezTo>
                  <a:pt x="2980325" y="1369870"/>
                  <a:pt x="2980324" y="1369287"/>
                  <a:pt x="2980574" y="1368789"/>
                </a:cubicBezTo>
                <a:lnTo>
                  <a:pt x="2991291" y="1350262"/>
                </a:lnTo>
                <a:cubicBezTo>
                  <a:pt x="2991624" y="1349847"/>
                  <a:pt x="2992122" y="1349515"/>
                  <a:pt x="2992621" y="1349516"/>
                </a:cubicBezTo>
                <a:lnTo>
                  <a:pt x="3013972" y="1349516"/>
                </a:lnTo>
                <a:cubicBezTo>
                  <a:pt x="3014552" y="1349515"/>
                  <a:pt x="3015051" y="1349765"/>
                  <a:pt x="3015301" y="1350263"/>
                </a:cubicBezTo>
                <a:lnTo>
                  <a:pt x="3025934" y="1368790"/>
                </a:lnTo>
                <a:cubicBezTo>
                  <a:pt x="3026185" y="1369206"/>
                  <a:pt x="3026184" y="1369786"/>
                  <a:pt x="3025935" y="1370286"/>
                </a:cubicBezTo>
                <a:lnTo>
                  <a:pt x="3015218" y="1388812"/>
                </a:lnTo>
                <a:cubicBezTo>
                  <a:pt x="3014886" y="1389227"/>
                  <a:pt x="3014387" y="1389560"/>
                  <a:pt x="3013889" y="1389560"/>
                </a:cubicBezTo>
                <a:close/>
                <a:moveTo>
                  <a:pt x="3413840" y="1502447"/>
                </a:moveTo>
                <a:cubicBezTo>
                  <a:pt x="3413258" y="1502447"/>
                  <a:pt x="3412759" y="1502198"/>
                  <a:pt x="3412511" y="1501699"/>
                </a:cubicBezTo>
                <a:lnTo>
                  <a:pt x="3401877" y="1483173"/>
                </a:lnTo>
                <a:cubicBezTo>
                  <a:pt x="3401628" y="1482758"/>
                  <a:pt x="3401627" y="1482175"/>
                  <a:pt x="3401877" y="1481677"/>
                </a:cubicBezTo>
                <a:lnTo>
                  <a:pt x="3412594" y="1463150"/>
                </a:lnTo>
                <a:cubicBezTo>
                  <a:pt x="3412927" y="1462735"/>
                  <a:pt x="3413425" y="1462403"/>
                  <a:pt x="3413924" y="1462403"/>
                </a:cubicBezTo>
                <a:lnTo>
                  <a:pt x="3435275" y="1462403"/>
                </a:lnTo>
                <a:cubicBezTo>
                  <a:pt x="3435856" y="1462403"/>
                  <a:pt x="3436355" y="1462652"/>
                  <a:pt x="3436604" y="1463150"/>
                </a:cubicBezTo>
                <a:lnTo>
                  <a:pt x="3447237" y="1481677"/>
                </a:lnTo>
                <a:cubicBezTo>
                  <a:pt x="3447488" y="1482093"/>
                  <a:pt x="3447487" y="1482674"/>
                  <a:pt x="3447238" y="1483173"/>
                </a:cubicBezTo>
                <a:lnTo>
                  <a:pt x="3436521" y="1501699"/>
                </a:lnTo>
                <a:cubicBezTo>
                  <a:pt x="3436189" y="1502115"/>
                  <a:pt x="3435690" y="1502447"/>
                  <a:pt x="3435192" y="1502447"/>
                </a:cubicBezTo>
                <a:close/>
                <a:moveTo>
                  <a:pt x="2932350" y="1373515"/>
                </a:moveTo>
                <a:cubicBezTo>
                  <a:pt x="2931769" y="1373514"/>
                  <a:pt x="2931270" y="1373266"/>
                  <a:pt x="2931021" y="1372768"/>
                </a:cubicBezTo>
                <a:lnTo>
                  <a:pt x="2920304" y="1354157"/>
                </a:lnTo>
                <a:cubicBezTo>
                  <a:pt x="2920055" y="1353742"/>
                  <a:pt x="2920055" y="1353160"/>
                  <a:pt x="2920304" y="1352661"/>
                </a:cubicBezTo>
                <a:lnTo>
                  <a:pt x="2931021" y="1334052"/>
                </a:lnTo>
                <a:cubicBezTo>
                  <a:pt x="2931353" y="1333636"/>
                  <a:pt x="2931852" y="1333305"/>
                  <a:pt x="2932350" y="1333304"/>
                </a:cubicBezTo>
                <a:lnTo>
                  <a:pt x="2953785" y="1333304"/>
                </a:lnTo>
                <a:cubicBezTo>
                  <a:pt x="2954366" y="1333305"/>
                  <a:pt x="2954865" y="1333553"/>
                  <a:pt x="2955114" y="1334051"/>
                </a:cubicBezTo>
                <a:lnTo>
                  <a:pt x="2965831" y="1352662"/>
                </a:lnTo>
                <a:cubicBezTo>
                  <a:pt x="2966080" y="1353077"/>
                  <a:pt x="2966080" y="1353659"/>
                  <a:pt x="2965831" y="1354158"/>
                </a:cubicBezTo>
                <a:lnTo>
                  <a:pt x="2955114" y="1372767"/>
                </a:lnTo>
                <a:cubicBezTo>
                  <a:pt x="2954782" y="1373183"/>
                  <a:pt x="2954283" y="1373514"/>
                  <a:pt x="2953785" y="1373514"/>
                </a:cubicBezTo>
                <a:close/>
                <a:moveTo>
                  <a:pt x="3052722" y="1405768"/>
                </a:moveTo>
                <a:cubicBezTo>
                  <a:pt x="3052142" y="1405768"/>
                  <a:pt x="3051642" y="1405519"/>
                  <a:pt x="3051393" y="1405021"/>
                </a:cubicBezTo>
                <a:lnTo>
                  <a:pt x="3040676" y="1386411"/>
                </a:lnTo>
                <a:cubicBezTo>
                  <a:pt x="3040427" y="1385995"/>
                  <a:pt x="3040427" y="1385414"/>
                  <a:pt x="3040677" y="1384915"/>
                </a:cubicBezTo>
                <a:lnTo>
                  <a:pt x="3051394" y="1366305"/>
                </a:lnTo>
                <a:cubicBezTo>
                  <a:pt x="3051726" y="1365890"/>
                  <a:pt x="3052224" y="1365558"/>
                  <a:pt x="3052722" y="1365558"/>
                </a:cubicBezTo>
                <a:lnTo>
                  <a:pt x="3074158" y="1365558"/>
                </a:lnTo>
                <a:cubicBezTo>
                  <a:pt x="3074739" y="1365558"/>
                  <a:pt x="3075238" y="1365807"/>
                  <a:pt x="3075487" y="1366305"/>
                </a:cubicBezTo>
                <a:lnTo>
                  <a:pt x="3086204" y="1384915"/>
                </a:lnTo>
                <a:cubicBezTo>
                  <a:pt x="3086453" y="1385331"/>
                  <a:pt x="3086453" y="1385912"/>
                  <a:pt x="3086204" y="1386411"/>
                </a:cubicBezTo>
                <a:lnTo>
                  <a:pt x="3075486" y="1405021"/>
                </a:lnTo>
                <a:cubicBezTo>
                  <a:pt x="3075155" y="1405436"/>
                  <a:pt x="3074656" y="1405768"/>
                  <a:pt x="3074158" y="1405768"/>
                </a:cubicBezTo>
                <a:close/>
                <a:moveTo>
                  <a:pt x="3955516" y="1647671"/>
                </a:moveTo>
                <a:cubicBezTo>
                  <a:pt x="3954935" y="1647671"/>
                  <a:pt x="3954436" y="1647422"/>
                  <a:pt x="3954187" y="1646924"/>
                </a:cubicBezTo>
                <a:lnTo>
                  <a:pt x="3943470" y="1628314"/>
                </a:lnTo>
                <a:cubicBezTo>
                  <a:pt x="3943221" y="1627898"/>
                  <a:pt x="3943221" y="1627317"/>
                  <a:pt x="3943470" y="1626818"/>
                </a:cubicBezTo>
                <a:lnTo>
                  <a:pt x="3954188" y="1608208"/>
                </a:lnTo>
                <a:cubicBezTo>
                  <a:pt x="3954519" y="1607793"/>
                  <a:pt x="3955018" y="1607461"/>
                  <a:pt x="3955516" y="1607461"/>
                </a:cubicBezTo>
                <a:lnTo>
                  <a:pt x="3976952" y="1607461"/>
                </a:lnTo>
                <a:cubicBezTo>
                  <a:pt x="3977532" y="1607461"/>
                  <a:pt x="3978032" y="1607710"/>
                  <a:pt x="3978281" y="1608208"/>
                </a:cubicBezTo>
                <a:lnTo>
                  <a:pt x="3988998" y="1626818"/>
                </a:lnTo>
                <a:cubicBezTo>
                  <a:pt x="3989247" y="1627234"/>
                  <a:pt x="3989247" y="1627815"/>
                  <a:pt x="3988997" y="1628314"/>
                </a:cubicBezTo>
                <a:lnTo>
                  <a:pt x="3978280" y="1646924"/>
                </a:lnTo>
                <a:cubicBezTo>
                  <a:pt x="3977948" y="1647339"/>
                  <a:pt x="3977450" y="1647671"/>
                  <a:pt x="3976952" y="1647671"/>
                </a:cubicBezTo>
                <a:close/>
                <a:moveTo>
                  <a:pt x="3895176" y="1631795"/>
                </a:moveTo>
                <a:cubicBezTo>
                  <a:pt x="3894594" y="1631795"/>
                  <a:pt x="3894095" y="1631546"/>
                  <a:pt x="3893846" y="1631047"/>
                </a:cubicBezTo>
                <a:lnTo>
                  <a:pt x="3882963" y="1612188"/>
                </a:lnTo>
                <a:cubicBezTo>
                  <a:pt x="3882715" y="1611690"/>
                  <a:pt x="3882714" y="1611108"/>
                  <a:pt x="3882964" y="1610610"/>
                </a:cubicBezTo>
                <a:lnTo>
                  <a:pt x="3893847" y="1591751"/>
                </a:lnTo>
                <a:cubicBezTo>
                  <a:pt x="3894095" y="1591336"/>
                  <a:pt x="3894595" y="1591003"/>
                  <a:pt x="3895177" y="1591003"/>
                </a:cubicBezTo>
                <a:lnTo>
                  <a:pt x="3916943" y="1591003"/>
                </a:lnTo>
                <a:cubicBezTo>
                  <a:pt x="3917524" y="1591003"/>
                  <a:pt x="3918023" y="1591252"/>
                  <a:pt x="3918272" y="1591751"/>
                </a:cubicBezTo>
                <a:lnTo>
                  <a:pt x="3929156" y="1610610"/>
                </a:lnTo>
                <a:cubicBezTo>
                  <a:pt x="3929404" y="1611108"/>
                  <a:pt x="3929405" y="1611690"/>
                  <a:pt x="3929155" y="1612188"/>
                </a:cubicBezTo>
                <a:lnTo>
                  <a:pt x="3918272" y="1631047"/>
                </a:lnTo>
                <a:cubicBezTo>
                  <a:pt x="3918023" y="1631463"/>
                  <a:pt x="3917524" y="1631795"/>
                  <a:pt x="3916942" y="1631795"/>
                </a:cubicBezTo>
                <a:close/>
                <a:moveTo>
                  <a:pt x="997886" y="899314"/>
                </a:moveTo>
                <a:cubicBezTo>
                  <a:pt x="997638" y="899314"/>
                  <a:pt x="997222" y="898982"/>
                  <a:pt x="997222" y="898982"/>
                </a:cubicBezTo>
                <a:lnTo>
                  <a:pt x="991988" y="889926"/>
                </a:lnTo>
                <a:cubicBezTo>
                  <a:pt x="991822" y="889677"/>
                  <a:pt x="991988" y="889179"/>
                  <a:pt x="991988" y="889179"/>
                </a:cubicBezTo>
                <a:lnTo>
                  <a:pt x="997221" y="880123"/>
                </a:lnTo>
                <a:cubicBezTo>
                  <a:pt x="997388" y="879957"/>
                  <a:pt x="997886" y="879791"/>
                  <a:pt x="997886" y="879791"/>
                </a:cubicBezTo>
                <a:lnTo>
                  <a:pt x="1008355" y="879791"/>
                </a:lnTo>
                <a:cubicBezTo>
                  <a:pt x="1008604" y="879791"/>
                  <a:pt x="1009018" y="880122"/>
                  <a:pt x="1009018" y="880122"/>
                </a:cubicBezTo>
                <a:lnTo>
                  <a:pt x="1014253" y="889179"/>
                </a:lnTo>
                <a:cubicBezTo>
                  <a:pt x="1014419" y="889428"/>
                  <a:pt x="1014253" y="889926"/>
                  <a:pt x="1014253" y="889926"/>
                </a:cubicBezTo>
                <a:lnTo>
                  <a:pt x="1009019" y="898982"/>
                </a:lnTo>
                <a:cubicBezTo>
                  <a:pt x="1008852" y="899149"/>
                  <a:pt x="1008355" y="899314"/>
                  <a:pt x="1008355" y="899314"/>
                </a:cubicBezTo>
                <a:close/>
                <a:moveTo>
                  <a:pt x="2379439" y="1275384"/>
                </a:moveTo>
                <a:cubicBezTo>
                  <a:pt x="2379025" y="1275384"/>
                  <a:pt x="2378442" y="1274803"/>
                  <a:pt x="2378442" y="1274803"/>
                </a:cubicBezTo>
                <a:lnTo>
                  <a:pt x="2370467" y="1261012"/>
                </a:lnTo>
                <a:cubicBezTo>
                  <a:pt x="2370301" y="1260596"/>
                  <a:pt x="2370467" y="1259849"/>
                  <a:pt x="2370467" y="1259849"/>
                </a:cubicBezTo>
                <a:lnTo>
                  <a:pt x="2378442" y="1246058"/>
                </a:lnTo>
                <a:cubicBezTo>
                  <a:pt x="2378693" y="1245725"/>
                  <a:pt x="2379439" y="1245476"/>
                  <a:pt x="2379439" y="1245476"/>
                </a:cubicBezTo>
                <a:lnTo>
                  <a:pt x="2395392" y="1245476"/>
                </a:lnTo>
                <a:cubicBezTo>
                  <a:pt x="2395806" y="1245476"/>
                  <a:pt x="2396388" y="1246058"/>
                  <a:pt x="2396388" y="1246058"/>
                </a:cubicBezTo>
                <a:lnTo>
                  <a:pt x="2404363" y="1259849"/>
                </a:lnTo>
                <a:cubicBezTo>
                  <a:pt x="2404529" y="1260264"/>
                  <a:pt x="2404363" y="1261012"/>
                  <a:pt x="2404363" y="1261012"/>
                </a:cubicBezTo>
                <a:lnTo>
                  <a:pt x="2396388" y="1274803"/>
                </a:lnTo>
                <a:cubicBezTo>
                  <a:pt x="2396138" y="1275135"/>
                  <a:pt x="2395391" y="1275384"/>
                  <a:pt x="2395391" y="1275384"/>
                </a:cubicBezTo>
                <a:close/>
                <a:moveTo>
                  <a:pt x="4124426" y="1743810"/>
                </a:moveTo>
                <a:cubicBezTo>
                  <a:pt x="4124009" y="1743810"/>
                  <a:pt x="4123429" y="1743229"/>
                  <a:pt x="4123429" y="1743229"/>
                </a:cubicBezTo>
                <a:lnTo>
                  <a:pt x="4115038" y="1728690"/>
                </a:lnTo>
                <a:cubicBezTo>
                  <a:pt x="4114789" y="1728358"/>
                  <a:pt x="4115037" y="1727525"/>
                  <a:pt x="4115037" y="1727525"/>
                </a:cubicBezTo>
                <a:lnTo>
                  <a:pt x="4123428" y="1712988"/>
                </a:lnTo>
                <a:cubicBezTo>
                  <a:pt x="4123594" y="1712654"/>
                  <a:pt x="4124009" y="1712406"/>
                  <a:pt x="4124426" y="1712405"/>
                </a:cubicBezTo>
                <a:lnTo>
                  <a:pt x="4141207" y="1712405"/>
                </a:lnTo>
                <a:cubicBezTo>
                  <a:pt x="4141623" y="1712405"/>
                  <a:pt x="4142205" y="1712988"/>
                  <a:pt x="4142205" y="1712988"/>
                </a:cubicBezTo>
                <a:lnTo>
                  <a:pt x="4150596" y="1727525"/>
                </a:lnTo>
                <a:cubicBezTo>
                  <a:pt x="4150844" y="1727859"/>
                  <a:pt x="4150596" y="1728690"/>
                  <a:pt x="4150596" y="1728690"/>
                </a:cubicBezTo>
                <a:lnTo>
                  <a:pt x="4142204" y="1743229"/>
                </a:lnTo>
                <a:cubicBezTo>
                  <a:pt x="4142038" y="1743561"/>
                  <a:pt x="4141623" y="1743809"/>
                  <a:pt x="4141208" y="1743810"/>
                </a:cubicBezTo>
                <a:close/>
                <a:moveTo>
                  <a:pt x="4184352" y="1760435"/>
                </a:moveTo>
                <a:cubicBezTo>
                  <a:pt x="4183936" y="1760435"/>
                  <a:pt x="4183271" y="1759853"/>
                  <a:pt x="4183271" y="1759853"/>
                </a:cubicBezTo>
                <a:lnTo>
                  <a:pt x="4174631" y="1744899"/>
                </a:lnTo>
                <a:cubicBezTo>
                  <a:pt x="4174382" y="1744484"/>
                  <a:pt x="4174631" y="1743653"/>
                  <a:pt x="4174631" y="1743653"/>
                </a:cubicBezTo>
                <a:lnTo>
                  <a:pt x="4183271" y="1728699"/>
                </a:lnTo>
                <a:cubicBezTo>
                  <a:pt x="4183520" y="1728366"/>
                  <a:pt x="4183937" y="1728117"/>
                  <a:pt x="4184352" y="1728117"/>
                </a:cubicBezTo>
                <a:lnTo>
                  <a:pt x="4201631" y="1728117"/>
                </a:lnTo>
                <a:cubicBezTo>
                  <a:pt x="4202048" y="1728117"/>
                  <a:pt x="4202713" y="1728699"/>
                  <a:pt x="4202713" y="1728699"/>
                </a:cubicBezTo>
                <a:lnTo>
                  <a:pt x="4211352" y="1743653"/>
                </a:lnTo>
                <a:cubicBezTo>
                  <a:pt x="4211601" y="1744068"/>
                  <a:pt x="4211352" y="1744899"/>
                  <a:pt x="4211352" y="1744899"/>
                </a:cubicBezTo>
                <a:lnTo>
                  <a:pt x="4202712" y="1759853"/>
                </a:lnTo>
                <a:cubicBezTo>
                  <a:pt x="4202462" y="1760185"/>
                  <a:pt x="4202048" y="1760435"/>
                  <a:pt x="4201631" y="1760435"/>
                </a:cubicBezTo>
                <a:close/>
                <a:moveTo>
                  <a:pt x="1054584" y="922014"/>
                </a:moveTo>
                <a:cubicBezTo>
                  <a:pt x="1054168" y="922015"/>
                  <a:pt x="1053503" y="921433"/>
                  <a:pt x="1053503" y="921433"/>
                </a:cubicBezTo>
                <a:lnTo>
                  <a:pt x="1044780" y="906313"/>
                </a:lnTo>
                <a:cubicBezTo>
                  <a:pt x="1044530" y="905897"/>
                  <a:pt x="1044780" y="905067"/>
                  <a:pt x="1044780" y="905067"/>
                </a:cubicBezTo>
                <a:lnTo>
                  <a:pt x="1053504" y="889946"/>
                </a:lnTo>
                <a:cubicBezTo>
                  <a:pt x="1053753" y="889614"/>
                  <a:pt x="1054169" y="889365"/>
                  <a:pt x="1054583" y="889364"/>
                </a:cubicBezTo>
                <a:lnTo>
                  <a:pt x="1072113" y="889364"/>
                </a:lnTo>
                <a:cubicBezTo>
                  <a:pt x="1072528" y="889364"/>
                  <a:pt x="1073194" y="889946"/>
                  <a:pt x="1073194" y="889946"/>
                </a:cubicBezTo>
                <a:lnTo>
                  <a:pt x="1081916" y="905067"/>
                </a:lnTo>
                <a:cubicBezTo>
                  <a:pt x="1082166" y="905482"/>
                  <a:pt x="1081917" y="906313"/>
                  <a:pt x="1081917" y="906313"/>
                </a:cubicBezTo>
                <a:lnTo>
                  <a:pt x="1073193" y="921433"/>
                </a:lnTo>
                <a:cubicBezTo>
                  <a:pt x="1072945" y="921766"/>
                  <a:pt x="1072528" y="922014"/>
                  <a:pt x="1072114" y="922015"/>
                </a:cubicBezTo>
                <a:close/>
                <a:moveTo>
                  <a:pt x="4244370" y="1776811"/>
                </a:moveTo>
                <a:cubicBezTo>
                  <a:pt x="4243955" y="1776811"/>
                  <a:pt x="4243290" y="1776230"/>
                  <a:pt x="4243290" y="1776230"/>
                </a:cubicBezTo>
                <a:lnTo>
                  <a:pt x="4234485" y="1761026"/>
                </a:lnTo>
                <a:cubicBezTo>
                  <a:pt x="4234235" y="1760611"/>
                  <a:pt x="4234485" y="1759780"/>
                  <a:pt x="4234485" y="1759780"/>
                </a:cubicBezTo>
                <a:lnTo>
                  <a:pt x="4243290" y="1744577"/>
                </a:lnTo>
                <a:cubicBezTo>
                  <a:pt x="4243539" y="1744244"/>
                  <a:pt x="4243955" y="1743995"/>
                  <a:pt x="4244370" y="1743995"/>
                </a:cubicBezTo>
                <a:lnTo>
                  <a:pt x="4261983" y="1743995"/>
                </a:lnTo>
                <a:cubicBezTo>
                  <a:pt x="4262398" y="1743995"/>
                  <a:pt x="4263063" y="1744577"/>
                  <a:pt x="4263063" y="1744577"/>
                </a:cubicBezTo>
                <a:lnTo>
                  <a:pt x="4271869" y="1759779"/>
                </a:lnTo>
                <a:cubicBezTo>
                  <a:pt x="4272119" y="1760195"/>
                  <a:pt x="4271869" y="1761026"/>
                  <a:pt x="4271869" y="1761026"/>
                </a:cubicBezTo>
                <a:lnTo>
                  <a:pt x="4263063" y="1776230"/>
                </a:lnTo>
                <a:cubicBezTo>
                  <a:pt x="4262814" y="1776562"/>
                  <a:pt x="4262398" y="1776810"/>
                  <a:pt x="4261984" y="1776811"/>
                </a:cubicBezTo>
                <a:close/>
                <a:moveTo>
                  <a:pt x="2438722" y="1293256"/>
                </a:moveTo>
                <a:cubicBezTo>
                  <a:pt x="2438307" y="1293256"/>
                  <a:pt x="2437642" y="1292591"/>
                  <a:pt x="2437642" y="1292591"/>
                </a:cubicBezTo>
                <a:lnTo>
                  <a:pt x="2428753" y="1277139"/>
                </a:lnTo>
                <a:cubicBezTo>
                  <a:pt x="2428504" y="1276806"/>
                  <a:pt x="2428753" y="1275892"/>
                  <a:pt x="2428753" y="1275892"/>
                </a:cubicBezTo>
                <a:lnTo>
                  <a:pt x="2437642" y="1260440"/>
                </a:lnTo>
                <a:cubicBezTo>
                  <a:pt x="2437892" y="1260024"/>
                  <a:pt x="2438307" y="1259775"/>
                  <a:pt x="2438722" y="1259775"/>
                </a:cubicBezTo>
                <a:lnTo>
                  <a:pt x="2456501" y="1259775"/>
                </a:lnTo>
                <a:cubicBezTo>
                  <a:pt x="2456917" y="1259775"/>
                  <a:pt x="2457581" y="1260440"/>
                  <a:pt x="2457581" y="1260440"/>
                </a:cubicBezTo>
                <a:lnTo>
                  <a:pt x="2466471" y="1275892"/>
                </a:lnTo>
                <a:cubicBezTo>
                  <a:pt x="2466720" y="1276225"/>
                  <a:pt x="2466471" y="1277139"/>
                  <a:pt x="2466471" y="1277139"/>
                </a:cubicBezTo>
                <a:lnTo>
                  <a:pt x="2457581" y="1292591"/>
                </a:lnTo>
                <a:cubicBezTo>
                  <a:pt x="2457332" y="1293007"/>
                  <a:pt x="2456917" y="1293256"/>
                  <a:pt x="2456501" y="1293256"/>
                </a:cubicBezTo>
                <a:close/>
                <a:moveTo>
                  <a:pt x="2498827" y="1309456"/>
                </a:moveTo>
                <a:cubicBezTo>
                  <a:pt x="2498412" y="1309456"/>
                  <a:pt x="2497747" y="1308792"/>
                  <a:pt x="2497747" y="1308792"/>
                </a:cubicBezTo>
                <a:lnTo>
                  <a:pt x="2488775" y="1293256"/>
                </a:lnTo>
                <a:cubicBezTo>
                  <a:pt x="2488526" y="1292923"/>
                  <a:pt x="2488775" y="1292010"/>
                  <a:pt x="2488775" y="1292010"/>
                </a:cubicBezTo>
                <a:lnTo>
                  <a:pt x="2497747" y="1276474"/>
                </a:lnTo>
                <a:cubicBezTo>
                  <a:pt x="2497996" y="1276058"/>
                  <a:pt x="2498412" y="1275809"/>
                  <a:pt x="2498827" y="1275809"/>
                </a:cubicBezTo>
                <a:lnTo>
                  <a:pt x="2516689" y="1275809"/>
                </a:lnTo>
                <a:cubicBezTo>
                  <a:pt x="2517105" y="1275809"/>
                  <a:pt x="2517769" y="1276474"/>
                  <a:pt x="2517769" y="1276474"/>
                </a:cubicBezTo>
                <a:lnTo>
                  <a:pt x="2526742" y="1292010"/>
                </a:lnTo>
                <a:cubicBezTo>
                  <a:pt x="2526991" y="1292342"/>
                  <a:pt x="2526742" y="1293256"/>
                  <a:pt x="2526742" y="1293256"/>
                </a:cubicBezTo>
                <a:lnTo>
                  <a:pt x="2517769" y="1308792"/>
                </a:lnTo>
                <a:cubicBezTo>
                  <a:pt x="2517520" y="1309207"/>
                  <a:pt x="2517105" y="1309456"/>
                  <a:pt x="2516689" y="1309456"/>
                </a:cubicBezTo>
                <a:close/>
                <a:moveTo>
                  <a:pt x="4424784" y="1825620"/>
                </a:moveTo>
                <a:cubicBezTo>
                  <a:pt x="4424369" y="1825620"/>
                  <a:pt x="4423704" y="1824956"/>
                  <a:pt x="4423704" y="1824956"/>
                </a:cubicBezTo>
                <a:lnTo>
                  <a:pt x="4414732" y="1809337"/>
                </a:lnTo>
                <a:cubicBezTo>
                  <a:pt x="4414483" y="1809004"/>
                  <a:pt x="4414732" y="1808091"/>
                  <a:pt x="4414732" y="1808091"/>
                </a:cubicBezTo>
                <a:lnTo>
                  <a:pt x="4423704" y="1792472"/>
                </a:lnTo>
                <a:cubicBezTo>
                  <a:pt x="4423953" y="1792056"/>
                  <a:pt x="4424369" y="1791807"/>
                  <a:pt x="4424784" y="1791807"/>
                </a:cubicBezTo>
                <a:lnTo>
                  <a:pt x="4442812" y="1791807"/>
                </a:lnTo>
                <a:cubicBezTo>
                  <a:pt x="4443228" y="1791807"/>
                  <a:pt x="4443892" y="1792472"/>
                  <a:pt x="4443892" y="1792472"/>
                </a:cubicBezTo>
                <a:lnTo>
                  <a:pt x="4452865" y="1808091"/>
                </a:lnTo>
                <a:cubicBezTo>
                  <a:pt x="4453114" y="1808423"/>
                  <a:pt x="4452865" y="1809337"/>
                  <a:pt x="4452865" y="1809337"/>
                </a:cubicBezTo>
                <a:lnTo>
                  <a:pt x="4443892" y="1824956"/>
                </a:lnTo>
                <a:cubicBezTo>
                  <a:pt x="4443643" y="1825371"/>
                  <a:pt x="4443228" y="1825620"/>
                  <a:pt x="4442812" y="1825620"/>
                </a:cubicBezTo>
                <a:close/>
                <a:moveTo>
                  <a:pt x="4364516" y="1809565"/>
                </a:moveTo>
                <a:cubicBezTo>
                  <a:pt x="4364101" y="1809565"/>
                  <a:pt x="4363436" y="1808899"/>
                  <a:pt x="4363436" y="1808899"/>
                </a:cubicBezTo>
                <a:lnTo>
                  <a:pt x="4354381" y="1793199"/>
                </a:lnTo>
                <a:cubicBezTo>
                  <a:pt x="4354132" y="1792865"/>
                  <a:pt x="4354381" y="1791951"/>
                  <a:pt x="4354381" y="1791951"/>
                </a:cubicBezTo>
                <a:lnTo>
                  <a:pt x="4363436" y="1776249"/>
                </a:lnTo>
                <a:cubicBezTo>
                  <a:pt x="4363602" y="1775835"/>
                  <a:pt x="4364101" y="1775585"/>
                  <a:pt x="4364516" y="1775586"/>
                </a:cubicBezTo>
                <a:lnTo>
                  <a:pt x="4382628" y="1775585"/>
                </a:lnTo>
                <a:cubicBezTo>
                  <a:pt x="4383043" y="1775585"/>
                  <a:pt x="4383708" y="1776250"/>
                  <a:pt x="4383708" y="1776250"/>
                </a:cubicBezTo>
                <a:lnTo>
                  <a:pt x="4392763" y="1791951"/>
                </a:lnTo>
                <a:cubicBezTo>
                  <a:pt x="4393013" y="1792283"/>
                  <a:pt x="4392763" y="1793199"/>
                  <a:pt x="4392763" y="1793199"/>
                </a:cubicBezTo>
                <a:lnTo>
                  <a:pt x="4383707" y="1808900"/>
                </a:lnTo>
                <a:cubicBezTo>
                  <a:pt x="4383542" y="1809315"/>
                  <a:pt x="4383043" y="1809565"/>
                  <a:pt x="4382628" y="1809564"/>
                </a:cubicBezTo>
                <a:close/>
                <a:moveTo>
                  <a:pt x="4304154" y="1793769"/>
                </a:moveTo>
                <a:cubicBezTo>
                  <a:pt x="4303655" y="1793769"/>
                  <a:pt x="4302991" y="1793104"/>
                  <a:pt x="4302991" y="1793104"/>
                </a:cubicBezTo>
                <a:lnTo>
                  <a:pt x="4293769" y="1777153"/>
                </a:lnTo>
                <a:cubicBezTo>
                  <a:pt x="4293519" y="1776738"/>
                  <a:pt x="4293769" y="1775824"/>
                  <a:pt x="4293769" y="1775824"/>
                </a:cubicBezTo>
                <a:lnTo>
                  <a:pt x="4302991" y="1759873"/>
                </a:lnTo>
                <a:cubicBezTo>
                  <a:pt x="4303240" y="1759457"/>
                  <a:pt x="4303655" y="1759208"/>
                  <a:pt x="4304154" y="1759208"/>
                </a:cubicBezTo>
                <a:lnTo>
                  <a:pt x="4322597" y="1759208"/>
                </a:lnTo>
                <a:cubicBezTo>
                  <a:pt x="4323096" y="1759208"/>
                  <a:pt x="4323760" y="1759873"/>
                  <a:pt x="4323760" y="1759873"/>
                </a:cubicBezTo>
                <a:lnTo>
                  <a:pt x="4332982" y="1775824"/>
                </a:lnTo>
                <a:cubicBezTo>
                  <a:pt x="4333231" y="1776239"/>
                  <a:pt x="4332982" y="1777153"/>
                  <a:pt x="4332982" y="1777153"/>
                </a:cubicBezTo>
                <a:lnTo>
                  <a:pt x="4323760" y="1793104"/>
                </a:lnTo>
                <a:cubicBezTo>
                  <a:pt x="4323511" y="1793520"/>
                  <a:pt x="4323096" y="1793769"/>
                  <a:pt x="4322597" y="1793769"/>
                </a:cubicBezTo>
                <a:close/>
                <a:moveTo>
                  <a:pt x="3220800" y="1503580"/>
                </a:moveTo>
                <a:cubicBezTo>
                  <a:pt x="3220301" y="1503581"/>
                  <a:pt x="3219636" y="1502916"/>
                  <a:pt x="3219636" y="1502916"/>
                </a:cubicBezTo>
                <a:lnTo>
                  <a:pt x="3210415" y="1486882"/>
                </a:lnTo>
                <a:cubicBezTo>
                  <a:pt x="3210166" y="1486465"/>
                  <a:pt x="3210415" y="1485552"/>
                  <a:pt x="3210415" y="1485552"/>
                </a:cubicBezTo>
                <a:lnTo>
                  <a:pt x="3219636" y="1469518"/>
                </a:lnTo>
                <a:cubicBezTo>
                  <a:pt x="3219886" y="1469101"/>
                  <a:pt x="3220301" y="1468852"/>
                  <a:pt x="3220800" y="1468853"/>
                </a:cubicBezTo>
                <a:lnTo>
                  <a:pt x="3239326" y="1468853"/>
                </a:lnTo>
                <a:cubicBezTo>
                  <a:pt x="3239825" y="1468853"/>
                  <a:pt x="3240489" y="1469518"/>
                  <a:pt x="3240489" y="1469518"/>
                </a:cubicBezTo>
                <a:lnTo>
                  <a:pt x="3249711" y="1485551"/>
                </a:lnTo>
                <a:cubicBezTo>
                  <a:pt x="3249961" y="1485967"/>
                  <a:pt x="3249711" y="1486882"/>
                  <a:pt x="3249711" y="1486882"/>
                </a:cubicBezTo>
                <a:lnTo>
                  <a:pt x="3240489" y="1502916"/>
                </a:lnTo>
                <a:cubicBezTo>
                  <a:pt x="3240240" y="1503330"/>
                  <a:pt x="3239825" y="1503580"/>
                  <a:pt x="3239326" y="1503580"/>
                </a:cubicBezTo>
                <a:close/>
                <a:moveTo>
                  <a:pt x="4605001" y="1874570"/>
                </a:moveTo>
                <a:cubicBezTo>
                  <a:pt x="4604502" y="1874571"/>
                  <a:pt x="4603838" y="1873907"/>
                  <a:pt x="4603838" y="1873907"/>
                </a:cubicBezTo>
                <a:lnTo>
                  <a:pt x="4594533" y="1857789"/>
                </a:lnTo>
                <a:cubicBezTo>
                  <a:pt x="4594284" y="1857373"/>
                  <a:pt x="4594533" y="1856459"/>
                  <a:pt x="4594533" y="1856459"/>
                </a:cubicBezTo>
                <a:lnTo>
                  <a:pt x="4603838" y="1840341"/>
                </a:lnTo>
                <a:cubicBezTo>
                  <a:pt x="4604087" y="1839926"/>
                  <a:pt x="4604502" y="1839678"/>
                  <a:pt x="4605001" y="1839677"/>
                </a:cubicBezTo>
                <a:lnTo>
                  <a:pt x="4623610" y="1839678"/>
                </a:lnTo>
                <a:cubicBezTo>
                  <a:pt x="4624109" y="1839677"/>
                  <a:pt x="4624774" y="1840342"/>
                  <a:pt x="4624774" y="1840342"/>
                </a:cubicBezTo>
                <a:lnTo>
                  <a:pt x="4634079" y="1856460"/>
                </a:lnTo>
                <a:cubicBezTo>
                  <a:pt x="4634328" y="1856875"/>
                  <a:pt x="4634079" y="1857788"/>
                  <a:pt x="4634079" y="1857788"/>
                </a:cubicBezTo>
                <a:lnTo>
                  <a:pt x="4624774" y="1873906"/>
                </a:lnTo>
                <a:cubicBezTo>
                  <a:pt x="4624524" y="1874321"/>
                  <a:pt x="4624109" y="1874570"/>
                  <a:pt x="4623610" y="1874571"/>
                </a:cubicBezTo>
                <a:close/>
                <a:moveTo>
                  <a:pt x="4484547" y="1842388"/>
                </a:moveTo>
                <a:cubicBezTo>
                  <a:pt x="4484049" y="1842388"/>
                  <a:pt x="4483384" y="1841724"/>
                  <a:pt x="4483384" y="1841724"/>
                </a:cubicBezTo>
                <a:lnTo>
                  <a:pt x="4473996" y="1825523"/>
                </a:lnTo>
                <a:cubicBezTo>
                  <a:pt x="4473747" y="1825108"/>
                  <a:pt x="4473996" y="1824194"/>
                  <a:pt x="4473996" y="1824194"/>
                </a:cubicBezTo>
                <a:lnTo>
                  <a:pt x="4483384" y="1807993"/>
                </a:lnTo>
                <a:cubicBezTo>
                  <a:pt x="4483633" y="1807578"/>
                  <a:pt x="4484049" y="1807329"/>
                  <a:pt x="4484547" y="1807329"/>
                </a:cubicBezTo>
                <a:lnTo>
                  <a:pt x="4503240" y="1807329"/>
                </a:lnTo>
                <a:cubicBezTo>
                  <a:pt x="4503738" y="1807329"/>
                  <a:pt x="4504403" y="1807993"/>
                  <a:pt x="4504403" y="1807993"/>
                </a:cubicBezTo>
                <a:lnTo>
                  <a:pt x="4513791" y="1824194"/>
                </a:lnTo>
                <a:cubicBezTo>
                  <a:pt x="4514040" y="1824609"/>
                  <a:pt x="4513791" y="1825523"/>
                  <a:pt x="4513791" y="1825523"/>
                </a:cubicBezTo>
                <a:lnTo>
                  <a:pt x="4504403" y="1841724"/>
                </a:lnTo>
                <a:cubicBezTo>
                  <a:pt x="4504154" y="1842139"/>
                  <a:pt x="4503738" y="1842388"/>
                  <a:pt x="4503240" y="1842388"/>
                </a:cubicBezTo>
                <a:close/>
                <a:moveTo>
                  <a:pt x="4544650" y="1858693"/>
                </a:moveTo>
                <a:cubicBezTo>
                  <a:pt x="4544150" y="1858693"/>
                  <a:pt x="4543486" y="1858028"/>
                  <a:pt x="4543486" y="1858028"/>
                </a:cubicBezTo>
                <a:lnTo>
                  <a:pt x="4534016" y="1841662"/>
                </a:lnTo>
                <a:cubicBezTo>
                  <a:pt x="4533766" y="1841246"/>
                  <a:pt x="4534015" y="1840332"/>
                  <a:pt x="4534015" y="1840332"/>
                </a:cubicBezTo>
                <a:lnTo>
                  <a:pt x="4543486" y="1823966"/>
                </a:lnTo>
                <a:cubicBezTo>
                  <a:pt x="4543736" y="1823550"/>
                  <a:pt x="4544151" y="1823301"/>
                  <a:pt x="4544650" y="1823301"/>
                </a:cubicBezTo>
                <a:lnTo>
                  <a:pt x="4563592" y="1823301"/>
                </a:lnTo>
                <a:cubicBezTo>
                  <a:pt x="4564091" y="1823301"/>
                  <a:pt x="4564755" y="1823966"/>
                  <a:pt x="4564755" y="1823966"/>
                </a:cubicBezTo>
                <a:lnTo>
                  <a:pt x="4574225" y="1840332"/>
                </a:lnTo>
                <a:cubicBezTo>
                  <a:pt x="4574475" y="1840747"/>
                  <a:pt x="4574225" y="1841661"/>
                  <a:pt x="4574225" y="1841661"/>
                </a:cubicBezTo>
                <a:lnTo>
                  <a:pt x="4564754" y="1858028"/>
                </a:lnTo>
                <a:cubicBezTo>
                  <a:pt x="4564505" y="1858443"/>
                  <a:pt x="4564090" y="1858693"/>
                  <a:pt x="4563591" y="1858693"/>
                </a:cubicBezTo>
                <a:close/>
                <a:moveTo>
                  <a:pt x="5026139" y="1987707"/>
                </a:moveTo>
                <a:cubicBezTo>
                  <a:pt x="5025640" y="1987708"/>
                  <a:pt x="5024976" y="1987043"/>
                  <a:pt x="5024976" y="1987043"/>
                </a:cubicBezTo>
                <a:lnTo>
                  <a:pt x="5015505" y="1970677"/>
                </a:lnTo>
                <a:cubicBezTo>
                  <a:pt x="5015256" y="1970261"/>
                  <a:pt x="5015505" y="1969346"/>
                  <a:pt x="5015505" y="1969346"/>
                </a:cubicBezTo>
                <a:lnTo>
                  <a:pt x="5024976" y="1952981"/>
                </a:lnTo>
                <a:cubicBezTo>
                  <a:pt x="5025225" y="1952564"/>
                  <a:pt x="5025640" y="1952316"/>
                  <a:pt x="5026140" y="1952315"/>
                </a:cubicBezTo>
                <a:lnTo>
                  <a:pt x="5045081" y="1952315"/>
                </a:lnTo>
                <a:cubicBezTo>
                  <a:pt x="5045579" y="1952315"/>
                  <a:pt x="5046244" y="1952981"/>
                  <a:pt x="5046244" y="1952981"/>
                </a:cubicBezTo>
                <a:lnTo>
                  <a:pt x="5055715" y="1969347"/>
                </a:lnTo>
                <a:cubicBezTo>
                  <a:pt x="5055964" y="1969762"/>
                  <a:pt x="5055715" y="1970676"/>
                  <a:pt x="5055715" y="1970676"/>
                </a:cubicBezTo>
                <a:lnTo>
                  <a:pt x="5046244" y="1987043"/>
                </a:lnTo>
                <a:cubicBezTo>
                  <a:pt x="5045995" y="1987457"/>
                  <a:pt x="5045579" y="1987707"/>
                  <a:pt x="5045081" y="1987707"/>
                </a:cubicBezTo>
                <a:close/>
                <a:moveTo>
                  <a:pt x="4725102" y="1907236"/>
                </a:moveTo>
                <a:cubicBezTo>
                  <a:pt x="4724603" y="1907236"/>
                  <a:pt x="4723939" y="1906571"/>
                  <a:pt x="4723939" y="1906571"/>
                </a:cubicBezTo>
                <a:lnTo>
                  <a:pt x="4714468" y="1890122"/>
                </a:lnTo>
                <a:cubicBezTo>
                  <a:pt x="4714218" y="1889707"/>
                  <a:pt x="4714469" y="1888792"/>
                  <a:pt x="4714469" y="1888792"/>
                </a:cubicBezTo>
                <a:lnTo>
                  <a:pt x="4724022" y="1872343"/>
                </a:lnTo>
                <a:cubicBezTo>
                  <a:pt x="4724272" y="1871927"/>
                  <a:pt x="4724687" y="1871678"/>
                  <a:pt x="4725185" y="1871678"/>
                </a:cubicBezTo>
                <a:lnTo>
                  <a:pt x="4744210" y="1871678"/>
                </a:lnTo>
                <a:cubicBezTo>
                  <a:pt x="4744709" y="1871678"/>
                  <a:pt x="4745373" y="1872343"/>
                  <a:pt x="4745373" y="1872343"/>
                </a:cubicBezTo>
                <a:lnTo>
                  <a:pt x="4754844" y="1888792"/>
                </a:lnTo>
                <a:cubicBezTo>
                  <a:pt x="4755094" y="1889208"/>
                  <a:pt x="4754844" y="1890122"/>
                  <a:pt x="4754844" y="1890122"/>
                </a:cubicBezTo>
                <a:lnTo>
                  <a:pt x="4745290" y="1906571"/>
                </a:lnTo>
                <a:cubicBezTo>
                  <a:pt x="4745041" y="1906987"/>
                  <a:pt x="4744626" y="1907236"/>
                  <a:pt x="4744128" y="1907236"/>
                </a:cubicBezTo>
                <a:close/>
                <a:moveTo>
                  <a:pt x="2558317" y="1326824"/>
                </a:moveTo>
                <a:cubicBezTo>
                  <a:pt x="2557819" y="1326824"/>
                  <a:pt x="2557403" y="1326575"/>
                  <a:pt x="2557154" y="1326159"/>
                </a:cubicBezTo>
                <a:lnTo>
                  <a:pt x="2547517" y="1309544"/>
                </a:lnTo>
                <a:cubicBezTo>
                  <a:pt x="2547268" y="1309128"/>
                  <a:pt x="2547268" y="1308630"/>
                  <a:pt x="2547517" y="1308214"/>
                </a:cubicBezTo>
                <a:lnTo>
                  <a:pt x="2557154" y="1291598"/>
                </a:lnTo>
                <a:cubicBezTo>
                  <a:pt x="2557403" y="1291183"/>
                  <a:pt x="2557819" y="1290934"/>
                  <a:pt x="2558317" y="1290934"/>
                </a:cubicBezTo>
                <a:lnTo>
                  <a:pt x="2577509" y="1290934"/>
                </a:lnTo>
                <a:cubicBezTo>
                  <a:pt x="2578007" y="1290934"/>
                  <a:pt x="2578422" y="1291183"/>
                  <a:pt x="2578672" y="1291598"/>
                </a:cubicBezTo>
                <a:lnTo>
                  <a:pt x="2588309" y="1308214"/>
                </a:lnTo>
                <a:cubicBezTo>
                  <a:pt x="2588558" y="1308630"/>
                  <a:pt x="2588558" y="1309128"/>
                  <a:pt x="2588309" y="1309544"/>
                </a:cubicBezTo>
                <a:lnTo>
                  <a:pt x="2578672" y="1326159"/>
                </a:lnTo>
                <a:cubicBezTo>
                  <a:pt x="2578422" y="1326575"/>
                  <a:pt x="2578007" y="1326824"/>
                  <a:pt x="2577509" y="1326824"/>
                </a:cubicBezTo>
                <a:close/>
                <a:moveTo>
                  <a:pt x="5086138" y="2004152"/>
                </a:moveTo>
                <a:cubicBezTo>
                  <a:pt x="5085640" y="2004152"/>
                  <a:pt x="5085224" y="2003902"/>
                  <a:pt x="5084975" y="2003486"/>
                </a:cubicBezTo>
                <a:lnTo>
                  <a:pt x="5075338" y="1986871"/>
                </a:lnTo>
                <a:cubicBezTo>
                  <a:pt x="5075089" y="1986455"/>
                  <a:pt x="5075089" y="1985957"/>
                  <a:pt x="5075338" y="1985542"/>
                </a:cubicBezTo>
                <a:lnTo>
                  <a:pt x="5084975" y="1968926"/>
                </a:lnTo>
                <a:cubicBezTo>
                  <a:pt x="5085224" y="1968511"/>
                  <a:pt x="5085640" y="1968262"/>
                  <a:pt x="5086138" y="1968262"/>
                </a:cubicBezTo>
                <a:lnTo>
                  <a:pt x="5105330" y="1968261"/>
                </a:lnTo>
                <a:cubicBezTo>
                  <a:pt x="5105828" y="1968262"/>
                  <a:pt x="5106243" y="1968511"/>
                  <a:pt x="5106493" y="1968925"/>
                </a:cubicBezTo>
                <a:lnTo>
                  <a:pt x="5116130" y="1985541"/>
                </a:lnTo>
                <a:cubicBezTo>
                  <a:pt x="5116379" y="1985958"/>
                  <a:pt x="5116379" y="1986456"/>
                  <a:pt x="5116130" y="1986872"/>
                </a:cubicBezTo>
                <a:lnTo>
                  <a:pt x="5106493" y="2003487"/>
                </a:lnTo>
                <a:cubicBezTo>
                  <a:pt x="5106243" y="2003903"/>
                  <a:pt x="5105828" y="2004152"/>
                  <a:pt x="5105330" y="2004152"/>
                </a:cubicBezTo>
                <a:close/>
                <a:moveTo>
                  <a:pt x="3160177" y="1488198"/>
                </a:moveTo>
                <a:cubicBezTo>
                  <a:pt x="3159678" y="1488198"/>
                  <a:pt x="3159263" y="1487949"/>
                  <a:pt x="3159014" y="1487534"/>
                </a:cubicBezTo>
                <a:lnTo>
                  <a:pt x="3149377" y="1470835"/>
                </a:lnTo>
                <a:cubicBezTo>
                  <a:pt x="3149128" y="1470420"/>
                  <a:pt x="3149128" y="1469921"/>
                  <a:pt x="3149376" y="1469505"/>
                </a:cubicBezTo>
                <a:lnTo>
                  <a:pt x="3159014" y="1452807"/>
                </a:lnTo>
                <a:cubicBezTo>
                  <a:pt x="3159263" y="1452391"/>
                  <a:pt x="3159679" y="1452142"/>
                  <a:pt x="3160177" y="1452142"/>
                </a:cubicBezTo>
                <a:lnTo>
                  <a:pt x="3179534" y="1452142"/>
                </a:lnTo>
                <a:cubicBezTo>
                  <a:pt x="3180032" y="1452142"/>
                  <a:pt x="3180448" y="1452391"/>
                  <a:pt x="3180697" y="1452807"/>
                </a:cubicBezTo>
                <a:lnTo>
                  <a:pt x="3190335" y="1469505"/>
                </a:lnTo>
                <a:cubicBezTo>
                  <a:pt x="3190583" y="1469921"/>
                  <a:pt x="3190584" y="1470420"/>
                  <a:pt x="3190335" y="1470835"/>
                </a:cubicBezTo>
                <a:lnTo>
                  <a:pt x="3180697" y="1487534"/>
                </a:lnTo>
                <a:cubicBezTo>
                  <a:pt x="3180448" y="1487949"/>
                  <a:pt x="3180032" y="1488198"/>
                  <a:pt x="3179534" y="1488198"/>
                </a:cubicBezTo>
                <a:close/>
                <a:moveTo>
                  <a:pt x="2799009" y="1391514"/>
                </a:moveTo>
                <a:cubicBezTo>
                  <a:pt x="2798511" y="1391514"/>
                  <a:pt x="2798096" y="1391264"/>
                  <a:pt x="2797846" y="1390849"/>
                </a:cubicBezTo>
                <a:lnTo>
                  <a:pt x="2788126" y="1373984"/>
                </a:lnTo>
                <a:cubicBezTo>
                  <a:pt x="2787877" y="1373486"/>
                  <a:pt x="2787877" y="1372987"/>
                  <a:pt x="2788126" y="1372572"/>
                </a:cubicBezTo>
                <a:lnTo>
                  <a:pt x="2797846" y="1355707"/>
                </a:lnTo>
                <a:cubicBezTo>
                  <a:pt x="2798096" y="1355291"/>
                  <a:pt x="2798511" y="1355042"/>
                  <a:pt x="2799009" y="1355042"/>
                </a:cubicBezTo>
                <a:lnTo>
                  <a:pt x="2818450" y="1355042"/>
                </a:lnTo>
                <a:cubicBezTo>
                  <a:pt x="2818948" y="1355042"/>
                  <a:pt x="2819364" y="1355291"/>
                  <a:pt x="2819613" y="1355707"/>
                </a:cubicBezTo>
                <a:lnTo>
                  <a:pt x="2829333" y="1372572"/>
                </a:lnTo>
                <a:cubicBezTo>
                  <a:pt x="2829583" y="1373070"/>
                  <a:pt x="2829583" y="1373568"/>
                  <a:pt x="2829333" y="1373984"/>
                </a:cubicBezTo>
                <a:lnTo>
                  <a:pt x="2819613" y="1390849"/>
                </a:lnTo>
                <a:cubicBezTo>
                  <a:pt x="2819364" y="1391264"/>
                  <a:pt x="2818948" y="1391514"/>
                  <a:pt x="2818450" y="1391514"/>
                </a:cubicBezTo>
                <a:close/>
                <a:moveTo>
                  <a:pt x="4785154" y="1923700"/>
                </a:moveTo>
                <a:cubicBezTo>
                  <a:pt x="4784656" y="1923700"/>
                  <a:pt x="4784240" y="1923450"/>
                  <a:pt x="4783991" y="1923035"/>
                </a:cubicBezTo>
                <a:lnTo>
                  <a:pt x="4774272" y="1906170"/>
                </a:lnTo>
                <a:cubicBezTo>
                  <a:pt x="4774022" y="1905672"/>
                  <a:pt x="4774023" y="1905173"/>
                  <a:pt x="4774272" y="1904758"/>
                </a:cubicBezTo>
                <a:lnTo>
                  <a:pt x="4783992" y="1887893"/>
                </a:lnTo>
                <a:cubicBezTo>
                  <a:pt x="4784240" y="1887478"/>
                  <a:pt x="4784657" y="1887228"/>
                  <a:pt x="4785155" y="1887228"/>
                </a:cubicBezTo>
                <a:lnTo>
                  <a:pt x="4804595" y="1887228"/>
                </a:lnTo>
                <a:cubicBezTo>
                  <a:pt x="4805093" y="1887228"/>
                  <a:pt x="4805510" y="1887477"/>
                  <a:pt x="4805758" y="1887893"/>
                </a:cubicBezTo>
                <a:lnTo>
                  <a:pt x="4815479" y="1904758"/>
                </a:lnTo>
                <a:cubicBezTo>
                  <a:pt x="4815728" y="1905256"/>
                  <a:pt x="4815727" y="1905754"/>
                  <a:pt x="4815479" y="1906171"/>
                </a:cubicBezTo>
                <a:lnTo>
                  <a:pt x="4805758" y="1923035"/>
                </a:lnTo>
                <a:cubicBezTo>
                  <a:pt x="4805510" y="1923450"/>
                  <a:pt x="4805094" y="1923701"/>
                  <a:pt x="4804595" y="1923701"/>
                </a:cubicBezTo>
                <a:close/>
                <a:moveTo>
                  <a:pt x="4905527" y="1955954"/>
                </a:moveTo>
                <a:cubicBezTo>
                  <a:pt x="4905029" y="1955954"/>
                  <a:pt x="4904613" y="1955704"/>
                  <a:pt x="4904364" y="1955289"/>
                </a:cubicBezTo>
                <a:lnTo>
                  <a:pt x="4894644" y="1938424"/>
                </a:lnTo>
                <a:cubicBezTo>
                  <a:pt x="4894395" y="1937926"/>
                  <a:pt x="4894395" y="1937427"/>
                  <a:pt x="4894644" y="1937012"/>
                </a:cubicBezTo>
                <a:lnTo>
                  <a:pt x="4904364" y="1920147"/>
                </a:lnTo>
                <a:cubicBezTo>
                  <a:pt x="4904613" y="1919731"/>
                  <a:pt x="4905029" y="1919482"/>
                  <a:pt x="4905527" y="1919482"/>
                </a:cubicBezTo>
                <a:lnTo>
                  <a:pt x="4924968" y="1919482"/>
                </a:lnTo>
                <a:cubicBezTo>
                  <a:pt x="4925466" y="1919482"/>
                  <a:pt x="4925882" y="1919731"/>
                  <a:pt x="4926131" y="1920147"/>
                </a:cubicBezTo>
                <a:lnTo>
                  <a:pt x="4935851" y="1937012"/>
                </a:lnTo>
                <a:cubicBezTo>
                  <a:pt x="4936100" y="1937510"/>
                  <a:pt x="4936100" y="1938008"/>
                  <a:pt x="4935851" y="1938424"/>
                </a:cubicBezTo>
                <a:lnTo>
                  <a:pt x="4926131" y="1955289"/>
                </a:lnTo>
                <a:cubicBezTo>
                  <a:pt x="4925882" y="1955704"/>
                  <a:pt x="4925466" y="1955954"/>
                  <a:pt x="4924968" y="1955954"/>
                </a:cubicBezTo>
                <a:close/>
                <a:moveTo>
                  <a:pt x="1113711" y="940044"/>
                </a:moveTo>
                <a:cubicBezTo>
                  <a:pt x="1113213" y="940044"/>
                  <a:pt x="1112798" y="939795"/>
                  <a:pt x="1112548" y="939380"/>
                </a:cubicBezTo>
                <a:lnTo>
                  <a:pt x="1102829" y="922431"/>
                </a:lnTo>
                <a:cubicBezTo>
                  <a:pt x="1102580" y="922016"/>
                  <a:pt x="1102579" y="921434"/>
                  <a:pt x="1102828" y="921019"/>
                </a:cubicBezTo>
                <a:lnTo>
                  <a:pt x="1112631" y="904071"/>
                </a:lnTo>
                <a:cubicBezTo>
                  <a:pt x="1112881" y="903655"/>
                  <a:pt x="1113296" y="903406"/>
                  <a:pt x="1113795" y="903407"/>
                </a:cubicBezTo>
                <a:lnTo>
                  <a:pt x="1133318" y="903407"/>
                </a:lnTo>
                <a:cubicBezTo>
                  <a:pt x="1133816" y="903406"/>
                  <a:pt x="1134232" y="903655"/>
                  <a:pt x="1134481" y="904071"/>
                </a:cubicBezTo>
                <a:lnTo>
                  <a:pt x="1144201" y="921019"/>
                </a:lnTo>
                <a:cubicBezTo>
                  <a:pt x="1144451" y="921434"/>
                  <a:pt x="1144451" y="922016"/>
                  <a:pt x="1144201" y="922431"/>
                </a:cubicBezTo>
                <a:lnTo>
                  <a:pt x="1134398" y="939379"/>
                </a:lnTo>
                <a:cubicBezTo>
                  <a:pt x="1134149" y="939795"/>
                  <a:pt x="1133733" y="940044"/>
                  <a:pt x="1133235" y="940044"/>
                </a:cubicBezTo>
                <a:close/>
                <a:moveTo>
                  <a:pt x="2618367" y="1343215"/>
                </a:moveTo>
                <a:cubicBezTo>
                  <a:pt x="2617869" y="1343216"/>
                  <a:pt x="2617453" y="1342966"/>
                  <a:pt x="2617204" y="1342551"/>
                </a:cubicBezTo>
                <a:lnTo>
                  <a:pt x="2607484" y="1325602"/>
                </a:lnTo>
                <a:cubicBezTo>
                  <a:pt x="2607235" y="1325187"/>
                  <a:pt x="2607235" y="1324606"/>
                  <a:pt x="2607484" y="1324190"/>
                </a:cubicBezTo>
                <a:lnTo>
                  <a:pt x="2617287" y="1307243"/>
                </a:lnTo>
                <a:cubicBezTo>
                  <a:pt x="2617536" y="1306826"/>
                  <a:pt x="2617952" y="1306578"/>
                  <a:pt x="2618450" y="1306577"/>
                </a:cubicBezTo>
                <a:lnTo>
                  <a:pt x="2637974" y="1306578"/>
                </a:lnTo>
                <a:cubicBezTo>
                  <a:pt x="2638471" y="1306578"/>
                  <a:pt x="2638888" y="1306827"/>
                  <a:pt x="2639137" y="1307242"/>
                </a:cubicBezTo>
                <a:lnTo>
                  <a:pt x="2648857" y="1324191"/>
                </a:lnTo>
                <a:cubicBezTo>
                  <a:pt x="2649106" y="1324606"/>
                  <a:pt x="2649106" y="1325187"/>
                  <a:pt x="2648857" y="1325603"/>
                </a:cubicBezTo>
                <a:lnTo>
                  <a:pt x="2639054" y="1342550"/>
                </a:lnTo>
                <a:cubicBezTo>
                  <a:pt x="2638805" y="1342967"/>
                  <a:pt x="2638389" y="1343215"/>
                  <a:pt x="2637891" y="1343216"/>
                </a:cubicBezTo>
                <a:close/>
                <a:moveTo>
                  <a:pt x="3039671" y="1456187"/>
                </a:moveTo>
                <a:cubicBezTo>
                  <a:pt x="3039256" y="1456186"/>
                  <a:pt x="3038757" y="1455938"/>
                  <a:pt x="3038508" y="1455523"/>
                </a:cubicBezTo>
                <a:lnTo>
                  <a:pt x="3028704" y="1438492"/>
                </a:lnTo>
                <a:cubicBezTo>
                  <a:pt x="3028456" y="1438076"/>
                  <a:pt x="3028456" y="1437494"/>
                  <a:pt x="3028705" y="1437079"/>
                </a:cubicBezTo>
                <a:lnTo>
                  <a:pt x="3038508" y="1420047"/>
                </a:lnTo>
                <a:cubicBezTo>
                  <a:pt x="3038757" y="1419632"/>
                  <a:pt x="3039172" y="1419383"/>
                  <a:pt x="3039671" y="1419383"/>
                </a:cubicBezTo>
                <a:lnTo>
                  <a:pt x="3059278" y="1419382"/>
                </a:lnTo>
                <a:cubicBezTo>
                  <a:pt x="3059694" y="1419383"/>
                  <a:pt x="3060192" y="1419631"/>
                  <a:pt x="3060441" y="1420048"/>
                </a:cubicBezTo>
                <a:lnTo>
                  <a:pt x="3070245" y="1437079"/>
                </a:lnTo>
                <a:cubicBezTo>
                  <a:pt x="3070494" y="1437493"/>
                  <a:pt x="3070494" y="1438076"/>
                  <a:pt x="3070244" y="1438491"/>
                </a:cubicBezTo>
                <a:lnTo>
                  <a:pt x="3060441" y="1455523"/>
                </a:lnTo>
                <a:cubicBezTo>
                  <a:pt x="3060192" y="1455938"/>
                  <a:pt x="3059776" y="1456186"/>
                  <a:pt x="3059277" y="1456186"/>
                </a:cubicBezTo>
                <a:close/>
                <a:moveTo>
                  <a:pt x="3099857" y="1472314"/>
                </a:moveTo>
                <a:cubicBezTo>
                  <a:pt x="3099442" y="1472313"/>
                  <a:pt x="3098942" y="1472064"/>
                  <a:pt x="3098693" y="1471649"/>
                </a:cubicBezTo>
                <a:lnTo>
                  <a:pt x="3088890" y="1454618"/>
                </a:lnTo>
                <a:cubicBezTo>
                  <a:pt x="3088642" y="1454202"/>
                  <a:pt x="3088642" y="1453620"/>
                  <a:pt x="3088891" y="1453205"/>
                </a:cubicBezTo>
                <a:lnTo>
                  <a:pt x="3098694" y="1436174"/>
                </a:lnTo>
                <a:cubicBezTo>
                  <a:pt x="3098943" y="1435758"/>
                  <a:pt x="3099358" y="1435510"/>
                  <a:pt x="3099857" y="1435510"/>
                </a:cubicBezTo>
                <a:lnTo>
                  <a:pt x="3119463" y="1435509"/>
                </a:lnTo>
                <a:cubicBezTo>
                  <a:pt x="3119880" y="1435509"/>
                  <a:pt x="3120378" y="1435758"/>
                  <a:pt x="3120626" y="1436174"/>
                </a:cubicBezTo>
                <a:lnTo>
                  <a:pt x="3130430" y="1453206"/>
                </a:lnTo>
                <a:cubicBezTo>
                  <a:pt x="3130680" y="1453620"/>
                  <a:pt x="3130679" y="1454202"/>
                  <a:pt x="3130430" y="1454618"/>
                </a:cubicBezTo>
                <a:lnTo>
                  <a:pt x="3120627" y="1471650"/>
                </a:lnTo>
                <a:cubicBezTo>
                  <a:pt x="3120377" y="1472064"/>
                  <a:pt x="3119962" y="1472313"/>
                  <a:pt x="3119463" y="1472313"/>
                </a:cubicBezTo>
                <a:close/>
                <a:moveTo>
                  <a:pt x="4965630" y="1972246"/>
                </a:moveTo>
                <a:cubicBezTo>
                  <a:pt x="4965215" y="1972246"/>
                  <a:pt x="4964717" y="1971997"/>
                  <a:pt x="4964467" y="1971582"/>
                </a:cubicBezTo>
                <a:lnTo>
                  <a:pt x="4954664" y="1954551"/>
                </a:lnTo>
                <a:cubicBezTo>
                  <a:pt x="4954415" y="1954135"/>
                  <a:pt x="4954415" y="1953553"/>
                  <a:pt x="4954664" y="1953138"/>
                </a:cubicBezTo>
                <a:lnTo>
                  <a:pt x="4964467" y="1936107"/>
                </a:lnTo>
                <a:cubicBezTo>
                  <a:pt x="4964717" y="1935691"/>
                  <a:pt x="4965132" y="1935442"/>
                  <a:pt x="4965630" y="1935442"/>
                </a:cubicBezTo>
                <a:lnTo>
                  <a:pt x="4985237" y="1935442"/>
                </a:lnTo>
                <a:cubicBezTo>
                  <a:pt x="4985652" y="1935442"/>
                  <a:pt x="4986151" y="1935691"/>
                  <a:pt x="4986400" y="1936107"/>
                </a:cubicBezTo>
                <a:lnTo>
                  <a:pt x="4996204" y="1953138"/>
                </a:lnTo>
                <a:cubicBezTo>
                  <a:pt x="4996453" y="1953553"/>
                  <a:pt x="4996453" y="1954135"/>
                  <a:pt x="4996204" y="1954551"/>
                </a:cubicBezTo>
                <a:lnTo>
                  <a:pt x="4986400" y="1971582"/>
                </a:lnTo>
                <a:cubicBezTo>
                  <a:pt x="4986151" y="1971997"/>
                  <a:pt x="4985736" y="1972246"/>
                  <a:pt x="4985237" y="1972246"/>
                </a:cubicBezTo>
                <a:close/>
                <a:moveTo>
                  <a:pt x="4845154" y="1940145"/>
                </a:moveTo>
                <a:cubicBezTo>
                  <a:pt x="4844739" y="1940145"/>
                  <a:pt x="4844241" y="1939897"/>
                  <a:pt x="4843991" y="1939482"/>
                </a:cubicBezTo>
                <a:lnTo>
                  <a:pt x="4834106" y="1922366"/>
                </a:lnTo>
                <a:cubicBezTo>
                  <a:pt x="4833856" y="1921952"/>
                  <a:pt x="4833856" y="1921369"/>
                  <a:pt x="4834105" y="1920955"/>
                </a:cubicBezTo>
                <a:lnTo>
                  <a:pt x="4843991" y="1903840"/>
                </a:lnTo>
                <a:cubicBezTo>
                  <a:pt x="4844241" y="1903424"/>
                  <a:pt x="4844656" y="1903176"/>
                  <a:pt x="4845154" y="1903176"/>
                </a:cubicBezTo>
                <a:lnTo>
                  <a:pt x="4864844" y="1903176"/>
                </a:lnTo>
                <a:cubicBezTo>
                  <a:pt x="4865260" y="1903175"/>
                  <a:pt x="4865758" y="1903424"/>
                  <a:pt x="4866007" y="1903839"/>
                </a:cubicBezTo>
                <a:lnTo>
                  <a:pt x="4875894" y="1920955"/>
                </a:lnTo>
                <a:cubicBezTo>
                  <a:pt x="4876143" y="1921370"/>
                  <a:pt x="4876143" y="1921951"/>
                  <a:pt x="4875894" y="1922367"/>
                </a:cubicBezTo>
                <a:lnTo>
                  <a:pt x="4866007" y="1939481"/>
                </a:lnTo>
                <a:cubicBezTo>
                  <a:pt x="4865758" y="1939897"/>
                  <a:pt x="4865343" y="1940146"/>
                  <a:pt x="4864844" y="1940146"/>
                </a:cubicBezTo>
                <a:close/>
                <a:moveTo>
                  <a:pt x="4664594" y="1891868"/>
                </a:moveTo>
                <a:cubicBezTo>
                  <a:pt x="4664095" y="1891869"/>
                  <a:pt x="4663597" y="1891620"/>
                  <a:pt x="4663347" y="1891204"/>
                </a:cubicBezTo>
                <a:lnTo>
                  <a:pt x="4653461" y="1874007"/>
                </a:lnTo>
                <a:cubicBezTo>
                  <a:pt x="4653212" y="1873592"/>
                  <a:pt x="4653212" y="1873010"/>
                  <a:pt x="4653461" y="1872595"/>
                </a:cubicBezTo>
                <a:lnTo>
                  <a:pt x="4663347" y="1855397"/>
                </a:lnTo>
                <a:cubicBezTo>
                  <a:pt x="4663597" y="1854981"/>
                  <a:pt x="4664095" y="1854733"/>
                  <a:pt x="4664594" y="1854733"/>
                </a:cubicBezTo>
                <a:lnTo>
                  <a:pt x="4684450" y="1854733"/>
                </a:lnTo>
                <a:cubicBezTo>
                  <a:pt x="4684948" y="1854733"/>
                  <a:pt x="4685446" y="1854981"/>
                  <a:pt x="4685696" y="1855398"/>
                </a:cubicBezTo>
                <a:lnTo>
                  <a:pt x="4695582" y="1872594"/>
                </a:lnTo>
                <a:cubicBezTo>
                  <a:pt x="4695831" y="1873011"/>
                  <a:pt x="4695831" y="1873592"/>
                  <a:pt x="4695582" y="1874007"/>
                </a:cubicBezTo>
                <a:lnTo>
                  <a:pt x="4685696" y="1891205"/>
                </a:lnTo>
                <a:cubicBezTo>
                  <a:pt x="4685446" y="1891620"/>
                  <a:pt x="4684948" y="1891868"/>
                  <a:pt x="4684450" y="1891869"/>
                </a:cubicBezTo>
                <a:close/>
                <a:moveTo>
                  <a:pt x="1173711" y="956583"/>
                </a:moveTo>
                <a:cubicBezTo>
                  <a:pt x="1173212" y="956584"/>
                  <a:pt x="1172713" y="956334"/>
                  <a:pt x="1172465" y="955920"/>
                </a:cubicBezTo>
                <a:lnTo>
                  <a:pt x="1162495" y="938639"/>
                </a:lnTo>
                <a:cubicBezTo>
                  <a:pt x="1162246" y="938223"/>
                  <a:pt x="1162245" y="937642"/>
                  <a:pt x="1162494" y="937226"/>
                </a:cubicBezTo>
                <a:lnTo>
                  <a:pt x="1172465" y="919946"/>
                </a:lnTo>
                <a:cubicBezTo>
                  <a:pt x="1172714" y="919530"/>
                  <a:pt x="1173211" y="919281"/>
                  <a:pt x="1173710" y="919281"/>
                </a:cubicBezTo>
                <a:lnTo>
                  <a:pt x="1193650" y="919281"/>
                </a:lnTo>
                <a:cubicBezTo>
                  <a:pt x="1194148" y="919281"/>
                  <a:pt x="1194647" y="919530"/>
                  <a:pt x="1194896" y="919946"/>
                </a:cubicBezTo>
                <a:lnTo>
                  <a:pt x="1204865" y="937226"/>
                </a:lnTo>
                <a:cubicBezTo>
                  <a:pt x="1205115" y="937642"/>
                  <a:pt x="1205115" y="938224"/>
                  <a:pt x="1204864" y="938639"/>
                </a:cubicBezTo>
                <a:lnTo>
                  <a:pt x="1194895" y="955919"/>
                </a:lnTo>
                <a:cubicBezTo>
                  <a:pt x="1194646" y="956334"/>
                  <a:pt x="1194148" y="956583"/>
                  <a:pt x="1193650" y="956583"/>
                </a:cubicBezTo>
                <a:close/>
                <a:moveTo>
                  <a:pt x="1233897" y="972710"/>
                </a:moveTo>
                <a:cubicBezTo>
                  <a:pt x="1233397" y="972710"/>
                  <a:pt x="1232900" y="972461"/>
                  <a:pt x="1232650" y="972046"/>
                </a:cubicBezTo>
                <a:lnTo>
                  <a:pt x="1222681" y="954766"/>
                </a:lnTo>
                <a:cubicBezTo>
                  <a:pt x="1222431" y="954350"/>
                  <a:pt x="1222432" y="953769"/>
                  <a:pt x="1222680" y="953353"/>
                </a:cubicBezTo>
                <a:lnTo>
                  <a:pt x="1232650" y="936073"/>
                </a:lnTo>
                <a:cubicBezTo>
                  <a:pt x="1232900" y="935657"/>
                  <a:pt x="1233397" y="935408"/>
                  <a:pt x="1233897" y="935408"/>
                </a:cubicBezTo>
                <a:lnTo>
                  <a:pt x="1253835" y="935408"/>
                </a:lnTo>
                <a:cubicBezTo>
                  <a:pt x="1254333" y="935408"/>
                  <a:pt x="1254832" y="935657"/>
                  <a:pt x="1255081" y="936073"/>
                </a:cubicBezTo>
                <a:lnTo>
                  <a:pt x="1265050" y="953353"/>
                </a:lnTo>
                <a:cubicBezTo>
                  <a:pt x="1265300" y="953769"/>
                  <a:pt x="1265300" y="954350"/>
                  <a:pt x="1265050" y="954766"/>
                </a:cubicBezTo>
                <a:lnTo>
                  <a:pt x="1255081" y="972046"/>
                </a:lnTo>
                <a:cubicBezTo>
                  <a:pt x="1254832" y="972461"/>
                  <a:pt x="1254333" y="972710"/>
                  <a:pt x="1253835" y="972710"/>
                </a:cubicBezTo>
                <a:close/>
                <a:moveTo>
                  <a:pt x="2979296" y="1440389"/>
                </a:moveTo>
                <a:cubicBezTo>
                  <a:pt x="2978798" y="1440389"/>
                  <a:pt x="2978299" y="1440140"/>
                  <a:pt x="2978050" y="1439725"/>
                </a:cubicBezTo>
                <a:lnTo>
                  <a:pt x="2968081" y="1422445"/>
                </a:lnTo>
                <a:cubicBezTo>
                  <a:pt x="2967832" y="1422029"/>
                  <a:pt x="2967833" y="1421448"/>
                  <a:pt x="2968081" y="1421032"/>
                </a:cubicBezTo>
                <a:lnTo>
                  <a:pt x="2978050" y="1403752"/>
                </a:lnTo>
                <a:cubicBezTo>
                  <a:pt x="2978299" y="1403336"/>
                  <a:pt x="2978798" y="1403087"/>
                  <a:pt x="2979296" y="1403087"/>
                </a:cubicBezTo>
                <a:lnTo>
                  <a:pt x="2999236" y="1403087"/>
                </a:lnTo>
                <a:cubicBezTo>
                  <a:pt x="2999734" y="1403087"/>
                  <a:pt x="3000233" y="1403336"/>
                  <a:pt x="3000482" y="1403752"/>
                </a:cubicBezTo>
                <a:lnTo>
                  <a:pt x="3010451" y="1421032"/>
                </a:lnTo>
                <a:cubicBezTo>
                  <a:pt x="3010700" y="1421448"/>
                  <a:pt x="3010700" y="1422029"/>
                  <a:pt x="3010451" y="1422445"/>
                </a:cubicBezTo>
                <a:lnTo>
                  <a:pt x="3000482" y="1439725"/>
                </a:lnTo>
                <a:cubicBezTo>
                  <a:pt x="3000233" y="1440140"/>
                  <a:pt x="2999734" y="1440389"/>
                  <a:pt x="2999236" y="1440389"/>
                </a:cubicBezTo>
                <a:close/>
                <a:moveTo>
                  <a:pt x="1294022" y="988923"/>
                </a:moveTo>
                <a:cubicBezTo>
                  <a:pt x="1293523" y="988923"/>
                  <a:pt x="1293025" y="988590"/>
                  <a:pt x="1292776" y="988175"/>
                </a:cubicBezTo>
                <a:lnTo>
                  <a:pt x="1282806" y="970812"/>
                </a:lnTo>
                <a:cubicBezTo>
                  <a:pt x="1282557" y="970396"/>
                  <a:pt x="1282557" y="969814"/>
                  <a:pt x="1282806" y="969399"/>
                </a:cubicBezTo>
                <a:lnTo>
                  <a:pt x="1292859" y="952036"/>
                </a:lnTo>
                <a:cubicBezTo>
                  <a:pt x="1293108" y="951537"/>
                  <a:pt x="1293606" y="951288"/>
                  <a:pt x="1294105" y="951288"/>
                </a:cubicBezTo>
                <a:lnTo>
                  <a:pt x="1314127" y="951288"/>
                </a:lnTo>
                <a:cubicBezTo>
                  <a:pt x="1314626" y="951288"/>
                  <a:pt x="1315124" y="951621"/>
                  <a:pt x="1315373" y="952036"/>
                </a:cubicBezTo>
                <a:lnTo>
                  <a:pt x="1325343" y="969399"/>
                </a:lnTo>
                <a:cubicBezTo>
                  <a:pt x="1325592" y="969814"/>
                  <a:pt x="1325592" y="970396"/>
                  <a:pt x="1325343" y="970812"/>
                </a:cubicBezTo>
                <a:lnTo>
                  <a:pt x="1315290" y="988175"/>
                </a:lnTo>
                <a:cubicBezTo>
                  <a:pt x="1315041" y="988674"/>
                  <a:pt x="1314542" y="988923"/>
                  <a:pt x="1314044" y="988923"/>
                </a:cubicBezTo>
                <a:close/>
                <a:moveTo>
                  <a:pt x="2317188" y="1263079"/>
                </a:moveTo>
                <a:cubicBezTo>
                  <a:pt x="2316689" y="1263079"/>
                  <a:pt x="2316190" y="1262746"/>
                  <a:pt x="2315941" y="1262331"/>
                </a:cubicBezTo>
                <a:lnTo>
                  <a:pt x="2305971" y="1244968"/>
                </a:lnTo>
                <a:cubicBezTo>
                  <a:pt x="2305723" y="1244552"/>
                  <a:pt x="2305722" y="1243970"/>
                  <a:pt x="2305972" y="1243555"/>
                </a:cubicBezTo>
                <a:lnTo>
                  <a:pt x="2316025" y="1226193"/>
                </a:lnTo>
                <a:cubicBezTo>
                  <a:pt x="2316274" y="1225694"/>
                  <a:pt x="2316772" y="1225444"/>
                  <a:pt x="2317271" y="1225445"/>
                </a:cubicBezTo>
                <a:lnTo>
                  <a:pt x="2337292" y="1225445"/>
                </a:lnTo>
                <a:cubicBezTo>
                  <a:pt x="2337791" y="1225444"/>
                  <a:pt x="2338290" y="1225778"/>
                  <a:pt x="2338539" y="1226193"/>
                </a:cubicBezTo>
                <a:lnTo>
                  <a:pt x="2348509" y="1243556"/>
                </a:lnTo>
                <a:cubicBezTo>
                  <a:pt x="2348758" y="1243970"/>
                  <a:pt x="2348757" y="1244553"/>
                  <a:pt x="2348508" y="1244968"/>
                </a:cubicBezTo>
                <a:lnTo>
                  <a:pt x="2338455" y="1262331"/>
                </a:lnTo>
                <a:cubicBezTo>
                  <a:pt x="2338206" y="1262830"/>
                  <a:pt x="2337707" y="1263079"/>
                  <a:pt x="2337209" y="1263079"/>
                </a:cubicBezTo>
                <a:close/>
                <a:moveTo>
                  <a:pt x="2678305" y="1359841"/>
                </a:moveTo>
                <a:cubicBezTo>
                  <a:pt x="2677806" y="1359840"/>
                  <a:pt x="2677307" y="1359508"/>
                  <a:pt x="2677058" y="1359092"/>
                </a:cubicBezTo>
                <a:lnTo>
                  <a:pt x="2667089" y="1341729"/>
                </a:lnTo>
                <a:cubicBezTo>
                  <a:pt x="2666840" y="1341313"/>
                  <a:pt x="2666839" y="1340731"/>
                  <a:pt x="2667089" y="1340316"/>
                </a:cubicBezTo>
                <a:lnTo>
                  <a:pt x="2677141" y="1322953"/>
                </a:lnTo>
                <a:cubicBezTo>
                  <a:pt x="2677391" y="1322455"/>
                  <a:pt x="2677889" y="1322205"/>
                  <a:pt x="2678388" y="1322206"/>
                </a:cubicBezTo>
                <a:lnTo>
                  <a:pt x="2698409" y="1322206"/>
                </a:lnTo>
                <a:cubicBezTo>
                  <a:pt x="2698907" y="1322205"/>
                  <a:pt x="2699407" y="1322539"/>
                  <a:pt x="2699656" y="1322954"/>
                </a:cubicBezTo>
                <a:lnTo>
                  <a:pt x="2709625" y="1340316"/>
                </a:lnTo>
                <a:cubicBezTo>
                  <a:pt x="2709875" y="1340731"/>
                  <a:pt x="2709875" y="1341314"/>
                  <a:pt x="2709624" y="1341730"/>
                </a:cubicBezTo>
                <a:lnTo>
                  <a:pt x="2699573" y="1359093"/>
                </a:lnTo>
                <a:cubicBezTo>
                  <a:pt x="2699323" y="1359592"/>
                  <a:pt x="2698825" y="1359840"/>
                  <a:pt x="2698327" y="1359841"/>
                </a:cubicBezTo>
                <a:close/>
                <a:moveTo>
                  <a:pt x="3761657" y="1650124"/>
                </a:moveTo>
                <a:cubicBezTo>
                  <a:pt x="3761158" y="1650124"/>
                  <a:pt x="3760660" y="1649791"/>
                  <a:pt x="3760411" y="1649376"/>
                </a:cubicBezTo>
                <a:lnTo>
                  <a:pt x="3750441" y="1632013"/>
                </a:lnTo>
                <a:cubicBezTo>
                  <a:pt x="3750192" y="1631597"/>
                  <a:pt x="3750192" y="1631015"/>
                  <a:pt x="3750441" y="1630600"/>
                </a:cubicBezTo>
                <a:lnTo>
                  <a:pt x="3760493" y="1613237"/>
                </a:lnTo>
                <a:cubicBezTo>
                  <a:pt x="3760743" y="1612738"/>
                  <a:pt x="3761241" y="1612489"/>
                  <a:pt x="3761740" y="1612489"/>
                </a:cubicBezTo>
                <a:lnTo>
                  <a:pt x="3781762" y="1612489"/>
                </a:lnTo>
                <a:cubicBezTo>
                  <a:pt x="3782260" y="1612489"/>
                  <a:pt x="3782759" y="1612822"/>
                  <a:pt x="3783008" y="1613237"/>
                </a:cubicBezTo>
                <a:lnTo>
                  <a:pt x="3792977" y="1630600"/>
                </a:lnTo>
                <a:cubicBezTo>
                  <a:pt x="3793227" y="1631015"/>
                  <a:pt x="3793227" y="1631597"/>
                  <a:pt x="3792977" y="1632013"/>
                </a:cubicBezTo>
                <a:lnTo>
                  <a:pt x="3782925" y="1649376"/>
                </a:lnTo>
                <a:cubicBezTo>
                  <a:pt x="3782676" y="1649875"/>
                  <a:pt x="3782177" y="1650124"/>
                  <a:pt x="3781679" y="1650124"/>
                </a:cubicBezTo>
                <a:close/>
                <a:moveTo>
                  <a:pt x="3701471" y="1634081"/>
                </a:moveTo>
                <a:cubicBezTo>
                  <a:pt x="3700972" y="1634081"/>
                  <a:pt x="3700474" y="1633749"/>
                  <a:pt x="3700225" y="1633333"/>
                </a:cubicBezTo>
                <a:lnTo>
                  <a:pt x="3690172" y="1615887"/>
                </a:lnTo>
                <a:cubicBezTo>
                  <a:pt x="3689923" y="1615471"/>
                  <a:pt x="3689923" y="1614890"/>
                  <a:pt x="3690172" y="1614474"/>
                </a:cubicBezTo>
                <a:lnTo>
                  <a:pt x="3700225" y="1597028"/>
                </a:lnTo>
                <a:cubicBezTo>
                  <a:pt x="3700474" y="1596529"/>
                  <a:pt x="3700972" y="1596280"/>
                  <a:pt x="3701471" y="1596280"/>
                </a:cubicBezTo>
                <a:lnTo>
                  <a:pt x="3721576" y="1596280"/>
                </a:lnTo>
                <a:cubicBezTo>
                  <a:pt x="3722074" y="1596280"/>
                  <a:pt x="3722573" y="1596613"/>
                  <a:pt x="3722822" y="1597028"/>
                </a:cubicBezTo>
                <a:lnTo>
                  <a:pt x="3732875" y="1614474"/>
                </a:lnTo>
                <a:cubicBezTo>
                  <a:pt x="3733124" y="1614890"/>
                  <a:pt x="3733124" y="1615471"/>
                  <a:pt x="3732875" y="1615887"/>
                </a:cubicBezTo>
                <a:lnTo>
                  <a:pt x="3722822" y="1633333"/>
                </a:lnTo>
                <a:cubicBezTo>
                  <a:pt x="3722573" y="1633832"/>
                  <a:pt x="3722074" y="1634081"/>
                  <a:pt x="3721576" y="1634081"/>
                </a:cubicBezTo>
                <a:close/>
                <a:moveTo>
                  <a:pt x="1775428" y="1118105"/>
                </a:moveTo>
                <a:cubicBezTo>
                  <a:pt x="1774929" y="1118105"/>
                  <a:pt x="1774431" y="1117773"/>
                  <a:pt x="1774183" y="1117358"/>
                </a:cubicBezTo>
                <a:lnTo>
                  <a:pt x="1764046" y="1099828"/>
                </a:lnTo>
                <a:cubicBezTo>
                  <a:pt x="1763798" y="1099412"/>
                  <a:pt x="1763797" y="1098831"/>
                  <a:pt x="1764046" y="1098416"/>
                </a:cubicBezTo>
                <a:lnTo>
                  <a:pt x="1774182" y="1080886"/>
                </a:lnTo>
                <a:cubicBezTo>
                  <a:pt x="1774432" y="1080387"/>
                  <a:pt x="1774929" y="1080138"/>
                  <a:pt x="1775428" y="1080138"/>
                </a:cubicBezTo>
                <a:lnTo>
                  <a:pt x="1795700" y="1080138"/>
                </a:lnTo>
                <a:cubicBezTo>
                  <a:pt x="1796199" y="1080138"/>
                  <a:pt x="1796696" y="1080471"/>
                  <a:pt x="1796946" y="1080886"/>
                </a:cubicBezTo>
                <a:lnTo>
                  <a:pt x="1807081" y="1098416"/>
                </a:lnTo>
                <a:cubicBezTo>
                  <a:pt x="1807330" y="1098831"/>
                  <a:pt x="1807330" y="1099412"/>
                  <a:pt x="1807081" y="1099828"/>
                </a:cubicBezTo>
                <a:lnTo>
                  <a:pt x="1796945" y="1117358"/>
                </a:lnTo>
                <a:cubicBezTo>
                  <a:pt x="1796697" y="1117856"/>
                  <a:pt x="1796199" y="1118105"/>
                  <a:pt x="1795700" y="1118105"/>
                </a:cubicBezTo>
                <a:close/>
                <a:moveTo>
                  <a:pt x="2858781" y="1408388"/>
                </a:moveTo>
                <a:cubicBezTo>
                  <a:pt x="2858282" y="1408388"/>
                  <a:pt x="2857784" y="1408056"/>
                  <a:pt x="2857535" y="1407641"/>
                </a:cubicBezTo>
                <a:lnTo>
                  <a:pt x="2847399" y="1390111"/>
                </a:lnTo>
                <a:cubicBezTo>
                  <a:pt x="2847150" y="1389695"/>
                  <a:pt x="2847150" y="1389114"/>
                  <a:pt x="2847399" y="1388699"/>
                </a:cubicBezTo>
                <a:lnTo>
                  <a:pt x="2857535" y="1371169"/>
                </a:lnTo>
                <a:cubicBezTo>
                  <a:pt x="2857784" y="1370670"/>
                  <a:pt x="2858282" y="1370421"/>
                  <a:pt x="2858781" y="1370421"/>
                </a:cubicBezTo>
                <a:lnTo>
                  <a:pt x="2879052" y="1370421"/>
                </a:lnTo>
                <a:cubicBezTo>
                  <a:pt x="2879551" y="1370421"/>
                  <a:pt x="2880049" y="1370754"/>
                  <a:pt x="2880298" y="1371169"/>
                </a:cubicBezTo>
                <a:lnTo>
                  <a:pt x="2890434" y="1388699"/>
                </a:lnTo>
                <a:cubicBezTo>
                  <a:pt x="2890683" y="1389114"/>
                  <a:pt x="2890683" y="1389695"/>
                  <a:pt x="2890434" y="1390111"/>
                </a:cubicBezTo>
                <a:lnTo>
                  <a:pt x="2880298" y="1407641"/>
                </a:lnTo>
                <a:cubicBezTo>
                  <a:pt x="2880049" y="1408139"/>
                  <a:pt x="2879551" y="1408388"/>
                  <a:pt x="2879052" y="1408388"/>
                </a:cubicBezTo>
                <a:close/>
                <a:moveTo>
                  <a:pt x="3581015" y="1601910"/>
                </a:moveTo>
                <a:cubicBezTo>
                  <a:pt x="3580516" y="1601910"/>
                  <a:pt x="3580018" y="1601578"/>
                  <a:pt x="3579770" y="1601163"/>
                </a:cubicBezTo>
                <a:lnTo>
                  <a:pt x="3569633" y="1583633"/>
                </a:lnTo>
                <a:cubicBezTo>
                  <a:pt x="3569384" y="1583217"/>
                  <a:pt x="3569384" y="1582636"/>
                  <a:pt x="3569633" y="1582221"/>
                </a:cubicBezTo>
                <a:lnTo>
                  <a:pt x="3579769" y="1564691"/>
                </a:lnTo>
                <a:cubicBezTo>
                  <a:pt x="3580018" y="1564192"/>
                  <a:pt x="3580516" y="1563943"/>
                  <a:pt x="3581015" y="1563943"/>
                </a:cubicBezTo>
                <a:lnTo>
                  <a:pt x="3601286" y="1563943"/>
                </a:lnTo>
                <a:cubicBezTo>
                  <a:pt x="3601785" y="1563944"/>
                  <a:pt x="3602283" y="1564276"/>
                  <a:pt x="3602532" y="1564691"/>
                </a:cubicBezTo>
                <a:lnTo>
                  <a:pt x="3612668" y="1582221"/>
                </a:lnTo>
                <a:cubicBezTo>
                  <a:pt x="3612917" y="1582636"/>
                  <a:pt x="3612917" y="1583217"/>
                  <a:pt x="3612668" y="1583633"/>
                </a:cubicBezTo>
                <a:lnTo>
                  <a:pt x="3602532" y="1601163"/>
                </a:lnTo>
                <a:cubicBezTo>
                  <a:pt x="3602283" y="1601661"/>
                  <a:pt x="3601785" y="1601910"/>
                  <a:pt x="3601286" y="1601911"/>
                </a:cubicBezTo>
                <a:close/>
                <a:moveTo>
                  <a:pt x="3942050" y="1698753"/>
                </a:moveTo>
                <a:cubicBezTo>
                  <a:pt x="3941551" y="1698753"/>
                  <a:pt x="3941053" y="1698422"/>
                  <a:pt x="3940804" y="1698006"/>
                </a:cubicBezTo>
                <a:lnTo>
                  <a:pt x="3930668" y="1680393"/>
                </a:lnTo>
                <a:cubicBezTo>
                  <a:pt x="3930419" y="1679977"/>
                  <a:pt x="3930419" y="1679395"/>
                  <a:pt x="3930668" y="1678980"/>
                </a:cubicBezTo>
                <a:lnTo>
                  <a:pt x="3940887" y="1661368"/>
                </a:lnTo>
                <a:cubicBezTo>
                  <a:pt x="3941136" y="1660870"/>
                  <a:pt x="3941634" y="1660620"/>
                  <a:pt x="3942133" y="1660621"/>
                </a:cubicBezTo>
                <a:lnTo>
                  <a:pt x="3962487" y="1660621"/>
                </a:lnTo>
                <a:cubicBezTo>
                  <a:pt x="3962986" y="1660621"/>
                  <a:pt x="3963484" y="1660952"/>
                  <a:pt x="3963734" y="1661367"/>
                </a:cubicBezTo>
                <a:lnTo>
                  <a:pt x="3973869" y="1678981"/>
                </a:lnTo>
                <a:cubicBezTo>
                  <a:pt x="3974118" y="1679396"/>
                  <a:pt x="3974118" y="1679977"/>
                  <a:pt x="3973869" y="1680394"/>
                </a:cubicBezTo>
                <a:lnTo>
                  <a:pt x="3963650" y="1698006"/>
                </a:lnTo>
                <a:cubicBezTo>
                  <a:pt x="3963401" y="1698504"/>
                  <a:pt x="3962903" y="1698754"/>
                  <a:pt x="3962404" y="1698753"/>
                </a:cubicBezTo>
                <a:close/>
                <a:moveTo>
                  <a:pt x="3641097" y="1618283"/>
                </a:moveTo>
                <a:cubicBezTo>
                  <a:pt x="3640598" y="1618283"/>
                  <a:pt x="3640100" y="1617951"/>
                  <a:pt x="3639851" y="1617536"/>
                </a:cubicBezTo>
                <a:lnTo>
                  <a:pt x="3629631" y="1599840"/>
                </a:lnTo>
                <a:cubicBezTo>
                  <a:pt x="3629383" y="1599425"/>
                  <a:pt x="3629383" y="1598843"/>
                  <a:pt x="3629632" y="1598427"/>
                </a:cubicBezTo>
                <a:lnTo>
                  <a:pt x="3639851" y="1580732"/>
                </a:lnTo>
                <a:cubicBezTo>
                  <a:pt x="3640100" y="1580234"/>
                  <a:pt x="3640598" y="1579984"/>
                  <a:pt x="3641097" y="1579984"/>
                </a:cubicBezTo>
                <a:lnTo>
                  <a:pt x="3661534" y="1579985"/>
                </a:lnTo>
                <a:cubicBezTo>
                  <a:pt x="3662033" y="1579984"/>
                  <a:pt x="3662531" y="1580316"/>
                  <a:pt x="3662781" y="1580732"/>
                </a:cubicBezTo>
                <a:lnTo>
                  <a:pt x="3672999" y="1598427"/>
                </a:lnTo>
                <a:cubicBezTo>
                  <a:pt x="3673249" y="1598843"/>
                  <a:pt x="3673249" y="1599426"/>
                  <a:pt x="3672999" y="1599841"/>
                </a:cubicBezTo>
                <a:lnTo>
                  <a:pt x="3662780" y="1617536"/>
                </a:lnTo>
                <a:cubicBezTo>
                  <a:pt x="3662531" y="1618034"/>
                  <a:pt x="3662033" y="1618283"/>
                  <a:pt x="3661534" y="1618284"/>
                </a:cubicBezTo>
                <a:close/>
                <a:moveTo>
                  <a:pt x="1353938" y="1005536"/>
                </a:moveTo>
                <a:cubicBezTo>
                  <a:pt x="1353440" y="1005536"/>
                  <a:pt x="1352941" y="1005204"/>
                  <a:pt x="1352692" y="1004788"/>
                </a:cubicBezTo>
                <a:lnTo>
                  <a:pt x="1342390" y="987010"/>
                </a:lnTo>
                <a:cubicBezTo>
                  <a:pt x="1342141" y="986594"/>
                  <a:pt x="1342142" y="986012"/>
                  <a:pt x="1342390" y="985596"/>
                </a:cubicBezTo>
                <a:lnTo>
                  <a:pt x="1352692" y="967818"/>
                </a:lnTo>
                <a:cubicBezTo>
                  <a:pt x="1352942" y="967319"/>
                  <a:pt x="1353441" y="967070"/>
                  <a:pt x="1353938" y="967070"/>
                </a:cubicBezTo>
                <a:lnTo>
                  <a:pt x="1374459" y="967070"/>
                </a:lnTo>
                <a:cubicBezTo>
                  <a:pt x="1374957" y="967070"/>
                  <a:pt x="1375455" y="967402"/>
                  <a:pt x="1375706" y="967818"/>
                </a:cubicBezTo>
                <a:lnTo>
                  <a:pt x="1386007" y="985596"/>
                </a:lnTo>
                <a:cubicBezTo>
                  <a:pt x="1386256" y="986012"/>
                  <a:pt x="1386257" y="986594"/>
                  <a:pt x="1386007" y="987009"/>
                </a:cubicBezTo>
                <a:lnTo>
                  <a:pt x="1375706" y="1004788"/>
                </a:lnTo>
                <a:cubicBezTo>
                  <a:pt x="1375455" y="1005287"/>
                  <a:pt x="1374958" y="1005536"/>
                  <a:pt x="1374460" y="1005536"/>
                </a:cubicBezTo>
                <a:close/>
                <a:moveTo>
                  <a:pt x="1414124" y="1021663"/>
                </a:moveTo>
                <a:cubicBezTo>
                  <a:pt x="1413626" y="1021663"/>
                  <a:pt x="1413127" y="1021331"/>
                  <a:pt x="1412878" y="1020915"/>
                </a:cubicBezTo>
                <a:lnTo>
                  <a:pt x="1402576" y="1003136"/>
                </a:lnTo>
                <a:cubicBezTo>
                  <a:pt x="1402327" y="1002721"/>
                  <a:pt x="1402327" y="1002139"/>
                  <a:pt x="1402576" y="1001723"/>
                </a:cubicBezTo>
                <a:lnTo>
                  <a:pt x="1412878" y="983945"/>
                </a:lnTo>
                <a:cubicBezTo>
                  <a:pt x="1413127" y="983446"/>
                  <a:pt x="1413626" y="983197"/>
                  <a:pt x="1414124" y="983197"/>
                </a:cubicBezTo>
                <a:lnTo>
                  <a:pt x="1434645" y="983197"/>
                </a:lnTo>
                <a:cubicBezTo>
                  <a:pt x="1435143" y="983197"/>
                  <a:pt x="1435641" y="983529"/>
                  <a:pt x="1435892" y="983945"/>
                </a:cubicBezTo>
                <a:lnTo>
                  <a:pt x="1446193" y="1001723"/>
                </a:lnTo>
                <a:cubicBezTo>
                  <a:pt x="1446442" y="1002139"/>
                  <a:pt x="1446442" y="1002721"/>
                  <a:pt x="1446193" y="1003136"/>
                </a:cubicBezTo>
                <a:lnTo>
                  <a:pt x="1435891" y="1020915"/>
                </a:lnTo>
                <a:cubicBezTo>
                  <a:pt x="1435641" y="1021414"/>
                  <a:pt x="1435143" y="1021663"/>
                  <a:pt x="1434645" y="1021663"/>
                </a:cubicBezTo>
                <a:close/>
                <a:moveTo>
                  <a:pt x="2918780" y="1424834"/>
                </a:moveTo>
                <a:cubicBezTo>
                  <a:pt x="2918281" y="1424834"/>
                  <a:pt x="2917783" y="1424502"/>
                  <a:pt x="2917534" y="1424086"/>
                </a:cubicBezTo>
                <a:lnTo>
                  <a:pt x="2907232" y="1406307"/>
                </a:lnTo>
                <a:cubicBezTo>
                  <a:pt x="2906983" y="1405892"/>
                  <a:pt x="2906983" y="1405310"/>
                  <a:pt x="2907232" y="1404894"/>
                </a:cubicBezTo>
                <a:lnTo>
                  <a:pt x="2917534" y="1387116"/>
                </a:lnTo>
                <a:cubicBezTo>
                  <a:pt x="2917783" y="1386617"/>
                  <a:pt x="2918281" y="1386368"/>
                  <a:pt x="2918780" y="1386368"/>
                </a:cubicBezTo>
                <a:lnTo>
                  <a:pt x="2939300" y="1386368"/>
                </a:lnTo>
                <a:cubicBezTo>
                  <a:pt x="2939799" y="1386368"/>
                  <a:pt x="2940297" y="1386700"/>
                  <a:pt x="2940547" y="1387116"/>
                </a:cubicBezTo>
                <a:lnTo>
                  <a:pt x="2950848" y="1404894"/>
                </a:lnTo>
                <a:cubicBezTo>
                  <a:pt x="2951098" y="1405310"/>
                  <a:pt x="2951098" y="1405892"/>
                  <a:pt x="2950848" y="1406307"/>
                </a:cubicBezTo>
                <a:lnTo>
                  <a:pt x="2940547" y="1424086"/>
                </a:lnTo>
                <a:cubicBezTo>
                  <a:pt x="2940297" y="1424585"/>
                  <a:pt x="2939799" y="1424834"/>
                  <a:pt x="2939300" y="1424834"/>
                </a:cubicBezTo>
                <a:close/>
                <a:moveTo>
                  <a:pt x="3279897" y="1521595"/>
                </a:moveTo>
                <a:cubicBezTo>
                  <a:pt x="3279398" y="1521595"/>
                  <a:pt x="3278900" y="1521263"/>
                  <a:pt x="3278651" y="1520847"/>
                </a:cubicBezTo>
                <a:lnTo>
                  <a:pt x="3268349" y="1503069"/>
                </a:lnTo>
                <a:cubicBezTo>
                  <a:pt x="3268100" y="1502653"/>
                  <a:pt x="3268100" y="1502071"/>
                  <a:pt x="3268349" y="1501655"/>
                </a:cubicBezTo>
                <a:lnTo>
                  <a:pt x="3278651" y="1483877"/>
                </a:lnTo>
                <a:cubicBezTo>
                  <a:pt x="3278900" y="1483378"/>
                  <a:pt x="3279398" y="1483129"/>
                  <a:pt x="3279897" y="1483130"/>
                </a:cubicBezTo>
                <a:lnTo>
                  <a:pt x="3300417" y="1483129"/>
                </a:lnTo>
                <a:cubicBezTo>
                  <a:pt x="3300916" y="1483129"/>
                  <a:pt x="3301414" y="1483461"/>
                  <a:pt x="3301664" y="1483877"/>
                </a:cubicBezTo>
                <a:lnTo>
                  <a:pt x="3311965" y="1501655"/>
                </a:lnTo>
                <a:cubicBezTo>
                  <a:pt x="3312215" y="1502071"/>
                  <a:pt x="3312215" y="1502653"/>
                  <a:pt x="3311965" y="1503068"/>
                </a:cubicBezTo>
                <a:lnTo>
                  <a:pt x="3301664" y="1520847"/>
                </a:lnTo>
                <a:cubicBezTo>
                  <a:pt x="3301414" y="1521346"/>
                  <a:pt x="3300916" y="1521595"/>
                  <a:pt x="3300417" y="1521595"/>
                </a:cubicBezTo>
                <a:close/>
                <a:moveTo>
                  <a:pt x="3821574" y="1666737"/>
                </a:moveTo>
                <a:cubicBezTo>
                  <a:pt x="3821074" y="1666737"/>
                  <a:pt x="3820577" y="1666405"/>
                  <a:pt x="3820328" y="1665989"/>
                </a:cubicBezTo>
                <a:lnTo>
                  <a:pt x="3810026" y="1648210"/>
                </a:lnTo>
                <a:cubicBezTo>
                  <a:pt x="3809777" y="1647795"/>
                  <a:pt x="3809777" y="1647213"/>
                  <a:pt x="3810025" y="1646797"/>
                </a:cubicBezTo>
                <a:lnTo>
                  <a:pt x="3820328" y="1629019"/>
                </a:lnTo>
                <a:cubicBezTo>
                  <a:pt x="3820577" y="1628520"/>
                  <a:pt x="3821075" y="1628271"/>
                  <a:pt x="3821574" y="1628271"/>
                </a:cubicBezTo>
                <a:lnTo>
                  <a:pt x="3842093" y="1628271"/>
                </a:lnTo>
                <a:cubicBezTo>
                  <a:pt x="3842593" y="1628271"/>
                  <a:pt x="3843091" y="1628603"/>
                  <a:pt x="3843341" y="1629019"/>
                </a:cubicBezTo>
                <a:lnTo>
                  <a:pt x="3853642" y="1646797"/>
                </a:lnTo>
                <a:cubicBezTo>
                  <a:pt x="3853891" y="1647213"/>
                  <a:pt x="3853892" y="1647795"/>
                  <a:pt x="3853642" y="1648210"/>
                </a:cubicBezTo>
                <a:lnTo>
                  <a:pt x="3843341" y="1665989"/>
                </a:lnTo>
                <a:cubicBezTo>
                  <a:pt x="3843091" y="1666488"/>
                  <a:pt x="3842593" y="1666737"/>
                  <a:pt x="3842094" y="1666737"/>
                </a:cubicBezTo>
                <a:close/>
                <a:moveTo>
                  <a:pt x="1474318" y="1037895"/>
                </a:moveTo>
                <a:cubicBezTo>
                  <a:pt x="1473819" y="1037895"/>
                  <a:pt x="1473321" y="1037562"/>
                  <a:pt x="1473071" y="1037147"/>
                </a:cubicBezTo>
                <a:lnTo>
                  <a:pt x="1462770" y="1019286"/>
                </a:lnTo>
                <a:cubicBezTo>
                  <a:pt x="1462521" y="1018787"/>
                  <a:pt x="1462521" y="1018205"/>
                  <a:pt x="1462770" y="1017790"/>
                </a:cubicBezTo>
                <a:lnTo>
                  <a:pt x="1473071" y="999928"/>
                </a:lnTo>
                <a:cubicBezTo>
                  <a:pt x="1473321" y="999429"/>
                  <a:pt x="1473819" y="999180"/>
                  <a:pt x="1474318" y="999180"/>
                </a:cubicBezTo>
                <a:lnTo>
                  <a:pt x="1495004" y="999180"/>
                </a:lnTo>
                <a:cubicBezTo>
                  <a:pt x="1495503" y="999180"/>
                  <a:pt x="1496001" y="999512"/>
                  <a:pt x="1496251" y="999928"/>
                </a:cubicBezTo>
                <a:lnTo>
                  <a:pt x="1506553" y="1017790"/>
                </a:lnTo>
                <a:cubicBezTo>
                  <a:pt x="1506802" y="1018288"/>
                  <a:pt x="1506802" y="1018869"/>
                  <a:pt x="1506553" y="1019286"/>
                </a:cubicBezTo>
                <a:lnTo>
                  <a:pt x="1496251" y="1037146"/>
                </a:lnTo>
                <a:cubicBezTo>
                  <a:pt x="1496001" y="1037646"/>
                  <a:pt x="1495503" y="1037895"/>
                  <a:pt x="1495004" y="1037895"/>
                </a:cubicBezTo>
                <a:close/>
                <a:moveTo>
                  <a:pt x="1714982" y="1102475"/>
                </a:moveTo>
                <a:cubicBezTo>
                  <a:pt x="1714484" y="1102474"/>
                  <a:pt x="1713985" y="1102142"/>
                  <a:pt x="1713736" y="1101727"/>
                </a:cubicBezTo>
                <a:lnTo>
                  <a:pt x="1703351" y="1083782"/>
                </a:lnTo>
                <a:cubicBezTo>
                  <a:pt x="1703102" y="1083283"/>
                  <a:pt x="1703102" y="1082703"/>
                  <a:pt x="1703351" y="1082286"/>
                </a:cubicBezTo>
                <a:lnTo>
                  <a:pt x="1713736" y="1064341"/>
                </a:lnTo>
                <a:cubicBezTo>
                  <a:pt x="1713985" y="1063842"/>
                  <a:pt x="1714484" y="1063593"/>
                  <a:pt x="1714982" y="1063593"/>
                </a:cubicBezTo>
                <a:lnTo>
                  <a:pt x="1735752" y="1063594"/>
                </a:lnTo>
                <a:cubicBezTo>
                  <a:pt x="1736250" y="1063593"/>
                  <a:pt x="1736749" y="1063926"/>
                  <a:pt x="1736998" y="1064341"/>
                </a:cubicBezTo>
                <a:lnTo>
                  <a:pt x="1747383" y="1082286"/>
                </a:lnTo>
                <a:cubicBezTo>
                  <a:pt x="1747632" y="1082785"/>
                  <a:pt x="1747632" y="1083367"/>
                  <a:pt x="1747383" y="1083782"/>
                </a:cubicBezTo>
                <a:lnTo>
                  <a:pt x="1736998" y="1101727"/>
                </a:lnTo>
                <a:cubicBezTo>
                  <a:pt x="1736749" y="1102225"/>
                  <a:pt x="1736250" y="1102474"/>
                  <a:pt x="1735752" y="1102474"/>
                </a:cubicBezTo>
                <a:close/>
                <a:moveTo>
                  <a:pt x="3520569" y="1586280"/>
                </a:moveTo>
                <a:cubicBezTo>
                  <a:pt x="3520070" y="1586280"/>
                  <a:pt x="3519572" y="1585948"/>
                  <a:pt x="3519323" y="1585533"/>
                </a:cubicBezTo>
                <a:lnTo>
                  <a:pt x="3508938" y="1567588"/>
                </a:lnTo>
                <a:cubicBezTo>
                  <a:pt x="3508689" y="1567089"/>
                  <a:pt x="3508689" y="1566508"/>
                  <a:pt x="3508938" y="1566092"/>
                </a:cubicBezTo>
                <a:lnTo>
                  <a:pt x="3519323" y="1548147"/>
                </a:lnTo>
                <a:cubicBezTo>
                  <a:pt x="3519572" y="1547648"/>
                  <a:pt x="3520070" y="1547399"/>
                  <a:pt x="3520569" y="1547399"/>
                </a:cubicBezTo>
                <a:lnTo>
                  <a:pt x="3541339" y="1547399"/>
                </a:lnTo>
                <a:cubicBezTo>
                  <a:pt x="3541837" y="1547399"/>
                  <a:pt x="3542336" y="1547732"/>
                  <a:pt x="3542585" y="1548147"/>
                </a:cubicBezTo>
                <a:lnTo>
                  <a:pt x="3552970" y="1566092"/>
                </a:lnTo>
                <a:cubicBezTo>
                  <a:pt x="3553219" y="1566590"/>
                  <a:pt x="3553219" y="1567172"/>
                  <a:pt x="3552970" y="1567588"/>
                </a:cubicBezTo>
                <a:lnTo>
                  <a:pt x="3542585" y="1585533"/>
                </a:lnTo>
                <a:cubicBezTo>
                  <a:pt x="3542336" y="1586031"/>
                  <a:pt x="3541837" y="1586280"/>
                  <a:pt x="3541339" y="1586280"/>
                </a:cubicBezTo>
                <a:close/>
                <a:moveTo>
                  <a:pt x="5145597" y="2021705"/>
                </a:moveTo>
                <a:cubicBezTo>
                  <a:pt x="5145098" y="2021705"/>
                  <a:pt x="5144600" y="2021373"/>
                  <a:pt x="5144351" y="2020958"/>
                </a:cubicBezTo>
                <a:lnTo>
                  <a:pt x="5133966" y="2003013"/>
                </a:lnTo>
                <a:cubicBezTo>
                  <a:pt x="5133717" y="2002514"/>
                  <a:pt x="5133717" y="2001933"/>
                  <a:pt x="5133966" y="2001517"/>
                </a:cubicBezTo>
                <a:lnTo>
                  <a:pt x="5144351" y="1983572"/>
                </a:lnTo>
                <a:cubicBezTo>
                  <a:pt x="5144600" y="1983073"/>
                  <a:pt x="5145098" y="1982824"/>
                  <a:pt x="5145597" y="1982824"/>
                </a:cubicBezTo>
                <a:lnTo>
                  <a:pt x="5166367" y="1982824"/>
                </a:lnTo>
                <a:cubicBezTo>
                  <a:pt x="5166865" y="1982824"/>
                  <a:pt x="5167364" y="1983157"/>
                  <a:pt x="5167613" y="1983572"/>
                </a:cubicBezTo>
                <a:lnTo>
                  <a:pt x="5177998" y="2001517"/>
                </a:lnTo>
                <a:cubicBezTo>
                  <a:pt x="5178247" y="2002015"/>
                  <a:pt x="5178247" y="2002597"/>
                  <a:pt x="5177998" y="2003013"/>
                </a:cubicBezTo>
                <a:lnTo>
                  <a:pt x="5167613" y="2020958"/>
                </a:lnTo>
                <a:cubicBezTo>
                  <a:pt x="5167364" y="2021456"/>
                  <a:pt x="5166865" y="2021705"/>
                  <a:pt x="5166367" y="2021705"/>
                </a:cubicBezTo>
                <a:close/>
                <a:moveTo>
                  <a:pt x="1534340" y="1054178"/>
                </a:moveTo>
                <a:cubicBezTo>
                  <a:pt x="1533841" y="1054178"/>
                  <a:pt x="1533343" y="1053846"/>
                  <a:pt x="1533094" y="1053430"/>
                </a:cubicBezTo>
                <a:lnTo>
                  <a:pt x="1522709" y="1035402"/>
                </a:lnTo>
                <a:cubicBezTo>
                  <a:pt x="1522460" y="1034904"/>
                  <a:pt x="1522460" y="1034322"/>
                  <a:pt x="1522709" y="1033906"/>
                </a:cubicBezTo>
                <a:lnTo>
                  <a:pt x="1533177" y="1015878"/>
                </a:lnTo>
                <a:cubicBezTo>
                  <a:pt x="1533426" y="1015380"/>
                  <a:pt x="1533925" y="1015131"/>
                  <a:pt x="1534423" y="1015131"/>
                </a:cubicBezTo>
                <a:lnTo>
                  <a:pt x="1555276" y="1015131"/>
                </a:lnTo>
                <a:cubicBezTo>
                  <a:pt x="1555774" y="1015131"/>
                  <a:pt x="1556273" y="1015463"/>
                  <a:pt x="1556523" y="1015878"/>
                </a:cubicBezTo>
                <a:lnTo>
                  <a:pt x="1566907" y="1033906"/>
                </a:lnTo>
                <a:cubicBezTo>
                  <a:pt x="1567156" y="1034405"/>
                  <a:pt x="1567156" y="1034987"/>
                  <a:pt x="1566907" y="1035402"/>
                </a:cubicBezTo>
                <a:lnTo>
                  <a:pt x="1556439" y="1053430"/>
                </a:lnTo>
                <a:cubicBezTo>
                  <a:pt x="1556190" y="1053929"/>
                  <a:pt x="1555691" y="1054178"/>
                  <a:pt x="1555193" y="1054178"/>
                </a:cubicBezTo>
                <a:close/>
                <a:moveTo>
                  <a:pt x="1594526" y="1070305"/>
                </a:moveTo>
                <a:cubicBezTo>
                  <a:pt x="1594027" y="1070305"/>
                  <a:pt x="1593529" y="1069973"/>
                  <a:pt x="1593280" y="1069557"/>
                </a:cubicBezTo>
                <a:lnTo>
                  <a:pt x="1582895" y="1051529"/>
                </a:lnTo>
                <a:cubicBezTo>
                  <a:pt x="1582646" y="1051031"/>
                  <a:pt x="1582646" y="1050449"/>
                  <a:pt x="1582895" y="1050033"/>
                </a:cubicBezTo>
                <a:lnTo>
                  <a:pt x="1593363" y="1032005"/>
                </a:lnTo>
                <a:cubicBezTo>
                  <a:pt x="1593612" y="1031507"/>
                  <a:pt x="1594111" y="1031258"/>
                  <a:pt x="1594609" y="1031258"/>
                </a:cubicBezTo>
                <a:lnTo>
                  <a:pt x="1615462" y="1031258"/>
                </a:lnTo>
                <a:cubicBezTo>
                  <a:pt x="1615960" y="1031258"/>
                  <a:pt x="1616459" y="1031590"/>
                  <a:pt x="1616708" y="1032005"/>
                </a:cubicBezTo>
                <a:lnTo>
                  <a:pt x="1627093" y="1050033"/>
                </a:lnTo>
                <a:cubicBezTo>
                  <a:pt x="1627342" y="1050532"/>
                  <a:pt x="1627342" y="1051114"/>
                  <a:pt x="1627093" y="1051528"/>
                </a:cubicBezTo>
                <a:lnTo>
                  <a:pt x="1616625" y="1069557"/>
                </a:lnTo>
                <a:cubicBezTo>
                  <a:pt x="1616376" y="1070056"/>
                  <a:pt x="1615877" y="1070305"/>
                  <a:pt x="1615379" y="1070305"/>
                </a:cubicBezTo>
                <a:close/>
                <a:moveTo>
                  <a:pt x="1654712" y="1086513"/>
                </a:moveTo>
                <a:cubicBezTo>
                  <a:pt x="1654214" y="1086513"/>
                  <a:pt x="1653715" y="1086182"/>
                  <a:pt x="1653466" y="1085766"/>
                </a:cubicBezTo>
                <a:lnTo>
                  <a:pt x="1642998" y="1067655"/>
                </a:lnTo>
                <a:cubicBezTo>
                  <a:pt x="1642749" y="1067157"/>
                  <a:pt x="1642749" y="1066575"/>
                  <a:pt x="1642998" y="1066160"/>
                </a:cubicBezTo>
                <a:lnTo>
                  <a:pt x="1653466" y="1048048"/>
                </a:lnTo>
                <a:cubicBezTo>
                  <a:pt x="1653715" y="1047550"/>
                  <a:pt x="1654214" y="1047301"/>
                  <a:pt x="1654712" y="1047301"/>
                </a:cubicBezTo>
                <a:lnTo>
                  <a:pt x="1675648" y="1047301"/>
                </a:lnTo>
                <a:cubicBezTo>
                  <a:pt x="1676147" y="1047301"/>
                  <a:pt x="1676645" y="1047633"/>
                  <a:pt x="1676894" y="1048048"/>
                </a:cubicBezTo>
                <a:lnTo>
                  <a:pt x="1687362" y="1066160"/>
                </a:lnTo>
                <a:cubicBezTo>
                  <a:pt x="1687612" y="1066657"/>
                  <a:pt x="1687612" y="1067240"/>
                  <a:pt x="1687362" y="1067655"/>
                </a:cubicBezTo>
                <a:lnTo>
                  <a:pt x="1676894" y="1085767"/>
                </a:lnTo>
                <a:cubicBezTo>
                  <a:pt x="1676645" y="1086265"/>
                  <a:pt x="1676147" y="1086514"/>
                  <a:pt x="1675648" y="1086514"/>
                </a:cubicBezTo>
                <a:close/>
                <a:moveTo>
                  <a:pt x="3460239" y="1570395"/>
                </a:moveTo>
                <a:cubicBezTo>
                  <a:pt x="3459741" y="1570395"/>
                  <a:pt x="3459242" y="1570062"/>
                  <a:pt x="3458993" y="1569647"/>
                </a:cubicBezTo>
                <a:lnTo>
                  <a:pt x="3448442" y="1551369"/>
                </a:lnTo>
                <a:cubicBezTo>
                  <a:pt x="3448193" y="1550871"/>
                  <a:pt x="3448193" y="1550289"/>
                  <a:pt x="3448442" y="1549874"/>
                </a:cubicBezTo>
                <a:lnTo>
                  <a:pt x="3458993" y="1531596"/>
                </a:lnTo>
                <a:cubicBezTo>
                  <a:pt x="3459242" y="1531098"/>
                  <a:pt x="3459741" y="1530849"/>
                  <a:pt x="3460239" y="1530849"/>
                </a:cubicBezTo>
                <a:lnTo>
                  <a:pt x="3481258" y="1530849"/>
                </a:lnTo>
                <a:cubicBezTo>
                  <a:pt x="3481756" y="1530849"/>
                  <a:pt x="3482255" y="1531181"/>
                  <a:pt x="3482504" y="1531596"/>
                </a:cubicBezTo>
                <a:lnTo>
                  <a:pt x="3493055" y="1549874"/>
                </a:lnTo>
                <a:cubicBezTo>
                  <a:pt x="3493305" y="1550372"/>
                  <a:pt x="3493305" y="1550954"/>
                  <a:pt x="3493055" y="1551369"/>
                </a:cubicBezTo>
                <a:lnTo>
                  <a:pt x="3482504" y="1569647"/>
                </a:lnTo>
                <a:cubicBezTo>
                  <a:pt x="3482255" y="1570145"/>
                  <a:pt x="3481756" y="1570395"/>
                  <a:pt x="3481258" y="1570395"/>
                </a:cubicBezTo>
                <a:close/>
                <a:moveTo>
                  <a:pt x="3400029" y="1554452"/>
                </a:moveTo>
                <a:cubicBezTo>
                  <a:pt x="3399448" y="1554452"/>
                  <a:pt x="3398949" y="1554203"/>
                  <a:pt x="3398700" y="1553704"/>
                </a:cubicBezTo>
                <a:lnTo>
                  <a:pt x="3388149" y="1535344"/>
                </a:lnTo>
                <a:cubicBezTo>
                  <a:pt x="3387900" y="1534846"/>
                  <a:pt x="3387900" y="1534347"/>
                  <a:pt x="3388149" y="1533848"/>
                </a:cubicBezTo>
                <a:lnTo>
                  <a:pt x="3398700" y="1515488"/>
                </a:lnTo>
                <a:cubicBezTo>
                  <a:pt x="3399032" y="1514989"/>
                  <a:pt x="3399531" y="1514740"/>
                  <a:pt x="3400029" y="1514740"/>
                </a:cubicBezTo>
                <a:lnTo>
                  <a:pt x="3421214" y="1514740"/>
                </a:lnTo>
                <a:cubicBezTo>
                  <a:pt x="3421796" y="1514740"/>
                  <a:pt x="3422294" y="1514989"/>
                  <a:pt x="3422544" y="1515488"/>
                </a:cubicBezTo>
                <a:lnTo>
                  <a:pt x="3433095" y="1533848"/>
                </a:lnTo>
                <a:cubicBezTo>
                  <a:pt x="3433344" y="1534347"/>
                  <a:pt x="3433344" y="1534846"/>
                  <a:pt x="3433095" y="1535344"/>
                </a:cubicBezTo>
                <a:lnTo>
                  <a:pt x="3422544" y="1553704"/>
                </a:lnTo>
                <a:cubicBezTo>
                  <a:pt x="3422211" y="1554203"/>
                  <a:pt x="3421713" y="1554452"/>
                  <a:pt x="3421214" y="1554452"/>
                </a:cubicBezTo>
                <a:close/>
                <a:moveTo>
                  <a:pt x="3881519" y="1683467"/>
                </a:moveTo>
                <a:cubicBezTo>
                  <a:pt x="3880938" y="1683467"/>
                  <a:pt x="3880439" y="1683218"/>
                  <a:pt x="3880189" y="1682719"/>
                </a:cubicBezTo>
                <a:lnTo>
                  <a:pt x="3869639" y="1664359"/>
                </a:lnTo>
                <a:cubicBezTo>
                  <a:pt x="3869390" y="1663861"/>
                  <a:pt x="3869390" y="1663362"/>
                  <a:pt x="3869638" y="1662863"/>
                </a:cubicBezTo>
                <a:lnTo>
                  <a:pt x="3880190" y="1644503"/>
                </a:lnTo>
                <a:cubicBezTo>
                  <a:pt x="3880521" y="1644004"/>
                  <a:pt x="3881021" y="1643755"/>
                  <a:pt x="3881519" y="1643755"/>
                </a:cubicBezTo>
                <a:lnTo>
                  <a:pt x="3902704" y="1643755"/>
                </a:lnTo>
                <a:cubicBezTo>
                  <a:pt x="3903286" y="1643755"/>
                  <a:pt x="3903784" y="1644004"/>
                  <a:pt x="3904033" y="1644503"/>
                </a:cubicBezTo>
                <a:lnTo>
                  <a:pt x="3914585" y="1662863"/>
                </a:lnTo>
                <a:cubicBezTo>
                  <a:pt x="3914834" y="1663362"/>
                  <a:pt x="3914834" y="1663861"/>
                  <a:pt x="3914585" y="1664359"/>
                </a:cubicBezTo>
                <a:lnTo>
                  <a:pt x="3904034" y="1682719"/>
                </a:lnTo>
                <a:cubicBezTo>
                  <a:pt x="3903701" y="1683218"/>
                  <a:pt x="3903203" y="1683467"/>
                  <a:pt x="3902703" y="1683467"/>
                </a:cubicBezTo>
                <a:close/>
                <a:moveTo>
                  <a:pt x="2737815" y="1377213"/>
                </a:moveTo>
                <a:cubicBezTo>
                  <a:pt x="2737233" y="1377213"/>
                  <a:pt x="2736734" y="1376964"/>
                  <a:pt x="2736486" y="1376465"/>
                </a:cubicBezTo>
                <a:lnTo>
                  <a:pt x="2725852" y="1357939"/>
                </a:lnTo>
                <a:cubicBezTo>
                  <a:pt x="2725603" y="1357523"/>
                  <a:pt x="2725602" y="1356941"/>
                  <a:pt x="2725852" y="1356443"/>
                </a:cubicBezTo>
                <a:lnTo>
                  <a:pt x="2736569" y="1337916"/>
                </a:lnTo>
                <a:cubicBezTo>
                  <a:pt x="2736902" y="1337501"/>
                  <a:pt x="2737400" y="1337169"/>
                  <a:pt x="2737899" y="1337169"/>
                </a:cubicBezTo>
                <a:lnTo>
                  <a:pt x="2759250" y="1337169"/>
                </a:lnTo>
                <a:cubicBezTo>
                  <a:pt x="2759831" y="1337169"/>
                  <a:pt x="2760330" y="1337418"/>
                  <a:pt x="2760579" y="1337916"/>
                </a:cubicBezTo>
                <a:lnTo>
                  <a:pt x="2771212" y="1356443"/>
                </a:lnTo>
                <a:cubicBezTo>
                  <a:pt x="2771463" y="1356859"/>
                  <a:pt x="2771462" y="1357440"/>
                  <a:pt x="2771213" y="1357939"/>
                </a:cubicBezTo>
                <a:lnTo>
                  <a:pt x="2760496" y="1376465"/>
                </a:lnTo>
                <a:cubicBezTo>
                  <a:pt x="2760164" y="1376881"/>
                  <a:pt x="2759665" y="1377213"/>
                  <a:pt x="2759167" y="1377213"/>
                </a:cubicBezTo>
                <a:close/>
                <a:moveTo>
                  <a:pt x="3339677" y="1538564"/>
                </a:moveTo>
                <a:cubicBezTo>
                  <a:pt x="3339096" y="1538563"/>
                  <a:pt x="3338597" y="1538315"/>
                  <a:pt x="3338348" y="1537817"/>
                </a:cubicBezTo>
                <a:lnTo>
                  <a:pt x="3327631" y="1519206"/>
                </a:lnTo>
                <a:cubicBezTo>
                  <a:pt x="3327382" y="1518791"/>
                  <a:pt x="3327382" y="1518209"/>
                  <a:pt x="3327631" y="1517710"/>
                </a:cubicBezTo>
                <a:lnTo>
                  <a:pt x="3338349" y="1499101"/>
                </a:lnTo>
                <a:cubicBezTo>
                  <a:pt x="3338680" y="1498685"/>
                  <a:pt x="3339179" y="1498354"/>
                  <a:pt x="3339677" y="1498354"/>
                </a:cubicBezTo>
                <a:lnTo>
                  <a:pt x="3361113" y="1498353"/>
                </a:lnTo>
                <a:cubicBezTo>
                  <a:pt x="3361693" y="1498354"/>
                  <a:pt x="3362193" y="1498602"/>
                  <a:pt x="3362442" y="1499100"/>
                </a:cubicBezTo>
                <a:lnTo>
                  <a:pt x="3373159" y="1517711"/>
                </a:lnTo>
                <a:cubicBezTo>
                  <a:pt x="3373407" y="1518126"/>
                  <a:pt x="3373408" y="1518708"/>
                  <a:pt x="3373158" y="1519207"/>
                </a:cubicBezTo>
                <a:lnTo>
                  <a:pt x="3362441" y="1537816"/>
                </a:lnTo>
                <a:cubicBezTo>
                  <a:pt x="3362109" y="1538232"/>
                  <a:pt x="3361611" y="1538563"/>
                  <a:pt x="3361113" y="1538563"/>
                </a:cubicBezTo>
                <a:close/>
                <a:moveTo>
                  <a:pt x="1834867" y="1135644"/>
                </a:moveTo>
                <a:cubicBezTo>
                  <a:pt x="1834285" y="1135644"/>
                  <a:pt x="1833787" y="1135395"/>
                  <a:pt x="1833539" y="1134896"/>
                </a:cubicBezTo>
                <a:lnTo>
                  <a:pt x="1822654" y="1116036"/>
                </a:lnTo>
                <a:cubicBezTo>
                  <a:pt x="1822406" y="1115539"/>
                  <a:pt x="1822405" y="1114957"/>
                  <a:pt x="1822655" y="1114459"/>
                </a:cubicBezTo>
                <a:lnTo>
                  <a:pt x="1833539" y="1095600"/>
                </a:lnTo>
                <a:cubicBezTo>
                  <a:pt x="1833787" y="1095185"/>
                  <a:pt x="1834286" y="1094852"/>
                  <a:pt x="1834868" y="1094852"/>
                </a:cubicBezTo>
                <a:lnTo>
                  <a:pt x="1856634" y="1094852"/>
                </a:lnTo>
                <a:cubicBezTo>
                  <a:pt x="1857216" y="1094852"/>
                  <a:pt x="1857714" y="1095101"/>
                  <a:pt x="1857962" y="1095599"/>
                </a:cubicBezTo>
                <a:lnTo>
                  <a:pt x="1868847" y="1114459"/>
                </a:lnTo>
                <a:cubicBezTo>
                  <a:pt x="1869095" y="1114956"/>
                  <a:pt x="1869096" y="1115539"/>
                  <a:pt x="1868846" y="1116037"/>
                </a:cubicBezTo>
                <a:lnTo>
                  <a:pt x="1857962" y="1134895"/>
                </a:lnTo>
                <a:cubicBezTo>
                  <a:pt x="1857714" y="1135312"/>
                  <a:pt x="1857215" y="1135644"/>
                  <a:pt x="1856633" y="1135643"/>
                </a:cubicBezTo>
                <a:close/>
                <a:moveTo>
                  <a:pt x="1889351" y="1188475"/>
                </a:moveTo>
                <a:cubicBezTo>
                  <a:pt x="1889184" y="1188475"/>
                  <a:pt x="1889018" y="1188309"/>
                  <a:pt x="1889018" y="1188309"/>
                </a:cubicBezTo>
                <a:lnTo>
                  <a:pt x="1886443" y="1183823"/>
                </a:lnTo>
                <a:cubicBezTo>
                  <a:pt x="1886443" y="1183740"/>
                  <a:pt x="1886443" y="1183490"/>
                  <a:pt x="1886443" y="1183490"/>
                </a:cubicBezTo>
                <a:lnTo>
                  <a:pt x="1889019" y="1179004"/>
                </a:lnTo>
                <a:cubicBezTo>
                  <a:pt x="1889101" y="1178838"/>
                  <a:pt x="1889351" y="1178838"/>
                  <a:pt x="1889351" y="1178838"/>
                </a:cubicBezTo>
                <a:lnTo>
                  <a:pt x="1894501" y="1178838"/>
                </a:lnTo>
                <a:cubicBezTo>
                  <a:pt x="1894668" y="1178838"/>
                  <a:pt x="1894835" y="1179004"/>
                  <a:pt x="1894835" y="1179004"/>
                </a:cubicBezTo>
                <a:lnTo>
                  <a:pt x="1897409" y="1183490"/>
                </a:lnTo>
                <a:cubicBezTo>
                  <a:pt x="1897410" y="1183574"/>
                  <a:pt x="1897410" y="1183823"/>
                  <a:pt x="1897410" y="1183823"/>
                </a:cubicBezTo>
                <a:lnTo>
                  <a:pt x="1894834" y="1188309"/>
                </a:lnTo>
                <a:cubicBezTo>
                  <a:pt x="1894752" y="1188475"/>
                  <a:pt x="1894501" y="1188475"/>
                  <a:pt x="1894501" y="1188475"/>
                </a:cubicBezTo>
                <a:close/>
                <a:moveTo>
                  <a:pt x="925147" y="932691"/>
                </a:moveTo>
                <a:cubicBezTo>
                  <a:pt x="924898" y="932691"/>
                  <a:pt x="924648" y="932443"/>
                  <a:pt x="924648" y="932443"/>
                </a:cubicBezTo>
                <a:lnTo>
                  <a:pt x="920827" y="925796"/>
                </a:lnTo>
                <a:cubicBezTo>
                  <a:pt x="920744" y="925713"/>
                  <a:pt x="920827" y="925297"/>
                  <a:pt x="920827" y="925297"/>
                </a:cubicBezTo>
                <a:lnTo>
                  <a:pt x="924649" y="918651"/>
                </a:lnTo>
                <a:cubicBezTo>
                  <a:pt x="924815" y="918485"/>
                  <a:pt x="925147" y="918402"/>
                  <a:pt x="925147" y="918402"/>
                </a:cubicBezTo>
                <a:lnTo>
                  <a:pt x="932790" y="918403"/>
                </a:lnTo>
                <a:cubicBezTo>
                  <a:pt x="933039" y="918402"/>
                  <a:pt x="933289" y="918651"/>
                  <a:pt x="933289" y="918651"/>
                </a:cubicBezTo>
                <a:lnTo>
                  <a:pt x="937110" y="925297"/>
                </a:lnTo>
                <a:cubicBezTo>
                  <a:pt x="937193" y="925380"/>
                  <a:pt x="937110" y="925796"/>
                  <a:pt x="937110" y="925796"/>
                </a:cubicBezTo>
                <a:lnTo>
                  <a:pt x="933289" y="932442"/>
                </a:lnTo>
                <a:cubicBezTo>
                  <a:pt x="933123" y="932608"/>
                  <a:pt x="932790" y="932691"/>
                  <a:pt x="932790" y="932691"/>
                </a:cubicBezTo>
                <a:close/>
                <a:moveTo>
                  <a:pt x="5318670" y="2110037"/>
                </a:moveTo>
                <a:cubicBezTo>
                  <a:pt x="5318421" y="2110037"/>
                  <a:pt x="5318171" y="2109787"/>
                  <a:pt x="5318171" y="2109787"/>
                </a:cubicBezTo>
                <a:lnTo>
                  <a:pt x="5314350" y="2103058"/>
                </a:lnTo>
                <a:cubicBezTo>
                  <a:pt x="5314267" y="2102892"/>
                  <a:pt x="5314350" y="2102476"/>
                  <a:pt x="5314350" y="2102476"/>
                </a:cubicBezTo>
                <a:lnTo>
                  <a:pt x="5318255" y="2095747"/>
                </a:lnTo>
                <a:cubicBezTo>
                  <a:pt x="5318421" y="2095581"/>
                  <a:pt x="5318752" y="2095498"/>
                  <a:pt x="5318752" y="2095498"/>
                </a:cubicBezTo>
                <a:lnTo>
                  <a:pt x="5326480" y="2095498"/>
                </a:lnTo>
                <a:cubicBezTo>
                  <a:pt x="5326729" y="2095498"/>
                  <a:pt x="5326978" y="2095747"/>
                  <a:pt x="5326978" y="2095747"/>
                </a:cubicBezTo>
                <a:lnTo>
                  <a:pt x="5330800" y="2102476"/>
                </a:lnTo>
                <a:cubicBezTo>
                  <a:pt x="5330883" y="2102643"/>
                  <a:pt x="5330800" y="2103058"/>
                  <a:pt x="5330800" y="2103058"/>
                </a:cubicBezTo>
                <a:lnTo>
                  <a:pt x="5326895" y="2109787"/>
                </a:lnTo>
                <a:cubicBezTo>
                  <a:pt x="5326728" y="2109954"/>
                  <a:pt x="5326396" y="2110037"/>
                  <a:pt x="5326396" y="2110037"/>
                </a:cubicBezTo>
                <a:close/>
                <a:moveTo>
                  <a:pt x="983528" y="952227"/>
                </a:moveTo>
                <a:cubicBezTo>
                  <a:pt x="983278" y="952227"/>
                  <a:pt x="982863" y="951812"/>
                  <a:pt x="982863" y="951812"/>
                </a:cubicBezTo>
                <a:lnTo>
                  <a:pt x="977213" y="942009"/>
                </a:lnTo>
                <a:cubicBezTo>
                  <a:pt x="977048" y="941760"/>
                  <a:pt x="977213" y="941178"/>
                  <a:pt x="977213" y="941178"/>
                </a:cubicBezTo>
                <a:lnTo>
                  <a:pt x="982863" y="931375"/>
                </a:lnTo>
                <a:cubicBezTo>
                  <a:pt x="982946" y="931125"/>
                  <a:pt x="983527" y="930959"/>
                  <a:pt x="983527" y="930959"/>
                </a:cubicBezTo>
                <a:lnTo>
                  <a:pt x="994826" y="930959"/>
                </a:lnTo>
                <a:cubicBezTo>
                  <a:pt x="995076" y="930959"/>
                  <a:pt x="995490" y="931375"/>
                  <a:pt x="995490" y="931375"/>
                </a:cubicBezTo>
                <a:lnTo>
                  <a:pt x="1001141" y="941178"/>
                </a:lnTo>
                <a:cubicBezTo>
                  <a:pt x="1001307" y="941427"/>
                  <a:pt x="1001141" y="942009"/>
                  <a:pt x="1001141" y="942009"/>
                </a:cubicBezTo>
                <a:lnTo>
                  <a:pt x="995491" y="951812"/>
                </a:lnTo>
                <a:cubicBezTo>
                  <a:pt x="995408" y="952061"/>
                  <a:pt x="994827" y="952227"/>
                  <a:pt x="994827" y="952227"/>
                </a:cubicBezTo>
                <a:close/>
                <a:moveTo>
                  <a:pt x="3268921" y="1568119"/>
                </a:moveTo>
                <a:cubicBezTo>
                  <a:pt x="3268505" y="1568118"/>
                  <a:pt x="3268007" y="1567621"/>
                  <a:pt x="3268007" y="1567621"/>
                </a:cubicBezTo>
                <a:lnTo>
                  <a:pt x="3260779" y="1554992"/>
                </a:lnTo>
                <a:cubicBezTo>
                  <a:pt x="3260613" y="1554744"/>
                  <a:pt x="3260779" y="1553995"/>
                  <a:pt x="3260779" y="1553995"/>
                </a:cubicBezTo>
                <a:lnTo>
                  <a:pt x="3268090" y="1541366"/>
                </a:lnTo>
                <a:cubicBezTo>
                  <a:pt x="3268339" y="1541035"/>
                  <a:pt x="3269004" y="1540869"/>
                  <a:pt x="3269004" y="1540869"/>
                </a:cubicBezTo>
                <a:lnTo>
                  <a:pt x="3283543" y="1540869"/>
                </a:lnTo>
                <a:cubicBezTo>
                  <a:pt x="3283958" y="1540868"/>
                  <a:pt x="3284456" y="1541366"/>
                  <a:pt x="3284456" y="1541366"/>
                </a:cubicBezTo>
                <a:lnTo>
                  <a:pt x="3291684" y="1553995"/>
                </a:lnTo>
                <a:cubicBezTo>
                  <a:pt x="3291850" y="1554244"/>
                  <a:pt x="3291684" y="1554992"/>
                  <a:pt x="3291684" y="1554992"/>
                </a:cubicBezTo>
                <a:lnTo>
                  <a:pt x="3284373" y="1567620"/>
                </a:lnTo>
                <a:cubicBezTo>
                  <a:pt x="3284124" y="1567952"/>
                  <a:pt x="3283459" y="1568118"/>
                  <a:pt x="3283459" y="1568118"/>
                </a:cubicBezTo>
                <a:close/>
                <a:moveTo>
                  <a:pt x="5134029" y="2069298"/>
                </a:moveTo>
                <a:cubicBezTo>
                  <a:pt x="5133614" y="2069298"/>
                  <a:pt x="5133032" y="2068716"/>
                  <a:pt x="5133032" y="2068716"/>
                </a:cubicBezTo>
                <a:lnTo>
                  <a:pt x="5125140" y="2055009"/>
                </a:lnTo>
                <a:cubicBezTo>
                  <a:pt x="5124974" y="2054593"/>
                  <a:pt x="5125140" y="2053845"/>
                  <a:pt x="5125140" y="2053845"/>
                </a:cubicBezTo>
                <a:lnTo>
                  <a:pt x="5133116" y="2040138"/>
                </a:lnTo>
                <a:cubicBezTo>
                  <a:pt x="5133365" y="2039805"/>
                  <a:pt x="5134112" y="2039556"/>
                  <a:pt x="5134112" y="2039556"/>
                </a:cubicBezTo>
                <a:lnTo>
                  <a:pt x="5149981" y="2039556"/>
                </a:lnTo>
                <a:cubicBezTo>
                  <a:pt x="5150396" y="2039556"/>
                  <a:pt x="5150977" y="2040138"/>
                  <a:pt x="5150977" y="2040138"/>
                </a:cubicBezTo>
                <a:lnTo>
                  <a:pt x="5158871" y="2053845"/>
                </a:lnTo>
                <a:cubicBezTo>
                  <a:pt x="5159036" y="2054261"/>
                  <a:pt x="5158870" y="2055009"/>
                  <a:pt x="5158870" y="2055009"/>
                </a:cubicBezTo>
                <a:lnTo>
                  <a:pt x="5150894" y="2068716"/>
                </a:lnTo>
                <a:cubicBezTo>
                  <a:pt x="5150645" y="2069049"/>
                  <a:pt x="5149897" y="2069298"/>
                  <a:pt x="5149897" y="2069298"/>
                </a:cubicBezTo>
                <a:close/>
                <a:moveTo>
                  <a:pt x="4110800" y="1795403"/>
                </a:moveTo>
                <a:cubicBezTo>
                  <a:pt x="4110385" y="1795403"/>
                  <a:pt x="4109803" y="1794822"/>
                  <a:pt x="4109803" y="1794822"/>
                </a:cubicBezTo>
                <a:lnTo>
                  <a:pt x="4101745" y="1780781"/>
                </a:lnTo>
                <a:cubicBezTo>
                  <a:pt x="4101579" y="1780449"/>
                  <a:pt x="4101745" y="1779618"/>
                  <a:pt x="4101745" y="1779618"/>
                </a:cubicBezTo>
                <a:lnTo>
                  <a:pt x="4109803" y="1765578"/>
                </a:lnTo>
                <a:cubicBezTo>
                  <a:pt x="4110053" y="1765245"/>
                  <a:pt x="4110800" y="1764996"/>
                  <a:pt x="4110800" y="1764996"/>
                </a:cubicBezTo>
                <a:lnTo>
                  <a:pt x="4127001" y="1764996"/>
                </a:lnTo>
                <a:cubicBezTo>
                  <a:pt x="4127416" y="1764996"/>
                  <a:pt x="4127998" y="1765578"/>
                  <a:pt x="4127998" y="1765578"/>
                </a:cubicBezTo>
                <a:lnTo>
                  <a:pt x="4136057" y="1779618"/>
                </a:lnTo>
                <a:cubicBezTo>
                  <a:pt x="4136223" y="1779950"/>
                  <a:pt x="4136057" y="1780781"/>
                  <a:pt x="4136057" y="1780781"/>
                </a:cubicBezTo>
                <a:lnTo>
                  <a:pt x="4127998" y="1794822"/>
                </a:lnTo>
                <a:cubicBezTo>
                  <a:pt x="4127749" y="1795154"/>
                  <a:pt x="4127001" y="1795403"/>
                  <a:pt x="4127001" y="1795403"/>
                </a:cubicBezTo>
                <a:close/>
                <a:moveTo>
                  <a:pt x="5434712" y="2150430"/>
                </a:moveTo>
                <a:cubicBezTo>
                  <a:pt x="5434297" y="2150430"/>
                  <a:pt x="5433715" y="2149849"/>
                  <a:pt x="5433715" y="2149849"/>
                </a:cubicBezTo>
                <a:lnTo>
                  <a:pt x="5425573" y="2135642"/>
                </a:lnTo>
                <a:cubicBezTo>
                  <a:pt x="5425325" y="2135311"/>
                  <a:pt x="5425574" y="2134479"/>
                  <a:pt x="5425574" y="2134479"/>
                </a:cubicBezTo>
                <a:lnTo>
                  <a:pt x="5433799" y="2120272"/>
                </a:lnTo>
                <a:cubicBezTo>
                  <a:pt x="5433965" y="2119941"/>
                  <a:pt x="5434796" y="2119691"/>
                  <a:pt x="5434796" y="2119691"/>
                </a:cubicBezTo>
                <a:lnTo>
                  <a:pt x="5451162" y="2119691"/>
                </a:lnTo>
                <a:cubicBezTo>
                  <a:pt x="5451577" y="2119691"/>
                  <a:pt x="5452159" y="2120272"/>
                  <a:pt x="5452159" y="2120272"/>
                </a:cubicBezTo>
                <a:lnTo>
                  <a:pt x="5460301" y="2134479"/>
                </a:lnTo>
                <a:cubicBezTo>
                  <a:pt x="5460550" y="2134811"/>
                  <a:pt x="5460301" y="2135642"/>
                  <a:pt x="5460301" y="2135642"/>
                </a:cubicBezTo>
                <a:lnTo>
                  <a:pt x="5452076" y="2149849"/>
                </a:lnTo>
                <a:cubicBezTo>
                  <a:pt x="5451827" y="2150182"/>
                  <a:pt x="5451079" y="2150430"/>
                  <a:pt x="5451079" y="2150430"/>
                </a:cubicBezTo>
                <a:close/>
                <a:moveTo>
                  <a:pt x="2425153" y="1344492"/>
                </a:moveTo>
                <a:cubicBezTo>
                  <a:pt x="2424738" y="1344492"/>
                  <a:pt x="2424156" y="1343911"/>
                  <a:pt x="2424156" y="1343911"/>
                </a:cubicBezTo>
                <a:lnTo>
                  <a:pt x="2415682" y="1329289"/>
                </a:lnTo>
                <a:cubicBezTo>
                  <a:pt x="2415433" y="1328957"/>
                  <a:pt x="2415682" y="1328126"/>
                  <a:pt x="2415682" y="1328126"/>
                </a:cubicBezTo>
                <a:lnTo>
                  <a:pt x="2424156" y="1313504"/>
                </a:lnTo>
                <a:cubicBezTo>
                  <a:pt x="2424322" y="1313171"/>
                  <a:pt x="2424738" y="1312922"/>
                  <a:pt x="2425153" y="1312922"/>
                </a:cubicBezTo>
                <a:lnTo>
                  <a:pt x="2442018" y="1312922"/>
                </a:lnTo>
                <a:cubicBezTo>
                  <a:pt x="2442433" y="1312922"/>
                  <a:pt x="2443015" y="1313504"/>
                  <a:pt x="2443015" y="1313504"/>
                </a:cubicBezTo>
                <a:lnTo>
                  <a:pt x="2451489" y="1328126"/>
                </a:lnTo>
                <a:cubicBezTo>
                  <a:pt x="2451738" y="1328458"/>
                  <a:pt x="2451489" y="1329289"/>
                  <a:pt x="2451489" y="1329289"/>
                </a:cubicBezTo>
                <a:lnTo>
                  <a:pt x="2443015" y="1343911"/>
                </a:lnTo>
                <a:cubicBezTo>
                  <a:pt x="2442849" y="1344243"/>
                  <a:pt x="2442433" y="1344492"/>
                  <a:pt x="2442018" y="1344492"/>
                </a:cubicBezTo>
                <a:close/>
                <a:moveTo>
                  <a:pt x="2966829" y="1489634"/>
                </a:moveTo>
                <a:cubicBezTo>
                  <a:pt x="2966413" y="1489633"/>
                  <a:pt x="2965832" y="1489053"/>
                  <a:pt x="2965832" y="1489053"/>
                </a:cubicBezTo>
                <a:lnTo>
                  <a:pt x="2957358" y="1474431"/>
                </a:lnTo>
                <a:cubicBezTo>
                  <a:pt x="2957109" y="1474099"/>
                  <a:pt x="2957358" y="1473268"/>
                  <a:pt x="2957358" y="1473268"/>
                </a:cubicBezTo>
                <a:lnTo>
                  <a:pt x="2965832" y="1458646"/>
                </a:lnTo>
                <a:cubicBezTo>
                  <a:pt x="2965998" y="1458313"/>
                  <a:pt x="2966413" y="1458064"/>
                  <a:pt x="2966829" y="1458063"/>
                </a:cubicBezTo>
                <a:lnTo>
                  <a:pt x="2983694" y="1458063"/>
                </a:lnTo>
                <a:cubicBezTo>
                  <a:pt x="2984109" y="1458064"/>
                  <a:pt x="2984691" y="1458646"/>
                  <a:pt x="2984691" y="1458646"/>
                </a:cubicBezTo>
                <a:lnTo>
                  <a:pt x="2993165" y="1473268"/>
                </a:lnTo>
                <a:cubicBezTo>
                  <a:pt x="2993414" y="1473599"/>
                  <a:pt x="2993165" y="1474431"/>
                  <a:pt x="2993165" y="1474431"/>
                </a:cubicBezTo>
                <a:lnTo>
                  <a:pt x="2984691" y="1489053"/>
                </a:lnTo>
                <a:cubicBezTo>
                  <a:pt x="2984525" y="1489385"/>
                  <a:pt x="2984109" y="1489634"/>
                  <a:pt x="2983694" y="1489634"/>
                </a:cubicBezTo>
                <a:close/>
                <a:moveTo>
                  <a:pt x="4230740" y="1828298"/>
                </a:moveTo>
                <a:cubicBezTo>
                  <a:pt x="4230324" y="1828297"/>
                  <a:pt x="4229743" y="1827717"/>
                  <a:pt x="4229743" y="1827717"/>
                </a:cubicBezTo>
                <a:lnTo>
                  <a:pt x="4221269" y="1813095"/>
                </a:lnTo>
                <a:cubicBezTo>
                  <a:pt x="4221020" y="1812762"/>
                  <a:pt x="4221269" y="1811932"/>
                  <a:pt x="4221269" y="1811932"/>
                </a:cubicBezTo>
                <a:lnTo>
                  <a:pt x="4229743" y="1797310"/>
                </a:lnTo>
                <a:cubicBezTo>
                  <a:pt x="4229909" y="1796977"/>
                  <a:pt x="4230324" y="1796728"/>
                  <a:pt x="4230740" y="1796727"/>
                </a:cubicBezTo>
                <a:lnTo>
                  <a:pt x="4247605" y="1796727"/>
                </a:lnTo>
                <a:cubicBezTo>
                  <a:pt x="4248020" y="1796728"/>
                  <a:pt x="4248602" y="1797310"/>
                  <a:pt x="4248602" y="1797310"/>
                </a:cubicBezTo>
                <a:lnTo>
                  <a:pt x="4257076" y="1811932"/>
                </a:lnTo>
                <a:cubicBezTo>
                  <a:pt x="4257325" y="1812263"/>
                  <a:pt x="4257076" y="1813095"/>
                  <a:pt x="4257076" y="1813095"/>
                </a:cubicBezTo>
                <a:lnTo>
                  <a:pt x="4248602" y="1827717"/>
                </a:lnTo>
                <a:cubicBezTo>
                  <a:pt x="4248436" y="1828049"/>
                  <a:pt x="4248020" y="1828297"/>
                  <a:pt x="4247605" y="1828298"/>
                </a:cubicBezTo>
                <a:close/>
                <a:moveTo>
                  <a:pt x="2665801" y="1409258"/>
                </a:moveTo>
                <a:cubicBezTo>
                  <a:pt x="2665303" y="1409257"/>
                  <a:pt x="2664721" y="1408676"/>
                  <a:pt x="2664721" y="1408676"/>
                </a:cubicBezTo>
                <a:lnTo>
                  <a:pt x="2656165" y="1393888"/>
                </a:lnTo>
                <a:cubicBezTo>
                  <a:pt x="2655915" y="1393474"/>
                  <a:pt x="2656164" y="1392641"/>
                  <a:pt x="2656164" y="1392641"/>
                </a:cubicBezTo>
                <a:lnTo>
                  <a:pt x="2664722" y="1377855"/>
                </a:lnTo>
                <a:cubicBezTo>
                  <a:pt x="2664970" y="1377521"/>
                  <a:pt x="2665386" y="1377272"/>
                  <a:pt x="2665802" y="1377272"/>
                </a:cubicBezTo>
                <a:lnTo>
                  <a:pt x="2682916" y="1377272"/>
                </a:lnTo>
                <a:cubicBezTo>
                  <a:pt x="2683415" y="1377273"/>
                  <a:pt x="2683995" y="1377855"/>
                  <a:pt x="2683995" y="1377855"/>
                </a:cubicBezTo>
                <a:lnTo>
                  <a:pt x="2692552" y="1392642"/>
                </a:lnTo>
                <a:cubicBezTo>
                  <a:pt x="2692803" y="1393058"/>
                  <a:pt x="2692552" y="1393889"/>
                  <a:pt x="2692552" y="1393889"/>
                </a:cubicBezTo>
                <a:lnTo>
                  <a:pt x="2683996" y="1408676"/>
                </a:lnTo>
                <a:cubicBezTo>
                  <a:pt x="2683747" y="1409009"/>
                  <a:pt x="2683332" y="1409257"/>
                  <a:pt x="2682915" y="1409258"/>
                </a:cubicBezTo>
                <a:close/>
                <a:moveTo>
                  <a:pt x="2786091" y="1441595"/>
                </a:moveTo>
                <a:cubicBezTo>
                  <a:pt x="2785593" y="1441596"/>
                  <a:pt x="2785011" y="1441014"/>
                  <a:pt x="2785011" y="1441014"/>
                </a:cubicBezTo>
                <a:lnTo>
                  <a:pt x="2776454" y="1426142"/>
                </a:lnTo>
                <a:cubicBezTo>
                  <a:pt x="2776205" y="1425727"/>
                  <a:pt x="2776454" y="1424896"/>
                  <a:pt x="2776454" y="1424896"/>
                </a:cubicBezTo>
                <a:lnTo>
                  <a:pt x="2785094" y="1410025"/>
                </a:lnTo>
                <a:cubicBezTo>
                  <a:pt x="2785343" y="1409692"/>
                  <a:pt x="2785759" y="1409443"/>
                  <a:pt x="2786174" y="1409443"/>
                </a:cubicBezTo>
                <a:lnTo>
                  <a:pt x="2803372" y="1409444"/>
                </a:lnTo>
                <a:cubicBezTo>
                  <a:pt x="2803870" y="1409443"/>
                  <a:pt x="2804452" y="1410025"/>
                  <a:pt x="2804452" y="1410025"/>
                </a:cubicBezTo>
                <a:lnTo>
                  <a:pt x="2813009" y="1424896"/>
                </a:lnTo>
                <a:cubicBezTo>
                  <a:pt x="2813258" y="1425311"/>
                  <a:pt x="2813009" y="1426142"/>
                  <a:pt x="2813009" y="1426142"/>
                </a:cubicBezTo>
                <a:lnTo>
                  <a:pt x="2804369" y="1441013"/>
                </a:lnTo>
                <a:cubicBezTo>
                  <a:pt x="2804119" y="1441346"/>
                  <a:pt x="2803704" y="1441595"/>
                  <a:pt x="2803288" y="1441595"/>
                </a:cubicBezTo>
                <a:close/>
                <a:moveTo>
                  <a:pt x="3026837" y="1506103"/>
                </a:moveTo>
                <a:cubicBezTo>
                  <a:pt x="3026339" y="1506103"/>
                  <a:pt x="3025757" y="1505521"/>
                  <a:pt x="3025757" y="1505521"/>
                </a:cubicBezTo>
                <a:lnTo>
                  <a:pt x="3017199" y="1490650"/>
                </a:lnTo>
                <a:cubicBezTo>
                  <a:pt x="3016950" y="1490235"/>
                  <a:pt x="3017199" y="1489404"/>
                  <a:pt x="3017199" y="1489404"/>
                </a:cubicBezTo>
                <a:lnTo>
                  <a:pt x="3025840" y="1474533"/>
                </a:lnTo>
                <a:cubicBezTo>
                  <a:pt x="3026088" y="1474200"/>
                  <a:pt x="3026504" y="1473951"/>
                  <a:pt x="3026920" y="1473951"/>
                </a:cubicBezTo>
                <a:lnTo>
                  <a:pt x="3044118" y="1473951"/>
                </a:lnTo>
                <a:cubicBezTo>
                  <a:pt x="3044616" y="1473951"/>
                  <a:pt x="3045198" y="1474533"/>
                  <a:pt x="3045198" y="1474533"/>
                </a:cubicBezTo>
                <a:lnTo>
                  <a:pt x="3053754" y="1489404"/>
                </a:lnTo>
                <a:cubicBezTo>
                  <a:pt x="3054004" y="1489819"/>
                  <a:pt x="3053755" y="1490650"/>
                  <a:pt x="3053755" y="1490650"/>
                </a:cubicBezTo>
                <a:lnTo>
                  <a:pt x="3045115" y="1505521"/>
                </a:lnTo>
                <a:cubicBezTo>
                  <a:pt x="3044864" y="1505854"/>
                  <a:pt x="3044449" y="1506103"/>
                  <a:pt x="3044034" y="1506103"/>
                </a:cubicBezTo>
                <a:close/>
                <a:moveTo>
                  <a:pt x="3087023" y="1522313"/>
                </a:moveTo>
                <a:cubicBezTo>
                  <a:pt x="3086608" y="1522313"/>
                  <a:pt x="3085942" y="1521731"/>
                  <a:pt x="3085942" y="1521731"/>
                </a:cubicBezTo>
                <a:lnTo>
                  <a:pt x="3077303" y="1506776"/>
                </a:lnTo>
                <a:cubicBezTo>
                  <a:pt x="3077053" y="1506362"/>
                  <a:pt x="3077302" y="1505530"/>
                  <a:pt x="3077302" y="1505530"/>
                </a:cubicBezTo>
                <a:lnTo>
                  <a:pt x="3085942" y="1490577"/>
                </a:lnTo>
                <a:cubicBezTo>
                  <a:pt x="3086191" y="1490244"/>
                  <a:pt x="3086608" y="1489994"/>
                  <a:pt x="3087023" y="1489995"/>
                </a:cubicBezTo>
                <a:lnTo>
                  <a:pt x="3104302" y="1489995"/>
                </a:lnTo>
                <a:cubicBezTo>
                  <a:pt x="3104719" y="1489994"/>
                  <a:pt x="3105384" y="1490577"/>
                  <a:pt x="3105384" y="1490577"/>
                </a:cubicBezTo>
                <a:lnTo>
                  <a:pt x="3114023" y="1505530"/>
                </a:lnTo>
                <a:cubicBezTo>
                  <a:pt x="3114272" y="1505946"/>
                  <a:pt x="3114023" y="1506776"/>
                  <a:pt x="3114023" y="1506776"/>
                </a:cubicBezTo>
                <a:lnTo>
                  <a:pt x="3105383" y="1521730"/>
                </a:lnTo>
                <a:cubicBezTo>
                  <a:pt x="3105134" y="1522062"/>
                  <a:pt x="3104719" y="1522313"/>
                  <a:pt x="3104302" y="1522312"/>
                </a:cubicBezTo>
                <a:close/>
                <a:moveTo>
                  <a:pt x="4290581" y="1845099"/>
                </a:moveTo>
                <a:cubicBezTo>
                  <a:pt x="4290166" y="1845099"/>
                  <a:pt x="4289501" y="1844518"/>
                  <a:pt x="4289501" y="1844518"/>
                </a:cubicBezTo>
                <a:lnTo>
                  <a:pt x="4280695" y="1829313"/>
                </a:lnTo>
                <a:cubicBezTo>
                  <a:pt x="4280446" y="1828899"/>
                  <a:pt x="4280695" y="1828068"/>
                  <a:pt x="4280695" y="1828068"/>
                </a:cubicBezTo>
                <a:lnTo>
                  <a:pt x="4289501" y="1812865"/>
                </a:lnTo>
                <a:cubicBezTo>
                  <a:pt x="4289750" y="1812532"/>
                  <a:pt x="4290165" y="1812283"/>
                  <a:pt x="4290581" y="1812283"/>
                </a:cubicBezTo>
                <a:lnTo>
                  <a:pt x="4308194" y="1812283"/>
                </a:lnTo>
                <a:cubicBezTo>
                  <a:pt x="4308608" y="1812283"/>
                  <a:pt x="4309273" y="1812865"/>
                  <a:pt x="4309273" y="1812865"/>
                </a:cubicBezTo>
                <a:lnTo>
                  <a:pt x="4318080" y="1828067"/>
                </a:lnTo>
                <a:cubicBezTo>
                  <a:pt x="4318330" y="1828483"/>
                  <a:pt x="4318080" y="1829314"/>
                  <a:pt x="4318080" y="1829314"/>
                </a:cubicBezTo>
                <a:lnTo>
                  <a:pt x="4309274" y="1844518"/>
                </a:lnTo>
                <a:cubicBezTo>
                  <a:pt x="4309025" y="1844850"/>
                  <a:pt x="4308609" y="1845098"/>
                  <a:pt x="4308194" y="1845099"/>
                </a:cubicBezTo>
                <a:close/>
                <a:moveTo>
                  <a:pt x="4170146" y="1813097"/>
                </a:moveTo>
                <a:cubicBezTo>
                  <a:pt x="4169732" y="1813097"/>
                  <a:pt x="4169067" y="1812432"/>
                  <a:pt x="4169067" y="1812432"/>
                </a:cubicBezTo>
                <a:lnTo>
                  <a:pt x="4160177" y="1796980"/>
                </a:lnTo>
                <a:cubicBezTo>
                  <a:pt x="4159929" y="1796647"/>
                  <a:pt x="4160177" y="1795732"/>
                  <a:pt x="4160177" y="1795732"/>
                </a:cubicBezTo>
                <a:lnTo>
                  <a:pt x="4169066" y="1780281"/>
                </a:lnTo>
                <a:cubicBezTo>
                  <a:pt x="4169315" y="1779865"/>
                  <a:pt x="4169732" y="1779616"/>
                  <a:pt x="4170146" y="1779615"/>
                </a:cubicBezTo>
                <a:lnTo>
                  <a:pt x="4187926" y="1779616"/>
                </a:lnTo>
                <a:cubicBezTo>
                  <a:pt x="4188340" y="1779615"/>
                  <a:pt x="4189005" y="1780281"/>
                  <a:pt x="4189005" y="1780281"/>
                </a:cubicBezTo>
                <a:lnTo>
                  <a:pt x="4197895" y="1795733"/>
                </a:lnTo>
                <a:cubicBezTo>
                  <a:pt x="4198144" y="1796066"/>
                  <a:pt x="4197896" y="1796980"/>
                  <a:pt x="4197896" y="1796980"/>
                </a:cubicBezTo>
                <a:lnTo>
                  <a:pt x="4189005" y="1812432"/>
                </a:lnTo>
                <a:cubicBezTo>
                  <a:pt x="4188756" y="1812847"/>
                  <a:pt x="4188340" y="1813097"/>
                  <a:pt x="4187925" y="1813097"/>
                </a:cubicBezTo>
                <a:close/>
                <a:moveTo>
                  <a:pt x="3146899" y="1539013"/>
                </a:moveTo>
                <a:cubicBezTo>
                  <a:pt x="3146484" y="1539012"/>
                  <a:pt x="3145819" y="1538349"/>
                  <a:pt x="3145819" y="1538349"/>
                </a:cubicBezTo>
                <a:lnTo>
                  <a:pt x="3136847" y="1522813"/>
                </a:lnTo>
                <a:cubicBezTo>
                  <a:pt x="3136598" y="1522479"/>
                  <a:pt x="3136847" y="1521567"/>
                  <a:pt x="3136847" y="1521567"/>
                </a:cubicBezTo>
                <a:lnTo>
                  <a:pt x="3145819" y="1506030"/>
                </a:lnTo>
                <a:cubicBezTo>
                  <a:pt x="3146068" y="1505615"/>
                  <a:pt x="3146484" y="1505365"/>
                  <a:pt x="3146899" y="1505366"/>
                </a:cubicBezTo>
                <a:lnTo>
                  <a:pt x="3164761" y="1505365"/>
                </a:lnTo>
                <a:cubicBezTo>
                  <a:pt x="3165177" y="1505366"/>
                  <a:pt x="3165841" y="1506031"/>
                  <a:pt x="3165841" y="1506031"/>
                </a:cubicBezTo>
                <a:lnTo>
                  <a:pt x="3174814" y="1521567"/>
                </a:lnTo>
                <a:cubicBezTo>
                  <a:pt x="3175063" y="1521899"/>
                  <a:pt x="3174814" y="1522813"/>
                  <a:pt x="3174814" y="1522813"/>
                </a:cubicBezTo>
                <a:lnTo>
                  <a:pt x="3165841" y="1538349"/>
                </a:lnTo>
                <a:cubicBezTo>
                  <a:pt x="3165592" y="1538763"/>
                  <a:pt x="3165177" y="1539013"/>
                  <a:pt x="3164761" y="1539012"/>
                </a:cubicBezTo>
                <a:close/>
                <a:moveTo>
                  <a:pt x="2906151" y="1474610"/>
                </a:moveTo>
                <a:cubicBezTo>
                  <a:pt x="2905736" y="1474610"/>
                  <a:pt x="2905071" y="1473945"/>
                  <a:pt x="2905071" y="1473945"/>
                </a:cubicBezTo>
                <a:lnTo>
                  <a:pt x="2896099" y="1458327"/>
                </a:lnTo>
                <a:cubicBezTo>
                  <a:pt x="2895850" y="1457993"/>
                  <a:pt x="2896099" y="1457081"/>
                  <a:pt x="2896099" y="1457081"/>
                </a:cubicBezTo>
                <a:lnTo>
                  <a:pt x="2905071" y="1441462"/>
                </a:lnTo>
                <a:cubicBezTo>
                  <a:pt x="2905320" y="1441045"/>
                  <a:pt x="2905736" y="1440797"/>
                  <a:pt x="2906151" y="1440796"/>
                </a:cubicBezTo>
                <a:lnTo>
                  <a:pt x="2924179" y="1440796"/>
                </a:lnTo>
                <a:cubicBezTo>
                  <a:pt x="2924595" y="1440797"/>
                  <a:pt x="2925259" y="1441462"/>
                  <a:pt x="2925259" y="1441462"/>
                </a:cubicBezTo>
                <a:lnTo>
                  <a:pt x="2934232" y="1457081"/>
                </a:lnTo>
                <a:cubicBezTo>
                  <a:pt x="2934481" y="1457412"/>
                  <a:pt x="2934232" y="1458327"/>
                  <a:pt x="2934232" y="1458327"/>
                </a:cubicBezTo>
                <a:lnTo>
                  <a:pt x="2925259" y="1473946"/>
                </a:lnTo>
                <a:cubicBezTo>
                  <a:pt x="2925010" y="1474361"/>
                  <a:pt x="2924595" y="1474610"/>
                  <a:pt x="2924179" y="1474610"/>
                </a:cubicBezTo>
                <a:close/>
                <a:moveTo>
                  <a:pt x="5373787" y="2135811"/>
                </a:moveTo>
                <a:cubicBezTo>
                  <a:pt x="5373372" y="2135811"/>
                  <a:pt x="5372707" y="2135147"/>
                  <a:pt x="5372707" y="2135147"/>
                </a:cubicBezTo>
                <a:lnTo>
                  <a:pt x="5363735" y="2119528"/>
                </a:lnTo>
                <a:cubicBezTo>
                  <a:pt x="5363486" y="2119194"/>
                  <a:pt x="5363735" y="2118282"/>
                  <a:pt x="5363735" y="2118282"/>
                </a:cubicBezTo>
                <a:lnTo>
                  <a:pt x="5372707" y="2102663"/>
                </a:lnTo>
                <a:cubicBezTo>
                  <a:pt x="5372957" y="2102247"/>
                  <a:pt x="5373372" y="2101998"/>
                  <a:pt x="5373787" y="2101998"/>
                </a:cubicBezTo>
                <a:lnTo>
                  <a:pt x="5391816" y="2101998"/>
                </a:lnTo>
                <a:cubicBezTo>
                  <a:pt x="5392231" y="2101998"/>
                  <a:pt x="5392896" y="2102663"/>
                  <a:pt x="5392896" y="2102663"/>
                </a:cubicBezTo>
                <a:lnTo>
                  <a:pt x="5401868" y="2118282"/>
                </a:lnTo>
                <a:cubicBezTo>
                  <a:pt x="5402117" y="2118614"/>
                  <a:pt x="5401868" y="2119528"/>
                  <a:pt x="5401868" y="2119528"/>
                </a:cubicBezTo>
                <a:lnTo>
                  <a:pt x="5392896" y="2135147"/>
                </a:lnTo>
                <a:cubicBezTo>
                  <a:pt x="5392646" y="2135562"/>
                  <a:pt x="5392231" y="2135811"/>
                  <a:pt x="5391816" y="2135810"/>
                </a:cubicBezTo>
                <a:close/>
                <a:moveTo>
                  <a:pt x="2845883" y="1458555"/>
                </a:moveTo>
                <a:cubicBezTo>
                  <a:pt x="2845468" y="1458555"/>
                  <a:pt x="2844803" y="1457890"/>
                  <a:pt x="2844803" y="1457890"/>
                </a:cubicBezTo>
                <a:lnTo>
                  <a:pt x="2835748" y="1442189"/>
                </a:lnTo>
                <a:cubicBezTo>
                  <a:pt x="2835498" y="1441856"/>
                  <a:pt x="2835748" y="1440942"/>
                  <a:pt x="2835748" y="1440942"/>
                </a:cubicBezTo>
                <a:lnTo>
                  <a:pt x="2844803" y="1425240"/>
                </a:lnTo>
                <a:cubicBezTo>
                  <a:pt x="2844968" y="1424825"/>
                  <a:pt x="2845468" y="1424576"/>
                  <a:pt x="2845883" y="1424576"/>
                </a:cubicBezTo>
                <a:lnTo>
                  <a:pt x="2863994" y="1424576"/>
                </a:lnTo>
                <a:cubicBezTo>
                  <a:pt x="2864409" y="1424576"/>
                  <a:pt x="2865075" y="1425240"/>
                  <a:pt x="2865075" y="1425240"/>
                </a:cubicBezTo>
                <a:lnTo>
                  <a:pt x="2874129" y="1440942"/>
                </a:lnTo>
                <a:cubicBezTo>
                  <a:pt x="2874379" y="1441274"/>
                  <a:pt x="2874129" y="1442189"/>
                  <a:pt x="2874129" y="1442189"/>
                </a:cubicBezTo>
                <a:lnTo>
                  <a:pt x="2865074" y="1457890"/>
                </a:lnTo>
                <a:cubicBezTo>
                  <a:pt x="2864908" y="1458306"/>
                  <a:pt x="2864409" y="1458555"/>
                  <a:pt x="2863994" y="1458555"/>
                </a:cubicBezTo>
                <a:close/>
                <a:moveTo>
                  <a:pt x="4410652" y="1878022"/>
                </a:moveTo>
                <a:cubicBezTo>
                  <a:pt x="4410237" y="1878021"/>
                  <a:pt x="4409573" y="1877357"/>
                  <a:pt x="4409573" y="1877357"/>
                </a:cubicBezTo>
                <a:lnTo>
                  <a:pt x="4400434" y="1861489"/>
                </a:lnTo>
                <a:cubicBezTo>
                  <a:pt x="4400186" y="1861073"/>
                  <a:pt x="4400434" y="1860159"/>
                  <a:pt x="4400434" y="1860159"/>
                </a:cubicBezTo>
                <a:lnTo>
                  <a:pt x="4409573" y="1844291"/>
                </a:lnTo>
                <a:cubicBezTo>
                  <a:pt x="4409740" y="1843875"/>
                  <a:pt x="4410238" y="1843626"/>
                  <a:pt x="4410653" y="1843627"/>
                </a:cubicBezTo>
                <a:lnTo>
                  <a:pt x="4428930" y="1843626"/>
                </a:lnTo>
                <a:cubicBezTo>
                  <a:pt x="4429346" y="1843626"/>
                  <a:pt x="4430011" y="1844292"/>
                  <a:pt x="4430011" y="1844292"/>
                </a:cubicBezTo>
                <a:lnTo>
                  <a:pt x="4439149" y="1860159"/>
                </a:lnTo>
                <a:cubicBezTo>
                  <a:pt x="4439399" y="1860575"/>
                  <a:pt x="4439149" y="1861489"/>
                  <a:pt x="4439149" y="1861489"/>
                </a:cubicBezTo>
                <a:lnTo>
                  <a:pt x="4430011" y="1877357"/>
                </a:lnTo>
                <a:cubicBezTo>
                  <a:pt x="4429845" y="1877771"/>
                  <a:pt x="4429346" y="1878021"/>
                  <a:pt x="4428931" y="1878021"/>
                </a:cubicBezTo>
                <a:close/>
                <a:moveTo>
                  <a:pt x="4470736" y="1894311"/>
                </a:moveTo>
                <a:cubicBezTo>
                  <a:pt x="4470237" y="1894311"/>
                  <a:pt x="4469573" y="1893646"/>
                  <a:pt x="4469573" y="1893646"/>
                </a:cubicBezTo>
                <a:lnTo>
                  <a:pt x="4460351" y="1877695"/>
                </a:lnTo>
                <a:cubicBezTo>
                  <a:pt x="4460101" y="1877280"/>
                  <a:pt x="4460351" y="1876366"/>
                  <a:pt x="4460351" y="1876366"/>
                </a:cubicBezTo>
                <a:lnTo>
                  <a:pt x="4469573" y="1860415"/>
                </a:lnTo>
                <a:cubicBezTo>
                  <a:pt x="4469822" y="1859999"/>
                  <a:pt x="4470237" y="1859750"/>
                  <a:pt x="4470736" y="1859750"/>
                </a:cubicBezTo>
                <a:lnTo>
                  <a:pt x="4489179" y="1859750"/>
                </a:lnTo>
                <a:cubicBezTo>
                  <a:pt x="4489678" y="1859750"/>
                  <a:pt x="4490342" y="1860415"/>
                  <a:pt x="4490342" y="1860415"/>
                </a:cubicBezTo>
                <a:lnTo>
                  <a:pt x="4499564" y="1876366"/>
                </a:lnTo>
                <a:cubicBezTo>
                  <a:pt x="4499813" y="1876781"/>
                  <a:pt x="4499564" y="1877695"/>
                  <a:pt x="4499564" y="1877695"/>
                </a:cubicBezTo>
                <a:lnTo>
                  <a:pt x="4490342" y="1893646"/>
                </a:lnTo>
                <a:cubicBezTo>
                  <a:pt x="4490093" y="1894062"/>
                  <a:pt x="4489678" y="1894311"/>
                  <a:pt x="4489179" y="1894311"/>
                </a:cubicBezTo>
                <a:close/>
                <a:moveTo>
                  <a:pt x="4350279" y="1862224"/>
                </a:moveTo>
                <a:cubicBezTo>
                  <a:pt x="4349780" y="1862224"/>
                  <a:pt x="4349116" y="1861560"/>
                  <a:pt x="4349116" y="1861560"/>
                </a:cubicBezTo>
                <a:lnTo>
                  <a:pt x="4339811" y="1845442"/>
                </a:lnTo>
                <a:cubicBezTo>
                  <a:pt x="4339562" y="1845027"/>
                  <a:pt x="4339811" y="1844113"/>
                  <a:pt x="4339811" y="1844113"/>
                </a:cubicBezTo>
                <a:lnTo>
                  <a:pt x="4349116" y="1827995"/>
                </a:lnTo>
                <a:cubicBezTo>
                  <a:pt x="4349366" y="1827580"/>
                  <a:pt x="4349780" y="1827331"/>
                  <a:pt x="4350279" y="1827331"/>
                </a:cubicBezTo>
                <a:lnTo>
                  <a:pt x="4368888" y="1827331"/>
                </a:lnTo>
                <a:cubicBezTo>
                  <a:pt x="4369387" y="1827331"/>
                  <a:pt x="4370052" y="1827995"/>
                  <a:pt x="4370052" y="1827995"/>
                </a:cubicBezTo>
                <a:lnTo>
                  <a:pt x="4379357" y="1844113"/>
                </a:lnTo>
                <a:cubicBezTo>
                  <a:pt x="4379606" y="1844528"/>
                  <a:pt x="4379357" y="1845442"/>
                  <a:pt x="4379357" y="1845442"/>
                </a:cubicBezTo>
                <a:lnTo>
                  <a:pt x="4370052" y="1861560"/>
                </a:lnTo>
                <a:cubicBezTo>
                  <a:pt x="4369802" y="1861975"/>
                  <a:pt x="4369387" y="1862224"/>
                  <a:pt x="4368888" y="1862224"/>
                </a:cubicBezTo>
                <a:close/>
                <a:moveTo>
                  <a:pt x="4590942" y="1926897"/>
                </a:moveTo>
                <a:cubicBezTo>
                  <a:pt x="4590443" y="1926897"/>
                  <a:pt x="4589778" y="1926233"/>
                  <a:pt x="4589778" y="1926233"/>
                </a:cubicBezTo>
                <a:lnTo>
                  <a:pt x="4580390" y="1909951"/>
                </a:lnTo>
                <a:cubicBezTo>
                  <a:pt x="4580142" y="1909534"/>
                  <a:pt x="4580391" y="1908620"/>
                  <a:pt x="4580391" y="1908620"/>
                </a:cubicBezTo>
                <a:lnTo>
                  <a:pt x="4589778" y="1892337"/>
                </a:lnTo>
                <a:cubicBezTo>
                  <a:pt x="4590027" y="1891921"/>
                  <a:pt x="4590443" y="1891672"/>
                  <a:pt x="4590942" y="1891673"/>
                </a:cubicBezTo>
                <a:lnTo>
                  <a:pt x="4609717" y="1891672"/>
                </a:lnTo>
                <a:cubicBezTo>
                  <a:pt x="4610215" y="1891672"/>
                  <a:pt x="4610880" y="1892337"/>
                  <a:pt x="4610880" y="1892337"/>
                </a:cubicBezTo>
                <a:lnTo>
                  <a:pt x="4620268" y="1908620"/>
                </a:lnTo>
                <a:cubicBezTo>
                  <a:pt x="4620517" y="1909036"/>
                  <a:pt x="4620269" y="1909950"/>
                  <a:pt x="4620269" y="1909950"/>
                </a:cubicBezTo>
                <a:lnTo>
                  <a:pt x="4610880" y="1926233"/>
                </a:lnTo>
                <a:cubicBezTo>
                  <a:pt x="4610631" y="1926649"/>
                  <a:pt x="4610215" y="1926897"/>
                  <a:pt x="4609717" y="1926897"/>
                </a:cubicBezTo>
                <a:close/>
                <a:moveTo>
                  <a:pt x="4650940" y="1943270"/>
                </a:moveTo>
                <a:cubicBezTo>
                  <a:pt x="4650441" y="1943270"/>
                  <a:pt x="4649777" y="1942605"/>
                  <a:pt x="4649777" y="1942605"/>
                </a:cubicBezTo>
                <a:lnTo>
                  <a:pt x="4640306" y="1926157"/>
                </a:lnTo>
                <a:cubicBezTo>
                  <a:pt x="4640056" y="1925741"/>
                  <a:pt x="4640306" y="1924826"/>
                  <a:pt x="4640306" y="1924826"/>
                </a:cubicBezTo>
                <a:lnTo>
                  <a:pt x="4649860" y="1908378"/>
                </a:lnTo>
                <a:cubicBezTo>
                  <a:pt x="4650109" y="1907961"/>
                  <a:pt x="4650525" y="1907712"/>
                  <a:pt x="4651023" y="1907712"/>
                </a:cubicBezTo>
                <a:lnTo>
                  <a:pt x="4670048" y="1907712"/>
                </a:lnTo>
                <a:cubicBezTo>
                  <a:pt x="4670547" y="1907713"/>
                  <a:pt x="4671211" y="1908378"/>
                  <a:pt x="4671211" y="1908378"/>
                </a:cubicBezTo>
                <a:lnTo>
                  <a:pt x="4680682" y="1924826"/>
                </a:lnTo>
                <a:cubicBezTo>
                  <a:pt x="4680932" y="1925242"/>
                  <a:pt x="4680682" y="1926157"/>
                  <a:pt x="4680682" y="1926157"/>
                </a:cubicBezTo>
                <a:lnTo>
                  <a:pt x="4671128" y="1942605"/>
                </a:lnTo>
                <a:cubicBezTo>
                  <a:pt x="4670879" y="1943022"/>
                  <a:pt x="4670463" y="1943270"/>
                  <a:pt x="4669965" y="1943271"/>
                </a:cubicBezTo>
                <a:close/>
                <a:moveTo>
                  <a:pt x="4711126" y="1959397"/>
                </a:moveTo>
                <a:cubicBezTo>
                  <a:pt x="4710627" y="1959397"/>
                  <a:pt x="4709963" y="1958732"/>
                  <a:pt x="4709963" y="1958732"/>
                </a:cubicBezTo>
                <a:lnTo>
                  <a:pt x="4700492" y="1942283"/>
                </a:lnTo>
                <a:cubicBezTo>
                  <a:pt x="4700242" y="1941868"/>
                  <a:pt x="4700492" y="1940953"/>
                  <a:pt x="4700492" y="1940953"/>
                </a:cubicBezTo>
                <a:lnTo>
                  <a:pt x="4710046" y="1924504"/>
                </a:lnTo>
                <a:cubicBezTo>
                  <a:pt x="4710295" y="1924088"/>
                  <a:pt x="4710711" y="1923839"/>
                  <a:pt x="4711209" y="1923839"/>
                </a:cubicBezTo>
                <a:lnTo>
                  <a:pt x="4730234" y="1923839"/>
                </a:lnTo>
                <a:cubicBezTo>
                  <a:pt x="4730733" y="1923839"/>
                  <a:pt x="4731397" y="1924504"/>
                  <a:pt x="4731397" y="1924504"/>
                </a:cubicBezTo>
                <a:lnTo>
                  <a:pt x="4740868" y="1940953"/>
                </a:lnTo>
                <a:cubicBezTo>
                  <a:pt x="4741118" y="1941369"/>
                  <a:pt x="4740868" y="1942283"/>
                  <a:pt x="4740868" y="1942283"/>
                </a:cubicBezTo>
                <a:lnTo>
                  <a:pt x="4731314" y="1958732"/>
                </a:lnTo>
                <a:cubicBezTo>
                  <a:pt x="4731065" y="1959148"/>
                  <a:pt x="4730649" y="1959397"/>
                  <a:pt x="4730151" y="1959397"/>
                </a:cubicBezTo>
                <a:close/>
                <a:moveTo>
                  <a:pt x="4831499" y="1991651"/>
                </a:moveTo>
                <a:cubicBezTo>
                  <a:pt x="4831000" y="1991651"/>
                  <a:pt x="4830336" y="1990986"/>
                  <a:pt x="4830336" y="1990986"/>
                </a:cubicBezTo>
                <a:lnTo>
                  <a:pt x="4820865" y="1974537"/>
                </a:lnTo>
                <a:cubicBezTo>
                  <a:pt x="4820615" y="1974122"/>
                  <a:pt x="4820865" y="1973207"/>
                  <a:pt x="4820865" y="1973207"/>
                </a:cubicBezTo>
                <a:lnTo>
                  <a:pt x="4830419" y="1956758"/>
                </a:lnTo>
                <a:cubicBezTo>
                  <a:pt x="4830668" y="1956342"/>
                  <a:pt x="4831083" y="1956093"/>
                  <a:pt x="4831581" y="1956093"/>
                </a:cubicBezTo>
                <a:lnTo>
                  <a:pt x="4850607" y="1956093"/>
                </a:lnTo>
                <a:cubicBezTo>
                  <a:pt x="4851106" y="1956093"/>
                  <a:pt x="4851770" y="1956758"/>
                  <a:pt x="4851770" y="1956758"/>
                </a:cubicBezTo>
                <a:lnTo>
                  <a:pt x="4861241" y="1973207"/>
                </a:lnTo>
                <a:cubicBezTo>
                  <a:pt x="4861491" y="1973623"/>
                  <a:pt x="4861240" y="1974537"/>
                  <a:pt x="4861240" y="1974537"/>
                </a:cubicBezTo>
                <a:lnTo>
                  <a:pt x="4851687" y="1990986"/>
                </a:lnTo>
                <a:cubicBezTo>
                  <a:pt x="4851437" y="1991402"/>
                  <a:pt x="4851022" y="1991651"/>
                  <a:pt x="4850524" y="1991651"/>
                </a:cubicBezTo>
                <a:close/>
                <a:moveTo>
                  <a:pt x="1039767" y="975743"/>
                </a:moveTo>
                <a:cubicBezTo>
                  <a:pt x="1039268" y="975743"/>
                  <a:pt x="1038603" y="975078"/>
                  <a:pt x="1038603" y="975078"/>
                </a:cubicBezTo>
                <a:lnTo>
                  <a:pt x="1029050" y="958545"/>
                </a:lnTo>
                <a:cubicBezTo>
                  <a:pt x="1028801" y="958130"/>
                  <a:pt x="1029050" y="957216"/>
                  <a:pt x="1029050" y="957216"/>
                </a:cubicBezTo>
                <a:lnTo>
                  <a:pt x="1038603" y="940683"/>
                </a:lnTo>
                <a:cubicBezTo>
                  <a:pt x="1038852" y="940268"/>
                  <a:pt x="1039268" y="940019"/>
                  <a:pt x="1039767" y="940019"/>
                </a:cubicBezTo>
                <a:lnTo>
                  <a:pt x="1058875" y="940019"/>
                </a:lnTo>
                <a:cubicBezTo>
                  <a:pt x="1059374" y="940019"/>
                  <a:pt x="1060038" y="940683"/>
                  <a:pt x="1060038" y="940683"/>
                </a:cubicBezTo>
                <a:lnTo>
                  <a:pt x="1069591" y="957216"/>
                </a:lnTo>
                <a:cubicBezTo>
                  <a:pt x="1069840" y="957632"/>
                  <a:pt x="1069591" y="958545"/>
                  <a:pt x="1069591" y="958545"/>
                </a:cubicBezTo>
                <a:lnTo>
                  <a:pt x="1060038" y="975078"/>
                </a:lnTo>
                <a:cubicBezTo>
                  <a:pt x="1059789" y="975493"/>
                  <a:pt x="1059374" y="975744"/>
                  <a:pt x="1058875" y="975743"/>
                </a:cubicBezTo>
                <a:close/>
                <a:moveTo>
                  <a:pt x="4530567" y="1911100"/>
                </a:moveTo>
                <a:cubicBezTo>
                  <a:pt x="4530068" y="1911101"/>
                  <a:pt x="4529404" y="1910436"/>
                  <a:pt x="4529404" y="1910436"/>
                </a:cubicBezTo>
                <a:lnTo>
                  <a:pt x="4519850" y="1893903"/>
                </a:lnTo>
                <a:cubicBezTo>
                  <a:pt x="4519601" y="1893488"/>
                  <a:pt x="4519850" y="1892573"/>
                  <a:pt x="4519850" y="1892573"/>
                </a:cubicBezTo>
                <a:lnTo>
                  <a:pt x="4529404" y="1876041"/>
                </a:lnTo>
                <a:cubicBezTo>
                  <a:pt x="4529653" y="1875626"/>
                  <a:pt x="4530068" y="1875377"/>
                  <a:pt x="4530567" y="1875377"/>
                </a:cubicBezTo>
                <a:lnTo>
                  <a:pt x="4549675" y="1875377"/>
                </a:lnTo>
                <a:cubicBezTo>
                  <a:pt x="4550174" y="1875376"/>
                  <a:pt x="4550838" y="1876040"/>
                  <a:pt x="4550838" y="1876040"/>
                </a:cubicBezTo>
                <a:lnTo>
                  <a:pt x="4560392" y="1892574"/>
                </a:lnTo>
                <a:cubicBezTo>
                  <a:pt x="4560642" y="1892989"/>
                  <a:pt x="4560392" y="1893903"/>
                  <a:pt x="4560392" y="1893903"/>
                </a:cubicBezTo>
                <a:lnTo>
                  <a:pt x="4550838" y="1910435"/>
                </a:lnTo>
                <a:cubicBezTo>
                  <a:pt x="4550589" y="1910851"/>
                  <a:pt x="4550174" y="1911101"/>
                  <a:pt x="4549675" y="1911101"/>
                </a:cubicBezTo>
                <a:close/>
                <a:moveTo>
                  <a:pt x="2484151" y="1362963"/>
                </a:moveTo>
                <a:cubicBezTo>
                  <a:pt x="2483652" y="1362963"/>
                  <a:pt x="2483237" y="1362714"/>
                  <a:pt x="2482988" y="1362299"/>
                </a:cubicBezTo>
                <a:lnTo>
                  <a:pt x="2473351" y="1345600"/>
                </a:lnTo>
                <a:cubicBezTo>
                  <a:pt x="2473102" y="1345185"/>
                  <a:pt x="2473102" y="1344686"/>
                  <a:pt x="2473350" y="1344270"/>
                </a:cubicBezTo>
                <a:lnTo>
                  <a:pt x="2482988" y="1327572"/>
                </a:lnTo>
                <a:cubicBezTo>
                  <a:pt x="2483237" y="1327157"/>
                  <a:pt x="2483653" y="1326907"/>
                  <a:pt x="2484151" y="1326908"/>
                </a:cubicBezTo>
                <a:lnTo>
                  <a:pt x="2503509" y="1326907"/>
                </a:lnTo>
                <a:cubicBezTo>
                  <a:pt x="2504007" y="1326907"/>
                  <a:pt x="2504422" y="1327157"/>
                  <a:pt x="2504671" y="1327572"/>
                </a:cubicBezTo>
                <a:lnTo>
                  <a:pt x="2514309" y="1344270"/>
                </a:lnTo>
                <a:cubicBezTo>
                  <a:pt x="2514557" y="1344686"/>
                  <a:pt x="2514558" y="1345185"/>
                  <a:pt x="2514309" y="1345601"/>
                </a:cubicBezTo>
                <a:lnTo>
                  <a:pt x="2504672" y="1362299"/>
                </a:lnTo>
                <a:cubicBezTo>
                  <a:pt x="2504422" y="1362714"/>
                  <a:pt x="2504007" y="1362963"/>
                  <a:pt x="2503509" y="1362963"/>
                </a:cubicBezTo>
                <a:close/>
                <a:moveTo>
                  <a:pt x="5072027" y="2056578"/>
                </a:moveTo>
                <a:cubicBezTo>
                  <a:pt x="5071529" y="2056578"/>
                  <a:pt x="5071113" y="2056329"/>
                  <a:pt x="5070863" y="2055913"/>
                </a:cubicBezTo>
                <a:lnTo>
                  <a:pt x="5061143" y="2038965"/>
                </a:lnTo>
                <a:cubicBezTo>
                  <a:pt x="5060894" y="2038549"/>
                  <a:pt x="5060894" y="2037968"/>
                  <a:pt x="5061143" y="2037552"/>
                </a:cubicBezTo>
                <a:lnTo>
                  <a:pt x="5070946" y="2020605"/>
                </a:lnTo>
                <a:cubicBezTo>
                  <a:pt x="5071196" y="2020189"/>
                  <a:pt x="5071612" y="2019940"/>
                  <a:pt x="5072110" y="2019940"/>
                </a:cubicBezTo>
                <a:lnTo>
                  <a:pt x="5091633" y="2019940"/>
                </a:lnTo>
                <a:cubicBezTo>
                  <a:pt x="5092132" y="2019939"/>
                  <a:pt x="5092547" y="2020189"/>
                  <a:pt x="5092796" y="2020604"/>
                </a:cubicBezTo>
                <a:lnTo>
                  <a:pt x="5102517" y="2037553"/>
                </a:lnTo>
                <a:cubicBezTo>
                  <a:pt x="5102767" y="2037968"/>
                  <a:pt x="5102766" y="2038550"/>
                  <a:pt x="5102517" y="2038965"/>
                </a:cubicBezTo>
                <a:lnTo>
                  <a:pt x="5092714" y="2055913"/>
                </a:lnTo>
                <a:cubicBezTo>
                  <a:pt x="5092464" y="2056329"/>
                  <a:pt x="5092048" y="2056578"/>
                  <a:pt x="5091550" y="2056578"/>
                </a:cubicBezTo>
                <a:close/>
                <a:moveTo>
                  <a:pt x="4771095" y="1976028"/>
                </a:moveTo>
                <a:cubicBezTo>
                  <a:pt x="4770680" y="1976027"/>
                  <a:pt x="4770182" y="1975778"/>
                  <a:pt x="4769932" y="1975363"/>
                </a:cubicBezTo>
                <a:lnTo>
                  <a:pt x="4760129" y="1958332"/>
                </a:lnTo>
                <a:cubicBezTo>
                  <a:pt x="4759880" y="1957916"/>
                  <a:pt x="4759880" y="1957334"/>
                  <a:pt x="4760129" y="1956919"/>
                </a:cubicBezTo>
                <a:lnTo>
                  <a:pt x="4769932" y="1939888"/>
                </a:lnTo>
                <a:cubicBezTo>
                  <a:pt x="4770182" y="1939472"/>
                  <a:pt x="4770597" y="1939223"/>
                  <a:pt x="4771095" y="1939223"/>
                </a:cubicBezTo>
                <a:lnTo>
                  <a:pt x="4790702" y="1939223"/>
                </a:lnTo>
                <a:cubicBezTo>
                  <a:pt x="4791117" y="1939223"/>
                  <a:pt x="4791616" y="1939472"/>
                  <a:pt x="4791865" y="1939888"/>
                </a:cubicBezTo>
                <a:lnTo>
                  <a:pt x="4801669" y="1956920"/>
                </a:lnTo>
                <a:cubicBezTo>
                  <a:pt x="4801918" y="1957334"/>
                  <a:pt x="4801918" y="1957916"/>
                  <a:pt x="4801669" y="1958332"/>
                </a:cubicBezTo>
                <a:lnTo>
                  <a:pt x="4791865" y="1975364"/>
                </a:lnTo>
                <a:cubicBezTo>
                  <a:pt x="4791616" y="1975778"/>
                  <a:pt x="4791201" y="1976027"/>
                  <a:pt x="4790702" y="1976027"/>
                </a:cubicBezTo>
                <a:close/>
                <a:moveTo>
                  <a:pt x="4891468" y="2008281"/>
                </a:moveTo>
                <a:cubicBezTo>
                  <a:pt x="4891053" y="2008281"/>
                  <a:pt x="4890555" y="2008032"/>
                  <a:pt x="4890304" y="2007617"/>
                </a:cubicBezTo>
                <a:lnTo>
                  <a:pt x="4880501" y="1990586"/>
                </a:lnTo>
                <a:cubicBezTo>
                  <a:pt x="4880253" y="1990170"/>
                  <a:pt x="4880253" y="1989588"/>
                  <a:pt x="4880502" y="1989173"/>
                </a:cubicBezTo>
                <a:lnTo>
                  <a:pt x="4890305" y="1972142"/>
                </a:lnTo>
                <a:cubicBezTo>
                  <a:pt x="4890555" y="1971726"/>
                  <a:pt x="4890969" y="1971477"/>
                  <a:pt x="4891468" y="1971477"/>
                </a:cubicBezTo>
                <a:lnTo>
                  <a:pt x="4911074" y="1971477"/>
                </a:lnTo>
                <a:cubicBezTo>
                  <a:pt x="4911489" y="1971477"/>
                  <a:pt x="4911989" y="1971726"/>
                  <a:pt x="4912237" y="1972142"/>
                </a:cubicBezTo>
                <a:lnTo>
                  <a:pt x="4922041" y="1989173"/>
                </a:lnTo>
                <a:cubicBezTo>
                  <a:pt x="4922291" y="1989588"/>
                  <a:pt x="4922290" y="1990170"/>
                  <a:pt x="4922041" y="1990586"/>
                </a:cubicBezTo>
                <a:lnTo>
                  <a:pt x="4912238" y="2007617"/>
                </a:lnTo>
                <a:cubicBezTo>
                  <a:pt x="4911988" y="2008032"/>
                  <a:pt x="4911573" y="2008281"/>
                  <a:pt x="4911074" y="2008281"/>
                </a:cubicBezTo>
                <a:close/>
                <a:moveTo>
                  <a:pt x="1099633" y="992442"/>
                </a:moveTo>
                <a:cubicBezTo>
                  <a:pt x="1099134" y="992442"/>
                  <a:pt x="1098635" y="992193"/>
                  <a:pt x="1098385" y="991778"/>
                </a:cubicBezTo>
                <a:lnTo>
                  <a:pt x="1088500" y="974663"/>
                </a:lnTo>
                <a:cubicBezTo>
                  <a:pt x="1088251" y="974248"/>
                  <a:pt x="1088250" y="973666"/>
                  <a:pt x="1088499" y="973251"/>
                </a:cubicBezTo>
                <a:lnTo>
                  <a:pt x="1098386" y="956136"/>
                </a:lnTo>
                <a:cubicBezTo>
                  <a:pt x="1098719" y="955720"/>
                  <a:pt x="1099133" y="955472"/>
                  <a:pt x="1099632" y="955471"/>
                </a:cubicBezTo>
                <a:lnTo>
                  <a:pt x="1119321" y="955472"/>
                </a:lnTo>
                <a:cubicBezTo>
                  <a:pt x="1119820" y="955471"/>
                  <a:pt x="1120319" y="955720"/>
                  <a:pt x="1120569" y="956136"/>
                </a:cubicBezTo>
                <a:lnTo>
                  <a:pt x="1130455" y="973251"/>
                </a:lnTo>
                <a:cubicBezTo>
                  <a:pt x="1130704" y="973666"/>
                  <a:pt x="1130703" y="974248"/>
                  <a:pt x="1130454" y="974663"/>
                </a:cubicBezTo>
                <a:lnTo>
                  <a:pt x="1120569" y="991778"/>
                </a:lnTo>
                <a:cubicBezTo>
                  <a:pt x="1120235" y="992193"/>
                  <a:pt x="1119821" y="992442"/>
                  <a:pt x="1119322" y="992442"/>
                </a:cubicBezTo>
                <a:close/>
                <a:moveTo>
                  <a:pt x="5011737" y="2040687"/>
                </a:moveTo>
                <a:cubicBezTo>
                  <a:pt x="5011321" y="2040687"/>
                  <a:pt x="5010823" y="2040438"/>
                  <a:pt x="5010573" y="2040023"/>
                </a:cubicBezTo>
                <a:lnTo>
                  <a:pt x="5000688" y="2022908"/>
                </a:lnTo>
                <a:cubicBezTo>
                  <a:pt x="5000438" y="2022493"/>
                  <a:pt x="5000438" y="2021911"/>
                  <a:pt x="5000687" y="2021496"/>
                </a:cubicBezTo>
                <a:lnTo>
                  <a:pt x="5010574" y="2004381"/>
                </a:lnTo>
                <a:cubicBezTo>
                  <a:pt x="5010824" y="2003966"/>
                  <a:pt x="5011239" y="2003717"/>
                  <a:pt x="5011737" y="2003717"/>
                </a:cubicBezTo>
                <a:lnTo>
                  <a:pt x="5031426" y="2003717"/>
                </a:lnTo>
                <a:cubicBezTo>
                  <a:pt x="5031842" y="2003717"/>
                  <a:pt x="5032340" y="2003966"/>
                  <a:pt x="5032589" y="2004381"/>
                </a:cubicBezTo>
                <a:lnTo>
                  <a:pt x="5042476" y="2021496"/>
                </a:lnTo>
                <a:cubicBezTo>
                  <a:pt x="5042726" y="2021911"/>
                  <a:pt x="5042725" y="2022493"/>
                  <a:pt x="5042476" y="2022908"/>
                </a:cubicBezTo>
                <a:lnTo>
                  <a:pt x="5032589" y="2040023"/>
                </a:lnTo>
                <a:cubicBezTo>
                  <a:pt x="5032341" y="2040438"/>
                  <a:pt x="5031925" y="2040687"/>
                  <a:pt x="5031426" y="2040687"/>
                </a:cubicBezTo>
                <a:close/>
                <a:moveTo>
                  <a:pt x="4951548" y="2024663"/>
                </a:moveTo>
                <a:cubicBezTo>
                  <a:pt x="4951049" y="2024664"/>
                  <a:pt x="4950551" y="2024415"/>
                  <a:pt x="4950301" y="2023999"/>
                </a:cubicBezTo>
                <a:lnTo>
                  <a:pt x="4940415" y="2006802"/>
                </a:lnTo>
                <a:cubicBezTo>
                  <a:pt x="4940166" y="2006387"/>
                  <a:pt x="4940166" y="2005805"/>
                  <a:pt x="4940415" y="2005390"/>
                </a:cubicBezTo>
                <a:lnTo>
                  <a:pt x="4950301" y="1988192"/>
                </a:lnTo>
                <a:cubicBezTo>
                  <a:pt x="4950551" y="1987776"/>
                  <a:pt x="4951049" y="1987528"/>
                  <a:pt x="4951548" y="1987528"/>
                </a:cubicBezTo>
                <a:lnTo>
                  <a:pt x="4971404" y="1987528"/>
                </a:lnTo>
                <a:cubicBezTo>
                  <a:pt x="4971902" y="1987528"/>
                  <a:pt x="4972400" y="1987776"/>
                  <a:pt x="4972650" y="1988193"/>
                </a:cubicBezTo>
                <a:lnTo>
                  <a:pt x="4982536" y="2005389"/>
                </a:lnTo>
                <a:cubicBezTo>
                  <a:pt x="4982785" y="2005806"/>
                  <a:pt x="4982785" y="2006387"/>
                  <a:pt x="4982536" y="2006802"/>
                </a:cubicBezTo>
                <a:lnTo>
                  <a:pt x="4972650" y="2024000"/>
                </a:lnTo>
                <a:cubicBezTo>
                  <a:pt x="4972400" y="2024415"/>
                  <a:pt x="4971902" y="2024663"/>
                  <a:pt x="4971404" y="2024664"/>
                </a:cubicBezTo>
                <a:close/>
                <a:moveTo>
                  <a:pt x="1159815" y="1008672"/>
                </a:moveTo>
                <a:cubicBezTo>
                  <a:pt x="1159317" y="1008672"/>
                  <a:pt x="1158819" y="1008423"/>
                  <a:pt x="1158570" y="1008008"/>
                </a:cubicBezTo>
                <a:lnTo>
                  <a:pt x="1148682" y="990810"/>
                </a:lnTo>
                <a:cubicBezTo>
                  <a:pt x="1148433" y="990395"/>
                  <a:pt x="1148434" y="989814"/>
                  <a:pt x="1148683" y="989398"/>
                </a:cubicBezTo>
                <a:lnTo>
                  <a:pt x="1158570" y="972201"/>
                </a:lnTo>
                <a:cubicBezTo>
                  <a:pt x="1158819" y="971785"/>
                  <a:pt x="1159317" y="971536"/>
                  <a:pt x="1159815" y="971536"/>
                </a:cubicBezTo>
                <a:lnTo>
                  <a:pt x="1179671" y="971536"/>
                </a:lnTo>
                <a:cubicBezTo>
                  <a:pt x="1180170" y="971536"/>
                  <a:pt x="1180667" y="971785"/>
                  <a:pt x="1180918" y="972201"/>
                </a:cubicBezTo>
                <a:lnTo>
                  <a:pt x="1190804" y="989398"/>
                </a:lnTo>
                <a:cubicBezTo>
                  <a:pt x="1191053" y="989814"/>
                  <a:pt x="1191052" y="990395"/>
                  <a:pt x="1190804" y="990810"/>
                </a:cubicBezTo>
                <a:lnTo>
                  <a:pt x="1180917" y="1008008"/>
                </a:lnTo>
                <a:cubicBezTo>
                  <a:pt x="1180668" y="1008423"/>
                  <a:pt x="1180169" y="1008672"/>
                  <a:pt x="1179670" y="1008672"/>
                </a:cubicBezTo>
                <a:close/>
                <a:moveTo>
                  <a:pt x="1220000" y="1024799"/>
                </a:moveTo>
                <a:cubicBezTo>
                  <a:pt x="1219502" y="1024799"/>
                  <a:pt x="1219004" y="1024550"/>
                  <a:pt x="1218755" y="1024135"/>
                </a:cubicBezTo>
                <a:lnTo>
                  <a:pt x="1208869" y="1006937"/>
                </a:lnTo>
                <a:cubicBezTo>
                  <a:pt x="1208620" y="1006522"/>
                  <a:pt x="1208620" y="1005941"/>
                  <a:pt x="1208869" y="1005525"/>
                </a:cubicBezTo>
                <a:lnTo>
                  <a:pt x="1218755" y="988328"/>
                </a:lnTo>
                <a:cubicBezTo>
                  <a:pt x="1219005" y="987912"/>
                  <a:pt x="1219502" y="987663"/>
                  <a:pt x="1220000" y="987663"/>
                </a:cubicBezTo>
                <a:lnTo>
                  <a:pt x="1239856" y="987663"/>
                </a:lnTo>
                <a:cubicBezTo>
                  <a:pt x="1240356" y="987663"/>
                  <a:pt x="1240854" y="987912"/>
                  <a:pt x="1241103" y="988328"/>
                </a:cubicBezTo>
                <a:lnTo>
                  <a:pt x="1250989" y="1005525"/>
                </a:lnTo>
                <a:cubicBezTo>
                  <a:pt x="1251239" y="1005941"/>
                  <a:pt x="1251238" y="1006522"/>
                  <a:pt x="1250989" y="1006937"/>
                </a:cubicBezTo>
                <a:lnTo>
                  <a:pt x="1241103" y="1024135"/>
                </a:lnTo>
                <a:cubicBezTo>
                  <a:pt x="1240853" y="1024550"/>
                  <a:pt x="1240356" y="1024799"/>
                  <a:pt x="1239857" y="1024799"/>
                </a:cubicBezTo>
                <a:close/>
                <a:moveTo>
                  <a:pt x="3747741" y="1702200"/>
                </a:moveTo>
                <a:cubicBezTo>
                  <a:pt x="3747243" y="1702200"/>
                  <a:pt x="3746744" y="1701951"/>
                  <a:pt x="3746495" y="1701536"/>
                </a:cubicBezTo>
                <a:lnTo>
                  <a:pt x="3736526" y="1684256"/>
                </a:lnTo>
                <a:cubicBezTo>
                  <a:pt x="3736277" y="1683840"/>
                  <a:pt x="3736277" y="1683259"/>
                  <a:pt x="3736526" y="1682843"/>
                </a:cubicBezTo>
                <a:lnTo>
                  <a:pt x="3746495" y="1665563"/>
                </a:lnTo>
                <a:cubicBezTo>
                  <a:pt x="3746744" y="1665147"/>
                  <a:pt x="3747243" y="1664898"/>
                  <a:pt x="3747741" y="1664898"/>
                </a:cubicBezTo>
                <a:lnTo>
                  <a:pt x="3767681" y="1664898"/>
                </a:lnTo>
                <a:cubicBezTo>
                  <a:pt x="3768179" y="1664898"/>
                  <a:pt x="3768678" y="1665147"/>
                  <a:pt x="3768927" y="1665563"/>
                </a:cubicBezTo>
                <a:lnTo>
                  <a:pt x="3778896" y="1682843"/>
                </a:lnTo>
                <a:cubicBezTo>
                  <a:pt x="3779145" y="1683259"/>
                  <a:pt x="3779145" y="1683840"/>
                  <a:pt x="3778896" y="1684256"/>
                </a:cubicBezTo>
                <a:lnTo>
                  <a:pt x="3768927" y="1701536"/>
                </a:lnTo>
                <a:cubicBezTo>
                  <a:pt x="3768678" y="1701951"/>
                  <a:pt x="3768179" y="1702200"/>
                  <a:pt x="3767681" y="1702200"/>
                </a:cubicBezTo>
                <a:close/>
                <a:moveTo>
                  <a:pt x="3868113" y="1734454"/>
                </a:moveTo>
                <a:cubicBezTo>
                  <a:pt x="3867616" y="1734454"/>
                  <a:pt x="3867116" y="1734205"/>
                  <a:pt x="3866867" y="1733790"/>
                </a:cubicBezTo>
                <a:lnTo>
                  <a:pt x="3856899" y="1716510"/>
                </a:lnTo>
                <a:cubicBezTo>
                  <a:pt x="3856649" y="1716094"/>
                  <a:pt x="3856650" y="1715513"/>
                  <a:pt x="3856898" y="1715097"/>
                </a:cubicBezTo>
                <a:lnTo>
                  <a:pt x="3866867" y="1697817"/>
                </a:lnTo>
                <a:cubicBezTo>
                  <a:pt x="3867117" y="1697401"/>
                  <a:pt x="3867615" y="1697152"/>
                  <a:pt x="3868113" y="1697152"/>
                </a:cubicBezTo>
                <a:lnTo>
                  <a:pt x="3888053" y="1697152"/>
                </a:lnTo>
                <a:cubicBezTo>
                  <a:pt x="3888551" y="1697151"/>
                  <a:pt x="3889050" y="1697401"/>
                  <a:pt x="3889299" y="1697817"/>
                </a:cubicBezTo>
                <a:lnTo>
                  <a:pt x="3899269" y="1715097"/>
                </a:lnTo>
                <a:cubicBezTo>
                  <a:pt x="3899517" y="1715513"/>
                  <a:pt x="3899518" y="1716094"/>
                  <a:pt x="3899268" y="1716510"/>
                </a:cubicBezTo>
                <a:lnTo>
                  <a:pt x="3889299" y="1733789"/>
                </a:lnTo>
                <a:cubicBezTo>
                  <a:pt x="3889050" y="1734205"/>
                  <a:pt x="3888551" y="1734454"/>
                  <a:pt x="3888053" y="1734454"/>
                </a:cubicBezTo>
                <a:close/>
                <a:moveTo>
                  <a:pt x="1280045" y="1041085"/>
                </a:moveTo>
                <a:cubicBezTo>
                  <a:pt x="1279546" y="1041085"/>
                  <a:pt x="1279048" y="1040752"/>
                  <a:pt x="1278799" y="1040337"/>
                </a:cubicBezTo>
                <a:lnTo>
                  <a:pt x="1268829" y="1022974"/>
                </a:lnTo>
                <a:cubicBezTo>
                  <a:pt x="1268580" y="1022558"/>
                  <a:pt x="1268580" y="1021976"/>
                  <a:pt x="1268829" y="1021561"/>
                </a:cubicBezTo>
                <a:lnTo>
                  <a:pt x="1278882" y="1004198"/>
                </a:lnTo>
                <a:cubicBezTo>
                  <a:pt x="1279131" y="1003699"/>
                  <a:pt x="1279629" y="1003450"/>
                  <a:pt x="1280128" y="1003450"/>
                </a:cubicBezTo>
                <a:lnTo>
                  <a:pt x="1300150" y="1003450"/>
                </a:lnTo>
                <a:cubicBezTo>
                  <a:pt x="1300649" y="1003450"/>
                  <a:pt x="1301147" y="1003783"/>
                  <a:pt x="1301396" y="1004198"/>
                </a:cubicBezTo>
                <a:lnTo>
                  <a:pt x="1311366" y="1021561"/>
                </a:lnTo>
                <a:cubicBezTo>
                  <a:pt x="1311615" y="1021976"/>
                  <a:pt x="1311615" y="1022558"/>
                  <a:pt x="1311366" y="1022974"/>
                </a:cubicBezTo>
                <a:lnTo>
                  <a:pt x="1301313" y="1040337"/>
                </a:lnTo>
                <a:cubicBezTo>
                  <a:pt x="1301064" y="1040836"/>
                  <a:pt x="1300565" y="1041085"/>
                  <a:pt x="1300067" y="1041085"/>
                </a:cubicBezTo>
                <a:close/>
                <a:moveTo>
                  <a:pt x="1821720" y="1186310"/>
                </a:moveTo>
                <a:cubicBezTo>
                  <a:pt x="1821222" y="1186310"/>
                  <a:pt x="1820723" y="1185977"/>
                  <a:pt x="1820474" y="1185562"/>
                </a:cubicBezTo>
                <a:lnTo>
                  <a:pt x="1810422" y="1168116"/>
                </a:lnTo>
                <a:cubicBezTo>
                  <a:pt x="1810173" y="1167699"/>
                  <a:pt x="1810173" y="1167119"/>
                  <a:pt x="1810422" y="1166702"/>
                </a:cubicBezTo>
                <a:lnTo>
                  <a:pt x="1820474" y="1149257"/>
                </a:lnTo>
                <a:cubicBezTo>
                  <a:pt x="1820723" y="1148757"/>
                  <a:pt x="1821222" y="1148509"/>
                  <a:pt x="1821720" y="1148508"/>
                </a:cubicBezTo>
                <a:lnTo>
                  <a:pt x="1841826" y="1148508"/>
                </a:lnTo>
                <a:cubicBezTo>
                  <a:pt x="1842324" y="1148508"/>
                  <a:pt x="1842823" y="1148841"/>
                  <a:pt x="1843072" y="1149256"/>
                </a:cubicBezTo>
                <a:lnTo>
                  <a:pt x="1853125" y="1166703"/>
                </a:lnTo>
                <a:cubicBezTo>
                  <a:pt x="1853374" y="1167118"/>
                  <a:pt x="1853374" y="1167700"/>
                  <a:pt x="1853125" y="1168115"/>
                </a:cubicBezTo>
                <a:lnTo>
                  <a:pt x="1843072" y="1185561"/>
                </a:lnTo>
                <a:cubicBezTo>
                  <a:pt x="1842823" y="1186061"/>
                  <a:pt x="1842324" y="1186309"/>
                  <a:pt x="1841826" y="1186309"/>
                </a:cubicBezTo>
                <a:close/>
                <a:moveTo>
                  <a:pt x="1340148" y="1057378"/>
                </a:moveTo>
                <a:cubicBezTo>
                  <a:pt x="1339649" y="1057378"/>
                  <a:pt x="1339151" y="1057045"/>
                  <a:pt x="1338902" y="1056631"/>
                </a:cubicBezTo>
                <a:lnTo>
                  <a:pt x="1328766" y="1039101"/>
                </a:lnTo>
                <a:cubicBezTo>
                  <a:pt x="1328517" y="1038685"/>
                  <a:pt x="1328517" y="1038104"/>
                  <a:pt x="1328766" y="1037689"/>
                </a:cubicBezTo>
                <a:lnTo>
                  <a:pt x="1338902" y="1020159"/>
                </a:lnTo>
                <a:cubicBezTo>
                  <a:pt x="1339151" y="1019660"/>
                  <a:pt x="1339649" y="1019411"/>
                  <a:pt x="1340148" y="1019411"/>
                </a:cubicBezTo>
                <a:lnTo>
                  <a:pt x="1360419" y="1019411"/>
                </a:lnTo>
                <a:cubicBezTo>
                  <a:pt x="1360918" y="1019411"/>
                  <a:pt x="1361416" y="1019744"/>
                  <a:pt x="1361665" y="1020159"/>
                </a:cubicBezTo>
                <a:lnTo>
                  <a:pt x="1371801" y="1037689"/>
                </a:lnTo>
                <a:cubicBezTo>
                  <a:pt x="1372050" y="1038103"/>
                  <a:pt x="1372050" y="1038685"/>
                  <a:pt x="1371801" y="1039100"/>
                </a:cubicBezTo>
                <a:lnTo>
                  <a:pt x="1361665" y="1056630"/>
                </a:lnTo>
                <a:cubicBezTo>
                  <a:pt x="1361416" y="1057128"/>
                  <a:pt x="1360918" y="1057378"/>
                  <a:pt x="1360419" y="1057378"/>
                </a:cubicBezTo>
                <a:close/>
                <a:moveTo>
                  <a:pt x="1400335" y="1073505"/>
                </a:moveTo>
                <a:cubicBezTo>
                  <a:pt x="1399836" y="1073505"/>
                  <a:pt x="1399338" y="1073172"/>
                  <a:pt x="1399089" y="1072758"/>
                </a:cubicBezTo>
                <a:lnTo>
                  <a:pt x="1388953" y="1055228"/>
                </a:lnTo>
                <a:cubicBezTo>
                  <a:pt x="1388704" y="1054812"/>
                  <a:pt x="1388704" y="1054231"/>
                  <a:pt x="1388953" y="1053816"/>
                </a:cubicBezTo>
                <a:lnTo>
                  <a:pt x="1399089" y="1036286"/>
                </a:lnTo>
                <a:cubicBezTo>
                  <a:pt x="1399338" y="1035787"/>
                  <a:pt x="1399836" y="1035538"/>
                  <a:pt x="1400335" y="1035538"/>
                </a:cubicBezTo>
                <a:lnTo>
                  <a:pt x="1420606" y="1035538"/>
                </a:lnTo>
                <a:cubicBezTo>
                  <a:pt x="1421105" y="1035538"/>
                  <a:pt x="1421603" y="1035871"/>
                  <a:pt x="1421852" y="1036286"/>
                </a:cubicBezTo>
                <a:lnTo>
                  <a:pt x="1431988" y="1053816"/>
                </a:lnTo>
                <a:cubicBezTo>
                  <a:pt x="1432237" y="1054230"/>
                  <a:pt x="1432237" y="1054812"/>
                  <a:pt x="1431988" y="1055227"/>
                </a:cubicBezTo>
                <a:lnTo>
                  <a:pt x="1421852" y="1072757"/>
                </a:lnTo>
                <a:cubicBezTo>
                  <a:pt x="1421603" y="1073255"/>
                  <a:pt x="1421105" y="1073505"/>
                  <a:pt x="1420606" y="1073505"/>
                </a:cubicBezTo>
                <a:close/>
                <a:moveTo>
                  <a:pt x="3687411" y="1686325"/>
                </a:moveTo>
                <a:cubicBezTo>
                  <a:pt x="3686912" y="1686325"/>
                  <a:pt x="3686414" y="1685993"/>
                  <a:pt x="3686166" y="1685578"/>
                </a:cubicBezTo>
                <a:lnTo>
                  <a:pt x="3676029" y="1668048"/>
                </a:lnTo>
                <a:cubicBezTo>
                  <a:pt x="3675781" y="1667632"/>
                  <a:pt x="3675780" y="1667051"/>
                  <a:pt x="3676029" y="1666636"/>
                </a:cubicBezTo>
                <a:lnTo>
                  <a:pt x="3686165" y="1649106"/>
                </a:lnTo>
                <a:cubicBezTo>
                  <a:pt x="3686415" y="1648607"/>
                  <a:pt x="3686912" y="1648358"/>
                  <a:pt x="3687411" y="1648358"/>
                </a:cubicBezTo>
                <a:lnTo>
                  <a:pt x="3707683" y="1648358"/>
                </a:lnTo>
                <a:cubicBezTo>
                  <a:pt x="3708182" y="1648358"/>
                  <a:pt x="3708679" y="1648691"/>
                  <a:pt x="3708929" y="1649106"/>
                </a:cubicBezTo>
                <a:lnTo>
                  <a:pt x="3719064" y="1666636"/>
                </a:lnTo>
                <a:cubicBezTo>
                  <a:pt x="3719313" y="1667051"/>
                  <a:pt x="3719313" y="1667632"/>
                  <a:pt x="3719064" y="1668048"/>
                </a:cubicBezTo>
                <a:lnTo>
                  <a:pt x="3708928" y="1685578"/>
                </a:lnTo>
                <a:cubicBezTo>
                  <a:pt x="3708680" y="1686076"/>
                  <a:pt x="3708182" y="1686325"/>
                  <a:pt x="3707683" y="1686325"/>
                </a:cubicBezTo>
                <a:close/>
                <a:moveTo>
                  <a:pt x="1640893" y="1138331"/>
                </a:moveTo>
                <a:cubicBezTo>
                  <a:pt x="1640395" y="1138331"/>
                  <a:pt x="1639896" y="1138000"/>
                  <a:pt x="1639647" y="1137583"/>
                </a:cubicBezTo>
                <a:lnTo>
                  <a:pt x="1629345" y="1119805"/>
                </a:lnTo>
                <a:cubicBezTo>
                  <a:pt x="1629096" y="1119390"/>
                  <a:pt x="1629096" y="1118807"/>
                  <a:pt x="1629345" y="1118392"/>
                </a:cubicBezTo>
                <a:lnTo>
                  <a:pt x="1639647" y="1100614"/>
                </a:lnTo>
                <a:cubicBezTo>
                  <a:pt x="1639896" y="1100115"/>
                  <a:pt x="1640395" y="1099865"/>
                  <a:pt x="1640893" y="1099866"/>
                </a:cubicBezTo>
                <a:lnTo>
                  <a:pt x="1661414" y="1099865"/>
                </a:lnTo>
                <a:cubicBezTo>
                  <a:pt x="1661912" y="1099865"/>
                  <a:pt x="1662410" y="1100197"/>
                  <a:pt x="1662660" y="1100613"/>
                </a:cubicBezTo>
                <a:lnTo>
                  <a:pt x="1672962" y="1118392"/>
                </a:lnTo>
                <a:cubicBezTo>
                  <a:pt x="1673211" y="1118808"/>
                  <a:pt x="1673211" y="1119390"/>
                  <a:pt x="1672962" y="1119805"/>
                </a:cubicBezTo>
                <a:lnTo>
                  <a:pt x="1662660" y="1137584"/>
                </a:lnTo>
                <a:cubicBezTo>
                  <a:pt x="1662410" y="1138082"/>
                  <a:pt x="1661912" y="1138332"/>
                  <a:pt x="1661414" y="1138332"/>
                </a:cubicBezTo>
                <a:close/>
                <a:moveTo>
                  <a:pt x="3807597" y="1718898"/>
                </a:moveTo>
                <a:cubicBezTo>
                  <a:pt x="3807098" y="1718898"/>
                  <a:pt x="3806600" y="1718566"/>
                  <a:pt x="3806351" y="1718150"/>
                </a:cubicBezTo>
                <a:lnTo>
                  <a:pt x="3796049" y="1700371"/>
                </a:lnTo>
                <a:cubicBezTo>
                  <a:pt x="3795800" y="1699956"/>
                  <a:pt x="3795800" y="1699374"/>
                  <a:pt x="3796049" y="1698958"/>
                </a:cubicBezTo>
                <a:lnTo>
                  <a:pt x="3806351" y="1681180"/>
                </a:lnTo>
                <a:cubicBezTo>
                  <a:pt x="3806600" y="1680681"/>
                  <a:pt x="3807098" y="1680432"/>
                  <a:pt x="3807597" y="1680432"/>
                </a:cubicBezTo>
                <a:lnTo>
                  <a:pt x="3828117" y="1680432"/>
                </a:lnTo>
                <a:cubicBezTo>
                  <a:pt x="3828616" y="1680432"/>
                  <a:pt x="3829114" y="1680764"/>
                  <a:pt x="3829364" y="1681180"/>
                </a:cubicBezTo>
                <a:lnTo>
                  <a:pt x="3839665" y="1698958"/>
                </a:lnTo>
                <a:cubicBezTo>
                  <a:pt x="3839915" y="1699374"/>
                  <a:pt x="3839915" y="1699956"/>
                  <a:pt x="3839665" y="1700371"/>
                </a:cubicBezTo>
                <a:lnTo>
                  <a:pt x="3829364" y="1718150"/>
                </a:lnTo>
                <a:cubicBezTo>
                  <a:pt x="3829114" y="1718649"/>
                  <a:pt x="3828616" y="1718898"/>
                  <a:pt x="3828117" y="1718898"/>
                </a:cubicBezTo>
                <a:close/>
                <a:moveTo>
                  <a:pt x="1520528" y="1106183"/>
                </a:moveTo>
                <a:cubicBezTo>
                  <a:pt x="1520030" y="1106183"/>
                  <a:pt x="1519532" y="1105850"/>
                  <a:pt x="1519282" y="1105435"/>
                </a:cubicBezTo>
                <a:lnTo>
                  <a:pt x="1508980" y="1087574"/>
                </a:lnTo>
                <a:cubicBezTo>
                  <a:pt x="1508731" y="1087075"/>
                  <a:pt x="1508732" y="1086493"/>
                  <a:pt x="1508981" y="1086078"/>
                </a:cubicBezTo>
                <a:lnTo>
                  <a:pt x="1519282" y="1068216"/>
                </a:lnTo>
                <a:cubicBezTo>
                  <a:pt x="1519532" y="1067717"/>
                  <a:pt x="1520030" y="1067467"/>
                  <a:pt x="1520529" y="1067468"/>
                </a:cubicBezTo>
                <a:lnTo>
                  <a:pt x="1541215" y="1067468"/>
                </a:lnTo>
                <a:cubicBezTo>
                  <a:pt x="1541714" y="1067468"/>
                  <a:pt x="1542211" y="1067800"/>
                  <a:pt x="1542461" y="1068216"/>
                </a:cubicBezTo>
                <a:lnTo>
                  <a:pt x="1552763" y="1086078"/>
                </a:lnTo>
                <a:cubicBezTo>
                  <a:pt x="1553013" y="1086576"/>
                  <a:pt x="1553012" y="1087157"/>
                  <a:pt x="1552764" y="1087574"/>
                </a:cubicBezTo>
                <a:lnTo>
                  <a:pt x="1542462" y="1105434"/>
                </a:lnTo>
                <a:cubicBezTo>
                  <a:pt x="1542211" y="1105934"/>
                  <a:pt x="1541713" y="1106183"/>
                  <a:pt x="1541214" y="1106183"/>
                </a:cubicBezTo>
                <a:close/>
                <a:moveTo>
                  <a:pt x="3326115" y="1589988"/>
                </a:moveTo>
                <a:cubicBezTo>
                  <a:pt x="3325617" y="1589988"/>
                  <a:pt x="3325118" y="1589656"/>
                  <a:pt x="3324869" y="1589240"/>
                </a:cubicBezTo>
                <a:lnTo>
                  <a:pt x="3314567" y="1571379"/>
                </a:lnTo>
                <a:cubicBezTo>
                  <a:pt x="3314318" y="1570880"/>
                  <a:pt x="3314319" y="1570298"/>
                  <a:pt x="3314567" y="1569883"/>
                </a:cubicBezTo>
                <a:lnTo>
                  <a:pt x="3324869" y="1552021"/>
                </a:lnTo>
                <a:cubicBezTo>
                  <a:pt x="3325119" y="1551522"/>
                  <a:pt x="3325618" y="1551273"/>
                  <a:pt x="3326116" y="1551273"/>
                </a:cubicBezTo>
                <a:lnTo>
                  <a:pt x="3346802" y="1551273"/>
                </a:lnTo>
                <a:cubicBezTo>
                  <a:pt x="3347300" y="1551273"/>
                  <a:pt x="3347799" y="1551606"/>
                  <a:pt x="3348048" y="1552021"/>
                </a:cubicBezTo>
                <a:lnTo>
                  <a:pt x="3358350" y="1569883"/>
                </a:lnTo>
                <a:cubicBezTo>
                  <a:pt x="3358599" y="1570381"/>
                  <a:pt x="3358599" y="1570963"/>
                  <a:pt x="3358351" y="1571379"/>
                </a:cubicBezTo>
                <a:lnTo>
                  <a:pt x="3348048" y="1589240"/>
                </a:lnTo>
                <a:cubicBezTo>
                  <a:pt x="3347799" y="1589739"/>
                  <a:pt x="3347300" y="1589988"/>
                  <a:pt x="3346802" y="1589988"/>
                </a:cubicBezTo>
                <a:close/>
                <a:moveTo>
                  <a:pt x="3506674" y="1638369"/>
                </a:moveTo>
                <a:cubicBezTo>
                  <a:pt x="3506176" y="1638369"/>
                  <a:pt x="3505677" y="1638036"/>
                  <a:pt x="3505428" y="1637621"/>
                </a:cubicBezTo>
                <a:lnTo>
                  <a:pt x="3495126" y="1619760"/>
                </a:lnTo>
                <a:cubicBezTo>
                  <a:pt x="3494877" y="1619261"/>
                  <a:pt x="3494877" y="1618679"/>
                  <a:pt x="3495126" y="1618264"/>
                </a:cubicBezTo>
                <a:lnTo>
                  <a:pt x="3505428" y="1600402"/>
                </a:lnTo>
                <a:cubicBezTo>
                  <a:pt x="3505677" y="1599903"/>
                  <a:pt x="3506176" y="1599654"/>
                  <a:pt x="3506674" y="1599654"/>
                </a:cubicBezTo>
                <a:lnTo>
                  <a:pt x="3527361" y="1599654"/>
                </a:lnTo>
                <a:cubicBezTo>
                  <a:pt x="3527859" y="1599654"/>
                  <a:pt x="3528358" y="1599987"/>
                  <a:pt x="3528607" y="1600402"/>
                </a:cubicBezTo>
                <a:lnTo>
                  <a:pt x="3538909" y="1618264"/>
                </a:lnTo>
                <a:cubicBezTo>
                  <a:pt x="3539158" y="1618762"/>
                  <a:pt x="3539158" y="1619344"/>
                  <a:pt x="3538909" y="1619760"/>
                </a:cubicBezTo>
                <a:lnTo>
                  <a:pt x="3528607" y="1637621"/>
                </a:lnTo>
                <a:cubicBezTo>
                  <a:pt x="3528358" y="1638120"/>
                  <a:pt x="3527859" y="1638369"/>
                  <a:pt x="3527361" y="1638368"/>
                </a:cubicBezTo>
                <a:close/>
                <a:moveTo>
                  <a:pt x="3627047" y="1670623"/>
                </a:moveTo>
                <a:cubicBezTo>
                  <a:pt x="3626549" y="1670623"/>
                  <a:pt x="3626050" y="1670290"/>
                  <a:pt x="3625801" y="1669875"/>
                </a:cubicBezTo>
                <a:lnTo>
                  <a:pt x="3615498" y="1652014"/>
                </a:lnTo>
                <a:cubicBezTo>
                  <a:pt x="3615250" y="1651515"/>
                  <a:pt x="3615250" y="1650932"/>
                  <a:pt x="3615499" y="1650518"/>
                </a:cubicBezTo>
                <a:lnTo>
                  <a:pt x="3625801" y="1632655"/>
                </a:lnTo>
                <a:cubicBezTo>
                  <a:pt x="3626050" y="1632156"/>
                  <a:pt x="3626549" y="1631908"/>
                  <a:pt x="3627047" y="1631907"/>
                </a:cubicBezTo>
                <a:lnTo>
                  <a:pt x="3647734" y="1631908"/>
                </a:lnTo>
                <a:cubicBezTo>
                  <a:pt x="3648232" y="1631908"/>
                  <a:pt x="3648730" y="1632240"/>
                  <a:pt x="3648980" y="1632656"/>
                </a:cubicBezTo>
                <a:lnTo>
                  <a:pt x="3659282" y="1650518"/>
                </a:lnTo>
                <a:cubicBezTo>
                  <a:pt x="3659531" y="1651015"/>
                  <a:pt x="3659531" y="1651597"/>
                  <a:pt x="3659282" y="1652014"/>
                </a:cubicBezTo>
                <a:lnTo>
                  <a:pt x="3648980" y="1669874"/>
                </a:lnTo>
                <a:cubicBezTo>
                  <a:pt x="3648730" y="1670373"/>
                  <a:pt x="3648231" y="1670623"/>
                  <a:pt x="3647734" y="1670622"/>
                </a:cubicBezTo>
                <a:close/>
                <a:moveTo>
                  <a:pt x="1460261" y="1090129"/>
                </a:moveTo>
                <a:cubicBezTo>
                  <a:pt x="1459763" y="1090129"/>
                  <a:pt x="1459264" y="1089797"/>
                  <a:pt x="1459015" y="1089382"/>
                </a:cubicBezTo>
                <a:lnTo>
                  <a:pt x="1448630" y="1071437"/>
                </a:lnTo>
                <a:cubicBezTo>
                  <a:pt x="1448381" y="1070938"/>
                  <a:pt x="1448381" y="1070357"/>
                  <a:pt x="1448630" y="1069941"/>
                </a:cubicBezTo>
                <a:lnTo>
                  <a:pt x="1459015" y="1051996"/>
                </a:lnTo>
                <a:cubicBezTo>
                  <a:pt x="1459264" y="1051497"/>
                  <a:pt x="1459763" y="1051248"/>
                  <a:pt x="1460261" y="1051248"/>
                </a:cubicBezTo>
                <a:lnTo>
                  <a:pt x="1481031" y="1051248"/>
                </a:lnTo>
                <a:cubicBezTo>
                  <a:pt x="1481529" y="1051248"/>
                  <a:pt x="1482028" y="1051581"/>
                  <a:pt x="1482277" y="1051996"/>
                </a:cubicBezTo>
                <a:lnTo>
                  <a:pt x="1492662" y="1069941"/>
                </a:lnTo>
                <a:cubicBezTo>
                  <a:pt x="1492911" y="1070439"/>
                  <a:pt x="1492911" y="1071021"/>
                  <a:pt x="1492662" y="1071437"/>
                </a:cubicBezTo>
                <a:lnTo>
                  <a:pt x="1482277" y="1089382"/>
                </a:lnTo>
                <a:cubicBezTo>
                  <a:pt x="1482028" y="1089880"/>
                  <a:pt x="1481529" y="1090129"/>
                  <a:pt x="1481031" y="1090129"/>
                </a:cubicBezTo>
                <a:close/>
                <a:moveTo>
                  <a:pt x="1701005" y="1154637"/>
                </a:moveTo>
                <a:cubicBezTo>
                  <a:pt x="1700507" y="1154636"/>
                  <a:pt x="1700008" y="1154304"/>
                  <a:pt x="1699759" y="1153889"/>
                </a:cubicBezTo>
                <a:lnTo>
                  <a:pt x="1689374" y="1135944"/>
                </a:lnTo>
                <a:cubicBezTo>
                  <a:pt x="1689125" y="1135445"/>
                  <a:pt x="1689125" y="1134865"/>
                  <a:pt x="1689374" y="1134448"/>
                </a:cubicBezTo>
                <a:lnTo>
                  <a:pt x="1699759" y="1116503"/>
                </a:lnTo>
                <a:cubicBezTo>
                  <a:pt x="1700008" y="1116004"/>
                  <a:pt x="1700507" y="1115755"/>
                  <a:pt x="1701006" y="1115755"/>
                </a:cubicBezTo>
                <a:lnTo>
                  <a:pt x="1721775" y="1115755"/>
                </a:lnTo>
                <a:cubicBezTo>
                  <a:pt x="1722273" y="1115755"/>
                  <a:pt x="1722773" y="1116088"/>
                  <a:pt x="1723021" y="1116503"/>
                </a:cubicBezTo>
                <a:lnTo>
                  <a:pt x="1733406" y="1134448"/>
                </a:lnTo>
                <a:cubicBezTo>
                  <a:pt x="1733655" y="1134947"/>
                  <a:pt x="1733655" y="1135529"/>
                  <a:pt x="1733406" y="1135944"/>
                </a:cubicBezTo>
                <a:lnTo>
                  <a:pt x="1723021" y="1153889"/>
                </a:lnTo>
                <a:cubicBezTo>
                  <a:pt x="1722773" y="1154387"/>
                  <a:pt x="1722273" y="1154636"/>
                  <a:pt x="1721775" y="1154636"/>
                </a:cubicBezTo>
                <a:close/>
                <a:moveTo>
                  <a:pt x="3566779" y="1654569"/>
                </a:moveTo>
                <a:cubicBezTo>
                  <a:pt x="3566280" y="1654569"/>
                  <a:pt x="3565782" y="1654237"/>
                  <a:pt x="3565533" y="1653822"/>
                </a:cubicBezTo>
                <a:lnTo>
                  <a:pt x="3555148" y="1635877"/>
                </a:lnTo>
                <a:cubicBezTo>
                  <a:pt x="3554899" y="1635378"/>
                  <a:pt x="3554899" y="1634797"/>
                  <a:pt x="3555148" y="1634381"/>
                </a:cubicBezTo>
                <a:lnTo>
                  <a:pt x="3565533" y="1616436"/>
                </a:lnTo>
                <a:cubicBezTo>
                  <a:pt x="3565782" y="1615937"/>
                  <a:pt x="3566280" y="1615688"/>
                  <a:pt x="3566779" y="1615688"/>
                </a:cubicBezTo>
                <a:lnTo>
                  <a:pt x="3587549" y="1615688"/>
                </a:lnTo>
                <a:cubicBezTo>
                  <a:pt x="3588047" y="1615688"/>
                  <a:pt x="3588546" y="1616021"/>
                  <a:pt x="3588795" y="1616436"/>
                </a:cubicBezTo>
                <a:lnTo>
                  <a:pt x="3599180" y="1634381"/>
                </a:lnTo>
                <a:cubicBezTo>
                  <a:pt x="3599429" y="1634879"/>
                  <a:pt x="3599429" y="1635461"/>
                  <a:pt x="3599180" y="1635877"/>
                </a:cubicBezTo>
                <a:lnTo>
                  <a:pt x="3588795" y="1653822"/>
                </a:lnTo>
                <a:cubicBezTo>
                  <a:pt x="3588546" y="1654320"/>
                  <a:pt x="3588047" y="1654569"/>
                  <a:pt x="3587549" y="1654569"/>
                </a:cubicBezTo>
                <a:close/>
                <a:moveTo>
                  <a:pt x="1580550" y="1122466"/>
                </a:moveTo>
                <a:cubicBezTo>
                  <a:pt x="1580051" y="1122466"/>
                  <a:pt x="1579553" y="1122134"/>
                  <a:pt x="1579303" y="1121718"/>
                </a:cubicBezTo>
                <a:lnTo>
                  <a:pt x="1568919" y="1103690"/>
                </a:lnTo>
                <a:cubicBezTo>
                  <a:pt x="1568670" y="1103192"/>
                  <a:pt x="1568670" y="1102610"/>
                  <a:pt x="1568919" y="1102194"/>
                </a:cubicBezTo>
                <a:lnTo>
                  <a:pt x="1579386" y="1084166"/>
                </a:lnTo>
                <a:cubicBezTo>
                  <a:pt x="1579636" y="1083668"/>
                  <a:pt x="1580135" y="1083419"/>
                  <a:pt x="1580633" y="1083419"/>
                </a:cubicBezTo>
                <a:lnTo>
                  <a:pt x="1601486" y="1083419"/>
                </a:lnTo>
                <a:cubicBezTo>
                  <a:pt x="1601984" y="1083419"/>
                  <a:pt x="1602483" y="1083751"/>
                  <a:pt x="1602732" y="1084166"/>
                </a:cubicBezTo>
                <a:lnTo>
                  <a:pt x="1613117" y="1102193"/>
                </a:lnTo>
                <a:cubicBezTo>
                  <a:pt x="1613366" y="1102693"/>
                  <a:pt x="1613366" y="1103275"/>
                  <a:pt x="1613117" y="1103689"/>
                </a:cubicBezTo>
                <a:lnTo>
                  <a:pt x="1602649" y="1121718"/>
                </a:lnTo>
                <a:cubicBezTo>
                  <a:pt x="1602400" y="1122216"/>
                  <a:pt x="1601901" y="1122466"/>
                  <a:pt x="1601403" y="1122466"/>
                </a:cubicBezTo>
                <a:close/>
                <a:moveTo>
                  <a:pt x="1761108" y="1170846"/>
                </a:moveTo>
                <a:cubicBezTo>
                  <a:pt x="1760609" y="1170846"/>
                  <a:pt x="1760111" y="1170514"/>
                  <a:pt x="1759862" y="1170098"/>
                </a:cubicBezTo>
                <a:lnTo>
                  <a:pt x="1749477" y="1152070"/>
                </a:lnTo>
                <a:cubicBezTo>
                  <a:pt x="1749228" y="1151572"/>
                  <a:pt x="1749228" y="1150990"/>
                  <a:pt x="1749477" y="1150574"/>
                </a:cubicBezTo>
                <a:lnTo>
                  <a:pt x="1759945" y="1132546"/>
                </a:lnTo>
                <a:cubicBezTo>
                  <a:pt x="1760194" y="1132048"/>
                  <a:pt x="1760693" y="1131799"/>
                  <a:pt x="1761191" y="1131799"/>
                </a:cubicBezTo>
                <a:lnTo>
                  <a:pt x="1782044" y="1131799"/>
                </a:lnTo>
                <a:cubicBezTo>
                  <a:pt x="1782542" y="1131799"/>
                  <a:pt x="1783041" y="1132131"/>
                  <a:pt x="1783290" y="1132546"/>
                </a:cubicBezTo>
                <a:lnTo>
                  <a:pt x="1793675" y="1150574"/>
                </a:lnTo>
                <a:cubicBezTo>
                  <a:pt x="1793924" y="1151073"/>
                  <a:pt x="1793924" y="1151655"/>
                  <a:pt x="1793675" y="1152070"/>
                </a:cubicBezTo>
                <a:lnTo>
                  <a:pt x="1783207" y="1170098"/>
                </a:lnTo>
                <a:cubicBezTo>
                  <a:pt x="1782958" y="1170597"/>
                  <a:pt x="1782459" y="1170846"/>
                  <a:pt x="1781961" y="1170846"/>
                </a:cubicBezTo>
                <a:close/>
                <a:moveTo>
                  <a:pt x="3386136" y="1606353"/>
                </a:moveTo>
                <a:cubicBezTo>
                  <a:pt x="3385638" y="1606353"/>
                  <a:pt x="3385140" y="1606021"/>
                  <a:pt x="3384891" y="1605606"/>
                </a:cubicBezTo>
                <a:lnTo>
                  <a:pt x="3374423" y="1587494"/>
                </a:lnTo>
                <a:cubicBezTo>
                  <a:pt x="3374174" y="1586996"/>
                  <a:pt x="3374174" y="1586414"/>
                  <a:pt x="3374423" y="1585999"/>
                </a:cubicBezTo>
                <a:lnTo>
                  <a:pt x="3384891" y="1567887"/>
                </a:lnTo>
                <a:cubicBezTo>
                  <a:pt x="3385140" y="1567389"/>
                  <a:pt x="3385638" y="1567141"/>
                  <a:pt x="3386136" y="1567140"/>
                </a:cubicBezTo>
                <a:lnTo>
                  <a:pt x="3407073" y="1567141"/>
                </a:lnTo>
                <a:cubicBezTo>
                  <a:pt x="3407572" y="1567140"/>
                  <a:pt x="3408069" y="1567472"/>
                  <a:pt x="3408318" y="1567887"/>
                </a:cubicBezTo>
                <a:lnTo>
                  <a:pt x="3418786" y="1585999"/>
                </a:lnTo>
                <a:cubicBezTo>
                  <a:pt x="3419037" y="1586497"/>
                  <a:pt x="3419036" y="1587079"/>
                  <a:pt x="3418786" y="1587494"/>
                </a:cubicBezTo>
                <a:lnTo>
                  <a:pt x="3408319" y="1605606"/>
                </a:lnTo>
                <a:cubicBezTo>
                  <a:pt x="3408070" y="1606104"/>
                  <a:pt x="3407572" y="1606353"/>
                  <a:pt x="3407073" y="1606353"/>
                </a:cubicBezTo>
                <a:close/>
                <a:moveTo>
                  <a:pt x="3205518" y="1558050"/>
                </a:moveTo>
                <a:cubicBezTo>
                  <a:pt x="3205020" y="1558050"/>
                  <a:pt x="3204521" y="1557717"/>
                  <a:pt x="3204271" y="1557302"/>
                </a:cubicBezTo>
                <a:lnTo>
                  <a:pt x="3193721" y="1539024"/>
                </a:lnTo>
                <a:cubicBezTo>
                  <a:pt x="3193471" y="1538526"/>
                  <a:pt x="3193472" y="1537944"/>
                  <a:pt x="3193721" y="1537529"/>
                </a:cubicBezTo>
                <a:lnTo>
                  <a:pt x="3204272" y="1519251"/>
                </a:lnTo>
                <a:cubicBezTo>
                  <a:pt x="3204521" y="1518753"/>
                  <a:pt x="3205020" y="1518504"/>
                  <a:pt x="3205518" y="1518504"/>
                </a:cubicBezTo>
                <a:lnTo>
                  <a:pt x="3226537" y="1518504"/>
                </a:lnTo>
                <a:cubicBezTo>
                  <a:pt x="3227035" y="1518504"/>
                  <a:pt x="3227534" y="1518836"/>
                  <a:pt x="3227783" y="1519251"/>
                </a:cubicBezTo>
                <a:lnTo>
                  <a:pt x="3238334" y="1537529"/>
                </a:lnTo>
                <a:cubicBezTo>
                  <a:pt x="3238584" y="1538027"/>
                  <a:pt x="3238584" y="1538609"/>
                  <a:pt x="3238334" y="1539024"/>
                </a:cubicBezTo>
                <a:lnTo>
                  <a:pt x="3227783" y="1557302"/>
                </a:lnTo>
                <a:cubicBezTo>
                  <a:pt x="3227534" y="1557800"/>
                  <a:pt x="3227034" y="1558050"/>
                  <a:pt x="3226537" y="1558050"/>
                </a:cubicBezTo>
                <a:close/>
                <a:moveTo>
                  <a:pt x="3446262" y="1622557"/>
                </a:moveTo>
                <a:cubicBezTo>
                  <a:pt x="3445764" y="1622557"/>
                  <a:pt x="3445265" y="1622224"/>
                  <a:pt x="3445016" y="1621809"/>
                </a:cubicBezTo>
                <a:lnTo>
                  <a:pt x="3434465" y="1603531"/>
                </a:lnTo>
                <a:cubicBezTo>
                  <a:pt x="3434216" y="1603033"/>
                  <a:pt x="3434216" y="1602451"/>
                  <a:pt x="3434465" y="1602036"/>
                </a:cubicBezTo>
                <a:lnTo>
                  <a:pt x="3445016" y="1583758"/>
                </a:lnTo>
                <a:cubicBezTo>
                  <a:pt x="3445265" y="1583260"/>
                  <a:pt x="3445764" y="1583011"/>
                  <a:pt x="3446262" y="1583011"/>
                </a:cubicBezTo>
                <a:lnTo>
                  <a:pt x="3467281" y="1583011"/>
                </a:lnTo>
                <a:cubicBezTo>
                  <a:pt x="3467779" y="1583011"/>
                  <a:pt x="3468278" y="1583343"/>
                  <a:pt x="3468527" y="1583758"/>
                </a:cubicBezTo>
                <a:lnTo>
                  <a:pt x="3479078" y="1602036"/>
                </a:lnTo>
                <a:cubicBezTo>
                  <a:pt x="3479328" y="1602534"/>
                  <a:pt x="3479328" y="1603116"/>
                  <a:pt x="3479078" y="1603531"/>
                </a:cubicBezTo>
                <a:lnTo>
                  <a:pt x="3468527" y="1621809"/>
                </a:lnTo>
                <a:cubicBezTo>
                  <a:pt x="3468278" y="1622307"/>
                  <a:pt x="3467779" y="1622557"/>
                  <a:pt x="3467281" y="1622557"/>
                </a:cubicBezTo>
                <a:close/>
                <a:moveTo>
                  <a:pt x="2543195" y="1381254"/>
                </a:moveTo>
                <a:cubicBezTo>
                  <a:pt x="2542614" y="1381254"/>
                  <a:pt x="2542115" y="1381004"/>
                  <a:pt x="2541866" y="1380506"/>
                </a:cubicBezTo>
                <a:lnTo>
                  <a:pt x="2531066" y="1361730"/>
                </a:lnTo>
                <a:cubicBezTo>
                  <a:pt x="2530817" y="1361314"/>
                  <a:pt x="2530817" y="1360733"/>
                  <a:pt x="2531066" y="1360234"/>
                </a:cubicBezTo>
                <a:lnTo>
                  <a:pt x="2541866" y="1341459"/>
                </a:lnTo>
                <a:cubicBezTo>
                  <a:pt x="2542115" y="1341043"/>
                  <a:pt x="2542697" y="1340711"/>
                  <a:pt x="2543195" y="1340711"/>
                </a:cubicBezTo>
                <a:lnTo>
                  <a:pt x="2564879" y="1340711"/>
                </a:lnTo>
                <a:cubicBezTo>
                  <a:pt x="2565461" y="1340711"/>
                  <a:pt x="2565959" y="1340960"/>
                  <a:pt x="2566208" y="1341459"/>
                </a:cubicBezTo>
                <a:lnTo>
                  <a:pt x="2577009" y="1360234"/>
                </a:lnTo>
                <a:cubicBezTo>
                  <a:pt x="2577258" y="1360650"/>
                  <a:pt x="2577258" y="1361232"/>
                  <a:pt x="2577009" y="1361730"/>
                </a:cubicBezTo>
                <a:lnTo>
                  <a:pt x="2566208" y="1380506"/>
                </a:lnTo>
                <a:cubicBezTo>
                  <a:pt x="2565959" y="1380922"/>
                  <a:pt x="2565377" y="1381254"/>
                  <a:pt x="2564879" y="1381254"/>
                </a:cubicBezTo>
                <a:close/>
                <a:moveTo>
                  <a:pt x="3927479" y="1752172"/>
                </a:moveTo>
                <a:cubicBezTo>
                  <a:pt x="3926898" y="1752172"/>
                  <a:pt x="3926399" y="1751922"/>
                  <a:pt x="3926150" y="1751424"/>
                </a:cubicBezTo>
                <a:lnTo>
                  <a:pt x="3915350" y="1732648"/>
                </a:lnTo>
                <a:cubicBezTo>
                  <a:pt x="3915101" y="1732232"/>
                  <a:pt x="3915101" y="1731651"/>
                  <a:pt x="3915350" y="1731152"/>
                </a:cubicBezTo>
                <a:lnTo>
                  <a:pt x="3926150" y="1712377"/>
                </a:lnTo>
                <a:cubicBezTo>
                  <a:pt x="3926399" y="1711961"/>
                  <a:pt x="3926981" y="1711629"/>
                  <a:pt x="3927479" y="1711629"/>
                </a:cubicBezTo>
                <a:lnTo>
                  <a:pt x="3949163" y="1711629"/>
                </a:lnTo>
                <a:cubicBezTo>
                  <a:pt x="3949745" y="1711629"/>
                  <a:pt x="3950243" y="1711878"/>
                  <a:pt x="3950492" y="1712377"/>
                </a:cubicBezTo>
                <a:lnTo>
                  <a:pt x="3961293" y="1731152"/>
                </a:lnTo>
                <a:cubicBezTo>
                  <a:pt x="3961542" y="1731568"/>
                  <a:pt x="3961542" y="1732150"/>
                  <a:pt x="3961293" y="1732648"/>
                </a:cubicBezTo>
                <a:lnTo>
                  <a:pt x="3950492" y="1751424"/>
                </a:lnTo>
                <a:cubicBezTo>
                  <a:pt x="3950243" y="1751840"/>
                  <a:pt x="3949661" y="1752172"/>
                  <a:pt x="3949163" y="1752172"/>
                </a:cubicBezTo>
                <a:close/>
                <a:moveTo>
                  <a:pt x="2723579" y="1429872"/>
                </a:moveTo>
                <a:cubicBezTo>
                  <a:pt x="2723080" y="1429871"/>
                  <a:pt x="2722499" y="1429621"/>
                  <a:pt x="2722249" y="1429123"/>
                </a:cubicBezTo>
                <a:lnTo>
                  <a:pt x="2711366" y="1410182"/>
                </a:lnTo>
                <a:cubicBezTo>
                  <a:pt x="2711117" y="1409683"/>
                  <a:pt x="2711117" y="1409102"/>
                  <a:pt x="2711366" y="1408603"/>
                </a:cubicBezTo>
                <a:lnTo>
                  <a:pt x="2722332" y="1389661"/>
                </a:lnTo>
                <a:cubicBezTo>
                  <a:pt x="2722582" y="1389245"/>
                  <a:pt x="2723080" y="1388913"/>
                  <a:pt x="2723662" y="1388914"/>
                </a:cubicBezTo>
                <a:lnTo>
                  <a:pt x="2745512" y="1388914"/>
                </a:lnTo>
                <a:cubicBezTo>
                  <a:pt x="2746010" y="1388914"/>
                  <a:pt x="2746592" y="1389163"/>
                  <a:pt x="2746841" y="1389661"/>
                </a:cubicBezTo>
                <a:lnTo>
                  <a:pt x="2757724" y="1408603"/>
                </a:lnTo>
                <a:cubicBezTo>
                  <a:pt x="2757973" y="1409102"/>
                  <a:pt x="2757973" y="1409684"/>
                  <a:pt x="2757724" y="1410182"/>
                </a:cubicBezTo>
                <a:lnTo>
                  <a:pt x="2746758" y="1429123"/>
                </a:lnTo>
                <a:cubicBezTo>
                  <a:pt x="2746509" y="1429538"/>
                  <a:pt x="2746010" y="1429872"/>
                  <a:pt x="2745428" y="1429872"/>
                </a:cubicBezTo>
                <a:close/>
                <a:moveTo>
                  <a:pt x="2603041" y="1397951"/>
                </a:moveTo>
                <a:cubicBezTo>
                  <a:pt x="2602542" y="1397951"/>
                  <a:pt x="2601960" y="1397701"/>
                  <a:pt x="2601710" y="1397203"/>
                </a:cubicBezTo>
                <a:lnTo>
                  <a:pt x="2590579" y="1377929"/>
                </a:lnTo>
                <a:cubicBezTo>
                  <a:pt x="2590329" y="1377430"/>
                  <a:pt x="2590330" y="1376849"/>
                  <a:pt x="2590578" y="1376350"/>
                </a:cubicBezTo>
                <a:lnTo>
                  <a:pt x="2601710" y="1357076"/>
                </a:lnTo>
                <a:cubicBezTo>
                  <a:pt x="2601960" y="1356661"/>
                  <a:pt x="2602459" y="1356328"/>
                  <a:pt x="2603040" y="1356328"/>
                </a:cubicBezTo>
                <a:lnTo>
                  <a:pt x="2625306" y="1356328"/>
                </a:lnTo>
                <a:cubicBezTo>
                  <a:pt x="2625803" y="1356328"/>
                  <a:pt x="2626385" y="1356577"/>
                  <a:pt x="2626634" y="1357075"/>
                </a:cubicBezTo>
                <a:lnTo>
                  <a:pt x="2637768" y="1376350"/>
                </a:lnTo>
                <a:cubicBezTo>
                  <a:pt x="2638016" y="1376849"/>
                  <a:pt x="2638017" y="1377430"/>
                  <a:pt x="2637768" y="1377929"/>
                </a:cubicBezTo>
                <a:lnTo>
                  <a:pt x="2626635" y="1397203"/>
                </a:lnTo>
                <a:cubicBezTo>
                  <a:pt x="2626386" y="1397619"/>
                  <a:pt x="2625888" y="1397951"/>
                  <a:pt x="2625305" y="1397951"/>
                </a:cubicBezTo>
                <a:close/>
                <a:moveTo>
                  <a:pt x="5125619" y="2111169"/>
                </a:moveTo>
                <a:cubicBezTo>
                  <a:pt x="5125452" y="2111169"/>
                  <a:pt x="5125286" y="2111003"/>
                  <a:pt x="5125286" y="2111003"/>
                </a:cubicBezTo>
                <a:lnTo>
                  <a:pt x="5122877" y="2106766"/>
                </a:lnTo>
                <a:cubicBezTo>
                  <a:pt x="5122877" y="2106682"/>
                  <a:pt x="5122877" y="2106433"/>
                  <a:pt x="5122877" y="2106433"/>
                </a:cubicBezTo>
                <a:lnTo>
                  <a:pt x="5125286" y="2102196"/>
                </a:lnTo>
                <a:cubicBezTo>
                  <a:pt x="5125369" y="2102030"/>
                  <a:pt x="5125619" y="2102030"/>
                  <a:pt x="5125619" y="2102030"/>
                </a:cubicBezTo>
                <a:lnTo>
                  <a:pt x="5130520" y="2102030"/>
                </a:lnTo>
                <a:cubicBezTo>
                  <a:pt x="5130686" y="2102030"/>
                  <a:pt x="5130853" y="2102196"/>
                  <a:pt x="5130853" y="2102196"/>
                </a:cubicBezTo>
                <a:lnTo>
                  <a:pt x="5133262" y="2106433"/>
                </a:lnTo>
                <a:cubicBezTo>
                  <a:pt x="5133262" y="2106516"/>
                  <a:pt x="5133262" y="2106766"/>
                  <a:pt x="5133262" y="2106766"/>
                </a:cubicBezTo>
                <a:lnTo>
                  <a:pt x="5130853" y="2111003"/>
                </a:lnTo>
                <a:cubicBezTo>
                  <a:pt x="5130770" y="2111169"/>
                  <a:pt x="5130520" y="2111169"/>
                  <a:pt x="5130520" y="2111169"/>
                </a:cubicBezTo>
                <a:close/>
                <a:moveTo>
                  <a:pt x="2958406" y="1531421"/>
                </a:moveTo>
                <a:cubicBezTo>
                  <a:pt x="2958323" y="1531421"/>
                  <a:pt x="2958074" y="1531254"/>
                  <a:pt x="2958074" y="1531254"/>
                </a:cubicBezTo>
                <a:lnTo>
                  <a:pt x="2955166" y="1526270"/>
                </a:lnTo>
                <a:cubicBezTo>
                  <a:pt x="2955166" y="1526103"/>
                  <a:pt x="2955166" y="1525854"/>
                  <a:pt x="2955166" y="1525854"/>
                </a:cubicBezTo>
                <a:lnTo>
                  <a:pt x="2958074" y="1520869"/>
                </a:lnTo>
                <a:cubicBezTo>
                  <a:pt x="2958157" y="1520703"/>
                  <a:pt x="2958406" y="1520703"/>
                  <a:pt x="2958406" y="1520703"/>
                </a:cubicBezTo>
                <a:lnTo>
                  <a:pt x="2964222" y="1520703"/>
                </a:lnTo>
                <a:cubicBezTo>
                  <a:pt x="2964305" y="1520703"/>
                  <a:pt x="2964554" y="1520869"/>
                  <a:pt x="2964554" y="1520869"/>
                </a:cubicBezTo>
                <a:lnTo>
                  <a:pt x="2967462" y="1525854"/>
                </a:lnTo>
                <a:cubicBezTo>
                  <a:pt x="2967462" y="1526020"/>
                  <a:pt x="2967462" y="1526270"/>
                  <a:pt x="2967462" y="1526270"/>
                </a:cubicBezTo>
                <a:lnTo>
                  <a:pt x="2964554" y="1531254"/>
                </a:lnTo>
                <a:cubicBezTo>
                  <a:pt x="2964471" y="1531421"/>
                  <a:pt x="2964222" y="1531421"/>
                  <a:pt x="2964222" y="1531421"/>
                </a:cubicBezTo>
                <a:close/>
                <a:moveTo>
                  <a:pt x="911765" y="983680"/>
                </a:moveTo>
                <a:cubicBezTo>
                  <a:pt x="911598" y="983680"/>
                  <a:pt x="911349" y="983431"/>
                  <a:pt x="911349" y="983431"/>
                </a:cubicBezTo>
                <a:lnTo>
                  <a:pt x="908108" y="977865"/>
                </a:lnTo>
                <a:cubicBezTo>
                  <a:pt x="908109" y="977782"/>
                  <a:pt x="908109" y="977449"/>
                  <a:pt x="908109" y="977449"/>
                </a:cubicBezTo>
                <a:lnTo>
                  <a:pt x="911349" y="971883"/>
                </a:lnTo>
                <a:cubicBezTo>
                  <a:pt x="911432" y="971717"/>
                  <a:pt x="911765" y="971634"/>
                  <a:pt x="911765" y="971634"/>
                </a:cubicBezTo>
                <a:lnTo>
                  <a:pt x="918162" y="971634"/>
                </a:lnTo>
                <a:cubicBezTo>
                  <a:pt x="918327" y="971634"/>
                  <a:pt x="918576" y="971883"/>
                  <a:pt x="918576" y="971883"/>
                </a:cubicBezTo>
                <a:lnTo>
                  <a:pt x="921817" y="977449"/>
                </a:lnTo>
                <a:cubicBezTo>
                  <a:pt x="921817" y="977532"/>
                  <a:pt x="921816" y="977865"/>
                  <a:pt x="921816" y="977865"/>
                </a:cubicBezTo>
                <a:lnTo>
                  <a:pt x="918576" y="983431"/>
                </a:lnTo>
                <a:cubicBezTo>
                  <a:pt x="918494" y="983597"/>
                  <a:pt x="918162" y="983680"/>
                  <a:pt x="918162" y="983680"/>
                </a:cubicBezTo>
                <a:close/>
                <a:moveTo>
                  <a:pt x="3920982" y="1790282"/>
                </a:moveTo>
                <a:cubicBezTo>
                  <a:pt x="3920814" y="1790282"/>
                  <a:pt x="3920566" y="1790032"/>
                  <a:pt x="3920566" y="1790032"/>
                </a:cubicBezTo>
                <a:lnTo>
                  <a:pt x="3917242" y="1784300"/>
                </a:lnTo>
                <a:cubicBezTo>
                  <a:pt x="3917159" y="1784134"/>
                  <a:pt x="3917243" y="1783801"/>
                  <a:pt x="3917243" y="1783801"/>
                </a:cubicBezTo>
                <a:lnTo>
                  <a:pt x="3920566" y="1778069"/>
                </a:lnTo>
                <a:cubicBezTo>
                  <a:pt x="3920649" y="1777903"/>
                  <a:pt x="3920982" y="1777820"/>
                  <a:pt x="3920982" y="1777820"/>
                </a:cubicBezTo>
                <a:lnTo>
                  <a:pt x="3927627" y="1777820"/>
                </a:lnTo>
                <a:cubicBezTo>
                  <a:pt x="3927794" y="1777820"/>
                  <a:pt x="3928043" y="1778069"/>
                  <a:pt x="3928043" y="1778069"/>
                </a:cubicBezTo>
                <a:lnTo>
                  <a:pt x="3931366" y="1783801"/>
                </a:lnTo>
                <a:cubicBezTo>
                  <a:pt x="3931448" y="1783968"/>
                  <a:pt x="3931366" y="1784300"/>
                  <a:pt x="3931366" y="1784300"/>
                </a:cubicBezTo>
                <a:lnTo>
                  <a:pt x="3928042" y="1790032"/>
                </a:lnTo>
                <a:cubicBezTo>
                  <a:pt x="3927960" y="1790199"/>
                  <a:pt x="3927627" y="1790282"/>
                  <a:pt x="3927627" y="1790282"/>
                </a:cubicBezTo>
                <a:close/>
                <a:moveTo>
                  <a:pt x="2234014" y="1341957"/>
                </a:moveTo>
                <a:cubicBezTo>
                  <a:pt x="2233764" y="1341957"/>
                  <a:pt x="2233431" y="1341625"/>
                  <a:pt x="2233431" y="1341625"/>
                </a:cubicBezTo>
                <a:lnTo>
                  <a:pt x="2228363" y="1332901"/>
                </a:lnTo>
                <a:cubicBezTo>
                  <a:pt x="2228197" y="1332652"/>
                  <a:pt x="2228363" y="1332154"/>
                  <a:pt x="2228363" y="1332154"/>
                </a:cubicBezTo>
                <a:lnTo>
                  <a:pt x="2233431" y="1323431"/>
                </a:lnTo>
                <a:cubicBezTo>
                  <a:pt x="2233514" y="1323264"/>
                  <a:pt x="2234013" y="1323098"/>
                  <a:pt x="2234013" y="1323098"/>
                </a:cubicBezTo>
                <a:lnTo>
                  <a:pt x="2244065" y="1323098"/>
                </a:lnTo>
                <a:cubicBezTo>
                  <a:pt x="2244314" y="1323098"/>
                  <a:pt x="2244646" y="1323431"/>
                  <a:pt x="2244646" y="1323431"/>
                </a:cubicBezTo>
                <a:lnTo>
                  <a:pt x="2249714" y="1332154"/>
                </a:lnTo>
                <a:cubicBezTo>
                  <a:pt x="2249880" y="1332403"/>
                  <a:pt x="2249714" y="1332901"/>
                  <a:pt x="2249714" y="1332901"/>
                </a:cubicBezTo>
                <a:lnTo>
                  <a:pt x="2244646" y="1341625"/>
                </a:lnTo>
                <a:cubicBezTo>
                  <a:pt x="2244563" y="1341791"/>
                  <a:pt x="2244066" y="1341957"/>
                  <a:pt x="2244066" y="1341957"/>
                </a:cubicBezTo>
                <a:close/>
                <a:moveTo>
                  <a:pt x="3076534" y="1568003"/>
                </a:moveTo>
                <a:cubicBezTo>
                  <a:pt x="3076285" y="1568003"/>
                  <a:pt x="3075869" y="1567671"/>
                  <a:pt x="3075869" y="1567671"/>
                </a:cubicBezTo>
                <a:lnTo>
                  <a:pt x="3070718" y="1558698"/>
                </a:lnTo>
                <a:cubicBezTo>
                  <a:pt x="3070553" y="1558449"/>
                  <a:pt x="3070719" y="1557951"/>
                  <a:pt x="3070719" y="1557951"/>
                </a:cubicBezTo>
                <a:lnTo>
                  <a:pt x="3075870" y="1548978"/>
                </a:lnTo>
                <a:cubicBezTo>
                  <a:pt x="3076036" y="1548812"/>
                  <a:pt x="3076534" y="1548646"/>
                  <a:pt x="3076534" y="1548646"/>
                </a:cubicBezTo>
                <a:lnTo>
                  <a:pt x="3086918" y="1548646"/>
                </a:lnTo>
                <a:cubicBezTo>
                  <a:pt x="3087167" y="1548646"/>
                  <a:pt x="3087584" y="1548978"/>
                  <a:pt x="3087584" y="1548978"/>
                </a:cubicBezTo>
                <a:lnTo>
                  <a:pt x="3092734" y="1557951"/>
                </a:lnTo>
                <a:cubicBezTo>
                  <a:pt x="3092901" y="1558200"/>
                  <a:pt x="3092734" y="1558698"/>
                  <a:pt x="3092734" y="1558698"/>
                </a:cubicBezTo>
                <a:lnTo>
                  <a:pt x="3087584" y="1567671"/>
                </a:lnTo>
                <a:cubicBezTo>
                  <a:pt x="3087417" y="1567837"/>
                  <a:pt x="3086918" y="1568003"/>
                  <a:pt x="3086918" y="1568003"/>
                </a:cubicBezTo>
                <a:close/>
                <a:moveTo>
                  <a:pt x="3014793" y="1554693"/>
                </a:moveTo>
                <a:cubicBezTo>
                  <a:pt x="3014460" y="1554693"/>
                  <a:pt x="3013962" y="1554196"/>
                  <a:pt x="3013962" y="1554196"/>
                </a:cubicBezTo>
                <a:lnTo>
                  <a:pt x="3007233" y="1542563"/>
                </a:lnTo>
                <a:cubicBezTo>
                  <a:pt x="3007067" y="1542316"/>
                  <a:pt x="3007232" y="1541651"/>
                  <a:pt x="3007232" y="1541651"/>
                </a:cubicBezTo>
                <a:lnTo>
                  <a:pt x="3013962" y="1530019"/>
                </a:lnTo>
                <a:cubicBezTo>
                  <a:pt x="3014128" y="1529687"/>
                  <a:pt x="3014792" y="1529521"/>
                  <a:pt x="3014792" y="1529521"/>
                </a:cubicBezTo>
                <a:lnTo>
                  <a:pt x="3028252" y="1529521"/>
                </a:lnTo>
                <a:cubicBezTo>
                  <a:pt x="3028583" y="1529520"/>
                  <a:pt x="3029082" y="1530019"/>
                  <a:pt x="3029082" y="1530019"/>
                </a:cubicBezTo>
                <a:lnTo>
                  <a:pt x="3035812" y="1541651"/>
                </a:lnTo>
                <a:cubicBezTo>
                  <a:pt x="3035977" y="1541899"/>
                  <a:pt x="3035811" y="1542564"/>
                  <a:pt x="3035811" y="1542564"/>
                </a:cubicBezTo>
                <a:lnTo>
                  <a:pt x="3029083" y="1554195"/>
                </a:lnTo>
                <a:cubicBezTo>
                  <a:pt x="3028916" y="1554528"/>
                  <a:pt x="3028252" y="1554694"/>
                  <a:pt x="3028252" y="1554694"/>
                </a:cubicBezTo>
                <a:close/>
                <a:moveTo>
                  <a:pt x="4216927" y="1880221"/>
                </a:moveTo>
                <a:cubicBezTo>
                  <a:pt x="4216511" y="1880221"/>
                  <a:pt x="4215930" y="1879639"/>
                  <a:pt x="4215930" y="1879639"/>
                </a:cubicBezTo>
                <a:lnTo>
                  <a:pt x="4207622" y="1865266"/>
                </a:lnTo>
                <a:cubicBezTo>
                  <a:pt x="4207373" y="1864934"/>
                  <a:pt x="4207622" y="1864103"/>
                  <a:pt x="4207622" y="1864103"/>
                </a:cubicBezTo>
                <a:lnTo>
                  <a:pt x="4215930" y="1849731"/>
                </a:lnTo>
                <a:cubicBezTo>
                  <a:pt x="4216096" y="1849398"/>
                  <a:pt x="4216927" y="1849149"/>
                  <a:pt x="4216927" y="1849149"/>
                </a:cubicBezTo>
                <a:lnTo>
                  <a:pt x="4233542" y="1849149"/>
                </a:lnTo>
                <a:cubicBezTo>
                  <a:pt x="4233958" y="1849149"/>
                  <a:pt x="4234539" y="1849731"/>
                  <a:pt x="4234539" y="1849731"/>
                </a:cubicBezTo>
                <a:lnTo>
                  <a:pt x="4242847" y="1864103"/>
                </a:lnTo>
                <a:cubicBezTo>
                  <a:pt x="4243096" y="1864435"/>
                  <a:pt x="4242847" y="1865266"/>
                  <a:pt x="4242847" y="1865266"/>
                </a:cubicBezTo>
                <a:lnTo>
                  <a:pt x="4234539" y="1879639"/>
                </a:lnTo>
                <a:cubicBezTo>
                  <a:pt x="4234373" y="1879972"/>
                  <a:pt x="4233542" y="1880221"/>
                  <a:pt x="4233542" y="1880221"/>
                </a:cubicBezTo>
                <a:close/>
                <a:moveTo>
                  <a:pt x="4156658" y="1864259"/>
                </a:moveTo>
                <a:cubicBezTo>
                  <a:pt x="4156242" y="1864259"/>
                  <a:pt x="4155661" y="1863678"/>
                  <a:pt x="4155661" y="1863678"/>
                </a:cubicBezTo>
                <a:lnTo>
                  <a:pt x="4147270" y="1849139"/>
                </a:lnTo>
                <a:cubicBezTo>
                  <a:pt x="4147021" y="1848807"/>
                  <a:pt x="4147270" y="1847975"/>
                  <a:pt x="4147270" y="1847975"/>
                </a:cubicBezTo>
                <a:lnTo>
                  <a:pt x="4155661" y="1833437"/>
                </a:lnTo>
                <a:cubicBezTo>
                  <a:pt x="4155827" y="1833104"/>
                  <a:pt x="4156242" y="1832855"/>
                  <a:pt x="4156658" y="1832855"/>
                </a:cubicBezTo>
                <a:lnTo>
                  <a:pt x="4173440" y="1832855"/>
                </a:lnTo>
                <a:cubicBezTo>
                  <a:pt x="4173855" y="1832855"/>
                  <a:pt x="4174437" y="1833438"/>
                  <a:pt x="4174437" y="1833438"/>
                </a:cubicBezTo>
                <a:lnTo>
                  <a:pt x="4182828" y="1847975"/>
                </a:lnTo>
                <a:cubicBezTo>
                  <a:pt x="4183077" y="1848308"/>
                  <a:pt x="4182828" y="1849139"/>
                  <a:pt x="4182828" y="1849139"/>
                </a:cubicBezTo>
                <a:lnTo>
                  <a:pt x="4174437" y="1863678"/>
                </a:lnTo>
                <a:cubicBezTo>
                  <a:pt x="4174270" y="1864011"/>
                  <a:pt x="4173855" y="1864259"/>
                  <a:pt x="4173440" y="1864259"/>
                </a:cubicBezTo>
                <a:close/>
                <a:moveTo>
                  <a:pt x="4277031" y="1896513"/>
                </a:moveTo>
                <a:cubicBezTo>
                  <a:pt x="4276615" y="1896513"/>
                  <a:pt x="4276034" y="1895932"/>
                  <a:pt x="4276034" y="1895932"/>
                </a:cubicBezTo>
                <a:lnTo>
                  <a:pt x="4267643" y="1881393"/>
                </a:lnTo>
                <a:cubicBezTo>
                  <a:pt x="4267394" y="1881061"/>
                  <a:pt x="4267643" y="1880229"/>
                  <a:pt x="4267643" y="1880229"/>
                </a:cubicBezTo>
                <a:lnTo>
                  <a:pt x="4276034" y="1865691"/>
                </a:lnTo>
                <a:cubicBezTo>
                  <a:pt x="4276200" y="1865358"/>
                  <a:pt x="4276615" y="1865109"/>
                  <a:pt x="4277031" y="1865109"/>
                </a:cubicBezTo>
                <a:lnTo>
                  <a:pt x="4293813" y="1865109"/>
                </a:lnTo>
                <a:cubicBezTo>
                  <a:pt x="4294228" y="1865109"/>
                  <a:pt x="4294810" y="1865691"/>
                  <a:pt x="4294810" y="1865691"/>
                </a:cubicBezTo>
                <a:lnTo>
                  <a:pt x="4303201" y="1880229"/>
                </a:lnTo>
                <a:cubicBezTo>
                  <a:pt x="4303450" y="1880562"/>
                  <a:pt x="4303201" y="1881393"/>
                  <a:pt x="4303201" y="1881393"/>
                </a:cubicBezTo>
                <a:lnTo>
                  <a:pt x="4294810" y="1895932"/>
                </a:lnTo>
                <a:cubicBezTo>
                  <a:pt x="4294643" y="1896264"/>
                  <a:pt x="4294228" y="1896513"/>
                  <a:pt x="4293813" y="1896513"/>
                </a:cubicBezTo>
                <a:close/>
                <a:moveTo>
                  <a:pt x="5179825" y="2138416"/>
                </a:moveTo>
                <a:cubicBezTo>
                  <a:pt x="5179409" y="2138416"/>
                  <a:pt x="5178828" y="2137835"/>
                  <a:pt x="5178828" y="2137835"/>
                </a:cubicBezTo>
                <a:lnTo>
                  <a:pt x="5170437" y="2123296"/>
                </a:lnTo>
                <a:cubicBezTo>
                  <a:pt x="5170188" y="2122964"/>
                  <a:pt x="5170437" y="2122132"/>
                  <a:pt x="5170437" y="2122132"/>
                </a:cubicBezTo>
                <a:lnTo>
                  <a:pt x="5178828" y="2107594"/>
                </a:lnTo>
                <a:cubicBezTo>
                  <a:pt x="5178994" y="2107261"/>
                  <a:pt x="5179409" y="2107012"/>
                  <a:pt x="5179825" y="2107012"/>
                </a:cubicBezTo>
                <a:lnTo>
                  <a:pt x="5196607" y="2107012"/>
                </a:lnTo>
                <a:cubicBezTo>
                  <a:pt x="5197022" y="2107012"/>
                  <a:pt x="5197604" y="2107594"/>
                  <a:pt x="5197604" y="2107594"/>
                </a:cubicBezTo>
                <a:lnTo>
                  <a:pt x="5205995" y="2122132"/>
                </a:lnTo>
                <a:cubicBezTo>
                  <a:pt x="5206243" y="2122465"/>
                  <a:pt x="5205995" y="2123296"/>
                  <a:pt x="5205995" y="2123296"/>
                </a:cubicBezTo>
                <a:lnTo>
                  <a:pt x="5197604" y="2137835"/>
                </a:lnTo>
                <a:cubicBezTo>
                  <a:pt x="5197437" y="2138167"/>
                  <a:pt x="5197022" y="2138416"/>
                  <a:pt x="5196607" y="2138416"/>
                </a:cubicBezTo>
                <a:close/>
                <a:moveTo>
                  <a:pt x="5600786" y="2251875"/>
                </a:moveTo>
                <a:cubicBezTo>
                  <a:pt x="5600371" y="2251875"/>
                  <a:pt x="5599706" y="2251293"/>
                  <a:pt x="5599706" y="2251293"/>
                </a:cubicBezTo>
                <a:lnTo>
                  <a:pt x="5590983" y="2236256"/>
                </a:lnTo>
                <a:cubicBezTo>
                  <a:pt x="5590734" y="2235841"/>
                  <a:pt x="5590983" y="2235010"/>
                  <a:pt x="5590983" y="2235010"/>
                </a:cubicBezTo>
                <a:lnTo>
                  <a:pt x="5599706" y="2219972"/>
                </a:lnTo>
                <a:cubicBezTo>
                  <a:pt x="5599955" y="2219640"/>
                  <a:pt x="5600371" y="2219391"/>
                  <a:pt x="5600786" y="2219391"/>
                </a:cubicBezTo>
                <a:lnTo>
                  <a:pt x="5618150" y="2219390"/>
                </a:lnTo>
                <a:cubicBezTo>
                  <a:pt x="5618565" y="2219391"/>
                  <a:pt x="5619230" y="2219972"/>
                  <a:pt x="5619230" y="2219972"/>
                </a:cubicBezTo>
                <a:lnTo>
                  <a:pt x="5627953" y="2235010"/>
                </a:lnTo>
                <a:cubicBezTo>
                  <a:pt x="5628202" y="2235424"/>
                  <a:pt x="5627953" y="2236256"/>
                  <a:pt x="5627953" y="2236256"/>
                </a:cubicBezTo>
                <a:lnTo>
                  <a:pt x="5619230" y="2251292"/>
                </a:lnTo>
                <a:cubicBezTo>
                  <a:pt x="5618980" y="2251626"/>
                  <a:pt x="5618565" y="2251875"/>
                  <a:pt x="5618150" y="2251875"/>
                </a:cubicBezTo>
                <a:close/>
                <a:moveTo>
                  <a:pt x="5239666" y="2155217"/>
                </a:moveTo>
                <a:cubicBezTo>
                  <a:pt x="5239251" y="2155217"/>
                  <a:pt x="5238586" y="2154636"/>
                  <a:pt x="5238586" y="2154636"/>
                </a:cubicBezTo>
                <a:lnTo>
                  <a:pt x="5229863" y="2139515"/>
                </a:lnTo>
                <a:cubicBezTo>
                  <a:pt x="5229614" y="2139100"/>
                  <a:pt x="5229863" y="2138269"/>
                  <a:pt x="5229863" y="2138269"/>
                </a:cubicBezTo>
                <a:lnTo>
                  <a:pt x="5238586" y="2123149"/>
                </a:lnTo>
                <a:cubicBezTo>
                  <a:pt x="5238835" y="2122816"/>
                  <a:pt x="5239251" y="2122567"/>
                  <a:pt x="5239666" y="2122567"/>
                </a:cubicBezTo>
                <a:lnTo>
                  <a:pt x="5257196" y="2122567"/>
                </a:lnTo>
                <a:cubicBezTo>
                  <a:pt x="5257611" y="2122567"/>
                  <a:pt x="5258276" y="2123149"/>
                  <a:pt x="5258276" y="2123149"/>
                </a:cubicBezTo>
                <a:lnTo>
                  <a:pt x="5266999" y="2138269"/>
                </a:lnTo>
                <a:cubicBezTo>
                  <a:pt x="5267248" y="2138684"/>
                  <a:pt x="5266999" y="2139515"/>
                  <a:pt x="5266999" y="2139515"/>
                </a:cubicBezTo>
                <a:lnTo>
                  <a:pt x="5258276" y="2154636"/>
                </a:lnTo>
                <a:cubicBezTo>
                  <a:pt x="5258027" y="2154968"/>
                  <a:pt x="5257611" y="2155217"/>
                  <a:pt x="5257196" y="2155217"/>
                </a:cubicBezTo>
                <a:close/>
                <a:moveTo>
                  <a:pt x="4396831" y="1929942"/>
                </a:moveTo>
                <a:cubicBezTo>
                  <a:pt x="4396416" y="1929942"/>
                  <a:pt x="4395751" y="1929278"/>
                  <a:pt x="4395751" y="1929278"/>
                </a:cubicBezTo>
                <a:lnTo>
                  <a:pt x="4386779" y="1913659"/>
                </a:lnTo>
                <a:cubicBezTo>
                  <a:pt x="4386530" y="1913326"/>
                  <a:pt x="4386779" y="1912412"/>
                  <a:pt x="4386779" y="1912412"/>
                </a:cubicBezTo>
                <a:lnTo>
                  <a:pt x="4395751" y="1896794"/>
                </a:lnTo>
                <a:cubicBezTo>
                  <a:pt x="4396000" y="1896378"/>
                  <a:pt x="4396416" y="1896129"/>
                  <a:pt x="4396831" y="1896129"/>
                </a:cubicBezTo>
                <a:lnTo>
                  <a:pt x="4414859" y="1896129"/>
                </a:lnTo>
                <a:cubicBezTo>
                  <a:pt x="4415275" y="1896129"/>
                  <a:pt x="4415939" y="1896794"/>
                  <a:pt x="4415939" y="1896794"/>
                </a:cubicBezTo>
                <a:lnTo>
                  <a:pt x="4424912" y="1912412"/>
                </a:lnTo>
                <a:cubicBezTo>
                  <a:pt x="4425161" y="1912745"/>
                  <a:pt x="4424912" y="1913659"/>
                  <a:pt x="4424912" y="1913659"/>
                </a:cubicBezTo>
                <a:lnTo>
                  <a:pt x="4415939" y="1929278"/>
                </a:lnTo>
                <a:cubicBezTo>
                  <a:pt x="4415690" y="1929693"/>
                  <a:pt x="4415275" y="1929942"/>
                  <a:pt x="4414859" y="1929942"/>
                </a:cubicBezTo>
                <a:close/>
                <a:moveTo>
                  <a:pt x="4456934" y="1946142"/>
                </a:moveTo>
                <a:cubicBezTo>
                  <a:pt x="4456519" y="1946142"/>
                  <a:pt x="4455854" y="1945478"/>
                  <a:pt x="4455854" y="1945478"/>
                </a:cubicBezTo>
                <a:lnTo>
                  <a:pt x="4446799" y="1929776"/>
                </a:lnTo>
                <a:cubicBezTo>
                  <a:pt x="4446550" y="1929443"/>
                  <a:pt x="4446799" y="1928530"/>
                  <a:pt x="4446799" y="1928530"/>
                </a:cubicBezTo>
                <a:lnTo>
                  <a:pt x="4455854" y="1912828"/>
                </a:lnTo>
                <a:cubicBezTo>
                  <a:pt x="4456020" y="1912412"/>
                  <a:pt x="4456519" y="1912163"/>
                  <a:pt x="4456934" y="1912163"/>
                </a:cubicBezTo>
                <a:lnTo>
                  <a:pt x="4475046" y="1912163"/>
                </a:lnTo>
                <a:cubicBezTo>
                  <a:pt x="4475461" y="1912163"/>
                  <a:pt x="4476126" y="1912828"/>
                  <a:pt x="4476126" y="1912828"/>
                </a:cubicBezTo>
                <a:lnTo>
                  <a:pt x="4485181" y="1928530"/>
                </a:lnTo>
                <a:cubicBezTo>
                  <a:pt x="4485431" y="1928862"/>
                  <a:pt x="4485181" y="1929776"/>
                  <a:pt x="4485181" y="1929776"/>
                </a:cubicBezTo>
                <a:lnTo>
                  <a:pt x="4476126" y="1945478"/>
                </a:lnTo>
                <a:cubicBezTo>
                  <a:pt x="4475960" y="1945893"/>
                  <a:pt x="4475461" y="1946142"/>
                  <a:pt x="4475046" y="1946142"/>
                </a:cubicBezTo>
                <a:close/>
                <a:moveTo>
                  <a:pt x="4336479" y="1913970"/>
                </a:moveTo>
                <a:cubicBezTo>
                  <a:pt x="4336064" y="1913970"/>
                  <a:pt x="4335399" y="1913307"/>
                  <a:pt x="4335399" y="1913307"/>
                </a:cubicBezTo>
                <a:lnTo>
                  <a:pt x="4326344" y="1897521"/>
                </a:lnTo>
                <a:cubicBezTo>
                  <a:pt x="4326096" y="1897188"/>
                  <a:pt x="4326344" y="1896275"/>
                  <a:pt x="4326344" y="1896275"/>
                </a:cubicBezTo>
                <a:lnTo>
                  <a:pt x="4335484" y="1880490"/>
                </a:lnTo>
                <a:cubicBezTo>
                  <a:pt x="4335650" y="1880074"/>
                  <a:pt x="4336147" y="1879825"/>
                  <a:pt x="4336564" y="1879826"/>
                </a:cubicBezTo>
                <a:lnTo>
                  <a:pt x="4354758" y="1879825"/>
                </a:lnTo>
                <a:cubicBezTo>
                  <a:pt x="4355173" y="1879825"/>
                  <a:pt x="4355837" y="1880490"/>
                  <a:pt x="4355837" y="1880490"/>
                </a:cubicBezTo>
                <a:lnTo>
                  <a:pt x="4364893" y="1896275"/>
                </a:lnTo>
                <a:cubicBezTo>
                  <a:pt x="4365142" y="1896607"/>
                  <a:pt x="4364893" y="1897521"/>
                  <a:pt x="4364893" y="1897521"/>
                </a:cubicBezTo>
                <a:lnTo>
                  <a:pt x="4355755" y="1913306"/>
                </a:lnTo>
                <a:cubicBezTo>
                  <a:pt x="4355588" y="1913721"/>
                  <a:pt x="4355090" y="1913970"/>
                  <a:pt x="4354674" y="1913970"/>
                </a:cubicBezTo>
                <a:close/>
                <a:moveTo>
                  <a:pt x="4095744" y="1849549"/>
                </a:moveTo>
                <a:cubicBezTo>
                  <a:pt x="4095329" y="1849549"/>
                  <a:pt x="4094665" y="1848884"/>
                  <a:pt x="4094665" y="1848884"/>
                </a:cubicBezTo>
                <a:lnTo>
                  <a:pt x="4085526" y="1833016"/>
                </a:lnTo>
                <a:cubicBezTo>
                  <a:pt x="4085278" y="1832600"/>
                  <a:pt x="4085526" y="1831687"/>
                  <a:pt x="4085526" y="1831687"/>
                </a:cubicBezTo>
                <a:lnTo>
                  <a:pt x="4094665" y="1815819"/>
                </a:lnTo>
                <a:cubicBezTo>
                  <a:pt x="4094832" y="1815403"/>
                  <a:pt x="4095329" y="1815154"/>
                  <a:pt x="4095744" y="1815154"/>
                </a:cubicBezTo>
                <a:lnTo>
                  <a:pt x="4114022" y="1815154"/>
                </a:lnTo>
                <a:cubicBezTo>
                  <a:pt x="4114438" y="1815154"/>
                  <a:pt x="4115103" y="1815819"/>
                  <a:pt x="4115103" y="1815819"/>
                </a:cubicBezTo>
                <a:lnTo>
                  <a:pt x="4124241" y="1831687"/>
                </a:lnTo>
                <a:cubicBezTo>
                  <a:pt x="4124491" y="1832102"/>
                  <a:pt x="4124240" y="1833016"/>
                  <a:pt x="4124240" y="1833016"/>
                </a:cubicBezTo>
                <a:lnTo>
                  <a:pt x="4115103" y="1848884"/>
                </a:lnTo>
                <a:cubicBezTo>
                  <a:pt x="4114937" y="1849299"/>
                  <a:pt x="4114437" y="1849549"/>
                  <a:pt x="4114023" y="1849549"/>
                </a:cubicBezTo>
                <a:close/>
                <a:moveTo>
                  <a:pt x="4577131" y="1978820"/>
                </a:moveTo>
                <a:cubicBezTo>
                  <a:pt x="4576631" y="1978820"/>
                  <a:pt x="4575968" y="1978156"/>
                  <a:pt x="4575968" y="1978156"/>
                </a:cubicBezTo>
                <a:lnTo>
                  <a:pt x="4566746" y="1962121"/>
                </a:lnTo>
                <a:cubicBezTo>
                  <a:pt x="4566497" y="1961706"/>
                  <a:pt x="4566746" y="1960792"/>
                  <a:pt x="4566746" y="1960792"/>
                </a:cubicBezTo>
                <a:lnTo>
                  <a:pt x="4575968" y="1944758"/>
                </a:lnTo>
                <a:cubicBezTo>
                  <a:pt x="4576216" y="1944342"/>
                  <a:pt x="4576632" y="1944093"/>
                  <a:pt x="4577130" y="1944093"/>
                </a:cubicBezTo>
                <a:lnTo>
                  <a:pt x="4595657" y="1944093"/>
                </a:lnTo>
                <a:cubicBezTo>
                  <a:pt x="4596156" y="1944093"/>
                  <a:pt x="4596820" y="1944758"/>
                  <a:pt x="4596820" y="1944758"/>
                </a:cubicBezTo>
                <a:lnTo>
                  <a:pt x="4606042" y="1960792"/>
                </a:lnTo>
                <a:cubicBezTo>
                  <a:pt x="4606291" y="1961207"/>
                  <a:pt x="4606042" y="1962121"/>
                  <a:pt x="4606042" y="1962121"/>
                </a:cubicBezTo>
                <a:lnTo>
                  <a:pt x="4596820" y="1978156"/>
                </a:lnTo>
                <a:cubicBezTo>
                  <a:pt x="4596571" y="1978571"/>
                  <a:pt x="4596156" y="1978820"/>
                  <a:pt x="4595657" y="1978820"/>
                </a:cubicBezTo>
                <a:close/>
                <a:moveTo>
                  <a:pt x="5058620" y="2107835"/>
                </a:moveTo>
                <a:cubicBezTo>
                  <a:pt x="5058121" y="2107835"/>
                  <a:pt x="5057458" y="2107171"/>
                  <a:pt x="5057458" y="2107171"/>
                </a:cubicBezTo>
                <a:lnTo>
                  <a:pt x="5048236" y="2091136"/>
                </a:lnTo>
                <a:cubicBezTo>
                  <a:pt x="5047986" y="2090721"/>
                  <a:pt x="5048235" y="2089807"/>
                  <a:pt x="5048235" y="2089807"/>
                </a:cubicBezTo>
                <a:lnTo>
                  <a:pt x="5057458" y="2073773"/>
                </a:lnTo>
                <a:cubicBezTo>
                  <a:pt x="5057706" y="2073357"/>
                  <a:pt x="5058121" y="2073108"/>
                  <a:pt x="5058620" y="2073108"/>
                </a:cubicBezTo>
                <a:lnTo>
                  <a:pt x="5077147" y="2073108"/>
                </a:lnTo>
                <a:cubicBezTo>
                  <a:pt x="5077646" y="2073108"/>
                  <a:pt x="5078310" y="2073773"/>
                  <a:pt x="5078310" y="2073773"/>
                </a:cubicBezTo>
                <a:lnTo>
                  <a:pt x="5087532" y="2089807"/>
                </a:lnTo>
                <a:cubicBezTo>
                  <a:pt x="5087781" y="2090222"/>
                  <a:pt x="5087531" y="2091136"/>
                  <a:pt x="5087531" y="2091136"/>
                </a:cubicBezTo>
                <a:lnTo>
                  <a:pt x="5078310" y="2107171"/>
                </a:lnTo>
                <a:cubicBezTo>
                  <a:pt x="5078061" y="2107586"/>
                  <a:pt x="5077646" y="2107835"/>
                  <a:pt x="5077147" y="2107835"/>
                </a:cubicBezTo>
                <a:close/>
                <a:moveTo>
                  <a:pt x="4757525" y="2027345"/>
                </a:moveTo>
                <a:cubicBezTo>
                  <a:pt x="4757026" y="2027345"/>
                  <a:pt x="4756362" y="2026681"/>
                  <a:pt x="4756362" y="2026681"/>
                </a:cubicBezTo>
                <a:lnTo>
                  <a:pt x="4746974" y="2010480"/>
                </a:lnTo>
                <a:cubicBezTo>
                  <a:pt x="4746725" y="2010065"/>
                  <a:pt x="4746974" y="2009151"/>
                  <a:pt x="4746974" y="2009151"/>
                </a:cubicBezTo>
                <a:lnTo>
                  <a:pt x="4756362" y="1992951"/>
                </a:lnTo>
                <a:cubicBezTo>
                  <a:pt x="4756611" y="1992535"/>
                  <a:pt x="4757026" y="1992286"/>
                  <a:pt x="4757525" y="1992286"/>
                </a:cubicBezTo>
                <a:lnTo>
                  <a:pt x="4776218" y="1992286"/>
                </a:lnTo>
                <a:cubicBezTo>
                  <a:pt x="4776716" y="1992286"/>
                  <a:pt x="4777381" y="1992951"/>
                  <a:pt x="4777381" y="1992951"/>
                </a:cubicBezTo>
                <a:lnTo>
                  <a:pt x="4786769" y="2009151"/>
                </a:lnTo>
                <a:cubicBezTo>
                  <a:pt x="4787018" y="2009566"/>
                  <a:pt x="4786769" y="2010480"/>
                  <a:pt x="4786769" y="2010480"/>
                </a:cubicBezTo>
                <a:lnTo>
                  <a:pt x="4777381" y="2026681"/>
                </a:lnTo>
                <a:cubicBezTo>
                  <a:pt x="4777132" y="2027096"/>
                  <a:pt x="4776716" y="2027345"/>
                  <a:pt x="4776218" y="2027345"/>
                </a:cubicBezTo>
                <a:close/>
                <a:moveTo>
                  <a:pt x="965790" y="1011447"/>
                </a:moveTo>
                <a:cubicBezTo>
                  <a:pt x="965291" y="1011447"/>
                  <a:pt x="964627" y="1010783"/>
                  <a:pt x="964627" y="1010783"/>
                </a:cubicBezTo>
                <a:lnTo>
                  <a:pt x="955240" y="994500"/>
                </a:lnTo>
                <a:cubicBezTo>
                  <a:pt x="954990" y="994084"/>
                  <a:pt x="955239" y="993170"/>
                  <a:pt x="955239" y="993170"/>
                </a:cubicBezTo>
                <a:lnTo>
                  <a:pt x="964627" y="976887"/>
                </a:lnTo>
                <a:cubicBezTo>
                  <a:pt x="964876" y="976471"/>
                  <a:pt x="965291" y="976222"/>
                  <a:pt x="965790" y="976222"/>
                </a:cubicBezTo>
                <a:lnTo>
                  <a:pt x="984567" y="976222"/>
                </a:lnTo>
                <a:cubicBezTo>
                  <a:pt x="985065" y="976222"/>
                  <a:pt x="985729" y="976887"/>
                  <a:pt x="985729" y="976887"/>
                </a:cubicBezTo>
                <a:lnTo>
                  <a:pt x="995118" y="993170"/>
                </a:lnTo>
                <a:cubicBezTo>
                  <a:pt x="995367" y="993585"/>
                  <a:pt x="995118" y="994500"/>
                  <a:pt x="995118" y="994500"/>
                </a:cubicBezTo>
                <a:lnTo>
                  <a:pt x="985729" y="1010783"/>
                </a:lnTo>
                <a:cubicBezTo>
                  <a:pt x="985480" y="1011199"/>
                  <a:pt x="985065" y="1011447"/>
                  <a:pt x="984567" y="1011447"/>
                </a:cubicBezTo>
                <a:close/>
                <a:moveTo>
                  <a:pt x="4637151" y="1995185"/>
                </a:moveTo>
                <a:cubicBezTo>
                  <a:pt x="4636652" y="1995185"/>
                  <a:pt x="4635988" y="1994521"/>
                  <a:pt x="4635988" y="1994521"/>
                </a:cubicBezTo>
                <a:lnTo>
                  <a:pt x="4626600" y="1978238"/>
                </a:lnTo>
                <a:cubicBezTo>
                  <a:pt x="4626351" y="1977822"/>
                  <a:pt x="4626600" y="1976908"/>
                  <a:pt x="4626600" y="1976908"/>
                </a:cubicBezTo>
                <a:lnTo>
                  <a:pt x="4635988" y="1960625"/>
                </a:lnTo>
                <a:cubicBezTo>
                  <a:pt x="4636237" y="1960209"/>
                  <a:pt x="4636652" y="1959960"/>
                  <a:pt x="4637151" y="1959960"/>
                </a:cubicBezTo>
                <a:lnTo>
                  <a:pt x="4655927" y="1959960"/>
                </a:lnTo>
                <a:cubicBezTo>
                  <a:pt x="4656425" y="1959960"/>
                  <a:pt x="4657090" y="1960625"/>
                  <a:pt x="4657090" y="1960625"/>
                </a:cubicBezTo>
                <a:lnTo>
                  <a:pt x="4666478" y="1976908"/>
                </a:lnTo>
                <a:cubicBezTo>
                  <a:pt x="4666727" y="1977323"/>
                  <a:pt x="4666478" y="1978238"/>
                  <a:pt x="4666478" y="1978238"/>
                </a:cubicBezTo>
                <a:lnTo>
                  <a:pt x="4657090" y="1994521"/>
                </a:lnTo>
                <a:cubicBezTo>
                  <a:pt x="4656841" y="1994937"/>
                  <a:pt x="4656425" y="1995185"/>
                  <a:pt x="4655927" y="1995185"/>
                </a:cubicBezTo>
                <a:close/>
                <a:moveTo>
                  <a:pt x="4877897" y="2059693"/>
                </a:moveTo>
                <a:cubicBezTo>
                  <a:pt x="4877398" y="2059692"/>
                  <a:pt x="4876733" y="2059028"/>
                  <a:pt x="4876733" y="2059028"/>
                </a:cubicBezTo>
                <a:lnTo>
                  <a:pt x="4867345" y="2042746"/>
                </a:lnTo>
                <a:cubicBezTo>
                  <a:pt x="4867096" y="2042330"/>
                  <a:pt x="4867345" y="2041416"/>
                  <a:pt x="4867345" y="2041416"/>
                </a:cubicBezTo>
                <a:lnTo>
                  <a:pt x="4876733" y="2025132"/>
                </a:lnTo>
                <a:cubicBezTo>
                  <a:pt x="4876982" y="2024717"/>
                  <a:pt x="4877397" y="2024468"/>
                  <a:pt x="4877896" y="2024468"/>
                </a:cubicBezTo>
                <a:lnTo>
                  <a:pt x="4896672" y="2024467"/>
                </a:lnTo>
                <a:cubicBezTo>
                  <a:pt x="4897170" y="2024468"/>
                  <a:pt x="4897835" y="2025133"/>
                  <a:pt x="4897835" y="2025133"/>
                </a:cubicBezTo>
                <a:lnTo>
                  <a:pt x="4907223" y="2041416"/>
                </a:lnTo>
                <a:cubicBezTo>
                  <a:pt x="4907472" y="2041831"/>
                  <a:pt x="4907224" y="2042746"/>
                  <a:pt x="4907224" y="2042746"/>
                </a:cubicBezTo>
                <a:lnTo>
                  <a:pt x="4897835" y="2059029"/>
                </a:lnTo>
                <a:cubicBezTo>
                  <a:pt x="4897586" y="2059445"/>
                  <a:pt x="4897170" y="2059693"/>
                  <a:pt x="4896672" y="2059693"/>
                </a:cubicBezTo>
                <a:close/>
                <a:moveTo>
                  <a:pt x="4516696" y="1963015"/>
                </a:moveTo>
                <a:cubicBezTo>
                  <a:pt x="4516197" y="1963016"/>
                  <a:pt x="4515533" y="1962351"/>
                  <a:pt x="4515533" y="1962351"/>
                </a:cubicBezTo>
                <a:lnTo>
                  <a:pt x="4506062" y="1945985"/>
                </a:lnTo>
                <a:cubicBezTo>
                  <a:pt x="4505813" y="1945569"/>
                  <a:pt x="4506062" y="1944654"/>
                  <a:pt x="4506062" y="1944654"/>
                </a:cubicBezTo>
                <a:lnTo>
                  <a:pt x="4515533" y="1928289"/>
                </a:lnTo>
                <a:cubicBezTo>
                  <a:pt x="4515782" y="1927872"/>
                  <a:pt x="4516197" y="1927624"/>
                  <a:pt x="4516696" y="1927624"/>
                </a:cubicBezTo>
                <a:lnTo>
                  <a:pt x="4535638" y="1927624"/>
                </a:lnTo>
                <a:cubicBezTo>
                  <a:pt x="4536137" y="1927624"/>
                  <a:pt x="4536801" y="1928289"/>
                  <a:pt x="4536801" y="1928289"/>
                </a:cubicBezTo>
                <a:lnTo>
                  <a:pt x="4546272" y="1944655"/>
                </a:lnTo>
                <a:cubicBezTo>
                  <a:pt x="4546521" y="1945070"/>
                  <a:pt x="4546272" y="1945984"/>
                  <a:pt x="4546272" y="1945984"/>
                </a:cubicBezTo>
                <a:lnTo>
                  <a:pt x="4536801" y="1962351"/>
                </a:lnTo>
                <a:cubicBezTo>
                  <a:pt x="4536552" y="1962765"/>
                  <a:pt x="4536137" y="1963016"/>
                  <a:pt x="4535638" y="1963015"/>
                </a:cubicBezTo>
                <a:close/>
                <a:moveTo>
                  <a:pt x="4817628" y="2043650"/>
                </a:moveTo>
                <a:cubicBezTo>
                  <a:pt x="4817129" y="2043650"/>
                  <a:pt x="4816465" y="2042985"/>
                  <a:pt x="4816465" y="2042985"/>
                </a:cubicBezTo>
                <a:lnTo>
                  <a:pt x="4806994" y="2026619"/>
                </a:lnTo>
                <a:cubicBezTo>
                  <a:pt x="4806744" y="2026203"/>
                  <a:pt x="4806993" y="2025289"/>
                  <a:pt x="4806993" y="2025289"/>
                </a:cubicBezTo>
                <a:lnTo>
                  <a:pt x="4816464" y="2008923"/>
                </a:lnTo>
                <a:cubicBezTo>
                  <a:pt x="4816714" y="2008507"/>
                  <a:pt x="4817129" y="2008258"/>
                  <a:pt x="4817628" y="2008258"/>
                </a:cubicBezTo>
                <a:lnTo>
                  <a:pt x="4836570" y="2008258"/>
                </a:lnTo>
                <a:cubicBezTo>
                  <a:pt x="4837068" y="2008258"/>
                  <a:pt x="4837733" y="2008923"/>
                  <a:pt x="4837733" y="2008923"/>
                </a:cubicBezTo>
                <a:lnTo>
                  <a:pt x="4847204" y="2025289"/>
                </a:lnTo>
                <a:cubicBezTo>
                  <a:pt x="4847453" y="2025704"/>
                  <a:pt x="4847203" y="2026619"/>
                  <a:pt x="4847203" y="2026619"/>
                </a:cubicBezTo>
                <a:lnTo>
                  <a:pt x="4837732" y="2042985"/>
                </a:lnTo>
                <a:cubicBezTo>
                  <a:pt x="4837483" y="2043400"/>
                  <a:pt x="4837068" y="2043650"/>
                  <a:pt x="4836570" y="2043650"/>
                </a:cubicBezTo>
                <a:close/>
                <a:moveTo>
                  <a:pt x="3312970" y="1640478"/>
                </a:moveTo>
                <a:cubicBezTo>
                  <a:pt x="3312471" y="1640478"/>
                  <a:pt x="3311807" y="1639813"/>
                  <a:pt x="3311807" y="1639813"/>
                </a:cubicBezTo>
                <a:lnTo>
                  <a:pt x="3302336" y="1623447"/>
                </a:lnTo>
                <a:cubicBezTo>
                  <a:pt x="3302087" y="1623031"/>
                  <a:pt x="3302336" y="1622117"/>
                  <a:pt x="3302336" y="1622117"/>
                </a:cubicBezTo>
                <a:lnTo>
                  <a:pt x="3311807" y="1605751"/>
                </a:lnTo>
                <a:cubicBezTo>
                  <a:pt x="3312056" y="1605335"/>
                  <a:pt x="3312471" y="1605086"/>
                  <a:pt x="3312970" y="1605086"/>
                </a:cubicBezTo>
                <a:lnTo>
                  <a:pt x="3331912" y="1605086"/>
                </a:lnTo>
                <a:cubicBezTo>
                  <a:pt x="3332411" y="1605086"/>
                  <a:pt x="3333075" y="1605751"/>
                  <a:pt x="3333075" y="1605751"/>
                </a:cubicBezTo>
                <a:lnTo>
                  <a:pt x="3342546" y="1622117"/>
                </a:lnTo>
                <a:cubicBezTo>
                  <a:pt x="3342796" y="1622532"/>
                  <a:pt x="3342546" y="1623447"/>
                  <a:pt x="3342546" y="1623447"/>
                </a:cubicBezTo>
                <a:lnTo>
                  <a:pt x="3333075" y="1639813"/>
                </a:lnTo>
                <a:cubicBezTo>
                  <a:pt x="3332826" y="1640228"/>
                  <a:pt x="3332411" y="1640478"/>
                  <a:pt x="3331912" y="1640478"/>
                </a:cubicBezTo>
                <a:close/>
                <a:moveTo>
                  <a:pt x="1025705" y="1028080"/>
                </a:moveTo>
                <a:cubicBezTo>
                  <a:pt x="1025207" y="1028080"/>
                  <a:pt x="1024790" y="1027830"/>
                  <a:pt x="1024542" y="1027416"/>
                </a:cubicBezTo>
                <a:lnTo>
                  <a:pt x="1014905" y="1010717"/>
                </a:lnTo>
                <a:cubicBezTo>
                  <a:pt x="1014656" y="1010302"/>
                  <a:pt x="1014656" y="1009803"/>
                  <a:pt x="1014905" y="1009387"/>
                </a:cubicBezTo>
                <a:lnTo>
                  <a:pt x="1024542" y="992689"/>
                </a:lnTo>
                <a:cubicBezTo>
                  <a:pt x="1024790" y="992273"/>
                  <a:pt x="1025207" y="992024"/>
                  <a:pt x="1025705" y="992024"/>
                </a:cubicBezTo>
                <a:lnTo>
                  <a:pt x="1045061" y="992024"/>
                </a:lnTo>
                <a:cubicBezTo>
                  <a:pt x="1045560" y="992024"/>
                  <a:pt x="1045976" y="992273"/>
                  <a:pt x="1046226" y="992689"/>
                </a:cubicBezTo>
                <a:lnTo>
                  <a:pt x="1055863" y="1009387"/>
                </a:lnTo>
                <a:cubicBezTo>
                  <a:pt x="1056111" y="1009803"/>
                  <a:pt x="1056111" y="1010302"/>
                  <a:pt x="1055862" y="1010717"/>
                </a:cubicBezTo>
                <a:lnTo>
                  <a:pt x="1046226" y="1027416"/>
                </a:lnTo>
                <a:cubicBezTo>
                  <a:pt x="1045977" y="1027831"/>
                  <a:pt x="1045560" y="1028080"/>
                  <a:pt x="1045061" y="1028080"/>
                </a:cubicBezTo>
                <a:close/>
                <a:moveTo>
                  <a:pt x="4697065" y="2011818"/>
                </a:moveTo>
                <a:cubicBezTo>
                  <a:pt x="4696567" y="2011818"/>
                  <a:pt x="4696151" y="2011569"/>
                  <a:pt x="4695902" y="2011154"/>
                </a:cubicBezTo>
                <a:lnTo>
                  <a:pt x="4686265" y="1994455"/>
                </a:lnTo>
                <a:cubicBezTo>
                  <a:pt x="4686016" y="1994040"/>
                  <a:pt x="4686016" y="1993541"/>
                  <a:pt x="4686265" y="1993125"/>
                </a:cubicBezTo>
                <a:lnTo>
                  <a:pt x="4695902" y="1976427"/>
                </a:lnTo>
                <a:cubicBezTo>
                  <a:pt x="4696151" y="1976011"/>
                  <a:pt x="4696567" y="1975762"/>
                  <a:pt x="4697065" y="1975762"/>
                </a:cubicBezTo>
                <a:lnTo>
                  <a:pt x="4716423" y="1975762"/>
                </a:lnTo>
                <a:cubicBezTo>
                  <a:pt x="4716921" y="1975762"/>
                  <a:pt x="4717337" y="1976011"/>
                  <a:pt x="4717586" y="1976427"/>
                </a:cubicBezTo>
                <a:lnTo>
                  <a:pt x="4727223" y="1993125"/>
                </a:lnTo>
                <a:cubicBezTo>
                  <a:pt x="4727472" y="1993541"/>
                  <a:pt x="4727472" y="1994040"/>
                  <a:pt x="4727223" y="1994455"/>
                </a:cubicBezTo>
                <a:lnTo>
                  <a:pt x="4717586" y="2011154"/>
                </a:lnTo>
                <a:cubicBezTo>
                  <a:pt x="4717337" y="2011569"/>
                  <a:pt x="4716921" y="2011818"/>
                  <a:pt x="4716423" y="2011818"/>
                </a:cubicBezTo>
                <a:close/>
                <a:moveTo>
                  <a:pt x="4937811" y="2076325"/>
                </a:moveTo>
                <a:cubicBezTo>
                  <a:pt x="4937312" y="2076325"/>
                  <a:pt x="4936897" y="2076076"/>
                  <a:pt x="4936647" y="2075662"/>
                </a:cubicBezTo>
                <a:lnTo>
                  <a:pt x="4927011" y="2058962"/>
                </a:lnTo>
                <a:cubicBezTo>
                  <a:pt x="4926761" y="2058547"/>
                  <a:pt x="4926762" y="2058048"/>
                  <a:pt x="4927010" y="2057632"/>
                </a:cubicBezTo>
                <a:lnTo>
                  <a:pt x="4936647" y="2040934"/>
                </a:lnTo>
                <a:cubicBezTo>
                  <a:pt x="4936896" y="2040519"/>
                  <a:pt x="4937313" y="2040269"/>
                  <a:pt x="4937811" y="2040270"/>
                </a:cubicBezTo>
                <a:lnTo>
                  <a:pt x="4957168" y="2040269"/>
                </a:lnTo>
                <a:cubicBezTo>
                  <a:pt x="4957666" y="2040269"/>
                  <a:pt x="4958082" y="2040518"/>
                  <a:pt x="4958331" y="2040934"/>
                </a:cubicBezTo>
                <a:lnTo>
                  <a:pt x="4967968" y="2057632"/>
                </a:lnTo>
                <a:cubicBezTo>
                  <a:pt x="4968217" y="2058048"/>
                  <a:pt x="4968218" y="2058547"/>
                  <a:pt x="4967969" y="2058963"/>
                </a:cubicBezTo>
                <a:lnTo>
                  <a:pt x="4958331" y="2075661"/>
                </a:lnTo>
                <a:cubicBezTo>
                  <a:pt x="4958082" y="2076077"/>
                  <a:pt x="4957666" y="2076325"/>
                  <a:pt x="4957168" y="2076325"/>
                </a:cubicBezTo>
                <a:close/>
                <a:moveTo>
                  <a:pt x="4997997" y="2092452"/>
                </a:moveTo>
                <a:cubicBezTo>
                  <a:pt x="4997498" y="2092452"/>
                  <a:pt x="4997082" y="2092203"/>
                  <a:pt x="4996833" y="2091788"/>
                </a:cubicBezTo>
                <a:lnTo>
                  <a:pt x="4987196" y="2075089"/>
                </a:lnTo>
                <a:cubicBezTo>
                  <a:pt x="4986947" y="2074674"/>
                  <a:pt x="4986948" y="2074175"/>
                  <a:pt x="4987196" y="2073759"/>
                </a:cubicBezTo>
                <a:lnTo>
                  <a:pt x="4996833" y="2057061"/>
                </a:lnTo>
                <a:cubicBezTo>
                  <a:pt x="4997082" y="2056645"/>
                  <a:pt x="4997499" y="2056396"/>
                  <a:pt x="4997996" y="2056396"/>
                </a:cubicBezTo>
                <a:lnTo>
                  <a:pt x="5017354" y="2056396"/>
                </a:lnTo>
                <a:cubicBezTo>
                  <a:pt x="5017852" y="2056396"/>
                  <a:pt x="5018268" y="2056645"/>
                  <a:pt x="5018517" y="2057061"/>
                </a:cubicBezTo>
                <a:lnTo>
                  <a:pt x="5028154" y="2073759"/>
                </a:lnTo>
                <a:cubicBezTo>
                  <a:pt x="5028403" y="2074175"/>
                  <a:pt x="5028403" y="2074674"/>
                  <a:pt x="5028154" y="2075089"/>
                </a:cubicBezTo>
                <a:lnTo>
                  <a:pt x="5018517" y="2091788"/>
                </a:lnTo>
                <a:cubicBezTo>
                  <a:pt x="5018268" y="2092203"/>
                  <a:pt x="5017852" y="2092452"/>
                  <a:pt x="5017354" y="2092452"/>
                </a:cubicBezTo>
                <a:close/>
                <a:moveTo>
                  <a:pt x="1145944" y="1060494"/>
                </a:moveTo>
                <a:cubicBezTo>
                  <a:pt x="1145446" y="1060494"/>
                  <a:pt x="1145031" y="1060245"/>
                  <a:pt x="1144781" y="1059829"/>
                </a:cubicBezTo>
                <a:lnTo>
                  <a:pt x="1135061" y="1042881"/>
                </a:lnTo>
                <a:cubicBezTo>
                  <a:pt x="1134812" y="1042466"/>
                  <a:pt x="1134812" y="1041884"/>
                  <a:pt x="1135061" y="1041469"/>
                </a:cubicBezTo>
                <a:lnTo>
                  <a:pt x="1144864" y="1024521"/>
                </a:lnTo>
                <a:cubicBezTo>
                  <a:pt x="1145113" y="1024105"/>
                  <a:pt x="1145529" y="1023856"/>
                  <a:pt x="1146028" y="1023856"/>
                </a:cubicBezTo>
                <a:lnTo>
                  <a:pt x="1165551" y="1023856"/>
                </a:lnTo>
                <a:cubicBezTo>
                  <a:pt x="1166049" y="1023856"/>
                  <a:pt x="1166465" y="1024105"/>
                  <a:pt x="1166714" y="1024521"/>
                </a:cubicBezTo>
                <a:lnTo>
                  <a:pt x="1176434" y="1041469"/>
                </a:lnTo>
                <a:cubicBezTo>
                  <a:pt x="1176684" y="1041884"/>
                  <a:pt x="1176684" y="1042466"/>
                  <a:pt x="1176434" y="1042881"/>
                </a:cubicBezTo>
                <a:lnTo>
                  <a:pt x="1166631" y="1059829"/>
                </a:lnTo>
                <a:cubicBezTo>
                  <a:pt x="1166381" y="1060245"/>
                  <a:pt x="1165966" y="1060494"/>
                  <a:pt x="1165468" y="1060494"/>
                </a:cubicBezTo>
                <a:close/>
                <a:moveTo>
                  <a:pt x="3854325" y="1786202"/>
                </a:moveTo>
                <a:cubicBezTo>
                  <a:pt x="3853827" y="1786202"/>
                  <a:pt x="3853410" y="1785953"/>
                  <a:pt x="3853162" y="1785538"/>
                </a:cubicBezTo>
                <a:lnTo>
                  <a:pt x="3843441" y="1768589"/>
                </a:lnTo>
                <a:cubicBezTo>
                  <a:pt x="3843192" y="1768174"/>
                  <a:pt x="3843192" y="1767592"/>
                  <a:pt x="3843441" y="1767177"/>
                </a:cubicBezTo>
                <a:lnTo>
                  <a:pt x="3853244" y="1750229"/>
                </a:lnTo>
                <a:cubicBezTo>
                  <a:pt x="3853494" y="1749813"/>
                  <a:pt x="3853910" y="1749564"/>
                  <a:pt x="3854408" y="1749564"/>
                </a:cubicBezTo>
                <a:lnTo>
                  <a:pt x="3873931" y="1749564"/>
                </a:lnTo>
                <a:cubicBezTo>
                  <a:pt x="3874429" y="1749564"/>
                  <a:pt x="3874845" y="1749814"/>
                  <a:pt x="3875094" y="1750229"/>
                </a:cubicBezTo>
                <a:lnTo>
                  <a:pt x="3884815" y="1767177"/>
                </a:lnTo>
                <a:cubicBezTo>
                  <a:pt x="3885064" y="1767592"/>
                  <a:pt x="3885064" y="1768174"/>
                  <a:pt x="3884815" y="1768590"/>
                </a:cubicBezTo>
                <a:lnTo>
                  <a:pt x="3875012" y="1785537"/>
                </a:lnTo>
                <a:cubicBezTo>
                  <a:pt x="3874762" y="1785953"/>
                  <a:pt x="3874346" y="1786202"/>
                  <a:pt x="3873848" y="1786202"/>
                </a:cubicBezTo>
                <a:close/>
                <a:moveTo>
                  <a:pt x="1868180" y="1254100"/>
                </a:moveTo>
                <a:cubicBezTo>
                  <a:pt x="1867764" y="1254100"/>
                  <a:pt x="1867266" y="1253851"/>
                  <a:pt x="1867016" y="1253435"/>
                </a:cubicBezTo>
                <a:lnTo>
                  <a:pt x="1857213" y="1236404"/>
                </a:lnTo>
                <a:cubicBezTo>
                  <a:pt x="1856964" y="1235989"/>
                  <a:pt x="1856964" y="1235407"/>
                  <a:pt x="1857213" y="1234992"/>
                </a:cubicBezTo>
                <a:lnTo>
                  <a:pt x="1867016" y="1217961"/>
                </a:lnTo>
                <a:cubicBezTo>
                  <a:pt x="1867266" y="1217545"/>
                  <a:pt x="1867681" y="1217296"/>
                  <a:pt x="1868180" y="1217296"/>
                </a:cubicBezTo>
                <a:lnTo>
                  <a:pt x="1887786" y="1217296"/>
                </a:lnTo>
                <a:cubicBezTo>
                  <a:pt x="1888201" y="1217296"/>
                  <a:pt x="1888700" y="1217545"/>
                  <a:pt x="1888949" y="1217961"/>
                </a:cubicBezTo>
                <a:lnTo>
                  <a:pt x="1898753" y="1234992"/>
                </a:lnTo>
                <a:cubicBezTo>
                  <a:pt x="1899002" y="1235407"/>
                  <a:pt x="1899002" y="1235989"/>
                  <a:pt x="1898753" y="1236404"/>
                </a:cubicBezTo>
                <a:lnTo>
                  <a:pt x="1888949" y="1253435"/>
                </a:lnTo>
                <a:cubicBezTo>
                  <a:pt x="1888700" y="1253851"/>
                  <a:pt x="1888285" y="1254100"/>
                  <a:pt x="1887786" y="1254100"/>
                </a:cubicBezTo>
                <a:close/>
                <a:moveTo>
                  <a:pt x="1085656" y="1044603"/>
                </a:moveTo>
                <a:cubicBezTo>
                  <a:pt x="1085157" y="1044603"/>
                  <a:pt x="1084659" y="1044354"/>
                  <a:pt x="1084409" y="1043939"/>
                </a:cubicBezTo>
                <a:lnTo>
                  <a:pt x="1074523" y="1026825"/>
                </a:lnTo>
                <a:cubicBezTo>
                  <a:pt x="1074274" y="1026409"/>
                  <a:pt x="1074274" y="1025827"/>
                  <a:pt x="1074523" y="1025412"/>
                </a:cubicBezTo>
                <a:lnTo>
                  <a:pt x="1084409" y="1008298"/>
                </a:lnTo>
                <a:cubicBezTo>
                  <a:pt x="1084742" y="1007882"/>
                  <a:pt x="1085157" y="1007633"/>
                  <a:pt x="1085656" y="1007632"/>
                </a:cubicBezTo>
                <a:lnTo>
                  <a:pt x="1105345" y="1007633"/>
                </a:lnTo>
                <a:cubicBezTo>
                  <a:pt x="1105844" y="1007632"/>
                  <a:pt x="1106342" y="1007882"/>
                  <a:pt x="1106592" y="1008298"/>
                </a:cubicBezTo>
                <a:lnTo>
                  <a:pt x="1116477" y="1025411"/>
                </a:lnTo>
                <a:cubicBezTo>
                  <a:pt x="1116727" y="1025828"/>
                  <a:pt x="1116727" y="1026408"/>
                  <a:pt x="1116478" y="1026825"/>
                </a:cubicBezTo>
                <a:lnTo>
                  <a:pt x="1106591" y="1043939"/>
                </a:lnTo>
                <a:cubicBezTo>
                  <a:pt x="1106259" y="1044354"/>
                  <a:pt x="1105844" y="1044603"/>
                  <a:pt x="1105345" y="1044603"/>
                </a:cubicBezTo>
                <a:close/>
                <a:moveTo>
                  <a:pt x="1206028" y="1076856"/>
                </a:moveTo>
                <a:cubicBezTo>
                  <a:pt x="1205529" y="1076856"/>
                  <a:pt x="1205031" y="1076607"/>
                  <a:pt x="1204782" y="1076193"/>
                </a:cubicBezTo>
                <a:lnTo>
                  <a:pt x="1194896" y="1059078"/>
                </a:lnTo>
                <a:cubicBezTo>
                  <a:pt x="1194646" y="1058663"/>
                  <a:pt x="1194646" y="1058081"/>
                  <a:pt x="1194895" y="1057666"/>
                </a:cubicBezTo>
                <a:lnTo>
                  <a:pt x="1204782" y="1040552"/>
                </a:lnTo>
                <a:cubicBezTo>
                  <a:pt x="1205114" y="1040136"/>
                  <a:pt x="1205529" y="1039887"/>
                  <a:pt x="1206028" y="1039886"/>
                </a:cubicBezTo>
                <a:lnTo>
                  <a:pt x="1225718" y="1039887"/>
                </a:lnTo>
                <a:cubicBezTo>
                  <a:pt x="1226217" y="1039886"/>
                  <a:pt x="1226714" y="1040136"/>
                  <a:pt x="1226965" y="1040552"/>
                </a:cubicBezTo>
                <a:lnTo>
                  <a:pt x="1236851" y="1057665"/>
                </a:lnTo>
                <a:cubicBezTo>
                  <a:pt x="1237099" y="1058081"/>
                  <a:pt x="1237100" y="1058662"/>
                  <a:pt x="1236850" y="1059078"/>
                </a:cubicBezTo>
                <a:lnTo>
                  <a:pt x="1226965" y="1076192"/>
                </a:lnTo>
                <a:cubicBezTo>
                  <a:pt x="1226631" y="1076607"/>
                  <a:pt x="1226217" y="1076857"/>
                  <a:pt x="1225718" y="1076856"/>
                </a:cubicBezTo>
                <a:close/>
                <a:moveTo>
                  <a:pt x="1326396" y="1109215"/>
                </a:moveTo>
                <a:cubicBezTo>
                  <a:pt x="1325898" y="1109215"/>
                  <a:pt x="1325400" y="1108966"/>
                  <a:pt x="1325151" y="1108551"/>
                </a:cubicBezTo>
                <a:lnTo>
                  <a:pt x="1315265" y="1091353"/>
                </a:lnTo>
                <a:cubicBezTo>
                  <a:pt x="1315016" y="1090938"/>
                  <a:pt x="1315015" y="1090356"/>
                  <a:pt x="1315265" y="1089941"/>
                </a:cubicBezTo>
                <a:lnTo>
                  <a:pt x="1325151" y="1072744"/>
                </a:lnTo>
                <a:cubicBezTo>
                  <a:pt x="1325401" y="1072327"/>
                  <a:pt x="1325898" y="1072079"/>
                  <a:pt x="1326396" y="1072079"/>
                </a:cubicBezTo>
                <a:lnTo>
                  <a:pt x="1346252" y="1072079"/>
                </a:lnTo>
                <a:cubicBezTo>
                  <a:pt x="1346752" y="1072078"/>
                  <a:pt x="1347250" y="1072327"/>
                  <a:pt x="1347499" y="1072744"/>
                </a:cubicBezTo>
                <a:lnTo>
                  <a:pt x="1357385" y="1089940"/>
                </a:lnTo>
                <a:cubicBezTo>
                  <a:pt x="1357635" y="1090356"/>
                  <a:pt x="1357634" y="1090938"/>
                  <a:pt x="1357385" y="1091352"/>
                </a:cubicBezTo>
                <a:lnTo>
                  <a:pt x="1347499" y="1108551"/>
                </a:lnTo>
                <a:cubicBezTo>
                  <a:pt x="1347249" y="1108966"/>
                  <a:pt x="1346752" y="1109214"/>
                  <a:pt x="1346252" y="1109215"/>
                </a:cubicBezTo>
                <a:close/>
                <a:moveTo>
                  <a:pt x="1266069" y="1093246"/>
                </a:moveTo>
                <a:cubicBezTo>
                  <a:pt x="1265570" y="1093246"/>
                  <a:pt x="1265071" y="1092913"/>
                  <a:pt x="1264822" y="1092498"/>
                </a:cubicBezTo>
                <a:lnTo>
                  <a:pt x="1254853" y="1075135"/>
                </a:lnTo>
                <a:cubicBezTo>
                  <a:pt x="1254604" y="1074719"/>
                  <a:pt x="1254603" y="1074137"/>
                  <a:pt x="1254853" y="1073722"/>
                </a:cubicBezTo>
                <a:lnTo>
                  <a:pt x="1264906" y="1056359"/>
                </a:lnTo>
                <a:cubicBezTo>
                  <a:pt x="1265155" y="1055860"/>
                  <a:pt x="1265653" y="1055611"/>
                  <a:pt x="1266152" y="1055611"/>
                </a:cubicBezTo>
                <a:lnTo>
                  <a:pt x="1286173" y="1055611"/>
                </a:lnTo>
                <a:cubicBezTo>
                  <a:pt x="1286673" y="1055611"/>
                  <a:pt x="1287171" y="1055943"/>
                  <a:pt x="1287420" y="1056359"/>
                </a:cubicBezTo>
                <a:lnTo>
                  <a:pt x="1297390" y="1073722"/>
                </a:lnTo>
                <a:cubicBezTo>
                  <a:pt x="1297639" y="1074137"/>
                  <a:pt x="1297639" y="1074719"/>
                  <a:pt x="1297390" y="1075135"/>
                </a:cubicBezTo>
                <a:lnTo>
                  <a:pt x="1287337" y="1092498"/>
                </a:lnTo>
                <a:cubicBezTo>
                  <a:pt x="1287087" y="1092997"/>
                  <a:pt x="1286589" y="1093246"/>
                  <a:pt x="1286091" y="1093246"/>
                </a:cubicBezTo>
                <a:close/>
                <a:moveTo>
                  <a:pt x="1386358" y="1125667"/>
                </a:moveTo>
                <a:cubicBezTo>
                  <a:pt x="1385859" y="1125667"/>
                  <a:pt x="1385361" y="1125335"/>
                  <a:pt x="1385112" y="1124919"/>
                </a:cubicBezTo>
                <a:lnTo>
                  <a:pt x="1374976" y="1107390"/>
                </a:lnTo>
                <a:cubicBezTo>
                  <a:pt x="1374727" y="1106974"/>
                  <a:pt x="1374727" y="1106393"/>
                  <a:pt x="1374976" y="1105977"/>
                </a:cubicBezTo>
                <a:lnTo>
                  <a:pt x="1385112" y="1088448"/>
                </a:lnTo>
                <a:cubicBezTo>
                  <a:pt x="1385361" y="1087949"/>
                  <a:pt x="1385859" y="1087699"/>
                  <a:pt x="1386358" y="1087700"/>
                </a:cubicBezTo>
                <a:lnTo>
                  <a:pt x="1406629" y="1087700"/>
                </a:lnTo>
                <a:cubicBezTo>
                  <a:pt x="1407128" y="1087700"/>
                  <a:pt x="1407626" y="1088032"/>
                  <a:pt x="1407875" y="1088448"/>
                </a:cubicBezTo>
                <a:lnTo>
                  <a:pt x="1418011" y="1105977"/>
                </a:lnTo>
                <a:cubicBezTo>
                  <a:pt x="1418260" y="1106392"/>
                  <a:pt x="1418260" y="1106974"/>
                  <a:pt x="1418011" y="1107390"/>
                </a:cubicBezTo>
                <a:lnTo>
                  <a:pt x="1407876" y="1124919"/>
                </a:lnTo>
                <a:cubicBezTo>
                  <a:pt x="1407626" y="1125417"/>
                  <a:pt x="1407128" y="1125667"/>
                  <a:pt x="1406629" y="1125666"/>
                </a:cubicBezTo>
                <a:close/>
                <a:moveTo>
                  <a:pt x="1446544" y="1141794"/>
                </a:moveTo>
                <a:cubicBezTo>
                  <a:pt x="1446045" y="1141794"/>
                  <a:pt x="1445547" y="1141461"/>
                  <a:pt x="1445298" y="1141046"/>
                </a:cubicBezTo>
                <a:lnTo>
                  <a:pt x="1435162" y="1123516"/>
                </a:lnTo>
                <a:cubicBezTo>
                  <a:pt x="1434913" y="1123100"/>
                  <a:pt x="1434913" y="1122520"/>
                  <a:pt x="1435162" y="1122103"/>
                </a:cubicBezTo>
                <a:lnTo>
                  <a:pt x="1445298" y="1104574"/>
                </a:lnTo>
                <a:cubicBezTo>
                  <a:pt x="1445547" y="1104075"/>
                  <a:pt x="1446045" y="1103826"/>
                  <a:pt x="1446544" y="1103826"/>
                </a:cubicBezTo>
                <a:lnTo>
                  <a:pt x="1466815" y="1103826"/>
                </a:lnTo>
                <a:cubicBezTo>
                  <a:pt x="1467314" y="1103827"/>
                  <a:pt x="1467812" y="1104158"/>
                  <a:pt x="1468061" y="1104574"/>
                </a:cubicBezTo>
                <a:lnTo>
                  <a:pt x="1478197" y="1122104"/>
                </a:lnTo>
                <a:cubicBezTo>
                  <a:pt x="1478446" y="1122519"/>
                  <a:pt x="1478446" y="1123100"/>
                  <a:pt x="1478197" y="1123516"/>
                </a:cubicBezTo>
                <a:lnTo>
                  <a:pt x="1468061" y="1141046"/>
                </a:lnTo>
                <a:cubicBezTo>
                  <a:pt x="1467812" y="1141544"/>
                  <a:pt x="1467314" y="1141793"/>
                  <a:pt x="1466815" y="1141793"/>
                </a:cubicBezTo>
                <a:close/>
                <a:moveTo>
                  <a:pt x="1807661" y="1238555"/>
                </a:moveTo>
                <a:cubicBezTo>
                  <a:pt x="1807162" y="1238555"/>
                  <a:pt x="1806664" y="1238222"/>
                  <a:pt x="1806415" y="1237807"/>
                </a:cubicBezTo>
                <a:lnTo>
                  <a:pt x="1796279" y="1220277"/>
                </a:lnTo>
                <a:cubicBezTo>
                  <a:pt x="1796030" y="1219861"/>
                  <a:pt x="1796030" y="1219281"/>
                  <a:pt x="1796279" y="1218864"/>
                </a:cubicBezTo>
                <a:lnTo>
                  <a:pt x="1806415" y="1201335"/>
                </a:lnTo>
                <a:cubicBezTo>
                  <a:pt x="1806664" y="1200836"/>
                  <a:pt x="1807162" y="1200587"/>
                  <a:pt x="1807661" y="1200587"/>
                </a:cubicBezTo>
                <a:lnTo>
                  <a:pt x="1827932" y="1200587"/>
                </a:lnTo>
                <a:cubicBezTo>
                  <a:pt x="1828431" y="1200588"/>
                  <a:pt x="1828929" y="1200919"/>
                  <a:pt x="1829178" y="1201335"/>
                </a:cubicBezTo>
                <a:lnTo>
                  <a:pt x="1839314" y="1218865"/>
                </a:lnTo>
                <a:cubicBezTo>
                  <a:pt x="1839563" y="1219280"/>
                  <a:pt x="1839563" y="1219862"/>
                  <a:pt x="1839315" y="1220277"/>
                </a:cubicBezTo>
                <a:lnTo>
                  <a:pt x="1829179" y="1237807"/>
                </a:lnTo>
                <a:cubicBezTo>
                  <a:pt x="1828929" y="1238305"/>
                  <a:pt x="1828431" y="1238554"/>
                  <a:pt x="1827932" y="1238554"/>
                </a:cubicBezTo>
                <a:close/>
                <a:moveTo>
                  <a:pt x="2650269" y="1464331"/>
                </a:moveTo>
                <a:cubicBezTo>
                  <a:pt x="2649770" y="1464331"/>
                  <a:pt x="2649272" y="1463998"/>
                  <a:pt x="2649023" y="1463583"/>
                </a:cubicBezTo>
                <a:lnTo>
                  <a:pt x="2638887" y="1446054"/>
                </a:lnTo>
                <a:cubicBezTo>
                  <a:pt x="2638638" y="1445638"/>
                  <a:pt x="2638638" y="1445057"/>
                  <a:pt x="2638887" y="1444641"/>
                </a:cubicBezTo>
                <a:lnTo>
                  <a:pt x="2649023" y="1427112"/>
                </a:lnTo>
                <a:cubicBezTo>
                  <a:pt x="2649272" y="1426613"/>
                  <a:pt x="2649770" y="1426363"/>
                  <a:pt x="2650269" y="1426364"/>
                </a:cubicBezTo>
                <a:lnTo>
                  <a:pt x="2670540" y="1426364"/>
                </a:lnTo>
                <a:cubicBezTo>
                  <a:pt x="2671039" y="1426364"/>
                  <a:pt x="2671537" y="1426695"/>
                  <a:pt x="2671786" y="1427112"/>
                </a:cubicBezTo>
                <a:lnTo>
                  <a:pt x="2681922" y="1444641"/>
                </a:lnTo>
                <a:cubicBezTo>
                  <a:pt x="2682171" y="1445056"/>
                  <a:pt x="2682171" y="1445638"/>
                  <a:pt x="2681923" y="1446053"/>
                </a:cubicBezTo>
                <a:lnTo>
                  <a:pt x="2671787" y="1463583"/>
                </a:lnTo>
                <a:cubicBezTo>
                  <a:pt x="2671537" y="1464081"/>
                  <a:pt x="2671039" y="1464330"/>
                  <a:pt x="2670540" y="1464330"/>
                </a:cubicBezTo>
                <a:close/>
                <a:moveTo>
                  <a:pt x="3252131" y="1625599"/>
                </a:moveTo>
                <a:cubicBezTo>
                  <a:pt x="3251632" y="1625599"/>
                  <a:pt x="3251134" y="1625267"/>
                  <a:pt x="3250885" y="1624852"/>
                </a:cubicBezTo>
                <a:lnTo>
                  <a:pt x="3240749" y="1607322"/>
                </a:lnTo>
                <a:cubicBezTo>
                  <a:pt x="3240500" y="1606906"/>
                  <a:pt x="3240500" y="1606325"/>
                  <a:pt x="3240749" y="1605909"/>
                </a:cubicBezTo>
                <a:lnTo>
                  <a:pt x="3250885" y="1588380"/>
                </a:lnTo>
                <a:cubicBezTo>
                  <a:pt x="3251134" y="1587881"/>
                  <a:pt x="3251632" y="1587632"/>
                  <a:pt x="3252131" y="1587632"/>
                </a:cubicBezTo>
                <a:lnTo>
                  <a:pt x="3272402" y="1587632"/>
                </a:lnTo>
                <a:cubicBezTo>
                  <a:pt x="3272901" y="1587632"/>
                  <a:pt x="3273399" y="1587964"/>
                  <a:pt x="3273648" y="1588380"/>
                </a:cubicBezTo>
                <a:lnTo>
                  <a:pt x="3283784" y="1605909"/>
                </a:lnTo>
                <a:cubicBezTo>
                  <a:pt x="3284033" y="1606325"/>
                  <a:pt x="3284033" y="1606906"/>
                  <a:pt x="3283784" y="1607322"/>
                </a:cubicBezTo>
                <a:lnTo>
                  <a:pt x="3273648" y="1624852"/>
                </a:lnTo>
                <a:cubicBezTo>
                  <a:pt x="3273399" y="1625350"/>
                  <a:pt x="3272901" y="1625599"/>
                  <a:pt x="3272402" y="1625599"/>
                </a:cubicBezTo>
                <a:close/>
                <a:moveTo>
                  <a:pt x="1506647" y="1158002"/>
                </a:moveTo>
                <a:cubicBezTo>
                  <a:pt x="1506148" y="1158002"/>
                  <a:pt x="1505650" y="1157670"/>
                  <a:pt x="1505401" y="1157255"/>
                </a:cubicBezTo>
                <a:lnTo>
                  <a:pt x="1495265" y="1139642"/>
                </a:lnTo>
                <a:cubicBezTo>
                  <a:pt x="1495016" y="1139226"/>
                  <a:pt x="1495016" y="1138645"/>
                  <a:pt x="1495265" y="1138229"/>
                </a:cubicBezTo>
                <a:lnTo>
                  <a:pt x="1505484" y="1120617"/>
                </a:lnTo>
                <a:cubicBezTo>
                  <a:pt x="1505733" y="1120118"/>
                  <a:pt x="1506231" y="1119869"/>
                  <a:pt x="1506730" y="1119869"/>
                </a:cubicBezTo>
                <a:lnTo>
                  <a:pt x="1527084" y="1119869"/>
                </a:lnTo>
                <a:cubicBezTo>
                  <a:pt x="1527583" y="1119869"/>
                  <a:pt x="1528081" y="1120201"/>
                  <a:pt x="1528330" y="1120617"/>
                </a:cubicBezTo>
                <a:lnTo>
                  <a:pt x="1538466" y="1138229"/>
                </a:lnTo>
                <a:cubicBezTo>
                  <a:pt x="1538715" y="1138645"/>
                  <a:pt x="1538715" y="1139226"/>
                  <a:pt x="1538466" y="1139642"/>
                </a:cubicBezTo>
                <a:lnTo>
                  <a:pt x="1528247" y="1157255"/>
                </a:lnTo>
                <a:cubicBezTo>
                  <a:pt x="1527998" y="1157753"/>
                  <a:pt x="1527500" y="1158002"/>
                  <a:pt x="1527001" y="1158002"/>
                </a:cubicBezTo>
                <a:close/>
                <a:moveTo>
                  <a:pt x="2289068" y="1367651"/>
                </a:moveTo>
                <a:cubicBezTo>
                  <a:pt x="2288569" y="1367651"/>
                  <a:pt x="2288071" y="1367319"/>
                  <a:pt x="2287822" y="1366904"/>
                </a:cubicBezTo>
                <a:lnTo>
                  <a:pt x="2277686" y="1349291"/>
                </a:lnTo>
                <a:cubicBezTo>
                  <a:pt x="2277437" y="1348875"/>
                  <a:pt x="2277437" y="1348294"/>
                  <a:pt x="2277686" y="1347878"/>
                </a:cubicBezTo>
                <a:lnTo>
                  <a:pt x="2287905" y="1330266"/>
                </a:lnTo>
                <a:cubicBezTo>
                  <a:pt x="2288154" y="1329767"/>
                  <a:pt x="2288652" y="1329518"/>
                  <a:pt x="2289151" y="1329518"/>
                </a:cubicBezTo>
                <a:lnTo>
                  <a:pt x="2309505" y="1329518"/>
                </a:lnTo>
                <a:cubicBezTo>
                  <a:pt x="2310004" y="1329518"/>
                  <a:pt x="2310502" y="1329850"/>
                  <a:pt x="2310751" y="1330266"/>
                </a:cubicBezTo>
                <a:lnTo>
                  <a:pt x="2320887" y="1347878"/>
                </a:lnTo>
                <a:cubicBezTo>
                  <a:pt x="2321137" y="1348294"/>
                  <a:pt x="2321136" y="1348875"/>
                  <a:pt x="2320887" y="1349291"/>
                </a:cubicBezTo>
                <a:lnTo>
                  <a:pt x="2310668" y="1366904"/>
                </a:lnTo>
                <a:cubicBezTo>
                  <a:pt x="2310419" y="1367402"/>
                  <a:pt x="2309921" y="1367652"/>
                  <a:pt x="2309422" y="1367651"/>
                </a:cubicBezTo>
                <a:close/>
                <a:moveTo>
                  <a:pt x="1626997" y="1190420"/>
                </a:moveTo>
                <a:cubicBezTo>
                  <a:pt x="1626499" y="1190420"/>
                  <a:pt x="1626000" y="1190088"/>
                  <a:pt x="1625751" y="1189673"/>
                </a:cubicBezTo>
                <a:lnTo>
                  <a:pt x="1615532" y="1171977"/>
                </a:lnTo>
                <a:cubicBezTo>
                  <a:pt x="1615283" y="1171562"/>
                  <a:pt x="1615283" y="1170980"/>
                  <a:pt x="1615532" y="1170564"/>
                </a:cubicBezTo>
                <a:lnTo>
                  <a:pt x="1625751" y="1152869"/>
                </a:lnTo>
                <a:cubicBezTo>
                  <a:pt x="1626000" y="1152370"/>
                  <a:pt x="1626499" y="1152121"/>
                  <a:pt x="1626997" y="1152121"/>
                </a:cubicBezTo>
                <a:lnTo>
                  <a:pt x="1647434" y="1152121"/>
                </a:lnTo>
                <a:cubicBezTo>
                  <a:pt x="1647933" y="1152121"/>
                  <a:pt x="1648431" y="1152453"/>
                  <a:pt x="1648681" y="1152869"/>
                </a:cubicBezTo>
                <a:lnTo>
                  <a:pt x="1658899" y="1170564"/>
                </a:lnTo>
                <a:cubicBezTo>
                  <a:pt x="1659149" y="1170980"/>
                  <a:pt x="1659149" y="1171562"/>
                  <a:pt x="1658899" y="1171977"/>
                </a:cubicBezTo>
                <a:lnTo>
                  <a:pt x="1648681" y="1189673"/>
                </a:lnTo>
                <a:cubicBezTo>
                  <a:pt x="1648431" y="1190171"/>
                  <a:pt x="1647933" y="1190420"/>
                  <a:pt x="1647434" y="1190420"/>
                </a:cubicBezTo>
                <a:close/>
                <a:moveTo>
                  <a:pt x="3552957" y="1706479"/>
                </a:moveTo>
                <a:cubicBezTo>
                  <a:pt x="3552458" y="1706479"/>
                  <a:pt x="3551960" y="1706147"/>
                  <a:pt x="3551711" y="1705732"/>
                </a:cubicBezTo>
                <a:lnTo>
                  <a:pt x="3541491" y="1688036"/>
                </a:lnTo>
                <a:cubicBezTo>
                  <a:pt x="3541243" y="1687621"/>
                  <a:pt x="3541242" y="1687039"/>
                  <a:pt x="3541492" y="1686623"/>
                </a:cubicBezTo>
                <a:lnTo>
                  <a:pt x="3551711" y="1668928"/>
                </a:lnTo>
                <a:cubicBezTo>
                  <a:pt x="3551960" y="1668429"/>
                  <a:pt x="3552458" y="1668180"/>
                  <a:pt x="3552957" y="1668180"/>
                </a:cubicBezTo>
                <a:lnTo>
                  <a:pt x="3573393" y="1668180"/>
                </a:lnTo>
                <a:cubicBezTo>
                  <a:pt x="3573893" y="1668180"/>
                  <a:pt x="3574391" y="1668512"/>
                  <a:pt x="3574640" y="1668928"/>
                </a:cubicBezTo>
                <a:lnTo>
                  <a:pt x="3584859" y="1686623"/>
                </a:lnTo>
                <a:cubicBezTo>
                  <a:pt x="3585109" y="1687039"/>
                  <a:pt x="3585108" y="1687621"/>
                  <a:pt x="3584859" y="1688036"/>
                </a:cubicBezTo>
                <a:lnTo>
                  <a:pt x="3574640" y="1705732"/>
                </a:lnTo>
                <a:cubicBezTo>
                  <a:pt x="3574390" y="1706230"/>
                  <a:pt x="3573893" y="1706479"/>
                  <a:pt x="3573393" y="1706479"/>
                </a:cubicBezTo>
                <a:close/>
                <a:moveTo>
                  <a:pt x="3372316" y="1658172"/>
                </a:moveTo>
                <a:cubicBezTo>
                  <a:pt x="3371817" y="1658172"/>
                  <a:pt x="3371319" y="1657840"/>
                  <a:pt x="3371070" y="1657424"/>
                </a:cubicBezTo>
                <a:lnTo>
                  <a:pt x="3360768" y="1639645"/>
                </a:lnTo>
                <a:cubicBezTo>
                  <a:pt x="3360519" y="1639230"/>
                  <a:pt x="3360520" y="1638648"/>
                  <a:pt x="3360768" y="1638232"/>
                </a:cubicBezTo>
                <a:lnTo>
                  <a:pt x="3371070" y="1620454"/>
                </a:lnTo>
                <a:cubicBezTo>
                  <a:pt x="3371320" y="1619955"/>
                  <a:pt x="3371818" y="1619706"/>
                  <a:pt x="3372316" y="1619706"/>
                </a:cubicBezTo>
                <a:lnTo>
                  <a:pt x="3392836" y="1619706"/>
                </a:lnTo>
                <a:cubicBezTo>
                  <a:pt x="3393335" y="1619706"/>
                  <a:pt x="3393833" y="1620038"/>
                  <a:pt x="3394084" y="1620454"/>
                </a:cubicBezTo>
                <a:lnTo>
                  <a:pt x="3404384" y="1638232"/>
                </a:lnTo>
                <a:cubicBezTo>
                  <a:pt x="3404634" y="1638648"/>
                  <a:pt x="3404635" y="1639230"/>
                  <a:pt x="3404385" y="1639645"/>
                </a:cubicBezTo>
                <a:lnTo>
                  <a:pt x="3394084" y="1657424"/>
                </a:lnTo>
                <a:cubicBezTo>
                  <a:pt x="3393833" y="1657923"/>
                  <a:pt x="3393336" y="1658172"/>
                  <a:pt x="3392837" y="1658172"/>
                </a:cubicBezTo>
                <a:close/>
                <a:moveTo>
                  <a:pt x="3613062" y="1722679"/>
                </a:moveTo>
                <a:cubicBezTo>
                  <a:pt x="3612563" y="1722680"/>
                  <a:pt x="3612065" y="1722347"/>
                  <a:pt x="3611816" y="1721931"/>
                </a:cubicBezTo>
                <a:lnTo>
                  <a:pt x="3601514" y="1704153"/>
                </a:lnTo>
                <a:cubicBezTo>
                  <a:pt x="3601265" y="1703738"/>
                  <a:pt x="3601265" y="1703155"/>
                  <a:pt x="3601514" y="1702740"/>
                </a:cubicBezTo>
                <a:lnTo>
                  <a:pt x="3611816" y="1684962"/>
                </a:lnTo>
                <a:cubicBezTo>
                  <a:pt x="3612065" y="1684463"/>
                  <a:pt x="3612563" y="1684214"/>
                  <a:pt x="3613062" y="1684214"/>
                </a:cubicBezTo>
                <a:lnTo>
                  <a:pt x="3633582" y="1684214"/>
                </a:lnTo>
                <a:cubicBezTo>
                  <a:pt x="3634081" y="1684213"/>
                  <a:pt x="3634579" y="1684545"/>
                  <a:pt x="3634829" y="1684961"/>
                </a:cubicBezTo>
                <a:lnTo>
                  <a:pt x="3645130" y="1702739"/>
                </a:lnTo>
                <a:cubicBezTo>
                  <a:pt x="3645380" y="1703156"/>
                  <a:pt x="3645380" y="1703737"/>
                  <a:pt x="3645130" y="1704152"/>
                </a:cubicBezTo>
                <a:lnTo>
                  <a:pt x="3634829" y="1721932"/>
                </a:lnTo>
                <a:cubicBezTo>
                  <a:pt x="3634579" y="1722430"/>
                  <a:pt x="3634081" y="1722680"/>
                  <a:pt x="3633582" y="1722679"/>
                </a:cubicBezTo>
                <a:close/>
                <a:moveTo>
                  <a:pt x="1566737" y="1174472"/>
                </a:moveTo>
                <a:cubicBezTo>
                  <a:pt x="1566238" y="1174472"/>
                  <a:pt x="1565741" y="1174139"/>
                  <a:pt x="1565491" y="1173724"/>
                </a:cubicBezTo>
                <a:lnTo>
                  <a:pt x="1555189" y="1155862"/>
                </a:lnTo>
                <a:cubicBezTo>
                  <a:pt x="1554940" y="1155364"/>
                  <a:pt x="1554941" y="1154782"/>
                  <a:pt x="1555190" y="1154367"/>
                </a:cubicBezTo>
                <a:lnTo>
                  <a:pt x="1565490" y="1136506"/>
                </a:lnTo>
                <a:cubicBezTo>
                  <a:pt x="1565741" y="1136006"/>
                  <a:pt x="1566239" y="1135757"/>
                  <a:pt x="1566738" y="1135757"/>
                </a:cubicBezTo>
                <a:lnTo>
                  <a:pt x="1587423" y="1135757"/>
                </a:lnTo>
                <a:cubicBezTo>
                  <a:pt x="1587922" y="1135757"/>
                  <a:pt x="1588420" y="1136090"/>
                  <a:pt x="1588670" y="1136505"/>
                </a:cubicBezTo>
                <a:lnTo>
                  <a:pt x="1598973" y="1154366"/>
                </a:lnTo>
                <a:cubicBezTo>
                  <a:pt x="1599221" y="1154865"/>
                  <a:pt x="1599222" y="1155446"/>
                  <a:pt x="1598972" y="1155862"/>
                </a:cubicBezTo>
                <a:lnTo>
                  <a:pt x="1588670" y="1173724"/>
                </a:lnTo>
                <a:cubicBezTo>
                  <a:pt x="1588420" y="1174222"/>
                  <a:pt x="1587923" y="1174473"/>
                  <a:pt x="1587424" y="1174472"/>
                </a:cubicBezTo>
                <a:close/>
                <a:moveTo>
                  <a:pt x="1747296" y="1222853"/>
                </a:moveTo>
                <a:cubicBezTo>
                  <a:pt x="1746797" y="1222853"/>
                  <a:pt x="1746299" y="1222520"/>
                  <a:pt x="1746049" y="1222105"/>
                </a:cubicBezTo>
                <a:lnTo>
                  <a:pt x="1735748" y="1204243"/>
                </a:lnTo>
                <a:cubicBezTo>
                  <a:pt x="1735499" y="1203745"/>
                  <a:pt x="1735499" y="1203163"/>
                  <a:pt x="1735748" y="1202747"/>
                </a:cubicBezTo>
                <a:lnTo>
                  <a:pt x="1746049" y="1184886"/>
                </a:lnTo>
                <a:cubicBezTo>
                  <a:pt x="1746299" y="1184387"/>
                  <a:pt x="1746797" y="1184138"/>
                  <a:pt x="1747296" y="1184138"/>
                </a:cubicBezTo>
                <a:lnTo>
                  <a:pt x="1767982" y="1184138"/>
                </a:lnTo>
                <a:cubicBezTo>
                  <a:pt x="1768481" y="1184138"/>
                  <a:pt x="1768979" y="1184470"/>
                  <a:pt x="1769229" y="1184886"/>
                </a:cubicBezTo>
                <a:lnTo>
                  <a:pt x="1779531" y="1202747"/>
                </a:lnTo>
                <a:cubicBezTo>
                  <a:pt x="1779780" y="1203246"/>
                  <a:pt x="1779780" y="1203827"/>
                  <a:pt x="1779531" y="1204243"/>
                </a:cubicBezTo>
                <a:lnTo>
                  <a:pt x="1769229" y="1222105"/>
                </a:lnTo>
                <a:cubicBezTo>
                  <a:pt x="1768979" y="1222603"/>
                  <a:pt x="1768481" y="1222853"/>
                  <a:pt x="1767982" y="1222853"/>
                </a:cubicBezTo>
                <a:close/>
                <a:moveTo>
                  <a:pt x="2409264" y="1400320"/>
                </a:moveTo>
                <a:cubicBezTo>
                  <a:pt x="2408766" y="1400320"/>
                  <a:pt x="2408267" y="1399988"/>
                  <a:pt x="2408018" y="1399572"/>
                </a:cubicBezTo>
                <a:lnTo>
                  <a:pt x="2397633" y="1381627"/>
                </a:lnTo>
                <a:cubicBezTo>
                  <a:pt x="2397384" y="1381129"/>
                  <a:pt x="2397384" y="1380547"/>
                  <a:pt x="2397633" y="1380132"/>
                </a:cubicBezTo>
                <a:lnTo>
                  <a:pt x="2408018" y="1362187"/>
                </a:lnTo>
                <a:cubicBezTo>
                  <a:pt x="2408267" y="1361688"/>
                  <a:pt x="2408766" y="1361439"/>
                  <a:pt x="2409264" y="1361439"/>
                </a:cubicBezTo>
                <a:lnTo>
                  <a:pt x="2430034" y="1361439"/>
                </a:lnTo>
                <a:cubicBezTo>
                  <a:pt x="2430532" y="1361439"/>
                  <a:pt x="2431031" y="1361771"/>
                  <a:pt x="2431280" y="1362187"/>
                </a:cubicBezTo>
                <a:lnTo>
                  <a:pt x="2441665" y="1380132"/>
                </a:lnTo>
                <a:cubicBezTo>
                  <a:pt x="2441914" y="1380630"/>
                  <a:pt x="2441914" y="1381212"/>
                  <a:pt x="2441665" y="1381627"/>
                </a:cubicBezTo>
                <a:lnTo>
                  <a:pt x="2431280" y="1399572"/>
                </a:lnTo>
                <a:cubicBezTo>
                  <a:pt x="2431031" y="1400071"/>
                  <a:pt x="2430532" y="1400319"/>
                  <a:pt x="2430034" y="1400320"/>
                </a:cubicBezTo>
                <a:close/>
                <a:moveTo>
                  <a:pt x="3492616" y="1690603"/>
                </a:moveTo>
                <a:cubicBezTo>
                  <a:pt x="3492117" y="1690603"/>
                  <a:pt x="3491619" y="1690271"/>
                  <a:pt x="3491370" y="1689855"/>
                </a:cubicBezTo>
                <a:lnTo>
                  <a:pt x="3480984" y="1671910"/>
                </a:lnTo>
                <a:cubicBezTo>
                  <a:pt x="3480735" y="1671412"/>
                  <a:pt x="3480735" y="1670830"/>
                  <a:pt x="3480984" y="1670415"/>
                </a:cubicBezTo>
                <a:lnTo>
                  <a:pt x="3491370" y="1652470"/>
                </a:lnTo>
                <a:cubicBezTo>
                  <a:pt x="3491618" y="1651971"/>
                  <a:pt x="3492117" y="1651722"/>
                  <a:pt x="3492616" y="1651722"/>
                </a:cubicBezTo>
                <a:lnTo>
                  <a:pt x="3513386" y="1651722"/>
                </a:lnTo>
                <a:cubicBezTo>
                  <a:pt x="3513884" y="1651722"/>
                  <a:pt x="3514383" y="1652054"/>
                  <a:pt x="3514631" y="1652470"/>
                </a:cubicBezTo>
                <a:lnTo>
                  <a:pt x="3525017" y="1670415"/>
                </a:lnTo>
                <a:cubicBezTo>
                  <a:pt x="3525265" y="1670913"/>
                  <a:pt x="3525266" y="1671495"/>
                  <a:pt x="3525017" y="1671910"/>
                </a:cubicBezTo>
                <a:lnTo>
                  <a:pt x="3514631" y="1689855"/>
                </a:lnTo>
                <a:cubicBezTo>
                  <a:pt x="3514383" y="1690354"/>
                  <a:pt x="3513883" y="1690603"/>
                  <a:pt x="3513385" y="1690603"/>
                </a:cubicBezTo>
                <a:close/>
                <a:moveTo>
                  <a:pt x="1686946" y="1206880"/>
                </a:moveTo>
                <a:cubicBezTo>
                  <a:pt x="1686447" y="1206880"/>
                  <a:pt x="1685949" y="1206549"/>
                  <a:pt x="1685700" y="1206134"/>
                </a:cubicBezTo>
                <a:lnTo>
                  <a:pt x="1675315" y="1188105"/>
                </a:lnTo>
                <a:cubicBezTo>
                  <a:pt x="1675066" y="1187606"/>
                  <a:pt x="1675066" y="1187026"/>
                  <a:pt x="1675315" y="1186609"/>
                </a:cubicBezTo>
                <a:lnTo>
                  <a:pt x="1685783" y="1168581"/>
                </a:lnTo>
                <a:cubicBezTo>
                  <a:pt x="1686032" y="1168082"/>
                  <a:pt x="1686531" y="1167834"/>
                  <a:pt x="1687029" y="1167833"/>
                </a:cubicBezTo>
                <a:lnTo>
                  <a:pt x="1707882" y="1167834"/>
                </a:lnTo>
                <a:cubicBezTo>
                  <a:pt x="1708380" y="1167834"/>
                  <a:pt x="1708879" y="1168165"/>
                  <a:pt x="1709128" y="1168582"/>
                </a:cubicBezTo>
                <a:lnTo>
                  <a:pt x="1719513" y="1186609"/>
                </a:lnTo>
                <a:cubicBezTo>
                  <a:pt x="1719762" y="1187108"/>
                  <a:pt x="1719762" y="1187689"/>
                  <a:pt x="1719513" y="1188105"/>
                </a:cubicBezTo>
                <a:lnTo>
                  <a:pt x="1709045" y="1206134"/>
                </a:lnTo>
                <a:cubicBezTo>
                  <a:pt x="1708796" y="1206631"/>
                  <a:pt x="1708297" y="1206880"/>
                  <a:pt x="1707799" y="1206881"/>
                </a:cubicBezTo>
                <a:close/>
                <a:moveTo>
                  <a:pt x="2469367" y="1416529"/>
                </a:moveTo>
                <a:cubicBezTo>
                  <a:pt x="2468868" y="1416529"/>
                  <a:pt x="2468370" y="1416198"/>
                  <a:pt x="2468121" y="1415783"/>
                </a:cubicBezTo>
                <a:lnTo>
                  <a:pt x="2457736" y="1397754"/>
                </a:lnTo>
                <a:cubicBezTo>
                  <a:pt x="2457487" y="1397256"/>
                  <a:pt x="2457487" y="1396675"/>
                  <a:pt x="2457736" y="1396259"/>
                </a:cubicBezTo>
                <a:lnTo>
                  <a:pt x="2468204" y="1378231"/>
                </a:lnTo>
                <a:cubicBezTo>
                  <a:pt x="2468453" y="1377731"/>
                  <a:pt x="2468952" y="1377483"/>
                  <a:pt x="2469450" y="1377483"/>
                </a:cubicBezTo>
                <a:lnTo>
                  <a:pt x="2490303" y="1377483"/>
                </a:lnTo>
                <a:cubicBezTo>
                  <a:pt x="2490802" y="1377482"/>
                  <a:pt x="2491300" y="1377814"/>
                  <a:pt x="2491549" y="1378231"/>
                </a:cubicBezTo>
                <a:lnTo>
                  <a:pt x="2501934" y="1396258"/>
                </a:lnTo>
                <a:cubicBezTo>
                  <a:pt x="2502183" y="1396757"/>
                  <a:pt x="2502183" y="1397339"/>
                  <a:pt x="2501934" y="1397754"/>
                </a:cubicBezTo>
                <a:lnTo>
                  <a:pt x="2491466" y="1415783"/>
                </a:lnTo>
                <a:cubicBezTo>
                  <a:pt x="2491217" y="1416280"/>
                  <a:pt x="2490718" y="1416530"/>
                  <a:pt x="2490220" y="1416530"/>
                </a:cubicBezTo>
                <a:close/>
                <a:moveTo>
                  <a:pt x="3432346" y="1674559"/>
                </a:moveTo>
                <a:cubicBezTo>
                  <a:pt x="3431847" y="1674559"/>
                  <a:pt x="3431349" y="1674227"/>
                  <a:pt x="3431100" y="1673812"/>
                </a:cubicBezTo>
                <a:lnTo>
                  <a:pt x="3420715" y="1655784"/>
                </a:lnTo>
                <a:cubicBezTo>
                  <a:pt x="3420466" y="1655285"/>
                  <a:pt x="3420466" y="1654704"/>
                  <a:pt x="3420715" y="1654288"/>
                </a:cubicBezTo>
                <a:lnTo>
                  <a:pt x="3431183" y="1636260"/>
                </a:lnTo>
                <a:cubicBezTo>
                  <a:pt x="3431432" y="1635761"/>
                  <a:pt x="3431931" y="1635512"/>
                  <a:pt x="3432429" y="1635512"/>
                </a:cubicBezTo>
                <a:lnTo>
                  <a:pt x="3453282" y="1635512"/>
                </a:lnTo>
                <a:cubicBezTo>
                  <a:pt x="3453781" y="1635512"/>
                  <a:pt x="3454279" y="1635844"/>
                  <a:pt x="3454528" y="1636260"/>
                </a:cubicBezTo>
                <a:lnTo>
                  <a:pt x="3464913" y="1654288"/>
                </a:lnTo>
                <a:cubicBezTo>
                  <a:pt x="3465162" y="1654786"/>
                  <a:pt x="3465162" y="1655368"/>
                  <a:pt x="3464912" y="1655784"/>
                </a:cubicBezTo>
                <a:lnTo>
                  <a:pt x="3454445" y="1673812"/>
                </a:lnTo>
                <a:cubicBezTo>
                  <a:pt x="3454196" y="1674310"/>
                  <a:pt x="3453697" y="1674559"/>
                  <a:pt x="3453199" y="1674559"/>
                </a:cubicBezTo>
                <a:close/>
                <a:moveTo>
                  <a:pt x="3793463" y="1771320"/>
                </a:moveTo>
                <a:cubicBezTo>
                  <a:pt x="3792964" y="1771320"/>
                  <a:pt x="3792466" y="1770988"/>
                  <a:pt x="3792217" y="1770573"/>
                </a:cubicBezTo>
                <a:lnTo>
                  <a:pt x="3781832" y="1752545"/>
                </a:lnTo>
                <a:cubicBezTo>
                  <a:pt x="3781583" y="1752046"/>
                  <a:pt x="3781583" y="1751465"/>
                  <a:pt x="3781832" y="1751049"/>
                </a:cubicBezTo>
                <a:lnTo>
                  <a:pt x="3792300" y="1733021"/>
                </a:lnTo>
                <a:cubicBezTo>
                  <a:pt x="3792549" y="1732522"/>
                  <a:pt x="3793048" y="1732273"/>
                  <a:pt x="3793546" y="1732273"/>
                </a:cubicBezTo>
                <a:lnTo>
                  <a:pt x="3814399" y="1732273"/>
                </a:lnTo>
                <a:cubicBezTo>
                  <a:pt x="3814898" y="1732273"/>
                  <a:pt x="3815396" y="1732605"/>
                  <a:pt x="3815645" y="1733021"/>
                </a:cubicBezTo>
                <a:lnTo>
                  <a:pt x="3826030" y="1751049"/>
                </a:lnTo>
                <a:cubicBezTo>
                  <a:pt x="3826279" y="1751547"/>
                  <a:pt x="3826279" y="1752129"/>
                  <a:pt x="3826030" y="1752545"/>
                </a:cubicBezTo>
                <a:lnTo>
                  <a:pt x="3815562" y="1770573"/>
                </a:lnTo>
                <a:cubicBezTo>
                  <a:pt x="3815313" y="1771071"/>
                  <a:pt x="3814814" y="1771320"/>
                  <a:pt x="3814316" y="1771320"/>
                </a:cubicBezTo>
                <a:close/>
                <a:moveTo>
                  <a:pt x="2348993" y="1384358"/>
                </a:moveTo>
                <a:cubicBezTo>
                  <a:pt x="2348495" y="1384358"/>
                  <a:pt x="2347997" y="1384027"/>
                  <a:pt x="2347747" y="1383611"/>
                </a:cubicBezTo>
                <a:lnTo>
                  <a:pt x="2337279" y="1365499"/>
                </a:lnTo>
                <a:cubicBezTo>
                  <a:pt x="2337030" y="1365002"/>
                  <a:pt x="2337030" y="1364420"/>
                  <a:pt x="2337279" y="1364005"/>
                </a:cubicBezTo>
                <a:lnTo>
                  <a:pt x="2347747" y="1345894"/>
                </a:lnTo>
                <a:cubicBezTo>
                  <a:pt x="2347996" y="1345395"/>
                  <a:pt x="2348495" y="1345146"/>
                  <a:pt x="2348993" y="1345146"/>
                </a:cubicBezTo>
                <a:lnTo>
                  <a:pt x="2369929" y="1345146"/>
                </a:lnTo>
                <a:cubicBezTo>
                  <a:pt x="2370429" y="1345146"/>
                  <a:pt x="2370926" y="1345478"/>
                  <a:pt x="2371175" y="1345894"/>
                </a:cubicBezTo>
                <a:lnTo>
                  <a:pt x="2381643" y="1364005"/>
                </a:lnTo>
                <a:cubicBezTo>
                  <a:pt x="2381893" y="1364502"/>
                  <a:pt x="2381893" y="1365085"/>
                  <a:pt x="2381643" y="1365500"/>
                </a:cubicBezTo>
                <a:lnTo>
                  <a:pt x="2371175" y="1383612"/>
                </a:lnTo>
                <a:cubicBezTo>
                  <a:pt x="2370926" y="1384110"/>
                  <a:pt x="2370428" y="1384359"/>
                  <a:pt x="2369929" y="1384359"/>
                </a:cubicBezTo>
                <a:close/>
                <a:moveTo>
                  <a:pt x="3673091" y="1739149"/>
                </a:moveTo>
                <a:cubicBezTo>
                  <a:pt x="3672593" y="1739149"/>
                  <a:pt x="3672094" y="1738818"/>
                  <a:pt x="3671845" y="1738402"/>
                </a:cubicBezTo>
                <a:lnTo>
                  <a:pt x="3661377" y="1720290"/>
                </a:lnTo>
                <a:cubicBezTo>
                  <a:pt x="3661128" y="1719793"/>
                  <a:pt x="3661128" y="1719211"/>
                  <a:pt x="3661377" y="1718795"/>
                </a:cubicBezTo>
                <a:lnTo>
                  <a:pt x="3671845" y="1700685"/>
                </a:lnTo>
                <a:cubicBezTo>
                  <a:pt x="3672094" y="1700186"/>
                  <a:pt x="3672593" y="1699937"/>
                  <a:pt x="3673091" y="1699937"/>
                </a:cubicBezTo>
                <a:lnTo>
                  <a:pt x="3694027" y="1699937"/>
                </a:lnTo>
                <a:cubicBezTo>
                  <a:pt x="3694526" y="1699937"/>
                  <a:pt x="3695024" y="1700269"/>
                  <a:pt x="3695273" y="1700685"/>
                </a:cubicBezTo>
                <a:lnTo>
                  <a:pt x="3705741" y="1718796"/>
                </a:lnTo>
                <a:cubicBezTo>
                  <a:pt x="3705991" y="1719293"/>
                  <a:pt x="3705991" y="1719876"/>
                  <a:pt x="3705741" y="1720291"/>
                </a:cubicBezTo>
                <a:lnTo>
                  <a:pt x="3695273" y="1738402"/>
                </a:lnTo>
                <a:cubicBezTo>
                  <a:pt x="3695024" y="1738901"/>
                  <a:pt x="3694526" y="1739150"/>
                  <a:pt x="3694027" y="1739149"/>
                </a:cubicBezTo>
                <a:close/>
                <a:moveTo>
                  <a:pt x="3733277" y="1755276"/>
                </a:moveTo>
                <a:cubicBezTo>
                  <a:pt x="3732779" y="1755276"/>
                  <a:pt x="3732280" y="1754944"/>
                  <a:pt x="3732031" y="1754529"/>
                </a:cubicBezTo>
                <a:lnTo>
                  <a:pt x="3721563" y="1736417"/>
                </a:lnTo>
                <a:cubicBezTo>
                  <a:pt x="3721314" y="1735919"/>
                  <a:pt x="3721314" y="1735337"/>
                  <a:pt x="3721563" y="1734922"/>
                </a:cubicBezTo>
                <a:lnTo>
                  <a:pt x="3732031" y="1716811"/>
                </a:lnTo>
                <a:cubicBezTo>
                  <a:pt x="3732280" y="1716312"/>
                  <a:pt x="3732779" y="1716063"/>
                  <a:pt x="3733277" y="1716063"/>
                </a:cubicBezTo>
                <a:lnTo>
                  <a:pt x="3754213" y="1716064"/>
                </a:lnTo>
                <a:cubicBezTo>
                  <a:pt x="3754712" y="1716063"/>
                  <a:pt x="3755210" y="1716395"/>
                  <a:pt x="3755459" y="1716812"/>
                </a:cubicBezTo>
                <a:lnTo>
                  <a:pt x="3765927" y="1734922"/>
                </a:lnTo>
                <a:cubicBezTo>
                  <a:pt x="3766177" y="1735420"/>
                  <a:pt x="3766177" y="1736002"/>
                  <a:pt x="3765927" y="1736417"/>
                </a:cubicBezTo>
                <a:lnTo>
                  <a:pt x="3755459" y="1754529"/>
                </a:lnTo>
                <a:cubicBezTo>
                  <a:pt x="3755210" y="1755027"/>
                  <a:pt x="3754712" y="1755276"/>
                  <a:pt x="3754213" y="1755276"/>
                </a:cubicBezTo>
                <a:close/>
                <a:moveTo>
                  <a:pt x="2529492" y="1432815"/>
                </a:moveTo>
                <a:cubicBezTo>
                  <a:pt x="2528994" y="1432815"/>
                  <a:pt x="2528495" y="1432482"/>
                  <a:pt x="2528245" y="1432067"/>
                </a:cubicBezTo>
                <a:lnTo>
                  <a:pt x="2517695" y="1413789"/>
                </a:lnTo>
                <a:cubicBezTo>
                  <a:pt x="2517446" y="1413291"/>
                  <a:pt x="2517446" y="1412709"/>
                  <a:pt x="2517695" y="1412294"/>
                </a:cubicBezTo>
                <a:lnTo>
                  <a:pt x="2528246" y="1394017"/>
                </a:lnTo>
                <a:cubicBezTo>
                  <a:pt x="2528495" y="1393518"/>
                  <a:pt x="2528994" y="1393269"/>
                  <a:pt x="2529492" y="1393269"/>
                </a:cubicBezTo>
                <a:lnTo>
                  <a:pt x="2550511" y="1393269"/>
                </a:lnTo>
                <a:cubicBezTo>
                  <a:pt x="2551009" y="1393269"/>
                  <a:pt x="2551508" y="1393601"/>
                  <a:pt x="2551757" y="1394017"/>
                </a:cubicBezTo>
                <a:lnTo>
                  <a:pt x="2562308" y="1412294"/>
                </a:lnTo>
                <a:cubicBezTo>
                  <a:pt x="2562558" y="1412792"/>
                  <a:pt x="2562558" y="1413374"/>
                  <a:pt x="2562308" y="1413789"/>
                </a:cubicBezTo>
                <a:lnTo>
                  <a:pt x="2551757" y="1432067"/>
                </a:lnTo>
                <a:cubicBezTo>
                  <a:pt x="2551508" y="1432565"/>
                  <a:pt x="2551009" y="1432815"/>
                  <a:pt x="2550511" y="1432815"/>
                </a:cubicBezTo>
                <a:close/>
                <a:moveTo>
                  <a:pt x="5538804" y="2239158"/>
                </a:moveTo>
                <a:cubicBezTo>
                  <a:pt x="5538306" y="2239158"/>
                  <a:pt x="5537807" y="2238825"/>
                  <a:pt x="5537558" y="2238410"/>
                </a:cubicBezTo>
                <a:lnTo>
                  <a:pt x="5527007" y="2220132"/>
                </a:lnTo>
                <a:cubicBezTo>
                  <a:pt x="5526758" y="2219634"/>
                  <a:pt x="5526758" y="2219052"/>
                  <a:pt x="5527007" y="2218637"/>
                </a:cubicBezTo>
                <a:lnTo>
                  <a:pt x="5537558" y="2200360"/>
                </a:lnTo>
                <a:cubicBezTo>
                  <a:pt x="5537807" y="2199861"/>
                  <a:pt x="5538306" y="2199612"/>
                  <a:pt x="5538804" y="2199612"/>
                </a:cubicBezTo>
                <a:lnTo>
                  <a:pt x="5559823" y="2199612"/>
                </a:lnTo>
                <a:cubicBezTo>
                  <a:pt x="5560322" y="2199612"/>
                  <a:pt x="5560820" y="2199944"/>
                  <a:pt x="5561069" y="2200360"/>
                </a:cubicBezTo>
                <a:lnTo>
                  <a:pt x="5571620" y="2218637"/>
                </a:lnTo>
                <a:cubicBezTo>
                  <a:pt x="5571870" y="2219135"/>
                  <a:pt x="5571870" y="2219717"/>
                  <a:pt x="5571620" y="2220132"/>
                </a:cubicBezTo>
                <a:lnTo>
                  <a:pt x="5561069" y="2238410"/>
                </a:lnTo>
                <a:cubicBezTo>
                  <a:pt x="5560820" y="2238908"/>
                  <a:pt x="5560322" y="2239158"/>
                  <a:pt x="5559823" y="2239158"/>
                </a:cubicBezTo>
                <a:close/>
                <a:moveTo>
                  <a:pt x="2589573" y="1449198"/>
                </a:moveTo>
                <a:cubicBezTo>
                  <a:pt x="2588992" y="1449198"/>
                  <a:pt x="2588493" y="1448949"/>
                  <a:pt x="2588244" y="1448450"/>
                </a:cubicBezTo>
                <a:lnTo>
                  <a:pt x="2577610" y="1430007"/>
                </a:lnTo>
                <a:cubicBezTo>
                  <a:pt x="2577361" y="1429591"/>
                  <a:pt x="2577361" y="1429009"/>
                  <a:pt x="2577610" y="1428511"/>
                </a:cubicBezTo>
                <a:lnTo>
                  <a:pt x="2588244" y="1410068"/>
                </a:lnTo>
                <a:cubicBezTo>
                  <a:pt x="2588576" y="1409569"/>
                  <a:pt x="2589075" y="1409320"/>
                  <a:pt x="2589573" y="1409320"/>
                </a:cubicBezTo>
                <a:lnTo>
                  <a:pt x="2610842" y="1409320"/>
                </a:lnTo>
                <a:cubicBezTo>
                  <a:pt x="2611423" y="1409320"/>
                  <a:pt x="2611922" y="1409569"/>
                  <a:pt x="2612171" y="1410068"/>
                </a:cubicBezTo>
                <a:lnTo>
                  <a:pt x="2622805" y="1428511"/>
                </a:lnTo>
                <a:cubicBezTo>
                  <a:pt x="2623054" y="1428927"/>
                  <a:pt x="2623054" y="1429508"/>
                  <a:pt x="2622805" y="1430007"/>
                </a:cubicBezTo>
                <a:lnTo>
                  <a:pt x="2612171" y="1448450"/>
                </a:lnTo>
                <a:cubicBezTo>
                  <a:pt x="2611838" y="1448949"/>
                  <a:pt x="2611340" y="1449198"/>
                  <a:pt x="2610842" y="1449198"/>
                </a:cubicBezTo>
                <a:close/>
                <a:moveTo>
                  <a:pt x="5297716" y="2175324"/>
                </a:moveTo>
                <a:cubicBezTo>
                  <a:pt x="5297134" y="2175324"/>
                  <a:pt x="5296635" y="2175075"/>
                  <a:pt x="5296386" y="2174576"/>
                </a:cubicBezTo>
                <a:lnTo>
                  <a:pt x="5285503" y="2155717"/>
                </a:lnTo>
                <a:cubicBezTo>
                  <a:pt x="5285254" y="2155219"/>
                  <a:pt x="5285254" y="2154637"/>
                  <a:pt x="5285503" y="2154139"/>
                </a:cubicBezTo>
                <a:lnTo>
                  <a:pt x="5296386" y="2135280"/>
                </a:lnTo>
                <a:cubicBezTo>
                  <a:pt x="5296635" y="2134864"/>
                  <a:pt x="5297134" y="2134532"/>
                  <a:pt x="5297716" y="2134532"/>
                </a:cubicBezTo>
                <a:lnTo>
                  <a:pt x="5319482" y="2134532"/>
                </a:lnTo>
                <a:cubicBezTo>
                  <a:pt x="5320064" y="2134532"/>
                  <a:pt x="5320562" y="2134781"/>
                  <a:pt x="5320812" y="2135280"/>
                </a:cubicBezTo>
                <a:lnTo>
                  <a:pt x="5331695" y="2154139"/>
                </a:lnTo>
                <a:cubicBezTo>
                  <a:pt x="5331944" y="2154637"/>
                  <a:pt x="5331944" y="2155219"/>
                  <a:pt x="5331695" y="2155717"/>
                </a:cubicBezTo>
                <a:lnTo>
                  <a:pt x="5320812" y="2174576"/>
                </a:lnTo>
                <a:cubicBezTo>
                  <a:pt x="5320562" y="2174992"/>
                  <a:pt x="5320064" y="2175324"/>
                  <a:pt x="5319482" y="2175324"/>
                </a:cubicBezTo>
                <a:close/>
                <a:moveTo>
                  <a:pt x="5357570" y="2192021"/>
                </a:moveTo>
                <a:cubicBezTo>
                  <a:pt x="5357072" y="2192021"/>
                  <a:pt x="5356491" y="2191688"/>
                  <a:pt x="5356241" y="2191190"/>
                </a:cubicBezTo>
                <a:lnTo>
                  <a:pt x="5345025" y="2171832"/>
                </a:lnTo>
                <a:cubicBezTo>
                  <a:pt x="5344777" y="2171334"/>
                  <a:pt x="5344776" y="2170752"/>
                  <a:pt x="5345025" y="2170254"/>
                </a:cubicBezTo>
                <a:lnTo>
                  <a:pt x="5356242" y="2150897"/>
                </a:lnTo>
                <a:cubicBezTo>
                  <a:pt x="5356490" y="2150398"/>
                  <a:pt x="5356989" y="2150066"/>
                  <a:pt x="5357570" y="2150066"/>
                </a:cubicBezTo>
                <a:lnTo>
                  <a:pt x="5379919" y="2150066"/>
                </a:lnTo>
                <a:cubicBezTo>
                  <a:pt x="5380418" y="2150066"/>
                  <a:pt x="5380998" y="2150398"/>
                  <a:pt x="5381248" y="2150897"/>
                </a:cubicBezTo>
                <a:lnTo>
                  <a:pt x="5392464" y="2170254"/>
                </a:lnTo>
                <a:cubicBezTo>
                  <a:pt x="5392712" y="2170752"/>
                  <a:pt x="5392713" y="2171334"/>
                  <a:pt x="5392463" y="2171832"/>
                </a:cubicBezTo>
                <a:lnTo>
                  <a:pt x="5381247" y="2191190"/>
                </a:lnTo>
                <a:cubicBezTo>
                  <a:pt x="5380999" y="2191688"/>
                  <a:pt x="5380500" y="2192021"/>
                  <a:pt x="5379919" y="2192021"/>
                </a:cubicBezTo>
                <a:close/>
                <a:moveTo>
                  <a:pt x="5417567" y="2208489"/>
                </a:moveTo>
                <a:cubicBezTo>
                  <a:pt x="5416986" y="2208489"/>
                  <a:pt x="5416487" y="2208157"/>
                  <a:pt x="5416155" y="2207659"/>
                </a:cubicBezTo>
                <a:lnTo>
                  <a:pt x="5404856" y="2188052"/>
                </a:lnTo>
                <a:cubicBezTo>
                  <a:pt x="5404524" y="2187554"/>
                  <a:pt x="5404524" y="2186972"/>
                  <a:pt x="5404856" y="2186474"/>
                </a:cubicBezTo>
                <a:lnTo>
                  <a:pt x="5416238" y="2166867"/>
                </a:lnTo>
                <a:cubicBezTo>
                  <a:pt x="5416570" y="2166368"/>
                  <a:pt x="5417069" y="2166036"/>
                  <a:pt x="5417650" y="2166036"/>
                </a:cubicBezTo>
                <a:lnTo>
                  <a:pt x="5440331" y="2166036"/>
                </a:lnTo>
                <a:cubicBezTo>
                  <a:pt x="5440913" y="2166036"/>
                  <a:pt x="5441411" y="2166368"/>
                  <a:pt x="5441743" y="2166867"/>
                </a:cubicBezTo>
                <a:lnTo>
                  <a:pt x="5453042" y="2186474"/>
                </a:lnTo>
                <a:cubicBezTo>
                  <a:pt x="5453374" y="2186972"/>
                  <a:pt x="5453374" y="2187554"/>
                  <a:pt x="5453042" y="2188052"/>
                </a:cubicBezTo>
                <a:lnTo>
                  <a:pt x="5441660" y="2207659"/>
                </a:lnTo>
                <a:cubicBezTo>
                  <a:pt x="5441328" y="2208157"/>
                  <a:pt x="5440829" y="2208489"/>
                  <a:pt x="5440248" y="2208489"/>
                </a:cubicBezTo>
                <a:close/>
                <a:moveTo>
                  <a:pt x="5476839" y="2226443"/>
                </a:moveTo>
                <a:cubicBezTo>
                  <a:pt x="5476258" y="2226442"/>
                  <a:pt x="5475676" y="2226109"/>
                  <a:pt x="5475344" y="2225612"/>
                </a:cubicBezTo>
                <a:lnTo>
                  <a:pt x="5463048" y="2204261"/>
                </a:lnTo>
                <a:cubicBezTo>
                  <a:pt x="5462716" y="2203762"/>
                  <a:pt x="5462716" y="2203015"/>
                  <a:pt x="5463048" y="2202516"/>
                </a:cubicBezTo>
                <a:lnTo>
                  <a:pt x="5475344" y="2181165"/>
                </a:lnTo>
                <a:cubicBezTo>
                  <a:pt x="5475676" y="2180665"/>
                  <a:pt x="5476258" y="2180334"/>
                  <a:pt x="5476839" y="2180334"/>
                </a:cubicBezTo>
                <a:lnTo>
                  <a:pt x="5501431" y="2180334"/>
                </a:lnTo>
                <a:cubicBezTo>
                  <a:pt x="5502012" y="2180334"/>
                  <a:pt x="5502594" y="2180666"/>
                  <a:pt x="5502926" y="2181165"/>
                </a:cubicBezTo>
                <a:lnTo>
                  <a:pt x="5515222" y="2202516"/>
                </a:lnTo>
                <a:cubicBezTo>
                  <a:pt x="5515554" y="2203015"/>
                  <a:pt x="5515554" y="2203762"/>
                  <a:pt x="5515222" y="2204261"/>
                </a:cubicBezTo>
                <a:lnTo>
                  <a:pt x="5502926" y="2225612"/>
                </a:lnTo>
                <a:cubicBezTo>
                  <a:pt x="5502594" y="2226110"/>
                  <a:pt x="5502012" y="2226443"/>
                  <a:pt x="5501431" y="2226443"/>
                </a:cubicBezTo>
                <a:close/>
                <a:moveTo>
                  <a:pt x="3183762" y="1650831"/>
                </a:moveTo>
                <a:cubicBezTo>
                  <a:pt x="3183595" y="1650831"/>
                  <a:pt x="3183263" y="1650498"/>
                  <a:pt x="3183263" y="1650498"/>
                </a:cubicBezTo>
                <a:lnTo>
                  <a:pt x="3178943" y="1643021"/>
                </a:lnTo>
                <a:cubicBezTo>
                  <a:pt x="3178860" y="1642855"/>
                  <a:pt x="3178943" y="1642439"/>
                  <a:pt x="3178943" y="1642439"/>
                </a:cubicBezTo>
                <a:lnTo>
                  <a:pt x="3183263" y="1634962"/>
                </a:lnTo>
                <a:cubicBezTo>
                  <a:pt x="3183346" y="1634713"/>
                  <a:pt x="3183762" y="1634630"/>
                  <a:pt x="3183762" y="1634630"/>
                </a:cubicBezTo>
                <a:lnTo>
                  <a:pt x="3192402" y="1634630"/>
                </a:lnTo>
                <a:cubicBezTo>
                  <a:pt x="3192568" y="1634630"/>
                  <a:pt x="3192900" y="1634962"/>
                  <a:pt x="3192900" y="1634962"/>
                </a:cubicBezTo>
                <a:lnTo>
                  <a:pt x="3197220" y="1642439"/>
                </a:lnTo>
                <a:cubicBezTo>
                  <a:pt x="3197303" y="1642606"/>
                  <a:pt x="3197220" y="1643021"/>
                  <a:pt x="3197220" y="1643021"/>
                </a:cubicBezTo>
                <a:lnTo>
                  <a:pt x="3192900" y="1650498"/>
                </a:lnTo>
                <a:cubicBezTo>
                  <a:pt x="3192817" y="1650747"/>
                  <a:pt x="3192402" y="1650831"/>
                  <a:pt x="3192402" y="1650831"/>
                </a:cubicBezTo>
                <a:close/>
                <a:moveTo>
                  <a:pt x="2098571" y="1363870"/>
                </a:moveTo>
                <a:cubicBezTo>
                  <a:pt x="2098239" y="1363870"/>
                  <a:pt x="2097824" y="1363454"/>
                  <a:pt x="2097824" y="1363454"/>
                </a:cubicBezTo>
                <a:lnTo>
                  <a:pt x="2091758" y="1352902"/>
                </a:lnTo>
                <a:cubicBezTo>
                  <a:pt x="2091593" y="1352653"/>
                  <a:pt x="2091759" y="1352073"/>
                  <a:pt x="2091759" y="1352073"/>
                </a:cubicBezTo>
                <a:lnTo>
                  <a:pt x="2097907" y="1341521"/>
                </a:lnTo>
                <a:cubicBezTo>
                  <a:pt x="2098072" y="1341272"/>
                  <a:pt x="2098655" y="1341106"/>
                  <a:pt x="2098655" y="1341106"/>
                </a:cubicBezTo>
                <a:lnTo>
                  <a:pt x="2110867" y="1341105"/>
                </a:lnTo>
                <a:cubicBezTo>
                  <a:pt x="2111200" y="1341106"/>
                  <a:pt x="2111615" y="1341522"/>
                  <a:pt x="2111615" y="1341522"/>
                </a:cubicBezTo>
                <a:lnTo>
                  <a:pt x="2117680" y="1352072"/>
                </a:lnTo>
                <a:cubicBezTo>
                  <a:pt x="2117846" y="1352321"/>
                  <a:pt x="2117680" y="1352903"/>
                  <a:pt x="2117680" y="1352903"/>
                </a:cubicBezTo>
                <a:lnTo>
                  <a:pt x="2111531" y="1363453"/>
                </a:lnTo>
                <a:cubicBezTo>
                  <a:pt x="2111365" y="1363703"/>
                  <a:pt x="2110784" y="1363870"/>
                  <a:pt x="2110784" y="1363870"/>
                </a:cubicBezTo>
                <a:close/>
                <a:moveTo>
                  <a:pt x="2760153" y="1542266"/>
                </a:moveTo>
                <a:cubicBezTo>
                  <a:pt x="2759821" y="1542266"/>
                  <a:pt x="2759322" y="1541767"/>
                  <a:pt x="2759322" y="1541767"/>
                </a:cubicBezTo>
                <a:lnTo>
                  <a:pt x="2752676" y="1530219"/>
                </a:lnTo>
                <a:cubicBezTo>
                  <a:pt x="2752510" y="1529970"/>
                  <a:pt x="2752676" y="1529306"/>
                  <a:pt x="2752676" y="1529306"/>
                </a:cubicBezTo>
                <a:lnTo>
                  <a:pt x="2759322" y="1517757"/>
                </a:lnTo>
                <a:cubicBezTo>
                  <a:pt x="2759488" y="1517425"/>
                  <a:pt x="2760153" y="1517259"/>
                  <a:pt x="2760153" y="1517259"/>
                </a:cubicBezTo>
                <a:lnTo>
                  <a:pt x="2773446" y="1517259"/>
                </a:lnTo>
                <a:cubicBezTo>
                  <a:pt x="2773778" y="1517259"/>
                  <a:pt x="2774276" y="1517757"/>
                  <a:pt x="2774276" y="1517757"/>
                </a:cubicBezTo>
                <a:lnTo>
                  <a:pt x="2780923" y="1529306"/>
                </a:lnTo>
                <a:cubicBezTo>
                  <a:pt x="2781089" y="1529555"/>
                  <a:pt x="2780923" y="1530219"/>
                  <a:pt x="2780923" y="1530219"/>
                </a:cubicBezTo>
                <a:lnTo>
                  <a:pt x="2774276" y="1541767"/>
                </a:lnTo>
                <a:cubicBezTo>
                  <a:pt x="2774110" y="1542100"/>
                  <a:pt x="2773446" y="1542266"/>
                  <a:pt x="2773446" y="1542266"/>
                </a:cubicBezTo>
                <a:close/>
                <a:moveTo>
                  <a:pt x="2158114" y="1381328"/>
                </a:moveTo>
                <a:cubicBezTo>
                  <a:pt x="2157782" y="1381328"/>
                  <a:pt x="2157283" y="1380829"/>
                  <a:pt x="2157283" y="1380829"/>
                </a:cubicBezTo>
                <a:lnTo>
                  <a:pt x="2150471" y="1369032"/>
                </a:lnTo>
                <a:cubicBezTo>
                  <a:pt x="2150305" y="1368699"/>
                  <a:pt x="2150471" y="1368035"/>
                  <a:pt x="2150471" y="1368035"/>
                </a:cubicBezTo>
                <a:lnTo>
                  <a:pt x="2157283" y="1356237"/>
                </a:lnTo>
                <a:cubicBezTo>
                  <a:pt x="2157449" y="1355905"/>
                  <a:pt x="2158114" y="1355739"/>
                  <a:pt x="2158114" y="1355739"/>
                </a:cubicBezTo>
                <a:lnTo>
                  <a:pt x="2171739" y="1355739"/>
                </a:lnTo>
                <a:cubicBezTo>
                  <a:pt x="2172071" y="1355739"/>
                  <a:pt x="2172570" y="1356237"/>
                  <a:pt x="2172570" y="1356237"/>
                </a:cubicBezTo>
                <a:lnTo>
                  <a:pt x="2179382" y="1368035"/>
                </a:lnTo>
                <a:cubicBezTo>
                  <a:pt x="2179549" y="1368367"/>
                  <a:pt x="2179382" y="1369032"/>
                  <a:pt x="2179382" y="1369032"/>
                </a:cubicBezTo>
                <a:lnTo>
                  <a:pt x="2172570" y="1380829"/>
                </a:lnTo>
                <a:cubicBezTo>
                  <a:pt x="2172404" y="1381161"/>
                  <a:pt x="2171739" y="1381328"/>
                  <a:pt x="2171739" y="1381328"/>
                </a:cubicBezTo>
                <a:close/>
                <a:moveTo>
                  <a:pt x="953713" y="1060036"/>
                </a:moveTo>
                <a:cubicBezTo>
                  <a:pt x="953381" y="1060035"/>
                  <a:pt x="952800" y="1059536"/>
                  <a:pt x="952800" y="1059536"/>
                </a:cubicBezTo>
                <a:lnTo>
                  <a:pt x="945324" y="1046577"/>
                </a:lnTo>
                <a:cubicBezTo>
                  <a:pt x="945157" y="1046243"/>
                  <a:pt x="945323" y="1045496"/>
                  <a:pt x="945323" y="1045496"/>
                </a:cubicBezTo>
                <a:lnTo>
                  <a:pt x="952800" y="1032535"/>
                </a:lnTo>
                <a:cubicBezTo>
                  <a:pt x="952966" y="1032204"/>
                  <a:pt x="953713" y="1032038"/>
                  <a:pt x="953713" y="1032038"/>
                </a:cubicBezTo>
                <a:lnTo>
                  <a:pt x="968668" y="1032037"/>
                </a:lnTo>
                <a:cubicBezTo>
                  <a:pt x="969000" y="1032037"/>
                  <a:pt x="969582" y="1032535"/>
                  <a:pt x="969582" y="1032535"/>
                </a:cubicBezTo>
                <a:lnTo>
                  <a:pt x="977059" y="1045497"/>
                </a:lnTo>
                <a:cubicBezTo>
                  <a:pt x="977225" y="1045829"/>
                  <a:pt x="977059" y="1046576"/>
                  <a:pt x="977059" y="1046576"/>
                </a:cubicBezTo>
                <a:lnTo>
                  <a:pt x="969582" y="1059536"/>
                </a:lnTo>
                <a:cubicBezTo>
                  <a:pt x="969416" y="1059869"/>
                  <a:pt x="968669" y="1060035"/>
                  <a:pt x="968669" y="1060035"/>
                </a:cubicBezTo>
                <a:close/>
                <a:moveTo>
                  <a:pt x="3360829" y="1705786"/>
                </a:moveTo>
                <a:cubicBezTo>
                  <a:pt x="3360414" y="1705785"/>
                  <a:pt x="3359832" y="1705203"/>
                  <a:pt x="3359832" y="1705203"/>
                </a:cubicBezTo>
                <a:lnTo>
                  <a:pt x="3352023" y="1691661"/>
                </a:lnTo>
                <a:cubicBezTo>
                  <a:pt x="3351857" y="1691329"/>
                  <a:pt x="3352023" y="1690581"/>
                  <a:pt x="3352023" y="1690581"/>
                </a:cubicBezTo>
                <a:lnTo>
                  <a:pt x="3359832" y="1677040"/>
                </a:lnTo>
                <a:cubicBezTo>
                  <a:pt x="3360081" y="1676707"/>
                  <a:pt x="3360829" y="1676458"/>
                  <a:pt x="3360829" y="1676458"/>
                </a:cubicBezTo>
                <a:lnTo>
                  <a:pt x="3376531" y="1676458"/>
                </a:lnTo>
                <a:cubicBezTo>
                  <a:pt x="3376947" y="1676458"/>
                  <a:pt x="3377528" y="1677040"/>
                  <a:pt x="3377528" y="1677040"/>
                </a:cubicBezTo>
                <a:lnTo>
                  <a:pt x="3385338" y="1690581"/>
                </a:lnTo>
                <a:cubicBezTo>
                  <a:pt x="3385504" y="1690914"/>
                  <a:pt x="3385338" y="1691661"/>
                  <a:pt x="3385338" y="1691661"/>
                </a:cubicBezTo>
                <a:lnTo>
                  <a:pt x="3377528" y="1705203"/>
                </a:lnTo>
                <a:cubicBezTo>
                  <a:pt x="3377279" y="1705536"/>
                  <a:pt x="3376531" y="1705786"/>
                  <a:pt x="3376531" y="1705786"/>
                </a:cubicBezTo>
                <a:close/>
                <a:moveTo>
                  <a:pt x="892977" y="1045003"/>
                </a:moveTo>
                <a:cubicBezTo>
                  <a:pt x="892561" y="1045003"/>
                  <a:pt x="891980" y="1044420"/>
                  <a:pt x="891980" y="1044420"/>
                </a:cubicBezTo>
                <a:lnTo>
                  <a:pt x="883921" y="1030381"/>
                </a:lnTo>
                <a:cubicBezTo>
                  <a:pt x="883673" y="1030049"/>
                  <a:pt x="883921" y="1029218"/>
                  <a:pt x="883921" y="1029218"/>
                </a:cubicBezTo>
                <a:lnTo>
                  <a:pt x="891981" y="1015178"/>
                </a:lnTo>
                <a:cubicBezTo>
                  <a:pt x="892229" y="1014845"/>
                  <a:pt x="892977" y="1014596"/>
                  <a:pt x="892977" y="1014596"/>
                </a:cubicBezTo>
                <a:lnTo>
                  <a:pt x="909177" y="1014596"/>
                </a:lnTo>
                <a:cubicBezTo>
                  <a:pt x="909592" y="1014596"/>
                  <a:pt x="910175" y="1015178"/>
                  <a:pt x="910175" y="1015178"/>
                </a:cubicBezTo>
                <a:lnTo>
                  <a:pt x="918232" y="1029218"/>
                </a:lnTo>
                <a:cubicBezTo>
                  <a:pt x="918482" y="1029549"/>
                  <a:pt x="918232" y="1030381"/>
                  <a:pt x="918232" y="1030381"/>
                </a:cubicBezTo>
                <a:lnTo>
                  <a:pt x="910174" y="1044420"/>
                </a:lnTo>
                <a:cubicBezTo>
                  <a:pt x="909924" y="1044754"/>
                  <a:pt x="909177" y="1045003"/>
                  <a:pt x="909177" y="1045003"/>
                </a:cubicBezTo>
                <a:close/>
                <a:moveTo>
                  <a:pt x="5105827" y="2174118"/>
                </a:moveTo>
                <a:cubicBezTo>
                  <a:pt x="5105412" y="2174118"/>
                  <a:pt x="5104830" y="2173537"/>
                  <a:pt x="5104830" y="2173537"/>
                </a:cubicBezTo>
                <a:lnTo>
                  <a:pt x="5096689" y="2159330"/>
                </a:lnTo>
                <a:cubicBezTo>
                  <a:pt x="5096440" y="2158998"/>
                  <a:pt x="5096689" y="2158167"/>
                  <a:pt x="5096689" y="2158167"/>
                </a:cubicBezTo>
                <a:lnTo>
                  <a:pt x="5104914" y="2143961"/>
                </a:lnTo>
                <a:cubicBezTo>
                  <a:pt x="5105080" y="2143628"/>
                  <a:pt x="5105911" y="2143379"/>
                  <a:pt x="5105911" y="2143379"/>
                </a:cubicBezTo>
                <a:lnTo>
                  <a:pt x="5122277" y="2143379"/>
                </a:lnTo>
                <a:cubicBezTo>
                  <a:pt x="5122692" y="2143379"/>
                  <a:pt x="5123274" y="2143961"/>
                  <a:pt x="5123274" y="2143961"/>
                </a:cubicBezTo>
                <a:lnTo>
                  <a:pt x="5131416" y="2158167"/>
                </a:lnTo>
                <a:cubicBezTo>
                  <a:pt x="5131665" y="2158499"/>
                  <a:pt x="5131416" y="2159330"/>
                  <a:pt x="5131416" y="2159330"/>
                </a:cubicBezTo>
                <a:lnTo>
                  <a:pt x="5123191" y="2173537"/>
                </a:lnTo>
                <a:cubicBezTo>
                  <a:pt x="5122942" y="2173869"/>
                  <a:pt x="5122194" y="2174118"/>
                  <a:pt x="5122194" y="2174118"/>
                </a:cubicBezTo>
                <a:close/>
                <a:moveTo>
                  <a:pt x="4142763" y="1916350"/>
                </a:moveTo>
                <a:cubicBezTo>
                  <a:pt x="4142347" y="1916350"/>
                  <a:pt x="4141766" y="1915768"/>
                  <a:pt x="4141766" y="1915768"/>
                </a:cubicBezTo>
                <a:lnTo>
                  <a:pt x="4133458" y="1901313"/>
                </a:lnTo>
                <a:cubicBezTo>
                  <a:pt x="4133209" y="1900980"/>
                  <a:pt x="4133458" y="1900149"/>
                  <a:pt x="4133458" y="1900149"/>
                </a:cubicBezTo>
                <a:lnTo>
                  <a:pt x="4141766" y="1885694"/>
                </a:lnTo>
                <a:cubicBezTo>
                  <a:pt x="4141932" y="1885361"/>
                  <a:pt x="4142763" y="1885112"/>
                  <a:pt x="4142763" y="1885112"/>
                </a:cubicBezTo>
                <a:lnTo>
                  <a:pt x="4159462" y="1885112"/>
                </a:lnTo>
                <a:cubicBezTo>
                  <a:pt x="4159877" y="1885112"/>
                  <a:pt x="4160458" y="1885694"/>
                  <a:pt x="4160458" y="1885694"/>
                </a:cubicBezTo>
                <a:lnTo>
                  <a:pt x="4168766" y="1900149"/>
                </a:lnTo>
                <a:cubicBezTo>
                  <a:pt x="4169016" y="1900482"/>
                  <a:pt x="4168766" y="1901313"/>
                  <a:pt x="4168766" y="1901313"/>
                </a:cubicBezTo>
                <a:lnTo>
                  <a:pt x="4160458" y="1915768"/>
                </a:lnTo>
                <a:cubicBezTo>
                  <a:pt x="4160292" y="1916101"/>
                  <a:pt x="4159462" y="1916350"/>
                  <a:pt x="4159462" y="1916350"/>
                </a:cubicBezTo>
                <a:close/>
                <a:moveTo>
                  <a:pt x="4202787" y="1932621"/>
                </a:moveTo>
                <a:cubicBezTo>
                  <a:pt x="4202371" y="1932621"/>
                  <a:pt x="4201789" y="1932040"/>
                  <a:pt x="4201789" y="1932040"/>
                </a:cubicBezTo>
                <a:lnTo>
                  <a:pt x="4193316" y="1917419"/>
                </a:lnTo>
                <a:cubicBezTo>
                  <a:pt x="4193066" y="1917085"/>
                  <a:pt x="4193316" y="1916254"/>
                  <a:pt x="4193316" y="1916254"/>
                </a:cubicBezTo>
                <a:lnTo>
                  <a:pt x="4201789" y="1901633"/>
                </a:lnTo>
                <a:cubicBezTo>
                  <a:pt x="4201955" y="1901301"/>
                  <a:pt x="4202370" y="1901052"/>
                  <a:pt x="4202787" y="1901051"/>
                </a:cubicBezTo>
                <a:lnTo>
                  <a:pt x="4219652" y="1901051"/>
                </a:lnTo>
                <a:cubicBezTo>
                  <a:pt x="4220066" y="1901052"/>
                  <a:pt x="4220649" y="1901634"/>
                  <a:pt x="4220649" y="1901634"/>
                </a:cubicBezTo>
                <a:lnTo>
                  <a:pt x="4229123" y="1916255"/>
                </a:lnTo>
                <a:cubicBezTo>
                  <a:pt x="4229371" y="1916587"/>
                  <a:pt x="4229122" y="1917419"/>
                  <a:pt x="4229122" y="1917419"/>
                </a:cubicBezTo>
                <a:lnTo>
                  <a:pt x="4220648" y="1932040"/>
                </a:lnTo>
                <a:cubicBezTo>
                  <a:pt x="4220483" y="1932373"/>
                  <a:pt x="4220066" y="1932621"/>
                  <a:pt x="4219651" y="1932621"/>
                </a:cubicBezTo>
                <a:close/>
                <a:moveTo>
                  <a:pt x="4262876" y="1949006"/>
                </a:moveTo>
                <a:cubicBezTo>
                  <a:pt x="4262378" y="1949006"/>
                  <a:pt x="4261796" y="1948424"/>
                  <a:pt x="4261796" y="1948424"/>
                </a:cubicBezTo>
                <a:lnTo>
                  <a:pt x="4253240" y="1933636"/>
                </a:lnTo>
                <a:cubicBezTo>
                  <a:pt x="4252990" y="1933221"/>
                  <a:pt x="4253240" y="1932390"/>
                  <a:pt x="4253240" y="1932390"/>
                </a:cubicBezTo>
                <a:lnTo>
                  <a:pt x="4261797" y="1917603"/>
                </a:lnTo>
                <a:cubicBezTo>
                  <a:pt x="4262045" y="1917269"/>
                  <a:pt x="4262461" y="1917020"/>
                  <a:pt x="4262877" y="1917020"/>
                </a:cubicBezTo>
                <a:lnTo>
                  <a:pt x="4279991" y="1917020"/>
                </a:lnTo>
                <a:cubicBezTo>
                  <a:pt x="4280490" y="1917020"/>
                  <a:pt x="4281070" y="1917603"/>
                  <a:pt x="4281070" y="1917603"/>
                </a:cubicBezTo>
                <a:lnTo>
                  <a:pt x="4289627" y="1932391"/>
                </a:lnTo>
                <a:cubicBezTo>
                  <a:pt x="4289878" y="1932806"/>
                  <a:pt x="4289627" y="1933637"/>
                  <a:pt x="4289627" y="1933637"/>
                </a:cubicBezTo>
                <a:lnTo>
                  <a:pt x="4281071" y="1948424"/>
                </a:lnTo>
                <a:cubicBezTo>
                  <a:pt x="4280822" y="1948757"/>
                  <a:pt x="4280406" y="1949006"/>
                  <a:pt x="4279991" y="1949007"/>
                </a:cubicBezTo>
                <a:close/>
                <a:moveTo>
                  <a:pt x="4323063" y="1965133"/>
                </a:moveTo>
                <a:cubicBezTo>
                  <a:pt x="4322565" y="1965133"/>
                  <a:pt x="4321983" y="1964551"/>
                  <a:pt x="4321983" y="1964551"/>
                </a:cubicBezTo>
                <a:lnTo>
                  <a:pt x="4313426" y="1949763"/>
                </a:lnTo>
                <a:cubicBezTo>
                  <a:pt x="4313177" y="1949348"/>
                  <a:pt x="4313426" y="1948517"/>
                  <a:pt x="4313426" y="1948517"/>
                </a:cubicBezTo>
                <a:lnTo>
                  <a:pt x="4321983" y="1933730"/>
                </a:lnTo>
                <a:cubicBezTo>
                  <a:pt x="4322232" y="1933396"/>
                  <a:pt x="4322648" y="1933147"/>
                  <a:pt x="4323063" y="1933147"/>
                </a:cubicBezTo>
                <a:lnTo>
                  <a:pt x="4340178" y="1933147"/>
                </a:lnTo>
                <a:cubicBezTo>
                  <a:pt x="4340676" y="1933147"/>
                  <a:pt x="4341257" y="1933730"/>
                  <a:pt x="4341257" y="1933730"/>
                </a:cubicBezTo>
                <a:lnTo>
                  <a:pt x="4349814" y="1948518"/>
                </a:lnTo>
                <a:cubicBezTo>
                  <a:pt x="4350064" y="1948933"/>
                  <a:pt x="4349814" y="1949764"/>
                  <a:pt x="4349814" y="1949764"/>
                </a:cubicBezTo>
                <a:lnTo>
                  <a:pt x="4341257" y="1964551"/>
                </a:lnTo>
                <a:cubicBezTo>
                  <a:pt x="4341008" y="1964884"/>
                  <a:pt x="4340593" y="1965133"/>
                  <a:pt x="4340177" y="1965134"/>
                </a:cubicBezTo>
                <a:close/>
                <a:moveTo>
                  <a:pt x="4443353" y="1997553"/>
                </a:moveTo>
                <a:cubicBezTo>
                  <a:pt x="4442938" y="1997553"/>
                  <a:pt x="4442273" y="1996971"/>
                  <a:pt x="4442273" y="1996971"/>
                </a:cubicBezTo>
                <a:lnTo>
                  <a:pt x="4433633" y="1982017"/>
                </a:lnTo>
                <a:cubicBezTo>
                  <a:pt x="4433384" y="1981602"/>
                  <a:pt x="4433633" y="1980771"/>
                  <a:pt x="4433633" y="1980771"/>
                </a:cubicBezTo>
                <a:lnTo>
                  <a:pt x="4442273" y="1965817"/>
                </a:lnTo>
                <a:cubicBezTo>
                  <a:pt x="4442522" y="1965484"/>
                  <a:pt x="4442938" y="1965235"/>
                  <a:pt x="4443353" y="1965235"/>
                </a:cubicBezTo>
                <a:lnTo>
                  <a:pt x="4460633" y="1965235"/>
                </a:lnTo>
                <a:cubicBezTo>
                  <a:pt x="4461049" y="1965235"/>
                  <a:pt x="4461714" y="1965817"/>
                  <a:pt x="4461714" y="1965817"/>
                </a:cubicBezTo>
                <a:lnTo>
                  <a:pt x="4470354" y="1980771"/>
                </a:lnTo>
                <a:cubicBezTo>
                  <a:pt x="4470603" y="1981186"/>
                  <a:pt x="4470354" y="1982017"/>
                  <a:pt x="4470354" y="1982017"/>
                </a:cubicBezTo>
                <a:lnTo>
                  <a:pt x="4461714" y="1996971"/>
                </a:lnTo>
                <a:cubicBezTo>
                  <a:pt x="4461464" y="1997304"/>
                  <a:pt x="4461049" y="1997553"/>
                  <a:pt x="4460633" y="1997553"/>
                </a:cubicBezTo>
                <a:close/>
                <a:moveTo>
                  <a:pt x="4383082" y="1981602"/>
                </a:moveTo>
                <a:cubicBezTo>
                  <a:pt x="4382667" y="1981602"/>
                  <a:pt x="4382002" y="1981021"/>
                  <a:pt x="4382002" y="1981021"/>
                </a:cubicBezTo>
                <a:lnTo>
                  <a:pt x="4373279" y="1965900"/>
                </a:lnTo>
                <a:cubicBezTo>
                  <a:pt x="4373030" y="1965485"/>
                  <a:pt x="4373279" y="1964654"/>
                  <a:pt x="4373279" y="1964654"/>
                </a:cubicBezTo>
                <a:lnTo>
                  <a:pt x="4382002" y="1949534"/>
                </a:lnTo>
                <a:cubicBezTo>
                  <a:pt x="4382251" y="1949201"/>
                  <a:pt x="4382667" y="1948952"/>
                  <a:pt x="4383082" y="1948952"/>
                </a:cubicBezTo>
                <a:lnTo>
                  <a:pt x="4400612" y="1948952"/>
                </a:lnTo>
                <a:cubicBezTo>
                  <a:pt x="4401027" y="1948952"/>
                  <a:pt x="4401692" y="1949534"/>
                  <a:pt x="4401692" y="1949534"/>
                </a:cubicBezTo>
                <a:lnTo>
                  <a:pt x="4410415" y="1964654"/>
                </a:lnTo>
                <a:cubicBezTo>
                  <a:pt x="4410664" y="1965069"/>
                  <a:pt x="4410415" y="1965900"/>
                  <a:pt x="4410415" y="1965900"/>
                </a:cubicBezTo>
                <a:lnTo>
                  <a:pt x="4401692" y="1981021"/>
                </a:lnTo>
                <a:cubicBezTo>
                  <a:pt x="4401442" y="1981353"/>
                  <a:pt x="4401027" y="1981602"/>
                  <a:pt x="4400612" y="1981602"/>
                </a:cubicBezTo>
                <a:close/>
                <a:moveTo>
                  <a:pt x="4503311" y="2014182"/>
                </a:moveTo>
                <a:cubicBezTo>
                  <a:pt x="4502896" y="2014182"/>
                  <a:pt x="4502231" y="2013517"/>
                  <a:pt x="4502231" y="2013517"/>
                </a:cubicBezTo>
                <a:lnTo>
                  <a:pt x="4493342" y="1998065"/>
                </a:lnTo>
                <a:cubicBezTo>
                  <a:pt x="4493093" y="1997732"/>
                  <a:pt x="4493342" y="1996818"/>
                  <a:pt x="4493342" y="1996818"/>
                </a:cubicBezTo>
                <a:lnTo>
                  <a:pt x="4502231" y="1981366"/>
                </a:lnTo>
                <a:cubicBezTo>
                  <a:pt x="4502481" y="1980950"/>
                  <a:pt x="4502896" y="1980701"/>
                  <a:pt x="4503311" y="1980701"/>
                </a:cubicBezTo>
                <a:lnTo>
                  <a:pt x="4521090" y="1980701"/>
                </a:lnTo>
                <a:cubicBezTo>
                  <a:pt x="4521506" y="1980701"/>
                  <a:pt x="4522170" y="1981366"/>
                  <a:pt x="4522170" y="1981366"/>
                </a:cubicBezTo>
                <a:lnTo>
                  <a:pt x="4531060" y="1996818"/>
                </a:lnTo>
                <a:cubicBezTo>
                  <a:pt x="4531309" y="1997151"/>
                  <a:pt x="4531060" y="1998065"/>
                  <a:pt x="4531060" y="1998065"/>
                </a:cubicBezTo>
                <a:lnTo>
                  <a:pt x="4522170" y="2013517"/>
                </a:lnTo>
                <a:cubicBezTo>
                  <a:pt x="4521921" y="2013933"/>
                  <a:pt x="4521506" y="2014182"/>
                  <a:pt x="4521090" y="2014182"/>
                </a:cubicBezTo>
                <a:close/>
                <a:moveTo>
                  <a:pt x="5044987" y="2159324"/>
                </a:moveTo>
                <a:cubicBezTo>
                  <a:pt x="5044572" y="2159323"/>
                  <a:pt x="5043907" y="2158658"/>
                  <a:pt x="5043907" y="2158658"/>
                </a:cubicBezTo>
                <a:lnTo>
                  <a:pt x="5035018" y="2143206"/>
                </a:lnTo>
                <a:cubicBezTo>
                  <a:pt x="5034769" y="2142874"/>
                  <a:pt x="5035018" y="2141959"/>
                  <a:pt x="5035018" y="2141959"/>
                </a:cubicBezTo>
                <a:lnTo>
                  <a:pt x="5043907" y="2126507"/>
                </a:lnTo>
                <a:cubicBezTo>
                  <a:pt x="5044157" y="2126091"/>
                  <a:pt x="5044572" y="2125842"/>
                  <a:pt x="5044987" y="2125842"/>
                </a:cubicBezTo>
                <a:lnTo>
                  <a:pt x="5062766" y="2125842"/>
                </a:lnTo>
                <a:cubicBezTo>
                  <a:pt x="5063182" y="2125843"/>
                  <a:pt x="5063846" y="2126508"/>
                  <a:pt x="5063846" y="2126508"/>
                </a:cubicBezTo>
                <a:lnTo>
                  <a:pt x="5072736" y="2141959"/>
                </a:lnTo>
                <a:cubicBezTo>
                  <a:pt x="5072985" y="2142292"/>
                  <a:pt x="5072736" y="2143206"/>
                  <a:pt x="5072736" y="2143206"/>
                </a:cubicBezTo>
                <a:lnTo>
                  <a:pt x="5063846" y="2158659"/>
                </a:lnTo>
                <a:cubicBezTo>
                  <a:pt x="5063597" y="2159074"/>
                  <a:pt x="5063182" y="2159323"/>
                  <a:pt x="5062766" y="2159324"/>
                </a:cubicBezTo>
                <a:close/>
                <a:moveTo>
                  <a:pt x="4563330" y="2030557"/>
                </a:moveTo>
                <a:cubicBezTo>
                  <a:pt x="4562915" y="2030557"/>
                  <a:pt x="4562250" y="2029892"/>
                  <a:pt x="4562250" y="2029892"/>
                </a:cubicBezTo>
                <a:lnTo>
                  <a:pt x="4553195" y="2014191"/>
                </a:lnTo>
                <a:cubicBezTo>
                  <a:pt x="4552946" y="2013859"/>
                  <a:pt x="4553195" y="2012944"/>
                  <a:pt x="4553195" y="2012944"/>
                </a:cubicBezTo>
                <a:lnTo>
                  <a:pt x="4562250" y="1997242"/>
                </a:lnTo>
                <a:cubicBezTo>
                  <a:pt x="4562417" y="1996826"/>
                  <a:pt x="4562915" y="1996577"/>
                  <a:pt x="4563330" y="1996578"/>
                </a:cubicBezTo>
                <a:lnTo>
                  <a:pt x="4581442" y="1996577"/>
                </a:lnTo>
                <a:cubicBezTo>
                  <a:pt x="4581857" y="1996577"/>
                  <a:pt x="4582522" y="1997243"/>
                  <a:pt x="4582522" y="1997243"/>
                </a:cubicBezTo>
                <a:lnTo>
                  <a:pt x="4591577" y="2012944"/>
                </a:lnTo>
                <a:cubicBezTo>
                  <a:pt x="4591827" y="2013276"/>
                  <a:pt x="4591577" y="2014191"/>
                  <a:pt x="4591577" y="2014191"/>
                </a:cubicBezTo>
                <a:lnTo>
                  <a:pt x="4582522" y="2029893"/>
                </a:lnTo>
                <a:cubicBezTo>
                  <a:pt x="4582356" y="2030307"/>
                  <a:pt x="4581857" y="2030557"/>
                  <a:pt x="4581442" y="2030556"/>
                </a:cubicBezTo>
                <a:close/>
                <a:moveTo>
                  <a:pt x="4623434" y="2046766"/>
                </a:moveTo>
                <a:cubicBezTo>
                  <a:pt x="4623019" y="2046766"/>
                  <a:pt x="4622354" y="2046103"/>
                  <a:pt x="4622354" y="2046103"/>
                </a:cubicBezTo>
                <a:lnTo>
                  <a:pt x="4613299" y="2030317"/>
                </a:lnTo>
                <a:cubicBezTo>
                  <a:pt x="4613050" y="2029986"/>
                  <a:pt x="4613299" y="2029071"/>
                  <a:pt x="4613299" y="2029071"/>
                </a:cubicBezTo>
                <a:lnTo>
                  <a:pt x="4622438" y="2013286"/>
                </a:lnTo>
                <a:cubicBezTo>
                  <a:pt x="4622604" y="2012871"/>
                  <a:pt x="4623102" y="2012622"/>
                  <a:pt x="4623518" y="2012622"/>
                </a:cubicBezTo>
                <a:lnTo>
                  <a:pt x="4641712" y="2012622"/>
                </a:lnTo>
                <a:cubicBezTo>
                  <a:pt x="4642127" y="2012622"/>
                  <a:pt x="4642792" y="2013286"/>
                  <a:pt x="4642792" y="2013286"/>
                </a:cubicBezTo>
                <a:lnTo>
                  <a:pt x="4651848" y="2029072"/>
                </a:lnTo>
                <a:cubicBezTo>
                  <a:pt x="4652097" y="2029403"/>
                  <a:pt x="4651848" y="2030318"/>
                  <a:pt x="4651848" y="2030318"/>
                </a:cubicBezTo>
                <a:lnTo>
                  <a:pt x="4642709" y="2046103"/>
                </a:lnTo>
                <a:cubicBezTo>
                  <a:pt x="4642543" y="2046518"/>
                  <a:pt x="4642044" y="2046767"/>
                  <a:pt x="4641629" y="2046767"/>
                </a:cubicBezTo>
                <a:close/>
                <a:moveTo>
                  <a:pt x="4984459" y="2143776"/>
                </a:moveTo>
                <a:cubicBezTo>
                  <a:pt x="4983960" y="2143776"/>
                  <a:pt x="4983296" y="2143111"/>
                  <a:pt x="4983296" y="2143111"/>
                </a:cubicBezTo>
                <a:lnTo>
                  <a:pt x="4974073" y="2127160"/>
                </a:lnTo>
                <a:cubicBezTo>
                  <a:pt x="4973824" y="2126745"/>
                  <a:pt x="4974073" y="2125831"/>
                  <a:pt x="4974073" y="2125831"/>
                </a:cubicBezTo>
                <a:lnTo>
                  <a:pt x="4983295" y="2109880"/>
                </a:lnTo>
                <a:cubicBezTo>
                  <a:pt x="4983545" y="2109464"/>
                  <a:pt x="4983960" y="2109215"/>
                  <a:pt x="4984459" y="2109215"/>
                </a:cubicBezTo>
                <a:lnTo>
                  <a:pt x="5002902" y="2109215"/>
                </a:lnTo>
                <a:cubicBezTo>
                  <a:pt x="5003401" y="2109215"/>
                  <a:pt x="5004065" y="2109880"/>
                  <a:pt x="5004065" y="2109880"/>
                </a:cubicBezTo>
                <a:lnTo>
                  <a:pt x="5013286" y="2125831"/>
                </a:lnTo>
                <a:cubicBezTo>
                  <a:pt x="5013535" y="2126246"/>
                  <a:pt x="5013286" y="2127160"/>
                  <a:pt x="5013286" y="2127160"/>
                </a:cubicBezTo>
                <a:lnTo>
                  <a:pt x="5004064" y="2143111"/>
                </a:lnTo>
                <a:cubicBezTo>
                  <a:pt x="5003815" y="2143526"/>
                  <a:pt x="5003401" y="2143776"/>
                  <a:pt x="5002901" y="2143776"/>
                </a:cubicBezTo>
                <a:close/>
                <a:moveTo>
                  <a:pt x="4683526" y="2063234"/>
                </a:moveTo>
                <a:cubicBezTo>
                  <a:pt x="4683027" y="2063235"/>
                  <a:pt x="4682363" y="2062571"/>
                  <a:pt x="4682363" y="2062571"/>
                </a:cubicBezTo>
                <a:lnTo>
                  <a:pt x="4673141" y="2046536"/>
                </a:lnTo>
                <a:cubicBezTo>
                  <a:pt x="4672892" y="2046121"/>
                  <a:pt x="4673141" y="2045207"/>
                  <a:pt x="4673141" y="2045207"/>
                </a:cubicBezTo>
                <a:lnTo>
                  <a:pt x="4682363" y="2029173"/>
                </a:lnTo>
                <a:cubicBezTo>
                  <a:pt x="4682612" y="2028757"/>
                  <a:pt x="4683027" y="2028508"/>
                  <a:pt x="4683526" y="2028508"/>
                </a:cubicBezTo>
                <a:lnTo>
                  <a:pt x="4702052" y="2028508"/>
                </a:lnTo>
                <a:cubicBezTo>
                  <a:pt x="4702551" y="2028508"/>
                  <a:pt x="4703215" y="2029173"/>
                  <a:pt x="4703215" y="2029173"/>
                </a:cubicBezTo>
                <a:lnTo>
                  <a:pt x="4712437" y="2045206"/>
                </a:lnTo>
                <a:cubicBezTo>
                  <a:pt x="4712686" y="2045622"/>
                  <a:pt x="4712437" y="2046536"/>
                  <a:pt x="4712437" y="2046536"/>
                </a:cubicBezTo>
                <a:lnTo>
                  <a:pt x="4703215" y="2062571"/>
                </a:lnTo>
                <a:cubicBezTo>
                  <a:pt x="4702966" y="2062986"/>
                  <a:pt x="4702551" y="2063235"/>
                  <a:pt x="4702052" y="2063235"/>
                </a:cubicBezTo>
                <a:close/>
                <a:moveTo>
                  <a:pt x="4743713" y="2079361"/>
                </a:moveTo>
                <a:cubicBezTo>
                  <a:pt x="4743214" y="2079362"/>
                  <a:pt x="4742550" y="2078698"/>
                  <a:pt x="4742550" y="2078698"/>
                </a:cubicBezTo>
                <a:lnTo>
                  <a:pt x="4733328" y="2062663"/>
                </a:lnTo>
                <a:cubicBezTo>
                  <a:pt x="4733079" y="2062248"/>
                  <a:pt x="4733328" y="2061334"/>
                  <a:pt x="4733328" y="2061334"/>
                </a:cubicBezTo>
                <a:lnTo>
                  <a:pt x="4742550" y="2045300"/>
                </a:lnTo>
                <a:cubicBezTo>
                  <a:pt x="4742799" y="2044884"/>
                  <a:pt x="4743214" y="2044635"/>
                  <a:pt x="4743713" y="2044635"/>
                </a:cubicBezTo>
                <a:lnTo>
                  <a:pt x="4762239" y="2044635"/>
                </a:lnTo>
                <a:cubicBezTo>
                  <a:pt x="4762738" y="2044635"/>
                  <a:pt x="4763402" y="2045300"/>
                  <a:pt x="4763402" y="2045300"/>
                </a:cubicBezTo>
                <a:lnTo>
                  <a:pt x="4772624" y="2061333"/>
                </a:lnTo>
                <a:cubicBezTo>
                  <a:pt x="4772873" y="2061749"/>
                  <a:pt x="4772624" y="2062663"/>
                  <a:pt x="4772624" y="2062663"/>
                </a:cubicBezTo>
                <a:lnTo>
                  <a:pt x="4763402" y="2078698"/>
                </a:lnTo>
                <a:cubicBezTo>
                  <a:pt x="4763153" y="2079113"/>
                  <a:pt x="4762738" y="2079362"/>
                  <a:pt x="4762239" y="2079362"/>
                </a:cubicBezTo>
                <a:close/>
                <a:moveTo>
                  <a:pt x="4864003" y="2111687"/>
                </a:moveTo>
                <a:cubicBezTo>
                  <a:pt x="4863504" y="2111688"/>
                  <a:pt x="4862840" y="2111024"/>
                  <a:pt x="4862840" y="2111024"/>
                </a:cubicBezTo>
                <a:lnTo>
                  <a:pt x="4853535" y="2094906"/>
                </a:lnTo>
                <a:cubicBezTo>
                  <a:pt x="4853286" y="2094491"/>
                  <a:pt x="4853535" y="2093576"/>
                  <a:pt x="4853535" y="2093576"/>
                </a:cubicBezTo>
                <a:lnTo>
                  <a:pt x="4862840" y="2077460"/>
                </a:lnTo>
                <a:cubicBezTo>
                  <a:pt x="4863089" y="2077043"/>
                  <a:pt x="4863504" y="2076795"/>
                  <a:pt x="4864003" y="2076794"/>
                </a:cubicBezTo>
                <a:lnTo>
                  <a:pt x="4882612" y="2076795"/>
                </a:lnTo>
                <a:cubicBezTo>
                  <a:pt x="4883111" y="2076794"/>
                  <a:pt x="4883776" y="2077460"/>
                  <a:pt x="4883776" y="2077460"/>
                </a:cubicBezTo>
                <a:lnTo>
                  <a:pt x="4893081" y="2093577"/>
                </a:lnTo>
                <a:cubicBezTo>
                  <a:pt x="4893330" y="2093992"/>
                  <a:pt x="4893081" y="2094905"/>
                  <a:pt x="4893081" y="2094905"/>
                </a:cubicBezTo>
                <a:lnTo>
                  <a:pt x="4883776" y="2111023"/>
                </a:lnTo>
                <a:cubicBezTo>
                  <a:pt x="4883526" y="2111439"/>
                  <a:pt x="4883111" y="2111687"/>
                  <a:pt x="4882612" y="2111688"/>
                </a:cubicBezTo>
                <a:close/>
                <a:moveTo>
                  <a:pt x="4924107" y="2127886"/>
                </a:moveTo>
                <a:cubicBezTo>
                  <a:pt x="4923608" y="2127887"/>
                  <a:pt x="4922944" y="2127223"/>
                  <a:pt x="4922944" y="2127223"/>
                </a:cubicBezTo>
                <a:lnTo>
                  <a:pt x="4913556" y="2111022"/>
                </a:lnTo>
                <a:cubicBezTo>
                  <a:pt x="4913307" y="2110606"/>
                  <a:pt x="4913556" y="2109693"/>
                  <a:pt x="4913556" y="2109693"/>
                </a:cubicBezTo>
                <a:lnTo>
                  <a:pt x="4922944" y="2093492"/>
                </a:lnTo>
                <a:cubicBezTo>
                  <a:pt x="4923193" y="2093077"/>
                  <a:pt x="4923608" y="2092828"/>
                  <a:pt x="4924107" y="2092827"/>
                </a:cubicBezTo>
                <a:lnTo>
                  <a:pt x="4942800" y="2092827"/>
                </a:lnTo>
                <a:cubicBezTo>
                  <a:pt x="4943298" y="2092827"/>
                  <a:pt x="4943963" y="2093493"/>
                  <a:pt x="4943963" y="2093493"/>
                </a:cubicBezTo>
                <a:lnTo>
                  <a:pt x="4953351" y="2109692"/>
                </a:lnTo>
                <a:cubicBezTo>
                  <a:pt x="4953600" y="2110108"/>
                  <a:pt x="4953351" y="2111022"/>
                  <a:pt x="4953351" y="2111022"/>
                </a:cubicBezTo>
                <a:lnTo>
                  <a:pt x="4943963" y="2127222"/>
                </a:lnTo>
                <a:cubicBezTo>
                  <a:pt x="4943714" y="2127638"/>
                  <a:pt x="4943298" y="2127886"/>
                  <a:pt x="4942800" y="2127887"/>
                </a:cubicBezTo>
                <a:close/>
                <a:moveTo>
                  <a:pt x="1012001" y="1079735"/>
                </a:moveTo>
                <a:cubicBezTo>
                  <a:pt x="1011502" y="1079735"/>
                  <a:pt x="1010838" y="1079071"/>
                  <a:pt x="1010838" y="1079071"/>
                </a:cubicBezTo>
                <a:lnTo>
                  <a:pt x="1001449" y="1062787"/>
                </a:lnTo>
                <a:cubicBezTo>
                  <a:pt x="1001200" y="1062372"/>
                  <a:pt x="1001449" y="1061458"/>
                  <a:pt x="1001449" y="1061458"/>
                </a:cubicBezTo>
                <a:lnTo>
                  <a:pt x="1010838" y="1045175"/>
                </a:lnTo>
                <a:cubicBezTo>
                  <a:pt x="1011087" y="1044759"/>
                  <a:pt x="1011501" y="1044510"/>
                  <a:pt x="1012000" y="1044510"/>
                </a:cubicBezTo>
                <a:lnTo>
                  <a:pt x="1030777" y="1044510"/>
                </a:lnTo>
                <a:cubicBezTo>
                  <a:pt x="1031275" y="1044510"/>
                  <a:pt x="1031940" y="1045175"/>
                  <a:pt x="1031940" y="1045175"/>
                </a:cubicBezTo>
                <a:lnTo>
                  <a:pt x="1041328" y="1061458"/>
                </a:lnTo>
                <a:cubicBezTo>
                  <a:pt x="1041577" y="1061874"/>
                  <a:pt x="1041328" y="1062787"/>
                  <a:pt x="1041328" y="1062787"/>
                </a:cubicBezTo>
                <a:lnTo>
                  <a:pt x="1031940" y="1079071"/>
                </a:lnTo>
                <a:cubicBezTo>
                  <a:pt x="1031691" y="1079486"/>
                  <a:pt x="1031275" y="1079735"/>
                  <a:pt x="1030777" y="1079735"/>
                </a:cubicBezTo>
                <a:close/>
                <a:moveTo>
                  <a:pt x="5646341" y="2321503"/>
                </a:moveTo>
                <a:cubicBezTo>
                  <a:pt x="5645842" y="2321502"/>
                  <a:pt x="5645178" y="2320839"/>
                  <a:pt x="5645178" y="2320839"/>
                </a:cubicBezTo>
                <a:lnTo>
                  <a:pt x="5635790" y="2304555"/>
                </a:lnTo>
                <a:cubicBezTo>
                  <a:pt x="5635541" y="2304140"/>
                  <a:pt x="5635790" y="2303226"/>
                  <a:pt x="5635790" y="2303226"/>
                </a:cubicBezTo>
                <a:lnTo>
                  <a:pt x="5645178" y="2286943"/>
                </a:lnTo>
                <a:cubicBezTo>
                  <a:pt x="5645427" y="2286527"/>
                  <a:pt x="5645842" y="2286278"/>
                  <a:pt x="5646341" y="2286278"/>
                </a:cubicBezTo>
                <a:lnTo>
                  <a:pt x="5665117" y="2286278"/>
                </a:lnTo>
                <a:cubicBezTo>
                  <a:pt x="5665615" y="2286278"/>
                  <a:pt x="5666280" y="2286943"/>
                  <a:pt x="5666280" y="2286943"/>
                </a:cubicBezTo>
                <a:lnTo>
                  <a:pt x="5675668" y="2303226"/>
                </a:lnTo>
                <a:cubicBezTo>
                  <a:pt x="5675917" y="2303642"/>
                  <a:pt x="5675668" y="2304555"/>
                  <a:pt x="5675668" y="2304555"/>
                </a:cubicBezTo>
                <a:lnTo>
                  <a:pt x="5666280" y="2320839"/>
                </a:lnTo>
                <a:cubicBezTo>
                  <a:pt x="5666031" y="2321254"/>
                  <a:pt x="5665615" y="2321503"/>
                  <a:pt x="5665117" y="2321503"/>
                </a:cubicBezTo>
                <a:close/>
                <a:moveTo>
                  <a:pt x="1071864" y="1096446"/>
                </a:moveTo>
                <a:cubicBezTo>
                  <a:pt x="1071366" y="1096446"/>
                  <a:pt x="1070950" y="1096197"/>
                  <a:pt x="1070702" y="1095781"/>
                </a:cubicBezTo>
                <a:lnTo>
                  <a:pt x="1060981" y="1078916"/>
                </a:lnTo>
                <a:cubicBezTo>
                  <a:pt x="1060732" y="1078418"/>
                  <a:pt x="1060732" y="1077919"/>
                  <a:pt x="1060981" y="1077504"/>
                </a:cubicBezTo>
                <a:lnTo>
                  <a:pt x="1070701" y="1060639"/>
                </a:lnTo>
                <a:cubicBezTo>
                  <a:pt x="1070950" y="1060223"/>
                  <a:pt x="1071366" y="1059974"/>
                  <a:pt x="1071865" y="1059974"/>
                </a:cubicBezTo>
                <a:lnTo>
                  <a:pt x="1091305" y="1059974"/>
                </a:lnTo>
                <a:cubicBezTo>
                  <a:pt x="1091803" y="1059974"/>
                  <a:pt x="1092219" y="1060223"/>
                  <a:pt x="1092469" y="1060639"/>
                </a:cubicBezTo>
                <a:lnTo>
                  <a:pt x="1102188" y="1077504"/>
                </a:lnTo>
                <a:cubicBezTo>
                  <a:pt x="1102439" y="1078002"/>
                  <a:pt x="1102438" y="1078501"/>
                  <a:pt x="1102188" y="1078916"/>
                </a:cubicBezTo>
                <a:lnTo>
                  <a:pt x="1092468" y="1095781"/>
                </a:lnTo>
                <a:cubicBezTo>
                  <a:pt x="1092219" y="1096197"/>
                  <a:pt x="1091804" y="1096446"/>
                  <a:pt x="1091306" y="1096446"/>
                </a:cubicBezTo>
                <a:close/>
                <a:moveTo>
                  <a:pt x="1132050" y="1112573"/>
                </a:moveTo>
                <a:cubicBezTo>
                  <a:pt x="1131552" y="1112573"/>
                  <a:pt x="1131136" y="1112324"/>
                  <a:pt x="1130888" y="1111908"/>
                </a:cubicBezTo>
                <a:lnTo>
                  <a:pt x="1121167" y="1095043"/>
                </a:lnTo>
                <a:cubicBezTo>
                  <a:pt x="1120918" y="1094545"/>
                  <a:pt x="1120918" y="1094046"/>
                  <a:pt x="1121167" y="1093631"/>
                </a:cubicBezTo>
                <a:lnTo>
                  <a:pt x="1130887" y="1076766"/>
                </a:lnTo>
                <a:cubicBezTo>
                  <a:pt x="1131136" y="1076350"/>
                  <a:pt x="1131552" y="1076101"/>
                  <a:pt x="1132051" y="1076101"/>
                </a:cubicBezTo>
                <a:lnTo>
                  <a:pt x="1151491" y="1076101"/>
                </a:lnTo>
                <a:cubicBezTo>
                  <a:pt x="1151989" y="1076101"/>
                  <a:pt x="1152405" y="1076350"/>
                  <a:pt x="1152655" y="1076766"/>
                </a:cubicBezTo>
                <a:lnTo>
                  <a:pt x="1162374" y="1093631"/>
                </a:lnTo>
                <a:cubicBezTo>
                  <a:pt x="1162624" y="1094129"/>
                  <a:pt x="1162624" y="1094628"/>
                  <a:pt x="1162374" y="1095043"/>
                </a:cubicBezTo>
                <a:lnTo>
                  <a:pt x="1152654" y="1111908"/>
                </a:lnTo>
                <a:cubicBezTo>
                  <a:pt x="1152405" y="1112324"/>
                  <a:pt x="1151989" y="1112573"/>
                  <a:pt x="1151491" y="1112573"/>
                </a:cubicBezTo>
                <a:close/>
                <a:moveTo>
                  <a:pt x="3419128" y="1725393"/>
                </a:moveTo>
                <a:cubicBezTo>
                  <a:pt x="3418630" y="1725394"/>
                  <a:pt x="3418215" y="1725144"/>
                  <a:pt x="3417965" y="1724728"/>
                </a:cubicBezTo>
                <a:lnTo>
                  <a:pt x="3408245" y="1707864"/>
                </a:lnTo>
                <a:cubicBezTo>
                  <a:pt x="3407996" y="1707366"/>
                  <a:pt x="3407996" y="1706867"/>
                  <a:pt x="3408245" y="1706451"/>
                </a:cubicBezTo>
                <a:lnTo>
                  <a:pt x="3417965" y="1689586"/>
                </a:lnTo>
                <a:cubicBezTo>
                  <a:pt x="3418215" y="1689170"/>
                  <a:pt x="3418630" y="1688921"/>
                  <a:pt x="3419128" y="1688921"/>
                </a:cubicBezTo>
                <a:lnTo>
                  <a:pt x="3438569" y="1688921"/>
                </a:lnTo>
                <a:cubicBezTo>
                  <a:pt x="3439067" y="1688921"/>
                  <a:pt x="3439483" y="1689171"/>
                  <a:pt x="3439732" y="1689587"/>
                </a:cubicBezTo>
                <a:lnTo>
                  <a:pt x="3449452" y="1706452"/>
                </a:lnTo>
                <a:cubicBezTo>
                  <a:pt x="3449702" y="1706950"/>
                  <a:pt x="3449702" y="1707449"/>
                  <a:pt x="3449452" y="1707864"/>
                </a:cubicBezTo>
                <a:lnTo>
                  <a:pt x="3439732" y="1724729"/>
                </a:lnTo>
                <a:cubicBezTo>
                  <a:pt x="3439483" y="1725144"/>
                  <a:pt x="3439067" y="1725394"/>
                  <a:pt x="3438569" y="1725394"/>
                </a:cubicBezTo>
                <a:close/>
                <a:moveTo>
                  <a:pt x="4803410" y="2096311"/>
                </a:moveTo>
                <a:cubicBezTo>
                  <a:pt x="4802912" y="2096311"/>
                  <a:pt x="4802497" y="2096062"/>
                  <a:pt x="4802247" y="2095646"/>
                </a:cubicBezTo>
                <a:lnTo>
                  <a:pt x="4792528" y="2078781"/>
                </a:lnTo>
                <a:cubicBezTo>
                  <a:pt x="4792279" y="2078283"/>
                  <a:pt x="4792279" y="2077784"/>
                  <a:pt x="4792528" y="2077369"/>
                </a:cubicBezTo>
                <a:lnTo>
                  <a:pt x="4802248" y="2060504"/>
                </a:lnTo>
                <a:cubicBezTo>
                  <a:pt x="4802496" y="2060088"/>
                  <a:pt x="4802913" y="2059839"/>
                  <a:pt x="4803411" y="2059839"/>
                </a:cubicBezTo>
                <a:lnTo>
                  <a:pt x="4822852" y="2059839"/>
                </a:lnTo>
                <a:cubicBezTo>
                  <a:pt x="4823350" y="2059839"/>
                  <a:pt x="4823766" y="2060088"/>
                  <a:pt x="4824015" y="2060504"/>
                </a:cubicBezTo>
                <a:lnTo>
                  <a:pt x="4833735" y="2077369"/>
                </a:lnTo>
                <a:cubicBezTo>
                  <a:pt x="4833984" y="2077867"/>
                  <a:pt x="4833984" y="2078366"/>
                  <a:pt x="4833735" y="2078781"/>
                </a:cubicBezTo>
                <a:lnTo>
                  <a:pt x="4824015" y="2095646"/>
                </a:lnTo>
                <a:cubicBezTo>
                  <a:pt x="4823766" y="2096062"/>
                  <a:pt x="4823350" y="2096311"/>
                  <a:pt x="4822851" y="2096311"/>
                </a:cubicBezTo>
                <a:close/>
                <a:moveTo>
                  <a:pt x="1192155" y="1128865"/>
                </a:moveTo>
                <a:cubicBezTo>
                  <a:pt x="1191739" y="1128865"/>
                  <a:pt x="1191241" y="1128616"/>
                  <a:pt x="1190991" y="1128200"/>
                </a:cubicBezTo>
                <a:lnTo>
                  <a:pt x="1181188" y="1111169"/>
                </a:lnTo>
                <a:cubicBezTo>
                  <a:pt x="1180939" y="1110754"/>
                  <a:pt x="1180939" y="1110172"/>
                  <a:pt x="1181188" y="1109757"/>
                </a:cubicBezTo>
                <a:lnTo>
                  <a:pt x="1190991" y="1092726"/>
                </a:lnTo>
                <a:cubicBezTo>
                  <a:pt x="1191241" y="1092310"/>
                  <a:pt x="1191656" y="1092061"/>
                  <a:pt x="1192155" y="1092061"/>
                </a:cubicBezTo>
                <a:lnTo>
                  <a:pt x="1211761" y="1092061"/>
                </a:lnTo>
                <a:cubicBezTo>
                  <a:pt x="1212176" y="1092061"/>
                  <a:pt x="1212675" y="1092310"/>
                  <a:pt x="1212924" y="1092726"/>
                </a:cubicBezTo>
                <a:lnTo>
                  <a:pt x="1222728" y="1109757"/>
                </a:lnTo>
                <a:cubicBezTo>
                  <a:pt x="1222977" y="1110172"/>
                  <a:pt x="1222977" y="1110754"/>
                  <a:pt x="1222728" y="1111169"/>
                </a:cubicBezTo>
                <a:lnTo>
                  <a:pt x="1212924" y="1128200"/>
                </a:lnTo>
                <a:cubicBezTo>
                  <a:pt x="1212675" y="1128616"/>
                  <a:pt x="1212260" y="1128865"/>
                  <a:pt x="1211761" y="1128865"/>
                </a:cubicBezTo>
                <a:close/>
                <a:moveTo>
                  <a:pt x="2696810" y="1532036"/>
                </a:moveTo>
                <a:cubicBezTo>
                  <a:pt x="2696395" y="1532036"/>
                  <a:pt x="2695896" y="1531787"/>
                  <a:pt x="2695647" y="1531371"/>
                </a:cubicBezTo>
                <a:lnTo>
                  <a:pt x="2685844" y="1514340"/>
                </a:lnTo>
                <a:cubicBezTo>
                  <a:pt x="2685595" y="1513925"/>
                  <a:pt x="2685595" y="1513343"/>
                  <a:pt x="2685844" y="1512928"/>
                </a:cubicBezTo>
                <a:lnTo>
                  <a:pt x="2695647" y="1495897"/>
                </a:lnTo>
                <a:cubicBezTo>
                  <a:pt x="2695896" y="1495481"/>
                  <a:pt x="2696311" y="1495232"/>
                  <a:pt x="2696810" y="1495232"/>
                </a:cubicBezTo>
                <a:lnTo>
                  <a:pt x="2716417" y="1495232"/>
                </a:lnTo>
                <a:cubicBezTo>
                  <a:pt x="2716833" y="1495232"/>
                  <a:pt x="2717331" y="1495481"/>
                  <a:pt x="2717580" y="1495897"/>
                </a:cubicBezTo>
                <a:lnTo>
                  <a:pt x="2727384" y="1512928"/>
                </a:lnTo>
                <a:cubicBezTo>
                  <a:pt x="2727633" y="1513343"/>
                  <a:pt x="2727633" y="1513925"/>
                  <a:pt x="2727384" y="1514340"/>
                </a:cubicBezTo>
                <a:lnTo>
                  <a:pt x="2717580" y="1531371"/>
                </a:lnTo>
                <a:cubicBezTo>
                  <a:pt x="2717331" y="1531787"/>
                  <a:pt x="2716915" y="1532036"/>
                  <a:pt x="2716416" y="1532036"/>
                </a:cubicBezTo>
                <a:close/>
                <a:moveTo>
                  <a:pt x="3840246" y="1838599"/>
                </a:moveTo>
                <a:cubicBezTo>
                  <a:pt x="3839830" y="1838599"/>
                  <a:pt x="3839332" y="1838350"/>
                  <a:pt x="3839082" y="1837935"/>
                </a:cubicBezTo>
                <a:lnTo>
                  <a:pt x="3829196" y="1820820"/>
                </a:lnTo>
                <a:cubicBezTo>
                  <a:pt x="3828947" y="1820405"/>
                  <a:pt x="3828947" y="1819823"/>
                  <a:pt x="3829196" y="1819408"/>
                </a:cubicBezTo>
                <a:lnTo>
                  <a:pt x="3839082" y="1802294"/>
                </a:lnTo>
                <a:cubicBezTo>
                  <a:pt x="3839332" y="1801878"/>
                  <a:pt x="3839747" y="1801629"/>
                  <a:pt x="3840246" y="1801629"/>
                </a:cubicBezTo>
                <a:lnTo>
                  <a:pt x="3859935" y="1801629"/>
                </a:lnTo>
                <a:cubicBezTo>
                  <a:pt x="3860351" y="1801629"/>
                  <a:pt x="3860849" y="1801877"/>
                  <a:pt x="3861098" y="1802294"/>
                </a:cubicBezTo>
                <a:lnTo>
                  <a:pt x="3870985" y="1819408"/>
                </a:lnTo>
                <a:cubicBezTo>
                  <a:pt x="3871234" y="1819823"/>
                  <a:pt x="3871234" y="1820405"/>
                  <a:pt x="3870985" y="1820820"/>
                </a:cubicBezTo>
                <a:lnTo>
                  <a:pt x="3861098" y="1837935"/>
                </a:lnTo>
                <a:cubicBezTo>
                  <a:pt x="3860849" y="1838350"/>
                  <a:pt x="3860434" y="1838599"/>
                  <a:pt x="3859935" y="1838599"/>
                </a:cubicBezTo>
                <a:close/>
                <a:moveTo>
                  <a:pt x="1252234" y="1145249"/>
                </a:moveTo>
                <a:cubicBezTo>
                  <a:pt x="1251736" y="1145249"/>
                  <a:pt x="1251238" y="1145000"/>
                  <a:pt x="1250989" y="1144585"/>
                </a:cubicBezTo>
                <a:lnTo>
                  <a:pt x="1241102" y="1127387"/>
                </a:lnTo>
                <a:cubicBezTo>
                  <a:pt x="1240853" y="1126972"/>
                  <a:pt x="1240853" y="1126390"/>
                  <a:pt x="1241102" y="1125975"/>
                </a:cubicBezTo>
                <a:lnTo>
                  <a:pt x="1250989" y="1108778"/>
                </a:lnTo>
                <a:cubicBezTo>
                  <a:pt x="1251238" y="1108362"/>
                  <a:pt x="1251736" y="1108113"/>
                  <a:pt x="1252234" y="1108113"/>
                </a:cubicBezTo>
                <a:lnTo>
                  <a:pt x="1272090" y="1108113"/>
                </a:lnTo>
                <a:cubicBezTo>
                  <a:pt x="1272589" y="1108113"/>
                  <a:pt x="1273087" y="1108362"/>
                  <a:pt x="1273337" y="1108778"/>
                </a:cubicBezTo>
                <a:lnTo>
                  <a:pt x="1283223" y="1125974"/>
                </a:lnTo>
                <a:cubicBezTo>
                  <a:pt x="1283472" y="1126390"/>
                  <a:pt x="1283472" y="1126972"/>
                  <a:pt x="1283223" y="1127387"/>
                </a:cubicBezTo>
                <a:lnTo>
                  <a:pt x="1273337" y="1144585"/>
                </a:lnTo>
                <a:cubicBezTo>
                  <a:pt x="1273087" y="1145000"/>
                  <a:pt x="1272589" y="1145248"/>
                  <a:pt x="1272090" y="1145249"/>
                </a:cubicBezTo>
                <a:close/>
                <a:moveTo>
                  <a:pt x="1372525" y="1177575"/>
                </a:moveTo>
                <a:cubicBezTo>
                  <a:pt x="1372026" y="1177576"/>
                  <a:pt x="1371528" y="1177326"/>
                  <a:pt x="1371279" y="1176912"/>
                </a:cubicBezTo>
                <a:lnTo>
                  <a:pt x="1361309" y="1159630"/>
                </a:lnTo>
                <a:cubicBezTo>
                  <a:pt x="1361060" y="1159215"/>
                  <a:pt x="1361060" y="1158634"/>
                  <a:pt x="1361309" y="1158218"/>
                </a:cubicBezTo>
                <a:lnTo>
                  <a:pt x="1371279" y="1140938"/>
                </a:lnTo>
                <a:cubicBezTo>
                  <a:pt x="1371528" y="1140522"/>
                  <a:pt x="1372026" y="1140274"/>
                  <a:pt x="1372525" y="1140273"/>
                </a:cubicBezTo>
                <a:lnTo>
                  <a:pt x="1392464" y="1140273"/>
                </a:lnTo>
                <a:cubicBezTo>
                  <a:pt x="1392962" y="1140273"/>
                  <a:pt x="1393461" y="1140522"/>
                  <a:pt x="1393710" y="1140938"/>
                </a:cubicBezTo>
                <a:lnTo>
                  <a:pt x="1403679" y="1158219"/>
                </a:lnTo>
                <a:cubicBezTo>
                  <a:pt x="1403929" y="1158633"/>
                  <a:pt x="1403929" y="1159216"/>
                  <a:pt x="1403679" y="1159631"/>
                </a:cubicBezTo>
                <a:lnTo>
                  <a:pt x="1393710" y="1176911"/>
                </a:lnTo>
                <a:cubicBezTo>
                  <a:pt x="1393461" y="1177326"/>
                  <a:pt x="1392962" y="1177575"/>
                  <a:pt x="1392464" y="1177575"/>
                </a:cubicBezTo>
                <a:close/>
                <a:moveTo>
                  <a:pt x="1553023" y="1226043"/>
                </a:moveTo>
                <a:cubicBezTo>
                  <a:pt x="1552524" y="1226043"/>
                  <a:pt x="1552026" y="1225711"/>
                  <a:pt x="1551777" y="1225295"/>
                </a:cubicBezTo>
                <a:lnTo>
                  <a:pt x="1541807" y="1207932"/>
                </a:lnTo>
                <a:cubicBezTo>
                  <a:pt x="1541558" y="1207516"/>
                  <a:pt x="1541558" y="1206935"/>
                  <a:pt x="1541807" y="1206519"/>
                </a:cubicBezTo>
                <a:lnTo>
                  <a:pt x="1551860" y="1189156"/>
                </a:lnTo>
                <a:cubicBezTo>
                  <a:pt x="1552109" y="1188657"/>
                  <a:pt x="1552607" y="1188408"/>
                  <a:pt x="1553106" y="1188408"/>
                </a:cubicBezTo>
                <a:lnTo>
                  <a:pt x="1573128" y="1188408"/>
                </a:lnTo>
                <a:cubicBezTo>
                  <a:pt x="1573627" y="1188408"/>
                  <a:pt x="1574125" y="1188740"/>
                  <a:pt x="1574374" y="1189156"/>
                </a:cubicBezTo>
                <a:lnTo>
                  <a:pt x="1584344" y="1206519"/>
                </a:lnTo>
                <a:cubicBezTo>
                  <a:pt x="1584593" y="1206935"/>
                  <a:pt x="1584593" y="1207516"/>
                  <a:pt x="1584344" y="1207932"/>
                </a:cubicBezTo>
                <a:lnTo>
                  <a:pt x="1574291" y="1225295"/>
                </a:lnTo>
                <a:cubicBezTo>
                  <a:pt x="1574042" y="1225794"/>
                  <a:pt x="1573543" y="1226043"/>
                  <a:pt x="1573045" y="1226043"/>
                </a:cubicBezTo>
                <a:close/>
                <a:moveTo>
                  <a:pt x="1853954" y="1306677"/>
                </a:moveTo>
                <a:cubicBezTo>
                  <a:pt x="1853455" y="1306677"/>
                  <a:pt x="1852957" y="1306346"/>
                  <a:pt x="1852708" y="1305929"/>
                </a:cubicBezTo>
                <a:lnTo>
                  <a:pt x="1842738" y="1288566"/>
                </a:lnTo>
                <a:cubicBezTo>
                  <a:pt x="1842489" y="1288150"/>
                  <a:pt x="1842489" y="1287569"/>
                  <a:pt x="1842738" y="1287153"/>
                </a:cubicBezTo>
                <a:lnTo>
                  <a:pt x="1852791" y="1269791"/>
                </a:lnTo>
                <a:cubicBezTo>
                  <a:pt x="1853040" y="1269291"/>
                  <a:pt x="1853538" y="1269042"/>
                  <a:pt x="1854037" y="1269043"/>
                </a:cubicBezTo>
                <a:lnTo>
                  <a:pt x="1874060" y="1269043"/>
                </a:lnTo>
                <a:cubicBezTo>
                  <a:pt x="1874559" y="1269042"/>
                  <a:pt x="1875056" y="1269374"/>
                  <a:pt x="1875305" y="1269791"/>
                </a:cubicBezTo>
                <a:lnTo>
                  <a:pt x="1885275" y="1287153"/>
                </a:lnTo>
                <a:cubicBezTo>
                  <a:pt x="1885524" y="1287569"/>
                  <a:pt x="1885524" y="1288151"/>
                  <a:pt x="1885276" y="1288566"/>
                </a:cubicBezTo>
                <a:lnTo>
                  <a:pt x="1875222" y="1305929"/>
                </a:lnTo>
                <a:cubicBezTo>
                  <a:pt x="1874973" y="1306429"/>
                  <a:pt x="1874475" y="1306677"/>
                  <a:pt x="1873976" y="1306677"/>
                </a:cubicBezTo>
                <a:close/>
                <a:moveTo>
                  <a:pt x="2215072" y="1403438"/>
                </a:moveTo>
                <a:cubicBezTo>
                  <a:pt x="2214573" y="1403438"/>
                  <a:pt x="2214074" y="1403107"/>
                  <a:pt x="2213826" y="1402691"/>
                </a:cubicBezTo>
                <a:lnTo>
                  <a:pt x="2203855" y="1385327"/>
                </a:lnTo>
                <a:cubicBezTo>
                  <a:pt x="2203607" y="1384911"/>
                  <a:pt x="2203606" y="1384330"/>
                  <a:pt x="2203856" y="1383914"/>
                </a:cubicBezTo>
                <a:lnTo>
                  <a:pt x="2213908" y="1366552"/>
                </a:lnTo>
                <a:cubicBezTo>
                  <a:pt x="2214158" y="1366053"/>
                  <a:pt x="2214656" y="1365803"/>
                  <a:pt x="2215154" y="1365804"/>
                </a:cubicBezTo>
                <a:lnTo>
                  <a:pt x="2235177" y="1365804"/>
                </a:lnTo>
                <a:cubicBezTo>
                  <a:pt x="2235676" y="1365803"/>
                  <a:pt x="2236173" y="1366135"/>
                  <a:pt x="2236423" y="1366552"/>
                </a:cubicBezTo>
                <a:lnTo>
                  <a:pt x="2246393" y="1383914"/>
                </a:lnTo>
                <a:cubicBezTo>
                  <a:pt x="2246641" y="1384330"/>
                  <a:pt x="2246641" y="1384912"/>
                  <a:pt x="2246393" y="1385327"/>
                </a:cubicBezTo>
                <a:lnTo>
                  <a:pt x="2236339" y="1402691"/>
                </a:lnTo>
                <a:cubicBezTo>
                  <a:pt x="2236091" y="1403190"/>
                  <a:pt x="2235592" y="1403439"/>
                  <a:pt x="2235093" y="1403438"/>
                </a:cubicBezTo>
                <a:close/>
                <a:moveTo>
                  <a:pt x="1492835" y="1209999"/>
                </a:moveTo>
                <a:cubicBezTo>
                  <a:pt x="1492337" y="1209999"/>
                  <a:pt x="1491838" y="1209667"/>
                  <a:pt x="1491589" y="1209251"/>
                </a:cubicBezTo>
                <a:lnTo>
                  <a:pt x="1481537" y="1191805"/>
                </a:lnTo>
                <a:cubicBezTo>
                  <a:pt x="1481288" y="1191389"/>
                  <a:pt x="1481288" y="1190808"/>
                  <a:pt x="1481537" y="1190392"/>
                </a:cubicBezTo>
                <a:lnTo>
                  <a:pt x="1491589" y="1172946"/>
                </a:lnTo>
                <a:cubicBezTo>
                  <a:pt x="1491838" y="1172447"/>
                  <a:pt x="1492337" y="1172198"/>
                  <a:pt x="1492835" y="1172198"/>
                </a:cubicBezTo>
                <a:lnTo>
                  <a:pt x="1512941" y="1172198"/>
                </a:lnTo>
                <a:cubicBezTo>
                  <a:pt x="1513439" y="1172198"/>
                  <a:pt x="1513938" y="1172530"/>
                  <a:pt x="1514187" y="1172946"/>
                </a:cubicBezTo>
                <a:lnTo>
                  <a:pt x="1524240" y="1190392"/>
                </a:lnTo>
                <a:cubicBezTo>
                  <a:pt x="1524489" y="1190808"/>
                  <a:pt x="1524489" y="1191389"/>
                  <a:pt x="1524240" y="1191805"/>
                </a:cubicBezTo>
                <a:lnTo>
                  <a:pt x="1514187" y="1209251"/>
                </a:lnTo>
                <a:cubicBezTo>
                  <a:pt x="1513938" y="1209750"/>
                  <a:pt x="1513439" y="1209999"/>
                  <a:pt x="1512941" y="1209999"/>
                </a:cubicBezTo>
                <a:close/>
                <a:moveTo>
                  <a:pt x="1613208" y="1242253"/>
                </a:moveTo>
                <a:cubicBezTo>
                  <a:pt x="1612710" y="1242253"/>
                  <a:pt x="1612211" y="1241921"/>
                  <a:pt x="1611962" y="1241505"/>
                </a:cubicBezTo>
                <a:lnTo>
                  <a:pt x="1601910" y="1224059"/>
                </a:lnTo>
                <a:cubicBezTo>
                  <a:pt x="1601661" y="1223643"/>
                  <a:pt x="1601661" y="1223062"/>
                  <a:pt x="1601910" y="1222646"/>
                </a:cubicBezTo>
                <a:lnTo>
                  <a:pt x="1611962" y="1205200"/>
                </a:lnTo>
                <a:cubicBezTo>
                  <a:pt x="1612211" y="1204701"/>
                  <a:pt x="1612710" y="1204452"/>
                  <a:pt x="1613208" y="1204452"/>
                </a:cubicBezTo>
                <a:lnTo>
                  <a:pt x="1633314" y="1204452"/>
                </a:lnTo>
                <a:cubicBezTo>
                  <a:pt x="1633812" y="1204452"/>
                  <a:pt x="1634311" y="1204784"/>
                  <a:pt x="1634560" y="1205200"/>
                </a:cubicBezTo>
                <a:lnTo>
                  <a:pt x="1644613" y="1222646"/>
                </a:lnTo>
                <a:cubicBezTo>
                  <a:pt x="1644862" y="1223062"/>
                  <a:pt x="1644862" y="1223643"/>
                  <a:pt x="1644613" y="1224059"/>
                </a:cubicBezTo>
                <a:lnTo>
                  <a:pt x="1634560" y="1241505"/>
                </a:lnTo>
                <a:cubicBezTo>
                  <a:pt x="1634311" y="1242004"/>
                  <a:pt x="1633812" y="1242253"/>
                  <a:pt x="1633314" y="1242253"/>
                </a:cubicBezTo>
                <a:close/>
                <a:moveTo>
                  <a:pt x="1673394" y="1258380"/>
                </a:moveTo>
                <a:cubicBezTo>
                  <a:pt x="1672896" y="1258380"/>
                  <a:pt x="1672397" y="1258047"/>
                  <a:pt x="1672148" y="1257632"/>
                </a:cubicBezTo>
                <a:lnTo>
                  <a:pt x="1662096" y="1240186"/>
                </a:lnTo>
                <a:cubicBezTo>
                  <a:pt x="1661847" y="1239770"/>
                  <a:pt x="1661847" y="1239189"/>
                  <a:pt x="1662096" y="1238773"/>
                </a:cubicBezTo>
                <a:lnTo>
                  <a:pt x="1672148" y="1221327"/>
                </a:lnTo>
                <a:cubicBezTo>
                  <a:pt x="1672397" y="1220828"/>
                  <a:pt x="1672896" y="1220579"/>
                  <a:pt x="1673394" y="1220579"/>
                </a:cubicBezTo>
                <a:lnTo>
                  <a:pt x="1693500" y="1220579"/>
                </a:lnTo>
                <a:cubicBezTo>
                  <a:pt x="1693998" y="1220578"/>
                  <a:pt x="1694497" y="1220910"/>
                  <a:pt x="1694746" y="1221326"/>
                </a:cubicBezTo>
                <a:lnTo>
                  <a:pt x="1704799" y="1238773"/>
                </a:lnTo>
                <a:cubicBezTo>
                  <a:pt x="1705048" y="1239188"/>
                  <a:pt x="1705048" y="1239770"/>
                  <a:pt x="1704799" y="1240185"/>
                </a:cubicBezTo>
                <a:lnTo>
                  <a:pt x="1694746" y="1257632"/>
                </a:lnTo>
                <a:cubicBezTo>
                  <a:pt x="1694497" y="1258131"/>
                  <a:pt x="1693998" y="1258379"/>
                  <a:pt x="1693500" y="1258380"/>
                </a:cubicBezTo>
                <a:close/>
                <a:moveTo>
                  <a:pt x="1312195" y="1161701"/>
                </a:moveTo>
                <a:cubicBezTo>
                  <a:pt x="1311696" y="1161701"/>
                  <a:pt x="1311198" y="1161368"/>
                  <a:pt x="1310949" y="1160953"/>
                </a:cubicBezTo>
                <a:lnTo>
                  <a:pt x="1300813" y="1143424"/>
                </a:lnTo>
                <a:cubicBezTo>
                  <a:pt x="1300564" y="1143008"/>
                  <a:pt x="1300564" y="1142427"/>
                  <a:pt x="1300813" y="1142011"/>
                </a:cubicBezTo>
                <a:lnTo>
                  <a:pt x="1310949" y="1124482"/>
                </a:lnTo>
                <a:cubicBezTo>
                  <a:pt x="1311198" y="1123983"/>
                  <a:pt x="1311696" y="1123733"/>
                  <a:pt x="1312195" y="1123734"/>
                </a:cubicBezTo>
                <a:lnTo>
                  <a:pt x="1332466" y="1123734"/>
                </a:lnTo>
                <a:cubicBezTo>
                  <a:pt x="1332965" y="1123734"/>
                  <a:pt x="1333463" y="1124066"/>
                  <a:pt x="1333712" y="1124482"/>
                </a:cubicBezTo>
                <a:lnTo>
                  <a:pt x="1343848" y="1142012"/>
                </a:lnTo>
                <a:cubicBezTo>
                  <a:pt x="1344097" y="1142426"/>
                  <a:pt x="1344097" y="1143008"/>
                  <a:pt x="1343848" y="1143423"/>
                </a:cubicBezTo>
                <a:lnTo>
                  <a:pt x="1333712" y="1160953"/>
                </a:lnTo>
                <a:cubicBezTo>
                  <a:pt x="1333463" y="1161451"/>
                  <a:pt x="1332965" y="1161700"/>
                  <a:pt x="1332466" y="1161701"/>
                </a:cubicBezTo>
                <a:close/>
                <a:moveTo>
                  <a:pt x="1733499" y="1274589"/>
                </a:moveTo>
                <a:cubicBezTo>
                  <a:pt x="1733000" y="1274589"/>
                  <a:pt x="1732502" y="1274256"/>
                  <a:pt x="1732253" y="1273841"/>
                </a:cubicBezTo>
                <a:lnTo>
                  <a:pt x="1722117" y="1256312"/>
                </a:lnTo>
                <a:cubicBezTo>
                  <a:pt x="1721868" y="1255896"/>
                  <a:pt x="1721868" y="1255315"/>
                  <a:pt x="1722117" y="1254900"/>
                </a:cubicBezTo>
                <a:lnTo>
                  <a:pt x="1732253" y="1237370"/>
                </a:lnTo>
                <a:cubicBezTo>
                  <a:pt x="1732502" y="1236871"/>
                  <a:pt x="1733000" y="1236621"/>
                  <a:pt x="1733499" y="1236622"/>
                </a:cubicBezTo>
                <a:lnTo>
                  <a:pt x="1753770" y="1236622"/>
                </a:lnTo>
                <a:cubicBezTo>
                  <a:pt x="1754269" y="1236622"/>
                  <a:pt x="1754767" y="1236954"/>
                  <a:pt x="1755016" y="1237370"/>
                </a:cubicBezTo>
                <a:lnTo>
                  <a:pt x="1765152" y="1254900"/>
                </a:lnTo>
                <a:cubicBezTo>
                  <a:pt x="1765401" y="1255314"/>
                  <a:pt x="1765401" y="1255896"/>
                  <a:pt x="1765152" y="1256311"/>
                </a:cubicBezTo>
                <a:lnTo>
                  <a:pt x="1755016" y="1273841"/>
                </a:lnTo>
                <a:cubicBezTo>
                  <a:pt x="1754767" y="1274339"/>
                  <a:pt x="1754269" y="1274589"/>
                  <a:pt x="1753770" y="1274589"/>
                </a:cubicBezTo>
                <a:close/>
                <a:moveTo>
                  <a:pt x="1793684" y="1290716"/>
                </a:moveTo>
                <a:cubicBezTo>
                  <a:pt x="1793185" y="1290715"/>
                  <a:pt x="1792688" y="1290383"/>
                  <a:pt x="1792439" y="1289968"/>
                </a:cubicBezTo>
                <a:lnTo>
                  <a:pt x="1782303" y="1272438"/>
                </a:lnTo>
                <a:cubicBezTo>
                  <a:pt x="1782054" y="1272022"/>
                  <a:pt x="1782054" y="1271442"/>
                  <a:pt x="1782303" y="1271026"/>
                </a:cubicBezTo>
                <a:lnTo>
                  <a:pt x="1792439" y="1253496"/>
                </a:lnTo>
                <a:cubicBezTo>
                  <a:pt x="1792688" y="1252997"/>
                  <a:pt x="1793186" y="1252748"/>
                  <a:pt x="1793685" y="1252748"/>
                </a:cubicBezTo>
                <a:lnTo>
                  <a:pt x="1813956" y="1252748"/>
                </a:lnTo>
                <a:cubicBezTo>
                  <a:pt x="1814455" y="1252749"/>
                  <a:pt x="1814953" y="1253080"/>
                  <a:pt x="1815202" y="1253496"/>
                </a:cubicBezTo>
                <a:lnTo>
                  <a:pt x="1825337" y="1271027"/>
                </a:lnTo>
                <a:cubicBezTo>
                  <a:pt x="1825587" y="1271441"/>
                  <a:pt x="1825587" y="1272022"/>
                  <a:pt x="1825338" y="1272438"/>
                </a:cubicBezTo>
                <a:lnTo>
                  <a:pt x="1815202" y="1289968"/>
                </a:lnTo>
                <a:cubicBezTo>
                  <a:pt x="1814953" y="1290466"/>
                  <a:pt x="1814455" y="1290715"/>
                  <a:pt x="1813956" y="1290716"/>
                </a:cubicBezTo>
                <a:close/>
                <a:moveTo>
                  <a:pt x="3599188" y="1774604"/>
                </a:moveTo>
                <a:cubicBezTo>
                  <a:pt x="3598690" y="1774604"/>
                  <a:pt x="3598191" y="1774272"/>
                  <a:pt x="3597942" y="1773857"/>
                </a:cubicBezTo>
                <a:lnTo>
                  <a:pt x="3587807" y="1756244"/>
                </a:lnTo>
                <a:cubicBezTo>
                  <a:pt x="3587558" y="1755829"/>
                  <a:pt x="3587558" y="1755247"/>
                  <a:pt x="3587807" y="1754832"/>
                </a:cubicBezTo>
                <a:lnTo>
                  <a:pt x="3598025" y="1737219"/>
                </a:lnTo>
                <a:cubicBezTo>
                  <a:pt x="3598274" y="1736720"/>
                  <a:pt x="3598772" y="1736471"/>
                  <a:pt x="3599271" y="1736471"/>
                </a:cubicBezTo>
                <a:lnTo>
                  <a:pt x="3619625" y="1736471"/>
                </a:lnTo>
                <a:cubicBezTo>
                  <a:pt x="3620124" y="1736471"/>
                  <a:pt x="3620622" y="1736803"/>
                  <a:pt x="3620872" y="1737219"/>
                </a:cubicBezTo>
                <a:lnTo>
                  <a:pt x="3631008" y="1754832"/>
                </a:lnTo>
                <a:cubicBezTo>
                  <a:pt x="3631257" y="1755247"/>
                  <a:pt x="3631256" y="1755829"/>
                  <a:pt x="3631008" y="1756244"/>
                </a:cubicBezTo>
                <a:lnTo>
                  <a:pt x="3620788" y="1773857"/>
                </a:lnTo>
                <a:cubicBezTo>
                  <a:pt x="3620539" y="1774355"/>
                  <a:pt x="3620041" y="1774604"/>
                  <a:pt x="3619543" y="1774604"/>
                </a:cubicBezTo>
                <a:close/>
                <a:moveTo>
                  <a:pt x="3478713" y="1742587"/>
                </a:moveTo>
                <a:cubicBezTo>
                  <a:pt x="3478213" y="1742587"/>
                  <a:pt x="3477716" y="1742254"/>
                  <a:pt x="3477467" y="1741839"/>
                </a:cubicBezTo>
                <a:lnTo>
                  <a:pt x="3467165" y="1724060"/>
                </a:lnTo>
                <a:cubicBezTo>
                  <a:pt x="3466916" y="1723645"/>
                  <a:pt x="3466916" y="1723063"/>
                  <a:pt x="3467165" y="1722648"/>
                </a:cubicBezTo>
                <a:lnTo>
                  <a:pt x="3477467" y="1704869"/>
                </a:lnTo>
                <a:cubicBezTo>
                  <a:pt x="3477716" y="1704370"/>
                  <a:pt x="3478214" y="1704121"/>
                  <a:pt x="3478713" y="1704121"/>
                </a:cubicBezTo>
                <a:lnTo>
                  <a:pt x="3499232" y="1704121"/>
                </a:lnTo>
                <a:cubicBezTo>
                  <a:pt x="3499732" y="1704120"/>
                  <a:pt x="3500230" y="1704453"/>
                  <a:pt x="3500480" y="1704869"/>
                </a:cubicBezTo>
                <a:lnTo>
                  <a:pt x="3510781" y="1722648"/>
                </a:lnTo>
                <a:cubicBezTo>
                  <a:pt x="3511030" y="1723063"/>
                  <a:pt x="3511031" y="1723645"/>
                  <a:pt x="3510781" y="1724060"/>
                </a:cubicBezTo>
                <a:lnTo>
                  <a:pt x="3500480" y="1741839"/>
                </a:lnTo>
                <a:cubicBezTo>
                  <a:pt x="3500229" y="1742337"/>
                  <a:pt x="3499732" y="1742587"/>
                  <a:pt x="3499233" y="1742587"/>
                </a:cubicBezTo>
                <a:close/>
                <a:moveTo>
                  <a:pt x="1432388" y="1194380"/>
                </a:moveTo>
                <a:cubicBezTo>
                  <a:pt x="1431889" y="1194379"/>
                  <a:pt x="1431391" y="1194047"/>
                  <a:pt x="1431141" y="1193631"/>
                </a:cubicBezTo>
                <a:lnTo>
                  <a:pt x="1420840" y="1175770"/>
                </a:lnTo>
                <a:cubicBezTo>
                  <a:pt x="1420591" y="1175271"/>
                  <a:pt x="1420591" y="1174689"/>
                  <a:pt x="1420840" y="1174275"/>
                </a:cubicBezTo>
                <a:lnTo>
                  <a:pt x="1431141" y="1156413"/>
                </a:lnTo>
                <a:cubicBezTo>
                  <a:pt x="1431391" y="1155913"/>
                  <a:pt x="1431889" y="1155664"/>
                  <a:pt x="1432388" y="1155664"/>
                </a:cubicBezTo>
                <a:lnTo>
                  <a:pt x="1453074" y="1155664"/>
                </a:lnTo>
                <a:cubicBezTo>
                  <a:pt x="1453573" y="1155665"/>
                  <a:pt x="1454071" y="1155997"/>
                  <a:pt x="1454321" y="1156413"/>
                </a:cubicBezTo>
                <a:lnTo>
                  <a:pt x="1464623" y="1174275"/>
                </a:lnTo>
                <a:cubicBezTo>
                  <a:pt x="1464872" y="1174773"/>
                  <a:pt x="1464873" y="1175354"/>
                  <a:pt x="1464623" y="1175770"/>
                </a:cubicBezTo>
                <a:lnTo>
                  <a:pt x="1454321" y="1193631"/>
                </a:lnTo>
                <a:cubicBezTo>
                  <a:pt x="1454071" y="1194130"/>
                  <a:pt x="1453573" y="1194380"/>
                  <a:pt x="1453075" y="1194380"/>
                </a:cubicBezTo>
                <a:close/>
                <a:moveTo>
                  <a:pt x="3538907" y="1758820"/>
                </a:moveTo>
                <a:cubicBezTo>
                  <a:pt x="3538409" y="1758819"/>
                  <a:pt x="3537910" y="1758487"/>
                  <a:pt x="3537661" y="1758072"/>
                </a:cubicBezTo>
                <a:lnTo>
                  <a:pt x="3527359" y="1740210"/>
                </a:lnTo>
                <a:cubicBezTo>
                  <a:pt x="3527110" y="1739711"/>
                  <a:pt x="3527110" y="1739130"/>
                  <a:pt x="3527359" y="1738715"/>
                </a:cubicBezTo>
                <a:lnTo>
                  <a:pt x="3537661" y="1720853"/>
                </a:lnTo>
                <a:cubicBezTo>
                  <a:pt x="3537911" y="1720354"/>
                  <a:pt x="3538409" y="1720105"/>
                  <a:pt x="3538907" y="1720105"/>
                </a:cubicBezTo>
                <a:lnTo>
                  <a:pt x="3559594" y="1720105"/>
                </a:lnTo>
                <a:cubicBezTo>
                  <a:pt x="3560092" y="1720105"/>
                  <a:pt x="3560591" y="1720437"/>
                  <a:pt x="3560840" y="1720853"/>
                </a:cubicBezTo>
                <a:lnTo>
                  <a:pt x="3571142" y="1738715"/>
                </a:lnTo>
                <a:cubicBezTo>
                  <a:pt x="3571391" y="1739213"/>
                  <a:pt x="3571392" y="1739795"/>
                  <a:pt x="3571142" y="1740210"/>
                </a:cubicBezTo>
                <a:lnTo>
                  <a:pt x="3560840" y="1758071"/>
                </a:lnTo>
                <a:cubicBezTo>
                  <a:pt x="3560591" y="1758569"/>
                  <a:pt x="3560093" y="1758820"/>
                  <a:pt x="3559595" y="1758819"/>
                </a:cubicBezTo>
                <a:close/>
                <a:moveTo>
                  <a:pt x="3659279" y="1791073"/>
                </a:moveTo>
                <a:cubicBezTo>
                  <a:pt x="3658781" y="1791073"/>
                  <a:pt x="3658282" y="1790741"/>
                  <a:pt x="3658033" y="1790325"/>
                </a:cubicBezTo>
                <a:lnTo>
                  <a:pt x="3647731" y="1772463"/>
                </a:lnTo>
                <a:cubicBezTo>
                  <a:pt x="3647482" y="1771965"/>
                  <a:pt x="3647482" y="1771383"/>
                  <a:pt x="3647731" y="1770968"/>
                </a:cubicBezTo>
                <a:lnTo>
                  <a:pt x="3658033" y="1753106"/>
                </a:lnTo>
                <a:cubicBezTo>
                  <a:pt x="3658282" y="1752607"/>
                  <a:pt x="3658781" y="1752358"/>
                  <a:pt x="3659279" y="1752358"/>
                </a:cubicBezTo>
                <a:lnTo>
                  <a:pt x="3679966" y="1752358"/>
                </a:lnTo>
                <a:cubicBezTo>
                  <a:pt x="3680464" y="1752358"/>
                  <a:pt x="3680963" y="1752690"/>
                  <a:pt x="3681212" y="1753106"/>
                </a:cubicBezTo>
                <a:lnTo>
                  <a:pt x="3691514" y="1770968"/>
                </a:lnTo>
                <a:cubicBezTo>
                  <a:pt x="3691763" y="1771466"/>
                  <a:pt x="3691763" y="1772048"/>
                  <a:pt x="3691514" y="1772463"/>
                </a:cubicBezTo>
                <a:lnTo>
                  <a:pt x="3681212" y="1790325"/>
                </a:lnTo>
                <a:cubicBezTo>
                  <a:pt x="3680963" y="1790823"/>
                  <a:pt x="3680464" y="1791073"/>
                  <a:pt x="3679966" y="1791073"/>
                </a:cubicBezTo>
                <a:close/>
                <a:moveTo>
                  <a:pt x="2335018" y="1436437"/>
                </a:moveTo>
                <a:cubicBezTo>
                  <a:pt x="2334519" y="1436437"/>
                  <a:pt x="2334021" y="1436105"/>
                  <a:pt x="2333772" y="1435690"/>
                </a:cubicBezTo>
                <a:lnTo>
                  <a:pt x="2323387" y="1417661"/>
                </a:lnTo>
                <a:cubicBezTo>
                  <a:pt x="2323138" y="1417163"/>
                  <a:pt x="2323138" y="1416581"/>
                  <a:pt x="2323387" y="1416166"/>
                </a:cubicBezTo>
                <a:lnTo>
                  <a:pt x="2333855" y="1398138"/>
                </a:lnTo>
                <a:cubicBezTo>
                  <a:pt x="2334104" y="1397639"/>
                  <a:pt x="2334603" y="1397390"/>
                  <a:pt x="2335101" y="1397390"/>
                </a:cubicBezTo>
                <a:lnTo>
                  <a:pt x="2355953" y="1397390"/>
                </a:lnTo>
                <a:cubicBezTo>
                  <a:pt x="2356452" y="1397390"/>
                  <a:pt x="2356951" y="1397722"/>
                  <a:pt x="2357200" y="1398138"/>
                </a:cubicBezTo>
                <a:lnTo>
                  <a:pt x="2367585" y="1416165"/>
                </a:lnTo>
                <a:cubicBezTo>
                  <a:pt x="2367834" y="1416664"/>
                  <a:pt x="2367834" y="1417246"/>
                  <a:pt x="2367585" y="1417661"/>
                </a:cubicBezTo>
                <a:lnTo>
                  <a:pt x="2357117" y="1435690"/>
                </a:lnTo>
                <a:cubicBezTo>
                  <a:pt x="2356868" y="1436188"/>
                  <a:pt x="2356369" y="1436437"/>
                  <a:pt x="2355871" y="1436437"/>
                </a:cubicBezTo>
                <a:close/>
                <a:moveTo>
                  <a:pt x="2395203" y="1452646"/>
                </a:moveTo>
                <a:cubicBezTo>
                  <a:pt x="2394705" y="1452646"/>
                  <a:pt x="2394207" y="1452315"/>
                  <a:pt x="2393958" y="1451898"/>
                </a:cubicBezTo>
                <a:lnTo>
                  <a:pt x="2383490" y="1433787"/>
                </a:lnTo>
                <a:cubicBezTo>
                  <a:pt x="2383241" y="1433290"/>
                  <a:pt x="2383241" y="1432708"/>
                  <a:pt x="2383490" y="1432293"/>
                </a:cubicBezTo>
                <a:lnTo>
                  <a:pt x="2393957" y="1414182"/>
                </a:lnTo>
                <a:cubicBezTo>
                  <a:pt x="2394207" y="1413683"/>
                  <a:pt x="2394705" y="1413434"/>
                  <a:pt x="2395203" y="1413434"/>
                </a:cubicBezTo>
                <a:lnTo>
                  <a:pt x="2416140" y="1413434"/>
                </a:lnTo>
                <a:cubicBezTo>
                  <a:pt x="2416639" y="1413434"/>
                  <a:pt x="2417136" y="1413766"/>
                  <a:pt x="2417386" y="1414182"/>
                </a:cubicBezTo>
                <a:lnTo>
                  <a:pt x="2427853" y="1432293"/>
                </a:lnTo>
                <a:cubicBezTo>
                  <a:pt x="2428104" y="1432790"/>
                  <a:pt x="2428103" y="1433373"/>
                  <a:pt x="2427853" y="1433788"/>
                </a:cubicBezTo>
                <a:lnTo>
                  <a:pt x="2417386" y="1451899"/>
                </a:lnTo>
                <a:cubicBezTo>
                  <a:pt x="2417137" y="1452398"/>
                  <a:pt x="2416639" y="1452647"/>
                  <a:pt x="2416140" y="1452647"/>
                </a:cubicBezTo>
                <a:close/>
                <a:moveTo>
                  <a:pt x="2635948" y="1517154"/>
                </a:moveTo>
                <a:cubicBezTo>
                  <a:pt x="2635450" y="1517154"/>
                  <a:pt x="2634951" y="1516822"/>
                  <a:pt x="2634702" y="1516406"/>
                </a:cubicBezTo>
                <a:lnTo>
                  <a:pt x="2624234" y="1498295"/>
                </a:lnTo>
                <a:cubicBezTo>
                  <a:pt x="2623985" y="1497797"/>
                  <a:pt x="2623985" y="1497215"/>
                  <a:pt x="2624234" y="1496800"/>
                </a:cubicBezTo>
                <a:lnTo>
                  <a:pt x="2634702" y="1478689"/>
                </a:lnTo>
                <a:cubicBezTo>
                  <a:pt x="2634951" y="1478190"/>
                  <a:pt x="2635450" y="1477941"/>
                  <a:pt x="2635948" y="1477941"/>
                </a:cubicBezTo>
                <a:lnTo>
                  <a:pt x="2656884" y="1477941"/>
                </a:lnTo>
                <a:cubicBezTo>
                  <a:pt x="2657383" y="1477941"/>
                  <a:pt x="2657881" y="1478273"/>
                  <a:pt x="2658130" y="1478689"/>
                </a:cubicBezTo>
                <a:lnTo>
                  <a:pt x="2668598" y="1496800"/>
                </a:lnTo>
                <a:cubicBezTo>
                  <a:pt x="2668848" y="1497298"/>
                  <a:pt x="2668848" y="1497880"/>
                  <a:pt x="2668598" y="1498295"/>
                </a:cubicBezTo>
                <a:lnTo>
                  <a:pt x="2658130" y="1516406"/>
                </a:lnTo>
                <a:cubicBezTo>
                  <a:pt x="2657881" y="1516905"/>
                  <a:pt x="2657383" y="1517154"/>
                  <a:pt x="2656884" y="1517154"/>
                </a:cubicBezTo>
                <a:close/>
                <a:moveTo>
                  <a:pt x="2274771" y="1420469"/>
                </a:moveTo>
                <a:cubicBezTo>
                  <a:pt x="2274273" y="1420469"/>
                  <a:pt x="2273774" y="1420136"/>
                  <a:pt x="2273525" y="1419721"/>
                </a:cubicBezTo>
                <a:lnTo>
                  <a:pt x="2262974" y="1401444"/>
                </a:lnTo>
                <a:cubicBezTo>
                  <a:pt x="2262725" y="1400945"/>
                  <a:pt x="2262725" y="1400363"/>
                  <a:pt x="2262974" y="1399948"/>
                </a:cubicBezTo>
                <a:lnTo>
                  <a:pt x="2273525" y="1381671"/>
                </a:lnTo>
                <a:cubicBezTo>
                  <a:pt x="2273774" y="1381172"/>
                  <a:pt x="2274273" y="1380923"/>
                  <a:pt x="2274771" y="1380923"/>
                </a:cubicBezTo>
                <a:lnTo>
                  <a:pt x="2295790" y="1380923"/>
                </a:lnTo>
                <a:cubicBezTo>
                  <a:pt x="2296289" y="1380923"/>
                  <a:pt x="2296787" y="1381255"/>
                  <a:pt x="2297036" y="1381671"/>
                </a:cubicBezTo>
                <a:lnTo>
                  <a:pt x="2307588" y="1399948"/>
                </a:lnTo>
                <a:cubicBezTo>
                  <a:pt x="2307837" y="1400447"/>
                  <a:pt x="2307837" y="1401028"/>
                  <a:pt x="2307588" y="1401444"/>
                </a:cubicBezTo>
                <a:lnTo>
                  <a:pt x="2297036" y="1419721"/>
                </a:lnTo>
                <a:cubicBezTo>
                  <a:pt x="2296787" y="1420219"/>
                  <a:pt x="2296289" y="1420469"/>
                  <a:pt x="2295790" y="1420469"/>
                </a:cubicBezTo>
                <a:close/>
                <a:moveTo>
                  <a:pt x="3719241" y="1807514"/>
                </a:moveTo>
                <a:cubicBezTo>
                  <a:pt x="3718743" y="1807513"/>
                  <a:pt x="3718243" y="1807180"/>
                  <a:pt x="3717994" y="1806766"/>
                </a:cubicBezTo>
                <a:lnTo>
                  <a:pt x="3707444" y="1788489"/>
                </a:lnTo>
                <a:cubicBezTo>
                  <a:pt x="3707194" y="1787990"/>
                  <a:pt x="3707194" y="1787407"/>
                  <a:pt x="3707443" y="1786993"/>
                </a:cubicBezTo>
                <a:lnTo>
                  <a:pt x="3717994" y="1768716"/>
                </a:lnTo>
                <a:cubicBezTo>
                  <a:pt x="3718243" y="1768216"/>
                  <a:pt x="3718742" y="1767967"/>
                  <a:pt x="3719240" y="1767968"/>
                </a:cubicBezTo>
                <a:lnTo>
                  <a:pt x="3740260" y="1767967"/>
                </a:lnTo>
                <a:cubicBezTo>
                  <a:pt x="3740757" y="1767968"/>
                  <a:pt x="3741257" y="1768300"/>
                  <a:pt x="3741505" y="1768715"/>
                </a:cubicBezTo>
                <a:lnTo>
                  <a:pt x="3752057" y="1786992"/>
                </a:lnTo>
                <a:cubicBezTo>
                  <a:pt x="3752306" y="1787491"/>
                  <a:pt x="3752306" y="1788072"/>
                  <a:pt x="3752056" y="1788488"/>
                </a:cubicBezTo>
                <a:lnTo>
                  <a:pt x="3741505" y="1806765"/>
                </a:lnTo>
                <a:cubicBezTo>
                  <a:pt x="3741256" y="1807263"/>
                  <a:pt x="3740757" y="1807514"/>
                  <a:pt x="3740259" y="1807513"/>
                </a:cubicBezTo>
                <a:close/>
                <a:moveTo>
                  <a:pt x="3779426" y="1823640"/>
                </a:moveTo>
                <a:cubicBezTo>
                  <a:pt x="3778929" y="1823640"/>
                  <a:pt x="3778429" y="1823307"/>
                  <a:pt x="3778180" y="1822892"/>
                </a:cubicBezTo>
                <a:lnTo>
                  <a:pt x="3767629" y="1804615"/>
                </a:lnTo>
                <a:cubicBezTo>
                  <a:pt x="3767380" y="1804116"/>
                  <a:pt x="3767380" y="1803534"/>
                  <a:pt x="3767629" y="1803119"/>
                </a:cubicBezTo>
                <a:lnTo>
                  <a:pt x="3778180" y="1784842"/>
                </a:lnTo>
                <a:cubicBezTo>
                  <a:pt x="3778429" y="1784343"/>
                  <a:pt x="3778928" y="1784094"/>
                  <a:pt x="3779426" y="1784094"/>
                </a:cubicBezTo>
                <a:lnTo>
                  <a:pt x="3800445" y="1784094"/>
                </a:lnTo>
                <a:cubicBezTo>
                  <a:pt x="3800943" y="1784094"/>
                  <a:pt x="3801442" y="1784426"/>
                  <a:pt x="3801691" y="1784842"/>
                </a:cubicBezTo>
                <a:lnTo>
                  <a:pt x="3812242" y="1803119"/>
                </a:lnTo>
                <a:cubicBezTo>
                  <a:pt x="3812492" y="1803618"/>
                  <a:pt x="3812492" y="1804199"/>
                  <a:pt x="3812242" y="1804615"/>
                </a:cubicBezTo>
                <a:lnTo>
                  <a:pt x="3801691" y="1822892"/>
                </a:lnTo>
                <a:cubicBezTo>
                  <a:pt x="3801442" y="1823390"/>
                  <a:pt x="3800943" y="1823640"/>
                  <a:pt x="3800445" y="1823640"/>
                </a:cubicBezTo>
                <a:close/>
                <a:moveTo>
                  <a:pt x="2515492" y="1485161"/>
                </a:moveTo>
                <a:cubicBezTo>
                  <a:pt x="2514911" y="1485161"/>
                  <a:pt x="2514412" y="1484912"/>
                  <a:pt x="2514163" y="1484413"/>
                </a:cubicBezTo>
                <a:lnTo>
                  <a:pt x="2503612" y="1466053"/>
                </a:lnTo>
                <a:cubicBezTo>
                  <a:pt x="2503363" y="1465554"/>
                  <a:pt x="2503363" y="1465056"/>
                  <a:pt x="2503612" y="1464557"/>
                </a:cubicBezTo>
                <a:lnTo>
                  <a:pt x="2514163" y="1446197"/>
                </a:lnTo>
                <a:cubicBezTo>
                  <a:pt x="2514495" y="1445698"/>
                  <a:pt x="2514994" y="1445449"/>
                  <a:pt x="2515492" y="1445449"/>
                </a:cubicBezTo>
                <a:lnTo>
                  <a:pt x="2536677" y="1445449"/>
                </a:lnTo>
                <a:cubicBezTo>
                  <a:pt x="2537259" y="1445449"/>
                  <a:pt x="2537757" y="1445698"/>
                  <a:pt x="2538007" y="1446197"/>
                </a:cubicBezTo>
                <a:lnTo>
                  <a:pt x="2548558" y="1464557"/>
                </a:lnTo>
                <a:cubicBezTo>
                  <a:pt x="2548807" y="1465056"/>
                  <a:pt x="2548807" y="1465554"/>
                  <a:pt x="2548558" y="1466053"/>
                </a:cubicBezTo>
                <a:lnTo>
                  <a:pt x="2538007" y="1484413"/>
                </a:lnTo>
                <a:cubicBezTo>
                  <a:pt x="2537674" y="1484912"/>
                  <a:pt x="2537176" y="1485161"/>
                  <a:pt x="2536677" y="1485161"/>
                </a:cubicBezTo>
                <a:close/>
                <a:moveTo>
                  <a:pt x="2455223" y="1469107"/>
                </a:moveTo>
                <a:cubicBezTo>
                  <a:pt x="2454642" y="1469107"/>
                  <a:pt x="2454143" y="1468858"/>
                  <a:pt x="2453894" y="1468360"/>
                </a:cubicBezTo>
                <a:lnTo>
                  <a:pt x="2443260" y="1449916"/>
                </a:lnTo>
                <a:cubicBezTo>
                  <a:pt x="2443011" y="1449500"/>
                  <a:pt x="2443011" y="1448919"/>
                  <a:pt x="2443260" y="1448420"/>
                </a:cubicBezTo>
                <a:lnTo>
                  <a:pt x="2453894" y="1429977"/>
                </a:lnTo>
                <a:cubicBezTo>
                  <a:pt x="2454226" y="1429478"/>
                  <a:pt x="2454725" y="1429229"/>
                  <a:pt x="2455223" y="1429229"/>
                </a:cubicBezTo>
                <a:lnTo>
                  <a:pt x="2476492" y="1429229"/>
                </a:lnTo>
                <a:cubicBezTo>
                  <a:pt x="2477073" y="1429229"/>
                  <a:pt x="2477572" y="1429478"/>
                  <a:pt x="2477821" y="1429977"/>
                </a:cubicBezTo>
                <a:lnTo>
                  <a:pt x="2488455" y="1448420"/>
                </a:lnTo>
                <a:cubicBezTo>
                  <a:pt x="2488704" y="1448836"/>
                  <a:pt x="2488704" y="1449417"/>
                  <a:pt x="2488455" y="1449916"/>
                </a:cubicBezTo>
                <a:lnTo>
                  <a:pt x="2477821" y="1468359"/>
                </a:lnTo>
                <a:cubicBezTo>
                  <a:pt x="2477488" y="1468858"/>
                  <a:pt x="2476990" y="1469107"/>
                  <a:pt x="2476492" y="1469107"/>
                </a:cubicBezTo>
                <a:close/>
                <a:moveTo>
                  <a:pt x="2575512" y="1501443"/>
                </a:moveTo>
                <a:cubicBezTo>
                  <a:pt x="2574931" y="1501443"/>
                  <a:pt x="2574432" y="1501194"/>
                  <a:pt x="2574183" y="1500696"/>
                </a:cubicBezTo>
                <a:lnTo>
                  <a:pt x="2563549" y="1482169"/>
                </a:lnTo>
                <a:cubicBezTo>
                  <a:pt x="2563300" y="1481753"/>
                  <a:pt x="2563300" y="1481172"/>
                  <a:pt x="2563549" y="1480673"/>
                </a:cubicBezTo>
                <a:lnTo>
                  <a:pt x="2574266" y="1462147"/>
                </a:lnTo>
                <a:cubicBezTo>
                  <a:pt x="2574599" y="1461731"/>
                  <a:pt x="2575097" y="1461399"/>
                  <a:pt x="2575596" y="1461399"/>
                </a:cubicBezTo>
                <a:lnTo>
                  <a:pt x="2596947" y="1461399"/>
                </a:lnTo>
                <a:cubicBezTo>
                  <a:pt x="2597528" y="1461399"/>
                  <a:pt x="2598027" y="1461648"/>
                  <a:pt x="2598276" y="1462147"/>
                </a:cubicBezTo>
                <a:lnTo>
                  <a:pt x="2608910" y="1480673"/>
                </a:lnTo>
                <a:cubicBezTo>
                  <a:pt x="2609160" y="1481089"/>
                  <a:pt x="2609160" y="1481670"/>
                  <a:pt x="2608910" y="1482169"/>
                </a:cubicBezTo>
                <a:lnTo>
                  <a:pt x="2598193" y="1500696"/>
                </a:lnTo>
                <a:cubicBezTo>
                  <a:pt x="2597861" y="1501111"/>
                  <a:pt x="2597362" y="1501443"/>
                  <a:pt x="2596864" y="1501443"/>
                </a:cubicBezTo>
                <a:close/>
                <a:moveTo>
                  <a:pt x="5163437" y="2195158"/>
                </a:moveTo>
                <a:cubicBezTo>
                  <a:pt x="5162856" y="2195158"/>
                  <a:pt x="5162357" y="2194909"/>
                  <a:pt x="5162108" y="2194411"/>
                </a:cubicBezTo>
                <a:lnTo>
                  <a:pt x="5151308" y="2175635"/>
                </a:lnTo>
                <a:cubicBezTo>
                  <a:pt x="5151059" y="2175220"/>
                  <a:pt x="5151059" y="2174638"/>
                  <a:pt x="5151308" y="2174140"/>
                </a:cubicBezTo>
                <a:lnTo>
                  <a:pt x="5162108" y="2155364"/>
                </a:lnTo>
                <a:cubicBezTo>
                  <a:pt x="5162356" y="2154948"/>
                  <a:pt x="5162939" y="2154615"/>
                  <a:pt x="5163438" y="2154616"/>
                </a:cubicBezTo>
                <a:lnTo>
                  <a:pt x="5185121" y="2154615"/>
                </a:lnTo>
                <a:cubicBezTo>
                  <a:pt x="5185702" y="2154616"/>
                  <a:pt x="5186200" y="2154864"/>
                  <a:pt x="5186451" y="2155364"/>
                </a:cubicBezTo>
                <a:lnTo>
                  <a:pt x="5197251" y="2174140"/>
                </a:lnTo>
                <a:cubicBezTo>
                  <a:pt x="5197500" y="2174555"/>
                  <a:pt x="5197500" y="2175137"/>
                  <a:pt x="5197251" y="2175635"/>
                </a:cubicBezTo>
                <a:lnTo>
                  <a:pt x="5186451" y="2194411"/>
                </a:lnTo>
                <a:cubicBezTo>
                  <a:pt x="5186201" y="2194826"/>
                  <a:pt x="5185620" y="2195159"/>
                  <a:pt x="5185121" y="2195159"/>
                </a:cubicBezTo>
                <a:close/>
                <a:moveTo>
                  <a:pt x="5223447" y="2211522"/>
                </a:moveTo>
                <a:cubicBezTo>
                  <a:pt x="5222948" y="2211522"/>
                  <a:pt x="5222367" y="2211273"/>
                  <a:pt x="5222117" y="2210774"/>
                </a:cubicBezTo>
                <a:lnTo>
                  <a:pt x="5211234" y="2191832"/>
                </a:lnTo>
                <a:cubicBezTo>
                  <a:pt x="5210985" y="2191334"/>
                  <a:pt x="5210985" y="2190752"/>
                  <a:pt x="5211234" y="2190254"/>
                </a:cubicBezTo>
                <a:lnTo>
                  <a:pt x="5222200" y="2171312"/>
                </a:lnTo>
                <a:cubicBezTo>
                  <a:pt x="5222450" y="2170896"/>
                  <a:pt x="5222948" y="2170564"/>
                  <a:pt x="5223530" y="2170564"/>
                </a:cubicBezTo>
                <a:lnTo>
                  <a:pt x="5245380" y="2170564"/>
                </a:lnTo>
                <a:cubicBezTo>
                  <a:pt x="5245878" y="2170564"/>
                  <a:pt x="5246460" y="2170813"/>
                  <a:pt x="5246709" y="2171312"/>
                </a:cubicBezTo>
                <a:lnTo>
                  <a:pt x="5257592" y="2190254"/>
                </a:lnTo>
                <a:cubicBezTo>
                  <a:pt x="5257841" y="2190752"/>
                  <a:pt x="5257841" y="2191334"/>
                  <a:pt x="5257592" y="2191832"/>
                </a:cubicBezTo>
                <a:lnTo>
                  <a:pt x="5246626" y="2210774"/>
                </a:lnTo>
                <a:cubicBezTo>
                  <a:pt x="5246376" y="2211190"/>
                  <a:pt x="5245878" y="2211522"/>
                  <a:pt x="5245296" y="2211522"/>
                </a:cubicBezTo>
                <a:close/>
                <a:moveTo>
                  <a:pt x="5343820" y="2243858"/>
                </a:moveTo>
                <a:cubicBezTo>
                  <a:pt x="5343321" y="2243858"/>
                  <a:pt x="5342740" y="2243609"/>
                  <a:pt x="5342490" y="2243111"/>
                </a:cubicBezTo>
                <a:lnTo>
                  <a:pt x="5331524" y="2224085"/>
                </a:lnTo>
                <a:cubicBezTo>
                  <a:pt x="5331275" y="2223587"/>
                  <a:pt x="5331275" y="2223005"/>
                  <a:pt x="5331524" y="2222507"/>
                </a:cubicBezTo>
                <a:lnTo>
                  <a:pt x="5342490" y="2203482"/>
                </a:lnTo>
                <a:cubicBezTo>
                  <a:pt x="5342740" y="2203066"/>
                  <a:pt x="5343238" y="2202734"/>
                  <a:pt x="5343820" y="2202734"/>
                </a:cubicBezTo>
                <a:lnTo>
                  <a:pt x="5365753" y="2202734"/>
                </a:lnTo>
                <a:cubicBezTo>
                  <a:pt x="5366251" y="2202734"/>
                  <a:pt x="5366833" y="2202983"/>
                  <a:pt x="5367082" y="2203482"/>
                </a:cubicBezTo>
                <a:lnTo>
                  <a:pt x="5378048" y="2222507"/>
                </a:lnTo>
                <a:cubicBezTo>
                  <a:pt x="5378298" y="2223005"/>
                  <a:pt x="5378298" y="2223587"/>
                  <a:pt x="5378048" y="2224085"/>
                </a:cubicBezTo>
                <a:lnTo>
                  <a:pt x="5367082" y="2243111"/>
                </a:lnTo>
                <a:cubicBezTo>
                  <a:pt x="5366833" y="2243526"/>
                  <a:pt x="5366334" y="2243858"/>
                  <a:pt x="5365753" y="2243858"/>
                </a:cubicBezTo>
                <a:close/>
                <a:moveTo>
                  <a:pt x="3297321" y="1695712"/>
                </a:moveTo>
                <a:cubicBezTo>
                  <a:pt x="3296822" y="1695712"/>
                  <a:pt x="3296242" y="1695463"/>
                  <a:pt x="3295991" y="1694965"/>
                </a:cubicBezTo>
                <a:lnTo>
                  <a:pt x="3284943" y="1675773"/>
                </a:lnTo>
                <a:cubicBezTo>
                  <a:pt x="3284694" y="1675275"/>
                  <a:pt x="3284694" y="1674693"/>
                  <a:pt x="3284943" y="1674195"/>
                </a:cubicBezTo>
                <a:lnTo>
                  <a:pt x="3296074" y="1655004"/>
                </a:lnTo>
                <a:cubicBezTo>
                  <a:pt x="3296325" y="1654588"/>
                  <a:pt x="3296823" y="1654256"/>
                  <a:pt x="3297404" y="1654256"/>
                </a:cubicBezTo>
                <a:lnTo>
                  <a:pt x="3319587" y="1654256"/>
                </a:lnTo>
                <a:cubicBezTo>
                  <a:pt x="3320085" y="1654256"/>
                  <a:pt x="3320666" y="1654505"/>
                  <a:pt x="3320915" y="1655004"/>
                </a:cubicBezTo>
                <a:lnTo>
                  <a:pt x="3331965" y="1674195"/>
                </a:lnTo>
                <a:cubicBezTo>
                  <a:pt x="3332215" y="1674693"/>
                  <a:pt x="3332214" y="1675275"/>
                  <a:pt x="3331965" y="1675773"/>
                </a:cubicBezTo>
                <a:lnTo>
                  <a:pt x="3320832" y="1694964"/>
                </a:lnTo>
                <a:cubicBezTo>
                  <a:pt x="3320583" y="1695380"/>
                  <a:pt x="3320085" y="1695712"/>
                  <a:pt x="3319504" y="1695712"/>
                </a:cubicBezTo>
                <a:close/>
                <a:moveTo>
                  <a:pt x="5403840" y="2260152"/>
                </a:moveTo>
                <a:cubicBezTo>
                  <a:pt x="5403341" y="2260152"/>
                  <a:pt x="5402761" y="2259903"/>
                  <a:pt x="5402511" y="2259405"/>
                </a:cubicBezTo>
                <a:lnTo>
                  <a:pt x="5391462" y="2240213"/>
                </a:lnTo>
                <a:cubicBezTo>
                  <a:pt x="5391213" y="2239715"/>
                  <a:pt x="5391213" y="2239133"/>
                  <a:pt x="5391462" y="2238635"/>
                </a:cubicBezTo>
                <a:lnTo>
                  <a:pt x="5402594" y="2219444"/>
                </a:lnTo>
                <a:cubicBezTo>
                  <a:pt x="5402844" y="2219028"/>
                  <a:pt x="5403342" y="2218696"/>
                  <a:pt x="5403924" y="2218696"/>
                </a:cubicBezTo>
                <a:lnTo>
                  <a:pt x="5426105" y="2218696"/>
                </a:lnTo>
                <a:cubicBezTo>
                  <a:pt x="5426603" y="2218696"/>
                  <a:pt x="5427186" y="2218945"/>
                  <a:pt x="5427435" y="2219444"/>
                </a:cubicBezTo>
                <a:lnTo>
                  <a:pt x="5438485" y="2238635"/>
                </a:lnTo>
                <a:cubicBezTo>
                  <a:pt x="5438734" y="2239133"/>
                  <a:pt x="5438734" y="2239715"/>
                  <a:pt x="5438484" y="2240213"/>
                </a:cubicBezTo>
                <a:lnTo>
                  <a:pt x="5427352" y="2259405"/>
                </a:lnTo>
                <a:cubicBezTo>
                  <a:pt x="5427103" y="2259820"/>
                  <a:pt x="5426604" y="2260152"/>
                  <a:pt x="5426022" y="2260152"/>
                </a:cubicBezTo>
                <a:close/>
                <a:moveTo>
                  <a:pt x="5283468" y="2227982"/>
                </a:moveTo>
                <a:cubicBezTo>
                  <a:pt x="5282969" y="2227982"/>
                  <a:pt x="5282388" y="2227733"/>
                  <a:pt x="5282138" y="2227234"/>
                </a:cubicBezTo>
                <a:lnTo>
                  <a:pt x="5271006" y="2207960"/>
                </a:lnTo>
                <a:cubicBezTo>
                  <a:pt x="5270757" y="2207461"/>
                  <a:pt x="5270757" y="2206880"/>
                  <a:pt x="5271006" y="2206381"/>
                </a:cubicBezTo>
                <a:lnTo>
                  <a:pt x="5282138" y="2187107"/>
                </a:lnTo>
                <a:cubicBezTo>
                  <a:pt x="5282388" y="2186691"/>
                  <a:pt x="5282886" y="2186359"/>
                  <a:pt x="5283468" y="2186359"/>
                </a:cubicBezTo>
                <a:lnTo>
                  <a:pt x="5305733" y="2186359"/>
                </a:lnTo>
                <a:cubicBezTo>
                  <a:pt x="5306231" y="2186359"/>
                  <a:pt x="5306813" y="2186608"/>
                  <a:pt x="5307062" y="2187107"/>
                </a:cubicBezTo>
                <a:lnTo>
                  <a:pt x="5318195" y="2206381"/>
                </a:lnTo>
                <a:cubicBezTo>
                  <a:pt x="5318444" y="2206880"/>
                  <a:pt x="5318444" y="2207461"/>
                  <a:pt x="5318195" y="2207960"/>
                </a:cubicBezTo>
                <a:lnTo>
                  <a:pt x="5307062" y="2227234"/>
                </a:lnTo>
                <a:cubicBezTo>
                  <a:pt x="5306813" y="2227649"/>
                  <a:pt x="5306315" y="2227982"/>
                  <a:pt x="5305733" y="2227982"/>
                </a:cubicBezTo>
                <a:close/>
                <a:moveTo>
                  <a:pt x="5464026" y="2276363"/>
                </a:moveTo>
                <a:cubicBezTo>
                  <a:pt x="5463527" y="2276362"/>
                  <a:pt x="5462947" y="2276114"/>
                  <a:pt x="5462696" y="2275614"/>
                </a:cubicBezTo>
                <a:lnTo>
                  <a:pt x="5451565" y="2256340"/>
                </a:lnTo>
                <a:cubicBezTo>
                  <a:pt x="5451315" y="2255841"/>
                  <a:pt x="5451315" y="2255261"/>
                  <a:pt x="5451564" y="2254762"/>
                </a:cubicBezTo>
                <a:lnTo>
                  <a:pt x="5462697" y="2235488"/>
                </a:lnTo>
                <a:cubicBezTo>
                  <a:pt x="5462946" y="2235072"/>
                  <a:pt x="5463444" y="2234740"/>
                  <a:pt x="5464026" y="2234740"/>
                </a:cubicBezTo>
                <a:lnTo>
                  <a:pt x="5486291" y="2234739"/>
                </a:lnTo>
                <a:cubicBezTo>
                  <a:pt x="5486789" y="2234740"/>
                  <a:pt x="5487371" y="2234988"/>
                  <a:pt x="5487621" y="2235487"/>
                </a:cubicBezTo>
                <a:lnTo>
                  <a:pt x="5498753" y="2254762"/>
                </a:lnTo>
                <a:cubicBezTo>
                  <a:pt x="5499003" y="2255260"/>
                  <a:pt x="5499002" y="2255842"/>
                  <a:pt x="5498754" y="2256340"/>
                </a:cubicBezTo>
                <a:lnTo>
                  <a:pt x="5487620" y="2275615"/>
                </a:lnTo>
                <a:cubicBezTo>
                  <a:pt x="5487372" y="2276029"/>
                  <a:pt x="5486873" y="2276363"/>
                  <a:pt x="5486291" y="2276363"/>
                </a:cubicBezTo>
                <a:close/>
                <a:moveTo>
                  <a:pt x="5584232" y="2308947"/>
                </a:moveTo>
                <a:cubicBezTo>
                  <a:pt x="5583650" y="2308947"/>
                  <a:pt x="5583069" y="2308615"/>
                  <a:pt x="5582820" y="2308116"/>
                </a:cubicBezTo>
                <a:lnTo>
                  <a:pt x="5571521" y="2288593"/>
                </a:lnTo>
                <a:cubicBezTo>
                  <a:pt x="5571272" y="2288094"/>
                  <a:pt x="5571272" y="2287513"/>
                  <a:pt x="5571521" y="2287014"/>
                </a:cubicBezTo>
                <a:lnTo>
                  <a:pt x="5582820" y="2267491"/>
                </a:lnTo>
                <a:cubicBezTo>
                  <a:pt x="5583152" y="2266992"/>
                  <a:pt x="5583650" y="2266660"/>
                  <a:pt x="5584232" y="2266660"/>
                </a:cubicBezTo>
                <a:lnTo>
                  <a:pt x="5606830" y="2266660"/>
                </a:lnTo>
                <a:cubicBezTo>
                  <a:pt x="5607411" y="2266660"/>
                  <a:pt x="5607993" y="2266992"/>
                  <a:pt x="5608242" y="2267491"/>
                </a:cubicBezTo>
                <a:lnTo>
                  <a:pt x="5619541" y="2287014"/>
                </a:lnTo>
                <a:cubicBezTo>
                  <a:pt x="5619790" y="2287513"/>
                  <a:pt x="5619790" y="2288094"/>
                  <a:pt x="5619541" y="2288593"/>
                </a:cubicBezTo>
                <a:lnTo>
                  <a:pt x="5608242" y="2308116"/>
                </a:lnTo>
                <a:cubicBezTo>
                  <a:pt x="5607910" y="2308615"/>
                  <a:pt x="5607411" y="2308947"/>
                  <a:pt x="5606830" y="2308947"/>
                </a:cubicBezTo>
                <a:close/>
                <a:moveTo>
                  <a:pt x="3236908" y="1680170"/>
                </a:moveTo>
                <a:cubicBezTo>
                  <a:pt x="3236326" y="1680170"/>
                  <a:pt x="3235827" y="1679838"/>
                  <a:pt x="3235495" y="1679339"/>
                </a:cubicBezTo>
                <a:lnTo>
                  <a:pt x="3224113" y="1659566"/>
                </a:lnTo>
                <a:cubicBezTo>
                  <a:pt x="3223781" y="1659068"/>
                  <a:pt x="3223781" y="1658486"/>
                  <a:pt x="3224113" y="1657988"/>
                </a:cubicBezTo>
                <a:lnTo>
                  <a:pt x="3235495" y="1638215"/>
                </a:lnTo>
                <a:cubicBezTo>
                  <a:pt x="3235827" y="1637716"/>
                  <a:pt x="3236326" y="1637384"/>
                  <a:pt x="3236908" y="1637384"/>
                </a:cubicBezTo>
                <a:lnTo>
                  <a:pt x="3259671" y="1637384"/>
                </a:lnTo>
                <a:cubicBezTo>
                  <a:pt x="3260253" y="1637384"/>
                  <a:pt x="3260751" y="1637716"/>
                  <a:pt x="3261084" y="1638215"/>
                </a:cubicBezTo>
                <a:lnTo>
                  <a:pt x="3272465" y="1657988"/>
                </a:lnTo>
                <a:cubicBezTo>
                  <a:pt x="3272798" y="1658486"/>
                  <a:pt x="3272798" y="1659068"/>
                  <a:pt x="3272465" y="1659566"/>
                </a:cubicBezTo>
                <a:lnTo>
                  <a:pt x="3261084" y="1679339"/>
                </a:lnTo>
                <a:cubicBezTo>
                  <a:pt x="3260751" y="1679838"/>
                  <a:pt x="3260253" y="1680170"/>
                  <a:pt x="3259671" y="1680170"/>
                </a:cubicBezTo>
                <a:close/>
                <a:moveTo>
                  <a:pt x="5523725" y="2293403"/>
                </a:moveTo>
                <a:cubicBezTo>
                  <a:pt x="5523143" y="2293403"/>
                  <a:pt x="5522645" y="2293071"/>
                  <a:pt x="5522312" y="2292573"/>
                </a:cubicBezTo>
                <a:lnTo>
                  <a:pt x="5510764" y="2272468"/>
                </a:lnTo>
                <a:cubicBezTo>
                  <a:pt x="5510432" y="2271969"/>
                  <a:pt x="5510432" y="2271304"/>
                  <a:pt x="5510764" y="2270806"/>
                </a:cubicBezTo>
                <a:lnTo>
                  <a:pt x="5522395" y="2250701"/>
                </a:lnTo>
                <a:cubicBezTo>
                  <a:pt x="5522728" y="2250202"/>
                  <a:pt x="5523226" y="2249870"/>
                  <a:pt x="5523808" y="2249870"/>
                </a:cubicBezTo>
                <a:lnTo>
                  <a:pt x="5546987" y="2249870"/>
                </a:lnTo>
                <a:cubicBezTo>
                  <a:pt x="5547568" y="2249870"/>
                  <a:pt x="5548067" y="2250202"/>
                  <a:pt x="5548399" y="2250701"/>
                </a:cubicBezTo>
                <a:lnTo>
                  <a:pt x="5559947" y="2270806"/>
                </a:lnTo>
                <a:cubicBezTo>
                  <a:pt x="5560279" y="2271304"/>
                  <a:pt x="5560279" y="2271969"/>
                  <a:pt x="5559947" y="2272468"/>
                </a:cubicBezTo>
                <a:lnTo>
                  <a:pt x="5548316" y="2292573"/>
                </a:lnTo>
                <a:cubicBezTo>
                  <a:pt x="5547984" y="2293071"/>
                  <a:pt x="5547485" y="2293403"/>
                  <a:pt x="5546904" y="2293403"/>
                </a:cubicBezTo>
                <a:close/>
                <a:moveTo>
                  <a:pt x="3830619" y="1882728"/>
                </a:moveTo>
                <a:cubicBezTo>
                  <a:pt x="3830370" y="1882728"/>
                  <a:pt x="3829954" y="1882312"/>
                  <a:pt x="3829954" y="1882312"/>
                </a:cubicBezTo>
                <a:lnTo>
                  <a:pt x="3824388" y="1872593"/>
                </a:lnTo>
                <a:cubicBezTo>
                  <a:pt x="3824222" y="1872343"/>
                  <a:pt x="3824388" y="1871761"/>
                  <a:pt x="3824388" y="1871761"/>
                </a:cubicBezTo>
                <a:lnTo>
                  <a:pt x="3829954" y="1862042"/>
                </a:lnTo>
                <a:cubicBezTo>
                  <a:pt x="3830119" y="1861792"/>
                  <a:pt x="3830619" y="1861626"/>
                  <a:pt x="3830619" y="1861626"/>
                </a:cubicBezTo>
                <a:lnTo>
                  <a:pt x="3841835" y="1861626"/>
                </a:lnTo>
                <a:cubicBezTo>
                  <a:pt x="3842084" y="1861626"/>
                  <a:pt x="3842499" y="1862042"/>
                  <a:pt x="3842499" y="1862042"/>
                </a:cubicBezTo>
                <a:lnTo>
                  <a:pt x="3848065" y="1871762"/>
                </a:lnTo>
                <a:cubicBezTo>
                  <a:pt x="3848232" y="1872011"/>
                  <a:pt x="3848065" y="1872592"/>
                  <a:pt x="3848065" y="1872592"/>
                </a:cubicBezTo>
                <a:lnTo>
                  <a:pt x="3842499" y="1882312"/>
                </a:lnTo>
                <a:cubicBezTo>
                  <a:pt x="3842333" y="1882561"/>
                  <a:pt x="3841834" y="1882728"/>
                  <a:pt x="3841834" y="1882728"/>
                </a:cubicBezTo>
                <a:close/>
                <a:moveTo>
                  <a:pt x="2024339" y="1400060"/>
                </a:moveTo>
                <a:cubicBezTo>
                  <a:pt x="2024006" y="1400059"/>
                  <a:pt x="2023590" y="1399644"/>
                  <a:pt x="2023590" y="1399644"/>
                </a:cubicBezTo>
                <a:lnTo>
                  <a:pt x="2017360" y="1388926"/>
                </a:lnTo>
                <a:cubicBezTo>
                  <a:pt x="2017194" y="1388594"/>
                  <a:pt x="2017359" y="1388013"/>
                  <a:pt x="2017359" y="1388013"/>
                </a:cubicBezTo>
                <a:lnTo>
                  <a:pt x="2023590" y="1377295"/>
                </a:lnTo>
                <a:cubicBezTo>
                  <a:pt x="2023756" y="1377046"/>
                  <a:pt x="2024339" y="1376880"/>
                  <a:pt x="2024339" y="1376880"/>
                </a:cubicBezTo>
                <a:lnTo>
                  <a:pt x="2036716" y="1376880"/>
                </a:lnTo>
                <a:cubicBezTo>
                  <a:pt x="2037048" y="1376880"/>
                  <a:pt x="2037465" y="1377295"/>
                  <a:pt x="2037465" y="1377295"/>
                </a:cubicBezTo>
                <a:lnTo>
                  <a:pt x="2043695" y="1388013"/>
                </a:lnTo>
                <a:cubicBezTo>
                  <a:pt x="2043862" y="1388345"/>
                  <a:pt x="2043696" y="1388926"/>
                  <a:pt x="2043696" y="1388926"/>
                </a:cubicBezTo>
                <a:lnTo>
                  <a:pt x="2037465" y="1399644"/>
                </a:lnTo>
                <a:cubicBezTo>
                  <a:pt x="2037299" y="1399893"/>
                  <a:pt x="2036716" y="1400059"/>
                  <a:pt x="2036716" y="1400059"/>
                </a:cubicBezTo>
                <a:close/>
                <a:moveTo>
                  <a:pt x="5032724" y="2208145"/>
                </a:moveTo>
                <a:cubicBezTo>
                  <a:pt x="5032391" y="2208145"/>
                  <a:pt x="5031894" y="2207647"/>
                  <a:pt x="5031894" y="2207647"/>
                </a:cubicBezTo>
                <a:lnTo>
                  <a:pt x="5024749" y="2195351"/>
                </a:lnTo>
                <a:cubicBezTo>
                  <a:pt x="5024583" y="2195019"/>
                  <a:pt x="5024749" y="2194354"/>
                  <a:pt x="5024749" y="2194354"/>
                </a:cubicBezTo>
                <a:lnTo>
                  <a:pt x="5031894" y="2182059"/>
                </a:lnTo>
                <a:cubicBezTo>
                  <a:pt x="5032060" y="2181726"/>
                  <a:pt x="5032723" y="2181560"/>
                  <a:pt x="5032723" y="2181560"/>
                </a:cubicBezTo>
                <a:lnTo>
                  <a:pt x="5046931" y="2181560"/>
                </a:lnTo>
                <a:cubicBezTo>
                  <a:pt x="5047263" y="2181560"/>
                  <a:pt x="5047761" y="2182058"/>
                  <a:pt x="5047761" y="2182058"/>
                </a:cubicBezTo>
                <a:lnTo>
                  <a:pt x="5054907" y="2194354"/>
                </a:lnTo>
                <a:cubicBezTo>
                  <a:pt x="5055073" y="2194686"/>
                  <a:pt x="5054906" y="2195351"/>
                  <a:pt x="5054906" y="2195351"/>
                </a:cubicBezTo>
                <a:lnTo>
                  <a:pt x="5047762" y="2207647"/>
                </a:lnTo>
                <a:cubicBezTo>
                  <a:pt x="5047595" y="2207979"/>
                  <a:pt x="5046931" y="2208145"/>
                  <a:pt x="5046931" y="2208145"/>
                </a:cubicBezTo>
                <a:close/>
                <a:moveTo>
                  <a:pt x="3467477" y="1789691"/>
                </a:moveTo>
                <a:cubicBezTo>
                  <a:pt x="3467144" y="1789691"/>
                  <a:pt x="3466563" y="1789192"/>
                  <a:pt x="3466563" y="1789192"/>
                </a:cubicBezTo>
                <a:lnTo>
                  <a:pt x="3459002" y="1776065"/>
                </a:lnTo>
                <a:cubicBezTo>
                  <a:pt x="3458837" y="1775734"/>
                  <a:pt x="3459002" y="1774986"/>
                  <a:pt x="3459002" y="1774986"/>
                </a:cubicBezTo>
                <a:lnTo>
                  <a:pt x="3466563" y="1761859"/>
                </a:lnTo>
                <a:cubicBezTo>
                  <a:pt x="3466729" y="1761527"/>
                  <a:pt x="3467477" y="1761361"/>
                  <a:pt x="3467477" y="1761361"/>
                </a:cubicBezTo>
                <a:lnTo>
                  <a:pt x="3482596" y="1761360"/>
                </a:lnTo>
                <a:cubicBezTo>
                  <a:pt x="3482930" y="1761361"/>
                  <a:pt x="3483511" y="1761859"/>
                  <a:pt x="3483511" y="1761859"/>
                </a:cubicBezTo>
                <a:lnTo>
                  <a:pt x="3491071" y="1774986"/>
                </a:lnTo>
                <a:cubicBezTo>
                  <a:pt x="3491237" y="1775317"/>
                  <a:pt x="3491071" y="1776065"/>
                  <a:pt x="3491071" y="1776065"/>
                </a:cubicBezTo>
                <a:lnTo>
                  <a:pt x="3483511" y="1789192"/>
                </a:lnTo>
                <a:cubicBezTo>
                  <a:pt x="3483345" y="1789524"/>
                  <a:pt x="3482597" y="1789690"/>
                  <a:pt x="3482597" y="1789690"/>
                </a:cubicBezTo>
                <a:close/>
                <a:moveTo>
                  <a:pt x="4129525" y="1967086"/>
                </a:moveTo>
                <a:cubicBezTo>
                  <a:pt x="4129193" y="1967086"/>
                  <a:pt x="4128611" y="1966588"/>
                  <a:pt x="4128611" y="1966588"/>
                </a:cubicBezTo>
                <a:lnTo>
                  <a:pt x="4121051" y="1953461"/>
                </a:lnTo>
                <a:cubicBezTo>
                  <a:pt x="4120885" y="1953129"/>
                  <a:pt x="4121051" y="1952381"/>
                  <a:pt x="4121051" y="1952381"/>
                </a:cubicBezTo>
                <a:lnTo>
                  <a:pt x="4128611" y="1939254"/>
                </a:lnTo>
                <a:cubicBezTo>
                  <a:pt x="4128777" y="1938922"/>
                  <a:pt x="4129525" y="1938756"/>
                  <a:pt x="4129525" y="1938756"/>
                </a:cubicBezTo>
                <a:lnTo>
                  <a:pt x="4144645" y="1938756"/>
                </a:lnTo>
                <a:cubicBezTo>
                  <a:pt x="4144978" y="1938756"/>
                  <a:pt x="4145559" y="1939254"/>
                  <a:pt x="4145559" y="1939254"/>
                </a:cubicBezTo>
                <a:lnTo>
                  <a:pt x="4153119" y="1952381"/>
                </a:lnTo>
                <a:cubicBezTo>
                  <a:pt x="4153286" y="1952713"/>
                  <a:pt x="4153119" y="1953461"/>
                  <a:pt x="4153119" y="1953461"/>
                </a:cubicBezTo>
                <a:lnTo>
                  <a:pt x="4145559" y="1966588"/>
                </a:lnTo>
                <a:cubicBezTo>
                  <a:pt x="4145393" y="1966920"/>
                  <a:pt x="4144645" y="1967086"/>
                  <a:pt x="4144645" y="1967086"/>
                </a:cubicBezTo>
                <a:close/>
                <a:moveTo>
                  <a:pt x="2082726" y="1419702"/>
                </a:moveTo>
                <a:cubicBezTo>
                  <a:pt x="2082310" y="1419702"/>
                  <a:pt x="2081729" y="1419120"/>
                  <a:pt x="2081729" y="1419120"/>
                </a:cubicBezTo>
                <a:lnTo>
                  <a:pt x="2073670" y="1405080"/>
                </a:lnTo>
                <a:cubicBezTo>
                  <a:pt x="2073421" y="1404748"/>
                  <a:pt x="2073670" y="1403917"/>
                  <a:pt x="2073670" y="1403917"/>
                </a:cubicBezTo>
                <a:lnTo>
                  <a:pt x="2081729" y="1389877"/>
                </a:lnTo>
                <a:cubicBezTo>
                  <a:pt x="2081978" y="1389544"/>
                  <a:pt x="2082726" y="1389295"/>
                  <a:pt x="2082726" y="1389295"/>
                </a:cubicBezTo>
                <a:lnTo>
                  <a:pt x="2098926" y="1389295"/>
                </a:lnTo>
                <a:cubicBezTo>
                  <a:pt x="2099341" y="1389295"/>
                  <a:pt x="2099922" y="1389877"/>
                  <a:pt x="2099922" y="1389877"/>
                </a:cubicBezTo>
                <a:lnTo>
                  <a:pt x="2107981" y="1403917"/>
                </a:lnTo>
                <a:cubicBezTo>
                  <a:pt x="2108231" y="1404249"/>
                  <a:pt x="2107981" y="1405080"/>
                  <a:pt x="2107981" y="1405080"/>
                </a:cubicBezTo>
                <a:lnTo>
                  <a:pt x="2099923" y="1419120"/>
                </a:lnTo>
                <a:cubicBezTo>
                  <a:pt x="2099673" y="1419453"/>
                  <a:pt x="2098926" y="1419702"/>
                  <a:pt x="2098926" y="1419702"/>
                </a:cubicBezTo>
                <a:close/>
                <a:moveTo>
                  <a:pt x="938917" y="1113694"/>
                </a:moveTo>
                <a:cubicBezTo>
                  <a:pt x="938501" y="1113694"/>
                  <a:pt x="937921" y="1113112"/>
                  <a:pt x="937921" y="1113112"/>
                </a:cubicBezTo>
                <a:lnTo>
                  <a:pt x="929613" y="1098739"/>
                </a:lnTo>
                <a:cubicBezTo>
                  <a:pt x="929362" y="1098407"/>
                  <a:pt x="929613" y="1097576"/>
                  <a:pt x="929613" y="1097576"/>
                </a:cubicBezTo>
                <a:lnTo>
                  <a:pt x="937921" y="1083204"/>
                </a:lnTo>
                <a:cubicBezTo>
                  <a:pt x="938086" y="1082871"/>
                  <a:pt x="938917" y="1082622"/>
                  <a:pt x="938917" y="1082622"/>
                </a:cubicBezTo>
                <a:lnTo>
                  <a:pt x="955533" y="1082622"/>
                </a:lnTo>
                <a:cubicBezTo>
                  <a:pt x="955948" y="1082622"/>
                  <a:pt x="956530" y="1083204"/>
                  <a:pt x="956530" y="1083204"/>
                </a:cubicBezTo>
                <a:lnTo>
                  <a:pt x="964837" y="1097576"/>
                </a:lnTo>
                <a:cubicBezTo>
                  <a:pt x="965087" y="1097909"/>
                  <a:pt x="964837" y="1098739"/>
                  <a:pt x="964837" y="1098739"/>
                </a:cubicBezTo>
                <a:lnTo>
                  <a:pt x="956529" y="1113112"/>
                </a:lnTo>
                <a:cubicBezTo>
                  <a:pt x="956363" y="1113444"/>
                  <a:pt x="955533" y="1113694"/>
                  <a:pt x="955533" y="1113694"/>
                </a:cubicBezTo>
                <a:close/>
                <a:moveTo>
                  <a:pt x="4249160" y="2000671"/>
                </a:moveTo>
                <a:cubicBezTo>
                  <a:pt x="4248745" y="2000671"/>
                  <a:pt x="4248163" y="2000089"/>
                  <a:pt x="4248163" y="2000089"/>
                </a:cubicBezTo>
                <a:lnTo>
                  <a:pt x="4239855" y="1985716"/>
                </a:lnTo>
                <a:cubicBezTo>
                  <a:pt x="4239606" y="1985384"/>
                  <a:pt x="4239855" y="1984553"/>
                  <a:pt x="4239855" y="1984553"/>
                </a:cubicBezTo>
                <a:lnTo>
                  <a:pt x="4248164" y="1970181"/>
                </a:lnTo>
                <a:cubicBezTo>
                  <a:pt x="4248330" y="1969848"/>
                  <a:pt x="4249160" y="1969599"/>
                  <a:pt x="4249160" y="1969599"/>
                </a:cubicBezTo>
                <a:lnTo>
                  <a:pt x="4265776" y="1969599"/>
                </a:lnTo>
                <a:cubicBezTo>
                  <a:pt x="4266192" y="1969599"/>
                  <a:pt x="4266772" y="1970181"/>
                  <a:pt x="4266772" y="1970181"/>
                </a:cubicBezTo>
                <a:lnTo>
                  <a:pt x="4275081" y="1984553"/>
                </a:lnTo>
                <a:cubicBezTo>
                  <a:pt x="4275329" y="1984886"/>
                  <a:pt x="4275081" y="1985716"/>
                  <a:pt x="4275081" y="1985716"/>
                </a:cubicBezTo>
                <a:lnTo>
                  <a:pt x="4266772" y="2000089"/>
                </a:lnTo>
                <a:cubicBezTo>
                  <a:pt x="4266606" y="2000421"/>
                  <a:pt x="4265775" y="2000671"/>
                  <a:pt x="4265775" y="2000671"/>
                </a:cubicBezTo>
                <a:close/>
                <a:moveTo>
                  <a:pt x="4309345" y="2016891"/>
                </a:moveTo>
                <a:cubicBezTo>
                  <a:pt x="4308929" y="2016891"/>
                  <a:pt x="4308348" y="2016309"/>
                  <a:pt x="4308348" y="2016309"/>
                </a:cubicBezTo>
                <a:lnTo>
                  <a:pt x="4300040" y="2001855"/>
                </a:lnTo>
                <a:cubicBezTo>
                  <a:pt x="4299791" y="2001521"/>
                  <a:pt x="4300040" y="2000690"/>
                  <a:pt x="4300040" y="2000690"/>
                </a:cubicBezTo>
                <a:lnTo>
                  <a:pt x="4308348" y="1986236"/>
                </a:lnTo>
                <a:cubicBezTo>
                  <a:pt x="4308514" y="1985902"/>
                  <a:pt x="4309345" y="1985653"/>
                  <a:pt x="4309345" y="1985653"/>
                </a:cubicBezTo>
                <a:lnTo>
                  <a:pt x="4326044" y="1985653"/>
                </a:lnTo>
                <a:cubicBezTo>
                  <a:pt x="4326459" y="1985653"/>
                  <a:pt x="4327040" y="1986236"/>
                  <a:pt x="4327040" y="1986236"/>
                </a:cubicBezTo>
                <a:lnTo>
                  <a:pt x="4335348" y="2000690"/>
                </a:lnTo>
                <a:cubicBezTo>
                  <a:pt x="4335598" y="2001023"/>
                  <a:pt x="4335348" y="2001854"/>
                  <a:pt x="4335348" y="2001854"/>
                </a:cubicBezTo>
                <a:lnTo>
                  <a:pt x="4327040" y="2016309"/>
                </a:lnTo>
                <a:cubicBezTo>
                  <a:pt x="4326874" y="2016643"/>
                  <a:pt x="4326044" y="2016891"/>
                  <a:pt x="4326044" y="2016891"/>
                </a:cubicBezTo>
                <a:close/>
                <a:moveTo>
                  <a:pt x="4188787" y="1984956"/>
                </a:moveTo>
                <a:cubicBezTo>
                  <a:pt x="4188371" y="1984956"/>
                  <a:pt x="4187790" y="1984375"/>
                  <a:pt x="4187790" y="1984375"/>
                </a:cubicBezTo>
                <a:lnTo>
                  <a:pt x="4179316" y="1969670"/>
                </a:lnTo>
                <a:cubicBezTo>
                  <a:pt x="4179067" y="1969337"/>
                  <a:pt x="4179316" y="1968507"/>
                  <a:pt x="4179316" y="1968507"/>
                </a:cubicBezTo>
                <a:lnTo>
                  <a:pt x="4187790" y="1953802"/>
                </a:lnTo>
                <a:cubicBezTo>
                  <a:pt x="4187956" y="1953469"/>
                  <a:pt x="4188371" y="1953220"/>
                  <a:pt x="4188787" y="1953221"/>
                </a:cubicBezTo>
                <a:lnTo>
                  <a:pt x="4205735" y="1953221"/>
                </a:lnTo>
                <a:cubicBezTo>
                  <a:pt x="4206150" y="1953220"/>
                  <a:pt x="4206732" y="1953802"/>
                  <a:pt x="4206732" y="1953802"/>
                </a:cubicBezTo>
                <a:lnTo>
                  <a:pt x="4215206" y="1968507"/>
                </a:lnTo>
                <a:cubicBezTo>
                  <a:pt x="4215455" y="1968839"/>
                  <a:pt x="4215206" y="1969670"/>
                  <a:pt x="4215206" y="1969670"/>
                </a:cubicBezTo>
                <a:lnTo>
                  <a:pt x="4206732" y="1984375"/>
                </a:lnTo>
                <a:cubicBezTo>
                  <a:pt x="4206566" y="1984707"/>
                  <a:pt x="4206150" y="1984956"/>
                  <a:pt x="4205735" y="1984956"/>
                </a:cubicBezTo>
                <a:close/>
                <a:moveTo>
                  <a:pt x="4369108" y="2033660"/>
                </a:moveTo>
                <a:cubicBezTo>
                  <a:pt x="4368693" y="2033661"/>
                  <a:pt x="4368028" y="2033078"/>
                  <a:pt x="4368028" y="2033078"/>
                </a:cubicBezTo>
                <a:lnTo>
                  <a:pt x="4359305" y="2018041"/>
                </a:lnTo>
                <a:cubicBezTo>
                  <a:pt x="4359056" y="2017626"/>
                  <a:pt x="4359305" y="2016795"/>
                  <a:pt x="4359305" y="2016795"/>
                </a:cubicBezTo>
                <a:lnTo>
                  <a:pt x="4368028" y="2001757"/>
                </a:lnTo>
                <a:cubicBezTo>
                  <a:pt x="4368277" y="2001425"/>
                  <a:pt x="4368693" y="2001177"/>
                  <a:pt x="4369108" y="2001176"/>
                </a:cubicBezTo>
                <a:lnTo>
                  <a:pt x="4386472" y="2001176"/>
                </a:lnTo>
                <a:cubicBezTo>
                  <a:pt x="4386887" y="2001177"/>
                  <a:pt x="4387552" y="2001757"/>
                  <a:pt x="4387552" y="2001757"/>
                </a:cubicBezTo>
                <a:lnTo>
                  <a:pt x="4396275" y="2016796"/>
                </a:lnTo>
                <a:cubicBezTo>
                  <a:pt x="4396524" y="2017210"/>
                  <a:pt x="4396275" y="2018042"/>
                  <a:pt x="4396275" y="2018042"/>
                </a:cubicBezTo>
                <a:lnTo>
                  <a:pt x="4387552" y="2033078"/>
                </a:lnTo>
                <a:cubicBezTo>
                  <a:pt x="4387302" y="2033411"/>
                  <a:pt x="4386887" y="2033660"/>
                  <a:pt x="4386472" y="2033661"/>
                </a:cubicBezTo>
                <a:close/>
                <a:moveTo>
                  <a:pt x="4429292" y="2049891"/>
                </a:moveTo>
                <a:cubicBezTo>
                  <a:pt x="4428877" y="2049891"/>
                  <a:pt x="4428212" y="2049310"/>
                  <a:pt x="4428212" y="2049310"/>
                </a:cubicBezTo>
                <a:lnTo>
                  <a:pt x="4419489" y="2034189"/>
                </a:lnTo>
                <a:cubicBezTo>
                  <a:pt x="4419240" y="2033774"/>
                  <a:pt x="4419489" y="2032943"/>
                  <a:pt x="4419489" y="2032943"/>
                </a:cubicBezTo>
                <a:lnTo>
                  <a:pt x="4428212" y="2017823"/>
                </a:lnTo>
                <a:cubicBezTo>
                  <a:pt x="4428461" y="2017490"/>
                  <a:pt x="4428877" y="2017241"/>
                  <a:pt x="4429292" y="2017241"/>
                </a:cubicBezTo>
                <a:lnTo>
                  <a:pt x="4446822" y="2017241"/>
                </a:lnTo>
                <a:cubicBezTo>
                  <a:pt x="4447237" y="2017241"/>
                  <a:pt x="4447902" y="2017823"/>
                  <a:pt x="4447902" y="2017823"/>
                </a:cubicBezTo>
                <a:lnTo>
                  <a:pt x="4456625" y="2032943"/>
                </a:lnTo>
                <a:cubicBezTo>
                  <a:pt x="4456874" y="2033358"/>
                  <a:pt x="4456625" y="2034189"/>
                  <a:pt x="4456625" y="2034189"/>
                </a:cubicBezTo>
                <a:lnTo>
                  <a:pt x="4447902" y="2049310"/>
                </a:lnTo>
                <a:cubicBezTo>
                  <a:pt x="4447652" y="2049642"/>
                  <a:pt x="4447237" y="2049891"/>
                  <a:pt x="4446822" y="2049891"/>
                </a:cubicBezTo>
                <a:close/>
                <a:moveTo>
                  <a:pt x="4489477" y="2066018"/>
                </a:moveTo>
                <a:cubicBezTo>
                  <a:pt x="4489062" y="2066018"/>
                  <a:pt x="4488397" y="2065436"/>
                  <a:pt x="4488397" y="2065436"/>
                </a:cubicBezTo>
                <a:lnTo>
                  <a:pt x="4479674" y="2050316"/>
                </a:lnTo>
                <a:cubicBezTo>
                  <a:pt x="4479425" y="2049900"/>
                  <a:pt x="4479674" y="2049070"/>
                  <a:pt x="4479674" y="2049070"/>
                </a:cubicBezTo>
                <a:lnTo>
                  <a:pt x="4488397" y="2033950"/>
                </a:lnTo>
                <a:cubicBezTo>
                  <a:pt x="4488646" y="2033617"/>
                  <a:pt x="4489062" y="2033367"/>
                  <a:pt x="4489477" y="2033368"/>
                </a:cubicBezTo>
                <a:lnTo>
                  <a:pt x="4507007" y="2033367"/>
                </a:lnTo>
                <a:cubicBezTo>
                  <a:pt x="4507422" y="2033368"/>
                  <a:pt x="4508087" y="2033950"/>
                  <a:pt x="4508087" y="2033950"/>
                </a:cubicBezTo>
                <a:lnTo>
                  <a:pt x="4516810" y="2049070"/>
                </a:lnTo>
                <a:cubicBezTo>
                  <a:pt x="4517060" y="2049484"/>
                  <a:pt x="4516810" y="2050315"/>
                  <a:pt x="4516810" y="2050315"/>
                </a:cubicBezTo>
                <a:lnTo>
                  <a:pt x="4508087" y="2065437"/>
                </a:lnTo>
                <a:cubicBezTo>
                  <a:pt x="4507838" y="2065768"/>
                  <a:pt x="4507422" y="2066018"/>
                  <a:pt x="4507007" y="2066017"/>
                </a:cubicBezTo>
                <a:close/>
                <a:moveTo>
                  <a:pt x="4549582" y="2082217"/>
                </a:moveTo>
                <a:cubicBezTo>
                  <a:pt x="4549167" y="2082217"/>
                  <a:pt x="4548502" y="2081636"/>
                  <a:pt x="4548502" y="2081636"/>
                </a:cubicBezTo>
                <a:lnTo>
                  <a:pt x="4539696" y="2066431"/>
                </a:lnTo>
                <a:cubicBezTo>
                  <a:pt x="4539447" y="2066017"/>
                  <a:pt x="4539696" y="2065186"/>
                  <a:pt x="4539696" y="2065186"/>
                </a:cubicBezTo>
                <a:lnTo>
                  <a:pt x="4548502" y="2049983"/>
                </a:lnTo>
                <a:cubicBezTo>
                  <a:pt x="4548751" y="2049650"/>
                  <a:pt x="4549167" y="2049401"/>
                  <a:pt x="4549582" y="2049401"/>
                </a:cubicBezTo>
                <a:lnTo>
                  <a:pt x="4567195" y="2049401"/>
                </a:lnTo>
                <a:cubicBezTo>
                  <a:pt x="4567610" y="2049401"/>
                  <a:pt x="4568275" y="2049983"/>
                  <a:pt x="4568275" y="2049983"/>
                </a:cubicBezTo>
                <a:lnTo>
                  <a:pt x="4577081" y="2065186"/>
                </a:lnTo>
                <a:cubicBezTo>
                  <a:pt x="4577331" y="2065602"/>
                  <a:pt x="4577081" y="2066432"/>
                  <a:pt x="4577081" y="2066432"/>
                </a:cubicBezTo>
                <a:lnTo>
                  <a:pt x="4568275" y="2081636"/>
                </a:lnTo>
                <a:cubicBezTo>
                  <a:pt x="4568026" y="2081968"/>
                  <a:pt x="4567610" y="2082217"/>
                  <a:pt x="4567195" y="2082217"/>
                </a:cubicBezTo>
                <a:close/>
                <a:moveTo>
                  <a:pt x="4609625" y="2098669"/>
                </a:moveTo>
                <a:cubicBezTo>
                  <a:pt x="4609210" y="2098669"/>
                  <a:pt x="4608545" y="2098004"/>
                  <a:pt x="4608545" y="2098004"/>
                </a:cubicBezTo>
                <a:lnTo>
                  <a:pt x="4599573" y="2082468"/>
                </a:lnTo>
                <a:cubicBezTo>
                  <a:pt x="4599324" y="2082135"/>
                  <a:pt x="4599573" y="2081222"/>
                  <a:pt x="4599573" y="2081222"/>
                </a:cubicBezTo>
                <a:lnTo>
                  <a:pt x="4608545" y="2065686"/>
                </a:lnTo>
                <a:cubicBezTo>
                  <a:pt x="4608795" y="2065271"/>
                  <a:pt x="4609210" y="2065022"/>
                  <a:pt x="4609625" y="2065021"/>
                </a:cubicBezTo>
                <a:lnTo>
                  <a:pt x="4627487" y="2065021"/>
                </a:lnTo>
                <a:cubicBezTo>
                  <a:pt x="4627903" y="2065022"/>
                  <a:pt x="4628567" y="2065687"/>
                  <a:pt x="4628567" y="2065687"/>
                </a:cubicBezTo>
                <a:lnTo>
                  <a:pt x="4637540" y="2081222"/>
                </a:lnTo>
                <a:cubicBezTo>
                  <a:pt x="4637789" y="2081555"/>
                  <a:pt x="4637540" y="2082468"/>
                  <a:pt x="4637540" y="2082468"/>
                </a:cubicBezTo>
                <a:lnTo>
                  <a:pt x="4628567" y="2098004"/>
                </a:lnTo>
                <a:cubicBezTo>
                  <a:pt x="4628318" y="2098420"/>
                  <a:pt x="4627903" y="2098669"/>
                  <a:pt x="4627487" y="2098668"/>
                </a:cubicBezTo>
                <a:close/>
                <a:moveTo>
                  <a:pt x="878076" y="1098907"/>
                </a:moveTo>
                <a:cubicBezTo>
                  <a:pt x="877661" y="1098907"/>
                  <a:pt x="876997" y="1098243"/>
                  <a:pt x="876997" y="1098243"/>
                </a:cubicBezTo>
                <a:lnTo>
                  <a:pt x="868024" y="1082624"/>
                </a:lnTo>
                <a:cubicBezTo>
                  <a:pt x="867773" y="1082291"/>
                  <a:pt x="868024" y="1081377"/>
                  <a:pt x="868024" y="1081377"/>
                </a:cubicBezTo>
                <a:lnTo>
                  <a:pt x="876997" y="1065759"/>
                </a:lnTo>
                <a:cubicBezTo>
                  <a:pt x="877246" y="1065343"/>
                  <a:pt x="877661" y="1065094"/>
                  <a:pt x="878075" y="1065094"/>
                </a:cubicBezTo>
                <a:lnTo>
                  <a:pt x="896105" y="1065094"/>
                </a:lnTo>
                <a:cubicBezTo>
                  <a:pt x="896520" y="1065094"/>
                  <a:pt x="897184" y="1065759"/>
                  <a:pt x="897184" y="1065759"/>
                </a:cubicBezTo>
                <a:lnTo>
                  <a:pt x="906157" y="1081377"/>
                </a:lnTo>
                <a:cubicBezTo>
                  <a:pt x="906406" y="1081710"/>
                  <a:pt x="906157" y="1082625"/>
                  <a:pt x="906157" y="1082625"/>
                </a:cubicBezTo>
                <a:lnTo>
                  <a:pt x="897185" y="1098244"/>
                </a:lnTo>
                <a:cubicBezTo>
                  <a:pt x="896935" y="1098659"/>
                  <a:pt x="896519" y="1098907"/>
                  <a:pt x="896105" y="1098907"/>
                </a:cubicBezTo>
                <a:close/>
                <a:moveTo>
                  <a:pt x="4970740" y="2195534"/>
                </a:moveTo>
                <a:cubicBezTo>
                  <a:pt x="4970325" y="2195533"/>
                  <a:pt x="4969660" y="2194869"/>
                  <a:pt x="4969660" y="2194869"/>
                </a:cubicBezTo>
                <a:lnTo>
                  <a:pt x="4960688" y="2179251"/>
                </a:lnTo>
                <a:cubicBezTo>
                  <a:pt x="4960439" y="2178917"/>
                  <a:pt x="4960688" y="2178004"/>
                  <a:pt x="4960688" y="2178004"/>
                </a:cubicBezTo>
                <a:lnTo>
                  <a:pt x="4969660" y="2162386"/>
                </a:lnTo>
                <a:cubicBezTo>
                  <a:pt x="4969910" y="2161969"/>
                  <a:pt x="4970325" y="2161720"/>
                  <a:pt x="4970740" y="2161720"/>
                </a:cubicBezTo>
                <a:lnTo>
                  <a:pt x="4988769" y="2161721"/>
                </a:lnTo>
                <a:cubicBezTo>
                  <a:pt x="4989184" y="2161721"/>
                  <a:pt x="4989849" y="2162385"/>
                  <a:pt x="4989849" y="2162385"/>
                </a:cubicBezTo>
                <a:lnTo>
                  <a:pt x="4998821" y="2178004"/>
                </a:lnTo>
                <a:cubicBezTo>
                  <a:pt x="4999070" y="2178336"/>
                  <a:pt x="4998821" y="2179251"/>
                  <a:pt x="4998821" y="2179251"/>
                </a:cubicBezTo>
                <a:lnTo>
                  <a:pt x="4989849" y="2194870"/>
                </a:lnTo>
                <a:cubicBezTo>
                  <a:pt x="4989599" y="2195285"/>
                  <a:pt x="4989184" y="2195534"/>
                  <a:pt x="4988769" y="2195533"/>
                </a:cubicBezTo>
                <a:close/>
                <a:moveTo>
                  <a:pt x="4669727" y="2114971"/>
                </a:moveTo>
                <a:cubicBezTo>
                  <a:pt x="4669312" y="2114971"/>
                  <a:pt x="4668646" y="2114307"/>
                  <a:pt x="4668646" y="2114307"/>
                </a:cubicBezTo>
                <a:lnTo>
                  <a:pt x="4659592" y="2098606"/>
                </a:lnTo>
                <a:cubicBezTo>
                  <a:pt x="4659343" y="2098273"/>
                  <a:pt x="4659592" y="2097359"/>
                  <a:pt x="4659592" y="2097359"/>
                </a:cubicBezTo>
                <a:lnTo>
                  <a:pt x="4668647" y="2081657"/>
                </a:lnTo>
                <a:cubicBezTo>
                  <a:pt x="4668814" y="2081241"/>
                  <a:pt x="4669311" y="2080992"/>
                  <a:pt x="4669726" y="2080993"/>
                </a:cubicBezTo>
                <a:lnTo>
                  <a:pt x="4687838" y="2080992"/>
                </a:lnTo>
                <a:cubicBezTo>
                  <a:pt x="4688253" y="2080992"/>
                  <a:pt x="4688918" y="2081657"/>
                  <a:pt x="4688918" y="2081657"/>
                </a:cubicBezTo>
                <a:lnTo>
                  <a:pt x="4697973" y="2097359"/>
                </a:lnTo>
                <a:cubicBezTo>
                  <a:pt x="4698224" y="2097691"/>
                  <a:pt x="4697973" y="2098606"/>
                  <a:pt x="4697973" y="2098606"/>
                </a:cubicBezTo>
                <a:lnTo>
                  <a:pt x="4688918" y="2114307"/>
                </a:lnTo>
                <a:cubicBezTo>
                  <a:pt x="4688752" y="2114722"/>
                  <a:pt x="4688253" y="2114971"/>
                  <a:pt x="4687838" y="2114971"/>
                </a:cubicBezTo>
                <a:close/>
                <a:moveTo>
                  <a:pt x="4790099" y="2147225"/>
                </a:moveTo>
                <a:cubicBezTo>
                  <a:pt x="4789684" y="2147225"/>
                  <a:pt x="4789019" y="2146561"/>
                  <a:pt x="4789019" y="2146561"/>
                </a:cubicBezTo>
                <a:lnTo>
                  <a:pt x="4779964" y="2130859"/>
                </a:lnTo>
                <a:cubicBezTo>
                  <a:pt x="4779715" y="2130527"/>
                  <a:pt x="4779964" y="2129613"/>
                  <a:pt x="4779964" y="2129613"/>
                </a:cubicBezTo>
                <a:lnTo>
                  <a:pt x="4789019" y="2113911"/>
                </a:lnTo>
                <a:cubicBezTo>
                  <a:pt x="4789186" y="2113495"/>
                  <a:pt x="4789684" y="2113246"/>
                  <a:pt x="4790099" y="2113246"/>
                </a:cubicBezTo>
                <a:lnTo>
                  <a:pt x="4808211" y="2113246"/>
                </a:lnTo>
                <a:cubicBezTo>
                  <a:pt x="4808626" y="2113246"/>
                  <a:pt x="4809291" y="2113911"/>
                  <a:pt x="4809291" y="2113911"/>
                </a:cubicBezTo>
                <a:lnTo>
                  <a:pt x="4818346" y="2129613"/>
                </a:lnTo>
                <a:cubicBezTo>
                  <a:pt x="4818596" y="2129945"/>
                  <a:pt x="4818346" y="2130859"/>
                  <a:pt x="4818346" y="2130859"/>
                </a:cubicBezTo>
                <a:lnTo>
                  <a:pt x="4809291" y="2146561"/>
                </a:lnTo>
                <a:cubicBezTo>
                  <a:pt x="4809125" y="2146976"/>
                  <a:pt x="4808626" y="2147225"/>
                  <a:pt x="4808211" y="2147225"/>
                </a:cubicBezTo>
                <a:close/>
                <a:moveTo>
                  <a:pt x="1900981" y="1373561"/>
                </a:moveTo>
                <a:cubicBezTo>
                  <a:pt x="1900482" y="1373561"/>
                  <a:pt x="1899819" y="1372897"/>
                  <a:pt x="1899819" y="1372897"/>
                </a:cubicBezTo>
                <a:lnTo>
                  <a:pt x="1890597" y="1356862"/>
                </a:lnTo>
                <a:cubicBezTo>
                  <a:pt x="1890347" y="1356447"/>
                  <a:pt x="1890597" y="1355533"/>
                  <a:pt x="1890597" y="1355533"/>
                </a:cubicBezTo>
                <a:lnTo>
                  <a:pt x="1899819" y="1339499"/>
                </a:lnTo>
                <a:cubicBezTo>
                  <a:pt x="1900067" y="1339083"/>
                  <a:pt x="1900483" y="1338834"/>
                  <a:pt x="1900981" y="1338834"/>
                </a:cubicBezTo>
                <a:lnTo>
                  <a:pt x="1919508" y="1338834"/>
                </a:lnTo>
                <a:cubicBezTo>
                  <a:pt x="1920007" y="1338834"/>
                  <a:pt x="1920671" y="1339499"/>
                  <a:pt x="1920671" y="1339499"/>
                </a:cubicBezTo>
                <a:lnTo>
                  <a:pt x="1929893" y="1355533"/>
                </a:lnTo>
                <a:cubicBezTo>
                  <a:pt x="1930143" y="1355948"/>
                  <a:pt x="1929893" y="1356862"/>
                  <a:pt x="1929893" y="1356862"/>
                </a:cubicBezTo>
                <a:lnTo>
                  <a:pt x="1920671" y="1372897"/>
                </a:lnTo>
                <a:cubicBezTo>
                  <a:pt x="1920422" y="1373312"/>
                  <a:pt x="1920007" y="1373562"/>
                  <a:pt x="1919508" y="1373561"/>
                </a:cubicBezTo>
                <a:close/>
                <a:moveTo>
                  <a:pt x="4729736" y="2131524"/>
                </a:moveTo>
                <a:cubicBezTo>
                  <a:pt x="4729237" y="2131524"/>
                  <a:pt x="4728573" y="2130860"/>
                  <a:pt x="4728573" y="2130860"/>
                </a:cubicBezTo>
                <a:lnTo>
                  <a:pt x="4719351" y="2114825"/>
                </a:lnTo>
                <a:cubicBezTo>
                  <a:pt x="4719102" y="2114409"/>
                  <a:pt x="4719351" y="2113496"/>
                  <a:pt x="4719351" y="2113496"/>
                </a:cubicBezTo>
                <a:lnTo>
                  <a:pt x="4728573" y="2097462"/>
                </a:lnTo>
                <a:cubicBezTo>
                  <a:pt x="4728822" y="2097046"/>
                  <a:pt x="4729237" y="2096796"/>
                  <a:pt x="4729736" y="2096797"/>
                </a:cubicBezTo>
                <a:lnTo>
                  <a:pt x="4748262" y="2096797"/>
                </a:lnTo>
                <a:cubicBezTo>
                  <a:pt x="4748761" y="2096797"/>
                  <a:pt x="4749425" y="2097462"/>
                  <a:pt x="4749425" y="2097462"/>
                </a:cubicBezTo>
                <a:lnTo>
                  <a:pt x="4758647" y="2113495"/>
                </a:lnTo>
                <a:cubicBezTo>
                  <a:pt x="4758896" y="2113910"/>
                  <a:pt x="4758647" y="2114825"/>
                  <a:pt x="4758647" y="2114825"/>
                </a:cubicBezTo>
                <a:lnTo>
                  <a:pt x="4749425" y="2130860"/>
                </a:lnTo>
                <a:cubicBezTo>
                  <a:pt x="4749176" y="2131274"/>
                  <a:pt x="4748761" y="2131524"/>
                  <a:pt x="4748262" y="2131524"/>
                </a:cubicBezTo>
                <a:close/>
                <a:moveTo>
                  <a:pt x="4910212" y="2179976"/>
                </a:moveTo>
                <a:cubicBezTo>
                  <a:pt x="4909713" y="2179976"/>
                  <a:pt x="4909049" y="2179312"/>
                  <a:pt x="4909049" y="2179312"/>
                </a:cubicBezTo>
                <a:lnTo>
                  <a:pt x="4899744" y="2163194"/>
                </a:lnTo>
                <a:cubicBezTo>
                  <a:pt x="4899495" y="2162779"/>
                  <a:pt x="4899744" y="2161865"/>
                  <a:pt x="4899744" y="2161865"/>
                </a:cubicBezTo>
                <a:lnTo>
                  <a:pt x="4909049" y="2145748"/>
                </a:lnTo>
                <a:cubicBezTo>
                  <a:pt x="4909298" y="2145332"/>
                  <a:pt x="4909713" y="2145083"/>
                  <a:pt x="4910212" y="2145083"/>
                </a:cubicBezTo>
                <a:lnTo>
                  <a:pt x="4928821" y="2145083"/>
                </a:lnTo>
                <a:cubicBezTo>
                  <a:pt x="4929320" y="2145083"/>
                  <a:pt x="4929985" y="2145748"/>
                  <a:pt x="4929985" y="2145748"/>
                </a:cubicBezTo>
                <a:lnTo>
                  <a:pt x="4939290" y="2161865"/>
                </a:lnTo>
                <a:cubicBezTo>
                  <a:pt x="4939539" y="2162280"/>
                  <a:pt x="4939290" y="2163194"/>
                  <a:pt x="4939290" y="2163194"/>
                </a:cubicBezTo>
                <a:lnTo>
                  <a:pt x="4929985" y="2179312"/>
                </a:lnTo>
                <a:cubicBezTo>
                  <a:pt x="4929735" y="2179728"/>
                  <a:pt x="4929320" y="2179976"/>
                  <a:pt x="4928821" y="2179976"/>
                </a:cubicBezTo>
                <a:close/>
                <a:moveTo>
                  <a:pt x="4849943" y="2164016"/>
                </a:moveTo>
                <a:cubicBezTo>
                  <a:pt x="4849444" y="2164016"/>
                  <a:pt x="4848780" y="2163352"/>
                  <a:pt x="4848780" y="2163352"/>
                </a:cubicBezTo>
                <a:lnTo>
                  <a:pt x="4839392" y="2147068"/>
                </a:lnTo>
                <a:cubicBezTo>
                  <a:pt x="4839143" y="2146653"/>
                  <a:pt x="4839392" y="2145738"/>
                  <a:pt x="4839392" y="2145738"/>
                </a:cubicBezTo>
                <a:lnTo>
                  <a:pt x="4848780" y="2129455"/>
                </a:lnTo>
                <a:cubicBezTo>
                  <a:pt x="4849029" y="2129040"/>
                  <a:pt x="4849444" y="2128791"/>
                  <a:pt x="4849943" y="2128791"/>
                </a:cubicBezTo>
                <a:lnTo>
                  <a:pt x="4868719" y="2128790"/>
                </a:lnTo>
                <a:cubicBezTo>
                  <a:pt x="4869217" y="2128791"/>
                  <a:pt x="4869882" y="2129455"/>
                  <a:pt x="4869882" y="2129455"/>
                </a:cubicBezTo>
                <a:lnTo>
                  <a:pt x="4879270" y="2145739"/>
                </a:lnTo>
                <a:cubicBezTo>
                  <a:pt x="4879519" y="2146155"/>
                  <a:pt x="4879270" y="2147067"/>
                  <a:pt x="4879270" y="2147067"/>
                </a:cubicBezTo>
                <a:lnTo>
                  <a:pt x="4869882" y="2163351"/>
                </a:lnTo>
                <a:cubicBezTo>
                  <a:pt x="4869633" y="2163767"/>
                  <a:pt x="4869217" y="2164015"/>
                  <a:pt x="4868719" y="2164016"/>
                </a:cubicBezTo>
                <a:close/>
                <a:moveTo>
                  <a:pt x="997941" y="1131981"/>
                </a:moveTo>
                <a:cubicBezTo>
                  <a:pt x="997442" y="1131981"/>
                  <a:pt x="996778" y="1131316"/>
                  <a:pt x="996778" y="1131316"/>
                </a:cubicBezTo>
                <a:lnTo>
                  <a:pt x="987307" y="1114949"/>
                </a:lnTo>
                <a:cubicBezTo>
                  <a:pt x="987057" y="1114534"/>
                  <a:pt x="987307" y="1113620"/>
                  <a:pt x="987307" y="1113620"/>
                </a:cubicBezTo>
                <a:lnTo>
                  <a:pt x="996779" y="1097254"/>
                </a:lnTo>
                <a:cubicBezTo>
                  <a:pt x="997027" y="1096838"/>
                  <a:pt x="997442" y="1096589"/>
                  <a:pt x="997941" y="1096589"/>
                </a:cubicBezTo>
                <a:lnTo>
                  <a:pt x="1016883" y="1096589"/>
                </a:lnTo>
                <a:cubicBezTo>
                  <a:pt x="1017381" y="1096589"/>
                  <a:pt x="1018046" y="1097254"/>
                  <a:pt x="1018046" y="1097254"/>
                </a:cubicBezTo>
                <a:lnTo>
                  <a:pt x="1027517" y="1113620"/>
                </a:lnTo>
                <a:cubicBezTo>
                  <a:pt x="1027766" y="1114036"/>
                  <a:pt x="1027517" y="1114949"/>
                  <a:pt x="1027517" y="1114949"/>
                </a:cubicBezTo>
                <a:lnTo>
                  <a:pt x="1018046" y="1131316"/>
                </a:lnTo>
                <a:cubicBezTo>
                  <a:pt x="1017797" y="1131732"/>
                  <a:pt x="1017381" y="1131981"/>
                  <a:pt x="1016883" y="1131981"/>
                </a:cubicBezTo>
                <a:close/>
                <a:moveTo>
                  <a:pt x="1058043" y="1148190"/>
                </a:moveTo>
                <a:cubicBezTo>
                  <a:pt x="1057544" y="1148189"/>
                  <a:pt x="1056881" y="1147525"/>
                  <a:pt x="1056881" y="1147525"/>
                </a:cubicBezTo>
                <a:lnTo>
                  <a:pt x="1047409" y="1131076"/>
                </a:lnTo>
                <a:cubicBezTo>
                  <a:pt x="1047159" y="1130660"/>
                  <a:pt x="1047409" y="1129746"/>
                  <a:pt x="1047409" y="1129746"/>
                </a:cubicBezTo>
                <a:lnTo>
                  <a:pt x="1056963" y="1113297"/>
                </a:lnTo>
                <a:cubicBezTo>
                  <a:pt x="1057212" y="1112880"/>
                  <a:pt x="1057627" y="1112631"/>
                  <a:pt x="1058126" y="1112631"/>
                </a:cubicBezTo>
                <a:lnTo>
                  <a:pt x="1077151" y="1112632"/>
                </a:lnTo>
                <a:cubicBezTo>
                  <a:pt x="1077650" y="1112632"/>
                  <a:pt x="1078314" y="1113297"/>
                  <a:pt x="1078314" y="1113297"/>
                </a:cubicBezTo>
                <a:lnTo>
                  <a:pt x="1087785" y="1129746"/>
                </a:lnTo>
                <a:cubicBezTo>
                  <a:pt x="1088035" y="1130161"/>
                  <a:pt x="1087785" y="1131076"/>
                  <a:pt x="1087785" y="1131076"/>
                </a:cubicBezTo>
                <a:lnTo>
                  <a:pt x="1078231" y="1147524"/>
                </a:lnTo>
                <a:cubicBezTo>
                  <a:pt x="1077982" y="1147941"/>
                  <a:pt x="1077567" y="1148190"/>
                  <a:pt x="1077068" y="1148190"/>
                </a:cubicBezTo>
                <a:close/>
                <a:moveTo>
                  <a:pt x="1178260" y="1180862"/>
                </a:moveTo>
                <a:cubicBezTo>
                  <a:pt x="1177762" y="1180862"/>
                  <a:pt x="1177346" y="1180613"/>
                  <a:pt x="1177097" y="1180197"/>
                </a:cubicBezTo>
                <a:lnTo>
                  <a:pt x="1167377" y="1163332"/>
                </a:lnTo>
                <a:cubicBezTo>
                  <a:pt x="1167128" y="1162834"/>
                  <a:pt x="1167128" y="1162335"/>
                  <a:pt x="1167377" y="1161920"/>
                </a:cubicBezTo>
                <a:lnTo>
                  <a:pt x="1177098" y="1145055"/>
                </a:lnTo>
                <a:cubicBezTo>
                  <a:pt x="1177346" y="1144639"/>
                  <a:pt x="1177762" y="1144390"/>
                  <a:pt x="1178260" y="1144390"/>
                </a:cubicBezTo>
                <a:lnTo>
                  <a:pt x="1197701" y="1144390"/>
                </a:lnTo>
                <a:cubicBezTo>
                  <a:pt x="1198199" y="1144390"/>
                  <a:pt x="1198615" y="1144639"/>
                  <a:pt x="1198864" y="1145055"/>
                </a:cubicBezTo>
                <a:lnTo>
                  <a:pt x="1208584" y="1161920"/>
                </a:lnTo>
                <a:cubicBezTo>
                  <a:pt x="1208834" y="1162418"/>
                  <a:pt x="1208834" y="1162917"/>
                  <a:pt x="1208584" y="1163332"/>
                </a:cubicBezTo>
                <a:lnTo>
                  <a:pt x="1198864" y="1180197"/>
                </a:lnTo>
                <a:cubicBezTo>
                  <a:pt x="1198615" y="1180613"/>
                  <a:pt x="1198199" y="1180862"/>
                  <a:pt x="1197701" y="1180862"/>
                </a:cubicBezTo>
                <a:close/>
                <a:moveTo>
                  <a:pt x="1298550" y="1213198"/>
                </a:moveTo>
                <a:cubicBezTo>
                  <a:pt x="1298052" y="1213199"/>
                  <a:pt x="1297637" y="1212950"/>
                  <a:pt x="1297387" y="1212534"/>
                </a:cubicBezTo>
                <a:lnTo>
                  <a:pt x="1287667" y="1195586"/>
                </a:lnTo>
                <a:cubicBezTo>
                  <a:pt x="1287418" y="1195171"/>
                  <a:pt x="1287418" y="1194589"/>
                  <a:pt x="1287667" y="1194174"/>
                </a:cubicBezTo>
                <a:lnTo>
                  <a:pt x="1297470" y="1177226"/>
                </a:lnTo>
                <a:cubicBezTo>
                  <a:pt x="1297719" y="1176809"/>
                  <a:pt x="1298135" y="1176561"/>
                  <a:pt x="1298634" y="1176561"/>
                </a:cubicBezTo>
                <a:lnTo>
                  <a:pt x="1318157" y="1176561"/>
                </a:lnTo>
                <a:cubicBezTo>
                  <a:pt x="1318655" y="1176561"/>
                  <a:pt x="1319071" y="1176810"/>
                  <a:pt x="1319320" y="1177225"/>
                </a:cubicBezTo>
                <a:lnTo>
                  <a:pt x="1329040" y="1194174"/>
                </a:lnTo>
                <a:cubicBezTo>
                  <a:pt x="1329290" y="1194588"/>
                  <a:pt x="1329290" y="1195171"/>
                  <a:pt x="1329040" y="1195586"/>
                </a:cubicBezTo>
                <a:lnTo>
                  <a:pt x="1319237" y="1212534"/>
                </a:lnTo>
                <a:cubicBezTo>
                  <a:pt x="1318988" y="1212950"/>
                  <a:pt x="1318572" y="1213199"/>
                  <a:pt x="1318074" y="1213199"/>
                </a:cubicBezTo>
                <a:close/>
                <a:moveTo>
                  <a:pt x="1117993" y="1164900"/>
                </a:moveTo>
                <a:cubicBezTo>
                  <a:pt x="1117577" y="1164900"/>
                  <a:pt x="1117078" y="1164651"/>
                  <a:pt x="1116828" y="1164235"/>
                </a:cubicBezTo>
                <a:lnTo>
                  <a:pt x="1107025" y="1147204"/>
                </a:lnTo>
                <a:cubicBezTo>
                  <a:pt x="1106777" y="1146789"/>
                  <a:pt x="1106777" y="1146207"/>
                  <a:pt x="1107026" y="1145792"/>
                </a:cubicBezTo>
                <a:lnTo>
                  <a:pt x="1116829" y="1128761"/>
                </a:lnTo>
                <a:cubicBezTo>
                  <a:pt x="1117079" y="1128345"/>
                  <a:pt x="1117493" y="1128096"/>
                  <a:pt x="1117992" y="1128096"/>
                </a:cubicBezTo>
                <a:lnTo>
                  <a:pt x="1137598" y="1128096"/>
                </a:lnTo>
                <a:cubicBezTo>
                  <a:pt x="1138013" y="1128096"/>
                  <a:pt x="1138512" y="1128345"/>
                  <a:pt x="1138762" y="1128761"/>
                </a:cubicBezTo>
                <a:lnTo>
                  <a:pt x="1148565" y="1145792"/>
                </a:lnTo>
                <a:cubicBezTo>
                  <a:pt x="1148815" y="1146207"/>
                  <a:pt x="1148814" y="1146789"/>
                  <a:pt x="1148566" y="1147204"/>
                </a:cubicBezTo>
                <a:lnTo>
                  <a:pt x="1138761" y="1164235"/>
                </a:lnTo>
                <a:cubicBezTo>
                  <a:pt x="1138512" y="1164651"/>
                  <a:pt x="1138098" y="1164900"/>
                  <a:pt x="1137599" y="1164900"/>
                </a:cubicBezTo>
                <a:close/>
                <a:moveTo>
                  <a:pt x="1238261" y="1197306"/>
                </a:moveTo>
                <a:cubicBezTo>
                  <a:pt x="1237762" y="1197306"/>
                  <a:pt x="1237264" y="1197057"/>
                  <a:pt x="1237014" y="1196642"/>
                </a:cubicBezTo>
                <a:lnTo>
                  <a:pt x="1227128" y="1179527"/>
                </a:lnTo>
                <a:cubicBezTo>
                  <a:pt x="1226879" y="1179112"/>
                  <a:pt x="1226879" y="1178530"/>
                  <a:pt x="1227128" y="1178115"/>
                </a:cubicBezTo>
                <a:lnTo>
                  <a:pt x="1237014" y="1161001"/>
                </a:lnTo>
                <a:cubicBezTo>
                  <a:pt x="1237347" y="1160585"/>
                  <a:pt x="1237762" y="1160336"/>
                  <a:pt x="1238261" y="1160336"/>
                </a:cubicBezTo>
                <a:lnTo>
                  <a:pt x="1257950" y="1160336"/>
                </a:lnTo>
                <a:cubicBezTo>
                  <a:pt x="1258449" y="1160336"/>
                  <a:pt x="1258947" y="1160585"/>
                  <a:pt x="1259197" y="1161001"/>
                </a:cubicBezTo>
                <a:lnTo>
                  <a:pt x="1269083" y="1178115"/>
                </a:lnTo>
                <a:cubicBezTo>
                  <a:pt x="1269332" y="1178530"/>
                  <a:pt x="1269332" y="1179112"/>
                  <a:pt x="1269083" y="1179527"/>
                </a:cubicBezTo>
                <a:lnTo>
                  <a:pt x="1259197" y="1196642"/>
                </a:lnTo>
                <a:cubicBezTo>
                  <a:pt x="1258864" y="1197057"/>
                  <a:pt x="1258449" y="1197306"/>
                  <a:pt x="1257950" y="1197306"/>
                </a:cubicBezTo>
                <a:close/>
                <a:moveTo>
                  <a:pt x="1418816" y="1245791"/>
                </a:moveTo>
                <a:cubicBezTo>
                  <a:pt x="1418318" y="1245791"/>
                  <a:pt x="1417820" y="1245542"/>
                  <a:pt x="1417571" y="1245127"/>
                </a:cubicBezTo>
                <a:lnTo>
                  <a:pt x="1407684" y="1227929"/>
                </a:lnTo>
                <a:cubicBezTo>
                  <a:pt x="1407435" y="1227514"/>
                  <a:pt x="1407435" y="1226932"/>
                  <a:pt x="1407684" y="1226517"/>
                </a:cubicBezTo>
                <a:lnTo>
                  <a:pt x="1417571" y="1209320"/>
                </a:lnTo>
                <a:cubicBezTo>
                  <a:pt x="1417820" y="1208904"/>
                  <a:pt x="1418318" y="1208655"/>
                  <a:pt x="1418816" y="1208655"/>
                </a:cubicBezTo>
                <a:lnTo>
                  <a:pt x="1438672" y="1208655"/>
                </a:lnTo>
                <a:cubicBezTo>
                  <a:pt x="1439171" y="1208655"/>
                  <a:pt x="1439669" y="1208904"/>
                  <a:pt x="1439919" y="1209320"/>
                </a:cubicBezTo>
                <a:lnTo>
                  <a:pt x="1449805" y="1226517"/>
                </a:lnTo>
                <a:cubicBezTo>
                  <a:pt x="1450054" y="1226932"/>
                  <a:pt x="1450054" y="1227514"/>
                  <a:pt x="1449805" y="1227929"/>
                </a:cubicBezTo>
                <a:lnTo>
                  <a:pt x="1439919" y="1245127"/>
                </a:lnTo>
                <a:cubicBezTo>
                  <a:pt x="1439669" y="1245542"/>
                  <a:pt x="1439171" y="1245791"/>
                  <a:pt x="1438672" y="1245791"/>
                </a:cubicBezTo>
                <a:close/>
                <a:moveTo>
                  <a:pt x="1840038" y="1358751"/>
                </a:moveTo>
                <a:cubicBezTo>
                  <a:pt x="1839540" y="1358751"/>
                  <a:pt x="1839041" y="1358502"/>
                  <a:pt x="1838792" y="1358087"/>
                </a:cubicBezTo>
                <a:lnTo>
                  <a:pt x="1828822" y="1340806"/>
                </a:lnTo>
                <a:cubicBezTo>
                  <a:pt x="1828573" y="1340391"/>
                  <a:pt x="1828573" y="1339809"/>
                  <a:pt x="1828822" y="1339394"/>
                </a:cubicBezTo>
                <a:lnTo>
                  <a:pt x="1838792" y="1322114"/>
                </a:lnTo>
                <a:cubicBezTo>
                  <a:pt x="1839042" y="1321698"/>
                  <a:pt x="1839539" y="1321449"/>
                  <a:pt x="1840039" y="1321449"/>
                </a:cubicBezTo>
                <a:lnTo>
                  <a:pt x="1859977" y="1321449"/>
                </a:lnTo>
                <a:cubicBezTo>
                  <a:pt x="1860475" y="1321449"/>
                  <a:pt x="1860974" y="1321698"/>
                  <a:pt x="1861223" y="1322114"/>
                </a:cubicBezTo>
                <a:lnTo>
                  <a:pt x="1871192" y="1339394"/>
                </a:lnTo>
                <a:cubicBezTo>
                  <a:pt x="1871443" y="1339809"/>
                  <a:pt x="1871442" y="1340391"/>
                  <a:pt x="1871193" y="1340806"/>
                </a:cubicBezTo>
                <a:lnTo>
                  <a:pt x="1861223" y="1358087"/>
                </a:lnTo>
                <a:cubicBezTo>
                  <a:pt x="1860974" y="1358502"/>
                  <a:pt x="1860475" y="1358751"/>
                  <a:pt x="1859977" y="1358751"/>
                </a:cubicBezTo>
                <a:close/>
                <a:moveTo>
                  <a:pt x="1358488" y="1229824"/>
                </a:moveTo>
                <a:cubicBezTo>
                  <a:pt x="1357989" y="1229823"/>
                  <a:pt x="1357491" y="1229491"/>
                  <a:pt x="1357242" y="1229076"/>
                </a:cubicBezTo>
                <a:lnTo>
                  <a:pt x="1347272" y="1211712"/>
                </a:lnTo>
                <a:cubicBezTo>
                  <a:pt x="1347023" y="1211296"/>
                  <a:pt x="1347023" y="1210716"/>
                  <a:pt x="1347272" y="1210299"/>
                </a:cubicBezTo>
                <a:lnTo>
                  <a:pt x="1357325" y="1192937"/>
                </a:lnTo>
                <a:cubicBezTo>
                  <a:pt x="1357574" y="1192438"/>
                  <a:pt x="1358072" y="1192189"/>
                  <a:pt x="1358571" y="1192189"/>
                </a:cubicBezTo>
                <a:lnTo>
                  <a:pt x="1378593" y="1192189"/>
                </a:lnTo>
                <a:cubicBezTo>
                  <a:pt x="1379092" y="1192188"/>
                  <a:pt x="1379590" y="1192521"/>
                  <a:pt x="1379839" y="1192937"/>
                </a:cubicBezTo>
                <a:lnTo>
                  <a:pt x="1389809" y="1210299"/>
                </a:lnTo>
                <a:cubicBezTo>
                  <a:pt x="1390058" y="1210715"/>
                  <a:pt x="1390058" y="1211297"/>
                  <a:pt x="1389809" y="1211712"/>
                </a:cubicBezTo>
                <a:lnTo>
                  <a:pt x="1379756" y="1229076"/>
                </a:lnTo>
                <a:cubicBezTo>
                  <a:pt x="1379507" y="1229575"/>
                  <a:pt x="1379008" y="1229824"/>
                  <a:pt x="1378510" y="1229824"/>
                </a:cubicBezTo>
                <a:close/>
                <a:moveTo>
                  <a:pt x="1478860" y="1262077"/>
                </a:moveTo>
                <a:cubicBezTo>
                  <a:pt x="1478361" y="1262077"/>
                  <a:pt x="1477863" y="1261745"/>
                  <a:pt x="1477614" y="1261329"/>
                </a:cubicBezTo>
                <a:lnTo>
                  <a:pt x="1467644" y="1243966"/>
                </a:lnTo>
                <a:cubicBezTo>
                  <a:pt x="1467395" y="1243550"/>
                  <a:pt x="1467395" y="1242969"/>
                  <a:pt x="1467644" y="1242553"/>
                </a:cubicBezTo>
                <a:lnTo>
                  <a:pt x="1477697" y="1225190"/>
                </a:lnTo>
                <a:cubicBezTo>
                  <a:pt x="1477946" y="1224691"/>
                  <a:pt x="1478444" y="1224442"/>
                  <a:pt x="1478943" y="1224442"/>
                </a:cubicBezTo>
                <a:lnTo>
                  <a:pt x="1498965" y="1224442"/>
                </a:lnTo>
                <a:cubicBezTo>
                  <a:pt x="1499464" y="1224442"/>
                  <a:pt x="1499962" y="1224774"/>
                  <a:pt x="1500211" y="1225190"/>
                </a:cubicBezTo>
                <a:lnTo>
                  <a:pt x="1510181" y="1242553"/>
                </a:lnTo>
                <a:cubicBezTo>
                  <a:pt x="1510430" y="1242969"/>
                  <a:pt x="1510430" y="1243550"/>
                  <a:pt x="1510181" y="1243966"/>
                </a:cubicBezTo>
                <a:lnTo>
                  <a:pt x="1500128" y="1261329"/>
                </a:lnTo>
                <a:cubicBezTo>
                  <a:pt x="1499879" y="1261828"/>
                  <a:pt x="1499380" y="1262077"/>
                  <a:pt x="1498881" y="1262077"/>
                </a:cubicBezTo>
                <a:close/>
                <a:moveTo>
                  <a:pt x="1539047" y="1278204"/>
                </a:moveTo>
                <a:cubicBezTo>
                  <a:pt x="1538548" y="1278204"/>
                  <a:pt x="1538050" y="1277872"/>
                  <a:pt x="1537801" y="1277456"/>
                </a:cubicBezTo>
                <a:lnTo>
                  <a:pt x="1527830" y="1260093"/>
                </a:lnTo>
                <a:cubicBezTo>
                  <a:pt x="1527582" y="1259677"/>
                  <a:pt x="1527581" y="1259096"/>
                  <a:pt x="1527831" y="1258680"/>
                </a:cubicBezTo>
                <a:lnTo>
                  <a:pt x="1537883" y="1241317"/>
                </a:lnTo>
                <a:cubicBezTo>
                  <a:pt x="1538133" y="1240818"/>
                  <a:pt x="1538631" y="1240569"/>
                  <a:pt x="1539130" y="1240569"/>
                </a:cubicBezTo>
                <a:lnTo>
                  <a:pt x="1559152" y="1240569"/>
                </a:lnTo>
                <a:cubicBezTo>
                  <a:pt x="1559651" y="1240569"/>
                  <a:pt x="1560148" y="1240901"/>
                  <a:pt x="1560398" y="1241317"/>
                </a:cubicBezTo>
                <a:lnTo>
                  <a:pt x="1570368" y="1258680"/>
                </a:lnTo>
                <a:cubicBezTo>
                  <a:pt x="1570616" y="1259096"/>
                  <a:pt x="1570616" y="1259677"/>
                  <a:pt x="1570368" y="1260093"/>
                </a:cubicBezTo>
                <a:lnTo>
                  <a:pt x="1560314" y="1277456"/>
                </a:lnTo>
                <a:cubicBezTo>
                  <a:pt x="1560066" y="1277955"/>
                  <a:pt x="1559567" y="1278204"/>
                  <a:pt x="1559068" y="1278204"/>
                </a:cubicBezTo>
                <a:close/>
                <a:moveTo>
                  <a:pt x="1599232" y="1294331"/>
                </a:moveTo>
                <a:cubicBezTo>
                  <a:pt x="1598733" y="1294331"/>
                  <a:pt x="1598235" y="1293999"/>
                  <a:pt x="1597987" y="1293583"/>
                </a:cubicBezTo>
                <a:lnTo>
                  <a:pt x="1588016" y="1276220"/>
                </a:lnTo>
                <a:cubicBezTo>
                  <a:pt x="1587767" y="1275804"/>
                  <a:pt x="1587767" y="1275223"/>
                  <a:pt x="1588017" y="1274807"/>
                </a:cubicBezTo>
                <a:lnTo>
                  <a:pt x="1598069" y="1257444"/>
                </a:lnTo>
                <a:cubicBezTo>
                  <a:pt x="1598319" y="1256945"/>
                  <a:pt x="1598816" y="1256696"/>
                  <a:pt x="1599315" y="1256696"/>
                </a:cubicBezTo>
                <a:lnTo>
                  <a:pt x="1619338" y="1256696"/>
                </a:lnTo>
                <a:cubicBezTo>
                  <a:pt x="1619837" y="1256696"/>
                  <a:pt x="1620334" y="1257028"/>
                  <a:pt x="1620583" y="1257444"/>
                </a:cubicBezTo>
                <a:lnTo>
                  <a:pt x="1630553" y="1274807"/>
                </a:lnTo>
                <a:cubicBezTo>
                  <a:pt x="1630802" y="1275223"/>
                  <a:pt x="1630802" y="1275804"/>
                  <a:pt x="1630554" y="1276220"/>
                </a:cubicBezTo>
                <a:lnTo>
                  <a:pt x="1620500" y="1293583"/>
                </a:lnTo>
                <a:cubicBezTo>
                  <a:pt x="1620252" y="1294082"/>
                  <a:pt x="1619753" y="1294331"/>
                  <a:pt x="1619254" y="1294331"/>
                </a:cubicBezTo>
                <a:close/>
                <a:moveTo>
                  <a:pt x="3525192" y="1810473"/>
                </a:moveTo>
                <a:cubicBezTo>
                  <a:pt x="3524693" y="1810473"/>
                  <a:pt x="3524195" y="1810141"/>
                  <a:pt x="3523946" y="1809725"/>
                </a:cubicBezTo>
                <a:lnTo>
                  <a:pt x="3513893" y="1792279"/>
                </a:lnTo>
                <a:cubicBezTo>
                  <a:pt x="3513644" y="1791863"/>
                  <a:pt x="3513644" y="1791282"/>
                  <a:pt x="3513893" y="1790866"/>
                </a:cubicBezTo>
                <a:lnTo>
                  <a:pt x="3523946" y="1773420"/>
                </a:lnTo>
                <a:cubicBezTo>
                  <a:pt x="3524195" y="1772921"/>
                  <a:pt x="3524693" y="1772672"/>
                  <a:pt x="3525192" y="1772672"/>
                </a:cubicBezTo>
                <a:lnTo>
                  <a:pt x="3545297" y="1772672"/>
                </a:lnTo>
                <a:cubicBezTo>
                  <a:pt x="3545795" y="1772672"/>
                  <a:pt x="3546294" y="1773004"/>
                  <a:pt x="3546543" y="1773420"/>
                </a:cubicBezTo>
                <a:lnTo>
                  <a:pt x="3556596" y="1790866"/>
                </a:lnTo>
                <a:cubicBezTo>
                  <a:pt x="3556845" y="1791282"/>
                  <a:pt x="3556845" y="1791863"/>
                  <a:pt x="3556596" y="1792279"/>
                </a:cubicBezTo>
                <a:lnTo>
                  <a:pt x="3546543" y="1809725"/>
                </a:lnTo>
                <a:cubicBezTo>
                  <a:pt x="3546294" y="1810224"/>
                  <a:pt x="3545795" y="1810473"/>
                  <a:pt x="3545297" y="1810473"/>
                </a:cubicBezTo>
                <a:close/>
                <a:moveTo>
                  <a:pt x="1719522" y="1326750"/>
                </a:moveTo>
                <a:cubicBezTo>
                  <a:pt x="1719023" y="1326750"/>
                  <a:pt x="1718525" y="1326418"/>
                  <a:pt x="1718277" y="1326003"/>
                </a:cubicBezTo>
                <a:lnTo>
                  <a:pt x="1708140" y="1308473"/>
                </a:lnTo>
                <a:cubicBezTo>
                  <a:pt x="1707891" y="1308057"/>
                  <a:pt x="1707891" y="1307476"/>
                  <a:pt x="1708140" y="1307061"/>
                </a:cubicBezTo>
                <a:lnTo>
                  <a:pt x="1718276" y="1289531"/>
                </a:lnTo>
                <a:cubicBezTo>
                  <a:pt x="1718525" y="1289032"/>
                  <a:pt x="1719023" y="1288782"/>
                  <a:pt x="1719522" y="1288783"/>
                </a:cubicBezTo>
                <a:lnTo>
                  <a:pt x="1739793" y="1288783"/>
                </a:lnTo>
                <a:cubicBezTo>
                  <a:pt x="1740292" y="1288783"/>
                  <a:pt x="1740791" y="1289115"/>
                  <a:pt x="1741039" y="1289531"/>
                </a:cubicBezTo>
                <a:lnTo>
                  <a:pt x="1751175" y="1307061"/>
                </a:lnTo>
                <a:cubicBezTo>
                  <a:pt x="1751424" y="1307475"/>
                  <a:pt x="1751424" y="1308057"/>
                  <a:pt x="1751175" y="1308472"/>
                </a:cubicBezTo>
                <a:lnTo>
                  <a:pt x="1741039" y="1326002"/>
                </a:lnTo>
                <a:cubicBezTo>
                  <a:pt x="1740790" y="1326500"/>
                  <a:pt x="1740292" y="1326749"/>
                  <a:pt x="1739793" y="1326750"/>
                </a:cubicBezTo>
                <a:close/>
                <a:moveTo>
                  <a:pt x="1779708" y="1342876"/>
                </a:moveTo>
                <a:cubicBezTo>
                  <a:pt x="1779209" y="1342876"/>
                  <a:pt x="1778711" y="1342544"/>
                  <a:pt x="1778462" y="1342129"/>
                </a:cubicBezTo>
                <a:lnTo>
                  <a:pt x="1768326" y="1324599"/>
                </a:lnTo>
                <a:cubicBezTo>
                  <a:pt x="1768077" y="1324183"/>
                  <a:pt x="1768077" y="1323602"/>
                  <a:pt x="1768326" y="1323187"/>
                </a:cubicBezTo>
                <a:lnTo>
                  <a:pt x="1778462" y="1305657"/>
                </a:lnTo>
                <a:cubicBezTo>
                  <a:pt x="1778711" y="1305158"/>
                  <a:pt x="1779209" y="1304909"/>
                  <a:pt x="1779708" y="1304909"/>
                </a:cubicBezTo>
                <a:lnTo>
                  <a:pt x="1799979" y="1304909"/>
                </a:lnTo>
                <a:cubicBezTo>
                  <a:pt x="1800478" y="1304910"/>
                  <a:pt x="1800976" y="1305241"/>
                  <a:pt x="1801225" y="1305657"/>
                </a:cubicBezTo>
                <a:lnTo>
                  <a:pt x="1811361" y="1323187"/>
                </a:lnTo>
                <a:cubicBezTo>
                  <a:pt x="1811610" y="1323602"/>
                  <a:pt x="1811610" y="1324183"/>
                  <a:pt x="1811361" y="1324599"/>
                </a:cubicBezTo>
                <a:lnTo>
                  <a:pt x="1801225" y="1342129"/>
                </a:lnTo>
                <a:cubicBezTo>
                  <a:pt x="1800976" y="1342627"/>
                  <a:pt x="1800478" y="1342876"/>
                  <a:pt x="1799979" y="1342877"/>
                </a:cubicBezTo>
                <a:close/>
                <a:moveTo>
                  <a:pt x="1659253" y="1310706"/>
                </a:moveTo>
                <a:cubicBezTo>
                  <a:pt x="1658754" y="1310706"/>
                  <a:pt x="1658256" y="1310374"/>
                  <a:pt x="1658007" y="1309959"/>
                </a:cubicBezTo>
                <a:lnTo>
                  <a:pt x="1647872" y="1292346"/>
                </a:lnTo>
                <a:cubicBezTo>
                  <a:pt x="1647622" y="1291931"/>
                  <a:pt x="1647623" y="1291349"/>
                  <a:pt x="1647872" y="1290934"/>
                </a:cubicBezTo>
                <a:lnTo>
                  <a:pt x="1658090" y="1273321"/>
                </a:lnTo>
                <a:cubicBezTo>
                  <a:pt x="1658339" y="1272822"/>
                  <a:pt x="1658837" y="1272573"/>
                  <a:pt x="1659336" y="1272573"/>
                </a:cubicBezTo>
                <a:lnTo>
                  <a:pt x="1679690" y="1272573"/>
                </a:lnTo>
                <a:cubicBezTo>
                  <a:pt x="1680189" y="1272573"/>
                  <a:pt x="1680687" y="1272905"/>
                  <a:pt x="1680936" y="1273321"/>
                </a:cubicBezTo>
                <a:lnTo>
                  <a:pt x="1691072" y="1290934"/>
                </a:lnTo>
                <a:cubicBezTo>
                  <a:pt x="1691322" y="1291349"/>
                  <a:pt x="1691321" y="1291931"/>
                  <a:pt x="1691073" y="1292346"/>
                </a:cubicBezTo>
                <a:lnTo>
                  <a:pt x="1680853" y="1309959"/>
                </a:lnTo>
                <a:cubicBezTo>
                  <a:pt x="1680604" y="1310457"/>
                  <a:pt x="1680106" y="1310706"/>
                  <a:pt x="1679607" y="1310706"/>
                </a:cubicBezTo>
                <a:close/>
                <a:moveTo>
                  <a:pt x="2140743" y="1439721"/>
                </a:moveTo>
                <a:cubicBezTo>
                  <a:pt x="2140244" y="1439721"/>
                  <a:pt x="2139746" y="1439389"/>
                  <a:pt x="2139497" y="1438974"/>
                </a:cubicBezTo>
                <a:lnTo>
                  <a:pt x="2129361" y="1421361"/>
                </a:lnTo>
                <a:cubicBezTo>
                  <a:pt x="2129112" y="1420946"/>
                  <a:pt x="2129112" y="1420364"/>
                  <a:pt x="2129361" y="1419949"/>
                </a:cubicBezTo>
                <a:lnTo>
                  <a:pt x="2139580" y="1402336"/>
                </a:lnTo>
                <a:cubicBezTo>
                  <a:pt x="2139829" y="1401837"/>
                  <a:pt x="2140327" y="1401588"/>
                  <a:pt x="2140826" y="1401588"/>
                </a:cubicBezTo>
                <a:lnTo>
                  <a:pt x="2161180" y="1401588"/>
                </a:lnTo>
                <a:cubicBezTo>
                  <a:pt x="2161679" y="1401587"/>
                  <a:pt x="2162177" y="1401920"/>
                  <a:pt x="2162426" y="1402336"/>
                </a:cubicBezTo>
                <a:lnTo>
                  <a:pt x="2172562" y="1419949"/>
                </a:lnTo>
                <a:cubicBezTo>
                  <a:pt x="2172812" y="1420363"/>
                  <a:pt x="2172811" y="1420946"/>
                  <a:pt x="2172563" y="1421361"/>
                </a:cubicBezTo>
                <a:lnTo>
                  <a:pt x="2162343" y="1438974"/>
                </a:lnTo>
                <a:cubicBezTo>
                  <a:pt x="2162094" y="1439472"/>
                  <a:pt x="2161596" y="1439721"/>
                  <a:pt x="2161097" y="1439721"/>
                </a:cubicBezTo>
                <a:close/>
                <a:moveTo>
                  <a:pt x="3645376" y="1843055"/>
                </a:moveTo>
                <a:cubicBezTo>
                  <a:pt x="3644877" y="1843055"/>
                  <a:pt x="3644379" y="1842723"/>
                  <a:pt x="3644130" y="1842308"/>
                </a:cubicBezTo>
                <a:lnTo>
                  <a:pt x="3633911" y="1824612"/>
                </a:lnTo>
                <a:cubicBezTo>
                  <a:pt x="3633662" y="1824196"/>
                  <a:pt x="3633662" y="1823615"/>
                  <a:pt x="3633912" y="1823200"/>
                </a:cubicBezTo>
                <a:lnTo>
                  <a:pt x="3644130" y="1805504"/>
                </a:lnTo>
                <a:cubicBezTo>
                  <a:pt x="3644379" y="1805005"/>
                  <a:pt x="3644877" y="1804756"/>
                  <a:pt x="3645376" y="1804756"/>
                </a:cubicBezTo>
                <a:lnTo>
                  <a:pt x="3665813" y="1804756"/>
                </a:lnTo>
                <a:cubicBezTo>
                  <a:pt x="3666312" y="1804756"/>
                  <a:pt x="3666810" y="1805088"/>
                  <a:pt x="3667060" y="1805504"/>
                </a:cubicBezTo>
                <a:lnTo>
                  <a:pt x="3677278" y="1823200"/>
                </a:lnTo>
                <a:cubicBezTo>
                  <a:pt x="3677528" y="1823615"/>
                  <a:pt x="3677528" y="1824196"/>
                  <a:pt x="3677278" y="1824612"/>
                </a:cubicBezTo>
                <a:lnTo>
                  <a:pt x="3667060" y="1842308"/>
                </a:lnTo>
                <a:cubicBezTo>
                  <a:pt x="3666810" y="1842806"/>
                  <a:pt x="3666312" y="1843055"/>
                  <a:pt x="3665813" y="1843055"/>
                </a:cubicBezTo>
                <a:close/>
                <a:moveTo>
                  <a:pt x="2200825" y="1456085"/>
                </a:moveTo>
                <a:cubicBezTo>
                  <a:pt x="2200327" y="1456085"/>
                  <a:pt x="2199828" y="1455752"/>
                  <a:pt x="2199579" y="1455337"/>
                </a:cubicBezTo>
                <a:lnTo>
                  <a:pt x="2189277" y="1437558"/>
                </a:lnTo>
                <a:cubicBezTo>
                  <a:pt x="2189028" y="1437143"/>
                  <a:pt x="2189028" y="1436561"/>
                  <a:pt x="2189277" y="1436146"/>
                </a:cubicBezTo>
                <a:lnTo>
                  <a:pt x="2199579" y="1418367"/>
                </a:lnTo>
                <a:cubicBezTo>
                  <a:pt x="2199828" y="1417868"/>
                  <a:pt x="2200327" y="1417619"/>
                  <a:pt x="2200825" y="1417619"/>
                </a:cubicBezTo>
                <a:lnTo>
                  <a:pt x="2221346" y="1417619"/>
                </a:lnTo>
                <a:cubicBezTo>
                  <a:pt x="2221844" y="1417618"/>
                  <a:pt x="2222342" y="1417951"/>
                  <a:pt x="2222592" y="1418367"/>
                </a:cubicBezTo>
                <a:lnTo>
                  <a:pt x="2232894" y="1436146"/>
                </a:lnTo>
                <a:cubicBezTo>
                  <a:pt x="2233143" y="1436561"/>
                  <a:pt x="2233143" y="1437143"/>
                  <a:pt x="2232894" y="1437558"/>
                </a:cubicBezTo>
                <a:lnTo>
                  <a:pt x="2222592" y="1455337"/>
                </a:lnTo>
                <a:cubicBezTo>
                  <a:pt x="2222342" y="1455834"/>
                  <a:pt x="2221844" y="1456085"/>
                  <a:pt x="2221346" y="1456085"/>
                </a:cubicBezTo>
                <a:close/>
                <a:moveTo>
                  <a:pt x="5390695" y="2310808"/>
                </a:moveTo>
                <a:cubicBezTo>
                  <a:pt x="5390196" y="2310808"/>
                  <a:pt x="5389699" y="2310475"/>
                  <a:pt x="5389449" y="2310060"/>
                </a:cubicBezTo>
                <a:lnTo>
                  <a:pt x="5379147" y="2292281"/>
                </a:lnTo>
                <a:cubicBezTo>
                  <a:pt x="5378898" y="2291866"/>
                  <a:pt x="5378899" y="2291284"/>
                  <a:pt x="5379147" y="2290869"/>
                </a:cubicBezTo>
                <a:lnTo>
                  <a:pt x="5389449" y="2273090"/>
                </a:lnTo>
                <a:cubicBezTo>
                  <a:pt x="5389698" y="2272591"/>
                  <a:pt x="5390196" y="2272342"/>
                  <a:pt x="5390695" y="2272342"/>
                </a:cubicBezTo>
                <a:lnTo>
                  <a:pt x="5411215" y="2272342"/>
                </a:lnTo>
                <a:cubicBezTo>
                  <a:pt x="5411715" y="2272342"/>
                  <a:pt x="5412212" y="2272674"/>
                  <a:pt x="5412462" y="2273090"/>
                </a:cubicBezTo>
                <a:lnTo>
                  <a:pt x="5422763" y="2290869"/>
                </a:lnTo>
                <a:cubicBezTo>
                  <a:pt x="5423013" y="2291284"/>
                  <a:pt x="5423013" y="2291866"/>
                  <a:pt x="5422763" y="2292281"/>
                </a:cubicBezTo>
                <a:lnTo>
                  <a:pt x="5412462" y="2310060"/>
                </a:lnTo>
                <a:cubicBezTo>
                  <a:pt x="5412212" y="2310558"/>
                  <a:pt x="5411715" y="2310808"/>
                  <a:pt x="5411216" y="2310808"/>
                </a:cubicBezTo>
                <a:close/>
                <a:moveTo>
                  <a:pt x="2321124" y="1488517"/>
                </a:moveTo>
                <a:cubicBezTo>
                  <a:pt x="2320626" y="1488517"/>
                  <a:pt x="2320127" y="1488185"/>
                  <a:pt x="2319878" y="1487769"/>
                </a:cubicBezTo>
                <a:lnTo>
                  <a:pt x="2309493" y="1469824"/>
                </a:lnTo>
                <a:cubicBezTo>
                  <a:pt x="2309244" y="1469326"/>
                  <a:pt x="2309244" y="1468744"/>
                  <a:pt x="2309493" y="1468329"/>
                </a:cubicBezTo>
                <a:lnTo>
                  <a:pt x="2319878" y="1450383"/>
                </a:lnTo>
                <a:cubicBezTo>
                  <a:pt x="2320127" y="1449884"/>
                  <a:pt x="2320626" y="1449636"/>
                  <a:pt x="2321124" y="1449636"/>
                </a:cubicBezTo>
                <a:lnTo>
                  <a:pt x="2341894" y="1449636"/>
                </a:lnTo>
                <a:cubicBezTo>
                  <a:pt x="2342392" y="1449635"/>
                  <a:pt x="2342891" y="1449967"/>
                  <a:pt x="2343140" y="1450384"/>
                </a:cubicBezTo>
                <a:lnTo>
                  <a:pt x="2353525" y="1468328"/>
                </a:lnTo>
                <a:cubicBezTo>
                  <a:pt x="2353774" y="1468826"/>
                  <a:pt x="2353774" y="1469409"/>
                  <a:pt x="2353525" y="1469823"/>
                </a:cubicBezTo>
                <a:lnTo>
                  <a:pt x="2343140" y="1487769"/>
                </a:lnTo>
                <a:cubicBezTo>
                  <a:pt x="2342891" y="1488268"/>
                  <a:pt x="2342392" y="1488516"/>
                  <a:pt x="2341894" y="1488517"/>
                </a:cubicBezTo>
                <a:close/>
                <a:moveTo>
                  <a:pt x="3765593" y="1875561"/>
                </a:moveTo>
                <a:cubicBezTo>
                  <a:pt x="3765094" y="1875561"/>
                  <a:pt x="3764596" y="1875229"/>
                  <a:pt x="3764348" y="1874813"/>
                </a:cubicBezTo>
                <a:lnTo>
                  <a:pt x="3753963" y="1856868"/>
                </a:lnTo>
                <a:cubicBezTo>
                  <a:pt x="3753714" y="1856370"/>
                  <a:pt x="3753713" y="1855788"/>
                  <a:pt x="3753963" y="1855373"/>
                </a:cubicBezTo>
                <a:lnTo>
                  <a:pt x="3764348" y="1837428"/>
                </a:lnTo>
                <a:cubicBezTo>
                  <a:pt x="3764597" y="1836929"/>
                  <a:pt x="3765095" y="1836680"/>
                  <a:pt x="3765594" y="1836680"/>
                </a:cubicBezTo>
                <a:lnTo>
                  <a:pt x="3786363" y="1836680"/>
                </a:lnTo>
                <a:cubicBezTo>
                  <a:pt x="3786861" y="1836680"/>
                  <a:pt x="3787360" y="1837012"/>
                  <a:pt x="3787610" y="1837428"/>
                </a:cubicBezTo>
                <a:lnTo>
                  <a:pt x="3797995" y="1855373"/>
                </a:lnTo>
                <a:cubicBezTo>
                  <a:pt x="3798244" y="1855871"/>
                  <a:pt x="3798243" y="1856453"/>
                  <a:pt x="3797995" y="1856868"/>
                </a:cubicBezTo>
                <a:lnTo>
                  <a:pt x="3787610" y="1874813"/>
                </a:lnTo>
                <a:cubicBezTo>
                  <a:pt x="3787361" y="1875312"/>
                  <a:pt x="3786862" y="1875561"/>
                  <a:pt x="3786364" y="1875561"/>
                </a:cubicBezTo>
                <a:close/>
                <a:moveTo>
                  <a:pt x="5270249" y="2278732"/>
                </a:moveTo>
                <a:cubicBezTo>
                  <a:pt x="5269750" y="2278732"/>
                  <a:pt x="5269252" y="2278400"/>
                  <a:pt x="5269003" y="2277984"/>
                </a:cubicBezTo>
                <a:lnTo>
                  <a:pt x="5258618" y="2260039"/>
                </a:lnTo>
                <a:cubicBezTo>
                  <a:pt x="5258369" y="2259541"/>
                  <a:pt x="5258369" y="2258959"/>
                  <a:pt x="5258618" y="2258544"/>
                </a:cubicBezTo>
                <a:lnTo>
                  <a:pt x="5269003" y="2240599"/>
                </a:lnTo>
                <a:cubicBezTo>
                  <a:pt x="5269252" y="2240100"/>
                  <a:pt x="5269750" y="2239852"/>
                  <a:pt x="5270249" y="2239851"/>
                </a:cubicBezTo>
                <a:lnTo>
                  <a:pt x="5291019" y="2239851"/>
                </a:lnTo>
                <a:cubicBezTo>
                  <a:pt x="5291517" y="2239851"/>
                  <a:pt x="5292016" y="2240183"/>
                  <a:pt x="5292265" y="2240599"/>
                </a:cubicBezTo>
                <a:lnTo>
                  <a:pt x="5302650" y="2258544"/>
                </a:lnTo>
                <a:cubicBezTo>
                  <a:pt x="5302899" y="2259042"/>
                  <a:pt x="5302899" y="2259624"/>
                  <a:pt x="5302650" y="2260039"/>
                </a:cubicBezTo>
                <a:lnTo>
                  <a:pt x="5292265" y="2277984"/>
                </a:lnTo>
                <a:cubicBezTo>
                  <a:pt x="5292016" y="2278483"/>
                  <a:pt x="5291517" y="2278732"/>
                  <a:pt x="5291019" y="2278732"/>
                </a:cubicBezTo>
                <a:close/>
                <a:moveTo>
                  <a:pt x="5330436" y="2294859"/>
                </a:moveTo>
                <a:cubicBezTo>
                  <a:pt x="5329937" y="2294859"/>
                  <a:pt x="5329439" y="2294527"/>
                  <a:pt x="5329190" y="2294111"/>
                </a:cubicBezTo>
                <a:lnTo>
                  <a:pt x="5318805" y="2276166"/>
                </a:lnTo>
                <a:cubicBezTo>
                  <a:pt x="5318556" y="2275668"/>
                  <a:pt x="5318556" y="2275087"/>
                  <a:pt x="5318805" y="2274671"/>
                </a:cubicBezTo>
                <a:lnTo>
                  <a:pt x="5329190" y="2256726"/>
                </a:lnTo>
                <a:cubicBezTo>
                  <a:pt x="5329439" y="2256227"/>
                  <a:pt x="5329937" y="2255979"/>
                  <a:pt x="5330436" y="2255978"/>
                </a:cubicBezTo>
                <a:lnTo>
                  <a:pt x="5351206" y="2255978"/>
                </a:lnTo>
                <a:cubicBezTo>
                  <a:pt x="5351704" y="2255978"/>
                  <a:pt x="5352203" y="2256310"/>
                  <a:pt x="5352452" y="2256726"/>
                </a:cubicBezTo>
                <a:lnTo>
                  <a:pt x="5362837" y="2274671"/>
                </a:lnTo>
                <a:cubicBezTo>
                  <a:pt x="5363086" y="2275169"/>
                  <a:pt x="5363086" y="2275751"/>
                  <a:pt x="5362837" y="2276166"/>
                </a:cubicBezTo>
                <a:lnTo>
                  <a:pt x="5352452" y="2294111"/>
                </a:lnTo>
                <a:cubicBezTo>
                  <a:pt x="5352203" y="2294610"/>
                  <a:pt x="5351704" y="2294859"/>
                  <a:pt x="5351206" y="2294859"/>
                </a:cubicBezTo>
                <a:close/>
                <a:moveTo>
                  <a:pt x="5450809" y="2327113"/>
                </a:moveTo>
                <a:cubicBezTo>
                  <a:pt x="5450309" y="2327113"/>
                  <a:pt x="5449811" y="2326781"/>
                  <a:pt x="5449563" y="2326365"/>
                </a:cubicBezTo>
                <a:lnTo>
                  <a:pt x="5439178" y="2308420"/>
                </a:lnTo>
                <a:cubicBezTo>
                  <a:pt x="5438928" y="2307922"/>
                  <a:pt x="5438928" y="2307340"/>
                  <a:pt x="5439177" y="2306925"/>
                </a:cubicBezTo>
                <a:lnTo>
                  <a:pt x="5449563" y="2288980"/>
                </a:lnTo>
                <a:cubicBezTo>
                  <a:pt x="5449812" y="2288481"/>
                  <a:pt x="5450310" y="2288232"/>
                  <a:pt x="5450809" y="2288232"/>
                </a:cubicBezTo>
                <a:lnTo>
                  <a:pt x="5471579" y="2288232"/>
                </a:lnTo>
                <a:cubicBezTo>
                  <a:pt x="5472077" y="2288232"/>
                  <a:pt x="5472576" y="2288564"/>
                  <a:pt x="5472824" y="2288980"/>
                </a:cubicBezTo>
                <a:lnTo>
                  <a:pt x="5483210" y="2306925"/>
                </a:lnTo>
                <a:cubicBezTo>
                  <a:pt x="5483459" y="2307423"/>
                  <a:pt x="5483459" y="2308005"/>
                  <a:pt x="5483210" y="2308420"/>
                </a:cubicBezTo>
                <a:lnTo>
                  <a:pt x="5472825" y="2326365"/>
                </a:lnTo>
                <a:cubicBezTo>
                  <a:pt x="5472575" y="2326864"/>
                  <a:pt x="5472077" y="2327113"/>
                  <a:pt x="5471579" y="2327113"/>
                </a:cubicBezTo>
                <a:close/>
                <a:moveTo>
                  <a:pt x="5510994" y="2343240"/>
                </a:moveTo>
                <a:cubicBezTo>
                  <a:pt x="5510496" y="2343240"/>
                  <a:pt x="5509997" y="2342908"/>
                  <a:pt x="5509749" y="2342492"/>
                </a:cubicBezTo>
                <a:lnTo>
                  <a:pt x="5499363" y="2324547"/>
                </a:lnTo>
                <a:cubicBezTo>
                  <a:pt x="5499114" y="2324049"/>
                  <a:pt x="5499114" y="2323467"/>
                  <a:pt x="5499363" y="2323052"/>
                </a:cubicBezTo>
                <a:lnTo>
                  <a:pt x="5509749" y="2305107"/>
                </a:lnTo>
                <a:cubicBezTo>
                  <a:pt x="5509997" y="2304608"/>
                  <a:pt x="5510496" y="2304359"/>
                  <a:pt x="5510995" y="2304359"/>
                </a:cubicBezTo>
                <a:lnTo>
                  <a:pt x="5531764" y="2304359"/>
                </a:lnTo>
                <a:cubicBezTo>
                  <a:pt x="5532262" y="2304359"/>
                  <a:pt x="5532762" y="2304691"/>
                  <a:pt x="5533010" y="2305107"/>
                </a:cubicBezTo>
                <a:lnTo>
                  <a:pt x="5543396" y="2323052"/>
                </a:lnTo>
                <a:cubicBezTo>
                  <a:pt x="5543645" y="2323550"/>
                  <a:pt x="5543644" y="2324132"/>
                  <a:pt x="5543396" y="2324547"/>
                </a:cubicBezTo>
                <a:lnTo>
                  <a:pt x="5533010" y="2342492"/>
                </a:lnTo>
                <a:cubicBezTo>
                  <a:pt x="5532762" y="2342991"/>
                  <a:pt x="5532262" y="2343240"/>
                  <a:pt x="5531764" y="2343240"/>
                </a:cubicBezTo>
                <a:close/>
                <a:moveTo>
                  <a:pt x="2260855" y="1472472"/>
                </a:moveTo>
                <a:cubicBezTo>
                  <a:pt x="2260356" y="1472472"/>
                  <a:pt x="2259858" y="1472140"/>
                  <a:pt x="2259609" y="1471725"/>
                </a:cubicBezTo>
                <a:lnTo>
                  <a:pt x="2249224" y="1453696"/>
                </a:lnTo>
                <a:cubicBezTo>
                  <a:pt x="2248975" y="1453198"/>
                  <a:pt x="2248975" y="1452616"/>
                  <a:pt x="2249224" y="1452201"/>
                </a:cubicBezTo>
                <a:lnTo>
                  <a:pt x="2259692" y="1434173"/>
                </a:lnTo>
                <a:cubicBezTo>
                  <a:pt x="2259941" y="1433674"/>
                  <a:pt x="2260440" y="1433425"/>
                  <a:pt x="2260938" y="1433425"/>
                </a:cubicBezTo>
                <a:lnTo>
                  <a:pt x="2281791" y="1433425"/>
                </a:lnTo>
                <a:cubicBezTo>
                  <a:pt x="2282289" y="1433425"/>
                  <a:pt x="2282788" y="1433757"/>
                  <a:pt x="2283037" y="1434173"/>
                </a:cubicBezTo>
                <a:lnTo>
                  <a:pt x="2293422" y="1452201"/>
                </a:lnTo>
                <a:cubicBezTo>
                  <a:pt x="2293671" y="1452699"/>
                  <a:pt x="2293671" y="1453281"/>
                  <a:pt x="2293422" y="1453696"/>
                </a:cubicBezTo>
                <a:lnTo>
                  <a:pt x="2282954" y="1471725"/>
                </a:lnTo>
                <a:cubicBezTo>
                  <a:pt x="2282705" y="1472223"/>
                  <a:pt x="2282206" y="1472472"/>
                  <a:pt x="2281708" y="1472472"/>
                </a:cubicBezTo>
                <a:close/>
                <a:moveTo>
                  <a:pt x="3705324" y="1859516"/>
                </a:moveTo>
                <a:cubicBezTo>
                  <a:pt x="3704825" y="1859516"/>
                  <a:pt x="3704327" y="1859184"/>
                  <a:pt x="3704078" y="1858769"/>
                </a:cubicBezTo>
                <a:lnTo>
                  <a:pt x="3693693" y="1840740"/>
                </a:lnTo>
                <a:cubicBezTo>
                  <a:pt x="3693444" y="1840242"/>
                  <a:pt x="3693444" y="1839660"/>
                  <a:pt x="3693693" y="1839245"/>
                </a:cubicBezTo>
                <a:lnTo>
                  <a:pt x="3704161" y="1821217"/>
                </a:lnTo>
                <a:cubicBezTo>
                  <a:pt x="3704410" y="1820718"/>
                  <a:pt x="3704909" y="1820469"/>
                  <a:pt x="3705407" y="1820469"/>
                </a:cubicBezTo>
                <a:lnTo>
                  <a:pt x="3726260" y="1820469"/>
                </a:lnTo>
                <a:cubicBezTo>
                  <a:pt x="3726759" y="1820469"/>
                  <a:pt x="3727257" y="1820801"/>
                  <a:pt x="3727506" y="1821217"/>
                </a:cubicBezTo>
                <a:lnTo>
                  <a:pt x="3737891" y="1839245"/>
                </a:lnTo>
                <a:cubicBezTo>
                  <a:pt x="3738140" y="1839743"/>
                  <a:pt x="3738140" y="1840325"/>
                  <a:pt x="3737891" y="1840740"/>
                </a:cubicBezTo>
                <a:lnTo>
                  <a:pt x="3727423" y="1858769"/>
                </a:lnTo>
                <a:cubicBezTo>
                  <a:pt x="3727174" y="1859267"/>
                  <a:pt x="3726675" y="1859516"/>
                  <a:pt x="3726177" y="1859516"/>
                </a:cubicBezTo>
                <a:close/>
                <a:moveTo>
                  <a:pt x="2441413" y="1520935"/>
                </a:moveTo>
                <a:cubicBezTo>
                  <a:pt x="2440915" y="1520935"/>
                  <a:pt x="2440416" y="1520603"/>
                  <a:pt x="2440167" y="1520187"/>
                </a:cubicBezTo>
                <a:lnTo>
                  <a:pt x="2429699" y="1502076"/>
                </a:lnTo>
                <a:cubicBezTo>
                  <a:pt x="2429450" y="1501578"/>
                  <a:pt x="2429450" y="1500996"/>
                  <a:pt x="2429699" y="1500581"/>
                </a:cubicBezTo>
                <a:lnTo>
                  <a:pt x="2440167" y="1482470"/>
                </a:lnTo>
                <a:cubicBezTo>
                  <a:pt x="2440416" y="1481971"/>
                  <a:pt x="2440915" y="1481722"/>
                  <a:pt x="2441413" y="1481722"/>
                </a:cubicBezTo>
                <a:lnTo>
                  <a:pt x="2462349" y="1481723"/>
                </a:lnTo>
                <a:cubicBezTo>
                  <a:pt x="2462848" y="1481722"/>
                  <a:pt x="2463345" y="1482054"/>
                  <a:pt x="2463595" y="1482470"/>
                </a:cubicBezTo>
                <a:lnTo>
                  <a:pt x="2474063" y="1500581"/>
                </a:lnTo>
                <a:cubicBezTo>
                  <a:pt x="2474313" y="1501079"/>
                  <a:pt x="2474313" y="1501661"/>
                  <a:pt x="2474063" y="1502076"/>
                </a:cubicBezTo>
                <a:lnTo>
                  <a:pt x="2463595" y="1520187"/>
                </a:lnTo>
                <a:cubicBezTo>
                  <a:pt x="2463346" y="1520686"/>
                  <a:pt x="2462848" y="1520935"/>
                  <a:pt x="2462349" y="1520935"/>
                </a:cubicBezTo>
                <a:close/>
                <a:moveTo>
                  <a:pt x="2501599" y="1537062"/>
                </a:moveTo>
                <a:cubicBezTo>
                  <a:pt x="2501101" y="1537062"/>
                  <a:pt x="2500603" y="1536730"/>
                  <a:pt x="2500353" y="1536314"/>
                </a:cubicBezTo>
                <a:lnTo>
                  <a:pt x="2489886" y="1518203"/>
                </a:lnTo>
                <a:cubicBezTo>
                  <a:pt x="2489637" y="1517705"/>
                  <a:pt x="2489637" y="1517123"/>
                  <a:pt x="2489886" y="1516708"/>
                </a:cubicBezTo>
                <a:lnTo>
                  <a:pt x="2500353" y="1498597"/>
                </a:lnTo>
                <a:cubicBezTo>
                  <a:pt x="2500602" y="1498098"/>
                  <a:pt x="2501101" y="1497849"/>
                  <a:pt x="2501599" y="1497849"/>
                </a:cubicBezTo>
                <a:lnTo>
                  <a:pt x="2522536" y="1497850"/>
                </a:lnTo>
                <a:cubicBezTo>
                  <a:pt x="2523035" y="1497849"/>
                  <a:pt x="2523532" y="1498181"/>
                  <a:pt x="2523782" y="1498597"/>
                </a:cubicBezTo>
                <a:lnTo>
                  <a:pt x="2534249" y="1516708"/>
                </a:lnTo>
                <a:cubicBezTo>
                  <a:pt x="2534500" y="1517206"/>
                  <a:pt x="2534499" y="1517788"/>
                  <a:pt x="2534249" y="1518203"/>
                </a:cubicBezTo>
                <a:lnTo>
                  <a:pt x="2523782" y="1536314"/>
                </a:lnTo>
                <a:cubicBezTo>
                  <a:pt x="2523533" y="1536813"/>
                  <a:pt x="2523035" y="1537062"/>
                  <a:pt x="2522536" y="1537062"/>
                </a:cubicBezTo>
                <a:close/>
                <a:moveTo>
                  <a:pt x="3404392" y="1778965"/>
                </a:moveTo>
                <a:cubicBezTo>
                  <a:pt x="3403894" y="1778965"/>
                  <a:pt x="3403396" y="1778633"/>
                  <a:pt x="3403146" y="1778217"/>
                </a:cubicBezTo>
                <a:lnTo>
                  <a:pt x="3392679" y="1760106"/>
                </a:lnTo>
                <a:cubicBezTo>
                  <a:pt x="3392430" y="1759608"/>
                  <a:pt x="3392430" y="1759026"/>
                  <a:pt x="3392679" y="1758611"/>
                </a:cubicBezTo>
                <a:lnTo>
                  <a:pt x="3403146" y="1740500"/>
                </a:lnTo>
                <a:cubicBezTo>
                  <a:pt x="3403395" y="1740001"/>
                  <a:pt x="3403894" y="1739752"/>
                  <a:pt x="3404392" y="1739752"/>
                </a:cubicBezTo>
                <a:lnTo>
                  <a:pt x="3425329" y="1739752"/>
                </a:lnTo>
                <a:cubicBezTo>
                  <a:pt x="3425828" y="1739752"/>
                  <a:pt x="3426325" y="1740084"/>
                  <a:pt x="3426575" y="1740500"/>
                </a:cubicBezTo>
                <a:lnTo>
                  <a:pt x="3437042" y="1758611"/>
                </a:lnTo>
                <a:cubicBezTo>
                  <a:pt x="3437292" y="1759109"/>
                  <a:pt x="3437292" y="1759691"/>
                  <a:pt x="3437042" y="1760106"/>
                </a:cubicBezTo>
                <a:lnTo>
                  <a:pt x="3426575" y="1778217"/>
                </a:lnTo>
                <a:cubicBezTo>
                  <a:pt x="3426326" y="1778716"/>
                  <a:pt x="3425828" y="1778965"/>
                  <a:pt x="3425329" y="1778965"/>
                </a:cubicBezTo>
                <a:close/>
                <a:moveTo>
                  <a:pt x="3584951" y="1827345"/>
                </a:moveTo>
                <a:cubicBezTo>
                  <a:pt x="3584453" y="1827345"/>
                  <a:pt x="3583954" y="1827013"/>
                  <a:pt x="3583705" y="1826597"/>
                </a:cubicBezTo>
                <a:lnTo>
                  <a:pt x="3573237" y="1808486"/>
                </a:lnTo>
                <a:cubicBezTo>
                  <a:pt x="3572988" y="1807988"/>
                  <a:pt x="3572988" y="1807407"/>
                  <a:pt x="3573237" y="1806991"/>
                </a:cubicBezTo>
                <a:lnTo>
                  <a:pt x="3583705" y="1788880"/>
                </a:lnTo>
                <a:cubicBezTo>
                  <a:pt x="3583954" y="1788381"/>
                  <a:pt x="3584453" y="1788133"/>
                  <a:pt x="3584951" y="1788132"/>
                </a:cubicBezTo>
                <a:lnTo>
                  <a:pt x="3605887" y="1788133"/>
                </a:lnTo>
                <a:cubicBezTo>
                  <a:pt x="3606386" y="1788132"/>
                  <a:pt x="3606884" y="1788464"/>
                  <a:pt x="3607133" y="1788881"/>
                </a:cubicBezTo>
                <a:lnTo>
                  <a:pt x="3617601" y="1806992"/>
                </a:lnTo>
                <a:cubicBezTo>
                  <a:pt x="3617851" y="1807489"/>
                  <a:pt x="3617851" y="1808072"/>
                  <a:pt x="3617601" y="1808486"/>
                </a:cubicBezTo>
                <a:lnTo>
                  <a:pt x="3607133" y="1826597"/>
                </a:lnTo>
                <a:cubicBezTo>
                  <a:pt x="3606884" y="1827096"/>
                  <a:pt x="3606386" y="1827346"/>
                  <a:pt x="3605887" y="1827345"/>
                </a:cubicBezTo>
                <a:close/>
                <a:moveTo>
                  <a:pt x="2381167" y="1504885"/>
                </a:moveTo>
                <a:cubicBezTo>
                  <a:pt x="2380669" y="1504885"/>
                  <a:pt x="2380170" y="1504552"/>
                  <a:pt x="2379921" y="1504137"/>
                </a:cubicBezTo>
                <a:lnTo>
                  <a:pt x="2369370" y="1485860"/>
                </a:lnTo>
                <a:cubicBezTo>
                  <a:pt x="2369121" y="1485361"/>
                  <a:pt x="2369121" y="1484778"/>
                  <a:pt x="2369370" y="1484364"/>
                </a:cubicBezTo>
                <a:lnTo>
                  <a:pt x="2379921" y="1466087"/>
                </a:lnTo>
                <a:cubicBezTo>
                  <a:pt x="2380170" y="1465588"/>
                  <a:pt x="2380669" y="1465338"/>
                  <a:pt x="2381167" y="1465339"/>
                </a:cubicBezTo>
                <a:lnTo>
                  <a:pt x="2402186" y="1465338"/>
                </a:lnTo>
                <a:cubicBezTo>
                  <a:pt x="2402685" y="1465339"/>
                  <a:pt x="2403183" y="1465671"/>
                  <a:pt x="2403432" y="1466086"/>
                </a:cubicBezTo>
                <a:lnTo>
                  <a:pt x="2413984" y="1484364"/>
                </a:lnTo>
                <a:cubicBezTo>
                  <a:pt x="2414233" y="1484863"/>
                  <a:pt x="2414233" y="1485443"/>
                  <a:pt x="2413984" y="1485860"/>
                </a:cubicBezTo>
                <a:lnTo>
                  <a:pt x="2403432" y="1504136"/>
                </a:lnTo>
                <a:cubicBezTo>
                  <a:pt x="2403183" y="1504634"/>
                  <a:pt x="2402685" y="1504885"/>
                  <a:pt x="2402186" y="1504884"/>
                </a:cubicBezTo>
                <a:close/>
                <a:moveTo>
                  <a:pt x="2742284" y="1601646"/>
                </a:moveTo>
                <a:cubicBezTo>
                  <a:pt x="2741786" y="1601646"/>
                  <a:pt x="2741287" y="1601313"/>
                  <a:pt x="2741038" y="1600898"/>
                </a:cubicBezTo>
                <a:lnTo>
                  <a:pt x="2730487" y="1582621"/>
                </a:lnTo>
                <a:cubicBezTo>
                  <a:pt x="2730238" y="1582122"/>
                  <a:pt x="2730238" y="1581540"/>
                  <a:pt x="2730487" y="1581125"/>
                </a:cubicBezTo>
                <a:lnTo>
                  <a:pt x="2741038" y="1562848"/>
                </a:lnTo>
                <a:cubicBezTo>
                  <a:pt x="2741287" y="1562349"/>
                  <a:pt x="2741786" y="1562099"/>
                  <a:pt x="2742284" y="1562100"/>
                </a:cubicBezTo>
                <a:lnTo>
                  <a:pt x="2763303" y="1562099"/>
                </a:lnTo>
                <a:cubicBezTo>
                  <a:pt x="2763801" y="1562100"/>
                  <a:pt x="2764300" y="1562432"/>
                  <a:pt x="2764549" y="1562847"/>
                </a:cubicBezTo>
                <a:lnTo>
                  <a:pt x="2775100" y="1581125"/>
                </a:lnTo>
                <a:cubicBezTo>
                  <a:pt x="2775350" y="1581624"/>
                  <a:pt x="2775350" y="1582205"/>
                  <a:pt x="2775100" y="1582620"/>
                </a:cubicBezTo>
                <a:lnTo>
                  <a:pt x="2764549" y="1600897"/>
                </a:lnTo>
                <a:cubicBezTo>
                  <a:pt x="2764300" y="1601395"/>
                  <a:pt x="2763801" y="1601646"/>
                  <a:pt x="2763303" y="1601645"/>
                </a:cubicBezTo>
                <a:close/>
                <a:moveTo>
                  <a:pt x="2561701" y="1553449"/>
                </a:moveTo>
                <a:cubicBezTo>
                  <a:pt x="2561120" y="1553449"/>
                  <a:pt x="2560621" y="1553200"/>
                  <a:pt x="2560372" y="1552701"/>
                </a:cubicBezTo>
                <a:lnTo>
                  <a:pt x="2549821" y="1534341"/>
                </a:lnTo>
                <a:cubicBezTo>
                  <a:pt x="2549572" y="1533842"/>
                  <a:pt x="2549572" y="1533344"/>
                  <a:pt x="2549821" y="1532845"/>
                </a:cubicBezTo>
                <a:lnTo>
                  <a:pt x="2560372" y="1514485"/>
                </a:lnTo>
                <a:cubicBezTo>
                  <a:pt x="2560704" y="1513986"/>
                  <a:pt x="2561203" y="1513737"/>
                  <a:pt x="2561701" y="1513737"/>
                </a:cubicBezTo>
                <a:lnTo>
                  <a:pt x="2582886" y="1513737"/>
                </a:lnTo>
                <a:cubicBezTo>
                  <a:pt x="2583468" y="1513737"/>
                  <a:pt x="2583966" y="1513986"/>
                  <a:pt x="2584216" y="1514485"/>
                </a:cubicBezTo>
                <a:lnTo>
                  <a:pt x="2594767" y="1532845"/>
                </a:lnTo>
                <a:cubicBezTo>
                  <a:pt x="2595016" y="1533344"/>
                  <a:pt x="2595016" y="1533842"/>
                  <a:pt x="2594767" y="1534341"/>
                </a:cubicBezTo>
                <a:lnTo>
                  <a:pt x="2584216" y="1552701"/>
                </a:lnTo>
                <a:cubicBezTo>
                  <a:pt x="2583883" y="1553200"/>
                  <a:pt x="2583385" y="1553449"/>
                  <a:pt x="2582886" y="1553449"/>
                </a:cubicBezTo>
                <a:close/>
                <a:moveTo>
                  <a:pt x="2621887" y="1569576"/>
                </a:moveTo>
                <a:cubicBezTo>
                  <a:pt x="2621306" y="1569575"/>
                  <a:pt x="2620807" y="1569327"/>
                  <a:pt x="2620558" y="1568828"/>
                </a:cubicBezTo>
                <a:lnTo>
                  <a:pt x="2610007" y="1550468"/>
                </a:lnTo>
                <a:cubicBezTo>
                  <a:pt x="2609758" y="1549969"/>
                  <a:pt x="2609758" y="1549470"/>
                  <a:pt x="2610007" y="1548972"/>
                </a:cubicBezTo>
                <a:lnTo>
                  <a:pt x="2620558" y="1530611"/>
                </a:lnTo>
                <a:cubicBezTo>
                  <a:pt x="2620890" y="1530112"/>
                  <a:pt x="2621389" y="1529864"/>
                  <a:pt x="2621887" y="1529863"/>
                </a:cubicBezTo>
                <a:lnTo>
                  <a:pt x="2643072" y="1529864"/>
                </a:lnTo>
                <a:cubicBezTo>
                  <a:pt x="2643654" y="1529864"/>
                  <a:pt x="2644152" y="1530112"/>
                  <a:pt x="2644402" y="1530612"/>
                </a:cubicBezTo>
                <a:lnTo>
                  <a:pt x="2654953" y="1548972"/>
                </a:lnTo>
                <a:cubicBezTo>
                  <a:pt x="2655202" y="1549471"/>
                  <a:pt x="2655202" y="1549968"/>
                  <a:pt x="2654953" y="1550468"/>
                </a:cubicBezTo>
                <a:lnTo>
                  <a:pt x="2644402" y="1568827"/>
                </a:lnTo>
                <a:cubicBezTo>
                  <a:pt x="2644069" y="1569327"/>
                  <a:pt x="2643571" y="1569575"/>
                  <a:pt x="2643072" y="1569576"/>
                </a:cubicBezTo>
                <a:close/>
                <a:moveTo>
                  <a:pt x="2802447" y="1617956"/>
                </a:moveTo>
                <a:cubicBezTo>
                  <a:pt x="2801866" y="1617956"/>
                  <a:pt x="2801367" y="1617707"/>
                  <a:pt x="2801117" y="1617208"/>
                </a:cubicBezTo>
                <a:lnTo>
                  <a:pt x="2790567" y="1598849"/>
                </a:lnTo>
                <a:cubicBezTo>
                  <a:pt x="2790317" y="1598349"/>
                  <a:pt x="2790318" y="1597851"/>
                  <a:pt x="2790566" y="1597352"/>
                </a:cubicBezTo>
                <a:lnTo>
                  <a:pt x="2801117" y="1578992"/>
                </a:lnTo>
                <a:cubicBezTo>
                  <a:pt x="2801449" y="1578493"/>
                  <a:pt x="2801949" y="1578244"/>
                  <a:pt x="2802447" y="1578244"/>
                </a:cubicBezTo>
                <a:lnTo>
                  <a:pt x="2823632" y="1578244"/>
                </a:lnTo>
                <a:cubicBezTo>
                  <a:pt x="2824213" y="1578244"/>
                  <a:pt x="2824711" y="1578493"/>
                  <a:pt x="2824961" y="1578992"/>
                </a:cubicBezTo>
                <a:lnTo>
                  <a:pt x="2835512" y="1597352"/>
                </a:lnTo>
                <a:cubicBezTo>
                  <a:pt x="2835762" y="1597851"/>
                  <a:pt x="2835761" y="1598349"/>
                  <a:pt x="2835513" y="1598848"/>
                </a:cubicBezTo>
                <a:lnTo>
                  <a:pt x="2824962" y="1617208"/>
                </a:lnTo>
                <a:cubicBezTo>
                  <a:pt x="2824629" y="1617708"/>
                  <a:pt x="2824130" y="1617956"/>
                  <a:pt x="2823631" y="1617956"/>
                </a:cubicBezTo>
                <a:close/>
                <a:moveTo>
                  <a:pt x="5089358" y="2230932"/>
                </a:moveTo>
                <a:cubicBezTo>
                  <a:pt x="5088778" y="2230932"/>
                  <a:pt x="5088279" y="2230683"/>
                  <a:pt x="5088029" y="2230185"/>
                </a:cubicBezTo>
                <a:lnTo>
                  <a:pt x="5077396" y="2211658"/>
                </a:lnTo>
                <a:cubicBezTo>
                  <a:pt x="5077147" y="2211242"/>
                  <a:pt x="5077147" y="2210661"/>
                  <a:pt x="5077395" y="2210162"/>
                </a:cubicBezTo>
                <a:lnTo>
                  <a:pt x="5088113" y="2191636"/>
                </a:lnTo>
                <a:cubicBezTo>
                  <a:pt x="5088445" y="2191220"/>
                  <a:pt x="5088943" y="2190888"/>
                  <a:pt x="5089442" y="2190888"/>
                </a:cubicBezTo>
                <a:lnTo>
                  <a:pt x="5110794" y="2190888"/>
                </a:lnTo>
                <a:cubicBezTo>
                  <a:pt x="5111375" y="2190888"/>
                  <a:pt x="5111874" y="2191137"/>
                  <a:pt x="5112123" y="2191636"/>
                </a:cubicBezTo>
                <a:lnTo>
                  <a:pt x="5122757" y="2210162"/>
                </a:lnTo>
                <a:cubicBezTo>
                  <a:pt x="5123006" y="2210578"/>
                  <a:pt x="5123005" y="2211159"/>
                  <a:pt x="5122757" y="2211658"/>
                </a:cubicBezTo>
                <a:lnTo>
                  <a:pt x="5112040" y="2230185"/>
                </a:lnTo>
                <a:cubicBezTo>
                  <a:pt x="5111708" y="2230600"/>
                  <a:pt x="5111208" y="2230932"/>
                  <a:pt x="5110711" y="2230932"/>
                </a:cubicBezTo>
                <a:close/>
                <a:moveTo>
                  <a:pt x="2681909" y="1585858"/>
                </a:moveTo>
                <a:cubicBezTo>
                  <a:pt x="2681327" y="1585858"/>
                  <a:pt x="2680828" y="1585609"/>
                  <a:pt x="2680579" y="1585111"/>
                </a:cubicBezTo>
                <a:lnTo>
                  <a:pt x="2669945" y="1566584"/>
                </a:lnTo>
                <a:cubicBezTo>
                  <a:pt x="2669696" y="1566168"/>
                  <a:pt x="2669696" y="1565587"/>
                  <a:pt x="2669945" y="1565087"/>
                </a:cubicBezTo>
                <a:lnTo>
                  <a:pt x="2680662" y="1546562"/>
                </a:lnTo>
                <a:cubicBezTo>
                  <a:pt x="2680995" y="1546146"/>
                  <a:pt x="2681494" y="1545814"/>
                  <a:pt x="2681993" y="1545814"/>
                </a:cubicBezTo>
                <a:lnTo>
                  <a:pt x="2703343" y="1545814"/>
                </a:lnTo>
                <a:cubicBezTo>
                  <a:pt x="2703924" y="1545814"/>
                  <a:pt x="2704423" y="1546063"/>
                  <a:pt x="2704672" y="1546562"/>
                </a:cubicBezTo>
                <a:lnTo>
                  <a:pt x="2715306" y="1565088"/>
                </a:lnTo>
                <a:cubicBezTo>
                  <a:pt x="2715556" y="1565504"/>
                  <a:pt x="2715556" y="1566084"/>
                  <a:pt x="2715306" y="1566584"/>
                </a:cubicBezTo>
                <a:lnTo>
                  <a:pt x="2704589" y="1585111"/>
                </a:lnTo>
                <a:cubicBezTo>
                  <a:pt x="2704258" y="1585526"/>
                  <a:pt x="2703758" y="1585858"/>
                  <a:pt x="2703260" y="1585858"/>
                </a:cubicBezTo>
                <a:close/>
                <a:moveTo>
                  <a:pt x="5570847" y="2359947"/>
                </a:moveTo>
                <a:cubicBezTo>
                  <a:pt x="5570267" y="2359947"/>
                  <a:pt x="5569767" y="2359698"/>
                  <a:pt x="5569519" y="2359200"/>
                </a:cubicBezTo>
                <a:lnTo>
                  <a:pt x="5558885" y="2340672"/>
                </a:lnTo>
                <a:cubicBezTo>
                  <a:pt x="5558636" y="2340257"/>
                  <a:pt x="5558635" y="2339676"/>
                  <a:pt x="5558885" y="2339176"/>
                </a:cubicBezTo>
                <a:lnTo>
                  <a:pt x="5569602" y="2320651"/>
                </a:lnTo>
                <a:cubicBezTo>
                  <a:pt x="5569934" y="2320235"/>
                  <a:pt x="5570432" y="2319903"/>
                  <a:pt x="5570931" y="2319902"/>
                </a:cubicBezTo>
                <a:lnTo>
                  <a:pt x="5592282" y="2319903"/>
                </a:lnTo>
                <a:cubicBezTo>
                  <a:pt x="5592864" y="2319903"/>
                  <a:pt x="5593363" y="2320152"/>
                  <a:pt x="5593611" y="2320651"/>
                </a:cubicBezTo>
                <a:lnTo>
                  <a:pt x="5604245" y="2339177"/>
                </a:lnTo>
                <a:cubicBezTo>
                  <a:pt x="5604495" y="2339592"/>
                  <a:pt x="5604495" y="2340174"/>
                  <a:pt x="5604246" y="2340673"/>
                </a:cubicBezTo>
                <a:lnTo>
                  <a:pt x="5593528" y="2359200"/>
                </a:lnTo>
                <a:cubicBezTo>
                  <a:pt x="5593197" y="2359614"/>
                  <a:pt x="5592698" y="2359947"/>
                  <a:pt x="5592200" y="2359947"/>
                </a:cubicBezTo>
                <a:close/>
                <a:moveTo>
                  <a:pt x="5209731" y="2263270"/>
                </a:moveTo>
                <a:cubicBezTo>
                  <a:pt x="5209149" y="2263270"/>
                  <a:pt x="5208650" y="2263019"/>
                  <a:pt x="5208401" y="2262522"/>
                </a:cubicBezTo>
                <a:lnTo>
                  <a:pt x="5197684" y="2243911"/>
                </a:lnTo>
                <a:cubicBezTo>
                  <a:pt x="5197435" y="2243496"/>
                  <a:pt x="5197435" y="2242915"/>
                  <a:pt x="5197684" y="2242416"/>
                </a:cubicBezTo>
                <a:lnTo>
                  <a:pt x="5208401" y="2223807"/>
                </a:lnTo>
                <a:cubicBezTo>
                  <a:pt x="5208733" y="2223390"/>
                  <a:pt x="5209232" y="2223059"/>
                  <a:pt x="5209731" y="2223058"/>
                </a:cubicBezTo>
                <a:lnTo>
                  <a:pt x="5231165" y="2223058"/>
                </a:lnTo>
                <a:cubicBezTo>
                  <a:pt x="5231746" y="2223059"/>
                  <a:pt x="5232246" y="2223307"/>
                  <a:pt x="5232494" y="2223806"/>
                </a:cubicBezTo>
                <a:lnTo>
                  <a:pt x="5243211" y="2242417"/>
                </a:lnTo>
                <a:cubicBezTo>
                  <a:pt x="5243461" y="2242832"/>
                  <a:pt x="5243461" y="2243412"/>
                  <a:pt x="5243211" y="2243912"/>
                </a:cubicBezTo>
                <a:lnTo>
                  <a:pt x="5232494" y="2262522"/>
                </a:lnTo>
                <a:cubicBezTo>
                  <a:pt x="5232162" y="2262937"/>
                  <a:pt x="5231664" y="2263269"/>
                  <a:pt x="5231166" y="2263270"/>
                </a:cubicBezTo>
                <a:close/>
                <a:moveTo>
                  <a:pt x="3163398" y="1714956"/>
                </a:moveTo>
                <a:cubicBezTo>
                  <a:pt x="3162817" y="1714957"/>
                  <a:pt x="3162318" y="1714706"/>
                  <a:pt x="3162069" y="1714208"/>
                </a:cubicBezTo>
                <a:lnTo>
                  <a:pt x="3151352" y="1695598"/>
                </a:lnTo>
                <a:cubicBezTo>
                  <a:pt x="3151103" y="1695183"/>
                  <a:pt x="3151103" y="1694601"/>
                  <a:pt x="3151352" y="1694103"/>
                </a:cubicBezTo>
                <a:lnTo>
                  <a:pt x="3162069" y="1675494"/>
                </a:lnTo>
                <a:cubicBezTo>
                  <a:pt x="3162401" y="1675077"/>
                  <a:pt x="3162900" y="1674746"/>
                  <a:pt x="3163398" y="1674746"/>
                </a:cubicBezTo>
                <a:lnTo>
                  <a:pt x="3184833" y="1674745"/>
                </a:lnTo>
                <a:cubicBezTo>
                  <a:pt x="3185414" y="1674746"/>
                  <a:pt x="3185913" y="1674994"/>
                  <a:pt x="3186162" y="1675493"/>
                </a:cubicBezTo>
                <a:lnTo>
                  <a:pt x="3196879" y="1694104"/>
                </a:lnTo>
                <a:cubicBezTo>
                  <a:pt x="3197128" y="1694518"/>
                  <a:pt x="3197128" y="1695100"/>
                  <a:pt x="3196879" y="1695599"/>
                </a:cubicBezTo>
                <a:lnTo>
                  <a:pt x="3186162" y="1714208"/>
                </a:lnTo>
                <a:cubicBezTo>
                  <a:pt x="3185830" y="1714624"/>
                  <a:pt x="3185331" y="1714956"/>
                  <a:pt x="3184833" y="1714956"/>
                </a:cubicBezTo>
                <a:close/>
                <a:moveTo>
                  <a:pt x="3223503" y="1731166"/>
                </a:moveTo>
                <a:cubicBezTo>
                  <a:pt x="3222921" y="1731165"/>
                  <a:pt x="3222423" y="1730917"/>
                  <a:pt x="3222173" y="1730419"/>
                </a:cubicBezTo>
                <a:lnTo>
                  <a:pt x="3211373" y="1711725"/>
                </a:lnTo>
                <a:cubicBezTo>
                  <a:pt x="3211124" y="1711310"/>
                  <a:pt x="3211124" y="1710729"/>
                  <a:pt x="3211373" y="1710229"/>
                </a:cubicBezTo>
                <a:lnTo>
                  <a:pt x="3222173" y="1691537"/>
                </a:lnTo>
                <a:cubicBezTo>
                  <a:pt x="3222423" y="1691121"/>
                  <a:pt x="3223004" y="1690789"/>
                  <a:pt x="3223503" y="1690790"/>
                </a:cubicBezTo>
                <a:lnTo>
                  <a:pt x="3245103" y="1690790"/>
                </a:lnTo>
                <a:cubicBezTo>
                  <a:pt x="3245685" y="1690790"/>
                  <a:pt x="3246183" y="1691038"/>
                  <a:pt x="3246432" y="1691538"/>
                </a:cubicBezTo>
                <a:lnTo>
                  <a:pt x="3257233" y="1710229"/>
                </a:lnTo>
                <a:cubicBezTo>
                  <a:pt x="3257482" y="1710645"/>
                  <a:pt x="3257482" y="1711226"/>
                  <a:pt x="3257233" y="1711725"/>
                </a:cubicBezTo>
                <a:lnTo>
                  <a:pt x="3246432" y="1730418"/>
                </a:lnTo>
                <a:cubicBezTo>
                  <a:pt x="3246183" y="1730834"/>
                  <a:pt x="3245601" y="1731166"/>
                  <a:pt x="3245103" y="1731165"/>
                </a:cubicBezTo>
                <a:close/>
                <a:moveTo>
                  <a:pt x="5149461" y="2247320"/>
                </a:moveTo>
                <a:cubicBezTo>
                  <a:pt x="5148879" y="2247321"/>
                  <a:pt x="5148380" y="2247071"/>
                  <a:pt x="5148131" y="2246572"/>
                </a:cubicBezTo>
                <a:lnTo>
                  <a:pt x="5137331" y="2227797"/>
                </a:lnTo>
                <a:cubicBezTo>
                  <a:pt x="5137082" y="2227382"/>
                  <a:pt x="5137082" y="2226800"/>
                  <a:pt x="5137331" y="2226302"/>
                </a:cubicBezTo>
                <a:lnTo>
                  <a:pt x="5148131" y="2207526"/>
                </a:lnTo>
                <a:cubicBezTo>
                  <a:pt x="5148380" y="2207109"/>
                  <a:pt x="5148962" y="2206777"/>
                  <a:pt x="5149461" y="2206777"/>
                </a:cubicBezTo>
                <a:lnTo>
                  <a:pt x="5171144" y="2206777"/>
                </a:lnTo>
                <a:cubicBezTo>
                  <a:pt x="5171726" y="2206777"/>
                  <a:pt x="5172224" y="2207026"/>
                  <a:pt x="5172474" y="2207526"/>
                </a:cubicBezTo>
                <a:lnTo>
                  <a:pt x="5183274" y="2226302"/>
                </a:lnTo>
                <a:cubicBezTo>
                  <a:pt x="5183523" y="2226717"/>
                  <a:pt x="5183523" y="2227299"/>
                  <a:pt x="5183274" y="2227797"/>
                </a:cubicBezTo>
                <a:lnTo>
                  <a:pt x="5172474" y="2246573"/>
                </a:lnTo>
                <a:cubicBezTo>
                  <a:pt x="5172224" y="2246988"/>
                  <a:pt x="5171643" y="2247321"/>
                  <a:pt x="5171144" y="2247320"/>
                </a:cubicBezTo>
                <a:close/>
                <a:moveTo>
                  <a:pt x="5691137" y="2392462"/>
                </a:moveTo>
                <a:cubicBezTo>
                  <a:pt x="5690555" y="2392462"/>
                  <a:pt x="5690056" y="2392212"/>
                  <a:pt x="5689807" y="2391714"/>
                </a:cubicBezTo>
                <a:lnTo>
                  <a:pt x="5679007" y="2372938"/>
                </a:lnTo>
                <a:cubicBezTo>
                  <a:pt x="5678758" y="2372523"/>
                  <a:pt x="5678758" y="2371941"/>
                  <a:pt x="5679007" y="2371443"/>
                </a:cubicBezTo>
                <a:lnTo>
                  <a:pt x="5689807" y="2352667"/>
                </a:lnTo>
                <a:cubicBezTo>
                  <a:pt x="5690056" y="2352251"/>
                  <a:pt x="5690638" y="2351919"/>
                  <a:pt x="5691137" y="2351919"/>
                </a:cubicBezTo>
                <a:lnTo>
                  <a:pt x="5712820" y="2351919"/>
                </a:lnTo>
                <a:cubicBezTo>
                  <a:pt x="5713401" y="2351919"/>
                  <a:pt x="5713900" y="2352168"/>
                  <a:pt x="5714148" y="2352667"/>
                </a:cubicBezTo>
                <a:lnTo>
                  <a:pt x="5724950" y="2371443"/>
                </a:lnTo>
                <a:cubicBezTo>
                  <a:pt x="5725198" y="2371858"/>
                  <a:pt x="5725199" y="2372440"/>
                  <a:pt x="5724949" y="2372938"/>
                </a:cubicBezTo>
                <a:lnTo>
                  <a:pt x="5714149" y="2391714"/>
                </a:lnTo>
                <a:cubicBezTo>
                  <a:pt x="5713899" y="2392129"/>
                  <a:pt x="5713319" y="2392462"/>
                  <a:pt x="5712820" y="2392462"/>
                </a:cubicBezTo>
                <a:close/>
                <a:moveTo>
                  <a:pt x="3283511" y="1747625"/>
                </a:moveTo>
                <a:cubicBezTo>
                  <a:pt x="3283012" y="1747625"/>
                  <a:pt x="3282430" y="1747376"/>
                  <a:pt x="3282181" y="1746877"/>
                </a:cubicBezTo>
                <a:lnTo>
                  <a:pt x="3271298" y="1727935"/>
                </a:lnTo>
                <a:cubicBezTo>
                  <a:pt x="3271049" y="1727436"/>
                  <a:pt x="3271049" y="1726855"/>
                  <a:pt x="3271298" y="1726357"/>
                </a:cubicBezTo>
                <a:lnTo>
                  <a:pt x="3282264" y="1707415"/>
                </a:lnTo>
                <a:cubicBezTo>
                  <a:pt x="3282514" y="1706999"/>
                  <a:pt x="3283012" y="1706667"/>
                  <a:pt x="3283594" y="1706667"/>
                </a:cubicBezTo>
                <a:lnTo>
                  <a:pt x="3305444" y="1706667"/>
                </a:lnTo>
                <a:cubicBezTo>
                  <a:pt x="3305942" y="1706667"/>
                  <a:pt x="3306524" y="1706916"/>
                  <a:pt x="3306773" y="1707415"/>
                </a:cubicBezTo>
                <a:lnTo>
                  <a:pt x="3317656" y="1726356"/>
                </a:lnTo>
                <a:cubicBezTo>
                  <a:pt x="3317905" y="1726855"/>
                  <a:pt x="3317905" y="1727437"/>
                  <a:pt x="3317656" y="1727935"/>
                </a:cubicBezTo>
                <a:lnTo>
                  <a:pt x="3306690" y="1746876"/>
                </a:lnTo>
                <a:cubicBezTo>
                  <a:pt x="3306441" y="1747293"/>
                  <a:pt x="3305942" y="1747625"/>
                  <a:pt x="3305360" y="1747625"/>
                </a:cubicBezTo>
                <a:close/>
                <a:moveTo>
                  <a:pt x="5630608" y="2376820"/>
                </a:moveTo>
                <a:cubicBezTo>
                  <a:pt x="5630109" y="2376820"/>
                  <a:pt x="5629529" y="2376571"/>
                  <a:pt x="5629278" y="2376073"/>
                </a:cubicBezTo>
                <a:lnTo>
                  <a:pt x="5618230" y="2356881"/>
                </a:lnTo>
                <a:cubicBezTo>
                  <a:pt x="5617981" y="2356383"/>
                  <a:pt x="5617981" y="2355801"/>
                  <a:pt x="5618230" y="2355303"/>
                </a:cubicBezTo>
                <a:lnTo>
                  <a:pt x="5629362" y="2336112"/>
                </a:lnTo>
                <a:cubicBezTo>
                  <a:pt x="5629612" y="2335696"/>
                  <a:pt x="5630110" y="2335364"/>
                  <a:pt x="5630692" y="2335364"/>
                </a:cubicBezTo>
                <a:lnTo>
                  <a:pt x="5652873" y="2335364"/>
                </a:lnTo>
                <a:cubicBezTo>
                  <a:pt x="5653371" y="2335364"/>
                  <a:pt x="5653954" y="2335613"/>
                  <a:pt x="5654203" y="2336112"/>
                </a:cubicBezTo>
                <a:lnTo>
                  <a:pt x="5665253" y="2355303"/>
                </a:lnTo>
                <a:cubicBezTo>
                  <a:pt x="5665502" y="2355801"/>
                  <a:pt x="5665502" y="2356383"/>
                  <a:pt x="5665252" y="2356881"/>
                </a:cubicBezTo>
                <a:lnTo>
                  <a:pt x="5654120" y="2376073"/>
                </a:lnTo>
                <a:cubicBezTo>
                  <a:pt x="5653871" y="2376488"/>
                  <a:pt x="5653372" y="2376820"/>
                  <a:pt x="5652791" y="2376820"/>
                </a:cubicBezTo>
                <a:close/>
                <a:moveTo>
                  <a:pt x="3343228" y="1764763"/>
                </a:moveTo>
                <a:cubicBezTo>
                  <a:pt x="3342648" y="1764762"/>
                  <a:pt x="3342150" y="1764431"/>
                  <a:pt x="3341816" y="1763932"/>
                </a:cubicBezTo>
                <a:lnTo>
                  <a:pt x="3330352" y="1743992"/>
                </a:lnTo>
                <a:cubicBezTo>
                  <a:pt x="3330020" y="1743494"/>
                  <a:pt x="3330020" y="1742830"/>
                  <a:pt x="3330352" y="1742332"/>
                </a:cubicBezTo>
                <a:lnTo>
                  <a:pt x="3341817" y="1722393"/>
                </a:lnTo>
                <a:cubicBezTo>
                  <a:pt x="3342150" y="1721893"/>
                  <a:pt x="3342648" y="1721562"/>
                  <a:pt x="3343229" y="1721561"/>
                </a:cubicBezTo>
                <a:lnTo>
                  <a:pt x="3366243" y="1721562"/>
                </a:lnTo>
                <a:cubicBezTo>
                  <a:pt x="3366824" y="1721562"/>
                  <a:pt x="3367323" y="1721894"/>
                  <a:pt x="3367655" y="1722393"/>
                </a:cubicBezTo>
                <a:lnTo>
                  <a:pt x="3379119" y="1742332"/>
                </a:lnTo>
                <a:cubicBezTo>
                  <a:pt x="3379452" y="1742830"/>
                  <a:pt x="3379452" y="1743494"/>
                  <a:pt x="3379120" y="1743992"/>
                </a:cubicBezTo>
                <a:lnTo>
                  <a:pt x="3367655" y="1763932"/>
                </a:lnTo>
                <a:cubicBezTo>
                  <a:pt x="3367323" y="1764431"/>
                  <a:pt x="3366823" y="1764763"/>
                  <a:pt x="3366243" y="1764763"/>
                </a:cubicBezTo>
                <a:close/>
                <a:moveTo>
                  <a:pt x="4962973" y="2235969"/>
                </a:moveTo>
                <a:cubicBezTo>
                  <a:pt x="4962807" y="2235969"/>
                  <a:pt x="4962642" y="2235803"/>
                  <a:pt x="4962642" y="2235803"/>
                </a:cubicBezTo>
                <a:lnTo>
                  <a:pt x="4959899" y="2231066"/>
                </a:lnTo>
                <a:cubicBezTo>
                  <a:pt x="4959899" y="2230901"/>
                  <a:pt x="4959899" y="2230652"/>
                  <a:pt x="4959899" y="2230652"/>
                </a:cubicBezTo>
                <a:lnTo>
                  <a:pt x="4962641" y="2225916"/>
                </a:lnTo>
                <a:cubicBezTo>
                  <a:pt x="4962724" y="2225749"/>
                  <a:pt x="4962973" y="2225750"/>
                  <a:pt x="4962973" y="2225750"/>
                </a:cubicBezTo>
                <a:lnTo>
                  <a:pt x="4968457" y="2225750"/>
                </a:lnTo>
                <a:cubicBezTo>
                  <a:pt x="4968622" y="2225749"/>
                  <a:pt x="4968788" y="2225916"/>
                  <a:pt x="4968788" y="2225916"/>
                </a:cubicBezTo>
                <a:lnTo>
                  <a:pt x="4971531" y="2230652"/>
                </a:lnTo>
                <a:cubicBezTo>
                  <a:pt x="4971530" y="2230817"/>
                  <a:pt x="4971530" y="2231066"/>
                  <a:pt x="4971530" y="2231066"/>
                </a:cubicBezTo>
                <a:lnTo>
                  <a:pt x="4968788" y="2235802"/>
                </a:lnTo>
                <a:cubicBezTo>
                  <a:pt x="4968705" y="2235969"/>
                  <a:pt x="4968456" y="2235968"/>
                  <a:pt x="4968456" y="2235968"/>
                </a:cubicBezTo>
                <a:close/>
                <a:moveTo>
                  <a:pt x="1950704" y="1435112"/>
                </a:moveTo>
                <a:cubicBezTo>
                  <a:pt x="1950455" y="1435112"/>
                  <a:pt x="1950039" y="1434697"/>
                  <a:pt x="1950039" y="1434697"/>
                </a:cubicBezTo>
                <a:lnTo>
                  <a:pt x="1944390" y="1424811"/>
                </a:lnTo>
                <a:cubicBezTo>
                  <a:pt x="1944224" y="1424561"/>
                  <a:pt x="1944390" y="1423980"/>
                  <a:pt x="1944390" y="1423980"/>
                </a:cubicBezTo>
                <a:lnTo>
                  <a:pt x="1950122" y="1414093"/>
                </a:lnTo>
                <a:cubicBezTo>
                  <a:pt x="1950205" y="1413844"/>
                  <a:pt x="1950787" y="1413678"/>
                  <a:pt x="1950787" y="1413678"/>
                </a:cubicBezTo>
                <a:lnTo>
                  <a:pt x="1962169" y="1413678"/>
                </a:lnTo>
                <a:cubicBezTo>
                  <a:pt x="1962418" y="1413678"/>
                  <a:pt x="1962834" y="1414093"/>
                  <a:pt x="1962834" y="1414093"/>
                </a:cubicBezTo>
                <a:lnTo>
                  <a:pt x="1968483" y="1423980"/>
                </a:lnTo>
                <a:cubicBezTo>
                  <a:pt x="1968649" y="1424229"/>
                  <a:pt x="1968483" y="1424811"/>
                  <a:pt x="1968483" y="1424811"/>
                </a:cubicBezTo>
                <a:lnTo>
                  <a:pt x="1962750" y="1434697"/>
                </a:lnTo>
                <a:cubicBezTo>
                  <a:pt x="1962667" y="1434946"/>
                  <a:pt x="1962085" y="1435112"/>
                  <a:pt x="1962085" y="1435112"/>
                </a:cubicBezTo>
                <a:close/>
                <a:moveTo>
                  <a:pt x="2009968" y="1452972"/>
                </a:moveTo>
                <a:cubicBezTo>
                  <a:pt x="2009635" y="1452972"/>
                  <a:pt x="2009136" y="1452473"/>
                  <a:pt x="2009136" y="1452473"/>
                </a:cubicBezTo>
                <a:lnTo>
                  <a:pt x="2002490" y="1441008"/>
                </a:lnTo>
                <a:cubicBezTo>
                  <a:pt x="2002325" y="1440759"/>
                  <a:pt x="2002490" y="1440094"/>
                  <a:pt x="2002490" y="1440094"/>
                </a:cubicBezTo>
                <a:lnTo>
                  <a:pt x="2009136" y="1428629"/>
                </a:lnTo>
                <a:cubicBezTo>
                  <a:pt x="2009302" y="1428297"/>
                  <a:pt x="2009967" y="1428131"/>
                  <a:pt x="2009967" y="1428131"/>
                </a:cubicBezTo>
                <a:lnTo>
                  <a:pt x="2023177" y="1428131"/>
                </a:lnTo>
                <a:cubicBezTo>
                  <a:pt x="2023509" y="1428131"/>
                  <a:pt x="2024008" y="1428629"/>
                  <a:pt x="2024008" y="1428629"/>
                </a:cubicBezTo>
                <a:lnTo>
                  <a:pt x="2030654" y="1440094"/>
                </a:lnTo>
                <a:cubicBezTo>
                  <a:pt x="2030820" y="1440344"/>
                  <a:pt x="2030654" y="1441008"/>
                  <a:pt x="2030654" y="1441008"/>
                </a:cubicBezTo>
                <a:lnTo>
                  <a:pt x="2024008" y="1452473"/>
                </a:lnTo>
                <a:cubicBezTo>
                  <a:pt x="2023841" y="1452806"/>
                  <a:pt x="2023177" y="1452972"/>
                  <a:pt x="2023177" y="1452972"/>
                </a:cubicBezTo>
                <a:close/>
                <a:moveTo>
                  <a:pt x="3874471" y="1955321"/>
                </a:moveTo>
                <a:cubicBezTo>
                  <a:pt x="3874056" y="1955321"/>
                  <a:pt x="3873474" y="1954740"/>
                  <a:pt x="3873474" y="1954740"/>
                </a:cubicBezTo>
                <a:lnTo>
                  <a:pt x="3865582" y="1941115"/>
                </a:lnTo>
                <a:cubicBezTo>
                  <a:pt x="3865416" y="1940782"/>
                  <a:pt x="3865582" y="1940034"/>
                  <a:pt x="3865582" y="1940034"/>
                </a:cubicBezTo>
                <a:lnTo>
                  <a:pt x="3873474" y="1926410"/>
                </a:lnTo>
                <a:cubicBezTo>
                  <a:pt x="3873724" y="1926077"/>
                  <a:pt x="3874471" y="1925828"/>
                  <a:pt x="3874471" y="1925828"/>
                </a:cubicBezTo>
                <a:lnTo>
                  <a:pt x="3890256" y="1925828"/>
                </a:lnTo>
                <a:cubicBezTo>
                  <a:pt x="3890672" y="1925828"/>
                  <a:pt x="3891253" y="1926410"/>
                  <a:pt x="3891253" y="1926410"/>
                </a:cubicBezTo>
                <a:lnTo>
                  <a:pt x="3899146" y="1940034"/>
                </a:lnTo>
                <a:cubicBezTo>
                  <a:pt x="3899312" y="1940367"/>
                  <a:pt x="3899146" y="1941115"/>
                  <a:pt x="3899146" y="1941115"/>
                </a:cubicBezTo>
                <a:lnTo>
                  <a:pt x="3891253" y="1954740"/>
                </a:lnTo>
                <a:cubicBezTo>
                  <a:pt x="3891004" y="1955072"/>
                  <a:pt x="3890256" y="1955321"/>
                  <a:pt x="3890256" y="1955321"/>
                </a:cubicBezTo>
                <a:close/>
                <a:moveTo>
                  <a:pt x="4295454" y="2068875"/>
                </a:moveTo>
                <a:cubicBezTo>
                  <a:pt x="4295038" y="2068875"/>
                  <a:pt x="4294457" y="2068294"/>
                  <a:pt x="4294457" y="2068294"/>
                </a:cubicBezTo>
                <a:lnTo>
                  <a:pt x="4286232" y="2054004"/>
                </a:lnTo>
                <a:cubicBezTo>
                  <a:pt x="4285983" y="2053672"/>
                  <a:pt x="4286232" y="2052841"/>
                  <a:pt x="4286232" y="2052841"/>
                </a:cubicBezTo>
                <a:lnTo>
                  <a:pt x="4294457" y="2038551"/>
                </a:lnTo>
                <a:cubicBezTo>
                  <a:pt x="4294623" y="2038219"/>
                  <a:pt x="4295454" y="2037970"/>
                  <a:pt x="4295454" y="2037970"/>
                </a:cubicBezTo>
                <a:lnTo>
                  <a:pt x="4311903" y="2037970"/>
                </a:lnTo>
                <a:cubicBezTo>
                  <a:pt x="4312319" y="2037970"/>
                  <a:pt x="4312900" y="2038551"/>
                  <a:pt x="4312900" y="2038551"/>
                </a:cubicBezTo>
                <a:lnTo>
                  <a:pt x="4321125" y="2052841"/>
                </a:lnTo>
                <a:cubicBezTo>
                  <a:pt x="4321374" y="2053173"/>
                  <a:pt x="4321125" y="2054004"/>
                  <a:pt x="4321125" y="2054004"/>
                </a:cubicBezTo>
                <a:lnTo>
                  <a:pt x="4312900" y="2068294"/>
                </a:lnTo>
                <a:cubicBezTo>
                  <a:pt x="4312734" y="2068626"/>
                  <a:pt x="4311903" y="2068875"/>
                  <a:pt x="4311903" y="2068875"/>
                </a:cubicBezTo>
                <a:close/>
                <a:moveTo>
                  <a:pt x="4475927" y="2117434"/>
                </a:moveTo>
                <a:cubicBezTo>
                  <a:pt x="4475511" y="2117434"/>
                  <a:pt x="4474930" y="2116852"/>
                  <a:pt x="4474930" y="2116852"/>
                </a:cubicBezTo>
                <a:lnTo>
                  <a:pt x="4466622" y="2102397"/>
                </a:lnTo>
                <a:cubicBezTo>
                  <a:pt x="4466373" y="2102064"/>
                  <a:pt x="4466622" y="2101233"/>
                  <a:pt x="4466622" y="2101233"/>
                </a:cubicBezTo>
                <a:lnTo>
                  <a:pt x="4474930" y="2086778"/>
                </a:lnTo>
                <a:cubicBezTo>
                  <a:pt x="4475096" y="2086445"/>
                  <a:pt x="4475927" y="2086196"/>
                  <a:pt x="4475927" y="2086196"/>
                </a:cubicBezTo>
                <a:lnTo>
                  <a:pt x="4492626" y="2086196"/>
                </a:lnTo>
                <a:cubicBezTo>
                  <a:pt x="4493041" y="2086196"/>
                  <a:pt x="4493622" y="2086778"/>
                  <a:pt x="4493622" y="2086778"/>
                </a:cubicBezTo>
                <a:lnTo>
                  <a:pt x="4501930" y="2101233"/>
                </a:lnTo>
                <a:cubicBezTo>
                  <a:pt x="4502180" y="2101566"/>
                  <a:pt x="4501930" y="2102397"/>
                  <a:pt x="4501930" y="2102397"/>
                </a:cubicBezTo>
                <a:lnTo>
                  <a:pt x="4493622" y="2116852"/>
                </a:lnTo>
                <a:cubicBezTo>
                  <a:pt x="4493456" y="2117185"/>
                  <a:pt x="4492626" y="2117434"/>
                  <a:pt x="4492626" y="2117434"/>
                </a:cubicBezTo>
                <a:close/>
                <a:moveTo>
                  <a:pt x="4596299" y="2149688"/>
                </a:moveTo>
                <a:cubicBezTo>
                  <a:pt x="4595884" y="2149688"/>
                  <a:pt x="4595303" y="2149106"/>
                  <a:pt x="4595303" y="2149106"/>
                </a:cubicBezTo>
                <a:lnTo>
                  <a:pt x="4586995" y="2134651"/>
                </a:lnTo>
                <a:cubicBezTo>
                  <a:pt x="4586745" y="2134318"/>
                  <a:pt x="4586994" y="2133487"/>
                  <a:pt x="4586994" y="2133487"/>
                </a:cubicBezTo>
                <a:lnTo>
                  <a:pt x="4595302" y="2119032"/>
                </a:lnTo>
                <a:cubicBezTo>
                  <a:pt x="4595469" y="2118699"/>
                  <a:pt x="4596299" y="2118450"/>
                  <a:pt x="4596299" y="2118450"/>
                </a:cubicBezTo>
                <a:lnTo>
                  <a:pt x="4612998" y="2118450"/>
                </a:lnTo>
                <a:cubicBezTo>
                  <a:pt x="4613414" y="2118450"/>
                  <a:pt x="4613995" y="2119032"/>
                  <a:pt x="4613995" y="2119032"/>
                </a:cubicBezTo>
                <a:lnTo>
                  <a:pt x="4622303" y="2133487"/>
                </a:lnTo>
                <a:cubicBezTo>
                  <a:pt x="4622552" y="2133820"/>
                  <a:pt x="4622302" y="2134651"/>
                  <a:pt x="4622302" y="2134651"/>
                </a:cubicBezTo>
                <a:lnTo>
                  <a:pt x="4613994" y="2149106"/>
                </a:lnTo>
                <a:cubicBezTo>
                  <a:pt x="4613829" y="2149439"/>
                  <a:pt x="4612998" y="2149688"/>
                  <a:pt x="4612998" y="2149688"/>
                </a:cubicBezTo>
                <a:close/>
                <a:moveTo>
                  <a:pt x="4235101" y="2052998"/>
                </a:moveTo>
                <a:cubicBezTo>
                  <a:pt x="4234685" y="2052998"/>
                  <a:pt x="4234104" y="2052417"/>
                  <a:pt x="4234104" y="2052417"/>
                </a:cubicBezTo>
                <a:lnTo>
                  <a:pt x="4225713" y="2037878"/>
                </a:lnTo>
                <a:cubicBezTo>
                  <a:pt x="4225464" y="2037545"/>
                  <a:pt x="4225713" y="2036714"/>
                  <a:pt x="4225713" y="2036714"/>
                </a:cubicBezTo>
                <a:lnTo>
                  <a:pt x="4234104" y="2022176"/>
                </a:lnTo>
                <a:cubicBezTo>
                  <a:pt x="4234270" y="2021843"/>
                  <a:pt x="4234685" y="2021594"/>
                  <a:pt x="4235101" y="2021594"/>
                </a:cubicBezTo>
                <a:lnTo>
                  <a:pt x="4251883" y="2021594"/>
                </a:lnTo>
                <a:cubicBezTo>
                  <a:pt x="4252298" y="2021594"/>
                  <a:pt x="4252880" y="2022176"/>
                  <a:pt x="4252880" y="2022176"/>
                </a:cubicBezTo>
                <a:lnTo>
                  <a:pt x="4261271" y="2036714"/>
                </a:lnTo>
                <a:cubicBezTo>
                  <a:pt x="4261520" y="2037047"/>
                  <a:pt x="4261271" y="2037878"/>
                  <a:pt x="4261271" y="2037878"/>
                </a:cubicBezTo>
                <a:lnTo>
                  <a:pt x="4252880" y="2052417"/>
                </a:lnTo>
                <a:cubicBezTo>
                  <a:pt x="4252713" y="2052749"/>
                  <a:pt x="4252298" y="2052998"/>
                  <a:pt x="4251883" y="2052998"/>
                </a:cubicBezTo>
                <a:close/>
                <a:moveTo>
                  <a:pt x="4536032" y="2133632"/>
                </a:moveTo>
                <a:cubicBezTo>
                  <a:pt x="4535616" y="2133632"/>
                  <a:pt x="4535035" y="2133051"/>
                  <a:pt x="4535035" y="2133051"/>
                </a:cubicBezTo>
                <a:lnTo>
                  <a:pt x="4526644" y="2118512"/>
                </a:lnTo>
                <a:cubicBezTo>
                  <a:pt x="4526395" y="2118179"/>
                  <a:pt x="4526644" y="2117348"/>
                  <a:pt x="4526644" y="2117348"/>
                </a:cubicBezTo>
                <a:lnTo>
                  <a:pt x="4535035" y="2102810"/>
                </a:lnTo>
                <a:cubicBezTo>
                  <a:pt x="4535201" y="2102477"/>
                  <a:pt x="4535616" y="2102228"/>
                  <a:pt x="4536032" y="2102228"/>
                </a:cubicBezTo>
                <a:lnTo>
                  <a:pt x="4552814" y="2102228"/>
                </a:lnTo>
                <a:cubicBezTo>
                  <a:pt x="4553229" y="2102228"/>
                  <a:pt x="4553811" y="2102810"/>
                  <a:pt x="4553811" y="2102810"/>
                </a:cubicBezTo>
                <a:lnTo>
                  <a:pt x="4562202" y="2117348"/>
                </a:lnTo>
                <a:cubicBezTo>
                  <a:pt x="4562451" y="2117681"/>
                  <a:pt x="4562202" y="2118512"/>
                  <a:pt x="4562202" y="2118512"/>
                </a:cubicBezTo>
                <a:lnTo>
                  <a:pt x="4553811" y="2133051"/>
                </a:lnTo>
                <a:cubicBezTo>
                  <a:pt x="4553644" y="2133383"/>
                  <a:pt x="4553229" y="2133632"/>
                  <a:pt x="4552814" y="2133632"/>
                </a:cubicBezTo>
                <a:close/>
                <a:moveTo>
                  <a:pt x="4355369" y="2085498"/>
                </a:moveTo>
                <a:cubicBezTo>
                  <a:pt x="4354953" y="2085498"/>
                  <a:pt x="4354372" y="2084917"/>
                  <a:pt x="4354372" y="2084917"/>
                </a:cubicBezTo>
                <a:lnTo>
                  <a:pt x="4345898" y="2070212"/>
                </a:lnTo>
                <a:cubicBezTo>
                  <a:pt x="4345649" y="2069879"/>
                  <a:pt x="4345898" y="2069049"/>
                  <a:pt x="4345898" y="2069049"/>
                </a:cubicBezTo>
                <a:lnTo>
                  <a:pt x="4354372" y="2054344"/>
                </a:lnTo>
                <a:cubicBezTo>
                  <a:pt x="4354538" y="2054011"/>
                  <a:pt x="4354953" y="2053762"/>
                  <a:pt x="4355369" y="2053762"/>
                </a:cubicBezTo>
                <a:lnTo>
                  <a:pt x="4372317" y="2053762"/>
                </a:lnTo>
                <a:cubicBezTo>
                  <a:pt x="4372732" y="2053762"/>
                  <a:pt x="4373314" y="2054344"/>
                  <a:pt x="4373314" y="2054344"/>
                </a:cubicBezTo>
                <a:lnTo>
                  <a:pt x="4381788" y="2069049"/>
                </a:lnTo>
                <a:cubicBezTo>
                  <a:pt x="4382037" y="2069381"/>
                  <a:pt x="4381788" y="2070212"/>
                  <a:pt x="4381788" y="2070212"/>
                </a:cubicBezTo>
                <a:lnTo>
                  <a:pt x="4373314" y="2084917"/>
                </a:lnTo>
                <a:cubicBezTo>
                  <a:pt x="4373148" y="2085249"/>
                  <a:pt x="4372732" y="2085498"/>
                  <a:pt x="4372317" y="2085498"/>
                </a:cubicBezTo>
                <a:close/>
                <a:moveTo>
                  <a:pt x="3933993" y="1972695"/>
                </a:moveTo>
                <a:cubicBezTo>
                  <a:pt x="3933495" y="1972695"/>
                  <a:pt x="3932913" y="1972113"/>
                  <a:pt x="3932913" y="1972113"/>
                </a:cubicBezTo>
                <a:lnTo>
                  <a:pt x="3924356" y="1957325"/>
                </a:lnTo>
                <a:cubicBezTo>
                  <a:pt x="3924107" y="1956909"/>
                  <a:pt x="3924356" y="1956079"/>
                  <a:pt x="3924356" y="1956079"/>
                </a:cubicBezTo>
                <a:lnTo>
                  <a:pt x="3932913" y="1941291"/>
                </a:lnTo>
                <a:cubicBezTo>
                  <a:pt x="3933162" y="1940958"/>
                  <a:pt x="3933578" y="1940709"/>
                  <a:pt x="3933993" y="1940709"/>
                </a:cubicBezTo>
                <a:lnTo>
                  <a:pt x="3951107" y="1940709"/>
                </a:lnTo>
                <a:cubicBezTo>
                  <a:pt x="3951606" y="1940709"/>
                  <a:pt x="3952187" y="1941291"/>
                  <a:pt x="3952187" y="1941291"/>
                </a:cubicBezTo>
                <a:lnTo>
                  <a:pt x="3960744" y="1956079"/>
                </a:lnTo>
                <a:cubicBezTo>
                  <a:pt x="3960994" y="1956494"/>
                  <a:pt x="3960744" y="1957325"/>
                  <a:pt x="3960744" y="1957325"/>
                </a:cubicBezTo>
                <a:lnTo>
                  <a:pt x="3952187" y="1972113"/>
                </a:lnTo>
                <a:cubicBezTo>
                  <a:pt x="3951938" y="1972445"/>
                  <a:pt x="3951523" y="1972695"/>
                  <a:pt x="3951107" y="1972695"/>
                </a:cubicBezTo>
                <a:close/>
                <a:moveTo>
                  <a:pt x="4415400" y="2101876"/>
                </a:moveTo>
                <a:cubicBezTo>
                  <a:pt x="4414985" y="2101876"/>
                  <a:pt x="4414320" y="2101294"/>
                  <a:pt x="4414320" y="2101294"/>
                </a:cubicBezTo>
                <a:lnTo>
                  <a:pt x="4405680" y="2086340"/>
                </a:lnTo>
                <a:cubicBezTo>
                  <a:pt x="4405431" y="2085925"/>
                  <a:pt x="4405680" y="2085094"/>
                  <a:pt x="4405680" y="2085094"/>
                </a:cubicBezTo>
                <a:lnTo>
                  <a:pt x="4414320" y="2070140"/>
                </a:lnTo>
                <a:cubicBezTo>
                  <a:pt x="4414569" y="2069807"/>
                  <a:pt x="4414985" y="2069558"/>
                  <a:pt x="4415400" y="2069558"/>
                </a:cubicBezTo>
                <a:lnTo>
                  <a:pt x="4432680" y="2069558"/>
                </a:lnTo>
                <a:cubicBezTo>
                  <a:pt x="4433096" y="2069558"/>
                  <a:pt x="4433761" y="2070140"/>
                  <a:pt x="4433761" y="2070140"/>
                </a:cubicBezTo>
                <a:lnTo>
                  <a:pt x="4442400" y="2085094"/>
                </a:lnTo>
                <a:cubicBezTo>
                  <a:pt x="4442650" y="2085509"/>
                  <a:pt x="4442401" y="2086340"/>
                  <a:pt x="4442401" y="2086340"/>
                </a:cubicBezTo>
                <a:lnTo>
                  <a:pt x="4433761" y="2101294"/>
                </a:lnTo>
                <a:cubicBezTo>
                  <a:pt x="4433511" y="2101627"/>
                  <a:pt x="4433096" y="2101876"/>
                  <a:pt x="4432680" y="2101876"/>
                </a:cubicBezTo>
                <a:close/>
                <a:moveTo>
                  <a:pt x="4836537" y="2215012"/>
                </a:moveTo>
                <a:cubicBezTo>
                  <a:pt x="4836122" y="2215012"/>
                  <a:pt x="4835457" y="2214431"/>
                  <a:pt x="4835457" y="2214431"/>
                </a:cubicBezTo>
                <a:lnTo>
                  <a:pt x="4826651" y="2199227"/>
                </a:lnTo>
                <a:cubicBezTo>
                  <a:pt x="4826402" y="2198812"/>
                  <a:pt x="4826651" y="2197981"/>
                  <a:pt x="4826651" y="2197981"/>
                </a:cubicBezTo>
                <a:lnTo>
                  <a:pt x="4835457" y="2182778"/>
                </a:lnTo>
                <a:cubicBezTo>
                  <a:pt x="4835706" y="2182445"/>
                  <a:pt x="4836122" y="2182196"/>
                  <a:pt x="4836537" y="2182196"/>
                </a:cubicBezTo>
                <a:lnTo>
                  <a:pt x="4854150" y="2182196"/>
                </a:lnTo>
                <a:cubicBezTo>
                  <a:pt x="4854565" y="2182196"/>
                  <a:pt x="4855230" y="2182778"/>
                  <a:pt x="4855230" y="2182778"/>
                </a:cubicBezTo>
                <a:lnTo>
                  <a:pt x="4864036" y="2197981"/>
                </a:lnTo>
                <a:cubicBezTo>
                  <a:pt x="4864286" y="2198397"/>
                  <a:pt x="4864036" y="2199227"/>
                  <a:pt x="4864036" y="2199227"/>
                </a:cubicBezTo>
                <a:lnTo>
                  <a:pt x="4855230" y="2214431"/>
                </a:lnTo>
                <a:cubicBezTo>
                  <a:pt x="4854981" y="2214763"/>
                  <a:pt x="4854565" y="2215012"/>
                  <a:pt x="4854150" y="2215012"/>
                </a:cubicBezTo>
                <a:close/>
                <a:moveTo>
                  <a:pt x="3512377" y="1860392"/>
                </a:moveTo>
                <a:cubicBezTo>
                  <a:pt x="3511962" y="1860392"/>
                  <a:pt x="3511297" y="1859727"/>
                  <a:pt x="3511297" y="1859727"/>
                </a:cubicBezTo>
                <a:lnTo>
                  <a:pt x="3502491" y="1844357"/>
                </a:lnTo>
                <a:cubicBezTo>
                  <a:pt x="3502242" y="1843942"/>
                  <a:pt x="3502491" y="1843111"/>
                  <a:pt x="3502491" y="1843111"/>
                </a:cubicBezTo>
                <a:lnTo>
                  <a:pt x="3511380" y="1827742"/>
                </a:lnTo>
                <a:cubicBezTo>
                  <a:pt x="3511630" y="1827326"/>
                  <a:pt x="3512045" y="1827077"/>
                  <a:pt x="3512460" y="1827077"/>
                </a:cubicBezTo>
                <a:lnTo>
                  <a:pt x="3530156" y="1827077"/>
                </a:lnTo>
                <a:cubicBezTo>
                  <a:pt x="3530572" y="1827077"/>
                  <a:pt x="3531236" y="1827742"/>
                  <a:pt x="3531236" y="1827742"/>
                </a:cubicBezTo>
                <a:lnTo>
                  <a:pt x="3540043" y="1843111"/>
                </a:lnTo>
                <a:cubicBezTo>
                  <a:pt x="3540292" y="1843527"/>
                  <a:pt x="3540043" y="1844357"/>
                  <a:pt x="3540043" y="1844357"/>
                </a:cubicBezTo>
                <a:lnTo>
                  <a:pt x="3531153" y="1859727"/>
                </a:lnTo>
                <a:cubicBezTo>
                  <a:pt x="3530904" y="1860143"/>
                  <a:pt x="3530488" y="1860392"/>
                  <a:pt x="3530073" y="1860392"/>
                </a:cubicBezTo>
                <a:close/>
                <a:moveTo>
                  <a:pt x="4776288" y="2199056"/>
                </a:moveTo>
                <a:cubicBezTo>
                  <a:pt x="4775873" y="2199056"/>
                  <a:pt x="4775208" y="2198391"/>
                  <a:pt x="4775208" y="2198391"/>
                </a:cubicBezTo>
                <a:lnTo>
                  <a:pt x="4766402" y="2183021"/>
                </a:lnTo>
                <a:cubicBezTo>
                  <a:pt x="4766153" y="2182606"/>
                  <a:pt x="4766402" y="2181775"/>
                  <a:pt x="4766402" y="2181775"/>
                </a:cubicBezTo>
                <a:lnTo>
                  <a:pt x="4775291" y="2166406"/>
                </a:lnTo>
                <a:cubicBezTo>
                  <a:pt x="4775540" y="2165990"/>
                  <a:pt x="4775956" y="2165741"/>
                  <a:pt x="4776371" y="2165741"/>
                </a:cubicBezTo>
                <a:lnTo>
                  <a:pt x="4794067" y="2165741"/>
                </a:lnTo>
                <a:cubicBezTo>
                  <a:pt x="4794482" y="2165741"/>
                  <a:pt x="4795148" y="2166406"/>
                  <a:pt x="4795148" y="2166406"/>
                </a:cubicBezTo>
                <a:lnTo>
                  <a:pt x="4803953" y="2181775"/>
                </a:lnTo>
                <a:cubicBezTo>
                  <a:pt x="4804203" y="2182191"/>
                  <a:pt x="4803953" y="2183021"/>
                  <a:pt x="4803953" y="2183021"/>
                </a:cubicBezTo>
                <a:lnTo>
                  <a:pt x="4795064" y="2198391"/>
                </a:lnTo>
                <a:cubicBezTo>
                  <a:pt x="4794815" y="2198807"/>
                  <a:pt x="4794399" y="2199056"/>
                  <a:pt x="4793984" y="2199056"/>
                </a:cubicBezTo>
                <a:close/>
                <a:moveTo>
                  <a:pt x="4896661" y="2231310"/>
                </a:moveTo>
                <a:cubicBezTo>
                  <a:pt x="4896246" y="2231310"/>
                  <a:pt x="4895581" y="2230644"/>
                  <a:pt x="4895581" y="2230644"/>
                </a:cubicBezTo>
                <a:lnTo>
                  <a:pt x="4886775" y="2215275"/>
                </a:lnTo>
                <a:cubicBezTo>
                  <a:pt x="4886526" y="2214860"/>
                  <a:pt x="4886775" y="2214029"/>
                  <a:pt x="4886775" y="2214029"/>
                </a:cubicBezTo>
                <a:lnTo>
                  <a:pt x="4895664" y="2198660"/>
                </a:lnTo>
                <a:cubicBezTo>
                  <a:pt x="4895913" y="2198244"/>
                  <a:pt x="4896329" y="2197995"/>
                  <a:pt x="4896744" y="2197995"/>
                </a:cubicBezTo>
                <a:lnTo>
                  <a:pt x="4914440" y="2197995"/>
                </a:lnTo>
                <a:cubicBezTo>
                  <a:pt x="4914855" y="2197995"/>
                  <a:pt x="4915520" y="2198660"/>
                  <a:pt x="4915520" y="2198660"/>
                </a:cubicBezTo>
                <a:lnTo>
                  <a:pt x="4924326" y="2214029"/>
                </a:lnTo>
                <a:cubicBezTo>
                  <a:pt x="4924576" y="2214445"/>
                  <a:pt x="4924326" y="2215275"/>
                  <a:pt x="4924326" y="2215275"/>
                </a:cubicBezTo>
                <a:lnTo>
                  <a:pt x="4915437" y="2230645"/>
                </a:lnTo>
                <a:cubicBezTo>
                  <a:pt x="4915188" y="2231061"/>
                  <a:pt x="4914772" y="2231310"/>
                  <a:pt x="4914357" y="2231310"/>
                </a:cubicBezTo>
                <a:close/>
                <a:moveTo>
                  <a:pt x="4716103" y="2183012"/>
                </a:moveTo>
                <a:cubicBezTo>
                  <a:pt x="4715687" y="2183012"/>
                  <a:pt x="4715022" y="2182347"/>
                  <a:pt x="4715022" y="2182347"/>
                </a:cubicBezTo>
                <a:lnTo>
                  <a:pt x="4706133" y="2166895"/>
                </a:lnTo>
                <a:cubicBezTo>
                  <a:pt x="4705884" y="2166562"/>
                  <a:pt x="4706134" y="2165648"/>
                  <a:pt x="4706134" y="2165648"/>
                </a:cubicBezTo>
                <a:lnTo>
                  <a:pt x="4715022" y="2150196"/>
                </a:lnTo>
                <a:cubicBezTo>
                  <a:pt x="4715272" y="2149780"/>
                  <a:pt x="4715687" y="2149531"/>
                  <a:pt x="4716103" y="2149531"/>
                </a:cubicBezTo>
                <a:lnTo>
                  <a:pt x="4733881" y="2149531"/>
                </a:lnTo>
                <a:cubicBezTo>
                  <a:pt x="4734298" y="2149531"/>
                  <a:pt x="4734962" y="2150196"/>
                  <a:pt x="4734962" y="2150196"/>
                </a:cubicBezTo>
                <a:lnTo>
                  <a:pt x="4743851" y="2165648"/>
                </a:lnTo>
                <a:cubicBezTo>
                  <a:pt x="4744101" y="2165981"/>
                  <a:pt x="4743852" y="2166895"/>
                  <a:pt x="4743852" y="2166895"/>
                </a:cubicBezTo>
                <a:lnTo>
                  <a:pt x="4734961" y="2182347"/>
                </a:lnTo>
                <a:cubicBezTo>
                  <a:pt x="4734712" y="2182763"/>
                  <a:pt x="4734298" y="2183012"/>
                  <a:pt x="4733881" y="2183012"/>
                </a:cubicBezTo>
                <a:close/>
                <a:moveTo>
                  <a:pt x="4174345" y="2037943"/>
                </a:moveTo>
                <a:cubicBezTo>
                  <a:pt x="4173930" y="2037943"/>
                  <a:pt x="4173265" y="2037278"/>
                  <a:pt x="4173265" y="2037278"/>
                </a:cubicBezTo>
                <a:lnTo>
                  <a:pt x="4164293" y="2021742"/>
                </a:lnTo>
                <a:cubicBezTo>
                  <a:pt x="4164044" y="2021410"/>
                  <a:pt x="4164293" y="2020496"/>
                  <a:pt x="4164293" y="2020496"/>
                </a:cubicBezTo>
                <a:lnTo>
                  <a:pt x="4173265" y="2004961"/>
                </a:lnTo>
                <a:cubicBezTo>
                  <a:pt x="4173514" y="2004545"/>
                  <a:pt x="4173930" y="2004296"/>
                  <a:pt x="4174345" y="2004296"/>
                </a:cubicBezTo>
                <a:lnTo>
                  <a:pt x="4192207" y="2004296"/>
                </a:lnTo>
                <a:cubicBezTo>
                  <a:pt x="4192623" y="2004296"/>
                  <a:pt x="4193287" y="2004961"/>
                  <a:pt x="4193287" y="2004961"/>
                </a:cubicBezTo>
                <a:lnTo>
                  <a:pt x="4202260" y="2020496"/>
                </a:lnTo>
                <a:cubicBezTo>
                  <a:pt x="4202509" y="2020829"/>
                  <a:pt x="4202260" y="2021742"/>
                  <a:pt x="4202260" y="2021742"/>
                </a:cubicBezTo>
                <a:lnTo>
                  <a:pt x="4193287" y="2037278"/>
                </a:lnTo>
                <a:cubicBezTo>
                  <a:pt x="4193038" y="2037694"/>
                  <a:pt x="4192623" y="2037943"/>
                  <a:pt x="4192207" y="2037943"/>
                </a:cubicBezTo>
                <a:close/>
                <a:moveTo>
                  <a:pt x="4655491" y="2167630"/>
                </a:moveTo>
                <a:cubicBezTo>
                  <a:pt x="4654992" y="2167630"/>
                  <a:pt x="4654328" y="2166966"/>
                  <a:pt x="4654328" y="2166966"/>
                </a:cubicBezTo>
                <a:lnTo>
                  <a:pt x="4645023" y="2150848"/>
                </a:lnTo>
                <a:cubicBezTo>
                  <a:pt x="4644774" y="2150433"/>
                  <a:pt x="4645023" y="2149519"/>
                  <a:pt x="4645023" y="2149519"/>
                </a:cubicBezTo>
                <a:lnTo>
                  <a:pt x="4654328" y="2133402"/>
                </a:lnTo>
                <a:cubicBezTo>
                  <a:pt x="4654577" y="2132986"/>
                  <a:pt x="4654992" y="2132737"/>
                  <a:pt x="4655491" y="2132737"/>
                </a:cubicBezTo>
                <a:lnTo>
                  <a:pt x="4674100" y="2132737"/>
                </a:lnTo>
                <a:cubicBezTo>
                  <a:pt x="4674599" y="2132737"/>
                  <a:pt x="4675264" y="2133402"/>
                  <a:pt x="4675264" y="2133402"/>
                </a:cubicBezTo>
                <a:lnTo>
                  <a:pt x="4684569" y="2149519"/>
                </a:lnTo>
                <a:cubicBezTo>
                  <a:pt x="4684818" y="2149934"/>
                  <a:pt x="4684569" y="2150848"/>
                  <a:pt x="4684569" y="2150848"/>
                </a:cubicBezTo>
                <a:lnTo>
                  <a:pt x="4675264" y="2166966"/>
                </a:lnTo>
                <a:cubicBezTo>
                  <a:pt x="4675014" y="2167381"/>
                  <a:pt x="4674599" y="2167630"/>
                  <a:pt x="4674100" y="2167630"/>
                </a:cubicBezTo>
                <a:close/>
                <a:moveTo>
                  <a:pt x="1886842" y="1425867"/>
                </a:moveTo>
                <a:cubicBezTo>
                  <a:pt x="1886343" y="1425867"/>
                  <a:pt x="1885679" y="1425203"/>
                  <a:pt x="1885679" y="1425203"/>
                </a:cubicBezTo>
                <a:lnTo>
                  <a:pt x="1876291" y="1409002"/>
                </a:lnTo>
                <a:cubicBezTo>
                  <a:pt x="1876042" y="1408587"/>
                  <a:pt x="1876291" y="1407673"/>
                  <a:pt x="1876291" y="1407673"/>
                </a:cubicBezTo>
                <a:lnTo>
                  <a:pt x="1885679" y="1391473"/>
                </a:lnTo>
                <a:cubicBezTo>
                  <a:pt x="1885928" y="1391057"/>
                  <a:pt x="1886343" y="1390808"/>
                  <a:pt x="1886842" y="1390808"/>
                </a:cubicBezTo>
                <a:lnTo>
                  <a:pt x="1905535" y="1390808"/>
                </a:lnTo>
                <a:cubicBezTo>
                  <a:pt x="1906033" y="1390808"/>
                  <a:pt x="1906698" y="1391473"/>
                  <a:pt x="1906698" y="1391473"/>
                </a:cubicBezTo>
                <a:lnTo>
                  <a:pt x="1916086" y="1407673"/>
                </a:lnTo>
                <a:cubicBezTo>
                  <a:pt x="1916335" y="1408088"/>
                  <a:pt x="1916086" y="1409002"/>
                  <a:pt x="1916086" y="1409002"/>
                </a:cubicBezTo>
                <a:lnTo>
                  <a:pt x="1906698" y="1425203"/>
                </a:lnTo>
                <a:cubicBezTo>
                  <a:pt x="1906448" y="1425618"/>
                  <a:pt x="1906033" y="1425867"/>
                  <a:pt x="1905535" y="1425867"/>
                </a:cubicBezTo>
                <a:close/>
                <a:moveTo>
                  <a:pt x="923860" y="1167931"/>
                </a:moveTo>
                <a:cubicBezTo>
                  <a:pt x="923361" y="1167931"/>
                  <a:pt x="922698" y="1167267"/>
                  <a:pt x="922698" y="1167267"/>
                </a:cubicBezTo>
                <a:lnTo>
                  <a:pt x="913309" y="1150983"/>
                </a:lnTo>
                <a:cubicBezTo>
                  <a:pt x="913060" y="1150568"/>
                  <a:pt x="913309" y="1149654"/>
                  <a:pt x="913309" y="1149654"/>
                </a:cubicBezTo>
                <a:lnTo>
                  <a:pt x="922698" y="1133371"/>
                </a:lnTo>
                <a:cubicBezTo>
                  <a:pt x="922947" y="1132955"/>
                  <a:pt x="923361" y="1132706"/>
                  <a:pt x="923860" y="1132706"/>
                </a:cubicBezTo>
                <a:lnTo>
                  <a:pt x="942637" y="1132706"/>
                </a:lnTo>
                <a:cubicBezTo>
                  <a:pt x="943135" y="1132706"/>
                  <a:pt x="943800" y="1133371"/>
                  <a:pt x="943800" y="1133371"/>
                </a:cubicBezTo>
                <a:lnTo>
                  <a:pt x="953188" y="1149654"/>
                </a:lnTo>
                <a:cubicBezTo>
                  <a:pt x="953437" y="1150070"/>
                  <a:pt x="953188" y="1150983"/>
                  <a:pt x="953188" y="1150983"/>
                </a:cubicBezTo>
                <a:lnTo>
                  <a:pt x="943800" y="1167267"/>
                </a:lnTo>
                <a:cubicBezTo>
                  <a:pt x="943551" y="1167682"/>
                  <a:pt x="943135" y="1167931"/>
                  <a:pt x="942637" y="1167931"/>
                </a:cubicBezTo>
                <a:close/>
                <a:moveTo>
                  <a:pt x="983860" y="1184388"/>
                </a:moveTo>
                <a:cubicBezTo>
                  <a:pt x="983361" y="1184388"/>
                  <a:pt x="982697" y="1183723"/>
                  <a:pt x="982697" y="1183723"/>
                </a:cubicBezTo>
                <a:lnTo>
                  <a:pt x="973143" y="1167191"/>
                </a:lnTo>
                <a:cubicBezTo>
                  <a:pt x="972894" y="1166775"/>
                  <a:pt x="973143" y="1165861"/>
                  <a:pt x="973143" y="1165861"/>
                </a:cubicBezTo>
                <a:lnTo>
                  <a:pt x="982697" y="1149329"/>
                </a:lnTo>
                <a:cubicBezTo>
                  <a:pt x="982946" y="1148913"/>
                  <a:pt x="983361" y="1148664"/>
                  <a:pt x="983860" y="1148664"/>
                </a:cubicBezTo>
                <a:lnTo>
                  <a:pt x="1002968" y="1148664"/>
                </a:lnTo>
                <a:cubicBezTo>
                  <a:pt x="1003467" y="1148664"/>
                  <a:pt x="1004131" y="1149329"/>
                  <a:pt x="1004131" y="1149329"/>
                </a:cubicBezTo>
                <a:lnTo>
                  <a:pt x="1013685" y="1165861"/>
                </a:lnTo>
                <a:cubicBezTo>
                  <a:pt x="1013934" y="1166277"/>
                  <a:pt x="1013685" y="1167191"/>
                  <a:pt x="1013685" y="1167191"/>
                </a:cubicBezTo>
                <a:lnTo>
                  <a:pt x="1004131" y="1183723"/>
                </a:lnTo>
                <a:cubicBezTo>
                  <a:pt x="1003882" y="1184139"/>
                  <a:pt x="1003467" y="1184388"/>
                  <a:pt x="1002968" y="1184388"/>
                </a:cubicBezTo>
                <a:close/>
                <a:moveTo>
                  <a:pt x="1044046" y="1200515"/>
                </a:moveTo>
                <a:cubicBezTo>
                  <a:pt x="1043547" y="1200515"/>
                  <a:pt x="1042883" y="1199850"/>
                  <a:pt x="1042883" y="1199850"/>
                </a:cubicBezTo>
                <a:lnTo>
                  <a:pt x="1033329" y="1183318"/>
                </a:lnTo>
                <a:cubicBezTo>
                  <a:pt x="1033080" y="1182902"/>
                  <a:pt x="1033329" y="1181988"/>
                  <a:pt x="1033329" y="1181988"/>
                </a:cubicBezTo>
                <a:lnTo>
                  <a:pt x="1042883" y="1165456"/>
                </a:lnTo>
                <a:cubicBezTo>
                  <a:pt x="1043132" y="1165040"/>
                  <a:pt x="1043547" y="1164791"/>
                  <a:pt x="1044046" y="1164791"/>
                </a:cubicBezTo>
                <a:lnTo>
                  <a:pt x="1063153" y="1164791"/>
                </a:lnTo>
                <a:cubicBezTo>
                  <a:pt x="1063652" y="1164791"/>
                  <a:pt x="1064317" y="1165456"/>
                  <a:pt x="1064317" y="1165456"/>
                </a:cubicBezTo>
                <a:lnTo>
                  <a:pt x="1073871" y="1181988"/>
                </a:lnTo>
                <a:cubicBezTo>
                  <a:pt x="1074120" y="1182404"/>
                  <a:pt x="1073870" y="1183318"/>
                  <a:pt x="1073870" y="1183318"/>
                </a:cubicBezTo>
                <a:lnTo>
                  <a:pt x="1064317" y="1199850"/>
                </a:lnTo>
                <a:cubicBezTo>
                  <a:pt x="1064068" y="1200266"/>
                  <a:pt x="1063652" y="1200515"/>
                  <a:pt x="1063153" y="1200515"/>
                </a:cubicBezTo>
                <a:close/>
                <a:moveTo>
                  <a:pt x="1284706" y="1265199"/>
                </a:moveTo>
                <a:cubicBezTo>
                  <a:pt x="1284208" y="1265199"/>
                  <a:pt x="1283792" y="1264950"/>
                  <a:pt x="1283543" y="1264535"/>
                </a:cubicBezTo>
                <a:lnTo>
                  <a:pt x="1273906" y="1247836"/>
                </a:lnTo>
                <a:cubicBezTo>
                  <a:pt x="1273657" y="1247420"/>
                  <a:pt x="1273657" y="1246922"/>
                  <a:pt x="1273906" y="1246507"/>
                </a:cubicBezTo>
                <a:lnTo>
                  <a:pt x="1283543" y="1229808"/>
                </a:lnTo>
                <a:cubicBezTo>
                  <a:pt x="1283792" y="1229392"/>
                  <a:pt x="1284208" y="1229143"/>
                  <a:pt x="1284706" y="1229143"/>
                </a:cubicBezTo>
                <a:lnTo>
                  <a:pt x="1304063" y="1229143"/>
                </a:lnTo>
                <a:cubicBezTo>
                  <a:pt x="1304562" y="1229143"/>
                  <a:pt x="1304978" y="1229392"/>
                  <a:pt x="1305227" y="1229808"/>
                </a:cubicBezTo>
                <a:lnTo>
                  <a:pt x="1314864" y="1246507"/>
                </a:lnTo>
                <a:cubicBezTo>
                  <a:pt x="1315113" y="1246922"/>
                  <a:pt x="1315113" y="1247420"/>
                  <a:pt x="1314864" y="1247836"/>
                </a:cubicBezTo>
                <a:lnTo>
                  <a:pt x="1305227" y="1264535"/>
                </a:lnTo>
                <a:cubicBezTo>
                  <a:pt x="1304978" y="1264950"/>
                  <a:pt x="1304562" y="1265199"/>
                  <a:pt x="1304063" y="1265199"/>
                </a:cubicBezTo>
                <a:close/>
                <a:moveTo>
                  <a:pt x="1104097" y="1216896"/>
                </a:moveTo>
                <a:cubicBezTo>
                  <a:pt x="1103599" y="1216896"/>
                  <a:pt x="1103183" y="1216647"/>
                  <a:pt x="1102934" y="1216231"/>
                </a:cubicBezTo>
                <a:lnTo>
                  <a:pt x="1093214" y="1199366"/>
                </a:lnTo>
                <a:cubicBezTo>
                  <a:pt x="1092964" y="1198868"/>
                  <a:pt x="1092965" y="1198369"/>
                  <a:pt x="1093214" y="1197954"/>
                </a:cubicBezTo>
                <a:lnTo>
                  <a:pt x="1102934" y="1181089"/>
                </a:lnTo>
                <a:cubicBezTo>
                  <a:pt x="1103183" y="1180673"/>
                  <a:pt x="1103599" y="1180424"/>
                  <a:pt x="1104097" y="1180424"/>
                </a:cubicBezTo>
                <a:lnTo>
                  <a:pt x="1123538" y="1180424"/>
                </a:lnTo>
                <a:cubicBezTo>
                  <a:pt x="1124036" y="1180424"/>
                  <a:pt x="1124452" y="1180673"/>
                  <a:pt x="1124701" y="1181089"/>
                </a:cubicBezTo>
                <a:lnTo>
                  <a:pt x="1134421" y="1197954"/>
                </a:lnTo>
                <a:cubicBezTo>
                  <a:pt x="1134671" y="1198452"/>
                  <a:pt x="1134671" y="1198951"/>
                  <a:pt x="1134421" y="1199366"/>
                </a:cubicBezTo>
                <a:lnTo>
                  <a:pt x="1124701" y="1216231"/>
                </a:lnTo>
                <a:cubicBezTo>
                  <a:pt x="1124452" y="1216647"/>
                  <a:pt x="1124036" y="1216896"/>
                  <a:pt x="1123538" y="1216896"/>
                </a:cubicBezTo>
                <a:close/>
                <a:moveTo>
                  <a:pt x="1465215" y="1313657"/>
                </a:moveTo>
                <a:cubicBezTo>
                  <a:pt x="1464717" y="1313657"/>
                  <a:pt x="1464301" y="1313408"/>
                  <a:pt x="1464052" y="1312992"/>
                </a:cubicBezTo>
                <a:lnTo>
                  <a:pt x="1454332" y="1296127"/>
                </a:lnTo>
                <a:cubicBezTo>
                  <a:pt x="1454083" y="1295629"/>
                  <a:pt x="1454083" y="1295130"/>
                  <a:pt x="1454332" y="1294715"/>
                </a:cubicBezTo>
                <a:lnTo>
                  <a:pt x="1464052" y="1277850"/>
                </a:lnTo>
                <a:cubicBezTo>
                  <a:pt x="1464301" y="1277434"/>
                  <a:pt x="1464717" y="1277185"/>
                  <a:pt x="1465215" y="1277185"/>
                </a:cubicBezTo>
                <a:lnTo>
                  <a:pt x="1484656" y="1277185"/>
                </a:lnTo>
                <a:cubicBezTo>
                  <a:pt x="1485154" y="1277185"/>
                  <a:pt x="1485570" y="1277434"/>
                  <a:pt x="1485819" y="1277850"/>
                </a:cubicBezTo>
                <a:lnTo>
                  <a:pt x="1495539" y="1294715"/>
                </a:lnTo>
                <a:cubicBezTo>
                  <a:pt x="1495789" y="1295213"/>
                  <a:pt x="1495789" y="1295712"/>
                  <a:pt x="1495539" y="1296127"/>
                </a:cubicBezTo>
                <a:lnTo>
                  <a:pt x="1485819" y="1312992"/>
                </a:lnTo>
                <a:cubicBezTo>
                  <a:pt x="1485570" y="1313408"/>
                  <a:pt x="1485154" y="1313657"/>
                  <a:pt x="1484656" y="1313657"/>
                </a:cubicBezTo>
                <a:close/>
                <a:moveTo>
                  <a:pt x="863269" y="1152471"/>
                </a:moveTo>
                <a:cubicBezTo>
                  <a:pt x="862771" y="1152471"/>
                  <a:pt x="862356" y="1152223"/>
                  <a:pt x="862107" y="1151806"/>
                </a:cubicBezTo>
                <a:lnTo>
                  <a:pt x="852387" y="1134859"/>
                </a:lnTo>
                <a:cubicBezTo>
                  <a:pt x="852138" y="1134443"/>
                  <a:pt x="852137" y="1133862"/>
                  <a:pt x="852386" y="1133446"/>
                </a:cubicBezTo>
                <a:lnTo>
                  <a:pt x="862190" y="1116499"/>
                </a:lnTo>
                <a:cubicBezTo>
                  <a:pt x="862439" y="1116082"/>
                  <a:pt x="862854" y="1115834"/>
                  <a:pt x="863354" y="1115833"/>
                </a:cubicBezTo>
                <a:lnTo>
                  <a:pt x="882877" y="1115833"/>
                </a:lnTo>
                <a:cubicBezTo>
                  <a:pt x="883375" y="1115834"/>
                  <a:pt x="883790" y="1116082"/>
                  <a:pt x="884039" y="1116498"/>
                </a:cubicBezTo>
                <a:lnTo>
                  <a:pt x="893760" y="1133447"/>
                </a:lnTo>
                <a:cubicBezTo>
                  <a:pt x="894009" y="1133861"/>
                  <a:pt x="894009" y="1134443"/>
                  <a:pt x="893760" y="1134858"/>
                </a:cubicBezTo>
                <a:lnTo>
                  <a:pt x="883956" y="1151806"/>
                </a:lnTo>
                <a:cubicBezTo>
                  <a:pt x="883708" y="1152222"/>
                  <a:pt x="883291" y="1152471"/>
                  <a:pt x="882793" y="1152472"/>
                </a:cubicBezTo>
                <a:close/>
                <a:moveTo>
                  <a:pt x="1164202" y="1233188"/>
                </a:moveTo>
                <a:cubicBezTo>
                  <a:pt x="1163786" y="1233188"/>
                  <a:pt x="1163288" y="1232939"/>
                  <a:pt x="1163038" y="1232523"/>
                </a:cubicBezTo>
                <a:lnTo>
                  <a:pt x="1153235" y="1215492"/>
                </a:lnTo>
                <a:cubicBezTo>
                  <a:pt x="1152986" y="1215077"/>
                  <a:pt x="1152986" y="1214495"/>
                  <a:pt x="1153235" y="1214080"/>
                </a:cubicBezTo>
                <a:lnTo>
                  <a:pt x="1163038" y="1197049"/>
                </a:lnTo>
                <a:cubicBezTo>
                  <a:pt x="1163288" y="1196633"/>
                  <a:pt x="1163703" y="1196384"/>
                  <a:pt x="1164202" y="1196384"/>
                </a:cubicBezTo>
                <a:lnTo>
                  <a:pt x="1183808" y="1196384"/>
                </a:lnTo>
                <a:cubicBezTo>
                  <a:pt x="1184223" y="1196384"/>
                  <a:pt x="1184722" y="1196633"/>
                  <a:pt x="1184971" y="1197049"/>
                </a:cubicBezTo>
                <a:lnTo>
                  <a:pt x="1194775" y="1214080"/>
                </a:lnTo>
                <a:cubicBezTo>
                  <a:pt x="1195024" y="1214495"/>
                  <a:pt x="1195024" y="1215077"/>
                  <a:pt x="1194775" y="1215492"/>
                </a:cubicBezTo>
                <a:lnTo>
                  <a:pt x="1184971" y="1232523"/>
                </a:lnTo>
                <a:cubicBezTo>
                  <a:pt x="1184722" y="1232939"/>
                  <a:pt x="1184307" y="1233188"/>
                  <a:pt x="1183808" y="1233188"/>
                </a:cubicBezTo>
                <a:close/>
                <a:moveTo>
                  <a:pt x="1224388" y="1249315"/>
                </a:moveTo>
                <a:cubicBezTo>
                  <a:pt x="1223972" y="1249315"/>
                  <a:pt x="1223474" y="1249065"/>
                  <a:pt x="1223224" y="1248650"/>
                </a:cubicBezTo>
                <a:lnTo>
                  <a:pt x="1213421" y="1231619"/>
                </a:lnTo>
                <a:cubicBezTo>
                  <a:pt x="1213172" y="1231203"/>
                  <a:pt x="1213172" y="1230622"/>
                  <a:pt x="1213421" y="1230206"/>
                </a:cubicBezTo>
                <a:lnTo>
                  <a:pt x="1223224" y="1213176"/>
                </a:lnTo>
                <a:cubicBezTo>
                  <a:pt x="1223474" y="1212760"/>
                  <a:pt x="1223889" y="1212510"/>
                  <a:pt x="1224388" y="1212510"/>
                </a:cubicBezTo>
                <a:lnTo>
                  <a:pt x="1243994" y="1212511"/>
                </a:lnTo>
                <a:cubicBezTo>
                  <a:pt x="1244409" y="1212511"/>
                  <a:pt x="1244908" y="1212760"/>
                  <a:pt x="1245157" y="1213175"/>
                </a:cubicBezTo>
                <a:lnTo>
                  <a:pt x="1254961" y="1230207"/>
                </a:lnTo>
                <a:cubicBezTo>
                  <a:pt x="1255210" y="1230622"/>
                  <a:pt x="1255210" y="1231203"/>
                  <a:pt x="1254961" y="1231619"/>
                </a:cubicBezTo>
                <a:lnTo>
                  <a:pt x="1245157" y="1248650"/>
                </a:lnTo>
                <a:cubicBezTo>
                  <a:pt x="1244908" y="1249065"/>
                  <a:pt x="1244493" y="1249315"/>
                  <a:pt x="1243994" y="1249315"/>
                </a:cubicBezTo>
                <a:close/>
                <a:moveTo>
                  <a:pt x="1525211" y="1330206"/>
                </a:moveTo>
                <a:cubicBezTo>
                  <a:pt x="1524713" y="1330206"/>
                  <a:pt x="1524215" y="1329957"/>
                  <a:pt x="1523966" y="1329542"/>
                </a:cubicBezTo>
                <a:lnTo>
                  <a:pt x="1514079" y="1312344"/>
                </a:lnTo>
                <a:cubicBezTo>
                  <a:pt x="1513830" y="1311929"/>
                  <a:pt x="1513830" y="1311347"/>
                  <a:pt x="1514079" y="1310932"/>
                </a:cubicBezTo>
                <a:lnTo>
                  <a:pt x="1523966" y="1293735"/>
                </a:lnTo>
                <a:cubicBezTo>
                  <a:pt x="1524215" y="1293319"/>
                  <a:pt x="1524713" y="1293070"/>
                  <a:pt x="1525211" y="1293070"/>
                </a:cubicBezTo>
                <a:lnTo>
                  <a:pt x="1545067" y="1293070"/>
                </a:lnTo>
                <a:cubicBezTo>
                  <a:pt x="1545566" y="1293070"/>
                  <a:pt x="1546064" y="1293319"/>
                  <a:pt x="1546314" y="1293735"/>
                </a:cubicBezTo>
                <a:lnTo>
                  <a:pt x="1556200" y="1310932"/>
                </a:lnTo>
                <a:cubicBezTo>
                  <a:pt x="1556449" y="1311347"/>
                  <a:pt x="1556449" y="1311929"/>
                  <a:pt x="1556200" y="1312344"/>
                </a:cubicBezTo>
                <a:lnTo>
                  <a:pt x="1546314" y="1329542"/>
                </a:lnTo>
                <a:cubicBezTo>
                  <a:pt x="1546064" y="1329957"/>
                  <a:pt x="1545566" y="1330206"/>
                  <a:pt x="1545067" y="1330206"/>
                </a:cubicBezTo>
                <a:close/>
                <a:moveTo>
                  <a:pt x="1344572" y="1281897"/>
                </a:moveTo>
                <a:cubicBezTo>
                  <a:pt x="1344073" y="1281897"/>
                  <a:pt x="1343575" y="1281648"/>
                  <a:pt x="1343326" y="1281233"/>
                </a:cubicBezTo>
                <a:lnTo>
                  <a:pt x="1333356" y="1263952"/>
                </a:lnTo>
                <a:cubicBezTo>
                  <a:pt x="1333107" y="1263537"/>
                  <a:pt x="1333107" y="1262955"/>
                  <a:pt x="1333356" y="1262540"/>
                </a:cubicBezTo>
                <a:lnTo>
                  <a:pt x="1343326" y="1245260"/>
                </a:lnTo>
                <a:cubicBezTo>
                  <a:pt x="1343575" y="1244844"/>
                  <a:pt x="1344073" y="1244595"/>
                  <a:pt x="1344572" y="1244595"/>
                </a:cubicBezTo>
                <a:lnTo>
                  <a:pt x="1364511" y="1244595"/>
                </a:lnTo>
                <a:cubicBezTo>
                  <a:pt x="1365009" y="1244595"/>
                  <a:pt x="1365508" y="1244844"/>
                  <a:pt x="1365757" y="1245260"/>
                </a:cubicBezTo>
                <a:lnTo>
                  <a:pt x="1375726" y="1262540"/>
                </a:lnTo>
                <a:cubicBezTo>
                  <a:pt x="1375976" y="1262956"/>
                  <a:pt x="1375976" y="1263537"/>
                  <a:pt x="1375726" y="1263952"/>
                </a:cubicBezTo>
                <a:lnTo>
                  <a:pt x="1365757" y="1281233"/>
                </a:lnTo>
                <a:cubicBezTo>
                  <a:pt x="1365508" y="1281648"/>
                  <a:pt x="1365009" y="1281897"/>
                  <a:pt x="1364511" y="1281897"/>
                </a:cubicBezTo>
                <a:close/>
                <a:moveTo>
                  <a:pt x="1705690" y="1378659"/>
                </a:moveTo>
                <a:cubicBezTo>
                  <a:pt x="1705191" y="1378659"/>
                  <a:pt x="1704693" y="1378410"/>
                  <a:pt x="1704444" y="1377995"/>
                </a:cubicBezTo>
                <a:lnTo>
                  <a:pt x="1694474" y="1360714"/>
                </a:lnTo>
                <a:cubicBezTo>
                  <a:pt x="1694225" y="1360299"/>
                  <a:pt x="1694225" y="1359717"/>
                  <a:pt x="1694474" y="1359302"/>
                </a:cubicBezTo>
                <a:lnTo>
                  <a:pt x="1704444" y="1342022"/>
                </a:lnTo>
                <a:cubicBezTo>
                  <a:pt x="1704693" y="1341606"/>
                  <a:pt x="1705191" y="1341357"/>
                  <a:pt x="1705690" y="1341357"/>
                </a:cubicBezTo>
                <a:lnTo>
                  <a:pt x="1725629" y="1341357"/>
                </a:lnTo>
                <a:cubicBezTo>
                  <a:pt x="1726127" y="1341357"/>
                  <a:pt x="1726626" y="1341606"/>
                  <a:pt x="1726875" y="1342022"/>
                </a:cubicBezTo>
                <a:lnTo>
                  <a:pt x="1736844" y="1359302"/>
                </a:lnTo>
                <a:cubicBezTo>
                  <a:pt x="1737094" y="1359717"/>
                  <a:pt x="1737094" y="1360299"/>
                  <a:pt x="1736844" y="1360714"/>
                </a:cubicBezTo>
                <a:lnTo>
                  <a:pt x="1726875" y="1377995"/>
                </a:lnTo>
                <a:cubicBezTo>
                  <a:pt x="1726626" y="1378410"/>
                  <a:pt x="1726127" y="1378659"/>
                  <a:pt x="1725629" y="1378659"/>
                </a:cubicBezTo>
                <a:close/>
                <a:moveTo>
                  <a:pt x="1765876" y="1394786"/>
                </a:moveTo>
                <a:cubicBezTo>
                  <a:pt x="1765377" y="1394785"/>
                  <a:pt x="1764879" y="1394537"/>
                  <a:pt x="1764630" y="1394121"/>
                </a:cubicBezTo>
                <a:lnTo>
                  <a:pt x="1754660" y="1376840"/>
                </a:lnTo>
                <a:cubicBezTo>
                  <a:pt x="1754411" y="1376425"/>
                  <a:pt x="1754411" y="1375843"/>
                  <a:pt x="1754660" y="1375429"/>
                </a:cubicBezTo>
                <a:lnTo>
                  <a:pt x="1764630" y="1358148"/>
                </a:lnTo>
                <a:cubicBezTo>
                  <a:pt x="1764879" y="1357732"/>
                  <a:pt x="1765377" y="1357483"/>
                  <a:pt x="1765876" y="1357484"/>
                </a:cubicBezTo>
                <a:lnTo>
                  <a:pt x="1785815" y="1357483"/>
                </a:lnTo>
                <a:cubicBezTo>
                  <a:pt x="1786313" y="1357483"/>
                  <a:pt x="1786812" y="1357732"/>
                  <a:pt x="1787061" y="1358148"/>
                </a:cubicBezTo>
                <a:lnTo>
                  <a:pt x="1797030" y="1375428"/>
                </a:lnTo>
                <a:cubicBezTo>
                  <a:pt x="1797280" y="1375844"/>
                  <a:pt x="1797280" y="1376425"/>
                  <a:pt x="1797030" y="1376840"/>
                </a:cubicBezTo>
                <a:lnTo>
                  <a:pt x="1787061" y="1394121"/>
                </a:lnTo>
                <a:cubicBezTo>
                  <a:pt x="1786812" y="1394536"/>
                  <a:pt x="1786313" y="1394786"/>
                  <a:pt x="1785815" y="1394785"/>
                </a:cubicBezTo>
                <a:close/>
                <a:moveTo>
                  <a:pt x="1826062" y="1410912"/>
                </a:moveTo>
                <a:cubicBezTo>
                  <a:pt x="1825563" y="1410912"/>
                  <a:pt x="1825065" y="1410663"/>
                  <a:pt x="1824816" y="1410248"/>
                </a:cubicBezTo>
                <a:lnTo>
                  <a:pt x="1814846" y="1392967"/>
                </a:lnTo>
                <a:cubicBezTo>
                  <a:pt x="1814597" y="1392552"/>
                  <a:pt x="1814597" y="1391970"/>
                  <a:pt x="1814846" y="1391555"/>
                </a:cubicBezTo>
                <a:lnTo>
                  <a:pt x="1824816" y="1374275"/>
                </a:lnTo>
                <a:cubicBezTo>
                  <a:pt x="1825065" y="1373859"/>
                  <a:pt x="1825563" y="1373610"/>
                  <a:pt x="1826062" y="1373610"/>
                </a:cubicBezTo>
                <a:lnTo>
                  <a:pt x="1846001" y="1373610"/>
                </a:lnTo>
                <a:cubicBezTo>
                  <a:pt x="1846499" y="1373610"/>
                  <a:pt x="1846998" y="1373859"/>
                  <a:pt x="1847247" y="1374275"/>
                </a:cubicBezTo>
                <a:lnTo>
                  <a:pt x="1857216" y="1391555"/>
                </a:lnTo>
                <a:cubicBezTo>
                  <a:pt x="1857466" y="1391970"/>
                  <a:pt x="1857466" y="1392552"/>
                  <a:pt x="1857216" y="1392967"/>
                </a:cubicBezTo>
                <a:lnTo>
                  <a:pt x="1847247" y="1410248"/>
                </a:lnTo>
                <a:cubicBezTo>
                  <a:pt x="1846998" y="1410663"/>
                  <a:pt x="1846499" y="1410912"/>
                  <a:pt x="1846001" y="1410912"/>
                </a:cubicBezTo>
                <a:close/>
                <a:moveTo>
                  <a:pt x="2066807" y="1475420"/>
                </a:moveTo>
                <a:cubicBezTo>
                  <a:pt x="2066308" y="1475420"/>
                  <a:pt x="2065810" y="1475171"/>
                  <a:pt x="2065561" y="1474756"/>
                </a:cubicBezTo>
                <a:lnTo>
                  <a:pt x="2055591" y="1457475"/>
                </a:lnTo>
                <a:cubicBezTo>
                  <a:pt x="2055342" y="1457060"/>
                  <a:pt x="2055342" y="1456478"/>
                  <a:pt x="2055591" y="1456063"/>
                </a:cubicBezTo>
                <a:lnTo>
                  <a:pt x="2065561" y="1438783"/>
                </a:lnTo>
                <a:cubicBezTo>
                  <a:pt x="2065810" y="1438367"/>
                  <a:pt x="2066308" y="1438118"/>
                  <a:pt x="2066807" y="1438118"/>
                </a:cubicBezTo>
                <a:lnTo>
                  <a:pt x="2086746" y="1438118"/>
                </a:lnTo>
                <a:cubicBezTo>
                  <a:pt x="2087244" y="1438118"/>
                  <a:pt x="2087743" y="1438367"/>
                  <a:pt x="2087992" y="1438783"/>
                </a:cubicBezTo>
                <a:lnTo>
                  <a:pt x="2097961" y="1456063"/>
                </a:lnTo>
                <a:cubicBezTo>
                  <a:pt x="2098212" y="1456478"/>
                  <a:pt x="2098211" y="1457060"/>
                  <a:pt x="2097962" y="1457475"/>
                </a:cubicBezTo>
                <a:lnTo>
                  <a:pt x="2087992" y="1474756"/>
                </a:lnTo>
                <a:cubicBezTo>
                  <a:pt x="2087743" y="1475171"/>
                  <a:pt x="2087244" y="1475420"/>
                  <a:pt x="2086746" y="1475420"/>
                </a:cubicBezTo>
                <a:close/>
                <a:moveTo>
                  <a:pt x="3752020" y="1926972"/>
                </a:moveTo>
                <a:cubicBezTo>
                  <a:pt x="3751523" y="1926971"/>
                  <a:pt x="3751023" y="1926723"/>
                  <a:pt x="3750774" y="1926307"/>
                </a:cubicBezTo>
                <a:lnTo>
                  <a:pt x="3740805" y="1909026"/>
                </a:lnTo>
                <a:cubicBezTo>
                  <a:pt x="3740556" y="1908611"/>
                  <a:pt x="3740556" y="1908030"/>
                  <a:pt x="3740805" y="1907615"/>
                </a:cubicBezTo>
                <a:lnTo>
                  <a:pt x="3750774" y="1890334"/>
                </a:lnTo>
                <a:cubicBezTo>
                  <a:pt x="3751024" y="1889919"/>
                  <a:pt x="3751522" y="1889669"/>
                  <a:pt x="3752020" y="1889670"/>
                </a:cubicBezTo>
                <a:lnTo>
                  <a:pt x="3771960" y="1889669"/>
                </a:lnTo>
                <a:cubicBezTo>
                  <a:pt x="3772458" y="1889670"/>
                  <a:pt x="3772957" y="1889918"/>
                  <a:pt x="3773206" y="1890334"/>
                </a:cubicBezTo>
                <a:lnTo>
                  <a:pt x="3783176" y="1907615"/>
                </a:lnTo>
                <a:cubicBezTo>
                  <a:pt x="3783425" y="1908030"/>
                  <a:pt x="3783424" y="1908611"/>
                  <a:pt x="3783176" y="1909026"/>
                </a:cubicBezTo>
                <a:lnTo>
                  <a:pt x="3773206" y="1926307"/>
                </a:lnTo>
                <a:cubicBezTo>
                  <a:pt x="3772957" y="1926722"/>
                  <a:pt x="3772458" y="1926972"/>
                  <a:pt x="3771960" y="1926971"/>
                </a:cubicBezTo>
                <a:close/>
                <a:moveTo>
                  <a:pt x="1645442" y="1362620"/>
                </a:moveTo>
                <a:cubicBezTo>
                  <a:pt x="1644943" y="1362619"/>
                  <a:pt x="1644445" y="1362287"/>
                  <a:pt x="1644196" y="1361872"/>
                </a:cubicBezTo>
                <a:lnTo>
                  <a:pt x="1634225" y="1344508"/>
                </a:lnTo>
                <a:cubicBezTo>
                  <a:pt x="1633977" y="1344092"/>
                  <a:pt x="1633976" y="1343512"/>
                  <a:pt x="1634226" y="1343095"/>
                </a:cubicBezTo>
                <a:lnTo>
                  <a:pt x="1644279" y="1325732"/>
                </a:lnTo>
                <a:cubicBezTo>
                  <a:pt x="1644528" y="1325234"/>
                  <a:pt x="1645026" y="1324984"/>
                  <a:pt x="1645525" y="1324984"/>
                </a:cubicBezTo>
                <a:lnTo>
                  <a:pt x="1665547" y="1324985"/>
                </a:lnTo>
                <a:cubicBezTo>
                  <a:pt x="1666046" y="1324984"/>
                  <a:pt x="1666543" y="1325316"/>
                  <a:pt x="1666793" y="1325732"/>
                </a:cubicBezTo>
                <a:lnTo>
                  <a:pt x="1676763" y="1343095"/>
                </a:lnTo>
                <a:cubicBezTo>
                  <a:pt x="1677011" y="1343511"/>
                  <a:pt x="1677011" y="1344092"/>
                  <a:pt x="1676763" y="1344508"/>
                </a:cubicBezTo>
                <a:lnTo>
                  <a:pt x="1666709" y="1361871"/>
                </a:lnTo>
                <a:cubicBezTo>
                  <a:pt x="1666461" y="1362370"/>
                  <a:pt x="1665962" y="1362620"/>
                  <a:pt x="1665463" y="1362619"/>
                </a:cubicBezTo>
                <a:close/>
                <a:moveTo>
                  <a:pt x="1404696" y="1298195"/>
                </a:moveTo>
                <a:cubicBezTo>
                  <a:pt x="1404198" y="1298195"/>
                  <a:pt x="1403699" y="1297863"/>
                  <a:pt x="1403450" y="1297447"/>
                </a:cubicBezTo>
                <a:lnTo>
                  <a:pt x="1393398" y="1280001"/>
                </a:lnTo>
                <a:cubicBezTo>
                  <a:pt x="1393149" y="1279585"/>
                  <a:pt x="1393149" y="1279004"/>
                  <a:pt x="1393398" y="1278588"/>
                </a:cubicBezTo>
                <a:lnTo>
                  <a:pt x="1403450" y="1261142"/>
                </a:lnTo>
                <a:cubicBezTo>
                  <a:pt x="1403699" y="1260643"/>
                  <a:pt x="1404198" y="1260394"/>
                  <a:pt x="1404696" y="1260394"/>
                </a:cubicBezTo>
                <a:lnTo>
                  <a:pt x="1424802" y="1260394"/>
                </a:lnTo>
                <a:cubicBezTo>
                  <a:pt x="1425300" y="1260394"/>
                  <a:pt x="1425799" y="1260726"/>
                  <a:pt x="1426048" y="1261142"/>
                </a:cubicBezTo>
                <a:lnTo>
                  <a:pt x="1436101" y="1278588"/>
                </a:lnTo>
                <a:cubicBezTo>
                  <a:pt x="1436350" y="1279004"/>
                  <a:pt x="1436350" y="1279585"/>
                  <a:pt x="1436101" y="1280001"/>
                </a:cubicBezTo>
                <a:lnTo>
                  <a:pt x="1426048" y="1297447"/>
                </a:lnTo>
                <a:cubicBezTo>
                  <a:pt x="1425799" y="1297946"/>
                  <a:pt x="1425300" y="1298195"/>
                  <a:pt x="1424802" y="1298195"/>
                </a:cubicBezTo>
                <a:close/>
                <a:moveTo>
                  <a:pt x="2187117" y="1507844"/>
                </a:moveTo>
                <a:cubicBezTo>
                  <a:pt x="2186619" y="1507844"/>
                  <a:pt x="2186120" y="1507512"/>
                  <a:pt x="2185871" y="1507096"/>
                </a:cubicBezTo>
                <a:lnTo>
                  <a:pt x="2175819" y="1489650"/>
                </a:lnTo>
                <a:cubicBezTo>
                  <a:pt x="2175570" y="1489234"/>
                  <a:pt x="2175570" y="1488653"/>
                  <a:pt x="2175820" y="1488237"/>
                </a:cubicBezTo>
                <a:lnTo>
                  <a:pt x="2185871" y="1470791"/>
                </a:lnTo>
                <a:cubicBezTo>
                  <a:pt x="2186120" y="1470292"/>
                  <a:pt x="2186619" y="1470043"/>
                  <a:pt x="2187117" y="1470043"/>
                </a:cubicBezTo>
                <a:lnTo>
                  <a:pt x="2207224" y="1470043"/>
                </a:lnTo>
                <a:cubicBezTo>
                  <a:pt x="2207721" y="1470043"/>
                  <a:pt x="2208220" y="1470375"/>
                  <a:pt x="2208469" y="1470791"/>
                </a:cubicBezTo>
                <a:lnTo>
                  <a:pt x="2218522" y="1488237"/>
                </a:lnTo>
                <a:cubicBezTo>
                  <a:pt x="2218771" y="1488653"/>
                  <a:pt x="2218772" y="1489234"/>
                  <a:pt x="2218522" y="1489650"/>
                </a:cubicBezTo>
                <a:lnTo>
                  <a:pt x="2208469" y="1507096"/>
                </a:lnTo>
                <a:cubicBezTo>
                  <a:pt x="2208220" y="1507595"/>
                  <a:pt x="2207721" y="1507844"/>
                  <a:pt x="2207223" y="1507844"/>
                </a:cubicBezTo>
                <a:close/>
                <a:moveTo>
                  <a:pt x="2126849" y="1491799"/>
                </a:moveTo>
                <a:cubicBezTo>
                  <a:pt x="2126350" y="1491800"/>
                  <a:pt x="2125852" y="1491468"/>
                  <a:pt x="2125604" y="1491053"/>
                </a:cubicBezTo>
                <a:lnTo>
                  <a:pt x="2115467" y="1473523"/>
                </a:lnTo>
                <a:cubicBezTo>
                  <a:pt x="2115219" y="1473107"/>
                  <a:pt x="2115219" y="1472525"/>
                  <a:pt x="2115467" y="1472110"/>
                </a:cubicBezTo>
                <a:lnTo>
                  <a:pt x="2125603" y="1454581"/>
                </a:lnTo>
                <a:cubicBezTo>
                  <a:pt x="2125853" y="1454082"/>
                  <a:pt x="2126350" y="1453833"/>
                  <a:pt x="2126849" y="1453833"/>
                </a:cubicBezTo>
                <a:lnTo>
                  <a:pt x="2147121" y="1453833"/>
                </a:lnTo>
                <a:cubicBezTo>
                  <a:pt x="2147620" y="1453833"/>
                  <a:pt x="2148118" y="1454165"/>
                  <a:pt x="2148367" y="1454581"/>
                </a:cubicBezTo>
                <a:lnTo>
                  <a:pt x="2158502" y="1472110"/>
                </a:lnTo>
                <a:cubicBezTo>
                  <a:pt x="2158751" y="1472526"/>
                  <a:pt x="2158752" y="1473107"/>
                  <a:pt x="2158502" y="1473523"/>
                </a:cubicBezTo>
                <a:lnTo>
                  <a:pt x="2148366" y="1491053"/>
                </a:lnTo>
                <a:cubicBezTo>
                  <a:pt x="2148118" y="1491551"/>
                  <a:pt x="2147620" y="1491799"/>
                  <a:pt x="2147121" y="1491800"/>
                </a:cubicBezTo>
                <a:close/>
                <a:moveTo>
                  <a:pt x="5497195" y="2394986"/>
                </a:moveTo>
                <a:cubicBezTo>
                  <a:pt x="5496695" y="2394986"/>
                  <a:pt x="5496198" y="2394654"/>
                  <a:pt x="5495948" y="2394239"/>
                </a:cubicBezTo>
                <a:lnTo>
                  <a:pt x="5485813" y="2376626"/>
                </a:lnTo>
                <a:cubicBezTo>
                  <a:pt x="5485564" y="2376211"/>
                  <a:pt x="5485564" y="2375629"/>
                  <a:pt x="5485813" y="2375214"/>
                </a:cubicBezTo>
                <a:lnTo>
                  <a:pt x="5496032" y="2357601"/>
                </a:lnTo>
                <a:cubicBezTo>
                  <a:pt x="5496281" y="2357102"/>
                  <a:pt x="5496779" y="2356853"/>
                  <a:pt x="5497278" y="2356853"/>
                </a:cubicBezTo>
                <a:lnTo>
                  <a:pt x="5517632" y="2356853"/>
                </a:lnTo>
                <a:cubicBezTo>
                  <a:pt x="5518131" y="2356853"/>
                  <a:pt x="5518629" y="2357185"/>
                  <a:pt x="5518878" y="2357601"/>
                </a:cubicBezTo>
                <a:lnTo>
                  <a:pt x="5529014" y="2375214"/>
                </a:lnTo>
                <a:cubicBezTo>
                  <a:pt x="5529263" y="2375629"/>
                  <a:pt x="5529263" y="2376211"/>
                  <a:pt x="5529014" y="2376626"/>
                </a:cubicBezTo>
                <a:lnTo>
                  <a:pt x="5518795" y="2394239"/>
                </a:lnTo>
                <a:cubicBezTo>
                  <a:pt x="5518546" y="2394737"/>
                  <a:pt x="5518048" y="2394986"/>
                  <a:pt x="5517549" y="2394986"/>
                </a:cubicBezTo>
                <a:close/>
                <a:moveTo>
                  <a:pt x="3571214" y="1879090"/>
                </a:moveTo>
                <a:cubicBezTo>
                  <a:pt x="3570715" y="1879090"/>
                  <a:pt x="3570217" y="1878758"/>
                  <a:pt x="3569968" y="1878343"/>
                </a:cubicBezTo>
                <a:lnTo>
                  <a:pt x="3559749" y="1860647"/>
                </a:lnTo>
                <a:cubicBezTo>
                  <a:pt x="3559500" y="1860231"/>
                  <a:pt x="3559500" y="1859650"/>
                  <a:pt x="3559749" y="1859235"/>
                </a:cubicBezTo>
                <a:lnTo>
                  <a:pt x="3569968" y="1841539"/>
                </a:lnTo>
                <a:cubicBezTo>
                  <a:pt x="3570217" y="1841040"/>
                  <a:pt x="3570715" y="1840791"/>
                  <a:pt x="3571214" y="1840791"/>
                </a:cubicBezTo>
                <a:lnTo>
                  <a:pt x="3591651" y="1840791"/>
                </a:lnTo>
                <a:cubicBezTo>
                  <a:pt x="3592150" y="1840791"/>
                  <a:pt x="3592648" y="1841123"/>
                  <a:pt x="3592898" y="1841539"/>
                </a:cubicBezTo>
                <a:lnTo>
                  <a:pt x="3603116" y="1859235"/>
                </a:lnTo>
                <a:cubicBezTo>
                  <a:pt x="3603366" y="1859650"/>
                  <a:pt x="3603366" y="1860231"/>
                  <a:pt x="3603116" y="1860647"/>
                </a:cubicBezTo>
                <a:lnTo>
                  <a:pt x="3592897" y="1878343"/>
                </a:lnTo>
                <a:cubicBezTo>
                  <a:pt x="3592648" y="1878841"/>
                  <a:pt x="3592150" y="1879090"/>
                  <a:pt x="3591651" y="1879090"/>
                </a:cubicBezTo>
                <a:close/>
                <a:moveTo>
                  <a:pt x="3691586" y="1911344"/>
                </a:moveTo>
                <a:cubicBezTo>
                  <a:pt x="3691087" y="1911344"/>
                  <a:pt x="3690589" y="1911012"/>
                  <a:pt x="3690340" y="1910597"/>
                </a:cubicBezTo>
                <a:lnTo>
                  <a:pt x="3680121" y="1892901"/>
                </a:lnTo>
                <a:cubicBezTo>
                  <a:pt x="3679872" y="1892485"/>
                  <a:pt x="3679872" y="1891904"/>
                  <a:pt x="3680122" y="1891489"/>
                </a:cubicBezTo>
                <a:lnTo>
                  <a:pt x="3690340" y="1873793"/>
                </a:lnTo>
                <a:cubicBezTo>
                  <a:pt x="3690590" y="1873294"/>
                  <a:pt x="3691087" y="1873045"/>
                  <a:pt x="3691586" y="1873045"/>
                </a:cubicBezTo>
                <a:lnTo>
                  <a:pt x="3712023" y="1873045"/>
                </a:lnTo>
                <a:cubicBezTo>
                  <a:pt x="3712522" y="1873045"/>
                  <a:pt x="3713020" y="1873377"/>
                  <a:pt x="3713270" y="1873793"/>
                </a:cubicBezTo>
                <a:lnTo>
                  <a:pt x="3723488" y="1891489"/>
                </a:lnTo>
                <a:cubicBezTo>
                  <a:pt x="3723738" y="1891904"/>
                  <a:pt x="3723739" y="1892485"/>
                  <a:pt x="3723488" y="1892901"/>
                </a:cubicBezTo>
                <a:lnTo>
                  <a:pt x="3713270" y="1910597"/>
                </a:lnTo>
                <a:cubicBezTo>
                  <a:pt x="3713020" y="1911095"/>
                  <a:pt x="3712522" y="1911344"/>
                  <a:pt x="3712023" y="1911344"/>
                </a:cubicBezTo>
                <a:close/>
                <a:moveTo>
                  <a:pt x="5196242" y="2314515"/>
                </a:moveTo>
                <a:cubicBezTo>
                  <a:pt x="5195743" y="2314515"/>
                  <a:pt x="5195245" y="2314183"/>
                  <a:pt x="5194996" y="2313768"/>
                </a:cubicBezTo>
                <a:lnTo>
                  <a:pt x="5184777" y="2296072"/>
                </a:lnTo>
                <a:cubicBezTo>
                  <a:pt x="5184528" y="2295656"/>
                  <a:pt x="5184528" y="2295075"/>
                  <a:pt x="5184777" y="2294660"/>
                </a:cubicBezTo>
                <a:lnTo>
                  <a:pt x="5194996" y="2276964"/>
                </a:lnTo>
                <a:cubicBezTo>
                  <a:pt x="5195245" y="2276465"/>
                  <a:pt x="5195743" y="2276216"/>
                  <a:pt x="5196242" y="2276216"/>
                </a:cubicBezTo>
                <a:lnTo>
                  <a:pt x="5216679" y="2276216"/>
                </a:lnTo>
                <a:cubicBezTo>
                  <a:pt x="5217178" y="2276216"/>
                  <a:pt x="5217676" y="2276548"/>
                  <a:pt x="5217926" y="2276964"/>
                </a:cubicBezTo>
                <a:lnTo>
                  <a:pt x="5228144" y="2294660"/>
                </a:lnTo>
                <a:cubicBezTo>
                  <a:pt x="5228393" y="2295075"/>
                  <a:pt x="5228393" y="2295656"/>
                  <a:pt x="5228144" y="2296072"/>
                </a:cubicBezTo>
                <a:lnTo>
                  <a:pt x="5217926" y="2313768"/>
                </a:lnTo>
                <a:cubicBezTo>
                  <a:pt x="5217676" y="2314266"/>
                  <a:pt x="5217178" y="2314515"/>
                  <a:pt x="5216679" y="2314515"/>
                </a:cubicBezTo>
                <a:close/>
                <a:moveTo>
                  <a:pt x="1584987" y="1346977"/>
                </a:moveTo>
                <a:cubicBezTo>
                  <a:pt x="1584489" y="1346977"/>
                  <a:pt x="1583990" y="1346644"/>
                  <a:pt x="1583741" y="1346229"/>
                </a:cubicBezTo>
                <a:lnTo>
                  <a:pt x="1573439" y="1328450"/>
                </a:lnTo>
                <a:cubicBezTo>
                  <a:pt x="1573190" y="1328035"/>
                  <a:pt x="1573190" y="1327453"/>
                  <a:pt x="1573439" y="1327038"/>
                </a:cubicBezTo>
                <a:lnTo>
                  <a:pt x="1583741" y="1309259"/>
                </a:lnTo>
                <a:cubicBezTo>
                  <a:pt x="1583990" y="1308760"/>
                  <a:pt x="1584489" y="1308511"/>
                  <a:pt x="1584987" y="1308511"/>
                </a:cubicBezTo>
                <a:lnTo>
                  <a:pt x="1605508" y="1308511"/>
                </a:lnTo>
                <a:cubicBezTo>
                  <a:pt x="1606006" y="1308511"/>
                  <a:pt x="1606504" y="1308843"/>
                  <a:pt x="1606754" y="1309259"/>
                </a:cubicBezTo>
                <a:lnTo>
                  <a:pt x="1617056" y="1327038"/>
                </a:lnTo>
                <a:cubicBezTo>
                  <a:pt x="1617305" y="1327453"/>
                  <a:pt x="1617305" y="1328035"/>
                  <a:pt x="1617056" y="1328450"/>
                </a:cubicBezTo>
                <a:lnTo>
                  <a:pt x="1606754" y="1346229"/>
                </a:lnTo>
                <a:cubicBezTo>
                  <a:pt x="1606503" y="1346727"/>
                  <a:pt x="1606006" y="1346977"/>
                  <a:pt x="1605508" y="1346977"/>
                </a:cubicBezTo>
                <a:close/>
                <a:moveTo>
                  <a:pt x="5316533" y="2346842"/>
                </a:moveTo>
                <a:cubicBezTo>
                  <a:pt x="5316034" y="2346842"/>
                  <a:pt x="5315536" y="2346509"/>
                  <a:pt x="5315287" y="2346094"/>
                </a:cubicBezTo>
                <a:lnTo>
                  <a:pt x="5304985" y="2328315"/>
                </a:lnTo>
                <a:cubicBezTo>
                  <a:pt x="5304736" y="2327900"/>
                  <a:pt x="5304736" y="2327318"/>
                  <a:pt x="5304985" y="2326903"/>
                </a:cubicBezTo>
                <a:lnTo>
                  <a:pt x="5315287" y="2309124"/>
                </a:lnTo>
                <a:cubicBezTo>
                  <a:pt x="5315536" y="2308625"/>
                  <a:pt x="5316034" y="2308376"/>
                  <a:pt x="5316533" y="2308376"/>
                </a:cubicBezTo>
                <a:lnTo>
                  <a:pt x="5337053" y="2308376"/>
                </a:lnTo>
                <a:cubicBezTo>
                  <a:pt x="5337552" y="2308376"/>
                  <a:pt x="5338050" y="2308708"/>
                  <a:pt x="5338300" y="2309124"/>
                </a:cubicBezTo>
                <a:lnTo>
                  <a:pt x="5348601" y="2326903"/>
                </a:lnTo>
                <a:cubicBezTo>
                  <a:pt x="5348851" y="2327318"/>
                  <a:pt x="5348851" y="2327900"/>
                  <a:pt x="5348601" y="2328315"/>
                </a:cubicBezTo>
                <a:lnTo>
                  <a:pt x="5338300" y="2346094"/>
                </a:lnTo>
                <a:cubicBezTo>
                  <a:pt x="5338050" y="2346592"/>
                  <a:pt x="5337552" y="2346842"/>
                  <a:pt x="5337053" y="2346842"/>
                </a:cubicBezTo>
                <a:close/>
                <a:moveTo>
                  <a:pt x="5436905" y="2379095"/>
                </a:moveTo>
                <a:cubicBezTo>
                  <a:pt x="5436406" y="2379096"/>
                  <a:pt x="5435908" y="2378763"/>
                  <a:pt x="5435659" y="2378348"/>
                </a:cubicBezTo>
                <a:lnTo>
                  <a:pt x="5425357" y="2360569"/>
                </a:lnTo>
                <a:cubicBezTo>
                  <a:pt x="5425108" y="2360154"/>
                  <a:pt x="5425108" y="2359572"/>
                  <a:pt x="5425357" y="2359157"/>
                </a:cubicBezTo>
                <a:lnTo>
                  <a:pt x="5435659" y="2341378"/>
                </a:lnTo>
                <a:cubicBezTo>
                  <a:pt x="5435908" y="2340878"/>
                  <a:pt x="5436406" y="2340630"/>
                  <a:pt x="5436905" y="2340630"/>
                </a:cubicBezTo>
                <a:lnTo>
                  <a:pt x="5457425" y="2340630"/>
                </a:lnTo>
                <a:cubicBezTo>
                  <a:pt x="5457924" y="2340630"/>
                  <a:pt x="5458422" y="2340962"/>
                  <a:pt x="5458672" y="2341378"/>
                </a:cubicBezTo>
                <a:lnTo>
                  <a:pt x="5468973" y="2359157"/>
                </a:lnTo>
                <a:cubicBezTo>
                  <a:pt x="5469223" y="2359572"/>
                  <a:pt x="5469223" y="2360154"/>
                  <a:pt x="5468973" y="2360569"/>
                </a:cubicBezTo>
                <a:lnTo>
                  <a:pt x="5458672" y="2378348"/>
                </a:lnTo>
                <a:cubicBezTo>
                  <a:pt x="5458422" y="2378846"/>
                  <a:pt x="5457924" y="2379096"/>
                  <a:pt x="5457425" y="2379096"/>
                </a:cubicBezTo>
                <a:close/>
                <a:moveTo>
                  <a:pt x="3631326" y="1895396"/>
                </a:moveTo>
                <a:cubicBezTo>
                  <a:pt x="3630828" y="1895396"/>
                  <a:pt x="3630329" y="1895064"/>
                  <a:pt x="3630080" y="1894648"/>
                </a:cubicBezTo>
                <a:lnTo>
                  <a:pt x="3619778" y="1876786"/>
                </a:lnTo>
                <a:cubicBezTo>
                  <a:pt x="3619529" y="1876288"/>
                  <a:pt x="3619529" y="1875706"/>
                  <a:pt x="3619778" y="1875291"/>
                </a:cubicBezTo>
                <a:lnTo>
                  <a:pt x="3630080" y="1857429"/>
                </a:lnTo>
                <a:cubicBezTo>
                  <a:pt x="3630329" y="1856930"/>
                  <a:pt x="3630828" y="1856681"/>
                  <a:pt x="3631326" y="1856681"/>
                </a:cubicBezTo>
                <a:lnTo>
                  <a:pt x="3652013" y="1856681"/>
                </a:lnTo>
                <a:cubicBezTo>
                  <a:pt x="3652511" y="1856681"/>
                  <a:pt x="3653010" y="1857013"/>
                  <a:pt x="3653259" y="1857429"/>
                </a:cubicBezTo>
                <a:lnTo>
                  <a:pt x="3663561" y="1875291"/>
                </a:lnTo>
                <a:cubicBezTo>
                  <a:pt x="3663810" y="1875789"/>
                  <a:pt x="3663810" y="1876371"/>
                  <a:pt x="3663561" y="1876786"/>
                </a:cubicBezTo>
                <a:lnTo>
                  <a:pt x="3653259" y="1894648"/>
                </a:lnTo>
                <a:cubicBezTo>
                  <a:pt x="3653010" y="1895146"/>
                  <a:pt x="3652511" y="1895396"/>
                  <a:pt x="3652013" y="1895396"/>
                </a:cubicBezTo>
                <a:close/>
                <a:moveTo>
                  <a:pt x="5376727" y="2363075"/>
                </a:moveTo>
                <a:cubicBezTo>
                  <a:pt x="5376228" y="2363075"/>
                  <a:pt x="5375730" y="2362743"/>
                  <a:pt x="5375481" y="2362327"/>
                </a:cubicBezTo>
                <a:lnTo>
                  <a:pt x="5365179" y="2344465"/>
                </a:lnTo>
                <a:cubicBezTo>
                  <a:pt x="5364929" y="2343967"/>
                  <a:pt x="5364930" y="2343385"/>
                  <a:pt x="5365179" y="2342970"/>
                </a:cubicBezTo>
                <a:lnTo>
                  <a:pt x="5375481" y="2325108"/>
                </a:lnTo>
                <a:cubicBezTo>
                  <a:pt x="5375730" y="2324609"/>
                  <a:pt x="5376228" y="2324360"/>
                  <a:pt x="5376727" y="2324360"/>
                </a:cubicBezTo>
                <a:lnTo>
                  <a:pt x="5397414" y="2324360"/>
                </a:lnTo>
                <a:cubicBezTo>
                  <a:pt x="5397912" y="2324360"/>
                  <a:pt x="5398411" y="2324692"/>
                  <a:pt x="5398660" y="2325108"/>
                </a:cubicBezTo>
                <a:lnTo>
                  <a:pt x="5408962" y="2342970"/>
                </a:lnTo>
                <a:cubicBezTo>
                  <a:pt x="5409211" y="2343468"/>
                  <a:pt x="5409211" y="2344050"/>
                  <a:pt x="5408962" y="2344465"/>
                </a:cubicBezTo>
                <a:lnTo>
                  <a:pt x="5398660" y="2362327"/>
                </a:lnTo>
                <a:cubicBezTo>
                  <a:pt x="5398411" y="2362825"/>
                  <a:pt x="5397912" y="2363075"/>
                  <a:pt x="5397414" y="2363075"/>
                </a:cubicBezTo>
                <a:close/>
                <a:moveTo>
                  <a:pt x="5557285" y="2411455"/>
                </a:moveTo>
                <a:cubicBezTo>
                  <a:pt x="5556786" y="2411455"/>
                  <a:pt x="5556288" y="2411123"/>
                  <a:pt x="5556039" y="2410707"/>
                </a:cubicBezTo>
                <a:lnTo>
                  <a:pt x="5545737" y="2392845"/>
                </a:lnTo>
                <a:cubicBezTo>
                  <a:pt x="5545488" y="2392347"/>
                  <a:pt x="5545488" y="2391765"/>
                  <a:pt x="5545737" y="2391350"/>
                </a:cubicBezTo>
                <a:lnTo>
                  <a:pt x="5556039" y="2373488"/>
                </a:lnTo>
                <a:cubicBezTo>
                  <a:pt x="5556289" y="2372989"/>
                  <a:pt x="5556786" y="2372740"/>
                  <a:pt x="5557285" y="2372740"/>
                </a:cubicBezTo>
                <a:lnTo>
                  <a:pt x="5577972" y="2372740"/>
                </a:lnTo>
                <a:cubicBezTo>
                  <a:pt x="5578470" y="2372740"/>
                  <a:pt x="5578969" y="2373072"/>
                  <a:pt x="5579218" y="2373488"/>
                </a:cubicBezTo>
                <a:lnTo>
                  <a:pt x="5589520" y="2391350"/>
                </a:lnTo>
                <a:cubicBezTo>
                  <a:pt x="5589769" y="2391848"/>
                  <a:pt x="5589769" y="2392430"/>
                  <a:pt x="5589520" y="2392845"/>
                </a:cubicBezTo>
                <a:lnTo>
                  <a:pt x="5579218" y="2410707"/>
                </a:lnTo>
                <a:cubicBezTo>
                  <a:pt x="5578969" y="2411205"/>
                  <a:pt x="5578470" y="2411455"/>
                  <a:pt x="5577972" y="2411455"/>
                </a:cubicBezTo>
                <a:close/>
                <a:moveTo>
                  <a:pt x="5256272" y="2330893"/>
                </a:moveTo>
                <a:cubicBezTo>
                  <a:pt x="5255773" y="2330893"/>
                  <a:pt x="5255275" y="2330561"/>
                  <a:pt x="5255027" y="2330145"/>
                </a:cubicBezTo>
                <a:lnTo>
                  <a:pt x="5244642" y="2312200"/>
                </a:lnTo>
                <a:cubicBezTo>
                  <a:pt x="5244392" y="2311702"/>
                  <a:pt x="5244393" y="2311120"/>
                  <a:pt x="5244641" y="2310705"/>
                </a:cubicBezTo>
                <a:lnTo>
                  <a:pt x="5255027" y="2292760"/>
                </a:lnTo>
                <a:cubicBezTo>
                  <a:pt x="5255275" y="2292261"/>
                  <a:pt x="5255774" y="2292012"/>
                  <a:pt x="5256273" y="2292012"/>
                </a:cubicBezTo>
                <a:lnTo>
                  <a:pt x="5277043" y="2292012"/>
                </a:lnTo>
                <a:cubicBezTo>
                  <a:pt x="5277541" y="2292012"/>
                  <a:pt x="5278040" y="2292344"/>
                  <a:pt x="5278288" y="2292760"/>
                </a:cubicBezTo>
                <a:lnTo>
                  <a:pt x="5288674" y="2310705"/>
                </a:lnTo>
                <a:cubicBezTo>
                  <a:pt x="5288922" y="2311203"/>
                  <a:pt x="5288922" y="2311785"/>
                  <a:pt x="5288674" y="2312200"/>
                </a:cubicBezTo>
                <a:lnTo>
                  <a:pt x="5278289" y="2330145"/>
                </a:lnTo>
                <a:cubicBezTo>
                  <a:pt x="5278040" y="2330644"/>
                  <a:pt x="5277540" y="2330893"/>
                  <a:pt x="5277042" y="2330893"/>
                </a:cubicBezTo>
                <a:close/>
                <a:moveTo>
                  <a:pt x="2307064" y="1540760"/>
                </a:moveTo>
                <a:cubicBezTo>
                  <a:pt x="2306565" y="1540759"/>
                  <a:pt x="2306068" y="1540428"/>
                  <a:pt x="2305819" y="1540013"/>
                </a:cubicBezTo>
                <a:lnTo>
                  <a:pt x="2295434" y="1521984"/>
                </a:lnTo>
                <a:cubicBezTo>
                  <a:pt x="2295184" y="1521486"/>
                  <a:pt x="2295185" y="1520904"/>
                  <a:pt x="2295434" y="1520489"/>
                </a:cubicBezTo>
                <a:lnTo>
                  <a:pt x="2305902" y="1502461"/>
                </a:lnTo>
                <a:cubicBezTo>
                  <a:pt x="2306150" y="1501962"/>
                  <a:pt x="2306650" y="1501713"/>
                  <a:pt x="2307148" y="1501713"/>
                </a:cubicBezTo>
                <a:lnTo>
                  <a:pt x="2328000" y="1501712"/>
                </a:lnTo>
                <a:cubicBezTo>
                  <a:pt x="2328499" y="1501713"/>
                  <a:pt x="2328997" y="1502045"/>
                  <a:pt x="2329247" y="1502461"/>
                </a:cubicBezTo>
                <a:lnTo>
                  <a:pt x="2339632" y="1520489"/>
                </a:lnTo>
                <a:cubicBezTo>
                  <a:pt x="2339881" y="1520987"/>
                  <a:pt x="2339880" y="1521569"/>
                  <a:pt x="2339632" y="1521984"/>
                </a:cubicBezTo>
                <a:lnTo>
                  <a:pt x="2329164" y="1540013"/>
                </a:lnTo>
                <a:cubicBezTo>
                  <a:pt x="2328915" y="1540511"/>
                  <a:pt x="2328415" y="1540760"/>
                  <a:pt x="2327917" y="1540759"/>
                </a:cubicBezTo>
                <a:close/>
                <a:moveTo>
                  <a:pt x="2367251" y="1556887"/>
                </a:moveTo>
                <a:cubicBezTo>
                  <a:pt x="2366752" y="1556886"/>
                  <a:pt x="2366255" y="1556555"/>
                  <a:pt x="2366005" y="1556140"/>
                </a:cubicBezTo>
                <a:lnTo>
                  <a:pt x="2355620" y="1538111"/>
                </a:lnTo>
                <a:cubicBezTo>
                  <a:pt x="2355371" y="1537613"/>
                  <a:pt x="2355371" y="1537031"/>
                  <a:pt x="2355620" y="1536616"/>
                </a:cubicBezTo>
                <a:lnTo>
                  <a:pt x="2366089" y="1518588"/>
                </a:lnTo>
                <a:cubicBezTo>
                  <a:pt x="2366337" y="1518089"/>
                  <a:pt x="2366837" y="1517840"/>
                  <a:pt x="2367335" y="1517840"/>
                </a:cubicBezTo>
                <a:lnTo>
                  <a:pt x="2388187" y="1517839"/>
                </a:lnTo>
                <a:cubicBezTo>
                  <a:pt x="2388686" y="1517840"/>
                  <a:pt x="2389184" y="1518172"/>
                  <a:pt x="2389433" y="1518588"/>
                </a:cubicBezTo>
                <a:lnTo>
                  <a:pt x="2399818" y="1536616"/>
                </a:lnTo>
                <a:cubicBezTo>
                  <a:pt x="2400067" y="1537114"/>
                  <a:pt x="2400067" y="1537696"/>
                  <a:pt x="2399818" y="1538111"/>
                </a:cubicBezTo>
                <a:lnTo>
                  <a:pt x="2389350" y="1556140"/>
                </a:lnTo>
                <a:cubicBezTo>
                  <a:pt x="2389102" y="1556638"/>
                  <a:pt x="2388602" y="1556887"/>
                  <a:pt x="2388104" y="1556886"/>
                </a:cubicBezTo>
                <a:close/>
                <a:moveTo>
                  <a:pt x="3149671" y="1766535"/>
                </a:moveTo>
                <a:cubicBezTo>
                  <a:pt x="3149172" y="1766536"/>
                  <a:pt x="3148675" y="1766204"/>
                  <a:pt x="3148426" y="1765789"/>
                </a:cubicBezTo>
                <a:lnTo>
                  <a:pt x="3138041" y="1747760"/>
                </a:lnTo>
                <a:cubicBezTo>
                  <a:pt x="3137792" y="1747261"/>
                  <a:pt x="3137792" y="1746680"/>
                  <a:pt x="3138041" y="1746264"/>
                </a:cubicBezTo>
                <a:lnTo>
                  <a:pt x="3148509" y="1728237"/>
                </a:lnTo>
                <a:cubicBezTo>
                  <a:pt x="3148757" y="1727738"/>
                  <a:pt x="3149257" y="1727489"/>
                  <a:pt x="3149755" y="1727489"/>
                </a:cubicBezTo>
                <a:lnTo>
                  <a:pt x="3170608" y="1727489"/>
                </a:lnTo>
                <a:cubicBezTo>
                  <a:pt x="3171107" y="1727489"/>
                  <a:pt x="3171604" y="1727820"/>
                  <a:pt x="3171854" y="1728237"/>
                </a:cubicBezTo>
                <a:lnTo>
                  <a:pt x="3182239" y="1746264"/>
                </a:lnTo>
                <a:cubicBezTo>
                  <a:pt x="3182488" y="1746763"/>
                  <a:pt x="3182488" y="1747344"/>
                  <a:pt x="3182239" y="1747760"/>
                </a:cubicBezTo>
                <a:lnTo>
                  <a:pt x="3171771" y="1765789"/>
                </a:lnTo>
                <a:cubicBezTo>
                  <a:pt x="3171522" y="1766287"/>
                  <a:pt x="3171022" y="1766535"/>
                  <a:pt x="3170524" y="1766536"/>
                </a:cubicBezTo>
                <a:close/>
                <a:moveTo>
                  <a:pt x="5135817" y="2298721"/>
                </a:moveTo>
                <a:cubicBezTo>
                  <a:pt x="5135318" y="2298722"/>
                  <a:pt x="5134820" y="2298390"/>
                  <a:pt x="5134571" y="2297975"/>
                </a:cubicBezTo>
                <a:lnTo>
                  <a:pt x="5124186" y="2279946"/>
                </a:lnTo>
                <a:cubicBezTo>
                  <a:pt x="5123937" y="2279448"/>
                  <a:pt x="5123937" y="2278866"/>
                  <a:pt x="5124186" y="2278451"/>
                </a:cubicBezTo>
                <a:lnTo>
                  <a:pt x="5134654" y="2260423"/>
                </a:lnTo>
                <a:cubicBezTo>
                  <a:pt x="5134903" y="2259924"/>
                  <a:pt x="5135402" y="2259675"/>
                  <a:pt x="5135900" y="2259675"/>
                </a:cubicBezTo>
                <a:lnTo>
                  <a:pt x="5156753" y="2259675"/>
                </a:lnTo>
                <a:cubicBezTo>
                  <a:pt x="5157252" y="2259675"/>
                  <a:pt x="5157750" y="2260006"/>
                  <a:pt x="5157999" y="2260423"/>
                </a:cubicBezTo>
                <a:lnTo>
                  <a:pt x="5168384" y="2278451"/>
                </a:lnTo>
                <a:cubicBezTo>
                  <a:pt x="5168633" y="2278949"/>
                  <a:pt x="5168633" y="2279531"/>
                  <a:pt x="5168384" y="2279946"/>
                </a:cubicBezTo>
                <a:lnTo>
                  <a:pt x="5157916" y="2297975"/>
                </a:lnTo>
                <a:cubicBezTo>
                  <a:pt x="5157667" y="2298473"/>
                  <a:pt x="5157168" y="2298722"/>
                  <a:pt x="5156670" y="2298722"/>
                </a:cubicBezTo>
                <a:close/>
                <a:moveTo>
                  <a:pt x="2246877" y="1524716"/>
                </a:moveTo>
                <a:cubicBezTo>
                  <a:pt x="2246379" y="1524716"/>
                  <a:pt x="2245881" y="1524384"/>
                  <a:pt x="2245632" y="1523968"/>
                </a:cubicBezTo>
                <a:lnTo>
                  <a:pt x="2235164" y="1505857"/>
                </a:lnTo>
                <a:cubicBezTo>
                  <a:pt x="2234915" y="1505359"/>
                  <a:pt x="2234915" y="1504777"/>
                  <a:pt x="2235164" y="1504362"/>
                </a:cubicBezTo>
                <a:lnTo>
                  <a:pt x="2245631" y="1486251"/>
                </a:lnTo>
                <a:cubicBezTo>
                  <a:pt x="2245881" y="1485752"/>
                  <a:pt x="2246380" y="1485503"/>
                  <a:pt x="2246877" y="1485503"/>
                </a:cubicBezTo>
                <a:lnTo>
                  <a:pt x="2267814" y="1485503"/>
                </a:lnTo>
                <a:cubicBezTo>
                  <a:pt x="2268313" y="1485503"/>
                  <a:pt x="2268810" y="1485835"/>
                  <a:pt x="2269060" y="1486251"/>
                </a:cubicBezTo>
                <a:lnTo>
                  <a:pt x="2279528" y="1504362"/>
                </a:lnTo>
                <a:cubicBezTo>
                  <a:pt x="2279778" y="1504860"/>
                  <a:pt x="2279777" y="1505442"/>
                  <a:pt x="2279528" y="1505857"/>
                </a:cubicBezTo>
                <a:lnTo>
                  <a:pt x="2269060" y="1523968"/>
                </a:lnTo>
                <a:cubicBezTo>
                  <a:pt x="2268811" y="1524467"/>
                  <a:pt x="2268313" y="1524716"/>
                  <a:pt x="2267814" y="1524716"/>
                </a:cubicBezTo>
                <a:close/>
                <a:moveTo>
                  <a:pt x="2668181" y="1637604"/>
                </a:moveTo>
                <a:cubicBezTo>
                  <a:pt x="2667683" y="1637604"/>
                  <a:pt x="2667185" y="1637272"/>
                  <a:pt x="2666936" y="1636856"/>
                </a:cubicBezTo>
                <a:lnTo>
                  <a:pt x="2656468" y="1618745"/>
                </a:lnTo>
                <a:cubicBezTo>
                  <a:pt x="2656219" y="1618247"/>
                  <a:pt x="2656219" y="1617665"/>
                  <a:pt x="2656468" y="1617250"/>
                </a:cubicBezTo>
                <a:lnTo>
                  <a:pt x="2666935" y="1599139"/>
                </a:lnTo>
                <a:cubicBezTo>
                  <a:pt x="2667185" y="1598640"/>
                  <a:pt x="2667684" y="1598391"/>
                  <a:pt x="2668181" y="1598391"/>
                </a:cubicBezTo>
                <a:lnTo>
                  <a:pt x="2689118" y="1598391"/>
                </a:lnTo>
                <a:cubicBezTo>
                  <a:pt x="2689617" y="1598391"/>
                  <a:pt x="2690114" y="1598723"/>
                  <a:pt x="2690364" y="1599139"/>
                </a:cubicBezTo>
                <a:lnTo>
                  <a:pt x="2700832" y="1617250"/>
                </a:lnTo>
                <a:cubicBezTo>
                  <a:pt x="2701082" y="1617748"/>
                  <a:pt x="2701082" y="1618330"/>
                  <a:pt x="2700832" y="1618745"/>
                </a:cubicBezTo>
                <a:lnTo>
                  <a:pt x="2690364" y="1636856"/>
                </a:lnTo>
                <a:cubicBezTo>
                  <a:pt x="2690115" y="1637355"/>
                  <a:pt x="2689617" y="1637604"/>
                  <a:pt x="2689118" y="1637604"/>
                </a:cubicBezTo>
                <a:close/>
                <a:moveTo>
                  <a:pt x="2788553" y="1669857"/>
                </a:moveTo>
                <a:cubicBezTo>
                  <a:pt x="2788055" y="1669857"/>
                  <a:pt x="2787557" y="1669525"/>
                  <a:pt x="2787307" y="1669109"/>
                </a:cubicBezTo>
                <a:lnTo>
                  <a:pt x="2776840" y="1650998"/>
                </a:lnTo>
                <a:cubicBezTo>
                  <a:pt x="2776591" y="1650500"/>
                  <a:pt x="2776591" y="1649918"/>
                  <a:pt x="2776840" y="1649503"/>
                </a:cubicBezTo>
                <a:lnTo>
                  <a:pt x="2787307" y="1631392"/>
                </a:lnTo>
                <a:cubicBezTo>
                  <a:pt x="2787556" y="1630893"/>
                  <a:pt x="2788055" y="1630644"/>
                  <a:pt x="2788553" y="1630644"/>
                </a:cubicBezTo>
                <a:lnTo>
                  <a:pt x="2809490" y="1630644"/>
                </a:lnTo>
                <a:cubicBezTo>
                  <a:pt x="2809989" y="1630644"/>
                  <a:pt x="2810486" y="1630976"/>
                  <a:pt x="2810736" y="1631392"/>
                </a:cubicBezTo>
                <a:lnTo>
                  <a:pt x="2821203" y="1649503"/>
                </a:lnTo>
                <a:cubicBezTo>
                  <a:pt x="2821453" y="1650001"/>
                  <a:pt x="2821453" y="1650583"/>
                  <a:pt x="2821203" y="1650998"/>
                </a:cubicBezTo>
                <a:lnTo>
                  <a:pt x="2810736" y="1669109"/>
                </a:lnTo>
                <a:cubicBezTo>
                  <a:pt x="2810487" y="1669608"/>
                  <a:pt x="2809989" y="1669857"/>
                  <a:pt x="2809490" y="1669857"/>
                </a:cubicBezTo>
                <a:close/>
                <a:moveTo>
                  <a:pt x="5015444" y="2266551"/>
                </a:moveTo>
                <a:cubicBezTo>
                  <a:pt x="5014946" y="2266551"/>
                  <a:pt x="5014447" y="2266219"/>
                  <a:pt x="5014198" y="2265803"/>
                </a:cubicBezTo>
                <a:lnTo>
                  <a:pt x="5003730" y="2247692"/>
                </a:lnTo>
                <a:cubicBezTo>
                  <a:pt x="5003481" y="2247194"/>
                  <a:pt x="5003481" y="2246612"/>
                  <a:pt x="5003730" y="2246197"/>
                </a:cubicBezTo>
                <a:lnTo>
                  <a:pt x="5014198" y="2228086"/>
                </a:lnTo>
                <a:cubicBezTo>
                  <a:pt x="5014447" y="2227587"/>
                  <a:pt x="5014946" y="2227338"/>
                  <a:pt x="5015444" y="2227338"/>
                </a:cubicBezTo>
                <a:lnTo>
                  <a:pt x="5036380" y="2227338"/>
                </a:lnTo>
                <a:cubicBezTo>
                  <a:pt x="5036879" y="2227338"/>
                  <a:pt x="5037377" y="2227670"/>
                  <a:pt x="5037626" y="2228086"/>
                </a:cubicBezTo>
                <a:lnTo>
                  <a:pt x="5048094" y="2246197"/>
                </a:lnTo>
                <a:cubicBezTo>
                  <a:pt x="5048343" y="2246695"/>
                  <a:pt x="5048343" y="2247277"/>
                  <a:pt x="5048094" y="2247692"/>
                </a:cubicBezTo>
                <a:lnTo>
                  <a:pt x="5037626" y="2265803"/>
                </a:lnTo>
                <a:cubicBezTo>
                  <a:pt x="5037377" y="2266302"/>
                  <a:pt x="5036879" y="2266551"/>
                  <a:pt x="5036380" y="2266551"/>
                </a:cubicBezTo>
                <a:close/>
                <a:moveTo>
                  <a:pt x="2427376" y="1573172"/>
                </a:moveTo>
                <a:cubicBezTo>
                  <a:pt x="2426878" y="1573172"/>
                  <a:pt x="2426379" y="1572839"/>
                  <a:pt x="2426130" y="1572424"/>
                </a:cubicBezTo>
                <a:lnTo>
                  <a:pt x="2415579" y="1554147"/>
                </a:lnTo>
                <a:cubicBezTo>
                  <a:pt x="2415330" y="1553648"/>
                  <a:pt x="2415330" y="1553066"/>
                  <a:pt x="2415579" y="1552651"/>
                </a:cubicBezTo>
                <a:lnTo>
                  <a:pt x="2426130" y="1534374"/>
                </a:lnTo>
                <a:cubicBezTo>
                  <a:pt x="2426379" y="1533875"/>
                  <a:pt x="2426878" y="1533626"/>
                  <a:pt x="2427376" y="1533626"/>
                </a:cubicBezTo>
                <a:lnTo>
                  <a:pt x="2448395" y="1533626"/>
                </a:lnTo>
                <a:cubicBezTo>
                  <a:pt x="2448893" y="1533626"/>
                  <a:pt x="2449392" y="1533958"/>
                  <a:pt x="2449641" y="1534374"/>
                </a:cubicBezTo>
                <a:lnTo>
                  <a:pt x="2460192" y="1552651"/>
                </a:lnTo>
                <a:cubicBezTo>
                  <a:pt x="2460441" y="1553150"/>
                  <a:pt x="2460441" y="1553731"/>
                  <a:pt x="2460192" y="1554147"/>
                </a:cubicBezTo>
                <a:lnTo>
                  <a:pt x="2449641" y="1572424"/>
                </a:lnTo>
                <a:cubicBezTo>
                  <a:pt x="2449392" y="1572922"/>
                  <a:pt x="2448893" y="1573172"/>
                  <a:pt x="2448395" y="1573172"/>
                </a:cubicBezTo>
                <a:close/>
                <a:moveTo>
                  <a:pt x="2487562" y="1589299"/>
                </a:moveTo>
                <a:cubicBezTo>
                  <a:pt x="2487064" y="1589299"/>
                  <a:pt x="2486565" y="1588966"/>
                  <a:pt x="2486316" y="1588551"/>
                </a:cubicBezTo>
                <a:lnTo>
                  <a:pt x="2475765" y="1570274"/>
                </a:lnTo>
                <a:cubicBezTo>
                  <a:pt x="2475516" y="1569775"/>
                  <a:pt x="2475516" y="1569193"/>
                  <a:pt x="2475765" y="1568778"/>
                </a:cubicBezTo>
                <a:lnTo>
                  <a:pt x="2486316" y="1550501"/>
                </a:lnTo>
                <a:cubicBezTo>
                  <a:pt x="2486565" y="1550002"/>
                  <a:pt x="2487064" y="1549753"/>
                  <a:pt x="2487562" y="1549753"/>
                </a:cubicBezTo>
                <a:lnTo>
                  <a:pt x="2508581" y="1549753"/>
                </a:lnTo>
                <a:cubicBezTo>
                  <a:pt x="2509079" y="1549753"/>
                  <a:pt x="2509578" y="1550085"/>
                  <a:pt x="2509827" y="1550501"/>
                </a:cubicBezTo>
                <a:lnTo>
                  <a:pt x="2520378" y="1568778"/>
                </a:lnTo>
                <a:cubicBezTo>
                  <a:pt x="2520628" y="1569277"/>
                  <a:pt x="2520628" y="1569858"/>
                  <a:pt x="2520378" y="1570274"/>
                </a:cubicBezTo>
                <a:lnTo>
                  <a:pt x="2509827" y="1588551"/>
                </a:lnTo>
                <a:cubicBezTo>
                  <a:pt x="2509578" y="1589049"/>
                  <a:pt x="2509079" y="1589299"/>
                  <a:pt x="2508581" y="1589299"/>
                </a:cubicBezTo>
                <a:close/>
                <a:moveTo>
                  <a:pt x="2547749" y="1605426"/>
                </a:moveTo>
                <a:cubicBezTo>
                  <a:pt x="2547251" y="1605426"/>
                  <a:pt x="2546752" y="1605093"/>
                  <a:pt x="2546503" y="1604678"/>
                </a:cubicBezTo>
                <a:lnTo>
                  <a:pt x="2535952" y="1586401"/>
                </a:lnTo>
                <a:cubicBezTo>
                  <a:pt x="2535703" y="1585902"/>
                  <a:pt x="2535703" y="1585320"/>
                  <a:pt x="2535952" y="1584905"/>
                </a:cubicBezTo>
                <a:lnTo>
                  <a:pt x="2546503" y="1566628"/>
                </a:lnTo>
                <a:cubicBezTo>
                  <a:pt x="2546752" y="1566129"/>
                  <a:pt x="2547251" y="1565880"/>
                  <a:pt x="2547749" y="1565880"/>
                </a:cubicBezTo>
                <a:lnTo>
                  <a:pt x="2568768" y="1565880"/>
                </a:lnTo>
                <a:cubicBezTo>
                  <a:pt x="2569266" y="1565880"/>
                  <a:pt x="2569765" y="1566212"/>
                  <a:pt x="2570014" y="1566628"/>
                </a:cubicBezTo>
                <a:lnTo>
                  <a:pt x="2580565" y="1584905"/>
                </a:lnTo>
                <a:cubicBezTo>
                  <a:pt x="2580815" y="1585404"/>
                  <a:pt x="2580815" y="1585985"/>
                  <a:pt x="2580565" y="1586401"/>
                </a:cubicBezTo>
                <a:lnTo>
                  <a:pt x="2570014" y="1604678"/>
                </a:lnTo>
                <a:cubicBezTo>
                  <a:pt x="2569765" y="1605176"/>
                  <a:pt x="2569266" y="1605426"/>
                  <a:pt x="2568768" y="1605426"/>
                </a:cubicBezTo>
                <a:close/>
                <a:moveTo>
                  <a:pt x="2728308" y="1653807"/>
                </a:moveTo>
                <a:cubicBezTo>
                  <a:pt x="2727810" y="1653807"/>
                  <a:pt x="2727310" y="1653474"/>
                  <a:pt x="2727061" y="1653059"/>
                </a:cubicBezTo>
                <a:lnTo>
                  <a:pt x="2716511" y="1634782"/>
                </a:lnTo>
                <a:cubicBezTo>
                  <a:pt x="2716261" y="1634283"/>
                  <a:pt x="2716261" y="1633700"/>
                  <a:pt x="2716510" y="1633285"/>
                </a:cubicBezTo>
                <a:lnTo>
                  <a:pt x="2727061" y="1615009"/>
                </a:lnTo>
                <a:cubicBezTo>
                  <a:pt x="2727310" y="1614509"/>
                  <a:pt x="2727809" y="1614261"/>
                  <a:pt x="2728307" y="1614261"/>
                </a:cubicBezTo>
                <a:lnTo>
                  <a:pt x="2749327" y="1614261"/>
                </a:lnTo>
                <a:cubicBezTo>
                  <a:pt x="2749825" y="1614261"/>
                  <a:pt x="2750324" y="1614593"/>
                  <a:pt x="2750572" y="1615009"/>
                </a:cubicBezTo>
                <a:lnTo>
                  <a:pt x="2761124" y="1633285"/>
                </a:lnTo>
                <a:cubicBezTo>
                  <a:pt x="2761373" y="1633785"/>
                  <a:pt x="2761374" y="1634365"/>
                  <a:pt x="2761123" y="1634782"/>
                </a:cubicBezTo>
                <a:lnTo>
                  <a:pt x="2750572" y="1653059"/>
                </a:lnTo>
                <a:cubicBezTo>
                  <a:pt x="2750323" y="1653557"/>
                  <a:pt x="2749824" y="1653807"/>
                  <a:pt x="2749326" y="1653807"/>
                </a:cubicBezTo>
                <a:close/>
                <a:moveTo>
                  <a:pt x="3992219" y="1992471"/>
                </a:moveTo>
                <a:cubicBezTo>
                  <a:pt x="3991721" y="1992471"/>
                  <a:pt x="3991221" y="1992138"/>
                  <a:pt x="3990972" y="1991722"/>
                </a:cubicBezTo>
                <a:lnTo>
                  <a:pt x="3980422" y="1973445"/>
                </a:lnTo>
                <a:cubicBezTo>
                  <a:pt x="3980172" y="1972946"/>
                  <a:pt x="3980173" y="1972364"/>
                  <a:pt x="3980421" y="1971949"/>
                </a:cubicBezTo>
                <a:lnTo>
                  <a:pt x="3990972" y="1953672"/>
                </a:lnTo>
                <a:cubicBezTo>
                  <a:pt x="3991221" y="1953173"/>
                  <a:pt x="3991720" y="1952925"/>
                  <a:pt x="3992218" y="1952924"/>
                </a:cubicBezTo>
                <a:lnTo>
                  <a:pt x="4013238" y="1952925"/>
                </a:lnTo>
                <a:cubicBezTo>
                  <a:pt x="4013736" y="1952925"/>
                  <a:pt x="4014235" y="1953257"/>
                  <a:pt x="4014483" y="1953673"/>
                </a:cubicBezTo>
                <a:lnTo>
                  <a:pt x="4025035" y="1971949"/>
                </a:lnTo>
                <a:cubicBezTo>
                  <a:pt x="4025284" y="1972449"/>
                  <a:pt x="4025285" y="1973029"/>
                  <a:pt x="4025034" y="1973446"/>
                </a:cubicBezTo>
                <a:lnTo>
                  <a:pt x="4014483" y="1991723"/>
                </a:lnTo>
                <a:cubicBezTo>
                  <a:pt x="4014234" y="1992221"/>
                  <a:pt x="4013735" y="1992470"/>
                  <a:pt x="4013237" y="1992471"/>
                </a:cubicBezTo>
                <a:close/>
                <a:moveTo>
                  <a:pt x="2607746" y="1621893"/>
                </a:moveTo>
                <a:cubicBezTo>
                  <a:pt x="2607165" y="1621893"/>
                  <a:pt x="2606666" y="1621644"/>
                  <a:pt x="2606417" y="1621146"/>
                </a:cubicBezTo>
                <a:lnTo>
                  <a:pt x="2595783" y="1602619"/>
                </a:lnTo>
                <a:cubicBezTo>
                  <a:pt x="2595533" y="1602203"/>
                  <a:pt x="2595534" y="1601622"/>
                  <a:pt x="2595782" y="1601123"/>
                </a:cubicBezTo>
                <a:lnTo>
                  <a:pt x="2606499" y="1582597"/>
                </a:lnTo>
                <a:cubicBezTo>
                  <a:pt x="2606833" y="1582181"/>
                  <a:pt x="2607331" y="1581849"/>
                  <a:pt x="2607830" y="1581849"/>
                </a:cubicBezTo>
                <a:lnTo>
                  <a:pt x="2629180" y="1581849"/>
                </a:lnTo>
                <a:cubicBezTo>
                  <a:pt x="2629762" y="1581849"/>
                  <a:pt x="2630261" y="1582098"/>
                  <a:pt x="2630510" y="1582597"/>
                </a:cubicBezTo>
                <a:lnTo>
                  <a:pt x="2641144" y="1601123"/>
                </a:lnTo>
                <a:cubicBezTo>
                  <a:pt x="2641393" y="1601539"/>
                  <a:pt x="2641394" y="1602120"/>
                  <a:pt x="2641144" y="1602619"/>
                </a:cubicBezTo>
                <a:lnTo>
                  <a:pt x="2630427" y="1621146"/>
                </a:lnTo>
                <a:cubicBezTo>
                  <a:pt x="2630095" y="1621561"/>
                  <a:pt x="2629595" y="1621893"/>
                  <a:pt x="2629098" y="1621893"/>
                </a:cubicBezTo>
                <a:close/>
                <a:moveTo>
                  <a:pt x="5075382" y="2283178"/>
                </a:moveTo>
                <a:cubicBezTo>
                  <a:pt x="5074800" y="2283178"/>
                  <a:pt x="5074301" y="2282928"/>
                  <a:pt x="5074052" y="2282430"/>
                </a:cubicBezTo>
                <a:lnTo>
                  <a:pt x="5063335" y="2263820"/>
                </a:lnTo>
                <a:cubicBezTo>
                  <a:pt x="5063086" y="2263405"/>
                  <a:pt x="5063086" y="2262823"/>
                  <a:pt x="5063335" y="2262325"/>
                </a:cubicBezTo>
                <a:lnTo>
                  <a:pt x="5074052" y="2243715"/>
                </a:lnTo>
                <a:cubicBezTo>
                  <a:pt x="5074384" y="2243299"/>
                  <a:pt x="5074883" y="2242967"/>
                  <a:pt x="5075382" y="2242967"/>
                </a:cubicBezTo>
                <a:lnTo>
                  <a:pt x="5096816" y="2242967"/>
                </a:lnTo>
                <a:cubicBezTo>
                  <a:pt x="5097397" y="2242967"/>
                  <a:pt x="5097896" y="2243216"/>
                  <a:pt x="5098145" y="2243715"/>
                </a:cubicBezTo>
                <a:lnTo>
                  <a:pt x="5108862" y="2262325"/>
                </a:lnTo>
                <a:cubicBezTo>
                  <a:pt x="5109112" y="2262740"/>
                  <a:pt x="5109112" y="2263321"/>
                  <a:pt x="5108862" y="2263820"/>
                </a:cubicBezTo>
                <a:lnTo>
                  <a:pt x="5098145" y="2282430"/>
                </a:lnTo>
                <a:cubicBezTo>
                  <a:pt x="5097813" y="2282845"/>
                  <a:pt x="5097314" y="2283178"/>
                  <a:pt x="5096816" y="2283178"/>
                </a:cubicBezTo>
                <a:close/>
                <a:moveTo>
                  <a:pt x="3209607" y="1783245"/>
                </a:moveTo>
                <a:cubicBezTo>
                  <a:pt x="3209026" y="1783245"/>
                  <a:pt x="3208527" y="1782995"/>
                  <a:pt x="3208278" y="1782497"/>
                </a:cubicBezTo>
                <a:lnTo>
                  <a:pt x="3197561" y="1763887"/>
                </a:lnTo>
                <a:cubicBezTo>
                  <a:pt x="3197312" y="1763472"/>
                  <a:pt x="3197312" y="1762890"/>
                  <a:pt x="3197562" y="1762392"/>
                </a:cubicBezTo>
                <a:lnTo>
                  <a:pt x="3208278" y="1743782"/>
                </a:lnTo>
                <a:cubicBezTo>
                  <a:pt x="3208610" y="1743366"/>
                  <a:pt x="3209109" y="1743034"/>
                  <a:pt x="3209607" y="1743034"/>
                </a:cubicBezTo>
                <a:lnTo>
                  <a:pt x="3231043" y="1743034"/>
                </a:lnTo>
                <a:cubicBezTo>
                  <a:pt x="3231623" y="1743034"/>
                  <a:pt x="3232122" y="1743283"/>
                  <a:pt x="3232371" y="1743782"/>
                </a:cubicBezTo>
                <a:lnTo>
                  <a:pt x="3243088" y="1762392"/>
                </a:lnTo>
                <a:cubicBezTo>
                  <a:pt x="3243337" y="1762807"/>
                  <a:pt x="3243337" y="1763388"/>
                  <a:pt x="3243088" y="1763887"/>
                </a:cubicBezTo>
                <a:lnTo>
                  <a:pt x="3232371" y="1782497"/>
                </a:lnTo>
                <a:cubicBezTo>
                  <a:pt x="3232039" y="1782912"/>
                  <a:pt x="3231540" y="1783245"/>
                  <a:pt x="3231042" y="1783245"/>
                </a:cubicBezTo>
                <a:close/>
                <a:moveTo>
                  <a:pt x="5617057" y="2428319"/>
                </a:moveTo>
                <a:cubicBezTo>
                  <a:pt x="5616476" y="2428319"/>
                  <a:pt x="5615977" y="2428069"/>
                  <a:pt x="5615728" y="2427571"/>
                </a:cubicBezTo>
                <a:lnTo>
                  <a:pt x="5605011" y="2408961"/>
                </a:lnTo>
                <a:cubicBezTo>
                  <a:pt x="5604762" y="2408546"/>
                  <a:pt x="5604762" y="2407964"/>
                  <a:pt x="5605011" y="2407466"/>
                </a:cubicBezTo>
                <a:lnTo>
                  <a:pt x="5615728" y="2388856"/>
                </a:lnTo>
                <a:cubicBezTo>
                  <a:pt x="5616060" y="2388440"/>
                  <a:pt x="5616559" y="2388108"/>
                  <a:pt x="5617057" y="2388108"/>
                </a:cubicBezTo>
                <a:lnTo>
                  <a:pt x="5638492" y="2388108"/>
                </a:lnTo>
                <a:cubicBezTo>
                  <a:pt x="5639073" y="2388108"/>
                  <a:pt x="5639572" y="2388357"/>
                  <a:pt x="5639821" y="2388856"/>
                </a:cubicBezTo>
                <a:lnTo>
                  <a:pt x="5650538" y="2407466"/>
                </a:lnTo>
                <a:cubicBezTo>
                  <a:pt x="5650787" y="2407881"/>
                  <a:pt x="5650787" y="2408462"/>
                  <a:pt x="5650538" y="2408961"/>
                </a:cubicBezTo>
                <a:lnTo>
                  <a:pt x="5639821" y="2427571"/>
                </a:lnTo>
                <a:cubicBezTo>
                  <a:pt x="5639489" y="2427986"/>
                  <a:pt x="5638990" y="2428319"/>
                  <a:pt x="5638492" y="2428319"/>
                </a:cubicBezTo>
                <a:close/>
                <a:moveTo>
                  <a:pt x="3269640" y="1799623"/>
                </a:moveTo>
                <a:cubicBezTo>
                  <a:pt x="3269058" y="1799623"/>
                  <a:pt x="3268559" y="1799373"/>
                  <a:pt x="3268310" y="1798875"/>
                </a:cubicBezTo>
                <a:lnTo>
                  <a:pt x="3257427" y="1780016"/>
                </a:lnTo>
                <a:cubicBezTo>
                  <a:pt x="3257178" y="1779518"/>
                  <a:pt x="3257178" y="1778936"/>
                  <a:pt x="3257427" y="1778438"/>
                </a:cubicBezTo>
                <a:lnTo>
                  <a:pt x="3268310" y="1759579"/>
                </a:lnTo>
                <a:cubicBezTo>
                  <a:pt x="3268559" y="1759163"/>
                  <a:pt x="3269058" y="1758831"/>
                  <a:pt x="3269640" y="1758831"/>
                </a:cubicBezTo>
                <a:lnTo>
                  <a:pt x="3291406" y="1758831"/>
                </a:lnTo>
                <a:cubicBezTo>
                  <a:pt x="3291988" y="1758831"/>
                  <a:pt x="3292486" y="1759080"/>
                  <a:pt x="3292736" y="1759579"/>
                </a:cubicBezTo>
                <a:lnTo>
                  <a:pt x="3303619" y="1778438"/>
                </a:lnTo>
                <a:cubicBezTo>
                  <a:pt x="3303868" y="1778936"/>
                  <a:pt x="3303868" y="1779518"/>
                  <a:pt x="3303619" y="1780016"/>
                </a:cubicBezTo>
                <a:lnTo>
                  <a:pt x="3292736" y="1798875"/>
                </a:lnTo>
                <a:cubicBezTo>
                  <a:pt x="3292486" y="1799291"/>
                  <a:pt x="3291988" y="1799623"/>
                  <a:pt x="3291406" y="1799623"/>
                </a:cubicBezTo>
                <a:close/>
                <a:moveTo>
                  <a:pt x="3329721" y="1815995"/>
                </a:moveTo>
                <a:cubicBezTo>
                  <a:pt x="3329223" y="1815995"/>
                  <a:pt x="3328641" y="1815746"/>
                  <a:pt x="3328392" y="1815248"/>
                </a:cubicBezTo>
                <a:lnTo>
                  <a:pt x="3317427" y="1796222"/>
                </a:lnTo>
                <a:cubicBezTo>
                  <a:pt x="3317177" y="1795724"/>
                  <a:pt x="3317178" y="1795142"/>
                  <a:pt x="3317426" y="1794644"/>
                </a:cubicBezTo>
                <a:lnTo>
                  <a:pt x="3328392" y="1775619"/>
                </a:lnTo>
                <a:cubicBezTo>
                  <a:pt x="3328641" y="1775203"/>
                  <a:pt x="3329140" y="1774871"/>
                  <a:pt x="3329722" y="1774871"/>
                </a:cubicBezTo>
                <a:lnTo>
                  <a:pt x="3351654" y="1774871"/>
                </a:lnTo>
                <a:cubicBezTo>
                  <a:pt x="3352153" y="1774871"/>
                  <a:pt x="3352735" y="1775120"/>
                  <a:pt x="3352985" y="1775619"/>
                </a:cubicBezTo>
                <a:lnTo>
                  <a:pt x="3363950" y="1794644"/>
                </a:lnTo>
                <a:cubicBezTo>
                  <a:pt x="3364199" y="1795142"/>
                  <a:pt x="3364199" y="1795724"/>
                  <a:pt x="3363950" y="1796222"/>
                </a:cubicBezTo>
                <a:lnTo>
                  <a:pt x="3352984" y="1815248"/>
                </a:lnTo>
                <a:cubicBezTo>
                  <a:pt x="3352735" y="1815663"/>
                  <a:pt x="3352237" y="1815995"/>
                  <a:pt x="3351654" y="1815995"/>
                </a:cubicBezTo>
                <a:close/>
                <a:moveTo>
                  <a:pt x="3449928" y="1848415"/>
                </a:moveTo>
                <a:cubicBezTo>
                  <a:pt x="3449429" y="1848414"/>
                  <a:pt x="3448848" y="1848166"/>
                  <a:pt x="3448598" y="1847667"/>
                </a:cubicBezTo>
                <a:lnTo>
                  <a:pt x="3437549" y="1828476"/>
                </a:lnTo>
                <a:cubicBezTo>
                  <a:pt x="3437300" y="1827977"/>
                  <a:pt x="3437300" y="1827396"/>
                  <a:pt x="3437549" y="1826897"/>
                </a:cubicBezTo>
                <a:lnTo>
                  <a:pt x="3448681" y="1807706"/>
                </a:lnTo>
                <a:cubicBezTo>
                  <a:pt x="3448931" y="1807291"/>
                  <a:pt x="3449429" y="1806958"/>
                  <a:pt x="3450011" y="1806958"/>
                </a:cubicBezTo>
                <a:lnTo>
                  <a:pt x="3472193" y="1806958"/>
                </a:lnTo>
                <a:cubicBezTo>
                  <a:pt x="3472691" y="1806959"/>
                  <a:pt x="3473273" y="1807207"/>
                  <a:pt x="3473522" y="1807707"/>
                </a:cubicBezTo>
                <a:lnTo>
                  <a:pt x="3484572" y="1826897"/>
                </a:lnTo>
                <a:cubicBezTo>
                  <a:pt x="3484821" y="1827395"/>
                  <a:pt x="3484821" y="1827977"/>
                  <a:pt x="3484572" y="1828475"/>
                </a:cubicBezTo>
                <a:lnTo>
                  <a:pt x="3473439" y="1847667"/>
                </a:lnTo>
                <a:cubicBezTo>
                  <a:pt x="3473190" y="1848082"/>
                  <a:pt x="3472691" y="1848415"/>
                  <a:pt x="3472110" y="1848415"/>
                </a:cubicBezTo>
                <a:close/>
                <a:moveTo>
                  <a:pt x="5676819" y="2445193"/>
                </a:moveTo>
                <a:cubicBezTo>
                  <a:pt x="5676320" y="2445193"/>
                  <a:pt x="5675739" y="2444944"/>
                  <a:pt x="5675490" y="2444445"/>
                </a:cubicBezTo>
                <a:lnTo>
                  <a:pt x="5664357" y="2425171"/>
                </a:lnTo>
                <a:cubicBezTo>
                  <a:pt x="5664108" y="2424672"/>
                  <a:pt x="5664107" y="2424091"/>
                  <a:pt x="5664357" y="2423592"/>
                </a:cubicBezTo>
                <a:lnTo>
                  <a:pt x="5675490" y="2404318"/>
                </a:lnTo>
                <a:cubicBezTo>
                  <a:pt x="5675739" y="2403902"/>
                  <a:pt x="5676237" y="2403570"/>
                  <a:pt x="5676819" y="2403570"/>
                </a:cubicBezTo>
                <a:lnTo>
                  <a:pt x="5699084" y="2403570"/>
                </a:lnTo>
                <a:cubicBezTo>
                  <a:pt x="5699583" y="2403570"/>
                  <a:pt x="5700163" y="2403819"/>
                  <a:pt x="5700413" y="2404318"/>
                </a:cubicBezTo>
                <a:lnTo>
                  <a:pt x="5711546" y="2423592"/>
                </a:lnTo>
                <a:cubicBezTo>
                  <a:pt x="5711795" y="2424091"/>
                  <a:pt x="5711795" y="2424672"/>
                  <a:pt x="5711546" y="2425171"/>
                </a:cubicBezTo>
                <a:lnTo>
                  <a:pt x="5700413" y="2444445"/>
                </a:lnTo>
                <a:cubicBezTo>
                  <a:pt x="5700164" y="2444860"/>
                  <a:pt x="5699666" y="2445193"/>
                  <a:pt x="5699084" y="2445193"/>
                </a:cubicBezTo>
                <a:close/>
                <a:moveTo>
                  <a:pt x="4051562" y="2010269"/>
                </a:moveTo>
                <a:cubicBezTo>
                  <a:pt x="4050980" y="2010269"/>
                  <a:pt x="4050481" y="2009937"/>
                  <a:pt x="4050149" y="2009438"/>
                </a:cubicBezTo>
                <a:lnTo>
                  <a:pt x="4038767" y="1989665"/>
                </a:lnTo>
                <a:cubicBezTo>
                  <a:pt x="4038435" y="1989167"/>
                  <a:pt x="4038435" y="1988585"/>
                  <a:pt x="4038767" y="1988086"/>
                </a:cubicBezTo>
                <a:lnTo>
                  <a:pt x="4050149" y="1968314"/>
                </a:lnTo>
                <a:cubicBezTo>
                  <a:pt x="4050481" y="1967815"/>
                  <a:pt x="4050980" y="1967483"/>
                  <a:pt x="4051562" y="1967483"/>
                </a:cubicBezTo>
                <a:lnTo>
                  <a:pt x="4074325" y="1967483"/>
                </a:lnTo>
                <a:cubicBezTo>
                  <a:pt x="4074907" y="1967483"/>
                  <a:pt x="4075405" y="1967815"/>
                  <a:pt x="4075738" y="1968314"/>
                </a:cubicBezTo>
                <a:lnTo>
                  <a:pt x="4087119" y="1988087"/>
                </a:lnTo>
                <a:cubicBezTo>
                  <a:pt x="4087452" y="1988585"/>
                  <a:pt x="4087452" y="1989167"/>
                  <a:pt x="4087119" y="1989665"/>
                </a:cubicBezTo>
                <a:lnTo>
                  <a:pt x="4075738" y="2009438"/>
                </a:lnTo>
                <a:cubicBezTo>
                  <a:pt x="4075405" y="2009937"/>
                  <a:pt x="4074907" y="2010269"/>
                  <a:pt x="4074325" y="2010269"/>
                </a:cubicBezTo>
                <a:close/>
                <a:moveTo>
                  <a:pt x="3389254" y="1833286"/>
                </a:moveTo>
                <a:cubicBezTo>
                  <a:pt x="3388672" y="1833286"/>
                  <a:pt x="3388174" y="1832954"/>
                  <a:pt x="3387841" y="1832456"/>
                </a:cubicBezTo>
                <a:lnTo>
                  <a:pt x="3376293" y="1812351"/>
                </a:lnTo>
                <a:cubicBezTo>
                  <a:pt x="3375961" y="1811852"/>
                  <a:pt x="3375961" y="1811187"/>
                  <a:pt x="3376293" y="1810689"/>
                </a:cubicBezTo>
                <a:lnTo>
                  <a:pt x="3387924" y="1790584"/>
                </a:lnTo>
                <a:cubicBezTo>
                  <a:pt x="3388257" y="1790085"/>
                  <a:pt x="3388755" y="1789753"/>
                  <a:pt x="3389337" y="1789753"/>
                </a:cubicBezTo>
                <a:lnTo>
                  <a:pt x="3412516" y="1789753"/>
                </a:lnTo>
                <a:cubicBezTo>
                  <a:pt x="3413097" y="1789753"/>
                  <a:pt x="3413596" y="1790085"/>
                  <a:pt x="3413928" y="1790584"/>
                </a:cubicBezTo>
                <a:lnTo>
                  <a:pt x="3425476" y="1810689"/>
                </a:lnTo>
                <a:cubicBezTo>
                  <a:pt x="3425808" y="1811187"/>
                  <a:pt x="3425808" y="1811852"/>
                  <a:pt x="3425476" y="1812351"/>
                </a:cubicBezTo>
                <a:lnTo>
                  <a:pt x="3413845" y="1832456"/>
                </a:lnTo>
                <a:cubicBezTo>
                  <a:pt x="3413513" y="1832954"/>
                  <a:pt x="3413014" y="1833286"/>
                  <a:pt x="3412433" y="1833286"/>
                </a:cubicBezTo>
                <a:close/>
                <a:moveTo>
                  <a:pt x="4163160" y="2084876"/>
                </a:moveTo>
                <a:cubicBezTo>
                  <a:pt x="4162827" y="2084876"/>
                  <a:pt x="4162412" y="2084461"/>
                  <a:pt x="4162412" y="2084461"/>
                </a:cubicBezTo>
                <a:lnTo>
                  <a:pt x="4156264" y="2073827"/>
                </a:lnTo>
                <a:cubicBezTo>
                  <a:pt x="4156098" y="2073577"/>
                  <a:pt x="4156264" y="2072996"/>
                  <a:pt x="4156264" y="2072996"/>
                </a:cubicBezTo>
                <a:lnTo>
                  <a:pt x="4162412" y="2062362"/>
                </a:lnTo>
                <a:cubicBezTo>
                  <a:pt x="4162578" y="2062112"/>
                  <a:pt x="4163160" y="2061946"/>
                  <a:pt x="4163160" y="2061946"/>
                </a:cubicBezTo>
                <a:lnTo>
                  <a:pt x="4175455" y="2061946"/>
                </a:lnTo>
                <a:cubicBezTo>
                  <a:pt x="4175787" y="2061946"/>
                  <a:pt x="4176203" y="2062362"/>
                  <a:pt x="4176203" y="2062362"/>
                </a:cubicBezTo>
                <a:lnTo>
                  <a:pt x="4182351" y="2072996"/>
                </a:lnTo>
                <a:cubicBezTo>
                  <a:pt x="4182517" y="2073245"/>
                  <a:pt x="4182351" y="2073827"/>
                  <a:pt x="4182351" y="2073827"/>
                </a:cubicBezTo>
                <a:lnTo>
                  <a:pt x="4176203" y="2084461"/>
                </a:lnTo>
                <a:cubicBezTo>
                  <a:pt x="4176037" y="2084710"/>
                  <a:pt x="4175455" y="2084876"/>
                  <a:pt x="4175455" y="2084876"/>
                </a:cubicBezTo>
                <a:close/>
                <a:moveTo>
                  <a:pt x="1935544" y="1489503"/>
                </a:moveTo>
                <a:cubicBezTo>
                  <a:pt x="1935212" y="1489503"/>
                  <a:pt x="1934714" y="1489005"/>
                  <a:pt x="1934714" y="1489005"/>
                </a:cubicBezTo>
                <a:lnTo>
                  <a:pt x="1927818" y="1477125"/>
                </a:lnTo>
                <a:cubicBezTo>
                  <a:pt x="1927652" y="1476792"/>
                  <a:pt x="1927818" y="1476128"/>
                  <a:pt x="1927818" y="1476128"/>
                </a:cubicBezTo>
                <a:lnTo>
                  <a:pt x="1934714" y="1464247"/>
                </a:lnTo>
                <a:cubicBezTo>
                  <a:pt x="1934879" y="1463915"/>
                  <a:pt x="1935544" y="1463749"/>
                  <a:pt x="1935544" y="1463749"/>
                </a:cubicBezTo>
                <a:lnTo>
                  <a:pt x="1949252" y="1463749"/>
                </a:lnTo>
                <a:cubicBezTo>
                  <a:pt x="1949585" y="1463749"/>
                  <a:pt x="1950083" y="1464247"/>
                  <a:pt x="1950083" y="1464247"/>
                </a:cubicBezTo>
                <a:lnTo>
                  <a:pt x="1956979" y="1476128"/>
                </a:lnTo>
                <a:cubicBezTo>
                  <a:pt x="1957145" y="1476460"/>
                  <a:pt x="1956979" y="1477125"/>
                  <a:pt x="1956979" y="1477125"/>
                </a:cubicBezTo>
                <a:lnTo>
                  <a:pt x="1950083" y="1489005"/>
                </a:lnTo>
                <a:cubicBezTo>
                  <a:pt x="1949917" y="1489337"/>
                  <a:pt x="1949252" y="1489503"/>
                  <a:pt x="1949252" y="1489503"/>
                </a:cubicBezTo>
                <a:close/>
                <a:moveTo>
                  <a:pt x="3619938" y="1942563"/>
                </a:moveTo>
                <a:cubicBezTo>
                  <a:pt x="3619605" y="1942563"/>
                  <a:pt x="3619023" y="1941982"/>
                  <a:pt x="3619023" y="1941982"/>
                </a:cubicBezTo>
                <a:lnTo>
                  <a:pt x="3611380" y="1928689"/>
                </a:lnTo>
                <a:cubicBezTo>
                  <a:pt x="3611215" y="1928357"/>
                  <a:pt x="3611380" y="1927609"/>
                  <a:pt x="3611380" y="1927609"/>
                </a:cubicBezTo>
                <a:lnTo>
                  <a:pt x="3619106" y="1914317"/>
                </a:lnTo>
                <a:cubicBezTo>
                  <a:pt x="3619272" y="1913984"/>
                  <a:pt x="3620021" y="1913735"/>
                  <a:pt x="3620021" y="1913735"/>
                </a:cubicBezTo>
                <a:lnTo>
                  <a:pt x="3635390" y="1913735"/>
                </a:lnTo>
                <a:cubicBezTo>
                  <a:pt x="3635723" y="1913735"/>
                  <a:pt x="3636304" y="1914317"/>
                  <a:pt x="3636304" y="1914317"/>
                </a:cubicBezTo>
                <a:lnTo>
                  <a:pt x="3643948" y="1927609"/>
                </a:lnTo>
                <a:cubicBezTo>
                  <a:pt x="3644114" y="1927942"/>
                  <a:pt x="3643948" y="1928689"/>
                  <a:pt x="3643948" y="1928689"/>
                </a:cubicBezTo>
                <a:lnTo>
                  <a:pt x="3636221" y="1941982"/>
                </a:lnTo>
                <a:cubicBezTo>
                  <a:pt x="3636055" y="1942314"/>
                  <a:pt x="3635307" y="1942563"/>
                  <a:pt x="3635307" y="1942563"/>
                </a:cubicBezTo>
                <a:close/>
                <a:moveTo>
                  <a:pt x="4281797" y="2120370"/>
                </a:moveTo>
                <a:cubicBezTo>
                  <a:pt x="4281382" y="2120370"/>
                  <a:pt x="4280800" y="2119789"/>
                  <a:pt x="4280800" y="2119789"/>
                </a:cubicBezTo>
                <a:lnTo>
                  <a:pt x="4272908" y="2106164"/>
                </a:lnTo>
                <a:cubicBezTo>
                  <a:pt x="4272742" y="2105831"/>
                  <a:pt x="4272909" y="2105083"/>
                  <a:pt x="4272909" y="2105083"/>
                </a:cubicBezTo>
                <a:lnTo>
                  <a:pt x="4280801" y="2091459"/>
                </a:lnTo>
                <a:cubicBezTo>
                  <a:pt x="4281050" y="2091126"/>
                  <a:pt x="4281798" y="2090877"/>
                  <a:pt x="4281798" y="2090877"/>
                </a:cubicBezTo>
                <a:lnTo>
                  <a:pt x="4297583" y="2090877"/>
                </a:lnTo>
                <a:cubicBezTo>
                  <a:pt x="4297998" y="2090877"/>
                  <a:pt x="4298580" y="2091459"/>
                  <a:pt x="4298580" y="2091459"/>
                </a:cubicBezTo>
                <a:lnTo>
                  <a:pt x="4306473" y="2105083"/>
                </a:lnTo>
                <a:cubicBezTo>
                  <a:pt x="4306639" y="2105416"/>
                  <a:pt x="4306472" y="2106164"/>
                  <a:pt x="4306472" y="2106164"/>
                </a:cubicBezTo>
                <a:lnTo>
                  <a:pt x="4298580" y="2119789"/>
                </a:lnTo>
                <a:cubicBezTo>
                  <a:pt x="4298331" y="2120121"/>
                  <a:pt x="4297582" y="2120370"/>
                  <a:pt x="4297582" y="2120370"/>
                </a:cubicBezTo>
                <a:close/>
                <a:moveTo>
                  <a:pt x="3800236" y="1991523"/>
                </a:moveTo>
                <a:cubicBezTo>
                  <a:pt x="3799821" y="1991523"/>
                  <a:pt x="3799239" y="1990942"/>
                  <a:pt x="3799239" y="1990942"/>
                </a:cubicBezTo>
                <a:lnTo>
                  <a:pt x="3791263" y="1977151"/>
                </a:lnTo>
                <a:cubicBezTo>
                  <a:pt x="3791097" y="1976735"/>
                  <a:pt x="3791263" y="1975988"/>
                  <a:pt x="3791263" y="1975988"/>
                </a:cubicBezTo>
                <a:lnTo>
                  <a:pt x="3799239" y="1962196"/>
                </a:lnTo>
                <a:cubicBezTo>
                  <a:pt x="3799489" y="1961864"/>
                  <a:pt x="3800236" y="1961615"/>
                  <a:pt x="3800236" y="1961615"/>
                </a:cubicBezTo>
                <a:lnTo>
                  <a:pt x="3816188" y="1961615"/>
                </a:lnTo>
                <a:cubicBezTo>
                  <a:pt x="3816602" y="1961615"/>
                  <a:pt x="3817184" y="1962196"/>
                  <a:pt x="3817184" y="1962196"/>
                </a:cubicBezTo>
                <a:lnTo>
                  <a:pt x="3825159" y="1975988"/>
                </a:lnTo>
                <a:cubicBezTo>
                  <a:pt x="3825325" y="1976403"/>
                  <a:pt x="3825159" y="1977151"/>
                  <a:pt x="3825159" y="1977151"/>
                </a:cubicBezTo>
                <a:lnTo>
                  <a:pt x="3817184" y="1990942"/>
                </a:lnTo>
                <a:cubicBezTo>
                  <a:pt x="3816934" y="1991274"/>
                  <a:pt x="3816187" y="1991523"/>
                  <a:pt x="3816187" y="1991523"/>
                </a:cubicBezTo>
                <a:close/>
                <a:moveTo>
                  <a:pt x="4402098" y="2152791"/>
                </a:moveTo>
                <a:cubicBezTo>
                  <a:pt x="4401682" y="2152791"/>
                  <a:pt x="4401101" y="2152210"/>
                  <a:pt x="4401101" y="2152210"/>
                </a:cubicBezTo>
                <a:lnTo>
                  <a:pt x="4393125" y="2138419"/>
                </a:lnTo>
                <a:cubicBezTo>
                  <a:pt x="4392959" y="2138003"/>
                  <a:pt x="4393125" y="2137256"/>
                  <a:pt x="4393125" y="2137256"/>
                </a:cubicBezTo>
                <a:lnTo>
                  <a:pt x="4401101" y="2123464"/>
                </a:lnTo>
                <a:cubicBezTo>
                  <a:pt x="4401350" y="2123132"/>
                  <a:pt x="4402098" y="2122883"/>
                  <a:pt x="4402098" y="2122883"/>
                </a:cubicBezTo>
                <a:lnTo>
                  <a:pt x="4418049" y="2122883"/>
                </a:lnTo>
                <a:cubicBezTo>
                  <a:pt x="4418464" y="2122883"/>
                  <a:pt x="4419045" y="2123464"/>
                  <a:pt x="4419045" y="2123464"/>
                </a:cubicBezTo>
                <a:lnTo>
                  <a:pt x="4427021" y="2137256"/>
                </a:lnTo>
                <a:cubicBezTo>
                  <a:pt x="4427187" y="2137671"/>
                  <a:pt x="4427021" y="2138419"/>
                  <a:pt x="4427021" y="2138419"/>
                </a:cubicBezTo>
                <a:lnTo>
                  <a:pt x="4419045" y="2152210"/>
                </a:lnTo>
                <a:cubicBezTo>
                  <a:pt x="4418796" y="2152542"/>
                  <a:pt x="4418049" y="2152791"/>
                  <a:pt x="4418049" y="2152791"/>
                </a:cubicBezTo>
                <a:close/>
                <a:moveTo>
                  <a:pt x="4462036" y="2169417"/>
                </a:moveTo>
                <a:cubicBezTo>
                  <a:pt x="4461620" y="2169417"/>
                  <a:pt x="4461039" y="2168836"/>
                  <a:pt x="4461039" y="2168836"/>
                </a:cubicBezTo>
                <a:lnTo>
                  <a:pt x="4452814" y="2154546"/>
                </a:lnTo>
                <a:cubicBezTo>
                  <a:pt x="4452565" y="2154214"/>
                  <a:pt x="4452814" y="2153383"/>
                  <a:pt x="4452814" y="2153383"/>
                </a:cubicBezTo>
                <a:lnTo>
                  <a:pt x="4461039" y="2139093"/>
                </a:lnTo>
                <a:cubicBezTo>
                  <a:pt x="4461205" y="2138761"/>
                  <a:pt x="4462036" y="2138512"/>
                  <a:pt x="4462036" y="2138512"/>
                </a:cubicBezTo>
                <a:lnTo>
                  <a:pt x="4478485" y="2138512"/>
                </a:lnTo>
                <a:cubicBezTo>
                  <a:pt x="4478901" y="2138512"/>
                  <a:pt x="4479481" y="2139093"/>
                  <a:pt x="4479481" y="2139093"/>
                </a:cubicBezTo>
                <a:lnTo>
                  <a:pt x="4487707" y="2153383"/>
                </a:lnTo>
                <a:cubicBezTo>
                  <a:pt x="4487956" y="2153715"/>
                  <a:pt x="4487707" y="2154546"/>
                  <a:pt x="4487707" y="2154546"/>
                </a:cubicBezTo>
                <a:lnTo>
                  <a:pt x="4479482" y="2168836"/>
                </a:lnTo>
                <a:cubicBezTo>
                  <a:pt x="4479316" y="2169168"/>
                  <a:pt x="4478485" y="2169417"/>
                  <a:pt x="4478485" y="2169417"/>
                </a:cubicBezTo>
                <a:close/>
                <a:moveTo>
                  <a:pt x="4642510" y="2217976"/>
                </a:moveTo>
                <a:cubicBezTo>
                  <a:pt x="4642094" y="2217976"/>
                  <a:pt x="4641513" y="2217394"/>
                  <a:pt x="4641513" y="2217394"/>
                </a:cubicBezTo>
                <a:lnTo>
                  <a:pt x="4633205" y="2202939"/>
                </a:lnTo>
                <a:cubicBezTo>
                  <a:pt x="4632956" y="2202606"/>
                  <a:pt x="4633205" y="2201775"/>
                  <a:pt x="4633205" y="2201775"/>
                </a:cubicBezTo>
                <a:lnTo>
                  <a:pt x="4641513" y="2187320"/>
                </a:lnTo>
                <a:cubicBezTo>
                  <a:pt x="4641679" y="2186987"/>
                  <a:pt x="4642510" y="2186737"/>
                  <a:pt x="4642510" y="2186737"/>
                </a:cubicBezTo>
                <a:lnTo>
                  <a:pt x="4659209" y="2186738"/>
                </a:lnTo>
                <a:cubicBezTo>
                  <a:pt x="4659624" y="2186738"/>
                  <a:pt x="4660205" y="2187320"/>
                  <a:pt x="4660205" y="2187320"/>
                </a:cubicBezTo>
                <a:lnTo>
                  <a:pt x="4668513" y="2201774"/>
                </a:lnTo>
                <a:cubicBezTo>
                  <a:pt x="4668763" y="2202107"/>
                  <a:pt x="4668513" y="2202939"/>
                  <a:pt x="4668513" y="2202939"/>
                </a:cubicBezTo>
                <a:lnTo>
                  <a:pt x="4660205" y="2217394"/>
                </a:lnTo>
                <a:cubicBezTo>
                  <a:pt x="4660039" y="2217727"/>
                  <a:pt x="4659209" y="2217976"/>
                  <a:pt x="4659209" y="2217976"/>
                </a:cubicBezTo>
                <a:close/>
                <a:moveTo>
                  <a:pt x="4582242" y="2201920"/>
                </a:moveTo>
                <a:cubicBezTo>
                  <a:pt x="4581826" y="2201920"/>
                  <a:pt x="4581245" y="2201339"/>
                  <a:pt x="4581245" y="2201339"/>
                </a:cubicBezTo>
                <a:lnTo>
                  <a:pt x="4572854" y="2186800"/>
                </a:lnTo>
                <a:cubicBezTo>
                  <a:pt x="4572604" y="2186467"/>
                  <a:pt x="4572853" y="2185636"/>
                  <a:pt x="4572853" y="2185636"/>
                </a:cubicBezTo>
                <a:lnTo>
                  <a:pt x="4581245" y="2171098"/>
                </a:lnTo>
                <a:cubicBezTo>
                  <a:pt x="4581410" y="2170765"/>
                  <a:pt x="4581826" y="2170516"/>
                  <a:pt x="4582242" y="2170516"/>
                </a:cubicBezTo>
                <a:lnTo>
                  <a:pt x="4599023" y="2170516"/>
                </a:lnTo>
                <a:cubicBezTo>
                  <a:pt x="4599439" y="2170516"/>
                  <a:pt x="4600021" y="2171098"/>
                  <a:pt x="4600021" y="2171098"/>
                </a:cubicBezTo>
                <a:lnTo>
                  <a:pt x="4608412" y="2185636"/>
                </a:lnTo>
                <a:cubicBezTo>
                  <a:pt x="4608660" y="2185969"/>
                  <a:pt x="4608412" y="2186800"/>
                  <a:pt x="4608412" y="2186800"/>
                </a:cubicBezTo>
                <a:lnTo>
                  <a:pt x="4600020" y="2201339"/>
                </a:lnTo>
                <a:cubicBezTo>
                  <a:pt x="4599854" y="2201671"/>
                  <a:pt x="4599439" y="2201920"/>
                  <a:pt x="4599024" y="2201920"/>
                </a:cubicBezTo>
                <a:close/>
                <a:moveTo>
                  <a:pt x="4341416" y="2137486"/>
                </a:moveTo>
                <a:cubicBezTo>
                  <a:pt x="4340999" y="2137486"/>
                  <a:pt x="4340418" y="2136904"/>
                  <a:pt x="4340418" y="2136904"/>
                </a:cubicBezTo>
                <a:lnTo>
                  <a:pt x="4331945" y="2122283"/>
                </a:lnTo>
                <a:cubicBezTo>
                  <a:pt x="4331695" y="2121950"/>
                  <a:pt x="4331944" y="2121119"/>
                  <a:pt x="4331944" y="2121119"/>
                </a:cubicBezTo>
                <a:lnTo>
                  <a:pt x="4340418" y="2106498"/>
                </a:lnTo>
                <a:cubicBezTo>
                  <a:pt x="4340584" y="2106165"/>
                  <a:pt x="4340999" y="2105916"/>
                  <a:pt x="4341415" y="2105916"/>
                </a:cubicBezTo>
                <a:lnTo>
                  <a:pt x="4358281" y="2105916"/>
                </a:lnTo>
                <a:cubicBezTo>
                  <a:pt x="4358695" y="2105916"/>
                  <a:pt x="4359277" y="2106498"/>
                  <a:pt x="4359277" y="2106498"/>
                </a:cubicBezTo>
                <a:lnTo>
                  <a:pt x="4367751" y="2121119"/>
                </a:lnTo>
                <a:cubicBezTo>
                  <a:pt x="4368000" y="2121452"/>
                  <a:pt x="4367751" y="2122283"/>
                  <a:pt x="4367751" y="2122283"/>
                </a:cubicBezTo>
                <a:lnTo>
                  <a:pt x="4359277" y="2136904"/>
                </a:lnTo>
                <a:cubicBezTo>
                  <a:pt x="4359111" y="2137237"/>
                  <a:pt x="4358695" y="2137486"/>
                  <a:pt x="4358280" y="2137486"/>
                </a:cubicBezTo>
                <a:close/>
                <a:moveTo>
                  <a:pt x="4521951" y="2186039"/>
                </a:moveTo>
                <a:cubicBezTo>
                  <a:pt x="4521535" y="2186039"/>
                  <a:pt x="4520954" y="2185458"/>
                  <a:pt x="4520954" y="2185458"/>
                </a:cubicBezTo>
                <a:lnTo>
                  <a:pt x="4512480" y="2170753"/>
                </a:lnTo>
                <a:cubicBezTo>
                  <a:pt x="4512231" y="2170420"/>
                  <a:pt x="4512480" y="2169590"/>
                  <a:pt x="4512480" y="2169590"/>
                </a:cubicBezTo>
                <a:lnTo>
                  <a:pt x="4520954" y="2154885"/>
                </a:lnTo>
                <a:cubicBezTo>
                  <a:pt x="4521120" y="2154552"/>
                  <a:pt x="4521535" y="2154303"/>
                  <a:pt x="4521951" y="2154303"/>
                </a:cubicBezTo>
                <a:lnTo>
                  <a:pt x="4538899" y="2154303"/>
                </a:lnTo>
                <a:cubicBezTo>
                  <a:pt x="4539314" y="2154303"/>
                  <a:pt x="4539896" y="2154885"/>
                  <a:pt x="4539896" y="2154885"/>
                </a:cubicBezTo>
                <a:lnTo>
                  <a:pt x="4548370" y="2169590"/>
                </a:lnTo>
                <a:cubicBezTo>
                  <a:pt x="4548619" y="2169922"/>
                  <a:pt x="4548370" y="2170753"/>
                  <a:pt x="4548370" y="2170753"/>
                </a:cubicBezTo>
                <a:lnTo>
                  <a:pt x="4539896" y="2185458"/>
                </a:lnTo>
                <a:cubicBezTo>
                  <a:pt x="4539730" y="2185790"/>
                  <a:pt x="4539314" y="2186039"/>
                  <a:pt x="4538899" y="2186039"/>
                </a:cubicBezTo>
                <a:close/>
                <a:moveTo>
                  <a:pt x="4762312" y="2251217"/>
                </a:moveTo>
                <a:cubicBezTo>
                  <a:pt x="4761897" y="2251217"/>
                  <a:pt x="4761232" y="2250552"/>
                  <a:pt x="4761232" y="2250552"/>
                </a:cubicBezTo>
                <a:lnTo>
                  <a:pt x="4752426" y="2235182"/>
                </a:lnTo>
                <a:cubicBezTo>
                  <a:pt x="4752177" y="2234767"/>
                  <a:pt x="4752426" y="2233936"/>
                  <a:pt x="4752426" y="2233936"/>
                </a:cubicBezTo>
                <a:lnTo>
                  <a:pt x="4761315" y="2218567"/>
                </a:lnTo>
                <a:cubicBezTo>
                  <a:pt x="4761564" y="2218151"/>
                  <a:pt x="4761980" y="2217902"/>
                  <a:pt x="4762395" y="2217902"/>
                </a:cubicBezTo>
                <a:lnTo>
                  <a:pt x="4780091" y="2217902"/>
                </a:lnTo>
                <a:cubicBezTo>
                  <a:pt x="4780506" y="2217902"/>
                  <a:pt x="4781171" y="2218567"/>
                  <a:pt x="4781171" y="2218567"/>
                </a:cubicBezTo>
                <a:lnTo>
                  <a:pt x="4789977" y="2233936"/>
                </a:lnTo>
                <a:cubicBezTo>
                  <a:pt x="4790227" y="2234352"/>
                  <a:pt x="4789977" y="2235182"/>
                  <a:pt x="4789977" y="2235182"/>
                </a:cubicBezTo>
                <a:lnTo>
                  <a:pt x="4781088" y="2250552"/>
                </a:lnTo>
                <a:cubicBezTo>
                  <a:pt x="4780839" y="2250968"/>
                  <a:pt x="4780423" y="2251217"/>
                  <a:pt x="4780008" y="2251217"/>
                </a:cubicBezTo>
                <a:close/>
                <a:moveTo>
                  <a:pt x="850126" y="1203127"/>
                </a:moveTo>
                <a:cubicBezTo>
                  <a:pt x="849710" y="1203127"/>
                  <a:pt x="849045" y="1202462"/>
                  <a:pt x="849045" y="1202462"/>
                </a:cubicBezTo>
                <a:lnTo>
                  <a:pt x="840073" y="1186926"/>
                </a:lnTo>
                <a:cubicBezTo>
                  <a:pt x="839825" y="1186594"/>
                  <a:pt x="840074" y="1185680"/>
                  <a:pt x="840074" y="1185680"/>
                </a:cubicBezTo>
                <a:lnTo>
                  <a:pt x="849045" y="1170145"/>
                </a:lnTo>
                <a:cubicBezTo>
                  <a:pt x="849295" y="1169729"/>
                  <a:pt x="849710" y="1169480"/>
                  <a:pt x="850125" y="1169480"/>
                </a:cubicBezTo>
                <a:lnTo>
                  <a:pt x="867989" y="1169480"/>
                </a:lnTo>
                <a:cubicBezTo>
                  <a:pt x="868403" y="1169480"/>
                  <a:pt x="869068" y="1170145"/>
                  <a:pt x="869068" y="1170145"/>
                </a:cubicBezTo>
                <a:lnTo>
                  <a:pt x="878040" y="1185680"/>
                </a:lnTo>
                <a:cubicBezTo>
                  <a:pt x="878290" y="1186013"/>
                  <a:pt x="878040" y="1186925"/>
                  <a:pt x="878040" y="1186925"/>
                </a:cubicBezTo>
                <a:lnTo>
                  <a:pt x="869068" y="1202462"/>
                </a:lnTo>
                <a:cubicBezTo>
                  <a:pt x="868818" y="1202878"/>
                  <a:pt x="868403" y="1203127"/>
                  <a:pt x="867988" y="1203127"/>
                </a:cubicBezTo>
                <a:close/>
                <a:moveTo>
                  <a:pt x="4701959" y="2235421"/>
                </a:moveTo>
                <a:cubicBezTo>
                  <a:pt x="4701544" y="2235421"/>
                  <a:pt x="4700879" y="2234757"/>
                  <a:pt x="4700879" y="2234757"/>
                </a:cubicBezTo>
                <a:lnTo>
                  <a:pt x="4691824" y="2219055"/>
                </a:lnTo>
                <a:cubicBezTo>
                  <a:pt x="4691575" y="2218723"/>
                  <a:pt x="4691824" y="2217809"/>
                  <a:pt x="4691824" y="2217809"/>
                </a:cubicBezTo>
                <a:lnTo>
                  <a:pt x="4700879" y="2202107"/>
                </a:lnTo>
                <a:cubicBezTo>
                  <a:pt x="4701046" y="2201691"/>
                  <a:pt x="4701544" y="2201442"/>
                  <a:pt x="4701959" y="2201442"/>
                </a:cubicBezTo>
                <a:lnTo>
                  <a:pt x="4720071" y="2201442"/>
                </a:lnTo>
                <a:cubicBezTo>
                  <a:pt x="4720486" y="2201442"/>
                  <a:pt x="4721151" y="2202107"/>
                  <a:pt x="4721151" y="2202107"/>
                </a:cubicBezTo>
                <a:lnTo>
                  <a:pt x="4730206" y="2217809"/>
                </a:lnTo>
                <a:cubicBezTo>
                  <a:pt x="4730456" y="2218141"/>
                  <a:pt x="4730206" y="2219055"/>
                  <a:pt x="4730206" y="2219055"/>
                </a:cubicBezTo>
                <a:lnTo>
                  <a:pt x="4721151" y="2234757"/>
                </a:lnTo>
                <a:cubicBezTo>
                  <a:pt x="4720985" y="2235172"/>
                  <a:pt x="4720486" y="2235421"/>
                  <a:pt x="4720071" y="2235421"/>
                </a:cubicBezTo>
                <a:close/>
                <a:moveTo>
                  <a:pt x="4822249" y="2267758"/>
                </a:moveTo>
                <a:cubicBezTo>
                  <a:pt x="4821834" y="2267758"/>
                  <a:pt x="4821169" y="2267094"/>
                  <a:pt x="4821169" y="2267094"/>
                </a:cubicBezTo>
                <a:lnTo>
                  <a:pt x="4812114" y="2251309"/>
                </a:lnTo>
                <a:cubicBezTo>
                  <a:pt x="4811865" y="2250977"/>
                  <a:pt x="4812114" y="2250063"/>
                  <a:pt x="4812114" y="2250063"/>
                </a:cubicBezTo>
                <a:lnTo>
                  <a:pt x="4821253" y="2234278"/>
                </a:lnTo>
                <a:cubicBezTo>
                  <a:pt x="4821419" y="2233862"/>
                  <a:pt x="4821917" y="2233613"/>
                  <a:pt x="4822333" y="2233613"/>
                </a:cubicBezTo>
                <a:lnTo>
                  <a:pt x="4840527" y="2233613"/>
                </a:lnTo>
                <a:cubicBezTo>
                  <a:pt x="4840942" y="2233613"/>
                  <a:pt x="4841607" y="2234278"/>
                  <a:pt x="4841607" y="2234278"/>
                </a:cubicBezTo>
                <a:lnTo>
                  <a:pt x="4850663" y="2250063"/>
                </a:lnTo>
                <a:cubicBezTo>
                  <a:pt x="4850912" y="2250395"/>
                  <a:pt x="4850663" y="2251309"/>
                  <a:pt x="4850663" y="2251309"/>
                </a:cubicBezTo>
                <a:lnTo>
                  <a:pt x="4841524" y="2267094"/>
                </a:lnTo>
                <a:cubicBezTo>
                  <a:pt x="4841358" y="2267509"/>
                  <a:pt x="4840859" y="2267758"/>
                  <a:pt x="4840444" y="2267758"/>
                </a:cubicBezTo>
                <a:close/>
                <a:moveTo>
                  <a:pt x="910051" y="1219761"/>
                </a:moveTo>
                <a:cubicBezTo>
                  <a:pt x="909552" y="1219761"/>
                  <a:pt x="908888" y="1219096"/>
                  <a:pt x="908888" y="1219096"/>
                </a:cubicBezTo>
                <a:lnTo>
                  <a:pt x="899666" y="1203145"/>
                </a:lnTo>
                <a:cubicBezTo>
                  <a:pt x="899416" y="1202730"/>
                  <a:pt x="899666" y="1201816"/>
                  <a:pt x="899666" y="1201816"/>
                </a:cubicBezTo>
                <a:lnTo>
                  <a:pt x="908889" y="1185865"/>
                </a:lnTo>
                <a:cubicBezTo>
                  <a:pt x="909137" y="1185449"/>
                  <a:pt x="909552" y="1185200"/>
                  <a:pt x="910051" y="1185200"/>
                </a:cubicBezTo>
                <a:lnTo>
                  <a:pt x="928494" y="1185200"/>
                </a:lnTo>
                <a:cubicBezTo>
                  <a:pt x="928993" y="1185200"/>
                  <a:pt x="929657" y="1185865"/>
                  <a:pt x="929657" y="1185865"/>
                </a:cubicBezTo>
                <a:lnTo>
                  <a:pt x="938879" y="1201816"/>
                </a:lnTo>
                <a:cubicBezTo>
                  <a:pt x="939128" y="1202231"/>
                  <a:pt x="938879" y="1203145"/>
                  <a:pt x="938879" y="1203145"/>
                </a:cubicBezTo>
                <a:lnTo>
                  <a:pt x="929657" y="1219096"/>
                </a:lnTo>
                <a:cubicBezTo>
                  <a:pt x="929409" y="1219511"/>
                  <a:pt x="928993" y="1219761"/>
                  <a:pt x="928494" y="1219761"/>
                </a:cubicBezTo>
                <a:close/>
                <a:moveTo>
                  <a:pt x="970154" y="1236054"/>
                </a:moveTo>
                <a:cubicBezTo>
                  <a:pt x="969655" y="1236054"/>
                  <a:pt x="968990" y="1235390"/>
                  <a:pt x="968990" y="1235390"/>
                </a:cubicBezTo>
                <a:lnTo>
                  <a:pt x="959686" y="1219272"/>
                </a:lnTo>
                <a:cubicBezTo>
                  <a:pt x="959437" y="1218857"/>
                  <a:pt x="959686" y="1217943"/>
                  <a:pt x="959686" y="1217943"/>
                </a:cubicBezTo>
                <a:lnTo>
                  <a:pt x="968990" y="1201826"/>
                </a:lnTo>
                <a:cubicBezTo>
                  <a:pt x="969240" y="1201410"/>
                  <a:pt x="969655" y="1201161"/>
                  <a:pt x="970154" y="1201161"/>
                </a:cubicBezTo>
                <a:lnTo>
                  <a:pt x="988762" y="1201161"/>
                </a:lnTo>
                <a:cubicBezTo>
                  <a:pt x="989261" y="1201161"/>
                  <a:pt x="989927" y="1201826"/>
                  <a:pt x="989927" y="1201826"/>
                </a:cubicBezTo>
                <a:lnTo>
                  <a:pt x="999231" y="1217943"/>
                </a:lnTo>
                <a:cubicBezTo>
                  <a:pt x="999480" y="1218358"/>
                  <a:pt x="999231" y="1219272"/>
                  <a:pt x="999231" y="1219272"/>
                </a:cubicBezTo>
                <a:lnTo>
                  <a:pt x="989927" y="1235390"/>
                </a:lnTo>
                <a:cubicBezTo>
                  <a:pt x="989677" y="1235805"/>
                  <a:pt x="989261" y="1236054"/>
                  <a:pt x="988762" y="1236054"/>
                </a:cubicBezTo>
                <a:close/>
                <a:moveTo>
                  <a:pt x="1030258" y="1252253"/>
                </a:moveTo>
                <a:cubicBezTo>
                  <a:pt x="1029759" y="1252253"/>
                  <a:pt x="1029095" y="1251589"/>
                  <a:pt x="1029095" y="1251589"/>
                </a:cubicBezTo>
                <a:lnTo>
                  <a:pt x="1019707" y="1235388"/>
                </a:lnTo>
                <a:cubicBezTo>
                  <a:pt x="1019458" y="1234973"/>
                  <a:pt x="1019707" y="1234059"/>
                  <a:pt x="1019707" y="1234059"/>
                </a:cubicBezTo>
                <a:lnTo>
                  <a:pt x="1029095" y="1217859"/>
                </a:lnTo>
                <a:cubicBezTo>
                  <a:pt x="1029344" y="1217443"/>
                  <a:pt x="1029759" y="1217194"/>
                  <a:pt x="1030258" y="1217194"/>
                </a:cubicBezTo>
                <a:lnTo>
                  <a:pt x="1048952" y="1217194"/>
                </a:lnTo>
                <a:cubicBezTo>
                  <a:pt x="1049450" y="1217194"/>
                  <a:pt x="1050114" y="1217859"/>
                  <a:pt x="1050114" y="1217859"/>
                </a:cubicBezTo>
                <a:lnTo>
                  <a:pt x="1059502" y="1234059"/>
                </a:lnTo>
                <a:cubicBezTo>
                  <a:pt x="1059751" y="1234474"/>
                  <a:pt x="1059502" y="1235388"/>
                  <a:pt x="1059502" y="1235388"/>
                </a:cubicBezTo>
                <a:lnTo>
                  <a:pt x="1050114" y="1251589"/>
                </a:lnTo>
                <a:cubicBezTo>
                  <a:pt x="1049864" y="1252004"/>
                  <a:pt x="1049450" y="1252253"/>
                  <a:pt x="1048951" y="1252253"/>
                </a:cubicBezTo>
                <a:close/>
                <a:moveTo>
                  <a:pt x="4220043" y="2107154"/>
                </a:moveTo>
                <a:cubicBezTo>
                  <a:pt x="4219544" y="2107154"/>
                  <a:pt x="4218880" y="2106489"/>
                  <a:pt x="4218880" y="2106489"/>
                </a:cubicBezTo>
                <a:lnTo>
                  <a:pt x="4209409" y="2090122"/>
                </a:lnTo>
                <a:cubicBezTo>
                  <a:pt x="4209160" y="2089707"/>
                  <a:pt x="4209409" y="2088793"/>
                  <a:pt x="4209409" y="2088793"/>
                </a:cubicBezTo>
                <a:lnTo>
                  <a:pt x="4218880" y="2072427"/>
                </a:lnTo>
                <a:cubicBezTo>
                  <a:pt x="4219129" y="2072011"/>
                  <a:pt x="4219544" y="2071762"/>
                  <a:pt x="4220044" y="2071762"/>
                </a:cubicBezTo>
                <a:lnTo>
                  <a:pt x="4238985" y="2071762"/>
                </a:lnTo>
                <a:cubicBezTo>
                  <a:pt x="4239484" y="2071762"/>
                  <a:pt x="4240148" y="2072427"/>
                  <a:pt x="4240148" y="2072427"/>
                </a:cubicBezTo>
                <a:lnTo>
                  <a:pt x="4249619" y="2088793"/>
                </a:lnTo>
                <a:cubicBezTo>
                  <a:pt x="4249869" y="2089209"/>
                  <a:pt x="4249619" y="2090122"/>
                  <a:pt x="4249619" y="2090122"/>
                </a:cubicBezTo>
                <a:lnTo>
                  <a:pt x="4240148" y="2106489"/>
                </a:lnTo>
                <a:cubicBezTo>
                  <a:pt x="4239899" y="2106905"/>
                  <a:pt x="4239484" y="2107154"/>
                  <a:pt x="4238985" y="2107154"/>
                </a:cubicBezTo>
                <a:close/>
                <a:moveTo>
                  <a:pt x="1090277" y="1268639"/>
                </a:moveTo>
                <a:cubicBezTo>
                  <a:pt x="1089778" y="1268639"/>
                  <a:pt x="1089114" y="1267974"/>
                  <a:pt x="1089114" y="1267974"/>
                </a:cubicBezTo>
                <a:lnTo>
                  <a:pt x="1079643" y="1251526"/>
                </a:lnTo>
                <a:cubicBezTo>
                  <a:pt x="1079393" y="1251109"/>
                  <a:pt x="1079643" y="1250197"/>
                  <a:pt x="1079643" y="1250197"/>
                </a:cubicBezTo>
                <a:lnTo>
                  <a:pt x="1089197" y="1233747"/>
                </a:lnTo>
                <a:cubicBezTo>
                  <a:pt x="1089446" y="1233331"/>
                  <a:pt x="1089861" y="1233081"/>
                  <a:pt x="1090360" y="1233081"/>
                </a:cubicBezTo>
                <a:lnTo>
                  <a:pt x="1109385" y="1233081"/>
                </a:lnTo>
                <a:cubicBezTo>
                  <a:pt x="1109884" y="1233082"/>
                  <a:pt x="1110547" y="1233746"/>
                  <a:pt x="1110547" y="1233746"/>
                </a:cubicBezTo>
                <a:lnTo>
                  <a:pt x="1120019" y="1250196"/>
                </a:lnTo>
                <a:cubicBezTo>
                  <a:pt x="1120269" y="1250611"/>
                  <a:pt x="1120019" y="1251525"/>
                  <a:pt x="1120019" y="1251525"/>
                </a:cubicBezTo>
                <a:lnTo>
                  <a:pt x="1110465" y="1267974"/>
                </a:lnTo>
                <a:cubicBezTo>
                  <a:pt x="1110216" y="1268390"/>
                  <a:pt x="1109801" y="1268639"/>
                  <a:pt x="1109302" y="1268640"/>
                </a:cubicBezTo>
                <a:close/>
                <a:moveTo>
                  <a:pt x="1150442" y="1284929"/>
                </a:moveTo>
                <a:cubicBezTo>
                  <a:pt x="1149943" y="1284930"/>
                  <a:pt x="1149279" y="1284265"/>
                  <a:pt x="1149279" y="1284265"/>
                </a:cubicBezTo>
                <a:lnTo>
                  <a:pt x="1139725" y="1267733"/>
                </a:lnTo>
                <a:cubicBezTo>
                  <a:pt x="1139476" y="1267316"/>
                  <a:pt x="1139725" y="1266402"/>
                  <a:pt x="1139725" y="1266402"/>
                </a:cubicBezTo>
                <a:lnTo>
                  <a:pt x="1149279" y="1249870"/>
                </a:lnTo>
                <a:cubicBezTo>
                  <a:pt x="1149528" y="1249454"/>
                  <a:pt x="1149943" y="1249206"/>
                  <a:pt x="1150442" y="1249205"/>
                </a:cubicBezTo>
                <a:lnTo>
                  <a:pt x="1169550" y="1249206"/>
                </a:lnTo>
                <a:cubicBezTo>
                  <a:pt x="1170049" y="1249205"/>
                  <a:pt x="1170713" y="1249870"/>
                  <a:pt x="1170713" y="1249870"/>
                </a:cubicBezTo>
                <a:lnTo>
                  <a:pt x="1180267" y="1266402"/>
                </a:lnTo>
                <a:cubicBezTo>
                  <a:pt x="1180516" y="1266819"/>
                  <a:pt x="1180267" y="1267733"/>
                  <a:pt x="1180267" y="1267733"/>
                </a:cubicBezTo>
                <a:lnTo>
                  <a:pt x="1170713" y="1284265"/>
                </a:lnTo>
                <a:cubicBezTo>
                  <a:pt x="1170464" y="1284681"/>
                  <a:pt x="1170049" y="1284929"/>
                  <a:pt x="1169550" y="1284930"/>
                </a:cubicBezTo>
                <a:close/>
                <a:moveTo>
                  <a:pt x="1210628" y="1301056"/>
                </a:moveTo>
                <a:cubicBezTo>
                  <a:pt x="1210129" y="1301056"/>
                  <a:pt x="1209465" y="1300391"/>
                  <a:pt x="1209465" y="1300391"/>
                </a:cubicBezTo>
                <a:lnTo>
                  <a:pt x="1199911" y="1283859"/>
                </a:lnTo>
                <a:cubicBezTo>
                  <a:pt x="1199662" y="1283443"/>
                  <a:pt x="1199911" y="1282529"/>
                  <a:pt x="1199911" y="1282529"/>
                </a:cubicBezTo>
                <a:lnTo>
                  <a:pt x="1209465" y="1265997"/>
                </a:lnTo>
                <a:cubicBezTo>
                  <a:pt x="1209714" y="1265581"/>
                  <a:pt x="1210129" y="1265332"/>
                  <a:pt x="1210628" y="1265332"/>
                </a:cubicBezTo>
                <a:lnTo>
                  <a:pt x="1229736" y="1265332"/>
                </a:lnTo>
                <a:cubicBezTo>
                  <a:pt x="1230235" y="1265332"/>
                  <a:pt x="1230899" y="1265997"/>
                  <a:pt x="1230899" y="1265997"/>
                </a:cubicBezTo>
                <a:lnTo>
                  <a:pt x="1240453" y="1282529"/>
                </a:lnTo>
                <a:cubicBezTo>
                  <a:pt x="1240702" y="1282945"/>
                  <a:pt x="1240453" y="1283859"/>
                  <a:pt x="1240453" y="1283859"/>
                </a:cubicBezTo>
                <a:lnTo>
                  <a:pt x="1230899" y="1300391"/>
                </a:lnTo>
                <a:cubicBezTo>
                  <a:pt x="1230650" y="1300807"/>
                  <a:pt x="1230235" y="1301056"/>
                  <a:pt x="1229736" y="1301056"/>
                </a:cubicBezTo>
                <a:close/>
                <a:moveTo>
                  <a:pt x="4942039" y="2301175"/>
                </a:moveTo>
                <a:cubicBezTo>
                  <a:pt x="4941541" y="2301175"/>
                  <a:pt x="4941126" y="2300926"/>
                  <a:pt x="4940876" y="2300510"/>
                </a:cubicBezTo>
                <a:lnTo>
                  <a:pt x="4931157" y="2283645"/>
                </a:lnTo>
                <a:cubicBezTo>
                  <a:pt x="4930907" y="2283147"/>
                  <a:pt x="4930908" y="2282648"/>
                  <a:pt x="4931157" y="2282233"/>
                </a:cubicBezTo>
                <a:lnTo>
                  <a:pt x="4940877" y="2265368"/>
                </a:lnTo>
                <a:cubicBezTo>
                  <a:pt x="4941125" y="2264952"/>
                  <a:pt x="4941542" y="2264703"/>
                  <a:pt x="4942039" y="2264703"/>
                </a:cubicBezTo>
                <a:lnTo>
                  <a:pt x="4961480" y="2264703"/>
                </a:lnTo>
                <a:cubicBezTo>
                  <a:pt x="4961978" y="2264703"/>
                  <a:pt x="4962395" y="2264952"/>
                  <a:pt x="4962643" y="2265368"/>
                </a:cubicBezTo>
                <a:lnTo>
                  <a:pt x="4972364" y="2282233"/>
                </a:lnTo>
                <a:cubicBezTo>
                  <a:pt x="4972613" y="2282731"/>
                  <a:pt x="4972613" y="2283230"/>
                  <a:pt x="4972364" y="2283645"/>
                </a:cubicBezTo>
                <a:lnTo>
                  <a:pt x="4962643" y="2300510"/>
                </a:lnTo>
                <a:cubicBezTo>
                  <a:pt x="4962394" y="2300926"/>
                  <a:pt x="4961979" y="2301175"/>
                  <a:pt x="4961480" y="2301175"/>
                </a:cubicBezTo>
                <a:close/>
                <a:moveTo>
                  <a:pt x="1270597" y="1317521"/>
                </a:moveTo>
                <a:cubicBezTo>
                  <a:pt x="1270099" y="1317521"/>
                  <a:pt x="1269684" y="1317273"/>
                  <a:pt x="1269434" y="1316856"/>
                </a:cubicBezTo>
                <a:lnTo>
                  <a:pt x="1259714" y="1299908"/>
                </a:lnTo>
                <a:cubicBezTo>
                  <a:pt x="1259465" y="1299493"/>
                  <a:pt x="1259465" y="1298912"/>
                  <a:pt x="1259714" y="1298496"/>
                </a:cubicBezTo>
                <a:lnTo>
                  <a:pt x="1269517" y="1281549"/>
                </a:lnTo>
                <a:cubicBezTo>
                  <a:pt x="1269766" y="1281132"/>
                  <a:pt x="1270182" y="1280884"/>
                  <a:pt x="1270681" y="1280883"/>
                </a:cubicBezTo>
                <a:lnTo>
                  <a:pt x="1290204" y="1280883"/>
                </a:lnTo>
                <a:cubicBezTo>
                  <a:pt x="1290702" y="1280884"/>
                  <a:pt x="1291118" y="1281132"/>
                  <a:pt x="1291367" y="1281549"/>
                </a:cubicBezTo>
                <a:lnTo>
                  <a:pt x="1301087" y="1298497"/>
                </a:lnTo>
                <a:cubicBezTo>
                  <a:pt x="1301337" y="1298912"/>
                  <a:pt x="1301337" y="1299493"/>
                  <a:pt x="1301087" y="1299908"/>
                </a:cubicBezTo>
                <a:lnTo>
                  <a:pt x="1291284" y="1316856"/>
                </a:lnTo>
                <a:cubicBezTo>
                  <a:pt x="1291035" y="1317272"/>
                  <a:pt x="1290619" y="1317521"/>
                  <a:pt x="1290121" y="1317522"/>
                </a:cubicBezTo>
                <a:close/>
                <a:moveTo>
                  <a:pt x="1330783" y="1333648"/>
                </a:moveTo>
                <a:cubicBezTo>
                  <a:pt x="1330285" y="1333648"/>
                  <a:pt x="1329869" y="1333399"/>
                  <a:pt x="1329620" y="1332983"/>
                </a:cubicBezTo>
                <a:lnTo>
                  <a:pt x="1319899" y="1316035"/>
                </a:lnTo>
                <a:cubicBezTo>
                  <a:pt x="1319651" y="1315620"/>
                  <a:pt x="1319650" y="1315038"/>
                  <a:pt x="1319900" y="1314623"/>
                </a:cubicBezTo>
                <a:lnTo>
                  <a:pt x="1329703" y="1297675"/>
                </a:lnTo>
                <a:cubicBezTo>
                  <a:pt x="1329952" y="1297259"/>
                  <a:pt x="1330368" y="1297010"/>
                  <a:pt x="1330867" y="1297010"/>
                </a:cubicBezTo>
                <a:lnTo>
                  <a:pt x="1350390" y="1297010"/>
                </a:lnTo>
                <a:cubicBezTo>
                  <a:pt x="1350888" y="1297010"/>
                  <a:pt x="1351304" y="1297259"/>
                  <a:pt x="1351553" y="1297675"/>
                </a:cubicBezTo>
                <a:lnTo>
                  <a:pt x="1361273" y="1314623"/>
                </a:lnTo>
                <a:cubicBezTo>
                  <a:pt x="1361523" y="1315038"/>
                  <a:pt x="1361523" y="1315620"/>
                  <a:pt x="1361273" y="1316035"/>
                </a:cubicBezTo>
                <a:lnTo>
                  <a:pt x="1351470" y="1332983"/>
                </a:lnTo>
                <a:cubicBezTo>
                  <a:pt x="1351221" y="1333399"/>
                  <a:pt x="1350804" y="1333648"/>
                  <a:pt x="1350306" y="1333648"/>
                </a:cubicBezTo>
                <a:close/>
                <a:moveTo>
                  <a:pt x="1390969" y="1349775"/>
                </a:moveTo>
                <a:cubicBezTo>
                  <a:pt x="1390471" y="1349775"/>
                  <a:pt x="1390055" y="1349526"/>
                  <a:pt x="1389806" y="1349110"/>
                </a:cubicBezTo>
                <a:lnTo>
                  <a:pt x="1380085" y="1332162"/>
                </a:lnTo>
                <a:cubicBezTo>
                  <a:pt x="1379837" y="1331747"/>
                  <a:pt x="1379836" y="1331165"/>
                  <a:pt x="1380086" y="1330750"/>
                </a:cubicBezTo>
                <a:lnTo>
                  <a:pt x="1389889" y="1313802"/>
                </a:lnTo>
                <a:cubicBezTo>
                  <a:pt x="1390137" y="1313386"/>
                  <a:pt x="1390553" y="1313137"/>
                  <a:pt x="1391053" y="1313137"/>
                </a:cubicBezTo>
                <a:lnTo>
                  <a:pt x="1410576" y="1313137"/>
                </a:lnTo>
                <a:cubicBezTo>
                  <a:pt x="1411074" y="1313137"/>
                  <a:pt x="1411489" y="1313386"/>
                  <a:pt x="1411739" y="1313802"/>
                </a:cubicBezTo>
                <a:lnTo>
                  <a:pt x="1421458" y="1330750"/>
                </a:lnTo>
                <a:cubicBezTo>
                  <a:pt x="1421709" y="1331165"/>
                  <a:pt x="1421708" y="1331747"/>
                  <a:pt x="1421459" y="1332162"/>
                </a:cubicBezTo>
                <a:lnTo>
                  <a:pt x="1411656" y="1349110"/>
                </a:lnTo>
                <a:cubicBezTo>
                  <a:pt x="1411406" y="1349526"/>
                  <a:pt x="1410990" y="1349775"/>
                  <a:pt x="1410492" y="1349775"/>
                </a:cubicBezTo>
                <a:close/>
                <a:moveTo>
                  <a:pt x="1872458" y="1478790"/>
                </a:moveTo>
                <a:cubicBezTo>
                  <a:pt x="1871960" y="1478790"/>
                  <a:pt x="1871545" y="1478541"/>
                  <a:pt x="1871295" y="1478125"/>
                </a:cubicBezTo>
                <a:lnTo>
                  <a:pt x="1861575" y="1461177"/>
                </a:lnTo>
                <a:cubicBezTo>
                  <a:pt x="1861327" y="1460762"/>
                  <a:pt x="1861326" y="1460180"/>
                  <a:pt x="1861576" y="1459765"/>
                </a:cubicBezTo>
                <a:lnTo>
                  <a:pt x="1871379" y="1442817"/>
                </a:lnTo>
                <a:cubicBezTo>
                  <a:pt x="1871627" y="1442401"/>
                  <a:pt x="1872043" y="1442152"/>
                  <a:pt x="1872542" y="1442152"/>
                </a:cubicBezTo>
                <a:lnTo>
                  <a:pt x="1892066" y="1442152"/>
                </a:lnTo>
                <a:cubicBezTo>
                  <a:pt x="1892564" y="1442152"/>
                  <a:pt x="1892979" y="1442401"/>
                  <a:pt x="1893229" y="1442817"/>
                </a:cubicBezTo>
                <a:lnTo>
                  <a:pt x="1902948" y="1459765"/>
                </a:lnTo>
                <a:cubicBezTo>
                  <a:pt x="1903198" y="1460180"/>
                  <a:pt x="1903198" y="1460762"/>
                  <a:pt x="1902948" y="1461177"/>
                </a:cubicBezTo>
                <a:lnTo>
                  <a:pt x="1893145" y="1478125"/>
                </a:lnTo>
                <a:cubicBezTo>
                  <a:pt x="1892896" y="1478541"/>
                  <a:pt x="1892480" y="1478790"/>
                  <a:pt x="1891982" y="1478790"/>
                </a:cubicBezTo>
                <a:close/>
                <a:moveTo>
                  <a:pt x="2835438" y="1736819"/>
                </a:moveTo>
                <a:cubicBezTo>
                  <a:pt x="2834940" y="1736819"/>
                  <a:pt x="2834524" y="1736571"/>
                  <a:pt x="2834275" y="1736154"/>
                </a:cubicBezTo>
                <a:lnTo>
                  <a:pt x="2824555" y="1719206"/>
                </a:lnTo>
                <a:cubicBezTo>
                  <a:pt x="2824306" y="1718791"/>
                  <a:pt x="2824306" y="1718210"/>
                  <a:pt x="2824555" y="1717794"/>
                </a:cubicBezTo>
                <a:lnTo>
                  <a:pt x="2834358" y="1700847"/>
                </a:lnTo>
                <a:cubicBezTo>
                  <a:pt x="2834607" y="1700430"/>
                  <a:pt x="2835023" y="1700182"/>
                  <a:pt x="2835521" y="1700181"/>
                </a:cubicBezTo>
                <a:lnTo>
                  <a:pt x="2855045" y="1700181"/>
                </a:lnTo>
                <a:cubicBezTo>
                  <a:pt x="2855543" y="1700182"/>
                  <a:pt x="2855959" y="1700430"/>
                  <a:pt x="2856208" y="1700847"/>
                </a:cubicBezTo>
                <a:lnTo>
                  <a:pt x="2865928" y="1717794"/>
                </a:lnTo>
                <a:cubicBezTo>
                  <a:pt x="2866177" y="1718210"/>
                  <a:pt x="2866177" y="1718791"/>
                  <a:pt x="2865928" y="1719206"/>
                </a:cubicBezTo>
                <a:lnTo>
                  <a:pt x="2856125" y="1736154"/>
                </a:lnTo>
                <a:cubicBezTo>
                  <a:pt x="2855876" y="1736570"/>
                  <a:pt x="2855460" y="1736819"/>
                  <a:pt x="2854962" y="1736819"/>
                </a:cubicBezTo>
                <a:close/>
                <a:moveTo>
                  <a:pt x="1691901" y="1430491"/>
                </a:moveTo>
                <a:cubicBezTo>
                  <a:pt x="1691485" y="1430491"/>
                  <a:pt x="1690987" y="1430242"/>
                  <a:pt x="1690737" y="1429826"/>
                </a:cubicBezTo>
                <a:lnTo>
                  <a:pt x="1680934" y="1412795"/>
                </a:lnTo>
                <a:cubicBezTo>
                  <a:pt x="1680685" y="1412380"/>
                  <a:pt x="1680685" y="1411798"/>
                  <a:pt x="1680934" y="1411383"/>
                </a:cubicBezTo>
                <a:lnTo>
                  <a:pt x="1690737" y="1394352"/>
                </a:lnTo>
                <a:cubicBezTo>
                  <a:pt x="1690987" y="1393936"/>
                  <a:pt x="1691402" y="1393687"/>
                  <a:pt x="1691901" y="1393687"/>
                </a:cubicBezTo>
                <a:lnTo>
                  <a:pt x="1711507" y="1393687"/>
                </a:lnTo>
                <a:cubicBezTo>
                  <a:pt x="1711922" y="1393687"/>
                  <a:pt x="1712421" y="1393936"/>
                  <a:pt x="1712670" y="1394352"/>
                </a:cubicBezTo>
                <a:lnTo>
                  <a:pt x="1722474" y="1411383"/>
                </a:lnTo>
                <a:cubicBezTo>
                  <a:pt x="1722723" y="1411798"/>
                  <a:pt x="1722723" y="1412380"/>
                  <a:pt x="1722474" y="1412795"/>
                </a:cubicBezTo>
                <a:lnTo>
                  <a:pt x="1712670" y="1429826"/>
                </a:lnTo>
                <a:cubicBezTo>
                  <a:pt x="1712421" y="1430242"/>
                  <a:pt x="1712006" y="1430491"/>
                  <a:pt x="1711507" y="1430491"/>
                </a:cubicBezTo>
                <a:close/>
                <a:moveTo>
                  <a:pt x="1511239" y="1382263"/>
                </a:moveTo>
                <a:cubicBezTo>
                  <a:pt x="1510740" y="1382263"/>
                  <a:pt x="1510242" y="1382014"/>
                  <a:pt x="1509992" y="1381599"/>
                </a:cubicBezTo>
                <a:lnTo>
                  <a:pt x="1500106" y="1364484"/>
                </a:lnTo>
                <a:cubicBezTo>
                  <a:pt x="1499857" y="1364069"/>
                  <a:pt x="1499857" y="1363487"/>
                  <a:pt x="1500106" y="1363072"/>
                </a:cubicBezTo>
                <a:lnTo>
                  <a:pt x="1509993" y="1345958"/>
                </a:lnTo>
                <a:cubicBezTo>
                  <a:pt x="1510325" y="1345542"/>
                  <a:pt x="1510740" y="1345293"/>
                  <a:pt x="1511239" y="1345293"/>
                </a:cubicBezTo>
                <a:lnTo>
                  <a:pt x="1530929" y="1345293"/>
                </a:lnTo>
                <a:cubicBezTo>
                  <a:pt x="1531427" y="1345293"/>
                  <a:pt x="1531925" y="1345542"/>
                  <a:pt x="1532175" y="1345958"/>
                </a:cubicBezTo>
                <a:lnTo>
                  <a:pt x="1542061" y="1363072"/>
                </a:lnTo>
                <a:cubicBezTo>
                  <a:pt x="1542310" y="1363487"/>
                  <a:pt x="1542310" y="1364069"/>
                  <a:pt x="1542061" y="1364484"/>
                </a:cubicBezTo>
                <a:lnTo>
                  <a:pt x="1532175" y="1381599"/>
                </a:lnTo>
                <a:cubicBezTo>
                  <a:pt x="1531842" y="1382014"/>
                  <a:pt x="1531427" y="1382263"/>
                  <a:pt x="1530928" y="1382263"/>
                </a:cubicBezTo>
                <a:close/>
                <a:moveTo>
                  <a:pt x="1571426" y="1398390"/>
                </a:moveTo>
                <a:cubicBezTo>
                  <a:pt x="1570927" y="1398390"/>
                  <a:pt x="1570429" y="1398141"/>
                  <a:pt x="1570179" y="1397726"/>
                </a:cubicBezTo>
                <a:lnTo>
                  <a:pt x="1560293" y="1380611"/>
                </a:lnTo>
                <a:cubicBezTo>
                  <a:pt x="1560044" y="1380196"/>
                  <a:pt x="1560044" y="1379614"/>
                  <a:pt x="1560293" y="1379199"/>
                </a:cubicBezTo>
                <a:lnTo>
                  <a:pt x="1570179" y="1362085"/>
                </a:lnTo>
                <a:cubicBezTo>
                  <a:pt x="1570512" y="1361669"/>
                  <a:pt x="1570927" y="1361420"/>
                  <a:pt x="1571426" y="1361420"/>
                </a:cubicBezTo>
                <a:lnTo>
                  <a:pt x="1591115" y="1361420"/>
                </a:lnTo>
                <a:cubicBezTo>
                  <a:pt x="1591614" y="1361420"/>
                  <a:pt x="1592112" y="1361669"/>
                  <a:pt x="1592362" y="1362085"/>
                </a:cubicBezTo>
                <a:lnTo>
                  <a:pt x="1602248" y="1379199"/>
                </a:lnTo>
                <a:cubicBezTo>
                  <a:pt x="1602497" y="1379614"/>
                  <a:pt x="1602497" y="1380196"/>
                  <a:pt x="1602248" y="1380611"/>
                </a:cubicBezTo>
                <a:lnTo>
                  <a:pt x="1592362" y="1397726"/>
                </a:lnTo>
                <a:cubicBezTo>
                  <a:pt x="1592029" y="1398141"/>
                  <a:pt x="1591614" y="1398390"/>
                  <a:pt x="1591115" y="1398390"/>
                </a:cubicBezTo>
                <a:close/>
                <a:moveTo>
                  <a:pt x="1812166" y="1463002"/>
                </a:moveTo>
                <a:cubicBezTo>
                  <a:pt x="1811668" y="1463002"/>
                  <a:pt x="1811170" y="1462753"/>
                  <a:pt x="1810921" y="1462338"/>
                </a:cubicBezTo>
                <a:lnTo>
                  <a:pt x="1801034" y="1445140"/>
                </a:lnTo>
                <a:cubicBezTo>
                  <a:pt x="1800785" y="1444725"/>
                  <a:pt x="1800785" y="1444143"/>
                  <a:pt x="1801034" y="1443728"/>
                </a:cubicBezTo>
                <a:lnTo>
                  <a:pt x="1810921" y="1426531"/>
                </a:lnTo>
                <a:cubicBezTo>
                  <a:pt x="1811170" y="1426115"/>
                  <a:pt x="1811668" y="1425866"/>
                  <a:pt x="1812166" y="1425866"/>
                </a:cubicBezTo>
                <a:lnTo>
                  <a:pt x="1832022" y="1425866"/>
                </a:lnTo>
                <a:cubicBezTo>
                  <a:pt x="1832521" y="1425866"/>
                  <a:pt x="1833019" y="1426115"/>
                  <a:pt x="1833269" y="1426531"/>
                </a:cubicBezTo>
                <a:lnTo>
                  <a:pt x="1843155" y="1443728"/>
                </a:lnTo>
                <a:cubicBezTo>
                  <a:pt x="1843404" y="1444143"/>
                  <a:pt x="1843404" y="1444725"/>
                  <a:pt x="1843155" y="1445140"/>
                </a:cubicBezTo>
                <a:lnTo>
                  <a:pt x="1833269" y="1462338"/>
                </a:lnTo>
                <a:cubicBezTo>
                  <a:pt x="1833019" y="1462753"/>
                  <a:pt x="1832521" y="1463002"/>
                  <a:pt x="1832022" y="1463002"/>
                </a:cubicBezTo>
                <a:close/>
                <a:moveTo>
                  <a:pt x="1450968" y="1366313"/>
                </a:moveTo>
                <a:cubicBezTo>
                  <a:pt x="1450469" y="1366313"/>
                  <a:pt x="1449971" y="1366064"/>
                  <a:pt x="1449722" y="1365649"/>
                </a:cubicBezTo>
                <a:lnTo>
                  <a:pt x="1439752" y="1348368"/>
                </a:lnTo>
                <a:cubicBezTo>
                  <a:pt x="1439503" y="1347953"/>
                  <a:pt x="1439503" y="1347371"/>
                  <a:pt x="1439752" y="1346956"/>
                </a:cubicBezTo>
                <a:lnTo>
                  <a:pt x="1449722" y="1329676"/>
                </a:lnTo>
                <a:cubicBezTo>
                  <a:pt x="1449971" y="1329260"/>
                  <a:pt x="1450469" y="1329011"/>
                  <a:pt x="1450968" y="1329011"/>
                </a:cubicBezTo>
                <a:lnTo>
                  <a:pt x="1470907" y="1329011"/>
                </a:lnTo>
                <a:cubicBezTo>
                  <a:pt x="1471405" y="1329011"/>
                  <a:pt x="1471904" y="1329260"/>
                  <a:pt x="1472153" y="1329676"/>
                </a:cubicBezTo>
                <a:lnTo>
                  <a:pt x="1482122" y="1346956"/>
                </a:lnTo>
                <a:cubicBezTo>
                  <a:pt x="1482372" y="1347371"/>
                  <a:pt x="1482372" y="1347953"/>
                  <a:pt x="1482122" y="1348368"/>
                </a:cubicBezTo>
                <a:lnTo>
                  <a:pt x="1472153" y="1365649"/>
                </a:lnTo>
                <a:cubicBezTo>
                  <a:pt x="1471904" y="1366064"/>
                  <a:pt x="1471405" y="1366313"/>
                  <a:pt x="1470907" y="1366313"/>
                </a:cubicBezTo>
                <a:close/>
                <a:moveTo>
                  <a:pt x="1631527" y="1414694"/>
                </a:moveTo>
                <a:cubicBezTo>
                  <a:pt x="1631028" y="1414694"/>
                  <a:pt x="1630530" y="1414445"/>
                  <a:pt x="1630281" y="1414030"/>
                </a:cubicBezTo>
                <a:lnTo>
                  <a:pt x="1620311" y="1396749"/>
                </a:lnTo>
                <a:cubicBezTo>
                  <a:pt x="1620061" y="1396333"/>
                  <a:pt x="1620062" y="1395752"/>
                  <a:pt x="1620310" y="1395337"/>
                </a:cubicBezTo>
                <a:lnTo>
                  <a:pt x="1630281" y="1378057"/>
                </a:lnTo>
                <a:cubicBezTo>
                  <a:pt x="1630530" y="1377641"/>
                  <a:pt x="1631028" y="1377392"/>
                  <a:pt x="1631527" y="1377392"/>
                </a:cubicBezTo>
                <a:lnTo>
                  <a:pt x="1651466" y="1377391"/>
                </a:lnTo>
                <a:cubicBezTo>
                  <a:pt x="1651964" y="1377392"/>
                  <a:pt x="1652463" y="1377641"/>
                  <a:pt x="1652711" y="1378057"/>
                </a:cubicBezTo>
                <a:lnTo>
                  <a:pt x="1662681" y="1395337"/>
                </a:lnTo>
                <a:cubicBezTo>
                  <a:pt x="1662931" y="1395752"/>
                  <a:pt x="1662931" y="1396334"/>
                  <a:pt x="1662681" y="1396749"/>
                </a:cubicBezTo>
                <a:lnTo>
                  <a:pt x="1652711" y="1414030"/>
                </a:lnTo>
                <a:cubicBezTo>
                  <a:pt x="1652463" y="1414445"/>
                  <a:pt x="1651964" y="1414694"/>
                  <a:pt x="1651466" y="1414694"/>
                </a:cubicBezTo>
                <a:close/>
                <a:moveTo>
                  <a:pt x="1992583" y="1511542"/>
                </a:moveTo>
                <a:cubicBezTo>
                  <a:pt x="1992084" y="1511542"/>
                  <a:pt x="1991586" y="1511210"/>
                  <a:pt x="1991337" y="1510794"/>
                </a:cubicBezTo>
                <a:lnTo>
                  <a:pt x="1981367" y="1493431"/>
                </a:lnTo>
                <a:cubicBezTo>
                  <a:pt x="1981118" y="1493015"/>
                  <a:pt x="1981118" y="1492434"/>
                  <a:pt x="1981367" y="1492018"/>
                </a:cubicBezTo>
                <a:lnTo>
                  <a:pt x="1991420" y="1474655"/>
                </a:lnTo>
                <a:cubicBezTo>
                  <a:pt x="1991669" y="1474156"/>
                  <a:pt x="1992167" y="1473907"/>
                  <a:pt x="1992666" y="1473907"/>
                </a:cubicBezTo>
                <a:lnTo>
                  <a:pt x="2012688" y="1473907"/>
                </a:lnTo>
                <a:cubicBezTo>
                  <a:pt x="2013187" y="1473907"/>
                  <a:pt x="2013685" y="1474239"/>
                  <a:pt x="2013934" y="1474655"/>
                </a:cubicBezTo>
                <a:lnTo>
                  <a:pt x="2023904" y="1492018"/>
                </a:lnTo>
                <a:cubicBezTo>
                  <a:pt x="2024153" y="1492434"/>
                  <a:pt x="2024153" y="1493015"/>
                  <a:pt x="2023904" y="1493431"/>
                </a:cubicBezTo>
                <a:lnTo>
                  <a:pt x="2013851" y="1510794"/>
                </a:lnTo>
                <a:cubicBezTo>
                  <a:pt x="2013602" y="1511293"/>
                  <a:pt x="2013103" y="1511542"/>
                  <a:pt x="2012605" y="1511542"/>
                </a:cubicBezTo>
                <a:close/>
                <a:moveTo>
                  <a:pt x="5363012" y="2414728"/>
                </a:moveTo>
                <a:cubicBezTo>
                  <a:pt x="5362513" y="2414728"/>
                  <a:pt x="5362015" y="2414397"/>
                  <a:pt x="5361766" y="2413980"/>
                </a:cubicBezTo>
                <a:lnTo>
                  <a:pt x="5351713" y="2396535"/>
                </a:lnTo>
                <a:cubicBezTo>
                  <a:pt x="5351464" y="2396118"/>
                  <a:pt x="5351464" y="2395537"/>
                  <a:pt x="5351713" y="2395121"/>
                </a:cubicBezTo>
                <a:lnTo>
                  <a:pt x="5361766" y="2377676"/>
                </a:lnTo>
                <a:cubicBezTo>
                  <a:pt x="5362015" y="2377177"/>
                  <a:pt x="5362513" y="2376927"/>
                  <a:pt x="5363012" y="2376928"/>
                </a:cubicBezTo>
                <a:lnTo>
                  <a:pt x="5383117" y="2376927"/>
                </a:lnTo>
                <a:cubicBezTo>
                  <a:pt x="5383615" y="2376928"/>
                  <a:pt x="5384114" y="2377260"/>
                  <a:pt x="5384363" y="2377675"/>
                </a:cubicBezTo>
                <a:lnTo>
                  <a:pt x="5394416" y="2395122"/>
                </a:lnTo>
                <a:cubicBezTo>
                  <a:pt x="5394665" y="2395538"/>
                  <a:pt x="5394665" y="2396118"/>
                  <a:pt x="5394416" y="2396534"/>
                </a:cubicBezTo>
                <a:lnTo>
                  <a:pt x="5384363" y="2413980"/>
                </a:lnTo>
                <a:cubicBezTo>
                  <a:pt x="5384114" y="2414480"/>
                  <a:pt x="5383615" y="2414729"/>
                  <a:pt x="5383117" y="2414728"/>
                </a:cubicBezTo>
                <a:close/>
                <a:moveTo>
                  <a:pt x="2052768" y="1527751"/>
                </a:moveTo>
                <a:cubicBezTo>
                  <a:pt x="2052270" y="1527751"/>
                  <a:pt x="2051771" y="1527420"/>
                  <a:pt x="2051522" y="1527003"/>
                </a:cubicBezTo>
                <a:lnTo>
                  <a:pt x="2041470" y="1509558"/>
                </a:lnTo>
                <a:cubicBezTo>
                  <a:pt x="2041221" y="1509141"/>
                  <a:pt x="2041221" y="1508560"/>
                  <a:pt x="2041470" y="1508144"/>
                </a:cubicBezTo>
                <a:lnTo>
                  <a:pt x="2051522" y="1490699"/>
                </a:lnTo>
                <a:cubicBezTo>
                  <a:pt x="2051771" y="1490200"/>
                  <a:pt x="2052270" y="1489950"/>
                  <a:pt x="2052768" y="1489951"/>
                </a:cubicBezTo>
                <a:lnTo>
                  <a:pt x="2072874" y="1489950"/>
                </a:lnTo>
                <a:cubicBezTo>
                  <a:pt x="2073372" y="1489951"/>
                  <a:pt x="2073871" y="1490282"/>
                  <a:pt x="2074120" y="1490698"/>
                </a:cubicBezTo>
                <a:lnTo>
                  <a:pt x="2084173" y="1508144"/>
                </a:lnTo>
                <a:cubicBezTo>
                  <a:pt x="2084422" y="1508561"/>
                  <a:pt x="2084422" y="1509141"/>
                  <a:pt x="2084173" y="1509557"/>
                </a:cubicBezTo>
                <a:lnTo>
                  <a:pt x="2074120" y="1527003"/>
                </a:lnTo>
                <a:cubicBezTo>
                  <a:pt x="2073871" y="1527503"/>
                  <a:pt x="2073372" y="1527752"/>
                  <a:pt x="2072874" y="1527751"/>
                </a:cubicBezTo>
                <a:close/>
                <a:moveTo>
                  <a:pt x="2112954" y="1543878"/>
                </a:moveTo>
                <a:cubicBezTo>
                  <a:pt x="2112456" y="1543878"/>
                  <a:pt x="2111957" y="1543546"/>
                  <a:pt x="2111708" y="1543130"/>
                </a:cubicBezTo>
                <a:lnTo>
                  <a:pt x="2101656" y="1525684"/>
                </a:lnTo>
                <a:cubicBezTo>
                  <a:pt x="2101407" y="1525268"/>
                  <a:pt x="2101407" y="1524687"/>
                  <a:pt x="2101656" y="1524271"/>
                </a:cubicBezTo>
                <a:lnTo>
                  <a:pt x="2111708" y="1506825"/>
                </a:lnTo>
                <a:cubicBezTo>
                  <a:pt x="2111957" y="1506326"/>
                  <a:pt x="2112456" y="1506077"/>
                  <a:pt x="2112954" y="1506077"/>
                </a:cubicBezTo>
                <a:lnTo>
                  <a:pt x="2133060" y="1506077"/>
                </a:lnTo>
                <a:cubicBezTo>
                  <a:pt x="2133558" y="1506077"/>
                  <a:pt x="2134057" y="1506409"/>
                  <a:pt x="2134306" y="1506825"/>
                </a:cubicBezTo>
                <a:lnTo>
                  <a:pt x="2144359" y="1524271"/>
                </a:lnTo>
                <a:cubicBezTo>
                  <a:pt x="2144608" y="1524687"/>
                  <a:pt x="2144608" y="1525268"/>
                  <a:pt x="2144359" y="1525684"/>
                </a:cubicBezTo>
                <a:lnTo>
                  <a:pt x="2134306" y="1543130"/>
                </a:lnTo>
                <a:cubicBezTo>
                  <a:pt x="2134057" y="1543629"/>
                  <a:pt x="2133558" y="1543878"/>
                  <a:pt x="2133060" y="1543878"/>
                </a:cubicBezTo>
                <a:close/>
                <a:moveTo>
                  <a:pt x="1751755" y="1447199"/>
                </a:moveTo>
                <a:cubicBezTo>
                  <a:pt x="1751256" y="1447199"/>
                  <a:pt x="1750758" y="1446867"/>
                  <a:pt x="1750509" y="1446452"/>
                </a:cubicBezTo>
                <a:lnTo>
                  <a:pt x="1740373" y="1428922"/>
                </a:lnTo>
                <a:cubicBezTo>
                  <a:pt x="1740124" y="1428506"/>
                  <a:pt x="1740124" y="1427925"/>
                  <a:pt x="1740373" y="1427510"/>
                </a:cubicBezTo>
                <a:lnTo>
                  <a:pt x="1750509" y="1409980"/>
                </a:lnTo>
                <a:cubicBezTo>
                  <a:pt x="1750758" y="1409481"/>
                  <a:pt x="1751256" y="1409232"/>
                  <a:pt x="1751755" y="1409232"/>
                </a:cubicBezTo>
                <a:lnTo>
                  <a:pt x="1772026" y="1409232"/>
                </a:lnTo>
                <a:cubicBezTo>
                  <a:pt x="1772525" y="1409232"/>
                  <a:pt x="1773023" y="1409564"/>
                  <a:pt x="1773272" y="1409980"/>
                </a:cubicBezTo>
                <a:lnTo>
                  <a:pt x="1783408" y="1427510"/>
                </a:lnTo>
                <a:cubicBezTo>
                  <a:pt x="1783657" y="1427925"/>
                  <a:pt x="1783657" y="1428506"/>
                  <a:pt x="1783408" y="1428922"/>
                </a:cubicBezTo>
                <a:lnTo>
                  <a:pt x="1773272" y="1446452"/>
                </a:lnTo>
                <a:cubicBezTo>
                  <a:pt x="1773023" y="1446950"/>
                  <a:pt x="1772525" y="1447199"/>
                  <a:pt x="1772026" y="1447199"/>
                </a:cubicBezTo>
                <a:close/>
                <a:moveTo>
                  <a:pt x="3858273" y="2011639"/>
                </a:moveTo>
                <a:cubicBezTo>
                  <a:pt x="3857774" y="2011639"/>
                  <a:pt x="3857276" y="2011307"/>
                  <a:pt x="3857027" y="2010892"/>
                </a:cubicBezTo>
                <a:lnTo>
                  <a:pt x="3846891" y="1993362"/>
                </a:lnTo>
                <a:cubicBezTo>
                  <a:pt x="3846642" y="1992946"/>
                  <a:pt x="3846642" y="1992365"/>
                  <a:pt x="3846891" y="1991950"/>
                </a:cubicBezTo>
                <a:lnTo>
                  <a:pt x="3857027" y="1974420"/>
                </a:lnTo>
                <a:cubicBezTo>
                  <a:pt x="3857276" y="1973921"/>
                  <a:pt x="3857774" y="1973672"/>
                  <a:pt x="3858273" y="1973672"/>
                </a:cubicBezTo>
                <a:lnTo>
                  <a:pt x="3878544" y="1973672"/>
                </a:lnTo>
                <a:cubicBezTo>
                  <a:pt x="3879043" y="1973672"/>
                  <a:pt x="3879541" y="1974004"/>
                  <a:pt x="3879790" y="1974420"/>
                </a:cubicBezTo>
                <a:lnTo>
                  <a:pt x="3889926" y="1991950"/>
                </a:lnTo>
                <a:cubicBezTo>
                  <a:pt x="3890175" y="1992365"/>
                  <a:pt x="3890175" y="1992946"/>
                  <a:pt x="3889926" y="1993362"/>
                </a:cubicBezTo>
                <a:lnTo>
                  <a:pt x="3879790" y="2010892"/>
                </a:lnTo>
                <a:cubicBezTo>
                  <a:pt x="3879541" y="2011390"/>
                  <a:pt x="3879043" y="2011639"/>
                  <a:pt x="3878544" y="2011639"/>
                </a:cubicBezTo>
                <a:close/>
                <a:moveTo>
                  <a:pt x="5423115" y="2430937"/>
                </a:moveTo>
                <a:cubicBezTo>
                  <a:pt x="5422616" y="2430937"/>
                  <a:pt x="5422118" y="2430605"/>
                  <a:pt x="5421869" y="2430190"/>
                </a:cubicBezTo>
                <a:lnTo>
                  <a:pt x="5411733" y="2412660"/>
                </a:lnTo>
                <a:cubicBezTo>
                  <a:pt x="5411484" y="2412244"/>
                  <a:pt x="5411484" y="2411663"/>
                  <a:pt x="5411733" y="2411248"/>
                </a:cubicBezTo>
                <a:lnTo>
                  <a:pt x="5421869" y="2393718"/>
                </a:lnTo>
                <a:cubicBezTo>
                  <a:pt x="5422118" y="2393219"/>
                  <a:pt x="5422616" y="2392970"/>
                  <a:pt x="5423115" y="2392970"/>
                </a:cubicBezTo>
                <a:lnTo>
                  <a:pt x="5443386" y="2392970"/>
                </a:lnTo>
                <a:cubicBezTo>
                  <a:pt x="5443885" y="2392970"/>
                  <a:pt x="5444383" y="2393302"/>
                  <a:pt x="5444632" y="2393718"/>
                </a:cubicBezTo>
                <a:lnTo>
                  <a:pt x="5454768" y="2411248"/>
                </a:lnTo>
                <a:cubicBezTo>
                  <a:pt x="5455017" y="2411663"/>
                  <a:pt x="5455017" y="2412244"/>
                  <a:pt x="5454768" y="2412660"/>
                </a:cubicBezTo>
                <a:lnTo>
                  <a:pt x="5444632" y="2430190"/>
                </a:lnTo>
                <a:cubicBezTo>
                  <a:pt x="5444383" y="2430688"/>
                  <a:pt x="5443885" y="2430937"/>
                  <a:pt x="5443386" y="2430937"/>
                </a:cubicBezTo>
                <a:close/>
                <a:moveTo>
                  <a:pt x="5543488" y="2463191"/>
                </a:moveTo>
                <a:cubicBezTo>
                  <a:pt x="5542989" y="2463191"/>
                  <a:pt x="5542491" y="2462859"/>
                  <a:pt x="5542242" y="2462444"/>
                </a:cubicBezTo>
                <a:lnTo>
                  <a:pt x="5532106" y="2444914"/>
                </a:lnTo>
                <a:cubicBezTo>
                  <a:pt x="5531857" y="2444498"/>
                  <a:pt x="5531857" y="2443917"/>
                  <a:pt x="5532106" y="2443502"/>
                </a:cubicBezTo>
                <a:lnTo>
                  <a:pt x="5542242" y="2425972"/>
                </a:lnTo>
                <a:cubicBezTo>
                  <a:pt x="5542491" y="2425473"/>
                  <a:pt x="5542989" y="2425224"/>
                  <a:pt x="5543488" y="2425224"/>
                </a:cubicBezTo>
                <a:lnTo>
                  <a:pt x="5563759" y="2425224"/>
                </a:lnTo>
                <a:cubicBezTo>
                  <a:pt x="5564258" y="2425224"/>
                  <a:pt x="5564756" y="2425556"/>
                  <a:pt x="5565005" y="2425972"/>
                </a:cubicBezTo>
                <a:lnTo>
                  <a:pt x="5575141" y="2443502"/>
                </a:lnTo>
                <a:cubicBezTo>
                  <a:pt x="5575390" y="2443917"/>
                  <a:pt x="5575390" y="2444498"/>
                  <a:pt x="5575141" y="2444914"/>
                </a:cubicBezTo>
                <a:lnTo>
                  <a:pt x="5565005" y="2462444"/>
                </a:lnTo>
                <a:cubicBezTo>
                  <a:pt x="5564756" y="2462942"/>
                  <a:pt x="5564258" y="2463191"/>
                  <a:pt x="5563759" y="2463191"/>
                </a:cubicBezTo>
                <a:close/>
                <a:moveTo>
                  <a:pt x="5603674" y="2479318"/>
                </a:moveTo>
                <a:cubicBezTo>
                  <a:pt x="5603175" y="2479318"/>
                  <a:pt x="5602677" y="2478986"/>
                  <a:pt x="5602428" y="2478571"/>
                </a:cubicBezTo>
                <a:lnTo>
                  <a:pt x="5592292" y="2461041"/>
                </a:lnTo>
                <a:cubicBezTo>
                  <a:pt x="5592043" y="2460625"/>
                  <a:pt x="5592043" y="2460044"/>
                  <a:pt x="5592292" y="2459629"/>
                </a:cubicBezTo>
                <a:lnTo>
                  <a:pt x="5602428" y="2442099"/>
                </a:lnTo>
                <a:cubicBezTo>
                  <a:pt x="5602677" y="2441600"/>
                  <a:pt x="5603175" y="2441351"/>
                  <a:pt x="5603674" y="2441351"/>
                </a:cubicBezTo>
                <a:lnTo>
                  <a:pt x="5623945" y="2441351"/>
                </a:lnTo>
                <a:cubicBezTo>
                  <a:pt x="5624444" y="2441351"/>
                  <a:pt x="5624942" y="2441683"/>
                  <a:pt x="5625191" y="2442099"/>
                </a:cubicBezTo>
                <a:lnTo>
                  <a:pt x="5635327" y="2459629"/>
                </a:lnTo>
                <a:cubicBezTo>
                  <a:pt x="5635576" y="2460044"/>
                  <a:pt x="5635576" y="2460625"/>
                  <a:pt x="5635327" y="2461041"/>
                </a:cubicBezTo>
                <a:lnTo>
                  <a:pt x="5625191" y="2478571"/>
                </a:lnTo>
                <a:cubicBezTo>
                  <a:pt x="5624942" y="2479069"/>
                  <a:pt x="5624444" y="2479318"/>
                  <a:pt x="5623945" y="2479318"/>
                </a:cubicBezTo>
                <a:close/>
                <a:moveTo>
                  <a:pt x="3677630" y="1963341"/>
                </a:moveTo>
                <a:cubicBezTo>
                  <a:pt x="3677131" y="1963341"/>
                  <a:pt x="3676633" y="1963009"/>
                  <a:pt x="3676384" y="1962594"/>
                </a:cubicBezTo>
                <a:lnTo>
                  <a:pt x="3666249" y="1944981"/>
                </a:lnTo>
                <a:cubicBezTo>
                  <a:pt x="3665999" y="1944567"/>
                  <a:pt x="3666000" y="1943984"/>
                  <a:pt x="3666248" y="1943569"/>
                </a:cubicBezTo>
                <a:lnTo>
                  <a:pt x="3676467" y="1925956"/>
                </a:lnTo>
                <a:cubicBezTo>
                  <a:pt x="3676716" y="1925457"/>
                  <a:pt x="3677214" y="1925208"/>
                  <a:pt x="3677713" y="1925208"/>
                </a:cubicBezTo>
                <a:lnTo>
                  <a:pt x="3698067" y="1925208"/>
                </a:lnTo>
                <a:cubicBezTo>
                  <a:pt x="3698566" y="1925208"/>
                  <a:pt x="3699064" y="1925540"/>
                  <a:pt x="3699314" y="1925956"/>
                </a:cubicBezTo>
                <a:lnTo>
                  <a:pt x="3709450" y="1943569"/>
                </a:lnTo>
                <a:cubicBezTo>
                  <a:pt x="3709699" y="1943984"/>
                  <a:pt x="3709698" y="1944566"/>
                  <a:pt x="3709450" y="1944981"/>
                </a:cubicBezTo>
                <a:lnTo>
                  <a:pt x="3699230" y="1962594"/>
                </a:lnTo>
                <a:cubicBezTo>
                  <a:pt x="3698981" y="1963092"/>
                  <a:pt x="3698484" y="1963341"/>
                  <a:pt x="3697985" y="1963341"/>
                </a:cubicBezTo>
                <a:close/>
                <a:moveTo>
                  <a:pt x="5242451" y="2382803"/>
                </a:moveTo>
                <a:cubicBezTo>
                  <a:pt x="5241952" y="2382803"/>
                  <a:pt x="5241454" y="2382471"/>
                  <a:pt x="5241205" y="2382056"/>
                </a:cubicBezTo>
                <a:lnTo>
                  <a:pt x="5230986" y="2364360"/>
                </a:lnTo>
                <a:cubicBezTo>
                  <a:pt x="5230737" y="2363944"/>
                  <a:pt x="5230737" y="2363363"/>
                  <a:pt x="5230986" y="2362948"/>
                </a:cubicBezTo>
                <a:lnTo>
                  <a:pt x="5241205" y="2345252"/>
                </a:lnTo>
                <a:cubicBezTo>
                  <a:pt x="5241454" y="2344753"/>
                  <a:pt x="5241952" y="2344504"/>
                  <a:pt x="5242451" y="2344504"/>
                </a:cubicBezTo>
                <a:lnTo>
                  <a:pt x="5262888" y="2344504"/>
                </a:lnTo>
                <a:cubicBezTo>
                  <a:pt x="5263387" y="2344504"/>
                  <a:pt x="5263885" y="2344836"/>
                  <a:pt x="5264135" y="2345252"/>
                </a:cubicBezTo>
                <a:lnTo>
                  <a:pt x="5274353" y="2362948"/>
                </a:lnTo>
                <a:cubicBezTo>
                  <a:pt x="5274602" y="2363363"/>
                  <a:pt x="5274602" y="2363944"/>
                  <a:pt x="5274353" y="2364360"/>
                </a:cubicBezTo>
                <a:lnTo>
                  <a:pt x="5264135" y="2382056"/>
                </a:lnTo>
                <a:cubicBezTo>
                  <a:pt x="5263885" y="2382554"/>
                  <a:pt x="5263387" y="2382803"/>
                  <a:pt x="5262888" y="2382803"/>
                </a:cubicBezTo>
                <a:close/>
                <a:moveTo>
                  <a:pt x="2233058" y="1576534"/>
                </a:moveTo>
                <a:cubicBezTo>
                  <a:pt x="2232560" y="1576535"/>
                  <a:pt x="2232062" y="1576202"/>
                  <a:pt x="2231813" y="1575786"/>
                </a:cubicBezTo>
                <a:lnTo>
                  <a:pt x="2221511" y="1558008"/>
                </a:lnTo>
                <a:cubicBezTo>
                  <a:pt x="2221261" y="1557592"/>
                  <a:pt x="2221262" y="1557011"/>
                  <a:pt x="2221510" y="1556595"/>
                </a:cubicBezTo>
                <a:lnTo>
                  <a:pt x="2231813" y="1538817"/>
                </a:lnTo>
                <a:cubicBezTo>
                  <a:pt x="2232062" y="1538318"/>
                  <a:pt x="2232561" y="1538069"/>
                  <a:pt x="2233059" y="1538069"/>
                </a:cubicBezTo>
                <a:lnTo>
                  <a:pt x="2253579" y="1538068"/>
                </a:lnTo>
                <a:cubicBezTo>
                  <a:pt x="2254077" y="1538069"/>
                  <a:pt x="2254575" y="1538401"/>
                  <a:pt x="2254826" y="1538817"/>
                </a:cubicBezTo>
                <a:lnTo>
                  <a:pt x="2265128" y="1556596"/>
                </a:lnTo>
                <a:cubicBezTo>
                  <a:pt x="2265376" y="1557010"/>
                  <a:pt x="2265377" y="1557593"/>
                  <a:pt x="2265127" y="1558007"/>
                </a:cubicBezTo>
                <a:lnTo>
                  <a:pt x="2254826" y="1575787"/>
                </a:lnTo>
                <a:cubicBezTo>
                  <a:pt x="2254575" y="1576285"/>
                  <a:pt x="2254078" y="1576535"/>
                  <a:pt x="2253580" y="1576535"/>
                </a:cubicBezTo>
                <a:close/>
                <a:moveTo>
                  <a:pt x="5182184" y="2366750"/>
                </a:moveTo>
                <a:cubicBezTo>
                  <a:pt x="5181684" y="2366750"/>
                  <a:pt x="5181187" y="2366417"/>
                  <a:pt x="5180938" y="2366002"/>
                </a:cubicBezTo>
                <a:lnTo>
                  <a:pt x="5170636" y="2348223"/>
                </a:lnTo>
                <a:cubicBezTo>
                  <a:pt x="5170387" y="2347808"/>
                  <a:pt x="5170387" y="2347226"/>
                  <a:pt x="5170636" y="2346811"/>
                </a:cubicBezTo>
                <a:lnTo>
                  <a:pt x="5180938" y="2329032"/>
                </a:lnTo>
                <a:cubicBezTo>
                  <a:pt x="5181187" y="2328533"/>
                  <a:pt x="5181684" y="2328284"/>
                  <a:pt x="5182183" y="2328284"/>
                </a:cubicBezTo>
                <a:lnTo>
                  <a:pt x="5202704" y="2328284"/>
                </a:lnTo>
                <a:cubicBezTo>
                  <a:pt x="5203203" y="2328284"/>
                  <a:pt x="5203700" y="2328616"/>
                  <a:pt x="5203951" y="2329032"/>
                </a:cubicBezTo>
                <a:lnTo>
                  <a:pt x="5214252" y="2346811"/>
                </a:lnTo>
                <a:cubicBezTo>
                  <a:pt x="5214502" y="2347226"/>
                  <a:pt x="5214502" y="2347808"/>
                  <a:pt x="5214252" y="2348223"/>
                </a:cubicBezTo>
                <a:lnTo>
                  <a:pt x="5203950" y="2366002"/>
                </a:lnTo>
                <a:cubicBezTo>
                  <a:pt x="5203701" y="2366500"/>
                  <a:pt x="5203203" y="2366750"/>
                  <a:pt x="5202704" y="2366750"/>
                </a:cubicBezTo>
                <a:close/>
                <a:moveTo>
                  <a:pt x="5483115" y="2447384"/>
                </a:moveTo>
                <a:cubicBezTo>
                  <a:pt x="5482616" y="2447385"/>
                  <a:pt x="5482118" y="2447052"/>
                  <a:pt x="5481869" y="2446636"/>
                </a:cubicBezTo>
                <a:lnTo>
                  <a:pt x="5471567" y="2428858"/>
                </a:lnTo>
                <a:cubicBezTo>
                  <a:pt x="5471318" y="2428442"/>
                  <a:pt x="5471318" y="2427861"/>
                  <a:pt x="5471567" y="2427445"/>
                </a:cubicBezTo>
                <a:lnTo>
                  <a:pt x="5481869" y="2409667"/>
                </a:lnTo>
                <a:cubicBezTo>
                  <a:pt x="5482118" y="2409167"/>
                  <a:pt x="5482616" y="2408919"/>
                  <a:pt x="5483115" y="2408918"/>
                </a:cubicBezTo>
                <a:lnTo>
                  <a:pt x="5503636" y="2408919"/>
                </a:lnTo>
                <a:cubicBezTo>
                  <a:pt x="5504134" y="2408919"/>
                  <a:pt x="5504632" y="2409251"/>
                  <a:pt x="5504882" y="2409666"/>
                </a:cubicBezTo>
                <a:lnTo>
                  <a:pt x="5515184" y="2427446"/>
                </a:lnTo>
                <a:cubicBezTo>
                  <a:pt x="5515433" y="2427860"/>
                  <a:pt x="5515433" y="2428443"/>
                  <a:pt x="5515184" y="2428857"/>
                </a:cubicBezTo>
                <a:lnTo>
                  <a:pt x="5504882" y="2446637"/>
                </a:lnTo>
                <a:cubicBezTo>
                  <a:pt x="5504632" y="2447135"/>
                  <a:pt x="5504134" y="2447385"/>
                  <a:pt x="5503636" y="2447385"/>
                </a:cubicBezTo>
                <a:close/>
                <a:moveTo>
                  <a:pt x="5302565" y="2399109"/>
                </a:moveTo>
                <a:cubicBezTo>
                  <a:pt x="5302066" y="2399109"/>
                  <a:pt x="5301568" y="2398777"/>
                  <a:pt x="5301318" y="2398361"/>
                </a:cubicBezTo>
                <a:lnTo>
                  <a:pt x="5291016" y="2380499"/>
                </a:lnTo>
                <a:cubicBezTo>
                  <a:pt x="5290767" y="2380001"/>
                  <a:pt x="5290768" y="2379419"/>
                  <a:pt x="5291016" y="2379004"/>
                </a:cubicBezTo>
                <a:lnTo>
                  <a:pt x="5301318" y="2361142"/>
                </a:lnTo>
                <a:cubicBezTo>
                  <a:pt x="5301568" y="2360643"/>
                  <a:pt x="5302065" y="2360394"/>
                  <a:pt x="5302565" y="2360394"/>
                </a:cubicBezTo>
                <a:lnTo>
                  <a:pt x="5323251" y="2360394"/>
                </a:lnTo>
                <a:cubicBezTo>
                  <a:pt x="5323749" y="2360394"/>
                  <a:pt x="5324248" y="2360726"/>
                  <a:pt x="5324498" y="2361142"/>
                </a:cubicBezTo>
                <a:lnTo>
                  <a:pt x="5334799" y="2379004"/>
                </a:lnTo>
                <a:cubicBezTo>
                  <a:pt x="5335048" y="2379502"/>
                  <a:pt x="5335048" y="2380084"/>
                  <a:pt x="5334800" y="2380499"/>
                </a:cubicBezTo>
                <a:lnTo>
                  <a:pt x="5324497" y="2398361"/>
                </a:lnTo>
                <a:cubicBezTo>
                  <a:pt x="5324248" y="2398859"/>
                  <a:pt x="5323749" y="2399109"/>
                  <a:pt x="5323251" y="2399109"/>
                </a:cubicBezTo>
                <a:close/>
                <a:moveTo>
                  <a:pt x="2353357" y="1608966"/>
                </a:moveTo>
                <a:cubicBezTo>
                  <a:pt x="2352859" y="1608967"/>
                  <a:pt x="2352360" y="1608635"/>
                  <a:pt x="2352112" y="1608219"/>
                </a:cubicBezTo>
                <a:lnTo>
                  <a:pt x="2341727" y="1590274"/>
                </a:lnTo>
                <a:cubicBezTo>
                  <a:pt x="2341478" y="1589776"/>
                  <a:pt x="2341477" y="1589193"/>
                  <a:pt x="2341727" y="1588779"/>
                </a:cubicBezTo>
                <a:lnTo>
                  <a:pt x="2352112" y="1570833"/>
                </a:lnTo>
                <a:cubicBezTo>
                  <a:pt x="2352361" y="1570335"/>
                  <a:pt x="2352860" y="1570086"/>
                  <a:pt x="2353358" y="1570085"/>
                </a:cubicBezTo>
                <a:lnTo>
                  <a:pt x="2374127" y="1570086"/>
                </a:lnTo>
                <a:cubicBezTo>
                  <a:pt x="2374625" y="1570085"/>
                  <a:pt x="2375124" y="1570417"/>
                  <a:pt x="2375374" y="1570834"/>
                </a:cubicBezTo>
                <a:lnTo>
                  <a:pt x="2385758" y="1588779"/>
                </a:lnTo>
                <a:cubicBezTo>
                  <a:pt x="2386008" y="1589277"/>
                  <a:pt x="2386007" y="1589859"/>
                  <a:pt x="2385759" y="1590274"/>
                </a:cubicBezTo>
                <a:lnTo>
                  <a:pt x="2375374" y="1608218"/>
                </a:lnTo>
                <a:cubicBezTo>
                  <a:pt x="2375125" y="1608717"/>
                  <a:pt x="2374626" y="1608967"/>
                  <a:pt x="2374128" y="1608966"/>
                </a:cubicBezTo>
                <a:close/>
                <a:moveTo>
                  <a:pt x="2413543" y="1625093"/>
                </a:moveTo>
                <a:cubicBezTo>
                  <a:pt x="2413044" y="1625093"/>
                  <a:pt x="2412546" y="1624761"/>
                  <a:pt x="2412297" y="1624345"/>
                </a:cubicBezTo>
                <a:lnTo>
                  <a:pt x="2401913" y="1606400"/>
                </a:lnTo>
                <a:cubicBezTo>
                  <a:pt x="2401663" y="1605902"/>
                  <a:pt x="2401663" y="1605320"/>
                  <a:pt x="2401913" y="1604905"/>
                </a:cubicBezTo>
                <a:lnTo>
                  <a:pt x="2412297" y="1586960"/>
                </a:lnTo>
                <a:cubicBezTo>
                  <a:pt x="2412547" y="1586461"/>
                  <a:pt x="2413044" y="1586212"/>
                  <a:pt x="2413543" y="1586212"/>
                </a:cubicBezTo>
                <a:lnTo>
                  <a:pt x="2434313" y="1586212"/>
                </a:lnTo>
                <a:cubicBezTo>
                  <a:pt x="2434811" y="1586212"/>
                  <a:pt x="2435310" y="1586544"/>
                  <a:pt x="2435560" y="1586960"/>
                </a:cubicBezTo>
                <a:lnTo>
                  <a:pt x="2445944" y="1604905"/>
                </a:lnTo>
                <a:cubicBezTo>
                  <a:pt x="2446193" y="1605403"/>
                  <a:pt x="2446193" y="1605985"/>
                  <a:pt x="2445944" y="1606400"/>
                </a:cubicBezTo>
                <a:lnTo>
                  <a:pt x="2435560" y="1624345"/>
                </a:lnTo>
                <a:cubicBezTo>
                  <a:pt x="2435310" y="1624844"/>
                  <a:pt x="2434811" y="1625093"/>
                  <a:pt x="2434314" y="1625093"/>
                </a:cubicBezTo>
                <a:close/>
                <a:moveTo>
                  <a:pt x="2473729" y="1641220"/>
                </a:moveTo>
                <a:cubicBezTo>
                  <a:pt x="2473230" y="1641220"/>
                  <a:pt x="2472732" y="1640888"/>
                  <a:pt x="2472483" y="1640472"/>
                </a:cubicBezTo>
                <a:lnTo>
                  <a:pt x="2462098" y="1622527"/>
                </a:lnTo>
                <a:cubicBezTo>
                  <a:pt x="2461849" y="1622029"/>
                  <a:pt x="2461849" y="1621447"/>
                  <a:pt x="2462098" y="1621032"/>
                </a:cubicBezTo>
                <a:lnTo>
                  <a:pt x="2472483" y="1603087"/>
                </a:lnTo>
                <a:cubicBezTo>
                  <a:pt x="2472732" y="1602588"/>
                  <a:pt x="2473230" y="1602339"/>
                  <a:pt x="2473729" y="1602339"/>
                </a:cubicBezTo>
                <a:lnTo>
                  <a:pt x="2494499" y="1602339"/>
                </a:lnTo>
                <a:cubicBezTo>
                  <a:pt x="2494997" y="1602339"/>
                  <a:pt x="2495496" y="1602671"/>
                  <a:pt x="2495745" y="1603087"/>
                </a:cubicBezTo>
                <a:lnTo>
                  <a:pt x="2506130" y="1621032"/>
                </a:lnTo>
                <a:cubicBezTo>
                  <a:pt x="2506379" y="1621530"/>
                  <a:pt x="2506379" y="1622112"/>
                  <a:pt x="2506130" y="1622527"/>
                </a:cubicBezTo>
                <a:lnTo>
                  <a:pt x="2495745" y="1640472"/>
                </a:lnTo>
                <a:cubicBezTo>
                  <a:pt x="2495496" y="1640971"/>
                  <a:pt x="2494997" y="1641220"/>
                  <a:pt x="2494499" y="1641220"/>
                </a:cubicBezTo>
                <a:close/>
                <a:moveTo>
                  <a:pt x="5061737" y="2334675"/>
                </a:moveTo>
                <a:cubicBezTo>
                  <a:pt x="5061238" y="2334675"/>
                  <a:pt x="5060740" y="2334343"/>
                  <a:pt x="5060491" y="2333927"/>
                </a:cubicBezTo>
                <a:lnTo>
                  <a:pt x="5050106" y="2315982"/>
                </a:lnTo>
                <a:cubicBezTo>
                  <a:pt x="5049857" y="2315484"/>
                  <a:pt x="5049857" y="2314902"/>
                  <a:pt x="5050106" y="2314487"/>
                </a:cubicBezTo>
                <a:lnTo>
                  <a:pt x="5060491" y="2296542"/>
                </a:lnTo>
                <a:cubicBezTo>
                  <a:pt x="5060740" y="2296043"/>
                  <a:pt x="5061238" y="2295794"/>
                  <a:pt x="5061737" y="2295794"/>
                </a:cubicBezTo>
                <a:lnTo>
                  <a:pt x="5082507" y="2295794"/>
                </a:lnTo>
                <a:cubicBezTo>
                  <a:pt x="5083005" y="2295794"/>
                  <a:pt x="5083504" y="2296126"/>
                  <a:pt x="5083753" y="2296542"/>
                </a:cubicBezTo>
                <a:lnTo>
                  <a:pt x="5094138" y="2314487"/>
                </a:lnTo>
                <a:cubicBezTo>
                  <a:pt x="5094387" y="2314985"/>
                  <a:pt x="5094387" y="2315567"/>
                  <a:pt x="5094138" y="2315982"/>
                </a:cubicBezTo>
                <a:lnTo>
                  <a:pt x="5083753" y="2333927"/>
                </a:lnTo>
                <a:cubicBezTo>
                  <a:pt x="5083504" y="2334426"/>
                  <a:pt x="5083005" y="2334675"/>
                  <a:pt x="5082507" y="2334675"/>
                </a:cubicBezTo>
                <a:close/>
                <a:moveTo>
                  <a:pt x="2172715" y="1560668"/>
                </a:moveTo>
                <a:cubicBezTo>
                  <a:pt x="2172216" y="1560668"/>
                  <a:pt x="2171718" y="1560336"/>
                  <a:pt x="2171469" y="1559921"/>
                </a:cubicBezTo>
                <a:lnTo>
                  <a:pt x="2161084" y="1541892"/>
                </a:lnTo>
                <a:cubicBezTo>
                  <a:pt x="2160835" y="1541394"/>
                  <a:pt x="2160835" y="1540812"/>
                  <a:pt x="2161084" y="1540397"/>
                </a:cubicBezTo>
                <a:lnTo>
                  <a:pt x="2171552" y="1522369"/>
                </a:lnTo>
                <a:cubicBezTo>
                  <a:pt x="2171801" y="1521870"/>
                  <a:pt x="2172300" y="1521621"/>
                  <a:pt x="2172798" y="1521621"/>
                </a:cubicBezTo>
                <a:lnTo>
                  <a:pt x="2193651" y="1521621"/>
                </a:lnTo>
                <a:cubicBezTo>
                  <a:pt x="2194149" y="1521621"/>
                  <a:pt x="2194648" y="1521953"/>
                  <a:pt x="2194897" y="1522369"/>
                </a:cubicBezTo>
                <a:lnTo>
                  <a:pt x="2205282" y="1540397"/>
                </a:lnTo>
                <a:cubicBezTo>
                  <a:pt x="2205531" y="1540895"/>
                  <a:pt x="2205531" y="1541477"/>
                  <a:pt x="2205282" y="1541892"/>
                </a:cubicBezTo>
                <a:lnTo>
                  <a:pt x="2194814" y="1559921"/>
                </a:lnTo>
                <a:cubicBezTo>
                  <a:pt x="2194565" y="1560419"/>
                  <a:pt x="2194066" y="1560668"/>
                  <a:pt x="2193568" y="1560668"/>
                </a:cubicBezTo>
                <a:close/>
                <a:moveTo>
                  <a:pt x="2533832" y="1657429"/>
                </a:moveTo>
                <a:cubicBezTo>
                  <a:pt x="2533333" y="1657429"/>
                  <a:pt x="2532835" y="1657097"/>
                  <a:pt x="2532586" y="1656682"/>
                </a:cubicBezTo>
                <a:lnTo>
                  <a:pt x="2522201" y="1638653"/>
                </a:lnTo>
                <a:cubicBezTo>
                  <a:pt x="2521952" y="1638155"/>
                  <a:pt x="2521952" y="1637573"/>
                  <a:pt x="2522201" y="1637158"/>
                </a:cubicBezTo>
                <a:lnTo>
                  <a:pt x="2532669" y="1619130"/>
                </a:lnTo>
                <a:cubicBezTo>
                  <a:pt x="2532918" y="1618631"/>
                  <a:pt x="2533417" y="1618382"/>
                  <a:pt x="2533915" y="1618382"/>
                </a:cubicBezTo>
                <a:lnTo>
                  <a:pt x="2554768" y="1618382"/>
                </a:lnTo>
                <a:cubicBezTo>
                  <a:pt x="2555267" y="1618382"/>
                  <a:pt x="2555765" y="1618714"/>
                  <a:pt x="2556014" y="1619130"/>
                </a:cubicBezTo>
                <a:lnTo>
                  <a:pt x="2566399" y="1637158"/>
                </a:lnTo>
                <a:cubicBezTo>
                  <a:pt x="2566648" y="1637656"/>
                  <a:pt x="2566648" y="1638238"/>
                  <a:pt x="2566399" y="1638653"/>
                </a:cubicBezTo>
                <a:lnTo>
                  <a:pt x="2555931" y="1656682"/>
                </a:lnTo>
                <a:cubicBezTo>
                  <a:pt x="2555682" y="1657180"/>
                  <a:pt x="2555183" y="1657429"/>
                  <a:pt x="2554685" y="1657429"/>
                </a:cubicBezTo>
                <a:close/>
                <a:moveTo>
                  <a:pt x="5121840" y="2350883"/>
                </a:moveTo>
                <a:cubicBezTo>
                  <a:pt x="5121341" y="2350884"/>
                  <a:pt x="5120843" y="2350552"/>
                  <a:pt x="5120594" y="2350137"/>
                </a:cubicBezTo>
                <a:lnTo>
                  <a:pt x="5110209" y="2332108"/>
                </a:lnTo>
                <a:cubicBezTo>
                  <a:pt x="5109960" y="2331609"/>
                  <a:pt x="5109960" y="2331028"/>
                  <a:pt x="5110209" y="2330612"/>
                </a:cubicBezTo>
                <a:lnTo>
                  <a:pt x="5120677" y="2312585"/>
                </a:lnTo>
                <a:cubicBezTo>
                  <a:pt x="5120926" y="2312086"/>
                  <a:pt x="5121425" y="2311837"/>
                  <a:pt x="5121923" y="2311837"/>
                </a:cubicBezTo>
                <a:lnTo>
                  <a:pt x="5142776" y="2311837"/>
                </a:lnTo>
                <a:cubicBezTo>
                  <a:pt x="5143275" y="2311837"/>
                  <a:pt x="5143773" y="2312168"/>
                  <a:pt x="5144022" y="2312585"/>
                </a:cubicBezTo>
                <a:lnTo>
                  <a:pt x="5154407" y="2330612"/>
                </a:lnTo>
                <a:cubicBezTo>
                  <a:pt x="5154656" y="2331111"/>
                  <a:pt x="5154656" y="2331692"/>
                  <a:pt x="5154407" y="2332108"/>
                </a:cubicBezTo>
                <a:lnTo>
                  <a:pt x="5143939" y="2350137"/>
                </a:lnTo>
                <a:cubicBezTo>
                  <a:pt x="5143690" y="2350635"/>
                  <a:pt x="5143191" y="2350883"/>
                  <a:pt x="5142693" y="2350884"/>
                </a:cubicBezTo>
                <a:close/>
                <a:moveTo>
                  <a:pt x="2293087" y="1593004"/>
                </a:moveTo>
                <a:cubicBezTo>
                  <a:pt x="2292589" y="1593004"/>
                  <a:pt x="2292090" y="1592672"/>
                  <a:pt x="2291841" y="1592256"/>
                </a:cubicBezTo>
                <a:lnTo>
                  <a:pt x="2281373" y="1574146"/>
                </a:lnTo>
                <a:cubicBezTo>
                  <a:pt x="2281124" y="1573647"/>
                  <a:pt x="2281124" y="1573066"/>
                  <a:pt x="2281373" y="1572650"/>
                </a:cubicBezTo>
                <a:lnTo>
                  <a:pt x="2291841" y="1554539"/>
                </a:lnTo>
                <a:cubicBezTo>
                  <a:pt x="2292090" y="1554040"/>
                  <a:pt x="2292589" y="1553791"/>
                  <a:pt x="2293087" y="1553791"/>
                </a:cubicBezTo>
                <a:lnTo>
                  <a:pt x="2314023" y="1553791"/>
                </a:lnTo>
                <a:cubicBezTo>
                  <a:pt x="2314522" y="1553791"/>
                  <a:pt x="2315020" y="1554123"/>
                  <a:pt x="2315269" y="1554539"/>
                </a:cubicBezTo>
                <a:lnTo>
                  <a:pt x="2325737" y="1572650"/>
                </a:lnTo>
                <a:cubicBezTo>
                  <a:pt x="2325987" y="1573148"/>
                  <a:pt x="2325987" y="1573730"/>
                  <a:pt x="2325737" y="1574145"/>
                </a:cubicBezTo>
                <a:lnTo>
                  <a:pt x="2315269" y="1592256"/>
                </a:lnTo>
                <a:cubicBezTo>
                  <a:pt x="2315020" y="1592755"/>
                  <a:pt x="2314522" y="1593004"/>
                  <a:pt x="2314023" y="1593004"/>
                </a:cubicBezTo>
                <a:close/>
                <a:moveTo>
                  <a:pt x="3075508" y="1802653"/>
                </a:moveTo>
                <a:cubicBezTo>
                  <a:pt x="3075010" y="1802654"/>
                  <a:pt x="3074511" y="1802321"/>
                  <a:pt x="3074262" y="1801905"/>
                </a:cubicBezTo>
                <a:lnTo>
                  <a:pt x="3063794" y="1783795"/>
                </a:lnTo>
                <a:cubicBezTo>
                  <a:pt x="3063545" y="1783296"/>
                  <a:pt x="3063545" y="1782715"/>
                  <a:pt x="3063794" y="1782299"/>
                </a:cubicBezTo>
                <a:lnTo>
                  <a:pt x="3074262" y="1764189"/>
                </a:lnTo>
                <a:cubicBezTo>
                  <a:pt x="3074511" y="1763690"/>
                  <a:pt x="3075010" y="1763440"/>
                  <a:pt x="3075508" y="1763441"/>
                </a:cubicBezTo>
                <a:lnTo>
                  <a:pt x="3096444" y="1763441"/>
                </a:lnTo>
                <a:cubicBezTo>
                  <a:pt x="3096943" y="1763440"/>
                  <a:pt x="3097441" y="1763773"/>
                  <a:pt x="3097690" y="1764188"/>
                </a:cubicBezTo>
                <a:lnTo>
                  <a:pt x="3108158" y="1782299"/>
                </a:lnTo>
                <a:cubicBezTo>
                  <a:pt x="3108408" y="1782798"/>
                  <a:pt x="3108408" y="1783379"/>
                  <a:pt x="3108158" y="1783795"/>
                </a:cubicBezTo>
                <a:lnTo>
                  <a:pt x="3097690" y="1801905"/>
                </a:lnTo>
                <a:cubicBezTo>
                  <a:pt x="3097441" y="1802404"/>
                  <a:pt x="3096943" y="1802654"/>
                  <a:pt x="3096444" y="1802653"/>
                </a:cubicBezTo>
                <a:close/>
                <a:moveTo>
                  <a:pt x="3737556" y="1980049"/>
                </a:moveTo>
                <a:cubicBezTo>
                  <a:pt x="3737058" y="1980049"/>
                  <a:pt x="3736560" y="1979717"/>
                  <a:pt x="3736310" y="1979301"/>
                </a:cubicBezTo>
                <a:lnTo>
                  <a:pt x="3725843" y="1961190"/>
                </a:lnTo>
                <a:cubicBezTo>
                  <a:pt x="3725594" y="1960692"/>
                  <a:pt x="3725594" y="1960110"/>
                  <a:pt x="3725843" y="1959695"/>
                </a:cubicBezTo>
                <a:lnTo>
                  <a:pt x="3736310" y="1941584"/>
                </a:lnTo>
                <a:cubicBezTo>
                  <a:pt x="3736559" y="1941085"/>
                  <a:pt x="3737058" y="1940836"/>
                  <a:pt x="3737556" y="1940836"/>
                </a:cubicBezTo>
                <a:lnTo>
                  <a:pt x="3758493" y="1940836"/>
                </a:lnTo>
                <a:cubicBezTo>
                  <a:pt x="3758992" y="1940836"/>
                  <a:pt x="3759489" y="1941168"/>
                  <a:pt x="3759739" y="1941584"/>
                </a:cubicBezTo>
                <a:lnTo>
                  <a:pt x="3770206" y="1959695"/>
                </a:lnTo>
                <a:cubicBezTo>
                  <a:pt x="3770456" y="1960193"/>
                  <a:pt x="3770456" y="1960775"/>
                  <a:pt x="3770206" y="1961190"/>
                </a:cubicBezTo>
                <a:lnTo>
                  <a:pt x="3759739" y="1979301"/>
                </a:lnTo>
                <a:cubicBezTo>
                  <a:pt x="3759490" y="1979800"/>
                  <a:pt x="3758992" y="1980049"/>
                  <a:pt x="3758493" y="1980049"/>
                </a:cubicBezTo>
                <a:close/>
                <a:moveTo>
                  <a:pt x="5001467" y="2318713"/>
                </a:moveTo>
                <a:cubicBezTo>
                  <a:pt x="5000969" y="2318713"/>
                  <a:pt x="5000471" y="2318381"/>
                  <a:pt x="5000221" y="2317965"/>
                </a:cubicBezTo>
                <a:lnTo>
                  <a:pt x="4989754" y="2299854"/>
                </a:lnTo>
                <a:cubicBezTo>
                  <a:pt x="4989505" y="2299356"/>
                  <a:pt x="4989505" y="2298774"/>
                  <a:pt x="4989754" y="2298359"/>
                </a:cubicBezTo>
                <a:lnTo>
                  <a:pt x="5000221" y="2280248"/>
                </a:lnTo>
                <a:cubicBezTo>
                  <a:pt x="5000470" y="2279749"/>
                  <a:pt x="5000969" y="2279500"/>
                  <a:pt x="5001467" y="2279500"/>
                </a:cubicBezTo>
                <a:lnTo>
                  <a:pt x="5022404" y="2279500"/>
                </a:lnTo>
                <a:cubicBezTo>
                  <a:pt x="5022903" y="2279500"/>
                  <a:pt x="5023400" y="2279832"/>
                  <a:pt x="5023650" y="2280248"/>
                </a:cubicBezTo>
                <a:lnTo>
                  <a:pt x="5034117" y="2298359"/>
                </a:lnTo>
                <a:cubicBezTo>
                  <a:pt x="5034366" y="2298857"/>
                  <a:pt x="5034366" y="2299439"/>
                  <a:pt x="5034117" y="2299854"/>
                </a:cubicBezTo>
                <a:lnTo>
                  <a:pt x="5023650" y="2317965"/>
                </a:lnTo>
                <a:cubicBezTo>
                  <a:pt x="5023401" y="2318464"/>
                  <a:pt x="5022903" y="2318713"/>
                  <a:pt x="5022404" y="2318713"/>
                </a:cubicBezTo>
                <a:close/>
                <a:moveTo>
                  <a:pt x="2593958" y="1673715"/>
                </a:moveTo>
                <a:cubicBezTo>
                  <a:pt x="2593460" y="1673715"/>
                  <a:pt x="2592961" y="1673382"/>
                  <a:pt x="2592712" y="1672967"/>
                </a:cubicBezTo>
                <a:lnTo>
                  <a:pt x="2582161" y="1654690"/>
                </a:lnTo>
                <a:cubicBezTo>
                  <a:pt x="2581912" y="1654191"/>
                  <a:pt x="2581912" y="1653609"/>
                  <a:pt x="2582161" y="1653194"/>
                </a:cubicBezTo>
                <a:lnTo>
                  <a:pt x="2592712" y="1634917"/>
                </a:lnTo>
                <a:cubicBezTo>
                  <a:pt x="2592961" y="1634418"/>
                  <a:pt x="2593460" y="1634169"/>
                  <a:pt x="2593958" y="1634169"/>
                </a:cubicBezTo>
                <a:lnTo>
                  <a:pt x="2614977" y="1634169"/>
                </a:lnTo>
                <a:cubicBezTo>
                  <a:pt x="2615475" y="1634169"/>
                  <a:pt x="2615974" y="1634501"/>
                  <a:pt x="2616223" y="1634917"/>
                </a:cubicBezTo>
                <a:lnTo>
                  <a:pt x="2626774" y="1653194"/>
                </a:lnTo>
                <a:cubicBezTo>
                  <a:pt x="2627024" y="1653693"/>
                  <a:pt x="2627024" y="1654274"/>
                  <a:pt x="2626774" y="1654690"/>
                </a:cubicBezTo>
                <a:lnTo>
                  <a:pt x="2616223" y="1672967"/>
                </a:lnTo>
                <a:cubicBezTo>
                  <a:pt x="2615974" y="1673465"/>
                  <a:pt x="2615475" y="1673715"/>
                  <a:pt x="2614977" y="1673715"/>
                </a:cubicBezTo>
                <a:close/>
                <a:moveTo>
                  <a:pt x="2714331" y="1705969"/>
                </a:moveTo>
                <a:cubicBezTo>
                  <a:pt x="2713833" y="1705969"/>
                  <a:pt x="2713334" y="1705636"/>
                  <a:pt x="2713084" y="1705220"/>
                </a:cubicBezTo>
                <a:lnTo>
                  <a:pt x="2702534" y="1686943"/>
                </a:lnTo>
                <a:cubicBezTo>
                  <a:pt x="2702285" y="1686444"/>
                  <a:pt x="2702285" y="1685862"/>
                  <a:pt x="2702534" y="1685447"/>
                </a:cubicBezTo>
                <a:lnTo>
                  <a:pt x="2713085" y="1667170"/>
                </a:lnTo>
                <a:cubicBezTo>
                  <a:pt x="2713334" y="1666671"/>
                  <a:pt x="2713833" y="1666423"/>
                  <a:pt x="2714331" y="1666422"/>
                </a:cubicBezTo>
                <a:lnTo>
                  <a:pt x="2735350" y="1666423"/>
                </a:lnTo>
                <a:cubicBezTo>
                  <a:pt x="2735848" y="1666423"/>
                  <a:pt x="2736347" y="1666754"/>
                  <a:pt x="2736596" y="1667171"/>
                </a:cubicBezTo>
                <a:lnTo>
                  <a:pt x="2747147" y="1685447"/>
                </a:lnTo>
                <a:cubicBezTo>
                  <a:pt x="2747397" y="1685947"/>
                  <a:pt x="2747397" y="1686527"/>
                  <a:pt x="2747147" y="1686944"/>
                </a:cubicBezTo>
                <a:lnTo>
                  <a:pt x="2736596" y="1705221"/>
                </a:lnTo>
                <a:cubicBezTo>
                  <a:pt x="2736347" y="1705719"/>
                  <a:pt x="2735848" y="1705968"/>
                  <a:pt x="2735350" y="1705969"/>
                </a:cubicBezTo>
                <a:close/>
                <a:moveTo>
                  <a:pt x="2774517" y="1722095"/>
                </a:moveTo>
                <a:cubicBezTo>
                  <a:pt x="2774019" y="1722095"/>
                  <a:pt x="2773519" y="1721762"/>
                  <a:pt x="2773270" y="1721347"/>
                </a:cubicBezTo>
                <a:lnTo>
                  <a:pt x="2762720" y="1703070"/>
                </a:lnTo>
                <a:cubicBezTo>
                  <a:pt x="2762470" y="1702571"/>
                  <a:pt x="2762471" y="1701989"/>
                  <a:pt x="2762719" y="1701574"/>
                </a:cubicBezTo>
                <a:lnTo>
                  <a:pt x="2773270" y="1683297"/>
                </a:lnTo>
                <a:cubicBezTo>
                  <a:pt x="2773520" y="1682798"/>
                  <a:pt x="2774018" y="1682549"/>
                  <a:pt x="2774516" y="1682549"/>
                </a:cubicBezTo>
                <a:lnTo>
                  <a:pt x="2795536" y="1682549"/>
                </a:lnTo>
                <a:cubicBezTo>
                  <a:pt x="2796034" y="1682549"/>
                  <a:pt x="2796533" y="1682881"/>
                  <a:pt x="2796782" y="1683297"/>
                </a:cubicBezTo>
                <a:lnTo>
                  <a:pt x="2807333" y="1701574"/>
                </a:lnTo>
                <a:cubicBezTo>
                  <a:pt x="2807582" y="1702073"/>
                  <a:pt x="2807583" y="1702654"/>
                  <a:pt x="2807332" y="1703070"/>
                </a:cubicBezTo>
                <a:lnTo>
                  <a:pt x="2796781" y="1721347"/>
                </a:lnTo>
                <a:cubicBezTo>
                  <a:pt x="2796533" y="1721845"/>
                  <a:pt x="2796033" y="1722095"/>
                  <a:pt x="2795535" y="1722095"/>
                </a:cubicBezTo>
                <a:close/>
                <a:moveTo>
                  <a:pt x="2654121" y="1690025"/>
                </a:moveTo>
                <a:cubicBezTo>
                  <a:pt x="2653540" y="1690025"/>
                  <a:pt x="2653041" y="1689776"/>
                  <a:pt x="2652791" y="1689277"/>
                </a:cubicBezTo>
                <a:lnTo>
                  <a:pt x="2642241" y="1670917"/>
                </a:lnTo>
                <a:cubicBezTo>
                  <a:pt x="2641991" y="1670418"/>
                  <a:pt x="2641992" y="1669921"/>
                  <a:pt x="2642241" y="1669421"/>
                </a:cubicBezTo>
                <a:lnTo>
                  <a:pt x="2652791" y="1651061"/>
                </a:lnTo>
                <a:cubicBezTo>
                  <a:pt x="2653123" y="1650562"/>
                  <a:pt x="2653623" y="1650313"/>
                  <a:pt x="2654121" y="1650313"/>
                </a:cubicBezTo>
                <a:lnTo>
                  <a:pt x="2675306" y="1650313"/>
                </a:lnTo>
                <a:cubicBezTo>
                  <a:pt x="2675887" y="1650313"/>
                  <a:pt x="2676386" y="1650562"/>
                  <a:pt x="2676635" y="1651061"/>
                </a:cubicBezTo>
                <a:lnTo>
                  <a:pt x="2687186" y="1669421"/>
                </a:lnTo>
                <a:cubicBezTo>
                  <a:pt x="2687436" y="1669921"/>
                  <a:pt x="2687435" y="1670418"/>
                  <a:pt x="2687187" y="1670918"/>
                </a:cubicBezTo>
                <a:lnTo>
                  <a:pt x="2676636" y="1689278"/>
                </a:lnTo>
                <a:cubicBezTo>
                  <a:pt x="2676303" y="1689776"/>
                  <a:pt x="2675804" y="1690025"/>
                  <a:pt x="2675305" y="1690026"/>
                </a:cubicBezTo>
                <a:close/>
                <a:moveTo>
                  <a:pt x="3135445" y="1819279"/>
                </a:moveTo>
                <a:cubicBezTo>
                  <a:pt x="3134864" y="1819280"/>
                  <a:pt x="3134365" y="1819029"/>
                  <a:pt x="3134116" y="1818531"/>
                </a:cubicBezTo>
                <a:lnTo>
                  <a:pt x="3123399" y="1799921"/>
                </a:lnTo>
                <a:cubicBezTo>
                  <a:pt x="3123150" y="1799506"/>
                  <a:pt x="3123150" y="1798924"/>
                  <a:pt x="3123399" y="1798426"/>
                </a:cubicBezTo>
                <a:lnTo>
                  <a:pt x="3134116" y="1779816"/>
                </a:lnTo>
                <a:cubicBezTo>
                  <a:pt x="3134448" y="1779400"/>
                  <a:pt x="3134947" y="1779068"/>
                  <a:pt x="3135445" y="1779068"/>
                </a:cubicBezTo>
                <a:lnTo>
                  <a:pt x="3156880" y="1779069"/>
                </a:lnTo>
                <a:cubicBezTo>
                  <a:pt x="3157461" y="1779068"/>
                  <a:pt x="3157960" y="1779318"/>
                  <a:pt x="3158209" y="1779816"/>
                </a:cubicBezTo>
                <a:lnTo>
                  <a:pt x="3168926" y="1798426"/>
                </a:lnTo>
                <a:cubicBezTo>
                  <a:pt x="3169175" y="1798841"/>
                  <a:pt x="3169175" y="1799422"/>
                  <a:pt x="3168926" y="1799922"/>
                </a:cubicBezTo>
                <a:lnTo>
                  <a:pt x="3158209" y="1818531"/>
                </a:lnTo>
                <a:cubicBezTo>
                  <a:pt x="3157877" y="1818946"/>
                  <a:pt x="3157378" y="1819279"/>
                  <a:pt x="3156880" y="1819279"/>
                </a:cubicBezTo>
                <a:close/>
                <a:moveTo>
                  <a:pt x="3316004" y="1867660"/>
                </a:moveTo>
                <a:cubicBezTo>
                  <a:pt x="3315423" y="1867660"/>
                  <a:pt x="3314923" y="1867410"/>
                  <a:pt x="3314674" y="1866912"/>
                </a:cubicBezTo>
                <a:lnTo>
                  <a:pt x="3303957" y="1848302"/>
                </a:lnTo>
                <a:cubicBezTo>
                  <a:pt x="3303709" y="1847887"/>
                  <a:pt x="3303708" y="1847305"/>
                  <a:pt x="3303958" y="1846807"/>
                </a:cubicBezTo>
                <a:lnTo>
                  <a:pt x="3314675" y="1828197"/>
                </a:lnTo>
                <a:cubicBezTo>
                  <a:pt x="3315006" y="1827781"/>
                  <a:pt x="3315505" y="1827449"/>
                  <a:pt x="3316003" y="1827449"/>
                </a:cubicBezTo>
                <a:lnTo>
                  <a:pt x="3337439" y="1827449"/>
                </a:lnTo>
                <a:cubicBezTo>
                  <a:pt x="3338020" y="1827449"/>
                  <a:pt x="3338519" y="1827698"/>
                  <a:pt x="3338767" y="1828197"/>
                </a:cubicBezTo>
                <a:lnTo>
                  <a:pt x="3349485" y="1846807"/>
                </a:lnTo>
                <a:cubicBezTo>
                  <a:pt x="3349734" y="1847222"/>
                  <a:pt x="3349734" y="1847803"/>
                  <a:pt x="3349485" y="1848302"/>
                </a:cubicBezTo>
                <a:lnTo>
                  <a:pt x="3338767" y="1866912"/>
                </a:lnTo>
                <a:cubicBezTo>
                  <a:pt x="3338436" y="1867327"/>
                  <a:pt x="3337936" y="1867660"/>
                  <a:pt x="3337438" y="1867660"/>
                </a:cubicBezTo>
                <a:close/>
                <a:moveTo>
                  <a:pt x="3556749" y="1932167"/>
                </a:moveTo>
                <a:cubicBezTo>
                  <a:pt x="3556168" y="1932168"/>
                  <a:pt x="3555669" y="1931917"/>
                  <a:pt x="3555420" y="1931419"/>
                </a:cubicBezTo>
                <a:lnTo>
                  <a:pt x="3544703" y="1912809"/>
                </a:lnTo>
                <a:cubicBezTo>
                  <a:pt x="3544454" y="1912395"/>
                  <a:pt x="3544454" y="1911812"/>
                  <a:pt x="3544703" y="1911314"/>
                </a:cubicBezTo>
                <a:lnTo>
                  <a:pt x="3555420" y="1892705"/>
                </a:lnTo>
                <a:cubicBezTo>
                  <a:pt x="3555752" y="1892289"/>
                  <a:pt x="3556251" y="1891956"/>
                  <a:pt x="3556749" y="1891956"/>
                </a:cubicBezTo>
                <a:lnTo>
                  <a:pt x="3578184" y="1891957"/>
                </a:lnTo>
                <a:cubicBezTo>
                  <a:pt x="3578765" y="1891956"/>
                  <a:pt x="3579264" y="1892206"/>
                  <a:pt x="3579513" y="1892704"/>
                </a:cubicBezTo>
                <a:lnTo>
                  <a:pt x="3590230" y="1911314"/>
                </a:lnTo>
                <a:cubicBezTo>
                  <a:pt x="3590479" y="1911729"/>
                  <a:pt x="3590479" y="1912311"/>
                  <a:pt x="3590230" y="1912810"/>
                </a:cubicBezTo>
                <a:lnTo>
                  <a:pt x="3579513" y="1931419"/>
                </a:lnTo>
                <a:cubicBezTo>
                  <a:pt x="3579181" y="1931834"/>
                  <a:pt x="3578682" y="1932167"/>
                  <a:pt x="3578184" y="1932167"/>
                </a:cubicBezTo>
                <a:close/>
                <a:moveTo>
                  <a:pt x="5663184" y="2496784"/>
                </a:moveTo>
                <a:cubicBezTo>
                  <a:pt x="5662602" y="2496784"/>
                  <a:pt x="5662103" y="2496534"/>
                  <a:pt x="5661854" y="2496036"/>
                </a:cubicBezTo>
                <a:lnTo>
                  <a:pt x="5651054" y="2477260"/>
                </a:lnTo>
                <a:cubicBezTo>
                  <a:pt x="5650805" y="2476845"/>
                  <a:pt x="5650805" y="2476263"/>
                  <a:pt x="5651054" y="2475765"/>
                </a:cubicBezTo>
                <a:lnTo>
                  <a:pt x="5661854" y="2456989"/>
                </a:lnTo>
                <a:cubicBezTo>
                  <a:pt x="5662103" y="2456573"/>
                  <a:pt x="5662685" y="2456241"/>
                  <a:pt x="5663184" y="2456241"/>
                </a:cubicBezTo>
                <a:lnTo>
                  <a:pt x="5684867" y="2456241"/>
                </a:lnTo>
                <a:cubicBezTo>
                  <a:pt x="5685448" y="2456241"/>
                  <a:pt x="5685947" y="2456490"/>
                  <a:pt x="5686195" y="2456989"/>
                </a:cubicBezTo>
                <a:lnTo>
                  <a:pt x="5696997" y="2475765"/>
                </a:lnTo>
                <a:cubicBezTo>
                  <a:pt x="5697246" y="2476180"/>
                  <a:pt x="5697246" y="2476762"/>
                  <a:pt x="5696997" y="2477260"/>
                </a:cubicBezTo>
                <a:lnTo>
                  <a:pt x="5686196" y="2496036"/>
                </a:lnTo>
                <a:cubicBezTo>
                  <a:pt x="5685947" y="2496451"/>
                  <a:pt x="5685366" y="2496784"/>
                  <a:pt x="5684867" y="2496784"/>
                </a:cubicBezTo>
                <a:close/>
                <a:moveTo>
                  <a:pt x="3195547" y="1835583"/>
                </a:moveTo>
                <a:cubicBezTo>
                  <a:pt x="3194966" y="1835583"/>
                  <a:pt x="3194468" y="1835333"/>
                  <a:pt x="3194218" y="1834835"/>
                </a:cubicBezTo>
                <a:lnTo>
                  <a:pt x="3183419" y="1816059"/>
                </a:lnTo>
                <a:cubicBezTo>
                  <a:pt x="3183169" y="1815644"/>
                  <a:pt x="3183170" y="1815062"/>
                  <a:pt x="3183419" y="1814564"/>
                </a:cubicBezTo>
                <a:lnTo>
                  <a:pt x="3194219" y="1795788"/>
                </a:lnTo>
                <a:cubicBezTo>
                  <a:pt x="3194467" y="1795372"/>
                  <a:pt x="3195049" y="1795040"/>
                  <a:pt x="3195547" y="1795040"/>
                </a:cubicBezTo>
                <a:lnTo>
                  <a:pt x="3217231" y="1795040"/>
                </a:lnTo>
                <a:cubicBezTo>
                  <a:pt x="3217813" y="1795040"/>
                  <a:pt x="3218311" y="1795289"/>
                  <a:pt x="3218560" y="1795788"/>
                </a:cubicBezTo>
                <a:lnTo>
                  <a:pt x="3229361" y="1814564"/>
                </a:lnTo>
                <a:cubicBezTo>
                  <a:pt x="3229611" y="1814979"/>
                  <a:pt x="3229610" y="1815561"/>
                  <a:pt x="3229362" y="1816059"/>
                </a:cubicBezTo>
                <a:lnTo>
                  <a:pt x="3218560" y="1834835"/>
                </a:lnTo>
                <a:cubicBezTo>
                  <a:pt x="3218311" y="1835250"/>
                  <a:pt x="3217729" y="1835583"/>
                  <a:pt x="3217231" y="1835583"/>
                </a:cubicBezTo>
                <a:close/>
                <a:moveTo>
                  <a:pt x="3376106" y="1883964"/>
                </a:moveTo>
                <a:cubicBezTo>
                  <a:pt x="3375525" y="1883964"/>
                  <a:pt x="3375026" y="1883714"/>
                  <a:pt x="3374777" y="1883216"/>
                </a:cubicBezTo>
                <a:lnTo>
                  <a:pt x="3363977" y="1864440"/>
                </a:lnTo>
                <a:cubicBezTo>
                  <a:pt x="3363728" y="1864025"/>
                  <a:pt x="3363728" y="1863443"/>
                  <a:pt x="3363977" y="1862945"/>
                </a:cubicBezTo>
                <a:lnTo>
                  <a:pt x="3374777" y="1844169"/>
                </a:lnTo>
                <a:cubicBezTo>
                  <a:pt x="3375026" y="1843753"/>
                  <a:pt x="3375608" y="1843421"/>
                  <a:pt x="3376106" y="1843421"/>
                </a:cubicBezTo>
                <a:lnTo>
                  <a:pt x="3397790" y="1843421"/>
                </a:lnTo>
                <a:cubicBezTo>
                  <a:pt x="3398372" y="1843421"/>
                  <a:pt x="3398870" y="1843670"/>
                  <a:pt x="3399119" y="1844169"/>
                </a:cubicBezTo>
                <a:lnTo>
                  <a:pt x="3409920" y="1862945"/>
                </a:lnTo>
                <a:cubicBezTo>
                  <a:pt x="3410169" y="1863360"/>
                  <a:pt x="3410169" y="1863942"/>
                  <a:pt x="3409920" y="1864440"/>
                </a:cubicBezTo>
                <a:lnTo>
                  <a:pt x="3399119" y="1883216"/>
                </a:lnTo>
                <a:cubicBezTo>
                  <a:pt x="3398870" y="1883631"/>
                  <a:pt x="3398288" y="1883964"/>
                  <a:pt x="3397790" y="1883964"/>
                </a:cubicBezTo>
                <a:close/>
                <a:moveTo>
                  <a:pt x="3255558" y="1851948"/>
                </a:moveTo>
                <a:cubicBezTo>
                  <a:pt x="3255059" y="1851948"/>
                  <a:pt x="3254477" y="1851699"/>
                  <a:pt x="3254228" y="1851200"/>
                </a:cubicBezTo>
                <a:lnTo>
                  <a:pt x="3243345" y="1832258"/>
                </a:lnTo>
                <a:cubicBezTo>
                  <a:pt x="3243095" y="1831760"/>
                  <a:pt x="3243096" y="1831178"/>
                  <a:pt x="3243344" y="1830679"/>
                </a:cubicBezTo>
                <a:lnTo>
                  <a:pt x="3254311" y="1811738"/>
                </a:lnTo>
                <a:cubicBezTo>
                  <a:pt x="3254561" y="1811322"/>
                  <a:pt x="3255059" y="1810990"/>
                  <a:pt x="3255641" y="1810990"/>
                </a:cubicBezTo>
                <a:lnTo>
                  <a:pt x="3277491" y="1810989"/>
                </a:lnTo>
                <a:cubicBezTo>
                  <a:pt x="3277989" y="1810990"/>
                  <a:pt x="3278570" y="1811238"/>
                  <a:pt x="3278820" y="1811737"/>
                </a:cubicBezTo>
                <a:lnTo>
                  <a:pt x="3289703" y="1830680"/>
                </a:lnTo>
                <a:cubicBezTo>
                  <a:pt x="3289952" y="1831178"/>
                  <a:pt x="3289952" y="1831760"/>
                  <a:pt x="3289703" y="1832258"/>
                </a:cubicBezTo>
                <a:lnTo>
                  <a:pt x="3278736" y="1851200"/>
                </a:lnTo>
                <a:cubicBezTo>
                  <a:pt x="3278488" y="1851616"/>
                  <a:pt x="3277989" y="1851948"/>
                  <a:pt x="3277407" y="1851948"/>
                </a:cubicBezTo>
                <a:close/>
                <a:moveTo>
                  <a:pt x="5723111" y="2513314"/>
                </a:moveTo>
                <a:cubicBezTo>
                  <a:pt x="5722612" y="2513314"/>
                  <a:pt x="5722031" y="2513065"/>
                  <a:pt x="5721781" y="2512567"/>
                </a:cubicBezTo>
                <a:lnTo>
                  <a:pt x="5710732" y="2493458"/>
                </a:lnTo>
                <a:cubicBezTo>
                  <a:pt x="5710483" y="2492960"/>
                  <a:pt x="5710483" y="2492378"/>
                  <a:pt x="5710732" y="2491880"/>
                </a:cubicBezTo>
                <a:lnTo>
                  <a:pt x="5721781" y="2472772"/>
                </a:lnTo>
                <a:cubicBezTo>
                  <a:pt x="5722031" y="2472356"/>
                  <a:pt x="5722529" y="2472024"/>
                  <a:pt x="5723111" y="2472024"/>
                </a:cubicBezTo>
                <a:lnTo>
                  <a:pt x="5745210" y="2472024"/>
                </a:lnTo>
                <a:cubicBezTo>
                  <a:pt x="5745708" y="2472024"/>
                  <a:pt x="5746290" y="2472273"/>
                  <a:pt x="5746539" y="2472772"/>
                </a:cubicBezTo>
                <a:lnTo>
                  <a:pt x="5757589" y="2491880"/>
                </a:lnTo>
                <a:cubicBezTo>
                  <a:pt x="5757838" y="2492378"/>
                  <a:pt x="5757838" y="2492960"/>
                  <a:pt x="5757589" y="2493458"/>
                </a:cubicBezTo>
                <a:lnTo>
                  <a:pt x="5746539" y="2512567"/>
                </a:lnTo>
                <a:cubicBezTo>
                  <a:pt x="5746290" y="2512982"/>
                  <a:pt x="5745791" y="2513314"/>
                  <a:pt x="5745210" y="2513314"/>
                </a:cubicBezTo>
                <a:close/>
                <a:moveTo>
                  <a:pt x="3435952" y="1900660"/>
                </a:moveTo>
                <a:cubicBezTo>
                  <a:pt x="3435452" y="1900660"/>
                  <a:pt x="3434871" y="1900411"/>
                  <a:pt x="3434621" y="1899912"/>
                </a:cubicBezTo>
                <a:lnTo>
                  <a:pt x="3423489" y="1880638"/>
                </a:lnTo>
                <a:cubicBezTo>
                  <a:pt x="3423240" y="1880139"/>
                  <a:pt x="3423240" y="1879559"/>
                  <a:pt x="3423489" y="1879059"/>
                </a:cubicBezTo>
                <a:lnTo>
                  <a:pt x="3434621" y="1859785"/>
                </a:lnTo>
                <a:cubicBezTo>
                  <a:pt x="3434872" y="1859369"/>
                  <a:pt x="3435369" y="1859037"/>
                  <a:pt x="3435951" y="1859037"/>
                </a:cubicBezTo>
                <a:lnTo>
                  <a:pt x="3458216" y="1859037"/>
                </a:lnTo>
                <a:cubicBezTo>
                  <a:pt x="3458714" y="1859037"/>
                  <a:pt x="3459296" y="1859286"/>
                  <a:pt x="3459545" y="1859785"/>
                </a:cubicBezTo>
                <a:lnTo>
                  <a:pt x="3470679" y="1879059"/>
                </a:lnTo>
                <a:cubicBezTo>
                  <a:pt x="3470927" y="1879558"/>
                  <a:pt x="3470928" y="1880139"/>
                  <a:pt x="3470678" y="1880638"/>
                </a:cubicBezTo>
                <a:lnTo>
                  <a:pt x="3459546" y="1899912"/>
                </a:lnTo>
                <a:cubicBezTo>
                  <a:pt x="3459296" y="1900327"/>
                  <a:pt x="3458798" y="1900660"/>
                  <a:pt x="3458216" y="1900660"/>
                </a:cubicBezTo>
                <a:close/>
                <a:moveTo>
                  <a:pt x="3917132" y="2030248"/>
                </a:moveTo>
                <a:cubicBezTo>
                  <a:pt x="3916550" y="2030248"/>
                  <a:pt x="3916051" y="2029915"/>
                  <a:pt x="3915719" y="2029417"/>
                </a:cubicBezTo>
                <a:lnTo>
                  <a:pt x="3904254" y="2009561"/>
                </a:lnTo>
                <a:cubicBezTo>
                  <a:pt x="3903923" y="2009146"/>
                  <a:pt x="3903922" y="2008481"/>
                  <a:pt x="3904254" y="2007983"/>
                </a:cubicBezTo>
                <a:lnTo>
                  <a:pt x="3915719" y="1988127"/>
                </a:lnTo>
                <a:cubicBezTo>
                  <a:pt x="3916051" y="1987628"/>
                  <a:pt x="3916550" y="1987296"/>
                  <a:pt x="3917132" y="1987296"/>
                </a:cubicBezTo>
                <a:lnTo>
                  <a:pt x="3939978" y="1987296"/>
                </a:lnTo>
                <a:cubicBezTo>
                  <a:pt x="3940560" y="1987296"/>
                  <a:pt x="3941058" y="1987628"/>
                  <a:pt x="3941391" y="1988127"/>
                </a:cubicBezTo>
                <a:lnTo>
                  <a:pt x="3952855" y="2007983"/>
                </a:lnTo>
                <a:cubicBezTo>
                  <a:pt x="3953188" y="2008398"/>
                  <a:pt x="3953188" y="2009063"/>
                  <a:pt x="3952855" y="2009561"/>
                </a:cubicBezTo>
                <a:lnTo>
                  <a:pt x="3941391" y="2029417"/>
                </a:lnTo>
                <a:cubicBezTo>
                  <a:pt x="3941058" y="2029915"/>
                  <a:pt x="3940560" y="2030248"/>
                  <a:pt x="3939978" y="2030248"/>
                </a:cubicBezTo>
                <a:close/>
                <a:moveTo>
                  <a:pt x="3977324" y="2046481"/>
                </a:moveTo>
                <a:cubicBezTo>
                  <a:pt x="3976743" y="2046481"/>
                  <a:pt x="3976245" y="2046149"/>
                  <a:pt x="3975912" y="2045650"/>
                </a:cubicBezTo>
                <a:lnTo>
                  <a:pt x="3964447" y="2025711"/>
                </a:lnTo>
                <a:cubicBezTo>
                  <a:pt x="3964115" y="2025213"/>
                  <a:pt x="3964115" y="2024548"/>
                  <a:pt x="3964447" y="2024050"/>
                </a:cubicBezTo>
                <a:lnTo>
                  <a:pt x="3975912" y="2004111"/>
                </a:lnTo>
                <a:cubicBezTo>
                  <a:pt x="3976245" y="2003612"/>
                  <a:pt x="3976743" y="2003280"/>
                  <a:pt x="3977324" y="2003280"/>
                </a:cubicBezTo>
                <a:lnTo>
                  <a:pt x="4000338" y="2003280"/>
                </a:lnTo>
                <a:cubicBezTo>
                  <a:pt x="4000919" y="2003280"/>
                  <a:pt x="4001418" y="2003612"/>
                  <a:pt x="4001750" y="2004111"/>
                </a:cubicBezTo>
                <a:lnTo>
                  <a:pt x="4013215" y="2024050"/>
                </a:lnTo>
                <a:cubicBezTo>
                  <a:pt x="4013547" y="2024548"/>
                  <a:pt x="4013547" y="2025213"/>
                  <a:pt x="4013215" y="2025711"/>
                </a:cubicBezTo>
                <a:lnTo>
                  <a:pt x="4001750" y="2045650"/>
                </a:lnTo>
                <a:cubicBezTo>
                  <a:pt x="4001418" y="2046149"/>
                  <a:pt x="4000919" y="2046481"/>
                  <a:pt x="4000338" y="2046481"/>
                </a:cubicBezTo>
                <a:close/>
                <a:moveTo>
                  <a:pt x="4097696" y="2078735"/>
                </a:moveTo>
                <a:cubicBezTo>
                  <a:pt x="4097116" y="2078735"/>
                  <a:pt x="4096618" y="2078403"/>
                  <a:pt x="4096284" y="2077904"/>
                </a:cubicBezTo>
                <a:lnTo>
                  <a:pt x="4084820" y="2057965"/>
                </a:lnTo>
                <a:cubicBezTo>
                  <a:pt x="4084487" y="2057467"/>
                  <a:pt x="4084488" y="2056802"/>
                  <a:pt x="4084820" y="2056304"/>
                </a:cubicBezTo>
                <a:lnTo>
                  <a:pt x="4096284" y="2036365"/>
                </a:lnTo>
                <a:cubicBezTo>
                  <a:pt x="4096617" y="2035866"/>
                  <a:pt x="4097116" y="2035534"/>
                  <a:pt x="4097697" y="2035534"/>
                </a:cubicBezTo>
                <a:lnTo>
                  <a:pt x="4120711" y="2035534"/>
                </a:lnTo>
                <a:cubicBezTo>
                  <a:pt x="4121292" y="2035534"/>
                  <a:pt x="4121791" y="2035866"/>
                  <a:pt x="4122123" y="2036365"/>
                </a:cubicBezTo>
                <a:lnTo>
                  <a:pt x="4133587" y="2056304"/>
                </a:lnTo>
                <a:cubicBezTo>
                  <a:pt x="4133920" y="2056802"/>
                  <a:pt x="4133920" y="2057467"/>
                  <a:pt x="4133588" y="2057965"/>
                </a:cubicBezTo>
                <a:lnTo>
                  <a:pt x="4122123" y="2077904"/>
                </a:lnTo>
                <a:cubicBezTo>
                  <a:pt x="4121791" y="2078403"/>
                  <a:pt x="4121291" y="2078735"/>
                  <a:pt x="4120711" y="2078735"/>
                </a:cubicBezTo>
                <a:close/>
                <a:moveTo>
                  <a:pt x="3495752" y="1917538"/>
                </a:moveTo>
                <a:cubicBezTo>
                  <a:pt x="3495172" y="1917538"/>
                  <a:pt x="3494674" y="1917206"/>
                  <a:pt x="3494340" y="1916707"/>
                </a:cubicBezTo>
                <a:lnTo>
                  <a:pt x="3482792" y="1896685"/>
                </a:lnTo>
                <a:cubicBezTo>
                  <a:pt x="3482461" y="1896187"/>
                  <a:pt x="3482461" y="1895522"/>
                  <a:pt x="3482792" y="1895024"/>
                </a:cubicBezTo>
                <a:lnTo>
                  <a:pt x="3494340" y="1875002"/>
                </a:lnTo>
                <a:cubicBezTo>
                  <a:pt x="3494673" y="1874503"/>
                  <a:pt x="3495171" y="1874171"/>
                  <a:pt x="3495753" y="1874171"/>
                </a:cubicBezTo>
                <a:lnTo>
                  <a:pt x="3518850" y="1874171"/>
                </a:lnTo>
                <a:cubicBezTo>
                  <a:pt x="3519430" y="1874171"/>
                  <a:pt x="3519929" y="1874503"/>
                  <a:pt x="3520262" y="1875002"/>
                </a:cubicBezTo>
                <a:lnTo>
                  <a:pt x="3531810" y="1895024"/>
                </a:lnTo>
                <a:cubicBezTo>
                  <a:pt x="3532141" y="1895522"/>
                  <a:pt x="3532141" y="1896187"/>
                  <a:pt x="3531810" y="1896685"/>
                </a:cubicBezTo>
                <a:lnTo>
                  <a:pt x="3520262" y="1916707"/>
                </a:lnTo>
                <a:cubicBezTo>
                  <a:pt x="3519930" y="1917206"/>
                  <a:pt x="3519431" y="1917538"/>
                  <a:pt x="3518849" y="1917538"/>
                </a:cubicBezTo>
                <a:close/>
                <a:moveTo>
                  <a:pt x="4037076" y="2063341"/>
                </a:moveTo>
                <a:cubicBezTo>
                  <a:pt x="4036494" y="2063341"/>
                  <a:pt x="4035996" y="2063009"/>
                  <a:pt x="4035664" y="2062510"/>
                </a:cubicBezTo>
                <a:lnTo>
                  <a:pt x="4023783" y="2041907"/>
                </a:lnTo>
                <a:cubicBezTo>
                  <a:pt x="4023451" y="2041409"/>
                  <a:pt x="4023451" y="2040744"/>
                  <a:pt x="4023783" y="2040245"/>
                </a:cubicBezTo>
                <a:lnTo>
                  <a:pt x="4035664" y="2019642"/>
                </a:lnTo>
                <a:cubicBezTo>
                  <a:pt x="4035913" y="2019143"/>
                  <a:pt x="4036494" y="2018811"/>
                  <a:pt x="4037076" y="2018811"/>
                </a:cubicBezTo>
                <a:lnTo>
                  <a:pt x="4060837" y="2018811"/>
                </a:lnTo>
                <a:cubicBezTo>
                  <a:pt x="4061418" y="2018811"/>
                  <a:pt x="4061917" y="2019143"/>
                  <a:pt x="4062249" y="2019642"/>
                </a:cubicBezTo>
                <a:lnTo>
                  <a:pt x="4074129" y="2040245"/>
                </a:lnTo>
                <a:cubicBezTo>
                  <a:pt x="4074462" y="2040744"/>
                  <a:pt x="4074462" y="2041409"/>
                  <a:pt x="4074129" y="2041907"/>
                </a:cubicBezTo>
                <a:lnTo>
                  <a:pt x="4062249" y="2062510"/>
                </a:lnTo>
                <a:cubicBezTo>
                  <a:pt x="4062000" y="2063009"/>
                  <a:pt x="4061418" y="2063341"/>
                  <a:pt x="4060837" y="2063341"/>
                </a:cubicBezTo>
                <a:close/>
                <a:moveTo>
                  <a:pt x="4209473" y="2152917"/>
                </a:moveTo>
                <a:cubicBezTo>
                  <a:pt x="4209141" y="2152917"/>
                  <a:pt x="4208726" y="2152502"/>
                  <a:pt x="4208726" y="2152502"/>
                </a:cubicBezTo>
                <a:lnTo>
                  <a:pt x="4202661" y="2142034"/>
                </a:lnTo>
                <a:cubicBezTo>
                  <a:pt x="4202495" y="2141785"/>
                  <a:pt x="4202661" y="2141203"/>
                  <a:pt x="4202661" y="2141203"/>
                </a:cubicBezTo>
                <a:lnTo>
                  <a:pt x="4208726" y="2130735"/>
                </a:lnTo>
                <a:cubicBezTo>
                  <a:pt x="4208892" y="2130486"/>
                  <a:pt x="4209473" y="2130320"/>
                  <a:pt x="4209473" y="2130320"/>
                </a:cubicBezTo>
                <a:lnTo>
                  <a:pt x="4221603" y="2130320"/>
                </a:lnTo>
                <a:cubicBezTo>
                  <a:pt x="4221935" y="2130320"/>
                  <a:pt x="4222351" y="2130735"/>
                  <a:pt x="4222351" y="2130735"/>
                </a:cubicBezTo>
                <a:lnTo>
                  <a:pt x="4228415" y="2141202"/>
                </a:lnTo>
                <a:cubicBezTo>
                  <a:pt x="4228582" y="2141452"/>
                  <a:pt x="4228415" y="2142034"/>
                  <a:pt x="4228415" y="2142034"/>
                </a:cubicBezTo>
                <a:lnTo>
                  <a:pt x="4222351" y="2152501"/>
                </a:lnTo>
                <a:cubicBezTo>
                  <a:pt x="4222184" y="2152751"/>
                  <a:pt x="4221603" y="2152917"/>
                  <a:pt x="4221603" y="2152917"/>
                </a:cubicBezTo>
                <a:close/>
                <a:moveTo>
                  <a:pt x="3727880" y="2024150"/>
                </a:moveTo>
                <a:cubicBezTo>
                  <a:pt x="3727547" y="2024150"/>
                  <a:pt x="3727132" y="2023735"/>
                  <a:pt x="3727132" y="2023735"/>
                </a:cubicBezTo>
                <a:lnTo>
                  <a:pt x="3720984" y="2013101"/>
                </a:lnTo>
                <a:cubicBezTo>
                  <a:pt x="3720818" y="2012851"/>
                  <a:pt x="3720984" y="2012270"/>
                  <a:pt x="3720984" y="2012270"/>
                </a:cubicBezTo>
                <a:lnTo>
                  <a:pt x="3727132" y="2001636"/>
                </a:lnTo>
                <a:cubicBezTo>
                  <a:pt x="3727298" y="2001386"/>
                  <a:pt x="3727880" y="2001220"/>
                  <a:pt x="3727880" y="2001220"/>
                </a:cubicBezTo>
                <a:lnTo>
                  <a:pt x="3740175" y="2001220"/>
                </a:lnTo>
                <a:cubicBezTo>
                  <a:pt x="3740507" y="2001220"/>
                  <a:pt x="3740923" y="2001636"/>
                  <a:pt x="3740923" y="2001636"/>
                </a:cubicBezTo>
                <a:lnTo>
                  <a:pt x="3747071" y="2012270"/>
                </a:lnTo>
                <a:cubicBezTo>
                  <a:pt x="3747237" y="2012519"/>
                  <a:pt x="3747071" y="2013101"/>
                  <a:pt x="3747071" y="2013101"/>
                </a:cubicBezTo>
                <a:lnTo>
                  <a:pt x="3740923" y="2023735"/>
                </a:lnTo>
                <a:cubicBezTo>
                  <a:pt x="3740757" y="2023984"/>
                  <a:pt x="3740175" y="2024150"/>
                  <a:pt x="3740175" y="2024150"/>
                </a:cubicBezTo>
                <a:close/>
                <a:moveTo>
                  <a:pt x="4268747" y="2170790"/>
                </a:moveTo>
                <a:cubicBezTo>
                  <a:pt x="4268414" y="2170790"/>
                  <a:pt x="4267915" y="2170292"/>
                  <a:pt x="4267915" y="2170292"/>
                </a:cubicBezTo>
                <a:lnTo>
                  <a:pt x="4260937" y="2158245"/>
                </a:lnTo>
                <a:cubicBezTo>
                  <a:pt x="4260772" y="2157913"/>
                  <a:pt x="4260938" y="2157248"/>
                  <a:pt x="4260938" y="2157248"/>
                </a:cubicBezTo>
                <a:lnTo>
                  <a:pt x="4267915" y="2145201"/>
                </a:lnTo>
                <a:cubicBezTo>
                  <a:pt x="4268081" y="2144869"/>
                  <a:pt x="4268747" y="2144703"/>
                  <a:pt x="4268747" y="2144703"/>
                </a:cubicBezTo>
                <a:lnTo>
                  <a:pt x="4282705" y="2144703"/>
                </a:lnTo>
                <a:cubicBezTo>
                  <a:pt x="4283036" y="2144703"/>
                  <a:pt x="4283534" y="2145201"/>
                  <a:pt x="4283534" y="2145201"/>
                </a:cubicBezTo>
                <a:lnTo>
                  <a:pt x="4290513" y="2157248"/>
                </a:lnTo>
                <a:cubicBezTo>
                  <a:pt x="4290680" y="2157580"/>
                  <a:pt x="4290513" y="2158245"/>
                  <a:pt x="4290513" y="2158245"/>
                </a:cubicBezTo>
                <a:lnTo>
                  <a:pt x="4283534" y="2170292"/>
                </a:lnTo>
                <a:cubicBezTo>
                  <a:pt x="4283368" y="2170624"/>
                  <a:pt x="4282704" y="2170790"/>
                  <a:pt x="4282704" y="2170790"/>
                </a:cubicBezTo>
                <a:close/>
                <a:moveTo>
                  <a:pt x="4328746" y="2187234"/>
                </a:moveTo>
                <a:cubicBezTo>
                  <a:pt x="4328413" y="2187234"/>
                  <a:pt x="4327915" y="2186736"/>
                  <a:pt x="4327915" y="2186736"/>
                </a:cubicBezTo>
                <a:lnTo>
                  <a:pt x="4320771" y="2174440"/>
                </a:lnTo>
                <a:cubicBezTo>
                  <a:pt x="4320604" y="2174108"/>
                  <a:pt x="4320771" y="2173443"/>
                  <a:pt x="4320771" y="2173443"/>
                </a:cubicBezTo>
                <a:lnTo>
                  <a:pt x="4327915" y="2161147"/>
                </a:lnTo>
                <a:cubicBezTo>
                  <a:pt x="4328082" y="2160815"/>
                  <a:pt x="4328745" y="2160649"/>
                  <a:pt x="4328745" y="2160649"/>
                </a:cubicBezTo>
                <a:lnTo>
                  <a:pt x="4342952" y="2160649"/>
                </a:lnTo>
                <a:cubicBezTo>
                  <a:pt x="4343285" y="2160649"/>
                  <a:pt x="4343783" y="2161147"/>
                  <a:pt x="4343783" y="2161147"/>
                </a:cubicBezTo>
                <a:lnTo>
                  <a:pt x="4350928" y="2173443"/>
                </a:lnTo>
                <a:cubicBezTo>
                  <a:pt x="4351095" y="2173775"/>
                  <a:pt x="4350928" y="2174440"/>
                  <a:pt x="4350928" y="2174440"/>
                </a:cubicBezTo>
                <a:lnTo>
                  <a:pt x="4343783" y="2186736"/>
                </a:lnTo>
                <a:cubicBezTo>
                  <a:pt x="4343617" y="2187068"/>
                  <a:pt x="4342953" y="2187234"/>
                  <a:pt x="4342953" y="2187234"/>
                </a:cubicBezTo>
                <a:close/>
                <a:moveTo>
                  <a:pt x="1920807" y="1543086"/>
                </a:moveTo>
                <a:cubicBezTo>
                  <a:pt x="1920474" y="1543086"/>
                  <a:pt x="1919894" y="1542588"/>
                  <a:pt x="1919894" y="1542588"/>
                </a:cubicBezTo>
                <a:lnTo>
                  <a:pt x="1912251" y="1529378"/>
                </a:lnTo>
                <a:cubicBezTo>
                  <a:pt x="1912084" y="1529046"/>
                  <a:pt x="1912250" y="1528298"/>
                  <a:pt x="1912250" y="1528298"/>
                </a:cubicBezTo>
                <a:lnTo>
                  <a:pt x="1919894" y="1515088"/>
                </a:lnTo>
                <a:cubicBezTo>
                  <a:pt x="1920059" y="1514839"/>
                  <a:pt x="1920808" y="1514590"/>
                  <a:pt x="1920808" y="1514590"/>
                </a:cubicBezTo>
                <a:lnTo>
                  <a:pt x="1936094" y="1514590"/>
                </a:lnTo>
                <a:cubicBezTo>
                  <a:pt x="1936426" y="1514590"/>
                  <a:pt x="1937008" y="1515088"/>
                  <a:pt x="1937008" y="1515088"/>
                </a:cubicBezTo>
                <a:lnTo>
                  <a:pt x="1944651" y="1528298"/>
                </a:lnTo>
                <a:cubicBezTo>
                  <a:pt x="1944817" y="1528630"/>
                  <a:pt x="1944651" y="1529378"/>
                  <a:pt x="1944651" y="1529378"/>
                </a:cubicBezTo>
                <a:lnTo>
                  <a:pt x="1937008" y="1542588"/>
                </a:lnTo>
                <a:cubicBezTo>
                  <a:pt x="1936842" y="1542837"/>
                  <a:pt x="1936093" y="1543086"/>
                  <a:pt x="1936093" y="1543086"/>
                </a:cubicBezTo>
                <a:close/>
                <a:moveTo>
                  <a:pt x="3665887" y="2011431"/>
                </a:moveTo>
                <a:cubicBezTo>
                  <a:pt x="3665471" y="2011431"/>
                  <a:pt x="3664890" y="2010850"/>
                  <a:pt x="3664890" y="2010850"/>
                </a:cubicBezTo>
                <a:lnTo>
                  <a:pt x="3656914" y="1997059"/>
                </a:lnTo>
                <a:cubicBezTo>
                  <a:pt x="3656748" y="1996643"/>
                  <a:pt x="3656914" y="1995896"/>
                  <a:pt x="3656914" y="1995896"/>
                </a:cubicBezTo>
                <a:lnTo>
                  <a:pt x="3664890" y="1982104"/>
                </a:lnTo>
                <a:cubicBezTo>
                  <a:pt x="3665139" y="1981772"/>
                  <a:pt x="3665887" y="1981523"/>
                  <a:pt x="3665887" y="1981523"/>
                </a:cubicBezTo>
                <a:lnTo>
                  <a:pt x="3681838" y="1981523"/>
                </a:lnTo>
                <a:cubicBezTo>
                  <a:pt x="3682253" y="1981523"/>
                  <a:pt x="3682834" y="1982104"/>
                  <a:pt x="3682834" y="1982104"/>
                </a:cubicBezTo>
                <a:lnTo>
                  <a:pt x="3690810" y="1995896"/>
                </a:lnTo>
                <a:cubicBezTo>
                  <a:pt x="3690976" y="1996311"/>
                  <a:pt x="3690810" y="1997059"/>
                  <a:pt x="3690810" y="1997059"/>
                </a:cubicBezTo>
                <a:lnTo>
                  <a:pt x="3682834" y="2010850"/>
                </a:lnTo>
                <a:cubicBezTo>
                  <a:pt x="3682585" y="2011182"/>
                  <a:pt x="3681838" y="2011431"/>
                  <a:pt x="3681838" y="2011431"/>
                </a:cubicBezTo>
                <a:close/>
                <a:moveTo>
                  <a:pt x="4387873" y="2205368"/>
                </a:moveTo>
                <a:cubicBezTo>
                  <a:pt x="4387458" y="2205368"/>
                  <a:pt x="4386876" y="2204787"/>
                  <a:pt x="4386876" y="2204787"/>
                </a:cubicBezTo>
                <a:lnTo>
                  <a:pt x="4378734" y="2190580"/>
                </a:lnTo>
                <a:cubicBezTo>
                  <a:pt x="4378485" y="2190248"/>
                  <a:pt x="4378734" y="2189417"/>
                  <a:pt x="4378734" y="2189417"/>
                </a:cubicBezTo>
                <a:lnTo>
                  <a:pt x="4386959" y="2175211"/>
                </a:lnTo>
                <a:cubicBezTo>
                  <a:pt x="4387208" y="2174878"/>
                  <a:pt x="4387955" y="2174629"/>
                  <a:pt x="4387955" y="2174629"/>
                </a:cubicBezTo>
                <a:lnTo>
                  <a:pt x="4404323" y="2174630"/>
                </a:lnTo>
                <a:cubicBezTo>
                  <a:pt x="4404738" y="2174629"/>
                  <a:pt x="4405319" y="2175211"/>
                  <a:pt x="4405319" y="2175211"/>
                </a:cubicBezTo>
                <a:lnTo>
                  <a:pt x="4413462" y="2189418"/>
                </a:lnTo>
                <a:cubicBezTo>
                  <a:pt x="4413711" y="2189750"/>
                  <a:pt x="4413462" y="2190580"/>
                  <a:pt x="4413462" y="2190580"/>
                </a:cubicBezTo>
                <a:lnTo>
                  <a:pt x="4405236" y="2204787"/>
                </a:lnTo>
                <a:cubicBezTo>
                  <a:pt x="4404987" y="2205120"/>
                  <a:pt x="4404239" y="2205368"/>
                  <a:pt x="4404239" y="2205368"/>
                </a:cubicBezTo>
                <a:close/>
                <a:moveTo>
                  <a:pt x="4447975" y="2221662"/>
                </a:moveTo>
                <a:cubicBezTo>
                  <a:pt x="4447559" y="2221662"/>
                  <a:pt x="4446978" y="2221080"/>
                  <a:pt x="4446978" y="2221080"/>
                </a:cubicBezTo>
                <a:lnTo>
                  <a:pt x="4438670" y="2206707"/>
                </a:lnTo>
                <a:cubicBezTo>
                  <a:pt x="4438421" y="2206375"/>
                  <a:pt x="4438670" y="2205544"/>
                  <a:pt x="4438670" y="2205544"/>
                </a:cubicBezTo>
                <a:lnTo>
                  <a:pt x="4446978" y="2191172"/>
                </a:lnTo>
                <a:cubicBezTo>
                  <a:pt x="4447144" y="2190839"/>
                  <a:pt x="4447975" y="2190590"/>
                  <a:pt x="4447975" y="2190590"/>
                </a:cubicBezTo>
                <a:lnTo>
                  <a:pt x="4464590" y="2190590"/>
                </a:lnTo>
                <a:cubicBezTo>
                  <a:pt x="4465006" y="2190590"/>
                  <a:pt x="4465587" y="2191172"/>
                  <a:pt x="4465587" y="2191172"/>
                </a:cubicBezTo>
                <a:lnTo>
                  <a:pt x="4473895" y="2205544"/>
                </a:lnTo>
                <a:cubicBezTo>
                  <a:pt x="4474144" y="2205877"/>
                  <a:pt x="4473895" y="2206707"/>
                  <a:pt x="4473895" y="2206707"/>
                </a:cubicBezTo>
                <a:lnTo>
                  <a:pt x="4465587" y="2221080"/>
                </a:lnTo>
                <a:cubicBezTo>
                  <a:pt x="4465421" y="2221412"/>
                  <a:pt x="4464590" y="2221662"/>
                  <a:pt x="4464590" y="2221662"/>
                </a:cubicBezTo>
                <a:close/>
                <a:moveTo>
                  <a:pt x="4508162" y="2237789"/>
                </a:moveTo>
                <a:cubicBezTo>
                  <a:pt x="4507746" y="2237789"/>
                  <a:pt x="4507165" y="2237207"/>
                  <a:pt x="4507165" y="2237207"/>
                </a:cubicBezTo>
                <a:lnTo>
                  <a:pt x="4498857" y="2222834"/>
                </a:lnTo>
                <a:cubicBezTo>
                  <a:pt x="4498608" y="2222502"/>
                  <a:pt x="4498857" y="2221671"/>
                  <a:pt x="4498857" y="2221671"/>
                </a:cubicBezTo>
                <a:lnTo>
                  <a:pt x="4507165" y="2207299"/>
                </a:lnTo>
                <a:cubicBezTo>
                  <a:pt x="4507331" y="2206966"/>
                  <a:pt x="4508162" y="2206717"/>
                  <a:pt x="4508162" y="2206717"/>
                </a:cubicBezTo>
                <a:lnTo>
                  <a:pt x="4524777" y="2206717"/>
                </a:lnTo>
                <a:cubicBezTo>
                  <a:pt x="4525193" y="2206717"/>
                  <a:pt x="4525774" y="2207299"/>
                  <a:pt x="4525774" y="2207299"/>
                </a:cubicBezTo>
                <a:lnTo>
                  <a:pt x="4534082" y="2221671"/>
                </a:lnTo>
                <a:cubicBezTo>
                  <a:pt x="4534331" y="2222004"/>
                  <a:pt x="4534082" y="2222834"/>
                  <a:pt x="4534082" y="2222834"/>
                </a:cubicBezTo>
                <a:lnTo>
                  <a:pt x="4525774" y="2237207"/>
                </a:lnTo>
                <a:cubicBezTo>
                  <a:pt x="4525608" y="2237539"/>
                  <a:pt x="4524777" y="2237789"/>
                  <a:pt x="4524777" y="2237789"/>
                </a:cubicBezTo>
                <a:close/>
                <a:moveTo>
                  <a:pt x="4568346" y="2254011"/>
                </a:moveTo>
                <a:cubicBezTo>
                  <a:pt x="4567931" y="2254010"/>
                  <a:pt x="4567349" y="2253428"/>
                  <a:pt x="4567349" y="2253428"/>
                </a:cubicBezTo>
                <a:lnTo>
                  <a:pt x="4559042" y="2238973"/>
                </a:lnTo>
                <a:cubicBezTo>
                  <a:pt x="4558792" y="2238641"/>
                  <a:pt x="4559041" y="2237809"/>
                  <a:pt x="4559041" y="2237809"/>
                </a:cubicBezTo>
                <a:lnTo>
                  <a:pt x="4567349" y="2223354"/>
                </a:lnTo>
                <a:cubicBezTo>
                  <a:pt x="4567515" y="2223022"/>
                  <a:pt x="4568346" y="2222772"/>
                  <a:pt x="4568346" y="2222772"/>
                </a:cubicBezTo>
                <a:lnTo>
                  <a:pt x="4585045" y="2222772"/>
                </a:lnTo>
                <a:cubicBezTo>
                  <a:pt x="4585460" y="2222773"/>
                  <a:pt x="4586041" y="2223355"/>
                  <a:pt x="4586041" y="2223355"/>
                </a:cubicBezTo>
                <a:lnTo>
                  <a:pt x="4594349" y="2237809"/>
                </a:lnTo>
                <a:cubicBezTo>
                  <a:pt x="4594599" y="2238142"/>
                  <a:pt x="4594349" y="2238973"/>
                  <a:pt x="4594349" y="2238973"/>
                </a:cubicBezTo>
                <a:lnTo>
                  <a:pt x="4586041" y="2253429"/>
                </a:lnTo>
                <a:cubicBezTo>
                  <a:pt x="4585875" y="2253761"/>
                  <a:pt x="4585045" y="2254011"/>
                  <a:pt x="4585045" y="2254011"/>
                </a:cubicBezTo>
                <a:close/>
                <a:moveTo>
                  <a:pt x="4748905" y="2302391"/>
                </a:moveTo>
                <a:cubicBezTo>
                  <a:pt x="4748489" y="2302391"/>
                  <a:pt x="4747908" y="2301809"/>
                  <a:pt x="4747908" y="2301809"/>
                </a:cubicBezTo>
                <a:lnTo>
                  <a:pt x="4739600" y="2287354"/>
                </a:lnTo>
                <a:cubicBezTo>
                  <a:pt x="4739351" y="2287021"/>
                  <a:pt x="4739600" y="2286190"/>
                  <a:pt x="4739600" y="2286190"/>
                </a:cubicBezTo>
                <a:lnTo>
                  <a:pt x="4747908" y="2271735"/>
                </a:lnTo>
                <a:cubicBezTo>
                  <a:pt x="4748074" y="2271402"/>
                  <a:pt x="4748905" y="2271153"/>
                  <a:pt x="4748905" y="2271153"/>
                </a:cubicBezTo>
                <a:lnTo>
                  <a:pt x="4765604" y="2271153"/>
                </a:lnTo>
                <a:cubicBezTo>
                  <a:pt x="4766019" y="2271153"/>
                  <a:pt x="4766600" y="2271735"/>
                  <a:pt x="4766600" y="2271735"/>
                </a:cubicBezTo>
                <a:lnTo>
                  <a:pt x="4774908" y="2286190"/>
                </a:lnTo>
                <a:cubicBezTo>
                  <a:pt x="4775158" y="2286523"/>
                  <a:pt x="4774908" y="2287354"/>
                  <a:pt x="4774908" y="2287354"/>
                </a:cubicBezTo>
                <a:lnTo>
                  <a:pt x="4766600" y="2301809"/>
                </a:lnTo>
                <a:cubicBezTo>
                  <a:pt x="4766434" y="2302142"/>
                  <a:pt x="4765604" y="2302391"/>
                  <a:pt x="4765604" y="2302391"/>
                </a:cubicBezTo>
                <a:close/>
                <a:moveTo>
                  <a:pt x="4628191" y="2270623"/>
                </a:moveTo>
                <a:cubicBezTo>
                  <a:pt x="4627692" y="2270623"/>
                  <a:pt x="4627111" y="2270041"/>
                  <a:pt x="4627111" y="2270041"/>
                </a:cubicBezTo>
                <a:lnTo>
                  <a:pt x="4618554" y="2255170"/>
                </a:lnTo>
                <a:cubicBezTo>
                  <a:pt x="4618305" y="2254754"/>
                  <a:pt x="4618554" y="2253924"/>
                  <a:pt x="4618554" y="2253924"/>
                </a:cubicBezTo>
                <a:lnTo>
                  <a:pt x="4627194" y="2239053"/>
                </a:lnTo>
                <a:cubicBezTo>
                  <a:pt x="4627443" y="2238720"/>
                  <a:pt x="4627859" y="2238471"/>
                  <a:pt x="4628274" y="2238471"/>
                </a:cubicBezTo>
                <a:lnTo>
                  <a:pt x="4645471" y="2238471"/>
                </a:lnTo>
                <a:cubicBezTo>
                  <a:pt x="4645970" y="2238471"/>
                  <a:pt x="4646551" y="2239053"/>
                  <a:pt x="4646551" y="2239053"/>
                </a:cubicBezTo>
                <a:lnTo>
                  <a:pt x="4655109" y="2253924"/>
                </a:lnTo>
                <a:cubicBezTo>
                  <a:pt x="4655358" y="2254339"/>
                  <a:pt x="4655109" y="2255170"/>
                  <a:pt x="4655109" y="2255170"/>
                </a:cubicBezTo>
                <a:lnTo>
                  <a:pt x="4646468" y="2270041"/>
                </a:lnTo>
                <a:cubicBezTo>
                  <a:pt x="4646219" y="2270373"/>
                  <a:pt x="4645804" y="2270623"/>
                  <a:pt x="4645388" y="2270623"/>
                </a:cubicBezTo>
                <a:close/>
                <a:moveTo>
                  <a:pt x="5771563" y="2577365"/>
                </a:moveTo>
                <a:cubicBezTo>
                  <a:pt x="5771149" y="2577364"/>
                  <a:pt x="5770483" y="2576784"/>
                  <a:pt x="5770483" y="2576784"/>
                </a:cubicBezTo>
                <a:lnTo>
                  <a:pt x="5761677" y="2561580"/>
                </a:lnTo>
                <a:cubicBezTo>
                  <a:pt x="5761428" y="2561164"/>
                  <a:pt x="5761677" y="2560334"/>
                  <a:pt x="5761677" y="2560334"/>
                </a:cubicBezTo>
                <a:lnTo>
                  <a:pt x="5770483" y="2545130"/>
                </a:lnTo>
                <a:cubicBezTo>
                  <a:pt x="5770733" y="2544798"/>
                  <a:pt x="5771148" y="2544549"/>
                  <a:pt x="5771563" y="2544549"/>
                </a:cubicBezTo>
                <a:lnTo>
                  <a:pt x="5789176" y="2544549"/>
                </a:lnTo>
                <a:cubicBezTo>
                  <a:pt x="5789591" y="2544549"/>
                  <a:pt x="5790256" y="2545131"/>
                  <a:pt x="5790256" y="2545131"/>
                </a:cubicBezTo>
                <a:lnTo>
                  <a:pt x="5799062" y="2560334"/>
                </a:lnTo>
                <a:cubicBezTo>
                  <a:pt x="5799312" y="2560749"/>
                  <a:pt x="5799062" y="2561580"/>
                  <a:pt x="5799062" y="2561580"/>
                </a:cubicBezTo>
                <a:lnTo>
                  <a:pt x="5790256" y="2576784"/>
                </a:lnTo>
                <a:cubicBezTo>
                  <a:pt x="5790007" y="2577116"/>
                  <a:pt x="5789591" y="2577365"/>
                  <a:pt x="5789177" y="2577364"/>
                </a:cubicBezTo>
                <a:close/>
                <a:moveTo>
                  <a:pt x="836230" y="1255216"/>
                </a:moveTo>
                <a:cubicBezTo>
                  <a:pt x="835815" y="1255216"/>
                  <a:pt x="835150" y="1254551"/>
                  <a:pt x="835150" y="1254551"/>
                </a:cubicBezTo>
                <a:lnTo>
                  <a:pt x="826261" y="1239099"/>
                </a:lnTo>
                <a:cubicBezTo>
                  <a:pt x="826012" y="1238766"/>
                  <a:pt x="826261" y="1237852"/>
                  <a:pt x="826261" y="1237852"/>
                </a:cubicBezTo>
                <a:lnTo>
                  <a:pt x="835150" y="1222400"/>
                </a:lnTo>
                <a:cubicBezTo>
                  <a:pt x="835400" y="1221984"/>
                  <a:pt x="835815" y="1221735"/>
                  <a:pt x="836230" y="1221735"/>
                </a:cubicBezTo>
                <a:lnTo>
                  <a:pt x="854009" y="1221735"/>
                </a:lnTo>
                <a:cubicBezTo>
                  <a:pt x="854425" y="1221735"/>
                  <a:pt x="855089" y="1222400"/>
                  <a:pt x="855089" y="1222400"/>
                </a:cubicBezTo>
                <a:lnTo>
                  <a:pt x="863979" y="1237852"/>
                </a:lnTo>
                <a:cubicBezTo>
                  <a:pt x="864228" y="1238185"/>
                  <a:pt x="863979" y="1239099"/>
                  <a:pt x="863979" y="1239099"/>
                </a:cubicBezTo>
                <a:lnTo>
                  <a:pt x="855089" y="1254551"/>
                </a:lnTo>
                <a:cubicBezTo>
                  <a:pt x="854840" y="1254967"/>
                  <a:pt x="854425" y="1255216"/>
                  <a:pt x="854009" y="1255216"/>
                </a:cubicBezTo>
                <a:close/>
                <a:moveTo>
                  <a:pt x="896179" y="1271760"/>
                </a:moveTo>
                <a:cubicBezTo>
                  <a:pt x="895763" y="1271760"/>
                  <a:pt x="895099" y="1271095"/>
                  <a:pt x="895099" y="1271095"/>
                </a:cubicBezTo>
                <a:lnTo>
                  <a:pt x="885960" y="1255227"/>
                </a:lnTo>
                <a:cubicBezTo>
                  <a:pt x="885711" y="1254812"/>
                  <a:pt x="885960" y="1253898"/>
                  <a:pt x="885960" y="1253898"/>
                </a:cubicBezTo>
                <a:lnTo>
                  <a:pt x="895098" y="1238030"/>
                </a:lnTo>
                <a:cubicBezTo>
                  <a:pt x="895264" y="1237614"/>
                  <a:pt x="895763" y="1237365"/>
                  <a:pt x="896178" y="1237365"/>
                </a:cubicBezTo>
                <a:lnTo>
                  <a:pt x="914456" y="1237365"/>
                </a:lnTo>
                <a:cubicBezTo>
                  <a:pt x="914872" y="1237365"/>
                  <a:pt x="915536" y="1238030"/>
                  <a:pt x="915536" y="1238030"/>
                </a:cubicBezTo>
                <a:lnTo>
                  <a:pt x="924675" y="1253898"/>
                </a:lnTo>
                <a:cubicBezTo>
                  <a:pt x="924923" y="1254312"/>
                  <a:pt x="924675" y="1255227"/>
                  <a:pt x="924675" y="1255227"/>
                </a:cubicBezTo>
                <a:lnTo>
                  <a:pt x="915536" y="1271095"/>
                </a:lnTo>
                <a:cubicBezTo>
                  <a:pt x="915370" y="1271510"/>
                  <a:pt x="914872" y="1271760"/>
                  <a:pt x="914456" y="1271760"/>
                </a:cubicBezTo>
                <a:close/>
                <a:moveTo>
                  <a:pt x="956260" y="1288050"/>
                </a:moveTo>
                <a:cubicBezTo>
                  <a:pt x="955761" y="1288050"/>
                  <a:pt x="955097" y="1287385"/>
                  <a:pt x="955097" y="1287385"/>
                </a:cubicBezTo>
                <a:lnTo>
                  <a:pt x="945875" y="1271434"/>
                </a:lnTo>
                <a:cubicBezTo>
                  <a:pt x="945625" y="1271018"/>
                  <a:pt x="945875" y="1270105"/>
                  <a:pt x="945875" y="1270105"/>
                </a:cubicBezTo>
                <a:lnTo>
                  <a:pt x="955098" y="1254154"/>
                </a:lnTo>
                <a:cubicBezTo>
                  <a:pt x="955346" y="1253738"/>
                  <a:pt x="955761" y="1253489"/>
                  <a:pt x="956260" y="1253489"/>
                </a:cubicBezTo>
                <a:lnTo>
                  <a:pt x="974703" y="1253489"/>
                </a:lnTo>
                <a:cubicBezTo>
                  <a:pt x="975202" y="1253488"/>
                  <a:pt x="975866" y="1254154"/>
                  <a:pt x="975866" y="1254154"/>
                </a:cubicBezTo>
                <a:lnTo>
                  <a:pt x="985088" y="1270105"/>
                </a:lnTo>
                <a:cubicBezTo>
                  <a:pt x="985337" y="1270519"/>
                  <a:pt x="985088" y="1271434"/>
                  <a:pt x="985088" y="1271434"/>
                </a:cubicBezTo>
                <a:lnTo>
                  <a:pt x="975867" y="1287385"/>
                </a:lnTo>
                <a:cubicBezTo>
                  <a:pt x="975618" y="1287800"/>
                  <a:pt x="975202" y="1288050"/>
                  <a:pt x="974703" y="1288049"/>
                </a:cubicBezTo>
                <a:close/>
                <a:moveTo>
                  <a:pt x="1076631" y="1320396"/>
                </a:moveTo>
                <a:cubicBezTo>
                  <a:pt x="1076132" y="1320396"/>
                  <a:pt x="1075467" y="1319732"/>
                  <a:pt x="1075467" y="1319732"/>
                </a:cubicBezTo>
                <a:lnTo>
                  <a:pt x="1066245" y="1303697"/>
                </a:lnTo>
                <a:cubicBezTo>
                  <a:pt x="1065996" y="1303282"/>
                  <a:pt x="1066246" y="1302368"/>
                  <a:pt x="1066246" y="1302368"/>
                </a:cubicBezTo>
                <a:lnTo>
                  <a:pt x="1075467" y="1286334"/>
                </a:lnTo>
                <a:cubicBezTo>
                  <a:pt x="1075716" y="1285918"/>
                  <a:pt x="1076132" y="1285669"/>
                  <a:pt x="1076631" y="1285669"/>
                </a:cubicBezTo>
                <a:lnTo>
                  <a:pt x="1095156" y="1285669"/>
                </a:lnTo>
                <a:cubicBezTo>
                  <a:pt x="1095655" y="1285669"/>
                  <a:pt x="1096320" y="1286334"/>
                  <a:pt x="1096320" y="1286334"/>
                </a:cubicBezTo>
                <a:lnTo>
                  <a:pt x="1105542" y="1302368"/>
                </a:lnTo>
                <a:cubicBezTo>
                  <a:pt x="1105792" y="1302783"/>
                  <a:pt x="1105542" y="1303697"/>
                  <a:pt x="1105542" y="1303697"/>
                </a:cubicBezTo>
                <a:lnTo>
                  <a:pt x="1096320" y="1319732"/>
                </a:lnTo>
                <a:cubicBezTo>
                  <a:pt x="1096071" y="1320147"/>
                  <a:pt x="1095655" y="1320396"/>
                  <a:pt x="1095156" y="1320396"/>
                </a:cubicBezTo>
                <a:close/>
                <a:moveTo>
                  <a:pt x="1859052" y="1530045"/>
                </a:moveTo>
                <a:cubicBezTo>
                  <a:pt x="1858553" y="1530045"/>
                  <a:pt x="1857889" y="1529381"/>
                  <a:pt x="1857889" y="1529381"/>
                </a:cubicBezTo>
                <a:lnTo>
                  <a:pt x="1848667" y="1513346"/>
                </a:lnTo>
                <a:cubicBezTo>
                  <a:pt x="1848417" y="1512931"/>
                  <a:pt x="1848667" y="1512017"/>
                  <a:pt x="1848667" y="1512017"/>
                </a:cubicBezTo>
                <a:lnTo>
                  <a:pt x="1857889" y="1495983"/>
                </a:lnTo>
                <a:cubicBezTo>
                  <a:pt x="1858138" y="1495567"/>
                  <a:pt x="1858553" y="1495318"/>
                  <a:pt x="1859052" y="1495318"/>
                </a:cubicBezTo>
                <a:lnTo>
                  <a:pt x="1877578" y="1495318"/>
                </a:lnTo>
                <a:cubicBezTo>
                  <a:pt x="1878077" y="1495318"/>
                  <a:pt x="1878741" y="1495983"/>
                  <a:pt x="1878741" y="1495983"/>
                </a:cubicBezTo>
                <a:lnTo>
                  <a:pt x="1887963" y="1512017"/>
                </a:lnTo>
                <a:cubicBezTo>
                  <a:pt x="1888213" y="1512432"/>
                  <a:pt x="1887963" y="1513346"/>
                  <a:pt x="1887963" y="1513346"/>
                </a:cubicBezTo>
                <a:lnTo>
                  <a:pt x="1878741" y="1529381"/>
                </a:lnTo>
                <a:cubicBezTo>
                  <a:pt x="1878492" y="1529796"/>
                  <a:pt x="1878077" y="1530045"/>
                  <a:pt x="1877578" y="1530045"/>
                </a:cubicBezTo>
                <a:close/>
                <a:moveTo>
                  <a:pt x="1016281" y="1304414"/>
                </a:moveTo>
                <a:cubicBezTo>
                  <a:pt x="1015782" y="1304414"/>
                  <a:pt x="1015118" y="1303750"/>
                  <a:pt x="1015118" y="1303750"/>
                </a:cubicBezTo>
                <a:lnTo>
                  <a:pt x="1005731" y="1287549"/>
                </a:lnTo>
                <a:cubicBezTo>
                  <a:pt x="1005482" y="1287134"/>
                  <a:pt x="1005731" y="1286220"/>
                  <a:pt x="1005731" y="1286220"/>
                </a:cubicBezTo>
                <a:lnTo>
                  <a:pt x="1015118" y="1270020"/>
                </a:lnTo>
                <a:cubicBezTo>
                  <a:pt x="1015368" y="1269604"/>
                  <a:pt x="1015782" y="1269355"/>
                  <a:pt x="1016281" y="1269355"/>
                </a:cubicBezTo>
                <a:lnTo>
                  <a:pt x="1034975" y="1269355"/>
                </a:lnTo>
                <a:cubicBezTo>
                  <a:pt x="1035473" y="1269355"/>
                  <a:pt x="1036138" y="1270020"/>
                  <a:pt x="1036138" y="1270020"/>
                </a:cubicBezTo>
                <a:lnTo>
                  <a:pt x="1045526" y="1286220"/>
                </a:lnTo>
                <a:cubicBezTo>
                  <a:pt x="1045775" y="1286635"/>
                  <a:pt x="1045526" y="1287549"/>
                  <a:pt x="1045526" y="1287549"/>
                </a:cubicBezTo>
                <a:lnTo>
                  <a:pt x="1036138" y="1303750"/>
                </a:lnTo>
                <a:cubicBezTo>
                  <a:pt x="1035888" y="1304165"/>
                  <a:pt x="1035473" y="1304414"/>
                  <a:pt x="1034974" y="1304414"/>
                </a:cubicBezTo>
                <a:close/>
                <a:moveTo>
                  <a:pt x="1256943" y="1369099"/>
                </a:moveTo>
                <a:cubicBezTo>
                  <a:pt x="1256444" y="1369099"/>
                  <a:pt x="1255780" y="1368434"/>
                  <a:pt x="1255780" y="1368434"/>
                </a:cubicBezTo>
                <a:lnTo>
                  <a:pt x="1246309" y="1352067"/>
                </a:lnTo>
                <a:cubicBezTo>
                  <a:pt x="1246059" y="1351652"/>
                  <a:pt x="1246309" y="1350738"/>
                  <a:pt x="1246309" y="1350738"/>
                </a:cubicBezTo>
                <a:lnTo>
                  <a:pt x="1255780" y="1334372"/>
                </a:lnTo>
                <a:cubicBezTo>
                  <a:pt x="1256029" y="1333956"/>
                  <a:pt x="1256444" y="1333707"/>
                  <a:pt x="1256943" y="1333707"/>
                </a:cubicBezTo>
                <a:lnTo>
                  <a:pt x="1275885" y="1333707"/>
                </a:lnTo>
                <a:cubicBezTo>
                  <a:pt x="1276383" y="1333707"/>
                  <a:pt x="1277048" y="1334372"/>
                  <a:pt x="1277048" y="1334372"/>
                </a:cubicBezTo>
                <a:lnTo>
                  <a:pt x="1286519" y="1350738"/>
                </a:lnTo>
                <a:cubicBezTo>
                  <a:pt x="1286768" y="1351154"/>
                  <a:pt x="1286519" y="1352067"/>
                  <a:pt x="1286519" y="1352067"/>
                </a:cubicBezTo>
                <a:lnTo>
                  <a:pt x="1277047" y="1368434"/>
                </a:lnTo>
                <a:cubicBezTo>
                  <a:pt x="1276799" y="1368850"/>
                  <a:pt x="1276383" y="1369099"/>
                  <a:pt x="1275885" y="1369099"/>
                </a:cubicBezTo>
                <a:close/>
                <a:moveTo>
                  <a:pt x="1317129" y="1385226"/>
                </a:moveTo>
                <a:cubicBezTo>
                  <a:pt x="1316630" y="1385226"/>
                  <a:pt x="1315966" y="1384561"/>
                  <a:pt x="1315966" y="1384561"/>
                </a:cubicBezTo>
                <a:lnTo>
                  <a:pt x="1306495" y="1368194"/>
                </a:lnTo>
                <a:cubicBezTo>
                  <a:pt x="1306244" y="1367779"/>
                  <a:pt x="1306495" y="1366865"/>
                  <a:pt x="1306495" y="1366865"/>
                </a:cubicBezTo>
                <a:lnTo>
                  <a:pt x="1315966" y="1350499"/>
                </a:lnTo>
                <a:cubicBezTo>
                  <a:pt x="1316215" y="1350083"/>
                  <a:pt x="1316630" y="1349834"/>
                  <a:pt x="1317129" y="1349834"/>
                </a:cubicBezTo>
                <a:lnTo>
                  <a:pt x="1336071" y="1349834"/>
                </a:lnTo>
                <a:cubicBezTo>
                  <a:pt x="1336569" y="1349834"/>
                  <a:pt x="1337234" y="1350499"/>
                  <a:pt x="1337234" y="1350499"/>
                </a:cubicBezTo>
                <a:lnTo>
                  <a:pt x="1346705" y="1366865"/>
                </a:lnTo>
                <a:cubicBezTo>
                  <a:pt x="1346953" y="1367281"/>
                  <a:pt x="1346705" y="1368194"/>
                  <a:pt x="1346705" y="1368194"/>
                </a:cubicBezTo>
                <a:lnTo>
                  <a:pt x="1337233" y="1384561"/>
                </a:lnTo>
                <a:cubicBezTo>
                  <a:pt x="1336985" y="1384977"/>
                  <a:pt x="1336569" y="1385226"/>
                  <a:pt x="1336071" y="1385226"/>
                </a:cubicBezTo>
                <a:close/>
                <a:moveTo>
                  <a:pt x="1136486" y="1336928"/>
                </a:moveTo>
                <a:cubicBezTo>
                  <a:pt x="1135987" y="1336928"/>
                  <a:pt x="1135323" y="1336263"/>
                  <a:pt x="1135323" y="1336263"/>
                </a:cubicBezTo>
                <a:lnTo>
                  <a:pt x="1125852" y="1319814"/>
                </a:lnTo>
                <a:cubicBezTo>
                  <a:pt x="1125602" y="1319398"/>
                  <a:pt x="1125852" y="1318485"/>
                  <a:pt x="1125852" y="1318485"/>
                </a:cubicBezTo>
                <a:lnTo>
                  <a:pt x="1135406" y="1302035"/>
                </a:lnTo>
                <a:cubicBezTo>
                  <a:pt x="1135655" y="1301619"/>
                  <a:pt x="1136070" y="1301370"/>
                  <a:pt x="1136569" y="1301370"/>
                </a:cubicBezTo>
                <a:lnTo>
                  <a:pt x="1155594" y="1301370"/>
                </a:lnTo>
                <a:cubicBezTo>
                  <a:pt x="1156093" y="1301370"/>
                  <a:pt x="1156757" y="1302035"/>
                  <a:pt x="1156757" y="1302035"/>
                </a:cubicBezTo>
                <a:lnTo>
                  <a:pt x="1166228" y="1318485"/>
                </a:lnTo>
                <a:cubicBezTo>
                  <a:pt x="1166478" y="1318900"/>
                  <a:pt x="1166228" y="1319814"/>
                  <a:pt x="1166228" y="1319814"/>
                </a:cubicBezTo>
                <a:lnTo>
                  <a:pt x="1156674" y="1336263"/>
                </a:lnTo>
                <a:cubicBezTo>
                  <a:pt x="1156425" y="1336679"/>
                  <a:pt x="1156010" y="1336928"/>
                  <a:pt x="1155511" y="1336928"/>
                </a:cubicBezTo>
                <a:close/>
                <a:moveTo>
                  <a:pt x="1196651" y="1353218"/>
                </a:moveTo>
                <a:cubicBezTo>
                  <a:pt x="1196152" y="1353218"/>
                  <a:pt x="1195488" y="1352553"/>
                  <a:pt x="1195488" y="1352553"/>
                </a:cubicBezTo>
                <a:lnTo>
                  <a:pt x="1185934" y="1336021"/>
                </a:lnTo>
                <a:cubicBezTo>
                  <a:pt x="1185685" y="1335605"/>
                  <a:pt x="1185934" y="1334691"/>
                  <a:pt x="1185934" y="1334691"/>
                </a:cubicBezTo>
                <a:lnTo>
                  <a:pt x="1195488" y="1318159"/>
                </a:lnTo>
                <a:cubicBezTo>
                  <a:pt x="1195737" y="1317743"/>
                  <a:pt x="1196152" y="1317494"/>
                  <a:pt x="1196651" y="1317494"/>
                </a:cubicBezTo>
                <a:lnTo>
                  <a:pt x="1215759" y="1317494"/>
                </a:lnTo>
                <a:cubicBezTo>
                  <a:pt x="1216258" y="1317494"/>
                  <a:pt x="1216922" y="1318159"/>
                  <a:pt x="1216922" y="1318159"/>
                </a:cubicBezTo>
                <a:lnTo>
                  <a:pt x="1226476" y="1334691"/>
                </a:lnTo>
                <a:cubicBezTo>
                  <a:pt x="1226725" y="1335107"/>
                  <a:pt x="1226476" y="1336021"/>
                  <a:pt x="1226476" y="1336021"/>
                </a:cubicBezTo>
                <a:lnTo>
                  <a:pt x="1216922" y="1352553"/>
                </a:lnTo>
                <a:cubicBezTo>
                  <a:pt x="1216673" y="1352969"/>
                  <a:pt x="1216258" y="1353218"/>
                  <a:pt x="1215759" y="1353218"/>
                </a:cubicBezTo>
                <a:close/>
                <a:moveTo>
                  <a:pt x="1497498" y="1434029"/>
                </a:moveTo>
                <a:cubicBezTo>
                  <a:pt x="1497000" y="1434029"/>
                  <a:pt x="1496584" y="1433780"/>
                  <a:pt x="1496335" y="1433365"/>
                </a:cubicBezTo>
                <a:lnTo>
                  <a:pt x="1486698" y="1416666"/>
                </a:lnTo>
                <a:cubicBezTo>
                  <a:pt x="1486449" y="1416250"/>
                  <a:pt x="1486449" y="1415752"/>
                  <a:pt x="1486698" y="1415337"/>
                </a:cubicBezTo>
                <a:lnTo>
                  <a:pt x="1496335" y="1398638"/>
                </a:lnTo>
                <a:cubicBezTo>
                  <a:pt x="1496584" y="1398222"/>
                  <a:pt x="1497000" y="1397974"/>
                  <a:pt x="1497498" y="1397973"/>
                </a:cubicBezTo>
                <a:lnTo>
                  <a:pt x="1516855" y="1397973"/>
                </a:lnTo>
                <a:cubicBezTo>
                  <a:pt x="1517354" y="1397973"/>
                  <a:pt x="1517770" y="1398222"/>
                  <a:pt x="1518019" y="1398638"/>
                </a:cubicBezTo>
                <a:lnTo>
                  <a:pt x="1527656" y="1415338"/>
                </a:lnTo>
                <a:cubicBezTo>
                  <a:pt x="1527905" y="1415752"/>
                  <a:pt x="1527905" y="1416250"/>
                  <a:pt x="1527656" y="1416666"/>
                </a:cubicBezTo>
                <a:lnTo>
                  <a:pt x="1518019" y="1433365"/>
                </a:lnTo>
                <a:cubicBezTo>
                  <a:pt x="1517770" y="1433780"/>
                  <a:pt x="1517354" y="1434029"/>
                  <a:pt x="1516855" y="1434029"/>
                </a:cubicBezTo>
                <a:close/>
                <a:moveTo>
                  <a:pt x="1377075" y="1401853"/>
                </a:moveTo>
                <a:cubicBezTo>
                  <a:pt x="1376577" y="1401853"/>
                  <a:pt x="1376161" y="1401604"/>
                  <a:pt x="1375912" y="1401188"/>
                </a:cubicBezTo>
                <a:lnTo>
                  <a:pt x="1366192" y="1384323"/>
                </a:lnTo>
                <a:cubicBezTo>
                  <a:pt x="1365943" y="1383825"/>
                  <a:pt x="1365943" y="1383326"/>
                  <a:pt x="1366192" y="1382911"/>
                </a:cubicBezTo>
                <a:lnTo>
                  <a:pt x="1375912" y="1366046"/>
                </a:lnTo>
                <a:cubicBezTo>
                  <a:pt x="1376161" y="1365630"/>
                  <a:pt x="1376577" y="1365381"/>
                  <a:pt x="1377075" y="1365381"/>
                </a:cubicBezTo>
                <a:lnTo>
                  <a:pt x="1396516" y="1365381"/>
                </a:lnTo>
                <a:cubicBezTo>
                  <a:pt x="1397014" y="1365381"/>
                  <a:pt x="1397430" y="1365630"/>
                  <a:pt x="1397679" y="1366046"/>
                </a:cubicBezTo>
                <a:lnTo>
                  <a:pt x="1407399" y="1382911"/>
                </a:lnTo>
                <a:cubicBezTo>
                  <a:pt x="1407649" y="1383409"/>
                  <a:pt x="1407649" y="1383908"/>
                  <a:pt x="1407399" y="1384323"/>
                </a:cubicBezTo>
                <a:lnTo>
                  <a:pt x="1397679" y="1401188"/>
                </a:lnTo>
                <a:cubicBezTo>
                  <a:pt x="1397430" y="1401604"/>
                  <a:pt x="1397014" y="1401853"/>
                  <a:pt x="1396516" y="1401853"/>
                </a:cubicBezTo>
                <a:close/>
                <a:moveTo>
                  <a:pt x="4927980" y="2353420"/>
                </a:moveTo>
                <a:cubicBezTo>
                  <a:pt x="4927482" y="2353420"/>
                  <a:pt x="4927067" y="2353171"/>
                  <a:pt x="4926817" y="2352755"/>
                </a:cubicBezTo>
                <a:lnTo>
                  <a:pt x="4917097" y="2335807"/>
                </a:lnTo>
                <a:cubicBezTo>
                  <a:pt x="4916848" y="2335392"/>
                  <a:pt x="4916848" y="2334810"/>
                  <a:pt x="4917097" y="2334395"/>
                </a:cubicBezTo>
                <a:lnTo>
                  <a:pt x="4926900" y="2317447"/>
                </a:lnTo>
                <a:cubicBezTo>
                  <a:pt x="4927150" y="2317031"/>
                  <a:pt x="4927565" y="2316782"/>
                  <a:pt x="4928063" y="2316782"/>
                </a:cubicBezTo>
                <a:lnTo>
                  <a:pt x="4947587" y="2316782"/>
                </a:lnTo>
                <a:cubicBezTo>
                  <a:pt x="4948086" y="2316782"/>
                  <a:pt x="4948501" y="2317031"/>
                  <a:pt x="4948750" y="2317447"/>
                </a:cubicBezTo>
                <a:lnTo>
                  <a:pt x="4958470" y="2334395"/>
                </a:lnTo>
                <a:cubicBezTo>
                  <a:pt x="4958720" y="2334810"/>
                  <a:pt x="4958720" y="2335392"/>
                  <a:pt x="4958470" y="2335807"/>
                </a:cubicBezTo>
                <a:lnTo>
                  <a:pt x="4948667" y="2352755"/>
                </a:lnTo>
                <a:cubicBezTo>
                  <a:pt x="4948418" y="2353171"/>
                  <a:pt x="4948002" y="2353420"/>
                  <a:pt x="4947504" y="2353420"/>
                </a:cubicBezTo>
                <a:close/>
                <a:moveTo>
                  <a:pt x="1677925" y="1482652"/>
                </a:moveTo>
                <a:cubicBezTo>
                  <a:pt x="1677508" y="1482652"/>
                  <a:pt x="1677010" y="1482403"/>
                  <a:pt x="1676761" y="1481987"/>
                </a:cubicBezTo>
                <a:lnTo>
                  <a:pt x="1666958" y="1464956"/>
                </a:lnTo>
                <a:cubicBezTo>
                  <a:pt x="1666708" y="1464541"/>
                  <a:pt x="1666709" y="1463959"/>
                  <a:pt x="1666957" y="1463544"/>
                </a:cubicBezTo>
                <a:lnTo>
                  <a:pt x="1676760" y="1446513"/>
                </a:lnTo>
                <a:cubicBezTo>
                  <a:pt x="1677011" y="1446097"/>
                  <a:pt x="1677425" y="1445848"/>
                  <a:pt x="1677924" y="1445848"/>
                </a:cubicBezTo>
                <a:lnTo>
                  <a:pt x="1697530" y="1445848"/>
                </a:lnTo>
                <a:cubicBezTo>
                  <a:pt x="1697945" y="1445848"/>
                  <a:pt x="1698444" y="1446097"/>
                  <a:pt x="1698693" y="1446513"/>
                </a:cubicBezTo>
                <a:lnTo>
                  <a:pt x="1708497" y="1463544"/>
                </a:lnTo>
                <a:cubicBezTo>
                  <a:pt x="1708746" y="1463959"/>
                  <a:pt x="1708746" y="1464541"/>
                  <a:pt x="1708497" y="1464956"/>
                </a:cubicBezTo>
                <a:lnTo>
                  <a:pt x="1698693" y="1481987"/>
                </a:lnTo>
                <a:cubicBezTo>
                  <a:pt x="1698444" y="1482403"/>
                  <a:pt x="1698029" y="1482652"/>
                  <a:pt x="1697530" y="1482652"/>
                </a:cubicBezTo>
                <a:close/>
                <a:moveTo>
                  <a:pt x="1738008" y="1498932"/>
                </a:moveTo>
                <a:cubicBezTo>
                  <a:pt x="1737509" y="1498932"/>
                  <a:pt x="1737011" y="1498683"/>
                  <a:pt x="1736761" y="1498268"/>
                </a:cubicBezTo>
                <a:lnTo>
                  <a:pt x="1726875" y="1481153"/>
                </a:lnTo>
                <a:cubicBezTo>
                  <a:pt x="1726626" y="1480738"/>
                  <a:pt x="1726626" y="1480156"/>
                  <a:pt x="1726875" y="1479741"/>
                </a:cubicBezTo>
                <a:lnTo>
                  <a:pt x="1736761" y="1462627"/>
                </a:lnTo>
                <a:cubicBezTo>
                  <a:pt x="1737094" y="1462211"/>
                  <a:pt x="1737509" y="1461962"/>
                  <a:pt x="1738008" y="1461962"/>
                </a:cubicBezTo>
                <a:lnTo>
                  <a:pt x="1757697" y="1461962"/>
                </a:lnTo>
                <a:cubicBezTo>
                  <a:pt x="1758196" y="1461962"/>
                  <a:pt x="1758694" y="1462211"/>
                  <a:pt x="1758944" y="1462627"/>
                </a:cubicBezTo>
                <a:lnTo>
                  <a:pt x="1768830" y="1479741"/>
                </a:lnTo>
                <a:cubicBezTo>
                  <a:pt x="1769079" y="1480156"/>
                  <a:pt x="1769079" y="1480738"/>
                  <a:pt x="1768830" y="1481153"/>
                </a:cubicBezTo>
                <a:lnTo>
                  <a:pt x="1758944" y="1498268"/>
                </a:lnTo>
                <a:cubicBezTo>
                  <a:pt x="1758611" y="1498683"/>
                  <a:pt x="1758196" y="1498932"/>
                  <a:pt x="1757697" y="1498932"/>
                </a:cubicBezTo>
                <a:close/>
                <a:moveTo>
                  <a:pt x="1557445" y="1450656"/>
                </a:moveTo>
                <a:cubicBezTo>
                  <a:pt x="1556947" y="1450656"/>
                  <a:pt x="1556449" y="1450407"/>
                  <a:pt x="1556200" y="1449991"/>
                </a:cubicBezTo>
                <a:lnTo>
                  <a:pt x="1546313" y="1432794"/>
                </a:lnTo>
                <a:cubicBezTo>
                  <a:pt x="1546064" y="1432379"/>
                  <a:pt x="1546064" y="1431797"/>
                  <a:pt x="1546313" y="1431382"/>
                </a:cubicBezTo>
                <a:lnTo>
                  <a:pt x="1556200" y="1414185"/>
                </a:lnTo>
                <a:cubicBezTo>
                  <a:pt x="1556449" y="1413769"/>
                  <a:pt x="1556947" y="1413520"/>
                  <a:pt x="1557445" y="1413519"/>
                </a:cubicBezTo>
                <a:lnTo>
                  <a:pt x="1577301" y="1413520"/>
                </a:lnTo>
                <a:cubicBezTo>
                  <a:pt x="1577800" y="1413519"/>
                  <a:pt x="1578298" y="1413769"/>
                  <a:pt x="1578548" y="1414184"/>
                </a:cubicBezTo>
                <a:lnTo>
                  <a:pt x="1588434" y="1431382"/>
                </a:lnTo>
                <a:cubicBezTo>
                  <a:pt x="1588683" y="1431796"/>
                  <a:pt x="1588683" y="1432378"/>
                  <a:pt x="1588434" y="1432793"/>
                </a:cubicBezTo>
                <a:lnTo>
                  <a:pt x="1578548" y="1449991"/>
                </a:lnTo>
                <a:cubicBezTo>
                  <a:pt x="1578298" y="1450406"/>
                  <a:pt x="1577800" y="1450656"/>
                  <a:pt x="1577301" y="1450656"/>
                </a:cubicBezTo>
                <a:close/>
                <a:moveTo>
                  <a:pt x="1617631" y="1466782"/>
                </a:moveTo>
                <a:cubicBezTo>
                  <a:pt x="1617133" y="1466782"/>
                  <a:pt x="1616635" y="1466533"/>
                  <a:pt x="1616386" y="1466118"/>
                </a:cubicBezTo>
                <a:lnTo>
                  <a:pt x="1606499" y="1448920"/>
                </a:lnTo>
                <a:cubicBezTo>
                  <a:pt x="1606250" y="1448505"/>
                  <a:pt x="1606250" y="1447923"/>
                  <a:pt x="1606499" y="1447508"/>
                </a:cubicBezTo>
                <a:lnTo>
                  <a:pt x="1616386" y="1430311"/>
                </a:lnTo>
                <a:cubicBezTo>
                  <a:pt x="1616635" y="1429895"/>
                  <a:pt x="1617133" y="1429646"/>
                  <a:pt x="1617631" y="1429646"/>
                </a:cubicBezTo>
                <a:lnTo>
                  <a:pt x="1637487" y="1429646"/>
                </a:lnTo>
                <a:cubicBezTo>
                  <a:pt x="1637986" y="1429646"/>
                  <a:pt x="1638484" y="1429895"/>
                  <a:pt x="1638734" y="1430311"/>
                </a:cubicBezTo>
                <a:lnTo>
                  <a:pt x="1648620" y="1447508"/>
                </a:lnTo>
                <a:cubicBezTo>
                  <a:pt x="1648869" y="1447923"/>
                  <a:pt x="1648868" y="1448505"/>
                  <a:pt x="1648620" y="1448920"/>
                </a:cubicBezTo>
                <a:lnTo>
                  <a:pt x="1638734" y="1466118"/>
                </a:lnTo>
                <a:cubicBezTo>
                  <a:pt x="1638484" y="1466533"/>
                  <a:pt x="1637986" y="1466782"/>
                  <a:pt x="1637487" y="1466782"/>
                </a:cubicBezTo>
                <a:close/>
                <a:moveTo>
                  <a:pt x="1798189" y="1515163"/>
                </a:moveTo>
                <a:cubicBezTo>
                  <a:pt x="1797691" y="1515163"/>
                  <a:pt x="1797193" y="1514914"/>
                  <a:pt x="1796944" y="1514499"/>
                </a:cubicBezTo>
                <a:lnTo>
                  <a:pt x="1787057" y="1497301"/>
                </a:lnTo>
                <a:cubicBezTo>
                  <a:pt x="1786808" y="1496886"/>
                  <a:pt x="1786808" y="1496304"/>
                  <a:pt x="1787057" y="1495889"/>
                </a:cubicBezTo>
                <a:lnTo>
                  <a:pt x="1796944" y="1478692"/>
                </a:lnTo>
                <a:cubicBezTo>
                  <a:pt x="1797193" y="1478276"/>
                  <a:pt x="1797691" y="1478027"/>
                  <a:pt x="1798189" y="1478027"/>
                </a:cubicBezTo>
                <a:lnTo>
                  <a:pt x="1818045" y="1478027"/>
                </a:lnTo>
                <a:cubicBezTo>
                  <a:pt x="1818544" y="1478027"/>
                  <a:pt x="1819042" y="1478276"/>
                  <a:pt x="1819292" y="1478692"/>
                </a:cubicBezTo>
                <a:lnTo>
                  <a:pt x="1829178" y="1495889"/>
                </a:lnTo>
                <a:cubicBezTo>
                  <a:pt x="1829427" y="1496304"/>
                  <a:pt x="1829427" y="1496886"/>
                  <a:pt x="1829178" y="1497301"/>
                </a:cubicBezTo>
                <a:lnTo>
                  <a:pt x="1819292" y="1514499"/>
                </a:lnTo>
                <a:cubicBezTo>
                  <a:pt x="1819042" y="1514914"/>
                  <a:pt x="1818544" y="1515163"/>
                  <a:pt x="1818045" y="1515163"/>
                </a:cubicBezTo>
                <a:close/>
                <a:moveTo>
                  <a:pt x="2099121" y="1595797"/>
                </a:moveTo>
                <a:cubicBezTo>
                  <a:pt x="2098623" y="1595797"/>
                  <a:pt x="2098125" y="1595548"/>
                  <a:pt x="2097875" y="1595133"/>
                </a:cubicBezTo>
                <a:lnTo>
                  <a:pt x="2087989" y="1577935"/>
                </a:lnTo>
                <a:cubicBezTo>
                  <a:pt x="2087740" y="1577520"/>
                  <a:pt x="2087740" y="1576938"/>
                  <a:pt x="2087989" y="1576523"/>
                </a:cubicBezTo>
                <a:lnTo>
                  <a:pt x="2097875" y="1559326"/>
                </a:lnTo>
                <a:cubicBezTo>
                  <a:pt x="2098125" y="1558910"/>
                  <a:pt x="2098623" y="1558661"/>
                  <a:pt x="2099121" y="1558661"/>
                </a:cubicBezTo>
                <a:lnTo>
                  <a:pt x="2118977" y="1558661"/>
                </a:lnTo>
                <a:cubicBezTo>
                  <a:pt x="2119476" y="1558661"/>
                  <a:pt x="2119974" y="1558910"/>
                  <a:pt x="2120224" y="1559326"/>
                </a:cubicBezTo>
                <a:lnTo>
                  <a:pt x="2130109" y="1576523"/>
                </a:lnTo>
                <a:cubicBezTo>
                  <a:pt x="2130359" y="1576938"/>
                  <a:pt x="2130358" y="1577520"/>
                  <a:pt x="2130109" y="1577935"/>
                </a:cubicBezTo>
                <a:lnTo>
                  <a:pt x="2120223" y="1595133"/>
                </a:lnTo>
                <a:cubicBezTo>
                  <a:pt x="2119974" y="1595548"/>
                  <a:pt x="2119476" y="1595797"/>
                  <a:pt x="2118977" y="1595797"/>
                </a:cubicBezTo>
                <a:close/>
                <a:moveTo>
                  <a:pt x="1436992" y="1418474"/>
                </a:moveTo>
                <a:cubicBezTo>
                  <a:pt x="1436493" y="1418474"/>
                  <a:pt x="1435995" y="1418225"/>
                  <a:pt x="1435746" y="1417810"/>
                </a:cubicBezTo>
                <a:lnTo>
                  <a:pt x="1425775" y="1400529"/>
                </a:lnTo>
                <a:cubicBezTo>
                  <a:pt x="1425526" y="1400114"/>
                  <a:pt x="1425526" y="1399532"/>
                  <a:pt x="1425775" y="1399117"/>
                </a:cubicBezTo>
                <a:lnTo>
                  <a:pt x="1435746" y="1381837"/>
                </a:lnTo>
                <a:cubicBezTo>
                  <a:pt x="1435995" y="1381421"/>
                  <a:pt x="1436493" y="1381172"/>
                  <a:pt x="1436992" y="1381172"/>
                </a:cubicBezTo>
                <a:lnTo>
                  <a:pt x="1456931" y="1381172"/>
                </a:lnTo>
                <a:cubicBezTo>
                  <a:pt x="1457428" y="1381172"/>
                  <a:pt x="1457928" y="1381421"/>
                  <a:pt x="1458176" y="1381837"/>
                </a:cubicBezTo>
                <a:lnTo>
                  <a:pt x="1468146" y="1399117"/>
                </a:lnTo>
                <a:cubicBezTo>
                  <a:pt x="1468396" y="1399532"/>
                  <a:pt x="1468396" y="1400114"/>
                  <a:pt x="1468146" y="1400529"/>
                </a:cubicBezTo>
                <a:lnTo>
                  <a:pt x="1458176" y="1417810"/>
                </a:lnTo>
                <a:cubicBezTo>
                  <a:pt x="1457927" y="1418225"/>
                  <a:pt x="1457428" y="1418474"/>
                  <a:pt x="1456931" y="1418474"/>
                </a:cubicBezTo>
                <a:close/>
                <a:moveTo>
                  <a:pt x="4686986" y="2289412"/>
                </a:moveTo>
                <a:cubicBezTo>
                  <a:pt x="4686487" y="2289412"/>
                  <a:pt x="4685989" y="2289080"/>
                  <a:pt x="4685739" y="2288664"/>
                </a:cubicBezTo>
                <a:lnTo>
                  <a:pt x="4675770" y="2271301"/>
                </a:lnTo>
                <a:cubicBezTo>
                  <a:pt x="4675521" y="2270885"/>
                  <a:pt x="4675521" y="2270304"/>
                  <a:pt x="4675770" y="2269888"/>
                </a:cubicBezTo>
                <a:lnTo>
                  <a:pt x="4685822" y="2252525"/>
                </a:lnTo>
                <a:cubicBezTo>
                  <a:pt x="4686072" y="2252026"/>
                  <a:pt x="4686570" y="2251777"/>
                  <a:pt x="4687069" y="2251777"/>
                </a:cubicBezTo>
                <a:lnTo>
                  <a:pt x="4707091" y="2251777"/>
                </a:lnTo>
                <a:cubicBezTo>
                  <a:pt x="4707589" y="2251777"/>
                  <a:pt x="4708088" y="2252109"/>
                  <a:pt x="4708337" y="2252525"/>
                </a:cubicBezTo>
                <a:lnTo>
                  <a:pt x="4718306" y="2269888"/>
                </a:lnTo>
                <a:cubicBezTo>
                  <a:pt x="4718556" y="2270304"/>
                  <a:pt x="4718556" y="2270885"/>
                  <a:pt x="4718306" y="2271301"/>
                </a:cubicBezTo>
                <a:lnTo>
                  <a:pt x="4708254" y="2288664"/>
                </a:lnTo>
                <a:cubicBezTo>
                  <a:pt x="4708005" y="2289163"/>
                  <a:pt x="4707506" y="2289412"/>
                  <a:pt x="4707008" y="2289412"/>
                </a:cubicBezTo>
                <a:close/>
                <a:moveTo>
                  <a:pt x="2219350" y="1628293"/>
                </a:moveTo>
                <a:cubicBezTo>
                  <a:pt x="2218852" y="1628293"/>
                  <a:pt x="2218353" y="1627961"/>
                  <a:pt x="2218104" y="1627545"/>
                </a:cubicBezTo>
                <a:lnTo>
                  <a:pt x="2208052" y="1610099"/>
                </a:lnTo>
                <a:cubicBezTo>
                  <a:pt x="2207803" y="1609683"/>
                  <a:pt x="2207803" y="1609102"/>
                  <a:pt x="2208052" y="1608686"/>
                </a:cubicBezTo>
                <a:lnTo>
                  <a:pt x="2218104" y="1591240"/>
                </a:lnTo>
                <a:cubicBezTo>
                  <a:pt x="2218353" y="1590741"/>
                  <a:pt x="2218852" y="1590492"/>
                  <a:pt x="2219350" y="1590492"/>
                </a:cubicBezTo>
                <a:lnTo>
                  <a:pt x="2239456" y="1590492"/>
                </a:lnTo>
                <a:cubicBezTo>
                  <a:pt x="2239954" y="1590492"/>
                  <a:pt x="2240453" y="1590824"/>
                  <a:pt x="2240702" y="1591240"/>
                </a:cubicBezTo>
                <a:lnTo>
                  <a:pt x="2250755" y="1608686"/>
                </a:lnTo>
                <a:cubicBezTo>
                  <a:pt x="2251004" y="1609102"/>
                  <a:pt x="2251004" y="1609683"/>
                  <a:pt x="2250755" y="1610099"/>
                </a:cubicBezTo>
                <a:lnTo>
                  <a:pt x="2240702" y="1627545"/>
                </a:lnTo>
                <a:cubicBezTo>
                  <a:pt x="2240453" y="1628044"/>
                  <a:pt x="2239954" y="1628293"/>
                  <a:pt x="2239456" y="1628293"/>
                </a:cubicBezTo>
                <a:close/>
                <a:moveTo>
                  <a:pt x="1978523" y="1563869"/>
                </a:moveTo>
                <a:cubicBezTo>
                  <a:pt x="1978024" y="1563869"/>
                  <a:pt x="1977526" y="1563537"/>
                  <a:pt x="1977278" y="1563122"/>
                </a:cubicBezTo>
                <a:lnTo>
                  <a:pt x="1967142" y="1545592"/>
                </a:lnTo>
                <a:cubicBezTo>
                  <a:pt x="1966893" y="1545176"/>
                  <a:pt x="1966893" y="1544595"/>
                  <a:pt x="1967142" y="1544180"/>
                </a:cubicBezTo>
                <a:lnTo>
                  <a:pt x="1977277" y="1526650"/>
                </a:lnTo>
                <a:cubicBezTo>
                  <a:pt x="1977527" y="1526151"/>
                  <a:pt x="1978025" y="1525902"/>
                  <a:pt x="1978524" y="1525902"/>
                </a:cubicBezTo>
                <a:lnTo>
                  <a:pt x="1998795" y="1525902"/>
                </a:lnTo>
                <a:cubicBezTo>
                  <a:pt x="1999294" y="1525902"/>
                  <a:pt x="1999792" y="1526234"/>
                  <a:pt x="2000041" y="1526650"/>
                </a:cubicBezTo>
                <a:lnTo>
                  <a:pt x="2010176" y="1544180"/>
                </a:lnTo>
                <a:cubicBezTo>
                  <a:pt x="2010425" y="1544595"/>
                  <a:pt x="2010426" y="1545176"/>
                  <a:pt x="2010176" y="1545592"/>
                </a:cubicBezTo>
                <a:lnTo>
                  <a:pt x="2000040" y="1563122"/>
                </a:lnTo>
                <a:cubicBezTo>
                  <a:pt x="1999792" y="1563620"/>
                  <a:pt x="1999294" y="1563869"/>
                  <a:pt x="1998795" y="1563869"/>
                </a:cubicBezTo>
                <a:close/>
                <a:moveTo>
                  <a:pt x="2038709" y="1579995"/>
                </a:moveTo>
                <a:cubicBezTo>
                  <a:pt x="2038210" y="1579995"/>
                  <a:pt x="2037712" y="1579664"/>
                  <a:pt x="2037464" y="1579249"/>
                </a:cubicBezTo>
                <a:lnTo>
                  <a:pt x="2027327" y="1561718"/>
                </a:lnTo>
                <a:cubicBezTo>
                  <a:pt x="2027079" y="1561302"/>
                  <a:pt x="2027079" y="1560721"/>
                  <a:pt x="2027327" y="1560306"/>
                </a:cubicBezTo>
                <a:lnTo>
                  <a:pt x="2037463" y="1542776"/>
                </a:lnTo>
                <a:cubicBezTo>
                  <a:pt x="2037713" y="1542277"/>
                  <a:pt x="2038210" y="1542029"/>
                  <a:pt x="2038709" y="1542028"/>
                </a:cubicBezTo>
                <a:lnTo>
                  <a:pt x="2058981" y="1542029"/>
                </a:lnTo>
                <a:cubicBezTo>
                  <a:pt x="2059480" y="1542028"/>
                  <a:pt x="2059978" y="1542360"/>
                  <a:pt x="2060226" y="1542776"/>
                </a:cubicBezTo>
                <a:lnTo>
                  <a:pt x="2070362" y="1560306"/>
                </a:lnTo>
                <a:cubicBezTo>
                  <a:pt x="2070611" y="1560721"/>
                  <a:pt x="2070611" y="1561303"/>
                  <a:pt x="2070362" y="1561718"/>
                </a:cubicBezTo>
                <a:lnTo>
                  <a:pt x="2060226" y="1579248"/>
                </a:lnTo>
                <a:cubicBezTo>
                  <a:pt x="2059977" y="1579746"/>
                  <a:pt x="2059480" y="1579995"/>
                  <a:pt x="2058981" y="1579995"/>
                </a:cubicBezTo>
                <a:close/>
                <a:moveTo>
                  <a:pt x="2159082" y="1612249"/>
                </a:moveTo>
                <a:cubicBezTo>
                  <a:pt x="2158583" y="1612249"/>
                  <a:pt x="2158085" y="1611917"/>
                  <a:pt x="2157836" y="1611502"/>
                </a:cubicBezTo>
                <a:lnTo>
                  <a:pt x="2147700" y="1593972"/>
                </a:lnTo>
                <a:cubicBezTo>
                  <a:pt x="2147451" y="1593556"/>
                  <a:pt x="2147451" y="1592975"/>
                  <a:pt x="2147700" y="1592560"/>
                </a:cubicBezTo>
                <a:lnTo>
                  <a:pt x="2157836" y="1575030"/>
                </a:lnTo>
                <a:cubicBezTo>
                  <a:pt x="2158085" y="1574531"/>
                  <a:pt x="2158583" y="1574282"/>
                  <a:pt x="2159082" y="1574282"/>
                </a:cubicBezTo>
                <a:lnTo>
                  <a:pt x="2179353" y="1574282"/>
                </a:lnTo>
                <a:cubicBezTo>
                  <a:pt x="2179852" y="1574282"/>
                  <a:pt x="2180350" y="1574614"/>
                  <a:pt x="2180599" y="1575030"/>
                </a:cubicBezTo>
                <a:lnTo>
                  <a:pt x="2190735" y="1592560"/>
                </a:lnTo>
                <a:cubicBezTo>
                  <a:pt x="2190984" y="1592975"/>
                  <a:pt x="2190984" y="1593556"/>
                  <a:pt x="2190735" y="1593972"/>
                </a:cubicBezTo>
                <a:lnTo>
                  <a:pt x="2180599" y="1611502"/>
                </a:lnTo>
                <a:cubicBezTo>
                  <a:pt x="2180350" y="1612000"/>
                  <a:pt x="2179852" y="1612249"/>
                  <a:pt x="2179353" y="1612249"/>
                </a:cubicBezTo>
                <a:close/>
                <a:moveTo>
                  <a:pt x="3061876" y="1854152"/>
                </a:moveTo>
                <a:cubicBezTo>
                  <a:pt x="3061377" y="1854152"/>
                  <a:pt x="3060879" y="1853820"/>
                  <a:pt x="3060630" y="1853405"/>
                </a:cubicBezTo>
                <a:lnTo>
                  <a:pt x="3050494" y="1835875"/>
                </a:lnTo>
                <a:cubicBezTo>
                  <a:pt x="3050245" y="1835459"/>
                  <a:pt x="3050245" y="1834878"/>
                  <a:pt x="3050494" y="1834463"/>
                </a:cubicBezTo>
                <a:lnTo>
                  <a:pt x="3060630" y="1816933"/>
                </a:lnTo>
                <a:cubicBezTo>
                  <a:pt x="3060879" y="1816434"/>
                  <a:pt x="3061377" y="1816185"/>
                  <a:pt x="3061876" y="1816185"/>
                </a:cubicBezTo>
                <a:lnTo>
                  <a:pt x="3082147" y="1816185"/>
                </a:lnTo>
                <a:cubicBezTo>
                  <a:pt x="3082646" y="1816185"/>
                  <a:pt x="3083144" y="1816517"/>
                  <a:pt x="3083393" y="1816933"/>
                </a:cubicBezTo>
                <a:lnTo>
                  <a:pt x="3093529" y="1834463"/>
                </a:lnTo>
                <a:cubicBezTo>
                  <a:pt x="3093778" y="1834878"/>
                  <a:pt x="3093778" y="1835459"/>
                  <a:pt x="3093529" y="1835875"/>
                </a:cubicBezTo>
                <a:lnTo>
                  <a:pt x="3083393" y="1853405"/>
                </a:lnTo>
                <a:cubicBezTo>
                  <a:pt x="3083144" y="1853903"/>
                  <a:pt x="3082646" y="1854152"/>
                  <a:pt x="3082147" y="1854152"/>
                </a:cubicBezTo>
                <a:close/>
                <a:moveTo>
                  <a:pt x="5168310" y="2418675"/>
                </a:moveTo>
                <a:cubicBezTo>
                  <a:pt x="5167811" y="2418675"/>
                  <a:pt x="5167313" y="2418343"/>
                  <a:pt x="5167064" y="2417928"/>
                </a:cubicBezTo>
                <a:lnTo>
                  <a:pt x="5156928" y="2400315"/>
                </a:lnTo>
                <a:cubicBezTo>
                  <a:pt x="5156679" y="2399900"/>
                  <a:pt x="5156679" y="2399318"/>
                  <a:pt x="5156928" y="2398903"/>
                </a:cubicBezTo>
                <a:lnTo>
                  <a:pt x="5167147" y="2381290"/>
                </a:lnTo>
                <a:cubicBezTo>
                  <a:pt x="5167396" y="2380791"/>
                  <a:pt x="5167894" y="2380542"/>
                  <a:pt x="5168393" y="2380542"/>
                </a:cubicBezTo>
                <a:lnTo>
                  <a:pt x="5188747" y="2380542"/>
                </a:lnTo>
                <a:cubicBezTo>
                  <a:pt x="5189246" y="2380542"/>
                  <a:pt x="5189744" y="2380874"/>
                  <a:pt x="5189994" y="2381290"/>
                </a:cubicBezTo>
                <a:lnTo>
                  <a:pt x="5200129" y="2398903"/>
                </a:lnTo>
                <a:cubicBezTo>
                  <a:pt x="5200378" y="2399318"/>
                  <a:pt x="5200378" y="2399900"/>
                  <a:pt x="5200129" y="2400315"/>
                </a:cubicBezTo>
                <a:lnTo>
                  <a:pt x="5189910" y="2417928"/>
                </a:lnTo>
                <a:cubicBezTo>
                  <a:pt x="5189661" y="2418426"/>
                  <a:pt x="5189163" y="2418675"/>
                  <a:pt x="5188664" y="2418675"/>
                </a:cubicBezTo>
                <a:close/>
                <a:moveTo>
                  <a:pt x="5409033" y="2483345"/>
                </a:moveTo>
                <a:cubicBezTo>
                  <a:pt x="5408534" y="2483345"/>
                  <a:pt x="5408036" y="2483013"/>
                  <a:pt x="5407787" y="2482598"/>
                </a:cubicBezTo>
                <a:lnTo>
                  <a:pt x="5397568" y="2464902"/>
                </a:lnTo>
                <a:cubicBezTo>
                  <a:pt x="5397319" y="2464486"/>
                  <a:pt x="5397319" y="2463905"/>
                  <a:pt x="5397568" y="2463490"/>
                </a:cubicBezTo>
                <a:lnTo>
                  <a:pt x="5407787" y="2445794"/>
                </a:lnTo>
                <a:cubicBezTo>
                  <a:pt x="5408036" y="2445295"/>
                  <a:pt x="5408534" y="2445046"/>
                  <a:pt x="5409033" y="2445046"/>
                </a:cubicBezTo>
                <a:lnTo>
                  <a:pt x="5429470" y="2445046"/>
                </a:lnTo>
                <a:cubicBezTo>
                  <a:pt x="5429969" y="2445046"/>
                  <a:pt x="5430467" y="2445378"/>
                  <a:pt x="5430717" y="2445794"/>
                </a:cubicBezTo>
                <a:lnTo>
                  <a:pt x="5440935" y="2463490"/>
                </a:lnTo>
                <a:cubicBezTo>
                  <a:pt x="5441184" y="2463905"/>
                  <a:pt x="5441184" y="2464486"/>
                  <a:pt x="5440935" y="2464902"/>
                </a:cubicBezTo>
                <a:lnTo>
                  <a:pt x="5430717" y="2482598"/>
                </a:lnTo>
                <a:cubicBezTo>
                  <a:pt x="5430467" y="2483096"/>
                  <a:pt x="5429969" y="2483345"/>
                  <a:pt x="5429470" y="2483345"/>
                </a:cubicBezTo>
                <a:close/>
                <a:moveTo>
                  <a:pt x="5108020" y="2402784"/>
                </a:moveTo>
                <a:cubicBezTo>
                  <a:pt x="5107521" y="2402784"/>
                  <a:pt x="5107023" y="2402451"/>
                  <a:pt x="5106774" y="2402036"/>
                </a:cubicBezTo>
                <a:lnTo>
                  <a:pt x="5096472" y="2384257"/>
                </a:lnTo>
                <a:cubicBezTo>
                  <a:pt x="5096223" y="2383842"/>
                  <a:pt x="5096223" y="2383260"/>
                  <a:pt x="5096472" y="2382845"/>
                </a:cubicBezTo>
                <a:lnTo>
                  <a:pt x="5106774" y="2365066"/>
                </a:lnTo>
                <a:cubicBezTo>
                  <a:pt x="5107023" y="2364567"/>
                  <a:pt x="5107521" y="2364318"/>
                  <a:pt x="5108020" y="2364318"/>
                </a:cubicBezTo>
                <a:lnTo>
                  <a:pt x="5128540" y="2364318"/>
                </a:lnTo>
                <a:cubicBezTo>
                  <a:pt x="5129039" y="2364318"/>
                  <a:pt x="5129537" y="2364650"/>
                  <a:pt x="5129788" y="2365066"/>
                </a:cubicBezTo>
                <a:lnTo>
                  <a:pt x="5140088" y="2382845"/>
                </a:lnTo>
                <a:cubicBezTo>
                  <a:pt x="5140338" y="2383260"/>
                  <a:pt x="5140338" y="2383842"/>
                  <a:pt x="5140089" y="2384257"/>
                </a:cubicBezTo>
                <a:lnTo>
                  <a:pt x="5129787" y="2402036"/>
                </a:lnTo>
                <a:cubicBezTo>
                  <a:pt x="5129537" y="2402534"/>
                  <a:pt x="5129039" y="2402784"/>
                  <a:pt x="5128540" y="2402784"/>
                </a:cubicBezTo>
                <a:close/>
                <a:moveTo>
                  <a:pt x="5348766" y="2467292"/>
                </a:moveTo>
                <a:cubicBezTo>
                  <a:pt x="5348267" y="2467292"/>
                  <a:pt x="5347769" y="2466959"/>
                  <a:pt x="5347520" y="2466544"/>
                </a:cubicBezTo>
                <a:lnTo>
                  <a:pt x="5337218" y="2448765"/>
                </a:lnTo>
                <a:cubicBezTo>
                  <a:pt x="5336969" y="2448350"/>
                  <a:pt x="5336969" y="2447768"/>
                  <a:pt x="5337218" y="2447353"/>
                </a:cubicBezTo>
                <a:lnTo>
                  <a:pt x="5347520" y="2429574"/>
                </a:lnTo>
                <a:cubicBezTo>
                  <a:pt x="5347769" y="2429075"/>
                  <a:pt x="5348267" y="2428826"/>
                  <a:pt x="5348766" y="2428826"/>
                </a:cubicBezTo>
                <a:lnTo>
                  <a:pt x="5369286" y="2428826"/>
                </a:lnTo>
                <a:cubicBezTo>
                  <a:pt x="5369785" y="2428826"/>
                  <a:pt x="5370283" y="2429158"/>
                  <a:pt x="5370533" y="2429574"/>
                </a:cubicBezTo>
                <a:lnTo>
                  <a:pt x="5380834" y="2447353"/>
                </a:lnTo>
                <a:cubicBezTo>
                  <a:pt x="5381084" y="2447768"/>
                  <a:pt x="5381084" y="2448350"/>
                  <a:pt x="5380834" y="2448765"/>
                </a:cubicBezTo>
                <a:lnTo>
                  <a:pt x="5370533" y="2466544"/>
                </a:lnTo>
                <a:cubicBezTo>
                  <a:pt x="5370283" y="2467042"/>
                  <a:pt x="5369785" y="2467292"/>
                  <a:pt x="5369286" y="2467292"/>
                </a:cubicBezTo>
                <a:close/>
                <a:moveTo>
                  <a:pt x="5469138" y="2499545"/>
                </a:moveTo>
                <a:cubicBezTo>
                  <a:pt x="5468639" y="2499545"/>
                  <a:pt x="5468142" y="2499213"/>
                  <a:pt x="5467892" y="2498797"/>
                </a:cubicBezTo>
                <a:lnTo>
                  <a:pt x="5457590" y="2481019"/>
                </a:lnTo>
                <a:cubicBezTo>
                  <a:pt x="5457341" y="2480603"/>
                  <a:pt x="5457341" y="2480022"/>
                  <a:pt x="5457590" y="2479606"/>
                </a:cubicBezTo>
                <a:lnTo>
                  <a:pt x="5467892" y="2461827"/>
                </a:lnTo>
                <a:cubicBezTo>
                  <a:pt x="5468141" y="2461328"/>
                  <a:pt x="5468639" y="2461080"/>
                  <a:pt x="5469138" y="2461079"/>
                </a:cubicBezTo>
                <a:lnTo>
                  <a:pt x="5489660" y="2461079"/>
                </a:lnTo>
                <a:cubicBezTo>
                  <a:pt x="5490157" y="2461080"/>
                  <a:pt x="5490655" y="2461411"/>
                  <a:pt x="5490905" y="2461827"/>
                </a:cubicBezTo>
                <a:lnTo>
                  <a:pt x="5501207" y="2479607"/>
                </a:lnTo>
                <a:cubicBezTo>
                  <a:pt x="5501456" y="2480021"/>
                  <a:pt x="5501456" y="2480603"/>
                  <a:pt x="5501207" y="2481018"/>
                </a:cubicBezTo>
                <a:lnTo>
                  <a:pt x="5490905" y="2498798"/>
                </a:lnTo>
                <a:cubicBezTo>
                  <a:pt x="5490655" y="2499296"/>
                  <a:pt x="5490157" y="2499546"/>
                  <a:pt x="5489659" y="2499546"/>
                </a:cubicBezTo>
                <a:close/>
                <a:moveTo>
                  <a:pt x="2279276" y="1644928"/>
                </a:moveTo>
                <a:cubicBezTo>
                  <a:pt x="2278777" y="1644928"/>
                  <a:pt x="2278279" y="1644596"/>
                  <a:pt x="2278029" y="1644180"/>
                </a:cubicBezTo>
                <a:lnTo>
                  <a:pt x="2267728" y="1626318"/>
                </a:lnTo>
                <a:cubicBezTo>
                  <a:pt x="2267479" y="1625820"/>
                  <a:pt x="2267479" y="1625238"/>
                  <a:pt x="2267728" y="1624823"/>
                </a:cubicBezTo>
                <a:lnTo>
                  <a:pt x="2278029" y="1606961"/>
                </a:lnTo>
                <a:cubicBezTo>
                  <a:pt x="2278279" y="1606462"/>
                  <a:pt x="2278777" y="1606213"/>
                  <a:pt x="2279276" y="1606213"/>
                </a:cubicBezTo>
                <a:lnTo>
                  <a:pt x="2299962" y="1606213"/>
                </a:lnTo>
                <a:cubicBezTo>
                  <a:pt x="2300461" y="1606213"/>
                  <a:pt x="2300959" y="1606545"/>
                  <a:pt x="2301209" y="1606961"/>
                </a:cubicBezTo>
                <a:lnTo>
                  <a:pt x="2311511" y="1624823"/>
                </a:lnTo>
                <a:cubicBezTo>
                  <a:pt x="2311760" y="1625321"/>
                  <a:pt x="2311760" y="1625903"/>
                  <a:pt x="2311511" y="1626318"/>
                </a:cubicBezTo>
                <a:lnTo>
                  <a:pt x="2301209" y="1644180"/>
                </a:lnTo>
                <a:cubicBezTo>
                  <a:pt x="2300959" y="1644678"/>
                  <a:pt x="2300461" y="1644928"/>
                  <a:pt x="2299962" y="1644928"/>
                </a:cubicBezTo>
                <a:close/>
                <a:moveTo>
                  <a:pt x="2339462" y="1661055"/>
                </a:moveTo>
                <a:cubicBezTo>
                  <a:pt x="2338962" y="1661055"/>
                  <a:pt x="2338464" y="1660723"/>
                  <a:pt x="2338215" y="1660307"/>
                </a:cubicBezTo>
                <a:lnTo>
                  <a:pt x="2327914" y="1642445"/>
                </a:lnTo>
                <a:cubicBezTo>
                  <a:pt x="2327665" y="1641947"/>
                  <a:pt x="2327665" y="1641365"/>
                  <a:pt x="2327914" y="1640950"/>
                </a:cubicBezTo>
                <a:lnTo>
                  <a:pt x="2338215" y="1623088"/>
                </a:lnTo>
                <a:cubicBezTo>
                  <a:pt x="2338465" y="1622589"/>
                  <a:pt x="2338963" y="1622340"/>
                  <a:pt x="2339462" y="1622340"/>
                </a:cubicBezTo>
                <a:lnTo>
                  <a:pt x="2360148" y="1622340"/>
                </a:lnTo>
                <a:cubicBezTo>
                  <a:pt x="2360647" y="1622340"/>
                  <a:pt x="2361145" y="1622672"/>
                  <a:pt x="2361394" y="1623088"/>
                </a:cubicBezTo>
                <a:lnTo>
                  <a:pt x="2371696" y="1640950"/>
                </a:lnTo>
                <a:cubicBezTo>
                  <a:pt x="2371946" y="1641448"/>
                  <a:pt x="2371946" y="1642030"/>
                  <a:pt x="2371696" y="1642445"/>
                </a:cubicBezTo>
                <a:lnTo>
                  <a:pt x="2361394" y="1660307"/>
                </a:lnTo>
                <a:cubicBezTo>
                  <a:pt x="2361144" y="1660805"/>
                  <a:pt x="2360647" y="1661055"/>
                  <a:pt x="2360148" y="1661055"/>
                </a:cubicBezTo>
                <a:close/>
                <a:moveTo>
                  <a:pt x="5529332" y="2515778"/>
                </a:moveTo>
                <a:cubicBezTo>
                  <a:pt x="5528833" y="2515778"/>
                  <a:pt x="5528335" y="2515446"/>
                  <a:pt x="5528086" y="2515030"/>
                </a:cubicBezTo>
                <a:lnTo>
                  <a:pt x="5517784" y="2497168"/>
                </a:lnTo>
                <a:cubicBezTo>
                  <a:pt x="5517535" y="2496670"/>
                  <a:pt x="5517535" y="2496088"/>
                  <a:pt x="5517784" y="2495673"/>
                </a:cubicBezTo>
                <a:lnTo>
                  <a:pt x="5528086" y="2477811"/>
                </a:lnTo>
                <a:cubicBezTo>
                  <a:pt x="5528335" y="2477312"/>
                  <a:pt x="5528833" y="2477063"/>
                  <a:pt x="5529332" y="2477063"/>
                </a:cubicBezTo>
                <a:lnTo>
                  <a:pt x="5550019" y="2477063"/>
                </a:lnTo>
                <a:cubicBezTo>
                  <a:pt x="5550517" y="2477063"/>
                  <a:pt x="5551016" y="2477395"/>
                  <a:pt x="5551265" y="2477811"/>
                </a:cubicBezTo>
                <a:lnTo>
                  <a:pt x="5561567" y="2495673"/>
                </a:lnTo>
                <a:cubicBezTo>
                  <a:pt x="5561816" y="2496171"/>
                  <a:pt x="5561816" y="2496753"/>
                  <a:pt x="5561567" y="2497168"/>
                </a:cubicBezTo>
                <a:lnTo>
                  <a:pt x="5551265" y="2515030"/>
                </a:lnTo>
                <a:cubicBezTo>
                  <a:pt x="5551016" y="2515528"/>
                  <a:pt x="5550517" y="2515778"/>
                  <a:pt x="5550019" y="2515778"/>
                </a:cubicBezTo>
                <a:close/>
                <a:moveTo>
                  <a:pt x="5589519" y="2531905"/>
                </a:moveTo>
                <a:cubicBezTo>
                  <a:pt x="5589020" y="2531905"/>
                  <a:pt x="5588522" y="2531573"/>
                  <a:pt x="5588273" y="2531157"/>
                </a:cubicBezTo>
                <a:lnTo>
                  <a:pt x="5577971" y="2513295"/>
                </a:lnTo>
                <a:cubicBezTo>
                  <a:pt x="5577722" y="2512797"/>
                  <a:pt x="5577722" y="2512215"/>
                  <a:pt x="5577971" y="2511800"/>
                </a:cubicBezTo>
                <a:lnTo>
                  <a:pt x="5588273" y="2493938"/>
                </a:lnTo>
                <a:cubicBezTo>
                  <a:pt x="5588522" y="2493439"/>
                  <a:pt x="5589020" y="2493190"/>
                  <a:pt x="5589519" y="2493190"/>
                </a:cubicBezTo>
                <a:lnTo>
                  <a:pt x="5610206" y="2493190"/>
                </a:lnTo>
                <a:cubicBezTo>
                  <a:pt x="5610704" y="2493190"/>
                  <a:pt x="5611203" y="2493522"/>
                  <a:pt x="5611452" y="2493938"/>
                </a:cubicBezTo>
                <a:lnTo>
                  <a:pt x="5621754" y="2511800"/>
                </a:lnTo>
                <a:cubicBezTo>
                  <a:pt x="5622003" y="2512298"/>
                  <a:pt x="5622003" y="2512880"/>
                  <a:pt x="5621754" y="2513295"/>
                </a:cubicBezTo>
                <a:lnTo>
                  <a:pt x="5611452" y="2531157"/>
                </a:lnTo>
                <a:cubicBezTo>
                  <a:pt x="5611203" y="2531655"/>
                  <a:pt x="5610704" y="2531905"/>
                  <a:pt x="5610206" y="2531905"/>
                </a:cubicBezTo>
                <a:close/>
                <a:moveTo>
                  <a:pt x="5649705" y="2548032"/>
                </a:moveTo>
                <a:cubicBezTo>
                  <a:pt x="5649206" y="2548032"/>
                  <a:pt x="5648708" y="2547700"/>
                  <a:pt x="5648459" y="2547284"/>
                </a:cubicBezTo>
                <a:lnTo>
                  <a:pt x="5638157" y="2529422"/>
                </a:lnTo>
                <a:cubicBezTo>
                  <a:pt x="5637908" y="2528924"/>
                  <a:pt x="5637908" y="2528342"/>
                  <a:pt x="5638157" y="2527927"/>
                </a:cubicBezTo>
                <a:lnTo>
                  <a:pt x="5648459" y="2510065"/>
                </a:lnTo>
                <a:cubicBezTo>
                  <a:pt x="5648708" y="2509566"/>
                  <a:pt x="5649206" y="2509317"/>
                  <a:pt x="5649705" y="2509317"/>
                </a:cubicBezTo>
                <a:lnTo>
                  <a:pt x="5670392" y="2509317"/>
                </a:lnTo>
                <a:cubicBezTo>
                  <a:pt x="5670890" y="2509317"/>
                  <a:pt x="5671389" y="2509649"/>
                  <a:pt x="5671638" y="2510065"/>
                </a:cubicBezTo>
                <a:lnTo>
                  <a:pt x="5681940" y="2527927"/>
                </a:lnTo>
                <a:cubicBezTo>
                  <a:pt x="5682189" y="2528425"/>
                  <a:pt x="5682189" y="2529007"/>
                  <a:pt x="5681940" y="2529422"/>
                </a:cubicBezTo>
                <a:lnTo>
                  <a:pt x="5671638" y="2547284"/>
                </a:lnTo>
                <a:cubicBezTo>
                  <a:pt x="5671389" y="2547782"/>
                  <a:pt x="5670890" y="2548032"/>
                  <a:pt x="5670392" y="2548032"/>
                </a:cubicBezTo>
                <a:close/>
                <a:moveTo>
                  <a:pt x="2459753" y="1693381"/>
                </a:moveTo>
                <a:cubicBezTo>
                  <a:pt x="2459254" y="1693381"/>
                  <a:pt x="2458756" y="1693049"/>
                  <a:pt x="2458507" y="1692633"/>
                </a:cubicBezTo>
                <a:lnTo>
                  <a:pt x="2448122" y="1674688"/>
                </a:lnTo>
                <a:cubicBezTo>
                  <a:pt x="2447873" y="1674190"/>
                  <a:pt x="2447873" y="1673608"/>
                  <a:pt x="2448122" y="1673193"/>
                </a:cubicBezTo>
                <a:lnTo>
                  <a:pt x="2458507" y="1655248"/>
                </a:lnTo>
                <a:cubicBezTo>
                  <a:pt x="2458756" y="1654749"/>
                  <a:pt x="2459254" y="1654500"/>
                  <a:pt x="2459753" y="1654500"/>
                </a:cubicBezTo>
                <a:lnTo>
                  <a:pt x="2480523" y="1654500"/>
                </a:lnTo>
                <a:cubicBezTo>
                  <a:pt x="2481021" y="1654500"/>
                  <a:pt x="2481520" y="1654832"/>
                  <a:pt x="2481769" y="1655248"/>
                </a:cubicBezTo>
                <a:lnTo>
                  <a:pt x="2492154" y="1673193"/>
                </a:lnTo>
                <a:cubicBezTo>
                  <a:pt x="2492403" y="1673691"/>
                  <a:pt x="2492403" y="1674273"/>
                  <a:pt x="2492154" y="1674688"/>
                </a:cubicBezTo>
                <a:lnTo>
                  <a:pt x="2481769" y="1692633"/>
                </a:lnTo>
                <a:cubicBezTo>
                  <a:pt x="2481520" y="1693132"/>
                  <a:pt x="2481021" y="1693381"/>
                  <a:pt x="2480523" y="1693381"/>
                </a:cubicBezTo>
                <a:close/>
                <a:moveTo>
                  <a:pt x="5047761" y="2386836"/>
                </a:moveTo>
                <a:cubicBezTo>
                  <a:pt x="5047262" y="2386836"/>
                  <a:pt x="5046764" y="2386504"/>
                  <a:pt x="5046515" y="2386088"/>
                </a:cubicBezTo>
                <a:lnTo>
                  <a:pt x="5036130" y="2368143"/>
                </a:lnTo>
                <a:cubicBezTo>
                  <a:pt x="5035881" y="2367645"/>
                  <a:pt x="5035881" y="2367063"/>
                  <a:pt x="5036130" y="2366648"/>
                </a:cubicBezTo>
                <a:lnTo>
                  <a:pt x="5046515" y="2348703"/>
                </a:lnTo>
                <a:cubicBezTo>
                  <a:pt x="5046764" y="2348204"/>
                  <a:pt x="5047262" y="2347955"/>
                  <a:pt x="5047761" y="2347955"/>
                </a:cubicBezTo>
                <a:lnTo>
                  <a:pt x="5068531" y="2347955"/>
                </a:lnTo>
                <a:cubicBezTo>
                  <a:pt x="5069029" y="2347955"/>
                  <a:pt x="5069528" y="2348286"/>
                  <a:pt x="5069777" y="2348703"/>
                </a:cubicBezTo>
                <a:lnTo>
                  <a:pt x="5080162" y="2366648"/>
                </a:lnTo>
                <a:cubicBezTo>
                  <a:pt x="5080411" y="2367146"/>
                  <a:pt x="5080411" y="2367728"/>
                  <a:pt x="5080162" y="2368143"/>
                </a:cubicBezTo>
                <a:lnTo>
                  <a:pt x="5069777" y="2386088"/>
                </a:lnTo>
                <a:cubicBezTo>
                  <a:pt x="5069528" y="2386587"/>
                  <a:pt x="5069029" y="2386836"/>
                  <a:pt x="5068531" y="2386836"/>
                </a:cubicBezTo>
                <a:close/>
                <a:moveTo>
                  <a:pt x="5228319" y="2435216"/>
                </a:moveTo>
                <a:cubicBezTo>
                  <a:pt x="5227820" y="2435216"/>
                  <a:pt x="5227322" y="2434884"/>
                  <a:pt x="5227073" y="2434468"/>
                </a:cubicBezTo>
                <a:lnTo>
                  <a:pt x="5216688" y="2416523"/>
                </a:lnTo>
                <a:cubicBezTo>
                  <a:pt x="5216439" y="2416025"/>
                  <a:pt x="5216439" y="2415443"/>
                  <a:pt x="5216688" y="2415028"/>
                </a:cubicBezTo>
                <a:lnTo>
                  <a:pt x="5227073" y="2397083"/>
                </a:lnTo>
                <a:cubicBezTo>
                  <a:pt x="5227322" y="2396584"/>
                  <a:pt x="5227820" y="2396335"/>
                  <a:pt x="5228319" y="2396335"/>
                </a:cubicBezTo>
                <a:lnTo>
                  <a:pt x="5249089" y="2396335"/>
                </a:lnTo>
                <a:cubicBezTo>
                  <a:pt x="5249587" y="2396335"/>
                  <a:pt x="5250086" y="2396667"/>
                  <a:pt x="5250335" y="2397083"/>
                </a:cubicBezTo>
                <a:lnTo>
                  <a:pt x="5260720" y="2415028"/>
                </a:lnTo>
                <a:cubicBezTo>
                  <a:pt x="5260969" y="2415526"/>
                  <a:pt x="5260969" y="2416108"/>
                  <a:pt x="5260720" y="2416523"/>
                </a:cubicBezTo>
                <a:lnTo>
                  <a:pt x="5250335" y="2434468"/>
                </a:lnTo>
                <a:cubicBezTo>
                  <a:pt x="5250086" y="2434967"/>
                  <a:pt x="5249587" y="2435216"/>
                  <a:pt x="5249089" y="2435216"/>
                </a:cubicBezTo>
                <a:close/>
                <a:moveTo>
                  <a:pt x="5288506" y="2451343"/>
                </a:moveTo>
                <a:cubicBezTo>
                  <a:pt x="5288007" y="2451343"/>
                  <a:pt x="5287509" y="2451011"/>
                  <a:pt x="5287260" y="2450595"/>
                </a:cubicBezTo>
                <a:lnTo>
                  <a:pt x="5276875" y="2432650"/>
                </a:lnTo>
                <a:cubicBezTo>
                  <a:pt x="5276626" y="2432152"/>
                  <a:pt x="5276626" y="2431570"/>
                  <a:pt x="5276875" y="2431155"/>
                </a:cubicBezTo>
                <a:lnTo>
                  <a:pt x="5287260" y="2413210"/>
                </a:lnTo>
                <a:cubicBezTo>
                  <a:pt x="5287509" y="2412711"/>
                  <a:pt x="5288007" y="2412462"/>
                  <a:pt x="5288506" y="2412462"/>
                </a:cubicBezTo>
                <a:lnTo>
                  <a:pt x="5309276" y="2412462"/>
                </a:lnTo>
                <a:cubicBezTo>
                  <a:pt x="5309774" y="2412462"/>
                  <a:pt x="5310273" y="2412794"/>
                  <a:pt x="5310522" y="2413210"/>
                </a:cubicBezTo>
                <a:lnTo>
                  <a:pt x="5320907" y="2431155"/>
                </a:lnTo>
                <a:cubicBezTo>
                  <a:pt x="5321156" y="2431653"/>
                  <a:pt x="5321156" y="2432235"/>
                  <a:pt x="5320907" y="2432650"/>
                </a:cubicBezTo>
                <a:lnTo>
                  <a:pt x="5310522" y="2450595"/>
                </a:lnTo>
                <a:cubicBezTo>
                  <a:pt x="5310273" y="2451094"/>
                  <a:pt x="5309774" y="2451343"/>
                  <a:pt x="5309276" y="2451343"/>
                </a:cubicBezTo>
                <a:close/>
                <a:moveTo>
                  <a:pt x="2399484" y="1677336"/>
                </a:moveTo>
                <a:cubicBezTo>
                  <a:pt x="2398985" y="1677336"/>
                  <a:pt x="2398487" y="1677004"/>
                  <a:pt x="2398238" y="1676589"/>
                </a:cubicBezTo>
                <a:lnTo>
                  <a:pt x="2387853" y="1658560"/>
                </a:lnTo>
                <a:cubicBezTo>
                  <a:pt x="2387604" y="1658062"/>
                  <a:pt x="2387604" y="1657480"/>
                  <a:pt x="2387853" y="1657065"/>
                </a:cubicBezTo>
                <a:lnTo>
                  <a:pt x="2398321" y="1639037"/>
                </a:lnTo>
                <a:cubicBezTo>
                  <a:pt x="2398570" y="1638538"/>
                  <a:pt x="2399069" y="1638289"/>
                  <a:pt x="2399567" y="1638289"/>
                </a:cubicBezTo>
                <a:lnTo>
                  <a:pt x="2420420" y="1638289"/>
                </a:lnTo>
                <a:cubicBezTo>
                  <a:pt x="2420919" y="1638289"/>
                  <a:pt x="2421417" y="1638621"/>
                  <a:pt x="2421666" y="1639037"/>
                </a:cubicBezTo>
                <a:lnTo>
                  <a:pt x="2432051" y="1657065"/>
                </a:lnTo>
                <a:cubicBezTo>
                  <a:pt x="2432300" y="1657563"/>
                  <a:pt x="2432300" y="1658145"/>
                  <a:pt x="2432051" y="1658560"/>
                </a:cubicBezTo>
                <a:lnTo>
                  <a:pt x="2421583" y="1676589"/>
                </a:lnTo>
                <a:cubicBezTo>
                  <a:pt x="2421334" y="1677087"/>
                  <a:pt x="2420835" y="1677336"/>
                  <a:pt x="2420337" y="1677336"/>
                </a:cubicBezTo>
                <a:close/>
                <a:moveTo>
                  <a:pt x="2519856" y="1709590"/>
                </a:moveTo>
                <a:cubicBezTo>
                  <a:pt x="2519356" y="1709590"/>
                  <a:pt x="2518859" y="1709258"/>
                  <a:pt x="2518610" y="1708843"/>
                </a:cubicBezTo>
                <a:lnTo>
                  <a:pt x="2508225" y="1690814"/>
                </a:lnTo>
                <a:cubicBezTo>
                  <a:pt x="2507976" y="1690316"/>
                  <a:pt x="2507976" y="1689734"/>
                  <a:pt x="2508225" y="1689319"/>
                </a:cubicBezTo>
                <a:lnTo>
                  <a:pt x="2518693" y="1671291"/>
                </a:lnTo>
                <a:cubicBezTo>
                  <a:pt x="2518941" y="1670792"/>
                  <a:pt x="2519441" y="1670543"/>
                  <a:pt x="2519939" y="1670543"/>
                </a:cubicBezTo>
                <a:lnTo>
                  <a:pt x="2540792" y="1670543"/>
                </a:lnTo>
                <a:cubicBezTo>
                  <a:pt x="2541291" y="1670543"/>
                  <a:pt x="2541789" y="1670875"/>
                  <a:pt x="2542038" y="1671291"/>
                </a:cubicBezTo>
                <a:lnTo>
                  <a:pt x="2552423" y="1689319"/>
                </a:lnTo>
                <a:cubicBezTo>
                  <a:pt x="2552672" y="1689817"/>
                  <a:pt x="2552672" y="1690399"/>
                  <a:pt x="2552423" y="1690814"/>
                </a:cubicBezTo>
                <a:lnTo>
                  <a:pt x="2541955" y="1708843"/>
                </a:lnTo>
                <a:cubicBezTo>
                  <a:pt x="2541706" y="1709341"/>
                  <a:pt x="2541207" y="1709590"/>
                  <a:pt x="2540709" y="1709590"/>
                </a:cubicBezTo>
                <a:close/>
                <a:moveTo>
                  <a:pt x="2580041" y="1725716"/>
                </a:moveTo>
                <a:cubicBezTo>
                  <a:pt x="2579542" y="1725717"/>
                  <a:pt x="2579045" y="1725385"/>
                  <a:pt x="2578796" y="1724970"/>
                </a:cubicBezTo>
                <a:lnTo>
                  <a:pt x="2568411" y="1706941"/>
                </a:lnTo>
                <a:cubicBezTo>
                  <a:pt x="2568162" y="1706443"/>
                  <a:pt x="2568162" y="1705861"/>
                  <a:pt x="2568411" y="1705446"/>
                </a:cubicBezTo>
                <a:lnTo>
                  <a:pt x="2578879" y="1687418"/>
                </a:lnTo>
                <a:cubicBezTo>
                  <a:pt x="2579127" y="1686919"/>
                  <a:pt x="2579627" y="1686670"/>
                  <a:pt x="2580125" y="1686670"/>
                </a:cubicBezTo>
                <a:lnTo>
                  <a:pt x="2600978" y="1686670"/>
                </a:lnTo>
                <a:cubicBezTo>
                  <a:pt x="2601477" y="1686670"/>
                  <a:pt x="2601974" y="1687001"/>
                  <a:pt x="2602224" y="1687418"/>
                </a:cubicBezTo>
                <a:lnTo>
                  <a:pt x="2612609" y="1705446"/>
                </a:lnTo>
                <a:cubicBezTo>
                  <a:pt x="2612858" y="1705944"/>
                  <a:pt x="2612858" y="1706526"/>
                  <a:pt x="2612609" y="1706941"/>
                </a:cubicBezTo>
                <a:lnTo>
                  <a:pt x="2602141" y="1724970"/>
                </a:lnTo>
                <a:cubicBezTo>
                  <a:pt x="2601892" y="1725468"/>
                  <a:pt x="2601392" y="1725717"/>
                  <a:pt x="2600894" y="1725717"/>
                </a:cubicBezTo>
                <a:close/>
                <a:moveTo>
                  <a:pt x="2820787" y="1790224"/>
                </a:moveTo>
                <a:cubicBezTo>
                  <a:pt x="2820288" y="1790224"/>
                  <a:pt x="2819790" y="1789892"/>
                  <a:pt x="2819541" y="1789477"/>
                </a:cubicBezTo>
                <a:lnTo>
                  <a:pt x="2809156" y="1771448"/>
                </a:lnTo>
                <a:cubicBezTo>
                  <a:pt x="2808907" y="1770950"/>
                  <a:pt x="2808907" y="1770368"/>
                  <a:pt x="2809156" y="1769953"/>
                </a:cubicBezTo>
                <a:lnTo>
                  <a:pt x="2819624" y="1751925"/>
                </a:lnTo>
                <a:cubicBezTo>
                  <a:pt x="2819873" y="1751426"/>
                  <a:pt x="2820372" y="1751177"/>
                  <a:pt x="2820870" y="1751177"/>
                </a:cubicBezTo>
                <a:lnTo>
                  <a:pt x="2841723" y="1751177"/>
                </a:lnTo>
                <a:cubicBezTo>
                  <a:pt x="2842222" y="1751177"/>
                  <a:pt x="2842720" y="1751509"/>
                  <a:pt x="2842969" y="1751925"/>
                </a:cubicBezTo>
                <a:lnTo>
                  <a:pt x="2853354" y="1769953"/>
                </a:lnTo>
                <a:cubicBezTo>
                  <a:pt x="2853603" y="1770451"/>
                  <a:pt x="2853603" y="1771033"/>
                  <a:pt x="2853354" y="1771448"/>
                </a:cubicBezTo>
                <a:lnTo>
                  <a:pt x="2842886" y="1789477"/>
                </a:lnTo>
                <a:cubicBezTo>
                  <a:pt x="2842637" y="1789975"/>
                  <a:pt x="2842138" y="1790224"/>
                  <a:pt x="2841640" y="1790224"/>
                </a:cubicBezTo>
                <a:close/>
                <a:moveTo>
                  <a:pt x="4987491" y="2370791"/>
                </a:moveTo>
                <a:cubicBezTo>
                  <a:pt x="4986992" y="2370791"/>
                  <a:pt x="4986494" y="2370459"/>
                  <a:pt x="4986245" y="2370044"/>
                </a:cubicBezTo>
                <a:lnTo>
                  <a:pt x="4975860" y="2352015"/>
                </a:lnTo>
                <a:cubicBezTo>
                  <a:pt x="4975611" y="2351517"/>
                  <a:pt x="4975611" y="2350935"/>
                  <a:pt x="4975860" y="2350520"/>
                </a:cubicBezTo>
                <a:lnTo>
                  <a:pt x="4986328" y="2332492"/>
                </a:lnTo>
                <a:cubicBezTo>
                  <a:pt x="4986577" y="2331993"/>
                  <a:pt x="4987076" y="2331744"/>
                  <a:pt x="4987574" y="2331744"/>
                </a:cubicBezTo>
                <a:lnTo>
                  <a:pt x="5008427" y="2331744"/>
                </a:lnTo>
                <a:cubicBezTo>
                  <a:pt x="5008926" y="2331744"/>
                  <a:pt x="5009424" y="2332076"/>
                  <a:pt x="5009673" y="2332492"/>
                </a:cubicBezTo>
                <a:lnTo>
                  <a:pt x="5020058" y="2350520"/>
                </a:lnTo>
                <a:cubicBezTo>
                  <a:pt x="5020307" y="2351018"/>
                  <a:pt x="5020307" y="2351600"/>
                  <a:pt x="5020058" y="2352015"/>
                </a:cubicBezTo>
                <a:lnTo>
                  <a:pt x="5009590" y="2370044"/>
                </a:lnTo>
                <a:cubicBezTo>
                  <a:pt x="5009341" y="2370542"/>
                  <a:pt x="5008842" y="2370791"/>
                  <a:pt x="5008344" y="2370791"/>
                </a:cubicBezTo>
                <a:close/>
                <a:moveTo>
                  <a:pt x="2640228" y="1741927"/>
                </a:moveTo>
                <a:cubicBezTo>
                  <a:pt x="2639730" y="1741927"/>
                  <a:pt x="2639232" y="1741595"/>
                  <a:pt x="2638982" y="1741179"/>
                </a:cubicBezTo>
                <a:lnTo>
                  <a:pt x="2628515" y="1723068"/>
                </a:lnTo>
                <a:cubicBezTo>
                  <a:pt x="2628266" y="1722570"/>
                  <a:pt x="2628266" y="1721988"/>
                  <a:pt x="2628515" y="1721573"/>
                </a:cubicBezTo>
                <a:lnTo>
                  <a:pt x="2638982" y="1703462"/>
                </a:lnTo>
                <a:cubicBezTo>
                  <a:pt x="2639231" y="1702963"/>
                  <a:pt x="2639730" y="1702714"/>
                  <a:pt x="2640228" y="1702714"/>
                </a:cubicBezTo>
                <a:lnTo>
                  <a:pt x="2661165" y="1702714"/>
                </a:lnTo>
                <a:cubicBezTo>
                  <a:pt x="2661664" y="1702714"/>
                  <a:pt x="2662161" y="1703046"/>
                  <a:pt x="2662411" y="1703462"/>
                </a:cubicBezTo>
                <a:lnTo>
                  <a:pt x="2672878" y="1721572"/>
                </a:lnTo>
                <a:cubicBezTo>
                  <a:pt x="2673128" y="1722071"/>
                  <a:pt x="2673128" y="1722652"/>
                  <a:pt x="2672878" y="1723068"/>
                </a:cubicBezTo>
                <a:lnTo>
                  <a:pt x="2662411" y="1741179"/>
                </a:lnTo>
                <a:cubicBezTo>
                  <a:pt x="2662162" y="1741678"/>
                  <a:pt x="2661664" y="1741927"/>
                  <a:pt x="2661165" y="1741927"/>
                </a:cubicBezTo>
                <a:close/>
                <a:moveTo>
                  <a:pt x="2760540" y="1774256"/>
                </a:moveTo>
                <a:cubicBezTo>
                  <a:pt x="2760042" y="1774256"/>
                  <a:pt x="2759543" y="1773923"/>
                  <a:pt x="2759294" y="1773508"/>
                </a:cubicBezTo>
                <a:lnTo>
                  <a:pt x="2748743" y="1755231"/>
                </a:lnTo>
                <a:cubicBezTo>
                  <a:pt x="2748494" y="1754732"/>
                  <a:pt x="2748494" y="1754150"/>
                  <a:pt x="2748743" y="1753735"/>
                </a:cubicBezTo>
                <a:lnTo>
                  <a:pt x="2759294" y="1735458"/>
                </a:lnTo>
                <a:cubicBezTo>
                  <a:pt x="2759543" y="1734959"/>
                  <a:pt x="2760042" y="1734710"/>
                  <a:pt x="2760540" y="1734710"/>
                </a:cubicBezTo>
                <a:lnTo>
                  <a:pt x="2781559" y="1734710"/>
                </a:lnTo>
                <a:cubicBezTo>
                  <a:pt x="2782057" y="1734710"/>
                  <a:pt x="2782556" y="1735042"/>
                  <a:pt x="2782805" y="1735458"/>
                </a:cubicBezTo>
                <a:lnTo>
                  <a:pt x="2793356" y="1753735"/>
                </a:lnTo>
                <a:cubicBezTo>
                  <a:pt x="2793606" y="1754234"/>
                  <a:pt x="2793606" y="1754815"/>
                  <a:pt x="2793356" y="1755231"/>
                </a:cubicBezTo>
                <a:lnTo>
                  <a:pt x="2782805" y="1773508"/>
                </a:lnTo>
                <a:cubicBezTo>
                  <a:pt x="2782556" y="1774006"/>
                  <a:pt x="2782057" y="1774256"/>
                  <a:pt x="2781559" y="1774256"/>
                </a:cubicBezTo>
                <a:close/>
                <a:moveTo>
                  <a:pt x="3121634" y="1871202"/>
                </a:moveTo>
                <a:cubicBezTo>
                  <a:pt x="3121053" y="1871202"/>
                  <a:pt x="3120554" y="1870953"/>
                  <a:pt x="3120305" y="1870454"/>
                </a:cubicBezTo>
                <a:lnTo>
                  <a:pt x="3109754" y="1852094"/>
                </a:lnTo>
                <a:cubicBezTo>
                  <a:pt x="3109505" y="1851595"/>
                  <a:pt x="3109505" y="1851097"/>
                  <a:pt x="3109754" y="1850598"/>
                </a:cubicBezTo>
                <a:lnTo>
                  <a:pt x="3120305" y="1832238"/>
                </a:lnTo>
                <a:cubicBezTo>
                  <a:pt x="3120637" y="1831739"/>
                  <a:pt x="3121136" y="1831490"/>
                  <a:pt x="3121634" y="1831490"/>
                </a:cubicBezTo>
                <a:lnTo>
                  <a:pt x="3142819" y="1831490"/>
                </a:lnTo>
                <a:cubicBezTo>
                  <a:pt x="3143401" y="1831490"/>
                  <a:pt x="3143899" y="1831739"/>
                  <a:pt x="3144149" y="1832238"/>
                </a:cubicBezTo>
                <a:lnTo>
                  <a:pt x="3154700" y="1850598"/>
                </a:lnTo>
                <a:cubicBezTo>
                  <a:pt x="3154949" y="1851097"/>
                  <a:pt x="3154949" y="1851595"/>
                  <a:pt x="3154700" y="1852094"/>
                </a:cubicBezTo>
                <a:lnTo>
                  <a:pt x="3144149" y="1870454"/>
                </a:lnTo>
                <a:cubicBezTo>
                  <a:pt x="3143816" y="1870953"/>
                  <a:pt x="3143318" y="1871202"/>
                  <a:pt x="3142819" y="1871202"/>
                </a:cubicBezTo>
                <a:close/>
                <a:moveTo>
                  <a:pt x="2700164" y="1758469"/>
                </a:moveTo>
                <a:cubicBezTo>
                  <a:pt x="2699583" y="1758469"/>
                  <a:pt x="2699084" y="1758220"/>
                  <a:pt x="2698835" y="1757722"/>
                </a:cubicBezTo>
                <a:lnTo>
                  <a:pt x="2688201" y="1739195"/>
                </a:lnTo>
                <a:cubicBezTo>
                  <a:pt x="2687952" y="1738779"/>
                  <a:pt x="2687952" y="1738198"/>
                  <a:pt x="2688201" y="1737699"/>
                </a:cubicBezTo>
                <a:lnTo>
                  <a:pt x="2698918" y="1719173"/>
                </a:lnTo>
                <a:cubicBezTo>
                  <a:pt x="2699251" y="1718757"/>
                  <a:pt x="2699749" y="1718425"/>
                  <a:pt x="2700248" y="1718425"/>
                </a:cubicBezTo>
                <a:lnTo>
                  <a:pt x="2721599" y="1718425"/>
                </a:lnTo>
                <a:cubicBezTo>
                  <a:pt x="2722180" y="1718425"/>
                  <a:pt x="2722679" y="1718674"/>
                  <a:pt x="2722928" y="1719173"/>
                </a:cubicBezTo>
                <a:lnTo>
                  <a:pt x="2733562" y="1737699"/>
                </a:lnTo>
                <a:cubicBezTo>
                  <a:pt x="2733812" y="1738115"/>
                  <a:pt x="2733812" y="1738696"/>
                  <a:pt x="2733562" y="1739195"/>
                </a:cubicBezTo>
                <a:lnTo>
                  <a:pt x="2722845" y="1757722"/>
                </a:lnTo>
                <a:cubicBezTo>
                  <a:pt x="2722513" y="1758137"/>
                  <a:pt x="2722014" y="1758469"/>
                  <a:pt x="2721516" y="1758469"/>
                </a:cubicBezTo>
                <a:close/>
                <a:moveTo>
                  <a:pt x="3482585" y="1968202"/>
                </a:moveTo>
                <a:cubicBezTo>
                  <a:pt x="3482005" y="1968202"/>
                  <a:pt x="3481505" y="1967952"/>
                  <a:pt x="3481256" y="1967454"/>
                </a:cubicBezTo>
                <a:lnTo>
                  <a:pt x="3470539" y="1948844"/>
                </a:lnTo>
                <a:cubicBezTo>
                  <a:pt x="3470291" y="1948429"/>
                  <a:pt x="3470290" y="1947847"/>
                  <a:pt x="3470540" y="1947349"/>
                </a:cubicBezTo>
                <a:lnTo>
                  <a:pt x="3481256" y="1928739"/>
                </a:lnTo>
                <a:cubicBezTo>
                  <a:pt x="3481588" y="1928323"/>
                  <a:pt x="3482087" y="1927991"/>
                  <a:pt x="3482585" y="1927991"/>
                </a:cubicBezTo>
                <a:lnTo>
                  <a:pt x="3504021" y="1927992"/>
                </a:lnTo>
                <a:cubicBezTo>
                  <a:pt x="3504601" y="1927991"/>
                  <a:pt x="3505100" y="1928240"/>
                  <a:pt x="3505349" y="1928739"/>
                </a:cubicBezTo>
                <a:lnTo>
                  <a:pt x="3516066" y="1947349"/>
                </a:lnTo>
                <a:cubicBezTo>
                  <a:pt x="3516315" y="1947764"/>
                  <a:pt x="3516316" y="1948345"/>
                  <a:pt x="3516066" y="1948844"/>
                </a:cubicBezTo>
                <a:lnTo>
                  <a:pt x="3505349" y="1967454"/>
                </a:lnTo>
                <a:cubicBezTo>
                  <a:pt x="3505017" y="1967869"/>
                  <a:pt x="3504518" y="1968202"/>
                  <a:pt x="3504020" y="1968202"/>
                </a:cubicBezTo>
                <a:close/>
                <a:moveTo>
                  <a:pt x="3241759" y="1903777"/>
                </a:moveTo>
                <a:cubicBezTo>
                  <a:pt x="3241177" y="1903777"/>
                  <a:pt x="3240679" y="1903528"/>
                  <a:pt x="3240429" y="1903030"/>
                </a:cubicBezTo>
                <a:lnTo>
                  <a:pt x="3229629" y="1884337"/>
                </a:lnTo>
                <a:cubicBezTo>
                  <a:pt x="3229380" y="1883922"/>
                  <a:pt x="3229380" y="1883340"/>
                  <a:pt x="3229629" y="1882841"/>
                </a:cubicBezTo>
                <a:lnTo>
                  <a:pt x="3240429" y="1864149"/>
                </a:lnTo>
                <a:cubicBezTo>
                  <a:pt x="3240679" y="1863733"/>
                  <a:pt x="3241260" y="1863401"/>
                  <a:pt x="3241759" y="1863401"/>
                </a:cubicBezTo>
                <a:lnTo>
                  <a:pt x="3263359" y="1863401"/>
                </a:lnTo>
                <a:cubicBezTo>
                  <a:pt x="3263941" y="1863401"/>
                  <a:pt x="3264439" y="1863650"/>
                  <a:pt x="3264688" y="1864149"/>
                </a:cubicBezTo>
                <a:lnTo>
                  <a:pt x="3275489" y="1882841"/>
                </a:lnTo>
                <a:cubicBezTo>
                  <a:pt x="3275738" y="1883257"/>
                  <a:pt x="3275738" y="1883838"/>
                  <a:pt x="3275489" y="1884337"/>
                </a:cubicBezTo>
                <a:lnTo>
                  <a:pt x="3264688" y="1903030"/>
                </a:lnTo>
                <a:cubicBezTo>
                  <a:pt x="3264439" y="1903445"/>
                  <a:pt x="3263857" y="1903777"/>
                  <a:pt x="3263359" y="1903777"/>
                </a:cubicBezTo>
                <a:close/>
                <a:moveTo>
                  <a:pt x="3783435" y="2048919"/>
                </a:moveTo>
                <a:cubicBezTo>
                  <a:pt x="3782853" y="2048919"/>
                  <a:pt x="3782355" y="2048670"/>
                  <a:pt x="3782105" y="2048172"/>
                </a:cubicBezTo>
                <a:lnTo>
                  <a:pt x="3771305" y="2029479"/>
                </a:lnTo>
                <a:cubicBezTo>
                  <a:pt x="3771056" y="2029064"/>
                  <a:pt x="3771056" y="2028482"/>
                  <a:pt x="3771304" y="2027983"/>
                </a:cubicBezTo>
                <a:lnTo>
                  <a:pt x="3782105" y="2009291"/>
                </a:lnTo>
                <a:cubicBezTo>
                  <a:pt x="3782354" y="2008875"/>
                  <a:pt x="3782936" y="2008543"/>
                  <a:pt x="3783435" y="2008543"/>
                </a:cubicBezTo>
                <a:lnTo>
                  <a:pt x="3805035" y="2008543"/>
                </a:lnTo>
                <a:cubicBezTo>
                  <a:pt x="3805617" y="2008543"/>
                  <a:pt x="3806115" y="2008792"/>
                  <a:pt x="3806364" y="2009291"/>
                </a:cubicBezTo>
                <a:lnTo>
                  <a:pt x="3817165" y="2027983"/>
                </a:lnTo>
                <a:cubicBezTo>
                  <a:pt x="3817413" y="2028399"/>
                  <a:pt x="3817414" y="2028980"/>
                  <a:pt x="3817165" y="2029479"/>
                </a:cubicBezTo>
                <a:lnTo>
                  <a:pt x="3806364" y="2048172"/>
                </a:lnTo>
                <a:cubicBezTo>
                  <a:pt x="3806115" y="2048587"/>
                  <a:pt x="3805533" y="2048919"/>
                  <a:pt x="3805035" y="2048919"/>
                </a:cubicBezTo>
                <a:close/>
                <a:moveTo>
                  <a:pt x="3301942" y="1919998"/>
                </a:moveTo>
                <a:cubicBezTo>
                  <a:pt x="3301361" y="1919999"/>
                  <a:pt x="3300863" y="1919749"/>
                  <a:pt x="3300613" y="1919251"/>
                </a:cubicBezTo>
                <a:lnTo>
                  <a:pt x="3289814" y="1900475"/>
                </a:lnTo>
                <a:cubicBezTo>
                  <a:pt x="3289564" y="1900060"/>
                  <a:pt x="3289565" y="1899478"/>
                  <a:pt x="3289813" y="1898980"/>
                </a:cubicBezTo>
                <a:lnTo>
                  <a:pt x="3300614" y="1880204"/>
                </a:lnTo>
                <a:cubicBezTo>
                  <a:pt x="3300862" y="1879788"/>
                  <a:pt x="3301444" y="1879456"/>
                  <a:pt x="3301942" y="1879456"/>
                </a:cubicBezTo>
                <a:lnTo>
                  <a:pt x="3323626" y="1879455"/>
                </a:lnTo>
                <a:cubicBezTo>
                  <a:pt x="3324208" y="1879456"/>
                  <a:pt x="3324706" y="1879704"/>
                  <a:pt x="3324955" y="1880204"/>
                </a:cubicBezTo>
                <a:lnTo>
                  <a:pt x="3335756" y="1898979"/>
                </a:lnTo>
                <a:cubicBezTo>
                  <a:pt x="3336006" y="1899395"/>
                  <a:pt x="3336005" y="1899977"/>
                  <a:pt x="3335757" y="1900475"/>
                </a:cubicBezTo>
                <a:lnTo>
                  <a:pt x="3324955" y="1919251"/>
                </a:lnTo>
                <a:cubicBezTo>
                  <a:pt x="3324706" y="1919666"/>
                  <a:pt x="3324124" y="1919999"/>
                  <a:pt x="3323626" y="1919999"/>
                </a:cubicBezTo>
                <a:close/>
                <a:moveTo>
                  <a:pt x="3362129" y="1936125"/>
                </a:moveTo>
                <a:cubicBezTo>
                  <a:pt x="3361548" y="1936126"/>
                  <a:pt x="3361049" y="1935876"/>
                  <a:pt x="3360800" y="1935378"/>
                </a:cubicBezTo>
                <a:lnTo>
                  <a:pt x="3350000" y="1916602"/>
                </a:lnTo>
                <a:cubicBezTo>
                  <a:pt x="3349751" y="1916187"/>
                  <a:pt x="3349751" y="1915605"/>
                  <a:pt x="3350000" y="1915107"/>
                </a:cubicBezTo>
                <a:lnTo>
                  <a:pt x="3360800" y="1896331"/>
                </a:lnTo>
                <a:cubicBezTo>
                  <a:pt x="3361049" y="1895915"/>
                  <a:pt x="3361631" y="1895583"/>
                  <a:pt x="3362129" y="1895583"/>
                </a:cubicBezTo>
                <a:lnTo>
                  <a:pt x="3383813" y="1895582"/>
                </a:lnTo>
                <a:cubicBezTo>
                  <a:pt x="3384395" y="1895583"/>
                  <a:pt x="3384893" y="1895831"/>
                  <a:pt x="3385142" y="1896331"/>
                </a:cubicBezTo>
                <a:lnTo>
                  <a:pt x="3395943" y="1915107"/>
                </a:lnTo>
                <a:cubicBezTo>
                  <a:pt x="3396192" y="1915522"/>
                  <a:pt x="3396192" y="1916104"/>
                  <a:pt x="3395943" y="1916602"/>
                </a:cubicBezTo>
                <a:lnTo>
                  <a:pt x="3385142" y="1935378"/>
                </a:lnTo>
                <a:cubicBezTo>
                  <a:pt x="3384893" y="1935793"/>
                  <a:pt x="3384311" y="1936126"/>
                  <a:pt x="3383813" y="1936126"/>
                </a:cubicBezTo>
                <a:close/>
                <a:moveTo>
                  <a:pt x="3181501" y="1887819"/>
                </a:moveTo>
                <a:cubicBezTo>
                  <a:pt x="3180919" y="1887819"/>
                  <a:pt x="3180420" y="1887570"/>
                  <a:pt x="3180171" y="1887071"/>
                </a:cubicBezTo>
                <a:lnTo>
                  <a:pt x="3169288" y="1868212"/>
                </a:lnTo>
                <a:cubicBezTo>
                  <a:pt x="3169039" y="1867714"/>
                  <a:pt x="3169039" y="1867132"/>
                  <a:pt x="3169288" y="1866634"/>
                </a:cubicBezTo>
                <a:lnTo>
                  <a:pt x="3180171" y="1847775"/>
                </a:lnTo>
                <a:cubicBezTo>
                  <a:pt x="3180420" y="1847359"/>
                  <a:pt x="3180919" y="1847027"/>
                  <a:pt x="3181501" y="1847027"/>
                </a:cubicBezTo>
                <a:lnTo>
                  <a:pt x="3203267" y="1847027"/>
                </a:lnTo>
                <a:cubicBezTo>
                  <a:pt x="3203849" y="1847027"/>
                  <a:pt x="3204347" y="1847276"/>
                  <a:pt x="3204597" y="1847775"/>
                </a:cubicBezTo>
                <a:lnTo>
                  <a:pt x="3215480" y="1866634"/>
                </a:lnTo>
                <a:cubicBezTo>
                  <a:pt x="3215729" y="1867132"/>
                  <a:pt x="3215729" y="1867714"/>
                  <a:pt x="3215480" y="1868212"/>
                </a:cubicBezTo>
                <a:lnTo>
                  <a:pt x="3204597" y="1887071"/>
                </a:lnTo>
                <a:cubicBezTo>
                  <a:pt x="3204347" y="1887487"/>
                  <a:pt x="3203849" y="1887819"/>
                  <a:pt x="3203267" y="1887819"/>
                </a:cubicBezTo>
                <a:close/>
                <a:moveTo>
                  <a:pt x="3422245" y="1952326"/>
                </a:moveTo>
                <a:cubicBezTo>
                  <a:pt x="3421663" y="1952326"/>
                  <a:pt x="3421164" y="1952077"/>
                  <a:pt x="3420915" y="1951578"/>
                </a:cubicBezTo>
                <a:lnTo>
                  <a:pt x="3410032" y="1932719"/>
                </a:lnTo>
                <a:cubicBezTo>
                  <a:pt x="3409783" y="1932221"/>
                  <a:pt x="3409783" y="1931639"/>
                  <a:pt x="3410032" y="1931141"/>
                </a:cubicBezTo>
                <a:lnTo>
                  <a:pt x="3420915" y="1912282"/>
                </a:lnTo>
                <a:cubicBezTo>
                  <a:pt x="3421164" y="1911866"/>
                  <a:pt x="3421663" y="1911534"/>
                  <a:pt x="3422245" y="1911534"/>
                </a:cubicBezTo>
                <a:lnTo>
                  <a:pt x="3444011" y="1911534"/>
                </a:lnTo>
                <a:cubicBezTo>
                  <a:pt x="3444593" y="1911534"/>
                  <a:pt x="3445091" y="1911783"/>
                  <a:pt x="3445341" y="1912282"/>
                </a:cubicBezTo>
                <a:lnTo>
                  <a:pt x="3456224" y="1931141"/>
                </a:lnTo>
                <a:cubicBezTo>
                  <a:pt x="3456473" y="1931639"/>
                  <a:pt x="3456473" y="1932221"/>
                  <a:pt x="3456224" y="1932719"/>
                </a:cubicBezTo>
                <a:lnTo>
                  <a:pt x="3445341" y="1951578"/>
                </a:lnTo>
                <a:cubicBezTo>
                  <a:pt x="3445091" y="1951994"/>
                  <a:pt x="3444593" y="1952326"/>
                  <a:pt x="3444011" y="1952326"/>
                </a:cubicBezTo>
                <a:close/>
                <a:moveTo>
                  <a:pt x="5709217" y="2565392"/>
                </a:moveTo>
                <a:cubicBezTo>
                  <a:pt x="5708719" y="2565392"/>
                  <a:pt x="5708137" y="2565143"/>
                  <a:pt x="5707888" y="2564645"/>
                </a:cubicBezTo>
                <a:lnTo>
                  <a:pt x="5696921" y="2545619"/>
                </a:lnTo>
                <a:cubicBezTo>
                  <a:pt x="5696673" y="2545121"/>
                  <a:pt x="5696672" y="2544539"/>
                  <a:pt x="5696922" y="2544041"/>
                </a:cubicBezTo>
                <a:lnTo>
                  <a:pt x="5707888" y="2525016"/>
                </a:lnTo>
                <a:cubicBezTo>
                  <a:pt x="5708138" y="2524600"/>
                  <a:pt x="5708636" y="2524268"/>
                  <a:pt x="5709217" y="2524268"/>
                </a:cubicBezTo>
                <a:lnTo>
                  <a:pt x="5731151" y="2524268"/>
                </a:lnTo>
                <a:cubicBezTo>
                  <a:pt x="5731649" y="2524268"/>
                  <a:pt x="5732230" y="2524517"/>
                  <a:pt x="5732479" y="2525016"/>
                </a:cubicBezTo>
                <a:lnTo>
                  <a:pt x="5743446" y="2544041"/>
                </a:lnTo>
                <a:cubicBezTo>
                  <a:pt x="5743696" y="2544539"/>
                  <a:pt x="5743696" y="2545121"/>
                  <a:pt x="5743445" y="2545619"/>
                </a:cubicBezTo>
                <a:lnTo>
                  <a:pt x="5732479" y="2564645"/>
                </a:lnTo>
                <a:cubicBezTo>
                  <a:pt x="5732231" y="2565060"/>
                  <a:pt x="5731731" y="2565392"/>
                  <a:pt x="5731151" y="2565392"/>
                </a:cubicBezTo>
                <a:close/>
                <a:moveTo>
                  <a:pt x="3843444" y="2065459"/>
                </a:moveTo>
                <a:cubicBezTo>
                  <a:pt x="3842946" y="2065459"/>
                  <a:pt x="3842364" y="2065210"/>
                  <a:pt x="3842115" y="2064712"/>
                </a:cubicBezTo>
                <a:lnTo>
                  <a:pt x="3831149" y="2045686"/>
                </a:lnTo>
                <a:cubicBezTo>
                  <a:pt x="3830900" y="2045188"/>
                  <a:pt x="3830900" y="2044606"/>
                  <a:pt x="3831149" y="2044108"/>
                </a:cubicBezTo>
                <a:lnTo>
                  <a:pt x="3842115" y="2025083"/>
                </a:lnTo>
                <a:cubicBezTo>
                  <a:pt x="3842364" y="2024667"/>
                  <a:pt x="3842863" y="2024335"/>
                  <a:pt x="3843444" y="2024335"/>
                </a:cubicBezTo>
                <a:lnTo>
                  <a:pt x="3865377" y="2024335"/>
                </a:lnTo>
                <a:cubicBezTo>
                  <a:pt x="3865876" y="2024335"/>
                  <a:pt x="3866458" y="2024584"/>
                  <a:pt x="3866707" y="2025083"/>
                </a:cubicBezTo>
                <a:lnTo>
                  <a:pt x="3877673" y="2044108"/>
                </a:lnTo>
                <a:cubicBezTo>
                  <a:pt x="3877922" y="2044606"/>
                  <a:pt x="3877922" y="2045188"/>
                  <a:pt x="3877673" y="2045686"/>
                </a:cubicBezTo>
                <a:lnTo>
                  <a:pt x="3866707" y="2064712"/>
                </a:lnTo>
                <a:cubicBezTo>
                  <a:pt x="3866458" y="2065127"/>
                  <a:pt x="3865959" y="2065459"/>
                  <a:pt x="3865377" y="2065459"/>
                </a:cubicBezTo>
                <a:close/>
                <a:moveTo>
                  <a:pt x="3903379" y="2082096"/>
                </a:moveTo>
                <a:cubicBezTo>
                  <a:pt x="3902798" y="2082096"/>
                  <a:pt x="3902216" y="2081764"/>
                  <a:pt x="3901967" y="2081265"/>
                </a:cubicBezTo>
                <a:lnTo>
                  <a:pt x="3890751" y="2061825"/>
                </a:lnTo>
                <a:cubicBezTo>
                  <a:pt x="3890502" y="2061326"/>
                  <a:pt x="3890502" y="2060745"/>
                  <a:pt x="3890751" y="2060246"/>
                </a:cubicBezTo>
                <a:lnTo>
                  <a:pt x="3901967" y="2040806"/>
                </a:lnTo>
                <a:cubicBezTo>
                  <a:pt x="3902299" y="2040307"/>
                  <a:pt x="3902798" y="2039975"/>
                  <a:pt x="3903379" y="2039975"/>
                </a:cubicBezTo>
                <a:lnTo>
                  <a:pt x="3925894" y="2039975"/>
                </a:lnTo>
                <a:cubicBezTo>
                  <a:pt x="3926475" y="2039975"/>
                  <a:pt x="3927056" y="2040307"/>
                  <a:pt x="3927306" y="2040806"/>
                </a:cubicBezTo>
                <a:lnTo>
                  <a:pt x="3938521" y="2060246"/>
                </a:lnTo>
                <a:cubicBezTo>
                  <a:pt x="3938771" y="2060745"/>
                  <a:pt x="3938771" y="2061326"/>
                  <a:pt x="3938521" y="2061825"/>
                </a:cubicBezTo>
                <a:lnTo>
                  <a:pt x="3927306" y="2081265"/>
                </a:lnTo>
                <a:cubicBezTo>
                  <a:pt x="3926974" y="2081764"/>
                  <a:pt x="3926475" y="2082096"/>
                  <a:pt x="3925894" y="2082096"/>
                </a:cubicBezTo>
                <a:close/>
                <a:moveTo>
                  <a:pt x="2880048" y="1808094"/>
                </a:moveTo>
                <a:cubicBezTo>
                  <a:pt x="2879467" y="1808095"/>
                  <a:pt x="2878968" y="1807763"/>
                  <a:pt x="2878636" y="1807264"/>
                </a:cubicBezTo>
                <a:lnTo>
                  <a:pt x="2867337" y="1787657"/>
                </a:lnTo>
                <a:cubicBezTo>
                  <a:pt x="2867005" y="1787158"/>
                  <a:pt x="2867005" y="1786577"/>
                  <a:pt x="2867337" y="1786079"/>
                </a:cubicBezTo>
                <a:lnTo>
                  <a:pt x="2878719" y="1766472"/>
                </a:lnTo>
                <a:cubicBezTo>
                  <a:pt x="2879051" y="1765974"/>
                  <a:pt x="2879550" y="1765641"/>
                  <a:pt x="2880132" y="1765642"/>
                </a:cubicBezTo>
                <a:lnTo>
                  <a:pt x="2902812" y="1765642"/>
                </a:lnTo>
                <a:cubicBezTo>
                  <a:pt x="2903394" y="1765641"/>
                  <a:pt x="2903892" y="1765973"/>
                  <a:pt x="2904224" y="1766473"/>
                </a:cubicBezTo>
                <a:lnTo>
                  <a:pt x="2915523" y="1786079"/>
                </a:lnTo>
                <a:cubicBezTo>
                  <a:pt x="2915855" y="1786577"/>
                  <a:pt x="2915855" y="1787159"/>
                  <a:pt x="2915523" y="1787657"/>
                </a:cubicBezTo>
                <a:lnTo>
                  <a:pt x="2904141" y="1807265"/>
                </a:lnTo>
                <a:cubicBezTo>
                  <a:pt x="2903809" y="1807762"/>
                  <a:pt x="2903310" y="1808095"/>
                  <a:pt x="2902729" y="1808094"/>
                </a:cubicBezTo>
                <a:close/>
                <a:moveTo>
                  <a:pt x="4143900" y="2146917"/>
                </a:moveTo>
                <a:cubicBezTo>
                  <a:pt x="4143318" y="2146918"/>
                  <a:pt x="4142819" y="2146585"/>
                  <a:pt x="4142487" y="2146086"/>
                </a:cubicBezTo>
                <a:lnTo>
                  <a:pt x="4131022" y="2126231"/>
                </a:lnTo>
                <a:cubicBezTo>
                  <a:pt x="4130690" y="2125815"/>
                  <a:pt x="4130690" y="2125150"/>
                  <a:pt x="4131022" y="2124652"/>
                </a:cubicBezTo>
                <a:lnTo>
                  <a:pt x="4142487" y="2104796"/>
                </a:lnTo>
                <a:cubicBezTo>
                  <a:pt x="4142819" y="2104297"/>
                  <a:pt x="4143318" y="2103966"/>
                  <a:pt x="4143900" y="2103965"/>
                </a:cubicBezTo>
                <a:lnTo>
                  <a:pt x="4166746" y="2103966"/>
                </a:lnTo>
                <a:cubicBezTo>
                  <a:pt x="4167328" y="2103965"/>
                  <a:pt x="4167826" y="2104297"/>
                  <a:pt x="4168159" y="2104796"/>
                </a:cubicBezTo>
                <a:lnTo>
                  <a:pt x="4179623" y="2124653"/>
                </a:lnTo>
                <a:cubicBezTo>
                  <a:pt x="4179956" y="2125067"/>
                  <a:pt x="4179956" y="2125733"/>
                  <a:pt x="4179623" y="2126231"/>
                </a:cubicBezTo>
                <a:lnTo>
                  <a:pt x="4168159" y="2146087"/>
                </a:lnTo>
                <a:cubicBezTo>
                  <a:pt x="4167826" y="2146585"/>
                  <a:pt x="4167328" y="2146918"/>
                  <a:pt x="4166746" y="2146917"/>
                </a:cubicBezTo>
                <a:close/>
                <a:moveTo>
                  <a:pt x="3542044" y="1985754"/>
                </a:moveTo>
                <a:cubicBezTo>
                  <a:pt x="3541463" y="1985754"/>
                  <a:pt x="3540965" y="1985422"/>
                  <a:pt x="3540632" y="1984923"/>
                </a:cubicBezTo>
                <a:lnTo>
                  <a:pt x="3529168" y="1964984"/>
                </a:lnTo>
                <a:cubicBezTo>
                  <a:pt x="3528835" y="1964486"/>
                  <a:pt x="3528835" y="1963821"/>
                  <a:pt x="3529168" y="1963323"/>
                </a:cubicBezTo>
                <a:lnTo>
                  <a:pt x="3540632" y="1943384"/>
                </a:lnTo>
                <a:cubicBezTo>
                  <a:pt x="3540965" y="1942885"/>
                  <a:pt x="3541464" y="1942553"/>
                  <a:pt x="3542044" y="1942553"/>
                </a:cubicBezTo>
                <a:lnTo>
                  <a:pt x="3565059" y="1942553"/>
                </a:lnTo>
                <a:cubicBezTo>
                  <a:pt x="3565639" y="1942553"/>
                  <a:pt x="3566138" y="1942885"/>
                  <a:pt x="3566471" y="1943384"/>
                </a:cubicBezTo>
                <a:lnTo>
                  <a:pt x="3577935" y="1963323"/>
                </a:lnTo>
                <a:cubicBezTo>
                  <a:pt x="3578268" y="1963821"/>
                  <a:pt x="3578268" y="1964486"/>
                  <a:pt x="3577935" y="1964984"/>
                </a:cubicBezTo>
                <a:lnTo>
                  <a:pt x="3566471" y="1984923"/>
                </a:lnTo>
                <a:cubicBezTo>
                  <a:pt x="3566139" y="1985422"/>
                  <a:pt x="3565639" y="1985754"/>
                  <a:pt x="3565058" y="1985754"/>
                </a:cubicBezTo>
                <a:close/>
                <a:moveTo>
                  <a:pt x="3963347" y="2098642"/>
                </a:moveTo>
                <a:cubicBezTo>
                  <a:pt x="3962766" y="2098642"/>
                  <a:pt x="3962268" y="2098310"/>
                  <a:pt x="3961935" y="2097811"/>
                </a:cubicBezTo>
                <a:lnTo>
                  <a:pt x="3950471" y="2077872"/>
                </a:lnTo>
                <a:cubicBezTo>
                  <a:pt x="3950138" y="2077374"/>
                  <a:pt x="3950138" y="2076709"/>
                  <a:pt x="3950471" y="2076211"/>
                </a:cubicBezTo>
                <a:lnTo>
                  <a:pt x="3961935" y="2056272"/>
                </a:lnTo>
                <a:cubicBezTo>
                  <a:pt x="3962268" y="2055773"/>
                  <a:pt x="3962767" y="2055441"/>
                  <a:pt x="3963347" y="2055441"/>
                </a:cubicBezTo>
                <a:lnTo>
                  <a:pt x="3986362" y="2055441"/>
                </a:lnTo>
                <a:cubicBezTo>
                  <a:pt x="3986942" y="2055441"/>
                  <a:pt x="3987442" y="2055773"/>
                  <a:pt x="3987774" y="2056272"/>
                </a:cubicBezTo>
                <a:lnTo>
                  <a:pt x="3999238" y="2076211"/>
                </a:lnTo>
                <a:cubicBezTo>
                  <a:pt x="3999571" y="2076709"/>
                  <a:pt x="3999571" y="2077374"/>
                  <a:pt x="3999238" y="2077872"/>
                </a:cubicBezTo>
                <a:lnTo>
                  <a:pt x="3987774" y="2097811"/>
                </a:lnTo>
                <a:cubicBezTo>
                  <a:pt x="3987442" y="2098310"/>
                  <a:pt x="3986942" y="2098642"/>
                  <a:pt x="3986361" y="2098642"/>
                </a:cubicBezTo>
                <a:close/>
                <a:moveTo>
                  <a:pt x="4023534" y="2114769"/>
                </a:moveTo>
                <a:cubicBezTo>
                  <a:pt x="4022953" y="2114769"/>
                  <a:pt x="4022455" y="2114437"/>
                  <a:pt x="4022122" y="2113938"/>
                </a:cubicBezTo>
                <a:lnTo>
                  <a:pt x="4010657" y="2093999"/>
                </a:lnTo>
                <a:cubicBezTo>
                  <a:pt x="4010325" y="2093501"/>
                  <a:pt x="4010325" y="2092836"/>
                  <a:pt x="4010657" y="2092338"/>
                </a:cubicBezTo>
                <a:lnTo>
                  <a:pt x="4022122" y="2072399"/>
                </a:lnTo>
                <a:cubicBezTo>
                  <a:pt x="4022455" y="2071900"/>
                  <a:pt x="4022954" y="2071568"/>
                  <a:pt x="4023534" y="2071568"/>
                </a:cubicBezTo>
                <a:lnTo>
                  <a:pt x="4046548" y="2071568"/>
                </a:lnTo>
                <a:cubicBezTo>
                  <a:pt x="4047129" y="2071568"/>
                  <a:pt x="4047628" y="2071900"/>
                  <a:pt x="4047961" y="2072399"/>
                </a:cubicBezTo>
                <a:lnTo>
                  <a:pt x="4059425" y="2092338"/>
                </a:lnTo>
                <a:cubicBezTo>
                  <a:pt x="4059758" y="2092836"/>
                  <a:pt x="4059757" y="2093501"/>
                  <a:pt x="4059425" y="2093999"/>
                </a:cubicBezTo>
                <a:lnTo>
                  <a:pt x="4047960" y="2113938"/>
                </a:lnTo>
                <a:cubicBezTo>
                  <a:pt x="4047628" y="2114437"/>
                  <a:pt x="4047129" y="2114769"/>
                  <a:pt x="4046548" y="2114769"/>
                </a:cubicBezTo>
                <a:close/>
                <a:moveTo>
                  <a:pt x="4083720" y="2130896"/>
                </a:moveTo>
                <a:cubicBezTo>
                  <a:pt x="4083139" y="2130895"/>
                  <a:pt x="4082641" y="2130563"/>
                  <a:pt x="4082308" y="2130065"/>
                </a:cubicBezTo>
                <a:lnTo>
                  <a:pt x="4070843" y="2110126"/>
                </a:lnTo>
                <a:cubicBezTo>
                  <a:pt x="4070511" y="2109628"/>
                  <a:pt x="4070511" y="2108962"/>
                  <a:pt x="4070843" y="2108464"/>
                </a:cubicBezTo>
                <a:lnTo>
                  <a:pt x="4082308" y="2088526"/>
                </a:lnTo>
                <a:cubicBezTo>
                  <a:pt x="4082641" y="2088027"/>
                  <a:pt x="4083139" y="2087694"/>
                  <a:pt x="4083720" y="2087695"/>
                </a:cubicBezTo>
                <a:lnTo>
                  <a:pt x="4106734" y="2087695"/>
                </a:lnTo>
                <a:cubicBezTo>
                  <a:pt x="4107315" y="2087695"/>
                  <a:pt x="4107814" y="2088027"/>
                  <a:pt x="4108146" y="2088526"/>
                </a:cubicBezTo>
                <a:lnTo>
                  <a:pt x="4119611" y="2108464"/>
                </a:lnTo>
                <a:cubicBezTo>
                  <a:pt x="4119943" y="2108963"/>
                  <a:pt x="4119943" y="2109628"/>
                  <a:pt x="4119611" y="2110126"/>
                </a:cubicBezTo>
                <a:lnTo>
                  <a:pt x="4108146" y="2130064"/>
                </a:lnTo>
                <a:cubicBezTo>
                  <a:pt x="4107814" y="2130564"/>
                  <a:pt x="4107315" y="2130896"/>
                  <a:pt x="4106734" y="2130896"/>
                </a:cubicBezTo>
                <a:close/>
                <a:moveTo>
                  <a:pt x="3602149" y="2001953"/>
                </a:moveTo>
                <a:cubicBezTo>
                  <a:pt x="3601568" y="2001953"/>
                  <a:pt x="3601070" y="2001621"/>
                  <a:pt x="3600737" y="2001122"/>
                </a:cubicBezTo>
                <a:lnTo>
                  <a:pt x="3589189" y="1981100"/>
                </a:lnTo>
                <a:cubicBezTo>
                  <a:pt x="3588857" y="1980602"/>
                  <a:pt x="3588857" y="1979937"/>
                  <a:pt x="3589189" y="1979439"/>
                </a:cubicBezTo>
                <a:lnTo>
                  <a:pt x="3600737" y="1959417"/>
                </a:lnTo>
                <a:cubicBezTo>
                  <a:pt x="3601070" y="1958918"/>
                  <a:pt x="3601567" y="1958586"/>
                  <a:pt x="3602149" y="1958586"/>
                </a:cubicBezTo>
                <a:lnTo>
                  <a:pt x="3625246" y="1958586"/>
                </a:lnTo>
                <a:cubicBezTo>
                  <a:pt x="3625827" y="1958586"/>
                  <a:pt x="3626326" y="1958918"/>
                  <a:pt x="3626658" y="1959417"/>
                </a:cubicBezTo>
                <a:lnTo>
                  <a:pt x="3638206" y="1979439"/>
                </a:lnTo>
                <a:cubicBezTo>
                  <a:pt x="3638538" y="1979937"/>
                  <a:pt x="3638538" y="1980602"/>
                  <a:pt x="3638206" y="1981100"/>
                </a:cubicBezTo>
                <a:lnTo>
                  <a:pt x="3626658" y="2001122"/>
                </a:lnTo>
                <a:cubicBezTo>
                  <a:pt x="3626326" y="2001621"/>
                  <a:pt x="3625827" y="2001953"/>
                  <a:pt x="3625246" y="2001953"/>
                </a:cubicBezTo>
                <a:close/>
                <a:moveTo>
                  <a:pt x="4377894" y="2250149"/>
                </a:moveTo>
                <a:cubicBezTo>
                  <a:pt x="4377727" y="2250149"/>
                  <a:pt x="4377395" y="2249817"/>
                  <a:pt x="4377395" y="2249817"/>
                </a:cubicBezTo>
                <a:lnTo>
                  <a:pt x="4373158" y="2242423"/>
                </a:lnTo>
                <a:cubicBezTo>
                  <a:pt x="4373075" y="2242256"/>
                  <a:pt x="4373158" y="2241841"/>
                  <a:pt x="4373158" y="2241841"/>
                </a:cubicBezTo>
                <a:lnTo>
                  <a:pt x="4377395" y="2234446"/>
                </a:lnTo>
                <a:cubicBezTo>
                  <a:pt x="4377478" y="2234197"/>
                  <a:pt x="4377894" y="2234115"/>
                  <a:pt x="4377894" y="2234115"/>
                </a:cubicBezTo>
                <a:lnTo>
                  <a:pt x="4386451" y="2234114"/>
                </a:lnTo>
                <a:cubicBezTo>
                  <a:pt x="4386617" y="2234114"/>
                  <a:pt x="4386949" y="2234446"/>
                  <a:pt x="4386949" y="2234446"/>
                </a:cubicBezTo>
                <a:lnTo>
                  <a:pt x="4391186" y="2241840"/>
                </a:lnTo>
                <a:cubicBezTo>
                  <a:pt x="4391269" y="2242007"/>
                  <a:pt x="4391186" y="2242422"/>
                  <a:pt x="4391186" y="2242422"/>
                </a:cubicBezTo>
                <a:lnTo>
                  <a:pt x="4386949" y="2249817"/>
                </a:lnTo>
                <a:cubicBezTo>
                  <a:pt x="4386866" y="2250066"/>
                  <a:pt x="4386451" y="2250148"/>
                  <a:pt x="4386451" y="2250148"/>
                </a:cubicBezTo>
                <a:close/>
                <a:moveTo>
                  <a:pt x="4615887" y="2319713"/>
                </a:moveTo>
                <a:cubicBezTo>
                  <a:pt x="4615555" y="2319713"/>
                  <a:pt x="4615056" y="2319215"/>
                  <a:pt x="4615056" y="2319215"/>
                </a:cubicBezTo>
                <a:lnTo>
                  <a:pt x="4608078" y="2307168"/>
                </a:lnTo>
                <a:cubicBezTo>
                  <a:pt x="4607912" y="2306836"/>
                  <a:pt x="4608078" y="2306171"/>
                  <a:pt x="4608078" y="2306171"/>
                </a:cubicBezTo>
                <a:lnTo>
                  <a:pt x="4615056" y="2294124"/>
                </a:lnTo>
                <a:cubicBezTo>
                  <a:pt x="4615223" y="2293792"/>
                  <a:pt x="4615887" y="2293626"/>
                  <a:pt x="4615887" y="2293626"/>
                </a:cubicBezTo>
                <a:lnTo>
                  <a:pt x="4629845" y="2293626"/>
                </a:lnTo>
                <a:cubicBezTo>
                  <a:pt x="4630177" y="2293626"/>
                  <a:pt x="4630675" y="2294124"/>
                  <a:pt x="4630675" y="2294124"/>
                </a:cubicBezTo>
                <a:lnTo>
                  <a:pt x="4637654" y="2306171"/>
                </a:lnTo>
                <a:cubicBezTo>
                  <a:pt x="4637820" y="2306503"/>
                  <a:pt x="4637654" y="2307168"/>
                  <a:pt x="4637654" y="2307168"/>
                </a:cubicBezTo>
                <a:lnTo>
                  <a:pt x="4630675" y="2319215"/>
                </a:lnTo>
                <a:cubicBezTo>
                  <a:pt x="4630509" y="2319547"/>
                  <a:pt x="4629845" y="2319713"/>
                  <a:pt x="4629845" y="2319713"/>
                </a:cubicBezTo>
                <a:close/>
                <a:moveTo>
                  <a:pt x="4495182" y="2288122"/>
                </a:moveTo>
                <a:cubicBezTo>
                  <a:pt x="4494766" y="2288122"/>
                  <a:pt x="4494268" y="2287624"/>
                  <a:pt x="4494268" y="2287624"/>
                </a:cubicBezTo>
                <a:lnTo>
                  <a:pt x="4486958" y="2274912"/>
                </a:lnTo>
                <a:cubicBezTo>
                  <a:pt x="4486792" y="2274663"/>
                  <a:pt x="4486958" y="2273916"/>
                  <a:pt x="4486958" y="2273916"/>
                </a:cubicBezTo>
                <a:lnTo>
                  <a:pt x="4494268" y="2261204"/>
                </a:lnTo>
                <a:cubicBezTo>
                  <a:pt x="4494518" y="2260872"/>
                  <a:pt x="4495182" y="2260706"/>
                  <a:pt x="4495182" y="2260706"/>
                </a:cubicBezTo>
                <a:lnTo>
                  <a:pt x="4509804" y="2260706"/>
                </a:lnTo>
                <a:cubicBezTo>
                  <a:pt x="4510220" y="2260706"/>
                  <a:pt x="4510718" y="2261204"/>
                  <a:pt x="4510718" y="2261204"/>
                </a:cubicBezTo>
                <a:lnTo>
                  <a:pt x="4518028" y="2273916"/>
                </a:lnTo>
                <a:cubicBezTo>
                  <a:pt x="4518195" y="2274165"/>
                  <a:pt x="4518028" y="2274912"/>
                  <a:pt x="4518028" y="2274912"/>
                </a:cubicBezTo>
                <a:lnTo>
                  <a:pt x="4510718" y="2287624"/>
                </a:lnTo>
                <a:cubicBezTo>
                  <a:pt x="4510468" y="2287956"/>
                  <a:pt x="4509805" y="2288122"/>
                  <a:pt x="4509805" y="2288122"/>
                </a:cubicBezTo>
                <a:close/>
                <a:moveTo>
                  <a:pt x="3712168" y="2079551"/>
                </a:moveTo>
                <a:cubicBezTo>
                  <a:pt x="3711753" y="2079551"/>
                  <a:pt x="3711171" y="2078970"/>
                  <a:pt x="3711171" y="2078970"/>
                </a:cubicBezTo>
                <a:lnTo>
                  <a:pt x="3703279" y="2065345"/>
                </a:lnTo>
                <a:cubicBezTo>
                  <a:pt x="3703113" y="2065012"/>
                  <a:pt x="3703280" y="2064264"/>
                  <a:pt x="3703280" y="2064264"/>
                </a:cubicBezTo>
                <a:lnTo>
                  <a:pt x="3711172" y="2050641"/>
                </a:lnTo>
                <a:cubicBezTo>
                  <a:pt x="3711421" y="2050307"/>
                  <a:pt x="3712169" y="2050059"/>
                  <a:pt x="3712169" y="2050059"/>
                </a:cubicBezTo>
                <a:lnTo>
                  <a:pt x="3727954" y="2050058"/>
                </a:lnTo>
                <a:cubicBezTo>
                  <a:pt x="3728369" y="2050058"/>
                  <a:pt x="3728951" y="2050640"/>
                  <a:pt x="3728951" y="2050640"/>
                </a:cubicBezTo>
                <a:lnTo>
                  <a:pt x="3736844" y="2064264"/>
                </a:lnTo>
                <a:cubicBezTo>
                  <a:pt x="3737010" y="2064598"/>
                  <a:pt x="3736844" y="2065345"/>
                  <a:pt x="3736844" y="2065345"/>
                </a:cubicBezTo>
                <a:lnTo>
                  <a:pt x="3728951" y="2078970"/>
                </a:lnTo>
                <a:cubicBezTo>
                  <a:pt x="3728702" y="2079303"/>
                  <a:pt x="3727953" y="2079551"/>
                  <a:pt x="3727953" y="2079551"/>
                </a:cubicBezTo>
                <a:close/>
                <a:moveTo>
                  <a:pt x="822315" y="1307125"/>
                </a:moveTo>
                <a:cubicBezTo>
                  <a:pt x="821900" y="1307124"/>
                  <a:pt x="821235" y="1306543"/>
                  <a:pt x="821235" y="1306543"/>
                </a:cubicBezTo>
                <a:lnTo>
                  <a:pt x="812429" y="1291339"/>
                </a:lnTo>
                <a:cubicBezTo>
                  <a:pt x="812179" y="1290924"/>
                  <a:pt x="812429" y="1290094"/>
                  <a:pt x="812429" y="1290094"/>
                </a:cubicBezTo>
                <a:lnTo>
                  <a:pt x="821235" y="1274890"/>
                </a:lnTo>
                <a:cubicBezTo>
                  <a:pt x="821485" y="1274558"/>
                  <a:pt x="821901" y="1274309"/>
                  <a:pt x="822315" y="1274309"/>
                </a:cubicBezTo>
                <a:lnTo>
                  <a:pt x="839928" y="1274308"/>
                </a:lnTo>
                <a:cubicBezTo>
                  <a:pt x="840343" y="1274309"/>
                  <a:pt x="841008" y="1274891"/>
                  <a:pt x="841008" y="1274891"/>
                </a:cubicBezTo>
                <a:lnTo>
                  <a:pt x="849815" y="1290094"/>
                </a:lnTo>
                <a:cubicBezTo>
                  <a:pt x="850064" y="1290509"/>
                  <a:pt x="849815" y="1291339"/>
                  <a:pt x="849815" y="1291339"/>
                </a:cubicBezTo>
                <a:lnTo>
                  <a:pt x="841008" y="1306543"/>
                </a:lnTo>
                <a:cubicBezTo>
                  <a:pt x="840759" y="1306876"/>
                  <a:pt x="840343" y="1307124"/>
                  <a:pt x="839929" y="1307124"/>
                </a:cubicBezTo>
                <a:close/>
                <a:moveTo>
                  <a:pt x="882274" y="1323752"/>
                </a:moveTo>
                <a:cubicBezTo>
                  <a:pt x="881859" y="1323752"/>
                  <a:pt x="881195" y="1323088"/>
                  <a:pt x="881195" y="1323088"/>
                </a:cubicBezTo>
                <a:lnTo>
                  <a:pt x="872138" y="1307386"/>
                </a:lnTo>
                <a:cubicBezTo>
                  <a:pt x="871889" y="1307054"/>
                  <a:pt x="872139" y="1306140"/>
                  <a:pt x="872139" y="1306140"/>
                </a:cubicBezTo>
                <a:lnTo>
                  <a:pt x="881194" y="1290438"/>
                </a:lnTo>
                <a:cubicBezTo>
                  <a:pt x="881444" y="1290022"/>
                  <a:pt x="881859" y="1289773"/>
                  <a:pt x="882273" y="1289773"/>
                </a:cubicBezTo>
                <a:lnTo>
                  <a:pt x="900385" y="1289773"/>
                </a:lnTo>
                <a:cubicBezTo>
                  <a:pt x="900801" y="1289773"/>
                  <a:pt x="901466" y="1290438"/>
                  <a:pt x="901466" y="1290438"/>
                </a:cubicBezTo>
                <a:lnTo>
                  <a:pt x="910521" y="1306140"/>
                </a:lnTo>
                <a:cubicBezTo>
                  <a:pt x="910770" y="1306472"/>
                  <a:pt x="910520" y="1307386"/>
                  <a:pt x="910520" y="1307386"/>
                </a:cubicBezTo>
                <a:lnTo>
                  <a:pt x="901466" y="1323088"/>
                </a:lnTo>
                <a:cubicBezTo>
                  <a:pt x="901217" y="1323503"/>
                  <a:pt x="900800" y="1323752"/>
                  <a:pt x="900386" y="1323752"/>
                </a:cubicBezTo>
                <a:close/>
                <a:moveTo>
                  <a:pt x="942377" y="1339962"/>
                </a:moveTo>
                <a:cubicBezTo>
                  <a:pt x="941961" y="1339962"/>
                  <a:pt x="941298" y="1339298"/>
                  <a:pt x="941298" y="1339298"/>
                </a:cubicBezTo>
                <a:lnTo>
                  <a:pt x="932241" y="1323513"/>
                </a:lnTo>
                <a:cubicBezTo>
                  <a:pt x="931993" y="1323181"/>
                  <a:pt x="932242" y="1322267"/>
                  <a:pt x="932242" y="1322267"/>
                </a:cubicBezTo>
                <a:lnTo>
                  <a:pt x="941381" y="1306482"/>
                </a:lnTo>
                <a:cubicBezTo>
                  <a:pt x="941545" y="1306066"/>
                  <a:pt x="942044" y="1305817"/>
                  <a:pt x="942460" y="1305817"/>
                </a:cubicBezTo>
                <a:lnTo>
                  <a:pt x="960655" y="1305817"/>
                </a:lnTo>
                <a:cubicBezTo>
                  <a:pt x="961070" y="1305817"/>
                  <a:pt x="961734" y="1306482"/>
                  <a:pt x="961734" y="1306482"/>
                </a:cubicBezTo>
                <a:lnTo>
                  <a:pt x="970790" y="1322267"/>
                </a:lnTo>
                <a:cubicBezTo>
                  <a:pt x="971039" y="1322599"/>
                  <a:pt x="970791" y="1323513"/>
                  <a:pt x="970791" y="1323513"/>
                </a:cubicBezTo>
                <a:lnTo>
                  <a:pt x="961650" y="1339298"/>
                </a:lnTo>
                <a:cubicBezTo>
                  <a:pt x="961486" y="1339713"/>
                  <a:pt x="960987" y="1339962"/>
                  <a:pt x="960571" y="1339962"/>
                </a:cubicBezTo>
                <a:close/>
                <a:moveTo>
                  <a:pt x="4433178" y="2275319"/>
                </a:moveTo>
                <a:cubicBezTo>
                  <a:pt x="4432763" y="2275319"/>
                  <a:pt x="4432098" y="2274655"/>
                  <a:pt x="4432098" y="2274655"/>
                </a:cubicBezTo>
                <a:lnTo>
                  <a:pt x="4423043" y="2258871"/>
                </a:lnTo>
                <a:cubicBezTo>
                  <a:pt x="4422794" y="2258538"/>
                  <a:pt x="4423043" y="2257625"/>
                  <a:pt x="4423043" y="2257625"/>
                </a:cubicBezTo>
                <a:lnTo>
                  <a:pt x="4432183" y="2241840"/>
                </a:lnTo>
                <a:cubicBezTo>
                  <a:pt x="4432348" y="2241424"/>
                  <a:pt x="4432846" y="2241175"/>
                  <a:pt x="4433263" y="2241174"/>
                </a:cubicBezTo>
                <a:lnTo>
                  <a:pt x="4451456" y="2241175"/>
                </a:lnTo>
                <a:cubicBezTo>
                  <a:pt x="4451872" y="2241175"/>
                  <a:pt x="4452536" y="2241840"/>
                  <a:pt x="4452536" y="2241840"/>
                </a:cubicBezTo>
                <a:lnTo>
                  <a:pt x="4461592" y="2257625"/>
                </a:lnTo>
                <a:cubicBezTo>
                  <a:pt x="4461841" y="2257957"/>
                  <a:pt x="4461592" y="2258870"/>
                  <a:pt x="4461592" y="2258870"/>
                </a:cubicBezTo>
                <a:lnTo>
                  <a:pt x="4452453" y="2274656"/>
                </a:lnTo>
                <a:cubicBezTo>
                  <a:pt x="4452287" y="2275070"/>
                  <a:pt x="4451788" y="2275320"/>
                  <a:pt x="4451373" y="2275320"/>
                </a:cubicBezTo>
                <a:close/>
                <a:moveTo>
                  <a:pt x="4854482" y="2388207"/>
                </a:moveTo>
                <a:cubicBezTo>
                  <a:pt x="4854067" y="2388207"/>
                  <a:pt x="4853402" y="2387544"/>
                  <a:pt x="4853402" y="2387544"/>
                </a:cubicBezTo>
                <a:lnTo>
                  <a:pt x="4844347" y="2371759"/>
                </a:lnTo>
                <a:cubicBezTo>
                  <a:pt x="4844098" y="2371427"/>
                  <a:pt x="4844347" y="2370513"/>
                  <a:pt x="4844347" y="2370513"/>
                </a:cubicBezTo>
                <a:lnTo>
                  <a:pt x="4853487" y="2354728"/>
                </a:lnTo>
                <a:cubicBezTo>
                  <a:pt x="4853652" y="2354312"/>
                  <a:pt x="4854150" y="2354063"/>
                  <a:pt x="4854567" y="2354063"/>
                </a:cubicBezTo>
                <a:lnTo>
                  <a:pt x="4872760" y="2354063"/>
                </a:lnTo>
                <a:cubicBezTo>
                  <a:pt x="4873176" y="2354063"/>
                  <a:pt x="4873840" y="2354728"/>
                  <a:pt x="4873840" y="2354728"/>
                </a:cubicBezTo>
                <a:lnTo>
                  <a:pt x="4882896" y="2370513"/>
                </a:lnTo>
                <a:cubicBezTo>
                  <a:pt x="4883145" y="2370845"/>
                  <a:pt x="4882896" y="2371759"/>
                  <a:pt x="4882896" y="2371759"/>
                </a:cubicBezTo>
                <a:lnTo>
                  <a:pt x="4873757" y="2387544"/>
                </a:lnTo>
                <a:cubicBezTo>
                  <a:pt x="4873591" y="2387959"/>
                  <a:pt x="4873092" y="2388208"/>
                  <a:pt x="4872677" y="2388208"/>
                </a:cubicBezTo>
                <a:close/>
                <a:moveTo>
                  <a:pt x="1002576" y="1356174"/>
                </a:moveTo>
                <a:cubicBezTo>
                  <a:pt x="1002159" y="1356174"/>
                  <a:pt x="1001495" y="1355509"/>
                  <a:pt x="1001495" y="1355509"/>
                </a:cubicBezTo>
                <a:lnTo>
                  <a:pt x="992356" y="1339641"/>
                </a:lnTo>
                <a:cubicBezTo>
                  <a:pt x="992107" y="1339227"/>
                  <a:pt x="992356" y="1338312"/>
                  <a:pt x="992356" y="1338312"/>
                </a:cubicBezTo>
                <a:lnTo>
                  <a:pt x="1001495" y="1322444"/>
                </a:lnTo>
                <a:cubicBezTo>
                  <a:pt x="1001660" y="1322028"/>
                  <a:pt x="1002159" y="1321780"/>
                  <a:pt x="1002575" y="1321779"/>
                </a:cubicBezTo>
                <a:lnTo>
                  <a:pt x="1020852" y="1321780"/>
                </a:lnTo>
                <a:cubicBezTo>
                  <a:pt x="1021269" y="1321780"/>
                  <a:pt x="1021932" y="1322444"/>
                  <a:pt x="1021932" y="1322444"/>
                </a:cubicBezTo>
                <a:lnTo>
                  <a:pt x="1031072" y="1338313"/>
                </a:lnTo>
                <a:cubicBezTo>
                  <a:pt x="1031320" y="1338727"/>
                  <a:pt x="1031072" y="1339641"/>
                  <a:pt x="1031072" y="1339641"/>
                </a:cubicBezTo>
                <a:lnTo>
                  <a:pt x="1021932" y="1355509"/>
                </a:lnTo>
                <a:cubicBezTo>
                  <a:pt x="1021766" y="1355924"/>
                  <a:pt x="1021268" y="1356175"/>
                  <a:pt x="1020852" y="1356175"/>
                </a:cubicBezTo>
                <a:close/>
                <a:moveTo>
                  <a:pt x="1062657" y="1372464"/>
                </a:moveTo>
                <a:cubicBezTo>
                  <a:pt x="1062158" y="1372464"/>
                  <a:pt x="1061493" y="1371799"/>
                  <a:pt x="1061493" y="1371799"/>
                </a:cubicBezTo>
                <a:lnTo>
                  <a:pt x="1052271" y="1355848"/>
                </a:lnTo>
                <a:cubicBezTo>
                  <a:pt x="1052021" y="1355433"/>
                  <a:pt x="1052271" y="1354519"/>
                  <a:pt x="1052271" y="1354519"/>
                </a:cubicBezTo>
                <a:lnTo>
                  <a:pt x="1061494" y="1338568"/>
                </a:lnTo>
                <a:cubicBezTo>
                  <a:pt x="1061742" y="1338152"/>
                  <a:pt x="1062158" y="1337903"/>
                  <a:pt x="1062657" y="1337903"/>
                </a:cubicBezTo>
                <a:lnTo>
                  <a:pt x="1081099" y="1337903"/>
                </a:lnTo>
                <a:cubicBezTo>
                  <a:pt x="1081598" y="1337903"/>
                  <a:pt x="1082263" y="1338568"/>
                  <a:pt x="1082263" y="1338568"/>
                </a:cubicBezTo>
                <a:lnTo>
                  <a:pt x="1091484" y="1354519"/>
                </a:lnTo>
                <a:cubicBezTo>
                  <a:pt x="1091734" y="1354934"/>
                  <a:pt x="1091484" y="1355848"/>
                  <a:pt x="1091484" y="1355848"/>
                </a:cubicBezTo>
                <a:lnTo>
                  <a:pt x="1082263" y="1371799"/>
                </a:lnTo>
                <a:cubicBezTo>
                  <a:pt x="1082014" y="1372214"/>
                  <a:pt x="1081598" y="1372464"/>
                  <a:pt x="1081099" y="1372464"/>
                </a:cubicBezTo>
                <a:close/>
                <a:moveTo>
                  <a:pt x="1122841" y="1388685"/>
                </a:moveTo>
                <a:cubicBezTo>
                  <a:pt x="1122342" y="1388685"/>
                  <a:pt x="1121678" y="1388021"/>
                  <a:pt x="1121678" y="1388021"/>
                </a:cubicBezTo>
                <a:lnTo>
                  <a:pt x="1112456" y="1371986"/>
                </a:lnTo>
                <a:cubicBezTo>
                  <a:pt x="1112206" y="1371571"/>
                  <a:pt x="1112456" y="1370657"/>
                  <a:pt x="1112456" y="1370657"/>
                </a:cubicBezTo>
                <a:lnTo>
                  <a:pt x="1121678" y="1354623"/>
                </a:lnTo>
                <a:cubicBezTo>
                  <a:pt x="1121927" y="1354207"/>
                  <a:pt x="1122342" y="1353958"/>
                  <a:pt x="1122841" y="1353958"/>
                </a:cubicBezTo>
                <a:lnTo>
                  <a:pt x="1141367" y="1353958"/>
                </a:lnTo>
                <a:cubicBezTo>
                  <a:pt x="1141866" y="1353958"/>
                  <a:pt x="1142530" y="1354623"/>
                  <a:pt x="1142530" y="1354623"/>
                </a:cubicBezTo>
                <a:lnTo>
                  <a:pt x="1151752" y="1370657"/>
                </a:lnTo>
                <a:cubicBezTo>
                  <a:pt x="1152002" y="1371072"/>
                  <a:pt x="1151752" y="1371986"/>
                  <a:pt x="1151752" y="1371986"/>
                </a:cubicBezTo>
                <a:lnTo>
                  <a:pt x="1142530" y="1388021"/>
                </a:lnTo>
                <a:cubicBezTo>
                  <a:pt x="1142281" y="1388436"/>
                  <a:pt x="1141866" y="1388685"/>
                  <a:pt x="1141367" y="1388685"/>
                </a:cubicBezTo>
                <a:close/>
                <a:moveTo>
                  <a:pt x="2988532" y="1888690"/>
                </a:moveTo>
                <a:cubicBezTo>
                  <a:pt x="2988033" y="1888689"/>
                  <a:pt x="2987369" y="1888025"/>
                  <a:pt x="2987369" y="1888025"/>
                </a:cubicBezTo>
                <a:lnTo>
                  <a:pt x="2978064" y="1871907"/>
                </a:lnTo>
                <a:cubicBezTo>
                  <a:pt x="2977815" y="1871493"/>
                  <a:pt x="2978064" y="1870579"/>
                  <a:pt x="2978064" y="1870579"/>
                </a:cubicBezTo>
                <a:lnTo>
                  <a:pt x="2987369" y="1854462"/>
                </a:lnTo>
                <a:cubicBezTo>
                  <a:pt x="2987618" y="1854045"/>
                  <a:pt x="2988033" y="1853796"/>
                  <a:pt x="2988532" y="1853797"/>
                </a:cubicBezTo>
                <a:lnTo>
                  <a:pt x="3007141" y="1853796"/>
                </a:lnTo>
                <a:cubicBezTo>
                  <a:pt x="3007640" y="1853797"/>
                  <a:pt x="3008305" y="1854461"/>
                  <a:pt x="3008305" y="1854461"/>
                </a:cubicBezTo>
                <a:lnTo>
                  <a:pt x="3017610" y="1870579"/>
                </a:lnTo>
                <a:cubicBezTo>
                  <a:pt x="3017859" y="1870993"/>
                  <a:pt x="3017610" y="1871907"/>
                  <a:pt x="3017610" y="1871907"/>
                </a:cubicBezTo>
                <a:lnTo>
                  <a:pt x="3008305" y="1888026"/>
                </a:lnTo>
                <a:cubicBezTo>
                  <a:pt x="3008055" y="1888441"/>
                  <a:pt x="3007640" y="1888690"/>
                  <a:pt x="3007141" y="1888689"/>
                </a:cubicBezTo>
                <a:close/>
                <a:moveTo>
                  <a:pt x="3650581" y="2066085"/>
                </a:moveTo>
                <a:cubicBezTo>
                  <a:pt x="3650082" y="2066085"/>
                  <a:pt x="3649419" y="2065421"/>
                  <a:pt x="3649419" y="2065421"/>
                </a:cubicBezTo>
                <a:lnTo>
                  <a:pt x="3640113" y="2049303"/>
                </a:lnTo>
                <a:cubicBezTo>
                  <a:pt x="3639864" y="2048888"/>
                  <a:pt x="3640113" y="2047974"/>
                  <a:pt x="3640113" y="2047974"/>
                </a:cubicBezTo>
                <a:lnTo>
                  <a:pt x="3649418" y="2031857"/>
                </a:lnTo>
                <a:cubicBezTo>
                  <a:pt x="3649667" y="2031441"/>
                  <a:pt x="3650082" y="2031192"/>
                  <a:pt x="3650581" y="2031192"/>
                </a:cubicBezTo>
                <a:lnTo>
                  <a:pt x="3669190" y="2031192"/>
                </a:lnTo>
                <a:cubicBezTo>
                  <a:pt x="3669689" y="2031192"/>
                  <a:pt x="3670354" y="2031857"/>
                  <a:pt x="3670354" y="2031857"/>
                </a:cubicBezTo>
                <a:lnTo>
                  <a:pt x="3679659" y="2047974"/>
                </a:lnTo>
                <a:cubicBezTo>
                  <a:pt x="3679908" y="2048389"/>
                  <a:pt x="3679659" y="2049303"/>
                  <a:pt x="3679659" y="2049303"/>
                </a:cubicBezTo>
                <a:lnTo>
                  <a:pt x="3670354" y="2065421"/>
                </a:lnTo>
                <a:cubicBezTo>
                  <a:pt x="3670104" y="2065836"/>
                  <a:pt x="3669689" y="2066085"/>
                  <a:pt x="3669190" y="2066085"/>
                </a:cubicBezTo>
                <a:close/>
                <a:moveTo>
                  <a:pt x="1182862" y="1405050"/>
                </a:moveTo>
                <a:cubicBezTo>
                  <a:pt x="1182363" y="1405050"/>
                  <a:pt x="1181699" y="1404386"/>
                  <a:pt x="1181699" y="1404386"/>
                </a:cubicBezTo>
                <a:lnTo>
                  <a:pt x="1172311" y="1388102"/>
                </a:lnTo>
                <a:cubicBezTo>
                  <a:pt x="1172062" y="1387687"/>
                  <a:pt x="1172311" y="1386773"/>
                  <a:pt x="1172311" y="1386773"/>
                </a:cubicBezTo>
                <a:lnTo>
                  <a:pt x="1181699" y="1370490"/>
                </a:lnTo>
                <a:cubicBezTo>
                  <a:pt x="1181948" y="1370074"/>
                  <a:pt x="1182363" y="1369825"/>
                  <a:pt x="1182862" y="1369825"/>
                </a:cubicBezTo>
                <a:lnTo>
                  <a:pt x="1201638" y="1369825"/>
                </a:lnTo>
                <a:cubicBezTo>
                  <a:pt x="1202136" y="1369825"/>
                  <a:pt x="1202801" y="1370490"/>
                  <a:pt x="1202801" y="1370490"/>
                </a:cubicBezTo>
                <a:lnTo>
                  <a:pt x="1212189" y="1386773"/>
                </a:lnTo>
                <a:cubicBezTo>
                  <a:pt x="1212438" y="1387189"/>
                  <a:pt x="1212189" y="1388102"/>
                  <a:pt x="1212189" y="1388102"/>
                </a:cubicBezTo>
                <a:lnTo>
                  <a:pt x="1202801" y="1404386"/>
                </a:lnTo>
                <a:cubicBezTo>
                  <a:pt x="1202552" y="1404801"/>
                  <a:pt x="1202136" y="1405050"/>
                  <a:pt x="1201638" y="1405050"/>
                </a:cubicBezTo>
                <a:close/>
                <a:moveTo>
                  <a:pt x="2867911" y="1856768"/>
                </a:moveTo>
                <a:cubicBezTo>
                  <a:pt x="2867412" y="1856768"/>
                  <a:pt x="2866748" y="1856103"/>
                  <a:pt x="2866748" y="1856103"/>
                </a:cubicBezTo>
                <a:lnTo>
                  <a:pt x="2857277" y="1839654"/>
                </a:lnTo>
                <a:cubicBezTo>
                  <a:pt x="2857028" y="1839238"/>
                  <a:pt x="2857277" y="1838325"/>
                  <a:pt x="2857277" y="1838325"/>
                </a:cubicBezTo>
                <a:lnTo>
                  <a:pt x="2866831" y="1821875"/>
                </a:lnTo>
                <a:cubicBezTo>
                  <a:pt x="2867080" y="1821459"/>
                  <a:pt x="2867495" y="1821210"/>
                  <a:pt x="2867994" y="1821210"/>
                </a:cubicBezTo>
                <a:lnTo>
                  <a:pt x="2887019" y="1821210"/>
                </a:lnTo>
                <a:cubicBezTo>
                  <a:pt x="2887517" y="1821210"/>
                  <a:pt x="2888182" y="1821875"/>
                  <a:pt x="2888182" y="1821875"/>
                </a:cubicBezTo>
                <a:lnTo>
                  <a:pt x="2897653" y="1838325"/>
                </a:lnTo>
                <a:cubicBezTo>
                  <a:pt x="2897902" y="1838740"/>
                  <a:pt x="2897653" y="1839654"/>
                  <a:pt x="2897653" y="1839654"/>
                </a:cubicBezTo>
                <a:lnTo>
                  <a:pt x="2888099" y="1856103"/>
                </a:lnTo>
                <a:cubicBezTo>
                  <a:pt x="2887850" y="1856519"/>
                  <a:pt x="2887435" y="1856768"/>
                  <a:pt x="2886936" y="1856768"/>
                </a:cubicBezTo>
                <a:close/>
                <a:moveTo>
                  <a:pt x="1242882" y="1421343"/>
                </a:moveTo>
                <a:cubicBezTo>
                  <a:pt x="1242383" y="1421343"/>
                  <a:pt x="1241719" y="1420678"/>
                  <a:pt x="1241719" y="1420678"/>
                </a:cubicBezTo>
                <a:lnTo>
                  <a:pt x="1232248" y="1404229"/>
                </a:lnTo>
                <a:cubicBezTo>
                  <a:pt x="1231998" y="1403813"/>
                  <a:pt x="1232248" y="1402900"/>
                  <a:pt x="1232248" y="1402900"/>
                </a:cubicBezTo>
                <a:lnTo>
                  <a:pt x="1241802" y="1386450"/>
                </a:lnTo>
                <a:cubicBezTo>
                  <a:pt x="1242051" y="1386034"/>
                  <a:pt x="1242466" y="1385785"/>
                  <a:pt x="1242965" y="1385785"/>
                </a:cubicBezTo>
                <a:lnTo>
                  <a:pt x="1261990" y="1385785"/>
                </a:lnTo>
                <a:cubicBezTo>
                  <a:pt x="1262489" y="1385785"/>
                  <a:pt x="1263153" y="1386450"/>
                  <a:pt x="1263153" y="1386450"/>
                </a:cubicBezTo>
                <a:lnTo>
                  <a:pt x="1272624" y="1402900"/>
                </a:lnTo>
                <a:cubicBezTo>
                  <a:pt x="1272874" y="1403315"/>
                  <a:pt x="1272624" y="1404229"/>
                  <a:pt x="1272624" y="1404229"/>
                </a:cubicBezTo>
                <a:lnTo>
                  <a:pt x="1263070" y="1420678"/>
                </a:lnTo>
                <a:cubicBezTo>
                  <a:pt x="1262821" y="1421094"/>
                  <a:pt x="1262406" y="1421343"/>
                  <a:pt x="1261907" y="1421343"/>
                </a:cubicBezTo>
                <a:close/>
                <a:moveTo>
                  <a:pt x="1664186" y="1534231"/>
                </a:moveTo>
                <a:cubicBezTo>
                  <a:pt x="1663687" y="1534231"/>
                  <a:pt x="1663023" y="1533566"/>
                  <a:pt x="1663023" y="1533566"/>
                </a:cubicBezTo>
                <a:lnTo>
                  <a:pt x="1653552" y="1517117"/>
                </a:lnTo>
                <a:cubicBezTo>
                  <a:pt x="1653302" y="1516701"/>
                  <a:pt x="1653552" y="1515788"/>
                  <a:pt x="1653552" y="1515788"/>
                </a:cubicBezTo>
                <a:lnTo>
                  <a:pt x="1663106" y="1499338"/>
                </a:lnTo>
                <a:cubicBezTo>
                  <a:pt x="1663355" y="1498922"/>
                  <a:pt x="1663770" y="1498673"/>
                  <a:pt x="1664269" y="1498673"/>
                </a:cubicBezTo>
                <a:lnTo>
                  <a:pt x="1683294" y="1498673"/>
                </a:lnTo>
                <a:cubicBezTo>
                  <a:pt x="1683793" y="1498673"/>
                  <a:pt x="1684457" y="1499338"/>
                  <a:pt x="1684457" y="1499338"/>
                </a:cubicBezTo>
                <a:lnTo>
                  <a:pt x="1693928" y="1515788"/>
                </a:lnTo>
                <a:cubicBezTo>
                  <a:pt x="1694178" y="1516203"/>
                  <a:pt x="1693928" y="1517117"/>
                  <a:pt x="1693928" y="1517117"/>
                </a:cubicBezTo>
                <a:lnTo>
                  <a:pt x="1684374" y="1533566"/>
                </a:lnTo>
                <a:cubicBezTo>
                  <a:pt x="1684125" y="1533982"/>
                  <a:pt x="1683710" y="1534231"/>
                  <a:pt x="1683211" y="1534231"/>
                </a:cubicBezTo>
                <a:close/>
                <a:moveTo>
                  <a:pt x="1363234" y="1453760"/>
                </a:moveTo>
                <a:cubicBezTo>
                  <a:pt x="1362735" y="1453760"/>
                  <a:pt x="1362071" y="1453095"/>
                  <a:pt x="1362071" y="1453095"/>
                </a:cubicBezTo>
                <a:lnTo>
                  <a:pt x="1352517" y="1436563"/>
                </a:lnTo>
                <a:cubicBezTo>
                  <a:pt x="1352268" y="1436147"/>
                  <a:pt x="1352517" y="1435233"/>
                  <a:pt x="1352517" y="1435233"/>
                </a:cubicBezTo>
                <a:lnTo>
                  <a:pt x="1362071" y="1418701"/>
                </a:lnTo>
                <a:cubicBezTo>
                  <a:pt x="1362320" y="1418285"/>
                  <a:pt x="1362735" y="1418036"/>
                  <a:pt x="1363234" y="1418036"/>
                </a:cubicBezTo>
                <a:lnTo>
                  <a:pt x="1382342" y="1418036"/>
                </a:lnTo>
                <a:cubicBezTo>
                  <a:pt x="1382841" y="1418036"/>
                  <a:pt x="1383505" y="1418701"/>
                  <a:pt x="1383505" y="1418701"/>
                </a:cubicBezTo>
                <a:lnTo>
                  <a:pt x="1393059" y="1435233"/>
                </a:lnTo>
                <a:cubicBezTo>
                  <a:pt x="1393308" y="1435649"/>
                  <a:pt x="1393059" y="1436563"/>
                  <a:pt x="1393059" y="1436563"/>
                </a:cubicBezTo>
                <a:lnTo>
                  <a:pt x="1383505" y="1453095"/>
                </a:lnTo>
                <a:cubicBezTo>
                  <a:pt x="1383256" y="1453511"/>
                  <a:pt x="1382841" y="1453760"/>
                  <a:pt x="1382342" y="1453760"/>
                </a:cubicBezTo>
                <a:close/>
                <a:moveTo>
                  <a:pt x="1844724" y="1582775"/>
                </a:moveTo>
                <a:cubicBezTo>
                  <a:pt x="1844225" y="1582775"/>
                  <a:pt x="1843561" y="1582110"/>
                  <a:pt x="1843561" y="1582110"/>
                </a:cubicBezTo>
                <a:lnTo>
                  <a:pt x="1834007" y="1565578"/>
                </a:lnTo>
                <a:cubicBezTo>
                  <a:pt x="1833758" y="1565162"/>
                  <a:pt x="1834007" y="1564248"/>
                  <a:pt x="1834007" y="1564248"/>
                </a:cubicBezTo>
                <a:lnTo>
                  <a:pt x="1843561" y="1547716"/>
                </a:lnTo>
                <a:cubicBezTo>
                  <a:pt x="1843810" y="1547300"/>
                  <a:pt x="1844225" y="1547051"/>
                  <a:pt x="1844724" y="1547051"/>
                </a:cubicBezTo>
                <a:lnTo>
                  <a:pt x="1863832" y="1547051"/>
                </a:lnTo>
                <a:cubicBezTo>
                  <a:pt x="1864331" y="1547051"/>
                  <a:pt x="1864995" y="1547716"/>
                  <a:pt x="1864995" y="1547716"/>
                </a:cubicBezTo>
                <a:lnTo>
                  <a:pt x="1874549" y="1564248"/>
                </a:lnTo>
                <a:cubicBezTo>
                  <a:pt x="1874798" y="1564664"/>
                  <a:pt x="1874549" y="1565578"/>
                  <a:pt x="1874549" y="1565578"/>
                </a:cubicBezTo>
                <a:lnTo>
                  <a:pt x="1864995" y="1582110"/>
                </a:lnTo>
                <a:cubicBezTo>
                  <a:pt x="1864746" y="1582526"/>
                  <a:pt x="1864331" y="1582775"/>
                  <a:pt x="1863832" y="1582775"/>
                </a:cubicBezTo>
                <a:close/>
                <a:moveTo>
                  <a:pt x="1302965" y="1437705"/>
                </a:moveTo>
                <a:cubicBezTo>
                  <a:pt x="1302466" y="1437705"/>
                  <a:pt x="1302051" y="1437456"/>
                  <a:pt x="1301802" y="1437041"/>
                </a:cubicBezTo>
                <a:lnTo>
                  <a:pt x="1292165" y="1420425"/>
                </a:lnTo>
                <a:cubicBezTo>
                  <a:pt x="1291916" y="1420009"/>
                  <a:pt x="1291916" y="1419511"/>
                  <a:pt x="1292165" y="1419096"/>
                </a:cubicBezTo>
                <a:lnTo>
                  <a:pt x="1301802" y="1402480"/>
                </a:lnTo>
                <a:cubicBezTo>
                  <a:pt x="1302051" y="1402064"/>
                  <a:pt x="1302466" y="1401815"/>
                  <a:pt x="1302965" y="1401815"/>
                </a:cubicBezTo>
                <a:lnTo>
                  <a:pt x="1322156" y="1401815"/>
                </a:lnTo>
                <a:cubicBezTo>
                  <a:pt x="1322655" y="1401815"/>
                  <a:pt x="1323070" y="1402064"/>
                  <a:pt x="1323319" y="1402480"/>
                </a:cubicBezTo>
                <a:lnTo>
                  <a:pt x="1332957" y="1419096"/>
                </a:lnTo>
                <a:cubicBezTo>
                  <a:pt x="1333206" y="1419511"/>
                  <a:pt x="1333206" y="1420009"/>
                  <a:pt x="1332957" y="1420425"/>
                </a:cubicBezTo>
                <a:lnTo>
                  <a:pt x="1323319" y="1437041"/>
                </a:lnTo>
                <a:cubicBezTo>
                  <a:pt x="1323070" y="1437456"/>
                  <a:pt x="1322655" y="1437705"/>
                  <a:pt x="1322156" y="1437705"/>
                </a:cubicBezTo>
                <a:close/>
                <a:moveTo>
                  <a:pt x="1423335" y="1470063"/>
                </a:moveTo>
                <a:cubicBezTo>
                  <a:pt x="1422837" y="1470063"/>
                  <a:pt x="1422421" y="1469814"/>
                  <a:pt x="1422172" y="1469399"/>
                </a:cubicBezTo>
                <a:lnTo>
                  <a:pt x="1412535" y="1452700"/>
                </a:lnTo>
                <a:cubicBezTo>
                  <a:pt x="1412286" y="1452284"/>
                  <a:pt x="1412286" y="1451786"/>
                  <a:pt x="1412535" y="1451371"/>
                </a:cubicBezTo>
                <a:lnTo>
                  <a:pt x="1422172" y="1434672"/>
                </a:lnTo>
                <a:cubicBezTo>
                  <a:pt x="1422421" y="1434256"/>
                  <a:pt x="1422837" y="1434007"/>
                  <a:pt x="1423335" y="1434007"/>
                </a:cubicBezTo>
                <a:lnTo>
                  <a:pt x="1442692" y="1434007"/>
                </a:lnTo>
                <a:cubicBezTo>
                  <a:pt x="1443191" y="1434007"/>
                  <a:pt x="1443607" y="1434256"/>
                  <a:pt x="1443856" y="1434672"/>
                </a:cubicBezTo>
                <a:lnTo>
                  <a:pt x="1453493" y="1451371"/>
                </a:lnTo>
                <a:cubicBezTo>
                  <a:pt x="1453742" y="1451786"/>
                  <a:pt x="1453742" y="1452284"/>
                  <a:pt x="1453493" y="1452700"/>
                </a:cubicBezTo>
                <a:lnTo>
                  <a:pt x="1443856" y="1469399"/>
                </a:lnTo>
                <a:cubicBezTo>
                  <a:pt x="1443607" y="1469814"/>
                  <a:pt x="1443191" y="1470063"/>
                  <a:pt x="1442692" y="1470063"/>
                </a:cubicBezTo>
                <a:close/>
                <a:moveTo>
                  <a:pt x="1904825" y="1599078"/>
                </a:moveTo>
                <a:cubicBezTo>
                  <a:pt x="1904326" y="1599078"/>
                  <a:pt x="1903911" y="1598829"/>
                  <a:pt x="1903662" y="1598414"/>
                </a:cubicBezTo>
                <a:lnTo>
                  <a:pt x="1894025" y="1581715"/>
                </a:lnTo>
                <a:cubicBezTo>
                  <a:pt x="1893775" y="1581299"/>
                  <a:pt x="1893776" y="1580801"/>
                  <a:pt x="1894025" y="1580386"/>
                </a:cubicBezTo>
                <a:lnTo>
                  <a:pt x="1903662" y="1563687"/>
                </a:lnTo>
                <a:cubicBezTo>
                  <a:pt x="1903911" y="1563271"/>
                  <a:pt x="1904327" y="1563022"/>
                  <a:pt x="1904825" y="1563022"/>
                </a:cubicBezTo>
                <a:lnTo>
                  <a:pt x="1924181" y="1563022"/>
                </a:lnTo>
                <a:cubicBezTo>
                  <a:pt x="1924680" y="1563022"/>
                  <a:pt x="1925097" y="1563271"/>
                  <a:pt x="1925345" y="1563687"/>
                </a:cubicBezTo>
                <a:lnTo>
                  <a:pt x="1934983" y="1580386"/>
                </a:lnTo>
                <a:cubicBezTo>
                  <a:pt x="1935231" y="1580801"/>
                  <a:pt x="1935232" y="1581299"/>
                  <a:pt x="1934983" y="1581715"/>
                </a:cubicBezTo>
                <a:lnTo>
                  <a:pt x="1925345" y="1598414"/>
                </a:lnTo>
                <a:cubicBezTo>
                  <a:pt x="1925097" y="1598829"/>
                  <a:pt x="1924680" y="1599078"/>
                  <a:pt x="1924181" y="1599078"/>
                </a:cubicBezTo>
                <a:close/>
                <a:moveTo>
                  <a:pt x="1724216" y="1550775"/>
                </a:moveTo>
                <a:cubicBezTo>
                  <a:pt x="1723718" y="1550775"/>
                  <a:pt x="1723302" y="1550526"/>
                  <a:pt x="1723053" y="1550110"/>
                </a:cubicBezTo>
                <a:lnTo>
                  <a:pt x="1713333" y="1533245"/>
                </a:lnTo>
                <a:cubicBezTo>
                  <a:pt x="1713084" y="1532747"/>
                  <a:pt x="1713084" y="1532248"/>
                  <a:pt x="1713333" y="1531833"/>
                </a:cubicBezTo>
                <a:lnTo>
                  <a:pt x="1723053" y="1514968"/>
                </a:lnTo>
                <a:cubicBezTo>
                  <a:pt x="1723302" y="1514552"/>
                  <a:pt x="1723718" y="1514303"/>
                  <a:pt x="1724216" y="1514303"/>
                </a:cubicBezTo>
                <a:lnTo>
                  <a:pt x="1743657" y="1514303"/>
                </a:lnTo>
                <a:cubicBezTo>
                  <a:pt x="1744155" y="1514303"/>
                  <a:pt x="1744571" y="1514552"/>
                  <a:pt x="1744820" y="1514968"/>
                </a:cubicBezTo>
                <a:lnTo>
                  <a:pt x="1754540" y="1531833"/>
                </a:lnTo>
                <a:cubicBezTo>
                  <a:pt x="1754789" y="1532331"/>
                  <a:pt x="1754790" y="1532830"/>
                  <a:pt x="1754540" y="1533245"/>
                </a:cubicBezTo>
                <a:lnTo>
                  <a:pt x="1744820" y="1550110"/>
                </a:lnTo>
                <a:cubicBezTo>
                  <a:pt x="1744571" y="1550526"/>
                  <a:pt x="1744155" y="1550775"/>
                  <a:pt x="1743656" y="1550775"/>
                </a:cubicBezTo>
                <a:close/>
                <a:moveTo>
                  <a:pt x="1964878" y="1615366"/>
                </a:moveTo>
                <a:cubicBezTo>
                  <a:pt x="1964380" y="1615366"/>
                  <a:pt x="1963965" y="1615118"/>
                  <a:pt x="1963715" y="1614701"/>
                </a:cubicBezTo>
                <a:lnTo>
                  <a:pt x="1953995" y="1597753"/>
                </a:lnTo>
                <a:cubicBezTo>
                  <a:pt x="1953746" y="1597338"/>
                  <a:pt x="1953746" y="1596757"/>
                  <a:pt x="1953995" y="1596341"/>
                </a:cubicBezTo>
                <a:lnTo>
                  <a:pt x="1963798" y="1579394"/>
                </a:lnTo>
                <a:cubicBezTo>
                  <a:pt x="1964047" y="1578977"/>
                  <a:pt x="1964463" y="1578729"/>
                  <a:pt x="1964962" y="1578728"/>
                </a:cubicBezTo>
                <a:lnTo>
                  <a:pt x="1984485" y="1578728"/>
                </a:lnTo>
                <a:cubicBezTo>
                  <a:pt x="1984983" y="1578729"/>
                  <a:pt x="1985399" y="1578977"/>
                  <a:pt x="1985648" y="1579394"/>
                </a:cubicBezTo>
                <a:lnTo>
                  <a:pt x="1995368" y="1596341"/>
                </a:lnTo>
                <a:cubicBezTo>
                  <a:pt x="1995618" y="1596757"/>
                  <a:pt x="1995618" y="1597338"/>
                  <a:pt x="1995368" y="1597753"/>
                </a:cubicBezTo>
                <a:lnTo>
                  <a:pt x="1985565" y="1614701"/>
                </a:lnTo>
                <a:cubicBezTo>
                  <a:pt x="1985316" y="1615117"/>
                  <a:pt x="1984900" y="1615366"/>
                  <a:pt x="1984402" y="1615366"/>
                </a:cubicBezTo>
                <a:close/>
                <a:moveTo>
                  <a:pt x="4552886" y="2308821"/>
                </a:moveTo>
                <a:cubicBezTo>
                  <a:pt x="4552388" y="2308821"/>
                  <a:pt x="4551973" y="2308572"/>
                  <a:pt x="4551723" y="2308156"/>
                </a:cubicBezTo>
                <a:lnTo>
                  <a:pt x="4542003" y="2291208"/>
                </a:lnTo>
                <a:cubicBezTo>
                  <a:pt x="4541754" y="2290793"/>
                  <a:pt x="4541754" y="2290211"/>
                  <a:pt x="4542003" y="2289796"/>
                </a:cubicBezTo>
                <a:lnTo>
                  <a:pt x="4551806" y="2272848"/>
                </a:lnTo>
                <a:cubicBezTo>
                  <a:pt x="4552056" y="2272432"/>
                  <a:pt x="4552471" y="2272183"/>
                  <a:pt x="4552969" y="2272183"/>
                </a:cubicBezTo>
                <a:lnTo>
                  <a:pt x="4572493" y="2272183"/>
                </a:lnTo>
                <a:cubicBezTo>
                  <a:pt x="4572992" y="2272183"/>
                  <a:pt x="4573407" y="2272432"/>
                  <a:pt x="4573656" y="2272848"/>
                </a:cubicBezTo>
                <a:lnTo>
                  <a:pt x="4583376" y="2289796"/>
                </a:lnTo>
                <a:cubicBezTo>
                  <a:pt x="4583626" y="2290211"/>
                  <a:pt x="4583626" y="2290793"/>
                  <a:pt x="4583376" y="2291208"/>
                </a:cubicBezTo>
                <a:lnTo>
                  <a:pt x="4573573" y="2308156"/>
                </a:lnTo>
                <a:cubicBezTo>
                  <a:pt x="4573324" y="2308572"/>
                  <a:pt x="4572908" y="2308821"/>
                  <a:pt x="4572410" y="2308821"/>
                </a:cubicBezTo>
                <a:close/>
                <a:moveTo>
                  <a:pt x="1543576" y="1502560"/>
                </a:moveTo>
                <a:cubicBezTo>
                  <a:pt x="1543160" y="1502560"/>
                  <a:pt x="1542662" y="1502311"/>
                  <a:pt x="1542412" y="1501895"/>
                </a:cubicBezTo>
                <a:lnTo>
                  <a:pt x="1532609" y="1484864"/>
                </a:lnTo>
                <a:cubicBezTo>
                  <a:pt x="1532360" y="1484449"/>
                  <a:pt x="1532360" y="1483867"/>
                  <a:pt x="1532609" y="1483452"/>
                </a:cubicBezTo>
                <a:lnTo>
                  <a:pt x="1542412" y="1466421"/>
                </a:lnTo>
                <a:cubicBezTo>
                  <a:pt x="1542662" y="1466005"/>
                  <a:pt x="1543077" y="1465756"/>
                  <a:pt x="1543576" y="1465756"/>
                </a:cubicBezTo>
                <a:lnTo>
                  <a:pt x="1563182" y="1465756"/>
                </a:lnTo>
                <a:cubicBezTo>
                  <a:pt x="1563597" y="1465756"/>
                  <a:pt x="1564096" y="1466005"/>
                  <a:pt x="1564345" y="1466421"/>
                </a:cubicBezTo>
                <a:lnTo>
                  <a:pt x="1574149" y="1483452"/>
                </a:lnTo>
                <a:cubicBezTo>
                  <a:pt x="1574398" y="1483867"/>
                  <a:pt x="1574398" y="1484449"/>
                  <a:pt x="1574149" y="1484864"/>
                </a:cubicBezTo>
                <a:lnTo>
                  <a:pt x="1564345" y="1501895"/>
                </a:lnTo>
                <a:cubicBezTo>
                  <a:pt x="1564096" y="1502311"/>
                  <a:pt x="1563681" y="1502560"/>
                  <a:pt x="1563182" y="1502560"/>
                </a:cubicBezTo>
                <a:close/>
                <a:moveTo>
                  <a:pt x="1603762" y="1518686"/>
                </a:moveTo>
                <a:cubicBezTo>
                  <a:pt x="1603346" y="1518687"/>
                  <a:pt x="1602848" y="1518437"/>
                  <a:pt x="1602598" y="1518022"/>
                </a:cubicBezTo>
                <a:lnTo>
                  <a:pt x="1592795" y="1500991"/>
                </a:lnTo>
                <a:cubicBezTo>
                  <a:pt x="1592546" y="1500575"/>
                  <a:pt x="1592546" y="1499994"/>
                  <a:pt x="1592795" y="1499578"/>
                </a:cubicBezTo>
                <a:lnTo>
                  <a:pt x="1602598" y="1482548"/>
                </a:lnTo>
                <a:cubicBezTo>
                  <a:pt x="1602848" y="1482132"/>
                  <a:pt x="1603263" y="1481882"/>
                  <a:pt x="1603762" y="1481882"/>
                </a:cubicBezTo>
                <a:lnTo>
                  <a:pt x="1623368" y="1481882"/>
                </a:lnTo>
                <a:cubicBezTo>
                  <a:pt x="1623783" y="1481882"/>
                  <a:pt x="1624282" y="1482132"/>
                  <a:pt x="1624531" y="1482547"/>
                </a:cubicBezTo>
                <a:lnTo>
                  <a:pt x="1634335" y="1499578"/>
                </a:lnTo>
                <a:cubicBezTo>
                  <a:pt x="1634584" y="1499994"/>
                  <a:pt x="1634584" y="1500575"/>
                  <a:pt x="1634335" y="1500991"/>
                </a:cubicBezTo>
                <a:lnTo>
                  <a:pt x="1624531" y="1518021"/>
                </a:lnTo>
                <a:cubicBezTo>
                  <a:pt x="1624282" y="1518437"/>
                  <a:pt x="1623867" y="1518686"/>
                  <a:pt x="1623368" y="1518687"/>
                </a:cubicBezTo>
                <a:close/>
                <a:moveTo>
                  <a:pt x="1784321" y="1567067"/>
                </a:moveTo>
                <a:cubicBezTo>
                  <a:pt x="1783905" y="1567067"/>
                  <a:pt x="1783407" y="1566818"/>
                  <a:pt x="1783157" y="1566402"/>
                </a:cubicBezTo>
                <a:lnTo>
                  <a:pt x="1773354" y="1549371"/>
                </a:lnTo>
                <a:cubicBezTo>
                  <a:pt x="1773105" y="1548956"/>
                  <a:pt x="1773105" y="1548374"/>
                  <a:pt x="1773354" y="1547959"/>
                </a:cubicBezTo>
                <a:lnTo>
                  <a:pt x="1783157" y="1530928"/>
                </a:lnTo>
                <a:cubicBezTo>
                  <a:pt x="1783407" y="1530512"/>
                  <a:pt x="1783821" y="1530263"/>
                  <a:pt x="1784320" y="1530263"/>
                </a:cubicBezTo>
                <a:lnTo>
                  <a:pt x="1803926" y="1530263"/>
                </a:lnTo>
                <a:cubicBezTo>
                  <a:pt x="1804342" y="1530263"/>
                  <a:pt x="1804841" y="1530512"/>
                  <a:pt x="1805090" y="1530928"/>
                </a:cubicBezTo>
                <a:lnTo>
                  <a:pt x="1814894" y="1547959"/>
                </a:lnTo>
                <a:cubicBezTo>
                  <a:pt x="1815143" y="1548374"/>
                  <a:pt x="1815143" y="1548956"/>
                  <a:pt x="1814894" y="1549371"/>
                </a:cubicBezTo>
                <a:lnTo>
                  <a:pt x="1805090" y="1566402"/>
                </a:lnTo>
                <a:cubicBezTo>
                  <a:pt x="1804841" y="1566818"/>
                  <a:pt x="1804425" y="1567067"/>
                  <a:pt x="1803926" y="1567067"/>
                </a:cubicBezTo>
                <a:close/>
                <a:moveTo>
                  <a:pt x="1483281" y="1486690"/>
                </a:moveTo>
                <a:cubicBezTo>
                  <a:pt x="1482783" y="1486691"/>
                  <a:pt x="1482285" y="1486441"/>
                  <a:pt x="1482036" y="1486026"/>
                </a:cubicBezTo>
                <a:lnTo>
                  <a:pt x="1472149" y="1468828"/>
                </a:lnTo>
                <a:cubicBezTo>
                  <a:pt x="1471900" y="1468414"/>
                  <a:pt x="1471900" y="1467832"/>
                  <a:pt x="1472149" y="1467417"/>
                </a:cubicBezTo>
                <a:lnTo>
                  <a:pt x="1482036" y="1450219"/>
                </a:lnTo>
                <a:cubicBezTo>
                  <a:pt x="1482285" y="1449804"/>
                  <a:pt x="1482783" y="1449554"/>
                  <a:pt x="1483281" y="1449554"/>
                </a:cubicBezTo>
                <a:lnTo>
                  <a:pt x="1503137" y="1449554"/>
                </a:lnTo>
                <a:cubicBezTo>
                  <a:pt x="1503636" y="1449554"/>
                  <a:pt x="1504134" y="1449803"/>
                  <a:pt x="1504384" y="1450219"/>
                </a:cubicBezTo>
                <a:lnTo>
                  <a:pt x="1514270" y="1467416"/>
                </a:lnTo>
                <a:cubicBezTo>
                  <a:pt x="1514519" y="1467831"/>
                  <a:pt x="1514519" y="1468413"/>
                  <a:pt x="1514270" y="1468828"/>
                </a:cubicBezTo>
                <a:lnTo>
                  <a:pt x="1504384" y="1486026"/>
                </a:lnTo>
                <a:cubicBezTo>
                  <a:pt x="1504134" y="1486441"/>
                  <a:pt x="1503636" y="1486690"/>
                  <a:pt x="1503137" y="1486691"/>
                </a:cubicBezTo>
                <a:close/>
                <a:moveTo>
                  <a:pt x="2024958" y="1631832"/>
                </a:moveTo>
                <a:cubicBezTo>
                  <a:pt x="2024460" y="1631832"/>
                  <a:pt x="2023962" y="1631583"/>
                  <a:pt x="2023713" y="1631168"/>
                </a:cubicBezTo>
                <a:lnTo>
                  <a:pt x="2013826" y="1613970"/>
                </a:lnTo>
                <a:cubicBezTo>
                  <a:pt x="2013577" y="1613555"/>
                  <a:pt x="2013577" y="1612973"/>
                  <a:pt x="2013826" y="1612558"/>
                </a:cubicBezTo>
                <a:lnTo>
                  <a:pt x="2023713" y="1595361"/>
                </a:lnTo>
                <a:cubicBezTo>
                  <a:pt x="2023962" y="1594945"/>
                  <a:pt x="2024460" y="1594696"/>
                  <a:pt x="2024958" y="1594696"/>
                </a:cubicBezTo>
                <a:lnTo>
                  <a:pt x="2044814" y="1594696"/>
                </a:lnTo>
                <a:cubicBezTo>
                  <a:pt x="2045313" y="1594696"/>
                  <a:pt x="2045811" y="1594945"/>
                  <a:pt x="2046061" y="1595361"/>
                </a:cubicBezTo>
                <a:lnTo>
                  <a:pt x="2055947" y="1612558"/>
                </a:lnTo>
                <a:cubicBezTo>
                  <a:pt x="2056196" y="1612973"/>
                  <a:pt x="2056196" y="1613555"/>
                  <a:pt x="2055947" y="1613970"/>
                </a:cubicBezTo>
                <a:lnTo>
                  <a:pt x="2046061" y="1631168"/>
                </a:lnTo>
                <a:cubicBezTo>
                  <a:pt x="2045811" y="1631583"/>
                  <a:pt x="2045313" y="1631832"/>
                  <a:pt x="2044814" y="1631832"/>
                </a:cubicBezTo>
                <a:close/>
                <a:moveTo>
                  <a:pt x="4913817" y="2405994"/>
                </a:moveTo>
                <a:cubicBezTo>
                  <a:pt x="4913318" y="2405993"/>
                  <a:pt x="4912820" y="2405745"/>
                  <a:pt x="4912570" y="2405329"/>
                </a:cubicBezTo>
                <a:lnTo>
                  <a:pt x="4902601" y="2388048"/>
                </a:lnTo>
                <a:cubicBezTo>
                  <a:pt x="4902351" y="2387633"/>
                  <a:pt x="4902352" y="2387052"/>
                  <a:pt x="4902600" y="2386637"/>
                </a:cubicBezTo>
                <a:lnTo>
                  <a:pt x="4912570" y="2369356"/>
                </a:lnTo>
                <a:cubicBezTo>
                  <a:pt x="4912820" y="2368941"/>
                  <a:pt x="4913318" y="2368691"/>
                  <a:pt x="4913817" y="2368692"/>
                </a:cubicBezTo>
                <a:lnTo>
                  <a:pt x="4933756" y="2368691"/>
                </a:lnTo>
                <a:cubicBezTo>
                  <a:pt x="4934254" y="2368692"/>
                  <a:pt x="4934753" y="2368940"/>
                  <a:pt x="4935001" y="2369356"/>
                </a:cubicBezTo>
                <a:lnTo>
                  <a:pt x="4944971" y="2386637"/>
                </a:lnTo>
                <a:cubicBezTo>
                  <a:pt x="4945221" y="2387052"/>
                  <a:pt x="4945221" y="2387633"/>
                  <a:pt x="4944971" y="2388048"/>
                </a:cubicBezTo>
                <a:lnTo>
                  <a:pt x="4935001" y="2405329"/>
                </a:lnTo>
                <a:cubicBezTo>
                  <a:pt x="4934753" y="2405744"/>
                  <a:pt x="4934254" y="2405994"/>
                  <a:pt x="4933756" y="2405993"/>
                </a:cubicBezTo>
                <a:close/>
                <a:moveTo>
                  <a:pt x="2085002" y="1648118"/>
                </a:moveTo>
                <a:cubicBezTo>
                  <a:pt x="2084503" y="1648118"/>
                  <a:pt x="2084005" y="1647786"/>
                  <a:pt x="2083756" y="1647370"/>
                </a:cubicBezTo>
                <a:lnTo>
                  <a:pt x="2073786" y="1630007"/>
                </a:lnTo>
                <a:cubicBezTo>
                  <a:pt x="2073537" y="1629591"/>
                  <a:pt x="2073537" y="1629010"/>
                  <a:pt x="2073786" y="1628594"/>
                </a:cubicBezTo>
                <a:lnTo>
                  <a:pt x="2083839" y="1611231"/>
                </a:lnTo>
                <a:cubicBezTo>
                  <a:pt x="2084088" y="1610732"/>
                  <a:pt x="2084586" y="1610483"/>
                  <a:pt x="2085085" y="1610483"/>
                </a:cubicBezTo>
                <a:lnTo>
                  <a:pt x="2105107" y="1610483"/>
                </a:lnTo>
                <a:cubicBezTo>
                  <a:pt x="2105606" y="1610483"/>
                  <a:pt x="2106103" y="1610815"/>
                  <a:pt x="2106353" y="1611231"/>
                </a:cubicBezTo>
                <a:lnTo>
                  <a:pt x="2116323" y="1628594"/>
                </a:lnTo>
                <a:cubicBezTo>
                  <a:pt x="2116572" y="1629010"/>
                  <a:pt x="2116572" y="1629591"/>
                  <a:pt x="2116323" y="1630007"/>
                </a:cubicBezTo>
                <a:lnTo>
                  <a:pt x="2106270" y="1647370"/>
                </a:lnTo>
                <a:cubicBezTo>
                  <a:pt x="2106021" y="1647869"/>
                  <a:pt x="2105522" y="1648118"/>
                  <a:pt x="2105024" y="1648118"/>
                </a:cubicBezTo>
                <a:close/>
                <a:moveTo>
                  <a:pt x="5635990" y="2599686"/>
                </a:moveTo>
                <a:cubicBezTo>
                  <a:pt x="5635491" y="2599686"/>
                  <a:pt x="5634993" y="2599354"/>
                  <a:pt x="5634743" y="2598938"/>
                </a:cubicBezTo>
                <a:lnTo>
                  <a:pt x="5624691" y="2581492"/>
                </a:lnTo>
                <a:cubicBezTo>
                  <a:pt x="5624442" y="2581076"/>
                  <a:pt x="5624442" y="2580495"/>
                  <a:pt x="5624691" y="2580079"/>
                </a:cubicBezTo>
                <a:lnTo>
                  <a:pt x="5634743" y="2562633"/>
                </a:lnTo>
                <a:cubicBezTo>
                  <a:pt x="5634993" y="2562134"/>
                  <a:pt x="5635491" y="2561885"/>
                  <a:pt x="5635990" y="2561885"/>
                </a:cubicBezTo>
                <a:lnTo>
                  <a:pt x="5656095" y="2561885"/>
                </a:lnTo>
                <a:cubicBezTo>
                  <a:pt x="5656593" y="2561885"/>
                  <a:pt x="5657092" y="2562217"/>
                  <a:pt x="5657342" y="2562633"/>
                </a:cubicBezTo>
                <a:lnTo>
                  <a:pt x="5667394" y="2580079"/>
                </a:lnTo>
                <a:cubicBezTo>
                  <a:pt x="5667643" y="2580495"/>
                  <a:pt x="5667643" y="2581076"/>
                  <a:pt x="5667394" y="2581492"/>
                </a:cubicBezTo>
                <a:lnTo>
                  <a:pt x="5657341" y="2598938"/>
                </a:lnTo>
                <a:cubicBezTo>
                  <a:pt x="5657092" y="2599437"/>
                  <a:pt x="5656593" y="2599686"/>
                  <a:pt x="5656096" y="2599686"/>
                </a:cubicBezTo>
                <a:close/>
                <a:moveTo>
                  <a:pt x="2205373" y="1680455"/>
                </a:moveTo>
                <a:cubicBezTo>
                  <a:pt x="2204875" y="1680455"/>
                  <a:pt x="2204376" y="1680123"/>
                  <a:pt x="2204128" y="1679707"/>
                </a:cubicBezTo>
                <a:lnTo>
                  <a:pt x="2194075" y="1662261"/>
                </a:lnTo>
                <a:cubicBezTo>
                  <a:pt x="2193827" y="1661845"/>
                  <a:pt x="2193827" y="1661264"/>
                  <a:pt x="2194076" y="1660848"/>
                </a:cubicBezTo>
                <a:lnTo>
                  <a:pt x="2204127" y="1643402"/>
                </a:lnTo>
                <a:cubicBezTo>
                  <a:pt x="2204377" y="1642903"/>
                  <a:pt x="2204876" y="1642654"/>
                  <a:pt x="2205374" y="1642654"/>
                </a:cubicBezTo>
                <a:lnTo>
                  <a:pt x="2225480" y="1642654"/>
                </a:lnTo>
                <a:cubicBezTo>
                  <a:pt x="2225978" y="1642654"/>
                  <a:pt x="2226476" y="1642986"/>
                  <a:pt x="2226726" y="1643402"/>
                </a:cubicBezTo>
                <a:lnTo>
                  <a:pt x="2236778" y="1660848"/>
                </a:lnTo>
                <a:cubicBezTo>
                  <a:pt x="2237027" y="1661264"/>
                  <a:pt x="2237028" y="1661845"/>
                  <a:pt x="2236779" y="1662261"/>
                </a:cubicBezTo>
                <a:lnTo>
                  <a:pt x="2226726" y="1679707"/>
                </a:lnTo>
                <a:cubicBezTo>
                  <a:pt x="2226476" y="1680206"/>
                  <a:pt x="2225977" y="1680455"/>
                  <a:pt x="2225480" y="1680455"/>
                </a:cubicBezTo>
                <a:close/>
                <a:moveTo>
                  <a:pt x="2325746" y="1712709"/>
                </a:moveTo>
                <a:cubicBezTo>
                  <a:pt x="2325248" y="1712709"/>
                  <a:pt x="2324749" y="1712377"/>
                  <a:pt x="2324500" y="1711961"/>
                </a:cubicBezTo>
                <a:lnTo>
                  <a:pt x="2314448" y="1694515"/>
                </a:lnTo>
                <a:cubicBezTo>
                  <a:pt x="2314199" y="1694099"/>
                  <a:pt x="2314199" y="1693518"/>
                  <a:pt x="2314448" y="1693102"/>
                </a:cubicBezTo>
                <a:lnTo>
                  <a:pt x="2324500" y="1675656"/>
                </a:lnTo>
                <a:cubicBezTo>
                  <a:pt x="2324749" y="1675157"/>
                  <a:pt x="2325248" y="1674908"/>
                  <a:pt x="2325746" y="1674908"/>
                </a:cubicBezTo>
                <a:lnTo>
                  <a:pt x="2345852" y="1674908"/>
                </a:lnTo>
                <a:cubicBezTo>
                  <a:pt x="2346350" y="1674908"/>
                  <a:pt x="2346849" y="1675240"/>
                  <a:pt x="2347098" y="1675656"/>
                </a:cubicBezTo>
                <a:lnTo>
                  <a:pt x="2357151" y="1693102"/>
                </a:lnTo>
                <a:cubicBezTo>
                  <a:pt x="2357400" y="1693518"/>
                  <a:pt x="2357400" y="1694099"/>
                  <a:pt x="2357151" y="1694515"/>
                </a:cubicBezTo>
                <a:lnTo>
                  <a:pt x="2347098" y="1711961"/>
                </a:lnTo>
                <a:cubicBezTo>
                  <a:pt x="2346849" y="1712460"/>
                  <a:pt x="2346350" y="1712709"/>
                  <a:pt x="2345852" y="1712709"/>
                </a:cubicBezTo>
                <a:close/>
                <a:moveTo>
                  <a:pt x="4251624" y="2228850"/>
                </a:moveTo>
                <a:cubicBezTo>
                  <a:pt x="4251125" y="2228850"/>
                  <a:pt x="4250627" y="2228518"/>
                  <a:pt x="4250378" y="2228103"/>
                </a:cubicBezTo>
                <a:lnTo>
                  <a:pt x="4240242" y="2210573"/>
                </a:lnTo>
                <a:cubicBezTo>
                  <a:pt x="4239993" y="2210157"/>
                  <a:pt x="4239993" y="2209576"/>
                  <a:pt x="4240242" y="2209161"/>
                </a:cubicBezTo>
                <a:lnTo>
                  <a:pt x="4250378" y="2191631"/>
                </a:lnTo>
                <a:cubicBezTo>
                  <a:pt x="4250627" y="2191132"/>
                  <a:pt x="4251125" y="2190883"/>
                  <a:pt x="4251624" y="2190883"/>
                </a:cubicBezTo>
                <a:lnTo>
                  <a:pt x="4271895" y="2190883"/>
                </a:lnTo>
                <a:cubicBezTo>
                  <a:pt x="4272394" y="2190883"/>
                  <a:pt x="4272892" y="2191215"/>
                  <a:pt x="4273141" y="2191631"/>
                </a:cubicBezTo>
                <a:lnTo>
                  <a:pt x="4283277" y="2209161"/>
                </a:lnTo>
                <a:cubicBezTo>
                  <a:pt x="4283526" y="2209576"/>
                  <a:pt x="4283526" y="2210157"/>
                  <a:pt x="4283277" y="2210573"/>
                </a:cubicBezTo>
                <a:lnTo>
                  <a:pt x="4273141" y="2228103"/>
                </a:lnTo>
                <a:cubicBezTo>
                  <a:pt x="4272892" y="2228601"/>
                  <a:pt x="4272394" y="2228850"/>
                  <a:pt x="4271895" y="2228850"/>
                </a:cubicBezTo>
                <a:close/>
                <a:moveTo>
                  <a:pt x="2385767" y="1729001"/>
                </a:moveTo>
                <a:cubicBezTo>
                  <a:pt x="2385268" y="1729001"/>
                  <a:pt x="2384770" y="1728669"/>
                  <a:pt x="2384521" y="1728254"/>
                </a:cubicBezTo>
                <a:lnTo>
                  <a:pt x="2374385" y="1710641"/>
                </a:lnTo>
                <a:cubicBezTo>
                  <a:pt x="2374136" y="1710226"/>
                  <a:pt x="2374136" y="1709644"/>
                  <a:pt x="2374385" y="1709229"/>
                </a:cubicBezTo>
                <a:lnTo>
                  <a:pt x="2384604" y="1691616"/>
                </a:lnTo>
                <a:cubicBezTo>
                  <a:pt x="2384853" y="1691117"/>
                  <a:pt x="2385351" y="1690867"/>
                  <a:pt x="2385850" y="1690868"/>
                </a:cubicBezTo>
                <a:lnTo>
                  <a:pt x="2406204" y="1690868"/>
                </a:lnTo>
                <a:cubicBezTo>
                  <a:pt x="2406703" y="1690868"/>
                  <a:pt x="2407201" y="1691200"/>
                  <a:pt x="2407451" y="1691616"/>
                </a:cubicBezTo>
                <a:lnTo>
                  <a:pt x="2417586" y="1709229"/>
                </a:lnTo>
                <a:cubicBezTo>
                  <a:pt x="2417835" y="1709644"/>
                  <a:pt x="2417835" y="1710226"/>
                  <a:pt x="2417586" y="1710641"/>
                </a:cubicBezTo>
                <a:lnTo>
                  <a:pt x="2407367" y="1728254"/>
                </a:lnTo>
                <a:cubicBezTo>
                  <a:pt x="2407118" y="1728752"/>
                  <a:pt x="2406620" y="1729001"/>
                  <a:pt x="2406121" y="1729001"/>
                </a:cubicBezTo>
                <a:close/>
                <a:moveTo>
                  <a:pt x="2145000" y="1664656"/>
                </a:moveTo>
                <a:cubicBezTo>
                  <a:pt x="2144502" y="1664656"/>
                  <a:pt x="2144003" y="1664324"/>
                  <a:pt x="2143754" y="1663909"/>
                </a:cubicBezTo>
                <a:lnTo>
                  <a:pt x="2133535" y="1646213"/>
                </a:lnTo>
                <a:cubicBezTo>
                  <a:pt x="2133286" y="1645797"/>
                  <a:pt x="2133286" y="1645216"/>
                  <a:pt x="2133535" y="1644801"/>
                </a:cubicBezTo>
                <a:lnTo>
                  <a:pt x="2143754" y="1627105"/>
                </a:lnTo>
                <a:cubicBezTo>
                  <a:pt x="2144003" y="1626606"/>
                  <a:pt x="2144502" y="1626357"/>
                  <a:pt x="2145000" y="1626357"/>
                </a:cubicBezTo>
                <a:lnTo>
                  <a:pt x="2165437" y="1626357"/>
                </a:lnTo>
                <a:cubicBezTo>
                  <a:pt x="2165936" y="1626357"/>
                  <a:pt x="2166434" y="1626689"/>
                  <a:pt x="2166684" y="1627105"/>
                </a:cubicBezTo>
                <a:lnTo>
                  <a:pt x="2176902" y="1644801"/>
                </a:lnTo>
                <a:cubicBezTo>
                  <a:pt x="2177152" y="1645216"/>
                  <a:pt x="2177152" y="1645797"/>
                  <a:pt x="2176902" y="1646213"/>
                </a:cubicBezTo>
                <a:lnTo>
                  <a:pt x="2166684" y="1663909"/>
                </a:lnTo>
                <a:cubicBezTo>
                  <a:pt x="2166434" y="1664407"/>
                  <a:pt x="2165936" y="1664656"/>
                  <a:pt x="2165437" y="1664656"/>
                </a:cubicBezTo>
                <a:close/>
                <a:moveTo>
                  <a:pt x="2265291" y="1696983"/>
                </a:moveTo>
                <a:cubicBezTo>
                  <a:pt x="2264793" y="1696983"/>
                  <a:pt x="2264294" y="1696650"/>
                  <a:pt x="2264045" y="1696235"/>
                </a:cubicBezTo>
                <a:lnTo>
                  <a:pt x="2253743" y="1678456"/>
                </a:lnTo>
                <a:cubicBezTo>
                  <a:pt x="2253494" y="1678041"/>
                  <a:pt x="2253494" y="1677459"/>
                  <a:pt x="2253743" y="1677044"/>
                </a:cubicBezTo>
                <a:lnTo>
                  <a:pt x="2264045" y="1659265"/>
                </a:lnTo>
                <a:cubicBezTo>
                  <a:pt x="2264295" y="1658766"/>
                  <a:pt x="2264793" y="1658517"/>
                  <a:pt x="2265291" y="1658517"/>
                </a:cubicBezTo>
                <a:lnTo>
                  <a:pt x="2285812" y="1658517"/>
                </a:lnTo>
                <a:cubicBezTo>
                  <a:pt x="2286310" y="1658517"/>
                  <a:pt x="2286808" y="1658849"/>
                  <a:pt x="2287059" y="1659265"/>
                </a:cubicBezTo>
                <a:lnTo>
                  <a:pt x="2297361" y="1677044"/>
                </a:lnTo>
                <a:cubicBezTo>
                  <a:pt x="2297609" y="1677459"/>
                  <a:pt x="2297610" y="1678041"/>
                  <a:pt x="2297360" y="1678456"/>
                </a:cubicBezTo>
                <a:lnTo>
                  <a:pt x="2287059" y="1696235"/>
                </a:lnTo>
                <a:cubicBezTo>
                  <a:pt x="2286808" y="1696733"/>
                  <a:pt x="2286310" y="1696983"/>
                  <a:pt x="2285812" y="1696983"/>
                </a:cubicBezTo>
                <a:close/>
                <a:moveTo>
                  <a:pt x="5033858" y="2438818"/>
                </a:moveTo>
                <a:cubicBezTo>
                  <a:pt x="5033359" y="2438818"/>
                  <a:pt x="5032861" y="2438485"/>
                  <a:pt x="5032612" y="2438070"/>
                </a:cubicBezTo>
                <a:lnTo>
                  <a:pt x="5022310" y="2420291"/>
                </a:lnTo>
                <a:cubicBezTo>
                  <a:pt x="5022061" y="2419876"/>
                  <a:pt x="5022061" y="2419295"/>
                  <a:pt x="5022310" y="2418879"/>
                </a:cubicBezTo>
                <a:lnTo>
                  <a:pt x="5032612" y="2401100"/>
                </a:lnTo>
                <a:cubicBezTo>
                  <a:pt x="5032861" y="2400601"/>
                  <a:pt x="5033359" y="2400352"/>
                  <a:pt x="5033858" y="2400352"/>
                </a:cubicBezTo>
                <a:lnTo>
                  <a:pt x="5054378" y="2400352"/>
                </a:lnTo>
                <a:cubicBezTo>
                  <a:pt x="5054877" y="2400352"/>
                  <a:pt x="5055375" y="2400684"/>
                  <a:pt x="5055625" y="2401100"/>
                </a:cubicBezTo>
                <a:lnTo>
                  <a:pt x="5065926" y="2418879"/>
                </a:lnTo>
                <a:cubicBezTo>
                  <a:pt x="5066176" y="2419294"/>
                  <a:pt x="5066176" y="2419876"/>
                  <a:pt x="5065926" y="2420291"/>
                </a:cubicBezTo>
                <a:lnTo>
                  <a:pt x="5055625" y="2438071"/>
                </a:lnTo>
                <a:cubicBezTo>
                  <a:pt x="5055375" y="2438568"/>
                  <a:pt x="5054877" y="2438818"/>
                  <a:pt x="5054378" y="2438819"/>
                </a:cubicBezTo>
                <a:close/>
                <a:moveTo>
                  <a:pt x="5214416" y="2487199"/>
                </a:moveTo>
                <a:cubicBezTo>
                  <a:pt x="5213917" y="2487199"/>
                  <a:pt x="5213419" y="2486866"/>
                  <a:pt x="5213171" y="2486451"/>
                </a:cubicBezTo>
                <a:lnTo>
                  <a:pt x="5202869" y="2468672"/>
                </a:lnTo>
                <a:cubicBezTo>
                  <a:pt x="5202619" y="2468257"/>
                  <a:pt x="5202620" y="2467675"/>
                  <a:pt x="5202869" y="2467260"/>
                </a:cubicBezTo>
                <a:lnTo>
                  <a:pt x="5213171" y="2449481"/>
                </a:lnTo>
                <a:cubicBezTo>
                  <a:pt x="5213419" y="2448982"/>
                  <a:pt x="5213917" y="2448733"/>
                  <a:pt x="5214416" y="2448733"/>
                </a:cubicBezTo>
                <a:lnTo>
                  <a:pt x="5234937" y="2448733"/>
                </a:lnTo>
                <a:cubicBezTo>
                  <a:pt x="5235436" y="2448733"/>
                  <a:pt x="5235933" y="2449065"/>
                  <a:pt x="5236183" y="2449481"/>
                </a:cubicBezTo>
                <a:lnTo>
                  <a:pt x="5246484" y="2467260"/>
                </a:lnTo>
                <a:cubicBezTo>
                  <a:pt x="5246735" y="2467675"/>
                  <a:pt x="5246734" y="2468257"/>
                  <a:pt x="5246484" y="2468672"/>
                </a:cubicBezTo>
                <a:lnTo>
                  <a:pt x="5236183" y="2486451"/>
                </a:lnTo>
                <a:cubicBezTo>
                  <a:pt x="5235933" y="2486949"/>
                  <a:pt x="5235436" y="2487199"/>
                  <a:pt x="5234937" y="2487199"/>
                </a:cubicBezTo>
                <a:close/>
                <a:moveTo>
                  <a:pt x="5515348" y="2567833"/>
                </a:moveTo>
                <a:cubicBezTo>
                  <a:pt x="5514849" y="2567833"/>
                  <a:pt x="5514351" y="2567500"/>
                  <a:pt x="5514102" y="2567085"/>
                </a:cubicBezTo>
                <a:lnTo>
                  <a:pt x="5503800" y="2549306"/>
                </a:lnTo>
                <a:cubicBezTo>
                  <a:pt x="5503551" y="2548891"/>
                  <a:pt x="5503551" y="2548309"/>
                  <a:pt x="5503800" y="2547894"/>
                </a:cubicBezTo>
                <a:lnTo>
                  <a:pt x="5514102" y="2530115"/>
                </a:lnTo>
                <a:cubicBezTo>
                  <a:pt x="5514351" y="2529616"/>
                  <a:pt x="5514849" y="2529367"/>
                  <a:pt x="5515348" y="2529367"/>
                </a:cubicBezTo>
                <a:lnTo>
                  <a:pt x="5535868" y="2529367"/>
                </a:lnTo>
                <a:cubicBezTo>
                  <a:pt x="5536367" y="2529367"/>
                  <a:pt x="5536865" y="2529699"/>
                  <a:pt x="5537115" y="2530115"/>
                </a:cubicBezTo>
                <a:lnTo>
                  <a:pt x="5547416" y="2547894"/>
                </a:lnTo>
                <a:cubicBezTo>
                  <a:pt x="5547666" y="2548309"/>
                  <a:pt x="5547666" y="2548891"/>
                  <a:pt x="5547416" y="2549306"/>
                </a:cubicBezTo>
                <a:lnTo>
                  <a:pt x="5537115" y="2567085"/>
                </a:lnTo>
                <a:cubicBezTo>
                  <a:pt x="5536865" y="2567583"/>
                  <a:pt x="5536367" y="2567833"/>
                  <a:pt x="5535868" y="2567833"/>
                </a:cubicBezTo>
                <a:close/>
                <a:moveTo>
                  <a:pt x="5154239" y="2471178"/>
                </a:moveTo>
                <a:cubicBezTo>
                  <a:pt x="5153740" y="2471178"/>
                  <a:pt x="5153242" y="2470846"/>
                  <a:pt x="5152993" y="2470430"/>
                </a:cubicBezTo>
                <a:lnTo>
                  <a:pt x="5142691" y="2452568"/>
                </a:lnTo>
                <a:cubicBezTo>
                  <a:pt x="5142441" y="2452070"/>
                  <a:pt x="5142442" y="2451488"/>
                  <a:pt x="5142690" y="2451073"/>
                </a:cubicBezTo>
                <a:lnTo>
                  <a:pt x="5152993" y="2433211"/>
                </a:lnTo>
                <a:cubicBezTo>
                  <a:pt x="5153242" y="2432712"/>
                  <a:pt x="5153740" y="2432463"/>
                  <a:pt x="5154239" y="2432463"/>
                </a:cubicBezTo>
                <a:lnTo>
                  <a:pt x="5174925" y="2432463"/>
                </a:lnTo>
                <a:cubicBezTo>
                  <a:pt x="5175423" y="2432463"/>
                  <a:pt x="5175922" y="2432795"/>
                  <a:pt x="5176172" y="2433211"/>
                </a:cubicBezTo>
                <a:lnTo>
                  <a:pt x="5186474" y="2451073"/>
                </a:lnTo>
                <a:cubicBezTo>
                  <a:pt x="5186722" y="2451571"/>
                  <a:pt x="5186722" y="2452153"/>
                  <a:pt x="5186474" y="2452568"/>
                </a:cubicBezTo>
                <a:lnTo>
                  <a:pt x="5176172" y="2470430"/>
                </a:lnTo>
                <a:cubicBezTo>
                  <a:pt x="5175922" y="2470928"/>
                  <a:pt x="5175423" y="2471178"/>
                  <a:pt x="5174925" y="2471178"/>
                </a:cubicBezTo>
                <a:close/>
                <a:moveTo>
                  <a:pt x="5274611" y="2503432"/>
                </a:moveTo>
                <a:cubicBezTo>
                  <a:pt x="5274112" y="2503432"/>
                  <a:pt x="5273614" y="2503100"/>
                  <a:pt x="5273365" y="2502684"/>
                </a:cubicBezTo>
                <a:lnTo>
                  <a:pt x="5263063" y="2484822"/>
                </a:lnTo>
                <a:cubicBezTo>
                  <a:pt x="5262814" y="2484324"/>
                  <a:pt x="5262814" y="2483742"/>
                  <a:pt x="5263063" y="2483327"/>
                </a:cubicBezTo>
                <a:lnTo>
                  <a:pt x="5273365" y="2465465"/>
                </a:lnTo>
                <a:cubicBezTo>
                  <a:pt x="5273614" y="2464966"/>
                  <a:pt x="5274112" y="2464717"/>
                  <a:pt x="5274611" y="2464717"/>
                </a:cubicBezTo>
                <a:lnTo>
                  <a:pt x="5295298" y="2464717"/>
                </a:lnTo>
                <a:cubicBezTo>
                  <a:pt x="5295796" y="2464717"/>
                  <a:pt x="5296295" y="2465049"/>
                  <a:pt x="5296544" y="2465465"/>
                </a:cubicBezTo>
                <a:lnTo>
                  <a:pt x="5306846" y="2483327"/>
                </a:lnTo>
                <a:cubicBezTo>
                  <a:pt x="5307095" y="2483825"/>
                  <a:pt x="5307095" y="2484407"/>
                  <a:pt x="5306846" y="2484822"/>
                </a:cubicBezTo>
                <a:lnTo>
                  <a:pt x="5296544" y="2502684"/>
                </a:lnTo>
                <a:cubicBezTo>
                  <a:pt x="5296295" y="2503182"/>
                  <a:pt x="5295796" y="2503432"/>
                  <a:pt x="5295298" y="2503432"/>
                </a:cubicBezTo>
                <a:close/>
                <a:moveTo>
                  <a:pt x="2445776" y="1745543"/>
                </a:moveTo>
                <a:cubicBezTo>
                  <a:pt x="2445277" y="1745543"/>
                  <a:pt x="2444779" y="1745211"/>
                  <a:pt x="2444530" y="1744795"/>
                </a:cubicBezTo>
                <a:lnTo>
                  <a:pt x="2434145" y="1726850"/>
                </a:lnTo>
                <a:cubicBezTo>
                  <a:pt x="2433896" y="1726352"/>
                  <a:pt x="2433896" y="1725770"/>
                  <a:pt x="2434145" y="1725355"/>
                </a:cubicBezTo>
                <a:lnTo>
                  <a:pt x="2444530" y="1707410"/>
                </a:lnTo>
                <a:cubicBezTo>
                  <a:pt x="2444779" y="1706911"/>
                  <a:pt x="2445277" y="1706662"/>
                  <a:pt x="2445776" y="1706662"/>
                </a:cubicBezTo>
                <a:lnTo>
                  <a:pt x="2466546" y="1706662"/>
                </a:lnTo>
                <a:cubicBezTo>
                  <a:pt x="2467044" y="1706662"/>
                  <a:pt x="2467543" y="1706994"/>
                  <a:pt x="2467792" y="1707410"/>
                </a:cubicBezTo>
                <a:lnTo>
                  <a:pt x="2478177" y="1725355"/>
                </a:lnTo>
                <a:cubicBezTo>
                  <a:pt x="2478426" y="1725853"/>
                  <a:pt x="2478426" y="1726435"/>
                  <a:pt x="2478177" y="1726850"/>
                </a:cubicBezTo>
                <a:lnTo>
                  <a:pt x="2467792" y="1744795"/>
                </a:lnTo>
                <a:cubicBezTo>
                  <a:pt x="2467543" y="1745294"/>
                  <a:pt x="2467044" y="1745543"/>
                  <a:pt x="2466546" y="1745543"/>
                </a:cubicBezTo>
                <a:close/>
                <a:moveTo>
                  <a:pt x="2505963" y="1761670"/>
                </a:moveTo>
                <a:cubicBezTo>
                  <a:pt x="2505464" y="1761670"/>
                  <a:pt x="2504966" y="1761338"/>
                  <a:pt x="2504717" y="1760922"/>
                </a:cubicBezTo>
                <a:lnTo>
                  <a:pt x="2494332" y="1742977"/>
                </a:lnTo>
                <a:cubicBezTo>
                  <a:pt x="2494083" y="1742479"/>
                  <a:pt x="2494083" y="1741897"/>
                  <a:pt x="2494332" y="1741482"/>
                </a:cubicBezTo>
                <a:lnTo>
                  <a:pt x="2504717" y="1723537"/>
                </a:lnTo>
                <a:cubicBezTo>
                  <a:pt x="2504966" y="1723038"/>
                  <a:pt x="2505464" y="1722789"/>
                  <a:pt x="2505963" y="1722789"/>
                </a:cubicBezTo>
                <a:lnTo>
                  <a:pt x="2526733" y="1722789"/>
                </a:lnTo>
                <a:cubicBezTo>
                  <a:pt x="2527231" y="1722789"/>
                  <a:pt x="2527730" y="1723121"/>
                  <a:pt x="2527979" y="1723537"/>
                </a:cubicBezTo>
                <a:lnTo>
                  <a:pt x="2538364" y="1741482"/>
                </a:lnTo>
                <a:cubicBezTo>
                  <a:pt x="2538613" y="1741980"/>
                  <a:pt x="2538613" y="1742562"/>
                  <a:pt x="2538364" y="1742977"/>
                </a:cubicBezTo>
                <a:lnTo>
                  <a:pt x="2527979" y="1760922"/>
                </a:lnTo>
                <a:cubicBezTo>
                  <a:pt x="2527730" y="1761421"/>
                  <a:pt x="2527231" y="1761670"/>
                  <a:pt x="2526733" y="1761670"/>
                </a:cubicBezTo>
                <a:close/>
                <a:moveTo>
                  <a:pt x="2566149" y="1777797"/>
                </a:moveTo>
                <a:cubicBezTo>
                  <a:pt x="2565650" y="1777797"/>
                  <a:pt x="2565152" y="1777465"/>
                  <a:pt x="2564903" y="1777049"/>
                </a:cubicBezTo>
                <a:lnTo>
                  <a:pt x="2554518" y="1759104"/>
                </a:lnTo>
                <a:cubicBezTo>
                  <a:pt x="2554269" y="1758606"/>
                  <a:pt x="2554269" y="1758024"/>
                  <a:pt x="2554518" y="1757609"/>
                </a:cubicBezTo>
                <a:lnTo>
                  <a:pt x="2564903" y="1739664"/>
                </a:lnTo>
                <a:cubicBezTo>
                  <a:pt x="2565152" y="1739165"/>
                  <a:pt x="2565650" y="1738916"/>
                  <a:pt x="2566149" y="1738916"/>
                </a:cubicBezTo>
                <a:lnTo>
                  <a:pt x="2586919" y="1738916"/>
                </a:lnTo>
                <a:cubicBezTo>
                  <a:pt x="2587417" y="1738916"/>
                  <a:pt x="2587916" y="1739248"/>
                  <a:pt x="2588165" y="1739664"/>
                </a:cubicBezTo>
                <a:lnTo>
                  <a:pt x="2598550" y="1757609"/>
                </a:lnTo>
                <a:cubicBezTo>
                  <a:pt x="2598799" y="1758107"/>
                  <a:pt x="2598799" y="1758689"/>
                  <a:pt x="2598550" y="1759104"/>
                </a:cubicBezTo>
                <a:lnTo>
                  <a:pt x="2588165" y="1777049"/>
                </a:lnTo>
                <a:cubicBezTo>
                  <a:pt x="2587916" y="1777548"/>
                  <a:pt x="2587417" y="1777797"/>
                  <a:pt x="2586919" y="1777797"/>
                </a:cubicBezTo>
                <a:close/>
                <a:moveTo>
                  <a:pt x="2626335" y="1793923"/>
                </a:moveTo>
                <a:cubicBezTo>
                  <a:pt x="2625836" y="1793923"/>
                  <a:pt x="2625337" y="1793592"/>
                  <a:pt x="2625089" y="1793175"/>
                </a:cubicBezTo>
                <a:lnTo>
                  <a:pt x="2614704" y="1775230"/>
                </a:lnTo>
                <a:cubicBezTo>
                  <a:pt x="2614455" y="1774732"/>
                  <a:pt x="2614454" y="1774150"/>
                  <a:pt x="2614704" y="1773735"/>
                </a:cubicBezTo>
                <a:lnTo>
                  <a:pt x="2625089" y="1755790"/>
                </a:lnTo>
                <a:cubicBezTo>
                  <a:pt x="2625338" y="1755292"/>
                  <a:pt x="2625836" y="1755042"/>
                  <a:pt x="2626335" y="1755042"/>
                </a:cubicBezTo>
                <a:lnTo>
                  <a:pt x="2647104" y="1755042"/>
                </a:lnTo>
                <a:cubicBezTo>
                  <a:pt x="2647602" y="1755042"/>
                  <a:pt x="2648101" y="1755374"/>
                  <a:pt x="2648351" y="1755791"/>
                </a:cubicBezTo>
                <a:lnTo>
                  <a:pt x="2658736" y="1773736"/>
                </a:lnTo>
                <a:cubicBezTo>
                  <a:pt x="2658985" y="1774233"/>
                  <a:pt x="2658985" y="1774815"/>
                  <a:pt x="2658736" y="1775230"/>
                </a:cubicBezTo>
                <a:lnTo>
                  <a:pt x="2648351" y="1793175"/>
                </a:lnTo>
                <a:cubicBezTo>
                  <a:pt x="2648102" y="1793674"/>
                  <a:pt x="2647603" y="1793923"/>
                  <a:pt x="2647105" y="1793923"/>
                </a:cubicBezTo>
                <a:close/>
                <a:moveTo>
                  <a:pt x="2806893" y="1842304"/>
                </a:moveTo>
                <a:cubicBezTo>
                  <a:pt x="2806394" y="1842304"/>
                  <a:pt x="2805896" y="1841972"/>
                  <a:pt x="2805647" y="1841556"/>
                </a:cubicBezTo>
                <a:lnTo>
                  <a:pt x="2795262" y="1823611"/>
                </a:lnTo>
                <a:cubicBezTo>
                  <a:pt x="2795013" y="1823113"/>
                  <a:pt x="2795013" y="1822531"/>
                  <a:pt x="2795262" y="1822116"/>
                </a:cubicBezTo>
                <a:lnTo>
                  <a:pt x="2805647" y="1804171"/>
                </a:lnTo>
                <a:cubicBezTo>
                  <a:pt x="2805896" y="1803672"/>
                  <a:pt x="2806394" y="1803423"/>
                  <a:pt x="2806893" y="1803423"/>
                </a:cubicBezTo>
                <a:lnTo>
                  <a:pt x="2827663" y="1803423"/>
                </a:lnTo>
                <a:cubicBezTo>
                  <a:pt x="2828161" y="1803423"/>
                  <a:pt x="2828660" y="1803755"/>
                  <a:pt x="2828909" y="1804171"/>
                </a:cubicBezTo>
                <a:lnTo>
                  <a:pt x="2839294" y="1822116"/>
                </a:lnTo>
                <a:cubicBezTo>
                  <a:pt x="2839543" y="1822614"/>
                  <a:pt x="2839543" y="1823196"/>
                  <a:pt x="2839294" y="1823611"/>
                </a:cubicBezTo>
                <a:lnTo>
                  <a:pt x="2828909" y="1841556"/>
                </a:lnTo>
                <a:cubicBezTo>
                  <a:pt x="2828660" y="1842055"/>
                  <a:pt x="2828161" y="1842304"/>
                  <a:pt x="2827663" y="1842304"/>
                </a:cubicBezTo>
                <a:close/>
                <a:moveTo>
                  <a:pt x="4973598" y="2422871"/>
                </a:moveTo>
                <a:cubicBezTo>
                  <a:pt x="4973099" y="2422871"/>
                  <a:pt x="4972601" y="2422539"/>
                  <a:pt x="4972352" y="2422123"/>
                </a:cubicBezTo>
                <a:lnTo>
                  <a:pt x="4961967" y="2404178"/>
                </a:lnTo>
                <a:cubicBezTo>
                  <a:pt x="4961718" y="2403680"/>
                  <a:pt x="4961718" y="2403098"/>
                  <a:pt x="4961967" y="2402683"/>
                </a:cubicBezTo>
                <a:lnTo>
                  <a:pt x="4972352" y="2384738"/>
                </a:lnTo>
                <a:cubicBezTo>
                  <a:pt x="4972601" y="2384239"/>
                  <a:pt x="4973099" y="2383990"/>
                  <a:pt x="4973598" y="2383990"/>
                </a:cubicBezTo>
                <a:lnTo>
                  <a:pt x="4994368" y="2383990"/>
                </a:lnTo>
                <a:cubicBezTo>
                  <a:pt x="4994866" y="2383990"/>
                  <a:pt x="4995365" y="2384322"/>
                  <a:pt x="4995614" y="2384738"/>
                </a:cubicBezTo>
                <a:lnTo>
                  <a:pt x="5005999" y="2402683"/>
                </a:lnTo>
                <a:cubicBezTo>
                  <a:pt x="5006248" y="2403181"/>
                  <a:pt x="5006248" y="2403763"/>
                  <a:pt x="5005999" y="2404178"/>
                </a:cubicBezTo>
                <a:lnTo>
                  <a:pt x="4995614" y="2422123"/>
                </a:lnTo>
                <a:cubicBezTo>
                  <a:pt x="4995365" y="2422622"/>
                  <a:pt x="4994866" y="2422871"/>
                  <a:pt x="4994368" y="2422871"/>
                </a:cubicBezTo>
                <a:close/>
                <a:moveTo>
                  <a:pt x="5093971" y="2455125"/>
                </a:moveTo>
                <a:cubicBezTo>
                  <a:pt x="5093472" y="2455125"/>
                  <a:pt x="5092974" y="2454793"/>
                  <a:pt x="5092725" y="2454377"/>
                </a:cubicBezTo>
                <a:lnTo>
                  <a:pt x="5082340" y="2436432"/>
                </a:lnTo>
                <a:cubicBezTo>
                  <a:pt x="5082091" y="2435934"/>
                  <a:pt x="5082091" y="2435351"/>
                  <a:pt x="5082340" y="2434937"/>
                </a:cubicBezTo>
                <a:lnTo>
                  <a:pt x="5092725" y="2416991"/>
                </a:lnTo>
                <a:cubicBezTo>
                  <a:pt x="5092974" y="2416493"/>
                  <a:pt x="5093472" y="2416244"/>
                  <a:pt x="5093971" y="2416243"/>
                </a:cubicBezTo>
                <a:lnTo>
                  <a:pt x="5114741" y="2416244"/>
                </a:lnTo>
                <a:cubicBezTo>
                  <a:pt x="5115239" y="2416243"/>
                  <a:pt x="5115738" y="2416575"/>
                  <a:pt x="5115987" y="2416992"/>
                </a:cubicBezTo>
                <a:lnTo>
                  <a:pt x="5126372" y="2434937"/>
                </a:lnTo>
                <a:cubicBezTo>
                  <a:pt x="5126621" y="2435435"/>
                  <a:pt x="5126621" y="2436017"/>
                  <a:pt x="5126372" y="2436432"/>
                </a:cubicBezTo>
                <a:lnTo>
                  <a:pt x="5115987" y="2454377"/>
                </a:lnTo>
                <a:cubicBezTo>
                  <a:pt x="5115738" y="2454876"/>
                  <a:pt x="5115239" y="2455125"/>
                  <a:pt x="5114741" y="2455124"/>
                </a:cubicBezTo>
                <a:close/>
                <a:moveTo>
                  <a:pt x="5394902" y="2535759"/>
                </a:moveTo>
                <a:cubicBezTo>
                  <a:pt x="5394403" y="2535759"/>
                  <a:pt x="5393905" y="2535427"/>
                  <a:pt x="5393656" y="2535011"/>
                </a:cubicBezTo>
                <a:lnTo>
                  <a:pt x="5383271" y="2517066"/>
                </a:lnTo>
                <a:cubicBezTo>
                  <a:pt x="5383022" y="2516568"/>
                  <a:pt x="5383022" y="2515986"/>
                  <a:pt x="5383271" y="2515571"/>
                </a:cubicBezTo>
                <a:lnTo>
                  <a:pt x="5393656" y="2497626"/>
                </a:lnTo>
                <a:cubicBezTo>
                  <a:pt x="5393905" y="2497127"/>
                  <a:pt x="5394403" y="2496878"/>
                  <a:pt x="5394902" y="2496878"/>
                </a:cubicBezTo>
                <a:lnTo>
                  <a:pt x="5415672" y="2496878"/>
                </a:lnTo>
                <a:cubicBezTo>
                  <a:pt x="5416170" y="2496878"/>
                  <a:pt x="5416669" y="2497210"/>
                  <a:pt x="5416918" y="2497626"/>
                </a:cubicBezTo>
                <a:lnTo>
                  <a:pt x="5427303" y="2515571"/>
                </a:lnTo>
                <a:cubicBezTo>
                  <a:pt x="5427552" y="2516069"/>
                  <a:pt x="5427552" y="2516651"/>
                  <a:pt x="5427303" y="2517066"/>
                </a:cubicBezTo>
                <a:lnTo>
                  <a:pt x="5416918" y="2535011"/>
                </a:lnTo>
                <a:cubicBezTo>
                  <a:pt x="5416669" y="2535510"/>
                  <a:pt x="5416170" y="2535759"/>
                  <a:pt x="5415672" y="2535759"/>
                </a:cubicBezTo>
                <a:close/>
                <a:moveTo>
                  <a:pt x="5455088" y="2551886"/>
                </a:moveTo>
                <a:cubicBezTo>
                  <a:pt x="5454590" y="2551886"/>
                  <a:pt x="5454091" y="2551554"/>
                  <a:pt x="5453842" y="2551138"/>
                </a:cubicBezTo>
                <a:lnTo>
                  <a:pt x="5443457" y="2533193"/>
                </a:lnTo>
                <a:cubicBezTo>
                  <a:pt x="5443208" y="2532695"/>
                  <a:pt x="5443208" y="2532113"/>
                  <a:pt x="5443457" y="2531698"/>
                </a:cubicBezTo>
                <a:lnTo>
                  <a:pt x="5453842" y="2513753"/>
                </a:lnTo>
                <a:cubicBezTo>
                  <a:pt x="5454091" y="2513254"/>
                  <a:pt x="5454590" y="2513005"/>
                  <a:pt x="5455088" y="2513005"/>
                </a:cubicBezTo>
                <a:lnTo>
                  <a:pt x="5475858" y="2513005"/>
                </a:lnTo>
                <a:cubicBezTo>
                  <a:pt x="5476356" y="2513005"/>
                  <a:pt x="5476855" y="2513337"/>
                  <a:pt x="5477104" y="2513753"/>
                </a:cubicBezTo>
                <a:lnTo>
                  <a:pt x="5487489" y="2531698"/>
                </a:lnTo>
                <a:cubicBezTo>
                  <a:pt x="5487738" y="2532196"/>
                  <a:pt x="5487738" y="2532778"/>
                  <a:pt x="5487489" y="2533193"/>
                </a:cubicBezTo>
                <a:lnTo>
                  <a:pt x="5477104" y="2551138"/>
                </a:lnTo>
                <a:cubicBezTo>
                  <a:pt x="5476855" y="2551637"/>
                  <a:pt x="5476356" y="2551886"/>
                  <a:pt x="5475858" y="2551885"/>
                </a:cubicBezTo>
                <a:close/>
                <a:moveTo>
                  <a:pt x="2746623" y="1826259"/>
                </a:moveTo>
                <a:cubicBezTo>
                  <a:pt x="2746124" y="1826259"/>
                  <a:pt x="2745627" y="1825927"/>
                  <a:pt x="2745378" y="1825512"/>
                </a:cubicBezTo>
                <a:lnTo>
                  <a:pt x="2734992" y="1807483"/>
                </a:lnTo>
                <a:cubicBezTo>
                  <a:pt x="2734743" y="1806985"/>
                  <a:pt x="2734743" y="1806403"/>
                  <a:pt x="2734992" y="1805988"/>
                </a:cubicBezTo>
                <a:lnTo>
                  <a:pt x="2745461" y="1787960"/>
                </a:lnTo>
                <a:cubicBezTo>
                  <a:pt x="2745709" y="1787461"/>
                  <a:pt x="2746209" y="1787212"/>
                  <a:pt x="2746707" y="1787212"/>
                </a:cubicBezTo>
                <a:lnTo>
                  <a:pt x="2767560" y="1787212"/>
                </a:lnTo>
                <a:cubicBezTo>
                  <a:pt x="2768059" y="1787212"/>
                  <a:pt x="2768556" y="1787544"/>
                  <a:pt x="2768806" y="1787960"/>
                </a:cubicBezTo>
                <a:lnTo>
                  <a:pt x="2779190" y="1805988"/>
                </a:lnTo>
                <a:cubicBezTo>
                  <a:pt x="2779439" y="1806486"/>
                  <a:pt x="2779439" y="1807068"/>
                  <a:pt x="2779190" y="1807483"/>
                </a:cubicBezTo>
                <a:lnTo>
                  <a:pt x="2768723" y="1825512"/>
                </a:lnTo>
                <a:cubicBezTo>
                  <a:pt x="2768474" y="1826010"/>
                  <a:pt x="2767974" y="1826259"/>
                  <a:pt x="2767476" y="1826259"/>
                </a:cubicBezTo>
                <a:close/>
                <a:moveTo>
                  <a:pt x="5575377" y="2584221"/>
                </a:moveTo>
                <a:cubicBezTo>
                  <a:pt x="5574879" y="2584221"/>
                  <a:pt x="5574380" y="2583889"/>
                  <a:pt x="5574131" y="2583474"/>
                </a:cubicBezTo>
                <a:lnTo>
                  <a:pt x="5563746" y="2565445"/>
                </a:lnTo>
                <a:cubicBezTo>
                  <a:pt x="5563497" y="2564947"/>
                  <a:pt x="5563497" y="2564365"/>
                  <a:pt x="5563746" y="2563950"/>
                </a:cubicBezTo>
                <a:lnTo>
                  <a:pt x="5574214" y="2545922"/>
                </a:lnTo>
                <a:cubicBezTo>
                  <a:pt x="5574463" y="2545423"/>
                  <a:pt x="5574962" y="2545174"/>
                  <a:pt x="5575460" y="2545174"/>
                </a:cubicBezTo>
                <a:lnTo>
                  <a:pt x="5596313" y="2545174"/>
                </a:lnTo>
                <a:cubicBezTo>
                  <a:pt x="5596811" y="2545174"/>
                  <a:pt x="5597310" y="2545506"/>
                  <a:pt x="5597559" y="2545922"/>
                </a:cubicBezTo>
                <a:lnTo>
                  <a:pt x="5607944" y="2563950"/>
                </a:lnTo>
                <a:cubicBezTo>
                  <a:pt x="5608193" y="2564448"/>
                  <a:pt x="5608193" y="2565030"/>
                  <a:pt x="5607944" y="2565445"/>
                </a:cubicBezTo>
                <a:lnTo>
                  <a:pt x="5597476" y="2583474"/>
                </a:lnTo>
                <a:cubicBezTo>
                  <a:pt x="5597227" y="2583972"/>
                  <a:pt x="5596728" y="2584221"/>
                  <a:pt x="5596230" y="2584221"/>
                </a:cubicBezTo>
                <a:close/>
                <a:moveTo>
                  <a:pt x="5334631" y="2519797"/>
                </a:moveTo>
                <a:cubicBezTo>
                  <a:pt x="5334133" y="2519797"/>
                  <a:pt x="5333634" y="2519465"/>
                  <a:pt x="5333385" y="2519049"/>
                </a:cubicBezTo>
                <a:lnTo>
                  <a:pt x="5322917" y="2500938"/>
                </a:lnTo>
                <a:cubicBezTo>
                  <a:pt x="5322669" y="2500440"/>
                  <a:pt x="5322668" y="2499858"/>
                  <a:pt x="5322917" y="2499443"/>
                </a:cubicBezTo>
                <a:lnTo>
                  <a:pt x="5333385" y="2481332"/>
                </a:lnTo>
                <a:cubicBezTo>
                  <a:pt x="5333634" y="2480833"/>
                  <a:pt x="5334133" y="2480584"/>
                  <a:pt x="5334631" y="2480584"/>
                </a:cubicBezTo>
                <a:lnTo>
                  <a:pt x="5355567" y="2480584"/>
                </a:lnTo>
                <a:cubicBezTo>
                  <a:pt x="5356066" y="2480584"/>
                  <a:pt x="5356564" y="2480916"/>
                  <a:pt x="5356813" y="2481332"/>
                </a:cubicBezTo>
                <a:lnTo>
                  <a:pt x="5367281" y="2499443"/>
                </a:lnTo>
                <a:cubicBezTo>
                  <a:pt x="5367530" y="2499941"/>
                  <a:pt x="5367530" y="2500523"/>
                  <a:pt x="5367281" y="2500938"/>
                </a:cubicBezTo>
                <a:lnTo>
                  <a:pt x="5356813" y="2519049"/>
                </a:lnTo>
                <a:cubicBezTo>
                  <a:pt x="5356564" y="2519548"/>
                  <a:pt x="5356066" y="2519797"/>
                  <a:pt x="5355567" y="2519797"/>
                </a:cubicBezTo>
                <a:close/>
                <a:moveTo>
                  <a:pt x="5695750" y="2616558"/>
                </a:moveTo>
                <a:cubicBezTo>
                  <a:pt x="5695252" y="2616558"/>
                  <a:pt x="5694753" y="2616226"/>
                  <a:pt x="5694503" y="2615810"/>
                </a:cubicBezTo>
                <a:lnTo>
                  <a:pt x="5684035" y="2597699"/>
                </a:lnTo>
                <a:cubicBezTo>
                  <a:pt x="5683787" y="2597201"/>
                  <a:pt x="5683786" y="2596619"/>
                  <a:pt x="5684035" y="2596204"/>
                </a:cubicBezTo>
                <a:lnTo>
                  <a:pt x="5694504" y="2578093"/>
                </a:lnTo>
                <a:cubicBezTo>
                  <a:pt x="5694752" y="2577594"/>
                  <a:pt x="5695251" y="2577345"/>
                  <a:pt x="5695750" y="2577345"/>
                </a:cubicBezTo>
                <a:lnTo>
                  <a:pt x="5716686" y="2577345"/>
                </a:lnTo>
                <a:cubicBezTo>
                  <a:pt x="5717184" y="2577345"/>
                  <a:pt x="5717683" y="2577677"/>
                  <a:pt x="5717932" y="2578093"/>
                </a:cubicBezTo>
                <a:lnTo>
                  <a:pt x="5728400" y="2596204"/>
                </a:lnTo>
                <a:cubicBezTo>
                  <a:pt x="5728648" y="2596702"/>
                  <a:pt x="5728649" y="2597284"/>
                  <a:pt x="5728400" y="2597699"/>
                </a:cubicBezTo>
                <a:lnTo>
                  <a:pt x="5717931" y="2615810"/>
                </a:lnTo>
                <a:cubicBezTo>
                  <a:pt x="5717683" y="2616309"/>
                  <a:pt x="5717183" y="2616558"/>
                  <a:pt x="5716685" y="2616558"/>
                </a:cubicBezTo>
                <a:close/>
                <a:moveTo>
                  <a:pt x="2686378" y="1810291"/>
                </a:moveTo>
                <a:cubicBezTo>
                  <a:pt x="2685880" y="1810292"/>
                  <a:pt x="2685380" y="1809958"/>
                  <a:pt x="2685131" y="1809543"/>
                </a:cubicBezTo>
                <a:lnTo>
                  <a:pt x="2674581" y="1791266"/>
                </a:lnTo>
                <a:cubicBezTo>
                  <a:pt x="2674331" y="1790767"/>
                  <a:pt x="2674331" y="1790185"/>
                  <a:pt x="2674580" y="1789770"/>
                </a:cubicBezTo>
                <a:lnTo>
                  <a:pt x="2685131" y="1771493"/>
                </a:lnTo>
                <a:cubicBezTo>
                  <a:pt x="2685380" y="1770994"/>
                  <a:pt x="2685879" y="1770745"/>
                  <a:pt x="2686377" y="1770745"/>
                </a:cubicBezTo>
                <a:lnTo>
                  <a:pt x="2707397" y="1770746"/>
                </a:lnTo>
                <a:cubicBezTo>
                  <a:pt x="2707895" y="1770745"/>
                  <a:pt x="2708394" y="1771077"/>
                  <a:pt x="2708642" y="1771493"/>
                </a:cubicBezTo>
                <a:lnTo>
                  <a:pt x="2719194" y="1789770"/>
                </a:lnTo>
                <a:cubicBezTo>
                  <a:pt x="2719443" y="1790269"/>
                  <a:pt x="2719444" y="1790850"/>
                  <a:pt x="2719193" y="1791266"/>
                </a:cubicBezTo>
                <a:lnTo>
                  <a:pt x="2708642" y="1809543"/>
                </a:lnTo>
                <a:cubicBezTo>
                  <a:pt x="2708393" y="1810042"/>
                  <a:pt x="2707894" y="1810291"/>
                  <a:pt x="2707396" y="1810291"/>
                </a:cubicBezTo>
                <a:close/>
                <a:moveTo>
                  <a:pt x="3047470" y="1907236"/>
                </a:moveTo>
                <a:cubicBezTo>
                  <a:pt x="3046890" y="1907236"/>
                  <a:pt x="3046391" y="1906987"/>
                  <a:pt x="3046141" y="1906488"/>
                </a:cubicBezTo>
                <a:lnTo>
                  <a:pt x="3035591" y="1888128"/>
                </a:lnTo>
                <a:cubicBezTo>
                  <a:pt x="3035341" y="1887629"/>
                  <a:pt x="3035342" y="1887131"/>
                  <a:pt x="3035590" y="1886632"/>
                </a:cubicBezTo>
                <a:lnTo>
                  <a:pt x="3046141" y="1868272"/>
                </a:lnTo>
                <a:cubicBezTo>
                  <a:pt x="3046473" y="1867773"/>
                  <a:pt x="3046973" y="1867524"/>
                  <a:pt x="3047471" y="1867524"/>
                </a:cubicBezTo>
                <a:lnTo>
                  <a:pt x="3068655" y="1867524"/>
                </a:lnTo>
                <a:cubicBezTo>
                  <a:pt x="3069237" y="1867524"/>
                  <a:pt x="3069735" y="1867773"/>
                  <a:pt x="3069985" y="1868272"/>
                </a:cubicBezTo>
                <a:lnTo>
                  <a:pt x="3080536" y="1886632"/>
                </a:lnTo>
                <a:cubicBezTo>
                  <a:pt x="3080786" y="1887131"/>
                  <a:pt x="3080785" y="1887629"/>
                  <a:pt x="3080537" y="1888128"/>
                </a:cubicBezTo>
                <a:lnTo>
                  <a:pt x="3069986" y="1906488"/>
                </a:lnTo>
                <a:cubicBezTo>
                  <a:pt x="3069653" y="1906987"/>
                  <a:pt x="3069154" y="1907236"/>
                  <a:pt x="3068655" y="1907236"/>
                </a:cubicBezTo>
                <a:close/>
                <a:moveTo>
                  <a:pt x="5755769" y="2633018"/>
                </a:moveTo>
                <a:cubicBezTo>
                  <a:pt x="5755188" y="2633018"/>
                  <a:pt x="5754690" y="2632769"/>
                  <a:pt x="5754440" y="2632270"/>
                </a:cubicBezTo>
                <a:lnTo>
                  <a:pt x="5743806" y="2613827"/>
                </a:lnTo>
                <a:cubicBezTo>
                  <a:pt x="5743557" y="2613411"/>
                  <a:pt x="5743557" y="2612830"/>
                  <a:pt x="5743806" y="2612331"/>
                </a:cubicBezTo>
                <a:lnTo>
                  <a:pt x="5754440" y="2593888"/>
                </a:lnTo>
                <a:cubicBezTo>
                  <a:pt x="5754772" y="2593389"/>
                  <a:pt x="5755271" y="2593140"/>
                  <a:pt x="5755770" y="2593140"/>
                </a:cubicBezTo>
                <a:lnTo>
                  <a:pt x="5777039" y="2593140"/>
                </a:lnTo>
                <a:cubicBezTo>
                  <a:pt x="5777619" y="2593140"/>
                  <a:pt x="5778118" y="2593389"/>
                  <a:pt x="5778367" y="2593888"/>
                </a:cubicBezTo>
                <a:lnTo>
                  <a:pt x="5789001" y="2612331"/>
                </a:lnTo>
                <a:cubicBezTo>
                  <a:pt x="5789250" y="2612747"/>
                  <a:pt x="5789250" y="2613328"/>
                  <a:pt x="5789001" y="2613827"/>
                </a:cubicBezTo>
                <a:lnTo>
                  <a:pt x="5778367" y="2632270"/>
                </a:lnTo>
                <a:cubicBezTo>
                  <a:pt x="5778035" y="2632769"/>
                  <a:pt x="5777536" y="2633018"/>
                  <a:pt x="5777038" y="2633018"/>
                </a:cubicBezTo>
                <a:close/>
                <a:moveTo>
                  <a:pt x="3769540" y="2100998"/>
                </a:moveTo>
                <a:cubicBezTo>
                  <a:pt x="3768959" y="2100998"/>
                  <a:pt x="3768460" y="2100748"/>
                  <a:pt x="3768211" y="2100250"/>
                </a:cubicBezTo>
                <a:lnTo>
                  <a:pt x="3757494" y="2081640"/>
                </a:lnTo>
                <a:cubicBezTo>
                  <a:pt x="3757245" y="2081225"/>
                  <a:pt x="3757245" y="2080643"/>
                  <a:pt x="3757494" y="2080145"/>
                </a:cubicBezTo>
                <a:lnTo>
                  <a:pt x="3768211" y="2061535"/>
                </a:lnTo>
                <a:cubicBezTo>
                  <a:pt x="3768543" y="2061119"/>
                  <a:pt x="3769042" y="2060787"/>
                  <a:pt x="3769540" y="2060787"/>
                </a:cubicBezTo>
                <a:lnTo>
                  <a:pt x="3790975" y="2060787"/>
                </a:lnTo>
                <a:cubicBezTo>
                  <a:pt x="3791556" y="2060787"/>
                  <a:pt x="3792055" y="2061036"/>
                  <a:pt x="3792304" y="2061535"/>
                </a:cubicBezTo>
                <a:lnTo>
                  <a:pt x="3803021" y="2080145"/>
                </a:lnTo>
                <a:cubicBezTo>
                  <a:pt x="3803270" y="2080560"/>
                  <a:pt x="3803270" y="2081141"/>
                  <a:pt x="3803021" y="2081640"/>
                </a:cubicBezTo>
                <a:lnTo>
                  <a:pt x="3792304" y="2100250"/>
                </a:lnTo>
                <a:cubicBezTo>
                  <a:pt x="3791972" y="2100665"/>
                  <a:pt x="3791473" y="2100997"/>
                  <a:pt x="3790975" y="2100998"/>
                </a:cubicBezTo>
                <a:close/>
                <a:moveTo>
                  <a:pt x="3107410" y="1923684"/>
                </a:moveTo>
                <a:cubicBezTo>
                  <a:pt x="3106828" y="1923684"/>
                  <a:pt x="3106330" y="1923435"/>
                  <a:pt x="3106080" y="1922937"/>
                </a:cubicBezTo>
                <a:lnTo>
                  <a:pt x="3095280" y="1904244"/>
                </a:lnTo>
                <a:cubicBezTo>
                  <a:pt x="3095031" y="1903829"/>
                  <a:pt x="3095031" y="1903247"/>
                  <a:pt x="3095280" y="1902748"/>
                </a:cubicBezTo>
                <a:lnTo>
                  <a:pt x="3106080" y="1884056"/>
                </a:lnTo>
                <a:cubicBezTo>
                  <a:pt x="3106330" y="1883640"/>
                  <a:pt x="3106911" y="1883308"/>
                  <a:pt x="3107410" y="1883308"/>
                </a:cubicBezTo>
                <a:lnTo>
                  <a:pt x="3129010" y="1883308"/>
                </a:lnTo>
                <a:cubicBezTo>
                  <a:pt x="3129592" y="1883308"/>
                  <a:pt x="3130090" y="1883557"/>
                  <a:pt x="3130339" y="1884056"/>
                </a:cubicBezTo>
                <a:lnTo>
                  <a:pt x="3141140" y="1902748"/>
                </a:lnTo>
                <a:cubicBezTo>
                  <a:pt x="3141388" y="1903164"/>
                  <a:pt x="3141389" y="1903745"/>
                  <a:pt x="3141140" y="1904244"/>
                </a:cubicBezTo>
                <a:lnTo>
                  <a:pt x="3130339" y="1922937"/>
                </a:lnTo>
                <a:cubicBezTo>
                  <a:pt x="3130090" y="1923352"/>
                  <a:pt x="3129508" y="1923684"/>
                  <a:pt x="3129010" y="1923684"/>
                </a:cubicBezTo>
                <a:close/>
                <a:moveTo>
                  <a:pt x="3167594" y="1939906"/>
                </a:moveTo>
                <a:cubicBezTo>
                  <a:pt x="3167013" y="1939906"/>
                  <a:pt x="3166514" y="1939656"/>
                  <a:pt x="3166265" y="1939158"/>
                </a:cubicBezTo>
                <a:lnTo>
                  <a:pt x="3155465" y="1920382"/>
                </a:lnTo>
                <a:cubicBezTo>
                  <a:pt x="3155216" y="1919967"/>
                  <a:pt x="3155216" y="1919385"/>
                  <a:pt x="3155465" y="1918887"/>
                </a:cubicBezTo>
                <a:lnTo>
                  <a:pt x="3166265" y="1900111"/>
                </a:lnTo>
                <a:cubicBezTo>
                  <a:pt x="3166514" y="1899695"/>
                  <a:pt x="3167096" y="1899363"/>
                  <a:pt x="3167594" y="1899363"/>
                </a:cubicBezTo>
                <a:lnTo>
                  <a:pt x="3189278" y="1899363"/>
                </a:lnTo>
                <a:cubicBezTo>
                  <a:pt x="3189860" y="1899363"/>
                  <a:pt x="3190358" y="1899612"/>
                  <a:pt x="3190607" y="1900111"/>
                </a:cubicBezTo>
                <a:lnTo>
                  <a:pt x="3201408" y="1918887"/>
                </a:lnTo>
                <a:cubicBezTo>
                  <a:pt x="3201657" y="1919302"/>
                  <a:pt x="3201657" y="1919884"/>
                  <a:pt x="3201408" y="1920382"/>
                </a:cubicBezTo>
                <a:lnTo>
                  <a:pt x="3190607" y="1939158"/>
                </a:lnTo>
                <a:cubicBezTo>
                  <a:pt x="3190358" y="1939573"/>
                  <a:pt x="3189776" y="1939906"/>
                  <a:pt x="3189278" y="1939906"/>
                </a:cubicBezTo>
                <a:close/>
                <a:moveTo>
                  <a:pt x="3227780" y="1956033"/>
                </a:moveTo>
                <a:cubicBezTo>
                  <a:pt x="3227199" y="1956033"/>
                  <a:pt x="3226700" y="1955783"/>
                  <a:pt x="3226451" y="1955285"/>
                </a:cubicBezTo>
                <a:lnTo>
                  <a:pt x="3215651" y="1936509"/>
                </a:lnTo>
                <a:cubicBezTo>
                  <a:pt x="3215402" y="1936094"/>
                  <a:pt x="3215402" y="1935512"/>
                  <a:pt x="3215651" y="1935014"/>
                </a:cubicBezTo>
                <a:lnTo>
                  <a:pt x="3226451" y="1916238"/>
                </a:lnTo>
                <a:cubicBezTo>
                  <a:pt x="3226700" y="1915822"/>
                  <a:pt x="3227282" y="1915490"/>
                  <a:pt x="3227780" y="1915490"/>
                </a:cubicBezTo>
                <a:lnTo>
                  <a:pt x="3249464" y="1915490"/>
                </a:lnTo>
                <a:cubicBezTo>
                  <a:pt x="3250046" y="1915490"/>
                  <a:pt x="3250544" y="1915739"/>
                  <a:pt x="3250793" y="1916238"/>
                </a:cubicBezTo>
                <a:lnTo>
                  <a:pt x="3261594" y="1935014"/>
                </a:lnTo>
                <a:cubicBezTo>
                  <a:pt x="3261843" y="1935429"/>
                  <a:pt x="3261843" y="1936011"/>
                  <a:pt x="3261594" y="1936509"/>
                </a:cubicBezTo>
                <a:lnTo>
                  <a:pt x="3250793" y="1955285"/>
                </a:lnTo>
                <a:cubicBezTo>
                  <a:pt x="3250544" y="1955700"/>
                  <a:pt x="3249962" y="1956033"/>
                  <a:pt x="3249464" y="1956033"/>
                </a:cubicBezTo>
                <a:close/>
                <a:moveTo>
                  <a:pt x="3348153" y="1988286"/>
                </a:moveTo>
                <a:cubicBezTo>
                  <a:pt x="3347572" y="1988287"/>
                  <a:pt x="3347073" y="1988037"/>
                  <a:pt x="3346824" y="1987539"/>
                </a:cubicBezTo>
                <a:lnTo>
                  <a:pt x="3336024" y="1968763"/>
                </a:lnTo>
                <a:cubicBezTo>
                  <a:pt x="3335775" y="1968348"/>
                  <a:pt x="3335775" y="1967766"/>
                  <a:pt x="3336024" y="1967268"/>
                </a:cubicBezTo>
                <a:lnTo>
                  <a:pt x="3346824" y="1948492"/>
                </a:lnTo>
                <a:cubicBezTo>
                  <a:pt x="3347073" y="1948075"/>
                  <a:pt x="3347655" y="1947744"/>
                  <a:pt x="3348153" y="1947743"/>
                </a:cubicBezTo>
                <a:lnTo>
                  <a:pt x="3369837" y="1947743"/>
                </a:lnTo>
                <a:cubicBezTo>
                  <a:pt x="3370419" y="1947744"/>
                  <a:pt x="3370917" y="1947992"/>
                  <a:pt x="3371166" y="1948492"/>
                </a:cubicBezTo>
                <a:lnTo>
                  <a:pt x="3381967" y="1967267"/>
                </a:lnTo>
                <a:cubicBezTo>
                  <a:pt x="3382216" y="1967683"/>
                  <a:pt x="3382216" y="1968265"/>
                  <a:pt x="3381967" y="1968763"/>
                </a:cubicBezTo>
                <a:lnTo>
                  <a:pt x="3371166" y="1987539"/>
                </a:lnTo>
                <a:cubicBezTo>
                  <a:pt x="3370917" y="1987954"/>
                  <a:pt x="3370335" y="1988287"/>
                  <a:pt x="3369837" y="1988287"/>
                </a:cubicBezTo>
                <a:close/>
                <a:moveTo>
                  <a:pt x="3408338" y="2004413"/>
                </a:moveTo>
                <a:cubicBezTo>
                  <a:pt x="3407758" y="2004413"/>
                  <a:pt x="3407259" y="2004163"/>
                  <a:pt x="3407010" y="2003665"/>
                </a:cubicBezTo>
                <a:lnTo>
                  <a:pt x="3396210" y="1984889"/>
                </a:lnTo>
                <a:cubicBezTo>
                  <a:pt x="3395961" y="1984474"/>
                  <a:pt x="3395961" y="1983892"/>
                  <a:pt x="3396210" y="1983394"/>
                </a:cubicBezTo>
                <a:lnTo>
                  <a:pt x="3407010" y="1964618"/>
                </a:lnTo>
                <a:cubicBezTo>
                  <a:pt x="3407258" y="1964202"/>
                  <a:pt x="3407841" y="1963870"/>
                  <a:pt x="3408339" y="1963870"/>
                </a:cubicBezTo>
                <a:lnTo>
                  <a:pt x="3430023" y="1963870"/>
                </a:lnTo>
                <a:cubicBezTo>
                  <a:pt x="3430604" y="1963870"/>
                  <a:pt x="3431102" y="1964119"/>
                  <a:pt x="3431352" y="1964618"/>
                </a:cubicBezTo>
                <a:lnTo>
                  <a:pt x="3442153" y="1983394"/>
                </a:lnTo>
                <a:cubicBezTo>
                  <a:pt x="3442402" y="1983809"/>
                  <a:pt x="3442402" y="1984391"/>
                  <a:pt x="3442153" y="1984889"/>
                </a:cubicBezTo>
                <a:lnTo>
                  <a:pt x="3431352" y="2003665"/>
                </a:lnTo>
                <a:cubicBezTo>
                  <a:pt x="3431103" y="2004080"/>
                  <a:pt x="3430521" y="2004413"/>
                  <a:pt x="3430023" y="2004413"/>
                </a:cubicBezTo>
                <a:close/>
                <a:moveTo>
                  <a:pt x="3468525" y="2020540"/>
                </a:moveTo>
                <a:cubicBezTo>
                  <a:pt x="3467944" y="2020540"/>
                  <a:pt x="3467446" y="2020290"/>
                  <a:pt x="3467197" y="2019792"/>
                </a:cubicBezTo>
                <a:lnTo>
                  <a:pt x="3456397" y="2001016"/>
                </a:lnTo>
                <a:cubicBezTo>
                  <a:pt x="3456148" y="2000601"/>
                  <a:pt x="3456148" y="2000019"/>
                  <a:pt x="3456397" y="1999521"/>
                </a:cubicBezTo>
                <a:lnTo>
                  <a:pt x="3467197" y="1980745"/>
                </a:lnTo>
                <a:cubicBezTo>
                  <a:pt x="3467445" y="1980329"/>
                  <a:pt x="3468028" y="1979997"/>
                  <a:pt x="3468526" y="1979997"/>
                </a:cubicBezTo>
                <a:lnTo>
                  <a:pt x="3490209" y="1979997"/>
                </a:lnTo>
                <a:cubicBezTo>
                  <a:pt x="3490791" y="1979997"/>
                  <a:pt x="3491289" y="1980246"/>
                  <a:pt x="3491539" y="1980745"/>
                </a:cubicBezTo>
                <a:lnTo>
                  <a:pt x="3502340" y="1999521"/>
                </a:lnTo>
                <a:cubicBezTo>
                  <a:pt x="3502589" y="1999936"/>
                  <a:pt x="3502588" y="2000518"/>
                  <a:pt x="3502340" y="2001016"/>
                </a:cubicBezTo>
                <a:lnTo>
                  <a:pt x="3491538" y="2019792"/>
                </a:lnTo>
                <a:cubicBezTo>
                  <a:pt x="3491290" y="2020207"/>
                  <a:pt x="3490708" y="2020540"/>
                  <a:pt x="3490210" y="2020540"/>
                </a:cubicBezTo>
                <a:close/>
                <a:moveTo>
                  <a:pt x="3528711" y="2036667"/>
                </a:moveTo>
                <a:cubicBezTo>
                  <a:pt x="3528130" y="2036667"/>
                  <a:pt x="3527631" y="2036417"/>
                  <a:pt x="3527382" y="2035919"/>
                </a:cubicBezTo>
                <a:lnTo>
                  <a:pt x="3516583" y="2017143"/>
                </a:lnTo>
                <a:cubicBezTo>
                  <a:pt x="3516333" y="2016728"/>
                  <a:pt x="3516334" y="2016146"/>
                  <a:pt x="3516582" y="2015648"/>
                </a:cubicBezTo>
                <a:lnTo>
                  <a:pt x="3527383" y="1996872"/>
                </a:lnTo>
                <a:cubicBezTo>
                  <a:pt x="3527631" y="1996456"/>
                  <a:pt x="3528213" y="1996124"/>
                  <a:pt x="3528711" y="1996124"/>
                </a:cubicBezTo>
                <a:lnTo>
                  <a:pt x="3550395" y="1996124"/>
                </a:lnTo>
                <a:cubicBezTo>
                  <a:pt x="3550977" y="1996124"/>
                  <a:pt x="3551475" y="1996373"/>
                  <a:pt x="3551724" y="1996872"/>
                </a:cubicBezTo>
                <a:lnTo>
                  <a:pt x="3562525" y="2015648"/>
                </a:lnTo>
                <a:cubicBezTo>
                  <a:pt x="3562774" y="2016063"/>
                  <a:pt x="3562774" y="2016645"/>
                  <a:pt x="3562525" y="2017143"/>
                </a:cubicBezTo>
                <a:lnTo>
                  <a:pt x="3551724" y="2035919"/>
                </a:lnTo>
                <a:cubicBezTo>
                  <a:pt x="3551475" y="2036334"/>
                  <a:pt x="3550893" y="2036667"/>
                  <a:pt x="3550395" y="2036667"/>
                </a:cubicBezTo>
                <a:close/>
                <a:moveTo>
                  <a:pt x="3829642" y="2117301"/>
                </a:moveTo>
                <a:cubicBezTo>
                  <a:pt x="3829062" y="2117301"/>
                  <a:pt x="3828563" y="2117052"/>
                  <a:pt x="3828314" y="2116553"/>
                </a:cubicBezTo>
                <a:lnTo>
                  <a:pt x="3817514" y="2097777"/>
                </a:lnTo>
                <a:cubicBezTo>
                  <a:pt x="3817265" y="2097362"/>
                  <a:pt x="3817265" y="2096780"/>
                  <a:pt x="3817514" y="2096282"/>
                </a:cubicBezTo>
                <a:lnTo>
                  <a:pt x="3828314" y="2077506"/>
                </a:lnTo>
                <a:cubicBezTo>
                  <a:pt x="3828562" y="2077090"/>
                  <a:pt x="3829145" y="2076758"/>
                  <a:pt x="3829643" y="2076758"/>
                </a:cubicBezTo>
                <a:lnTo>
                  <a:pt x="3851327" y="2076758"/>
                </a:lnTo>
                <a:cubicBezTo>
                  <a:pt x="3851908" y="2076758"/>
                  <a:pt x="3852406" y="2077007"/>
                  <a:pt x="3852656" y="2077507"/>
                </a:cubicBezTo>
                <a:lnTo>
                  <a:pt x="3863457" y="2096282"/>
                </a:lnTo>
                <a:cubicBezTo>
                  <a:pt x="3863706" y="2096697"/>
                  <a:pt x="3863706" y="2097279"/>
                  <a:pt x="3863457" y="2097777"/>
                </a:cubicBezTo>
                <a:lnTo>
                  <a:pt x="3852656" y="2116553"/>
                </a:lnTo>
                <a:cubicBezTo>
                  <a:pt x="3852407" y="2116968"/>
                  <a:pt x="3851825" y="2117301"/>
                  <a:pt x="3851327" y="2117302"/>
                </a:cubicBezTo>
                <a:close/>
                <a:moveTo>
                  <a:pt x="3588827" y="2052868"/>
                </a:moveTo>
                <a:cubicBezTo>
                  <a:pt x="3588245" y="2052868"/>
                  <a:pt x="3587746" y="2052619"/>
                  <a:pt x="3587497" y="2052120"/>
                </a:cubicBezTo>
                <a:lnTo>
                  <a:pt x="3576614" y="2033262"/>
                </a:lnTo>
                <a:cubicBezTo>
                  <a:pt x="3576365" y="2032763"/>
                  <a:pt x="3576365" y="2032182"/>
                  <a:pt x="3576614" y="2031684"/>
                </a:cubicBezTo>
                <a:lnTo>
                  <a:pt x="3587497" y="2012824"/>
                </a:lnTo>
                <a:cubicBezTo>
                  <a:pt x="3587746" y="2012408"/>
                  <a:pt x="3588245" y="2012077"/>
                  <a:pt x="3588827" y="2012076"/>
                </a:cubicBezTo>
                <a:lnTo>
                  <a:pt x="3610593" y="2012076"/>
                </a:lnTo>
                <a:cubicBezTo>
                  <a:pt x="3611175" y="2012076"/>
                  <a:pt x="3611673" y="2012325"/>
                  <a:pt x="3611923" y="2012825"/>
                </a:cubicBezTo>
                <a:lnTo>
                  <a:pt x="3622806" y="2031683"/>
                </a:lnTo>
                <a:cubicBezTo>
                  <a:pt x="3623055" y="2032182"/>
                  <a:pt x="3623055" y="2032763"/>
                  <a:pt x="3622806" y="2033261"/>
                </a:cubicBezTo>
                <a:lnTo>
                  <a:pt x="3611923" y="2052121"/>
                </a:lnTo>
                <a:cubicBezTo>
                  <a:pt x="3611673" y="2052537"/>
                  <a:pt x="3611175" y="2052869"/>
                  <a:pt x="3610593" y="2052869"/>
                </a:cubicBezTo>
                <a:close/>
                <a:moveTo>
                  <a:pt x="3287791" y="1972398"/>
                </a:moveTo>
                <a:cubicBezTo>
                  <a:pt x="3287292" y="1972397"/>
                  <a:pt x="3286710" y="1972149"/>
                  <a:pt x="3286461" y="1971649"/>
                </a:cubicBezTo>
                <a:lnTo>
                  <a:pt x="3275578" y="1952707"/>
                </a:lnTo>
                <a:cubicBezTo>
                  <a:pt x="3275329" y="1952209"/>
                  <a:pt x="3275329" y="1951627"/>
                  <a:pt x="3275578" y="1951129"/>
                </a:cubicBezTo>
                <a:lnTo>
                  <a:pt x="3286544" y="1932187"/>
                </a:lnTo>
                <a:cubicBezTo>
                  <a:pt x="3286794" y="1931772"/>
                  <a:pt x="3287292" y="1931440"/>
                  <a:pt x="3287874" y="1931439"/>
                </a:cubicBezTo>
                <a:lnTo>
                  <a:pt x="3309724" y="1931439"/>
                </a:lnTo>
                <a:cubicBezTo>
                  <a:pt x="3310222" y="1931440"/>
                  <a:pt x="3310804" y="1931688"/>
                  <a:pt x="3311053" y="1932187"/>
                </a:cubicBezTo>
                <a:lnTo>
                  <a:pt x="3321936" y="1951129"/>
                </a:lnTo>
                <a:cubicBezTo>
                  <a:pt x="3322185" y="1951627"/>
                  <a:pt x="3322185" y="1952209"/>
                  <a:pt x="3321936" y="1952708"/>
                </a:cubicBezTo>
                <a:lnTo>
                  <a:pt x="3310970" y="1971649"/>
                </a:lnTo>
                <a:cubicBezTo>
                  <a:pt x="3310721" y="1972066"/>
                  <a:pt x="3310222" y="1972397"/>
                  <a:pt x="3309640" y="1972397"/>
                </a:cubicBezTo>
                <a:close/>
                <a:moveTo>
                  <a:pt x="3949840" y="2149793"/>
                </a:moveTo>
                <a:cubicBezTo>
                  <a:pt x="3949341" y="2149793"/>
                  <a:pt x="3948759" y="2149544"/>
                  <a:pt x="3948510" y="2149045"/>
                </a:cubicBezTo>
                <a:lnTo>
                  <a:pt x="3937627" y="2130103"/>
                </a:lnTo>
                <a:cubicBezTo>
                  <a:pt x="3937377" y="2129605"/>
                  <a:pt x="3937378" y="2129023"/>
                  <a:pt x="3937627" y="2128525"/>
                </a:cubicBezTo>
                <a:lnTo>
                  <a:pt x="3948593" y="2109583"/>
                </a:lnTo>
                <a:cubicBezTo>
                  <a:pt x="3948843" y="2109167"/>
                  <a:pt x="3949341" y="2108835"/>
                  <a:pt x="3949923" y="2108835"/>
                </a:cubicBezTo>
                <a:lnTo>
                  <a:pt x="3971773" y="2108835"/>
                </a:lnTo>
                <a:cubicBezTo>
                  <a:pt x="3972271" y="2108835"/>
                  <a:pt x="3972853" y="2109084"/>
                  <a:pt x="3973102" y="2109583"/>
                </a:cubicBezTo>
                <a:lnTo>
                  <a:pt x="3983985" y="2128525"/>
                </a:lnTo>
                <a:cubicBezTo>
                  <a:pt x="3984234" y="2129023"/>
                  <a:pt x="3984234" y="2129605"/>
                  <a:pt x="3983985" y="2130103"/>
                </a:cubicBezTo>
                <a:lnTo>
                  <a:pt x="3973019" y="2149045"/>
                </a:lnTo>
                <a:cubicBezTo>
                  <a:pt x="3972770" y="2149461"/>
                  <a:pt x="3972271" y="2149793"/>
                  <a:pt x="3971689" y="2149793"/>
                </a:cubicBezTo>
                <a:close/>
                <a:moveTo>
                  <a:pt x="4010025" y="2165920"/>
                </a:moveTo>
                <a:cubicBezTo>
                  <a:pt x="4009526" y="2165920"/>
                  <a:pt x="4008945" y="2165671"/>
                  <a:pt x="4008696" y="2165172"/>
                </a:cubicBezTo>
                <a:lnTo>
                  <a:pt x="3997812" y="2146230"/>
                </a:lnTo>
                <a:cubicBezTo>
                  <a:pt x="3997563" y="2145732"/>
                  <a:pt x="3997564" y="2145150"/>
                  <a:pt x="3997812" y="2144651"/>
                </a:cubicBezTo>
                <a:lnTo>
                  <a:pt x="4008779" y="2125710"/>
                </a:lnTo>
                <a:cubicBezTo>
                  <a:pt x="4009029" y="2125294"/>
                  <a:pt x="4009527" y="2124962"/>
                  <a:pt x="4010109" y="2124962"/>
                </a:cubicBezTo>
                <a:lnTo>
                  <a:pt x="4031959" y="2124961"/>
                </a:lnTo>
                <a:cubicBezTo>
                  <a:pt x="4032456" y="2124962"/>
                  <a:pt x="4033038" y="2125210"/>
                  <a:pt x="4033288" y="2125710"/>
                </a:cubicBezTo>
                <a:lnTo>
                  <a:pt x="4044170" y="2144652"/>
                </a:lnTo>
                <a:cubicBezTo>
                  <a:pt x="4044420" y="2145150"/>
                  <a:pt x="4044419" y="2145732"/>
                  <a:pt x="4044171" y="2146230"/>
                </a:cubicBezTo>
                <a:lnTo>
                  <a:pt x="4033204" y="2165172"/>
                </a:lnTo>
                <a:cubicBezTo>
                  <a:pt x="4032956" y="2165588"/>
                  <a:pt x="4032457" y="2165920"/>
                  <a:pt x="4031874" y="2165920"/>
                </a:cubicBezTo>
                <a:close/>
                <a:moveTo>
                  <a:pt x="3889653" y="2133748"/>
                </a:moveTo>
                <a:cubicBezTo>
                  <a:pt x="3889155" y="2133748"/>
                  <a:pt x="3888573" y="2133499"/>
                  <a:pt x="3888324" y="2133001"/>
                </a:cubicBezTo>
                <a:lnTo>
                  <a:pt x="3877358" y="2113975"/>
                </a:lnTo>
                <a:cubicBezTo>
                  <a:pt x="3877109" y="2113477"/>
                  <a:pt x="3877109" y="2112895"/>
                  <a:pt x="3877358" y="2112397"/>
                </a:cubicBezTo>
                <a:lnTo>
                  <a:pt x="3888324" y="2093372"/>
                </a:lnTo>
                <a:cubicBezTo>
                  <a:pt x="3888573" y="2092956"/>
                  <a:pt x="3889072" y="2092624"/>
                  <a:pt x="3889653" y="2092624"/>
                </a:cubicBezTo>
                <a:lnTo>
                  <a:pt x="3911586" y="2092624"/>
                </a:lnTo>
                <a:cubicBezTo>
                  <a:pt x="3912085" y="2092624"/>
                  <a:pt x="3912667" y="2092873"/>
                  <a:pt x="3912916" y="2093372"/>
                </a:cubicBezTo>
                <a:lnTo>
                  <a:pt x="3923882" y="2112397"/>
                </a:lnTo>
                <a:cubicBezTo>
                  <a:pt x="3924131" y="2112895"/>
                  <a:pt x="3924131" y="2113477"/>
                  <a:pt x="3923882" y="2113975"/>
                </a:cubicBezTo>
                <a:lnTo>
                  <a:pt x="3912916" y="2133001"/>
                </a:lnTo>
                <a:cubicBezTo>
                  <a:pt x="3912667" y="2133416"/>
                  <a:pt x="3912168" y="2133748"/>
                  <a:pt x="3911586" y="2133748"/>
                </a:cubicBezTo>
                <a:close/>
                <a:moveTo>
                  <a:pt x="4070046" y="2182295"/>
                </a:moveTo>
                <a:cubicBezTo>
                  <a:pt x="4069547" y="2182295"/>
                  <a:pt x="4068967" y="2182046"/>
                  <a:pt x="4068717" y="2181548"/>
                </a:cubicBezTo>
                <a:lnTo>
                  <a:pt x="4057668" y="2162356"/>
                </a:lnTo>
                <a:cubicBezTo>
                  <a:pt x="4057419" y="2161858"/>
                  <a:pt x="4057419" y="2161276"/>
                  <a:pt x="4057668" y="2160778"/>
                </a:cubicBezTo>
                <a:lnTo>
                  <a:pt x="4068799" y="2141587"/>
                </a:lnTo>
                <a:cubicBezTo>
                  <a:pt x="4069050" y="2141171"/>
                  <a:pt x="4069548" y="2140839"/>
                  <a:pt x="4070129" y="2140839"/>
                </a:cubicBezTo>
                <a:lnTo>
                  <a:pt x="4092312" y="2140839"/>
                </a:lnTo>
                <a:cubicBezTo>
                  <a:pt x="4092810" y="2140839"/>
                  <a:pt x="4093392" y="2141088"/>
                  <a:pt x="4093640" y="2141587"/>
                </a:cubicBezTo>
                <a:lnTo>
                  <a:pt x="4104690" y="2160778"/>
                </a:lnTo>
                <a:cubicBezTo>
                  <a:pt x="4104940" y="2161275"/>
                  <a:pt x="4104939" y="2161858"/>
                  <a:pt x="4104691" y="2162356"/>
                </a:cubicBezTo>
                <a:lnTo>
                  <a:pt x="4093557" y="2181548"/>
                </a:lnTo>
                <a:cubicBezTo>
                  <a:pt x="4093309" y="2181963"/>
                  <a:pt x="4092810" y="2182295"/>
                  <a:pt x="4092229" y="2182295"/>
                </a:cubicBezTo>
                <a:close/>
                <a:moveTo>
                  <a:pt x="4130148" y="2198764"/>
                </a:moveTo>
                <a:cubicBezTo>
                  <a:pt x="4129567" y="2198764"/>
                  <a:pt x="4128985" y="2198432"/>
                  <a:pt x="4128736" y="2197933"/>
                </a:cubicBezTo>
                <a:lnTo>
                  <a:pt x="4117520" y="2178493"/>
                </a:lnTo>
                <a:cubicBezTo>
                  <a:pt x="4117271" y="2177994"/>
                  <a:pt x="4117271" y="2177413"/>
                  <a:pt x="4117520" y="2176914"/>
                </a:cubicBezTo>
                <a:lnTo>
                  <a:pt x="4128736" y="2157474"/>
                </a:lnTo>
                <a:cubicBezTo>
                  <a:pt x="4129068" y="2156975"/>
                  <a:pt x="4129567" y="2156643"/>
                  <a:pt x="4130148" y="2156643"/>
                </a:cubicBezTo>
                <a:lnTo>
                  <a:pt x="4152663" y="2156643"/>
                </a:lnTo>
                <a:cubicBezTo>
                  <a:pt x="4153244" y="2156643"/>
                  <a:pt x="4153825" y="2156975"/>
                  <a:pt x="4154075" y="2157474"/>
                </a:cubicBezTo>
                <a:lnTo>
                  <a:pt x="4165290" y="2176914"/>
                </a:lnTo>
                <a:cubicBezTo>
                  <a:pt x="4165540" y="2177413"/>
                  <a:pt x="4165540" y="2177994"/>
                  <a:pt x="4165290" y="2178493"/>
                </a:cubicBezTo>
                <a:lnTo>
                  <a:pt x="4154075" y="2197933"/>
                </a:lnTo>
                <a:cubicBezTo>
                  <a:pt x="4153743" y="2198432"/>
                  <a:pt x="4153244" y="2198764"/>
                  <a:pt x="4152663" y="2198764"/>
                </a:cubicBezTo>
                <a:close/>
                <a:moveTo>
                  <a:pt x="4190168" y="2215046"/>
                </a:moveTo>
                <a:cubicBezTo>
                  <a:pt x="4189587" y="2215046"/>
                  <a:pt x="4189088" y="2214714"/>
                  <a:pt x="4188757" y="2214216"/>
                </a:cubicBezTo>
                <a:lnTo>
                  <a:pt x="4177458" y="2194609"/>
                </a:lnTo>
                <a:cubicBezTo>
                  <a:pt x="4177126" y="2194110"/>
                  <a:pt x="4177125" y="2193529"/>
                  <a:pt x="4177457" y="2193030"/>
                </a:cubicBezTo>
                <a:lnTo>
                  <a:pt x="4188840" y="2173424"/>
                </a:lnTo>
                <a:cubicBezTo>
                  <a:pt x="4189172" y="2172925"/>
                  <a:pt x="4189670" y="2172593"/>
                  <a:pt x="4190252" y="2172593"/>
                </a:cubicBezTo>
                <a:lnTo>
                  <a:pt x="4212933" y="2172593"/>
                </a:lnTo>
                <a:cubicBezTo>
                  <a:pt x="4213514" y="2172593"/>
                  <a:pt x="4214012" y="2172925"/>
                  <a:pt x="4214345" y="2173424"/>
                </a:cubicBezTo>
                <a:lnTo>
                  <a:pt x="4225643" y="2193030"/>
                </a:lnTo>
                <a:cubicBezTo>
                  <a:pt x="4225975" y="2193529"/>
                  <a:pt x="4225976" y="2194110"/>
                  <a:pt x="4225644" y="2194609"/>
                </a:cubicBezTo>
                <a:lnTo>
                  <a:pt x="4214262" y="2214216"/>
                </a:lnTo>
                <a:cubicBezTo>
                  <a:pt x="4213929" y="2214714"/>
                  <a:pt x="4213430" y="2215046"/>
                  <a:pt x="4212850" y="2215046"/>
                </a:cubicBezTo>
                <a:close/>
                <a:moveTo>
                  <a:pt x="3643416" y="2105453"/>
                </a:moveTo>
                <a:cubicBezTo>
                  <a:pt x="3643251" y="2105453"/>
                  <a:pt x="3643085" y="2105287"/>
                  <a:pt x="3643085" y="2105287"/>
                </a:cubicBezTo>
                <a:lnTo>
                  <a:pt x="3640592" y="2100966"/>
                </a:lnTo>
                <a:cubicBezTo>
                  <a:pt x="3640592" y="2100884"/>
                  <a:pt x="3640592" y="2100634"/>
                  <a:pt x="3640592" y="2100634"/>
                </a:cubicBezTo>
                <a:lnTo>
                  <a:pt x="3643085" y="2096314"/>
                </a:lnTo>
                <a:cubicBezTo>
                  <a:pt x="3643168" y="2096148"/>
                  <a:pt x="3643417" y="2096148"/>
                  <a:pt x="3643417" y="2096148"/>
                </a:cubicBezTo>
                <a:lnTo>
                  <a:pt x="3648401" y="2096148"/>
                </a:lnTo>
                <a:cubicBezTo>
                  <a:pt x="3648568" y="2096148"/>
                  <a:pt x="3648734" y="2096314"/>
                  <a:pt x="3648734" y="2096314"/>
                </a:cubicBezTo>
                <a:lnTo>
                  <a:pt x="3651226" y="2100634"/>
                </a:lnTo>
                <a:cubicBezTo>
                  <a:pt x="3651226" y="2100717"/>
                  <a:pt x="3651226" y="2100966"/>
                  <a:pt x="3651226" y="2100966"/>
                </a:cubicBezTo>
                <a:lnTo>
                  <a:pt x="3648734" y="2105287"/>
                </a:lnTo>
                <a:cubicBezTo>
                  <a:pt x="3648651" y="2105453"/>
                  <a:pt x="3648401" y="2105453"/>
                  <a:pt x="3648401" y="2105453"/>
                </a:cubicBezTo>
                <a:close/>
                <a:moveTo>
                  <a:pt x="808339" y="1359286"/>
                </a:moveTo>
                <a:cubicBezTo>
                  <a:pt x="807924" y="1359285"/>
                  <a:pt x="807258" y="1358704"/>
                  <a:pt x="807258" y="1358704"/>
                </a:cubicBezTo>
                <a:lnTo>
                  <a:pt x="798453" y="1343500"/>
                </a:lnTo>
                <a:cubicBezTo>
                  <a:pt x="798202" y="1343085"/>
                  <a:pt x="798453" y="1342255"/>
                  <a:pt x="798453" y="1342255"/>
                </a:cubicBezTo>
                <a:lnTo>
                  <a:pt x="807259" y="1327051"/>
                </a:lnTo>
                <a:cubicBezTo>
                  <a:pt x="807509" y="1326718"/>
                  <a:pt x="807924" y="1326470"/>
                  <a:pt x="808338" y="1326469"/>
                </a:cubicBezTo>
                <a:lnTo>
                  <a:pt x="825951" y="1326469"/>
                </a:lnTo>
                <a:cubicBezTo>
                  <a:pt x="826367" y="1326470"/>
                  <a:pt x="827032" y="1327051"/>
                  <a:pt x="827032" y="1327051"/>
                </a:cubicBezTo>
                <a:lnTo>
                  <a:pt x="835839" y="1342255"/>
                </a:lnTo>
                <a:cubicBezTo>
                  <a:pt x="836088" y="1342670"/>
                  <a:pt x="835838" y="1343500"/>
                  <a:pt x="835838" y="1343500"/>
                </a:cubicBezTo>
                <a:lnTo>
                  <a:pt x="827031" y="1358704"/>
                </a:lnTo>
                <a:cubicBezTo>
                  <a:pt x="826783" y="1359036"/>
                  <a:pt x="826366" y="1359285"/>
                  <a:pt x="825952" y="1359285"/>
                </a:cubicBezTo>
                <a:close/>
                <a:moveTo>
                  <a:pt x="868463" y="1375582"/>
                </a:moveTo>
                <a:cubicBezTo>
                  <a:pt x="868048" y="1375582"/>
                  <a:pt x="867383" y="1374917"/>
                  <a:pt x="867383" y="1374917"/>
                </a:cubicBezTo>
                <a:lnTo>
                  <a:pt x="858577" y="1359547"/>
                </a:lnTo>
                <a:cubicBezTo>
                  <a:pt x="858328" y="1359132"/>
                  <a:pt x="858577" y="1358301"/>
                  <a:pt x="858577" y="1358301"/>
                </a:cubicBezTo>
                <a:lnTo>
                  <a:pt x="867466" y="1342932"/>
                </a:lnTo>
                <a:cubicBezTo>
                  <a:pt x="867716" y="1342516"/>
                  <a:pt x="868131" y="1342267"/>
                  <a:pt x="868546" y="1342267"/>
                </a:cubicBezTo>
                <a:lnTo>
                  <a:pt x="886242" y="1342267"/>
                </a:lnTo>
                <a:cubicBezTo>
                  <a:pt x="886657" y="1342267"/>
                  <a:pt x="887322" y="1342932"/>
                  <a:pt x="887322" y="1342932"/>
                </a:cubicBezTo>
                <a:lnTo>
                  <a:pt x="896129" y="1358301"/>
                </a:lnTo>
                <a:cubicBezTo>
                  <a:pt x="896378" y="1358717"/>
                  <a:pt x="896129" y="1359547"/>
                  <a:pt x="896129" y="1359547"/>
                </a:cubicBezTo>
                <a:lnTo>
                  <a:pt x="887239" y="1374917"/>
                </a:lnTo>
                <a:cubicBezTo>
                  <a:pt x="886990" y="1375333"/>
                  <a:pt x="886574" y="1375582"/>
                  <a:pt x="886159" y="1375582"/>
                </a:cubicBezTo>
                <a:close/>
                <a:moveTo>
                  <a:pt x="928483" y="1392041"/>
                </a:moveTo>
                <a:cubicBezTo>
                  <a:pt x="928068" y="1392041"/>
                  <a:pt x="927404" y="1391377"/>
                  <a:pt x="927404" y="1391377"/>
                </a:cubicBezTo>
                <a:lnTo>
                  <a:pt x="918347" y="1375675"/>
                </a:lnTo>
                <a:cubicBezTo>
                  <a:pt x="918098" y="1375343"/>
                  <a:pt x="918348" y="1374429"/>
                  <a:pt x="918348" y="1374429"/>
                </a:cubicBezTo>
                <a:lnTo>
                  <a:pt x="927404" y="1358727"/>
                </a:lnTo>
                <a:cubicBezTo>
                  <a:pt x="927653" y="1358311"/>
                  <a:pt x="928068" y="1358062"/>
                  <a:pt x="928482" y="1358062"/>
                </a:cubicBezTo>
                <a:lnTo>
                  <a:pt x="946595" y="1358062"/>
                </a:lnTo>
                <a:cubicBezTo>
                  <a:pt x="947010" y="1358062"/>
                  <a:pt x="947675" y="1358727"/>
                  <a:pt x="947675" y="1358727"/>
                </a:cubicBezTo>
                <a:lnTo>
                  <a:pt x="956730" y="1374429"/>
                </a:lnTo>
                <a:cubicBezTo>
                  <a:pt x="956979" y="1374761"/>
                  <a:pt x="956729" y="1375675"/>
                  <a:pt x="956729" y="1375675"/>
                </a:cubicBezTo>
                <a:lnTo>
                  <a:pt x="947675" y="1391377"/>
                </a:lnTo>
                <a:cubicBezTo>
                  <a:pt x="947426" y="1391792"/>
                  <a:pt x="947009" y="1392041"/>
                  <a:pt x="946595" y="1392041"/>
                </a:cubicBezTo>
                <a:close/>
                <a:moveTo>
                  <a:pt x="1108959" y="1440504"/>
                </a:moveTo>
                <a:cubicBezTo>
                  <a:pt x="1108543" y="1440504"/>
                  <a:pt x="1107879" y="1439840"/>
                  <a:pt x="1107879" y="1439840"/>
                </a:cubicBezTo>
                <a:lnTo>
                  <a:pt x="1098823" y="1424055"/>
                </a:lnTo>
                <a:cubicBezTo>
                  <a:pt x="1098574" y="1423723"/>
                  <a:pt x="1098823" y="1422809"/>
                  <a:pt x="1098823" y="1422809"/>
                </a:cubicBezTo>
                <a:lnTo>
                  <a:pt x="1107963" y="1407025"/>
                </a:lnTo>
                <a:cubicBezTo>
                  <a:pt x="1108127" y="1406609"/>
                  <a:pt x="1108626" y="1406359"/>
                  <a:pt x="1109041" y="1406359"/>
                </a:cubicBezTo>
                <a:lnTo>
                  <a:pt x="1127236" y="1406360"/>
                </a:lnTo>
                <a:cubicBezTo>
                  <a:pt x="1127652" y="1406360"/>
                  <a:pt x="1128316" y="1407024"/>
                  <a:pt x="1128316" y="1407024"/>
                </a:cubicBezTo>
                <a:lnTo>
                  <a:pt x="1137372" y="1422809"/>
                </a:lnTo>
                <a:cubicBezTo>
                  <a:pt x="1137620" y="1423141"/>
                  <a:pt x="1137372" y="1424055"/>
                  <a:pt x="1137372" y="1424055"/>
                </a:cubicBezTo>
                <a:lnTo>
                  <a:pt x="1128232" y="1439840"/>
                </a:lnTo>
                <a:cubicBezTo>
                  <a:pt x="1128067" y="1440255"/>
                  <a:pt x="1127568" y="1440504"/>
                  <a:pt x="1127153" y="1440504"/>
                </a:cubicBezTo>
                <a:close/>
                <a:moveTo>
                  <a:pt x="1048785" y="1424463"/>
                </a:moveTo>
                <a:cubicBezTo>
                  <a:pt x="1048368" y="1424463"/>
                  <a:pt x="1047704" y="1423798"/>
                  <a:pt x="1047704" y="1423798"/>
                </a:cubicBezTo>
                <a:lnTo>
                  <a:pt x="1038566" y="1407930"/>
                </a:lnTo>
                <a:cubicBezTo>
                  <a:pt x="1038316" y="1407515"/>
                  <a:pt x="1038566" y="1406601"/>
                  <a:pt x="1038566" y="1406601"/>
                </a:cubicBezTo>
                <a:lnTo>
                  <a:pt x="1047704" y="1390733"/>
                </a:lnTo>
                <a:cubicBezTo>
                  <a:pt x="1047869" y="1390317"/>
                  <a:pt x="1048369" y="1390068"/>
                  <a:pt x="1048784" y="1390068"/>
                </a:cubicBezTo>
                <a:lnTo>
                  <a:pt x="1067061" y="1390068"/>
                </a:lnTo>
                <a:cubicBezTo>
                  <a:pt x="1067478" y="1390068"/>
                  <a:pt x="1068141" y="1390733"/>
                  <a:pt x="1068141" y="1390733"/>
                </a:cubicBezTo>
                <a:lnTo>
                  <a:pt x="1077280" y="1406601"/>
                </a:lnTo>
                <a:cubicBezTo>
                  <a:pt x="1077529" y="1407016"/>
                  <a:pt x="1077280" y="1407930"/>
                  <a:pt x="1077280" y="1407930"/>
                </a:cubicBezTo>
                <a:lnTo>
                  <a:pt x="1068141" y="1423798"/>
                </a:lnTo>
                <a:cubicBezTo>
                  <a:pt x="1067975" y="1424213"/>
                  <a:pt x="1067478" y="1424463"/>
                  <a:pt x="1067061" y="1424463"/>
                </a:cubicBezTo>
                <a:close/>
                <a:moveTo>
                  <a:pt x="4840413" y="2440618"/>
                </a:moveTo>
                <a:cubicBezTo>
                  <a:pt x="4839914" y="2440618"/>
                  <a:pt x="4839250" y="2439953"/>
                  <a:pt x="4839250" y="2439953"/>
                </a:cubicBezTo>
                <a:lnTo>
                  <a:pt x="4830028" y="2424002"/>
                </a:lnTo>
                <a:cubicBezTo>
                  <a:pt x="4829779" y="2423587"/>
                  <a:pt x="4830028" y="2422673"/>
                  <a:pt x="4830028" y="2422673"/>
                </a:cubicBezTo>
                <a:lnTo>
                  <a:pt x="4839250" y="2406722"/>
                </a:lnTo>
                <a:cubicBezTo>
                  <a:pt x="4839499" y="2406306"/>
                  <a:pt x="4839914" y="2406057"/>
                  <a:pt x="4840413" y="2406057"/>
                </a:cubicBezTo>
                <a:lnTo>
                  <a:pt x="4858856" y="2406057"/>
                </a:lnTo>
                <a:cubicBezTo>
                  <a:pt x="4859355" y="2406057"/>
                  <a:pt x="4860019" y="2406722"/>
                  <a:pt x="4860019" y="2406722"/>
                </a:cubicBezTo>
                <a:lnTo>
                  <a:pt x="4869241" y="2422673"/>
                </a:lnTo>
                <a:cubicBezTo>
                  <a:pt x="4869490" y="2423088"/>
                  <a:pt x="4869241" y="2424002"/>
                  <a:pt x="4869241" y="2424002"/>
                </a:cubicBezTo>
                <a:lnTo>
                  <a:pt x="4860019" y="2439953"/>
                </a:lnTo>
                <a:cubicBezTo>
                  <a:pt x="4859770" y="2440368"/>
                  <a:pt x="4859355" y="2440618"/>
                  <a:pt x="4858856" y="2440618"/>
                </a:cubicBezTo>
                <a:close/>
                <a:moveTo>
                  <a:pt x="988327" y="1408830"/>
                </a:moveTo>
                <a:cubicBezTo>
                  <a:pt x="987828" y="1408830"/>
                  <a:pt x="987164" y="1408166"/>
                  <a:pt x="987164" y="1408166"/>
                </a:cubicBezTo>
                <a:lnTo>
                  <a:pt x="977776" y="1391882"/>
                </a:lnTo>
                <a:cubicBezTo>
                  <a:pt x="977527" y="1391467"/>
                  <a:pt x="977776" y="1390553"/>
                  <a:pt x="977776" y="1390553"/>
                </a:cubicBezTo>
                <a:lnTo>
                  <a:pt x="987164" y="1374270"/>
                </a:lnTo>
                <a:cubicBezTo>
                  <a:pt x="987413" y="1373854"/>
                  <a:pt x="987828" y="1373605"/>
                  <a:pt x="988327" y="1373605"/>
                </a:cubicBezTo>
                <a:lnTo>
                  <a:pt x="1007103" y="1373606"/>
                </a:lnTo>
                <a:cubicBezTo>
                  <a:pt x="1007601" y="1373605"/>
                  <a:pt x="1008266" y="1374270"/>
                  <a:pt x="1008266" y="1374270"/>
                </a:cubicBezTo>
                <a:lnTo>
                  <a:pt x="1017654" y="1390554"/>
                </a:lnTo>
                <a:cubicBezTo>
                  <a:pt x="1017903" y="1390969"/>
                  <a:pt x="1017654" y="1391883"/>
                  <a:pt x="1017654" y="1391883"/>
                </a:cubicBezTo>
                <a:lnTo>
                  <a:pt x="1008266" y="1408166"/>
                </a:lnTo>
                <a:cubicBezTo>
                  <a:pt x="1008017" y="1408581"/>
                  <a:pt x="1007601" y="1408830"/>
                  <a:pt x="1007103" y="1408831"/>
                </a:cubicBezTo>
                <a:close/>
                <a:moveTo>
                  <a:pt x="1168886" y="1457211"/>
                </a:moveTo>
                <a:cubicBezTo>
                  <a:pt x="1168387" y="1457211"/>
                  <a:pt x="1167722" y="1456547"/>
                  <a:pt x="1167722" y="1456547"/>
                </a:cubicBezTo>
                <a:lnTo>
                  <a:pt x="1158335" y="1440263"/>
                </a:lnTo>
                <a:cubicBezTo>
                  <a:pt x="1158086" y="1439848"/>
                  <a:pt x="1158335" y="1438934"/>
                  <a:pt x="1158335" y="1438934"/>
                </a:cubicBezTo>
                <a:lnTo>
                  <a:pt x="1167722" y="1422651"/>
                </a:lnTo>
                <a:cubicBezTo>
                  <a:pt x="1167972" y="1422235"/>
                  <a:pt x="1168387" y="1421986"/>
                  <a:pt x="1168886" y="1421986"/>
                </a:cubicBezTo>
                <a:lnTo>
                  <a:pt x="1187661" y="1421986"/>
                </a:lnTo>
                <a:cubicBezTo>
                  <a:pt x="1188159" y="1421986"/>
                  <a:pt x="1188824" y="1422651"/>
                  <a:pt x="1188824" y="1422651"/>
                </a:cubicBezTo>
                <a:lnTo>
                  <a:pt x="1198212" y="1438934"/>
                </a:lnTo>
                <a:cubicBezTo>
                  <a:pt x="1198462" y="1439350"/>
                  <a:pt x="1198213" y="1440263"/>
                  <a:pt x="1198213" y="1440263"/>
                </a:cubicBezTo>
                <a:lnTo>
                  <a:pt x="1188825" y="1456547"/>
                </a:lnTo>
                <a:cubicBezTo>
                  <a:pt x="1188576" y="1456962"/>
                  <a:pt x="1188160" y="1457211"/>
                  <a:pt x="1187662" y="1457211"/>
                </a:cubicBezTo>
                <a:close/>
                <a:moveTo>
                  <a:pt x="1228990" y="1473422"/>
                </a:moveTo>
                <a:cubicBezTo>
                  <a:pt x="1228491" y="1473422"/>
                  <a:pt x="1227827" y="1472757"/>
                  <a:pt x="1227827" y="1472757"/>
                </a:cubicBezTo>
                <a:lnTo>
                  <a:pt x="1218355" y="1456390"/>
                </a:lnTo>
                <a:cubicBezTo>
                  <a:pt x="1218105" y="1455975"/>
                  <a:pt x="1218355" y="1455061"/>
                  <a:pt x="1218355" y="1455061"/>
                </a:cubicBezTo>
                <a:lnTo>
                  <a:pt x="1227826" y="1438695"/>
                </a:lnTo>
                <a:cubicBezTo>
                  <a:pt x="1228076" y="1438279"/>
                  <a:pt x="1228491" y="1438030"/>
                  <a:pt x="1228990" y="1438030"/>
                </a:cubicBezTo>
                <a:lnTo>
                  <a:pt x="1247932" y="1438030"/>
                </a:lnTo>
                <a:cubicBezTo>
                  <a:pt x="1248430" y="1438030"/>
                  <a:pt x="1249095" y="1438695"/>
                  <a:pt x="1249095" y="1438695"/>
                </a:cubicBezTo>
                <a:lnTo>
                  <a:pt x="1258565" y="1455061"/>
                </a:lnTo>
                <a:cubicBezTo>
                  <a:pt x="1258814" y="1455477"/>
                  <a:pt x="1258566" y="1456390"/>
                  <a:pt x="1258566" y="1456390"/>
                </a:cubicBezTo>
                <a:lnTo>
                  <a:pt x="1249094" y="1472757"/>
                </a:lnTo>
                <a:cubicBezTo>
                  <a:pt x="1248846" y="1473173"/>
                  <a:pt x="1248429" y="1473422"/>
                  <a:pt x="1247932" y="1473422"/>
                </a:cubicBezTo>
                <a:close/>
                <a:moveTo>
                  <a:pt x="1349362" y="1505676"/>
                </a:moveTo>
                <a:cubicBezTo>
                  <a:pt x="1348863" y="1505676"/>
                  <a:pt x="1348199" y="1505011"/>
                  <a:pt x="1348199" y="1505011"/>
                </a:cubicBezTo>
                <a:lnTo>
                  <a:pt x="1338728" y="1488644"/>
                </a:lnTo>
                <a:cubicBezTo>
                  <a:pt x="1338478" y="1488229"/>
                  <a:pt x="1338728" y="1487315"/>
                  <a:pt x="1338728" y="1487315"/>
                </a:cubicBezTo>
                <a:lnTo>
                  <a:pt x="1348199" y="1470949"/>
                </a:lnTo>
                <a:cubicBezTo>
                  <a:pt x="1348448" y="1470533"/>
                  <a:pt x="1348863" y="1470284"/>
                  <a:pt x="1349362" y="1470284"/>
                </a:cubicBezTo>
                <a:lnTo>
                  <a:pt x="1368304" y="1470284"/>
                </a:lnTo>
                <a:cubicBezTo>
                  <a:pt x="1368802" y="1470284"/>
                  <a:pt x="1369467" y="1470949"/>
                  <a:pt x="1369467" y="1470949"/>
                </a:cubicBezTo>
                <a:lnTo>
                  <a:pt x="1378938" y="1487315"/>
                </a:lnTo>
                <a:cubicBezTo>
                  <a:pt x="1379187" y="1487731"/>
                  <a:pt x="1378938" y="1488644"/>
                  <a:pt x="1378938" y="1488644"/>
                </a:cubicBezTo>
                <a:lnTo>
                  <a:pt x="1369467" y="1505011"/>
                </a:lnTo>
                <a:cubicBezTo>
                  <a:pt x="1369218" y="1505427"/>
                  <a:pt x="1368802" y="1505676"/>
                  <a:pt x="1368304" y="1505676"/>
                </a:cubicBezTo>
                <a:close/>
                <a:moveTo>
                  <a:pt x="1289091" y="1489632"/>
                </a:moveTo>
                <a:cubicBezTo>
                  <a:pt x="1288592" y="1489631"/>
                  <a:pt x="1287928" y="1488966"/>
                  <a:pt x="1287928" y="1488966"/>
                </a:cubicBezTo>
                <a:lnTo>
                  <a:pt x="1278457" y="1472518"/>
                </a:lnTo>
                <a:cubicBezTo>
                  <a:pt x="1278207" y="1472102"/>
                  <a:pt x="1278457" y="1471189"/>
                  <a:pt x="1278457" y="1471189"/>
                </a:cubicBezTo>
                <a:lnTo>
                  <a:pt x="1288011" y="1454739"/>
                </a:lnTo>
                <a:cubicBezTo>
                  <a:pt x="1288260" y="1454323"/>
                  <a:pt x="1288675" y="1454074"/>
                  <a:pt x="1289174" y="1454073"/>
                </a:cubicBezTo>
                <a:lnTo>
                  <a:pt x="1308199" y="1454074"/>
                </a:lnTo>
                <a:cubicBezTo>
                  <a:pt x="1308698" y="1454074"/>
                  <a:pt x="1309362" y="1454739"/>
                  <a:pt x="1309362" y="1454739"/>
                </a:cubicBezTo>
                <a:lnTo>
                  <a:pt x="1318833" y="1471189"/>
                </a:lnTo>
                <a:cubicBezTo>
                  <a:pt x="1319083" y="1471604"/>
                  <a:pt x="1318833" y="1472517"/>
                  <a:pt x="1318833" y="1472517"/>
                </a:cubicBezTo>
                <a:lnTo>
                  <a:pt x="1309279" y="1488966"/>
                </a:lnTo>
                <a:cubicBezTo>
                  <a:pt x="1309030" y="1489382"/>
                  <a:pt x="1308615" y="1489632"/>
                  <a:pt x="1308116" y="1489632"/>
                </a:cubicBezTo>
                <a:close/>
                <a:moveTo>
                  <a:pt x="1409464" y="1521885"/>
                </a:moveTo>
                <a:cubicBezTo>
                  <a:pt x="1408965" y="1521885"/>
                  <a:pt x="1408301" y="1521220"/>
                  <a:pt x="1408301" y="1521220"/>
                </a:cubicBezTo>
                <a:lnTo>
                  <a:pt x="1398830" y="1504771"/>
                </a:lnTo>
                <a:cubicBezTo>
                  <a:pt x="1398580" y="1504355"/>
                  <a:pt x="1398830" y="1503442"/>
                  <a:pt x="1398830" y="1503442"/>
                </a:cubicBezTo>
                <a:lnTo>
                  <a:pt x="1408384" y="1486992"/>
                </a:lnTo>
                <a:cubicBezTo>
                  <a:pt x="1408633" y="1486576"/>
                  <a:pt x="1409048" y="1486327"/>
                  <a:pt x="1409547" y="1486327"/>
                </a:cubicBezTo>
                <a:lnTo>
                  <a:pt x="1428572" y="1486327"/>
                </a:lnTo>
                <a:cubicBezTo>
                  <a:pt x="1429071" y="1486327"/>
                  <a:pt x="1429735" y="1486992"/>
                  <a:pt x="1429735" y="1486992"/>
                </a:cubicBezTo>
                <a:lnTo>
                  <a:pt x="1439206" y="1503442"/>
                </a:lnTo>
                <a:cubicBezTo>
                  <a:pt x="1439456" y="1503857"/>
                  <a:pt x="1439206" y="1504771"/>
                  <a:pt x="1439206" y="1504771"/>
                </a:cubicBezTo>
                <a:lnTo>
                  <a:pt x="1429652" y="1521220"/>
                </a:lnTo>
                <a:cubicBezTo>
                  <a:pt x="1429403" y="1521636"/>
                  <a:pt x="1428988" y="1521885"/>
                  <a:pt x="1428489" y="1521885"/>
                </a:cubicBezTo>
                <a:close/>
                <a:moveTo>
                  <a:pt x="1469629" y="1538175"/>
                </a:moveTo>
                <a:cubicBezTo>
                  <a:pt x="1469130" y="1538175"/>
                  <a:pt x="1468466" y="1537510"/>
                  <a:pt x="1468466" y="1537510"/>
                </a:cubicBezTo>
                <a:lnTo>
                  <a:pt x="1458912" y="1520978"/>
                </a:lnTo>
                <a:cubicBezTo>
                  <a:pt x="1458663" y="1520562"/>
                  <a:pt x="1458912" y="1519648"/>
                  <a:pt x="1458912" y="1519648"/>
                </a:cubicBezTo>
                <a:lnTo>
                  <a:pt x="1468466" y="1503116"/>
                </a:lnTo>
                <a:cubicBezTo>
                  <a:pt x="1468715" y="1502700"/>
                  <a:pt x="1469130" y="1502451"/>
                  <a:pt x="1469629" y="1502451"/>
                </a:cubicBezTo>
                <a:lnTo>
                  <a:pt x="1488737" y="1502451"/>
                </a:lnTo>
                <a:cubicBezTo>
                  <a:pt x="1489236" y="1502451"/>
                  <a:pt x="1489900" y="1503116"/>
                  <a:pt x="1489900" y="1503116"/>
                </a:cubicBezTo>
                <a:lnTo>
                  <a:pt x="1499454" y="1519648"/>
                </a:lnTo>
                <a:cubicBezTo>
                  <a:pt x="1499703" y="1520065"/>
                  <a:pt x="1499454" y="1520978"/>
                  <a:pt x="1499454" y="1520978"/>
                </a:cubicBezTo>
                <a:lnTo>
                  <a:pt x="1489900" y="1537510"/>
                </a:lnTo>
                <a:cubicBezTo>
                  <a:pt x="1489651" y="1537926"/>
                  <a:pt x="1489236" y="1538175"/>
                  <a:pt x="1488737" y="1538175"/>
                </a:cubicBezTo>
                <a:close/>
                <a:moveTo>
                  <a:pt x="1710290" y="1602860"/>
                </a:moveTo>
                <a:cubicBezTo>
                  <a:pt x="1709791" y="1602859"/>
                  <a:pt x="1709375" y="1602611"/>
                  <a:pt x="1709126" y="1602195"/>
                </a:cubicBezTo>
                <a:lnTo>
                  <a:pt x="1699489" y="1585496"/>
                </a:lnTo>
                <a:cubicBezTo>
                  <a:pt x="1699240" y="1585081"/>
                  <a:pt x="1699240" y="1584583"/>
                  <a:pt x="1699489" y="1584167"/>
                </a:cubicBezTo>
                <a:lnTo>
                  <a:pt x="1709126" y="1567468"/>
                </a:lnTo>
                <a:cubicBezTo>
                  <a:pt x="1709375" y="1567052"/>
                  <a:pt x="1709792" y="1566804"/>
                  <a:pt x="1710290" y="1566804"/>
                </a:cubicBezTo>
                <a:lnTo>
                  <a:pt x="1729646" y="1566803"/>
                </a:lnTo>
                <a:cubicBezTo>
                  <a:pt x="1730145" y="1566804"/>
                  <a:pt x="1730561" y="1567053"/>
                  <a:pt x="1730810" y="1567469"/>
                </a:cubicBezTo>
                <a:lnTo>
                  <a:pt x="1740447" y="1584168"/>
                </a:lnTo>
                <a:cubicBezTo>
                  <a:pt x="1740696" y="1584582"/>
                  <a:pt x="1740696" y="1585080"/>
                  <a:pt x="1740448" y="1585496"/>
                </a:cubicBezTo>
                <a:lnTo>
                  <a:pt x="1730810" y="1602195"/>
                </a:lnTo>
                <a:cubicBezTo>
                  <a:pt x="1730561" y="1602611"/>
                  <a:pt x="1730145" y="1602859"/>
                  <a:pt x="1729646" y="1602859"/>
                </a:cubicBezTo>
                <a:close/>
                <a:moveTo>
                  <a:pt x="1770476" y="1618987"/>
                </a:moveTo>
                <a:cubicBezTo>
                  <a:pt x="1769978" y="1618986"/>
                  <a:pt x="1769562" y="1618738"/>
                  <a:pt x="1769313" y="1618322"/>
                </a:cubicBezTo>
                <a:lnTo>
                  <a:pt x="1759676" y="1601624"/>
                </a:lnTo>
                <a:cubicBezTo>
                  <a:pt x="1759427" y="1601208"/>
                  <a:pt x="1759427" y="1600710"/>
                  <a:pt x="1759676" y="1600294"/>
                </a:cubicBezTo>
                <a:lnTo>
                  <a:pt x="1769313" y="1583595"/>
                </a:lnTo>
                <a:cubicBezTo>
                  <a:pt x="1769562" y="1583179"/>
                  <a:pt x="1769978" y="1582931"/>
                  <a:pt x="1770476" y="1582931"/>
                </a:cubicBezTo>
                <a:lnTo>
                  <a:pt x="1789833" y="1582930"/>
                </a:lnTo>
                <a:cubicBezTo>
                  <a:pt x="1790332" y="1582931"/>
                  <a:pt x="1790748" y="1583180"/>
                  <a:pt x="1790997" y="1583596"/>
                </a:cubicBezTo>
                <a:lnTo>
                  <a:pt x="1800634" y="1600295"/>
                </a:lnTo>
                <a:cubicBezTo>
                  <a:pt x="1800883" y="1600709"/>
                  <a:pt x="1800883" y="1601207"/>
                  <a:pt x="1800634" y="1601623"/>
                </a:cubicBezTo>
                <a:lnTo>
                  <a:pt x="1790997" y="1618322"/>
                </a:lnTo>
                <a:cubicBezTo>
                  <a:pt x="1790748" y="1618738"/>
                  <a:pt x="1790332" y="1618986"/>
                  <a:pt x="1789833" y="1618987"/>
                </a:cubicBezTo>
                <a:close/>
                <a:moveTo>
                  <a:pt x="2011221" y="1683494"/>
                </a:moveTo>
                <a:cubicBezTo>
                  <a:pt x="2010722" y="1683494"/>
                  <a:pt x="2010307" y="1683245"/>
                  <a:pt x="2010058" y="1682830"/>
                </a:cubicBezTo>
                <a:lnTo>
                  <a:pt x="2000421" y="1666131"/>
                </a:lnTo>
                <a:cubicBezTo>
                  <a:pt x="2000171" y="1665715"/>
                  <a:pt x="2000172" y="1665217"/>
                  <a:pt x="2000421" y="1664802"/>
                </a:cubicBezTo>
                <a:lnTo>
                  <a:pt x="2010058" y="1648103"/>
                </a:lnTo>
                <a:cubicBezTo>
                  <a:pt x="2010307" y="1647687"/>
                  <a:pt x="2010723" y="1647438"/>
                  <a:pt x="2011221" y="1647438"/>
                </a:cubicBezTo>
                <a:lnTo>
                  <a:pt x="2030577" y="1647438"/>
                </a:lnTo>
                <a:cubicBezTo>
                  <a:pt x="2031076" y="1647438"/>
                  <a:pt x="2031493" y="1647687"/>
                  <a:pt x="2031741" y="1648103"/>
                </a:cubicBezTo>
                <a:lnTo>
                  <a:pt x="2041379" y="1664802"/>
                </a:lnTo>
                <a:cubicBezTo>
                  <a:pt x="2041627" y="1665217"/>
                  <a:pt x="2041627" y="1665715"/>
                  <a:pt x="2041379" y="1666131"/>
                </a:cubicBezTo>
                <a:lnTo>
                  <a:pt x="2031741" y="1682830"/>
                </a:lnTo>
                <a:cubicBezTo>
                  <a:pt x="2031492" y="1683245"/>
                  <a:pt x="2031076" y="1683494"/>
                  <a:pt x="2030577" y="1683494"/>
                </a:cubicBezTo>
                <a:close/>
                <a:moveTo>
                  <a:pt x="1589867" y="1570683"/>
                </a:moveTo>
                <a:cubicBezTo>
                  <a:pt x="1589369" y="1570683"/>
                  <a:pt x="1588953" y="1570434"/>
                  <a:pt x="1588704" y="1570018"/>
                </a:cubicBezTo>
                <a:lnTo>
                  <a:pt x="1578984" y="1553153"/>
                </a:lnTo>
                <a:cubicBezTo>
                  <a:pt x="1578735" y="1552655"/>
                  <a:pt x="1578735" y="1552157"/>
                  <a:pt x="1578984" y="1551741"/>
                </a:cubicBezTo>
                <a:lnTo>
                  <a:pt x="1588704" y="1534876"/>
                </a:lnTo>
                <a:cubicBezTo>
                  <a:pt x="1588953" y="1534460"/>
                  <a:pt x="1589369" y="1534211"/>
                  <a:pt x="1589867" y="1534211"/>
                </a:cubicBezTo>
                <a:lnTo>
                  <a:pt x="1609308" y="1534211"/>
                </a:lnTo>
                <a:cubicBezTo>
                  <a:pt x="1609806" y="1534211"/>
                  <a:pt x="1610222" y="1534460"/>
                  <a:pt x="1610471" y="1534876"/>
                </a:cubicBezTo>
                <a:lnTo>
                  <a:pt x="1620191" y="1551741"/>
                </a:lnTo>
                <a:cubicBezTo>
                  <a:pt x="1620441" y="1552239"/>
                  <a:pt x="1620441" y="1552738"/>
                  <a:pt x="1620191" y="1553153"/>
                </a:cubicBezTo>
                <a:lnTo>
                  <a:pt x="1610471" y="1570018"/>
                </a:lnTo>
                <a:cubicBezTo>
                  <a:pt x="1610222" y="1570434"/>
                  <a:pt x="1609806" y="1570683"/>
                  <a:pt x="1609308" y="1570683"/>
                </a:cubicBezTo>
                <a:close/>
                <a:moveTo>
                  <a:pt x="2071357" y="1699698"/>
                </a:moveTo>
                <a:cubicBezTo>
                  <a:pt x="2070859" y="1699698"/>
                  <a:pt x="2070443" y="1699449"/>
                  <a:pt x="2070194" y="1699033"/>
                </a:cubicBezTo>
                <a:lnTo>
                  <a:pt x="2060474" y="1682168"/>
                </a:lnTo>
                <a:cubicBezTo>
                  <a:pt x="2060225" y="1681670"/>
                  <a:pt x="2060225" y="1681171"/>
                  <a:pt x="2060474" y="1680756"/>
                </a:cubicBezTo>
                <a:lnTo>
                  <a:pt x="2070194" y="1663891"/>
                </a:lnTo>
                <a:cubicBezTo>
                  <a:pt x="2070443" y="1663475"/>
                  <a:pt x="2070859" y="1663226"/>
                  <a:pt x="2071357" y="1663226"/>
                </a:cubicBezTo>
                <a:lnTo>
                  <a:pt x="2090798" y="1663226"/>
                </a:lnTo>
                <a:cubicBezTo>
                  <a:pt x="2091296" y="1663226"/>
                  <a:pt x="2091712" y="1663475"/>
                  <a:pt x="2091961" y="1663891"/>
                </a:cubicBezTo>
                <a:lnTo>
                  <a:pt x="2101681" y="1680756"/>
                </a:lnTo>
                <a:cubicBezTo>
                  <a:pt x="2101931" y="1681254"/>
                  <a:pt x="2101931" y="1681753"/>
                  <a:pt x="2101681" y="1682168"/>
                </a:cubicBezTo>
                <a:lnTo>
                  <a:pt x="2091961" y="1699033"/>
                </a:lnTo>
                <a:cubicBezTo>
                  <a:pt x="2091712" y="1699449"/>
                  <a:pt x="2091296" y="1699698"/>
                  <a:pt x="2090798" y="1699698"/>
                </a:cubicBezTo>
                <a:close/>
                <a:moveTo>
                  <a:pt x="1950901" y="1667527"/>
                </a:moveTo>
                <a:cubicBezTo>
                  <a:pt x="1950403" y="1667527"/>
                  <a:pt x="1949988" y="1667279"/>
                  <a:pt x="1949738" y="1666862"/>
                </a:cubicBezTo>
                <a:lnTo>
                  <a:pt x="1940018" y="1649914"/>
                </a:lnTo>
                <a:cubicBezTo>
                  <a:pt x="1939770" y="1649499"/>
                  <a:pt x="1939769" y="1648917"/>
                  <a:pt x="1940019" y="1648502"/>
                </a:cubicBezTo>
                <a:lnTo>
                  <a:pt x="1949822" y="1631555"/>
                </a:lnTo>
                <a:cubicBezTo>
                  <a:pt x="1950070" y="1631138"/>
                  <a:pt x="1950486" y="1630890"/>
                  <a:pt x="1950985" y="1630889"/>
                </a:cubicBezTo>
                <a:lnTo>
                  <a:pt x="1970509" y="1630889"/>
                </a:lnTo>
                <a:cubicBezTo>
                  <a:pt x="1971007" y="1630890"/>
                  <a:pt x="1971422" y="1631138"/>
                  <a:pt x="1971672" y="1631555"/>
                </a:cubicBezTo>
                <a:lnTo>
                  <a:pt x="1981391" y="1648502"/>
                </a:lnTo>
                <a:cubicBezTo>
                  <a:pt x="1981641" y="1648918"/>
                  <a:pt x="1981641" y="1649499"/>
                  <a:pt x="1981391" y="1649914"/>
                </a:cubicBezTo>
                <a:lnTo>
                  <a:pt x="1971588" y="1666862"/>
                </a:lnTo>
                <a:cubicBezTo>
                  <a:pt x="1971339" y="1667278"/>
                  <a:pt x="1970923" y="1667527"/>
                  <a:pt x="1970425" y="1667527"/>
                </a:cubicBezTo>
                <a:close/>
                <a:moveTo>
                  <a:pt x="1649971" y="1586975"/>
                </a:moveTo>
                <a:cubicBezTo>
                  <a:pt x="1649555" y="1586975"/>
                  <a:pt x="1649057" y="1586726"/>
                  <a:pt x="1648807" y="1586310"/>
                </a:cubicBezTo>
                <a:lnTo>
                  <a:pt x="1639004" y="1569279"/>
                </a:lnTo>
                <a:cubicBezTo>
                  <a:pt x="1638755" y="1568864"/>
                  <a:pt x="1638755" y="1568282"/>
                  <a:pt x="1639004" y="1567867"/>
                </a:cubicBezTo>
                <a:lnTo>
                  <a:pt x="1648807" y="1550836"/>
                </a:lnTo>
                <a:cubicBezTo>
                  <a:pt x="1649057" y="1550420"/>
                  <a:pt x="1649472" y="1550171"/>
                  <a:pt x="1649971" y="1550171"/>
                </a:cubicBezTo>
                <a:lnTo>
                  <a:pt x="1669577" y="1550171"/>
                </a:lnTo>
                <a:cubicBezTo>
                  <a:pt x="1669992" y="1550171"/>
                  <a:pt x="1670491" y="1550420"/>
                  <a:pt x="1670740" y="1550836"/>
                </a:cubicBezTo>
                <a:lnTo>
                  <a:pt x="1680544" y="1567867"/>
                </a:lnTo>
                <a:cubicBezTo>
                  <a:pt x="1680793" y="1568282"/>
                  <a:pt x="1680793" y="1568864"/>
                  <a:pt x="1680544" y="1569279"/>
                </a:cubicBezTo>
                <a:lnTo>
                  <a:pt x="1670740" y="1586310"/>
                </a:lnTo>
                <a:cubicBezTo>
                  <a:pt x="1670491" y="1586726"/>
                  <a:pt x="1670076" y="1586975"/>
                  <a:pt x="1669577" y="1586975"/>
                </a:cubicBezTo>
                <a:close/>
                <a:moveTo>
                  <a:pt x="1890717" y="1651483"/>
                </a:moveTo>
                <a:cubicBezTo>
                  <a:pt x="1890301" y="1651483"/>
                  <a:pt x="1889803" y="1651234"/>
                  <a:pt x="1889553" y="1650818"/>
                </a:cubicBezTo>
                <a:lnTo>
                  <a:pt x="1879750" y="1633787"/>
                </a:lnTo>
                <a:cubicBezTo>
                  <a:pt x="1879501" y="1633372"/>
                  <a:pt x="1879501" y="1632790"/>
                  <a:pt x="1879750" y="1632375"/>
                </a:cubicBezTo>
                <a:lnTo>
                  <a:pt x="1889553" y="1615344"/>
                </a:lnTo>
                <a:cubicBezTo>
                  <a:pt x="1889803" y="1614928"/>
                  <a:pt x="1890217" y="1614679"/>
                  <a:pt x="1890716" y="1614679"/>
                </a:cubicBezTo>
                <a:lnTo>
                  <a:pt x="1910322" y="1614679"/>
                </a:lnTo>
                <a:cubicBezTo>
                  <a:pt x="1910738" y="1614679"/>
                  <a:pt x="1911237" y="1614928"/>
                  <a:pt x="1911485" y="1615344"/>
                </a:cubicBezTo>
                <a:lnTo>
                  <a:pt x="1921290" y="1632375"/>
                </a:lnTo>
                <a:cubicBezTo>
                  <a:pt x="1921539" y="1632790"/>
                  <a:pt x="1921539" y="1633372"/>
                  <a:pt x="1921290" y="1633787"/>
                </a:cubicBezTo>
                <a:lnTo>
                  <a:pt x="1911486" y="1650818"/>
                </a:lnTo>
                <a:cubicBezTo>
                  <a:pt x="1911237" y="1651234"/>
                  <a:pt x="1910821" y="1651483"/>
                  <a:pt x="1910322" y="1651483"/>
                </a:cubicBezTo>
                <a:close/>
                <a:moveTo>
                  <a:pt x="2191460" y="1732446"/>
                </a:moveTo>
                <a:cubicBezTo>
                  <a:pt x="2190961" y="1732446"/>
                  <a:pt x="2190462" y="1732197"/>
                  <a:pt x="2190213" y="1731782"/>
                </a:cubicBezTo>
                <a:lnTo>
                  <a:pt x="2180243" y="1714501"/>
                </a:lnTo>
                <a:cubicBezTo>
                  <a:pt x="2179994" y="1714086"/>
                  <a:pt x="2179994" y="1713504"/>
                  <a:pt x="2180243" y="1713089"/>
                </a:cubicBezTo>
                <a:lnTo>
                  <a:pt x="2190213" y="1695809"/>
                </a:lnTo>
                <a:cubicBezTo>
                  <a:pt x="2190463" y="1695393"/>
                  <a:pt x="2190961" y="1695144"/>
                  <a:pt x="2191459" y="1695144"/>
                </a:cubicBezTo>
                <a:lnTo>
                  <a:pt x="2211398" y="1695144"/>
                </a:lnTo>
                <a:cubicBezTo>
                  <a:pt x="2211896" y="1695144"/>
                  <a:pt x="2212395" y="1695393"/>
                  <a:pt x="2212644" y="1695809"/>
                </a:cubicBezTo>
                <a:lnTo>
                  <a:pt x="2222614" y="1713089"/>
                </a:lnTo>
                <a:cubicBezTo>
                  <a:pt x="2222864" y="1713504"/>
                  <a:pt x="2222864" y="1714086"/>
                  <a:pt x="2222614" y="1714501"/>
                </a:cubicBezTo>
                <a:lnTo>
                  <a:pt x="2212644" y="1731782"/>
                </a:lnTo>
                <a:cubicBezTo>
                  <a:pt x="2212395" y="1732197"/>
                  <a:pt x="2211896" y="1732446"/>
                  <a:pt x="2211398" y="1732446"/>
                </a:cubicBezTo>
                <a:close/>
                <a:moveTo>
                  <a:pt x="1830281" y="1635772"/>
                </a:moveTo>
                <a:cubicBezTo>
                  <a:pt x="1829782" y="1635772"/>
                  <a:pt x="1829284" y="1635440"/>
                  <a:pt x="1829035" y="1635024"/>
                </a:cubicBezTo>
                <a:lnTo>
                  <a:pt x="1819065" y="1617661"/>
                </a:lnTo>
                <a:cubicBezTo>
                  <a:pt x="1818816" y="1617245"/>
                  <a:pt x="1818816" y="1616664"/>
                  <a:pt x="1819065" y="1616248"/>
                </a:cubicBezTo>
                <a:lnTo>
                  <a:pt x="1829118" y="1598885"/>
                </a:lnTo>
                <a:cubicBezTo>
                  <a:pt x="1829367" y="1598386"/>
                  <a:pt x="1829865" y="1598137"/>
                  <a:pt x="1830364" y="1598137"/>
                </a:cubicBezTo>
                <a:lnTo>
                  <a:pt x="1850386" y="1598137"/>
                </a:lnTo>
                <a:cubicBezTo>
                  <a:pt x="1850885" y="1598137"/>
                  <a:pt x="1851383" y="1598469"/>
                  <a:pt x="1851632" y="1598885"/>
                </a:cubicBezTo>
                <a:lnTo>
                  <a:pt x="1861602" y="1616248"/>
                </a:lnTo>
                <a:cubicBezTo>
                  <a:pt x="1861851" y="1616664"/>
                  <a:pt x="1861851" y="1617245"/>
                  <a:pt x="1861602" y="1617661"/>
                </a:cubicBezTo>
                <a:lnTo>
                  <a:pt x="1851549" y="1635024"/>
                </a:lnTo>
                <a:cubicBezTo>
                  <a:pt x="1851300" y="1635523"/>
                  <a:pt x="1850801" y="1635772"/>
                  <a:pt x="1850303" y="1635772"/>
                </a:cubicBezTo>
                <a:close/>
                <a:moveTo>
                  <a:pt x="2131212" y="1716406"/>
                </a:moveTo>
                <a:cubicBezTo>
                  <a:pt x="2130713" y="1716406"/>
                  <a:pt x="2130215" y="1716074"/>
                  <a:pt x="2129966" y="1715658"/>
                </a:cubicBezTo>
                <a:lnTo>
                  <a:pt x="2119996" y="1698295"/>
                </a:lnTo>
                <a:cubicBezTo>
                  <a:pt x="2119747" y="1697879"/>
                  <a:pt x="2119747" y="1697298"/>
                  <a:pt x="2119996" y="1696882"/>
                </a:cubicBezTo>
                <a:lnTo>
                  <a:pt x="2130049" y="1679519"/>
                </a:lnTo>
                <a:cubicBezTo>
                  <a:pt x="2130298" y="1679020"/>
                  <a:pt x="2130796" y="1678771"/>
                  <a:pt x="2131295" y="1678771"/>
                </a:cubicBezTo>
                <a:lnTo>
                  <a:pt x="2151317" y="1678771"/>
                </a:lnTo>
                <a:cubicBezTo>
                  <a:pt x="2151816" y="1678771"/>
                  <a:pt x="2152314" y="1679103"/>
                  <a:pt x="2152563" y="1679519"/>
                </a:cubicBezTo>
                <a:lnTo>
                  <a:pt x="2162533" y="1696882"/>
                </a:lnTo>
                <a:cubicBezTo>
                  <a:pt x="2162782" y="1697298"/>
                  <a:pt x="2162782" y="1697879"/>
                  <a:pt x="2162533" y="1698295"/>
                </a:cubicBezTo>
                <a:lnTo>
                  <a:pt x="2152480" y="1715658"/>
                </a:lnTo>
                <a:cubicBezTo>
                  <a:pt x="2152231" y="1716157"/>
                  <a:pt x="2151732" y="1716406"/>
                  <a:pt x="2151234" y="1716406"/>
                </a:cubicBezTo>
                <a:close/>
                <a:moveTo>
                  <a:pt x="2612702" y="1845421"/>
                </a:moveTo>
                <a:cubicBezTo>
                  <a:pt x="2612203" y="1845421"/>
                  <a:pt x="2611705" y="1845089"/>
                  <a:pt x="2611456" y="1844673"/>
                </a:cubicBezTo>
                <a:lnTo>
                  <a:pt x="2601486" y="1827310"/>
                </a:lnTo>
                <a:cubicBezTo>
                  <a:pt x="2601237" y="1826894"/>
                  <a:pt x="2601237" y="1826313"/>
                  <a:pt x="2601486" y="1825897"/>
                </a:cubicBezTo>
                <a:lnTo>
                  <a:pt x="2611538" y="1808534"/>
                </a:lnTo>
                <a:cubicBezTo>
                  <a:pt x="2611788" y="1808035"/>
                  <a:pt x="2612286" y="1807786"/>
                  <a:pt x="2612785" y="1807786"/>
                </a:cubicBezTo>
                <a:lnTo>
                  <a:pt x="2632807" y="1807786"/>
                </a:lnTo>
                <a:cubicBezTo>
                  <a:pt x="2633305" y="1807786"/>
                  <a:pt x="2633804" y="1808118"/>
                  <a:pt x="2634053" y="1808534"/>
                </a:cubicBezTo>
                <a:lnTo>
                  <a:pt x="2644022" y="1825897"/>
                </a:lnTo>
                <a:cubicBezTo>
                  <a:pt x="2644272" y="1826313"/>
                  <a:pt x="2644272" y="1826894"/>
                  <a:pt x="2644022" y="1827310"/>
                </a:cubicBezTo>
                <a:lnTo>
                  <a:pt x="2633970" y="1844673"/>
                </a:lnTo>
                <a:cubicBezTo>
                  <a:pt x="2633721" y="1845172"/>
                  <a:pt x="2633222" y="1845421"/>
                  <a:pt x="2632724" y="1845421"/>
                </a:cubicBezTo>
                <a:close/>
                <a:moveTo>
                  <a:pt x="2371957" y="1780996"/>
                </a:moveTo>
                <a:cubicBezTo>
                  <a:pt x="2371458" y="1780996"/>
                  <a:pt x="2370960" y="1780664"/>
                  <a:pt x="2370711" y="1780248"/>
                </a:cubicBezTo>
                <a:lnTo>
                  <a:pt x="2360658" y="1762802"/>
                </a:lnTo>
                <a:cubicBezTo>
                  <a:pt x="2360409" y="1762386"/>
                  <a:pt x="2360409" y="1761805"/>
                  <a:pt x="2360658" y="1761389"/>
                </a:cubicBezTo>
                <a:lnTo>
                  <a:pt x="2370711" y="1743944"/>
                </a:lnTo>
                <a:cubicBezTo>
                  <a:pt x="2370960" y="1743444"/>
                  <a:pt x="2371458" y="1743195"/>
                  <a:pt x="2371957" y="1743196"/>
                </a:cubicBezTo>
                <a:lnTo>
                  <a:pt x="2392062" y="1743195"/>
                </a:lnTo>
                <a:cubicBezTo>
                  <a:pt x="2392560" y="1743195"/>
                  <a:pt x="2393058" y="1743527"/>
                  <a:pt x="2393308" y="1743943"/>
                </a:cubicBezTo>
                <a:lnTo>
                  <a:pt x="2403360" y="1761389"/>
                </a:lnTo>
                <a:cubicBezTo>
                  <a:pt x="2403610" y="1761806"/>
                  <a:pt x="2403610" y="1762386"/>
                  <a:pt x="2403361" y="1762802"/>
                </a:cubicBezTo>
                <a:lnTo>
                  <a:pt x="2393308" y="1780248"/>
                </a:lnTo>
                <a:cubicBezTo>
                  <a:pt x="2393059" y="1780747"/>
                  <a:pt x="2392560" y="1780996"/>
                  <a:pt x="2392062" y="1780996"/>
                </a:cubicBezTo>
                <a:close/>
                <a:moveTo>
                  <a:pt x="2251583" y="1748743"/>
                </a:moveTo>
                <a:cubicBezTo>
                  <a:pt x="2251085" y="1748743"/>
                  <a:pt x="2250586" y="1748411"/>
                  <a:pt x="2250337" y="1747995"/>
                </a:cubicBezTo>
                <a:lnTo>
                  <a:pt x="2240285" y="1730549"/>
                </a:lnTo>
                <a:cubicBezTo>
                  <a:pt x="2240036" y="1730133"/>
                  <a:pt x="2240036" y="1729552"/>
                  <a:pt x="2240285" y="1729136"/>
                </a:cubicBezTo>
                <a:lnTo>
                  <a:pt x="2250337" y="1711690"/>
                </a:lnTo>
                <a:cubicBezTo>
                  <a:pt x="2250586" y="1711191"/>
                  <a:pt x="2251085" y="1710942"/>
                  <a:pt x="2251583" y="1710942"/>
                </a:cubicBezTo>
                <a:lnTo>
                  <a:pt x="2271689" y="1710942"/>
                </a:lnTo>
                <a:cubicBezTo>
                  <a:pt x="2272187" y="1710942"/>
                  <a:pt x="2272686" y="1711274"/>
                  <a:pt x="2272935" y="1711690"/>
                </a:cubicBezTo>
                <a:lnTo>
                  <a:pt x="2282988" y="1729136"/>
                </a:lnTo>
                <a:cubicBezTo>
                  <a:pt x="2283237" y="1729552"/>
                  <a:pt x="2283237" y="1730133"/>
                  <a:pt x="2282988" y="1730549"/>
                </a:cubicBezTo>
                <a:lnTo>
                  <a:pt x="2272935" y="1747995"/>
                </a:lnTo>
                <a:cubicBezTo>
                  <a:pt x="2272686" y="1748494"/>
                  <a:pt x="2272187" y="1748743"/>
                  <a:pt x="2271689" y="1748743"/>
                </a:cubicBezTo>
                <a:close/>
                <a:moveTo>
                  <a:pt x="1529266" y="1555303"/>
                </a:moveTo>
                <a:cubicBezTo>
                  <a:pt x="1528767" y="1555304"/>
                  <a:pt x="1528269" y="1554972"/>
                  <a:pt x="1528021" y="1554557"/>
                </a:cubicBezTo>
                <a:lnTo>
                  <a:pt x="1517884" y="1537027"/>
                </a:lnTo>
                <a:cubicBezTo>
                  <a:pt x="1517636" y="1536610"/>
                  <a:pt x="1517635" y="1536029"/>
                  <a:pt x="1517884" y="1535614"/>
                </a:cubicBezTo>
                <a:lnTo>
                  <a:pt x="1528020" y="1518084"/>
                </a:lnTo>
                <a:cubicBezTo>
                  <a:pt x="1528269" y="1517585"/>
                  <a:pt x="1528767" y="1517337"/>
                  <a:pt x="1529266" y="1517337"/>
                </a:cubicBezTo>
                <a:lnTo>
                  <a:pt x="1549538" y="1517337"/>
                </a:lnTo>
                <a:cubicBezTo>
                  <a:pt x="1550037" y="1517336"/>
                  <a:pt x="1550535" y="1517668"/>
                  <a:pt x="1550783" y="1518085"/>
                </a:cubicBezTo>
                <a:lnTo>
                  <a:pt x="1560919" y="1535614"/>
                </a:lnTo>
                <a:cubicBezTo>
                  <a:pt x="1561168" y="1536030"/>
                  <a:pt x="1561168" y="1536611"/>
                  <a:pt x="1560919" y="1537027"/>
                </a:cubicBezTo>
                <a:lnTo>
                  <a:pt x="1550783" y="1554556"/>
                </a:lnTo>
                <a:cubicBezTo>
                  <a:pt x="1550534" y="1555055"/>
                  <a:pt x="1550036" y="1555303"/>
                  <a:pt x="1549537" y="1555304"/>
                </a:cubicBezTo>
                <a:close/>
                <a:moveTo>
                  <a:pt x="3695971" y="2135870"/>
                </a:moveTo>
                <a:cubicBezTo>
                  <a:pt x="3695472" y="2135870"/>
                  <a:pt x="3694974" y="2135538"/>
                  <a:pt x="3694726" y="2135123"/>
                </a:cubicBezTo>
                <a:lnTo>
                  <a:pt x="3684589" y="2117593"/>
                </a:lnTo>
                <a:cubicBezTo>
                  <a:pt x="3684340" y="2117177"/>
                  <a:pt x="3684340" y="2116596"/>
                  <a:pt x="3684589" y="2116181"/>
                </a:cubicBezTo>
                <a:lnTo>
                  <a:pt x="3694725" y="2098651"/>
                </a:lnTo>
                <a:cubicBezTo>
                  <a:pt x="3694974" y="2098152"/>
                  <a:pt x="3695472" y="2097903"/>
                  <a:pt x="3695971" y="2097903"/>
                </a:cubicBezTo>
                <a:lnTo>
                  <a:pt x="3716242" y="2097903"/>
                </a:lnTo>
                <a:cubicBezTo>
                  <a:pt x="3716741" y="2097903"/>
                  <a:pt x="3717240" y="2098235"/>
                  <a:pt x="3717488" y="2098651"/>
                </a:cubicBezTo>
                <a:lnTo>
                  <a:pt x="3727624" y="2116181"/>
                </a:lnTo>
                <a:cubicBezTo>
                  <a:pt x="3727873" y="2116596"/>
                  <a:pt x="3727873" y="2117177"/>
                  <a:pt x="3727624" y="2117593"/>
                </a:cubicBezTo>
                <a:lnTo>
                  <a:pt x="3717488" y="2135123"/>
                </a:lnTo>
                <a:cubicBezTo>
                  <a:pt x="3717239" y="2135621"/>
                  <a:pt x="3716741" y="2135870"/>
                  <a:pt x="3716242" y="2135870"/>
                </a:cubicBezTo>
                <a:close/>
                <a:moveTo>
                  <a:pt x="4899695" y="2458407"/>
                </a:moveTo>
                <a:cubicBezTo>
                  <a:pt x="4899196" y="2458407"/>
                  <a:pt x="4898698" y="2458075"/>
                  <a:pt x="4898450" y="2457660"/>
                </a:cubicBezTo>
                <a:lnTo>
                  <a:pt x="4888313" y="2440130"/>
                </a:lnTo>
                <a:cubicBezTo>
                  <a:pt x="4888065" y="2439714"/>
                  <a:pt x="4888065" y="2439133"/>
                  <a:pt x="4888313" y="2438718"/>
                </a:cubicBezTo>
                <a:lnTo>
                  <a:pt x="4898449" y="2421188"/>
                </a:lnTo>
                <a:cubicBezTo>
                  <a:pt x="4898699" y="2420689"/>
                  <a:pt x="4899196" y="2420440"/>
                  <a:pt x="4899695" y="2420440"/>
                </a:cubicBezTo>
                <a:lnTo>
                  <a:pt x="4919967" y="2420440"/>
                </a:lnTo>
                <a:cubicBezTo>
                  <a:pt x="4920466" y="2420440"/>
                  <a:pt x="4920964" y="2420772"/>
                  <a:pt x="4921213" y="2421188"/>
                </a:cubicBezTo>
                <a:lnTo>
                  <a:pt x="4931348" y="2438718"/>
                </a:lnTo>
                <a:cubicBezTo>
                  <a:pt x="4931597" y="2439133"/>
                  <a:pt x="4931597" y="2439714"/>
                  <a:pt x="4931348" y="2440130"/>
                </a:cubicBezTo>
                <a:lnTo>
                  <a:pt x="4921212" y="2457660"/>
                </a:lnTo>
                <a:cubicBezTo>
                  <a:pt x="4920963" y="2458158"/>
                  <a:pt x="4920466" y="2458407"/>
                  <a:pt x="4919967" y="2458407"/>
                </a:cubicBezTo>
                <a:close/>
                <a:moveTo>
                  <a:pt x="5501558" y="2619676"/>
                </a:moveTo>
                <a:cubicBezTo>
                  <a:pt x="5501059" y="2619676"/>
                  <a:pt x="5500561" y="2619344"/>
                  <a:pt x="5500312" y="2618929"/>
                </a:cubicBezTo>
                <a:lnTo>
                  <a:pt x="5490176" y="2601399"/>
                </a:lnTo>
                <a:cubicBezTo>
                  <a:pt x="5489927" y="2600983"/>
                  <a:pt x="5489927" y="2600402"/>
                  <a:pt x="5490176" y="2599987"/>
                </a:cubicBezTo>
                <a:lnTo>
                  <a:pt x="5500312" y="2582457"/>
                </a:lnTo>
                <a:cubicBezTo>
                  <a:pt x="5500561" y="2581958"/>
                  <a:pt x="5501059" y="2581709"/>
                  <a:pt x="5501558" y="2581709"/>
                </a:cubicBezTo>
                <a:lnTo>
                  <a:pt x="5521829" y="2581709"/>
                </a:lnTo>
                <a:cubicBezTo>
                  <a:pt x="5522328" y="2581709"/>
                  <a:pt x="5522826" y="2582041"/>
                  <a:pt x="5523075" y="2582457"/>
                </a:cubicBezTo>
                <a:lnTo>
                  <a:pt x="5533211" y="2599987"/>
                </a:lnTo>
                <a:cubicBezTo>
                  <a:pt x="5533460" y="2600402"/>
                  <a:pt x="5533460" y="2600983"/>
                  <a:pt x="5533211" y="2601399"/>
                </a:cubicBezTo>
                <a:lnTo>
                  <a:pt x="5523075" y="2618929"/>
                </a:lnTo>
                <a:cubicBezTo>
                  <a:pt x="5522826" y="2619427"/>
                  <a:pt x="5522328" y="2619676"/>
                  <a:pt x="5521829" y="2619676"/>
                </a:cubicBezTo>
                <a:close/>
                <a:moveTo>
                  <a:pt x="5621931" y="2651930"/>
                </a:moveTo>
                <a:cubicBezTo>
                  <a:pt x="5621432" y="2651930"/>
                  <a:pt x="5620934" y="2651598"/>
                  <a:pt x="5620685" y="2651183"/>
                </a:cubicBezTo>
                <a:lnTo>
                  <a:pt x="5610549" y="2633653"/>
                </a:lnTo>
                <a:cubicBezTo>
                  <a:pt x="5610300" y="2633237"/>
                  <a:pt x="5610300" y="2632656"/>
                  <a:pt x="5610549" y="2632241"/>
                </a:cubicBezTo>
                <a:lnTo>
                  <a:pt x="5620685" y="2614711"/>
                </a:lnTo>
                <a:cubicBezTo>
                  <a:pt x="5620934" y="2614212"/>
                  <a:pt x="5621432" y="2613963"/>
                  <a:pt x="5621931" y="2613963"/>
                </a:cubicBezTo>
                <a:lnTo>
                  <a:pt x="5642202" y="2613963"/>
                </a:lnTo>
                <a:cubicBezTo>
                  <a:pt x="5642701" y="2613963"/>
                  <a:pt x="5643199" y="2614294"/>
                  <a:pt x="5643448" y="2614711"/>
                </a:cubicBezTo>
                <a:lnTo>
                  <a:pt x="5653584" y="2632241"/>
                </a:lnTo>
                <a:cubicBezTo>
                  <a:pt x="5653833" y="2632656"/>
                  <a:pt x="5653833" y="2633237"/>
                  <a:pt x="5653584" y="2633653"/>
                </a:cubicBezTo>
                <a:lnTo>
                  <a:pt x="5643448" y="2651183"/>
                </a:lnTo>
                <a:cubicBezTo>
                  <a:pt x="5643199" y="2651681"/>
                  <a:pt x="5642701" y="2651930"/>
                  <a:pt x="5642202" y="2651930"/>
                </a:cubicBezTo>
                <a:close/>
                <a:moveTo>
                  <a:pt x="2431976" y="1797289"/>
                </a:moveTo>
                <a:cubicBezTo>
                  <a:pt x="2431477" y="1797289"/>
                  <a:pt x="2430979" y="1796957"/>
                  <a:pt x="2430730" y="1796542"/>
                </a:cubicBezTo>
                <a:lnTo>
                  <a:pt x="2420594" y="1778929"/>
                </a:lnTo>
                <a:cubicBezTo>
                  <a:pt x="2420345" y="1778514"/>
                  <a:pt x="2420345" y="1777932"/>
                  <a:pt x="2420594" y="1777517"/>
                </a:cubicBezTo>
                <a:lnTo>
                  <a:pt x="2430813" y="1759904"/>
                </a:lnTo>
                <a:cubicBezTo>
                  <a:pt x="2431062" y="1759405"/>
                  <a:pt x="2431560" y="1759156"/>
                  <a:pt x="2432059" y="1759156"/>
                </a:cubicBezTo>
                <a:lnTo>
                  <a:pt x="2452413" y="1759156"/>
                </a:lnTo>
                <a:cubicBezTo>
                  <a:pt x="2452912" y="1759156"/>
                  <a:pt x="2453410" y="1759488"/>
                  <a:pt x="2453660" y="1759904"/>
                </a:cubicBezTo>
                <a:lnTo>
                  <a:pt x="2463795" y="1777517"/>
                </a:lnTo>
                <a:cubicBezTo>
                  <a:pt x="2464044" y="1777932"/>
                  <a:pt x="2464044" y="1778514"/>
                  <a:pt x="2463795" y="1778929"/>
                </a:cubicBezTo>
                <a:lnTo>
                  <a:pt x="2453576" y="1796542"/>
                </a:lnTo>
                <a:cubicBezTo>
                  <a:pt x="2453327" y="1797040"/>
                  <a:pt x="2452829" y="1797289"/>
                  <a:pt x="2452330" y="1797289"/>
                </a:cubicBezTo>
                <a:close/>
                <a:moveTo>
                  <a:pt x="2492162" y="1813416"/>
                </a:moveTo>
                <a:cubicBezTo>
                  <a:pt x="2491663" y="1813416"/>
                  <a:pt x="2491165" y="1813084"/>
                  <a:pt x="2490916" y="1812669"/>
                </a:cubicBezTo>
                <a:lnTo>
                  <a:pt x="2480780" y="1795056"/>
                </a:lnTo>
                <a:cubicBezTo>
                  <a:pt x="2480531" y="1794641"/>
                  <a:pt x="2480531" y="1794059"/>
                  <a:pt x="2480780" y="1793644"/>
                </a:cubicBezTo>
                <a:lnTo>
                  <a:pt x="2490999" y="1776031"/>
                </a:lnTo>
                <a:cubicBezTo>
                  <a:pt x="2491248" y="1775532"/>
                  <a:pt x="2491746" y="1775283"/>
                  <a:pt x="2492245" y="1775283"/>
                </a:cubicBezTo>
                <a:lnTo>
                  <a:pt x="2512599" y="1775283"/>
                </a:lnTo>
                <a:cubicBezTo>
                  <a:pt x="2513098" y="1775283"/>
                  <a:pt x="2513596" y="1775615"/>
                  <a:pt x="2513846" y="1776031"/>
                </a:cubicBezTo>
                <a:lnTo>
                  <a:pt x="2523981" y="1793644"/>
                </a:lnTo>
                <a:cubicBezTo>
                  <a:pt x="2524230" y="1794059"/>
                  <a:pt x="2524230" y="1794641"/>
                  <a:pt x="2523981" y="1795056"/>
                </a:cubicBezTo>
                <a:lnTo>
                  <a:pt x="2513762" y="1812669"/>
                </a:lnTo>
                <a:cubicBezTo>
                  <a:pt x="2513513" y="1813167"/>
                  <a:pt x="2513015" y="1813416"/>
                  <a:pt x="2512516" y="1813416"/>
                </a:cubicBezTo>
                <a:close/>
                <a:moveTo>
                  <a:pt x="5080170" y="2506871"/>
                </a:moveTo>
                <a:cubicBezTo>
                  <a:pt x="5079671" y="2506871"/>
                  <a:pt x="5079173" y="2506539"/>
                  <a:pt x="5078924" y="2506124"/>
                </a:cubicBezTo>
                <a:lnTo>
                  <a:pt x="5068788" y="2488511"/>
                </a:lnTo>
                <a:cubicBezTo>
                  <a:pt x="5068539" y="2488096"/>
                  <a:pt x="5068539" y="2487514"/>
                  <a:pt x="5068788" y="2487099"/>
                </a:cubicBezTo>
                <a:lnTo>
                  <a:pt x="5079007" y="2469486"/>
                </a:lnTo>
                <a:cubicBezTo>
                  <a:pt x="5079256" y="2468987"/>
                  <a:pt x="5079754" y="2468738"/>
                  <a:pt x="5080253" y="2468738"/>
                </a:cubicBezTo>
                <a:lnTo>
                  <a:pt x="5100607" y="2468738"/>
                </a:lnTo>
                <a:cubicBezTo>
                  <a:pt x="5101106" y="2468738"/>
                  <a:pt x="5101604" y="2469070"/>
                  <a:pt x="5101854" y="2469486"/>
                </a:cubicBezTo>
                <a:lnTo>
                  <a:pt x="5111989" y="2487099"/>
                </a:lnTo>
                <a:cubicBezTo>
                  <a:pt x="5112238" y="2487514"/>
                  <a:pt x="5112238" y="2488096"/>
                  <a:pt x="5111989" y="2488511"/>
                </a:cubicBezTo>
                <a:lnTo>
                  <a:pt x="5101770" y="2506124"/>
                </a:lnTo>
                <a:cubicBezTo>
                  <a:pt x="5101521" y="2506622"/>
                  <a:pt x="5101023" y="2506871"/>
                  <a:pt x="5100524" y="2506871"/>
                </a:cubicBezTo>
                <a:close/>
                <a:moveTo>
                  <a:pt x="3876424" y="2184497"/>
                </a:moveTo>
                <a:cubicBezTo>
                  <a:pt x="3875925" y="2184497"/>
                  <a:pt x="3875427" y="2184165"/>
                  <a:pt x="3875178" y="2183750"/>
                </a:cubicBezTo>
                <a:lnTo>
                  <a:pt x="3864959" y="2166054"/>
                </a:lnTo>
                <a:cubicBezTo>
                  <a:pt x="3864710" y="2165638"/>
                  <a:pt x="3864710" y="2165057"/>
                  <a:pt x="3864960" y="2164642"/>
                </a:cubicBezTo>
                <a:lnTo>
                  <a:pt x="3875178" y="2146946"/>
                </a:lnTo>
                <a:cubicBezTo>
                  <a:pt x="3875428" y="2146447"/>
                  <a:pt x="3875925" y="2146198"/>
                  <a:pt x="3876424" y="2146198"/>
                </a:cubicBezTo>
                <a:lnTo>
                  <a:pt x="3896861" y="2146198"/>
                </a:lnTo>
                <a:cubicBezTo>
                  <a:pt x="3897360" y="2146198"/>
                  <a:pt x="3897858" y="2146530"/>
                  <a:pt x="3898108" y="2146946"/>
                </a:cubicBezTo>
                <a:lnTo>
                  <a:pt x="3908326" y="2164642"/>
                </a:lnTo>
                <a:cubicBezTo>
                  <a:pt x="3908576" y="2165057"/>
                  <a:pt x="3908577" y="2165638"/>
                  <a:pt x="3908326" y="2166054"/>
                </a:cubicBezTo>
                <a:lnTo>
                  <a:pt x="3898108" y="2183750"/>
                </a:lnTo>
                <a:cubicBezTo>
                  <a:pt x="3897858" y="2184248"/>
                  <a:pt x="3897360" y="2184497"/>
                  <a:pt x="3896861" y="2184497"/>
                </a:cubicBezTo>
                <a:close/>
                <a:moveTo>
                  <a:pt x="5682011" y="2668302"/>
                </a:moveTo>
                <a:cubicBezTo>
                  <a:pt x="5681512" y="2668303"/>
                  <a:pt x="5681014" y="2667970"/>
                  <a:pt x="5680765" y="2667555"/>
                </a:cubicBezTo>
                <a:lnTo>
                  <a:pt x="5670546" y="2649859"/>
                </a:lnTo>
                <a:cubicBezTo>
                  <a:pt x="5670297" y="2649444"/>
                  <a:pt x="5670297" y="2648863"/>
                  <a:pt x="5670546" y="2648448"/>
                </a:cubicBezTo>
                <a:lnTo>
                  <a:pt x="5680765" y="2630751"/>
                </a:lnTo>
                <a:cubicBezTo>
                  <a:pt x="5681014" y="2630252"/>
                  <a:pt x="5681512" y="2630004"/>
                  <a:pt x="5682011" y="2630003"/>
                </a:cubicBezTo>
                <a:lnTo>
                  <a:pt x="5702448" y="2630003"/>
                </a:lnTo>
                <a:cubicBezTo>
                  <a:pt x="5702947" y="2630003"/>
                  <a:pt x="5703445" y="2630336"/>
                  <a:pt x="5703694" y="2630751"/>
                </a:cubicBezTo>
                <a:lnTo>
                  <a:pt x="5713913" y="2648447"/>
                </a:lnTo>
                <a:cubicBezTo>
                  <a:pt x="5714162" y="2648862"/>
                  <a:pt x="5714162" y="2649443"/>
                  <a:pt x="5713913" y="2649859"/>
                </a:cubicBezTo>
                <a:lnTo>
                  <a:pt x="5703694" y="2667555"/>
                </a:lnTo>
                <a:cubicBezTo>
                  <a:pt x="5703445" y="2668054"/>
                  <a:pt x="5702947" y="2668302"/>
                  <a:pt x="5702448" y="2668302"/>
                </a:cubicBezTo>
                <a:close/>
                <a:moveTo>
                  <a:pt x="5200440" y="2539361"/>
                </a:moveTo>
                <a:cubicBezTo>
                  <a:pt x="5199940" y="2539361"/>
                  <a:pt x="5199443" y="2539028"/>
                  <a:pt x="5199194" y="2538613"/>
                </a:cubicBezTo>
                <a:lnTo>
                  <a:pt x="5188892" y="2520834"/>
                </a:lnTo>
                <a:cubicBezTo>
                  <a:pt x="5188643" y="2520419"/>
                  <a:pt x="5188643" y="2519837"/>
                  <a:pt x="5188892" y="2519422"/>
                </a:cubicBezTo>
                <a:lnTo>
                  <a:pt x="5199194" y="2501643"/>
                </a:lnTo>
                <a:cubicBezTo>
                  <a:pt x="5199443" y="2501144"/>
                  <a:pt x="5199941" y="2500895"/>
                  <a:pt x="5200440" y="2500895"/>
                </a:cubicBezTo>
                <a:lnTo>
                  <a:pt x="5220960" y="2500895"/>
                </a:lnTo>
                <a:cubicBezTo>
                  <a:pt x="5221459" y="2500895"/>
                  <a:pt x="5221957" y="2501227"/>
                  <a:pt x="5222207" y="2501643"/>
                </a:cubicBezTo>
                <a:lnTo>
                  <a:pt x="5232508" y="2519422"/>
                </a:lnTo>
                <a:cubicBezTo>
                  <a:pt x="5232758" y="2519837"/>
                  <a:pt x="5232758" y="2520419"/>
                  <a:pt x="5232508" y="2520834"/>
                </a:cubicBezTo>
                <a:lnTo>
                  <a:pt x="5222207" y="2538613"/>
                </a:lnTo>
                <a:cubicBezTo>
                  <a:pt x="5221957" y="2539111"/>
                  <a:pt x="5221459" y="2539361"/>
                  <a:pt x="5220960" y="2539361"/>
                </a:cubicBezTo>
                <a:close/>
                <a:moveTo>
                  <a:pt x="5260627" y="2555488"/>
                </a:moveTo>
                <a:cubicBezTo>
                  <a:pt x="5260127" y="2555488"/>
                  <a:pt x="5259630" y="2555155"/>
                  <a:pt x="5259381" y="2554740"/>
                </a:cubicBezTo>
                <a:lnTo>
                  <a:pt x="5249079" y="2536961"/>
                </a:lnTo>
                <a:cubicBezTo>
                  <a:pt x="5248830" y="2536546"/>
                  <a:pt x="5248830" y="2535964"/>
                  <a:pt x="5249079" y="2535549"/>
                </a:cubicBezTo>
                <a:lnTo>
                  <a:pt x="5259380" y="2517770"/>
                </a:lnTo>
                <a:cubicBezTo>
                  <a:pt x="5259630" y="2517271"/>
                  <a:pt x="5260127" y="2517022"/>
                  <a:pt x="5260626" y="2517022"/>
                </a:cubicBezTo>
                <a:lnTo>
                  <a:pt x="5281147" y="2517022"/>
                </a:lnTo>
                <a:cubicBezTo>
                  <a:pt x="5281646" y="2517022"/>
                  <a:pt x="5282143" y="2517354"/>
                  <a:pt x="5282394" y="2517770"/>
                </a:cubicBezTo>
                <a:lnTo>
                  <a:pt x="5292695" y="2535549"/>
                </a:lnTo>
                <a:cubicBezTo>
                  <a:pt x="5292945" y="2535964"/>
                  <a:pt x="5292944" y="2536546"/>
                  <a:pt x="5292695" y="2536961"/>
                </a:cubicBezTo>
                <a:lnTo>
                  <a:pt x="5282393" y="2554740"/>
                </a:lnTo>
                <a:cubicBezTo>
                  <a:pt x="5282144" y="2555238"/>
                  <a:pt x="5281646" y="2555488"/>
                  <a:pt x="5281147" y="2555488"/>
                </a:cubicBezTo>
                <a:close/>
                <a:moveTo>
                  <a:pt x="2311508" y="1765378"/>
                </a:moveTo>
                <a:cubicBezTo>
                  <a:pt x="2311009" y="1765378"/>
                  <a:pt x="2310511" y="1765046"/>
                  <a:pt x="2310261" y="1764630"/>
                </a:cubicBezTo>
                <a:lnTo>
                  <a:pt x="2299960" y="1746768"/>
                </a:lnTo>
                <a:cubicBezTo>
                  <a:pt x="2299711" y="1746270"/>
                  <a:pt x="2299711" y="1745688"/>
                  <a:pt x="2299960" y="1745273"/>
                </a:cubicBezTo>
                <a:lnTo>
                  <a:pt x="2310261" y="1727411"/>
                </a:lnTo>
                <a:cubicBezTo>
                  <a:pt x="2310512" y="1726912"/>
                  <a:pt x="2311009" y="1726663"/>
                  <a:pt x="2311508" y="1726663"/>
                </a:cubicBezTo>
                <a:lnTo>
                  <a:pt x="2332194" y="1726663"/>
                </a:lnTo>
                <a:cubicBezTo>
                  <a:pt x="2332693" y="1726663"/>
                  <a:pt x="2333191" y="1726995"/>
                  <a:pt x="2333441" y="1727411"/>
                </a:cubicBezTo>
                <a:lnTo>
                  <a:pt x="2343743" y="1745273"/>
                </a:lnTo>
                <a:cubicBezTo>
                  <a:pt x="2343992" y="1745771"/>
                  <a:pt x="2343993" y="1746353"/>
                  <a:pt x="2343743" y="1746768"/>
                </a:cubicBezTo>
                <a:lnTo>
                  <a:pt x="2333441" y="1764630"/>
                </a:lnTo>
                <a:cubicBezTo>
                  <a:pt x="2333191" y="1765128"/>
                  <a:pt x="2332694" y="1765378"/>
                  <a:pt x="2332195" y="1765378"/>
                </a:cubicBezTo>
                <a:close/>
                <a:moveTo>
                  <a:pt x="3033744" y="1958900"/>
                </a:moveTo>
                <a:cubicBezTo>
                  <a:pt x="3033246" y="1958900"/>
                  <a:pt x="3032746" y="1958568"/>
                  <a:pt x="3032498" y="1958152"/>
                </a:cubicBezTo>
                <a:lnTo>
                  <a:pt x="3022196" y="1940290"/>
                </a:lnTo>
                <a:cubicBezTo>
                  <a:pt x="3021947" y="1939792"/>
                  <a:pt x="3021947" y="1939210"/>
                  <a:pt x="3022196" y="1938795"/>
                </a:cubicBezTo>
                <a:lnTo>
                  <a:pt x="3032498" y="1920933"/>
                </a:lnTo>
                <a:cubicBezTo>
                  <a:pt x="3032747" y="1920434"/>
                  <a:pt x="3033246" y="1920185"/>
                  <a:pt x="3033744" y="1920185"/>
                </a:cubicBezTo>
                <a:lnTo>
                  <a:pt x="3054431" y="1920185"/>
                </a:lnTo>
                <a:cubicBezTo>
                  <a:pt x="3054929" y="1920185"/>
                  <a:pt x="3055428" y="1920517"/>
                  <a:pt x="3055677" y="1920933"/>
                </a:cubicBezTo>
                <a:lnTo>
                  <a:pt x="3065978" y="1938795"/>
                </a:lnTo>
                <a:cubicBezTo>
                  <a:pt x="3066228" y="1939293"/>
                  <a:pt x="3066228" y="1939875"/>
                  <a:pt x="3065979" y="1940290"/>
                </a:cubicBezTo>
                <a:lnTo>
                  <a:pt x="3055676" y="1958152"/>
                </a:lnTo>
                <a:cubicBezTo>
                  <a:pt x="3055428" y="1958650"/>
                  <a:pt x="3054929" y="1958900"/>
                  <a:pt x="3054431" y="1958900"/>
                </a:cubicBezTo>
                <a:close/>
                <a:moveTo>
                  <a:pt x="5019889" y="2491086"/>
                </a:moveTo>
                <a:cubicBezTo>
                  <a:pt x="5019390" y="2491086"/>
                  <a:pt x="5018892" y="2490754"/>
                  <a:pt x="5018643" y="2490338"/>
                </a:cubicBezTo>
                <a:lnTo>
                  <a:pt x="5008341" y="2472476"/>
                </a:lnTo>
                <a:cubicBezTo>
                  <a:pt x="5008092" y="2471978"/>
                  <a:pt x="5008092" y="2471396"/>
                  <a:pt x="5008341" y="2470981"/>
                </a:cubicBezTo>
                <a:lnTo>
                  <a:pt x="5018643" y="2453119"/>
                </a:lnTo>
                <a:cubicBezTo>
                  <a:pt x="5018892" y="2452620"/>
                  <a:pt x="5019390" y="2452371"/>
                  <a:pt x="5019889" y="2452371"/>
                </a:cubicBezTo>
                <a:lnTo>
                  <a:pt x="5040576" y="2452371"/>
                </a:lnTo>
                <a:cubicBezTo>
                  <a:pt x="5041074" y="2452371"/>
                  <a:pt x="5041573" y="2452703"/>
                  <a:pt x="5041822" y="2453119"/>
                </a:cubicBezTo>
                <a:lnTo>
                  <a:pt x="5052124" y="2470981"/>
                </a:lnTo>
                <a:cubicBezTo>
                  <a:pt x="5052373" y="2471479"/>
                  <a:pt x="5052373" y="2472061"/>
                  <a:pt x="5052124" y="2472476"/>
                </a:cubicBezTo>
                <a:lnTo>
                  <a:pt x="5041822" y="2490338"/>
                </a:lnTo>
                <a:cubicBezTo>
                  <a:pt x="5041573" y="2490836"/>
                  <a:pt x="5041074" y="2491086"/>
                  <a:pt x="5040576" y="2491086"/>
                </a:cubicBezTo>
                <a:close/>
                <a:moveTo>
                  <a:pt x="5320820" y="2571720"/>
                </a:moveTo>
                <a:cubicBezTo>
                  <a:pt x="5320321" y="2571721"/>
                  <a:pt x="5319823" y="2571389"/>
                  <a:pt x="5319574" y="2570972"/>
                </a:cubicBezTo>
                <a:lnTo>
                  <a:pt x="5309272" y="2553110"/>
                </a:lnTo>
                <a:cubicBezTo>
                  <a:pt x="5309023" y="2552612"/>
                  <a:pt x="5309023" y="2552030"/>
                  <a:pt x="5309272" y="2551616"/>
                </a:cubicBezTo>
                <a:lnTo>
                  <a:pt x="5319574" y="2533753"/>
                </a:lnTo>
                <a:cubicBezTo>
                  <a:pt x="5319823" y="2533254"/>
                  <a:pt x="5320321" y="2533006"/>
                  <a:pt x="5320820" y="2533006"/>
                </a:cubicBezTo>
                <a:lnTo>
                  <a:pt x="5341507" y="2533005"/>
                </a:lnTo>
                <a:cubicBezTo>
                  <a:pt x="5342005" y="2533006"/>
                  <a:pt x="5342504" y="2533338"/>
                  <a:pt x="5342753" y="2533753"/>
                </a:cubicBezTo>
                <a:lnTo>
                  <a:pt x="5353055" y="2551616"/>
                </a:lnTo>
                <a:cubicBezTo>
                  <a:pt x="5353304" y="2552114"/>
                  <a:pt x="5353304" y="2552696"/>
                  <a:pt x="5353055" y="2553111"/>
                </a:cubicBezTo>
                <a:lnTo>
                  <a:pt x="5342753" y="2570973"/>
                </a:lnTo>
                <a:cubicBezTo>
                  <a:pt x="5342504" y="2571471"/>
                  <a:pt x="5342005" y="2571720"/>
                  <a:pt x="5341507" y="2571721"/>
                </a:cubicBezTo>
                <a:close/>
                <a:moveTo>
                  <a:pt x="5381007" y="2587847"/>
                </a:moveTo>
                <a:cubicBezTo>
                  <a:pt x="5380508" y="2587848"/>
                  <a:pt x="5380010" y="2587516"/>
                  <a:pt x="5379761" y="2587099"/>
                </a:cubicBezTo>
                <a:lnTo>
                  <a:pt x="5369459" y="2569237"/>
                </a:lnTo>
                <a:cubicBezTo>
                  <a:pt x="5369210" y="2568740"/>
                  <a:pt x="5369210" y="2568157"/>
                  <a:pt x="5369459" y="2567743"/>
                </a:cubicBezTo>
                <a:lnTo>
                  <a:pt x="5379761" y="2549881"/>
                </a:lnTo>
                <a:cubicBezTo>
                  <a:pt x="5380010" y="2549381"/>
                  <a:pt x="5380508" y="2549133"/>
                  <a:pt x="5381007" y="2549133"/>
                </a:cubicBezTo>
                <a:lnTo>
                  <a:pt x="5401694" y="2549132"/>
                </a:lnTo>
                <a:cubicBezTo>
                  <a:pt x="5402192" y="2549133"/>
                  <a:pt x="5402691" y="2549465"/>
                  <a:pt x="5402940" y="2549880"/>
                </a:cubicBezTo>
                <a:lnTo>
                  <a:pt x="5413242" y="2567743"/>
                </a:lnTo>
                <a:cubicBezTo>
                  <a:pt x="5413491" y="2568241"/>
                  <a:pt x="5413491" y="2568823"/>
                  <a:pt x="5413242" y="2569238"/>
                </a:cubicBezTo>
                <a:lnTo>
                  <a:pt x="5402940" y="2587100"/>
                </a:lnTo>
                <a:cubicBezTo>
                  <a:pt x="5402691" y="2587598"/>
                  <a:pt x="5402192" y="2587848"/>
                  <a:pt x="5401694" y="2587848"/>
                </a:cubicBezTo>
                <a:close/>
                <a:moveTo>
                  <a:pt x="5561566" y="2636228"/>
                </a:moveTo>
                <a:cubicBezTo>
                  <a:pt x="5561067" y="2636228"/>
                  <a:pt x="5560569" y="2635896"/>
                  <a:pt x="5560320" y="2635480"/>
                </a:cubicBezTo>
                <a:lnTo>
                  <a:pt x="5550018" y="2617618"/>
                </a:lnTo>
                <a:cubicBezTo>
                  <a:pt x="5549769" y="2617120"/>
                  <a:pt x="5549769" y="2616538"/>
                  <a:pt x="5550018" y="2616123"/>
                </a:cubicBezTo>
                <a:lnTo>
                  <a:pt x="5560320" y="2598261"/>
                </a:lnTo>
                <a:cubicBezTo>
                  <a:pt x="5560569" y="2597762"/>
                  <a:pt x="5561067" y="2597513"/>
                  <a:pt x="5561566" y="2597513"/>
                </a:cubicBezTo>
                <a:lnTo>
                  <a:pt x="5582253" y="2597513"/>
                </a:lnTo>
                <a:cubicBezTo>
                  <a:pt x="5582751" y="2597513"/>
                  <a:pt x="5583250" y="2597845"/>
                  <a:pt x="5583499" y="2598261"/>
                </a:cubicBezTo>
                <a:lnTo>
                  <a:pt x="5593801" y="2616123"/>
                </a:lnTo>
                <a:cubicBezTo>
                  <a:pt x="5594050" y="2616621"/>
                  <a:pt x="5594050" y="2617203"/>
                  <a:pt x="5593801" y="2617618"/>
                </a:cubicBezTo>
                <a:lnTo>
                  <a:pt x="5583499" y="2635480"/>
                </a:lnTo>
                <a:cubicBezTo>
                  <a:pt x="5583250" y="2635978"/>
                  <a:pt x="5582751" y="2636228"/>
                  <a:pt x="5582253" y="2636228"/>
                </a:cubicBezTo>
                <a:close/>
                <a:moveTo>
                  <a:pt x="2792917" y="1894465"/>
                </a:moveTo>
                <a:cubicBezTo>
                  <a:pt x="2792418" y="1894465"/>
                  <a:pt x="2791920" y="1894133"/>
                  <a:pt x="2791671" y="1893717"/>
                </a:cubicBezTo>
                <a:lnTo>
                  <a:pt x="2781286" y="1875772"/>
                </a:lnTo>
                <a:cubicBezTo>
                  <a:pt x="2781037" y="1875274"/>
                  <a:pt x="2781036" y="1874692"/>
                  <a:pt x="2781286" y="1874277"/>
                </a:cubicBezTo>
                <a:lnTo>
                  <a:pt x="2791671" y="1856332"/>
                </a:lnTo>
                <a:cubicBezTo>
                  <a:pt x="2791920" y="1855833"/>
                  <a:pt x="2792418" y="1855584"/>
                  <a:pt x="2792917" y="1855584"/>
                </a:cubicBezTo>
                <a:lnTo>
                  <a:pt x="2813686" y="1855584"/>
                </a:lnTo>
                <a:cubicBezTo>
                  <a:pt x="2814184" y="1855584"/>
                  <a:pt x="2814684" y="1855916"/>
                  <a:pt x="2814933" y="1856332"/>
                </a:cubicBezTo>
                <a:lnTo>
                  <a:pt x="2825318" y="1874277"/>
                </a:lnTo>
                <a:cubicBezTo>
                  <a:pt x="2825567" y="1874775"/>
                  <a:pt x="2825567" y="1875357"/>
                  <a:pt x="2825318" y="1875772"/>
                </a:cubicBezTo>
                <a:lnTo>
                  <a:pt x="2814933" y="1893717"/>
                </a:lnTo>
                <a:cubicBezTo>
                  <a:pt x="2814684" y="1894216"/>
                  <a:pt x="2814185" y="1894465"/>
                  <a:pt x="2813687" y="1894465"/>
                </a:cubicBezTo>
                <a:close/>
                <a:moveTo>
                  <a:pt x="2853103" y="1910592"/>
                </a:moveTo>
                <a:cubicBezTo>
                  <a:pt x="2852604" y="1910592"/>
                  <a:pt x="2852106" y="1910260"/>
                  <a:pt x="2851858" y="1909844"/>
                </a:cubicBezTo>
                <a:lnTo>
                  <a:pt x="2841473" y="1891899"/>
                </a:lnTo>
                <a:cubicBezTo>
                  <a:pt x="2841224" y="1891401"/>
                  <a:pt x="2841223" y="1890819"/>
                  <a:pt x="2841473" y="1890404"/>
                </a:cubicBezTo>
                <a:lnTo>
                  <a:pt x="2851858" y="1872459"/>
                </a:lnTo>
                <a:cubicBezTo>
                  <a:pt x="2852107" y="1871960"/>
                  <a:pt x="2852605" y="1871711"/>
                  <a:pt x="2853104" y="1871711"/>
                </a:cubicBezTo>
                <a:lnTo>
                  <a:pt x="2873873" y="1871711"/>
                </a:lnTo>
                <a:cubicBezTo>
                  <a:pt x="2874371" y="1871711"/>
                  <a:pt x="2874870" y="1872043"/>
                  <a:pt x="2875120" y="1872459"/>
                </a:cubicBezTo>
                <a:lnTo>
                  <a:pt x="2885505" y="1890404"/>
                </a:lnTo>
                <a:cubicBezTo>
                  <a:pt x="2885754" y="1890902"/>
                  <a:pt x="2885753" y="1891484"/>
                  <a:pt x="2885505" y="1891899"/>
                </a:cubicBezTo>
                <a:lnTo>
                  <a:pt x="2875120" y="1909844"/>
                </a:lnTo>
                <a:cubicBezTo>
                  <a:pt x="2874871" y="1910343"/>
                  <a:pt x="2874372" y="1910592"/>
                  <a:pt x="2873874" y="1910592"/>
                </a:cubicBezTo>
                <a:close/>
                <a:moveTo>
                  <a:pt x="4959622" y="2475032"/>
                </a:moveTo>
                <a:cubicBezTo>
                  <a:pt x="4959123" y="2475032"/>
                  <a:pt x="4958624" y="2474700"/>
                  <a:pt x="4958376" y="2474284"/>
                </a:cubicBezTo>
                <a:lnTo>
                  <a:pt x="4947991" y="2456339"/>
                </a:lnTo>
                <a:cubicBezTo>
                  <a:pt x="4947742" y="2455841"/>
                  <a:pt x="4947741" y="2455259"/>
                  <a:pt x="4947991" y="2454844"/>
                </a:cubicBezTo>
                <a:lnTo>
                  <a:pt x="4958376" y="2436899"/>
                </a:lnTo>
                <a:cubicBezTo>
                  <a:pt x="4958625" y="2436400"/>
                  <a:pt x="4959123" y="2436151"/>
                  <a:pt x="4959622" y="2436151"/>
                </a:cubicBezTo>
                <a:lnTo>
                  <a:pt x="4980391" y="2436151"/>
                </a:lnTo>
                <a:cubicBezTo>
                  <a:pt x="4980889" y="2436151"/>
                  <a:pt x="4981388" y="2436483"/>
                  <a:pt x="4981638" y="2436899"/>
                </a:cubicBezTo>
                <a:lnTo>
                  <a:pt x="4992023" y="2454844"/>
                </a:lnTo>
                <a:cubicBezTo>
                  <a:pt x="4992272" y="2455342"/>
                  <a:pt x="4992272" y="2455924"/>
                  <a:pt x="4992023" y="2456339"/>
                </a:cubicBezTo>
                <a:lnTo>
                  <a:pt x="4981638" y="2474284"/>
                </a:lnTo>
                <a:cubicBezTo>
                  <a:pt x="4981389" y="2474783"/>
                  <a:pt x="4980890" y="2475032"/>
                  <a:pt x="4980392" y="2475032"/>
                </a:cubicBezTo>
                <a:close/>
                <a:moveTo>
                  <a:pt x="5140180" y="2523412"/>
                </a:moveTo>
                <a:cubicBezTo>
                  <a:pt x="5139681" y="2523412"/>
                  <a:pt x="5139183" y="2523080"/>
                  <a:pt x="5138934" y="2522664"/>
                </a:cubicBezTo>
                <a:lnTo>
                  <a:pt x="5128549" y="2504719"/>
                </a:lnTo>
                <a:cubicBezTo>
                  <a:pt x="5128300" y="2504221"/>
                  <a:pt x="5128300" y="2503639"/>
                  <a:pt x="5128549" y="2503224"/>
                </a:cubicBezTo>
                <a:lnTo>
                  <a:pt x="5138934" y="2485279"/>
                </a:lnTo>
                <a:cubicBezTo>
                  <a:pt x="5139183" y="2484780"/>
                  <a:pt x="5139681" y="2484531"/>
                  <a:pt x="5140180" y="2484531"/>
                </a:cubicBezTo>
                <a:lnTo>
                  <a:pt x="5160950" y="2484531"/>
                </a:lnTo>
                <a:cubicBezTo>
                  <a:pt x="5161448" y="2484531"/>
                  <a:pt x="5161947" y="2484863"/>
                  <a:pt x="5162196" y="2485279"/>
                </a:cubicBezTo>
                <a:lnTo>
                  <a:pt x="5172581" y="2503224"/>
                </a:lnTo>
                <a:cubicBezTo>
                  <a:pt x="5172830" y="2503722"/>
                  <a:pt x="5172830" y="2504304"/>
                  <a:pt x="5172581" y="2504719"/>
                </a:cubicBezTo>
                <a:lnTo>
                  <a:pt x="5162196" y="2522664"/>
                </a:lnTo>
                <a:cubicBezTo>
                  <a:pt x="5161947" y="2523163"/>
                  <a:pt x="5161448" y="2523412"/>
                  <a:pt x="5160950" y="2523412"/>
                </a:cubicBezTo>
                <a:close/>
                <a:moveTo>
                  <a:pt x="5441111" y="2604047"/>
                </a:moveTo>
                <a:cubicBezTo>
                  <a:pt x="5440613" y="2604047"/>
                  <a:pt x="5440114" y="2603715"/>
                  <a:pt x="5439866" y="2603299"/>
                </a:cubicBezTo>
                <a:lnTo>
                  <a:pt x="5429480" y="2585354"/>
                </a:lnTo>
                <a:cubicBezTo>
                  <a:pt x="5429231" y="2584856"/>
                  <a:pt x="5429232" y="2584274"/>
                  <a:pt x="5429480" y="2583859"/>
                </a:cubicBezTo>
                <a:lnTo>
                  <a:pt x="5439866" y="2565913"/>
                </a:lnTo>
                <a:cubicBezTo>
                  <a:pt x="5440114" y="2565415"/>
                  <a:pt x="5440613" y="2565166"/>
                  <a:pt x="5441112" y="2565165"/>
                </a:cubicBezTo>
                <a:lnTo>
                  <a:pt x="5461882" y="2565166"/>
                </a:lnTo>
                <a:cubicBezTo>
                  <a:pt x="5462380" y="2565166"/>
                  <a:pt x="5462879" y="2565498"/>
                  <a:pt x="5463127" y="2565914"/>
                </a:cubicBezTo>
                <a:lnTo>
                  <a:pt x="5473512" y="2583859"/>
                </a:lnTo>
                <a:cubicBezTo>
                  <a:pt x="5473762" y="2584357"/>
                  <a:pt x="5473761" y="2584939"/>
                  <a:pt x="5473513" y="2585354"/>
                </a:cubicBezTo>
                <a:lnTo>
                  <a:pt x="5463127" y="2603298"/>
                </a:lnTo>
                <a:cubicBezTo>
                  <a:pt x="5462879" y="2603798"/>
                  <a:pt x="5462379" y="2604047"/>
                  <a:pt x="5461881" y="2604046"/>
                </a:cubicBezTo>
                <a:close/>
                <a:moveTo>
                  <a:pt x="2552088" y="1830039"/>
                </a:moveTo>
                <a:cubicBezTo>
                  <a:pt x="2551589" y="1830039"/>
                  <a:pt x="2551092" y="1829708"/>
                  <a:pt x="2550843" y="1829293"/>
                </a:cubicBezTo>
                <a:lnTo>
                  <a:pt x="2540457" y="1811264"/>
                </a:lnTo>
                <a:cubicBezTo>
                  <a:pt x="2540208" y="1810765"/>
                  <a:pt x="2540208" y="1810184"/>
                  <a:pt x="2540457" y="1809768"/>
                </a:cubicBezTo>
                <a:lnTo>
                  <a:pt x="2550926" y="1791740"/>
                </a:lnTo>
                <a:cubicBezTo>
                  <a:pt x="2551174" y="1791242"/>
                  <a:pt x="2551674" y="1790993"/>
                  <a:pt x="2552172" y="1790992"/>
                </a:cubicBezTo>
                <a:lnTo>
                  <a:pt x="2573025" y="1790993"/>
                </a:lnTo>
                <a:cubicBezTo>
                  <a:pt x="2573524" y="1790993"/>
                  <a:pt x="2574021" y="1791324"/>
                  <a:pt x="2574270" y="1791741"/>
                </a:cubicBezTo>
                <a:lnTo>
                  <a:pt x="2584655" y="1809768"/>
                </a:lnTo>
                <a:cubicBezTo>
                  <a:pt x="2584904" y="1810267"/>
                  <a:pt x="2584904" y="1810848"/>
                  <a:pt x="2584655" y="1811264"/>
                </a:cubicBezTo>
                <a:lnTo>
                  <a:pt x="2574187" y="1829293"/>
                </a:lnTo>
                <a:cubicBezTo>
                  <a:pt x="2573939" y="1829790"/>
                  <a:pt x="2573439" y="1830039"/>
                  <a:pt x="2572941" y="1830040"/>
                </a:cubicBezTo>
                <a:close/>
                <a:moveTo>
                  <a:pt x="2672461" y="1862293"/>
                </a:moveTo>
                <a:cubicBezTo>
                  <a:pt x="2671962" y="1862293"/>
                  <a:pt x="2671464" y="1861961"/>
                  <a:pt x="2671215" y="1861546"/>
                </a:cubicBezTo>
                <a:lnTo>
                  <a:pt x="2660830" y="1843517"/>
                </a:lnTo>
                <a:cubicBezTo>
                  <a:pt x="2660581" y="1843019"/>
                  <a:pt x="2660581" y="1842437"/>
                  <a:pt x="2660830" y="1842022"/>
                </a:cubicBezTo>
                <a:lnTo>
                  <a:pt x="2671298" y="1823994"/>
                </a:lnTo>
                <a:cubicBezTo>
                  <a:pt x="2671547" y="1823495"/>
                  <a:pt x="2672046" y="1823246"/>
                  <a:pt x="2672544" y="1823246"/>
                </a:cubicBezTo>
                <a:lnTo>
                  <a:pt x="2693397" y="1823246"/>
                </a:lnTo>
                <a:cubicBezTo>
                  <a:pt x="2693896" y="1823246"/>
                  <a:pt x="2694394" y="1823578"/>
                  <a:pt x="2694643" y="1823994"/>
                </a:cubicBezTo>
                <a:lnTo>
                  <a:pt x="2705028" y="1842022"/>
                </a:lnTo>
                <a:cubicBezTo>
                  <a:pt x="2705277" y="1842520"/>
                  <a:pt x="2705277" y="1843102"/>
                  <a:pt x="2705028" y="1843517"/>
                </a:cubicBezTo>
                <a:lnTo>
                  <a:pt x="2694560" y="1861546"/>
                </a:lnTo>
                <a:cubicBezTo>
                  <a:pt x="2694311" y="1862044"/>
                  <a:pt x="2693812" y="1862293"/>
                  <a:pt x="2693314" y="1862293"/>
                </a:cubicBezTo>
                <a:close/>
                <a:moveTo>
                  <a:pt x="2732647" y="1878503"/>
                </a:moveTo>
                <a:cubicBezTo>
                  <a:pt x="2732149" y="1878503"/>
                  <a:pt x="2731650" y="1878171"/>
                  <a:pt x="2731401" y="1877755"/>
                </a:cubicBezTo>
                <a:lnTo>
                  <a:pt x="2720933" y="1859644"/>
                </a:lnTo>
                <a:cubicBezTo>
                  <a:pt x="2720684" y="1859146"/>
                  <a:pt x="2720684" y="1858564"/>
                  <a:pt x="2720933" y="1858149"/>
                </a:cubicBezTo>
                <a:lnTo>
                  <a:pt x="2731401" y="1840038"/>
                </a:lnTo>
                <a:cubicBezTo>
                  <a:pt x="2731650" y="1839539"/>
                  <a:pt x="2732149" y="1839290"/>
                  <a:pt x="2732647" y="1839290"/>
                </a:cubicBezTo>
                <a:lnTo>
                  <a:pt x="2753583" y="1839290"/>
                </a:lnTo>
                <a:cubicBezTo>
                  <a:pt x="2754082" y="1839290"/>
                  <a:pt x="2754580" y="1839622"/>
                  <a:pt x="2754829" y="1840038"/>
                </a:cubicBezTo>
                <a:lnTo>
                  <a:pt x="2765297" y="1858149"/>
                </a:lnTo>
                <a:cubicBezTo>
                  <a:pt x="2765547" y="1858647"/>
                  <a:pt x="2765547" y="1859229"/>
                  <a:pt x="2765297" y="1859644"/>
                </a:cubicBezTo>
                <a:lnTo>
                  <a:pt x="2754829" y="1877755"/>
                </a:lnTo>
                <a:cubicBezTo>
                  <a:pt x="2754580" y="1878254"/>
                  <a:pt x="2754082" y="1878503"/>
                  <a:pt x="2753583" y="1878503"/>
                </a:cubicBezTo>
                <a:close/>
                <a:moveTo>
                  <a:pt x="3755813" y="2152660"/>
                </a:moveTo>
                <a:cubicBezTo>
                  <a:pt x="3755315" y="2152660"/>
                  <a:pt x="3754817" y="2152328"/>
                  <a:pt x="3754567" y="2151912"/>
                </a:cubicBezTo>
                <a:lnTo>
                  <a:pt x="3744100" y="2133801"/>
                </a:lnTo>
                <a:cubicBezTo>
                  <a:pt x="3743851" y="2133303"/>
                  <a:pt x="3743851" y="2132721"/>
                  <a:pt x="3744100" y="2132306"/>
                </a:cubicBezTo>
                <a:lnTo>
                  <a:pt x="3754567" y="2114195"/>
                </a:lnTo>
                <a:cubicBezTo>
                  <a:pt x="3754816" y="2113696"/>
                  <a:pt x="3755315" y="2113447"/>
                  <a:pt x="3755813" y="2113447"/>
                </a:cubicBezTo>
                <a:lnTo>
                  <a:pt x="3776750" y="2113447"/>
                </a:lnTo>
                <a:cubicBezTo>
                  <a:pt x="3777249" y="2113447"/>
                  <a:pt x="3777746" y="2113779"/>
                  <a:pt x="3777996" y="2114195"/>
                </a:cubicBezTo>
                <a:lnTo>
                  <a:pt x="3788463" y="2132306"/>
                </a:lnTo>
                <a:cubicBezTo>
                  <a:pt x="3788713" y="2132804"/>
                  <a:pt x="3788713" y="2133386"/>
                  <a:pt x="3788463" y="2133801"/>
                </a:cubicBezTo>
                <a:lnTo>
                  <a:pt x="3777996" y="2151912"/>
                </a:lnTo>
                <a:cubicBezTo>
                  <a:pt x="3777747" y="2152411"/>
                  <a:pt x="3777249" y="2152660"/>
                  <a:pt x="3776750" y="2152660"/>
                </a:cubicBezTo>
                <a:close/>
                <a:moveTo>
                  <a:pt x="4056745" y="2233294"/>
                </a:moveTo>
                <a:cubicBezTo>
                  <a:pt x="4056247" y="2233294"/>
                  <a:pt x="4055748" y="2232962"/>
                  <a:pt x="4055499" y="2232546"/>
                </a:cubicBezTo>
                <a:lnTo>
                  <a:pt x="4045031" y="2214435"/>
                </a:lnTo>
                <a:cubicBezTo>
                  <a:pt x="4044782" y="2213937"/>
                  <a:pt x="4044782" y="2213355"/>
                  <a:pt x="4045031" y="2212940"/>
                </a:cubicBezTo>
                <a:lnTo>
                  <a:pt x="4055499" y="2194829"/>
                </a:lnTo>
                <a:cubicBezTo>
                  <a:pt x="4055748" y="2194330"/>
                  <a:pt x="4056247" y="2194081"/>
                  <a:pt x="4056745" y="2194081"/>
                </a:cubicBezTo>
                <a:lnTo>
                  <a:pt x="4077681" y="2194081"/>
                </a:lnTo>
                <a:cubicBezTo>
                  <a:pt x="4078180" y="2194081"/>
                  <a:pt x="4078678" y="2194413"/>
                  <a:pt x="4078927" y="2194829"/>
                </a:cubicBezTo>
                <a:lnTo>
                  <a:pt x="4089395" y="2212940"/>
                </a:lnTo>
                <a:cubicBezTo>
                  <a:pt x="4089645" y="2213438"/>
                  <a:pt x="4089645" y="2214020"/>
                  <a:pt x="4089395" y="2214435"/>
                </a:cubicBezTo>
                <a:lnTo>
                  <a:pt x="4078927" y="2232546"/>
                </a:lnTo>
                <a:cubicBezTo>
                  <a:pt x="4078678" y="2233045"/>
                  <a:pt x="4078180" y="2233294"/>
                  <a:pt x="4077681" y="2233294"/>
                </a:cubicBezTo>
                <a:close/>
                <a:moveTo>
                  <a:pt x="3213972" y="2007851"/>
                </a:moveTo>
                <a:cubicBezTo>
                  <a:pt x="3213391" y="2007851"/>
                  <a:pt x="3212892" y="2007602"/>
                  <a:pt x="3212643" y="2007103"/>
                </a:cubicBezTo>
                <a:lnTo>
                  <a:pt x="3202009" y="1988660"/>
                </a:lnTo>
                <a:cubicBezTo>
                  <a:pt x="3201760" y="1988244"/>
                  <a:pt x="3201760" y="1987663"/>
                  <a:pt x="3202009" y="1987164"/>
                </a:cubicBezTo>
                <a:lnTo>
                  <a:pt x="3212643" y="1968721"/>
                </a:lnTo>
                <a:cubicBezTo>
                  <a:pt x="3212975" y="1968222"/>
                  <a:pt x="3213474" y="1967973"/>
                  <a:pt x="3213972" y="1967973"/>
                </a:cubicBezTo>
                <a:lnTo>
                  <a:pt x="3235241" y="1967973"/>
                </a:lnTo>
                <a:cubicBezTo>
                  <a:pt x="3235822" y="1967973"/>
                  <a:pt x="3236321" y="1968222"/>
                  <a:pt x="3236570" y="1968721"/>
                </a:cubicBezTo>
                <a:lnTo>
                  <a:pt x="3247204" y="1987164"/>
                </a:lnTo>
                <a:cubicBezTo>
                  <a:pt x="3247453" y="1987580"/>
                  <a:pt x="3247453" y="1988161"/>
                  <a:pt x="3247204" y="1988660"/>
                </a:cubicBezTo>
                <a:lnTo>
                  <a:pt x="3236570" y="2007103"/>
                </a:lnTo>
                <a:cubicBezTo>
                  <a:pt x="3236237" y="2007602"/>
                  <a:pt x="3235739" y="2007851"/>
                  <a:pt x="3235241" y="2007851"/>
                </a:cubicBezTo>
                <a:close/>
                <a:moveTo>
                  <a:pt x="3575089" y="2104612"/>
                </a:moveTo>
                <a:cubicBezTo>
                  <a:pt x="3574508" y="2104612"/>
                  <a:pt x="3574009" y="2104363"/>
                  <a:pt x="3573760" y="2103864"/>
                </a:cubicBezTo>
                <a:lnTo>
                  <a:pt x="3563126" y="2085421"/>
                </a:lnTo>
                <a:cubicBezTo>
                  <a:pt x="3562877" y="2085005"/>
                  <a:pt x="3562877" y="2084424"/>
                  <a:pt x="3563126" y="2083925"/>
                </a:cubicBezTo>
                <a:lnTo>
                  <a:pt x="3573760" y="2065482"/>
                </a:lnTo>
                <a:cubicBezTo>
                  <a:pt x="3574092" y="2064983"/>
                  <a:pt x="3574591" y="2064734"/>
                  <a:pt x="3575089" y="2064734"/>
                </a:cubicBezTo>
                <a:lnTo>
                  <a:pt x="3596358" y="2064734"/>
                </a:lnTo>
                <a:cubicBezTo>
                  <a:pt x="3596939" y="2064734"/>
                  <a:pt x="3597438" y="2064983"/>
                  <a:pt x="3597687" y="2065482"/>
                </a:cubicBezTo>
                <a:lnTo>
                  <a:pt x="3608321" y="2083925"/>
                </a:lnTo>
                <a:cubicBezTo>
                  <a:pt x="3608570" y="2084341"/>
                  <a:pt x="3608570" y="2084922"/>
                  <a:pt x="3608321" y="2085421"/>
                </a:cubicBezTo>
                <a:lnTo>
                  <a:pt x="3597687" y="2103864"/>
                </a:lnTo>
                <a:cubicBezTo>
                  <a:pt x="3597354" y="2104363"/>
                  <a:pt x="3596856" y="2104612"/>
                  <a:pt x="3596358" y="2104612"/>
                </a:cubicBezTo>
                <a:close/>
                <a:moveTo>
                  <a:pt x="3153701" y="1991807"/>
                </a:moveTo>
                <a:cubicBezTo>
                  <a:pt x="3153120" y="1991807"/>
                  <a:pt x="3152621" y="1991558"/>
                  <a:pt x="3152372" y="1991060"/>
                </a:cubicBezTo>
                <a:lnTo>
                  <a:pt x="3141738" y="1972533"/>
                </a:lnTo>
                <a:cubicBezTo>
                  <a:pt x="3141489" y="1972117"/>
                  <a:pt x="3141489" y="1971536"/>
                  <a:pt x="3141738" y="1971037"/>
                </a:cubicBezTo>
                <a:lnTo>
                  <a:pt x="3152455" y="1952511"/>
                </a:lnTo>
                <a:cubicBezTo>
                  <a:pt x="3152788" y="1952095"/>
                  <a:pt x="3153286" y="1951763"/>
                  <a:pt x="3153785" y="1951763"/>
                </a:cubicBezTo>
                <a:lnTo>
                  <a:pt x="3175136" y="1951763"/>
                </a:lnTo>
                <a:cubicBezTo>
                  <a:pt x="3175717" y="1951763"/>
                  <a:pt x="3176216" y="1952012"/>
                  <a:pt x="3176465" y="1952511"/>
                </a:cubicBezTo>
                <a:lnTo>
                  <a:pt x="3187099" y="1971037"/>
                </a:lnTo>
                <a:cubicBezTo>
                  <a:pt x="3187349" y="1971453"/>
                  <a:pt x="3187349" y="1972034"/>
                  <a:pt x="3187099" y="1972533"/>
                </a:cubicBezTo>
                <a:lnTo>
                  <a:pt x="3176382" y="1991060"/>
                </a:lnTo>
                <a:cubicBezTo>
                  <a:pt x="3176050" y="1991475"/>
                  <a:pt x="3175551" y="1991807"/>
                  <a:pt x="3175053" y="1991807"/>
                </a:cubicBezTo>
                <a:close/>
                <a:moveTo>
                  <a:pt x="3815750" y="2169203"/>
                </a:moveTo>
                <a:cubicBezTo>
                  <a:pt x="3815169" y="2169203"/>
                  <a:pt x="3814670" y="2168954"/>
                  <a:pt x="3814421" y="2168455"/>
                </a:cubicBezTo>
                <a:lnTo>
                  <a:pt x="3803787" y="2149929"/>
                </a:lnTo>
                <a:cubicBezTo>
                  <a:pt x="3803538" y="2149512"/>
                  <a:pt x="3803538" y="2148932"/>
                  <a:pt x="3803787" y="2148433"/>
                </a:cubicBezTo>
                <a:lnTo>
                  <a:pt x="3814504" y="2129907"/>
                </a:lnTo>
                <a:cubicBezTo>
                  <a:pt x="3814837" y="2129490"/>
                  <a:pt x="3815336" y="2129159"/>
                  <a:pt x="3815834" y="2129159"/>
                </a:cubicBezTo>
                <a:lnTo>
                  <a:pt x="3837185" y="2129158"/>
                </a:lnTo>
                <a:cubicBezTo>
                  <a:pt x="3837766" y="2129159"/>
                  <a:pt x="3838265" y="2129408"/>
                  <a:pt x="3838514" y="2129907"/>
                </a:cubicBezTo>
                <a:lnTo>
                  <a:pt x="3849148" y="2148432"/>
                </a:lnTo>
                <a:cubicBezTo>
                  <a:pt x="3849398" y="2148849"/>
                  <a:pt x="3849398" y="2149430"/>
                  <a:pt x="3849149" y="2149929"/>
                </a:cubicBezTo>
                <a:lnTo>
                  <a:pt x="3838431" y="2168455"/>
                </a:lnTo>
                <a:cubicBezTo>
                  <a:pt x="3838099" y="2168871"/>
                  <a:pt x="3837600" y="2169203"/>
                  <a:pt x="3837102" y="2169202"/>
                </a:cubicBezTo>
                <a:close/>
                <a:moveTo>
                  <a:pt x="2973142" y="1943510"/>
                </a:moveTo>
                <a:cubicBezTo>
                  <a:pt x="2972561" y="1943511"/>
                  <a:pt x="2972062" y="1943260"/>
                  <a:pt x="2971813" y="1942762"/>
                </a:cubicBezTo>
                <a:lnTo>
                  <a:pt x="2961096" y="1924152"/>
                </a:lnTo>
                <a:cubicBezTo>
                  <a:pt x="2960847" y="1923737"/>
                  <a:pt x="2960847" y="1923155"/>
                  <a:pt x="2961096" y="1922657"/>
                </a:cubicBezTo>
                <a:lnTo>
                  <a:pt x="2971813" y="1904047"/>
                </a:lnTo>
                <a:cubicBezTo>
                  <a:pt x="2972145" y="1903631"/>
                  <a:pt x="2972644" y="1903299"/>
                  <a:pt x="2973142" y="1903299"/>
                </a:cubicBezTo>
                <a:lnTo>
                  <a:pt x="2994577" y="1903300"/>
                </a:lnTo>
                <a:cubicBezTo>
                  <a:pt x="2995158" y="1903299"/>
                  <a:pt x="2995657" y="1903549"/>
                  <a:pt x="2995906" y="1904047"/>
                </a:cubicBezTo>
                <a:lnTo>
                  <a:pt x="3006623" y="1922657"/>
                </a:lnTo>
                <a:cubicBezTo>
                  <a:pt x="3006872" y="1923072"/>
                  <a:pt x="3006872" y="1923654"/>
                  <a:pt x="3006623" y="1924153"/>
                </a:cubicBezTo>
                <a:lnTo>
                  <a:pt x="2995906" y="1942762"/>
                </a:lnTo>
                <a:cubicBezTo>
                  <a:pt x="2995574" y="1943177"/>
                  <a:pt x="2995075" y="1943510"/>
                  <a:pt x="2994577" y="1943510"/>
                </a:cubicBezTo>
                <a:close/>
                <a:moveTo>
                  <a:pt x="3093515" y="1975764"/>
                </a:moveTo>
                <a:cubicBezTo>
                  <a:pt x="3092934" y="1975764"/>
                  <a:pt x="3092435" y="1975514"/>
                  <a:pt x="3092186" y="1975016"/>
                </a:cubicBezTo>
                <a:lnTo>
                  <a:pt x="3081469" y="1956406"/>
                </a:lnTo>
                <a:cubicBezTo>
                  <a:pt x="3081220" y="1955991"/>
                  <a:pt x="3081220" y="1955409"/>
                  <a:pt x="3081469" y="1954911"/>
                </a:cubicBezTo>
                <a:lnTo>
                  <a:pt x="3092186" y="1936301"/>
                </a:lnTo>
                <a:cubicBezTo>
                  <a:pt x="3092518" y="1935885"/>
                  <a:pt x="3093017" y="1935553"/>
                  <a:pt x="3093515" y="1935553"/>
                </a:cubicBezTo>
                <a:lnTo>
                  <a:pt x="3114950" y="1935553"/>
                </a:lnTo>
                <a:cubicBezTo>
                  <a:pt x="3115531" y="1935553"/>
                  <a:pt x="3116030" y="1935802"/>
                  <a:pt x="3116279" y="1936301"/>
                </a:cubicBezTo>
                <a:lnTo>
                  <a:pt x="3126996" y="1954911"/>
                </a:lnTo>
                <a:cubicBezTo>
                  <a:pt x="3127245" y="1955326"/>
                  <a:pt x="3127245" y="1955907"/>
                  <a:pt x="3126996" y="1956406"/>
                </a:cubicBezTo>
                <a:lnTo>
                  <a:pt x="3116279" y="1975016"/>
                </a:lnTo>
                <a:cubicBezTo>
                  <a:pt x="3115947" y="1975431"/>
                  <a:pt x="3115448" y="1975764"/>
                  <a:pt x="3114950" y="1975764"/>
                </a:cubicBezTo>
                <a:close/>
                <a:moveTo>
                  <a:pt x="3514819" y="2088652"/>
                </a:moveTo>
                <a:cubicBezTo>
                  <a:pt x="3514238" y="2088652"/>
                  <a:pt x="3513739" y="2088402"/>
                  <a:pt x="3513490" y="2087904"/>
                </a:cubicBezTo>
                <a:lnTo>
                  <a:pt x="3502773" y="2069294"/>
                </a:lnTo>
                <a:cubicBezTo>
                  <a:pt x="3502524" y="2068879"/>
                  <a:pt x="3502524" y="2068297"/>
                  <a:pt x="3502773" y="2067799"/>
                </a:cubicBezTo>
                <a:lnTo>
                  <a:pt x="3513490" y="2049189"/>
                </a:lnTo>
                <a:cubicBezTo>
                  <a:pt x="3513822" y="2048773"/>
                  <a:pt x="3514321" y="2048441"/>
                  <a:pt x="3514819" y="2048441"/>
                </a:cubicBezTo>
                <a:lnTo>
                  <a:pt x="3536254" y="2048441"/>
                </a:lnTo>
                <a:cubicBezTo>
                  <a:pt x="3536835" y="2048441"/>
                  <a:pt x="3537334" y="2048690"/>
                  <a:pt x="3537583" y="2049189"/>
                </a:cubicBezTo>
                <a:lnTo>
                  <a:pt x="3548300" y="2067799"/>
                </a:lnTo>
                <a:cubicBezTo>
                  <a:pt x="3548549" y="2068214"/>
                  <a:pt x="3548549" y="2068795"/>
                  <a:pt x="3548300" y="2069294"/>
                </a:cubicBezTo>
                <a:lnTo>
                  <a:pt x="3537583" y="2087904"/>
                </a:lnTo>
                <a:cubicBezTo>
                  <a:pt x="3537251" y="2088319"/>
                  <a:pt x="3536752" y="2088652"/>
                  <a:pt x="3536254" y="2088652"/>
                </a:cubicBezTo>
                <a:close/>
                <a:moveTo>
                  <a:pt x="3394364" y="2056481"/>
                </a:moveTo>
                <a:cubicBezTo>
                  <a:pt x="3393782" y="2056480"/>
                  <a:pt x="3393284" y="2056232"/>
                  <a:pt x="3393034" y="2055734"/>
                </a:cubicBezTo>
                <a:lnTo>
                  <a:pt x="3382234" y="2037040"/>
                </a:lnTo>
                <a:cubicBezTo>
                  <a:pt x="3381985" y="2036626"/>
                  <a:pt x="3381985" y="2036044"/>
                  <a:pt x="3382234" y="2035544"/>
                </a:cubicBezTo>
                <a:lnTo>
                  <a:pt x="3393034" y="2016853"/>
                </a:lnTo>
                <a:cubicBezTo>
                  <a:pt x="3393284" y="2016436"/>
                  <a:pt x="3393865" y="2016105"/>
                  <a:pt x="3394364" y="2016105"/>
                </a:cubicBezTo>
                <a:lnTo>
                  <a:pt x="3415964" y="2016104"/>
                </a:lnTo>
                <a:cubicBezTo>
                  <a:pt x="3416546" y="2016105"/>
                  <a:pt x="3417044" y="2016353"/>
                  <a:pt x="3417294" y="2016853"/>
                </a:cubicBezTo>
                <a:lnTo>
                  <a:pt x="3428094" y="2035545"/>
                </a:lnTo>
                <a:cubicBezTo>
                  <a:pt x="3428343" y="2035960"/>
                  <a:pt x="3428343" y="2036541"/>
                  <a:pt x="3428094" y="2037041"/>
                </a:cubicBezTo>
                <a:lnTo>
                  <a:pt x="3417293" y="2055734"/>
                </a:lnTo>
                <a:cubicBezTo>
                  <a:pt x="3417044" y="2056149"/>
                  <a:pt x="3416462" y="2056480"/>
                  <a:pt x="3415964" y="2056481"/>
                </a:cubicBezTo>
                <a:close/>
                <a:moveTo>
                  <a:pt x="3936041" y="2201622"/>
                </a:moveTo>
                <a:cubicBezTo>
                  <a:pt x="3935459" y="2201622"/>
                  <a:pt x="3934961" y="2201373"/>
                  <a:pt x="3934711" y="2200875"/>
                </a:cubicBezTo>
                <a:lnTo>
                  <a:pt x="3923911" y="2182182"/>
                </a:lnTo>
                <a:cubicBezTo>
                  <a:pt x="3923662" y="2181767"/>
                  <a:pt x="3923662" y="2181185"/>
                  <a:pt x="3923911" y="2180686"/>
                </a:cubicBezTo>
                <a:lnTo>
                  <a:pt x="3934711" y="2161994"/>
                </a:lnTo>
                <a:cubicBezTo>
                  <a:pt x="3934961" y="2161578"/>
                  <a:pt x="3935542" y="2161246"/>
                  <a:pt x="3936041" y="2161246"/>
                </a:cubicBezTo>
                <a:lnTo>
                  <a:pt x="3957641" y="2161246"/>
                </a:lnTo>
                <a:cubicBezTo>
                  <a:pt x="3958223" y="2161246"/>
                  <a:pt x="3958721" y="2161495"/>
                  <a:pt x="3958970" y="2161994"/>
                </a:cubicBezTo>
                <a:lnTo>
                  <a:pt x="3969771" y="2180686"/>
                </a:lnTo>
                <a:cubicBezTo>
                  <a:pt x="3970020" y="2181102"/>
                  <a:pt x="3970020" y="2181683"/>
                  <a:pt x="3969771" y="2182182"/>
                </a:cubicBezTo>
                <a:lnTo>
                  <a:pt x="3958970" y="2200875"/>
                </a:lnTo>
                <a:cubicBezTo>
                  <a:pt x="3958721" y="2201290"/>
                  <a:pt x="3958139" y="2201622"/>
                  <a:pt x="3957641" y="2201622"/>
                </a:cubicBezTo>
                <a:close/>
                <a:moveTo>
                  <a:pt x="4116600" y="2250003"/>
                </a:moveTo>
                <a:cubicBezTo>
                  <a:pt x="4116018" y="2250003"/>
                  <a:pt x="4115520" y="2249754"/>
                  <a:pt x="4115270" y="2249256"/>
                </a:cubicBezTo>
                <a:lnTo>
                  <a:pt x="4104470" y="2230563"/>
                </a:lnTo>
                <a:cubicBezTo>
                  <a:pt x="4104221" y="2230148"/>
                  <a:pt x="4104221" y="2229566"/>
                  <a:pt x="4104469" y="2229067"/>
                </a:cubicBezTo>
                <a:lnTo>
                  <a:pt x="4115270" y="2210375"/>
                </a:lnTo>
                <a:cubicBezTo>
                  <a:pt x="4115519" y="2209959"/>
                  <a:pt x="4116101" y="2209627"/>
                  <a:pt x="4116600" y="2209627"/>
                </a:cubicBezTo>
                <a:lnTo>
                  <a:pt x="4138200" y="2209627"/>
                </a:lnTo>
                <a:cubicBezTo>
                  <a:pt x="4138781" y="2209627"/>
                  <a:pt x="4139279" y="2209876"/>
                  <a:pt x="4139529" y="2210375"/>
                </a:cubicBezTo>
                <a:lnTo>
                  <a:pt x="4150329" y="2229067"/>
                </a:lnTo>
                <a:cubicBezTo>
                  <a:pt x="4150578" y="2229483"/>
                  <a:pt x="4150578" y="2230064"/>
                  <a:pt x="4150330" y="2230563"/>
                </a:cubicBezTo>
                <a:lnTo>
                  <a:pt x="4139529" y="2249256"/>
                </a:lnTo>
                <a:cubicBezTo>
                  <a:pt x="4139280" y="2249671"/>
                  <a:pt x="4138698" y="2250003"/>
                  <a:pt x="4138200" y="2250003"/>
                </a:cubicBezTo>
                <a:close/>
                <a:moveTo>
                  <a:pt x="5741626" y="2685523"/>
                </a:moveTo>
                <a:cubicBezTo>
                  <a:pt x="5741044" y="2685523"/>
                  <a:pt x="5740545" y="2685273"/>
                  <a:pt x="5740296" y="2684775"/>
                </a:cubicBezTo>
                <a:lnTo>
                  <a:pt x="5729496" y="2665998"/>
                </a:lnTo>
                <a:cubicBezTo>
                  <a:pt x="5729247" y="2665584"/>
                  <a:pt x="5729247" y="2665002"/>
                  <a:pt x="5729496" y="2664504"/>
                </a:cubicBezTo>
                <a:lnTo>
                  <a:pt x="5740296" y="2645728"/>
                </a:lnTo>
                <a:cubicBezTo>
                  <a:pt x="5740545" y="2645312"/>
                  <a:pt x="5741127" y="2644980"/>
                  <a:pt x="5741626" y="2644980"/>
                </a:cubicBezTo>
                <a:lnTo>
                  <a:pt x="5763309" y="2644979"/>
                </a:lnTo>
                <a:cubicBezTo>
                  <a:pt x="5763891" y="2644980"/>
                  <a:pt x="5764389" y="2645229"/>
                  <a:pt x="5764638" y="2645728"/>
                </a:cubicBezTo>
                <a:lnTo>
                  <a:pt x="5775439" y="2664504"/>
                </a:lnTo>
                <a:cubicBezTo>
                  <a:pt x="5775688" y="2664919"/>
                  <a:pt x="5775688" y="2665501"/>
                  <a:pt x="5775439" y="2665999"/>
                </a:cubicBezTo>
                <a:lnTo>
                  <a:pt x="5764638" y="2684775"/>
                </a:lnTo>
                <a:cubicBezTo>
                  <a:pt x="5764389" y="2685190"/>
                  <a:pt x="5763808" y="2685523"/>
                  <a:pt x="5763309" y="2685523"/>
                </a:cubicBezTo>
                <a:close/>
                <a:moveTo>
                  <a:pt x="3454549" y="2072702"/>
                </a:moveTo>
                <a:cubicBezTo>
                  <a:pt x="3453968" y="2072702"/>
                  <a:pt x="3453469" y="2072452"/>
                  <a:pt x="3453220" y="2071954"/>
                </a:cubicBezTo>
                <a:lnTo>
                  <a:pt x="3442420" y="2053178"/>
                </a:lnTo>
                <a:cubicBezTo>
                  <a:pt x="3442171" y="2052763"/>
                  <a:pt x="3442171" y="2052181"/>
                  <a:pt x="3442420" y="2051683"/>
                </a:cubicBezTo>
                <a:lnTo>
                  <a:pt x="3453220" y="2032907"/>
                </a:lnTo>
                <a:cubicBezTo>
                  <a:pt x="3453469" y="2032491"/>
                  <a:pt x="3454051" y="2032159"/>
                  <a:pt x="3454549" y="2032159"/>
                </a:cubicBezTo>
                <a:lnTo>
                  <a:pt x="3476233" y="2032159"/>
                </a:lnTo>
                <a:cubicBezTo>
                  <a:pt x="3476814" y="2032159"/>
                  <a:pt x="3477313" y="2032408"/>
                  <a:pt x="3477562" y="2032907"/>
                </a:cubicBezTo>
                <a:lnTo>
                  <a:pt x="3488363" y="2051683"/>
                </a:lnTo>
                <a:cubicBezTo>
                  <a:pt x="3488612" y="2052098"/>
                  <a:pt x="3488612" y="2052680"/>
                  <a:pt x="3488363" y="2053178"/>
                </a:cubicBezTo>
                <a:lnTo>
                  <a:pt x="3477562" y="2071954"/>
                </a:lnTo>
                <a:cubicBezTo>
                  <a:pt x="3477313" y="2072369"/>
                  <a:pt x="3476731" y="2072702"/>
                  <a:pt x="3476233" y="2072702"/>
                </a:cubicBezTo>
                <a:close/>
                <a:moveTo>
                  <a:pt x="3996224" y="2217844"/>
                </a:moveTo>
                <a:cubicBezTo>
                  <a:pt x="3995643" y="2217844"/>
                  <a:pt x="3995145" y="2217594"/>
                  <a:pt x="3994896" y="2217096"/>
                </a:cubicBezTo>
                <a:lnTo>
                  <a:pt x="3984096" y="2198320"/>
                </a:lnTo>
                <a:cubicBezTo>
                  <a:pt x="3983847" y="2197905"/>
                  <a:pt x="3983847" y="2197323"/>
                  <a:pt x="3984096" y="2196825"/>
                </a:cubicBezTo>
                <a:lnTo>
                  <a:pt x="3994896" y="2178049"/>
                </a:lnTo>
                <a:cubicBezTo>
                  <a:pt x="3995144" y="2177633"/>
                  <a:pt x="3995727" y="2177301"/>
                  <a:pt x="3996225" y="2177301"/>
                </a:cubicBezTo>
                <a:lnTo>
                  <a:pt x="4017908" y="2177301"/>
                </a:lnTo>
                <a:cubicBezTo>
                  <a:pt x="4018490" y="2177301"/>
                  <a:pt x="4018988" y="2177550"/>
                  <a:pt x="4019238" y="2178049"/>
                </a:cubicBezTo>
                <a:lnTo>
                  <a:pt x="4030039" y="2196825"/>
                </a:lnTo>
                <a:cubicBezTo>
                  <a:pt x="4030288" y="2197240"/>
                  <a:pt x="4030287" y="2197822"/>
                  <a:pt x="4030039" y="2198320"/>
                </a:cubicBezTo>
                <a:lnTo>
                  <a:pt x="4019237" y="2217096"/>
                </a:lnTo>
                <a:cubicBezTo>
                  <a:pt x="4018989" y="2217511"/>
                  <a:pt x="4018407" y="2217844"/>
                  <a:pt x="4017909" y="2217844"/>
                </a:cubicBezTo>
                <a:close/>
                <a:moveTo>
                  <a:pt x="3273815" y="2024559"/>
                </a:moveTo>
                <a:cubicBezTo>
                  <a:pt x="3273316" y="2024558"/>
                  <a:pt x="3272734" y="2024310"/>
                  <a:pt x="3272485" y="2023810"/>
                </a:cubicBezTo>
                <a:lnTo>
                  <a:pt x="3261602" y="2004868"/>
                </a:lnTo>
                <a:cubicBezTo>
                  <a:pt x="3261353" y="2004370"/>
                  <a:pt x="3261353" y="2003788"/>
                  <a:pt x="3261602" y="2003290"/>
                </a:cubicBezTo>
                <a:lnTo>
                  <a:pt x="3272568" y="1984348"/>
                </a:lnTo>
                <a:cubicBezTo>
                  <a:pt x="3272818" y="1983933"/>
                  <a:pt x="3273316" y="1983601"/>
                  <a:pt x="3273898" y="1983600"/>
                </a:cubicBezTo>
                <a:lnTo>
                  <a:pt x="3295748" y="1983600"/>
                </a:lnTo>
                <a:cubicBezTo>
                  <a:pt x="3296246" y="1983600"/>
                  <a:pt x="3296828" y="1983849"/>
                  <a:pt x="3297077" y="1984348"/>
                </a:cubicBezTo>
                <a:lnTo>
                  <a:pt x="3307960" y="2003290"/>
                </a:lnTo>
                <a:cubicBezTo>
                  <a:pt x="3308209" y="2003788"/>
                  <a:pt x="3308209" y="2004370"/>
                  <a:pt x="3307960" y="2004868"/>
                </a:cubicBezTo>
                <a:lnTo>
                  <a:pt x="3296994" y="2023810"/>
                </a:lnTo>
                <a:cubicBezTo>
                  <a:pt x="3296745" y="2024226"/>
                  <a:pt x="3296246" y="2024558"/>
                  <a:pt x="3295664" y="2024558"/>
                </a:cubicBezTo>
                <a:close/>
                <a:moveTo>
                  <a:pt x="3334001" y="2040685"/>
                </a:moveTo>
                <a:cubicBezTo>
                  <a:pt x="3333502" y="2040685"/>
                  <a:pt x="3332920" y="2040436"/>
                  <a:pt x="3332671" y="2039937"/>
                </a:cubicBezTo>
                <a:lnTo>
                  <a:pt x="3321788" y="2020995"/>
                </a:lnTo>
                <a:cubicBezTo>
                  <a:pt x="3321538" y="2020497"/>
                  <a:pt x="3321539" y="2019915"/>
                  <a:pt x="3321787" y="2019417"/>
                </a:cubicBezTo>
                <a:lnTo>
                  <a:pt x="3332754" y="2000475"/>
                </a:lnTo>
                <a:cubicBezTo>
                  <a:pt x="3333004" y="2000059"/>
                  <a:pt x="3333502" y="1999727"/>
                  <a:pt x="3334084" y="1999727"/>
                </a:cubicBezTo>
                <a:lnTo>
                  <a:pt x="3355934" y="1999727"/>
                </a:lnTo>
                <a:cubicBezTo>
                  <a:pt x="3356432" y="1999727"/>
                  <a:pt x="3357013" y="1999976"/>
                  <a:pt x="3357263" y="2000475"/>
                </a:cubicBezTo>
                <a:lnTo>
                  <a:pt x="3368146" y="2019417"/>
                </a:lnTo>
                <a:cubicBezTo>
                  <a:pt x="3368395" y="2019915"/>
                  <a:pt x="3368395" y="2020497"/>
                  <a:pt x="3368146" y="2020995"/>
                </a:cubicBezTo>
                <a:lnTo>
                  <a:pt x="3357179" y="2039937"/>
                </a:lnTo>
                <a:cubicBezTo>
                  <a:pt x="3356931" y="2040353"/>
                  <a:pt x="3356432" y="2040685"/>
                  <a:pt x="3355850" y="2040685"/>
                </a:cubicBezTo>
                <a:close/>
                <a:moveTo>
                  <a:pt x="4176526" y="2266626"/>
                </a:moveTo>
                <a:cubicBezTo>
                  <a:pt x="4176027" y="2266627"/>
                  <a:pt x="4175446" y="2266377"/>
                  <a:pt x="4175197" y="2265880"/>
                </a:cubicBezTo>
                <a:lnTo>
                  <a:pt x="4164147" y="2246770"/>
                </a:lnTo>
                <a:cubicBezTo>
                  <a:pt x="4163898" y="2246272"/>
                  <a:pt x="4163898" y="2245690"/>
                  <a:pt x="4164147" y="2245192"/>
                </a:cubicBezTo>
                <a:lnTo>
                  <a:pt x="4175197" y="2226084"/>
                </a:lnTo>
                <a:cubicBezTo>
                  <a:pt x="4175446" y="2225668"/>
                  <a:pt x="4175944" y="2225336"/>
                  <a:pt x="4176526" y="2225336"/>
                </a:cubicBezTo>
                <a:lnTo>
                  <a:pt x="4198625" y="2225336"/>
                </a:lnTo>
                <a:cubicBezTo>
                  <a:pt x="4199123" y="2225336"/>
                  <a:pt x="4199705" y="2225585"/>
                  <a:pt x="4199954" y="2226084"/>
                </a:cubicBezTo>
                <a:lnTo>
                  <a:pt x="4211004" y="2245192"/>
                </a:lnTo>
                <a:cubicBezTo>
                  <a:pt x="4211253" y="2245690"/>
                  <a:pt x="4211253" y="2246272"/>
                  <a:pt x="4211004" y="2246770"/>
                </a:cubicBezTo>
                <a:lnTo>
                  <a:pt x="4199954" y="2265879"/>
                </a:lnTo>
                <a:cubicBezTo>
                  <a:pt x="4199705" y="2266294"/>
                  <a:pt x="4199206" y="2266626"/>
                  <a:pt x="4198625" y="2266626"/>
                </a:cubicBezTo>
                <a:close/>
                <a:moveTo>
                  <a:pt x="4236378" y="2283335"/>
                </a:moveTo>
                <a:cubicBezTo>
                  <a:pt x="4235798" y="2283335"/>
                  <a:pt x="4235299" y="2283003"/>
                  <a:pt x="4234967" y="2282505"/>
                </a:cubicBezTo>
                <a:lnTo>
                  <a:pt x="4223668" y="2262898"/>
                </a:lnTo>
                <a:cubicBezTo>
                  <a:pt x="4223336" y="2262399"/>
                  <a:pt x="4223335" y="2261818"/>
                  <a:pt x="4223667" y="2261319"/>
                </a:cubicBezTo>
                <a:lnTo>
                  <a:pt x="4235050" y="2241713"/>
                </a:lnTo>
                <a:cubicBezTo>
                  <a:pt x="4235382" y="2241214"/>
                  <a:pt x="4235881" y="2240882"/>
                  <a:pt x="4236462" y="2240882"/>
                </a:cubicBezTo>
                <a:lnTo>
                  <a:pt x="4259143" y="2240882"/>
                </a:lnTo>
                <a:cubicBezTo>
                  <a:pt x="4259725" y="2240882"/>
                  <a:pt x="4260223" y="2241214"/>
                  <a:pt x="4260555" y="2241713"/>
                </a:cubicBezTo>
                <a:lnTo>
                  <a:pt x="4271853" y="2261319"/>
                </a:lnTo>
                <a:cubicBezTo>
                  <a:pt x="4272185" y="2261818"/>
                  <a:pt x="4272186" y="2262399"/>
                  <a:pt x="4271854" y="2262898"/>
                </a:cubicBezTo>
                <a:lnTo>
                  <a:pt x="4260472" y="2282505"/>
                </a:lnTo>
                <a:cubicBezTo>
                  <a:pt x="4260139" y="2283003"/>
                  <a:pt x="4259641" y="2283335"/>
                  <a:pt x="4259060" y="2283335"/>
                </a:cubicBezTo>
                <a:close/>
                <a:moveTo>
                  <a:pt x="4296327" y="2300045"/>
                </a:moveTo>
                <a:cubicBezTo>
                  <a:pt x="4295745" y="2300045"/>
                  <a:pt x="4295247" y="2299712"/>
                  <a:pt x="4294914" y="2299214"/>
                </a:cubicBezTo>
                <a:lnTo>
                  <a:pt x="4283283" y="2279027"/>
                </a:lnTo>
                <a:cubicBezTo>
                  <a:pt x="4282951" y="2278527"/>
                  <a:pt x="4282951" y="2277862"/>
                  <a:pt x="4283283" y="2277364"/>
                </a:cubicBezTo>
                <a:lnTo>
                  <a:pt x="4294914" y="2257176"/>
                </a:lnTo>
                <a:cubicBezTo>
                  <a:pt x="4295164" y="2256678"/>
                  <a:pt x="4295745" y="2256345"/>
                  <a:pt x="4296327" y="2256345"/>
                </a:cubicBezTo>
                <a:lnTo>
                  <a:pt x="4319589" y="2256345"/>
                </a:lnTo>
                <a:cubicBezTo>
                  <a:pt x="4320170" y="2256346"/>
                  <a:pt x="4320669" y="2256677"/>
                  <a:pt x="4321001" y="2257176"/>
                </a:cubicBezTo>
                <a:lnTo>
                  <a:pt x="4332632" y="2277364"/>
                </a:lnTo>
                <a:cubicBezTo>
                  <a:pt x="4332965" y="2277863"/>
                  <a:pt x="4332965" y="2278527"/>
                  <a:pt x="4332632" y="2279026"/>
                </a:cubicBezTo>
                <a:lnTo>
                  <a:pt x="4321001" y="2299214"/>
                </a:lnTo>
                <a:cubicBezTo>
                  <a:pt x="4320752" y="2299712"/>
                  <a:pt x="4320170" y="2300045"/>
                  <a:pt x="4319589" y="2300045"/>
                </a:cubicBezTo>
                <a:close/>
                <a:moveTo>
                  <a:pt x="3628443" y="2159525"/>
                </a:moveTo>
                <a:cubicBezTo>
                  <a:pt x="3628277" y="2159525"/>
                  <a:pt x="3628027" y="2159275"/>
                  <a:pt x="3628027" y="2159275"/>
                </a:cubicBezTo>
                <a:lnTo>
                  <a:pt x="3624538" y="2153211"/>
                </a:lnTo>
                <a:cubicBezTo>
                  <a:pt x="3624455" y="2153044"/>
                  <a:pt x="3624538" y="2152712"/>
                  <a:pt x="3624538" y="2152712"/>
                </a:cubicBezTo>
                <a:lnTo>
                  <a:pt x="3628027" y="2146647"/>
                </a:lnTo>
                <a:cubicBezTo>
                  <a:pt x="3628110" y="2146481"/>
                  <a:pt x="3628443" y="2146398"/>
                  <a:pt x="3628443" y="2146398"/>
                </a:cubicBezTo>
                <a:lnTo>
                  <a:pt x="3635421" y="2146398"/>
                </a:lnTo>
                <a:cubicBezTo>
                  <a:pt x="3635588" y="2146398"/>
                  <a:pt x="3635837" y="2146647"/>
                  <a:pt x="3635837" y="2146647"/>
                </a:cubicBezTo>
                <a:lnTo>
                  <a:pt x="3639326" y="2152712"/>
                </a:lnTo>
                <a:cubicBezTo>
                  <a:pt x="3639409" y="2152878"/>
                  <a:pt x="3639326" y="2153211"/>
                  <a:pt x="3639326" y="2153211"/>
                </a:cubicBezTo>
                <a:lnTo>
                  <a:pt x="3635837" y="2159275"/>
                </a:lnTo>
                <a:cubicBezTo>
                  <a:pt x="3635754" y="2159441"/>
                  <a:pt x="3635421" y="2159525"/>
                  <a:pt x="3635421" y="2159525"/>
                </a:cubicBezTo>
                <a:close/>
                <a:moveTo>
                  <a:pt x="4406044" y="2378241"/>
                </a:moveTo>
                <a:cubicBezTo>
                  <a:pt x="4405628" y="2378241"/>
                  <a:pt x="4405047" y="2377659"/>
                  <a:pt x="4405047" y="2377659"/>
                </a:cubicBezTo>
                <a:lnTo>
                  <a:pt x="4396739" y="2363204"/>
                </a:lnTo>
                <a:cubicBezTo>
                  <a:pt x="4396490" y="2362871"/>
                  <a:pt x="4396739" y="2362040"/>
                  <a:pt x="4396739" y="2362040"/>
                </a:cubicBezTo>
                <a:lnTo>
                  <a:pt x="4405047" y="2347584"/>
                </a:lnTo>
                <a:cubicBezTo>
                  <a:pt x="4405213" y="2347252"/>
                  <a:pt x="4406044" y="2347002"/>
                  <a:pt x="4406044" y="2347002"/>
                </a:cubicBezTo>
                <a:lnTo>
                  <a:pt x="4422743" y="2347003"/>
                </a:lnTo>
                <a:cubicBezTo>
                  <a:pt x="4423158" y="2347003"/>
                  <a:pt x="4423739" y="2347585"/>
                  <a:pt x="4423739" y="2347585"/>
                </a:cubicBezTo>
                <a:lnTo>
                  <a:pt x="4432047" y="2362039"/>
                </a:lnTo>
                <a:cubicBezTo>
                  <a:pt x="4432297" y="2362372"/>
                  <a:pt x="4432047" y="2363204"/>
                  <a:pt x="4432047" y="2363204"/>
                </a:cubicBezTo>
                <a:lnTo>
                  <a:pt x="4423739" y="2377659"/>
                </a:lnTo>
                <a:cubicBezTo>
                  <a:pt x="4423573" y="2377992"/>
                  <a:pt x="4422743" y="2378241"/>
                  <a:pt x="4422743" y="2378241"/>
                </a:cubicBezTo>
                <a:close/>
                <a:moveTo>
                  <a:pt x="1817695" y="1685272"/>
                </a:moveTo>
                <a:cubicBezTo>
                  <a:pt x="1817197" y="1685272"/>
                  <a:pt x="1816615" y="1684690"/>
                  <a:pt x="1816615" y="1684690"/>
                </a:cubicBezTo>
                <a:lnTo>
                  <a:pt x="1808058" y="1669819"/>
                </a:lnTo>
                <a:cubicBezTo>
                  <a:pt x="1807809" y="1669403"/>
                  <a:pt x="1808058" y="1668573"/>
                  <a:pt x="1808058" y="1668573"/>
                </a:cubicBezTo>
                <a:lnTo>
                  <a:pt x="1816698" y="1653702"/>
                </a:lnTo>
                <a:cubicBezTo>
                  <a:pt x="1816947" y="1653369"/>
                  <a:pt x="1817362" y="1653120"/>
                  <a:pt x="1817778" y="1653120"/>
                </a:cubicBezTo>
                <a:lnTo>
                  <a:pt x="1834975" y="1653120"/>
                </a:lnTo>
                <a:cubicBezTo>
                  <a:pt x="1835474" y="1653120"/>
                  <a:pt x="1836055" y="1653702"/>
                  <a:pt x="1836055" y="1653702"/>
                </a:cubicBezTo>
                <a:lnTo>
                  <a:pt x="1844613" y="1668573"/>
                </a:lnTo>
                <a:cubicBezTo>
                  <a:pt x="1844862" y="1668988"/>
                  <a:pt x="1844613" y="1669819"/>
                  <a:pt x="1844613" y="1669819"/>
                </a:cubicBezTo>
                <a:lnTo>
                  <a:pt x="1835972" y="1684690"/>
                </a:lnTo>
                <a:cubicBezTo>
                  <a:pt x="1835723" y="1685022"/>
                  <a:pt x="1835308" y="1685272"/>
                  <a:pt x="1834893" y="1685272"/>
                </a:cubicBezTo>
                <a:close/>
                <a:moveTo>
                  <a:pt x="794529" y="1411199"/>
                </a:moveTo>
                <a:cubicBezTo>
                  <a:pt x="794113" y="1411199"/>
                  <a:pt x="793449" y="1410617"/>
                  <a:pt x="793449" y="1410617"/>
                </a:cubicBezTo>
                <a:lnTo>
                  <a:pt x="784809" y="1395663"/>
                </a:lnTo>
                <a:cubicBezTo>
                  <a:pt x="784560" y="1395248"/>
                  <a:pt x="784809" y="1394417"/>
                  <a:pt x="784809" y="1394417"/>
                </a:cubicBezTo>
                <a:lnTo>
                  <a:pt x="793449" y="1379463"/>
                </a:lnTo>
                <a:cubicBezTo>
                  <a:pt x="793698" y="1379130"/>
                  <a:pt x="794113" y="1378880"/>
                  <a:pt x="794529" y="1378880"/>
                </a:cubicBezTo>
                <a:lnTo>
                  <a:pt x="811809" y="1378881"/>
                </a:lnTo>
                <a:cubicBezTo>
                  <a:pt x="812225" y="1378880"/>
                  <a:pt x="812889" y="1379462"/>
                  <a:pt x="812889" y="1379462"/>
                </a:cubicBezTo>
                <a:lnTo>
                  <a:pt x="821530" y="1394416"/>
                </a:lnTo>
                <a:cubicBezTo>
                  <a:pt x="821779" y="1394832"/>
                  <a:pt x="821530" y="1395663"/>
                  <a:pt x="821530" y="1395663"/>
                </a:cubicBezTo>
                <a:lnTo>
                  <a:pt x="812889" y="1410617"/>
                </a:lnTo>
                <a:cubicBezTo>
                  <a:pt x="812640" y="1410949"/>
                  <a:pt x="812225" y="1411199"/>
                  <a:pt x="811809" y="1411199"/>
                </a:cubicBezTo>
                <a:close/>
                <a:moveTo>
                  <a:pt x="4827007" y="2491698"/>
                </a:moveTo>
                <a:cubicBezTo>
                  <a:pt x="4826592" y="2491698"/>
                  <a:pt x="4825927" y="2491116"/>
                  <a:pt x="4825927" y="2491116"/>
                </a:cubicBezTo>
                <a:lnTo>
                  <a:pt x="4817287" y="2476162"/>
                </a:lnTo>
                <a:cubicBezTo>
                  <a:pt x="4817038" y="2475747"/>
                  <a:pt x="4817287" y="2474916"/>
                  <a:pt x="4817287" y="2474916"/>
                </a:cubicBezTo>
                <a:lnTo>
                  <a:pt x="4825926" y="2459962"/>
                </a:lnTo>
                <a:cubicBezTo>
                  <a:pt x="4826176" y="2459629"/>
                  <a:pt x="4826592" y="2459380"/>
                  <a:pt x="4827007" y="2459380"/>
                </a:cubicBezTo>
                <a:lnTo>
                  <a:pt x="4844287" y="2459380"/>
                </a:lnTo>
                <a:cubicBezTo>
                  <a:pt x="4844703" y="2459380"/>
                  <a:pt x="4845368" y="2459962"/>
                  <a:pt x="4845368" y="2459962"/>
                </a:cubicBezTo>
                <a:lnTo>
                  <a:pt x="4854007" y="2474916"/>
                </a:lnTo>
                <a:cubicBezTo>
                  <a:pt x="4854256" y="2475331"/>
                  <a:pt x="4854007" y="2476162"/>
                  <a:pt x="4854007" y="2476162"/>
                </a:cubicBezTo>
                <a:lnTo>
                  <a:pt x="4845368" y="2491116"/>
                </a:lnTo>
                <a:cubicBezTo>
                  <a:pt x="4845117" y="2491449"/>
                  <a:pt x="4844703" y="2491698"/>
                  <a:pt x="4844287" y="2491698"/>
                </a:cubicBezTo>
                <a:close/>
                <a:moveTo>
                  <a:pt x="1095376" y="1492010"/>
                </a:moveTo>
                <a:cubicBezTo>
                  <a:pt x="1094961" y="1492009"/>
                  <a:pt x="1094296" y="1491429"/>
                  <a:pt x="1094296" y="1491429"/>
                </a:cubicBezTo>
                <a:lnTo>
                  <a:pt x="1085573" y="1476308"/>
                </a:lnTo>
                <a:cubicBezTo>
                  <a:pt x="1085323" y="1475893"/>
                  <a:pt x="1085573" y="1475061"/>
                  <a:pt x="1085573" y="1475061"/>
                </a:cubicBezTo>
                <a:lnTo>
                  <a:pt x="1094296" y="1459941"/>
                </a:lnTo>
                <a:cubicBezTo>
                  <a:pt x="1094546" y="1459608"/>
                  <a:pt x="1094961" y="1459359"/>
                  <a:pt x="1095376" y="1459360"/>
                </a:cubicBezTo>
                <a:lnTo>
                  <a:pt x="1112906" y="1459359"/>
                </a:lnTo>
                <a:cubicBezTo>
                  <a:pt x="1113321" y="1459360"/>
                  <a:pt x="1113986" y="1459942"/>
                  <a:pt x="1113986" y="1459942"/>
                </a:cubicBezTo>
                <a:lnTo>
                  <a:pt x="1122709" y="1475061"/>
                </a:lnTo>
                <a:cubicBezTo>
                  <a:pt x="1122959" y="1475477"/>
                  <a:pt x="1122709" y="1476308"/>
                  <a:pt x="1122709" y="1476308"/>
                </a:cubicBezTo>
                <a:lnTo>
                  <a:pt x="1113986" y="1491429"/>
                </a:lnTo>
                <a:cubicBezTo>
                  <a:pt x="1113737" y="1491761"/>
                  <a:pt x="1113321" y="1492010"/>
                  <a:pt x="1112906" y="1492009"/>
                </a:cubicBezTo>
                <a:close/>
                <a:moveTo>
                  <a:pt x="914735" y="1443701"/>
                </a:moveTo>
                <a:cubicBezTo>
                  <a:pt x="914320" y="1443701"/>
                  <a:pt x="913654" y="1443120"/>
                  <a:pt x="913654" y="1443120"/>
                </a:cubicBezTo>
                <a:lnTo>
                  <a:pt x="904848" y="1427916"/>
                </a:lnTo>
                <a:cubicBezTo>
                  <a:pt x="904598" y="1427501"/>
                  <a:pt x="904849" y="1426670"/>
                  <a:pt x="904849" y="1426670"/>
                </a:cubicBezTo>
                <a:lnTo>
                  <a:pt x="913655" y="1411467"/>
                </a:lnTo>
                <a:cubicBezTo>
                  <a:pt x="913905" y="1411134"/>
                  <a:pt x="914320" y="1410885"/>
                  <a:pt x="914734" y="1410885"/>
                </a:cubicBezTo>
                <a:lnTo>
                  <a:pt x="932347" y="1410885"/>
                </a:lnTo>
                <a:cubicBezTo>
                  <a:pt x="932763" y="1410885"/>
                  <a:pt x="933428" y="1411467"/>
                  <a:pt x="933428" y="1411467"/>
                </a:cubicBezTo>
                <a:lnTo>
                  <a:pt x="942235" y="1426670"/>
                </a:lnTo>
                <a:cubicBezTo>
                  <a:pt x="942484" y="1427086"/>
                  <a:pt x="942234" y="1427916"/>
                  <a:pt x="942234" y="1427916"/>
                </a:cubicBezTo>
                <a:lnTo>
                  <a:pt x="933427" y="1443120"/>
                </a:lnTo>
                <a:cubicBezTo>
                  <a:pt x="933179" y="1443452"/>
                  <a:pt x="932762" y="1443701"/>
                  <a:pt x="932348" y="1443701"/>
                </a:cubicBezTo>
                <a:close/>
                <a:moveTo>
                  <a:pt x="1155418" y="1508461"/>
                </a:moveTo>
                <a:cubicBezTo>
                  <a:pt x="1155003" y="1508461"/>
                  <a:pt x="1154338" y="1507796"/>
                  <a:pt x="1154338" y="1507796"/>
                </a:cubicBezTo>
                <a:lnTo>
                  <a:pt x="1145448" y="1492344"/>
                </a:lnTo>
                <a:cubicBezTo>
                  <a:pt x="1145200" y="1492011"/>
                  <a:pt x="1145449" y="1491097"/>
                  <a:pt x="1145449" y="1491097"/>
                </a:cubicBezTo>
                <a:lnTo>
                  <a:pt x="1154337" y="1475645"/>
                </a:lnTo>
                <a:cubicBezTo>
                  <a:pt x="1154588" y="1475229"/>
                  <a:pt x="1155003" y="1474980"/>
                  <a:pt x="1155418" y="1474980"/>
                </a:cubicBezTo>
                <a:lnTo>
                  <a:pt x="1173197" y="1474980"/>
                </a:lnTo>
                <a:cubicBezTo>
                  <a:pt x="1173613" y="1474980"/>
                  <a:pt x="1174277" y="1475645"/>
                  <a:pt x="1174277" y="1475645"/>
                </a:cubicBezTo>
                <a:lnTo>
                  <a:pt x="1183166" y="1491097"/>
                </a:lnTo>
                <a:cubicBezTo>
                  <a:pt x="1183416" y="1491430"/>
                  <a:pt x="1183167" y="1492344"/>
                  <a:pt x="1183167" y="1492344"/>
                </a:cubicBezTo>
                <a:lnTo>
                  <a:pt x="1174277" y="1507796"/>
                </a:lnTo>
                <a:cubicBezTo>
                  <a:pt x="1174027" y="1508212"/>
                  <a:pt x="1173613" y="1508461"/>
                  <a:pt x="1173197" y="1508461"/>
                </a:cubicBezTo>
                <a:close/>
                <a:moveTo>
                  <a:pt x="974778" y="1460153"/>
                </a:moveTo>
                <a:cubicBezTo>
                  <a:pt x="974363" y="1460153"/>
                  <a:pt x="973697" y="1459488"/>
                  <a:pt x="973697" y="1459488"/>
                </a:cubicBezTo>
                <a:lnTo>
                  <a:pt x="964725" y="1443952"/>
                </a:lnTo>
                <a:cubicBezTo>
                  <a:pt x="964477" y="1443620"/>
                  <a:pt x="964726" y="1442706"/>
                  <a:pt x="964726" y="1442706"/>
                </a:cubicBezTo>
                <a:lnTo>
                  <a:pt x="973697" y="1427171"/>
                </a:lnTo>
                <a:cubicBezTo>
                  <a:pt x="973948" y="1426755"/>
                  <a:pt x="974362" y="1426506"/>
                  <a:pt x="974777" y="1426506"/>
                </a:cubicBezTo>
                <a:lnTo>
                  <a:pt x="992641" y="1426506"/>
                </a:lnTo>
                <a:cubicBezTo>
                  <a:pt x="993055" y="1426506"/>
                  <a:pt x="993721" y="1427171"/>
                  <a:pt x="993721" y="1427171"/>
                </a:cubicBezTo>
                <a:lnTo>
                  <a:pt x="1002693" y="1442706"/>
                </a:lnTo>
                <a:cubicBezTo>
                  <a:pt x="1002942" y="1443039"/>
                  <a:pt x="1002692" y="1443952"/>
                  <a:pt x="1002692" y="1443952"/>
                </a:cubicBezTo>
                <a:lnTo>
                  <a:pt x="993720" y="1459488"/>
                </a:lnTo>
                <a:cubicBezTo>
                  <a:pt x="993470" y="1459904"/>
                  <a:pt x="993056" y="1460153"/>
                  <a:pt x="992640" y="1460153"/>
                </a:cubicBezTo>
                <a:close/>
                <a:moveTo>
                  <a:pt x="854403" y="1428003"/>
                </a:moveTo>
                <a:cubicBezTo>
                  <a:pt x="853988" y="1428003"/>
                  <a:pt x="853324" y="1427339"/>
                  <a:pt x="853324" y="1427339"/>
                </a:cubicBezTo>
                <a:lnTo>
                  <a:pt x="844351" y="1411720"/>
                </a:lnTo>
                <a:cubicBezTo>
                  <a:pt x="844101" y="1411387"/>
                  <a:pt x="844351" y="1410473"/>
                  <a:pt x="844351" y="1410473"/>
                </a:cubicBezTo>
                <a:lnTo>
                  <a:pt x="853324" y="1394855"/>
                </a:lnTo>
                <a:cubicBezTo>
                  <a:pt x="853573" y="1394439"/>
                  <a:pt x="853988" y="1394190"/>
                  <a:pt x="854403" y="1394190"/>
                </a:cubicBezTo>
                <a:lnTo>
                  <a:pt x="872432" y="1394190"/>
                </a:lnTo>
                <a:cubicBezTo>
                  <a:pt x="872847" y="1394190"/>
                  <a:pt x="873512" y="1394855"/>
                  <a:pt x="873512" y="1394855"/>
                </a:cubicBezTo>
                <a:lnTo>
                  <a:pt x="882484" y="1410473"/>
                </a:lnTo>
                <a:cubicBezTo>
                  <a:pt x="882733" y="1410806"/>
                  <a:pt x="882484" y="1411720"/>
                  <a:pt x="882484" y="1411720"/>
                </a:cubicBezTo>
                <a:lnTo>
                  <a:pt x="873512" y="1427339"/>
                </a:lnTo>
                <a:cubicBezTo>
                  <a:pt x="873262" y="1427754"/>
                  <a:pt x="872847" y="1428003"/>
                  <a:pt x="872432" y="1428003"/>
                </a:cubicBezTo>
                <a:close/>
                <a:moveTo>
                  <a:pt x="1215262" y="1525168"/>
                </a:moveTo>
                <a:cubicBezTo>
                  <a:pt x="1214763" y="1525168"/>
                  <a:pt x="1214099" y="1524503"/>
                  <a:pt x="1214099" y="1524503"/>
                </a:cubicBezTo>
                <a:lnTo>
                  <a:pt x="1204877" y="1508552"/>
                </a:lnTo>
                <a:cubicBezTo>
                  <a:pt x="1204627" y="1508137"/>
                  <a:pt x="1204877" y="1507223"/>
                  <a:pt x="1204877" y="1507223"/>
                </a:cubicBezTo>
                <a:lnTo>
                  <a:pt x="1214099" y="1491272"/>
                </a:lnTo>
                <a:cubicBezTo>
                  <a:pt x="1214348" y="1490856"/>
                  <a:pt x="1214763" y="1490607"/>
                  <a:pt x="1215262" y="1490607"/>
                </a:cubicBezTo>
                <a:lnTo>
                  <a:pt x="1233705" y="1490607"/>
                </a:lnTo>
                <a:cubicBezTo>
                  <a:pt x="1234204" y="1490607"/>
                  <a:pt x="1234868" y="1491272"/>
                  <a:pt x="1234868" y="1491272"/>
                </a:cubicBezTo>
                <a:lnTo>
                  <a:pt x="1244090" y="1507223"/>
                </a:lnTo>
                <a:cubicBezTo>
                  <a:pt x="1244339" y="1507638"/>
                  <a:pt x="1244090" y="1508552"/>
                  <a:pt x="1244090" y="1508552"/>
                </a:cubicBezTo>
                <a:lnTo>
                  <a:pt x="1234868" y="1524503"/>
                </a:lnTo>
                <a:cubicBezTo>
                  <a:pt x="1234619" y="1524918"/>
                  <a:pt x="1234204" y="1525168"/>
                  <a:pt x="1233705" y="1525168"/>
                </a:cubicBezTo>
                <a:close/>
                <a:moveTo>
                  <a:pt x="1275449" y="1541295"/>
                </a:moveTo>
                <a:cubicBezTo>
                  <a:pt x="1274950" y="1541295"/>
                  <a:pt x="1274286" y="1540630"/>
                  <a:pt x="1274286" y="1540630"/>
                </a:cubicBezTo>
                <a:lnTo>
                  <a:pt x="1265064" y="1524679"/>
                </a:lnTo>
                <a:cubicBezTo>
                  <a:pt x="1264814" y="1524264"/>
                  <a:pt x="1265063" y="1523350"/>
                  <a:pt x="1265063" y="1523350"/>
                </a:cubicBezTo>
                <a:lnTo>
                  <a:pt x="1274286" y="1507399"/>
                </a:lnTo>
                <a:cubicBezTo>
                  <a:pt x="1274535" y="1506983"/>
                  <a:pt x="1274950" y="1506734"/>
                  <a:pt x="1275449" y="1506734"/>
                </a:cubicBezTo>
                <a:lnTo>
                  <a:pt x="1293892" y="1506734"/>
                </a:lnTo>
                <a:cubicBezTo>
                  <a:pt x="1294391" y="1506734"/>
                  <a:pt x="1295055" y="1507399"/>
                  <a:pt x="1295055" y="1507399"/>
                </a:cubicBezTo>
                <a:lnTo>
                  <a:pt x="1304277" y="1523350"/>
                </a:lnTo>
                <a:cubicBezTo>
                  <a:pt x="1304526" y="1523765"/>
                  <a:pt x="1304277" y="1524679"/>
                  <a:pt x="1304277" y="1524679"/>
                </a:cubicBezTo>
                <a:lnTo>
                  <a:pt x="1295054" y="1540630"/>
                </a:lnTo>
                <a:cubicBezTo>
                  <a:pt x="1294806" y="1541045"/>
                  <a:pt x="1294391" y="1541295"/>
                  <a:pt x="1293892" y="1541295"/>
                </a:cubicBezTo>
                <a:close/>
                <a:moveTo>
                  <a:pt x="1034620" y="1476953"/>
                </a:moveTo>
                <a:cubicBezTo>
                  <a:pt x="1034121" y="1476953"/>
                  <a:pt x="1033455" y="1476289"/>
                  <a:pt x="1033455" y="1476289"/>
                </a:cubicBezTo>
                <a:lnTo>
                  <a:pt x="1024151" y="1460171"/>
                </a:lnTo>
                <a:cubicBezTo>
                  <a:pt x="1023902" y="1459756"/>
                  <a:pt x="1024151" y="1458842"/>
                  <a:pt x="1024151" y="1458842"/>
                </a:cubicBezTo>
                <a:lnTo>
                  <a:pt x="1033455" y="1442725"/>
                </a:lnTo>
                <a:cubicBezTo>
                  <a:pt x="1033705" y="1442309"/>
                  <a:pt x="1034121" y="1442060"/>
                  <a:pt x="1034620" y="1442060"/>
                </a:cubicBezTo>
                <a:lnTo>
                  <a:pt x="1053228" y="1442060"/>
                </a:lnTo>
                <a:cubicBezTo>
                  <a:pt x="1053727" y="1442060"/>
                  <a:pt x="1054392" y="1442725"/>
                  <a:pt x="1054392" y="1442725"/>
                </a:cubicBezTo>
                <a:lnTo>
                  <a:pt x="1063696" y="1458842"/>
                </a:lnTo>
                <a:cubicBezTo>
                  <a:pt x="1063945" y="1459257"/>
                  <a:pt x="1063696" y="1460171"/>
                  <a:pt x="1063696" y="1460171"/>
                </a:cubicBezTo>
                <a:lnTo>
                  <a:pt x="1054392" y="1476289"/>
                </a:lnTo>
                <a:cubicBezTo>
                  <a:pt x="1054142" y="1476704"/>
                  <a:pt x="1053727" y="1476953"/>
                  <a:pt x="1053228" y="1476953"/>
                </a:cubicBezTo>
                <a:close/>
                <a:moveTo>
                  <a:pt x="1576213" y="1622261"/>
                </a:moveTo>
                <a:cubicBezTo>
                  <a:pt x="1575714" y="1622261"/>
                  <a:pt x="1575050" y="1621597"/>
                  <a:pt x="1575050" y="1621597"/>
                </a:cubicBezTo>
                <a:lnTo>
                  <a:pt x="1565662" y="1605313"/>
                </a:lnTo>
                <a:cubicBezTo>
                  <a:pt x="1565413" y="1604898"/>
                  <a:pt x="1565662" y="1603984"/>
                  <a:pt x="1565662" y="1603984"/>
                </a:cubicBezTo>
                <a:lnTo>
                  <a:pt x="1575050" y="1587701"/>
                </a:lnTo>
                <a:cubicBezTo>
                  <a:pt x="1575299" y="1587285"/>
                  <a:pt x="1575714" y="1587036"/>
                  <a:pt x="1576213" y="1587036"/>
                </a:cubicBezTo>
                <a:lnTo>
                  <a:pt x="1594989" y="1587036"/>
                </a:lnTo>
                <a:cubicBezTo>
                  <a:pt x="1595487" y="1587036"/>
                  <a:pt x="1596152" y="1587701"/>
                  <a:pt x="1596152" y="1587701"/>
                </a:cubicBezTo>
                <a:lnTo>
                  <a:pt x="1605540" y="1603984"/>
                </a:lnTo>
                <a:cubicBezTo>
                  <a:pt x="1605789" y="1604400"/>
                  <a:pt x="1605540" y="1605313"/>
                  <a:pt x="1605540" y="1605313"/>
                </a:cubicBezTo>
                <a:lnTo>
                  <a:pt x="1596152" y="1621597"/>
                </a:lnTo>
                <a:cubicBezTo>
                  <a:pt x="1595903" y="1622012"/>
                  <a:pt x="1595487" y="1622261"/>
                  <a:pt x="1594989" y="1622261"/>
                </a:cubicBezTo>
                <a:close/>
                <a:moveTo>
                  <a:pt x="1696503" y="1654599"/>
                </a:moveTo>
                <a:cubicBezTo>
                  <a:pt x="1696004" y="1654599"/>
                  <a:pt x="1695340" y="1653934"/>
                  <a:pt x="1695340" y="1653934"/>
                </a:cubicBezTo>
                <a:lnTo>
                  <a:pt x="1685869" y="1637567"/>
                </a:lnTo>
                <a:cubicBezTo>
                  <a:pt x="1685618" y="1637152"/>
                  <a:pt x="1685869" y="1636238"/>
                  <a:pt x="1685869" y="1636238"/>
                </a:cubicBezTo>
                <a:lnTo>
                  <a:pt x="1695340" y="1619872"/>
                </a:lnTo>
                <a:cubicBezTo>
                  <a:pt x="1695589" y="1619456"/>
                  <a:pt x="1696004" y="1619207"/>
                  <a:pt x="1696503" y="1619207"/>
                </a:cubicBezTo>
                <a:lnTo>
                  <a:pt x="1715445" y="1619207"/>
                </a:lnTo>
                <a:cubicBezTo>
                  <a:pt x="1715943" y="1619207"/>
                  <a:pt x="1716608" y="1619872"/>
                  <a:pt x="1716608" y="1619872"/>
                </a:cubicBezTo>
                <a:lnTo>
                  <a:pt x="1726079" y="1636238"/>
                </a:lnTo>
                <a:cubicBezTo>
                  <a:pt x="1726327" y="1636654"/>
                  <a:pt x="1726079" y="1637567"/>
                  <a:pt x="1726079" y="1637567"/>
                </a:cubicBezTo>
                <a:lnTo>
                  <a:pt x="1716607" y="1653934"/>
                </a:lnTo>
                <a:cubicBezTo>
                  <a:pt x="1716359" y="1654350"/>
                  <a:pt x="1715943" y="1654599"/>
                  <a:pt x="1715445" y="1654599"/>
                </a:cubicBezTo>
                <a:close/>
                <a:moveTo>
                  <a:pt x="1395487" y="1574046"/>
                </a:moveTo>
                <a:cubicBezTo>
                  <a:pt x="1394988" y="1574046"/>
                  <a:pt x="1394324" y="1573381"/>
                  <a:pt x="1394324" y="1573381"/>
                </a:cubicBezTo>
                <a:lnTo>
                  <a:pt x="1384853" y="1556932"/>
                </a:lnTo>
                <a:cubicBezTo>
                  <a:pt x="1384604" y="1556516"/>
                  <a:pt x="1384853" y="1555603"/>
                  <a:pt x="1384853" y="1555603"/>
                </a:cubicBezTo>
                <a:lnTo>
                  <a:pt x="1394407" y="1539153"/>
                </a:lnTo>
                <a:cubicBezTo>
                  <a:pt x="1394657" y="1538737"/>
                  <a:pt x="1395071" y="1538488"/>
                  <a:pt x="1395570" y="1538488"/>
                </a:cubicBezTo>
                <a:lnTo>
                  <a:pt x="1414596" y="1538488"/>
                </a:lnTo>
                <a:cubicBezTo>
                  <a:pt x="1415094" y="1538488"/>
                  <a:pt x="1415758" y="1539153"/>
                  <a:pt x="1415758" y="1539153"/>
                </a:cubicBezTo>
                <a:lnTo>
                  <a:pt x="1425230" y="1555603"/>
                </a:lnTo>
                <a:cubicBezTo>
                  <a:pt x="1425479" y="1556018"/>
                  <a:pt x="1425229" y="1556932"/>
                  <a:pt x="1425229" y="1556932"/>
                </a:cubicBezTo>
                <a:lnTo>
                  <a:pt x="1415675" y="1573381"/>
                </a:lnTo>
                <a:cubicBezTo>
                  <a:pt x="1415426" y="1573797"/>
                  <a:pt x="1415012" y="1574046"/>
                  <a:pt x="1414513" y="1574046"/>
                </a:cubicBezTo>
                <a:close/>
                <a:moveTo>
                  <a:pt x="1636211" y="1638717"/>
                </a:moveTo>
                <a:cubicBezTo>
                  <a:pt x="1635712" y="1638717"/>
                  <a:pt x="1635048" y="1638052"/>
                  <a:pt x="1635048" y="1638052"/>
                </a:cubicBezTo>
                <a:lnTo>
                  <a:pt x="1625495" y="1621520"/>
                </a:lnTo>
                <a:cubicBezTo>
                  <a:pt x="1625245" y="1621104"/>
                  <a:pt x="1625494" y="1620190"/>
                  <a:pt x="1625494" y="1620190"/>
                </a:cubicBezTo>
                <a:lnTo>
                  <a:pt x="1635048" y="1603658"/>
                </a:lnTo>
                <a:cubicBezTo>
                  <a:pt x="1635297" y="1603242"/>
                  <a:pt x="1635712" y="1602993"/>
                  <a:pt x="1636211" y="1602993"/>
                </a:cubicBezTo>
                <a:lnTo>
                  <a:pt x="1655319" y="1602993"/>
                </a:lnTo>
                <a:cubicBezTo>
                  <a:pt x="1655818" y="1602993"/>
                  <a:pt x="1656482" y="1603658"/>
                  <a:pt x="1656482" y="1603658"/>
                </a:cubicBezTo>
                <a:lnTo>
                  <a:pt x="1666036" y="1620190"/>
                </a:lnTo>
                <a:cubicBezTo>
                  <a:pt x="1666286" y="1620606"/>
                  <a:pt x="1666036" y="1621520"/>
                  <a:pt x="1666036" y="1621520"/>
                </a:cubicBezTo>
                <a:lnTo>
                  <a:pt x="1656482" y="1638052"/>
                </a:lnTo>
                <a:cubicBezTo>
                  <a:pt x="1656233" y="1638468"/>
                  <a:pt x="1655818" y="1638717"/>
                  <a:pt x="1655319" y="1638717"/>
                </a:cubicBezTo>
                <a:close/>
                <a:moveTo>
                  <a:pt x="1335199" y="1558155"/>
                </a:moveTo>
                <a:cubicBezTo>
                  <a:pt x="1334699" y="1558155"/>
                  <a:pt x="1334284" y="1557906"/>
                  <a:pt x="1334035" y="1557491"/>
                </a:cubicBezTo>
                <a:lnTo>
                  <a:pt x="1324398" y="1540875"/>
                </a:lnTo>
                <a:cubicBezTo>
                  <a:pt x="1324150" y="1540459"/>
                  <a:pt x="1324149" y="1539961"/>
                  <a:pt x="1324398" y="1539546"/>
                </a:cubicBezTo>
                <a:lnTo>
                  <a:pt x="1334035" y="1522930"/>
                </a:lnTo>
                <a:cubicBezTo>
                  <a:pt x="1334284" y="1522514"/>
                  <a:pt x="1334700" y="1522265"/>
                  <a:pt x="1335199" y="1522265"/>
                </a:cubicBezTo>
                <a:lnTo>
                  <a:pt x="1354389" y="1522265"/>
                </a:lnTo>
                <a:cubicBezTo>
                  <a:pt x="1354888" y="1522265"/>
                  <a:pt x="1355304" y="1522514"/>
                  <a:pt x="1355552" y="1522930"/>
                </a:cubicBezTo>
                <a:lnTo>
                  <a:pt x="1365190" y="1539546"/>
                </a:lnTo>
                <a:cubicBezTo>
                  <a:pt x="1365439" y="1539961"/>
                  <a:pt x="1365440" y="1540459"/>
                  <a:pt x="1365190" y="1540875"/>
                </a:cubicBezTo>
                <a:lnTo>
                  <a:pt x="1355552" y="1557491"/>
                </a:lnTo>
                <a:cubicBezTo>
                  <a:pt x="1355304" y="1557906"/>
                  <a:pt x="1354888" y="1558155"/>
                  <a:pt x="1354389" y="1558155"/>
                </a:cubicBezTo>
                <a:close/>
                <a:moveTo>
                  <a:pt x="1515754" y="1606640"/>
                </a:moveTo>
                <a:cubicBezTo>
                  <a:pt x="1515256" y="1606640"/>
                  <a:pt x="1514840" y="1606391"/>
                  <a:pt x="1514591" y="1605976"/>
                </a:cubicBezTo>
                <a:lnTo>
                  <a:pt x="1504954" y="1589277"/>
                </a:lnTo>
                <a:cubicBezTo>
                  <a:pt x="1504705" y="1588861"/>
                  <a:pt x="1504705" y="1588363"/>
                  <a:pt x="1504954" y="1587948"/>
                </a:cubicBezTo>
                <a:lnTo>
                  <a:pt x="1514591" y="1571249"/>
                </a:lnTo>
                <a:cubicBezTo>
                  <a:pt x="1514840" y="1570833"/>
                  <a:pt x="1515256" y="1570584"/>
                  <a:pt x="1515754" y="1570584"/>
                </a:cubicBezTo>
                <a:lnTo>
                  <a:pt x="1535111" y="1570584"/>
                </a:lnTo>
                <a:cubicBezTo>
                  <a:pt x="1535610" y="1570584"/>
                  <a:pt x="1536026" y="1570833"/>
                  <a:pt x="1536275" y="1571249"/>
                </a:cubicBezTo>
                <a:lnTo>
                  <a:pt x="1545912" y="1587948"/>
                </a:lnTo>
                <a:cubicBezTo>
                  <a:pt x="1546161" y="1588363"/>
                  <a:pt x="1546161" y="1588861"/>
                  <a:pt x="1545912" y="1589277"/>
                </a:cubicBezTo>
                <a:lnTo>
                  <a:pt x="1536275" y="1605976"/>
                </a:lnTo>
                <a:cubicBezTo>
                  <a:pt x="1536026" y="1606391"/>
                  <a:pt x="1535610" y="1606640"/>
                  <a:pt x="1535111" y="1606640"/>
                </a:cubicBezTo>
                <a:close/>
                <a:moveTo>
                  <a:pt x="1876872" y="1703401"/>
                </a:moveTo>
                <a:cubicBezTo>
                  <a:pt x="1876373" y="1703401"/>
                  <a:pt x="1875957" y="1703152"/>
                  <a:pt x="1875708" y="1702737"/>
                </a:cubicBezTo>
                <a:lnTo>
                  <a:pt x="1866072" y="1686038"/>
                </a:lnTo>
                <a:cubicBezTo>
                  <a:pt x="1865822" y="1685622"/>
                  <a:pt x="1865823" y="1685124"/>
                  <a:pt x="1866071" y="1684709"/>
                </a:cubicBezTo>
                <a:lnTo>
                  <a:pt x="1875708" y="1668010"/>
                </a:lnTo>
                <a:cubicBezTo>
                  <a:pt x="1875958" y="1667594"/>
                  <a:pt x="1876374" y="1667345"/>
                  <a:pt x="1876872" y="1667345"/>
                </a:cubicBezTo>
                <a:lnTo>
                  <a:pt x="1896228" y="1667345"/>
                </a:lnTo>
                <a:cubicBezTo>
                  <a:pt x="1896727" y="1667345"/>
                  <a:pt x="1897143" y="1667594"/>
                  <a:pt x="1897392" y="1668010"/>
                </a:cubicBezTo>
                <a:lnTo>
                  <a:pt x="1907030" y="1684709"/>
                </a:lnTo>
                <a:cubicBezTo>
                  <a:pt x="1907278" y="1685124"/>
                  <a:pt x="1907278" y="1685622"/>
                  <a:pt x="1907030" y="1686038"/>
                </a:cubicBezTo>
                <a:lnTo>
                  <a:pt x="1897392" y="1702737"/>
                </a:lnTo>
                <a:cubicBezTo>
                  <a:pt x="1897143" y="1703152"/>
                  <a:pt x="1896727" y="1703401"/>
                  <a:pt x="1896228" y="1703401"/>
                </a:cubicBezTo>
                <a:close/>
                <a:moveTo>
                  <a:pt x="2960224" y="1993685"/>
                </a:moveTo>
                <a:cubicBezTo>
                  <a:pt x="2959726" y="1993684"/>
                  <a:pt x="2959310" y="1993435"/>
                  <a:pt x="2959061" y="1993020"/>
                </a:cubicBezTo>
                <a:lnTo>
                  <a:pt x="2949424" y="1976321"/>
                </a:lnTo>
                <a:cubicBezTo>
                  <a:pt x="2949175" y="1975905"/>
                  <a:pt x="2949175" y="1975408"/>
                  <a:pt x="2949424" y="1974992"/>
                </a:cubicBezTo>
                <a:lnTo>
                  <a:pt x="2959061" y="1958293"/>
                </a:lnTo>
                <a:cubicBezTo>
                  <a:pt x="2959310" y="1957877"/>
                  <a:pt x="2959726" y="1957629"/>
                  <a:pt x="2960224" y="1957628"/>
                </a:cubicBezTo>
                <a:lnTo>
                  <a:pt x="2979582" y="1957628"/>
                </a:lnTo>
                <a:cubicBezTo>
                  <a:pt x="2980080" y="1957628"/>
                  <a:pt x="2980495" y="1957877"/>
                  <a:pt x="2980745" y="1958293"/>
                </a:cubicBezTo>
                <a:lnTo>
                  <a:pt x="2990382" y="1974993"/>
                </a:lnTo>
                <a:cubicBezTo>
                  <a:pt x="2990631" y="1975407"/>
                  <a:pt x="2990631" y="1975905"/>
                  <a:pt x="2990382" y="1976321"/>
                </a:cubicBezTo>
                <a:lnTo>
                  <a:pt x="2980745" y="1993020"/>
                </a:lnTo>
                <a:cubicBezTo>
                  <a:pt x="2980495" y="1993435"/>
                  <a:pt x="2980080" y="1993684"/>
                  <a:pt x="2979582" y="1993684"/>
                </a:cubicBezTo>
                <a:close/>
                <a:moveTo>
                  <a:pt x="1455436" y="1590756"/>
                </a:moveTo>
                <a:cubicBezTo>
                  <a:pt x="1455020" y="1590756"/>
                  <a:pt x="1454522" y="1590507"/>
                  <a:pt x="1454272" y="1590091"/>
                </a:cubicBezTo>
                <a:lnTo>
                  <a:pt x="1444469" y="1573060"/>
                </a:lnTo>
                <a:cubicBezTo>
                  <a:pt x="1444220" y="1572645"/>
                  <a:pt x="1444220" y="1572063"/>
                  <a:pt x="1444469" y="1571648"/>
                </a:cubicBezTo>
                <a:lnTo>
                  <a:pt x="1454272" y="1554617"/>
                </a:lnTo>
                <a:cubicBezTo>
                  <a:pt x="1454522" y="1554201"/>
                  <a:pt x="1454937" y="1553952"/>
                  <a:pt x="1455436" y="1553951"/>
                </a:cubicBezTo>
                <a:lnTo>
                  <a:pt x="1475042" y="1553952"/>
                </a:lnTo>
                <a:cubicBezTo>
                  <a:pt x="1475457" y="1553952"/>
                  <a:pt x="1475956" y="1554201"/>
                  <a:pt x="1476205" y="1554617"/>
                </a:cubicBezTo>
                <a:lnTo>
                  <a:pt x="1486009" y="1571648"/>
                </a:lnTo>
                <a:cubicBezTo>
                  <a:pt x="1486258" y="1572063"/>
                  <a:pt x="1486258" y="1572644"/>
                  <a:pt x="1486009" y="1573060"/>
                </a:cubicBezTo>
                <a:lnTo>
                  <a:pt x="1476205" y="1590091"/>
                </a:lnTo>
                <a:cubicBezTo>
                  <a:pt x="1475956" y="1590506"/>
                  <a:pt x="1475541" y="1590756"/>
                  <a:pt x="1475042" y="1590756"/>
                </a:cubicBezTo>
                <a:close/>
                <a:moveTo>
                  <a:pt x="1936926" y="1719770"/>
                </a:moveTo>
                <a:cubicBezTo>
                  <a:pt x="1936510" y="1719770"/>
                  <a:pt x="1936012" y="1719521"/>
                  <a:pt x="1935762" y="1719105"/>
                </a:cubicBezTo>
                <a:lnTo>
                  <a:pt x="1925959" y="1702074"/>
                </a:lnTo>
                <a:cubicBezTo>
                  <a:pt x="1925710" y="1701659"/>
                  <a:pt x="1925710" y="1701078"/>
                  <a:pt x="1925959" y="1700662"/>
                </a:cubicBezTo>
                <a:lnTo>
                  <a:pt x="1935762" y="1683631"/>
                </a:lnTo>
                <a:cubicBezTo>
                  <a:pt x="1936012" y="1683216"/>
                  <a:pt x="1936427" y="1682966"/>
                  <a:pt x="1936926" y="1682966"/>
                </a:cubicBezTo>
                <a:lnTo>
                  <a:pt x="1956532" y="1682966"/>
                </a:lnTo>
                <a:cubicBezTo>
                  <a:pt x="1956947" y="1682966"/>
                  <a:pt x="1957446" y="1683216"/>
                  <a:pt x="1957695" y="1683631"/>
                </a:cubicBezTo>
                <a:lnTo>
                  <a:pt x="1967499" y="1700662"/>
                </a:lnTo>
                <a:cubicBezTo>
                  <a:pt x="1967748" y="1701078"/>
                  <a:pt x="1967748" y="1701659"/>
                  <a:pt x="1967499" y="1702075"/>
                </a:cubicBezTo>
                <a:lnTo>
                  <a:pt x="1957695" y="1719105"/>
                </a:lnTo>
                <a:cubicBezTo>
                  <a:pt x="1957446" y="1719521"/>
                  <a:pt x="1957031" y="1719770"/>
                  <a:pt x="1956532" y="1719770"/>
                </a:cubicBezTo>
                <a:close/>
                <a:moveTo>
                  <a:pt x="1997113" y="1735897"/>
                </a:moveTo>
                <a:cubicBezTo>
                  <a:pt x="1996697" y="1735897"/>
                  <a:pt x="1996199" y="1735648"/>
                  <a:pt x="1995949" y="1735233"/>
                </a:cubicBezTo>
                <a:lnTo>
                  <a:pt x="1986146" y="1718201"/>
                </a:lnTo>
                <a:cubicBezTo>
                  <a:pt x="1985897" y="1717786"/>
                  <a:pt x="1985897" y="1717205"/>
                  <a:pt x="1986146" y="1716789"/>
                </a:cubicBezTo>
                <a:lnTo>
                  <a:pt x="1995949" y="1699758"/>
                </a:lnTo>
                <a:cubicBezTo>
                  <a:pt x="1996199" y="1699343"/>
                  <a:pt x="1996614" y="1699093"/>
                  <a:pt x="1997113" y="1699093"/>
                </a:cubicBezTo>
                <a:lnTo>
                  <a:pt x="2016719" y="1699093"/>
                </a:lnTo>
                <a:cubicBezTo>
                  <a:pt x="2017134" y="1699093"/>
                  <a:pt x="2017633" y="1699343"/>
                  <a:pt x="2017882" y="1699758"/>
                </a:cubicBezTo>
                <a:lnTo>
                  <a:pt x="2027686" y="1716789"/>
                </a:lnTo>
                <a:cubicBezTo>
                  <a:pt x="2027935" y="1717205"/>
                  <a:pt x="2027935" y="1717786"/>
                  <a:pt x="2027686" y="1718202"/>
                </a:cubicBezTo>
                <a:lnTo>
                  <a:pt x="2017882" y="1735232"/>
                </a:lnTo>
                <a:cubicBezTo>
                  <a:pt x="2017633" y="1735648"/>
                  <a:pt x="2017218" y="1735897"/>
                  <a:pt x="2016719" y="1735897"/>
                </a:cubicBezTo>
                <a:close/>
                <a:moveTo>
                  <a:pt x="1756264" y="1671543"/>
                </a:moveTo>
                <a:cubicBezTo>
                  <a:pt x="1755765" y="1671543"/>
                  <a:pt x="1755267" y="1671294"/>
                  <a:pt x="1755017" y="1670879"/>
                </a:cubicBezTo>
                <a:lnTo>
                  <a:pt x="1745131" y="1653764"/>
                </a:lnTo>
                <a:cubicBezTo>
                  <a:pt x="1744882" y="1653349"/>
                  <a:pt x="1744882" y="1652767"/>
                  <a:pt x="1745131" y="1652352"/>
                </a:cubicBezTo>
                <a:lnTo>
                  <a:pt x="1755017" y="1635238"/>
                </a:lnTo>
                <a:cubicBezTo>
                  <a:pt x="1755350" y="1634822"/>
                  <a:pt x="1755765" y="1634573"/>
                  <a:pt x="1756264" y="1634573"/>
                </a:cubicBezTo>
                <a:lnTo>
                  <a:pt x="1775953" y="1634573"/>
                </a:lnTo>
                <a:cubicBezTo>
                  <a:pt x="1776452" y="1634573"/>
                  <a:pt x="1776950" y="1634822"/>
                  <a:pt x="1777200" y="1635238"/>
                </a:cubicBezTo>
                <a:lnTo>
                  <a:pt x="1787086" y="1652352"/>
                </a:lnTo>
                <a:cubicBezTo>
                  <a:pt x="1787335" y="1652767"/>
                  <a:pt x="1787335" y="1653349"/>
                  <a:pt x="1787086" y="1653764"/>
                </a:cubicBezTo>
                <a:lnTo>
                  <a:pt x="1777200" y="1670879"/>
                </a:lnTo>
                <a:cubicBezTo>
                  <a:pt x="1776867" y="1671294"/>
                  <a:pt x="1776452" y="1671543"/>
                  <a:pt x="1775953" y="1671543"/>
                </a:cubicBezTo>
                <a:close/>
                <a:moveTo>
                  <a:pt x="2057195" y="1752178"/>
                </a:moveTo>
                <a:cubicBezTo>
                  <a:pt x="2056696" y="1752177"/>
                  <a:pt x="2056198" y="1751929"/>
                  <a:pt x="2055949" y="1751514"/>
                </a:cubicBezTo>
                <a:lnTo>
                  <a:pt x="2046062" y="1734399"/>
                </a:lnTo>
                <a:cubicBezTo>
                  <a:pt x="2045813" y="1733984"/>
                  <a:pt x="2045813" y="1733401"/>
                  <a:pt x="2046062" y="1732987"/>
                </a:cubicBezTo>
                <a:lnTo>
                  <a:pt x="2055949" y="1715873"/>
                </a:lnTo>
                <a:cubicBezTo>
                  <a:pt x="2056281" y="1715457"/>
                  <a:pt x="2056696" y="1715207"/>
                  <a:pt x="2057195" y="1715208"/>
                </a:cubicBezTo>
                <a:lnTo>
                  <a:pt x="2076885" y="1715208"/>
                </a:lnTo>
                <a:cubicBezTo>
                  <a:pt x="2077384" y="1715208"/>
                  <a:pt x="2077881" y="1715457"/>
                  <a:pt x="2078131" y="1715873"/>
                </a:cubicBezTo>
                <a:lnTo>
                  <a:pt x="2088017" y="1732987"/>
                </a:lnTo>
                <a:cubicBezTo>
                  <a:pt x="2088266" y="1733402"/>
                  <a:pt x="2088266" y="1733984"/>
                  <a:pt x="2088017" y="1734399"/>
                </a:cubicBezTo>
                <a:lnTo>
                  <a:pt x="2078131" y="1751514"/>
                </a:lnTo>
                <a:cubicBezTo>
                  <a:pt x="2077798" y="1751929"/>
                  <a:pt x="2077384" y="1752178"/>
                  <a:pt x="2076885" y="1752178"/>
                </a:cubicBezTo>
                <a:close/>
                <a:moveTo>
                  <a:pt x="2237669" y="1800735"/>
                </a:moveTo>
                <a:cubicBezTo>
                  <a:pt x="2237170" y="1800735"/>
                  <a:pt x="2236672" y="1800486"/>
                  <a:pt x="2236423" y="1800071"/>
                </a:cubicBezTo>
                <a:lnTo>
                  <a:pt x="2226453" y="1782790"/>
                </a:lnTo>
                <a:cubicBezTo>
                  <a:pt x="2226203" y="1782375"/>
                  <a:pt x="2226204" y="1781793"/>
                  <a:pt x="2226452" y="1781378"/>
                </a:cubicBezTo>
                <a:lnTo>
                  <a:pt x="2236423" y="1764098"/>
                </a:lnTo>
                <a:cubicBezTo>
                  <a:pt x="2236672" y="1763682"/>
                  <a:pt x="2237170" y="1763433"/>
                  <a:pt x="2237669" y="1763433"/>
                </a:cubicBezTo>
                <a:lnTo>
                  <a:pt x="2257608" y="1763433"/>
                </a:lnTo>
                <a:cubicBezTo>
                  <a:pt x="2258106" y="1763433"/>
                  <a:pt x="2258605" y="1763682"/>
                  <a:pt x="2258853" y="1764098"/>
                </a:cubicBezTo>
                <a:lnTo>
                  <a:pt x="2268823" y="1781378"/>
                </a:lnTo>
                <a:cubicBezTo>
                  <a:pt x="2269073" y="1781793"/>
                  <a:pt x="2269073" y="1782375"/>
                  <a:pt x="2268823" y="1782790"/>
                </a:cubicBezTo>
                <a:lnTo>
                  <a:pt x="2258853" y="1800071"/>
                </a:lnTo>
                <a:cubicBezTo>
                  <a:pt x="2258604" y="1800486"/>
                  <a:pt x="2258106" y="1800735"/>
                  <a:pt x="2257608" y="1800735"/>
                </a:cubicBezTo>
                <a:close/>
                <a:moveTo>
                  <a:pt x="2117235" y="1768568"/>
                </a:moveTo>
                <a:cubicBezTo>
                  <a:pt x="2116736" y="1768568"/>
                  <a:pt x="2116238" y="1768236"/>
                  <a:pt x="2115989" y="1767820"/>
                </a:cubicBezTo>
                <a:lnTo>
                  <a:pt x="2106019" y="1750457"/>
                </a:lnTo>
                <a:cubicBezTo>
                  <a:pt x="2105770" y="1750041"/>
                  <a:pt x="2105770" y="1749460"/>
                  <a:pt x="2106019" y="1749044"/>
                </a:cubicBezTo>
                <a:lnTo>
                  <a:pt x="2116072" y="1731681"/>
                </a:lnTo>
                <a:cubicBezTo>
                  <a:pt x="2116321" y="1731182"/>
                  <a:pt x="2116819" y="1730933"/>
                  <a:pt x="2117318" y="1730933"/>
                </a:cubicBezTo>
                <a:lnTo>
                  <a:pt x="2137341" y="1730933"/>
                </a:lnTo>
                <a:cubicBezTo>
                  <a:pt x="2137840" y="1730933"/>
                  <a:pt x="2138337" y="1731265"/>
                  <a:pt x="2138586" y="1731681"/>
                </a:cubicBezTo>
                <a:lnTo>
                  <a:pt x="2148556" y="1749044"/>
                </a:lnTo>
                <a:cubicBezTo>
                  <a:pt x="2148805" y="1749460"/>
                  <a:pt x="2148805" y="1750041"/>
                  <a:pt x="2148557" y="1750457"/>
                </a:cubicBezTo>
                <a:lnTo>
                  <a:pt x="2138503" y="1767820"/>
                </a:lnTo>
                <a:cubicBezTo>
                  <a:pt x="2138255" y="1768319"/>
                  <a:pt x="2137756" y="1768568"/>
                  <a:pt x="2137257" y="1768568"/>
                </a:cubicBezTo>
                <a:close/>
                <a:moveTo>
                  <a:pt x="2418167" y="1849202"/>
                </a:moveTo>
                <a:cubicBezTo>
                  <a:pt x="2417668" y="1849202"/>
                  <a:pt x="2417170" y="1848870"/>
                  <a:pt x="2416921" y="1848454"/>
                </a:cubicBezTo>
                <a:lnTo>
                  <a:pt x="2406950" y="1831091"/>
                </a:lnTo>
                <a:cubicBezTo>
                  <a:pt x="2406702" y="1830675"/>
                  <a:pt x="2406701" y="1830094"/>
                  <a:pt x="2406951" y="1829678"/>
                </a:cubicBezTo>
                <a:lnTo>
                  <a:pt x="2417003" y="1812315"/>
                </a:lnTo>
                <a:cubicBezTo>
                  <a:pt x="2417253" y="1811816"/>
                  <a:pt x="2417751" y="1811567"/>
                  <a:pt x="2418250" y="1811567"/>
                </a:cubicBezTo>
                <a:lnTo>
                  <a:pt x="2438272" y="1811567"/>
                </a:lnTo>
                <a:cubicBezTo>
                  <a:pt x="2438770" y="1811567"/>
                  <a:pt x="2439268" y="1811899"/>
                  <a:pt x="2439518" y="1812315"/>
                </a:cubicBezTo>
                <a:lnTo>
                  <a:pt x="2449487" y="1829678"/>
                </a:lnTo>
                <a:cubicBezTo>
                  <a:pt x="2449736" y="1830094"/>
                  <a:pt x="2449737" y="1830675"/>
                  <a:pt x="2449487" y="1831091"/>
                </a:cubicBezTo>
                <a:lnTo>
                  <a:pt x="2439434" y="1848454"/>
                </a:lnTo>
                <a:cubicBezTo>
                  <a:pt x="2439186" y="1848953"/>
                  <a:pt x="2438687" y="1849202"/>
                  <a:pt x="2438188" y="1849202"/>
                </a:cubicBezTo>
                <a:close/>
                <a:moveTo>
                  <a:pt x="3682077" y="2187866"/>
                </a:moveTo>
                <a:cubicBezTo>
                  <a:pt x="3681578" y="2187866"/>
                  <a:pt x="3681080" y="2187534"/>
                  <a:pt x="3680831" y="2187118"/>
                </a:cubicBezTo>
                <a:lnTo>
                  <a:pt x="3670861" y="2169755"/>
                </a:lnTo>
                <a:cubicBezTo>
                  <a:pt x="3670612" y="2169339"/>
                  <a:pt x="3670612" y="2168758"/>
                  <a:pt x="3670861" y="2168342"/>
                </a:cubicBezTo>
                <a:lnTo>
                  <a:pt x="3680913" y="2150979"/>
                </a:lnTo>
                <a:cubicBezTo>
                  <a:pt x="3681163" y="2150480"/>
                  <a:pt x="3681661" y="2150231"/>
                  <a:pt x="3682160" y="2150231"/>
                </a:cubicBezTo>
                <a:lnTo>
                  <a:pt x="3702182" y="2150231"/>
                </a:lnTo>
                <a:cubicBezTo>
                  <a:pt x="3702680" y="2150231"/>
                  <a:pt x="3703178" y="2150563"/>
                  <a:pt x="3703428" y="2150979"/>
                </a:cubicBezTo>
                <a:lnTo>
                  <a:pt x="3713397" y="2168342"/>
                </a:lnTo>
                <a:cubicBezTo>
                  <a:pt x="3713647" y="2168758"/>
                  <a:pt x="3713647" y="2169339"/>
                  <a:pt x="3713397" y="2169755"/>
                </a:cubicBezTo>
                <a:lnTo>
                  <a:pt x="3703345" y="2187118"/>
                </a:lnTo>
                <a:cubicBezTo>
                  <a:pt x="3703096" y="2187617"/>
                  <a:pt x="3702597" y="2187866"/>
                  <a:pt x="3702099" y="2187866"/>
                </a:cubicBezTo>
                <a:close/>
                <a:moveTo>
                  <a:pt x="2478353" y="1865412"/>
                </a:moveTo>
                <a:cubicBezTo>
                  <a:pt x="2477854" y="1865412"/>
                  <a:pt x="2477355" y="1865080"/>
                  <a:pt x="2477107" y="1864664"/>
                </a:cubicBezTo>
                <a:lnTo>
                  <a:pt x="2467053" y="1847218"/>
                </a:lnTo>
                <a:cubicBezTo>
                  <a:pt x="2466805" y="1846802"/>
                  <a:pt x="2466805" y="1846221"/>
                  <a:pt x="2467054" y="1845805"/>
                </a:cubicBezTo>
                <a:lnTo>
                  <a:pt x="2477107" y="1828359"/>
                </a:lnTo>
                <a:cubicBezTo>
                  <a:pt x="2477356" y="1827860"/>
                  <a:pt x="2477854" y="1827611"/>
                  <a:pt x="2478353" y="1827611"/>
                </a:cubicBezTo>
                <a:lnTo>
                  <a:pt x="2498458" y="1827611"/>
                </a:lnTo>
                <a:cubicBezTo>
                  <a:pt x="2498956" y="1827611"/>
                  <a:pt x="2499454" y="1827943"/>
                  <a:pt x="2499704" y="1828359"/>
                </a:cubicBezTo>
                <a:lnTo>
                  <a:pt x="2509756" y="1845805"/>
                </a:lnTo>
                <a:cubicBezTo>
                  <a:pt x="2510006" y="1846221"/>
                  <a:pt x="2510006" y="1846802"/>
                  <a:pt x="2509757" y="1847218"/>
                </a:cubicBezTo>
                <a:lnTo>
                  <a:pt x="2499704" y="1864664"/>
                </a:lnTo>
                <a:cubicBezTo>
                  <a:pt x="2499455" y="1865163"/>
                  <a:pt x="2498956" y="1865412"/>
                  <a:pt x="2498458" y="1865412"/>
                </a:cubicBezTo>
                <a:close/>
                <a:moveTo>
                  <a:pt x="2538538" y="1881539"/>
                </a:moveTo>
                <a:cubicBezTo>
                  <a:pt x="2538039" y="1881539"/>
                  <a:pt x="2537541" y="1881207"/>
                  <a:pt x="2537293" y="1880791"/>
                </a:cubicBezTo>
                <a:lnTo>
                  <a:pt x="2527239" y="1863345"/>
                </a:lnTo>
                <a:cubicBezTo>
                  <a:pt x="2526991" y="1862929"/>
                  <a:pt x="2526990" y="1862348"/>
                  <a:pt x="2527240" y="1861932"/>
                </a:cubicBezTo>
                <a:lnTo>
                  <a:pt x="2537292" y="1844486"/>
                </a:lnTo>
                <a:cubicBezTo>
                  <a:pt x="2537542" y="1843987"/>
                  <a:pt x="2538040" y="1843738"/>
                  <a:pt x="2538538" y="1843738"/>
                </a:cubicBezTo>
                <a:lnTo>
                  <a:pt x="2558644" y="1843738"/>
                </a:lnTo>
                <a:cubicBezTo>
                  <a:pt x="2559142" y="1843738"/>
                  <a:pt x="2559640" y="1844070"/>
                  <a:pt x="2559889" y="1844486"/>
                </a:cubicBezTo>
                <a:lnTo>
                  <a:pt x="2569942" y="1861932"/>
                </a:lnTo>
                <a:cubicBezTo>
                  <a:pt x="2570191" y="1862348"/>
                  <a:pt x="2570192" y="1862929"/>
                  <a:pt x="2569942" y="1863345"/>
                </a:cubicBezTo>
                <a:lnTo>
                  <a:pt x="2559890" y="1880791"/>
                </a:lnTo>
                <a:cubicBezTo>
                  <a:pt x="2559640" y="1881290"/>
                  <a:pt x="2559141" y="1881539"/>
                  <a:pt x="2558643" y="1881539"/>
                </a:cubicBezTo>
                <a:close/>
                <a:moveTo>
                  <a:pt x="2177338" y="1784860"/>
                </a:moveTo>
                <a:cubicBezTo>
                  <a:pt x="2176839" y="1784860"/>
                  <a:pt x="2176341" y="1784528"/>
                  <a:pt x="2176093" y="1784113"/>
                </a:cubicBezTo>
                <a:lnTo>
                  <a:pt x="2165956" y="1766583"/>
                </a:lnTo>
                <a:cubicBezTo>
                  <a:pt x="2165707" y="1766167"/>
                  <a:pt x="2165707" y="1765586"/>
                  <a:pt x="2165956" y="1765171"/>
                </a:cubicBezTo>
                <a:lnTo>
                  <a:pt x="2176092" y="1747641"/>
                </a:lnTo>
                <a:cubicBezTo>
                  <a:pt x="2176341" y="1747142"/>
                  <a:pt x="2176839" y="1746893"/>
                  <a:pt x="2177338" y="1746893"/>
                </a:cubicBezTo>
                <a:lnTo>
                  <a:pt x="2197609" y="1746893"/>
                </a:lnTo>
                <a:cubicBezTo>
                  <a:pt x="2198109" y="1746893"/>
                  <a:pt x="2198607" y="1747225"/>
                  <a:pt x="2198855" y="1747641"/>
                </a:cubicBezTo>
                <a:lnTo>
                  <a:pt x="2208991" y="1765171"/>
                </a:lnTo>
                <a:cubicBezTo>
                  <a:pt x="2209240" y="1765586"/>
                  <a:pt x="2209240" y="1766167"/>
                  <a:pt x="2208991" y="1766583"/>
                </a:cubicBezTo>
                <a:lnTo>
                  <a:pt x="2198855" y="1784113"/>
                </a:lnTo>
                <a:cubicBezTo>
                  <a:pt x="2198606" y="1784611"/>
                  <a:pt x="2198108" y="1784860"/>
                  <a:pt x="2197609" y="1784860"/>
                </a:cubicBezTo>
                <a:close/>
                <a:moveTo>
                  <a:pt x="2297711" y="1817114"/>
                </a:moveTo>
                <a:cubicBezTo>
                  <a:pt x="2297212" y="1817114"/>
                  <a:pt x="2296714" y="1816782"/>
                  <a:pt x="2296465" y="1816367"/>
                </a:cubicBezTo>
                <a:lnTo>
                  <a:pt x="2286329" y="1798837"/>
                </a:lnTo>
                <a:cubicBezTo>
                  <a:pt x="2286080" y="1798421"/>
                  <a:pt x="2286080" y="1797839"/>
                  <a:pt x="2286329" y="1797425"/>
                </a:cubicBezTo>
                <a:lnTo>
                  <a:pt x="2296465" y="1779895"/>
                </a:lnTo>
                <a:cubicBezTo>
                  <a:pt x="2296714" y="1779396"/>
                  <a:pt x="2297212" y="1779147"/>
                  <a:pt x="2297711" y="1779147"/>
                </a:cubicBezTo>
                <a:lnTo>
                  <a:pt x="2317982" y="1779147"/>
                </a:lnTo>
                <a:cubicBezTo>
                  <a:pt x="2318481" y="1779147"/>
                  <a:pt x="2318979" y="1779479"/>
                  <a:pt x="2319228" y="1779895"/>
                </a:cubicBezTo>
                <a:lnTo>
                  <a:pt x="2329364" y="1797425"/>
                </a:lnTo>
                <a:cubicBezTo>
                  <a:pt x="2329613" y="1797840"/>
                  <a:pt x="2329613" y="1798421"/>
                  <a:pt x="2329364" y="1798837"/>
                </a:cubicBezTo>
                <a:lnTo>
                  <a:pt x="2319228" y="1816367"/>
                </a:lnTo>
                <a:cubicBezTo>
                  <a:pt x="2318979" y="1816865"/>
                  <a:pt x="2318481" y="1817113"/>
                  <a:pt x="2317982" y="1817114"/>
                </a:cubicBezTo>
                <a:close/>
                <a:moveTo>
                  <a:pt x="2598558" y="1897831"/>
                </a:moveTo>
                <a:cubicBezTo>
                  <a:pt x="2598059" y="1897831"/>
                  <a:pt x="2597561" y="1897499"/>
                  <a:pt x="2597312" y="1897084"/>
                </a:cubicBezTo>
                <a:lnTo>
                  <a:pt x="2587176" y="1879471"/>
                </a:lnTo>
                <a:cubicBezTo>
                  <a:pt x="2586927" y="1879056"/>
                  <a:pt x="2586928" y="1878474"/>
                  <a:pt x="2587176" y="1878059"/>
                </a:cubicBezTo>
                <a:lnTo>
                  <a:pt x="2597395" y="1860446"/>
                </a:lnTo>
                <a:cubicBezTo>
                  <a:pt x="2597644" y="1859947"/>
                  <a:pt x="2598142" y="1859698"/>
                  <a:pt x="2598641" y="1859698"/>
                </a:cubicBezTo>
                <a:lnTo>
                  <a:pt x="2618995" y="1859698"/>
                </a:lnTo>
                <a:cubicBezTo>
                  <a:pt x="2619494" y="1859698"/>
                  <a:pt x="2619992" y="1860030"/>
                  <a:pt x="2620242" y="1860446"/>
                </a:cubicBezTo>
                <a:lnTo>
                  <a:pt x="2630377" y="1878059"/>
                </a:lnTo>
                <a:cubicBezTo>
                  <a:pt x="2630627" y="1878474"/>
                  <a:pt x="2630626" y="1879056"/>
                  <a:pt x="2630378" y="1879471"/>
                </a:cubicBezTo>
                <a:lnTo>
                  <a:pt x="2620158" y="1897084"/>
                </a:lnTo>
                <a:cubicBezTo>
                  <a:pt x="2619909" y="1897582"/>
                  <a:pt x="2619411" y="1897831"/>
                  <a:pt x="2618912" y="1897831"/>
                </a:cubicBezTo>
                <a:close/>
                <a:moveTo>
                  <a:pt x="3019862" y="2010719"/>
                </a:moveTo>
                <a:cubicBezTo>
                  <a:pt x="3019363" y="2010719"/>
                  <a:pt x="3018865" y="2010387"/>
                  <a:pt x="3018616" y="2009972"/>
                </a:cubicBezTo>
                <a:lnTo>
                  <a:pt x="3008480" y="1992359"/>
                </a:lnTo>
                <a:cubicBezTo>
                  <a:pt x="3008231" y="1991944"/>
                  <a:pt x="3008232" y="1991362"/>
                  <a:pt x="3008480" y="1990947"/>
                </a:cubicBezTo>
                <a:lnTo>
                  <a:pt x="3018699" y="1973334"/>
                </a:lnTo>
                <a:cubicBezTo>
                  <a:pt x="3018948" y="1972835"/>
                  <a:pt x="3019446" y="1972586"/>
                  <a:pt x="3019945" y="1972586"/>
                </a:cubicBezTo>
                <a:lnTo>
                  <a:pt x="3040299" y="1972586"/>
                </a:lnTo>
                <a:cubicBezTo>
                  <a:pt x="3040798" y="1972586"/>
                  <a:pt x="3041296" y="1972918"/>
                  <a:pt x="3041546" y="1973334"/>
                </a:cubicBezTo>
                <a:lnTo>
                  <a:pt x="3051681" y="1990947"/>
                </a:lnTo>
                <a:cubicBezTo>
                  <a:pt x="3051931" y="1991362"/>
                  <a:pt x="3051930" y="1991944"/>
                  <a:pt x="3051682" y="1992359"/>
                </a:cubicBezTo>
                <a:lnTo>
                  <a:pt x="3041462" y="2009972"/>
                </a:lnTo>
                <a:cubicBezTo>
                  <a:pt x="3041213" y="2010470"/>
                  <a:pt x="3040715" y="2010719"/>
                  <a:pt x="3040216" y="2010719"/>
                </a:cubicBezTo>
                <a:close/>
                <a:moveTo>
                  <a:pt x="3742097" y="2204241"/>
                </a:moveTo>
                <a:cubicBezTo>
                  <a:pt x="3741598" y="2204241"/>
                  <a:pt x="3741100" y="2203909"/>
                  <a:pt x="3740851" y="2203494"/>
                </a:cubicBezTo>
                <a:lnTo>
                  <a:pt x="3730715" y="2185881"/>
                </a:lnTo>
                <a:cubicBezTo>
                  <a:pt x="3730466" y="2185466"/>
                  <a:pt x="3730466" y="2184884"/>
                  <a:pt x="3730715" y="2184469"/>
                </a:cubicBezTo>
                <a:lnTo>
                  <a:pt x="3740934" y="2166856"/>
                </a:lnTo>
                <a:cubicBezTo>
                  <a:pt x="3741183" y="2166357"/>
                  <a:pt x="3741681" y="2166108"/>
                  <a:pt x="3742180" y="2166108"/>
                </a:cubicBezTo>
                <a:lnTo>
                  <a:pt x="3762534" y="2166108"/>
                </a:lnTo>
                <a:cubicBezTo>
                  <a:pt x="3763033" y="2166108"/>
                  <a:pt x="3763531" y="2166440"/>
                  <a:pt x="3763781" y="2166856"/>
                </a:cubicBezTo>
                <a:lnTo>
                  <a:pt x="3773916" y="2184469"/>
                </a:lnTo>
                <a:cubicBezTo>
                  <a:pt x="3774165" y="2184884"/>
                  <a:pt x="3774165" y="2185466"/>
                  <a:pt x="3773916" y="2185881"/>
                </a:cubicBezTo>
                <a:lnTo>
                  <a:pt x="3763697" y="2203494"/>
                </a:lnTo>
                <a:cubicBezTo>
                  <a:pt x="3763448" y="2203992"/>
                  <a:pt x="3762950" y="2204241"/>
                  <a:pt x="3762451" y="2204241"/>
                </a:cubicBezTo>
                <a:close/>
                <a:moveTo>
                  <a:pt x="4885635" y="2510651"/>
                </a:moveTo>
                <a:cubicBezTo>
                  <a:pt x="4885136" y="2510651"/>
                  <a:pt x="4884638" y="2510319"/>
                  <a:pt x="4884389" y="2509904"/>
                </a:cubicBezTo>
                <a:lnTo>
                  <a:pt x="4874253" y="2492291"/>
                </a:lnTo>
                <a:cubicBezTo>
                  <a:pt x="4874004" y="2491876"/>
                  <a:pt x="4874004" y="2491294"/>
                  <a:pt x="4874253" y="2490879"/>
                </a:cubicBezTo>
                <a:lnTo>
                  <a:pt x="4884472" y="2473266"/>
                </a:lnTo>
                <a:cubicBezTo>
                  <a:pt x="4884721" y="2472767"/>
                  <a:pt x="4885219" y="2472518"/>
                  <a:pt x="4885718" y="2472518"/>
                </a:cubicBezTo>
                <a:lnTo>
                  <a:pt x="4906072" y="2472518"/>
                </a:lnTo>
                <a:cubicBezTo>
                  <a:pt x="4906571" y="2472518"/>
                  <a:pt x="4907069" y="2472850"/>
                  <a:pt x="4907319" y="2473266"/>
                </a:cubicBezTo>
                <a:lnTo>
                  <a:pt x="4917454" y="2490879"/>
                </a:lnTo>
                <a:cubicBezTo>
                  <a:pt x="4917703" y="2491294"/>
                  <a:pt x="4917703" y="2491876"/>
                  <a:pt x="4917454" y="2492291"/>
                </a:cubicBezTo>
                <a:lnTo>
                  <a:pt x="4907235" y="2509904"/>
                </a:lnTo>
                <a:cubicBezTo>
                  <a:pt x="4906986" y="2510402"/>
                  <a:pt x="4906488" y="2510651"/>
                  <a:pt x="4905989" y="2510651"/>
                </a:cubicBezTo>
                <a:close/>
                <a:moveTo>
                  <a:pt x="5066194" y="2559032"/>
                </a:moveTo>
                <a:cubicBezTo>
                  <a:pt x="5065695" y="2559032"/>
                  <a:pt x="5065197" y="2558700"/>
                  <a:pt x="5064948" y="2558285"/>
                </a:cubicBezTo>
                <a:lnTo>
                  <a:pt x="5054812" y="2540672"/>
                </a:lnTo>
                <a:cubicBezTo>
                  <a:pt x="5054563" y="2540257"/>
                  <a:pt x="5054563" y="2539675"/>
                  <a:pt x="5054812" y="2539260"/>
                </a:cubicBezTo>
                <a:lnTo>
                  <a:pt x="5065030" y="2521647"/>
                </a:lnTo>
                <a:cubicBezTo>
                  <a:pt x="5065280" y="2521148"/>
                  <a:pt x="5065778" y="2520899"/>
                  <a:pt x="5066277" y="2520899"/>
                </a:cubicBezTo>
                <a:lnTo>
                  <a:pt x="5086631" y="2520899"/>
                </a:lnTo>
                <a:cubicBezTo>
                  <a:pt x="5087130" y="2520899"/>
                  <a:pt x="5087628" y="2521231"/>
                  <a:pt x="5087877" y="2521647"/>
                </a:cubicBezTo>
                <a:lnTo>
                  <a:pt x="5098013" y="2539260"/>
                </a:lnTo>
                <a:cubicBezTo>
                  <a:pt x="5098262" y="2539675"/>
                  <a:pt x="5098262" y="2540257"/>
                  <a:pt x="5098013" y="2540672"/>
                </a:cubicBezTo>
                <a:lnTo>
                  <a:pt x="5087793" y="2558285"/>
                </a:lnTo>
                <a:cubicBezTo>
                  <a:pt x="5087545" y="2558783"/>
                  <a:pt x="5087047" y="2559032"/>
                  <a:pt x="5086548" y="2559032"/>
                </a:cubicBezTo>
                <a:close/>
                <a:moveTo>
                  <a:pt x="2839282" y="1962501"/>
                </a:moveTo>
                <a:cubicBezTo>
                  <a:pt x="2838783" y="1962502"/>
                  <a:pt x="2838285" y="1962169"/>
                  <a:pt x="2838036" y="1961755"/>
                </a:cubicBezTo>
                <a:lnTo>
                  <a:pt x="2827817" y="1944058"/>
                </a:lnTo>
                <a:cubicBezTo>
                  <a:pt x="2827568" y="1943643"/>
                  <a:pt x="2827568" y="1943061"/>
                  <a:pt x="2827818" y="1942647"/>
                </a:cubicBezTo>
                <a:lnTo>
                  <a:pt x="2838036" y="1924950"/>
                </a:lnTo>
                <a:cubicBezTo>
                  <a:pt x="2838285" y="1924451"/>
                  <a:pt x="2838783" y="1924203"/>
                  <a:pt x="2839282" y="1924202"/>
                </a:cubicBezTo>
                <a:lnTo>
                  <a:pt x="2859719" y="1924202"/>
                </a:lnTo>
                <a:cubicBezTo>
                  <a:pt x="2860218" y="1924202"/>
                  <a:pt x="2860716" y="1924535"/>
                  <a:pt x="2860966" y="1924950"/>
                </a:cubicBezTo>
                <a:lnTo>
                  <a:pt x="2871184" y="1942647"/>
                </a:lnTo>
                <a:cubicBezTo>
                  <a:pt x="2871434" y="1943061"/>
                  <a:pt x="2871434" y="1943642"/>
                  <a:pt x="2871184" y="1944058"/>
                </a:cubicBezTo>
                <a:lnTo>
                  <a:pt x="2860966" y="1961754"/>
                </a:lnTo>
                <a:cubicBezTo>
                  <a:pt x="2860716" y="1962252"/>
                  <a:pt x="2860218" y="1962501"/>
                  <a:pt x="2859719" y="1962501"/>
                </a:cubicBezTo>
                <a:close/>
                <a:moveTo>
                  <a:pt x="5126359" y="2575322"/>
                </a:moveTo>
                <a:cubicBezTo>
                  <a:pt x="5125860" y="2575322"/>
                  <a:pt x="5125362" y="2574990"/>
                  <a:pt x="5125113" y="2574575"/>
                </a:cubicBezTo>
                <a:lnTo>
                  <a:pt x="5114894" y="2556879"/>
                </a:lnTo>
                <a:cubicBezTo>
                  <a:pt x="5114645" y="2556463"/>
                  <a:pt x="5114645" y="2555882"/>
                  <a:pt x="5114894" y="2555467"/>
                </a:cubicBezTo>
                <a:lnTo>
                  <a:pt x="5125113" y="2537771"/>
                </a:lnTo>
                <a:cubicBezTo>
                  <a:pt x="5125362" y="2537272"/>
                  <a:pt x="5125860" y="2537023"/>
                  <a:pt x="5126359" y="2537023"/>
                </a:cubicBezTo>
                <a:lnTo>
                  <a:pt x="5146796" y="2537023"/>
                </a:lnTo>
                <a:cubicBezTo>
                  <a:pt x="5147295" y="2537023"/>
                  <a:pt x="5147793" y="2537355"/>
                  <a:pt x="5148043" y="2537771"/>
                </a:cubicBezTo>
                <a:lnTo>
                  <a:pt x="5158261" y="2555467"/>
                </a:lnTo>
                <a:cubicBezTo>
                  <a:pt x="5158510" y="2555882"/>
                  <a:pt x="5158510" y="2556463"/>
                  <a:pt x="5158261" y="2556879"/>
                </a:cubicBezTo>
                <a:lnTo>
                  <a:pt x="5148043" y="2574575"/>
                </a:lnTo>
                <a:cubicBezTo>
                  <a:pt x="5147793" y="2575073"/>
                  <a:pt x="5147295" y="2575322"/>
                  <a:pt x="5146796" y="2575322"/>
                </a:cubicBezTo>
                <a:close/>
                <a:moveTo>
                  <a:pt x="2357711" y="1833560"/>
                </a:moveTo>
                <a:cubicBezTo>
                  <a:pt x="2357212" y="1833560"/>
                  <a:pt x="2356714" y="1833227"/>
                  <a:pt x="2356465" y="1832812"/>
                </a:cubicBezTo>
                <a:lnTo>
                  <a:pt x="2346163" y="1815033"/>
                </a:lnTo>
                <a:cubicBezTo>
                  <a:pt x="2345914" y="1814618"/>
                  <a:pt x="2345914" y="1814036"/>
                  <a:pt x="2346163" y="1813621"/>
                </a:cubicBezTo>
                <a:lnTo>
                  <a:pt x="2356465" y="1795842"/>
                </a:lnTo>
                <a:cubicBezTo>
                  <a:pt x="2356714" y="1795343"/>
                  <a:pt x="2357212" y="1795094"/>
                  <a:pt x="2357711" y="1795094"/>
                </a:cubicBezTo>
                <a:lnTo>
                  <a:pt x="2378231" y="1795094"/>
                </a:lnTo>
                <a:cubicBezTo>
                  <a:pt x="2378730" y="1795094"/>
                  <a:pt x="2379228" y="1795426"/>
                  <a:pt x="2379478" y="1795842"/>
                </a:cubicBezTo>
                <a:lnTo>
                  <a:pt x="2389779" y="1813621"/>
                </a:lnTo>
                <a:cubicBezTo>
                  <a:pt x="2390028" y="1814036"/>
                  <a:pt x="2390028" y="1814618"/>
                  <a:pt x="2389779" y="1815033"/>
                </a:cubicBezTo>
                <a:lnTo>
                  <a:pt x="2379478" y="1832812"/>
                </a:lnTo>
                <a:cubicBezTo>
                  <a:pt x="2379228" y="1833310"/>
                  <a:pt x="2378730" y="1833560"/>
                  <a:pt x="2378231" y="1833560"/>
                </a:cubicBezTo>
                <a:close/>
                <a:moveTo>
                  <a:pt x="5367022" y="2639902"/>
                </a:moveTo>
                <a:cubicBezTo>
                  <a:pt x="5366523" y="2639902"/>
                  <a:pt x="5366025" y="2639569"/>
                  <a:pt x="5365776" y="2639154"/>
                </a:cubicBezTo>
                <a:lnTo>
                  <a:pt x="5355474" y="2621375"/>
                </a:lnTo>
                <a:cubicBezTo>
                  <a:pt x="5355225" y="2620960"/>
                  <a:pt x="5355225" y="2620378"/>
                  <a:pt x="5355474" y="2619963"/>
                </a:cubicBezTo>
                <a:lnTo>
                  <a:pt x="5365776" y="2602184"/>
                </a:lnTo>
                <a:cubicBezTo>
                  <a:pt x="5366025" y="2601685"/>
                  <a:pt x="5366523" y="2601436"/>
                  <a:pt x="5367022" y="2601436"/>
                </a:cubicBezTo>
                <a:lnTo>
                  <a:pt x="5387542" y="2601436"/>
                </a:lnTo>
                <a:cubicBezTo>
                  <a:pt x="5388041" y="2601436"/>
                  <a:pt x="5388539" y="2601768"/>
                  <a:pt x="5388789" y="2602184"/>
                </a:cubicBezTo>
                <a:lnTo>
                  <a:pt x="5399090" y="2619963"/>
                </a:lnTo>
                <a:cubicBezTo>
                  <a:pt x="5399340" y="2620378"/>
                  <a:pt x="5399340" y="2620960"/>
                  <a:pt x="5399090" y="2621375"/>
                </a:cubicBezTo>
                <a:lnTo>
                  <a:pt x="5388789" y="2639154"/>
                </a:lnTo>
                <a:cubicBezTo>
                  <a:pt x="5388539" y="2639652"/>
                  <a:pt x="5388041" y="2639902"/>
                  <a:pt x="5387542" y="2639902"/>
                </a:cubicBezTo>
                <a:close/>
                <a:moveTo>
                  <a:pt x="5607767" y="2704410"/>
                </a:moveTo>
                <a:cubicBezTo>
                  <a:pt x="5607268" y="2704410"/>
                  <a:pt x="5606770" y="2704077"/>
                  <a:pt x="5606521" y="2703662"/>
                </a:cubicBezTo>
                <a:lnTo>
                  <a:pt x="5596219" y="2685883"/>
                </a:lnTo>
                <a:cubicBezTo>
                  <a:pt x="5595970" y="2685468"/>
                  <a:pt x="5595970" y="2684886"/>
                  <a:pt x="5596219" y="2684471"/>
                </a:cubicBezTo>
                <a:lnTo>
                  <a:pt x="5606521" y="2666692"/>
                </a:lnTo>
                <a:cubicBezTo>
                  <a:pt x="5606770" y="2666193"/>
                  <a:pt x="5607268" y="2665944"/>
                  <a:pt x="5607767" y="2665944"/>
                </a:cubicBezTo>
                <a:lnTo>
                  <a:pt x="5628287" y="2665944"/>
                </a:lnTo>
                <a:cubicBezTo>
                  <a:pt x="5628786" y="2665944"/>
                  <a:pt x="5629284" y="2666276"/>
                  <a:pt x="5629534" y="2666692"/>
                </a:cubicBezTo>
                <a:lnTo>
                  <a:pt x="5639835" y="2684471"/>
                </a:lnTo>
                <a:cubicBezTo>
                  <a:pt x="5640085" y="2684886"/>
                  <a:pt x="5640085" y="2685468"/>
                  <a:pt x="5639835" y="2685883"/>
                </a:cubicBezTo>
                <a:lnTo>
                  <a:pt x="5629534" y="2703662"/>
                </a:lnTo>
                <a:cubicBezTo>
                  <a:pt x="5629284" y="2704160"/>
                  <a:pt x="5628786" y="2704410"/>
                  <a:pt x="5628287" y="2704410"/>
                </a:cubicBezTo>
                <a:close/>
                <a:moveTo>
                  <a:pt x="2658650" y="1914300"/>
                </a:moveTo>
                <a:cubicBezTo>
                  <a:pt x="2658152" y="1914300"/>
                  <a:pt x="2657653" y="1913968"/>
                  <a:pt x="2657404" y="1913552"/>
                </a:cubicBezTo>
                <a:lnTo>
                  <a:pt x="2647102" y="1895690"/>
                </a:lnTo>
                <a:cubicBezTo>
                  <a:pt x="2646853" y="1895192"/>
                  <a:pt x="2646853" y="1894610"/>
                  <a:pt x="2647102" y="1894195"/>
                </a:cubicBezTo>
                <a:lnTo>
                  <a:pt x="2657404" y="1876333"/>
                </a:lnTo>
                <a:cubicBezTo>
                  <a:pt x="2657653" y="1875834"/>
                  <a:pt x="2658152" y="1875585"/>
                  <a:pt x="2658650" y="1875585"/>
                </a:cubicBezTo>
                <a:lnTo>
                  <a:pt x="2679337" y="1875585"/>
                </a:lnTo>
                <a:cubicBezTo>
                  <a:pt x="2679835" y="1875585"/>
                  <a:pt x="2680334" y="1875917"/>
                  <a:pt x="2680583" y="1876333"/>
                </a:cubicBezTo>
                <a:lnTo>
                  <a:pt x="2690885" y="1894195"/>
                </a:lnTo>
                <a:cubicBezTo>
                  <a:pt x="2691134" y="1894693"/>
                  <a:pt x="2691134" y="1895275"/>
                  <a:pt x="2690885" y="1895690"/>
                </a:cubicBezTo>
                <a:lnTo>
                  <a:pt x="2680583" y="1913552"/>
                </a:lnTo>
                <a:cubicBezTo>
                  <a:pt x="2680334" y="1914050"/>
                  <a:pt x="2679835" y="1914300"/>
                  <a:pt x="2679337" y="1914300"/>
                </a:cubicBezTo>
                <a:close/>
                <a:moveTo>
                  <a:pt x="5005912" y="2543247"/>
                </a:moveTo>
                <a:cubicBezTo>
                  <a:pt x="5005413" y="2543247"/>
                  <a:pt x="5004915" y="2542915"/>
                  <a:pt x="5004667" y="2542499"/>
                </a:cubicBezTo>
                <a:lnTo>
                  <a:pt x="4994365" y="2524637"/>
                </a:lnTo>
                <a:cubicBezTo>
                  <a:pt x="4994115" y="2524139"/>
                  <a:pt x="4994116" y="2523557"/>
                  <a:pt x="4994365" y="2523142"/>
                </a:cubicBezTo>
                <a:lnTo>
                  <a:pt x="5004667" y="2505280"/>
                </a:lnTo>
                <a:cubicBezTo>
                  <a:pt x="5004916" y="2504781"/>
                  <a:pt x="5005414" y="2504532"/>
                  <a:pt x="5005913" y="2504532"/>
                </a:cubicBezTo>
                <a:lnTo>
                  <a:pt x="5026600" y="2504532"/>
                </a:lnTo>
                <a:cubicBezTo>
                  <a:pt x="5027097" y="2504532"/>
                  <a:pt x="5027597" y="2504864"/>
                  <a:pt x="5027845" y="2505280"/>
                </a:cubicBezTo>
                <a:lnTo>
                  <a:pt x="5038147" y="2523142"/>
                </a:lnTo>
                <a:cubicBezTo>
                  <a:pt x="5038396" y="2523640"/>
                  <a:pt x="5038397" y="2524222"/>
                  <a:pt x="5038147" y="2524637"/>
                </a:cubicBezTo>
                <a:lnTo>
                  <a:pt x="5027845" y="2542499"/>
                </a:lnTo>
                <a:cubicBezTo>
                  <a:pt x="5027596" y="2542997"/>
                  <a:pt x="5027098" y="2543247"/>
                  <a:pt x="5026600" y="2543247"/>
                </a:cubicBezTo>
                <a:close/>
                <a:moveTo>
                  <a:pt x="5306844" y="2623881"/>
                </a:moveTo>
                <a:cubicBezTo>
                  <a:pt x="5306345" y="2623882"/>
                  <a:pt x="5305847" y="2623550"/>
                  <a:pt x="5305598" y="2623133"/>
                </a:cubicBezTo>
                <a:lnTo>
                  <a:pt x="5295296" y="2605271"/>
                </a:lnTo>
                <a:cubicBezTo>
                  <a:pt x="5295047" y="2604773"/>
                  <a:pt x="5295047" y="2604191"/>
                  <a:pt x="5295296" y="2603776"/>
                </a:cubicBezTo>
                <a:lnTo>
                  <a:pt x="5305598" y="2585914"/>
                </a:lnTo>
                <a:cubicBezTo>
                  <a:pt x="5305847" y="2585415"/>
                  <a:pt x="5306345" y="2585167"/>
                  <a:pt x="5306844" y="2585166"/>
                </a:cubicBezTo>
                <a:lnTo>
                  <a:pt x="5327531" y="2585166"/>
                </a:lnTo>
                <a:cubicBezTo>
                  <a:pt x="5328029" y="2585167"/>
                  <a:pt x="5328528" y="2585498"/>
                  <a:pt x="5328777" y="2585914"/>
                </a:cubicBezTo>
                <a:lnTo>
                  <a:pt x="5339079" y="2603777"/>
                </a:lnTo>
                <a:cubicBezTo>
                  <a:pt x="5339328" y="2604274"/>
                  <a:pt x="5339328" y="2604857"/>
                  <a:pt x="5339079" y="2605272"/>
                </a:cubicBezTo>
                <a:lnTo>
                  <a:pt x="5328777" y="2623134"/>
                </a:lnTo>
                <a:cubicBezTo>
                  <a:pt x="5328528" y="2623632"/>
                  <a:pt x="5328029" y="2623881"/>
                  <a:pt x="5327531" y="2623882"/>
                </a:cubicBezTo>
                <a:close/>
                <a:moveTo>
                  <a:pt x="5427217" y="2656135"/>
                </a:moveTo>
                <a:cubicBezTo>
                  <a:pt x="5426718" y="2656135"/>
                  <a:pt x="5426220" y="2655803"/>
                  <a:pt x="5425971" y="2655387"/>
                </a:cubicBezTo>
                <a:lnTo>
                  <a:pt x="5415669" y="2637525"/>
                </a:lnTo>
                <a:cubicBezTo>
                  <a:pt x="5415419" y="2637027"/>
                  <a:pt x="5415420" y="2636445"/>
                  <a:pt x="5415669" y="2636030"/>
                </a:cubicBezTo>
                <a:lnTo>
                  <a:pt x="5425971" y="2618168"/>
                </a:lnTo>
                <a:cubicBezTo>
                  <a:pt x="5426219" y="2617669"/>
                  <a:pt x="5426718" y="2617420"/>
                  <a:pt x="5427217" y="2617420"/>
                </a:cubicBezTo>
                <a:lnTo>
                  <a:pt x="5447904" y="2617420"/>
                </a:lnTo>
                <a:cubicBezTo>
                  <a:pt x="5448401" y="2617420"/>
                  <a:pt x="5448901" y="2617752"/>
                  <a:pt x="5449150" y="2618168"/>
                </a:cubicBezTo>
                <a:lnTo>
                  <a:pt x="5459452" y="2636030"/>
                </a:lnTo>
                <a:cubicBezTo>
                  <a:pt x="5459700" y="2636528"/>
                  <a:pt x="5459701" y="2637110"/>
                  <a:pt x="5459452" y="2637525"/>
                </a:cubicBezTo>
                <a:lnTo>
                  <a:pt x="5449150" y="2655387"/>
                </a:lnTo>
                <a:cubicBezTo>
                  <a:pt x="5448900" y="2655885"/>
                  <a:pt x="5448402" y="2656135"/>
                  <a:pt x="5447904" y="2656135"/>
                </a:cubicBezTo>
                <a:close/>
                <a:moveTo>
                  <a:pt x="2718754" y="1930499"/>
                </a:moveTo>
                <a:cubicBezTo>
                  <a:pt x="2718255" y="1930499"/>
                  <a:pt x="2717757" y="1930167"/>
                  <a:pt x="2717508" y="1929751"/>
                </a:cubicBezTo>
                <a:lnTo>
                  <a:pt x="2707124" y="1911806"/>
                </a:lnTo>
                <a:cubicBezTo>
                  <a:pt x="2706874" y="1911308"/>
                  <a:pt x="2706874" y="1910726"/>
                  <a:pt x="2707123" y="1910311"/>
                </a:cubicBezTo>
                <a:lnTo>
                  <a:pt x="2717508" y="1892366"/>
                </a:lnTo>
                <a:cubicBezTo>
                  <a:pt x="2717757" y="1891867"/>
                  <a:pt x="2718255" y="1891618"/>
                  <a:pt x="2718754" y="1891618"/>
                </a:cubicBezTo>
                <a:lnTo>
                  <a:pt x="2739524" y="1891618"/>
                </a:lnTo>
                <a:cubicBezTo>
                  <a:pt x="2740022" y="1891618"/>
                  <a:pt x="2740521" y="1891950"/>
                  <a:pt x="2740770" y="1892366"/>
                </a:cubicBezTo>
                <a:lnTo>
                  <a:pt x="2751155" y="1910311"/>
                </a:lnTo>
                <a:cubicBezTo>
                  <a:pt x="2751404" y="1910809"/>
                  <a:pt x="2751404" y="1911391"/>
                  <a:pt x="2751155" y="1911806"/>
                </a:cubicBezTo>
                <a:lnTo>
                  <a:pt x="2740771" y="1929751"/>
                </a:lnTo>
                <a:cubicBezTo>
                  <a:pt x="2740521" y="1930250"/>
                  <a:pt x="2740022" y="1930499"/>
                  <a:pt x="2739525" y="1930499"/>
                </a:cubicBezTo>
                <a:close/>
                <a:moveTo>
                  <a:pt x="2778940" y="1946626"/>
                </a:moveTo>
                <a:cubicBezTo>
                  <a:pt x="2778441" y="1946626"/>
                  <a:pt x="2777943" y="1946294"/>
                  <a:pt x="2777694" y="1945878"/>
                </a:cubicBezTo>
                <a:lnTo>
                  <a:pt x="2767309" y="1927933"/>
                </a:lnTo>
                <a:cubicBezTo>
                  <a:pt x="2767060" y="1927435"/>
                  <a:pt x="2767060" y="1926853"/>
                  <a:pt x="2767309" y="1926438"/>
                </a:cubicBezTo>
                <a:lnTo>
                  <a:pt x="2777694" y="1908493"/>
                </a:lnTo>
                <a:cubicBezTo>
                  <a:pt x="2777943" y="1907994"/>
                  <a:pt x="2778441" y="1907745"/>
                  <a:pt x="2778940" y="1907745"/>
                </a:cubicBezTo>
                <a:lnTo>
                  <a:pt x="2799710" y="1907745"/>
                </a:lnTo>
                <a:cubicBezTo>
                  <a:pt x="2800208" y="1907745"/>
                  <a:pt x="2800707" y="1908077"/>
                  <a:pt x="2800956" y="1908493"/>
                </a:cubicBezTo>
                <a:lnTo>
                  <a:pt x="2811341" y="1926438"/>
                </a:lnTo>
                <a:cubicBezTo>
                  <a:pt x="2811590" y="1926936"/>
                  <a:pt x="2811590" y="1927518"/>
                  <a:pt x="2811341" y="1927933"/>
                </a:cubicBezTo>
                <a:lnTo>
                  <a:pt x="2800956" y="1945878"/>
                </a:lnTo>
                <a:cubicBezTo>
                  <a:pt x="2800707" y="1946377"/>
                  <a:pt x="2800208" y="1946626"/>
                  <a:pt x="2799710" y="1946626"/>
                </a:cubicBezTo>
                <a:close/>
                <a:moveTo>
                  <a:pt x="4945645" y="2527193"/>
                </a:moveTo>
                <a:cubicBezTo>
                  <a:pt x="4945146" y="2527193"/>
                  <a:pt x="4944648" y="2526861"/>
                  <a:pt x="4944399" y="2526445"/>
                </a:cubicBezTo>
                <a:lnTo>
                  <a:pt x="4934014" y="2508500"/>
                </a:lnTo>
                <a:cubicBezTo>
                  <a:pt x="4933765" y="2508002"/>
                  <a:pt x="4933765" y="2507420"/>
                  <a:pt x="4934014" y="2507005"/>
                </a:cubicBezTo>
                <a:lnTo>
                  <a:pt x="4944399" y="2489060"/>
                </a:lnTo>
                <a:cubicBezTo>
                  <a:pt x="4944648" y="2488561"/>
                  <a:pt x="4945146" y="2488312"/>
                  <a:pt x="4945645" y="2488312"/>
                </a:cubicBezTo>
                <a:lnTo>
                  <a:pt x="4966415" y="2488312"/>
                </a:lnTo>
                <a:cubicBezTo>
                  <a:pt x="4966913" y="2488312"/>
                  <a:pt x="4967412" y="2488644"/>
                  <a:pt x="4967661" y="2489060"/>
                </a:cubicBezTo>
                <a:lnTo>
                  <a:pt x="4978046" y="2507005"/>
                </a:lnTo>
                <a:cubicBezTo>
                  <a:pt x="4978295" y="2507503"/>
                  <a:pt x="4978295" y="2508085"/>
                  <a:pt x="4978046" y="2508500"/>
                </a:cubicBezTo>
                <a:lnTo>
                  <a:pt x="4967661" y="2526445"/>
                </a:lnTo>
                <a:cubicBezTo>
                  <a:pt x="4967412" y="2526944"/>
                  <a:pt x="4966913" y="2527193"/>
                  <a:pt x="4966415" y="2527193"/>
                </a:cubicBezTo>
                <a:close/>
                <a:moveTo>
                  <a:pt x="5186390" y="2591700"/>
                </a:moveTo>
                <a:cubicBezTo>
                  <a:pt x="5185891" y="2591700"/>
                  <a:pt x="5185392" y="2591368"/>
                  <a:pt x="5185144" y="2590952"/>
                </a:cubicBezTo>
                <a:lnTo>
                  <a:pt x="5174759" y="2573007"/>
                </a:lnTo>
                <a:cubicBezTo>
                  <a:pt x="5174509" y="2572509"/>
                  <a:pt x="5174510" y="2571927"/>
                  <a:pt x="5174758" y="2571512"/>
                </a:cubicBezTo>
                <a:lnTo>
                  <a:pt x="5185144" y="2553567"/>
                </a:lnTo>
                <a:cubicBezTo>
                  <a:pt x="5185392" y="2553068"/>
                  <a:pt x="5185891" y="2552819"/>
                  <a:pt x="5186390" y="2552819"/>
                </a:cubicBezTo>
                <a:lnTo>
                  <a:pt x="5207160" y="2552819"/>
                </a:lnTo>
                <a:cubicBezTo>
                  <a:pt x="5207658" y="2552819"/>
                  <a:pt x="5208157" y="2553151"/>
                  <a:pt x="5208405" y="2553567"/>
                </a:cubicBezTo>
                <a:lnTo>
                  <a:pt x="5218791" y="2571512"/>
                </a:lnTo>
                <a:cubicBezTo>
                  <a:pt x="5219040" y="2572010"/>
                  <a:pt x="5219040" y="2572592"/>
                  <a:pt x="5218791" y="2573007"/>
                </a:cubicBezTo>
                <a:lnTo>
                  <a:pt x="5208406" y="2590952"/>
                </a:lnTo>
                <a:cubicBezTo>
                  <a:pt x="5208157" y="2591451"/>
                  <a:pt x="5207657" y="2591700"/>
                  <a:pt x="5207160" y="2591700"/>
                </a:cubicBezTo>
                <a:close/>
                <a:moveTo>
                  <a:pt x="5487321" y="2672334"/>
                </a:moveTo>
                <a:cubicBezTo>
                  <a:pt x="5486823" y="2672334"/>
                  <a:pt x="5486324" y="2672002"/>
                  <a:pt x="5486075" y="2671586"/>
                </a:cubicBezTo>
                <a:lnTo>
                  <a:pt x="5475690" y="2653641"/>
                </a:lnTo>
                <a:cubicBezTo>
                  <a:pt x="5475441" y="2653143"/>
                  <a:pt x="5475441" y="2652561"/>
                  <a:pt x="5475690" y="2652146"/>
                </a:cubicBezTo>
                <a:lnTo>
                  <a:pt x="5486075" y="2634201"/>
                </a:lnTo>
                <a:cubicBezTo>
                  <a:pt x="5486324" y="2633702"/>
                  <a:pt x="5486823" y="2633453"/>
                  <a:pt x="5487321" y="2633453"/>
                </a:cubicBezTo>
                <a:lnTo>
                  <a:pt x="5508091" y="2633453"/>
                </a:lnTo>
                <a:cubicBezTo>
                  <a:pt x="5508589" y="2633453"/>
                  <a:pt x="5509088" y="2633785"/>
                  <a:pt x="5509337" y="2634201"/>
                </a:cubicBezTo>
                <a:lnTo>
                  <a:pt x="5519722" y="2652146"/>
                </a:lnTo>
                <a:cubicBezTo>
                  <a:pt x="5519971" y="2652644"/>
                  <a:pt x="5519971" y="2653226"/>
                  <a:pt x="5519722" y="2653641"/>
                </a:cubicBezTo>
                <a:lnTo>
                  <a:pt x="5509337" y="2671586"/>
                </a:lnTo>
                <a:cubicBezTo>
                  <a:pt x="5509088" y="2672085"/>
                  <a:pt x="5508589" y="2672334"/>
                  <a:pt x="5508091" y="2672334"/>
                </a:cubicBezTo>
                <a:close/>
                <a:moveTo>
                  <a:pt x="5547508" y="2688461"/>
                </a:moveTo>
                <a:cubicBezTo>
                  <a:pt x="5547010" y="2688461"/>
                  <a:pt x="5546511" y="2688129"/>
                  <a:pt x="5546262" y="2687713"/>
                </a:cubicBezTo>
                <a:lnTo>
                  <a:pt x="5535877" y="2669768"/>
                </a:lnTo>
                <a:cubicBezTo>
                  <a:pt x="5535628" y="2669270"/>
                  <a:pt x="5535628" y="2668688"/>
                  <a:pt x="5535877" y="2668273"/>
                </a:cubicBezTo>
                <a:lnTo>
                  <a:pt x="5546262" y="2650328"/>
                </a:lnTo>
                <a:cubicBezTo>
                  <a:pt x="5546511" y="2649829"/>
                  <a:pt x="5547010" y="2649580"/>
                  <a:pt x="5547508" y="2649580"/>
                </a:cubicBezTo>
                <a:lnTo>
                  <a:pt x="5568278" y="2649580"/>
                </a:lnTo>
                <a:cubicBezTo>
                  <a:pt x="5568776" y="2649580"/>
                  <a:pt x="5569275" y="2649912"/>
                  <a:pt x="5569524" y="2650328"/>
                </a:cubicBezTo>
                <a:lnTo>
                  <a:pt x="5579909" y="2668273"/>
                </a:lnTo>
                <a:cubicBezTo>
                  <a:pt x="5580158" y="2668771"/>
                  <a:pt x="5580158" y="2669353"/>
                  <a:pt x="5579909" y="2669768"/>
                </a:cubicBezTo>
                <a:lnTo>
                  <a:pt x="5569524" y="2687713"/>
                </a:lnTo>
                <a:cubicBezTo>
                  <a:pt x="5569275" y="2688212"/>
                  <a:pt x="5568776" y="2688461"/>
                  <a:pt x="5568278" y="2688461"/>
                </a:cubicBezTo>
                <a:close/>
                <a:moveTo>
                  <a:pt x="4042768" y="2285373"/>
                </a:moveTo>
                <a:cubicBezTo>
                  <a:pt x="4042269" y="2285373"/>
                  <a:pt x="4041771" y="2285041"/>
                  <a:pt x="4041522" y="2284626"/>
                </a:cubicBezTo>
                <a:lnTo>
                  <a:pt x="4031137" y="2266597"/>
                </a:lnTo>
                <a:cubicBezTo>
                  <a:pt x="4030888" y="2266099"/>
                  <a:pt x="4030888" y="2265517"/>
                  <a:pt x="4031137" y="2265102"/>
                </a:cubicBezTo>
                <a:lnTo>
                  <a:pt x="4041605" y="2247074"/>
                </a:lnTo>
                <a:cubicBezTo>
                  <a:pt x="4041854" y="2246575"/>
                  <a:pt x="4042353" y="2246326"/>
                  <a:pt x="4042851" y="2246326"/>
                </a:cubicBezTo>
                <a:lnTo>
                  <a:pt x="4063704" y="2246326"/>
                </a:lnTo>
                <a:cubicBezTo>
                  <a:pt x="4064203" y="2246326"/>
                  <a:pt x="4064701" y="2246658"/>
                  <a:pt x="4064950" y="2247074"/>
                </a:cubicBezTo>
                <a:lnTo>
                  <a:pt x="4075335" y="2265102"/>
                </a:lnTo>
                <a:cubicBezTo>
                  <a:pt x="4075584" y="2265600"/>
                  <a:pt x="4075584" y="2266182"/>
                  <a:pt x="4075335" y="2266597"/>
                </a:cubicBezTo>
                <a:lnTo>
                  <a:pt x="4064867" y="2284626"/>
                </a:lnTo>
                <a:cubicBezTo>
                  <a:pt x="4064618" y="2285124"/>
                  <a:pt x="4064119" y="2285373"/>
                  <a:pt x="4063621" y="2285373"/>
                </a:cubicBezTo>
                <a:close/>
                <a:moveTo>
                  <a:pt x="5246492" y="2607910"/>
                </a:moveTo>
                <a:cubicBezTo>
                  <a:pt x="5245993" y="2607910"/>
                  <a:pt x="5245495" y="2607578"/>
                  <a:pt x="5245246" y="2607163"/>
                </a:cubicBezTo>
                <a:lnTo>
                  <a:pt x="5234861" y="2589134"/>
                </a:lnTo>
                <a:cubicBezTo>
                  <a:pt x="5234612" y="2588636"/>
                  <a:pt x="5234612" y="2588054"/>
                  <a:pt x="5234861" y="2587639"/>
                </a:cubicBezTo>
                <a:lnTo>
                  <a:pt x="5245329" y="2569611"/>
                </a:lnTo>
                <a:cubicBezTo>
                  <a:pt x="5245578" y="2569112"/>
                  <a:pt x="5246077" y="2568863"/>
                  <a:pt x="5246575" y="2568863"/>
                </a:cubicBezTo>
                <a:lnTo>
                  <a:pt x="5267428" y="2568863"/>
                </a:lnTo>
                <a:cubicBezTo>
                  <a:pt x="5267927" y="2568863"/>
                  <a:pt x="5268425" y="2569195"/>
                  <a:pt x="5268674" y="2569611"/>
                </a:cubicBezTo>
                <a:lnTo>
                  <a:pt x="5279059" y="2587639"/>
                </a:lnTo>
                <a:cubicBezTo>
                  <a:pt x="5279308" y="2588137"/>
                  <a:pt x="5279308" y="2588719"/>
                  <a:pt x="5279059" y="2589134"/>
                </a:cubicBezTo>
                <a:lnTo>
                  <a:pt x="5268591" y="2607163"/>
                </a:lnTo>
                <a:cubicBezTo>
                  <a:pt x="5268342" y="2607661"/>
                  <a:pt x="5267843" y="2607910"/>
                  <a:pt x="5267345" y="2607910"/>
                </a:cubicBezTo>
                <a:close/>
                <a:moveTo>
                  <a:pt x="5667796" y="2720798"/>
                </a:moveTo>
                <a:cubicBezTo>
                  <a:pt x="5667298" y="2720798"/>
                  <a:pt x="5666799" y="2720466"/>
                  <a:pt x="5666550" y="2720051"/>
                </a:cubicBezTo>
                <a:lnTo>
                  <a:pt x="5656165" y="2702022"/>
                </a:lnTo>
                <a:cubicBezTo>
                  <a:pt x="5655916" y="2701524"/>
                  <a:pt x="5655916" y="2700942"/>
                  <a:pt x="5656165" y="2700527"/>
                </a:cubicBezTo>
                <a:lnTo>
                  <a:pt x="5666633" y="2682499"/>
                </a:lnTo>
                <a:cubicBezTo>
                  <a:pt x="5666882" y="2682000"/>
                  <a:pt x="5667381" y="2681751"/>
                  <a:pt x="5667879" y="2681751"/>
                </a:cubicBezTo>
                <a:lnTo>
                  <a:pt x="5688732" y="2681751"/>
                </a:lnTo>
                <a:cubicBezTo>
                  <a:pt x="5689230" y="2681751"/>
                  <a:pt x="5689729" y="2682083"/>
                  <a:pt x="5689978" y="2682499"/>
                </a:cubicBezTo>
                <a:lnTo>
                  <a:pt x="5700363" y="2700527"/>
                </a:lnTo>
                <a:cubicBezTo>
                  <a:pt x="5700612" y="2701025"/>
                  <a:pt x="5700612" y="2701607"/>
                  <a:pt x="5700363" y="2702022"/>
                </a:cubicBezTo>
                <a:lnTo>
                  <a:pt x="5689895" y="2720051"/>
                </a:lnTo>
                <a:cubicBezTo>
                  <a:pt x="5689646" y="2720549"/>
                  <a:pt x="5689147" y="2720798"/>
                  <a:pt x="5688649" y="2720798"/>
                </a:cubicBezTo>
                <a:close/>
                <a:moveTo>
                  <a:pt x="3802022" y="2220948"/>
                </a:moveTo>
                <a:cubicBezTo>
                  <a:pt x="3801524" y="2220948"/>
                  <a:pt x="3801026" y="2220616"/>
                  <a:pt x="3800777" y="2220200"/>
                </a:cubicBezTo>
                <a:lnTo>
                  <a:pt x="3790309" y="2202090"/>
                </a:lnTo>
                <a:cubicBezTo>
                  <a:pt x="3790060" y="2201591"/>
                  <a:pt x="3790060" y="2201010"/>
                  <a:pt x="3790309" y="2200594"/>
                </a:cubicBezTo>
                <a:lnTo>
                  <a:pt x="3800776" y="2182483"/>
                </a:lnTo>
                <a:cubicBezTo>
                  <a:pt x="3801026" y="2181984"/>
                  <a:pt x="3801525" y="2181735"/>
                  <a:pt x="3802022" y="2181735"/>
                </a:cubicBezTo>
                <a:lnTo>
                  <a:pt x="3822959" y="2181735"/>
                </a:lnTo>
                <a:cubicBezTo>
                  <a:pt x="3823458" y="2181735"/>
                  <a:pt x="3823955" y="2182067"/>
                  <a:pt x="3824205" y="2182483"/>
                </a:cubicBezTo>
                <a:lnTo>
                  <a:pt x="3834673" y="2200594"/>
                </a:lnTo>
                <a:cubicBezTo>
                  <a:pt x="3834923" y="2201092"/>
                  <a:pt x="3834922" y="2201674"/>
                  <a:pt x="3834673" y="2202089"/>
                </a:cubicBezTo>
                <a:lnTo>
                  <a:pt x="3824205" y="2220200"/>
                </a:lnTo>
                <a:cubicBezTo>
                  <a:pt x="3823956" y="2220699"/>
                  <a:pt x="3823458" y="2220948"/>
                  <a:pt x="3822959" y="2220948"/>
                </a:cubicBezTo>
                <a:close/>
                <a:moveTo>
                  <a:pt x="5727898" y="2737267"/>
                </a:moveTo>
                <a:cubicBezTo>
                  <a:pt x="5727317" y="2737267"/>
                  <a:pt x="5726818" y="2737018"/>
                  <a:pt x="5726569" y="2736520"/>
                </a:cubicBezTo>
                <a:lnTo>
                  <a:pt x="5716018" y="2718159"/>
                </a:lnTo>
                <a:cubicBezTo>
                  <a:pt x="5715769" y="2717660"/>
                  <a:pt x="5715769" y="2717162"/>
                  <a:pt x="5716018" y="2716663"/>
                </a:cubicBezTo>
                <a:lnTo>
                  <a:pt x="5726569" y="2698303"/>
                </a:lnTo>
                <a:cubicBezTo>
                  <a:pt x="5726901" y="2697805"/>
                  <a:pt x="5727400" y="2697555"/>
                  <a:pt x="5727898" y="2697555"/>
                </a:cubicBezTo>
                <a:lnTo>
                  <a:pt x="5749083" y="2697555"/>
                </a:lnTo>
                <a:cubicBezTo>
                  <a:pt x="5749665" y="2697556"/>
                  <a:pt x="5750163" y="2697804"/>
                  <a:pt x="5750413" y="2698303"/>
                </a:cubicBezTo>
                <a:lnTo>
                  <a:pt x="5760964" y="2716663"/>
                </a:lnTo>
                <a:cubicBezTo>
                  <a:pt x="5761213" y="2717162"/>
                  <a:pt x="5761213" y="2717660"/>
                  <a:pt x="5760964" y="2718159"/>
                </a:cubicBezTo>
                <a:lnTo>
                  <a:pt x="5750413" y="2736520"/>
                </a:lnTo>
                <a:cubicBezTo>
                  <a:pt x="5750080" y="2737018"/>
                  <a:pt x="5749582" y="2737267"/>
                  <a:pt x="5749083" y="2737268"/>
                </a:cubicBezTo>
                <a:close/>
                <a:moveTo>
                  <a:pt x="3079622" y="2027759"/>
                </a:moveTo>
                <a:cubicBezTo>
                  <a:pt x="3079041" y="2027759"/>
                  <a:pt x="3078542" y="2027510"/>
                  <a:pt x="3078294" y="2027011"/>
                </a:cubicBezTo>
                <a:lnTo>
                  <a:pt x="3067659" y="2008568"/>
                </a:lnTo>
                <a:cubicBezTo>
                  <a:pt x="3067410" y="2008152"/>
                  <a:pt x="3067410" y="2007571"/>
                  <a:pt x="3067659" y="2007072"/>
                </a:cubicBezTo>
                <a:lnTo>
                  <a:pt x="3078294" y="1988629"/>
                </a:lnTo>
                <a:cubicBezTo>
                  <a:pt x="3078626" y="1988130"/>
                  <a:pt x="3079124" y="1987881"/>
                  <a:pt x="3079622" y="1987881"/>
                </a:cubicBezTo>
                <a:lnTo>
                  <a:pt x="3100891" y="1987881"/>
                </a:lnTo>
                <a:cubicBezTo>
                  <a:pt x="3101472" y="1987881"/>
                  <a:pt x="3101972" y="1988130"/>
                  <a:pt x="3102220" y="1988629"/>
                </a:cubicBezTo>
                <a:lnTo>
                  <a:pt x="3112854" y="2007072"/>
                </a:lnTo>
                <a:cubicBezTo>
                  <a:pt x="3113103" y="2007488"/>
                  <a:pt x="3113103" y="2008069"/>
                  <a:pt x="3112854" y="2008568"/>
                </a:cubicBezTo>
                <a:lnTo>
                  <a:pt x="3102220" y="2027011"/>
                </a:lnTo>
                <a:cubicBezTo>
                  <a:pt x="3101887" y="2027510"/>
                  <a:pt x="3101389" y="2027759"/>
                  <a:pt x="3100891" y="2027759"/>
                </a:cubicBezTo>
                <a:close/>
                <a:moveTo>
                  <a:pt x="3500926" y="2140647"/>
                </a:moveTo>
                <a:cubicBezTo>
                  <a:pt x="3500345" y="2140647"/>
                  <a:pt x="3499846" y="2140398"/>
                  <a:pt x="3499598" y="2139899"/>
                </a:cubicBezTo>
                <a:lnTo>
                  <a:pt x="3488963" y="2121456"/>
                </a:lnTo>
                <a:cubicBezTo>
                  <a:pt x="3488714" y="2121040"/>
                  <a:pt x="3488714" y="2120459"/>
                  <a:pt x="3488963" y="2119960"/>
                </a:cubicBezTo>
                <a:lnTo>
                  <a:pt x="3499598" y="2101517"/>
                </a:lnTo>
                <a:cubicBezTo>
                  <a:pt x="3499930" y="2101018"/>
                  <a:pt x="3500429" y="2100769"/>
                  <a:pt x="3500926" y="2100769"/>
                </a:cubicBezTo>
                <a:lnTo>
                  <a:pt x="3522195" y="2100769"/>
                </a:lnTo>
                <a:cubicBezTo>
                  <a:pt x="3522776" y="2100769"/>
                  <a:pt x="3523276" y="2101018"/>
                  <a:pt x="3523524" y="2101517"/>
                </a:cubicBezTo>
                <a:lnTo>
                  <a:pt x="3534158" y="2119960"/>
                </a:lnTo>
                <a:cubicBezTo>
                  <a:pt x="3534407" y="2120376"/>
                  <a:pt x="3534407" y="2120957"/>
                  <a:pt x="3534158" y="2121456"/>
                </a:cubicBezTo>
                <a:lnTo>
                  <a:pt x="3523524" y="2139899"/>
                </a:lnTo>
                <a:cubicBezTo>
                  <a:pt x="3523191" y="2140398"/>
                  <a:pt x="3522693" y="2140647"/>
                  <a:pt x="3522196" y="2140647"/>
                </a:cubicBezTo>
                <a:close/>
                <a:moveTo>
                  <a:pt x="3861960" y="2237490"/>
                </a:moveTo>
                <a:cubicBezTo>
                  <a:pt x="3861379" y="2237490"/>
                  <a:pt x="3860880" y="2237241"/>
                  <a:pt x="3860630" y="2236743"/>
                </a:cubicBezTo>
                <a:lnTo>
                  <a:pt x="3849997" y="2218216"/>
                </a:lnTo>
                <a:cubicBezTo>
                  <a:pt x="3849747" y="2217800"/>
                  <a:pt x="3849748" y="2217219"/>
                  <a:pt x="3849996" y="2216720"/>
                </a:cubicBezTo>
                <a:lnTo>
                  <a:pt x="3860713" y="2198194"/>
                </a:lnTo>
                <a:cubicBezTo>
                  <a:pt x="3861047" y="2197778"/>
                  <a:pt x="3861545" y="2197446"/>
                  <a:pt x="3862044" y="2197446"/>
                </a:cubicBezTo>
                <a:lnTo>
                  <a:pt x="3883394" y="2197446"/>
                </a:lnTo>
                <a:cubicBezTo>
                  <a:pt x="3883976" y="2197446"/>
                  <a:pt x="3884475" y="2197695"/>
                  <a:pt x="3884724" y="2198194"/>
                </a:cubicBezTo>
                <a:lnTo>
                  <a:pt x="3895358" y="2216720"/>
                </a:lnTo>
                <a:cubicBezTo>
                  <a:pt x="3895607" y="2217136"/>
                  <a:pt x="3895608" y="2217717"/>
                  <a:pt x="3895358" y="2218216"/>
                </a:cubicBezTo>
                <a:lnTo>
                  <a:pt x="3884641" y="2236743"/>
                </a:lnTo>
                <a:cubicBezTo>
                  <a:pt x="3884309" y="2237158"/>
                  <a:pt x="3883809" y="2237490"/>
                  <a:pt x="3883311" y="2237490"/>
                </a:cubicBezTo>
                <a:close/>
                <a:moveTo>
                  <a:pt x="3982332" y="2269828"/>
                </a:moveTo>
                <a:cubicBezTo>
                  <a:pt x="3981752" y="2269828"/>
                  <a:pt x="3981252" y="2269578"/>
                  <a:pt x="3981003" y="2269080"/>
                </a:cubicBezTo>
                <a:lnTo>
                  <a:pt x="3970286" y="2250470"/>
                </a:lnTo>
                <a:cubicBezTo>
                  <a:pt x="3970038" y="2250055"/>
                  <a:pt x="3970037" y="2249473"/>
                  <a:pt x="3970287" y="2248975"/>
                </a:cubicBezTo>
                <a:lnTo>
                  <a:pt x="3981003" y="2230365"/>
                </a:lnTo>
                <a:cubicBezTo>
                  <a:pt x="3981335" y="2229949"/>
                  <a:pt x="3981834" y="2229617"/>
                  <a:pt x="3982332" y="2229617"/>
                </a:cubicBezTo>
                <a:lnTo>
                  <a:pt x="4003768" y="2229617"/>
                </a:lnTo>
                <a:cubicBezTo>
                  <a:pt x="4004348" y="2229617"/>
                  <a:pt x="4004847" y="2229866"/>
                  <a:pt x="4005096" y="2230365"/>
                </a:cubicBezTo>
                <a:lnTo>
                  <a:pt x="4015813" y="2248975"/>
                </a:lnTo>
                <a:cubicBezTo>
                  <a:pt x="4016062" y="2249390"/>
                  <a:pt x="4016063" y="2249971"/>
                  <a:pt x="4015813" y="2250470"/>
                </a:cubicBezTo>
                <a:lnTo>
                  <a:pt x="4005096" y="2269080"/>
                </a:lnTo>
                <a:cubicBezTo>
                  <a:pt x="4004764" y="2269495"/>
                  <a:pt x="4004265" y="2269828"/>
                  <a:pt x="4003767" y="2269828"/>
                </a:cubicBezTo>
                <a:close/>
                <a:moveTo>
                  <a:pt x="3380388" y="2108641"/>
                </a:moveTo>
                <a:cubicBezTo>
                  <a:pt x="3379806" y="2108641"/>
                  <a:pt x="3379308" y="2108393"/>
                  <a:pt x="3379058" y="2107895"/>
                </a:cubicBezTo>
                <a:lnTo>
                  <a:pt x="3368258" y="2089201"/>
                </a:lnTo>
                <a:cubicBezTo>
                  <a:pt x="3368009" y="2088787"/>
                  <a:pt x="3368009" y="2088204"/>
                  <a:pt x="3368258" y="2087705"/>
                </a:cubicBezTo>
                <a:lnTo>
                  <a:pt x="3379058" y="2069013"/>
                </a:lnTo>
                <a:cubicBezTo>
                  <a:pt x="3379308" y="2068597"/>
                  <a:pt x="3379889" y="2068266"/>
                  <a:pt x="3380388" y="2068265"/>
                </a:cubicBezTo>
                <a:lnTo>
                  <a:pt x="3401988" y="2068265"/>
                </a:lnTo>
                <a:cubicBezTo>
                  <a:pt x="3402570" y="2068266"/>
                  <a:pt x="3403068" y="2068514"/>
                  <a:pt x="3403317" y="2069013"/>
                </a:cubicBezTo>
                <a:lnTo>
                  <a:pt x="3414118" y="2087706"/>
                </a:lnTo>
                <a:cubicBezTo>
                  <a:pt x="3414367" y="2088121"/>
                  <a:pt x="3414367" y="2088702"/>
                  <a:pt x="3414118" y="2089202"/>
                </a:cubicBezTo>
                <a:lnTo>
                  <a:pt x="3403317" y="2107895"/>
                </a:lnTo>
                <a:cubicBezTo>
                  <a:pt x="3403068" y="2108309"/>
                  <a:pt x="3402486" y="2108641"/>
                  <a:pt x="3401988" y="2108641"/>
                </a:cubicBezTo>
                <a:close/>
                <a:moveTo>
                  <a:pt x="4102623" y="2302164"/>
                </a:moveTo>
                <a:cubicBezTo>
                  <a:pt x="4102041" y="2302164"/>
                  <a:pt x="4101543" y="2301915"/>
                  <a:pt x="4101293" y="2301417"/>
                </a:cubicBezTo>
                <a:lnTo>
                  <a:pt x="4090493" y="2282724"/>
                </a:lnTo>
                <a:cubicBezTo>
                  <a:pt x="4090244" y="2282309"/>
                  <a:pt x="4090244" y="2281727"/>
                  <a:pt x="4090493" y="2281228"/>
                </a:cubicBezTo>
                <a:lnTo>
                  <a:pt x="4101293" y="2262536"/>
                </a:lnTo>
                <a:cubicBezTo>
                  <a:pt x="4101543" y="2262120"/>
                  <a:pt x="4102124" y="2261788"/>
                  <a:pt x="4102623" y="2261788"/>
                </a:cubicBezTo>
                <a:lnTo>
                  <a:pt x="4124223" y="2261788"/>
                </a:lnTo>
                <a:cubicBezTo>
                  <a:pt x="4124805" y="2261788"/>
                  <a:pt x="4125303" y="2262037"/>
                  <a:pt x="4125552" y="2262536"/>
                </a:cubicBezTo>
                <a:lnTo>
                  <a:pt x="4136353" y="2281228"/>
                </a:lnTo>
                <a:cubicBezTo>
                  <a:pt x="4136602" y="2281644"/>
                  <a:pt x="4136602" y="2282225"/>
                  <a:pt x="4136353" y="2282724"/>
                </a:cubicBezTo>
                <a:lnTo>
                  <a:pt x="4125552" y="2301417"/>
                </a:lnTo>
                <a:cubicBezTo>
                  <a:pt x="4125303" y="2301832"/>
                  <a:pt x="4124721" y="2302164"/>
                  <a:pt x="4124223" y="2302164"/>
                </a:cubicBezTo>
                <a:close/>
                <a:moveTo>
                  <a:pt x="4222995" y="2334417"/>
                </a:moveTo>
                <a:cubicBezTo>
                  <a:pt x="4222413" y="2334417"/>
                  <a:pt x="4221915" y="2334168"/>
                  <a:pt x="4221665" y="2333670"/>
                </a:cubicBezTo>
                <a:lnTo>
                  <a:pt x="4210865" y="2314977"/>
                </a:lnTo>
                <a:cubicBezTo>
                  <a:pt x="4210616" y="2314562"/>
                  <a:pt x="4210616" y="2313980"/>
                  <a:pt x="4210865" y="2313481"/>
                </a:cubicBezTo>
                <a:lnTo>
                  <a:pt x="4221665" y="2294789"/>
                </a:lnTo>
                <a:cubicBezTo>
                  <a:pt x="4221915" y="2294373"/>
                  <a:pt x="4222496" y="2294041"/>
                  <a:pt x="4222995" y="2294041"/>
                </a:cubicBezTo>
                <a:lnTo>
                  <a:pt x="4244595" y="2294041"/>
                </a:lnTo>
                <a:cubicBezTo>
                  <a:pt x="4245177" y="2294041"/>
                  <a:pt x="4245675" y="2294290"/>
                  <a:pt x="4245924" y="2294789"/>
                </a:cubicBezTo>
                <a:lnTo>
                  <a:pt x="4256725" y="2313481"/>
                </a:lnTo>
                <a:cubicBezTo>
                  <a:pt x="4256974" y="2313897"/>
                  <a:pt x="4256974" y="2314478"/>
                  <a:pt x="4256725" y="2314977"/>
                </a:cubicBezTo>
                <a:lnTo>
                  <a:pt x="4245924" y="2333670"/>
                </a:lnTo>
                <a:cubicBezTo>
                  <a:pt x="4245675" y="2334085"/>
                  <a:pt x="4245093" y="2334417"/>
                  <a:pt x="4244595" y="2334417"/>
                </a:cubicBezTo>
                <a:close/>
                <a:moveTo>
                  <a:pt x="3560944" y="2157117"/>
                </a:moveTo>
                <a:cubicBezTo>
                  <a:pt x="3560363" y="2157117"/>
                  <a:pt x="3559864" y="2156867"/>
                  <a:pt x="3559615" y="2156369"/>
                </a:cubicBezTo>
                <a:lnTo>
                  <a:pt x="3548815" y="2137593"/>
                </a:lnTo>
                <a:cubicBezTo>
                  <a:pt x="3548566" y="2137178"/>
                  <a:pt x="3548566" y="2136596"/>
                  <a:pt x="3548815" y="2136098"/>
                </a:cubicBezTo>
                <a:lnTo>
                  <a:pt x="3559615" y="2117322"/>
                </a:lnTo>
                <a:cubicBezTo>
                  <a:pt x="3559864" y="2116906"/>
                  <a:pt x="3560446" y="2116574"/>
                  <a:pt x="3560944" y="2116574"/>
                </a:cubicBezTo>
                <a:lnTo>
                  <a:pt x="3582628" y="2116574"/>
                </a:lnTo>
                <a:cubicBezTo>
                  <a:pt x="3583210" y="2116574"/>
                  <a:pt x="3583708" y="2116823"/>
                  <a:pt x="3583957" y="2117322"/>
                </a:cubicBezTo>
                <a:lnTo>
                  <a:pt x="3594758" y="2136098"/>
                </a:lnTo>
                <a:cubicBezTo>
                  <a:pt x="3595007" y="2136513"/>
                  <a:pt x="3595007" y="2137095"/>
                  <a:pt x="3594758" y="2137593"/>
                </a:cubicBezTo>
                <a:lnTo>
                  <a:pt x="3583957" y="2156369"/>
                </a:lnTo>
                <a:cubicBezTo>
                  <a:pt x="3583708" y="2156784"/>
                  <a:pt x="3583126" y="2157117"/>
                  <a:pt x="3582628" y="2157117"/>
                </a:cubicBezTo>
                <a:close/>
                <a:moveTo>
                  <a:pt x="4162806" y="2318385"/>
                </a:moveTo>
                <a:cubicBezTo>
                  <a:pt x="4162226" y="2318385"/>
                  <a:pt x="4161727" y="2318135"/>
                  <a:pt x="4161478" y="2317637"/>
                </a:cubicBezTo>
                <a:lnTo>
                  <a:pt x="4150678" y="2298861"/>
                </a:lnTo>
                <a:cubicBezTo>
                  <a:pt x="4150429" y="2298446"/>
                  <a:pt x="4150429" y="2297864"/>
                  <a:pt x="4150678" y="2297366"/>
                </a:cubicBezTo>
                <a:lnTo>
                  <a:pt x="4161478" y="2278590"/>
                </a:lnTo>
                <a:cubicBezTo>
                  <a:pt x="4161726" y="2278174"/>
                  <a:pt x="4162309" y="2277842"/>
                  <a:pt x="4162807" y="2277842"/>
                </a:cubicBezTo>
                <a:lnTo>
                  <a:pt x="4184491" y="2277842"/>
                </a:lnTo>
                <a:cubicBezTo>
                  <a:pt x="4185072" y="2277842"/>
                  <a:pt x="4185570" y="2278091"/>
                  <a:pt x="4185820" y="2278590"/>
                </a:cubicBezTo>
                <a:lnTo>
                  <a:pt x="4196621" y="2297366"/>
                </a:lnTo>
                <a:cubicBezTo>
                  <a:pt x="4196870" y="2297781"/>
                  <a:pt x="4196870" y="2298363"/>
                  <a:pt x="4196621" y="2298861"/>
                </a:cubicBezTo>
                <a:lnTo>
                  <a:pt x="4185820" y="2317637"/>
                </a:lnTo>
                <a:cubicBezTo>
                  <a:pt x="4185571" y="2318052"/>
                  <a:pt x="4184989" y="2318385"/>
                  <a:pt x="4184491" y="2318385"/>
                </a:cubicBezTo>
                <a:close/>
                <a:moveTo>
                  <a:pt x="4343365" y="2366766"/>
                </a:moveTo>
                <a:cubicBezTo>
                  <a:pt x="4342784" y="2366766"/>
                  <a:pt x="4342285" y="2366516"/>
                  <a:pt x="4342036" y="2366018"/>
                </a:cubicBezTo>
                <a:lnTo>
                  <a:pt x="4331236" y="2347242"/>
                </a:lnTo>
                <a:cubicBezTo>
                  <a:pt x="4330987" y="2346827"/>
                  <a:pt x="4330987" y="2346245"/>
                  <a:pt x="4331236" y="2345747"/>
                </a:cubicBezTo>
                <a:lnTo>
                  <a:pt x="4342036" y="2326971"/>
                </a:lnTo>
                <a:cubicBezTo>
                  <a:pt x="4342285" y="2326555"/>
                  <a:pt x="4342867" y="2326223"/>
                  <a:pt x="4343365" y="2326223"/>
                </a:cubicBezTo>
                <a:lnTo>
                  <a:pt x="4365049" y="2326223"/>
                </a:lnTo>
                <a:cubicBezTo>
                  <a:pt x="4365631" y="2326223"/>
                  <a:pt x="4366129" y="2326472"/>
                  <a:pt x="4366378" y="2326971"/>
                </a:cubicBezTo>
                <a:lnTo>
                  <a:pt x="4377179" y="2345747"/>
                </a:lnTo>
                <a:cubicBezTo>
                  <a:pt x="4377428" y="2346162"/>
                  <a:pt x="4377428" y="2346744"/>
                  <a:pt x="4377179" y="2347242"/>
                </a:cubicBezTo>
                <a:lnTo>
                  <a:pt x="4366378" y="2366018"/>
                </a:lnTo>
                <a:cubicBezTo>
                  <a:pt x="4366129" y="2366433"/>
                  <a:pt x="4365547" y="2366766"/>
                  <a:pt x="4365049" y="2366766"/>
                </a:cubicBezTo>
                <a:close/>
                <a:moveTo>
                  <a:pt x="3199757" y="2060429"/>
                </a:moveTo>
                <a:cubicBezTo>
                  <a:pt x="3199175" y="2060429"/>
                  <a:pt x="3198676" y="2060180"/>
                  <a:pt x="3198427" y="2059681"/>
                </a:cubicBezTo>
                <a:lnTo>
                  <a:pt x="3187544" y="2040822"/>
                </a:lnTo>
                <a:cubicBezTo>
                  <a:pt x="3187295" y="2040324"/>
                  <a:pt x="3187295" y="2039743"/>
                  <a:pt x="3187544" y="2039244"/>
                </a:cubicBezTo>
                <a:lnTo>
                  <a:pt x="3198427" y="2020385"/>
                </a:lnTo>
                <a:cubicBezTo>
                  <a:pt x="3198676" y="2019969"/>
                  <a:pt x="3199175" y="2019637"/>
                  <a:pt x="3199757" y="2019637"/>
                </a:cubicBezTo>
                <a:lnTo>
                  <a:pt x="3221523" y="2019637"/>
                </a:lnTo>
                <a:cubicBezTo>
                  <a:pt x="3222105" y="2019637"/>
                  <a:pt x="3222603" y="2019886"/>
                  <a:pt x="3222853" y="2020385"/>
                </a:cubicBezTo>
                <a:lnTo>
                  <a:pt x="3233736" y="2039244"/>
                </a:lnTo>
                <a:cubicBezTo>
                  <a:pt x="3233985" y="2039742"/>
                  <a:pt x="3233985" y="2040324"/>
                  <a:pt x="3233736" y="2040822"/>
                </a:cubicBezTo>
                <a:lnTo>
                  <a:pt x="3222853" y="2059681"/>
                </a:lnTo>
                <a:cubicBezTo>
                  <a:pt x="3222603" y="2060097"/>
                  <a:pt x="3222105" y="2060429"/>
                  <a:pt x="3221523" y="2060429"/>
                </a:cubicBezTo>
                <a:close/>
                <a:moveTo>
                  <a:pt x="3139465" y="2044549"/>
                </a:moveTo>
                <a:cubicBezTo>
                  <a:pt x="3138967" y="2044549"/>
                  <a:pt x="3138386" y="2044300"/>
                  <a:pt x="3138136" y="2043802"/>
                </a:cubicBezTo>
                <a:lnTo>
                  <a:pt x="3127171" y="2024776"/>
                </a:lnTo>
                <a:cubicBezTo>
                  <a:pt x="3126922" y="2024278"/>
                  <a:pt x="3126922" y="2023696"/>
                  <a:pt x="3127171" y="2023198"/>
                </a:cubicBezTo>
                <a:lnTo>
                  <a:pt x="3138136" y="2004173"/>
                </a:lnTo>
                <a:cubicBezTo>
                  <a:pt x="3138385" y="2003757"/>
                  <a:pt x="3138884" y="2003425"/>
                  <a:pt x="3139466" y="2003425"/>
                </a:cubicBezTo>
                <a:lnTo>
                  <a:pt x="3161398" y="2003425"/>
                </a:lnTo>
                <a:cubicBezTo>
                  <a:pt x="3161897" y="2003425"/>
                  <a:pt x="3162479" y="2003674"/>
                  <a:pt x="3162729" y="2004173"/>
                </a:cubicBezTo>
                <a:lnTo>
                  <a:pt x="3173694" y="2023198"/>
                </a:lnTo>
                <a:cubicBezTo>
                  <a:pt x="3173943" y="2023696"/>
                  <a:pt x="3173943" y="2024278"/>
                  <a:pt x="3173694" y="2024776"/>
                </a:cubicBezTo>
                <a:lnTo>
                  <a:pt x="3162728" y="2043802"/>
                </a:lnTo>
                <a:cubicBezTo>
                  <a:pt x="3162480" y="2044217"/>
                  <a:pt x="3161981" y="2044549"/>
                  <a:pt x="3161398" y="2044549"/>
                </a:cubicBezTo>
                <a:close/>
                <a:moveTo>
                  <a:pt x="3320024" y="2092929"/>
                </a:moveTo>
                <a:cubicBezTo>
                  <a:pt x="3319526" y="2092929"/>
                  <a:pt x="3318944" y="2092680"/>
                  <a:pt x="3318695" y="2092182"/>
                </a:cubicBezTo>
                <a:lnTo>
                  <a:pt x="3307729" y="2073156"/>
                </a:lnTo>
                <a:cubicBezTo>
                  <a:pt x="3307480" y="2072658"/>
                  <a:pt x="3307480" y="2072076"/>
                  <a:pt x="3307729" y="2071578"/>
                </a:cubicBezTo>
                <a:lnTo>
                  <a:pt x="3318695" y="2052553"/>
                </a:lnTo>
                <a:cubicBezTo>
                  <a:pt x="3318944" y="2052137"/>
                  <a:pt x="3319443" y="2051805"/>
                  <a:pt x="3320024" y="2051805"/>
                </a:cubicBezTo>
                <a:lnTo>
                  <a:pt x="3341957" y="2051805"/>
                </a:lnTo>
                <a:cubicBezTo>
                  <a:pt x="3342456" y="2051805"/>
                  <a:pt x="3343038" y="2052054"/>
                  <a:pt x="3343287" y="2052553"/>
                </a:cubicBezTo>
                <a:lnTo>
                  <a:pt x="3354253" y="2071578"/>
                </a:lnTo>
                <a:cubicBezTo>
                  <a:pt x="3354502" y="2072076"/>
                  <a:pt x="3354502" y="2072658"/>
                  <a:pt x="3354253" y="2073156"/>
                </a:cubicBezTo>
                <a:lnTo>
                  <a:pt x="3343287" y="2092182"/>
                </a:lnTo>
                <a:cubicBezTo>
                  <a:pt x="3343038" y="2092597"/>
                  <a:pt x="3342539" y="2092929"/>
                  <a:pt x="3341957" y="2092929"/>
                </a:cubicBezTo>
                <a:close/>
                <a:moveTo>
                  <a:pt x="3440397" y="2125183"/>
                </a:moveTo>
                <a:cubicBezTo>
                  <a:pt x="3439899" y="2125183"/>
                  <a:pt x="3439317" y="2124934"/>
                  <a:pt x="3439068" y="2124436"/>
                </a:cubicBezTo>
                <a:lnTo>
                  <a:pt x="3428102" y="2105410"/>
                </a:lnTo>
                <a:cubicBezTo>
                  <a:pt x="3427853" y="2104912"/>
                  <a:pt x="3427853" y="2104330"/>
                  <a:pt x="3428102" y="2103832"/>
                </a:cubicBezTo>
                <a:lnTo>
                  <a:pt x="3439068" y="2084807"/>
                </a:lnTo>
                <a:cubicBezTo>
                  <a:pt x="3439317" y="2084391"/>
                  <a:pt x="3439816" y="2084059"/>
                  <a:pt x="3440397" y="2084059"/>
                </a:cubicBezTo>
                <a:lnTo>
                  <a:pt x="3462330" y="2084059"/>
                </a:lnTo>
                <a:cubicBezTo>
                  <a:pt x="3462829" y="2084059"/>
                  <a:pt x="3463411" y="2084308"/>
                  <a:pt x="3463660" y="2084807"/>
                </a:cubicBezTo>
                <a:lnTo>
                  <a:pt x="3474626" y="2103832"/>
                </a:lnTo>
                <a:cubicBezTo>
                  <a:pt x="3474875" y="2104330"/>
                  <a:pt x="3474875" y="2104912"/>
                  <a:pt x="3474626" y="2105410"/>
                </a:cubicBezTo>
                <a:lnTo>
                  <a:pt x="3463660" y="2124436"/>
                </a:lnTo>
                <a:cubicBezTo>
                  <a:pt x="3463411" y="2124851"/>
                  <a:pt x="3462912" y="2125183"/>
                  <a:pt x="3462330" y="2125183"/>
                </a:cubicBezTo>
                <a:close/>
                <a:moveTo>
                  <a:pt x="3921887" y="2254198"/>
                </a:moveTo>
                <a:cubicBezTo>
                  <a:pt x="3921389" y="2254198"/>
                  <a:pt x="3920807" y="2253949"/>
                  <a:pt x="3920558" y="2253451"/>
                </a:cubicBezTo>
                <a:lnTo>
                  <a:pt x="3909592" y="2234425"/>
                </a:lnTo>
                <a:cubicBezTo>
                  <a:pt x="3909343" y="2233927"/>
                  <a:pt x="3909343" y="2233345"/>
                  <a:pt x="3909592" y="2232847"/>
                </a:cubicBezTo>
                <a:lnTo>
                  <a:pt x="3920557" y="2213822"/>
                </a:lnTo>
                <a:cubicBezTo>
                  <a:pt x="3920807" y="2213406"/>
                  <a:pt x="3921306" y="2213074"/>
                  <a:pt x="3921887" y="2213074"/>
                </a:cubicBezTo>
                <a:lnTo>
                  <a:pt x="3943820" y="2213074"/>
                </a:lnTo>
                <a:cubicBezTo>
                  <a:pt x="3944319" y="2213074"/>
                  <a:pt x="3944901" y="2213323"/>
                  <a:pt x="3945150" y="2213822"/>
                </a:cubicBezTo>
                <a:lnTo>
                  <a:pt x="3956116" y="2232847"/>
                </a:lnTo>
                <a:cubicBezTo>
                  <a:pt x="3956365" y="2233345"/>
                  <a:pt x="3956364" y="2233927"/>
                  <a:pt x="3956116" y="2234425"/>
                </a:cubicBezTo>
                <a:lnTo>
                  <a:pt x="3945150" y="2253451"/>
                </a:lnTo>
                <a:cubicBezTo>
                  <a:pt x="3944901" y="2253866"/>
                  <a:pt x="3944402" y="2254198"/>
                  <a:pt x="3943819" y="2254198"/>
                </a:cubicBezTo>
                <a:close/>
                <a:moveTo>
                  <a:pt x="3259755" y="2076885"/>
                </a:moveTo>
                <a:cubicBezTo>
                  <a:pt x="3259256" y="2076886"/>
                  <a:pt x="3258675" y="2076636"/>
                  <a:pt x="3258426" y="2076139"/>
                </a:cubicBezTo>
                <a:lnTo>
                  <a:pt x="3247376" y="2057029"/>
                </a:lnTo>
                <a:cubicBezTo>
                  <a:pt x="3247127" y="2056531"/>
                  <a:pt x="3247127" y="2055949"/>
                  <a:pt x="3247376" y="2055451"/>
                </a:cubicBezTo>
                <a:lnTo>
                  <a:pt x="3258426" y="2036343"/>
                </a:lnTo>
                <a:cubicBezTo>
                  <a:pt x="3258675" y="2035927"/>
                  <a:pt x="3259173" y="2035595"/>
                  <a:pt x="3259755" y="2035595"/>
                </a:cubicBezTo>
                <a:lnTo>
                  <a:pt x="3281854" y="2035595"/>
                </a:lnTo>
                <a:cubicBezTo>
                  <a:pt x="3282352" y="2035595"/>
                  <a:pt x="3282934" y="2035844"/>
                  <a:pt x="3283183" y="2036343"/>
                </a:cubicBezTo>
                <a:lnTo>
                  <a:pt x="3294233" y="2055451"/>
                </a:lnTo>
                <a:cubicBezTo>
                  <a:pt x="3294482" y="2055949"/>
                  <a:pt x="3294482" y="2056531"/>
                  <a:pt x="3294233" y="2057029"/>
                </a:cubicBezTo>
                <a:lnTo>
                  <a:pt x="3283183" y="2076138"/>
                </a:lnTo>
                <a:cubicBezTo>
                  <a:pt x="3282934" y="2076553"/>
                  <a:pt x="3282435" y="2076885"/>
                  <a:pt x="3281854" y="2076885"/>
                </a:cubicBezTo>
                <a:close/>
                <a:moveTo>
                  <a:pt x="4282778" y="2351284"/>
                </a:moveTo>
                <a:cubicBezTo>
                  <a:pt x="4282279" y="2351284"/>
                  <a:pt x="4281698" y="2350951"/>
                  <a:pt x="4281449" y="2350453"/>
                </a:cubicBezTo>
                <a:lnTo>
                  <a:pt x="4270233" y="2331096"/>
                </a:lnTo>
                <a:cubicBezTo>
                  <a:pt x="4269984" y="2330597"/>
                  <a:pt x="4269984" y="2330016"/>
                  <a:pt x="4270233" y="2329517"/>
                </a:cubicBezTo>
                <a:lnTo>
                  <a:pt x="4281449" y="2310160"/>
                </a:lnTo>
                <a:cubicBezTo>
                  <a:pt x="4281697" y="2309661"/>
                  <a:pt x="4282196" y="2309329"/>
                  <a:pt x="4282778" y="2309329"/>
                </a:cubicBezTo>
                <a:lnTo>
                  <a:pt x="4305126" y="2309329"/>
                </a:lnTo>
                <a:cubicBezTo>
                  <a:pt x="4305625" y="2309329"/>
                  <a:pt x="4306206" y="2309661"/>
                  <a:pt x="4306456" y="2310160"/>
                </a:cubicBezTo>
                <a:lnTo>
                  <a:pt x="4317671" y="2329517"/>
                </a:lnTo>
                <a:cubicBezTo>
                  <a:pt x="4317920" y="2330016"/>
                  <a:pt x="4317921" y="2330597"/>
                  <a:pt x="4317671" y="2331096"/>
                </a:cubicBezTo>
                <a:lnTo>
                  <a:pt x="4306456" y="2350453"/>
                </a:lnTo>
                <a:cubicBezTo>
                  <a:pt x="4306206" y="2350951"/>
                  <a:pt x="4305708" y="2351284"/>
                  <a:pt x="4305126" y="2351284"/>
                </a:cubicBezTo>
                <a:close/>
                <a:moveTo>
                  <a:pt x="3614195" y="2212192"/>
                </a:moveTo>
                <a:cubicBezTo>
                  <a:pt x="3613946" y="2212192"/>
                  <a:pt x="3613697" y="2211943"/>
                  <a:pt x="3613697" y="2211943"/>
                </a:cubicBezTo>
                <a:lnTo>
                  <a:pt x="3609957" y="2205463"/>
                </a:lnTo>
                <a:cubicBezTo>
                  <a:pt x="3609875" y="2205297"/>
                  <a:pt x="3609958" y="2204964"/>
                  <a:pt x="3609958" y="2204964"/>
                </a:cubicBezTo>
                <a:lnTo>
                  <a:pt x="3613697" y="2198484"/>
                </a:lnTo>
                <a:cubicBezTo>
                  <a:pt x="3613863" y="2198318"/>
                  <a:pt x="3614195" y="2198235"/>
                  <a:pt x="3614195" y="2198235"/>
                </a:cubicBezTo>
                <a:lnTo>
                  <a:pt x="3621755" y="2198235"/>
                </a:lnTo>
                <a:cubicBezTo>
                  <a:pt x="3622005" y="2198235"/>
                  <a:pt x="3622254" y="2198484"/>
                  <a:pt x="3622254" y="2198484"/>
                </a:cubicBezTo>
                <a:lnTo>
                  <a:pt x="3625992" y="2204964"/>
                </a:lnTo>
                <a:cubicBezTo>
                  <a:pt x="3626075" y="2205131"/>
                  <a:pt x="3625992" y="2205463"/>
                  <a:pt x="3625992" y="2205463"/>
                </a:cubicBezTo>
                <a:lnTo>
                  <a:pt x="3622254" y="2211943"/>
                </a:lnTo>
                <a:cubicBezTo>
                  <a:pt x="3622087" y="2212109"/>
                  <a:pt x="3621755" y="2212192"/>
                  <a:pt x="3621755" y="2212192"/>
                </a:cubicBezTo>
                <a:close/>
                <a:moveTo>
                  <a:pt x="2891827" y="2018912"/>
                </a:moveTo>
                <a:cubicBezTo>
                  <a:pt x="2891578" y="2018912"/>
                  <a:pt x="2891329" y="2018663"/>
                  <a:pt x="2891329" y="2018663"/>
                </a:cubicBezTo>
                <a:lnTo>
                  <a:pt x="2887424" y="2011850"/>
                </a:lnTo>
                <a:cubicBezTo>
                  <a:pt x="2887341" y="2011684"/>
                  <a:pt x="2887424" y="2011269"/>
                  <a:pt x="2887424" y="2011269"/>
                </a:cubicBezTo>
                <a:lnTo>
                  <a:pt x="2891329" y="2004456"/>
                </a:lnTo>
                <a:cubicBezTo>
                  <a:pt x="2891412" y="2004290"/>
                  <a:pt x="2891827" y="2004207"/>
                  <a:pt x="2891827" y="2004207"/>
                </a:cubicBezTo>
                <a:lnTo>
                  <a:pt x="2899637" y="2004207"/>
                </a:lnTo>
                <a:cubicBezTo>
                  <a:pt x="2899886" y="2004207"/>
                  <a:pt x="2900135" y="2004456"/>
                  <a:pt x="2900135" y="2004456"/>
                </a:cubicBezTo>
                <a:lnTo>
                  <a:pt x="2904040" y="2011269"/>
                </a:lnTo>
                <a:cubicBezTo>
                  <a:pt x="2904123" y="2011435"/>
                  <a:pt x="2904040" y="2011850"/>
                  <a:pt x="2904040" y="2011850"/>
                </a:cubicBezTo>
                <a:lnTo>
                  <a:pt x="2900135" y="2018663"/>
                </a:lnTo>
                <a:cubicBezTo>
                  <a:pt x="2900052" y="2018829"/>
                  <a:pt x="2899637" y="2018912"/>
                  <a:pt x="2899637" y="2018912"/>
                </a:cubicBezTo>
                <a:close/>
                <a:moveTo>
                  <a:pt x="780893" y="1462791"/>
                </a:moveTo>
                <a:cubicBezTo>
                  <a:pt x="780478" y="1462790"/>
                  <a:pt x="779896" y="1462208"/>
                  <a:pt x="779896" y="1462208"/>
                </a:cubicBezTo>
                <a:lnTo>
                  <a:pt x="771589" y="1447753"/>
                </a:lnTo>
                <a:cubicBezTo>
                  <a:pt x="771340" y="1447421"/>
                  <a:pt x="771589" y="1446589"/>
                  <a:pt x="771589" y="1446589"/>
                </a:cubicBezTo>
                <a:lnTo>
                  <a:pt x="779897" y="1432135"/>
                </a:lnTo>
                <a:cubicBezTo>
                  <a:pt x="780063" y="1431802"/>
                  <a:pt x="780893" y="1431552"/>
                  <a:pt x="780893" y="1431552"/>
                </a:cubicBezTo>
                <a:lnTo>
                  <a:pt x="797592" y="1431552"/>
                </a:lnTo>
                <a:cubicBezTo>
                  <a:pt x="798008" y="1431553"/>
                  <a:pt x="798589" y="1432135"/>
                  <a:pt x="798589" y="1432135"/>
                </a:cubicBezTo>
                <a:lnTo>
                  <a:pt x="806897" y="1446589"/>
                </a:lnTo>
                <a:cubicBezTo>
                  <a:pt x="807147" y="1446923"/>
                  <a:pt x="806897" y="1447753"/>
                  <a:pt x="806897" y="1447753"/>
                </a:cubicBezTo>
                <a:lnTo>
                  <a:pt x="798589" y="1462209"/>
                </a:lnTo>
                <a:cubicBezTo>
                  <a:pt x="798422" y="1462541"/>
                  <a:pt x="797592" y="1462791"/>
                  <a:pt x="797592" y="1462791"/>
                </a:cubicBezTo>
                <a:close/>
                <a:moveTo>
                  <a:pt x="840821" y="1479321"/>
                </a:moveTo>
                <a:cubicBezTo>
                  <a:pt x="840322" y="1479321"/>
                  <a:pt x="839741" y="1478739"/>
                  <a:pt x="839741" y="1478739"/>
                </a:cubicBezTo>
                <a:lnTo>
                  <a:pt x="831184" y="1463951"/>
                </a:lnTo>
                <a:cubicBezTo>
                  <a:pt x="830935" y="1463535"/>
                  <a:pt x="831184" y="1462705"/>
                  <a:pt x="831184" y="1462705"/>
                </a:cubicBezTo>
                <a:lnTo>
                  <a:pt x="839741" y="1447917"/>
                </a:lnTo>
                <a:cubicBezTo>
                  <a:pt x="839990" y="1447584"/>
                  <a:pt x="840406" y="1447335"/>
                  <a:pt x="840821" y="1447335"/>
                </a:cubicBezTo>
                <a:lnTo>
                  <a:pt x="857935" y="1447335"/>
                </a:lnTo>
                <a:cubicBezTo>
                  <a:pt x="858434" y="1447335"/>
                  <a:pt x="859015" y="1447917"/>
                  <a:pt x="859015" y="1447917"/>
                </a:cubicBezTo>
                <a:lnTo>
                  <a:pt x="867572" y="1462705"/>
                </a:lnTo>
                <a:cubicBezTo>
                  <a:pt x="867821" y="1463120"/>
                  <a:pt x="867572" y="1463951"/>
                  <a:pt x="867572" y="1463951"/>
                </a:cubicBezTo>
                <a:lnTo>
                  <a:pt x="859015" y="1478739"/>
                </a:lnTo>
                <a:cubicBezTo>
                  <a:pt x="858766" y="1479071"/>
                  <a:pt x="858351" y="1479321"/>
                  <a:pt x="857935" y="1479321"/>
                </a:cubicBezTo>
                <a:close/>
                <a:moveTo>
                  <a:pt x="1081566" y="1543828"/>
                </a:moveTo>
                <a:cubicBezTo>
                  <a:pt x="1081067" y="1543829"/>
                  <a:pt x="1080486" y="1543246"/>
                  <a:pt x="1080486" y="1543246"/>
                </a:cubicBezTo>
                <a:lnTo>
                  <a:pt x="1071929" y="1528459"/>
                </a:lnTo>
                <a:cubicBezTo>
                  <a:pt x="1071680" y="1528042"/>
                  <a:pt x="1071929" y="1527213"/>
                  <a:pt x="1071929" y="1527213"/>
                </a:cubicBezTo>
                <a:lnTo>
                  <a:pt x="1080486" y="1512424"/>
                </a:lnTo>
                <a:cubicBezTo>
                  <a:pt x="1080734" y="1512091"/>
                  <a:pt x="1081150" y="1511842"/>
                  <a:pt x="1081566" y="1511843"/>
                </a:cubicBezTo>
                <a:lnTo>
                  <a:pt x="1098680" y="1511843"/>
                </a:lnTo>
                <a:cubicBezTo>
                  <a:pt x="1099179" y="1511842"/>
                  <a:pt x="1099760" y="1512424"/>
                  <a:pt x="1099760" y="1512424"/>
                </a:cubicBezTo>
                <a:lnTo>
                  <a:pt x="1108317" y="1527213"/>
                </a:lnTo>
                <a:cubicBezTo>
                  <a:pt x="1108566" y="1527628"/>
                  <a:pt x="1108317" y="1528458"/>
                  <a:pt x="1108317" y="1528458"/>
                </a:cubicBezTo>
                <a:lnTo>
                  <a:pt x="1099760" y="1543247"/>
                </a:lnTo>
                <a:cubicBezTo>
                  <a:pt x="1099511" y="1543579"/>
                  <a:pt x="1099095" y="1543829"/>
                  <a:pt x="1098680" y="1543828"/>
                </a:cubicBezTo>
                <a:close/>
                <a:moveTo>
                  <a:pt x="1141670" y="1560039"/>
                </a:moveTo>
                <a:cubicBezTo>
                  <a:pt x="1141172" y="1560039"/>
                  <a:pt x="1140590" y="1559457"/>
                  <a:pt x="1140590" y="1559457"/>
                </a:cubicBezTo>
                <a:lnTo>
                  <a:pt x="1132032" y="1544586"/>
                </a:lnTo>
                <a:cubicBezTo>
                  <a:pt x="1131784" y="1544169"/>
                  <a:pt x="1132032" y="1543340"/>
                  <a:pt x="1132032" y="1543340"/>
                </a:cubicBezTo>
                <a:lnTo>
                  <a:pt x="1140673" y="1528469"/>
                </a:lnTo>
                <a:cubicBezTo>
                  <a:pt x="1140921" y="1528135"/>
                  <a:pt x="1141336" y="1527887"/>
                  <a:pt x="1141753" y="1527887"/>
                </a:cubicBezTo>
                <a:lnTo>
                  <a:pt x="1158950" y="1527886"/>
                </a:lnTo>
                <a:cubicBezTo>
                  <a:pt x="1159449" y="1527887"/>
                  <a:pt x="1160030" y="1528469"/>
                  <a:pt x="1160030" y="1528469"/>
                </a:cubicBezTo>
                <a:lnTo>
                  <a:pt x="1168587" y="1543339"/>
                </a:lnTo>
                <a:cubicBezTo>
                  <a:pt x="1168836" y="1543755"/>
                  <a:pt x="1168587" y="1544585"/>
                  <a:pt x="1168587" y="1544585"/>
                </a:cubicBezTo>
                <a:lnTo>
                  <a:pt x="1159947" y="1559456"/>
                </a:lnTo>
                <a:cubicBezTo>
                  <a:pt x="1159698" y="1559789"/>
                  <a:pt x="1159282" y="1560038"/>
                  <a:pt x="1158868" y="1560039"/>
                </a:cubicBezTo>
                <a:close/>
                <a:moveTo>
                  <a:pt x="900924" y="1495614"/>
                </a:moveTo>
                <a:cubicBezTo>
                  <a:pt x="900508" y="1495614"/>
                  <a:pt x="899844" y="1495032"/>
                  <a:pt x="899844" y="1495032"/>
                </a:cubicBezTo>
                <a:lnTo>
                  <a:pt x="891204" y="1480078"/>
                </a:lnTo>
                <a:cubicBezTo>
                  <a:pt x="890955" y="1479663"/>
                  <a:pt x="891204" y="1478832"/>
                  <a:pt x="891204" y="1478832"/>
                </a:cubicBezTo>
                <a:lnTo>
                  <a:pt x="899844" y="1463878"/>
                </a:lnTo>
                <a:cubicBezTo>
                  <a:pt x="900093" y="1463545"/>
                  <a:pt x="900508" y="1463296"/>
                  <a:pt x="900924" y="1463296"/>
                </a:cubicBezTo>
                <a:lnTo>
                  <a:pt x="918204" y="1463296"/>
                </a:lnTo>
                <a:cubicBezTo>
                  <a:pt x="918620" y="1463296"/>
                  <a:pt x="919284" y="1463878"/>
                  <a:pt x="919284" y="1463878"/>
                </a:cubicBezTo>
                <a:lnTo>
                  <a:pt x="927925" y="1478832"/>
                </a:lnTo>
                <a:cubicBezTo>
                  <a:pt x="928174" y="1479247"/>
                  <a:pt x="927925" y="1480078"/>
                  <a:pt x="927925" y="1480078"/>
                </a:cubicBezTo>
                <a:lnTo>
                  <a:pt x="919284" y="1495032"/>
                </a:lnTo>
                <a:cubicBezTo>
                  <a:pt x="919035" y="1495365"/>
                  <a:pt x="918620" y="1495614"/>
                  <a:pt x="918204" y="1495614"/>
                </a:cubicBezTo>
                <a:close/>
                <a:moveTo>
                  <a:pt x="4813030" y="2543860"/>
                </a:moveTo>
                <a:cubicBezTo>
                  <a:pt x="4812615" y="2543860"/>
                  <a:pt x="4811950" y="2543278"/>
                  <a:pt x="4811950" y="2543278"/>
                </a:cubicBezTo>
                <a:lnTo>
                  <a:pt x="4803310" y="2528324"/>
                </a:lnTo>
                <a:cubicBezTo>
                  <a:pt x="4803061" y="2527909"/>
                  <a:pt x="4803310" y="2527078"/>
                  <a:pt x="4803310" y="2527078"/>
                </a:cubicBezTo>
                <a:lnTo>
                  <a:pt x="4811950" y="2512124"/>
                </a:lnTo>
                <a:cubicBezTo>
                  <a:pt x="4812199" y="2511791"/>
                  <a:pt x="4812615" y="2511542"/>
                  <a:pt x="4813030" y="2511542"/>
                </a:cubicBezTo>
                <a:lnTo>
                  <a:pt x="4830310" y="2511542"/>
                </a:lnTo>
                <a:cubicBezTo>
                  <a:pt x="4830726" y="2511542"/>
                  <a:pt x="4831391" y="2512124"/>
                  <a:pt x="4831391" y="2512124"/>
                </a:cubicBezTo>
                <a:lnTo>
                  <a:pt x="4840031" y="2527077"/>
                </a:lnTo>
                <a:cubicBezTo>
                  <a:pt x="4840280" y="2527493"/>
                  <a:pt x="4840031" y="2528323"/>
                  <a:pt x="4840031" y="2528323"/>
                </a:cubicBezTo>
                <a:lnTo>
                  <a:pt x="4831391" y="2543278"/>
                </a:lnTo>
                <a:cubicBezTo>
                  <a:pt x="4831141" y="2543610"/>
                  <a:pt x="4830726" y="2543860"/>
                  <a:pt x="4830310" y="2543860"/>
                </a:cubicBezTo>
                <a:close/>
                <a:moveTo>
                  <a:pt x="961030" y="1511813"/>
                </a:moveTo>
                <a:cubicBezTo>
                  <a:pt x="960613" y="1511813"/>
                  <a:pt x="959949" y="1511231"/>
                  <a:pt x="959949" y="1511231"/>
                </a:cubicBezTo>
                <a:lnTo>
                  <a:pt x="951226" y="1496194"/>
                </a:lnTo>
                <a:cubicBezTo>
                  <a:pt x="950976" y="1495779"/>
                  <a:pt x="951227" y="1494948"/>
                  <a:pt x="951227" y="1494948"/>
                </a:cubicBezTo>
                <a:lnTo>
                  <a:pt x="959949" y="1479910"/>
                </a:lnTo>
                <a:cubicBezTo>
                  <a:pt x="960198" y="1479578"/>
                  <a:pt x="960613" y="1479329"/>
                  <a:pt x="961029" y="1479329"/>
                </a:cubicBezTo>
                <a:lnTo>
                  <a:pt x="978393" y="1479329"/>
                </a:lnTo>
                <a:cubicBezTo>
                  <a:pt x="978808" y="1479329"/>
                  <a:pt x="979472" y="1479910"/>
                  <a:pt x="979472" y="1479910"/>
                </a:cubicBezTo>
                <a:lnTo>
                  <a:pt x="988196" y="1494948"/>
                </a:lnTo>
                <a:cubicBezTo>
                  <a:pt x="988445" y="1495363"/>
                  <a:pt x="988196" y="1496194"/>
                  <a:pt x="988196" y="1496194"/>
                </a:cubicBezTo>
                <a:lnTo>
                  <a:pt x="979473" y="1511231"/>
                </a:lnTo>
                <a:cubicBezTo>
                  <a:pt x="979224" y="1511564"/>
                  <a:pt x="978808" y="1511813"/>
                  <a:pt x="978392" y="1511813"/>
                </a:cubicBezTo>
                <a:close/>
                <a:moveTo>
                  <a:pt x="4451830" y="2447170"/>
                </a:moveTo>
                <a:cubicBezTo>
                  <a:pt x="4451415" y="2447171"/>
                  <a:pt x="4450750" y="2446588"/>
                  <a:pt x="4450750" y="2446588"/>
                </a:cubicBezTo>
                <a:lnTo>
                  <a:pt x="4442027" y="2431552"/>
                </a:lnTo>
                <a:cubicBezTo>
                  <a:pt x="4441778" y="2431137"/>
                  <a:pt x="4442027" y="2430305"/>
                  <a:pt x="4442027" y="2430305"/>
                </a:cubicBezTo>
                <a:lnTo>
                  <a:pt x="4450750" y="2415267"/>
                </a:lnTo>
                <a:cubicBezTo>
                  <a:pt x="4450999" y="2414936"/>
                  <a:pt x="4451415" y="2414687"/>
                  <a:pt x="4451830" y="2414686"/>
                </a:cubicBezTo>
                <a:lnTo>
                  <a:pt x="4469194" y="2414687"/>
                </a:lnTo>
                <a:cubicBezTo>
                  <a:pt x="4469609" y="2414686"/>
                  <a:pt x="4470274" y="2415268"/>
                  <a:pt x="4470274" y="2415268"/>
                </a:cubicBezTo>
                <a:lnTo>
                  <a:pt x="4478997" y="2430305"/>
                </a:lnTo>
                <a:cubicBezTo>
                  <a:pt x="4479246" y="2430721"/>
                  <a:pt x="4478997" y="2431551"/>
                  <a:pt x="4478997" y="2431551"/>
                </a:cubicBezTo>
                <a:lnTo>
                  <a:pt x="4470274" y="2446589"/>
                </a:lnTo>
                <a:cubicBezTo>
                  <a:pt x="4470024" y="2446922"/>
                  <a:pt x="4469609" y="2447171"/>
                  <a:pt x="4469194" y="2447170"/>
                </a:cubicBezTo>
                <a:close/>
                <a:moveTo>
                  <a:pt x="1201771" y="1576424"/>
                </a:moveTo>
                <a:cubicBezTo>
                  <a:pt x="1201356" y="1576424"/>
                  <a:pt x="1200691" y="1575843"/>
                  <a:pt x="1200691" y="1575843"/>
                </a:cubicBezTo>
                <a:lnTo>
                  <a:pt x="1191968" y="1560722"/>
                </a:lnTo>
                <a:cubicBezTo>
                  <a:pt x="1191718" y="1560307"/>
                  <a:pt x="1191968" y="1559476"/>
                  <a:pt x="1191968" y="1559476"/>
                </a:cubicBezTo>
                <a:lnTo>
                  <a:pt x="1200691" y="1544356"/>
                </a:lnTo>
                <a:cubicBezTo>
                  <a:pt x="1200941" y="1544023"/>
                  <a:pt x="1201356" y="1543774"/>
                  <a:pt x="1201771" y="1543774"/>
                </a:cubicBezTo>
                <a:lnTo>
                  <a:pt x="1219301" y="1543774"/>
                </a:lnTo>
                <a:cubicBezTo>
                  <a:pt x="1219716" y="1543774"/>
                  <a:pt x="1220381" y="1544356"/>
                  <a:pt x="1220381" y="1544356"/>
                </a:cubicBezTo>
                <a:lnTo>
                  <a:pt x="1229104" y="1559476"/>
                </a:lnTo>
                <a:cubicBezTo>
                  <a:pt x="1229354" y="1559891"/>
                  <a:pt x="1229104" y="1560722"/>
                  <a:pt x="1229104" y="1560722"/>
                </a:cubicBezTo>
                <a:lnTo>
                  <a:pt x="1220381" y="1575843"/>
                </a:lnTo>
                <a:cubicBezTo>
                  <a:pt x="1220132" y="1576175"/>
                  <a:pt x="1219716" y="1576424"/>
                  <a:pt x="1219301" y="1576424"/>
                </a:cubicBezTo>
                <a:close/>
                <a:moveTo>
                  <a:pt x="1020985" y="1528545"/>
                </a:moveTo>
                <a:cubicBezTo>
                  <a:pt x="1020570" y="1528544"/>
                  <a:pt x="1019906" y="1527880"/>
                  <a:pt x="1019906" y="1527880"/>
                </a:cubicBezTo>
                <a:lnTo>
                  <a:pt x="1010933" y="1512262"/>
                </a:lnTo>
                <a:cubicBezTo>
                  <a:pt x="1010683" y="1511928"/>
                  <a:pt x="1010933" y="1511015"/>
                  <a:pt x="1010933" y="1511015"/>
                </a:cubicBezTo>
                <a:lnTo>
                  <a:pt x="1019906" y="1495396"/>
                </a:lnTo>
                <a:cubicBezTo>
                  <a:pt x="1020155" y="1494981"/>
                  <a:pt x="1020570" y="1494732"/>
                  <a:pt x="1020985" y="1494731"/>
                </a:cubicBezTo>
                <a:lnTo>
                  <a:pt x="1039014" y="1494731"/>
                </a:lnTo>
                <a:cubicBezTo>
                  <a:pt x="1039429" y="1494732"/>
                  <a:pt x="1040094" y="1495396"/>
                  <a:pt x="1040094" y="1495396"/>
                </a:cubicBezTo>
                <a:lnTo>
                  <a:pt x="1049066" y="1511014"/>
                </a:lnTo>
                <a:cubicBezTo>
                  <a:pt x="1049315" y="1511347"/>
                  <a:pt x="1049066" y="1512261"/>
                  <a:pt x="1049066" y="1512261"/>
                </a:cubicBezTo>
                <a:lnTo>
                  <a:pt x="1040094" y="1527880"/>
                </a:lnTo>
                <a:cubicBezTo>
                  <a:pt x="1039844" y="1528295"/>
                  <a:pt x="1039429" y="1528544"/>
                  <a:pt x="1039014" y="1528545"/>
                </a:cubicBezTo>
                <a:close/>
                <a:moveTo>
                  <a:pt x="1261565" y="1593208"/>
                </a:moveTo>
                <a:cubicBezTo>
                  <a:pt x="1261148" y="1593208"/>
                  <a:pt x="1260485" y="1592544"/>
                  <a:pt x="1260485" y="1592544"/>
                </a:cubicBezTo>
                <a:lnTo>
                  <a:pt x="1251429" y="1576759"/>
                </a:lnTo>
                <a:cubicBezTo>
                  <a:pt x="1251180" y="1576427"/>
                  <a:pt x="1251429" y="1575513"/>
                  <a:pt x="1251429" y="1575513"/>
                </a:cubicBezTo>
                <a:lnTo>
                  <a:pt x="1260568" y="1559728"/>
                </a:lnTo>
                <a:cubicBezTo>
                  <a:pt x="1260733" y="1559312"/>
                  <a:pt x="1261232" y="1559063"/>
                  <a:pt x="1261647" y="1559063"/>
                </a:cubicBezTo>
                <a:lnTo>
                  <a:pt x="1279842" y="1559063"/>
                </a:lnTo>
                <a:cubicBezTo>
                  <a:pt x="1280257" y="1559063"/>
                  <a:pt x="1280921" y="1559728"/>
                  <a:pt x="1280921" y="1559728"/>
                </a:cubicBezTo>
                <a:lnTo>
                  <a:pt x="1289978" y="1575513"/>
                </a:lnTo>
                <a:cubicBezTo>
                  <a:pt x="1290226" y="1575845"/>
                  <a:pt x="1289978" y="1576759"/>
                  <a:pt x="1289978" y="1576759"/>
                </a:cubicBezTo>
                <a:lnTo>
                  <a:pt x="1280838" y="1592544"/>
                </a:lnTo>
                <a:cubicBezTo>
                  <a:pt x="1280673" y="1592959"/>
                  <a:pt x="1280174" y="1593208"/>
                  <a:pt x="1279759" y="1593208"/>
                </a:cubicBezTo>
                <a:close/>
                <a:moveTo>
                  <a:pt x="1381844" y="1625710"/>
                </a:moveTo>
                <a:cubicBezTo>
                  <a:pt x="1381345" y="1625710"/>
                  <a:pt x="1380681" y="1625045"/>
                  <a:pt x="1380681" y="1625045"/>
                </a:cubicBezTo>
                <a:lnTo>
                  <a:pt x="1371459" y="1609094"/>
                </a:lnTo>
                <a:cubicBezTo>
                  <a:pt x="1371209" y="1608679"/>
                  <a:pt x="1371458" y="1607765"/>
                  <a:pt x="1371458" y="1607765"/>
                </a:cubicBezTo>
                <a:lnTo>
                  <a:pt x="1380681" y="1591814"/>
                </a:lnTo>
                <a:cubicBezTo>
                  <a:pt x="1380930" y="1591398"/>
                  <a:pt x="1381345" y="1591149"/>
                  <a:pt x="1381844" y="1591149"/>
                </a:cubicBezTo>
                <a:lnTo>
                  <a:pt x="1400287" y="1591149"/>
                </a:lnTo>
                <a:cubicBezTo>
                  <a:pt x="1400786" y="1591149"/>
                  <a:pt x="1401450" y="1591814"/>
                  <a:pt x="1401450" y="1591814"/>
                </a:cubicBezTo>
                <a:lnTo>
                  <a:pt x="1410672" y="1607765"/>
                </a:lnTo>
                <a:cubicBezTo>
                  <a:pt x="1410921" y="1608180"/>
                  <a:pt x="1410672" y="1609094"/>
                  <a:pt x="1410672" y="1609094"/>
                </a:cubicBezTo>
                <a:lnTo>
                  <a:pt x="1401449" y="1625045"/>
                </a:lnTo>
                <a:cubicBezTo>
                  <a:pt x="1401201" y="1625460"/>
                  <a:pt x="1400786" y="1625710"/>
                  <a:pt x="1400287" y="1625710"/>
                </a:cubicBezTo>
                <a:close/>
                <a:moveTo>
                  <a:pt x="3668920" y="2238624"/>
                </a:moveTo>
                <a:cubicBezTo>
                  <a:pt x="3668421" y="2238623"/>
                  <a:pt x="3667756" y="2237960"/>
                  <a:pt x="3667756" y="2237960"/>
                </a:cubicBezTo>
                <a:lnTo>
                  <a:pt x="3658535" y="2221925"/>
                </a:lnTo>
                <a:cubicBezTo>
                  <a:pt x="3658286" y="2221509"/>
                  <a:pt x="3658535" y="2220596"/>
                  <a:pt x="3658535" y="2220596"/>
                </a:cubicBezTo>
                <a:lnTo>
                  <a:pt x="3667756" y="2204562"/>
                </a:lnTo>
                <a:cubicBezTo>
                  <a:pt x="3668006" y="2204145"/>
                  <a:pt x="3668421" y="2203896"/>
                  <a:pt x="3668920" y="2203897"/>
                </a:cubicBezTo>
                <a:lnTo>
                  <a:pt x="3687446" y="2203897"/>
                </a:lnTo>
                <a:cubicBezTo>
                  <a:pt x="3687945" y="2203897"/>
                  <a:pt x="3688609" y="2204562"/>
                  <a:pt x="3688609" y="2204562"/>
                </a:cubicBezTo>
                <a:lnTo>
                  <a:pt x="3697831" y="2220596"/>
                </a:lnTo>
                <a:cubicBezTo>
                  <a:pt x="3698081" y="2221011"/>
                  <a:pt x="3697831" y="2221925"/>
                  <a:pt x="3697831" y="2221925"/>
                </a:cubicBezTo>
                <a:lnTo>
                  <a:pt x="3688609" y="2237960"/>
                </a:lnTo>
                <a:cubicBezTo>
                  <a:pt x="3688360" y="2238375"/>
                  <a:pt x="3687945" y="2238624"/>
                  <a:pt x="3687446" y="2238624"/>
                </a:cubicBezTo>
                <a:close/>
                <a:moveTo>
                  <a:pt x="1321574" y="1609748"/>
                </a:moveTo>
                <a:cubicBezTo>
                  <a:pt x="1321075" y="1609748"/>
                  <a:pt x="1320410" y="1609084"/>
                  <a:pt x="1320410" y="1609084"/>
                </a:cubicBezTo>
                <a:lnTo>
                  <a:pt x="1311106" y="1592966"/>
                </a:lnTo>
                <a:cubicBezTo>
                  <a:pt x="1310857" y="1592551"/>
                  <a:pt x="1311106" y="1591637"/>
                  <a:pt x="1311106" y="1591637"/>
                </a:cubicBezTo>
                <a:lnTo>
                  <a:pt x="1320410" y="1575520"/>
                </a:lnTo>
                <a:cubicBezTo>
                  <a:pt x="1320660" y="1575104"/>
                  <a:pt x="1321075" y="1574855"/>
                  <a:pt x="1321574" y="1574855"/>
                </a:cubicBezTo>
                <a:lnTo>
                  <a:pt x="1340183" y="1574855"/>
                </a:lnTo>
                <a:cubicBezTo>
                  <a:pt x="1340682" y="1574855"/>
                  <a:pt x="1341347" y="1575520"/>
                  <a:pt x="1341347" y="1575520"/>
                </a:cubicBezTo>
                <a:lnTo>
                  <a:pt x="1350651" y="1591637"/>
                </a:lnTo>
                <a:cubicBezTo>
                  <a:pt x="1350900" y="1592052"/>
                  <a:pt x="1350651" y="1592966"/>
                  <a:pt x="1350651" y="1592966"/>
                </a:cubicBezTo>
                <a:lnTo>
                  <a:pt x="1341347" y="1609084"/>
                </a:lnTo>
                <a:cubicBezTo>
                  <a:pt x="1341097" y="1609499"/>
                  <a:pt x="1340682" y="1609748"/>
                  <a:pt x="1340183" y="1609748"/>
                </a:cubicBezTo>
                <a:close/>
                <a:moveTo>
                  <a:pt x="1742878" y="1722636"/>
                </a:moveTo>
                <a:cubicBezTo>
                  <a:pt x="1742379" y="1722636"/>
                  <a:pt x="1741714" y="1721972"/>
                  <a:pt x="1741714" y="1721972"/>
                </a:cubicBezTo>
                <a:lnTo>
                  <a:pt x="1732410" y="1705854"/>
                </a:lnTo>
                <a:cubicBezTo>
                  <a:pt x="1732161" y="1705440"/>
                  <a:pt x="1732410" y="1704525"/>
                  <a:pt x="1732410" y="1704525"/>
                </a:cubicBezTo>
                <a:lnTo>
                  <a:pt x="1741714" y="1688408"/>
                </a:lnTo>
                <a:cubicBezTo>
                  <a:pt x="1741964" y="1687992"/>
                  <a:pt x="1742379" y="1687743"/>
                  <a:pt x="1742878" y="1687743"/>
                </a:cubicBezTo>
                <a:lnTo>
                  <a:pt x="1761487" y="1687743"/>
                </a:lnTo>
                <a:cubicBezTo>
                  <a:pt x="1761986" y="1687744"/>
                  <a:pt x="1762651" y="1688408"/>
                  <a:pt x="1762651" y="1688408"/>
                </a:cubicBezTo>
                <a:lnTo>
                  <a:pt x="1771955" y="1704526"/>
                </a:lnTo>
                <a:cubicBezTo>
                  <a:pt x="1772204" y="1704940"/>
                  <a:pt x="1771955" y="1705854"/>
                  <a:pt x="1771955" y="1705854"/>
                </a:cubicBezTo>
                <a:lnTo>
                  <a:pt x="1762651" y="1721972"/>
                </a:lnTo>
                <a:cubicBezTo>
                  <a:pt x="1762401" y="1722387"/>
                  <a:pt x="1761986" y="1722636"/>
                  <a:pt x="1761487" y="1722636"/>
                </a:cubicBezTo>
                <a:close/>
                <a:moveTo>
                  <a:pt x="1502051" y="1658295"/>
                </a:moveTo>
                <a:cubicBezTo>
                  <a:pt x="1501552" y="1658295"/>
                  <a:pt x="1500887" y="1657631"/>
                  <a:pt x="1500887" y="1657631"/>
                </a:cubicBezTo>
                <a:lnTo>
                  <a:pt x="1491500" y="1641347"/>
                </a:lnTo>
                <a:cubicBezTo>
                  <a:pt x="1491251" y="1640932"/>
                  <a:pt x="1491500" y="1640018"/>
                  <a:pt x="1491500" y="1640018"/>
                </a:cubicBezTo>
                <a:lnTo>
                  <a:pt x="1500887" y="1623735"/>
                </a:lnTo>
                <a:cubicBezTo>
                  <a:pt x="1501137" y="1623319"/>
                  <a:pt x="1501552" y="1623070"/>
                  <a:pt x="1502051" y="1623070"/>
                </a:cubicBezTo>
                <a:lnTo>
                  <a:pt x="1520826" y="1623070"/>
                </a:lnTo>
                <a:cubicBezTo>
                  <a:pt x="1521324" y="1623070"/>
                  <a:pt x="1521989" y="1623735"/>
                  <a:pt x="1521989" y="1623735"/>
                </a:cubicBezTo>
                <a:lnTo>
                  <a:pt x="1531377" y="1640018"/>
                </a:lnTo>
                <a:cubicBezTo>
                  <a:pt x="1531627" y="1640434"/>
                  <a:pt x="1531377" y="1641347"/>
                  <a:pt x="1531377" y="1641347"/>
                </a:cubicBezTo>
                <a:lnTo>
                  <a:pt x="1521989" y="1657631"/>
                </a:lnTo>
                <a:cubicBezTo>
                  <a:pt x="1521741" y="1658046"/>
                  <a:pt x="1521324" y="1658295"/>
                  <a:pt x="1520826" y="1658295"/>
                </a:cubicBezTo>
                <a:close/>
                <a:moveTo>
                  <a:pt x="1562237" y="1674422"/>
                </a:moveTo>
                <a:cubicBezTo>
                  <a:pt x="1561738" y="1674422"/>
                  <a:pt x="1561073" y="1673758"/>
                  <a:pt x="1561073" y="1673758"/>
                </a:cubicBezTo>
                <a:lnTo>
                  <a:pt x="1551686" y="1657474"/>
                </a:lnTo>
                <a:cubicBezTo>
                  <a:pt x="1551436" y="1657059"/>
                  <a:pt x="1551685" y="1656145"/>
                  <a:pt x="1551685" y="1656145"/>
                </a:cubicBezTo>
                <a:lnTo>
                  <a:pt x="1561073" y="1639862"/>
                </a:lnTo>
                <a:cubicBezTo>
                  <a:pt x="1561322" y="1639446"/>
                  <a:pt x="1561737" y="1639197"/>
                  <a:pt x="1562236" y="1639197"/>
                </a:cubicBezTo>
                <a:lnTo>
                  <a:pt x="1581012" y="1639197"/>
                </a:lnTo>
                <a:cubicBezTo>
                  <a:pt x="1581510" y="1639197"/>
                  <a:pt x="1582175" y="1639862"/>
                  <a:pt x="1582175" y="1639862"/>
                </a:cubicBezTo>
                <a:lnTo>
                  <a:pt x="1591563" y="1656145"/>
                </a:lnTo>
                <a:cubicBezTo>
                  <a:pt x="1591813" y="1656561"/>
                  <a:pt x="1591563" y="1657474"/>
                  <a:pt x="1591563" y="1657474"/>
                </a:cubicBezTo>
                <a:lnTo>
                  <a:pt x="1582175" y="1673758"/>
                </a:lnTo>
                <a:cubicBezTo>
                  <a:pt x="1581926" y="1674173"/>
                  <a:pt x="1581510" y="1674422"/>
                  <a:pt x="1581012" y="1674422"/>
                </a:cubicBezTo>
                <a:close/>
                <a:moveTo>
                  <a:pt x="1622422" y="1690549"/>
                </a:moveTo>
                <a:cubicBezTo>
                  <a:pt x="1621923" y="1690549"/>
                  <a:pt x="1621259" y="1689885"/>
                  <a:pt x="1621259" y="1689885"/>
                </a:cubicBezTo>
                <a:lnTo>
                  <a:pt x="1611871" y="1673601"/>
                </a:lnTo>
                <a:cubicBezTo>
                  <a:pt x="1611622" y="1673186"/>
                  <a:pt x="1611871" y="1672272"/>
                  <a:pt x="1611871" y="1672272"/>
                </a:cubicBezTo>
                <a:lnTo>
                  <a:pt x="1621259" y="1655989"/>
                </a:lnTo>
                <a:cubicBezTo>
                  <a:pt x="1621508" y="1655573"/>
                  <a:pt x="1621923" y="1655324"/>
                  <a:pt x="1622422" y="1655324"/>
                </a:cubicBezTo>
                <a:lnTo>
                  <a:pt x="1641198" y="1655324"/>
                </a:lnTo>
                <a:cubicBezTo>
                  <a:pt x="1641696" y="1655324"/>
                  <a:pt x="1642361" y="1655989"/>
                  <a:pt x="1642361" y="1655989"/>
                </a:cubicBezTo>
                <a:lnTo>
                  <a:pt x="1651749" y="1672272"/>
                </a:lnTo>
                <a:cubicBezTo>
                  <a:pt x="1651998" y="1672688"/>
                  <a:pt x="1651749" y="1673601"/>
                  <a:pt x="1651749" y="1673601"/>
                </a:cubicBezTo>
                <a:lnTo>
                  <a:pt x="1642361" y="1689885"/>
                </a:lnTo>
                <a:cubicBezTo>
                  <a:pt x="1642112" y="1690300"/>
                  <a:pt x="1641696" y="1690549"/>
                  <a:pt x="1641198" y="1690549"/>
                </a:cubicBezTo>
                <a:close/>
                <a:moveTo>
                  <a:pt x="1863168" y="1755056"/>
                </a:moveTo>
                <a:cubicBezTo>
                  <a:pt x="1862669" y="1755056"/>
                  <a:pt x="1862005" y="1754392"/>
                  <a:pt x="1862005" y="1754392"/>
                </a:cubicBezTo>
                <a:lnTo>
                  <a:pt x="1852617" y="1738108"/>
                </a:lnTo>
                <a:cubicBezTo>
                  <a:pt x="1852368" y="1737693"/>
                  <a:pt x="1852617" y="1736779"/>
                  <a:pt x="1852617" y="1736779"/>
                </a:cubicBezTo>
                <a:lnTo>
                  <a:pt x="1862004" y="1720496"/>
                </a:lnTo>
                <a:cubicBezTo>
                  <a:pt x="1862254" y="1720080"/>
                  <a:pt x="1862669" y="1719831"/>
                  <a:pt x="1863168" y="1719831"/>
                </a:cubicBezTo>
                <a:lnTo>
                  <a:pt x="1881944" y="1719831"/>
                </a:lnTo>
                <a:cubicBezTo>
                  <a:pt x="1882442" y="1719831"/>
                  <a:pt x="1883107" y="1720496"/>
                  <a:pt x="1883107" y="1720496"/>
                </a:cubicBezTo>
                <a:lnTo>
                  <a:pt x="1892495" y="1736779"/>
                </a:lnTo>
                <a:cubicBezTo>
                  <a:pt x="1892744" y="1737195"/>
                  <a:pt x="1892495" y="1738108"/>
                  <a:pt x="1892495" y="1738108"/>
                </a:cubicBezTo>
                <a:lnTo>
                  <a:pt x="1883107" y="1754392"/>
                </a:lnTo>
                <a:cubicBezTo>
                  <a:pt x="1882858" y="1754807"/>
                  <a:pt x="1882442" y="1755056"/>
                  <a:pt x="1881944" y="1755056"/>
                </a:cubicBezTo>
                <a:close/>
                <a:moveTo>
                  <a:pt x="1682526" y="1706760"/>
                </a:moveTo>
                <a:cubicBezTo>
                  <a:pt x="1682027" y="1706760"/>
                  <a:pt x="1681363" y="1706095"/>
                  <a:pt x="1681363" y="1706095"/>
                </a:cubicBezTo>
                <a:lnTo>
                  <a:pt x="1671892" y="1689728"/>
                </a:lnTo>
                <a:cubicBezTo>
                  <a:pt x="1671642" y="1689313"/>
                  <a:pt x="1671892" y="1688399"/>
                  <a:pt x="1671892" y="1688399"/>
                </a:cubicBezTo>
                <a:lnTo>
                  <a:pt x="1681363" y="1672033"/>
                </a:lnTo>
                <a:cubicBezTo>
                  <a:pt x="1681612" y="1671617"/>
                  <a:pt x="1682027" y="1671368"/>
                  <a:pt x="1682526" y="1671368"/>
                </a:cubicBezTo>
                <a:lnTo>
                  <a:pt x="1701468" y="1671368"/>
                </a:lnTo>
                <a:cubicBezTo>
                  <a:pt x="1701966" y="1671368"/>
                  <a:pt x="1702631" y="1672033"/>
                  <a:pt x="1702631" y="1672033"/>
                </a:cubicBezTo>
                <a:lnTo>
                  <a:pt x="1712102" y="1688399"/>
                </a:lnTo>
                <a:cubicBezTo>
                  <a:pt x="1712351" y="1688815"/>
                  <a:pt x="1712102" y="1689728"/>
                  <a:pt x="1712102" y="1689728"/>
                </a:cubicBezTo>
                <a:lnTo>
                  <a:pt x="1702631" y="1706095"/>
                </a:lnTo>
                <a:cubicBezTo>
                  <a:pt x="1702382" y="1706511"/>
                  <a:pt x="1701966" y="1706760"/>
                  <a:pt x="1701468" y="1706760"/>
                </a:cubicBezTo>
                <a:close/>
                <a:moveTo>
                  <a:pt x="1923166" y="1771513"/>
                </a:moveTo>
                <a:cubicBezTo>
                  <a:pt x="1922667" y="1771513"/>
                  <a:pt x="1922003" y="1770848"/>
                  <a:pt x="1922003" y="1770848"/>
                </a:cubicBezTo>
                <a:lnTo>
                  <a:pt x="1912449" y="1754316"/>
                </a:lnTo>
                <a:cubicBezTo>
                  <a:pt x="1912200" y="1753900"/>
                  <a:pt x="1912449" y="1752986"/>
                  <a:pt x="1912449" y="1752986"/>
                </a:cubicBezTo>
                <a:lnTo>
                  <a:pt x="1922003" y="1736454"/>
                </a:lnTo>
                <a:cubicBezTo>
                  <a:pt x="1922252" y="1736038"/>
                  <a:pt x="1922667" y="1735789"/>
                  <a:pt x="1923166" y="1735789"/>
                </a:cubicBezTo>
                <a:lnTo>
                  <a:pt x="1942274" y="1735789"/>
                </a:lnTo>
                <a:cubicBezTo>
                  <a:pt x="1942773" y="1735789"/>
                  <a:pt x="1943437" y="1736454"/>
                  <a:pt x="1943437" y="1736454"/>
                </a:cubicBezTo>
                <a:lnTo>
                  <a:pt x="1952991" y="1752986"/>
                </a:lnTo>
                <a:cubicBezTo>
                  <a:pt x="1953240" y="1753402"/>
                  <a:pt x="1952991" y="1754316"/>
                  <a:pt x="1952991" y="1754316"/>
                </a:cubicBezTo>
                <a:lnTo>
                  <a:pt x="1943437" y="1770848"/>
                </a:lnTo>
                <a:cubicBezTo>
                  <a:pt x="1943188" y="1771264"/>
                  <a:pt x="1942773" y="1771513"/>
                  <a:pt x="1942274" y="1771513"/>
                </a:cubicBezTo>
                <a:close/>
                <a:moveTo>
                  <a:pt x="1441594" y="1642571"/>
                </a:moveTo>
                <a:cubicBezTo>
                  <a:pt x="1441095" y="1642571"/>
                  <a:pt x="1440680" y="1642322"/>
                  <a:pt x="1440431" y="1641907"/>
                </a:cubicBezTo>
                <a:lnTo>
                  <a:pt x="1430794" y="1625291"/>
                </a:lnTo>
                <a:cubicBezTo>
                  <a:pt x="1430546" y="1624875"/>
                  <a:pt x="1430545" y="1624377"/>
                  <a:pt x="1430794" y="1623962"/>
                </a:cubicBezTo>
                <a:lnTo>
                  <a:pt x="1440431" y="1607346"/>
                </a:lnTo>
                <a:cubicBezTo>
                  <a:pt x="1440680" y="1606930"/>
                  <a:pt x="1441096" y="1606681"/>
                  <a:pt x="1441594" y="1606681"/>
                </a:cubicBezTo>
                <a:lnTo>
                  <a:pt x="1460785" y="1606681"/>
                </a:lnTo>
                <a:cubicBezTo>
                  <a:pt x="1461284" y="1606681"/>
                  <a:pt x="1461700" y="1606930"/>
                  <a:pt x="1461948" y="1607346"/>
                </a:cubicBezTo>
                <a:lnTo>
                  <a:pt x="1471586" y="1623961"/>
                </a:lnTo>
                <a:cubicBezTo>
                  <a:pt x="1471835" y="1624377"/>
                  <a:pt x="1471835" y="1624875"/>
                  <a:pt x="1471586" y="1625291"/>
                </a:cubicBezTo>
                <a:lnTo>
                  <a:pt x="1461948" y="1641907"/>
                </a:lnTo>
                <a:cubicBezTo>
                  <a:pt x="1461699" y="1642322"/>
                  <a:pt x="1461284" y="1642571"/>
                  <a:pt x="1460785" y="1642571"/>
                </a:cubicBezTo>
                <a:close/>
                <a:moveTo>
                  <a:pt x="3728668" y="2255496"/>
                </a:moveTo>
                <a:cubicBezTo>
                  <a:pt x="3728170" y="2255495"/>
                  <a:pt x="3727754" y="2255246"/>
                  <a:pt x="3727505" y="2254831"/>
                </a:cubicBezTo>
                <a:lnTo>
                  <a:pt x="3717868" y="2238132"/>
                </a:lnTo>
                <a:cubicBezTo>
                  <a:pt x="3717619" y="2237716"/>
                  <a:pt x="3717619" y="2237219"/>
                  <a:pt x="3717868" y="2236803"/>
                </a:cubicBezTo>
                <a:lnTo>
                  <a:pt x="3727505" y="2220104"/>
                </a:lnTo>
                <a:cubicBezTo>
                  <a:pt x="3727754" y="2219688"/>
                  <a:pt x="3728170" y="2219440"/>
                  <a:pt x="3728668" y="2219440"/>
                </a:cubicBezTo>
                <a:lnTo>
                  <a:pt x="3748026" y="2219439"/>
                </a:lnTo>
                <a:cubicBezTo>
                  <a:pt x="3748524" y="2219440"/>
                  <a:pt x="3748939" y="2219688"/>
                  <a:pt x="3749189" y="2220105"/>
                </a:cubicBezTo>
                <a:lnTo>
                  <a:pt x="3758826" y="2236804"/>
                </a:lnTo>
                <a:cubicBezTo>
                  <a:pt x="3759075" y="2237218"/>
                  <a:pt x="3759075" y="2237716"/>
                  <a:pt x="3758827" y="2238132"/>
                </a:cubicBezTo>
                <a:lnTo>
                  <a:pt x="3749189" y="2254831"/>
                </a:lnTo>
                <a:cubicBezTo>
                  <a:pt x="3748939" y="2255247"/>
                  <a:pt x="3748524" y="2255495"/>
                  <a:pt x="3748026" y="2255495"/>
                </a:cubicBezTo>
                <a:close/>
                <a:moveTo>
                  <a:pt x="2103590" y="1820148"/>
                </a:moveTo>
                <a:cubicBezTo>
                  <a:pt x="2103092" y="1820148"/>
                  <a:pt x="2102676" y="1819899"/>
                  <a:pt x="2102427" y="1819483"/>
                </a:cubicBezTo>
                <a:lnTo>
                  <a:pt x="2092707" y="1802618"/>
                </a:lnTo>
                <a:cubicBezTo>
                  <a:pt x="2092458" y="1802120"/>
                  <a:pt x="2092458" y="1801621"/>
                  <a:pt x="2092707" y="1801206"/>
                </a:cubicBezTo>
                <a:lnTo>
                  <a:pt x="2102427" y="1784341"/>
                </a:lnTo>
                <a:cubicBezTo>
                  <a:pt x="2102676" y="1783925"/>
                  <a:pt x="2103092" y="1783676"/>
                  <a:pt x="2103590" y="1783676"/>
                </a:cubicBezTo>
                <a:lnTo>
                  <a:pt x="2123031" y="1783676"/>
                </a:lnTo>
                <a:cubicBezTo>
                  <a:pt x="2123529" y="1783676"/>
                  <a:pt x="2123945" y="1783925"/>
                  <a:pt x="2124194" y="1784341"/>
                </a:cubicBezTo>
                <a:lnTo>
                  <a:pt x="2133914" y="1801206"/>
                </a:lnTo>
                <a:cubicBezTo>
                  <a:pt x="2134164" y="1801704"/>
                  <a:pt x="2134164" y="1802203"/>
                  <a:pt x="2133914" y="1802618"/>
                </a:cubicBezTo>
                <a:lnTo>
                  <a:pt x="2124194" y="1819483"/>
                </a:lnTo>
                <a:cubicBezTo>
                  <a:pt x="2123945" y="1819899"/>
                  <a:pt x="2123529" y="1820148"/>
                  <a:pt x="2123031" y="1820148"/>
                </a:cubicBezTo>
                <a:close/>
                <a:moveTo>
                  <a:pt x="2946114" y="2046007"/>
                </a:moveTo>
                <a:cubicBezTo>
                  <a:pt x="2945616" y="2046007"/>
                  <a:pt x="2945200" y="2045758"/>
                  <a:pt x="2944951" y="2045342"/>
                </a:cubicBezTo>
                <a:lnTo>
                  <a:pt x="2935231" y="2028394"/>
                </a:lnTo>
                <a:cubicBezTo>
                  <a:pt x="2934982" y="2027979"/>
                  <a:pt x="2934982" y="2027397"/>
                  <a:pt x="2935231" y="2026982"/>
                </a:cubicBezTo>
                <a:lnTo>
                  <a:pt x="2945034" y="2010034"/>
                </a:lnTo>
                <a:cubicBezTo>
                  <a:pt x="2945283" y="2009618"/>
                  <a:pt x="2945699" y="2009369"/>
                  <a:pt x="2946197" y="2009369"/>
                </a:cubicBezTo>
                <a:lnTo>
                  <a:pt x="2965721" y="2009369"/>
                </a:lnTo>
                <a:cubicBezTo>
                  <a:pt x="2966219" y="2009369"/>
                  <a:pt x="2966635" y="2009618"/>
                  <a:pt x="2966884" y="2010034"/>
                </a:cubicBezTo>
                <a:lnTo>
                  <a:pt x="2976604" y="2026982"/>
                </a:lnTo>
                <a:cubicBezTo>
                  <a:pt x="2976853" y="2027397"/>
                  <a:pt x="2976853" y="2027979"/>
                  <a:pt x="2976604" y="2028394"/>
                </a:cubicBezTo>
                <a:lnTo>
                  <a:pt x="2966801" y="2045342"/>
                </a:lnTo>
                <a:cubicBezTo>
                  <a:pt x="2966552" y="2045758"/>
                  <a:pt x="2966136" y="2046007"/>
                  <a:pt x="2965638" y="2046007"/>
                </a:cubicBezTo>
                <a:close/>
                <a:moveTo>
                  <a:pt x="3006301" y="2062134"/>
                </a:moveTo>
                <a:cubicBezTo>
                  <a:pt x="3005803" y="2062134"/>
                  <a:pt x="3005386" y="2061885"/>
                  <a:pt x="3005138" y="2061469"/>
                </a:cubicBezTo>
                <a:lnTo>
                  <a:pt x="2995417" y="2044521"/>
                </a:lnTo>
                <a:cubicBezTo>
                  <a:pt x="2995169" y="2044106"/>
                  <a:pt x="2995168" y="2043524"/>
                  <a:pt x="2995418" y="2043109"/>
                </a:cubicBezTo>
                <a:lnTo>
                  <a:pt x="3005221" y="2026161"/>
                </a:lnTo>
                <a:cubicBezTo>
                  <a:pt x="3005470" y="2025745"/>
                  <a:pt x="3005886" y="2025496"/>
                  <a:pt x="3006384" y="2025496"/>
                </a:cubicBezTo>
                <a:lnTo>
                  <a:pt x="3025908" y="2025496"/>
                </a:lnTo>
                <a:cubicBezTo>
                  <a:pt x="3026406" y="2025496"/>
                  <a:pt x="3026822" y="2025745"/>
                  <a:pt x="3027071" y="2026161"/>
                </a:cubicBezTo>
                <a:lnTo>
                  <a:pt x="3036791" y="2043109"/>
                </a:lnTo>
                <a:cubicBezTo>
                  <a:pt x="3037040" y="2043524"/>
                  <a:pt x="3037040" y="2044106"/>
                  <a:pt x="3036791" y="2044521"/>
                </a:cubicBezTo>
                <a:lnTo>
                  <a:pt x="3026988" y="2061469"/>
                </a:lnTo>
                <a:cubicBezTo>
                  <a:pt x="3026739" y="2061885"/>
                  <a:pt x="3026322" y="2062134"/>
                  <a:pt x="3025824" y="2062134"/>
                </a:cubicBezTo>
                <a:close/>
                <a:moveTo>
                  <a:pt x="1802578" y="1739679"/>
                </a:moveTo>
                <a:cubicBezTo>
                  <a:pt x="1802162" y="1739679"/>
                  <a:pt x="1801664" y="1739430"/>
                  <a:pt x="1801414" y="1739014"/>
                </a:cubicBezTo>
                <a:lnTo>
                  <a:pt x="1791611" y="1721983"/>
                </a:lnTo>
                <a:cubicBezTo>
                  <a:pt x="1791362" y="1721568"/>
                  <a:pt x="1791362" y="1720986"/>
                  <a:pt x="1791611" y="1720571"/>
                </a:cubicBezTo>
                <a:lnTo>
                  <a:pt x="1801414" y="1703540"/>
                </a:lnTo>
                <a:cubicBezTo>
                  <a:pt x="1801664" y="1703124"/>
                  <a:pt x="1802078" y="1702875"/>
                  <a:pt x="1802577" y="1702875"/>
                </a:cubicBezTo>
                <a:lnTo>
                  <a:pt x="1822183" y="1702875"/>
                </a:lnTo>
                <a:cubicBezTo>
                  <a:pt x="1822599" y="1702875"/>
                  <a:pt x="1823098" y="1703124"/>
                  <a:pt x="1823346" y="1703540"/>
                </a:cubicBezTo>
                <a:lnTo>
                  <a:pt x="1833150" y="1720571"/>
                </a:lnTo>
                <a:cubicBezTo>
                  <a:pt x="1833400" y="1720986"/>
                  <a:pt x="1833399" y="1721568"/>
                  <a:pt x="1833151" y="1721983"/>
                </a:cubicBezTo>
                <a:lnTo>
                  <a:pt x="1823347" y="1739014"/>
                </a:lnTo>
                <a:cubicBezTo>
                  <a:pt x="1823097" y="1739430"/>
                  <a:pt x="1822682" y="1739679"/>
                  <a:pt x="1822183" y="1739679"/>
                </a:cubicBezTo>
                <a:close/>
                <a:moveTo>
                  <a:pt x="1983136" y="1788059"/>
                </a:moveTo>
                <a:cubicBezTo>
                  <a:pt x="1982720" y="1788059"/>
                  <a:pt x="1982222" y="1787810"/>
                  <a:pt x="1981972" y="1787394"/>
                </a:cubicBezTo>
                <a:lnTo>
                  <a:pt x="1972169" y="1770363"/>
                </a:lnTo>
                <a:cubicBezTo>
                  <a:pt x="1971920" y="1769948"/>
                  <a:pt x="1971920" y="1769366"/>
                  <a:pt x="1972169" y="1768951"/>
                </a:cubicBezTo>
                <a:lnTo>
                  <a:pt x="1981972" y="1751920"/>
                </a:lnTo>
                <a:cubicBezTo>
                  <a:pt x="1982222" y="1751504"/>
                  <a:pt x="1982637" y="1751255"/>
                  <a:pt x="1983136" y="1751255"/>
                </a:cubicBezTo>
                <a:lnTo>
                  <a:pt x="2002742" y="1751255"/>
                </a:lnTo>
                <a:cubicBezTo>
                  <a:pt x="2003157" y="1751255"/>
                  <a:pt x="2003656" y="1751504"/>
                  <a:pt x="2003905" y="1751920"/>
                </a:cubicBezTo>
                <a:lnTo>
                  <a:pt x="2013709" y="1768951"/>
                </a:lnTo>
                <a:cubicBezTo>
                  <a:pt x="2013958" y="1769366"/>
                  <a:pt x="2013958" y="1769948"/>
                  <a:pt x="2013709" y="1770363"/>
                </a:cubicBezTo>
                <a:lnTo>
                  <a:pt x="2003905" y="1787394"/>
                </a:lnTo>
                <a:cubicBezTo>
                  <a:pt x="2003656" y="1787810"/>
                  <a:pt x="2003241" y="1788059"/>
                  <a:pt x="2002742" y="1788059"/>
                </a:cubicBezTo>
                <a:close/>
                <a:moveTo>
                  <a:pt x="2043322" y="1804186"/>
                </a:moveTo>
                <a:cubicBezTo>
                  <a:pt x="2042906" y="1804186"/>
                  <a:pt x="2042408" y="1803937"/>
                  <a:pt x="2042158" y="1803521"/>
                </a:cubicBezTo>
                <a:lnTo>
                  <a:pt x="2032355" y="1786490"/>
                </a:lnTo>
                <a:cubicBezTo>
                  <a:pt x="2032106" y="1786075"/>
                  <a:pt x="2032106" y="1785493"/>
                  <a:pt x="2032355" y="1785078"/>
                </a:cubicBezTo>
                <a:lnTo>
                  <a:pt x="2042158" y="1768047"/>
                </a:lnTo>
                <a:cubicBezTo>
                  <a:pt x="2042408" y="1767631"/>
                  <a:pt x="2042823" y="1767382"/>
                  <a:pt x="2043322" y="1767382"/>
                </a:cubicBezTo>
                <a:lnTo>
                  <a:pt x="2062928" y="1767382"/>
                </a:lnTo>
                <a:cubicBezTo>
                  <a:pt x="2063343" y="1767382"/>
                  <a:pt x="2063842" y="1767631"/>
                  <a:pt x="2064091" y="1768047"/>
                </a:cubicBezTo>
                <a:lnTo>
                  <a:pt x="2073895" y="1785078"/>
                </a:lnTo>
                <a:cubicBezTo>
                  <a:pt x="2074144" y="1785493"/>
                  <a:pt x="2074144" y="1786075"/>
                  <a:pt x="2073895" y="1786490"/>
                </a:cubicBezTo>
                <a:lnTo>
                  <a:pt x="2064091" y="1803521"/>
                </a:lnTo>
                <a:cubicBezTo>
                  <a:pt x="2063842" y="1803937"/>
                  <a:pt x="2063427" y="1804186"/>
                  <a:pt x="2062928" y="1804186"/>
                </a:cubicBezTo>
                <a:close/>
                <a:moveTo>
                  <a:pt x="2163591" y="1836592"/>
                </a:moveTo>
                <a:cubicBezTo>
                  <a:pt x="2163092" y="1836592"/>
                  <a:pt x="2162594" y="1836343"/>
                  <a:pt x="2162345" y="1835928"/>
                </a:cubicBezTo>
                <a:lnTo>
                  <a:pt x="2152459" y="1818813"/>
                </a:lnTo>
                <a:cubicBezTo>
                  <a:pt x="2152210" y="1818398"/>
                  <a:pt x="2152210" y="1817816"/>
                  <a:pt x="2152459" y="1817401"/>
                </a:cubicBezTo>
                <a:lnTo>
                  <a:pt x="2162345" y="1800287"/>
                </a:lnTo>
                <a:cubicBezTo>
                  <a:pt x="2162677" y="1799871"/>
                  <a:pt x="2163092" y="1799622"/>
                  <a:pt x="2163591" y="1799622"/>
                </a:cubicBezTo>
                <a:lnTo>
                  <a:pt x="2183281" y="1799622"/>
                </a:lnTo>
                <a:cubicBezTo>
                  <a:pt x="2183780" y="1799622"/>
                  <a:pt x="2184277" y="1799871"/>
                  <a:pt x="2184528" y="1800287"/>
                </a:cubicBezTo>
                <a:lnTo>
                  <a:pt x="2194414" y="1817401"/>
                </a:lnTo>
                <a:cubicBezTo>
                  <a:pt x="2194663" y="1817816"/>
                  <a:pt x="2194663" y="1818398"/>
                  <a:pt x="2194414" y="1818813"/>
                </a:cubicBezTo>
                <a:lnTo>
                  <a:pt x="2184528" y="1835928"/>
                </a:lnTo>
                <a:cubicBezTo>
                  <a:pt x="2184194" y="1836343"/>
                  <a:pt x="2183780" y="1836592"/>
                  <a:pt x="2183281" y="1836592"/>
                </a:cubicBezTo>
                <a:close/>
                <a:moveTo>
                  <a:pt x="2283963" y="1868846"/>
                </a:moveTo>
                <a:cubicBezTo>
                  <a:pt x="2283464" y="1868846"/>
                  <a:pt x="2282966" y="1868597"/>
                  <a:pt x="2282717" y="1868182"/>
                </a:cubicBezTo>
                <a:lnTo>
                  <a:pt x="2272830" y="1851067"/>
                </a:lnTo>
                <a:cubicBezTo>
                  <a:pt x="2272581" y="1850652"/>
                  <a:pt x="2272581" y="1850070"/>
                  <a:pt x="2272830" y="1849655"/>
                </a:cubicBezTo>
                <a:lnTo>
                  <a:pt x="2282717" y="1832541"/>
                </a:lnTo>
                <a:cubicBezTo>
                  <a:pt x="2283049" y="1832125"/>
                  <a:pt x="2283464" y="1831876"/>
                  <a:pt x="2283963" y="1831876"/>
                </a:cubicBezTo>
                <a:lnTo>
                  <a:pt x="2303653" y="1831876"/>
                </a:lnTo>
                <a:cubicBezTo>
                  <a:pt x="2304152" y="1831876"/>
                  <a:pt x="2304649" y="1832125"/>
                  <a:pt x="2304899" y="1832541"/>
                </a:cubicBezTo>
                <a:lnTo>
                  <a:pt x="2314785" y="1849655"/>
                </a:lnTo>
                <a:cubicBezTo>
                  <a:pt x="2315034" y="1850070"/>
                  <a:pt x="2315034" y="1850652"/>
                  <a:pt x="2314785" y="1851067"/>
                </a:cubicBezTo>
                <a:lnTo>
                  <a:pt x="2304899" y="1868182"/>
                </a:lnTo>
                <a:cubicBezTo>
                  <a:pt x="2304566" y="1868597"/>
                  <a:pt x="2304152" y="1868846"/>
                  <a:pt x="2303653" y="1868846"/>
                </a:cubicBezTo>
                <a:close/>
                <a:moveTo>
                  <a:pt x="2223773" y="1852823"/>
                </a:moveTo>
                <a:cubicBezTo>
                  <a:pt x="2223275" y="1852824"/>
                  <a:pt x="2222777" y="1852574"/>
                  <a:pt x="2222528" y="1852159"/>
                </a:cubicBezTo>
                <a:lnTo>
                  <a:pt x="2212641" y="1834961"/>
                </a:lnTo>
                <a:cubicBezTo>
                  <a:pt x="2212392" y="1834547"/>
                  <a:pt x="2212392" y="1833965"/>
                  <a:pt x="2212641" y="1833550"/>
                </a:cubicBezTo>
                <a:lnTo>
                  <a:pt x="2222528" y="1816352"/>
                </a:lnTo>
                <a:cubicBezTo>
                  <a:pt x="2222777" y="1815937"/>
                  <a:pt x="2223275" y="1815687"/>
                  <a:pt x="2223773" y="1815687"/>
                </a:cubicBezTo>
                <a:lnTo>
                  <a:pt x="2243629" y="1815687"/>
                </a:lnTo>
                <a:cubicBezTo>
                  <a:pt x="2244128" y="1815687"/>
                  <a:pt x="2244626" y="1815936"/>
                  <a:pt x="2244876" y="1816352"/>
                </a:cubicBezTo>
                <a:lnTo>
                  <a:pt x="2254762" y="1833549"/>
                </a:lnTo>
                <a:cubicBezTo>
                  <a:pt x="2255011" y="1833964"/>
                  <a:pt x="2255010" y="1834546"/>
                  <a:pt x="2254762" y="1834961"/>
                </a:cubicBezTo>
                <a:lnTo>
                  <a:pt x="2244876" y="1852159"/>
                </a:lnTo>
                <a:cubicBezTo>
                  <a:pt x="2244626" y="1852574"/>
                  <a:pt x="2244128" y="1852823"/>
                  <a:pt x="2243629" y="1852824"/>
                </a:cubicBezTo>
                <a:close/>
                <a:moveTo>
                  <a:pt x="2344145" y="1885077"/>
                </a:moveTo>
                <a:cubicBezTo>
                  <a:pt x="2343647" y="1885077"/>
                  <a:pt x="2343149" y="1884828"/>
                  <a:pt x="2342899" y="1884413"/>
                </a:cubicBezTo>
                <a:lnTo>
                  <a:pt x="2333014" y="1867215"/>
                </a:lnTo>
                <a:cubicBezTo>
                  <a:pt x="2332764" y="1866800"/>
                  <a:pt x="2332765" y="1866218"/>
                  <a:pt x="2333013" y="1865803"/>
                </a:cubicBezTo>
                <a:lnTo>
                  <a:pt x="2342899" y="1848606"/>
                </a:lnTo>
                <a:cubicBezTo>
                  <a:pt x="2343149" y="1848190"/>
                  <a:pt x="2343647" y="1847941"/>
                  <a:pt x="2344145" y="1847941"/>
                </a:cubicBezTo>
                <a:lnTo>
                  <a:pt x="2364002" y="1847941"/>
                </a:lnTo>
                <a:cubicBezTo>
                  <a:pt x="2364500" y="1847941"/>
                  <a:pt x="2364998" y="1848190"/>
                  <a:pt x="2365248" y="1848606"/>
                </a:cubicBezTo>
                <a:lnTo>
                  <a:pt x="2375134" y="1865803"/>
                </a:lnTo>
                <a:cubicBezTo>
                  <a:pt x="2375383" y="1866218"/>
                  <a:pt x="2375383" y="1866800"/>
                  <a:pt x="2375134" y="1867215"/>
                </a:cubicBezTo>
                <a:lnTo>
                  <a:pt x="2365248" y="1884413"/>
                </a:lnTo>
                <a:cubicBezTo>
                  <a:pt x="2364998" y="1884828"/>
                  <a:pt x="2364500" y="1885077"/>
                  <a:pt x="2364002" y="1885077"/>
                </a:cubicBezTo>
                <a:close/>
                <a:moveTo>
                  <a:pt x="4270105" y="2401136"/>
                </a:moveTo>
                <a:cubicBezTo>
                  <a:pt x="4269607" y="2401137"/>
                  <a:pt x="4269109" y="2400887"/>
                  <a:pt x="4268859" y="2400472"/>
                </a:cubicBezTo>
                <a:lnTo>
                  <a:pt x="4258973" y="2383274"/>
                </a:lnTo>
                <a:cubicBezTo>
                  <a:pt x="4258724" y="2382860"/>
                  <a:pt x="4258724" y="2382278"/>
                  <a:pt x="4258973" y="2381863"/>
                </a:cubicBezTo>
                <a:lnTo>
                  <a:pt x="4268859" y="2364666"/>
                </a:lnTo>
                <a:cubicBezTo>
                  <a:pt x="4269109" y="2364250"/>
                  <a:pt x="4269607" y="2364000"/>
                  <a:pt x="4270105" y="2364000"/>
                </a:cubicBezTo>
                <a:lnTo>
                  <a:pt x="4289962" y="2364001"/>
                </a:lnTo>
                <a:cubicBezTo>
                  <a:pt x="4290460" y="2364000"/>
                  <a:pt x="4290958" y="2364250"/>
                  <a:pt x="4291208" y="2364665"/>
                </a:cubicBezTo>
                <a:lnTo>
                  <a:pt x="4301094" y="2381863"/>
                </a:lnTo>
                <a:cubicBezTo>
                  <a:pt x="4301343" y="2382277"/>
                  <a:pt x="4301343" y="2382859"/>
                  <a:pt x="4301094" y="2383274"/>
                </a:cubicBezTo>
                <a:lnTo>
                  <a:pt x="4291208" y="2400472"/>
                </a:lnTo>
                <a:cubicBezTo>
                  <a:pt x="4290958" y="2400887"/>
                  <a:pt x="4290460" y="2401137"/>
                  <a:pt x="4289962" y="2401137"/>
                </a:cubicBezTo>
                <a:close/>
                <a:moveTo>
                  <a:pt x="2464376" y="1917490"/>
                </a:moveTo>
                <a:cubicBezTo>
                  <a:pt x="2463877" y="1917490"/>
                  <a:pt x="2463379" y="1917158"/>
                  <a:pt x="2463130" y="1916742"/>
                </a:cubicBezTo>
                <a:lnTo>
                  <a:pt x="2453160" y="1899379"/>
                </a:lnTo>
                <a:cubicBezTo>
                  <a:pt x="2452911" y="1898963"/>
                  <a:pt x="2452911" y="1898382"/>
                  <a:pt x="2453160" y="1897966"/>
                </a:cubicBezTo>
                <a:lnTo>
                  <a:pt x="2463212" y="1880603"/>
                </a:lnTo>
                <a:cubicBezTo>
                  <a:pt x="2463462" y="1880104"/>
                  <a:pt x="2463960" y="1879855"/>
                  <a:pt x="2464459" y="1879855"/>
                </a:cubicBezTo>
                <a:lnTo>
                  <a:pt x="2484481" y="1879855"/>
                </a:lnTo>
                <a:cubicBezTo>
                  <a:pt x="2484979" y="1879855"/>
                  <a:pt x="2485478" y="1880187"/>
                  <a:pt x="2485727" y="1880603"/>
                </a:cubicBezTo>
                <a:lnTo>
                  <a:pt x="2495696" y="1897966"/>
                </a:lnTo>
                <a:cubicBezTo>
                  <a:pt x="2495946" y="1898382"/>
                  <a:pt x="2495946" y="1898963"/>
                  <a:pt x="2495696" y="1899379"/>
                </a:cubicBezTo>
                <a:lnTo>
                  <a:pt x="2485644" y="1916742"/>
                </a:lnTo>
                <a:cubicBezTo>
                  <a:pt x="2485395" y="1917241"/>
                  <a:pt x="2484896" y="1917490"/>
                  <a:pt x="2484398" y="1917490"/>
                </a:cubicBezTo>
                <a:close/>
                <a:moveTo>
                  <a:pt x="2524562" y="1933700"/>
                </a:moveTo>
                <a:cubicBezTo>
                  <a:pt x="2524063" y="1933700"/>
                  <a:pt x="2523565" y="1933368"/>
                  <a:pt x="2523316" y="1932952"/>
                </a:cubicBezTo>
                <a:lnTo>
                  <a:pt x="2513263" y="1915506"/>
                </a:lnTo>
                <a:cubicBezTo>
                  <a:pt x="2513014" y="1915090"/>
                  <a:pt x="2513014" y="1914509"/>
                  <a:pt x="2513263" y="1914093"/>
                </a:cubicBezTo>
                <a:lnTo>
                  <a:pt x="2523316" y="1896647"/>
                </a:lnTo>
                <a:cubicBezTo>
                  <a:pt x="2523565" y="1896148"/>
                  <a:pt x="2524063" y="1895899"/>
                  <a:pt x="2524562" y="1895899"/>
                </a:cubicBezTo>
                <a:lnTo>
                  <a:pt x="2544667" y="1895899"/>
                </a:lnTo>
                <a:cubicBezTo>
                  <a:pt x="2545165" y="1895899"/>
                  <a:pt x="2545664" y="1896231"/>
                  <a:pt x="2545913" y="1896647"/>
                </a:cubicBezTo>
                <a:lnTo>
                  <a:pt x="2555966" y="1914093"/>
                </a:lnTo>
                <a:cubicBezTo>
                  <a:pt x="2556215" y="1914509"/>
                  <a:pt x="2556215" y="1915090"/>
                  <a:pt x="2555966" y="1915506"/>
                </a:cubicBezTo>
                <a:lnTo>
                  <a:pt x="2545913" y="1932952"/>
                </a:lnTo>
                <a:cubicBezTo>
                  <a:pt x="2545664" y="1933451"/>
                  <a:pt x="2545165" y="1933700"/>
                  <a:pt x="2544667" y="1933700"/>
                </a:cubicBezTo>
                <a:close/>
                <a:moveTo>
                  <a:pt x="2584749" y="1949827"/>
                </a:moveTo>
                <a:cubicBezTo>
                  <a:pt x="2584250" y="1949827"/>
                  <a:pt x="2583752" y="1949495"/>
                  <a:pt x="2583503" y="1949079"/>
                </a:cubicBezTo>
                <a:lnTo>
                  <a:pt x="2573450" y="1931633"/>
                </a:lnTo>
                <a:cubicBezTo>
                  <a:pt x="2573201" y="1931217"/>
                  <a:pt x="2573201" y="1930636"/>
                  <a:pt x="2573450" y="1930220"/>
                </a:cubicBezTo>
                <a:lnTo>
                  <a:pt x="2583503" y="1912774"/>
                </a:lnTo>
                <a:cubicBezTo>
                  <a:pt x="2583752" y="1912275"/>
                  <a:pt x="2584250" y="1912026"/>
                  <a:pt x="2584749" y="1912026"/>
                </a:cubicBezTo>
                <a:lnTo>
                  <a:pt x="2604854" y="1912026"/>
                </a:lnTo>
                <a:cubicBezTo>
                  <a:pt x="2605352" y="1912026"/>
                  <a:pt x="2605850" y="1912358"/>
                  <a:pt x="2606100" y="1912774"/>
                </a:cubicBezTo>
                <a:lnTo>
                  <a:pt x="2616153" y="1930220"/>
                </a:lnTo>
                <a:cubicBezTo>
                  <a:pt x="2616402" y="1930636"/>
                  <a:pt x="2616402" y="1931217"/>
                  <a:pt x="2616153" y="1931633"/>
                </a:cubicBezTo>
                <a:lnTo>
                  <a:pt x="2606100" y="1949079"/>
                </a:lnTo>
                <a:cubicBezTo>
                  <a:pt x="2605851" y="1949578"/>
                  <a:pt x="2605352" y="1949827"/>
                  <a:pt x="2604854" y="1949827"/>
                </a:cubicBezTo>
                <a:close/>
                <a:moveTo>
                  <a:pt x="2404107" y="1901528"/>
                </a:moveTo>
                <a:cubicBezTo>
                  <a:pt x="2403608" y="1901528"/>
                  <a:pt x="2403110" y="1901196"/>
                  <a:pt x="2402861" y="1900781"/>
                </a:cubicBezTo>
                <a:lnTo>
                  <a:pt x="2392725" y="1883251"/>
                </a:lnTo>
                <a:cubicBezTo>
                  <a:pt x="2392476" y="1882835"/>
                  <a:pt x="2392476" y="1882254"/>
                  <a:pt x="2392725" y="1881839"/>
                </a:cubicBezTo>
                <a:lnTo>
                  <a:pt x="2402861" y="1864309"/>
                </a:lnTo>
                <a:cubicBezTo>
                  <a:pt x="2403110" y="1863810"/>
                  <a:pt x="2403608" y="1863561"/>
                  <a:pt x="2404107" y="1863561"/>
                </a:cubicBezTo>
                <a:lnTo>
                  <a:pt x="2424378" y="1863561"/>
                </a:lnTo>
                <a:cubicBezTo>
                  <a:pt x="2424877" y="1863561"/>
                  <a:pt x="2425375" y="1863893"/>
                  <a:pt x="2425624" y="1864309"/>
                </a:cubicBezTo>
                <a:lnTo>
                  <a:pt x="2435760" y="1881839"/>
                </a:lnTo>
                <a:cubicBezTo>
                  <a:pt x="2436009" y="1882254"/>
                  <a:pt x="2436009" y="1882835"/>
                  <a:pt x="2435760" y="1883251"/>
                </a:cubicBezTo>
                <a:lnTo>
                  <a:pt x="2425624" y="1900781"/>
                </a:lnTo>
                <a:cubicBezTo>
                  <a:pt x="2425375" y="1901279"/>
                  <a:pt x="2424877" y="1901528"/>
                  <a:pt x="2424378" y="1901528"/>
                </a:cubicBezTo>
                <a:close/>
                <a:moveTo>
                  <a:pt x="2765224" y="1998289"/>
                </a:moveTo>
                <a:cubicBezTo>
                  <a:pt x="2764725" y="1998289"/>
                  <a:pt x="2764227" y="1997957"/>
                  <a:pt x="2763979" y="1997542"/>
                </a:cubicBezTo>
                <a:lnTo>
                  <a:pt x="2753842" y="1980012"/>
                </a:lnTo>
                <a:cubicBezTo>
                  <a:pt x="2753594" y="1979596"/>
                  <a:pt x="2753593" y="1979015"/>
                  <a:pt x="2753842" y="1978600"/>
                </a:cubicBezTo>
                <a:lnTo>
                  <a:pt x="2763978" y="1961070"/>
                </a:lnTo>
                <a:cubicBezTo>
                  <a:pt x="2764227" y="1960571"/>
                  <a:pt x="2764725" y="1960322"/>
                  <a:pt x="2765224" y="1960322"/>
                </a:cubicBezTo>
                <a:lnTo>
                  <a:pt x="2785496" y="1960322"/>
                </a:lnTo>
                <a:cubicBezTo>
                  <a:pt x="2785995" y="1960322"/>
                  <a:pt x="2786493" y="1960654"/>
                  <a:pt x="2786741" y="1961070"/>
                </a:cubicBezTo>
                <a:lnTo>
                  <a:pt x="2796877" y="1978600"/>
                </a:lnTo>
                <a:cubicBezTo>
                  <a:pt x="2797126" y="1979015"/>
                  <a:pt x="2797126" y="1979596"/>
                  <a:pt x="2796877" y="1980012"/>
                </a:cubicBezTo>
                <a:lnTo>
                  <a:pt x="2786741" y="1997542"/>
                </a:lnTo>
                <a:cubicBezTo>
                  <a:pt x="2786492" y="1998040"/>
                  <a:pt x="2785995" y="1998289"/>
                  <a:pt x="2785496" y="1998289"/>
                </a:cubicBezTo>
                <a:close/>
                <a:moveTo>
                  <a:pt x="4871742" y="2562729"/>
                </a:moveTo>
                <a:cubicBezTo>
                  <a:pt x="4871243" y="2562729"/>
                  <a:pt x="4870745" y="2562397"/>
                  <a:pt x="4870497" y="2561982"/>
                </a:cubicBezTo>
                <a:lnTo>
                  <a:pt x="4860360" y="2544452"/>
                </a:lnTo>
                <a:cubicBezTo>
                  <a:pt x="4860112" y="2544036"/>
                  <a:pt x="4860112" y="2543455"/>
                  <a:pt x="4860360" y="2543040"/>
                </a:cubicBezTo>
                <a:lnTo>
                  <a:pt x="4870496" y="2525510"/>
                </a:lnTo>
                <a:cubicBezTo>
                  <a:pt x="4870746" y="2525011"/>
                  <a:pt x="4871243" y="2524762"/>
                  <a:pt x="4871742" y="2524762"/>
                </a:cubicBezTo>
                <a:lnTo>
                  <a:pt x="4892014" y="2524762"/>
                </a:lnTo>
                <a:cubicBezTo>
                  <a:pt x="4892513" y="2524762"/>
                  <a:pt x="4893011" y="2525094"/>
                  <a:pt x="4893260" y="2525510"/>
                </a:cubicBezTo>
                <a:lnTo>
                  <a:pt x="4903395" y="2543040"/>
                </a:lnTo>
                <a:cubicBezTo>
                  <a:pt x="4903644" y="2543455"/>
                  <a:pt x="4903644" y="2544036"/>
                  <a:pt x="4903395" y="2544452"/>
                </a:cubicBezTo>
                <a:lnTo>
                  <a:pt x="4893259" y="2561982"/>
                </a:lnTo>
                <a:cubicBezTo>
                  <a:pt x="4893011" y="2562480"/>
                  <a:pt x="4892513" y="2562729"/>
                  <a:pt x="4892014" y="2562729"/>
                </a:cubicBezTo>
                <a:close/>
                <a:moveTo>
                  <a:pt x="2644747" y="1966283"/>
                </a:moveTo>
                <a:cubicBezTo>
                  <a:pt x="2644248" y="1966283"/>
                  <a:pt x="2643750" y="1965951"/>
                  <a:pt x="2643501" y="1965536"/>
                </a:cubicBezTo>
                <a:lnTo>
                  <a:pt x="2633282" y="1947840"/>
                </a:lnTo>
                <a:cubicBezTo>
                  <a:pt x="2633033" y="1947424"/>
                  <a:pt x="2633033" y="1946843"/>
                  <a:pt x="2633282" y="1946428"/>
                </a:cubicBezTo>
                <a:lnTo>
                  <a:pt x="2643501" y="1928732"/>
                </a:lnTo>
                <a:cubicBezTo>
                  <a:pt x="2643750" y="1928233"/>
                  <a:pt x="2644248" y="1927984"/>
                  <a:pt x="2644747" y="1927984"/>
                </a:cubicBezTo>
                <a:lnTo>
                  <a:pt x="2665184" y="1927984"/>
                </a:lnTo>
                <a:cubicBezTo>
                  <a:pt x="2665683" y="1927984"/>
                  <a:pt x="2666181" y="1928316"/>
                  <a:pt x="2666431" y="1928732"/>
                </a:cubicBezTo>
                <a:lnTo>
                  <a:pt x="2676649" y="1946428"/>
                </a:lnTo>
                <a:cubicBezTo>
                  <a:pt x="2676899" y="1946843"/>
                  <a:pt x="2676899" y="1947424"/>
                  <a:pt x="2676649" y="1947840"/>
                </a:cubicBezTo>
                <a:lnTo>
                  <a:pt x="2666431" y="1965536"/>
                </a:lnTo>
                <a:cubicBezTo>
                  <a:pt x="2666181" y="1966034"/>
                  <a:pt x="2665683" y="1966283"/>
                  <a:pt x="2665184" y="1966283"/>
                </a:cubicBezTo>
                <a:close/>
                <a:moveTo>
                  <a:pt x="2825306" y="2014663"/>
                </a:moveTo>
                <a:cubicBezTo>
                  <a:pt x="2824807" y="2014664"/>
                  <a:pt x="2824309" y="2014331"/>
                  <a:pt x="2824059" y="2013916"/>
                </a:cubicBezTo>
                <a:lnTo>
                  <a:pt x="2813840" y="1996220"/>
                </a:lnTo>
                <a:cubicBezTo>
                  <a:pt x="2813591" y="1995804"/>
                  <a:pt x="2813591" y="1995223"/>
                  <a:pt x="2813841" y="1994809"/>
                </a:cubicBezTo>
                <a:lnTo>
                  <a:pt x="2824060" y="1977112"/>
                </a:lnTo>
                <a:cubicBezTo>
                  <a:pt x="2824309" y="1976613"/>
                  <a:pt x="2824807" y="1976365"/>
                  <a:pt x="2825306" y="1976364"/>
                </a:cubicBezTo>
                <a:lnTo>
                  <a:pt x="2845742" y="1976364"/>
                </a:lnTo>
                <a:cubicBezTo>
                  <a:pt x="2846242" y="1976364"/>
                  <a:pt x="2846740" y="1976696"/>
                  <a:pt x="2846989" y="1977112"/>
                </a:cubicBezTo>
                <a:lnTo>
                  <a:pt x="2857207" y="1994808"/>
                </a:lnTo>
                <a:cubicBezTo>
                  <a:pt x="2857458" y="1995223"/>
                  <a:pt x="2857458" y="1995804"/>
                  <a:pt x="2857208" y="1996220"/>
                </a:cubicBezTo>
                <a:lnTo>
                  <a:pt x="2846989" y="2013916"/>
                </a:lnTo>
                <a:cubicBezTo>
                  <a:pt x="2846739" y="2014414"/>
                  <a:pt x="2846242" y="2014663"/>
                  <a:pt x="2845742" y="2014663"/>
                </a:cubicBezTo>
                <a:close/>
                <a:moveTo>
                  <a:pt x="3487272" y="2192132"/>
                </a:moveTo>
                <a:cubicBezTo>
                  <a:pt x="3486773" y="2192132"/>
                  <a:pt x="3486276" y="2191799"/>
                  <a:pt x="3486026" y="2191384"/>
                </a:cubicBezTo>
                <a:lnTo>
                  <a:pt x="3475724" y="2173605"/>
                </a:lnTo>
                <a:cubicBezTo>
                  <a:pt x="3475475" y="2173190"/>
                  <a:pt x="3475476" y="2172608"/>
                  <a:pt x="3475724" y="2172193"/>
                </a:cubicBezTo>
                <a:lnTo>
                  <a:pt x="3486027" y="2154414"/>
                </a:lnTo>
                <a:cubicBezTo>
                  <a:pt x="3486276" y="2153915"/>
                  <a:pt x="3486774" y="2153666"/>
                  <a:pt x="3487273" y="2153666"/>
                </a:cubicBezTo>
                <a:lnTo>
                  <a:pt x="3507792" y="2153666"/>
                </a:lnTo>
                <a:cubicBezTo>
                  <a:pt x="3508291" y="2153666"/>
                  <a:pt x="3508789" y="2153998"/>
                  <a:pt x="3509040" y="2154414"/>
                </a:cubicBezTo>
                <a:lnTo>
                  <a:pt x="3519341" y="2172193"/>
                </a:lnTo>
                <a:cubicBezTo>
                  <a:pt x="3519590" y="2172608"/>
                  <a:pt x="3519591" y="2173190"/>
                  <a:pt x="3519341" y="2173605"/>
                </a:cubicBezTo>
                <a:lnTo>
                  <a:pt x="3509040" y="2191384"/>
                </a:lnTo>
                <a:cubicBezTo>
                  <a:pt x="3508789" y="2191882"/>
                  <a:pt x="3508292" y="2192132"/>
                  <a:pt x="3507792" y="2192132"/>
                </a:cubicBezTo>
                <a:close/>
                <a:moveTo>
                  <a:pt x="4931742" y="2579176"/>
                </a:moveTo>
                <a:cubicBezTo>
                  <a:pt x="4931243" y="2579176"/>
                  <a:pt x="4930745" y="2578843"/>
                  <a:pt x="4930496" y="2578428"/>
                </a:cubicBezTo>
                <a:lnTo>
                  <a:pt x="4920194" y="2560649"/>
                </a:lnTo>
                <a:cubicBezTo>
                  <a:pt x="4919945" y="2560234"/>
                  <a:pt x="4919945" y="2559653"/>
                  <a:pt x="4920194" y="2559237"/>
                </a:cubicBezTo>
                <a:lnTo>
                  <a:pt x="4930496" y="2541458"/>
                </a:lnTo>
                <a:cubicBezTo>
                  <a:pt x="4930745" y="2540959"/>
                  <a:pt x="4931243" y="2540711"/>
                  <a:pt x="4931742" y="2540710"/>
                </a:cubicBezTo>
                <a:lnTo>
                  <a:pt x="4952262" y="2540710"/>
                </a:lnTo>
                <a:cubicBezTo>
                  <a:pt x="4952761" y="2540710"/>
                  <a:pt x="4953259" y="2541042"/>
                  <a:pt x="4953509" y="2541458"/>
                </a:cubicBezTo>
                <a:lnTo>
                  <a:pt x="4963810" y="2559238"/>
                </a:lnTo>
                <a:cubicBezTo>
                  <a:pt x="4964060" y="2559652"/>
                  <a:pt x="4964060" y="2560234"/>
                  <a:pt x="4963810" y="2560649"/>
                </a:cubicBezTo>
                <a:lnTo>
                  <a:pt x="4953509" y="2578429"/>
                </a:lnTo>
                <a:cubicBezTo>
                  <a:pt x="4953259" y="2578927"/>
                  <a:pt x="4952761" y="2579176"/>
                  <a:pt x="4952262" y="2579177"/>
                </a:cubicBezTo>
                <a:close/>
                <a:moveTo>
                  <a:pt x="5112301" y="2627557"/>
                </a:moveTo>
                <a:cubicBezTo>
                  <a:pt x="5111802" y="2627557"/>
                  <a:pt x="5111304" y="2627224"/>
                  <a:pt x="5111055" y="2626809"/>
                </a:cubicBezTo>
                <a:lnTo>
                  <a:pt x="5100753" y="2609030"/>
                </a:lnTo>
                <a:cubicBezTo>
                  <a:pt x="5100504" y="2608615"/>
                  <a:pt x="5100504" y="2608033"/>
                  <a:pt x="5100753" y="2607618"/>
                </a:cubicBezTo>
                <a:lnTo>
                  <a:pt x="5111055" y="2589839"/>
                </a:lnTo>
                <a:cubicBezTo>
                  <a:pt x="5111304" y="2589340"/>
                  <a:pt x="5111802" y="2589091"/>
                  <a:pt x="5112301" y="2589091"/>
                </a:cubicBezTo>
                <a:lnTo>
                  <a:pt x="5132821" y="2589091"/>
                </a:lnTo>
                <a:cubicBezTo>
                  <a:pt x="5133320" y="2589091"/>
                  <a:pt x="5133818" y="2589423"/>
                  <a:pt x="5134068" y="2589839"/>
                </a:cubicBezTo>
                <a:lnTo>
                  <a:pt x="5144369" y="2607618"/>
                </a:lnTo>
                <a:cubicBezTo>
                  <a:pt x="5144619" y="2608033"/>
                  <a:pt x="5144619" y="2608615"/>
                  <a:pt x="5144369" y="2609030"/>
                </a:cubicBezTo>
                <a:lnTo>
                  <a:pt x="5134068" y="2626809"/>
                </a:lnTo>
                <a:cubicBezTo>
                  <a:pt x="5133818" y="2627307"/>
                  <a:pt x="5133320" y="2627557"/>
                  <a:pt x="5132821" y="2627557"/>
                </a:cubicBezTo>
                <a:close/>
                <a:moveTo>
                  <a:pt x="5353045" y="2692064"/>
                </a:moveTo>
                <a:cubicBezTo>
                  <a:pt x="5352546" y="2692064"/>
                  <a:pt x="5352048" y="2691731"/>
                  <a:pt x="5351799" y="2691316"/>
                </a:cubicBezTo>
                <a:lnTo>
                  <a:pt x="5341497" y="2673537"/>
                </a:lnTo>
                <a:cubicBezTo>
                  <a:pt x="5341248" y="2673122"/>
                  <a:pt x="5341248" y="2672540"/>
                  <a:pt x="5341497" y="2672125"/>
                </a:cubicBezTo>
                <a:lnTo>
                  <a:pt x="5351799" y="2654346"/>
                </a:lnTo>
                <a:cubicBezTo>
                  <a:pt x="5352048" y="2653847"/>
                  <a:pt x="5352546" y="2653598"/>
                  <a:pt x="5353045" y="2653598"/>
                </a:cubicBezTo>
                <a:lnTo>
                  <a:pt x="5373565" y="2653598"/>
                </a:lnTo>
                <a:cubicBezTo>
                  <a:pt x="5374064" y="2653598"/>
                  <a:pt x="5374562" y="2653930"/>
                  <a:pt x="5374812" y="2654346"/>
                </a:cubicBezTo>
                <a:lnTo>
                  <a:pt x="5385113" y="2672125"/>
                </a:lnTo>
                <a:cubicBezTo>
                  <a:pt x="5385363" y="2672540"/>
                  <a:pt x="5385363" y="2673122"/>
                  <a:pt x="5385113" y="2673537"/>
                </a:cubicBezTo>
                <a:lnTo>
                  <a:pt x="5374812" y="2691316"/>
                </a:lnTo>
                <a:cubicBezTo>
                  <a:pt x="5374562" y="2691814"/>
                  <a:pt x="5374064" y="2692064"/>
                  <a:pt x="5373565" y="2692064"/>
                </a:cubicBezTo>
                <a:close/>
                <a:moveTo>
                  <a:pt x="5593790" y="2756572"/>
                </a:moveTo>
                <a:cubicBezTo>
                  <a:pt x="5593291" y="2756572"/>
                  <a:pt x="5592794" y="2756239"/>
                  <a:pt x="5592545" y="2755824"/>
                </a:cubicBezTo>
                <a:lnTo>
                  <a:pt x="5582243" y="2738045"/>
                </a:lnTo>
                <a:cubicBezTo>
                  <a:pt x="5581994" y="2737630"/>
                  <a:pt x="5581994" y="2737048"/>
                  <a:pt x="5582243" y="2736633"/>
                </a:cubicBezTo>
                <a:lnTo>
                  <a:pt x="5592545" y="2718854"/>
                </a:lnTo>
                <a:cubicBezTo>
                  <a:pt x="5592794" y="2718355"/>
                  <a:pt x="5593291" y="2718106"/>
                  <a:pt x="5593790" y="2718106"/>
                </a:cubicBezTo>
                <a:lnTo>
                  <a:pt x="5614311" y="2718106"/>
                </a:lnTo>
                <a:cubicBezTo>
                  <a:pt x="5614810" y="2718106"/>
                  <a:pt x="5615307" y="2718438"/>
                  <a:pt x="5615558" y="2718854"/>
                </a:cubicBezTo>
                <a:lnTo>
                  <a:pt x="5625858" y="2736633"/>
                </a:lnTo>
                <a:cubicBezTo>
                  <a:pt x="5626109" y="2737048"/>
                  <a:pt x="5626108" y="2737630"/>
                  <a:pt x="5625859" y="2738045"/>
                </a:cubicBezTo>
                <a:lnTo>
                  <a:pt x="5615557" y="2755824"/>
                </a:lnTo>
                <a:cubicBezTo>
                  <a:pt x="5615308" y="2756322"/>
                  <a:pt x="5614810" y="2756572"/>
                  <a:pt x="5614311" y="2756572"/>
                </a:cubicBezTo>
                <a:close/>
                <a:moveTo>
                  <a:pt x="3065976" y="2079350"/>
                </a:moveTo>
                <a:cubicBezTo>
                  <a:pt x="3065478" y="2079350"/>
                  <a:pt x="3064979" y="2079018"/>
                  <a:pt x="3064730" y="2078602"/>
                </a:cubicBezTo>
                <a:lnTo>
                  <a:pt x="3054428" y="2060740"/>
                </a:lnTo>
                <a:cubicBezTo>
                  <a:pt x="3054179" y="2060242"/>
                  <a:pt x="3054179" y="2059660"/>
                  <a:pt x="3054428" y="2059245"/>
                </a:cubicBezTo>
                <a:lnTo>
                  <a:pt x="3064730" y="2041383"/>
                </a:lnTo>
                <a:cubicBezTo>
                  <a:pt x="3064979" y="2040884"/>
                  <a:pt x="3065478" y="2040635"/>
                  <a:pt x="3065976" y="2040635"/>
                </a:cubicBezTo>
                <a:lnTo>
                  <a:pt x="3086663" y="2040635"/>
                </a:lnTo>
                <a:cubicBezTo>
                  <a:pt x="3087161" y="2040635"/>
                  <a:pt x="3087660" y="2040967"/>
                  <a:pt x="3087909" y="2041383"/>
                </a:cubicBezTo>
                <a:lnTo>
                  <a:pt x="3098211" y="2059245"/>
                </a:lnTo>
                <a:cubicBezTo>
                  <a:pt x="3098460" y="2059743"/>
                  <a:pt x="3098461" y="2060325"/>
                  <a:pt x="3098211" y="2060740"/>
                </a:cubicBezTo>
                <a:lnTo>
                  <a:pt x="3087909" y="2078602"/>
                </a:lnTo>
                <a:cubicBezTo>
                  <a:pt x="3087660" y="2079100"/>
                  <a:pt x="3087162" y="2079350"/>
                  <a:pt x="3086664" y="2079350"/>
                </a:cubicBezTo>
                <a:close/>
                <a:moveTo>
                  <a:pt x="5052123" y="2611536"/>
                </a:moveTo>
                <a:cubicBezTo>
                  <a:pt x="5051624" y="2611536"/>
                  <a:pt x="5051125" y="2611204"/>
                  <a:pt x="5050877" y="2610788"/>
                </a:cubicBezTo>
                <a:lnTo>
                  <a:pt x="5040575" y="2592926"/>
                </a:lnTo>
                <a:cubicBezTo>
                  <a:pt x="5040326" y="2592428"/>
                  <a:pt x="5040326" y="2591846"/>
                  <a:pt x="5040575" y="2591431"/>
                </a:cubicBezTo>
                <a:lnTo>
                  <a:pt x="5050877" y="2573569"/>
                </a:lnTo>
                <a:cubicBezTo>
                  <a:pt x="5051126" y="2573070"/>
                  <a:pt x="5051624" y="2572821"/>
                  <a:pt x="5052123" y="2572821"/>
                </a:cubicBezTo>
                <a:lnTo>
                  <a:pt x="5072810" y="2572821"/>
                </a:lnTo>
                <a:cubicBezTo>
                  <a:pt x="5073308" y="2572821"/>
                  <a:pt x="5073807" y="2573153"/>
                  <a:pt x="5074055" y="2573569"/>
                </a:cubicBezTo>
                <a:lnTo>
                  <a:pt x="5084357" y="2591431"/>
                </a:lnTo>
                <a:cubicBezTo>
                  <a:pt x="5084607" y="2591929"/>
                  <a:pt x="5084607" y="2592511"/>
                  <a:pt x="5084358" y="2592926"/>
                </a:cubicBezTo>
                <a:lnTo>
                  <a:pt x="5074055" y="2610788"/>
                </a:lnTo>
                <a:cubicBezTo>
                  <a:pt x="5073807" y="2611286"/>
                  <a:pt x="5073308" y="2611536"/>
                  <a:pt x="5072810" y="2611536"/>
                </a:cubicBezTo>
                <a:close/>
                <a:moveTo>
                  <a:pt x="5292867" y="2676043"/>
                </a:moveTo>
                <a:cubicBezTo>
                  <a:pt x="5292368" y="2676043"/>
                  <a:pt x="5291870" y="2675711"/>
                  <a:pt x="5291621" y="2675295"/>
                </a:cubicBezTo>
                <a:lnTo>
                  <a:pt x="5281319" y="2657433"/>
                </a:lnTo>
                <a:cubicBezTo>
                  <a:pt x="5281070" y="2656935"/>
                  <a:pt x="5281070" y="2656353"/>
                  <a:pt x="5281319" y="2655938"/>
                </a:cubicBezTo>
                <a:lnTo>
                  <a:pt x="5291621" y="2638076"/>
                </a:lnTo>
                <a:cubicBezTo>
                  <a:pt x="5291870" y="2637577"/>
                  <a:pt x="5292368" y="2637328"/>
                  <a:pt x="5292867" y="2637328"/>
                </a:cubicBezTo>
                <a:lnTo>
                  <a:pt x="5313554" y="2637328"/>
                </a:lnTo>
                <a:cubicBezTo>
                  <a:pt x="5314052" y="2637328"/>
                  <a:pt x="5314551" y="2637660"/>
                  <a:pt x="5314800" y="2638076"/>
                </a:cubicBezTo>
                <a:lnTo>
                  <a:pt x="5325102" y="2655939"/>
                </a:lnTo>
                <a:cubicBezTo>
                  <a:pt x="5325351" y="2656436"/>
                  <a:pt x="5325351" y="2657019"/>
                  <a:pt x="5325102" y="2657433"/>
                </a:cubicBezTo>
                <a:lnTo>
                  <a:pt x="5314800" y="2675296"/>
                </a:lnTo>
                <a:cubicBezTo>
                  <a:pt x="5314551" y="2675794"/>
                  <a:pt x="5314052" y="2676043"/>
                  <a:pt x="5313554" y="2676043"/>
                </a:cubicBezTo>
                <a:close/>
                <a:moveTo>
                  <a:pt x="5413240" y="2708297"/>
                </a:moveTo>
                <a:cubicBezTo>
                  <a:pt x="5412741" y="2708297"/>
                  <a:pt x="5412243" y="2707965"/>
                  <a:pt x="5411994" y="2707549"/>
                </a:cubicBezTo>
                <a:lnTo>
                  <a:pt x="5401692" y="2689687"/>
                </a:lnTo>
                <a:cubicBezTo>
                  <a:pt x="5401443" y="2689189"/>
                  <a:pt x="5401443" y="2688607"/>
                  <a:pt x="5401692" y="2688192"/>
                </a:cubicBezTo>
                <a:lnTo>
                  <a:pt x="5411994" y="2670330"/>
                </a:lnTo>
                <a:cubicBezTo>
                  <a:pt x="5412243" y="2669831"/>
                  <a:pt x="5412741" y="2669582"/>
                  <a:pt x="5413240" y="2669582"/>
                </a:cubicBezTo>
                <a:lnTo>
                  <a:pt x="5433927" y="2669582"/>
                </a:lnTo>
                <a:cubicBezTo>
                  <a:pt x="5434425" y="2669582"/>
                  <a:pt x="5434924" y="2669914"/>
                  <a:pt x="5435173" y="2670330"/>
                </a:cubicBezTo>
                <a:lnTo>
                  <a:pt x="5445475" y="2688192"/>
                </a:lnTo>
                <a:cubicBezTo>
                  <a:pt x="5445724" y="2688690"/>
                  <a:pt x="5445724" y="2689272"/>
                  <a:pt x="5445475" y="2689687"/>
                </a:cubicBezTo>
                <a:lnTo>
                  <a:pt x="5435173" y="2707549"/>
                </a:lnTo>
                <a:cubicBezTo>
                  <a:pt x="5434924" y="2708047"/>
                  <a:pt x="5434425" y="2708297"/>
                  <a:pt x="5433927" y="2708297"/>
                </a:cubicBezTo>
                <a:close/>
                <a:moveTo>
                  <a:pt x="5653984" y="2772804"/>
                </a:moveTo>
                <a:cubicBezTo>
                  <a:pt x="5653485" y="2772804"/>
                  <a:pt x="5652987" y="2772473"/>
                  <a:pt x="5652738" y="2772056"/>
                </a:cubicBezTo>
                <a:lnTo>
                  <a:pt x="5642436" y="2754194"/>
                </a:lnTo>
                <a:cubicBezTo>
                  <a:pt x="5642187" y="2753696"/>
                  <a:pt x="5642187" y="2753114"/>
                  <a:pt x="5642436" y="2752699"/>
                </a:cubicBezTo>
                <a:lnTo>
                  <a:pt x="5652738" y="2734837"/>
                </a:lnTo>
                <a:cubicBezTo>
                  <a:pt x="5652987" y="2734338"/>
                  <a:pt x="5653485" y="2734090"/>
                  <a:pt x="5653984" y="2734089"/>
                </a:cubicBezTo>
                <a:lnTo>
                  <a:pt x="5674671" y="2734089"/>
                </a:lnTo>
                <a:cubicBezTo>
                  <a:pt x="5675169" y="2734089"/>
                  <a:pt x="5675668" y="2734421"/>
                  <a:pt x="5675917" y="2734837"/>
                </a:cubicBezTo>
                <a:lnTo>
                  <a:pt x="5686219" y="2752700"/>
                </a:lnTo>
                <a:cubicBezTo>
                  <a:pt x="5686468" y="2753197"/>
                  <a:pt x="5686468" y="2753780"/>
                  <a:pt x="5686219" y="2754195"/>
                </a:cubicBezTo>
                <a:lnTo>
                  <a:pt x="5675917" y="2772057"/>
                </a:lnTo>
                <a:cubicBezTo>
                  <a:pt x="5675668" y="2772555"/>
                  <a:pt x="5675169" y="2772804"/>
                  <a:pt x="5674671" y="2772805"/>
                </a:cubicBezTo>
                <a:close/>
                <a:moveTo>
                  <a:pt x="2704778" y="1982661"/>
                </a:moveTo>
                <a:cubicBezTo>
                  <a:pt x="2704279" y="1982661"/>
                  <a:pt x="2703780" y="1982329"/>
                  <a:pt x="2703532" y="1981913"/>
                </a:cubicBezTo>
                <a:lnTo>
                  <a:pt x="2693147" y="1963968"/>
                </a:lnTo>
                <a:cubicBezTo>
                  <a:pt x="2692898" y="1963470"/>
                  <a:pt x="2692897" y="1962888"/>
                  <a:pt x="2693147" y="1962473"/>
                </a:cubicBezTo>
                <a:lnTo>
                  <a:pt x="2703532" y="1944528"/>
                </a:lnTo>
                <a:cubicBezTo>
                  <a:pt x="2703781" y="1944029"/>
                  <a:pt x="2704279" y="1943780"/>
                  <a:pt x="2704778" y="1943780"/>
                </a:cubicBezTo>
                <a:lnTo>
                  <a:pt x="2725547" y="1943780"/>
                </a:lnTo>
                <a:cubicBezTo>
                  <a:pt x="2726045" y="1943780"/>
                  <a:pt x="2726544" y="1944112"/>
                  <a:pt x="2726794" y="1944528"/>
                </a:cubicBezTo>
                <a:lnTo>
                  <a:pt x="2737179" y="1962473"/>
                </a:lnTo>
                <a:cubicBezTo>
                  <a:pt x="2737428" y="1962971"/>
                  <a:pt x="2737428" y="1963553"/>
                  <a:pt x="2737179" y="1963968"/>
                </a:cubicBezTo>
                <a:lnTo>
                  <a:pt x="2726794" y="1981913"/>
                </a:lnTo>
                <a:cubicBezTo>
                  <a:pt x="2726545" y="1982412"/>
                  <a:pt x="2726046" y="1982661"/>
                  <a:pt x="2725548" y="1982661"/>
                </a:cubicBezTo>
                <a:close/>
                <a:moveTo>
                  <a:pt x="5232600" y="2659989"/>
                </a:moveTo>
                <a:cubicBezTo>
                  <a:pt x="5232101" y="2659989"/>
                  <a:pt x="5231603" y="2659657"/>
                  <a:pt x="5231354" y="2659241"/>
                </a:cubicBezTo>
                <a:lnTo>
                  <a:pt x="5220969" y="2641296"/>
                </a:lnTo>
                <a:cubicBezTo>
                  <a:pt x="5220720" y="2640798"/>
                  <a:pt x="5220720" y="2640216"/>
                  <a:pt x="5220969" y="2639801"/>
                </a:cubicBezTo>
                <a:lnTo>
                  <a:pt x="5231354" y="2621856"/>
                </a:lnTo>
                <a:cubicBezTo>
                  <a:pt x="5231603" y="2621357"/>
                  <a:pt x="5232101" y="2621108"/>
                  <a:pt x="5232600" y="2621108"/>
                </a:cubicBezTo>
                <a:lnTo>
                  <a:pt x="5253370" y="2621108"/>
                </a:lnTo>
                <a:cubicBezTo>
                  <a:pt x="5253868" y="2621108"/>
                  <a:pt x="5254367" y="2621440"/>
                  <a:pt x="5254616" y="2621856"/>
                </a:cubicBezTo>
                <a:lnTo>
                  <a:pt x="5265001" y="2639801"/>
                </a:lnTo>
                <a:cubicBezTo>
                  <a:pt x="5265250" y="2640299"/>
                  <a:pt x="5265250" y="2640881"/>
                  <a:pt x="5265001" y="2641296"/>
                </a:cubicBezTo>
                <a:lnTo>
                  <a:pt x="5254616" y="2659241"/>
                </a:lnTo>
                <a:cubicBezTo>
                  <a:pt x="5254367" y="2659740"/>
                  <a:pt x="5253868" y="2659989"/>
                  <a:pt x="5253370" y="2659989"/>
                </a:cubicBezTo>
                <a:close/>
                <a:moveTo>
                  <a:pt x="4991771" y="2595563"/>
                </a:moveTo>
                <a:cubicBezTo>
                  <a:pt x="4991272" y="2595563"/>
                  <a:pt x="4990775" y="2595232"/>
                  <a:pt x="4990525" y="2594817"/>
                </a:cubicBezTo>
                <a:lnTo>
                  <a:pt x="4980140" y="2576788"/>
                </a:lnTo>
                <a:cubicBezTo>
                  <a:pt x="4979891" y="2576289"/>
                  <a:pt x="4979891" y="2575708"/>
                  <a:pt x="4980140" y="2575292"/>
                </a:cubicBezTo>
                <a:lnTo>
                  <a:pt x="4990609" y="2557264"/>
                </a:lnTo>
                <a:cubicBezTo>
                  <a:pt x="4990857" y="2556766"/>
                  <a:pt x="4991357" y="2556517"/>
                  <a:pt x="4991855" y="2556516"/>
                </a:cubicBezTo>
                <a:lnTo>
                  <a:pt x="5012708" y="2556517"/>
                </a:lnTo>
                <a:cubicBezTo>
                  <a:pt x="5013207" y="2556517"/>
                  <a:pt x="5013704" y="2556848"/>
                  <a:pt x="5013953" y="2557265"/>
                </a:cubicBezTo>
                <a:lnTo>
                  <a:pt x="5024338" y="2575292"/>
                </a:lnTo>
                <a:cubicBezTo>
                  <a:pt x="5024587" y="2575791"/>
                  <a:pt x="5024587" y="2576372"/>
                  <a:pt x="5024338" y="2576788"/>
                </a:cubicBezTo>
                <a:lnTo>
                  <a:pt x="5013870" y="2594817"/>
                </a:lnTo>
                <a:cubicBezTo>
                  <a:pt x="5013622" y="2595314"/>
                  <a:pt x="5013122" y="2595563"/>
                  <a:pt x="5012624" y="2595564"/>
                </a:cubicBezTo>
                <a:close/>
                <a:moveTo>
                  <a:pt x="5172330" y="2643944"/>
                </a:moveTo>
                <a:cubicBezTo>
                  <a:pt x="5171831" y="2643944"/>
                  <a:pt x="5171333" y="2643612"/>
                  <a:pt x="5171084" y="2643197"/>
                </a:cubicBezTo>
                <a:lnTo>
                  <a:pt x="5160699" y="2625168"/>
                </a:lnTo>
                <a:cubicBezTo>
                  <a:pt x="5160450" y="2624670"/>
                  <a:pt x="5160450" y="2624088"/>
                  <a:pt x="5160699" y="2623673"/>
                </a:cubicBezTo>
                <a:lnTo>
                  <a:pt x="5171167" y="2605645"/>
                </a:lnTo>
                <a:cubicBezTo>
                  <a:pt x="5171416" y="2605146"/>
                  <a:pt x="5171915" y="2604897"/>
                  <a:pt x="5172413" y="2604897"/>
                </a:cubicBezTo>
                <a:lnTo>
                  <a:pt x="5193266" y="2604897"/>
                </a:lnTo>
                <a:cubicBezTo>
                  <a:pt x="5193765" y="2604897"/>
                  <a:pt x="5194263" y="2605229"/>
                  <a:pt x="5194512" y="2605645"/>
                </a:cubicBezTo>
                <a:lnTo>
                  <a:pt x="5204897" y="2623673"/>
                </a:lnTo>
                <a:cubicBezTo>
                  <a:pt x="5205146" y="2624171"/>
                  <a:pt x="5205146" y="2624753"/>
                  <a:pt x="5204897" y="2625168"/>
                </a:cubicBezTo>
                <a:lnTo>
                  <a:pt x="5194429" y="2643197"/>
                </a:lnTo>
                <a:cubicBezTo>
                  <a:pt x="5194180" y="2643695"/>
                  <a:pt x="5193681" y="2643944"/>
                  <a:pt x="5193183" y="2643944"/>
                </a:cubicBezTo>
                <a:close/>
                <a:moveTo>
                  <a:pt x="5473261" y="2724578"/>
                </a:moveTo>
                <a:cubicBezTo>
                  <a:pt x="5472763" y="2724578"/>
                  <a:pt x="5472264" y="2724246"/>
                  <a:pt x="5472015" y="2723831"/>
                </a:cubicBezTo>
                <a:lnTo>
                  <a:pt x="5461630" y="2705802"/>
                </a:lnTo>
                <a:cubicBezTo>
                  <a:pt x="5461381" y="2705304"/>
                  <a:pt x="5461381" y="2704722"/>
                  <a:pt x="5461630" y="2704307"/>
                </a:cubicBezTo>
                <a:lnTo>
                  <a:pt x="5472098" y="2686279"/>
                </a:lnTo>
                <a:cubicBezTo>
                  <a:pt x="5472347" y="2685780"/>
                  <a:pt x="5472846" y="2685531"/>
                  <a:pt x="5473344" y="2685531"/>
                </a:cubicBezTo>
                <a:lnTo>
                  <a:pt x="5494197" y="2685531"/>
                </a:lnTo>
                <a:cubicBezTo>
                  <a:pt x="5494695" y="2685531"/>
                  <a:pt x="5495194" y="2685863"/>
                  <a:pt x="5495443" y="2686279"/>
                </a:cubicBezTo>
                <a:lnTo>
                  <a:pt x="5505828" y="2704307"/>
                </a:lnTo>
                <a:cubicBezTo>
                  <a:pt x="5506077" y="2704805"/>
                  <a:pt x="5506077" y="2705387"/>
                  <a:pt x="5505828" y="2705802"/>
                </a:cubicBezTo>
                <a:lnTo>
                  <a:pt x="5495360" y="2723831"/>
                </a:lnTo>
                <a:cubicBezTo>
                  <a:pt x="5495111" y="2724329"/>
                  <a:pt x="5494612" y="2724578"/>
                  <a:pt x="5494114" y="2724578"/>
                </a:cubicBezTo>
                <a:close/>
                <a:moveTo>
                  <a:pt x="5533447" y="2740705"/>
                </a:moveTo>
                <a:cubicBezTo>
                  <a:pt x="5532949" y="2740705"/>
                  <a:pt x="5532450" y="2740373"/>
                  <a:pt x="5532201" y="2739958"/>
                </a:cubicBezTo>
                <a:lnTo>
                  <a:pt x="5521816" y="2721929"/>
                </a:lnTo>
                <a:cubicBezTo>
                  <a:pt x="5521567" y="2721431"/>
                  <a:pt x="5521567" y="2720849"/>
                  <a:pt x="5521816" y="2720434"/>
                </a:cubicBezTo>
                <a:lnTo>
                  <a:pt x="5532284" y="2702406"/>
                </a:lnTo>
                <a:cubicBezTo>
                  <a:pt x="5532533" y="2701907"/>
                  <a:pt x="5533032" y="2701658"/>
                  <a:pt x="5533530" y="2701658"/>
                </a:cubicBezTo>
                <a:lnTo>
                  <a:pt x="5554383" y="2701658"/>
                </a:lnTo>
                <a:cubicBezTo>
                  <a:pt x="5554881" y="2701658"/>
                  <a:pt x="5555380" y="2701990"/>
                  <a:pt x="5555629" y="2702406"/>
                </a:cubicBezTo>
                <a:lnTo>
                  <a:pt x="5566014" y="2720434"/>
                </a:lnTo>
                <a:cubicBezTo>
                  <a:pt x="5566263" y="2720932"/>
                  <a:pt x="5566263" y="2721514"/>
                  <a:pt x="5566014" y="2721929"/>
                </a:cubicBezTo>
                <a:lnTo>
                  <a:pt x="5555546" y="2739958"/>
                </a:lnTo>
                <a:cubicBezTo>
                  <a:pt x="5555297" y="2740456"/>
                  <a:pt x="5554798" y="2740705"/>
                  <a:pt x="5554300" y="2740705"/>
                </a:cubicBezTo>
                <a:close/>
                <a:moveTo>
                  <a:pt x="3788046" y="2273109"/>
                </a:moveTo>
                <a:cubicBezTo>
                  <a:pt x="3787548" y="2273109"/>
                  <a:pt x="3787049" y="2272777"/>
                  <a:pt x="3786800" y="2272361"/>
                </a:cubicBezTo>
                <a:lnTo>
                  <a:pt x="3776332" y="2254250"/>
                </a:lnTo>
                <a:cubicBezTo>
                  <a:pt x="3776083" y="2253752"/>
                  <a:pt x="3776083" y="2253170"/>
                  <a:pt x="3776332" y="2252755"/>
                </a:cubicBezTo>
                <a:lnTo>
                  <a:pt x="3786800" y="2234644"/>
                </a:lnTo>
                <a:cubicBezTo>
                  <a:pt x="3787049" y="2234145"/>
                  <a:pt x="3787548" y="2233896"/>
                  <a:pt x="3788046" y="2233896"/>
                </a:cubicBezTo>
                <a:lnTo>
                  <a:pt x="3808982" y="2233896"/>
                </a:lnTo>
                <a:cubicBezTo>
                  <a:pt x="3809481" y="2233896"/>
                  <a:pt x="3809979" y="2234228"/>
                  <a:pt x="3810228" y="2234644"/>
                </a:cubicBezTo>
                <a:lnTo>
                  <a:pt x="3820696" y="2252755"/>
                </a:lnTo>
                <a:cubicBezTo>
                  <a:pt x="3820946" y="2253253"/>
                  <a:pt x="3820946" y="2253835"/>
                  <a:pt x="3820696" y="2254250"/>
                </a:cubicBezTo>
                <a:lnTo>
                  <a:pt x="3810228" y="2272361"/>
                </a:lnTo>
                <a:cubicBezTo>
                  <a:pt x="3809979" y="2272860"/>
                  <a:pt x="3809481" y="2273109"/>
                  <a:pt x="3808982" y="2273109"/>
                </a:cubicBezTo>
                <a:close/>
                <a:moveTo>
                  <a:pt x="3848149" y="2289496"/>
                </a:moveTo>
                <a:cubicBezTo>
                  <a:pt x="3847568" y="2289496"/>
                  <a:pt x="3847069" y="2289247"/>
                  <a:pt x="3846819" y="2288748"/>
                </a:cubicBezTo>
                <a:lnTo>
                  <a:pt x="3836269" y="2270388"/>
                </a:lnTo>
                <a:cubicBezTo>
                  <a:pt x="3836020" y="2269889"/>
                  <a:pt x="3836020" y="2269391"/>
                  <a:pt x="3836269" y="2268892"/>
                </a:cubicBezTo>
                <a:lnTo>
                  <a:pt x="3846820" y="2250532"/>
                </a:lnTo>
                <a:cubicBezTo>
                  <a:pt x="3847151" y="2250033"/>
                  <a:pt x="3847651" y="2249784"/>
                  <a:pt x="3848149" y="2249784"/>
                </a:cubicBezTo>
                <a:lnTo>
                  <a:pt x="3869334" y="2249784"/>
                </a:lnTo>
                <a:cubicBezTo>
                  <a:pt x="3869916" y="2249784"/>
                  <a:pt x="3870414" y="2250033"/>
                  <a:pt x="3870664" y="2250532"/>
                </a:cubicBezTo>
                <a:lnTo>
                  <a:pt x="3881215" y="2268892"/>
                </a:lnTo>
                <a:cubicBezTo>
                  <a:pt x="3881464" y="2269391"/>
                  <a:pt x="3881464" y="2269889"/>
                  <a:pt x="3881215" y="2270388"/>
                </a:cubicBezTo>
                <a:lnTo>
                  <a:pt x="3870664" y="2288748"/>
                </a:lnTo>
                <a:cubicBezTo>
                  <a:pt x="3870331" y="2289247"/>
                  <a:pt x="3869833" y="2289496"/>
                  <a:pt x="3869334" y="2289496"/>
                </a:cubicBezTo>
                <a:close/>
                <a:moveTo>
                  <a:pt x="3908253" y="2305696"/>
                </a:moveTo>
                <a:cubicBezTo>
                  <a:pt x="3907672" y="2305696"/>
                  <a:pt x="3907173" y="2305447"/>
                  <a:pt x="3906924" y="2304948"/>
                </a:cubicBezTo>
                <a:lnTo>
                  <a:pt x="3896290" y="2286505"/>
                </a:lnTo>
                <a:cubicBezTo>
                  <a:pt x="3896041" y="2286089"/>
                  <a:pt x="3896041" y="2285508"/>
                  <a:pt x="3896290" y="2285009"/>
                </a:cubicBezTo>
                <a:lnTo>
                  <a:pt x="3906924" y="2266566"/>
                </a:lnTo>
                <a:cubicBezTo>
                  <a:pt x="3907256" y="2266067"/>
                  <a:pt x="3907755" y="2265818"/>
                  <a:pt x="3908253" y="2265818"/>
                </a:cubicBezTo>
                <a:lnTo>
                  <a:pt x="3929522" y="2265818"/>
                </a:lnTo>
                <a:cubicBezTo>
                  <a:pt x="3930103" y="2265818"/>
                  <a:pt x="3930602" y="2266067"/>
                  <a:pt x="3930851" y="2266566"/>
                </a:cubicBezTo>
                <a:lnTo>
                  <a:pt x="3941485" y="2285009"/>
                </a:lnTo>
                <a:cubicBezTo>
                  <a:pt x="3941734" y="2285425"/>
                  <a:pt x="3941734" y="2286006"/>
                  <a:pt x="3941485" y="2286505"/>
                </a:cubicBezTo>
                <a:lnTo>
                  <a:pt x="3930851" y="2304948"/>
                </a:lnTo>
                <a:cubicBezTo>
                  <a:pt x="3930518" y="2305447"/>
                  <a:pt x="3930020" y="2305696"/>
                  <a:pt x="3929522" y="2305696"/>
                </a:cubicBezTo>
                <a:close/>
                <a:moveTo>
                  <a:pt x="3968440" y="2321823"/>
                </a:moveTo>
                <a:cubicBezTo>
                  <a:pt x="3967859" y="2321823"/>
                  <a:pt x="3967360" y="2321574"/>
                  <a:pt x="3967111" y="2321075"/>
                </a:cubicBezTo>
                <a:lnTo>
                  <a:pt x="3956477" y="2302632"/>
                </a:lnTo>
                <a:cubicBezTo>
                  <a:pt x="3956228" y="2302216"/>
                  <a:pt x="3956228" y="2301635"/>
                  <a:pt x="3956477" y="2301136"/>
                </a:cubicBezTo>
                <a:lnTo>
                  <a:pt x="3967111" y="2282693"/>
                </a:lnTo>
                <a:cubicBezTo>
                  <a:pt x="3967443" y="2282194"/>
                  <a:pt x="3967942" y="2281945"/>
                  <a:pt x="3968440" y="2281945"/>
                </a:cubicBezTo>
                <a:lnTo>
                  <a:pt x="3989709" y="2281945"/>
                </a:lnTo>
                <a:cubicBezTo>
                  <a:pt x="3990290" y="2281945"/>
                  <a:pt x="3990789" y="2282194"/>
                  <a:pt x="3991038" y="2282693"/>
                </a:cubicBezTo>
                <a:lnTo>
                  <a:pt x="4001672" y="2301136"/>
                </a:lnTo>
                <a:cubicBezTo>
                  <a:pt x="4001921" y="2301552"/>
                  <a:pt x="4001921" y="2302133"/>
                  <a:pt x="4001672" y="2302632"/>
                </a:cubicBezTo>
                <a:lnTo>
                  <a:pt x="3991038" y="2321075"/>
                </a:lnTo>
                <a:cubicBezTo>
                  <a:pt x="3990705" y="2321574"/>
                  <a:pt x="3990207" y="2321823"/>
                  <a:pt x="3989709" y="2321823"/>
                </a:cubicBezTo>
                <a:close/>
                <a:moveTo>
                  <a:pt x="5713840" y="2789502"/>
                </a:moveTo>
                <a:cubicBezTo>
                  <a:pt x="5713259" y="2789502"/>
                  <a:pt x="5712760" y="2789253"/>
                  <a:pt x="5712510" y="2788754"/>
                </a:cubicBezTo>
                <a:lnTo>
                  <a:pt x="5701877" y="2770311"/>
                </a:lnTo>
                <a:cubicBezTo>
                  <a:pt x="5701628" y="2769895"/>
                  <a:pt x="5701628" y="2769314"/>
                  <a:pt x="5701877" y="2768815"/>
                </a:cubicBezTo>
                <a:lnTo>
                  <a:pt x="5712511" y="2750372"/>
                </a:lnTo>
                <a:cubicBezTo>
                  <a:pt x="5712843" y="2749873"/>
                  <a:pt x="5713342" y="2749624"/>
                  <a:pt x="5713840" y="2749624"/>
                </a:cubicBezTo>
                <a:lnTo>
                  <a:pt x="5735109" y="2749624"/>
                </a:lnTo>
                <a:cubicBezTo>
                  <a:pt x="5735690" y="2749624"/>
                  <a:pt x="5736189" y="2749873"/>
                  <a:pt x="5736438" y="2750372"/>
                </a:cubicBezTo>
                <a:lnTo>
                  <a:pt x="5747072" y="2768815"/>
                </a:lnTo>
                <a:cubicBezTo>
                  <a:pt x="5747321" y="2769231"/>
                  <a:pt x="5747321" y="2769812"/>
                  <a:pt x="5747072" y="2770311"/>
                </a:cubicBezTo>
                <a:lnTo>
                  <a:pt x="5736438" y="2788754"/>
                </a:lnTo>
                <a:cubicBezTo>
                  <a:pt x="5736106" y="2789253"/>
                  <a:pt x="5735607" y="2789502"/>
                  <a:pt x="5735109" y="2789502"/>
                </a:cubicBezTo>
                <a:close/>
                <a:moveTo>
                  <a:pt x="4028542" y="2338033"/>
                </a:moveTo>
                <a:cubicBezTo>
                  <a:pt x="4027960" y="2338033"/>
                  <a:pt x="4027461" y="2337784"/>
                  <a:pt x="4027212" y="2337286"/>
                </a:cubicBezTo>
                <a:lnTo>
                  <a:pt x="4016579" y="2318759"/>
                </a:lnTo>
                <a:cubicBezTo>
                  <a:pt x="4016329" y="2318343"/>
                  <a:pt x="4016330" y="2317762"/>
                  <a:pt x="4016578" y="2317263"/>
                </a:cubicBezTo>
                <a:lnTo>
                  <a:pt x="4027295" y="2298737"/>
                </a:lnTo>
                <a:cubicBezTo>
                  <a:pt x="4027628" y="2298321"/>
                  <a:pt x="4028127" y="2297989"/>
                  <a:pt x="4028626" y="2297989"/>
                </a:cubicBezTo>
                <a:lnTo>
                  <a:pt x="4049976" y="2297989"/>
                </a:lnTo>
                <a:cubicBezTo>
                  <a:pt x="4050558" y="2297989"/>
                  <a:pt x="4051057" y="2298238"/>
                  <a:pt x="4051305" y="2298737"/>
                </a:cubicBezTo>
                <a:lnTo>
                  <a:pt x="4061939" y="2317263"/>
                </a:lnTo>
                <a:cubicBezTo>
                  <a:pt x="4062189" y="2317679"/>
                  <a:pt x="4062189" y="2318260"/>
                  <a:pt x="4061940" y="2318759"/>
                </a:cubicBezTo>
                <a:lnTo>
                  <a:pt x="4051222" y="2337286"/>
                </a:lnTo>
                <a:cubicBezTo>
                  <a:pt x="4050891" y="2337701"/>
                  <a:pt x="4050391" y="2338033"/>
                  <a:pt x="4049893" y="2338033"/>
                </a:cubicBezTo>
                <a:close/>
                <a:moveTo>
                  <a:pt x="4088728" y="2354160"/>
                </a:moveTo>
                <a:cubicBezTo>
                  <a:pt x="4088146" y="2354159"/>
                  <a:pt x="4087647" y="2353911"/>
                  <a:pt x="4087398" y="2353412"/>
                </a:cubicBezTo>
                <a:lnTo>
                  <a:pt x="4076764" y="2334886"/>
                </a:lnTo>
                <a:cubicBezTo>
                  <a:pt x="4076515" y="2334469"/>
                  <a:pt x="4076516" y="2333888"/>
                  <a:pt x="4076764" y="2333390"/>
                </a:cubicBezTo>
                <a:lnTo>
                  <a:pt x="4087481" y="2314864"/>
                </a:lnTo>
                <a:cubicBezTo>
                  <a:pt x="4087814" y="2314447"/>
                  <a:pt x="4088313" y="2314116"/>
                  <a:pt x="4088812" y="2314116"/>
                </a:cubicBezTo>
                <a:lnTo>
                  <a:pt x="4110162" y="2314115"/>
                </a:lnTo>
                <a:cubicBezTo>
                  <a:pt x="4110743" y="2314116"/>
                  <a:pt x="4111242" y="2314364"/>
                  <a:pt x="4111491" y="2314864"/>
                </a:cubicBezTo>
                <a:lnTo>
                  <a:pt x="4122125" y="2333389"/>
                </a:lnTo>
                <a:cubicBezTo>
                  <a:pt x="4122375" y="2333805"/>
                  <a:pt x="4122375" y="2334387"/>
                  <a:pt x="4122126" y="2334885"/>
                </a:cubicBezTo>
                <a:lnTo>
                  <a:pt x="4111408" y="2353412"/>
                </a:lnTo>
                <a:cubicBezTo>
                  <a:pt x="4111077" y="2353828"/>
                  <a:pt x="4110577" y="2354159"/>
                  <a:pt x="4110079" y="2354159"/>
                </a:cubicBezTo>
                <a:close/>
                <a:moveTo>
                  <a:pt x="3426595" y="2177025"/>
                </a:moveTo>
                <a:cubicBezTo>
                  <a:pt x="3426014" y="2177025"/>
                  <a:pt x="3425516" y="2176775"/>
                  <a:pt x="3425267" y="2176277"/>
                </a:cubicBezTo>
                <a:lnTo>
                  <a:pt x="3414467" y="2157501"/>
                </a:lnTo>
                <a:cubicBezTo>
                  <a:pt x="3414218" y="2157086"/>
                  <a:pt x="3414218" y="2156504"/>
                  <a:pt x="3414467" y="2156006"/>
                </a:cubicBezTo>
                <a:lnTo>
                  <a:pt x="3425267" y="2137230"/>
                </a:lnTo>
                <a:cubicBezTo>
                  <a:pt x="3425515" y="2136814"/>
                  <a:pt x="3426098" y="2136482"/>
                  <a:pt x="3426596" y="2136482"/>
                </a:cubicBezTo>
                <a:lnTo>
                  <a:pt x="3448279" y="2136482"/>
                </a:lnTo>
                <a:cubicBezTo>
                  <a:pt x="3448861" y="2136482"/>
                  <a:pt x="3449359" y="2136731"/>
                  <a:pt x="3449609" y="2137230"/>
                </a:cubicBezTo>
                <a:lnTo>
                  <a:pt x="3460410" y="2156006"/>
                </a:lnTo>
                <a:cubicBezTo>
                  <a:pt x="3460659" y="2156421"/>
                  <a:pt x="3460658" y="2157003"/>
                  <a:pt x="3460410" y="2157501"/>
                </a:cubicBezTo>
                <a:lnTo>
                  <a:pt x="3449608" y="2176277"/>
                </a:lnTo>
                <a:cubicBezTo>
                  <a:pt x="3449360" y="2176692"/>
                  <a:pt x="3448778" y="2177025"/>
                  <a:pt x="3448280" y="2177025"/>
                </a:cubicBezTo>
                <a:close/>
                <a:moveTo>
                  <a:pt x="4148830" y="2370547"/>
                </a:moveTo>
                <a:cubicBezTo>
                  <a:pt x="4148249" y="2370547"/>
                  <a:pt x="4147750" y="2370297"/>
                  <a:pt x="4147501" y="2369799"/>
                </a:cubicBezTo>
                <a:lnTo>
                  <a:pt x="4136701" y="2351023"/>
                </a:lnTo>
                <a:cubicBezTo>
                  <a:pt x="4136452" y="2350608"/>
                  <a:pt x="4136452" y="2350026"/>
                  <a:pt x="4136701" y="2349528"/>
                </a:cubicBezTo>
                <a:lnTo>
                  <a:pt x="4147501" y="2330752"/>
                </a:lnTo>
                <a:cubicBezTo>
                  <a:pt x="4147750" y="2330336"/>
                  <a:pt x="4148332" y="2330004"/>
                  <a:pt x="4148830" y="2330004"/>
                </a:cubicBezTo>
                <a:lnTo>
                  <a:pt x="4170514" y="2330004"/>
                </a:lnTo>
                <a:cubicBezTo>
                  <a:pt x="4171096" y="2330004"/>
                  <a:pt x="4171594" y="2330253"/>
                  <a:pt x="4171843" y="2330752"/>
                </a:cubicBezTo>
                <a:lnTo>
                  <a:pt x="4182644" y="2349528"/>
                </a:lnTo>
                <a:cubicBezTo>
                  <a:pt x="4182893" y="2349943"/>
                  <a:pt x="4182893" y="2350525"/>
                  <a:pt x="4182644" y="2351023"/>
                </a:cubicBezTo>
                <a:lnTo>
                  <a:pt x="4171843" y="2369799"/>
                </a:lnTo>
                <a:cubicBezTo>
                  <a:pt x="4171594" y="2370214"/>
                  <a:pt x="4171012" y="2370547"/>
                  <a:pt x="4170514" y="2370547"/>
                </a:cubicBezTo>
                <a:close/>
                <a:moveTo>
                  <a:pt x="4209015" y="2386674"/>
                </a:moveTo>
                <a:cubicBezTo>
                  <a:pt x="4208435" y="2386674"/>
                  <a:pt x="4207936" y="2386424"/>
                  <a:pt x="4207687" y="2385926"/>
                </a:cubicBezTo>
                <a:lnTo>
                  <a:pt x="4196887" y="2367150"/>
                </a:lnTo>
                <a:cubicBezTo>
                  <a:pt x="4196638" y="2366735"/>
                  <a:pt x="4196638" y="2366153"/>
                  <a:pt x="4196887" y="2365655"/>
                </a:cubicBezTo>
                <a:lnTo>
                  <a:pt x="4207687" y="2346879"/>
                </a:lnTo>
                <a:cubicBezTo>
                  <a:pt x="4207936" y="2346463"/>
                  <a:pt x="4208518" y="2346131"/>
                  <a:pt x="4209016" y="2346131"/>
                </a:cubicBezTo>
                <a:lnTo>
                  <a:pt x="4230700" y="2346131"/>
                </a:lnTo>
                <a:cubicBezTo>
                  <a:pt x="4231281" y="2346131"/>
                  <a:pt x="4231779" y="2346380"/>
                  <a:pt x="4232029" y="2346879"/>
                </a:cubicBezTo>
                <a:lnTo>
                  <a:pt x="4242830" y="2365655"/>
                </a:lnTo>
                <a:cubicBezTo>
                  <a:pt x="4243079" y="2366070"/>
                  <a:pt x="4243079" y="2366652"/>
                  <a:pt x="4242830" y="2367150"/>
                </a:cubicBezTo>
                <a:lnTo>
                  <a:pt x="4232029" y="2385926"/>
                </a:lnTo>
                <a:cubicBezTo>
                  <a:pt x="4231780" y="2386341"/>
                  <a:pt x="4231198" y="2386674"/>
                  <a:pt x="4230700" y="2386674"/>
                </a:cubicBezTo>
                <a:close/>
                <a:moveTo>
                  <a:pt x="3185780" y="2112591"/>
                </a:moveTo>
                <a:cubicBezTo>
                  <a:pt x="3185198" y="2112591"/>
                  <a:pt x="3184699" y="2112342"/>
                  <a:pt x="3184450" y="2111843"/>
                </a:cubicBezTo>
                <a:lnTo>
                  <a:pt x="3173567" y="2092984"/>
                </a:lnTo>
                <a:cubicBezTo>
                  <a:pt x="3173318" y="2092486"/>
                  <a:pt x="3173318" y="2091904"/>
                  <a:pt x="3173567" y="2091406"/>
                </a:cubicBezTo>
                <a:lnTo>
                  <a:pt x="3184450" y="2072547"/>
                </a:lnTo>
                <a:cubicBezTo>
                  <a:pt x="3184699" y="2072131"/>
                  <a:pt x="3185198" y="2071799"/>
                  <a:pt x="3185780" y="2071799"/>
                </a:cubicBezTo>
                <a:lnTo>
                  <a:pt x="3207546" y="2071799"/>
                </a:lnTo>
                <a:cubicBezTo>
                  <a:pt x="3208128" y="2071799"/>
                  <a:pt x="3208626" y="2072048"/>
                  <a:pt x="3208876" y="2072547"/>
                </a:cubicBezTo>
                <a:lnTo>
                  <a:pt x="3219759" y="2091406"/>
                </a:lnTo>
                <a:cubicBezTo>
                  <a:pt x="3220008" y="2091904"/>
                  <a:pt x="3220008" y="2092486"/>
                  <a:pt x="3219759" y="2092984"/>
                </a:cubicBezTo>
                <a:lnTo>
                  <a:pt x="3208876" y="2111843"/>
                </a:lnTo>
                <a:cubicBezTo>
                  <a:pt x="3208626" y="2112259"/>
                  <a:pt x="3208128" y="2112591"/>
                  <a:pt x="3207546" y="2112591"/>
                </a:cubicBezTo>
                <a:close/>
                <a:moveTo>
                  <a:pt x="3245967" y="2128718"/>
                </a:moveTo>
                <a:cubicBezTo>
                  <a:pt x="3245385" y="2128718"/>
                  <a:pt x="3244886" y="2128469"/>
                  <a:pt x="3244637" y="2127970"/>
                </a:cubicBezTo>
                <a:lnTo>
                  <a:pt x="3233754" y="2109111"/>
                </a:lnTo>
                <a:cubicBezTo>
                  <a:pt x="3233505" y="2108613"/>
                  <a:pt x="3233505" y="2108031"/>
                  <a:pt x="3233754" y="2107533"/>
                </a:cubicBezTo>
                <a:lnTo>
                  <a:pt x="3244637" y="2088674"/>
                </a:lnTo>
                <a:cubicBezTo>
                  <a:pt x="3244886" y="2088258"/>
                  <a:pt x="3245385" y="2087926"/>
                  <a:pt x="3245967" y="2087926"/>
                </a:cubicBezTo>
                <a:lnTo>
                  <a:pt x="3267733" y="2087926"/>
                </a:lnTo>
                <a:cubicBezTo>
                  <a:pt x="3268315" y="2087926"/>
                  <a:pt x="3268813" y="2088175"/>
                  <a:pt x="3269063" y="2088674"/>
                </a:cubicBezTo>
                <a:lnTo>
                  <a:pt x="3279946" y="2107533"/>
                </a:lnTo>
                <a:cubicBezTo>
                  <a:pt x="3280195" y="2108031"/>
                  <a:pt x="3280195" y="2108613"/>
                  <a:pt x="3279946" y="2109111"/>
                </a:cubicBezTo>
                <a:lnTo>
                  <a:pt x="3269063" y="2127970"/>
                </a:lnTo>
                <a:cubicBezTo>
                  <a:pt x="3268813" y="2128386"/>
                  <a:pt x="3268315" y="2128718"/>
                  <a:pt x="3267733" y="2128718"/>
                </a:cubicBezTo>
                <a:close/>
                <a:moveTo>
                  <a:pt x="3125489" y="2096628"/>
                </a:moveTo>
                <a:cubicBezTo>
                  <a:pt x="3124990" y="2096627"/>
                  <a:pt x="3124408" y="2096379"/>
                  <a:pt x="3124159" y="2095879"/>
                </a:cubicBezTo>
                <a:lnTo>
                  <a:pt x="3113276" y="2076938"/>
                </a:lnTo>
                <a:cubicBezTo>
                  <a:pt x="3113027" y="2076440"/>
                  <a:pt x="3113027" y="2075858"/>
                  <a:pt x="3113276" y="2075359"/>
                </a:cubicBezTo>
                <a:lnTo>
                  <a:pt x="3124242" y="2056418"/>
                </a:lnTo>
                <a:cubicBezTo>
                  <a:pt x="3124492" y="2056002"/>
                  <a:pt x="3124990" y="2055670"/>
                  <a:pt x="3125572" y="2055670"/>
                </a:cubicBezTo>
                <a:lnTo>
                  <a:pt x="3147422" y="2055669"/>
                </a:lnTo>
                <a:cubicBezTo>
                  <a:pt x="3147920" y="2055670"/>
                  <a:pt x="3148502" y="2055918"/>
                  <a:pt x="3148751" y="2056417"/>
                </a:cubicBezTo>
                <a:lnTo>
                  <a:pt x="3159634" y="2075360"/>
                </a:lnTo>
                <a:cubicBezTo>
                  <a:pt x="3159883" y="2075858"/>
                  <a:pt x="3159883" y="2076440"/>
                  <a:pt x="3159634" y="2076938"/>
                </a:cubicBezTo>
                <a:lnTo>
                  <a:pt x="3148668" y="2095880"/>
                </a:lnTo>
                <a:cubicBezTo>
                  <a:pt x="3148419" y="2096296"/>
                  <a:pt x="3147920" y="2096628"/>
                  <a:pt x="3147338" y="2096628"/>
                </a:cubicBezTo>
                <a:close/>
                <a:moveTo>
                  <a:pt x="4329213" y="2419165"/>
                </a:moveTo>
                <a:cubicBezTo>
                  <a:pt x="4328714" y="2419164"/>
                  <a:pt x="4328132" y="2418916"/>
                  <a:pt x="4327883" y="2418416"/>
                </a:cubicBezTo>
                <a:lnTo>
                  <a:pt x="4317000" y="2399474"/>
                </a:lnTo>
                <a:cubicBezTo>
                  <a:pt x="4316751" y="2398976"/>
                  <a:pt x="4316751" y="2398394"/>
                  <a:pt x="4317000" y="2397896"/>
                </a:cubicBezTo>
                <a:lnTo>
                  <a:pt x="4327966" y="2378954"/>
                </a:lnTo>
                <a:cubicBezTo>
                  <a:pt x="4328216" y="2378539"/>
                  <a:pt x="4328714" y="2378207"/>
                  <a:pt x="4329296" y="2378206"/>
                </a:cubicBezTo>
                <a:lnTo>
                  <a:pt x="4351146" y="2378206"/>
                </a:lnTo>
                <a:cubicBezTo>
                  <a:pt x="4351644" y="2378207"/>
                  <a:pt x="4352226" y="2378455"/>
                  <a:pt x="4352475" y="2378954"/>
                </a:cubicBezTo>
                <a:lnTo>
                  <a:pt x="4363358" y="2397897"/>
                </a:lnTo>
                <a:cubicBezTo>
                  <a:pt x="4363607" y="2398394"/>
                  <a:pt x="4363607" y="2398976"/>
                  <a:pt x="4363358" y="2399475"/>
                </a:cubicBezTo>
                <a:lnTo>
                  <a:pt x="4352392" y="2418416"/>
                </a:lnTo>
                <a:cubicBezTo>
                  <a:pt x="4352143" y="2418833"/>
                  <a:pt x="4351644" y="2419164"/>
                  <a:pt x="4351062" y="2419164"/>
                </a:cubicBezTo>
                <a:close/>
                <a:moveTo>
                  <a:pt x="3366233" y="2161217"/>
                </a:moveTo>
                <a:cubicBezTo>
                  <a:pt x="3365735" y="2161217"/>
                  <a:pt x="3365154" y="2160968"/>
                  <a:pt x="3364904" y="2160470"/>
                </a:cubicBezTo>
                <a:lnTo>
                  <a:pt x="3353939" y="2141444"/>
                </a:lnTo>
                <a:cubicBezTo>
                  <a:pt x="3353690" y="2140946"/>
                  <a:pt x="3353690" y="2140364"/>
                  <a:pt x="3353938" y="2139866"/>
                </a:cubicBezTo>
                <a:lnTo>
                  <a:pt x="3364904" y="2120841"/>
                </a:lnTo>
                <a:cubicBezTo>
                  <a:pt x="3365153" y="2120425"/>
                  <a:pt x="3365652" y="2120093"/>
                  <a:pt x="3366234" y="2120093"/>
                </a:cubicBezTo>
                <a:lnTo>
                  <a:pt x="3388166" y="2120093"/>
                </a:lnTo>
                <a:cubicBezTo>
                  <a:pt x="3388665" y="2120093"/>
                  <a:pt x="3389247" y="2120342"/>
                  <a:pt x="3389497" y="2120841"/>
                </a:cubicBezTo>
                <a:lnTo>
                  <a:pt x="3400462" y="2139866"/>
                </a:lnTo>
                <a:cubicBezTo>
                  <a:pt x="3400711" y="2140364"/>
                  <a:pt x="3400711" y="2140946"/>
                  <a:pt x="3400462" y="2141444"/>
                </a:cubicBezTo>
                <a:lnTo>
                  <a:pt x="3389496" y="2160470"/>
                </a:lnTo>
                <a:cubicBezTo>
                  <a:pt x="3389248" y="2160885"/>
                  <a:pt x="3388749" y="2161217"/>
                  <a:pt x="3388166" y="2161217"/>
                </a:cubicBezTo>
                <a:close/>
                <a:moveTo>
                  <a:pt x="3305881" y="2145256"/>
                </a:moveTo>
                <a:cubicBezTo>
                  <a:pt x="3305382" y="2145256"/>
                  <a:pt x="3304802" y="2145007"/>
                  <a:pt x="3304551" y="2144509"/>
                </a:cubicBezTo>
                <a:lnTo>
                  <a:pt x="3293503" y="2125317"/>
                </a:lnTo>
                <a:cubicBezTo>
                  <a:pt x="3293254" y="2124819"/>
                  <a:pt x="3293254" y="2124237"/>
                  <a:pt x="3293503" y="2123739"/>
                </a:cubicBezTo>
                <a:lnTo>
                  <a:pt x="3304634" y="2104548"/>
                </a:lnTo>
                <a:cubicBezTo>
                  <a:pt x="3304885" y="2104132"/>
                  <a:pt x="3305383" y="2103800"/>
                  <a:pt x="3305964" y="2103800"/>
                </a:cubicBezTo>
                <a:lnTo>
                  <a:pt x="3328147" y="2103800"/>
                </a:lnTo>
                <a:cubicBezTo>
                  <a:pt x="3328645" y="2103800"/>
                  <a:pt x="3329227" y="2104049"/>
                  <a:pt x="3329475" y="2104548"/>
                </a:cubicBezTo>
                <a:lnTo>
                  <a:pt x="3340525" y="2123739"/>
                </a:lnTo>
                <a:cubicBezTo>
                  <a:pt x="3340775" y="2124237"/>
                  <a:pt x="3340774" y="2124819"/>
                  <a:pt x="3340526" y="2125317"/>
                </a:cubicBezTo>
                <a:lnTo>
                  <a:pt x="3329392" y="2144509"/>
                </a:lnTo>
                <a:cubicBezTo>
                  <a:pt x="3329144" y="2144924"/>
                  <a:pt x="3328645" y="2145256"/>
                  <a:pt x="3328064" y="2145256"/>
                </a:cubicBezTo>
                <a:close/>
                <a:moveTo>
                  <a:pt x="4388932" y="2436302"/>
                </a:moveTo>
                <a:cubicBezTo>
                  <a:pt x="4388351" y="2436303"/>
                  <a:pt x="4387852" y="2435971"/>
                  <a:pt x="4387520" y="2435471"/>
                </a:cubicBezTo>
                <a:lnTo>
                  <a:pt x="4376055" y="2415532"/>
                </a:lnTo>
                <a:cubicBezTo>
                  <a:pt x="4375723" y="2415034"/>
                  <a:pt x="4375723" y="2414370"/>
                  <a:pt x="4376055" y="2413872"/>
                </a:cubicBezTo>
                <a:lnTo>
                  <a:pt x="4387520" y="2393932"/>
                </a:lnTo>
                <a:cubicBezTo>
                  <a:pt x="4387852" y="2393433"/>
                  <a:pt x="4388351" y="2393102"/>
                  <a:pt x="4388932" y="2393101"/>
                </a:cubicBezTo>
                <a:lnTo>
                  <a:pt x="4411945" y="2393102"/>
                </a:lnTo>
                <a:cubicBezTo>
                  <a:pt x="4412527" y="2393101"/>
                  <a:pt x="4413026" y="2393433"/>
                  <a:pt x="4413358" y="2393933"/>
                </a:cubicBezTo>
                <a:lnTo>
                  <a:pt x="4424823" y="2413872"/>
                </a:lnTo>
                <a:cubicBezTo>
                  <a:pt x="4425155" y="2414369"/>
                  <a:pt x="4425155" y="2415034"/>
                  <a:pt x="4424823" y="2415532"/>
                </a:cubicBezTo>
                <a:lnTo>
                  <a:pt x="4413358" y="2435472"/>
                </a:lnTo>
                <a:cubicBezTo>
                  <a:pt x="4413026" y="2435971"/>
                  <a:pt x="4412527" y="2436302"/>
                  <a:pt x="4411945" y="2436303"/>
                </a:cubicBezTo>
                <a:close/>
                <a:moveTo>
                  <a:pt x="3601902" y="2261189"/>
                </a:moveTo>
                <a:cubicBezTo>
                  <a:pt x="3601819" y="2261189"/>
                  <a:pt x="3601653" y="2261023"/>
                  <a:pt x="3601653" y="2261023"/>
                </a:cubicBezTo>
                <a:lnTo>
                  <a:pt x="3599576" y="2257451"/>
                </a:lnTo>
                <a:cubicBezTo>
                  <a:pt x="3599576" y="2257285"/>
                  <a:pt x="3599576" y="2257119"/>
                  <a:pt x="3599576" y="2257119"/>
                </a:cubicBezTo>
                <a:lnTo>
                  <a:pt x="3601653" y="2253546"/>
                </a:lnTo>
                <a:cubicBezTo>
                  <a:pt x="3601736" y="2253380"/>
                  <a:pt x="3601902" y="2253380"/>
                  <a:pt x="3601902" y="2253380"/>
                </a:cubicBezTo>
                <a:lnTo>
                  <a:pt x="3606056" y="2253380"/>
                </a:lnTo>
                <a:cubicBezTo>
                  <a:pt x="3606139" y="2253380"/>
                  <a:pt x="3606305" y="2253546"/>
                  <a:pt x="3606305" y="2253546"/>
                </a:cubicBezTo>
                <a:lnTo>
                  <a:pt x="3608382" y="2257119"/>
                </a:lnTo>
                <a:cubicBezTo>
                  <a:pt x="3608382" y="2257285"/>
                  <a:pt x="3608382" y="2257451"/>
                  <a:pt x="3608382" y="2257451"/>
                </a:cubicBezTo>
                <a:lnTo>
                  <a:pt x="3606305" y="2261023"/>
                </a:lnTo>
                <a:cubicBezTo>
                  <a:pt x="3606222" y="2261189"/>
                  <a:pt x="3606056" y="2261189"/>
                  <a:pt x="3606056" y="2261189"/>
                </a:cubicBezTo>
                <a:close/>
                <a:moveTo>
                  <a:pt x="772245" y="1504973"/>
                </a:moveTo>
                <a:cubicBezTo>
                  <a:pt x="772163" y="1504973"/>
                  <a:pt x="771914" y="1504724"/>
                  <a:pt x="771914" y="1504724"/>
                </a:cubicBezTo>
                <a:lnTo>
                  <a:pt x="768922" y="1499490"/>
                </a:lnTo>
                <a:cubicBezTo>
                  <a:pt x="768922" y="1499406"/>
                  <a:pt x="768922" y="1499074"/>
                  <a:pt x="768922" y="1499074"/>
                </a:cubicBezTo>
                <a:lnTo>
                  <a:pt x="771913" y="1493840"/>
                </a:lnTo>
                <a:cubicBezTo>
                  <a:pt x="771997" y="1493591"/>
                  <a:pt x="772245" y="1493591"/>
                  <a:pt x="772245" y="1493591"/>
                </a:cubicBezTo>
                <a:lnTo>
                  <a:pt x="778227" y="1493591"/>
                </a:lnTo>
                <a:cubicBezTo>
                  <a:pt x="778310" y="1493591"/>
                  <a:pt x="778559" y="1493840"/>
                  <a:pt x="778559" y="1493840"/>
                </a:cubicBezTo>
                <a:lnTo>
                  <a:pt x="781550" y="1499074"/>
                </a:lnTo>
                <a:cubicBezTo>
                  <a:pt x="781551" y="1499157"/>
                  <a:pt x="781551" y="1499490"/>
                  <a:pt x="781551" y="1499490"/>
                </a:cubicBezTo>
                <a:lnTo>
                  <a:pt x="778559" y="1504724"/>
                </a:lnTo>
                <a:cubicBezTo>
                  <a:pt x="778477" y="1504973"/>
                  <a:pt x="778227" y="1504973"/>
                  <a:pt x="778227" y="1504973"/>
                </a:cubicBezTo>
                <a:close/>
                <a:moveTo>
                  <a:pt x="2936113" y="2090865"/>
                </a:moveTo>
                <a:cubicBezTo>
                  <a:pt x="2935781" y="2090865"/>
                  <a:pt x="2935365" y="2090449"/>
                  <a:pt x="2935365" y="2090449"/>
                </a:cubicBezTo>
                <a:lnTo>
                  <a:pt x="2929550" y="2080314"/>
                </a:lnTo>
                <a:cubicBezTo>
                  <a:pt x="2929384" y="2080065"/>
                  <a:pt x="2929550" y="2079483"/>
                  <a:pt x="2929550" y="2079483"/>
                </a:cubicBezTo>
                <a:lnTo>
                  <a:pt x="2935365" y="2069348"/>
                </a:lnTo>
                <a:cubicBezTo>
                  <a:pt x="2935532" y="2069098"/>
                  <a:pt x="2936113" y="2068932"/>
                  <a:pt x="2936113" y="2068932"/>
                </a:cubicBezTo>
                <a:lnTo>
                  <a:pt x="2947827" y="2068932"/>
                </a:lnTo>
                <a:cubicBezTo>
                  <a:pt x="2948159" y="2068932"/>
                  <a:pt x="2948575" y="2069348"/>
                  <a:pt x="2948575" y="2069348"/>
                </a:cubicBezTo>
                <a:lnTo>
                  <a:pt x="2954390" y="2079483"/>
                </a:lnTo>
                <a:cubicBezTo>
                  <a:pt x="2954557" y="2079732"/>
                  <a:pt x="2954390" y="2080314"/>
                  <a:pt x="2954390" y="2080314"/>
                </a:cubicBezTo>
                <a:lnTo>
                  <a:pt x="2948575" y="2090449"/>
                </a:lnTo>
                <a:cubicBezTo>
                  <a:pt x="2948409" y="2090699"/>
                  <a:pt x="2947827" y="2090865"/>
                  <a:pt x="2947827" y="2090865"/>
                </a:cubicBezTo>
                <a:close/>
                <a:moveTo>
                  <a:pt x="2873709" y="2078791"/>
                </a:moveTo>
                <a:cubicBezTo>
                  <a:pt x="2873293" y="2078791"/>
                  <a:pt x="2872711" y="2078209"/>
                  <a:pt x="2872711" y="2078209"/>
                </a:cubicBezTo>
                <a:lnTo>
                  <a:pt x="2864653" y="2064252"/>
                </a:lnTo>
                <a:cubicBezTo>
                  <a:pt x="2864486" y="2063837"/>
                  <a:pt x="2864653" y="2063090"/>
                  <a:pt x="2864653" y="2063090"/>
                </a:cubicBezTo>
                <a:lnTo>
                  <a:pt x="2872712" y="2049133"/>
                </a:lnTo>
                <a:cubicBezTo>
                  <a:pt x="2872960" y="2048800"/>
                  <a:pt x="2873709" y="2048551"/>
                  <a:pt x="2873709" y="2048551"/>
                </a:cubicBezTo>
                <a:lnTo>
                  <a:pt x="2889743" y="2048550"/>
                </a:lnTo>
                <a:cubicBezTo>
                  <a:pt x="2890158" y="2048551"/>
                  <a:pt x="2890739" y="2049132"/>
                  <a:pt x="2890739" y="2049132"/>
                </a:cubicBezTo>
                <a:lnTo>
                  <a:pt x="2898798" y="2063089"/>
                </a:lnTo>
                <a:cubicBezTo>
                  <a:pt x="2898963" y="2063504"/>
                  <a:pt x="2898798" y="2064253"/>
                  <a:pt x="2898798" y="2064253"/>
                </a:cubicBezTo>
                <a:lnTo>
                  <a:pt x="2890740" y="2078210"/>
                </a:lnTo>
                <a:cubicBezTo>
                  <a:pt x="2890490" y="2078541"/>
                  <a:pt x="2889743" y="2078792"/>
                  <a:pt x="2889743" y="2078792"/>
                </a:cubicBezTo>
                <a:close/>
                <a:moveTo>
                  <a:pt x="2994078" y="2111149"/>
                </a:moveTo>
                <a:cubicBezTo>
                  <a:pt x="2993662" y="2111149"/>
                  <a:pt x="2993081" y="2110567"/>
                  <a:pt x="2993081" y="2110567"/>
                </a:cubicBezTo>
                <a:lnTo>
                  <a:pt x="2985023" y="2096527"/>
                </a:lnTo>
                <a:cubicBezTo>
                  <a:pt x="2984857" y="2096195"/>
                  <a:pt x="2985023" y="2095364"/>
                  <a:pt x="2985023" y="2095364"/>
                </a:cubicBezTo>
                <a:lnTo>
                  <a:pt x="2993080" y="2081324"/>
                </a:lnTo>
                <a:cubicBezTo>
                  <a:pt x="2993331" y="2080991"/>
                  <a:pt x="2994078" y="2080742"/>
                  <a:pt x="2994078" y="2080742"/>
                </a:cubicBezTo>
                <a:lnTo>
                  <a:pt x="3010279" y="2080742"/>
                </a:lnTo>
                <a:cubicBezTo>
                  <a:pt x="3010694" y="2080742"/>
                  <a:pt x="3011275" y="2081324"/>
                  <a:pt x="3011275" y="2081324"/>
                </a:cubicBezTo>
                <a:lnTo>
                  <a:pt x="3019335" y="2095364"/>
                </a:lnTo>
                <a:cubicBezTo>
                  <a:pt x="3019500" y="2095696"/>
                  <a:pt x="3019335" y="2096527"/>
                  <a:pt x="3019335" y="2096527"/>
                </a:cubicBezTo>
                <a:lnTo>
                  <a:pt x="3011276" y="2110567"/>
                </a:lnTo>
                <a:cubicBezTo>
                  <a:pt x="3011027" y="2110900"/>
                  <a:pt x="3010279" y="2111149"/>
                  <a:pt x="3010279" y="2111149"/>
                </a:cubicBezTo>
                <a:close/>
                <a:moveTo>
                  <a:pt x="1068016" y="1595242"/>
                </a:moveTo>
                <a:cubicBezTo>
                  <a:pt x="1067600" y="1595242"/>
                  <a:pt x="1067019" y="1594660"/>
                  <a:pt x="1067019" y="1594660"/>
                </a:cubicBezTo>
                <a:lnTo>
                  <a:pt x="1058877" y="1580537"/>
                </a:lnTo>
                <a:cubicBezTo>
                  <a:pt x="1058628" y="1580205"/>
                  <a:pt x="1058877" y="1579374"/>
                  <a:pt x="1058877" y="1579374"/>
                </a:cubicBezTo>
                <a:lnTo>
                  <a:pt x="1067019" y="1565251"/>
                </a:lnTo>
                <a:cubicBezTo>
                  <a:pt x="1067268" y="1564918"/>
                  <a:pt x="1068016" y="1564669"/>
                  <a:pt x="1068016" y="1564669"/>
                </a:cubicBezTo>
                <a:lnTo>
                  <a:pt x="1084299" y="1564669"/>
                </a:lnTo>
                <a:cubicBezTo>
                  <a:pt x="1084715" y="1564669"/>
                  <a:pt x="1085296" y="1565251"/>
                  <a:pt x="1085296" y="1565251"/>
                </a:cubicBezTo>
                <a:lnTo>
                  <a:pt x="1093438" y="1579374"/>
                </a:lnTo>
                <a:cubicBezTo>
                  <a:pt x="1093687" y="1579706"/>
                  <a:pt x="1093438" y="1580537"/>
                  <a:pt x="1093438" y="1580537"/>
                </a:cubicBezTo>
                <a:lnTo>
                  <a:pt x="1085296" y="1594660"/>
                </a:lnTo>
                <a:cubicBezTo>
                  <a:pt x="1085047" y="1594993"/>
                  <a:pt x="1084299" y="1595242"/>
                  <a:pt x="1084299" y="1595242"/>
                </a:cubicBezTo>
                <a:close/>
                <a:moveTo>
                  <a:pt x="947313" y="1563478"/>
                </a:moveTo>
                <a:cubicBezTo>
                  <a:pt x="946897" y="1563478"/>
                  <a:pt x="946315" y="1562895"/>
                  <a:pt x="946315" y="1562895"/>
                </a:cubicBezTo>
                <a:lnTo>
                  <a:pt x="937842" y="1548274"/>
                </a:lnTo>
                <a:cubicBezTo>
                  <a:pt x="937592" y="1547941"/>
                  <a:pt x="937842" y="1547111"/>
                  <a:pt x="937842" y="1547111"/>
                </a:cubicBezTo>
                <a:lnTo>
                  <a:pt x="946316" y="1532490"/>
                </a:lnTo>
                <a:cubicBezTo>
                  <a:pt x="946482" y="1532156"/>
                  <a:pt x="946897" y="1531907"/>
                  <a:pt x="947312" y="1531908"/>
                </a:cubicBezTo>
                <a:lnTo>
                  <a:pt x="964177" y="1531907"/>
                </a:lnTo>
                <a:cubicBezTo>
                  <a:pt x="964592" y="1531907"/>
                  <a:pt x="965174" y="1532489"/>
                  <a:pt x="965174" y="1532489"/>
                </a:cubicBezTo>
                <a:lnTo>
                  <a:pt x="973648" y="1547110"/>
                </a:lnTo>
                <a:cubicBezTo>
                  <a:pt x="973897" y="1547444"/>
                  <a:pt x="973649" y="1548275"/>
                  <a:pt x="973649" y="1548275"/>
                </a:cubicBezTo>
                <a:lnTo>
                  <a:pt x="965175" y="1562896"/>
                </a:lnTo>
                <a:cubicBezTo>
                  <a:pt x="965008" y="1563228"/>
                  <a:pt x="964592" y="1563477"/>
                  <a:pt x="964177" y="1563477"/>
                </a:cubicBezTo>
                <a:close/>
                <a:moveTo>
                  <a:pt x="1127871" y="1611858"/>
                </a:moveTo>
                <a:cubicBezTo>
                  <a:pt x="1127456" y="1611858"/>
                  <a:pt x="1126874" y="1611276"/>
                  <a:pt x="1126874" y="1611276"/>
                </a:cubicBezTo>
                <a:lnTo>
                  <a:pt x="1118400" y="1596655"/>
                </a:lnTo>
                <a:cubicBezTo>
                  <a:pt x="1118151" y="1596322"/>
                  <a:pt x="1118400" y="1595491"/>
                  <a:pt x="1118400" y="1595491"/>
                </a:cubicBezTo>
                <a:lnTo>
                  <a:pt x="1126874" y="1580870"/>
                </a:lnTo>
                <a:cubicBezTo>
                  <a:pt x="1127040" y="1580537"/>
                  <a:pt x="1127456" y="1580288"/>
                  <a:pt x="1127871" y="1580288"/>
                </a:cubicBezTo>
                <a:lnTo>
                  <a:pt x="1144736" y="1580288"/>
                </a:lnTo>
                <a:cubicBezTo>
                  <a:pt x="1145151" y="1580288"/>
                  <a:pt x="1145733" y="1580870"/>
                  <a:pt x="1145733" y="1580870"/>
                </a:cubicBezTo>
                <a:lnTo>
                  <a:pt x="1154207" y="1595491"/>
                </a:lnTo>
                <a:cubicBezTo>
                  <a:pt x="1154456" y="1595824"/>
                  <a:pt x="1154207" y="1596655"/>
                  <a:pt x="1154207" y="1596655"/>
                </a:cubicBezTo>
                <a:lnTo>
                  <a:pt x="1145733" y="1611276"/>
                </a:lnTo>
                <a:cubicBezTo>
                  <a:pt x="1145567" y="1611609"/>
                  <a:pt x="1145151" y="1611858"/>
                  <a:pt x="1144736" y="1611858"/>
                </a:cubicBezTo>
                <a:close/>
                <a:moveTo>
                  <a:pt x="887031" y="1547609"/>
                </a:moveTo>
                <a:cubicBezTo>
                  <a:pt x="886532" y="1547609"/>
                  <a:pt x="885950" y="1547027"/>
                  <a:pt x="885950" y="1547027"/>
                </a:cubicBezTo>
                <a:lnTo>
                  <a:pt x="877393" y="1532239"/>
                </a:lnTo>
                <a:cubicBezTo>
                  <a:pt x="877144" y="1531823"/>
                  <a:pt x="877394" y="1530993"/>
                  <a:pt x="877394" y="1530993"/>
                </a:cubicBezTo>
                <a:lnTo>
                  <a:pt x="885951" y="1516205"/>
                </a:lnTo>
                <a:cubicBezTo>
                  <a:pt x="886199" y="1515872"/>
                  <a:pt x="886615" y="1515623"/>
                  <a:pt x="887030" y="1515623"/>
                </a:cubicBezTo>
                <a:lnTo>
                  <a:pt x="904144" y="1515623"/>
                </a:lnTo>
                <a:cubicBezTo>
                  <a:pt x="904643" y="1515623"/>
                  <a:pt x="905225" y="1516205"/>
                  <a:pt x="905225" y="1516205"/>
                </a:cubicBezTo>
                <a:lnTo>
                  <a:pt x="913782" y="1530993"/>
                </a:lnTo>
                <a:cubicBezTo>
                  <a:pt x="914031" y="1531408"/>
                  <a:pt x="913781" y="1532239"/>
                  <a:pt x="913781" y="1532239"/>
                </a:cubicBezTo>
                <a:lnTo>
                  <a:pt x="905224" y="1547027"/>
                </a:lnTo>
                <a:cubicBezTo>
                  <a:pt x="904976" y="1547359"/>
                  <a:pt x="904561" y="1547609"/>
                  <a:pt x="904145" y="1547609"/>
                </a:cubicBezTo>
                <a:close/>
                <a:moveTo>
                  <a:pt x="1007320" y="1579946"/>
                </a:moveTo>
                <a:cubicBezTo>
                  <a:pt x="1006822" y="1579946"/>
                  <a:pt x="1006240" y="1579364"/>
                  <a:pt x="1006240" y="1579364"/>
                </a:cubicBezTo>
                <a:lnTo>
                  <a:pt x="997683" y="1564493"/>
                </a:lnTo>
                <a:cubicBezTo>
                  <a:pt x="997434" y="1564077"/>
                  <a:pt x="997684" y="1563247"/>
                  <a:pt x="997684" y="1563247"/>
                </a:cubicBezTo>
                <a:lnTo>
                  <a:pt x="1006323" y="1548376"/>
                </a:lnTo>
                <a:cubicBezTo>
                  <a:pt x="1006573" y="1548043"/>
                  <a:pt x="1006987" y="1547794"/>
                  <a:pt x="1007403" y="1547794"/>
                </a:cubicBezTo>
                <a:lnTo>
                  <a:pt x="1024600" y="1547794"/>
                </a:lnTo>
                <a:cubicBezTo>
                  <a:pt x="1025099" y="1547794"/>
                  <a:pt x="1025680" y="1548376"/>
                  <a:pt x="1025680" y="1548376"/>
                </a:cubicBezTo>
                <a:lnTo>
                  <a:pt x="1034238" y="1563247"/>
                </a:lnTo>
                <a:cubicBezTo>
                  <a:pt x="1034487" y="1563662"/>
                  <a:pt x="1034239" y="1564493"/>
                  <a:pt x="1034239" y="1564493"/>
                </a:cubicBezTo>
                <a:lnTo>
                  <a:pt x="1025597" y="1579364"/>
                </a:lnTo>
                <a:cubicBezTo>
                  <a:pt x="1025348" y="1579696"/>
                  <a:pt x="1024933" y="1579946"/>
                  <a:pt x="1024518" y="1579946"/>
                </a:cubicBezTo>
                <a:close/>
                <a:moveTo>
                  <a:pt x="826762" y="1531648"/>
                </a:moveTo>
                <a:cubicBezTo>
                  <a:pt x="826346" y="1531648"/>
                  <a:pt x="825682" y="1531066"/>
                  <a:pt x="825682" y="1531066"/>
                </a:cubicBezTo>
                <a:lnTo>
                  <a:pt x="817042" y="1516112"/>
                </a:lnTo>
                <a:cubicBezTo>
                  <a:pt x="816793" y="1515697"/>
                  <a:pt x="817041" y="1514866"/>
                  <a:pt x="817041" y="1514866"/>
                </a:cubicBezTo>
                <a:lnTo>
                  <a:pt x="825682" y="1499912"/>
                </a:lnTo>
                <a:cubicBezTo>
                  <a:pt x="825931" y="1499579"/>
                  <a:pt x="826345" y="1499330"/>
                  <a:pt x="826761" y="1499330"/>
                </a:cubicBezTo>
                <a:lnTo>
                  <a:pt x="844041" y="1499330"/>
                </a:lnTo>
                <a:cubicBezTo>
                  <a:pt x="844457" y="1499330"/>
                  <a:pt x="845121" y="1499912"/>
                  <a:pt x="845121" y="1499912"/>
                </a:cubicBezTo>
                <a:lnTo>
                  <a:pt x="853762" y="1514866"/>
                </a:lnTo>
                <a:cubicBezTo>
                  <a:pt x="854012" y="1515281"/>
                  <a:pt x="853763" y="1516112"/>
                  <a:pt x="853763" y="1516112"/>
                </a:cubicBezTo>
                <a:lnTo>
                  <a:pt x="845122" y="1531066"/>
                </a:lnTo>
                <a:cubicBezTo>
                  <a:pt x="844873" y="1531399"/>
                  <a:pt x="844458" y="1531648"/>
                  <a:pt x="844042" y="1531648"/>
                </a:cubicBezTo>
                <a:close/>
                <a:moveTo>
                  <a:pt x="4799054" y="2596021"/>
                </a:moveTo>
                <a:cubicBezTo>
                  <a:pt x="4798638" y="2596021"/>
                  <a:pt x="4797973" y="2595439"/>
                  <a:pt x="4797973" y="2595439"/>
                </a:cubicBezTo>
                <a:lnTo>
                  <a:pt x="4789333" y="2580485"/>
                </a:lnTo>
                <a:cubicBezTo>
                  <a:pt x="4789084" y="2580070"/>
                  <a:pt x="4789333" y="2579239"/>
                  <a:pt x="4789333" y="2579239"/>
                </a:cubicBezTo>
                <a:lnTo>
                  <a:pt x="4797973" y="2564284"/>
                </a:lnTo>
                <a:cubicBezTo>
                  <a:pt x="4798222" y="2563952"/>
                  <a:pt x="4798638" y="2563703"/>
                  <a:pt x="4799054" y="2563703"/>
                </a:cubicBezTo>
                <a:lnTo>
                  <a:pt x="4816333" y="2563703"/>
                </a:lnTo>
                <a:cubicBezTo>
                  <a:pt x="4816750" y="2563703"/>
                  <a:pt x="4817415" y="2564285"/>
                  <a:pt x="4817415" y="2564285"/>
                </a:cubicBezTo>
                <a:lnTo>
                  <a:pt x="4826054" y="2579238"/>
                </a:lnTo>
                <a:cubicBezTo>
                  <a:pt x="4826303" y="2579654"/>
                  <a:pt x="4826054" y="2580484"/>
                  <a:pt x="4826054" y="2580484"/>
                </a:cubicBezTo>
                <a:lnTo>
                  <a:pt x="4817414" y="2595439"/>
                </a:lnTo>
                <a:cubicBezTo>
                  <a:pt x="4817164" y="2595771"/>
                  <a:pt x="4816750" y="2596021"/>
                  <a:pt x="4816333" y="2596021"/>
                </a:cubicBezTo>
                <a:close/>
                <a:moveTo>
                  <a:pt x="1187713" y="1628658"/>
                </a:moveTo>
                <a:cubicBezTo>
                  <a:pt x="1187298" y="1628658"/>
                  <a:pt x="1186633" y="1628077"/>
                  <a:pt x="1186633" y="1628077"/>
                </a:cubicBezTo>
                <a:lnTo>
                  <a:pt x="1177827" y="1612873"/>
                </a:lnTo>
                <a:cubicBezTo>
                  <a:pt x="1177577" y="1612458"/>
                  <a:pt x="1177827" y="1611627"/>
                  <a:pt x="1177827" y="1611627"/>
                </a:cubicBezTo>
                <a:lnTo>
                  <a:pt x="1186633" y="1596424"/>
                </a:lnTo>
                <a:cubicBezTo>
                  <a:pt x="1186883" y="1596091"/>
                  <a:pt x="1187298" y="1595842"/>
                  <a:pt x="1187713" y="1595842"/>
                </a:cubicBezTo>
                <a:lnTo>
                  <a:pt x="1205326" y="1595842"/>
                </a:lnTo>
                <a:cubicBezTo>
                  <a:pt x="1205741" y="1595842"/>
                  <a:pt x="1206406" y="1596424"/>
                  <a:pt x="1206406" y="1596424"/>
                </a:cubicBezTo>
                <a:lnTo>
                  <a:pt x="1215213" y="1611627"/>
                </a:lnTo>
                <a:cubicBezTo>
                  <a:pt x="1215462" y="1612043"/>
                  <a:pt x="1215213" y="1612873"/>
                  <a:pt x="1215213" y="1612873"/>
                </a:cubicBezTo>
                <a:lnTo>
                  <a:pt x="1206406" y="1628077"/>
                </a:lnTo>
                <a:cubicBezTo>
                  <a:pt x="1206157" y="1628409"/>
                  <a:pt x="1205741" y="1628658"/>
                  <a:pt x="1205326" y="1628658"/>
                </a:cubicBezTo>
                <a:close/>
                <a:moveTo>
                  <a:pt x="1247899" y="1644785"/>
                </a:moveTo>
                <a:cubicBezTo>
                  <a:pt x="1247484" y="1644785"/>
                  <a:pt x="1246818" y="1644204"/>
                  <a:pt x="1246818" y="1644204"/>
                </a:cubicBezTo>
                <a:lnTo>
                  <a:pt x="1238012" y="1629000"/>
                </a:lnTo>
                <a:cubicBezTo>
                  <a:pt x="1237763" y="1628585"/>
                  <a:pt x="1238012" y="1627754"/>
                  <a:pt x="1238012" y="1627754"/>
                </a:cubicBezTo>
                <a:lnTo>
                  <a:pt x="1246819" y="1612551"/>
                </a:lnTo>
                <a:cubicBezTo>
                  <a:pt x="1247068" y="1612218"/>
                  <a:pt x="1247484" y="1611969"/>
                  <a:pt x="1247899" y="1611969"/>
                </a:cubicBezTo>
                <a:lnTo>
                  <a:pt x="1265511" y="1611969"/>
                </a:lnTo>
                <a:cubicBezTo>
                  <a:pt x="1265926" y="1611969"/>
                  <a:pt x="1266592" y="1612551"/>
                  <a:pt x="1266592" y="1612551"/>
                </a:cubicBezTo>
                <a:lnTo>
                  <a:pt x="1275399" y="1627754"/>
                </a:lnTo>
                <a:cubicBezTo>
                  <a:pt x="1275648" y="1628170"/>
                  <a:pt x="1275399" y="1629000"/>
                  <a:pt x="1275399" y="1629000"/>
                </a:cubicBezTo>
                <a:lnTo>
                  <a:pt x="1266592" y="1644204"/>
                </a:lnTo>
                <a:cubicBezTo>
                  <a:pt x="1266343" y="1644536"/>
                  <a:pt x="1265927" y="1644785"/>
                  <a:pt x="1265511" y="1644785"/>
                </a:cubicBezTo>
                <a:close/>
                <a:moveTo>
                  <a:pt x="1307940" y="1661341"/>
                </a:moveTo>
                <a:cubicBezTo>
                  <a:pt x="1307525" y="1661341"/>
                  <a:pt x="1306861" y="1660677"/>
                  <a:pt x="1306861" y="1660677"/>
                </a:cubicBezTo>
                <a:lnTo>
                  <a:pt x="1297888" y="1645058"/>
                </a:lnTo>
                <a:cubicBezTo>
                  <a:pt x="1297638" y="1644725"/>
                  <a:pt x="1297888" y="1643811"/>
                  <a:pt x="1297888" y="1643811"/>
                </a:cubicBezTo>
                <a:lnTo>
                  <a:pt x="1306861" y="1628193"/>
                </a:lnTo>
                <a:cubicBezTo>
                  <a:pt x="1307109" y="1627777"/>
                  <a:pt x="1307525" y="1627528"/>
                  <a:pt x="1307940" y="1627528"/>
                </a:cubicBezTo>
                <a:lnTo>
                  <a:pt x="1325969" y="1627528"/>
                </a:lnTo>
                <a:cubicBezTo>
                  <a:pt x="1326384" y="1627528"/>
                  <a:pt x="1327049" y="1628193"/>
                  <a:pt x="1327049" y="1628193"/>
                </a:cubicBezTo>
                <a:lnTo>
                  <a:pt x="1336021" y="1643811"/>
                </a:lnTo>
                <a:cubicBezTo>
                  <a:pt x="1336270" y="1644144"/>
                  <a:pt x="1336020" y="1645058"/>
                  <a:pt x="1336020" y="1645058"/>
                </a:cubicBezTo>
                <a:lnTo>
                  <a:pt x="1327049" y="1660677"/>
                </a:lnTo>
                <a:cubicBezTo>
                  <a:pt x="1326799" y="1661092"/>
                  <a:pt x="1326384" y="1661341"/>
                  <a:pt x="1325969" y="1661341"/>
                </a:cubicBezTo>
                <a:close/>
                <a:moveTo>
                  <a:pt x="3655202" y="2290288"/>
                </a:moveTo>
                <a:cubicBezTo>
                  <a:pt x="3654787" y="2290288"/>
                  <a:pt x="3654122" y="2289624"/>
                  <a:pt x="3654122" y="2289624"/>
                </a:cubicBezTo>
                <a:lnTo>
                  <a:pt x="3645150" y="2274005"/>
                </a:lnTo>
                <a:cubicBezTo>
                  <a:pt x="3644901" y="2273672"/>
                  <a:pt x="3645150" y="2272758"/>
                  <a:pt x="3645150" y="2272758"/>
                </a:cubicBezTo>
                <a:lnTo>
                  <a:pt x="3654122" y="2257140"/>
                </a:lnTo>
                <a:cubicBezTo>
                  <a:pt x="3654371" y="2256724"/>
                  <a:pt x="3654787" y="2256475"/>
                  <a:pt x="3655202" y="2256475"/>
                </a:cubicBezTo>
                <a:lnTo>
                  <a:pt x="3673230" y="2256475"/>
                </a:lnTo>
                <a:cubicBezTo>
                  <a:pt x="3673646" y="2256475"/>
                  <a:pt x="3674310" y="2257140"/>
                  <a:pt x="3674310" y="2257140"/>
                </a:cubicBezTo>
                <a:lnTo>
                  <a:pt x="3683283" y="2272758"/>
                </a:lnTo>
                <a:cubicBezTo>
                  <a:pt x="3683532" y="2273091"/>
                  <a:pt x="3683283" y="2274005"/>
                  <a:pt x="3683283" y="2274005"/>
                </a:cubicBezTo>
                <a:lnTo>
                  <a:pt x="3674310" y="2289624"/>
                </a:lnTo>
                <a:cubicBezTo>
                  <a:pt x="3674061" y="2290039"/>
                  <a:pt x="3673646" y="2290288"/>
                  <a:pt x="3673230" y="2290288"/>
                </a:cubicBezTo>
                <a:close/>
                <a:moveTo>
                  <a:pt x="1367961" y="1677622"/>
                </a:moveTo>
                <a:cubicBezTo>
                  <a:pt x="1367545" y="1677622"/>
                  <a:pt x="1366881" y="1676959"/>
                  <a:pt x="1366881" y="1676959"/>
                </a:cubicBezTo>
                <a:lnTo>
                  <a:pt x="1357825" y="1661174"/>
                </a:lnTo>
                <a:cubicBezTo>
                  <a:pt x="1357576" y="1660842"/>
                  <a:pt x="1357825" y="1659928"/>
                  <a:pt x="1357825" y="1659928"/>
                </a:cubicBezTo>
                <a:lnTo>
                  <a:pt x="1366964" y="1644143"/>
                </a:lnTo>
                <a:cubicBezTo>
                  <a:pt x="1367129" y="1643727"/>
                  <a:pt x="1367628" y="1643478"/>
                  <a:pt x="1368043" y="1643478"/>
                </a:cubicBezTo>
                <a:lnTo>
                  <a:pt x="1386238" y="1643478"/>
                </a:lnTo>
                <a:cubicBezTo>
                  <a:pt x="1386653" y="1643478"/>
                  <a:pt x="1387318" y="1644143"/>
                  <a:pt x="1387318" y="1644143"/>
                </a:cubicBezTo>
                <a:lnTo>
                  <a:pt x="1396374" y="1659928"/>
                </a:lnTo>
                <a:cubicBezTo>
                  <a:pt x="1396622" y="1660260"/>
                  <a:pt x="1396374" y="1661174"/>
                  <a:pt x="1396374" y="1661174"/>
                </a:cubicBezTo>
                <a:lnTo>
                  <a:pt x="1387234" y="1676959"/>
                </a:lnTo>
                <a:cubicBezTo>
                  <a:pt x="1387069" y="1677373"/>
                  <a:pt x="1386570" y="1677623"/>
                  <a:pt x="1386155" y="1677623"/>
                </a:cubicBezTo>
                <a:close/>
                <a:moveTo>
                  <a:pt x="1548519" y="1726003"/>
                </a:moveTo>
                <a:cubicBezTo>
                  <a:pt x="1548103" y="1726003"/>
                  <a:pt x="1547440" y="1725339"/>
                  <a:pt x="1547440" y="1725339"/>
                </a:cubicBezTo>
                <a:lnTo>
                  <a:pt x="1538383" y="1709554"/>
                </a:lnTo>
                <a:cubicBezTo>
                  <a:pt x="1538134" y="1709222"/>
                  <a:pt x="1538383" y="1708308"/>
                  <a:pt x="1538383" y="1708308"/>
                </a:cubicBezTo>
                <a:lnTo>
                  <a:pt x="1547523" y="1692523"/>
                </a:lnTo>
                <a:cubicBezTo>
                  <a:pt x="1547688" y="1692107"/>
                  <a:pt x="1548186" y="1691858"/>
                  <a:pt x="1548602" y="1691858"/>
                </a:cubicBezTo>
                <a:lnTo>
                  <a:pt x="1566797" y="1691858"/>
                </a:lnTo>
                <a:cubicBezTo>
                  <a:pt x="1567212" y="1691858"/>
                  <a:pt x="1567876" y="1692523"/>
                  <a:pt x="1567876" y="1692523"/>
                </a:cubicBezTo>
                <a:lnTo>
                  <a:pt x="1576932" y="1708308"/>
                </a:lnTo>
                <a:cubicBezTo>
                  <a:pt x="1577180" y="1708640"/>
                  <a:pt x="1576932" y="1709554"/>
                  <a:pt x="1576932" y="1709554"/>
                </a:cubicBezTo>
                <a:lnTo>
                  <a:pt x="1567793" y="1725339"/>
                </a:lnTo>
                <a:cubicBezTo>
                  <a:pt x="1567628" y="1725754"/>
                  <a:pt x="1567129" y="1726003"/>
                  <a:pt x="1566713" y="1726003"/>
                </a:cubicBezTo>
                <a:close/>
                <a:moveTo>
                  <a:pt x="1428054" y="1693998"/>
                </a:moveTo>
                <a:cubicBezTo>
                  <a:pt x="1427555" y="1693998"/>
                  <a:pt x="1426891" y="1693333"/>
                  <a:pt x="1426891" y="1693333"/>
                </a:cubicBezTo>
                <a:lnTo>
                  <a:pt x="1417669" y="1677382"/>
                </a:lnTo>
                <a:cubicBezTo>
                  <a:pt x="1417419" y="1676967"/>
                  <a:pt x="1417669" y="1676053"/>
                  <a:pt x="1417669" y="1676053"/>
                </a:cubicBezTo>
                <a:lnTo>
                  <a:pt x="1426891" y="1660102"/>
                </a:lnTo>
                <a:cubicBezTo>
                  <a:pt x="1427140" y="1659686"/>
                  <a:pt x="1427555" y="1659437"/>
                  <a:pt x="1428054" y="1659437"/>
                </a:cubicBezTo>
                <a:lnTo>
                  <a:pt x="1446497" y="1659437"/>
                </a:lnTo>
                <a:cubicBezTo>
                  <a:pt x="1446996" y="1659437"/>
                  <a:pt x="1447660" y="1660102"/>
                  <a:pt x="1447660" y="1660102"/>
                </a:cubicBezTo>
                <a:lnTo>
                  <a:pt x="1456882" y="1676053"/>
                </a:lnTo>
                <a:cubicBezTo>
                  <a:pt x="1457131" y="1676468"/>
                  <a:pt x="1456882" y="1677382"/>
                  <a:pt x="1456882" y="1677382"/>
                </a:cubicBezTo>
                <a:lnTo>
                  <a:pt x="1447660" y="1693333"/>
                </a:lnTo>
                <a:cubicBezTo>
                  <a:pt x="1447411" y="1693748"/>
                  <a:pt x="1446996" y="1693998"/>
                  <a:pt x="1446497" y="1693998"/>
                </a:cubicBezTo>
                <a:close/>
                <a:moveTo>
                  <a:pt x="1728901" y="1774798"/>
                </a:moveTo>
                <a:cubicBezTo>
                  <a:pt x="1728402" y="1774798"/>
                  <a:pt x="1727737" y="1774134"/>
                  <a:pt x="1727737" y="1774134"/>
                </a:cubicBezTo>
                <a:lnTo>
                  <a:pt x="1718433" y="1758016"/>
                </a:lnTo>
                <a:cubicBezTo>
                  <a:pt x="1718184" y="1757601"/>
                  <a:pt x="1718433" y="1756687"/>
                  <a:pt x="1718433" y="1756687"/>
                </a:cubicBezTo>
                <a:lnTo>
                  <a:pt x="1727737" y="1740570"/>
                </a:lnTo>
                <a:cubicBezTo>
                  <a:pt x="1727987" y="1740154"/>
                  <a:pt x="1728402" y="1739905"/>
                  <a:pt x="1728901" y="1739905"/>
                </a:cubicBezTo>
                <a:lnTo>
                  <a:pt x="1747510" y="1739905"/>
                </a:lnTo>
                <a:cubicBezTo>
                  <a:pt x="1748009" y="1739905"/>
                  <a:pt x="1748674" y="1740570"/>
                  <a:pt x="1748674" y="1740570"/>
                </a:cubicBezTo>
                <a:lnTo>
                  <a:pt x="1757978" y="1756687"/>
                </a:lnTo>
                <a:cubicBezTo>
                  <a:pt x="1758227" y="1757102"/>
                  <a:pt x="1757978" y="1758016"/>
                  <a:pt x="1757978" y="1758016"/>
                </a:cubicBezTo>
                <a:lnTo>
                  <a:pt x="1748674" y="1774134"/>
                </a:lnTo>
                <a:cubicBezTo>
                  <a:pt x="1748424" y="1774549"/>
                  <a:pt x="1748009" y="1774798"/>
                  <a:pt x="1747510" y="1774798"/>
                </a:cubicBezTo>
                <a:close/>
                <a:moveTo>
                  <a:pt x="1488074" y="1710457"/>
                </a:moveTo>
                <a:cubicBezTo>
                  <a:pt x="1487575" y="1710457"/>
                  <a:pt x="1486911" y="1709793"/>
                  <a:pt x="1486911" y="1709793"/>
                </a:cubicBezTo>
                <a:lnTo>
                  <a:pt x="1477523" y="1693509"/>
                </a:lnTo>
                <a:cubicBezTo>
                  <a:pt x="1477274" y="1693094"/>
                  <a:pt x="1477523" y="1692180"/>
                  <a:pt x="1477523" y="1692180"/>
                </a:cubicBezTo>
                <a:lnTo>
                  <a:pt x="1486911" y="1675897"/>
                </a:lnTo>
                <a:cubicBezTo>
                  <a:pt x="1487160" y="1675481"/>
                  <a:pt x="1487575" y="1675232"/>
                  <a:pt x="1488074" y="1675232"/>
                </a:cubicBezTo>
                <a:lnTo>
                  <a:pt x="1506850" y="1675232"/>
                </a:lnTo>
                <a:cubicBezTo>
                  <a:pt x="1507348" y="1675232"/>
                  <a:pt x="1508013" y="1675897"/>
                  <a:pt x="1508013" y="1675897"/>
                </a:cubicBezTo>
                <a:lnTo>
                  <a:pt x="1517401" y="1692180"/>
                </a:lnTo>
                <a:cubicBezTo>
                  <a:pt x="1517650" y="1692596"/>
                  <a:pt x="1517401" y="1693509"/>
                  <a:pt x="1517401" y="1693509"/>
                </a:cubicBezTo>
                <a:lnTo>
                  <a:pt x="1508013" y="1709793"/>
                </a:lnTo>
                <a:cubicBezTo>
                  <a:pt x="1507764" y="1710208"/>
                  <a:pt x="1507348" y="1710457"/>
                  <a:pt x="1506850" y="1710457"/>
                </a:cubicBezTo>
                <a:close/>
                <a:moveTo>
                  <a:pt x="1608446" y="1742711"/>
                </a:moveTo>
                <a:cubicBezTo>
                  <a:pt x="1607947" y="1742711"/>
                  <a:pt x="1607282" y="1742047"/>
                  <a:pt x="1607282" y="1742047"/>
                </a:cubicBezTo>
                <a:lnTo>
                  <a:pt x="1597895" y="1725763"/>
                </a:lnTo>
                <a:cubicBezTo>
                  <a:pt x="1597646" y="1725348"/>
                  <a:pt x="1597895" y="1724433"/>
                  <a:pt x="1597895" y="1724433"/>
                </a:cubicBezTo>
                <a:lnTo>
                  <a:pt x="1607282" y="1708151"/>
                </a:lnTo>
                <a:cubicBezTo>
                  <a:pt x="1607532" y="1707734"/>
                  <a:pt x="1607947" y="1707486"/>
                  <a:pt x="1608446" y="1707486"/>
                </a:cubicBezTo>
                <a:lnTo>
                  <a:pt x="1627221" y="1707486"/>
                </a:lnTo>
                <a:cubicBezTo>
                  <a:pt x="1627719" y="1707485"/>
                  <a:pt x="1628384" y="1708150"/>
                  <a:pt x="1628384" y="1708150"/>
                </a:cubicBezTo>
                <a:lnTo>
                  <a:pt x="1637772" y="1724434"/>
                </a:lnTo>
                <a:cubicBezTo>
                  <a:pt x="1638022" y="1724850"/>
                  <a:pt x="1637772" y="1725763"/>
                  <a:pt x="1637772" y="1725763"/>
                </a:cubicBezTo>
                <a:lnTo>
                  <a:pt x="1628384" y="1742046"/>
                </a:lnTo>
                <a:cubicBezTo>
                  <a:pt x="1628136" y="1742461"/>
                  <a:pt x="1627719" y="1742710"/>
                  <a:pt x="1627221" y="1742711"/>
                </a:cubicBezTo>
                <a:close/>
                <a:moveTo>
                  <a:pt x="1668549" y="1758922"/>
                </a:moveTo>
                <a:cubicBezTo>
                  <a:pt x="1668050" y="1758922"/>
                  <a:pt x="1667386" y="1758257"/>
                  <a:pt x="1667386" y="1758257"/>
                </a:cubicBezTo>
                <a:lnTo>
                  <a:pt x="1657915" y="1741890"/>
                </a:lnTo>
                <a:cubicBezTo>
                  <a:pt x="1657665" y="1741475"/>
                  <a:pt x="1657915" y="1740560"/>
                  <a:pt x="1657915" y="1740560"/>
                </a:cubicBezTo>
                <a:lnTo>
                  <a:pt x="1667386" y="1724195"/>
                </a:lnTo>
                <a:cubicBezTo>
                  <a:pt x="1667635" y="1723779"/>
                  <a:pt x="1668051" y="1723530"/>
                  <a:pt x="1668550" y="1723530"/>
                </a:cubicBezTo>
                <a:lnTo>
                  <a:pt x="1687492" y="1723530"/>
                </a:lnTo>
                <a:cubicBezTo>
                  <a:pt x="1687989" y="1723530"/>
                  <a:pt x="1688654" y="1724195"/>
                  <a:pt x="1688654" y="1724195"/>
                </a:cubicBezTo>
                <a:lnTo>
                  <a:pt x="1698125" y="1740561"/>
                </a:lnTo>
                <a:cubicBezTo>
                  <a:pt x="1698374" y="1740976"/>
                  <a:pt x="1698125" y="1741890"/>
                  <a:pt x="1698125" y="1741890"/>
                </a:cubicBezTo>
                <a:lnTo>
                  <a:pt x="1688654" y="1758257"/>
                </a:lnTo>
                <a:cubicBezTo>
                  <a:pt x="1688405" y="1758673"/>
                  <a:pt x="1687989" y="1758922"/>
                  <a:pt x="1687491" y="1758921"/>
                </a:cubicBezTo>
                <a:close/>
                <a:moveTo>
                  <a:pt x="3714881" y="2307235"/>
                </a:moveTo>
                <a:cubicBezTo>
                  <a:pt x="3714382" y="2307235"/>
                  <a:pt x="3713718" y="2306570"/>
                  <a:pt x="3713718" y="2306570"/>
                </a:cubicBezTo>
                <a:lnTo>
                  <a:pt x="3704246" y="2290203"/>
                </a:lnTo>
                <a:cubicBezTo>
                  <a:pt x="3703997" y="2289787"/>
                  <a:pt x="3704246" y="2288874"/>
                  <a:pt x="3704246" y="2288874"/>
                </a:cubicBezTo>
                <a:lnTo>
                  <a:pt x="3713718" y="2272507"/>
                </a:lnTo>
                <a:cubicBezTo>
                  <a:pt x="3713967" y="2272091"/>
                  <a:pt x="3714382" y="2271843"/>
                  <a:pt x="3714881" y="2271843"/>
                </a:cubicBezTo>
                <a:lnTo>
                  <a:pt x="3733823" y="2271843"/>
                </a:lnTo>
                <a:cubicBezTo>
                  <a:pt x="3734322" y="2271843"/>
                  <a:pt x="3734986" y="2272508"/>
                  <a:pt x="3734986" y="2272508"/>
                </a:cubicBezTo>
                <a:lnTo>
                  <a:pt x="3744457" y="2288873"/>
                </a:lnTo>
                <a:cubicBezTo>
                  <a:pt x="3744706" y="2289290"/>
                  <a:pt x="3744457" y="2290202"/>
                  <a:pt x="3744457" y="2290202"/>
                </a:cubicBezTo>
                <a:lnTo>
                  <a:pt x="3734985" y="2306570"/>
                </a:lnTo>
                <a:cubicBezTo>
                  <a:pt x="3734737" y="2306986"/>
                  <a:pt x="3734322" y="2307234"/>
                  <a:pt x="3733823" y="2307235"/>
                </a:cubicBezTo>
                <a:close/>
                <a:moveTo>
                  <a:pt x="1788818" y="1791421"/>
                </a:moveTo>
                <a:cubicBezTo>
                  <a:pt x="1788319" y="1791421"/>
                  <a:pt x="1787655" y="1790756"/>
                  <a:pt x="1787655" y="1790756"/>
                </a:cubicBezTo>
                <a:lnTo>
                  <a:pt x="1778101" y="1774224"/>
                </a:lnTo>
                <a:cubicBezTo>
                  <a:pt x="1777852" y="1773807"/>
                  <a:pt x="1778101" y="1772893"/>
                  <a:pt x="1778101" y="1772893"/>
                </a:cubicBezTo>
                <a:lnTo>
                  <a:pt x="1787654" y="1756361"/>
                </a:lnTo>
                <a:cubicBezTo>
                  <a:pt x="1787904" y="1755945"/>
                  <a:pt x="1788319" y="1755697"/>
                  <a:pt x="1788818" y="1755697"/>
                </a:cubicBezTo>
                <a:lnTo>
                  <a:pt x="1807926" y="1755697"/>
                </a:lnTo>
                <a:cubicBezTo>
                  <a:pt x="1808425" y="1755696"/>
                  <a:pt x="1809089" y="1756361"/>
                  <a:pt x="1809089" y="1756361"/>
                </a:cubicBezTo>
                <a:lnTo>
                  <a:pt x="1818643" y="1772893"/>
                </a:lnTo>
                <a:cubicBezTo>
                  <a:pt x="1818892" y="1773310"/>
                  <a:pt x="1818643" y="1774224"/>
                  <a:pt x="1818643" y="1774224"/>
                </a:cubicBezTo>
                <a:lnTo>
                  <a:pt x="1809088" y="1790756"/>
                </a:lnTo>
                <a:cubicBezTo>
                  <a:pt x="1808840" y="1791172"/>
                  <a:pt x="1808425" y="1791420"/>
                  <a:pt x="1807926" y="1791421"/>
                </a:cubicBezTo>
                <a:close/>
                <a:moveTo>
                  <a:pt x="1848918" y="1807724"/>
                </a:moveTo>
                <a:cubicBezTo>
                  <a:pt x="1848420" y="1807724"/>
                  <a:pt x="1848004" y="1807475"/>
                  <a:pt x="1847755" y="1807060"/>
                </a:cubicBezTo>
                <a:lnTo>
                  <a:pt x="1838118" y="1790361"/>
                </a:lnTo>
                <a:cubicBezTo>
                  <a:pt x="1837869" y="1789945"/>
                  <a:pt x="1837869" y="1789447"/>
                  <a:pt x="1838118" y="1789032"/>
                </a:cubicBezTo>
                <a:lnTo>
                  <a:pt x="1847755" y="1772333"/>
                </a:lnTo>
                <a:cubicBezTo>
                  <a:pt x="1848004" y="1771917"/>
                  <a:pt x="1848420" y="1771668"/>
                  <a:pt x="1848918" y="1771668"/>
                </a:cubicBezTo>
                <a:lnTo>
                  <a:pt x="1868275" y="1771668"/>
                </a:lnTo>
                <a:cubicBezTo>
                  <a:pt x="1868774" y="1771668"/>
                  <a:pt x="1869190" y="1771917"/>
                  <a:pt x="1869439" y="1772333"/>
                </a:cubicBezTo>
                <a:lnTo>
                  <a:pt x="1879076" y="1789032"/>
                </a:lnTo>
                <a:cubicBezTo>
                  <a:pt x="1879325" y="1789447"/>
                  <a:pt x="1879325" y="1789945"/>
                  <a:pt x="1879076" y="1790361"/>
                </a:cubicBezTo>
                <a:lnTo>
                  <a:pt x="1869439" y="1807060"/>
                </a:lnTo>
                <a:cubicBezTo>
                  <a:pt x="1869190" y="1807475"/>
                  <a:pt x="1868774" y="1807724"/>
                  <a:pt x="1868275" y="1807724"/>
                </a:cubicBezTo>
                <a:close/>
                <a:moveTo>
                  <a:pt x="1969158" y="1840138"/>
                </a:moveTo>
                <a:cubicBezTo>
                  <a:pt x="1968660" y="1840138"/>
                  <a:pt x="1968244" y="1839889"/>
                  <a:pt x="1967995" y="1839473"/>
                </a:cubicBezTo>
                <a:lnTo>
                  <a:pt x="1958274" y="1822525"/>
                </a:lnTo>
                <a:cubicBezTo>
                  <a:pt x="1958026" y="1822110"/>
                  <a:pt x="1958025" y="1821528"/>
                  <a:pt x="1958275" y="1821113"/>
                </a:cubicBezTo>
                <a:lnTo>
                  <a:pt x="1968078" y="1804165"/>
                </a:lnTo>
                <a:cubicBezTo>
                  <a:pt x="1968326" y="1803749"/>
                  <a:pt x="1968743" y="1803500"/>
                  <a:pt x="1969242" y="1803500"/>
                </a:cubicBezTo>
                <a:lnTo>
                  <a:pt x="1988765" y="1803500"/>
                </a:lnTo>
                <a:cubicBezTo>
                  <a:pt x="1989263" y="1803500"/>
                  <a:pt x="1989678" y="1803749"/>
                  <a:pt x="1989928" y="1804165"/>
                </a:cubicBezTo>
                <a:lnTo>
                  <a:pt x="1999647" y="1821113"/>
                </a:lnTo>
                <a:cubicBezTo>
                  <a:pt x="1999898" y="1821528"/>
                  <a:pt x="1999897" y="1822110"/>
                  <a:pt x="1999648" y="1822525"/>
                </a:cubicBezTo>
                <a:lnTo>
                  <a:pt x="1989845" y="1839473"/>
                </a:lnTo>
                <a:cubicBezTo>
                  <a:pt x="1989595" y="1839889"/>
                  <a:pt x="1989179" y="1840138"/>
                  <a:pt x="1988681" y="1840138"/>
                </a:cubicBezTo>
                <a:close/>
                <a:moveTo>
                  <a:pt x="2390462" y="1953026"/>
                </a:moveTo>
                <a:cubicBezTo>
                  <a:pt x="2389964" y="1953026"/>
                  <a:pt x="2389547" y="1952777"/>
                  <a:pt x="2389299" y="1952361"/>
                </a:cubicBezTo>
                <a:lnTo>
                  <a:pt x="2379578" y="1935413"/>
                </a:lnTo>
                <a:cubicBezTo>
                  <a:pt x="2379330" y="1934998"/>
                  <a:pt x="2379329" y="1934416"/>
                  <a:pt x="2379579" y="1934001"/>
                </a:cubicBezTo>
                <a:lnTo>
                  <a:pt x="2389382" y="1917053"/>
                </a:lnTo>
                <a:cubicBezTo>
                  <a:pt x="2389630" y="1916637"/>
                  <a:pt x="2390047" y="1916388"/>
                  <a:pt x="2390545" y="1916388"/>
                </a:cubicBezTo>
                <a:lnTo>
                  <a:pt x="2410069" y="1916388"/>
                </a:lnTo>
                <a:cubicBezTo>
                  <a:pt x="2410567" y="1916388"/>
                  <a:pt x="2410982" y="1916637"/>
                  <a:pt x="2411232" y="1917053"/>
                </a:cubicBezTo>
                <a:lnTo>
                  <a:pt x="2420952" y="1934001"/>
                </a:lnTo>
                <a:cubicBezTo>
                  <a:pt x="2421201" y="1934416"/>
                  <a:pt x="2421200" y="1934998"/>
                  <a:pt x="2420952" y="1935413"/>
                </a:cubicBezTo>
                <a:lnTo>
                  <a:pt x="2411149" y="1952361"/>
                </a:lnTo>
                <a:cubicBezTo>
                  <a:pt x="2410899" y="1952777"/>
                  <a:pt x="2410483" y="1953026"/>
                  <a:pt x="2409985" y="1953026"/>
                </a:cubicBezTo>
                <a:close/>
                <a:moveTo>
                  <a:pt x="3052510" y="2130421"/>
                </a:moveTo>
                <a:cubicBezTo>
                  <a:pt x="3052012" y="2130421"/>
                  <a:pt x="3051596" y="2130173"/>
                  <a:pt x="3051347" y="2129756"/>
                </a:cubicBezTo>
                <a:lnTo>
                  <a:pt x="3041627" y="2112808"/>
                </a:lnTo>
                <a:cubicBezTo>
                  <a:pt x="3041378" y="2112393"/>
                  <a:pt x="3041378" y="2111812"/>
                  <a:pt x="3041627" y="2111396"/>
                </a:cubicBezTo>
                <a:lnTo>
                  <a:pt x="3051430" y="2094449"/>
                </a:lnTo>
                <a:cubicBezTo>
                  <a:pt x="3051679" y="2094032"/>
                  <a:pt x="3052095" y="2093784"/>
                  <a:pt x="3052593" y="2093783"/>
                </a:cubicBezTo>
                <a:lnTo>
                  <a:pt x="3072117" y="2093783"/>
                </a:lnTo>
                <a:cubicBezTo>
                  <a:pt x="3072615" y="2093784"/>
                  <a:pt x="3073031" y="2094032"/>
                  <a:pt x="3073280" y="2094449"/>
                </a:cubicBezTo>
                <a:lnTo>
                  <a:pt x="3083000" y="2111396"/>
                </a:lnTo>
                <a:cubicBezTo>
                  <a:pt x="3083249" y="2111812"/>
                  <a:pt x="3083249" y="2112393"/>
                  <a:pt x="3083000" y="2112808"/>
                </a:cubicBezTo>
                <a:lnTo>
                  <a:pt x="3073197" y="2129756"/>
                </a:lnTo>
                <a:cubicBezTo>
                  <a:pt x="3072948" y="2130172"/>
                  <a:pt x="3072532" y="2130421"/>
                  <a:pt x="3072034" y="2130421"/>
                </a:cubicBezTo>
                <a:close/>
                <a:moveTo>
                  <a:pt x="1908973" y="1824093"/>
                </a:moveTo>
                <a:cubicBezTo>
                  <a:pt x="1908557" y="1824093"/>
                  <a:pt x="1908059" y="1823844"/>
                  <a:pt x="1907809" y="1823428"/>
                </a:cubicBezTo>
                <a:lnTo>
                  <a:pt x="1898006" y="1806397"/>
                </a:lnTo>
                <a:cubicBezTo>
                  <a:pt x="1897757" y="1805982"/>
                  <a:pt x="1897757" y="1805400"/>
                  <a:pt x="1898006" y="1804985"/>
                </a:cubicBezTo>
                <a:lnTo>
                  <a:pt x="1907809" y="1787954"/>
                </a:lnTo>
                <a:cubicBezTo>
                  <a:pt x="1908059" y="1787538"/>
                  <a:pt x="1908474" y="1787289"/>
                  <a:pt x="1908973" y="1787289"/>
                </a:cubicBezTo>
                <a:lnTo>
                  <a:pt x="1928579" y="1787289"/>
                </a:lnTo>
                <a:cubicBezTo>
                  <a:pt x="1928994" y="1787289"/>
                  <a:pt x="1929493" y="1787538"/>
                  <a:pt x="1929742" y="1787954"/>
                </a:cubicBezTo>
                <a:lnTo>
                  <a:pt x="1939546" y="1804985"/>
                </a:lnTo>
                <a:cubicBezTo>
                  <a:pt x="1939795" y="1805400"/>
                  <a:pt x="1939795" y="1805982"/>
                  <a:pt x="1939546" y="1806397"/>
                </a:cubicBezTo>
                <a:lnTo>
                  <a:pt x="1929742" y="1823428"/>
                </a:lnTo>
                <a:cubicBezTo>
                  <a:pt x="1929493" y="1823844"/>
                  <a:pt x="1929078" y="1824093"/>
                  <a:pt x="1928579" y="1824093"/>
                </a:cubicBezTo>
                <a:close/>
                <a:moveTo>
                  <a:pt x="2269986" y="1921008"/>
                </a:moveTo>
                <a:cubicBezTo>
                  <a:pt x="2269487" y="1921008"/>
                  <a:pt x="2268989" y="1920759"/>
                  <a:pt x="2268740" y="1920344"/>
                </a:cubicBezTo>
                <a:lnTo>
                  <a:pt x="2258854" y="1903229"/>
                </a:lnTo>
                <a:cubicBezTo>
                  <a:pt x="2258605" y="1902814"/>
                  <a:pt x="2258605" y="1902232"/>
                  <a:pt x="2258854" y="1901817"/>
                </a:cubicBezTo>
                <a:lnTo>
                  <a:pt x="2268740" y="1884703"/>
                </a:lnTo>
                <a:cubicBezTo>
                  <a:pt x="2269072" y="1884287"/>
                  <a:pt x="2269487" y="1884038"/>
                  <a:pt x="2269986" y="1884038"/>
                </a:cubicBezTo>
                <a:lnTo>
                  <a:pt x="2289676" y="1884038"/>
                </a:lnTo>
                <a:cubicBezTo>
                  <a:pt x="2290175" y="1884038"/>
                  <a:pt x="2290672" y="1884287"/>
                  <a:pt x="2290923" y="1884703"/>
                </a:cubicBezTo>
                <a:lnTo>
                  <a:pt x="2300809" y="1901817"/>
                </a:lnTo>
                <a:cubicBezTo>
                  <a:pt x="2301058" y="1902232"/>
                  <a:pt x="2301058" y="1902814"/>
                  <a:pt x="2300809" y="1903229"/>
                </a:cubicBezTo>
                <a:lnTo>
                  <a:pt x="2290923" y="1920344"/>
                </a:lnTo>
                <a:cubicBezTo>
                  <a:pt x="2290589" y="1920759"/>
                  <a:pt x="2290175" y="1921008"/>
                  <a:pt x="2289676" y="1921008"/>
                </a:cubicBezTo>
                <a:close/>
                <a:moveTo>
                  <a:pt x="2029237" y="1856605"/>
                </a:moveTo>
                <a:cubicBezTo>
                  <a:pt x="2028739" y="1856605"/>
                  <a:pt x="2028241" y="1856356"/>
                  <a:pt x="2027992" y="1855941"/>
                </a:cubicBezTo>
                <a:lnTo>
                  <a:pt x="2018106" y="1838743"/>
                </a:lnTo>
                <a:cubicBezTo>
                  <a:pt x="2017856" y="1838328"/>
                  <a:pt x="2017857" y="1837746"/>
                  <a:pt x="2018105" y="1837331"/>
                </a:cubicBezTo>
                <a:lnTo>
                  <a:pt x="2027992" y="1820134"/>
                </a:lnTo>
                <a:cubicBezTo>
                  <a:pt x="2028241" y="1819718"/>
                  <a:pt x="2028739" y="1819469"/>
                  <a:pt x="2029237" y="1819469"/>
                </a:cubicBezTo>
                <a:lnTo>
                  <a:pt x="2049093" y="1819469"/>
                </a:lnTo>
                <a:cubicBezTo>
                  <a:pt x="2049592" y="1819469"/>
                  <a:pt x="2050090" y="1819718"/>
                  <a:pt x="2050340" y="1820134"/>
                </a:cubicBezTo>
                <a:lnTo>
                  <a:pt x="2060226" y="1837331"/>
                </a:lnTo>
                <a:cubicBezTo>
                  <a:pt x="2060475" y="1837746"/>
                  <a:pt x="2060475" y="1838328"/>
                  <a:pt x="2060226" y="1838743"/>
                </a:cubicBezTo>
                <a:lnTo>
                  <a:pt x="2050340" y="1855941"/>
                </a:lnTo>
                <a:cubicBezTo>
                  <a:pt x="2050090" y="1856356"/>
                  <a:pt x="2049592" y="1856605"/>
                  <a:pt x="2049093" y="1856605"/>
                </a:cubicBezTo>
                <a:close/>
                <a:moveTo>
                  <a:pt x="2089424" y="1872732"/>
                </a:moveTo>
                <a:cubicBezTo>
                  <a:pt x="2088926" y="1872732"/>
                  <a:pt x="2088428" y="1872483"/>
                  <a:pt x="2088179" y="1872068"/>
                </a:cubicBezTo>
                <a:lnTo>
                  <a:pt x="2078292" y="1854870"/>
                </a:lnTo>
                <a:cubicBezTo>
                  <a:pt x="2078043" y="1854455"/>
                  <a:pt x="2078043" y="1853873"/>
                  <a:pt x="2078292" y="1853458"/>
                </a:cubicBezTo>
                <a:lnTo>
                  <a:pt x="2088179" y="1836261"/>
                </a:lnTo>
                <a:cubicBezTo>
                  <a:pt x="2088428" y="1835845"/>
                  <a:pt x="2088926" y="1835596"/>
                  <a:pt x="2089424" y="1835596"/>
                </a:cubicBezTo>
                <a:lnTo>
                  <a:pt x="2109280" y="1835596"/>
                </a:lnTo>
                <a:cubicBezTo>
                  <a:pt x="2109779" y="1835596"/>
                  <a:pt x="2110277" y="1835845"/>
                  <a:pt x="2110527" y="1836261"/>
                </a:cubicBezTo>
                <a:lnTo>
                  <a:pt x="2120413" y="1853458"/>
                </a:lnTo>
                <a:cubicBezTo>
                  <a:pt x="2120662" y="1853873"/>
                  <a:pt x="2120662" y="1854455"/>
                  <a:pt x="2120413" y="1854870"/>
                </a:cubicBezTo>
                <a:lnTo>
                  <a:pt x="2110527" y="1872068"/>
                </a:lnTo>
                <a:cubicBezTo>
                  <a:pt x="2110277" y="1872483"/>
                  <a:pt x="2109779" y="1872732"/>
                  <a:pt x="2109280" y="1872732"/>
                </a:cubicBezTo>
                <a:close/>
                <a:moveTo>
                  <a:pt x="2209796" y="1904985"/>
                </a:moveTo>
                <a:cubicBezTo>
                  <a:pt x="2209298" y="1904985"/>
                  <a:pt x="2208800" y="1904736"/>
                  <a:pt x="2208551" y="1904321"/>
                </a:cubicBezTo>
                <a:lnTo>
                  <a:pt x="2198664" y="1887123"/>
                </a:lnTo>
                <a:cubicBezTo>
                  <a:pt x="2198415" y="1886708"/>
                  <a:pt x="2198415" y="1886126"/>
                  <a:pt x="2198664" y="1885711"/>
                </a:cubicBezTo>
                <a:lnTo>
                  <a:pt x="2208551" y="1868514"/>
                </a:lnTo>
                <a:cubicBezTo>
                  <a:pt x="2208800" y="1868098"/>
                  <a:pt x="2209298" y="1867849"/>
                  <a:pt x="2209796" y="1867849"/>
                </a:cubicBezTo>
                <a:lnTo>
                  <a:pt x="2229652" y="1867849"/>
                </a:lnTo>
                <a:cubicBezTo>
                  <a:pt x="2230151" y="1867849"/>
                  <a:pt x="2230649" y="1868098"/>
                  <a:pt x="2230899" y="1868514"/>
                </a:cubicBezTo>
                <a:lnTo>
                  <a:pt x="2240785" y="1885711"/>
                </a:lnTo>
                <a:cubicBezTo>
                  <a:pt x="2241034" y="1886126"/>
                  <a:pt x="2241034" y="1886708"/>
                  <a:pt x="2240785" y="1887123"/>
                </a:cubicBezTo>
                <a:lnTo>
                  <a:pt x="2230899" y="1904321"/>
                </a:lnTo>
                <a:cubicBezTo>
                  <a:pt x="2230649" y="1904736"/>
                  <a:pt x="2230151" y="1904985"/>
                  <a:pt x="2229652" y="1904985"/>
                </a:cubicBezTo>
                <a:close/>
                <a:moveTo>
                  <a:pt x="2631100" y="2017873"/>
                </a:moveTo>
                <a:cubicBezTo>
                  <a:pt x="2630602" y="2017874"/>
                  <a:pt x="2630104" y="2017624"/>
                  <a:pt x="2629854" y="2017209"/>
                </a:cubicBezTo>
                <a:lnTo>
                  <a:pt x="2619968" y="2000011"/>
                </a:lnTo>
                <a:cubicBezTo>
                  <a:pt x="2619719" y="1999597"/>
                  <a:pt x="2619719" y="1999015"/>
                  <a:pt x="2619968" y="1998600"/>
                </a:cubicBezTo>
                <a:lnTo>
                  <a:pt x="2629854" y="1981402"/>
                </a:lnTo>
                <a:cubicBezTo>
                  <a:pt x="2630104" y="1980987"/>
                  <a:pt x="2630602" y="1980737"/>
                  <a:pt x="2631100" y="1980737"/>
                </a:cubicBezTo>
                <a:lnTo>
                  <a:pt x="2650957" y="1980737"/>
                </a:lnTo>
                <a:cubicBezTo>
                  <a:pt x="2651455" y="1980737"/>
                  <a:pt x="2651953" y="1980986"/>
                  <a:pt x="2652203" y="1981402"/>
                </a:cubicBezTo>
                <a:lnTo>
                  <a:pt x="2662089" y="1998599"/>
                </a:lnTo>
                <a:cubicBezTo>
                  <a:pt x="2662338" y="1999014"/>
                  <a:pt x="2662338" y="1999596"/>
                  <a:pt x="2662089" y="2000011"/>
                </a:cubicBezTo>
                <a:lnTo>
                  <a:pt x="2652203" y="2017209"/>
                </a:lnTo>
                <a:cubicBezTo>
                  <a:pt x="2651953" y="2017624"/>
                  <a:pt x="2651455" y="2017873"/>
                  <a:pt x="2650957" y="2017874"/>
                </a:cubicBezTo>
                <a:close/>
                <a:moveTo>
                  <a:pt x="2149530" y="1888931"/>
                </a:moveTo>
                <a:cubicBezTo>
                  <a:pt x="2149031" y="1888931"/>
                  <a:pt x="2148533" y="1888682"/>
                  <a:pt x="2148283" y="1888267"/>
                </a:cubicBezTo>
                <a:lnTo>
                  <a:pt x="2138313" y="1870986"/>
                </a:lnTo>
                <a:cubicBezTo>
                  <a:pt x="2138064" y="1870571"/>
                  <a:pt x="2138064" y="1869989"/>
                  <a:pt x="2138313" y="1869574"/>
                </a:cubicBezTo>
                <a:lnTo>
                  <a:pt x="2148283" y="1852294"/>
                </a:lnTo>
                <a:cubicBezTo>
                  <a:pt x="2148533" y="1851878"/>
                  <a:pt x="2149031" y="1851629"/>
                  <a:pt x="2149530" y="1851629"/>
                </a:cubicBezTo>
                <a:lnTo>
                  <a:pt x="2169468" y="1851629"/>
                </a:lnTo>
                <a:cubicBezTo>
                  <a:pt x="2169966" y="1851629"/>
                  <a:pt x="2170465" y="1851878"/>
                  <a:pt x="2170714" y="1852294"/>
                </a:cubicBezTo>
                <a:lnTo>
                  <a:pt x="2180684" y="1869574"/>
                </a:lnTo>
                <a:cubicBezTo>
                  <a:pt x="2180934" y="1869989"/>
                  <a:pt x="2180934" y="1870571"/>
                  <a:pt x="2180684" y="1870986"/>
                </a:cubicBezTo>
                <a:lnTo>
                  <a:pt x="2170714" y="1888267"/>
                </a:lnTo>
                <a:cubicBezTo>
                  <a:pt x="2170465" y="1888682"/>
                  <a:pt x="2169966" y="1888931"/>
                  <a:pt x="2169468" y="1888931"/>
                </a:cubicBezTo>
                <a:close/>
                <a:moveTo>
                  <a:pt x="2450460" y="1969565"/>
                </a:moveTo>
                <a:cubicBezTo>
                  <a:pt x="2449962" y="1969565"/>
                  <a:pt x="2449463" y="1969316"/>
                  <a:pt x="2449214" y="1968901"/>
                </a:cubicBezTo>
                <a:lnTo>
                  <a:pt x="2439245" y="1951620"/>
                </a:lnTo>
                <a:cubicBezTo>
                  <a:pt x="2438996" y="1951205"/>
                  <a:pt x="2438996" y="1950623"/>
                  <a:pt x="2439245" y="1950208"/>
                </a:cubicBezTo>
                <a:lnTo>
                  <a:pt x="2449214" y="1932928"/>
                </a:lnTo>
                <a:cubicBezTo>
                  <a:pt x="2449463" y="1932512"/>
                  <a:pt x="2449962" y="1932263"/>
                  <a:pt x="2450460" y="1932263"/>
                </a:cubicBezTo>
                <a:lnTo>
                  <a:pt x="2470400" y="1932263"/>
                </a:lnTo>
                <a:cubicBezTo>
                  <a:pt x="2470898" y="1932263"/>
                  <a:pt x="2471397" y="1932512"/>
                  <a:pt x="2471646" y="1932928"/>
                </a:cubicBezTo>
                <a:lnTo>
                  <a:pt x="2481615" y="1950208"/>
                </a:lnTo>
                <a:cubicBezTo>
                  <a:pt x="2481864" y="1950623"/>
                  <a:pt x="2481864" y="1951205"/>
                  <a:pt x="2481615" y="1951620"/>
                </a:cubicBezTo>
                <a:lnTo>
                  <a:pt x="2471646" y="1968901"/>
                </a:lnTo>
                <a:cubicBezTo>
                  <a:pt x="2471397" y="1969316"/>
                  <a:pt x="2470898" y="1969565"/>
                  <a:pt x="2470400" y="1969565"/>
                </a:cubicBezTo>
                <a:close/>
                <a:moveTo>
                  <a:pt x="2510646" y="1985692"/>
                </a:moveTo>
                <a:cubicBezTo>
                  <a:pt x="2510148" y="1985692"/>
                  <a:pt x="2509649" y="1985443"/>
                  <a:pt x="2509400" y="1985028"/>
                </a:cubicBezTo>
                <a:lnTo>
                  <a:pt x="2499431" y="1967747"/>
                </a:lnTo>
                <a:cubicBezTo>
                  <a:pt x="2499182" y="1967332"/>
                  <a:pt x="2499182" y="1966750"/>
                  <a:pt x="2499430" y="1966335"/>
                </a:cubicBezTo>
                <a:lnTo>
                  <a:pt x="2509400" y="1949055"/>
                </a:lnTo>
                <a:cubicBezTo>
                  <a:pt x="2509649" y="1948639"/>
                  <a:pt x="2510148" y="1948390"/>
                  <a:pt x="2510646" y="1948390"/>
                </a:cubicBezTo>
                <a:lnTo>
                  <a:pt x="2530586" y="1948390"/>
                </a:lnTo>
                <a:cubicBezTo>
                  <a:pt x="2531084" y="1948390"/>
                  <a:pt x="2531583" y="1948639"/>
                  <a:pt x="2531831" y="1949055"/>
                </a:cubicBezTo>
                <a:lnTo>
                  <a:pt x="2541801" y="1966335"/>
                </a:lnTo>
                <a:cubicBezTo>
                  <a:pt x="2542050" y="1966750"/>
                  <a:pt x="2542050" y="1967332"/>
                  <a:pt x="2541801" y="1967747"/>
                </a:cubicBezTo>
                <a:lnTo>
                  <a:pt x="2531831" y="1985028"/>
                </a:lnTo>
                <a:cubicBezTo>
                  <a:pt x="2531583" y="1985443"/>
                  <a:pt x="2531084" y="1985692"/>
                  <a:pt x="2530586" y="1985692"/>
                </a:cubicBezTo>
                <a:close/>
                <a:moveTo>
                  <a:pt x="4857849" y="2614726"/>
                </a:moveTo>
                <a:cubicBezTo>
                  <a:pt x="4857350" y="2614726"/>
                  <a:pt x="4856852" y="2614394"/>
                  <a:pt x="4856602" y="2613978"/>
                </a:cubicBezTo>
                <a:lnTo>
                  <a:pt x="4846632" y="2596615"/>
                </a:lnTo>
                <a:cubicBezTo>
                  <a:pt x="4846384" y="2596199"/>
                  <a:pt x="4846383" y="2595618"/>
                  <a:pt x="4846633" y="2595202"/>
                </a:cubicBezTo>
                <a:lnTo>
                  <a:pt x="4856685" y="2577839"/>
                </a:lnTo>
                <a:cubicBezTo>
                  <a:pt x="4856935" y="2577340"/>
                  <a:pt x="4857433" y="2577091"/>
                  <a:pt x="4857932" y="2577091"/>
                </a:cubicBezTo>
                <a:lnTo>
                  <a:pt x="4877954" y="2577091"/>
                </a:lnTo>
                <a:cubicBezTo>
                  <a:pt x="4878452" y="2577091"/>
                  <a:pt x="4878950" y="2577423"/>
                  <a:pt x="4879200" y="2577839"/>
                </a:cubicBezTo>
                <a:lnTo>
                  <a:pt x="4889169" y="2595202"/>
                </a:lnTo>
                <a:cubicBezTo>
                  <a:pt x="4889418" y="2595618"/>
                  <a:pt x="4889419" y="2596199"/>
                  <a:pt x="4889169" y="2596615"/>
                </a:cubicBezTo>
                <a:lnTo>
                  <a:pt x="4879116" y="2613978"/>
                </a:lnTo>
                <a:cubicBezTo>
                  <a:pt x="4878868" y="2614477"/>
                  <a:pt x="4878369" y="2614726"/>
                  <a:pt x="4877870" y="2614726"/>
                </a:cubicBezTo>
                <a:close/>
                <a:moveTo>
                  <a:pt x="2570772" y="2001989"/>
                </a:moveTo>
                <a:cubicBezTo>
                  <a:pt x="2570273" y="2001989"/>
                  <a:pt x="2569775" y="2001657"/>
                  <a:pt x="2569526" y="2001241"/>
                </a:cubicBezTo>
                <a:lnTo>
                  <a:pt x="2559473" y="1983795"/>
                </a:lnTo>
                <a:cubicBezTo>
                  <a:pt x="2559224" y="1983379"/>
                  <a:pt x="2559224" y="1982798"/>
                  <a:pt x="2559473" y="1982382"/>
                </a:cubicBezTo>
                <a:lnTo>
                  <a:pt x="2569526" y="1964936"/>
                </a:lnTo>
                <a:cubicBezTo>
                  <a:pt x="2569775" y="1964437"/>
                  <a:pt x="2570273" y="1964188"/>
                  <a:pt x="2570772" y="1964188"/>
                </a:cubicBezTo>
                <a:lnTo>
                  <a:pt x="2590877" y="1964188"/>
                </a:lnTo>
                <a:cubicBezTo>
                  <a:pt x="2591375" y="1964188"/>
                  <a:pt x="2591874" y="1964520"/>
                  <a:pt x="2592123" y="1964936"/>
                </a:cubicBezTo>
                <a:lnTo>
                  <a:pt x="2602176" y="1982382"/>
                </a:lnTo>
                <a:cubicBezTo>
                  <a:pt x="2602425" y="1982798"/>
                  <a:pt x="2602425" y="1983379"/>
                  <a:pt x="2602176" y="1983795"/>
                </a:cubicBezTo>
                <a:lnTo>
                  <a:pt x="2592123" y="2001241"/>
                </a:lnTo>
                <a:cubicBezTo>
                  <a:pt x="2591874" y="2001740"/>
                  <a:pt x="2591375" y="2001989"/>
                  <a:pt x="2590877" y="2001989"/>
                </a:cubicBezTo>
                <a:close/>
                <a:moveTo>
                  <a:pt x="2811517" y="2066496"/>
                </a:moveTo>
                <a:cubicBezTo>
                  <a:pt x="2811017" y="2066496"/>
                  <a:pt x="2810519" y="2066164"/>
                  <a:pt x="2810271" y="2065748"/>
                </a:cubicBezTo>
                <a:lnTo>
                  <a:pt x="2800217" y="2048302"/>
                </a:lnTo>
                <a:cubicBezTo>
                  <a:pt x="2799969" y="2047886"/>
                  <a:pt x="2799969" y="2047305"/>
                  <a:pt x="2800218" y="2046889"/>
                </a:cubicBezTo>
                <a:lnTo>
                  <a:pt x="2810271" y="2029443"/>
                </a:lnTo>
                <a:cubicBezTo>
                  <a:pt x="2810520" y="2028944"/>
                  <a:pt x="2811018" y="2028695"/>
                  <a:pt x="2811517" y="2028695"/>
                </a:cubicBezTo>
                <a:lnTo>
                  <a:pt x="2831622" y="2028695"/>
                </a:lnTo>
                <a:cubicBezTo>
                  <a:pt x="2832120" y="2028695"/>
                  <a:pt x="2832618" y="2029027"/>
                  <a:pt x="2832868" y="2029443"/>
                </a:cubicBezTo>
                <a:lnTo>
                  <a:pt x="2842920" y="2046889"/>
                </a:lnTo>
                <a:cubicBezTo>
                  <a:pt x="2843169" y="2047305"/>
                  <a:pt x="2843170" y="2047886"/>
                  <a:pt x="2842921" y="2048302"/>
                </a:cubicBezTo>
                <a:lnTo>
                  <a:pt x="2832868" y="2065748"/>
                </a:lnTo>
                <a:cubicBezTo>
                  <a:pt x="2832618" y="2066247"/>
                  <a:pt x="2832119" y="2066496"/>
                  <a:pt x="2831622" y="2066496"/>
                </a:cubicBezTo>
                <a:close/>
                <a:moveTo>
                  <a:pt x="2329944" y="1937563"/>
                </a:moveTo>
                <a:cubicBezTo>
                  <a:pt x="2329445" y="1937563"/>
                  <a:pt x="2328946" y="1937231"/>
                  <a:pt x="2328698" y="1936816"/>
                </a:cubicBezTo>
                <a:lnTo>
                  <a:pt x="2318562" y="1919286"/>
                </a:lnTo>
                <a:cubicBezTo>
                  <a:pt x="2318313" y="1918870"/>
                  <a:pt x="2318313" y="1918289"/>
                  <a:pt x="2318562" y="1917874"/>
                </a:cubicBezTo>
                <a:lnTo>
                  <a:pt x="2328698" y="1900344"/>
                </a:lnTo>
                <a:cubicBezTo>
                  <a:pt x="2328947" y="1899845"/>
                  <a:pt x="2329445" y="1899596"/>
                  <a:pt x="2329944" y="1899596"/>
                </a:cubicBezTo>
                <a:lnTo>
                  <a:pt x="2350215" y="1899596"/>
                </a:lnTo>
                <a:cubicBezTo>
                  <a:pt x="2350714" y="1899596"/>
                  <a:pt x="2351212" y="1899928"/>
                  <a:pt x="2351461" y="1900344"/>
                </a:cubicBezTo>
                <a:lnTo>
                  <a:pt x="2361596" y="1917874"/>
                </a:lnTo>
                <a:cubicBezTo>
                  <a:pt x="2361846" y="1918289"/>
                  <a:pt x="2361846" y="1918870"/>
                  <a:pt x="2361597" y="1919286"/>
                </a:cubicBezTo>
                <a:lnTo>
                  <a:pt x="2351461" y="1936816"/>
                </a:lnTo>
                <a:cubicBezTo>
                  <a:pt x="2351212" y="1937314"/>
                  <a:pt x="2350714" y="1937563"/>
                  <a:pt x="2350215" y="1937563"/>
                </a:cubicBezTo>
                <a:close/>
                <a:moveTo>
                  <a:pt x="3774413" y="2324608"/>
                </a:moveTo>
                <a:cubicBezTo>
                  <a:pt x="3773914" y="2324608"/>
                  <a:pt x="3773416" y="2324276"/>
                  <a:pt x="3773168" y="2323861"/>
                </a:cubicBezTo>
                <a:lnTo>
                  <a:pt x="3763031" y="2306331"/>
                </a:lnTo>
                <a:cubicBezTo>
                  <a:pt x="3762782" y="2305915"/>
                  <a:pt x="3762782" y="2305334"/>
                  <a:pt x="3763031" y="2304919"/>
                </a:cubicBezTo>
                <a:lnTo>
                  <a:pt x="3773167" y="2287389"/>
                </a:lnTo>
                <a:cubicBezTo>
                  <a:pt x="3773416" y="2286890"/>
                  <a:pt x="3773914" y="2286641"/>
                  <a:pt x="3774413" y="2286641"/>
                </a:cubicBezTo>
                <a:lnTo>
                  <a:pt x="3794684" y="2286641"/>
                </a:lnTo>
                <a:cubicBezTo>
                  <a:pt x="3795183" y="2286641"/>
                  <a:pt x="3795682" y="2286973"/>
                  <a:pt x="3795930" y="2287389"/>
                </a:cubicBezTo>
                <a:lnTo>
                  <a:pt x="3806066" y="2304919"/>
                </a:lnTo>
                <a:cubicBezTo>
                  <a:pt x="3806315" y="2305334"/>
                  <a:pt x="3806315" y="2305915"/>
                  <a:pt x="3806066" y="2306331"/>
                </a:cubicBezTo>
                <a:lnTo>
                  <a:pt x="3795930" y="2323861"/>
                </a:lnTo>
                <a:cubicBezTo>
                  <a:pt x="3795681" y="2324359"/>
                  <a:pt x="3795183" y="2324608"/>
                  <a:pt x="3794684" y="2324608"/>
                </a:cubicBezTo>
                <a:close/>
                <a:moveTo>
                  <a:pt x="5098511" y="2679399"/>
                </a:moveTo>
                <a:cubicBezTo>
                  <a:pt x="5098012" y="2679399"/>
                  <a:pt x="5097514" y="2679067"/>
                  <a:pt x="5097265" y="2678652"/>
                </a:cubicBezTo>
                <a:lnTo>
                  <a:pt x="5087129" y="2661122"/>
                </a:lnTo>
                <a:cubicBezTo>
                  <a:pt x="5086880" y="2660706"/>
                  <a:pt x="5086880" y="2660125"/>
                  <a:pt x="5087129" y="2659710"/>
                </a:cubicBezTo>
                <a:lnTo>
                  <a:pt x="5097265" y="2642180"/>
                </a:lnTo>
                <a:cubicBezTo>
                  <a:pt x="5097514" y="2641681"/>
                  <a:pt x="5098012" y="2641432"/>
                  <a:pt x="5098511" y="2641432"/>
                </a:cubicBezTo>
                <a:lnTo>
                  <a:pt x="5118782" y="2641432"/>
                </a:lnTo>
                <a:cubicBezTo>
                  <a:pt x="5119281" y="2641432"/>
                  <a:pt x="5119779" y="2641764"/>
                  <a:pt x="5120028" y="2642180"/>
                </a:cubicBezTo>
                <a:lnTo>
                  <a:pt x="5130164" y="2659710"/>
                </a:lnTo>
                <a:cubicBezTo>
                  <a:pt x="5130413" y="2660125"/>
                  <a:pt x="5130413" y="2660706"/>
                  <a:pt x="5130164" y="2661122"/>
                </a:cubicBezTo>
                <a:lnTo>
                  <a:pt x="5120028" y="2678652"/>
                </a:lnTo>
                <a:cubicBezTo>
                  <a:pt x="5119779" y="2679150"/>
                  <a:pt x="5119281" y="2679399"/>
                  <a:pt x="5118782" y="2679399"/>
                </a:cubicBezTo>
                <a:close/>
                <a:moveTo>
                  <a:pt x="5519731" y="2792370"/>
                </a:moveTo>
                <a:cubicBezTo>
                  <a:pt x="5519232" y="2792369"/>
                  <a:pt x="5518734" y="2792037"/>
                  <a:pt x="5518485" y="2791623"/>
                </a:cubicBezTo>
                <a:lnTo>
                  <a:pt x="5508349" y="2774009"/>
                </a:lnTo>
                <a:cubicBezTo>
                  <a:pt x="5508100" y="2773594"/>
                  <a:pt x="5508100" y="2773012"/>
                  <a:pt x="5508349" y="2772597"/>
                </a:cubicBezTo>
                <a:lnTo>
                  <a:pt x="5518568" y="2754984"/>
                </a:lnTo>
                <a:cubicBezTo>
                  <a:pt x="5518817" y="2754485"/>
                  <a:pt x="5519315" y="2754236"/>
                  <a:pt x="5519814" y="2754236"/>
                </a:cubicBezTo>
                <a:lnTo>
                  <a:pt x="5540168" y="2754236"/>
                </a:lnTo>
                <a:cubicBezTo>
                  <a:pt x="5540667" y="2754237"/>
                  <a:pt x="5541165" y="2754569"/>
                  <a:pt x="5541414" y="2754984"/>
                </a:cubicBezTo>
                <a:lnTo>
                  <a:pt x="5551550" y="2772597"/>
                </a:lnTo>
                <a:cubicBezTo>
                  <a:pt x="5551799" y="2773012"/>
                  <a:pt x="5551799" y="2773594"/>
                  <a:pt x="5551550" y="2774010"/>
                </a:cubicBezTo>
                <a:lnTo>
                  <a:pt x="5541331" y="2791623"/>
                </a:lnTo>
                <a:cubicBezTo>
                  <a:pt x="5541082" y="2792121"/>
                  <a:pt x="5540584" y="2792369"/>
                  <a:pt x="5540085" y="2792370"/>
                </a:cubicBezTo>
                <a:close/>
                <a:moveTo>
                  <a:pt x="2751142" y="2050697"/>
                </a:moveTo>
                <a:cubicBezTo>
                  <a:pt x="2750643" y="2050697"/>
                  <a:pt x="2750145" y="2050365"/>
                  <a:pt x="2749896" y="2049950"/>
                </a:cubicBezTo>
                <a:lnTo>
                  <a:pt x="2739677" y="2032254"/>
                </a:lnTo>
                <a:cubicBezTo>
                  <a:pt x="2739428" y="2031838"/>
                  <a:pt x="2739428" y="2031257"/>
                  <a:pt x="2739677" y="2030843"/>
                </a:cubicBezTo>
                <a:lnTo>
                  <a:pt x="2749896" y="2013146"/>
                </a:lnTo>
                <a:cubicBezTo>
                  <a:pt x="2750145" y="2012647"/>
                  <a:pt x="2750643" y="2012398"/>
                  <a:pt x="2751142" y="2012398"/>
                </a:cubicBezTo>
                <a:lnTo>
                  <a:pt x="2771579" y="2012398"/>
                </a:lnTo>
                <a:cubicBezTo>
                  <a:pt x="2772078" y="2012398"/>
                  <a:pt x="2772576" y="2012730"/>
                  <a:pt x="2772826" y="2013146"/>
                </a:cubicBezTo>
                <a:lnTo>
                  <a:pt x="2783044" y="2030842"/>
                </a:lnTo>
                <a:cubicBezTo>
                  <a:pt x="2783294" y="2031257"/>
                  <a:pt x="2783294" y="2031838"/>
                  <a:pt x="2783044" y="2032254"/>
                </a:cubicBezTo>
                <a:lnTo>
                  <a:pt x="2772826" y="2049950"/>
                </a:lnTo>
                <a:cubicBezTo>
                  <a:pt x="2772576" y="2050448"/>
                  <a:pt x="2772078" y="2050697"/>
                  <a:pt x="2771579" y="2050697"/>
                </a:cubicBezTo>
                <a:close/>
                <a:moveTo>
                  <a:pt x="2690875" y="2034644"/>
                </a:moveTo>
                <a:cubicBezTo>
                  <a:pt x="2690376" y="2034644"/>
                  <a:pt x="2689878" y="2034311"/>
                  <a:pt x="2689629" y="2033896"/>
                </a:cubicBezTo>
                <a:lnTo>
                  <a:pt x="2679327" y="2016117"/>
                </a:lnTo>
                <a:cubicBezTo>
                  <a:pt x="2679078" y="2015702"/>
                  <a:pt x="2679078" y="2015120"/>
                  <a:pt x="2679327" y="2014705"/>
                </a:cubicBezTo>
                <a:lnTo>
                  <a:pt x="2689629" y="1996926"/>
                </a:lnTo>
                <a:cubicBezTo>
                  <a:pt x="2689878" y="1996427"/>
                  <a:pt x="2690376" y="1996178"/>
                  <a:pt x="2690875" y="1996178"/>
                </a:cubicBezTo>
                <a:lnTo>
                  <a:pt x="2711395" y="1996178"/>
                </a:lnTo>
                <a:cubicBezTo>
                  <a:pt x="2711894" y="1996178"/>
                  <a:pt x="2712392" y="1996510"/>
                  <a:pt x="2712642" y="1996926"/>
                </a:cubicBezTo>
                <a:lnTo>
                  <a:pt x="2722943" y="2014705"/>
                </a:lnTo>
                <a:cubicBezTo>
                  <a:pt x="2723193" y="2015120"/>
                  <a:pt x="2723193" y="2015702"/>
                  <a:pt x="2722943" y="2016117"/>
                </a:cubicBezTo>
                <a:lnTo>
                  <a:pt x="2712642" y="2033896"/>
                </a:lnTo>
                <a:cubicBezTo>
                  <a:pt x="2712392" y="2034394"/>
                  <a:pt x="2711894" y="2034644"/>
                  <a:pt x="2711395" y="2034644"/>
                </a:cubicBezTo>
                <a:close/>
                <a:moveTo>
                  <a:pt x="5218697" y="2711972"/>
                </a:moveTo>
                <a:cubicBezTo>
                  <a:pt x="5218198" y="2711972"/>
                  <a:pt x="5217700" y="2711639"/>
                  <a:pt x="5217451" y="2711224"/>
                </a:cubicBezTo>
                <a:lnTo>
                  <a:pt x="5207149" y="2693445"/>
                </a:lnTo>
                <a:cubicBezTo>
                  <a:pt x="5206900" y="2693030"/>
                  <a:pt x="5206900" y="2692448"/>
                  <a:pt x="5207149" y="2692033"/>
                </a:cubicBezTo>
                <a:lnTo>
                  <a:pt x="5217451" y="2674254"/>
                </a:lnTo>
                <a:cubicBezTo>
                  <a:pt x="5217700" y="2673755"/>
                  <a:pt x="5218198" y="2673506"/>
                  <a:pt x="5218697" y="2673506"/>
                </a:cubicBezTo>
                <a:lnTo>
                  <a:pt x="5239217" y="2673506"/>
                </a:lnTo>
                <a:cubicBezTo>
                  <a:pt x="5239716" y="2673506"/>
                  <a:pt x="5240214" y="2673838"/>
                  <a:pt x="5240464" y="2674254"/>
                </a:cubicBezTo>
                <a:lnTo>
                  <a:pt x="5250765" y="2692033"/>
                </a:lnTo>
                <a:cubicBezTo>
                  <a:pt x="5251015" y="2692448"/>
                  <a:pt x="5251015" y="2693030"/>
                  <a:pt x="5250765" y="2693445"/>
                </a:cubicBezTo>
                <a:lnTo>
                  <a:pt x="5240464" y="2711224"/>
                </a:lnTo>
                <a:cubicBezTo>
                  <a:pt x="5240214" y="2711722"/>
                  <a:pt x="5239716" y="2711972"/>
                  <a:pt x="5239217" y="2711972"/>
                </a:cubicBezTo>
                <a:close/>
                <a:moveTo>
                  <a:pt x="5278883" y="2728098"/>
                </a:moveTo>
                <a:cubicBezTo>
                  <a:pt x="5278384" y="2728098"/>
                  <a:pt x="5277886" y="2727766"/>
                  <a:pt x="5277637" y="2727350"/>
                </a:cubicBezTo>
                <a:lnTo>
                  <a:pt x="5267335" y="2709571"/>
                </a:lnTo>
                <a:cubicBezTo>
                  <a:pt x="5267086" y="2709156"/>
                  <a:pt x="5267086" y="2708575"/>
                  <a:pt x="5267335" y="2708159"/>
                </a:cubicBezTo>
                <a:lnTo>
                  <a:pt x="5277637" y="2690380"/>
                </a:lnTo>
                <a:cubicBezTo>
                  <a:pt x="5277886" y="2689881"/>
                  <a:pt x="5278384" y="2689632"/>
                  <a:pt x="5278883" y="2689632"/>
                </a:cubicBezTo>
                <a:lnTo>
                  <a:pt x="5299403" y="2689632"/>
                </a:lnTo>
                <a:cubicBezTo>
                  <a:pt x="5299902" y="2689633"/>
                  <a:pt x="5300400" y="2689964"/>
                  <a:pt x="5300650" y="2690380"/>
                </a:cubicBezTo>
                <a:lnTo>
                  <a:pt x="5310951" y="2708160"/>
                </a:lnTo>
                <a:cubicBezTo>
                  <a:pt x="5311201" y="2708574"/>
                  <a:pt x="5311201" y="2709156"/>
                  <a:pt x="5310951" y="2709571"/>
                </a:cubicBezTo>
                <a:lnTo>
                  <a:pt x="5300650" y="2727351"/>
                </a:lnTo>
                <a:cubicBezTo>
                  <a:pt x="5300400" y="2727849"/>
                  <a:pt x="5299902" y="2728099"/>
                  <a:pt x="5299403" y="2728099"/>
                </a:cubicBezTo>
                <a:close/>
                <a:moveTo>
                  <a:pt x="5459441" y="2776479"/>
                </a:moveTo>
                <a:cubicBezTo>
                  <a:pt x="5458942" y="2776479"/>
                  <a:pt x="5458444" y="2776146"/>
                  <a:pt x="5458195" y="2775731"/>
                </a:cubicBezTo>
                <a:lnTo>
                  <a:pt x="5447893" y="2757952"/>
                </a:lnTo>
                <a:cubicBezTo>
                  <a:pt x="5447644" y="2757537"/>
                  <a:pt x="5447644" y="2756955"/>
                  <a:pt x="5447893" y="2756540"/>
                </a:cubicBezTo>
                <a:lnTo>
                  <a:pt x="5458195" y="2738761"/>
                </a:lnTo>
                <a:cubicBezTo>
                  <a:pt x="5458444" y="2738262"/>
                  <a:pt x="5458942" y="2738013"/>
                  <a:pt x="5459441" y="2738013"/>
                </a:cubicBezTo>
                <a:lnTo>
                  <a:pt x="5479961" y="2738013"/>
                </a:lnTo>
                <a:cubicBezTo>
                  <a:pt x="5480460" y="2738013"/>
                  <a:pt x="5480958" y="2738345"/>
                  <a:pt x="5481208" y="2738761"/>
                </a:cubicBezTo>
                <a:lnTo>
                  <a:pt x="5491509" y="2756540"/>
                </a:lnTo>
                <a:cubicBezTo>
                  <a:pt x="5491759" y="2756955"/>
                  <a:pt x="5491759" y="2757537"/>
                  <a:pt x="5491509" y="2757952"/>
                </a:cubicBezTo>
                <a:lnTo>
                  <a:pt x="5481208" y="2775731"/>
                </a:lnTo>
                <a:cubicBezTo>
                  <a:pt x="5480958" y="2776229"/>
                  <a:pt x="5480460" y="2776479"/>
                  <a:pt x="5479961" y="2776479"/>
                </a:cubicBezTo>
                <a:close/>
                <a:moveTo>
                  <a:pt x="5038146" y="2663697"/>
                </a:moveTo>
                <a:cubicBezTo>
                  <a:pt x="5037647" y="2663697"/>
                  <a:pt x="5037149" y="2663365"/>
                  <a:pt x="5036900" y="2662949"/>
                </a:cubicBezTo>
                <a:lnTo>
                  <a:pt x="5026598" y="2645087"/>
                </a:lnTo>
                <a:cubicBezTo>
                  <a:pt x="5026349" y="2644589"/>
                  <a:pt x="5026349" y="2644007"/>
                  <a:pt x="5026598" y="2643592"/>
                </a:cubicBezTo>
                <a:lnTo>
                  <a:pt x="5036900" y="2625730"/>
                </a:lnTo>
                <a:cubicBezTo>
                  <a:pt x="5037149" y="2625231"/>
                  <a:pt x="5037647" y="2624982"/>
                  <a:pt x="5038146" y="2624982"/>
                </a:cubicBezTo>
                <a:lnTo>
                  <a:pt x="5058833" y="2624982"/>
                </a:lnTo>
                <a:cubicBezTo>
                  <a:pt x="5059331" y="2624982"/>
                  <a:pt x="5059830" y="2625314"/>
                  <a:pt x="5060079" y="2625730"/>
                </a:cubicBezTo>
                <a:lnTo>
                  <a:pt x="5070381" y="2643592"/>
                </a:lnTo>
                <a:cubicBezTo>
                  <a:pt x="5070630" y="2644090"/>
                  <a:pt x="5070630" y="2644672"/>
                  <a:pt x="5070381" y="2645087"/>
                </a:cubicBezTo>
                <a:lnTo>
                  <a:pt x="5060079" y="2662949"/>
                </a:lnTo>
                <a:cubicBezTo>
                  <a:pt x="5059830" y="2663447"/>
                  <a:pt x="5059331" y="2663697"/>
                  <a:pt x="5058833" y="2663697"/>
                </a:cubicBezTo>
                <a:close/>
                <a:moveTo>
                  <a:pt x="5640008" y="2824965"/>
                </a:moveTo>
                <a:cubicBezTo>
                  <a:pt x="5639509" y="2824965"/>
                  <a:pt x="5639011" y="2824633"/>
                  <a:pt x="5638762" y="2824217"/>
                </a:cubicBezTo>
                <a:lnTo>
                  <a:pt x="5628460" y="2806355"/>
                </a:lnTo>
                <a:cubicBezTo>
                  <a:pt x="5628211" y="2805857"/>
                  <a:pt x="5628211" y="2805275"/>
                  <a:pt x="5628460" y="2804860"/>
                </a:cubicBezTo>
                <a:lnTo>
                  <a:pt x="5638762" y="2786998"/>
                </a:lnTo>
                <a:cubicBezTo>
                  <a:pt x="5639011" y="2786499"/>
                  <a:pt x="5639509" y="2786250"/>
                  <a:pt x="5640008" y="2786250"/>
                </a:cubicBezTo>
                <a:lnTo>
                  <a:pt x="5660695" y="2786250"/>
                </a:lnTo>
                <a:cubicBezTo>
                  <a:pt x="5661193" y="2786250"/>
                  <a:pt x="5661692" y="2786582"/>
                  <a:pt x="5661941" y="2786998"/>
                </a:cubicBezTo>
                <a:lnTo>
                  <a:pt x="5672243" y="2804861"/>
                </a:lnTo>
                <a:cubicBezTo>
                  <a:pt x="5672492" y="2805358"/>
                  <a:pt x="5672492" y="2805941"/>
                  <a:pt x="5672243" y="2806356"/>
                </a:cubicBezTo>
                <a:lnTo>
                  <a:pt x="5661941" y="2824218"/>
                </a:lnTo>
                <a:cubicBezTo>
                  <a:pt x="5661692" y="2824716"/>
                  <a:pt x="5661193" y="2824965"/>
                  <a:pt x="5660695" y="2824966"/>
                </a:cubicBezTo>
                <a:close/>
                <a:moveTo>
                  <a:pt x="4917692" y="2631516"/>
                </a:moveTo>
                <a:cubicBezTo>
                  <a:pt x="4917193" y="2631516"/>
                  <a:pt x="4916695" y="2631184"/>
                  <a:pt x="4916446" y="2630768"/>
                </a:cubicBezTo>
                <a:lnTo>
                  <a:pt x="4906061" y="2612823"/>
                </a:lnTo>
                <a:cubicBezTo>
                  <a:pt x="4905812" y="2612325"/>
                  <a:pt x="4905812" y="2611742"/>
                  <a:pt x="4906061" y="2611328"/>
                </a:cubicBezTo>
                <a:lnTo>
                  <a:pt x="4916446" y="2593382"/>
                </a:lnTo>
                <a:cubicBezTo>
                  <a:pt x="4916695" y="2592884"/>
                  <a:pt x="4917193" y="2592635"/>
                  <a:pt x="4917692" y="2592635"/>
                </a:cubicBezTo>
                <a:lnTo>
                  <a:pt x="4938462" y="2592635"/>
                </a:lnTo>
                <a:cubicBezTo>
                  <a:pt x="4938960" y="2592634"/>
                  <a:pt x="4939459" y="2592966"/>
                  <a:pt x="4939708" y="2593383"/>
                </a:cubicBezTo>
                <a:lnTo>
                  <a:pt x="4950093" y="2611328"/>
                </a:lnTo>
                <a:cubicBezTo>
                  <a:pt x="4950342" y="2611826"/>
                  <a:pt x="4950342" y="2612408"/>
                  <a:pt x="4950093" y="2612823"/>
                </a:cubicBezTo>
                <a:lnTo>
                  <a:pt x="4939708" y="2630768"/>
                </a:lnTo>
                <a:cubicBezTo>
                  <a:pt x="4939459" y="2631267"/>
                  <a:pt x="4938960" y="2631516"/>
                  <a:pt x="4938462" y="2631516"/>
                </a:cubicBezTo>
                <a:close/>
                <a:moveTo>
                  <a:pt x="4977878" y="2647642"/>
                </a:moveTo>
                <a:cubicBezTo>
                  <a:pt x="4977379" y="2647642"/>
                  <a:pt x="4976881" y="2647310"/>
                  <a:pt x="4976632" y="2646894"/>
                </a:cubicBezTo>
                <a:lnTo>
                  <a:pt x="4966247" y="2628949"/>
                </a:lnTo>
                <a:cubicBezTo>
                  <a:pt x="4965998" y="2628451"/>
                  <a:pt x="4965998" y="2627869"/>
                  <a:pt x="4966247" y="2627454"/>
                </a:cubicBezTo>
                <a:lnTo>
                  <a:pt x="4976632" y="2609509"/>
                </a:lnTo>
                <a:cubicBezTo>
                  <a:pt x="4976881" y="2609010"/>
                  <a:pt x="4977379" y="2608761"/>
                  <a:pt x="4977878" y="2608761"/>
                </a:cubicBezTo>
                <a:lnTo>
                  <a:pt x="4998648" y="2608761"/>
                </a:lnTo>
                <a:cubicBezTo>
                  <a:pt x="4999146" y="2608761"/>
                  <a:pt x="4999645" y="2609093"/>
                  <a:pt x="4999894" y="2609509"/>
                </a:cubicBezTo>
                <a:lnTo>
                  <a:pt x="5010279" y="2627454"/>
                </a:lnTo>
                <a:cubicBezTo>
                  <a:pt x="5010528" y="2627952"/>
                  <a:pt x="5010528" y="2628534"/>
                  <a:pt x="5010279" y="2628949"/>
                </a:cubicBezTo>
                <a:lnTo>
                  <a:pt x="4999894" y="2646894"/>
                </a:lnTo>
                <a:cubicBezTo>
                  <a:pt x="4999645" y="2647393"/>
                  <a:pt x="4999146" y="2647642"/>
                  <a:pt x="4998648" y="2647642"/>
                </a:cubicBezTo>
                <a:close/>
                <a:moveTo>
                  <a:pt x="5399182" y="2760530"/>
                </a:moveTo>
                <a:cubicBezTo>
                  <a:pt x="5398683" y="2760530"/>
                  <a:pt x="5398185" y="2760199"/>
                  <a:pt x="5397936" y="2759782"/>
                </a:cubicBezTo>
                <a:lnTo>
                  <a:pt x="5387551" y="2741837"/>
                </a:lnTo>
                <a:cubicBezTo>
                  <a:pt x="5387302" y="2741339"/>
                  <a:pt x="5387302" y="2740757"/>
                  <a:pt x="5387551" y="2740342"/>
                </a:cubicBezTo>
                <a:lnTo>
                  <a:pt x="5397936" y="2722397"/>
                </a:lnTo>
                <a:cubicBezTo>
                  <a:pt x="5398185" y="2721898"/>
                  <a:pt x="5398684" y="2721649"/>
                  <a:pt x="5399182" y="2721649"/>
                </a:cubicBezTo>
                <a:lnTo>
                  <a:pt x="5419952" y="2721649"/>
                </a:lnTo>
                <a:cubicBezTo>
                  <a:pt x="5420450" y="2721649"/>
                  <a:pt x="5420949" y="2721981"/>
                  <a:pt x="5421198" y="2722397"/>
                </a:cubicBezTo>
                <a:lnTo>
                  <a:pt x="5431583" y="2740343"/>
                </a:lnTo>
                <a:cubicBezTo>
                  <a:pt x="5431832" y="2740840"/>
                  <a:pt x="5431832" y="2741422"/>
                  <a:pt x="5431583" y="2741837"/>
                </a:cubicBezTo>
                <a:lnTo>
                  <a:pt x="5421198" y="2759782"/>
                </a:lnTo>
                <a:cubicBezTo>
                  <a:pt x="5420949" y="2760281"/>
                  <a:pt x="5420450" y="2760530"/>
                  <a:pt x="5419952" y="2760530"/>
                </a:cubicBezTo>
                <a:close/>
                <a:moveTo>
                  <a:pt x="3112021" y="2147793"/>
                </a:moveTo>
                <a:cubicBezTo>
                  <a:pt x="3111522" y="2147793"/>
                  <a:pt x="3111024" y="2147461"/>
                  <a:pt x="3110775" y="2147046"/>
                </a:cubicBezTo>
                <a:lnTo>
                  <a:pt x="3100390" y="2129017"/>
                </a:lnTo>
                <a:cubicBezTo>
                  <a:pt x="3100141" y="2128519"/>
                  <a:pt x="3100141" y="2127937"/>
                  <a:pt x="3100390" y="2127522"/>
                </a:cubicBezTo>
                <a:lnTo>
                  <a:pt x="3110858" y="2109494"/>
                </a:lnTo>
                <a:cubicBezTo>
                  <a:pt x="3111107" y="2108995"/>
                  <a:pt x="3111606" y="2108746"/>
                  <a:pt x="3112104" y="2108746"/>
                </a:cubicBezTo>
                <a:lnTo>
                  <a:pt x="3132957" y="2108746"/>
                </a:lnTo>
                <a:cubicBezTo>
                  <a:pt x="3133456" y="2108746"/>
                  <a:pt x="3133954" y="2109078"/>
                  <a:pt x="3134203" y="2109494"/>
                </a:cubicBezTo>
                <a:lnTo>
                  <a:pt x="3144588" y="2127522"/>
                </a:lnTo>
                <a:cubicBezTo>
                  <a:pt x="3144837" y="2128020"/>
                  <a:pt x="3144837" y="2128602"/>
                  <a:pt x="3144588" y="2129017"/>
                </a:cubicBezTo>
                <a:lnTo>
                  <a:pt x="3134120" y="2147046"/>
                </a:lnTo>
                <a:cubicBezTo>
                  <a:pt x="3133871" y="2147544"/>
                  <a:pt x="3133372" y="2147793"/>
                  <a:pt x="3132874" y="2147793"/>
                </a:cubicBezTo>
                <a:close/>
                <a:moveTo>
                  <a:pt x="5338912" y="2744486"/>
                </a:moveTo>
                <a:cubicBezTo>
                  <a:pt x="5338413" y="2744487"/>
                  <a:pt x="5337915" y="2744155"/>
                  <a:pt x="5337666" y="2743739"/>
                </a:cubicBezTo>
                <a:lnTo>
                  <a:pt x="5327281" y="2725711"/>
                </a:lnTo>
                <a:cubicBezTo>
                  <a:pt x="5327032" y="2725212"/>
                  <a:pt x="5327032" y="2724631"/>
                  <a:pt x="5327281" y="2724215"/>
                </a:cubicBezTo>
                <a:lnTo>
                  <a:pt x="5337749" y="2706187"/>
                </a:lnTo>
                <a:cubicBezTo>
                  <a:pt x="5337998" y="2705689"/>
                  <a:pt x="5338497" y="2705440"/>
                  <a:pt x="5338995" y="2705439"/>
                </a:cubicBezTo>
                <a:lnTo>
                  <a:pt x="5359848" y="2705440"/>
                </a:lnTo>
                <a:cubicBezTo>
                  <a:pt x="5360347" y="2705439"/>
                  <a:pt x="5360845" y="2705771"/>
                  <a:pt x="5361094" y="2706188"/>
                </a:cubicBezTo>
                <a:lnTo>
                  <a:pt x="5371479" y="2724215"/>
                </a:lnTo>
                <a:cubicBezTo>
                  <a:pt x="5371728" y="2724714"/>
                  <a:pt x="5371728" y="2725295"/>
                  <a:pt x="5371479" y="2725711"/>
                </a:cubicBezTo>
                <a:lnTo>
                  <a:pt x="5361011" y="2743740"/>
                </a:lnTo>
                <a:cubicBezTo>
                  <a:pt x="5360762" y="2744237"/>
                  <a:pt x="5360263" y="2744486"/>
                  <a:pt x="5359765" y="2744487"/>
                </a:cubicBezTo>
                <a:close/>
                <a:moveTo>
                  <a:pt x="5158353" y="2696188"/>
                </a:moveTo>
                <a:cubicBezTo>
                  <a:pt x="5157855" y="2696188"/>
                  <a:pt x="5157356" y="2695856"/>
                  <a:pt x="5157107" y="2695440"/>
                </a:cubicBezTo>
                <a:lnTo>
                  <a:pt x="5146639" y="2677329"/>
                </a:lnTo>
                <a:cubicBezTo>
                  <a:pt x="5146391" y="2676831"/>
                  <a:pt x="5146390" y="2676249"/>
                  <a:pt x="5146639" y="2675834"/>
                </a:cubicBezTo>
                <a:lnTo>
                  <a:pt x="5157107" y="2657723"/>
                </a:lnTo>
                <a:cubicBezTo>
                  <a:pt x="5157356" y="2657224"/>
                  <a:pt x="5157855" y="2656975"/>
                  <a:pt x="5158353" y="2656975"/>
                </a:cubicBezTo>
                <a:lnTo>
                  <a:pt x="5179289" y="2656975"/>
                </a:lnTo>
                <a:cubicBezTo>
                  <a:pt x="5179788" y="2656975"/>
                  <a:pt x="5180286" y="2657307"/>
                  <a:pt x="5180536" y="2657723"/>
                </a:cubicBezTo>
                <a:lnTo>
                  <a:pt x="5191004" y="2675834"/>
                </a:lnTo>
                <a:cubicBezTo>
                  <a:pt x="5191252" y="2676332"/>
                  <a:pt x="5191252" y="2676914"/>
                  <a:pt x="5191003" y="2677329"/>
                </a:cubicBezTo>
                <a:lnTo>
                  <a:pt x="5180535" y="2695440"/>
                </a:lnTo>
                <a:cubicBezTo>
                  <a:pt x="5180287" y="2695939"/>
                  <a:pt x="5179788" y="2696188"/>
                  <a:pt x="5179289" y="2696188"/>
                </a:cubicBezTo>
                <a:close/>
                <a:moveTo>
                  <a:pt x="5700029" y="2841330"/>
                </a:moveTo>
                <a:cubicBezTo>
                  <a:pt x="5699531" y="2841330"/>
                  <a:pt x="5699032" y="2840997"/>
                  <a:pt x="5698783" y="2840582"/>
                </a:cubicBezTo>
                <a:lnTo>
                  <a:pt x="5688315" y="2822471"/>
                </a:lnTo>
                <a:cubicBezTo>
                  <a:pt x="5688066" y="2821973"/>
                  <a:pt x="5688066" y="2821391"/>
                  <a:pt x="5688315" y="2820975"/>
                </a:cubicBezTo>
                <a:lnTo>
                  <a:pt x="5698783" y="2802865"/>
                </a:lnTo>
                <a:cubicBezTo>
                  <a:pt x="5699032" y="2802366"/>
                  <a:pt x="5699531" y="2802117"/>
                  <a:pt x="5700029" y="2802117"/>
                </a:cubicBezTo>
                <a:lnTo>
                  <a:pt x="5720965" y="2802117"/>
                </a:lnTo>
                <a:cubicBezTo>
                  <a:pt x="5721463" y="2802116"/>
                  <a:pt x="5721962" y="2802449"/>
                  <a:pt x="5722211" y="2802865"/>
                </a:cubicBezTo>
                <a:lnTo>
                  <a:pt x="5732679" y="2820976"/>
                </a:lnTo>
                <a:cubicBezTo>
                  <a:pt x="5732928" y="2821474"/>
                  <a:pt x="5732928" y="2822055"/>
                  <a:pt x="5732679" y="2822471"/>
                </a:cubicBezTo>
                <a:lnTo>
                  <a:pt x="5722211" y="2840581"/>
                </a:lnTo>
                <a:cubicBezTo>
                  <a:pt x="5721962" y="2841081"/>
                  <a:pt x="5721463" y="2841330"/>
                  <a:pt x="5720965" y="2841329"/>
                </a:cubicBezTo>
                <a:close/>
                <a:moveTo>
                  <a:pt x="3834195" y="2341474"/>
                </a:moveTo>
                <a:cubicBezTo>
                  <a:pt x="3833697" y="2341474"/>
                  <a:pt x="3833198" y="2341141"/>
                  <a:pt x="3832949" y="2340726"/>
                </a:cubicBezTo>
                <a:lnTo>
                  <a:pt x="3822398" y="2322449"/>
                </a:lnTo>
                <a:cubicBezTo>
                  <a:pt x="3822149" y="2321950"/>
                  <a:pt x="3822149" y="2321368"/>
                  <a:pt x="3822398" y="2320953"/>
                </a:cubicBezTo>
                <a:lnTo>
                  <a:pt x="3832949" y="2302676"/>
                </a:lnTo>
                <a:cubicBezTo>
                  <a:pt x="3833198" y="2302177"/>
                  <a:pt x="3833697" y="2301928"/>
                  <a:pt x="3834195" y="2301928"/>
                </a:cubicBezTo>
                <a:lnTo>
                  <a:pt x="3855214" y="2301928"/>
                </a:lnTo>
                <a:cubicBezTo>
                  <a:pt x="3855712" y="2301928"/>
                  <a:pt x="3856211" y="2302260"/>
                  <a:pt x="3856460" y="2302676"/>
                </a:cubicBezTo>
                <a:lnTo>
                  <a:pt x="3867011" y="2320953"/>
                </a:lnTo>
                <a:cubicBezTo>
                  <a:pt x="3867261" y="2321452"/>
                  <a:pt x="3867261" y="2322033"/>
                  <a:pt x="3867011" y="2322449"/>
                </a:cubicBezTo>
                <a:lnTo>
                  <a:pt x="3856460" y="2340726"/>
                </a:lnTo>
                <a:cubicBezTo>
                  <a:pt x="3856211" y="2341224"/>
                  <a:pt x="3855712" y="2341474"/>
                  <a:pt x="3855214" y="2341474"/>
                </a:cubicBezTo>
                <a:close/>
                <a:moveTo>
                  <a:pt x="4195313" y="2438235"/>
                </a:moveTo>
                <a:cubicBezTo>
                  <a:pt x="4194815" y="2438236"/>
                  <a:pt x="4194316" y="2437902"/>
                  <a:pt x="4194067" y="2437487"/>
                </a:cubicBezTo>
                <a:lnTo>
                  <a:pt x="4183517" y="2419210"/>
                </a:lnTo>
                <a:cubicBezTo>
                  <a:pt x="4183267" y="2418711"/>
                  <a:pt x="4183267" y="2418129"/>
                  <a:pt x="4183516" y="2417714"/>
                </a:cubicBezTo>
                <a:lnTo>
                  <a:pt x="4194067" y="2399437"/>
                </a:lnTo>
                <a:cubicBezTo>
                  <a:pt x="4194316" y="2398938"/>
                  <a:pt x="4194815" y="2398689"/>
                  <a:pt x="4195313" y="2398689"/>
                </a:cubicBezTo>
                <a:lnTo>
                  <a:pt x="4216332" y="2398690"/>
                </a:lnTo>
                <a:cubicBezTo>
                  <a:pt x="4216830" y="2398689"/>
                  <a:pt x="4217329" y="2399021"/>
                  <a:pt x="4217578" y="2399437"/>
                </a:cubicBezTo>
                <a:lnTo>
                  <a:pt x="4228129" y="2417714"/>
                </a:lnTo>
                <a:cubicBezTo>
                  <a:pt x="4228379" y="2418213"/>
                  <a:pt x="4228379" y="2418794"/>
                  <a:pt x="4228129" y="2419210"/>
                </a:cubicBezTo>
                <a:lnTo>
                  <a:pt x="4217578" y="2437487"/>
                </a:lnTo>
                <a:cubicBezTo>
                  <a:pt x="4217329" y="2437986"/>
                  <a:pt x="4216830" y="2438235"/>
                  <a:pt x="4216332" y="2438235"/>
                </a:cubicBezTo>
                <a:close/>
                <a:moveTo>
                  <a:pt x="5579596" y="2809153"/>
                </a:moveTo>
                <a:cubicBezTo>
                  <a:pt x="5579098" y="2809153"/>
                  <a:pt x="5578599" y="2808820"/>
                  <a:pt x="5578350" y="2808405"/>
                </a:cubicBezTo>
                <a:lnTo>
                  <a:pt x="5567799" y="2790128"/>
                </a:lnTo>
                <a:cubicBezTo>
                  <a:pt x="5567550" y="2789629"/>
                  <a:pt x="5567550" y="2789047"/>
                  <a:pt x="5567799" y="2788632"/>
                </a:cubicBezTo>
                <a:lnTo>
                  <a:pt x="5578350" y="2770355"/>
                </a:lnTo>
                <a:cubicBezTo>
                  <a:pt x="5578599" y="2769856"/>
                  <a:pt x="5579098" y="2769607"/>
                  <a:pt x="5579596" y="2769607"/>
                </a:cubicBezTo>
                <a:lnTo>
                  <a:pt x="5600615" y="2769607"/>
                </a:lnTo>
                <a:cubicBezTo>
                  <a:pt x="5601114" y="2769607"/>
                  <a:pt x="5601612" y="2769939"/>
                  <a:pt x="5601861" y="2770355"/>
                </a:cubicBezTo>
                <a:lnTo>
                  <a:pt x="5612412" y="2788632"/>
                </a:lnTo>
                <a:cubicBezTo>
                  <a:pt x="5612662" y="2789131"/>
                  <a:pt x="5612662" y="2789712"/>
                  <a:pt x="5612412" y="2790128"/>
                </a:cubicBezTo>
                <a:lnTo>
                  <a:pt x="5601861" y="2808405"/>
                </a:lnTo>
                <a:cubicBezTo>
                  <a:pt x="5601612" y="2808903"/>
                  <a:pt x="5601114" y="2809153"/>
                  <a:pt x="5600615" y="2809153"/>
                </a:cubicBezTo>
                <a:close/>
                <a:moveTo>
                  <a:pt x="3412868" y="2228770"/>
                </a:moveTo>
                <a:cubicBezTo>
                  <a:pt x="3412287" y="2228770"/>
                  <a:pt x="3411788" y="2228521"/>
                  <a:pt x="3411539" y="2228022"/>
                </a:cubicBezTo>
                <a:lnTo>
                  <a:pt x="3400988" y="2209662"/>
                </a:lnTo>
                <a:cubicBezTo>
                  <a:pt x="3400739" y="2209163"/>
                  <a:pt x="3400739" y="2208665"/>
                  <a:pt x="3400988" y="2208166"/>
                </a:cubicBezTo>
                <a:lnTo>
                  <a:pt x="3411539" y="2189806"/>
                </a:lnTo>
                <a:cubicBezTo>
                  <a:pt x="3411871" y="2189307"/>
                  <a:pt x="3412370" y="2189058"/>
                  <a:pt x="3412868" y="2189058"/>
                </a:cubicBezTo>
                <a:lnTo>
                  <a:pt x="3434053" y="2189058"/>
                </a:lnTo>
                <a:cubicBezTo>
                  <a:pt x="3434635" y="2189058"/>
                  <a:pt x="3435133" y="2189307"/>
                  <a:pt x="3435383" y="2189806"/>
                </a:cubicBezTo>
                <a:lnTo>
                  <a:pt x="3445934" y="2208166"/>
                </a:lnTo>
                <a:cubicBezTo>
                  <a:pt x="3446183" y="2208665"/>
                  <a:pt x="3446183" y="2209163"/>
                  <a:pt x="3445934" y="2209662"/>
                </a:cubicBezTo>
                <a:lnTo>
                  <a:pt x="3435383" y="2228022"/>
                </a:lnTo>
                <a:cubicBezTo>
                  <a:pt x="3435050" y="2228521"/>
                  <a:pt x="3434552" y="2228770"/>
                  <a:pt x="3434053" y="2228770"/>
                </a:cubicBezTo>
                <a:close/>
                <a:moveTo>
                  <a:pt x="3894358" y="2357785"/>
                </a:moveTo>
                <a:cubicBezTo>
                  <a:pt x="3893777" y="2357785"/>
                  <a:pt x="3893278" y="2357536"/>
                  <a:pt x="3893029" y="2357037"/>
                </a:cubicBezTo>
                <a:lnTo>
                  <a:pt x="3882478" y="2338677"/>
                </a:lnTo>
                <a:cubicBezTo>
                  <a:pt x="3882229" y="2338178"/>
                  <a:pt x="3882229" y="2337680"/>
                  <a:pt x="3882478" y="2337181"/>
                </a:cubicBezTo>
                <a:lnTo>
                  <a:pt x="3893029" y="2318821"/>
                </a:lnTo>
                <a:cubicBezTo>
                  <a:pt x="3893361" y="2318322"/>
                  <a:pt x="3893860" y="2318073"/>
                  <a:pt x="3894358" y="2318073"/>
                </a:cubicBezTo>
                <a:lnTo>
                  <a:pt x="3915543" y="2318073"/>
                </a:lnTo>
                <a:cubicBezTo>
                  <a:pt x="3916125" y="2318073"/>
                  <a:pt x="3916623" y="2318322"/>
                  <a:pt x="3916873" y="2318821"/>
                </a:cubicBezTo>
                <a:lnTo>
                  <a:pt x="3927424" y="2337181"/>
                </a:lnTo>
                <a:cubicBezTo>
                  <a:pt x="3927673" y="2337680"/>
                  <a:pt x="3927673" y="2338178"/>
                  <a:pt x="3927424" y="2338677"/>
                </a:cubicBezTo>
                <a:lnTo>
                  <a:pt x="3916873" y="2357037"/>
                </a:lnTo>
                <a:cubicBezTo>
                  <a:pt x="3916540" y="2357536"/>
                  <a:pt x="3916042" y="2357785"/>
                  <a:pt x="3915543" y="2357785"/>
                </a:cubicBezTo>
                <a:close/>
                <a:moveTo>
                  <a:pt x="3292414" y="2196589"/>
                </a:moveTo>
                <a:cubicBezTo>
                  <a:pt x="3291833" y="2196589"/>
                  <a:pt x="3291334" y="2196340"/>
                  <a:pt x="3291085" y="2195841"/>
                </a:cubicBezTo>
                <a:lnTo>
                  <a:pt x="3280450" y="2177398"/>
                </a:lnTo>
                <a:cubicBezTo>
                  <a:pt x="3280202" y="2176983"/>
                  <a:pt x="3280201" y="2176401"/>
                  <a:pt x="3280451" y="2175902"/>
                </a:cubicBezTo>
                <a:lnTo>
                  <a:pt x="3291085" y="2157460"/>
                </a:lnTo>
                <a:cubicBezTo>
                  <a:pt x="3291417" y="2156961"/>
                  <a:pt x="3291916" y="2156711"/>
                  <a:pt x="3292414" y="2156712"/>
                </a:cubicBezTo>
                <a:lnTo>
                  <a:pt x="3313682" y="2156711"/>
                </a:lnTo>
                <a:cubicBezTo>
                  <a:pt x="3314264" y="2156712"/>
                  <a:pt x="3314763" y="2156960"/>
                  <a:pt x="3315012" y="2157460"/>
                </a:cubicBezTo>
                <a:lnTo>
                  <a:pt x="3325646" y="2175903"/>
                </a:lnTo>
                <a:cubicBezTo>
                  <a:pt x="3325894" y="2176318"/>
                  <a:pt x="3325894" y="2176899"/>
                  <a:pt x="3325645" y="2177398"/>
                </a:cubicBezTo>
                <a:lnTo>
                  <a:pt x="3315012" y="2195841"/>
                </a:lnTo>
                <a:cubicBezTo>
                  <a:pt x="3314679" y="2196340"/>
                  <a:pt x="3314181" y="2196590"/>
                  <a:pt x="3313683" y="2196589"/>
                </a:cubicBezTo>
                <a:close/>
                <a:moveTo>
                  <a:pt x="3954463" y="2373985"/>
                </a:moveTo>
                <a:cubicBezTo>
                  <a:pt x="3953882" y="2373985"/>
                  <a:pt x="3953383" y="2373736"/>
                  <a:pt x="3953134" y="2373237"/>
                </a:cubicBezTo>
                <a:lnTo>
                  <a:pt x="3942500" y="2354794"/>
                </a:lnTo>
                <a:cubicBezTo>
                  <a:pt x="3942251" y="2354378"/>
                  <a:pt x="3942251" y="2353797"/>
                  <a:pt x="3942500" y="2353298"/>
                </a:cubicBezTo>
                <a:lnTo>
                  <a:pt x="3953134" y="2334855"/>
                </a:lnTo>
                <a:cubicBezTo>
                  <a:pt x="3953466" y="2334356"/>
                  <a:pt x="3953965" y="2334107"/>
                  <a:pt x="3954463" y="2334107"/>
                </a:cubicBezTo>
                <a:lnTo>
                  <a:pt x="3975732" y="2334107"/>
                </a:lnTo>
                <a:cubicBezTo>
                  <a:pt x="3976313" y="2334107"/>
                  <a:pt x="3976812" y="2334356"/>
                  <a:pt x="3977061" y="2334855"/>
                </a:cubicBezTo>
                <a:lnTo>
                  <a:pt x="3987695" y="2353298"/>
                </a:lnTo>
                <a:cubicBezTo>
                  <a:pt x="3987944" y="2353714"/>
                  <a:pt x="3987944" y="2354295"/>
                  <a:pt x="3987695" y="2354794"/>
                </a:cubicBezTo>
                <a:lnTo>
                  <a:pt x="3977061" y="2373237"/>
                </a:lnTo>
                <a:cubicBezTo>
                  <a:pt x="3976728" y="2373736"/>
                  <a:pt x="3976230" y="2373985"/>
                  <a:pt x="3975732" y="2373985"/>
                </a:cubicBezTo>
                <a:close/>
                <a:moveTo>
                  <a:pt x="4014649" y="2390112"/>
                </a:moveTo>
                <a:cubicBezTo>
                  <a:pt x="4014068" y="2390112"/>
                  <a:pt x="4013569" y="2389863"/>
                  <a:pt x="4013320" y="2389364"/>
                </a:cubicBezTo>
                <a:lnTo>
                  <a:pt x="4002686" y="2370921"/>
                </a:lnTo>
                <a:cubicBezTo>
                  <a:pt x="4002437" y="2370505"/>
                  <a:pt x="4002437" y="2369924"/>
                  <a:pt x="4002686" y="2369425"/>
                </a:cubicBezTo>
                <a:lnTo>
                  <a:pt x="4013320" y="2350982"/>
                </a:lnTo>
                <a:cubicBezTo>
                  <a:pt x="4013652" y="2350483"/>
                  <a:pt x="4014151" y="2350234"/>
                  <a:pt x="4014649" y="2350234"/>
                </a:cubicBezTo>
                <a:lnTo>
                  <a:pt x="4035918" y="2350234"/>
                </a:lnTo>
                <a:cubicBezTo>
                  <a:pt x="4036499" y="2350234"/>
                  <a:pt x="4036998" y="2350483"/>
                  <a:pt x="4037247" y="2350982"/>
                </a:cubicBezTo>
                <a:lnTo>
                  <a:pt x="4047881" y="2369425"/>
                </a:lnTo>
                <a:cubicBezTo>
                  <a:pt x="4048130" y="2369841"/>
                  <a:pt x="4048130" y="2370422"/>
                  <a:pt x="4047881" y="2370921"/>
                </a:cubicBezTo>
                <a:lnTo>
                  <a:pt x="4037247" y="2389364"/>
                </a:lnTo>
                <a:cubicBezTo>
                  <a:pt x="4036914" y="2389863"/>
                  <a:pt x="4036416" y="2390112"/>
                  <a:pt x="4035918" y="2390112"/>
                </a:cubicBezTo>
                <a:close/>
                <a:moveTo>
                  <a:pt x="3171958" y="2164418"/>
                </a:moveTo>
                <a:cubicBezTo>
                  <a:pt x="3171377" y="2164418"/>
                  <a:pt x="3170878" y="2164169"/>
                  <a:pt x="3170629" y="2163671"/>
                </a:cubicBezTo>
                <a:lnTo>
                  <a:pt x="3159995" y="2145144"/>
                </a:lnTo>
                <a:cubicBezTo>
                  <a:pt x="3159746" y="2144728"/>
                  <a:pt x="3159746" y="2144147"/>
                  <a:pt x="3159995" y="2143648"/>
                </a:cubicBezTo>
                <a:lnTo>
                  <a:pt x="3170712" y="2125122"/>
                </a:lnTo>
                <a:cubicBezTo>
                  <a:pt x="3171045" y="2124706"/>
                  <a:pt x="3171543" y="2124374"/>
                  <a:pt x="3172042" y="2124374"/>
                </a:cubicBezTo>
                <a:lnTo>
                  <a:pt x="3193393" y="2124374"/>
                </a:lnTo>
                <a:cubicBezTo>
                  <a:pt x="3193974" y="2124374"/>
                  <a:pt x="3194473" y="2124623"/>
                  <a:pt x="3194722" y="2125122"/>
                </a:cubicBezTo>
                <a:lnTo>
                  <a:pt x="3205356" y="2143648"/>
                </a:lnTo>
                <a:cubicBezTo>
                  <a:pt x="3205606" y="2144064"/>
                  <a:pt x="3205606" y="2144645"/>
                  <a:pt x="3205356" y="2145144"/>
                </a:cubicBezTo>
                <a:lnTo>
                  <a:pt x="3194639" y="2163671"/>
                </a:lnTo>
                <a:cubicBezTo>
                  <a:pt x="3194307" y="2164086"/>
                  <a:pt x="3193808" y="2164418"/>
                  <a:pt x="3193310" y="2164418"/>
                </a:cubicBezTo>
                <a:close/>
                <a:moveTo>
                  <a:pt x="4074751" y="2406321"/>
                </a:moveTo>
                <a:cubicBezTo>
                  <a:pt x="4074170" y="2406320"/>
                  <a:pt x="4073671" y="2406071"/>
                  <a:pt x="4073422" y="2405573"/>
                </a:cubicBezTo>
                <a:lnTo>
                  <a:pt x="4062788" y="2387047"/>
                </a:lnTo>
                <a:cubicBezTo>
                  <a:pt x="4062539" y="2386630"/>
                  <a:pt x="4062539" y="2386049"/>
                  <a:pt x="4062788" y="2385551"/>
                </a:cubicBezTo>
                <a:lnTo>
                  <a:pt x="4073505" y="2367025"/>
                </a:lnTo>
                <a:cubicBezTo>
                  <a:pt x="4073838" y="2366608"/>
                  <a:pt x="4074336" y="2366276"/>
                  <a:pt x="4074835" y="2366277"/>
                </a:cubicBezTo>
                <a:lnTo>
                  <a:pt x="4096186" y="2366276"/>
                </a:lnTo>
                <a:cubicBezTo>
                  <a:pt x="4096767" y="2366276"/>
                  <a:pt x="4097266" y="2366525"/>
                  <a:pt x="4097515" y="2367025"/>
                </a:cubicBezTo>
                <a:lnTo>
                  <a:pt x="4108149" y="2385550"/>
                </a:lnTo>
                <a:cubicBezTo>
                  <a:pt x="4108399" y="2385966"/>
                  <a:pt x="4108399" y="2386548"/>
                  <a:pt x="4108149" y="2387046"/>
                </a:cubicBezTo>
                <a:lnTo>
                  <a:pt x="4097432" y="2405573"/>
                </a:lnTo>
                <a:cubicBezTo>
                  <a:pt x="4097100" y="2405989"/>
                  <a:pt x="4096601" y="2406320"/>
                  <a:pt x="4096103" y="2406320"/>
                </a:cubicBezTo>
                <a:close/>
                <a:moveTo>
                  <a:pt x="3352435" y="2212964"/>
                </a:moveTo>
                <a:cubicBezTo>
                  <a:pt x="3351853" y="2212964"/>
                  <a:pt x="3351355" y="2212715"/>
                  <a:pt x="3351105" y="2212217"/>
                </a:cubicBezTo>
                <a:lnTo>
                  <a:pt x="3340305" y="2193524"/>
                </a:lnTo>
                <a:cubicBezTo>
                  <a:pt x="3340056" y="2193109"/>
                  <a:pt x="3340056" y="2192527"/>
                  <a:pt x="3340304" y="2192028"/>
                </a:cubicBezTo>
                <a:lnTo>
                  <a:pt x="3351105" y="2173336"/>
                </a:lnTo>
                <a:cubicBezTo>
                  <a:pt x="3351354" y="2172920"/>
                  <a:pt x="3351936" y="2172588"/>
                  <a:pt x="3352435" y="2172588"/>
                </a:cubicBezTo>
                <a:lnTo>
                  <a:pt x="3374035" y="2172588"/>
                </a:lnTo>
                <a:cubicBezTo>
                  <a:pt x="3374616" y="2172588"/>
                  <a:pt x="3375114" y="2172837"/>
                  <a:pt x="3375364" y="2173336"/>
                </a:cubicBezTo>
                <a:lnTo>
                  <a:pt x="3386164" y="2192028"/>
                </a:lnTo>
                <a:cubicBezTo>
                  <a:pt x="3386413" y="2192444"/>
                  <a:pt x="3386413" y="2193025"/>
                  <a:pt x="3386165" y="2193524"/>
                </a:cubicBezTo>
                <a:lnTo>
                  <a:pt x="3375364" y="2212217"/>
                </a:lnTo>
                <a:cubicBezTo>
                  <a:pt x="3375115" y="2212632"/>
                  <a:pt x="3374533" y="2212964"/>
                  <a:pt x="3374035" y="2212964"/>
                </a:cubicBezTo>
                <a:close/>
                <a:moveTo>
                  <a:pt x="3472805" y="2245313"/>
                </a:moveTo>
                <a:cubicBezTo>
                  <a:pt x="3472224" y="2245313"/>
                  <a:pt x="3471725" y="2245063"/>
                  <a:pt x="3471476" y="2244565"/>
                </a:cubicBezTo>
                <a:lnTo>
                  <a:pt x="3460676" y="2225789"/>
                </a:lnTo>
                <a:cubicBezTo>
                  <a:pt x="3460427" y="2225374"/>
                  <a:pt x="3460427" y="2224792"/>
                  <a:pt x="3460676" y="2224294"/>
                </a:cubicBezTo>
                <a:lnTo>
                  <a:pt x="3471476" y="2205518"/>
                </a:lnTo>
                <a:cubicBezTo>
                  <a:pt x="3471725" y="2205102"/>
                  <a:pt x="3472307" y="2204770"/>
                  <a:pt x="3472805" y="2204770"/>
                </a:cubicBezTo>
                <a:lnTo>
                  <a:pt x="3494489" y="2204770"/>
                </a:lnTo>
                <a:cubicBezTo>
                  <a:pt x="3495071" y="2204770"/>
                  <a:pt x="3495569" y="2205019"/>
                  <a:pt x="3495818" y="2205518"/>
                </a:cubicBezTo>
                <a:lnTo>
                  <a:pt x="3506619" y="2224294"/>
                </a:lnTo>
                <a:cubicBezTo>
                  <a:pt x="3506868" y="2224709"/>
                  <a:pt x="3506868" y="2225291"/>
                  <a:pt x="3506619" y="2225789"/>
                </a:cubicBezTo>
                <a:lnTo>
                  <a:pt x="3495818" y="2244565"/>
                </a:lnTo>
                <a:cubicBezTo>
                  <a:pt x="3495569" y="2244980"/>
                  <a:pt x="3494987" y="2245313"/>
                  <a:pt x="3494489" y="2245313"/>
                </a:cubicBezTo>
                <a:close/>
                <a:moveTo>
                  <a:pt x="4134853" y="2422708"/>
                </a:moveTo>
                <a:cubicBezTo>
                  <a:pt x="4134272" y="2422708"/>
                  <a:pt x="4133773" y="2422458"/>
                  <a:pt x="4133524" y="2421960"/>
                </a:cubicBezTo>
                <a:lnTo>
                  <a:pt x="4122725" y="2403184"/>
                </a:lnTo>
                <a:cubicBezTo>
                  <a:pt x="4122475" y="2402769"/>
                  <a:pt x="4122476" y="2402187"/>
                  <a:pt x="4122724" y="2401689"/>
                </a:cubicBezTo>
                <a:lnTo>
                  <a:pt x="4133525" y="2382913"/>
                </a:lnTo>
                <a:cubicBezTo>
                  <a:pt x="4133773" y="2382497"/>
                  <a:pt x="4134355" y="2382165"/>
                  <a:pt x="4134853" y="2382165"/>
                </a:cubicBezTo>
                <a:lnTo>
                  <a:pt x="4156537" y="2382165"/>
                </a:lnTo>
                <a:cubicBezTo>
                  <a:pt x="4157119" y="2382165"/>
                  <a:pt x="4157617" y="2382414"/>
                  <a:pt x="4157866" y="2382913"/>
                </a:cubicBezTo>
                <a:lnTo>
                  <a:pt x="4168667" y="2401689"/>
                </a:lnTo>
                <a:cubicBezTo>
                  <a:pt x="4168916" y="2402104"/>
                  <a:pt x="4168916" y="2402686"/>
                  <a:pt x="4168667" y="2403184"/>
                </a:cubicBezTo>
                <a:lnTo>
                  <a:pt x="4157866" y="2421960"/>
                </a:lnTo>
                <a:cubicBezTo>
                  <a:pt x="4157617" y="2422375"/>
                  <a:pt x="4157035" y="2422708"/>
                  <a:pt x="4156537" y="2422708"/>
                </a:cubicBezTo>
                <a:close/>
                <a:moveTo>
                  <a:pt x="3231991" y="2180879"/>
                </a:moveTo>
                <a:cubicBezTo>
                  <a:pt x="3231408" y="2180879"/>
                  <a:pt x="3230909" y="2180630"/>
                  <a:pt x="3230661" y="2180131"/>
                </a:cubicBezTo>
                <a:lnTo>
                  <a:pt x="3219778" y="2161272"/>
                </a:lnTo>
                <a:cubicBezTo>
                  <a:pt x="3219529" y="2160774"/>
                  <a:pt x="3219529" y="2160192"/>
                  <a:pt x="3219778" y="2159694"/>
                </a:cubicBezTo>
                <a:lnTo>
                  <a:pt x="3230661" y="2140835"/>
                </a:lnTo>
                <a:cubicBezTo>
                  <a:pt x="3230910" y="2140419"/>
                  <a:pt x="3231409" y="2140087"/>
                  <a:pt x="3231990" y="2140087"/>
                </a:cubicBezTo>
                <a:lnTo>
                  <a:pt x="3253757" y="2140087"/>
                </a:lnTo>
                <a:cubicBezTo>
                  <a:pt x="3254338" y="2140087"/>
                  <a:pt x="3254837" y="2140336"/>
                  <a:pt x="3255086" y="2140835"/>
                </a:cubicBezTo>
                <a:lnTo>
                  <a:pt x="3265970" y="2159694"/>
                </a:lnTo>
                <a:cubicBezTo>
                  <a:pt x="3266219" y="2160192"/>
                  <a:pt x="3266219" y="2160774"/>
                  <a:pt x="3265970" y="2161272"/>
                </a:cubicBezTo>
                <a:lnTo>
                  <a:pt x="3255086" y="2180131"/>
                </a:lnTo>
                <a:cubicBezTo>
                  <a:pt x="3254837" y="2180547"/>
                  <a:pt x="3254339" y="2180879"/>
                  <a:pt x="3253756" y="2180879"/>
                </a:cubicBezTo>
                <a:close/>
                <a:moveTo>
                  <a:pt x="4315342" y="2471162"/>
                </a:moveTo>
                <a:cubicBezTo>
                  <a:pt x="4314760" y="2471162"/>
                  <a:pt x="4314261" y="2470913"/>
                  <a:pt x="4314012" y="2470414"/>
                </a:cubicBezTo>
                <a:lnTo>
                  <a:pt x="4303129" y="2451556"/>
                </a:lnTo>
                <a:cubicBezTo>
                  <a:pt x="4302880" y="2451057"/>
                  <a:pt x="4302880" y="2450476"/>
                  <a:pt x="4303129" y="2449978"/>
                </a:cubicBezTo>
                <a:lnTo>
                  <a:pt x="4314012" y="2431118"/>
                </a:lnTo>
                <a:cubicBezTo>
                  <a:pt x="4314261" y="2430702"/>
                  <a:pt x="4314760" y="2430370"/>
                  <a:pt x="4315342" y="2430370"/>
                </a:cubicBezTo>
                <a:lnTo>
                  <a:pt x="4337108" y="2430370"/>
                </a:lnTo>
                <a:cubicBezTo>
                  <a:pt x="4337690" y="2430370"/>
                  <a:pt x="4338188" y="2430619"/>
                  <a:pt x="4338438" y="2431118"/>
                </a:cubicBezTo>
                <a:lnTo>
                  <a:pt x="4349321" y="2449977"/>
                </a:lnTo>
                <a:cubicBezTo>
                  <a:pt x="4349570" y="2450476"/>
                  <a:pt x="4349570" y="2451057"/>
                  <a:pt x="4349321" y="2451555"/>
                </a:cubicBezTo>
                <a:lnTo>
                  <a:pt x="4338438" y="2470414"/>
                </a:lnTo>
                <a:cubicBezTo>
                  <a:pt x="4338188" y="2470830"/>
                  <a:pt x="4337690" y="2471162"/>
                  <a:pt x="4337108" y="2471162"/>
                </a:cubicBezTo>
                <a:close/>
                <a:moveTo>
                  <a:pt x="4255051" y="2455199"/>
                </a:moveTo>
                <a:cubicBezTo>
                  <a:pt x="4254552" y="2455199"/>
                  <a:pt x="4253970" y="2454950"/>
                  <a:pt x="4253721" y="2454451"/>
                </a:cubicBezTo>
                <a:lnTo>
                  <a:pt x="4242838" y="2435509"/>
                </a:lnTo>
                <a:cubicBezTo>
                  <a:pt x="4242588" y="2435011"/>
                  <a:pt x="4242589" y="2434429"/>
                  <a:pt x="4242837" y="2433931"/>
                </a:cubicBezTo>
                <a:lnTo>
                  <a:pt x="4253804" y="2414989"/>
                </a:lnTo>
                <a:cubicBezTo>
                  <a:pt x="4254054" y="2414573"/>
                  <a:pt x="4254552" y="2414241"/>
                  <a:pt x="4255134" y="2414241"/>
                </a:cubicBezTo>
                <a:lnTo>
                  <a:pt x="4276984" y="2414241"/>
                </a:lnTo>
                <a:cubicBezTo>
                  <a:pt x="4277482" y="2414241"/>
                  <a:pt x="4278063" y="2414490"/>
                  <a:pt x="4278313" y="2414989"/>
                </a:cubicBezTo>
                <a:lnTo>
                  <a:pt x="4289196" y="2433931"/>
                </a:lnTo>
                <a:cubicBezTo>
                  <a:pt x="4289445" y="2434429"/>
                  <a:pt x="4289445" y="2435011"/>
                  <a:pt x="4289196" y="2435509"/>
                </a:cubicBezTo>
                <a:lnTo>
                  <a:pt x="4278229" y="2454451"/>
                </a:lnTo>
                <a:cubicBezTo>
                  <a:pt x="4277981" y="2454867"/>
                  <a:pt x="4277482" y="2455199"/>
                  <a:pt x="4276900" y="2455199"/>
                </a:cubicBezTo>
                <a:close/>
                <a:moveTo>
                  <a:pt x="4375173" y="2488044"/>
                </a:moveTo>
                <a:cubicBezTo>
                  <a:pt x="4374592" y="2488044"/>
                  <a:pt x="4374010" y="2487712"/>
                  <a:pt x="4373761" y="2487213"/>
                </a:cubicBezTo>
                <a:lnTo>
                  <a:pt x="4362545" y="2467773"/>
                </a:lnTo>
                <a:cubicBezTo>
                  <a:pt x="4362296" y="2467274"/>
                  <a:pt x="4362296" y="2466693"/>
                  <a:pt x="4362545" y="2466194"/>
                </a:cubicBezTo>
                <a:lnTo>
                  <a:pt x="4373761" y="2446754"/>
                </a:lnTo>
                <a:cubicBezTo>
                  <a:pt x="4374093" y="2446255"/>
                  <a:pt x="4374592" y="2445923"/>
                  <a:pt x="4375173" y="2445923"/>
                </a:cubicBezTo>
                <a:lnTo>
                  <a:pt x="4397688" y="2445923"/>
                </a:lnTo>
                <a:cubicBezTo>
                  <a:pt x="4398269" y="2445923"/>
                  <a:pt x="4398850" y="2446255"/>
                  <a:pt x="4399100" y="2446754"/>
                </a:cubicBezTo>
                <a:lnTo>
                  <a:pt x="4410315" y="2466194"/>
                </a:lnTo>
                <a:cubicBezTo>
                  <a:pt x="4410565" y="2466693"/>
                  <a:pt x="4410565" y="2467274"/>
                  <a:pt x="4410315" y="2467773"/>
                </a:cubicBezTo>
                <a:lnTo>
                  <a:pt x="4399100" y="2487213"/>
                </a:lnTo>
                <a:cubicBezTo>
                  <a:pt x="4398768" y="2487712"/>
                  <a:pt x="4398269" y="2488044"/>
                  <a:pt x="4397688" y="2488044"/>
                </a:cubicBezTo>
                <a:close/>
                <a:moveTo>
                  <a:pt x="4435060" y="2504663"/>
                </a:moveTo>
                <a:cubicBezTo>
                  <a:pt x="4434478" y="2504664"/>
                  <a:pt x="4433980" y="2504332"/>
                  <a:pt x="4433647" y="2503833"/>
                </a:cubicBezTo>
                <a:lnTo>
                  <a:pt x="4422099" y="2483811"/>
                </a:lnTo>
                <a:cubicBezTo>
                  <a:pt x="4421767" y="2483312"/>
                  <a:pt x="4421767" y="2482648"/>
                  <a:pt x="4422099" y="2482149"/>
                </a:cubicBezTo>
                <a:lnTo>
                  <a:pt x="4433647" y="2462128"/>
                </a:lnTo>
                <a:cubicBezTo>
                  <a:pt x="4433980" y="2461629"/>
                  <a:pt x="4434478" y="2461297"/>
                  <a:pt x="4435061" y="2461297"/>
                </a:cubicBezTo>
                <a:lnTo>
                  <a:pt x="4458156" y="2461297"/>
                </a:lnTo>
                <a:cubicBezTo>
                  <a:pt x="4458737" y="2461297"/>
                  <a:pt x="4459236" y="2461629"/>
                  <a:pt x="4459569" y="2462128"/>
                </a:cubicBezTo>
                <a:lnTo>
                  <a:pt x="4471116" y="2482150"/>
                </a:lnTo>
                <a:cubicBezTo>
                  <a:pt x="4471448" y="2482648"/>
                  <a:pt x="4471448" y="2483313"/>
                  <a:pt x="4471116" y="2483811"/>
                </a:cubicBezTo>
                <a:lnTo>
                  <a:pt x="4459568" y="2503833"/>
                </a:lnTo>
                <a:cubicBezTo>
                  <a:pt x="4459236" y="2504332"/>
                  <a:pt x="4458738" y="2504664"/>
                  <a:pt x="4458156" y="2504664"/>
                </a:cubicBezTo>
                <a:close/>
                <a:moveTo>
                  <a:pt x="4495142" y="2520954"/>
                </a:moveTo>
                <a:cubicBezTo>
                  <a:pt x="4494560" y="2520954"/>
                  <a:pt x="4494062" y="2520621"/>
                  <a:pt x="4493729" y="2520123"/>
                </a:cubicBezTo>
                <a:lnTo>
                  <a:pt x="4482181" y="2500019"/>
                </a:lnTo>
                <a:cubicBezTo>
                  <a:pt x="4481849" y="2499519"/>
                  <a:pt x="4481849" y="2498854"/>
                  <a:pt x="4482181" y="2498356"/>
                </a:cubicBezTo>
                <a:lnTo>
                  <a:pt x="4493812" y="2478251"/>
                </a:lnTo>
                <a:cubicBezTo>
                  <a:pt x="4494145" y="2477752"/>
                  <a:pt x="4494643" y="2477420"/>
                  <a:pt x="4495225" y="2477421"/>
                </a:cubicBezTo>
                <a:lnTo>
                  <a:pt x="4518404" y="2477421"/>
                </a:lnTo>
                <a:cubicBezTo>
                  <a:pt x="4518985" y="2477420"/>
                  <a:pt x="4519484" y="2477753"/>
                  <a:pt x="4519816" y="2478252"/>
                </a:cubicBezTo>
                <a:lnTo>
                  <a:pt x="4531364" y="2498356"/>
                </a:lnTo>
                <a:cubicBezTo>
                  <a:pt x="4531696" y="2498855"/>
                  <a:pt x="4531696" y="2499520"/>
                  <a:pt x="4531364" y="2500019"/>
                </a:cubicBezTo>
                <a:lnTo>
                  <a:pt x="4519733" y="2520124"/>
                </a:lnTo>
                <a:cubicBezTo>
                  <a:pt x="4519401" y="2520622"/>
                  <a:pt x="4518902" y="2520954"/>
                  <a:pt x="4518321" y="2520953"/>
                </a:cubicBezTo>
                <a:close/>
                <a:moveTo>
                  <a:pt x="2980830" y="2161884"/>
                </a:moveTo>
                <a:cubicBezTo>
                  <a:pt x="2980414" y="2161884"/>
                  <a:pt x="2979916" y="2161386"/>
                  <a:pt x="2979916" y="2161386"/>
                </a:cubicBezTo>
                <a:lnTo>
                  <a:pt x="2972605" y="2148674"/>
                </a:lnTo>
                <a:cubicBezTo>
                  <a:pt x="2972439" y="2148425"/>
                  <a:pt x="2972605" y="2147678"/>
                  <a:pt x="2972605" y="2147678"/>
                </a:cubicBezTo>
                <a:lnTo>
                  <a:pt x="2979916" y="2134966"/>
                </a:lnTo>
                <a:cubicBezTo>
                  <a:pt x="2980165" y="2134634"/>
                  <a:pt x="2980830" y="2134468"/>
                  <a:pt x="2980830" y="2134468"/>
                </a:cubicBezTo>
                <a:lnTo>
                  <a:pt x="2995452" y="2134468"/>
                </a:lnTo>
                <a:cubicBezTo>
                  <a:pt x="2995867" y="2134468"/>
                  <a:pt x="2996365" y="2134966"/>
                  <a:pt x="2996365" y="2134966"/>
                </a:cubicBezTo>
                <a:lnTo>
                  <a:pt x="3003676" y="2147678"/>
                </a:lnTo>
                <a:cubicBezTo>
                  <a:pt x="3003843" y="2147927"/>
                  <a:pt x="3003676" y="2148674"/>
                  <a:pt x="3003676" y="2148674"/>
                </a:cubicBezTo>
                <a:lnTo>
                  <a:pt x="2996365" y="2161386"/>
                </a:lnTo>
                <a:cubicBezTo>
                  <a:pt x="2996116" y="2161718"/>
                  <a:pt x="2995452" y="2161884"/>
                  <a:pt x="2995452" y="2161884"/>
                </a:cubicBezTo>
                <a:close/>
                <a:moveTo>
                  <a:pt x="873481" y="1599023"/>
                </a:moveTo>
                <a:cubicBezTo>
                  <a:pt x="873065" y="1599023"/>
                  <a:pt x="872484" y="1598441"/>
                  <a:pt x="872484" y="1598441"/>
                </a:cubicBezTo>
                <a:lnTo>
                  <a:pt x="864341" y="1584318"/>
                </a:lnTo>
                <a:cubicBezTo>
                  <a:pt x="864093" y="1583986"/>
                  <a:pt x="864341" y="1583155"/>
                  <a:pt x="864341" y="1583155"/>
                </a:cubicBezTo>
                <a:lnTo>
                  <a:pt x="872484" y="1569033"/>
                </a:lnTo>
                <a:cubicBezTo>
                  <a:pt x="872733" y="1568699"/>
                  <a:pt x="873481" y="1568450"/>
                  <a:pt x="873481" y="1568450"/>
                </a:cubicBezTo>
                <a:lnTo>
                  <a:pt x="889764" y="1568450"/>
                </a:lnTo>
                <a:cubicBezTo>
                  <a:pt x="890180" y="1568450"/>
                  <a:pt x="890761" y="1569032"/>
                  <a:pt x="890761" y="1569032"/>
                </a:cubicBezTo>
                <a:lnTo>
                  <a:pt x="898903" y="1583155"/>
                </a:lnTo>
                <a:cubicBezTo>
                  <a:pt x="899152" y="1583487"/>
                  <a:pt x="898903" y="1584318"/>
                  <a:pt x="898903" y="1584318"/>
                </a:cubicBezTo>
                <a:lnTo>
                  <a:pt x="890760" y="1598441"/>
                </a:lnTo>
                <a:cubicBezTo>
                  <a:pt x="890512" y="1598774"/>
                  <a:pt x="889764" y="1599023"/>
                  <a:pt x="889764" y="1599023"/>
                </a:cubicBezTo>
                <a:close/>
                <a:moveTo>
                  <a:pt x="4785587" y="2647269"/>
                </a:moveTo>
                <a:cubicBezTo>
                  <a:pt x="4785171" y="2647269"/>
                  <a:pt x="4784588" y="2646687"/>
                  <a:pt x="4784588" y="2646687"/>
                </a:cubicBezTo>
                <a:lnTo>
                  <a:pt x="4776448" y="2632564"/>
                </a:lnTo>
                <a:cubicBezTo>
                  <a:pt x="4776199" y="2632232"/>
                  <a:pt x="4776448" y="2631401"/>
                  <a:pt x="4776448" y="2631401"/>
                </a:cubicBezTo>
                <a:lnTo>
                  <a:pt x="4784588" y="2617278"/>
                </a:lnTo>
                <a:cubicBezTo>
                  <a:pt x="4784839" y="2616945"/>
                  <a:pt x="4785587" y="2616696"/>
                  <a:pt x="4785587" y="2616696"/>
                </a:cubicBezTo>
                <a:lnTo>
                  <a:pt x="4801869" y="2616696"/>
                </a:lnTo>
                <a:cubicBezTo>
                  <a:pt x="4802285" y="2616696"/>
                  <a:pt x="4802867" y="2617278"/>
                  <a:pt x="4802867" y="2617278"/>
                </a:cubicBezTo>
                <a:lnTo>
                  <a:pt x="4811008" y="2631401"/>
                </a:lnTo>
                <a:cubicBezTo>
                  <a:pt x="4811257" y="2631733"/>
                  <a:pt x="4811008" y="2632564"/>
                  <a:pt x="4811008" y="2632564"/>
                </a:cubicBezTo>
                <a:lnTo>
                  <a:pt x="4802867" y="2646687"/>
                </a:lnTo>
                <a:cubicBezTo>
                  <a:pt x="4802617" y="2647020"/>
                  <a:pt x="4801870" y="2647269"/>
                  <a:pt x="4801870" y="2647269"/>
                </a:cubicBezTo>
                <a:close/>
                <a:moveTo>
                  <a:pt x="993771" y="1631443"/>
                </a:moveTo>
                <a:cubicBezTo>
                  <a:pt x="993355" y="1631443"/>
                  <a:pt x="992773" y="1630862"/>
                  <a:pt x="992773" y="1630862"/>
                </a:cubicBezTo>
                <a:lnTo>
                  <a:pt x="984548" y="1616572"/>
                </a:lnTo>
                <a:cubicBezTo>
                  <a:pt x="984299" y="1616240"/>
                  <a:pt x="984548" y="1615409"/>
                  <a:pt x="984548" y="1615409"/>
                </a:cubicBezTo>
                <a:lnTo>
                  <a:pt x="992773" y="1601119"/>
                </a:lnTo>
                <a:cubicBezTo>
                  <a:pt x="992939" y="1600787"/>
                  <a:pt x="993771" y="1600538"/>
                  <a:pt x="993771" y="1600538"/>
                </a:cubicBezTo>
                <a:lnTo>
                  <a:pt x="1010219" y="1600538"/>
                </a:lnTo>
                <a:cubicBezTo>
                  <a:pt x="1010634" y="1600538"/>
                  <a:pt x="1011217" y="1601119"/>
                  <a:pt x="1011217" y="1601119"/>
                </a:cubicBezTo>
                <a:lnTo>
                  <a:pt x="1019441" y="1615409"/>
                </a:lnTo>
                <a:cubicBezTo>
                  <a:pt x="1019690" y="1615741"/>
                  <a:pt x="1019441" y="1616572"/>
                  <a:pt x="1019441" y="1616572"/>
                </a:cubicBezTo>
                <a:lnTo>
                  <a:pt x="1011217" y="1630862"/>
                </a:lnTo>
                <a:cubicBezTo>
                  <a:pt x="1011050" y="1631194"/>
                  <a:pt x="1010219" y="1631443"/>
                  <a:pt x="1010219" y="1631443"/>
                </a:cubicBezTo>
                <a:close/>
                <a:moveTo>
                  <a:pt x="3040102" y="2179756"/>
                </a:moveTo>
                <a:cubicBezTo>
                  <a:pt x="3039687" y="2179756"/>
                  <a:pt x="3039105" y="2179175"/>
                  <a:pt x="3039105" y="2179175"/>
                </a:cubicBezTo>
                <a:lnTo>
                  <a:pt x="3030881" y="2164885"/>
                </a:lnTo>
                <a:cubicBezTo>
                  <a:pt x="3030632" y="2164553"/>
                  <a:pt x="3030881" y="2163722"/>
                  <a:pt x="3030881" y="2163722"/>
                </a:cubicBezTo>
                <a:lnTo>
                  <a:pt x="3039105" y="2149432"/>
                </a:lnTo>
                <a:cubicBezTo>
                  <a:pt x="3039272" y="2149100"/>
                  <a:pt x="3040103" y="2148851"/>
                  <a:pt x="3040103" y="2148851"/>
                </a:cubicBezTo>
                <a:lnTo>
                  <a:pt x="3056552" y="2148851"/>
                </a:lnTo>
                <a:cubicBezTo>
                  <a:pt x="3056967" y="2148851"/>
                  <a:pt x="3057548" y="2149432"/>
                  <a:pt x="3057548" y="2149432"/>
                </a:cubicBezTo>
                <a:lnTo>
                  <a:pt x="3065774" y="2163722"/>
                </a:lnTo>
                <a:cubicBezTo>
                  <a:pt x="3066023" y="2164054"/>
                  <a:pt x="3065774" y="2164885"/>
                  <a:pt x="3065774" y="2164885"/>
                </a:cubicBezTo>
                <a:lnTo>
                  <a:pt x="3057549" y="2179175"/>
                </a:lnTo>
                <a:cubicBezTo>
                  <a:pt x="3057383" y="2179507"/>
                  <a:pt x="3056551" y="2179756"/>
                  <a:pt x="3056551" y="2179756"/>
                </a:cubicBezTo>
                <a:close/>
                <a:moveTo>
                  <a:pt x="933500" y="1615400"/>
                </a:moveTo>
                <a:cubicBezTo>
                  <a:pt x="933084" y="1615400"/>
                  <a:pt x="932504" y="1614818"/>
                  <a:pt x="932504" y="1614818"/>
                </a:cubicBezTo>
                <a:lnTo>
                  <a:pt x="924196" y="1600445"/>
                </a:lnTo>
                <a:cubicBezTo>
                  <a:pt x="923945" y="1600113"/>
                  <a:pt x="924196" y="1599282"/>
                  <a:pt x="924196" y="1599282"/>
                </a:cubicBezTo>
                <a:lnTo>
                  <a:pt x="932504" y="1584910"/>
                </a:lnTo>
                <a:cubicBezTo>
                  <a:pt x="932670" y="1584577"/>
                  <a:pt x="933500" y="1584328"/>
                  <a:pt x="933500" y="1584328"/>
                </a:cubicBezTo>
                <a:lnTo>
                  <a:pt x="950117" y="1584328"/>
                </a:lnTo>
                <a:cubicBezTo>
                  <a:pt x="950532" y="1584328"/>
                  <a:pt x="951113" y="1584910"/>
                  <a:pt x="951113" y="1584910"/>
                </a:cubicBezTo>
                <a:lnTo>
                  <a:pt x="959420" y="1599282"/>
                </a:lnTo>
                <a:cubicBezTo>
                  <a:pt x="959671" y="1599615"/>
                  <a:pt x="959420" y="1600445"/>
                  <a:pt x="959420" y="1600445"/>
                </a:cubicBezTo>
                <a:lnTo>
                  <a:pt x="951112" y="1614818"/>
                </a:lnTo>
                <a:cubicBezTo>
                  <a:pt x="950946" y="1615150"/>
                  <a:pt x="950117" y="1615400"/>
                  <a:pt x="950117" y="1615400"/>
                </a:cubicBezTo>
                <a:close/>
                <a:moveTo>
                  <a:pt x="1114059" y="1663781"/>
                </a:moveTo>
                <a:cubicBezTo>
                  <a:pt x="1113643" y="1663781"/>
                  <a:pt x="1113062" y="1663199"/>
                  <a:pt x="1113062" y="1663199"/>
                </a:cubicBezTo>
                <a:lnTo>
                  <a:pt x="1104754" y="1648826"/>
                </a:lnTo>
                <a:cubicBezTo>
                  <a:pt x="1104504" y="1648494"/>
                  <a:pt x="1104754" y="1647663"/>
                  <a:pt x="1104754" y="1647663"/>
                </a:cubicBezTo>
                <a:lnTo>
                  <a:pt x="1113062" y="1633291"/>
                </a:lnTo>
                <a:cubicBezTo>
                  <a:pt x="1113228" y="1632958"/>
                  <a:pt x="1114059" y="1632709"/>
                  <a:pt x="1114059" y="1632709"/>
                </a:cubicBezTo>
                <a:lnTo>
                  <a:pt x="1130675" y="1632709"/>
                </a:lnTo>
                <a:cubicBezTo>
                  <a:pt x="1131090" y="1632709"/>
                  <a:pt x="1131671" y="1633291"/>
                  <a:pt x="1131671" y="1633291"/>
                </a:cubicBezTo>
                <a:lnTo>
                  <a:pt x="1139979" y="1647663"/>
                </a:lnTo>
                <a:cubicBezTo>
                  <a:pt x="1140229" y="1647996"/>
                  <a:pt x="1139979" y="1648826"/>
                  <a:pt x="1139979" y="1648826"/>
                </a:cubicBezTo>
                <a:lnTo>
                  <a:pt x="1131671" y="1663199"/>
                </a:lnTo>
                <a:cubicBezTo>
                  <a:pt x="1131505" y="1663531"/>
                  <a:pt x="1130675" y="1663781"/>
                  <a:pt x="1130675" y="1663781"/>
                </a:cubicBezTo>
                <a:close/>
                <a:moveTo>
                  <a:pt x="1053709" y="1647892"/>
                </a:moveTo>
                <a:cubicBezTo>
                  <a:pt x="1053294" y="1647892"/>
                  <a:pt x="1052711" y="1647310"/>
                  <a:pt x="1052711" y="1647310"/>
                </a:cubicBezTo>
                <a:lnTo>
                  <a:pt x="1044238" y="1632689"/>
                </a:lnTo>
                <a:cubicBezTo>
                  <a:pt x="1043989" y="1632356"/>
                  <a:pt x="1044238" y="1631525"/>
                  <a:pt x="1044238" y="1631525"/>
                </a:cubicBezTo>
                <a:lnTo>
                  <a:pt x="1052712" y="1616904"/>
                </a:lnTo>
                <a:cubicBezTo>
                  <a:pt x="1052877" y="1616571"/>
                  <a:pt x="1053294" y="1616322"/>
                  <a:pt x="1053709" y="1616322"/>
                </a:cubicBezTo>
                <a:lnTo>
                  <a:pt x="1070574" y="1616322"/>
                </a:lnTo>
                <a:cubicBezTo>
                  <a:pt x="1070989" y="1616322"/>
                  <a:pt x="1071571" y="1616904"/>
                  <a:pt x="1071571" y="1616904"/>
                </a:cubicBezTo>
                <a:lnTo>
                  <a:pt x="1080045" y="1631525"/>
                </a:lnTo>
                <a:cubicBezTo>
                  <a:pt x="1080294" y="1631858"/>
                  <a:pt x="1080044" y="1632689"/>
                  <a:pt x="1080044" y="1632689"/>
                </a:cubicBezTo>
                <a:lnTo>
                  <a:pt x="1071571" y="1647310"/>
                </a:lnTo>
                <a:cubicBezTo>
                  <a:pt x="1071405" y="1647643"/>
                  <a:pt x="1070989" y="1647892"/>
                  <a:pt x="1070573" y="1647892"/>
                </a:cubicBezTo>
                <a:close/>
                <a:moveTo>
                  <a:pt x="1174058" y="1680320"/>
                </a:moveTo>
                <a:cubicBezTo>
                  <a:pt x="1173643" y="1680320"/>
                  <a:pt x="1173062" y="1679739"/>
                  <a:pt x="1173062" y="1679739"/>
                </a:cubicBezTo>
                <a:lnTo>
                  <a:pt x="1164587" y="1665034"/>
                </a:lnTo>
                <a:cubicBezTo>
                  <a:pt x="1164337" y="1664701"/>
                  <a:pt x="1164587" y="1663871"/>
                  <a:pt x="1164587" y="1663871"/>
                </a:cubicBezTo>
                <a:lnTo>
                  <a:pt x="1173061" y="1649166"/>
                </a:lnTo>
                <a:cubicBezTo>
                  <a:pt x="1173227" y="1648833"/>
                  <a:pt x="1173642" y="1648584"/>
                  <a:pt x="1174059" y="1648584"/>
                </a:cubicBezTo>
                <a:lnTo>
                  <a:pt x="1191007" y="1648584"/>
                </a:lnTo>
                <a:cubicBezTo>
                  <a:pt x="1191421" y="1648584"/>
                  <a:pt x="1192003" y="1649166"/>
                  <a:pt x="1192003" y="1649166"/>
                </a:cubicBezTo>
                <a:lnTo>
                  <a:pt x="1200477" y="1663871"/>
                </a:lnTo>
                <a:cubicBezTo>
                  <a:pt x="1200726" y="1664203"/>
                  <a:pt x="1200477" y="1665034"/>
                  <a:pt x="1200477" y="1665034"/>
                </a:cubicBezTo>
                <a:lnTo>
                  <a:pt x="1192004" y="1679739"/>
                </a:lnTo>
                <a:cubicBezTo>
                  <a:pt x="1191837" y="1680071"/>
                  <a:pt x="1191421" y="1680320"/>
                  <a:pt x="1191006" y="1680320"/>
                </a:cubicBezTo>
                <a:close/>
                <a:moveTo>
                  <a:pt x="1234171" y="1696532"/>
                </a:moveTo>
                <a:cubicBezTo>
                  <a:pt x="1233672" y="1696532"/>
                  <a:pt x="1233091" y="1695950"/>
                  <a:pt x="1233091" y="1695950"/>
                </a:cubicBezTo>
                <a:lnTo>
                  <a:pt x="1224534" y="1681162"/>
                </a:lnTo>
                <a:cubicBezTo>
                  <a:pt x="1224285" y="1680746"/>
                  <a:pt x="1224534" y="1679916"/>
                  <a:pt x="1224534" y="1679916"/>
                </a:cubicBezTo>
                <a:lnTo>
                  <a:pt x="1233091" y="1665128"/>
                </a:lnTo>
                <a:cubicBezTo>
                  <a:pt x="1233340" y="1664795"/>
                  <a:pt x="1233755" y="1664546"/>
                  <a:pt x="1234171" y="1664546"/>
                </a:cubicBezTo>
                <a:lnTo>
                  <a:pt x="1251285" y="1664546"/>
                </a:lnTo>
                <a:cubicBezTo>
                  <a:pt x="1251784" y="1664546"/>
                  <a:pt x="1252365" y="1665128"/>
                  <a:pt x="1252365" y="1665128"/>
                </a:cubicBezTo>
                <a:lnTo>
                  <a:pt x="1260922" y="1679916"/>
                </a:lnTo>
                <a:cubicBezTo>
                  <a:pt x="1261171" y="1680331"/>
                  <a:pt x="1260922" y="1681162"/>
                  <a:pt x="1260922" y="1681162"/>
                </a:cubicBezTo>
                <a:lnTo>
                  <a:pt x="1252365" y="1695950"/>
                </a:lnTo>
                <a:cubicBezTo>
                  <a:pt x="1252116" y="1696282"/>
                  <a:pt x="1251701" y="1696532"/>
                  <a:pt x="1251285" y="1696532"/>
                </a:cubicBezTo>
                <a:close/>
                <a:moveTo>
                  <a:pt x="1294047" y="1713326"/>
                </a:moveTo>
                <a:cubicBezTo>
                  <a:pt x="1293632" y="1713326"/>
                  <a:pt x="1292966" y="1712661"/>
                  <a:pt x="1292966" y="1712661"/>
                </a:cubicBezTo>
                <a:lnTo>
                  <a:pt x="1284077" y="1697209"/>
                </a:lnTo>
                <a:cubicBezTo>
                  <a:pt x="1283829" y="1696876"/>
                  <a:pt x="1284078" y="1695962"/>
                  <a:pt x="1284078" y="1695962"/>
                </a:cubicBezTo>
                <a:lnTo>
                  <a:pt x="1292966" y="1680510"/>
                </a:lnTo>
                <a:cubicBezTo>
                  <a:pt x="1293216" y="1680094"/>
                  <a:pt x="1293632" y="1679845"/>
                  <a:pt x="1294047" y="1679845"/>
                </a:cubicBezTo>
                <a:lnTo>
                  <a:pt x="1311825" y="1679845"/>
                </a:lnTo>
                <a:cubicBezTo>
                  <a:pt x="1312242" y="1679845"/>
                  <a:pt x="1312906" y="1680510"/>
                  <a:pt x="1312906" y="1680510"/>
                </a:cubicBezTo>
                <a:lnTo>
                  <a:pt x="1321795" y="1695962"/>
                </a:lnTo>
                <a:cubicBezTo>
                  <a:pt x="1322045" y="1696295"/>
                  <a:pt x="1321796" y="1697209"/>
                  <a:pt x="1321796" y="1697209"/>
                </a:cubicBezTo>
                <a:lnTo>
                  <a:pt x="1312905" y="1712661"/>
                </a:lnTo>
                <a:cubicBezTo>
                  <a:pt x="1312656" y="1713077"/>
                  <a:pt x="1312242" y="1713326"/>
                  <a:pt x="1311825" y="1713326"/>
                </a:cubicBezTo>
                <a:close/>
                <a:moveTo>
                  <a:pt x="812476" y="1584383"/>
                </a:moveTo>
                <a:cubicBezTo>
                  <a:pt x="812061" y="1584383"/>
                  <a:pt x="811396" y="1583718"/>
                  <a:pt x="811396" y="1583718"/>
                </a:cubicBezTo>
                <a:lnTo>
                  <a:pt x="802424" y="1568182"/>
                </a:lnTo>
                <a:cubicBezTo>
                  <a:pt x="802175" y="1567850"/>
                  <a:pt x="802424" y="1566937"/>
                  <a:pt x="802424" y="1566937"/>
                </a:cubicBezTo>
                <a:lnTo>
                  <a:pt x="811396" y="1551401"/>
                </a:lnTo>
                <a:cubicBezTo>
                  <a:pt x="811646" y="1550985"/>
                  <a:pt x="812061" y="1550736"/>
                  <a:pt x="812476" y="1550736"/>
                </a:cubicBezTo>
                <a:lnTo>
                  <a:pt x="830339" y="1550736"/>
                </a:lnTo>
                <a:cubicBezTo>
                  <a:pt x="830754" y="1550736"/>
                  <a:pt x="831419" y="1551401"/>
                  <a:pt x="831419" y="1551401"/>
                </a:cubicBezTo>
                <a:lnTo>
                  <a:pt x="840391" y="1566936"/>
                </a:lnTo>
                <a:cubicBezTo>
                  <a:pt x="840640" y="1567269"/>
                  <a:pt x="840391" y="1568182"/>
                  <a:pt x="840391" y="1568182"/>
                </a:cubicBezTo>
                <a:lnTo>
                  <a:pt x="831419" y="1583718"/>
                </a:lnTo>
                <a:cubicBezTo>
                  <a:pt x="831169" y="1584134"/>
                  <a:pt x="830754" y="1584383"/>
                  <a:pt x="830339" y="1584383"/>
                </a:cubicBezTo>
                <a:close/>
                <a:moveTo>
                  <a:pt x="1354066" y="1729702"/>
                </a:moveTo>
                <a:cubicBezTo>
                  <a:pt x="1353651" y="1729701"/>
                  <a:pt x="1352987" y="1729037"/>
                  <a:pt x="1352987" y="1729037"/>
                </a:cubicBezTo>
                <a:lnTo>
                  <a:pt x="1343931" y="1713336"/>
                </a:lnTo>
                <a:cubicBezTo>
                  <a:pt x="1343681" y="1713004"/>
                  <a:pt x="1343931" y="1712090"/>
                  <a:pt x="1343931" y="1712090"/>
                </a:cubicBezTo>
                <a:lnTo>
                  <a:pt x="1352987" y="1696387"/>
                </a:lnTo>
                <a:cubicBezTo>
                  <a:pt x="1353236" y="1695971"/>
                  <a:pt x="1353651" y="1695723"/>
                  <a:pt x="1354066" y="1695723"/>
                </a:cubicBezTo>
                <a:lnTo>
                  <a:pt x="1372178" y="1695722"/>
                </a:lnTo>
                <a:cubicBezTo>
                  <a:pt x="1372593" y="1695723"/>
                  <a:pt x="1373258" y="1696387"/>
                  <a:pt x="1373258" y="1696387"/>
                </a:cubicBezTo>
                <a:lnTo>
                  <a:pt x="1382313" y="1712090"/>
                </a:lnTo>
                <a:cubicBezTo>
                  <a:pt x="1382563" y="1712422"/>
                  <a:pt x="1382313" y="1713336"/>
                  <a:pt x="1382313" y="1713336"/>
                </a:cubicBezTo>
                <a:lnTo>
                  <a:pt x="1373258" y="1729037"/>
                </a:lnTo>
                <a:cubicBezTo>
                  <a:pt x="1373009" y="1729453"/>
                  <a:pt x="1372593" y="1729701"/>
                  <a:pt x="1372178" y="1729701"/>
                </a:cubicBezTo>
                <a:close/>
                <a:moveTo>
                  <a:pt x="1414170" y="1745910"/>
                </a:moveTo>
                <a:cubicBezTo>
                  <a:pt x="1413754" y="1745910"/>
                  <a:pt x="1413090" y="1745246"/>
                  <a:pt x="1413090" y="1745246"/>
                </a:cubicBezTo>
                <a:lnTo>
                  <a:pt x="1404034" y="1729461"/>
                </a:lnTo>
                <a:cubicBezTo>
                  <a:pt x="1403785" y="1729129"/>
                  <a:pt x="1404034" y="1728215"/>
                  <a:pt x="1404034" y="1728215"/>
                </a:cubicBezTo>
                <a:lnTo>
                  <a:pt x="1413174" y="1712430"/>
                </a:lnTo>
                <a:cubicBezTo>
                  <a:pt x="1413338" y="1712014"/>
                  <a:pt x="1413837" y="1711765"/>
                  <a:pt x="1414252" y="1711765"/>
                </a:cubicBezTo>
                <a:lnTo>
                  <a:pt x="1432447" y="1711765"/>
                </a:lnTo>
                <a:cubicBezTo>
                  <a:pt x="1432863" y="1711765"/>
                  <a:pt x="1433527" y="1712430"/>
                  <a:pt x="1433527" y="1712430"/>
                </a:cubicBezTo>
                <a:lnTo>
                  <a:pt x="1442583" y="1728215"/>
                </a:lnTo>
                <a:cubicBezTo>
                  <a:pt x="1442831" y="1728547"/>
                  <a:pt x="1442583" y="1729461"/>
                  <a:pt x="1442583" y="1729461"/>
                </a:cubicBezTo>
                <a:lnTo>
                  <a:pt x="1433443" y="1745246"/>
                </a:lnTo>
                <a:cubicBezTo>
                  <a:pt x="1433278" y="1745661"/>
                  <a:pt x="1432779" y="1745910"/>
                  <a:pt x="1432364" y="1745910"/>
                </a:cubicBezTo>
                <a:close/>
                <a:moveTo>
                  <a:pt x="1474368" y="1762124"/>
                </a:moveTo>
                <a:cubicBezTo>
                  <a:pt x="1473951" y="1762124"/>
                  <a:pt x="1473287" y="1761459"/>
                  <a:pt x="1473287" y="1761459"/>
                </a:cubicBezTo>
                <a:lnTo>
                  <a:pt x="1464148" y="1745591"/>
                </a:lnTo>
                <a:cubicBezTo>
                  <a:pt x="1463900" y="1745176"/>
                  <a:pt x="1464148" y="1744262"/>
                  <a:pt x="1464148" y="1744262"/>
                </a:cubicBezTo>
                <a:lnTo>
                  <a:pt x="1473288" y="1728394"/>
                </a:lnTo>
                <a:cubicBezTo>
                  <a:pt x="1473453" y="1727978"/>
                  <a:pt x="1473951" y="1727729"/>
                  <a:pt x="1474368" y="1727729"/>
                </a:cubicBezTo>
                <a:lnTo>
                  <a:pt x="1492644" y="1727729"/>
                </a:lnTo>
                <a:cubicBezTo>
                  <a:pt x="1493061" y="1727729"/>
                  <a:pt x="1493725" y="1728394"/>
                  <a:pt x="1493725" y="1728394"/>
                </a:cubicBezTo>
                <a:lnTo>
                  <a:pt x="1502864" y="1744262"/>
                </a:lnTo>
                <a:cubicBezTo>
                  <a:pt x="1503113" y="1744677"/>
                  <a:pt x="1502864" y="1745591"/>
                  <a:pt x="1502864" y="1745591"/>
                </a:cubicBezTo>
                <a:lnTo>
                  <a:pt x="1493725" y="1761459"/>
                </a:lnTo>
                <a:cubicBezTo>
                  <a:pt x="1493559" y="1761874"/>
                  <a:pt x="1493061" y="1762124"/>
                  <a:pt x="1492645" y="1762124"/>
                </a:cubicBezTo>
                <a:close/>
                <a:moveTo>
                  <a:pt x="1534553" y="1778250"/>
                </a:moveTo>
                <a:cubicBezTo>
                  <a:pt x="1534137" y="1778250"/>
                  <a:pt x="1533473" y="1777585"/>
                  <a:pt x="1533473" y="1777585"/>
                </a:cubicBezTo>
                <a:lnTo>
                  <a:pt x="1524334" y="1761717"/>
                </a:lnTo>
                <a:cubicBezTo>
                  <a:pt x="1524086" y="1761303"/>
                  <a:pt x="1524334" y="1760388"/>
                  <a:pt x="1524334" y="1760388"/>
                </a:cubicBezTo>
                <a:lnTo>
                  <a:pt x="1533474" y="1744521"/>
                </a:lnTo>
                <a:cubicBezTo>
                  <a:pt x="1533638" y="1744105"/>
                  <a:pt x="1534137" y="1743855"/>
                  <a:pt x="1534554" y="1743855"/>
                </a:cubicBezTo>
                <a:lnTo>
                  <a:pt x="1552830" y="1743856"/>
                </a:lnTo>
                <a:cubicBezTo>
                  <a:pt x="1553246" y="1743855"/>
                  <a:pt x="1553910" y="1744521"/>
                  <a:pt x="1553910" y="1744521"/>
                </a:cubicBezTo>
                <a:lnTo>
                  <a:pt x="1563049" y="1760389"/>
                </a:lnTo>
                <a:cubicBezTo>
                  <a:pt x="1563299" y="1760803"/>
                  <a:pt x="1563050" y="1761717"/>
                  <a:pt x="1563050" y="1761717"/>
                </a:cubicBezTo>
                <a:lnTo>
                  <a:pt x="1553911" y="1777585"/>
                </a:lnTo>
                <a:cubicBezTo>
                  <a:pt x="1553745" y="1778000"/>
                  <a:pt x="1553246" y="1778250"/>
                  <a:pt x="1552831" y="1778251"/>
                </a:cubicBezTo>
                <a:close/>
                <a:moveTo>
                  <a:pt x="1654822" y="1810667"/>
                </a:moveTo>
                <a:cubicBezTo>
                  <a:pt x="1654323" y="1810668"/>
                  <a:pt x="1653659" y="1810003"/>
                  <a:pt x="1653659" y="1810003"/>
                </a:cubicBezTo>
                <a:lnTo>
                  <a:pt x="1644437" y="1794051"/>
                </a:lnTo>
                <a:cubicBezTo>
                  <a:pt x="1644187" y="1793636"/>
                  <a:pt x="1644437" y="1792722"/>
                  <a:pt x="1644437" y="1792722"/>
                </a:cubicBezTo>
                <a:lnTo>
                  <a:pt x="1653659" y="1776771"/>
                </a:lnTo>
                <a:cubicBezTo>
                  <a:pt x="1653908" y="1776355"/>
                  <a:pt x="1654323" y="1776106"/>
                  <a:pt x="1654822" y="1776106"/>
                </a:cubicBezTo>
                <a:lnTo>
                  <a:pt x="1673265" y="1776106"/>
                </a:lnTo>
                <a:cubicBezTo>
                  <a:pt x="1673764" y="1776106"/>
                  <a:pt x="1674428" y="1776771"/>
                  <a:pt x="1674428" y="1776771"/>
                </a:cubicBezTo>
                <a:lnTo>
                  <a:pt x="1683650" y="1792722"/>
                </a:lnTo>
                <a:cubicBezTo>
                  <a:pt x="1683899" y="1793137"/>
                  <a:pt x="1683650" y="1794051"/>
                  <a:pt x="1683650" y="1794051"/>
                </a:cubicBezTo>
                <a:lnTo>
                  <a:pt x="1674428" y="1810002"/>
                </a:lnTo>
                <a:cubicBezTo>
                  <a:pt x="1674179" y="1810417"/>
                  <a:pt x="1673764" y="1810667"/>
                  <a:pt x="1673265" y="1810667"/>
                </a:cubicBezTo>
                <a:close/>
                <a:moveTo>
                  <a:pt x="1775192" y="1843014"/>
                </a:moveTo>
                <a:cubicBezTo>
                  <a:pt x="1774693" y="1843014"/>
                  <a:pt x="1774029" y="1842350"/>
                  <a:pt x="1774029" y="1842350"/>
                </a:cubicBezTo>
                <a:lnTo>
                  <a:pt x="1764807" y="1826315"/>
                </a:lnTo>
                <a:cubicBezTo>
                  <a:pt x="1764557" y="1825900"/>
                  <a:pt x="1764807" y="1824986"/>
                  <a:pt x="1764807" y="1824986"/>
                </a:cubicBezTo>
                <a:lnTo>
                  <a:pt x="1774029" y="1808952"/>
                </a:lnTo>
                <a:cubicBezTo>
                  <a:pt x="1774278" y="1808536"/>
                  <a:pt x="1774693" y="1808287"/>
                  <a:pt x="1775192" y="1808287"/>
                </a:cubicBezTo>
                <a:lnTo>
                  <a:pt x="1793718" y="1808287"/>
                </a:lnTo>
                <a:cubicBezTo>
                  <a:pt x="1794217" y="1808287"/>
                  <a:pt x="1794881" y="1808952"/>
                  <a:pt x="1794881" y="1808952"/>
                </a:cubicBezTo>
                <a:lnTo>
                  <a:pt x="1804103" y="1824986"/>
                </a:lnTo>
                <a:cubicBezTo>
                  <a:pt x="1804353" y="1825401"/>
                  <a:pt x="1804103" y="1826315"/>
                  <a:pt x="1804103" y="1826315"/>
                </a:cubicBezTo>
                <a:lnTo>
                  <a:pt x="1794881" y="1842350"/>
                </a:lnTo>
                <a:cubicBezTo>
                  <a:pt x="1794632" y="1842765"/>
                  <a:pt x="1794217" y="1843014"/>
                  <a:pt x="1793718" y="1843014"/>
                </a:cubicBezTo>
                <a:close/>
                <a:moveTo>
                  <a:pt x="2617800" y="2068790"/>
                </a:moveTo>
                <a:cubicBezTo>
                  <a:pt x="2617301" y="2068790"/>
                  <a:pt x="2616636" y="2068126"/>
                  <a:pt x="2616636" y="2068126"/>
                </a:cubicBezTo>
                <a:lnTo>
                  <a:pt x="2607415" y="2052091"/>
                </a:lnTo>
                <a:cubicBezTo>
                  <a:pt x="2607166" y="2051676"/>
                  <a:pt x="2607415" y="2050762"/>
                  <a:pt x="2607415" y="2050762"/>
                </a:cubicBezTo>
                <a:lnTo>
                  <a:pt x="2616636" y="2034728"/>
                </a:lnTo>
                <a:cubicBezTo>
                  <a:pt x="2616886" y="2034312"/>
                  <a:pt x="2617301" y="2034063"/>
                  <a:pt x="2617800" y="2034063"/>
                </a:cubicBezTo>
                <a:lnTo>
                  <a:pt x="2636326" y="2034063"/>
                </a:lnTo>
                <a:cubicBezTo>
                  <a:pt x="2636825" y="2034063"/>
                  <a:pt x="2637489" y="2034728"/>
                  <a:pt x="2637489" y="2034728"/>
                </a:cubicBezTo>
                <a:lnTo>
                  <a:pt x="2646711" y="2050762"/>
                </a:lnTo>
                <a:cubicBezTo>
                  <a:pt x="2646961" y="2051177"/>
                  <a:pt x="2646711" y="2052091"/>
                  <a:pt x="2646711" y="2052091"/>
                </a:cubicBezTo>
                <a:lnTo>
                  <a:pt x="2637489" y="2068126"/>
                </a:lnTo>
                <a:cubicBezTo>
                  <a:pt x="2637240" y="2068541"/>
                  <a:pt x="2636825" y="2068790"/>
                  <a:pt x="2636326" y="2068790"/>
                </a:cubicBezTo>
                <a:close/>
                <a:moveTo>
                  <a:pt x="1835216" y="1859285"/>
                </a:moveTo>
                <a:cubicBezTo>
                  <a:pt x="1834717" y="1859285"/>
                  <a:pt x="1834053" y="1858621"/>
                  <a:pt x="1834053" y="1858621"/>
                </a:cubicBezTo>
                <a:lnTo>
                  <a:pt x="1824665" y="1842420"/>
                </a:lnTo>
                <a:cubicBezTo>
                  <a:pt x="1824416" y="1842005"/>
                  <a:pt x="1824665" y="1841091"/>
                  <a:pt x="1824665" y="1841091"/>
                </a:cubicBezTo>
                <a:lnTo>
                  <a:pt x="1834053" y="1824891"/>
                </a:lnTo>
                <a:cubicBezTo>
                  <a:pt x="1834302" y="1824475"/>
                  <a:pt x="1834717" y="1824226"/>
                  <a:pt x="1835216" y="1824226"/>
                </a:cubicBezTo>
                <a:lnTo>
                  <a:pt x="1853909" y="1824226"/>
                </a:lnTo>
                <a:cubicBezTo>
                  <a:pt x="1854407" y="1824226"/>
                  <a:pt x="1855072" y="1824891"/>
                  <a:pt x="1855072" y="1824891"/>
                </a:cubicBezTo>
                <a:lnTo>
                  <a:pt x="1864460" y="1841091"/>
                </a:lnTo>
                <a:cubicBezTo>
                  <a:pt x="1864709" y="1841506"/>
                  <a:pt x="1864460" y="1842420"/>
                  <a:pt x="1864460" y="1842420"/>
                </a:cubicBezTo>
                <a:lnTo>
                  <a:pt x="1855072" y="1858621"/>
                </a:lnTo>
                <a:cubicBezTo>
                  <a:pt x="1854822" y="1859036"/>
                  <a:pt x="1854407" y="1859285"/>
                  <a:pt x="1853909" y="1859285"/>
                </a:cubicBezTo>
                <a:close/>
                <a:moveTo>
                  <a:pt x="1594469" y="1794872"/>
                </a:moveTo>
                <a:cubicBezTo>
                  <a:pt x="1593970" y="1794872"/>
                  <a:pt x="1593306" y="1794208"/>
                  <a:pt x="1593306" y="1794208"/>
                </a:cubicBezTo>
                <a:lnTo>
                  <a:pt x="1583918" y="1777923"/>
                </a:lnTo>
                <a:cubicBezTo>
                  <a:pt x="1583669" y="1777509"/>
                  <a:pt x="1583918" y="1776594"/>
                  <a:pt x="1583918" y="1776594"/>
                </a:cubicBezTo>
                <a:lnTo>
                  <a:pt x="1593306" y="1760312"/>
                </a:lnTo>
                <a:cubicBezTo>
                  <a:pt x="1593555" y="1759895"/>
                  <a:pt x="1593970" y="1759647"/>
                  <a:pt x="1594469" y="1759646"/>
                </a:cubicBezTo>
                <a:lnTo>
                  <a:pt x="1613245" y="1759647"/>
                </a:lnTo>
                <a:cubicBezTo>
                  <a:pt x="1613743" y="1759646"/>
                  <a:pt x="1614408" y="1760311"/>
                  <a:pt x="1614408" y="1760311"/>
                </a:cubicBezTo>
                <a:lnTo>
                  <a:pt x="1623796" y="1776595"/>
                </a:lnTo>
                <a:cubicBezTo>
                  <a:pt x="1624045" y="1777011"/>
                  <a:pt x="1623796" y="1777924"/>
                  <a:pt x="1623796" y="1777924"/>
                </a:cubicBezTo>
                <a:lnTo>
                  <a:pt x="1614408" y="1794207"/>
                </a:lnTo>
                <a:cubicBezTo>
                  <a:pt x="1614159" y="1794622"/>
                  <a:pt x="1613743" y="1794871"/>
                  <a:pt x="1613245" y="1794872"/>
                </a:cubicBezTo>
                <a:close/>
                <a:moveTo>
                  <a:pt x="3700904" y="2359395"/>
                </a:moveTo>
                <a:cubicBezTo>
                  <a:pt x="3700405" y="2359396"/>
                  <a:pt x="3699741" y="2358731"/>
                  <a:pt x="3699741" y="2358731"/>
                </a:cubicBezTo>
                <a:lnTo>
                  <a:pt x="3690270" y="2342364"/>
                </a:lnTo>
                <a:cubicBezTo>
                  <a:pt x="3690021" y="2341948"/>
                  <a:pt x="3690270" y="2341035"/>
                  <a:pt x="3690270" y="2341035"/>
                </a:cubicBezTo>
                <a:lnTo>
                  <a:pt x="3699741" y="2324668"/>
                </a:lnTo>
                <a:cubicBezTo>
                  <a:pt x="3699990" y="2324252"/>
                  <a:pt x="3700405" y="2324004"/>
                  <a:pt x="3700904" y="2324004"/>
                </a:cubicBezTo>
                <a:lnTo>
                  <a:pt x="3719846" y="2324004"/>
                </a:lnTo>
                <a:cubicBezTo>
                  <a:pt x="3720345" y="2324003"/>
                  <a:pt x="3721009" y="2324668"/>
                  <a:pt x="3721009" y="2324668"/>
                </a:cubicBezTo>
                <a:lnTo>
                  <a:pt x="3730480" y="2341034"/>
                </a:lnTo>
                <a:cubicBezTo>
                  <a:pt x="3730730" y="2341450"/>
                  <a:pt x="3730480" y="2342363"/>
                  <a:pt x="3730480" y="2342363"/>
                </a:cubicBezTo>
                <a:lnTo>
                  <a:pt x="3721009" y="2358731"/>
                </a:lnTo>
                <a:cubicBezTo>
                  <a:pt x="3720760" y="2359147"/>
                  <a:pt x="3720345" y="2359395"/>
                  <a:pt x="3719846" y="2359395"/>
                </a:cubicBezTo>
                <a:close/>
                <a:moveTo>
                  <a:pt x="1895213" y="1875835"/>
                </a:moveTo>
                <a:cubicBezTo>
                  <a:pt x="1894714" y="1875835"/>
                  <a:pt x="1894050" y="1875170"/>
                  <a:pt x="1894050" y="1875170"/>
                </a:cubicBezTo>
                <a:lnTo>
                  <a:pt x="1884496" y="1858638"/>
                </a:lnTo>
                <a:cubicBezTo>
                  <a:pt x="1884247" y="1858222"/>
                  <a:pt x="1884496" y="1857308"/>
                  <a:pt x="1884496" y="1857308"/>
                </a:cubicBezTo>
                <a:lnTo>
                  <a:pt x="1894050" y="1840776"/>
                </a:lnTo>
                <a:cubicBezTo>
                  <a:pt x="1894299" y="1840360"/>
                  <a:pt x="1894714" y="1840111"/>
                  <a:pt x="1895213" y="1840111"/>
                </a:cubicBezTo>
                <a:lnTo>
                  <a:pt x="1914321" y="1840111"/>
                </a:lnTo>
                <a:cubicBezTo>
                  <a:pt x="1914820" y="1840111"/>
                  <a:pt x="1915484" y="1840776"/>
                  <a:pt x="1915484" y="1840776"/>
                </a:cubicBezTo>
                <a:lnTo>
                  <a:pt x="1925038" y="1857308"/>
                </a:lnTo>
                <a:cubicBezTo>
                  <a:pt x="1925287" y="1857724"/>
                  <a:pt x="1925038" y="1858638"/>
                  <a:pt x="1925038" y="1858638"/>
                </a:cubicBezTo>
                <a:lnTo>
                  <a:pt x="1915484" y="1875170"/>
                </a:lnTo>
                <a:cubicBezTo>
                  <a:pt x="1915235" y="1875586"/>
                  <a:pt x="1914820" y="1875835"/>
                  <a:pt x="1914321" y="1875835"/>
                </a:cubicBezTo>
                <a:close/>
                <a:moveTo>
                  <a:pt x="2075687" y="1924393"/>
                </a:moveTo>
                <a:cubicBezTo>
                  <a:pt x="2075189" y="1924393"/>
                  <a:pt x="2074773" y="1924144"/>
                  <a:pt x="2074524" y="1923729"/>
                </a:cubicBezTo>
                <a:lnTo>
                  <a:pt x="2064887" y="1907030"/>
                </a:lnTo>
                <a:cubicBezTo>
                  <a:pt x="2064638" y="1906614"/>
                  <a:pt x="2064638" y="1906117"/>
                  <a:pt x="2064887" y="1905701"/>
                </a:cubicBezTo>
                <a:lnTo>
                  <a:pt x="2074524" y="1889002"/>
                </a:lnTo>
                <a:cubicBezTo>
                  <a:pt x="2074773" y="1888586"/>
                  <a:pt x="2075189" y="1888338"/>
                  <a:pt x="2075687" y="1888337"/>
                </a:cubicBezTo>
                <a:lnTo>
                  <a:pt x="2095044" y="1888337"/>
                </a:lnTo>
                <a:cubicBezTo>
                  <a:pt x="2095543" y="1888337"/>
                  <a:pt x="2095959" y="1888586"/>
                  <a:pt x="2096208" y="1889002"/>
                </a:cubicBezTo>
                <a:lnTo>
                  <a:pt x="2105845" y="1905702"/>
                </a:lnTo>
                <a:cubicBezTo>
                  <a:pt x="2106094" y="1906116"/>
                  <a:pt x="2106094" y="1906614"/>
                  <a:pt x="2105845" y="1907030"/>
                </a:cubicBezTo>
                <a:lnTo>
                  <a:pt x="2096208" y="1923729"/>
                </a:lnTo>
                <a:cubicBezTo>
                  <a:pt x="2095959" y="1924144"/>
                  <a:pt x="2095543" y="1924393"/>
                  <a:pt x="2095044" y="1924393"/>
                </a:cubicBezTo>
                <a:close/>
                <a:moveTo>
                  <a:pt x="3399733" y="2279261"/>
                </a:moveTo>
                <a:cubicBezTo>
                  <a:pt x="3399235" y="2279261"/>
                  <a:pt x="3398821" y="2279012"/>
                  <a:pt x="3398570" y="2278596"/>
                </a:cubicBezTo>
                <a:lnTo>
                  <a:pt x="3388851" y="2261731"/>
                </a:lnTo>
                <a:cubicBezTo>
                  <a:pt x="3388601" y="2261234"/>
                  <a:pt x="3388602" y="2260735"/>
                  <a:pt x="3388850" y="2260319"/>
                </a:cubicBezTo>
                <a:lnTo>
                  <a:pt x="3398571" y="2243454"/>
                </a:lnTo>
                <a:cubicBezTo>
                  <a:pt x="3398820" y="2243038"/>
                  <a:pt x="3399235" y="2242789"/>
                  <a:pt x="3399733" y="2242789"/>
                </a:cubicBezTo>
                <a:lnTo>
                  <a:pt x="3419174" y="2242789"/>
                </a:lnTo>
                <a:cubicBezTo>
                  <a:pt x="3419672" y="2242789"/>
                  <a:pt x="3420089" y="2243039"/>
                  <a:pt x="3420337" y="2243454"/>
                </a:cubicBezTo>
                <a:lnTo>
                  <a:pt x="3430058" y="2260320"/>
                </a:lnTo>
                <a:cubicBezTo>
                  <a:pt x="3430307" y="2260817"/>
                  <a:pt x="3430308" y="2261316"/>
                  <a:pt x="3430058" y="2261731"/>
                </a:cubicBezTo>
                <a:lnTo>
                  <a:pt x="3420337" y="2278597"/>
                </a:lnTo>
                <a:cubicBezTo>
                  <a:pt x="3420088" y="2279012"/>
                  <a:pt x="3419673" y="2279261"/>
                  <a:pt x="3419174" y="2279261"/>
                </a:cubicBezTo>
                <a:close/>
                <a:moveTo>
                  <a:pt x="2015368" y="1908427"/>
                </a:moveTo>
                <a:cubicBezTo>
                  <a:pt x="2014870" y="1908427"/>
                  <a:pt x="2014454" y="1908178"/>
                  <a:pt x="2014205" y="1907762"/>
                </a:cubicBezTo>
                <a:lnTo>
                  <a:pt x="2004484" y="1890814"/>
                </a:lnTo>
                <a:cubicBezTo>
                  <a:pt x="2004236" y="1890399"/>
                  <a:pt x="2004235" y="1889817"/>
                  <a:pt x="2004485" y="1889402"/>
                </a:cubicBezTo>
                <a:lnTo>
                  <a:pt x="2014288" y="1872454"/>
                </a:lnTo>
                <a:cubicBezTo>
                  <a:pt x="2014537" y="1872038"/>
                  <a:pt x="2014953" y="1871789"/>
                  <a:pt x="2015452" y="1871789"/>
                </a:cubicBezTo>
                <a:lnTo>
                  <a:pt x="2034975" y="1871789"/>
                </a:lnTo>
                <a:cubicBezTo>
                  <a:pt x="2035473" y="1871789"/>
                  <a:pt x="2035889" y="1872038"/>
                  <a:pt x="2036138" y="1872454"/>
                </a:cubicBezTo>
                <a:lnTo>
                  <a:pt x="2045858" y="1889402"/>
                </a:lnTo>
                <a:cubicBezTo>
                  <a:pt x="2046108" y="1889817"/>
                  <a:pt x="2046108" y="1890399"/>
                  <a:pt x="2045858" y="1890814"/>
                </a:cubicBezTo>
                <a:lnTo>
                  <a:pt x="2036055" y="1907762"/>
                </a:lnTo>
                <a:cubicBezTo>
                  <a:pt x="2035806" y="1908178"/>
                  <a:pt x="2035389" y="1908427"/>
                  <a:pt x="2034891" y="1908427"/>
                </a:cubicBezTo>
                <a:close/>
                <a:moveTo>
                  <a:pt x="2256112" y="1972934"/>
                </a:moveTo>
                <a:cubicBezTo>
                  <a:pt x="2255614" y="1972934"/>
                  <a:pt x="2255199" y="1972685"/>
                  <a:pt x="2254949" y="1972269"/>
                </a:cubicBezTo>
                <a:lnTo>
                  <a:pt x="2245229" y="1955321"/>
                </a:lnTo>
                <a:cubicBezTo>
                  <a:pt x="2244980" y="1954906"/>
                  <a:pt x="2244980" y="1954324"/>
                  <a:pt x="2245229" y="1953909"/>
                </a:cubicBezTo>
                <a:lnTo>
                  <a:pt x="2255032" y="1936961"/>
                </a:lnTo>
                <a:cubicBezTo>
                  <a:pt x="2255281" y="1936545"/>
                  <a:pt x="2255697" y="1936296"/>
                  <a:pt x="2256196" y="1936296"/>
                </a:cubicBezTo>
                <a:lnTo>
                  <a:pt x="2275719" y="1936296"/>
                </a:lnTo>
                <a:cubicBezTo>
                  <a:pt x="2276217" y="1936296"/>
                  <a:pt x="2276633" y="1936545"/>
                  <a:pt x="2276882" y="1936961"/>
                </a:cubicBezTo>
                <a:lnTo>
                  <a:pt x="2286602" y="1953909"/>
                </a:lnTo>
                <a:cubicBezTo>
                  <a:pt x="2286852" y="1954324"/>
                  <a:pt x="2286852" y="1954906"/>
                  <a:pt x="2286602" y="1955321"/>
                </a:cubicBezTo>
                <a:lnTo>
                  <a:pt x="2276799" y="1972269"/>
                </a:lnTo>
                <a:cubicBezTo>
                  <a:pt x="2276550" y="1972685"/>
                  <a:pt x="2276134" y="1972934"/>
                  <a:pt x="2275636" y="1972934"/>
                </a:cubicBezTo>
                <a:close/>
                <a:moveTo>
                  <a:pt x="2436671" y="2021315"/>
                </a:moveTo>
                <a:cubicBezTo>
                  <a:pt x="2436173" y="2021315"/>
                  <a:pt x="2435756" y="2021066"/>
                  <a:pt x="2435508" y="2020650"/>
                </a:cubicBezTo>
                <a:lnTo>
                  <a:pt x="2425787" y="2003702"/>
                </a:lnTo>
                <a:cubicBezTo>
                  <a:pt x="2425539" y="2003287"/>
                  <a:pt x="2425538" y="2002705"/>
                  <a:pt x="2425788" y="2002290"/>
                </a:cubicBezTo>
                <a:lnTo>
                  <a:pt x="2435591" y="1985342"/>
                </a:lnTo>
                <a:cubicBezTo>
                  <a:pt x="2435840" y="1984926"/>
                  <a:pt x="2436256" y="1984677"/>
                  <a:pt x="2436754" y="1984677"/>
                </a:cubicBezTo>
                <a:lnTo>
                  <a:pt x="2456278" y="1984677"/>
                </a:lnTo>
                <a:cubicBezTo>
                  <a:pt x="2456776" y="1984677"/>
                  <a:pt x="2457192" y="1984926"/>
                  <a:pt x="2457441" y="1985342"/>
                </a:cubicBezTo>
                <a:lnTo>
                  <a:pt x="2467161" y="2002290"/>
                </a:lnTo>
                <a:cubicBezTo>
                  <a:pt x="2467410" y="2002705"/>
                  <a:pt x="2467410" y="2003287"/>
                  <a:pt x="2467161" y="2003702"/>
                </a:cubicBezTo>
                <a:lnTo>
                  <a:pt x="2457358" y="2020650"/>
                </a:lnTo>
                <a:cubicBezTo>
                  <a:pt x="2457109" y="2021066"/>
                  <a:pt x="2456692" y="2021315"/>
                  <a:pt x="2456194" y="2021315"/>
                </a:cubicBezTo>
                <a:close/>
                <a:moveTo>
                  <a:pt x="3760769" y="2376106"/>
                </a:moveTo>
                <a:cubicBezTo>
                  <a:pt x="3760271" y="2376106"/>
                  <a:pt x="3759854" y="2375857"/>
                  <a:pt x="3759606" y="2375441"/>
                </a:cubicBezTo>
                <a:lnTo>
                  <a:pt x="3749885" y="2358493"/>
                </a:lnTo>
                <a:cubicBezTo>
                  <a:pt x="3749637" y="2358078"/>
                  <a:pt x="3749636" y="2357496"/>
                  <a:pt x="3749886" y="2357081"/>
                </a:cubicBezTo>
                <a:lnTo>
                  <a:pt x="3759689" y="2340133"/>
                </a:lnTo>
                <a:cubicBezTo>
                  <a:pt x="3759937" y="2339717"/>
                  <a:pt x="3760354" y="2339468"/>
                  <a:pt x="3760852" y="2339468"/>
                </a:cubicBezTo>
                <a:lnTo>
                  <a:pt x="3780376" y="2339468"/>
                </a:lnTo>
                <a:cubicBezTo>
                  <a:pt x="3780874" y="2339468"/>
                  <a:pt x="3781289" y="2339717"/>
                  <a:pt x="3781539" y="2340133"/>
                </a:cubicBezTo>
                <a:lnTo>
                  <a:pt x="3791259" y="2357081"/>
                </a:lnTo>
                <a:cubicBezTo>
                  <a:pt x="3791508" y="2357496"/>
                  <a:pt x="3791507" y="2358078"/>
                  <a:pt x="3791259" y="2358493"/>
                </a:cubicBezTo>
                <a:lnTo>
                  <a:pt x="3781456" y="2375441"/>
                </a:lnTo>
                <a:cubicBezTo>
                  <a:pt x="3781206" y="2375857"/>
                  <a:pt x="3780790" y="2376106"/>
                  <a:pt x="3780292" y="2376106"/>
                </a:cubicBezTo>
                <a:close/>
                <a:moveTo>
                  <a:pt x="1955183" y="1892382"/>
                </a:moveTo>
                <a:cubicBezTo>
                  <a:pt x="1954767" y="1892382"/>
                  <a:pt x="1954269" y="1892133"/>
                  <a:pt x="1954019" y="1891717"/>
                </a:cubicBezTo>
                <a:lnTo>
                  <a:pt x="1944216" y="1874686"/>
                </a:lnTo>
                <a:cubicBezTo>
                  <a:pt x="1943967" y="1874271"/>
                  <a:pt x="1943967" y="1873689"/>
                  <a:pt x="1944216" y="1873274"/>
                </a:cubicBezTo>
                <a:lnTo>
                  <a:pt x="1954019" y="1856243"/>
                </a:lnTo>
                <a:cubicBezTo>
                  <a:pt x="1954269" y="1855827"/>
                  <a:pt x="1954684" y="1855578"/>
                  <a:pt x="1955183" y="1855578"/>
                </a:cubicBezTo>
                <a:lnTo>
                  <a:pt x="1974789" y="1855578"/>
                </a:lnTo>
                <a:cubicBezTo>
                  <a:pt x="1975204" y="1855578"/>
                  <a:pt x="1975703" y="1855827"/>
                  <a:pt x="1975952" y="1856243"/>
                </a:cubicBezTo>
                <a:lnTo>
                  <a:pt x="1985756" y="1873274"/>
                </a:lnTo>
                <a:cubicBezTo>
                  <a:pt x="1986005" y="1873689"/>
                  <a:pt x="1986005" y="1874271"/>
                  <a:pt x="1985756" y="1874686"/>
                </a:cubicBezTo>
                <a:lnTo>
                  <a:pt x="1975952" y="1891717"/>
                </a:lnTo>
                <a:cubicBezTo>
                  <a:pt x="1975703" y="1892133"/>
                  <a:pt x="1975288" y="1892382"/>
                  <a:pt x="1974789" y="1892382"/>
                </a:cubicBezTo>
                <a:close/>
                <a:moveTo>
                  <a:pt x="3098720" y="2198792"/>
                </a:moveTo>
                <a:cubicBezTo>
                  <a:pt x="3098305" y="2198792"/>
                  <a:pt x="3097806" y="2198543"/>
                  <a:pt x="3097557" y="2198127"/>
                </a:cubicBezTo>
                <a:lnTo>
                  <a:pt x="3087754" y="2181096"/>
                </a:lnTo>
                <a:cubicBezTo>
                  <a:pt x="3087505" y="2180681"/>
                  <a:pt x="3087505" y="2180100"/>
                  <a:pt x="3087754" y="2179684"/>
                </a:cubicBezTo>
                <a:lnTo>
                  <a:pt x="3097557" y="2162653"/>
                </a:lnTo>
                <a:cubicBezTo>
                  <a:pt x="3097806" y="2162238"/>
                  <a:pt x="3098222" y="2161988"/>
                  <a:pt x="3098720" y="2161988"/>
                </a:cubicBezTo>
                <a:lnTo>
                  <a:pt x="3118327" y="2161988"/>
                </a:lnTo>
                <a:cubicBezTo>
                  <a:pt x="3118743" y="2161988"/>
                  <a:pt x="3119241" y="2162238"/>
                  <a:pt x="3119490" y="2162653"/>
                </a:cubicBezTo>
                <a:lnTo>
                  <a:pt x="3129294" y="2179684"/>
                </a:lnTo>
                <a:cubicBezTo>
                  <a:pt x="3129543" y="2180100"/>
                  <a:pt x="3129543" y="2180681"/>
                  <a:pt x="3129294" y="2181097"/>
                </a:cubicBezTo>
                <a:lnTo>
                  <a:pt x="3119490" y="2198127"/>
                </a:lnTo>
                <a:cubicBezTo>
                  <a:pt x="3119241" y="2198543"/>
                  <a:pt x="3118825" y="2198792"/>
                  <a:pt x="3118327" y="2198792"/>
                </a:cubicBezTo>
                <a:close/>
                <a:moveTo>
                  <a:pt x="2797687" y="2118311"/>
                </a:moveTo>
                <a:cubicBezTo>
                  <a:pt x="2797271" y="2118310"/>
                  <a:pt x="2796773" y="2118062"/>
                  <a:pt x="2796523" y="2117646"/>
                </a:cubicBezTo>
                <a:lnTo>
                  <a:pt x="2786637" y="2100532"/>
                </a:lnTo>
                <a:cubicBezTo>
                  <a:pt x="2786388" y="2100116"/>
                  <a:pt x="2786388" y="2099535"/>
                  <a:pt x="2786637" y="2099119"/>
                </a:cubicBezTo>
                <a:lnTo>
                  <a:pt x="2796523" y="2082006"/>
                </a:lnTo>
                <a:cubicBezTo>
                  <a:pt x="2796773" y="2081589"/>
                  <a:pt x="2797188" y="2081340"/>
                  <a:pt x="2797687" y="2081341"/>
                </a:cubicBezTo>
                <a:lnTo>
                  <a:pt x="2817376" y="2081341"/>
                </a:lnTo>
                <a:cubicBezTo>
                  <a:pt x="2817792" y="2081340"/>
                  <a:pt x="2818290" y="2081590"/>
                  <a:pt x="2818539" y="2082005"/>
                </a:cubicBezTo>
                <a:lnTo>
                  <a:pt x="2828426" y="2099120"/>
                </a:lnTo>
                <a:cubicBezTo>
                  <a:pt x="2828675" y="2099535"/>
                  <a:pt x="2828675" y="2100116"/>
                  <a:pt x="2828426" y="2100532"/>
                </a:cubicBezTo>
                <a:lnTo>
                  <a:pt x="2818539" y="2117647"/>
                </a:lnTo>
                <a:cubicBezTo>
                  <a:pt x="2818290" y="2118062"/>
                  <a:pt x="2817875" y="2118311"/>
                  <a:pt x="2817376" y="2118311"/>
                </a:cubicBezTo>
                <a:close/>
                <a:moveTo>
                  <a:pt x="2135634" y="1941020"/>
                </a:moveTo>
                <a:cubicBezTo>
                  <a:pt x="2135136" y="1941020"/>
                  <a:pt x="2134638" y="1940771"/>
                  <a:pt x="2134388" y="1940355"/>
                </a:cubicBezTo>
                <a:lnTo>
                  <a:pt x="2124502" y="1923158"/>
                </a:lnTo>
                <a:cubicBezTo>
                  <a:pt x="2124253" y="1922743"/>
                  <a:pt x="2124253" y="1922161"/>
                  <a:pt x="2124502" y="1921746"/>
                </a:cubicBezTo>
                <a:lnTo>
                  <a:pt x="2134388" y="1904549"/>
                </a:lnTo>
                <a:cubicBezTo>
                  <a:pt x="2134638" y="1904133"/>
                  <a:pt x="2135136" y="1903884"/>
                  <a:pt x="2135634" y="1903883"/>
                </a:cubicBezTo>
                <a:lnTo>
                  <a:pt x="2155490" y="1903884"/>
                </a:lnTo>
                <a:cubicBezTo>
                  <a:pt x="2155989" y="1903883"/>
                  <a:pt x="2156487" y="1904133"/>
                  <a:pt x="2156737" y="1904548"/>
                </a:cubicBezTo>
                <a:lnTo>
                  <a:pt x="2166622" y="1921746"/>
                </a:lnTo>
                <a:cubicBezTo>
                  <a:pt x="2166872" y="1922160"/>
                  <a:pt x="2166871" y="1922742"/>
                  <a:pt x="2166623" y="1923157"/>
                </a:cubicBezTo>
                <a:lnTo>
                  <a:pt x="2156736" y="1940356"/>
                </a:lnTo>
                <a:cubicBezTo>
                  <a:pt x="2156487" y="1940770"/>
                  <a:pt x="2155989" y="1941020"/>
                  <a:pt x="2155490" y="1941020"/>
                </a:cubicBezTo>
                <a:close/>
                <a:moveTo>
                  <a:pt x="2316192" y="1989400"/>
                </a:moveTo>
                <a:cubicBezTo>
                  <a:pt x="2315694" y="1989400"/>
                  <a:pt x="2315196" y="1989151"/>
                  <a:pt x="2314946" y="1988736"/>
                </a:cubicBezTo>
                <a:lnTo>
                  <a:pt x="2305060" y="1971538"/>
                </a:lnTo>
                <a:cubicBezTo>
                  <a:pt x="2304811" y="1971123"/>
                  <a:pt x="2304811" y="1970541"/>
                  <a:pt x="2305060" y="1970126"/>
                </a:cubicBezTo>
                <a:lnTo>
                  <a:pt x="2314946" y="1952929"/>
                </a:lnTo>
                <a:cubicBezTo>
                  <a:pt x="2315196" y="1952513"/>
                  <a:pt x="2315694" y="1952264"/>
                  <a:pt x="2316192" y="1952264"/>
                </a:cubicBezTo>
                <a:lnTo>
                  <a:pt x="2336049" y="1952264"/>
                </a:lnTo>
                <a:cubicBezTo>
                  <a:pt x="2336547" y="1952264"/>
                  <a:pt x="2337045" y="1952513"/>
                  <a:pt x="2337295" y="1952929"/>
                </a:cubicBezTo>
                <a:lnTo>
                  <a:pt x="2347181" y="1970126"/>
                </a:lnTo>
                <a:cubicBezTo>
                  <a:pt x="2347430" y="1970541"/>
                  <a:pt x="2347430" y="1971123"/>
                  <a:pt x="2347181" y="1971538"/>
                </a:cubicBezTo>
                <a:lnTo>
                  <a:pt x="2337295" y="1988736"/>
                </a:lnTo>
                <a:cubicBezTo>
                  <a:pt x="2337045" y="1989151"/>
                  <a:pt x="2336547" y="1989400"/>
                  <a:pt x="2336049" y="1989400"/>
                </a:cubicBezTo>
                <a:close/>
                <a:moveTo>
                  <a:pt x="2556938" y="2053908"/>
                </a:moveTo>
                <a:cubicBezTo>
                  <a:pt x="2556440" y="2053908"/>
                  <a:pt x="2555942" y="2053659"/>
                  <a:pt x="2555691" y="2053243"/>
                </a:cubicBezTo>
                <a:lnTo>
                  <a:pt x="2545806" y="2036046"/>
                </a:lnTo>
                <a:cubicBezTo>
                  <a:pt x="2545557" y="2035631"/>
                  <a:pt x="2545557" y="2035049"/>
                  <a:pt x="2545806" y="2034634"/>
                </a:cubicBezTo>
                <a:lnTo>
                  <a:pt x="2555691" y="2017437"/>
                </a:lnTo>
                <a:cubicBezTo>
                  <a:pt x="2555942" y="2017021"/>
                  <a:pt x="2556440" y="2016772"/>
                  <a:pt x="2556938" y="2016771"/>
                </a:cubicBezTo>
                <a:lnTo>
                  <a:pt x="2576795" y="2016772"/>
                </a:lnTo>
                <a:cubicBezTo>
                  <a:pt x="2577293" y="2016772"/>
                  <a:pt x="2577791" y="2017021"/>
                  <a:pt x="2578041" y="2017436"/>
                </a:cubicBezTo>
                <a:lnTo>
                  <a:pt x="2587926" y="2034634"/>
                </a:lnTo>
                <a:cubicBezTo>
                  <a:pt x="2588176" y="2035048"/>
                  <a:pt x="2588175" y="2035631"/>
                  <a:pt x="2587927" y="2036046"/>
                </a:cubicBezTo>
                <a:lnTo>
                  <a:pt x="2578040" y="2053244"/>
                </a:lnTo>
                <a:cubicBezTo>
                  <a:pt x="2577791" y="2053659"/>
                  <a:pt x="2577293" y="2053908"/>
                  <a:pt x="2576795" y="2053908"/>
                </a:cubicBezTo>
                <a:close/>
                <a:moveTo>
                  <a:pt x="2195739" y="1957219"/>
                </a:moveTo>
                <a:cubicBezTo>
                  <a:pt x="2195240" y="1957219"/>
                  <a:pt x="2194742" y="1956970"/>
                  <a:pt x="2194493" y="1956555"/>
                </a:cubicBezTo>
                <a:lnTo>
                  <a:pt x="2184523" y="1939274"/>
                </a:lnTo>
                <a:cubicBezTo>
                  <a:pt x="2184274" y="1938858"/>
                  <a:pt x="2184274" y="1938277"/>
                  <a:pt x="2184523" y="1937862"/>
                </a:cubicBezTo>
                <a:lnTo>
                  <a:pt x="2194493" y="1920582"/>
                </a:lnTo>
                <a:cubicBezTo>
                  <a:pt x="2194742" y="1920166"/>
                  <a:pt x="2195240" y="1919917"/>
                  <a:pt x="2195739" y="1919917"/>
                </a:cubicBezTo>
                <a:lnTo>
                  <a:pt x="2215678" y="1919916"/>
                </a:lnTo>
                <a:cubicBezTo>
                  <a:pt x="2216176" y="1919917"/>
                  <a:pt x="2216675" y="1920166"/>
                  <a:pt x="2216924" y="1920582"/>
                </a:cubicBezTo>
                <a:lnTo>
                  <a:pt x="2226893" y="1937862"/>
                </a:lnTo>
                <a:cubicBezTo>
                  <a:pt x="2227143" y="1938277"/>
                  <a:pt x="2227143" y="1938859"/>
                  <a:pt x="2226893" y="1939273"/>
                </a:cubicBezTo>
                <a:lnTo>
                  <a:pt x="2216924" y="1956555"/>
                </a:lnTo>
                <a:cubicBezTo>
                  <a:pt x="2216675" y="1956970"/>
                  <a:pt x="2216176" y="1957219"/>
                  <a:pt x="2215678" y="1957219"/>
                </a:cubicBezTo>
                <a:close/>
                <a:moveTo>
                  <a:pt x="2376296" y="2005599"/>
                </a:moveTo>
                <a:cubicBezTo>
                  <a:pt x="2375799" y="2005599"/>
                  <a:pt x="2375299" y="2005350"/>
                  <a:pt x="2375050" y="2004935"/>
                </a:cubicBezTo>
                <a:lnTo>
                  <a:pt x="2365081" y="1987654"/>
                </a:lnTo>
                <a:cubicBezTo>
                  <a:pt x="2364832" y="1987239"/>
                  <a:pt x="2364832" y="1986657"/>
                  <a:pt x="2365081" y="1986242"/>
                </a:cubicBezTo>
                <a:lnTo>
                  <a:pt x="2375050" y="1968962"/>
                </a:lnTo>
                <a:cubicBezTo>
                  <a:pt x="2375300" y="1968546"/>
                  <a:pt x="2375799" y="1968297"/>
                  <a:pt x="2376296" y="1968297"/>
                </a:cubicBezTo>
                <a:lnTo>
                  <a:pt x="2396236" y="1968297"/>
                </a:lnTo>
                <a:cubicBezTo>
                  <a:pt x="2396734" y="1968297"/>
                  <a:pt x="2397233" y="1968546"/>
                  <a:pt x="2397482" y="1968962"/>
                </a:cubicBezTo>
                <a:lnTo>
                  <a:pt x="2407452" y="1986242"/>
                </a:lnTo>
                <a:cubicBezTo>
                  <a:pt x="2407701" y="1986657"/>
                  <a:pt x="2407700" y="1987239"/>
                  <a:pt x="2407452" y="1987654"/>
                </a:cubicBezTo>
                <a:lnTo>
                  <a:pt x="2397482" y="2004935"/>
                </a:lnTo>
                <a:cubicBezTo>
                  <a:pt x="2397233" y="2005350"/>
                  <a:pt x="2396734" y="2005599"/>
                  <a:pt x="2396236" y="2005599"/>
                </a:cubicBezTo>
                <a:close/>
                <a:moveTo>
                  <a:pt x="2496669" y="2037853"/>
                </a:moveTo>
                <a:cubicBezTo>
                  <a:pt x="2496171" y="2037853"/>
                  <a:pt x="2495672" y="2037604"/>
                  <a:pt x="2495423" y="2037189"/>
                </a:cubicBezTo>
                <a:lnTo>
                  <a:pt x="2485454" y="2019908"/>
                </a:lnTo>
                <a:cubicBezTo>
                  <a:pt x="2485205" y="2019493"/>
                  <a:pt x="2485205" y="2018911"/>
                  <a:pt x="2485454" y="2018496"/>
                </a:cubicBezTo>
                <a:lnTo>
                  <a:pt x="2495423" y="2001216"/>
                </a:lnTo>
                <a:cubicBezTo>
                  <a:pt x="2495672" y="2000800"/>
                  <a:pt x="2496171" y="2000551"/>
                  <a:pt x="2496669" y="2000551"/>
                </a:cubicBezTo>
                <a:lnTo>
                  <a:pt x="2516609" y="2000551"/>
                </a:lnTo>
                <a:cubicBezTo>
                  <a:pt x="2517107" y="2000551"/>
                  <a:pt x="2517606" y="2000800"/>
                  <a:pt x="2517855" y="2001216"/>
                </a:cubicBezTo>
                <a:lnTo>
                  <a:pt x="2527824" y="2018496"/>
                </a:lnTo>
                <a:cubicBezTo>
                  <a:pt x="2528073" y="2018911"/>
                  <a:pt x="2528073" y="2019493"/>
                  <a:pt x="2527824" y="2019908"/>
                </a:cubicBezTo>
                <a:lnTo>
                  <a:pt x="2517855" y="2037189"/>
                </a:lnTo>
                <a:cubicBezTo>
                  <a:pt x="2517606" y="2037604"/>
                  <a:pt x="2517107" y="2037853"/>
                  <a:pt x="2516609" y="2037853"/>
                </a:cubicBezTo>
                <a:close/>
                <a:moveTo>
                  <a:pt x="2737354" y="2102530"/>
                </a:moveTo>
                <a:cubicBezTo>
                  <a:pt x="2736855" y="2102530"/>
                  <a:pt x="2736357" y="2102198"/>
                  <a:pt x="2736108" y="2101782"/>
                </a:cubicBezTo>
                <a:lnTo>
                  <a:pt x="2726055" y="2084336"/>
                </a:lnTo>
                <a:cubicBezTo>
                  <a:pt x="2725806" y="2083920"/>
                  <a:pt x="2725806" y="2083339"/>
                  <a:pt x="2726055" y="2082923"/>
                </a:cubicBezTo>
                <a:lnTo>
                  <a:pt x="2736108" y="2065477"/>
                </a:lnTo>
                <a:cubicBezTo>
                  <a:pt x="2736357" y="2064978"/>
                  <a:pt x="2736855" y="2064729"/>
                  <a:pt x="2737354" y="2064729"/>
                </a:cubicBezTo>
                <a:lnTo>
                  <a:pt x="2757459" y="2064729"/>
                </a:lnTo>
                <a:cubicBezTo>
                  <a:pt x="2757957" y="2064729"/>
                  <a:pt x="2758456" y="2065061"/>
                  <a:pt x="2758705" y="2065477"/>
                </a:cubicBezTo>
                <a:lnTo>
                  <a:pt x="2768758" y="2082923"/>
                </a:lnTo>
                <a:cubicBezTo>
                  <a:pt x="2769007" y="2083339"/>
                  <a:pt x="2769007" y="2083920"/>
                  <a:pt x="2768758" y="2084336"/>
                </a:cubicBezTo>
                <a:lnTo>
                  <a:pt x="2758705" y="2101782"/>
                </a:lnTo>
                <a:cubicBezTo>
                  <a:pt x="2758456" y="2102281"/>
                  <a:pt x="2757957" y="2102530"/>
                  <a:pt x="2757459" y="2102530"/>
                </a:cubicBezTo>
                <a:close/>
                <a:moveTo>
                  <a:pt x="3339217" y="2263799"/>
                </a:moveTo>
                <a:cubicBezTo>
                  <a:pt x="3338718" y="2263799"/>
                  <a:pt x="3338220" y="2263467"/>
                  <a:pt x="3337971" y="2263051"/>
                </a:cubicBezTo>
                <a:lnTo>
                  <a:pt x="3327918" y="2245605"/>
                </a:lnTo>
                <a:cubicBezTo>
                  <a:pt x="3327669" y="2245189"/>
                  <a:pt x="3327669" y="2244608"/>
                  <a:pt x="3327918" y="2244192"/>
                </a:cubicBezTo>
                <a:lnTo>
                  <a:pt x="3337971" y="2226746"/>
                </a:lnTo>
                <a:cubicBezTo>
                  <a:pt x="3338220" y="2226247"/>
                  <a:pt x="3338718" y="2225998"/>
                  <a:pt x="3339217" y="2225998"/>
                </a:cubicBezTo>
                <a:lnTo>
                  <a:pt x="3359322" y="2225998"/>
                </a:lnTo>
                <a:cubicBezTo>
                  <a:pt x="3359820" y="2225998"/>
                  <a:pt x="3360318" y="2226330"/>
                  <a:pt x="3360568" y="2226746"/>
                </a:cubicBezTo>
                <a:lnTo>
                  <a:pt x="3370620" y="2244192"/>
                </a:lnTo>
                <a:cubicBezTo>
                  <a:pt x="3370870" y="2244608"/>
                  <a:pt x="3370870" y="2245189"/>
                  <a:pt x="3370621" y="2245605"/>
                </a:cubicBezTo>
                <a:lnTo>
                  <a:pt x="3360568" y="2263051"/>
                </a:lnTo>
                <a:cubicBezTo>
                  <a:pt x="3360319" y="2263550"/>
                  <a:pt x="3359820" y="2263799"/>
                  <a:pt x="3359322" y="2263799"/>
                </a:cubicBezTo>
                <a:close/>
                <a:moveTo>
                  <a:pt x="5084618" y="2731478"/>
                </a:moveTo>
                <a:cubicBezTo>
                  <a:pt x="5084119" y="2731478"/>
                  <a:pt x="5083621" y="2731146"/>
                  <a:pt x="5083372" y="2730729"/>
                </a:cubicBezTo>
                <a:lnTo>
                  <a:pt x="5073319" y="2713284"/>
                </a:lnTo>
                <a:cubicBezTo>
                  <a:pt x="5073070" y="2712868"/>
                  <a:pt x="5073070" y="2712286"/>
                  <a:pt x="5073319" y="2711870"/>
                </a:cubicBezTo>
                <a:lnTo>
                  <a:pt x="5083372" y="2694425"/>
                </a:lnTo>
                <a:cubicBezTo>
                  <a:pt x="5083621" y="2693926"/>
                  <a:pt x="5084119" y="2693677"/>
                  <a:pt x="5084617" y="2693677"/>
                </a:cubicBezTo>
                <a:lnTo>
                  <a:pt x="5104723" y="2693677"/>
                </a:lnTo>
                <a:cubicBezTo>
                  <a:pt x="5105221" y="2693677"/>
                  <a:pt x="5105720" y="2694009"/>
                  <a:pt x="5105969" y="2694425"/>
                </a:cubicBezTo>
                <a:lnTo>
                  <a:pt x="5116022" y="2711871"/>
                </a:lnTo>
                <a:cubicBezTo>
                  <a:pt x="5116271" y="2712287"/>
                  <a:pt x="5116271" y="2712868"/>
                  <a:pt x="5116022" y="2713284"/>
                </a:cubicBezTo>
                <a:lnTo>
                  <a:pt x="5105969" y="2730730"/>
                </a:lnTo>
                <a:cubicBezTo>
                  <a:pt x="5105720" y="2731229"/>
                  <a:pt x="5105221" y="2731478"/>
                  <a:pt x="5104723" y="2731478"/>
                </a:cubicBezTo>
                <a:close/>
                <a:moveTo>
                  <a:pt x="5686479" y="2892746"/>
                </a:moveTo>
                <a:cubicBezTo>
                  <a:pt x="5685980" y="2892746"/>
                  <a:pt x="5685482" y="2892414"/>
                  <a:pt x="5685232" y="2891998"/>
                </a:cubicBezTo>
                <a:lnTo>
                  <a:pt x="5675180" y="2874552"/>
                </a:lnTo>
                <a:cubicBezTo>
                  <a:pt x="5674931" y="2874136"/>
                  <a:pt x="5674931" y="2873555"/>
                  <a:pt x="5675180" y="2873139"/>
                </a:cubicBezTo>
                <a:lnTo>
                  <a:pt x="5685232" y="2855693"/>
                </a:lnTo>
                <a:cubicBezTo>
                  <a:pt x="5685482" y="2855194"/>
                  <a:pt x="5685980" y="2854945"/>
                  <a:pt x="5686479" y="2854945"/>
                </a:cubicBezTo>
                <a:lnTo>
                  <a:pt x="5706584" y="2854945"/>
                </a:lnTo>
                <a:cubicBezTo>
                  <a:pt x="5707082" y="2854945"/>
                  <a:pt x="5707581" y="2855277"/>
                  <a:pt x="5707830" y="2855693"/>
                </a:cubicBezTo>
                <a:lnTo>
                  <a:pt x="5717883" y="2873139"/>
                </a:lnTo>
                <a:cubicBezTo>
                  <a:pt x="5718132" y="2873555"/>
                  <a:pt x="5718132" y="2874136"/>
                  <a:pt x="5717883" y="2874552"/>
                </a:cubicBezTo>
                <a:lnTo>
                  <a:pt x="5707830" y="2891998"/>
                </a:lnTo>
                <a:cubicBezTo>
                  <a:pt x="5707581" y="2892497"/>
                  <a:pt x="5707082" y="2892746"/>
                  <a:pt x="5706584" y="2892746"/>
                </a:cubicBezTo>
                <a:close/>
                <a:moveTo>
                  <a:pt x="5505838" y="2844447"/>
                </a:moveTo>
                <a:cubicBezTo>
                  <a:pt x="5505339" y="2844448"/>
                  <a:pt x="5504841" y="2844116"/>
                  <a:pt x="5504592" y="2843700"/>
                </a:cubicBezTo>
                <a:lnTo>
                  <a:pt x="5494456" y="2826170"/>
                </a:lnTo>
                <a:cubicBezTo>
                  <a:pt x="5494207" y="2825754"/>
                  <a:pt x="5494207" y="2825173"/>
                  <a:pt x="5494456" y="2824758"/>
                </a:cubicBezTo>
                <a:lnTo>
                  <a:pt x="5504592" y="2807228"/>
                </a:lnTo>
                <a:cubicBezTo>
                  <a:pt x="5504841" y="2806729"/>
                  <a:pt x="5505339" y="2806481"/>
                  <a:pt x="5505838" y="2806480"/>
                </a:cubicBezTo>
                <a:lnTo>
                  <a:pt x="5526109" y="2806480"/>
                </a:lnTo>
                <a:cubicBezTo>
                  <a:pt x="5526608" y="2806480"/>
                  <a:pt x="5527106" y="2806812"/>
                  <a:pt x="5527355" y="2807228"/>
                </a:cubicBezTo>
                <a:lnTo>
                  <a:pt x="5537491" y="2824758"/>
                </a:lnTo>
                <a:cubicBezTo>
                  <a:pt x="5537740" y="2825173"/>
                  <a:pt x="5537740" y="2825755"/>
                  <a:pt x="5537491" y="2826171"/>
                </a:cubicBezTo>
                <a:lnTo>
                  <a:pt x="5527355" y="2843700"/>
                </a:lnTo>
                <a:cubicBezTo>
                  <a:pt x="5527106" y="2844198"/>
                  <a:pt x="5526608" y="2844447"/>
                  <a:pt x="5526109" y="2844447"/>
                </a:cubicBezTo>
                <a:close/>
                <a:moveTo>
                  <a:pt x="4843684" y="2667299"/>
                </a:moveTo>
                <a:cubicBezTo>
                  <a:pt x="4843185" y="2667299"/>
                  <a:pt x="4842687" y="2666967"/>
                  <a:pt x="4842437" y="2666552"/>
                </a:cubicBezTo>
                <a:lnTo>
                  <a:pt x="4832218" y="2648856"/>
                </a:lnTo>
                <a:cubicBezTo>
                  <a:pt x="4831970" y="2648440"/>
                  <a:pt x="4831969" y="2647859"/>
                  <a:pt x="4832219" y="2647444"/>
                </a:cubicBezTo>
                <a:lnTo>
                  <a:pt x="4842438" y="2629748"/>
                </a:lnTo>
                <a:cubicBezTo>
                  <a:pt x="4842687" y="2629249"/>
                  <a:pt x="4843185" y="2629000"/>
                  <a:pt x="4843684" y="2629000"/>
                </a:cubicBezTo>
                <a:lnTo>
                  <a:pt x="4864121" y="2629000"/>
                </a:lnTo>
                <a:cubicBezTo>
                  <a:pt x="4864620" y="2629000"/>
                  <a:pt x="4865118" y="2629332"/>
                  <a:pt x="4865367" y="2629748"/>
                </a:cubicBezTo>
                <a:lnTo>
                  <a:pt x="4875585" y="2647444"/>
                </a:lnTo>
                <a:cubicBezTo>
                  <a:pt x="4875835" y="2647859"/>
                  <a:pt x="4875835" y="2648440"/>
                  <a:pt x="4875586" y="2648856"/>
                </a:cubicBezTo>
                <a:lnTo>
                  <a:pt x="4865367" y="2666552"/>
                </a:lnTo>
                <a:cubicBezTo>
                  <a:pt x="4865117" y="2667050"/>
                  <a:pt x="4864620" y="2667299"/>
                  <a:pt x="4864120" y="2667299"/>
                </a:cubicBezTo>
                <a:close/>
                <a:moveTo>
                  <a:pt x="5385360" y="2812441"/>
                </a:moveTo>
                <a:cubicBezTo>
                  <a:pt x="5384861" y="2812441"/>
                  <a:pt x="5384363" y="2812109"/>
                  <a:pt x="5384114" y="2811694"/>
                </a:cubicBezTo>
                <a:lnTo>
                  <a:pt x="5373895" y="2793998"/>
                </a:lnTo>
                <a:cubicBezTo>
                  <a:pt x="5373646" y="2793582"/>
                  <a:pt x="5373646" y="2793001"/>
                  <a:pt x="5373895" y="2792586"/>
                </a:cubicBezTo>
                <a:lnTo>
                  <a:pt x="5384114" y="2774890"/>
                </a:lnTo>
                <a:cubicBezTo>
                  <a:pt x="5384363" y="2774391"/>
                  <a:pt x="5384861" y="2774142"/>
                  <a:pt x="5385360" y="2774142"/>
                </a:cubicBezTo>
                <a:lnTo>
                  <a:pt x="5405797" y="2774142"/>
                </a:lnTo>
                <a:cubicBezTo>
                  <a:pt x="5406296" y="2774142"/>
                  <a:pt x="5406794" y="2774474"/>
                  <a:pt x="5407044" y="2774890"/>
                </a:cubicBezTo>
                <a:lnTo>
                  <a:pt x="5417262" y="2792586"/>
                </a:lnTo>
                <a:cubicBezTo>
                  <a:pt x="5417511" y="2793001"/>
                  <a:pt x="5417511" y="2793582"/>
                  <a:pt x="5417262" y="2793998"/>
                </a:cubicBezTo>
                <a:lnTo>
                  <a:pt x="5407044" y="2811694"/>
                </a:lnTo>
                <a:cubicBezTo>
                  <a:pt x="5406794" y="2812192"/>
                  <a:pt x="5406296" y="2812441"/>
                  <a:pt x="5405797" y="2812441"/>
                </a:cubicBezTo>
                <a:close/>
                <a:moveTo>
                  <a:pt x="5445546" y="2828568"/>
                </a:moveTo>
                <a:cubicBezTo>
                  <a:pt x="5445047" y="2828568"/>
                  <a:pt x="5444549" y="2828236"/>
                  <a:pt x="5444300" y="2827821"/>
                </a:cubicBezTo>
                <a:lnTo>
                  <a:pt x="5434081" y="2810125"/>
                </a:lnTo>
                <a:cubicBezTo>
                  <a:pt x="5433832" y="2809709"/>
                  <a:pt x="5433832" y="2809128"/>
                  <a:pt x="5434081" y="2808713"/>
                </a:cubicBezTo>
                <a:lnTo>
                  <a:pt x="5444300" y="2791017"/>
                </a:lnTo>
                <a:cubicBezTo>
                  <a:pt x="5444549" y="2790518"/>
                  <a:pt x="5445047" y="2790269"/>
                  <a:pt x="5445546" y="2790269"/>
                </a:cubicBezTo>
                <a:lnTo>
                  <a:pt x="5465983" y="2790269"/>
                </a:lnTo>
                <a:cubicBezTo>
                  <a:pt x="5466482" y="2790269"/>
                  <a:pt x="5466980" y="2790601"/>
                  <a:pt x="5467229" y="2791017"/>
                </a:cubicBezTo>
                <a:lnTo>
                  <a:pt x="5477448" y="2808713"/>
                </a:lnTo>
                <a:cubicBezTo>
                  <a:pt x="5477697" y="2809128"/>
                  <a:pt x="5477697" y="2809709"/>
                  <a:pt x="5477448" y="2810125"/>
                </a:cubicBezTo>
                <a:lnTo>
                  <a:pt x="5467229" y="2827821"/>
                </a:lnTo>
                <a:cubicBezTo>
                  <a:pt x="5466980" y="2828319"/>
                  <a:pt x="5466482" y="2828567"/>
                  <a:pt x="5465983" y="2828568"/>
                </a:cubicBezTo>
                <a:close/>
                <a:moveTo>
                  <a:pt x="3639878" y="2344835"/>
                </a:moveTo>
                <a:cubicBezTo>
                  <a:pt x="3639379" y="2344835"/>
                  <a:pt x="3638881" y="2344502"/>
                  <a:pt x="3638632" y="2344087"/>
                </a:cubicBezTo>
                <a:lnTo>
                  <a:pt x="3628330" y="2326308"/>
                </a:lnTo>
                <a:cubicBezTo>
                  <a:pt x="3628081" y="2325893"/>
                  <a:pt x="3628081" y="2325312"/>
                  <a:pt x="3628330" y="2324896"/>
                </a:cubicBezTo>
                <a:lnTo>
                  <a:pt x="3638632" y="2307117"/>
                </a:lnTo>
                <a:cubicBezTo>
                  <a:pt x="3638881" y="2306618"/>
                  <a:pt x="3639379" y="2306369"/>
                  <a:pt x="3639878" y="2306369"/>
                </a:cubicBezTo>
                <a:lnTo>
                  <a:pt x="3660398" y="2306369"/>
                </a:lnTo>
                <a:cubicBezTo>
                  <a:pt x="3660897" y="2306369"/>
                  <a:pt x="3661395" y="2306701"/>
                  <a:pt x="3661645" y="2307117"/>
                </a:cubicBezTo>
                <a:lnTo>
                  <a:pt x="3671946" y="2324896"/>
                </a:lnTo>
                <a:cubicBezTo>
                  <a:pt x="3672196" y="2325311"/>
                  <a:pt x="3672196" y="2325893"/>
                  <a:pt x="3671946" y="2326308"/>
                </a:cubicBezTo>
                <a:lnTo>
                  <a:pt x="3661645" y="2344088"/>
                </a:lnTo>
                <a:cubicBezTo>
                  <a:pt x="3661395" y="2344585"/>
                  <a:pt x="3660897" y="2344835"/>
                  <a:pt x="3660398" y="2344836"/>
                </a:cubicBezTo>
                <a:close/>
                <a:moveTo>
                  <a:pt x="5264906" y="2780260"/>
                </a:moveTo>
                <a:cubicBezTo>
                  <a:pt x="5264407" y="2780260"/>
                  <a:pt x="5263909" y="2779927"/>
                  <a:pt x="5263660" y="2779512"/>
                </a:cubicBezTo>
                <a:lnTo>
                  <a:pt x="5253358" y="2761733"/>
                </a:lnTo>
                <a:cubicBezTo>
                  <a:pt x="5253109" y="2761318"/>
                  <a:pt x="5253109" y="2760737"/>
                  <a:pt x="5253358" y="2760321"/>
                </a:cubicBezTo>
                <a:lnTo>
                  <a:pt x="5263660" y="2742542"/>
                </a:lnTo>
                <a:cubicBezTo>
                  <a:pt x="5263909" y="2742043"/>
                  <a:pt x="5264407" y="2741794"/>
                  <a:pt x="5264906" y="2741794"/>
                </a:cubicBezTo>
                <a:lnTo>
                  <a:pt x="5285426" y="2741794"/>
                </a:lnTo>
                <a:cubicBezTo>
                  <a:pt x="5285925" y="2741794"/>
                  <a:pt x="5286423" y="2742126"/>
                  <a:pt x="5286673" y="2742542"/>
                </a:cubicBezTo>
                <a:lnTo>
                  <a:pt x="5296974" y="2760321"/>
                </a:lnTo>
                <a:cubicBezTo>
                  <a:pt x="5297224" y="2760736"/>
                  <a:pt x="5297224" y="2761318"/>
                  <a:pt x="5296974" y="2761733"/>
                </a:cubicBezTo>
                <a:lnTo>
                  <a:pt x="5286673" y="2779513"/>
                </a:lnTo>
                <a:cubicBezTo>
                  <a:pt x="5286423" y="2780011"/>
                  <a:pt x="5285925" y="2780260"/>
                  <a:pt x="5285426" y="2780261"/>
                </a:cubicBezTo>
                <a:close/>
                <a:moveTo>
                  <a:pt x="4903797" y="2683605"/>
                </a:moveTo>
                <a:cubicBezTo>
                  <a:pt x="4903298" y="2683605"/>
                  <a:pt x="4902800" y="2683273"/>
                  <a:pt x="4902551" y="2682857"/>
                </a:cubicBezTo>
                <a:lnTo>
                  <a:pt x="4892249" y="2664995"/>
                </a:lnTo>
                <a:cubicBezTo>
                  <a:pt x="4892000" y="2664497"/>
                  <a:pt x="4892000" y="2663915"/>
                  <a:pt x="4892249" y="2663500"/>
                </a:cubicBezTo>
                <a:lnTo>
                  <a:pt x="4902551" y="2645638"/>
                </a:lnTo>
                <a:cubicBezTo>
                  <a:pt x="4902800" y="2645139"/>
                  <a:pt x="4903298" y="2644890"/>
                  <a:pt x="4903797" y="2644890"/>
                </a:cubicBezTo>
                <a:lnTo>
                  <a:pt x="4924484" y="2644890"/>
                </a:lnTo>
                <a:cubicBezTo>
                  <a:pt x="4924982" y="2644890"/>
                  <a:pt x="4925481" y="2645222"/>
                  <a:pt x="4925730" y="2645638"/>
                </a:cubicBezTo>
                <a:lnTo>
                  <a:pt x="4936031" y="2663500"/>
                </a:lnTo>
                <a:cubicBezTo>
                  <a:pt x="4936281" y="2663998"/>
                  <a:pt x="4936281" y="2664580"/>
                  <a:pt x="4936032" y="2664995"/>
                </a:cubicBezTo>
                <a:lnTo>
                  <a:pt x="4925730" y="2682857"/>
                </a:lnTo>
                <a:cubicBezTo>
                  <a:pt x="4925481" y="2683355"/>
                  <a:pt x="4924982" y="2683605"/>
                  <a:pt x="4924484" y="2683605"/>
                </a:cubicBezTo>
                <a:close/>
                <a:moveTo>
                  <a:pt x="5626031" y="2877127"/>
                </a:moveTo>
                <a:cubicBezTo>
                  <a:pt x="5625532" y="2877127"/>
                  <a:pt x="5625034" y="2876795"/>
                  <a:pt x="5624785" y="2876379"/>
                </a:cubicBezTo>
                <a:lnTo>
                  <a:pt x="5614483" y="2858517"/>
                </a:lnTo>
                <a:cubicBezTo>
                  <a:pt x="5614234" y="2858019"/>
                  <a:pt x="5614234" y="2857437"/>
                  <a:pt x="5614483" y="2857022"/>
                </a:cubicBezTo>
                <a:lnTo>
                  <a:pt x="5624785" y="2839160"/>
                </a:lnTo>
                <a:cubicBezTo>
                  <a:pt x="5625034" y="2838661"/>
                  <a:pt x="5625532" y="2838412"/>
                  <a:pt x="5626031" y="2838412"/>
                </a:cubicBezTo>
                <a:lnTo>
                  <a:pt x="5646718" y="2838412"/>
                </a:lnTo>
                <a:cubicBezTo>
                  <a:pt x="5647216" y="2838412"/>
                  <a:pt x="5647715" y="2838744"/>
                  <a:pt x="5647964" y="2839160"/>
                </a:cubicBezTo>
                <a:lnTo>
                  <a:pt x="5658266" y="2857022"/>
                </a:lnTo>
                <a:cubicBezTo>
                  <a:pt x="5658515" y="2857520"/>
                  <a:pt x="5658515" y="2858102"/>
                  <a:pt x="5658266" y="2858517"/>
                </a:cubicBezTo>
                <a:lnTo>
                  <a:pt x="5647964" y="2876379"/>
                </a:lnTo>
                <a:cubicBezTo>
                  <a:pt x="5647715" y="2876877"/>
                  <a:pt x="5647216" y="2877127"/>
                  <a:pt x="5646718" y="2877127"/>
                </a:cubicBezTo>
                <a:close/>
                <a:moveTo>
                  <a:pt x="2676824" y="2086984"/>
                </a:moveTo>
                <a:cubicBezTo>
                  <a:pt x="2676325" y="2086984"/>
                  <a:pt x="2675827" y="2086652"/>
                  <a:pt x="2675578" y="2086236"/>
                </a:cubicBezTo>
                <a:lnTo>
                  <a:pt x="2665194" y="2068291"/>
                </a:lnTo>
                <a:cubicBezTo>
                  <a:pt x="2664944" y="2067793"/>
                  <a:pt x="2664944" y="2067211"/>
                  <a:pt x="2665194" y="2066796"/>
                </a:cubicBezTo>
                <a:lnTo>
                  <a:pt x="2675578" y="2048851"/>
                </a:lnTo>
                <a:cubicBezTo>
                  <a:pt x="2675827" y="2048352"/>
                  <a:pt x="2676325" y="2048103"/>
                  <a:pt x="2676824" y="2048103"/>
                </a:cubicBezTo>
                <a:lnTo>
                  <a:pt x="2697594" y="2048103"/>
                </a:lnTo>
                <a:cubicBezTo>
                  <a:pt x="2698092" y="2048103"/>
                  <a:pt x="2698591" y="2048435"/>
                  <a:pt x="2698841" y="2048851"/>
                </a:cubicBezTo>
                <a:lnTo>
                  <a:pt x="2709225" y="2066796"/>
                </a:lnTo>
                <a:cubicBezTo>
                  <a:pt x="2709474" y="2067294"/>
                  <a:pt x="2709474" y="2067876"/>
                  <a:pt x="2709225" y="2068291"/>
                </a:cubicBezTo>
                <a:lnTo>
                  <a:pt x="2698841" y="2086236"/>
                </a:lnTo>
                <a:cubicBezTo>
                  <a:pt x="2698591" y="2086735"/>
                  <a:pt x="2698092" y="2086984"/>
                  <a:pt x="2697595" y="2086984"/>
                </a:cubicBezTo>
                <a:close/>
                <a:moveTo>
                  <a:pt x="3820363" y="2393394"/>
                </a:moveTo>
                <a:cubicBezTo>
                  <a:pt x="3819864" y="2393394"/>
                  <a:pt x="3819366" y="2393062"/>
                  <a:pt x="3819117" y="2392646"/>
                </a:cubicBezTo>
                <a:lnTo>
                  <a:pt x="3808732" y="2374701"/>
                </a:lnTo>
                <a:cubicBezTo>
                  <a:pt x="3808483" y="2374203"/>
                  <a:pt x="3808482" y="2373621"/>
                  <a:pt x="3808732" y="2373206"/>
                </a:cubicBezTo>
                <a:lnTo>
                  <a:pt x="3819117" y="2355261"/>
                </a:lnTo>
                <a:cubicBezTo>
                  <a:pt x="3819366" y="2354762"/>
                  <a:pt x="3819864" y="2354513"/>
                  <a:pt x="3820363" y="2354513"/>
                </a:cubicBezTo>
                <a:lnTo>
                  <a:pt x="3841132" y="2354513"/>
                </a:lnTo>
                <a:cubicBezTo>
                  <a:pt x="3841630" y="2354513"/>
                  <a:pt x="3842130" y="2354845"/>
                  <a:pt x="3842379" y="2355261"/>
                </a:cubicBezTo>
                <a:lnTo>
                  <a:pt x="3852764" y="2373206"/>
                </a:lnTo>
                <a:cubicBezTo>
                  <a:pt x="3853013" y="2373704"/>
                  <a:pt x="3853013" y="2374286"/>
                  <a:pt x="3852764" y="2374701"/>
                </a:cubicBezTo>
                <a:lnTo>
                  <a:pt x="3842379" y="2392646"/>
                </a:lnTo>
                <a:cubicBezTo>
                  <a:pt x="3842130" y="2393145"/>
                  <a:pt x="3841631" y="2393394"/>
                  <a:pt x="3841133" y="2393394"/>
                </a:cubicBezTo>
                <a:close/>
                <a:moveTo>
                  <a:pt x="4963901" y="2699804"/>
                </a:moveTo>
                <a:cubicBezTo>
                  <a:pt x="4963402" y="2699804"/>
                  <a:pt x="4962904" y="2699472"/>
                  <a:pt x="4962655" y="2699056"/>
                </a:cubicBezTo>
                <a:lnTo>
                  <a:pt x="4952270" y="2681111"/>
                </a:lnTo>
                <a:cubicBezTo>
                  <a:pt x="4952021" y="2680613"/>
                  <a:pt x="4952021" y="2680031"/>
                  <a:pt x="4952270" y="2679616"/>
                </a:cubicBezTo>
                <a:lnTo>
                  <a:pt x="4962655" y="2661671"/>
                </a:lnTo>
                <a:cubicBezTo>
                  <a:pt x="4962904" y="2661172"/>
                  <a:pt x="4963402" y="2660923"/>
                  <a:pt x="4963901" y="2660923"/>
                </a:cubicBezTo>
                <a:lnTo>
                  <a:pt x="4984671" y="2660923"/>
                </a:lnTo>
                <a:cubicBezTo>
                  <a:pt x="4985169" y="2660923"/>
                  <a:pt x="4985668" y="2661255"/>
                  <a:pt x="4985917" y="2661671"/>
                </a:cubicBezTo>
                <a:lnTo>
                  <a:pt x="4996302" y="2679616"/>
                </a:lnTo>
                <a:cubicBezTo>
                  <a:pt x="4996551" y="2680114"/>
                  <a:pt x="4996551" y="2680696"/>
                  <a:pt x="4996302" y="2681111"/>
                </a:cubicBezTo>
                <a:lnTo>
                  <a:pt x="4985917" y="2699056"/>
                </a:lnTo>
                <a:cubicBezTo>
                  <a:pt x="4985668" y="2699555"/>
                  <a:pt x="4985169" y="2699804"/>
                  <a:pt x="4984671" y="2699804"/>
                </a:cubicBezTo>
                <a:close/>
                <a:moveTo>
                  <a:pt x="5144459" y="2748185"/>
                </a:moveTo>
                <a:cubicBezTo>
                  <a:pt x="5143961" y="2748185"/>
                  <a:pt x="5143462" y="2747853"/>
                  <a:pt x="5143214" y="2747437"/>
                </a:cubicBezTo>
                <a:lnTo>
                  <a:pt x="5132829" y="2729492"/>
                </a:lnTo>
                <a:cubicBezTo>
                  <a:pt x="5132579" y="2728994"/>
                  <a:pt x="5132580" y="2728412"/>
                  <a:pt x="5132829" y="2727997"/>
                </a:cubicBezTo>
                <a:lnTo>
                  <a:pt x="5143214" y="2710052"/>
                </a:lnTo>
                <a:cubicBezTo>
                  <a:pt x="5143463" y="2709553"/>
                  <a:pt x="5143961" y="2709304"/>
                  <a:pt x="5144460" y="2709304"/>
                </a:cubicBezTo>
                <a:lnTo>
                  <a:pt x="5165230" y="2709304"/>
                </a:lnTo>
                <a:cubicBezTo>
                  <a:pt x="5165728" y="2709304"/>
                  <a:pt x="5166227" y="2709636"/>
                  <a:pt x="5166476" y="2710052"/>
                </a:cubicBezTo>
                <a:lnTo>
                  <a:pt x="5176861" y="2727997"/>
                </a:lnTo>
                <a:cubicBezTo>
                  <a:pt x="5177109" y="2728495"/>
                  <a:pt x="5177110" y="2729077"/>
                  <a:pt x="5176861" y="2729492"/>
                </a:cubicBezTo>
                <a:lnTo>
                  <a:pt x="5166476" y="2747437"/>
                </a:lnTo>
                <a:cubicBezTo>
                  <a:pt x="5166227" y="2747936"/>
                  <a:pt x="5165727" y="2748185"/>
                  <a:pt x="5165230" y="2748185"/>
                </a:cubicBezTo>
                <a:close/>
                <a:moveTo>
                  <a:pt x="5325019" y="2796566"/>
                </a:moveTo>
                <a:cubicBezTo>
                  <a:pt x="5324520" y="2796566"/>
                  <a:pt x="5324022" y="2796234"/>
                  <a:pt x="5323773" y="2795818"/>
                </a:cubicBezTo>
                <a:lnTo>
                  <a:pt x="5313388" y="2777873"/>
                </a:lnTo>
                <a:cubicBezTo>
                  <a:pt x="5313139" y="2777375"/>
                  <a:pt x="5313139" y="2776792"/>
                  <a:pt x="5313388" y="2776378"/>
                </a:cubicBezTo>
                <a:lnTo>
                  <a:pt x="5323773" y="2758432"/>
                </a:lnTo>
                <a:cubicBezTo>
                  <a:pt x="5324022" y="2757934"/>
                  <a:pt x="5324520" y="2757685"/>
                  <a:pt x="5325019" y="2757685"/>
                </a:cubicBezTo>
                <a:lnTo>
                  <a:pt x="5345789" y="2757685"/>
                </a:lnTo>
                <a:cubicBezTo>
                  <a:pt x="5346287" y="2757685"/>
                  <a:pt x="5346786" y="2758017"/>
                  <a:pt x="5347035" y="2758433"/>
                </a:cubicBezTo>
                <a:lnTo>
                  <a:pt x="5357420" y="2776378"/>
                </a:lnTo>
                <a:cubicBezTo>
                  <a:pt x="5357669" y="2776876"/>
                  <a:pt x="5357669" y="2777458"/>
                  <a:pt x="5357420" y="2777873"/>
                </a:cubicBezTo>
                <a:lnTo>
                  <a:pt x="5347035" y="2795817"/>
                </a:lnTo>
                <a:cubicBezTo>
                  <a:pt x="5346786" y="2796317"/>
                  <a:pt x="5346287" y="2796566"/>
                  <a:pt x="5345789" y="2796565"/>
                </a:cubicBezTo>
                <a:close/>
                <a:moveTo>
                  <a:pt x="5565764" y="2861073"/>
                </a:moveTo>
                <a:cubicBezTo>
                  <a:pt x="5565266" y="2861073"/>
                  <a:pt x="5564766" y="2860741"/>
                  <a:pt x="5564518" y="2860325"/>
                </a:cubicBezTo>
                <a:lnTo>
                  <a:pt x="5554133" y="2842380"/>
                </a:lnTo>
                <a:cubicBezTo>
                  <a:pt x="5553883" y="2841882"/>
                  <a:pt x="5553884" y="2841300"/>
                  <a:pt x="5554133" y="2840885"/>
                </a:cubicBezTo>
                <a:lnTo>
                  <a:pt x="5564518" y="2822940"/>
                </a:lnTo>
                <a:cubicBezTo>
                  <a:pt x="5564767" y="2822441"/>
                  <a:pt x="5565265" y="2822192"/>
                  <a:pt x="5565764" y="2822192"/>
                </a:cubicBezTo>
                <a:lnTo>
                  <a:pt x="5586534" y="2822192"/>
                </a:lnTo>
                <a:cubicBezTo>
                  <a:pt x="5587031" y="2822192"/>
                  <a:pt x="5587531" y="2822524"/>
                  <a:pt x="5587780" y="2822940"/>
                </a:cubicBezTo>
                <a:lnTo>
                  <a:pt x="5598165" y="2840885"/>
                </a:lnTo>
                <a:cubicBezTo>
                  <a:pt x="5598414" y="2841383"/>
                  <a:pt x="5598414" y="2841965"/>
                  <a:pt x="5598165" y="2842380"/>
                </a:cubicBezTo>
                <a:lnTo>
                  <a:pt x="5587780" y="2860325"/>
                </a:lnTo>
                <a:cubicBezTo>
                  <a:pt x="5587530" y="2860824"/>
                  <a:pt x="5587031" y="2861073"/>
                  <a:pt x="5586534" y="2861073"/>
                </a:cubicBezTo>
                <a:close/>
                <a:moveTo>
                  <a:pt x="3158230" y="2216081"/>
                </a:moveTo>
                <a:cubicBezTo>
                  <a:pt x="3157731" y="2216081"/>
                  <a:pt x="3157234" y="2215749"/>
                  <a:pt x="3156985" y="2215334"/>
                </a:cubicBezTo>
                <a:lnTo>
                  <a:pt x="3146599" y="2197305"/>
                </a:lnTo>
                <a:cubicBezTo>
                  <a:pt x="3146350" y="2196807"/>
                  <a:pt x="3146350" y="2196225"/>
                  <a:pt x="3146599" y="2195810"/>
                </a:cubicBezTo>
                <a:lnTo>
                  <a:pt x="3157068" y="2177782"/>
                </a:lnTo>
                <a:cubicBezTo>
                  <a:pt x="3157316" y="2177283"/>
                  <a:pt x="3157816" y="2177034"/>
                  <a:pt x="3158314" y="2177034"/>
                </a:cubicBezTo>
                <a:lnTo>
                  <a:pt x="3179167" y="2177034"/>
                </a:lnTo>
                <a:cubicBezTo>
                  <a:pt x="3179666" y="2177034"/>
                  <a:pt x="3180163" y="2177366"/>
                  <a:pt x="3180412" y="2177782"/>
                </a:cubicBezTo>
                <a:lnTo>
                  <a:pt x="3190797" y="2195810"/>
                </a:lnTo>
                <a:cubicBezTo>
                  <a:pt x="3191046" y="2196308"/>
                  <a:pt x="3191046" y="2196890"/>
                  <a:pt x="3190797" y="2197305"/>
                </a:cubicBezTo>
                <a:lnTo>
                  <a:pt x="3180329" y="2215334"/>
                </a:lnTo>
                <a:cubicBezTo>
                  <a:pt x="3180081" y="2215832"/>
                  <a:pt x="3179581" y="2216081"/>
                  <a:pt x="3179083" y="2216081"/>
                </a:cubicBezTo>
                <a:close/>
                <a:moveTo>
                  <a:pt x="3278603" y="2248334"/>
                </a:moveTo>
                <a:cubicBezTo>
                  <a:pt x="3278104" y="2248334"/>
                  <a:pt x="3277606" y="2248003"/>
                  <a:pt x="3277357" y="2247587"/>
                </a:cubicBezTo>
                <a:lnTo>
                  <a:pt x="3266972" y="2229558"/>
                </a:lnTo>
                <a:cubicBezTo>
                  <a:pt x="3266723" y="2229060"/>
                  <a:pt x="3266723" y="2228479"/>
                  <a:pt x="3266972" y="2228063"/>
                </a:cubicBezTo>
                <a:lnTo>
                  <a:pt x="3277440" y="2210035"/>
                </a:lnTo>
                <a:cubicBezTo>
                  <a:pt x="3277689" y="2209536"/>
                  <a:pt x="3278188" y="2209287"/>
                  <a:pt x="3278686" y="2209287"/>
                </a:cubicBezTo>
                <a:lnTo>
                  <a:pt x="3299539" y="2209288"/>
                </a:lnTo>
                <a:cubicBezTo>
                  <a:pt x="3300038" y="2209287"/>
                  <a:pt x="3300536" y="2209619"/>
                  <a:pt x="3300785" y="2210035"/>
                </a:cubicBezTo>
                <a:lnTo>
                  <a:pt x="3311170" y="2228063"/>
                </a:lnTo>
                <a:cubicBezTo>
                  <a:pt x="3311419" y="2228562"/>
                  <a:pt x="3311419" y="2229143"/>
                  <a:pt x="3311170" y="2229559"/>
                </a:cubicBezTo>
                <a:lnTo>
                  <a:pt x="3300702" y="2247588"/>
                </a:lnTo>
                <a:cubicBezTo>
                  <a:pt x="3300453" y="2248085"/>
                  <a:pt x="3299954" y="2248334"/>
                  <a:pt x="3299456" y="2248334"/>
                </a:cubicBezTo>
                <a:close/>
                <a:moveTo>
                  <a:pt x="4121210" y="2474110"/>
                </a:moveTo>
                <a:cubicBezTo>
                  <a:pt x="4120711" y="2474110"/>
                  <a:pt x="4120213" y="2473778"/>
                  <a:pt x="4119964" y="2473363"/>
                </a:cubicBezTo>
                <a:lnTo>
                  <a:pt x="4109579" y="2455334"/>
                </a:lnTo>
                <a:cubicBezTo>
                  <a:pt x="4109330" y="2454836"/>
                  <a:pt x="4109330" y="2454254"/>
                  <a:pt x="4109579" y="2453839"/>
                </a:cubicBezTo>
                <a:lnTo>
                  <a:pt x="4120047" y="2435811"/>
                </a:lnTo>
                <a:cubicBezTo>
                  <a:pt x="4120296" y="2435312"/>
                  <a:pt x="4120795" y="2435063"/>
                  <a:pt x="4121293" y="2435063"/>
                </a:cubicBezTo>
                <a:lnTo>
                  <a:pt x="4142146" y="2435063"/>
                </a:lnTo>
                <a:cubicBezTo>
                  <a:pt x="4142645" y="2435063"/>
                  <a:pt x="4143143" y="2435395"/>
                  <a:pt x="4143392" y="2435811"/>
                </a:cubicBezTo>
                <a:lnTo>
                  <a:pt x="4153777" y="2453839"/>
                </a:lnTo>
                <a:cubicBezTo>
                  <a:pt x="4154026" y="2454337"/>
                  <a:pt x="4154026" y="2454919"/>
                  <a:pt x="4153777" y="2455334"/>
                </a:cubicBezTo>
                <a:lnTo>
                  <a:pt x="4143309" y="2473363"/>
                </a:lnTo>
                <a:cubicBezTo>
                  <a:pt x="4143060" y="2473861"/>
                  <a:pt x="4142561" y="2474110"/>
                  <a:pt x="4142063" y="2474110"/>
                </a:cubicBezTo>
                <a:close/>
                <a:moveTo>
                  <a:pt x="5204563" y="2764394"/>
                </a:moveTo>
                <a:cubicBezTo>
                  <a:pt x="5204064" y="2764394"/>
                  <a:pt x="5203566" y="2764062"/>
                  <a:pt x="5203316" y="2763647"/>
                </a:cubicBezTo>
                <a:lnTo>
                  <a:pt x="5192932" y="2745618"/>
                </a:lnTo>
                <a:cubicBezTo>
                  <a:pt x="5192683" y="2745120"/>
                  <a:pt x="5192683" y="2744538"/>
                  <a:pt x="5192932" y="2744123"/>
                </a:cubicBezTo>
                <a:lnTo>
                  <a:pt x="5203399" y="2726095"/>
                </a:lnTo>
                <a:cubicBezTo>
                  <a:pt x="5203649" y="2725596"/>
                  <a:pt x="5204148" y="2725347"/>
                  <a:pt x="5204646" y="2725347"/>
                </a:cubicBezTo>
                <a:lnTo>
                  <a:pt x="5225499" y="2725347"/>
                </a:lnTo>
                <a:cubicBezTo>
                  <a:pt x="5225998" y="2725347"/>
                  <a:pt x="5226496" y="2725679"/>
                  <a:pt x="5226745" y="2726095"/>
                </a:cubicBezTo>
                <a:lnTo>
                  <a:pt x="5237130" y="2744123"/>
                </a:lnTo>
                <a:cubicBezTo>
                  <a:pt x="5237379" y="2744621"/>
                  <a:pt x="5237379" y="2745203"/>
                  <a:pt x="5237130" y="2745618"/>
                </a:cubicBezTo>
                <a:lnTo>
                  <a:pt x="5226662" y="2763647"/>
                </a:lnTo>
                <a:cubicBezTo>
                  <a:pt x="5226413" y="2764145"/>
                  <a:pt x="5225914" y="2764394"/>
                  <a:pt x="5225416" y="2764394"/>
                </a:cubicBezTo>
                <a:close/>
                <a:moveTo>
                  <a:pt x="3218417" y="2232291"/>
                </a:moveTo>
                <a:cubicBezTo>
                  <a:pt x="3217919" y="2232291"/>
                  <a:pt x="3217420" y="2231959"/>
                  <a:pt x="3217171" y="2231543"/>
                </a:cubicBezTo>
                <a:lnTo>
                  <a:pt x="3206703" y="2213432"/>
                </a:lnTo>
                <a:cubicBezTo>
                  <a:pt x="3206454" y="2212934"/>
                  <a:pt x="3206454" y="2212352"/>
                  <a:pt x="3206703" y="2211937"/>
                </a:cubicBezTo>
                <a:lnTo>
                  <a:pt x="3217171" y="2193826"/>
                </a:lnTo>
                <a:cubicBezTo>
                  <a:pt x="3217420" y="2193327"/>
                  <a:pt x="3217919" y="2193078"/>
                  <a:pt x="3218417" y="2193078"/>
                </a:cubicBezTo>
                <a:lnTo>
                  <a:pt x="3239353" y="2193078"/>
                </a:lnTo>
                <a:cubicBezTo>
                  <a:pt x="3239852" y="2193078"/>
                  <a:pt x="3240350" y="2193410"/>
                  <a:pt x="3240599" y="2193826"/>
                </a:cubicBezTo>
                <a:lnTo>
                  <a:pt x="3251067" y="2211937"/>
                </a:lnTo>
                <a:cubicBezTo>
                  <a:pt x="3251317" y="2212435"/>
                  <a:pt x="3251317" y="2213017"/>
                  <a:pt x="3251067" y="2213432"/>
                </a:cubicBezTo>
                <a:lnTo>
                  <a:pt x="3240599" y="2231543"/>
                </a:lnTo>
                <a:cubicBezTo>
                  <a:pt x="3240350" y="2232042"/>
                  <a:pt x="3239852" y="2232291"/>
                  <a:pt x="3239353" y="2232291"/>
                </a:cubicBezTo>
                <a:close/>
                <a:moveTo>
                  <a:pt x="4000838" y="2441940"/>
                </a:moveTo>
                <a:cubicBezTo>
                  <a:pt x="4000340" y="2441940"/>
                  <a:pt x="3999842" y="2441608"/>
                  <a:pt x="3999592" y="2441192"/>
                </a:cubicBezTo>
                <a:lnTo>
                  <a:pt x="3989125" y="2423081"/>
                </a:lnTo>
                <a:cubicBezTo>
                  <a:pt x="3988875" y="2422583"/>
                  <a:pt x="3988876" y="2422001"/>
                  <a:pt x="3989125" y="2421586"/>
                </a:cubicBezTo>
                <a:lnTo>
                  <a:pt x="3999592" y="2403475"/>
                </a:lnTo>
                <a:cubicBezTo>
                  <a:pt x="3999841" y="2402976"/>
                  <a:pt x="4000340" y="2402727"/>
                  <a:pt x="4000838" y="2402727"/>
                </a:cubicBezTo>
                <a:lnTo>
                  <a:pt x="4021775" y="2402727"/>
                </a:lnTo>
                <a:cubicBezTo>
                  <a:pt x="4022274" y="2402727"/>
                  <a:pt x="4022771" y="2403059"/>
                  <a:pt x="4023020" y="2403475"/>
                </a:cubicBezTo>
                <a:lnTo>
                  <a:pt x="4033488" y="2421586"/>
                </a:lnTo>
                <a:cubicBezTo>
                  <a:pt x="4033738" y="2422084"/>
                  <a:pt x="4033738" y="2422666"/>
                  <a:pt x="4033488" y="2423081"/>
                </a:cubicBezTo>
                <a:lnTo>
                  <a:pt x="4023021" y="2441192"/>
                </a:lnTo>
                <a:cubicBezTo>
                  <a:pt x="4022771" y="2441691"/>
                  <a:pt x="4022274" y="2441940"/>
                  <a:pt x="4021775" y="2441940"/>
                </a:cubicBezTo>
                <a:close/>
                <a:moveTo>
                  <a:pt x="5024004" y="2716096"/>
                </a:moveTo>
                <a:cubicBezTo>
                  <a:pt x="5023506" y="2716096"/>
                  <a:pt x="5023007" y="2715764"/>
                  <a:pt x="5022758" y="2715348"/>
                </a:cubicBezTo>
                <a:lnTo>
                  <a:pt x="5012290" y="2697237"/>
                </a:lnTo>
                <a:cubicBezTo>
                  <a:pt x="5012041" y="2696739"/>
                  <a:pt x="5012041" y="2696157"/>
                  <a:pt x="5012290" y="2695742"/>
                </a:cubicBezTo>
                <a:lnTo>
                  <a:pt x="5022758" y="2677631"/>
                </a:lnTo>
                <a:cubicBezTo>
                  <a:pt x="5023007" y="2677132"/>
                  <a:pt x="5023506" y="2676883"/>
                  <a:pt x="5024004" y="2676883"/>
                </a:cubicBezTo>
                <a:lnTo>
                  <a:pt x="5044940" y="2676883"/>
                </a:lnTo>
                <a:cubicBezTo>
                  <a:pt x="5045439" y="2676883"/>
                  <a:pt x="5045937" y="2677215"/>
                  <a:pt x="5046186" y="2677631"/>
                </a:cubicBezTo>
                <a:lnTo>
                  <a:pt x="5056654" y="2695742"/>
                </a:lnTo>
                <a:cubicBezTo>
                  <a:pt x="5056903" y="2696240"/>
                  <a:pt x="5056903" y="2696822"/>
                  <a:pt x="5056654" y="2697237"/>
                </a:cubicBezTo>
                <a:lnTo>
                  <a:pt x="5046186" y="2715348"/>
                </a:lnTo>
                <a:cubicBezTo>
                  <a:pt x="5045937" y="2715847"/>
                  <a:pt x="5045439" y="2716096"/>
                  <a:pt x="5044940" y="2716096"/>
                </a:cubicBezTo>
                <a:close/>
                <a:moveTo>
                  <a:pt x="4060964" y="2458143"/>
                </a:moveTo>
                <a:cubicBezTo>
                  <a:pt x="4060466" y="2458143"/>
                  <a:pt x="4059967" y="2457810"/>
                  <a:pt x="4059718" y="2457395"/>
                </a:cubicBezTo>
                <a:lnTo>
                  <a:pt x="4049167" y="2439118"/>
                </a:lnTo>
                <a:cubicBezTo>
                  <a:pt x="4048918" y="2438619"/>
                  <a:pt x="4048918" y="2438036"/>
                  <a:pt x="4049167" y="2437622"/>
                </a:cubicBezTo>
                <a:lnTo>
                  <a:pt x="4059718" y="2419345"/>
                </a:lnTo>
                <a:cubicBezTo>
                  <a:pt x="4059967" y="2418846"/>
                  <a:pt x="4060466" y="2418597"/>
                  <a:pt x="4060964" y="2418597"/>
                </a:cubicBezTo>
                <a:lnTo>
                  <a:pt x="4081983" y="2418597"/>
                </a:lnTo>
                <a:cubicBezTo>
                  <a:pt x="4082481" y="2418597"/>
                  <a:pt x="4082980" y="2418929"/>
                  <a:pt x="4083229" y="2419345"/>
                </a:cubicBezTo>
                <a:lnTo>
                  <a:pt x="4093780" y="2437622"/>
                </a:lnTo>
                <a:cubicBezTo>
                  <a:pt x="4094030" y="2438121"/>
                  <a:pt x="4094030" y="2438702"/>
                  <a:pt x="4093780" y="2439118"/>
                </a:cubicBezTo>
                <a:lnTo>
                  <a:pt x="4083229" y="2457395"/>
                </a:lnTo>
                <a:cubicBezTo>
                  <a:pt x="4082980" y="2457893"/>
                  <a:pt x="4082481" y="2458143"/>
                  <a:pt x="4081983" y="2458143"/>
                </a:cubicBezTo>
                <a:close/>
                <a:moveTo>
                  <a:pt x="3880381" y="2409946"/>
                </a:moveTo>
                <a:cubicBezTo>
                  <a:pt x="3879801" y="2409946"/>
                  <a:pt x="3879301" y="2409697"/>
                  <a:pt x="3879052" y="2409198"/>
                </a:cubicBezTo>
                <a:lnTo>
                  <a:pt x="3868502" y="2390838"/>
                </a:lnTo>
                <a:cubicBezTo>
                  <a:pt x="3868252" y="2390339"/>
                  <a:pt x="3868253" y="2389841"/>
                  <a:pt x="3868501" y="2389342"/>
                </a:cubicBezTo>
                <a:lnTo>
                  <a:pt x="3879052" y="2370982"/>
                </a:lnTo>
                <a:cubicBezTo>
                  <a:pt x="3879384" y="2370483"/>
                  <a:pt x="3879884" y="2370234"/>
                  <a:pt x="3880382" y="2370234"/>
                </a:cubicBezTo>
                <a:lnTo>
                  <a:pt x="3901566" y="2370234"/>
                </a:lnTo>
                <a:cubicBezTo>
                  <a:pt x="3902148" y="2370234"/>
                  <a:pt x="3902646" y="2370483"/>
                  <a:pt x="3902896" y="2370982"/>
                </a:cubicBezTo>
                <a:lnTo>
                  <a:pt x="3913447" y="2389342"/>
                </a:lnTo>
                <a:cubicBezTo>
                  <a:pt x="3913697" y="2389841"/>
                  <a:pt x="3913696" y="2390339"/>
                  <a:pt x="3913448" y="2390838"/>
                </a:cubicBezTo>
                <a:lnTo>
                  <a:pt x="3902897" y="2409198"/>
                </a:lnTo>
                <a:cubicBezTo>
                  <a:pt x="3902564" y="2409697"/>
                  <a:pt x="3902065" y="2409946"/>
                  <a:pt x="3901566" y="2409946"/>
                </a:cubicBezTo>
                <a:close/>
                <a:moveTo>
                  <a:pt x="4181313" y="2490580"/>
                </a:moveTo>
                <a:cubicBezTo>
                  <a:pt x="4180732" y="2490580"/>
                  <a:pt x="4180233" y="2490331"/>
                  <a:pt x="4179983" y="2489832"/>
                </a:cubicBezTo>
                <a:lnTo>
                  <a:pt x="4169433" y="2471472"/>
                </a:lnTo>
                <a:cubicBezTo>
                  <a:pt x="4169184" y="2470973"/>
                  <a:pt x="4169184" y="2470475"/>
                  <a:pt x="4169433" y="2469976"/>
                </a:cubicBezTo>
                <a:lnTo>
                  <a:pt x="4179984" y="2451616"/>
                </a:lnTo>
                <a:cubicBezTo>
                  <a:pt x="4180315" y="2451117"/>
                  <a:pt x="4180815" y="2450868"/>
                  <a:pt x="4181313" y="2450868"/>
                </a:cubicBezTo>
                <a:lnTo>
                  <a:pt x="4202498" y="2450868"/>
                </a:lnTo>
                <a:cubicBezTo>
                  <a:pt x="4203080" y="2450868"/>
                  <a:pt x="4203578" y="2451117"/>
                  <a:pt x="4203827" y="2451616"/>
                </a:cubicBezTo>
                <a:lnTo>
                  <a:pt x="4214379" y="2469976"/>
                </a:lnTo>
                <a:cubicBezTo>
                  <a:pt x="4214628" y="2470475"/>
                  <a:pt x="4214627" y="2470973"/>
                  <a:pt x="4214379" y="2471472"/>
                </a:cubicBezTo>
                <a:lnTo>
                  <a:pt x="4203828" y="2489832"/>
                </a:lnTo>
                <a:cubicBezTo>
                  <a:pt x="4203495" y="2490331"/>
                  <a:pt x="4202996" y="2490580"/>
                  <a:pt x="4202497" y="2490580"/>
                </a:cubicBezTo>
                <a:close/>
                <a:moveTo>
                  <a:pt x="3940486" y="2426146"/>
                </a:moveTo>
                <a:cubicBezTo>
                  <a:pt x="3939906" y="2426146"/>
                  <a:pt x="3939407" y="2425897"/>
                  <a:pt x="3939158" y="2425398"/>
                </a:cubicBezTo>
                <a:lnTo>
                  <a:pt x="3928523" y="2406955"/>
                </a:lnTo>
                <a:cubicBezTo>
                  <a:pt x="3928274" y="2406539"/>
                  <a:pt x="3928274" y="2405958"/>
                  <a:pt x="3928523" y="2405459"/>
                </a:cubicBezTo>
                <a:lnTo>
                  <a:pt x="3939158" y="2387016"/>
                </a:lnTo>
                <a:cubicBezTo>
                  <a:pt x="3939490" y="2386517"/>
                  <a:pt x="3939989" y="2386268"/>
                  <a:pt x="3940487" y="2386268"/>
                </a:cubicBezTo>
                <a:lnTo>
                  <a:pt x="3961755" y="2386268"/>
                </a:lnTo>
                <a:cubicBezTo>
                  <a:pt x="3962337" y="2386268"/>
                  <a:pt x="3962836" y="2386517"/>
                  <a:pt x="3963084" y="2387016"/>
                </a:cubicBezTo>
                <a:lnTo>
                  <a:pt x="3973718" y="2405459"/>
                </a:lnTo>
                <a:cubicBezTo>
                  <a:pt x="3973967" y="2405875"/>
                  <a:pt x="3973967" y="2406456"/>
                  <a:pt x="3973718" y="2406955"/>
                </a:cubicBezTo>
                <a:lnTo>
                  <a:pt x="3963085" y="2425398"/>
                </a:lnTo>
                <a:cubicBezTo>
                  <a:pt x="3962752" y="2425897"/>
                  <a:pt x="3962254" y="2426146"/>
                  <a:pt x="3961756" y="2426146"/>
                </a:cubicBezTo>
                <a:close/>
                <a:moveTo>
                  <a:pt x="4241252" y="2507029"/>
                </a:moveTo>
                <a:cubicBezTo>
                  <a:pt x="4240670" y="2507029"/>
                  <a:pt x="4240172" y="2506780"/>
                  <a:pt x="4239922" y="2506282"/>
                </a:cubicBezTo>
                <a:lnTo>
                  <a:pt x="4229122" y="2487589"/>
                </a:lnTo>
                <a:cubicBezTo>
                  <a:pt x="4228873" y="2487174"/>
                  <a:pt x="4228873" y="2486592"/>
                  <a:pt x="4229121" y="2486093"/>
                </a:cubicBezTo>
                <a:lnTo>
                  <a:pt x="4239922" y="2467401"/>
                </a:lnTo>
                <a:cubicBezTo>
                  <a:pt x="4240172" y="2466985"/>
                  <a:pt x="4240753" y="2466653"/>
                  <a:pt x="4241252" y="2466653"/>
                </a:cubicBezTo>
                <a:lnTo>
                  <a:pt x="4262852" y="2466653"/>
                </a:lnTo>
                <a:cubicBezTo>
                  <a:pt x="4263434" y="2466653"/>
                  <a:pt x="4263932" y="2466902"/>
                  <a:pt x="4264181" y="2467401"/>
                </a:cubicBezTo>
                <a:lnTo>
                  <a:pt x="4274982" y="2486093"/>
                </a:lnTo>
                <a:cubicBezTo>
                  <a:pt x="4275230" y="2486509"/>
                  <a:pt x="4275231" y="2487090"/>
                  <a:pt x="4274982" y="2487589"/>
                </a:cubicBezTo>
                <a:lnTo>
                  <a:pt x="4264181" y="2506282"/>
                </a:lnTo>
                <a:cubicBezTo>
                  <a:pt x="4263932" y="2506697"/>
                  <a:pt x="4263350" y="2507029"/>
                  <a:pt x="4262852" y="2507029"/>
                </a:cubicBezTo>
                <a:close/>
                <a:moveTo>
                  <a:pt x="4301365" y="2523324"/>
                </a:moveTo>
                <a:cubicBezTo>
                  <a:pt x="4300783" y="2523324"/>
                  <a:pt x="4300284" y="2523075"/>
                  <a:pt x="4300035" y="2522576"/>
                </a:cubicBezTo>
                <a:lnTo>
                  <a:pt x="4289152" y="2503717"/>
                </a:lnTo>
                <a:cubicBezTo>
                  <a:pt x="4288903" y="2503219"/>
                  <a:pt x="4288904" y="2502637"/>
                  <a:pt x="4289152" y="2502139"/>
                </a:cubicBezTo>
                <a:lnTo>
                  <a:pt x="4300035" y="2483280"/>
                </a:lnTo>
                <a:cubicBezTo>
                  <a:pt x="4300284" y="2482864"/>
                  <a:pt x="4300783" y="2482532"/>
                  <a:pt x="4301365" y="2482532"/>
                </a:cubicBezTo>
                <a:lnTo>
                  <a:pt x="4323131" y="2482532"/>
                </a:lnTo>
                <a:cubicBezTo>
                  <a:pt x="4323713" y="2482532"/>
                  <a:pt x="4324211" y="2482781"/>
                  <a:pt x="4324461" y="2483280"/>
                </a:cubicBezTo>
                <a:lnTo>
                  <a:pt x="4335344" y="2502139"/>
                </a:lnTo>
                <a:cubicBezTo>
                  <a:pt x="4335593" y="2502637"/>
                  <a:pt x="4335593" y="2503219"/>
                  <a:pt x="4335344" y="2503717"/>
                </a:cubicBezTo>
                <a:lnTo>
                  <a:pt x="4324461" y="2522576"/>
                </a:lnTo>
                <a:cubicBezTo>
                  <a:pt x="4324211" y="2522992"/>
                  <a:pt x="4323713" y="2523324"/>
                  <a:pt x="4323131" y="2523324"/>
                </a:cubicBezTo>
                <a:close/>
                <a:moveTo>
                  <a:pt x="4361446" y="2539614"/>
                </a:moveTo>
                <a:cubicBezTo>
                  <a:pt x="4360948" y="2539614"/>
                  <a:pt x="4360367" y="2539365"/>
                  <a:pt x="4360117" y="2538866"/>
                </a:cubicBezTo>
                <a:lnTo>
                  <a:pt x="4349234" y="2519924"/>
                </a:lnTo>
                <a:cubicBezTo>
                  <a:pt x="4348984" y="2519426"/>
                  <a:pt x="4348985" y="2518844"/>
                  <a:pt x="4349233" y="2518346"/>
                </a:cubicBezTo>
                <a:lnTo>
                  <a:pt x="4360200" y="2499404"/>
                </a:lnTo>
                <a:cubicBezTo>
                  <a:pt x="4360450" y="2498988"/>
                  <a:pt x="4360948" y="2498657"/>
                  <a:pt x="4361530" y="2498656"/>
                </a:cubicBezTo>
                <a:lnTo>
                  <a:pt x="4383380" y="2498656"/>
                </a:lnTo>
                <a:cubicBezTo>
                  <a:pt x="4383878" y="2498656"/>
                  <a:pt x="4384459" y="2498905"/>
                  <a:pt x="4384709" y="2499404"/>
                </a:cubicBezTo>
                <a:lnTo>
                  <a:pt x="4395592" y="2518346"/>
                </a:lnTo>
                <a:cubicBezTo>
                  <a:pt x="4395841" y="2518844"/>
                  <a:pt x="4395841" y="2519426"/>
                  <a:pt x="4395592" y="2519924"/>
                </a:cubicBezTo>
                <a:lnTo>
                  <a:pt x="4384625" y="2538866"/>
                </a:lnTo>
                <a:cubicBezTo>
                  <a:pt x="4384376" y="2539282"/>
                  <a:pt x="4383878" y="2539614"/>
                  <a:pt x="4383296" y="2539614"/>
                </a:cubicBezTo>
                <a:close/>
                <a:moveTo>
                  <a:pt x="4421238" y="2556575"/>
                </a:moveTo>
                <a:cubicBezTo>
                  <a:pt x="4420657" y="2556575"/>
                  <a:pt x="4420158" y="2556243"/>
                  <a:pt x="4419826" y="2555744"/>
                </a:cubicBezTo>
                <a:lnTo>
                  <a:pt x="4408444" y="2535971"/>
                </a:lnTo>
                <a:cubicBezTo>
                  <a:pt x="4408112" y="2535473"/>
                  <a:pt x="4408112" y="2534891"/>
                  <a:pt x="4408444" y="2534393"/>
                </a:cubicBezTo>
                <a:lnTo>
                  <a:pt x="4419826" y="2514620"/>
                </a:lnTo>
                <a:cubicBezTo>
                  <a:pt x="4420158" y="2514121"/>
                  <a:pt x="4420657" y="2513789"/>
                  <a:pt x="4421238" y="2513789"/>
                </a:cubicBezTo>
                <a:lnTo>
                  <a:pt x="4444002" y="2513789"/>
                </a:lnTo>
                <a:cubicBezTo>
                  <a:pt x="4444584" y="2513789"/>
                  <a:pt x="4445082" y="2514121"/>
                  <a:pt x="4445414" y="2514620"/>
                </a:cubicBezTo>
                <a:lnTo>
                  <a:pt x="4456796" y="2534393"/>
                </a:lnTo>
                <a:cubicBezTo>
                  <a:pt x="4457129" y="2534891"/>
                  <a:pt x="4457129" y="2535473"/>
                  <a:pt x="4456796" y="2535971"/>
                </a:cubicBezTo>
                <a:lnTo>
                  <a:pt x="4445414" y="2555744"/>
                </a:lnTo>
                <a:cubicBezTo>
                  <a:pt x="4445082" y="2556243"/>
                  <a:pt x="4444584" y="2556575"/>
                  <a:pt x="4444002" y="2556575"/>
                </a:cubicBezTo>
                <a:close/>
                <a:moveTo>
                  <a:pt x="4481351" y="2572879"/>
                </a:moveTo>
                <a:cubicBezTo>
                  <a:pt x="4480770" y="2572879"/>
                  <a:pt x="4480271" y="2572547"/>
                  <a:pt x="4479939" y="2572048"/>
                </a:cubicBezTo>
                <a:lnTo>
                  <a:pt x="4468475" y="2552109"/>
                </a:lnTo>
                <a:cubicBezTo>
                  <a:pt x="4468142" y="2551611"/>
                  <a:pt x="4468142" y="2550946"/>
                  <a:pt x="4468474" y="2550448"/>
                </a:cubicBezTo>
                <a:lnTo>
                  <a:pt x="4479939" y="2530509"/>
                </a:lnTo>
                <a:cubicBezTo>
                  <a:pt x="4480271" y="2530010"/>
                  <a:pt x="4480771" y="2529678"/>
                  <a:pt x="4481351" y="2529678"/>
                </a:cubicBezTo>
                <a:lnTo>
                  <a:pt x="4504364" y="2529678"/>
                </a:lnTo>
                <a:cubicBezTo>
                  <a:pt x="4504946" y="2529678"/>
                  <a:pt x="4505444" y="2530010"/>
                  <a:pt x="4505777" y="2530509"/>
                </a:cubicBezTo>
                <a:lnTo>
                  <a:pt x="4517242" y="2550448"/>
                </a:lnTo>
                <a:cubicBezTo>
                  <a:pt x="4517574" y="2550946"/>
                  <a:pt x="4517574" y="2551611"/>
                  <a:pt x="4517242" y="2552109"/>
                </a:cubicBezTo>
                <a:lnTo>
                  <a:pt x="4505777" y="2572048"/>
                </a:lnTo>
                <a:cubicBezTo>
                  <a:pt x="4505444" y="2572547"/>
                  <a:pt x="4504946" y="2572879"/>
                  <a:pt x="4504364" y="2572879"/>
                </a:cubicBezTo>
                <a:close/>
                <a:moveTo>
                  <a:pt x="4541186" y="2589491"/>
                </a:moveTo>
                <a:cubicBezTo>
                  <a:pt x="4540604" y="2589491"/>
                  <a:pt x="4540106" y="2589158"/>
                  <a:pt x="4539773" y="2588661"/>
                </a:cubicBezTo>
                <a:lnTo>
                  <a:pt x="4528059" y="2568306"/>
                </a:lnTo>
                <a:cubicBezTo>
                  <a:pt x="4527727" y="2567807"/>
                  <a:pt x="4527727" y="2567144"/>
                  <a:pt x="4528059" y="2566645"/>
                </a:cubicBezTo>
                <a:lnTo>
                  <a:pt x="4539856" y="2546291"/>
                </a:lnTo>
                <a:cubicBezTo>
                  <a:pt x="4540106" y="2545791"/>
                  <a:pt x="4540687" y="2545460"/>
                  <a:pt x="4541269" y="2545459"/>
                </a:cubicBezTo>
                <a:lnTo>
                  <a:pt x="4564780" y="2545459"/>
                </a:lnTo>
                <a:cubicBezTo>
                  <a:pt x="4565362" y="2545459"/>
                  <a:pt x="4565860" y="2545792"/>
                  <a:pt x="4566193" y="2546291"/>
                </a:cubicBezTo>
                <a:lnTo>
                  <a:pt x="4577907" y="2566644"/>
                </a:lnTo>
                <a:cubicBezTo>
                  <a:pt x="4578239" y="2567144"/>
                  <a:pt x="4578239" y="2567807"/>
                  <a:pt x="4577907" y="2568307"/>
                </a:cubicBezTo>
                <a:lnTo>
                  <a:pt x="4566109" y="2588661"/>
                </a:lnTo>
                <a:cubicBezTo>
                  <a:pt x="4565860" y="2589159"/>
                  <a:pt x="4565279" y="2589492"/>
                  <a:pt x="4564697" y="2589491"/>
                </a:cubicBezTo>
                <a:close/>
                <a:moveTo>
                  <a:pt x="804479" y="1625423"/>
                </a:moveTo>
                <a:cubicBezTo>
                  <a:pt x="804396" y="1625423"/>
                  <a:pt x="804147" y="1625174"/>
                  <a:pt x="804147" y="1625174"/>
                </a:cubicBezTo>
                <a:lnTo>
                  <a:pt x="801156" y="1619940"/>
                </a:lnTo>
                <a:cubicBezTo>
                  <a:pt x="801156" y="1619856"/>
                  <a:pt x="801156" y="1619524"/>
                  <a:pt x="801156" y="1619524"/>
                </a:cubicBezTo>
                <a:lnTo>
                  <a:pt x="804147" y="1614290"/>
                </a:lnTo>
                <a:cubicBezTo>
                  <a:pt x="804230" y="1614041"/>
                  <a:pt x="804479" y="1614041"/>
                  <a:pt x="804479" y="1614041"/>
                </a:cubicBezTo>
                <a:lnTo>
                  <a:pt x="810461" y="1614041"/>
                </a:lnTo>
                <a:cubicBezTo>
                  <a:pt x="810544" y="1614041"/>
                  <a:pt x="810793" y="1614290"/>
                  <a:pt x="810793" y="1614290"/>
                </a:cubicBezTo>
                <a:lnTo>
                  <a:pt x="813784" y="1619524"/>
                </a:lnTo>
                <a:cubicBezTo>
                  <a:pt x="813784" y="1619607"/>
                  <a:pt x="813784" y="1619940"/>
                  <a:pt x="813784" y="1619940"/>
                </a:cubicBezTo>
                <a:lnTo>
                  <a:pt x="810793" y="1625174"/>
                </a:lnTo>
                <a:cubicBezTo>
                  <a:pt x="810710" y="1625423"/>
                  <a:pt x="810461" y="1625423"/>
                  <a:pt x="810461" y="1625423"/>
                </a:cubicBezTo>
                <a:close/>
                <a:moveTo>
                  <a:pt x="1646577" y="1852111"/>
                </a:moveTo>
                <a:cubicBezTo>
                  <a:pt x="1646411" y="1852111"/>
                  <a:pt x="1646162" y="1851861"/>
                  <a:pt x="1646162" y="1851861"/>
                </a:cubicBezTo>
                <a:lnTo>
                  <a:pt x="1642672" y="1845797"/>
                </a:lnTo>
                <a:cubicBezTo>
                  <a:pt x="1642590" y="1845630"/>
                  <a:pt x="1642672" y="1845298"/>
                  <a:pt x="1642672" y="1845298"/>
                </a:cubicBezTo>
                <a:lnTo>
                  <a:pt x="1646162" y="1839233"/>
                </a:lnTo>
                <a:cubicBezTo>
                  <a:pt x="1646244" y="1839067"/>
                  <a:pt x="1646577" y="1838985"/>
                  <a:pt x="1646577" y="1838985"/>
                </a:cubicBezTo>
                <a:lnTo>
                  <a:pt x="1653555" y="1838984"/>
                </a:lnTo>
                <a:cubicBezTo>
                  <a:pt x="1653722" y="1838985"/>
                  <a:pt x="1653971" y="1839233"/>
                  <a:pt x="1653971" y="1839233"/>
                </a:cubicBezTo>
                <a:lnTo>
                  <a:pt x="1657460" y="1845298"/>
                </a:lnTo>
                <a:cubicBezTo>
                  <a:pt x="1657543" y="1845464"/>
                  <a:pt x="1657460" y="1845797"/>
                  <a:pt x="1657460" y="1845797"/>
                </a:cubicBezTo>
                <a:lnTo>
                  <a:pt x="1653971" y="1851861"/>
                </a:lnTo>
                <a:cubicBezTo>
                  <a:pt x="1653888" y="1852027"/>
                  <a:pt x="1653555" y="1852111"/>
                  <a:pt x="1653555" y="1852111"/>
                </a:cubicBezTo>
                <a:close/>
                <a:moveTo>
                  <a:pt x="2970406" y="2207303"/>
                </a:moveTo>
                <a:cubicBezTo>
                  <a:pt x="2970240" y="2207303"/>
                  <a:pt x="2969991" y="2207054"/>
                  <a:pt x="2969991" y="2207054"/>
                </a:cubicBezTo>
                <a:lnTo>
                  <a:pt x="2966252" y="2200657"/>
                </a:lnTo>
                <a:cubicBezTo>
                  <a:pt x="2966169" y="2200491"/>
                  <a:pt x="2966252" y="2200158"/>
                  <a:pt x="2966252" y="2200158"/>
                </a:cubicBezTo>
                <a:lnTo>
                  <a:pt x="2969991" y="2193761"/>
                </a:lnTo>
                <a:cubicBezTo>
                  <a:pt x="2970074" y="2193595"/>
                  <a:pt x="2970406" y="2193512"/>
                  <a:pt x="2970406" y="2193512"/>
                </a:cubicBezTo>
                <a:lnTo>
                  <a:pt x="2977800" y="2193512"/>
                </a:lnTo>
                <a:cubicBezTo>
                  <a:pt x="2977966" y="2193512"/>
                  <a:pt x="2978215" y="2193761"/>
                  <a:pt x="2978215" y="2193761"/>
                </a:cubicBezTo>
                <a:lnTo>
                  <a:pt x="2981954" y="2200158"/>
                </a:lnTo>
                <a:cubicBezTo>
                  <a:pt x="2982037" y="2200325"/>
                  <a:pt x="2981954" y="2200657"/>
                  <a:pt x="2981954" y="2200657"/>
                </a:cubicBezTo>
                <a:lnTo>
                  <a:pt x="2978215" y="2207054"/>
                </a:lnTo>
                <a:cubicBezTo>
                  <a:pt x="2978132" y="2207220"/>
                  <a:pt x="2977800" y="2207303"/>
                  <a:pt x="2977800" y="2207303"/>
                </a:cubicBezTo>
                <a:close/>
                <a:moveTo>
                  <a:pt x="3511864" y="2352865"/>
                </a:moveTo>
                <a:cubicBezTo>
                  <a:pt x="3511615" y="2352865"/>
                  <a:pt x="3511366" y="2352615"/>
                  <a:pt x="3511366" y="2352615"/>
                </a:cubicBezTo>
                <a:lnTo>
                  <a:pt x="3507378" y="2345721"/>
                </a:lnTo>
                <a:cubicBezTo>
                  <a:pt x="3507295" y="2345553"/>
                  <a:pt x="3507378" y="2345138"/>
                  <a:pt x="3507378" y="2345138"/>
                </a:cubicBezTo>
                <a:lnTo>
                  <a:pt x="3511366" y="2338242"/>
                </a:lnTo>
                <a:cubicBezTo>
                  <a:pt x="3511449" y="2338076"/>
                  <a:pt x="3511864" y="2337994"/>
                  <a:pt x="3511864" y="2337994"/>
                </a:cubicBezTo>
                <a:lnTo>
                  <a:pt x="3519757" y="2337993"/>
                </a:lnTo>
                <a:cubicBezTo>
                  <a:pt x="3520006" y="2337993"/>
                  <a:pt x="3520255" y="2338242"/>
                  <a:pt x="3520255" y="2338242"/>
                </a:cubicBezTo>
                <a:lnTo>
                  <a:pt x="3524243" y="2345138"/>
                </a:lnTo>
                <a:cubicBezTo>
                  <a:pt x="3524326" y="2345305"/>
                  <a:pt x="3524243" y="2345720"/>
                  <a:pt x="3524243" y="2345720"/>
                </a:cubicBezTo>
                <a:lnTo>
                  <a:pt x="3520255" y="2352615"/>
                </a:lnTo>
                <a:cubicBezTo>
                  <a:pt x="3520172" y="2352781"/>
                  <a:pt x="3519757" y="2352864"/>
                  <a:pt x="3519757" y="2352864"/>
                </a:cubicBezTo>
                <a:close/>
                <a:moveTo>
                  <a:pt x="3390222" y="2323029"/>
                </a:moveTo>
                <a:cubicBezTo>
                  <a:pt x="3389973" y="2323029"/>
                  <a:pt x="3389558" y="2322696"/>
                  <a:pt x="3389558" y="2322696"/>
                </a:cubicBezTo>
                <a:lnTo>
                  <a:pt x="3384324" y="2313641"/>
                </a:lnTo>
                <a:cubicBezTo>
                  <a:pt x="3384158" y="2313391"/>
                  <a:pt x="3384324" y="2312893"/>
                  <a:pt x="3384324" y="2312893"/>
                </a:cubicBezTo>
                <a:lnTo>
                  <a:pt x="3389559" y="2303837"/>
                </a:lnTo>
                <a:cubicBezTo>
                  <a:pt x="3389725" y="2303671"/>
                  <a:pt x="3390223" y="2303505"/>
                  <a:pt x="3390223" y="2303505"/>
                </a:cubicBezTo>
                <a:lnTo>
                  <a:pt x="3400690" y="2303505"/>
                </a:lnTo>
                <a:cubicBezTo>
                  <a:pt x="3400940" y="2303505"/>
                  <a:pt x="3401355" y="2303837"/>
                  <a:pt x="3401355" y="2303837"/>
                </a:cubicBezTo>
                <a:lnTo>
                  <a:pt x="3406589" y="2312893"/>
                </a:lnTo>
                <a:cubicBezTo>
                  <a:pt x="3406756" y="2313142"/>
                  <a:pt x="3406589" y="2313641"/>
                  <a:pt x="3406589" y="2313641"/>
                </a:cubicBezTo>
                <a:lnTo>
                  <a:pt x="3401355" y="2322696"/>
                </a:lnTo>
                <a:cubicBezTo>
                  <a:pt x="3401189" y="2322862"/>
                  <a:pt x="3400691" y="2323029"/>
                  <a:pt x="3400691" y="2323029"/>
                </a:cubicBezTo>
                <a:close/>
                <a:moveTo>
                  <a:pt x="1764374" y="1889099"/>
                </a:moveTo>
                <a:cubicBezTo>
                  <a:pt x="1764042" y="1889099"/>
                  <a:pt x="1763627" y="1888684"/>
                  <a:pt x="1763627" y="1888684"/>
                </a:cubicBezTo>
                <a:lnTo>
                  <a:pt x="1757562" y="1878216"/>
                </a:lnTo>
                <a:cubicBezTo>
                  <a:pt x="1757396" y="1877967"/>
                  <a:pt x="1757562" y="1877385"/>
                  <a:pt x="1757562" y="1877385"/>
                </a:cubicBezTo>
                <a:lnTo>
                  <a:pt x="1763627" y="1866917"/>
                </a:lnTo>
                <a:cubicBezTo>
                  <a:pt x="1763793" y="1866668"/>
                  <a:pt x="1764374" y="1866502"/>
                  <a:pt x="1764374" y="1866502"/>
                </a:cubicBezTo>
                <a:lnTo>
                  <a:pt x="1776504" y="1866502"/>
                </a:lnTo>
                <a:cubicBezTo>
                  <a:pt x="1776836" y="1866502"/>
                  <a:pt x="1777252" y="1866917"/>
                  <a:pt x="1777252" y="1866917"/>
                </a:cubicBezTo>
                <a:lnTo>
                  <a:pt x="1783316" y="1877385"/>
                </a:lnTo>
                <a:cubicBezTo>
                  <a:pt x="1783483" y="1877635"/>
                  <a:pt x="1783316" y="1878216"/>
                  <a:pt x="1783316" y="1878216"/>
                </a:cubicBezTo>
                <a:lnTo>
                  <a:pt x="1777252" y="1888684"/>
                </a:lnTo>
                <a:cubicBezTo>
                  <a:pt x="1777085" y="1888933"/>
                  <a:pt x="1776504" y="1889099"/>
                  <a:pt x="1776504" y="1889099"/>
                </a:cubicBezTo>
                <a:close/>
                <a:moveTo>
                  <a:pt x="3027185" y="2229826"/>
                </a:moveTo>
                <a:cubicBezTo>
                  <a:pt x="3026853" y="2229826"/>
                  <a:pt x="3026354" y="2229329"/>
                  <a:pt x="3026354" y="2229329"/>
                </a:cubicBezTo>
                <a:lnTo>
                  <a:pt x="3019210" y="2217032"/>
                </a:lnTo>
                <a:cubicBezTo>
                  <a:pt x="3019044" y="2216701"/>
                  <a:pt x="3019210" y="2216035"/>
                  <a:pt x="3019210" y="2216035"/>
                </a:cubicBezTo>
                <a:lnTo>
                  <a:pt x="3026354" y="2203739"/>
                </a:lnTo>
                <a:cubicBezTo>
                  <a:pt x="3026521" y="2203408"/>
                  <a:pt x="3027185" y="2203242"/>
                  <a:pt x="3027185" y="2203242"/>
                </a:cubicBezTo>
                <a:lnTo>
                  <a:pt x="3041392" y="2203242"/>
                </a:lnTo>
                <a:cubicBezTo>
                  <a:pt x="3041724" y="2203242"/>
                  <a:pt x="3042223" y="2203739"/>
                  <a:pt x="3042223" y="2203739"/>
                </a:cubicBezTo>
                <a:lnTo>
                  <a:pt x="3049368" y="2216035"/>
                </a:lnTo>
                <a:cubicBezTo>
                  <a:pt x="3049534" y="2216367"/>
                  <a:pt x="3049368" y="2217033"/>
                  <a:pt x="3049368" y="2217033"/>
                </a:cubicBezTo>
                <a:lnTo>
                  <a:pt x="3042223" y="2229329"/>
                </a:lnTo>
                <a:cubicBezTo>
                  <a:pt x="3042057" y="2229660"/>
                  <a:pt x="3041392" y="2229827"/>
                  <a:pt x="3041392" y="2229827"/>
                </a:cubicBezTo>
                <a:close/>
                <a:moveTo>
                  <a:pt x="3447618" y="2344383"/>
                </a:moveTo>
                <a:cubicBezTo>
                  <a:pt x="3447202" y="2344383"/>
                  <a:pt x="3446621" y="2343801"/>
                  <a:pt x="3446621" y="2343801"/>
                </a:cubicBezTo>
                <a:lnTo>
                  <a:pt x="3438562" y="2329844"/>
                </a:lnTo>
                <a:cubicBezTo>
                  <a:pt x="3438396" y="2329429"/>
                  <a:pt x="3438562" y="2328681"/>
                  <a:pt x="3438562" y="2328681"/>
                </a:cubicBezTo>
                <a:lnTo>
                  <a:pt x="3446621" y="2314724"/>
                </a:lnTo>
                <a:cubicBezTo>
                  <a:pt x="3446870" y="2314391"/>
                  <a:pt x="3447618" y="2314142"/>
                  <a:pt x="3447618" y="2314142"/>
                </a:cubicBezTo>
                <a:lnTo>
                  <a:pt x="3463652" y="2314142"/>
                </a:lnTo>
                <a:cubicBezTo>
                  <a:pt x="3464067" y="2314142"/>
                  <a:pt x="3464649" y="2314724"/>
                  <a:pt x="3464649" y="2314724"/>
                </a:cubicBezTo>
                <a:lnTo>
                  <a:pt x="3472707" y="2328681"/>
                </a:lnTo>
                <a:cubicBezTo>
                  <a:pt x="3472873" y="2329096"/>
                  <a:pt x="3472707" y="2329844"/>
                  <a:pt x="3472707" y="2329844"/>
                </a:cubicBezTo>
                <a:lnTo>
                  <a:pt x="3464649" y="2343801"/>
                </a:lnTo>
                <a:cubicBezTo>
                  <a:pt x="3464399" y="2344133"/>
                  <a:pt x="3463652" y="2344383"/>
                  <a:pt x="3463652" y="2344383"/>
                </a:cubicBezTo>
                <a:close/>
                <a:moveTo>
                  <a:pt x="1100355" y="1715436"/>
                </a:moveTo>
                <a:cubicBezTo>
                  <a:pt x="1099939" y="1715436"/>
                  <a:pt x="1099357" y="1714854"/>
                  <a:pt x="1099357" y="1714854"/>
                </a:cubicBezTo>
                <a:lnTo>
                  <a:pt x="1091300" y="1700897"/>
                </a:lnTo>
                <a:cubicBezTo>
                  <a:pt x="1091133" y="1700482"/>
                  <a:pt x="1091300" y="1699734"/>
                  <a:pt x="1091300" y="1699734"/>
                </a:cubicBezTo>
                <a:lnTo>
                  <a:pt x="1099357" y="1685777"/>
                </a:lnTo>
                <a:cubicBezTo>
                  <a:pt x="1099607" y="1685444"/>
                  <a:pt x="1100355" y="1685195"/>
                  <a:pt x="1100355" y="1685195"/>
                </a:cubicBezTo>
                <a:lnTo>
                  <a:pt x="1116388" y="1685195"/>
                </a:lnTo>
                <a:cubicBezTo>
                  <a:pt x="1116805" y="1685195"/>
                  <a:pt x="1117386" y="1685777"/>
                  <a:pt x="1117386" y="1685777"/>
                </a:cubicBezTo>
                <a:lnTo>
                  <a:pt x="1125445" y="1699734"/>
                </a:lnTo>
                <a:cubicBezTo>
                  <a:pt x="1125611" y="1700149"/>
                  <a:pt x="1125444" y="1700897"/>
                  <a:pt x="1125444" y="1700897"/>
                </a:cubicBezTo>
                <a:lnTo>
                  <a:pt x="1117387" y="1714854"/>
                </a:lnTo>
                <a:cubicBezTo>
                  <a:pt x="1117137" y="1715186"/>
                  <a:pt x="1116388" y="1715436"/>
                  <a:pt x="1116388" y="1715436"/>
                </a:cubicBezTo>
                <a:close/>
                <a:moveTo>
                  <a:pt x="979794" y="1683604"/>
                </a:moveTo>
                <a:cubicBezTo>
                  <a:pt x="979378" y="1683604"/>
                  <a:pt x="978797" y="1683023"/>
                  <a:pt x="978797" y="1683023"/>
                </a:cubicBezTo>
                <a:lnTo>
                  <a:pt x="970572" y="1668733"/>
                </a:lnTo>
                <a:cubicBezTo>
                  <a:pt x="970322" y="1668401"/>
                  <a:pt x="970572" y="1667570"/>
                  <a:pt x="970572" y="1667570"/>
                </a:cubicBezTo>
                <a:lnTo>
                  <a:pt x="978797" y="1653280"/>
                </a:lnTo>
                <a:cubicBezTo>
                  <a:pt x="978962" y="1652948"/>
                  <a:pt x="979794" y="1652699"/>
                  <a:pt x="979794" y="1652699"/>
                </a:cubicBezTo>
                <a:lnTo>
                  <a:pt x="996243" y="1652699"/>
                </a:lnTo>
                <a:cubicBezTo>
                  <a:pt x="996658" y="1652699"/>
                  <a:pt x="997240" y="1653280"/>
                  <a:pt x="997240" y="1653280"/>
                </a:cubicBezTo>
                <a:lnTo>
                  <a:pt x="1005465" y="1667570"/>
                </a:lnTo>
                <a:cubicBezTo>
                  <a:pt x="1005713" y="1667902"/>
                  <a:pt x="1005465" y="1668733"/>
                  <a:pt x="1005465" y="1668733"/>
                </a:cubicBezTo>
                <a:lnTo>
                  <a:pt x="997240" y="1683023"/>
                </a:lnTo>
                <a:cubicBezTo>
                  <a:pt x="997074" y="1683355"/>
                  <a:pt x="996243" y="1683604"/>
                  <a:pt x="996243" y="1683604"/>
                </a:cubicBezTo>
                <a:close/>
                <a:moveTo>
                  <a:pt x="1039980" y="1699731"/>
                </a:moveTo>
                <a:cubicBezTo>
                  <a:pt x="1039564" y="1699731"/>
                  <a:pt x="1038983" y="1699150"/>
                  <a:pt x="1038983" y="1699150"/>
                </a:cubicBezTo>
                <a:lnTo>
                  <a:pt x="1030758" y="1684860"/>
                </a:lnTo>
                <a:cubicBezTo>
                  <a:pt x="1030508" y="1684528"/>
                  <a:pt x="1030758" y="1683697"/>
                  <a:pt x="1030758" y="1683697"/>
                </a:cubicBezTo>
                <a:lnTo>
                  <a:pt x="1038983" y="1669407"/>
                </a:lnTo>
                <a:cubicBezTo>
                  <a:pt x="1039148" y="1669075"/>
                  <a:pt x="1039980" y="1668826"/>
                  <a:pt x="1039980" y="1668826"/>
                </a:cubicBezTo>
                <a:lnTo>
                  <a:pt x="1056429" y="1668826"/>
                </a:lnTo>
                <a:cubicBezTo>
                  <a:pt x="1056844" y="1668826"/>
                  <a:pt x="1057426" y="1669407"/>
                  <a:pt x="1057426" y="1669407"/>
                </a:cubicBezTo>
                <a:lnTo>
                  <a:pt x="1065651" y="1683697"/>
                </a:lnTo>
                <a:cubicBezTo>
                  <a:pt x="1065900" y="1684029"/>
                  <a:pt x="1065651" y="1684860"/>
                  <a:pt x="1065651" y="1684860"/>
                </a:cubicBezTo>
                <a:lnTo>
                  <a:pt x="1057426" y="1699150"/>
                </a:lnTo>
                <a:cubicBezTo>
                  <a:pt x="1057260" y="1699482"/>
                  <a:pt x="1056429" y="1699731"/>
                  <a:pt x="1056429" y="1699731"/>
                </a:cubicBezTo>
                <a:close/>
                <a:moveTo>
                  <a:pt x="1160352" y="1731985"/>
                </a:moveTo>
                <a:cubicBezTo>
                  <a:pt x="1159937" y="1731985"/>
                  <a:pt x="1159355" y="1731403"/>
                  <a:pt x="1159355" y="1731403"/>
                </a:cubicBezTo>
                <a:lnTo>
                  <a:pt x="1151131" y="1717114"/>
                </a:lnTo>
                <a:cubicBezTo>
                  <a:pt x="1150880" y="1716781"/>
                  <a:pt x="1151131" y="1715951"/>
                  <a:pt x="1151131" y="1715951"/>
                </a:cubicBezTo>
                <a:lnTo>
                  <a:pt x="1159355" y="1701660"/>
                </a:lnTo>
                <a:cubicBezTo>
                  <a:pt x="1159520" y="1701329"/>
                  <a:pt x="1160353" y="1701080"/>
                  <a:pt x="1160353" y="1701080"/>
                </a:cubicBezTo>
                <a:lnTo>
                  <a:pt x="1176802" y="1701080"/>
                </a:lnTo>
                <a:cubicBezTo>
                  <a:pt x="1177216" y="1701079"/>
                  <a:pt x="1177798" y="1701661"/>
                  <a:pt x="1177798" y="1701661"/>
                </a:cubicBezTo>
                <a:lnTo>
                  <a:pt x="1186023" y="1715951"/>
                </a:lnTo>
                <a:cubicBezTo>
                  <a:pt x="1186273" y="1716283"/>
                  <a:pt x="1186024" y="1717113"/>
                  <a:pt x="1186024" y="1717113"/>
                </a:cubicBezTo>
                <a:lnTo>
                  <a:pt x="1177799" y="1731404"/>
                </a:lnTo>
                <a:cubicBezTo>
                  <a:pt x="1177633" y="1731735"/>
                  <a:pt x="1176801" y="1731985"/>
                  <a:pt x="1176801" y="1731985"/>
                </a:cubicBezTo>
                <a:close/>
                <a:moveTo>
                  <a:pt x="3086227" y="2248223"/>
                </a:moveTo>
                <a:cubicBezTo>
                  <a:pt x="3085812" y="2248223"/>
                  <a:pt x="3085230" y="2247641"/>
                  <a:pt x="3085230" y="2247641"/>
                </a:cubicBezTo>
                <a:lnTo>
                  <a:pt x="3076923" y="2233186"/>
                </a:lnTo>
                <a:cubicBezTo>
                  <a:pt x="3076673" y="2232853"/>
                  <a:pt x="3076922" y="2232022"/>
                  <a:pt x="3076922" y="2232022"/>
                </a:cubicBezTo>
                <a:lnTo>
                  <a:pt x="3085230" y="2217567"/>
                </a:lnTo>
                <a:cubicBezTo>
                  <a:pt x="3085396" y="2217234"/>
                  <a:pt x="3086227" y="2216985"/>
                  <a:pt x="3086227" y="2216985"/>
                </a:cubicBezTo>
                <a:lnTo>
                  <a:pt x="3102926" y="2216985"/>
                </a:lnTo>
                <a:cubicBezTo>
                  <a:pt x="3103341" y="2216985"/>
                  <a:pt x="3103922" y="2217567"/>
                  <a:pt x="3103922" y="2217567"/>
                </a:cubicBezTo>
                <a:lnTo>
                  <a:pt x="3112230" y="2232022"/>
                </a:lnTo>
                <a:cubicBezTo>
                  <a:pt x="3112480" y="2232355"/>
                  <a:pt x="3112230" y="2233186"/>
                  <a:pt x="3112230" y="2233186"/>
                </a:cubicBezTo>
                <a:lnTo>
                  <a:pt x="3103922" y="2247641"/>
                </a:lnTo>
                <a:cubicBezTo>
                  <a:pt x="3103756" y="2247974"/>
                  <a:pt x="3102926" y="2248223"/>
                  <a:pt x="3102926" y="2248223"/>
                </a:cubicBezTo>
                <a:close/>
                <a:moveTo>
                  <a:pt x="3688008" y="2409562"/>
                </a:moveTo>
                <a:cubicBezTo>
                  <a:pt x="3687591" y="2409562"/>
                  <a:pt x="3687010" y="2408981"/>
                  <a:pt x="3687010" y="2408981"/>
                </a:cubicBezTo>
                <a:lnTo>
                  <a:pt x="3678620" y="2394442"/>
                </a:lnTo>
                <a:cubicBezTo>
                  <a:pt x="3678370" y="2394109"/>
                  <a:pt x="3678619" y="2393278"/>
                  <a:pt x="3678619" y="2393278"/>
                </a:cubicBezTo>
                <a:lnTo>
                  <a:pt x="3687010" y="2378740"/>
                </a:lnTo>
                <a:cubicBezTo>
                  <a:pt x="3687176" y="2378407"/>
                  <a:pt x="3687591" y="2378158"/>
                  <a:pt x="3688008" y="2378158"/>
                </a:cubicBezTo>
                <a:lnTo>
                  <a:pt x="3704789" y="2378158"/>
                </a:lnTo>
                <a:cubicBezTo>
                  <a:pt x="3705205" y="2378158"/>
                  <a:pt x="3705787" y="2378740"/>
                  <a:pt x="3705787" y="2378740"/>
                </a:cubicBezTo>
                <a:lnTo>
                  <a:pt x="3714177" y="2393278"/>
                </a:lnTo>
                <a:cubicBezTo>
                  <a:pt x="3714426" y="2393611"/>
                  <a:pt x="3714178" y="2394442"/>
                  <a:pt x="3714178" y="2394442"/>
                </a:cubicBezTo>
                <a:lnTo>
                  <a:pt x="3705786" y="2408981"/>
                </a:lnTo>
                <a:cubicBezTo>
                  <a:pt x="3705620" y="2409313"/>
                  <a:pt x="3705205" y="2409562"/>
                  <a:pt x="3704789" y="2409562"/>
                </a:cubicBezTo>
                <a:close/>
                <a:moveTo>
                  <a:pt x="1220291" y="1748435"/>
                </a:moveTo>
                <a:cubicBezTo>
                  <a:pt x="1219875" y="1748435"/>
                  <a:pt x="1219293" y="1747852"/>
                  <a:pt x="1219293" y="1747852"/>
                </a:cubicBezTo>
                <a:lnTo>
                  <a:pt x="1210820" y="1733232"/>
                </a:lnTo>
                <a:cubicBezTo>
                  <a:pt x="1210570" y="1732899"/>
                  <a:pt x="1210819" y="1732068"/>
                  <a:pt x="1210819" y="1732068"/>
                </a:cubicBezTo>
                <a:lnTo>
                  <a:pt x="1219293" y="1717447"/>
                </a:lnTo>
                <a:cubicBezTo>
                  <a:pt x="1219459" y="1717114"/>
                  <a:pt x="1219875" y="1716865"/>
                  <a:pt x="1220291" y="1716865"/>
                </a:cubicBezTo>
                <a:lnTo>
                  <a:pt x="1237156" y="1716865"/>
                </a:lnTo>
                <a:cubicBezTo>
                  <a:pt x="1237570" y="1716865"/>
                  <a:pt x="1238153" y="1717447"/>
                  <a:pt x="1238153" y="1717447"/>
                </a:cubicBezTo>
                <a:lnTo>
                  <a:pt x="1246627" y="1732068"/>
                </a:lnTo>
                <a:cubicBezTo>
                  <a:pt x="1246875" y="1732401"/>
                  <a:pt x="1246626" y="1733232"/>
                  <a:pt x="1246626" y="1733232"/>
                </a:cubicBezTo>
                <a:lnTo>
                  <a:pt x="1238152" y="1747853"/>
                </a:lnTo>
                <a:cubicBezTo>
                  <a:pt x="1237987" y="1748186"/>
                  <a:pt x="1237570" y="1748435"/>
                  <a:pt x="1237155" y="1748435"/>
                </a:cubicBezTo>
                <a:close/>
                <a:moveTo>
                  <a:pt x="859151" y="1651847"/>
                </a:moveTo>
                <a:cubicBezTo>
                  <a:pt x="858735" y="1651846"/>
                  <a:pt x="858153" y="1651265"/>
                  <a:pt x="858153" y="1651265"/>
                </a:cubicBezTo>
                <a:lnTo>
                  <a:pt x="849680" y="1636560"/>
                </a:lnTo>
                <a:cubicBezTo>
                  <a:pt x="849429" y="1636227"/>
                  <a:pt x="849679" y="1635398"/>
                  <a:pt x="849679" y="1635398"/>
                </a:cubicBezTo>
                <a:lnTo>
                  <a:pt x="858153" y="1620692"/>
                </a:lnTo>
                <a:cubicBezTo>
                  <a:pt x="858320" y="1620360"/>
                  <a:pt x="858735" y="1620111"/>
                  <a:pt x="859151" y="1620111"/>
                </a:cubicBezTo>
                <a:lnTo>
                  <a:pt x="876098" y="1620110"/>
                </a:lnTo>
                <a:cubicBezTo>
                  <a:pt x="876513" y="1620111"/>
                  <a:pt x="877096" y="1620693"/>
                  <a:pt x="877096" y="1620693"/>
                </a:cubicBezTo>
                <a:lnTo>
                  <a:pt x="885569" y="1635398"/>
                </a:lnTo>
                <a:cubicBezTo>
                  <a:pt x="885819" y="1635730"/>
                  <a:pt x="885569" y="1636560"/>
                  <a:pt x="885569" y="1636560"/>
                </a:cubicBezTo>
                <a:lnTo>
                  <a:pt x="877096" y="1651266"/>
                </a:lnTo>
                <a:cubicBezTo>
                  <a:pt x="876929" y="1651597"/>
                  <a:pt x="876514" y="1651846"/>
                  <a:pt x="876098" y="1651847"/>
                </a:cubicBezTo>
                <a:close/>
                <a:moveTo>
                  <a:pt x="919263" y="1668059"/>
                </a:moveTo>
                <a:cubicBezTo>
                  <a:pt x="918764" y="1668059"/>
                  <a:pt x="918183" y="1667476"/>
                  <a:pt x="918183" y="1667476"/>
                </a:cubicBezTo>
                <a:lnTo>
                  <a:pt x="909626" y="1652689"/>
                </a:lnTo>
                <a:cubicBezTo>
                  <a:pt x="909377" y="1652272"/>
                  <a:pt x="909626" y="1651443"/>
                  <a:pt x="909626" y="1651443"/>
                </a:cubicBezTo>
                <a:lnTo>
                  <a:pt x="918183" y="1636655"/>
                </a:lnTo>
                <a:cubicBezTo>
                  <a:pt x="918432" y="1636322"/>
                  <a:pt x="918848" y="1636073"/>
                  <a:pt x="919263" y="1636073"/>
                </a:cubicBezTo>
                <a:lnTo>
                  <a:pt x="936377" y="1636073"/>
                </a:lnTo>
                <a:cubicBezTo>
                  <a:pt x="936876" y="1636072"/>
                  <a:pt x="937457" y="1636654"/>
                  <a:pt x="937457" y="1636654"/>
                </a:cubicBezTo>
                <a:lnTo>
                  <a:pt x="946014" y="1651443"/>
                </a:lnTo>
                <a:cubicBezTo>
                  <a:pt x="946263" y="1651858"/>
                  <a:pt x="946014" y="1652688"/>
                  <a:pt x="946014" y="1652688"/>
                </a:cubicBezTo>
                <a:lnTo>
                  <a:pt x="937457" y="1667477"/>
                </a:lnTo>
                <a:cubicBezTo>
                  <a:pt x="937208" y="1667809"/>
                  <a:pt x="936793" y="1668059"/>
                  <a:pt x="936377" y="1668059"/>
                </a:cubicBezTo>
                <a:close/>
                <a:moveTo>
                  <a:pt x="1280381" y="1764820"/>
                </a:moveTo>
                <a:cubicBezTo>
                  <a:pt x="1279882" y="1764820"/>
                  <a:pt x="1279301" y="1764238"/>
                  <a:pt x="1279301" y="1764238"/>
                </a:cubicBezTo>
                <a:lnTo>
                  <a:pt x="1270745" y="1749450"/>
                </a:lnTo>
                <a:cubicBezTo>
                  <a:pt x="1270495" y="1749034"/>
                  <a:pt x="1270744" y="1748204"/>
                  <a:pt x="1270744" y="1748204"/>
                </a:cubicBezTo>
                <a:lnTo>
                  <a:pt x="1279302" y="1733416"/>
                </a:lnTo>
                <a:cubicBezTo>
                  <a:pt x="1279550" y="1733083"/>
                  <a:pt x="1279965" y="1732834"/>
                  <a:pt x="1280381" y="1732834"/>
                </a:cubicBezTo>
                <a:lnTo>
                  <a:pt x="1297496" y="1732834"/>
                </a:lnTo>
                <a:cubicBezTo>
                  <a:pt x="1297995" y="1732834"/>
                  <a:pt x="1298575" y="1733416"/>
                  <a:pt x="1298575" y="1733416"/>
                </a:cubicBezTo>
                <a:lnTo>
                  <a:pt x="1307132" y="1748204"/>
                </a:lnTo>
                <a:cubicBezTo>
                  <a:pt x="1307381" y="1748619"/>
                  <a:pt x="1307132" y="1749450"/>
                  <a:pt x="1307132" y="1749450"/>
                </a:cubicBezTo>
                <a:lnTo>
                  <a:pt x="1298575" y="1764238"/>
                </a:lnTo>
                <a:cubicBezTo>
                  <a:pt x="1298327" y="1764570"/>
                  <a:pt x="1297911" y="1764820"/>
                  <a:pt x="1297496" y="1764820"/>
                </a:cubicBezTo>
                <a:close/>
                <a:moveTo>
                  <a:pt x="1460690" y="1813615"/>
                </a:moveTo>
                <a:cubicBezTo>
                  <a:pt x="1460275" y="1813615"/>
                  <a:pt x="1459610" y="1813034"/>
                  <a:pt x="1459610" y="1813034"/>
                </a:cubicBezTo>
                <a:lnTo>
                  <a:pt x="1450804" y="1797830"/>
                </a:lnTo>
                <a:cubicBezTo>
                  <a:pt x="1450554" y="1797415"/>
                  <a:pt x="1450804" y="1796584"/>
                  <a:pt x="1450804" y="1796584"/>
                </a:cubicBezTo>
                <a:lnTo>
                  <a:pt x="1459610" y="1781381"/>
                </a:lnTo>
                <a:cubicBezTo>
                  <a:pt x="1459860" y="1781048"/>
                  <a:pt x="1460275" y="1780799"/>
                  <a:pt x="1460690" y="1780799"/>
                </a:cubicBezTo>
                <a:lnTo>
                  <a:pt x="1478303" y="1780799"/>
                </a:lnTo>
                <a:cubicBezTo>
                  <a:pt x="1478718" y="1780799"/>
                  <a:pt x="1479383" y="1781381"/>
                  <a:pt x="1479383" y="1781381"/>
                </a:cubicBezTo>
                <a:lnTo>
                  <a:pt x="1488190" y="1796584"/>
                </a:lnTo>
                <a:cubicBezTo>
                  <a:pt x="1488439" y="1797000"/>
                  <a:pt x="1488190" y="1797830"/>
                  <a:pt x="1488190" y="1797830"/>
                </a:cubicBezTo>
                <a:lnTo>
                  <a:pt x="1479383" y="1813034"/>
                </a:lnTo>
                <a:cubicBezTo>
                  <a:pt x="1479134" y="1813366"/>
                  <a:pt x="1478718" y="1813615"/>
                  <a:pt x="1478303" y="1813615"/>
                </a:cubicBezTo>
                <a:close/>
                <a:moveTo>
                  <a:pt x="1400443" y="1797741"/>
                </a:moveTo>
                <a:cubicBezTo>
                  <a:pt x="1400027" y="1797741"/>
                  <a:pt x="1399362" y="1797076"/>
                  <a:pt x="1399362" y="1797076"/>
                </a:cubicBezTo>
                <a:lnTo>
                  <a:pt x="1390473" y="1781624"/>
                </a:lnTo>
                <a:cubicBezTo>
                  <a:pt x="1390225" y="1781291"/>
                  <a:pt x="1390474" y="1780377"/>
                  <a:pt x="1390474" y="1780377"/>
                </a:cubicBezTo>
                <a:lnTo>
                  <a:pt x="1399362" y="1764925"/>
                </a:lnTo>
                <a:cubicBezTo>
                  <a:pt x="1399612" y="1764509"/>
                  <a:pt x="1400028" y="1764260"/>
                  <a:pt x="1400443" y="1764260"/>
                </a:cubicBezTo>
                <a:lnTo>
                  <a:pt x="1418221" y="1764260"/>
                </a:lnTo>
                <a:cubicBezTo>
                  <a:pt x="1418638" y="1764260"/>
                  <a:pt x="1419302" y="1764925"/>
                  <a:pt x="1419302" y="1764925"/>
                </a:cubicBezTo>
                <a:lnTo>
                  <a:pt x="1428191" y="1780377"/>
                </a:lnTo>
                <a:cubicBezTo>
                  <a:pt x="1428441" y="1780710"/>
                  <a:pt x="1428192" y="1781624"/>
                  <a:pt x="1428192" y="1781624"/>
                </a:cubicBezTo>
                <a:lnTo>
                  <a:pt x="1419301" y="1797076"/>
                </a:lnTo>
                <a:cubicBezTo>
                  <a:pt x="1419052" y="1797492"/>
                  <a:pt x="1418638" y="1797741"/>
                  <a:pt x="1418221" y="1797741"/>
                </a:cubicBezTo>
                <a:close/>
                <a:moveTo>
                  <a:pt x="1581001" y="1846122"/>
                </a:moveTo>
                <a:cubicBezTo>
                  <a:pt x="1580586" y="1846122"/>
                  <a:pt x="1579921" y="1845457"/>
                  <a:pt x="1579921" y="1845457"/>
                </a:cubicBezTo>
                <a:lnTo>
                  <a:pt x="1571032" y="1830005"/>
                </a:lnTo>
                <a:cubicBezTo>
                  <a:pt x="1570783" y="1829672"/>
                  <a:pt x="1571032" y="1828758"/>
                  <a:pt x="1571032" y="1828758"/>
                </a:cubicBezTo>
                <a:lnTo>
                  <a:pt x="1579921" y="1813306"/>
                </a:lnTo>
                <a:cubicBezTo>
                  <a:pt x="1580171" y="1812890"/>
                  <a:pt x="1580586" y="1812641"/>
                  <a:pt x="1581001" y="1812641"/>
                </a:cubicBezTo>
                <a:lnTo>
                  <a:pt x="1598780" y="1812641"/>
                </a:lnTo>
                <a:cubicBezTo>
                  <a:pt x="1599196" y="1812641"/>
                  <a:pt x="1599860" y="1813306"/>
                  <a:pt x="1599860" y="1813306"/>
                </a:cubicBezTo>
                <a:lnTo>
                  <a:pt x="1608750" y="1828758"/>
                </a:lnTo>
                <a:cubicBezTo>
                  <a:pt x="1608999" y="1829091"/>
                  <a:pt x="1608750" y="1830005"/>
                  <a:pt x="1608750" y="1830005"/>
                </a:cubicBezTo>
                <a:lnTo>
                  <a:pt x="1599860" y="1845457"/>
                </a:lnTo>
                <a:cubicBezTo>
                  <a:pt x="1599611" y="1845873"/>
                  <a:pt x="1599196" y="1846122"/>
                  <a:pt x="1598780" y="1846122"/>
                </a:cubicBezTo>
                <a:close/>
                <a:moveTo>
                  <a:pt x="1520733" y="1830067"/>
                </a:moveTo>
                <a:cubicBezTo>
                  <a:pt x="1520319" y="1830067"/>
                  <a:pt x="1519654" y="1829402"/>
                  <a:pt x="1519654" y="1829402"/>
                </a:cubicBezTo>
                <a:lnTo>
                  <a:pt x="1510681" y="1813866"/>
                </a:lnTo>
                <a:cubicBezTo>
                  <a:pt x="1510432" y="1813534"/>
                  <a:pt x="1510681" y="1812620"/>
                  <a:pt x="1510681" y="1812620"/>
                </a:cubicBezTo>
                <a:lnTo>
                  <a:pt x="1519653" y="1797085"/>
                </a:lnTo>
                <a:cubicBezTo>
                  <a:pt x="1519904" y="1796669"/>
                  <a:pt x="1520319" y="1796420"/>
                  <a:pt x="1520733" y="1796420"/>
                </a:cubicBezTo>
                <a:lnTo>
                  <a:pt x="1538596" y="1796420"/>
                </a:lnTo>
                <a:cubicBezTo>
                  <a:pt x="1539012" y="1796420"/>
                  <a:pt x="1539677" y="1797085"/>
                  <a:pt x="1539677" y="1797085"/>
                </a:cubicBezTo>
                <a:lnTo>
                  <a:pt x="1548649" y="1812620"/>
                </a:lnTo>
                <a:cubicBezTo>
                  <a:pt x="1548897" y="1812953"/>
                  <a:pt x="1548649" y="1813866"/>
                  <a:pt x="1548649" y="1813866"/>
                </a:cubicBezTo>
                <a:lnTo>
                  <a:pt x="1539676" y="1829402"/>
                </a:lnTo>
                <a:cubicBezTo>
                  <a:pt x="1539427" y="1829819"/>
                  <a:pt x="1539012" y="1830067"/>
                  <a:pt x="1538597" y="1830067"/>
                </a:cubicBezTo>
                <a:close/>
                <a:moveTo>
                  <a:pt x="1340090" y="1781863"/>
                </a:moveTo>
                <a:cubicBezTo>
                  <a:pt x="1339675" y="1781862"/>
                  <a:pt x="1339011" y="1781198"/>
                  <a:pt x="1339011" y="1781198"/>
                </a:cubicBezTo>
                <a:lnTo>
                  <a:pt x="1329955" y="1765497"/>
                </a:lnTo>
                <a:cubicBezTo>
                  <a:pt x="1329705" y="1765164"/>
                  <a:pt x="1329955" y="1764251"/>
                  <a:pt x="1329955" y="1764251"/>
                </a:cubicBezTo>
                <a:lnTo>
                  <a:pt x="1339011" y="1748548"/>
                </a:lnTo>
                <a:cubicBezTo>
                  <a:pt x="1339260" y="1748132"/>
                  <a:pt x="1339675" y="1747884"/>
                  <a:pt x="1340090" y="1747883"/>
                </a:cubicBezTo>
                <a:lnTo>
                  <a:pt x="1358201" y="1747883"/>
                </a:lnTo>
                <a:cubicBezTo>
                  <a:pt x="1358617" y="1747884"/>
                  <a:pt x="1359282" y="1748548"/>
                  <a:pt x="1359282" y="1748548"/>
                </a:cubicBezTo>
                <a:lnTo>
                  <a:pt x="1368337" y="1764251"/>
                </a:lnTo>
                <a:cubicBezTo>
                  <a:pt x="1368587" y="1764583"/>
                  <a:pt x="1368337" y="1765496"/>
                  <a:pt x="1368337" y="1765496"/>
                </a:cubicBezTo>
                <a:lnTo>
                  <a:pt x="1359282" y="1781198"/>
                </a:lnTo>
                <a:cubicBezTo>
                  <a:pt x="1359033" y="1781614"/>
                  <a:pt x="1358617" y="1781862"/>
                  <a:pt x="1358202" y="1781862"/>
                </a:cubicBezTo>
                <a:close/>
                <a:moveTo>
                  <a:pt x="4770705" y="2701093"/>
                </a:moveTo>
                <a:cubicBezTo>
                  <a:pt x="4770290" y="2701093"/>
                  <a:pt x="4769625" y="2700429"/>
                  <a:pt x="4769625" y="2700429"/>
                </a:cubicBezTo>
                <a:lnTo>
                  <a:pt x="4760570" y="2684727"/>
                </a:lnTo>
                <a:cubicBezTo>
                  <a:pt x="4760321" y="2684395"/>
                  <a:pt x="4760570" y="2683481"/>
                  <a:pt x="4760570" y="2683481"/>
                </a:cubicBezTo>
                <a:lnTo>
                  <a:pt x="4769625" y="2667779"/>
                </a:lnTo>
                <a:cubicBezTo>
                  <a:pt x="4769792" y="2667363"/>
                  <a:pt x="4770290" y="2667114"/>
                  <a:pt x="4770705" y="2667114"/>
                </a:cubicBezTo>
                <a:lnTo>
                  <a:pt x="4788816" y="2667114"/>
                </a:lnTo>
                <a:cubicBezTo>
                  <a:pt x="4789232" y="2667114"/>
                  <a:pt x="4789897" y="2667779"/>
                  <a:pt x="4789897" y="2667779"/>
                </a:cubicBezTo>
                <a:lnTo>
                  <a:pt x="4798952" y="2683481"/>
                </a:lnTo>
                <a:cubicBezTo>
                  <a:pt x="4799202" y="2683813"/>
                  <a:pt x="4798952" y="2684727"/>
                  <a:pt x="4798952" y="2684727"/>
                </a:cubicBezTo>
                <a:lnTo>
                  <a:pt x="4789897" y="2700429"/>
                </a:lnTo>
                <a:cubicBezTo>
                  <a:pt x="4789731" y="2700844"/>
                  <a:pt x="4789232" y="2701093"/>
                  <a:pt x="4788817" y="2701093"/>
                </a:cubicBezTo>
                <a:close/>
                <a:moveTo>
                  <a:pt x="1821404" y="1911209"/>
                </a:moveTo>
                <a:cubicBezTo>
                  <a:pt x="1820905" y="1911209"/>
                  <a:pt x="1820241" y="1910544"/>
                  <a:pt x="1820241" y="1910544"/>
                </a:cubicBezTo>
                <a:lnTo>
                  <a:pt x="1811019" y="1894593"/>
                </a:lnTo>
                <a:cubicBezTo>
                  <a:pt x="1810769" y="1894178"/>
                  <a:pt x="1811019" y="1893264"/>
                  <a:pt x="1811019" y="1893264"/>
                </a:cubicBezTo>
                <a:lnTo>
                  <a:pt x="1820241" y="1877313"/>
                </a:lnTo>
                <a:cubicBezTo>
                  <a:pt x="1820490" y="1876897"/>
                  <a:pt x="1820905" y="1876648"/>
                  <a:pt x="1821404" y="1876648"/>
                </a:cubicBezTo>
                <a:lnTo>
                  <a:pt x="1839847" y="1876648"/>
                </a:lnTo>
                <a:cubicBezTo>
                  <a:pt x="1840346" y="1876648"/>
                  <a:pt x="1841010" y="1877313"/>
                  <a:pt x="1841010" y="1877313"/>
                </a:cubicBezTo>
                <a:lnTo>
                  <a:pt x="1850232" y="1893264"/>
                </a:lnTo>
                <a:cubicBezTo>
                  <a:pt x="1850481" y="1893679"/>
                  <a:pt x="1850232" y="1894593"/>
                  <a:pt x="1850232" y="1894593"/>
                </a:cubicBezTo>
                <a:lnTo>
                  <a:pt x="1841010" y="1910544"/>
                </a:lnTo>
                <a:cubicBezTo>
                  <a:pt x="1840761" y="1910959"/>
                  <a:pt x="1840346" y="1911209"/>
                  <a:pt x="1839847" y="1911209"/>
                </a:cubicBezTo>
                <a:close/>
                <a:moveTo>
                  <a:pt x="3145502" y="2266000"/>
                </a:moveTo>
                <a:cubicBezTo>
                  <a:pt x="3145003" y="2266000"/>
                  <a:pt x="3144339" y="2265335"/>
                  <a:pt x="3144339" y="2265335"/>
                </a:cubicBezTo>
                <a:lnTo>
                  <a:pt x="3135117" y="2249384"/>
                </a:lnTo>
                <a:cubicBezTo>
                  <a:pt x="3134867" y="2248969"/>
                  <a:pt x="3135117" y="2248055"/>
                  <a:pt x="3135117" y="2248055"/>
                </a:cubicBezTo>
                <a:lnTo>
                  <a:pt x="3144339" y="2232104"/>
                </a:lnTo>
                <a:cubicBezTo>
                  <a:pt x="3144588" y="2231688"/>
                  <a:pt x="3145003" y="2231439"/>
                  <a:pt x="3145502" y="2231439"/>
                </a:cubicBezTo>
                <a:lnTo>
                  <a:pt x="3163945" y="2231439"/>
                </a:lnTo>
                <a:cubicBezTo>
                  <a:pt x="3164444" y="2231439"/>
                  <a:pt x="3165108" y="2232104"/>
                  <a:pt x="3165108" y="2232104"/>
                </a:cubicBezTo>
                <a:lnTo>
                  <a:pt x="3174330" y="2248055"/>
                </a:lnTo>
                <a:cubicBezTo>
                  <a:pt x="3174579" y="2248470"/>
                  <a:pt x="3174330" y="2249384"/>
                  <a:pt x="3174330" y="2249384"/>
                </a:cubicBezTo>
                <a:lnTo>
                  <a:pt x="3165108" y="2265335"/>
                </a:lnTo>
                <a:cubicBezTo>
                  <a:pt x="3164859" y="2265750"/>
                  <a:pt x="3164444" y="2266000"/>
                  <a:pt x="3163945" y="2266000"/>
                </a:cubicBezTo>
                <a:close/>
                <a:moveTo>
                  <a:pt x="1941774" y="1943555"/>
                </a:moveTo>
                <a:cubicBezTo>
                  <a:pt x="1941275" y="1943555"/>
                  <a:pt x="1940611" y="1942891"/>
                  <a:pt x="1940611" y="1942891"/>
                </a:cubicBezTo>
                <a:lnTo>
                  <a:pt x="1931389" y="1926856"/>
                </a:lnTo>
                <a:cubicBezTo>
                  <a:pt x="1931139" y="1926441"/>
                  <a:pt x="1931389" y="1925527"/>
                  <a:pt x="1931389" y="1925527"/>
                </a:cubicBezTo>
                <a:lnTo>
                  <a:pt x="1940611" y="1909493"/>
                </a:lnTo>
                <a:cubicBezTo>
                  <a:pt x="1940860" y="1909077"/>
                  <a:pt x="1941275" y="1908828"/>
                  <a:pt x="1941774" y="1908828"/>
                </a:cubicBezTo>
                <a:lnTo>
                  <a:pt x="1960300" y="1908828"/>
                </a:lnTo>
                <a:cubicBezTo>
                  <a:pt x="1960799" y="1908828"/>
                  <a:pt x="1961463" y="1909493"/>
                  <a:pt x="1961463" y="1909493"/>
                </a:cubicBezTo>
                <a:lnTo>
                  <a:pt x="1970685" y="1925527"/>
                </a:lnTo>
                <a:cubicBezTo>
                  <a:pt x="1970935" y="1925942"/>
                  <a:pt x="1970685" y="1926856"/>
                  <a:pt x="1970685" y="1926856"/>
                </a:cubicBezTo>
                <a:lnTo>
                  <a:pt x="1961463" y="1942891"/>
                </a:lnTo>
                <a:cubicBezTo>
                  <a:pt x="1961214" y="1943306"/>
                  <a:pt x="1960799" y="1943555"/>
                  <a:pt x="1960300" y="1943555"/>
                </a:cubicBezTo>
                <a:close/>
                <a:moveTo>
                  <a:pt x="4830714" y="2717644"/>
                </a:moveTo>
                <a:cubicBezTo>
                  <a:pt x="4830215" y="2717644"/>
                  <a:pt x="4829552" y="2716980"/>
                  <a:pt x="4829552" y="2716980"/>
                </a:cubicBezTo>
                <a:lnTo>
                  <a:pt x="4820330" y="2700945"/>
                </a:lnTo>
                <a:cubicBezTo>
                  <a:pt x="4820081" y="2700530"/>
                  <a:pt x="4820330" y="2699616"/>
                  <a:pt x="4820330" y="2699616"/>
                </a:cubicBezTo>
                <a:lnTo>
                  <a:pt x="4829552" y="2683582"/>
                </a:lnTo>
                <a:cubicBezTo>
                  <a:pt x="4829800" y="2683166"/>
                  <a:pt x="4830215" y="2682917"/>
                  <a:pt x="4830714" y="2682917"/>
                </a:cubicBezTo>
                <a:lnTo>
                  <a:pt x="4849241" y="2682917"/>
                </a:lnTo>
                <a:cubicBezTo>
                  <a:pt x="4849740" y="2682917"/>
                  <a:pt x="4850404" y="2683582"/>
                  <a:pt x="4850404" y="2683582"/>
                </a:cubicBezTo>
                <a:lnTo>
                  <a:pt x="4859625" y="2699616"/>
                </a:lnTo>
                <a:cubicBezTo>
                  <a:pt x="4859875" y="2700031"/>
                  <a:pt x="4859626" y="2700945"/>
                  <a:pt x="4859626" y="2700945"/>
                </a:cubicBezTo>
                <a:lnTo>
                  <a:pt x="4850404" y="2716980"/>
                </a:lnTo>
                <a:cubicBezTo>
                  <a:pt x="4850155" y="2717395"/>
                  <a:pt x="4849740" y="2717644"/>
                  <a:pt x="4849241" y="2717644"/>
                </a:cubicBezTo>
                <a:close/>
                <a:moveTo>
                  <a:pt x="3325895" y="2314617"/>
                </a:moveTo>
                <a:cubicBezTo>
                  <a:pt x="3325397" y="2314618"/>
                  <a:pt x="3324732" y="2313953"/>
                  <a:pt x="3324732" y="2313953"/>
                </a:cubicBezTo>
                <a:lnTo>
                  <a:pt x="3315344" y="2297752"/>
                </a:lnTo>
                <a:cubicBezTo>
                  <a:pt x="3315095" y="2297338"/>
                  <a:pt x="3315344" y="2296423"/>
                  <a:pt x="3315344" y="2296423"/>
                </a:cubicBezTo>
                <a:lnTo>
                  <a:pt x="3324732" y="2280223"/>
                </a:lnTo>
                <a:cubicBezTo>
                  <a:pt x="3324981" y="2279807"/>
                  <a:pt x="3325397" y="2279558"/>
                  <a:pt x="3325895" y="2279559"/>
                </a:cubicBezTo>
                <a:lnTo>
                  <a:pt x="3344588" y="2279558"/>
                </a:lnTo>
                <a:cubicBezTo>
                  <a:pt x="3345086" y="2279559"/>
                  <a:pt x="3345751" y="2280224"/>
                  <a:pt x="3345751" y="2280224"/>
                </a:cubicBezTo>
                <a:lnTo>
                  <a:pt x="3355139" y="2296424"/>
                </a:lnTo>
                <a:cubicBezTo>
                  <a:pt x="3355388" y="2296838"/>
                  <a:pt x="3355139" y="2297753"/>
                  <a:pt x="3355139" y="2297753"/>
                </a:cubicBezTo>
                <a:lnTo>
                  <a:pt x="3345751" y="2313954"/>
                </a:lnTo>
                <a:cubicBezTo>
                  <a:pt x="3345502" y="2314369"/>
                  <a:pt x="3345086" y="2314617"/>
                  <a:pt x="3344588" y="2314617"/>
                </a:cubicBezTo>
                <a:close/>
                <a:moveTo>
                  <a:pt x="2122086" y="1992259"/>
                </a:moveTo>
                <a:cubicBezTo>
                  <a:pt x="2121587" y="1992259"/>
                  <a:pt x="2120923" y="1991594"/>
                  <a:pt x="2120923" y="1991594"/>
                </a:cubicBezTo>
                <a:lnTo>
                  <a:pt x="2111452" y="1975227"/>
                </a:lnTo>
                <a:cubicBezTo>
                  <a:pt x="2111202" y="1974812"/>
                  <a:pt x="2111452" y="1973898"/>
                  <a:pt x="2111452" y="1973898"/>
                </a:cubicBezTo>
                <a:lnTo>
                  <a:pt x="2120923" y="1957532"/>
                </a:lnTo>
                <a:cubicBezTo>
                  <a:pt x="2121172" y="1957116"/>
                  <a:pt x="2121587" y="1956867"/>
                  <a:pt x="2122086" y="1956867"/>
                </a:cubicBezTo>
                <a:lnTo>
                  <a:pt x="2141028" y="1956867"/>
                </a:lnTo>
                <a:cubicBezTo>
                  <a:pt x="2141526" y="1956867"/>
                  <a:pt x="2142191" y="1957532"/>
                  <a:pt x="2142191" y="1957532"/>
                </a:cubicBezTo>
                <a:lnTo>
                  <a:pt x="2151662" y="1973898"/>
                </a:lnTo>
                <a:cubicBezTo>
                  <a:pt x="2151911" y="1974314"/>
                  <a:pt x="2151662" y="1975227"/>
                  <a:pt x="2151662" y="1975227"/>
                </a:cubicBezTo>
                <a:lnTo>
                  <a:pt x="2142191" y="1991594"/>
                </a:lnTo>
                <a:cubicBezTo>
                  <a:pt x="2141942" y="1992010"/>
                  <a:pt x="2141526" y="1992259"/>
                  <a:pt x="2141028" y="1992259"/>
                </a:cubicBezTo>
                <a:close/>
                <a:moveTo>
                  <a:pt x="1881257" y="1927834"/>
                </a:moveTo>
                <a:cubicBezTo>
                  <a:pt x="1880758" y="1927834"/>
                  <a:pt x="1880094" y="1927168"/>
                  <a:pt x="1880094" y="1927168"/>
                </a:cubicBezTo>
                <a:lnTo>
                  <a:pt x="1870623" y="1910720"/>
                </a:lnTo>
                <a:cubicBezTo>
                  <a:pt x="1870373" y="1910304"/>
                  <a:pt x="1870623" y="1909391"/>
                  <a:pt x="1870623" y="1909391"/>
                </a:cubicBezTo>
                <a:lnTo>
                  <a:pt x="1880177" y="1892941"/>
                </a:lnTo>
                <a:cubicBezTo>
                  <a:pt x="1880426" y="1892525"/>
                  <a:pt x="1880841" y="1892276"/>
                  <a:pt x="1881340" y="1892276"/>
                </a:cubicBezTo>
                <a:lnTo>
                  <a:pt x="1900365" y="1892276"/>
                </a:lnTo>
                <a:cubicBezTo>
                  <a:pt x="1900864" y="1892276"/>
                  <a:pt x="1901528" y="1892941"/>
                  <a:pt x="1901528" y="1892941"/>
                </a:cubicBezTo>
                <a:lnTo>
                  <a:pt x="1910999" y="1909391"/>
                </a:lnTo>
                <a:cubicBezTo>
                  <a:pt x="1911249" y="1909806"/>
                  <a:pt x="1910998" y="1910720"/>
                  <a:pt x="1910998" y="1910720"/>
                </a:cubicBezTo>
                <a:lnTo>
                  <a:pt x="1901445" y="1927169"/>
                </a:lnTo>
                <a:cubicBezTo>
                  <a:pt x="1901195" y="1927584"/>
                  <a:pt x="1900781" y="1927834"/>
                  <a:pt x="1900282" y="1927834"/>
                </a:cubicBezTo>
                <a:close/>
                <a:moveTo>
                  <a:pt x="3265435" y="2299091"/>
                </a:moveTo>
                <a:cubicBezTo>
                  <a:pt x="3264936" y="2299091"/>
                  <a:pt x="3264521" y="2298842"/>
                  <a:pt x="3264272" y="2298427"/>
                </a:cubicBezTo>
                <a:lnTo>
                  <a:pt x="3254635" y="2281728"/>
                </a:lnTo>
                <a:cubicBezTo>
                  <a:pt x="3254385" y="2281312"/>
                  <a:pt x="3254386" y="2280814"/>
                  <a:pt x="3254635" y="2280399"/>
                </a:cubicBezTo>
                <a:lnTo>
                  <a:pt x="3264272" y="2263700"/>
                </a:lnTo>
                <a:cubicBezTo>
                  <a:pt x="3264521" y="2263284"/>
                  <a:pt x="3264937" y="2263035"/>
                  <a:pt x="3265435" y="2263035"/>
                </a:cubicBezTo>
                <a:lnTo>
                  <a:pt x="3284792" y="2263035"/>
                </a:lnTo>
                <a:cubicBezTo>
                  <a:pt x="3285290" y="2263035"/>
                  <a:pt x="3285706" y="2263284"/>
                  <a:pt x="3285955" y="2263700"/>
                </a:cubicBezTo>
                <a:lnTo>
                  <a:pt x="3295593" y="2280399"/>
                </a:lnTo>
                <a:cubicBezTo>
                  <a:pt x="3295841" y="2280814"/>
                  <a:pt x="3295841" y="2281312"/>
                  <a:pt x="3295593" y="2281728"/>
                </a:cubicBezTo>
                <a:lnTo>
                  <a:pt x="3285955" y="2298427"/>
                </a:lnTo>
                <a:cubicBezTo>
                  <a:pt x="3285705" y="2298842"/>
                  <a:pt x="3285290" y="2299091"/>
                  <a:pt x="3284792" y="2299091"/>
                </a:cubicBezTo>
                <a:close/>
                <a:moveTo>
                  <a:pt x="3746925" y="2428106"/>
                </a:moveTo>
                <a:cubicBezTo>
                  <a:pt x="3746426" y="2428106"/>
                  <a:pt x="3746010" y="2427857"/>
                  <a:pt x="3745761" y="2427442"/>
                </a:cubicBezTo>
                <a:lnTo>
                  <a:pt x="3736125" y="2410743"/>
                </a:lnTo>
                <a:cubicBezTo>
                  <a:pt x="3735875" y="2410327"/>
                  <a:pt x="3735876" y="2409829"/>
                  <a:pt x="3736125" y="2409414"/>
                </a:cubicBezTo>
                <a:lnTo>
                  <a:pt x="3745761" y="2392715"/>
                </a:lnTo>
                <a:cubicBezTo>
                  <a:pt x="3746011" y="2392299"/>
                  <a:pt x="3746427" y="2392050"/>
                  <a:pt x="3746925" y="2392050"/>
                </a:cubicBezTo>
                <a:lnTo>
                  <a:pt x="3766282" y="2392050"/>
                </a:lnTo>
                <a:cubicBezTo>
                  <a:pt x="3766780" y="2392050"/>
                  <a:pt x="3767195" y="2392299"/>
                  <a:pt x="3767445" y="2392715"/>
                </a:cubicBezTo>
                <a:lnTo>
                  <a:pt x="3777083" y="2409414"/>
                </a:lnTo>
                <a:cubicBezTo>
                  <a:pt x="3777331" y="2409829"/>
                  <a:pt x="3777331" y="2410327"/>
                  <a:pt x="3777083" y="2410743"/>
                </a:cubicBezTo>
                <a:lnTo>
                  <a:pt x="3767445" y="2427442"/>
                </a:lnTo>
                <a:cubicBezTo>
                  <a:pt x="3767195" y="2427857"/>
                  <a:pt x="3766780" y="2428106"/>
                  <a:pt x="3766282" y="2428106"/>
                </a:cubicBezTo>
                <a:close/>
                <a:moveTo>
                  <a:pt x="5672884" y="2944165"/>
                </a:moveTo>
                <a:cubicBezTo>
                  <a:pt x="5672386" y="2944165"/>
                  <a:pt x="5671970" y="2943916"/>
                  <a:pt x="5671721" y="2943501"/>
                </a:cubicBezTo>
                <a:lnTo>
                  <a:pt x="5662084" y="2926802"/>
                </a:lnTo>
                <a:cubicBezTo>
                  <a:pt x="5661835" y="2926386"/>
                  <a:pt x="5661835" y="2925888"/>
                  <a:pt x="5662084" y="2925473"/>
                </a:cubicBezTo>
                <a:lnTo>
                  <a:pt x="5671721" y="2908774"/>
                </a:lnTo>
                <a:cubicBezTo>
                  <a:pt x="5671970" y="2908358"/>
                  <a:pt x="5672386" y="2908109"/>
                  <a:pt x="5672884" y="2908109"/>
                </a:cubicBezTo>
                <a:lnTo>
                  <a:pt x="5692242" y="2908109"/>
                </a:lnTo>
                <a:cubicBezTo>
                  <a:pt x="5692740" y="2908109"/>
                  <a:pt x="5693156" y="2908358"/>
                  <a:pt x="5693405" y="2908775"/>
                </a:cubicBezTo>
                <a:lnTo>
                  <a:pt x="5703042" y="2925473"/>
                </a:lnTo>
                <a:cubicBezTo>
                  <a:pt x="5703291" y="2925888"/>
                  <a:pt x="5703291" y="2926386"/>
                  <a:pt x="5703042" y="2926802"/>
                </a:cubicBezTo>
                <a:lnTo>
                  <a:pt x="5693405" y="2943501"/>
                </a:lnTo>
                <a:cubicBezTo>
                  <a:pt x="5693156" y="2943916"/>
                  <a:pt x="5692740" y="2944165"/>
                  <a:pt x="5692242" y="2944165"/>
                </a:cubicBezTo>
                <a:close/>
                <a:moveTo>
                  <a:pt x="2001474" y="1960505"/>
                </a:moveTo>
                <a:cubicBezTo>
                  <a:pt x="2000976" y="1960505"/>
                  <a:pt x="2000560" y="1960256"/>
                  <a:pt x="2000311" y="1959840"/>
                </a:cubicBezTo>
                <a:lnTo>
                  <a:pt x="1990591" y="1942975"/>
                </a:lnTo>
                <a:cubicBezTo>
                  <a:pt x="1990342" y="1942477"/>
                  <a:pt x="1990342" y="1941978"/>
                  <a:pt x="1990591" y="1941563"/>
                </a:cubicBezTo>
                <a:lnTo>
                  <a:pt x="2000311" y="1924698"/>
                </a:lnTo>
                <a:cubicBezTo>
                  <a:pt x="2000560" y="1924282"/>
                  <a:pt x="2000976" y="1924033"/>
                  <a:pt x="2001474" y="1924033"/>
                </a:cubicBezTo>
                <a:lnTo>
                  <a:pt x="2020915" y="1924033"/>
                </a:lnTo>
                <a:cubicBezTo>
                  <a:pt x="2021413" y="1924033"/>
                  <a:pt x="2021829" y="1924282"/>
                  <a:pt x="2022078" y="1924698"/>
                </a:cubicBezTo>
                <a:lnTo>
                  <a:pt x="2031798" y="1941563"/>
                </a:lnTo>
                <a:cubicBezTo>
                  <a:pt x="2032048" y="1942061"/>
                  <a:pt x="2032048" y="1942560"/>
                  <a:pt x="2031798" y="1942975"/>
                </a:cubicBezTo>
                <a:lnTo>
                  <a:pt x="2022078" y="1959840"/>
                </a:lnTo>
                <a:cubicBezTo>
                  <a:pt x="2021829" y="1960256"/>
                  <a:pt x="2021413" y="1960505"/>
                  <a:pt x="2020915" y="1960505"/>
                </a:cubicBezTo>
                <a:close/>
                <a:moveTo>
                  <a:pt x="2061660" y="1976632"/>
                </a:moveTo>
                <a:cubicBezTo>
                  <a:pt x="2061162" y="1976632"/>
                  <a:pt x="2060746" y="1976383"/>
                  <a:pt x="2060497" y="1975967"/>
                </a:cubicBezTo>
                <a:lnTo>
                  <a:pt x="2050777" y="1959102"/>
                </a:lnTo>
                <a:cubicBezTo>
                  <a:pt x="2050528" y="1958604"/>
                  <a:pt x="2050528" y="1958105"/>
                  <a:pt x="2050777" y="1957690"/>
                </a:cubicBezTo>
                <a:lnTo>
                  <a:pt x="2060497" y="1940825"/>
                </a:lnTo>
                <a:cubicBezTo>
                  <a:pt x="2060746" y="1940409"/>
                  <a:pt x="2061162" y="1940160"/>
                  <a:pt x="2061660" y="1940160"/>
                </a:cubicBezTo>
                <a:lnTo>
                  <a:pt x="2081101" y="1940160"/>
                </a:lnTo>
                <a:cubicBezTo>
                  <a:pt x="2081599" y="1940160"/>
                  <a:pt x="2082015" y="1940409"/>
                  <a:pt x="2082264" y="1940825"/>
                </a:cubicBezTo>
                <a:lnTo>
                  <a:pt x="2091984" y="1957690"/>
                </a:lnTo>
                <a:cubicBezTo>
                  <a:pt x="2092234" y="1958188"/>
                  <a:pt x="2092234" y="1958687"/>
                  <a:pt x="2091984" y="1959102"/>
                </a:cubicBezTo>
                <a:lnTo>
                  <a:pt x="2082264" y="1975967"/>
                </a:lnTo>
                <a:cubicBezTo>
                  <a:pt x="2082015" y="1976383"/>
                  <a:pt x="2081599" y="1976632"/>
                  <a:pt x="2081101" y="1976632"/>
                </a:cubicBezTo>
                <a:close/>
                <a:moveTo>
                  <a:pt x="2362508" y="2057349"/>
                </a:moveTo>
                <a:cubicBezTo>
                  <a:pt x="2362010" y="2057349"/>
                  <a:pt x="2361594" y="2057100"/>
                  <a:pt x="2361345" y="2056684"/>
                </a:cubicBezTo>
                <a:lnTo>
                  <a:pt x="2351625" y="2039736"/>
                </a:lnTo>
                <a:cubicBezTo>
                  <a:pt x="2351377" y="2039321"/>
                  <a:pt x="2351376" y="2038739"/>
                  <a:pt x="2351626" y="2038324"/>
                </a:cubicBezTo>
                <a:lnTo>
                  <a:pt x="2361428" y="2021376"/>
                </a:lnTo>
                <a:cubicBezTo>
                  <a:pt x="2361677" y="2020960"/>
                  <a:pt x="2362093" y="2020711"/>
                  <a:pt x="2362591" y="2020711"/>
                </a:cubicBezTo>
                <a:lnTo>
                  <a:pt x="2382116" y="2020711"/>
                </a:lnTo>
                <a:cubicBezTo>
                  <a:pt x="2382613" y="2020711"/>
                  <a:pt x="2383029" y="2020960"/>
                  <a:pt x="2383279" y="2021376"/>
                </a:cubicBezTo>
                <a:lnTo>
                  <a:pt x="2392998" y="2038324"/>
                </a:lnTo>
                <a:cubicBezTo>
                  <a:pt x="2393247" y="2038739"/>
                  <a:pt x="2393247" y="2039321"/>
                  <a:pt x="2392998" y="2039736"/>
                </a:cubicBezTo>
                <a:lnTo>
                  <a:pt x="2383195" y="2056684"/>
                </a:lnTo>
                <a:cubicBezTo>
                  <a:pt x="2382946" y="2057100"/>
                  <a:pt x="2382530" y="2057349"/>
                  <a:pt x="2382032" y="2057349"/>
                </a:cubicBezTo>
                <a:close/>
                <a:moveTo>
                  <a:pt x="2181951" y="2009051"/>
                </a:moveTo>
                <a:cubicBezTo>
                  <a:pt x="2181535" y="2009051"/>
                  <a:pt x="2181037" y="2008801"/>
                  <a:pt x="2180787" y="2008386"/>
                </a:cubicBezTo>
                <a:lnTo>
                  <a:pt x="2170984" y="1991355"/>
                </a:lnTo>
                <a:cubicBezTo>
                  <a:pt x="2170735" y="1990939"/>
                  <a:pt x="2170735" y="1990358"/>
                  <a:pt x="2170984" y="1989942"/>
                </a:cubicBezTo>
                <a:lnTo>
                  <a:pt x="2180787" y="1972912"/>
                </a:lnTo>
                <a:cubicBezTo>
                  <a:pt x="2181037" y="1972496"/>
                  <a:pt x="2181452" y="1972246"/>
                  <a:pt x="2181951" y="1972246"/>
                </a:cubicBezTo>
                <a:lnTo>
                  <a:pt x="2201557" y="1972246"/>
                </a:lnTo>
                <a:cubicBezTo>
                  <a:pt x="2201972" y="1972246"/>
                  <a:pt x="2202471" y="1972496"/>
                  <a:pt x="2202720" y="1972911"/>
                </a:cubicBezTo>
                <a:lnTo>
                  <a:pt x="2212524" y="1989942"/>
                </a:lnTo>
                <a:cubicBezTo>
                  <a:pt x="2212773" y="1990358"/>
                  <a:pt x="2212773" y="1990939"/>
                  <a:pt x="2212524" y="1991355"/>
                </a:cubicBezTo>
                <a:lnTo>
                  <a:pt x="2202720" y="2008385"/>
                </a:lnTo>
                <a:cubicBezTo>
                  <a:pt x="2202471" y="2008801"/>
                  <a:pt x="2202056" y="2009050"/>
                  <a:pt x="2201557" y="2009051"/>
                </a:cubicBezTo>
                <a:close/>
                <a:moveTo>
                  <a:pt x="2242138" y="2025178"/>
                </a:moveTo>
                <a:cubicBezTo>
                  <a:pt x="2241722" y="2025178"/>
                  <a:pt x="2241224" y="2024928"/>
                  <a:pt x="2240974" y="2024513"/>
                </a:cubicBezTo>
                <a:lnTo>
                  <a:pt x="2231171" y="2007482"/>
                </a:lnTo>
                <a:cubicBezTo>
                  <a:pt x="2230922" y="2007066"/>
                  <a:pt x="2230922" y="2006485"/>
                  <a:pt x="2231171" y="2006069"/>
                </a:cubicBezTo>
                <a:lnTo>
                  <a:pt x="2240974" y="1989039"/>
                </a:lnTo>
                <a:cubicBezTo>
                  <a:pt x="2241224" y="1988623"/>
                  <a:pt x="2241638" y="1988373"/>
                  <a:pt x="2242137" y="1988373"/>
                </a:cubicBezTo>
                <a:lnTo>
                  <a:pt x="2261744" y="1988374"/>
                </a:lnTo>
                <a:cubicBezTo>
                  <a:pt x="2262159" y="1988373"/>
                  <a:pt x="2262658" y="1988623"/>
                  <a:pt x="2262907" y="1989038"/>
                </a:cubicBezTo>
                <a:lnTo>
                  <a:pt x="2272711" y="2006069"/>
                </a:lnTo>
                <a:cubicBezTo>
                  <a:pt x="2272960" y="2006485"/>
                  <a:pt x="2272960" y="2007066"/>
                  <a:pt x="2272711" y="2007482"/>
                </a:cubicBezTo>
                <a:lnTo>
                  <a:pt x="2262907" y="2024512"/>
                </a:lnTo>
                <a:cubicBezTo>
                  <a:pt x="2262658" y="2024928"/>
                  <a:pt x="2262242" y="2025177"/>
                  <a:pt x="2261743" y="2025178"/>
                </a:cubicBezTo>
                <a:close/>
                <a:moveTo>
                  <a:pt x="2302323" y="2041304"/>
                </a:moveTo>
                <a:cubicBezTo>
                  <a:pt x="2301908" y="2041304"/>
                  <a:pt x="2301409" y="2041055"/>
                  <a:pt x="2301160" y="2040639"/>
                </a:cubicBezTo>
                <a:lnTo>
                  <a:pt x="2291357" y="2023608"/>
                </a:lnTo>
                <a:cubicBezTo>
                  <a:pt x="2291108" y="2023193"/>
                  <a:pt x="2291108" y="2022611"/>
                  <a:pt x="2291357" y="2022196"/>
                </a:cubicBezTo>
                <a:lnTo>
                  <a:pt x="2301160" y="2005165"/>
                </a:lnTo>
                <a:cubicBezTo>
                  <a:pt x="2301409" y="2004749"/>
                  <a:pt x="2301824" y="2004500"/>
                  <a:pt x="2302323" y="2004500"/>
                </a:cubicBezTo>
                <a:lnTo>
                  <a:pt x="2321929" y="2004500"/>
                </a:lnTo>
                <a:cubicBezTo>
                  <a:pt x="2322346" y="2004500"/>
                  <a:pt x="2322844" y="2004749"/>
                  <a:pt x="2323092" y="2005165"/>
                </a:cubicBezTo>
                <a:lnTo>
                  <a:pt x="2332897" y="2022196"/>
                </a:lnTo>
                <a:cubicBezTo>
                  <a:pt x="2333146" y="2022611"/>
                  <a:pt x="2333145" y="2023193"/>
                  <a:pt x="2332897" y="2023608"/>
                </a:cubicBezTo>
                <a:lnTo>
                  <a:pt x="2323093" y="2040639"/>
                </a:lnTo>
                <a:cubicBezTo>
                  <a:pt x="2322843" y="2041055"/>
                  <a:pt x="2322428" y="2041304"/>
                  <a:pt x="2321929" y="2041304"/>
                </a:cubicBezTo>
                <a:close/>
                <a:moveTo>
                  <a:pt x="2542964" y="2105965"/>
                </a:moveTo>
                <a:cubicBezTo>
                  <a:pt x="2542549" y="2105965"/>
                  <a:pt x="2542051" y="2105716"/>
                  <a:pt x="2541801" y="2105301"/>
                </a:cubicBezTo>
                <a:lnTo>
                  <a:pt x="2531915" y="2088186"/>
                </a:lnTo>
                <a:cubicBezTo>
                  <a:pt x="2531665" y="2087771"/>
                  <a:pt x="2531666" y="2087189"/>
                  <a:pt x="2531914" y="2086774"/>
                </a:cubicBezTo>
                <a:lnTo>
                  <a:pt x="2541801" y="2069660"/>
                </a:lnTo>
                <a:cubicBezTo>
                  <a:pt x="2542050" y="2069244"/>
                  <a:pt x="2542466" y="2068995"/>
                  <a:pt x="2542965" y="2068995"/>
                </a:cubicBezTo>
                <a:lnTo>
                  <a:pt x="2562654" y="2068995"/>
                </a:lnTo>
                <a:cubicBezTo>
                  <a:pt x="2563070" y="2068995"/>
                  <a:pt x="2563568" y="2069244"/>
                  <a:pt x="2563817" y="2069660"/>
                </a:cubicBezTo>
                <a:lnTo>
                  <a:pt x="2573704" y="2086774"/>
                </a:lnTo>
                <a:cubicBezTo>
                  <a:pt x="2573952" y="2087189"/>
                  <a:pt x="2573953" y="2087771"/>
                  <a:pt x="2573703" y="2088186"/>
                </a:cubicBezTo>
                <a:lnTo>
                  <a:pt x="2563817" y="2105301"/>
                </a:lnTo>
                <a:cubicBezTo>
                  <a:pt x="2563567" y="2105716"/>
                  <a:pt x="2563153" y="2105965"/>
                  <a:pt x="2562654" y="2105965"/>
                </a:cubicBezTo>
                <a:close/>
                <a:moveTo>
                  <a:pt x="2603151" y="2122092"/>
                </a:moveTo>
                <a:cubicBezTo>
                  <a:pt x="2602736" y="2122092"/>
                  <a:pt x="2602238" y="2121843"/>
                  <a:pt x="2601988" y="2121428"/>
                </a:cubicBezTo>
                <a:lnTo>
                  <a:pt x="2592101" y="2104313"/>
                </a:lnTo>
                <a:cubicBezTo>
                  <a:pt x="2591852" y="2103898"/>
                  <a:pt x="2591852" y="2103316"/>
                  <a:pt x="2592101" y="2102901"/>
                </a:cubicBezTo>
                <a:lnTo>
                  <a:pt x="2601988" y="2085787"/>
                </a:lnTo>
                <a:cubicBezTo>
                  <a:pt x="2602237" y="2085371"/>
                  <a:pt x="2602652" y="2085122"/>
                  <a:pt x="2603151" y="2085122"/>
                </a:cubicBezTo>
                <a:lnTo>
                  <a:pt x="2622841" y="2085122"/>
                </a:lnTo>
                <a:cubicBezTo>
                  <a:pt x="2623256" y="2085122"/>
                  <a:pt x="2623754" y="2085371"/>
                  <a:pt x="2624004" y="2085787"/>
                </a:cubicBezTo>
                <a:lnTo>
                  <a:pt x="2633891" y="2102901"/>
                </a:lnTo>
                <a:cubicBezTo>
                  <a:pt x="2634139" y="2103316"/>
                  <a:pt x="2634140" y="2103898"/>
                  <a:pt x="2633890" y="2104313"/>
                </a:cubicBezTo>
                <a:lnTo>
                  <a:pt x="2624004" y="2121428"/>
                </a:lnTo>
                <a:cubicBezTo>
                  <a:pt x="2623754" y="2121843"/>
                  <a:pt x="2623340" y="2122092"/>
                  <a:pt x="2622841" y="2122092"/>
                </a:cubicBezTo>
                <a:close/>
                <a:moveTo>
                  <a:pt x="3205013" y="2283360"/>
                </a:moveTo>
                <a:cubicBezTo>
                  <a:pt x="3204597" y="2283360"/>
                  <a:pt x="3204099" y="2283111"/>
                  <a:pt x="3203849" y="2282696"/>
                </a:cubicBezTo>
                <a:lnTo>
                  <a:pt x="3193963" y="2265581"/>
                </a:lnTo>
                <a:cubicBezTo>
                  <a:pt x="3193714" y="2265166"/>
                  <a:pt x="3193714" y="2264584"/>
                  <a:pt x="3193963" y="2264169"/>
                </a:cubicBezTo>
                <a:lnTo>
                  <a:pt x="3203849" y="2247055"/>
                </a:lnTo>
                <a:cubicBezTo>
                  <a:pt x="3204099" y="2246639"/>
                  <a:pt x="3204514" y="2246390"/>
                  <a:pt x="3205013" y="2246390"/>
                </a:cubicBezTo>
                <a:lnTo>
                  <a:pt x="3224702" y="2246390"/>
                </a:lnTo>
                <a:cubicBezTo>
                  <a:pt x="3225118" y="2246390"/>
                  <a:pt x="3225616" y="2246639"/>
                  <a:pt x="3225865" y="2247055"/>
                </a:cubicBezTo>
                <a:lnTo>
                  <a:pt x="3235752" y="2264169"/>
                </a:lnTo>
                <a:cubicBezTo>
                  <a:pt x="3236001" y="2264584"/>
                  <a:pt x="3236001" y="2265166"/>
                  <a:pt x="3235752" y="2265581"/>
                </a:cubicBezTo>
                <a:lnTo>
                  <a:pt x="3225865" y="2282696"/>
                </a:lnTo>
                <a:cubicBezTo>
                  <a:pt x="3225616" y="2283111"/>
                  <a:pt x="3225201" y="2283360"/>
                  <a:pt x="3224702" y="2283360"/>
                </a:cubicBezTo>
                <a:close/>
                <a:moveTo>
                  <a:pt x="2422588" y="2073815"/>
                </a:moveTo>
                <a:cubicBezTo>
                  <a:pt x="2422090" y="2073815"/>
                  <a:pt x="2421592" y="2073566"/>
                  <a:pt x="2421342" y="2073151"/>
                </a:cubicBezTo>
                <a:lnTo>
                  <a:pt x="2411457" y="2055953"/>
                </a:lnTo>
                <a:cubicBezTo>
                  <a:pt x="2411207" y="2055538"/>
                  <a:pt x="2411208" y="2054956"/>
                  <a:pt x="2411456" y="2054541"/>
                </a:cubicBezTo>
                <a:lnTo>
                  <a:pt x="2421342" y="2037344"/>
                </a:lnTo>
                <a:cubicBezTo>
                  <a:pt x="2421592" y="2036928"/>
                  <a:pt x="2422090" y="2036679"/>
                  <a:pt x="2422588" y="2036679"/>
                </a:cubicBezTo>
                <a:lnTo>
                  <a:pt x="2442445" y="2036679"/>
                </a:lnTo>
                <a:cubicBezTo>
                  <a:pt x="2442943" y="2036679"/>
                  <a:pt x="2443441" y="2036928"/>
                  <a:pt x="2443691" y="2037344"/>
                </a:cubicBezTo>
                <a:lnTo>
                  <a:pt x="2453577" y="2054541"/>
                </a:lnTo>
                <a:cubicBezTo>
                  <a:pt x="2453826" y="2054956"/>
                  <a:pt x="2453826" y="2055538"/>
                  <a:pt x="2453577" y="2055953"/>
                </a:cubicBezTo>
                <a:lnTo>
                  <a:pt x="2443691" y="2073151"/>
                </a:lnTo>
                <a:cubicBezTo>
                  <a:pt x="2443441" y="2073566"/>
                  <a:pt x="2442943" y="2073815"/>
                  <a:pt x="2442445" y="2073815"/>
                </a:cubicBezTo>
                <a:close/>
                <a:moveTo>
                  <a:pt x="2663333" y="2138322"/>
                </a:moveTo>
                <a:cubicBezTo>
                  <a:pt x="2662835" y="2138322"/>
                  <a:pt x="2662337" y="2138073"/>
                  <a:pt x="2662087" y="2137658"/>
                </a:cubicBezTo>
                <a:lnTo>
                  <a:pt x="2652201" y="2120460"/>
                </a:lnTo>
                <a:cubicBezTo>
                  <a:pt x="2651952" y="2120045"/>
                  <a:pt x="2651952" y="2119463"/>
                  <a:pt x="2652201" y="2119048"/>
                </a:cubicBezTo>
                <a:lnTo>
                  <a:pt x="2662087" y="2101851"/>
                </a:lnTo>
                <a:cubicBezTo>
                  <a:pt x="2662337" y="2101435"/>
                  <a:pt x="2662835" y="2101186"/>
                  <a:pt x="2663333" y="2101186"/>
                </a:cubicBezTo>
                <a:lnTo>
                  <a:pt x="2683190" y="2101186"/>
                </a:lnTo>
                <a:cubicBezTo>
                  <a:pt x="2683688" y="2101186"/>
                  <a:pt x="2684186" y="2101435"/>
                  <a:pt x="2684436" y="2101851"/>
                </a:cubicBezTo>
                <a:lnTo>
                  <a:pt x="2694322" y="2119048"/>
                </a:lnTo>
                <a:cubicBezTo>
                  <a:pt x="2694571" y="2119463"/>
                  <a:pt x="2694571" y="2120045"/>
                  <a:pt x="2694322" y="2120460"/>
                </a:cubicBezTo>
                <a:lnTo>
                  <a:pt x="2684436" y="2137658"/>
                </a:lnTo>
                <a:cubicBezTo>
                  <a:pt x="2684186" y="2138073"/>
                  <a:pt x="2683688" y="2138322"/>
                  <a:pt x="2683190" y="2138322"/>
                </a:cubicBezTo>
                <a:close/>
                <a:moveTo>
                  <a:pt x="2482692" y="2090015"/>
                </a:moveTo>
                <a:cubicBezTo>
                  <a:pt x="2482195" y="2090015"/>
                  <a:pt x="2481695" y="2089766"/>
                  <a:pt x="2481446" y="2089351"/>
                </a:cubicBezTo>
                <a:lnTo>
                  <a:pt x="2471477" y="2072070"/>
                </a:lnTo>
                <a:cubicBezTo>
                  <a:pt x="2471228" y="2071655"/>
                  <a:pt x="2471228" y="2071073"/>
                  <a:pt x="2471477" y="2070658"/>
                </a:cubicBezTo>
                <a:lnTo>
                  <a:pt x="2481446" y="2053378"/>
                </a:lnTo>
                <a:cubicBezTo>
                  <a:pt x="2481696" y="2052962"/>
                  <a:pt x="2482194" y="2052713"/>
                  <a:pt x="2482692" y="2052713"/>
                </a:cubicBezTo>
                <a:lnTo>
                  <a:pt x="2502632" y="2052713"/>
                </a:lnTo>
                <a:cubicBezTo>
                  <a:pt x="2503130" y="2052713"/>
                  <a:pt x="2503629" y="2052962"/>
                  <a:pt x="2503878" y="2053378"/>
                </a:cubicBezTo>
                <a:lnTo>
                  <a:pt x="2513847" y="2070658"/>
                </a:lnTo>
                <a:cubicBezTo>
                  <a:pt x="2514097" y="2071073"/>
                  <a:pt x="2514096" y="2071655"/>
                  <a:pt x="2513848" y="2072070"/>
                </a:cubicBezTo>
                <a:lnTo>
                  <a:pt x="2503878" y="2089351"/>
                </a:lnTo>
                <a:cubicBezTo>
                  <a:pt x="2503629" y="2089766"/>
                  <a:pt x="2503130" y="2090015"/>
                  <a:pt x="2502632" y="2090015"/>
                </a:cubicBezTo>
                <a:close/>
                <a:moveTo>
                  <a:pt x="2723377" y="2154609"/>
                </a:moveTo>
                <a:cubicBezTo>
                  <a:pt x="2722878" y="2154609"/>
                  <a:pt x="2722380" y="2154277"/>
                  <a:pt x="2722131" y="2153861"/>
                </a:cubicBezTo>
                <a:lnTo>
                  <a:pt x="2712161" y="2136498"/>
                </a:lnTo>
                <a:cubicBezTo>
                  <a:pt x="2711912" y="2136082"/>
                  <a:pt x="2711912" y="2135501"/>
                  <a:pt x="2712161" y="2135085"/>
                </a:cubicBezTo>
                <a:lnTo>
                  <a:pt x="2722213" y="2117722"/>
                </a:lnTo>
                <a:cubicBezTo>
                  <a:pt x="2722463" y="2117223"/>
                  <a:pt x="2722961" y="2116974"/>
                  <a:pt x="2723460" y="2116974"/>
                </a:cubicBezTo>
                <a:lnTo>
                  <a:pt x="2743483" y="2116974"/>
                </a:lnTo>
                <a:cubicBezTo>
                  <a:pt x="2743981" y="2116974"/>
                  <a:pt x="2744479" y="2117306"/>
                  <a:pt x="2744728" y="2117722"/>
                </a:cubicBezTo>
                <a:lnTo>
                  <a:pt x="2754697" y="2135085"/>
                </a:lnTo>
                <a:cubicBezTo>
                  <a:pt x="2754947" y="2135501"/>
                  <a:pt x="2754947" y="2136082"/>
                  <a:pt x="2754698" y="2136498"/>
                </a:cubicBezTo>
                <a:lnTo>
                  <a:pt x="2744645" y="2153861"/>
                </a:lnTo>
                <a:cubicBezTo>
                  <a:pt x="2744397" y="2154360"/>
                  <a:pt x="2743898" y="2154609"/>
                  <a:pt x="2743399" y="2154609"/>
                </a:cubicBezTo>
                <a:close/>
                <a:moveTo>
                  <a:pt x="2783563" y="2170736"/>
                </a:moveTo>
                <a:cubicBezTo>
                  <a:pt x="2783064" y="2170736"/>
                  <a:pt x="2782566" y="2170404"/>
                  <a:pt x="2782317" y="2169988"/>
                </a:cubicBezTo>
                <a:lnTo>
                  <a:pt x="2772347" y="2152625"/>
                </a:lnTo>
                <a:cubicBezTo>
                  <a:pt x="2772098" y="2152209"/>
                  <a:pt x="2772098" y="2151628"/>
                  <a:pt x="2772347" y="2151212"/>
                </a:cubicBezTo>
                <a:lnTo>
                  <a:pt x="2782399" y="2133849"/>
                </a:lnTo>
                <a:cubicBezTo>
                  <a:pt x="2782649" y="2133350"/>
                  <a:pt x="2783147" y="2133101"/>
                  <a:pt x="2783646" y="2133101"/>
                </a:cubicBezTo>
                <a:lnTo>
                  <a:pt x="2803668" y="2133101"/>
                </a:lnTo>
                <a:cubicBezTo>
                  <a:pt x="2804166" y="2133101"/>
                  <a:pt x="2804665" y="2133433"/>
                  <a:pt x="2804914" y="2133849"/>
                </a:cubicBezTo>
                <a:lnTo>
                  <a:pt x="2814883" y="2151212"/>
                </a:lnTo>
                <a:cubicBezTo>
                  <a:pt x="2815133" y="2151628"/>
                  <a:pt x="2815133" y="2152209"/>
                  <a:pt x="2814883" y="2152625"/>
                </a:cubicBezTo>
                <a:lnTo>
                  <a:pt x="2804831" y="2169988"/>
                </a:lnTo>
                <a:cubicBezTo>
                  <a:pt x="2804582" y="2170487"/>
                  <a:pt x="2804083" y="2170736"/>
                  <a:pt x="2803585" y="2170736"/>
                </a:cubicBezTo>
                <a:close/>
                <a:moveTo>
                  <a:pt x="4107578" y="2525692"/>
                </a:moveTo>
                <a:cubicBezTo>
                  <a:pt x="4107079" y="2525692"/>
                  <a:pt x="4106581" y="2525360"/>
                  <a:pt x="4106332" y="2524945"/>
                </a:cubicBezTo>
                <a:lnTo>
                  <a:pt x="4096196" y="2507415"/>
                </a:lnTo>
                <a:cubicBezTo>
                  <a:pt x="4095947" y="2506999"/>
                  <a:pt x="4095947" y="2506418"/>
                  <a:pt x="4096196" y="2506003"/>
                </a:cubicBezTo>
                <a:lnTo>
                  <a:pt x="4106332" y="2488473"/>
                </a:lnTo>
                <a:cubicBezTo>
                  <a:pt x="4106581" y="2487974"/>
                  <a:pt x="4107079" y="2487725"/>
                  <a:pt x="4107578" y="2487725"/>
                </a:cubicBezTo>
                <a:lnTo>
                  <a:pt x="4127849" y="2487725"/>
                </a:lnTo>
                <a:cubicBezTo>
                  <a:pt x="4128348" y="2487725"/>
                  <a:pt x="4128846" y="2488057"/>
                  <a:pt x="4129095" y="2488473"/>
                </a:cubicBezTo>
                <a:lnTo>
                  <a:pt x="4139231" y="2506003"/>
                </a:lnTo>
                <a:cubicBezTo>
                  <a:pt x="4139480" y="2506418"/>
                  <a:pt x="4139480" y="2506999"/>
                  <a:pt x="4139231" y="2507415"/>
                </a:cubicBezTo>
                <a:lnTo>
                  <a:pt x="4129095" y="2524945"/>
                </a:lnTo>
                <a:cubicBezTo>
                  <a:pt x="4128846" y="2525443"/>
                  <a:pt x="4128348" y="2525692"/>
                  <a:pt x="4127849" y="2525692"/>
                </a:cubicBezTo>
                <a:close/>
                <a:moveTo>
                  <a:pt x="3806460" y="2445377"/>
                </a:moveTo>
                <a:cubicBezTo>
                  <a:pt x="3805961" y="2445377"/>
                  <a:pt x="3805463" y="2445044"/>
                  <a:pt x="3805214" y="2444629"/>
                </a:cubicBezTo>
                <a:lnTo>
                  <a:pt x="3794912" y="2426850"/>
                </a:lnTo>
                <a:cubicBezTo>
                  <a:pt x="3794663" y="2426435"/>
                  <a:pt x="3794663" y="2425853"/>
                  <a:pt x="3794912" y="2425438"/>
                </a:cubicBezTo>
                <a:lnTo>
                  <a:pt x="3805214" y="2407659"/>
                </a:lnTo>
                <a:cubicBezTo>
                  <a:pt x="3805463" y="2407160"/>
                  <a:pt x="3805961" y="2406911"/>
                  <a:pt x="3806460" y="2406911"/>
                </a:cubicBezTo>
                <a:lnTo>
                  <a:pt x="3826980" y="2406911"/>
                </a:lnTo>
                <a:cubicBezTo>
                  <a:pt x="3827479" y="2406911"/>
                  <a:pt x="3827977" y="2407243"/>
                  <a:pt x="3828227" y="2407659"/>
                </a:cubicBezTo>
                <a:lnTo>
                  <a:pt x="3838528" y="2425438"/>
                </a:lnTo>
                <a:cubicBezTo>
                  <a:pt x="3838778" y="2425853"/>
                  <a:pt x="3838778" y="2426435"/>
                  <a:pt x="3838528" y="2426850"/>
                </a:cubicBezTo>
                <a:lnTo>
                  <a:pt x="3828227" y="2444629"/>
                </a:lnTo>
                <a:cubicBezTo>
                  <a:pt x="3827977" y="2445127"/>
                  <a:pt x="3827479" y="2445377"/>
                  <a:pt x="3826980" y="2445377"/>
                </a:cubicBezTo>
                <a:close/>
                <a:moveTo>
                  <a:pt x="5010193" y="2768020"/>
                </a:moveTo>
                <a:cubicBezTo>
                  <a:pt x="5009694" y="2768020"/>
                  <a:pt x="5009196" y="2767688"/>
                  <a:pt x="5008947" y="2767272"/>
                </a:cubicBezTo>
                <a:lnTo>
                  <a:pt x="4998645" y="2749410"/>
                </a:lnTo>
                <a:cubicBezTo>
                  <a:pt x="4998396" y="2748912"/>
                  <a:pt x="4998396" y="2748330"/>
                  <a:pt x="4998645" y="2747915"/>
                </a:cubicBezTo>
                <a:lnTo>
                  <a:pt x="5008947" y="2730053"/>
                </a:lnTo>
                <a:cubicBezTo>
                  <a:pt x="5009196" y="2729554"/>
                  <a:pt x="5009694" y="2729305"/>
                  <a:pt x="5010193" y="2729305"/>
                </a:cubicBezTo>
                <a:lnTo>
                  <a:pt x="5030880" y="2729305"/>
                </a:lnTo>
                <a:cubicBezTo>
                  <a:pt x="5031378" y="2729305"/>
                  <a:pt x="5031877" y="2729637"/>
                  <a:pt x="5032126" y="2730053"/>
                </a:cubicBezTo>
                <a:lnTo>
                  <a:pt x="5042428" y="2747915"/>
                </a:lnTo>
                <a:cubicBezTo>
                  <a:pt x="5042677" y="2748413"/>
                  <a:pt x="5042677" y="2748995"/>
                  <a:pt x="5042428" y="2749410"/>
                </a:cubicBezTo>
                <a:lnTo>
                  <a:pt x="5032126" y="2767272"/>
                </a:lnTo>
                <a:cubicBezTo>
                  <a:pt x="5031877" y="2767770"/>
                  <a:pt x="5031378" y="2768020"/>
                  <a:pt x="5030880" y="2768020"/>
                </a:cubicBezTo>
                <a:close/>
                <a:moveTo>
                  <a:pt x="4949924" y="2751965"/>
                </a:moveTo>
                <a:cubicBezTo>
                  <a:pt x="4949425" y="2751965"/>
                  <a:pt x="4948927" y="2751633"/>
                  <a:pt x="4948679" y="2751217"/>
                </a:cubicBezTo>
                <a:lnTo>
                  <a:pt x="4938294" y="2733272"/>
                </a:lnTo>
                <a:cubicBezTo>
                  <a:pt x="4938045" y="2732774"/>
                  <a:pt x="4938044" y="2732192"/>
                  <a:pt x="4938294" y="2731777"/>
                </a:cubicBezTo>
                <a:lnTo>
                  <a:pt x="4948679" y="2713832"/>
                </a:lnTo>
                <a:cubicBezTo>
                  <a:pt x="4948928" y="2713333"/>
                  <a:pt x="4949426" y="2713084"/>
                  <a:pt x="4949925" y="2713084"/>
                </a:cubicBezTo>
                <a:lnTo>
                  <a:pt x="4970694" y="2713084"/>
                </a:lnTo>
                <a:cubicBezTo>
                  <a:pt x="4971192" y="2713084"/>
                  <a:pt x="4971691" y="2713416"/>
                  <a:pt x="4971941" y="2713832"/>
                </a:cubicBezTo>
                <a:lnTo>
                  <a:pt x="4982326" y="2731777"/>
                </a:lnTo>
                <a:cubicBezTo>
                  <a:pt x="4982575" y="2732275"/>
                  <a:pt x="4982574" y="2732857"/>
                  <a:pt x="4982326" y="2733272"/>
                </a:cubicBezTo>
                <a:lnTo>
                  <a:pt x="4971941" y="2751217"/>
                </a:lnTo>
                <a:cubicBezTo>
                  <a:pt x="4971692" y="2751716"/>
                  <a:pt x="4971193" y="2751965"/>
                  <a:pt x="4970695" y="2751965"/>
                </a:cubicBezTo>
                <a:close/>
                <a:moveTo>
                  <a:pt x="5070297" y="2784219"/>
                </a:moveTo>
                <a:cubicBezTo>
                  <a:pt x="5069798" y="2784219"/>
                  <a:pt x="5069300" y="2783887"/>
                  <a:pt x="5069051" y="2783471"/>
                </a:cubicBezTo>
                <a:lnTo>
                  <a:pt x="5058666" y="2765526"/>
                </a:lnTo>
                <a:cubicBezTo>
                  <a:pt x="5058417" y="2765028"/>
                  <a:pt x="5058417" y="2764446"/>
                  <a:pt x="5058666" y="2764031"/>
                </a:cubicBezTo>
                <a:lnTo>
                  <a:pt x="5069051" y="2746086"/>
                </a:lnTo>
                <a:cubicBezTo>
                  <a:pt x="5069300" y="2745587"/>
                  <a:pt x="5069798" y="2745338"/>
                  <a:pt x="5070297" y="2745338"/>
                </a:cubicBezTo>
                <a:lnTo>
                  <a:pt x="5091067" y="2745338"/>
                </a:lnTo>
                <a:cubicBezTo>
                  <a:pt x="5091565" y="2745338"/>
                  <a:pt x="5092064" y="2745670"/>
                  <a:pt x="5092313" y="2746086"/>
                </a:cubicBezTo>
                <a:lnTo>
                  <a:pt x="5102698" y="2764031"/>
                </a:lnTo>
                <a:cubicBezTo>
                  <a:pt x="5102947" y="2764529"/>
                  <a:pt x="5102947" y="2765111"/>
                  <a:pt x="5102698" y="2765526"/>
                </a:cubicBezTo>
                <a:lnTo>
                  <a:pt x="5092313" y="2783471"/>
                </a:lnTo>
                <a:cubicBezTo>
                  <a:pt x="5092064" y="2783970"/>
                  <a:pt x="5091565" y="2784219"/>
                  <a:pt x="5091067" y="2784219"/>
                </a:cubicBezTo>
                <a:close/>
                <a:moveTo>
                  <a:pt x="5130483" y="2800346"/>
                </a:moveTo>
                <a:cubicBezTo>
                  <a:pt x="5129984" y="2800346"/>
                  <a:pt x="5129486" y="2800014"/>
                  <a:pt x="5129237" y="2799598"/>
                </a:cubicBezTo>
                <a:lnTo>
                  <a:pt x="5118852" y="2781653"/>
                </a:lnTo>
                <a:cubicBezTo>
                  <a:pt x="5118603" y="2781155"/>
                  <a:pt x="5118603" y="2780573"/>
                  <a:pt x="5118852" y="2780158"/>
                </a:cubicBezTo>
                <a:lnTo>
                  <a:pt x="5129237" y="2762213"/>
                </a:lnTo>
                <a:cubicBezTo>
                  <a:pt x="5129486" y="2761714"/>
                  <a:pt x="5129984" y="2761465"/>
                  <a:pt x="5130483" y="2761465"/>
                </a:cubicBezTo>
                <a:lnTo>
                  <a:pt x="5151253" y="2761465"/>
                </a:lnTo>
                <a:cubicBezTo>
                  <a:pt x="5151751" y="2761465"/>
                  <a:pt x="5152250" y="2761797"/>
                  <a:pt x="5152499" y="2762213"/>
                </a:cubicBezTo>
                <a:lnTo>
                  <a:pt x="5162884" y="2780158"/>
                </a:lnTo>
                <a:cubicBezTo>
                  <a:pt x="5163133" y="2780656"/>
                  <a:pt x="5163133" y="2781238"/>
                  <a:pt x="5162884" y="2781653"/>
                </a:cubicBezTo>
                <a:lnTo>
                  <a:pt x="5152499" y="2799598"/>
                </a:lnTo>
                <a:cubicBezTo>
                  <a:pt x="5152250" y="2800097"/>
                  <a:pt x="5151751" y="2800346"/>
                  <a:pt x="5151253" y="2800346"/>
                </a:cubicBezTo>
                <a:close/>
                <a:moveTo>
                  <a:pt x="5190670" y="2816473"/>
                </a:moveTo>
                <a:cubicBezTo>
                  <a:pt x="5190171" y="2816473"/>
                  <a:pt x="5189673" y="2816141"/>
                  <a:pt x="5189424" y="2815725"/>
                </a:cubicBezTo>
                <a:lnTo>
                  <a:pt x="5179039" y="2797780"/>
                </a:lnTo>
                <a:cubicBezTo>
                  <a:pt x="5178790" y="2797282"/>
                  <a:pt x="5178790" y="2796700"/>
                  <a:pt x="5179039" y="2796285"/>
                </a:cubicBezTo>
                <a:lnTo>
                  <a:pt x="5189424" y="2778340"/>
                </a:lnTo>
                <a:cubicBezTo>
                  <a:pt x="5189673" y="2777841"/>
                  <a:pt x="5190171" y="2777592"/>
                  <a:pt x="5190670" y="2777592"/>
                </a:cubicBezTo>
                <a:lnTo>
                  <a:pt x="5211440" y="2777592"/>
                </a:lnTo>
                <a:cubicBezTo>
                  <a:pt x="5211938" y="2777592"/>
                  <a:pt x="5212437" y="2777924"/>
                  <a:pt x="5212686" y="2778340"/>
                </a:cubicBezTo>
                <a:lnTo>
                  <a:pt x="5223071" y="2796285"/>
                </a:lnTo>
                <a:cubicBezTo>
                  <a:pt x="5223320" y="2796783"/>
                  <a:pt x="5223320" y="2797365"/>
                  <a:pt x="5223071" y="2797780"/>
                </a:cubicBezTo>
                <a:lnTo>
                  <a:pt x="5212686" y="2815725"/>
                </a:lnTo>
                <a:cubicBezTo>
                  <a:pt x="5212437" y="2816224"/>
                  <a:pt x="5211938" y="2816473"/>
                  <a:pt x="5211440" y="2816473"/>
                </a:cubicBezTo>
                <a:close/>
                <a:moveTo>
                  <a:pt x="5371228" y="2864853"/>
                </a:moveTo>
                <a:cubicBezTo>
                  <a:pt x="5370730" y="2864853"/>
                  <a:pt x="5370231" y="2864521"/>
                  <a:pt x="5369983" y="2864105"/>
                </a:cubicBezTo>
                <a:lnTo>
                  <a:pt x="5359598" y="2846160"/>
                </a:lnTo>
                <a:cubicBezTo>
                  <a:pt x="5359348" y="2845662"/>
                  <a:pt x="5359349" y="2845080"/>
                  <a:pt x="5359597" y="2844665"/>
                </a:cubicBezTo>
                <a:lnTo>
                  <a:pt x="5369983" y="2826720"/>
                </a:lnTo>
                <a:cubicBezTo>
                  <a:pt x="5370231" y="2826221"/>
                  <a:pt x="5370730" y="2825972"/>
                  <a:pt x="5371229" y="2825972"/>
                </a:cubicBezTo>
                <a:lnTo>
                  <a:pt x="5391999" y="2825972"/>
                </a:lnTo>
                <a:cubicBezTo>
                  <a:pt x="5392497" y="2825972"/>
                  <a:pt x="5392996" y="2826304"/>
                  <a:pt x="5393244" y="2826720"/>
                </a:cubicBezTo>
                <a:lnTo>
                  <a:pt x="5403630" y="2844665"/>
                </a:lnTo>
                <a:cubicBezTo>
                  <a:pt x="5403879" y="2845163"/>
                  <a:pt x="5403878" y="2845745"/>
                  <a:pt x="5403630" y="2846160"/>
                </a:cubicBezTo>
                <a:lnTo>
                  <a:pt x="5393245" y="2864105"/>
                </a:lnTo>
                <a:cubicBezTo>
                  <a:pt x="5392996" y="2864604"/>
                  <a:pt x="5392496" y="2864853"/>
                  <a:pt x="5391998" y="2864853"/>
                </a:cubicBezTo>
                <a:close/>
                <a:moveTo>
                  <a:pt x="5431414" y="2880980"/>
                </a:moveTo>
                <a:cubicBezTo>
                  <a:pt x="5430916" y="2880980"/>
                  <a:pt x="5430417" y="2880648"/>
                  <a:pt x="5430168" y="2880232"/>
                </a:cubicBezTo>
                <a:lnTo>
                  <a:pt x="5419783" y="2862287"/>
                </a:lnTo>
                <a:cubicBezTo>
                  <a:pt x="5419534" y="2861789"/>
                  <a:pt x="5419534" y="2861207"/>
                  <a:pt x="5419783" y="2860792"/>
                </a:cubicBezTo>
                <a:lnTo>
                  <a:pt x="5430168" y="2842847"/>
                </a:lnTo>
                <a:cubicBezTo>
                  <a:pt x="5430417" y="2842348"/>
                  <a:pt x="5430916" y="2842099"/>
                  <a:pt x="5431415" y="2842099"/>
                </a:cubicBezTo>
                <a:lnTo>
                  <a:pt x="5452184" y="2842099"/>
                </a:lnTo>
                <a:cubicBezTo>
                  <a:pt x="5452682" y="2842099"/>
                  <a:pt x="5453182" y="2842431"/>
                  <a:pt x="5453430" y="2842847"/>
                </a:cubicBezTo>
                <a:lnTo>
                  <a:pt x="5463815" y="2860792"/>
                </a:lnTo>
                <a:cubicBezTo>
                  <a:pt x="5464065" y="2861290"/>
                  <a:pt x="5464064" y="2861872"/>
                  <a:pt x="5463815" y="2862287"/>
                </a:cubicBezTo>
                <a:lnTo>
                  <a:pt x="5453430" y="2880232"/>
                </a:lnTo>
                <a:cubicBezTo>
                  <a:pt x="5453182" y="2880731"/>
                  <a:pt x="5452682" y="2880980"/>
                  <a:pt x="5452184" y="2880980"/>
                </a:cubicBezTo>
                <a:close/>
                <a:moveTo>
                  <a:pt x="5551787" y="2913234"/>
                </a:moveTo>
                <a:cubicBezTo>
                  <a:pt x="5551289" y="2913234"/>
                  <a:pt x="5550790" y="2912902"/>
                  <a:pt x="5550541" y="2912486"/>
                </a:cubicBezTo>
                <a:lnTo>
                  <a:pt x="5540156" y="2894541"/>
                </a:lnTo>
                <a:cubicBezTo>
                  <a:pt x="5539907" y="2894043"/>
                  <a:pt x="5539907" y="2893461"/>
                  <a:pt x="5540156" y="2893046"/>
                </a:cubicBezTo>
                <a:lnTo>
                  <a:pt x="5550541" y="2875101"/>
                </a:lnTo>
                <a:cubicBezTo>
                  <a:pt x="5550790" y="2874602"/>
                  <a:pt x="5551289" y="2874353"/>
                  <a:pt x="5551787" y="2874353"/>
                </a:cubicBezTo>
                <a:lnTo>
                  <a:pt x="5572557" y="2874353"/>
                </a:lnTo>
                <a:cubicBezTo>
                  <a:pt x="5573055" y="2874353"/>
                  <a:pt x="5573554" y="2874685"/>
                  <a:pt x="5573803" y="2875101"/>
                </a:cubicBezTo>
                <a:lnTo>
                  <a:pt x="5584188" y="2893046"/>
                </a:lnTo>
                <a:cubicBezTo>
                  <a:pt x="5584437" y="2893544"/>
                  <a:pt x="5584437" y="2894126"/>
                  <a:pt x="5584188" y="2894541"/>
                </a:cubicBezTo>
                <a:lnTo>
                  <a:pt x="5573803" y="2912486"/>
                </a:lnTo>
                <a:cubicBezTo>
                  <a:pt x="5573554" y="2912985"/>
                  <a:pt x="5573055" y="2913234"/>
                  <a:pt x="5572557" y="2913234"/>
                </a:cubicBezTo>
                <a:close/>
                <a:moveTo>
                  <a:pt x="5611974" y="2929361"/>
                </a:moveTo>
                <a:cubicBezTo>
                  <a:pt x="5611476" y="2929361"/>
                  <a:pt x="5610977" y="2929029"/>
                  <a:pt x="5610728" y="2928613"/>
                </a:cubicBezTo>
                <a:lnTo>
                  <a:pt x="5600343" y="2910668"/>
                </a:lnTo>
                <a:cubicBezTo>
                  <a:pt x="5600094" y="2910170"/>
                  <a:pt x="5600094" y="2909588"/>
                  <a:pt x="5600343" y="2909173"/>
                </a:cubicBezTo>
                <a:lnTo>
                  <a:pt x="5610728" y="2891228"/>
                </a:lnTo>
                <a:cubicBezTo>
                  <a:pt x="5610977" y="2890729"/>
                  <a:pt x="5611476" y="2890480"/>
                  <a:pt x="5611974" y="2890480"/>
                </a:cubicBezTo>
                <a:lnTo>
                  <a:pt x="5632744" y="2890480"/>
                </a:lnTo>
                <a:cubicBezTo>
                  <a:pt x="5633242" y="2890480"/>
                  <a:pt x="5633741" y="2890812"/>
                  <a:pt x="5633990" y="2891228"/>
                </a:cubicBezTo>
                <a:lnTo>
                  <a:pt x="5644375" y="2909173"/>
                </a:lnTo>
                <a:cubicBezTo>
                  <a:pt x="5644624" y="2909671"/>
                  <a:pt x="5644624" y="2910253"/>
                  <a:pt x="5644375" y="2910668"/>
                </a:cubicBezTo>
                <a:lnTo>
                  <a:pt x="5633990" y="2928613"/>
                </a:lnTo>
                <a:cubicBezTo>
                  <a:pt x="5633741" y="2929112"/>
                  <a:pt x="5633242" y="2929361"/>
                  <a:pt x="5632744" y="2929361"/>
                </a:cubicBezTo>
                <a:close/>
                <a:moveTo>
                  <a:pt x="4889655" y="2735920"/>
                </a:moveTo>
                <a:cubicBezTo>
                  <a:pt x="4889156" y="2735920"/>
                  <a:pt x="4888658" y="2735588"/>
                  <a:pt x="4888409" y="2735173"/>
                </a:cubicBezTo>
                <a:lnTo>
                  <a:pt x="4878024" y="2717144"/>
                </a:lnTo>
                <a:cubicBezTo>
                  <a:pt x="4877775" y="2716646"/>
                  <a:pt x="4877775" y="2716064"/>
                  <a:pt x="4878024" y="2715649"/>
                </a:cubicBezTo>
                <a:lnTo>
                  <a:pt x="4888492" y="2697621"/>
                </a:lnTo>
                <a:cubicBezTo>
                  <a:pt x="4888741" y="2697122"/>
                  <a:pt x="4889240" y="2696873"/>
                  <a:pt x="4889738" y="2696873"/>
                </a:cubicBezTo>
                <a:lnTo>
                  <a:pt x="4910591" y="2696873"/>
                </a:lnTo>
                <a:cubicBezTo>
                  <a:pt x="4911090" y="2696873"/>
                  <a:pt x="4911588" y="2697205"/>
                  <a:pt x="4911837" y="2697621"/>
                </a:cubicBezTo>
                <a:lnTo>
                  <a:pt x="4922222" y="2715649"/>
                </a:lnTo>
                <a:cubicBezTo>
                  <a:pt x="4922471" y="2716147"/>
                  <a:pt x="4922471" y="2716729"/>
                  <a:pt x="4922222" y="2717144"/>
                </a:cubicBezTo>
                <a:lnTo>
                  <a:pt x="4911754" y="2735174"/>
                </a:lnTo>
                <a:cubicBezTo>
                  <a:pt x="4911505" y="2735671"/>
                  <a:pt x="4911006" y="2735920"/>
                  <a:pt x="4910508" y="2735920"/>
                </a:cubicBezTo>
                <a:close/>
                <a:moveTo>
                  <a:pt x="5310959" y="2848808"/>
                </a:moveTo>
                <a:cubicBezTo>
                  <a:pt x="5310460" y="2848808"/>
                  <a:pt x="5309962" y="2848476"/>
                  <a:pt x="5309713" y="2848061"/>
                </a:cubicBezTo>
                <a:lnTo>
                  <a:pt x="5299328" y="2830033"/>
                </a:lnTo>
                <a:cubicBezTo>
                  <a:pt x="5299079" y="2829534"/>
                  <a:pt x="5299079" y="2828953"/>
                  <a:pt x="5299328" y="2828537"/>
                </a:cubicBezTo>
                <a:lnTo>
                  <a:pt x="5309796" y="2810509"/>
                </a:lnTo>
                <a:cubicBezTo>
                  <a:pt x="5310045" y="2810011"/>
                  <a:pt x="5310544" y="2809761"/>
                  <a:pt x="5311042" y="2809761"/>
                </a:cubicBezTo>
                <a:lnTo>
                  <a:pt x="5331895" y="2809761"/>
                </a:lnTo>
                <a:cubicBezTo>
                  <a:pt x="5332394" y="2809761"/>
                  <a:pt x="5332892" y="2810093"/>
                  <a:pt x="5333141" y="2810509"/>
                </a:cubicBezTo>
                <a:lnTo>
                  <a:pt x="5343526" y="2828537"/>
                </a:lnTo>
                <a:cubicBezTo>
                  <a:pt x="5343775" y="2829036"/>
                  <a:pt x="5343775" y="2829617"/>
                  <a:pt x="5343526" y="2830033"/>
                </a:cubicBezTo>
                <a:lnTo>
                  <a:pt x="5333058" y="2848062"/>
                </a:lnTo>
                <a:cubicBezTo>
                  <a:pt x="5332809" y="2848559"/>
                  <a:pt x="5332310" y="2848808"/>
                  <a:pt x="5331812" y="2848809"/>
                </a:cubicBezTo>
                <a:close/>
                <a:moveTo>
                  <a:pt x="5491517" y="2897189"/>
                </a:moveTo>
                <a:cubicBezTo>
                  <a:pt x="5491019" y="2897189"/>
                  <a:pt x="5490520" y="2896857"/>
                  <a:pt x="5490271" y="2896442"/>
                </a:cubicBezTo>
                <a:lnTo>
                  <a:pt x="5479886" y="2878413"/>
                </a:lnTo>
                <a:cubicBezTo>
                  <a:pt x="5479637" y="2877915"/>
                  <a:pt x="5479637" y="2877333"/>
                  <a:pt x="5479886" y="2876918"/>
                </a:cubicBezTo>
                <a:lnTo>
                  <a:pt x="5490354" y="2858890"/>
                </a:lnTo>
                <a:cubicBezTo>
                  <a:pt x="5490603" y="2858391"/>
                  <a:pt x="5491102" y="2858142"/>
                  <a:pt x="5491600" y="2858142"/>
                </a:cubicBezTo>
                <a:lnTo>
                  <a:pt x="5512453" y="2858142"/>
                </a:lnTo>
                <a:cubicBezTo>
                  <a:pt x="5512951" y="2858142"/>
                  <a:pt x="5513450" y="2858474"/>
                  <a:pt x="5513699" y="2858890"/>
                </a:cubicBezTo>
                <a:lnTo>
                  <a:pt x="5524084" y="2876918"/>
                </a:lnTo>
                <a:cubicBezTo>
                  <a:pt x="5524333" y="2877416"/>
                  <a:pt x="5524333" y="2877998"/>
                  <a:pt x="5524084" y="2878413"/>
                </a:cubicBezTo>
                <a:lnTo>
                  <a:pt x="5513616" y="2896442"/>
                </a:lnTo>
                <a:cubicBezTo>
                  <a:pt x="5513367" y="2896940"/>
                  <a:pt x="5512868" y="2897189"/>
                  <a:pt x="5512370" y="2897189"/>
                </a:cubicBezTo>
                <a:close/>
                <a:moveTo>
                  <a:pt x="5250772" y="2832764"/>
                </a:moveTo>
                <a:cubicBezTo>
                  <a:pt x="5250274" y="2832764"/>
                  <a:pt x="5249775" y="2832432"/>
                  <a:pt x="5249526" y="2832016"/>
                </a:cubicBezTo>
                <a:lnTo>
                  <a:pt x="5239058" y="2813905"/>
                </a:lnTo>
                <a:cubicBezTo>
                  <a:pt x="5238809" y="2813407"/>
                  <a:pt x="5238809" y="2812826"/>
                  <a:pt x="5239058" y="2812410"/>
                </a:cubicBezTo>
                <a:lnTo>
                  <a:pt x="5249526" y="2794300"/>
                </a:lnTo>
                <a:cubicBezTo>
                  <a:pt x="5249775" y="2793800"/>
                  <a:pt x="5250274" y="2793551"/>
                  <a:pt x="5250772" y="2793552"/>
                </a:cubicBezTo>
                <a:lnTo>
                  <a:pt x="5271708" y="2793551"/>
                </a:lnTo>
                <a:cubicBezTo>
                  <a:pt x="5272207" y="2793551"/>
                  <a:pt x="5272705" y="2793884"/>
                  <a:pt x="5272954" y="2794299"/>
                </a:cubicBezTo>
                <a:lnTo>
                  <a:pt x="5283422" y="2812410"/>
                </a:lnTo>
                <a:cubicBezTo>
                  <a:pt x="5283671" y="2812908"/>
                  <a:pt x="5283671" y="2813490"/>
                  <a:pt x="5283422" y="2813906"/>
                </a:cubicBezTo>
                <a:lnTo>
                  <a:pt x="5272954" y="2832016"/>
                </a:lnTo>
                <a:cubicBezTo>
                  <a:pt x="5272705" y="2832515"/>
                  <a:pt x="5272207" y="2832764"/>
                  <a:pt x="5271708" y="2832764"/>
                </a:cubicBezTo>
                <a:close/>
                <a:moveTo>
                  <a:pt x="3866405" y="2462108"/>
                </a:moveTo>
                <a:cubicBezTo>
                  <a:pt x="3865824" y="2462108"/>
                  <a:pt x="3865325" y="2461859"/>
                  <a:pt x="3865075" y="2461360"/>
                </a:cubicBezTo>
                <a:lnTo>
                  <a:pt x="3854525" y="2443000"/>
                </a:lnTo>
                <a:cubicBezTo>
                  <a:pt x="3854275" y="2442501"/>
                  <a:pt x="3854276" y="2442003"/>
                  <a:pt x="3854525" y="2441504"/>
                </a:cubicBezTo>
                <a:lnTo>
                  <a:pt x="3865075" y="2423144"/>
                </a:lnTo>
                <a:cubicBezTo>
                  <a:pt x="3865407" y="2422645"/>
                  <a:pt x="3865907" y="2422396"/>
                  <a:pt x="3866405" y="2422396"/>
                </a:cubicBezTo>
                <a:lnTo>
                  <a:pt x="3887590" y="2422396"/>
                </a:lnTo>
                <a:cubicBezTo>
                  <a:pt x="3888171" y="2422396"/>
                  <a:pt x="3888670" y="2422645"/>
                  <a:pt x="3888919" y="2423144"/>
                </a:cubicBezTo>
                <a:lnTo>
                  <a:pt x="3899470" y="2441504"/>
                </a:lnTo>
                <a:cubicBezTo>
                  <a:pt x="3899720" y="2442003"/>
                  <a:pt x="3899719" y="2442501"/>
                  <a:pt x="3899471" y="2443000"/>
                </a:cubicBezTo>
                <a:lnTo>
                  <a:pt x="3888920" y="2461360"/>
                </a:lnTo>
                <a:cubicBezTo>
                  <a:pt x="3888587" y="2461859"/>
                  <a:pt x="3888088" y="2462108"/>
                  <a:pt x="3887589" y="2462108"/>
                </a:cubicBezTo>
                <a:close/>
                <a:moveTo>
                  <a:pt x="3986696" y="2494435"/>
                </a:moveTo>
                <a:cubicBezTo>
                  <a:pt x="3986115" y="2494435"/>
                  <a:pt x="3985616" y="2494186"/>
                  <a:pt x="3985367" y="2493687"/>
                </a:cubicBezTo>
                <a:lnTo>
                  <a:pt x="3974732" y="2475244"/>
                </a:lnTo>
                <a:cubicBezTo>
                  <a:pt x="3974484" y="2474828"/>
                  <a:pt x="3974483" y="2474247"/>
                  <a:pt x="3974733" y="2473748"/>
                </a:cubicBezTo>
                <a:lnTo>
                  <a:pt x="3985367" y="2455305"/>
                </a:lnTo>
                <a:cubicBezTo>
                  <a:pt x="3985699" y="2454806"/>
                  <a:pt x="3986198" y="2454557"/>
                  <a:pt x="3986696" y="2454557"/>
                </a:cubicBezTo>
                <a:lnTo>
                  <a:pt x="4007964" y="2454557"/>
                </a:lnTo>
                <a:cubicBezTo>
                  <a:pt x="4008546" y="2454557"/>
                  <a:pt x="4009045" y="2454806"/>
                  <a:pt x="4009294" y="2455305"/>
                </a:cubicBezTo>
                <a:lnTo>
                  <a:pt x="4019928" y="2473748"/>
                </a:lnTo>
                <a:cubicBezTo>
                  <a:pt x="4020176" y="2474164"/>
                  <a:pt x="4020177" y="2474745"/>
                  <a:pt x="4019927" y="2475244"/>
                </a:cubicBezTo>
                <a:lnTo>
                  <a:pt x="4009294" y="2493687"/>
                </a:lnTo>
                <a:cubicBezTo>
                  <a:pt x="4008961" y="2494186"/>
                  <a:pt x="4008463" y="2494435"/>
                  <a:pt x="4007965" y="2494435"/>
                </a:cubicBezTo>
                <a:close/>
                <a:moveTo>
                  <a:pt x="4046881" y="2510561"/>
                </a:moveTo>
                <a:cubicBezTo>
                  <a:pt x="4046301" y="2510562"/>
                  <a:pt x="4045802" y="2510312"/>
                  <a:pt x="4045553" y="2509813"/>
                </a:cubicBezTo>
                <a:lnTo>
                  <a:pt x="4034918" y="2491370"/>
                </a:lnTo>
                <a:cubicBezTo>
                  <a:pt x="4034669" y="2490955"/>
                  <a:pt x="4034669" y="2490373"/>
                  <a:pt x="4034918" y="2489874"/>
                </a:cubicBezTo>
                <a:lnTo>
                  <a:pt x="4045553" y="2471432"/>
                </a:lnTo>
                <a:cubicBezTo>
                  <a:pt x="4045885" y="2470933"/>
                  <a:pt x="4046384" y="2470683"/>
                  <a:pt x="4046882" y="2470684"/>
                </a:cubicBezTo>
                <a:lnTo>
                  <a:pt x="4068150" y="2470683"/>
                </a:lnTo>
                <a:cubicBezTo>
                  <a:pt x="4068732" y="2470684"/>
                  <a:pt x="4069231" y="2470932"/>
                  <a:pt x="4069479" y="2471432"/>
                </a:cubicBezTo>
                <a:lnTo>
                  <a:pt x="4080113" y="2489875"/>
                </a:lnTo>
                <a:cubicBezTo>
                  <a:pt x="4080362" y="2490290"/>
                  <a:pt x="4080362" y="2490871"/>
                  <a:pt x="4080113" y="2491370"/>
                </a:cubicBezTo>
                <a:lnTo>
                  <a:pt x="4069480" y="2509813"/>
                </a:lnTo>
                <a:cubicBezTo>
                  <a:pt x="4069147" y="2510312"/>
                  <a:pt x="4068649" y="2510562"/>
                  <a:pt x="4068151" y="2510561"/>
                </a:cubicBezTo>
                <a:close/>
                <a:moveTo>
                  <a:pt x="3926426" y="2478390"/>
                </a:moveTo>
                <a:cubicBezTo>
                  <a:pt x="3925845" y="2478390"/>
                  <a:pt x="3925346" y="2478141"/>
                  <a:pt x="3925097" y="2477643"/>
                </a:cubicBezTo>
                <a:lnTo>
                  <a:pt x="3914463" y="2459116"/>
                </a:lnTo>
                <a:cubicBezTo>
                  <a:pt x="3914214" y="2458700"/>
                  <a:pt x="3914214" y="2458119"/>
                  <a:pt x="3914463" y="2457620"/>
                </a:cubicBezTo>
                <a:lnTo>
                  <a:pt x="3925180" y="2439094"/>
                </a:lnTo>
                <a:cubicBezTo>
                  <a:pt x="3925513" y="2438678"/>
                  <a:pt x="3926011" y="2438346"/>
                  <a:pt x="3926510" y="2438346"/>
                </a:cubicBezTo>
                <a:lnTo>
                  <a:pt x="3947861" y="2438346"/>
                </a:lnTo>
                <a:cubicBezTo>
                  <a:pt x="3948442" y="2438346"/>
                  <a:pt x="3948941" y="2438595"/>
                  <a:pt x="3949190" y="2439094"/>
                </a:cubicBezTo>
                <a:lnTo>
                  <a:pt x="3959824" y="2457620"/>
                </a:lnTo>
                <a:cubicBezTo>
                  <a:pt x="3960074" y="2458036"/>
                  <a:pt x="3960074" y="2458617"/>
                  <a:pt x="3959824" y="2459116"/>
                </a:cubicBezTo>
                <a:lnTo>
                  <a:pt x="3949107" y="2477643"/>
                </a:lnTo>
                <a:cubicBezTo>
                  <a:pt x="3948775" y="2478058"/>
                  <a:pt x="3948276" y="2478390"/>
                  <a:pt x="3947778" y="2478390"/>
                </a:cubicBezTo>
                <a:close/>
                <a:moveTo>
                  <a:pt x="4287461" y="2575317"/>
                </a:moveTo>
                <a:cubicBezTo>
                  <a:pt x="4286879" y="2575317"/>
                  <a:pt x="4286381" y="2575068"/>
                  <a:pt x="4286131" y="2574570"/>
                </a:cubicBezTo>
                <a:lnTo>
                  <a:pt x="4275331" y="2555877"/>
                </a:lnTo>
                <a:cubicBezTo>
                  <a:pt x="4275082" y="2555462"/>
                  <a:pt x="4275082" y="2554880"/>
                  <a:pt x="4275331" y="2554381"/>
                </a:cubicBezTo>
                <a:lnTo>
                  <a:pt x="4286131" y="2535689"/>
                </a:lnTo>
                <a:cubicBezTo>
                  <a:pt x="4286381" y="2535273"/>
                  <a:pt x="4286962" y="2534941"/>
                  <a:pt x="4287461" y="2534941"/>
                </a:cubicBezTo>
                <a:lnTo>
                  <a:pt x="4309061" y="2534941"/>
                </a:lnTo>
                <a:cubicBezTo>
                  <a:pt x="4309643" y="2534941"/>
                  <a:pt x="4310141" y="2535190"/>
                  <a:pt x="4310390" y="2535689"/>
                </a:cubicBezTo>
                <a:lnTo>
                  <a:pt x="4321191" y="2554381"/>
                </a:lnTo>
                <a:cubicBezTo>
                  <a:pt x="4321440" y="2554797"/>
                  <a:pt x="4321440" y="2555378"/>
                  <a:pt x="4321191" y="2555877"/>
                </a:cubicBezTo>
                <a:lnTo>
                  <a:pt x="4310390" y="2574570"/>
                </a:lnTo>
                <a:cubicBezTo>
                  <a:pt x="4310141" y="2574985"/>
                  <a:pt x="4309559" y="2575317"/>
                  <a:pt x="4309061" y="2575317"/>
                </a:cubicBezTo>
                <a:close/>
                <a:moveTo>
                  <a:pt x="4167017" y="2543232"/>
                </a:moveTo>
                <a:cubicBezTo>
                  <a:pt x="4166435" y="2543232"/>
                  <a:pt x="4165936" y="2542983"/>
                  <a:pt x="4165687" y="2542484"/>
                </a:cubicBezTo>
                <a:lnTo>
                  <a:pt x="4154804" y="2523625"/>
                </a:lnTo>
                <a:cubicBezTo>
                  <a:pt x="4154555" y="2523127"/>
                  <a:pt x="4154555" y="2522545"/>
                  <a:pt x="4154804" y="2522047"/>
                </a:cubicBezTo>
                <a:lnTo>
                  <a:pt x="4165687" y="2503188"/>
                </a:lnTo>
                <a:cubicBezTo>
                  <a:pt x="4165936" y="2502772"/>
                  <a:pt x="4166435" y="2502440"/>
                  <a:pt x="4167017" y="2502440"/>
                </a:cubicBezTo>
                <a:lnTo>
                  <a:pt x="4188783" y="2502440"/>
                </a:lnTo>
                <a:cubicBezTo>
                  <a:pt x="4189365" y="2502440"/>
                  <a:pt x="4189863" y="2502689"/>
                  <a:pt x="4190113" y="2503188"/>
                </a:cubicBezTo>
                <a:lnTo>
                  <a:pt x="4200996" y="2522047"/>
                </a:lnTo>
                <a:cubicBezTo>
                  <a:pt x="4201245" y="2522545"/>
                  <a:pt x="4201245" y="2523127"/>
                  <a:pt x="4200996" y="2523625"/>
                </a:cubicBezTo>
                <a:lnTo>
                  <a:pt x="4190113" y="2542484"/>
                </a:lnTo>
                <a:cubicBezTo>
                  <a:pt x="4189863" y="2542900"/>
                  <a:pt x="4189365" y="2543232"/>
                  <a:pt x="4188783" y="2543232"/>
                </a:cubicBezTo>
                <a:close/>
                <a:moveTo>
                  <a:pt x="4347470" y="2591775"/>
                </a:moveTo>
                <a:cubicBezTo>
                  <a:pt x="4346971" y="2591775"/>
                  <a:pt x="4346390" y="2591526"/>
                  <a:pt x="4346140" y="2591027"/>
                </a:cubicBezTo>
                <a:lnTo>
                  <a:pt x="4335257" y="2572085"/>
                </a:lnTo>
                <a:cubicBezTo>
                  <a:pt x="4335008" y="2571587"/>
                  <a:pt x="4335008" y="2571005"/>
                  <a:pt x="4335257" y="2570507"/>
                </a:cubicBezTo>
                <a:lnTo>
                  <a:pt x="4346223" y="2551565"/>
                </a:lnTo>
                <a:cubicBezTo>
                  <a:pt x="4346473" y="2551149"/>
                  <a:pt x="4346971" y="2550817"/>
                  <a:pt x="4347553" y="2550817"/>
                </a:cubicBezTo>
                <a:lnTo>
                  <a:pt x="4369403" y="2550817"/>
                </a:lnTo>
                <a:cubicBezTo>
                  <a:pt x="4369901" y="2550817"/>
                  <a:pt x="4370483" y="2551066"/>
                  <a:pt x="4370732" y="2551565"/>
                </a:cubicBezTo>
                <a:lnTo>
                  <a:pt x="4381615" y="2570507"/>
                </a:lnTo>
                <a:cubicBezTo>
                  <a:pt x="4381864" y="2571005"/>
                  <a:pt x="4381864" y="2571587"/>
                  <a:pt x="4381615" y="2572085"/>
                </a:cubicBezTo>
                <a:lnTo>
                  <a:pt x="4370649" y="2591027"/>
                </a:lnTo>
                <a:cubicBezTo>
                  <a:pt x="4370399" y="2591443"/>
                  <a:pt x="4369901" y="2591775"/>
                  <a:pt x="4369319" y="2591775"/>
                </a:cubicBezTo>
                <a:close/>
                <a:moveTo>
                  <a:pt x="4227015" y="2559687"/>
                </a:moveTo>
                <a:cubicBezTo>
                  <a:pt x="4226516" y="2559687"/>
                  <a:pt x="4225934" y="2559438"/>
                  <a:pt x="4225686" y="2558940"/>
                </a:cubicBezTo>
                <a:lnTo>
                  <a:pt x="4214636" y="2539831"/>
                </a:lnTo>
                <a:cubicBezTo>
                  <a:pt x="4214386" y="2539333"/>
                  <a:pt x="4214387" y="2538751"/>
                  <a:pt x="4214636" y="2538253"/>
                </a:cubicBezTo>
                <a:lnTo>
                  <a:pt x="4225686" y="2519145"/>
                </a:lnTo>
                <a:cubicBezTo>
                  <a:pt x="4225935" y="2518729"/>
                  <a:pt x="4226433" y="2518397"/>
                  <a:pt x="4227014" y="2518397"/>
                </a:cubicBezTo>
                <a:lnTo>
                  <a:pt x="4249113" y="2518397"/>
                </a:lnTo>
                <a:cubicBezTo>
                  <a:pt x="4249611" y="2518396"/>
                  <a:pt x="4250194" y="2518646"/>
                  <a:pt x="4250443" y="2519145"/>
                </a:cubicBezTo>
                <a:lnTo>
                  <a:pt x="4261493" y="2538253"/>
                </a:lnTo>
                <a:cubicBezTo>
                  <a:pt x="4261742" y="2538751"/>
                  <a:pt x="4261742" y="2539333"/>
                  <a:pt x="4261493" y="2539831"/>
                </a:cubicBezTo>
                <a:lnTo>
                  <a:pt x="4250442" y="2558939"/>
                </a:lnTo>
                <a:cubicBezTo>
                  <a:pt x="4250193" y="2559355"/>
                  <a:pt x="4249695" y="2559687"/>
                  <a:pt x="4249114" y="2559687"/>
                </a:cubicBezTo>
                <a:close/>
                <a:moveTo>
                  <a:pt x="4407573" y="2608067"/>
                </a:moveTo>
                <a:cubicBezTo>
                  <a:pt x="4407074" y="2608067"/>
                  <a:pt x="4406493" y="2607818"/>
                  <a:pt x="4406243" y="2607320"/>
                </a:cubicBezTo>
                <a:lnTo>
                  <a:pt x="4395194" y="2588211"/>
                </a:lnTo>
                <a:cubicBezTo>
                  <a:pt x="4394945" y="2587713"/>
                  <a:pt x="4394945" y="2587131"/>
                  <a:pt x="4395194" y="2586633"/>
                </a:cubicBezTo>
                <a:lnTo>
                  <a:pt x="4406243" y="2567525"/>
                </a:lnTo>
                <a:cubicBezTo>
                  <a:pt x="4406493" y="2567109"/>
                  <a:pt x="4406991" y="2566777"/>
                  <a:pt x="4407573" y="2566777"/>
                </a:cubicBezTo>
                <a:lnTo>
                  <a:pt x="4429672" y="2566777"/>
                </a:lnTo>
                <a:cubicBezTo>
                  <a:pt x="4430170" y="2566777"/>
                  <a:pt x="4430752" y="2567026"/>
                  <a:pt x="4431001" y="2567525"/>
                </a:cubicBezTo>
                <a:lnTo>
                  <a:pt x="4442051" y="2586633"/>
                </a:lnTo>
                <a:cubicBezTo>
                  <a:pt x="4442300" y="2587131"/>
                  <a:pt x="4442300" y="2587713"/>
                  <a:pt x="4442051" y="2588211"/>
                </a:cubicBezTo>
                <a:lnTo>
                  <a:pt x="4431001" y="2607320"/>
                </a:lnTo>
                <a:cubicBezTo>
                  <a:pt x="4430752" y="2607735"/>
                  <a:pt x="4430253" y="2608067"/>
                  <a:pt x="4429672" y="2608067"/>
                </a:cubicBezTo>
                <a:close/>
                <a:moveTo>
                  <a:pt x="4587964" y="2656875"/>
                </a:moveTo>
                <a:cubicBezTo>
                  <a:pt x="4587383" y="2656874"/>
                  <a:pt x="4586801" y="2656542"/>
                  <a:pt x="4586552" y="2656044"/>
                </a:cubicBezTo>
                <a:lnTo>
                  <a:pt x="4575336" y="2636603"/>
                </a:lnTo>
                <a:cubicBezTo>
                  <a:pt x="4575087" y="2636105"/>
                  <a:pt x="4575087" y="2635523"/>
                  <a:pt x="4575336" y="2635024"/>
                </a:cubicBezTo>
                <a:lnTo>
                  <a:pt x="4586552" y="2615584"/>
                </a:lnTo>
                <a:cubicBezTo>
                  <a:pt x="4586884" y="2615085"/>
                  <a:pt x="4587383" y="2614753"/>
                  <a:pt x="4587964" y="2614754"/>
                </a:cubicBezTo>
                <a:lnTo>
                  <a:pt x="4610479" y="2614753"/>
                </a:lnTo>
                <a:cubicBezTo>
                  <a:pt x="4611060" y="2614753"/>
                  <a:pt x="4611642" y="2615086"/>
                  <a:pt x="4611891" y="2615584"/>
                </a:cubicBezTo>
                <a:lnTo>
                  <a:pt x="4623106" y="2635025"/>
                </a:lnTo>
                <a:cubicBezTo>
                  <a:pt x="4623356" y="2635523"/>
                  <a:pt x="4623356" y="2636105"/>
                  <a:pt x="4623106" y="2636604"/>
                </a:cubicBezTo>
                <a:lnTo>
                  <a:pt x="4611891" y="2656044"/>
                </a:lnTo>
                <a:cubicBezTo>
                  <a:pt x="4611558" y="2656543"/>
                  <a:pt x="4611060" y="2656875"/>
                  <a:pt x="4610479" y="2656874"/>
                </a:cubicBezTo>
                <a:close/>
                <a:moveTo>
                  <a:pt x="4467375" y="2625040"/>
                </a:moveTo>
                <a:cubicBezTo>
                  <a:pt x="4466794" y="2625040"/>
                  <a:pt x="4466295" y="2624708"/>
                  <a:pt x="4465963" y="2624209"/>
                </a:cubicBezTo>
                <a:lnTo>
                  <a:pt x="4454498" y="2604270"/>
                </a:lnTo>
                <a:cubicBezTo>
                  <a:pt x="4454166" y="2603772"/>
                  <a:pt x="4454166" y="2603107"/>
                  <a:pt x="4454498" y="2602609"/>
                </a:cubicBezTo>
                <a:lnTo>
                  <a:pt x="4465963" y="2582670"/>
                </a:lnTo>
                <a:cubicBezTo>
                  <a:pt x="4466295" y="2582171"/>
                  <a:pt x="4466794" y="2581839"/>
                  <a:pt x="4467375" y="2581839"/>
                </a:cubicBezTo>
                <a:lnTo>
                  <a:pt x="4490388" y="2581839"/>
                </a:lnTo>
                <a:cubicBezTo>
                  <a:pt x="4490970" y="2581839"/>
                  <a:pt x="4491468" y="2582171"/>
                  <a:pt x="4491801" y="2582670"/>
                </a:cubicBezTo>
                <a:lnTo>
                  <a:pt x="4503266" y="2602609"/>
                </a:lnTo>
                <a:cubicBezTo>
                  <a:pt x="4503598" y="2603107"/>
                  <a:pt x="4503598" y="2603772"/>
                  <a:pt x="4503266" y="2604270"/>
                </a:cubicBezTo>
                <a:lnTo>
                  <a:pt x="4491801" y="2624209"/>
                </a:lnTo>
                <a:cubicBezTo>
                  <a:pt x="4491468" y="2624708"/>
                  <a:pt x="4490970" y="2625040"/>
                  <a:pt x="4490388" y="2625040"/>
                </a:cubicBezTo>
                <a:close/>
                <a:moveTo>
                  <a:pt x="4527376" y="2641402"/>
                </a:moveTo>
                <a:cubicBezTo>
                  <a:pt x="4526793" y="2641402"/>
                  <a:pt x="4526296" y="2641070"/>
                  <a:pt x="4525962" y="2640572"/>
                </a:cubicBezTo>
                <a:lnTo>
                  <a:pt x="4514414" y="2620467"/>
                </a:lnTo>
                <a:cubicBezTo>
                  <a:pt x="4514083" y="2619968"/>
                  <a:pt x="4514082" y="2619303"/>
                  <a:pt x="4514415" y="2618805"/>
                </a:cubicBezTo>
                <a:lnTo>
                  <a:pt x="4526046" y="2598700"/>
                </a:lnTo>
                <a:cubicBezTo>
                  <a:pt x="4526379" y="2598201"/>
                  <a:pt x="4526876" y="2597869"/>
                  <a:pt x="4527459" y="2597870"/>
                </a:cubicBezTo>
                <a:lnTo>
                  <a:pt x="4550638" y="2597869"/>
                </a:lnTo>
                <a:cubicBezTo>
                  <a:pt x="4551219" y="2597869"/>
                  <a:pt x="4551717" y="2598201"/>
                  <a:pt x="4552050" y="2598700"/>
                </a:cubicBezTo>
                <a:lnTo>
                  <a:pt x="4563598" y="2618805"/>
                </a:lnTo>
                <a:cubicBezTo>
                  <a:pt x="4563929" y="2619303"/>
                  <a:pt x="4563930" y="2619968"/>
                  <a:pt x="4563598" y="2620468"/>
                </a:cubicBezTo>
                <a:lnTo>
                  <a:pt x="4551966" y="2640572"/>
                </a:lnTo>
                <a:cubicBezTo>
                  <a:pt x="4551635" y="2641071"/>
                  <a:pt x="4551136" y="2641403"/>
                  <a:pt x="4550555" y="2641402"/>
                </a:cubicBezTo>
                <a:close/>
                <a:moveTo>
                  <a:pt x="4762710" y="2742133"/>
                </a:moveTo>
                <a:cubicBezTo>
                  <a:pt x="4762543" y="2742133"/>
                  <a:pt x="4762295" y="2741884"/>
                  <a:pt x="4762295" y="2741884"/>
                </a:cubicBezTo>
                <a:lnTo>
                  <a:pt x="4759221" y="2736484"/>
                </a:lnTo>
                <a:cubicBezTo>
                  <a:pt x="4759221" y="2736401"/>
                  <a:pt x="4759221" y="2736069"/>
                  <a:pt x="4759221" y="2736069"/>
                </a:cubicBezTo>
                <a:lnTo>
                  <a:pt x="4762295" y="2730668"/>
                </a:lnTo>
                <a:cubicBezTo>
                  <a:pt x="4762378" y="2730502"/>
                  <a:pt x="4762710" y="2730419"/>
                  <a:pt x="4762710" y="2730419"/>
                </a:cubicBezTo>
                <a:lnTo>
                  <a:pt x="4768941" y="2730419"/>
                </a:lnTo>
                <a:cubicBezTo>
                  <a:pt x="4769107" y="2730419"/>
                  <a:pt x="4769356" y="2730668"/>
                  <a:pt x="4769356" y="2730668"/>
                </a:cubicBezTo>
                <a:lnTo>
                  <a:pt x="4772431" y="2736069"/>
                </a:lnTo>
                <a:cubicBezTo>
                  <a:pt x="4772431" y="2736151"/>
                  <a:pt x="4772431" y="2736484"/>
                  <a:pt x="4772431" y="2736484"/>
                </a:cubicBezTo>
                <a:lnTo>
                  <a:pt x="4769356" y="2741884"/>
                </a:lnTo>
                <a:cubicBezTo>
                  <a:pt x="4769274" y="2742050"/>
                  <a:pt x="4768940" y="2742133"/>
                  <a:pt x="4768940" y="2742133"/>
                </a:cubicBezTo>
                <a:close/>
                <a:moveTo>
                  <a:pt x="3316900" y="2357580"/>
                </a:moveTo>
                <a:cubicBezTo>
                  <a:pt x="3316650" y="2357580"/>
                  <a:pt x="3316318" y="2357247"/>
                  <a:pt x="3316318" y="2357247"/>
                </a:cubicBezTo>
                <a:lnTo>
                  <a:pt x="3311915" y="2349604"/>
                </a:lnTo>
                <a:cubicBezTo>
                  <a:pt x="3311832" y="2349355"/>
                  <a:pt x="3311915" y="2348940"/>
                  <a:pt x="3311915" y="2348940"/>
                </a:cubicBezTo>
                <a:lnTo>
                  <a:pt x="3316318" y="2341296"/>
                </a:lnTo>
                <a:cubicBezTo>
                  <a:pt x="3316484" y="2341047"/>
                  <a:pt x="3316900" y="2340964"/>
                  <a:pt x="3316900" y="2340964"/>
                </a:cubicBezTo>
                <a:lnTo>
                  <a:pt x="3325789" y="2340964"/>
                </a:lnTo>
                <a:cubicBezTo>
                  <a:pt x="3326038" y="2340964"/>
                  <a:pt x="3326371" y="2341296"/>
                  <a:pt x="3326371" y="2341296"/>
                </a:cubicBezTo>
                <a:lnTo>
                  <a:pt x="3330774" y="2348940"/>
                </a:lnTo>
                <a:cubicBezTo>
                  <a:pt x="3330857" y="2349189"/>
                  <a:pt x="3330774" y="2349604"/>
                  <a:pt x="3330774" y="2349604"/>
                </a:cubicBezTo>
                <a:lnTo>
                  <a:pt x="3326371" y="2357247"/>
                </a:lnTo>
                <a:cubicBezTo>
                  <a:pt x="3326204" y="2357497"/>
                  <a:pt x="3325789" y="2357580"/>
                  <a:pt x="3325789" y="2357580"/>
                </a:cubicBezTo>
                <a:close/>
                <a:moveTo>
                  <a:pt x="3133361" y="2314768"/>
                </a:moveTo>
                <a:cubicBezTo>
                  <a:pt x="3132945" y="2314768"/>
                  <a:pt x="3132447" y="2314269"/>
                  <a:pt x="3132447" y="2314269"/>
                </a:cubicBezTo>
                <a:lnTo>
                  <a:pt x="3125053" y="2301392"/>
                </a:lnTo>
                <a:cubicBezTo>
                  <a:pt x="3124887" y="2301060"/>
                  <a:pt x="3125053" y="2300312"/>
                  <a:pt x="3125053" y="2300312"/>
                </a:cubicBezTo>
                <a:lnTo>
                  <a:pt x="3132447" y="2287435"/>
                </a:lnTo>
                <a:cubicBezTo>
                  <a:pt x="3132613" y="2287102"/>
                  <a:pt x="3133361" y="2286936"/>
                  <a:pt x="3133361" y="2286936"/>
                </a:cubicBezTo>
                <a:lnTo>
                  <a:pt x="3148232" y="2286936"/>
                </a:lnTo>
                <a:cubicBezTo>
                  <a:pt x="3148647" y="2286936"/>
                  <a:pt x="3149146" y="2287435"/>
                  <a:pt x="3149146" y="2287435"/>
                </a:cubicBezTo>
                <a:lnTo>
                  <a:pt x="3156540" y="2300312"/>
                </a:lnTo>
                <a:cubicBezTo>
                  <a:pt x="3156706" y="2300644"/>
                  <a:pt x="3156540" y="2301392"/>
                  <a:pt x="3156540" y="2301392"/>
                </a:cubicBezTo>
                <a:lnTo>
                  <a:pt x="3149146" y="2314269"/>
                </a:lnTo>
                <a:cubicBezTo>
                  <a:pt x="3148980" y="2314602"/>
                  <a:pt x="3148232" y="2314768"/>
                  <a:pt x="3148232" y="2314768"/>
                </a:cubicBezTo>
                <a:close/>
                <a:moveTo>
                  <a:pt x="3794891" y="2493062"/>
                </a:moveTo>
                <a:cubicBezTo>
                  <a:pt x="3794476" y="2493062"/>
                  <a:pt x="3793894" y="2492480"/>
                  <a:pt x="3793894" y="2492480"/>
                </a:cubicBezTo>
                <a:lnTo>
                  <a:pt x="3786002" y="2478856"/>
                </a:lnTo>
                <a:cubicBezTo>
                  <a:pt x="3785836" y="2478523"/>
                  <a:pt x="3786002" y="2477775"/>
                  <a:pt x="3786002" y="2477775"/>
                </a:cubicBezTo>
                <a:lnTo>
                  <a:pt x="3793894" y="2464151"/>
                </a:lnTo>
                <a:cubicBezTo>
                  <a:pt x="3794144" y="2463818"/>
                  <a:pt x="3794891" y="2463569"/>
                  <a:pt x="3794891" y="2463569"/>
                </a:cubicBezTo>
                <a:lnTo>
                  <a:pt x="3810676" y="2463569"/>
                </a:lnTo>
                <a:cubicBezTo>
                  <a:pt x="3811092" y="2463568"/>
                  <a:pt x="3811673" y="2464150"/>
                  <a:pt x="3811673" y="2464150"/>
                </a:cubicBezTo>
                <a:lnTo>
                  <a:pt x="3819566" y="2477775"/>
                </a:lnTo>
                <a:cubicBezTo>
                  <a:pt x="3819732" y="2478108"/>
                  <a:pt x="3819566" y="2478856"/>
                  <a:pt x="3819566" y="2478856"/>
                </a:cubicBezTo>
                <a:lnTo>
                  <a:pt x="3811673" y="2492481"/>
                </a:lnTo>
                <a:cubicBezTo>
                  <a:pt x="3811424" y="2492813"/>
                  <a:pt x="3810676" y="2493061"/>
                  <a:pt x="3810676" y="2493061"/>
                </a:cubicBezTo>
                <a:close/>
                <a:moveTo>
                  <a:pt x="4818057" y="2767218"/>
                </a:moveTo>
                <a:cubicBezTo>
                  <a:pt x="4817642" y="2767218"/>
                  <a:pt x="4817060" y="2766637"/>
                  <a:pt x="4817060" y="2766637"/>
                </a:cubicBezTo>
                <a:lnTo>
                  <a:pt x="4809168" y="2753012"/>
                </a:lnTo>
                <a:cubicBezTo>
                  <a:pt x="4809002" y="2752679"/>
                  <a:pt x="4809169" y="2751931"/>
                  <a:pt x="4809169" y="2751931"/>
                </a:cubicBezTo>
                <a:lnTo>
                  <a:pt x="4817061" y="2738307"/>
                </a:lnTo>
                <a:cubicBezTo>
                  <a:pt x="4817310" y="2737974"/>
                  <a:pt x="4818058" y="2737725"/>
                  <a:pt x="4818058" y="2737725"/>
                </a:cubicBezTo>
                <a:lnTo>
                  <a:pt x="4833843" y="2737725"/>
                </a:lnTo>
                <a:cubicBezTo>
                  <a:pt x="4834258" y="2737725"/>
                  <a:pt x="4834840" y="2738307"/>
                  <a:pt x="4834840" y="2738307"/>
                </a:cubicBezTo>
                <a:lnTo>
                  <a:pt x="4842733" y="2751931"/>
                </a:lnTo>
                <a:cubicBezTo>
                  <a:pt x="4842899" y="2752264"/>
                  <a:pt x="4842732" y="2753012"/>
                  <a:pt x="4842732" y="2753012"/>
                </a:cubicBezTo>
                <a:lnTo>
                  <a:pt x="4834840" y="2766637"/>
                </a:lnTo>
                <a:cubicBezTo>
                  <a:pt x="4834591" y="2766969"/>
                  <a:pt x="4833842" y="2767218"/>
                  <a:pt x="4833842" y="2767218"/>
                </a:cubicBezTo>
                <a:close/>
                <a:moveTo>
                  <a:pt x="3192956" y="2331877"/>
                </a:moveTo>
                <a:cubicBezTo>
                  <a:pt x="3192541" y="2331878"/>
                  <a:pt x="3191959" y="2331296"/>
                  <a:pt x="3191959" y="2331296"/>
                </a:cubicBezTo>
                <a:lnTo>
                  <a:pt x="3184067" y="2317588"/>
                </a:lnTo>
                <a:cubicBezTo>
                  <a:pt x="3183901" y="2317173"/>
                  <a:pt x="3184067" y="2316426"/>
                  <a:pt x="3184067" y="2316426"/>
                </a:cubicBezTo>
                <a:lnTo>
                  <a:pt x="3192042" y="2302717"/>
                </a:lnTo>
                <a:cubicBezTo>
                  <a:pt x="3192292" y="2302384"/>
                  <a:pt x="3193039" y="2302135"/>
                  <a:pt x="3193039" y="2302135"/>
                </a:cubicBezTo>
                <a:lnTo>
                  <a:pt x="3208907" y="2302135"/>
                </a:lnTo>
                <a:cubicBezTo>
                  <a:pt x="3209323" y="2302135"/>
                  <a:pt x="3209904" y="2302718"/>
                  <a:pt x="3209904" y="2302718"/>
                </a:cubicBezTo>
                <a:lnTo>
                  <a:pt x="3217797" y="2316425"/>
                </a:lnTo>
                <a:cubicBezTo>
                  <a:pt x="3217963" y="2316840"/>
                  <a:pt x="3217797" y="2317588"/>
                  <a:pt x="3217797" y="2317588"/>
                </a:cubicBezTo>
                <a:lnTo>
                  <a:pt x="3209821" y="2331296"/>
                </a:lnTo>
                <a:cubicBezTo>
                  <a:pt x="3209572" y="2331628"/>
                  <a:pt x="3208824" y="2331877"/>
                  <a:pt x="3208824" y="2331877"/>
                </a:cubicBezTo>
                <a:close/>
                <a:moveTo>
                  <a:pt x="845444" y="1703429"/>
                </a:moveTo>
                <a:cubicBezTo>
                  <a:pt x="845028" y="1703429"/>
                  <a:pt x="844448" y="1702848"/>
                  <a:pt x="844448" y="1702848"/>
                </a:cubicBezTo>
                <a:lnTo>
                  <a:pt x="836305" y="1688641"/>
                </a:lnTo>
                <a:cubicBezTo>
                  <a:pt x="836057" y="1688309"/>
                  <a:pt x="836305" y="1687478"/>
                  <a:pt x="836305" y="1687478"/>
                </a:cubicBezTo>
                <a:lnTo>
                  <a:pt x="844530" y="1673272"/>
                </a:lnTo>
                <a:cubicBezTo>
                  <a:pt x="844696" y="1672939"/>
                  <a:pt x="845527" y="1672690"/>
                  <a:pt x="845527" y="1672690"/>
                </a:cubicBezTo>
                <a:lnTo>
                  <a:pt x="861894" y="1672690"/>
                </a:lnTo>
                <a:cubicBezTo>
                  <a:pt x="862309" y="1672690"/>
                  <a:pt x="862890" y="1673272"/>
                  <a:pt x="862890" y="1673272"/>
                </a:cubicBezTo>
                <a:lnTo>
                  <a:pt x="871033" y="1687478"/>
                </a:lnTo>
                <a:cubicBezTo>
                  <a:pt x="871281" y="1687810"/>
                  <a:pt x="871033" y="1688641"/>
                  <a:pt x="871033" y="1688641"/>
                </a:cubicBezTo>
                <a:lnTo>
                  <a:pt x="862807" y="1702848"/>
                </a:lnTo>
                <a:cubicBezTo>
                  <a:pt x="862642" y="1703180"/>
                  <a:pt x="861810" y="1703429"/>
                  <a:pt x="861810" y="1703429"/>
                </a:cubicBezTo>
                <a:close/>
                <a:moveTo>
                  <a:pt x="1086190" y="1767937"/>
                </a:moveTo>
                <a:cubicBezTo>
                  <a:pt x="1085774" y="1767937"/>
                  <a:pt x="1085193" y="1767356"/>
                  <a:pt x="1085193" y="1767356"/>
                </a:cubicBezTo>
                <a:lnTo>
                  <a:pt x="1077051" y="1753149"/>
                </a:lnTo>
                <a:cubicBezTo>
                  <a:pt x="1076802" y="1752817"/>
                  <a:pt x="1077051" y="1751986"/>
                  <a:pt x="1077051" y="1751986"/>
                </a:cubicBezTo>
                <a:lnTo>
                  <a:pt x="1085276" y="1737780"/>
                </a:lnTo>
                <a:cubicBezTo>
                  <a:pt x="1085442" y="1737447"/>
                  <a:pt x="1086273" y="1737198"/>
                  <a:pt x="1086273" y="1737198"/>
                </a:cubicBezTo>
                <a:lnTo>
                  <a:pt x="1102639" y="1737198"/>
                </a:lnTo>
                <a:cubicBezTo>
                  <a:pt x="1103054" y="1737198"/>
                  <a:pt x="1103636" y="1737780"/>
                  <a:pt x="1103636" y="1737780"/>
                </a:cubicBezTo>
                <a:lnTo>
                  <a:pt x="1111778" y="1751986"/>
                </a:lnTo>
                <a:cubicBezTo>
                  <a:pt x="1112027" y="1752318"/>
                  <a:pt x="1111778" y="1753149"/>
                  <a:pt x="1111778" y="1753149"/>
                </a:cubicBezTo>
                <a:lnTo>
                  <a:pt x="1103553" y="1767356"/>
                </a:lnTo>
                <a:cubicBezTo>
                  <a:pt x="1103387" y="1767688"/>
                  <a:pt x="1102556" y="1767937"/>
                  <a:pt x="1102556" y="1767937"/>
                </a:cubicBezTo>
                <a:close/>
                <a:moveTo>
                  <a:pt x="965818" y="1735766"/>
                </a:moveTo>
                <a:cubicBezTo>
                  <a:pt x="965401" y="1735766"/>
                  <a:pt x="964820" y="1735185"/>
                  <a:pt x="964820" y="1735185"/>
                </a:cubicBezTo>
                <a:lnTo>
                  <a:pt x="956595" y="1720895"/>
                </a:lnTo>
                <a:cubicBezTo>
                  <a:pt x="956346" y="1720563"/>
                  <a:pt x="956595" y="1719732"/>
                  <a:pt x="956595" y="1719732"/>
                </a:cubicBezTo>
                <a:lnTo>
                  <a:pt x="964820" y="1705442"/>
                </a:lnTo>
                <a:cubicBezTo>
                  <a:pt x="964986" y="1705110"/>
                  <a:pt x="965817" y="1704861"/>
                  <a:pt x="965817" y="1704861"/>
                </a:cubicBezTo>
                <a:lnTo>
                  <a:pt x="982266" y="1704861"/>
                </a:lnTo>
                <a:cubicBezTo>
                  <a:pt x="982681" y="1704861"/>
                  <a:pt x="983263" y="1705442"/>
                  <a:pt x="983263" y="1705442"/>
                </a:cubicBezTo>
                <a:lnTo>
                  <a:pt x="991488" y="1719732"/>
                </a:lnTo>
                <a:cubicBezTo>
                  <a:pt x="991737" y="1720064"/>
                  <a:pt x="991488" y="1720895"/>
                  <a:pt x="991488" y="1720895"/>
                </a:cubicBezTo>
                <a:lnTo>
                  <a:pt x="983263" y="1735185"/>
                </a:lnTo>
                <a:cubicBezTo>
                  <a:pt x="983097" y="1735517"/>
                  <a:pt x="982266" y="1735766"/>
                  <a:pt x="982266" y="1735766"/>
                </a:cubicBezTo>
                <a:close/>
                <a:moveTo>
                  <a:pt x="1025917" y="1752071"/>
                </a:moveTo>
                <a:cubicBezTo>
                  <a:pt x="1025503" y="1752071"/>
                  <a:pt x="1024922" y="1751489"/>
                  <a:pt x="1024922" y="1751489"/>
                </a:cubicBezTo>
                <a:lnTo>
                  <a:pt x="1016614" y="1737034"/>
                </a:lnTo>
                <a:cubicBezTo>
                  <a:pt x="1016364" y="1736701"/>
                  <a:pt x="1016614" y="1735870"/>
                  <a:pt x="1016614" y="1735870"/>
                </a:cubicBezTo>
                <a:lnTo>
                  <a:pt x="1024921" y="1721414"/>
                </a:lnTo>
                <a:cubicBezTo>
                  <a:pt x="1025088" y="1721082"/>
                  <a:pt x="1025917" y="1720832"/>
                  <a:pt x="1025917" y="1720832"/>
                </a:cubicBezTo>
                <a:lnTo>
                  <a:pt x="1042616" y="1720832"/>
                </a:lnTo>
                <a:cubicBezTo>
                  <a:pt x="1043033" y="1720833"/>
                  <a:pt x="1043614" y="1721415"/>
                  <a:pt x="1043614" y="1721415"/>
                </a:cubicBezTo>
                <a:lnTo>
                  <a:pt x="1051922" y="1735869"/>
                </a:lnTo>
                <a:cubicBezTo>
                  <a:pt x="1052172" y="1736202"/>
                  <a:pt x="1051921" y="1737034"/>
                  <a:pt x="1051921" y="1737034"/>
                </a:cubicBezTo>
                <a:lnTo>
                  <a:pt x="1043614" y="1751489"/>
                </a:lnTo>
                <a:cubicBezTo>
                  <a:pt x="1043448" y="1751822"/>
                  <a:pt x="1042616" y="1752071"/>
                  <a:pt x="1042616" y="1752071"/>
                </a:cubicBezTo>
                <a:close/>
                <a:moveTo>
                  <a:pt x="1146210" y="1784396"/>
                </a:moveTo>
                <a:cubicBezTo>
                  <a:pt x="1145794" y="1784396"/>
                  <a:pt x="1145213" y="1783815"/>
                  <a:pt x="1145213" y="1783815"/>
                </a:cubicBezTo>
                <a:lnTo>
                  <a:pt x="1136822" y="1769276"/>
                </a:lnTo>
                <a:cubicBezTo>
                  <a:pt x="1136573" y="1768943"/>
                  <a:pt x="1136822" y="1768112"/>
                  <a:pt x="1136822" y="1768112"/>
                </a:cubicBezTo>
                <a:lnTo>
                  <a:pt x="1145213" y="1753573"/>
                </a:lnTo>
                <a:cubicBezTo>
                  <a:pt x="1145379" y="1753241"/>
                  <a:pt x="1145794" y="1752992"/>
                  <a:pt x="1146210" y="1752992"/>
                </a:cubicBezTo>
                <a:lnTo>
                  <a:pt x="1162992" y="1752992"/>
                </a:lnTo>
                <a:cubicBezTo>
                  <a:pt x="1163407" y="1752992"/>
                  <a:pt x="1163989" y="1753574"/>
                  <a:pt x="1163989" y="1753574"/>
                </a:cubicBezTo>
                <a:lnTo>
                  <a:pt x="1172380" y="1768112"/>
                </a:lnTo>
                <a:cubicBezTo>
                  <a:pt x="1172629" y="1768444"/>
                  <a:pt x="1172380" y="1769276"/>
                  <a:pt x="1172380" y="1769276"/>
                </a:cubicBezTo>
                <a:lnTo>
                  <a:pt x="1163989" y="1783814"/>
                </a:lnTo>
                <a:cubicBezTo>
                  <a:pt x="1163822" y="1784147"/>
                  <a:pt x="1163407" y="1784396"/>
                  <a:pt x="1162992" y="1784396"/>
                </a:cubicBezTo>
                <a:close/>
                <a:moveTo>
                  <a:pt x="905383" y="1719961"/>
                </a:moveTo>
                <a:cubicBezTo>
                  <a:pt x="904968" y="1719961"/>
                  <a:pt x="904386" y="1719379"/>
                  <a:pt x="904386" y="1719379"/>
                </a:cubicBezTo>
                <a:lnTo>
                  <a:pt x="895912" y="1704758"/>
                </a:lnTo>
                <a:cubicBezTo>
                  <a:pt x="895663" y="1704425"/>
                  <a:pt x="895912" y="1703594"/>
                  <a:pt x="895912" y="1703594"/>
                </a:cubicBezTo>
                <a:lnTo>
                  <a:pt x="904386" y="1688974"/>
                </a:lnTo>
                <a:cubicBezTo>
                  <a:pt x="904552" y="1688640"/>
                  <a:pt x="904968" y="1688391"/>
                  <a:pt x="905383" y="1688391"/>
                </a:cubicBezTo>
                <a:lnTo>
                  <a:pt x="922247" y="1688391"/>
                </a:lnTo>
                <a:cubicBezTo>
                  <a:pt x="922663" y="1688391"/>
                  <a:pt x="923245" y="1688973"/>
                  <a:pt x="923245" y="1688973"/>
                </a:cubicBezTo>
                <a:lnTo>
                  <a:pt x="931718" y="1703594"/>
                </a:lnTo>
                <a:cubicBezTo>
                  <a:pt x="931968" y="1703927"/>
                  <a:pt x="931719" y="1704758"/>
                  <a:pt x="931719" y="1704758"/>
                </a:cubicBezTo>
                <a:lnTo>
                  <a:pt x="923245" y="1719379"/>
                </a:lnTo>
                <a:cubicBezTo>
                  <a:pt x="923078" y="1719712"/>
                  <a:pt x="922663" y="1719961"/>
                  <a:pt x="922247" y="1719961"/>
                </a:cubicBezTo>
                <a:close/>
                <a:moveTo>
                  <a:pt x="1206218" y="1800854"/>
                </a:moveTo>
                <a:cubicBezTo>
                  <a:pt x="1205719" y="1800854"/>
                  <a:pt x="1205138" y="1800272"/>
                  <a:pt x="1205138" y="1800272"/>
                </a:cubicBezTo>
                <a:lnTo>
                  <a:pt x="1196581" y="1785484"/>
                </a:lnTo>
                <a:cubicBezTo>
                  <a:pt x="1196332" y="1785068"/>
                  <a:pt x="1196581" y="1784238"/>
                  <a:pt x="1196581" y="1784238"/>
                </a:cubicBezTo>
                <a:lnTo>
                  <a:pt x="1205138" y="1769450"/>
                </a:lnTo>
                <a:cubicBezTo>
                  <a:pt x="1205387" y="1769117"/>
                  <a:pt x="1205802" y="1768868"/>
                  <a:pt x="1206218" y="1768868"/>
                </a:cubicBezTo>
                <a:lnTo>
                  <a:pt x="1223332" y="1768868"/>
                </a:lnTo>
                <a:cubicBezTo>
                  <a:pt x="1223831" y="1768868"/>
                  <a:pt x="1224412" y="1769450"/>
                  <a:pt x="1224412" y="1769450"/>
                </a:cubicBezTo>
                <a:lnTo>
                  <a:pt x="1232969" y="1784238"/>
                </a:lnTo>
                <a:cubicBezTo>
                  <a:pt x="1233218" y="1784653"/>
                  <a:pt x="1232969" y="1785484"/>
                  <a:pt x="1232969" y="1785484"/>
                </a:cubicBezTo>
                <a:lnTo>
                  <a:pt x="1224412" y="1800272"/>
                </a:lnTo>
                <a:cubicBezTo>
                  <a:pt x="1224163" y="1800604"/>
                  <a:pt x="1223748" y="1800854"/>
                  <a:pt x="1223332" y="1800854"/>
                </a:cubicBezTo>
                <a:close/>
                <a:moveTo>
                  <a:pt x="3071992" y="2300786"/>
                </a:moveTo>
                <a:cubicBezTo>
                  <a:pt x="3071494" y="2300786"/>
                  <a:pt x="3070912" y="2300204"/>
                  <a:pt x="3070912" y="2300204"/>
                </a:cubicBezTo>
                <a:lnTo>
                  <a:pt x="3062355" y="2285416"/>
                </a:lnTo>
                <a:cubicBezTo>
                  <a:pt x="3062106" y="2285000"/>
                  <a:pt x="3062355" y="2284170"/>
                  <a:pt x="3062355" y="2284170"/>
                </a:cubicBezTo>
                <a:lnTo>
                  <a:pt x="3070912" y="2269382"/>
                </a:lnTo>
                <a:cubicBezTo>
                  <a:pt x="3071160" y="2269049"/>
                  <a:pt x="3071577" y="2268800"/>
                  <a:pt x="3071992" y="2268800"/>
                </a:cubicBezTo>
                <a:lnTo>
                  <a:pt x="3089106" y="2268800"/>
                </a:lnTo>
                <a:cubicBezTo>
                  <a:pt x="3089605" y="2268800"/>
                  <a:pt x="3090186" y="2269382"/>
                  <a:pt x="3090186" y="2269382"/>
                </a:cubicBezTo>
                <a:lnTo>
                  <a:pt x="3098743" y="2284170"/>
                </a:lnTo>
                <a:cubicBezTo>
                  <a:pt x="3098993" y="2284585"/>
                  <a:pt x="3098743" y="2285416"/>
                  <a:pt x="3098743" y="2285416"/>
                </a:cubicBezTo>
                <a:lnTo>
                  <a:pt x="3090186" y="2300205"/>
                </a:lnTo>
                <a:cubicBezTo>
                  <a:pt x="3089937" y="2300536"/>
                  <a:pt x="3089521" y="2300786"/>
                  <a:pt x="3089106" y="2300786"/>
                </a:cubicBezTo>
                <a:close/>
                <a:moveTo>
                  <a:pt x="3673854" y="2462055"/>
                </a:moveTo>
                <a:cubicBezTo>
                  <a:pt x="3673356" y="2462055"/>
                  <a:pt x="3672774" y="2461473"/>
                  <a:pt x="3672774" y="2461473"/>
                </a:cubicBezTo>
                <a:lnTo>
                  <a:pt x="3664217" y="2446685"/>
                </a:lnTo>
                <a:cubicBezTo>
                  <a:pt x="3663968" y="2446269"/>
                  <a:pt x="3664217" y="2445439"/>
                  <a:pt x="3664217" y="2445439"/>
                </a:cubicBezTo>
                <a:lnTo>
                  <a:pt x="3672774" y="2430651"/>
                </a:lnTo>
                <a:cubicBezTo>
                  <a:pt x="3673023" y="2430318"/>
                  <a:pt x="3673439" y="2430069"/>
                  <a:pt x="3673854" y="2430069"/>
                </a:cubicBezTo>
                <a:lnTo>
                  <a:pt x="3690968" y="2430069"/>
                </a:lnTo>
                <a:cubicBezTo>
                  <a:pt x="3691467" y="2430069"/>
                  <a:pt x="3692048" y="2430651"/>
                  <a:pt x="3692048" y="2430651"/>
                </a:cubicBezTo>
                <a:lnTo>
                  <a:pt x="3700605" y="2445439"/>
                </a:lnTo>
                <a:cubicBezTo>
                  <a:pt x="3700855" y="2445854"/>
                  <a:pt x="3700605" y="2446685"/>
                  <a:pt x="3700605" y="2446685"/>
                </a:cubicBezTo>
                <a:lnTo>
                  <a:pt x="3692048" y="2461473"/>
                </a:lnTo>
                <a:cubicBezTo>
                  <a:pt x="3691799" y="2461805"/>
                  <a:pt x="3691384" y="2462055"/>
                  <a:pt x="3690968" y="2462055"/>
                </a:cubicBezTo>
                <a:close/>
                <a:moveTo>
                  <a:pt x="1266322" y="1817148"/>
                </a:moveTo>
                <a:cubicBezTo>
                  <a:pt x="1265906" y="1817148"/>
                  <a:pt x="1265242" y="1816566"/>
                  <a:pt x="1265242" y="1816566"/>
                </a:cubicBezTo>
                <a:lnTo>
                  <a:pt x="1256602" y="1801612"/>
                </a:lnTo>
                <a:cubicBezTo>
                  <a:pt x="1256353" y="1801197"/>
                  <a:pt x="1256602" y="1800366"/>
                  <a:pt x="1256602" y="1800366"/>
                </a:cubicBezTo>
                <a:lnTo>
                  <a:pt x="1265241" y="1785412"/>
                </a:lnTo>
                <a:cubicBezTo>
                  <a:pt x="1265491" y="1785079"/>
                  <a:pt x="1265906" y="1784830"/>
                  <a:pt x="1266322" y="1784830"/>
                </a:cubicBezTo>
                <a:lnTo>
                  <a:pt x="1283602" y="1784830"/>
                </a:lnTo>
                <a:cubicBezTo>
                  <a:pt x="1284018" y="1784830"/>
                  <a:pt x="1284682" y="1785412"/>
                  <a:pt x="1284682" y="1785412"/>
                </a:cubicBezTo>
                <a:lnTo>
                  <a:pt x="1293322" y="1800366"/>
                </a:lnTo>
                <a:cubicBezTo>
                  <a:pt x="1293571" y="1800781"/>
                  <a:pt x="1293322" y="1801612"/>
                  <a:pt x="1293322" y="1801612"/>
                </a:cubicBezTo>
                <a:lnTo>
                  <a:pt x="1284682" y="1816566"/>
                </a:lnTo>
                <a:cubicBezTo>
                  <a:pt x="1284432" y="1816899"/>
                  <a:pt x="1284018" y="1817148"/>
                  <a:pt x="1283602" y="1817148"/>
                </a:cubicBezTo>
                <a:close/>
                <a:moveTo>
                  <a:pt x="1326424" y="1833451"/>
                </a:moveTo>
                <a:cubicBezTo>
                  <a:pt x="1326009" y="1833451"/>
                  <a:pt x="1325344" y="1832870"/>
                  <a:pt x="1325344" y="1832870"/>
                </a:cubicBezTo>
                <a:lnTo>
                  <a:pt x="1316621" y="1817749"/>
                </a:lnTo>
                <a:cubicBezTo>
                  <a:pt x="1316371" y="1817334"/>
                  <a:pt x="1316621" y="1816503"/>
                  <a:pt x="1316621" y="1816503"/>
                </a:cubicBezTo>
                <a:lnTo>
                  <a:pt x="1325344" y="1801382"/>
                </a:lnTo>
                <a:cubicBezTo>
                  <a:pt x="1325594" y="1801050"/>
                  <a:pt x="1326009" y="1800800"/>
                  <a:pt x="1326424" y="1800801"/>
                </a:cubicBezTo>
                <a:lnTo>
                  <a:pt x="1343954" y="1800800"/>
                </a:lnTo>
                <a:cubicBezTo>
                  <a:pt x="1344369" y="1800801"/>
                  <a:pt x="1345034" y="1801383"/>
                  <a:pt x="1345034" y="1801383"/>
                </a:cubicBezTo>
                <a:lnTo>
                  <a:pt x="1353757" y="1816502"/>
                </a:lnTo>
                <a:cubicBezTo>
                  <a:pt x="1354007" y="1816918"/>
                  <a:pt x="1353757" y="1817749"/>
                  <a:pt x="1353757" y="1817749"/>
                </a:cubicBezTo>
                <a:lnTo>
                  <a:pt x="1345034" y="1832870"/>
                </a:lnTo>
                <a:cubicBezTo>
                  <a:pt x="1344785" y="1833202"/>
                  <a:pt x="1344369" y="1833451"/>
                  <a:pt x="1343954" y="1833451"/>
                </a:cubicBezTo>
                <a:close/>
                <a:moveTo>
                  <a:pt x="1386610" y="1849577"/>
                </a:moveTo>
                <a:cubicBezTo>
                  <a:pt x="1386195" y="1849577"/>
                  <a:pt x="1385530" y="1848996"/>
                  <a:pt x="1385530" y="1848996"/>
                </a:cubicBezTo>
                <a:lnTo>
                  <a:pt x="1376807" y="1833875"/>
                </a:lnTo>
                <a:cubicBezTo>
                  <a:pt x="1376557" y="1833460"/>
                  <a:pt x="1376807" y="1832629"/>
                  <a:pt x="1376807" y="1832629"/>
                </a:cubicBezTo>
                <a:lnTo>
                  <a:pt x="1385530" y="1817509"/>
                </a:lnTo>
                <a:cubicBezTo>
                  <a:pt x="1385780" y="1817176"/>
                  <a:pt x="1386195" y="1816927"/>
                  <a:pt x="1386610" y="1816927"/>
                </a:cubicBezTo>
                <a:lnTo>
                  <a:pt x="1404140" y="1816927"/>
                </a:lnTo>
                <a:cubicBezTo>
                  <a:pt x="1404555" y="1816927"/>
                  <a:pt x="1405220" y="1817509"/>
                  <a:pt x="1405220" y="1817509"/>
                </a:cubicBezTo>
                <a:lnTo>
                  <a:pt x="1413943" y="1832629"/>
                </a:lnTo>
                <a:cubicBezTo>
                  <a:pt x="1414193" y="1833044"/>
                  <a:pt x="1413943" y="1833875"/>
                  <a:pt x="1413943" y="1833875"/>
                </a:cubicBezTo>
                <a:lnTo>
                  <a:pt x="1405220" y="1848996"/>
                </a:lnTo>
                <a:cubicBezTo>
                  <a:pt x="1404971" y="1849328"/>
                  <a:pt x="1404555" y="1849577"/>
                  <a:pt x="1404140" y="1849577"/>
                </a:cubicBezTo>
                <a:close/>
                <a:moveTo>
                  <a:pt x="1446796" y="1865704"/>
                </a:moveTo>
                <a:cubicBezTo>
                  <a:pt x="1446381" y="1865704"/>
                  <a:pt x="1445716" y="1865123"/>
                  <a:pt x="1445716" y="1865123"/>
                </a:cubicBezTo>
                <a:lnTo>
                  <a:pt x="1436993" y="1850002"/>
                </a:lnTo>
                <a:cubicBezTo>
                  <a:pt x="1436743" y="1849587"/>
                  <a:pt x="1436993" y="1848756"/>
                  <a:pt x="1436993" y="1848756"/>
                </a:cubicBezTo>
                <a:lnTo>
                  <a:pt x="1445716" y="1833636"/>
                </a:lnTo>
                <a:cubicBezTo>
                  <a:pt x="1445966" y="1833303"/>
                  <a:pt x="1446381" y="1833054"/>
                  <a:pt x="1446796" y="1833054"/>
                </a:cubicBezTo>
                <a:lnTo>
                  <a:pt x="1464326" y="1833054"/>
                </a:lnTo>
                <a:cubicBezTo>
                  <a:pt x="1464741" y="1833054"/>
                  <a:pt x="1465406" y="1833636"/>
                  <a:pt x="1465406" y="1833636"/>
                </a:cubicBezTo>
                <a:lnTo>
                  <a:pt x="1474129" y="1848756"/>
                </a:lnTo>
                <a:cubicBezTo>
                  <a:pt x="1474379" y="1849171"/>
                  <a:pt x="1474129" y="1850002"/>
                  <a:pt x="1474129" y="1850002"/>
                </a:cubicBezTo>
                <a:lnTo>
                  <a:pt x="1465406" y="1865123"/>
                </a:lnTo>
                <a:cubicBezTo>
                  <a:pt x="1465157" y="1865455"/>
                  <a:pt x="1464741" y="1865704"/>
                  <a:pt x="1464326" y="1865704"/>
                </a:cubicBezTo>
                <a:close/>
                <a:moveTo>
                  <a:pt x="3733791" y="2478597"/>
                </a:moveTo>
                <a:cubicBezTo>
                  <a:pt x="3733376" y="2478597"/>
                  <a:pt x="3732711" y="2478016"/>
                  <a:pt x="3732711" y="2478016"/>
                </a:cubicBezTo>
                <a:lnTo>
                  <a:pt x="3723905" y="2462812"/>
                </a:lnTo>
                <a:cubicBezTo>
                  <a:pt x="3723656" y="2462397"/>
                  <a:pt x="3723905" y="2461566"/>
                  <a:pt x="3723905" y="2461566"/>
                </a:cubicBezTo>
                <a:lnTo>
                  <a:pt x="3732711" y="2446363"/>
                </a:lnTo>
                <a:cubicBezTo>
                  <a:pt x="3732960" y="2446030"/>
                  <a:pt x="3733376" y="2445781"/>
                  <a:pt x="3733791" y="2445781"/>
                </a:cubicBezTo>
                <a:lnTo>
                  <a:pt x="3751404" y="2445781"/>
                </a:lnTo>
                <a:cubicBezTo>
                  <a:pt x="3751819" y="2445781"/>
                  <a:pt x="3752484" y="2446363"/>
                  <a:pt x="3752484" y="2446363"/>
                </a:cubicBezTo>
                <a:lnTo>
                  <a:pt x="3761290" y="2461566"/>
                </a:lnTo>
                <a:cubicBezTo>
                  <a:pt x="3761540" y="2461982"/>
                  <a:pt x="3761290" y="2462812"/>
                  <a:pt x="3761290" y="2462812"/>
                </a:cubicBezTo>
                <a:lnTo>
                  <a:pt x="3752484" y="2478016"/>
                </a:lnTo>
                <a:cubicBezTo>
                  <a:pt x="3752235" y="2478348"/>
                  <a:pt x="3751819" y="2478597"/>
                  <a:pt x="3751404" y="2478597"/>
                </a:cubicBezTo>
                <a:close/>
                <a:moveTo>
                  <a:pt x="1506757" y="1882228"/>
                </a:moveTo>
                <a:cubicBezTo>
                  <a:pt x="1506342" y="1882228"/>
                  <a:pt x="1505677" y="1881563"/>
                  <a:pt x="1505677" y="1881563"/>
                </a:cubicBezTo>
                <a:lnTo>
                  <a:pt x="1496705" y="1866027"/>
                </a:lnTo>
                <a:cubicBezTo>
                  <a:pt x="1496456" y="1865695"/>
                  <a:pt x="1496705" y="1864781"/>
                  <a:pt x="1496705" y="1864781"/>
                </a:cubicBezTo>
                <a:lnTo>
                  <a:pt x="1505677" y="1849246"/>
                </a:lnTo>
                <a:cubicBezTo>
                  <a:pt x="1505927" y="1848830"/>
                  <a:pt x="1506342" y="1848581"/>
                  <a:pt x="1506757" y="1848581"/>
                </a:cubicBezTo>
                <a:lnTo>
                  <a:pt x="1524620" y="1848581"/>
                </a:lnTo>
                <a:cubicBezTo>
                  <a:pt x="1525035" y="1848581"/>
                  <a:pt x="1525700" y="1849246"/>
                  <a:pt x="1525700" y="1849246"/>
                </a:cubicBezTo>
                <a:lnTo>
                  <a:pt x="1534672" y="1864781"/>
                </a:lnTo>
                <a:cubicBezTo>
                  <a:pt x="1534921" y="1865114"/>
                  <a:pt x="1534672" y="1866027"/>
                  <a:pt x="1534672" y="1866027"/>
                </a:cubicBezTo>
                <a:lnTo>
                  <a:pt x="1525700" y="1881563"/>
                </a:lnTo>
                <a:cubicBezTo>
                  <a:pt x="1525450" y="1881979"/>
                  <a:pt x="1525035" y="1882228"/>
                  <a:pt x="1524620" y="1882228"/>
                </a:cubicBezTo>
                <a:close/>
                <a:moveTo>
                  <a:pt x="1807532" y="1963208"/>
                </a:moveTo>
                <a:cubicBezTo>
                  <a:pt x="1807115" y="1963208"/>
                  <a:pt x="1806451" y="1962543"/>
                  <a:pt x="1806451" y="1962543"/>
                </a:cubicBezTo>
                <a:lnTo>
                  <a:pt x="1797312" y="1946675"/>
                </a:lnTo>
                <a:cubicBezTo>
                  <a:pt x="1797064" y="1946260"/>
                  <a:pt x="1797312" y="1945345"/>
                  <a:pt x="1797312" y="1945345"/>
                </a:cubicBezTo>
                <a:lnTo>
                  <a:pt x="1806452" y="1929478"/>
                </a:lnTo>
                <a:cubicBezTo>
                  <a:pt x="1806616" y="1929062"/>
                  <a:pt x="1807115" y="1928813"/>
                  <a:pt x="1807532" y="1928813"/>
                </a:cubicBezTo>
                <a:lnTo>
                  <a:pt x="1825808" y="1928813"/>
                </a:lnTo>
                <a:cubicBezTo>
                  <a:pt x="1826225" y="1928813"/>
                  <a:pt x="1826889" y="1929478"/>
                  <a:pt x="1826889" y="1929478"/>
                </a:cubicBezTo>
                <a:lnTo>
                  <a:pt x="1836028" y="1945346"/>
                </a:lnTo>
                <a:cubicBezTo>
                  <a:pt x="1836277" y="1945761"/>
                  <a:pt x="1836028" y="1946675"/>
                  <a:pt x="1836028" y="1946675"/>
                </a:cubicBezTo>
                <a:lnTo>
                  <a:pt x="1826889" y="1962543"/>
                </a:lnTo>
                <a:cubicBezTo>
                  <a:pt x="1826723" y="1962958"/>
                  <a:pt x="1826224" y="1963208"/>
                  <a:pt x="1825809" y="1963208"/>
                </a:cubicBezTo>
                <a:close/>
                <a:moveTo>
                  <a:pt x="1867614" y="1979498"/>
                </a:moveTo>
                <a:cubicBezTo>
                  <a:pt x="1867115" y="1979498"/>
                  <a:pt x="1866451" y="1978833"/>
                  <a:pt x="1866451" y="1978833"/>
                </a:cubicBezTo>
                <a:lnTo>
                  <a:pt x="1857229" y="1962882"/>
                </a:lnTo>
                <a:cubicBezTo>
                  <a:pt x="1856979" y="1962467"/>
                  <a:pt x="1857229" y="1961553"/>
                  <a:pt x="1857229" y="1961553"/>
                </a:cubicBezTo>
                <a:lnTo>
                  <a:pt x="1866451" y="1945602"/>
                </a:lnTo>
                <a:cubicBezTo>
                  <a:pt x="1866700" y="1945186"/>
                  <a:pt x="1867115" y="1944937"/>
                  <a:pt x="1867614" y="1944937"/>
                </a:cubicBezTo>
                <a:lnTo>
                  <a:pt x="1886057" y="1944937"/>
                </a:lnTo>
                <a:cubicBezTo>
                  <a:pt x="1886556" y="1944937"/>
                  <a:pt x="1887220" y="1945602"/>
                  <a:pt x="1887220" y="1945602"/>
                </a:cubicBezTo>
                <a:lnTo>
                  <a:pt x="1896442" y="1961553"/>
                </a:lnTo>
                <a:cubicBezTo>
                  <a:pt x="1896691" y="1961968"/>
                  <a:pt x="1896442" y="1962882"/>
                  <a:pt x="1896442" y="1962882"/>
                </a:cubicBezTo>
                <a:lnTo>
                  <a:pt x="1887220" y="1978833"/>
                </a:lnTo>
                <a:cubicBezTo>
                  <a:pt x="1886971" y="1979248"/>
                  <a:pt x="1886556" y="1979498"/>
                  <a:pt x="1886057" y="1979498"/>
                </a:cubicBezTo>
                <a:close/>
                <a:moveTo>
                  <a:pt x="1927716" y="1995789"/>
                </a:moveTo>
                <a:cubicBezTo>
                  <a:pt x="1927217" y="1995789"/>
                  <a:pt x="1926552" y="1995125"/>
                  <a:pt x="1926552" y="1995125"/>
                </a:cubicBezTo>
                <a:lnTo>
                  <a:pt x="1917248" y="1979007"/>
                </a:lnTo>
                <a:cubicBezTo>
                  <a:pt x="1916999" y="1978593"/>
                  <a:pt x="1917248" y="1977679"/>
                  <a:pt x="1917248" y="1977679"/>
                </a:cubicBezTo>
                <a:lnTo>
                  <a:pt x="1926552" y="1961561"/>
                </a:lnTo>
                <a:cubicBezTo>
                  <a:pt x="1926802" y="1961145"/>
                  <a:pt x="1927217" y="1960896"/>
                  <a:pt x="1927716" y="1960897"/>
                </a:cubicBezTo>
                <a:lnTo>
                  <a:pt x="1946325" y="1960896"/>
                </a:lnTo>
                <a:cubicBezTo>
                  <a:pt x="1946824" y="1960897"/>
                  <a:pt x="1947489" y="1961561"/>
                  <a:pt x="1947489" y="1961561"/>
                </a:cubicBezTo>
                <a:lnTo>
                  <a:pt x="1956793" y="1977679"/>
                </a:lnTo>
                <a:cubicBezTo>
                  <a:pt x="1957042" y="1978093"/>
                  <a:pt x="1956793" y="1979007"/>
                  <a:pt x="1956793" y="1979007"/>
                </a:cubicBezTo>
                <a:lnTo>
                  <a:pt x="1947489" y="1995126"/>
                </a:lnTo>
                <a:cubicBezTo>
                  <a:pt x="1947239" y="1995540"/>
                  <a:pt x="1946824" y="1995790"/>
                  <a:pt x="1946325" y="1995789"/>
                </a:cubicBezTo>
                <a:close/>
                <a:moveTo>
                  <a:pt x="1987903" y="2011917"/>
                </a:moveTo>
                <a:cubicBezTo>
                  <a:pt x="1987404" y="2011916"/>
                  <a:pt x="1986739" y="2011252"/>
                  <a:pt x="1986739" y="2011252"/>
                </a:cubicBezTo>
                <a:lnTo>
                  <a:pt x="1977435" y="1995134"/>
                </a:lnTo>
                <a:cubicBezTo>
                  <a:pt x="1977186" y="1994720"/>
                  <a:pt x="1977435" y="1993806"/>
                  <a:pt x="1977435" y="1993806"/>
                </a:cubicBezTo>
                <a:lnTo>
                  <a:pt x="1986739" y="1977689"/>
                </a:lnTo>
                <a:cubicBezTo>
                  <a:pt x="1986989" y="1977272"/>
                  <a:pt x="1987404" y="1977023"/>
                  <a:pt x="1987903" y="1977024"/>
                </a:cubicBezTo>
                <a:lnTo>
                  <a:pt x="2006512" y="1977023"/>
                </a:lnTo>
                <a:cubicBezTo>
                  <a:pt x="2007011" y="1977024"/>
                  <a:pt x="2007676" y="1977688"/>
                  <a:pt x="2007676" y="1977688"/>
                </a:cubicBezTo>
                <a:lnTo>
                  <a:pt x="2016980" y="1993806"/>
                </a:lnTo>
                <a:cubicBezTo>
                  <a:pt x="2017229" y="1994220"/>
                  <a:pt x="2016980" y="1995134"/>
                  <a:pt x="2016980" y="1995134"/>
                </a:cubicBezTo>
                <a:lnTo>
                  <a:pt x="2007676" y="2011253"/>
                </a:lnTo>
                <a:cubicBezTo>
                  <a:pt x="2007426" y="2011667"/>
                  <a:pt x="2007011" y="2011917"/>
                  <a:pt x="2006512" y="2011916"/>
                </a:cubicBezTo>
                <a:close/>
                <a:moveTo>
                  <a:pt x="3251814" y="2350580"/>
                </a:moveTo>
                <a:cubicBezTo>
                  <a:pt x="3251315" y="2350580"/>
                  <a:pt x="3250651" y="2349916"/>
                  <a:pt x="3250651" y="2349916"/>
                </a:cubicBezTo>
                <a:lnTo>
                  <a:pt x="3241346" y="2333798"/>
                </a:lnTo>
                <a:cubicBezTo>
                  <a:pt x="3241097" y="2333384"/>
                  <a:pt x="3241346" y="2332469"/>
                  <a:pt x="3241346" y="2332469"/>
                </a:cubicBezTo>
                <a:lnTo>
                  <a:pt x="3250651" y="2316352"/>
                </a:lnTo>
                <a:cubicBezTo>
                  <a:pt x="3250900" y="2315936"/>
                  <a:pt x="3251315" y="2315687"/>
                  <a:pt x="3251814" y="2315687"/>
                </a:cubicBezTo>
                <a:lnTo>
                  <a:pt x="3270423" y="2315687"/>
                </a:lnTo>
                <a:cubicBezTo>
                  <a:pt x="3270922" y="2315688"/>
                  <a:pt x="3271587" y="2316352"/>
                  <a:pt x="3271587" y="2316352"/>
                </a:cubicBezTo>
                <a:lnTo>
                  <a:pt x="3280892" y="2332469"/>
                </a:lnTo>
                <a:cubicBezTo>
                  <a:pt x="3281141" y="2332884"/>
                  <a:pt x="3280892" y="2333798"/>
                  <a:pt x="3280892" y="2333798"/>
                </a:cubicBezTo>
                <a:lnTo>
                  <a:pt x="3271587" y="2349916"/>
                </a:lnTo>
                <a:cubicBezTo>
                  <a:pt x="3271337" y="2350331"/>
                  <a:pt x="3270922" y="2350580"/>
                  <a:pt x="3270423" y="2350580"/>
                </a:cubicBezTo>
                <a:close/>
                <a:moveTo>
                  <a:pt x="2168380" y="2060369"/>
                </a:moveTo>
                <a:cubicBezTo>
                  <a:pt x="2167881" y="2060369"/>
                  <a:pt x="2167217" y="2059705"/>
                  <a:pt x="2167217" y="2059705"/>
                </a:cubicBezTo>
                <a:lnTo>
                  <a:pt x="2157829" y="2043504"/>
                </a:lnTo>
                <a:cubicBezTo>
                  <a:pt x="2157580" y="2043089"/>
                  <a:pt x="2157829" y="2042175"/>
                  <a:pt x="2157829" y="2042175"/>
                </a:cubicBezTo>
                <a:lnTo>
                  <a:pt x="2167217" y="2025975"/>
                </a:lnTo>
                <a:cubicBezTo>
                  <a:pt x="2167466" y="2025559"/>
                  <a:pt x="2167881" y="2025310"/>
                  <a:pt x="2168380" y="2025310"/>
                </a:cubicBezTo>
                <a:lnTo>
                  <a:pt x="2187073" y="2025310"/>
                </a:lnTo>
                <a:cubicBezTo>
                  <a:pt x="2187571" y="2025310"/>
                  <a:pt x="2188236" y="2025975"/>
                  <a:pt x="2188236" y="2025975"/>
                </a:cubicBezTo>
                <a:lnTo>
                  <a:pt x="2197624" y="2042175"/>
                </a:lnTo>
                <a:cubicBezTo>
                  <a:pt x="2197873" y="2042590"/>
                  <a:pt x="2197624" y="2043504"/>
                  <a:pt x="2197624" y="2043504"/>
                </a:cubicBezTo>
                <a:lnTo>
                  <a:pt x="2188236" y="2059705"/>
                </a:lnTo>
                <a:cubicBezTo>
                  <a:pt x="2187986" y="2060120"/>
                  <a:pt x="2187571" y="2060369"/>
                  <a:pt x="2187073" y="2060369"/>
                </a:cubicBezTo>
                <a:close/>
                <a:moveTo>
                  <a:pt x="2348938" y="2108750"/>
                </a:moveTo>
                <a:cubicBezTo>
                  <a:pt x="2348440" y="2108750"/>
                  <a:pt x="2347775" y="2108086"/>
                  <a:pt x="2347775" y="2108086"/>
                </a:cubicBezTo>
                <a:lnTo>
                  <a:pt x="2338387" y="2091885"/>
                </a:lnTo>
                <a:cubicBezTo>
                  <a:pt x="2338138" y="2091470"/>
                  <a:pt x="2338387" y="2090556"/>
                  <a:pt x="2338387" y="2090556"/>
                </a:cubicBezTo>
                <a:lnTo>
                  <a:pt x="2347775" y="2074356"/>
                </a:lnTo>
                <a:cubicBezTo>
                  <a:pt x="2348024" y="2073940"/>
                  <a:pt x="2348440" y="2073691"/>
                  <a:pt x="2348938" y="2073691"/>
                </a:cubicBezTo>
                <a:lnTo>
                  <a:pt x="2367631" y="2073691"/>
                </a:lnTo>
                <a:cubicBezTo>
                  <a:pt x="2368129" y="2073691"/>
                  <a:pt x="2368794" y="2074356"/>
                  <a:pt x="2368794" y="2074356"/>
                </a:cubicBezTo>
                <a:lnTo>
                  <a:pt x="2378182" y="2090556"/>
                </a:lnTo>
                <a:cubicBezTo>
                  <a:pt x="2378431" y="2090971"/>
                  <a:pt x="2378182" y="2091885"/>
                  <a:pt x="2378182" y="2091885"/>
                </a:cubicBezTo>
                <a:lnTo>
                  <a:pt x="2368794" y="2108086"/>
                </a:lnTo>
                <a:cubicBezTo>
                  <a:pt x="2368545" y="2108501"/>
                  <a:pt x="2368129" y="2108750"/>
                  <a:pt x="2367631" y="2108750"/>
                </a:cubicBezTo>
                <a:close/>
                <a:moveTo>
                  <a:pt x="2108193" y="2044336"/>
                </a:moveTo>
                <a:cubicBezTo>
                  <a:pt x="2107694" y="2044336"/>
                  <a:pt x="2107029" y="2043672"/>
                  <a:pt x="2107029" y="2043672"/>
                </a:cubicBezTo>
                <a:lnTo>
                  <a:pt x="2097642" y="2027388"/>
                </a:lnTo>
                <a:cubicBezTo>
                  <a:pt x="2097393" y="2026973"/>
                  <a:pt x="2097642" y="2026059"/>
                  <a:pt x="2097642" y="2026059"/>
                </a:cubicBezTo>
                <a:lnTo>
                  <a:pt x="2107029" y="2009776"/>
                </a:lnTo>
                <a:cubicBezTo>
                  <a:pt x="2107279" y="2009360"/>
                  <a:pt x="2107694" y="2009111"/>
                  <a:pt x="2108193" y="2009111"/>
                </a:cubicBezTo>
                <a:lnTo>
                  <a:pt x="2126968" y="2009111"/>
                </a:lnTo>
                <a:cubicBezTo>
                  <a:pt x="2127466" y="2009111"/>
                  <a:pt x="2128131" y="2009776"/>
                  <a:pt x="2128131" y="2009776"/>
                </a:cubicBezTo>
                <a:lnTo>
                  <a:pt x="2137519" y="2026059"/>
                </a:lnTo>
                <a:cubicBezTo>
                  <a:pt x="2137769" y="2026475"/>
                  <a:pt x="2137519" y="2027388"/>
                  <a:pt x="2137519" y="2027388"/>
                </a:cubicBezTo>
                <a:lnTo>
                  <a:pt x="2128131" y="2043672"/>
                </a:lnTo>
                <a:cubicBezTo>
                  <a:pt x="2127883" y="2044087"/>
                  <a:pt x="2127466" y="2044336"/>
                  <a:pt x="2126968" y="2044336"/>
                </a:cubicBezTo>
                <a:close/>
                <a:moveTo>
                  <a:pt x="2047818" y="2028538"/>
                </a:moveTo>
                <a:cubicBezTo>
                  <a:pt x="2047319" y="2028539"/>
                  <a:pt x="2046655" y="2027873"/>
                  <a:pt x="2046655" y="2027873"/>
                </a:cubicBezTo>
                <a:lnTo>
                  <a:pt x="2037101" y="2011341"/>
                </a:lnTo>
                <a:cubicBezTo>
                  <a:pt x="2036852" y="2010925"/>
                  <a:pt x="2037101" y="2010011"/>
                  <a:pt x="2037101" y="2010011"/>
                </a:cubicBezTo>
                <a:lnTo>
                  <a:pt x="2046655" y="1993479"/>
                </a:lnTo>
                <a:cubicBezTo>
                  <a:pt x="2046904" y="1993063"/>
                  <a:pt x="2047319" y="1992815"/>
                  <a:pt x="2047818" y="1992814"/>
                </a:cubicBezTo>
                <a:lnTo>
                  <a:pt x="2066926" y="1992814"/>
                </a:lnTo>
                <a:cubicBezTo>
                  <a:pt x="2067425" y="1992814"/>
                  <a:pt x="2068089" y="1993479"/>
                  <a:pt x="2068089" y="1993479"/>
                </a:cubicBezTo>
                <a:lnTo>
                  <a:pt x="2077643" y="2010011"/>
                </a:lnTo>
                <a:cubicBezTo>
                  <a:pt x="2077892" y="2010428"/>
                  <a:pt x="2077643" y="2011342"/>
                  <a:pt x="2077643" y="2011342"/>
                </a:cubicBezTo>
                <a:lnTo>
                  <a:pt x="2068089" y="2027873"/>
                </a:lnTo>
                <a:cubicBezTo>
                  <a:pt x="2067840" y="2028290"/>
                  <a:pt x="2067425" y="2028538"/>
                  <a:pt x="2066926" y="2028538"/>
                </a:cubicBezTo>
                <a:close/>
                <a:moveTo>
                  <a:pt x="2228293" y="2077096"/>
                </a:moveTo>
                <a:cubicBezTo>
                  <a:pt x="2227794" y="2077096"/>
                  <a:pt x="2227378" y="2076847"/>
                  <a:pt x="2227129" y="2076432"/>
                </a:cubicBezTo>
                <a:lnTo>
                  <a:pt x="2217493" y="2059733"/>
                </a:lnTo>
                <a:cubicBezTo>
                  <a:pt x="2217243" y="2059317"/>
                  <a:pt x="2217244" y="2058819"/>
                  <a:pt x="2217493" y="2058404"/>
                </a:cubicBezTo>
                <a:lnTo>
                  <a:pt x="2227129" y="2041705"/>
                </a:lnTo>
                <a:cubicBezTo>
                  <a:pt x="2227379" y="2041289"/>
                  <a:pt x="2227795" y="2041040"/>
                  <a:pt x="2228293" y="2041040"/>
                </a:cubicBezTo>
                <a:lnTo>
                  <a:pt x="2247649" y="2041040"/>
                </a:lnTo>
                <a:cubicBezTo>
                  <a:pt x="2248148" y="2041040"/>
                  <a:pt x="2248564" y="2041289"/>
                  <a:pt x="2248813" y="2041705"/>
                </a:cubicBezTo>
                <a:lnTo>
                  <a:pt x="2258451" y="2058404"/>
                </a:lnTo>
                <a:cubicBezTo>
                  <a:pt x="2258699" y="2058819"/>
                  <a:pt x="2258699" y="2059317"/>
                  <a:pt x="2258451" y="2059733"/>
                </a:cubicBezTo>
                <a:lnTo>
                  <a:pt x="2248813" y="2076432"/>
                </a:lnTo>
                <a:cubicBezTo>
                  <a:pt x="2248564" y="2076847"/>
                  <a:pt x="2248148" y="2077096"/>
                  <a:pt x="2247649" y="2077096"/>
                </a:cubicBezTo>
                <a:close/>
                <a:moveTo>
                  <a:pt x="2288479" y="2093223"/>
                </a:moveTo>
                <a:cubicBezTo>
                  <a:pt x="2287980" y="2093222"/>
                  <a:pt x="2287564" y="2092974"/>
                  <a:pt x="2287315" y="2092558"/>
                </a:cubicBezTo>
                <a:lnTo>
                  <a:pt x="2277678" y="2075860"/>
                </a:lnTo>
                <a:cubicBezTo>
                  <a:pt x="2277429" y="2075444"/>
                  <a:pt x="2277429" y="2074946"/>
                  <a:pt x="2277678" y="2074530"/>
                </a:cubicBezTo>
                <a:lnTo>
                  <a:pt x="2287315" y="2057831"/>
                </a:lnTo>
                <a:cubicBezTo>
                  <a:pt x="2287564" y="2057416"/>
                  <a:pt x="2287981" y="2057167"/>
                  <a:pt x="2288479" y="2057167"/>
                </a:cubicBezTo>
                <a:lnTo>
                  <a:pt x="2307836" y="2057166"/>
                </a:lnTo>
                <a:cubicBezTo>
                  <a:pt x="2308334" y="2057167"/>
                  <a:pt x="2308749" y="2057416"/>
                  <a:pt x="2308999" y="2057832"/>
                </a:cubicBezTo>
                <a:lnTo>
                  <a:pt x="2318636" y="2074531"/>
                </a:lnTo>
                <a:cubicBezTo>
                  <a:pt x="2318885" y="2074945"/>
                  <a:pt x="2318885" y="2075443"/>
                  <a:pt x="2318637" y="2075860"/>
                </a:cubicBezTo>
                <a:lnTo>
                  <a:pt x="2308999" y="2092558"/>
                </a:lnTo>
                <a:cubicBezTo>
                  <a:pt x="2308749" y="2092974"/>
                  <a:pt x="2308334" y="2093222"/>
                  <a:pt x="2307836" y="2093223"/>
                </a:cubicBezTo>
                <a:close/>
                <a:moveTo>
                  <a:pt x="2649463" y="2190227"/>
                </a:moveTo>
                <a:cubicBezTo>
                  <a:pt x="2649048" y="2190227"/>
                  <a:pt x="2648549" y="2189978"/>
                  <a:pt x="2648300" y="2189562"/>
                </a:cubicBezTo>
                <a:lnTo>
                  <a:pt x="2638497" y="2172531"/>
                </a:lnTo>
                <a:cubicBezTo>
                  <a:pt x="2638248" y="2172116"/>
                  <a:pt x="2638248" y="2171534"/>
                  <a:pt x="2638497" y="2171119"/>
                </a:cubicBezTo>
                <a:lnTo>
                  <a:pt x="2648300" y="2154088"/>
                </a:lnTo>
                <a:cubicBezTo>
                  <a:pt x="2648549" y="2153672"/>
                  <a:pt x="2648965" y="2153423"/>
                  <a:pt x="2649463" y="2153423"/>
                </a:cubicBezTo>
                <a:lnTo>
                  <a:pt x="2669070" y="2153423"/>
                </a:lnTo>
                <a:cubicBezTo>
                  <a:pt x="2669486" y="2153423"/>
                  <a:pt x="2669984" y="2153672"/>
                  <a:pt x="2670233" y="2154088"/>
                </a:cubicBezTo>
                <a:lnTo>
                  <a:pt x="2680037" y="2171119"/>
                </a:lnTo>
                <a:cubicBezTo>
                  <a:pt x="2680286" y="2171534"/>
                  <a:pt x="2680286" y="2172116"/>
                  <a:pt x="2680037" y="2172531"/>
                </a:cubicBezTo>
                <a:lnTo>
                  <a:pt x="2670233" y="2189562"/>
                </a:lnTo>
                <a:cubicBezTo>
                  <a:pt x="2669984" y="2189978"/>
                  <a:pt x="2669568" y="2190227"/>
                  <a:pt x="2669070" y="2190227"/>
                </a:cubicBezTo>
                <a:close/>
                <a:moveTo>
                  <a:pt x="2769836" y="2222481"/>
                </a:moveTo>
                <a:cubicBezTo>
                  <a:pt x="2769421" y="2222481"/>
                  <a:pt x="2768922" y="2222232"/>
                  <a:pt x="2768673" y="2221816"/>
                </a:cubicBezTo>
                <a:lnTo>
                  <a:pt x="2758870" y="2204785"/>
                </a:lnTo>
                <a:cubicBezTo>
                  <a:pt x="2758621" y="2204370"/>
                  <a:pt x="2758621" y="2203788"/>
                  <a:pt x="2758870" y="2203373"/>
                </a:cubicBezTo>
                <a:lnTo>
                  <a:pt x="2768673" y="2186342"/>
                </a:lnTo>
                <a:cubicBezTo>
                  <a:pt x="2768922" y="2185926"/>
                  <a:pt x="2769337" y="2185677"/>
                  <a:pt x="2769836" y="2185677"/>
                </a:cubicBezTo>
                <a:lnTo>
                  <a:pt x="2789443" y="2185677"/>
                </a:lnTo>
                <a:cubicBezTo>
                  <a:pt x="2789859" y="2185677"/>
                  <a:pt x="2790357" y="2185926"/>
                  <a:pt x="2790606" y="2186342"/>
                </a:cubicBezTo>
                <a:lnTo>
                  <a:pt x="2800410" y="2203373"/>
                </a:lnTo>
                <a:cubicBezTo>
                  <a:pt x="2800659" y="2203788"/>
                  <a:pt x="2800659" y="2204370"/>
                  <a:pt x="2800410" y="2204785"/>
                </a:cubicBezTo>
                <a:lnTo>
                  <a:pt x="2790606" y="2221816"/>
                </a:lnTo>
                <a:cubicBezTo>
                  <a:pt x="2790357" y="2222232"/>
                  <a:pt x="2789941" y="2222481"/>
                  <a:pt x="2789442" y="2222481"/>
                </a:cubicBezTo>
                <a:close/>
                <a:moveTo>
                  <a:pt x="5598588" y="2980443"/>
                </a:moveTo>
                <a:cubicBezTo>
                  <a:pt x="5598173" y="2980443"/>
                  <a:pt x="5597674" y="2980194"/>
                  <a:pt x="5597425" y="2979778"/>
                </a:cubicBezTo>
                <a:lnTo>
                  <a:pt x="5587622" y="2962747"/>
                </a:lnTo>
                <a:cubicBezTo>
                  <a:pt x="5587373" y="2962332"/>
                  <a:pt x="5587373" y="2961750"/>
                  <a:pt x="5587622" y="2961335"/>
                </a:cubicBezTo>
                <a:lnTo>
                  <a:pt x="5597425" y="2944304"/>
                </a:lnTo>
                <a:cubicBezTo>
                  <a:pt x="5597674" y="2943888"/>
                  <a:pt x="5598090" y="2943639"/>
                  <a:pt x="5598588" y="2943639"/>
                </a:cubicBezTo>
                <a:lnTo>
                  <a:pt x="5618195" y="2943639"/>
                </a:lnTo>
                <a:cubicBezTo>
                  <a:pt x="5618610" y="2943639"/>
                  <a:pt x="5619109" y="2943888"/>
                  <a:pt x="5619358" y="2944304"/>
                </a:cubicBezTo>
                <a:lnTo>
                  <a:pt x="5629162" y="2961335"/>
                </a:lnTo>
                <a:cubicBezTo>
                  <a:pt x="5629411" y="2961750"/>
                  <a:pt x="5629411" y="2962332"/>
                  <a:pt x="5629162" y="2962747"/>
                </a:cubicBezTo>
                <a:lnTo>
                  <a:pt x="5619358" y="2979778"/>
                </a:lnTo>
                <a:cubicBezTo>
                  <a:pt x="5619109" y="2980194"/>
                  <a:pt x="5618694" y="2980443"/>
                  <a:pt x="5618195" y="2980443"/>
                </a:cubicBezTo>
                <a:close/>
                <a:moveTo>
                  <a:pt x="2709547" y="2206506"/>
                </a:moveTo>
                <a:cubicBezTo>
                  <a:pt x="2709131" y="2206506"/>
                  <a:pt x="2708633" y="2206257"/>
                  <a:pt x="2708383" y="2205842"/>
                </a:cubicBezTo>
                <a:lnTo>
                  <a:pt x="2698497" y="2188727"/>
                </a:lnTo>
                <a:cubicBezTo>
                  <a:pt x="2698248" y="2188312"/>
                  <a:pt x="2698248" y="2187731"/>
                  <a:pt x="2698497" y="2187315"/>
                </a:cubicBezTo>
                <a:lnTo>
                  <a:pt x="2708383" y="2170201"/>
                </a:lnTo>
                <a:cubicBezTo>
                  <a:pt x="2708633" y="2169785"/>
                  <a:pt x="2709048" y="2169536"/>
                  <a:pt x="2709547" y="2169536"/>
                </a:cubicBezTo>
                <a:lnTo>
                  <a:pt x="2729236" y="2169536"/>
                </a:lnTo>
                <a:cubicBezTo>
                  <a:pt x="2729652" y="2169536"/>
                  <a:pt x="2730150" y="2169785"/>
                  <a:pt x="2730399" y="2170201"/>
                </a:cubicBezTo>
                <a:lnTo>
                  <a:pt x="2740286" y="2187315"/>
                </a:lnTo>
                <a:cubicBezTo>
                  <a:pt x="2740535" y="2187730"/>
                  <a:pt x="2740535" y="2188312"/>
                  <a:pt x="2740286" y="2188727"/>
                </a:cubicBezTo>
                <a:lnTo>
                  <a:pt x="2730399" y="2205843"/>
                </a:lnTo>
                <a:cubicBezTo>
                  <a:pt x="2730150" y="2206257"/>
                  <a:pt x="2729735" y="2206507"/>
                  <a:pt x="2729236" y="2206506"/>
                </a:cubicBezTo>
                <a:close/>
                <a:moveTo>
                  <a:pt x="2408612" y="2125977"/>
                </a:moveTo>
                <a:cubicBezTo>
                  <a:pt x="2408114" y="2125977"/>
                  <a:pt x="2407616" y="2125728"/>
                  <a:pt x="2407366" y="2125313"/>
                </a:cubicBezTo>
                <a:lnTo>
                  <a:pt x="2397480" y="2108115"/>
                </a:lnTo>
                <a:cubicBezTo>
                  <a:pt x="2397231" y="2107700"/>
                  <a:pt x="2397231" y="2107118"/>
                  <a:pt x="2397480" y="2106703"/>
                </a:cubicBezTo>
                <a:lnTo>
                  <a:pt x="2407366" y="2089506"/>
                </a:lnTo>
                <a:cubicBezTo>
                  <a:pt x="2407616" y="2089090"/>
                  <a:pt x="2408114" y="2088841"/>
                  <a:pt x="2408612" y="2088841"/>
                </a:cubicBezTo>
                <a:lnTo>
                  <a:pt x="2428469" y="2088841"/>
                </a:lnTo>
                <a:cubicBezTo>
                  <a:pt x="2428967" y="2088841"/>
                  <a:pt x="2429465" y="2089090"/>
                  <a:pt x="2429715" y="2089506"/>
                </a:cubicBezTo>
                <a:lnTo>
                  <a:pt x="2439600" y="2106703"/>
                </a:lnTo>
                <a:cubicBezTo>
                  <a:pt x="2439850" y="2107118"/>
                  <a:pt x="2439849" y="2107700"/>
                  <a:pt x="2439601" y="2108115"/>
                </a:cubicBezTo>
                <a:lnTo>
                  <a:pt x="2429715" y="2125313"/>
                </a:lnTo>
                <a:cubicBezTo>
                  <a:pt x="2429465" y="2125728"/>
                  <a:pt x="2428967" y="2125977"/>
                  <a:pt x="2428469" y="2125977"/>
                </a:cubicBezTo>
                <a:close/>
                <a:moveTo>
                  <a:pt x="2468797" y="2142103"/>
                </a:moveTo>
                <a:cubicBezTo>
                  <a:pt x="2468299" y="2142104"/>
                  <a:pt x="2467801" y="2141854"/>
                  <a:pt x="2467551" y="2141439"/>
                </a:cubicBezTo>
                <a:lnTo>
                  <a:pt x="2457666" y="2124241"/>
                </a:lnTo>
                <a:cubicBezTo>
                  <a:pt x="2457417" y="2123827"/>
                  <a:pt x="2457417" y="2123245"/>
                  <a:pt x="2457666" y="2122830"/>
                </a:cubicBezTo>
                <a:lnTo>
                  <a:pt x="2467551" y="2105633"/>
                </a:lnTo>
                <a:cubicBezTo>
                  <a:pt x="2467802" y="2105217"/>
                  <a:pt x="2468299" y="2104967"/>
                  <a:pt x="2468797" y="2104967"/>
                </a:cubicBezTo>
                <a:lnTo>
                  <a:pt x="2488655" y="2104968"/>
                </a:lnTo>
                <a:cubicBezTo>
                  <a:pt x="2489153" y="2104967"/>
                  <a:pt x="2489651" y="2105217"/>
                  <a:pt x="2489900" y="2105632"/>
                </a:cubicBezTo>
                <a:lnTo>
                  <a:pt x="2499786" y="2122830"/>
                </a:lnTo>
                <a:cubicBezTo>
                  <a:pt x="2500035" y="2123244"/>
                  <a:pt x="2500035" y="2123826"/>
                  <a:pt x="2499786" y="2124241"/>
                </a:cubicBezTo>
                <a:lnTo>
                  <a:pt x="2489900" y="2141439"/>
                </a:lnTo>
                <a:cubicBezTo>
                  <a:pt x="2489650" y="2141854"/>
                  <a:pt x="2489153" y="2142104"/>
                  <a:pt x="2488655" y="2142104"/>
                </a:cubicBezTo>
                <a:close/>
                <a:moveTo>
                  <a:pt x="2528984" y="2158231"/>
                </a:moveTo>
                <a:cubicBezTo>
                  <a:pt x="2528486" y="2158231"/>
                  <a:pt x="2527988" y="2157981"/>
                  <a:pt x="2527738" y="2157566"/>
                </a:cubicBezTo>
                <a:lnTo>
                  <a:pt x="2517853" y="2140369"/>
                </a:lnTo>
                <a:cubicBezTo>
                  <a:pt x="2517603" y="2139954"/>
                  <a:pt x="2517604" y="2139372"/>
                  <a:pt x="2517852" y="2138957"/>
                </a:cubicBezTo>
                <a:lnTo>
                  <a:pt x="2527738" y="2121760"/>
                </a:lnTo>
                <a:cubicBezTo>
                  <a:pt x="2527988" y="2121344"/>
                  <a:pt x="2528486" y="2121094"/>
                  <a:pt x="2528984" y="2121094"/>
                </a:cubicBezTo>
                <a:lnTo>
                  <a:pt x="2548841" y="2121095"/>
                </a:lnTo>
                <a:cubicBezTo>
                  <a:pt x="2549339" y="2121094"/>
                  <a:pt x="2549837" y="2121344"/>
                  <a:pt x="2550087" y="2121759"/>
                </a:cubicBezTo>
                <a:lnTo>
                  <a:pt x="2559973" y="2138957"/>
                </a:lnTo>
                <a:cubicBezTo>
                  <a:pt x="2560222" y="2139371"/>
                  <a:pt x="2560222" y="2139953"/>
                  <a:pt x="2559973" y="2140368"/>
                </a:cubicBezTo>
                <a:lnTo>
                  <a:pt x="2550087" y="2157566"/>
                </a:lnTo>
                <a:cubicBezTo>
                  <a:pt x="2549837" y="2157981"/>
                  <a:pt x="2549339" y="2158231"/>
                  <a:pt x="2548841" y="2158231"/>
                </a:cubicBezTo>
                <a:close/>
                <a:moveTo>
                  <a:pt x="2589028" y="2174516"/>
                </a:moveTo>
                <a:cubicBezTo>
                  <a:pt x="2588529" y="2174516"/>
                  <a:pt x="2588031" y="2174184"/>
                  <a:pt x="2587782" y="2173768"/>
                </a:cubicBezTo>
                <a:lnTo>
                  <a:pt x="2577812" y="2156405"/>
                </a:lnTo>
                <a:cubicBezTo>
                  <a:pt x="2577563" y="2155989"/>
                  <a:pt x="2577563" y="2155408"/>
                  <a:pt x="2577812" y="2154992"/>
                </a:cubicBezTo>
                <a:lnTo>
                  <a:pt x="2587864" y="2137629"/>
                </a:lnTo>
                <a:cubicBezTo>
                  <a:pt x="2588114" y="2137130"/>
                  <a:pt x="2588612" y="2136881"/>
                  <a:pt x="2589111" y="2136881"/>
                </a:cubicBezTo>
                <a:lnTo>
                  <a:pt x="2609133" y="2136881"/>
                </a:lnTo>
                <a:cubicBezTo>
                  <a:pt x="2609631" y="2136881"/>
                  <a:pt x="2610130" y="2137213"/>
                  <a:pt x="2610379" y="2137629"/>
                </a:cubicBezTo>
                <a:lnTo>
                  <a:pt x="2620348" y="2154992"/>
                </a:lnTo>
                <a:cubicBezTo>
                  <a:pt x="2620598" y="2155408"/>
                  <a:pt x="2620598" y="2155989"/>
                  <a:pt x="2620348" y="2156405"/>
                </a:cubicBezTo>
                <a:lnTo>
                  <a:pt x="2610296" y="2173768"/>
                </a:lnTo>
                <a:cubicBezTo>
                  <a:pt x="2610047" y="2174267"/>
                  <a:pt x="2609548" y="2174516"/>
                  <a:pt x="2609050" y="2174516"/>
                </a:cubicBezTo>
                <a:close/>
                <a:moveTo>
                  <a:pt x="5116850" y="2851844"/>
                </a:moveTo>
                <a:cubicBezTo>
                  <a:pt x="5116351" y="2851844"/>
                  <a:pt x="5115853" y="2851512"/>
                  <a:pt x="5115603" y="2851096"/>
                </a:cubicBezTo>
                <a:lnTo>
                  <a:pt x="5105634" y="2833733"/>
                </a:lnTo>
                <a:cubicBezTo>
                  <a:pt x="5105385" y="2833317"/>
                  <a:pt x="5105385" y="2832736"/>
                  <a:pt x="5105634" y="2832320"/>
                </a:cubicBezTo>
                <a:lnTo>
                  <a:pt x="5115686" y="2814957"/>
                </a:lnTo>
                <a:cubicBezTo>
                  <a:pt x="5115936" y="2814458"/>
                  <a:pt x="5116434" y="2814209"/>
                  <a:pt x="5116933" y="2814209"/>
                </a:cubicBezTo>
                <a:lnTo>
                  <a:pt x="5136955" y="2814209"/>
                </a:lnTo>
                <a:cubicBezTo>
                  <a:pt x="5137453" y="2814209"/>
                  <a:pt x="5137952" y="2814541"/>
                  <a:pt x="5138201" y="2814957"/>
                </a:cubicBezTo>
                <a:lnTo>
                  <a:pt x="5148170" y="2832320"/>
                </a:lnTo>
                <a:cubicBezTo>
                  <a:pt x="5148420" y="2832736"/>
                  <a:pt x="5148420" y="2833317"/>
                  <a:pt x="5148170" y="2833733"/>
                </a:cubicBezTo>
                <a:lnTo>
                  <a:pt x="5138118" y="2851096"/>
                </a:lnTo>
                <a:cubicBezTo>
                  <a:pt x="5137869" y="2851595"/>
                  <a:pt x="5137370" y="2851844"/>
                  <a:pt x="5136872" y="2851844"/>
                </a:cubicBezTo>
                <a:close/>
                <a:moveTo>
                  <a:pt x="5417782" y="2932479"/>
                </a:moveTo>
                <a:cubicBezTo>
                  <a:pt x="5417283" y="2932478"/>
                  <a:pt x="5416785" y="2932146"/>
                  <a:pt x="5416534" y="2931731"/>
                </a:cubicBezTo>
                <a:lnTo>
                  <a:pt x="5406566" y="2914368"/>
                </a:lnTo>
                <a:cubicBezTo>
                  <a:pt x="5406317" y="2913951"/>
                  <a:pt x="5406316" y="2913371"/>
                  <a:pt x="5406566" y="2912954"/>
                </a:cubicBezTo>
                <a:lnTo>
                  <a:pt x="5416617" y="2895591"/>
                </a:lnTo>
                <a:cubicBezTo>
                  <a:pt x="5416868" y="2895093"/>
                  <a:pt x="5417366" y="2894844"/>
                  <a:pt x="5417865" y="2894843"/>
                </a:cubicBezTo>
                <a:lnTo>
                  <a:pt x="5437887" y="2894844"/>
                </a:lnTo>
                <a:cubicBezTo>
                  <a:pt x="5438385" y="2894843"/>
                  <a:pt x="5438884" y="2895176"/>
                  <a:pt x="5439133" y="2895592"/>
                </a:cubicBezTo>
                <a:lnTo>
                  <a:pt x="5449101" y="2912955"/>
                </a:lnTo>
                <a:cubicBezTo>
                  <a:pt x="5449351" y="2913370"/>
                  <a:pt x="5449351" y="2913951"/>
                  <a:pt x="5449101" y="2914367"/>
                </a:cubicBezTo>
                <a:lnTo>
                  <a:pt x="5439049" y="2931730"/>
                </a:lnTo>
                <a:cubicBezTo>
                  <a:pt x="5438800" y="2932229"/>
                  <a:pt x="5438301" y="2932479"/>
                  <a:pt x="5437804" y="2932478"/>
                </a:cubicBezTo>
                <a:close/>
                <a:moveTo>
                  <a:pt x="5538154" y="2964815"/>
                </a:moveTo>
                <a:cubicBezTo>
                  <a:pt x="5537655" y="2964815"/>
                  <a:pt x="5537157" y="2964483"/>
                  <a:pt x="5536907" y="2964067"/>
                </a:cubicBezTo>
                <a:lnTo>
                  <a:pt x="5526855" y="2946621"/>
                </a:lnTo>
                <a:cubicBezTo>
                  <a:pt x="5526606" y="2946205"/>
                  <a:pt x="5526606" y="2945624"/>
                  <a:pt x="5526855" y="2945208"/>
                </a:cubicBezTo>
                <a:lnTo>
                  <a:pt x="5536907" y="2927762"/>
                </a:lnTo>
                <a:cubicBezTo>
                  <a:pt x="5537157" y="2927263"/>
                  <a:pt x="5537655" y="2927014"/>
                  <a:pt x="5538154" y="2927014"/>
                </a:cubicBezTo>
                <a:lnTo>
                  <a:pt x="5558259" y="2927014"/>
                </a:lnTo>
                <a:cubicBezTo>
                  <a:pt x="5558757" y="2927014"/>
                  <a:pt x="5559256" y="2927346"/>
                  <a:pt x="5559505" y="2927762"/>
                </a:cubicBezTo>
                <a:lnTo>
                  <a:pt x="5569558" y="2945208"/>
                </a:lnTo>
                <a:cubicBezTo>
                  <a:pt x="5569807" y="2945624"/>
                  <a:pt x="5569807" y="2946205"/>
                  <a:pt x="5569558" y="2946621"/>
                </a:cubicBezTo>
                <a:lnTo>
                  <a:pt x="5559505" y="2964067"/>
                </a:lnTo>
                <a:cubicBezTo>
                  <a:pt x="5559256" y="2964566"/>
                  <a:pt x="5558757" y="2964815"/>
                  <a:pt x="5558259" y="2964815"/>
                </a:cubicBezTo>
                <a:close/>
                <a:moveTo>
                  <a:pt x="3371366" y="2384330"/>
                </a:moveTo>
                <a:cubicBezTo>
                  <a:pt x="3370867" y="2384331"/>
                  <a:pt x="3370369" y="2383999"/>
                  <a:pt x="3370121" y="2383584"/>
                </a:cubicBezTo>
                <a:lnTo>
                  <a:pt x="3359984" y="2366054"/>
                </a:lnTo>
                <a:cubicBezTo>
                  <a:pt x="3359736" y="2365637"/>
                  <a:pt x="3359735" y="2365056"/>
                  <a:pt x="3359984" y="2364641"/>
                </a:cubicBezTo>
                <a:lnTo>
                  <a:pt x="3370120" y="2347111"/>
                </a:lnTo>
                <a:cubicBezTo>
                  <a:pt x="3370369" y="2346612"/>
                  <a:pt x="3370867" y="2346364"/>
                  <a:pt x="3371366" y="2346363"/>
                </a:cubicBezTo>
                <a:lnTo>
                  <a:pt x="3391638" y="2346364"/>
                </a:lnTo>
                <a:cubicBezTo>
                  <a:pt x="3392137" y="2346363"/>
                  <a:pt x="3392635" y="2346695"/>
                  <a:pt x="3392883" y="2347112"/>
                </a:cubicBezTo>
                <a:lnTo>
                  <a:pt x="3403019" y="2364641"/>
                </a:lnTo>
                <a:cubicBezTo>
                  <a:pt x="3403268" y="2365057"/>
                  <a:pt x="3403268" y="2365638"/>
                  <a:pt x="3403019" y="2366054"/>
                </a:cubicBezTo>
                <a:lnTo>
                  <a:pt x="3392883" y="2383583"/>
                </a:lnTo>
                <a:cubicBezTo>
                  <a:pt x="3392634" y="2384082"/>
                  <a:pt x="3392137" y="2384330"/>
                  <a:pt x="3391638" y="2384331"/>
                </a:cubicBezTo>
                <a:close/>
                <a:moveTo>
                  <a:pt x="5357429" y="2916600"/>
                </a:moveTo>
                <a:cubicBezTo>
                  <a:pt x="5356930" y="2916600"/>
                  <a:pt x="5356432" y="2916268"/>
                  <a:pt x="5356182" y="2915853"/>
                </a:cubicBezTo>
                <a:lnTo>
                  <a:pt x="5346047" y="2898240"/>
                </a:lnTo>
                <a:cubicBezTo>
                  <a:pt x="5345798" y="2897825"/>
                  <a:pt x="5345798" y="2897243"/>
                  <a:pt x="5346047" y="2896828"/>
                </a:cubicBezTo>
                <a:lnTo>
                  <a:pt x="5356266" y="2879215"/>
                </a:lnTo>
                <a:cubicBezTo>
                  <a:pt x="5356515" y="2878716"/>
                  <a:pt x="5357013" y="2878467"/>
                  <a:pt x="5357512" y="2878467"/>
                </a:cubicBezTo>
                <a:lnTo>
                  <a:pt x="5377866" y="2878467"/>
                </a:lnTo>
                <a:cubicBezTo>
                  <a:pt x="5378365" y="2878467"/>
                  <a:pt x="5378863" y="2878799"/>
                  <a:pt x="5379112" y="2879215"/>
                </a:cubicBezTo>
                <a:lnTo>
                  <a:pt x="5389248" y="2896828"/>
                </a:lnTo>
                <a:cubicBezTo>
                  <a:pt x="5389497" y="2897243"/>
                  <a:pt x="5389497" y="2897825"/>
                  <a:pt x="5389248" y="2898240"/>
                </a:cubicBezTo>
                <a:lnTo>
                  <a:pt x="5379029" y="2915853"/>
                </a:lnTo>
                <a:cubicBezTo>
                  <a:pt x="5378780" y="2916351"/>
                  <a:pt x="5378282" y="2916600"/>
                  <a:pt x="5377783" y="2916600"/>
                </a:cubicBezTo>
                <a:close/>
                <a:moveTo>
                  <a:pt x="4996289" y="2820003"/>
                </a:moveTo>
                <a:cubicBezTo>
                  <a:pt x="4995790" y="2820003"/>
                  <a:pt x="4995292" y="2819670"/>
                  <a:pt x="4995043" y="2819256"/>
                </a:cubicBezTo>
                <a:lnTo>
                  <a:pt x="4984824" y="2801559"/>
                </a:lnTo>
                <a:cubicBezTo>
                  <a:pt x="4984575" y="2801144"/>
                  <a:pt x="4984575" y="2800563"/>
                  <a:pt x="4984824" y="2800148"/>
                </a:cubicBezTo>
                <a:lnTo>
                  <a:pt x="4995043" y="2782452"/>
                </a:lnTo>
                <a:cubicBezTo>
                  <a:pt x="4995292" y="2781952"/>
                  <a:pt x="4995790" y="2781704"/>
                  <a:pt x="4996289" y="2781704"/>
                </a:cubicBezTo>
                <a:lnTo>
                  <a:pt x="5016726" y="2781703"/>
                </a:lnTo>
                <a:cubicBezTo>
                  <a:pt x="5017225" y="2781703"/>
                  <a:pt x="5017723" y="2782036"/>
                  <a:pt x="5017973" y="2782451"/>
                </a:cubicBezTo>
                <a:lnTo>
                  <a:pt x="5028191" y="2800148"/>
                </a:lnTo>
                <a:cubicBezTo>
                  <a:pt x="5028440" y="2800562"/>
                  <a:pt x="5028440" y="2801143"/>
                  <a:pt x="5028191" y="2801559"/>
                </a:cubicBezTo>
                <a:lnTo>
                  <a:pt x="5017973" y="2819255"/>
                </a:lnTo>
                <a:cubicBezTo>
                  <a:pt x="5017723" y="2819754"/>
                  <a:pt x="5017225" y="2820002"/>
                  <a:pt x="5016726" y="2820002"/>
                </a:cubicBezTo>
                <a:close/>
                <a:moveTo>
                  <a:pt x="5056394" y="2836203"/>
                </a:moveTo>
                <a:cubicBezTo>
                  <a:pt x="5055895" y="2836203"/>
                  <a:pt x="5055397" y="2835870"/>
                  <a:pt x="5055148" y="2835455"/>
                </a:cubicBezTo>
                <a:lnTo>
                  <a:pt x="5044846" y="2817676"/>
                </a:lnTo>
                <a:cubicBezTo>
                  <a:pt x="5044597" y="2817261"/>
                  <a:pt x="5044597" y="2816679"/>
                  <a:pt x="5044846" y="2816264"/>
                </a:cubicBezTo>
                <a:lnTo>
                  <a:pt x="5055148" y="2798485"/>
                </a:lnTo>
                <a:cubicBezTo>
                  <a:pt x="5055397" y="2797986"/>
                  <a:pt x="5055895" y="2797737"/>
                  <a:pt x="5056394" y="2797737"/>
                </a:cubicBezTo>
                <a:lnTo>
                  <a:pt x="5076914" y="2797737"/>
                </a:lnTo>
                <a:cubicBezTo>
                  <a:pt x="5077413" y="2797737"/>
                  <a:pt x="5077911" y="2798069"/>
                  <a:pt x="5078161" y="2798485"/>
                </a:cubicBezTo>
                <a:lnTo>
                  <a:pt x="5088462" y="2816264"/>
                </a:lnTo>
                <a:cubicBezTo>
                  <a:pt x="5088712" y="2816679"/>
                  <a:pt x="5088712" y="2817261"/>
                  <a:pt x="5088462" y="2817676"/>
                </a:cubicBezTo>
                <a:lnTo>
                  <a:pt x="5078161" y="2835455"/>
                </a:lnTo>
                <a:cubicBezTo>
                  <a:pt x="5077911" y="2835953"/>
                  <a:pt x="5077413" y="2836203"/>
                  <a:pt x="5076914" y="2836203"/>
                </a:cubicBezTo>
                <a:close/>
                <a:moveTo>
                  <a:pt x="4875843" y="2787928"/>
                </a:moveTo>
                <a:cubicBezTo>
                  <a:pt x="4875344" y="2787928"/>
                  <a:pt x="4874846" y="2787596"/>
                  <a:pt x="4874598" y="2787180"/>
                </a:cubicBezTo>
                <a:lnTo>
                  <a:pt x="4864295" y="2769318"/>
                </a:lnTo>
                <a:cubicBezTo>
                  <a:pt x="4864046" y="2768820"/>
                  <a:pt x="4864047" y="2768238"/>
                  <a:pt x="4864295" y="2767823"/>
                </a:cubicBezTo>
                <a:lnTo>
                  <a:pt x="4874597" y="2749961"/>
                </a:lnTo>
                <a:cubicBezTo>
                  <a:pt x="4874847" y="2749462"/>
                  <a:pt x="4875345" y="2749213"/>
                  <a:pt x="4875844" y="2749213"/>
                </a:cubicBezTo>
                <a:lnTo>
                  <a:pt x="4896530" y="2749213"/>
                </a:lnTo>
                <a:cubicBezTo>
                  <a:pt x="4897028" y="2749213"/>
                  <a:pt x="4897527" y="2749545"/>
                  <a:pt x="4897776" y="2749961"/>
                </a:cubicBezTo>
                <a:lnTo>
                  <a:pt x="4908078" y="2767823"/>
                </a:lnTo>
                <a:cubicBezTo>
                  <a:pt x="4908327" y="2768321"/>
                  <a:pt x="4908328" y="2768903"/>
                  <a:pt x="4908078" y="2769318"/>
                </a:cubicBezTo>
                <a:lnTo>
                  <a:pt x="4897776" y="2787180"/>
                </a:lnTo>
                <a:cubicBezTo>
                  <a:pt x="4897527" y="2787678"/>
                  <a:pt x="4897029" y="2787928"/>
                  <a:pt x="4896531" y="2787928"/>
                </a:cubicBezTo>
                <a:close/>
                <a:moveTo>
                  <a:pt x="4033071" y="2562306"/>
                </a:moveTo>
                <a:cubicBezTo>
                  <a:pt x="4032572" y="2562306"/>
                  <a:pt x="4032074" y="2561975"/>
                  <a:pt x="4031825" y="2561559"/>
                </a:cubicBezTo>
                <a:lnTo>
                  <a:pt x="4021440" y="2543530"/>
                </a:lnTo>
                <a:cubicBezTo>
                  <a:pt x="4021191" y="2543032"/>
                  <a:pt x="4021191" y="2542451"/>
                  <a:pt x="4021440" y="2542035"/>
                </a:cubicBezTo>
                <a:lnTo>
                  <a:pt x="4031908" y="2524007"/>
                </a:lnTo>
                <a:cubicBezTo>
                  <a:pt x="4032157" y="2523508"/>
                  <a:pt x="4032656" y="2523259"/>
                  <a:pt x="4033154" y="2523259"/>
                </a:cubicBezTo>
                <a:lnTo>
                  <a:pt x="4054007" y="2523260"/>
                </a:lnTo>
                <a:cubicBezTo>
                  <a:pt x="4054506" y="2523259"/>
                  <a:pt x="4055004" y="2523591"/>
                  <a:pt x="4055253" y="2524007"/>
                </a:cubicBezTo>
                <a:lnTo>
                  <a:pt x="4065638" y="2542035"/>
                </a:lnTo>
                <a:cubicBezTo>
                  <a:pt x="4065887" y="2542534"/>
                  <a:pt x="4065887" y="2543115"/>
                  <a:pt x="4065638" y="2543531"/>
                </a:cubicBezTo>
                <a:lnTo>
                  <a:pt x="4055170" y="2561560"/>
                </a:lnTo>
                <a:cubicBezTo>
                  <a:pt x="4054921" y="2562057"/>
                  <a:pt x="4054422" y="2562306"/>
                  <a:pt x="4053924" y="2562306"/>
                </a:cubicBezTo>
                <a:close/>
                <a:moveTo>
                  <a:pt x="4935865" y="2804209"/>
                </a:moveTo>
                <a:cubicBezTo>
                  <a:pt x="4935366" y="2804209"/>
                  <a:pt x="4934868" y="2803877"/>
                  <a:pt x="4934619" y="2803462"/>
                </a:cubicBezTo>
                <a:lnTo>
                  <a:pt x="4924234" y="2785433"/>
                </a:lnTo>
                <a:cubicBezTo>
                  <a:pt x="4923985" y="2784935"/>
                  <a:pt x="4923985" y="2784353"/>
                  <a:pt x="4924234" y="2783938"/>
                </a:cubicBezTo>
                <a:lnTo>
                  <a:pt x="4934702" y="2765910"/>
                </a:lnTo>
                <a:cubicBezTo>
                  <a:pt x="4934951" y="2765411"/>
                  <a:pt x="4935450" y="2765162"/>
                  <a:pt x="4935948" y="2765162"/>
                </a:cubicBezTo>
                <a:lnTo>
                  <a:pt x="4956801" y="2765162"/>
                </a:lnTo>
                <a:cubicBezTo>
                  <a:pt x="4957300" y="2765162"/>
                  <a:pt x="4957798" y="2765494"/>
                  <a:pt x="4958047" y="2765910"/>
                </a:cubicBezTo>
                <a:lnTo>
                  <a:pt x="4968432" y="2783938"/>
                </a:lnTo>
                <a:cubicBezTo>
                  <a:pt x="4968681" y="2784436"/>
                  <a:pt x="4968681" y="2785018"/>
                  <a:pt x="4968432" y="2785433"/>
                </a:cubicBezTo>
                <a:lnTo>
                  <a:pt x="4957964" y="2803462"/>
                </a:lnTo>
                <a:cubicBezTo>
                  <a:pt x="4957715" y="2803960"/>
                  <a:pt x="4957216" y="2804209"/>
                  <a:pt x="4956718" y="2804209"/>
                </a:cubicBezTo>
                <a:close/>
                <a:moveTo>
                  <a:pt x="5176609" y="2868717"/>
                </a:moveTo>
                <a:cubicBezTo>
                  <a:pt x="5176110" y="2868717"/>
                  <a:pt x="5175612" y="2868385"/>
                  <a:pt x="5175363" y="2867970"/>
                </a:cubicBezTo>
                <a:lnTo>
                  <a:pt x="5164978" y="2849941"/>
                </a:lnTo>
                <a:cubicBezTo>
                  <a:pt x="5164729" y="2849442"/>
                  <a:pt x="5164729" y="2848861"/>
                  <a:pt x="5164978" y="2848445"/>
                </a:cubicBezTo>
                <a:lnTo>
                  <a:pt x="5175446" y="2830417"/>
                </a:lnTo>
                <a:cubicBezTo>
                  <a:pt x="5175695" y="2829919"/>
                  <a:pt x="5176194" y="2829670"/>
                  <a:pt x="5176692" y="2829669"/>
                </a:cubicBezTo>
                <a:lnTo>
                  <a:pt x="5197545" y="2829670"/>
                </a:lnTo>
                <a:cubicBezTo>
                  <a:pt x="5198044" y="2829670"/>
                  <a:pt x="5198542" y="2830002"/>
                  <a:pt x="5198791" y="2830418"/>
                </a:cubicBezTo>
                <a:lnTo>
                  <a:pt x="5209176" y="2848446"/>
                </a:lnTo>
                <a:cubicBezTo>
                  <a:pt x="5209425" y="2848944"/>
                  <a:pt x="5209425" y="2849525"/>
                  <a:pt x="5209176" y="2849941"/>
                </a:cubicBezTo>
                <a:lnTo>
                  <a:pt x="5198708" y="2867970"/>
                </a:lnTo>
                <a:cubicBezTo>
                  <a:pt x="5198459" y="2868467"/>
                  <a:pt x="5197960" y="2868717"/>
                  <a:pt x="5197462" y="2868717"/>
                </a:cubicBezTo>
                <a:close/>
                <a:moveTo>
                  <a:pt x="5236795" y="2884843"/>
                </a:moveTo>
                <a:cubicBezTo>
                  <a:pt x="5236296" y="2884843"/>
                  <a:pt x="5235798" y="2884511"/>
                  <a:pt x="5235549" y="2884096"/>
                </a:cubicBezTo>
                <a:lnTo>
                  <a:pt x="5225164" y="2866067"/>
                </a:lnTo>
                <a:cubicBezTo>
                  <a:pt x="5224915" y="2865569"/>
                  <a:pt x="5224915" y="2864987"/>
                  <a:pt x="5225164" y="2864572"/>
                </a:cubicBezTo>
                <a:lnTo>
                  <a:pt x="5235632" y="2846544"/>
                </a:lnTo>
                <a:cubicBezTo>
                  <a:pt x="5235881" y="2846045"/>
                  <a:pt x="5236380" y="2845796"/>
                  <a:pt x="5236878" y="2845796"/>
                </a:cubicBezTo>
                <a:lnTo>
                  <a:pt x="5257731" y="2845796"/>
                </a:lnTo>
                <a:cubicBezTo>
                  <a:pt x="5258230" y="2845796"/>
                  <a:pt x="5258728" y="2846128"/>
                  <a:pt x="5258977" y="2846544"/>
                </a:cubicBezTo>
                <a:lnTo>
                  <a:pt x="5269362" y="2864572"/>
                </a:lnTo>
                <a:cubicBezTo>
                  <a:pt x="5269611" y="2865070"/>
                  <a:pt x="5269611" y="2865652"/>
                  <a:pt x="5269362" y="2866067"/>
                </a:cubicBezTo>
                <a:lnTo>
                  <a:pt x="5258894" y="2884096"/>
                </a:lnTo>
                <a:cubicBezTo>
                  <a:pt x="5258645" y="2884594"/>
                  <a:pt x="5258146" y="2884843"/>
                  <a:pt x="5257648" y="2884843"/>
                </a:cubicBezTo>
                <a:close/>
                <a:moveTo>
                  <a:pt x="5296982" y="2900970"/>
                </a:moveTo>
                <a:cubicBezTo>
                  <a:pt x="5296483" y="2900970"/>
                  <a:pt x="5295985" y="2900638"/>
                  <a:pt x="5295736" y="2900223"/>
                </a:cubicBezTo>
                <a:lnTo>
                  <a:pt x="5285351" y="2882194"/>
                </a:lnTo>
                <a:cubicBezTo>
                  <a:pt x="5285102" y="2881696"/>
                  <a:pt x="5285102" y="2881114"/>
                  <a:pt x="5285351" y="2880699"/>
                </a:cubicBezTo>
                <a:lnTo>
                  <a:pt x="5295819" y="2862671"/>
                </a:lnTo>
                <a:cubicBezTo>
                  <a:pt x="5296068" y="2862172"/>
                  <a:pt x="5296567" y="2861923"/>
                  <a:pt x="5297065" y="2861923"/>
                </a:cubicBezTo>
                <a:lnTo>
                  <a:pt x="5317918" y="2861923"/>
                </a:lnTo>
                <a:cubicBezTo>
                  <a:pt x="5318417" y="2861923"/>
                  <a:pt x="5318915" y="2862255"/>
                  <a:pt x="5319164" y="2862671"/>
                </a:cubicBezTo>
                <a:lnTo>
                  <a:pt x="5329549" y="2880699"/>
                </a:lnTo>
                <a:cubicBezTo>
                  <a:pt x="5329798" y="2881197"/>
                  <a:pt x="5329798" y="2881779"/>
                  <a:pt x="5329549" y="2882194"/>
                </a:cubicBezTo>
                <a:lnTo>
                  <a:pt x="5319081" y="2900223"/>
                </a:lnTo>
                <a:cubicBezTo>
                  <a:pt x="5318832" y="2900721"/>
                  <a:pt x="5318333" y="2900970"/>
                  <a:pt x="5317835" y="2900970"/>
                </a:cubicBezTo>
                <a:close/>
                <a:moveTo>
                  <a:pt x="5477541" y="2949351"/>
                </a:moveTo>
                <a:cubicBezTo>
                  <a:pt x="5477043" y="2949351"/>
                  <a:pt x="5476544" y="2949019"/>
                  <a:pt x="5476295" y="2948604"/>
                </a:cubicBezTo>
                <a:lnTo>
                  <a:pt x="5465910" y="2930575"/>
                </a:lnTo>
                <a:cubicBezTo>
                  <a:pt x="5465661" y="2930077"/>
                  <a:pt x="5465661" y="2929495"/>
                  <a:pt x="5465910" y="2929080"/>
                </a:cubicBezTo>
                <a:lnTo>
                  <a:pt x="5476378" y="2911052"/>
                </a:lnTo>
                <a:cubicBezTo>
                  <a:pt x="5476627" y="2910553"/>
                  <a:pt x="5477126" y="2910304"/>
                  <a:pt x="5477624" y="2910304"/>
                </a:cubicBezTo>
                <a:lnTo>
                  <a:pt x="5498477" y="2910304"/>
                </a:lnTo>
                <a:cubicBezTo>
                  <a:pt x="5498975" y="2910304"/>
                  <a:pt x="5499474" y="2910636"/>
                  <a:pt x="5499723" y="2911052"/>
                </a:cubicBezTo>
                <a:lnTo>
                  <a:pt x="5510108" y="2929080"/>
                </a:lnTo>
                <a:cubicBezTo>
                  <a:pt x="5510357" y="2929578"/>
                  <a:pt x="5510357" y="2930160"/>
                  <a:pt x="5510108" y="2930575"/>
                </a:cubicBezTo>
                <a:lnTo>
                  <a:pt x="5499640" y="2948604"/>
                </a:lnTo>
                <a:cubicBezTo>
                  <a:pt x="5499391" y="2949102"/>
                  <a:pt x="5498892" y="2949351"/>
                  <a:pt x="5498394" y="2949351"/>
                </a:cubicBezTo>
                <a:close/>
                <a:moveTo>
                  <a:pt x="1565351" y="1901448"/>
                </a:moveTo>
                <a:cubicBezTo>
                  <a:pt x="1564771" y="1901448"/>
                  <a:pt x="1564272" y="1901199"/>
                  <a:pt x="1564022" y="1900700"/>
                </a:cubicBezTo>
                <a:lnTo>
                  <a:pt x="1553472" y="1882340"/>
                </a:lnTo>
                <a:cubicBezTo>
                  <a:pt x="1553222" y="1881841"/>
                  <a:pt x="1553223" y="1881343"/>
                  <a:pt x="1553471" y="1880844"/>
                </a:cubicBezTo>
                <a:lnTo>
                  <a:pt x="1564022" y="1862484"/>
                </a:lnTo>
                <a:cubicBezTo>
                  <a:pt x="1564354" y="1861985"/>
                  <a:pt x="1564854" y="1861736"/>
                  <a:pt x="1565352" y="1861736"/>
                </a:cubicBezTo>
                <a:lnTo>
                  <a:pt x="1586538" y="1861736"/>
                </a:lnTo>
                <a:cubicBezTo>
                  <a:pt x="1587118" y="1861736"/>
                  <a:pt x="1587617" y="1861985"/>
                  <a:pt x="1587866" y="1862484"/>
                </a:cubicBezTo>
                <a:lnTo>
                  <a:pt x="1598417" y="1880844"/>
                </a:lnTo>
                <a:cubicBezTo>
                  <a:pt x="1598667" y="1881343"/>
                  <a:pt x="1598666" y="1881841"/>
                  <a:pt x="1598418" y="1882340"/>
                </a:cubicBezTo>
                <a:lnTo>
                  <a:pt x="1587867" y="1900700"/>
                </a:lnTo>
                <a:cubicBezTo>
                  <a:pt x="1587534" y="1901199"/>
                  <a:pt x="1587035" y="1901448"/>
                  <a:pt x="1586537" y="1901448"/>
                </a:cubicBezTo>
                <a:close/>
                <a:moveTo>
                  <a:pt x="3972719" y="2546596"/>
                </a:moveTo>
                <a:cubicBezTo>
                  <a:pt x="3972138" y="2546596"/>
                  <a:pt x="3971639" y="2546347"/>
                  <a:pt x="3971390" y="2545848"/>
                </a:cubicBezTo>
                <a:lnTo>
                  <a:pt x="3960756" y="2527405"/>
                </a:lnTo>
                <a:cubicBezTo>
                  <a:pt x="3960507" y="2526989"/>
                  <a:pt x="3960507" y="2526408"/>
                  <a:pt x="3960756" y="2525909"/>
                </a:cubicBezTo>
                <a:lnTo>
                  <a:pt x="3971390" y="2507466"/>
                </a:lnTo>
                <a:cubicBezTo>
                  <a:pt x="3971722" y="2506967"/>
                  <a:pt x="3972221" y="2506718"/>
                  <a:pt x="3972719" y="2506718"/>
                </a:cubicBezTo>
                <a:lnTo>
                  <a:pt x="3993988" y="2506718"/>
                </a:lnTo>
                <a:cubicBezTo>
                  <a:pt x="3994569" y="2506718"/>
                  <a:pt x="3995068" y="2506967"/>
                  <a:pt x="3995317" y="2507466"/>
                </a:cubicBezTo>
                <a:lnTo>
                  <a:pt x="4005951" y="2525909"/>
                </a:lnTo>
                <a:cubicBezTo>
                  <a:pt x="4006200" y="2526325"/>
                  <a:pt x="4006200" y="2526906"/>
                  <a:pt x="4005951" y="2527405"/>
                </a:cubicBezTo>
                <a:lnTo>
                  <a:pt x="3995317" y="2545848"/>
                </a:lnTo>
                <a:cubicBezTo>
                  <a:pt x="3994984" y="2546347"/>
                  <a:pt x="3994486" y="2546596"/>
                  <a:pt x="3993988" y="2546596"/>
                </a:cubicBezTo>
                <a:close/>
                <a:moveTo>
                  <a:pt x="4213381" y="2611185"/>
                </a:moveTo>
                <a:cubicBezTo>
                  <a:pt x="4212800" y="2611185"/>
                  <a:pt x="4212301" y="2610936"/>
                  <a:pt x="4212052" y="2610438"/>
                </a:cubicBezTo>
                <a:lnTo>
                  <a:pt x="4201418" y="2591911"/>
                </a:lnTo>
                <a:cubicBezTo>
                  <a:pt x="4201168" y="2591495"/>
                  <a:pt x="4201169" y="2590914"/>
                  <a:pt x="4201417" y="2590415"/>
                </a:cubicBezTo>
                <a:lnTo>
                  <a:pt x="4212135" y="2571889"/>
                </a:lnTo>
                <a:cubicBezTo>
                  <a:pt x="4212468" y="2571473"/>
                  <a:pt x="4212966" y="2571141"/>
                  <a:pt x="4213465" y="2571141"/>
                </a:cubicBezTo>
                <a:lnTo>
                  <a:pt x="4234816" y="2571141"/>
                </a:lnTo>
                <a:cubicBezTo>
                  <a:pt x="4235397" y="2571141"/>
                  <a:pt x="4235896" y="2571390"/>
                  <a:pt x="4236145" y="2571889"/>
                </a:cubicBezTo>
                <a:lnTo>
                  <a:pt x="4246779" y="2590415"/>
                </a:lnTo>
                <a:cubicBezTo>
                  <a:pt x="4247028" y="2590831"/>
                  <a:pt x="4247029" y="2591412"/>
                  <a:pt x="4246779" y="2591911"/>
                </a:cubicBezTo>
                <a:lnTo>
                  <a:pt x="4236062" y="2610438"/>
                </a:lnTo>
                <a:cubicBezTo>
                  <a:pt x="4235730" y="2610853"/>
                  <a:pt x="4235230" y="2611185"/>
                  <a:pt x="4234733" y="2611185"/>
                </a:cubicBezTo>
                <a:close/>
                <a:moveTo>
                  <a:pt x="3852262" y="2514509"/>
                </a:moveTo>
                <a:cubicBezTo>
                  <a:pt x="3851681" y="2514509"/>
                  <a:pt x="3851182" y="2514259"/>
                  <a:pt x="3850933" y="2513761"/>
                </a:cubicBezTo>
                <a:lnTo>
                  <a:pt x="3840216" y="2495151"/>
                </a:lnTo>
                <a:cubicBezTo>
                  <a:pt x="3839967" y="2494736"/>
                  <a:pt x="3839967" y="2494154"/>
                  <a:pt x="3840217" y="2493656"/>
                </a:cubicBezTo>
                <a:lnTo>
                  <a:pt x="3850933" y="2475046"/>
                </a:lnTo>
                <a:cubicBezTo>
                  <a:pt x="3851265" y="2474630"/>
                  <a:pt x="3851764" y="2474298"/>
                  <a:pt x="3852262" y="2474298"/>
                </a:cubicBezTo>
                <a:lnTo>
                  <a:pt x="3873698" y="2474298"/>
                </a:lnTo>
                <a:cubicBezTo>
                  <a:pt x="3874278" y="2474298"/>
                  <a:pt x="3874777" y="2474547"/>
                  <a:pt x="3875026" y="2475046"/>
                </a:cubicBezTo>
                <a:lnTo>
                  <a:pt x="3885743" y="2493656"/>
                </a:lnTo>
                <a:cubicBezTo>
                  <a:pt x="3885992" y="2494071"/>
                  <a:pt x="3885992" y="2494652"/>
                  <a:pt x="3885743" y="2495151"/>
                </a:cubicBezTo>
                <a:lnTo>
                  <a:pt x="3875026" y="2513761"/>
                </a:lnTo>
                <a:cubicBezTo>
                  <a:pt x="3874694" y="2514176"/>
                  <a:pt x="3874195" y="2514509"/>
                  <a:pt x="3873697" y="2514509"/>
                </a:cubicBezTo>
                <a:close/>
                <a:moveTo>
                  <a:pt x="4153194" y="2595143"/>
                </a:moveTo>
                <a:cubicBezTo>
                  <a:pt x="4152613" y="2595143"/>
                  <a:pt x="4152114" y="2594893"/>
                  <a:pt x="4151864" y="2594395"/>
                </a:cubicBezTo>
                <a:lnTo>
                  <a:pt x="4141147" y="2575785"/>
                </a:lnTo>
                <a:cubicBezTo>
                  <a:pt x="4140899" y="2575370"/>
                  <a:pt x="4140898" y="2574788"/>
                  <a:pt x="4141148" y="2574290"/>
                </a:cubicBezTo>
                <a:lnTo>
                  <a:pt x="4151865" y="2555680"/>
                </a:lnTo>
                <a:cubicBezTo>
                  <a:pt x="4152197" y="2555264"/>
                  <a:pt x="4152696" y="2554932"/>
                  <a:pt x="4153193" y="2554932"/>
                </a:cubicBezTo>
                <a:lnTo>
                  <a:pt x="4174629" y="2554932"/>
                </a:lnTo>
                <a:cubicBezTo>
                  <a:pt x="4175210" y="2554932"/>
                  <a:pt x="4175709" y="2555181"/>
                  <a:pt x="4175958" y="2555680"/>
                </a:cubicBezTo>
                <a:lnTo>
                  <a:pt x="4186675" y="2574290"/>
                </a:lnTo>
                <a:cubicBezTo>
                  <a:pt x="4186924" y="2574705"/>
                  <a:pt x="4186924" y="2575286"/>
                  <a:pt x="4186675" y="2575785"/>
                </a:cubicBezTo>
                <a:lnTo>
                  <a:pt x="4175957" y="2594395"/>
                </a:lnTo>
                <a:cubicBezTo>
                  <a:pt x="4175626" y="2594810"/>
                  <a:pt x="4175126" y="2595143"/>
                  <a:pt x="4174628" y="2595143"/>
                </a:cubicBezTo>
                <a:close/>
                <a:moveTo>
                  <a:pt x="4273412" y="2627647"/>
                </a:moveTo>
                <a:cubicBezTo>
                  <a:pt x="4272830" y="2627647"/>
                  <a:pt x="4272331" y="2627398"/>
                  <a:pt x="4272082" y="2626899"/>
                </a:cubicBezTo>
                <a:lnTo>
                  <a:pt x="4261199" y="2608040"/>
                </a:lnTo>
                <a:cubicBezTo>
                  <a:pt x="4260950" y="2607542"/>
                  <a:pt x="4260950" y="2606960"/>
                  <a:pt x="4261199" y="2606462"/>
                </a:cubicBezTo>
                <a:lnTo>
                  <a:pt x="4272082" y="2587603"/>
                </a:lnTo>
                <a:cubicBezTo>
                  <a:pt x="4272331" y="2587187"/>
                  <a:pt x="4272830" y="2586855"/>
                  <a:pt x="4273412" y="2586855"/>
                </a:cubicBezTo>
                <a:lnTo>
                  <a:pt x="4295178" y="2586855"/>
                </a:lnTo>
                <a:cubicBezTo>
                  <a:pt x="4295760" y="2586855"/>
                  <a:pt x="4296258" y="2587104"/>
                  <a:pt x="4296508" y="2587603"/>
                </a:cubicBezTo>
                <a:lnTo>
                  <a:pt x="4307391" y="2606462"/>
                </a:lnTo>
                <a:cubicBezTo>
                  <a:pt x="4307640" y="2606960"/>
                  <a:pt x="4307640" y="2607542"/>
                  <a:pt x="4307391" y="2608040"/>
                </a:cubicBezTo>
                <a:lnTo>
                  <a:pt x="4296508" y="2626899"/>
                </a:lnTo>
                <a:cubicBezTo>
                  <a:pt x="4296258" y="2627315"/>
                  <a:pt x="4295760" y="2627647"/>
                  <a:pt x="4295178" y="2627647"/>
                </a:cubicBezTo>
                <a:close/>
                <a:moveTo>
                  <a:pt x="4453971" y="2676028"/>
                </a:moveTo>
                <a:cubicBezTo>
                  <a:pt x="4453388" y="2676028"/>
                  <a:pt x="4452889" y="2675779"/>
                  <a:pt x="4452641" y="2675280"/>
                </a:cubicBezTo>
                <a:lnTo>
                  <a:pt x="4441758" y="2656421"/>
                </a:lnTo>
                <a:cubicBezTo>
                  <a:pt x="4441509" y="2655923"/>
                  <a:pt x="4441509" y="2655341"/>
                  <a:pt x="4441758" y="2654843"/>
                </a:cubicBezTo>
                <a:lnTo>
                  <a:pt x="4452641" y="2635984"/>
                </a:lnTo>
                <a:cubicBezTo>
                  <a:pt x="4452890" y="2635568"/>
                  <a:pt x="4453389" y="2635236"/>
                  <a:pt x="4453971" y="2635236"/>
                </a:cubicBezTo>
                <a:lnTo>
                  <a:pt x="4475737" y="2635236"/>
                </a:lnTo>
                <a:cubicBezTo>
                  <a:pt x="4476319" y="2635236"/>
                  <a:pt x="4476817" y="2635485"/>
                  <a:pt x="4477066" y="2635984"/>
                </a:cubicBezTo>
                <a:lnTo>
                  <a:pt x="4487950" y="2654843"/>
                </a:lnTo>
                <a:cubicBezTo>
                  <a:pt x="4488199" y="2655341"/>
                  <a:pt x="4488199" y="2655923"/>
                  <a:pt x="4487950" y="2656421"/>
                </a:cubicBezTo>
                <a:lnTo>
                  <a:pt x="4477066" y="2675280"/>
                </a:lnTo>
                <a:cubicBezTo>
                  <a:pt x="4476817" y="2675696"/>
                  <a:pt x="4476319" y="2676028"/>
                  <a:pt x="4475736" y="2676028"/>
                </a:cubicBezTo>
                <a:close/>
                <a:moveTo>
                  <a:pt x="4333493" y="2643937"/>
                </a:moveTo>
                <a:cubicBezTo>
                  <a:pt x="4332994" y="2643937"/>
                  <a:pt x="4332413" y="2643688"/>
                  <a:pt x="4332164" y="2643189"/>
                </a:cubicBezTo>
                <a:lnTo>
                  <a:pt x="4321280" y="2624247"/>
                </a:lnTo>
                <a:cubicBezTo>
                  <a:pt x="4321031" y="2623749"/>
                  <a:pt x="4321031" y="2623167"/>
                  <a:pt x="4321280" y="2622669"/>
                </a:cubicBezTo>
                <a:lnTo>
                  <a:pt x="4332246" y="2603727"/>
                </a:lnTo>
                <a:cubicBezTo>
                  <a:pt x="4332497" y="2603311"/>
                  <a:pt x="4332994" y="2602979"/>
                  <a:pt x="4333576" y="2602979"/>
                </a:cubicBezTo>
                <a:lnTo>
                  <a:pt x="4355426" y="2602979"/>
                </a:lnTo>
                <a:cubicBezTo>
                  <a:pt x="4355924" y="2602979"/>
                  <a:pt x="4356506" y="2603228"/>
                  <a:pt x="4356756" y="2603727"/>
                </a:cubicBezTo>
                <a:lnTo>
                  <a:pt x="4367638" y="2622669"/>
                </a:lnTo>
                <a:cubicBezTo>
                  <a:pt x="4367887" y="2623167"/>
                  <a:pt x="4367887" y="2623749"/>
                  <a:pt x="4367638" y="2624247"/>
                </a:cubicBezTo>
                <a:lnTo>
                  <a:pt x="4356672" y="2643189"/>
                </a:lnTo>
                <a:cubicBezTo>
                  <a:pt x="4356422" y="2643605"/>
                  <a:pt x="4355925" y="2643937"/>
                  <a:pt x="4355342" y="2643937"/>
                </a:cubicBezTo>
                <a:close/>
                <a:moveTo>
                  <a:pt x="4393679" y="2660064"/>
                </a:moveTo>
                <a:cubicBezTo>
                  <a:pt x="4393180" y="2660064"/>
                  <a:pt x="4392599" y="2659815"/>
                  <a:pt x="4392349" y="2659316"/>
                </a:cubicBezTo>
                <a:lnTo>
                  <a:pt x="4381466" y="2640374"/>
                </a:lnTo>
                <a:cubicBezTo>
                  <a:pt x="4381217" y="2639876"/>
                  <a:pt x="4381217" y="2639294"/>
                  <a:pt x="4381466" y="2638796"/>
                </a:cubicBezTo>
                <a:lnTo>
                  <a:pt x="4392432" y="2619854"/>
                </a:lnTo>
                <a:cubicBezTo>
                  <a:pt x="4392682" y="2619438"/>
                  <a:pt x="4393180" y="2619106"/>
                  <a:pt x="4393762" y="2619106"/>
                </a:cubicBezTo>
                <a:lnTo>
                  <a:pt x="4415612" y="2619106"/>
                </a:lnTo>
                <a:cubicBezTo>
                  <a:pt x="4416110" y="2619106"/>
                  <a:pt x="4416692" y="2619355"/>
                  <a:pt x="4416941" y="2619854"/>
                </a:cubicBezTo>
                <a:lnTo>
                  <a:pt x="4427824" y="2638796"/>
                </a:lnTo>
                <a:cubicBezTo>
                  <a:pt x="4428073" y="2639294"/>
                  <a:pt x="4428073" y="2639876"/>
                  <a:pt x="4427824" y="2640374"/>
                </a:cubicBezTo>
                <a:lnTo>
                  <a:pt x="4416858" y="2659316"/>
                </a:lnTo>
                <a:cubicBezTo>
                  <a:pt x="4416608" y="2659732"/>
                  <a:pt x="4416110" y="2660064"/>
                  <a:pt x="4415528" y="2660064"/>
                </a:cubicBezTo>
                <a:close/>
                <a:moveTo>
                  <a:pt x="3430700" y="2402117"/>
                </a:moveTo>
                <a:cubicBezTo>
                  <a:pt x="3430202" y="2402116"/>
                  <a:pt x="3429620" y="2401868"/>
                  <a:pt x="3429371" y="2401370"/>
                </a:cubicBezTo>
                <a:lnTo>
                  <a:pt x="3418405" y="2382344"/>
                </a:lnTo>
                <a:cubicBezTo>
                  <a:pt x="3418156" y="2381846"/>
                  <a:pt x="3418156" y="2381264"/>
                  <a:pt x="3418405" y="2380766"/>
                </a:cubicBezTo>
                <a:lnTo>
                  <a:pt x="3429370" y="2361741"/>
                </a:lnTo>
                <a:cubicBezTo>
                  <a:pt x="3429620" y="2361325"/>
                  <a:pt x="3430119" y="2360992"/>
                  <a:pt x="3430700" y="2360993"/>
                </a:cubicBezTo>
                <a:lnTo>
                  <a:pt x="3452633" y="2360992"/>
                </a:lnTo>
                <a:cubicBezTo>
                  <a:pt x="3453132" y="2360993"/>
                  <a:pt x="3453714" y="2361241"/>
                  <a:pt x="3453963" y="2361741"/>
                </a:cubicBezTo>
                <a:lnTo>
                  <a:pt x="3464929" y="2380765"/>
                </a:lnTo>
                <a:cubicBezTo>
                  <a:pt x="3465178" y="2381264"/>
                  <a:pt x="3465178" y="2381845"/>
                  <a:pt x="3464929" y="2382343"/>
                </a:cubicBezTo>
                <a:lnTo>
                  <a:pt x="3453963" y="2401370"/>
                </a:lnTo>
                <a:cubicBezTo>
                  <a:pt x="3453714" y="2401785"/>
                  <a:pt x="3453215" y="2402117"/>
                  <a:pt x="3452633" y="2402116"/>
                </a:cubicBezTo>
                <a:close/>
                <a:moveTo>
                  <a:pt x="3912107" y="2531214"/>
                </a:moveTo>
                <a:cubicBezTo>
                  <a:pt x="3911608" y="2531214"/>
                  <a:pt x="3911026" y="2530965"/>
                  <a:pt x="3910778" y="2530467"/>
                </a:cubicBezTo>
                <a:lnTo>
                  <a:pt x="3899728" y="2511358"/>
                </a:lnTo>
                <a:cubicBezTo>
                  <a:pt x="3899478" y="2510860"/>
                  <a:pt x="3899479" y="2510278"/>
                  <a:pt x="3899727" y="2509780"/>
                </a:cubicBezTo>
                <a:lnTo>
                  <a:pt x="3910777" y="2490672"/>
                </a:lnTo>
                <a:cubicBezTo>
                  <a:pt x="3911027" y="2490256"/>
                  <a:pt x="3911525" y="2489924"/>
                  <a:pt x="3912106" y="2489924"/>
                </a:cubicBezTo>
                <a:lnTo>
                  <a:pt x="3934205" y="2489924"/>
                </a:lnTo>
                <a:cubicBezTo>
                  <a:pt x="3934703" y="2489924"/>
                  <a:pt x="3935286" y="2490173"/>
                  <a:pt x="3935535" y="2490672"/>
                </a:cubicBezTo>
                <a:lnTo>
                  <a:pt x="3946585" y="2509780"/>
                </a:lnTo>
                <a:cubicBezTo>
                  <a:pt x="3946834" y="2510278"/>
                  <a:pt x="3946834" y="2510860"/>
                  <a:pt x="3946585" y="2511358"/>
                </a:cubicBezTo>
                <a:lnTo>
                  <a:pt x="3935534" y="2530467"/>
                </a:lnTo>
                <a:cubicBezTo>
                  <a:pt x="3935285" y="2530882"/>
                  <a:pt x="3934787" y="2531214"/>
                  <a:pt x="3934206" y="2531214"/>
                </a:cubicBezTo>
                <a:close/>
                <a:moveTo>
                  <a:pt x="4092582" y="2579678"/>
                </a:moveTo>
                <a:cubicBezTo>
                  <a:pt x="4092083" y="2579678"/>
                  <a:pt x="4091502" y="2579429"/>
                  <a:pt x="4091252" y="2578931"/>
                </a:cubicBezTo>
                <a:lnTo>
                  <a:pt x="4080203" y="2559739"/>
                </a:lnTo>
                <a:cubicBezTo>
                  <a:pt x="4079954" y="2559241"/>
                  <a:pt x="4079954" y="2558659"/>
                  <a:pt x="4080203" y="2558161"/>
                </a:cubicBezTo>
                <a:lnTo>
                  <a:pt x="4091335" y="2538970"/>
                </a:lnTo>
                <a:cubicBezTo>
                  <a:pt x="4091585" y="2538554"/>
                  <a:pt x="4092083" y="2538222"/>
                  <a:pt x="4092665" y="2538222"/>
                </a:cubicBezTo>
                <a:lnTo>
                  <a:pt x="4114847" y="2538222"/>
                </a:lnTo>
                <a:cubicBezTo>
                  <a:pt x="4115345" y="2538222"/>
                  <a:pt x="4115927" y="2538471"/>
                  <a:pt x="4116176" y="2538970"/>
                </a:cubicBezTo>
                <a:lnTo>
                  <a:pt x="4127226" y="2558161"/>
                </a:lnTo>
                <a:cubicBezTo>
                  <a:pt x="4127475" y="2558659"/>
                  <a:pt x="4127475" y="2559241"/>
                  <a:pt x="4127226" y="2559739"/>
                </a:cubicBezTo>
                <a:lnTo>
                  <a:pt x="4116093" y="2578931"/>
                </a:lnTo>
                <a:cubicBezTo>
                  <a:pt x="4115844" y="2579346"/>
                  <a:pt x="4115345" y="2579678"/>
                  <a:pt x="4114764" y="2579678"/>
                </a:cubicBezTo>
                <a:close/>
                <a:moveTo>
                  <a:pt x="3490493" y="2418995"/>
                </a:moveTo>
                <a:cubicBezTo>
                  <a:pt x="3489911" y="2418995"/>
                  <a:pt x="3489412" y="2418663"/>
                  <a:pt x="3489080" y="2418164"/>
                </a:cubicBezTo>
                <a:lnTo>
                  <a:pt x="3477698" y="2398391"/>
                </a:lnTo>
                <a:cubicBezTo>
                  <a:pt x="3477366" y="2397893"/>
                  <a:pt x="3477366" y="2397311"/>
                  <a:pt x="3477698" y="2396813"/>
                </a:cubicBezTo>
                <a:lnTo>
                  <a:pt x="3489080" y="2377040"/>
                </a:lnTo>
                <a:cubicBezTo>
                  <a:pt x="3489412" y="2376541"/>
                  <a:pt x="3489911" y="2376209"/>
                  <a:pt x="3490493" y="2376209"/>
                </a:cubicBezTo>
                <a:lnTo>
                  <a:pt x="3513256" y="2376209"/>
                </a:lnTo>
                <a:cubicBezTo>
                  <a:pt x="3513838" y="2376209"/>
                  <a:pt x="3514336" y="2376541"/>
                  <a:pt x="3514669" y="2377040"/>
                </a:cubicBezTo>
                <a:lnTo>
                  <a:pt x="3526050" y="2396813"/>
                </a:lnTo>
                <a:cubicBezTo>
                  <a:pt x="3526383" y="2397311"/>
                  <a:pt x="3526383" y="2397893"/>
                  <a:pt x="3526050" y="2398391"/>
                </a:cubicBezTo>
                <a:lnTo>
                  <a:pt x="3514669" y="2418164"/>
                </a:lnTo>
                <a:cubicBezTo>
                  <a:pt x="3514336" y="2418663"/>
                  <a:pt x="3513838" y="2418995"/>
                  <a:pt x="3513256" y="2418995"/>
                </a:cubicBezTo>
                <a:close/>
                <a:moveTo>
                  <a:pt x="3550679" y="2435122"/>
                </a:moveTo>
                <a:cubicBezTo>
                  <a:pt x="3550097" y="2435122"/>
                  <a:pt x="3549598" y="2434790"/>
                  <a:pt x="3549266" y="2434291"/>
                </a:cubicBezTo>
                <a:lnTo>
                  <a:pt x="3537884" y="2414518"/>
                </a:lnTo>
                <a:cubicBezTo>
                  <a:pt x="3537552" y="2414020"/>
                  <a:pt x="3537552" y="2413438"/>
                  <a:pt x="3537884" y="2412940"/>
                </a:cubicBezTo>
                <a:lnTo>
                  <a:pt x="3549266" y="2393167"/>
                </a:lnTo>
                <a:cubicBezTo>
                  <a:pt x="3549598" y="2392668"/>
                  <a:pt x="3550097" y="2392336"/>
                  <a:pt x="3550679" y="2392336"/>
                </a:cubicBezTo>
                <a:lnTo>
                  <a:pt x="3573442" y="2392336"/>
                </a:lnTo>
                <a:cubicBezTo>
                  <a:pt x="3574024" y="2392336"/>
                  <a:pt x="3574522" y="2392668"/>
                  <a:pt x="3574855" y="2393167"/>
                </a:cubicBezTo>
                <a:lnTo>
                  <a:pt x="3586236" y="2412940"/>
                </a:lnTo>
                <a:cubicBezTo>
                  <a:pt x="3586569" y="2413438"/>
                  <a:pt x="3586569" y="2414020"/>
                  <a:pt x="3586236" y="2414518"/>
                </a:cubicBezTo>
                <a:lnTo>
                  <a:pt x="3574855" y="2434291"/>
                </a:lnTo>
                <a:cubicBezTo>
                  <a:pt x="3574522" y="2434790"/>
                  <a:pt x="3574024" y="2435122"/>
                  <a:pt x="3573442" y="2435122"/>
                </a:cubicBezTo>
                <a:close/>
                <a:moveTo>
                  <a:pt x="4513658" y="2693152"/>
                </a:moveTo>
                <a:cubicBezTo>
                  <a:pt x="4513076" y="2693152"/>
                  <a:pt x="4512577" y="2692820"/>
                  <a:pt x="4512246" y="2692321"/>
                </a:cubicBezTo>
                <a:lnTo>
                  <a:pt x="4500863" y="2672548"/>
                </a:lnTo>
                <a:cubicBezTo>
                  <a:pt x="4500531" y="2672050"/>
                  <a:pt x="4500532" y="2671468"/>
                  <a:pt x="4500863" y="2670970"/>
                </a:cubicBezTo>
                <a:lnTo>
                  <a:pt x="4512245" y="2651197"/>
                </a:lnTo>
                <a:cubicBezTo>
                  <a:pt x="4512578" y="2650698"/>
                  <a:pt x="4513077" y="2650366"/>
                  <a:pt x="4513657" y="2650366"/>
                </a:cubicBezTo>
                <a:lnTo>
                  <a:pt x="4536422" y="2650366"/>
                </a:lnTo>
                <a:cubicBezTo>
                  <a:pt x="4537003" y="2650366"/>
                  <a:pt x="4537501" y="2650698"/>
                  <a:pt x="4537834" y="2651197"/>
                </a:cubicBezTo>
                <a:lnTo>
                  <a:pt x="4549215" y="2670970"/>
                </a:lnTo>
                <a:cubicBezTo>
                  <a:pt x="4549548" y="2671468"/>
                  <a:pt x="4549549" y="2672050"/>
                  <a:pt x="4549215" y="2672548"/>
                </a:cubicBezTo>
                <a:lnTo>
                  <a:pt x="4537833" y="2692321"/>
                </a:lnTo>
                <a:cubicBezTo>
                  <a:pt x="4537501" y="2692820"/>
                  <a:pt x="4537004" y="2693152"/>
                  <a:pt x="4536421" y="2693152"/>
                </a:cubicBezTo>
                <a:close/>
                <a:moveTo>
                  <a:pt x="4573689" y="2709528"/>
                </a:moveTo>
                <a:cubicBezTo>
                  <a:pt x="4573107" y="2709528"/>
                  <a:pt x="4572609" y="2709196"/>
                  <a:pt x="4572276" y="2708697"/>
                </a:cubicBezTo>
                <a:lnTo>
                  <a:pt x="4560728" y="2688675"/>
                </a:lnTo>
                <a:cubicBezTo>
                  <a:pt x="4560396" y="2688177"/>
                  <a:pt x="4560396" y="2687512"/>
                  <a:pt x="4560728" y="2687014"/>
                </a:cubicBezTo>
                <a:lnTo>
                  <a:pt x="4572276" y="2666992"/>
                </a:lnTo>
                <a:cubicBezTo>
                  <a:pt x="4572609" y="2666493"/>
                  <a:pt x="4573107" y="2666161"/>
                  <a:pt x="4573689" y="2666161"/>
                </a:cubicBezTo>
                <a:lnTo>
                  <a:pt x="4596785" y="2666161"/>
                </a:lnTo>
                <a:cubicBezTo>
                  <a:pt x="4597366" y="2666161"/>
                  <a:pt x="4597865" y="2666493"/>
                  <a:pt x="4598197" y="2666992"/>
                </a:cubicBezTo>
                <a:lnTo>
                  <a:pt x="4609745" y="2687014"/>
                </a:lnTo>
                <a:cubicBezTo>
                  <a:pt x="4610077" y="2687512"/>
                  <a:pt x="4610077" y="2688177"/>
                  <a:pt x="4609745" y="2688675"/>
                </a:cubicBezTo>
                <a:lnTo>
                  <a:pt x="4598197" y="2708697"/>
                </a:lnTo>
                <a:cubicBezTo>
                  <a:pt x="4597865" y="2709196"/>
                  <a:pt x="4597366" y="2709528"/>
                  <a:pt x="4596785" y="2709528"/>
                </a:cubicBezTo>
                <a:close/>
                <a:moveTo>
                  <a:pt x="3610356" y="2452160"/>
                </a:moveTo>
                <a:cubicBezTo>
                  <a:pt x="3609774" y="2452160"/>
                  <a:pt x="3609276" y="2451828"/>
                  <a:pt x="3608944" y="2451329"/>
                </a:cubicBezTo>
                <a:lnTo>
                  <a:pt x="3597063" y="2430726"/>
                </a:lnTo>
                <a:cubicBezTo>
                  <a:pt x="3596731" y="2430227"/>
                  <a:pt x="3596731" y="2429563"/>
                  <a:pt x="3597063" y="2429064"/>
                </a:cubicBezTo>
                <a:lnTo>
                  <a:pt x="3608944" y="2408461"/>
                </a:lnTo>
                <a:cubicBezTo>
                  <a:pt x="3609193" y="2407962"/>
                  <a:pt x="3609774" y="2407630"/>
                  <a:pt x="3610356" y="2407630"/>
                </a:cubicBezTo>
                <a:lnTo>
                  <a:pt x="3634117" y="2407630"/>
                </a:lnTo>
                <a:cubicBezTo>
                  <a:pt x="3634698" y="2407630"/>
                  <a:pt x="3635197" y="2407962"/>
                  <a:pt x="3635529" y="2408461"/>
                </a:cubicBezTo>
                <a:lnTo>
                  <a:pt x="3647409" y="2429064"/>
                </a:lnTo>
                <a:cubicBezTo>
                  <a:pt x="3647742" y="2429563"/>
                  <a:pt x="3647742" y="2430228"/>
                  <a:pt x="3647409" y="2430726"/>
                </a:cubicBezTo>
                <a:lnTo>
                  <a:pt x="3635529" y="2451329"/>
                </a:lnTo>
                <a:cubicBezTo>
                  <a:pt x="3635280" y="2451827"/>
                  <a:pt x="3634698" y="2452160"/>
                  <a:pt x="3634117" y="2452160"/>
                </a:cubicBezTo>
                <a:close/>
                <a:moveTo>
                  <a:pt x="1497981" y="1924686"/>
                </a:moveTo>
                <a:cubicBezTo>
                  <a:pt x="1497732" y="1924686"/>
                  <a:pt x="1497482" y="1924437"/>
                  <a:pt x="1497482" y="1924437"/>
                </a:cubicBezTo>
                <a:lnTo>
                  <a:pt x="1493743" y="1917957"/>
                </a:lnTo>
                <a:cubicBezTo>
                  <a:pt x="1493660" y="1917791"/>
                  <a:pt x="1493743" y="1917458"/>
                  <a:pt x="1493743" y="1917458"/>
                </a:cubicBezTo>
                <a:lnTo>
                  <a:pt x="1497481" y="1910978"/>
                </a:lnTo>
                <a:cubicBezTo>
                  <a:pt x="1497648" y="1910812"/>
                  <a:pt x="1497980" y="1910729"/>
                  <a:pt x="1497980" y="1910729"/>
                </a:cubicBezTo>
                <a:lnTo>
                  <a:pt x="1505541" y="1910729"/>
                </a:lnTo>
                <a:cubicBezTo>
                  <a:pt x="1505789" y="1910729"/>
                  <a:pt x="1506040" y="1910978"/>
                  <a:pt x="1506040" y="1910978"/>
                </a:cubicBezTo>
                <a:lnTo>
                  <a:pt x="1509777" y="1917458"/>
                </a:lnTo>
                <a:cubicBezTo>
                  <a:pt x="1509860" y="1917625"/>
                  <a:pt x="1509778" y="1917957"/>
                  <a:pt x="1509778" y="1917957"/>
                </a:cubicBezTo>
                <a:lnTo>
                  <a:pt x="1506040" y="1924437"/>
                </a:lnTo>
                <a:cubicBezTo>
                  <a:pt x="1505872" y="1924603"/>
                  <a:pt x="1505541" y="1924686"/>
                  <a:pt x="1505541" y="1924686"/>
                </a:cubicBezTo>
                <a:close/>
                <a:moveTo>
                  <a:pt x="2942317" y="2311973"/>
                </a:moveTo>
                <a:cubicBezTo>
                  <a:pt x="2942068" y="2311974"/>
                  <a:pt x="2941819" y="2311725"/>
                  <a:pt x="2941819" y="2311725"/>
                </a:cubicBezTo>
                <a:lnTo>
                  <a:pt x="2937914" y="2304912"/>
                </a:lnTo>
                <a:cubicBezTo>
                  <a:pt x="2937831" y="2304746"/>
                  <a:pt x="2937914" y="2304330"/>
                  <a:pt x="2937914" y="2304330"/>
                </a:cubicBezTo>
                <a:lnTo>
                  <a:pt x="2941819" y="2297517"/>
                </a:lnTo>
                <a:cubicBezTo>
                  <a:pt x="2941901" y="2297352"/>
                  <a:pt x="2942317" y="2297268"/>
                  <a:pt x="2942317" y="2297268"/>
                </a:cubicBezTo>
                <a:lnTo>
                  <a:pt x="2950127" y="2297269"/>
                </a:lnTo>
                <a:cubicBezTo>
                  <a:pt x="2950376" y="2297268"/>
                  <a:pt x="2950625" y="2297517"/>
                  <a:pt x="2950625" y="2297517"/>
                </a:cubicBezTo>
                <a:lnTo>
                  <a:pt x="2954529" y="2304330"/>
                </a:lnTo>
                <a:cubicBezTo>
                  <a:pt x="2954613" y="2304496"/>
                  <a:pt x="2954530" y="2304912"/>
                  <a:pt x="2954530" y="2304912"/>
                </a:cubicBezTo>
                <a:lnTo>
                  <a:pt x="2950625" y="2311724"/>
                </a:lnTo>
                <a:cubicBezTo>
                  <a:pt x="2950542" y="2311890"/>
                  <a:pt x="2950127" y="2311974"/>
                  <a:pt x="2950127" y="2311974"/>
                </a:cubicBezTo>
                <a:close/>
                <a:moveTo>
                  <a:pt x="3000687" y="2331414"/>
                </a:moveTo>
                <a:cubicBezTo>
                  <a:pt x="3000439" y="2331414"/>
                  <a:pt x="3000023" y="2330999"/>
                  <a:pt x="3000023" y="2330999"/>
                </a:cubicBezTo>
                <a:lnTo>
                  <a:pt x="2994291" y="2321113"/>
                </a:lnTo>
                <a:cubicBezTo>
                  <a:pt x="2994125" y="2320863"/>
                  <a:pt x="2994291" y="2320282"/>
                  <a:pt x="2994291" y="2320282"/>
                </a:cubicBezTo>
                <a:lnTo>
                  <a:pt x="3000022" y="2310395"/>
                </a:lnTo>
                <a:cubicBezTo>
                  <a:pt x="3000106" y="2310146"/>
                  <a:pt x="3000688" y="2309980"/>
                  <a:pt x="3000688" y="2309980"/>
                </a:cubicBezTo>
                <a:lnTo>
                  <a:pt x="3012070" y="2309980"/>
                </a:lnTo>
                <a:cubicBezTo>
                  <a:pt x="3012319" y="2309980"/>
                  <a:pt x="3012734" y="2310395"/>
                  <a:pt x="3012734" y="2310395"/>
                </a:cubicBezTo>
                <a:lnTo>
                  <a:pt x="3018466" y="2320282"/>
                </a:lnTo>
                <a:cubicBezTo>
                  <a:pt x="3018633" y="2320531"/>
                  <a:pt x="3018467" y="2321113"/>
                  <a:pt x="3018467" y="2321113"/>
                </a:cubicBezTo>
                <a:lnTo>
                  <a:pt x="3012734" y="2330999"/>
                </a:lnTo>
                <a:cubicBezTo>
                  <a:pt x="3012651" y="2331248"/>
                  <a:pt x="3012070" y="2331414"/>
                  <a:pt x="3012070" y="2331414"/>
                </a:cubicBezTo>
                <a:close/>
                <a:moveTo>
                  <a:pt x="894061" y="1767325"/>
                </a:moveTo>
                <a:cubicBezTo>
                  <a:pt x="893729" y="1767325"/>
                  <a:pt x="893315" y="1766909"/>
                  <a:pt x="893315" y="1766909"/>
                </a:cubicBezTo>
                <a:lnTo>
                  <a:pt x="887499" y="1756774"/>
                </a:lnTo>
                <a:cubicBezTo>
                  <a:pt x="887332" y="1756525"/>
                  <a:pt x="887499" y="1755943"/>
                  <a:pt x="887499" y="1755943"/>
                </a:cubicBezTo>
                <a:lnTo>
                  <a:pt x="893314" y="1745808"/>
                </a:lnTo>
                <a:cubicBezTo>
                  <a:pt x="893479" y="1745558"/>
                  <a:pt x="894061" y="1745392"/>
                  <a:pt x="894061" y="1745392"/>
                </a:cubicBezTo>
                <a:lnTo>
                  <a:pt x="905775" y="1745392"/>
                </a:lnTo>
                <a:cubicBezTo>
                  <a:pt x="906109" y="1745392"/>
                  <a:pt x="906523" y="1745808"/>
                  <a:pt x="906523" y="1745808"/>
                </a:cubicBezTo>
                <a:lnTo>
                  <a:pt x="912339" y="1755943"/>
                </a:lnTo>
                <a:cubicBezTo>
                  <a:pt x="912505" y="1756192"/>
                  <a:pt x="912339" y="1756774"/>
                  <a:pt x="912339" y="1756774"/>
                </a:cubicBezTo>
                <a:lnTo>
                  <a:pt x="906524" y="1766909"/>
                </a:lnTo>
                <a:cubicBezTo>
                  <a:pt x="906357" y="1767159"/>
                  <a:pt x="905776" y="1767325"/>
                  <a:pt x="905776" y="1767325"/>
                </a:cubicBezTo>
                <a:close/>
                <a:moveTo>
                  <a:pt x="4804922" y="2817720"/>
                </a:moveTo>
                <a:cubicBezTo>
                  <a:pt x="4804591" y="2817721"/>
                  <a:pt x="4804092" y="2817222"/>
                  <a:pt x="4804092" y="2817222"/>
                </a:cubicBezTo>
                <a:lnTo>
                  <a:pt x="4797114" y="2805093"/>
                </a:lnTo>
                <a:cubicBezTo>
                  <a:pt x="4796948" y="2804760"/>
                  <a:pt x="4797114" y="2804096"/>
                  <a:pt x="4797114" y="2804096"/>
                </a:cubicBezTo>
                <a:lnTo>
                  <a:pt x="4804175" y="2791966"/>
                </a:lnTo>
                <a:cubicBezTo>
                  <a:pt x="4804341" y="2791634"/>
                  <a:pt x="4805005" y="2791468"/>
                  <a:pt x="4805005" y="2791468"/>
                </a:cubicBezTo>
                <a:lnTo>
                  <a:pt x="4819046" y="2791467"/>
                </a:lnTo>
                <a:cubicBezTo>
                  <a:pt x="4819379" y="2791468"/>
                  <a:pt x="4819876" y="2791965"/>
                  <a:pt x="4819876" y="2791965"/>
                </a:cubicBezTo>
                <a:lnTo>
                  <a:pt x="4826856" y="2804096"/>
                </a:lnTo>
                <a:cubicBezTo>
                  <a:pt x="4827021" y="2804428"/>
                  <a:pt x="4826856" y="2805093"/>
                  <a:pt x="4826856" y="2805093"/>
                </a:cubicBezTo>
                <a:lnTo>
                  <a:pt x="4819794" y="2817222"/>
                </a:lnTo>
                <a:cubicBezTo>
                  <a:pt x="4819627" y="2817554"/>
                  <a:pt x="4818963" y="2817721"/>
                  <a:pt x="4818963" y="2817721"/>
                </a:cubicBezTo>
                <a:close/>
                <a:moveTo>
                  <a:pt x="531191" y="1673699"/>
                </a:moveTo>
                <a:cubicBezTo>
                  <a:pt x="530859" y="1673699"/>
                  <a:pt x="530277" y="1673200"/>
                  <a:pt x="530277" y="1673200"/>
                </a:cubicBezTo>
                <a:lnTo>
                  <a:pt x="522717" y="1660157"/>
                </a:lnTo>
                <a:cubicBezTo>
                  <a:pt x="522552" y="1659825"/>
                  <a:pt x="522717" y="1659077"/>
                  <a:pt x="522717" y="1659077"/>
                </a:cubicBezTo>
                <a:lnTo>
                  <a:pt x="530278" y="1646033"/>
                </a:lnTo>
                <a:cubicBezTo>
                  <a:pt x="530443" y="1645701"/>
                  <a:pt x="531192" y="1645535"/>
                  <a:pt x="531192" y="1645535"/>
                </a:cubicBezTo>
                <a:lnTo>
                  <a:pt x="546228" y="1645535"/>
                </a:lnTo>
                <a:cubicBezTo>
                  <a:pt x="546561" y="1645535"/>
                  <a:pt x="547142" y="1646033"/>
                  <a:pt x="547142" y="1646033"/>
                </a:cubicBezTo>
                <a:lnTo>
                  <a:pt x="554702" y="1659077"/>
                </a:lnTo>
                <a:cubicBezTo>
                  <a:pt x="554870" y="1659409"/>
                  <a:pt x="554702" y="1660157"/>
                  <a:pt x="554702" y="1660157"/>
                </a:cubicBezTo>
                <a:lnTo>
                  <a:pt x="547143" y="1673201"/>
                </a:lnTo>
                <a:cubicBezTo>
                  <a:pt x="546976" y="1673533"/>
                  <a:pt x="546229" y="1673699"/>
                  <a:pt x="546229" y="1673699"/>
                </a:cubicBezTo>
                <a:close/>
                <a:moveTo>
                  <a:pt x="591377" y="1689825"/>
                </a:moveTo>
                <a:cubicBezTo>
                  <a:pt x="591045" y="1689825"/>
                  <a:pt x="590463" y="1689327"/>
                  <a:pt x="590463" y="1689327"/>
                </a:cubicBezTo>
                <a:lnTo>
                  <a:pt x="582903" y="1676283"/>
                </a:lnTo>
                <a:cubicBezTo>
                  <a:pt x="582738" y="1675952"/>
                  <a:pt x="582903" y="1675203"/>
                  <a:pt x="582903" y="1675203"/>
                </a:cubicBezTo>
                <a:lnTo>
                  <a:pt x="590463" y="1662159"/>
                </a:lnTo>
                <a:cubicBezTo>
                  <a:pt x="590629" y="1661827"/>
                  <a:pt x="591377" y="1661662"/>
                  <a:pt x="591377" y="1661662"/>
                </a:cubicBezTo>
                <a:lnTo>
                  <a:pt x="606414" y="1661661"/>
                </a:lnTo>
                <a:cubicBezTo>
                  <a:pt x="606747" y="1661661"/>
                  <a:pt x="607328" y="1662159"/>
                  <a:pt x="607328" y="1662159"/>
                </a:cubicBezTo>
                <a:lnTo>
                  <a:pt x="614888" y="1675203"/>
                </a:lnTo>
                <a:cubicBezTo>
                  <a:pt x="615055" y="1675536"/>
                  <a:pt x="614888" y="1676284"/>
                  <a:pt x="614888" y="1676284"/>
                </a:cubicBezTo>
                <a:lnTo>
                  <a:pt x="607328" y="1689328"/>
                </a:lnTo>
                <a:cubicBezTo>
                  <a:pt x="607162" y="1689659"/>
                  <a:pt x="606414" y="1689826"/>
                  <a:pt x="606414" y="1689826"/>
                </a:cubicBezTo>
                <a:close/>
                <a:moveTo>
                  <a:pt x="1012681" y="1802713"/>
                </a:moveTo>
                <a:cubicBezTo>
                  <a:pt x="1012349" y="1802714"/>
                  <a:pt x="1011767" y="1802215"/>
                  <a:pt x="1011767" y="1802215"/>
                </a:cubicBezTo>
                <a:lnTo>
                  <a:pt x="1004207" y="1789172"/>
                </a:lnTo>
                <a:cubicBezTo>
                  <a:pt x="1004041" y="1788839"/>
                  <a:pt x="1004207" y="1788091"/>
                  <a:pt x="1004207" y="1788091"/>
                </a:cubicBezTo>
                <a:lnTo>
                  <a:pt x="1011767" y="1775047"/>
                </a:lnTo>
                <a:cubicBezTo>
                  <a:pt x="1011933" y="1774716"/>
                  <a:pt x="1012681" y="1774549"/>
                  <a:pt x="1012681" y="1774549"/>
                </a:cubicBezTo>
                <a:lnTo>
                  <a:pt x="1027718" y="1774550"/>
                </a:lnTo>
                <a:cubicBezTo>
                  <a:pt x="1028051" y="1774550"/>
                  <a:pt x="1028632" y="1775047"/>
                  <a:pt x="1028632" y="1775047"/>
                </a:cubicBezTo>
                <a:lnTo>
                  <a:pt x="1036192" y="1788092"/>
                </a:lnTo>
                <a:cubicBezTo>
                  <a:pt x="1036359" y="1788424"/>
                  <a:pt x="1036192" y="1789172"/>
                  <a:pt x="1036192" y="1789172"/>
                </a:cubicBezTo>
                <a:lnTo>
                  <a:pt x="1028632" y="1802216"/>
                </a:lnTo>
                <a:cubicBezTo>
                  <a:pt x="1028466" y="1802547"/>
                  <a:pt x="1027718" y="1802713"/>
                  <a:pt x="1027718" y="1802713"/>
                </a:cubicBezTo>
                <a:close/>
                <a:moveTo>
                  <a:pt x="471004" y="1657665"/>
                </a:moveTo>
                <a:cubicBezTo>
                  <a:pt x="470672" y="1657665"/>
                  <a:pt x="470090" y="1657167"/>
                  <a:pt x="470090" y="1657167"/>
                </a:cubicBezTo>
                <a:lnTo>
                  <a:pt x="462530" y="1644040"/>
                </a:lnTo>
                <a:cubicBezTo>
                  <a:pt x="462364" y="1643708"/>
                  <a:pt x="462530" y="1642960"/>
                  <a:pt x="462530" y="1642960"/>
                </a:cubicBezTo>
                <a:lnTo>
                  <a:pt x="470090" y="1629833"/>
                </a:lnTo>
                <a:cubicBezTo>
                  <a:pt x="470256" y="1629501"/>
                  <a:pt x="471004" y="1629334"/>
                  <a:pt x="471004" y="1629334"/>
                </a:cubicBezTo>
                <a:lnTo>
                  <a:pt x="486124" y="1629335"/>
                </a:lnTo>
                <a:cubicBezTo>
                  <a:pt x="486457" y="1629335"/>
                  <a:pt x="487038" y="1629833"/>
                  <a:pt x="487038" y="1629833"/>
                </a:cubicBezTo>
                <a:lnTo>
                  <a:pt x="494598" y="1642960"/>
                </a:lnTo>
                <a:cubicBezTo>
                  <a:pt x="494765" y="1643292"/>
                  <a:pt x="494598" y="1644040"/>
                  <a:pt x="494598" y="1644040"/>
                </a:cubicBezTo>
                <a:lnTo>
                  <a:pt x="487039" y="1657167"/>
                </a:lnTo>
                <a:cubicBezTo>
                  <a:pt x="486872" y="1657499"/>
                  <a:pt x="486124" y="1657665"/>
                  <a:pt x="486124" y="1657665"/>
                </a:cubicBezTo>
                <a:close/>
                <a:moveTo>
                  <a:pt x="831873" y="1754832"/>
                </a:moveTo>
                <a:cubicBezTo>
                  <a:pt x="831541" y="1754832"/>
                  <a:pt x="830958" y="1754250"/>
                  <a:pt x="830958" y="1754250"/>
                </a:cubicBezTo>
                <a:lnTo>
                  <a:pt x="823150" y="1740791"/>
                </a:lnTo>
                <a:cubicBezTo>
                  <a:pt x="822983" y="1740459"/>
                  <a:pt x="823149" y="1739711"/>
                  <a:pt x="823149" y="1739711"/>
                </a:cubicBezTo>
                <a:lnTo>
                  <a:pt x="830959" y="1726253"/>
                </a:lnTo>
                <a:cubicBezTo>
                  <a:pt x="831124" y="1725920"/>
                  <a:pt x="831872" y="1725671"/>
                  <a:pt x="831872" y="1725671"/>
                </a:cubicBezTo>
                <a:lnTo>
                  <a:pt x="847409" y="1725671"/>
                </a:lnTo>
                <a:cubicBezTo>
                  <a:pt x="847740" y="1725671"/>
                  <a:pt x="848322" y="1726253"/>
                  <a:pt x="848322" y="1726253"/>
                </a:cubicBezTo>
                <a:lnTo>
                  <a:pt x="856131" y="1739711"/>
                </a:lnTo>
                <a:cubicBezTo>
                  <a:pt x="856298" y="1740044"/>
                  <a:pt x="856132" y="1740791"/>
                  <a:pt x="856132" y="1740791"/>
                </a:cubicBezTo>
                <a:lnTo>
                  <a:pt x="848322" y="1754250"/>
                </a:lnTo>
                <a:cubicBezTo>
                  <a:pt x="848156" y="1754583"/>
                  <a:pt x="847408" y="1754832"/>
                  <a:pt x="847408" y="1754832"/>
                </a:cubicBezTo>
                <a:close/>
                <a:moveTo>
                  <a:pt x="3780842" y="2545308"/>
                </a:moveTo>
                <a:cubicBezTo>
                  <a:pt x="3780427" y="2545308"/>
                  <a:pt x="3779845" y="2544727"/>
                  <a:pt x="3779845" y="2544727"/>
                </a:cubicBezTo>
                <a:lnTo>
                  <a:pt x="3771953" y="2531019"/>
                </a:lnTo>
                <a:cubicBezTo>
                  <a:pt x="3771787" y="2530603"/>
                  <a:pt x="3771953" y="2529856"/>
                  <a:pt x="3771953" y="2529856"/>
                </a:cubicBezTo>
                <a:lnTo>
                  <a:pt x="3779928" y="2516148"/>
                </a:lnTo>
                <a:cubicBezTo>
                  <a:pt x="3780178" y="2515815"/>
                  <a:pt x="3780925" y="2515566"/>
                  <a:pt x="3780925" y="2515566"/>
                </a:cubicBezTo>
                <a:lnTo>
                  <a:pt x="3796793" y="2515566"/>
                </a:lnTo>
                <a:cubicBezTo>
                  <a:pt x="3797209" y="2515566"/>
                  <a:pt x="3797790" y="2516148"/>
                  <a:pt x="3797790" y="2516148"/>
                </a:cubicBezTo>
                <a:lnTo>
                  <a:pt x="3805683" y="2529856"/>
                </a:lnTo>
                <a:cubicBezTo>
                  <a:pt x="3805849" y="2530271"/>
                  <a:pt x="3805683" y="2531019"/>
                  <a:pt x="3805683" y="2531019"/>
                </a:cubicBezTo>
                <a:lnTo>
                  <a:pt x="3797707" y="2544727"/>
                </a:lnTo>
                <a:cubicBezTo>
                  <a:pt x="3797458" y="2545059"/>
                  <a:pt x="3796710" y="2545308"/>
                  <a:pt x="3796710" y="2545308"/>
                </a:cubicBezTo>
                <a:close/>
                <a:moveTo>
                  <a:pt x="1072213" y="1820098"/>
                </a:moveTo>
                <a:cubicBezTo>
                  <a:pt x="1071798" y="1820098"/>
                  <a:pt x="1071216" y="1819517"/>
                  <a:pt x="1071216" y="1819517"/>
                </a:cubicBezTo>
                <a:lnTo>
                  <a:pt x="1063074" y="1805310"/>
                </a:lnTo>
                <a:cubicBezTo>
                  <a:pt x="1062825" y="1804978"/>
                  <a:pt x="1063074" y="1804147"/>
                  <a:pt x="1063074" y="1804147"/>
                </a:cubicBezTo>
                <a:lnTo>
                  <a:pt x="1071299" y="1789941"/>
                </a:lnTo>
                <a:cubicBezTo>
                  <a:pt x="1071465" y="1789608"/>
                  <a:pt x="1072296" y="1789359"/>
                  <a:pt x="1072296" y="1789359"/>
                </a:cubicBezTo>
                <a:lnTo>
                  <a:pt x="1088663" y="1789359"/>
                </a:lnTo>
                <a:cubicBezTo>
                  <a:pt x="1089077" y="1789359"/>
                  <a:pt x="1089659" y="1789941"/>
                  <a:pt x="1089659" y="1789941"/>
                </a:cubicBezTo>
                <a:lnTo>
                  <a:pt x="1097802" y="1804147"/>
                </a:lnTo>
                <a:cubicBezTo>
                  <a:pt x="1098051" y="1804479"/>
                  <a:pt x="1097802" y="1805310"/>
                  <a:pt x="1097802" y="1805310"/>
                </a:cubicBezTo>
                <a:lnTo>
                  <a:pt x="1089576" y="1819517"/>
                </a:lnTo>
                <a:cubicBezTo>
                  <a:pt x="1089410" y="1819849"/>
                  <a:pt x="1088579" y="1820098"/>
                  <a:pt x="1088579" y="1820098"/>
                </a:cubicBezTo>
                <a:close/>
                <a:moveTo>
                  <a:pt x="1132399" y="1836307"/>
                </a:moveTo>
                <a:cubicBezTo>
                  <a:pt x="1131983" y="1836308"/>
                  <a:pt x="1131402" y="1835726"/>
                  <a:pt x="1131402" y="1835726"/>
                </a:cubicBezTo>
                <a:lnTo>
                  <a:pt x="1123177" y="1821436"/>
                </a:lnTo>
                <a:cubicBezTo>
                  <a:pt x="1122927" y="1821104"/>
                  <a:pt x="1123177" y="1820274"/>
                  <a:pt x="1123177" y="1820274"/>
                </a:cubicBezTo>
                <a:lnTo>
                  <a:pt x="1131402" y="1805983"/>
                </a:lnTo>
                <a:cubicBezTo>
                  <a:pt x="1131567" y="1805651"/>
                  <a:pt x="1132399" y="1805402"/>
                  <a:pt x="1132399" y="1805402"/>
                </a:cubicBezTo>
                <a:lnTo>
                  <a:pt x="1148848" y="1805402"/>
                </a:lnTo>
                <a:cubicBezTo>
                  <a:pt x="1149263" y="1805402"/>
                  <a:pt x="1149845" y="1805983"/>
                  <a:pt x="1149845" y="1805983"/>
                </a:cubicBezTo>
                <a:lnTo>
                  <a:pt x="1158070" y="1820273"/>
                </a:lnTo>
                <a:cubicBezTo>
                  <a:pt x="1158319" y="1820606"/>
                  <a:pt x="1158070" y="1821436"/>
                  <a:pt x="1158070" y="1821436"/>
                </a:cubicBezTo>
                <a:lnTo>
                  <a:pt x="1149845" y="1835727"/>
                </a:lnTo>
                <a:cubicBezTo>
                  <a:pt x="1149679" y="1836058"/>
                  <a:pt x="1148848" y="1836307"/>
                  <a:pt x="1148848" y="1836307"/>
                </a:cubicBezTo>
                <a:close/>
                <a:moveTo>
                  <a:pt x="3720324" y="2529846"/>
                </a:moveTo>
                <a:cubicBezTo>
                  <a:pt x="3719908" y="2529846"/>
                  <a:pt x="3719327" y="2529264"/>
                  <a:pt x="3719327" y="2529264"/>
                </a:cubicBezTo>
                <a:lnTo>
                  <a:pt x="3711019" y="2514891"/>
                </a:lnTo>
                <a:cubicBezTo>
                  <a:pt x="3710770" y="2514559"/>
                  <a:pt x="3711019" y="2513728"/>
                  <a:pt x="3711019" y="2513728"/>
                </a:cubicBezTo>
                <a:lnTo>
                  <a:pt x="3719327" y="2499356"/>
                </a:lnTo>
                <a:cubicBezTo>
                  <a:pt x="3719493" y="2499023"/>
                  <a:pt x="3720324" y="2498774"/>
                  <a:pt x="3720324" y="2498774"/>
                </a:cubicBezTo>
                <a:lnTo>
                  <a:pt x="3736939" y="2498774"/>
                </a:lnTo>
                <a:cubicBezTo>
                  <a:pt x="3737355" y="2498774"/>
                  <a:pt x="3737936" y="2499356"/>
                  <a:pt x="3737936" y="2499356"/>
                </a:cubicBezTo>
                <a:lnTo>
                  <a:pt x="3746244" y="2513728"/>
                </a:lnTo>
                <a:cubicBezTo>
                  <a:pt x="3746493" y="2514061"/>
                  <a:pt x="3746244" y="2514891"/>
                  <a:pt x="3746244" y="2514891"/>
                </a:cubicBezTo>
                <a:lnTo>
                  <a:pt x="3737936" y="2529264"/>
                </a:lnTo>
                <a:cubicBezTo>
                  <a:pt x="3737770" y="2529596"/>
                  <a:pt x="3736939" y="2529846"/>
                  <a:pt x="3736939" y="2529846"/>
                </a:cubicBezTo>
                <a:close/>
                <a:moveTo>
                  <a:pt x="1252685" y="1868740"/>
                </a:moveTo>
                <a:cubicBezTo>
                  <a:pt x="1252271" y="1868740"/>
                  <a:pt x="1251689" y="1868158"/>
                  <a:pt x="1251689" y="1868158"/>
                </a:cubicBezTo>
                <a:lnTo>
                  <a:pt x="1243382" y="1853703"/>
                </a:lnTo>
                <a:cubicBezTo>
                  <a:pt x="1243132" y="1853370"/>
                  <a:pt x="1243381" y="1852539"/>
                  <a:pt x="1243381" y="1852539"/>
                </a:cubicBezTo>
                <a:lnTo>
                  <a:pt x="1251689" y="1838084"/>
                </a:lnTo>
                <a:cubicBezTo>
                  <a:pt x="1251855" y="1837751"/>
                  <a:pt x="1252685" y="1837502"/>
                  <a:pt x="1252685" y="1837502"/>
                </a:cubicBezTo>
                <a:lnTo>
                  <a:pt x="1269384" y="1837502"/>
                </a:lnTo>
                <a:cubicBezTo>
                  <a:pt x="1269800" y="1837502"/>
                  <a:pt x="1270381" y="1838084"/>
                  <a:pt x="1270381" y="1838084"/>
                </a:cubicBezTo>
                <a:lnTo>
                  <a:pt x="1278689" y="1852539"/>
                </a:lnTo>
                <a:cubicBezTo>
                  <a:pt x="1278939" y="1852872"/>
                  <a:pt x="1278689" y="1853703"/>
                  <a:pt x="1278689" y="1853703"/>
                </a:cubicBezTo>
                <a:lnTo>
                  <a:pt x="1270381" y="1868158"/>
                </a:lnTo>
                <a:cubicBezTo>
                  <a:pt x="1270215" y="1868491"/>
                  <a:pt x="1269384" y="1868740"/>
                  <a:pt x="1269384" y="1868740"/>
                </a:cubicBezTo>
                <a:close/>
                <a:moveTo>
                  <a:pt x="1192419" y="1852684"/>
                </a:moveTo>
                <a:cubicBezTo>
                  <a:pt x="1192003" y="1852684"/>
                  <a:pt x="1191422" y="1852103"/>
                  <a:pt x="1191422" y="1852103"/>
                </a:cubicBezTo>
                <a:lnTo>
                  <a:pt x="1183031" y="1837564"/>
                </a:lnTo>
                <a:cubicBezTo>
                  <a:pt x="1182782" y="1837231"/>
                  <a:pt x="1183031" y="1836400"/>
                  <a:pt x="1183031" y="1836400"/>
                </a:cubicBezTo>
                <a:lnTo>
                  <a:pt x="1191422" y="1821862"/>
                </a:lnTo>
                <a:cubicBezTo>
                  <a:pt x="1191588" y="1821529"/>
                  <a:pt x="1192003" y="1821280"/>
                  <a:pt x="1192419" y="1821280"/>
                </a:cubicBezTo>
                <a:lnTo>
                  <a:pt x="1209201" y="1821280"/>
                </a:lnTo>
                <a:cubicBezTo>
                  <a:pt x="1209616" y="1821280"/>
                  <a:pt x="1210198" y="1821862"/>
                  <a:pt x="1210198" y="1821862"/>
                </a:cubicBezTo>
                <a:lnTo>
                  <a:pt x="1218589" y="1836400"/>
                </a:lnTo>
                <a:cubicBezTo>
                  <a:pt x="1218838" y="1836733"/>
                  <a:pt x="1218589" y="1837564"/>
                  <a:pt x="1218589" y="1837564"/>
                </a:cubicBezTo>
                <a:lnTo>
                  <a:pt x="1210198" y="1852103"/>
                </a:lnTo>
                <a:cubicBezTo>
                  <a:pt x="1210031" y="1852435"/>
                  <a:pt x="1209616" y="1852684"/>
                  <a:pt x="1209201" y="1852684"/>
                </a:cubicBezTo>
                <a:close/>
                <a:moveTo>
                  <a:pt x="1312687" y="1885184"/>
                </a:moveTo>
                <a:cubicBezTo>
                  <a:pt x="1312271" y="1885184"/>
                  <a:pt x="1311690" y="1884603"/>
                  <a:pt x="1311690" y="1884603"/>
                </a:cubicBezTo>
                <a:lnTo>
                  <a:pt x="1303216" y="1869898"/>
                </a:lnTo>
                <a:cubicBezTo>
                  <a:pt x="1302966" y="1869565"/>
                  <a:pt x="1303216" y="1868735"/>
                  <a:pt x="1303216" y="1868735"/>
                </a:cubicBezTo>
                <a:lnTo>
                  <a:pt x="1311690" y="1854030"/>
                </a:lnTo>
                <a:cubicBezTo>
                  <a:pt x="1311856" y="1853697"/>
                  <a:pt x="1312271" y="1853448"/>
                  <a:pt x="1312687" y="1853448"/>
                </a:cubicBezTo>
                <a:lnTo>
                  <a:pt x="1329635" y="1853448"/>
                </a:lnTo>
                <a:cubicBezTo>
                  <a:pt x="1330050" y="1853448"/>
                  <a:pt x="1330632" y="1854030"/>
                  <a:pt x="1330632" y="1854030"/>
                </a:cubicBezTo>
                <a:lnTo>
                  <a:pt x="1339106" y="1868735"/>
                </a:lnTo>
                <a:cubicBezTo>
                  <a:pt x="1339355" y="1869067"/>
                  <a:pt x="1339106" y="1869898"/>
                  <a:pt x="1339106" y="1869898"/>
                </a:cubicBezTo>
                <a:lnTo>
                  <a:pt x="1330632" y="1884603"/>
                </a:lnTo>
                <a:cubicBezTo>
                  <a:pt x="1330466" y="1884935"/>
                  <a:pt x="1330050" y="1885184"/>
                  <a:pt x="1329635" y="1885184"/>
                </a:cubicBezTo>
                <a:close/>
                <a:moveTo>
                  <a:pt x="1372800" y="1901396"/>
                </a:moveTo>
                <a:cubicBezTo>
                  <a:pt x="1372301" y="1901396"/>
                  <a:pt x="1371720" y="1900814"/>
                  <a:pt x="1371720" y="1900814"/>
                </a:cubicBezTo>
                <a:lnTo>
                  <a:pt x="1363163" y="1886026"/>
                </a:lnTo>
                <a:cubicBezTo>
                  <a:pt x="1362914" y="1885610"/>
                  <a:pt x="1363163" y="1884780"/>
                  <a:pt x="1363163" y="1884780"/>
                </a:cubicBezTo>
                <a:lnTo>
                  <a:pt x="1371720" y="1869992"/>
                </a:lnTo>
                <a:cubicBezTo>
                  <a:pt x="1371969" y="1869659"/>
                  <a:pt x="1372384" y="1869410"/>
                  <a:pt x="1372800" y="1869410"/>
                </a:cubicBezTo>
                <a:lnTo>
                  <a:pt x="1389914" y="1869410"/>
                </a:lnTo>
                <a:cubicBezTo>
                  <a:pt x="1390413" y="1869410"/>
                  <a:pt x="1390994" y="1869992"/>
                  <a:pt x="1390994" y="1869992"/>
                </a:cubicBezTo>
                <a:lnTo>
                  <a:pt x="1399551" y="1884780"/>
                </a:lnTo>
                <a:cubicBezTo>
                  <a:pt x="1399800" y="1885195"/>
                  <a:pt x="1399551" y="1886026"/>
                  <a:pt x="1399551" y="1886026"/>
                </a:cubicBezTo>
                <a:lnTo>
                  <a:pt x="1390994" y="1900814"/>
                </a:lnTo>
                <a:cubicBezTo>
                  <a:pt x="1390745" y="1901146"/>
                  <a:pt x="1390330" y="1901396"/>
                  <a:pt x="1389914" y="1901396"/>
                </a:cubicBezTo>
                <a:close/>
                <a:moveTo>
                  <a:pt x="1432904" y="1917606"/>
                </a:moveTo>
                <a:cubicBezTo>
                  <a:pt x="1432406" y="1917606"/>
                  <a:pt x="1431824" y="1917024"/>
                  <a:pt x="1431824" y="1917024"/>
                </a:cubicBezTo>
                <a:lnTo>
                  <a:pt x="1423267" y="1902153"/>
                </a:lnTo>
                <a:cubicBezTo>
                  <a:pt x="1423018" y="1901737"/>
                  <a:pt x="1423267" y="1900907"/>
                  <a:pt x="1423267" y="1900907"/>
                </a:cubicBezTo>
                <a:lnTo>
                  <a:pt x="1431907" y="1886036"/>
                </a:lnTo>
                <a:cubicBezTo>
                  <a:pt x="1432156" y="1885703"/>
                  <a:pt x="1432571" y="1885454"/>
                  <a:pt x="1432987" y="1885454"/>
                </a:cubicBezTo>
                <a:lnTo>
                  <a:pt x="1450184" y="1885454"/>
                </a:lnTo>
                <a:cubicBezTo>
                  <a:pt x="1450683" y="1885454"/>
                  <a:pt x="1451264" y="1886036"/>
                  <a:pt x="1451264" y="1886036"/>
                </a:cubicBezTo>
                <a:lnTo>
                  <a:pt x="1459822" y="1900907"/>
                </a:lnTo>
                <a:cubicBezTo>
                  <a:pt x="1460071" y="1901322"/>
                  <a:pt x="1459822" y="1902153"/>
                  <a:pt x="1459822" y="1902153"/>
                </a:cubicBezTo>
                <a:lnTo>
                  <a:pt x="1451181" y="1917024"/>
                </a:lnTo>
                <a:cubicBezTo>
                  <a:pt x="1450932" y="1917356"/>
                  <a:pt x="1450517" y="1917606"/>
                  <a:pt x="1450102" y="1917606"/>
                </a:cubicBezTo>
                <a:close/>
                <a:moveTo>
                  <a:pt x="650317" y="1708288"/>
                </a:moveTo>
                <a:cubicBezTo>
                  <a:pt x="649902" y="1708288"/>
                  <a:pt x="649236" y="1707707"/>
                  <a:pt x="649236" y="1707707"/>
                </a:cubicBezTo>
                <a:lnTo>
                  <a:pt x="640430" y="1692503"/>
                </a:lnTo>
                <a:cubicBezTo>
                  <a:pt x="640180" y="1692088"/>
                  <a:pt x="640431" y="1691257"/>
                  <a:pt x="640431" y="1691257"/>
                </a:cubicBezTo>
                <a:lnTo>
                  <a:pt x="649237" y="1676054"/>
                </a:lnTo>
                <a:cubicBezTo>
                  <a:pt x="649487" y="1675721"/>
                  <a:pt x="649902" y="1675472"/>
                  <a:pt x="650316" y="1675472"/>
                </a:cubicBezTo>
                <a:lnTo>
                  <a:pt x="667929" y="1675472"/>
                </a:lnTo>
                <a:cubicBezTo>
                  <a:pt x="668345" y="1675472"/>
                  <a:pt x="669010" y="1676054"/>
                  <a:pt x="669010" y="1676054"/>
                </a:cubicBezTo>
                <a:lnTo>
                  <a:pt x="677817" y="1691257"/>
                </a:lnTo>
                <a:cubicBezTo>
                  <a:pt x="678066" y="1691673"/>
                  <a:pt x="677816" y="1692503"/>
                  <a:pt x="677816" y="1692503"/>
                </a:cubicBezTo>
                <a:lnTo>
                  <a:pt x="669009" y="1707707"/>
                </a:lnTo>
                <a:cubicBezTo>
                  <a:pt x="668761" y="1708039"/>
                  <a:pt x="668344" y="1708288"/>
                  <a:pt x="667930" y="1708288"/>
                </a:cubicBezTo>
                <a:close/>
                <a:moveTo>
                  <a:pt x="1793855" y="2014699"/>
                </a:moveTo>
                <a:cubicBezTo>
                  <a:pt x="1793440" y="2014698"/>
                  <a:pt x="1792775" y="2014117"/>
                  <a:pt x="1792775" y="2014117"/>
                </a:cubicBezTo>
                <a:lnTo>
                  <a:pt x="1783969" y="1998913"/>
                </a:lnTo>
                <a:cubicBezTo>
                  <a:pt x="1783719" y="1998498"/>
                  <a:pt x="1783969" y="1997667"/>
                  <a:pt x="1783969" y="1997667"/>
                </a:cubicBezTo>
                <a:lnTo>
                  <a:pt x="1792775" y="1982464"/>
                </a:lnTo>
                <a:cubicBezTo>
                  <a:pt x="1793025" y="1982132"/>
                  <a:pt x="1793440" y="1981882"/>
                  <a:pt x="1793855" y="1981883"/>
                </a:cubicBezTo>
                <a:lnTo>
                  <a:pt x="1811468" y="1981882"/>
                </a:lnTo>
                <a:cubicBezTo>
                  <a:pt x="1811883" y="1981883"/>
                  <a:pt x="1812548" y="1982465"/>
                  <a:pt x="1812548" y="1982465"/>
                </a:cubicBezTo>
                <a:lnTo>
                  <a:pt x="1821355" y="1997668"/>
                </a:lnTo>
                <a:cubicBezTo>
                  <a:pt x="1821604" y="1998083"/>
                  <a:pt x="1821355" y="1998914"/>
                  <a:pt x="1821355" y="1998914"/>
                </a:cubicBezTo>
                <a:lnTo>
                  <a:pt x="1812548" y="2014118"/>
                </a:lnTo>
                <a:cubicBezTo>
                  <a:pt x="1812299" y="2014450"/>
                  <a:pt x="1811883" y="2014699"/>
                  <a:pt x="1811468" y="2014698"/>
                </a:cubicBezTo>
                <a:close/>
                <a:moveTo>
                  <a:pt x="1853730" y="2031410"/>
                </a:moveTo>
                <a:cubicBezTo>
                  <a:pt x="1853314" y="2031410"/>
                  <a:pt x="1852650" y="2030746"/>
                  <a:pt x="1852650" y="2030746"/>
                </a:cubicBezTo>
                <a:lnTo>
                  <a:pt x="1843594" y="2014961"/>
                </a:lnTo>
                <a:cubicBezTo>
                  <a:pt x="1843345" y="2014629"/>
                  <a:pt x="1843594" y="2013715"/>
                  <a:pt x="1843594" y="2013715"/>
                </a:cubicBezTo>
                <a:lnTo>
                  <a:pt x="1852733" y="1997930"/>
                </a:lnTo>
                <a:cubicBezTo>
                  <a:pt x="1852898" y="1997514"/>
                  <a:pt x="1853397" y="1997265"/>
                  <a:pt x="1853812" y="1997265"/>
                </a:cubicBezTo>
                <a:lnTo>
                  <a:pt x="1872007" y="1997265"/>
                </a:lnTo>
                <a:cubicBezTo>
                  <a:pt x="1872422" y="1997265"/>
                  <a:pt x="1873087" y="1997930"/>
                  <a:pt x="1873087" y="1997930"/>
                </a:cubicBezTo>
                <a:lnTo>
                  <a:pt x="1882143" y="2013715"/>
                </a:lnTo>
                <a:cubicBezTo>
                  <a:pt x="1882391" y="2014047"/>
                  <a:pt x="1882143" y="2014961"/>
                  <a:pt x="1882143" y="2014961"/>
                </a:cubicBezTo>
                <a:lnTo>
                  <a:pt x="1873003" y="2030746"/>
                </a:lnTo>
                <a:cubicBezTo>
                  <a:pt x="1872838" y="2031161"/>
                  <a:pt x="1872339" y="2031410"/>
                  <a:pt x="1871924" y="2031410"/>
                </a:cubicBezTo>
                <a:close/>
                <a:moveTo>
                  <a:pt x="5585276" y="3031275"/>
                </a:moveTo>
                <a:cubicBezTo>
                  <a:pt x="5584861" y="3031275"/>
                  <a:pt x="5584196" y="3030611"/>
                  <a:pt x="5584196" y="3030611"/>
                </a:cubicBezTo>
                <a:lnTo>
                  <a:pt x="5575141" y="3014826"/>
                </a:lnTo>
                <a:cubicBezTo>
                  <a:pt x="5574893" y="3014494"/>
                  <a:pt x="5575142" y="3013580"/>
                  <a:pt x="5575142" y="3013580"/>
                </a:cubicBezTo>
                <a:lnTo>
                  <a:pt x="5584279" y="2997795"/>
                </a:lnTo>
                <a:cubicBezTo>
                  <a:pt x="5584447" y="2997379"/>
                  <a:pt x="5584944" y="2997130"/>
                  <a:pt x="5585360" y="2997130"/>
                </a:cubicBezTo>
                <a:lnTo>
                  <a:pt x="5603555" y="2997130"/>
                </a:lnTo>
                <a:cubicBezTo>
                  <a:pt x="5603969" y="2997130"/>
                  <a:pt x="5604634" y="2997795"/>
                  <a:pt x="5604634" y="2997795"/>
                </a:cubicBezTo>
                <a:lnTo>
                  <a:pt x="5613690" y="3013580"/>
                </a:lnTo>
                <a:cubicBezTo>
                  <a:pt x="5613939" y="3013912"/>
                  <a:pt x="5613690" y="3014826"/>
                  <a:pt x="5613690" y="3014826"/>
                </a:cubicBezTo>
                <a:lnTo>
                  <a:pt x="5604552" y="3030611"/>
                </a:lnTo>
                <a:cubicBezTo>
                  <a:pt x="5604385" y="3031026"/>
                  <a:pt x="5603886" y="3031275"/>
                  <a:pt x="5603471" y="3031275"/>
                </a:cubicBezTo>
                <a:close/>
                <a:moveTo>
                  <a:pt x="1913823" y="2047786"/>
                </a:moveTo>
                <a:cubicBezTo>
                  <a:pt x="1913324" y="2047786"/>
                  <a:pt x="1912660" y="2047121"/>
                  <a:pt x="1912660" y="2047121"/>
                </a:cubicBezTo>
                <a:lnTo>
                  <a:pt x="1903438" y="2031169"/>
                </a:lnTo>
                <a:cubicBezTo>
                  <a:pt x="1903189" y="2030755"/>
                  <a:pt x="1903438" y="2029840"/>
                  <a:pt x="1903438" y="2029840"/>
                </a:cubicBezTo>
                <a:lnTo>
                  <a:pt x="1912660" y="2013890"/>
                </a:lnTo>
                <a:cubicBezTo>
                  <a:pt x="1912909" y="2013474"/>
                  <a:pt x="1913324" y="2013225"/>
                  <a:pt x="1913824" y="2013224"/>
                </a:cubicBezTo>
                <a:lnTo>
                  <a:pt x="1932266" y="2013225"/>
                </a:lnTo>
                <a:cubicBezTo>
                  <a:pt x="1932765" y="2013224"/>
                  <a:pt x="1933429" y="2013890"/>
                  <a:pt x="1933429" y="2013890"/>
                </a:cubicBezTo>
                <a:lnTo>
                  <a:pt x="1942651" y="2029841"/>
                </a:lnTo>
                <a:cubicBezTo>
                  <a:pt x="1942900" y="2030255"/>
                  <a:pt x="1942651" y="2031170"/>
                  <a:pt x="1942651" y="2031170"/>
                </a:cubicBezTo>
                <a:lnTo>
                  <a:pt x="1933429" y="2047120"/>
                </a:lnTo>
                <a:cubicBezTo>
                  <a:pt x="1933180" y="2047535"/>
                  <a:pt x="1932765" y="2047786"/>
                  <a:pt x="1932266" y="2047785"/>
                </a:cubicBezTo>
                <a:close/>
                <a:moveTo>
                  <a:pt x="1974008" y="2064005"/>
                </a:moveTo>
                <a:cubicBezTo>
                  <a:pt x="1973509" y="2064005"/>
                  <a:pt x="1972845" y="2063341"/>
                  <a:pt x="1972845" y="2063341"/>
                </a:cubicBezTo>
                <a:lnTo>
                  <a:pt x="1963623" y="2047306"/>
                </a:lnTo>
                <a:cubicBezTo>
                  <a:pt x="1963373" y="2046891"/>
                  <a:pt x="1963623" y="2045977"/>
                  <a:pt x="1963623" y="2045977"/>
                </a:cubicBezTo>
                <a:lnTo>
                  <a:pt x="1972845" y="2029943"/>
                </a:lnTo>
                <a:cubicBezTo>
                  <a:pt x="1973094" y="2029527"/>
                  <a:pt x="1973509" y="2029278"/>
                  <a:pt x="1974008" y="2029278"/>
                </a:cubicBezTo>
                <a:lnTo>
                  <a:pt x="1992534" y="2029278"/>
                </a:lnTo>
                <a:cubicBezTo>
                  <a:pt x="1993033" y="2029278"/>
                  <a:pt x="1993697" y="2029943"/>
                  <a:pt x="1993697" y="2029943"/>
                </a:cubicBezTo>
                <a:lnTo>
                  <a:pt x="2002919" y="2045977"/>
                </a:lnTo>
                <a:cubicBezTo>
                  <a:pt x="2003169" y="2046392"/>
                  <a:pt x="2002919" y="2047306"/>
                  <a:pt x="2002919" y="2047306"/>
                </a:cubicBezTo>
                <a:lnTo>
                  <a:pt x="1993697" y="2063341"/>
                </a:lnTo>
                <a:cubicBezTo>
                  <a:pt x="1993448" y="2063756"/>
                  <a:pt x="1993033" y="2064005"/>
                  <a:pt x="1992534" y="2064005"/>
                </a:cubicBezTo>
                <a:close/>
                <a:moveTo>
                  <a:pt x="2033946" y="2080455"/>
                </a:moveTo>
                <a:cubicBezTo>
                  <a:pt x="2033447" y="2080455"/>
                  <a:pt x="2032783" y="2079790"/>
                  <a:pt x="2032783" y="2079790"/>
                </a:cubicBezTo>
                <a:lnTo>
                  <a:pt x="2023312" y="2063423"/>
                </a:lnTo>
                <a:cubicBezTo>
                  <a:pt x="2023062" y="2063008"/>
                  <a:pt x="2023312" y="2062094"/>
                  <a:pt x="2023312" y="2062094"/>
                </a:cubicBezTo>
                <a:lnTo>
                  <a:pt x="2032783" y="2045728"/>
                </a:lnTo>
                <a:cubicBezTo>
                  <a:pt x="2033032" y="2045312"/>
                  <a:pt x="2033447" y="2045063"/>
                  <a:pt x="2033946" y="2045063"/>
                </a:cubicBezTo>
                <a:lnTo>
                  <a:pt x="2052888" y="2045063"/>
                </a:lnTo>
                <a:cubicBezTo>
                  <a:pt x="2053386" y="2045063"/>
                  <a:pt x="2054051" y="2045728"/>
                  <a:pt x="2054051" y="2045728"/>
                </a:cubicBezTo>
                <a:lnTo>
                  <a:pt x="2063522" y="2062094"/>
                </a:lnTo>
                <a:cubicBezTo>
                  <a:pt x="2063771" y="2062510"/>
                  <a:pt x="2063522" y="2063423"/>
                  <a:pt x="2063522" y="2063423"/>
                </a:cubicBezTo>
                <a:lnTo>
                  <a:pt x="2054051" y="2079790"/>
                </a:lnTo>
                <a:cubicBezTo>
                  <a:pt x="2053802" y="2080206"/>
                  <a:pt x="2053386" y="2080455"/>
                  <a:pt x="2052888" y="2080455"/>
                </a:cubicBezTo>
                <a:close/>
                <a:moveTo>
                  <a:pt x="2154319" y="2112709"/>
                </a:moveTo>
                <a:cubicBezTo>
                  <a:pt x="2153820" y="2112709"/>
                  <a:pt x="2153156" y="2112044"/>
                  <a:pt x="2153156" y="2112044"/>
                </a:cubicBezTo>
                <a:lnTo>
                  <a:pt x="2143685" y="2095677"/>
                </a:lnTo>
                <a:cubicBezTo>
                  <a:pt x="2143434" y="2095262"/>
                  <a:pt x="2143685" y="2094348"/>
                  <a:pt x="2143685" y="2094348"/>
                </a:cubicBezTo>
                <a:lnTo>
                  <a:pt x="2153156" y="2077982"/>
                </a:lnTo>
                <a:cubicBezTo>
                  <a:pt x="2153405" y="2077566"/>
                  <a:pt x="2153820" y="2077317"/>
                  <a:pt x="2154319" y="2077317"/>
                </a:cubicBezTo>
                <a:lnTo>
                  <a:pt x="2173261" y="2077317"/>
                </a:lnTo>
                <a:cubicBezTo>
                  <a:pt x="2173759" y="2077317"/>
                  <a:pt x="2174424" y="2077982"/>
                  <a:pt x="2174424" y="2077982"/>
                </a:cubicBezTo>
                <a:lnTo>
                  <a:pt x="2183895" y="2094348"/>
                </a:lnTo>
                <a:cubicBezTo>
                  <a:pt x="2184144" y="2094764"/>
                  <a:pt x="2183895" y="2095677"/>
                  <a:pt x="2183895" y="2095677"/>
                </a:cubicBezTo>
                <a:lnTo>
                  <a:pt x="2174423" y="2112044"/>
                </a:lnTo>
                <a:cubicBezTo>
                  <a:pt x="2174175" y="2112460"/>
                  <a:pt x="2173759" y="2112709"/>
                  <a:pt x="2173261" y="2112709"/>
                </a:cubicBezTo>
                <a:close/>
                <a:moveTo>
                  <a:pt x="2214506" y="2128836"/>
                </a:moveTo>
                <a:cubicBezTo>
                  <a:pt x="2214007" y="2128836"/>
                  <a:pt x="2213343" y="2128171"/>
                  <a:pt x="2213343" y="2128171"/>
                </a:cubicBezTo>
                <a:lnTo>
                  <a:pt x="2203871" y="2111804"/>
                </a:lnTo>
                <a:cubicBezTo>
                  <a:pt x="2203621" y="2111389"/>
                  <a:pt x="2203871" y="2110475"/>
                  <a:pt x="2203871" y="2110475"/>
                </a:cubicBezTo>
                <a:lnTo>
                  <a:pt x="2213342" y="2094109"/>
                </a:lnTo>
                <a:cubicBezTo>
                  <a:pt x="2213592" y="2093693"/>
                  <a:pt x="2214007" y="2093444"/>
                  <a:pt x="2214506" y="2093444"/>
                </a:cubicBezTo>
                <a:lnTo>
                  <a:pt x="2233448" y="2093444"/>
                </a:lnTo>
                <a:cubicBezTo>
                  <a:pt x="2233946" y="2093444"/>
                  <a:pt x="2234611" y="2094109"/>
                  <a:pt x="2234611" y="2094109"/>
                </a:cubicBezTo>
                <a:lnTo>
                  <a:pt x="2244082" y="2110475"/>
                </a:lnTo>
                <a:cubicBezTo>
                  <a:pt x="2244330" y="2110891"/>
                  <a:pt x="2244082" y="2111804"/>
                  <a:pt x="2244082" y="2111804"/>
                </a:cubicBezTo>
                <a:lnTo>
                  <a:pt x="2234610" y="2128171"/>
                </a:lnTo>
                <a:cubicBezTo>
                  <a:pt x="2234362" y="2128587"/>
                  <a:pt x="2233945" y="2128836"/>
                  <a:pt x="2233448" y="2128836"/>
                </a:cubicBezTo>
                <a:close/>
                <a:moveTo>
                  <a:pt x="2515436" y="2209470"/>
                </a:moveTo>
                <a:cubicBezTo>
                  <a:pt x="2514937" y="2209470"/>
                  <a:pt x="2514273" y="2208805"/>
                  <a:pt x="2514273" y="2208805"/>
                </a:cubicBezTo>
                <a:lnTo>
                  <a:pt x="2504802" y="2192438"/>
                </a:lnTo>
                <a:cubicBezTo>
                  <a:pt x="2504553" y="2192023"/>
                  <a:pt x="2504802" y="2191109"/>
                  <a:pt x="2504802" y="2191109"/>
                </a:cubicBezTo>
                <a:lnTo>
                  <a:pt x="2514273" y="2174743"/>
                </a:lnTo>
                <a:cubicBezTo>
                  <a:pt x="2514522" y="2174327"/>
                  <a:pt x="2514937" y="2174078"/>
                  <a:pt x="2515436" y="2174078"/>
                </a:cubicBezTo>
                <a:lnTo>
                  <a:pt x="2534378" y="2174078"/>
                </a:lnTo>
                <a:cubicBezTo>
                  <a:pt x="2534877" y="2174078"/>
                  <a:pt x="2535541" y="2174743"/>
                  <a:pt x="2535541" y="2174743"/>
                </a:cubicBezTo>
                <a:lnTo>
                  <a:pt x="2545012" y="2191109"/>
                </a:lnTo>
                <a:cubicBezTo>
                  <a:pt x="2545262" y="2191525"/>
                  <a:pt x="2545012" y="2192438"/>
                  <a:pt x="2545012" y="2192438"/>
                </a:cubicBezTo>
                <a:lnTo>
                  <a:pt x="2535541" y="2208805"/>
                </a:lnTo>
                <a:cubicBezTo>
                  <a:pt x="2535292" y="2209221"/>
                  <a:pt x="2534877" y="2209470"/>
                  <a:pt x="2534378" y="2209470"/>
                </a:cubicBezTo>
                <a:close/>
                <a:moveTo>
                  <a:pt x="2334794" y="2161171"/>
                </a:moveTo>
                <a:cubicBezTo>
                  <a:pt x="2334295" y="2161171"/>
                  <a:pt x="2333631" y="2160506"/>
                  <a:pt x="2333631" y="2160506"/>
                </a:cubicBezTo>
                <a:lnTo>
                  <a:pt x="2324160" y="2144057"/>
                </a:lnTo>
                <a:cubicBezTo>
                  <a:pt x="2323912" y="2143641"/>
                  <a:pt x="2324160" y="2142728"/>
                  <a:pt x="2324160" y="2142728"/>
                </a:cubicBezTo>
                <a:lnTo>
                  <a:pt x="2333714" y="2126278"/>
                </a:lnTo>
                <a:cubicBezTo>
                  <a:pt x="2333963" y="2125862"/>
                  <a:pt x="2334378" y="2125613"/>
                  <a:pt x="2334877" y="2125613"/>
                </a:cubicBezTo>
                <a:lnTo>
                  <a:pt x="2353902" y="2125614"/>
                </a:lnTo>
                <a:cubicBezTo>
                  <a:pt x="2354400" y="2125613"/>
                  <a:pt x="2355065" y="2126279"/>
                  <a:pt x="2355065" y="2126279"/>
                </a:cubicBezTo>
                <a:lnTo>
                  <a:pt x="2364536" y="2142728"/>
                </a:lnTo>
                <a:cubicBezTo>
                  <a:pt x="2364785" y="2143143"/>
                  <a:pt x="2364536" y="2144057"/>
                  <a:pt x="2364536" y="2144057"/>
                </a:cubicBezTo>
                <a:lnTo>
                  <a:pt x="2354982" y="2160507"/>
                </a:lnTo>
                <a:cubicBezTo>
                  <a:pt x="2354733" y="2160922"/>
                  <a:pt x="2354318" y="2161172"/>
                  <a:pt x="2353820" y="2161171"/>
                </a:cubicBezTo>
                <a:close/>
                <a:moveTo>
                  <a:pt x="2094049" y="2096664"/>
                </a:moveTo>
                <a:cubicBezTo>
                  <a:pt x="2093550" y="2096664"/>
                  <a:pt x="2092886" y="2095999"/>
                  <a:pt x="2092886" y="2095999"/>
                </a:cubicBezTo>
                <a:lnTo>
                  <a:pt x="2083415" y="2079550"/>
                </a:lnTo>
                <a:cubicBezTo>
                  <a:pt x="2083165" y="2079134"/>
                  <a:pt x="2083415" y="2078221"/>
                  <a:pt x="2083415" y="2078221"/>
                </a:cubicBezTo>
                <a:lnTo>
                  <a:pt x="2092969" y="2061771"/>
                </a:lnTo>
                <a:cubicBezTo>
                  <a:pt x="2093218" y="2061355"/>
                  <a:pt x="2093633" y="2061106"/>
                  <a:pt x="2094132" y="2061106"/>
                </a:cubicBezTo>
                <a:lnTo>
                  <a:pt x="2113157" y="2061106"/>
                </a:lnTo>
                <a:cubicBezTo>
                  <a:pt x="2113656" y="2061106"/>
                  <a:pt x="2114320" y="2061771"/>
                  <a:pt x="2114320" y="2061771"/>
                </a:cubicBezTo>
                <a:lnTo>
                  <a:pt x="2123791" y="2078221"/>
                </a:lnTo>
                <a:cubicBezTo>
                  <a:pt x="2124041" y="2078636"/>
                  <a:pt x="2123791" y="2079550"/>
                  <a:pt x="2123791" y="2079550"/>
                </a:cubicBezTo>
                <a:lnTo>
                  <a:pt x="2114237" y="2095999"/>
                </a:lnTo>
                <a:cubicBezTo>
                  <a:pt x="2113988" y="2096415"/>
                  <a:pt x="2113573" y="2096664"/>
                  <a:pt x="2113074" y="2096664"/>
                </a:cubicBezTo>
                <a:close/>
                <a:moveTo>
                  <a:pt x="2635703" y="2241969"/>
                </a:moveTo>
                <a:cubicBezTo>
                  <a:pt x="2635205" y="2241969"/>
                  <a:pt x="2634540" y="2241304"/>
                  <a:pt x="2634540" y="2241304"/>
                </a:cubicBezTo>
                <a:lnTo>
                  <a:pt x="2624986" y="2224772"/>
                </a:lnTo>
                <a:cubicBezTo>
                  <a:pt x="2624737" y="2224356"/>
                  <a:pt x="2624986" y="2223442"/>
                  <a:pt x="2624986" y="2223442"/>
                </a:cubicBezTo>
                <a:lnTo>
                  <a:pt x="2634540" y="2206910"/>
                </a:lnTo>
                <a:cubicBezTo>
                  <a:pt x="2634789" y="2206494"/>
                  <a:pt x="2635205" y="2206245"/>
                  <a:pt x="2635703" y="2206245"/>
                </a:cubicBezTo>
                <a:lnTo>
                  <a:pt x="2654811" y="2206245"/>
                </a:lnTo>
                <a:cubicBezTo>
                  <a:pt x="2655310" y="2206245"/>
                  <a:pt x="2655974" y="2206910"/>
                  <a:pt x="2655974" y="2206910"/>
                </a:cubicBezTo>
                <a:lnTo>
                  <a:pt x="2665528" y="2223442"/>
                </a:lnTo>
                <a:cubicBezTo>
                  <a:pt x="2665778" y="2223858"/>
                  <a:pt x="2665528" y="2224772"/>
                  <a:pt x="2665528" y="2224772"/>
                </a:cubicBezTo>
                <a:lnTo>
                  <a:pt x="2655974" y="2241304"/>
                </a:lnTo>
                <a:cubicBezTo>
                  <a:pt x="2655725" y="2241720"/>
                  <a:pt x="2655310" y="2241969"/>
                  <a:pt x="2654811" y="2241969"/>
                </a:cubicBezTo>
                <a:close/>
                <a:moveTo>
                  <a:pt x="2274452" y="2145462"/>
                </a:moveTo>
                <a:cubicBezTo>
                  <a:pt x="2273954" y="2145462"/>
                  <a:pt x="2273539" y="2145213"/>
                  <a:pt x="2273289" y="2144797"/>
                </a:cubicBezTo>
                <a:lnTo>
                  <a:pt x="2263569" y="2127932"/>
                </a:lnTo>
                <a:cubicBezTo>
                  <a:pt x="2263320" y="2127434"/>
                  <a:pt x="2263320" y="2126935"/>
                  <a:pt x="2263569" y="2126520"/>
                </a:cubicBezTo>
                <a:lnTo>
                  <a:pt x="2273289" y="2109655"/>
                </a:lnTo>
                <a:cubicBezTo>
                  <a:pt x="2273539" y="2109239"/>
                  <a:pt x="2273954" y="2108990"/>
                  <a:pt x="2274452" y="2108990"/>
                </a:cubicBezTo>
                <a:lnTo>
                  <a:pt x="2293893" y="2108990"/>
                </a:lnTo>
                <a:cubicBezTo>
                  <a:pt x="2294391" y="2108990"/>
                  <a:pt x="2294807" y="2109239"/>
                  <a:pt x="2295056" y="2109655"/>
                </a:cubicBezTo>
                <a:lnTo>
                  <a:pt x="2304776" y="2126520"/>
                </a:lnTo>
                <a:cubicBezTo>
                  <a:pt x="2305026" y="2127018"/>
                  <a:pt x="2305026" y="2127517"/>
                  <a:pt x="2304776" y="2127932"/>
                </a:cubicBezTo>
                <a:lnTo>
                  <a:pt x="2295056" y="2144797"/>
                </a:lnTo>
                <a:cubicBezTo>
                  <a:pt x="2294807" y="2145213"/>
                  <a:pt x="2294391" y="2145462"/>
                  <a:pt x="2293893" y="2145462"/>
                </a:cubicBezTo>
                <a:close/>
                <a:moveTo>
                  <a:pt x="2394824" y="2177716"/>
                </a:moveTo>
                <a:cubicBezTo>
                  <a:pt x="2394326" y="2177716"/>
                  <a:pt x="2393911" y="2177467"/>
                  <a:pt x="2393661" y="2177050"/>
                </a:cubicBezTo>
                <a:lnTo>
                  <a:pt x="2383941" y="2160186"/>
                </a:lnTo>
                <a:cubicBezTo>
                  <a:pt x="2383692" y="2159688"/>
                  <a:pt x="2383692" y="2159189"/>
                  <a:pt x="2383941" y="2158774"/>
                </a:cubicBezTo>
                <a:lnTo>
                  <a:pt x="2393661" y="2141909"/>
                </a:lnTo>
                <a:cubicBezTo>
                  <a:pt x="2393911" y="2141493"/>
                  <a:pt x="2394326" y="2141244"/>
                  <a:pt x="2394824" y="2141244"/>
                </a:cubicBezTo>
                <a:lnTo>
                  <a:pt x="2414265" y="2141244"/>
                </a:lnTo>
                <a:cubicBezTo>
                  <a:pt x="2414763" y="2141243"/>
                  <a:pt x="2415179" y="2141493"/>
                  <a:pt x="2415428" y="2141909"/>
                </a:cubicBezTo>
                <a:lnTo>
                  <a:pt x="2425148" y="2158774"/>
                </a:lnTo>
                <a:cubicBezTo>
                  <a:pt x="2425398" y="2159272"/>
                  <a:pt x="2425398" y="2159771"/>
                  <a:pt x="2425148" y="2160186"/>
                </a:cubicBezTo>
                <a:lnTo>
                  <a:pt x="2415428" y="2177051"/>
                </a:lnTo>
                <a:cubicBezTo>
                  <a:pt x="2415179" y="2177467"/>
                  <a:pt x="2414763" y="2177716"/>
                  <a:pt x="2414265" y="2177716"/>
                </a:cubicBezTo>
                <a:close/>
                <a:moveTo>
                  <a:pt x="2455011" y="2193843"/>
                </a:moveTo>
                <a:cubicBezTo>
                  <a:pt x="2454513" y="2193843"/>
                  <a:pt x="2454098" y="2193594"/>
                  <a:pt x="2453848" y="2193177"/>
                </a:cubicBezTo>
                <a:lnTo>
                  <a:pt x="2444128" y="2176313"/>
                </a:lnTo>
                <a:cubicBezTo>
                  <a:pt x="2443879" y="2175815"/>
                  <a:pt x="2443879" y="2175316"/>
                  <a:pt x="2444128" y="2174901"/>
                </a:cubicBezTo>
                <a:lnTo>
                  <a:pt x="2453848" y="2158036"/>
                </a:lnTo>
                <a:cubicBezTo>
                  <a:pt x="2454098" y="2157620"/>
                  <a:pt x="2454513" y="2157371"/>
                  <a:pt x="2455011" y="2157371"/>
                </a:cubicBezTo>
                <a:lnTo>
                  <a:pt x="2474452" y="2157371"/>
                </a:lnTo>
                <a:cubicBezTo>
                  <a:pt x="2474950" y="2157371"/>
                  <a:pt x="2475366" y="2157620"/>
                  <a:pt x="2475615" y="2158036"/>
                </a:cubicBezTo>
                <a:lnTo>
                  <a:pt x="2485335" y="2174901"/>
                </a:lnTo>
                <a:cubicBezTo>
                  <a:pt x="2485585" y="2175399"/>
                  <a:pt x="2485585" y="2175898"/>
                  <a:pt x="2485335" y="2176313"/>
                </a:cubicBezTo>
                <a:lnTo>
                  <a:pt x="2475615" y="2193178"/>
                </a:lnTo>
                <a:cubicBezTo>
                  <a:pt x="2475366" y="2193594"/>
                  <a:pt x="2474950" y="2193843"/>
                  <a:pt x="2474452" y="2193843"/>
                </a:cubicBezTo>
                <a:close/>
                <a:moveTo>
                  <a:pt x="3839293" y="2564760"/>
                </a:moveTo>
                <a:cubicBezTo>
                  <a:pt x="3838795" y="2564760"/>
                  <a:pt x="3838381" y="2564511"/>
                  <a:pt x="3838130" y="2564095"/>
                </a:cubicBezTo>
                <a:lnTo>
                  <a:pt x="3828411" y="2547230"/>
                </a:lnTo>
                <a:cubicBezTo>
                  <a:pt x="3828162" y="2546732"/>
                  <a:pt x="3828162" y="2546233"/>
                  <a:pt x="3828411" y="2545818"/>
                </a:cubicBezTo>
                <a:lnTo>
                  <a:pt x="3838131" y="2528953"/>
                </a:lnTo>
                <a:cubicBezTo>
                  <a:pt x="3838380" y="2528537"/>
                  <a:pt x="3838796" y="2528288"/>
                  <a:pt x="3839294" y="2528288"/>
                </a:cubicBezTo>
                <a:lnTo>
                  <a:pt x="3858734" y="2528288"/>
                </a:lnTo>
                <a:cubicBezTo>
                  <a:pt x="3859232" y="2528288"/>
                  <a:pt x="3859649" y="2528537"/>
                  <a:pt x="3859898" y="2528953"/>
                </a:cubicBezTo>
                <a:lnTo>
                  <a:pt x="3869618" y="2545818"/>
                </a:lnTo>
                <a:cubicBezTo>
                  <a:pt x="3869867" y="2546316"/>
                  <a:pt x="3869868" y="2546815"/>
                  <a:pt x="3869618" y="2547230"/>
                </a:cubicBezTo>
                <a:lnTo>
                  <a:pt x="3859898" y="2564095"/>
                </a:lnTo>
                <a:cubicBezTo>
                  <a:pt x="3859648" y="2564511"/>
                  <a:pt x="3859233" y="2564760"/>
                  <a:pt x="3858734" y="2564760"/>
                </a:cubicBezTo>
                <a:close/>
                <a:moveTo>
                  <a:pt x="2575300" y="2226179"/>
                </a:moveTo>
                <a:cubicBezTo>
                  <a:pt x="2574802" y="2226179"/>
                  <a:pt x="2574385" y="2225930"/>
                  <a:pt x="2574137" y="2225514"/>
                </a:cubicBezTo>
                <a:lnTo>
                  <a:pt x="2564416" y="2208566"/>
                </a:lnTo>
                <a:cubicBezTo>
                  <a:pt x="2564168" y="2208151"/>
                  <a:pt x="2564167" y="2207569"/>
                  <a:pt x="2564417" y="2207154"/>
                </a:cubicBezTo>
                <a:lnTo>
                  <a:pt x="2574220" y="2190206"/>
                </a:lnTo>
                <a:cubicBezTo>
                  <a:pt x="2574468" y="2189790"/>
                  <a:pt x="2574884" y="2189541"/>
                  <a:pt x="2575382" y="2189541"/>
                </a:cubicBezTo>
                <a:lnTo>
                  <a:pt x="2594907" y="2189541"/>
                </a:lnTo>
                <a:cubicBezTo>
                  <a:pt x="2595405" y="2189541"/>
                  <a:pt x="2595820" y="2189790"/>
                  <a:pt x="2596070" y="2190206"/>
                </a:cubicBezTo>
                <a:lnTo>
                  <a:pt x="2605789" y="2207154"/>
                </a:lnTo>
                <a:cubicBezTo>
                  <a:pt x="2606039" y="2207569"/>
                  <a:pt x="2606038" y="2208151"/>
                  <a:pt x="2605790" y="2208566"/>
                </a:cubicBezTo>
                <a:lnTo>
                  <a:pt x="2595987" y="2225514"/>
                </a:lnTo>
                <a:cubicBezTo>
                  <a:pt x="2595737" y="2225930"/>
                  <a:pt x="2595321" y="2226179"/>
                  <a:pt x="2594823" y="2226179"/>
                </a:cubicBezTo>
                <a:close/>
                <a:moveTo>
                  <a:pt x="2755859" y="2274642"/>
                </a:moveTo>
                <a:cubicBezTo>
                  <a:pt x="2755444" y="2274642"/>
                  <a:pt x="2754945" y="2274393"/>
                  <a:pt x="2754696" y="2273977"/>
                </a:cubicBezTo>
                <a:lnTo>
                  <a:pt x="2744893" y="2256946"/>
                </a:lnTo>
                <a:cubicBezTo>
                  <a:pt x="2744644" y="2256531"/>
                  <a:pt x="2744644" y="2255949"/>
                  <a:pt x="2744893" y="2255534"/>
                </a:cubicBezTo>
                <a:lnTo>
                  <a:pt x="2754696" y="2238503"/>
                </a:lnTo>
                <a:cubicBezTo>
                  <a:pt x="2754945" y="2238087"/>
                  <a:pt x="2755361" y="2237838"/>
                  <a:pt x="2755859" y="2237838"/>
                </a:cubicBezTo>
                <a:lnTo>
                  <a:pt x="2775466" y="2237838"/>
                </a:lnTo>
                <a:cubicBezTo>
                  <a:pt x="2775882" y="2237838"/>
                  <a:pt x="2776380" y="2238087"/>
                  <a:pt x="2776629" y="2238503"/>
                </a:cubicBezTo>
                <a:lnTo>
                  <a:pt x="2786433" y="2255534"/>
                </a:lnTo>
                <a:cubicBezTo>
                  <a:pt x="2786682" y="2255949"/>
                  <a:pt x="2786682" y="2256531"/>
                  <a:pt x="2786433" y="2256946"/>
                </a:cubicBezTo>
                <a:lnTo>
                  <a:pt x="2776629" y="2273977"/>
                </a:lnTo>
                <a:cubicBezTo>
                  <a:pt x="2776380" y="2274393"/>
                  <a:pt x="2775964" y="2274642"/>
                  <a:pt x="2775466" y="2274642"/>
                </a:cubicBezTo>
                <a:close/>
                <a:moveTo>
                  <a:pt x="3177162" y="2387530"/>
                </a:moveTo>
                <a:cubicBezTo>
                  <a:pt x="3176747" y="2387530"/>
                  <a:pt x="3176248" y="2387281"/>
                  <a:pt x="3175999" y="2386865"/>
                </a:cubicBezTo>
                <a:lnTo>
                  <a:pt x="3166196" y="2369834"/>
                </a:lnTo>
                <a:cubicBezTo>
                  <a:pt x="3165947" y="2369419"/>
                  <a:pt x="3165947" y="2368837"/>
                  <a:pt x="3166196" y="2368422"/>
                </a:cubicBezTo>
                <a:lnTo>
                  <a:pt x="3175999" y="2351391"/>
                </a:lnTo>
                <a:cubicBezTo>
                  <a:pt x="3176248" y="2350975"/>
                  <a:pt x="3176664" y="2350726"/>
                  <a:pt x="3177163" y="2350726"/>
                </a:cubicBezTo>
                <a:lnTo>
                  <a:pt x="3196769" y="2350726"/>
                </a:lnTo>
                <a:cubicBezTo>
                  <a:pt x="3197185" y="2350726"/>
                  <a:pt x="3197683" y="2350975"/>
                  <a:pt x="3197932" y="2351391"/>
                </a:cubicBezTo>
                <a:lnTo>
                  <a:pt x="3207736" y="2368422"/>
                </a:lnTo>
                <a:cubicBezTo>
                  <a:pt x="3207985" y="2368837"/>
                  <a:pt x="3207985" y="2369419"/>
                  <a:pt x="3207736" y="2369834"/>
                </a:cubicBezTo>
                <a:lnTo>
                  <a:pt x="3197932" y="2386865"/>
                </a:lnTo>
                <a:cubicBezTo>
                  <a:pt x="3197683" y="2387281"/>
                  <a:pt x="3197267" y="2387530"/>
                  <a:pt x="3196769" y="2387530"/>
                </a:cubicBezTo>
                <a:close/>
                <a:moveTo>
                  <a:pt x="4862377" y="2839082"/>
                </a:moveTo>
                <a:cubicBezTo>
                  <a:pt x="4861962" y="2839082"/>
                  <a:pt x="4861464" y="2838833"/>
                  <a:pt x="4861214" y="2838417"/>
                </a:cubicBezTo>
                <a:lnTo>
                  <a:pt x="4851411" y="2821386"/>
                </a:lnTo>
                <a:cubicBezTo>
                  <a:pt x="4851162" y="2820971"/>
                  <a:pt x="4851162" y="2820389"/>
                  <a:pt x="4851411" y="2819974"/>
                </a:cubicBezTo>
                <a:lnTo>
                  <a:pt x="4861214" y="2802943"/>
                </a:lnTo>
                <a:cubicBezTo>
                  <a:pt x="4861464" y="2802527"/>
                  <a:pt x="4861879" y="2802278"/>
                  <a:pt x="4862378" y="2802278"/>
                </a:cubicBezTo>
                <a:lnTo>
                  <a:pt x="4881984" y="2802278"/>
                </a:lnTo>
                <a:cubicBezTo>
                  <a:pt x="4882399" y="2802278"/>
                  <a:pt x="4882898" y="2802527"/>
                  <a:pt x="4883147" y="2802943"/>
                </a:cubicBezTo>
                <a:lnTo>
                  <a:pt x="4892951" y="2819974"/>
                </a:lnTo>
                <a:cubicBezTo>
                  <a:pt x="4893200" y="2820389"/>
                  <a:pt x="4893200" y="2820971"/>
                  <a:pt x="4892951" y="2821386"/>
                </a:cubicBezTo>
                <a:lnTo>
                  <a:pt x="4883147" y="2838417"/>
                </a:lnTo>
                <a:cubicBezTo>
                  <a:pt x="4882898" y="2838833"/>
                  <a:pt x="4882483" y="2839082"/>
                  <a:pt x="4881984" y="2839082"/>
                </a:cubicBezTo>
                <a:close/>
                <a:moveTo>
                  <a:pt x="5103017" y="2903846"/>
                </a:moveTo>
                <a:cubicBezTo>
                  <a:pt x="5102518" y="2903846"/>
                  <a:pt x="5102020" y="2903597"/>
                  <a:pt x="5101770" y="2903182"/>
                </a:cubicBezTo>
                <a:lnTo>
                  <a:pt x="5091884" y="2885984"/>
                </a:lnTo>
                <a:cubicBezTo>
                  <a:pt x="5091635" y="2885569"/>
                  <a:pt x="5091635" y="2884987"/>
                  <a:pt x="5091884" y="2884572"/>
                </a:cubicBezTo>
                <a:lnTo>
                  <a:pt x="5101770" y="2867375"/>
                </a:lnTo>
                <a:cubicBezTo>
                  <a:pt x="5102020" y="2866959"/>
                  <a:pt x="5102518" y="2866710"/>
                  <a:pt x="5103017" y="2866710"/>
                </a:cubicBezTo>
                <a:lnTo>
                  <a:pt x="5122873" y="2866710"/>
                </a:lnTo>
                <a:cubicBezTo>
                  <a:pt x="5123371" y="2866710"/>
                  <a:pt x="5123869" y="2866959"/>
                  <a:pt x="5124119" y="2867375"/>
                </a:cubicBezTo>
                <a:lnTo>
                  <a:pt x="5134005" y="2884572"/>
                </a:lnTo>
                <a:cubicBezTo>
                  <a:pt x="5134254" y="2884987"/>
                  <a:pt x="5134254" y="2885569"/>
                  <a:pt x="5134005" y="2885984"/>
                </a:cubicBezTo>
                <a:lnTo>
                  <a:pt x="5124119" y="2903182"/>
                </a:lnTo>
                <a:cubicBezTo>
                  <a:pt x="5123869" y="2903597"/>
                  <a:pt x="5123371" y="2903846"/>
                  <a:pt x="5122873" y="2903846"/>
                </a:cubicBezTo>
                <a:close/>
                <a:moveTo>
                  <a:pt x="2695566" y="2258772"/>
                </a:moveTo>
                <a:cubicBezTo>
                  <a:pt x="2695068" y="2258772"/>
                  <a:pt x="2694570" y="2258523"/>
                  <a:pt x="2694320" y="2258108"/>
                </a:cubicBezTo>
                <a:lnTo>
                  <a:pt x="2684435" y="2240910"/>
                </a:lnTo>
                <a:cubicBezTo>
                  <a:pt x="2684185" y="2240495"/>
                  <a:pt x="2684186" y="2239913"/>
                  <a:pt x="2684435" y="2239498"/>
                </a:cubicBezTo>
                <a:lnTo>
                  <a:pt x="2694320" y="2222301"/>
                </a:lnTo>
                <a:cubicBezTo>
                  <a:pt x="2694570" y="2221885"/>
                  <a:pt x="2695068" y="2221636"/>
                  <a:pt x="2695566" y="2221636"/>
                </a:cubicBezTo>
                <a:lnTo>
                  <a:pt x="2715424" y="2221636"/>
                </a:lnTo>
                <a:cubicBezTo>
                  <a:pt x="2715922" y="2221636"/>
                  <a:pt x="2716419" y="2221885"/>
                  <a:pt x="2716669" y="2222301"/>
                </a:cubicBezTo>
                <a:lnTo>
                  <a:pt x="2726555" y="2239498"/>
                </a:lnTo>
                <a:cubicBezTo>
                  <a:pt x="2726804" y="2239913"/>
                  <a:pt x="2726804" y="2240495"/>
                  <a:pt x="2726555" y="2240910"/>
                </a:cubicBezTo>
                <a:lnTo>
                  <a:pt x="2716669" y="2258108"/>
                </a:lnTo>
                <a:cubicBezTo>
                  <a:pt x="2716419" y="2258523"/>
                  <a:pt x="2715921" y="2258772"/>
                  <a:pt x="2715423" y="2258772"/>
                </a:cubicBezTo>
                <a:close/>
                <a:moveTo>
                  <a:pt x="709279" y="1726746"/>
                </a:moveTo>
                <a:cubicBezTo>
                  <a:pt x="708780" y="1726746"/>
                  <a:pt x="708282" y="1726414"/>
                  <a:pt x="708033" y="1725998"/>
                </a:cubicBezTo>
                <a:lnTo>
                  <a:pt x="698063" y="1708635"/>
                </a:lnTo>
                <a:cubicBezTo>
                  <a:pt x="697813" y="1708219"/>
                  <a:pt x="697814" y="1707638"/>
                  <a:pt x="698063" y="1707222"/>
                </a:cubicBezTo>
                <a:lnTo>
                  <a:pt x="708116" y="1689859"/>
                </a:lnTo>
                <a:cubicBezTo>
                  <a:pt x="708365" y="1689360"/>
                  <a:pt x="708862" y="1689111"/>
                  <a:pt x="709361" y="1689111"/>
                </a:cubicBezTo>
                <a:lnTo>
                  <a:pt x="729383" y="1689111"/>
                </a:lnTo>
                <a:cubicBezTo>
                  <a:pt x="729882" y="1689111"/>
                  <a:pt x="730380" y="1689443"/>
                  <a:pt x="730629" y="1689859"/>
                </a:cubicBezTo>
                <a:lnTo>
                  <a:pt x="740600" y="1707222"/>
                </a:lnTo>
                <a:cubicBezTo>
                  <a:pt x="740849" y="1707638"/>
                  <a:pt x="740849" y="1708219"/>
                  <a:pt x="740599" y="1708635"/>
                </a:cubicBezTo>
                <a:lnTo>
                  <a:pt x="730547" y="1725998"/>
                </a:lnTo>
                <a:cubicBezTo>
                  <a:pt x="730297" y="1726497"/>
                  <a:pt x="729799" y="1726746"/>
                  <a:pt x="729301" y="1726746"/>
                </a:cubicBezTo>
                <a:close/>
                <a:moveTo>
                  <a:pt x="5524178" y="3016977"/>
                </a:moveTo>
                <a:cubicBezTo>
                  <a:pt x="5523679" y="3016977"/>
                  <a:pt x="5523180" y="3016645"/>
                  <a:pt x="5522930" y="3016229"/>
                </a:cubicBezTo>
                <a:lnTo>
                  <a:pt x="5512878" y="2998783"/>
                </a:lnTo>
                <a:cubicBezTo>
                  <a:pt x="5512629" y="2998367"/>
                  <a:pt x="5512630" y="2997786"/>
                  <a:pt x="5512878" y="2997370"/>
                </a:cubicBezTo>
                <a:lnTo>
                  <a:pt x="5522931" y="2979924"/>
                </a:lnTo>
                <a:cubicBezTo>
                  <a:pt x="5523180" y="2979425"/>
                  <a:pt x="5523678" y="2979176"/>
                  <a:pt x="5524177" y="2979176"/>
                </a:cubicBezTo>
                <a:lnTo>
                  <a:pt x="5544282" y="2979176"/>
                </a:lnTo>
                <a:cubicBezTo>
                  <a:pt x="5544780" y="2979176"/>
                  <a:pt x="5545279" y="2979508"/>
                  <a:pt x="5545529" y="2979924"/>
                </a:cubicBezTo>
                <a:lnTo>
                  <a:pt x="5555581" y="2997370"/>
                </a:lnTo>
                <a:cubicBezTo>
                  <a:pt x="5555831" y="2997786"/>
                  <a:pt x="5555830" y="2998367"/>
                  <a:pt x="5555582" y="2998783"/>
                </a:cubicBezTo>
                <a:lnTo>
                  <a:pt x="5545528" y="3016229"/>
                </a:lnTo>
                <a:cubicBezTo>
                  <a:pt x="5545279" y="3016728"/>
                  <a:pt x="5544781" y="3016977"/>
                  <a:pt x="5544283" y="3016977"/>
                </a:cubicBezTo>
                <a:close/>
                <a:moveTo>
                  <a:pt x="950022" y="1791336"/>
                </a:moveTo>
                <a:cubicBezTo>
                  <a:pt x="949524" y="1791336"/>
                  <a:pt x="949026" y="1791004"/>
                  <a:pt x="948776" y="1790588"/>
                </a:cubicBezTo>
                <a:lnTo>
                  <a:pt x="938725" y="1773142"/>
                </a:lnTo>
                <a:cubicBezTo>
                  <a:pt x="938475" y="1772726"/>
                  <a:pt x="938475" y="1772145"/>
                  <a:pt x="938724" y="1771729"/>
                </a:cubicBezTo>
                <a:lnTo>
                  <a:pt x="948776" y="1754283"/>
                </a:lnTo>
                <a:cubicBezTo>
                  <a:pt x="949025" y="1753784"/>
                  <a:pt x="949524" y="1753535"/>
                  <a:pt x="950022" y="1753535"/>
                </a:cubicBezTo>
                <a:lnTo>
                  <a:pt x="970128" y="1753535"/>
                </a:lnTo>
                <a:cubicBezTo>
                  <a:pt x="970626" y="1753535"/>
                  <a:pt x="971125" y="1753867"/>
                  <a:pt x="971374" y="1754283"/>
                </a:cubicBezTo>
                <a:lnTo>
                  <a:pt x="981427" y="1771729"/>
                </a:lnTo>
                <a:cubicBezTo>
                  <a:pt x="981676" y="1772145"/>
                  <a:pt x="981676" y="1772726"/>
                  <a:pt x="981427" y="1773142"/>
                </a:cubicBezTo>
                <a:lnTo>
                  <a:pt x="971374" y="1790588"/>
                </a:lnTo>
                <a:cubicBezTo>
                  <a:pt x="971125" y="1791087"/>
                  <a:pt x="970626" y="1791336"/>
                  <a:pt x="970128" y="1791336"/>
                </a:cubicBezTo>
                <a:close/>
                <a:moveTo>
                  <a:pt x="5162977" y="2920298"/>
                </a:moveTo>
                <a:cubicBezTo>
                  <a:pt x="5162478" y="2920298"/>
                  <a:pt x="5161980" y="2919966"/>
                  <a:pt x="5161730" y="2919551"/>
                </a:cubicBezTo>
                <a:lnTo>
                  <a:pt x="5151594" y="2902021"/>
                </a:lnTo>
                <a:cubicBezTo>
                  <a:pt x="5151345" y="2901605"/>
                  <a:pt x="5151346" y="2901024"/>
                  <a:pt x="5151594" y="2900609"/>
                </a:cubicBezTo>
                <a:lnTo>
                  <a:pt x="5161730" y="2883079"/>
                </a:lnTo>
                <a:cubicBezTo>
                  <a:pt x="5161980" y="2882580"/>
                  <a:pt x="5162477" y="2882331"/>
                  <a:pt x="5162976" y="2882331"/>
                </a:cubicBezTo>
                <a:lnTo>
                  <a:pt x="5183247" y="2882331"/>
                </a:lnTo>
                <a:cubicBezTo>
                  <a:pt x="5183746" y="2882331"/>
                  <a:pt x="5184244" y="2882663"/>
                  <a:pt x="5184493" y="2883079"/>
                </a:cubicBezTo>
                <a:lnTo>
                  <a:pt x="5194630" y="2900609"/>
                </a:lnTo>
                <a:cubicBezTo>
                  <a:pt x="5194878" y="2901024"/>
                  <a:pt x="5194878" y="2901605"/>
                  <a:pt x="5194630" y="2902021"/>
                </a:cubicBezTo>
                <a:lnTo>
                  <a:pt x="5184493" y="2919551"/>
                </a:lnTo>
                <a:cubicBezTo>
                  <a:pt x="5184244" y="2920049"/>
                  <a:pt x="5183747" y="2920298"/>
                  <a:pt x="5183248" y="2920298"/>
                </a:cubicBezTo>
                <a:close/>
                <a:moveTo>
                  <a:pt x="769195" y="1743357"/>
                </a:moveTo>
                <a:cubicBezTo>
                  <a:pt x="768697" y="1743357"/>
                  <a:pt x="768197" y="1743024"/>
                  <a:pt x="767948" y="1742609"/>
                </a:cubicBezTo>
                <a:lnTo>
                  <a:pt x="757647" y="1724830"/>
                </a:lnTo>
                <a:cubicBezTo>
                  <a:pt x="757398" y="1724415"/>
                  <a:pt x="757397" y="1723833"/>
                  <a:pt x="757646" y="1723418"/>
                </a:cubicBezTo>
                <a:lnTo>
                  <a:pt x="767949" y="1705639"/>
                </a:lnTo>
                <a:cubicBezTo>
                  <a:pt x="768197" y="1705140"/>
                  <a:pt x="768697" y="1704891"/>
                  <a:pt x="769195" y="1704891"/>
                </a:cubicBezTo>
                <a:lnTo>
                  <a:pt x="789716" y="1704891"/>
                </a:lnTo>
                <a:cubicBezTo>
                  <a:pt x="790214" y="1704891"/>
                  <a:pt x="790712" y="1705223"/>
                  <a:pt x="790962" y="1705639"/>
                </a:cubicBezTo>
                <a:lnTo>
                  <a:pt x="801263" y="1723418"/>
                </a:lnTo>
                <a:cubicBezTo>
                  <a:pt x="801512" y="1723833"/>
                  <a:pt x="801513" y="1724415"/>
                  <a:pt x="801264" y="1724830"/>
                </a:cubicBezTo>
                <a:lnTo>
                  <a:pt x="790961" y="1742609"/>
                </a:lnTo>
                <a:cubicBezTo>
                  <a:pt x="790712" y="1743107"/>
                  <a:pt x="790213" y="1743357"/>
                  <a:pt x="789715" y="1743357"/>
                </a:cubicBezTo>
                <a:close/>
                <a:moveTo>
                  <a:pt x="5042418" y="2888364"/>
                </a:moveTo>
                <a:cubicBezTo>
                  <a:pt x="5041919" y="2888364"/>
                  <a:pt x="5041421" y="2888031"/>
                  <a:pt x="5041172" y="2887616"/>
                </a:cubicBezTo>
                <a:lnTo>
                  <a:pt x="5030870" y="2869837"/>
                </a:lnTo>
                <a:cubicBezTo>
                  <a:pt x="5030621" y="2869422"/>
                  <a:pt x="5030621" y="2868840"/>
                  <a:pt x="5030870" y="2868425"/>
                </a:cubicBezTo>
                <a:lnTo>
                  <a:pt x="5041172" y="2850646"/>
                </a:lnTo>
                <a:cubicBezTo>
                  <a:pt x="5041421" y="2850147"/>
                  <a:pt x="5041919" y="2849898"/>
                  <a:pt x="5042418" y="2849898"/>
                </a:cubicBezTo>
                <a:lnTo>
                  <a:pt x="5062938" y="2849898"/>
                </a:lnTo>
                <a:cubicBezTo>
                  <a:pt x="5063437" y="2849898"/>
                  <a:pt x="5063935" y="2850230"/>
                  <a:pt x="5064185" y="2850646"/>
                </a:cubicBezTo>
                <a:lnTo>
                  <a:pt x="5074486" y="2868425"/>
                </a:lnTo>
                <a:cubicBezTo>
                  <a:pt x="5074736" y="2868840"/>
                  <a:pt x="5074736" y="2869422"/>
                  <a:pt x="5074486" y="2869837"/>
                </a:cubicBezTo>
                <a:lnTo>
                  <a:pt x="5064185" y="2887616"/>
                </a:lnTo>
                <a:cubicBezTo>
                  <a:pt x="5063935" y="2888114"/>
                  <a:pt x="5063437" y="2888364"/>
                  <a:pt x="5062938" y="2888364"/>
                </a:cubicBezTo>
                <a:close/>
                <a:moveTo>
                  <a:pt x="5222984" y="2936850"/>
                </a:moveTo>
                <a:cubicBezTo>
                  <a:pt x="5222485" y="2936850"/>
                  <a:pt x="5221987" y="2936518"/>
                  <a:pt x="5221738" y="2936102"/>
                </a:cubicBezTo>
                <a:lnTo>
                  <a:pt x="5211436" y="2918240"/>
                </a:lnTo>
                <a:cubicBezTo>
                  <a:pt x="5211187" y="2917742"/>
                  <a:pt x="5211187" y="2917160"/>
                  <a:pt x="5211436" y="2916745"/>
                </a:cubicBezTo>
                <a:lnTo>
                  <a:pt x="5221738" y="2898883"/>
                </a:lnTo>
                <a:cubicBezTo>
                  <a:pt x="5221987" y="2898384"/>
                  <a:pt x="5222485" y="2898135"/>
                  <a:pt x="5222984" y="2898135"/>
                </a:cubicBezTo>
                <a:lnTo>
                  <a:pt x="5243671" y="2898135"/>
                </a:lnTo>
                <a:cubicBezTo>
                  <a:pt x="5244169" y="2898135"/>
                  <a:pt x="5244668" y="2898467"/>
                  <a:pt x="5244917" y="2898883"/>
                </a:cubicBezTo>
                <a:lnTo>
                  <a:pt x="5255219" y="2916745"/>
                </a:lnTo>
                <a:cubicBezTo>
                  <a:pt x="5255468" y="2917243"/>
                  <a:pt x="5255468" y="2917825"/>
                  <a:pt x="5255219" y="2918240"/>
                </a:cubicBezTo>
                <a:lnTo>
                  <a:pt x="5244917" y="2936102"/>
                </a:lnTo>
                <a:cubicBezTo>
                  <a:pt x="5244668" y="2936600"/>
                  <a:pt x="5244169" y="2936850"/>
                  <a:pt x="5243671" y="2936850"/>
                </a:cubicBezTo>
                <a:close/>
                <a:moveTo>
                  <a:pt x="5283171" y="2952977"/>
                </a:moveTo>
                <a:cubicBezTo>
                  <a:pt x="5282672" y="2952977"/>
                  <a:pt x="5282174" y="2952645"/>
                  <a:pt x="5281925" y="2952229"/>
                </a:cubicBezTo>
                <a:lnTo>
                  <a:pt x="5271623" y="2934367"/>
                </a:lnTo>
                <a:cubicBezTo>
                  <a:pt x="5271374" y="2933869"/>
                  <a:pt x="5271374" y="2933287"/>
                  <a:pt x="5271623" y="2932872"/>
                </a:cubicBezTo>
                <a:lnTo>
                  <a:pt x="5281925" y="2915010"/>
                </a:lnTo>
                <a:cubicBezTo>
                  <a:pt x="5282174" y="2914511"/>
                  <a:pt x="5282672" y="2914262"/>
                  <a:pt x="5283171" y="2914262"/>
                </a:cubicBezTo>
                <a:lnTo>
                  <a:pt x="5303858" y="2914262"/>
                </a:lnTo>
                <a:cubicBezTo>
                  <a:pt x="5304356" y="2914262"/>
                  <a:pt x="5304855" y="2914594"/>
                  <a:pt x="5305104" y="2915010"/>
                </a:cubicBezTo>
                <a:lnTo>
                  <a:pt x="5315406" y="2932872"/>
                </a:lnTo>
                <a:cubicBezTo>
                  <a:pt x="5315655" y="2933370"/>
                  <a:pt x="5315655" y="2933952"/>
                  <a:pt x="5315406" y="2934367"/>
                </a:cubicBezTo>
                <a:lnTo>
                  <a:pt x="5305104" y="2952229"/>
                </a:lnTo>
                <a:cubicBezTo>
                  <a:pt x="5304855" y="2952727"/>
                  <a:pt x="5304356" y="2952977"/>
                  <a:pt x="5303858" y="2952977"/>
                </a:cubicBezTo>
                <a:close/>
                <a:moveTo>
                  <a:pt x="3898806" y="2582132"/>
                </a:moveTo>
                <a:cubicBezTo>
                  <a:pt x="3898307" y="2582132"/>
                  <a:pt x="3897809" y="2581800"/>
                  <a:pt x="3897560" y="2581384"/>
                </a:cubicBezTo>
                <a:lnTo>
                  <a:pt x="3887175" y="2563439"/>
                </a:lnTo>
                <a:cubicBezTo>
                  <a:pt x="3886926" y="2562941"/>
                  <a:pt x="3886925" y="2562359"/>
                  <a:pt x="3887175" y="2561944"/>
                </a:cubicBezTo>
                <a:lnTo>
                  <a:pt x="3897560" y="2543999"/>
                </a:lnTo>
                <a:cubicBezTo>
                  <a:pt x="3897809" y="2543500"/>
                  <a:pt x="3898307" y="2543251"/>
                  <a:pt x="3898806" y="2543251"/>
                </a:cubicBezTo>
                <a:lnTo>
                  <a:pt x="3919575" y="2543251"/>
                </a:lnTo>
                <a:cubicBezTo>
                  <a:pt x="3920073" y="2543251"/>
                  <a:pt x="3920573" y="2543583"/>
                  <a:pt x="3920822" y="2543999"/>
                </a:cubicBezTo>
                <a:lnTo>
                  <a:pt x="3931207" y="2561944"/>
                </a:lnTo>
                <a:cubicBezTo>
                  <a:pt x="3931456" y="2562442"/>
                  <a:pt x="3931456" y="2563024"/>
                  <a:pt x="3931207" y="2563439"/>
                </a:cubicBezTo>
                <a:lnTo>
                  <a:pt x="3920822" y="2581384"/>
                </a:lnTo>
                <a:cubicBezTo>
                  <a:pt x="3920573" y="2581883"/>
                  <a:pt x="3920074" y="2582132"/>
                  <a:pt x="3919576" y="2582132"/>
                </a:cubicBezTo>
                <a:close/>
                <a:moveTo>
                  <a:pt x="3958908" y="2598340"/>
                </a:moveTo>
                <a:cubicBezTo>
                  <a:pt x="3958409" y="2598341"/>
                  <a:pt x="3957912" y="2598009"/>
                  <a:pt x="3957663" y="2597594"/>
                </a:cubicBezTo>
                <a:lnTo>
                  <a:pt x="3947278" y="2579565"/>
                </a:lnTo>
                <a:cubicBezTo>
                  <a:pt x="3947029" y="2579067"/>
                  <a:pt x="3947029" y="2578485"/>
                  <a:pt x="3947278" y="2578069"/>
                </a:cubicBezTo>
                <a:lnTo>
                  <a:pt x="3957746" y="2560042"/>
                </a:lnTo>
                <a:cubicBezTo>
                  <a:pt x="3957994" y="2559543"/>
                  <a:pt x="3958494" y="2559294"/>
                  <a:pt x="3958992" y="2559294"/>
                </a:cubicBezTo>
                <a:lnTo>
                  <a:pt x="3979845" y="2559294"/>
                </a:lnTo>
                <a:cubicBezTo>
                  <a:pt x="3980344" y="2559294"/>
                  <a:pt x="3980841" y="2559625"/>
                  <a:pt x="3981091" y="2560042"/>
                </a:cubicBezTo>
                <a:lnTo>
                  <a:pt x="3991476" y="2578070"/>
                </a:lnTo>
                <a:cubicBezTo>
                  <a:pt x="3991725" y="2578568"/>
                  <a:pt x="3991725" y="2579150"/>
                  <a:pt x="3991476" y="2579565"/>
                </a:cubicBezTo>
                <a:lnTo>
                  <a:pt x="3981008" y="2597594"/>
                </a:lnTo>
                <a:cubicBezTo>
                  <a:pt x="3980759" y="2598092"/>
                  <a:pt x="3980259" y="2598341"/>
                  <a:pt x="3979761" y="2598341"/>
                </a:cubicBezTo>
                <a:close/>
                <a:moveTo>
                  <a:pt x="5343191" y="2969258"/>
                </a:moveTo>
                <a:cubicBezTo>
                  <a:pt x="5342693" y="2969258"/>
                  <a:pt x="5342194" y="2968926"/>
                  <a:pt x="5341945" y="2968511"/>
                </a:cubicBezTo>
                <a:lnTo>
                  <a:pt x="5331560" y="2950482"/>
                </a:lnTo>
                <a:cubicBezTo>
                  <a:pt x="5331311" y="2949984"/>
                  <a:pt x="5331311" y="2949402"/>
                  <a:pt x="5331560" y="2948987"/>
                </a:cubicBezTo>
                <a:lnTo>
                  <a:pt x="5342028" y="2930959"/>
                </a:lnTo>
                <a:cubicBezTo>
                  <a:pt x="5342277" y="2930460"/>
                  <a:pt x="5342776" y="2930211"/>
                  <a:pt x="5343274" y="2930211"/>
                </a:cubicBezTo>
                <a:lnTo>
                  <a:pt x="5364127" y="2930211"/>
                </a:lnTo>
                <a:cubicBezTo>
                  <a:pt x="5364626" y="2930211"/>
                  <a:pt x="5365124" y="2930543"/>
                  <a:pt x="5365374" y="2930959"/>
                </a:cubicBezTo>
                <a:lnTo>
                  <a:pt x="5375758" y="2948987"/>
                </a:lnTo>
                <a:cubicBezTo>
                  <a:pt x="5376007" y="2949485"/>
                  <a:pt x="5376007" y="2950067"/>
                  <a:pt x="5375758" y="2950482"/>
                </a:cubicBezTo>
                <a:lnTo>
                  <a:pt x="5365291" y="2968511"/>
                </a:lnTo>
                <a:cubicBezTo>
                  <a:pt x="5365041" y="2969009"/>
                  <a:pt x="5364542" y="2969258"/>
                  <a:pt x="5364044" y="2969258"/>
                </a:cubicBezTo>
                <a:close/>
                <a:moveTo>
                  <a:pt x="5463564" y="3001512"/>
                </a:moveTo>
                <a:cubicBezTo>
                  <a:pt x="5463066" y="3001512"/>
                  <a:pt x="5462567" y="3001180"/>
                  <a:pt x="5462318" y="3000765"/>
                </a:cubicBezTo>
                <a:lnTo>
                  <a:pt x="5451933" y="2982736"/>
                </a:lnTo>
                <a:cubicBezTo>
                  <a:pt x="5451684" y="2982238"/>
                  <a:pt x="5451684" y="2981656"/>
                  <a:pt x="5451933" y="2981241"/>
                </a:cubicBezTo>
                <a:lnTo>
                  <a:pt x="5462401" y="2963213"/>
                </a:lnTo>
                <a:cubicBezTo>
                  <a:pt x="5462650" y="2962714"/>
                  <a:pt x="5463149" y="2962465"/>
                  <a:pt x="5463647" y="2962465"/>
                </a:cubicBezTo>
                <a:lnTo>
                  <a:pt x="5484500" y="2962465"/>
                </a:lnTo>
                <a:cubicBezTo>
                  <a:pt x="5484998" y="2962465"/>
                  <a:pt x="5485497" y="2962797"/>
                  <a:pt x="5485746" y="2963213"/>
                </a:cubicBezTo>
                <a:lnTo>
                  <a:pt x="5496131" y="2981241"/>
                </a:lnTo>
                <a:cubicBezTo>
                  <a:pt x="5496380" y="2981739"/>
                  <a:pt x="5496380" y="2982321"/>
                  <a:pt x="5496131" y="2982736"/>
                </a:cubicBezTo>
                <a:lnTo>
                  <a:pt x="5485663" y="3000765"/>
                </a:lnTo>
                <a:cubicBezTo>
                  <a:pt x="5485414" y="3001263"/>
                  <a:pt x="5484915" y="3001512"/>
                  <a:pt x="5484417" y="3001512"/>
                </a:cubicBezTo>
                <a:close/>
                <a:moveTo>
                  <a:pt x="5403378" y="2985468"/>
                </a:moveTo>
                <a:cubicBezTo>
                  <a:pt x="5402880" y="2985468"/>
                  <a:pt x="5402381" y="2985136"/>
                  <a:pt x="5402132" y="2984720"/>
                </a:cubicBezTo>
                <a:lnTo>
                  <a:pt x="5391664" y="2966609"/>
                </a:lnTo>
                <a:cubicBezTo>
                  <a:pt x="5391415" y="2966111"/>
                  <a:pt x="5391415" y="2965529"/>
                  <a:pt x="5391664" y="2965114"/>
                </a:cubicBezTo>
                <a:lnTo>
                  <a:pt x="5402132" y="2947003"/>
                </a:lnTo>
                <a:cubicBezTo>
                  <a:pt x="5402381" y="2946504"/>
                  <a:pt x="5402880" y="2946255"/>
                  <a:pt x="5403378" y="2946255"/>
                </a:cubicBezTo>
                <a:lnTo>
                  <a:pt x="5424314" y="2946255"/>
                </a:lnTo>
                <a:cubicBezTo>
                  <a:pt x="5424812" y="2946255"/>
                  <a:pt x="5425311" y="2946587"/>
                  <a:pt x="5425560" y="2947003"/>
                </a:cubicBezTo>
                <a:lnTo>
                  <a:pt x="5436028" y="2965114"/>
                </a:lnTo>
                <a:cubicBezTo>
                  <a:pt x="5436277" y="2965612"/>
                  <a:pt x="5436277" y="2966194"/>
                  <a:pt x="5436028" y="2966609"/>
                </a:cubicBezTo>
                <a:lnTo>
                  <a:pt x="5425560" y="2984720"/>
                </a:lnTo>
                <a:cubicBezTo>
                  <a:pt x="5425311" y="2985219"/>
                  <a:pt x="5424812" y="2985468"/>
                  <a:pt x="5424314" y="2985468"/>
                </a:cubicBezTo>
                <a:close/>
                <a:moveTo>
                  <a:pt x="4921828" y="2856529"/>
                </a:moveTo>
                <a:cubicBezTo>
                  <a:pt x="4921330" y="2856529"/>
                  <a:pt x="4920831" y="2856196"/>
                  <a:pt x="4920582" y="2855781"/>
                </a:cubicBezTo>
                <a:lnTo>
                  <a:pt x="4910032" y="2837504"/>
                </a:lnTo>
                <a:cubicBezTo>
                  <a:pt x="4909782" y="2837005"/>
                  <a:pt x="4909782" y="2836423"/>
                  <a:pt x="4910031" y="2836008"/>
                </a:cubicBezTo>
                <a:lnTo>
                  <a:pt x="4920582" y="2817731"/>
                </a:lnTo>
                <a:cubicBezTo>
                  <a:pt x="4920831" y="2817232"/>
                  <a:pt x="4921330" y="2816983"/>
                  <a:pt x="4921828" y="2816983"/>
                </a:cubicBezTo>
                <a:lnTo>
                  <a:pt x="4942847" y="2816983"/>
                </a:lnTo>
                <a:cubicBezTo>
                  <a:pt x="4943346" y="2816983"/>
                  <a:pt x="4943844" y="2817315"/>
                  <a:pt x="4944093" y="2817731"/>
                </a:cubicBezTo>
                <a:lnTo>
                  <a:pt x="4954644" y="2836008"/>
                </a:lnTo>
                <a:cubicBezTo>
                  <a:pt x="4954894" y="2836507"/>
                  <a:pt x="4954894" y="2837088"/>
                  <a:pt x="4954644" y="2837504"/>
                </a:cubicBezTo>
                <a:lnTo>
                  <a:pt x="4944093" y="2855781"/>
                </a:lnTo>
                <a:cubicBezTo>
                  <a:pt x="4943844" y="2856279"/>
                  <a:pt x="4943346" y="2856529"/>
                  <a:pt x="4942847" y="2856529"/>
                </a:cubicBezTo>
                <a:close/>
                <a:moveTo>
                  <a:pt x="4981990" y="2872841"/>
                </a:moveTo>
                <a:cubicBezTo>
                  <a:pt x="4981409" y="2872841"/>
                  <a:pt x="4980910" y="2872592"/>
                  <a:pt x="4980660" y="2872093"/>
                </a:cubicBezTo>
                <a:lnTo>
                  <a:pt x="4970110" y="2853733"/>
                </a:lnTo>
                <a:cubicBezTo>
                  <a:pt x="4969861" y="2853234"/>
                  <a:pt x="4969861" y="2852736"/>
                  <a:pt x="4970110" y="2852237"/>
                </a:cubicBezTo>
                <a:lnTo>
                  <a:pt x="4980661" y="2833877"/>
                </a:lnTo>
                <a:cubicBezTo>
                  <a:pt x="4980992" y="2833378"/>
                  <a:pt x="4981492" y="2833129"/>
                  <a:pt x="4981990" y="2833129"/>
                </a:cubicBezTo>
                <a:lnTo>
                  <a:pt x="5003176" y="2833129"/>
                </a:lnTo>
                <a:cubicBezTo>
                  <a:pt x="5003757" y="2833129"/>
                  <a:pt x="5004255" y="2833378"/>
                  <a:pt x="5004505" y="2833877"/>
                </a:cubicBezTo>
                <a:lnTo>
                  <a:pt x="5015056" y="2852237"/>
                </a:lnTo>
                <a:cubicBezTo>
                  <a:pt x="5015305" y="2852736"/>
                  <a:pt x="5015305" y="2853234"/>
                  <a:pt x="5015056" y="2853733"/>
                </a:cubicBezTo>
                <a:lnTo>
                  <a:pt x="5004505" y="2872093"/>
                </a:lnTo>
                <a:cubicBezTo>
                  <a:pt x="5004172" y="2872592"/>
                  <a:pt x="5003674" y="2872841"/>
                  <a:pt x="5003176" y="2872841"/>
                </a:cubicBezTo>
                <a:close/>
                <a:moveTo>
                  <a:pt x="4139301" y="2647138"/>
                </a:moveTo>
                <a:cubicBezTo>
                  <a:pt x="4138720" y="2647138"/>
                  <a:pt x="4138221" y="2646889"/>
                  <a:pt x="4137972" y="2646390"/>
                </a:cubicBezTo>
                <a:lnTo>
                  <a:pt x="4127338" y="2627947"/>
                </a:lnTo>
                <a:cubicBezTo>
                  <a:pt x="4127089" y="2627531"/>
                  <a:pt x="4127089" y="2626950"/>
                  <a:pt x="4127338" y="2626451"/>
                </a:cubicBezTo>
                <a:lnTo>
                  <a:pt x="4137972" y="2608008"/>
                </a:lnTo>
                <a:cubicBezTo>
                  <a:pt x="4138304" y="2607509"/>
                  <a:pt x="4138803" y="2607260"/>
                  <a:pt x="4139301" y="2607260"/>
                </a:cubicBezTo>
                <a:lnTo>
                  <a:pt x="4160570" y="2607260"/>
                </a:lnTo>
                <a:cubicBezTo>
                  <a:pt x="4161151" y="2607260"/>
                  <a:pt x="4161650" y="2607509"/>
                  <a:pt x="4161899" y="2608008"/>
                </a:cubicBezTo>
                <a:lnTo>
                  <a:pt x="4172533" y="2626451"/>
                </a:lnTo>
                <a:cubicBezTo>
                  <a:pt x="4172782" y="2626867"/>
                  <a:pt x="4172782" y="2627448"/>
                  <a:pt x="4172533" y="2627947"/>
                </a:cubicBezTo>
                <a:lnTo>
                  <a:pt x="4161899" y="2646390"/>
                </a:lnTo>
                <a:cubicBezTo>
                  <a:pt x="4161566" y="2646889"/>
                  <a:pt x="4161068" y="2647138"/>
                  <a:pt x="4160570" y="2647138"/>
                </a:cubicBezTo>
                <a:close/>
                <a:moveTo>
                  <a:pt x="4018844" y="2615050"/>
                </a:moveTo>
                <a:cubicBezTo>
                  <a:pt x="4018264" y="2615050"/>
                  <a:pt x="4017764" y="2614800"/>
                  <a:pt x="4017515" y="2614302"/>
                </a:cubicBezTo>
                <a:lnTo>
                  <a:pt x="4006798" y="2595692"/>
                </a:lnTo>
                <a:cubicBezTo>
                  <a:pt x="4006550" y="2595277"/>
                  <a:pt x="4006549" y="2594695"/>
                  <a:pt x="4006799" y="2594197"/>
                </a:cubicBezTo>
                <a:lnTo>
                  <a:pt x="4017515" y="2575587"/>
                </a:lnTo>
                <a:cubicBezTo>
                  <a:pt x="4017847" y="2575171"/>
                  <a:pt x="4018346" y="2574839"/>
                  <a:pt x="4018844" y="2574839"/>
                </a:cubicBezTo>
                <a:lnTo>
                  <a:pt x="4040280" y="2574839"/>
                </a:lnTo>
                <a:cubicBezTo>
                  <a:pt x="4040860" y="2574839"/>
                  <a:pt x="4041359" y="2575088"/>
                  <a:pt x="4041608" y="2575587"/>
                </a:cubicBezTo>
                <a:lnTo>
                  <a:pt x="4052325" y="2594197"/>
                </a:lnTo>
                <a:cubicBezTo>
                  <a:pt x="4052574" y="2594612"/>
                  <a:pt x="4052575" y="2595193"/>
                  <a:pt x="4052325" y="2595692"/>
                </a:cubicBezTo>
                <a:lnTo>
                  <a:pt x="4041608" y="2614302"/>
                </a:lnTo>
                <a:cubicBezTo>
                  <a:pt x="4041276" y="2614717"/>
                  <a:pt x="4040777" y="2615050"/>
                  <a:pt x="4040279" y="2615050"/>
                </a:cubicBezTo>
                <a:close/>
                <a:moveTo>
                  <a:pt x="4199404" y="2663431"/>
                </a:moveTo>
                <a:cubicBezTo>
                  <a:pt x="4198823" y="2663431"/>
                  <a:pt x="4198324" y="2663181"/>
                  <a:pt x="4198075" y="2662683"/>
                </a:cubicBezTo>
                <a:lnTo>
                  <a:pt x="4187358" y="2644073"/>
                </a:lnTo>
                <a:cubicBezTo>
                  <a:pt x="4187109" y="2643658"/>
                  <a:pt x="4187109" y="2643076"/>
                  <a:pt x="4187358" y="2642578"/>
                </a:cubicBezTo>
                <a:lnTo>
                  <a:pt x="4198075" y="2623968"/>
                </a:lnTo>
                <a:cubicBezTo>
                  <a:pt x="4198407" y="2623552"/>
                  <a:pt x="4198906" y="2623220"/>
                  <a:pt x="4199404" y="2623220"/>
                </a:cubicBezTo>
                <a:lnTo>
                  <a:pt x="4220839" y="2623220"/>
                </a:lnTo>
                <a:cubicBezTo>
                  <a:pt x="4221420" y="2623220"/>
                  <a:pt x="4221919" y="2623469"/>
                  <a:pt x="4222168" y="2623968"/>
                </a:cubicBezTo>
                <a:lnTo>
                  <a:pt x="4232885" y="2642578"/>
                </a:lnTo>
                <a:cubicBezTo>
                  <a:pt x="4233134" y="2642993"/>
                  <a:pt x="4233134" y="2643574"/>
                  <a:pt x="4232885" y="2644073"/>
                </a:cubicBezTo>
                <a:lnTo>
                  <a:pt x="4222168" y="2662683"/>
                </a:lnTo>
                <a:cubicBezTo>
                  <a:pt x="4221836" y="2663098"/>
                  <a:pt x="4221337" y="2663431"/>
                  <a:pt x="4220839" y="2663431"/>
                </a:cubicBezTo>
                <a:close/>
                <a:moveTo>
                  <a:pt x="3055784" y="2357103"/>
                </a:moveTo>
                <a:cubicBezTo>
                  <a:pt x="3055202" y="2357103"/>
                  <a:pt x="3054704" y="2356854"/>
                  <a:pt x="3054454" y="2356356"/>
                </a:cubicBezTo>
                <a:lnTo>
                  <a:pt x="3043654" y="2337663"/>
                </a:lnTo>
                <a:cubicBezTo>
                  <a:pt x="3043405" y="2337248"/>
                  <a:pt x="3043405" y="2336666"/>
                  <a:pt x="3043653" y="2336167"/>
                </a:cubicBezTo>
                <a:lnTo>
                  <a:pt x="3054454" y="2317475"/>
                </a:lnTo>
                <a:cubicBezTo>
                  <a:pt x="3054703" y="2317059"/>
                  <a:pt x="3055285" y="2316727"/>
                  <a:pt x="3055784" y="2316727"/>
                </a:cubicBezTo>
                <a:lnTo>
                  <a:pt x="3077384" y="2316727"/>
                </a:lnTo>
                <a:cubicBezTo>
                  <a:pt x="3077965" y="2316727"/>
                  <a:pt x="3078464" y="2316976"/>
                  <a:pt x="3078713" y="2317475"/>
                </a:cubicBezTo>
                <a:lnTo>
                  <a:pt x="3089514" y="2336167"/>
                </a:lnTo>
                <a:cubicBezTo>
                  <a:pt x="3089762" y="2336583"/>
                  <a:pt x="3089762" y="2337164"/>
                  <a:pt x="3089514" y="2337663"/>
                </a:cubicBezTo>
                <a:lnTo>
                  <a:pt x="3078713" y="2356356"/>
                </a:lnTo>
                <a:cubicBezTo>
                  <a:pt x="3078464" y="2356771"/>
                  <a:pt x="3077882" y="2357103"/>
                  <a:pt x="3077384" y="2357103"/>
                </a:cubicBezTo>
                <a:close/>
                <a:moveTo>
                  <a:pt x="4078949" y="2631259"/>
                </a:moveTo>
                <a:cubicBezTo>
                  <a:pt x="4078367" y="2631259"/>
                  <a:pt x="4077869" y="2631010"/>
                  <a:pt x="4077619" y="2630512"/>
                </a:cubicBezTo>
                <a:lnTo>
                  <a:pt x="4066819" y="2611819"/>
                </a:lnTo>
                <a:cubicBezTo>
                  <a:pt x="4066570" y="2611404"/>
                  <a:pt x="4066570" y="2610822"/>
                  <a:pt x="4066819" y="2610323"/>
                </a:cubicBezTo>
                <a:lnTo>
                  <a:pt x="4077619" y="2591631"/>
                </a:lnTo>
                <a:cubicBezTo>
                  <a:pt x="4077869" y="2591215"/>
                  <a:pt x="4078450" y="2590883"/>
                  <a:pt x="4078949" y="2590883"/>
                </a:cubicBezTo>
                <a:lnTo>
                  <a:pt x="4100549" y="2590883"/>
                </a:lnTo>
                <a:cubicBezTo>
                  <a:pt x="4101131" y="2590883"/>
                  <a:pt x="4101629" y="2591132"/>
                  <a:pt x="4101878" y="2591631"/>
                </a:cubicBezTo>
                <a:lnTo>
                  <a:pt x="4112679" y="2610323"/>
                </a:lnTo>
                <a:cubicBezTo>
                  <a:pt x="4112928" y="2610739"/>
                  <a:pt x="4112928" y="2611320"/>
                  <a:pt x="4112679" y="2611819"/>
                </a:cubicBezTo>
                <a:lnTo>
                  <a:pt x="4101878" y="2630512"/>
                </a:lnTo>
                <a:cubicBezTo>
                  <a:pt x="4101629" y="2630927"/>
                  <a:pt x="4101047" y="2631259"/>
                  <a:pt x="4100549" y="2631259"/>
                </a:cubicBezTo>
                <a:close/>
                <a:moveTo>
                  <a:pt x="4319693" y="2695861"/>
                </a:moveTo>
                <a:cubicBezTo>
                  <a:pt x="4319111" y="2695862"/>
                  <a:pt x="4318612" y="2695612"/>
                  <a:pt x="4318363" y="2695113"/>
                </a:cubicBezTo>
                <a:lnTo>
                  <a:pt x="4307563" y="2676337"/>
                </a:lnTo>
                <a:cubicBezTo>
                  <a:pt x="4307314" y="2675923"/>
                  <a:pt x="4307314" y="2675341"/>
                  <a:pt x="4307563" y="2674843"/>
                </a:cubicBezTo>
                <a:lnTo>
                  <a:pt x="4318363" y="2656067"/>
                </a:lnTo>
                <a:cubicBezTo>
                  <a:pt x="4318612" y="2655650"/>
                  <a:pt x="4319194" y="2655319"/>
                  <a:pt x="4319693" y="2655318"/>
                </a:cubicBezTo>
                <a:lnTo>
                  <a:pt x="4341376" y="2655318"/>
                </a:lnTo>
                <a:cubicBezTo>
                  <a:pt x="4341958" y="2655318"/>
                  <a:pt x="4342456" y="2655567"/>
                  <a:pt x="4342705" y="2656067"/>
                </a:cubicBezTo>
                <a:lnTo>
                  <a:pt x="4353506" y="2674842"/>
                </a:lnTo>
                <a:cubicBezTo>
                  <a:pt x="4353755" y="2675258"/>
                  <a:pt x="4353755" y="2675840"/>
                  <a:pt x="4353506" y="2676338"/>
                </a:cubicBezTo>
                <a:lnTo>
                  <a:pt x="4342705" y="2695114"/>
                </a:lnTo>
                <a:cubicBezTo>
                  <a:pt x="4342456" y="2695529"/>
                  <a:pt x="4341875" y="2695862"/>
                  <a:pt x="4341376" y="2695862"/>
                </a:cubicBezTo>
                <a:close/>
                <a:moveTo>
                  <a:pt x="4259505" y="2679734"/>
                </a:moveTo>
                <a:cubicBezTo>
                  <a:pt x="4258924" y="2679735"/>
                  <a:pt x="4258426" y="2679485"/>
                  <a:pt x="4258177" y="2678986"/>
                </a:cubicBezTo>
                <a:lnTo>
                  <a:pt x="4247377" y="2660210"/>
                </a:lnTo>
                <a:cubicBezTo>
                  <a:pt x="4247128" y="2659796"/>
                  <a:pt x="4247128" y="2659214"/>
                  <a:pt x="4247377" y="2658716"/>
                </a:cubicBezTo>
                <a:lnTo>
                  <a:pt x="4258177" y="2639939"/>
                </a:lnTo>
                <a:cubicBezTo>
                  <a:pt x="4258425" y="2639523"/>
                  <a:pt x="4259008" y="2639192"/>
                  <a:pt x="4259506" y="2639191"/>
                </a:cubicBezTo>
                <a:lnTo>
                  <a:pt x="4281189" y="2639191"/>
                </a:lnTo>
                <a:cubicBezTo>
                  <a:pt x="4281771" y="2639191"/>
                  <a:pt x="4282269" y="2639440"/>
                  <a:pt x="4282519" y="2639940"/>
                </a:cubicBezTo>
                <a:lnTo>
                  <a:pt x="4293320" y="2658715"/>
                </a:lnTo>
                <a:cubicBezTo>
                  <a:pt x="4293569" y="2659131"/>
                  <a:pt x="4293568" y="2659713"/>
                  <a:pt x="4293320" y="2660211"/>
                </a:cubicBezTo>
                <a:lnTo>
                  <a:pt x="4282518" y="2678987"/>
                </a:lnTo>
                <a:cubicBezTo>
                  <a:pt x="4282270" y="2679402"/>
                  <a:pt x="4281688" y="2679735"/>
                  <a:pt x="4281190" y="2679735"/>
                </a:cubicBezTo>
                <a:close/>
                <a:moveTo>
                  <a:pt x="4379703" y="2712225"/>
                </a:moveTo>
                <a:cubicBezTo>
                  <a:pt x="4379204" y="2712225"/>
                  <a:pt x="4378623" y="2711976"/>
                  <a:pt x="4378373" y="2711477"/>
                </a:cubicBezTo>
                <a:lnTo>
                  <a:pt x="4367490" y="2692535"/>
                </a:lnTo>
                <a:cubicBezTo>
                  <a:pt x="4367241" y="2692037"/>
                  <a:pt x="4367241" y="2691455"/>
                  <a:pt x="4367490" y="2690957"/>
                </a:cubicBezTo>
                <a:lnTo>
                  <a:pt x="4378456" y="2672015"/>
                </a:lnTo>
                <a:cubicBezTo>
                  <a:pt x="4378706" y="2671599"/>
                  <a:pt x="4379204" y="2671267"/>
                  <a:pt x="4379786" y="2671267"/>
                </a:cubicBezTo>
                <a:lnTo>
                  <a:pt x="4401636" y="2671267"/>
                </a:lnTo>
                <a:cubicBezTo>
                  <a:pt x="4402134" y="2671267"/>
                  <a:pt x="4402716" y="2671516"/>
                  <a:pt x="4402965" y="2672015"/>
                </a:cubicBezTo>
                <a:lnTo>
                  <a:pt x="4413848" y="2690957"/>
                </a:lnTo>
                <a:cubicBezTo>
                  <a:pt x="4414097" y="2691455"/>
                  <a:pt x="4414097" y="2692037"/>
                  <a:pt x="4413848" y="2692535"/>
                </a:cubicBezTo>
                <a:lnTo>
                  <a:pt x="4402882" y="2711477"/>
                </a:lnTo>
                <a:cubicBezTo>
                  <a:pt x="4402632" y="2711893"/>
                  <a:pt x="4402134" y="2712225"/>
                  <a:pt x="4401552" y="2712225"/>
                </a:cubicBezTo>
                <a:close/>
                <a:moveTo>
                  <a:pt x="4439807" y="2728517"/>
                </a:moveTo>
                <a:cubicBezTo>
                  <a:pt x="4439308" y="2728517"/>
                  <a:pt x="4438727" y="2728268"/>
                  <a:pt x="4438477" y="2727770"/>
                </a:cubicBezTo>
                <a:lnTo>
                  <a:pt x="4427428" y="2708661"/>
                </a:lnTo>
                <a:cubicBezTo>
                  <a:pt x="4427179" y="2708163"/>
                  <a:pt x="4427179" y="2707581"/>
                  <a:pt x="4427428" y="2707083"/>
                </a:cubicBezTo>
                <a:lnTo>
                  <a:pt x="4438477" y="2687975"/>
                </a:lnTo>
                <a:cubicBezTo>
                  <a:pt x="4438727" y="2687559"/>
                  <a:pt x="4439225" y="2687227"/>
                  <a:pt x="4439807" y="2687227"/>
                </a:cubicBezTo>
                <a:lnTo>
                  <a:pt x="4461906" y="2687227"/>
                </a:lnTo>
                <a:cubicBezTo>
                  <a:pt x="4462404" y="2687227"/>
                  <a:pt x="4462986" y="2687476"/>
                  <a:pt x="4463235" y="2687975"/>
                </a:cubicBezTo>
                <a:lnTo>
                  <a:pt x="4474285" y="2707083"/>
                </a:lnTo>
                <a:cubicBezTo>
                  <a:pt x="4474534" y="2707581"/>
                  <a:pt x="4474534" y="2708163"/>
                  <a:pt x="4474285" y="2708661"/>
                </a:cubicBezTo>
                <a:lnTo>
                  <a:pt x="4463235" y="2727770"/>
                </a:lnTo>
                <a:cubicBezTo>
                  <a:pt x="4462986" y="2728185"/>
                  <a:pt x="4462487" y="2728517"/>
                  <a:pt x="4461906" y="2728517"/>
                </a:cubicBezTo>
                <a:close/>
                <a:moveTo>
                  <a:pt x="3416497" y="2454604"/>
                </a:moveTo>
                <a:cubicBezTo>
                  <a:pt x="3415999" y="2454604"/>
                  <a:pt x="3415417" y="2454270"/>
                  <a:pt x="3415168" y="2453773"/>
                </a:cubicBezTo>
                <a:lnTo>
                  <a:pt x="3403952" y="2434415"/>
                </a:lnTo>
                <a:cubicBezTo>
                  <a:pt x="3403703" y="2433917"/>
                  <a:pt x="3403703" y="2433336"/>
                  <a:pt x="3403952" y="2432836"/>
                </a:cubicBezTo>
                <a:lnTo>
                  <a:pt x="3415168" y="2413480"/>
                </a:lnTo>
                <a:cubicBezTo>
                  <a:pt x="3415417" y="2412980"/>
                  <a:pt x="3415915" y="2412649"/>
                  <a:pt x="3416497" y="2412648"/>
                </a:cubicBezTo>
                <a:lnTo>
                  <a:pt x="3438845" y="2412649"/>
                </a:lnTo>
                <a:cubicBezTo>
                  <a:pt x="3439344" y="2412648"/>
                  <a:pt x="3439925" y="2412981"/>
                  <a:pt x="3440175" y="2413480"/>
                </a:cubicBezTo>
                <a:lnTo>
                  <a:pt x="3451390" y="2432837"/>
                </a:lnTo>
                <a:cubicBezTo>
                  <a:pt x="3451640" y="2433335"/>
                  <a:pt x="3451640" y="2433917"/>
                  <a:pt x="3451390" y="2434416"/>
                </a:cubicBezTo>
                <a:lnTo>
                  <a:pt x="3440175" y="2453773"/>
                </a:lnTo>
                <a:cubicBezTo>
                  <a:pt x="3439925" y="2454271"/>
                  <a:pt x="3439427" y="2454604"/>
                  <a:pt x="3438845" y="2454604"/>
                </a:cubicBezTo>
                <a:close/>
                <a:moveTo>
                  <a:pt x="4499825" y="2745071"/>
                </a:moveTo>
                <a:cubicBezTo>
                  <a:pt x="4499244" y="2745071"/>
                  <a:pt x="4498662" y="2744739"/>
                  <a:pt x="4498413" y="2744240"/>
                </a:cubicBezTo>
                <a:lnTo>
                  <a:pt x="4487197" y="2724800"/>
                </a:lnTo>
                <a:cubicBezTo>
                  <a:pt x="4486948" y="2724301"/>
                  <a:pt x="4486948" y="2723720"/>
                  <a:pt x="4487197" y="2723221"/>
                </a:cubicBezTo>
                <a:lnTo>
                  <a:pt x="4498413" y="2703781"/>
                </a:lnTo>
                <a:cubicBezTo>
                  <a:pt x="4498745" y="2703282"/>
                  <a:pt x="4499244" y="2702950"/>
                  <a:pt x="4499825" y="2702950"/>
                </a:cubicBezTo>
                <a:lnTo>
                  <a:pt x="4522340" y="2702950"/>
                </a:lnTo>
                <a:cubicBezTo>
                  <a:pt x="4522921" y="2702950"/>
                  <a:pt x="4523503" y="2703282"/>
                  <a:pt x="4523752" y="2703781"/>
                </a:cubicBezTo>
                <a:lnTo>
                  <a:pt x="4534967" y="2723221"/>
                </a:lnTo>
                <a:cubicBezTo>
                  <a:pt x="4535217" y="2723720"/>
                  <a:pt x="4535217" y="2724301"/>
                  <a:pt x="4534967" y="2724800"/>
                </a:cubicBezTo>
                <a:lnTo>
                  <a:pt x="4523752" y="2744240"/>
                </a:lnTo>
                <a:cubicBezTo>
                  <a:pt x="4523419" y="2744739"/>
                  <a:pt x="4522921" y="2745071"/>
                  <a:pt x="4522340" y="2745071"/>
                </a:cubicBezTo>
                <a:close/>
                <a:moveTo>
                  <a:pt x="4560011" y="2761197"/>
                </a:moveTo>
                <a:cubicBezTo>
                  <a:pt x="4559430" y="2761197"/>
                  <a:pt x="4558848" y="2760865"/>
                  <a:pt x="4558599" y="2760366"/>
                </a:cubicBezTo>
                <a:lnTo>
                  <a:pt x="4547383" y="2740926"/>
                </a:lnTo>
                <a:cubicBezTo>
                  <a:pt x="4547134" y="2740427"/>
                  <a:pt x="4547134" y="2739846"/>
                  <a:pt x="4547383" y="2739347"/>
                </a:cubicBezTo>
                <a:lnTo>
                  <a:pt x="4558599" y="2719907"/>
                </a:lnTo>
                <a:cubicBezTo>
                  <a:pt x="4558931" y="2719408"/>
                  <a:pt x="4559430" y="2719076"/>
                  <a:pt x="4560011" y="2719076"/>
                </a:cubicBezTo>
                <a:lnTo>
                  <a:pt x="4582526" y="2719076"/>
                </a:lnTo>
                <a:cubicBezTo>
                  <a:pt x="4583107" y="2719076"/>
                  <a:pt x="4583689" y="2719408"/>
                  <a:pt x="4583938" y="2719907"/>
                </a:cubicBezTo>
                <a:lnTo>
                  <a:pt x="4595153" y="2739347"/>
                </a:lnTo>
                <a:cubicBezTo>
                  <a:pt x="4595403" y="2739846"/>
                  <a:pt x="4595403" y="2740427"/>
                  <a:pt x="4595153" y="2740926"/>
                </a:cubicBezTo>
                <a:lnTo>
                  <a:pt x="4583938" y="2760366"/>
                </a:lnTo>
                <a:cubicBezTo>
                  <a:pt x="4583605" y="2760865"/>
                  <a:pt x="4583107" y="2761197"/>
                  <a:pt x="4582526" y="2761197"/>
                </a:cubicBezTo>
                <a:close/>
                <a:moveTo>
                  <a:pt x="3235771" y="2406649"/>
                </a:moveTo>
                <a:cubicBezTo>
                  <a:pt x="3235189" y="2406649"/>
                  <a:pt x="3234690" y="2406317"/>
                  <a:pt x="3234358" y="2405818"/>
                </a:cubicBezTo>
                <a:lnTo>
                  <a:pt x="3222976" y="2386045"/>
                </a:lnTo>
                <a:cubicBezTo>
                  <a:pt x="3222644" y="2385547"/>
                  <a:pt x="3222644" y="2384965"/>
                  <a:pt x="3222976" y="2384467"/>
                </a:cubicBezTo>
                <a:lnTo>
                  <a:pt x="3234358" y="2364694"/>
                </a:lnTo>
                <a:cubicBezTo>
                  <a:pt x="3234690" y="2364195"/>
                  <a:pt x="3235189" y="2363863"/>
                  <a:pt x="3235771" y="2363863"/>
                </a:cubicBezTo>
                <a:lnTo>
                  <a:pt x="3258534" y="2363863"/>
                </a:lnTo>
                <a:cubicBezTo>
                  <a:pt x="3259116" y="2363863"/>
                  <a:pt x="3259614" y="2364195"/>
                  <a:pt x="3259947" y="2364694"/>
                </a:cubicBezTo>
                <a:lnTo>
                  <a:pt x="3271328" y="2384467"/>
                </a:lnTo>
                <a:cubicBezTo>
                  <a:pt x="3271661" y="2384965"/>
                  <a:pt x="3271661" y="2385547"/>
                  <a:pt x="3271328" y="2386045"/>
                </a:cubicBezTo>
                <a:lnTo>
                  <a:pt x="3259947" y="2405818"/>
                </a:lnTo>
                <a:cubicBezTo>
                  <a:pt x="3259614" y="2406317"/>
                  <a:pt x="3259116" y="2406649"/>
                  <a:pt x="3258534" y="2406649"/>
                </a:cubicBezTo>
                <a:close/>
                <a:moveTo>
                  <a:pt x="3295876" y="2422848"/>
                </a:moveTo>
                <a:cubicBezTo>
                  <a:pt x="3295294" y="2422848"/>
                  <a:pt x="3294795" y="2422515"/>
                  <a:pt x="3294463" y="2422017"/>
                </a:cubicBezTo>
                <a:lnTo>
                  <a:pt x="3282998" y="2402161"/>
                </a:lnTo>
                <a:cubicBezTo>
                  <a:pt x="3282666" y="2401746"/>
                  <a:pt x="3282666" y="2401081"/>
                  <a:pt x="3282998" y="2400583"/>
                </a:cubicBezTo>
                <a:lnTo>
                  <a:pt x="3294463" y="2380727"/>
                </a:lnTo>
                <a:cubicBezTo>
                  <a:pt x="3294795" y="2380228"/>
                  <a:pt x="3295294" y="2379896"/>
                  <a:pt x="3295876" y="2379896"/>
                </a:cubicBezTo>
                <a:lnTo>
                  <a:pt x="3318722" y="2379896"/>
                </a:lnTo>
                <a:cubicBezTo>
                  <a:pt x="3319304" y="2379896"/>
                  <a:pt x="3319802" y="2380228"/>
                  <a:pt x="3320135" y="2380727"/>
                </a:cubicBezTo>
                <a:lnTo>
                  <a:pt x="3331599" y="2400583"/>
                </a:lnTo>
                <a:cubicBezTo>
                  <a:pt x="3331932" y="2400998"/>
                  <a:pt x="3331932" y="2401663"/>
                  <a:pt x="3331599" y="2402161"/>
                </a:cubicBezTo>
                <a:lnTo>
                  <a:pt x="3320135" y="2422017"/>
                </a:lnTo>
                <a:cubicBezTo>
                  <a:pt x="3319802" y="2422515"/>
                  <a:pt x="3319304" y="2422848"/>
                  <a:pt x="3318722" y="2422848"/>
                </a:cubicBezTo>
                <a:close/>
                <a:moveTo>
                  <a:pt x="3536627" y="2487460"/>
                </a:moveTo>
                <a:cubicBezTo>
                  <a:pt x="3536046" y="2487460"/>
                  <a:pt x="3535548" y="2487128"/>
                  <a:pt x="3535214" y="2486629"/>
                </a:cubicBezTo>
                <a:lnTo>
                  <a:pt x="3523750" y="2466690"/>
                </a:lnTo>
                <a:cubicBezTo>
                  <a:pt x="3523417" y="2466192"/>
                  <a:pt x="3523418" y="2465527"/>
                  <a:pt x="3523750" y="2465029"/>
                </a:cubicBezTo>
                <a:lnTo>
                  <a:pt x="3535215" y="2445090"/>
                </a:lnTo>
                <a:cubicBezTo>
                  <a:pt x="3535548" y="2444591"/>
                  <a:pt x="3536046" y="2444259"/>
                  <a:pt x="3536627" y="2444259"/>
                </a:cubicBezTo>
                <a:lnTo>
                  <a:pt x="3559641" y="2444259"/>
                </a:lnTo>
                <a:cubicBezTo>
                  <a:pt x="3560222" y="2444259"/>
                  <a:pt x="3560721" y="2444591"/>
                  <a:pt x="3561053" y="2445090"/>
                </a:cubicBezTo>
                <a:lnTo>
                  <a:pt x="3572518" y="2465029"/>
                </a:lnTo>
                <a:cubicBezTo>
                  <a:pt x="3572850" y="2465527"/>
                  <a:pt x="3572850" y="2466192"/>
                  <a:pt x="3572518" y="2466690"/>
                </a:cubicBezTo>
                <a:lnTo>
                  <a:pt x="3561053" y="2486629"/>
                </a:lnTo>
                <a:cubicBezTo>
                  <a:pt x="3560721" y="2487128"/>
                  <a:pt x="3560221" y="2487460"/>
                  <a:pt x="3559641" y="2487460"/>
                </a:cubicBezTo>
                <a:close/>
                <a:moveTo>
                  <a:pt x="3656814" y="2519949"/>
                </a:moveTo>
                <a:cubicBezTo>
                  <a:pt x="3656232" y="2519949"/>
                  <a:pt x="3655735" y="2519617"/>
                  <a:pt x="3655401" y="2519119"/>
                </a:cubicBezTo>
                <a:lnTo>
                  <a:pt x="3643853" y="2499014"/>
                </a:lnTo>
                <a:cubicBezTo>
                  <a:pt x="3643522" y="2498515"/>
                  <a:pt x="3643521" y="2497850"/>
                  <a:pt x="3643853" y="2497352"/>
                </a:cubicBezTo>
                <a:lnTo>
                  <a:pt x="3655484" y="2477247"/>
                </a:lnTo>
                <a:cubicBezTo>
                  <a:pt x="3655817" y="2476748"/>
                  <a:pt x="3656315" y="2476416"/>
                  <a:pt x="3656897" y="2476416"/>
                </a:cubicBezTo>
                <a:lnTo>
                  <a:pt x="3680076" y="2476416"/>
                </a:lnTo>
                <a:cubicBezTo>
                  <a:pt x="3680658" y="2476416"/>
                  <a:pt x="3681156" y="2476748"/>
                  <a:pt x="3681488" y="2477247"/>
                </a:cubicBezTo>
                <a:lnTo>
                  <a:pt x="3693036" y="2497352"/>
                </a:lnTo>
                <a:cubicBezTo>
                  <a:pt x="3693368" y="2497850"/>
                  <a:pt x="3693369" y="2498515"/>
                  <a:pt x="3693037" y="2499014"/>
                </a:cubicBezTo>
                <a:lnTo>
                  <a:pt x="3681405" y="2519119"/>
                </a:lnTo>
                <a:cubicBezTo>
                  <a:pt x="3681073" y="2519617"/>
                  <a:pt x="3680575" y="2519949"/>
                  <a:pt x="3679993" y="2519949"/>
                </a:cubicBezTo>
                <a:close/>
                <a:moveTo>
                  <a:pt x="3476255" y="2471654"/>
                </a:moveTo>
                <a:cubicBezTo>
                  <a:pt x="3475674" y="2471654"/>
                  <a:pt x="3475175" y="2471321"/>
                  <a:pt x="3474842" y="2470823"/>
                </a:cubicBezTo>
                <a:lnTo>
                  <a:pt x="3463212" y="2450635"/>
                </a:lnTo>
                <a:cubicBezTo>
                  <a:pt x="3462879" y="2450136"/>
                  <a:pt x="3462880" y="2449471"/>
                  <a:pt x="3463212" y="2448973"/>
                </a:cubicBezTo>
                <a:lnTo>
                  <a:pt x="3474843" y="2428785"/>
                </a:lnTo>
                <a:cubicBezTo>
                  <a:pt x="3475093" y="2428286"/>
                  <a:pt x="3475673" y="2427954"/>
                  <a:pt x="3476255" y="2427954"/>
                </a:cubicBezTo>
                <a:lnTo>
                  <a:pt x="3499517" y="2427954"/>
                </a:lnTo>
                <a:cubicBezTo>
                  <a:pt x="3500099" y="2427954"/>
                  <a:pt x="3500597" y="2428286"/>
                  <a:pt x="3500929" y="2428785"/>
                </a:cubicBezTo>
                <a:lnTo>
                  <a:pt x="3512561" y="2448973"/>
                </a:lnTo>
                <a:cubicBezTo>
                  <a:pt x="3512894" y="2449471"/>
                  <a:pt x="3512894" y="2450136"/>
                  <a:pt x="3512561" y="2450635"/>
                </a:cubicBezTo>
                <a:lnTo>
                  <a:pt x="3500930" y="2470823"/>
                </a:lnTo>
                <a:cubicBezTo>
                  <a:pt x="3500680" y="2471320"/>
                  <a:pt x="3500098" y="2471654"/>
                  <a:pt x="3499518" y="2471654"/>
                </a:cubicBezTo>
                <a:close/>
                <a:moveTo>
                  <a:pt x="3596275" y="2504486"/>
                </a:moveTo>
                <a:cubicBezTo>
                  <a:pt x="3595611" y="2504486"/>
                  <a:pt x="3595112" y="2504154"/>
                  <a:pt x="3594780" y="2503655"/>
                </a:cubicBezTo>
                <a:lnTo>
                  <a:pt x="3582816" y="2482968"/>
                </a:lnTo>
                <a:cubicBezTo>
                  <a:pt x="3582484" y="2482470"/>
                  <a:pt x="3582484" y="2481805"/>
                  <a:pt x="3582816" y="2481307"/>
                </a:cubicBezTo>
                <a:lnTo>
                  <a:pt x="3594780" y="2460620"/>
                </a:lnTo>
                <a:cubicBezTo>
                  <a:pt x="3595112" y="2460121"/>
                  <a:pt x="3595693" y="2459789"/>
                  <a:pt x="3596275" y="2459789"/>
                </a:cubicBezTo>
                <a:lnTo>
                  <a:pt x="3620202" y="2459789"/>
                </a:lnTo>
                <a:cubicBezTo>
                  <a:pt x="3620866" y="2459789"/>
                  <a:pt x="3621365" y="2460121"/>
                  <a:pt x="3621697" y="2460620"/>
                </a:cubicBezTo>
                <a:lnTo>
                  <a:pt x="3633661" y="2481307"/>
                </a:lnTo>
                <a:cubicBezTo>
                  <a:pt x="3633993" y="2481805"/>
                  <a:pt x="3633993" y="2482470"/>
                  <a:pt x="3633661" y="2482968"/>
                </a:cubicBezTo>
                <a:lnTo>
                  <a:pt x="3621697" y="2503655"/>
                </a:lnTo>
                <a:cubicBezTo>
                  <a:pt x="3621365" y="2504154"/>
                  <a:pt x="3620784" y="2504486"/>
                  <a:pt x="3620202" y="2504486"/>
                </a:cubicBezTo>
                <a:close/>
                <a:moveTo>
                  <a:pt x="4619367" y="2778809"/>
                </a:moveTo>
                <a:cubicBezTo>
                  <a:pt x="4618702" y="2778809"/>
                  <a:pt x="4618204" y="2778477"/>
                  <a:pt x="4617872" y="2777978"/>
                </a:cubicBezTo>
                <a:lnTo>
                  <a:pt x="4605825" y="2757125"/>
                </a:lnTo>
                <a:cubicBezTo>
                  <a:pt x="4605493" y="2756544"/>
                  <a:pt x="4605493" y="2755879"/>
                  <a:pt x="4605825" y="2755381"/>
                </a:cubicBezTo>
                <a:lnTo>
                  <a:pt x="4617872" y="2734528"/>
                </a:lnTo>
                <a:cubicBezTo>
                  <a:pt x="4618204" y="2734029"/>
                  <a:pt x="4618786" y="2733697"/>
                  <a:pt x="4619367" y="2733697"/>
                </a:cubicBezTo>
                <a:lnTo>
                  <a:pt x="4643460" y="2733697"/>
                </a:lnTo>
                <a:cubicBezTo>
                  <a:pt x="4644125" y="2733697"/>
                  <a:pt x="4644623" y="2734030"/>
                  <a:pt x="4644956" y="2734529"/>
                </a:cubicBezTo>
                <a:lnTo>
                  <a:pt x="4657002" y="2755381"/>
                </a:lnTo>
                <a:cubicBezTo>
                  <a:pt x="4657334" y="2755962"/>
                  <a:pt x="4657334" y="2756627"/>
                  <a:pt x="4657002" y="2757125"/>
                </a:cubicBezTo>
                <a:lnTo>
                  <a:pt x="4644956" y="2777978"/>
                </a:lnTo>
                <a:cubicBezTo>
                  <a:pt x="4644623" y="2778477"/>
                  <a:pt x="4644042" y="2778809"/>
                  <a:pt x="4643460" y="2778809"/>
                </a:cubicBezTo>
                <a:close/>
                <a:moveTo>
                  <a:pt x="3355373" y="2440321"/>
                </a:moveTo>
                <a:cubicBezTo>
                  <a:pt x="3354792" y="2440322"/>
                  <a:pt x="3354210" y="2439990"/>
                  <a:pt x="3353878" y="2439490"/>
                </a:cubicBezTo>
                <a:lnTo>
                  <a:pt x="3341748" y="2418471"/>
                </a:lnTo>
                <a:cubicBezTo>
                  <a:pt x="3341416" y="2417890"/>
                  <a:pt x="3341416" y="2417226"/>
                  <a:pt x="3341748" y="2416728"/>
                </a:cubicBezTo>
                <a:lnTo>
                  <a:pt x="3353878" y="2395709"/>
                </a:lnTo>
                <a:cubicBezTo>
                  <a:pt x="3354210" y="2395209"/>
                  <a:pt x="3354792" y="2394877"/>
                  <a:pt x="3355373" y="2394877"/>
                </a:cubicBezTo>
                <a:lnTo>
                  <a:pt x="3379715" y="2394878"/>
                </a:lnTo>
                <a:cubicBezTo>
                  <a:pt x="3380297" y="2394877"/>
                  <a:pt x="3380879" y="2395209"/>
                  <a:pt x="3381211" y="2395709"/>
                </a:cubicBezTo>
                <a:lnTo>
                  <a:pt x="3393340" y="2416728"/>
                </a:lnTo>
                <a:cubicBezTo>
                  <a:pt x="3393673" y="2417309"/>
                  <a:pt x="3393673" y="2417973"/>
                  <a:pt x="3393340" y="2418471"/>
                </a:cubicBezTo>
                <a:lnTo>
                  <a:pt x="3381211" y="2439490"/>
                </a:lnTo>
                <a:cubicBezTo>
                  <a:pt x="3380879" y="2439989"/>
                  <a:pt x="3380297" y="2440321"/>
                  <a:pt x="3379715" y="2440322"/>
                </a:cubicBezTo>
                <a:close/>
                <a:moveTo>
                  <a:pt x="3114483" y="2375974"/>
                </a:moveTo>
                <a:cubicBezTo>
                  <a:pt x="3113902" y="2375974"/>
                  <a:pt x="3113320" y="2375642"/>
                  <a:pt x="3112988" y="2375143"/>
                </a:cubicBezTo>
                <a:lnTo>
                  <a:pt x="3100775" y="2353875"/>
                </a:lnTo>
                <a:cubicBezTo>
                  <a:pt x="3100443" y="2353293"/>
                  <a:pt x="3100443" y="2352629"/>
                  <a:pt x="3100775" y="2352130"/>
                </a:cubicBezTo>
                <a:lnTo>
                  <a:pt x="3113071" y="2330862"/>
                </a:lnTo>
                <a:cubicBezTo>
                  <a:pt x="3113403" y="2330363"/>
                  <a:pt x="3113985" y="2330031"/>
                  <a:pt x="3114566" y="2330031"/>
                </a:cubicBezTo>
                <a:lnTo>
                  <a:pt x="3139075" y="2330031"/>
                </a:lnTo>
                <a:cubicBezTo>
                  <a:pt x="3139656" y="2330031"/>
                  <a:pt x="3140238" y="2330363"/>
                  <a:pt x="3140570" y="2330862"/>
                </a:cubicBezTo>
                <a:lnTo>
                  <a:pt x="3152783" y="2352130"/>
                </a:lnTo>
                <a:cubicBezTo>
                  <a:pt x="3153115" y="2352712"/>
                  <a:pt x="3153115" y="2353376"/>
                  <a:pt x="3152783" y="2353875"/>
                </a:cubicBezTo>
                <a:lnTo>
                  <a:pt x="3140487" y="2375143"/>
                </a:lnTo>
                <a:cubicBezTo>
                  <a:pt x="3140155" y="2375642"/>
                  <a:pt x="3139573" y="2375974"/>
                  <a:pt x="3138992" y="2375974"/>
                </a:cubicBezTo>
                <a:close/>
                <a:moveTo>
                  <a:pt x="340655" y="1670014"/>
                </a:moveTo>
                <a:cubicBezTo>
                  <a:pt x="340487" y="1670013"/>
                  <a:pt x="340239" y="1669764"/>
                  <a:pt x="340239" y="1669764"/>
                </a:cubicBezTo>
                <a:lnTo>
                  <a:pt x="336666" y="1663616"/>
                </a:lnTo>
                <a:cubicBezTo>
                  <a:pt x="336584" y="1663450"/>
                  <a:pt x="336666" y="1663118"/>
                  <a:pt x="336666" y="1663118"/>
                </a:cubicBezTo>
                <a:lnTo>
                  <a:pt x="340238" y="1656970"/>
                </a:lnTo>
                <a:cubicBezTo>
                  <a:pt x="340321" y="1656804"/>
                  <a:pt x="340655" y="1656721"/>
                  <a:pt x="340655" y="1656721"/>
                </a:cubicBezTo>
                <a:lnTo>
                  <a:pt x="347798" y="1656721"/>
                </a:lnTo>
                <a:cubicBezTo>
                  <a:pt x="347965" y="1656721"/>
                  <a:pt x="348214" y="1656970"/>
                  <a:pt x="348214" y="1656970"/>
                </a:cubicBezTo>
                <a:lnTo>
                  <a:pt x="351787" y="1663118"/>
                </a:lnTo>
                <a:cubicBezTo>
                  <a:pt x="351869" y="1663284"/>
                  <a:pt x="351787" y="1663616"/>
                  <a:pt x="351787" y="1663616"/>
                </a:cubicBezTo>
                <a:lnTo>
                  <a:pt x="348215" y="1669764"/>
                </a:lnTo>
                <a:cubicBezTo>
                  <a:pt x="348131" y="1669931"/>
                  <a:pt x="347798" y="1670013"/>
                  <a:pt x="347798" y="1670013"/>
                </a:cubicBezTo>
                <a:close/>
                <a:moveTo>
                  <a:pt x="397350" y="1692704"/>
                </a:moveTo>
                <a:cubicBezTo>
                  <a:pt x="397017" y="1692704"/>
                  <a:pt x="396518" y="1692206"/>
                  <a:pt x="396518" y="1692206"/>
                </a:cubicBezTo>
                <a:lnTo>
                  <a:pt x="389458" y="1679993"/>
                </a:lnTo>
                <a:cubicBezTo>
                  <a:pt x="389291" y="1679661"/>
                  <a:pt x="389458" y="1678996"/>
                  <a:pt x="389458" y="1678996"/>
                </a:cubicBezTo>
                <a:lnTo>
                  <a:pt x="396518" y="1666783"/>
                </a:lnTo>
                <a:cubicBezTo>
                  <a:pt x="396685" y="1666451"/>
                  <a:pt x="397351" y="1666285"/>
                  <a:pt x="397351" y="1666285"/>
                </a:cubicBezTo>
                <a:lnTo>
                  <a:pt x="411473" y="1666285"/>
                </a:lnTo>
                <a:cubicBezTo>
                  <a:pt x="411805" y="1666285"/>
                  <a:pt x="412304" y="1666783"/>
                  <a:pt x="412304" y="1666783"/>
                </a:cubicBezTo>
                <a:lnTo>
                  <a:pt x="419365" y="1678996"/>
                </a:lnTo>
                <a:cubicBezTo>
                  <a:pt x="419533" y="1679328"/>
                  <a:pt x="419365" y="1679993"/>
                  <a:pt x="419365" y="1679993"/>
                </a:cubicBezTo>
                <a:lnTo>
                  <a:pt x="412304" y="1692206"/>
                </a:lnTo>
                <a:cubicBezTo>
                  <a:pt x="412138" y="1692538"/>
                  <a:pt x="411473" y="1692704"/>
                  <a:pt x="411473" y="1692704"/>
                </a:cubicBezTo>
                <a:close/>
                <a:moveTo>
                  <a:pt x="4851048" y="2886352"/>
                </a:moveTo>
                <a:cubicBezTo>
                  <a:pt x="4850632" y="2886352"/>
                  <a:pt x="4850134" y="2885853"/>
                  <a:pt x="4850134" y="2885853"/>
                </a:cubicBezTo>
                <a:lnTo>
                  <a:pt x="4842989" y="2873391"/>
                </a:lnTo>
                <a:cubicBezTo>
                  <a:pt x="4842823" y="2873059"/>
                  <a:pt x="4842989" y="2872394"/>
                  <a:pt x="4842989" y="2872394"/>
                </a:cubicBezTo>
                <a:lnTo>
                  <a:pt x="4850134" y="2859932"/>
                </a:lnTo>
                <a:cubicBezTo>
                  <a:pt x="4850383" y="2859600"/>
                  <a:pt x="4851048" y="2859434"/>
                  <a:pt x="4851048" y="2859434"/>
                </a:cubicBezTo>
                <a:lnTo>
                  <a:pt x="4865421" y="2859434"/>
                </a:lnTo>
                <a:cubicBezTo>
                  <a:pt x="4865836" y="2859434"/>
                  <a:pt x="4866334" y="2859932"/>
                  <a:pt x="4866334" y="2859932"/>
                </a:cubicBezTo>
                <a:lnTo>
                  <a:pt x="4873479" y="2872394"/>
                </a:lnTo>
                <a:cubicBezTo>
                  <a:pt x="4873645" y="2872727"/>
                  <a:pt x="4873479" y="2873391"/>
                  <a:pt x="4873479" y="2873391"/>
                </a:cubicBezTo>
                <a:lnTo>
                  <a:pt x="4866334" y="2885853"/>
                </a:lnTo>
                <a:cubicBezTo>
                  <a:pt x="4866085" y="2886186"/>
                  <a:pt x="4865420" y="2886352"/>
                  <a:pt x="4865420" y="2886352"/>
                </a:cubicBezTo>
                <a:close/>
                <a:moveTo>
                  <a:pt x="457216" y="1709415"/>
                </a:moveTo>
                <a:cubicBezTo>
                  <a:pt x="456799" y="1709415"/>
                  <a:pt x="456302" y="1708915"/>
                  <a:pt x="456302" y="1708915"/>
                </a:cubicBezTo>
                <a:lnTo>
                  <a:pt x="448908" y="1696122"/>
                </a:lnTo>
                <a:cubicBezTo>
                  <a:pt x="448742" y="1695788"/>
                  <a:pt x="448908" y="1695041"/>
                  <a:pt x="448908" y="1695041"/>
                </a:cubicBezTo>
                <a:lnTo>
                  <a:pt x="456302" y="1682247"/>
                </a:lnTo>
                <a:cubicBezTo>
                  <a:pt x="456468" y="1681914"/>
                  <a:pt x="457216" y="1681749"/>
                  <a:pt x="457216" y="1681749"/>
                </a:cubicBezTo>
                <a:lnTo>
                  <a:pt x="472004" y="1681749"/>
                </a:lnTo>
                <a:cubicBezTo>
                  <a:pt x="472419" y="1681749"/>
                  <a:pt x="472918" y="1682247"/>
                  <a:pt x="472918" y="1682247"/>
                </a:cubicBezTo>
                <a:lnTo>
                  <a:pt x="480312" y="1695041"/>
                </a:lnTo>
                <a:cubicBezTo>
                  <a:pt x="480478" y="1695374"/>
                  <a:pt x="480312" y="1696122"/>
                  <a:pt x="480312" y="1696122"/>
                </a:cubicBezTo>
                <a:lnTo>
                  <a:pt x="472918" y="1708916"/>
                </a:lnTo>
                <a:cubicBezTo>
                  <a:pt x="472751" y="1709248"/>
                  <a:pt x="472004" y="1709414"/>
                  <a:pt x="472004" y="1709414"/>
                </a:cubicBezTo>
                <a:close/>
                <a:moveTo>
                  <a:pt x="1118609" y="1888151"/>
                </a:moveTo>
                <a:cubicBezTo>
                  <a:pt x="1118192" y="1888151"/>
                  <a:pt x="1117612" y="1887569"/>
                  <a:pt x="1117612" y="1887569"/>
                </a:cubicBezTo>
                <a:lnTo>
                  <a:pt x="1109553" y="1873529"/>
                </a:lnTo>
                <a:cubicBezTo>
                  <a:pt x="1109304" y="1873197"/>
                  <a:pt x="1109553" y="1872366"/>
                  <a:pt x="1109553" y="1872366"/>
                </a:cubicBezTo>
                <a:lnTo>
                  <a:pt x="1117611" y="1858326"/>
                </a:lnTo>
                <a:cubicBezTo>
                  <a:pt x="1117861" y="1857993"/>
                  <a:pt x="1118609" y="1857744"/>
                  <a:pt x="1118609" y="1857744"/>
                </a:cubicBezTo>
                <a:lnTo>
                  <a:pt x="1134809" y="1857744"/>
                </a:lnTo>
                <a:cubicBezTo>
                  <a:pt x="1135224" y="1857744"/>
                  <a:pt x="1135805" y="1858326"/>
                  <a:pt x="1135805" y="1858326"/>
                </a:cubicBezTo>
                <a:lnTo>
                  <a:pt x="1143864" y="1872366"/>
                </a:lnTo>
                <a:cubicBezTo>
                  <a:pt x="1144114" y="1872698"/>
                  <a:pt x="1143864" y="1873529"/>
                  <a:pt x="1143864" y="1873529"/>
                </a:cubicBezTo>
                <a:lnTo>
                  <a:pt x="1135806" y="1887569"/>
                </a:lnTo>
                <a:cubicBezTo>
                  <a:pt x="1135556" y="1887902"/>
                  <a:pt x="1134809" y="1888151"/>
                  <a:pt x="1134809" y="1888151"/>
                </a:cubicBezTo>
                <a:close/>
                <a:moveTo>
                  <a:pt x="2743533" y="2323728"/>
                </a:moveTo>
                <a:cubicBezTo>
                  <a:pt x="2743118" y="2323728"/>
                  <a:pt x="2742536" y="2323146"/>
                  <a:pt x="2742536" y="2323146"/>
                </a:cubicBezTo>
                <a:lnTo>
                  <a:pt x="2734395" y="2309023"/>
                </a:lnTo>
                <a:cubicBezTo>
                  <a:pt x="2734146" y="2308691"/>
                  <a:pt x="2734395" y="2307860"/>
                  <a:pt x="2734395" y="2307860"/>
                </a:cubicBezTo>
                <a:lnTo>
                  <a:pt x="2742536" y="2293737"/>
                </a:lnTo>
                <a:cubicBezTo>
                  <a:pt x="2742786" y="2293404"/>
                  <a:pt x="2743533" y="2293155"/>
                  <a:pt x="2743533" y="2293155"/>
                </a:cubicBezTo>
                <a:lnTo>
                  <a:pt x="2759817" y="2293155"/>
                </a:lnTo>
                <a:cubicBezTo>
                  <a:pt x="2760232" y="2293155"/>
                  <a:pt x="2760814" y="2293737"/>
                  <a:pt x="2760814" y="2293737"/>
                </a:cubicBezTo>
                <a:lnTo>
                  <a:pt x="2768955" y="2307860"/>
                </a:lnTo>
                <a:cubicBezTo>
                  <a:pt x="2769205" y="2308192"/>
                  <a:pt x="2768955" y="2309023"/>
                  <a:pt x="2768955" y="2309023"/>
                </a:cubicBezTo>
                <a:lnTo>
                  <a:pt x="2760814" y="2323146"/>
                </a:lnTo>
                <a:cubicBezTo>
                  <a:pt x="2760565" y="2323479"/>
                  <a:pt x="2759817" y="2323728"/>
                  <a:pt x="2759817" y="2323728"/>
                </a:cubicBezTo>
                <a:close/>
                <a:moveTo>
                  <a:pt x="1238795" y="1920640"/>
                </a:moveTo>
                <a:cubicBezTo>
                  <a:pt x="1238379" y="1920640"/>
                  <a:pt x="1237798" y="1920059"/>
                  <a:pt x="1237798" y="1920059"/>
                </a:cubicBezTo>
                <a:lnTo>
                  <a:pt x="1229656" y="1905852"/>
                </a:lnTo>
                <a:cubicBezTo>
                  <a:pt x="1229407" y="1905520"/>
                  <a:pt x="1229656" y="1904689"/>
                  <a:pt x="1229656" y="1904689"/>
                </a:cubicBezTo>
                <a:lnTo>
                  <a:pt x="1237881" y="1890483"/>
                </a:lnTo>
                <a:cubicBezTo>
                  <a:pt x="1238047" y="1890150"/>
                  <a:pt x="1238878" y="1889901"/>
                  <a:pt x="1238878" y="1889901"/>
                </a:cubicBezTo>
                <a:lnTo>
                  <a:pt x="1255244" y="1889901"/>
                </a:lnTo>
                <a:cubicBezTo>
                  <a:pt x="1255659" y="1889901"/>
                  <a:pt x="1256241" y="1890483"/>
                  <a:pt x="1256241" y="1890483"/>
                </a:cubicBezTo>
                <a:lnTo>
                  <a:pt x="1264383" y="1904689"/>
                </a:lnTo>
                <a:cubicBezTo>
                  <a:pt x="1264632" y="1905021"/>
                  <a:pt x="1264383" y="1905852"/>
                  <a:pt x="1264383" y="1905852"/>
                </a:cubicBezTo>
                <a:lnTo>
                  <a:pt x="1256158" y="1920059"/>
                </a:lnTo>
                <a:cubicBezTo>
                  <a:pt x="1255992" y="1920391"/>
                  <a:pt x="1255161" y="1920640"/>
                  <a:pt x="1255161" y="1920640"/>
                </a:cubicBezTo>
                <a:close/>
                <a:moveTo>
                  <a:pt x="1178609" y="1904596"/>
                </a:moveTo>
                <a:cubicBezTo>
                  <a:pt x="1178194" y="1904597"/>
                  <a:pt x="1177612" y="1904015"/>
                  <a:pt x="1177612" y="1904015"/>
                </a:cubicBezTo>
                <a:lnTo>
                  <a:pt x="1169387" y="1889725"/>
                </a:lnTo>
                <a:cubicBezTo>
                  <a:pt x="1169137" y="1889393"/>
                  <a:pt x="1169387" y="1888562"/>
                  <a:pt x="1169387" y="1888562"/>
                </a:cubicBezTo>
                <a:lnTo>
                  <a:pt x="1177612" y="1874272"/>
                </a:lnTo>
                <a:cubicBezTo>
                  <a:pt x="1177777" y="1873940"/>
                  <a:pt x="1178610" y="1873691"/>
                  <a:pt x="1178610" y="1873691"/>
                </a:cubicBezTo>
                <a:lnTo>
                  <a:pt x="1195059" y="1873691"/>
                </a:lnTo>
                <a:cubicBezTo>
                  <a:pt x="1195473" y="1873691"/>
                  <a:pt x="1196055" y="1874272"/>
                  <a:pt x="1196055" y="1874272"/>
                </a:cubicBezTo>
                <a:lnTo>
                  <a:pt x="1204280" y="1888562"/>
                </a:lnTo>
                <a:cubicBezTo>
                  <a:pt x="1204529" y="1888894"/>
                  <a:pt x="1204280" y="1889725"/>
                  <a:pt x="1204280" y="1889725"/>
                </a:cubicBezTo>
                <a:lnTo>
                  <a:pt x="1196056" y="1904015"/>
                </a:lnTo>
                <a:cubicBezTo>
                  <a:pt x="1195889" y="1904347"/>
                  <a:pt x="1195058" y="1904596"/>
                  <a:pt x="1195058" y="1904596"/>
                </a:cubicBezTo>
                <a:close/>
                <a:moveTo>
                  <a:pt x="1359001" y="1953226"/>
                </a:moveTo>
                <a:cubicBezTo>
                  <a:pt x="1358585" y="1953226"/>
                  <a:pt x="1358004" y="1952645"/>
                  <a:pt x="1358004" y="1952645"/>
                </a:cubicBezTo>
                <a:lnTo>
                  <a:pt x="1349613" y="1938106"/>
                </a:lnTo>
                <a:cubicBezTo>
                  <a:pt x="1349364" y="1937773"/>
                  <a:pt x="1349613" y="1936942"/>
                  <a:pt x="1349613" y="1936942"/>
                </a:cubicBezTo>
                <a:lnTo>
                  <a:pt x="1358004" y="1922404"/>
                </a:lnTo>
                <a:cubicBezTo>
                  <a:pt x="1358170" y="1922071"/>
                  <a:pt x="1358585" y="1921822"/>
                  <a:pt x="1359001" y="1921822"/>
                </a:cubicBezTo>
                <a:lnTo>
                  <a:pt x="1375783" y="1921822"/>
                </a:lnTo>
                <a:cubicBezTo>
                  <a:pt x="1376198" y="1921822"/>
                  <a:pt x="1376780" y="1922404"/>
                  <a:pt x="1376780" y="1922404"/>
                </a:cubicBezTo>
                <a:lnTo>
                  <a:pt x="1385171" y="1936942"/>
                </a:lnTo>
                <a:cubicBezTo>
                  <a:pt x="1385420" y="1937275"/>
                  <a:pt x="1385171" y="1938106"/>
                  <a:pt x="1385171" y="1938106"/>
                </a:cubicBezTo>
                <a:lnTo>
                  <a:pt x="1376780" y="1952645"/>
                </a:lnTo>
                <a:cubicBezTo>
                  <a:pt x="1376613" y="1952977"/>
                  <a:pt x="1376198" y="1953226"/>
                  <a:pt x="1375783" y="1953226"/>
                </a:cubicBezTo>
                <a:close/>
                <a:moveTo>
                  <a:pt x="1298554" y="1937515"/>
                </a:moveTo>
                <a:cubicBezTo>
                  <a:pt x="1298056" y="1937514"/>
                  <a:pt x="1297474" y="1936932"/>
                  <a:pt x="1297474" y="1936932"/>
                </a:cubicBezTo>
                <a:lnTo>
                  <a:pt x="1288917" y="1922061"/>
                </a:lnTo>
                <a:cubicBezTo>
                  <a:pt x="1288668" y="1921645"/>
                  <a:pt x="1288917" y="1920816"/>
                  <a:pt x="1288917" y="1920816"/>
                </a:cubicBezTo>
                <a:lnTo>
                  <a:pt x="1297557" y="1905945"/>
                </a:lnTo>
                <a:cubicBezTo>
                  <a:pt x="1297806" y="1905611"/>
                  <a:pt x="1298221" y="1905363"/>
                  <a:pt x="1298637" y="1905362"/>
                </a:cubicBezTo>
                <a:lnTo>
                  <a:pt x="1315834" y="1905362"/>
                </a:lnTo>
                <a:cubicBezTo>
                  <a:pt x="1316333" y="1905363"/>
                  <a:pt x="1316914" y="1905945"/>
                  <a:pt x="1316914" y="1905945"/>
                </a:cubicBezTo>
                <a:lnTo>
                  <a:pt x="1325472" y="1920815"/>
                </a:lnTo>
                <a:cubicBezTo>
                  <a:pt x="1325721" y="1921231"/>
                  <a:pt x="1325472" y="1922061"/>
                  <a:pt x="1325472" y="1922061"/>
                </a:cubicBezTo>
                <a:lnTo>
                  <a:pt x="1316831" y="1936932"/>
                </a:lnTo>
                <a:cubicBezTo>
                  <a:pt x="1316582" y="1937265"/>
                  <a:pt x="1316167" y="1937514"/>
                  <a:pt x="1315752" y="1937515"/>
                </a:cubicBezTo>
                <a:close/>
                <a:moveTo>
                  <a:pt x="1779961" y="2066788"/>
                </a:moveTo>
                <a:cubicBezTo>
                  <a:pt x="1779546" y="2066788"/>
                  <a:pt x="1778881" y="2066207"/>
                  <a:pt x="1778881" y="2066207"/>
                </a:cubicBezTo>
                <a:lnTo>
                  <a:pt x="1770158" y="2051086"/>
                </a:lnTo>
                <a:cubicBezTo>
                  <a:pt x="1769908" y="2050671"/>
                  <a:pt x="1770158" y="2049840"/>
                  <a:pt x="1770158" y="2049840"/>
                </a:cubicBezTo>
                <a:lnTo>
                  <a:pt x="1778881" y="2034720"/>
                </a:lnTo>
                <a:cubicBezTo>
                  <a:pt x="1779131" y="2034387"/>
                  <a:pt x="1779546" y="2034138"/>
                  <a:pt x="1779961" y="2034138"/>
                </a:cubicBezTo>
                <a:lnTo>
                  <a:pt x="1797491" y="2034138"/>
                </a:lnTo>
                <a:cubicBezTo>
                  <a:pt x="1797906" y="2034138"/>
                  <a:pt x="1798571" y="2034720"/>
                  <a:pt x="1798571" y="2034720"/>
                </a:cubicBezTo>
                <a:lnTo>
                  <a:pt x="1807294" y="2049840"/>
                </a:lnTo>
                <a:cubicBezTo>
                  <a:pt x="1807544" y="2050255"/>
                  <a:pt x="1807294" y="2051086"/>
                  <a:pt x="1807294" y="2051086"/>
                </a:cubicBezTo>
                <a:lnTo>
                  <a:pt x="1798571" y="2066207"/>
                </a:lnTo>
                <a:cubicBezTo>
                  <a:pt x="1798322" y="2066539"/>
                  <a:pt x="1797906" y="2066788"/>
                  <a:pt x="1797491" y="2066788"/>
                </a:cubicBezTo>
                <a:close/>
                <a:moveTo>
                  <a:pt x="3826148" y="2615343"/>
                </a:moveTo>
                <a:cubicBezTo>
                  <a:pt x="3825733" y="2615343"/>
                  <a:pt x="3825068" y="2614678"/>
                  <a:pt x="3825068" y="2614678"/>
                </a:cubicBezTo>
                <a:lnTo>
                  <a:pt x="3816262" y="2599308"/>
                </a:lnTo>
                <a:cubicBezTo>
                  <a:pt x="3816013" y="2598893"/>
                  <a:pt x="3816262" y="2598062"/>
                  <a:pt x="3816262" y="2598062"/>
                </a:cubicBezTo>
                <a:lnTo>
                  <a:pt x="3825151" y="2582693"/>
                </a:lnTo>
                <a:cubicBezTo>
                  <a:pt x="3825401" y="2582277"/>
                  <a:pt x="3825816" y="2582028"/>
                  <a:pt x="3826231" y="2582028"/>
                </a:cubicBezTo>
                <a:lnTo>
                  <a:pt x="3843927" y="2582028"/>
                </a:lnTo>
                <a:cubicBezTo>
                  <a:pt x="3844343" y="2582028"/>
                  <a:pt x="3845007" y="2582693"/>
                  <a:pt x="3845007" y="2582693"/>
                </a:cubicBezTo>
                <a:lnTo>
                  <a:pt x="3853814" y="2598062"/>
                </a:lnTo>
                <a:cubicBezTo>
                  <a:pt x="3854063" y="2598478"/>
                  <a:pt x="3853814" y="2599308"/>
                  <a:pt x="3853814" y="2599308"/>
                </a:cubicBezTo>
                <a:lnTo>
                  <a:pt x="3844924" y="2614678"/>
                </a:lnTo>
                <a:cubicBezTo>
                  <a:pt x="3844675" y="2615094"/>
                  <a:pt x="3844259" y="2615343"/>
                  <a:pt x="3843844" y="2615343"/>
                </a:cubicBezTo>
                <a:close/>
                <a:moveTo>
                  <a:pt x="5511279" y="3067154"/>
                </a:moveTo>
                <a:cubicBezTo>
                  <a:pt x="5510864" y="3067154"/>
                  <a:pt x="5510199" y="3066490"/>
                  <a:pt x="5510199" y="3066490"/>
                </a:cubicBezTo>
                <a:lnTo>
                  <a:pt x="5501227" y="3050871"/>
                </a:lnTo>
                <a:cubicBezTo>
                  <a:pt x="5500978" y="3050538"/>
                  <a:pt x="5501227" y="3049624"/>
                  <a:pt x="5501227" y="3049624"/>
                </a:cubicBezTo>
                <a:lnTo>
                  <a:pt x="5510199" y="3034006"/>
                </a:lnTo>
                <a:cubicBezTo>
                  <a:pt x="5510449" y="3033590"/>
                  <a:pt x="5510864" y="3033341"/>
                  <a:pt x="5511279" y="3033341"/>
                </a:cubicBezTo>
                <a:lnTo>
                  <a:pt x="5529308" y="3033341"/>
                </a:lnTo>
                <a:cubicBezTo>
                  <a:pt x="5529723" y="3033341"/>
                  <a:pt x="5530388" y="3034006"/>
                  <a:pt x="5530388" y="3034006"/>
                </a:cubicBezTo>
                <a:lnTo>
                  <a:pt x="5539360" y="3049624"/>
                </a:lnTo>
                <a:cubicBezTo>
                  <a:pt x="5539609" y="3049957"/>
                  <a:pt x="5539360" y="3050871"/>
                  <a:pt x="5539360" y="3050871"/>
                </a:cubicBezTo>
                <a:lnTo>
                  <a:pt x="5530388" y="3066490"/>
                </a:lnTo>
                <a:cubicBezTo>
                  <a:pt x="5530138" y="3066905"/>
                  <a:pt x="5529723" y="3067154"/>
                  <a:pt x="5529308" y="3067154"/>
                </a:cubicBezTo>
                <a:close/>
                <a:moveTo>
                  <a:pt x="1900023" y="2099615"/>
                </a:moveTo>
                <a:cubicBezTo>
                  <a:pt x="1899608" y="2099615"/>
                  <a:pt x="1898943" y="2098951"/>
                  <a:pt x="1898943" y="2098951"/>
                </a:cubicBezTo>
                <a:lnTo>
                  <a:pt x="1889888" y="2083249"/>
                </a:lnTo>
                <a:cubicBezTo>
                  <a:pt x="1889638" y="2082917"/>
                  <a:pt x="1889888" y="2082003"/>
                  <a:pt x="1889888" y="2082003"/>
                </a:cubicBezTo>
                <a:lnTo>
                  <a:pt x="1898944" y="2066301"/>
                </a:lnTo>
                <a:cubicBezTo>
                  <a:pt x="1899192" y="2065885"/>
                  <a:pt x="1899608" y="2065636"/>
                  <a:pt x="1900023" y="2065636"/>
                </a:cubicBezTo>
                <a:lnTo>
                  <a:pt x="1918134" y="2065636"/>
                </a:lnTo>
                <a:cubicBezTo>
                  <a:pt x="1918549" y="2065636"/>
                  <a:pt x="1919215" y="2066301"/>
                  <a:pt x="1919215" y="2066301"/>
                </a:cubicBezTo>
                <a:lnTo>
                  <a:pt x="1928270" y="2082003"/>
                </a:lnTo>
                <a:cubicBezTo>
                  <a:pt x="1928520" y="2082335"/>
                  <a:pt x="1928270" y="2083249"/>
                  <a:pt x="1928270" y="2083249"/>
                </a:cubicBezTo>
                <a:lnTo>
                  <a:pt x="1919215" y="2098951"/>
                </a:lnTo>
                <a:cubicBezTo>
                  <a:pt x="1918966" y="2099366"/>
                  <a:pt x="1918550" y="2099615"/>
                  <a:pt x="1918134" y="2099615"/>
                </a:cubicBezTo>
                <a:close/>
                <a:moveTo>
                  <a:pt x="1839765" y="2083656"/>
                </a:moveTo>
                <a:cubicBezTo>
                  <a:pt x="1839349" y="2083657"/>
                  <a:pt x="1838685" y="2082991"/>
                  <a:pt x="1838685" y="2082991"/>
                </a:cubicBezTo>
                <a:lnTo>
                  <a:pt x="1829546" y="2067123"/>
                </a:lnTo>
                <a:cubicBezTo>
                  <a:pt x="1829298" y="2066709"/>
                  <a:pt x="1829546" y="2065794"/>
                  <a:pt x="1829546" y="2065794"/>
                </a:cubicBezTo>
                <a:lnTo>
                  <a:pt x="1838686" y="2049927"/>
                </a:lnTo>
                <a:cubicBezTo>
                  <a:pt x="1838850" y="2049511"/>
                  <a:pt x="1839349" y="2049262"/>
                  <a:pt x="1839765" y="2049262"/>
                </a:cubicBezTo>
                <a:lnTo>
                  <a:pt x="1858042" y="2049262"/>
                </a:lnTo>
                <a:cubicBezTo>
                  <a:pt x="1858458" y="2049262"/>
                  <a:pt x="1859122" y="2049927"/>
                  <a:pt x="1859122" y="2049927"/>
                </a:cubicBezTo>
                <a:lnTo>
                  <a:pt x="1868261" y="2065795"/>
                </a:lnTo>
                <a:cubicBezTo>
                  <a:pt x="1868510" y="2066210"/>
                  <a:pt x="1868261" y="2067123"/>
                  <a:pt x="1868261" y="2067123"/>
                </a:cubicBezTo>
                <a:lnTo>
                  <a:pt x="1859123" y="2082992"/>
                </a:lnTo>
                <a:cubicBezTo>
                  <a:pt x="1858957" y="2083406"/>
                  <a:pt x="1858458" y="2083657"/>
                  <a:pt x="1858043" y="2083657"/>
                </a:cubicBezTo>
                <a:close/>
                <a:moveTo>
                  <a:pt x="1960034" y="2116075"/>
                </a:moveTo>
                <a:cubicBezTo>
                  <a:pt x="1959535" y="2116075"/>
                  <a:pt x="1958871" y="2115410"/>
                  <a:pt x="1958871" y="2115410"/>
                </a:cubicBezTo>
                <a:lnTo>
                  <a:pt x="1949648" y="2099458"/>
                </a:lnTo>
                <a:cubicBezTo>
                  <a:pt x="1949399" y="2099043"/>
                  <a:pt x="1949648" y="2098129"/>
                  <a:pt x="1949648" y="2098129"/>
                </a:cubicBezTo>
                <a:lnTo>
                  <a:pt x="1958870" y="2082178"/>
                </a:lnTo>
                <a:cubicBezTo>
                  <a:pt x="1959119" y="2081763"/>
                  <a:pt x="1959535" y="2081514"/>
                  <a:pt x="1960034" y="2081513"/>
                </a:cubicBezTo>
                <a:lnTo>
                  <a:pt x="1978477" y="2081514"/>
                </a:lnTo>
                <a:cubicBezTo>
                  <a:pt x="1978976" y="2081513"/>
                  <a:pt x="1979640" y="2082178"/>
                  <a:pt x="1979640" y="2082178"/>
                </a:cubicBezTo>
                <a:lnTo>
                  <a:pt x="1988861" y="2098129"/>
                </a:lnTo>
                <a:cubicBezTo>
                  <a:pt x="1989110" y="2098544"/>
                  <a:pt x="1988861" y="2099459"/>
                  <a:pt x="1988861" y="2099459"/>
                </a:cubicBezTo>
                <a:lnTo>
                  <a:pt x="1979639" y="2115409"/>
                </a:lnTo>
                <a:cubicBezTo>
                  <a:pt x="1979390" y="2115824"/>
                  <a:pt x="1978975" y="2116075"/>
                  <a:pt x="1978476" y="2116074"/>
                </a:cubicBezTo>
                <a:close/>
                <a:moveTo>
                  <a:pt x="2080239" y="2148659"/>
                </a:moveTo>
                <a:cubicBezTo>
                  <a:pt x="2079740" y="2148659"/>
                  <a:pt x="2079076" y="2147995"/>
                  <a:pt x="2079076" y="2147995"/>
                </a:cubicBezTo>
                <a:lnTo>
                  <a:pt x="2069688" y="2131711"/>
                </a:lnTo>
                <a:cubicBezTo>
                  <a:pt x="2069439" y="2131296"/>
                  <a:pt x="2069688" y="2130382"/>
                  <a:pt x="2069688" y="2130382"/>
                </a:cubicBezTo>
                <a:lnTo>
                  <a:pt x="2079076" y="2114099"/>
                </a:lnTo>
                <a:cubicBezTo>
                  <a:pt x="2079325" y="2113683"/>
                  <a:pt x="2079740" y="2113434"/>
                  <a:pt x="2080239" y="2113434"/>
                </a:cubicBezTo>
                <a:lnTo>
                  <a:pt x="2099015" y="2113434"/>
                </a:lnTo>
                <a:cubicBezTo>
                  <a:pt x="2099513" y="2113434"/>
                  <a:pt x="2100178" y="2114099"/>
                  <a:pt x="2100178" y="2114099"/>
                </a:cubicBezTo>
                <a:lnTo>
                  <a:pt x="2109566" y="2130382"/>
                </a:lnTo>
                <a:cubicBezTo>
                  <a:pt x="2109815" y="2130798"/>
                  <a:pt x="2109566" y="2131711"/>
                  <a:pt x="2109566" y="2131711"/>
                </a:cubicBezTo>
                <a:lnTo>
                  <a:pt x="2100178" y="2147995"/>
                </a:lnTo>
                <a:cubicBezTo>
                  <a:pt x="2099929" y="2148410"/>
                  <a:pt x="2099513" y="2148659"/>
                  <a:pt x="2099015" y="2148659"/>
                </a:cubicBezTo>
                <a:close/>
                <a:moveTo>
                  <a:pt x="2019969" y="2132616"/>
                </a:moveTo>
                <a:cubicBezTo>
                  <a:pt x="2019471" y="2132616"/>
                  <a:pt x="2018807" y="2131951"/>
                  <a:pt x="2018807" y="2131951"/>
                </a:cubicBezTo>
                <a:lnTo>
                  <a:pt x="2009335" y="2115584"/>
                </a:lnTo>
                <a:cubicBezTo>
                  <a:pt x="2009085" y="2115169"/>
                  <a:pt x="2009335" y="2114255"/>
                  <a:pt x="2009335" y="2114255"/>
                </a:cubicBezTo>
                <a:lnTo>
                  <a:pt x="2018806" y="2097889"/>
                </a:lnTo>
                <a:cubicBezTo>
                  <a:pt x="2019056" y="2097473"/>
                  <a:pt x="2019471" y="2097224"/>
                  <a:pt x="2019970" y="2097224"/>
                </a:cubicBezTo>
                <a:lnTo>
                  <a:pt x="2038912" y="2097224"/>
                </a:lnTo>
                <a:cubicBezTo>
                  <a:pt x="2039410" y="2097224"/>
                  <a:pt x="2040075" y="2097889"/>
                  <a:pt x="2040075" y="2097889"/>
                </a:cubicBezTo>
                <a:lnTo>
                  <a:pt x="2049545" y="2114255"/>
                </a:lnTo>
                <a:cubicBezTo>
                  <a:pt x="2049794" y="2114671"/>
                  <a:pt x="2049545" y="2115584"/>
                  <a:pt x="2049545" y="2115584"/>
                </a:cubicBezTo>
                <a:lnTo>
                  <a:pt x="2040074" y="2131951"/>
                </a:lnTo>
                <a:cubicBezTo>
                  <a:pt x="2039826" y="2132367"/>
                  <a:pt x="2039409" y="2132616"/>
                  <a:pt x="2038911" y="2132616"/>
                </a:cubicBezTo>
                <a:close/>
                <a:moveTo>
                  <a:pt x="2260715" y="2197124"/>
                </a:moveTo>
                <a:cubicBezTo>
                  <a:pt x="2260216" y="2197124"/>
                  <a:pt x="2259552" y="2196459"/>
                  <a:pt x="2259552" y="2196459"/>
                </a:cubicBezTo>
                <a:lnTo>
                  <a:pt x="2250081" y="2180092"/>
                </a:lnTo>
                <a:cubicBezTo>
                  <a:pt x="2249832" y="2179677"/>
                  <a:pt x="2250081" y="2178763"/>
                  <a:pt x="2250081" y="2178763"/>
                </a:cubicBezTo>
                <a:lnTo>
                  <a:pt x="2259552" y="2162397"/>
                </a:lnTo>
                <a:cubicBezTo>
                  <a:pt x="2259801" y="2161981"/>
                  <a:pt x="2260216" y="2161732"/>
                  <a:pt x="2260715" y="2161732"/>
                </a:cubicBezTo>
                <a:lnTo>
                  <a:pt x="2279657" y="2161732"/>
                </a:lnTo>
                <a:cubicBezTo>
                  <a:pt x="2280156" y="2161732"/>
                  <a:pt x="2280820" y="2162397"/>
                  <a:pt x="2280820" y="2162397"/>
                </a:cubicBezTo>
                <a:lnTo>
                  <a:pt x="2290291" y="2178763"/>
                </a:lnTo>
                <a:cubicBezTo>
                  <a:pt x="2290541" y="2179179"/>
                  <a:pt x="2290291" y="2180092"/>
                  <a:pt x="2290291" y="2180092"/>
                </a:cubicBezTo>
                <a:lnTo>
                  <a:pt x="2280820" y="2196459"/>
                </a:lnTo>
                <a:cubicBezTo>
                  <a:pt x="2280571" y="2196875"/>
                  <a:pt x="2280156" y="2197124"/>
                  <a:pt x="2279657" y="2197124"/>
                </a:cubicBezTo>
                <a:close/>
                <a:moveTo>
                  <a:pt x="2681936" y="2310094"/>
                </a:moveTo>
                <a:cubicBezTo>
                  <a:pt x="2681437" y="2310094"/>
                  <a:pt x="2680773" y="2309429"/>
                  <a:pt x="2680773" y="2309429"/>
                </a:cubicBezTo>
                <a:lnTo>
                  <a:pt x="2671302" y="2292980"/>
                </a:lnTo>
                <a:cubicBezTo>
                  <a:pt x="2671053" y="2292564"/>
                  <a:pt x="2671302" y="2291651"/>
                  <a:pt x="2671302" y="2291651"/>
                </a:cubicBezTo>
                <a:lnTo>
                  <a:pt x="2680856" y="2275201"/>
                </a:lnTo>
                <a:cubicBezTo>
                  <a:pt x="2681105" y="2274785"/>
                  <a:pt x="2681520" y="2274536"/>
                  <a:pt x="2682019" y="2274536"/>
                </a:cubicBezTo>
                <a:lnTo>
                  <a:pt x="2701044" y="2274536"/>
                </a:lnTo>
                <a:cubicBezTo>
                  <a:pt x="2701542" y="2274536"/>
                  <a:pt x="2702207" y="2275201"/>
                  <a:pt x="2702207" y="2275201"/>
                </a:cubicBezTo>
                <a:lnTo>
                  <a:pt x="2711678" y="2291651"/>
                </a:lnTo>
                <a:cubicBezTo>
                  <a:pt x="2711927" y="2292066"/>
                  <a:pt x="2711678" y="2292980"/>
                  <a:pt x="2711678" y="2292980"/>
                </a:cubicBezTo>
                <a:lnTo>
                  <a:pt x="2702124" y="2309429"/>
                </a:lnTo>
                <a:cubicBezTo>
                  <a:pt x="2701875" y="2309845"/>
                  <a:pt x="2701460" y="2310094"/>
                  <a:pt x="2700961" y="2310094"/>
                </a:cubicBezTo>
                <a:close/>
                <a:moveTo>
                  <a:pt x="996720" y="1858542"/>
                </a:moveTo>
                <a:cubicBezTo>
                  <a:pt x="996221" y="1858541"/>
                  <a:pt x="995557" y="1857876"/>
                  <a:pt x="995557" y="1857876"/>
                </a:cubicBezTo>
                <a:lnTo>
                  <a:pt x="986086" y="1841428"/>
                </a:lnTo>
                <a:cubicBezTo>
                  <a:pt x="985836" y="1841012"/>
                  <a:pt x="986086" y="1840099"/>
                  <a:pt x="986086" y="1840099"/>
                </a:cubicBezTo>
                <a:lnTo>
                  <a:pt x="995640" y="1823649"/>
                </a:lnTo>
                <a:cubicBezTo>
                  <a:pt x="995889" y="1823233"/>
                  <a:pt x="996304" y="1822984"/>
                  <a:pt x="996803" y="1822983"/>
                </a:cubicBezTo>
                <a:lnTo>
                  <a:pt x="1015828" y="1822984"/>
                </a:lnTo>
                <a:cubicBezTo>
                  <a:pt x="1016327" y="1822984"/>
                  <a:pt x="1016991" y="1823649"/>
                  <a:pt x="1016991" y="1823649"/>
                </a:cubicBezTo>
                <a:lnTo>
                  <a:pt x="1026462" y="1840099"/>
                </a:lnTo>
                <a:cubicBezTo>
                  <a:pt x="1026712" y="1840514"/>
                  <a:pt x="1026462" y="1841427"/>
                  <a:pt x="1026462" y="1841427"/>
                </a:cubicBezTo>
                <a:lnTo>
                  <a:pt x="1016908" y="1857877"/>
                </a:lnTo>
                <a:cubicBezTo>
                  <a:pt x="1016659" y="1858292"/>
                  <a:pt x="1016244" y="1858542"/>
                  <a:pt x="1015745" y="1858542"/>
                </a:cubicBezTo>
                <a:close/>
                <a:moveTo>
                  <a:pt x="2200445" y="2181079"/>
                </a:moveTo>
                <a:cubicBezTo>
                  <a:pt x="2199946" y="2181079"/>
                  <a:pt x="2199282" y="2180414"/>
                  <a:pt x="2199282" y="2180414"/>
                </a:cubicBezTo>
                <a:lnTo>
                  <a:pt x="2189811" y="2163965"/>
                </a:lnTo>
                <a:cubicBezTo>
                  <a:pt x="2189561" y="2163549"/>
                  <a:pt x="2189811" y="2162636"/>
                  <a:pt x="2189811" y="2162636"/>
                </a:cubicBezTo>
                <a:lnTo>
                  <a:pt x="2199365" y="2146186"/>
                </a:lnTo>
                <a:cubicBezTo>
                  <a:pt x="2199614" y="2145770"/>
                  <a:pt x="2200029" y="2145521"/>
                  <a:pt x="2200528" y="2145521"/>
                </a:cubicBezTo>
                <a:lnTo>
                  <a:pt x="2219553" y="2145521"/>
                </a:lnTo>
                <a:cubicBezTo>
                  <a:pt x="2220052" y="2145521"/>
                  <a:pt x="2220716" y="2146186"/>
                  <a:pt x="2220716" y="2146186"/>
                </a:cubicBezTo>
                <a:lnTo>
                  <a:pt x="2230187" y="2162636"/>
                </a:lnTo>
                <a:cubicBezTo>
                  <a:pt x="2230437" y="2163051"/>
                  <a:pt x="2230187" y="2163965"/>
                  <a:pt x="2230187" y="2163965"/>
                </a:cubicBezTo>
                <a:lnTo>
                  <a:pt x="2220633" y="2180414"/>
                </a:lnTo>
                <a:cubicBezTo>
                  <a:pt x="2220384" y="2180830"/>
                  <a:pt x="2219969" y="2181079"/>
                  <a:pt x="2219470" y="2181079"/>
                </a:cubicBezTo>
                <a:close/>
                <a:moveTo>
                  <a:pt x="3765265" y="2600540"/>
                </a:moveTo>
                <a:cubicBezTo>
                  <a:pt x="3764767" y="2600540"/>
                  <a:pt x="3764102" y="2599875"/>
                  <a:pt x="3764102" y="2599875"/>
                </a:cubicBezTo>
                <a:lnTo>
                  <a:pt x="3754548" y="2583343"/>
                </a:lnTo>
                <a:cubicBezTo>
                  <a:pt x="3754299" y="2582927"/>
                  <a:pt x="3754548" y="2582013"/>
                  <a:pt x="3754548" y="2582013"/>
                </a:cubicBezTo>
                <a:lnTo>
                  <a:pt x="3764102" y="2565481"/>
                </a:lnTo>
                <a:cubicBezTo>
                  <a:pt x="3764351" y="2565065"/>
                  <a:pt x="3764767" y="2564816"/>
                  <a:pt x="3765265" y="2564816"/>
                </a:cubicBezTo>
                <a:lnTo>
                  <a:pt x="3784373" y="2564816"/>
                </a:lnTo>
                <a:cubicBezTo>
                  <a:pt x="3784872" y="2564816"/>
                  <a:pt x="3785536" y="2565481"/>
                  <a:pt x="3785536" y="2565481"/>
                </a:cubicBezTo>
                <a:lnTo>
                  <a:pt x="3795090" y="2582013"/>
                </a:lnTo>
                <a:cubicBezTo>
                  <a:pt x="3795340" y="2582429"/>
                  <a:pt x="3795090" y="2583343"/>
                  <a:pt x="3795090" y="2583343"/>
                </a:cubicBezTo>
                <a:lnTo>
                  <a:pt x="3785536" y="2599875"/>
                </a:lnTo>
                <a:cubicBezTo>
                  <a:pt x="3785287" y="2600291"/>
                  <a:pt x="3784872" y="2600540"/>
                  <a:pt x="3784373" y="2600540"/>
                </a:cubicBezTo>
                <a:close/>
                <a:moveTo>
                  <a:pt x="2140155" y="2165187"/>
                </a:moveTo>
                <a:cubicBezTo>
                  <a:pt x="2139656" y="2165187"/>
                  <a:pt x="2139241" y="2164938"/>
                  <a:pt x="2138992" y="2164523"/>
                </a:cubicBezTo>
                <a:lnTo>
                  <a:pt x="2129355" y="2147907"/>
                </a:lnTo>
                <a:cubicBezTo>
                  <a:pt x="2129106" y="2147491"/>
                  <a:pt x="2129106" y="2146993"/>
                  <a:pt x="2129355" y="2146578"/>
                </a:cubicBezTo>
                <a:lnTo>
                  <a:pt x="2138992" y="2129962"/>
                </a:lnTo>
                <a:cubicBezTo>
                  <a:pt x="2139241" y="2129546"/>
                  <a:pt x="2139656" y="2129297"/>
                  <a:pt x="2140155" y="2129297"/>
                </a:cubicBezTo>
                <a:lnTo>
                  <a:pt x="2159346" y="2129297"/>
                </a:lnTo>
                <a:cubicBezTo>
                  <a:pt x="2159845" y="2129297"/>
                  <a:pt x="2160260" y="2129546"/>
                  <a:pt x="2160509" y="2129962"/>
                </a:cubicBezTo>
                <a:lnTo>
                  <a:pt x="2170147" y="2146578"/>
                </a:lnTo>
                <a:cubicBezTo>
                  <a:pt x="2170396" y="2146993"/>
                  <a:pt x="2170396" y="2147491"/>
                  <a:pt x="2170147" y="2147907"/>
                </a:cubicBezTo>
                <a:lnTo>
                  <a:pt x="2160509" y="2164523"/>
                </a:lnTo>
                <a:cubicBezTo>
                  <a:pt x="2160260" y="2164938"/>
                  <a:pt x="2159845" y="2165187"/>
                  <a:pt x="2159346" y="2165187"/>
                </a:cubicBezTo>
                <a:close/>
                <a:moveTo>
                  <a:pt x="2320715" y="2213568"/>
                </a:moveTo>
                <a:cubicBezTo>
                  <a:pt x="2320217" y="2213568"/>
                  <a:pt x="2319801" y="2213319"/>
                  <a:pt x="2319552" y="2212904"/>
                </a:cubicBezTo>
                <a:lnTo>
                  <a:pt x="2309915" y="2196288"/>
                </a:lnTo>
                <a:cubicBezTo>
                  <a:pt x="2309666" y="2195872"/>
                  <a:pt x="2309666" y="2195374"/>
                  <a:pt x="2309915" y="2194959"/>
                </a:cubicBezTo>
                <a:lnTo>
                  <a:pt x="2319552" y="2178343"/>
                </a:lnTo>
                <a:cubicBezTo>
                  <a:pt x="2319801" y="2177927"/>
                  <a:pt x="2320217" y="2177678"/>
                  <a:pt x="2320715" y="2177678"/>
                </a:cubicBezTo>
                <a:lnTo>
                  <a:pt x="2339907" y="2177678"/>
                </a:lnTo>
                <a:cubicBezTo>
                  <a:pt x="2340405" y="2177678"/>
                  <a:pt x="2340820" y="2177927"/>
                  <a:pt x="2341070" y="2178343"/>
                </a:cubicBezTo>
                <a:lnTo>
                  <a:pt x="2350707" y="2194959"/>
                </a:lnTo>
                <a:cubicBezTo>
                  <a:pt x="2350956" y="2195374"/>
                  <a:pt x="2350956" y="2195872"/>
                  <a:pt x="2350707" y="2196288"/>
                </a:cubicBezTo>
                <a:lnTo>
                  <a:pt x="2341070" y="2212904"/>
                </a:lnTo>
                <a:cubicBezTo>
                  <a:pt x="2340820" y="2213319"/>
                  <a:pt x="2340405" y="2213568"/>
                  <a:pt x="2339907" y="2213568"/>
                </a:cubicBezTo>
                <a:close/>
                <a:moveTo>
                  <a:pt x="3885557" y="2632866"/>
                </a:moveTo>
                <a:cubicBezTo>
                  <a:pt x="3885059" y="2632866"/>
                  <a:pt x="3884643" y="2632617"/>
                  <a:pt x="3884394" y="2632202"/>
                </a:cubicBezTo>
                <a:lnTo>
                  <a:pt x="3874757" y="2615586"/>
                </a:lnTo>
                <a:cubicBezTo>
                  <a:pt x="3874508" y="2615170"/>
                  <a:pt x="3874508" y="2614672"/>
                  <a:pt x="3874757" y="2614257"/>
                </a:cubicBezTo>
                <a:lnTo>
                  <a:pt x="3884394" y="2597641"/>
                </a:lnTo>
                <a:cubicBezTo>
                  <a:pt x="3884643" y="2597225"/>
                  <a:pt x="3885059" y="2596976"/>
                  <a:pt x="3885557" y="2596976"/>
                </a:cubicBezTo>
                <a:lnTo>
                  <a:pt x="3904749" y="2596976"/>
                </a:lnTo>
                <a:cubicBezTo>
                  <a:pt x="3905247" y="2596976"/>
                  <a:pt x="3905662" y="2597225"/>
                  <a:pt x="3905912" y="2597641"/>
                </a:cubicBezTo>
                <a:lnTo>
                  <a:pt x="3915549" y="2614257"/>
                </a:lnTo>
                <a:cubicBezTo>
                  <a:pt x="3915798" y="2614672"/>
                  <a:pt x="3915798" y="2615170"/>
                  <a:pt x="3915549" y="2615586"/>
                </a:cubicBezTo>
                <a:lnTo>
                  <a:pt x="3905912" y="2632202"/>
                </a:lnTo>
                <a:cubicBezTo>
                  <a:pt x="3905662" y="2632617"/>
                  <a:pt x="3905247" y="2632866"/>
                  <a:pt x="3904749" y="2632866"/>
                </a:cubicBezTo>
                <a:close/>
                <a:moveTo>
                  <a:pt x="2501271" y="2262053"/>
                </a:moveTo>
                <a:cubicBezTo>
                  <a:pt x="2500772" y="2262053"/>
                  <a:pt x="2500357" y="2261804"/>
                  <a:pt x="2500107" y="2261389"/>
                </a:cubicBezTo>
                <a:lnTo>
                  <a:pt x="2490471" y="2244690"/>
                </a:lnTo>
                <a:cubicBezTo>
                  <a:pt x="2490221" y="2244274"/>
                  <a:pt x="2490222" y="2243776"/>
                  <a:pt x="2490471" y="2243361"/>
                </a:cubicBezTo>
                <a:lnTo>
                  <a:pt x="2500107" y="2226662"/>
                </a:lnTo>
                <a:cubicBezTo>
                  <a:pt x="2500357" y="2226246"/>
                  <a:pt x="2500773" y="2225997"/>
                  <a:pt x="2501271" y="2225997"/>
                </a:cubicBezTo>
                <a:lnTo>
                  <a:pt x="2520628" y="2225997"/>
                </a:lnTo>
                <a:cubicBezTo>
                  <a:pt x="2521126" y="2225997"/>
                  <a:pt x="2521541" y="2226246"/>
                  <a:pt x="2521791" y="2226662"/>
                </a:cubicBezTo>
                <a:lnTo>
                  <a:pt x="2531429" y="2243361"/>
                </a:lnTo>
                <a:cubicBezTo>
                  <a:pt x="2531677" y="2243776"/>
                  <a:pt x="2531677" y="2244274"/>
                  <a:pt x="2531429" y="2244690"/>
                </a:cubicBezTo>
                <a:lnTo>
                  <a:pt x="2521791" y="2261389"/>
                </a:lnTo>
                <a:cubicBezTo>
                  <a:pt x="2521541" y="2261804"/>
                  <a:pt x="2521126" y="2262053"/>
                  <a:pt x="2520628" y="2262053"/>
                </a:cubicBezTo>
                <a:close/>
                <a:moveTo>
                  <a:pt x="2561457" y="2278180"/>
                </a:moveTo>
                <a:cubicBezTo>
                  <a:pt x="2560958" y="2278180"/>
                  <a:pt x="2560542" y="2277931"/>
                  <a:pt x="2560293" y="2277516"/>
                </a:cubicBezTo>
                <a:lnTo>
                  <a:pt x="2550656" y="2260817"/>
                </a:lnTo>
                <a:cubicBezTo>
                  <a:pt x="2550407" y="2260401"/>
                  <a:pt x="2550408" y="2259903"/>
                  <a:pt x="2550656" y="2259488"/>
                </a:cubicBezTo>
                <a:lnTo>
                  <a:pt x="2560293" y="2242789"/>
                </a:lnTo>
                <a:cubicBezTo>
                  <a:pt x="2560543" y="2242373"/>
                  <a:pt x="2560959" y="2242124"/>
                  <a:pt x="2561457" y="2242124"/>
                </a:cubicBezTo>
                <a:lnTo>
                  <a:pt x="2580814" y="2242124"/>
                </a:lnTo>
                <a:cubicBezTo>
                  <a:pt x="2581312" y="2242124"/>
                  <a:pt x="2581727" y="2242373"/>
                  <a:pt x="2581977" y="2242789"/>
                </a:cubicBezTo>
                <a:lnTo>
                  <a:pt x="2591615" y="2259488"/>
                </a:lnTo>
                <a:cubicBezTo>
                  <a:pt x="2591863" y="2259903"/>
                  <a:pt x="2591863" y="2260401"/>
                  <a:pt x="2591615" y="2260817"/>
                </a:cubicBezTo>
                <a:lnTo>
                  <a:pt x="2581977" y="2277516"/>
                </a:lnTo>
                <a:cubicBezTo>
                  <a:pt x="2581727" y="2277931"/>
                  <a:pt x="2581312" y="2278180"/>
                  <a:pt x="2580814" y="2278180"/>
                </a:cubicBezTo>
                <a:close/>
                <a:moveTo>
                  <a:pt x="2380847" y="2229878"/>
                </a:moveTo>
                <a:cubicBezTo>
                  <a:pt x="2380349" y="2229877"/>
                  <a:pt x="2379934" y="2229629"/>
                  <a:pt x="2379684" y="2229212"/>
                </a:cubicBezTo>
                <a:lnTo>
                  <a:pt x="2369964" y="2212348"/>
                </a:lnTo>
                <a:cubicBezTo>
                  <a:pt x="2369715" y="2211850"/>
                  <a:pt x="2369715" y="2211351"/>
                  <a:pt x="2369964" y="2210935"/>
                </a:cubicBezTo>
                <a:lnTo>
                  <a:pt x="2379684" y="2194071"/>
                </a:lnTo>
                <a:cubicBezTo>
                  <a:pt x="2379934" y="2193655"/>
                  <a:pt x="2380349" y="2193405"/>
                  <a:pt x="2380847" y="2193406"/>
                </a:cubicBezTo>
                <a:lnTo>
                  <a:pt x="2400288" y="2193406"/>
                </a:lnTo>
                <a:cubicBezTo>
                  <a:pt x="2400786" y="2193405"/>
                  <a:pt x="2401202" y="2193655"/>
                  <a:pt x="2401451" y="2194070"/>
                </a:cubicBezTo>
                <a:lnTo>
                  <a:pt x="2411171" y="2210936"/>
                </a:lnTo>
                <a:cubicBezTo>
                  <a:pt x="2411421" y="2211433"/>
                  <a:pt x="2411421" y="2211933"/>
                  <a:pt x="2411171" y="2212348"/>
                </a:cubicBezTo>
                <a:lnTo>
                  <a:pt x="2401451" y="2229213"/>
                </a:lnTo>
                <a:cubicBezTo>
                  <a:pt x="2401202" y="2229629"/>
                  <a:pt x="2400786" y="2229878"/>
                  <a:pt x="2400288" y="2229878"/>
                </a:cubicBezTo>
                <a:close/>
                <a:moveTo>
                  <a:pt x="2440951" y="2246087"/>
                </a:moveTo>
                <a:cubicBezTo>
                  <a:pt x="2440453" y="2246088"/>
                  <a:pt x="2440037" y="2245839"/>
                  <a:pt x="2439788" y="2245423"/>
                </a:cubicBezTo>
                <a:lnTo>
                  <a:pt x="2430068" y="2228475"/>
                </a:lnTo>
                <a:cubicBezTo>
                  <a:pt x="2429819" y="2228060"/>
                  <a:pt x="2429819" y="2227478"/>
                  <a:pt x="2430068" y="2227063"/>
                </a:cubicBezTo>
                <a:lnTo>
                  <a:pt x="2439871" y="2210115"/>
                </a:lnTo>
                <a:cubicBezTo>
                  <a:pt x="2440120" y="2209698"/>
                  <a:pt x="2440536" y="2209450"/>
                  <a:pt x="2441034" y="2209450"/>
                </a:cubicBezTo>
                <a:lnTo>
                  <a:pt x="2460558" y="2209450"/>
                </a:lnTo>
                <a:cubicBezTo>
                  <a:pt x="2461056" y="2209450"/>
                  <a:pt x="2461472" y="2209699"/>
                  <a:pt x="2461721" y="2210115"/>
                </a:cubicBezTo>
                <a:lnTo>
                  <a:pt x="2471441" y="2227063"/>
                </a:lnTo>
                <a:cubicBezTo>
                  <a:pt x="2471690" y="2227478"/>
                  <a:pt x="2471690" y="2228060"/>
                  <a:pt x="2471441" y="2228474"/>
                </a:cubicBezTo>
                <a:lnTo>
                  <a:pt x="2461638" y="2245423"/>
                </a:lnTo>
                <a:cubicBezTo>
                  <a:pt x="2461389" y="2245838"/>
                  <a:pt x="2460973" y="2246087"/>
                  <a:pt x="2460475" y="2246088"/>
                </a:cubicBezTo>
                <a:close/>
                <a:moveTo>
                  <a:pt x="2621407" y="2294703"/>
                </a:moveTo>
                <a:cubicBezTo>
                  <a:pt x="2620992" y="2294702"/>
                  <a:pt x="2620494" y="2294454"/>
                  <a:pt x="2620244" y="2294038"/>
                </a:cubicBezTo>
                <a:lnTo>
                  <a:pt x="2610357" y="2276924"/>
                </a:lnTo>
                <a:cubicBezTo>
                  <a:pt x="2610108" y="2276508"/>
                  <a:pt x="2610109" y="2275927"/>
                  <a:pt x="2610357" y="2275511"/>
                </a:cubicBezTo>
                <a:lnTo>
                  <a:pt x="2620244" y="2258398"/>
                </a:lnTo>
                <a:cubicBezTo>
                  <a:pt x="2620493" y="2257981"/>
                  <a:pt x="2620909" y="2257732"/>
                  <a:pt x="2621408" y="2257733"/>
                </a:cubicBezTo>
                <a:lnTo>
                  <a:pt x="2641097" y="2257733"/>
                </a:lnTo>
                <a:cubicBezTo>
                  <a:pt x="2641513" y="2257732"/>
                  <a:pt x="2642011" y="2257982"/>
                  <a:pt x="2642260" y="2258398"/>
                </a:cubicBezTo>
                <a:lnTo>
                  <a:pt x="2652147" y="2275512"/>
                </a:lnTo>
                <a:cubicBezTo>
                  <a:pt x="2652395" y="2275927"/>
                  <a:pt x="2652396" y="2276508"/>
                  <a:pt x="2652146" y="2276924"/>
                </a:cubicBezTo>
                <a:lnTo>
                  <a:pt x="2642260" y="2294039"/>
                </a:lnTo>
                <a:cubicBezTo>
                  <a:pt x="2642010" y="2294454"/>
                  <a:pt x="2641596" y="2294703"/>
                  <a:pt x="2641097" y="2294703"/>
                </a:cubicBezTo>
                <a:close/>
                <a:moveTo>
                  <a:pt x="4908483" y="2907523"/>
                </a:moveTo>
                <a:cubicBezTo>
                  <a:pt x="4908069" y="2907523"/>
                  <a:pt x="4907570" y="2907274"/>
                  <a:pt x="4907320" y="2906859"/>
                </a:cubicBezTo>
                <a:lnTo>
                  <a:pt x="4897434" y="2889744"/>
                </a:lnTo>
                <a:cubicBezTo>
                  <a:pt x="4897185" y="2889329"/>
                  <a:pt x="4897185" y="2888747"/>
                  <a:pt x="4897434" y="2888332"/>
                </a:cubicBezTo>
                <a:lnTo>
                  <a:pt x="4907320" y="2871218"/>
                </a:lnTo>
                <a:cubicBezTo>
                  <a:pt x="4907570" y="2870802"/>
                  <a:pt x="4907985" y="2870553"/>
                  <a:pt x="4908483" y="2870553"/>
                </a:cubicBezTo>
                <a:lnTo>
                  <a:pt x="4928174" y="2870553"/>
                </a:lnTo>
                <a:cubicBezTo>
                  <a:pt x="4928589" y="2870553"/>
                  <a:pt x="4929087" y="2870802"/>
                  <a:pt x="4929337" y="2871218"/>
                </a:cubicBezTo>
                <a:lnTo>
                  <a:pt x="4939224" y="2888332"/>
                </a:lnTo>
                <a:cubicBezTo>
                  <a:pt x="4939472" y="2888747"/>
                  <a:pt x="4939473" y="2889329"/>
                  <a:pt x="4939223" y="2889744"/>
                </a:cubicBezTo>
                <a:lnTo>
                  <a:pt x="4929336" y="2906859"/>
                </a:lnTo>
                <a:cubicBezTo>
                  <a:pt x="4929087" y="2907274"/>
                  <a:pt x="4928673" y="2907523"/>
                  <a:pt x="4928174" y="2907523"/>
                </a:cubicBezTo>
                <a:close/>
                <a:moveTo>
                  <a:pt x="3945359" y="2649757"/>
                </a:moveTo>
                <a:cubicBezTo>
                  <a:pt x="3944860" y="2649757"/>
                  <a:pt x="3944362" y="2649425"/>
                  <a:pt x="3944113" y="2649009"/>
                </a:cubicBezTo>
                <a:lnTo>
                  <a:pt x="3934142" y="2631646"/>
                </a:lnTo>
                <a:cubicBezTo>
                  <a:pt x="3933894" y="2631230"/>
                  <a:pt x="3933894" y="2630649"/>
                  <a:pt x="3934143" y="2630233"/>
                </a:cubicBezTo>
                <a:lnTo>
                  <a:pt x="3944195" y="2612870"/>
                </a:lnTo>
                <a:cubicBezTo>
                  <a:pt x="3944445" y="2612371"/>
                  <a:pt x="3944943" y="2612122"/>
                  <a:pt x="3945442" y="2612122"/>
                </a:cubicBezTo>
                <a:lnTo>
                  <a:pt x="3965464" y="2612122"/>
                </a:lnTo>
                <a:cubicBezTo>
                  <a:pt x="3965962" y="2612122"/>
                  <a:pt x="3966460" y="2612454"/>
                  <a:pt x="3966710" y="2612870"/>
                </a:cubicBezTo>
                <a:lnTo>
                  <a:pt x="3976679" y="2630233"/>
                </a:lnTo>
                <a:cubicBezTo>
                  <a:pt x="3976928" y="2630649"/>
                  <a:pt x="3976929" y="2631230"/>
                  <a:pt x="3976679" y="2631646"/>
                </a:cubicBezTo>
                <a:lnTo>
                  <a:pt x="3966626" y="2649009"/>
                </a:lnTo>
                <a:cubicBezTo>
                  <a:pt x="3966378" y="2649508"/>
                  <a:pt x="3965879" y="2649757"/>
                  <a:pt x="3965380" y="2649757"/>
                </a:cubicBezTo>
                <a:close/>
                <a:moveTo>
                  <a:pt x="514741" y="1730609"/>
                </a:moveTo>
                <a:cubicBezTo>
                  <a:pt x="514243" y="1730609"/>
                  <a:pt x="513745" y="1730277"/>
                  <a:pt x="513495" y="1729861"/>
                </a:cubicBezTo>
                <a:lnTo>
                  <a:pt x="503444" y="1712415"/>
                </a:lnTo>
                <a:cubicBezTo>
                  <a:pt x="503194" y="1711999"/>
                  <a:pt x="503195" y="1711418"/>
                  <a:pt x="503444" y="1711002"/>
                </a:cubicBezTo>
                <a:lnTo>
                  <a:pt x="513496" y="1693556"/>
                </a:lnTo>
                <a:cubicBezTo>
                  <a:pt x="513744" y="1693057"/>
                  <a:pt x="514244" y="1692808"/>
                  <a:pt x="514742" y="1692808"/>
                </a:cubicBezTo>
                <a:lnTo>
                  <a:pt x="534848" y="1692808"/>
                </a:lnTo>
                <a:cubicBezTo>
                  <a:pt x="535346" y="1692808"/>
                  <a:pt x="535845" y="1693140"/>
                  <a:pt x="536094" y="1693556"/>
                </a:cubicBezTo>
                <a:lnTo>
                  <a:pt x="546147" y="1711002"/>
                </a:lnTo>
                <a:cubicBezTo>
                  <a:pt x="546396" y="1711418"/>
                  <a:pt x="546395" y="1711999"/>
                  <a:pt x="546146" y="1712415"/>
                </a:cubicBezTo>
                <a:lnTo>
                  <a:pt x="536093" y="1729861"/>
                </a:lnTo>
                <a:cubicBezTo>
                  <a:pt x="535845" y="1730360"/>
                  <a:pt x="535345" y="1730609"/>
                  <a:pt x="534847" y="1730609"/>
                </a:cubicBezTo>
                <a:close/>
                <a:moveTo>
                  <a:pt x="574928" y="1746736"/>
                </a:moveTo>
                <a:cubicBezTo>
                  <a:pt x="574430" y="1746736"/>
                  <a:pt x="573932" y="1746404"/>
                  <a:pt x="573682" y="1745988"/>
                </a:cubicBezTo>
                <a:lnTo>
                  <a:pt x="563631" y="1728542"/>
                </a:lnTo>
                <a:cubicBezTo>
                  <a:pt x="563381" y="1728126"/>
                  <a:pt x="563382" y="1727545"/>
                  <a:pt x="563631" y="1727129"/>
                </a:cubicBezTo>
                <a:lnTo>
                  <a:pt x="573683" y="1709683"/>
                </a:lnTo>
                <a:cubicBezTo>
                  <a:pt x="573931" y="1709184"/>
                  <a:pt x="574431" y="1708935"/>
                  <a:pt x="574929" y="1708935"/>
                </a:cubicBezTo>
                <a:lnTo>
                  <a:pt x="595035" y="1708935"/>
                </a:lnTo>
                <a:cubicBezTo>
                  <a:pt x="595533" y="1708935"/>
                  <a:pt x="596032" y="1709267"/>
                  <a:pt x="596281" y="1709683"/>
                </a:cubicBezTo>
                <a:lnTo>
                  <a:pt x="606334" y="1727129"/>
                </a:lnTo>
                <a:cubicBezTo>
                  <a:pt x="606583" y="1727545"/>
                  <a:pt x="606582" y="1728126"/>
                  <a:pt x="606333" y="1728542"/>
                </a:cubicBezTo>
                <a:lnTo>
                  <a:pt x="596280" y="1745988"/>
                </a:lnTo>
                <a:cubicBezTo>
                  <a:pt x="596032" y="1746487"/>
                  <a:pt x="595532" y="1746736"/>
                  <a:pt x="595034" y="1746736"/>
                </a:cubicBezTo>
                <a:close/>
                <a:moveTo>
                  <a:pt x="1056418" y="1875751"/>
                </a:moveTo>
                <a:cubicBezTo>
                  <a:pt x="1055920" y="1875751"/>
                  <a:pt x="1055421" y="1875419"/>
                  <a:pt x="1055173" y="1875003"/>
                </a:cubicBezTo>
                <a:lnTo>
                  <a:pt x="1045120" y="1857557"/>
                </a:lnTo>
                <a:cubicBezTo>
                  <a:pt x="1044872" y="1857141"/>
                  <a:pt x="1044871" y="1856560"/>
                  <a:pt x="1045121" y="1856144"/>
                </a:cubicBezTo>
                <a:lnTo>
                  <a:pt x="1055172" y="1838698"/>
                </a:lnTo>
                <a:cubicBezTo>
                  <a:pt x="1055422" y="1838199"/>
                  <a:pt x="1055921" y="1837950"/>
                  <a:pt x="1056418" y="1837950"/>
                </a:cubicBezTo>
                <a:lnTo>
                  <a:pt x="1076525" y="1837950"/>
                </a:lnTo>
                <a:cubicBezTo>
                  <a:pt x="1077023" y="1837950"/>
                  <a:pt x="1077521" y="1838282"/>
                  <a:pt x="1077771" y="1838698"/>
                </a:cubicBezTo>
                <a:lnTo>
                  <a:pt x="1087823" y="1856144"/>
                </a:lnTo>
                <a:cubicBezTo>
                  <a:pt x="1088072" y="1856560"/>
                  <a:pt x="1088073" y="1857141"/>
                  <a:pt x="1087823" y="1857557"/>
                </a:cubicBezTo>
                <a:lnTo>
                  <a:pt x="1077771" y="1875003"/>
                </a:lnTo>
                <a:cubicBezTo>
                  <a:pt x="1077521" y="1875502"/>
                  <a:pt x="1077022" y="1875751"/>
                  <a:pt x="1076525" y="1875751"/>
                </a:cubicBezTo>
                <a:close/>
                <a:moveTo>
                  <a:pt x="3162771" y="2440356"/>
                </a:moveTo>
                <a:cubicBezTo>
                  <a:pt x="3162272" y="2440356"/>
                  <a:pt x="3161774" y="2440024"/>
                  <a:pt x="3161525" y="2439609"/>
                </a:cubicBezTo>
                <a:lnTo>
                  <a:pt x="3151389" y="2421996"/>
                </a:lnTo>
                <a:cubicBezTo>
                  <a:pt x="3151140" y="2421581"/>
                  <a:pt x="3151140" y="2420999"/>
                  <a:pt x="3151389" y="2420584"/>
                </a:cubicBezTo>
                <a:lnTo>
                  <a:pt x="3161607" y="2402971"/>
                </a:lnTo>
                <a:cubicBezTo>
                  <a:pt x="3161857" y="2402472"/>
                  <a:pt x="3162355" y="2402223"/>
                  <a:pt x="3162854" y="2402223"/>
                </a:cubicBezTo>
                <a:lnTo>
                  <a:pt x="3183208" y="2402223"/>
                </a:lnTo>
                <a:cubicBezTo>
                  <a:pt x="3183707" y="2402223"/>
                  <a:pt x="3184205" y="2402555"/>
                  <a:pt x="3184454" y="2402971"/>
                </a:cubicBezTo>
                <a:lnTo>
                  <a:pt x="3194590" y="2420584"/>
                </a:lnTo>
                <a:cubicBezTo>
                  <a:pt x="3194839" y="2420999"/>
                  <a:pt x="3194839" y="2421581"/>
                  <a:pt x="3194590" y="2421996"/>
                </a:cubicBezTo>
                <a:lnTo>
                  <a:pt x="3184371" y="2439609"/>
                </a:lnTo>
                <a:cubicBezTo>
                  <a:pt x="3184122" y="2440107"/>
                  <a:pt x="3183624" y="2440356"/>
                  <a:pt x="3183125" y="2440356"/>
                </a:cubicBezTo>
                <a:close/>
                <a:moveTo>
                  <a:pt x="875672" y="1827698"/>
                </a:moveTo>
                <a:cubicBezTo>
                  <a:pt x="875174" y="1827699"/>
                  <a:pt x="874675" y="1827366"/>
                  <a:pt x="874427" y="1826952"/>
                </a:cubicBezTo>
                <a:lnTo>
                  <a:pt x="864208" y="1809256"/>
                </a:lnTo>
                <a:cubicBezTo>
                  <a:pt x="863959" y="1808840"/>
                  <a:pt x="863958" y="1808259"/>
                  <a:pt x="864207" y="1807844"/>
                </a:cubicBezTo>
                <a:lnTo>
                  <a:pt x="874426" y="1790148"/>
                </a:lnTo>
                <a:cubicBezTo>
                  <a:pt x="874675" y="1789648"/>
                  <a:pt x="875175" y="1789400"/>
                  <a:pt x="875673" y="1789400"/>
                </a:cubicBezTo>
                <a:lnTo>
                  <a:pt x="896110" y="1789400"/>
                </a:lnTo>
                <a:cubicBezTo>
                  <a:pt x="896609" y="1789400"/>
                  <a:pt x="897107" y="1789732"/>
                  <a:pt x="897357" y="1790148"/>
                </a:cubicBezTo>
                <a:lnTo>
                  <a:pt x="907575" y="1807844"/>
                </a:lnTo>
                <a:cubicBezTo>
                  <a:pt x="907824" y="1808258"/>
                  <a:pt x="907825" y="1808840"/>
                  <a:pt x="907574" y="1809255"/>
                </a:cubicBezTo>
                <a:lnTo>
                  <a:pt x="897356" y="1826952"/>
                </a:lnTo>
                <a:cubicBezTo>
                  <a:pt x="897107" y="1827450"/>
                  <a:pt x="896608" y="1827698"/>
                  <a:pt x="896109" y="1827699"/>
                </a:cubicBezTo>
                <a:close/>
                <a:moveTo>
                  <a:pt x="5449826" y="3053339"/>
                </a:moveTo>
                <a:cubicBezTo>
                  <a:pt x="5449327" y="3053339"/>
                  <a:pt x="5448829" y="3053007"/>
                  <a:pt x="5448580" y="3052592"/>
                </a:cubicBezTo>
                <a:lnTo>
                  <a:pt x="5438361" y="3034896"/>
                </a:lnTo>
                <a:cubicBezTo>
                  <a:pt x="5438112" y="3034480"/>
                  <a:pt x="5438112" y="3033899"/>
                  <a:pt x="5438361" y="3033484"/>
                </a:cubicBezTo>
                <a:lnTo>
                  <a:pt x="5448580" y="3015788"/>
                </a:lnTo>
                <a:cubicBezTo>
                  <a:pt x="5448829" y="3015289"/>
                  <a:pt x="5449327" y="3015040"/>
                  <a:pt x="5449826" y="3015040"/>
                </a:cubicBezTo>
                <a:lnTo>
                  <a:pt x="5470263" y="3015040"/>
                </a:lnTo>
                <a:cubicBezTo>
                  <a:pt x="5470762" y="3015040"/>
                  <a:pt x="5471260" y="3015372"/>
                  <a:pt x="5471509" y="3015788"/>
                </a:cubicBezTo>
                <a:lnTo>
                  <a:pt x="5481728" y="3033484"/>
                </a:lnTo>
                <a:cubicBezTo>
                  <a:pt x="5481977" y="3033899"/>
                  <a:pt x="5481977" y="3034480"/>
                  <a:pt x="5481728" y="3034896"/>
                </a:cubicBezTo>
                <a:lnTo>
                  <a:pt x="5471509" y="3052592"/>
                </a:lnTo>
                <a:cubicBezTo>
                  <a:pt x="5471260" y="3053090"/>
                  <a:pt x="5470762" y="3053339"/>
                  <a:pt x="5470263" y="3053339"/>
                </a:cubicBezTo>
                <a:close/>
                <a:moveTo>
                  <a:pt x="5389558" y="3037287"/>
                </a:moveTo>
                <a:cubicBezTo>
                  <a:pt x="5389059" y="3037287"/>
                  <a:pt x="5388561" y="3036954"/>
                  <a:pt x="5388312" y="3036539"/>
                </a:cubicBezTo>
                <a:lnTo>
                  <a:pt x="5378010" y="3018760"/>
                </a:lnTo>
                <a:cubicBezTo>
                  <a:pt x="5377761" y="3018345"/>
                  <a:pt x="5377761" y="3017763"/>
                  <a:pt x="5378010" y="3017348"/>
                </a:cubicBezTo>
                <a:lnTo>
                  <a:pt x="5388312" y="2999569"/>
                </a:lnTo>
                <a:cubicBezTo>
                  <a:pt x="5388561" y="2999070"/>
                  <a:pt x="5389059" y="2998821"/>
                  <a:pt x="5389558" y="2998821"/>
                </a:cubicBezTo>
                <a:lnTo>
                  <a:pt x="5410078" y="2998821"/>
                </a:lnTo>
                <a:cubicBezTo>
                  <a:pt x="5410577" y="2998821"/>
                  <a:pt x="5411075" y="2999153"/>
                  <a:pt x="5411325" y="2999569"/>
                </a:cubicBezTo>
                <a:lnTo>
                  <a:pt x="5421626" y="3017348"/>
                </a:lnTo>
                <a:cubicBezTo>
                  <a:pt x="5421876" y="3017763"/>
                  <a:pt x="5421876" y="3018345"/>
                  <a:pt x="5421626" y="3018760"/>
                </a:cubicBezTo>
                <a:lnTo>
                  <a:pt x="5411325" y="3036539"/>
                </a:lnTo>
                <a:cubicBezTo>
                  <a:pt x="5411075" y="3037037"/>
                  <a:pt x="5410577" y="3037287"/>
                  <a:pt x="5410078" y="3037287"/>
                </a:cubicBezTo>
                <a:close/>
                <a:moveTo>
                  <a:pt x="4968263" y="2924505"/>
                </a:moveTo>
                <a:cubicBezTo>
                  <a:pt x="4967764" y="2924505"/>
                  <a:pt x="4967266" y="2924173"/>
                  <a:pt x="4967017" y="2923757"/>
                </a:cubicBezTo>
                <a:lnTo>
                  <a:pt x="4956715" y="2905895"/>
                </a:lnTo>
                <a:cubicBezTo>
                  <a:pt x="4956466" y="2905397"/>
                  <a:pt x="4956466" y="2904815"/>
                  <a:pt x="4956715" y="2904400"/>
                </a:cubicBezTo>
                <a:lnTo>
                  <a:pt x="4967017" y="2886538"/>
                </a:lnTo>
                <a:cubicBezTo>
                  <a:pt x="4967266" y="2886039"/>
                  <a:pt x="4967764" y="2885790"/>
                  <a:pt x="4968263" y="2885790"/>
                </a:cubicBezTo>
                <a:lnTo>
                  <a:pt x="4988950" y="2885790"/>
                </a:lnTo>
                <a:cubicBezTo>
                  <a:pt x="4989448" y="2885790"/>
                  <a:pt x="4989947" y="2886122"/>
                  <a:pt x="4990196" y="2886538"/>
                </a:cubicBezTo>
                <a:lnTo>
                  <a:pt x="5000498" y="2904400"/>
                </a:lnTo>
                <a:cubicBezTo>
                  <a:pt x="5000747" y="2904898"/>
                  <a:pt x="5000747" y="2905480"/>
                  <a:pt x="5000498" y="2905895"/>
                </a:cubicBezTo>
                <a:lnTo>
                  <a:pt x="4990196" y="2923757"/>
                </a:lnTo>
                <a:cubicBezTo>
                  <a:pt x="4989947" y="2924255"/>
                  <a:pt x="4989448" y="2924505"/>
                  <a:pt x="4988950" y="2924505"/>
                </a:cubicBezTo>
                <a:close/>
                <a:moveTo>
                  <a:pt x="5088553" y="2956831"/>
                </a:moveTo>
                <a:cubicBezTo>
                  <a:pt x="5088054" y="2956831"/>
                  <a:pt x="5087556" y="2956499"/>
                  <a:pt x="5087307" y="2956083"/>
                </a:cubicBezTo>
                <a:lnTo>
                  <a:pt x="5076922" y="2938138"/>
                </a:lnTo>
                <a:cubicBezTo>
                  <a:pt x="5076673" y="2937640"/>
                  <a:pt x="5076673" y="2937058"/>
                  <a:pt x="5076922" y="2936643"/>
                </a:cubicBezTo>
                <a:lnTo>
                  <a:pt x="5087307" y="2918697"/>
                </a:lnTo>
                <a:cubicBezTo>
                  <a:pt x="5087556" y="2918199"/>
                  <a:pt x="5088054" y="2917950"/>
                  <a:pt x="5088553" y="2917949"/>
                </a:cubicBezTo>
                <a:lnTo>
                  <a:pt x="5109323" y="2917950"/>
                </a:lnTo>
                <a:cubicBezTo>
                  <a:pt x="5109821" y="2917950"/>
                  <a:pt x="5110320" y="2918282"/>
                  <a:pt x="5110569" y="2918698"/>
                </a:cubicBezTo>
                <a:lnTo>
                  <a:pt x="5120954" y="2936643"/>
                </a:lnTo>
                <a:cubicBezTo>
                  <a:pt x="5121203" y="2937141"/>
                  <a:pt x="5121203" y="2937723"/>
                  <a:pt x="5120954" y="2938138"/>
                </a:cubicBezTo>
                <a:lnTo>
                  <a:pt x="5110569" y="2956082"/>
                </a:lnTo>
                <a:cubicBezTo>
                  <a:pt x="5110320" y="2956582"/>
                  <a:pt x="5109821" y="2956831"/>
                  <a:pt x="5109323" y="2956830"/>
                </a:cubicBezTo>
                <a:close/>
                <a:moveTo>
                  <a:pt x="5148740" y="2972958"/>
                </a:moveTo>
                <a:cubicBezTo>
                  <a:pt x="5148241" y="2972958"/>
                  <a:pt x="5147743" y="2972626"/>
                  <a:pt x="5147494" y="2972210"/>
                </a:cubicBezTo>
                <a:lnTo>
                  <a:pt x="5137109" y="2954265"/>
                </a:lnTo>
                <a:cubicBezTo>
                  <a:pt x="5136860" y="2953767"/>
                  <a:pt x="5136860" y="2953185"/>
                  <a:pt x="5137109" y="2952770"/>
                </a:cubicBezTo>
                <a:lnTo>
                  <a:pt x="5147494" y="2934824"/>
                </a:lnTo>
                <a:cubicBezTo>
                  <a:pt x="5147743" y="2934326"/>
                  <a:pt x="5148241" y="2934077"/>
                  <a:pt x="5148740" y="2934077"/>
                </a:cubicBezTo>
                <a:lnTo>
                  <a:pt x="5169510" y="2934077"/>
                </a:lnTo>
                <a:cubicBezTo>
                  <a:pt x="5170008" y="2934077"/>
                  <a:pt x="5170507" y="2934409"/>
                  <a:pt x="5170756" y="2934825"/>
                </a:cubicBezTo>
                <a:lnTo>
                  <a:pt x="5181141" y="2952770"/>
                </a:lnTo>
                <a:cubicBezTo>
                  <a:pt x="5181390" y="2953268"/>
                  <a:pt x="5181390" y="2953850"/>
                  <a:pt x="5181141" y="2954265"/>
                </a:cubicBezTo>
                <a:lnTo>
                  <a:pt x="5170756" y="2972209"/>
                </a:lnTo>
                <a:cubicBezTo>
                  <a:pt x="5170507" y="2972709"/>
                  <a:pt x="5170008" y="2972958"/>
                  <a:pt x="5169510" y="2972957"/>
                </a:cubicBezTo>
                <a:close/>
                <a:moveTo>
                  <a:pt x="5269113" y="3005211"/>
                </a:moveTo>
                <a:cubicBezTo>
                  <a:pt x="5268614" y="3005211"/>
                  <a:pt x="5268116" y="3004879"/>
                  <a:pt x="5267867" y="3004463"/>
                </a:cubicBezTo>
                <a:lnTo>
                  <a:pt x="5257482" y="2986518"/>
                </a:lnTo>
                <a:cubicBezTo>
                  <a:pt x="5257233" y="2986020"/>
                  <a:pt x="5257233" y="2985438"/>
                  <a:pt x="5257482" y="2985023"/>
                </a:cubicBezTo>
                <a:lnTo>
                  <a:pt x="5267867" y="2967078"/>
                </a:lnTo>
                <a:cubicBezTo>
                  <a:pt x="5268116" y="2966579"/>
                  <a:pt x="5268614" y="2966330"/>
                  <a:pt x="5269113" y="2966330"/>
                </a:cubicBezTo>
                <a:lnTo>
                  <a:pt x="5289883" y="2966330"/>
                </a:lnTo>
                <a:cubicBezTo>
                  <a:pt x="5290381" y="2966330"/>
                  <a:pt x="5290880" y="2966662"/>
                  <a:pt x="5291129" y="2967078"/>
                </a:cubicBezTo>
                <a:lnTo>
                  <a:pt x="5301514" y="2985023"/>
                </a:lnTo>
                <a:cubicBezTo>
                  <a:pt x="5301763" y="2985521"/>
                  <a:pt x="5301763" y="2986103"/>
                  <a:pt x="5301514" y="2986518"/>
                </a:cubicBezTo>
                <a:lnTo>
                  <a:pt x="5291129" y="3004463"/>
                </a:lnTo>
                <a:cubicBezTo>
                  <a:pt x="5290880" y="3004962"/>
                  <a:pt x="5290381" y="3005211"/>
                  <a:pt x="5289883" y="3005211"/>
                </a:cubicBezTo>
                <a:close/>
                <a:moveTo>
                  <a:pt x="5329299" y="3021338"/>
                </a:moveTo>
                <a:cubicBezTo>
                  <a:pt x="5328801" y="3021338"/>
                  <a:pt x="5328301" y="3021006"/>
                  <a:pt x="5328053" y="3020590"/>
                </a:cubicBezTo>
                <a:lnTo>
                  <a:pt x="5317668" y="3002645"/>
                </a:lnTo>
                <a:cubicBezTo>
                  <a:pt x="5317418" y="3002147"/>
                  <a:pt x="5317419" y="3001565"/>
                  <a:pt x="5317667" y="3001150"/>
                </a:cubicBezTo>
                <a:lnTo>
                  <a:pt x="5328053" y="2983205"/>
                </a:lnTo>
                <a:cubicBezTo>
                  <a:pt x="5328301" y="2982706"/>
                  <a:pt x="5328800" y="2982457"/>
                  <a:pt x="5329299" y="2982457"/>
                </a:cubicBezTo>
                <a:lnTo>
                  <a:pt x="5350069" y="2982457"/>
                </a:lnTo>
                <a:cubicBezTo>
                  <a:pt x="5350567" y="2982457"/>
                  <a:pt x="5351066" y="2982789"/>
                  <a:pt x="5351314" y="2983205"/>
                </a:cubicBezTo>
                <a:lnTo>
                  <a:pt x="5361700" y="3001150"/>
                </a:lnTo>
                <a:cubicBezTo>
                  <a:pt x="5361949" y="3001648"/>
                  <a:pt x="5361949" y="3002230"/>
                  <a:pt x="5361700" y="3002645"/>
                </a:cubicBezTo>
                <a:lnTo>
                  <a:pt x="5351315" y="3020590"/>
                </a:lnTo>
                <a:cubicBezTo>
                  <a:pt x="5351066" y="3021089"/>
                  <a:pt x="5350566" y="3021338"/>
                  <a:pt x="5350069" y="3021338"/>
                </a:cubicBezTo>
                <a:close/>
                <a:moveTo>
                  <a:pt x="694876" y="1779653"/>
                </a:moveTo>
                <a:cubicBezTo>
                  <a:pt x="694377" y="1779652"/>
                  <a:pt x="693879" y="1779320"/>
                  <a:pt x="693630" y="1778906"/>
                </a:cubicBezTo>
                <a:lnTo>
                  <a:pt x="683244" y="1760876"/>
                </a:lnTo>
                <a:cubicBezTo>
                  <a:pt x="682995" y="1760378"/>
                  <a:pt x="682995" y="1759796"/>
                  <a:pt x="683245" y="1759382"/>
                </a:cubicBezTo>
                <a:lnTo>
                  <a:pt x="693713" y="1741354"/>
                </a:lnTo>
                <a:cubicBezTo>
                  <a:pt x="693961" y="1740854"/>
                  <a:pt x="694461" y="1740605"/>
                  <a:pt x="694959" y="1740606"/>
                </a:cubicBezTo>
                <a:lnTo>
                  <a:pt x="715811" y="1740605"/>
                </a:lnTo>
                <a:cubicBezTo>
                  <a:pt x="716309" y="1740605"/>
                  <a:pt x="716808" y="1740937"/>
                  <a:pt x="717057" y="1741353"/>
                </a:cubicBezTo>
                <a:lnTo>
                  <a:pt x="727443" y="1759382"/>
                </a:lnTo>
                <a:cubicBezTo>
                  <a:pt x="727692" y="1759879"/>
                  <a:pt x="727692" y="1760462"/>
                  <a:pt x="727442" y="1760876"/>
                </a:cubicBezTo>
                <a:lnTo>
                  <a:pt x="716974" y="1778905"/>
                </a:lnTo>
                <a:cubicBezTo>
                  <a:pt x="716726" y="1779404"/>
                  <a:pt x="716226" y="1779652"/>
                  <a:pt x="715728" y="1779652"/>
                </a:cubicBezTo>
                <a:close/>
                <a:moveTo>
                  <a:pt x="935621" y="1844160"/>
                </a:moveTo>
                <a:cubicBezTo>
                  <a:pt x="935122" y="1844160"/>
                  <a:pt x="934624" y="1843828"/>
                  <a:pt x="934375" y="1843413"/>
                </a:cubicBezTo>
                <a:lnTo>
                  <a:pt x="923989" y="1825384"/>
                </a:lnTo>
                <a:cubicBezTo>
                  <a:pt x="923741" y="1824886"/>
                  <a:pt x="923741" y="1824304"/>
                  <a:pt x="923990" y="1823889"/>
                </a:cubicBezTo>
                <a:lnTo>
                  <a:pt x="934458" y="1805861"/>
                </a:lnTo>
                <a:cubicBezTo>
                  <a:pt x="934707" y="1805362"/>
                  <a:pt x="935206" y="1805113"/>
                  <a:pt x="935704" y="1805113"/>
                </a:cubicBezTo>
                <a:lnTo>
                  <a:pt x="956557" y="1805113"/>
                </a:lnTo>
                <a:cubicBezTo>
                  <a:pt x="957055" y="1805113"/>
                  <a:pt x="957554" y="1805445"/>
                  <a:pt x="957803" y="1805861"/>
                </a:cubicBezTo>
                <a:lnTo>
                  <a:pt x="968188" y="1823889"/>
                </a:lnTo>
                <a:cubicBezTo>
                  <a:pt x="968437" y="1824387"/>
                  <a:pt x="968437" y="1824969"/>
                  <a:pt x="968188" y="1825384"/>
                </a:cubicBezTo>
                <a:lnTo>
                  <a:pt x="957720" y="1843413"/>
                </a:lnTo>
                <a:cubicBezTo>
                  <a:pt x="957471" y="1843911"/>
                  <a:pt x="956972" y="1844160"/>
                  <a:pt x="956474" y="1844160"/>
                </a:cubicBezTo>
                <a:close/>
                <a:moveTo>
                  <a:pt x="5028283" y="2940786"/>
                </a:moveTo>
                <a:cubicBezTo>
                  <a:pt x="5027784" y="2940786"/>
                  <a:pt x="5027286" y="2940454"/>
                  <a:pt x="5027037" y="2940039"/>
                </a:cubicBezTo>
                <a:lnTo>
                  <a:pt x="5016652" y="2922010"/>
                </a:lnTo>
                <a:cubicBezTo>
                  <a:pt x="5016403" y="2921512"/>
                  <a:pt x="5016403" y="2920930"/>
                  <a:pt x="5016652" y="2920515"/>
                </a:cubicBezTo>
                <a:lnTo>
                  <a:pt x="5027120" y="2902487"/>
                </a:lnTo>
                <a:cubicBezTo>
                  <a:pt x="5027369" y="2901988"/>
                  <a:pt x="5027868" y="2901739"/>
                  <a:pt x="5028366" y="2901739"/>
                </a:cubicBezTo>
                <a:lnTo>
                  <a:pt x="5049219" y="2901739"/>
                </a:lnTo>
                <a:cubicBezTo>
                  <a:pt x="5049718" y="2901739"/>
                  <a:pt x="5050216" y="2902071"/>
                  <a:pt x="5050465" y="2902487"/>
                </a:cubicBezTo>
                <a:lnTo>
                  <a:pt x="5060850" y="2920515"/>
                </a:lnTo>
                <a:cubicBezTo>
                  <a:pt x="5061099" y="2921013"/>
                  <a:pt x="5061099" y="2921595"/>
                  <a:pt x="5060850" y="2922010"/>
                </a:cubicBezTo>
                <a:lnTo>
                  <a:pt x="5050382" y="2940039"/>
                </a:lnTo>
                <a:cubicBezTo>
                  <a:pt x="5050133" y="2940537"/>
                  <a:pt x="5049634" y="2940786"/>
                  <a:pt x="5049136" y="2940786"/>
                </a:cubicBezTo>
                <a:close/>
                <a:moveTo>
                  <a:pt x="815247" y="1811989"/>
                </a:moveTo>
                <a:cubicBezTo>
                  <a:pt x="814749" y="1811989"/>
                  <a:pt x="814250" y="1811657"/>
                  <a:pt x="814001" y="1811241"/>
                </a:cubicBezTo>
                <a:lnTo>
                  <a:pt x="803533" y="1793130"/>
                </a:lnTo>
                <a:cubicBezTo>
                  <a:pt x="803284" y="1792632"/>
                  <a:pt x="803284" y="1792050"/>
                  <a:pt x="803533" y="1791635"/>
                </a:cubicBezTo>
                <a:lnTo>
                  <a:pt x="814001" y="1773524"/>
                </a:lnTo>
                <a:cubicBezTo>
                  <a:pt x="814251" y="1773025"/>
                  <a:pt x="814749" y="1772776"/>
                  <a:pt x="815247" y="1772776"/>
                </a:cubicBezTo>
                <a:lnTo>
                  <a:pt x="836183" y="1772776"/>
                </a:lnTo>
                <a:cubicBezTo>
                  <a:pt x="836682" y="1772776"/>
                  <a:pt x="837180" y="1773108"/>
                  <a:pt x="837429" y="1773524"/>
                </a:cubicBezTo>
                <a:lnTo>
                  <a:pt x="847898" y="1791635"/>
                </a:lnTo>
                <a:cubicBezTo>
                  <a:pt x="848147" y="1792133"/>
                  <a:pt x="848148" y="1792715"/>
                  <a:pt x="847898" y="1793130"/>
                </a:cubicBezTo>
                <a:lnTo>
                  <a:pt x="837429" y="1811241"/>
                </a:lnTo>
                <a:cubicBezTo>
                  <a:pt x="837180" y="1811740"/>
                  <a:pt x="836682" y="1811989"/>
                  <a:pt x="836183" y="1811989"/>
                </a:cubicBezTo>
                <a:close/>
                <a:moveTo>
                  <a:pt x="4606980" y="2827981"/>
                </a:moveTo>
                <a:cubicBezTo>
                  <a:pt x="4606482" y="2827981"/>
                  <a:pt x="4605984" y="2827649"/>
                  <a:pt x="4605734" y="2827233"/>
                </a:cubicBezTo>
                <a:lnTo>
                  <a:pt x="4595267" y="2809122"/>
                </a:lnTo>
                <a:cubicBezTo>
                  <a:pt x="4595017" y="2808624"/>
                  <a:pt x="4595018" y="2808042"/>
                  <a:pt x="4595267" y="2807627"/>
                </a:cubicBezTo>
                <a:lnTo>
                  <a:pt x="4605734" y="2789516"/>
                </a:lnTo>
                <a:cubicBezTo>
                  <a:pt x="4605983" y="2789017"/>
                  <a:pt x="4606482" y="2788768"/>
                  <a:pt x="4606980" y="2788768"/>
                </a:cubicBezTo>
                <a:lnTo>
                  <a:pt x="4627917" y="2788768"/>
                </a:lnTo>
                <a:cubicBezTo>
                  <a:pt x="4628416" y="2788768"/>
                  <a:pt x="4628913" y="2789100"/>
                  <a:pt x="4629162" y="2789516"/>
                </a:cubicBezTo>
                <a:lnTo>
                  <a:pt x="4639630" y="2807627"/>
                </a:lnTo>
                <a:cubicBezTo>
                  <a:pt x="4639879" y="2808125"/>
                  <a:pt x="4639879" y="2808707"/>
                  <a:pt x="4639630" y="2809122"/>
                </a:cubicBezTo>
                <a:lnTo>
                  <a:pt x="4629163" y="2827233"/>
                </a:lnTo>
                <a:cubicBezTo>
                  <a:pt x="4628913" y="2827732"/>
                  <a:pt x="4628416" y="2827981"/>
                  <a:pt x="4627917" y="2827981"/>
                </a:cubicBezTo>
                <a:close/>
                <a:moveTo>
                  <a:pt x="5208842" y="2989249"/>
                </a:moveTo>
                <a:cubicBezTo>
                  <a:pt x="5208344" y="2989249"/>
                  <a:pt x="5207845" y="2988917"/>
                  <a:pt x="5207596" y="2988501"/>
                </a:cubicBezTo>
                <a:lnTo>
                  <a:pt x="5197128" y="2970390"/>
                </a:lnTo>
                <a:cubicBezTo>
                  <a:pt x="5196879" y="2969892"/>
                  <a:pt x="5196879" y="2969310"/>
                  <a:pt x="5197128" y="2968895"/>
                </a:cubicBezTo>
                <a:lnTo>
                  <a:pt x="5207596" y="2950784"/>
                </a:lnTo>
                <a:cubicBezTo>
                  <a:pt x="5207845" y="2950285"/>
                  <a:pt x="5208344" y="2950036"/>
                  <a:pt x="5208842" y="2950036"/>
                </a:cubicBezTo>
                <a:lnTo>
                  <a:pt x="5229778" y="2950036"/>
                </a:lnTo>
                <a:cubicBezTo>
                  <a:pt x="5230277" y="2950036"/>
                  <a:pt x="5230775" y="2950368"/>
                  <a:pt x="5231024" y="2950784"/>
                </a:cubicBezTo>
                <a:lnTo>
                  <a:pt x="5241492" y="2968895"/>
                </a:lnTo>
                <a:cubicBezTo>
                  <a:pt x="5241741" y="2969393"/>
                  <a:pt x="5241741" y="2969975"/>
                  <a:pt x="5241492" y="2970390"/>
                </a:cubicBezTo>
                <a:lnTo>
                  <a:pt x="5231024" y="2988501"/>
                </a:lnTo>
                <a:cubicBezTo>
                  <a:pt x="5230775" y="2989000"/>
                  <a:pt x="5230277" y="2989249"/>
                  <a:pt x="5229778" y="2989249"/>
                </a:cubicBezTo>
                <a:close/>
                <a:moveTo>
                  <a:pt x="634629" y="1763685"/>
                </a:moveTo>
                <a:cubicBezTo>
                  <a:pt x="634131" y="1763685"/>
                  <a:pt x="633632" y="1763352"/>
                  <a:pt x="633383" y="1762937"/>
                </a:cubicBezTo>
                <a:lnTo>
                  <a:pt x="622832" y="1744660"/>
                </a:lnTo>
                <a:cubicBezTo>
                  <a:pt x="622582" y="1744161"/>
                  <a:pt x="622583" y="1743579"/>
                  <a:pt x="622832" y="1743164"/>
                </a:cubicBezTo>
                <a:lnTo>
                  <a:pt x="633383" y="1724887"/>
                </a:lnTo>
                <a:cubicBezTo>
                  <a:pt x="633632" y="1724388"/>
                  <a:pt x="634131" y="1724139"/>
                  <a:pt x="634629" y="1724139"/>
                </a:cubicBezTo>
                <a:lnTo>
                  <a:pt x="655647" y="1724139"/>
                </a:lnTo>
                <a:cubicBezTo>
                  <a:pt x="656146" y="1724138"/>
                  <a:pt x="656644" y="1724470"/>
                  <a:pt x="656894" y="1724887"/>
                </a:cubicBezTo>
                <a:lnTo>
                  <a:pt x="667445" y="1743163"/>
                </a:lnTo>
                <a:cubicBezTo>
                  <a:pt x="667694" y="1743663"/>
                  <a:pt x="667694" y="1744243"/>
                  <a:pt x="667446" y="1744660"/>
                </a:cubicBezTo>
                <a:lnTo>
                  <a:pt x="656894" y="1762937"/>
                </a:lnTo>
                <a:cubicBezTo>
                  <a:pt x="656645" y="1763435"/>
                  <a:pt x="656147" y="1763685"/>
                  <a:pt x="655648" y="1763685"/>
                </a:cubicBezTo>
                <a:close/>
                <a:moveTo>
                  <a:pt x="754895" y="1796195"/>
                </a:moveTo>
                <a:cubicBezTo>
                  <a:pt x="754314" y="1796195"/>
                  <a:pt x="753815" y="1795946"/>
                  <a:pt x="753567" y="1795447"/>
                </a:cubicBezTo>
                <a:lnTo>
                  <a:pt x="742933" y="1777004"/>
                </a:lnTo>
                <a:cubicBezTo>
                  <a:pt x="742684" y="1776589"/>
                  <a:pt x="742683" y="1776007"/>
                  <a:pt x="742933" y="1775508"/>
                </a:cubicBezTo>
                <a:lnTo>
                  <a:pt x="753567" y="1757065"/>
                </a:lnTo>
                <a:cubicBezTo>
                  <a:pt x="753898" y="1756566"/>
                  <a:pt x="754398" y="1756317"/>
                  <a:pt x="754895" y="1756317"/>
                </a:cubicBezTo>
                <a:lnTo>
                  <a:pt x="776164" y="1756317"/>
                </a:lnTo>
                <a:cubicBezTo>
                  <a:pt x="776745" y="1756317"/>
                  <a:pt x="777244" y="1756566"/>
                  <a:pt x="777493" y="1757065"/>
                </a:cubicBezTo>
                <a:lnTo>
                  <a:pt x="788128" y="1775508"/>
                </a:lnTo>
                <a:cubicBezTo>
                  <a:pt x="788377" y="1775924"/>
                  <a:pt x="788376" y="1776505"/>
                  <a:pt x="788128" y="1777004"/>
                </a:cubicBezTo>
                <a:lnTo>
                  <a:pt x="777493" y="1795447"/>
                </a:lnTo>
                <a:cubicBezTo>
                  <a:pt x="777161" y="1795946"/>
                  <a:pt x="776662" y="1796195"/>
                  <a:pt x="776164" y="1796195"/>
                </a:cubicBezTo>
                <a:close/>
                <a:moveTo>
                  <a:pt x="2861413" y="2360635"/>
                </a:moveTo>
                <a:cubicBezTo>
                  <a:pt x="2860833" y="2360635"/>
                  <a:pt x="2860334" y="2360386"/>
                  <a:pt x="2860085" y="2359887"/>
                </a:cubicBezTo>
                <a:lnTo>
                  <a:pt x="2849450" y="2341444"/>
                </a:lnTo>
                <a:cubicBezTo>
                  <a:pt x="2849201" y="2341028"/>
                  <a:pt x="2849201" y="2340447"/>
                  <a:pt x="2849450" y="2339948"/>
                </a:cubicBezTo>
                <a:lnTo>
                  <a:pt x="2860085" y="2321505"/>
                </a:lnTo>
                <a:cubicBezTo>
                  <a:pt x="2860417" y="2321006"/>
                  <a:pt x="2860916" y="2320757"/>
                  <a:pt x="2861414" y="2320757"/>
                </a:cubicBezTo>
                <a:lnTo>
                  <a:pt x="2882682" y="2320757"/>
                </a:lnTo>
                <a:cubicBezTo>
                  <a:pt x="2883264" y="2320757"/>
                  <a:pt x="2883763" y="2321006"/>
                  <a:pt x="2884011" y="2321505"/>
                </a:cubicBezTo>
                <a:lnTo>
                  <a:pt x="2894645" y="2339948"/>
                </a:lnTo>
                <a:cubicBezTo>
                  <a:pt x="2894894" y="2340364"/>
                  <a:pt x="2894894" y="2340945"/>
                  <a:pt x="2894645" y="2341444"/>
                </a:cubicBezTo>
                <a:lnTo>
                  <a:pt x="2884011" y="2359887"/>
                </a:lnTo>
                <a:cubicBezTo>
                  <a:pt x="2883678" y="2360386"/>
                  <a:pt x="2883181" y="2360635"/>
                  <a:pt x="2882683" y="2360635"/>
                </a:cubicBezTo>
                <a:close/>
                <a:moveTo>
                  <a:pt x="4185510" y="2715426"/>
                </a:moveTo>
                <a:cubicBezTo>
                  <a:pt x="4184929" y="2715426"/>
                  <a:pt x="4184430" y="2715177"/>
                  <a:pt x="4184182" y="2714678"/>
                </a:cubicBezTo>
                <a:lnTo>
                  <a:pt x="4173547" y="2696235"/>
                </a:lnTo>
                <a:cubicBezTo>
                  <a:pt x="4173298" y="2695819"/>
                  <a:pt x="4173298" y="2695238"/>
                  <a:pt x="4173547" y="2694739"/>
                </a:cubicBezTo>
                <a:lnTo>
                  <a:pt x="4184182" y="2676296"/>
                </a:lnTo>
                <a:cubicBezTo>
                  <a:pt x="4184514" y="2675797"/>
                  <a:pt x="4185013" y="2675548"/>
                  <a:pt x="4185510" y="2675548"/>
                </a:cubicBezTo>
                <a:lnTo>
                  <a:pt x="4206779" y="2675548"/>
                </a:lnTo>
                <a:cubicBezTo>
                  <a:pt x="4207360" y="2675548"/>
                  <a:pt x="4207860" y="2675797"/>
                  <a:pt x="4208108" y="2676296"/>
                </a:cubicBezTo>
                <a:lnTo>
                  <a:pt x="4218742" y="2694739"/>
                </a:lnTo>
                <a:cubicBezTo>
                  <a:pt x="4218991" y="2695155"/>
                  <a:pt x="4218991" y="2695736"/>
                  <a:pt x="4218742" y="2696235"/>
                </a:cubicBezTo>
                <a:lnTo>
                  <a:pt x="4208108" y="2714678"/>
                </a:lnTo>
                <a:cubicBezTo>
                  <a:pt x="4207775" y="2715177"/>
                  <a:pt x="4207277" y="2715426"/>
                  <a:pt x="4206780" y="2715426"/>
                </a:cubicBezTo>
                <a:close/>
                <a:moveTo>
                  <a:pt x="4305883" y="2747679"/>
                </a:moveTo>
                <a:cubicBezTo>
                  <a:pt x="4305302" y="2747680"/>
                  <a:pt x="4304803" y="2747431"/>
                  <a:pt x="4304554" y="2746932"/>
                </a:cubicBezTo>
                <a:lnTo>
                  <a:pt x="4293920" y="2728489"/>
                </a:lnTo>
                <a:cubicBezTo>
                  <a:pt x="4293671" y="2728073"/>
                  <a:pt x="4293671" y="2727492"/>
                  <a:pt x="4293920" y="2726993"/>
                </a:cubicBezTo>
                <a:lnTo>
                  <a:pt x="4304554" y="2708550"/>
                </a:lnTo>
                <a:cubicBezTo>
                  <a:pt x="4304886" y="2708051"/>
                  <a:pt x="4305385" y="2707802"/>
                  <a:pt x="4305883" y="2707802"/>
                </a:cubicBezTo>
                <a:lnTo>
                  <a:pt x="4327152" y="2707801"/>
                </a:lnTo>
                <a:cubicBezTo>
                  <a:pt x="4327733" y="2707802"/>
                  <a:pt x="4328232" y="2708051"/>
                  <a:pt x="4328481" y="2708550"/>
                </a:cubicBezTo>
                <a:lnTo>
                  <a:pt x="4339115" y="2726993"/>
                </a:lnTo>
                <a:cubicBezTo>
                  <a:pt x="4339364" y="2727408"/>
                  <a:pt x="4339364" y="2727990"/>
                  <a:pt x="4339115" y="2728489"/>
                </a:cubicBezTo>
                <a:lnTo>
                  <a:pt x="4328481" y="2746932"/>
                </a:lnTo>
                <a:cubicBezTo>
                  <a:pt x="4328148" y="2747431"/>
                  <a:pt x="4327650" y="2747680"/>
                  <a:pt x="4327152" y="2747680"/>
                </a:cubicBezTo>
                <a:close/>
                <a:moveTo>
                  <a:pt x="4004868" y="2667127"/>
                </a:moveTo>
                <a:cubicBezTo>
                  <a:pt x="4004287" y="2667127"/>
                  <a:pt x="4003788" y="2666878"/>
                  <a:pt x="4003539" y="2666380"/>
                </a:cubicBezTo>
                <a:lnTo>
                  <a:pt x="3992905" y="2647853"/>
                </a:lnTo>
                <a:cubicBezTo>
                  <a:pt x="3992656" y="2647437"/>
                  <a:pt x="3992656" y="2646856"/>
                  <a:pt x="3992905" y="2646357"/>
                </a:cubicBezTo>
                <a:lnTo>
                  <a:pt x="4003622" y="2627831"/>
                </a:lnTo>
                <a:cubicBezTo>
                  <a:pt x="4003955" y="2627415"/>
                  <a:pt x="4004453" y="2627083"/>
                  <a:pt x="4004952" y="2627083"/>
                </a:cubicBezTo>
                <a:lnTo>
                  <a:pt x="4026303" y="2627083"/>
                </a:lnTo>
                <a:cubicBezTo>
                  <a:pt x="4026884" y="2627083"/>
                  <a:pt x="4027383" y="2627332"/>
                  <a:pt x="4027632" y="2627831"/>
                </a:cubicBezTo>
                <a:lnTo>
                  <a:pt x="4038266" y="2646357"/>
                </a:lnTo>
                <a:cubicBezTo>
                  <a:pt x="4038516" y="2646773"/>
                  <a:pt x="4038516" y="2647354"/>
                  <a:pt x="4038266" y="2647853"/>
                </a:cubicBezTo>
                <a:lnTo>
                  <a:pt x="4027549" y="2666380"/>
                </a:lnTo>
                <a:cubicBezTo>
                  <a:pt x="4027217" y="2666795"/>
                  <a:pt x="4026718" y="2667127"/>
                  <a:pt x="4026220" y="2667127"/>
                </a:cubicBezTo>
                <a:close/>
                <a:moveTo>
                  <a:pt x="4365987" y="2763972"/>
                </a:moveTo>
                <a:cubicBezTo>
                  <a:pt x="4365405" y="2763973"/>
                  <a:pt x="4364906" y="2763722"/>
                  <a:pt x="4364657" y="2763224"/>
                </a:cubicBezTo>
                <a:lnTo>
                  <a:pt x="4353940" y="2744615"/>
                </a:lnTo>
                <a:cubicBezTo>
                  <a:pt x="4353691" y="2744200"/>
                  <a:pt x="4353691" y="2743617"/>
                  <a:pt x="4353940" y="2743119"/>
                </a:cubicBezTo>
                <a:lnTo>
                  <a:pt x="4364657" y="2724510"/>
                </a:lnTo>
                <a:cubicBezTo>
                  <a:pt x="4364989" y="2724094"/>
                  <a:pt x="4365488" y="2723761"/>
                  <a:pt x="4365987" y="2723762"/>
                </a:cubicBezTo>
                <a:lnTo>
                  <a:pt x="4387421" y="2723762"/>
                </a:lnTo>
                <a:cubicBezTo>
                  <a:pt x="4388002" y="2723761"/>
                  <a:pt x="4388501" y="2724011"/>
                  <a:pt x="4388750" y="2724510"/>
                </a:cubicBezTo>
                <a:lnTo>
                  <a:pt x="4399467" y="2743119"/>
                </a:lnTo>
                <a:cubicBezTo>
                  <a:pt x="4399717" y="2743535"/>
                  <a:pt x="4399717" y="2744116"/>
                  <a:pt x="4399467" y="2744615"/>
                </a:cubicBezTo>
                <a:lnTo>
                  <a:pt x="4388750" y="2763224"/>
                </a:lnTo>
                <a:cubicBezTo>
                  <a:pt x="4388418" y="2763639"/>
                  <a:pt x="4387919" y="2763972"/>
                  <a:pt x="4387421" y="2763972"/>
                </a:cubicBezTo>
                <a:close/>
                <a:moveTo>
                  <a:pt x="4065055" y="2683338"/>
                </a:moveTo>
                <a:cubicBezTo>
                  <a:pt x="4064474" y="2683338"/>
                  <a:pt x="4063975" y="2683088"/>
                  <a:pt x="4063726" y="2682590"/>
                </a:cubicBezTo>
                <a:lnTo>
                  <a:pt x="4053008" y="2663980"/>
                </a:lnTo>
                <a:cubicBezTo>
                  <a:pt x="4052760" y="2663565"/>
                  <a:pt x="4052760" y="2662983"/>
                  <a:pt x="4053009" y="2662485"/>
                </a:cubicBezTo>
                <a:lnTo>
                  <a:pt x="4063726" y="2643875"/>
                </a:lnTo>
                <a:cubicBezTo>
                  <a:pt x="4064058" y="2643459"/>
                  <a:pt x="4064557" y="2643127"/>
                  <a:pt x="4065055" y="2643127"/>
                </a:cubicBezTo>
                <a:lnTo>
                  <a:pt x="4086490" y="2643127"/>
                </a:lnTo>
                <a:cubicBezTo>
                  <a:pt x="4087071" y="2643127"/>
                  <a:pt x="4087570" y="2643376"/>
                  <a:pt x="4087819" y="2643875"/>
                </a:cubicBezTo>
                <a:lnTo>
                  <a:pt x="4098536" y="2662485"/>
                </a:lnTo>
                <a:cubicBezTo>
                  <a:pt x="4098785" y="2662900"/>
                  <a:pt x="4098785" y="2663481"/>
                  <a:pt x="4098536" y="2663980"/>
                </a:cubicBezTo>
                <a:lnTo>
                  <a:pt x="4087819" y="2682590"/>
                </a:lnTo>
                <a:cubicBezTo>
                  <a:pt x="4087487" y="2683005"/>
                  <a:pt x="4086988" y="2683338"/>
                  <a:pt x="4086490" y="2683338"/>
                </a:cubicBezTo>
                <a:close/>
                <a:moveTo>
                  <a:pt x="3222366" y="2457644"/>
                </a:moveTo>
                <a:cubicBezTo>
                  <a:pt x="3221784" y="2457644"/>
                  <a:pt x="3221286" y="2457395"/>
                  <a:pt x="3221036" y="2456897"/>
                </a:cubicBezTo>
                <a:lnTo>
                  <a:pt x="3210236" y="2438204"/>
                </a:lnTo>
                <a:cubicBezTo>
                  <a:pt x="3209987" y="2437789"/>
                  <a:pt x="3209987" y="2437207"/>
                  <a:pt x="3210236" y="2436708"/>
                </a:cubicBezTo>
                <a:lnTo>
                  <a:pt x="3221036" y="2418016"/>
                </a:lnTo>
                <a:cubicBezTo>
                  <a:pt x="3221286" y="2417600"/>
                  <a:pt x="3221867" y="2417268"/>
                  <a:pt x="3222366" y="2417268"/>
                </a:cubicBezTo>
                <a:lnTo>
                  <a:pt x="3243966" y="2417268"/>
                </a:lnTo>
                <a:cubicBezTo>
                  <a:pt x="3244548" y="2417268"/>
                  <a:pt x="3245046" y="2417517"/>
                  <a:pt x="3245295" y="2418016"/>
                </a:cubicBezTo>
                <a:lnTo>
                  <a:pt x="3256096" y="2436708"/>
                </a:lnTo>
                <a:cubicBezTo>
                  <a:pt x="3256344" y="2437124"/>
                  <a:pt x="3256345" y="2437705"/>
                  <a:pt x="3256096" y="2438204"/>
                </a:cubicBezTo>
                <a:lnTo>
                  <a:pt x="3245295" y="2456897"/>
                </a:lnTo>
                <a:cubicBezTo>
                  <a:pt x="3245046" y="2457312"/>
                  <a:pt x="3244464" y="2457644"/>
                  <a:pt x="3243966" y="2457644"/>
                </a:cubicBezTo>
                <a:close/>
                <a:moveTo>
                  <a:pt x="4426089" y="2780181"/>
                </a:moveTo>
                <a:cubicBezTo>
                  <a:pt x="4425508" y="2780181"/>
                  <a:pt x="4425009" y="2779932"/>
                  <a:pt x="4424760" y="2779434"/>
                </a:cubicBezTo>
                <a:lnTo>
                  <a:pt x="4413960" y="2760741"/>
                </a:lnTo>
                <a:cubicBezTo>
                  <a:pt x="4413711" y="2760326"/>
                  <a:pt x="4413711" y="2759744"/>
                  <a:pt x="4413960" y="2759245"/>
                </a:cubicBezTo>
                <a:lnTo>
                  <a:pt x="4424760" y="2740553"/>
                </a:lnTo>
                <a:cubicBezTo>
                  <a:pt x="4425009" y="2740137"/>
                  <a:pt x="4425591" y="2739805"/>
                  <a:pt x="4426089" y="2739805"/>
                </a:cubicBezTo>
                <a:lnTo>
                  <a:pt x="4447690" y="2739805"/>
                </a:lnTo>
                <a:cubicBezTo>
                  <a:pt x="4448272" y="2739805"/>
                  <a:pt x="4448770" y="2740054"/>
                  <a:pt x="4449019" y="2740553"/>
                </a:cubicBezTo>
                <a:lnTo>
                  <a:pt x="4459820" y="2759245"/>
                </a:lnTo>
                <a:cubicBezTo>
                  <a:pt x="4460069" y="2759661"/>
                  <a:pt x="4460069" y="2760242"/>
                  <a:pt x="4459820" y="2760741"/>
                </a:cubicBezTo>
                <a:lnTo>
                  <a:pt x="4449019" y="2779434"/>
                </a:lnTo>
                <a:cubicBezTo>
                  <a:pt x="4448770" y="2779849"/>
                  <a:pt x="4448188" y="2780181"/>
                  <a:pt x="4447690" y="2780181"/>
                </a:cubicBezTo>
                <a:close/>
                <a:moveTo>
                  <a:pt x="3523294" y="2538374"/>
                </a:moveTo>
                <a:cubicBezTo>
                  <a:pt x="3522713" y="2538374"/>
                  <a:pt x="3522215" y="2538124"/>
                  <a:pt x="3521965" y="2537626"/>
                </a:cubicBezTo>
                <a:lnTo>
                  <a:pt x="3511166" y="2518850"/>
                </a:lnTo>
                <a:cubicBezTo>
                  <a:pt x="3510916" y="2518435"/>
                  <a:pt x="3510917" y="2517853"/>
                  <a:pt x="3511165" y="2517355"/>
                </a:cubicBezTo>
                <a:lnTo>
                  <a:pt x="3521966" y="2498579"/>
                </a:lnTo>
                <a:cubicBezTo>
                  <a:pt x="3522214" y="2498163"/>
                  <a:pt x="3522796" y="2497831"/>
                  <a:pt x="3523294" y="2497831"/>
                </a:cubicBezTo>
                <a:lnTo>
                  <a:pt x="3544978" y="2497831"/>
                </a:lnTo>
                <a:cubicBezTo>
                  <a:pt x="3545560" y="2497831"/>
                  <a:pt x="3546058" y="2498080"/>
                  <a:pt x="3546307" y="2498579"/>
                </a:cubicBezTo>
                <a:lnTo>
                  <a:pt x="3557108" y="2517355"/>
                </a:lnTo>
                <a:cubicBezTo>
                  <a:pt x="3557358" y="2517770"/>
                  <a:pt x="3557357" y="2518352"/>
                  <a:pt x="3557108" y="2518850"/>
                </a:cubicBezTo>
                <a:lnTo>
                  <a:pt x="3546307" y="2537626"/>
                </a:lnTo>
                <a:cubicBezTo>
                  <a:pt x="3546058" y="2538041"/>
                  <a:pt x="3545476" y="2538374"/>
                  <a:pt x="3544978" y="2538374"/>
                </a:cubicBezTo>
                <a:close/>
                <a:moveTo>
                  <a:pt x="4125156" y="2699642"/>
                </a:moveTo>
                <a:cubicBezTo>
                  <a:pt x="4124575" y="2699643"/>
                  <a:pt x="4124076" y="2699393"/>
                  <a:pt x="4123827" y="2698895"/>
                </a:cubicBezTo>
                <a:lnTo>
                  <a:pt x="4113027" y="2680119"/>
                </a:lnTo>
                <a:cubicBezTo>
                  <a:pt x="4112778" y="2679704"/>
                  <a:pt x="4112778" y="2679122"/>
                  <a:pt x="4113027" y="2678624"/>
                </a:cubicBezTo>
                <a:lnTo>
                  <a:pt x="4123827" y="2659848"/>
                </a:lnTo>
                <a:cubicBezTo>
                  <a:pt x="4124076" y="2659432"/>
                  <a:pt x="4124658" y="2659100"/>
                  <a:pt x="4125156" y="2659100"/>
                </a:cubicBezTo>
                <a:lnTo>
                  <a:pt x="4146840" y="2659100"/>
                </a:lnTo>
                <a:cubicBezTo>
                  <a:pt x="4147422" y="2659100"/>
                  <a:pt x="4147920" y="2659349"/>
                  <a:pt x="4148169" y="2659848"/>
                </a:cubicBezTo>
                <a:lnTo>
                  <a:pt x="4158970" y="2678624"/>
                </a:lnTo>
                <a:cubicBezTo>
                  <a:pt x="4159219" y="2679039"/>
                  <a:pt x="4159219" y="2679621"/>
                  <a:pt x="4158970" y="2680119"/>
                </a:cubicBezTo>
                <a:lnTo>
                  <a:pt x="4148169" y="2698895"/>
                </a:lnTo>
                <a:cubicBezTo>
                  <a:pt x="4147920" y="2699310"/>
                  <a:pt x="4147338" y="2699643"/>
                  <a:pt x="4146840" y="2699643"/>
                </a:cubicBezTo>
                <a:close/>
                <a:moveTo>
                  <a:pt x="4245528" y="2731896"/>
                </a:moveTo>
                <a:cubicBezTo>
                  <a:pt x="4244948" y="2731896"/>
                  <a:pt x="4244449" y="2731647"/>
                  <a:pt x="4244200" y="2731148"/>
                </a:cubicBezTo>
                <a:lnTo>
                  <a:pt x="4233400" y="2712372"/>
                </a:lnTo>
                <a:cubicBezTo>
                  <a:pt x="4233151" y="2711958"/>
                  <a:pt x="4233151" y="2711375"/>
                  <a:pt x="4233400" y="2710877"/>
                </a:cubicBezTo>
                <a:lnTo>
                  <a:pt x="4244200" y="2692101"/>
                </a:lnTo>
                <a:cubicBezTo>
                  <a:pt x="4244449" y="2691685"/>
                  <a:pt x="4245031" y="2691353"/>
                  <a:pt x="4245529" y="2691353"/>
                </a:cubicBezTo>
                <a:lnTo>
                  <a:pt x="4267213" y="2691353"/>
                </a:lnTo>
                <a:cubicBezTo>
                  <a:pt x="4267794" y="2691353"/>
                  <a:pt x="4268293" y="2691602"/>
                  <a:pt x="4268542" y="2692102"/>
                </a:cubicBezTo>
                <a:lnTo>
                  <a:pt x="4279343" y="2710877"/>
                </a:lnTo>
                <a:cubicBezTo>
                  <a:pt x="4279592" y="2711292"/>
                  <a:pt x="4279592" y="2711874"/>
                  <a:pt x="4279343" y="2712373"/>
                </a:cubicBezTo>
                <a:lnTo>
                  <a:pt x="4268542" y="2731149"/>
                </a:lnTo>
                <a:cubicBezTo>
                  <a:pt x="4268293" y="2731564"/>
                  <a:pt x="4267711" y="2731896"/>
                  <a:pt x="4267213" y="2731897"/>
                </a:cubicBezTo>
                <a:close/>
                <a:moveTo>
                  <a:pt x="3402852" y="2506194"/>
                </a:moveTo>
                <a:cubicBezTo>
                  <a:pt x="3402270" y="2506194"/>
                  <a:pt x="3401771" y="2505945"/>
                  <a:pt x="3401522" y="2505446"/>
                </a:cubicBezTo>
                <a:lnTo>
                  <a:pt x="3390639" y="2486587"/>
                </a:lnTo>
                <a:cubicBezTo>
                  <a:pt x="3390390" y="2486089"/>
                  <a:pt x="3390390" y="2485507"/>
                  <a:pt x="3390639" y="2485009"/>
                </a:cubicBezTo>
                <a:lnTo>
                  <a:pt x="3401522" y="2466150"/>
                </a:lnTo>
                <a:cubicBezTo>
                  <a:pt x="3401771" y="2465734"/>
                  <a:pt x="3402270" y="2465402"/>
                  <a:pt x="3402852" y="2465402"/>
                </a:cubicBezTo>
                <a:lnTo>
                  <a:pt x="3424618" y="2465402"/>
                </a:lnTo>
                <a:cubicBezTo>
                  <a:pt x="3425200" y="2465402"/>
                  <a:pt x="3425698" y="2465651"/>
                  <a:pt x="3425948" y="2466150"/>
                </a:cubicBezTo>
                <a:lnTo>
                  <a:pt x="3436831" y="2485009"/>
                </a:lnTo>
                <a:cubicBezTo>
                  <a:pt x="3437080" y="2485507"/>
                  <a:pt x="3437080" y="2486089"/>
                  <a:pt x="3436831" y="2486587"/>
                </a:cubicBezTo>
                <a:lnTo>
                  <a:pt x="3425948" y="2505446"/>
                </a:lnTo>
                <a:cubicBezTo>
                  <a:pt x="3425698" y="2505862"/>
                  <a:pt x="3425200" y="2506194"/>
                  <a:pt x="3424618" y="2506194"/>
                </a:cubicBezTo>
                <a:close/>
                <a:moveTo>
                  <a:pt x="4486099" y="2796641"/>
                </a:moveTo>
                <a:cubicBezTo>
                  <a:pt x="4485600" y="2796641"/>
                  <a:pt x="4485019" y="2796392"/>
                  <a:pt x="4484769" y="2795893"/>
                </a:cubicBezTo>
                <a:lnTo>
                  <a:pt x="4473886" y="2776951"/>
                </a:lnTo>
                <a:cubicBezTo>
                  <a:pt x="4473637" y="2776453"/>
                  <a:pt x="4473637" y="2775871"/>
                  <a:pt x="4473886" y="2775373"/>
                </a:cubicBezTo>
                <a:lnTo>
                  <a:pt x="4484852" y="2756431"/>
                </a:lnTo>
                <a:cubicBezTo>
                  <a:pt x="4485102" y="2756015"/>
                  <a:pt x="4485600" y="2755683"/>
                  <a:pt x="4486182" y="2755683"/>
                </a:cubicBezTo>
                <a:lnTo>
                  <a:pt x="4508032" y="2755683"/>
                </a:lnTo>
                <a:cubicBezTo>
                  <a:pt x="4508530" y="2755683"/>
                  <a:pt x="4509112" y="2755932"/>
                  <a:pt x="4509361" y="2756431"/>
                </a:cubicBezTo>
                <a:lnTo>
                  <a:pt x="4520244" y="2775373"/>
                </a:lnTo>
                <a:cubicBezTo>
                  <a:pt x="4520493" y="2775871"/>
                  <a:pt x="4520493" y="2776453"/>
                  <a:pt x="4520244" y="2776951"/>
                </a:cubicBezTo>
                <a:lnTo>
                  <a:pt x="4509278" y="2795893"/>
                </a:lnTo>
                <a:cubicBezTo>
                  <a:pt x="4509028" y="2796309"/>
                  <a:pt x="4508530" y="2796641"/>
                  <a:pt x="4507948" y="2796641"/>
                </a:cubicBezTo>
                <a:close/>
                <a:moveTo>
                  <a:pt x="3282292" y="2474269"/>
                </a:moveTo>
                <a:cubicBezTo>
                  <a:pt x="3281793" y="2474269"/>
                  <a:pt x="3281212" y="2474020"/>
                  <a:pt x="3280963" y="2473522"/>
                </a:cubicBezTo>
                <a:lnTo>
                  <a:pt x="3269913" y="2454413"/>
                </a:lnTo>
                <a:cubicBezTo>
                  <a:pt x="3269664" y="2453915"/>
                  <a:pt x="3269664" y="2453333"/>
                  <a:pt x="3269913" y="2452835"/>
                </a:cubicBezTo>
                <a:lnTo>
                  <a:pt x="3280963" y="2433727"/>
                </a:lnTo>
                <a:cubicBezTo>
                  <a:pt x="3281212" y="2433311"/>
                  <a:pt x="3281710" y="2432979"/>
                  <a:pt x="3282292" y="2432979"/>
                </a:cubicBezTo>
                <a:lnTo>
                  <a:pt x="3304391" y="2432979"/>
                </a:lnTo>
                <a:cubicBezTo>
                  <a:pt x="3304889" y="2432979"/>
                  <a:pt x="3305471" y="2433228"/>
                  <a:pt x="3305720" y="2433727"/>
                </a:cubicBezTo>
                <a:lnTo>
                  <a:pt x="3316770" y="2452835"/>
                </a:lnTo>
                <a:cubicBezTo>
                  <a:pt x="3317019" y="2453333"/>
                  <a:pt x="3317019" y="2453915"/>
                  <a:pt x="3316770" y="2454413"/>
                </a:cubicBezTo>
                <a:lnTo>
                  <a:pt x="3305720" y="2473522"/>
                </a:lnTo>
                <a:cubicBezTo>
                  <a:pt x="3305471" y="2473937"/>
                  <a:pt x="3304972" y="2474269"/>
                  <a:pt x="3304391" y="2474269"/>
                </a:cubicBezTo>
                <a:close/>
                <a:moveTo>
                  <a:pt x="3342394" y="2490479"/>
                </a:moveTo>
                <a:cubicBezTo>
                  <a:pt x="3341895" y="2490478"/>
                  <a:pt x="3341315" y="2490230"/>
                  <a:pt x="3341065" y="2489731"/>
                </a:cubicBezTo>
                <a:lnTo>
                  <a:pt x="3330016" y="2470540"/>
                </a:lnTo>
                <a:cubicBezTo>
                  <a:pt x="3329767" y="2470041"/>
                  <a:pt x="3329767" y="2469460"/>
                  <a:pt x="3330016" y="2468962"/>
                </a:cubicBezTo>
                <a:lnTo>
                  <a:pt x="3341147" y="2449771"/>
                </a:lnTo>
                <a:cubicBezTo>
                  <a:pt x="3341398" y="2449355"/>
                  <a:pt x="3341896" y="2449022"/>
                  <a:pt x="3342477" y="2449023"/>
                </a:cubicBezTo>
                <a:lnTo>
                  <a:pt x="3364660" y="2449022"/>
                </a:lnTo>
                <a:cubicBezTo>
                  <a:pt x="3365158" y="2449023"/>
                  <a:pt x="3365740" y="2449271"/>
                  <a:pt x="3365988" y="2449771"/>
                </a:cubicBezTo>
                <a:lnTo>
                  <a:pt x="3377038" y="2468961"/>
                </a:lnTo>
                <a:cubicBezTo>
                  <a:pt x="3377288" y="2469459"/>
                  <a:pt x="3377287" y="2470041"/>
                  <a:pt x="3377039" y="2470540"/>
                </a:cubicBezTo>
                <a:lnTo>
                  <a:pt x="3365905" y="2489731"/>
                </a:lnTo>
                <a:cubicBezTo>
                  <a:pt x="3365657" y="2490146"/>
                  <a:pt x="3365158" y="2490479"/>
                  <a:pt x="3364577" y="2490479"/>
                </a:cubicBezTo>
                <a:close/>
                <a:moveTo>
                  <a:pt x="3462767" y="2522732"/>
                </a:moveTo>
                <a:cubicBezTo>
                  <a:pt x="3462268" y="2522732"/>
                  <a:pt x="3461687" y="2522483"/>
                  <a:pt x="3461437" y="2521985"/>
                </a:cubicBezTo>
                <a:lnTo>
                  <a:pt x="3450388" y="2502793"/>
                </a:lnTo>
                <a:cubicBezTo>
                  <a:pt x="3450139" y="2502295"/>
                  <a:pt x="3450139" y="2501713"/>
                  <a:pt x="3450388" y="2501215"/>
                </a:cubicBezTo>
                <a:lnTo>
                  <a:pt x="3461520" y="2482024"/>
                </a:lnTo>
                <a:cubicBezTo>
                  <a:pt x="3461770" y="2481608"/>
                  <a:pt x="3462268" y="2481276"/>
                  <a:pt x="3462850" y="2481276"/>
                </a:cubicBezTo>
                <a:lnTo>
                  <a:pt x="3485032" y="2481276"/>
                </a:lnTo>
                <a:cubicBezTo>
                  <a:pt x="3485530" y="2481276"/>
                  <a:pt x="3486112" y="2481525"/>
                  <a:pt x="3486361" y="2482024"/>
                </a:cubicBezTo>
                <a:lnTo>
                  <a:pt x="3497411" y="2501215"/>
                </a:lnTo>
                <a:cubicBezTo>
                  <a:pt x="3497660" y="2501713"/>
                  <a:pt x="3497660" y="2502295"/>
                  <a:pt x="3497411" y="2502793"/>
                </a:cubicBezTo>
                <a:lnTo>
                  <a:pt x="3486278" y="2521985"/>
                </a:lnTo>
                <a:cubicBezTo>
                  <a:pt x="3486029" y="2522400"/>
                  <a:pt x="3485530" y="2522732"/>
                  <a:pt x="3484950" y="2522732"/>
                </a:cubicBezTo>
                <a:close/>
                <a:moveTo>
                  <a:pt x="4546120" y="2813016"/>
                </a:moveTo>
                <a:cubicBezTo>
                  <a:pt x="4545621" y="2813016"/>
                  <a:pt x="4545040" y="2812767"/>
                  <a:pt x="4544790" y="2812269"/>
                </a:cubicBezTo>
                <a:lnTo>
                  <a:pt x="4533741" y="2793077"/>
                </a:lnTo>
                <a:cubicBezTo>
                  <a:pt x="4533492" y="2792579"/>
                  <a:pt x="4533492" y="2791997"/>
                  <a:pt x="4533741" y="2791499"/>
                </a:cubicBezTo>
                <a:lnTo>
                  <a:pt x="4544873" y="2772308"/>
                </a:lnTo>
                <a:cubicBezTo>
                  <a:pt x="4545123" y="2771892"/>
                  <a:pt x="4545621" y="2771560"/>
                  <a:pt x="4546203" y="2771560"/>
                </a:cubicBezTo>
                <a:lnTo>
                  <a:pt x="4568385" y="2771560"/>
                </a:lnTo>
                <a:cubicBezTo>
                  <a:pt x="4568883" y="2771560"/>
                  <a:pt x="4569465" y="2771809"/>
                  <a:pt x="4569714" y="2772308"/>
                </a:cubicBezTo>
                <a:lnTo>
                  <a:pt x="4580764" y="2791499"/>
                </a:lnTo>
                <a:cubicBezTo>
                  <a:pt x="4581013" y="2791997"/>
                  <a:pt x="4581013" y="2792579"/>
                  <a:pt x="4580764" y="2793077"/>
                </a:cubicBezTo>
                <a:lnTo>
                  <a:pt x="4569631" y="2812269"/>
                </a:lnTo>
                <a:cubicBezTo>
                  <a:pt x="4569382" y="2812684"/>
                  <a:pt x="4568883" y="2813016"/>
                  <a:pt x="4568302" y="2813016"/>
                </a:cubicBezTo>
                <a:close/>
                <a:moveTo>
                  <a:pt x="2800658" y="2345496"/>
                </a:moveTo>
                <a:cubicBezTo>
                  <a:pt x="2800159" y="2345496"/>
                  <a:pt x="2799578" y="2345163"/>
                  <a:pt x="2799329" y="2344665"/>
                </a:cubicBezTo>
                <a:lnTo>
                  <a:pt x="2788113" y="2325308"/>
                </a:lnTo>
                <a:cubicBezTo>
                  <a:pt x="2787864" y="2324809"/>
                  <a:pt x="2787864" y="2324228"/>
                  <a:pt x="2788113" y="2323729"/>
                </a:cubicBezTo>
                <a:lnTo>
                  <a:pt x="2799329" y="2304372"/>
                </a:lnTo>
                <a:cubicBezTo>
                  <a:pt x="2799578" y="2303873"/>
                  <a:pt x="2800076" y="2303541"/>
                  <a:pt x="2800658" y="2303541"/>
                </a:cubicBezTo>
                <a:lnTo>
                  <a:pt x="2823006" y="2303541"/>
                </a:lnTo>
                <a:cubicBezTo>
                  <a:pt x="2823505" y="2303541"/>
                  <a:pt x="2824086" y="2303873"/>
                  <a:pt x="2824336" y="2304372"/>
                </a:cubicBezTo>
                <a:lnTo>
                  <a:pt x="2835551" y="2323729"/>
                </a:lnTo>
                <a:cubicBezTo>
                  <a:pt x="2835801" y="2324228"/>
                  <a:pt x="2835801" y="2324809"/>
                  <a:pt x="2835551" y="2325308"/>
                </a:cubicBezTo>
                <a:lnTo>
                  <a:pt x="2824336" y="2344665"/>
                </a:lnTo>
                <a:cubicBezTo>
                  <a:pt x="2824086" y="2345163"/>
                  <a:pt x="2823588" y="2345496"/>
                  <a:pt x="2823006" y="2345496"/>
                </a:cubicBezTo>
                <a:close/>
                <a:moveTo>
                  <a:pt x="3583079" y="2555145"/>
                </a:moveTo>
                <a:cubicBezTo>
                  <a:pt x="3582581" y="2555145"/>
                  <a:pt x="3581999" y="2554812"/>
                  <a:pt x="3581750" y="2554314"/>
                </a:cubicBezTo>
                <a:lnTo>
                  <a:pt x="3570534" y="2534957"/>
                </a:lnTo>
                <a:cubicBezTo>
                  <a:pt x="3570285" y="2534458"/>
                  <a:pt x="3570285" y="2533877"/>
                  <a:pt x="3570534" y="2533378"/>
                </a:cubicBezTo>
                <a:lnTo>
                  <a:pt x="3581750" y="2514021"/>
                </a:lnTo>
                <a:cubicBezTo>
                  <a:pt x="3581999" y="2513522"/>
                  <a:pt x="3582497" y="2513190"/>
                  <a:pt x="3583079" y="2513190"/>
                </a:cubicBezTo>
                <a:lnTo>
                  <a:pt x="3605427" y="2513190"/>
                </a:lnTo>
                <a:cubicBezTo>
                  <a:pt x="3605926" y="2513190"/>
                  <a:pt x="3606507" y="2513522"/>
                  <a:pt x="3606757" y="2514021"/>
                </a:cubicBezTo>
                <a:lnTo>
                  <a:pt x="3617972" y="2533378"/>
                </a:lnTo>
                <a:cubicBezTo>
                  <a:pt x="3618222" y="2533877"/>
                  <a:pt x="3618222" y="2534458"/>
                  <a:pt x="3617972" y="2534957"/>
                </a:cubicBezTo>
                <a:lnTo>
                  <a:pt x="3606757" y="2554314"/>
                </a:lnTo>
                <a:cubicBezTo>
                  <a:pt x="3606507" y="2554812"/>
                  <a:pt x="3606009" y="2555145"/>
                  <a:pt x="3605427" y="2555145"/>
                </a:cubicBezTo>
                <a:close/>
                <a:moveTo>
                  <a:pt x="2921006" y="2377933"/>
                </a:moveTo>
                <a:cubicBezTo>
                  <a:pt x="2920425" y="2377933"/>
                  <a:pt x="2919843" y="2377601"/>
                  <a:pt x="2919594" y="2377102"/>
                </a:cubicBezTo>
                <a:lnTo>
                  <a:pt x="2908378" y="2357662"/>
                </a:lnTo>
                <a:cubicBezTo>
                  <a:pt x="2908129" y="2357163"/>
                  <a:pt x="2908129" y="2356582"/>
                  <a:pt x="2908378" y="2356083"/>
                </a:cubicBezTo>
                <a:lnTo>
                  <a:pt x="2919594" y="2336643"/>
                </a:lnTo>
                <a:cubicBezTo>
                  <a:pt x="2919926" y="2336144"/>
                  <a:pt x="2920425" y="2335812"/>
                  <a:pt x="2921006" y="2335812"/>
                </a:cubicBezTo>
                <a:lnTo>
                  <a:pt x="2943521" y="2335812"/>
                </a:lnTo>
                <a:cubicBezTo>
                  <a:pt x="2944102" y="2335812"/>
                  <a:pt x="2944683" y="2336144"/>
                  <a:pt x="2944933" y="2336643"/>
                </a:cubicBezTo>
                <a:lnTo>
                  <a:pt x="2956148" y="2356083"/>
                </a:lnTo>
                <a:cubicBezTo>
                  <a:pt x="2956398" y="2356582"/>
                  <a:pt x="2956398" y="2357163"/>
                  <a:pt x="2956148" y="2357662"/>
                </a:cubicBezTo>
                <a:lnTo>
                  <a:pt x="2944933" y="2377102"/>
                </a:lnTo>
                <a:cubicBezTo>
                  <a:pt x="2944601" y="2377601"/>
                  <a:pt x="2944102" y="2377933"/>
                  <a:pt x="2943522" y="2377933"/>
                </a:cubicBezTo>
                <a:close/>
                <a:moveTo>
                  <a:pt x="2981111" y="2394132"/>
                </a:moveTo>
                <a:cubicBezTo>
                  <a:pt x="2980529" y="2394132"/>
                  <a:pt x="2979948" y="2393800"/>
                  <a:pt x="2979699" y="2393301"/>
                </a:cubicBezTo>
                <a:lnTo>
                  <a:pt x="2968400" y="2373778"/>
                </a:lnTo>
                <a:cubicBezTo>
                  <a:pt x="2968151" y="2373280"/>
                  <a:pt x="2968151" y="2372698"/>
                  <a:pt x="2968400" y="2372199"/>
                </a:cubicBezTo>
                <a:lnTo>
                  <a:pt x="2979699" y="2352676"/>
                </a:lnTo>
                <a:cubicBezTo>
                  <a:pt x="2980031" y="2352177"/>
                  <a:pt x="2980530" y="2351845"/>
                  <a:pt x="2981110" y="2351845"/>
                </a:cubicBezTo>
                <a:lnTo>
                  <a:pt x="3003708" y="2351845"/>
                </a:lnTo>
                <a:cubicBezTo>
                  <a:pt x="3004290" y="2351845"/>
                  <a:pt x="3004872" y="2352177"/>
                  <a:pt x="3005120" y="2352676"/>
                </a:cubicBezTo>
                <a:lnTo>
                  <a:pt x="3016420" y="2372199"/>
                </a:lnTo>
                <a:cubicBezTo>
                  <a:pt x="3016668" y="2372698"/>
                  <a:pt x="3016669" y="2373279"/>
                  <a:pt x="3016419" y="2373778"/>
                </a:cubicBezTo>
                <a:lnTo>
                  <a:pt x="3005120" y="2393301"/>
                </a:lnTo>
                <a:cubicBezTo>
                  <a:pt x="3004788" y="2393800"/>
                  <a:pt x="3004290" y="2394132"/>
                  <a:pt x="3003709" y="2394132"/>
                </a:cubicBezTo>
                <a:close/>
                <a:moveTo>
                  <a:pt x="3041213" y="2410342"/>
                </a:moveTo>
                <a:cubicBezTo>
                  <a:pt x="3040632" y="2410342"/>
                  <a:pt x="3040133" y="2410010"/>
                  <a:pt x="3039801" y="2409512"/>
                </a:cubicBezTo>
                <a:lnTo>
                  <a:pt x="3028503" y="2389905"/>
                </a:lnTo>
                <a:cubicBezTo>
                  <a:pt x="3028170" y="2389406"/>
                  <a:pt x="3028170" y="2388825"/>
                  <a:pt x="3028502" y="2388326"/>
                </a:cubicBezTo>
                <a:lnTo>
                  <a:pt x="3039885" y="2368720"/>
                </a:lnTo>
                <a:cubicBezTo>
                  <a:pt x="3040216" y="2368221"/>
                  <a:pt x="3040715" y="2367889"/>
                  <a:pt x="3041297" y="2367889"/>
                </a:cubicBezTo>
                <a:lnTo>
                  <a:pt x="3063978" y="2367889"/>
                </a:lnTo>
                <a:cubicBezTo>
                  <a:pt x="3064559" y="2367889"/>
                  <a:pt x="3065057" y="2368221"/>
                  <a:pt x="3065390" y="2368720"/>
                </a:cubicBezTo>
                <a:lnTo>
                  <a:pt x="3076688" y="2388326"/>
                </a:lnTo>
                <a:cubicBezTo>
                  <a:pt x="3077020" y="2388825"/>
                  <a:pt x="3077020" y="2389406"/>
                  <a:pt x="3076689" y="2389905"/>
                </a:cubicBezTo>
                <a:lnTo>
                  <a:pt x="3065306" y="2409512"/>
                </a:lnTo>
                <a:cubicBezTo>
                  <a:pt x="3064974" y="2410010"/>
                  <a:pt x="3064475" y="2410342"/>
                  <a:pt x="3063895" y="2410342"/>
                </a:cubicBezTo>
                <a:close/>
                <a:moveTo>
                  <a:pt x="3101423" y="2426557"/>
                </a:moveTo>
                <a:cubicBezTo>
                  <a:pt x="3100840" y="2426557"/>
                  <a:pt x="3100341" y="2426225"/>
                  <a:pt x="3100010" y="2425726"/>
                </a:cubicBezTo>
                <a:lnTo>
                  <a:pt x="3088627" y="2405953"/>
                </a:lnTo>
                <a:cubicBezTo>
                  <a:pt x="3088295" y="2405455"/>
                  <a:pt x="3088296" y="2404873"/>
                  <a:pt x="3088627" y="2404375"/>
                </a:cubicBezTo>
                <a:lnTo>
                  <a:pt x="3100009" y="2384602"/>
                </a:lnTo>
                <a:cubicBezTo>
                  <a:pt x="3100342" y="2384103"/>
                  <a:pt x="3100841" y="2383771"/>
                  <a:pt x="3101422" y="2383771"/>
                </a:cubicBezTo>
                <a:lnTo>
                  <a:pt x="3124186" y="2383771"/>
                </a:lnTo>
                <a:cubicBezTo>
                  <a:pt x="3124767" y="2383771"/>
                  <a:pt x="3125265" y="2384103"/>
                  <a:pt x="3125599" y="2384602"/>
                </a:cubicBezTo>
                <a:lnTo>
                  <a:pt x="3136979" y="2404375"/>
                </a:lnTo>
                <a:cubicBezTo>
                  <a:pt x="3137312" y="2404873"/>
                  <a:pt x="3137313" y="2405455"/>
                  <a:pt x="3136979" y="2405953"/>
                </a:cubicBezTo>
                <a:lnTo>
                  <a:pt x="3125598" y="2425726"/>
                </a:lnTo>
                <a:cubicBezTo>
                  <a:pt x="3125265" y="2426225"/>
                  <a:pt x="3124768" y="2426557"/>
                  <a:pt x="3124185" y="2426557"/>
                </a:cubicBezTo>
                <a:close/>
                <a:moveTo>
                  <a:pt x="3703203" y="2587897"/>
                </a:moveTo>
                <a:cubicBezTo>
                  <a:pt x="3702621" y="2587897"/>
                  <a:pt x="3702122" y="2587564"/>
                  <a:pt x="3701790" y="2587066"/>
                </a:cubicBezTo>
                <a:lnTo>
                  <a:pt x="3690325" y="2567210"/>
                </a:lnTo>
                <a:cubicBezTo>
                  <a:pt x="3689993" y="2566795"/>
                  <a:pt x="3689993" y="2566130"/>
                  <a:pt x="3690325" y="2565632"/>
                </a:cubicBezTo>
                <a:lnTo>
                  <a:pt x="3701790" y="2545776"/>
                </a:lnTo>
                <a:cubicBezTo>
                  <a:pt x="3702122" y="2545277"/>
                  <a:pt x="3702621" y="2544945"/>
                  <a:pt x="3703203" y="2544945"/>
                </a:cubicBezTo>
                <a:lnTo>
                  <a:pt x="3726049" y="2544945"/>
                </a:lnTo>
                <a:cubicBezTo>
                  <a:pt x="3726631" y="2544945"/>
                  <a:pt x="3727129" y="2545277"/>
                  <a:pt x="3727462" y="2545776"/>
                </a:cubicBezTo>
                <a:lnTo>
                  <a:pt x="3738926" y="2565632"/>
                </a:lnTo>
                <a:cubicBezTo>
                  <a:pt x="3739259" y="2566047"/>
                  <a:pt x="3739259" y="2566712"/>
                  <a:pt x="3738926" y="2567210"/>
                </a:cubicBezTo>
                <a:lnTo>
                  <a:pt x="3727462" y="2587066"/>
                </a:lnTo>
                <a:cubicBezTo>
                  <a:pt x="3727129" y="2587564"/>
                  <a:pt x="3726631" y="2587897"/>
                  <a:pt x="3726049" y="2587897"/>
                </a:cubicBezTo>
                <a:close/>
                <a:moveTo>
                  <a:pt x="3643022" y="2571876"/>
                </a:moveTo>
                <a:cubicBezTo>
                  <a:pt x="3642442" y="2571876"/>
                  <a:pt x="3641944" y="2571544"/>
                  <a:pt x="3641610" y="2571045"/>
                </a:cubicBezTo>
                <a:lnTo>
                  <a:pt x="3630146" y="2551106"/>
                </a:lnTo>
                <a:cubicBezTo>
                  <a:pt x="3629813" y="2550608"/>
                  <a:pt x="3629814" y="2549943"/>
                  <a:pt x="3630146" y="2549445"/>
                </a:cubicBezTo>
                <a:lnTo>
                  <a:pt x="3641611" y="2529506"/>
                </a:lnTo>
                <a:cubicBezTo>
                  <a:pt x="3641944" y="2529007"/>
                  <a:pt x="3642442" y="2528675"/>
                  <a:pt x="3643023" y="2528675"/>
                </a:cubicBezTo>
                <a:lnTo>
                  <a:pt x="3666037" y="2528675"/>
                </a:lnTo>
                <a:cubicBezTo>
                  <a:pt x="3666618" y="2528675"/>
                  <a:pt x="3667117" y="2529007"/>
                  <a:pt x="3667449" y="2529506"/>
                </a:cubicBezTo>
                <a:lnTo>
                  <a:pt x="3678914" y="2549445"/>
                </a:lnTo>
                <a:cubicBezTo>
                  <a:pt x="3679246" y="2549943"/>
                  <a:pt x="3679246" y="2550608"/>
                  <a:pt x="3678914" y="2551106"/>
                </a:cubicBezTo>
                <a:lnTo>
                  <a:pt x="3667449" y="2571045"/>
                </a:lnTo>
                <a:cubicBezTo>
                  <a:pt x="3667117" y="2571544"/>
                  <a:pt x="3666617" y="2571876"/>
                  <a:pt x="3666037" y="2571876"/>
                </a:cubicBezTo>
                <a:close/>
                <a:moveTo>
                  <a:pt x="4841465" y="2930193"/>
                </a:moveTo>
                <a:cubicBezTo>
                  <a:pt x="4841298" y="2930193"/>
                  <a:pt x="4841133" y="2930027"/>
                  <a:pt x="4841133" y="2930027"/>
                </a:cubicBezTo>
                <a:lnTo>
                  <a:pt x="4838391" y="2925291"/>
                </a:lnTo>
                <a:cubicBezTo>
                  <a:pt x="4838391" y="2925125"/>
                  <a:pt x="4838390" y="2924876"/>
                  <a:pt x="4838390" y="2924876"/>
                </a:cubicBezTo>
                <a:lnTo>
                  <a:pt x="4841133" y="2920140"/>
                </a:lnTo>
                <a:cubicBezTo>
                  <a:pt x="4841216" y="2919974"/>
                  <a:pt x="4841464" y="2919974"/>
                  <a:pt x="4841464" y="2919974"/>
                </a:cubicBezTo>
                <a:lnTo>
                  <a:pt x="4846948" y="2919974"/>
                </a:lnTo>
                <a:cubicBezTo>
                  <a:pt x="4847113" y="2919974"/>
                  <a:pt x="4847280" y="2920140"/>
                  <a:pt x="4847280" y="2920140"/>
                </a:cubicBezTo>
                <a:lnTo>
                  <a:pt x="4850022" y="2924876"/>
                </a:lnTo>
                <a:cubicBezTo>
                  <a:pt x="4850021" y="2925042"/>
                  <a:pt x="4850021" y="2925291"/>
                  <a:pt x="4850021" y="2925291"/>
                </a:cubicBezTo>
                <a:lnTo>
                  <a:pt x="4847280" y="2930027"/>
                </a:lnTo>
                <a:cubicBezTo>
                  <a:pt x="4847196" y="2930193"/>
                  <a:pt x="4846947" y="2930193"/>
                  <a:pt x="4846947" y="2930193"/>
                </a:cubicBezTo>
                <a:close/>
                <a:moveTo>
                  <a:pt x="265245" y="1708376"/>
                </a:moveTo>
                <a:cubicBezTo>
                  <a:pt x="264996" y="1708375"/>
                  <a:pt x="264662" y="1708043"/>
                  <a:pt x="264662" y="1708043"/>
                </a:cubicBezTo>
                <a:lnTo>
                  <a:pt x="259928" y="1699736"/>
                </a:lnTo>
                <a:cubicBezTo>
                  <a:pt x="259844" y="1699569"/>
                  <a:pt x="259927" y="1699070"/>
                  <a:pt x="259927" y="1699070"/>
                </a:cubicBezTo>
                <a:lnTo>
                  <a:pt x="264746" y="1690762"/>
                </a:lnTo>
                <a:cubicBezTo>
                  <a:pt x="264829" y="1690596"/>
                  <a:pt x="265328" y="1690430"/>
                  <a:pt x="265328" y="1690430"/>
                </a:cubicBezTo>
                <a:lnTo>
                  <a:pt x="274882" y="1690431"/>
                </a:lnTo>
                <a:cubicBezTo>
                  <a:pt x="275131" y="1690430"/>
                  <a:pt x="275464" y="1690762"/>
                  <a:pt x="275464" y="1690762"/>
                </a:cubicBezTo>
                <a:lnTo>
                  <a:pt x="280199" y="1699071"/>
                </a:lnTo>
                <a:cubicBezTo>
                  <a:pt x="280282" y="1699236"/>
                  <a:pt x="280199" y="1699735"/>
                  <a:pt x="280199" y="1699735"/>
                </a:cubicBezTo>
                <a:lnTo>
                  <a:pt x="275381" y="1708043"/>
                </a:lnTo>
                <a:cubicBezTo>
                  <a:pt x="275297" y="1708209"/>
                  <a:pt x="274799" y="1708375"/>
                  <a:pt x="274799" y="1708375"/>
                </a:cubicBezTo>
                <a:close/>
                <a:moveTo>
                  <a:pt x="4898100" y="2952970"/>
                </a:moveTo>
                <a:cubicBezTo>
                  <a:pt x="4897767" y="2952969"/>
                  <a:pt x="4897352" y="2952553"/>
                  <a:pt x="4897352" y="2952553"/>
                </a:cubicBezTo>
                <a:lnTo>
                  <a:pt x="4891038" y="2941587"/>
                </a:lnTo>
                <a:cubicBezTo>
                  <a:pt x="4890872" y="2941254"/>
                  <a:pt x="4891038" y="2940673"/>
                  <a:pt x="4891038" y="2940673"/>
                </a:cubicBezTo>
                <a:lnTo>
                  <a:pt x="4897352" y="2929707"/>
                </a:lnTo>
                <a:cubicBezTo>
                  <a:pt x="4897518" y="2929458"/>
                  <a:pt x="4898100" y="2929291"/>
                  <a:pt x="4898100" y="2929291"/>
                </a:cubicBezTo>
                <a:lnTo>
                  <a:pt x="4910728" y="2929291"/>
                </a:lnTo>
                <a:cubicBezTo>
                  <a:pt x="4911060" y="2929292"/>
                  <a:pt x="4911475" y="2929707"/>
                  <a:pt x="4911475" y="2929707"/>
                </a:cubicBezTo>
                <a:lnTo>
                  <a:pt x="4917789" y="2940673"/>
                </a:lnTo>
                <a:cubicBezTo>
                  <a:pt x="4917956" y="2941006"/>
                  <a:pt x="4917789" y="2941587"/>
                  <a:pt x="4917789" y="2941587"/>
                </a:cubicBezTo>
                <a:lnTo>
                  <a:pt x="4911475" y="2952553"/>
                </a:lnTo>
                <a:cubicBezTo>
                  <a:pt x="4911309" y="2952803"/>
                  <a:pt x="4910728" y="2952969"/>
                  <a:pt x="4910728" y="2952969"/>
                </a:cubicBezTo>
                <a:close/>
                <a:moveTo>
                  <a:pt x="323761" y="1727646"/>
                </a:moveTo>
                <a:cubicBezTo>
                  <a:pt x="323511" y="1727646"/>
                  <a:pt x="323012" y="1727231"/>
                  <a:pt x="323012" y="1727231"/>
                </a:cubicBezTo>
                <a:lnTo>
                  <a:pt x="316533" y="1716015"/>
                </a:lnTo>
                <a:cubicBezTo>
                  <a:pt x="316366" y="1715766"/>
                  <a:pt x="316532" y="1715101"/>
                  <a:pt x="316532" y="1715101"/>
                </a:cubicBezTo>
                <a:lnTo>
                  <a:pt x="323013" y="1703885"/>
                </a:lnTo>
                <a:cubicBezTo>
                  <a:pt x="323179" y="1703636"/>
                  <a:pt x="323761" y="1703470"/>
                  <a:pt x="323761" y="1703470"/>
                </a:cubicBezTo>
                <a:lnTo>
                  <a:pt x="336638" y="1703470"/>
                </a:lnTo>
                <a:cubicBezTo>
                  <a:pt x="336887" y="1703470"/>
                  <a:pt x="337386" y="1703885"/>
                  <a:pt x="337386" y="1703885"/>
                </a:cubicBezTo>
                <a:lnTo>
                  <a:pt x="343866" y="1715101"/>
                </a:lnTo>
                <a:cubicBezTo>
                  <a:pt x="344032" y="1715350"/>
                  <a:pt x="343866" y="1716015"/>
                  <a:pt x="343866" y="1716015"/>
                </a:cubicBezTo>
                <a:lnTo>
                  <a:pt x="337385" y="1727231"/>
                </a:lnTo>
                <a:cubicBezTo>
                  <a:pt x="337218" y="1727480"/>
                  <a:pt x="336637" y="1727646"/>
                  <a:pt x="336637" y="1727646"/>
                </a:cubicBezTo>
                <a:close/>
                <a:moveTo>
                  <a:pt x="5438043" y="3101342"/>
                </a:moveTo>
                <a:cubicBezTo>
                  <a:pt x="5437628" y="3101342"/>
                  <a:pt x="5437047" y="3100760"/>
                  <a:pt x="5437047" y="3100760"/>
                </a:cubicBezTo>
                <a:lnTo>
                  <a:pt x="5428988" y="3086803"/>
                </a:lnTo>
                <a:cubicBezTo>
                  <a:pt x="5428822" y="3086388"/>
                  <a:pt x="5428988" y="3085640"/>
                  <a:pt x="5428988" y="3085640"/>
                </a:cubicBezTo>
                <a:lnTo>
                  <a:pt x="5437047" y="3071683"/>
                </a:lnTo>
                <a:cubicBezTo>
                  <a:pt x="5437296" y="3071350"/>
                  <a:pt x="5438043" y="3071101"/>
                  <a:pt x="5438043" y="3071101"/>
                </a:cubicBezTo>
                <a:lnTo>
                  <a:pt x="5454078" y="3071101"/>
                </a:lnTo>
                <a:cubicBezTo>
                  <a:pt x="5454493" y="3071101"/>
                  <a:pt x="5455075" y="3071683"/>
                  <a:pt x="5455075" y="3071683"/>
                </a:cubicBezTo>
                <a:lnTo>
                  <a:pt x="5463133" y="3085640"/>
                </a:lnTo>
                <a:cubicBezTo>
                  <a:pt x="5463300" y="3086055"/>
                  <a:pt x="5463133" y="3086803"/>
                  <a:pt x="5463133" y="3086803"/>
                </a:cubicBezTo>
                <a:lnTo>
                  <a:pt x="5455075" y="3100760"/>
                </a:lnTo>
                <a:cubicBezTo>
                  <a:pt x="5454825" y="3101092"/>
                  <a:pt x="5454078" y="3101342"/>
                  <a:pt x="5454078" y="3101342"/>
                </a:cubicBezTo>
                <a:close/>
                <a:moveTo>
                  <a:pt x="1826173" y="2134972"/>
                </a:moveTo>
                <a:cubicBezTo>
                  <a:pt x="1825757" y="2134973"/>
                  <a:pt x="1825093" y="2134390"/>
                  <a:pt x="1825093" y="2134390"/>
                </a:cubicBezTo>
                <a:lnTo>
                  <a:pt x="1816370" y="2119354"/>
                </a:lnTo>
                <a:cubicBezTo>
                  <a:pt x="1816120" y="2118939"/>
                  <a:pt x="1816370" y="2118107"/>
                  <a:pt x="1816370" y="2118107"/>
                </a:cubicBezTo>
                <a:lnTo>
                  <a:pt x="1825093" y="2103069"/>
                </a:lnTo>
                <a:cubicBezTo>
                  <a:pt x="1825342" y="2102738"/>
                  <a:pt x="1825757" y="2102489"/>
                  <a:pt x="1826173" y="2102488"/>
                </a:cubicBezTo>
                <a:lnTo>
                  <a:pt x="1843536" y="2102489"/>
                </a:lnTo>
                <a:cubicBezTo>
                  <a:pt x="1843952" y="2102488"/>
                  <a:pt x="1844616" y="2103070"/>
                  <a:pt x="1844616" y="2103070"/>
                </a:cubicBezTo>
                <a:lnTo>
                  <a:pt x="1853340" y="2118107"/>
                </a:lnTo>
                <a:cubicBezTo>
                  <a:pt x="1853589" y="2118523"/>
                  <a:pt x="1853340" y="2119353"/>
                  <a:pt x="1853340" y="2119353"/>
                </a:cubicBezTo>
                <a:lnTo>
                  <a:pt x="1844616" y="2134391"/>
                </a:lnTo>
                <a:cubicBezTo>
                  <a:pt x="1844368" y="2134724"/>
                  <a:pt x="1843952" y="2134973"/>
                  <a:pt x="1843536" y="2134972"/>
                </a:cubicBezTo>
                <a:close/>
                <a:moveTo>
                  <a:pt x="1946317" y="2167728"/>
                </a:moveTo>
                <a:cubicBezTo>
                  <a:pt x="1945902" y="2167728"/>
                  <a:pt x="1945237" y="2167063"/>
                  <a:pt x="1945237" y="2167063"/>
                </a:cubicBezTo>
                <a:lnTo>
                  <a:pt x="1936265" y="2151527"/>
                </a:lnTo>
                <a:cubicBezTo>
                  <a:pt x="1936016" y="2151195"/>
                  <a:pt x="1936265" y="2150281"/>
                  <a:pt x="1936265" y="2150281"/>
                </a:cubicBezTo>
                <a:lnTo>
                  <a:pt x="1945237" y="2134746"/>
                </a:lnTo>
                <a:cubicBezTo>
                  <a:pt x="1945487" y="2134330"/>
                  <a:pt x="1945902" y="2134081"/>
                  <a:pt x="1946317" y="2134081"/>
                </a:cubicBezTo>
                <a:lnTo>
                  <a:pt x="1964180" y="2134081"/>
                </a:lnTo>
                <a:cubicBezTo>
                  <a:pt x="1964595" y="2134081"/>
                  <a:pt x="1965260" y="2134746"/>
                  <a:pt x="1965260" y="2134746"/>
                </a:cubicBezTo>
                <a:lnTo>
                  <a:pt x="1974232" y="2150281"/>
                </a:lnTo>
                <a:cubicBezTo>
                  <a:pt x="1974481" y="2150614"/>
                  <a:pt x="1974232" y="2151527"/>
                  <a:pt x="1974232" y="2151527"/>
                </a:cubicBezTo>
                <a:lnTo>
                  <a:pt x="1965260" y="2167063"/>
                </a:lnTo>
                <a:cubicBezTo>
                  <a:pt x="1965010" y="2167479"/>
                  <a:pt x="1964595" y="2167728"/>
                  <a:pt x="1964180" y="2167728"/>
                </a:cubicBezTo>
                <a:close/>
                <a:moveTo>
                  <a:pt x="1886046" y="2151777"/>
                </a:moveTo>
                <a:cubicBezTo>
                  <a:pt x="1885631" y="2151777"/>
                  <a:pt x="1884967" y="2151113"/>
                  <a:pt x="1884967" y="2151113"/>
                </a:cubicBezTo>
                <a:lnTo>
                  <a:pt x="1875911" y="2135411"/>
                </a:lnTo>
                <a:cubicBezTo>
                  <a:pt x="1875661" y="2135079"/>
                  <a:pt x="1875911" y="2134165"/>
                  <a:pt x="1875911" y="2134165"/>
                </a:cubicBezTo>
                <a:lnTo>
                  <a:pt x="1884967" y="2118463"/>
                </a:lnTo>
                <a:cubicBezTo>
                  <a:pt x="1885216" y="2118047"/>
                  <a:pt x="1885631" y="2117798"/>
                  <a:pt x="1886046" y="2117798"/>
                </a:cubicBezTo>
                <a:lnTo>
                  <a:pt x="1904158" y="2117798"/>
                </a:lnTo>
                <a:cubicBezTo>
                  <a:pt x="1904573" y="2117798"/>
                  <a:pt x="1905238" y="2118463"/>
                  <a:pt x="1905238" y="2118463"/>
                </a:cubicBezTo>
                <a:lnTo>
                  <a:pt x="1914293" y="2134165"/>
                </a:lnTo>
                <a:cubicBezTo>
                  <a:pt x="1914543" y="2134497"/>
                  <a:pt x="1914293" y="2135411"/>
                  <a:pt x="1914293" y="2135411"/>
                </a:cubicBezTo>
                <a:lnTo>
                  <a:pt x="1905238" y="2151113"/>
                </a:lnTo>
                <a:cubicBezTo>
                  <a:pt x="1904989" y="2151528"/>
                  <a:pt x="1904573" y="2151777"/>
                  <a:pt x="1904158" y="2151777"/>
                </a:cubicBezTo>
                <a:close/>
                <a:moveTo>
                  <a:pt x="3872108" y="2684046"/>
                </a:moveTo>
                <a:cubicBezTo>
                  <a:pt x="3871693" y="2684046"/>
                  <a:pt x="3871028" y="2683382"/>
                  <a:pt x="3871028" y="2683382"/>
                </a:cubicBezTo>
                <a:lnTo>
                  <a:pt x="3861973" y="2667597"/>
                </a:lnTo>
                <a:cubicBezTo>
                  <a:pt x="3861724" y="2667265"/>
                  <a:pt x="3861973" y="2666351"/>
                  <a:pt x="3861973" y="2666351"/>
                </a:cubicBezTo>
                <a:lnTo>
                  <a:pt x="3871112" y="2650566"/>
                </a:lnTo>
                <a:cubicBezTo>
                  <a:pt x="3871278" y="2650150"/>
                  <a:pt x="3871776" y="2649901"/>
                  <a:pt x="3872192" y="2649901"/>
                </a:cubicBezTo>
                <a:lnTo>
                  <a:pt x="3890386" y="2649901"/>
                </a:lnTo>
                <a:cubicBezTo>
                  <a:pt x="3890801" y="2649901"/>
                  <a:pt x="3891466" y="2650566"/>
                  <a:pt x="3891466" y="2650566"/>
                </a:cubicBezTo>
                <a:lnTo>
                  <a:pt x="3900522" y="2666351"/>
                </a:lnTo>
                <a:cubicBezTo>
                  <a:pt x="3900771" y="2666683"/>
                  <a:pt x="3900522" y="2667597"/>
                  <a:pt x="3900522" y="2667597"/>
                </a:cubicBezTo>
                <a:lnTo>
                  <a:pt x="3891383" y="2683382"/>
                </a:lnTo>
                <a:cubicBezTo>
                  <a:pt x="3891217" y="2683797"/>
                  <a:pt x="3890718" y="2684046"/>
                  <a:pt x="3890303" y="2684046"/>
                </a:cubicBezTo>
                <a:close/>
                <a:moveTo>
                  <a:pt x="2006240" y="2184455"/>
                </a:moveTo>
                <a:cubicBezTo>
                  <a:pt x="2005741" y="2184455"/>
                  <a:pt x="2005078" y="2183791"/>
                  <a:pt x="2005078" y="2183791"/>
                </a:cubicBezTo>
                <a:lnTo>
                  <a:pt x="1995856" y="2167756"/>
                </a:lnTo>
                <a:cubicBezTo>
                  <a:pt x="1995605" y="2167341"/>
                  <a:pt x="1995855" y="2166427"/>
                  <a:pt x="1995855" y="2166427"/>
                </a:cubicBezTo>
                <a:lnTo>
                  <a:pt x="2005078" y="2150393"/>
                </a:lnTo>
                <a:cubicBezTo>
                  <a:pt x="2005326" y="2149977"/>
                  <a:pt x="2005741" y="2149728"/>
                  <a:pt x="2006240" y="2149728"/>
                </a:cubicBezTo>
                <a:lnTo>
                  <a:pt x="2024767" y="2149728"/>
                </a:lnTo>
                <a:cubicBezTo>
                  <a:pt x="2025266" y="2149728"/>
                  <a:pt x="2025930" y="2150393"/>
                  <a:pt x="2025930" y="2150393"/>
                </a:cubicBezTo>
                <a:lnTo>
                  <a:pt x="2035152" y="2166427"/>
                </a:lnTo>
                <a:cubicBezTo>
                  <a:pt x="2035402" y="2166842"/>
                  <a:pt x="2035152" y="2167756"/>
                  <a:pt x="2035152" y="2167756"/>
                </a:cubicBezTo>
                <a:lnTo>
                  <a:pt x="2025930" y="2183791"/>
                </a:lnTo>
                <a:cubicBezTo>
                  <a:pt x="2025681" y="2184206"/>
                  <a:pt x="2025266" y="2184455"/>
                  <a:pt x="2024767" y="2184455"/>
                </a:cubicBezTo>
                <a:close/>
                <a:moveTo>
                  <a:pt x="2186636" y="2232980"/>
                </a:moveTo>
                <a:cubicBezTo>
                  <a:pt x="2186137" y="2232980"/>
                  <a:pt x="2185473" y="2232316"/>
                  <a:pt x="2185473" y="2232316"/>
                </a:cubicBezTo>
                <a:lnTo>
                  <a:pt x="2176085" y="2216115"/>
                </a:lnTo>
                <a:cubicBezTo>
                  <a:pt x="2175836" y="2215700"/>
                  <a:pt x="2176085" y="2214786"/>
                  <a:pt x="2176085" y="2214786"/>
                </a:cubicBezTo>
                <a:lnTo>
                  <a:pt x="2185473" y="2198586"/>
                </a:lnTo>
                <a:cubicBezTo>
                  <a:pt x="2185722" y="2198170"/>
                  <a:pt x="2186137" y="2197921"/>
                  <a:pt x="2186636" y="2197921"/>
                </a:cubicBezTo>
                <a:lnTo>
                  <a:pt x="2205329" y="2197921"/>
                </a:lnTo>
                <a:cubicBezTo>
                  <a:pt x="2205827" y="2197921"/>
                  <a:pt x="2206492" y="2198586"/>
                  <a:pt x="2206492" y="2198586"/>
                </a:cubicBezTo>
                <a:lnTo>
                  <a:pt x="2215880" y="2214786"/>
                </a:lnTo>
                <a:cubicBezTo>
                  <a:pt x="2216129" y="2215201"/>
                  <a:pt x="2215880" y="2216115"/>
                  <a:pt x="2215880" y="2216115"/>
                </a:cubicBezTo>
                <a:lnTo>
                  <a:pt x="2206492" y="2232316"/>
                </a:lnTo>
                <a:cubicBezTo>
                  <a:pt x="2206242" y="2232731"/>
                  <a:pt x="2205827" y="2232980"/>
                  <a:pt x="2205329" y="2232980"/>
                </a:cubicBezTo>
                <a:close/>
                <a:moveTo>
                  <a:pt x="2246823" y="2249107"/>
                </a:moveTo>
                <a:cubicBezTo>
                  <a:pt x="2246325" y="2249107"/>
                  <a:pt x="2245660" y="2248443"/>
                  <a:pt x="2245660" y="2248443"/>
                </a:cubicBezTo>
                <a:lnTo>
                  <a:pt x="2236272" y="2232242"/>
                </a:lnTo>
                <a:cubicBezTo>
                  <a:pt x="2236023" y="2231827"/>
                  <a:pt x="2236272" y="2230913"/>
                  <a:pt x="2236272" y="2230913"/>
                </a:cubicBezTo>
                <a:lnTo>
                  <a:pt x="2245660" y="2214713"/>
                </a:lnTo>
                <a:cubicBezTo>
                  <a:pt x="2245909" y="2214297"/>
                  <a:pt x="2246325" y="2214048"/>
                  <a:pt x="2246823" y="2214048"/>
                </a:cubicBezTo>
                <a:lnTo>
                  <a:pt x="2265516" y="2214048"/>
                </a:lnTo>
                <a:cubicBezTo>
                  <a:pt x="2266014" y="2214048"/>
                  <a:pt x="2266679" y="2214713"/>
                  <a:pt x="2266679" y="2214713"/>
                </a:cubicBezTo>
                <a:lnTo>
                  <a:pt x="2276067" y="2230913"/>
                </a:lnTo>
                <a:cubicBezTo>
                  <a:pt x="2276316" y="2231328"/>
                  <a:pt x="2276067" y="2232242"/>
                  <a:pt x="2276067" y="2232242"/>
                </a:cubicBezTo>
                <a:lnTo>
                  <a:pt x="2266679" y="2248443"/>
                </a:lnTo>
                <a:cubicBezTo>
                  <a:pt x="2266430" y="2248858"/>
                  <a:pt x="2266014" y="2249107"/>
                  <a:pt x="2265516" y="2249107"/>
                </a:cubicBezTo>
                <a:close/>
                <a:moveTo>
                  <a:pt x="381047" y="1749268"/>
                </a:moveTo>
                <a:cubicBezTo>
                  <a:pt x="380548" y="1749268"/>
                  <a:pt x="379885" y="1748604"/>
                  <a:pt x="379885" y="1748604"/>
                </a:cubicBezTo>
                <a:lnTo>
                  <a:pt x="370496" y="1732320"/>
                </a:lnTo>
                <a:cubicBezTo>
                  <a:pt x="370247" y="1731905"/>
                  <a:pt x="370496" y="1730991"/>
                  <a:pt x="370496" y="1730991"/>
                </a:cubicBezTo>
                <a:lnTo>
                  <a:pt x="379885" y="1714708"/>
                </a:lnTo>
                <a:cubicBezTo>
                  <a:pt x="380134" y="1714292"/>
                  <a:pt x="380548" y="1714043"/>
                  <a:pt x="381047" y="1714043"/>
                </a:cubicBezTo>
                <a:lnTo>
                  <a:pt x="399824" y="1714043"/>
                </a:lnTo>
                <a:cubicBezTo>
                  <a:pt x="400322" y="1714043"/>
                  <a:pt x="400987" y="1714708"/>
                  <a:pt x="400987" y="1714708"/>
                </a:cubicBezTo>
                <a:lnTo>
                  <a:pt x="410375" y="1730991"/>
                </a:lnTo>
                <a:cubicBezTo>
                  <a:pt x="410624" y="1731407"/>
                  <a:pt x="410375" y="1732320"/>
                  <a:pt x="410375" y="1732320"/>
                </a:cubicBezTo>
                <a:lnTo>
                  <a:pt x="400987" y="1748604"/>
                </a:lnTo>
                <a:cubicBezTo>
                  <a:pt x="400738" y="1749019"/>
                  <a:pt x="400322" y="1749268"/>
                  <a:pt x="399824" y="1749268"/>
                </a:cubicBezTo>
                <a:close/>
                <a:moveTo>
                  <a:pt x="2066263" y="2200820"/>
                </a:moveTo>
                <a:cubicBezTo>
                  <a:pt x="2065764" y="2200820"/>
                  <a:pt x="2065100" y="2200156"/>
                  <a:pt x="2065100" y="2200156"/>
                </a:cubicBezTo>
                <a:lnTo>
                  <a:pt x="2055712" y="2183872"/>
                </a:lnTo>
                <a:cubicBezTo>
                  <a:pt x="2055463" y="2183457"/>
                  <a:pt x="2055712" y="2182543"/>
                  <a:pt x="2055712" y="2182543"/>
                </a:cubicBezTo>
                <a:lnTo>
                  <a:pt x="2065100" y="2166260"/>
                </a:lnTo>
                <a:cubicBezTo>
                  <a:pt x="2065349" y="2165844"/>
                  <a:pt x="2065764" y="2165595"/>
                  <a:pt x="2066263" y="2165595"/>
                </a:cubicBezTo>
                <a:lnTo>
                  <a:pt x="2085039" y="2165595"/>
                </a:lnTo>
                <a:cubicBezTo>
                  <a:pt x="2085537" y="2165595"/>
                  <a:pt x="2086202" y="2166260"/>
                  <a:pt x="2086202" y="2166260"/>
                </a:cubicBezTo>
                <a:lnTo>
                  <a:pt x="2095590" y="2182543"/>
                </a:lnTo>
                <a:cubicBezTo>
                  <a:pt x="2095839" y="2182959"/>
                  <a:pt x="2095590" y="2183872"/>
                  <a:pt x="2095590" y="2183872"/>
                </a:cubicBezTo>
                <a:lnTo>
                  <a:pt x="2086202" y="2200156"/>
                </a:lnTo>
                <a:cubicBezTo>
                  <a:pt x="2085953" y="2200571"/>
                  <a:pt x="2085537" y="2200820"/>
                  <a:pt x="2085039" y="2200820"/>
                </a:cubicBezTo>
                <a:close/>
                <a:moveTo>
                  <a:pt x="2307007" y="2265327"/>
                </a:moveTo>
                <a:cubicBezTo>
                  <a:pt x="2306508" y="2265327"/>
                  <a:pt x="2305844" y="2264663"/>
                  <a:pt x="2305844" y="2264663"/>
                </a:cubicBezTo>
                <a:lnTo>
                  <a:pt x="2296456" y="2248379"/>
                </a:lnTo>
                <a:cubicBezTo>
                  <a:pt x="2296207" y="2247964"/>
                  <a:pt x="2296456" y="2247050"/>
                  <a:pt x="2296456" y="2247050"/>
                </a:cubicBezTo>
                <a:lnTo>
                  <a:pt x="2305844" y="2230767"/>
                </a:lnTo>
                <a:cubicBezTo>
                  <a:pt x="2306093" y="2230351"/>
                  <a:pt x="2306508" y="2230102"/>
                  <a:pt x="2307007" y="2230102"/>
                </a:cubicBezTo>
                <a:lnTo>
                  <a:pt x="2325783" y="2230102"/>
                </a:lnTo>
                <a:cubicBezTo>
                  <a:pt x="2326281" y="2230102"/>
                  <a:pt x="2326946" y="2230767"/>
                  <a:pt x="2326946" y="2230767"/>
                </a:cubicBezTo>
                <a:lnTo>
                  <a:pt x="2336334" y="2247050"/>
                </a:lnTo>
                <a:cubicBezTo>
                  <a:pt x="2336583" y="2247466"/>
                  <a:pt x="2336334" y="2248379"/>
                  <a:pt x="2336334" y="2248379"/>
                </a:cubicBezTo>
                <a:lnTo>
                  <a:pt x="2326946" y="2264663"/>
                </a:lnTo>
                <a:cubicBezTo>
                  <a:pt x="2326696" y="2265078"/>
                  <a:pt x="2326281" y="2265327"/>
                  <a:pt x="2325783" y="2265327"/>
                </a:cubicBezTo>
                <a:close/>
                <a:moveTo>
                  <a:pt x="2367193" y="2281454"/>
                </a:moveTo>
                <a:cubicBezTo>
                  <a:pt x="2366694" y="2281454"/>
                  <a:pt x="2366030" y="2280790"/>
                  <a:pt x="2366030" y="2280790"/>
                </a:cubicBezTo>
                <a:lnTo>
                  <a:pt x="2356642" y="2264506"/>
                </a:lnTo>
                <a:cubicBezTo>
                  <a:pt x="2356393" y="2264091"/>
                  <a:pt x="2356642" y="2263177"/>
                  <a:pt x="2356642" y="2263177"/>
                </a:cubicBezTo>
                <a:lnTo>
                  <a:pt x="2366030" y="2246894"/>
                </a:lnTo>
                <a:cubicBezTo>
                  <a:pt x="2366279" y="2246478"/>
                  <a:pt x="2366694" y="2246229"/>
                  <a:pt x="2367193" y="2246229"/>
                </a:cubicBezTo>
                <a:lnTo>
                  <a:pt x="2385969" y="2246229"/>
                </a:lnTo>
                <a:cubicBezTo>
                  <a:pt x="2386467" y="2246229"/>
                  <a:pt x="2387132" y="2246894"/>
                  <a:pt x="2387132" y="2246894"/>
                </a:cubicBezTo>
                <a:lnTo>
                  <a:pt x="2396520" y="2263177"/>
                </a:lnTo>
                <a:cubicBezTo>
                  <a:pt x="2396769" y="2263593"/>
                  <a:pt x="2396520" y="2264506"/>
                  <a:pt x="2396520" y="2264506"/>
                </a:cubicBezTo>
                <a:lnTo>
                  <a:pt x="2387132" y="2280790"/>
                </a:lnTo>
                <a:cubicBezTo>
                  <a:pt x="2386882" y="2281205"/>
                  <a:pt x="2386467" y="2281454"/>
                  <a:pt x="2385969" y="2281454"/>
                </a:cubicBezTo>
                <a:close/>
                <a:moveTo>
                  <a:pt x="4955119" y="2974994"/>
                </a:moveTo>
                <a:cubicBezTo>
                  <a:pt x="4954620" y="2974994"/>
                  <a:pt x="4953956" y="2974329"/>
                  <a:pt x="4953956" y="2974329"/>
                </a:cubicBezTo>
                <a:lnTo>
                  <a:pt x="4944485" y="2957962"/>
                </a:lnTo>
                <a:cubicBezTo>
                  <a:pt x="4944236" y="2957547"/>
                  <a:pt x="4944485" y="2956633"/>
                  <a:pt x="4944485" y="2956633"/>
                </a:cubicBezTo>
                <a:lnTo>
                  <a:pt x="4953956" y="2940267"/>
                </a:lnTo>
                <a:cubicBezTo>
                  <a:pt x="4954205" y="2939851"/>
                  <a:pt x="4954620" y="2939602"/>
                  <a:pt x="4955119" y="2939602"/>
                </a:cubicBezTo>
                <a:lnTo>
                  <a:pt x="4974061" y="2939602"/>
                </a:lnTo>
                <a:cubicBezTo>
                  <a:pt x="4974559" y="2939602"/>
                  <a:pt x="4975224" y="2940267"/>
                  <a:pt x="4975224" y="2940267"/>
                </a:cubicBezTo>
                <a:lnTo>
                  <a:pt x="4984695" y="2956633"/>
                </a:lnTo>
                <a:cubicBezTo>
                  <a:pt x="4984944" y="2957049"/>
                  <a:pt x="4984695" y="2957962"/>
                  <a:pt x="4984695" y="2957962"/>
                </a:cubicBezTo>
                <a:lnTo>
                  <a:pt x="4975224" y="2974329"/>
                </a:lnTo>
                <a:cubicBezTo>
                  <a:pt x="4974975" y="2974745"/>
                  <a:pt x="4974559" y="2974994"/>
                  <a:pt x="4974061" y="2974994"/>
                </a:cubicBezTo>
                <a:close/>
                <a:moveTo>
                  <a:pt x="2607772" y="2346129"/>
                </a:moveTo>
                <a:cubicBezTo>
                  <a:pt x="2607273" y="2346129"/>
                  <a:pt x="2606609" y="2345464"/>
                  <a:pt x="2606609" y="2345464"/>
                </a:cubicBezTo>
                <a:lnTo>
                  <a:pt x="2597138" y="2329015"/>
                </a:lnTo>
                <a:cubicBezTo>
                  <a:pt x="2596890" y="2328599"/>
                  <a:pt x="2597138" y="2327686"/>
                  <a:pt x="2597138" y="2327686"/>
                </a:cubicBezTo>
                <a:lnTo>
                  <a:pt x="2606692" y="2311236"/>
                </a:lnTo>
                <a:cubicBezTo>
                  <a:pt x="2606941" y="2310820"/>
                  <a:pt x="2607356" y="2310571"/>
                  <a:pt x="2607855" y="2310571"/>
                </a:cubicBezTo>
                <a:lnTo>
                  <a:pt x="2626880" y="2310571"/>
                </a:lnTo>
                <a:cubicBezTo>
                  <a:pt x="2627378" y="2310571"/>
                  <a:pt x="2628044" y="2311236"/>
                  <a:pt x="2628044" y="2311236"/>
                </a:cubicBezTo>
                <a:lnTo>
                  <a:pt x="2637514" y="2327686"/>
                </a:lnTo>
                <a:cubicBezTo>
                  <a:pt x="2637763" y="2328100"/>
                  <a:pt x="2637514" y="2329015"/>
                  <a:pt x="2637514" y="2329015"/>
                </a:cubicBezTo>
                <a:lnTo>
                  <a:pt x="2627960" y="2345464"/>
                </a:lnTo>
                <a:cubicBezTo>
                  <a:pt x="2627711" y="2345880"/>
                  <a:pt x="2627297" y="2346129"/>
                  <a:pt x="2626798" y="2346129"/>
                </a:cubicBezTo>
                <a:close/>
                <a:moveTo>
                  <a:pt x="2427191" y="2297911"/>
                </a:moveTo>
                <a:cubicBezTo>
                  <a:pt x="2426693" y="2297911"/>
                  <a:pt x="2426028" y="2297246"/>
                  <a:pt x="2426028" y="2297246"/>
                </a:cubicBezTo>
                <a:lnTo>
                  <a:pt x="2416475" y="2280714"/>
                </a:lnTo>
                <a:cubicBezTo>
                  <a:pt x="2416225" y="2280298"/>
                  <a:pt x="2416474" y="2279384"/>
                  <a:pt x="2416474" y="2279384"/>
                </a:cubicBezTo>
                <a:lnTo>
                  <a:pt x="2426029" y="2262852"/>
                </a:lnTo>
                <a:cubicBezTo>
                  <a:pt x="2426277" y="2262436"/>
                  <a:pt x="2426693" y="2262187"/>
                  <a:pt x="2427191" y="2262187"/>
                </a:cubicBezTo>
                <a:lnTo>
                  <a:pt x="2446299" y="2262187"/>
                </a:lnTo>
                <a:cubicBezTo>
                  <a:pt x="2446798" y="2262187"/>
                  <a:pt x="2447462" y="2262852"/>
                  <a:pt x="2447462" y="2262852"/>
                </a:cubicBezTo>
                <a:lnTo>
                  <a:pt x="2457016" y="2279384"/>
                </a:lnTo>
                <a:cubicBezTo>
                  <a:pt x="2457267" y="2279800"/>
                  <a:pt x="2457016" y="2280714"/>
                  <a:pt x="2457016" y="2280714"/>
                </a:cubicBezTo>
                <a:lnTo>
                  <a:pt x="2447462" y="2297246"/>
                </a:lnTo>
                <a:cubicBezTo>
                  <a:pt x="2447213" y="2297662"/>
                  <a:pt x="2446798" y="2297911"/>
                  <a:pt x="2446299" y="2297911"/>
                </a:cubicBezTo>
                <a:close/>
                <a:moveTo>
                  <a:pt x="2126179" y="2217349"/>
                </a:moveTo>
                <a:cubicBezTo>
                  <a:pt x="2125679" y="2217349"/>
                  <a:pt x="2125264" y="2217100"/>
                  <a:pt x="2125015" y="2216685"/>
                </a:cubicBezTo>
                <a:lnTo>
                  <a:pt x="2115378" y="2200069"/>
                </a:lnTo>
                <a:cubicBezTo>
                  <a:pt x="2115130" y="2199653"/>
                  <a:pt x="2115129" y="2199155"/>
                  <a:pt x="2115378" y="2198740"/>
                </a:cubicBezTo>
                <a:lnTo>
                  <a:pt x="2125015" y="2182124"/>
                </a:lnTo>
                <a:cubicBezTo>
                  <a:pt x="2125264" y="2181708"/>
                  <a:pt x="2125680" y="2181459"/>
                  <a:pt x="2126178" y="2181459"/>
                </a:cubicBezTo>
                <a:lnTo>
                  <a:pt x="2145369" y="2181459"/>
                </a:lnTo>
                <a:cubicBezTo>
                  <a:pt x="2145868" y="2181459"/>
                  <a:pt x="2146284" y="2181708"/>
                  <a:pt x="2146532" y="2182124"/>
                </a:cubicBezTo>
                <a:lnTo>
                  <a:pt x="2156170" y="2198740"/>
                </a:lnTo>
                <a:cubicBezTo>
                  <a:pt x="2156419" y="2199155"/>
                  <a:pt x="2156420" y="2199653"/>
                  <a:pt x="2156170" y="2200069"/>
                </a:cubicBezTo>
                <a:lnTo>
                  <a:pt x="2146532" y="2216685"/>
                </a:lnTo>
                <a:cubicBezTo>
                  <a:pt x="2146283" y="2217100"/>
                  <a:pt x="2145868" y="2217349"/>
                  <a:pt x="2145369" y="2217349"/>
                </a:cubicBezTo>
                <a:close/>
                <a:moveTo>
                  <a:pt x="2487294" y="2314215"/>
                </a:moveTo>
                <a:cubicBezTo>
                  <a:pt x="2486796" y="2314215"/>
                  <a:pt x="2486380" y="2313966"/>
                  <a:pt x="2486131" y="2313551"/>
                </a:cubicBezTo>
                <a:lnTo>
                  <a:pt x="2476494" y="2296852"/>
                </a:lnTo>
                <a:cubicBezTo>
                  <a:pt x="2476245" y="2296436"/>
                  <a:pt x="2476245" y="2295938"/>
                  <a:pt x="2476494" y="2295523"/>
                </a:cubicBezTo>
                <a:lnTo>
                  <a:pt x="2486131" y="2278824"/>
                </a:lnTo>
                <a:cubicBezTo>
                  <a:pt x="2486380" y="2278408"/>
                  <a:pt x="2486796" y="2278159"/>
                  <a:pt x="2487294" y="2278159"/>
                </a:cubicBezTo>
                <a:lnTo>
                  <a:pt x="2506652" y="2278159"/>
                </a:lnTo>
                <a:cubicBezTo>
                  <a:pt x="2507150" y="2278159"/>
                  <a:pt x="2507565" y="2278408"/>
                  <a:pt x="2507815" y="2278824"/>
                </a:cubicBezTo>
                <a:lnTo>
                  <a:pt x="2517452" y="2295523"/>
                </a:lnTo>
                <a:cubicBezTo>
                  <a:pt x="2517701" y="2295938"/>
                  <a:pt x="2517701" y="2296436"/>
                  <a:pt x="2517452" y="2296852"/>
                </a:cubicBezTo>
                <a:lnTo>
                  <a:pt x="2507815" y="2313551"/>
                </a:lnTo>
                <a:cubicBezTo>
                  <a:pt x="2507565" y="2313966"/>
                  <a:pt x="2507150" y="2314215"/>
                  <a:pt x="2506652" y="2314215"/>
                </a:cubicBezTo>
                <a:close/>
                <a:moveTo>
                  <a:pt x="2547430" y="2330419"/>
                </a:moveTo>
                <a:cubicBezTo>
                  <a:pt x="2546932" y="2330419"/>
                  <a:pt x="2546517" y="2330170"/>
                  <a:pt x="2546267" y="2329754"/>
                </a:cubicBezTo>
                <a:lnTo>
                  <a:pt x="2536547" y="2312889"/>
                </a:lnTo>
                <a:cubicBezTo>
                  <a:pt x="2536298" y="2312391"/>
                  <a:pt x="2536298" y="2311892"/>
                  <a:pt x="2536547" y="2311477"/>
                </a:cubicBezTo>
                <a:lnTo>
                  <a:pt x="2546267" y="2294612"/>
                </a:lnTo>
                <a:cubicBezTo>
                  <a:pt x="2546517" y="2294196"/>
                  <a:pt x="2546932" y="2293947"/>
                  <a:pt x="2547430" y="2293947"/>
                </a:cubicBezTo>
                <a:lnTo>
                  <a:pt x="2566871" y="2293947"/>
                </a:lnTo>
                <a:cubicBezTo>
                  <a:pt x="2567369" y="2293947"/>
                  <a:pt x="2567785" y="2294196"/>
                  <a:pt x="2568034" y="2294612"/>
                </a:cubicBezTo>
                <a:lnTo>
                  <a:pt x="2577754" y="2311477"/>
                </a:lnTo>
                <a:cubicBezTo>
                  <a:pt x="2578004" y="2311975"/>
                  <a:pt x="2578004" y="2312474"/>
                  <a:pt x="2577754" y="2312889"/>
                </a:cubicBezTo>
                <a:lnTo>
                  <a:pt x="2568034" y="2329754"/>
                </a:lnTo>
                <a:cubicBezTo>
                  <a:pt x="2567785" y="2330170"/>
                  <a:pt x="2567370" y="2330419"/>
                  <a:pt x="2566871" y="2330419"/>
                </a:cubicBezTo>
                <a:close/>
                <a:moveTo>
                  <a:pt x="5375913" y="3088876"/>
                </a:moveTo>
                <a:cubicBezTo>
                  <a:pt x="5375414" y="3088876"/>
                  <a:pt x="5374916" y="3088627"/>
                  <a:pt x="5374666" y="3088212"/>
                </a:cubicBezTo>
                <a:lnTo>
                  <a:pt x="5364697" y="3070931"/>
                </a:lnTo>
                <a:cubicBezTo>
                  <a:pt x="5364448" y="3070515"/>
                  <a:pt x="5364448" y="3069934"/>
                  <a:pt x="5364697" y="3069519"/>
                </a:cubicBezTo>
                <a:lnTo>
                  <a:pt x="5374666" y="3052239"/>
                </a:lnTo>
                <a:cubicBezTo>
                  <a:pt x="5374916" y="3051823"/>
                  <a:pt x="5375414" y="3051573"/>
                  <a:pt x="5375913" y="3051574"/>
                </a:cubicBezTo>
                <a:lnTo>
                  <a:pt x="5395852" y="3051573"/>
                </a:lnTo>
                <a:cubicBezTo>
                  <a:pt x="5396350" y="3051574"/>
                  <a:pt x="5396849" y="3051822"/>
                  <a:pt x="5397098" y="3052239"/>
                </a:cubicBezTo>
                <a:lnTo>
                  <a:pt x="5407067" y="3069519"/>
                </a:lnTo>
                <a:cubicBezTo>
                  <a:pt x="5407317" y="3069934"/>
                  <a:pt x="5407317" y="3070516"/>
                  <a:pt x="5407067" y="3070930"/>
                </a:cubicBezTo>
                <a:lnTo>
                  <a:pt x="5397098" y="3088212"/>
                </a:lnTo>
                <a:cubicBezTo>
                  <a:pt x="5396849" y="3088627"/>
                  <a:pt x="5396350" y="3088876"/>
                  <a:pt x="5395852" y="3088876"/>
                </a:cubicBezTo>
                <a:close/>
                <a:moveTo>
                  <a:pt x="440580" y="1766561"/>
                </a:moveTo>
                <a:cubicBezTo>
                  <a:pt x="440081" y="1766561"/>
                  <a:pt x="439583" y="1766229"/>
                  <a:pt x="439334" y="1765813"/>
                </a:cubicBezTo>
                <a:lnTo>
                  <a:pt x="429364" y="1748450"/>
                </a:lnTo>
                <a:cubicBezTo>
                  <a:pt x="429115" y="1748034"/>
                  <a:pt x="429115" y="1747453"/>
                  <a:pt x="429364" y="1747037"/>
                </a:cubicBezTo>
                <a:lnTo>
                  <a:pt x="439418" y="1729674"/>
                </a:lnTo>
                <a:cubicBezTo>
                  <a:pt x="439666" y="1729175"/>
                  <a:pt x="440164" y="1728926"/>
                  <a:pt x="440663" y="1728926"/>
                </a:cubicBezTo>
                <a:lnTo>
                  <a:pt x="460685" y="1728926"/>
                </a:lnTo>
                <a:cubicBezTo>
                  <a:pt x="461184" y="1728926"/>
                  <a:pt x="461682" y="1729258"/>
                  <a:pt x="461931" y="1729674"/>
                </a:cubicBezTo>
                <a:lnTo>
                  <a:pt x="471901" y="1747037"/>
                </a:lnTo>
                <a:cubicBezTo>
                  <a:pt x="472150" y="1747453"/>
                  <a:pt x="472150" y="1748034"/>
                  <a:pt x="471901" y="1748450"/>
                </a:cubicBezTo>
                <a:lnTo>
                  <a:pt x="461848" y="1765813"/>
                </a:lnTo>
                <a:cubicBezTo>
                  <a:pt x="461599" y="1766312"/>
                  <a:pt x="461100" y="1766561"/>
                  <a:pt x="460602" y="1766561"/>
                </a:cubicBezTo>
                <a:close/>
                <a:moveTo>
                  <a:pt x="2667471" y="2363338"/>
                </a:moveTo>
                <a:cubicBezTo>
                  <a:pt x="2666972" y="2363338"/>
                  <a:pt x="2666474" y="2363006"/>
                  <a:pt x="2666225" y="2362590"/>
                </a:cubicBezTo>
                <a:lnTo>
                  <a:pt x="2656172" y="2345144"/>
                </a:lnTo>
                <a:cubicBezTo>
                  <a:pt x="2655923" y="2344728"/>
                  <a:pt x="2655923" y="2344147"/>
                  <a:pt x="2656172" y="2343731"/>
                </a:cubicBezTo>
                <a:lnTo>
                  <a:pt x="2666225" y="2326285"/>
                </a:lnTo>
                <a:cubicBezTo>
                  <a:pt x="2666474" y="2325786"/>
                  <a:pt x="2666972" y="2325537"/>
                  <a:pt x="2667471" y="2325537"/>
                </a:cubicBezTo>
                <a:lnTo>
                  <a:pt x="2687576" y="2325537"/>
                </a:lnTo>
                <a:cubicBezTo>
                  <a:pt x="2688074" y="2325537"/>
                  <a:pt x="2688573" y="2325869"/>
                  <a:pt x="2688822" y="2326285"/>
                </a:cubicBezTo>
                <a:lnTo>
                  <a:pt x="2698875" y="2343731"/>
                </a:lnTo>
                <a:cubicBezTo>
                  <a:pt x="2699124" y="2344147"/>
                  <a:pt x="2699124" y="2344728"/>
                  <a:pt x="2698875" y="2345144"/>
                </a:cubicBezTo>
                <a:lnTo>
                  <a:pt x="2688822" y="2362590"/>
                </a:lnTo>
                <a:cubicBezTo>
                  <a:pt x="2688573" y="2363089"/>
                  <a:pt x="2688074" y="2363338"/>
                  <a:pt x="2687576" y="2363338"/>
                </a:cubicBezTo>
                <a:close/>
                <a:moveTo>
                  <a:pt x="5135106" y="3024539"/>
                </a:moveTo>
                <a:cubicBezTo>
                  <a:pt x="5134607" y="3024539"/>
                  <a:pt x="5134109" y="3024207"/>
                  <a:pt x="5133860" y="3023791"/>
                </a:cubicBezTo>
                <a:lnTo>
                  <a:pt x="5123807" y="3006345"/>
                </a:lnTo>
                <a:cubicBezTo>
                  <a:pt x="5123558" y="3005929"/>
                  <a:pt x="5123558" y="3005348"/>
                  <a:pt x="5123807" y="3004932"/>
                </a:cubicBezTo>
                <a:lnTo>
                  <a:pt x="5133860" y="2987486"/>
                </a:lnTo>
                <a:cubicBezTo>
                  <a:pt x="5134109" y="2986987"/>
                  <a:pt x="5134607" y="2986738"/>
                  <a:pt x="5135106" y="2986738"/>
                </a:cubicBezTo>
                <a:lnTo>
                  <a:pt x="5155211" y="2986738"/>
                </a:lnTo>
                <a:cubicBezTo>
                  <a:pt x="5155709" y="2986738"/>
                  <a:pt x="5156208" y="2987070"/>
                  <a:pt x="5156457" y="2987486"/>
                </a:cubicBezTo>
                <a:lnTo>
                  <a:pt x="5166510" y="3004932"/>
                </a:lnTo>
                <a:cubicBezTo>
                  <a:pt x="5166759" y="3005348"/>
                  <a:pt x="5166759" y="3005929"/>
                  <a:pt x="5166510" y="3006345"/>
                </a:cubicBezTo>
                <a:lnTo>
                  <a:pt x="5156457" y="3023791"/>
                </a:lnTo>
                <a:cubicBezTo>
                  <a:pt x="5156208" y="3024290"/>
                  <a:pt x="5155709" y="3024539"/>
                  <a:pt x="5155211" y="3024539"/>
                </a:cubicBezTo>
                <a:close/>
                <a:moveTo>
                  <a:pt x="500505" y="1783279"/>
                </a:moveTo>
                <a:cubicBezTo>
                  <a:pt x="500006" y="1783279"/>
                  <a:pt x="499508" y="1782947"/>
                  <a:pt x="499258" y="1782531"/>
                </a:cubicBezTo>
                <a:lnTo>
                  <a:pt x="488957" y="1764669"/>
                </a:lnTo>
                <a:cubicBezTo>
                  <a:pt x="488708" y="1764171"/>
                  <a:pt x="488707" y="1763588"/>
                  <a:pt x="488957" y="1763174"/>
                </a:cubicBezTo>
                <a:lnTo>
                  <a:pt x="499258" y="1745312"/>
                </a:lnTo>
                <a:cubicBezTo>
                  <a:pt x="499508" y="1744813"/>
                  <a:pt x="500005" y="1744564"/>
                  <a:pt x="500504" y="1744563"/>
                </a:cubicBezTo>
                <a:lnTo>
                  <a:pt x="521191" y="1744564"/>
                </a:lnTo>
                <a:cubicBezTo>
                  <a:pt x="521690" y="1744564"/>
                  <a:pt x="522188" y="1744896"/>
                  <a:pt x="522438" y="1745312"/>
                </a:cubicBezTo>
                <a:lnTo>
                  <a:pt x="532740" y="1763174"/>
                </a:lnTo>
                <a:cubicBezTo>
                  <a:pt x="532989" y="1763672"/>
                  <a:pt x="532989" y="1764254"/>
                  <a:pt x="532740" y="1764669"/>
                </a:cubicBezTo>
                <a:lnTo>
                  <a:pt x="522438" y="1782531"/>
                </a:lnTo>
                <a:cubicBezTo>
                  <a:pt x="522188" y="1783029"/>
                  <a:pt x="521690" y="1783279"/>
                  <a:pt x="521191" y="1783279"/>
                </a:cubicBezTo>
                <a:close/>
                <a:moveTo>
                  <a:pt x="560610" y="1799478"/>
                </a:moveTo>
                <a:cubicBezTo>
                  <a:pt x="560112" y="1799478"/>
                  <a:pt x="559613" y="1799146"/>
                  <a:pt x="559363" y="1798729"/>
                </a:cubicBezTo>
                <a:lnTo>
                  <a:pt x="548978" y="1780785"/>
                </a:lnTo>
                <a:cubicBezTo>
                  <a:pt x="548729" y="1780287"/>
                  <a:pt x="548729" y="1779705"/>
                  <a:pt x="548978" y="1779290"/>
                </a:cubicBezTo>
                <a:lnTo>
                  <a:pt x="559363" y="1761344"/>
                </a:lnTo>
                <a:cubicBezTo>
                  <a:pt x="559612" y="1760846"/>
                  <a:pt x="560111" y="1760596"/>
                  <a:pt x="560609" y="1760596"/>
                </a:cubicBezTo>
                <a:lnTo>
                  <a:pt x="581379" y="1760597"/>
                </a:lnTo>
                <a:cubicBezTo>
                  <a:pt x="581877" y="1760597"/>
                  <a:pt x="582377" y="1760929"/>
                  <a:pt x="582625" y="1761345"/>
                </a:cubicBezTo>
                <a:lnTo>
                  <a:pt x="593010" y="1779290"/>
                </a:lnTo>
                <a:cubicBezTo>
                  <a:pt x="593259" y="1779788"/>
                  <a:pt x="593260" y="1780370"/>
                  <a:pt x="593010" y="1780785"/>
                </a:cubicBezTo>
                <a:lnTo>
                  <a:pt x="582625" y="1798730"/>
                </a:lnTo>
                <a:cubicBezTo>
                  <a:pt x="582376" y="1799228"/>
                  <a:pt x="581877" y="1799478"/>
                  <a:pt x="581379" y="1799478"/>
                </a:cubicBezTo>
                <a:close/>
                <a:moveTo>
                  <a:pt x="620796" y="1815605"/>
                </a:moveTo>
                <a:cubicBezTo>
                  <a:pt x="620298" y="1815605"/>
                  <a:pt x="619799" y="1815273"/>
                  <a:pt x="619550" y="1814857"/>
                </a:cubicBezTo>
                <a:lnTo>
                  <a:pt x="609165" y="1796912"/>
                </a:lnTo>
                <a:cubicBezTo>
                  <a:pt x="608916" y="1796414"/>
                  <a:pt x="608916" y="1795832"/>
                  <a:pt x="609165" y="1795417"/>
                </a:cubicBezTo>
                <a:lnTo>
                  <a:pt x="619550" y="1777471"/>
                </a:lnTo>
                <a:cubicBezTo>
                  <a:pt x="619799" y="1776973"/>
                  <a:pt x="620298" y="1776724"/>
                  <a:pt x="620796" y="1776723"/>
                </a:cubicBezTo>
                <a:lnTo>
                  <a:pt x="641566" y="1776724"/>
                </a:lnTo>
                <a:cubicBezTo>
                  <a:pt x="642064" y="1776724"/>
                  <a:pt x="642563" y="1777056"/>
                  <a:pt x="642812" y="1777472"/>
                </a:cubicBezTo>
                <a:lnTo>
                  <a:pt x="653197" y="1795417"/>
                </a:lnTo>
                <a:cubicBezTo>
                  <a:pt x="653446" y="1795915"/>
                  <a:pt x="653446" y="1796497"/>
                  <a:pt x="653197" y="1796912"/>
                </a:cubicBezTo>
                <a:lnTo>
                  <a:pt x="642812" y="1814857"/>
                </a:lnTo>
                <a:cubicBezTo>
                  <a:pt x="642563" y="1815355"/>
                  <a:pt x="642064" y="1815605"/>
                  <a:pt x="641566" y="1815605"/>
                </a:cubicBezTo>
                <a:close/>
                <a:moveTo>
                  <a:pt x="3208804" y="2509059"/>
                </a:moveTo>
                <a:cubicBezTo>
                  <a:pt x="3208305" y="2509059"/>
                  <a:pt x="3207807" y="2508727"/>
                  <a:pt x="3207558" y="2508311"/>
                </a:cubicBezTo>
                <a:lnTo>
                  <a:pt x="3197173" y="2490366"/>
                </a:lnTo>
                <a:cubicBezTo>
                  <a:pt x="3196924" y="2489868"/>
                  <a:pt x="3196924" y="2489286"/>
                  <a:pt x="3197173" y="2488871"/>
                </a:cubicBezTo>
                <a:lnTo>
                  <a:pt x="3207558" y="2470926"/>
                </a:lnTo>
                <a:cubicBezTo>
                  <a:pt x="3207807" y="2470427"/>
                  <a:pt x="3208305" y="2470178"/>
                  <a:pt x="3208804" y="2470178"/>
                </a:cubicBezTo>
                <a:lnTo>
                  <a:pt x="3229574" y="2470178"/>
                </a:lnTo>
                <a:cubicBezTo>
                  <a:pt x="3230072" y="2470178"/>
                  <a:pt x="3230571" y="2470510"/>
                  <a:pt x="3230820" y="2470926"/>
                </a:cubicBezTo>
                <a:lnTo>
                  <a:pt x="3241205" y="2488871"/>
                </a:lnTo>
                <a:cubicBezTo>
                  <a:pt x="3241454" y="2489369"/>
                  <a:pt x="3241454" y="2489951"/>
                  <a:pt x="3241205" y="2490366"/>
                </a:cubicBezTo>
                <a:lnTo>
                  <a:pt x="3230820" y="2508311"/>
                </a:lnTo>
                <a:cubicBezTo>
                  <a:pt x="3230571" y="2508810"/>
                  <a:pt x="3230072" y="2509059"/>
                  <a:pt x="3229574" y="2509059"/>
                </a:cubicBezTo>
                <a:close/>
                <a:moveTo>
                  <a:pt x="3329177" y="2541313"/>
                </a:moveTo>
                <a:cubicBezTo>
                  <a:pt x="3328678" y="2541313"/>
                  <a:pt x="3328180" y="2540981"/>
                  <a:pt x="3327931" y="2540565"/>
                </a:cubicBezTo>
                <a:lnTo>
                  <a:pt x="3317546" y="2522620"/>
                </a:lnTo>
                <a:cubicBezTo>
                  <a:pt x="3317297" y="2522122"/>
                  <a:pt x="3317296" y="2521540"/>
                  <a:pt x="3317546" y="2521125"/>
                </a:cubicBezTo>
                <a:lnTo>
                  <a:pt x="3327931" y="2503180"/>
                </a:lnTo>
                <a:cubicBezTo>
                  <a:pt x="3328180" y="2502681"/>
                  <a:pt x="3328678" y="2502432"/>
                  <a:pt x="3329177" y="2502432"/>
                </a:cubicBezTo>
                <a:lnTo>
                  <a:pt x="3349946" y="2502432"/>
                </a:lnTo>
                <a:cubicBezTo>
                  <a:pt x="3350444" y="2502432"/>
                  <a:pt x="3350944" y="2502764"/>
                  <a:pt x="3351193" y="2503180"/>
                </a:cubicBezTo>
                <a:lnTo>
                  <a:pt x="3361578" y="2521125"/>
                </a:lnTo>
                <a:cubicBezTo>
                  <a:pt x="3361827" y="2521623"/>
                  <a:pt x="3361827" y="2522205"/>
                  <a:pt x="3361578" y="2522620"/>
                </a:cubicBezTo>
                <a:lnTo>
                  <a:pt x="3351193" y="2540565"/>
                </a:lnTo>
                <a:cubicBezTo>
                  <a:pt x="3350944" y="2541064"/>
                  <a:pt x="3350445" y="2541313"/>
                  <a:pt x="3349947" y="2541313"/>
                </a:cubicBezTo>
                <a:close/>
                <a:moveTo>
                  <a:pt x="5194949" y="3041245"/>
                </a:moveTo>
                <a:cubicBezTo>
                  <a:pt x="5194450" y="3041245"/>
                  <a:pt x="5193952" y="3040913"/>
                  <a:pt x="5193703" y="3040497"/>
                </a:cubicBezTo>
                <a:lnTo>
                  <a:pt x="5183318" y="3022552"/>
                </a:lnTo>
                <a:cubicBezTo>
                  <a:pt x="5183069" y="3022054"/>
                  <a:pt x="5183069" y="3021472"/>
                  <a:pt x="5183318" y="3021057"/>
                </a:cubicBezTo>
                <a:lnTo>
                  <a:pt x="5193703" y="3003112"/>
                </a:lnTo>
                <a:cubicBezTo>
                  <a:pt x="5193952" y="3002613"/>
                  <a:pt x="5194450" y="3002364"/>
                  <a:pt x="5194949" y="3002364"/>
                </a:cubicBezTo>
                <a:lnTo>
                  <a:pt x="5215719" y="3002364"/>
                </a:lnTo>
                <a:cubicBezTo>
                  <a:pt x="5216217" y="3002364"/>
                  <a:pt x="5216716" y="3002696"/>
                  <a:pt x="5216965" y="3003112"/>
                </a:cubicBezTo>
                <a:lnTo>
                  <a:pt x="5227350" y="3021057"/>
                </a:lnTo>
                <a:cubicBezTo>
                  <a:pt x="5227599" y="3021555"/>
                  <a:pt x="5227599" y="3022137"/>
                  <a:pt x="5227350" y="3022552"/>
                </a:cubicBezTo>
                <a:lnTo>
                  <a:pt x="5216965" y="3040497"/>
                </a:lnTo>
                <a:cubicBezTo>
                  <a:pt x="5216716" y="3040996"/>
                  <a:pt x="5216217" y="3041245"/>
                  <a:pt x="5215719" y="3041245"/>
                </a:cubicBezTo>
                <a:close/>
                <a:moveTo>
                  <a:pt x="5255136" y="3057372"/>
                </a:moveTo>
                <a:cubicBezTo>
                  <a:pt x="5254637" y="3057372"/>
                  <a:pt x="5254139" y="3057040"/>
                  <a:pt x="5253890" y="3056624"/>
                </a:cubicBezTo>
                <a:lnTo>
                  <a:pt x="5243505" y="3038679"/>
                </a:lnTo>
                <a:cubicBezTo>
                  <a:pt x="5243256" y="3038181"/>
                  <a:pt x="5243256" y="3037599"/>
                  <a:pt x="5243505" y="3037184"/>
                </a:cubicBezTo>
                <a:lnTo>
                  <a:pt x="5253890" y="3019239"/>
                </a:lnTo>
                <a:cubicBezTo>
                  <a:pt x="5254139" y="3018740"/>
                  <a:pt x="5254637" y="3018491"/>
                  <a:pt x="5255136" y="3018491"/>
                </a:cubicBezTo>
                <a:lnTo>
                  <a:pt x="5275906" y="3018491"/>
                </a:lnTo>
                <a:cubicBezTo>
                  <a:pt x="5276404" y="3018491"/>
                  <a:pt x="5276903" y="3018823"/>
                  <a:pt x="5277152" y="3019239"/>
                </a:cubicBezTo>
                <a:lnTo>
                  <a:pt x="5287537" y="3037184"/>
                </a:lnTo>
                <a:cubicBezTo>
                  <a:pt x="5287786" y="3037682"/>
                  <a:pt x="5287786" y="3038264"/>
                  <a:pt x="5287537" y="3038679"/>
                </a:cubicBezTo>
                <a:lnTo>
                  <a:pt x="5277152" y="3056624"/>
                </a:lnTo>
                <a:cubicBezTo>
                  <a:pt x="5276903" y="3057123"/>
                  <a:pt x="5276404" y="3057372"/>
                  <a:pt x="5275906" y="3057372"/>
                </a:cubicBezTo>
                <a:close/>
                <a:moveTo>
                  <a:pt x="5315322" y="3073499"/>
                </a:moveTo>
                <a:cubicBezTo>
                  <a:pt x="5314824" y="3073499"/>
                  <a:pt x="5314325" y="3073167"/>
                  <a:pt x="5314076" y="3072751"/>
                </a:cubicBezTo>
                <a:lnTo>
                  <a:pt x="5303691" y="3054806"/>
                </a:lnTo>
                <a:cubicBezTo>
                  <a:pt x="5303442" y="3054308"/>
                  <a:pt x="5303442" y="3053726"/>
                  <a:pt x="5303691" y="3053311"/>
                </a:cubicBezTo>
                <a:lnTo>
                  <a:pt x="5314076" y="3035366"/>
                </a:lnTo>
                <a:cubicBezTo>
                  <a:pt x="5314325" y="3034867"/>
                  <a:pt x="5314824" y="3034618"/>
                  <a:pt x="5315322" y="3034618"/>
                </a:cubicBezTo>
                <a:lnTo>
                  <a:pt x="5336092" y="3034618"/>
                </a:lnTo>
                <a:cubicBezTo>
                  <a:pt x="5336590" y="3034618"/>
                  <a:pt x="5337089" y="3034950"/>
                  <a:pt x="5337338" y="3035366"/>
                </a:cubicBezTo>
                <a:lnTo>
                  <a:pt x="5347723" y="3053311"/>
                </a:lnTo>
                <a:cubicBezTo>
                  <a:pt x="5347972" y="3053809"/>
                  <a:pt x="5347972" y="3054391"/>
                  <a:pt x="5347723" y="3054806"/>
                </a:cubicBezTo>
                <a:lnTo>
                  <a:pt x="5337338" y="3072751"/>
                </a:lnTo>
                <a:cubicBezTo>
                  <a:pt x="5337089" y="3073250"/>
                  <a:pt x="5336590" y="3073499"/>
                  <a:pt x="5336092" y="3073499"/>
                </a:cubicBezTo>
                <a:close/>
                <a:moveTo>
                  <a:pt x="5014307" y="2992947"/>
                </a:moveTo>
                <a:cubicBezTo>
                  <a:pt x="5013808" y="2992947"/>
                  <a:pt x="5013310" y="2992615"/>
                  <a:pt x="5013061" y="2992200"/>
                </a:cubicBezTo>
                <a:lnTo>
                  <a:pt x="5002676" y="2974171"/>
                </a:lnTo>
                <a:cubicBezTo>
                  <a:pt x="5002427" y="2973673"/>
                  <a:pt x="5002427" y="2973091"/>
                  <a:pt x="5002676" y="2972676"/>
                </a:cubicBezTo>
                <a:lnTo>
                  <a:pt x="5013144" y="2954648"/>
                </a:lnTo>
                <a:cubicBezTo>
                  <a:pt x="5013393" y="2954149"/>
                  <a:pt x="5013892" y="2953900"/>
                  <a:pt x="5014390" y="2953900"/>
                </a:cubicBezTo>
                <a:lnTo>
                  <a:pt x="5035243" y="2953900"/>
                </a:lnTo>
                <a:cubicBezTo>
                  <a:pt x="5035742" y="2953900"/>
                  <a:pt x="5036240" y="2954232"/>
                  <a:pt x="5036489" y="2954648"/>
                </a:cubicBezTo>
                <a:lnTo>
                  <a:pt x="5046874" y="2972676"/>
                </a:lnTo>
                <a:cubicBezTo>
                  <a:pt x="5047123" y="2973174"/>
                  <a:pt x="5047123" y="2973756"/>
                  <a:pt x="5046874" y="2974171"/>
                </a:cubicBezTo>
                <a:lnTo>
                  <a:pt x="5036406" y="2992200"/>
                </a:lnTo>
                <a:cubicBezTo>
                  <a:pt x="5036157" y="2992698"/>
                  <a:pt x="5035658" y="2992947"/>
                  <a:pt x="5035160" y="2992947"/>
                </a:cubicBezTo>
                <a:close/>
                <a:moveTo>
                  <a:pt x="981829" y="1912530"/>
                </a:moveTo>
                <a:cubicBezTo>
                  <a:pt x="981331" y="1912531"/>
                  <a:pt x="980833" y="1912199"/>
                  <a:pt x="980583" y="1911783"/>
                </a:cubicBezTo>
                <a:lnTo>
                  <a:pt x="970115" y="1893672"/>
                </a:lnTo>
                <a:cubicBezTo>
                  <a:pt x="969866" y="1893174"/>
                  <a:pt x="969867" y="1892592"/>
                  <a:pt x="970115" y="1892176"/>
                </a:cubicBezTo>
                <a:lnTo>
                  <a:pt x="980583" y="1874066"/>
                </a:lnTo>
                <a:cubicBezTo>
                  <a:pt x="980832" y="1873567"/>
                  <a:pt x="981331" y="1873317"/>
                  <a:pt x="981829" y="1873318"/>
                </a:cubicBezTo>
                <a:lnTo>
                  <a:pt x="1002766" y="1873318"/>
                </a:lnTo>
                <a:cubicBezTo>
                  <a:pt x="1003265" y="1873318"/>
                  <a:pt x="1003762" y="1873650"/>
                  <a:pt x="1004011" y="1874066"/>
                </a:cubicBezTo>
                <a:lnTo>
                  <a:pt x="1014479" y="1892176"/>
                </a:lnTo>
                <a:cubicBezTo>
                  <a:pt x="1014729" y="1892675"/>
                  <a:pt x="1014729" y="1893256"/>
                  <a:pt x="1014479" y="1893672"/>
                </a:cubicBezTo>
                <a:lnTo>
                  <a:pt x="1004012" y="1911782"/>
                </a:lnTo>
                <a:cubicBezTo>
                  <a:pt x="1003762" y="1912282"/>
                  <a:pt x="1003264" y="1912531"/>
                  <a:pt x="1002765" y="1912530"/>
                </a:cubicBezTo>
                <a:close/>
                <a:moveTo>
                  <a:pt x="2727230" y="2380209"/>
                </a:moveTo>
                <a:cubicBezTo>
                  <a:pt x="2726732" y="2380209"/>
                  <a:pt x="2726233" y="2379877"/>
                  <a:pt x="2725984" y="2379461"/>
                </a:cubicBezTo>
                <a:lnTo>
                  <a:pt x="2715516" y="2361350"/>
                </a:lnTo>
                <a:cubicBezTo>
                  <a:pt x="2715267" y="2360852"/>
                  <a:pt x="2715267" y="2360270"/>
                  <a:pt x="2715516" y="2359855"/>
                </a:cubicBezTo>
                <a:lnTo>
                  <a:pt x="2725984" y="2341744"/>
                </a:lnTo>
                <a:cubicBezTo>
                  <a:pt x="2726233" y="2341245"/>
                  <a:pt x="2726732" y="2340996"/>
                  <a:pt x="2727230" y="2340996"/>
                </a:cubicBezTo>
                <a:lnTo>
                  <a:pt x="2748166" y="2340996"/>
                </a:lnTo>
                <a:cubicBezTo>
                  <a:pt x="2748665" y="2340996"/>
                  <a:pt x="2749163" y="2341328"/>
                  <a:pt x="2749412" y="2341744"/>
                </a:cubicBezTo>
                <a:lnTo>
                  <a:pt x="2759880" y="2359855"/>
                </a:lnTo>
                <a:cubicBezTo>
                  <a:pt x="2760130" y="2360353"/>
                  <a:pt x="2760130" y="2360935"/>
                  <a:pt x="2759880" y="2361350"/>
                </a:cubicBezTo>
                <a:lnTo>
                  <a:pt x="2749412" y="2379461"/>
                </a:lnTo>
                <a:cubicBezTo>
                  <a:pt x="2749163" y="2379960"/>
                  <a:pt x="2748665" y="2380209"/>
                  <a:pt x="2748166" y="2380209"/>
                </a:cubicBezTo>
                <a:close/>
                <a:moveTo>
                  <a:pt x="4593004" y="2880142"/>
                </a:moveTo>
                <a:cubicBezTo>
                  <a:pt x="4592506" y="2880142"/>
                  <a:pt x="4592007" y="2879810"/>
                  <a:pt x="4591758" y="2879394"/>
                </a:cubicBezTo>
                <a:lnTo>
                  <a:pt x="4581290" y="2861283"/>
                </a:lnTo>
                <a:cubicBezTo>
                  <a:pt x="4581041" y="2860785"/>
                  <a:pt x="4581041" y="2860203"/>
                  <a:pt x="4581290" y="2859788"/>
                </a:cubicBezTo>
                <a:lnTo>
                  <a:pt x="4591758" y="2841677"/>
                </a:lnTo>
                <a:cubicBezTo>
                  <a:pt x="4592007" y="2841178"/>
                  <a:pt x="4592506" y="2840929"/>
                  <a:pt x="4593004" y="2840929"/>
                </a:cubicBezTo>
                <a:lnTo>
                  <a:pt x="4613940" y="2840929"/>
                </a:lnTo>
                <a:cubicBezTo>
                  <a:pt x="4614439" y="2840929"/>
                  <a:pt x="4614937" y="2841261"/>
                  <a:pt x="4615186" y="2841677"/>
                </a:cubicBezTo>
                <a:lnTo>
                  <a:pt x="4625654" y="2859788"/>
                </a:lnTo>
                <a:cubicBezTo>
                  <a:pt x="4625903" y="2860286"/>
                  <a:pt x="4625903" y="2860868"/>
                  <a:pt x="4625654" y="2861283"/>
                </a:cubicBezTo>
                <a:lnTo>
                  <a:pt x="4615186" y="2879394"/>
                </a:lnTo>
                <a:cubicBezTo>
                  <a:pt x="4614937" y="2879893"/>
                  <a:pt x="4614439" y="2880142"/>
                  <a:pt x="4613940" y="2880142"/>
                </a:cubicBezTo>
                <a:close/>
                <a:moveTo>
                  <a:pt x="5074494" y="3009157"/>
                </a:moveTo>
                <a:cubicBezTo>
                  <a:pt x="5073996" y="3009157"/>
                  <a:pt x="5073497" y="3008825"/>
                  <a:pt x="5073247" y="3008409"/>
                </a:cubicBezTo>
                <a:lnTo>
                  <a:pt x="5062780" y="2990298"/>
                </a:lnTo>
                <a:cubicBezTo>
                  <a:pt x="5062531" y="2989800"/>
                  <a:pt x="5062531" y="2989218"/>
                  <a:pt x="5062780" y="2988803"/>
                </a:cubicBezTo>
                <a:lnTo>
                  <a:pt x="5073248" y="2970692"/>
                </a:lnTo>
                <a:cubicBezTo>
                  <a:pt x="5073497" y="2970193"/>
                  <a:pt x="5073996" y="2969944"/>
                  <a:pt x="5074494" y="2969944"/>
                </a:cubicBezTo>
                <a:lnTo>
                  <a:pt x="5095430" y="2969944"/>
                </a:lnTo>
                <a:cubicBezTo>
                  <a:pt x="5095929" y="2969944"/>
                  <a:pt x="5096427" y="2970276"/>
                  <a:pt x="5096676" y="2970692"/>
                </a:cubicBezTo>
                <a:lnTo>
                  <a:pt x="5107144" y="2988803"/>
                </a:lnTo>
                <a:cubicBezTo>
                  <a:pt x="5107393" y="2989301"/>
                  <a:pt x="5107393" y="2989883"/>
                  <a:pt x="5107144" y="2990298"/>
                </a:cubicBezTo>
                <a:lnTo>
                  <a:pt x="5096676" y="3008409"/>
                </a:lnTo>
                <a:cubicBezTo>
                  <a:pt x="5096427" y="3008908"/>
                  <a:pt x="5095929" y="3009157"/>
                  <a:pt x="5095430" y="3009157"/>
                </a:cubicBezTo>
                <a:close/>
                <a:moveTo>
                  <a:pt x="741025" y="1848099"/>
                </a:moveTo>
                <a:cubicBezTo>
                  <a:pt x="740527" y="1848099"/>
                  <a:pt x="740028" y="1847767"/>
                  <a:pt x="739779" y="1847351"/>
                </a:cubicBezTo>
                <a:lnTo>
                  <a:pt x="729228" y="1829074"/>
                </a:lnTo>
                <a:cubicBezTo>
                  <a:pt x="728979" y="1828575"/>
                  <a:pt x="728979" y="1827993"/>
                  <a:pt x="729228" y="1827578"/>
                </a:cubicBezTo>
                <a:lnTo>
                  <a:pt x="739779" y="1809301"/>
                </a:lnTo>
                <a:cubicBezTo>
                  <a:pt x="740028" y="1808802"/>
                  <a:pt x="740527" y="1808554"/>
                  <a:pt x="741025" y="1808553"/>
                </a:cubicBezTo>
                <a:lnTo>
                  <a:pt x="762043" y="1808553"/>
                </a:lnTo>
                <a:cubicBezTo>
                  <a:pt x="762542" y="1808553"/>
                  <a:pt x="763040" y="1808885"/>
                  <a:pt x="763290" y="1809302"/>
                </a:cubicBezTo>
                <a:lnTo>
                  <a:pt x="773841" y="1827578"/>
                </a:lnTo>
                <a:cubicBezTo>
                  <a:pt x="774091" y="1828077"/>
                  <a:pt x="774090" y="1828658"/>
                  <a:pt x="773842" y="1829075"/>
                </a:cubicBezTo>
                <a:lnTo>
                  <a:pt x="763290" y="1847352"/>
                </a:lnTo>
                <a:cubicBezTo>
                  <a:pt x="763041" y="1847849"/>
                  <a:pt x="762543" y="1848099"/>
                  <a:pt x="762044" y="1848100"/>
                </a:cubicBezTo>
                <a:close/>
                <a:moveTo>
                  <a:pt x="861398" y="1880353"/>
                </a:moveTo>
                <a:cubicBezTo>
                  <a:pt x="860900" y="1880353"/>
                  <a:pt x="860401" y="1880020"/>
                  <a:pt x="860152" y="1879605"/>
                </a:cubicBezTo>
                <a:lnTo>
                  <a:pt x="849601" y="1861328"/>
                </a:lnTo>
                <a:cubicBezTo>
                  <a:pt x="849351" y="1860829"/>
                  <a:pt x="849352" y="1860247"/>
                  <a:pt x="849601" y="1859832"/>
                </a:cubicBezTo>
                <a:lnTo>
                  <a:pt x="860152" y="1841555"/>
                </a:lnTo>
                <a:cubicBezTo>
                  <a:pt x="860400" y="1841056"/>
                  <a:pt x="860900" y="1840807"/>
                  <a:pt x="861398" y="1840807"/>
                </a:cubicBezTo>
                <a:lnTo>
                  <a:pt x="882416" y="1840807"/>
                </a:lnTo>
                <a:cubicBezTo>
                  <a:pt x="882915" y="1840807"/>
                  <a:pt x="883413" y="1841139"/>
                  <a:pt x="883663" y="1841555"/>
                </a:cubicBezTo>
                <a:lnTo>
                  <a:pt x="894214" y="1859832"/>
                </a:lnTo>
                <a:cubicBezTo>
                  <a:pt x="894463" y="1860331"/>
                  <a:pt x="894463" y="1860912"/>
                  <a:pt x="894215" y="1861328"/>
                </a:cubicBezTo>
                <a:lnTo>
                  <a:pt x="883663" y="1879605"/>
                </a:lnTo>
                <a:cubicBezTo>
                  <a:pt x="883413" y="1880103"/>
                  <a:pt x="882916" y="1880353"/>
                  <a:pt x="882417" y="1880353"/>
                </a:cubicBezTo>
                <a:close/>
                <a:moveTo>
                  <a:pt x="921583" y="1896480"/>
                </a:moveTo>
                <a:cubicBezTo>
                  <a:pt x="921085" y="1896480"/>
                  <a:pt x="920587" y="1896147"/>
                  <a:pt x="920338" y="1895732"/>
                </a:cubicBezTo>
                <a:lnTo>
                  <a:pt x="909787" y="1877455"/>
                </a:lnTo>
                <a:cubicBezTo>
                  <a:pt x="909537" y="1876956"/>
                  <a:pt x="909538" y="1876374"/>
                  <a:pt x="909787" y="1875959"/>
                </a:cubicBezTo>
                <a:lnTo>
                  <a:pt x="920338" y="1857682"/>
                </a:lnTo>
                <a:cubicBezTo>
                  <a:pt x="920586" y="1857183"/>
                  <a:pt x="921086" y="1856934"/>
                  <a:pt x="921584" y="1856934"/>
                </a:cubicBezTo>
                <a:lnTo>
                  <a:pt x="942602" y="1856934"/>
                </a:lnTo>
                <a:cubicBezTo>
                  <a:pt x="943101" y="1856934"/>
                  <a:pt x="943599" y="1857266"/>
                  <a:pt x="943849" y="1857682"/>
                </a:cubicBezTo>
                <a:lnTo>
                  <a:pt x="954400" y="1875959"/>
                </a:lnTo>
                <a:cubicBezTo>
                  <a:pt x="954649" y="1876458"/>
                  <a:pt x="954649" y="1877039"/>
                  <a:pt x="954400" y="1877455"/>
                </a:cubicBezTo>
                <a:lnTo>
                  <a:pt x="943849" y="1895732"/>
                </a:lnTo>
                <a:cubicBezTo>
                  <a:pt x="943599" y="1896230"/>
                  <a:pt x="943102" y="1896480"/>
                  <a:pt x="942603" y="1896480"/>
                </a:cubicBezTo>
                <a:close/>
                <a:moveTo>
                  <a:pt x="3449406" y="2573808"/>
                </a:moveTo>
                <a:cubicBezTo>
                  <a:pt x="3448908" y="2573808"/>
                  <a:pt x="3448408" y="2573475"/>
                  <a:pt x="3448159" y="2573060"/>
                </a:cubicBezTo>
                <a:lnTo>
                  <a:pt x="3437609" y="2554783"/>
                </a:lnTo>
                <a:cubicBezTo>
                  <a:pt x="3437359" y="2554284"/>
                  <a:pt x="3437359" y="2553702"/>
                  <a:pt x="3437608" y="2553287"/>
                </a:cubicBezTo>
                <a:lnTo>
                  <a:pt x="3448159" y="2535010"/>
                </a:lnTo>
                <a:cubicBezTo>
                  <a:pt x="3448408" y="2534511"/>
                  <a:pt x="3448907" y="2534262"/>
                  <a:pt x="3449405" y="2534262"/>
                </a:cubicBezTo>
                <a:lnTo>
                  <a:pt x="3470425" y="2534262"/>
                </a:lnTo>
                <a:cubicBezTo>
                  <a:pt x="3470923" y="2534262"/>
                  <a:pt x="3471422" y="2534594"/>
                  <a:pt x="3471670" y="2535010"/>
                </a:cubicBezTo>
                <a:lnTo>
                  <a:pt x="3482222" y="2553287"/>
                </a:lnTo>
                <a:cubicBezTo>
                  <a:pt x="3482471" y="2553786"/>
                  <a:pt x="3482472" y="2554367"/>
                  <a:pt x="3482221" y="2554783"/>
                </a:cubicBezTo>
                <a:lnTo>
                  <a:pt x="3471670" y="2573060"/>
                </a:lnTo>
                <a:cubicBezTo>
                  <a:pt x="3471421" y="2573558"/>
                  <a:pt x="3470922" y="2573808"/>
                  <a:pt x="3470424" y="2573808"/>
                </a:cubicBezTo>
                <a:close/>
                <a:moveTo>
                  <a:pt x="3991081" y="2718949"/>
                </a:moveTo>
                <a:cubicBezTo>
                  <a:pt x="3990583" y="2718949"/>
                  <a:pt x="3990084" y="2718616"/>
                  <a:pt x="3989835" y="2718201"/>
                </a:cubicBezTo>
                <a:lnTo>
                  <a:pt x="3979284" y="2699924"/>
                </a:lnTo>
                <a:cubicBezTo>
                  <a:pt x="3979035" y="2699425"/>
                  <a:pt x="3979035" y="2698843"/>
                  <a:pt x="3979284" y="2698428"/>
                </a:cubicBezTo>
                <a:lnTo>
                  <a:pt x="3989835" y="2680151"/>
                </a:lnTo>
                <a:cubicBezTo>
                  <a:pt x="3990084" y="2679652"/>
                  <a:pt x="3990583" y="2679403"/>
                  <a:pt x="3991081" y="2679403"/>
                </a:cubicBezTo>
                <a:lnTo>
                  <a:pt x="4012100" y="2679403"/>
                </a:lnTo>
                <a:cubicBezTo>
                  <a:pt x="4012598" y="2679403"/>
                  <a:pt x="4013097" y="2679735"/>
                  <a:pt x="4013346" y="2680151"/>
                </a:cubicBezTo>
                <a:lnTo>
                  <a:pt x="4023897" y="2698428"/>
                </a:lnTo>
                <a:cubicBezTo>
                  <a:pt x="4024147" y="2698927"/>
                  <a:pt x="4024147" y="2699508"/>
                  <a:pt x="4023897" y="2699924"/>
                </a:cubicBezTo>
                <a:lnTo>
                  <a:pt x="4013346" y="2718201"/>
                </a:lnTo>
                <a:cubicBezTo>
                  <a:pt x="4013097" y="2718699"/>
                  <a:pt x="4012598" y="2718949"/>
                  <a:pt x="4012100" y="2718949"/>
                </a:cubicBezTo>
                <a:close/>
                <a:moveTo>
                  <a:pt x="4111454" y="2751203"/>
                </a:moveTo>
                <a:cubicBezTo>
                  <a:pt x="4110956" y="2751203"/>
                  <a:pt x="4110457" y="2750870"/>
                  <a:pt x="4110208" y="2750455"/>
                </a:cubicBezTo>
                <a:lnTo>
                  <a:pt x="4099657" y="2732178"/>
                </a:lnTo>
                <a:cubicBezTo>
                  <a:pt x="4099408" y="2731679"/>
                  <a:pt x="4099408" y="2731097"/>
                  <a:pt x="4099657" y="2730682"/>
                </a:cubicBezTo>
                <a:lnTo>
                  <a:pt x="4110208" y="2712405"/>
                </a:lnTo>
                <a:cubicBezTo>
                  <a:pt x="4110457" y="2711906"/>
                  <a:pt x="4110956" y="2711657"/>
                  <a:pt x="4111454" y="2711657"/>
                </a:cubicBezTo>
                <a:lnTo>
                  <a:pt x="4132473" y="2711657"/>
                </a:lnTo>
                <a:cubicBezTo>
                  <a:pt x="4132971" y="2711657"/>
                  <a:pt x="4133470" y="2711989"/>
                  <a:pt x="4133719" y="2712405"/>
                </a:cubicBezTo>
                <a:lnTo>
                  <a:pt x="4144270" y="2730682"/>
                </a:lnTo>
                <a:cubicBezTo>
                  <a:pt x="4144520" y="2731181"/>
                  <a:pt x="4144520" y="2731762"/>
                  <a:pt x="4144270" y="2732178"/>
                </a:cubicBezTo>
                <a:lnTo>
                  <a:pt x="4133719" y="2750455"/>
                </a:lnTo>
                <a:cubicBezTo>
                  <a:pt x="4133470" y="2750953"/>
                  <a:pt x="4132971" y="2751203"/>
                  <a:pt x="4132473" y="2751203"/>
                </a:cubicBezTo>
                <a:close/>
                <a:moveTo>
                  <a:pt x="4292013" y="2799584"/>
                </a:moveTo>
                <a:cubicBezTo>
                  <a:pt x="4291515" y="2799584"/>
                  <a:pt x="4291015" y="2799251"/>
                  <a:pt x="4290766" y="2798836"/>
                </a:cubicBezTo>
                <a:lnTo>
                  <a:pt x="4280216" y="2780559"/>
                </a:lnTo>
                <a:cubicBezTo>
                  <a:pt x="4279966" y="2780060"/>
                  <a:pt x="4279967" y="2779478"/>
                  <a:pt x="4280215" y="2779063"/>
                </a:cubicBezTo>
                <a:lnTo>
                  <a:pt x="4290766" y="2760786"/>
                </a:lnTo>
                <a:cubicBezTo>
                  <a:pt x="4291015" y="2760287"/>
                  <a:pt x="4291514" y="2760038"/>
                  <a:pt x="4292012" y="2760038"/>
                </a:cubicBezTo>
                <a:lnTo>
                  <a:pt x="4313032" y="2760038"/>
                </a:lnTo>
                <a:cubicBezTo>
                  <a:pt x="4313531" y="2760038"/>
                  <a:pt x="4314029" y="2760370"/>
                  <a:pt x="4314278" y="2760786"/>
                </a:cubicBezTo>
                <a:lnTo>
                  <a:pt x="4324829" y="2779063"/>
                </a:lnTo>
                <a:cubicBezTo>
                  <a:pt x="4325078" y="2779562"/>
                  <a:pt x="4325079" y="2780143"/>
                  <a:pt x="4324828" y="2780559"/>
                </a:cubicBezTo>
                <a:lnTo>
                  <a:pt x="4314278" y="2798836"/>
                </a:lnTo>
                <a:cubicBezTo>
                  <a:pt x="4314028" y="2799334"/>
                  <a:pt x="4313530" y="2799584"/>
                  <a:pt x="4313031" y="2799584"/>
                </a:cubicBezTo>
                <a:close/>
                <a:moveTo>
                  <a:pt x="4352198" y="2815710"/>
                </a:moveTo>
                <a:cubicBezTo>
                  <a:pt x="4351700" y="2815711"/>
                  <a:pt x="4351201" y="2815377"/>
                  <a:pt x="4350952" y="2814962"/>
                </a:cubicBezTo>
                <a:lnTo>
                  <a:pt x="4340402" y="2796685"/>
                </a:lnTo>
                <a:cubicBezTo>
                  <a:pt x="4340152" y="2796186"/>
                  <a:pt x="4340152" y="2795604"/>
                  <a:pt x="4340401" y="2795189"/>
                </a:cubicBezTo>
                <a:lnTo>
                  <a:pt x="4350952" y="2776912"/>
                </a:lnTo>
                <a:cubicBezTo>
                  <a:pt x="4351201" y="2776413"/>
                  <a:pt x="4351700" y="2776164"/>
                  <a:pt x="4352198" y="2776164"/>
                </a:cubicBezTo>
                <a:lnTo>
                  <a:pt x="4373217" y="2776164"/>
                </a:lnTo>
                <a:cubicBezTo>
                  <a:pt x="4373716" y="2776164"/>
                  <a:pt x="4374215" y="2776496"/>
                  <a:pt x="4374463" y="2776912"/>
                </a:cubicBezTo>
                <a:lnTo>
                  <a:pt x="4385014" y="2795189"/>
                </a:lnTo>
                <a:cubicBezTo>
                  <a:pt x="4385264" y="2795688"/>
                  <a:pt x="4385264" y="2796269"/>
                  <a:pt x="4385014" y="2796685"/>
                </a:cubicBezTo>
                <a:lnTo>
                  <a:pt x="4374463" y="2814962"/>
                </a:lnTo>
                <a:cubicBezTo>
                  <a:pt x="4374214" y="2815460"/>
                  <a:pt x="4373716" y="2815710"/>
                  <a:pt x="4373217" y="2815710"/>
                </a:cubicBezTo>
                <a:close/>
                <a:moveTo>
                  <a:pt x="680814" y="1832157"/>
                </a:moveTo>
                <a:cubicBezTo>
                  <a:pt x="680234" y="1832157"/>
                  <a:pt x="679734" y="1831908"/>
                  <a:pt x="679486" y="1831409"/>
                </a:cubicBezTo>
                <a:lnTo>
                  <a:pt x="668934" y="1813049"/>
                </a:lnTo>
                <a:cubicBezTo>
                  <a:pt x="668686" y="1812550"/>
                  <a:pt x="668686" y="1812052"/>
                  <a:pt x="668934" y="1811553"/>
                </a:cubicBezTo>
                <a:lnTo>
                  <a:pt x="679486" y="1793193"/>
                </a:lnTo>
                <a:cubicBezTo>
                  <a:pt x="679817" y="1792694"/>
                  <a:pt x="680317" y="1792445"/>
                  <a:pt x="680815" y="1792445"/>
                </a:cubicBezTo>
                <a:lnTo>
                  <a:pt x="702001" y="1792445"/>
                </a:lnTo>
                <a:cubicBezTo>
                  <a:pt x="702581" y="1792445"/>
                  <a:pt x="703081" y="1792694"/>
                  <a:pt x="703329" y="1793193"/>
                </a:cubicBezTo>
                <a:lnTo>
                  <a:pt x="713881" y="1811553"/>
                </a:lnTo>
                <a:cubicBezTo>
                  <a:pt x="714129" y="1812052"/>
                  <a:pt x="714129" y="1812550"/>
                  <a:pt x="713881" y="1813049"/>
                </a:cubicBezTo>
                <a:lnTo>
                  <a:pt x="703329" y="1831409"/>
                </a:lnTo>
                <a:cubicBezTo>
                  <a:pt x="702997" y="1831908"/>
                  <a:pt x="702498" y="1832157"/>
                  <a:pt x="702000" y="1832157"/>
                </a:cubicBezTo>
                <a:close/>
                <a:moveTo>
                  <a:pt x="801186" y="1864411"/>
                </a:moveTo>
                <a:cubicBezTo>
                  <a:pt x="800605" y="1864411"/>
                  <a:pt x="800106" y="1864162"/>
                  <a:pt x="799857" y="1863663"/>
                </a:cubicBezTo>
                <a:lnTo>
                  <a:pt x="789306" y="1845303"/>
                </a:lnTo>
                <a:cubicBezTo>
                  <a:pt x="789058" y="1844804"/>
                  <a:pt x="789057" y="1844306"/>
                  <a:pt x="789306" y="1843807"/>
                </a:cubicBezTo>
                <a:lnTo>
                  <a:pt x="799858" y="1825447"/>
                </a:lnTo>
                <a:cubicBezTo>
                  <a:pt x="800189" y="1824948"/>
                  <a:pt x="800688" y="1824699"/>
                  <a:pt x="801186" y="1824699"/>
                </a:cubicBezTo>
                <a:lnTo>
                  <a:pt x="822372" y="1824699"/>
                </a:lnTo>
                <a:cubicBezTo>
                  <a:pt x="822953" y="1824699"/>
                  <a:pt x="823453" y="1824948"/>
                  <a:pt x="823701" y="1825447"/>
                </a:cubicBezTo>
                <a:lnTo>
                  <a:pt x="834253" y="1843807"/>
                </a:lnTo>
                <a:cubicBezTo>
                  <a:pt x="834501" y="1844306"/>
                  <a:pt x="834501" y="1844804"/>
                  <a:pt x="834252" y="1845303"/>
                </a:cubicBezTo>
                <a:lnTo>
                  <a:pt x="823701" y="1863663"/>
                </a:lnTo>
                <a:cubicBezTo>
                  <a:pt x="823368" y="1864162"/>
                  <a:pt x="822870" y="1864411"/>
                  <a:pt x="822372" y="1864411"/>
                </a:cubicBezTo>
                <a:close/>
                <a:moveTo>
                  <a:pt x="4051244" y="2735261"/>
                </a:moveTo>
                <a:cubicBezTo>
                  <a:pt x="4050663" y="2735261"/>
                  <a:pt x="4050164" y="2735012"/>
                  <a:pt x="4049914" y="2734513"/>
                </a:cubicBezTo>
                <a:lnTo>
                  <a:pt x="4039364" y="2716153"/>
                </a:lnTo>
                <a:cubicBezTo>
                  <a:pt x="4039114" y="2715654"/>
                  <a:pt x="4039115" y="2715156"/>
                  <a:pt x="4039363" y="2714657"/>
                </a:cubicBezTo>
                <a:lnTo>
                  <a:pt x="4049914" y="2696297"/>
                </a:lnTo>
                <a:cubicBezTo>
                  <a:pt x="4050246" y="2695798"/>
                  <a:pt x="4050746" y="2695549"/>
                  <a:pt x="4051244" y="2695549"/>
                </a:cubicBezTo>
                <a:lnTo>
                  <a:pt x="4072429" y="2695549"/>
                </a:lnTo>
                <a:cubicBezTo>
                  <a:pt x="4073010" y="2695549"/>
                  <a:pt x="4073508" y="2695798"/>
                  <a:pt x="4073758" y="2696297"/>
                </a:cubicBezTo>
                <a:lnTo>
                  <a:pt x="4084309" y="2714657"/>
                </a:lnTo>
                <a:cubicBezTo>
                  <a:pt x="4084559" y="2715156"/>
                  <a:pt x="4084558" y="2715654"/>
                  <a:pt x="4084310" y="2716153"/>
                </a:cubicBezTo>
                <a:lnTo>
                  <a:pt x="4073759" y="2734513"/>
                </a:lnTo>
                <a:cubicBezTo>
                  <a:pt x="4073426" y="2735012"/>
                  <a:pt x="4072927" y="2735261"/>
                  <a:pt x="4072428" y="2735261"/>
                </a:cubicBezTo>
                <a:close/>
                <a:moveTo>
                  <a:pt x="3268741" y="2525685"/>
                </a:moveTo>
                <a:cubicBezTo>
                  <a:pt x="3268160" y="2525685"/>
                  <a:pt x="3267661" y="2525436"/>
                  <a:pt x="3267412" y="2524937"/>
                </a:cubicBezTo>
                <a:lnTo>
                  <a:pt x="3256778" y="2506494"/>
                </a:lnTo>
                <a:cubicBezTo>
                  <a:pt x="3256529" y="2506078"/>
                  <a:pt x="3256529" y="2505497"/>
                  <a:pt x="3256778" y="2504998"/>
                </a:cubicBezTo>
                <a:lnTo>
                  <a:pt x="3267412" y="2486555"/>
                </a:lnTo>
                <a:cubicBezTo>
                  <a:pt x="3267744" y="2486056"/>
                  <a:pt x="3268243" y="2485807"/>
                  <a:pt x="3268741" y="2485807"/>
                </a:cubicBezTo>
                <a:lnTo>
                  <a:pt x="3290010" y="2485807"/>
                </a:lnTo>
                <a:cubicBezTo>
                  <a:pt x="3290591" y="2485807"/>
                  <a:pt x="3291090" y="2486056"/>
                  <a:pt x="3291339" y="2486555"/>
                </a:cubicBezTo>
                <a:lnTo>
                  <a:pt x="3301973" y="2504998"/>
                </a:lnTo>
                <a:cubicBezTo>
                  <a:pt x="3302222" y="2505414"/>
                  <a:pt x="3302222" y="2505995"/>
                  <a:pt x="3301972" y="2506494"/>
                </a:cubicBezTo>
                <a:lnTo>
                  <a:pt x="3291339" y="2524937"/>
                </a:lnTo>
                <a:cubicBezTo>
                  <a:pt x="3291006" y="2525436"/>
                  <a:pt x="3290508" y="2525685"/>
                  <a:pt x="3290010" y="2525685"/>
                </a:cubicBezTo>
                <a:close/>
                <a:moveTo>
                  <a:pt x="4231720" y="2783715"/>
                </a:moveTo>
                <a:cubicBezTo>
                  <a:pt x="4231140" y="2783715"/>
                  <a:pt x="4230641" y="2783466"/>
                  <a:pt x="4230392" y="2782967"/>
                </a:cubicBezTo>
                <a:lnTo>
                  <a:pt x="4219757" y="2764524"/>
                </a:lnTo>
                <a:cubicBezTo>
                  <a:pt x="4219508" y="2764108"/>
                  <a:pt x="4219508" y="2763527"/>
                  <a:pt x="4219757" y="2763028"/>
                </a:cubicBezTo>
                <a:lnTo>
                  <a:pt x="4230392" y="2744585"/>
                </a:lnTo>
                <a:cubicBezTo>
                  <a:pt x="4230724" y="2744086"/>
                  <a:pt x="4231223" y="2743837"/>
                  <a:pt x="4231721" y="2743837"/>
                </a:cubicBezTo>
                <a:lnTo>
                  <a:pt x="4252989" y="2743837"/>
                </a:lnTo>
                <a:cubicBezTo>
                  <a:pt x="4253571" y="2743837"/>
                  <a:pt x="4254070" y="2744086"/>
                  <a:pt x="4254318" y="2744585"/>
                </a:cubicBezTo>
                <a:lnTo>
                  <a:pt x="4264952" y="2763028"/>
                </a:lnTo>
                <a:cubicBezTo>
                  <a:pt x="4265201" y="2763444"/>
                  <a:pt x="4265201" y="2764025"/>
                  <a:pt x="4264952" y="2764524"/>
                </a:cubicBezTo>
                <a:lnTo>
                  <a:pt x="4254319" y="2782967"/>
                </a:lnTo>
                <a:cubicBezTo>
                  <a:pt x="4253985" y="2783466"/>
                  <a:pt x="4253488" y="2783715"/>
                  <a:pt x="4252990" y="2783715"/>
                </a:cubicBezTo>
                <a:close/>
                <a:moveTo>
                  <a:pt x="4472465" y="2848222"/>
                </a:moveTo>
                <a:cubicBezTo>
                  <a:pt x="4471884" y="2848222"/>
                  <a:pt x="4471385" y="2847973"/>
                  <a:pt x="4471136" y="2847474"/>
                </a:cubicBezTo>
                <a:lnTo>
                  <a:pt x="4460502" y="2829031"/>
                </a:lnTo>
                <a:cubicBezTo>
                  <a:pt x="4460253" y="2828615"/>
                  <a:pt x="4460253" y="2828034"/>
                  <a:pt x="4460502" y="2827535"/>
                </a:cubicBezTo>
                <a:lnTo>
                  <a:pt x="4471136" y="2809092"/>
                </a:lnTo>
                <a:cubicBezTo>
                  <a:pt x="4471468" y="2808593"/>
                  <a:pt x="4471967" y="2808344"/>
                  <a:pt x="4472465" y="2808344"/>
                </a:cubicBezTo>
                <a:lnTo>
                  <a:pt x="4493734" y="2808344"/>
                </a:lnTo>
                <a:cubicBezTo>
                  <a:pt x="4494315" y="2808344"/>
                  <a:pt x="4494814" y="2808593"/>
                  <a:pt x="4495063" y="2809092"/>
                </a:cubicBezTo>
                <a:lnTo>
                  <a:pt x="4505697" y="2827535"/>
                </a:lnTo>
                <a:cubicBezTo>
                  <a:pt x="4505946" y="2827951"/>
                  <a:pt x="4505946" y="2828532"/>
                  <a:pt x="4505697" y="2829031"/>
                </a:cubicBezTo>
                <a:lnTo>
                  <a:pt x="4495063" y="2847474"/>
                </a:lnTo>
                <a:cubicBezTo>
                  <a:pt x="4494730" y="2847973"/>
                  <a:pt x="4494232" y="2848222"/>
                  <a:pt x="4493734" y="2848222"/>
                </a:cubicBezTo>
                <a:close/>
                <a:moveTo>
                  <a:pt x="4412196" y="2832177"/>
                </a:moveTo>
                <a:cubicBezTo>
                  <a:pt x="4411615" y="2832177"/>
                  <a:pt x="4411116" y="2831928"/>
                  <a:pt x="4410867" y="2831430"/>
                </a:cubicBezTo>
                <a:lnTo>
                  <a:pt x="4400233" y="2812903"/>
                </a:lnTo>
                <a:cubicBezTo>
                  <a:pt x="4399984" y="2812487"/>
                  <a:pt x="4399984" y="2811906"/>
                  <a:pt x="4400233" y="2811407"/>
                </a:cubicBezTo>
                <a:lnTo>
                  <a:pt x="4410950" y="2792881"/>
                </a:lnTo>
                <a:cubicBezTo>
                  <a:pt x="4411282" y="2792465"/>
                  <a:pt x="4411781" y="2792133"/>
                  <a:pt x="4412279" y="2792133"/>
                </a:cubicBezTo>
                <a:lnTo>
                  <a:pt x="4433631" y="2792133"/>
                </a:lnTo>
                <a:cubicBezTo>
                  <a:pt x="4434212" y="2792133"/>
                  <a:pt x="4434711" y="2792382"/>
                  <a:pt x="4434960" y="2792881"/>
                </a:cubicBezTo>
                <a:lnTo>
                  <a:pt x="4445594" y="2811407"/>
                </a:lnTo>
                <a:cubicBezTo>
                  <a:pt x="4445843" y="2811823"/>
                  <a:pt x="4445843" y="2812404"/>
                  <a:pt x="4445594" y="2812903"/>
                </a:cubicBezTo>
                <a:lnTo>
                  <a:pt x="4434877" y="2831430"/>
                </a:lnTo>
                <a:cubicBezTo>
                  <a:pt x="4434545" y="2831845"/>
                  <a:pt x="4434046" y="2832177"/>
                  <a:pt x="4433548" y="2832177"/>
                </a:cubicBezTo>
                <a:close/>
                <a:moveTo>
                  <a:pt x="3389030" y="2558021"/>
                </a:moveTo>
                <a:cubicBezTo>
                  <a:pt x="3388449" y="2558021"/>
                  <a:pt x="3387949" y="2557772"/>
                  <a:pt x="3387700" y="2557274"/>
                </a:cubicBezTo>
                <a:lnTo>
                  <a:pt x="3377067" y="2538747"/>
                </a:lnTo>
                <a:cubicBezTo>
                  <a:pt x="3376817" y="2538331"/>
                  <a:pt x="3376818" y="2537750"/>
                  <a:pt x="3377066" y="2537251"/>
                </a:cubicBezTo>
                <a:lnTo>
                  <a:pt x="3387783" y="2518725"/>
                </a:lnTo>
                <a:cubicBezTo>
                  <a:pt x="3388116" y="2518309"/>
                  <a:pt x="3388615" y="2517977"/>
                  <a:pt x="3389114" y="2517977"/>
                </a:cubicBezTo>
                <a:lnTo>
                  <a:pt x="3410464" y="2517977"/>
                </a:lnTo>
                <a:cubicBezTo>
                  <a:pt x="3411046" y="2517977"/>
                  <a:pt x="3411545" y="2518226"/>
                  <a:pt x="3411793" y="2518725"/>
                </a:cubicBezTo>
                <a:lnTo>
                  <a:pt x="3422427" y="2537251"/>
                </a:lnTo>
                <a:cubicBezTo>
                  <a:pt x="3422677" y="2537667"/>
                  <a:pt x="3422677" y="2538248"/>
                  <a:pt x="3422428" y="2538747"/>
                </a:cubicBezTo>
                <a:lnTo>
                  <a:pt x="3411710" y="2557274"/>
                </a:lnTo>
                <a:cubicBezTo>
                  <a:pt x="3411379" y="2557689"/>
                  <a:pt x="3410879" y="2558021"/>
                  <a:pt x="3410381" y="2558021"/>
                </a:cubicBezTo>
                <a:close/>
                <a:moveTo>
                  <a:pt x="3509401" y="2590358"/>
                </a:moveTo>
                <a:cubicBezTo>
                  <a:pt x="3508820" y="2590358"/>
                  <a:pt x="3508321" y="2590108"/>
                  <a:pt x="3508072" y="2589610"/>
                </a:cubicBezTo>
                <a:lnTo>
                  <a:pt x="3497355" y="2571000"/>
                </a:lnTo>
                <a:cubicBezTo>
                  <a:pt x="3497106" y="2570585"/>
                  <a:pt x="3497106" y="2570003"/>
                  <a:pt x="3497356" y="2569505"/>
                </a:cubicBezTo>
                <a:lnTo>
                  <a:pt x="3508072" y="2550895"/>
                </a:lnTo>
                <a:cubicBezTo>
                  <a:pt x="3508404" y="2550479"/>
                  <a:pt x="3508903" y="2550147"/>
                  <a:pt x="3509401" y="2550147"/>
                </a:cubicBezTo>
                <a:lnTo>
                  <a:pt x="3530837" y="2550147"/>
                </a:lnTo>
                <a:cubicBezTo>
                  <a:pt x="3531417" y="2550147"/>
                  <a:pt x="3531916" y="2550396"/>
                  <a:pt x="3532165" y="2550895"/>
                </a:cubicBezTo>
                <a:lnTo>
                  <a:pt x="3542882" y="2569505"/>
                </a:lnTo>
                <a:cubicBezTo>
                  <a:pt x="3543131" y="2569920"/>
                  <a:pt x="3543131" y="2570501"/>
                  <a:pt x="3542882" y="2571000"/>
                </a:cubicBezTo>
                <a:lnTo>
                  <a:pt x="3532165" y="2589610"/>
                </a:lnTo>
                <a:cubicBezTo>
                  <a:pt x="3531833" y="2590025"/>
                  <a:pt x="3531334" y="2590358"/>
                  <a:pt x="3530836" y="2590358"/>
                </a:cubicBezTo>
                <a:close/>
                <a:moveTo>
                  <a:pt x="4171369" y="2767836"/>
                </a:moveTo>
                <a:cubicBezTo>
                  <a:pt x="4170787" y="2767836"/>
                  <a:pt x="4170289" y="2767587"/>
                  <a:pt x="4170039" y="2767089"/>
                </a:cubicBezTo>
                <a:lnTo>
                  <a:pt x="4159239" y="2748396"/>
                </a:lnTo>
                <a:cubicBezTo>
                  <a:pt x="4158990" y="2747981"/>
                  <a:pt x="4158990" y="2747399"/>
                  <a:pt x="4159239" y="2746900"/>
                </a:cubicBezTo>
                <a:lnTo>
                  <a:pt x="4170039" y="2728208"/>
                </a:lnTo>
                <a:cubicBezTo>
                  <a:pt x="4170289" y="2727792"/>
                  <a:pt x="4170870" y="2727460"/>
                  <a:pt x="4171369" y="2727460"/>
                </a:cubicBezTo>
                <a:lnTo>
                  <a:pt x="4192969" y="2727460"/>
                </a:lnTo>
                <a:cubicBezTo>
                  <a:pt x="4193551" y="2727460"/>
                  <a:pt x="4194049" y="2727709"/>
                  <a:pt x="4194298" y="2728208"/>
                </a:cubicBezTo>
                <a:lnTo>
                  <a:pt x="4205099" y="2746900"/>
                </a:lnTo>
                <a:cubicBezTo>
                  <a:pt x="4205347" y="2747316"/>
                  <a:pt x="4205348" y="2747897"/>
                  <a:pt x="4205099" y="2748396"/>
                </a:cubicBezTo>
                <a:lnTo>
                  <a:pt x="4194298" y="2767089"/>
                </a:lnTo>
                <a:cubicBezTo>
                  <a:pt x="4194049" y="2767504"/>
                  <a:pt x="4193467" y="2767836"/>
                  <a:pt x="4192969" y="2767836"/>
                </a:cubicBezTo>
                <a:close/>
                <a:moveTo>
                  <a:pt x="3569504" y="2606662"/>
                </a:moveTo>
                <a:cubicBezTo>
                  <a:pt x="3568923" y="2606662"/>
                  <a:pt x="3568424" y="2606412"/>
                  <a:pt x="3568175" y="2605914"/>
                </a:cubicBezTo>
                <a:lnTo>
                  <a:pt x="3557375" y="2587138"/>
                </a:lnTo>
                <a:cubicBezTo>
                  <a:pt x="3557126" y="2586723"/>
                  <a:pt x="3557126" y="2586141"/>
                  <a:pt x="3557375" y="2585643"/>
                </a:cubicBezTo>
                <a:lnTo>
                  <a:pt x="3568175" y="2566867"/>
                </a:lnTo>
                <a:cubicBezTo>
                  <a:pt x="3568424" y="2566451"/>
                  <a:pt x="3569006" y="2566119"/>
                  <a:pt x="3569504" y="2566119"/>
                </a:cubicBezTo>
                <a:lnTo>
                  <a:pt x="3591188" y="2566119"/>
                </a:lnTo>
                <a:cubicBezTo>
                  <a:pt x="3591770" y="2566119"/>
                  <a:pt x="3592268" y="2566368"/>
                  <a:pt x="3592517" y="2566867"/>
                </a:cubicBezTo>
                <a:lnTo>
                  <a:pt x="3603318" y="2585643"/>
                </a:lnTo>
                <a:cubicBezTo>
                  <a:pt x="3603567" y="2586058"/>
                  <a:pt x="3603567" y="2586640"/>
                  <a:pt x="3603318" y="2587138"/>
                </a:cubicBezTo>
                <a:lnTo>
                  <a:pt x="3592517" y="2605914"/>
                </a:lnTo>
                <a:cubicBezTo>
                  <a:pt x="3592268" y="2606329"/>
                  <a:pt x="3591686" y="2606662"/>
                  <a:pt x="3591188" y="2606662"/>
                </a:cubicBezTo>
                <a:close/>
                <a:moveTo>
                  <a:pt x="3930621" y="2703423"/>
                </a:moveTo>
                <a:cubicBezTo>
                  <a:pt x="3930040" y="2703423"/>
                  <a:pt x="3929541" y="2703173"/>
                  <a:pt x="3929292" y="2702675"/>
                </a:cubicBezTo>
                <a:lnTo>
                  <a:pt x="3918492" y="2683899"/>
                </a:lnTo>
                <a:cubicBezTo>
                  <a:pt x="3918243" y="2683484"/>
                  <a:pt x="3918243" y="2682902"/>
                  <a:pt x="3918492" y="2682404"/>
                </a:cubicBezTo>
                <a:lnTo>
                  <a:pt x="3929292" y="2663628"/>
                </a:lnTo>
                <a:cubicBezTo>
                  <a:pt x="3929541" y="2663212"/>
                  <a:pt x="3930123" y="2662880"/>
                  <a:pt x="3930621" y="2662880"/>
                </a:cubicBezTo>
                <a:lnTo>
                  <a:pt x="3952305" y="2662880"/>
                </a:lnTo>
                <a:cubicBezTo>
                  <a:pt x="3952887" y="2662880"/>
                  <a:pt x="3953385" y="2663129"/>
                  <a:pt x="3953634" y="2663628"/>
                </a:cubicBezTo>
                <a:lnTo>
                  <a:pt x="3964435" y="2682404"/>
                </a:lnTo>
                <a:cubicBezTo>
                  <a:pt x="3964684" y="2682819"/>
                  <a:pt x="3964684" y="2683401"/>
                  <a:pt x="3964435" y="2683899"/>
                </a:cubicBezTo>
                <a:lnTo>
                  <a:pt x="3953634" y="2702675"/>
                </a:lnTo>
                <a:cubicBezTo>
                  <a:pt x="3953385" y="2703090"/>
                  <a:pt x="3952803" y="2703423"/>
                  <a:pt x="3952305" y="2703423"/>
                </a:cubicBezTo>
                <a:close/>
                <a:moveTo>
                  <a:pt x="3087944" y="2477721"/>
                </a:moveTo>
                <a:cubicBezTo>
                  <a:pt x="3087362" y="2477721"/>
                  <a:pt x="3086863" y="2477472"/>
                  <a:pt x="3086614" y="2476973"/>
                </a:cubicBezTo>
                <a:lnTo>
                  <a:pt x="3075731" y="2458114"/>
                </a:lnTo>
                <a:cubicBezTo>
                  <a:pt x="3075482" y="2457616"/>
                  <a:pt x="3075482" y="2457034"/>
                  <a:pt x="3075731" y="2456536"/>
                </a:cubicBezTo>
                <a:lnTo>
                  <a:pt x="3086614" y="2437677"/>
                </a:lnTo>
                <a:cubicBezTo>
                  <a:pt x="3086863" y="2437261"/>
                  <a:pt x="3087362" y="2436929"/>
                  <a:pt x="3087944" y="2436929"/>
                </a:cubicBezTo>
                <a:lnTo>
                  <a:pt x="3109710" y="2436929"/>
                </a:lnTo>
                <a:cubicBezTo>
                  <a:pt x="3110292" y="2436929"/>
                  <a:pt x="3110790" y="2437178"/>
                  <a:pt x="3111040" y="2437677"/>
                </a:cubicBezTo>
                <a:lnTo>
                  <a:pt x="3121923" y="2456536"/>
                </a:lnTo>
                <a:cubicBezTo>
                  <a:pt x="3122172" y="2457034"/>
                  <a:pt x="3122172" y="2457616"/>
                  <a:pt x="3121923" y="2458114"/>
                </a:cubicBezTo>
                <a:lnTo>
                  <a:pt x="3111040" y="2476973"/>
                </a:lnTo>
                <a:cubicBezTo>
                  <a:pt x="3110790" y="2477389"/>
                  <a:pt x="3110292" y="2477721"/>
                  <a:pt x="3109710" y="2477721"/>
                </a:cubicBezTo>
                <a:close/>
                <a:moveTo>
                  <a:pt x="3027570" y="2461922"/>
                </a:moveTo>
                <a:cubicBezTo>
                  <a:pt x="3027071" y="2461922"/>
                  <a:pt x="3026490" y="2461673"/>
                  <a:pt x="3026241" y="2461175"/>
                </a:cubicBezTo>
                <a:lnTo>
                  <a:pt x="3015191" y="2442066"/>
                </a:lnTo>
                <a:cubicBezTo>
                  <a:pt x="3014942" y="2441568"/>
                  <a:pt x="3014942" y="2440986"/>
                  <a:pt x="3015191" y="2440488"/>
                </a:cubicBezTo>
                <a:lnTo>
                  <a:pt x="3026241" y="2421380"/>
                </a:lnTo>
                <a:cubicBezTo>
                  <a:pt x="3026490" y="2420964"/>
                  <a:pt x="3026988" y="2420632"/>
                  <a:pt x="3027570" y="2420632"/>
                </a:cubicBezTo>
                <a:lnTo>
                  <a:pt x="3049669" y="2420632"/>
                </a:lnTo>
                <a:cubicBezTo>
                  <a:pt x="3050167" y="2420632"/>
                  <a:pt x="3050749" y="2420881"/>
                  <a:pt x="3050998" y="2421380"/>
                </a:cubicBezTo>
                <a:lnTo>
                  <a:pt x="3062048" y="2440488"/>
                </a:lnTo>
                <a:cubicBezTo>
                  <a:pt x="3062297" y="2440986"/>
                  <a:pt x="3062297" y="2441568"/>
                  <a:pt x="3062048" y="2442066"/>
                </a:cubicBezTo>
                <a:lnTo>
                  <a:pt x="3050998" y="2461175"/>
                </a:lnTo>
                <a:cubicBezTo>
                  <a:pt x="3050749" y="2461590"/>
                  <a:pt x="3050250" y="2461922"/>
                  <a:pt x="3049669" y="2461922"/>
                </a:cubicBezTo>
                <a:close/>
                <a:moveTo>
                  <a:pt x="4532226" y="2865094"/>
                </a:moveTo>
                <a:cubicBezTo>
                  <a:pt x="4531727" y="2865094"/>
                  <a:pt x="4531146" y="2864845"/>
                  <a:pt x="4530896" y="2864347"/>
                </a:cubicBezTo>
                <a:lnTo>
                  <a:pt x="4519847" y="2845238"/>
                </a:lnTo>
                <a:cubicBezTo>
                  <a:pt x="4519598" y="2844740"/>
                  <a:pt x="4519598" y="2844158"/>
                  <a:pt x="4519847" y="2843660"/>
                </a:cubicBezTo>
                <a:lnTo>
                  <a:pt x="4530896" y="2824552"/>
                </a:lnTo>
                <a:cubicBezTo>
                  <a:pt x="4531146" y="2824136"/>
                  <a:pt x="4531644" y="2823804"/>
                  <a:pt x="4532226" y="2823804"/>
                </a:cubicBezTo>
                <a:lnTo>
                  <a:pt x="4554325" y="2823804"/>
                </a:lnTo>
                <a:cubicBezTo>
                  <a:pt x="4554823" y="2823804"/>
                  <a:pt x="4555405" y="2824053"/>
                  <a:pt x="4555654" y="2824552"/>
                </a:cubicBezTo>
                <a:lnTo>
                  <a:pt x="4566704" y="2843660"/>
                </a:lnTo>
                <a:cubicBezTo>
                  <a:pt x="4566953" y="2844158"/>
                  <a:pt x="4566953" y="2844740"/>
                  <a:pt x="4566704" y="2845238"/>
                </a:cubicBezTo>
                <a:lnTo>
                  <a:pt x="4555654" y="2864347"/>
                </a:lnTo>
                <a:cubicBezTo>
                  <a:pt x="4555405" y="2864762"/>
                  <a:pt x="4554906" y="2865094"/>
                  <a:pt x="4554325" y="2865094"/>
                </a:cubicBezTo>
                <a:close/>
                <a:moveTo>
                  <a:pt x="3629349" y="2623274"/>
                </a:moveTo>
                <a:cubicBezTo>
                  <a:pt x="3628850" y="2623274"/>
                  <a:pt x="3628269" y="2623025"/>
                  <a:pt x="3628019" y="2622527"/>
                </a:cubicBezTo>
                <a:lnTo>
                  <a:pt x="3616971" y="2603335"/>
                </a:lnTo>
                <a:cubicBezTo>
                  <a:pt x="3616721" y="2602837"/>
                  <a:pt x="3616722" y="2602255"/>
                  <a:pt x="3616970" y="2601757"/>
                </a:cubicBezTo>
                <a:lnTo>
                  <a:pt x="3628102" y="2582566"/>
                </a:lnTo>
                <a:cubicBezTo>
                  <a:pt x="3628352" y="2582150"/>
                  <a:pt x="3628850" y="2581818"/>
                  <a:pt x="3629432" y="2581818"/>
                </a:cubicBezTo>
                <a:lnTo>
                  <a:pt x="3651615" y="2581818"/>
                </a:lnTo>
                <a:cubicBezTo>
                  <a:pt x="3652112" y="2581818"/>
                  <a:pt x="3652694" y="2582067"/>
                  <a:pt x="3652943" y="2582566"/>
                </a:cubicBezTo>
                <a:lnTo>
                  <a:pt x="3663993" y="2601757"/>
                </a:lnTo>
                <a:cubicBezTo>
                  <a:pt x="3664242" y="2602255"/>
                  <a:pt x="3664242" y="2602837"/>
                  <a:pt x="3663993" y="2603335"/>
                </a:cubicBezTo>
                <a:lnTo>
                  <a:pt x="3652860" y="2622527"/>
                </a:lnTo>
                <a:cubicBezTo>
                  <a:pt x="3652611" y="2622942"/>
                  <a:pt x="3652112" y="2623274"/>
                  <a:pt x="3651532" y="2623274"/>
                </a:cubicBezTo>
                <a:close/>
                <a:moveTo>
                  <a:pt x="2786681" y="2397657"/>
                </a:moveTo>
                <a:cubicBezTo>
                  <a:pt x="2786183" y="2397657"/>
                  <a:pt x="2785601" y="2397324"/>
                  <a:pt x="2785352" y="2396826"/>
                </a:cubicBezTo>
                <a:lnTo>
                  <a:pt x="2774136" y="2377469"/>
                </a:lnTo>
                <a:cubicBezTo>
                  <a:pt x="2773887" y="2376970"/>
                  <a:pt x="2773887" y="2376389"/>
                  <a:pt x="2774136" y="2375890"/>
                </a:cubicBezTo>
                <a:lnTo>
                  <a:pt x="2785352" y="2356533"/>
                </a:lnTo>
                <a:cubicBezTo>
                  <a:pt x="2785601" y="2356034"/>
                  <a:pt x="2786099" y="2355702"/>
                  <a:pt x="2786681" y="2355702"/>
                </a:cubicBezTo>
                <a:lnTo>
                  <a:pt x="2809029" y="2355702"/>
                </a:lnTo>
                <a:cubicBezTo>
                  <a:pt x="2809528" y="2355702"/>
                  <a:pt x="2810109" y="2356034"/>
                  <a:pt x="2810359" y="2356533"/>
                </a:cubicBezTo>
                <a:lnTo>
                  <a:pt x="2821574" y="2375890"/>
                </a:lnTo>
                <a:cubicBezTo>
                  <a:pt x="2821824" y="2376389"/>
                  <a:pt x="2821824" y="2376970"/>
                  <a:pt x="2821574" y="2377469"/>
                </a:cubicBezTo>
                <a:lnTo>
                  <a:pt x="2810359" y="2396826"/>
                </a:lnTo>
                <a:cubicBezTo>
                  <a:pt x="2810109" y="2397324"/>
                  <a:pt x="2809611" y="2397657"/>
                  <a:pt x="2809029" y="2397657"/>
                </a:cubicBezTo>
                <a:close/>
                <a:moveTo>
                  <a:pt x="3147799" y="2494418"/>
                </a:moveTo>
                <a:cubicBezTo>
                  <a:pt x="3147300" y="2494418"/>
                  <a:pt x="3146719" y="2494085"/>
                  <a:pt x="3146469" y="2493587"/>
                </a:cubicBezTo>
                <a:lnTo>
                  <a:pt x="3135253" y="2474230"/>
                </a:lnTo>
                <a:cubicBezTo>
                  <a:pt x="3135004" y="2473731"/>
                  <a:pt x="3135004" y="2473150"/>
                  <a:pt x="3135253" y="2472651"/>
                </a:cubicBezTo>
                <a:lnTo>
                  <a:pt x="3146470" y="2453294"/>
                </a:lnTo>
                <a:cubicBezTo>
                  <a:pt x="3146718" y="2452795"/>
                  <a:pt x="3147217" y="2452463"/>
                  <a:pt x="3147798" y="2452463"/>
                </a:cubicBezTo>
                <a:lnTo>
                  <a:pt x="3170146" y="2452463"/>
                </a:lnTo>
                <a:cubicBezTo>
                  <a:pt x="3170645" y="2452463"/>
                  <a:pt x="3171226" y="2452795"/>
                  <a:pt x="3171477" y="2453294"/>
                </a:cubicBezTo>
                <a:lnTo>
                  <a:pt x="3182691" y="2472651"/>
                </a:lnTo>
                <a:cubicBezTo>
                  <a:pt x="3182941" y="2473150"/>
                  <a:pt x="3182941" y="2473731"/>
                  <a:pt x="3182692" y="2474230"/>
                </a:cubicBezTo>
                <a:lnTo>
                  <a:pt x="3171477" y="2493587"/>
                </a:lnTo>
                <a:cubicBezTo>
                  <a:pt x="3171227" y="2494085"/>
                  <a:pt x="3170728" y="2494418"/>
                  <a:pt x="3170147" y="2494418"/>
                </a:cubicBezTo>
                <a:close/>
                <a:moveTo>
                  <a:pt x="3689475" y="2639560"/>
                </a:moveTo>
                <a:cubicBezTo>
                  <a:pt x="3688977" y="2639560"/>
                  <a:pt x="3688395" y="2639227"/>
                  <a:pt x="3688146" y="2638729"/>
                </a:cubicBezTo>
                <a:lnTo>
                  <a:pt x="3676930" y="2619372"/>
                </a:lnTo>
                <a:cubicBezTo>
                  <a:pt x="3676681" y="2618873"/>
                  <a:pt x="3676681" y="2618292"/>
                  <a:pt x="3676930" y="2617793"/>
                </a:cubicBezTo>
                <a:lnTo>
                  <a:pt x="3688146" y="2598436"/>
                </a:lnTo>
                <a:cubicBezTo>
                  <a:pt x="3688395" y="2597937"/>
                  <a:pt x="3688893" y="2597605"/>
                  <a:pt x="3689475" y="2597605"/>
                </a:cubicBezTo>
                <a:lnTo>
                  <a:pt x="3711823" y="2597605"/>
                </a:lnTo>
                <a:cubicBezTo>
                  <a:pt x="3712322" y="2597605"/>
                  <a:pt x="3712903" y="2597937"/>
                  <a:pt x="3713153" y="2598436"/>
                </a:cubicBezTo>
                <a:lnTo>
                  <a:pt x="3724368" y="2617793"/>
                </a:lnTo>
                <a:cubicBezTo>
                  <a:pt x="3724618" y="2618292"/>
                  <a:pt x="3724618" y="2618873"/>
                  <a:pt x="3724368" y="2619372"/>
                </a:cubicBezTo>
                <a:lnTo>
                  <a:pt x="3713153" y="2638729"/>
                </a:lnTo>
                <a:cubicBezTo>
                  <a:pt x="3712903" y="2639227"/>
                  <a:pt x="3712405" y="2639560"/>
                  <a:pt x="3711823" y="2639560"/>
                </a:cubicBezTo>
                <a:close/>
                <a:moveTo>
                  <a:pt x="2967215" y="2446222"/>
                </a:moveTo>
                <a:cubicBezTo>
                  <a:pt x="2966634" y="2446222"/>
                  <a:pt x="2966052" y="2445890"/>
                  <a:pt x="2965803" y="2445391"/>
                </a:cubicBezTo>
                <a:lnTo>
                  <a:pt x="2954587" y="2425951"/>
                </a:lnTo>
                <a:cubicBezTo>
                  <a:pt x="2954338" y="2425452"/>
                  <a:pt x="2954338" y="2424871"/>
                  <a:pt x="2954587" y="2424372"/>
                </a:cubicBezTo>
                <a:lnTo>
                  <a:pt x="2965803" y="2404932"/>
                </a:lnTo>
                <a:cubicBezTo>
                  <a:pt x="2966135" y="2404433"/>
                  <a:pt x="2966634" y="2404101"/>
                  <a:pt x="2967215" y="2404101"/>
                </a:cubicBezTo>
                <a:lnTo>
                  <a:pt x="2989730" y="2404101"/>
                </a:lnTo>
                <a:cubicBezTo>
                  <a:pt x="2990311" y="2404101"/>
                  <a:pt x="2990893" y="2404433"/>
                  <a:pt x="2991142" y="2404932"/>
                </a:cubicBezTo>
                <a:lnTo>
                  <a:pt x="3002358" y="2424372"/>
                </a:lnTo>
                <a:cubicBezTo>
                  <a:pt x="3002607" y="2424871"/>
                  <a:pt x="3002608" y="2425452"/>
                  <a:pt x="3002357" y="2425951"/>
                </a:cubicBezTo>
                <a:lnTo>
                  <a:pt x="2991142" y="2445391"/>
                </a:lnTo>
                <a:cubicBezTo>
                  <a:pt x="2990810" y="2445890"/>
                  <a:pt x="2990311" y="2446222"/>
                  <a:pt x="2989731" y="2446222"/>
                </a:cubicBezTo>
                <a:close/>
                <a:moveTo>
                  <a:pt x="2846701" y="2414211"/>
                </a:moveTo>
                <a:cubicBezTo>
                  <a:pt x="2846118" y="2414210"/>
                  <a:pt x="2845619" y="2413878"/>
                  <a:pt x="2845288" y="2413380"/>
                </a:cubicBezTo>
                <a:lnTo>
                  <a:pt x="2833905" y="2393606"/>
                </a:lnTo>
                <a:cubicBezTo>
                  <a:pt x="2833574" y="2393109"/>
                  <a:pt x="2833574" y="2392526"/>
                  <a:pt x="2833905" y="2392028"/>
                </a:cubicBezTo>
                <a:lnTo>
                  <a:pt x="2845287" y="2372255"/>
                </a:lnTo>
                <a:cubicBezTo>
                  <a:pt x="2845620" y="2371757"/>
                  <a:pt x="2846119" y="2371425"/>
                  <a:pt x="2846701" y="2371424"/>
                </a:cubicBezTo>
                <a:lnTo>
                  <a:pt x="2869464" y="2371424"/>
                </a:lnTo>
                <a:cubicBezTo>
                  <a:pt x="2870045" y="2371425"/>
                  <a:pt x="2870544" y="2371757"/>
                  <a:pt x="2870877" y="2372256"/>
                </a:cubicBezTo>
                <a:lnTo>
                  <a:pt x="2882257" y="2392029"/>
                </a:lnTo>
                <a:cubicBezTo>
                  <a:pt x="2882590" y="2392526"/>
                  <a:pt x="2882591" y="2393109"/>
                  <a:pt x="2882257" y="2393607"/>
                </a:cubicBezTo>
                <a:lnTo>
                  <a:pt x="2870877" y="2413379"/>
                </a:lnTo>
                <a:cubicBezTo>
                  <a:pt x="2870544" y="2413879"/>
                  <a:pt x="2870046" y="2414210"/>
                  <a:pt x="2869463" y="2414211"/>
                </a:cubicBezTo>
                <a:close/>
                <a:moveTo>
                  <a:pt x="2906812" y="2430515"/>
                </a:moveTo>
                <a:cubicBezTo>
                  <a:pt x="2906231" y="2430514"/>
                  <a:pt x="2905733" y="2430182"/>
                  <a:pt x="2905400" y="2429683"/>
                </a:cubicBezTo>
                <a:lnTo>
                  <a:pt x="2893935" y="2409745"/>
                </a:lnTo>
                <a:cubicBezTo>
                  <a:pt x="2893603" y="2409247"/>
                  <a:pt x="2893603" y="2408581"/>
                  <a:pt x="2893935" y="2408083"/>
                </a:cubicBezTo>
                <a:lnTo>
                  <a:pt x="2905400" y="2388145"/>
                </a:lnTo>
                <a:cubicBezTo>
                  <a:pt x="2905733" y="2387646"/>
                  <a:pt x="2906231" y="2387313"/>
                  <a:pt x="2906812" y="2387314"/>
                </a:cubicBezTo>
                <a:lnTo>
                  <a:pt x="2929826" y="2387314"/>
                </a:lnTo>
                <a:cubicBezTo>
                  <a:pt x="2930407" y="2387314"/>
                  <a:pt x="2930906" y="2387646"/>
                  <a:pt x="2931238" y="2388145"/>
                </a:cubicBezTo>
                <a:lnTo>
                  <a:pt x="2942703" y="2408083"/>
                </a:lnTo>
                <a:cubicBezTo>
                  <a:pt x="2943035" y="2408581"/>
                  <a:pt x="2943035" y="2409247"/>
                  <a:pt x="2942703" y="2409745"/>
                </a:cubicBezTo>
                <a:lnTo>
                  <a:pt x="2931238" y="2429683"/>
                </a:lnTo>
                <a:cubicBezTo>
                  <a:pt x="2930906" y="2430183"/>
                  <a:pt x="2930407" y="2430515"/>
                  <a:pt x="2929826" y="2430515"/>
                </a:cubicBezTo>
                <a:close/>
                <a:moveTo>
                  <a:pt x="3748985" y="2656932"/>
                </a:moveTo>
                <a:cubicBezTo>
                  <a:pt x="3748403" y="2656932"/>
                  <a:pt x="3747905" y="2656599"/>
                  <a:pt x="3747573" y="2656101"/>
                </a:cubicBezTo>
                <a:lnTo>
                  <a:pt x="3735692" y="2635580"/>
                </a:lnTo>
                <a:cubicBezTo>
                  <a:pt x="3735360" y="2635082"/>
                  <a:pt x="3735360" y="2634417"/>
                  <a:pt x="3735692" y="2633918"/>
                </a:cubicBezTo>
                <a:lnTo>
                  <a:pt x="3747573" y="2613398"/>
                </a:lnTo>
                <a:cubicBezTo>
                  <a:pt x="3747822" y="2612899"/>
                  <a:pt x="3748403" y="2612567"/>
                  <a:pt x="3748985" y="2612567"/>
                </a:cubicBezTo>
                <a:lnTo>
                  <a:pt x="3772662" y="2612567"/>
                </a:lnTo>
                <a:cubicBezTo>
                  <a:pt x="3773244" y="2612567"/>
                  <a:pt x="3773742" y="2612899"/>
                  <a:pt x="3774075" y="2613398"/>
                </a:cubicBezTo>
                <a:lnTo>
                  <a:pt x="3785955" y="2633918"/>
                </a:lnTo>
                <a:cubicBezTo>
                  <a:pt x="3786287" y="2634417"/>
                  <a:pt x="3786287" y="2635082"/>
                  <a:pt x="3785955" y="2635580"/>
                </a:cubicBezTo>
                <a:lnTo>
                  <a:pt x="3774075" y="2656101"/>
                </a:lnTo>
                <a:cubicBezTo>
                  <a:pt x="3773826" y="2656599"/>
                  <a:pt x="3773244" y="2656932"/>
                  <a:pt x="3772662" y="2656932"/>
                </a:cubicBezTo>
                <a:close/>
                <a:moveTo>
                  <a:pt x="250677" y="1761698"/>
                </a:moveTo>
                <a:cubicBezTo>
                  <a:pt x="250427" y="1761698"/>
                  <a:pt x="250012" y="1761283"/>
                  <a:pt x="250012" y="1761283"/>
                </a:cubicBezTo>
                <a:lnTo>
                  <a:pt x="244611" y="1751978"/>
                </a:lnTo>
                <a:cubicBezTo>
                  <a:pt x="244446" y="1751729"/>
                  <a:pt x="244612" y="1751230"/>
                  <a:pt x="244612" y="1751230"/>
                </a:cubicBezTo>
                <a:lnTo>
                  <a:pt x="250012" y="1741925"/>
                </a:lnTo>
                <a:cubicBezTo>
                  <a:pt x="250177" y="1741676"/>
                  <a:pt x="250676" y="1741510"/>
                  <a:pt x="250676" y="1741510"/>
                </a:cubicBezTo>
                <a:lnTo>
                  <a:pt x="261476" y="1741510"/>
                </a:lnTo>
                <a:cubicBezTo>
                  <a:pt x="261726" y="1741510"/>
                  <a:pt x="262141" y="1741925"/>
                  <a:pt x="262141" y="1741925"/>
                </a:cubicBezTo>
                <a:lnTo>
                  <a:pt x="267542" y="1751230"/>
                </a:lnTo>
                <a:cubicBezTo>
                  <a:pt x="267708" y="1751480"/>
                  <a:pt x="267541" y="1751978"/>
                  <a:pt x="267541" y="1751978"/>
                </a:cubicBezTo>
                <a:lnTo>
                  <a:pt x="262141" y="1761283"/>
                </a:lnTo>
                <a:cubicBezTo>
                  <a:pt x="261976" y="1761532"/>
                  <a:pt x="261477" y="1761698"/>
                  <a:pt x="261477" y="1761698"/>
                </a:cubicBezTo>
                <a:close/>
                <a:moveTo>
                  <a:pt x="4944124" y="3021576"/>
                </a:moveTo>
                <a:cubicBezTo>
                  <a:pt x="4943874" y="3021576"/>
                  <a:pt x="4943376" y="3021161"/>
                  <a:pt x="4943376" y="3021161"/>
                </a:cubicBezTo>
                <a:lnTo>
                  <a:pt x="4936896" y="3009945"/>
                </a:lnTo>
                <a:cubicBezTo>
                  <a:pt x="4936730" y="3009696"/>
                  <a:pt x="4936896" y="3009031"/>
                  <a:pt x="4936896" y="3009031"/>
                </a:cubicBezTo>
                <a:lnTo>
                  <a:pt x="4943376" y="2997815"/>
                </a:lnTo>
                <a:cubicBezTo>
                  <a:pt x="4943542" y="2997566"/>
                  <a:pt x="4944124" y="2997400"/>
                  <a:pt x="4944124" y="2997400"/>
                </a:cubicBezTo>
                <a:lnTo>
                  <a:pt x="4957001" y="2997400"/>
                </a:lnTo>
                <a:cubicBezTo>
                  <a:pt x="4957250" y="2997400"/>
                  <a:pt x="4957749" y="2997815"/>
                  <a:pt x="4957749" y="2997815"/>
                </a:cubicBezTo>
                <a:lnTo>
                  <a:pt x="4964229" y="3009031"/>
                </a:lnTo>
                <a:cubicBezTo>
                  <a:pt x="4964395" y="3009280"/>
                  <a:pt x="4964229" y="3009945"/>
                  <a:pt x="4964229" y="3009945"/>
                </a:cubicBezTo>
                <a:lnTo>
                  <a:pt x="4957749" y="3021161"/>
                </a:lnTo>
                <a:cubicBezTo>
                  <a:pt x="4957583" y="3021410"/>
                  <a:pt x="4957001" y="3021576"/>
                  <a:pt x="4957001" y="3021576"/>
                </a:cubicBezTo>
                <a:close/>
                <a:moveTo>
                  <a:pt x="308702" y="1781896"/>
                </a:moveTo>
                <a:cubicBezTo>
                  <a:pt x="308369" y="1781896"/>
                  <a:pt x="307787" y="1781398"/>
                  <a:pt x="307787" y="1781398"/>
                </a:cubicBezTo>
                <a:lnTo>
                  <a:pt x="300227" y="1768271"/>
                </a:lnTo>
                <a:cubicBezTo>
                  <a:pt x="300062" y="1767939"/>
                  <a:pt x="300228" y="1767191"/>
                  <a:pt x="300228" y="1767191"/>
                </a:cubicBezTo>
                <a:lnTo>
                  <a:pt x="307787" y="1754064"/>
                </a:lnTo>
                <a:cubicBezTo>
                  <a:pt x="307953" y="1753732"/>
                  <a:pt x="308701" y="1753566"/>
                  <a:pt x="308701" y="1753566"/>
                </a:cubicBezTo>
                <a:lnTo>
                  <a:pt x="323821" y="1753566"/>
                </a:lnTo>
                <a:cubicBezTo>
                  <a:pt x="324155" y="1753566"/>
                  <a:pt x="324735" y="1754064"/>
                  <a:pt x="324735" y="1754064"/>
                </a:cubicBezTo>
                <a:lnTo>
                  <a:pt x="332295" y="1767191"/>
                </a:lnTo>
                <a:cubicBezTo>
                  <a:pt x="332462" y="1767523"/>
                  <a:pt x="332295" y="1768271"/>
                  <a:pt x="332295" y="1768271"/>
                </a:cubicBezTo>
                <a:lnTo>
                  <a:pt x="324736" y="1781398"/>
                </a:lnTo>
                <a:cubicBezTo>
                  <a:pt x="324569" y="1781730"/>
                  <a:pt x="323822" y="1781896"/>
                  <a:pt x="323822" y="1781896"/>
                </a:cubicBezTo>
                <a:close/>
                <a:moveTo>
                  <a:pt x="5002823" y="3040539"/>
                </a:moveTo>
                <a:cubicBezTo>
                  <a:pt x="5002408" y="3040539"/>
                  <a:pt x="5001826" y="3039958"/>
                  <a:pt x="5001826" y="3039958"/>
                </a:cubicBezTo>
                <a:lnTo>
                  <a:pt x="4993851" y="3026167"/>
                </a:lnTo>
                <a:cubicBezTo>
                  <a:pt x="4993685" y="3025751"/>
                  <a:pt x="4993851" y="3025004"/>
                  <a:pt x="4993851" y="3025004"/>
                </a:cubicBezTo>
                <a:lnTo>
                  <a:pt x="5001826" y="3011212"/>
                </a:lnTo>
                <a:cubicBezTo>
                  <a:pt x="5002076" y="3010880"/>
                  <a:pt x="5002823" y="3010631"/>
                  <a:pt x="5002823" y="3010631"/>
                </a:cubicBezTo>
                <a:lnTo>
                  <a:pt x="5018775" y="3010631"/>
                </a:lnTo>
                <a:cubicBezTo>
                  <a:pt x="5019190" y="3010631"/>
                  <a:pt x="5019772" y="3011212"/>
                  <a:pt x="5019772" y="3011212"/>
                </a:cubicBezTo>
                <a:lnTo>
                  <a:pt x="5027747" y="3025004"/>
                </a:lnTo>
                <a:cubicBezTo>
                  <a:pt x="5027913" y="3025419"/>
                  <a:pt x="5027747" y="3026167"/>
                  <a:pt x="5027747" y="3026167"/>
                </a:cubicBezTo>
                <a:lnTo>
                  <a:pt x="5019772" y="3039958"/>
                </a:lnTo>
                <a:cubicBezTo>
                  <a:pt x="5019522" y="3040290"/>
                  <a:pt x="5018775" y="3040539"/>
                  <a:pt x="5018775" y="3040539"/>
                </a:cubicBezTo>
                <a:close/>
                <a:moveTo>
                  <a:pt x="5363880" y="3137376"/>
                </a:moveTo>
                <a:cubicBezTo>
                  <a:pt x="5363465" y="3137376"/>
                  <a:pt x="5362884" y="3136794"/>
                  <a:pt x="5362884" y="3136794"/>
                </a:cubicBezTo>
                <a:lnTo>
                  <a:pt x="5354825" y="3122837"/>
                </a:lnTo>
                <a:cubicBezTo>
                  <a:pt x="5354659" y="3122422"/>
                  <a:pt x="5354825" y="3121674"/>
                  <a:pt x="5354825" y="3121674"/>
                </a:cubicBezTo>
                <a:lnTo>
                  <a:pt x="5362884" y="3107717"/>
                </a:lnTo>
                <a:cubicBezTo>
                  <a:pt x="5363133" y="3107384"/>
                  <a:pt x="5363880" y="3107135"/>
                  <a:pt x="5363880" y="3107135"/>
                </a:cubicBezTo>
                <a:lnTo>
                  <a:pt x="5379915" y="3107135"/>
                </a:lnTo>
                <a:cubicBezTo>
                  <a:pt x="5380330" y="3107135"/>
                  <a:pt x="5380912" y="3107717"/>
                  <a:pt x="5380912" y="3107717"/>
                </a:cubicBezTo>
                <a:lnTo>
                  <a:pt x="5388970" y="3121674"/>
                </a:lnTo>
                <a:cubicBezTo>
                  <a:pt x="5389137" y="3122089"/>
                  <a:pt x="5388970" y="3122837"/>
                  <a:pt x="5388970" y="3122837"/>
                </a:cubicBezTo>
                <a:lnTo>
                  <a:pt x="5380912" y="3136794"/>
                </a:lnTo>
                <a:cubicBezTo>
                  <a:pt x="5380662" y="3137126"/>
                  <a:pt x="5379915" y="3137376"/>
                  <a:pt x="5379915" y="3137376"/>
                </a:cubicBezTo>
                <a:close/>
                <a:moveTo>
                  <a:pt x="1812456" y="2186637"/>
                </a:moveTo>
                <a:cubicBezTo>
                  <a:pt x="1812041" y="2186637"/>
                  <a:pt x="1811459" y="2186055"/>
                  <a:pt x="1811459" y="2186055"/>
                </a:cubicBezTo>
                <a:lnTo>
                  <a:pt x="1802985" y="2171434"/>
                </a:lnTo>
                <a:cubicBezTo>
                  <a:pt x="1802736" y="2171101"/>
                  <a:pt x="1802985" y="2170270"/>
                  <a:pt x="1802985" y="2170270"/>
                </a:cubicBezTo>
                <a:lnTo>
                  <a:pt x="1811459" y="2155649"/>
                </a:lnTo>
                <a:cubicBezTo>
                  <a:pt x="1811625" y="2155316"/>
                  <a:pt x="1812041" y="2155067"/>
                  <a:pt x="1812456" y="2155067"/>
                </a:cubicBezTo>
                <a:lnTo>
                  <a:pt x="1829321" y="2155067"/>
                </a:lnTo>
                <a:cubicBezTo>
                  <a:pt x="1829736" y="2155067"/>
                  <a:pt x="1830318" y="2155649"/>
                  <a:pt x="1830318" y="2155649"/>
                </a:cubicBezTo>
                <a:lnTo>
                  <a:pt x="1838792" y="2170270"/>
                </a:lnTo>
                <a:cubicBezTo>
                  <a:pt x="1839041" y="2170603"/>
                  <a:pt x="1838792" y="2171434"/>
                  <a:pt x="1838792" y="2171434"/>
                </a:cubicBezTo>
                <a:lnTo>
                  <a:pt x="1830318" y="2186055"/>
                </a:lnTo>
                <a:cubicBezTo>
                  <a:pt x="1830152" y="2186388"/>
                  <a:pt x="1829736" y="2186637"/>
                  <a:pt x="1829321" y="2186637"/>
                </a:cubicBezTo>
                <a:close/>
                <a:moveTo>
                  <a:pt x="1872620" y="2202937"/>
                </a:moveTo>
                <a:cubicBezTo>
                  <a:pt x="1872204" y="2202937"/>
                  <a:pt x="1871623" y="2202356"/>
                  <a:pt x="1871623" y="2202356"/>
                </a:cubicBezTo>
                <a:lnTo>
                  <a:pt x="1863149" y="2187651"/>
                </a:lnTo>
                <a:cubicBezTo>
                  <a:pt x="1862899" y="2187318"/>
                  <a:pt x="1863149" y="2186488"/>
                  <a:pt x="1863149" y="2186488"/>
                </a:cubicBezTo>
                <a:lnTo>
                  <a:pt x="1871623" y="2171783"/>
                </a:lnTo>
                <a:cubicBezTo>
                  <a:pt x="1871789" y="2171450"/>
                  <a:pt x="1872204" y="2171201"/>
                  <a:pt x="1872620" y="2171201"/>
                </a:cubicBezTo>
                <a:lnTo>
                  <a:pt x="1889568" y="2171201"/>
                </a:lnTo>
                <a:cubicBezTo>
                  <a:pt x="1889983" y="2171201"/>
                  <a:pt x="1890565" y="2171783"/>
                  <a:pt x="1890565" y="2171783"/>
                </a:cubicBezTo>
                <a:lnTo>
                  <a:pt x="1899039" y="2186488"/>
                </a:lnTo>
                <a:cubicBezTo>
                  <a:pt x="1899288" y="2186820"/>
                  <a:pt x="1899039" y="2187651"/>
                  <a:pt x="1899039" y="2187651"/>
                </a:cubicBezTo>
                <a:lnTo>
                  <a:pt x="1890565" y="2202356"/>
                </a:lnTo>
                <a:cubicBezTo>
                  <a:pt x="1890399" y="2202688"/>
                  <a:pt x="1889983" y="2202937"/>
                  <a:pt x="1889568" y="2202937"/>
                </a:cubicBezTo>
                <a:close/>
                <a:moveTo>
                  <a:pt x="5303079" y="3122419"/>
                </a:moveTo>
                <a:cubicBezTo>
                  <a:pt x="5302664" y="3122419"/>
                  <a:pt x="5301999" y="3121838"/>
                  <a:pt x="5301999" y="3121838"/>
                </a:cubicBezTo>
                <a:lnTo>
                  <a:pt x="5293359" y="3106884"/>
                </a:lnTo>
                <a:cubicBezTo>
                  <a:pt x="5293110" y="3106468"/>
                  <a:pt x="5293359" y="3105638"/>
                  <a:pt x="5293359" y="3105638"/>
                </a:cubicBezTo>
                <a:lnTo>
                  <a:pt x="5301999" y="3090683"/>
                </a:lnTo>
                <a:cubicBezTo>
                  <a:pt x="5302248" y="3090351"/>
                  <a:pt x="5302664" y="3090102"/>
                  <a:pt x="5303079" y="3090101"/>
                </a:cubicBezTo>
                <a:lnTo>
                  <a:pt x="5320359" y="3090102"/>
                </a:lnTo>
                <a:cubicBezTo>
                  <a:pt x="5320775" y="3090101"/>
                  <a:pt x="5321440" y="3090683"/>
                  <a:pt x="5321440" y="3090683"/>
                </a:cubicBezTo>
                <a:lnTo>
                  <a:pt x="5330080" y="3105637"/>
                </a:lnTo>
                <a:cubicBezTo>
                  <a:pt x="5330329" y="3106053"/>
                  <a:pt x="5330080" y="3106883"/>
                  <a:pt x="5330080" y="3106883"/>
                </a:cubicBezTo>
                <a:lnTo>
                  <a:pt x="5321440" y="3121837"/>
                </a:lnTo>
                <a:cubicBezTo>
                  <a:pt x="5321189" y="3122170"/>
                  <a:pt x="5320775" y="3122419"/>
                  <a:pt x="5320359" y="3122420"/>
                </a:cubicBezTo>
                <a:close/>
                <a:moveTo>
                  <a:pt x="1992608" y="2235943"/>
                </a:moveTo>
                <a:cubicBezTo>
                  <a:pt x="1992193" y="2235943"/>
                  <a:pt x="1991528" y="2235278"/>
                  <a:pt x="1991528" y="2235278"/>
                </a:cubicBezTo>
                <a:lnTo>
                  <a:pt x="1982639" y="2219826"/>
                </a:lnTo>
                <a:cubicBezTo>
                  <a:pt x="1982390" y="2219493"/>
                  <a:pt x="1982639" y="2218580"/>
                  <a:pt x="1982639" y="2218580"/>
                </a:cubicBezTo>
                <a:lnTo>
                  <a:pt x="1991528" y="2203127"/>
                </a:lnTo>
                <a:cubicBezTo>
                  <a:pt x="1991778" y="2202711"/>
                  <a:pt x="1992193" y="2202462"/>
                  <a:pt x="1992608" y="2202463"/>
                </a:cubicBezTo>
                <a:lnTo>
                  <a:pt x="2010387" y="2202463"/>
                </a:lnTo>
                <a:cubicBezTo>
                  <a:pt x="2010803" y="2202463"/>
                  <a:pt x="2011467" y="2203128"/>
                  <a:pt x="2011467" y="2203128"/>
                </a:cubicBezTo>
                <a:lnTo>
                  <a:pt x="2020357" y="2218579"/>
                </a:lnTo>
                <a:cubicBezTo>
                  <a:pt x="2020606" y="2218912"/>
                  <a:pt x="2020357" y="2219826"/>
                  <a:pt x="2020357" y="2219826"/>
                </a:cubicBezTo>
                <a:lnTo>
                  <a:pt x="2011467" y="2235278"/>
                </a:lnTo>
                <a:cubicBezTo>
                  <a:pt x="2011218" y="2235694"/>
                  <a:pt x="2010803" y="2235943"/>
                  <a:pt x="2010387" y="2235943"/>
                </a:cubicBezTo>
                <a:close/>
                <a:moveTo>
                  <a:pt x="2052628" y="2252318"/>
                </a:moveTo>
                <a:cubicBezTo>
                  <a:pt x="2052213" y="2252318"/>
                  <a:pt x="2051549" y="2251654"/>
                  <a:pt x="2051549" y="2251654"/>
                </a:cubicBezTo>
                <a:lnTo>
                  <a:pt x="2042493" y="2235952"/>
                </a:lnTo>
                <a:cubicBezTo>
                  <a:pt x="2042243" y="2235620"/>
                  <a:pt x="2042493" y="2234706"/>
                  <a:pt x="2042493" y="2234706"/>
                </a:cubicBezTo>
                <a:lnTo>
                  <a:pt x="2051549" y="2219004"/>
                </a:lnTo>
                <a:cubicBezTo>
                  <a:pt x="2051798" y="2218588"/>
                  <a:pt x="2052213" y="2218339"/>
                  <a:pt x="2052628" y="2218339"/>
                </a:cubicBezTo>
                <a:lnTo>
                  <a:pt x="2070740" y="2218339"/>
                </a:lnTo>
                <a:cubicBezTo>
                  <a:pt x="2071155" y="2218339"/>
                  <a:pt x="2071820" y="2219004"/>
                  <a:pt x="2071820" y="2219004"/>
                </a:cubicBezTo>
                <a:lnTo>
                  <a:pt x="2080875" y="2234706"/>
                </a:lnTo>
                <a:cubicBezTo>
                  <a:pt x="2081125" y="2235038"/>
                  <a:pt x="2080875" y="2235952"/>
                  <a:pt x="2080875" y="2235952"/>
                </a:cubicBezTo>
                <a:lnTo>
                  <a:pt x="2071820" y="2251654"/>
                </a:lnTo>
                <a:cubicBezTo>
                  <a:pt x="2071571" y="2252069"/>
                  <a:pt x="2071155" y="2252318"/>
                  <a:pt x="2070740" y="2252318"/>
                </a:cubicBezTo>
                <a:close/>
                <a:moveTo>
                  <a:pt x="1932173" y="2220147"/>
                </a:moveTo>
                <a:cubicBezTo>
                  <a:pt x="1931757" y="2220147"/>
                  <a:pt x="1931093" y="2219484"/>
                  <a:pt x="1931093" y="2219484"/>
                </a:cubicBezTo>
                <a:lnTo>
                  <a:pt x="1922037" y="2203699"/>
                </a:lnTo>
                <a:cubicBezTo>
                  <a:pt x="1921788" y="2203367"/>
                  <a:pt x="1922037" y="2202453"/>
                  <a:pt x="1922037" y="2202453"/>
                </a:cubicBezTo>
                <a:lnTo>
                  <a:pt x="1931176" y="2186668"/>
                </a:lnTo>
                <a:cubicBezTo>
                  <a:pt x="1931341" y="2186252"/>
                  <a:pt x="1931840" y="2186003"/>
                  <a:pt x="1932255" y="2186002"/>
                </a:cubicBezTo>
                <a:lnTo>
                  <a:pt x="1950450" y="2186003"/>
                </a:lnTo>
                <a:cubicBezTo>
                  <a:pt x="1950865" y="2186003"/>
                  <a:pt x="1951530" y="2186668"/>
                  <a:pt x="1951530" y="2186668"/>
                </a:cubicBezTo>
                <a:lnTo>
                  <a:pt x="1960586" y="2202453"/>
                </a:lnTo>
                <a:cubicBezTo>
                  <a:pt x="1960834" y="2202785"/>
                  <a:pt x="1960586" y="2203699"/>
                  <a:pt x="1960586" y="2203699"/>
                </a:cubicBezTo>
                <a:lnTo>
                  <a:pt x="1951446" y="2219484"/>
                </a:lnTo>
                <a:cubicBezTo>
                  <a:pt x="1951281" y="2219898"/>
                  <a:pt x="1950782" y="2220148"/>
                  <a:pt x="1950367" y="2220148"/>
                </a:cubicBezTo>
                <a:close/>
                <a:moveTo>
                  <a:pt x="2112639" y="2268777"/>
                </a:moveTo>
                <a:cubicBezTo>
                  <a:pt x="2112140" y="2268777"/>
                  <a:pt x="2111476" y="2268112"/>
                  <a:pt x="2111476" y="2268112"/>
                </a:cubicBezTo>
                <a:lnTo>
                  <a:pt x="2102254" y="2252161"/>
                </a:lnTo>
                <a:cubicBezTo>
                  <a:pt x="2102004" y="2251746"/>
                  <a:pt x="2102254" y="2250832"/>
                  <a:pt x="2102254" y="2250832"/>
                </a:cubicBezTo>
                <a:lnTo>
                  <a:pt x="2111476" y="2234881"/>
                </a:lnTo>
                <a:cubicBezTo>
                  <a:pt x="2111725" y="2234465"/>
                  <a:pt x="2112140" y="2234216"/>
                  <a:pt x="2112639" y="2234216"/>
                </a:cubicBezTo>
                <a:lnTo>
                  <a:pt x="2131082" y="2234216"/>
                </a:lnTo>
                <a:cubicBezTo>
                  <a:pt x="2131581" y="2234216"/>
                  <a:pt x="2132245" y="2234881"/>
                  <a:pt x="2132245" y="2234881"/>
                </a:cubicBezTo>
                <a:lnTo>
                  <a:pt x="2141467" y="2250832"/>
                </a:lnTo>
                <a:cubicBezTo>
                  <a:pt x="2141716" y="2251247"/>
                  <a:pt x="2141467" y="2252161"/>
                  <a:pt x="2141467" y="2252161"/>
                </a:cubicBezTo>
                <a:lnTo>
                  <a:pt x="2132245" y="2268112"/>
                </a:lnTo>
                <a:cubicBezTo>
                  <a:pt x="2131996" y="2268527"/>
                  <a:pt x="2131581" y="2268777"/>
                  <a:pt x="2131082" y="2268777"/>
                </a:cubicBezTo>
                <a:close/>
                <a:moveTo>
                  <a:pt x="2172825" y="2284904"/>
                </a:moveTo>
                <a:cubicBezTo>
                  <a:pt x="2172326" y="2284904"/>
                  <a:pt x="2171662" y="2284239"/>
                  <a:pt x="2171662" y="2284239"/>
                </a:cubicBezTo>
                <a:lnTo>
                  <a:pt x="2162440" y="2268288"/>
                </a:lnTo>
                <a:cubicBezTo>
                  <a:pt x="2162190" y="2267873"/>
                  <a:pt x="2162440" y="2266959"/>
                  <a:pt x="2162440" y="2266959"/>
                </a:cubicBezTo>
                <a:lnTo>
                  <a:pt x="2171662" y="2251008"/>
                </a:lnTo>
                <a:cubicBezTo>
                  <a:pt x="2171911" y="2250592"/>
                  <a:pt x="2172326" y="2250343"/>
                  <a:pt x="2172825" y="2250343"/>
                </a:cubicBezTo>
                <a:lnTo>
                  <a:pt x="2191268" y="2250343"/>
                </a:lnTo>
                <a:cubicBezTo>
                  <a:pt x="2191767" y="2250343"/>
                  <a:pt x="2192431" y="2251008"/>
                  <a:pt x="2192431" y="2251008"/>
                </a:cubicBezTo>
                <a:lnTo>
                  <a:pt x="2201653" y="2266959"/>
                </a:lnTo>
                <a:cubicBezTo>
                  <a:pt x="2201902" y="2267374"/>
                  <a:pt x="2201653" y="2268288"/>
                  <a:pt x="2201653" y="2268288"/>
                </a:cubicBezTo>
                <a:lnTo>
                  <a:pt x="2192431" y="2284239"/>
                </a:lnTo>
                <a:cubicBezTo>
                  <a:pt x="2192182" y="2284654"/>
                  <a:pt x="2191767" y="2284904"/>
                  <a:pt x="2191268" y="2284904"/>
                </a:cubicBezTo>
                <a:close/>
                <a:moveTo>
                  <a:pt x="2353384" y="2333284"/>
                </a:moveTo>
                <a:cubicBezTo>
                  <a:pt x="2352885" y="2333284"/>
                  <a:pt x="2352221" y="2332619"/>
                  <a:pt x="2352221" y="2332619"/>
                </a:cubicBezTo>
                <a:lnTo>
                  <a:pt x="2342998" y="2316668"/>
                </a:lnTo>
                <a:cubicBezTo>
                  <a:pt x="2342749" y="2316253"/>
                  <a:pt x="2342998" y="2315339"/>
                  <a:pt x="2342998" y="2315339"/>
                </a:cubicBezTo>
                <a:lnTo>
                  <a:pt x="2352220" y="2299388"/>
                </a:lnTo>
                <a:cubicBezTo>
                  <a:pt x="2352470" y="2298972"/>
                  <a:pt x="2352885" y="2298723"/>
                  <a:pt x="2353384" y="2298723"/>
                </a:cubicBezTo>
                <a:lnTo>
                  <a:pt x="2371827" y="2298723"/>
                </a:lnTo>
                <a:cubicBezTo>
                  <a:pt x="2372326" y="2298723"/>
                  <a:pt x="2372990" y="2299388"/>
                  <a:pt x="2372990" y="2299388"/>
                </a:cubicBezTo>
                <a:lnTo>
                  <a:pt x="2382211" y="2315339"/>
                </a:lnTo>
                <a:cubicBezTo>
                  <a:pt x="2382461" y="2315754"/>
                  <a:pt x="2382211" y="2316668"/>
                  <a:pt x="2382211" y="2316668"/>
                </a:cubicBezTo>
                <a:lnTo>
                  <a:pt x="2372989" y="2332619"/>
                </a:lnTo>
                <a:cubicBezTo>
                  <a:pt x="2372740" y="2333034"/>
                  <a:pt x="2372326" y="2333284"/>
                  <a:pt x="2371827" y="2333284"/>
                </a:cubicBezTo>
                <a:close/>
                <a:moveTo>
                  <a:pt x="2473756" y="2365538"/>
                </a:moveTo>
                <a:cubicBezTo>
                  <a:pt x="2473257" y="2365538"/>
                  <a:pt x="2472593" y="2364873"/>
                  <a:pt x="2472593" y="2364873"/>
                </a:cubicBezTo>
                <a:lnTo>
                  <a:pt x="2463371" y="2348922"/>
                </a:lnTo>
                <a:cubicBezTo>
                  <a:pt x="2463121" y="2348507"/>
                  <a:pt x="2463371" y="2347593"/>
                  <a:pt x="2463371" y="2347593"/>
                </a:cubicBezTo>
                <a:lnTo>
                  <a:pt x="2472593" y="2331642"/>
                </a:lnTo>
                <a:cubicBezTo>
                  <a:pt x="2472842" y="2331226"/>
                  <a:pt x="2473257" y="2330977"/>
                  <a:pt x="2473756" y="2330977"/>
                </a:cubicBezTo>
                <a:lnTo>
                  <a:pt x="2492199" y="2330977"/>
                </a:lnTo>
                <a:cubicBezTo>
                  <a:pt x="2492698" y="2330977"/>
                  <a:pt x="2493362" y="2331642"/>
                  <a:pt x="2493362" y="2331642"/>
                </a:cubicBezTo>
                <a:lnTo>
                  <a:pt x="2502584" y="2347593"/>
                </a:lnTo>
                <a:cubicBezTo>
                  <a:pt x="2502833" y="2348008"/>
                  <a:pt x="2502584" y="2348922"/>
                  <a:pt x="2502584" y="2348922"/>
                </a:cubicBezTo>
                <a:lnTo>
                  <a:pt x="2493362" y="2364873"/>
                </a:lnTo>
                <a:cubicBezTo>
                  <a:pt x="2493113" y="2365288"/>
                  <a:pt x="2492698" y="2365538"/>
                  <a:pt x="2492199" y="2365538"/>
                </a:cubicBezTo>
                <a:close/>
                <a:moveTo>
                  <a:pt x="2232845" y="2301363"/>
                </a:moveTo>
                <a:cubicBezTo>
                  <a:pt x="2232346" y="2301363"/>
                  <a:pt x="2231681" y="2300699"/>
                  <a:pt x="2231681" y="2300699"/>
                </a:cubicBezTo>
                <a:lnTo>
                  <a:pt x="2222294" y="2284415"/>
                </a:lnTo>
                <a:cubicBezTo>
                  <a:pt x="2222045" y="2284000"/>
                  <a:pt x="2222294" y="2283085"/>
                  <a:pt x="2222294" y="2283085"/>
                </a:cubicBezTo>
                <a:lnTo>
                  <a:pt x="2231681" y="2266803"/>
                </a:lnTo>
                <a:cubicBezTo>
                  <a:pt x="2231931" y="2266386"/>
                  <a:pt x="2232346" y="2266138"/>
                  <a:pt x="2232845" y="2266138"/>
                </a:cubicBezTo>
                <a:lnTo>
                  <a:pt x="2251620" y="2266138"/>
                </a:lnTo>
                <a:cubicBezTo>
                  <a:pt x="2252118" y="2266137"/>
                  <a:pt x="2252783" y="2266802"/>
                  <a:pt x="2252783" y="2266802"/>
                </a:cubicBezTo>
                <a:lnTo>
                  <a:pt x="2262171" y="2283086"/>
                </a:lnTo>
                <a:cubicBezTo>
                  <a:pt x="2262421" y="2283502"/>
                  <a:pt x="2262172" y="2284415"/>
                  <a:pt x="2262172" y="2284415"/>
                </a:cubicBezTo>
                <a:lnTo>
                  <a:pt x="2252784" y="2300698"/>
                </a:lnTo>
                <a:cubicBezTo>
                  <a:pt x="2252534" y="2301114"/>
                  <a:pt x="2252119" y="2301362"/>
                  <a:pt x="2251621" y="2301363"/>
                </a:cubicBezTo>
                <a:close/>
                <a:moveTo>
                  <a:pt x="2292947" y="2317573"/>
                </a:moveTo>
                <a:cubicBezTo>
                  <a:pt x="2292448" y="2317573"/>
                  <a:pt x="2291784" y="2316908"/>
                  <a:pt x="2291784" y="2316908"/>
                </a:cubicBezTo>
                <a:lnTo>
                  <a:pt x="2282312" y="2300541"/>
                </a:lnTo>
                <a:cubicBezTo>
                  <a:pt x="2282063" y="2300126"/>
                  <a:pt x="2282312" y="2299212"/>
                  <a:pt x="2282312" y="2299212"/>
                </a:cubicBezTo>
                <a:lnTo>
                  <a:pt x="2291783" y="2282846"/>
                </a:lnTo>
                <a:cubicBezTo>
                  <a:pt x="2292033" y="2282430"/>
                  <a:pt x="2292448" y="2282181"/>
                  <a:pt x="2292947" y="2282181"/>
                </a:cubicBezTo>
                <a:lnTo>
                  <a:pt x="2311889" y="2282181"/>
                </a:lnTo>
                <a:cubicBezTo>
                  <a:pt x="2312388" y="2282181"/>
                  <a:pt x="2313052" y="2282846"/>
                  <a:pt x="2313052" y="2282846"/>
                </a:cubicBezTo>
                <a:lnTo>
                  <a:pt x="2322523" y="2299212"/>
                </a:lnTo>
                <a:cubicBezTo>
                  <a:pt x="2322772" y="2299628"/>
                  <a:pt x="2322523" y="2300541"/>
                  <a:pt x="2322523" y="2300541"/>
                </a:cubicBezTo>
                <a:lnTo>
                  <a:pt x="2313051" y="2316908"/>
                </a:lnTo>
                <a:cubicBezTo>
                  <a:pt x="2312803" y="2317324"/>
                  <a:pt x="2312388" y="2317573"/>
                  <a:pt x="2311889" y="2317573"/>
                </a:cubicBezTo>
                <a:close/>
                <a:moveTo>
                  <a:pt x="2413215" y="2350072"/>
                </a:moveTo>
                <a:cubicBezTo>
                  <a:pt x="2412717" y="2350072"/>
                  <a:pt x="2412052" y="2349407"/>
                  <a:pt x="2412052" y="2349407"/>
                </a:cubicBezTo>
                <a:lnTo>
                  <a:pt x="2402498" y="2332875"/>
                </a:lnTo>
                <a:cubicBezTo>
                  <a:pt x="2402249" y="2332459"/>
                  <a:pt x="2402498" y="2331545"/>
                  <a:pt x="2402498" y="2331545"/>
                </a:cubicBezTo>
                <a:lnTo>
                  <a:pt x="2412052" y="2315013"/>
                </a:lnTo>
                <a:cubicBezTo>
                  <a:pt x="2412301" y="2314597"/>
                  <a:pt x="2412717" y="2314348"/>
                  <a:pt x="2413215" y="2314348"/>
                </a:cubicBezTo>
                <a:lnTo>
                  <a:pt x="2432323" y="2314348"/>
                </a:lnTo>
                <a:cubicBezTo>
                  <a:pt x="2432822" y="2314348"/>
                  <a:pt x="2433486" y="2315013"/>
                  <a:pt x="2433486" y="2315013"/>
                </a:cubicBezTo>
                <a:lnTo>
                  <a:pt x="2443040" y="2331545"/>
                </a:lnTo>
                <a:cubicBezTo>
                  <a:pt x="2443290" y="2331961"/>
                  <a:pt x="2443040" y="2332875"/>
                  <a:pt x="2443040" y="2332875"/>
                </a:cubicBezTo>
                <a:lnTo>
                  <a:pt x="2433486" y="2349407"/>
                </a:lnTo>
                <a:cubicBezTo>
                  <a:pt x="2433237" y="2349823"/>
                  <a:pt x="2432822" y="2350072"/>
                  <a:pt x="2432323" y="2350072"/>
                </a:cubicBezTo>
                <a:close/>
                <a:moveTo>
                  <a:pt x="5061410" y="3059654"/>
                </a:moveTo>
                <a:cubicBezTo>
                  <a:pt x="5060911" y="3059654"/>
                  <a:pt x="5060247" y="3058989"/>
                  <a:pt x="5060247" y="3058989"/>
                </a:cubicBezTo>
                <a:lnTo>
                  <a:pt x="5050693" y="3042457"/>
                </a:lnTo>
                <a:cubicBezTo>
                  <a:pt x="5050444" y="3042041"/>
                  <a:pt x="5050693" y="3041127"/>
                  <a:pt x="5050693" y="3041127"/>
                </a:cubicBezTo>
                <a:lnTo>
                  <a:pt x="5060247" y="3024595"/>
                </a:lnTo>
                <a:cubicBezTo>
                  <a:pt x="5060496" y="3024179"/>
                  <a:pt x="5060911" y="3023930"/>
                  <a:pt x="5061409" y="3023930"/>
                </a:cubicBezTo>
                <a:lnTo>
                  <a:pt x="5080518" y="3023930"/>
                </a:lnTo>
                <a:cubicBezTo>
                  <a:pt x="5081017" y="3023930"/>
                  <a:pt x="5081681" y="3024595"/>
                  <a:pt x="5081681" y="3024595"/>
                </a:cubicBezTo>
                <a:lnTo>
                  <a:pt x="5091235" y="3041127"/>
                </a:lnTo>
                <a:cubicBezTo>
                  <a:pt x="5091485" y="3041543"/>
                  <a:pt x="5091235" y="3042457"/>
                  <a:pt x="5091235" y="3042457"/>
                </a:cubicBezTo>
                <a:lnTo>
                  <a:pt x="5081681" y="3058989"/>
                </a:lnTo>
                <a:cubicBezTo>
                  <a:pt x="5081432" y="3059405"/>
                  <a:pt x="5081017" y="3059654"/>
                  <a:pt x="5080518" y="3059654"/>
                </a:cubicBezTo>
                <a:close/>
                <a:moveTo>
                  <a:pt x="2533506" y="2382398"/>
                </a:moveTo>
                <a:cubicBezTo>
                  <a:pt x="2533008" y="2382398"/>
                  <a:pt x="2532592" y="2382149"/>
                  <a:pt x="2532343" y="2381734"/>
                </a:cubicBezTo>
                <a:lnTo>
                  <a:pt x="2522706" y="2365118"/>
                </a:lnTo>
                <a:cubicBezTo>
                  <a:pt x="2522457" y="2364702"/>
                  <a:pt x="2522457" y="2364204"/>
                  <a:pt x="2522706" y="2363789"/>
                </a:cubicBezTo>
                <a:lnTo>
                  <a:pt x="2532343" y="2347173"/>
                </a:lnTo>
                <a:cubicBezTo>
                  <a:pt x="2532592" y="2346757"/>
                  <a:pt x="2533008" y="2346508"/>
                  <a:pt x="2533506" y="2346508"/>
                </a:cubicBezTo>
                <a:lnTo>
                  <a:pt x="2552698" y="2346508"/>
                </a:lnTo>
                <a:cubicBezTo>
                  <a:pt x="2553196" y="2346508"/>
                  <a:pt x="2553611" y="2346757"/>
                  <a:pt x="2553861" y="2347173"/>
                </a:cubicBezTo>
                <a:lnTo>
                  <a:pt x="2563498" y="2363789"/>
                </a:lnTo>
                <a:cubicBezTo>
                  <a:pt x="2563747" y="2364204"/>
                  <a:pt x="2563747" y="2364702"/>
                  <a:pt x="2563498" y="2365118"/>
                </a:cubicBezTo>
                <a:lnTo>
                  <a:pt x="2553861" y="2381734"/>
                </a:lnTo>
                <a:cubicBezTo>
                  <a:pt x="2553611" y="2382149"/>
                  <a:pt x="2553196" y="2382398"/>
                  <a:pt x="2552698" y="2382398"/>
                </a:cubicBezTo>
                <a:close/>
                <a:moveTo>
                  <a:pt x="5241884" y="3108211"/>
                </a:moveTo>
                <a:cubicBezTo>
                  <a:pt x="5241386" y="3108211"/>
                  <a:pt x="5240970" y="3107962"/>
                  <a:pt x="5240721" y="3107547"/>
                </a:cubicBezTo>
                <a:lnTo>
                  <a:pt x="5231084" y="3090848"/>
                </a:lnTo>
                <a:cubicBezTo>
                  <a:pt x="5230835" y="3090432"/>
                  <a:pt x="5230835" y="3089934"/>
                  <a:pt x="5231084" y="3089519"/>
                </a:cubicBezTo>
                <a:lnTo>
                  <a:pt x="5240721" y="3072820"/>
                </a:lnTo>
                <a:cubicBezTo>
                  <a:pt x="5240970" y="3072404"/>
                  <a:pt x="5241386" y="3072155"/>
                  <a:pt x="5241884" y="3072155"/>
                </a:cubicBezTo>
                <a:lnTo>
                  <a:pt x="5261242" y="3072155"/>
                </a:lnTo>
                <a:cubicBezTo>
                  <a:pt x="5261740" y="3072155"/>
                  <a:pt x="5262156" y="3072404"/>
                  <a:pt x="5262405" y="3072820"/>
                </a:cubicBezTo>
                <a:lnTo>
                  <a:pt x="5272042" y="3089519"/>
                </a:lnTo>
                <a:cubicBezTo>
                  <a:pt x="5272291" y="3089934"/>
                  <a:pt x="5272291" y="3090432"/>
                  <a:pt x="5272042" y="3090848"/>
                </a:cubicBezTo>
                <a:lnTo>
                  <a:pt x="5262405" y="3107547"/>
                </a:lnTo>
                <a:cubicBezTo>
                  <a:pt x="5262156" y="3107962"/>
                  <a:pt x="5261740" y="3108211"/>
                  <a:pt x="5261242" y="3108211"/>
                </a:cubicBezTo>
                <a:close/>
                <a:moveTo>
                  <a:pt x="2593556" y="2398791"/>
                </a:moveTo>
                <a:cubicBezTo>
                  <a:pt x="2593058" y="2398791"/>
                  <a:pt x="2592642" y="2398542"/>
                  <a:pt x="2592393" y="2398126"/>
                </a:cubicBezTo>
                <a:lnTo>
                  <a:pt x="2582673" y="2381178"/>
                </a:lnTo>
                <a:cubicBezTo>
                  <a:pt x="2582425" y="2380763"/>
                  <a:pt x="2582424" y="2380181"/>
                  <a:pt x="2582674" y="2379766"/>
                </a:cubicBezTo>
                <a:lnTo>
                  <a:pt x="2592477" y="2362818"/>
                </a:lnTo>
                <a:cubicBezTo>
                  <a:pt x="2592725" y="2362402"/>
                  <a:pt x="2593141" y="2362153"/>
                  <a:pt x="2593639" y="2362153"/>
                </a:cubicBezTo>
                <a:lnTo>
                  <a:pt x="2613164" y="2362153"/>
                </a:lnTo>
                <a:cubicBezTo>
                  <a:pt x="2613662" y="2362153"/>
                  <a:pt x="2614077" y="2362402"/>
                  <a:pt x="2614327" y="2362818"/>
                </a:cubicBezTo>
                <a:lnTo>
                  <a:pt x="2624046" y="2379766"/>
                </a:lnTo>
                <a:cubicBezTo>
                  <a:pt x="2624295" y="2380181"/>
                  <a:pt x="2624295" y="2380763"/>
                  <a:pt x="2624046" y="2381178"/>
                </a:cubicBezTo>
                <a:lnTo>
                  <a:pt x="2614243" y="2398126"/>
                </a:lnTo>
                <a:cubicBezTo>
                  <a:pt x="2613994" y="2398542"/>
                  <a:pt x="2613578" y="2398791"/>
                  <a:pt x="2613080" y="2398791"/>
                </a:cubicBezTo>
                <a:close/>
                <a:moveTo>
                  <a:pt x="3195419" y="2560059"/>
                </a:moveTo>
                <a:cubicBezTo>
                  <a:pt x="3194921" y="2560060"/>
                  <a:pt x="3194505" y="2559811"/>
                  <a:pt x="3194256" y="2559395"/>
                </a:cubicBezTo>
                <a:lnTo>
                  <a:pt x="3184536" y="2542447"/>
                </a:lnTo>
                <a:cubicBezTo>
                  <a:pt x="3184287" y="2542032"/>
                  <a:pt x="3184287" y="2541450"/>
                  <a:pt x="3184536" y="2541035"/>
                </a:cubicBezTo>
                <a:lnTo>
                  <a:pt x="3194339" y="2524087"/>
                </a:lnTo>
                <a:cubicBezTo>
                  <a:pt x="3194588" y="2523670"/>
                  <a:pt x="3195004" y="2523422"/>
                  <a:pt x="3195502" y="2523422"/>
                </a:cubicBezTo>
                <a:lnTo>
                  <a:pt x="3215026" y="2523422"/>
                </a:lnTo>
                <a:cubicBezTo>
                  <a:pt x="3215524" y="2523422"/>
                  <a:pt x="3215940" y="2523671"/>
                  <a:pt x="3216189" y="2524087"/>
                </a:cubicBezTo>
                <a:lnTo>
                  <a:pt x="3225909" y="2541035"/>
                </a:lnTo>
                <a:cubicBezTo>
                  <a:pt x="3226158" y="2541450"/>
                  <a:pt x="3226158" y="2542032"/>
                  <a:pt x="3225909" y="2542446"/>
                </a:cubicBezTo>
                <a:lnTo>
                  <a:pt x="3216106" y="2559395"/>
                </a:lnTo>
                <a:cubicBezTo>
                  <a:pt x="3215857" y="2559810"/>
                  <a:pt x="3215441" y="2560059"/>
                  <a:pt x="3214943" y="2560060"/>
                </a:cubicBezTo>
                <a:close/>
                <a:moveTo>
                  <a:pt x="3917654" y="2753664"/>
                </a:moveTo>
                <a:cubicBezTo>
                  <a:pt x="3917238" y="2753664"/>
                  <a:pt x="3916739" y="2753415"/>
                  <a:pt x="3916491" y="2752999"/>
                </a:cubicBezTo>
                <a:lnTo>
                  <a:pt x="3906687" y="2735968"/>
                </a:lnTo>
                <a:cubicBezTo>
                  <a:pt x="3906438" y="2735553"/>
                  <a:pt x="3906439" y="2734971"/>
                  <a:pt x="3906687" y="2734556"/>
                </a:cubicBezTo>
                <a:lnTo>
                  <a:pt x="3916490" y="2717525"/>
                </a:lnTo>
                <a:cubicBezTo>
                  <a:pt x="3916740" y="2717109"/>
                  <a:pt x="3917155" y="2716860"/>
                  <a:pt x="3917654" y="2716860"/>
                </a:cubicBezTo>
                <a:lnTo>
                  <a:pt x="3937260" y="2716860"/>
                </a:lnTo>
                <a:cubicBezTo>
                  <a:pt x="3937676" y="2716860"/>
                  <a:pt x="3938174" y="2717109"/>
                  <a:pt x="3938423" y="2717525"/>
                </a:cubicBezTo>
                <a:lnTo>
                  <a:pt x="3948227" y="2734556"/>
                </a:lnTo>
                <a:cubicBezTo>
                  <a:pt x="3948476" y="2734971"/>
                  <a:pt x="3948476" y="2735553"/>
                  <a:pt x="3948227" y="2735968"/>
                </a:cubicBezTo>
                <a:lnTo>
                  <a:pt x="3938423" y="2752999"/>
                </a:lnTo>
                <a:cubicBezTo>
                  <a:pt x="3938174" y="2753415"/>
                  <a:pt x="3937759" y="2753664"/>
                  <a:pt x="3937260" y="2753664"/>
                </a:cubicBezTo>
                <a:close/>
                <a:moveTo>
                  <a:pt x="3977738" y="2769943"/>
                </a:moveTo>
                <a:cubicBezTo>
                  <a:pt x="3977322" y="2769943"/>
                  <a:pt x="3976824" y="2769694"/>
                  <a:pt x="3976574" y="2769279"/>
                </a:cubicBezTo>
                <a:lnTo>
                  <a:pt x="3966688" y="2752164"/>
                </a:lnTo>
                <a:cubicBezTo>
                  <a:pt x="3966439" y="2751749"/>
                  <a:pt x="3966439" y="2751167"/>
                  <a:pt x="3966688" y="2750752"/>
                </a:cubicBezTo>
                <a:lnTo>
                  <a:pt x="3976574" y="2733638"/>
                </a:lnTo>
                <a:cubicBezTo>
                  <a:pt x="3976824" y="2733222"/>
                  <a:pt x="3977239" y="2732973"/>
                  <a:pt x="3977738" y="2732973"/>
                </a:cubicBezTo>
                <a:lnTo>
                  <a:pt x="3997427" y="2732973"/>
                </a:lnTo>
                <a:cubicBezTo>
                  <a:pt x="3997843" y="2732973"/>
                  <a:pt x="3998341" y="2733222"/>
                  <a:pt x="3998590" y="2733638"/>
                </a:cubicBezTo>
                <a:lnTo>
                  <a:pt x="4008477" y="2750752"/>
                </a:lnTo>
                <a:cubicBezTo>
                  <a:pt x="4008726" y="2751167"/>
                  <a:pt x="4008726" y="2751749"/>
                  <a:pt x="4008477" y="2752164"/>
                </a:cubicBezTo>
                <a:lnTo>
                  <a:pt x="3998590" y="2769279"/>
                </a:lnTo>
                <a:cubicBezTo>
                  <a:pt x="3998341" y="2769694"/>
                  <a:pt x="3997926" y="2769943"/>
                  <a:pt x="3997427" y="2769943"/>
                </a:cubicBezTo>
                <a:close/>
                <a:moveTo>
                  <a:pt x="366559" y="1802436"/>
                </a:moveTo>
                <a:cubicBezTo>
                  <a:pt x="366061" y="1802436"/>
                  <a:pt x="365563" y="1802187"/>
                  <a:pt x="365314" y="1801772"/>
                </a:cubicBezTo>
                <a:lnTo>
                  <a:pt x="355427" y="1784574"/>
                </a:lnTo>
                <a:cubicBezTo>
                  <a:pt x="355177" y="1784159"/>
                  <a:pt x="355178" y="1783577"/>
                  <a:pt x="355427" y="1783162"/>
                </a:cubicBezTo>
                <a:lnTo>
                  <a:pt x="365314" y="1765965"/>
                </a:lnTo>
                <a:cubicBezTo>
                  <a:pt x="365563" y="1765549"/>
                  <a:pt x="366061" y="1765300"/>
                  <a:pt x="366559" y="1765300"/>
                </a:cubicBezTo>
                <a:lnTo>
                  <a:pt x="386415" y="1765300"/>
                </a:lnTo>
                <a:cubicBezTo>
                  <a:pt x="386914" y="1765300"/>
                  <a:pt x="387411" y="1765549"/>
                  <a:pt x="387662" y="1765965"/>
                </a:cubicBezTo>
                <a:lnTo>
                  <a:pt x="397548" y="1783162"/>
                </a:lnTo>
                <a:cubicBezTo>
                  <a:pt x="397797" y="1783577"/>
                  <a:pt x="397797" y="1784159"/>
                  <a:pt x="397548" y="1784574"/>
                </a:cubicBezTo>
                <a:lnTo>
                  <a:pt x="387662" y="1801772"/>
                </a:lnTo>
                <a:cubicBezTo>
                  <a:pt x="387412" y="1802187"/>
                  <a:pt x="386913" y="1802436"/>
                  <a:pt x="386414" y="1802436"/>
                </a:cubicBezTo>
                <a:close/>
                <a:moveTo>
                  <a:pt x="5121130" y="3076700"/>
                </a:moveTo>
                <a:cubicBezTo>
                  <a:pt x="5120631" y="3076700"/>
                  <a:pt x="5120133" y="3076368"/>
                  <a:pt x="5119884" y="3075952"/>
                </a:cubicBezTo>
                <a:lnTo>
                  <a:pt x="5109831" y="3058506"/>
                </a:lnTo>
                <a:cubicBezTo>
                  <a:pt x="5109582" y="3058090"/>
                  <a:pt x="5109582" y="3057509"/>
                  <a:pt x="5109830" y="3057093"/>
                </a:cubicBezTo>
                <a:lnTo>
                  <a:pt x="5119884" y="3039647"/>
                </a:lnTo>
                <a:cubicBezTo>
                  <a:pt x="5120133" y="3039148"/>
                  <a:pt x="5120631" y="3038899"/>
                  <a:pt x="5121130" y="3038899"/>
                </a:cubicBezTo>
                <a:lnTo>
                  <a:pt x="5141234" y="3038899"/>
                </a:lnTo>
                <a:cubicBezTo>
                  <a:pt x="5141733" y="3038899"/>
                  <a:pt x="5142232" y="3039231"/>
                  <a:pt x="5142481" y="3039647"/>
                </a:cubicBezTo>
                <a:lnTo>
                  <a:pt x="5152534" y="3057093"/>
                </a:lnTo>
                <a:cubicBezTo>
                  <a:pt x="5152783" y="3057509"/>
                  <a:pt x="5152783" y="3058090"/>
                  <a:pt x="5152534" y="3058506"/>
                </a:cubicBezTo>
                <a:lnTo>
                  <a:pt x="5142481" y="3075952"/>
                </a:lnTo>
                <a:cubicBezTo>
                  <a:pt x="5142232" y="3076451"/>
                  <a:pt x="5141733" y="3076700"/>
                  <a:pt x="5141235" y="3076700"/>
                </a:cubicBezTo>
                <a:close/>
                <a:moveTo>
                  <a:pt x="426602" y="1818805"/>
                </a:moveTo>
                <a:cubicBezTo>
                  <a:pt x="426104" y="1818805"/>
                  <a:pt x="425606" y="1818473"/>
                  <a:pt x="425356" y="1818057"/>
                </a:cubicBezTo>
                <a:lnTo>
                  <a:pt x="415305" y="1800611"/>
                </a:lnTo>
                <a:cubicBezTo>
                  <a:pt x="415055" y="1800195"/>
                  <a:pt x="415056" y="1799614"/>
                  <a:pt x="415305" y="1799198"/>
                </a:cubicBezTo>
                <a:lnTo>
                  <a:pt x="425357" y="1781752"/>
                </a:lnTo>
                <a:cubicBezTo>
                  <a:pt x="425605" y="1781253"/>
                  <a:pt x="426105" y="1781004"/>
                  <a:pt x="426603" y="1781004"/>
                </a:cubicBezTo>
                <a:lnTo>
                  <a:pt x="446709" y="1781004"/>
                </a:lnTo>
                <a:cubicBezTo>
                  <a:pt x="447207" y="1781004"/>
                  <a:pt x="447706" y="1781336"/>
                  <a:pt x="447955" y="1781752"/>
                </a:cubicBezTo>
                <a:lnTo>
                  <a:pt x="458008" y="1799198"/>
                </a:lnTo>
                <a:cubicBezTo>
                  <a:pt x="458257" y="1799614"/>
                  <a:pt x="458256" y="1800195"/>
                  <a:pt x="458007" y="1800611"/>
                </a:cubicBezTo>
                <a:lnTo>
                  <a:pt x="447954" y="1818057"/>
                </a:lnTo>
                <a:cubicBezTo>
                  <a:pt x="447706" y="1818556"/>
                  <a:pt x="447206" y="1818805"/>
                  <a:pt x="446708" y="1818805"/>
                </a:cubicBezTo>
                <a:close/>
                <a:moveTo>
                  <a:pt x="5181150" y="3092992"/>
                </a:moveTo>
                <a:cubicBezTo>
                  <a:pt x="5180651" y="3092992"/>
                  <a:pt x="5180153" y="3092660"/>
                  <a:pt x="5179904" y="3092245"/>
                </a:cubicBezTo>
                <a:lnTo>
                  <a:pt x="5169767" y="3074632"/>
                </a:lnTo>
                <a:cubicBezTo>
                  <a:pt x="5169518" y="3074217"/>
                  <a:pt x="5169519" y="3073635"/>
                  <a:pt x="5169768" y="3073220"/>
                </a:cubicBezTo>
                <a:lnTo>
                  <a:pt x="5179986" y="3055607"/>
                </a:lnTo>
                <a:cubicBezTo>
                  <a:pt x="5180236" y="3055108"/>
                  <a:pt x="5180734" y="3054859"/>
                  <a:pt x="5181233" y="3054859"/>
                </a:cubicBezTo>
                <a:lnTo>
                  <a:pt x="5201587" y="3054859"/>
                </a:lnTo>
                <a:cubicBezTo>
                  <a:pt x="5202086" y="3054859"/>
                  <a:pt x="5202584" y="3055191"/>
                  <a:pt x="5202834" y="3055607"/>
                </a:cubicBezTo>
                <a:lnTo>
                  <a:pt x="5212969" y="3073220"/>
                </a:lnTo>
                <a:cubicBezTo>
                  <a:pt x="5213218" y="3073635"/>
                  <a:pt x="5213218" y="3074217"/>
                  <a:pt x="5212969" y="3074632"/>
                </a:cubicBezTo>
                <a:lnTo>
                  <a:pt x="5202749" y="3092245"/>
                </a:lnTo>
                <a:cubicBezTo>
                  <a:pt x="5202500" y="3092743"/>
                  <a:pt x="5202003" y="3092992"/>
                  <a:pt x="5201504" y="3092992"/>
                </a:cubicBezTo>
                <a:close/>
                <a:moveTo>
                  <a:pt x="546788" y="1851387"/>
                </a:moveTo>
                <a:cubicBezTo>
                  <a:pt x="546290" y="1851387"/>
                  <a:pt x="545790" y="1851055"/>
                  <a:pt x="545542" y="1850640"/>
                </a:cubicBezTo>
                <a:lnTo>
                  <a:pt x="535323" y="1832944"/>
                </a:lnTo>
                <a:cubicBezTo>
                  <a:pt x="535074" y="1832528"/>
                  <a:pt x="535074" y="1831947"/>
                  <a:pt x="535323" y="1831532"/>
                </a:cubicBezTo>
                <a:lnTo>
                  <a:pt x="545542" y="1813836"/>
                </a:lnTo>
                <a:cubicBezTo>
                  <a:pt x="545791" y="1813337"/>
                  <a:pt x="546290" y="1813088"/>
                  <a:pt x="546788" y="1813088"/>
                </a:cubicBezTo>
                <a:lnTo>
                  <a:pt x="567225" y="1813088"/>
                </a:lnTo>
                <a:cubicBezTo>
                  <a:pt x="567724" y="1813088"/>
                  <a:pt x="568222" y="1813420"/>
                  <a:pt x="568472" y="1813836"/>
                </a:cubicBezTo>
                <a:lnTo>
                  <a:pt x="578690" y="1831532"/>
                </a:lnTo>
                <a:cubicBezTo>
                  <a:pt x="578940" y="1831947"/>
                  <a:pt x="578940" y="1832528"/>
                  <a:pt x="578690" y="1832944"/>
                </a:cubicBezTo>
                <a:lnTo>
                  <a:pt x="568472" y="1850640"/>
                </a:lnTo>
                <a:cubicBezTo>
                  <a:pt x="568222" y="1851138"/>
                  <a:pt x="567724" y="1851387"/>
                  <a:pt x="567225" y="1851387"/>
                </a:cubicBezTo>
                <a:close/>
                <a:moveTo>
                  <a:pt x="486521" y="1835335"/>
                </a:moveTo>
                <a:cubicBezTo>
                  <a:pt x="486023" y="1835335"/>
                  <a:pt x="485523" y="1835002"/>
                  <a:pt x="485274" y="1834586"/>
                </a:cubicBezTo>
                <a:lnTo>
                  <a:pt x="474972" y="1816808"/>
                </a:lnTo>
                <a:cubicBezTo>
                  <a:pt x="474723" y="1816393"/>
                  <a:pt x="474723" y="1815811"/>
                  <a:pt x="474972" y="1815395"/>
                </a:cubicBezTo>
                <a:lnTo>
                  <a:pt x="485274" y="1797617"/>
                </a:lnTo>
                <a:cubicBezTo>
                  <a:pt x="485523" y="1797117"/>
                  <a:pt x="486022" y="1796869"/>
                  <a:pt x="486520" y="1796869"/>
                </a:cubicBezTo>
                <a:lnTo>
                  <a:pt x="507042" y="1796869"/>
                </a:lnTo>
                <a:cubicBezTo>
                  <a:pt x="507540" y="1796869"/>
                  <a:pt x="508038" y="1797201"/>
                  <a:pt x="508287" y="1797617"/>
                </a:cubicBezTo>
                <a:lnTo>
                  <a:pt x="518589" y="1815396"/>
                </a:lnTo>
                <a:cubicBezTo>
                  <a:pt x="518838" y="1815810"/>
                  <a:pt x="518838" y="1816393"/>
                  <a:pt x="518590" y="1816808"/>
                </a:cubicBezTo>
                <a:lnTo>
                  <a:pt x="508287" y="1834587"/>
                </a:lnTo>
                <a:cubicBezTo>
                  <a:pt x="508037" y="1835085"/>
                  <a:pt x="507539" y="1835335"/>
                  <a:pt x="507041" y="1835335"/>
                </a:cubicBezTo>
                <a:close/>
                <a:moveTo>
                  <a:pt x="1028196" y="1980476"/>
                </a:moveTo>
                <a:cubicBezTo>
                  <a:pt x="1027698" y="1980476"/>
                  <a:pt x="1027199" y="1980143"/>
                  <a:pt x="1026950" y="1979728"/>
                </a:cubicBezTo>
                <a:lnTo>
                  <a:pt x="1016648" y="1961949"/>
                </a:lnTo>
                <a:cubicBezTo>
                  <a:pt x="1016399" y="1961534"/>
                  <a:pt x="1016399" y="1960952"/>
                  <a:pt x="1016648" y="1960537"/>
                </a:cubicBezTo>
                <a:lnTo>
                  <a:pt x="1026950" y="1942758"/>
                </a:lnTo>
                <a:cubicBezTo>
                  <a:pt x="1027199" y="1942259"/>
                  <a:pt x="1027698" y="1942010"/>
                  <a:pt x="1028196" y="1942010"/>
                </a:cubicBezTo>
                <a:lnTo>
                  <a:pt x="1048717" y="1942010"/>
                </a:lnTo>
                <a:cubicBezTo>
                  <a:pt x="1049215" y="1942010"/>
                  <a:pt x="1049713" y="1942342"/>
                  <a:pt x="1049963" y="1942758"/>
                </a:cubicBezTo>
                <a:lnTo>
                  <a:pt x="1060265" y="1960537"/>
                </a:lnTo>
                <a:cubicBezTo>
                  <a:pt x="1060514" y="1960952"/>
                  <a:pt x="1060514" y="1961534"/>
                  <a:pt x="1060265" y="1961949"/>
                </a:cubicBezTo>
                <a:lnTo>
                  <a:pt x="1049963" y="1979728"/>
                </a:lnTo>
                <a:cubicBezTo>
                  <a:pt x="1049713" y="1980226"/>
                  <a:pt x="1049215" y="1980476"/>
                  <a:pt x="1048717" y="1980476"/>
                </a:cubicBezTo>
                <a:close/>
                <a:moveTo>
                  <a:pt x="968018" y="1964454"/>
                </a:moveTo>
                <a:cubicBezTo>
                  <a:pt x="967519" y="1964454"/>
                  <a:pt x="967021" y="1964122"/>
                  <a:pt x="966771" y="1963706"/>
                </a:cubicBezTo>
                <a:lnTo>
                  <a:pt x="956470" y="1945844"/>
                </a:lnTo>
                <a:cubicBezTo>
                  <a:pt x="956221" y="1945346"/>
                  <a:pt x="956221" y="1944764"/>
                  <a:pt x="956470" y="1944349"/>
                </a:cubicBezTo>
                <a:lnTo>
                  <a:pt x="966771" y="1926487"/>
                </a:lnTo>
                <a:cubicBezTo>
                  <a:pt x="967021" y="1925988"/>
                  <a:pt x="967519" y="1925739"/>
                  <a:pt x="968018" y="1925739"/>
                </a:cubicBezTo>
                <a:lnTo>
                  <a:pt x="988704" y="1925739"/>
                </a:lnTo>
                <a:cubicBezTo>
                  <a:pt x="989203" y="1925739"/>
                  <a:pt x="989701" y="1926071"/>
                  <a:pt x="989951" y="1926487"/>
                </a:cubicBezTo>
                <a:lnTo>
                  <a:pt x="1000253" y="1944349"/>
                </a:lnTo>
                <a:cubicBezTo>
                  <a:pt x="1000502" y="1944847"/>
                  <a:pt x="1000502" y="1945430"/>
                  <a:pt x="1000253" y="1945844"/>
                </a:cubicBezTo>
                <a:lnTo>
                  <a:pt x="989951" y="1963706"/>
                </a:lnTo>
                <a:cubicBezTo>
                  <a:pt x="989701" y="1964204"/>
                  <a:pt x="989203" y="1964454"/>
                  <a:pt x="988704" y="1964454"/>
                </a:cubicBezTo>
                <a:close/>
                <a:moveTo>
                  <a:pt x="606820" y="1867767"/>
                </a:moveTo>
                <a:cubicBezTo>
                  <a:pt x="606322" y="1867767"/>
                  <a:pt x="605823" y="1867435"/>
                  <a:pt x="605573" y="1867018"/>
                </a:cubicBezTo>
                <a:lnTo>
                  <a:pt x="595189" y="1849074"/>
                </a:lnTo>
                <a:cubicBezTo>
                  <a:pt x="594939" y="1848575"/>
                  <a:pt x="594940" y="1847994"/>
                  <a:pt x="595188" y="1847579"/>
                </a:cubicBezTo>
                <a:lnTo>
                  <a:pt x="605573" y="1829633"/>
                </a:lnTo>
                <a:cubicBezTo>
                  <a:pt x="605822" y="1829135"/>
                  <a:pt x="606321" y="1828885"/>
                  <a:pt x="606819" y="1828885"/>
                </a:cubicBezTo>
                <a:lnTo>
                  <a:pt x="627590" y="1828886"/>
                </a:lnTo>
                <a:cubicBezTo>
                  <a:pt x="628088" y="1828886"/>
                  <a:pt x="628587" y="1829218"/>
                  <a:pt x="628835" y="1829634"/>
                </a:cubicBezTo>
                <a:lnTo>
                  <a:pt x="639220" y="1847578"/>
                </a:lnTo>
                <a:cubicBezTo>
                  <a:pt x="639469" y="1848077"/>
                  <a:pt x="639470" y="1848659"/>
                  <a:pt x="639220" y="1849073"/>
                </a:cubicBezTo>
                <a:lnTo>
                  <a:pt x="628836" y="1867018"/>
                </a:lnTo>
                <a:cubicBezTo>
                  <a:pt x="628586" y="1867517"/>
                  <a:pt x="628087" y="1867767"/>
                  <a:pt x="627589" y="1867766"/>
                </a:cubicBezTo>
                <a:close/>
                <a:moveTo>
                  <a:pt x="666923" y="1883975"/>
                </a:moveTo>
                <a:cubicBezTo>
                  <a:pt x="666424" y="1883975"/>
                  <a:pt x="665925" y="1883643"/>
                  <a:pt x="665676" y="1883228"/>
                </a:cubicBezTo>
                <a:lnTo>
                  <a:pt x="655291" y="1865199"/>
                </a:lnTo>
                <a:cubicBezTo>
                  <a:pt x="655042" y="1864701"/>
                  <a:pt x="655042" y="1864119"/>
                  <a:pt x="655292" y="1863704"/>
                </a:cubicBezTo>
                <a:lnTo>
                  <a:pt x="665759" y="1845676"/>
                </a:lnTo>
                <a:cubicBezTo>
                  <a:pt x="666008" y="1845177"/>
                  <a:pt x="666508" y="1844928"/>
                  <a:pt x="667005" y="1844928"/>
                </a:cubicBezTo>
                <a:lnTo>
                  <a:pt x="687858" y="1844928"/>
                </a:lnTo>
                <a:cubicBezTo>
                  <a:pt x="688356" y="1844928"/>
                  <a:pt x="688855" y="1845260"/>
                  <a:pt x="689104" y="1845676"/>
                </a:cubicBezTo>
                <a:lnTo>
                  <a:pt x="699490" y="1863704"/>
                </a:lnTo>
                <a:cubicBezTo>
                  <a:pt x="699738" y="1864202"/>
                  <a:pt x="699739" y="1864784"/>
                  <a:pt x="699489" y="1865199"/>
                </a:cubicBezTo>
                <a:lnTo>
                  <a:pt x="689021" y="1883228"/>
                </a:lnTo>
                <a:cubicBezTo>
                  <a:pt x="688772" y="1883726"/>
                  <a:pt x="688273" y="1883975"/>
                  <a:pt x="687775" y="1883975"/>
                </a:cubicBezTo>
                <a:close/>
                <a:moveTo>
                  <a:pt x="727109" y="1900102"/>
                </a:moveTo>
                <a:cubicBezTo>
                  <a:pt x="726610" y="1900102"/>
                  <a:pt x="726112" y="1899770"/>
                  <a:pt x="725863" y="1899355"/>
                </a:cubicBezTo>
                <a:lnTo>
                  <a:pt x="715478" y="1881326"/>
                </a:lnTo>
                <a:cubicBezTo>
                  <a:pt x="715229" y="1880828"/>
                  <a:pt x="715229" y="1880246"/>
                  <a:pt x="715479" y="1879831"/>
                </a:cubicBezTo>
                <a:lnTo>
                  <a:pt x="725946" y="1861803"/>
                </a:lnTo>
                <a:cubicBezTo>
                  <a:pt x="726195" y="1861304"/>
                  <a:pt x="726694" y="1861055"/>
                  <a:pt x="727192" y="1861055"/>
                </a:cubicBezTo>
                <a:lnTo>
                  <a:pt x="748045" y="1861055"/>
                </a:lnTo>
                <a:cubicBezTo>
                  <a:pt x="748543" y="1861055"/>
                  <a:pt x="749042" y="1861387"/>
                  <a:pt x="749291" y="1861803"/>
                </a:cubicBezTo>
                <a:lnTo>
                  <a:pt x="759677" y="1879831"/>
                </a:lnTo>
                <a:cubicBezTo>
                  <a:pt x="759925" y="1880329"/>
                  <a:pt x="759926" y="1880911"/>
                  <a:pt x="759676" y="1881326"/>
                </a:cubicBezTo>
                <a:lnTo>
                  <a:pt x="749208" y="1899355"/>
                </a:lnTo>
                <a:cubicBezTo>
                  <a:pt x="748959" y="1899853"/>
                  <a:pt x="748460" y="1900102"/>
                  <a:pt x="747962" y="1900102"/>
                </a:cubicBezTo>
                <a:close/>
                <a:moveTo>
                  <a:pt x="2653067" y="2416161"/>
                </a:moveTo>
                <a:cubicBezTo>
                  <a:pt x="2652568" y="2416161"/>
                  <a:pt x="2652071" y="2415830"/>
                  <a:pt x="2651822" y="2415415"/>
                </a:cubicBezTo>
                <a:lnTo>
                  <a:pt x="2641437" y="2397386"/>
                </a:lnTo>
                <a:cubicBezTo>
                  <a:pt x="2641188" y="2396887"/>
                  <a:pt x="2641188" y="2396306"/>
                  <a:pt x="2641437" y="2395890"/>
                </a:cubicBezTo>
                <a:lnTo>
                  <a:pt x="2651905" y="2377862"/>
                </a:lnTo>
                <a:cubicBezTo>
                  <a:pt x="2652153" y="2377364"/>
                  <a:pt x="2652653" y="2377115"/>
                  <a:pt x="2653151" y="2377114"/>
                </a:cubicBezTo>
                <a:lnTo>
                  <a:pt x="2674004" y="2377115"/>
                </a:lnTo>
                <a:cubicBezTo>
                  <a:pt x="2674503" y="2377115"/>
                  <a:pt x="2675000" y="2377446"/>
                  <a:pt x="2675250" y="2377863"/>
                </a:cubicBezTo>
                <a:lnTo>
                  <a:pt x="2685635" y="2395890"/>
                </a:lnTo>
                <a:cubicBezTo>
                  <a:pt x="2685884" y="2396389"/>
                  <a:pt x="2685884" y="2396970"/>
                  <a:pt x="2685635" y="2397386"/>
                </a:cubicBezTo>
                <a:lnTo>
                  <a:pt x="2675167" y="2415415"/>
                </a:lnTo>
                <a:cubicBezTo>
                  <a:pt x="2674918" y="2415912"/>
                  <a:pt x="2674418" y="2416161"/>
                  <a:pt x="2673920" y="2416162"/>
                </a:cubicBezTo>
                <a:close/>
                <a:moveTo>
                  <a:pt x="847480" y="1932439"/>
                </a:moveTo>
                <a:cubicBezTo>
                  <a:pt x="846982" y="1932439"/>
                  <a:pt x="846483" y="1932107"/>
                  <a:pt x="846234" y="1931691"/>
                </a:cubicBezTo>
                <a:lnTo>
                  <a:pt x="835766" y="1913580"/>
                </a:lnTo>
                <a:cubicBezTo>
                  <a:pt x="835517" y="1913082"/>
                  <a:pt x="835517" y="1912500"/>
                  <a:pt x="835766" y="1912085"/>
                </a:cubicBezTo>
                <a:lnTo>
                  <a:pt x="846234" y="1893974"/>
                </a:lnTo>
                <a:cubicBezTo>
                  <a:pt x="846483" y="1893475"/>
                  <a:pt x="846982" y="1893226"/>
                  <a:pt x="847480" y="1893226"/>
                </a:cubicBezTo>
                <a:lnTo>
                  <a:pt x="868416" y="1893226"/>
                </a:lnTo>
                <a:cubicBezTo>
                  <a:pt x="868915" y="1893226"/>
                  <a:pt x="869413" y="1893558"/>
                  <a:pt x="869662" y="1893974"/>
                </a:cubicBezTo>
                <a:lnTo>
                  <a:pt x="880130" y="1912085"/>
                </a:lnTo>
                <a:cubicBezTo>
                  <a:pt x="880380" y="1912583"/>
                  <a:pt x="880380" y="1913165"/>
                  <a:pt x="880130" y="1913580"/>
                </a:cubicBezTo>
                <a:lnTo>
                  <a:pt x="869662" y="1931691"/>
                </a:lnTo>
                <a:cubicBezTo>
                  <a:pt x="869412" y="1932190"/>
                  <a:pt x="868915" y="1932439"/>
                  <a:pt x="868416" y="1932439"/>
                </a:cubicBezTo>
                <a:close/>
                <a:moveTo>
                  <a:pt x="3375302" y="2609767"/>
                </a:moveTo>
                <a:cubicBezTo>
                  <a:pt x="3374804" y="2609767"/>
                  <a:pt x="3374305" y="2609435"/>
                  <a:pt x="3374056" y="2609019"/>
                </a:cubicBezTo>
                <a:lnTo>
                  <a:pt x="3363588" y="2590908"/>
                </a:lnTo>
                <a:cubicBezTo>
                  <a:pt x="3363339" y="2590410"/>
                  <a:pt x="3363339" y="2589828"/>
                  <a:pt x="3363588" y="2589413"/>
                </a:cubicBezTo>
                <a:lnTo>
                  <a:pt x="3374056" y="2571302"/>
                </a:lnTo>
                <a:cubicBezTo>
                  <a:pt x="3374305" y="2570803"/>
                  <a:pt x="3374804" y="2570554"/>
                  <a:pt x="3375302" y="2570554"/>
                </a:cubicBezTo>
                <a:lnTo>
                  <a:pt x="3396238" y="2570554"/>
                </a:lnTo>
                <a:cubicBezTo>
                  <a:pt x="3396737" y="2570554"/>
                  <a:pt x="3397235" y="2570886"/>
                  <a:pt x="3397484" y="2571302"/>
                </a:cubicBezTo>
                <a:lnTo>
                  <a:pt x="3407952" y="2589412"/>
                </a:lnTo>
                <a:cubicBezTo>
                  <a:pt x="3408202" y="2589911"/>
                  <a:pt x="3408202" y="2590492"/>
                  <a:pt x="3407952" y="2590908"/>
                </a:cubicBezTo>
                <a:lnTo>
                  <a:pt x="3397484" y="2609019"/>
                </a:lnTo>
                <a:cubicBezTo>
                  <a:pt x="3397235" y="2609518"/>
                  <a:pt x="3396737" y="2609767"/>
                  <a:pt x="3396238" y="2609767"/>
                </a:cubicBezTo>
                <a:close/>
                <a:moveTo>
                  <a:pt x="4579027" y="2932304"/>
                </a:moveTo>
                <a:cubicBezTo>
                  <a:pt x="4578529" y="2932304"/>
                  <a:pt x="4578030" y="2931972"/>
                  <a:pt x="4577781" y="2931556"/>
                </a:cubicBezTo>
                <a:lnTo>
                  <a:pt x="4567313" y="2913445"/>
                </a:lnTo>
                <a:cubicBezTo>
                  <a:pt x="4567064" y="2912947"/>
                  <a:pt x="4567064" y="2912365"/>
                  <a:pt x="4567313" y="2911950"/>
                </a:cubicBezTo>
                <a:lnTo>
                  <a:pt x="4577781" y="2893839"/>
                </a:lnTo>
                <a:cubicBezTo>
                  <a:pt x="4578030" y="2893340"/>
                  <a:pt x="4578529" y="2893091"/>
                  <a:pt x="4579027" y="2893091"/>
                </a:cubicBezTo>
                <a:lnTo>
                  <a:pt x="4599963" y="2893091"/>
                </a:lnTo>
                <a:cubicBezTo>
                  <a:pt x="4600462" y="2893091"/>
                  <a:pt x="4600960" y="2893423"/>
                  <a:pt x="4601209" y="2893839"/>
                </a:cubicBezTo>
                <a:lnTo>
                  <a:pt x="4611677" y="2911950"/>
                </a:lnTo>
                <a:cubicBezTo>
                  <a:pt x="4611926" y="2912448"/>
                  <a:pt x="4611926" y="2913030"/>
                  <a:pt x="4611677" y="2913445"/>
                </a:cubicBezTo>
                <a:lnTo>
                  <a:pt x="4601209" y="2931556"/>
                </a:lnTo>
                <a:cubicBezTo>
                  <a:pt x="4600960" y="2932055"/>
                  <a:pt x="4600462" y="2932304"/>
                  <a:pt x="4599963" y="2932304"/>
                </a:cubicBezTo>
                <a:close/>
                <a:moveTo>
                  <a:pt x="787234" y="1916388"/>
                </a:moveTo>
                <a:cubicBezTo>
                  <a:pt x="786736" y="1916388"/>
                  <a:pt x="786237" y="1916055"/>
                  <a:pt x="785988" y="1915640"/>
                </a:cubicBezTo>
                <a:lnTo>
                  <a:pt x="775437" y="1897363"/>
                </a:lnTo>
                <a:cubicBezTo>
                  <a:pt x="775188" y="1896864"/>
                  <a:pt x="775188" y="1896282"/>
                  <a:pt x="775437" y="1895867"/>
                </a:cubicBezTo>
                <a:lnTo>
                  <a:pt x="785988" y="1877590"/>
                </a:lnTo>
                <a:cubicBezTo>
                  <a:pt x="786237" y="1877091"/>
                  <a:pt x="786736" y="1876842"/>
                  <a:pt x="787234" y="1876842"/>
                </a:cubicBezTo>
                <a:lnTo>
                  <a:pt x="808252" y="1876842"/>
                </a:lnTo>
                <a:cubicBezTo>
                  <a:pt x="808752" y="1876842"/>
                  <a:pt x="809250" y="1877174"/>
                  <a:pt x="809499" y="1877590"/>
                </a:cubicBezTo>
                <a:lnTo>
                  <a:pt x="820051" y="1895867"/>
                </a:lnTo>
                <a:cubicBezTo>
                  <a:pt x="820300" y="1896366"/>
                  <a:pt x="820299" y="1896947"/>
                  <a:pt x="820051" y="1897363"/>
                </a:cubicBezTo>
                <a:lnTo>
                  <a:pt x="809499" y="1915640"/>
                </a:lnTo>
                <a:cubicBezTo>
                  <a:pt x="809250" y="1916138"/>
                  <a:pt x="808752" y="1916388"/>
                  <a:pt x="808253" y="1916388"/>
                </a:cubicBezTo>
                <a:close/>
                <a:moveTo>
                  <a:pt x="3315056" y="2593716"/>
                </a:moveTo>
                <a:cubicBezTo>
                  <a:pt x="3314558" y="2593716"/>
                  <a:pt x="3314059" y="2593383"/>
                  <a:pt x="3313810" y="2592968"/>
                </a:cubicBezTo>
                <a:lnTo>
                  <a:pt x="3303259" y="2574691"/>
                </a:lnTo>
                <a:cubicBezTo>
                  <a:pt x="3303010" y="2574192"/>
                  <a:pt x="3303010" y="2573610"/>
                  <a:pt x="3303259" y="2573195"/>
                </a:cubicBezTo>
                <a:lnTo>
                  <a:pt x="3313810" y="2554918"/>
                </a:lnTo>
                <a:cubicBezTo>
                  <a:pt x="3314059" y="2554419"/>
                  <a:pt x="3314558" y="2554170"/>
                  <a:pt x="3315056" y="2554170"/>
                </a:cubicBezTo>
                <a:lnTo>
                  <a:pt x="3336075" y="2554170"/>
                </a:lnTo>
                <a:cubicBezTo>
                  <a:pt x="3336573" y="2554170"/>
                  <a:pt x="3337072" y="2554502"/>
                  <a:pt x="3337321" y="2554918"/>
                </a:cubicBezTo>
                <a:lnTo>
                  <a:pt x="3347872" y="2573195"/>
                </a:lnTo>
                <a:cubicBezTo>
                  <a:pt x="3348122" y="2573694"/>
                  <a:pt x="3348122" y="2574275"/>
                  <a:pt x="3347872" y="2574691"/>
                </a:cubicBezTo>
                <a:lnTo>
                  <a:pt x="3337321" y="2592968"/>
                </a:lnTo>
                <a:cubicBezTo>
                  <a:pt x="3337072" y="2593466"/>
                  <a:pt x="3336573" y="2593716"/>
                  <a:pt x="3336075" y="2593716"/>
                </a:cubicBezTo>
                <a:close/>
                <a:moveTo>
                  <a:pt x="3435429" y="2625970"/>
                </a:moveTo>
                <a:cubicBezTo>
                  <a:pt x="3434931" y="2625970"/>
                  <a:pt x="3434432" y="2625637"/>
                  <a:pt x="3434182" y="2625222"/>
                </a:cubicBezTo>
                <a:lnTo>
                  <a:pt x="3423632" y="2606945"/>
                </a:lnTo>
                <a:cubicBezTo>
                  <a:pt x="3423383" y="2606446"/>
                  <a:pt x="3423383" y="2605864"/>
                  <a:pt x="3423632" y="2605449"/>
                </a:cubicBezTo>
                <a:lnTo>
                  <a:pt x="3434183" y="2587172"/>
                </a:lnTo>
                <a:cubicBezTo>
                  <a:pt x="3434432" y="2586673"/>
                  <a:pt x="3434931" y="2586424"/>
                  <a:pt x="3435429" y="2586424"/>
                </a:cubicBezTo>
                <a:lnTo>
                  <a:pt x="3456448" y="2586424"/>
                </a:lnTo>
                <a:cubicBezTo>
                  <a:pt x="3456946" y="2586424"/>
                  <a:pt x="3457445" y="2586756"/>
                  <a:pt x="3457694" y="2587172"/>
                </a:cubicBezTo>
                <a:lnTo>
                  <a:pt x="3468245" y="2605449"/>
                </a:lnTo>
                <a:cubicBezTo>
                  <a:pt x="3468495" y="2605948"/>
                  <a:pt x="3468495" y="2606529"/>
                  <a:pt x="3468245" y="2606945"/>
                </a:cubicBezTo>
                <a:lnTo>
                  <a:pt x="3457694" y="2625222"/>
                </a:lnTo>
                <a:cubicBezTo>
                  <a:pt x="3457445" y="2625720"/>
                  <a:pt x="3456946" y="2625970"/>
                  <a:pt x="3456448" y="2625970"/>
                </a:cubicBezTo>
                <a:close/>
                <a:moveTo>
                  <a:pt x="4037290" y="2787238"/>
                </a:moveTo>
                <a:cubicBezTo>
                  <a:pt x="4036792" y="2787238"/>
                  <a:pt x="4036293" y="2786905"/>
                  <a:pt x="4036044" y="2786490"/>
                </a:cubicBezTo>
                <a:lnTo>
                  <a:pt x="4025494" y="2768213"/>
                </a:lnTo>
                <a:cubicBezTo>
                  <a:pt x="4025244" y="2767714"/>
                  <a:pt x="4025244" y="2767132"/>
                  <a:pt x="4025493" y="2766717"/>
                </a:cubicBezTo>
                <a:lnTo>
                  <a:pt x="4036044" y="2748440"/>
                </a:lnTo>
                <a:cubicBezTo>
                  <a:pt x="4036293" y="2747941"/>
                  <a:pt x="4036792" y="2747692"/>
                  <a:pt x="4037290" y="2747692"/>
                </a:cubicBezTo>
                <a:lnTo>
                  <a:pt x="4058309" y="2747692"/>
                </a:lnTo>
                <a:cubicBezTo>
                  <a:pt x="4058807" y="2747692"/>
                  <a:pt x="4059306" y="2748024"/>
                  <a:pt x="4059555" y="2748440"/>
                </a:cubicBezTo>
                <a:lnTo>
                  <a:pt x="4070106" y="2766717"/>
                </a:lnTo>
                <a:cubicBezTo>
                  <a:pt x="4070356" y="2767216"/>
                  <a:pt x="4070356" y="2767797"/>
                  <a:pt x="4070106" y="2768213"/>
                </a:cubicBezTo>
                <a:lnTo>
                  <a:pt x="4059555" y="2786490"/>
                </a:lnTo>
                <a:cubicBezTo>
                  <a:pt x="4059306" y="2786988"/>
                  <a:pt x="4058807" y="2787238"/>
                  <a:pt x="4058309" y="2787238"/>
                </a:cubicBezTo>
                <a:close/>
                <a:moveTo>
                  <a:pt x="907582" y="1948825"/>
                </a:moveTo>
                <a:cubicBezTo>
                  <a:pt x="907002" y="1948825"/>
                  <a:pt x="906502" y="1948576"/>
                  <a:pt x="906254" y="1948078"/>
                </a:cubicBezTo>
                <a:lnTo>
                  <a:pt x="895702" y="1929717"/>
                </a:lnTo>
                <a:cubicBezTo>
                  <a:pt x="895454" y="1929219"/>
                  <a:pt x="895454" y="1928721"/>
                  <a:pt x="895702" y="1928221"/>
                </a:cubicBezTo>
                <a:lnTo>
                  <a:pt x="906254" y="1909861"/>
                </a:lnTo>
                <a:cubicBezTo>
                  <a:pt x="906585" y="1909362"/>
                  <a:pt x="907085" y="1909114"/>
                  <a:pt x="907583" y="1909113"/>
                </a:cubicBezTo>
                <a:lnTo>
                  <a:pt x="928768" y="1909113"/>
                </a:lnTo>
                <a:cubicBezTo>
                  <a:pt x="929349" y="1909114"/>
                  <a:pt x="929849" y="1909363"/>
                  <a:pt x="930097" y="1909861"/>
                </a:cubicBezTo>
                <a:lnTo>
                  <a:pt x="940648" y="1928222"/>
                </a:lnTo>
                <a:cubicBezTo>
                  <a:pt x="940898" y="1928721"/>
                  <a:pt x="940897" y="1929218"/>
                  <a:pt x="940649" y="1929718"/>
                </a:cubicBezTo>
                <a:lnTo>
                  <a:pt x="930097" y="1948078"/>
                </a:lnTo>
                <a:cubicBezTo>
                  <a:pt x="929765" y="1948576"/>
                  <a:pt x="929266" y="1948825"/>
                  <a:pt x="928768" y="1948825"/>
                </a:cubicBezTo>
                <a:close/>
                <a:moveTo>
                  <a:pt x="3495590" y="2642280"/>
                </a:moveTo>
                <a:cubicBezTo>
                  <a:pt x="3495010" y="2642280"/>
                  <a:pt x="3494510" y="2642031"/>
                  <a:pt x="3494261" y="2641532"/>
                </a:cubicBezTo>
                <a:lnTo>
                  <a:pt x="3483711" y="2623172"/>
                </a:lnTo>
                <a:cubicBezTo>
                  <a:pt x="3483461" y="2622673"/>
                  <a:pt x="3483462" y="2622175"/>
                  <a:pt x="3483710" y="2621676"/>
                </a:cubicBezTo>
                <a:lnTo>
                  <a:pt x="3494261" y="2603316"/>
                </a:lnTo>
                <a:cubicBezTo>
                  <a:pt x="3494593" y="2602817"/>
                  <a:pt x="3495093" y="2602568"/>
                  <a:pt x="3495591" y="2602568"/>
                </a:cubicBezTo>
                <a:lnTo>
                  <a:pt x="3516775" y="2602568"/>
                </a:lnTo>
                <a:cubicBezTo>
                  <a:pt x="3517357" y="2602568"/>
                  <a:pt x="3517855" y="2602817"/>
                  <a:pt x="3518105" y="2603316"/>
                </a:cubicBezTo>
                <a:lnTo>
                  <a:pt x="3528656" y="2621676"/>
                </a:lnTo>
                <a:cubicBezTo>
                  <a:pt x="3528906" y="2622175"/>
                  <a:pt x="3528905" y="2622673"/>
                  <a:pt x="3528657" y="2623172"/>
                </a:cubicBezTo>
                <a:lnTo>
                  <a:pt x="3518106" y="2641532"/>
                </a:lnTo>
                <a:cubicBezTo>
                  <a:pt x="3517773" y="2642031"/>
                  <a:pt x="3517274" y="2642280"/>
                  <a:pt x="3516775" y="2642280"/>
                </a:cubicBezTo>
                <a:close/>
                <a:moveTo>
                  <a:pt x="4157639" y="2819675"/>
                </a:moveTo>
                <a:cubicBezTo>
                  <a:pt x="4157058" y="2819675"/>
                  <a:pt x="4156559" y="2819427"/>
                  <a:pt x="4156310" y="2818927"/>
                </a:cubicBezTo>
                <a:lnTo>
                  <a:pt x="4145759" y="2800567"/>
                </a:lnTo>
                <a:cubicBezTo>
                  <a:pt x="4145510" y="2800068"/>
                  <a:pt x="4145510" y="2799571"/>
                  <a:pt x="4145759" y="2799071"/>
                </a:cubicBezTo>
                <a:lnTo>
                  <a:pt x="4156310" y="2780711"/>
                </a:lnTo>
                <a:cubicBezTo>
                  <a:pt x="4156642" y="2780212"/>
                  <a:pt x="4157141" y="2779964"/>
                  <a:pt x="4157639" y="2779963"/>
                </a:cubicBezTo>
                <a:lnTo>
                  <a:pt x="4178824" y="2779963"/>
                </a:lnTo>
                <a:cubicBezTo>
                  <a:pt x="4179406" y="2779964"/>
                  <a:pt x="4179904" y="2780212"/>
                  <a:pt x="4180154" y="2780711"/>
                </a:cubicBezTo>
                <a:lnTo>
                  <a:pt x="4190705" y="2799072"/>
                </a:lnTo>
                <a:cubicBezTo>
                  <a:pt x="4190954" y="2799571"/>
                  <a:pt x="4190954" y="2800068"/>
                  <a:pt x="4190705" y="2800568"/>
                </a:cubicBezTo>
                <a:lnTo>
                  <a:pt x="4180154" y="2818928"/>
                </a:lnTo>
                <a:cubicBezTo>
                  <a:pt x="4179821" y="2819426"/>
                  <a:pt x="4179323" y="2819675"/>
                  <a:pt x="4178824" y="2819676"/>
                </a:cubicBezTo>
                <a:close/>
                <a:moveTo>
                  <a:pt x="4398384" y="2884183"/>
                </a:moveTo>
                <a:cubicBezTo>
                  <a:pt x="4397803" y="2884183"/>
                  <a:pt x="4397304" y="2883934"/>
                  <a:pt x="4397055" y="2883435"/>
                </a:cubicBezTo>
                <a:lnTo>
                  <a:pt x="4386504" y="2865075"/>
                </a:lnTo>
                <a:cubicBezTo>
                  <a:pt x="4386255" y="2864576"/>
                  <a:pt x="4386255" y="2864078"/>
                  <a:pt x="4386504" y="2863579"/>
                </a:cubicBezTo>
                <a:lnTo>
                  <a:pt x="4397055" y="2845219"/>
                </a:lnTo>
                <a:cubicBezTo>
                  <a:pt x="4397387" y="2844720"/>
                  <a:pt x="4397886" y="2844471"/>
                  <a:pt x="4398384" y="2844471"/>
                </a:cubicBezTo>
                <a:lnTo>
                  <a:pt x="4419570" y="2844471"/>
                </a:lnTo>
                <a:cubicBezTo>
                  <a:pt x="4420151" y="2844471"/>
                  <a:pt x="4420649" y="2844720"/>
                  <a:pt x="4420899" y="2845219"/>
                </a:cubicBezTo>
                <a:lnTo>
                  <a:pt x="4431450" y="2863579"/>
                </a:lnTo>
                <a:cubicBezTo>
                  <a:pt x="4431699" y="2864078"/>
                  <a:pt x="4431699" y="2864576"/>
                  <a:pt x="4431450" y="2865075"/>
                </a:cubicBezTo>
                <a:lnTo>
                  <a:pt x="4420899" y="2883435"/>
                </a:lnTo>
                <a:cubicBezTo>
                  <a:pt x="4420567" y="2883934"/>
                  <a:pt x="4420068" y="2884183"/>
                  <a:pt x="4419570" y="2884183"/>
                </a:cubicBezTo>
                <a:close/>
                <a:moveTo>
                  <a:pt x="3555695" y="2658480"/>
                </a:moveTo>
                <a:cubicBezTo>
                  <a:pt x="3555115" y="2658480"/>
                  <a:pt x="3554616" y="2658231"/>
                  <a:pt x="3554367" y="2657732"/>
                </a:cubicBezTo>
                <a:lnTo>
                  <a:pt x="3543732" y="2639289"/>
                </a:lnTo>
                <a:cubicBezTo>
                  <a:pt x="3543483" y="2638873"/>
                  <a:pt x="3543483" y="2638292"/>
                  <a:pt x="3543732" y="2637793"/>
                </a:cubicBezTo>
                <a:lnTo>
                  <a:pt x="3554367" y="2619351"/>
                </a:lnTo>
                <a:cubicBezTo>
                  <a:pt x="3554699" y="2618851"/>
                  <a:pt x="3555198" y="2618602"/>
                  <a:pt x="3555696" y="2618602"/>
                </a:cubicBezTo>
                <a:lnTo>
                  <a:pt x="3576964" y="2618602"/>
                </a:lnTo>
                <a:cubicBezTo>
                  <a:pt x="3577546" y="2618602"/>
                  <a:pt x="3578045" y="2618851"/>
                  <a:pt x="3578294" y="2619350"/>
                </a:cubicBezTo>
                <a:lnTo>
                  <a:pt x="3588927" y="2637793"/>
                </a:lnTo>
                <a:cubicBezTo>
                  <a:pt x="3589176" y="2638209"/>
                  <a:pt x="3589176" y="2638790"/>
                  <a:pt x="3588927" y="2639289"/>
                </a:cubicBezTo>
                <a:lnTo>
                  <a:pt x="3578294" y="2657732"/>
                </a:lnTo>
                <a:cubicBezTo>
                  <a:pt x="3577961" y="2658231"/>
                  <a:pt x="3577463" y="2658481"/>
                  <a:pt x="3576965" y="2658480"/>
                </a:cubicBezTo>
                <a:close/>
                <a:moveTo>
                  <a:pt x="4097371" y="2803622"/>
                </a:moveTo>
                <a:cubicBezTo>
                  <a:pt x="4096790" y="2803622"/>
                  <a:pt x="4096291" y="2803373"/>
                  <a:pt x="4096043" y="2802874"/>
                </a:cubicBezTo>
                <a:lnTo>
                  <a:pt x="4085408" y="2784431"/>
                </a:lnTo>
                <a:cubicBezTo>
                  <a:pt x="4085159" y="2784015"/>
                  <a:pt x="4085159" y="2783434"/>
                  <a:pt x="4085408" y="2782935"/>
                </a:cubicBezTo>
                <a:lnTo>
                  <a:pt x="4096042" y="2764492"/>
                </a:lnTo>
                <a:cubicBezTo>
                  <a:pt x="4096374" y="2763993"/>
                  <a:pt x="4096873" y="2763744"/>
                  <a:pt x="4097371" y="2763744"/>
                </a:cubicBezTo>
                <a:lnTo>
                  <a:pt x="4118640" y="2763744"/>
                </a:lnTo>
                <a:cubicBezTo>
                  <a:pt x="4119221" y="2763744"/>
                  <a:pt x="4119720" y="2763993"/>
                  <a:pt x="4119969" y="2764492"/>
                </a:cubicBezTo>
                <a:lnTo>
                  <a:pt x="4130603" y="2782935"/>
                </a:lnTo>
                <a:cubicBezTo>
                  <a:pt x="4130852" y="2783351"/>
                  <a:pt x="4130852" y="2783932"/>
                  <a:pt x="4130603" y="2784431"/>
                </a:cubicBezTo>
                <a:lnTo>
                  <a:pt x="4119969" y="2802874"/>
                </a:lnTo>
                <a:cubicBezTo>
                  <a:pt x="4119636" y="2803373"/>
                  <a:pt x="4119138" y="2803622"/>
                  <a:pt x="4118640" y="2803622"/>
                </a:cubicBezTo>
                <a:close/>
                <a:moveTo>
                  <a:pt x="4338117" y="2868129"/>
                </a:moveTo>
                <a:cubicBezTo>
                  <a:pt x="4337536" y="2868130"/>
                  <a:pt x="4337037" y="2867880"/>
                  <a:pt x="4336788" y="2867381"/>
                </a:cubicBezTo>
                <a:lnTo>
                  <a:pt x="4326153" y="2848938"/>
                </a:lnTo>
                <a:cubicBezTo>
                  <a:pt x="4325905" y="2848523"/>
                  <a:pt x="4325905" y="2847942"/>
                  <a:pt x="4326154" y="2847442"/>
                </a:cubicBezTo>
                <a:lnTo>
                  <a:pt x="4336788" y="2829000"/>
                </a:lnTo>
                <a:cubicBezTo>
                  <a:pt x="4337120" y="2828501"/>
                  <a:pt x="4337619" y="2828251"/>
                  <a:pt x="4338117" y="2828252"/>
                </a:cubicBezTo>
                <a:lnTo>
                  <a:pt x="4359386" y="2828251"/>
                </a:lnTo>
                <a:cubicBezTo>
                  <a:pt x="4359967" y="2828252"/>
                  <a:pt x="4360466" y="2828500"/>
                  <a:pt x="4360715" y="2829000"/>
                </a:cubicBezTo>
                <a:lnTo>
                  <a:pt x="4371349" y="2847443"/>
                </a:lnTo>
                <a:cubicBezTo>
                  <a:pt x="4371597" y="2847858"/>
                  <a:pt x="4371598" y="2848439"/>
                  <a:pt x="4371348" y="2848938"/>
                </a:cubicBezTo>
                <a:lnTo>
                  <a:pt x="4360715" y="2867381"/>
                </a:lnTo>
                <a:cubicBezTo>
                  <a:pt x="4360382" y="2867881"/>
                  <a:pt x="4359884" y="2868130"/>
                  <a:pt x="4359386" y="2868130"/>
                </a:cubicBezTo>
                <a:close/>
                <a:moveTo>
                  <a:pt x="3013935" y="2513421"/>
                </a:moveTo>
                <a:cubicBezTo>
                  <a:pt x="3013354" y="2513420"/>
                  <a:pt x="3012855" y="2513171"/>
                  <a:pt x="3012606" y="2512673"/>
                </a:cubicBezTo>
                <a:lnTo>
                  <a:pt x="3001972" y="2494147"/>
                </a:lnTo>
                <a:cubicBezTo>
                  <a:pt x="3001723" y="2493730"/>
                  <a:pt x="3001723" y="2493149"/>
                  <a:pt x="3001972" y="2492650"/>
                </a:cubicBezTo>
                <a:lnTo>
                  <a:pt x="3012689" y="2474125"/>
                </a:lnTo>
                <a:cubicBezTo>
                  <a:pt x="3013022" y="2473708"/>
                  <a:pt x="3013520" y="2473376"/>
                  <a:pt x="3014019" y="2473377"/>
                </a:cubicBezTo>
                <a:lnTo>
                  <a:pt x="3035370" y="2473376"/>
                </a:lnTo>
                <a:cubicBezTo>
                  <a:pt x="3035951" y="2473376"/>
                  <a:pt x="3036450" y="2473625"/>
                  <a:pt x="3036699" y="2474125"/>
                </a:cubicBezTo>
                <a:lnTo>
                  <a:pt x="3047333" y="2492650"/>
                </a:lnTo>
                <a:cubicBezTo>
                  <a:pt x="3047583" y="2493066"/>
                  <a:pt x="3047583" y="2493647"/>
                  <a:pt x="3047333" y="2494146"/>
                </a:cubicBezTo>
                <a:lnTo>
                  <a:pt x="3036616" y="2512673"/>
                </a:lnTo>
                <a:cubicBezTo>
                  <a:pt x="3036284" y="2513089"/>
                  <a:pt x="3035785" y="2513420"/>
                  <a:pt x="3035287" y="2513420"/>
                </a:cubicBezTo>
                <a:close/>
                <a:moveTo>
                  <a:pt x="3254681" y="2577928"/>
                </a:moveTo>
                <a:cubicBezTo>
                  <a:pt x="3254099" y="2577928"/>
                  <a:pt x="3253600" y="2577679"/>
                  <a:pt x="3253351" y="2577181"/>
                </a:cubicBezTo>
                <a:lnTo>
                  <a:pt x="3242717" y="2558654"/>
                </a:lnTo>
                <a:cubicBezTo>
                  <a:pt x="3242468" y="2558238"/>
                  <a:pt x="3242469" y="2557657"/>
                  <a:pt x="3242717" y="2557158"/>
                </a:cubicBezTo>
                <a:lnTo>
                  <a:pt x="3253434" y="2538632"/>
                </a:lnTo>
                <a:cubicBezTo>
                  <a:pt x="3253767" y="2538216"/>
                  <a:pt x="3254266" y="2537884"/>
                  <a:pt x="3254765" y="2537884"/>
                </a:cubicBezTo>
                <a:lnTo>
                  <a:pt x="3276115" y="2537884"/>
                </a:lnTo>
                <a:cubicBezTo>
                  <a:pt x="3276696" y="2537884"/>
                  <a:pt x="3277195" y="2538133"/>
                  <a:pt x="3277444" y="2538632"/>
                </a:cubicBezTo>
                <a:lnTo>
                  <a:pt x="3288078" y="2557158"/>
                </a:lnTo>
                <a:cubicBezTo>
                  <a:pt x="3288328" y="2557574"/>
                  <a:pt x="3288328" y="2558155"/>
                  <a:pt x="3288079" y="2558654"/>
                </a:cubicBezTo>
                <a:lnTo>
                  <a:pt x="3277361" y="2577181"/>
                </a:lnTo>
                <a:cubicBezTo>
                  <a:pt x="3277030" y="2577596"/>
                  <a:pt x="3276530" y="2577928"/>
                  <a:pt x="3276032" y="2577928"/>
                </a:cubicBezTo>
                <a:close/>
                <a:moveTo>
                  <a:pt x="4217660" y="2835958"/>
                </a:moveTo>
                <a:cubicBezTo>
                  <a:pt x="4217079" y="2835958"/>
                  <a:pt x="4216580" y="2835709"/>
                  <a:pt x="4216331" y="2835210"/>
                </a:cubicBezTo>
                <a:lnTo>
                  <a:pt x="4205697" y="2816684"/>
                </a:lnTo>
                <a:cubicBezTo>
                  <a:pt x="4205448" y="2816268"/>
                  <a:pt x="4205448" y="2815687"/>
                  <a:pt x="4205697" y="2815188"/>
                </a:cubicBezTo>
                <a:lnTo>
                  <a:pt x="4216414" y="2796662"/>
                </a:lnTo>
                <a:cubicBezTo>
                  <a:pt x="4216747" y="2796245"/>
                  <a:pt x="4217245" y="2795914"/>
                  <a:pt x="4217744" y="2795914"/>
                </a:cubicBezTo>
                <a:lnTo>
                  <a:pt x="4239095" y="2795913"/>
                </a:lnTo>
                <a:cubicBezTo>
                  <a:pt x="4239676" y="2795914"/>
                  <a:pt x="4240175" y="2796163"/>
                  <a:pt x="4240424" y="2796662"/>
                </a:cubicBezTo>
                <a:lnTo>
                  <a:pt x="4251058" y="2815188"/>
                </a:lnTo>
                <a:cubicBezTo>
                  <a:pt x="4251308" y="2815604"/>
                  <a:pt x="4251308" y="2816185"/>
                  <a:pt x="4251058" y="2816684"/>
                </a:cubicBezTo>
                <a:lnTo>
                  <a:pt x="4240341" y="2835211"/>
                </a:lnTo>
                <a:cubicBezTo>
                  <a:pt x="4240009" y="2835626"/>
                  <a:pt x="4239510" y="2835958"/>
                  <a:pt x="4239012" y="2835957"/>
                </a:cubicBezTo>
                <a:close/>
                <a:moveTo>
                  <a:pt x="4277847" y="2852168"/>
                </a:moveTo>
                <a:cubicBezTo>
                  <a:pt x="4277265" y="2852168"/>
                  <a:pt x="4276766" y="2851918"/>
                  <a:pt x="4276517" y="2851420"/>
                </a:cubicBezTo>
                <a:lnTo>
                  <a:pt x="4265800" y="2832810"/>
                </a:lnTo>
                <a:cubicBezTo>
                  <a:pt x="4265551" y="2832395"/>
                  <a:pt x="4265551" y="2831813"/>
                  <a:pt x="4265800" y="2831315"/>
                </a:cubicBezTo>
                <a:lnTo>
                  <a:pt x="4276517" y="2812705"/>
                </a:lnTo>
                <a:cubicBezTo>
                  <a:pt x="4276849" y="2812289"/>
                  <a:pt x="4277348" y="2811957"/>
                  <a:pt x="4277847" y="2811957"/>
                </a:cubicBezTo>
                <a:lnTo>
                  <a:pt x="4299281" y="2811958"/>
                </a:lnTo>
                <a:cubicBezTo>
                  <a:pt x="4299862" y="2811957"/>
                  <a:pt x="4300361" y="2812206"/>
                  <a:pt x="4300610" y="2812705"/>
                </a:cubicBezTo>
                <a:lnTo>
                  <a:pt x="4311327" y="2831315"/>
                </a:lnTo>
                <a:cubicBezTo>
                  <a:pt x="4311576" y="2831730"/>
                  <a:pt x="4311576" y="2832311"/>
                  <a:pt x="4311327" y="2832810"/>
                </a:cubicBezTo>
                <a:lnTo>
                  <a:pt x="4300610" y="2851420"/>
                </a:lnTo>
                <a:cubicBezTo>
                  <a:pt x="4300278" y="2851835"/>
                  <a:pt x="4299779" y="2852168"/>
                  <a:pt x="4299281" y="2852168"/>
                </a:cubicBezTo>
                <a:close/>
                <a:moveTo>
                  <a:pt x="4458407" y="2900549"/>
                </a:moveTo>
                <a:cubicBezTo>
                  <a:pt x="4457825" y="2900549"/>
                  <a:pt x="4457325" y="2900299"/>
                  <a:pt x="4457076" y="2899801"/>
                </a:cubicBezTo>
                <a:lnTo>
                  <a:pt x="4446359" y="2881191"/>
                </a:lnTo>
                <a:cubicBezTo>
                  <a:pt x="4446111" y="2880776"/>
                  <a:pt x="4446110" y="2880194"/>
                  <a:pt x="4446360" y="2879696"/>
                </a:cubicBezTo>
                <a:lnTo>
                  <a:pt x="4457077" y="2861086"/>
                </a:lnTo>
                <a:cubicBezTo>
                  <a:pt x="4457408" y="2860670"/>
                  <a:pt x="4457907" y="2860338"/>
                  <a:pt x="4458406" y="2860338"/>
                </a:cubicBezTo>
                <a:lnTo>
                  <a:pt x="4479841" y="2860338"/>
                </a:lnTo>
                <a:cubicBezTo>
                  <a:pt x="4480422" y="2860338"/>
                  <a:pt x="4480921" y="2860587"/>
                  <a:pt x="4481169" y="2861086"/>
                </a:cubicBezTo>
                <a:lnTo>
                  <a:pt x="4491887" y="2879696"/>
                </a:lnTo>
                <a:cubicBezTo>
                  <a:pt x="4492137" y="2880111"/>
                  <a:pt x="4492137" y="2880692"/>
                  <a:pt x="4491887" y="2881191"/>
                </a:cubicBezTo>
                <a:lnTo>
                  <a:pt x="4481169" y="2899801"/>
                </a:lnTo>
                <a:cubicBezTo>
                  <a:pt x="4480838" y="2900216"/>
                  <a:pt x="4480338" y="2900549"/>
                  <a:pt x="4479840" y="2900549"/>
                </a:cubicBezTo>
                <a:close/>
                <a:moveTo>
                  <a:pt x="4518592" y="2916676"/>
                </a:moveTo>
                <a:cubicBezTo>
                  <a:pt x="4518011" y="2916676"/>
                  <a:pt x="4517511" y="2916426"/>
                  <a:pt x="4517262" y="2915928"/>
                </a:cubicBezTo>
                <a:lnTo>
                  <a:pt x="4506545" y="2897318"/>
                </a:lnTo>
                <a:cubicBezTo>
                  <a:pt x="4506297" y="2896903"/>
                  <a:pt x="4506296" y="2896321"/>
                  <a:pt x="4506546" y="2895823"/>
                </a:cubicBezTo>
                <a:lnTo>
                  <a:pt x="4517262" y="2877213"/>
                </a:lnTo>
                <a:cubicBezTo>
                  <a:pt x="4517594" y="2876797"/>
                  <a:pt x="4518093" y="2876465"/>
                  <a:pt x="4518592" y="2876465"/>
                </a:cubicBezTo>
                <a:lnTo>
                  <a:pt x="4540027" y="2876465"/>
                </a:lnTo>
                <a:cubicBezTo>
                  <a:pt x="4540607" y="2876465"/>
                  <a:pt x="4541106" y="2876714"/>
                  <a:pt x="4541355" y="2877213"/>
                </a:cubicBezTo>
                <a:lnTo>
                  <a:pt x="4552072" y="2895823"/>
                </a:lnTo>
                <a:cubicBezTo>
                  <a:pt x="4552322" y="2896238"/>
                  <a:pt x="4552323" y="2896819"/>
                  <a:pt x="4552072" y="2897318"/>
                </a:cubicBezTo>
                <a:lnTo>
                  <a:pt x="4541355" y="2915928"/>
                </a:lnTo>
                <a:cubicBezTo>
                  <a:pt x="4541023" y="2916343"/>
                  <a:pt x="4540524" y="2916676"/>
                  <a:pt x="4540026" y="2916676"/>
                </a:cubicBezTo>
                <a:close/>
                <a:moveTo>
                  <a:pt x="2953749" y="2497378"/>
                </a:moveTo>
                <a:cubicBezTo>
                  <a:pt x="2953168" y="2497378"/>
                  <a:pt x="2952669" y="2497128"/>
                  <a:pt x="2952420" y="2496630"/>
                </a:cubicBezTo>
                <a:lnTo>
                  <a:pt x="2941703" y="2478020"/>
                </a:lnTo>
                <a:cubicBezTo>
                  <a:pt x="2941454" y="2477605"/>
                  <a:pt x="2941454" y="2477023"/>
                  <a:pt x="2941703" y="2476525"/>
                </a:cubicBezTo>
                <a:lnTo>
                  <a:pt x="2952420" y="2457915"/>
                </a:lnTo>
                <a:cubicBezTo>
                  <a:pt x="2952752" y="2457499"/>
                  <a:pt x="2953251" y="2457167"/>
                  <a:pt x="2953749" y="2457167"/>
                </a:cubicBezTo>
                <a:lnTo>
                  <a:pt x="2975184" y="2457167"/>
                </a:lnTo>
                <a:cubicBezTo>
                  <a:pt x="2975765" y="2457167"/>
                  <a:pt x="2976264" y="2457416"/>
                  <a:pt x="2976513" y="2457915"/>
                </a:cubicBezTo>
                <a:lnTo>
                  <a:pt x="2987230" y="2476525"/>
                </a:lnTo>
                <a:cubicBezTo>
                  <a:pt x="2987479" y="2476940"/>
                  <a:pt x="2987479" y="2477521"/>
                  <a:pt x="2987230" y="2478020"/>
                </a:cubicBezTo>
                <a:lnTo>
                  <a:pt x="2976513" y="2496630"/>
                </a:lnTo>
                <a:cubicBezTo>
                  <a:pt x="2976181" y="2497045"/>
                  <a:pt x="2975682" y="2497378"/>
                  <a:pt x="2975184" y="2497378"/>
                </a:cubicBezTo>
                <a:close/>
                <a:moveTo>
                  <a:pt x="3736170" y="2707027"/>
                </a:moveTo>
                <a:cubicBezTo>
                  <a:pt x="3735589" y="2707027"/>
                  <a:pt x="3735090" y="2706777"/>
                  <a:pt x="3734841" y="2706279"/>
                </a:cubicBezTo>
                <a:lnTo>
                  <a:pt x="3724124" y="2687669"/>
                </a:lnTo>
                <a:cubicBezTo>
                  <a:pt x="3723875" y="2687254"/>
                  <a:pt x="3723875" y="2686672"/>
                  <a:pt x="3724124" y="2686174"/>
                </a:cubicBezTo>
                <a:lnTo>
                  <a:pt x="3734841" y="2667564"/>
                </a:lnTo>
                <a:cubicBezTo>
                  <a:pt x="3735173" y="2667148"/>
                  <a:pt x="3735672" y="2666816"/>
                  <a:pt x="3736170" y="2666816"/>
                </a:cubicBezTo>
                <a:lnTo>
                  <a:pt x="3757605" y="2666816"/>
                </a:lnTo>
                <a:cubicBezTo>
                  <a:pt x="3758186" y="2666816"/>
                  <a:pt x="3758685" y="2667065"/>
                  <a:pt x="3758934" y="2667564"/>
                </a:cubicBezTo>
                <a:lnTo>
                  <a:pt x="3769651" y="2686174"/>
                </a:lnTo>
                <a:cubicBezTo>
                  <a:pt x="3769900" y="2686589"/>
                  <a:pt x="3769900" y="2687170"/>
                  <a:pt x="3769651" y="2687669"/>
                </a:cubicBezTo>
                <a:lnTo>
                  <a:pt x="3758934" y="2706279"/>
                </a:lnTo>
                <a:cubicBezTo>
                  <a:pt x="3758602" y="2706694"/>
                  <a:pt x="3758103" y="2707027"/>
                  <a:pt x="3757605" y="2707027"/>
                </a:cubicBezTo>
                <a:close/>
                <a:moveTo>
                  <a:pt x="3074040" y="2529713"/>
                </a:moveTo>
                <a:cubicBezTo>
                  <a:pt x="3073458" y="2529713"/>
                  <a:pt x="3072960" y="2529464"/>
                  <a:pt x="3072710" y="2528967"/>
                </a:cubicBezTo>
                <a:lnTo>
                  <a:pt x="3061910" y="2510273"/>
                </a:lnTo>
                <a:cubicBezTo>
                  <a:pt x="3061661" y="2509859"/>
                  <a:pt x="3061661" y="2509276"/>
                  <a:pt x="3061910" y="2508777"/>
                </a:cubicBezTo>
                <a:lnTo>
                  <a:pt x="3072710" y="2490085"/>
                </a:lnTo>
                <a:cubicBezTo>
                  <a:pt x="3072960" y="2489669"/>
                  <a:pt x="3073541" y="2489338"/>
                  <a:pt x="3074040" y="2489337"/>
                </a:cubicBezTo>
                <a:lnTo>
                  <a:pt x="3095640" y="2489337"/>
                </a:lnTo>
                <a:cubicBezTo>
                  <a:pt x="3096222" y="2489338"/>
                  <a:pt x="3096720" y="2489586"/>
                  <a:pt x="3096969" y="2490085"/>
                </a:cubicBezTo>
                <a:lnTo>
                  <a:pt x="3107770" y="2508778"/>
                </a:lnTo>
                <a:cubicBezTo>
                  <a:pt x="3108019" y="2509193"/>
                  <a:pt x="3108019" y="2509774"/>
                  <a:pt x="3107770" y="2510274"/>
                </a:cubicBezTo>
                <a:lnTo>
                  <a:pt x="3096969" y="2528966"/>
                </a:lnTo>
                <a:cubicBezTo>
                  <a:pt x="3096720" y="2529381"/>
                  <a:pt x="3096138" y="2529713"/>
                  <a:pt x="3095640" y="2529713"/>
                </a:cubicBezTo>
                <a:close/>
                <a:moveTo>
                  <a:pt x="3615644" y="2675025"/>
                </a:moveTo>
                <a:cubicBezTo>
                  <a:pt x="3615062" y="2675025"/>
                  <a:pt x="3614563" y="2674775"/>
                  <a:pt x="3614314" y="2674277"/>
                </a:cubicBezTo>
                <a:lnTo>
                  <a:pt x="3603431" y="2655418"/>
                </a:lnTo>
                <a:cubicBezTo>
                  <a:pt x="3603182" y="2654920"/>
                  <a:pt x="3603182" y="2654338"/>
                  <a:pt x="3603431" y="2653840"/>
                </a:cubicBezTo>
                <a:lnTo>
                  <a:pt x="3614314" y="2634981"/>
                </a:lnTo>
                <a:cubicBezTo>
                  <a:pt x="3614563" y="2634565"/>
                  <a:pt x="3615062" y="2634233"/>
                  <a:pt x="3615644" y="2634233"/>
                </a:cubicBezTo>
                <a:lnTo>
                  <a:pt x="3637410" y="2634233"/>
                </a:lnTo>
                <a:cubicBezTo>
                  <a:pt x="3637992" y="2634233"/>
                  <a:pt x="3638490" y="2634482"/>
                  <a:pt x="3638740" y="2634981"/>
                </a:cubicBezTo>
                <a:lnTo>
                  <a:pt x="3649623" y="2653840"/>
                </a:lnTo>
                <a:cubicBezTo>
                  <a:pt x="3649872" y="2654338"/>
                  <a:pt x="3649872" y="2654920"/>
                  <a:pt x="3649623" y="2655418"/>
                </a:cubicBezTo>
                <a:lnTo>
                  <a:pt x="3638740" y="2674277"/>
                </a:lnTo>
                <a:cubicBezTo>
                  <a:pt x="3638490" y="2674693"/>
                  <a:pt x="3637992" y="2675025"/>
                  <a:pt x="3637410" y="2675025"/>
                </a:cubicBezTo>
                <a:close/>
                <a:moveTo>
                  <a:pt x="2712745" y="2433367"/>
                </a:moveTo>
                <a:cubicBezTo>
                  <a:pt x="2712247" y="2433367"/>
                  <a:pt x="2711665" y="2433118"/>
                  <a:pt x="2711416" y="2432620"/>
                </a:cubicBezTo>
                <a:lnTo>
                  <a:pt x="2700450" y="2413594"/>
                </a:lnTo>
                <a:cubicBezTo>
                  <a:pt x="2700201" y="2413096"/>
                  <a:pt x="2700201" y="2412514"/>
                  <a:pt x="2700450" y="2412016"/>
                </a:cubicBezTo>
                <a:lnTo>
                  <a:pt x="2711416" y="2392991"/>
                </a:lnTo>
                <a:cubicBezTo>
                  <a:pt x="2711665" y="2392575"/>
                  <a:pt x="2712164" y="2392243"/>
                  <a:pt x="2712745" y="2392243"/>
                </a:cubicBezTo>
                <a:lnTo>
                  <a:pt x="2734678" y="2392243"/>
                </a:lnTo>
                <a:cubicBezTo>
                  <a:pt x="2735177" y="2392243"/>
                  <a:pt x="2735759" y="2392492"/>
                  <a:pt x="2736008" y="2392991"/>
                </a:cubicBezTo>
                <a:lnTo>
                  <a:pt x="2746974" y="2412016"/>
                </a:lnTo>
                <a:cubicBezTo>
                  <a:pt x="2747223" y="2412514"/>
                  <a:pt x="2747223" y="2413096"/>
                  <a:pt x="2746974" y="2413594"/>
                </a:cubicBezTo>
                <a:lnTo>
                  <a:pt x="2736008" y="2432620"/>
                </a:lnTo>
                <a:cubicBezTo>
                  <a:pt x="2735759" y="2433035"/>
                  <a:pt x="2735260" y="2433367"/>
                  <a:pt x="2734678" y="2433367"/>
                </a:cubicBezTo>
                <a:close/>
                <a:moveTo>
                  <a:pt x="2893303" y="2481748"/>
                </a:moveTo>
                <a:cubicBezTo>
                  <a:pt x="2892805" y="2481747"/>
                  <a:pt x="2892223" y="2481499"/>
                  <a:pt x="2891974" y="2481001"/>
                </a:cubicBezTo>
                <a:lnTo>
                  <a:pt x="2881008" y="2461975"/>
                </a:lnTo>
                <a:cubicBezTo>
                  <a:pt x="2880759" y="2461476"/>
                  <a:pt x="2880759" y="2460895"/>
                  <a:pt x="2881008" y="2460397"/>
                </a:cubicBezTo>
                <a:lnTo>
                  <a:pt x="2891974" y="2441371"/>
                </a:lnTo>
                <a:cubicBezTo>
                  <a:pt x="2892223" y="2440956"/>
                  <a:pt x="2892722" y="2440623"/>
                  <a:pt x="2893303" y="2440624"/>
                </a:cubicBezTo>
                <a:lnTo>
                  <a:pt x="2915236" y="2440623"/>
                </a:lnTo>
                <a:cubicBezTo>
                  <a:pt x="2915735" y="2440624"/>
                  <a:pt x="2916317" y="2440872"/>
                  <a:pt x="2916567" y="2441371"/>
                </a:cubicBezTo>
                <a:lnTo>
                  <a:pt x="2927532" y="2460396"/>
                </a:lnTo>
                <a:cubicBezTo>
                  <a:pt x="2927781" y="2460895"/>
                  <a:pt x="2927781" y="2461476"/>
                  <a:pt x="2927532" y="2461974"/>
                </a:cubicBezTo>
                <a:lnTo>
                  <a:pt x="2916566" y="2481000"/>
                </a:lnTo>
                <a:cubicBezTo>
                  <a:pt x="2916317" y="2481415"/>
                  <a:pt x="2915818" y="2481748"/>
                  <a:pt x="2915236" y="2481747"/>
                </a:cubicBezTo>
                <a:close/>
                <a:moveTo>
                  <a:pt x="2833035" y="2465704"/>
                </a:moveTo>
                <a:cubicBezTo>
                  <a:pt x="2832536" y="2465704"/>
                  <a:pt x="2831954" y="2465455"/>
                  <a:pt x="2831706" y="2464957"/>
                </a:cubicBezTo>
                <a:lnTo>
                  <a:pt x="2820655" y="2445848"/>
                </a:lnTo>
                <a:cubicBezTo>
                  <a:pt x="2820406" y="2445350"/>
                  <a:pt x="2820407" y="2444768"/>
                  <a:pt x="2820655" y="2444270"/>
                </a:cubicBezTo>
                <a:lnTo>
                  <a:pt x="2831705" y="2425162"/>
                </a:lnTo>
                <a:cubicBezTo>
                  <a:pt x="2831955" y="2424746"/>
                  <a:pt x="2832452" y="2424414"/>
                  <a:pt x="2833034" y="2424414"/>
                </a:cubicBezTo>
                <a:lnTo>
                  <a:pt x="2855133" y="2424414"/>
                </a:lnTo>
                <a:cubicBezTo>
                  <a:pt x="2855631" y="2424413"/>
                  <a:pt x="2856214" y="2424663"/>
                  <a:pt x="2856463" y="2425162"/>
                </a:cubicBezTo>
                <a:lnTo>
                  <a:pt x="2867513" y="2444270"/>
                </a:lnTo>
                <a:cubicBezTo>
                  <a:pt x="2867762" y="2444768"/>
                  <a:pt x="2867761" y="2445350"/>
                  <a:pt x="2867513" y="2445848"/>
                </a:cubicBezTo>
                <a:lnTo>
                  <a:pt x="2856462" y="2464956"/>
                </a:lnTo>
                <a:cubicBezTo>
                  <a:pt x="2856213" y="2465372"/>
                  <a:pt x="2855714" y="2465704"/>
                  <a:pt x="2855134" y="2465704"/>
                </a:cubicBezTo>
                <a:close/>
                <a:moveTo>
                  <a:pt x="2772765" y="2449660"/>
                </a:moveTo>
                <a:cubicBezTo>
                  <a:pt x="2772266" y="2449660"/>
                  <a:pt x="2771686" y="2449411"/>
                  <a:pt x="2771436" y="2448913"/>
                </a:cubicBezTo>
                <a:lnTo>
                  <a:pt x="2760387" y="2429721"/>
                </a:lnTo>
                <a:cubicBezTo>
                  <a:pt x="2760138" y="2429223"/>
                  <a:pt x="2760138" y="2428641"/>
                  <a:pt x="2760387" y="2428143"/>
                </a:cubicBezTo>
                <a:lnTo>
                  <a:pt x="2771518" y="2408952"/>
                </a:lnTo>
                <a:cubicBezTo>
                  <a:pt x="2771769" y="2408536"/>
                  <a:pt x="2772267" y="2408204"/>
                  <a:pt x="2772848" y="2408204"/>
                </a:cubicBezTo>
                <a:lnTo>
                  <a:pt x="2795031" y="2408204"/>
                </a:lnTo>
                <a:cubicBezTo>
                  <a:pt x="2795529" y="2408204"/>
                  <a:pt x="2796111" y="2408453"/>
                  <a:pt x="2796359" y="2408952"/>
                </a:cubicBezTo>
                <a:lnTo>
                  <a:pt x="2807409" y="2428143"/>
                </a:lnTo>
                <a:cubicBezTo>
                  <a:pt x="2807659" y="2428641"/>
                  <a:pt x="2807658" y="2429223"/>
                  <a:pt x="2807410" y="2429721"/>
                </a:cubicBezTo>
                <a:lnTo>
                  <a:pt x="2796276" y="2448913"/>
                </a:lnTo>
                <a:cubicBezTo>
                  <a:pt x="2796028" y="2449328"/>
                  <a:pt x="2795529" y="2449660"/>
                  <a:pt x="2794948" y="2449660"/>
                </a:cubicBezTo>
                <a:close/>
                <a:moveTo>
                  <a:pt x="3133883" y="2546421"/>
                </a:moveTo>
                <a:cubicBezTo>
                  <a:pt x="3133384" y="2546421"/>
                  <a:pt x="3132803" y="2546172"/>
                  <a:pt x="3132553" y="2545674"/>
                </a:cubicBezTo>
                <a:lnTo>
                  <a:pt x="3121504" y="2526482"/>
                </a:lnTo>
                <a:cubicBezTo>
                  <a:pt x="3121255" y="2525984"/>
                  <a:pt x="3121255" y="2525402"/>
                  <a:pt x="3121504" y="2524904"/>
                </a:cubicBezTo>
                <a:lnTo>
                  <a:pt x="3132636" y="2505713"/>
                </a:lnTo>
                <a:cubicBezTo>
                  <a:pt x="3132886" y="2505297"/>
                  <a:pt x="3133384" y="2504965"/>
                  <a:pt x="3133966" y="2504965"/>
                </a:cubicBezTo>
                <a:lnTo>
                  <a:pt x="3156148" y="2504965"/>
                </a:lnTo>
                <a:cubicBezTo>
                  <a:pt x="3156646" y="2504965"/>
                  <a:pt x="3157228" y="2505214"/>
                  <a:pt x="3157477" y="2505713"/>
                </a:cubicBezTo>
                <a:lnTo>
                  <a:pt x="3168527" y="2524904"/>
                </a:lnTo>
                <a:cubicBezTo>
                  <a:pt x="3168776" y="2525402"/>
                  <a:pt x="3168776" y="2525984"/>
                  <a:pt x="3168527" y="2526482"/>
                </a:cubicBezTo>
                <a:lnTo>
                  <a:pt x="3157394" y="2545674"/>
                </a:lnTo>
                <a:cubicBezTo>
                  <a:pt x="3157145" y="2546089"/>
                  <a:pt x="3156646" y="2546421"/>
                  <a:pt x="3156065" y="2546421"/>
                </a:cubicBezTo>
                <a:close/>
                <a:moveTo>
                  <a:pt x="3675474" y="2691905"/>
                </a:moveTo>
                <a:cubicBezTo>
                  <a:pt x="3674893" y="2691905"/>
                  <a:pt x="3674311" y="2691573"/>
                  <a:pt x="3674062" y="2691074"/>
                </a:cubicBezTo>
                <a:lnTo>
                  <a:pt x="3662846" y="2671634"/>
                </a:lnTo>
                <a:cubicBezTo>
                  <a:pt x="3662597" y="2671135"/>
                  <a:pt x="3662597" y="2670554"/>
                  <a:pt x="3662846" y="2670055"/>
                </a:cubicBezTo>
                <a:lnTo>
                  <a:pt x="3674062" y="2650615"/>
                </a:lnTo>
                <a:cubicBezTo>
                  <a:pt x="3674394" y="2650116"/>
                  <a:pt x="3674893" y="2649784"/>
                  <a:pt x="3675474" y="2649784"/>
                </a:cubicBezTo>
                <a:lnTo>
                  <a:pt x="3697989" y="2649784"/>
                </a:lnTo>
                <a:cubicBezTo>
                  <a:pt x="3698570" y="2649784"/>
                  <a:pt x="3699151" y="2650116"/>
                  <a:pt x="3699401" y="2650615"/>
                </a:cubicBezTo>
                <a:lnTo>
                  <a:pt x="3710616" y="2670055"/>
                </a:lnTo>
                <a:cubicBezTo>
                  <a:pt x="3710866" y="2670554"/>
                  <a:pt x="3710866" y="2671135"/>
                  <a:pt x="3710616" y="2671634"/>
                </a:cubicBezTo>
                <a:lnTo>
                  <a:pt x="3699401" y="2691074"/>
                </a:lnTo>
                <a:cubicBezTo>
                  <a:pt x="3699069" y="2691573"/>
                  <a:pt x="3698570" y="2691905"/>
                  <a:pt x="3697989" y="2691905"/>
                </a:cubicBezTo>
                <a:close/>
                <a:moveTo>
                  <a:pt x="4573192" y="2969262"/>
                </a:moveTo>
                <a:cubicBezTo>
                  <a:pt x="4573108" y="2969261"/>
                  <a:pt x="4572943" y="2969096"/>
                  <a:pt x="4572943" y="2969096"/>
                </a:cubicBezTo>
                <a:lnTo>
                  <a:pt x="4570617" y="2965025"/>
                </a:lnTo>
                <a:cubicBezTo>
                  <a:pt x="4570617" y="2964942"/>
                  <a:pt x="4570616" y="2964693"/>
                  <a:pt x="4570616" y="2964693"/>
                </a:cubicBezTo>
                <a:lnTo>
                  <a:pt x="4572942" y="2960622"/>
                </a:lnTo>
                <a:cubicBezTo>
                  <a:pt x="4572942" y="2960455"/>
                  <a:pt x="4573191" y="2960456"/>
                  <a:pt x="4573191" y="2960456"/>
                </a:cubicBezTo>
                <a:lnTo>
                  <a:pt x="4577844" y="2960456"/>
                </a:lnTo>
                <a:cubicBezTo>
                  <a:pt x="4577928" y="2960456"/>
                  <a:pt x="4578093" y="2960622"/>
                  <a:pt x="4578093" y="2960622"/>
                </a:cubicBezTo>
                <a:lnTo>
                  <a:pt x="4580420" y="2964693"/>
                </a:lnTo>
                <a:cubicBezTo>
                  <a:pt x="4580420" y="2964776"/>
                  <a:pt x="4580420" y="2965025"/>
                  <a:pt x="4580420" y="2965025"/>
                </a:cubicBezTo>
                <a:lnTo>
                  <a:pt x="4578094" y="2969096"/>
                </a:lnTo>
                <a:cubicBezTo>
                  <a:pt x="4578094" y="2969262"/>
                  <a:pt x="4577845" y="2969262"/>
                  <a:pt x="4577845" y="2969262"/>
                </a:cubicBezTo>
                <a:close/>
                <a:moveTo>
                  <a:pt x="177695" y="1795586"/>
                </a:moveTo>
                <a:cubicBezTo>
                  <a:pt x="177529" y="1795585"/>
                  <a:pt x="177197" y="1795254"/>
                  <a:pt x="177197" y="1795254"/>
                </a:cubicBezTo>
                <a:lnTo>
                  <a:pt x="172960" y="1787859"/>
                </a:lnTo>
                <a:cubicBezTo>
                  <a:pt x="172877" y="1787694"/>
                  <a:pt x="172960" y="1787278"/>
                  <a:pt x="172960" y="1787278"/>
                </a:cubicBezTo>
                <a:lnTo>
                  <a:pt x="177197" y="1779884"/>
                </a:lnTo>
                <a:cubicBezTo>
                  <a:pt x="177280" y="1779634"/>
                  <a:pt x="177695" y="1779552"/>
                  <a:pt x="177695" y="1779552"/>
                </a:cubicBezTo>
                <a:lnTo>
                  <a:pt x="186253" y="1779552"/>
                </a:lnTo>
                <a:cubicBezTo>
                  <a:pt x="186420" y="1779552"/>
                  <a:pt x="186751" y="1779884"/>
                  <a:pt x="186751" y="1779884"/>
                </a:cubicBezTo>
                <a:lnTo>
                  <a:pt x="190989" y="1787278"/>
                </a:lnTo>
                <a:cubicBezTo>
                  <a:pt x="191072" y="1787444"/>
                  <a:pt x="190988" y="1787859"/>
                  <a:pt x="190988" y="1787859"/>
                </a:cubicBezTo>
                <a:lnTo>
                  <a:pt x="186751" y="1795254"/>
                </a:lnTo>
                <a:cubicBezTo>
                  <a:pt x="186669" y="1795503"/>
                  <a:pt x="186253" y="1795585"/>
                  <a:pt x="186253" y="1795585"/>
                </a:cubicBezTo>
                <a:close/>
                <a:moveTo>
                  <a:pt x="235702" y="1815770"/>
                </a:moveTo>
                <a:cubicBezTo>
                  <a:pt x="235453" y="1815770"/>
                  <a:pt x="234954" y="1815355"/>
                  <a:pt x="234954" y="1815355"/>
                </a:cubicBezTo>
                <a:lnTo>
                  <a:pt x="228557" y="1804222"/>
                </a:lnTo>
                <a:cubicBezTo>
                  <a:pt x="228391" y="1803973"/>
                  <a:pt x="228557" y="1803308"/>
                  <a:pt x="228557" y="1803308"/>
                </a:cubicBezTo>
                <a:lnTo>
                  <a:pt x="234954" y="1792176"/>
                </a:lnTo>
                <a:cubicBezTo>
                  <a:pt x="235120" y="1791926"/>
                  <a:pt x="235702" y="1791760"/>
                  <a:pt x="235702" y="1791760"/>
                </a:cubicBezTo>
                <a:lnTo>
                  <a:pt x="248496" y="1791760"/>
                </a:lnTo>
                <a:cubicBezTo>
                  <a:pt x="248745" y="1791760"/>
                  <a:pt x="249244" y="1792176"/>
                  <a:pt x="249244" y="1792176"/>
                </a:cubicBezTo>
                <a:lnTo>
                  <a:pt x="255641" y="1803308"/>
                </a:lnTo>
                <a:cubicBezTo>
                  <a:pt x="255807" y="1803557"/>
                  <a:pt x="255641" y="1804222"/>
                  <a:pt x="255641" y="1804222"/>
                </a:cubicBezTo>
                <a:lnTo>
                  <a:pt x="249244" y="1815355"/>
                </a:lnTo>
                <a:cubicBezTo>
                  <a:pt x="249078" y="1815604"/>
                  <a:pt x="248496" y="1815770"/>
                  <a:pt x="248496" y="1815770"/>
                </a:cubicBezTo>
                <a:close/>
                <a:moveTo>
                  <a:pt x="5110724" y="3122224"/>
                </a:moveTo>
                <a:cubicBezTo>
                  <a:pt x="5110391" y="3122224"/>
                  <a:pt x="5109893" y="3121727"/>
                  <a:pt x="5109893" y="3121727"/>
                </a:cubicBezTo>
                <a:lnTo>
                  <a:pt x="5103413" y="3110427"/>
                </a:lnTo>
                <a:cubicBezTo>
                  <a:pt x="5103247" y="3110178"/>
                  <a:pt x="5103413" y="3109514"/>
                  <a:pt x="5103413" y="3109514"/>
                </a:cubicBezTo>
                <a:lnTo>
                  <a:pt x="5109893" y="3098214"/>
                </a:lnTo>
                <a:cubicBezTo>
                  <a:pt x="5110059" y="3097883"/>
                  <a:pt x="5110724" y="3097717"/>
                  <a:pt x="5110724" y="3097717"/>
                </a:cubicBezTo>
                <a:lnTo>
                  <a:pt x="5123767" y="3097717"/>
                </a:lnTo>
                <a:cubicBezTo>
                  <a:pt x="5124100" y="3097716"/>
                  <a:pt x="5124598" y="3098214"/>
                  <a:pt x="5124598" y="3098214"/>
                </a:cubicBezTo>
                <a:lnTo>
                  <a:pt x="5131078" y="3109514"/>
                </a:lnTo>
                <a:cubicBezTo>
                  <a:pt x="5131244" y="3109764"/>
                  <a:pt x="5131078" y="3110427"/>
                  <a:pt x="5131078" y="3110427"/>
                </a:cubicBezTo>
                <a:lnTo>
                  <a:pt x="5124598" y="3121727"/>
                </a:lnTo>
                <a:cubicBezTo>
                  <a:pt x="5124432" y="3122058"/>
                  <a:pt x="5123767" y="3122224"/>
                  <a:pt x="5123767" y="3122224"/>
                </a:cubicBezTo>
                <a:close/>
                <a:moveTo>
                  <a:pt x="1860502" y="2251614"/>
                </a:moveTo>
                <a:cubicBezTo>
                  <a:pt x="1860170" y="2251614"/>
                  <a:pt x="1859672" y="2251115"/>
                  <a:pt x="1859672" y="2251115"/>
                </a:cubicBezTo>
                <a:lnTo>
                  <a:pt x="1853026" y="2239567"/>
                </a:lnTo>
                <a:cubicBezTo>
                  <a:pt x="1852859" y="2239318"/>
                  <a:pt x="1853026" y="2238654"/>
                  <a:pt x="1853026" y="2238654"/>
                </a:cubicBezTo>
                <a:lnTo>
                  <a:pt x="1859672" y="2227105"/>
                </a:lnTo>
                <a:cubicBezTo>
                  <a:pt x="1859838" y="2226773"/>
                  <a:pt x="1860503" y="2226607"/>
                  <a:pt x="1860503" y="2226607"/>
                </a:cubicBezTo>
                <a:lnTo>
                  <a:pt x="1873795" y="2226607"/>
                </a:lnTo>
                <a:cubicBezTo>
                  <a:pt x="1874128" y="2226607"/>
                  <a:pt x="1874627" y="2227105"/>
                  <a:pt x="1874627" y="2227105"/>
                </a:cubicBezTo>
                <a:lnTo>
                  <a:pt x="1881272" y="2238654"/>
                </a:lnTo>
                <a:cubicBezTo>
                  <a:pt x="1881439" y="2238903"/>
                  <a:pt x="1881273" y="2239567"/>
                  <a:pt x="1881273" y="2239567"/>
                </a:cubicBezTo>
                <a:lnTo>
                  <a:pt x="1874627" y="2251115"/>
                </a:lnTo>
                <a:cubicBezTo>
                  <a:pt x="1874460" y="2251448"/>
                  <a:pt x="1873795" y="2251614"/>
                  <a:pt x="1873795" y="2251614"/>
                </a:cubicBezTo>
                <a:close/>
                <a:moveTo>
                  <a:pt x="5170216" y="3139489"/>
                </a:moveTo>
                <a:cubicBezTo>
                  <a:pt x="5169884" y="3139489"/>
                  <a:pt x="5169386" y="3138991"/>
                  <a:pt x="5169386" y="3138991"/>
                </a:cubicBezTo>
                <a:lnTo>
                  <a:pt x="5162241" y="3126695"/>
                </a:lnTo>
                <a:cubicBezTo>
                  <a:pt x="5162075" y="3126363"/>
                  <a:pt x="5162241" y="3125698"/>
                  <a:pt x="5162241" y="3125698"/>
                </a:cubicBezTo>
                <a:lnTo>
                  <a:pt x="5169386" y="3113402"/>
                </a:lnTo>
                <a:cubicBezTo>
                  <a:pt x="5169552" y="3113070"/>
                  <a:pt x="5170216" y="3112904"/>
                  <a:pt x="5170216" y="3112904"/>
                </a:cubicBezTo>
                <a:lnTo>
                  <a:pt x="5184423" y="3112904"/>
                </a:lnTo>
                <a:cubicBezTo>
                  <a:pt x="5184755" y="3112904"/>
                  <a:pt x="5185254" y="3113402"/>
                  <a:pt x="5185254" y="3113402"/>
                </a:cubicBezTo>
                <a:lnTo>
                  <a:pt x="5192399" y="3125698"/>
                </a:lnTo>
                <a:cubicBezTo>
                  <a:pt x="5192565" y="3126030"/>
                  <a:pt x="5192399" y="3126695"/>
                  <a:pt x="5192399" y="3126695"/>
                </a:cubicBezTo>
                <a:lnTo>
                  <a:pt x="5185254" y="3138991"/>
                </a:lnTo>
                <a:cubicBezTo>
                  <a:pt x="5185088" y="3139323"/>
                  <a:pt x="5184423" y="3139489"/>
                  <a:pt x="5184423" y="3139489"/>
                </a:cubicBezTo>
                <a:close/>
                <a:moveTo>
                  <a:pt x="2581658" y="2447130"/>
                </a:moveTo>
                <a:cubicBezTo>
                  <a:pt x="2581326" y="2447130"/>
                  <a:pt x="2580744" y="2446548"/>
                  <a:pt x="2580744" y="2446548"/>
                </a:cubicBezTo>
                <a:lnTo>
                  <a:pt x="2573018" y="2433172"/>
                </a:lnTo>
                <a:cubicBezTo>
                  <a:pt x="2572852" y="2432840"/>
                  <a:pt x="2573018" y="2432092"/>
                  <a:pt x="2573018" y="2432092"/>
                </a:cubicBezTo>
                <a:lnTo>
                  <a:pt x="2580744" y="2418716"/>
                </a:lnTo>
                <a:cubicBezTo>
                  <a:pt x="2580910" y="2418384"/>
                  <a:pt x="2581658" y="2418135"/>
                  <a:pt x="2581658" y="2418135"/>
                </a:cubicBezTo>
                <a:lnTo>
                  <a:pt x="2597111" y="2418135"/>
                </a:lnTo>
                <a:cubicBezTo>
                  <a:pt x="2597443" y="2418135"/>
                  <a:pt x="2598025" y="2418716"/>
                  <a:pt x="2598025" y="2418716"/>
                </a:cubicBezTo>
                <a:lnTo>
                  <a:pt x="2605751" y="2432092"/>
                </a:lnTo>
                <a:cubicBezTo>
                  <a:pt x="2605917" y="2432425"/>
                  <a:pt x="2605751" y="2433172"/>
                  <a:pt x="2605751" y="2433172"/>
                </a:cubicBezTo>
                <a:lnTo>
                  <a:pt x="2598025" y="2446548"/>
                </a:lnTo>
                <a:cubicBezTo>
                  <a:pt x="2597858" y="2446880"/>
                  <a:pt x="2597111" y="2447130"/>
                  <a:pt x="2597111" y="2447130"/>
                </a:cubicBezTo>
                <a:close/>
                <a:moveTo>
                  <a:pt x="1918852" y="2271052"/>
                </a:moveTo>
                <a:cubicBezTo>
                  <a:pt x="1918437" y="2271053"/>
                  <a:pt x="1917855" y="2270470"/>
                  <a:pt x="1917855" y="2270470"/>
                </a:cubicBezTo>
                <a:lnTo>
                  <a:pt x="1909381" y="2255849"/>
                </a:lnTo>
                <a:cubicBezTo>
                  <a:pt x="1909132" y="2255516"/>
                  <a:pt x="1909381" y="2254685"/>
                  <a:pt x="1909381" y="2254685"/>
                </a:cubicBezTo>
                <a:lnTo>
                  <a:pt x="1917855" y="2240064"/>
                </a:lnTo>
                <a:cubicBezTo>
                  <a:pt x="1918021" y="2239731"/>
                  <a:pt x="1918437" y="2239482"/>
                  <a:pt x="1918852" y="2239482"/>
                </a:cubicBezTo>
                <a:lnTo>
                  <a:pt x="1935717" y="2239483"/>
                </a:lnTo>
                <a:cubicBezTo>
                  <a:pt x="1936132" y="2239482"/>
                  <a:pt x="1936714" y="2240064"/>
                  <a:pt x="1936714" y="2240064"/>
                </a:cubicBezTo>
                <a:lnTo>
                  <a:pt x="1945188" y="2254686"/>
                </a:lnTo>
                <a:cubicBezTo>
                  <a:pt x="1945437" y="2255019"/>
                  <a:pt x="1945188" y="2255849"/>
                  <a:pt x="1945188" y="2255849"/>
                </a:cubicBezTo>
                <a:lnTo>
                  <a:pt x="1936714" y="2270470"/>
                </a:lnTo>
                <a:cubicBezTo>
                  <a:pt x="1936548" y="2270804"/>
                  <a:pt x="1936132" y="2271052"/>
                  <a:pt x="1935717" y="2271052"/>
                </a:cubicBezTo>
                <a:close/>
                <a:moveTo>
                  <a:pt x="1978778" y="2287676"/>
                </a:moveTo>
                <a:cubicBezTo>
                  <a:pt x="1978362" y="2287676"/>
                  <a:pt x="1977698" y="2287094"/>
                  <a:pt x="1977698" y="2287094"/>
                </a:cubicBezTo>
                <a:lnTo>
                  <a:pt x="1968975" y="2272057"/>
                </a:lnTo>
                <a:cubicBezTo>
                  <a:pt x="1968725" y="2271642"/>
                  <a:pt x="1968975" y="2270811"/>
                  <a:pt x="1968975" y="2270811"/>
                </a:cubicBezTo>
                <a:lnTo>
                  <a:pt x="1977698" y="2255773"/>
                </a:lnTo>
                <a:cubicBezTo>
                  <a:pt x="1977947" y="2255441"/>
                  <a:pt x="1978362" y="2255192"/>
                  <a:pt x="1978778" y="2255192"/>
                </a:cubicBezTo>
                <a:lnTo>
                  <a:pt x="1996141" y="2255192"/>
                </a:lnTo>
                <a:cubicBezTo>
                  <a:pt x="1996557" y="2255192"/>
                  <a:pt x="1997221" y="2255773"/>
                  <a:pt x="1997221" y="2255773"/>
                </a:cubicBezTo>
                <a:lnTo>
                  <a:pt x="2005945" y="2270811"/>
                </a:lnTo>
                <a:cubicBezTo>
                  <a:pt x="2006194" y="2271226"/>
                  <a:pt x="2005945" y="2272057"/>
                  <a:pt x="2005945" y="2272057"/>
                </a:cubicBezTo>
                <a:lnTo>
                  <a:pt x="1997221" y="2287094"/>
                </a:lnTo>
                <a:cubicBezTo>
                  <a:pt x="1996973" y="2287427"/>
                  <a:pt x="1996557" y="2287676"/>
                  <a:pt x="1996141" y="2287676"/>
                </a:cubicBezTo>
                <a:close/>
                <a:moveTo>
                  <a:pt x="3182502" y="2610213"/>
                </a:moveTo>
                <a:cubicBezTo>
                  <a:pt x="3182088" y="2610213"/>
                  <a:pt x="3181423" y="2609631"/>
                  <a:pt x="3181423" y="2609631"/>
                </a:cubicBezTo>
                <a:lnTo>
                  <a:pt x="3172699" y="2594594"/>
                </a:lnTo>
                <a:cubicBezTo>
                  <a:pt x="3172451" y="2594179"/>
                  <a:pt x="3172699" y="2593348"/>
                  <a:pt x="3172699" y="2593348"/>
                </a:cubicBezTo>
                <a:lnTo>
                  <a:pt x="3181423" y="2578310"/>
                </a:lnTo>
                <a:cubicBezTo>
                  <a:pt x="3181671" y="2577978"/>
                  <a:pt x="3182088" y="2577729"/>
                  <a:pt x="3182502" y="2577729"/>
                </a:cubicBezTo>
                <a:lnTo>
                  <a:pt x="3199866" y="2577729"/>
                </a:lnTo>
                <a:cubicBezTo>
                  <a:pt x="3200282" y="2577729"/>
                  <a:pt x="3200946" y="2578310"/>
                  <a:pt x="3200946" y="2578310"/>
                </a:cubicBezTo>
                <a:lnTo>
                  <a:pt x="3209669" y="2593348"/>
                </a:lnTo>
                <a:cubicBezTo>
                  <a:pt x="3209918" y="2593763"/>
                  <a:pt x="3209669" y="2594594"/>
                  <a:pt x="3209669" y="2594594"/>
                </a:cubicBezTo>
                <a:lnTo>
                  <a:pt x="3200946" y="2609631"/>
                </a:lnTo>
                <a:cubicBezTo>
                  <a:pt x="3200697" y="2609964"/>
                  <a:pt x="3200282" y="2610213"/>
                  <a:pt x="3199866" y="2610213"/>
                </a:cubicBezTo>
                <a:close/>
                <a:moveTo>
                  <a:pt x="4025108" y="2836093"/>
                </a:moveTo>
                <a:cubicBezTo>
                  <a:pt x="4024693" y="2836092"/>
                  <a:pt x="4024028" y="2835512"/>
                  <a:pt x="4024028" y="2835512"/>
                </a:cubicBezTo>
                <a:lnTo>
                  <a:pt x="4015305" y="2820391"/>
                </a:lnTo>
                <a:cubicBezTo>
                  <a:pt x="4015056" y="2819976"/>
                  <a:pt x="4015305" y="2819144"/>
                  <a:pt x="4015305" y="2819144"/>
                </a:cubicBezTo>
                <a:lnTo>
                  <a:pt x="4024028" y="2804024"/>
                </a:lnTo>
                <a:cubicBezTo>
                  <a:pt x="4024277" y="2803691"/>
                  <a:pt x="4024693" y="2803442"/>
                  <a:pt x="4025108" y="2803443"/>
                </a:cubicBezTo>
                <a:lnTo>
                  <a:pt x="4042638" y="2803442"/>
                </a:lnTo>
                <a:cubicBezTo>
                  <a:pt x="4043053" y="2803443"/>
                  <a:pt x="4043718" y="2804025"/>
                  <a:pt x="4043718" y="2804025"/>
                </a:cubicBezTo>
                <a:lnTo>
                  <a:pt x="4052441" y="2819144"/>
                </a:lnTo>
                <a:cubicBezTo>
                  <a:pt x="4052690" y="2819559"/>
                  <a:pt x="4052441" y="2820391"/>
                  <a:pt x="4052441" y="2820391"/>
                </a:cubicBezTo>
                <a:lnTo>
                  <a:pt x="4043718" y="2835511"/>
                </a:lnTo>
                <a:cubicBezTo>
                  <a:pt x="4043468" y="2835844"/>
                  <a:pt x="4043053" y="2836093"/>
                  <a:pt x="4042638" y="2836092"/>
                </a:cubicBezTo>
                <a:close/>
                <a:moveTo>
                  <a:pt x="2038880" y="2303979"/>
                </a:moveTo>
                <a:cubicBezTo>
                  <a:pt x="2038465" y="2303978"/>
                  <a:pt x="2037800" y="2303397"/>
                  <a:pt x="2037800" y="2303397"/>
                </a:cubicBezTo>
                <a:lnTo>
                  <a:pt x="2028994" y="2288194"/>
                </a:lnTo>
                <a:cubicBezTo>
                  <a:pt x="2028744" y="2287779"/>
                  <a:pt x="2028994" y="2286948"/>
                  <a:pt x="2028994" y="2286948"/>
                </a:cubicBezTo>
                <a:lnTo>
                  <a:pt x="2037800" y="2271745"/>
                </a:lnTo>
                <a:cubicBezTo>
                  <a:pt x="2038050" y="2271412"/>
                  <a:pt x="2038465" y="2271163"/>
                  <a:pt x="2038880" y="2271163"/>
                </a:cubicBezTo>
                <a:lnTo>
                  <a:pt x="2056493" y="2271162"/>
                </a:lnTo>
                <a:cubicBezTo>
                  <a:pt x="2056908" y="2271163"/>
                  <a:pt x="2057573" y="2271745"/>
                  <a:pt x="2057573" y="2271745"/>
                </a:cubicBezTo>
                <a:lnTo>
                  <a:pt x="2066380" y="2286948"/>
                </a:lnTo>
                <a:cubicBezTo>
                  <a:pt x="2066629" y="2287363"/>
                  <a:pt x="2066380" y="2288194"/>
                  <a:pt x="2066380" y="2288194"/>
                </a:cubicBezTo>
                <a:lnTo>
                  <a:pt x="2057573" y="2303398"/>
                </a:lnTo>
                <a:cubicBezTo>
                  <a:pt x="2057324" y="2303730"/>
                  <a:pt x="2056908" y="2303979"/>
                  <a:pt x="2056493" y="2303978"/>
                </a:cubicBezTo>
                <a:close/>
                <a:moveTo>
                  <a:pt x="2098920" y="2320535"/>
                </a:moveTo>
                <a:cubicBezTo>
                  <a:pt x="2098505" y="2320535"/>
                  <a:pt x="2097841" y="2319871"/>
                  <a:pt x="2097841" y="2319871"/>
                </a:cubicBezTo>
                <a:lnTo>
                  <a:pt x="2088868" y="2304252"/>
                </a:lnTo>
                <a:cubicBezTo>
                  <a:pt x="2088618" y="2303919"/>
                  <a:pt x="2088868" y="2303005"/>
                  <a:pt x="2088868" y="2303005"/>
                </a:cubicBezTo>
                <a:lnTo>
                  <a:pt x="2097841" y="2287387"/>
                </a:lnTo>
                <a:cubicBezTo>
                  <a:pt x="2098089" y="2286971"/>
                  <a:pt x="2098505" y="2286722"/>
                  <a:pt x="2098920" y="2286722"/>
                </a:cubicBezTo>
                <a:lnTo>
                  <a:pt x="2116949" y="2286722"/>
                </a:lnTo>
                <a:cubicBezTo>
                  <a:pt x="2117364" y="2286722"/>
                  <a:pt x="2118029" y="2287387"/>
                  <a:pt x="2118029" y="2287387"/>
                </a:cubicBezTo>
                <a:lnTo>
                  <a:pt x="2127001" y="2303005"/>
                </a:lnTo>
                <a:cubicBezTo>
                  <a:pt x="2127249" y="2303338"/>
                  <a:pt x="2127000" y="2304252"/>
                  <a:pt x="2127000" y="2304252"/>
                </a:cubicBezTo>
                <a:lnTo>
                  <a:pt x="2118029" y="2319871"/>
                </a:lnTo>
                <a:cubicBezTo>
                  <a:pt x="2117779" y="2320286"/>
                  <a:pt x="2117364" y="2320535"/>
                  <a:pt x="2116949" y="2320535"/>
                </a:cubicBezTo>
                <a:close/>
                <a:moveTo>
                  <a:pt x="2159024" y="2336734"/>
                </a:moveTo>
                <a:cubicBezTo>
                  <a:pt x="2158609" y="2336734"/>
                  <a:pt x="2157945" y="2336070"/>
                  <a:pt x="2157945" y="2336070"/>
                </a:cubicBezTo>
                <a:lnTo>
                  <a:pt x="2148889" y="2320368"/>
                </a:lnTo>
                <a:cubicBezTo>
                  <a:pt x="2148639" y="2320036"/>
                  <a:pt x="2148889" y="2319122"/>
                  <a:pt x="2148889" y="2319122"/>
                </a:cubicBezTo>
                <a:lnTo>
                  <a:pt x="2157945" y="2303420"/>
                </a:lnTo>
                <a:cubicBezTo>
                  <a:pt x="2158194" y="2303004"/>
                  <a:pt x="2158609" y="2302755"/>
                  <a:pt x="2159024" y="2302755"/>
                </a:cubicBezTo>
                <a:lnTo>
                  <a:pt x="2177136" y="2302755"/>
                </a:lnTo>
                <a:cubicBezTo>
                  <a:pt x="2177551" y="2302755"/>
                  <a:pt x="2178216" y="2303420"/>
                  <a:pt x="2178216" y="2303420"/>
                </a:cubicBezTo>
                <a:lnTo>
                  <a:pt x="2187271" y="2319122"/>
                </a:lnTo>
                <a:cubicBezTo>
                  <a:pt x="2187521" y="2319454"/>
                  <a:pt x="2187271" y="2320368"/>
                  <a:pt x="2187271" y="2320368"/>
                </a:cubicBezTo>
                <a:lnTo>
                  <a:pt x="2178216" y="2336070"/>
                </a:lnTo>
                <a:cubicBezTo>
                  <a:pt x="2177967" y="2336485"/>
                  <a:pt x="2177551" y="2336734"/>
                  <a:pt x="2177136" y="2336734"/>
                </a:cubicBezTo>
                <a:close/>
                <a:moveTo>
                  <a:pt x="2399769" y="2401241"/>
                </a:moveTo>
                <a:cubicBezTo>
                  <a:pt x="2399353" y="2401241"/>
                  <a:pt x="2398688" y="2400577"/>
                  <a:pt x="2398688" y="2400577"/>
                </a:cubicBezTo>
                <a:lnTo>
                  <a:pt x="2389634" y="2384875"/>
                </a:lnTo>
                <a:cubicBezTo>
                  <a:pt x="2389384" y="2384543"/>
                  <a:pt x="2389634" y="2383629"/>
                  <a:pt x="2389634" y="2383629"/>
                </a:cubicBezTo>
                <a:lnTo>
                  <a:pt x="2398689" y="2367927"/>
                </a:lnTo>
                <a:cubicBezTo>
                  <a:pt x="2398854" y="2367511"/>
                  <a:pt x="2399353" y="2367262"/>
                  <a:pt x="2399768" y="2367262"/>
                </a:cubicBezTo>
                <a:lnTo>
                  <a:pt x="2417880" y="2367262"/>
                </a:lnTo>
                <a:cubicBezTo>
                  <a:pt x="2418295" y="2367262"/>
                  <a:pt x="2418960" y="2367927"/>
                  <a:pt x="2418960" y="2367927"/>
                </a:cubicBezTo>
                <a:lnTo>
                  <a:pt x="2428015" y="2383629"/>
                </a:lnTo>
                <a:cubicBezTo>
                  <a:pt x="2428265" y="2383961"/>
                  <a:pt x="2428015" y="2384875"/>
                  <a:pt x="2428015" y="2384875"/>
                </a:cubicBezTo>
                <a:lnTo>
                  <a:pt x="2418960" y="2400577"/>
                </a:lnTo>
                <a:cubicBezTo>
                  <a:pt x="2418794" y="2400992"/>
                  <a:pt x="2418295" y="2401241"/>
                  <a:pt x="2417880" y="2401241"/>
                </a:cubicBezTo>
                <a:close/>
                <a:moveTo>
                  <a:pt x="2339510" y="2385283"/>
                </a:moveTo>
                <a:cubicBezTo>
                  <a:pt x="2339095" y="2385283"/>
                  <a:pt x="2338430" y="2384618"/>
                  <a:pt x="2338430" y="2384618"/>
                </a:cubicBezTo>
                <a:lnTo>
                  <a:pt x="2329292" y="2368750"/>
                </a:lnTo>
                <a:cubicBezTo>
                  <a:pt x="2329043" y="2368335"/>
                  <a:pt x="2329292" y="2367421"/>
                  <a:pt x="2329292" y="2367421"/>
                </a:cubicBezTo>
                <a:lnTo>
                  <a:pt x="2338430" y="2351553"/>
                </a:lnTo>
                <a:cubicBezTo>
                  <a:pt x="2338597" y="2351137"/>
                  <a:pt x="2339095" y="2350888"/>
                  <a:pt x="2339510" y="2350888"/>
                </a:cubicBezTo>
                <a:lnTo>
                  <a:pt x="2357788" y="2350888"/>
                </a:lnTo>
                <a:cubicBezTo>
                  <a:pt x="2358203" y="2350888"/>
                  <a:pt x="2358868" y="2351553"/>
                  <a:pt x="2358868" y="2351553"/>
                </a:cubicBezTo>
                <a:lnTo>
                  <a:pt x="2368006" y="2367421"/>
                </a:lnTo>
                <a:cubicBezTo>
                  <a:pt x="2368256" y="2367836"/>
                  <a:pt x="2368006" y="2368750"/>
                  <a:pt x="2368006" y="2368750"/>
                </a:cubicBezTo>
                <a:lnTo>
                  <a:pt x="2358868" y="2384618"/>
                </a:lnTo>
                <a:cubicBezTo>
                  <a:pt x="2358702" y="2385033"/>
                  <a:pt x="2358203" y="2385283"/>
                  <a:pt x="2357788" y="2385283"/>
                </a:cubicBezTo>
                <a:close/>
                <a:moveTo>
                  <a:pt x="2219034" y="2353192"/>
                </a:moveTo>
                <a:cubicBezTo>
                  <a:pt x="2218535" y="2353193"/>
                  <a:pt x="2217871" y="2352527"/>
                  <a:pt x="2217871" y="2352527"/>
                </a:cubicBezTo>
                <a:lnTo>
                  <a:pt x="2208649" y="2336576"/>
                </a:lnTo>
                <a:cubicBezTo>
                  <a:pt x="2208399" y="2336161"/>
                  <a:pt x="2208649" y="2335247"/>
                  <a:pt x="2208649" y="2335247"/>
                </a:cubicBezTo>
                <a:lnTo>
                  <a:pt x="2217871" y="2319296"/>
                </a:lnTo>
                <a:cubicBezTo>
                  <a:pt x="2218120" y="2318880"/>
                  <a:pt x="2218535" y="2318631"/>
                  <a:pt x="2219034" y="2318631"/>
                </a:cubicBezTo>
                <a:lnTo>
                  <a:pt x="2237477" y="2318631"/>
                </a:lnTo>
                <a:cubicBezTo>
                  <a:pt x="2237976" y="2318631"/>
                  <a:pt x="2238640" y="2319296"/>
                  <a:pt x="2238640" y="2319296"/>
                </a:cubicBezTo>
                <a:lnTo>
                  <a:pt x="2247862" y="2335247"/>
                </a:lnTo>
                <a:cubicBezTo>
                  <a:pt x="2248111" y="2335662"/>
                  <a:pt x="2247862" y="2336576"/>
                  <a:pt x="2247862" y="2336576"/>
                </a:cubicBezTo>
                <a:lnTo>
                  <a:pt x="2238640" y="2352527"/>
                </a:lnTo>
                <a:cubicBezTo>
                  <a:pt x="2238391" y="2352942"/>
                  <a:pt x="2237976" y="2353192"/>
                  <a:pt x="2237477" y="2353192"/>
                </a:cubicBezTo>
                <a:close/>
                <a:moveTo>
                  <a:pt x="2279221" y="2369319"/>
                </a:moveTo>
                <a:cubicBezTo>
                  <a:pt x="2278722" y="2369320"/>
                  <a:pt x="2278058" y="2368655"/>
                  <a:pt x="2278058" y="2368655"/>
                </a:cubicBezTo>
                <a:lnTo>
                  <a:pt x="2268836" y="2352703"/>
                </a:lnTo>
                <a:cubicBezTo>
                  <a:pt x="2268586" y="2352288"/>
                  <a:pt x="2268836" y="2351374"/>
                  <a:pt x="2268836" y="2351374"/>
                </a:cubicBezTo>
                <a:lnTo>
                  <a:pt x="2278058" y="2335423"/>
                </a:lnTo>
                <a:cubicBezTo>
                  <a:pt x="2278307" y="2335007"/>
                  <a:pt x="2278722" y="2334758"/>
                  <a:pt x="2279221" y="2334758"/>
                </a:cubicBezTo>
                <a:lnTo>
                  <a:pt x="2297664" y="2334758"/>
                </a:lnTo>
                <a:cubicBezTo>
                  <a:pt x="2298163" y="2334758"/>
                  <a:pt x="2298827" y="2335423"/>
                  <a:pt x="2298827" y="2335423"/>
                </a:cubicBezTo>
                <a:lnTo>
                  <a:pt x="2308049" y="2351374"/>
                </a:lnTo>
                <a:cubicBezTo>
                  <a:pt x="2308298" y="2351789"/>
                  <a:pt x="2308049" y="2352703"/>
                  <a:pt x="2308049" y="2352703"/>
                </a:cubicBezTo>
                <a:lnTo>
                  <a:pt x="2298827" y="2368654"/>
                </a:lnTo>
                <a:cubicBezTo>
                  <a:pt x="2298578" y="2369069"/>
                  <a:pt x="2298163" y="2369319"/>
                  <a:pt x="2297664" y="2369319"/>
                </a:cubicBezTo>
                <a:close/>
                <a:moveTo>
                  <a:pt x="2459780" y="2417700"/>
                </a:moveTo>
                <a:cubicBezTo>
                  <a:pt x="2459281" y="2417700"/>
                  <a:pt x="2458617" y="2417035"/>
                  <a:pt x="2458617" y="2417035"/>
                </a:cubicBezTo>
                <a:lnTo>
                  <a:pt x="2449394" y="2401084"/>
                </a:lnTo>
                <a:cubicBezTo>
                  <a:pt x="2449145" y="2400669"/>
                  <a:pt x="2449394" y="2399755"/>
                  <a:pt x="2449394" y="2399755"/>
                </a:cubicBezTo>
                <a:lnTo>
                  <a:pt x="2458616" y="2383804"/>
                </a:lnTo>
                <a:cubicBezTo>
                  <a:pt x="2458866" y="2383388"/>
                  <a:pt x="2459281" y="2383139"/>
                  <a:pt x="2459780" y="2383139"/>
                </a:cubicBezTo>
                <a:lnTo>
                  <a:pt x="2478223" y="2383139"/>
                </a:lnTo>
                <a:cubicBezTo>
                  <a:pt x="2478722" y="2383139"/>
                  <a:pt x="2479386" y="2383804"/>
                  <a:pt x="2479386" y="2383804"/>
                </a:cubicBezTo>
                <a:lnTo>
                  <a:pt x="2488607" y="2399755"/>
                </a:lnTo>
                <a:cubicBezTo>
                  <a:pt x="2488856" y="2400170"/>
                  <a:pt x="2488607" y="2401084"/>
                  <a:pt x="2488607" y="2401084"/>
                </a:cubicBezTo>
                <a:lnTo>
                  <a:pt x="2479385" y="2417035"/>
                </a:lnTo>
                <a:cubicBezTo>
                  <a:pt x="2479136" y="2417450"/>
                  <a:pt x="2478721" y="2417700"/>
                  <a:pt x="2478223" y="2417700"/>
                </a:cubicBezTo>
                <a:close/>
                <a:moveTo>
                  <a:pt x="3964080" y="2821532"/>
                </a:moveTo>
                <a:cubicBezTo>
                  <a:pt x="3963582" y="2821532"/>
                  <a:pt x="3962917" y="2820867"/>
                  <a:pt x="3962917" y="2820867"/>
                </a:cubicBezTo>
                <a:lnTo>
                  <a:pt x="3953364" y="2804335"/>
                </a:lnTo>
                <a:cubicBezTo>
                  <a:pt x="3953114" y="2803919"/>
                  <a:pt x="3953363" y="2803005"/>
                  <a:pt x="3953363" y="2803005"/>
                </a:cubicBezTo>
                <a:lnTo>
                  <a:pt x="3962918" y="2786473"/>
                </a:lnTo>
                <a:cubicBezTo>
                  <a:pt x="3963166" y="2786057"/>
                  <a:pt x="3963582" y="2785808"/>
                  <a:pt x="3964080" y="2785808"/>
                </a:cubicBezTo>
                <a:lnTo>
                  <a:pt x="3983188" y="2785808"/>
                </a:lnTo>
                <a:cubicBezTo>
                  <a:pt x="3983688" y="2785808"/>
                  <a:pt x="3984352" y="2786473"/>
                  <a:pt x="3984352" y="2786473"/>
                </a:cubicBezTo>
                <a:lnTo>
                  <a:pt x="3993905" y="2803005"/>
                </a:lnTo>
                <a:cubicBezTo>
                  <a:pt x="3994156" y="2803421"/>
                  <a:pt x="3993906" y="2804335"/>
                  <a:pt x="3993906" y="2804335"/>
                </a:cubicBezTo>
                <a:lnTo>
                  <a:pt x="3984351" y="2820867"/>
                </a:lnTo>
                <a:cubicBezTo>
                  <a:pt x="3984103" y="2821283"/>
                  <a:pt x="3983687" y="2821532"/>
                  <a:pt x="3983188" y="2821532"/>
                </a:cubicBezTo>
                <a:close/>
                <a:moveTo>
                  <a:pt x="292586" y="1838049"/>
                </a:moveTo>
                <a:cubicBezTo>
                  <a:pt x="292088" y="1838048"/>
                  <a:pt x="291672" y="1837800"/>
                  <a:pt x="291424" y="1837384"/>
                </a:cubicBezTo>
                <a:lnTo>
                  <a:pt x="281703" y="1820519"/>
                </a:lnTo>
                <a:cubicBezTo>
                  <a:pt x="281454" y="1820021"/>
                  <a:pt x="281454" y="1819522"/>
                  <a:pt x="281703" y="1819106"/>
                </a:cubicBezTo>
                <a:lnTo>
                  <a:pt x="291423" y="1802241"/>
                </a:lnTo>
                <a:cubicBezTo>
                  <a:pt x="291672" y="1801826"/>
                  <a:pt x="292088" y="1801576"/>
                  <a:pt x="292587" y="1801577"/>
                </a:cubicBezTo>
                <a:lnTo>
                  <a:pt x="312027" y="1801577"/>
                </a:lnTo>
                <a:cubicBezTo>
                  <a:pt x="312525" y="1801576"/>
                  <a:pt x="312941" y="1801826"/>
                  <a:pt x="313191" y="1802242"/>
                </a:cubicBezTo>
                <a:lnTo>
                  <a:pt x="322910" y="1819107"/>
                </a:lnTo>
                <a:cubicBezTo>
                  <a:pt x="323160" y="1819605"/>
                  <a:pt x="323160" y="1820104"/>
                  <a:pt x="322910" y="1820519"/>
                </a:cubicBezTo>
                <a:lnTo>
                  <a:pt x="313190" y="1837384"/>
                </a:lnTo>
                <a:cubicBezTo>
                  <a:pt x="312941" y="1837800"/>
                  <a:pt x="312525" y="1838049"/>
                  <a:pt x="312027" y="1838049"/>
                </a:cubicBezTo>
                <a:close/>
                <a:moveTo>
                  <a:pt x="352587" y="1854493"/>
                </a:moveTo>
                <a:cubicBezTo>
                  <a:pt x="352088" y="1854493"/>
                  <a:pt x="351590" y="1854244"/>
                  <a:pt x="351340" y="1853829"/>
                </a:cubicBezTo>
                <a:lnTo>
                  <a:pt x="341455" y="1836714"/>
                </a:lnTo>
                <a:cubicBezTo>
                  <a:pt x="341206" y="1836299"/>
                  <a:pt x="341205" y="1835717"/>
                  <a:pt x="341454" y="1835302"/>
                </a:cubicBezTo>
                <a:lnTo>
                  <a:pt x="351340" y="1818188"/>
                </a:lnTo>
                <a:cubicBezTo>
                  <a:pt x="351673" y="1817772"/>
                  <a:pt x="352088" y="1817523"/>
                  <a:pt x="352587" y="1817523"/>
                </a:cubicBezTo>
                <a:lnTo>
                  <a:pt x="372276" y="1817523"/>
                </a:lnTo>
                <a:cubicBezTo>
                  <a:pt x="372775" y="1817523"/>
                  <a:pt x="373273" y="1817772"/>
                  <a:pt x="373523" y="1818188"/>
                </a:cubicBezTo>
                <a:lnTo>
                  <a:pt x="383409" y="1835302"/>
                </a:lnTo>
                <a:cubicBezTo>
                  <a:pt x="383658" y="1835717"/>
                  <a:pt x="383658" y="1836299"/>
                  <a:pt x="383409" y="1836714"/>
                </a:cubicBezTo>
                <a:lnTo>
                  <a:pt x="373523" y="1853829"/>
                </a:lnTo>
                <a:cubicBezTo>
                  <a:pt x="373190" y="1854244"/>
                  <a:pt x="372775" y="1854493"/>
                  <a:pt x="372276" y="1854493"/>
                </a:cubicBezTo>
                <a:close/>
                <a:moveTo>
                  <a:pt x="2519287" y="2435164"/>
                </a:moveTo>
                <a:cubicBezTo>
                  <a:pt x="2518789" y="2435164"/>
                  <a:pt x="2518291" y="2434915"/>
                  <a:pt x="2518041" y="2434500"/>
                </a:cubicBezTo>
                <a:lnTo>
                  <a:pt x="2508155" y="2417302"/>
                </a:lnTo>
                <a:cubicBezTo>
                  <a:pt x="2507906" y="2416887"/>
                  <a:pt x="2507906" y="2416305"/>
                  <a:pt x="2508155" y="2415890"/>
                </a:cubicBezTo>
                <a:lnTo>
                  <a:pt x="2518041" y="2398693"/>
                </a:lnTo>
                <a:cubicBezTo>
                  <a:pt x="2518291" y="2398277"/>
                  <a:pt x="2518789" y="2398028"/>
                  <a:pt x="2519287" y="2398028"/>
                </a:cubicBezTo>
                <a:lnTo>
                  <a:pt x="2539144" y="2398028"/>
                </a:lnTo>
                <a:cubicBezTo>
                  <a:pt x="2539642" y="2398028"/>
                  <a:pt x="2540140" y="2398277"/>
                  <a:pt x="2540390" y="2398693"/>
                </a:cubicBezTo>
                <a:lnTo>
                  <a:pt x="2550276" y="2415890"/>
                </a:lnTo>
                <a:cubicBezTo>
                  <a:pt x="2550525" y="2416305"/>
                  <a:pt x="2550525" y="2416887"/>
                  <a:pt x="2550276" y="2417302"/>
                </a:cubicBezTo>
                <a:lnTo>
                  <a:pt x="2540390" y="2434500"/>
                </a:lnTo>
                <a:cubicBezTo>
                  <a:pt x="2540140" y="2434915"/>
                  <a:pt x="2539642" y="2435164"/>
                  <a:pt x="2539144" y="2435164"/>
                </a:cubicBezTo>
                <a:close/>
                <a:moveTo>
                  <a:pt x="412689" y="1870797"/>
                </a:moveTo>
                <a:cubicBezTo>
                  <a:pt x="412190" y="1870796"/>
                  <a:pt x="411691" y="1870547"/>
                  <a:pt x="411443" y="1870133"/>
                </a:cubicBezTo>
                <a:lnTo>
                  <a:pt x="401473" y="1852852"/>
                </a:lnTo>
                <a:cubicBezTo>
                  <a:pt x="401224" y="1852436"/>
                  <a:pt x="401224" y="1851854"/>
                  <a:pt x="401472" y="1851440"/>
                </a:cubicBezTo>
                <a:lnTo>
                  <a:pt x="411443" y="1834159"/>
                </a:lnTo>
                <a:cubicBezTo>
                  <a:pt x="411692" y="1833743"/>
                  <a:pt x="412189" y="1833494"/>
                  <a:pt x="412688" y="1833494"/>
                </a:cubicBezTo>
                <a:lnTo>
                  <a:pt x="432628" y="1833494"/>
                </a:lnTo>
                <a:cubicBezTo>
                  <a:pt x="433126" y="1833494"/>
                  <a:pt x="433625" y="1833744"/>
                  <a:pt x="433874" y="1834160"/>
                </a:cubicBezTo>
                <a:lnTo>
                  <a:pt x="443842" y="1851439"/>
                </a:lnTo>
                <a:cubicBezTo>
                  <a:pt x="444092" y="1851854"/>
                  <a:pt x="444093" y="1852436"/>
                  <a:pt x="443843" y="1852851"/>
                </a:cubicBezTo>
                <a:lnTo>
                  <a:pt x="433873" y="1870132"/>
                </a:lnTo>
                <a:cubicBezTo>
                  <a:pt x="433625" y="1870547"/>
                  <a:pt x="433126" y="1870797"/>
                  <a:pt x="432628" y="1870797"/>
                </a:cubicBezTo>
                <a:close/>
                <a:moveTo>
                  <a:pt x="4083988" y="2854704"/>
                </a:moveTo>
                <a:cubicBezTo>
                  <a:pt x="4083489" y="2854704"/>
                  <a:pt x="4082991" y="2854372"/>
                  <a:pt x="4082742" y="2853956"/>
                </a:cubicBezTo>
                <a:lnTo>
                  <a:pt x="4072688" y="2836510"/>
                </a:lnTo>
                <a:cubicBezTo>
                  <a:pt x="4072440" y="2836094"/>
                  <a:pt x="4072440" y="2835513"/>
                  <a:pt x="4072689" y="2835097"/>
                </a:cubicBezTo>
                <a:lnTo>
                  <a:pt x="4082742" y="2817651"/>
                </a:lnTo>
                <a:cubicBezTo>
                  <a:pt x="4082991" y="2817152"/>
                  <a:pt x="4083489" y="2816903"/>
                  <a:pt x="4083988" y="2816903"/>
                </a:cubicBezTo>
                <a:lnTo>
                  <a:pt x="4104093" y="2816903"/>
                </a:lnTo>
                <a:cubicBezTo>
                  <a:pt x="4104591" y="2816903"/>
                  <a:pt x="4105089" y="2817235"/>
                  <a:pt x="4105339" y="2817651"/>
                </a:cubicBezTo>
                <a:lnTo>
                  <a:pt x="4115391" y="2835097"/>
                </a:lnTo>
                <a:cubicBezTo>
                  <a:pt x="4115641" y="2835513"/>
                  <a:pt x="4115641" y="2836094"/>
                  <a:pt x="4115392" y="2836510"/>
                </a:cubicBezTo>
                <a:lnTo>
                  <a:pt x="4105339" y="2853956"/>
                </a:lnTo>
                <a:cubicBezTo>
                  <a:pt x="4105090" y="2854455"/>
                  <a:pt x="4104591" y="2854704"/>
                  <a:pt x="4104093" y="2854704"/>
                </a:cubicBezTo>
                <a:close/>
                <a:moveTo>
                  <a:pt x="472731" y="1887176"/>
                </a:moveTo>
                <a:cubicBezTo>
                  <a:pt x="472232" y="1887176"/>
                  <a:pt x="471734" y="1886844"/>
                  <a:pt x="471485" y="1886429"/>
                </a:cubicBezTo>
                <a:lnTo>
                  <a:pt x="461349" y="1868899"/>
                </a:lnTo>
                <a:cubicBezTo>
                  <a:pt x="461100" y="1868483"/>
                  <a:pt x="461099" y="1867902"/>
                  <a:pt x="461349" y="1867487"/>
                </a:cubicBezTo>
                <a:lnTo>
                  <a:pt x="471485" y="1849957"/>
                </a:lnTo>
                <a:cubicBezTo>
                  <a:pt x="471733" y="1849458"/>
                  <a:pt x="472232" y="1849209"/>
                  <a:pt x="472731" y="1849209"/>
                </a:cubicBezTo>
                <a:lnTo>
                  <a:pt x="493001" y="1849209"/>
                </a:lnTo>
                <a:cubicBezTo>
                  <a:pt x="493500" y="1849209"/>
                  <a:pt x="493999" y="1849541"/>
                  <a:pt x="494247" y="1849957"/>
                </a:cubicBezTo>
                <a:lnTo>
                  <a:pt x="504384" y="1867487"/>
                </a:lnTo>
                <a:cubicBezTo>
                  <a:pt x="504633" y="1867902"/>
                  <a:pt x="504632" y="1868483"/>
                  <a:pt x="504384" y="1868899"/>
                </a:cubicBezTo>
                <a:lnTo>
                  <a:pt x="494248" y="1886429"/>
                </a:lnTo>
                <a:cubicBezTo>
                  <a:pt x="493998" y="1886927"/>
                  <a:pt x="493501" y="1887176"/>
                  <a:pt x="493002" y="1887176"/>
                </a:cubicBezTo>
                <a:close/>
                <a:moveTo>
                  <a:pt x="532917" y="1903303"/>
                </a:moveTo>
                <a:cubicBezTo>
                  <a:pt x="532418" y="1903303"/>
                  <a:pt x="531920" y="1902971"/>
                  <a:pt x="531671" y="1902556"/>
                </a:cubicBezTo>
                <a:lnTo>
                  <a:pt x="521535" y="1885026"/>
                </a:lnTo>
                <a:cubicBezTo>
                  <a:pt x="521286" y="1884610"/>
                  <a:pt x="521285" y="1884029"/>
                  <a:pt x="521535" y="1883614"/>
                </a:cubicBezTo>
                <a:lnTo>
                  <a:pt x="531671" y="1866084"/>
                </a:lnTo>
                <a:cubicBezTo>
                  <a:pt x="531919" y="1865585"/>
                  <a:pt x="532418" y="1865336"/>
                  <a:pt x="532917" y="1865336"/>
                </a:cubicBezTo>
                <a:lnTo>
                  <a:pt x="553187" y="1865336"/>
                </a:lnTo>
                <a:cubicBezTo>
                  <a:pt x="553686" y="1865336"/>
                  <a:pt x="554184" y="1865668"/>
                  <a:pt x="554433" y="1866084"/>
                </a:cubicBezTo>
                <a:lnTo>
                  <a:pt x="564569" y="1883614"/>
                </a:lnTo>
                <a:cubicBezTo>
                  <a:pt x="564819" y="1884029"/>
                  <a:pt x="564818" y="1884610"/>
                  <a:pt x="564570" y="1885026"/>
                </a:cubicBezTo>
                <a:lnTo>
                  <a:pt x="554434" y="1902556"/>
                </a:lnTo>
                <a:cubicBezTo>
                  <a:pt x="554184" y="1903054"/>
                  <a:pt x="553687" y="1903303"/>
                  <a:pt x="553188" y="1903303"/>
                </a:cubicBezTo>
                <a:close/>
                <a:moveTo>
                  <a:pt x="1074592" y="2048445"/>
                </a:moveTo>
                <a:cubicBezTo>
                  <a:pt x="1074093" y="2048445"/>
                  <a:pt x="1073595" y="2048113"/>
                  <a:pt x="1073347" y="2047698"/>
                </a:cubicBezTo>
                <a:lnTo>
                  <a:pt x="1063210" y="2030168"/>
                </a:lnTo>
                <a:cubicBezTo>
                  <a:pt x="1062962" y="2029752"/>
                  <a:pt x="1062961" y="2029171"/>
                  <a:pt x="1063210" y="2028756"/>
                </a:cubicBezTo>
                <a:lnTo>
                  <a:pt x="1073346" y="2011226"/>
                </a:lnTo>
                <a:cubicBezTo>
                  <a:pt x="1073595" y="2010727"/>
                  <a:pt x="1074093" y="2010478"/>
                  <a:pt x="1074592" y="2010478"/>
                </a:cubicBezTo>
                <a:lnTo>
                  <a:pt x="1094864" y="2010478"/>
                </a:lnTo>
                <a:cubicBezTo>
                  <a:pt x="1095363" y="2010478"/>
                  <a:pt x="1095861" y="2010810"/>
                  <a:pt x="1096109" y="2011226"/>
                </a:cubicBezTo>
                <a:lnTo>
                  <a:pt x="1106245" y="2028756"/>
                </a:lnTo>
                <a:cubicBezTo>
                  <a:pt x="1106494" y="2029171"/>
                  <a:pt x="1106494" y="2029752"/>
                  <a:pt x="1106245" y="2030168"/>
                </a:cubicBezTo>
                <a:lnTo>
                  <a:pt x="1096109" y="2047698"/>
                </a:lnTo>
                <a:cubicBezTo>
                  <a:pt x="1095860" y="2048196"/>
                  <a:pt x="1095363" y="2048445"/>
                  <a:pt x="1094863" y="2048445"/>
                </a:cubicBezTo>
                <a:close/>
                <a:moveTo>
                  <a:pt x="4505208" y="2967675"/>
                </a:moveTo>
                <a:cubicBezTo>
                  <a:pt x="4504709" y="2967675"/>
                  <a:pt x="4504211" y="2967343"/>
                  <a:pt x="4503963" y="2966928"/>
                </a:cubicBezTo>
                <a:lnTo>
                  <a:pt x="4493826" y="2949398"/>
                </a:lnTo>
                <a:cubicBezTo>
                  <a:pt x="4493578" y="2948982"/>
                  <a:pt x="4493577" y="2948401"/>
                  <a:pt x="4493826" y="2947986"/>
                </a:cubicBezTo>
                <a:lnTo>
                  <a:pt x="4503962" y="2930456"/>
                </a:lnTo>
                <a:cubicBezTo>
                  <a:pt x="4504211" y="2929957"/>
                  <a:pt x="4504709" y="2929708"/>
                  <a:pt x="4505208" y="2929708"/>
                </a:cubicBezTo>
                <a:lnTo>
                  <a:pt x="4525480" y="2929708"/>
                </a:lnTo>
                <a:cubicBezTo>
                  <a:pt x="4525979" y="2929708"/>
                  <a:pt x="4526477" y="2930040"/>
                  <a:pt x="4526725" y="2930456"/>
                </a:cubicBezTo>
                <a:lnTo>
                  <a:pt x="4536861" y="2947986"/>
                </a:lnTo>
                <a:cubicBezTo>
                  <a:pt x="4537110" y="2948401"/>
                  <a:pt x="4537110" y="2948982"/>
                  <a:pt x="4536861" y="2949398"/>
                </a:cubicBezTo>
                <a:lnTo>
                  <a:pt x="4526725" y="2966928"/>
                </a:lnTo>
                <a:cubicBezTo>
                  <a:pt x="4526476" y="2967426"/>
                  <a:pt x="4525978" y="2967675"/>
                  <a:pt x="4525479" y="2967675"/>
                </a:cubicBezTo>
                <a:close/>
                <a:moveTo>
                  <a:pt x="593020" y="1919513"/>
                </a:moveTo>
                <a:cubicBezTo>
                  <a:pt x="592521" y="1919513"/>
                  <a:pt x="592023" y="1919181"/>
                  <a:pt x="591773" y="1918766"/>
                </a:cubicBezTo>
                <a:lnTo>
                  <a:pt x="581638" y="1901153"/>
                </a:lnTo>
                <a:cubicBezTo>
                  <a:pt x="581389" y="1900738"/>
                  <a:pt x="581388" y="1900156"/>
                  <a:pt x="581637" y="1899741"/>
                </a:cubicBezTo>
                <a:lnTo>
                  <a:pt x="591857" y="1882128"/>
                </a:lnTo>
                <a:cubicBezTo>
                  <a:pt x="592106" y="1881629"/>
                  <a:pt x="592604" y="1881380"/>
                  <a:pt x="593103" y="1881380"/>
                </a:cubicBezTo>
                <a:lnTo>
                  <a:pt x="613457" y="1881380"/>
                </a:lnTo>
                <a:cubicBezTo>
                  <a:pt x="613955" y="1881380"/>
                  <a:pt x="614454" y="1881712"/>
                  <a:pt x="614702" y="1882128"/>
                </a:cubicBezTo>
                <a:lnTo>
                  <a:pt x="624838" y="1899741"/>
                </a:lnTo>
                <a:cubicBezTo>
                  <a:pt x="625087" y="1900156"/>
                  <a:pt x="625088" y="1900738"/>
                  <a:pt x="624839" y="1901153"/>
                </a:cubicBezTo>
                <a:lnTo>
                  <a:pt x="614620" y="1918766"/>
                </a:lnTo>
                <a:cubicBezTo>
                  <a:pt x="614371" y="1919264"/>
                  <a:pt x="613872" y="1919513"/>
                  <a:pt x="613373" y="1919513"/>
                </a:cubicBezTo>
                <a:close/>
                <a:moveTo>
                  <a:pt x="4144007" y="2870997"/>
                </a:moveTo>
                <a:cubicBezTo>
                  <a:pt x="4143508" y="2870997"/>
                  <a:pt x="4143010" y="2870665"/>
                  <a:pt x="4142761" y="2870250"/>
                </a:cubicBezTo>
                <a:lnTo>
                  <a:pt x="4132625" y="2852637"/>
                </a:lnTo>
                <a:cubicBezTo>
                  <a:pt x="4132376" y="2852222"/>
                  <a:pt x="4132376" y="2851640"/>
                  <a:pt x="4132625" y="2851225"/>
                </a:cubicBezTo>
                <a:lnTo>
                  <a:pt x="4142844" y="2833612"/>
                </a:lnTo>
                <a:cubicBezTo>
                  <a:pt x="4143093" y="2833113"/>
                  <a:pt x="4143591" y="2832864"/>
                  <a:pt x="4144090" y="2832864"/>
                </a:cubicBezTo>
                <a:lnTo>
                  <a:pt x="4164444" y="2832864"/>
                </a:lnTo>
                <a:cubicBezTo>
                  <a:pt x="4164943" y="2832864"/>
                  <a:pt x="4165441" y="2833196"/>
                  <a:pt x="4165691" y="2833612"/>
                </a:cubicBezTo>
                <a:lnTo>
                  <a:pt x="4175826" y="2851225"/>
                </a:lnTo>
                <a:cubicBezTo>
                  <a:pt x="4176075" y="2851640"/>
                  <a:pt x="4176075" y="2852222"/>
                  <a:pt x="4175826" y="2852637"/>
                </a:cubicBezTo>
                <a:lnTo>
                  <a:pt x="4165607" y="2870250"/>
                </a:lnTo>
                <a:cubicBezTo>
                  <a:pt x="4165358" y="2870748"/>
                  <a:pt x="4164860" y="2870997"/>
                  <a:pt x="4164361" y="2870997"/>
                </a:cubicBezTo>
                <a:close/>
                <a:moveTo>
                  <a:pt x="5227359" y="3161280"/>
                </a:moveTo>
                <a:cubicBezTo>
                  <a:pt x="5226860" y="3161280"/>
                  <a:pt x="5226362" y="3160948"/>
                  <a:pt x="5226112" y="3160533"/>
                </a:cubicBezTo>
                <a:lnTo>
                  <a:pt x="5215977" y="3142920"/>
                </a:lnTo>
                <a:cubicBezTo>
                  <a:pt x="5215728" y="3142505"/>
                  <a:pt x="5215727" y="3141923"/>
                  <a:pt x="5215977" y="3141508"/>
                </a:cubicBezTo>
                <a:lnTo>
                  <a:pt x="5226196" y="3123895"/>
                </a:lnTo>
                <a:cubicBezTo>
                  <a:pt x="5226445" y="3123396"/>
                  <a:pt x="5226943" y="3123147"/>
                  <a:pt x="5227442" y="3123147"/>
                </a:cubicBezTo>
                <a:lnTo>
                  <a:pt x="5247795" y="3123147"/>
                </a:lnTo>
                <a:cubicBezTo>
                  <a:pt x="5248294" y="3123147"/>
                  <a:pt x="5248793" y="3123479"/>
                  <a:pt x="5249043" y="3123895"/>
                </a:cubicBezTo>
                <a:lnTo>
                  <a:pt x="5259178" y="3141508"/>
                </a:lnTo>
                <a:cubicBezTo>
                  <a:pt x="5259427" y="3141923"/>
                  <a:pt x="5259427" y="3142505"/>
                  <a:pt x="5259178" y="3142920"/>
                </a:cubicBezTo>
                <a:lnTo>
                  <a:pt x="5248959" y="3160533"/>
                </a:lnTo>
                <a:cubicBezTo>
                  <a:pt x="5248710" y="3161031"/>
                  <a:pt x="5248212" y="3161280"/>
                  <a:pt x="5247713" y="3161280"/>
                </a:cubicBezTo>
                <a:close/>
                <a:moveTo>
                  <a:pt x="3301296" y="2645457"/>
                </a:moveTo>
                <a:cubicBezTo>
                  <a:pt x="3300797" y="2645457"/>
                  <a:pt x="3300299" y="2645125"/>
                  <a:pt x="3300050" y="2644709"/>
                </a:cubicBezTo>
                <a:lnTo>
                  <a:pt x="3289748" y="2626931"/>
                </a:lnTo>
                <a:cubicBezTo>
                  <a:pt x="3289499" y="2626515"/>
                  <a:pt x="3289499" y="2625934"/>
                  <a:pt x="3289748" y="2625518"/>
                </a:cubicBezTo>
                <a:lnTo>
                  <a:pt x="3300050" y="2607739"/>
                </a:lnTo>
                <a:cubicBezTo>
                  <a:pt x="3300299" y="2607240"/>
                  <a:pt x="3300797" y="2606992"/>
                  <a:pt x="3301296" y="2606991"/>
                </a:cubicBezTo>
                <a:lnTo>
                  <a:pt x="3321816" y="2606991"/>
                </a:lnTo>
                <a:cubicBezTo>
                  <a:pt x="3322315" y="2606992"/>
                  <a:pt x="3322813" y="2607323"/>
                  <a:pt x="3323063" y="2607739"/>
                </a:cubicBezTo>
                <a:lnTo>
                  <a:pt x="3333364" y="2625519"/>
                </a:lnTo>
                <a:cubicBezTo>
                  <a:pt x="3333614" y="2625933"/>
                  <a:pt x="3333614" y="2626516"/>
                  <a:pt x="3333364" y="2626930"/>
                </a:cubicBezTo>
                <a:lnTo>
                  <a:pt x="3323063" y="2644710"/>
                </a:lnTo>
                <a:cubicBezTo>
                  <a:pt x="3322813" y="2645208"/>
                  <a:pt x="3322315" y="2645458"/>
                  <a:pt x="3321816" y="2645458"/>
                </a:cubicBezTo>
                <a:close/>
                <a:moveTo>
                  <a:pt x="4324471" y="2919720"/>
                </a:moveTo>
                <a:cubicBezTo>
                  <a:pt x="4323972" y="2919720"/>
                  <a:pt x="4323473" y="2919388"/>
                  <a:pt x="4323225" y="2918972"/>
                </a:cubicBezTo>
                <a:lnTo>
                  <a:pt x="4312923" y="2901110"/>
                </a:lnTo>
                <a:cubicBezTo>
                  <a:pt x="4312674" y="2900612"/>
                  <a:pt x="4312674" y="2900030"/>
                  <a:pt x="4312923" y="2899615"/>
                </a:cubicBezTo>
                <a:lnTo>
                  <a:pt x="4323225" y="2881753"/>
                </a:lnTo>
                <a:cubicBezTo>
                  <a:pt x="4323474" y="2881254"/>
                  <a:pt x="4323972" y="2881005"/>
                  <a:pt x="4324471" y="2881005"/>
                </a:cubicBezTo>
                <a:lnTo>
                  <a:pt x="4345158" y="2881005"/>
                </a:lnTo>
                <a:cubicBezTo>
                  <a:pt x="4345656" y="2881005"/>
                  <a:pt x="4346155" y="2881337"/>
                  <a:pt x="4346403" y="2881753"/>
                </a:cubicBezTo>
                <a:lnTo>
                  <a:pt x="4356705" y="2899615"/>
                </a:lnTo>
                <a:cubicBezTo>
                  <a:pt x="4356955" y="2900113"/>
                  <a:pt x="4356955" y="2900695"/>
                  <a:pt x="4356706" y="2901110"/>
                </a:cubicBezTo>
                <a:lnTo>
                  <a:pt x="4346403" y="2918972"/>
                </a:lnTo>
                <a:cubicBezTo>
                  <a:pt x="4346155" y="2919470"/>
                  <a:pt x="4345656" y="2919720"/>
                  <a:pt x="4345158" y="2919720"/>
                </a:cubicBezTo>
                <a:close/>
                <a:moveTo>
                  <a:pt x="5046705" y="3113242"/>
                </a:moveTo>
                <a:cubicBezTo>
                  <a:pt x="5046206" y="3113242"/>
                  <a:pt x="5045708" y="3112910"/>
                  <a:pt x="5045459" y="3112494"/>
                </a:cubicBezTo>
                <a:lnTo>
                  <a:pt x="5035157" y="3094632"/>
                </a:lnTo>
                <a:cubicBezTo>
                  <a:pt x="5034908" y="3094134"/>
                  <a:pt x="5034908" y="3093552"/>
                  <a:pt x="5035157" y="3093137"/>
                </a:cubicBezTo>
                <a:lnTo>
                  <a:pt x="5045459" y="3075275"/>
                </a:lnTo>
                <a:cubicBezTo>
                  <a:pt x="5045708" y="3074776"/>
                  <a:pt x="5046206" y="3074527"/>
                  <a:pt x="5046705" y="3074527"/>
                </a:cubicBezTo>
                <a:lnTo>
                  <a:pt x="5067392" y="3074527"/>
                </a:lnTo>
                <a:cubicBezTo>
                  <a:pt x="5067890" y="3074527"/>
                  <a:pt x="5068389" y="3074859"/>
                  <a:pt x="5068638" y="3075275"/>
                </a:cubicBezTo>
                <a:lnTo>
                  <a:pt x="5078940" y="3093137"/>
                </a:lnTo>
                <a:cubicBezTo>
                  <a:pt x="5079189" y="3093635"/>
                  <a:pt x="5079189" y="3094217"/>
                  <a:pt x="5078940" y="3094632"/>
                </a:cubicBezTo>
                <a:lnTo>
                  <a:pt x="5068638" y="3112494"/>
                </a:lnTo>
                <a:cubicBezTo>
                  <a:pt x="5068389" y="3112992"/>
                  <a:pt x="5067890" y="3113242"/>
                  <a:pt x="5067392" y="3113242"/>
                </a:cubicBezTo>
                <a:close/>
                <a:moveTo>
                  <a:pt x="653029" y="1936054"/>
                </a:moveTo>
                <a:cubicBezTo>
                  <a:pt x="652531" y="1936054"/>
                  <a:pt x="652032" y="1935722"/>
                  <a:pt x="651782" y="1935306"/>
                </a:cubicBezTo>
                <a:lnTo>
                  <a:pt x="641398" y="1917361"/>
                </a:lnTo>
                <a:cubicBezTo>
                  <a:pt x="641148" y="1916863"/>
                  <a:pt x="641149" y="1916281"/>
                  <a:pt x="641398" y="1915866"/>
                </a:cubicBezTo>
                <a:lnTo>
                  <a:pt x="651782" y="1897921"/>
                </a:lnTo>
                <a:cubicBezTo>
                  <a:pt x="652032" y="1897422"/>
                  <a:pt x="652530" y="1897173"/>
                  <a:pt x="653028" y="1897173"/>
                </a:cubicBezTo>
                <a:lnTo>
                  <a:pt x="673799" y="1897173"/>
                </a:lnTo>
                <a:cubicBezTo>
                  <a:pt x="674297" y="1897173"/>
                  <a:pt x="674796" y="1897505"/>
                  <a:pt x="675045" y="1897921"/>
                </a:cubicBezTo>
                <a:lnTo>
                  <a:pt x="685429" y="1915866"/>
                </a:lnTo>
                <a:cubicBezTo>
                  <a:pt x="685679" y="1916364"/>
                  <a:pt x="685679" y="1916946"/>
                  <a:pt x="685429" y="1917361"/>
                </a:cubicBezTo>
                <a:lnTo>
                  <a:pt x="675045" y="1935306"/>
                </a:lnTo>
                <a:cubicBezTo>
                  <a:pt x="674795" y="1935805"/>
                  <a:pt x="674297" y="1936054"/>
                  <a:pt x="673799" y="1936054"/>
                </a:cubicBezTo>
                <a:close/>
                <a:moveTo>
                  <a:pt x="713216" y="1952181"/>
                </a:moveTo>
                <a:cubicBezTo>
                  <a:pt x="712718" y="1952181"/>
                  <a:pt x="712219" y="1951849"/>
                  <a:pt x="711969" y="1951433"/>
                </a:cubicBezTo>
                <a:lnTo>
                  <a:pt x="701585" y="1933488"/>
                </a:lnTo>
                <a:cubicBezTo>
                  <a:pt x="701335" y="1932990"/>
                  <a:pt x="701336" y="1932408"/>
                  <a:pt x="701585" y="1931993"/>
                </a:cubicBezTo>
                <a:lnTo>
                  <a:pt x="711969" y="1914048"/>
                </a:lnTo>
                <a:cubicBezTo>
                  <a:pt x="712219" y="1913549"/>
                  <a:pt x="712717" y="1913300"/>
                  <a:pt x="713215" y="1913300"/>
                </a:cubicBezTo>
                <a:lnTo>
                  <a:pt x="733986" y="1913300"/>
                </a:lnTo>
                <a:cubicBezTo>
                  <a:pt x="734484" y="1913300"/>
                  <a:pt x="734983" y="1913632"/>
                  <a:pt x="735232" y="1914048"/>
                </a:cubicBezTo>
                <a:lnTo>
                  <a:pt x="745616" y="1931993"/>
                </a:lnTo>
                <a:cubicBezTo>
                  <a:pt x="745866" y="1932491"/>
                  <a:pt x="745866" y="1933073"/>
                  <a:pt x="745616" y="1933488"/>
                </a:cubicBezTo>
                <a:lnTo>
                  <a:pt x="735232" y="1951433"/>
                </a:lnTo>
                <a:cubicBezTo>
                  <a:pt x="734982" y="1951932"/>
                  <a:pt x="734484" y="1952181"/>
                  <a:pt x="733986" y="1952181"/>
                </a:cubicBezTo>
                <a:close/>
                <a:moveTo>
                  <a:pt x="3481782" y="2694016"/>
                </a:moveTo>
                <a:cubicBezTo>
                  <a:pt x="3481283" y="2694016"/>
                  <a:pt x="3480785" y="2693685"/>
                  <a:pt x="3480536" y="2693268"/>
                </a:cubicBezTo>
                <a:lnTo>
                  <a:pt x="3470151" y="2675323"/>
                </a:lnTo>
                <a:cubicBezTo>
                  <a:pt x="3469902" y="2674826"/>
                  <a:pt x="3469902" y="2674243"/>
                  <a:pt x="3470151" y="2673828"/>
                </a:cubicBezTo>
                <a:lnTo>
                  <a:pt x="3480536" y="2655883"/>
                </a:lnTo>
                <a:cubicBezTo>
                  <a:pt x="3480785" y="2655385"/>
                  <a:pt x="3481283" y="2655135"/>
                  <a:pt x="3481782" y="2655135"/>
                </a:cubicBezTo>
                <a:lnTo>
                  <a:pt x="3502552" y="2655135"/>
                </a:lnTo>
                <a:cubicBezTo>
                  <a:pt x="3503050" y="2655135"/>
                  <a:pt x="3503549" y="2655467"/>
                  <a:pt x="3503798" y="2655884"/>
                </a:cubicBezTo>
                <a:lnTo>
                  <a:pt x="3514183" y="2673829"/>
                </a:lnTo>
                <a:cubicBezTo>
                  <a:pt x="3514432" y="2674326"/>
                  <a:pt x="3514432" y="2674909"/>
                  <a:pt x="3514183" y="2675323"/>
                </a:cubicBezTo>
                <a:lnTo>
                  <a:pt x="3503798" y="2693268"/>
                </a:lnTo>
                <a:cubicBezTo>
                  <a:pt x="3503549" y="2693767"/>
                  <a:pt x="3503050" y="2694017"/>
                  <a:pt x="3502552" y="2694016"/>
                </a:cubicBezTo>
                <a:close/>
                <a:moveTo>
                  <a:pt x="893691" y="2000644"/>
                </a:moveTo>
                <a:cubicBezTo>
                  <a:pt x="893192" y="2000644"/>
                  <a:pt x="892694" y="2000312"/>
                  <a:pt x="892445" y="1999897"/>
                </a:cubicBezTo>
                <a:lnTo>
                  <a:pt x="882060" y="1981868"/>
                </a:lnTo>
                <a:cubicBezTo>
                  <a:pt x="881811" y="1981370"/>
                  <a:pt x="881811" y="1980788"/>
                  <a:pt x="882061" y="1980373"/>
                </a:cubicBezTo>
                <a:lnTo>
                  <a:pt x="892528" y="1962345"/>
                </a:lnTo>
                <a:cubicBezTo>
                  <a:pt x="892777" y="1961846"/>
                  <a:pt x="893276" y="1961597"/>
                  <a:pt x="893774" y="1961597"/>
                </a:cubicBezTo>
                <a:lnTo>
                  <a:pt x="914627" y="1961597"/>
                </a:lnTo>
                <a:cubicBezTo>
                  <a:pt x="915125" y="1961597"/>
                  <a:pt x="915624" y="1961929"/>
                  <a:pt x="915873" y="1962345"/>
                </a:cubicBezTo>
                <a:lnTo>
                  <a:pt x="926258" y="1980373"/>
                </a:lnTo>
                <a:cubicBezTo>
                  <a:pt x="926507" y="1980871"/>
                  <a:pt x="926507" y="1981453"/>
                  <a:pt x="926258" y="1981868"/>
                </a:cubicBezTo>
                <a:lnTo>
                  <a:pt x="915790" y="1999897"/>
                </a:lnTo>
                <a:cubicBezTo>
                  <a:pt x="915541" y="2000395"/>
                  <a:pt x="915042" y="2000644"/>
                  <a:pt x="914544" y="2000644"/>
                </a:cubicBezTo>
                <a:close/>
                <a:moveTo>
                  <a:pt x="1014063" y="2032897"/>
                </a:moveTo>
                <a:cubicBezTo>
                  <a:pt x="1013564" y="2032897"/>
                  <a:pt x="1013066" y="2032565"/>
                  <a:pt x="1012817" y="2032150"/>
                </a:cubicBezTo>
                <a:lnTo>
                  <a:pt x="1002432" y="2014121"/>
                </a:lnTo>
                <a:cubicBezTo>
                  <a:pt x="1002183" y="2013623"/>
                  <a:pt x="1002183" y="2013041"/>
                  <a:pt x="1002432" y="2012626"/>
                </a:cubicBezTo>
                <a:lnTo>
                  <a:pt x="1012900" y="1994598"/>
                </a:lnTo>
                <a:cubicBezTo>
                  <a:pt x="1013149" y="1994099"/>
                  <a:pt x="1013648" y="1993850"/>
                  <a:pt x="1014146" y="1993850"/>
                </a:cubicBezTo>
                <a:lnTo>
                  <a:pt x="1034999" y="1993850"/>
                </a:lnTo>
                <a:cubicBezTo>
                  <a:pt x="1035497" y="1993850"/>
                  <a:pt x="1035996" y="1994182"/>
                  <a:pt x="1036245" y="1994598"/>
                </a:cubicBezTo>
                <a:lnTo>
                  <a:pt x="1046630" y="2012626"/>
                </a:lnTo>
                <a:cubicBezTo>
                  <a:pt x="1046879" y="2013124"/>
                  <a:pt x="1046879" y="2013706"/>
                  <a:pt x="1046630" y="2014121"/>
                </a:cubicBezTo>
                <a:lnTo>
                  <a:pt x="1036162" y="2032150"/>
                </a:lnTo>
                <a:cubicBezTo>
                  <a:pt x="1035913" y="2032648"/>
                  <a:pt x="1035414" y="2032897"/>
                  <a:pt x="1034916" y="2032897"/>
                </a:cubicBezTo>
                <a:close/>
                <a:moveTo>
                  <a:pt x="3421512" y="2677971"/>
                </a:moveTo>
                <a:cubicBezTo>
                  <a:pt x="3421013" y="2677972"/>
                  <a:pt x="3420515" y="2677640"/>
                  <a:pt x="3420266" y="2677225"/>
                </a:cubicBezTo>
                <a:lnTo>
                  <a:pt x="3409881" y="2659196"/>
                </a:lnTo>
                <a:cubicBezTo>
                  <a:pt x="3409632" y="2658697"/>
                  <a:pt x="3409632" y="2658116"/>
                  <a:pt x="3409881" y="2657700"/>
                </a:cubicBezTo>
                <a:lnTo>
                  <a:pt x="3420349" y="2639673"/>
                </a:lnTo>
                <a:cubicBezTo>
                  <a:pt x="3420598" y="2639174"/>
                  <a:pt x="3421098" y="2638925"/>
                  <a:pt x="3421596" y="2638925"/>
                </a:cubicBezTo>
                <a:lnTo>
                  <a:pt x="3442449" y="2638925"/>
                </a:lnTo>
                <a:cubicBezTo>
                  <a:pt x="3442948" y="2638925"/>
                  <a:pt x="3443445" y="2639256"/>
                  <a:pt x="3443694" y="2639673"/>
                </a:cubicBezTo>
                <a:lnTo>
                  <a:pt x="3454079" y="2657700"/>
                </a:lnTo>
                <a:cubicBezTo>
                  <a:pt x="3454328" y="2658199"/>
                  <a:pt x="3454328" y="2658780"/>
                  <a:pt x="3454079" y="2659196"/>
                </a:cubicBezTo>
                <a:lnTo>
                  <a:pt x="3443611" y="2677225"/>
                </a:lnTo>
                <a:cubicBezTo>
                  <a:pt x="3443363" y="2677723"/>
                  <a:pt x="3442863" y="2677971"/>
                  <a:pt x="3442365" y="2677972"/>
                </a:cubicBezTo>
                <a:close/>
                <a:moveTo>
                  <a:pt x="3541884" y="2710225"/>
                </a:moveTo>
                <a:cubicBezTo>
                  <a:pt x="3541385" y="2710225"/>
                  <a:pt x="3540887" y="2709893"/>
                  <a:pt x="3540638" y="2709478"/>
                </a:cubicBezTo>
                <a:lnTo>
                  <a:pt x="3530253" y="2691449"/>
                </a:lnTo>
                <a:cubicBezTo>
                  <a:pt x="3530004" y="2690951"/>
                  <a:pt x="3530004" y="2690369"/>
                  <a:pt x="3530253" y="2689954"/>
                </a:cubicBezTo>
                <a:lnTo>
                  <a:pt x="3540721" y="2671926"/>
                </a:lnTo>
                <a:cubicBezTo>
                  <a:pt x="3540970" y="2671427"/>
                  <a:pt x="3541469" y="2671178"/>
                  <a:pt x="3541967" y="2671178"/>
                </a:cubicBezTo>
                <a:lnTo>
                  <a:pt x="3562820" y="2671178"/>
                </a:lnTo>
                <a:cubicBezTo>
                  <a:pt x="3563319" y="2671178"/>
                  <a:pt x="3563817" y="2671510"/>
                  <a:pt x="3564066" y="2671926"/>
                </a:cubicBezTo>
                <a:lnTo>
                  <a:pt x="3574451" y="2689954"/>
                </a:lnTo>
                <a:cubicBezTo>
                  <a:pt x="3574700" y="2690452"/>
                  <a:pt x="3574700" y="2691034"/>
                  <a:pt x="3574451" y="2691449"/>
                </a:cubicBezTo>
                <a:lnTo>
                  <a:pt x="3563983" y="2709478"/>
                </a:lnTo>
                <a:cubicBezTo>
                  <a:pt x="3563734" y="2709976"/>
                  <a:pt x="3563235" y="2710225"/>
                  <a:pt x="3562737" y="2710225"/>
                </a:cubicBezTo>
                <a:close/>
                <a:moveTo>
                  <a:pt x="4384492" y="2936001"/>
                </a:moveTo>
                <a:cubicBezTo>
                  <a:pt x="4383993" y="2936001"/>
                  <a:pt x="4383495" y="2935669"/>
                  <a:pt x="4383246" y="2935254"/>
                </a:cubicBezTo>
                <a:lnTo>
                  <a:pt x="4372861" y="2917225"/>
                </a:lnTo>
                <a:cubicBezTo>
                  <a:pt x="4372612" y="2916727"/>
                  <a:pt x="4372612" y="2916145"/>
                  <a:pt x="4372861" y="2915730"/>
                </a:cubicBezTo>
                <a:lnTo>
                  <a:pt x="4383329" y="2897702"/>
                </a:lnTo>
                <a:cubicBezTo>
                  <a:pt x="4383578" y="2897203"/>
                  <a:pt x="4384077" y="2896954"/>
                  <a:pt x="4384575" y="2896954"/>
                </a:cubicBezTo>
                <a:lnTo>
                  <a:pt x="4405428" y="2896954"/>
                </a:lnTo>
                <a:cubicBezTo>
                  <a:pt x="4405927" y="2896954"/>
                  <a:pt x="4406425" y="2897286"/>
                  <a:pt x="4406674" y="2897702"/>
                </a:cubicBezTo>
                <a:lnTo>
                  <a:pt x="4417059" y="2915730"/>
                </a:lnTo>
                <a:cubicBezTo>
                  <a:pt x="4417308" y="2916228"/>
                  <a:pt x="4417308" y="2916810"/>
                  <a:pt x="4417059" y="2917225"/>
                </a:cubicBezTo>
                <a:lnTo>
                  <a:pt x="4406591" y="2935254"/>
                </a:lnTo>
                <a:cubicBezTo>
                  <a:pt x="4406342" y="2935752"/>
                  <a:pt x="4405843" y="2936001"/>
                  <a:pt x="4405345" y="2936001"/>
                </a:cubicBezTo>
                <a:close/>
                <a:moveTo>
                  <a:pt x="773317" y="1968473"/>
                </a:moveTo>
                <a:cubicBezTo>
                  <a:pt x="772819" y="1968473"/>
                  <a:pt x="772320" y="1968141"/>
                  <a:pt x="772071" y="1967725"/>
                </a:cubicBezTo>
                <a:lnTo>
                  <a:pt x="761603" y="1949614"/>
                </a:lnTo>
                <a:cubicBezTo>
                  <a:pt x="761355" y="1949116"/>
                  <a:pt x="761354" y="1948534"/>
                  <a:pt x="761603" y="1948119"/>
                </a:cubicBezTo>
                <a:lnTo>
                  <a:pt x="772071" y="1930008"/>
                </a:lnTo>
                <a:cubicBezTo>
                  <a:pt x="772321" y="1929509"/>
                  <a:pt x="772819" y="1929260"/>
                  <a:pt x="773317" y="1929260"/>
                </a:cubicBezTo>
                <a:lnTo>
                  <a:pt x="794254" y="1929260"/>
                </a:lnTo>
                <a:cubicBezTo>
                  <a:pt x="794753" y="1929260"/>
                  <a:pt x="795251" y="1929592"/>
                  <a:pt x="795500" y="1930008"/>
                </a:cubicBezTo>
                <a:lnTo>
                  <a:pt x="805968" y="1948119"/>
                </a:lnTo>
                <a:cubicBezTo>
                  <a:pt x="806217" y="1948617"/>
                  <a:pt x="806218" y="1949199"/>
                  <a:pt x="805968" y="1949614"/>
                </a:cubicBezTo>
                <a:lnTo>
                  <a:pt x="795500" y="1967725"/>
                </a:lnTo>
                <a:cubicBezTo>
                  <a:pt x="795250" y="1968224"/>
                  <a:pt x="794753" y="1968473"/>
                  <a:pt x="794254" y="1968473"/>
                </a:cubicBezTo>
                <a:close/>
                <a:moveTo>
                  <a:pt x="833503" y="1984600"/>
                </a:moveTo>
                <a:cubicBezTo>
                  <a:pt x="833005" y="1984600"/>
                  <a:pt x="832506" y="1984267"/>
                  <a:pt x="832257" y="1983852"/>
                </a:cubicBezTo>
                <a:lnTo>
                  <a:pt x="821789" y="1965741"/>
                </a:lnTo>
                <a:cubicBezTo>
                  <a:pt x="821540" y="1965243"/>
                  <a:pt x="821540" y="1964661"/>
                  <a:pt x="821789" y="1964245"/>
                </a:cubicBezTo>
                <a:lnTo>
                  <a:pt x="832257" y="1946135"/>
                </a:lnTo>
                <a:cubicBezTo>
                  <a:pt x="832507" y="1945636"/>
                  <a:pt x="833005" y="1945387"/>
                  <a:pt x="833503" y="1945387"/>
                </a:cubicBezTo>
                <a:lnTo>
                  <a:pt x="854440" y="1945387"/>
                </a:lnTo>
                <a:cubicBezTo>
                  <a:pt x="854939" y="1945387"/>
                  <a:pt x="855437" y="1945719"/>
                  <a:pt x="855685" y="1946135"/>
                </a:cubicBezTo>
                <a:lnTo>
                  <a:pt x="866154" y="1964246"/>
                </a:lnTo>
                <a:cubicBezTo>
                  <a:pt x="866403" y="1964744"/>
                  <a:pt x="866404" y="1965326"/>
                  <a:pt x="866154" y="1965741"/>
                </a:cubicBezTo>
                <a:lnTo>
                  <a:pt x="855686" y="1983852"/>
                </a:lnTo>
                <a:cubicBezTo>
                  <a:pt x="855436" y="1984351"/>
                  <a:pt x="854939" y="1984600"/>
                  <a:pt x="854440" y="1984600"/>
                </a:cubicBezTo>
                <a:close/>
                <a:moveTo>
                  <a:pt x="953876" y="2016853"/>
                </a:moveTo>
                <a:cubicBezTo>
                  <a:pt x="953378" y="2016853"/>
                  <a:pt x="952879" y="2016521"/>
                  <a:pt x="952630" y="2016105"/>
                </a:cubicBezTo>
                <a:lnTo>
                  <a:pt x="942162" y="1997995"/>
                </a:lnTo>
                <a:cubicBezTo>
                  <a:pt x="941913" y="1997496"/>
                  <a:pt x="941913" y="1996915"/>
                  <a:pt x="942162" y="1996499"/>
                </a:cubicBezTo>
                <a:lnTo>
                  <a:pt x="952630" y="1978388"/>
                </a:lnTo>
                <a:cubicBezTo>
                  <a:pt x="952879" y="1977889"/>
                  <a:pt x="953378" y="1977640"/>
                  <a:pt x="953876" y="1977640"/>
                </a:cubicBezTo>
                <a:lnTo>
                  <a:pt x="974812" y="1977640"/>
                </a:lnTo>
                <a:cubicBezTo>
                  <a:pt x="975311" y="1977640"/>
                  <a:pt x="975809" y="1977972"/>
                  <a:pt x="976058" y="1978388"/>
                </a:cubicBezTo>
                <a:lnTo>
                  <a:pt x="986526" y="1996499"/>
                </a:lnTo>
                <a:cubicBezTo>
                  <a:pt x="986776" y="1996997"/>
                  <a:pt x="986776" y="1997579"/>
                  <a:pt x="986526" y="1997994"/>
                </a:cubicBezTo>
                <a:lnTo>
                  <a:pt x="976058" y="2016105"/>
                </a:lnTo>
                <a:cubicBezTo>
                  <a:pt x="975809" y="2016604"/>
                  <a:pt x="975311" y="2016854"/>
                  <a:pt x="974812" y="2016853"/>
                </a:cubicBezTo>
                <a:close/>
                <a:moveTo>
                  <a:pt x="3240954" y="2629674"/>
                </a:moveTo>
                <a:cubicBezTo>
                  <a:pt x="3240456" y="2629674"/>
                  <a:pt x="3239957" y="2629342"/>
                  <a:pt x="3239708" y="2628926"/>
                </a:cubicBezTo>
                <a:lnTo>
                  <a:pt x="3229240" y="2610815"/>
                </a:lnTo>
                <a:cubicBezTo>
                  <a:pt x="3228991" y="2610317"/>
                  <a:pt x="3228991" y="2609735"/>
                  <a:pt x="3229240" y="2609320"/>
                </a:cubicBezTo>
                <a:lnTo>
                  <a:pt x="3239707" y="2591209"/>
                </a:lnTo>
                <a:cubicBezTo>
                  <a:pt x="3239957" y="2590710"/>
                  <a:pt x="3240456" y="2590461"/>
                  <a:pt x="3240954" y="2590461"/>
                </a:cubicBezTo>
                <a:lnTo>
                  <a:pt x="3261890" y="2590461"/>
                </a:lnTo>
                <a:cubicBezTo>
                  <a:pt x="3262389" y="2590461"/>
                  <a:pt x="3262886" y="2590793"/>
                  <a:pt x="3263136" y="2591209"/>
                </a:cubicBezTo>
                <a:lnTo>
                  <a:pt x="3273604" y="2609320"/>
                </a:lnTo>
                <a:cubicBezTo>
                  <a:pt x="3273854" y="2609818"/>
                  <a:pt x="3273854" y="2610400"/>
                  <a:pt x="3273604" y="2610815"/>
                </a:cubicBezTo>
                <a:lnTo>
                  <a:pt x="3263136" y="2628926"/>
                </a:lnTo>
                <a:cubicBezTo>
                  <a:pt x="3262887" y="2629425"/>
                  <a:pt x="3262389" y="2629674"/>
                  <a:pt x="3261890" y="2629674"/>
                </a:cubicBezTo>
                <a:close/>
                <a:moveTo>
                  <a:pt x="3361266" y="2662004"/>
                </a:moveTo>
                <a:cubicBezTo>
                  <a:pt x="3360768" y="2662004"/>
                  <a:pt x="3360268" y="2661671"/>
                  <a:pt x="3360019" y="2661256"/>
                </a:cubicBezTo>
                <a:lnTo>
                  <a:pt x="3349469" y="2642979"/>
                </a:lnTo>
                <a:cubicBezTo>
                  <a:pt x="3349219" y="2642480"/>
                  <a:pt x="3349219" y="2641898"/>
                  <a:pt x="3349468" y="2641483"/>
                </a:cubicBezTo>
                <a:lnTo>
                  <a:pt x="3360019" y="2623206"/>
                </a:lnTo>
                <a:cubicBezTo>
                  <a:pt x="3360268" y="2622707"/>
                  <a:pt x="3360767" y="2622458"/>
                  <a:pt x="3361265" y="2622458"/>
                </a:cubicBezTo>
                <a:lnTo>
                  <a:pt x="3382284" y="2622458"/>
                </a:lnTo>
                <a:cubicBezTo>
                  <a:pt x="3382782" y="2622458"/>
                  <a:pt x="3383282" y="2622790"/>
                  <a:pt x="3383530" y="2623206"/>
                </a:cubicBezTo>
                <a:lnTo>
                  <a:pt x="3394081" y="2641483"/>
                </a:lnTo>
                <a:cubicBezTo>
                  <a:pt x="3394331" y="2641982"/>
                  <a:pt x="3394331" y="2642563"/>
                  <a:pt x="3394081" y="2642979"/>
                </a:cubicBezTo>
                <a:lnTo>
                  <a:pt x="3383530" y="2661256"/>
                </a:lnTo>
                <a:cubicBezTo>
                  <a:pt x="3383281" y="2661754"/>
                  <a:pt x="3382782" y="2662004"/>
                  <a:pt x="3382284" y="2662004"/>
                </a:cubicBezTo>
                <a:close/>
                <a:moveTo>
                  <a:pt x="4264035" y="2904091"/>
                </a:moveTo>
                <a:cubicBezTo>
                  <a:pt x="4263454" y="2904091"/>
                  <a:pt x="4262955" y="2903842"/>
                  <a:pt x="4262706" y="2903343"/>
                </a:cubicBezTo>
                <a:lnTo>
                  <a:pt x="4252155" y="2884983"/>
                </a:lnTo>
                <a:cubicBezTo>
                  <a:pt x="4251906" y="2884484"/>
                  <a:pt x="4251906" y="2883986"/>
                  <a:pt x="4252155" y="2883487"/>
                </a:cubicBezTo>
                <a:lnTo>
                  <a:pt x="4262706" y="2865127"/>
                </a:lnTo>
                <a:cubicBezTo>
                  <a:pt x="4263038" y="2864628"/>
                  <a:pt x="4263537" y="2864379"/>
                  <a:pt x="4264035" y="2864379"/>
                </a:cubicBezTo>
                <a:lnTo>
                  <a:pt x="4285220" y="2864379"/>
                </a:lnTo>
                <a:cubicBezTo>
                  <a:pt x="4285802" y="2864379"/>
                  <a:pt x="4286300" y="2864628"/>
                  <a:pt x="4286550" y="2865127"/>
                </a:cubicBezTo>
                <a:lnTo>
                  <a:pt x="4297101" y="2883487"/>
                </a:lnTo>
                <a:cubicBezTo>
                  <a:pt x="4297350" y="2883986"/>
                  <a:pt x="4297350" y="2884484"/>
                  <a:pt x="4297101" y="2884983"/>
                </a:cubicBezTo>
                <a:lnTo>
                  <a:pt x="4286550" y="2903343"/>
                </a:lnTo>
                <a:cubicBezTo>
                  <a:pt x="4286218" y="2903842"/>
                  <a:pt x="4285719" y="2904091"/>
                  <a:pt x="4285220" y="2904091"/>
                </a:cubicBezTo>
                <a:close/>
                <a:moveTo>
                  <a:pt x="2638925" y="2468738"/>
                </a:moveTo>
                <a:cubicBezTo>
                  <a:pt x="2638344" y="2468738"/>
                  <a:pt x="2637845" y="2468489"/>
                  <a:pt x="2637596" y="2467990"/>
                </a:cubicBezTo>
                <a:lnTo>
                  <a:pt x="2626962" y="2449547"/>
                </a:lnTo>
                <a:cubicBezTo>
                  <a:pt x="2626713" y="2449132"/>
                  <a:pt x="2626713" y="2448550"/>
                  <a:pt x="2626962" y="2448051"/>
                </a:cubicBezTo>
                <a:lnTo>
                  <a:pt x="2637596" y="2429609"/>
                </a:lnTo>
                <a:cubicBezTo>
                  <a:pt x="2637928" y="2429110"/>
                  <a:pt x="2638427" y="2428860"/>
                  <a:pt x="2638925" y="2428861"/>
                </a:cubicBezTo>
                <a:lnTo>
                  <a:pt x="2660194" y="2428860"/>
                </a:lnTo>
                <a:cubicBezTo>
                  <a:pt x="2660775" y="2428861"/>
                  <a:pt x="2661274" y="2429109"/>
                  <a:pt x="2661523" y="2429609"/>
                </a:cubicBezTo>
                <a:lnTo>
                  <a:pt x="2672157" y="2448052"/>
                </a:lnTo>
                <a:cubicBezTo>
                  <a:pt x="2672406" y="2448467"/>
                  <a:pt x="2672406" y="2449048"/>
                  <a:pt x="2672157" y="2449547"/>
                </a:cubicBezTo>
                <a:lnTo>
                  <a:pt x="2661523" y="2467990"/>
                </a:lnTo>
                <a:cubicBezTo>
                  <a:pt x="2661190" y="2468489"/>
                  <a:pt x="2660692" y="2468739"/>
                  <a:pt x="2660194" y="2468738"/>
                </a:cubicBezTo>
                <a:close/>
                <a:moveTo>
                  <a:pt x="2939856" y="2549373"/>
                </a:moveTo>
                <a:cubicBezTo>
                  <a:pt x="2939276" y="2549373"/>
                  <a:pt x="2938777" y="2549124"/>
                  <a:pt x="2938528" y="2548625"/>
                </a:cubicBezTo>
                <a:lnTo>
                  <a:pt x="2927893" y="2530182"/>
                </a:lnTo>
                <a:cubicBezTo>
                  <a:pt x="2927644" y="2529766"/>
                  <a:pt x="2927644" y="2529185"/>
                  <a:pt x="2927893" y="2528686"/>
                </a:cubicBezTo>
                <a:lnTo>
                  <a:pt x="2938528" y="2510243"/>
                </a:lnTo>
                <a:cubicBezTo>
                  <a:pt x="2938860" y="2509744"/>
                  <a:pt x="2939359" y="2509495"/>
                  <a:pt x="2939857" y="2509495"/>
                </a:cubicBezTo>
                <a:lnTo>
                  <a:pt x="2961125" y="2509495"/>
                </a:lnTo>
                <a:cubicBezTo>
                  <a:pt x="2961707" y="2509495"/>
                  <a:pt x="2962206" y="2509744"/>
                  <a:pt x="2962454" y="2510243"/>
                </a:cubicBezTo>
                <a:lnTo>
                  <a:pt x="2973088" y="2528686"/>
                </a:lnTo>
                <a:cubicBezTo>
                  <a:pt x="2973337" y="2529102"/>
                  <a:pt x="2973337" y="2529683"/>
                  <a:pt x="2973088" y="2530182"/>
                </a:cubicBezTo>
                <a:lnTo>
                  <a:pt x="2962454" y="2548625"/>
                </a:lnTo>
                <a:cubicBezTo>
                  <a:pt x="2962121" y="2549124"/>
                  <a:pt x="2961624" y="2549373"/>
                  <a:pt x="2961126" y="2549373"/>
                </a:cubicBezTo>
                <a:close/>
                <a:moveTo>
                  <a:pt x="4444512" y="2952544"/>
                </a:moveTo>
                <a:cubicBezTo>
                  <a:pt x="4443931" y="2952544"/>
                  <a:pt x="4443432" y="2952295"/>
                  <a:pt x="4443183" y="2951796"/>
                </a:cubicBezTo>
                <a:lnTo>
                  <a:pt x="4432549" y="2933353"/>
                </a:lnTo>
                <a:cubicBezTo>
                  <a:pt x="4432300" y="2932937"/>
                  <a:pt x="4432300" y="2932356"/>
                  <a:pt x="4432549" y="2931857"/>
                </a:cubicBezTo>
                <a:lnTo>
                  <a:pt x="4443183" y="2913414"/>
                </a:lnTo>
                <a:cubicBezTo>
                  <a:pt x="4443515" y="2912915"/>
                  <a:pt x="4444014" y="2912666"/>
                  <a:pt x="4444512" y="2912666"/>
                </a:cubicBezTo>
                <a:lnTo>
                  <a:pt x="4465781" y="2912666"/>
                </a:lnTo>
                <a:cubicBezTo>
                  <a:pt x="4466362" y="2912666"/>
                  <a:pt x="4466861" y="2912915"/>
                  <a:pt x="4467110" y="2913414"/>
                </a:cubicBezTo>
                <a:lnTo>
                  <a:pt x="4477744" y="2931857"/>
                </a:lnTo>
                <a:cubicBezTo>
                  <a:pt x="4477993" y="2932273"/>
                  <a:pt x="4477993" y="2932854"/>
                  <a:pt x="4477744" y="2933353"/>
                </a:cubicBezTo>
                <a:lnTo>
                  <a:pt x="4467110" y="2951796"/>
                </a:lnTo>
                <a:cubicBezTo>
                  <a:pt x="4466777" y="2952295"/>
                  <a:pt x="4466279" y="2952544"/>
                  <a:pt x="4465781" y="2952544"/>
                </a:cubicBezTo>
                <a:close/>
                <a:moveTo>
                  <a:pt x="4203684" y="2888120"/>
                </a:moveTo>
                <a:cubicBezTo>
                  <a:pt x="4203102" y="2888119"/>
                  <a:pt x="4202603" y="2887871"/>
                  <a:pt x="4202354" y="2887372"/>
                </a:cubicBezTo>
                <a:lnTo>
                  <a:pt x="4191720" y="2868846"/>
                </a:lnTo>
                <a:cubicBezTo>
                  <a:pt x="4191471" y="2868429"/>
                  <a:pt x="4191472" y="2867849"/>
                  <a:pt x="4191720" y="2867350"/>
                </a:cubicBezTo>
                <a:lnTo>
                  <a:pt x="4202437" y="2848824"/>
                </a:lnTo>
                <a:cubicBezTo>
                  <a:pt x="4202770" y="2848407"/>
                  <a:pt x="4203269" y="2848076"/>
                  <a:pt x="4203768" y="2848076"/>
                </a:cubicBezTo>
                <a:lnTo>
                  <a:pt x="4225118" y="2848075"/>
                </a:lnTo>
                <a:cubicBezTo>
                  <a:pt x="4225699" y="2848076"/>
                  <a:pt x="4226199" y="2848324"/>
                  <a:pt x="4226447" y="2848824"/>
                </a:cubicBezTo>
                <a:lnTo>
                  <a:pt x="4237081" y="2867349"/>
                </a:lnTo>
                <a:cubicBezTo>
                  <a:pt x="4237331" y="2867766"/>
                  <a:pt x="4237331" y="2868347"/>
                  <a:pt x="4237082" y="2868845"/>
                </a:cubicBezTo>
                <a:lnTo>
                  <a:pt x="4226364" y="2887372"/>
                </a:lnTo>
                <a:cubicBezTo>
                  <a:pt x="4226033" y="2887788"/>
                  <a:pt x="4225533" y="2888120"/>
                  <a:pt x="4225035" y="2888119"/>
                </a:cubicBezTo>
                <a:close/>
                <a:moveTo>
                  <a:pt x="2699028" y="2485032"/>
                </a:moveTo>
                <a:cubicBezTo>
                  <a:pt x="2698447" y="2485032"/>
                  <a:pt x="2697948" y="2484782"/>
                  <a:pt x="2697699" y="2484284"/>
                </a:cubicBezTo>
                <a:lnTo>
                  <a:pt x="2686982" y="2465674"/>
                </a:lnTo>
                <a:cubicBezTo>
                  <a:pt x="2686733" y="2465259"/>
                  <a:pt x="2686733" y="2464677"/>
                  <a:pt x="2686982" y="2464179"/>
                </a:cubicBezTo>
                <a:lnTo>
                  <a:pt x="2697699" y="2445569"/>
                </a:lnTo>
                <a:cubicBezTo>
                  <a:pt x="2698031" y="2445153"/>
                  <a:pt x="2698530" y="2444821"/>
                  <a:pt x="2699028" y="2444821"/>
                </a:cubicBezTo>
                <a:lnTo>
                  <a:pt x="2720463" y="2444821"/>
                </a:lnTo>
                <a:cubicBezTo>
                  <a:pt x="2721044" y="2444821"/>
                  <a:pt x="2721543" y="2445070"/>
                  <a:pt x="2721792" y="2445569"/>
                </a:cubicBezTo>
                <a:lnTo>
                  <a:pt x="2732509" y="2464179"/>
                </a:lnTo>
                <a:cubicBezTo>
                  <a:pt x="2732758" y="2464594"/>
                  <a:pt x="2732758" y="2465175"/>
                  <a:pt x="2732509" y="2465674"/>
                </a:cubicBezTo>
                <a:lnTo>
                  <a:pt x="2721792" y="2484284"/>
                </a:lnTo>
                <a:cubicBezTo>
                  <a:pt x="2721460" y="2484699"/>
                  <a:pt x="2720961" y="2485032"/>
                  <a:pt x="2720463" y="2485032"/>
                </a:cubicBezTo>
                <a:close/>
                <a:moveTo>
                  <a:pt x="2759129" y="2501336"/>
                </a:moveTo>
                <a:cubicBezTo>
                  <a:pt x="2758548" y="2501336"/>
                  <a:pt x="2758049" y="2501086"/>
                  <a:pt x="2757800" y="2500588"/>
                </a:cubicBezTo>
                <a:lnTo>
                  <a:pt x="2747001" y="2481812"/>
                </a:lnTo>
                <a:cubicBezTo>
                  <a:pt x="2746751" y="2481397"/>
                  <a:pt x="2746752" y="2480815"/>
                  <a:pt x="2747000" y="2480317"/>
                </a:cubicBezTo>
                <a:lnTo>
                  <a:pt x="2757801" y="2461541"/>
                </a:lnTo>
                <a:cubicBezTo>
                  <a:pt x="2758049" y="2461125"/>
                  <a:pt x="2758631" y="2460793"/>
                  <a:pt x="2759129" y="2460793"/>
                </a:cubicBezTo>
                <a:lnTo>
                  <a:pt x="2780813" y="2460793"/>
                </a:lnTo>
                <a:cubicBezTo>
                  <a:pt x="2781395" y="2460793"/>
                  <a:pt x="2781893" y="2461042"/>
                  <a:pt x="2782142" y="2461541"/>
                </a:cubicBezTo>
                <a:lnTo>
                  <a:pt x="2792943" y="2480317"/>
                </a:lnTo>
                <a:cubicBezTo>
                  <a:pt x="2793192" y="2480732"/>
                  <a:pt x="2793192" y="2481314"/>
                  <a:pt x="2792943" y="2481812"/>
                </a:cubicBezTo>
                <a:lnTo>
                  <a:pt x="2782142" y="2500588"/>
                </a:lnTo>
                <a:cubicBezTo>
                  <a:pt x="2781893" y="2501003"/>
                  <a:pt x="2781311" y="2501336"/>
                  <a:pt x="2780813" y="2501336"/>
                </a:cubicBezTo>
                <a:close/>
                <a:moveTo>
                  <a:pt x="2999875" y="2565843"/>
                </a:moveTo>
                <a:cubicBezTo>
                  <a:pt x="2999294" y="2565843"/>
                  <a:pt x="2998795" y="2565593"/>
                  <a:pt x="2998546" y="2565095"/>
                </a:cubicBezTo>
                <a:lnTo>
                  <a:pt x="2987746" y="2546319"/>
                </a:lnTo>
                <a:cubicBezTo>
                  <a:pt x="2987497" y="2545904"/>
                  <a:pt x="2987497" y="2545322"/>
                  <a:pt x="2987746" y="2544824"/>
                </a:cubicBezTo>
                <a:lnTo>
                  <a:pt x="2998546" y="2526048"/>
                </a:lnTo>
                <a:cubicBezTo>
                  <a:pt x="2998795" y="2525632"/>
                  <a:pt x="2999377" y="2525300"/>
                  <a:pt x="2999875" y="2525300"/>
                </a:cubicBezTo>
                <a:lnTo>
                  <a:pt x="3021559" y="2525300"/>
                </a:lnTo>
                <a:cubicBezTo>
                  <a:pt x="3022141" y="2525300"/>
                  <a:pt x="3022639" y="2525549"/>
                  <a:pt x="3022888" y="2526048"/>
                </a:cubicBezTo>
                <a:lnTo>
                  <a:pt x="3033689" y="2544824"/>
                </a:lnTo>
                <a:cubicBezTo>
                  <a:pt x="3033938" y="2545239"/>
                  <a:pt x="3033938" y="2545821"/>
                  <a:pt x="3033689" y="2546319"/>
                </a:cubicBezTo>
                <a:lnTo>
                  <a:pt x="3022888" y="2565095"/>
                </a:lnTo>
                <a:cubicBezTo>
                  <a:pt x="3022639" y="2565510"/>
                  <a:pt x="3022057" y="2565843"/>
                  <a:pt x="3021559" y="2565844"/>
                </a:cubicBezTo>
                <a:close/>
                <a:moveTo>
                  <a:pt x="3060060" y="2581970"/>
                </a:moveTo>
                <a:cubicBezTo>
                  <a:pt x="3059480" y="2581970"/>
                  <a:pt x="3058981" y="2581720"/>
                  <a:pt x="3058732" y="2581222"/>
                </a:cubicBezTo>
                <a:lnTo>
                  <a:pt x="3047932" y="2562446"/>
                </a:lnTo>
                <a:cubicBezTo>
                  <a:pt x="3047683" y="2562031"/>
                  <a:pt x="3047683" y="2561449"/>
                  <a:pt x="3047932" y="2560951"/>
                </a:cubicBezTo>
                <a:lnTo>
                  <a:pt x="3058732" y="2542175"/>
                </a:lnTo>
                <a:cubicBezTo>
                  <a:pt x="3058980" y="2541759"/>
                  <a:pt x="3059563" y="2541427"/>
                  <a:pt x="3060061" y="2541427"/>
                </a:cubicBezTo>
                <a:lnTo>
                  <a:pt x="3081745" y="2541427"/>
                </a:lnTo>
                <a:cubicBezTo>
                  <a:pt x="3082326" y="2541427"/>
                  <a:pt x="3082824" y="2541676"/>
                  <a:pt x="3083074" y="2542175"/>
                </a:cubicBezTo>
                <a:lnTo>
                  <a:pt x="3093875" y="2560951"/>
                </a:lnTo>
                <a:cubicBezTo>
                  <a:pt x="3094124" y="2561366"/>
                  <a:pt x="3094124" y="2561948"/>
                  <a:pt x="3093875" y="2562446"/>
                </a:cubicBezTo>
                <a:lnTo>
                  <a:pt x="3083074" y="2581222"/>
                </a:lnTo>
                <a:cubicBezTo>
                  <a:pt x="3082825" y="2581637"/>
                  <a:pt x="3082243" y="2581970"/>
                  <a:pt x="3081745" y="2581970"/>
                </a:cubicBezTo>
                <a:close/>
                <a:moveTo>
                  <a:pt x="3601736" y="2727112"/>
                </a:moveTo>
                <a:cubicBezTo>
                  <a:pt x="3601155" y="2727112"/>
                  <a:pt x="3600657" y="2726862"/>
                  <a:pt x="3600407" y="2726364"/>
                </a:cubicBezTo>
                <a:lnTo>
                  <a:pt x="3589608" y="2707588"/>
                </a:lnTo>
                <a:cubicBezTo>
                  <a:pt x="3589358" y="2707173"/>
                  <a:pt x="3589359" y="2706591"/>
                  <a:pt x="3589607" y="2706093"/>
                </a:cubicBezTo>
                <a:lnTo>
                  <a:pt x="3600408" y="2687317"/>
                </a:lnTo>
                <a:cubicBezTo>
                  <a:pt x="3600656" y="2686901"/>
                  <a:pt x="3601238" y="2686569"/>
                  <a:pt x="3601736" y="2686569"/>
                </a:cubicBezTo>
                <a:lnTo>
                  <a:pt x="3623420" y="2686569"/>
                </a:lnTo>
                <a:cubicBezTo>
                  <a:pt x="3624002" y="2686569"/>
                  <a:pt x="3624500" y="2686818"/>
                  <a:pt x="3624749" y="2687317"/>
                </a:cubicBezTo>
                <a:lnTo>
                  <a:pt x="3635550" y="2706093"/>
                </a:lnTo>
                <a:cubicBezTo>
                  <a:pt x="3635800" y="2706508"/>
                  <a:pt x="3635799" y="2707090"/>
                  <a:pt x="3635550" y="2707588"/>
                </a:cubicBezTo>
                <a:lnTo>
                  <a:pt x="3624749" y="2726364"/>
                </a:lnTo>
                <a:cubicBezTo>
                  <a:pt x="3624500" y="2726779"/>
                  <a:pt x="3623918" y="2727112"/>
                  <a:pt x="3623420" y="2727112"/>
                </a:cubicBezTo>
                <a:close/>
                <a:moveTo>
                  <a:pt x="2819247" y="2517536"/>
                </a:moveTo>
                <a:cubicBezTo>
                  <a:pt x="2818664" y="2517536"/>
                  <a:pt x="2818165" y="2517287"/>
                  <a:pt x="2817916" y="2516788"/>
                </a:cubicBezTo>
                <a:lnTo>
                  <a:pt x="2807033" y="2497930"/>
                </a:lnTo>
                <a:cubicBezTo>
                  <a:pt x="2806784" y="2497431"/>
                  <a:pt x="2806785" y="2496850"/>
                  <a:pt x="2807033" y="2496352"/>
                </a:cubicBezTo>
                <a:lnTo>
                  <a:pt x="2817916" y="2477492"/>
                </a:lnTo>
                <a:cubicBezTo>
                  <a:pt x="2818165" y="2477077"/>
                  <a:pt x="2818664" y="2476745"/>
                  <a:pt x="2819246" y="2476744"/>
                </a:cubicBezTo>
                <a:lnTo>
                  <a:pt x="2841012" y="2476744"/>
                </a:lnTo>
                <a:cubicBezTo>
                  <a:pt x="2841594" y="2476745"/>
                  <a:pt x="2842092" y="2476993"/>
                  <a:pt x="2842342" y="2477493"/>
                </a:cubicBezTo>
                <a:lnTo>
                  <a:pt x="2853225" y="2496351"/>
                </a:lnTo>
                <a:cubicBezTo>
                  <a:pt x="2853474" y="2496850"/>
                  <a:pt x="2853474" y="2497431"/>
                  <a:pt x="2853225" y="2497930"/>
                </a:cubicBezTo>
                <a:lnTo>
                  <a:pt x="2842342" y="2516789"/>
                </a:lnTo>
                <a:cubicBezTo>
                  <a:pt x="2842092" y="2517205"/>
                  <a:pt x="2841594" y="2517537"/>
                  <a:pt x="2841012" y="2517537"/>
                </a:cubicBezTo>
                <a:close/>
                <a:moveTo>
                  <a:pt x="3661854" y="2743312"/>
                </a:moveTo>
                <a:cubicBezTo>
                  <a:pt x="3661271" y="2743312"/>
                  <a:pt x="3660772" y="2743063"/>
                  <a:pt x="3660523" y="2742564"/>
                </a:cubicBezTo>
                <a:lnTo>
                  <a:pt x="3649641" y="2723706"/>
                </a:lnTo>
                <a:cubicBezTo>
                  <a:pt x="3649391" y="2723207"/>
                  <a:pt x="3649392" y="2722626"/>
                  <a:pt x="3649640" y="2722127"/>
                </a:cubicBezTo>
                <a:lnTo>
                  <a:pt x="3660523" y="2703268"/>
                </a:lnTo>
                <a:cubicBezTo>
                  <a:pt x="3660773" y="2702852"/>
                  <a:pt x="3661271" y="2702520"/>
                  <a:pt x="3661853" y="2702520"/>
                </a:cubicBezTo>
                <a:lnTo>
                  <a:pt x="3683619" y="2702520"/>
                </a:lnTo>
                <a:cubicBezTo>
                  <a:pt x="3684201" y="2702520"/>
                  <a:pt x="3684699" y="2702769"/>
                  <a:pt x="3684949" y="2703268"/>
                </a:cubicBezTo>
                <a:lnTo>
                  <a:pt x="3695832" y="2722127"/>
                </a:lnTo>
                <a:cubicBezTo>
                  <a:pt x="3696081" y="2722626"/>
                  <a:pt x="3696081" y="2723207"/>
                  <a:pt x="3695833" y="2723705"/>
                </a:cubicBezTo>
                <a:lnTo>
                  <a:pt x="3684949" y="2742564"/>
                </a:lnTo>
                <a:cubicBezTo>
                  <a:pt x="3684699" y="2742980"/>
                  <a:pt x="3684202" y="2743312"/>
                  <a:pt x="3683619" y="2743312"/>
                </a:cubicBezTo>
                <a:close/>
                <a:moveTo>
                  <a:pt x="2879327" y="2533826"/>
                </a:moveTo>
                <a:cubicBezTo>
                  <a:pt x="2878828" y="2533826"/>
                  <a:pt x="2878246" y="2533577"/>
                  <a:pt x="2877997" y="2533078"/>
                </a:cubicBezTo>
                <a:lnTo>
                  <a:pt x="2867114" y="2514136"/>
                </a:lnTo>
                <a:cubicBezTo>
                  <a:pt x="2866864" y="2513638"/>
                  <a:pt x="2866865" y="2513056"/>
                  <a:pt x="2867114" y="2512558"/>
                </a:cubicBezTo>
                <a:lnTo>
                  <a:pt x="2878080" y="2493616"/>
                </a:lnTo>
                <a:cubicBezTo>
                  <a:pt x="2878330" y="2493200"/>
                  <a:pt x="2878828" y="2492868"/>
                  <a:pt x="2879410" y="2492868"/>
                </a:cubicBezTo>
                <a:lnTo>
                  <a:pt x="2901260" y="2492868"/>
                </a:lnTo>
                <a:cubicBezTo>
                  <a:pt x="2901758" y="2492868"/>
                  <a:pt x="2902340" y="2493117"/>
                  <a:pt x="2902589" y="2493616"/>
                </a:cubicBezTo>
                <a:lnTo>
                  <a:pt x="2913472" y="2512558"/>
                </a:lnTo>
                <a:cubicBezTo>
                  <a:pt x="2913721" y="2513056"/>
                  <a:pt x="2913721" y="2513638"/>
                  <a:pt x="2913472" y="2514136"/>
                </a:cubicBezTo>
                <a:lnTo>
                  <a:pt x="2902505" y="2533078"/>
                </a:lnTo>
                <a:cubicBezTo>
                  <a:pt x="2902257" y="2533494"/>
                  <a:pt x="2901758" y="2533826"/>
                  <a:pt x="2901176" y="2533826"/>
                </a:cubicBezTo>
                <a:close/>
                <a:moveTo>
                  <a:pt x="3721934" y="2759684"/>
                </a:moveTo>
                <a:cubicBezTo>
                  <a:pt x="3721436" y="2759684"/>
                  <a:pt x="3720854" y="2759435"/>
                  <a:pt x="3720605" y="2758937"/>
                </a:cubicBezTo>
                <a:lnTo>
                  <a:pt x="3709639" y="2739911"/>
                </a:lnTo>
                <a:cubicBezTo>
                  <a:pt x="3709390" y="2739413"/>
                  <a:pt x="3709390" y="2738831"/>
                  <a:pt x="3709639" y="2738333"/>
                </a:cubicBezTo>
                <a:lnTo>
                  <a:pt x="3720605" y="2719308"/>
                </a:lnTo>
                <a:cubicBezTo>
                  <a:pt x="3720854" y="2718892"/>
                  <a:pt x="3721353" y="2718560"/>
                  <a:pt x="3721934" y="2718560"/>
                </a:cubicBezTo>
                <a:lnTo>
                  <a:pt x="3743867" y="2718560"/>
                </a:lnTo>
                <a:cubicBezTo>
                  <a:pt x="3744366" y="2718560"/>
                  <a:pt x="3744948" y="2718809"/>
                  <a:pt x="3745197" y="2719308"/>
                </a:cubicBezTo>
                <a:lnTo>
                  <a:pt x="3756163" y="2738333"/>
                </a:lnTo>
                <a:cubicBezTo>
                  <a:pt x="3756412" y="2738831"/>
                  <a:pt x="3756412" y="2739413"/>
                  <a:pt x="3756163" y="2739911"/>
                </a:cubicBezTo>
                <a:lnTo>
                  <a:pt x="3745197" y="2758937"/>
                </a:lnTo>
                <a:cubicBezTo>
                  <a:pt x="3744948" y="2759352"/>
                  <a:pt x="3744449" y="2759684"/>
                  <a:pt x="3743867" y="2759684"/>
                </a:cubicBezTo>
                <a:close/>
                <a:moveTo>
                  <a:pt x="3119906" y="2598666"/>
                </a:moveTo>
                <a:cubicBezTo>
                  <a:pt x="3119407" y="2598666"/>
                  <a:pt x="3118826" y="2598417"/>
                  <a:pt x="3118576" y="2597918"/>
                </a:cubicBezTo>
                <a:lnTo>
                  <a:pt x="3107444" y="2578644"/>
                </a:lnTo>
                <a:cubicBezTo>
                  <a:pt x="3107195" y="2578145"/>
                  <a:pt x="3107195" y="2577564"/>
                  <a:pt x="3107444" y="2577065"/>
                </a:cubicBezTo>
                <a:lnTo>
                  <a:pt x="3118576" y="2557791"/>
                </a:lnTo>
                <a:cubicBezTo>
                  <a:pt x="3118827" y="2557375"/>
                  <a:pt x="3119324" y="2557043"/>
                  <a:pt x="3119906" y="2557043"/>
                </a:cubicBezTo>
                <a:lnTo>
                  <a:pt x="3142171" y="2557043"/>
                </a:lnTo>
                <a:cubicBezTo>
                  <a:pt x="3142669" y="2557043"/>
                  <a:pt x="3143251" y="2557292"/>
                  <a:pt x="3143500" y="2557791"/>
                </a:cubicBezTo>
                <a:lnTo>
                  <a:pt x="3154633" y="2577065"/>
                </a:lnTo>
                <a:cubicBezTo>
                  <a:pt x="3154882" y="2577564"/>
                  <a:pt x="3154882" y="2578145"/>
                  <a:pt x="3154633" y="2578644"/>
                </a:cubicBezTo>
                <a:lnTo>
                  <a:pt x="3143500" y="2597918"/>
                </a:lnTo>
                <a:cubicBezTo>
                  <a:pt x="3143251" y="2598333"/>
                  <a:pt x="3142753" y="2598666"/>
                  <a:pt x="3142171" y="2598666"/>
                </a:cubicBezTo>
                <a:close/>
                <a:moveTo>
                  <a:pt x="163864" y="1847402"/>
                </a:moveTo>
                <a:cubicBezTo>
                  <a:pt x="163699" y="1847402"/>
                  <a:pt x="163367" y="1847152"/>
                  <a:pt x="163367" y="1847152"/>
                </a:cubicBezTo>
                <a:lnTo>
                  <a:pt x="159296" y="1840091"/>
                </a:lnTo>
                <a:cubicBezTo>
                  <a:pt x="159213" y="1839925"/>
                  <a:pt x="159295" y="1839509"/>
                  <a:pt x="159295" y="1839509"/>
                </a:cubicBezTo>
                <a:lnTo>
                  <a:pt x="163367" y="1832447"/>
                </a:lnTo>
                <a:cubicBezTo>
                  <a:pt x="163450" y="1832281"/>
                  <a:pt x="163864" y="1832198"/>
                  <a:pt x="163864" y="1832198"/>
                </a:cubicBezTo>
                <a:lnTo>
                  <a:pt x="172007" y="1832198"/>
                </a:lnTo>
                <a:cubicBezTo>
                  <a:pt x="172172" y="1832198"/>
                  <a:pt x="172504" y="1832447"/>
                  <a:pt x="172504" y="1832447"/>
                </a:cubicBezTo>
                <a:lnTo>
                  <a:pt x="176575" y="1839509"/>
                </a:lnTo>
                <a:cubicBezTo>
                  <a:pt x="176659" y="1839675"/>
                  <a:pt x="176576" y="1840091"/>
                  <a:pt x="176576" y="1840091"/>
                </a:cubicBezTo>
                <a:lnTo>
                  <a:pt x="172504" y="1847152"/>
                </a:lnTo>
                <a:cubicBezTo>
                  <a:pt x="172421" y="1847318"/>
                  <a:pt x="172007" y="1847402"/>
                  <a:pt x="172007" y="1847402"/>
                </a:cubicBezTo>
                <a:close/>
                <a:moveTo>
                  <a:pt x="1123865" y="2110916"/>
                </a:moveTo>
                <a:cubicBezTo>
                  <a:pt x="1123533" y="2110916"/>
                  <a:pt x="1123034" y="2110417"/>
                  <a:pt x="1123034" y="2110417"/>
                </a:cubicBezTo>
                <a:lnTo>
                  <a:pt x="1116056" y="2098288"/>
                </a:lnTo>
                <a:cubicBezTo>
                  <a:pt x="1115890" y="2097955"/>
                  <a:pt x="1116056" y="2097291"/>
                  <a:pt x="1116056" y="2097291"/>
                </a:cubicBezTo>
                <a:lnTo>
                  <a:pt x="1123117" y="2085161"/>
                </a:lnTo>
                <a:cubicBezTo>
                  <a:pt x="1123284" y="2084829"/>
                  <a:pt x="1123948" y="2084663"/>
                  <a:pt x="1123948" y="2084663"/>
                </a:cubicBezTo>
                <a:lnTo>
                  <a:pt x="1137988" y="2084663"/>
                </a:lnTo>
                <a:cubicBezTo>
                  <a:pt x="1138321" y="2084663"/>
                  <a:pt x="1138820" y="2085161"/>
                  <a:pt x="1138820" y="2085161"/>
                </a:cubicBezTo>
                <a:lnTo>
                  <a:pt x="1145798" y="2097291"/>
                </a:lnTo>
                <a:cubicBezTo>
                  <a:pt x="1145964" y="2097623"/>
                  <a:pt x="1145798" y="2098288"/>
                  <a:pt x="1145798" y="2098288"/>
                </a:cubicBezTo>
                <a:lnTo>
                  <a:pt x="1138736" y="2110417"/>
                </a:lnTo>
                <a:cubicBezTo>
                  <a:pt x="1138570" y="2110750"/>
                  <a:pt x="1137906" y="2110916"/>
                  <a:pt x="1137906" y="2110916"/>
                </a:cubicBezTo>
                <a:close/>
                <a:moveTo>
                  <a:pt x="2025412" y="2355229"/>
                </a:moveTo>
                <a:cubicBezTo>
                  <a:pt x="2024996" y="2355229"/>
                  <a:pt x="2024415" y="2354647"/>
                  <a:pt x="2024415" y="2354647"/>
                </a:cubicBezTo>
                <a:lnTo>
                  <a:pt x="2016107" y="2340274"/>
                </a:lnTo>
                <a:cubicBezTo>
                  <a:pt x="2015857" y="2339942"/>
                  <a:pt x="2016107" y="2339111"/>
                  <a:pt x="2016107" y="2339111"/>
                </a:cubicBezTo>
                <a:lnTo>
                  <a:pt x="2024415" y="2324739"/>
                </a:lnTo>
                <a:cubicBezTo>
                  <a:pt x="2024581" y="2324406"/>
                  <a:pt x="2025412" y="2324157"/>
                  <a:pt x="2025412" y="2324157"/>
                </a:cubicBezTo>
                <a:lnTo>
                  <a:pt x="2042028" y="2324157"/>
                </a:lnTo>
                <a:cubicBezTo>
                  <a:pt x="2042443" y="2324157"/>
                  <a:pt x="2043024" y="2324739"/>
                  <a:pt x="2043024" y="2324739"/>
                </a:cubicBezTo>
                <a:lnTo>
                  <a:pt x="2051332" y="2339111"/>
                </a:lnTo>
                <a:cubicBezTo>
                  <a:pt x="2051582" y="2339444"/>
                  <a:pt x="2051332" y="2340274"/>
                  <a:pt x="2051332" y="2340274"/>
                </a:cubicBezTo>
                <a:lnTo>
                  <a:pt x="2043024" y="2354647"/>
                </a:lnTo>
                <a:cubicBezTo>
                  <a:pt x="2042858" y="2354979"/>
                  <a:pt x="2042028" y="2355229"/>
                  <a:pt x="2042028" y="2355229"/>
                </a:cubicBezTo>
                <a:close/>
                <a:moveTo>
                  <a:pt x="1965143" y="2339267"/>
                </a:moveTo>
                <a:cubicBezTo>
                  <a:pt x="1964727" y="2339267"/>
                  <a:pt x="1964146" y="2338686"/>
                  <a:pt x="1964146" y="2338686"/>
                </a:cubicBezTo>
                <a:lnTo>
                  <a:pt x="1955755" y="2324147"/>
                </a:lnTo>
                <a:cubicBezTo>
                  <a:pt x="1955506" y="2323814"/>
                  <a:pt x="1955755" y="2322983"/>
                  <a:pt x="1955755" y="2322983"/>
                </a:cubicBezTo>
                <a:lnTo>
                  <a:pt x="1964146" y="2308445"/>
                </a:lnTo>
                <a:cubicBezTo>
                  <a:pt x="1964312" y="2308112"/>
                  <a:pt x="1964727" y="2307863"/>
                  <a:pt x="1965143" y="2307863"/>
                </a:cubicBezTo>
                <a:lnTo>
                  <a:pt x="1981925" y="2307863"/>
                </a:lnTo>
                <a:cubicBezTo>
                  <a:pt x="1982340" y="2307863"/>
                  <a:pt x="1982922" y="2308445"/>
                  <a:pt x="1982922" y="2308445"/>
                </a:cubicBezTo>
                <a:lnTo>
                  <a:pt x="1991313" y="2322983"/>
                </a:lnTo>
                <a:cubicBezTo>
                  <a:pt x="1991562" y="2323316"/>
                  <a:pt x="1991313" y="2324147"/>
                  <a:pt x="1991313" y="2324147"/>
                </a:cubicBezTo>
                <a:lnTo>
                  <a:pt x="1982922" y="2338686"/>
                </a:lnTo>
                <a:cubicBezTo>
                  <a:pt x="1982755" y="2339018"/>
                  <a:pt x="1982340" y="2339267"/>
                  <a:pt x="1981925" y="2339267"/>
                </a:cubicBezTo>
                <a:close/>
                <a:moveTo>
                  <a:pt x="2085255" y="2371935"/>
                </a:moveTo>
                <a:cubicBezTo>
                  <a:pt x="2084757" y="2371935"/>
                  <a:pt x="2084175" y="2371353"/>
                  <a:pt x="2084175" y="2371353"/>
                </a:cubicBezTo>
                <a:lnTo>
                  <a:pt x="2075618" y="2356482"/>
                </a:lnTo>
                <a:cubicBezTo>
                  <a:pt x="2075369" y="2356066"/>
                  <a:pt x="2075618" y="2355236"/>
                  <a:pt x="2075618" y="2355236"/>
                </a:cubicBezTo>
                <a:lnTo>
                  <a:pt x="2084258" y="2340365"/>
                </a:lnTo>
                <a:cubicBezTo>
                  <a:pt x="2084507" y="2340032"/>
                  <a:pt x="2084922" y="2339783"/>
                  <a:pt x="2085338" y="2339783"/>
                </a:cubicBezTo>
                <a:lnTo>
                  <a:pt x="2102535" y="2339783"/>
                </a:lnTo>
                <a:cubicBezTo>
                  <a:pt x="2103034" y="2339783"/>
                  <a:pt x="2103615" y="2340365"/>
                  <a:pt x="2103615" y="2340365"/>
                </a:cubicBezTo>
                <a:lnTo>
                  <a:pt x="2112173" y="2355236"/>
                </a:lnTo>
                <a:cubicBezTo>
                  <a:pt x="2112422" y="2355651"/>
                  <a:pt x="2112173" y="2356482"/>
                  <a:pt x="2112173" y="2356482"/>
                </a:cubicBezTo>
                <a:lnTo>
                  <a:pt x="2103532" y="2371353"/>
                </a:lnTo>
                <a:cubicBezTo>
                  <a:pt x="2103283" y="2371685"/>
                  <a:pt x="2102868" y="2371935"/>
                  <a:pt x="2102453" y="2371935"/>
                </a:cubicBezTo>
                <a:close/>
                <a:moveTo>
                  <a:pt x="2386103" y="2452830"/>
                </a:moveTo>
                <a:cubicBezTo>
                  <a:pt x="2385688" y="2452829"/>
                  <a:pt x="2385023" y="2452248"/>
                  <a:pt x="2385023" y="2452248"/>
                </a:cubicBezTo>
                <a:lnTo>
                  <a:pt x="2376300" y="2437128"/>
                </a:lnTo>
                <a:cubicBezTo>
                  <a:pt x="2376051" y="2436712"/>
                  <a:pt x="2376300" y="2435881"/>
                  <a:pt x="2376300" y="2435881"/>
                </a:cubicBezTo>
                <a:lnTo>
                  <a:pt x="2385023" y="2420761"/>
                </a:lnTo>
                <a:cubicBezTo>
                  <a:pt x="2385272" y="2420428"/>
                  <a:pt x="2385688" y="2420179"/>
                  <a:pt x="2386103" y="2420180"/>
                </a:cubicBezTo>
                <a:lnTo>
                  <a:pt x="2403633" y="2420179"/>
                </a:lnTo>
                <a:cubicBezTo>
                  <a:pt x="2404048" y="2420180"/>
                  <a:pt x="2404713" y="2420761"/>
                  <a:pt x="2404713" y="2420761"/>
                </a:cubicBezTo>
                <a:lnTo>
                  <a:pt x="2413436" y="2435881"/>
                </a:lnTo>
                <a:cubicBezTo>
                  <a:pt x="2413685" y="2436296"/>
                  <a:pt x="2413436" y="2437128"/>
                  <a:pt x="2413436" y="2437128"/>
                </a:cubicBezTo>
                <a:lnTo>
                  <a:pt x="2404713" y="2452248"/>
                </a:lnTo>
                <a:cubicBezTo>
                  <a:pt x="2404463" y="2452580"/>
                  <a:pt x="2404048" y="2452830"/>
                  <a:pt x="2403633" y="2452829"/>
                </a:cubicBezTo>
                <a:close/>
                <a:moveTo>
                  <a:pt x="4071234" y="2904453"/>
                </a:moveTo>
                <a:cubicBezTo>
                  <a:pt x="4070819" y="2904453"/>
                  <a:pt x="4070154" y="2903872"/>
                  <a:pt x="4070154" y="2903872"/>
                </a:cubicBezTo>
                <a:lnTo>
                  <a:pt x="4061348" y="2888668"/>
                </a:lnTo>
                <a:cubicBezTo>
                  <a:pt x="4061100" y="2888253"/>
                  <a:pt x="4061348" y="2887422"/>
                  <a:pt x="4061348" y="2887422"/>
                </a:cubicBezTo>
                <a:lnTo>
                  <a:pt x="4070155" y="2872219"/>
                </a:lnTo>
                <a:cubicBezTo>
                  <a:pt x="4070403" y="2871886"/>
                  <a:pt x="4070819" y="2871637"/>
                  <a:pt x="4071234" y="2871637"/>
                </a:cubicBezTo>
                <a:lnTo>
                  <a:pt x="4088847" y="2871637"/>
                </a:lnTo>
                <a:cubicBezTo>
                  <a:pt x="4089262" y="2871637"/>
                  <a:pt x="4089927" y="2872219"/>
                  <a:pt x="4089927" y="2872219"/>
                </a:cubicBezTo>
                <a:lnTo>
                  <a:pt x="4098733" y="2887422"/>
                </a:lnTo>
                <a:cubicBezTo>
                  <a:pt x="4098983" y="2887838"/>
                  <a:pt x="4098733" y="2888668"/>
                  <a:pt x="4098733" y="2888668"/>
                </a:cubicBezTo>
                <a:lnTo>
                  <a:pt x="4089927" y="2903872"/>
                </a:lnTo>
                <a:cubicBezTo>
                  <a:pt x="4089678" y="2904204"/>
                  <a:pt x="4089262" y="2904453"/>
                  <a:pt x="4088847" y="2904453"/>
                </a:cubicBezTo>
                <a:close/>
                <a:moveTo>
                  <a:pt x="2145130" y="2388823"/>
                </a:moveTo>
                <a:cubicBezTo>
                  <a:pt x="2144715" y="2388823"/>
                  <a:pt x="2144051" y="2388159"/>
                  <a:pt x="2144051" y="2388159"/>
                </a:cubicBezTo>
                <a:lnTo>
                  <a:pt x="2135078" y="2372540"/>
                </a:lnTo>
                <a:cubicBezTo>
                  <a:pt x="2134828" y="2372207"/>
                  <a:pt x="2135078" y="2371293"/>
                  <a:pt x="2135078" y="2371293"/>
                </a:cubicBezTo>
                <a:lnTo>
                  <a:pt x="2144051" y="2355675"/>
                </a:lnTo>
                <a:cubicBezTo>
                  <a:pt x="2144300" y="2355259"/>
                  <a:pt x="2144715" y="2355010"/>
                  <a:pt x="2145130" y="2355010"/>
                </a:cubicBezTo>
                <a:lnTo>
                  <a:pt x="2163159" y="2355010"/>
                </a:lnTo>
                <a:cubicBezTo>
                  <a:pt x="2163574" y="2355010"/>
                  <a:pt x="2164239" y="2355675"/>
                  <a:pt x="2164239" y="2355675"/>
                </a:cubicBezTo>
                <a:lnTo>
                  <a:pt x="2173211" y="2371293"/>
                </a:lnTo>
                <a:cubicBezTo>
                  <a:pt x="2173460" y="2371626"/>
                  <a:pt x="2173211" y="2372540"/>
                  <a:pt x="2173211" y="2372540"/>
                </a:cubicBezTo>
                <a:lnTo>
                  <a:pt x="2164239" y="2388159"/>
                </a:lnTo>
                <a:cubicBezTo>
                  <a:pt x="2163989" y="2388574"/>
                  <a:pt x="2163574" y="2388823"/>
                  <a:pt x="2163159" y="2388823"/>
                </a:cubicBezTo>
                <a:close/>
                <a:moveTo>
                  <a:pt x="2265419" y="2421149"/>
                </a:moveTo>
                <a:cubicBezTo>
                  <a:pt x="2265004" y="2421148"/>
                  <a:pt x="2264339" y="2420484"/>
                  <a:pt x="2264339" y="2420484"/>
                </a:cubicBezTo>
                <a:lnTo>
                  <a:pt x="2255284" y="2404783"/>
                </a:lnTo>
                <a:cubicBezTo>
                  <a:pt x="2255035" y="2404451"/>
                  <a:pt x="2255284" y="2403537"/>
                  <a:pt x="2255284" y="2403537"/>
                </a:cubicBezTo>
                <a:lnTo>
                  <a:pt x="2264339" y="2387835"/>
                </a:lnTo>
                <a:cubicBezTo>
                  <a:pt x="2264505" y="2387418"/>
                  <a:pt x="2265004" y="2387170"/>
                  <a:pt x="2265419" y="2387170"/>
                </a:cubicBezTo>
                <a:lnTo>
                  <a:pt x="2283531" y="2387169"/>
                </a:lnTo>
                <a:cubicBezTo>
                  <a:pt x="2283946" y="2387170"/>
                  <a:pt x="2284611" y="2387834"/>
                  <a:pt x="2284611" y="2387834"/>
                </a:cubicBezTo>
                <a:lnTo>
                  <a:pt x="2293666" y="2403537"/>
                </a:lnTo>
                <a:cubicBezTo>
                  <a:pt x="2293916" y="2403869"/>
                  <a:pt x="2293666" y="2404782"/>
                  <a:pt x="2293666" y="2404782"/>
                </a:cubicBezTo>
                <a:lnTo>
                  <a:pt x="2284611" y="2420484"/>
                </a:lnTo>
                <a:cubicBezTo>
                  <a:pt x="2284445" y="2420900"/>
                  <a:pt x="2283946" y="2421148"/>
                  <a:pt x="2283531" y="2421148"/>
                </a:cubicBezTo>
                <a:close/>
                <a:moveTo>
                  <a:pt x="2205150" y="2405105"/>
                </a:moveTo>
                <a:cubicBezTo>
                  <a:pt x="2204735" y="2405105"/>
                  <a:pt x="2204070" y="2404441"/>
                  <a:pt x="2204070" y="2404441"/>
                </a:cubicBezTo>
                <a:lnTo>
                  <a:pt x="2195015" y="2388656"/>
                </a:lnTo>
                <a:cubicBezTo>
                  <a:pt x="2194766" y="2388324"/>
                  <a:pt x="2195015" y="2387410"/>
                  <a:pt x="2195015" y="2387410"/>
                </a:cubicBezTo>
                <a:lnTo>
                  <a:pt x="2204154" y="2371625"/>
                </a:lnTo>
                <a:cubicBezTo>
                  <a:pt x="2204320" y="2371209"/>
                  <a:pt x="2204818" y="2370960"/>
                  <a:pt x="2205234" y="2370960"/>
                </a:cubicBezTo>
                <a:lnTo>
                  <a:pt x="2223428" y="2370960"/>
                </a:lnTo>
                <a:cubicBezTo>
                  <a:pt x="2223843" y="2370960"/>
                  <a:pt x="2224508" y="2371625"/>
                  <a:pt x="2224508" y="2371625"/>
                </a:cubicBezTo>
                <a:lnTo>
                  <a:pt x="2233564" y="2387410"/>
                </a:lnTo>
                <a:cubicBezTo>
                  <a:pt x="2233813" y="2387742"/>
                  <a:pt x="2233564" y="2388656"/>
                  <a:pt x="2233564" y="2388656"/>
                </a:cubicBezTo>
                <a:lnTo>
                  <a:pt x="2224425" y="2404441"/>
                </a:lnTo>
                <a:cubicBezTo>
                  <a:pt x="2224259" y="2404856"/>
                  <a:pt x="2223760" y="2405105"/>
                  <a:pt x="2223345" y="2405105"/>
                </a:cubicBezTo>
                <a:close/>
                <a:moveTo>
                  <a:pt x="2325523" y="2437358"/>
                </a:moveTo>
                <a:cubicBezTo>
                  <a:pt x="2325108" y="2437358"/>
                  <a:pt x="2324443" y="2436694"/>
                  <a:pt x="2324443" y="2436694"/>
                </a:cubicBezTo>
                <a:lnTo>
                  <a:pt x="2315388" y="2420909"/>
                </a:lnTo>
                <a:cubicBezTo>
                  <a:pt x="2315139" y="2420577"/>
                  <a:pt x="2315388" y="2419664"/>
                  <a:pt x="2315388" y="2419664"/>
                </a:cubicBezTo>
                <a:lnTo>
                  <a:pt x="2324527" y="2403879"/>
                </a:lnTo>
                <a:cubicBezTo>
                  <a:pt x="2324693" y="2403463"/>
                  <a:pt x="2325191" y="2403213"/>
                  <a:pt x="2325607" y="2403213"/>
                </a:cubicBezTo>
                <a:lnTo>
                  <a:pt x="2343801" y="2403214"/>
                </a:lnTo>
                <a:cubicBezTo>
                  <a:pt x="2344216" y="2403214"/>
                  <a:pt x="2344881" y="2403878"/>
                  <a:pt x="2344881" y="2403878"/>
                </a:cubicBezTo>
                <a:lnTo>
                  <a:pt x="2353937" y="2419664"/>
                </a:lnTo>
                <a:cubicBezTo>
                  <a:pt x="2354186" y="2419996"/>
                  <a:pt x="2353937" y="2420909"/>
                  <a:pt x="2353937" y="2420909"/>
                </a:cubicBezTo>
                <a:lnTo>
                  <a:pt x="2344798" y="2436695"/>
                </a:lnTo>
                <a:cubicBezTo>
                  <a:pt x="2344632" y="2437109"/>
                  <a:pt x="2344133" y="2437359"/>
                  <a:pt x="2343718" y="2437359"/>
                </a:cubicBezTo>
                <a:close/>
                <a:moveTo>
                  <a:pt x="3168037" y="2663383"/>
                </a:moveTo>
                <a:cubicBezTo>
                  <a:pt x="3167538" y="2663383"/>
                  <a:pt x="3166874" y="2662718"/>
                  <a:pt x="3166874" y="2662718"/>
                </a:cubicBezTo>
                <a:lnTo>
                  <a:pt x="3157652" y="2646767"/>
                </a:lnTo>
                <a:cubicBezTo>
                  <a:pt x="3157403" y="2646352"/>
                  <a:pt x="3157652" y="2645438"/>
                  <a:pt x="3157652" y="2645438"/>
                </a:cubicBezTo>
                <a:lnTo>
                  <a:pt x="3166874" y="2629487"/>
                </a:lnTo>
                <a:cubicBezTo>
                  <a:pt x="3167123" y="2629071"/>
                  <a:pt x="3167538" y="2628822"/>
                  <a:pt x="3168037" y="2628822"/>
                </a:cubicBezTo>
                <a:lnTo>
                  <a:pt x="3186480" y="2628822"/>
                </a:lnTo>
                <a:cubicBezTo>
                  <a:pt x="3186979" y="2628822"/>
                  <a:pt x="3187643" y="2629487"/>
                  <a:pt x="3187643" y="2629487"/>
                </a:cubicBezTo>
                <a:lnTo>
                  <a:pt x="3196865" y="2645438"/>
                </a:lnTo>
                <a:cubicBezTo>
                  <a:pt x="3197114" y="2645853"/>
                  <a:pt x="3196865" y="2646767"/>
                  <a:pt x="3196865" y="2646767"/>
                </a:cubicBezTo>
                <a:lnTo>
                  <a:pt x="3187643" y="2662718"/>
                </a:lnTo>
                <a:cubicBezTo>
                  <a:pt x="3187394" y="2663133"/>
                  <a:pt x="3186979" y="2663383"/>
                  <a:pt x="3186480" y="2663383"/>
                </a:cubicBezTo>
                <a:close/>
                <a:moveTo>
                  <a:pt x="4251306" y="2953832"/>
                </a:moveTo>
                <a:cubicBezTo>
                  <a:pt x="4250807" y="2953832"/>
                  <a:pt x="4250143" y="2953168"/>
                  <a:pt x="4250143" y="2953168"/>
                </a:cubicBezTo>
                <a:lnTo>
                  <a:pt x="4240837" y="2937050"/>
                </a:lnTo>
                <a:cubicBezTo>
                  <a:pt x="4240589" y="2936635"/>
                  <a:pt x="4240837" y="2935721"/>
                  <a:pt x="4240837" y="2935721"/>
                </a:cubicBezTo>
                <a:lnTo>
                  <a:pt x="4250143" y="2919604"/>
                </a:lnTo>
                <a:cubicBezTo>
                  <a:pt x="4250391" y="2919188"/>
                  <a:pt x="4250807" y="2918939"/>
                  <a:pt x="4251306" y="2918939"/>
                </a:cubicBezTo>
                <a:lnTo>
                  <a:pt x="4269915" y="2918939"/>
                </a:lnTo>
                <a:cubicBezTo>
                  <a:pt x="4270414" y="2918939"/>
                  <a:pt x="4271079" y="2919604"/>
                  <a:pt x="4271079" y="2919604"/>
                </a:cubicBezTo>
                <a:lnTo>
                  <a:pt x="4280383" y="2935721"/>
                </a:lnTo>
                <a:cubicBezTo>
                  <a:pt x="4280632" y="2936136"/>
                  <a:pt x="4280383" y="2937050"/>
                  <a:pt x="4280383" y="2937050"/>
                </a:cubicBezTo>
                <a:lnTo>
                  <a:pt x="4271079" y="2953168"/>
                </a:lnTo>
                <a:cubicBezTo>
                  <a:pt x="4270829" y="2953583"/>
                  <a:pt x="4270414" y="2953832"/>
                  <a:pt x="4269915" y="2953832"/>
                </a:cubicBezTo>
                <a:close/>
                <a:moveTo>
                  <a:pt x="2445637" y="2470099"/>
                </a:moveTo>
                <a:cubicBezTo>
                  <a:pt x="2445139" y="2470099"/>
                  <a:pt x="2444474" y="2469435"/>
                  <a:pt x="2444474" y="2469435"/>
                </a:cubicBezTo>
                <a:lnTo>
                  <a:pt x="2435086" y="2453234"/>
                </a:lnTo>
                <a:cubicBezTo>
                  <a:pt x="2434837" y="2452819"/>
                  <a:pt x="2435086" y="2451905"/>
                  <a:pt x="2435086" y="2451905"/>
                </a:cubicBezTo>
                <a:lnTo>
                  <a:pt x="2444474" y="2435705"/>
                </a:lnTo>
                <a:cubicBezTo>
                  <a:pt x="2444723" y="2435289"/>
                  <a:pt x="2445139" y="2435040"/>
                  <a:pt x="2445637" y="2435040"/>
                </a:cubicBezTo>
                <a:lnTo>
                  <a:pt x="2464330" y="2435040"/>
                </a:lnTo>
                <a:cubicBezTo>
                  <a:pt x="2464828" y="2435040"/>
                  <a:pt x="2465493" y="2435705"/>
                  <a:pt x="2465493" y="2435705"/>
                </a:cubicBezTo>
                <a:lnTo>
                  <a:pt x="2474881" y="2451905"/>
                </a:lnTo>
                <a:cubicBezTo>
                  <a:pt x="2475130" y="2452320"/>
                  <a:pt x="2474881" y="2453234"/>
                  <a:pt x="2474881" y="2453234"/>
                </a:cubicBezTo>
                <a:lnTo>
                  <a:pt x="2465493" y="2469435"/>
                </a:lnTo>
                <a:cubicBezTo>
                  <a:pt x="2465244" y="2469850"/>
                  <a:pt x="2464828" y="2470099"/>
                  <a:pt x="2464330" y="2470099"/>
                </a:cubicBezTo>
                <a:close/>
                <a:moveTo>
                  <a:pt x="218663" y="1873584"/>
                </a:moveTo>
                <a:cubicBezTo>
                  <a:pt x="218164" y="1873583"/>
                  <a:pt x="217500" y="1872918"/>
                  <a:pt x="217500" y="1872918"/>
                </a:cubicBezTo>
                <a:lnTo>
                  <a:pt x="208029" y="1856551"/>
                </a:lnTo>
                <a:cubicBezTo>
                  <a:pt x="207779" y="1856136"/>
                  <a:pt x="208029" y="1855222"/>
                  <a:pt x="208029" y="1855222"/>
                </a:cubicBezTo>
                <a:lnTo>
                  <a:pt x="217500" y="1838857"/>
                </a:lnTo>
                <a:cubicBezTo>
                  <a:pt x="217749" y="1838440"/>
                  <a:pt x="218164" y="1838191"/>
                  <a:pt x="218663" y="1838191"/>
                </a:cubicBezTo>
                <a:lnTo>
                  <a:pt x="237605" y="1838191"/>
                </a:lnTo>
                <a:cubicBezTo>
                  <a:pt x="238103" y="1838191"/>
                  <a:pt x="238768" y="1838857"/>
                  <a:pt x="238768" y="1838857"/>
                </a:cubicBezTo>
                <a:lnTo>
                  <a:pt x="248239" y="1855222"/>
                </a:lnTo>
                <a:cubicBezTo>
                  <a:pt x="248488" y="1855638"/>
                  <a:pt x="248239" y="1856551"/>
                  <a:pt x="248239" y="1856551"/>
                </a:cubicBezTo>
                <a:lnTo>
                  <a:pt x="238768" y="1872918"/>
                </a:lnTo>
                <a:cubicBezTo>
                  <a:pt x="238519" y="1873334"/>
                  <a:pt x="238103" y="1873583"/>
                  <a:pt x="237605" y="1873583"/>
                </a:cubicBezTo>
                <a:close/>
                <a:moveTo>
                  <a:pt x="4491780" y="3018835"/>
                </a:moveTo>
                <a:cubicBezTo>
                  <a:pt x="4491281" y="3018835"/>
                  <a:pt x="4490617" y="3018170"/>
                  <a:pt x="4490617" y="3018170"/>
                </a:cubicBezTo>
                <a:lnTo>
                  <a:pt x="4481063" y="3001638"/>
                </a:lnTo>
                <a:cubicBezTo>
                  <a:pt x="4480814" y="3001222"/>
                  <a:pt x="4481063" y="3000308"/>
                  <a:pt x="4481063" y="3000308"/>
                </a:cubicBezTo>
                <a:lnTo>
                  <a:pt x="4490617" y="2983776"/>
                </a:lnTo>
                <a:cubicBezTo>
                  <a:pt x="4490866" y="2983360"/>
                  <a:pt x="4491281" y="2983111"/>
                  <a:pt x="4491780" y="2983111"/>
                </a:cubicBezTo>
                <a:lnTo>
                  <a:pt x="4510888" y="2983111"/>
                </a:lnTo>
                <a:cubicBezTo>
                  <a:pt x="4511387" y="2983111"/>
                  <a:pt x="4512051" y="2983776"/>
                  <a:pt x="4512051" y="2983776"/>
                </a:cubicBezTo>
                <a:lnTo>
                  <a:pt x="4521605" y="3000308"/>
                </a:lnTo>
                <a:cubicBezTo>
                  <a:pt x="4521855" y="3000724"/>
                  <a:pt x="4521605" y="3001638"/>
                  <a:pt x="4521605" y="3001638"/>
                </a:cubicBezTo>
                <a:lnTo>
                  <a:pt x="4512050" y="3018170"/>
                </a:lnTo>
                <a:cubicBezTo>
                  <a:pt x="4511802" y="3018586"/>
                  <a:pt x="4511387" y="3018835"/>
                  <a:pt x="4510888" y="3018835"/>
                </a:cubicBezTo>
                <a:close/>
                <a:moveTo>
                  <a:pt x="4311087" y="2970709"/>
                </a:moveTo>
                <a:cubicBezTo>
                  <a:pt x="4310589" y="2970709"/>
                  <a:pt x="4310173" y="2970460"/>
                  <a:pt x="4309924" y="2970044"/>
                </a:cubicBezTo>
                <a:lnTo>
                  <a:pt x="4300204" y="2953179"/>
                </a:lnTo>
                <a:cubicBezTo>
                  <a:pt x="4299955" y="2952681"/>
                  <a:pt x="4299955" y="2952182"/>
                  <a:pt x="4300204" y="2951767"/>
                </a:cubicBezTo>
                <a:lnTo>
                  <a:pt x="4309925" y="2934902"/>
                </a:lnTo>
                <a:cubicBezTo>
                  <a:pt x="4310173" y="2934486"/>
                  <a:pt x="4310589" y="2934237"/>
                  <a:pt x="4311087" y="2934237"/>
                </a:cubicBezTo>
                <a:lnTo>
                  <a:pt x="4330528" y="2934237"/>
                </a:lnTo>
                <a:cubicBezTo>
                  <a:pt x="4331026" y="2934237"/>
                  <a:pt x="4331442" y="2934486"/>
                  <a:pt x="4331691" y="2934902"/>
                </a:cubicBezTo>
                <a:lnTo>
                  <a:pt x="4341411" y="2951767"/>
                </a:lnTo>
                <a:cubicBezTo>
                  <a:pt x="4341661" y="2952265"/>
                  <a:pt x="4341660" y="2952764"/>
                  <a:pt x="4341412" y="2953179"/>
                </a:cubicBezTo>
                <a:lnTo>
                  <a:pt x="4331691" y="2970044"/>
                </a:lnTo>
                <a:cubicBezTo>
                  <a:pt x="4331442" y="2970460"/>
                  <a:pt x="4331027" y="2970709"/>
                  <a:pt x="4330528" y="2970709"/>
                </a:cubicBezTo>
                <a:close/>
                <a:moveTo>
                  <a:pt x="278526" y="1890293"/>
                </a:moveTo>
                <a:cubicBezTo>
                  <a:pt x="278028" y="1890293"/>
                  <a:pt x="277613" y="1890045"/>
                  <a:pt x="277363" y="1889629"/>
                </a:cubicBezTo>
                <a:lnTo>
                  <a:pt x="267644" y="1872681"/>
                </a:lnTo>
                <a:cubicBezTo>
                  <a:pt x="267395" y="1872266"/>
                  <a:pt x="267394" y="1871684"/>
                  <a:pt x="267643" y="1871268"/>
                </a:cubicBezTo>
                <a:lnTo>
                  <a:pt x="277447" y="1854321"/>
                </a:lnTo>
                <a:cubicBezTo>
                  <a:pt x="277696" y="1853905"/>
                  <a:pt x="278111" y="1853656"/>
                  <a:pt x="278610" y="1853656"/>
                </a:cubicBezTo>
                <a:lnTo>
                  <a:pt x="298134" y="1853655"/>
                </a:lnTo>
                <a:cubicBezTo>
                  <a:pt x="298632" y="1853656"/>
                  <a:pt x="299047" y="1853904"/>
                  <a:pt x="299296" y="1854321"/>
                </a:cubicBezTo>
                <a:lnTo>
                  <a:pt x="309017" y="1871269"/>
                </a:lnTo>
                <a:cubicBezTo>
                  <a:pt x="309266" y="1871684"/>
                  <a:pt x="309266" y="1872265"/>
                  <a:pt x="309017" y="1872680"/>
                </a:cubicBezTo>
                <a:lnTo>
                  <a:pt x="299213" y="1889628"/>
                </a:lnTo>
                <a:cubicBezTo>
                  <a:pt x="298965" y="1890045"/>
                  <a:pt x="298548" y="1890293"/>
                  <a:pt x="298050" y="1890294"/>
                </a:cubicBezTo>
                <a:close/>
                <a:moveTo>
                  <a:pt x="338611" y="1906655"/>
                </a:moveTo>
                <a:cubicBezTo>
                  <a:pt x="338112" y="1906655"/>
                  <a:pt x="337613" y="1906406"/>
                  <a:pt x="337363" y="1905991"/>
                </a:cubicBezTo>
                <a:lnTo>
                  <a:pt x="327478" y="1888876"/>
                </a:lnTo>
                <a:cubicBezTo>
                  <a:pt x="327229" y="1888461"/>
                  <a:pt x="327228" y="1887879"/>
                  <a:pt x="327477" y="1887464"/>
                </a:cubicBezTo>
                <a:lnTo>
                  <a:pt x="337364" y="1870350"/>
                </a:lnTo>
                <a:cubicBezTo>
                  <a:pt x="337697" y="1869934"/>
                  <a:pt x="338111" y="1869685"/>
                  <a:pt x="338610" y="1869685"/>
                </a:cubicBezTo>
                <a:lnTo>
                  <a:pt x="358299" y="1869685"/>
                </a:lnTo>
                <a:cubicBezTo>
                  <a:pt x="358798" y="1869685"/>
                  <a:pt x="359297" y="1869934"/>
                  <a:pt x="359546" y="1870350"/>
                </a:cubicBezTo>
                <a:lnTo>
                  <a:pt x="369432" y="1887464"/>
                </a:lnTo>
                <a:cubicBezTo>
                  <a:pt x="369681" y="1887879"/>
                  <a:pt x="369681" y="1888461"/>
                  <a:pt x="369432" y="1888876"/>
                </a:cubicBezTo>
                <a:lnTo>
                  <a:pt x="359546" y="1905991"/>
                </a:lnTo>
                <a:cubicBezTo>
                  <a:pt x="359213" y="1906406"/>
                  <a:pt x="358799" y="1906655"/>
                  <a:pt x="358300" y="1906655"/>
                </a:cubicBezTo>
                <a:close/>
                <a:moveTo>
                  <a:pt x="4130343" y="2922647"/>
                </a:moveTo>
                <a:cubicBezTo>
                  <a:pt x="4129928" y="2922646"/>
                  <a:pt x="4129430" y="2922398"/>
                  <a:pt x="4129180" y="2921982"/>
                </a:cubicBezTo>
                <a:lnTo>
                  <a:pt x="4119293" y="2904868"/>
                </a:lnTo>
                <a:cubicBezTo>
                  <a:pt x="4119044" y="2904452"/>
                  <a:pt x="4119044" y="2903871"/>
                  <a:pt x="4119293" y="2903455"/>
                </a:cubicBezTo>
                <a:lnTo>
                  <a:pt x="4129180" y="2886342"/>
                </a:lnTo>
                <a:cubicBezTo>
                  <a:pt x="4129429" y="2885926"/>
                  <a:pt x="4129844" y="2885676"/>
                  <a:pt x="4130343" y="2885677"/>
                </a:cubicBezTo>
                <a:lnTo>
                  <a:pt x="4150033" y="2885677"/>
                </a:lnTo>
                <a:cubicBezTo>
                  <a:pt x="4150448" y="2885676"/>
                  <a:pt x="4150946" y="2885926"/>
                  <a:pt x="4151196" y="2886342"/>
                </a:cubicBezTo>
                <a:lnTo>
                  <a:pt x="4161083" y="2903456"/>
                </a:lnTo>
                <a:cubicBezTo>
                  <a:pt x="4161331" y="2903871"/>
                  <a:pt x="4161332" y="2904453"/>
                  <a:pt x="4161082" y="2904868"/>
                </a:cubicBezTo>
                <a:lnTo>
                  <a:pt x="4151196" y="2921983"/>
                </a:lnTo>
                <a:cubicBezTo>
                  <a:pt x="4150946" y="2922398"/>
                  <a:pt x="4150532" y="2922647"/>
                  <a:pt x="4150033" y="2922647"/>
                </a:cubicBezTo>
                <a:close/>
                <a:moveTo>
                  <a:pt x="398792" y="1922886"/>
                </a:moveTo>
                <a:cubicBezTo>
                  <a:pt x="398294" y="1922886"/>
                  <a:pt x="397797" y="1922637"/>
                  <a:pt x="397548" y="1922222"/>
                </a:cubicBezTo>
                <a:lnTo>
                  <a:pt x="387660" y="1905024"/>
                </a:lnTo>
                <a:cubicBezTo>
                  <a:pt x="387411" y="1904609"/>
                  <a:pt x="387412" y="1904027"/>
                  <a:pt x="387661" y="1903612"/>
                </a:cubicBezTo>
                <a:lnTo>
                  <a:pt x="397547" y="1886415"/>
                </a:lnTo>
                <a:cubicBezTo>
                  <a:pt x="397796" y="1885999"/>
                  <a:pt x="398295" y="1885750"/>
                  <a:pt x="398793" y="1885750"/>
                </a:cubicBezTo>
                <a:lnTo>
                  <a:pt x="418648" y="1885750"/>
                </a:lnTo>
                <a:cubicBezTo>
                  <a:pt x="419147" y="1885750"/>
                  <a:pt x="419645" y="1885999"/>
                  <a:pt x="419896" y="1886415"/>
                </a:cubicBezTo>
                <a:lnTo>
                  <a:pt x="429782" y="1903612"/>
                </a:lnTo>
                <a:cubicBezTo>
                  <a:pt x="430031" y="1904027"/>
                  <a:pt x="430030" y="1904609"/>
                  <a:pt x="429781" y="1905024"/>
                </a:cubicBezTo>
                <a:lnTo>
                  <a:pt x="419895" y="1922222"/>
                </a:lnTo>
                <a:cubicBezTo>
                  <a:pt x="419645" y="1922637"/>
                  <a:pt x="419147" y="1922886"/>
                  <a:pt x="418648" y="1922886"/>
                </a:cubicBezTo>
                <a:close/>
                <a:moveTo>
                  <a:pt x="4431189" y="3003458"/>
                </a:moveTo>
                <a:cubicBezTo>
                  <a:pt x="4430691" y="3003457"/>
                  <a:pt x="4430192" y="3003209"/>
                  <a:pt x="4429942" y="3002793"/>
                </a:cubicBezTo>
                <a:lnTo>
                  <a:pt x="4419973" y="2985512"/>
                </a:lnTo>
                <a:cubicBezTo>
                  <a:pt x="4419724" y="2985097"/>
                  <a:pt x="4419724" y="2984516"/>
                  <a:pt x="4419973" y="2984101"/>
                </a:cubicBezTo>
                <a:lnTo>
                  <a:pt x="4429942" y="2966820"/>
                </a:lnTo>
                <a:cubicBezTo>
                  <a:pt x="4430193" y="2966405"/>
                  <a:pt x="4430691" y="2966155"/>
                  <a:pt x="4431189" y="2966156"/>
                </a:cubicBezTo>
                <a:lnTo>
                  <a:pt x="4451128" y="2966155"/>
                </a:lnTo>
                <a:cubicBezTo>
                  <a:pt x="4451626" y="2966156"/>
                  <a:pt x="4452125" y="2966404"/>
                  <a:pt x="4452374" y="2966820"/>
                </a:cubicBezTo>
                <a:lnTo>
                  <a:pt x="4462344" y="2984101"/>
                </a:lnTo>
                <a:cubicBezTo>
                  <a:pt x="4462594" y="2984516"/>
                  <a:pt x="4462594" y="2985097"/>
                  <a:pt x="4462344" y="2985512"/>
                </a:cubicBezTo>
                <a:lnTo>
                  <a:pt x="4452374" y="3002793"/>
                </a:lnTo>
                <a:cubicBezTo>
                  <a:pt x="4452125" y="3003208"/>
                  <a:pt x="4451626" y="3003458"/>
                  <a:pt x="4451128" y="3003457"/>
                </a:cubicBezTo>
                <a:close/>
                <a:moveTo>
                  <a:pt x="458835" y="1939255"/>
                </a:moveTo>
                <a:cubicBezTo>
                  <a:pt x="458337" y="1939255"/>
                  <a:pt x="457839" y="1938923"/>
                  <a:pt x="457589" y="1938507"/>
                </a:cubicBezTo>
                <a:lnTo>
                  <a:pt x="447538" y="1921061"/>
                </a:lnTo>
                <a:cubicBezTo>
                  <a:pt x="447288" y="1920645"/>
                  <a:pt x="447288" y="1920064"/>
                  <a:pt x="447537" y="1919648"/>
                </a:cubicBezTo>
                <a:lnTo>
                  <a:pt x="457589" y="1902202"/>
                </a:lnTo>
                <a:cubicBezTo>
                  <a:pt x="457838" y="1901703"/>
                  <a:pt x="458337" y="1901454"/>
                  <a:pt x="458835" y="1901454"/>
                </a:cubicBezTo>
                <a:lnTo>
                  <a:pt x="478941" y="1901454"/>
                </a:lnTo>
                <a:cubicBezTo>
                  <a:pt x="479439" y="1901454"/>
                  <a:pt x="479938" y="1901786"/>
                  <a:pt x="480187" y="1902202"/>
                </a:cubicBezTo>
                <a:lnTo>
                  <a:pt x="490240" y="1919648"/>
                </a:lnTo>
                <a:cubicBezTo>
                  <a:pt x="490489" y="1920064"/>
                  <a:pt x="490489" y="1920645"/>
                  <a:pt x="490240" y="1921061"/>
                </a:cubicBezTo>
                <a:lnTo>
                  <a:pt x="480187" y="1938507"/>
                </a:lnTo>
                <a:cubicBezTo>
                  <a:pt x="479938" y="1939006"/>
                  <a:pt x="479439" y="1939255"/>
                  <a:pt x="478941" y="1939255"/>
                </a:cubicBezTo>
                <a:close/>
                <a:moveTo>
                  <a:pt x="519022" y="1955382"/>
                </a:moveTo>
                <a:cubicBezTo>
                  <a:pt x="518524" y="1955382"/>
                  <a:pt x="518025" y="1955050"/>
                  <a:pt x="517776" y="1954634"/>
                </a:cubicBezTo>
                <a:lnTo>
                  <a:pt x="507725" y="1937188"/>
                </a:lnTo>
                <a:cubicBezTo>
                  <a:pt x="507475" y="1936772"/>
                  <a:pt x="507475" y="1936191"/>
                  <a:pt x="507724" y="1935775"/>
                </a:cubicBezTo>
                <a:lnTo>
                  <a:pt x="517776" y="1918329"/>
                </a:lnTo>
                <a:cubicBezTo>
                  <a:pt x="518025" y="1917830"/>
                  <a:pt x="518524" y="1917581"/>
                  <a:pt x="519022" y="1917581"/>
                </a:cubicBezTo>
                <a:lnTo>
                  <a:pt x="539128" y="1917581"/>
                </a:lnTo>
                <a:cubicBezTo>
                  <a:pt x="539626" y="1917581"/>
                  <a:pt x="540125" y="1917913"/>
                  <a:pt x="540374" y="1918329"/>
                </a:cubicBezTo>
                <a:lnTo>
                  <a:pt x="550427" y="1935775"/>
                </a:lnTo>
                <a:cubicBezTo>
                  <a:pt x="550676" y="1936191"/>
                  <a:pt x="550676" y="1936772"/>
                  <a:pt x="550427" y="1937188"/>
                </a:cubicBezTo>
                <a:lnTo>
                  <a:pt x="540374" y="1954634"/>
                </a:lnTo>
                <a:cubicBezTo>
                  <a:pt x="540125" y="1955133"/>
                  <a:pt x="539626" y="1955382"/>
                  <a:pt x="539128" y="1955382"/>
                </a:cubicBezTo>
                <a:close/>
                <a:moveTo>
                  <a:pt x="1903224" y="2326382"/>
                </a:moveTo>
                <a:cubicBezTo>
                  <a:pt x="1902725" y="2326382"/>
                  <a:pt x="1902227" y="2326050"/>
                  <a:pt x="1901978" y="2325635"/>
                </a:cubicBezTo>
                <a:lnTo>
                  <a:pt x="1891842" y="2308105"/>
                </a:lnTo>
                <a:cubicBezTo>
                  <a:pt x="1891593" y="2307689"/>
                  <a:pt x="1891593" y="2307108"/>
                  <a:pt x="1891842" y="2306693"/>
                </a:cubicBezTo>
                <a:lnTo>
                  <a:pt x="1901978" y="2289163"/>
                </a:lnTo>
                <a:cubicBezTo>
                  <a:pt x="1902227" y="2288664"/>
                  <a:pt x="1902725" y="2288415"/>
                  <a:pt x="1903224" y="2288415"/>
                </a:cubicBezTo>
                <a:lnTo>
                  <a:pt x="1923495" y="2288415"/>
                </a:lnTo>
                <a:cubicBezTo>
                  <a:pt x="1923994" y="2288415"/>
                  <a:pt x="1924492" y="2288747"/>
                  <a:pt x="1924741" y="2289163"/>
                </a:cubicBezTo>
                <a:lnTo>
                  <a:pt x="1934877" y="2306693"/>
                </a:lnTo>
                <a:cubicBezTo>
                  <a:pt x="1935126" y="2307108"/>
                  <a:pt x="1935126" y="2307689"/>
                  <a:pt x="1934877" y="2308105"/>
                </a:cubicBezTo>
                <a:lnTo>
                  <a:pt x="1924741" y="2325635"/>
                </a:lnTo>
                <a:cubicBezTo>
                  <a:pt x="1924492" y="2326133"/>
                  <a:pt x="1923994" y="2326382"/>
                  <a:pt x="1923495" y="2326382"/>
                </a:cubicBezTo>
                <a:close/>
                <a:moveTo>
                  <a:pt x="4190217" y="2939285"/>
                </a:moveTo>
                <a:cubicBezTo>
                  <a:pt x="4189718" y="2939285"/>
                  <a:pt x="4189220" y="2938953"/>
                  <a:pt x="4188971" y="2938538"/>
                </a:cubicBezTo>
                <a:lnTo>
                  <a:pt x="4178835" y="2920925"/>
                </a:lnTo>
                <a:cubicBezTo>
                  <a:pt x="4178586" y="2920510"/>
                  <a:pt x="4178586" y="2919928"/>
                  <a:pt x="4178835" y="2919513"/>
                </a:cubicBezTo>
                <a:lnTo>
                  <a:pt x="4189053" y="2901900"/>
                </a:lnTo>
                <a:cubicBezTo>
                  <a:pt x="4189303" y="2901401"/>
                  <a:pt x="4189801" y="2901152"/>
                  <a:pt x="4190300" y="2901152"/>
                </a:cubicBezTo>
                <a:lnTo>
                  <a:pt x="4210654" y="2901152"/>
                </a:lnTo>
                <a:cubicBezTo>
                  <a:pt x="4211153" y="2901152"/>
                  <a:pt x="4211651" y="2901484"/>
                  <a:pt x="4211900" y="2901900"/>
                </a:cubicBezTo>
                <a:lnTo>
                  <a:pt x="4222036" y="2919513"/>
                </a:lnTo>
                <a:cubicBezTo>
                  <a:pt x="4222285" y="2919928"/>
                  <a:pt x="4222285" y="2920510"/>
                  <a:pt x="4222036" y="2920925"/>
                </a:cubicBezTo>
                <a:lnTo>
                  <a:pt x="4211817" y="2938538"/>
                </a:lnTo>
                <a:cubicBezTo>
                  <a:pt x="4211568" y="2939036"/>
                  <a:pt x="4211070" y="2939285"/>
                  <a:pt x="4210571" y="2939285"/>
                </a:cubicBezTo>
                <a:close/>
                <a:moveTo>
                  <a:pt x="579021" y="1971837"/>
                </a:moveTo>
                <a:cubicBezTo>
                  <a:pt x="578523" y="1971837"/>
                  <a:pt x="578024" y="1971505"/>
                  <a:pt x="577776" y="1971090"/>
                </a:cubicBezTo>
                <a:lnTo>
                  <a:pt x="567557" y="1953394"/>
                </a:lnTo>
                <a:cubicBezTo>
                  <a:pt x="567308" y="1952978"/>
                  <a:pt x="567307" y="1952397"/>
                  <a:pt x="567556" y="1951982"/>
                </a:cubicBezTo>
                <a:lnTo>
                  <a:pt x="577776" y="1934286"/>
                </a:lnTo>
                <a:cubicBezTo>
                  <a:pt x="578024" y="1933787"/>
                  <a:pt x="578524" y="1933538"/>
                  <a:pt x="579022" y="1933538"/>
                </a:cubicBezTo>
                <a:lnTo>
                  <a:pt x="599459" y="1933538"/>
                </a:lnTo>
                <a:cubicBezTo>
                  <a:pt x="599958" y="1933538"/>
                  <a:pt x="600456" y="1933870"/>
                  <a:pt x="600706" y="1934286"/>
                </a:cubicBezTo>
                <a:lnTo>
                  <a:pt x="610924" y="1951982"/>
                </a:lnTo>
                <a:cubicBezTo>
                  <a:pt x="611173" y="1952397"/>
                  <a:pt x="611174" y="1952978"/>
                  <a:pt x="610924" y="1953394"/>
                </a:cubicBezTo>
                <a:lnTo>
                  <a:pt x="600705" y="1971090"/>
                </a:lnTo>
                <a:cubicBezTo>
                  <a:pt x="600456" y="1971588"/>
                  <a:pt x="599958" y="1971837"/>
                  <a:pt x="599458" y="1971837"/>
                </a:cubicBezTo>
                <a:close/>
                <a:moveTo>
                  <a:pt x="2565085" y="2504096"/>
                </a:moveTo>
                <a:cubicBezTo>
                  <a:pt x="2564586" y="2504096"/>
                  <a:pt x="2564088" y="2503763"/>
                  <a:pt x="2563839" y="2503348"/>
                </a:cubicBezTo>
                <a:lnTo>
                  <a:pt x="2553537" y="2485569"/>
                </a:lnTo>
                <a:cubicBezTo>
                  <a:pt x="2553288" y="2485154"/>
                  <a:pt x="2553288" y="2484572"/>
                  <a:pt x="2553537" y="2484157"/>
                </a:cubicBezTo>
                <a:lnTo>
                  <a:pt x="2563839" y="2466378"/>
                </a:lnTo>
                <a:cubicBezTo>
                  <a:pt x="2564089" y="2465879"/>
                  <a:pt x="2564586" y="2465630"/>
                  <a:pt x="2565085" y="2465630"/>
                </a:cubicBezTo>
                <a:lnTo>
                  <a:pt x="2585605" y="2465630"/>
                </a:lnTo>
                <a:cubicBezTo>
                  <a:pt x="2586104" y="2465630"/>
                  <a:pt x="2586602" y="2465962"/>
                  <a:pt x="2586853" y="2466378"/>
                </a:cubicBezTo>
                <a:lnTo>
                  <a:pt x="2597154" y="2484157"/>
                </a:lnTo>
                <a:cubicBezTo>
                  <a:pt x="2597403" y="2484572"/>
                  <a:pt x="2597404" y="2485154"/>
                  <a:pt x="2597154" y="2485569"/>
                </a:cubicBezTo>
                <a:lnTo>
                  <a:pt x="2586852" y="2503349"/>
                </a:lnTo>
                <a:cubicBezTo>
                  <a:pt x="2586602" y="2503846"/>
                  <a:pt x="2586104" y="2504096"/>
                  <a:pt x="2585605" y="2504096"/>
                </a:cubicBezTo>
                <a:close/>
                <a:moveTo>
                  <a:pt x="3528065" y="2762126"/>
                </a:moveTo>
                <a:cubicBezTo>
                  <a:pt x="3527566" y="2762126"/>
                  <a:pt x="3527068" y="2761793"/>
                  <a:pt x="3526819" y="2761378"/>
                </a:cubicBezTo>
                <a:lnTo>
                  <a:pt x="3516517" y="2743599"/>
                </a:lnTo>
                <a:cubicBezTo>
                  <a:pt x="3516268" y="2743184"/>
                  <a:pt x="3516268" y="2742602"/>
                  <a:pt x="3516517" y="2742187"/>
                </a:cubicBezTo>
                <a:lnTo>
                  <a:pt x="3526819" y="2724408"/>
                </a:lnTo>
                <a:cubicBezTo>
                  <a:pt x="3527068" y="2723909"/>
                  <a:pt x="3527566" y="2723660"/>
                  <a:pt x="3528065" y="2723660"/>
                </a:cubicBezTo>
                <a:lnTo>
                  <a:pt x="3548585" y="2723660"/>
                </a:lnTo>
                <a:cubicBezTo>
                  <a:pt x="3549084" y="2723660"/>
                  <a:pt x="3549582" y="2723992"/>
                  <a:pt x="3549832" y="2724408"/>
                </a:cubicBezTo>
                <a:lnTo>
                  <a:pt x="3560133" y="2742187"/>
                </a:lnTo>
                <a:cubicBezTo>
                  <a:pt x="3560383" y="2742602"/>
                  <a:pt x="3560383" y="2743184"/>
                  <a:pt x="3560133" y="2743599"/>
                </a:cubicBezTo>
                <a:lnTo>
                  <a:pt x="3549832" y="2761378"/>
                </a:lnTo>
                <a:cubicBezTo>
                  <a:pt x="3549582" y="2761876"/>
                  <a:pt x="3549084" y="2762126"/>
                  <a:pt x="3548585" y="2762126"/>
                </a:cubicBezTo>
                <a:close/>
                <a:moveTo>
                  <a:pt x="759507" y="2020397"/>
                </a:moveTo>
                <a:cubicBezTo>
                  <a:pt x="759008" y="2020397"/>
                  <a:pt x="758510" y="2020065"/>
                  <a:pt x="758260" y="2019649"/>
                </a:cubicBezTo>
                <a:lnTo>
                  <a:pt x="747959" y="2001787"/>
                </a:lnTo>
                <a:cubicBezTo>
                  <a:pt x="747709" y="2001289"/>
                  <a:pt x="747709" y="2000707"/>
                  <a:pt x="747959" y="2000292"/>
                </a:cubicBezTo>
                <a:lnTo>
                  <a:pt x="758260" y="1982430"/>
                </a:lnTo>
                <a:cubicBezTo>
                  <a:pt x="758510" y="1981931"/>
                  <a:pt x="759007" y="1981682"/>
                  <a:pt x="759506" y="1981682"/>
                </a:cubicBezTo>
                <a:lnTo>
                  <a:pt x="780193" y="1981682"/>
                </a:lnTo>
                <a:cubicBezTo>
                  <a:pt x="780692" y="1981682"/>
                  <a:pt x="781190" y="1982014"/>
                  <a:pt x="781440" y="1982430"/>
                </a:cubicBezTo>
                <a:lnTo>
                  <a:pt x="791742" y="2000292"/>
                </a:lnTo>
                <a:cubicBezTo>
                  <a:pt x="791990" y="2000790"/>
                  <a:pt x="791991" y="2001372"/>
                  <a:pt x="791742" y="2001787"/>
                </a:cubicBezTo>
                <a:lnTo>
                  <a:pt x="781440" y="2019649"/>
                </a:lnTo>
                <a:cubicBezTo>
                  <a:pt x="781189" y="2020147"/>
                  <a:pt x="780692" y="2020397"/>
                  <a:pt x="780193" y="2020397"/>
                </a:cubicBezTo>
                <a:close/>
                <a:moveTo>
                  <a:pt x="699239" y="2004342"/>
                </a:moveTo>
                <a:cubicBezTo>
                  <a:pt x="698741" y="2004342"/>
                  <a:pt x="698242" y="2004010"/>
                  <a:pt x="697993" y="2003594"/>
                </a:cubicBezTo>
                <a:lnTo>
                  <a:pt x="687608" y="1985649"/>
                </a:lnTo>
                <a:cubicBezTo>
                  <a:pt x="687359" y="1985151"/>
                  <a:pt x="687359" y="1984569"/>
                  <a:pt x="687608" y="1984154"/>
                </a:cubicBezTo>
                <a:lnTo>
                  <a:pt x="697993" y="1966209"/>
                </a:lnTo>
                <a:cubicBezTo>
                  <a:pt x="698242" y="1965710"/>
                  <a:pt x="698741" y="1965461"/>
                  <a:pt x="699239" y="1965461"/>
                </a:cubicBezTo>
                <a:lnTo>
                  <a:pt x="720009" y="1965461"/>
                </a:lnTo>
                <a:cubicBezTo>
                  <a:pt x="720507" y="1965461"/>
                  <a:pt x="721006" y="1965793"/>
                  <a:pt x="721255" y="1966209"/>
                </a:cubicBezTo>
                <a:lnTo>
                  <a:pt x="731640" y="1984154"/>
                </a:lnTo>
                <a:cubicBezTo>
                  <a:pt x="731889" y="1984652"/>
                  <a:pt x="731889" y="1985234"/>
                  <a:pt x="731640" y="1985649"/>
                </a:cubicBezTo>
                <a:lnTo>
                  <a:pt x="721255" y="2003594"/>
                </a:lnTo>
                <a:cubicBezTo>
                  <a:pt x="721006" y="2004093"/>
                  <a:pt x="720507" y="2004342"/>
                  <a:pt x="720009" y="2004342"/>
                </a:cubicBezTo>
                <a:close/>
                <a:moveTo>
                  <a:pt x="879798" y="2052723"/>
                </a:moveTo>
                <a:cubicBezTo>
                  <a:pt x="879300" y="2052723"/>
                  <a:pt x="878801" y="2052391"/>
                  <a:pt x="878551" y="2051975"/>
                </a:cubicBezTo>
                <a:lnTo>
                  <a:pt x="868167" y="2034030"/>
                </a:lnTo>
                <a:cubicBezTo>
                  <a:pt x="867917" y="2033532"/>
                  <a:pt x="867918" y="2032950"/>
                  <a:pt x="868167" y="2032535"/>
                </a:cubicBezTo>
                <a:lnTo>
                  <a:pt x="878551" y="2014590"/>
                </a:lnTo>
                <a:cubicBezTo>
                  <a:pt x="878801" y="2014091"/>
                  <a:pt x="879299" y="2013842"/>
                  <a:pt x="879797" y="2013842"/>
                </a:cubicBezTo>
                <a:lnTo>
                  <a:pt x="900568" y="2013842"/>
                </a:lnTo>
                <a:cubicBezTo>
                  <a:pt x="901066" y="2013842"/>
                  <a:pt x="901565" y="2014174"/>
                  <a:pt x="901814" y="2014590"/>
                </a:cubicBezTo>
                <a:lnTo>
                  <a:pt x="912199" y="2032535"/>
                </a:lnTo>
                <a:cubicBezTo>
                  <a:pt x="912448" y="2033033"/>
                  <a:pt x="912448" y="2033615"/>
                  <a:pt x="912199" y="2034030"/>
                </a:cubicBezTo>
                <a:lnTo>
                  <a:pt x="901814" y="2051975"/>
                </a:lnTo>
                <a:cubicBezTo>
                  <a:pt x="901564" y="2052474"/>
                  <a:pt x="901066" y="2052723"/>
                  <a:pt x="900568" y="2052723"/>
                </a:cubicBezTo>
                <a:close/>
                <a:moveTo>
                  <a:pt x="1060356" y="2101103"/>
                </a:moveTo>
                <a:cubicBezTo>
                  <a:pt x="1059858" y="2101103"/>
                  <a:pt x="1059359" y="2100771"/>
                  <a:pt x="1059110" y="2100355"/>
                </a:cubicBezTo>
                <a:lnTo>
                  <a:pt x="1048725" y="2082410"/>
                </a:lnTo>
                <a:cubicBezTo>
                  <a:pt x="1048476" y="2081912"/>
                  <a:pt x="1048476" y="2081330"/>
                  <a:pt x="1048725" y="2080915"/>
                </a:cubicBezTo>
                <a:lnTo>
                  <a:pt x="1059110" y="2062970"/>
                </a:lnTo>
                <a:cubicBezTo>
                  <a:pt x="1059359" y="2062471"/>
                  <a:pt x="1059858" y="2062222"/>
                  <a:pt x="1060356" y="2062222"/>
                </a:cubicBezTo>
                <a:lnTo>
                  <a:pt x="1081126" y="2062222"/>
                </a:lnTo>
                <a:cubicBezTo>
                  <a:pt x="1081624" y="2062222"/>
                  <a:pt x="1082123" y="2062554"/>
                  <a:pt x="1082372" y="2062970"/>
                </a:cubicBezTo>
                <a:lnTo>
                  <a:pt x="1092757" y="2080915"/>
                </a:lnTo>
                <a:cubicBezTo>
                  <a:pt x="1093006" y="2081413"/>
                  <a:pt x="1093006" y="2081995"/>
                  <a:pt x="1092757" y="2082410"/>
                </a:cubicBezTo>
                <a:lnTo>
                  <a:pt x="1082372" y="2100355"/>
                </a:lnTo>
                <a:cubicBezTo>
                  <a:pt x="1082123" y="2100854"/>
                  <a:pt x="1081624" y="2101103"/>
                  <a:pt x="1081126" y="2101103"/>
                </a:cubicBezTo>
                <a:close/>
                <a:moveTo>
                  <a:pt x="2625198" y="2520401"/>
                </a:moveTo>
                <a:cubicBezTo>
                  <a:pt x="2624698" y="2520401"/>
                  <a:pt x="2624200" y="2520069"/>
                  <a:pt x="2623952" y="2519653"/>
                </a:cubicBezTo>
                <a:lnTo>
                  <a:pt x="2613567" y="2501708"/>
                </a:lnTo>
                <a:cubicBezTo>
                  <a:pt x="2613318" y="2501210"/>
                  <a:pt x="2613317" y="2500628"/>
                  <a:pt x="2613567" y="2500213"/>
                </a:cubicBezTo>
                <a:lnTo>
                  <a:pt x="2623952" y="2482268"/>
                </a:lnTo>
                <a:cubicBezTo>
                  <a:pt x="2624201" y="2481769"/>
                  <a:pt x="2624699" y="2481520"/>
                  <a:pt x="2625198" y="2481520"/>
                </a:cubicBezTo>
                <a:lnTo>
                  <a:pt x="2645967" y="2481520"/>
                </a:lnTo>
                <a:cubicBezTo>
                  <a:pt x="2646465" y="2481520"/>
                  <a:pt x="2646964" y="2481852"/>
                  <a:pt x="2647214" y="2482268"/>
                </a:cubicBezTo>
                <a:lnTo>
                  <a:pt x="2657599" y="2500213"/>
                </a:lnTo>
                <a:cubicBezTo>
                  <a:pt x="2657848" y="2500711"/>
                  <a:pt x="2657848" y="2501293"/>
                  <a:pt x="2657599" y="2501708"/>
                </a:cubicBezTo>
                <a:lnTo>
                  <a:pt x="2647214" y="2519653"/>
                </a:lnTo>
                <a:cubicBezTo>
                  <a:pt x="2646965" y="2520152"/>
                  <a:pt x="2646466" y="2520401"/>
                  <a:pt x="2645968" y="2520401"/>
                </a:cubicBezTo>
                <a:close/>
                <a:moveTo>
                  <a:pt x="3287247" y="2697797"/>
                </a:moveTo>
                <a:cubicBezTo>
                  <a:pt x="3286748" y="2697797"/>
                  <a:pt x="3286250" y="2697465"/>
                  <a:pt x="3286001" y="2697049"/>
                </a:cubicBezTo>
                <a:lnTo>
                  <a:pt x="3275616" y="2679104"/>
                </a:lnTo>
                <a:cubicBezTo>
                  <a:pt x="3275367" y="2678606"/>
                  <a:pt x="3275367" y="2678024"/>
                  <a:pt x="3275616" y="2677609"/>
                </a:cubicBezTo>
                <a:lnTo>
                  <a:pt x="3286001" y="2659664"/>
                </a:lnTo>
                <a:cubicBezTo>
                  <a:pt x="3286250" y="2659165"/>
                  <a:pt x="3286748" y="2658916"/>
                  <a:pt x="3287247" y="2658916"/>
                </a:cubicBezTo>
                <a:lnTo>
                  <a:pt x="3308017" y="2658916"/>
                </a:lnTo>
                <a:cubicBezTo>
                  <a:pt x="3308515" y="2658916"/>
                  <a:pt x="3309014" y="2659248"/>
                  <a:pt x="3309263" y="2659664"/>
                </a:cubicBezTo>
                <a:lnTo>
                  <a:pt x="3319648" y="2677609"/>
                </a:lnTo>
                <a:cubicBezTo>
                  <a:pt x="3319897" y="2678107"/>
                  <a:pt x="3319897" y="2678689"/>
                  <a:pt x="3319648" y="2679104"/>
                </a:cubicBezTo>
                <a:lnTo>
                  <a:pt x="3309263" y="2697049"/>
                </a:lnTo>
                <a:cubicBezTo>
                  <a:pt x="3309014" y="2697548"/>
                  <a:pt x="3308515" y="2697797"/>
                  <a:pt x="3308017" y="2697797"/>
                </a:cubicBezTo>
                <a:close/>
                <a:moveTo>
                  <a:pt x="3467806" y="2746177"/>
                </a:moveTo>
                <a:cubicBezTo>
                  <a:pt x="3467306" y="2746177"/>
                  <a:pt x="3466808" y="2745845"/>
                  <a:pt x="3466560" y="2745429"/>
                </a:cubicBezTo>
                <a:lnTo>
                  <a:pt x="3456175" y="2727484"/>
                </a:lnTo>
                <a:cubicBezTo>
                  <a:pt x="3455926" y="2726986"/>
                  <a:pt x="3455925" y="2726404"/>
                  <a:pt x="3456175" y="2725989"/>
                </a:cubicBezTo>
                <a:lnTo>
                  <a:pt x="3466560" y="2708044"/>
                </a:lnTo>
                <a:cubicBezTo>
                  <a:pt x="3466809" y="2707546"/>
                  <a:pt x="3467307" y="2707296"/>
                  <a:pt x="3467806" y="2707296"/>
                </a:cubicBezTo>
                <a:lnTo>
                  <a:pt x="3488575" y="2707296"/>
                </a:lnTo>
                <a:cubicBezTo>
                  <a:pt x="3489073" y="2707296"/>
                  <a:pt x="3489572" y="2707628"/>
                  <a:pt x="3489822" y="2708044"/>
                </a:cubicBezTo>
                <a:lnTo>
                  <a:pt x="3500207" y="2725989"/>
                </a:lnTo>
                <a:cubicBezTo>
                  <a:pt x="3500456" y="2726487"/>
                  <a:pt x="3500456" y="2727069"/>
                  <a:pt x="3500207" y="2727484"/>
                </a:cubicBezTo>
                <a:lnTo>
                  <a:pt x="3489822" y="2745429"/>
                </a:lnTo>
                <a:cubicBezTo>
                  <a:pt x="3489573" y="2745928"/>
                  <a:pt x="3489074" y="2746177"/>
                  <a:pt x="3488576" y="2746177"/>
                </a:cubicBezTo>
                <a:close/>
                <a:moveTo>
                  <a:pt x="638969" y="1988298"/>
                </a:moveTo>
                <a:cubicBezTo>
                  <a:pt x="638470" y="1988298"/>
                  <a:pt x="637972" y="1987966"/>
                  <a:pt x="637723" y="1987551"/>
                </a:cubicBezTo>
                <a:lnTo>
                  <a:pt x="627338" y="1969522"/>
                </a:lnTo>
                <a:cubicBezTo>
                  <a:pt x="627089" y="1969024"/>
                  <a:pt x="627089" y="1968442"/>
                  <a:pt x="627338" y="1968027"/>
                </a:cubicBezTo>
                <a:lnTo>
                  <a:pt x="637806" y="1949999"/>
                </a:lnTo>
                <a:cubicBezTo>
                  <a:pt x="638055" y="1949500"/>
                  <a:pt x="638554" y="1949251"/>
                  <a:pt x="639052" y="1949251"/>
                </a:cubicBezTo>
                <a:lnTo>
                  <a:pt x="659905" y="1949251"/>
                </a:lnTo>
                <a:cubicBezTo>
                  <a:pt x="660403" y="1949251"/>
                  <a:pt x="660902" y="1949583"/>
                  <a:pt x="661151" y="1949999"/>
                </a:cubicBezTo>
                <a:lnTo>
                  <a:pt x="671536" y="1968027"/>
                </a:lnTo>
                <a:cubicBezTo>
                  <a:pt x="671785" y="1968525"/>
                  <a:pt x="671785" y="1969107"/>
                  <a:pt x="671536" y="1969522"/>
                </a:cubicBezTo>
                <a:lnTo>
                  <a:pt x="661068" y="1987551"/>
                </a:lnTo>
                <a:cubicBezTo>
                  <a:pt x="660819" y="1988049"/>
                  <a:pt x="660320" y="1988298"/>
                  <a:pt x="659822" y="1988298"/>
                </a:cubicBezTo>
                <a:close/>
                <a:moveTo>
                  <a:pt x="939900" y="2068932"/>
                </a:moveTo>
                <a:cubicBezTo>
                  <a:pt x="939401" y="2068932"/>
                  <a:pt x="938904" y="2068601"/>
                  <a:pt x="938654" y="2068186"/>
                </a:cubicBezTo>
                <a:lnTo>
                  <a:pt x="928269" y="2050156"/>
                </a:lnTo>
                <a:cubicBezTo>
                  <a:pt x="928020" y="2049659"/>
                  <a:pt x="928020" y="2049076"/>
                  <a:pt x="928269" y="2048662"/>
                </a:cubicBezTo>
                <a:lnTo>
                  <a:pt x="938737" y="2030634"/>
                </a:lnTo>
                <a:cubicBezTo>
                  <a:pt x="938986" y="2030134"/>
                  <a:pt x="939486" y="2029885"/>
                  <a:pt x="939984" y="2029886"/>
                </a:cubicBezTo>
                <a:lnTo>
                  <a:pt x="960836" y="2029885"/>
                </a:lnTo>
                <a:cubicBezTo>
                  <a:pt x="961335" y="2029886"/>
                  <a:pt x="961833" y="2030217"/>
                  <a:pt x="962082" y="2030633"/>
                </a:cubicBezTo>
                <a:lnTo>
                  <a:pt x="972467" y="2048662"/>
                </a:lnTo>
                <a:cubicBezTo>
                  <a:pt x="972716" y="2049159"/>
                  <a:pt x="972716" y="2049742"/>
                  <a:pt x="972467" y="2050156"/>
                </a:cubicBezTo>
                <a:lnTo>
                  <a:pt x="961999" y="2068186"/>
                </a:lnTo>
                <a:cubicBezTo>
                  <a:pt x="961751" y="2068684"/>
                  <a:pt x="961251" y="2068933"/>
                  <a:pt x="960753" y="2068932"/>
                </a:cubicBezTo>
                <a:close/>
                <a:moveTo>
                  <a:pt x="3588094" y="2778514"/>
                </a:moveTo>
                <a:cubicBezTo>
                  <a:pt x="3587595" y="2778514"/>
                  <a:pt x="3587097" y="2778182"/>
                  <a:pt x="3586848" y="2777767"/>
                </a:cubicBezTo>
                <a:lnTo>
                  <a:pt x="3576463" y="2759738"/>
                </a:lnTo>
                <a:cubicBezTo>
                  <a:pt x="3576214" y="2759240"/>
                  <a:pt x="3576214" y="2758658"/>
                  <a:pt x="3576463" y="2758243"/>
                </a:cubicBezTo>
                <a:lnTo>
                  <a:pt x="3586931" y="2740215"/>
                </a:lnTo>
                <a:cubicBezTo>
                  <a:pt x="3587180" y="2739716"/>
                  <a:pt x="3587679" y="2739467"/>
                  <a:pt x="3588177" y="2739467"/>
                </a:cubicBezTo>
                <a:lnTo>
                  <a:pt x="3609030" y="2739467"/>
                </a:lnTo>
                <a:cubicBezTo>
                  <a:pt x="3609529" y="2739467"/>
                  <a:pt x="3610027" y="2739799"/>
                  <a:pt x="3610276" y="2740215"/>
                </a:cubicBezTo>
                <a:lnTo>
                  <a:pt x="3620661" y="2758243"/>
                </a:lnTo>
                <a:cubicBezTo>
                  <a:pt x="3620910" y="2758741"/>
                  <a:pt x="3620910" y="2759323"/>
                  <a:pt x="3620661" y="2759738"/>
                </a:cubicBezTo>
                <a:lnTo>
                  <a:pt x="3610193" y="2777767"/>
                </a:lnTo>
                <a:cubicBezTo>
                  <a:pt x="3609944" y="2778265"/>
                  <a:pt x="3609445" y="2778514"/>
                  <a:pt x="3608947" y="2778514"/>
                </a:cubicBezTo>
                <a:close/>
                <a:moveTo>
                  <a:pt x="819526" y="2036762"/>
                </a:moveTo>
                <a:cubicBezTo>
                  <a:pt x="819028" y="2036762"/>
                  <a:pt x="818529" y="2036429"/>
                  <a:pt x="818281" y="2036014"/>
                </a:cubicBezTo>
                <a:lnTo>
                  <a:pt x="807812" y="2017903"/>
                </a:lnTo>
                <a:cubicBezTo>
                  <a:pt x="807564" y="2017405"/>
                  <a:pt x="807563" y="2016823"/>
                  <a:pt x="807812" y="2016407"/>
                </a:cubicBezTo>
                <a:lnTo>
                  <a:pt x="818280" y="1998297"/>
                </a:lnTo>
                <a:cubicBezTo>
                  <a:pt x="818530" y="1997798"/>
                  <a:pt x="819029" y="1997549"/>
                  <a:pt x="819526" y="1997549"/>
                </a:cubicBezTo>
                <a:lnTo>
                  <a:pt x="840463" y="1997549"/>
                </a:lnTo>
                <a:cubicBezTo>
                  <a:pt x="840962" y="1997549"/>
                  <a:pt x="841460" y="1997881"/>
                  <a:pt x="841709" y="1998297"/>
                </a:cubicBezTo>
                <a:lnTo>
                  <a:pt x="852177" y="2016408"/>
                </a:lnTo>
                <a:cubicBezTo>
                  <a:pt x="852427" y="2016906"/>
                  <a:pt x="852427" y="2017488"/>
                  <a:pt x="852177" y="2017903"/>
                </a:cubicBezTo>
                <a:lnTo>
                  <a:pt x="841709" y="2036014"/>
                </a:lnTo>
                <a:cubicBezTo>
                  <a:pt x="841459" y="2036512"/>
                  <a:pt x="840962" y="2036762"/>
                  <a:pt x="840463" y="2036762"/>
                </a:cubicBezTo>
                <a:close/>
                <a:moveTo>
                  <a:pt x="1000086" y="2085142"/>
                </a:moveTo>
                <a:cubicBezTo>
                  <a:pt x="999588" y="2085142"/>
                  <a:pt x="999089" y="2084810"/>
                  <a:pt x="998840" y="2084394"/>
                </a:cubicBezTo>
                <a:lnTo>
                  <a:pt x="988372" y="2066284"/>
                </a:lnTo>
                <a:cubicBezTo>
                  <a:pt x="988123" y="2065785"/>
                  <a:pt x="988123" y="2065204"/>
                  <a:pt x="988372" y="2064788"/>
                </a:cubicBezTo>
                <a:lnTo>
                  <a:pt x="998840" y="2046677"/>
                </a:lnTo>
                <a:cubicBezTo>
                  <a:pt x="999089" y="2046178"/>
                  <a:pt x="999588" y="2045929"/>
                  <a:pt x="1000086" y="2045929"/>
                </a:cubicBezTo>
                <a:lnTo>
                  <a:pt x="1021022" y="2045929"/>
                </a:lnTo>
                <a:cubicBezTo>
                  <a:pt x="1021521" y="2045929"/>
                  <a:pt x="1022019" y="2046261"/>
                  <a:pt x="1022268" y="2046677"/>
                </a:cubicBezTo>
                <a:lnTo>
                  <a:pt x="1032736" y="2064788"/>
                </a:lnTo>
                <a:cubicBezTo>
                  <a:pt x="1032986" y="2065286"/>
                  <a:pt x="1032986" y="2065868"/>
                  <a:pt x="1032736" y="2066283"/>
                </a:cubicBezTo>
                <a:lnTo>
                  <a:pt x="1022268" y="2084394"/>
                </a:lnTo>
                <a:cubicBezTo>
                  <a:pt x="1022019" y="2084893"/>
                  <a:pt x="1021521" y="2085142"/>
                  <a:pt x="1021022" y="2085142"/>
                </a:cubicBezTo>
                <a:close/>
                <a:moveTo>
                  <a:pt x="3407535" y="2730216"/>
                </a:moveTo>
                <a:cubicBezTo>
                  <a:pt x="3407037" y="2730217"/>
                  <a:pt x="3406539" y="2729884"/>
                  <a:pt x="3406289" y="2729469"/>
                </a:cubicBezTo>
                <a:lnTo>
                  <a:pt x="3395822" y="2711358"/>
                </a:lnTo>
                <a:cubicBezTo>
                  <a:pt x="3395573" y="2710859"/>
                  <a:pt x="3395573" y="2710278"/>
                  <a:pt x="3395822" y="2709862"/>
                </a:cubicBezTo>
                <a:lnTo>
                  <a:pt x="3406289" y="2691752"/>
                </a:lnTo>
                <a:cubicBezTo>
                  <a:pt x="3406538" y="2691253"/>
                  <a:pt x="3407037" y="2691003"/>
                  <a:pt x="3407535" y="2691004"/>
                </a:cubicBezTo>
                <a:lnTo>
                  <a:pt x="3428472" y="2691004"/>
                </a:lnTo>
                <a:cubicBezTo>
                  <a:pt x="3428971" y="2691003"/>
                  <a:pt x="3429468" y="2691336"/>
                  <a:pt x="3429718" y="2691751"/>
                </a:cubicBezTo>
                <a:lnTo>
                  <a:pt x="3440185" y="2709862"/>
                </a:lnTo>
                <a:cubicBezTo>
                  <a:pt x="3440435" y="2710361"/>
                  <a:pt x="3440435" y="2710942"/>
                  <a:pt x="3440185" y="2711358"/>
                </a:cubicBezTo>
                <a:lnTo>
                  <a:pt x="3429718" y="2729468"/>
                </a:lnTo>
                <a:cubicBezTo>
                  <a:pt x="3429469" y="2729967"/>
                  <a:pt x="3428971" y="2730217"/>
                  <a:pt x="3428472" y="2730216"/>
                </a:cubicBezTo>
                <a:close/>
                <a:moveTo>
                  <a:pt x="4370515" y="2988246"/>
                </a:moveTo>
                <a:cubicBezTo>
                  <a:pt x="4370017" y="2988246"/>
                  <a:pt x="4369519" y="2987914"/>
                  <a:pt x="4369269" y="2987498"/>
                </a:cubicBezTo>
                <a:lnTo>
                  <a:pt x="4358801" y="2969387"/>
                </a:lnTo>
                <a:cubicBezTo>
                  <a:pt x="4358552" y="2968889"/>
                  <a:pt x="4358553" y="2968307"/>
                  <a:pt x="4358801" y="2967892"/>
                </a:cubicBezTo>
                <a:lnTo>
                  <a:pt x="4369269" y="2949781"/>
                </a:lnTo>
                <a:cubicBezTo>
                  <a:pt x="4369518" y="2949282"/>
                  <a:pt x="4370017" y="2949033"/>
                  <a:pt x="4370515" y="2949033"/>
                </a:cubicBezTo>
                <a:lnTo>
                  <a:pt x="4391452" y="2949033"/>
                </a:lnTo>
                <a:cubicBezTo>
                  <a:pt x="4391951" y="2949033"/>
                  <a:pt x="4392448" y="2949365"/>
                  <a:pt x="4392697" y="2949781"/>
                </a:cubicBezTo>
                <a:lnTo>
                  <a:pt x="4403165" y="2967892"/>
                </a:lnTo>
                <a:cubicBezTo>
                  <a:pt x="4403414" y="2968390"/>
                  <a:pt x="4403414" y="2968972"/>
                  <a:pt x="4403165" y="2969387"/>
                </a:cubicBezTo>
                <a:lnTo>
                  <a:pt x="4392698" y="2987498"/>
                </a:lnTo>
                <a:cubicBezTo>
                  <a:pt x="4392448" y="2987997"/>
                  <a:pt x="4391950" y="2988246"/>
                  <a:pt x="4391451" y="2988246"/>
                </a:cubicBezTo>
                <a:close/>
                <a:moveTo>
                  <a:pt x="3226893" y="2682096"/>
                </a:moveTo>
                <a:cubicBezTo>
                  <a:pt x="3226312" y="2682096"/>
                  <a:pt x="3225813" y="2681847"/>
                  <a:pt x="3225563" y="2681348"/>
                </a:cubicBezTo>
                <a:lnTo>
                  <a:pt x="3215013" y="2662988"/>
                </a:lnTo>
                <a:cubicBezTo>
                  <a:pt x="3214764" y="2662489"/>
                  <a:pt x="3214764" y="2661991"/>
                  <a:pt x="3215013" y="2661492"/>
                </a:cubicBezTo>
                <a:lnTo>
                  <a:pt x="3225564" y="2643132"/>
                </a:lnTo>
                <a:cubicBezTo>
                  <a:pt x="3225895" y="2642633"/>
                  <a:pt x="3226395" y="2642384"/>
                  <a:pt x="3226893" y="2642384"/>
                </a:cubicBezTo>
                <a:lnTo>
                  <a:pt x="3248078" y="2642384"/>
                </a:lnTo>
                <a:cubicBezTo>
                  <a:pt x="3248660" y="2642384"/>
                  <a:pt x="3249158" y="2642633"/>
                  <a:pt x="3249407" y="2643132"/>
                </a:cubicBezTo>
                <a:lnTo>
                  <a:pt x="3259959" y="2661492"/>
                </a:lnTo>
                <a:cubicBezTo>
                  <a:pt x="3260208" y="2661991"/>
                  <a:pt x="3260208" y="2662489"/>
                  <a:pt x="3259959" y="2662988"/>
                </a:cubicBezTo>
                <a:lnTo>
                  <a:pt x="3249408" y="2681348"/>
                </a:lnTo>
                <a:cubicBezTo>
                  <a:pt x="3249075" y="2681847"/>
                  <a:pt x="3248577" y="2682096"/>
                  <a:pt x="3248077" y="2682096"/>
                </a:cubicBezTo>
                <a:close/>
                <a:moveTo>
                  <a:pt x="3648196" y="2794984"/>
                </a:moveTo>
                <a:cubicBezTo>
                  <a:pt x="3647615" y="2794983"/>
                  <a:pt x="3647116" y="2794735"/>
                  <a:pt x="3646866" y="2794236"/>
                </a:cubicBezTo>
                <a:lnTo>
                  <a:pt x="3636316" y="2775876"/>
                </a:lnTo>
                <a:cubicBezTo>
                  <a:pt x="3636067" y="2775376"/>
                  <a:pt x="3636067" y="2774879"/>
                  <a:pt x="3636316" y="2774379"/>
                </a:cubicBezTo>
                <a:lnTo>
                  <a:pt x="3646867" y="2756019"/>
                </a:lnTo>
                <a:cubicBezTo>
                  <a:pt x="3647198" y="2755521"/>
                  <a:pt x="3647698" y="2755272"/>
                  <a:pt x="3648196" y="2755271"/>
                </a:cubicBezTo>
                <a:lnTo>
                  <a:pt x="3669381" y="2755272"/>
                </a:lnTo>
                <a:cubicBezTo>
                  <a:pt x="3669963" y="2755272"/>
                  <a:pt x="3670461" y="2755520"/>
                  <a:pt x="3670711" y="2756019"/>
                </a:cubicBezTo>
                <a:lnTo>
                  <a:pt x="3681262" y="2774380"/>
                </a:lnTo>
                <a:cubicBezTo>
                  <a:pt x="3681511" y="2774879"/>
                  <a:pt x="3681511" y="2775376"/>
                  <a:pt x="3681262" y="2775876"/>
                </a:cubicBezTo>
                <a:lnTo>
                  <a:pt x="3670711" y="2794236"/>
                </a:lnTo>
                <a:cubicBezTo>
                  <a:pt x="3670378" y="2794735"/>
                  <a:pt x="3669880" y="2794984"/>
                  <a:pt x="3669381" y="2794984"/>
                </a:cubicBezTo>
                <a:close/>
                <a:moveTo>
                  <a:pt x="2986066" y="2617661"/>
                </a:moveTo>
                <a:cubicBezTo>
                  <a:pt x="2985485" y="2617661"/>
                  <a:pt x="2984986" y="2617412"/>
                  <a:pt x="2984737" y="2616913"/>
                </a:cubicBezTo>
                <a:lnTo>
                  <a:pt x="2974102" y="2598470"/>
                </a:lnTo>
                <a:cubicBezTo>
                  <a:pt x="2973854" y="2598055"/>
                  <a:pt x="2973853" y="2597473"/>
                  <a:pt x="2974103" y="2596974"/>
                </a:cubicBezTo>
                <a:lnTo>
                  <a:pt x="2984737" y="2578532"/>
                </a:lnTo>
                <a:cubicBezTo>
                  <a:pt x="2985069" y="2578032"/>
                  <a:pt x="2985568" y="2577783"/>
                  <a:pt x="2986066" y="2577784"/>
                </a:cubicBezTo>
                <a:lnTo>
                  <a:pt x="3007334" y="2577783"/>
                </a:lnTo>
                <a:cubicBezTo>
                  <a:pt x="3007916" y="2577783"/>
                  <a:pt x="3008415" y="2578032"/>
                  <a:pt x="3008664" y="2578532"/>
                </a:cubicBezTo>
                <a:lnTo>
                  <a:pt x="3019298" y="2596974"/>
                </a:lnTo>
                <a:cubicBezTo>
                  <a:pt x="3019546" y="2597390"/>
                  <a:pt x="3019546" y="2597971"/>
                  <a:pt x="3019297" y="2598470"/>
                </a:cubicBezTo>
                <a:lnTo>
                  <a:pt x="3008664" y="2616913"/>
                </a:lnTo>
                <a:cubicBezTo>
                  <a:pt x="3008331" y="2617412"/>
                  <a:pt x="3007833" y="2617662"/>
                  <a:pt x="3007335" y="2617661"/>
                </a:cubicBezTo>
                <a:close/>
                <a:moveTo>
                  <a:pt x="4009232" y="2891818"/>
                </a:moveTo>
                <a:cubicBezTo>
                  <a:pt x="4008651" y="2891818"/>
                  <a:pt x="4008152" y="2891569"/>
                  <a:pt x="4007903" y="2891070"/>
                </a:cubicBezTo>
                <a:lnTo>
                  <a:pt x="3997269" y="2872627"/>
                </a:lnTo>
                <a:cubicBezTo>
                  <a:pt x="3997020" y="2872211"/>
                  <a:pt x="3997020" y="2871630"/>
                  <a:pt x="3997269" y="2871131"/>
                </a:cubicBezTo>
                <a:lnTo>
                  <a:pt x="4007903" y="2852688"/>
                </a:lnTo>
                <a:cubicBezTo>
                  <a:pt x="4008235" y="2852189"/>
                  <a:pt x="4008734" y="2851940"/>
                  <a:pt x="4009232" y="2851940"/>
                </a:cubicBezTo>
                <a:lnTo>
                  <a:pt x="4030501" y="2851940"/>
                </a:lnTo>
                <a:cubicBezTo>
                  <a:pt x="4031082" y="2851940"/>
                  <a:pt x="4031581" y="2852189"/>
                  <a:pt x="4031830" y="2852688"/>
                </a:cubicBezTo>
                <a:lnTo>
                  <a:pt x="4042464" y="2871131"/>
                </a:lnTo>
                <a:cubicBezTo>
                  <a:pt x="4042713" y="2871547"/>
                  <a:pt x="4042713" y="2872128"/>
                  <a:pt x="4042464" y="2872627"/>
                </a:cubicBezTo>
                <a:lnTo>
                  <a:pt x="4031830" y="2891070"/>
                </a:lnTo>
                <a:cubicBezTo>
                  <a:pt x="4031497" y="2891569"/>
                  <a:pt x="4030999" y="2891818"/>
                  <a:pt x="4030501" y="2891818"/>
                </a:cubicBezTo>
                <a:close/>
                <a:moveTo>
                  <a:pt x="3347100" y="2714505"/>
                </a:moveTo>
                <a:cubicBezTo>
                  <a:pt x="3346519" y="2714505"/>
                  <a:pt x="3346020" y="2714256"/>
                  <a:pt x="3345771" y="2713757"/>
                </a:cubicBezTo>
                <a:lnTo>
                  <a:pt x="3335137" y="2695231"/>
                </a:lnTo>
                <a:cubicBezTo>
                  <a:pt x="3334888" y="2694815"/>
                  <a:pt x="3334888" y="2694234"/>
                  <a:pt x="3335137" y="2693735"/>
                </a:cubicBezTo>
                <a:lnTo>
                  <a:pt x="3345854" y="2675209"/>
                </a:lnTo>
                <a:cubicBezTo>
                  <a:pt x="3346187" y="2674792"/>
                  <a:pt x="3346685" y="2674461"/>
                  <a:pt x="3347184" y="2674461"/>
                </a:cubicBezTo>
                <a:lnTo>
                  <a:pt x="3368535" y="2674460"/>
                </a:lnTo>
                <a:cubicBezTo>
                  <a:pt x="3369116" y="2674461"/>
                  <a:pt x="3369615" y="2674710"/>
                  <a:pt x="3369864" y="2675209"/>
                </a:cubicBezTo>
                <a:lnTo>
                  <a:pt x="3380498" y="2693735"/>
                </a:lnTo>
                <a:cubicBezTo>
                  <a:pt x="3380748" y="2694151"/>
                  <a:pt x="3380748" y="2694732"/>
                  <a:pt x="3380498" y="2695231"/>
                </a:cubicBezTo>
                <a:lnTo>
                  <a:pt x="3369781" y="2713758"/>
                </a:lnTo>
                <a:cubicBezTo>
                  <a:pt x="3369449" y="2714173"/>
                  <a:pt x="3368950" y="2714505"/>
                  <a:pt x="3368452" y="2714504"/>
                </a:cubicBezTo>
                <a:close/>
                <a:moveTo>
                  <a:pt x="2685051" y="2537193"/>
                </a:moveTo>
                <a:cubicBezTo>
                  <a:pt x="2684471" y="2537193"/>
                  <a:pt x="2683971" y="2536943"/>
                  <a:pt x="2683722" y="2536445"/>
                </a:cubicBezTo>
                <a:lnTo>
                  <a:pt x="2673005" y="2517835"/>
                </a:lnTo>
                <a:cubicBezTo>
                  <a:pt x="2672757" y="2517420"/>
                  <a:pt x="2672756" y="2516838"/>
                  <a:pt x="2673006" y="2516340"/>
                </a:cubicBezTo>
                <a:lnTo>
                  <a:pt x="2683722" y="2497730"/>
                </a:lnTo>
                <a:cubicBezTo>
                  <a:pt x="2684054" y="2497314"/>
                  <a:pt x="2684553" y="2496982"/>
                  <a:pt x="2685051" y="2496982"/>
                </a:cubicBezTo>
                <a:lnTo>
                  <a:pt x="2706487" y="2496982"/>
                </a:lnTo>
                <a:cubicBezTo>
                  <a:pt x="2707067" y="2496982"/>
                  <a:pt x="2707566" y="2497231"/>
                  <a:pt x="2707815" y="2497730"/>
                </a:cubicBezTo>
                <a:lnTo>
                  <a:pt x="2718532" y="2516340"/>
                </a:lnTo>
                <a:cubicBezTo>
                  <a:pt x="2718781" y="2516755"/>
                  <a:pt x="2718782" y="2517336"/>
                  <a:pt x="2718532" y="2517835"/>
                </a:cubicBezTo>
                <a:lnTo>
                  <a:pt x="2707815" y="2536445"/>
                </a:lnTo>
                <a:cubicBezTo>
                  <a:pt x="2707483" y="2536860"/>
                  <a:pt x="2706984" y="2537193"/>
                  <a:pt x="2706486" y="2537193"/>
                </a:cubicBezTo>
                <a:close/>
                <a:moveTo>
                  <a:pt x="3046169" y="2633954"/>
                </a:moveTo>
                <a:cubicBezTo>
                  <a:pt x="3045588" y="2633954"/>
                  <a:pt x="3045088" y="2633704"/>
                  <a:pt x="3044839" y="2633206"/>
                </a:cubicBezTo>
                <a:lnTo>
                  <a:pt x="3034122" y="2614596"/>
                </a:lnTo>
                <a:cubicBezTo>
                  <a:pt x="3033874" y="2614181"/>
                  <a:pt x="3033873" y="2613599"/>
                  <a:pt x="3034123" y="2613101"/>
                </a:cubicBezTo>
                <a:lnTo>
                  <a:pt x="3044840" y="2594491"/>
                </a:lnTo>
                <a:cubicBezTo>
                  <a:pt x="3045171" y="2594075"/>
                  <a:pt x="3045670" y="2593743"/>
                  <a:pt x="3046168" y="2593743"/>
                </a:cubicBezTo>
                <a:lnTo>
                  <a:pt x="3067604" y="2593743"/>
                </a:lnTo>
                <a:cubicBezTo>
                  <a:pt x="3068185" y="2593743"/>
                  <a:pt x="3068684" y="2593992"/>
                  <a:pt x="3068932" y="2594491"/>
                </a:cubicBezTo>
                <a:lnTo>
                  <a:pt x="3079650" y="2613101"/>
                </a:lnTo>
                <a:cubicBezTo>
                  <a:pt x="3079899" y="2613516"/>
                  <a:pt x="3079899" y="2614097"/>
                  <a:pt x="3079650" y="2614596"/>
                </a:cubicBezTo>
                <a:lnTo>
                  <a:pt x="3068932" y="2633206"/>
                </a:lnTo>
                <a:cubicBezTo>
                  <a:pt x="3068601" y="2633621"/>
                  <a:pt x="3068101" y="2633954"/>
                  <a:pt x="3067603" y="2633954"/>
                </a:cubicBezTo>
                <a:close/>
                <a:moveTo>
                  <a:pt x="2745153" y="2553497"/>
                </a:moveTo>
                <a:cubicBezTo>
                  <a:pt x="2744572" y="2553497"/>
                  <a:pt x="2744073" y="2553247"/>
                  <a:pt x="2743824" y="2552749"/>
                </a:cubicBezTo>
                <a:lnTo>
                  <a:pt x="2733024" y="2533973"/>
                </a:lnTo>
                <a:cubicBezTo>
                  <a:pt x="2732775" y="2533558"/>
                  <a:pt x="2732775" y="2532976"/>
                  <a:pt x="2733024" y="2532478"/>
                </a:cubicBezTo>
                <a:lnTo>
                  <a:pt x="2743824" y="2513702"/>
                </a:lnTo>
                <a:cubicBezTo>
                  <a:pt x="2744073" y="2513286"/>
                  <a:pt x="2744655" y="2512954"/>
                  <a:pt x="2745153" y="2512954"/>
                </a:cubicBezTo>
                <a:lnTo>
                  <a:pt x="2766837" y="2512954"/>
                </a:lnTo>
                <a:cubicBezTo>
                  <a:pt x="2767419" y="2512954"/>
                  <a:pt x="2767917" y="2513203"/>
                  <a:pt x="2768166" y="2513702"/>
                </a:cubicBezTo>
                <a:lnTo>
                  <a:pt x="2778967" y="2532478"/>
                </a:lnTo>
                <a:cubicBezTo>
                  <a:pt x="2779216" y="2532893"/>
                  <a:pt x="2779216" y="2533475"/>
                  <a:pt x="2778967" y="2533973"/>
                </a:cubicBezTo>
                <a:lnTo>
                  <a:pt x="2768166" y="2552749"/>
                </a:lnTo>
                <a:cubicBezTo>
                  <a:pt x="2767917" y="2553164"/>
                  <a:pt x="2767335" y="2553497"/>
                  <a:pt x="2766837" y="2553497"/>
                </a:cubicBezTo>
                <a:close/>
                <a:moveTo>
                  <a:pt x="2805339" y="2569624"/>
                </a:moveTo>
                <a:cubicBezTo>
                  <a:pt x="2804759" y="2569624"/>
                  <a:pt x="2804260" y="2569374"/>
                  <a:pt x="2804011" y="2568876"/>
                </a:cubicBezTo>
                <a:lnTo>
                  <a:pt x="2793211" y="2550100"/>
                </a:lnTo>
                <a:cubicBezTo>
                  <a:pt x="2792962" y="2549685"/>
                  <a:pt x="2792962" y="2549103"/>
                  <a:pt x="2793211" y="2548605"/>
                </a:cubicBezTo>
                <a:lnTo>
                  <a:pt x="2804011" y="2529829"/>
                </a:lnTo>
                <a:cubicBezTo>
                  <a:pt x="2804260" y="2529413"/>
                  <a:pt x="2804842" y="2529081"/>
                  <a:pt x="2805340" y="2529081"/>
                </a:cubicBezTo>
                <a:lnTo>
                  <a:pt x="2827024" y="2529081"/>
                </a:lnTo>
                <a:cubicBezTo>
                  <a:pt x="2827605" y="2529081"/>
                  <a:pt x="2828104" y="2529330"/>
                  <a:pt x="2828353" y="2529829"/>
                </a:cubicBezTo>
                <a:lnTo>
                  <a:pt x="2839154" y="2548605"/>
                </a:lnTo>
                <a:cubicBezTo>
                  <a:pt x="2839403" y="2549020"/>
                  <a:pt x="2839403" y="2549602"/>
                  <a:pt x="2839154" y="2550100"/>
                </a:cubicBezTo>
                <a:lnTo>
                  <a:pt x="2828353" y="2568876"/>
                </a:lnTo>
                <a:cubicBezTo>
                  <a:pt x="2828104" y="2569291"/>
                  <a:pt x="2827522" y="2569624"/>
                  <a:pt x="2827024" y="2569624"/>
                </a:cubicBezTo>
                <a:close/>
                <a:moveTo>
                  <a:pt x="2865525" y="2585750"/>
                </a:moveTo>
                <a:cubicBezTo>
                  <a:pt x="2864945" y="2585751"/>
                  <a:pt x="2864446" y="2585501"/>
                  <a:pt x="2864197" y="2585002"/>
                </a:cubicBezTo>
                <a:lnTo>
                  <a:pt x="2853397" y="2566226"/>
                </a:lnTo>
                <a:cubicBezTo>
                  <a:pt x="2853148" y="2565812"/>
                  <a:pt x="2853148" y="2565230"/>
                  <a:pt x="2853397" y="2564732"/>
                </a:cubicBezTo>
                <a:lnTo>
                  <a:pt x="2864197" y="2545956"/>
                </a:lnTo>
                <a:cubicBezTo>
                  <a:pt x="2864445" y="2545539"/>
                  <a:pt x="2865028" y="2545208"/>
                  <a:pt x="2865526" y="2545207"/>
                </a:cubicBezTo>
                <a:lnTo>
                  <a:pt x="2887210" y="2545207"/>
                </a:lnTo>
                <a:cubicBezTo>
                  <a:pt x="2887791" y="2545208"/>
                  <a:pt x="2888289" y="2545456"/>
                  <a:pt x="2888539" y="2545956"/>
                </a:cubicBezTo>
                <a:lnTo>
                  <a:pt x="2899340" y="2564731"/>
                </a:lnTo>
                <a:cubicBezTo>
                  <a:pt x="2899589" y="2565147"/>
                  <a:pt x="2899589" y="2565729"/>
                  <a:pt x="2899340" y="2566227"/>
                </a:cubicBezTo>
                <a:lnTo>
                  <a:pt x="2888539" y="2585003"/>
                </a:lnTo>
                <a:cubicBezTo>
                  <a:pt x="2888290" y="2585418"/>
                  <a:pt x="2887708" y="2585751"/>
                  <a:pt x="2887210" y="2585751"/>
                </a:cubicBezTo>
                <a:close/>
                <a:moveTo>
                  <a:pt x="3708063" y="2811600"/>
                </a:moveTo>
                <a:cubicBezTo>
                  <a:pt x="3707481" y="2811600"/>
                  <a:pt x="3706982" y="2811351"/>
                  <a:pt x="3706733" y="2810852"/>
                </a:cubicBezTo>
                <a:lnTo>
                  <a:pt x="3695850" y="2791993"/>
                </a:lnTo>
                <a:cubicBezTo>
                  <a:pt x="3695601" y="2791495"/>
                  <a:pt x="3695601" y="2790913"/>
                  <a:pt x="3695850" y="2790415"/>
                </a:cubicBezTo>
                <a:lnTo>
                  <a:pt x="3706733" y="2771556"/>
                </a:lnTo>
                <a:cubicBezTo>
                  <a:pt x="3706982" y="2771140"/>
                  <a:pt x="3707481" y="2770808"/>
                  <a:pt x="3708063" y="2770808"/>
                </a:cubicBezTo>
                <a:lnTo>
                  <a:pt x="3729829" y="2770808"/>
                </a:lnTo>
                <a:cubicBezTo>
                  <a:pt x="3730411" y="2770808"/>
                  <a:pt x="3730909" y="2771057"/>
                  <a:pt x="3731159" y="2771556"/>
                </a:cubicBezTo>
                <a:lnTo>
                  <a:pt x="3742042" y="2790415"/>
                </a:lnTo>
                <a:cubicBezTo>
                  <a:pt x="3742291" y="2790913"/>
                  <a:pt x="3742291" y="2791495"/>
                  <a:pt x="3742042" y="2791993"/>
                </a:cubicBezTo>
                <a:lnTo>
                  <a:pt x="3731158" y="2810852"/>
                </a:lnTo>
                <a:cubicBezTo>
                  <a:pt x="3730909" y="2811268"/>
                  <a:pt x="3730411" y="2811600"/>
                  <a:pt x="3729829" y="2811600"/>
                </a:cubicBezTo>
                <a:close/>
                <a:moveTo>
                  <a:pt x="2925537" y="2602115"/>
                </a:moveTo>
                <a:cubicBezTo>
                  <a:pt x="2925038" y="2602115"/>
                  <a:pt x="2924456" y="2601866"/>
                  <a:pt x="2924207" y="2601367"/>
                </a:cubicBezTo>
                <a:lnTo>
                  <a:pt x="2913324" y="2582425"/>
                </a:lnTo>
                <a:cubicBezTo>
                  <a:pt x="2913075" y="2581927"/>
                  <a:pt x="2913075" y="2581345"/>
                  <a:pt x="2913324" y="2580847"/>
                </a:cubicBezTo>
                <a:lnTo>
                  <a:pt x="2924290" y="2561905"/>
                </a:lnTo>
                <a:cubicBezTo>
                  <a:pt x="2924540" y="2561489"/>
                  <a:pt x="2925038" y="2561157"/>
                  <a:pt x="2925620" y="2561157"/>
                </a:cubicBezTo>
                <a:lnTo>
                  <a:pt x="2947470" y="2561157"/>
                </a:lnTo>
                <a:cubicBezTo>
                  <a:pt x="2947968" y="2561157"/>
                  <a:pt x="2948550" y="2561406"/>
                  <a:pt x="2948799" y="2561905"/>
                </a:cubicBezTo>
                <a:lnTo>
                  <a:pt x="2959682" y="2580847"/>
                </a:lnTo>
                <a:cubicBezTo>
                  <a:pt x="2959931" y="2581345"/>
                  <a:pt x="2959931" y="2581927"/>
                  <a:pt x="2959682" y="2582425"/>
                </a:cubicBezTo>
                <a:lnTo>
                  <a:pt x="2948716" y="2601367"/>
                </a:lnTo>
                <a:cubicBezTo>
                  <a:pt x="2948467" y="2601783"/>
                  <a:pt x="2947968" y="2602115"/>
                  <a:pt x="2947386" y="2602115"/>
                </a:cubicBezTo>
                <a:close/>
                <a:moveTo>
                  <a:pt x="3106013" y="2650661"/>
                </a:moveTo>
                <a:cubicBezTo>
                  <a:pt x="3105514" y="2650661"/>
                  <a:pt x="3104932" y="2650412"/>
                  <a:pt x="3104684" y="2649914"/>
                </a:cubicBezTo>
                <a:lnTo>
                  <a:pt x="3093634" y="2630805"/>
                </a:lnTo>
                <a:cubicBezTo>
                  <a:pt x="3093384" y="2630307"/>
                  <a:pt x="3093385" y="2629725"/>
                  <a:pt x="3093633" y="2629227"/>
                </a:cubicBezTo>
                <a:lnTo>
                  <a:pt x="3104683" y="2610119"/>
                </a:lnTo>
                <a:cubicBezTo>
                  <a:pt x="3104933" y="2609703"/>
                  <a:pt x="3105431" y="2609371"/>
                  <a:pt x="3106012" y="2609371"/>
                </a:cubicBezTo>
                <a:lnTo>
                  <a:pt x="3128111" y="2609371"/>
                </a:lnTo>
                <a:cubicBezTo>
                  <a:pt x="3128609" y="2609371"/>
                  <a:pt x="3129192" y="2609620"/>
                  <a:pt x="3129441" y="2610119"/>
                </a:cubicBezTo>
                <a:lnTo>
                  <a:pt x="3140491" y="2629227"/>
                </a:lnTo>
                <a:cubicBezTo>
                  <a:pt x="3140740" y="2629725"/>
                  <a:pt x="3140740" y="2630307"/>
                  <a:pt x="3140491" y="2630805"/>
                </a:cubicBezTo>
                <a:lnTo>
                  <a:pt x="3129440" y="2649914"/>
                </a:lnTo>
                <a:cubicBezTo>
                  <a:pt x="3129191" y="2650329"/>
                  <a:pt x="3128693" y="2650661"/>
                  <a:pt x="3128112" y="2650661"/>
                </a:cubicBezTo>
                <a:close/>
                <a:moveTo>
                  <a:pt x="149067" y="1901153"/>
                </a:moveTo>
                <a:cubicBezTo>
                  <a:pt x="148819" y="1901153"/>
                  <a:pt x="148486" y="1900821"/>
                  <a:pt x="148486" y="1900821"/>
                </a:cubicBezTo>
                <a:lnTo>
                  <a:pt x="143584" y="1892264"/>
                </a:lnTo>
                <a:cubicBezTo>
                  <a:pt x="143418" y="1892098"/>
                  <a:pt x="143584" y="1891599"/>
                  <a:pt x="143584" y="1891599"/>
                </a:cubicBezTo>
                <a:lnTo>
                  <a:pt x="148486" y="1883042"/>
                </a:lnTo>
                <a:cubicBezTo>
                  <a:pt x="148570" y="1882876"/>
                  <a:pt x="149068" y="1882710"/>
                  <a:pt x="149068" y="1882710"/>
                </a:cubicBezTo>
                <a:lnTo>
                  <a:pt x="158954" y="1882710"/>
                </a:lnTo>
                <a:cubicBezTo>
                  <a:pt x="159203" y="1882710"/>
                  <a:pt x="159535" y="1883042"/>
                  <a:pt x="159535" y="1883042"/>
                </a:cubicBezTo>
                <a:lnTo>
                  <a:pt x="164438" y="1891599"/>
                </a:lnTo>
                <a:cubicBezTo>
                  <a:pt x="164603" y="1891766"/>
                  <a:pt x="164437" y="1892264"/>
                  <a:pt x="164437" y="1892264"/>
                </a:cubicBezTo>
                <a:lnTo>
                  <a:pt x="159536" y="1900821"/>
                </a:lnTo>
                <a:cubicBezTo>
                  <a:pt x="159452" y="1900987"/>
                  <a:pt x="158954" y="1901153"/>
                  <a:pt x="158954" y="1901153"/>
                </a:cubicBezTo>
                <a:close/>
                <a:moveTo>
                  <a:pt x="2072619" y="2421688"/>
                </a:moveTo>
                <a:cubicBezTo>
                  <a:pt x="2072203" y="2421688"/>
                  <a:pt x="2071705" y="2421190"/>
                  <a:pt x="2071705" y="2421190"/>
                </a:cubicBezTo>
                <a:lnTo>
                  <a:pt x="2064395" y="2408478"/>
                </a:lnTo>
                <a:cubicBezTo>
                  <a:pt x="2064228" y="2408229"/>
                  <a:pt x="2064394" y="2407482"/>
                  <a:pt x="2064394" y="2407482"/>
                </a:cubicBezTo>
                <a:lnTo>
                  <a:pt x="2071705" y="2394770"/>
                </a:lnTo>
                <a:cubicBezTo>
                  <a:pt x="2071954" y="2394438"/>
                  <a:pt x="2072619" y="2394272"/>
                  <a:pt x="2072619" y="2394272"/>
                </a:cubicBezTo>
                <a:lnTo>
                  <a:pt x="2087241" y="2394272"/>
                </a:lnTo>
                <a:cubicBezTo>
                  <a:pt x="2087656" y="2394272"/>
                  <a:pt x="2088155" y="2394770"/>
                  <a:pt x="2088155" y="2394770"/>
                </a:cubicBezTo>
                <a:lnTo>
                  <a:pt x="2095465" y="2407481"/>
                </a:lnTo>
                <a:cubicBezTo>
                  <a:pt x="2095632" y="2407731"/>
                  <a:pt x="2095465" y="2408478"/>
                  <a:pt x="2095465" y="2408478"/>
                </a:cubicBezTo>
                <a:lnTo>
                  <a:pt x="2088155" y="2421190"/>
                </a:lnTo>
                <a:cubicBezTo>
                  <a:pt x="2087905" y="2421521"/>
                  <a:pt x="2087242" y="2421688"/>
                  <a:pt x="2087242" y="2421688"/>
                </a:cubicBezTo>
                <a:close/>
                <a:moveTo>
                  <a:pt x="4118774" y="2970333"/>
                </a:moveTo>
                <a:cubicBezTo>
                  <a:pt x="4118442" y="2970333"/>
                  <a:pt x="4117860" y="2969834"/>
                  <a:pt x="4117860" y="2969834"/>
                </a:cubicBezTo>
                <a:lnTo>
                  <a:pt x="4110383" y="2956874"/>
                </a:lnTo>
                <a:cubicBezTo>
                  <a:pt x="4110217" y="2956541"/>
                  <a:pt x="4110383" y="2955794"/>
                  <a:pt x="4110383" y="2955794"/>
                </a:cubicBezTo>
                <a:lnTo>
                  <a:pt x="4117860" y="2942833"/>
                </a:lnTo>
                <a:cubicBezTo>
                  <a:pt x="4118026" y="2942501"/>
                  <a:pt x="4118774" y="2942335"/>
                  <a:pt x="4118774" y="2942335"/>
                </a:cubicBezTo>
                <a:lnTo>
                  <a:pt x="4133728" y="2942335"/>
                </a:lnTo>
                <a:cubicBezTo>
                  <a:pt x="4134061" y="2942335"/>
                  <a:pt x="4134643" y="2942833"/>
                  <a:pt x="4134643" y="2942833"/>
                </a:cubicBezTo>
                <a:lnTo>
                  <a:pt x="4142119" y="2955794"/>
                </a:lnTo>
                <a:cubicBezTo>
                  <a:pt x="4142286" y="2956126"/>
                  <a:pt x="4142119" y="2956874"/>
                  <a:pt x="4142119" y="2956874"/>
                </a:cubicBezTo>
                <a:lnTo>
                  <a:pt x="4134643" y="2969834"/>
                </a:lnTo>
                <a:cubicBezTo>
                  <a:pt x="4134476" y="2970167"/>
                  <a:pt x="4133728" y="2970333"/>
                  <a:pt x="4133728" y="2970333"/>
                </a:cubicBezTo>
                <a:close/>
                <a:moveTo>
                  <a:pt x="1410062" y="2245195"/>
                </a:moveTo>
                <a:cubicBezTo>
                  <a:pt x="1409731" y="2245195"/>
                  <a:pt x="1409148" y="2244613"/>
                  <a:pt x="1409148" y="2244613"/>
                </a:cubicBezTo>
                <a:lnTo>
                  <a:pt x="1401339" y="2231154"/>
                </a:lnTo>
                <a:cubicBezTo>
                  <a:pt x="1401173" y="2230822"/>
                  <a:pt x="1401339" y="2230074"/>
                  <a:pt x="1401339" y="2230074"/>
                </a:cubicBezTo>
                <a:lnTo>
                  <a:pt x="1409149" y="2216616"/>
                </a:lnTo>
                <a:cubicBezTo>
                  <a:pt x="1409314" y="2216283"/>
                  <a:pt x="1410062" y="2216034"/>
                  <a:pt x="1410062" y="2216034"/>
                </a:cubicBezTo>
                <a:lnTo>
                  <a:pt x="1425598" y="2216034"/>
                </a:lnTo>
                <a:cubicBezTo>
                  <a:pt x="1425930" y="2216034"/>
                  <a:pt x="1426512" y="2216616"/>
                  <a:pt x="1426512" y="2216616"/>
                </a:cubicBezTo>
                <a:lnTo>
                  <a:pt x="1434322" y="2230074"/>
                </a:lnTo>
                <a:cubicBezTo>
                  <a:pt x="1434488" y="2230407"/>
                  <a:pt x="1434322" y="2231154"/>
                  <a:pt x="1434322" y="2231154"/>
                </a:cubicBezTo>
                <a:lnTo>
                  <a:pt x="1426512" y="2244613"/>
                </a:lnTo>
                <a:cubicBezTo>
                  <a:pt x="1426346" y="2244946"/>
                  <a:pt x="1425598" y="2245195"/>
                  <a:pt x="1425598" y="2245195"/>
                </a:cubicBezTo>
                <a:close/>
                <a:moveTo>
                  <a:pt x="1470246" y="2261426"/>
                </a:moveTo>
                <a:cubicBezTo>
                  <a:pt x="1469830" y="2261426"/>
                  <a:pt x="1469248" y="2260844"/>
                  <a:pt x="1469248" y="2260844"/>
                </a:cubicBezTo>
                <a:lnTo>
                  <a:pt x="1461440" y="2247302"/>
                </a:lnTo>
                <a:cubicBezTo>
                  <a:pt x="1461273" y="2246970"/>
                  <a:pt x="1461440" y="2246222"/>
                  <a:pt x="1461440" y="2246222"/>
                </a:cubicBezTo>
                <a:lnTo>
                  <a:pt x="1469249" y="2232680"/>
                </a:lnTo>
                <a:cubicBezTo>
                  <a:pt x="1469499" y="2232348"/>
                  <a:pt x="1470246" y="2232099"/>
                  <a:pt x="1470246" y="2232099"/>
                </a:cubicBezTo>
                <a:lnTo>
                  <a:pt x="1485947" y="2232099"/>
                </a:lnTo>
                <a:cubicBezTo>
                  <a:pt x="1486363" y="2232099"/>
                  <a:pt x="1486945" y="2232680"/>
                  <a:pt x="1486945" y="2232680"/>
                </a:cubicBezTo>
                <a:lnTo>
                  <a:pt x="1494754" y="2246222"/>
                </a:lnTo>
                <a:cubicBezTo>
                  <a:pt x="1494920" y="2246555"/>
                  <a:pt x="1494754" y="2247302"/>
                  <a:pt x="1494754" y="2247302"/>
                </a:cubicBezTo>
                <a:lnTo>
                  <a:pt x="1486944" y="2260844"/>
                </a:lnTo>
                <a:cubicBezTo>
                  <a:pt x="1486696" y="2261177"/>
                  <a:pt x="1485948" y="2261426"/>
                  <a:pt x="1485948" y="2261426"/>
                </a:cubicBezTo>
                <a:close/>
                <a:moveTo>
                  <a:pt x="1530278" y="2277793"/>
                </a:moveTo>
                <a:cubicBezTo>
                  <a:pt x="1529864" y="2277793"/>
                  <a:pt x="1529281" y="2277212"/>
                  <a:pt x="1529281" y="2277212"/>
                </a:cubicBezTo>
                <a:lnTo>
                  <a:pt x="1521306" y="2263421"/>
                </a:lnTo>
                <a:cubicBezTo>
                  <a:pt x="1521140" y="2263005"/>
                  <a:pt x="1521306" y="2262258"/>
                  <a:pt x="1521306" y="2262258"/>
                </a:cubicBezTo>
                <a:lnTo>
                  <a:pt x="1529281" y="2248466"/>
                </a:lnTo>
                <a:cubicBezTo>
                  <a:pt x="1529532" y="2248134"/>
                  <a:pt x="1530278" y="2247885"/>
                  <a:pt x="1530278" y="2247885"/>
                </a:cubicBezTo>
                <a:lnTo>
                  <a:pt x="1546230" y="2247885"/>
                </a:lnTo>
                <a:cubicBezTo>
                  <a:pt x="1546645" y="2247885"/>
                  <a:pt x="1547227" y="2248466"/>
                  <a:pt x="1547227" y="2248466"/>
                </a:cubicBezTo>
                <a:lnTo>
                  <a:pt x="1555202" y="2262258"/>
                </a:lnTo>
                <a:cubicBezTo>
                  <a:pt x="1555368" y="2262673"/>
                  <a:pt x="1555202" y="2263421"/>
                  <a:pt x="1555202" y="2263421"/>
                </a:cubicBezTo>
                <a:lnTo>
                  <a:pt x="1547227" y="2277212"/>
                </a:lnTo>
                <a:cubicBezTo>
                  <a:pt x="1546977" y="2277544"/>
                  <a:pt x="1546230" y="2277793"/>
                  <a:pt x="1546230" y="2277793"/>
                </a:cubicBezTo>
                <a:close/>
                <a:moveTo>
                  <a:pt x="2312024" y="2488605"/>
                </a:moveTo>
                <a:cubicBezTo>
                  <a:pt x="2311526" y="2488605"/>
                  <a:pt x="2310944" y="2488023"/>
                  <a:pt x="2310944" y="2488023"/>
                </a:cubicBezTo>
                <a:lnTo>
                  <a:pt x="2302387" y="2473152"/>
                </a:lnTo>
                <a:cubicBezTo>
                  <a:pt x="2302138" y="2472736"/>
                  <a:pt x="2302387" y="2471906"/>
                  <a:pt x="2302387" y="2471906"/>
                </a:cubicBezTo>
                <a:lnTo>
                  <a:pt x="2311027" y="2457035"/>
                </a:lnTo>
                <a:cubicBezTo>
                  <a:pt x="2311276" y="2456701"/>
                  <a:pt x="2311692" y="2456453"/>
                  <a:pt x="2312107" y="2456453"/>
                </a:cubicBezTo>
                <a:lnTo>
                  <a:pt x="2329305" y="2456453"/>
                </a:lnTo>
                <a:cubicBezTo>
                  <a:pt x="2329803" y="2456453"/>
                  <a:pt x="2330385" y="2457035"/>
                  <a:pt x="2330385" y="2457035"/>
                </a:cubicBezTo>
                <a:lnTo>
                  <a:pt x="2338942" y="2471906"/>
                </a:lnTo>
                <a:cubicBezTo>
                  <a:pt x="2339191" y="2472321"/>
                  <a:pt x="2338942" y="2473152"/>
                  <a:pt x="2338942" y="2473152"/>
                </a:cubicBezTo>
                <a:lnTo>
                  <a:pt x="2330302" y="2488023"/>
                </a:lnTo>
                <a:cubicBezTo>
                  <a:pt x="2330052" y="2488355"/>
                  <a:pt x="2329637" y="2488604"/>
                  <a:pt x="2329221" y="2488605"/>
                </a:cubicBezTo>
                <a:close/>
                <a:moveTo>
                  <a:pt x="4418460" y="3053200"/>
                </a:moveTo>
                <a:cubicBezTo>
                  <a:pt x="4418045" y="3053200"/>
                  <a:pt x="4417380" y="3052618"/>
                  <a:pt x="4417380" y="3052618"/>
                </a:cubicBezTo>
                <a:lnTo>
                  <a:pt x="4408657" y="3037581"/>
                </a:lnTo>
                <a:cubicBezTo>
                  <a:pt x="4408408" y="3037166"/>
                  <a:pt x="4408657" y="3036335"/>
                  <a:pt x="4408657" y="3036335"/>
                </a:cubicBezTo>
                <a:lnTo>
                  <a:pt x="4417380" y="3021297"/>
                </a:lnTo>
                <a:cubicBezTo>
                  <a:pt x="4417629" y="3020965"/>
                  <a:pt x="4418045" y="3020716"/>
                  <a:pt x="4418460" y="3020716"/>
                </a:cubicBezTo>
                <a:lnTo>
                  <a:pt x="4435824" y="3020716"/>
                </a:lnTo>
                <a:cubicBezTo>
                  <a:pt x="4436239" y="3020716"/>
                  <a:pt x="4436904" y="3021297"/>
                  <a:pt x="4436904" y="3021297"/>
                </a:cubicBezTo>
                <a:lnTo>
                  <a:pt x="4445627" y="3036335"/>
                </a:lnTo>
                <a:cubicBezTo>
                  <a:pt x="4445876" y="3036750"/>
                  <a:pt x="4445627" y="3037581"/>
                  <a:pt x="4445627" y="3037581"/>
                </a:cubicBezTo>
                <a:lnTo>
                  <a:pt x="4436904" y="3052618"/>
                </a:lnTo>
                <a:cubicBezTo>
                  <a:pt x="4436654" y="3052951"/>
                  <a:pt x="4436239" y="3053200"/>
                  <a:pt x="4435824" y="3053200"/>
                </a:cubicBezTo>
                <a:close/>
                <a:moveTo>
                  <a:pt x="1589479" y="2295738"/>
                </a:moveTo>
                <a:cubicBezTo>
                  <a:pt x="1589065" y="2295739"/>
                  <a:pt x="1588400" y="2295074"/>
                  <a:pt x="1588400" y="2295074"/>
                </a:cubicBezTo>
                <a:lnTo>
                  <a:pt x="1579427" y="2279538"/>
                </a:lnTo>
                <a:cubicBezTo>
                  <a:pt x="1579178" y="2279205"/>
                  <a:pt x="1579427" y="2278292"/>
                  <a:pt x="1579427" y="2278292"/>
                </a:cubicBezTo>
                <a:lnTo>
                  <a:pt x="1588399" y="2262756"/>
                </a:lnTo>
                <a:cubicBezTo>
                  <a:pt x="1588650" y="2262340"/>
                  <a:pt x="1589065" y="2262092"/>
                  <a:pt x="1589479" y="2262091"/>
                </a:cubicBezTo>
                <a:lnTo>
                  <a:pt x="1607342" y="2262092"/>
                </a:lnTo>
                <a:cubicBezTo>
                  <a:pt x="1607758" y="2262091"/>
                  <a:pt x="1608423" y="2262756"/>
                  <a:pt x="1608423" y="2262756"/>
                </a:cubicBezTo>
                <a:lnTo>
                  <a:pt x="1617395" y="2278291"/>
                </a:lnTo>
                <a:cubicBezTo>
                  <a:pt x="1617643" y="2278624"/>
                  <a:pt x="1617395" y="2279537"/>
                  <a:pt x="1617395" y="2279537"/>
                </a:cubicBezTo>
                <a:lnTo>
                  <a:pt x="1608422" y="2295073"/>
                </a:lnTo>
                <a:cubicBezTo>
                  <a:pt x="1608173" y="2295490"/>
                  <a:pt x="1607758" y="2295738"/>
                  <a:pt x="1607342" y="2295739"/>
                </a:cubicBezTo>
                <a:close/>
                <a:moveTo>
                  <a:pt x="4057112" y="2957044"/>
                </a:moveTo>
                <a:cubicBezTo>
                  <a:pt x="4056697" y="2957044"/>
                  <a:pt x="4056032" y="2956380"/>
                  <a:pt x="4056032" y="2956380"/>
                </a:cubicBezTo>
                <a:lnTo>
                  <a:pt x="4047060" y="2940761"/>
                </a:lnTo>
                <a:cubicBezTo>
                  <a:pt x="4046811" y="2940428"/>
                  <a:pt x="4047060" y="2939514"/>
                  <a:pt x="4047060" y="2939514"/>
                </a:cubicBezTo>
                <a:lnTo>
                  <a:pt x="4056032" y="2923896"/>
                </a:lnTo>
                <a:cubicBezTo>
                  <a:pt x="4056281" y="2923480"/>
                  <a:pt x="4056697" y="2923231"/>
                  <a:pt x="4057112" y="2923231"/>
                </a:cubicBezTo>
                <a:lnTo>
                  <a:pt x="4075140" y="2923231"/>
                </a:lnTo>
                <a:cubicBezTo>
                  <a:pt x="4075556" y="2923231"/>
                  <a:pt x="4076220" y="2923896"/>
                  <a:pt x="4076220" y="2923896"/>
                </a:cubicBezTo>
                <a:lnTo>
                  <a:pt x="4085193" y="2939514"/>
                </a:lnTo>
                <a:cubicBezTo>
                  <a:pt x="4085442" y="2939847"/>
                  <a:pt x="4085193" y="2940761"/>
                  <a:pt x="4085193" y="2940761"/>
                </a:cubicBezTo>
                <a:lnTo>
                  <a:pt x="4076220" y="2956380"/>
                </a:lnTo>
                <a:cubicBezTo>
                  <a:pt x="4075971" y="2956795"/>
                  <a:pt x="4075556" y="2957044"/>
                  <a:pt x="4075140" y="2957044"/>
                </a:cubicBezTo>
                <a:close/>
                <a:moveTo>
                  <a:pt x="2191257" y="2457184"/>
                </a:moveTo>
                <a:cubicBezTo>
                  <a:pt x="2190842" y="2457184"/>
                  <a:pt x="2190176" y="2456519"/>
                  <a:pt x="2190176" y="2456519"/>
                </a:cubicBezTo>
                <a:lnTo>
                  <a:pt x="2181122" y="2440818"/>
                </a:lnTo>
                <a:cubicBezTo>
                  <a:pt x="2180873" y="2440486"/>
                  <a:pt x="2181122" y="2439572"/>
                  <a:pt x="2181122" y="2439572"/>
                </a:cubicBezTo>
                <a:lnTo>
                  <a:pt x="2190177" y="2423870"/>
                </a:lnTo>
                <a:cubicBezTo>
                  <a:pt x="2190343" y="2423454"/>
                  <a:pt x="2190841" y="2423205"/>
                  <a:pt x="2191257" y="2423205"/>
                </a:cubicBezTo>
                <a:lnTo>
                  <a:pt x="2209368" y="2423205"/>
                </a:lnTo>
                <a:cubicBezTo>
                  <a:pt x="2209783" y="2423205"/>
                  <a:pt x="2210449" y="2423870"/>
                  <a:pt x="2210449" y="2423870"/>
                </a:cubicBezTo>
                <a:lnTo>
                  <a:pt x="2219504" y="2439572"/>
                </a:lnTo>
                <a:cubicBezTo>
                  <a:pt x="2219754" y="2439904"/>
                  <a:pt x="2219504" y="2440818"/>
                  <a:pt x="2219504" y="2440818"/>
                </a:cubicBezTo>
                <a:lnTo>
                  <a:pt x="2210449" y="2456520"/>
                </a:lnTo>
                <a:cubicBezTo>
                  <a:pt x="2210282" y="2456935"/>
                  <a:pt x="2209784" y="2457184"/>
                  <a:pt x="2209368" y="2457184"/>
                </a:cubicBezTo>
                <a:close/>
                <a:moveTo>
                  <a:pt x="4177320" y="2989453"/>
                </a:moveTo>
                <a:cubicBezTo>
                  <a:pt x="4176905" y="2989453"/>
                  <a:pt x="4176240" y="2988789"/>
                  <a:pt x="4176240" y="2988789"/>
                </a:cubicBezTo>
                <a:lnTo>
                  <a:pt x="4167185" y="2973004"/>
                </a:lnTo>
                <a:cubicBezTo>
                  <a:pt x="4166936" y="2972672"/>
                  <a:pt x="4167185" y="2971758"/>
                  <a:pt x="4167185" y="2971758"/>
                </a:cubicBezTo>
                <a:lnTo>
                  <a:pt x="4176324" y="2955973"/>
                </a:lnTo>
                <a:cubicBezTo>
                  <a:pt x="4176490" y="2955557"/>
                  <a:pt x="4176988" y="2955308"/>
                  <a:pt x="4177404" y="2955308"/>
                </a:cubicBezTo>
                <a:lnTo>
                  <a:pt x="4195598" y="2955308"/>
                </a:lnTo>
                <a:cubicBezTo>
                  <a:pt x="4196013" y="2955308"/>
                  <a:pt x="4196678" y="2955973"/>
                  <a:pt x="4196678" y="2955973"/>
                </a:cubicBezTo>
                <a:lnTo>
                  <a:pt x="4205734" y="2971758"/>
                </a:lnTo>
                <a:cubicBezTo>
                  <a:pt x="4205983" y="2972090"/>
                  <a:pt x="4205734" y="2973004"/>
                  <a:pt x="4205734" y="2973004"/>
                </a:cubicBezTo>
                <a:lnTo>
                  <a:pt x="4196595" y="2988789"/>
                </a:lnTo>
                <a:cubicBezTo>
                  <a:pt x="4196429" y="2989204"/>
                  <a:pt x="4195930" y="2989453"/>
                  <a:pt x="4195515" y="2989453"/>
                </a:cubicBezTo>
                <a:close/>
                <a:moveTo>
                  <a:pt x="4357620" y="3038319"/>
                </a:moveTo>
                <a:cubicBezTo>
                  <a:pt x="4357121" y="3038319"/>
                  <a:pt x="4356457" y="3037655"/>
                  <a:pt x="4356457" y="3037655"/>
                </a:cubicBezTo>
                <a:lnTo>
                  <a:pt x="4347069" y="3021454"/>
                </a:lnTo>
                <a:cubicBezTo>
                  <a:pt x="4346820" y="3021039"/>
                  <a:pt x="4347069" y="3020125"/>
                  <a:pt x="4347069" y="3020125"/>
                </a:cubicBezTo>
                <a:lnTo>
                  <a:pt x="4356457" y="3003925"/>
                </a:lnTo>
                <a:cubicBezTo>
                  <a:pt x="4356706" y="3003509"/>
                  <a:pt x="4357121" y="3003260"/>
                  <a:pt x="4357620" y="3003260"/>
                </a:cubicBezTo>
                <a:lnTo>
                  <a:pt x="4376313" y="3003260"/>
                </a:lnTo>
                <a:cubicBezTo>
                  <a:pt x="4376811" y="3003260"/>
                  <a:pt x="4377476" y="3003925"/>
                  <a:pt x="4377476" y="3003925"/>
                </a:cubicBezTo>
                <a:lnTo>
                  <a:pt x="4386864" y="3020125"/>
                </a:lnTo>
                <a:cubicBezTo>
                  <a:pt x="4387113" y="3020540"/>
                  <a:pt x="4386864" y="3021454"/>
                  <a:pt x="4386864" y="3021454"/>
                </a:cubicBezTo>
                <a:lnTo>
                  <a:pt x="4377476" y="3037655"/>
                </a:lnTo>
                <a:cubicBezTo>
                  <a:pt x="4377227" y="3038070"/>
                  <a:pt x="4376811" y="3038319"/>
                  <a:pt x="4376313" y="3038319"/>
                </a:cubicBezTo>
                <a:close/>
                <a:moveTo>
                  <a:pt x="4297433" y="3022286"/>
                </a:moveTo>
                <a:cubicBezTo>
                  <a:pt x="4296934" y="3022286"/>
                  <a:pt x="4296270" y="3021622"/>
                  <a:pt x="4296270" y="3021622"/>
                </a:cubicBezTo>
                <a:lnTo>
                  <a:pt x="4286882" y="3005338"/>
                </a:lnTo>
                <a:cubicBezTo>
                  <a:pt x="4286633" y="3004923"/>
                  <a:pt x="4286882" y="3004009"/>
                  <a:pt x="4286882" y="3004009"/>
                </a:cubicBezTo>
                <a:lnTo>
                  <a:pt x="4296270" y="2987726"/>
                </a:lnTo>
                <a:cubicBezTo>
                  <a:pt x="4296519" y="2987310"/>
                  <a:pt x="4296934" y="2987061"/>
                  <a:pt x="4297433" y="2987061"/>
                </a:cubicBezTo>
                <a:lnTo>
                  <a:pt x="4316209" y="2987061"/>
                </a:lnTo>
                <a:cubicBezTo>
                  <a:pt x="4316707" y="2987061"/>
                  <a:pt x="4317372" y="2987726"/>
                  <a:pt x="4317372" y="2987726"/>
                </a:cubicBezTo>
                <a:lnTo>
                  <a:pt x="4326760" y="3004009"/>
                </a:lnTo>
                <a:cubicBezTo>
                  <a:pt x="4327009" y="3004425"/>
                  <a:pt x="4326760" y="3005338"/>
                  <a:pt x="4326760" y="3005338"/>
                </a:cubicBezTo>
                <a:lnTo>
                  <a:pt x="4317372" y="3021622"/>
                </a:lnTo>
                <a:cubicBezTo>
                  <a:pt x="4317123" y="3022037"/>
                  <a:pt x="4316707" y="3022286"/>
                  <a:pt x="4316209" y="3022286"/>
                </a:cubicBezTo>
                <a:close/>
                <a:moveTo>
                  <a:pt x="264872" y="1941871"/>
                </a:moveTo>
                <a:cubicBezTo>
                  <a:pt x="264373" y="1941871"/>
                  <a:pt x="263709" y="1941206"/>
                  <a:pt x="263709" y="1941206"/>
                </a:cubicBezTo>
                <a:lnTo>
                  <a:pt x="254238" y="1924839"/>
                </a:lnTo>
                <a:cubicBezTo>
                  <a:pt x="253988" y="1924424"/>
                  <a:pt x="254238" y="1923510"/>
                  <a:pt x="254238" y="1923510"/>
                </a:cubicBezTo>
                <a:lnTo>
                  <a:pt x="263710" y="1907144"/>
                </a:lnTo>
                <a:cubicBezTo>
                  <a:pt x="263958" y="1906728"/>
                  <a:pt x="264374" y="1906479"/>
                  <a:pt x="264873" y="1906479"/>
                </a:cubicBezTo>
                <a:lnTo>
                  <a:pt x="283814" y="1906479"/>
                </a:lnTo>
                <a:cubicBezTo>
                  <a:pt x="284312" y="1906479"/>
                  <a:pt x="284978" y="1907144"/>
                  <a:pt x="284978" y="1907144"/>
                </a:cubicBezTo>
                <a:lnTo>
                  <a:pt x="294448" y="1923510"/>
                </a:lnTo>
                <a:cubicBezTo>
                  <a:pt x="294697" y="1923926"/>
                  <a:pt x="294448" y="1924839"/>
                  <a:pt x="294448" y="1924839"/>
                </a:cubicBezTo>
                <a:lnTo>
                  <a:pt x="284978" y="1941206"/>
                </a:lnTo>
                <a:cubicBezTo>
                  <a:pt x="284729" y="1941622"/>
                  <a:pt x="284312" y="1941871"/>
                  <a:pt x="283814" y="1941871"/>
                </a:cubicBezTo>
                <a:close/>
                <a:moveTo>
                  <a:pt x="2250935" y="2474140"/>
                </a:moveTo>
                <a:cubicBezTo>
                  <a:pt x="2250436" y="2474140"/>
                  <a:pt x="2249772" y="2473475"/>
                  <a:pt x="2249772" y="2473475"/>
                </a:cubicBezTo>
                <a:lnTo>
                  <a:pt x="2240301" y="2457026"/>
                </a:lnTo>
                <a:cubicBezTo>
                  <a:pt x="2240052" y="2456610"/>
                  <a:pt x="2240301" y="2455697"/>
                  <a:pt x="2240301" y="2455697"/>
                </a:cubicBezTo>
                <a:lnTo>
                  <a:pt x="2249855" y="2439247"/>
                </a:lnTo>
                <a:cubicBezTo>
                  <a:pt x="2250103" y="2438831"/>
                  <a:pt x="2250518" y="2438582"/>
                  <a:pt x="2251017" y="2438582"/>
                </a:cubicBezTo>
                <a:lnTo>
                  <a:pt x="2270043" y="2438582"/>
                </a:lnTo>
                <a:cubicBezTo>
                  <a:pt x="2270541" y="2438582"/>
                  <a:pt x="2271206" y="2439247"/>
                  <a:pt x="2271206" y="2439247"/>
                </a:cubicBezTo>
                <a:lnTo>
                  <a:pt x="2280676" y="2455697"/>
                </a:lnTo>
                <a:cubicBezTo>
                  <a:pt x="2280925" y="2456112"/>
                  <a:pt x="2280676" y="2457026"/>
                  <a:pt x="2280676" y="2457026"/>
                </a:cubicBezTo>
                <a:lnTo>
                  <a:pt x="2271123" y="2473475"/>
                </a:lnTo>
                <a:cubicBezTo>
                  <a:pt x="2270873" y="2473891"/>
                  <a:pt x="2270459" y="2474140"/>
                  <a:pt x="2269960" y="2474140"/>
                </a:cubicBezTo>
                <a:close/>
                <a:moveTo>
                  <a:pt x="204582" y="1925991"/>
                </a:moveTo>
                <a:cubicBezTo>
                  <a:pt x="204083" y="1925991"/>
                  <a:pt x="203419" y="1925326"/>
                  <a:pt x="203419" y="1925326"/>
                </a:cubicBezTo>
                <a:lnTo>
                  <a:pt x="193865" y="1908794"/>
                </a:lnTo>
                <a:cubicBezTo>
                  <a:pt x="193616" y="1908377"/>
                  <a:pt x="193865" y="1907464"/>
                  <a:pt x="193865" y="1907464"/>
                </a:cubicBezTo>
                <a:lnTo>
                  <a:pt x="203419" y="1890931"/>
                </a:lnTo>
                <a:cubicBezTo>
                  <a:pt x="203668" y="1890515"/>
                  <a:pt x="204083" y="1890267"/>
                  <a:pt x="204582" y="1890267"/>
                </a:cubicBezTo>
                <a:lnTo>
                  <a:pt x="223689" y="1890266"/>
                </a:lnTo>
                <a:cubicBezTo>
                  <a:pt x="224189" y="1890266"/>
                  <a:pt x="224853" y="1890931"/>
                  <a:pt x="224853" y="1890931"/>
                </a:cubicBezTo>
                <a:lnTo>
                  <a:pt x="234407" y="1907463"/>
                </a:lnTo>
                <a:cubicBezTo>
                  <a:pt x="234656" y="1907880"/>
                  <a:pt x="234407" y="1908793"/>
                  <a:pt x="234407" y="1908793"/>
                </a:cubicBezTo>
                <a:lnTo>
                  <a:pt x="224853" y="1925326"/>
                </a:lnTo>
                <a:cubicBezTo>
                  <a:pt x="224604" y="1925742"/>
                  <a:pt x="224188" y="1925990"/>
                  <a:pt x="223689" y="1925990"/>
                </a:cubicBezTo>
                <a:close/>
                <a:moveTo>
                  <a:pt x="3153624" y="2716278"/>
                </a:moveTo>
                <a:cubicBezTo>
                  <a:pt x="3153126" y="2716278"/>
                  <a:pt x="3152710" y="2716029"/>
                  <a:pt x="3152461" y="2715614"/>
                </a:cubicBezTo>
                <a:lnTo>
                  <a:pt x="3142824" y="2698998"/>
                </a:lnTo>
                <a:cubicBezTo>
                  <a:pt x="3142576" y="2698582"/>
                  <a:pt x="3142575" y="2698084"/>
                  <a:pt x="3142824" y="2697669"/>
                </a:cubicBezTo>
                <a:lnTo>
                  <a:pt x="3152461" y="2681053"/>
                </a:lnTo>
                <a:cubicBezTo>
                  <a:pt x="3152710" y="2680637"/>
                  <a:pt x="3153127" y="2680388"/>
                  <a:pt x="3153624" y="2680388"/>
                </a:cubicBezTo>
                <a:lnTo>
                  <a:pt x="3172816" y="2680388"/>
                </a:lnTo>
                <a:cubicBezTo>
                  <a:pt x="3173314" y="2680388"/>
                  <a:pt x="3173730" y="2680637"/>
                  <a:pt x="3173979" y="2681053"/>
                </a:cubicBezTo>
                <a:lnTo>
                  <a:pt x="3183616" y="2697669"/>
                </a:lnTo>
                <a:cubicBezTo>
                  <a:pt x="3183865" y="2698084"/>
                  <a:pt x="3183866" y="2698582"/>
                  <a:pt x="3183616" y="2698998"/>
                </a:cubicBezTo>
                <a:lnTo>
                  <a:pt x="3173979" y="2715614"/>
                </a:lnTo>
                <a:cubicBezTo>
                  <a:pt x="3173729" y="2716029"/>
                  <a:pt x="3173314" y="2716278"/>
                  <a:pt x="3172816" y="2716278"/>
                </a:cubicBezTo>
                <a:close/>
                <a:moveTo>
                  <a:pt x="4236974" y="3006666"/>
                </a:moveTo>
                <a:cubicBezTo>
                  <a:pt x="4236476" y="3006666"/>
                  <a:pt x="4236060" y="3006417"/>
                  <a:pt x="4235811" y="3006002"/>
                </a:cubicBezTo>
                <a:lnTo>
                  <a:pt x="4226174" y="2989303"/>
                </a:lnTo>
                <a:cubicBezTo>
                  <a:pt x="4225925" y="2988887"/>
                  <a:pt x="4225925" y="2988389"/>
                  <a:pt x="4226174" y="2987974"/>
                </a:cubicBezTo>
                <a:lnTo>
                  <a:pt x="4235811" y="2971275"/>
                </a:lnTo>
                <a:cubicBezTo>
                  <a:pt x="4236060" y="2970859"/>
                  <a:pt x="4236476" y="2970610"/>
                  <a:pt x="4236974" y="2970610"/>
                </a:cubicBezTo>
                <a:lnTo>
                  <a:pt x="4256332" y="2970610"/>
                </a:lnTo>
                <a:cubicBezTo>
                  <a:pt x="4256830" y="2970610"/>
                  <a:pt x="4257245" y="2970859"/>
                  <a:pt x="4257495" y="2971275"/>
                </a:cubicBezTo>
                <a:lnTo>
                  <a:pt x="4267132" y="2987974"/>
                </a:lnTo>
                <a:cubicBezTo>
                  <a:pt x="4267381" y="2988389"/>
                  <a:pt x="4267381" y="2988887"/>
                  <a:pt x="4267132" y="2989303"/>
                </a:cubicBezTo>
                <a:lnTo>
                  <a:pt x="4257495" y="3006002"/>
                </a:lnTo>
                <a:cubicBezTo>
                  <a:pt x="4257245" y="3006417"/>
                  <a:pt x="4256830" y="3006666"/>
                  <a:pt x="4256332" y="3006666"/>
                </a:cubicBezTo>
                <a:close/>
                <a:moveTo>
                  <a:pt x="2130405" y="2442304"/>
                </a:moveTo>
                <a:cubicBezTo>
                  <a:pt x="2129908" y="2442304"/>
                  <a:pt x="2129492" y="2442055"/>
                  <a:pt x="2129243" y="2441639"/>
                </a:cubicBezTo>
                <a:lnTo>
                  <a:pt x="2119523" y="2424774"/>
                </a:lnTo>
                <a:cubicBezTo>
                  <a:pt x="2119274" y="2424276"/>
                  <a:pt x="2119274" y="2423777"/>
                  <a:pt x="2119523" y="2423362"/>
                </a:cubicBezTo>
                <a:lnTo>
                  <a:pt x="2129243" y="2406497"/>
                </a:lnTo>
                <a:cubicBezTo>
                  <a:pt x="2129492" y="2406081"/>
                  <a:pt x="2129908" y="2405832"/>
                  <a:pt x="2130406" y="2405832"/>
                </a:cubicBezTo>
                <a:lnTo>
                  <a:pt x="2149847" y="2405832"/>
                </a:lnTo>
                <a:cubicBezTo>
                  <a:pt x="2150345" y="2405832"/>
                  <a:pt x="2150761" y="2406081"/>
                  <a:pt x="2151010" y="2406497"/>
                </a:cubicBezTo>
                <a:lnTo>
                  <a:pt x="2160730" y="2423362"/>
                </a:lnTo>
                <a:cubicBezTo>
                  <a:pt x="2160979" y="2423860"/>
                  <a:pt x="2160980" y="2424359"/>
                  <a:pt x="2160730" y="2424774"/>
                </a:cubicBezTo>
                <a:lnTo>
                  <a:pt x="2151010" y="2441639"/>
                </a:lnTo>
                <a:cubicBezTo>
                  <a:pt x="2150760" y="2442055"/>
                  <a:pt x="2150345" y="2442304"/>
                  <a:pt x="2149846" y="2442304"/>
                </a:cubicBezTo>
                <a:close/>
                <a:moveTo>
                  <a:pt x="384821" y="1974943"/>
                </a:moveTo>
                <a:cubicBezTo>
                  <a:pt x="384322" y="1974943"/>
                  <a:pt x="383824" y="1974694"/>
                  <a:pt x="383573" y="1974279"/>
                </a:cubicBezTo>
                <a:lnTo>
                  <a:pt x="373688" y="1957164"/>
                </a:lnTo>
                <a:cubicBezTo>
                  <a:pt x="373439" y="1956749"/>
                  <a:pt x="373439" y="1956167"/>
                  <a:pt x="373688" y="1955752"/>
                </a:cubicBezTo>
                <a:lnTo>
                  <a:pt x="383574" y="1938638"/>
                </a:lnTo>
                <a:cubicBezTo>
                  <a:pt x="383907" y="1938222"/>
                  <a:pt x="384322" y="1937973"/>
                  <a:pt x="384821" y="1937973"/>
                </a:cubicBezTo>
                <a:lnTo>
                  <a:pt x="404510" y="1937973"/>
                </a:lnTo>
                <a:cubicBezTo>
                  <a:pt x="405008" y="1937973"/>
                  <a:pt x="405507" y="1938222"/>
                  <a:pt x="405757" y="1938638"/>
                </a:cubicBezTo>
                <a:lnTo>
                  <a:pt x="415642" y="1955752"/>
                </a:lnTo>
                <a:cubicBezTo>
                  <a:pt x="415891" y="1956167"/>
                  <a:pt x="415892" y="1956749"/>
                  <a:pt x="415643" y="1957164"/>
                </a:cubicBezTo>
                <a:lnTo>
                  <a:pt x="405756" y="1974279"/>
                </a:lnTo>
                <a:cubicBezTo>
                  <a:pt x="405424" y="1974694"/>
                  <a:pt x="405009" y="1974943"/>
                  <a:pt x="404510" y="1974943"/>
                </a:cubicBezTo>
                <a:close/>
                <a:moveTo>
                  <a:pt x="324550" y="1958993"/>
                </a:moveTo>
                <a:cubicBezTo>
                  <a:pt x="324051" y="1958993"/>
                  <a:pt x="323552" y="1958744"/>
                  <a:pt x="323304" y="1958329"/>
                </a:cubicBezTo>
                <a:lnTo>
                  <a:pt x="313334" y="1941048"/>
                </a:lnTo>
                <a:cubicBezTo>
                  <a:pt x="313085" y="1940633"/>
                  <a:pt x="313084" y="1940051"/>
                  <a:pt x="313333" y="1939636"/>
                </a:cubicBezTo>
                <a:lnTo>
                  <a:pt x="323303" y="1922356"/>
                </a:lnTo>
                <a:cubicBezTo>
                  <a:pt x="323553" y="1921940"/>
                  <a:pt x="324050" y="1921690"/>
                  <a:pt x="324549" y="1921691"/>
                </a:cubicBezTo>
                <a:lnTo>
                  <a:pt x="344488" y="1921690"/>
                </a:lnTo>
                <a:cubicBezTo>
                  <a:pt x="344986" y="1921691"/>
                  <a:pt x="345486" y="1921940"/>
                  <a:pt x="345735" y="1922356"/>
                </a:cubicBezTo>
                <a:lnTo>
                  <a:pt x="355703" y="1939635"/>
                </a:lnTo>
                <a:cubicBezTo>
                  <a:pt x="355953" y="1940051"/>
                  <a:pt x="355954" y="1940633"/>
                  <a:pt x="355704" y="1941047"/>
                </a:cubicBezTo>
                <a:lnTo>
                  <a:pt x="345734" y="1958329"/>
                </a:lnTo>
                <a:cubicBezTo>
                  <a:pt x="345485" y="1958744"/>
                  <a:pt x="344987" y="1958993"/>
                  <a:pt x="344489" y="1958993"/>
                </a:cubicBezTo>
                <a:close/>
                <a:moveTo>
                  <a:pt x="1106970" y="2168642"/>
                </a:moveTo>
                <a:cubicBezTo>
                  <a:pt x="1106471" y="2168641"/>
                  <a:pt x="1105973" y="2168393"/>
                  <a:pt x="1105724" y="2167977"/>
                </a:cubicBezTo>
                <a:lnTo>
                  <a:pt x="1095754" y="2150696"/>
                </a:lnTo>
                <a:cubicBezTo>
                  <a:pt x="1095505" y="2150281"/>
                  <a:pt x="1095505" y="2149699"/>
                  <a:pt x="1095754" y="2149285"/>
                </a:cubicBezTo>
                <a:lnTo>
                  <a:pt x="1105724" y="2132004"/>
                </a:lnTo>
                <a:cubicBezTo>
                  <a:pt x="1105973" y="2131588"/>
                  <a:pt x="1106471" y="2131339"/>
                  <a:pt x="1106970" y="2131340"/>
                </a:cubicBezTo>
                <a:lnTo>
                  <a:pt x="1126909" y="2131339"/>
                </a:lnTo>
                <a:cubicBezTo>
                  <a:pt x="1127407" y="2131339"/>
                  <a:pt x="1127906" y="2131588"/>
                  <a:pt x="1128154" y="2132004"/>
                </a:cubicBezTo>
                <a:lnTo>
                  <a:pt x="1138124" y="2149284"/>
                </a:lnTo>
                <a:cubicBezTo>
                  <a:pt x="1138374" y="2149700"/>
                  <a:pt x="1138374" y="2150281"/>
                  <a:pt x="1138124" y="2150696"/>
                </a:cubicBezTo>
                <a:lnTo>
                  <a:pt x="1128154" y="2167977"/>
                </a:lnTo>
                <a:cubicBezTo>
                  <a:pt x="1127906" y="2168392"/>
                  <a:pt x="1127407" y="2168642"/>
                  <a:pt x="1126909" y="2168641"/>
                </a:cubicBezTo>
                <a:close/>
                <a:moveTo>
                  <a:pt x="2611625" y="2571813"/>
                </a:moveTo>
                <a:cubicBezTo>
                  <a:pt x="2611127" y="2571813"/>
                  <a:pt x="2610628" y="2571564"/>
                  <a:pt x="2610379" y="2571149"/>
                </a:cubicBezTo>
                <a:lnTo>
                  <a:pt x="2600410" y="2553868"/>
                </a:lnTo>
                <a:cubicBezTo>
                  <a:pt x="2600161" y="2553453"/>
                  <a:pt x="2600161" y="2552871"/>
                  <a:pt x="2600410" y="2552456"/>
                </a:cubicBezTo>
                <a:lnTo>
                  <a:pt x="2610379" y="2535176"/>
                </a:lnTo>
                <a:cubicBezTo>
                  <a:pt x="2610628" y="2534760"/>
                  <a:pt x="2611127" y="2534511"/>
                  <a:pt x="2611625" y="2534511"/>
                </a:cubicBezTo>
                <a:lnTo>
                  <a:pt x="2631565" y="2534511"/>
                </a:lnTo>
                <a:cubicBezTo>
                  <a:pt x="2632063" y="2534511"/>
                  <a:pt x="2632562" y="2534760"/>
                  <a:pt x="2632811" y="2535176"/>
                </a:cubicBezTo>
                <a:lnTo>
                  <a:pt x="2642780" y="2552456"/>
                </a:lnTo>
                <a:cubicBezTo>
                  <a:pt x="2643029" y="2552871"/>
                  <a:pt x="2643029" y="2553453"/>
                  <a:pt x="2642780" y="2553868"/>
                </a:cubicBezTo>
                <a:lnTo>
                  <a:pt x="2632811" y="2571149"/>
                </a:lnTo>
                <a:cubicBezTo>
                  <a:pt x="2632562" y="2571564"/>
                  <a:pt x="2632063" y="2571813"/>
                  <a:pt x="2631565" y="2571813"/>
                </a:cubicBezTo>
                <a:close/>
                <a:moveTo>
                  <a:pt x="444860" y="1991333"/>
                </a:moveTo>
                <a:cubicBezTo>
                  <a:pt x="444361" y="1991333"/>
                  <a:pt x="443863" y="1991001"/>
                  <a:pt x="443614" y="1990585"/>
                </a:cubicBezTo>
                <a:lnTo>
                  <a:pt x="433644" y="1973222"/>
                </a:lnTo>
                <a:cubicBezTo>
                  <a:pt x="433394" y="1972806"/>
                  <a:pt x="433395" y="1972225"/>
                  <a:pt x="433644" y="1971809"/>
                </a:cubicBezTo>
                <a:lnTo>
                  <a:pt x="443697" y="1954446"/>
                </a:lnTo>
                <a:cubicBezTo>
                  <a:pt x="443946" y="1953947"/>
                  <a:pt x="444443" y="1953698"/>
                  <a:pt x="444942" y="1953698"/>
                </a:cubicBezTo>
                <a:lnTo>
                  <a:pt x="464964" y="1953698"/>
                </a:lnTo>
                <a:cubicBezTo>
                  <a:pt x="465464" y="1953698"/>
                  <a:pt x="465961" y="1954030"/>
                  <a:pt x="466210" y="1954446"/>
                </a:cubicBezTo>
                <a:lnTo>
                  <a:pt x="476181" y="1971809"/>
                </a:lnTo>
                <a:cubicBezTo>
                  <a:pt x="476430" y="1972225"/>
                  <a:pt x="476430" y="1972806"/>
                  <a:pt x="476180" y="1973222"/>
                </a:cubicBezTo>
                <a:lnTo>
                  <a:pt x="466128" y="1990585"/>
                </a:lnTo>
                <a:cubicBezTo>
                  <a:pt x="465878" y="1991084"/>
                  <a:pt x="465380" y="1991333"/>
                  <a:pt x="464882" y="1991333"/>
                </a:cubicBezTo>
                <a:close/>
                <a:moveTo>
                  <a:pt x="1046722" y="2152602"/>
                </a:moveTo>
                <a:cubicBezTo>
                  <a:pt x="1046223" y="2152601"/>
                  <a:pt x="1045725" y="2152269"/>
                  <a:pt x="1045476" y="2151854"/>
                </a:cubicBezTo>
                <a:lnTo>
                  <a:pt x="1035506" y="2134490"/>
                </a:lnTo>
                <a:cubicBezTo>
                  <a:pt x="1035257" y="2134074"/>
                  <a:pt x="1035257" y="2133494"/>
                  <a:pt x="1035506" y="2133077"/>
                </a:cubicBezTo>
                <a:lnTo>
                  <a:pt x="1045559" y="2115714"/>
                </a:lnTo>
                <a:cubicBezTo>
                  <a:pt x="1045808" y="2115216"/>
                  <a:pt x="1046306" y="2114967"/>
                  <a:pt x="1046805" y="2114966"/>
                </a:cubicBezTo>
                <a:lnTo>
                  <a:pt x="1066828" y="2114967"/>
                </a:lnTo>
                <a:cubicBezTo>
                  <a:pt x="1067327" y="2114966"/>
                  <a:pt x="1067824" y="2115299"/>
                  <a:pt x="1068073" y="2115714"/>
                </a:cubicBezTo>
                <a:lnTo>
                  <a:pt x="1078043" y="2133078"/>
                </a:lnTo>
                <a:cubicBezTo>
                  <a:pt x="1078292" y="2133493"/>
                  <a:pt x="1078292" y="2134074"/>
                  <a:pt x="1078044" y="2134490"/>
                </a:cubicBezTo>
                <a:lnTo>
                  <a:pt x="1067990" y="2151853"/>
                </a:lnTo>
                <a:cubicBezTo>
                  <a:pt x="1067741" y="2152352"/>
                  <a:pt x="1067243" y="2152602"/>
                  <a:pt x="1066744" y="2152601"/>
                </a:cubicBezTo>
                <a:close/>
                <a:moveTo>
                  <a:pt x="3694917" y="2862183"/>
                </a:moveTo>
                <a:cubicBezTo>
                  <a:pt x="3694418" y="2862183"/>
                  <a:pt x="3693920" y="2861851"/>
                  <a:pt x="3693671" y="2861435"/>
                </a:cubicBezTo>
                <a:lnTo>
                  <a:pt x="3683701" y="2844072"/>
                </a:lnTo>
                <a:cubicBezTo>
                  <a:pt x="3683452" y="2843656"/>
                  <a:pt x="3683452" y="2843075"/>
                  <a:pt x="3683701" y="2842659"/>
                </a:cubicBezTo>
                <a:lnTo>
                  <a:pt x="3693753" y="2825296"/>
                </a:lnTo>
                <a:cubicBezTo>
                  <a:pt x="3694003" y="2824797"/>
                  <a:pt x="3694501" y="2824548"/>
                  <a:pt x="3695000" y="2824548"/>
                </a:cubicBezTo>
                <a:lnTo>
                  <a:pt x="3715022" y="2824548"/>
                </a:lnTo>
                <a:cubicBezTo>
                  <a:pt x="3715520" y="2824548"/>
                  <a:pt x="3716019" y="2824880"/>
                  <a:pt x="3716268" y="2825296"/>
                </a:cubicBezTo>
                <a:lnTo>
                  <a:pt x="3726237" y="2842659"/>
                </a:lnTo>
                <a:cubicBezTo>
                  <a:pt x="3726487" y="2843075"/>
                  <a:pt x="3726487" y="2843656"/>
                  <a:pt x="3726237" y="2844072"/>
                </a:cubicBezTo>
                <a:lnTo>
                  <a:pt x="3716185" y="2861435"/>
                </a:lnTo>
                <a:cubicBezTo>
                  <a:pt x="3715936" y="2861934"/>
                  <a:pt x="3715437" y="2862183"/>
                  <a:pt x="3714939" y="2862183"/>
                </a:cubicBezTo>
                <a:close/>
                <a:moveTo>
                  <a:pt x="3574544" y="2830012"/>
                </a:moveTo>
                <a:cubicBezTo>
                  <a:pt x="3574045" y="2830012"/>
                  <a:pt x="3573547" y="2829680"/>
                  <a:pt x="3573299" y="2829264"/>
                </a:cubicBezTo>
                <a:lnTo>
                  <a:pt x="3563245" y="2811818"/>
                </a:lnTo>
                <a:cubicBezTo>
                  <a:pt x="3562997" y="2811402"/>
                  <a:pt x="3562996" y="2810821"/>
                  <a:pt x="3563246" y="2810405"/>
                </a:cubicBezTo>
                <a:lnTo>
                  <a:pt x="3573298" y="2792960"/>
                </a:lnTo>
                <a:cubicBezTo>
                  <a:pt x="3573548" y="2792460"/>
                  <a:pt x="3574046" y="2792211"/>
                  <a:pt x="3574545" y="2792212"/>
                </a:cubicBezTo>
                <a:lnTo>
                  <a:pt x="3594650" y="2792211"/>
                </a:lnTo>
                <a:cubicBezTo>
                  <a:pt x="3595148" y="2792211"/>
                  <a:pt x="3595646" y="2792543"/>
                  <a:pt x="3595896" y="2792959"/>
                </a:cubicBezTo>
                <a:lnTo>
                  <a:pt x="3605948" y="2810405"/>
                </a:lnTo>
                <a:cubicBezTo>
                  <a:pt x="3606197" y="2810822"/>
                  <a:pt x="3606198" y="2811402"/>
                  <a:pt x="3605948" y="2811818"/>
                </a:cubicBezTo>
                <a:lnTo>
                  <a:pt x="3595896" y="2829264"/>
                </a:lnTo>
                <a:cubicBezTo>
                  <a:pt x="3595646" y="2829763"/>
                  <a:pt x="3595147" y="2830012"/>
                  <a:pt x="3594650" y="2830012"/>
                </a:cubicBezTo>
                <a:close/>
                <a:moveTo>
                  <a:pt x="625150" y="2040199"/>
                </a:moveTo>
                <a:cubicBezTo>
                  <a:pt x="624652" y="2040199"/>
                  <a:pt x="624152" y="2039866"/>
                  <a:pt x="623903" y="2039451"/>
                </a:cubicBezTo>
                <a:lnTo>
                  <a:pt x="613601" y="2021672"/>
                </a:lnTo>
                <a:cubicBezTo>
                  <a:pt x="613352" y="2021257"/>
                  <a:pt x="613352" y="2020675"/>
                  <a:pt x="613601" y="2020260"/>
                </a:cubicBezTo>
                <a:lnTo>
                  <a:pt x="623903" y="2002481"/>
                </a:lnTo>
                <a:cubicBezTo>
                  <a:pt x="624152" y="2001982"/>
                  <a:pt x="624651" y="2001733"/>
                  <a:pt x="625149" y="2001733"/>
                </a:cubicBezTo>
                <a:lnTo>
                  <a:pt x="645670" y="2001733"/>
                </a:lnTo>
                <a:cubicBezTo>
                  <a:pt x="646168" y="2001733"/>
                  <a:pt x="646666" y="2002065"/>
                  <a:pt x="646916" y="2002481"/>
                </a:cubicBezTo>
                <a:lnTo>
                  <a:pt x="657218" y="2020260"/>
                </a:lnTo>
                <a:cubicBezTo>
                  <a:pt x="657467" y="2020675"/>
                  <a:pt x="657467" y="2021257"/>
                  <a:pt x="657218" y="2021672"/>
                </a:cubicBezTo>
                <a:lnTo>
                  <a:pt x="646916" y="2039451"/>
                </a:lnTo>
                <a:cubicBezTo>
                  <a:pt x="646666" y="2039949"/>
                  <a:pt x="646168" y="2040199"/>
                  <a:pt x="645670" y="2040199"/>
                </a:cubicBezTo>
                <a:close/>
                <a:moveTo>
                  <a:pt x="926080" y="2120833"/>
                </a:moveTo>
                <a:cubicBezTo>
                  <a:pt x="925582" y="2120833"/>
                  <a:pt x="925083" y="2120500"/>
                  <a:pt x="924834" y="2120085"/>
                </a:cubicBezTo>
                <a:lnTo>
                  <a:pt x="914532" y="2102306"/>
                </a:lnTo>
                <a:cubicBezTo>
                  <a:pt x="914283" y="2101891"/>
                  <a:pt x="914283" y="2101309"/>
                  <a:pt x="914532" y="2100894"/>
                </a:cubicBezTo>
                <a:lnTo>
                  <a:pt x="924834" y="2083115"/>
                </a:lnTo>
                <a:cubicBezTo>
                  <a:pt x="925084" y="2082616"/>
                  <a:pt x="925583" y="2082367"/>
                  <a:pt x="926081" y="2082367"/>
                </a:cubicBezTo>
                <a:lnTo>
                  <a:pt x="946601" y="2082367"/>
                </a:lnTo>
                <a:cubicBezTo>
                  <a:pt x="947099" y="2082367"/>
                  <a:pt x="947597" y="2082699"/>
                  <a:pt x="947848" y="2083115"/>
                </a:cubicBezTo>
                <a:lnTo>
                  <a:pt x="958150" y="2100894"/>
                </a:lnTo>
                <a:cubicBezTo>
                  <a:pt x="958398" y="2101309"/>
                  <a:pt x="958399" y="2101891"/>
                  <a:pt x="958149" y="2102306"/>
                </a:cubicBezTo>
                <a:lnTo>
                  <a:pt x="947848" y="2120085"/>
                </a:lnTo>
                <a:cubicBezTo>
                  <a:pt x="947597" y="2120583"/>
                  <a:pt x="947099" y="2120833"/>
                  <a:pt x="946601" y="2120833"/>
                </a:cubicBezTo>
                <a:close/>
                <a:moveTo>
                  <a:pt x="504785" y="2008051"/>
                </a:moveTo>
                <a:cubicBezTo>
                  <a:pt x="504286" y="2008051"/>
                  <a:pt x="503788" y="2007719"/>
                  <a:pt x="503538" y="2007303"/>
                </a:cubicBezTo>
                <a:lnTo>
                  <a:pt x="493237" y="1989441"/>
                </a:lnTo>
                <a:cubicBezTo>
                  <a:pt x="492987" y="1988943"/>
                  <a:pt x="492987" y="1988361"/>
                  <a:pt x="493237" y="1987946"/>
                </a:cubicBezTo>
                <a:lnTo>
                  <a:pt x="503538" y="1970084"/>
                </a:lnTo>
                <a:cubicBezTo>
                  <a:pt x="503787" y="1969585"/>
                  <a:pt x="504285" y="1969336"/>
                  <a:pt x="504784" y="1969336"/>
                </a:cubicBezTo>
                <a:lnTo>
                  <a:pt x="525471" y="1969336"/>
                </a:lnTo>
                <a:cubicBezTo>
                  <a:pt x="525970" y="1969336"/>
                  <a:pt x="526468" y="1969668"/>
                  <a:pt x="526718" y="1970084"/>
                </a:cubicBezTo>
                <a:lnTo>
                  <a:pt x="537020" y="1987946"/>
                </a:lnTo>
                <a:cubicBezTo>
                  <a:pt x="537268" y="1988444"/>
                  <a:pt x="537269" y="1989026"/>
                  <a:pt x="537020" y="1989441"/>
                </a:cubicBezTo>
                <a:lnTo>
                  <a:pt x="526718" y="2007303"/>
                </a:lnTo>
                <a:cubicBezTo>
                  <a:pt x="526467" y="2007801"/>
                  <a:pt x="525970" y="2008051"/>
                  <a:pt x="525470" y="2008051"/>
                </a:cubicBezTo>
                <a:close/>
                <a:moveTo>
                  <a:pt x="564971" y="2024178"/>
                </a:moveTo>
                <a:cubicBezTo>
                  <a:pt x="564472" y="2024178"/>
                  <a:pt x="563974" y="2023846"/>
                  <a:pt x="563725" y="2023430"/>
                </a:cubicBezTo>
                <a:lnTo>
                  <a:pt x="553424" y="2005568"/>
                </a:lnTo>
                <a:cubicBezTo>
                  <a:pt x="553174" y="2005070"/>
                  <a:pt x="553174" y="2004488"/>
                  <a:pt x="553424" y="2004073"/>
                </a:cubicBezTo>
                <a:lnTo>
                  <a:pt x="563725" y="1986211"/>
                </a:lnTo>
                <a:cubicBezTo>
                  <a:pt x="563974" y="1985712"/>
                  <a:pt x="564472" y="1985463"/>
                  <a:pt x="564971" y="1985463"/>
                </a:cubicBezTo>
                <a:lnTo>
                  <a:pt x="585658" y="1985463"/>
                </a:lnTo>
                <a:cubicBezTo>
                  <a:pt x="586156" y="1985463"/>
                  <a:pt x="586655" y="1985795"/>
                  <a:pt x="586904" y="1986211"/>
                </a:cubicBezTo>
                <a:lnTo>
                  <a:pt x="597206" y="2004073"/>
                </a:lnTo>
                <a:cubicBezTo>
                  <a:pt x="597455" y="2004571"/>
                  <a:pt x="597455" y="2005153"/>
                  <a:pt x="597206" y="2005568"/>
                </a:cubicBezTo>
                <a:lnTo>
                  <a:pt x="586904" y="2023430"/>
                </a:lnTo>
                <a:cubicBezTo>
                  <a:pt x="586654" y="2023928"/>
                  <a:pt x="586156" y="2024178"/>
                  <a:pt x="585657" y="2024178"/>
                </a:cubicBezTo>
                <a:close/>
                <a:moveTo>
                  <a:pt x="745530" y="2072559"/>
                </a:moveTo>
                <a:cubicBezTo>
                  <a:pt x="745031" y="2072559"/>
                  <a:pt x="744533" y="2072227"/>
                  <a:pt x="744283" y="2071811"/>
                </a:cubicBezTo>
                <a:lnTo>
                  <a:pt x="733982" y="2053949"/>
                </a:lnTo>
                <a:cubicBezTo>
                  <a:pt x="733733" y="2053451"/>
                  <a:pt x="733732" y="2052868"/>
                  <a:pt x="733982" y="2052454"/>
                </a:cubicBezTo>
                <a:lnTo>
                  <a:pt x="744283" y="2034592"/>
                </a:lnTo>
                <a:cubicBezTo>
                  <a:pt x="744533" y="2034093"/>
                  <a:pt x="745030" y="2033844"/>
                  <a:pt x="745529" y="2033843"/>
                </a:cubicBezTo>
                <a:lnTo>
                  <a:pt x="766216" y="2033844"/>
                </a:lnTo>
                <a:cubicBezTo>
                  <a:pt x="766715" y="2033844"/>
                  <a:pt x="767213" y="2034176"/>
                  <a:pt x="767463" y="2034592"/>
                </a:cubicBezTo>
                <a:lnTo>
                  <a:pt x="777765" y="2052454"/>
                </a:lnTo>
                <a:cubicBezTo>
                  <a:pt x="778014" y="2052952"/>
                  <a:pt x="778014" y="2053534"/>
                  <a:pt x="777765" y="2053949"/>
                </a:cubicBezTo>
                <a:lnTo>
                  <a:pt x="767463" y="2071811"/>
                </a:lnTo>
                <a:cubicBezTo>
                  <a:pt x="767213" y="2072309"/>
                  <a:pt x="766715" y="2072559"/>
                  <a:pt x="766216" y="2072559"/>
                </a:cubicBezTo>
                <a:close/>
                <a:moveTo>
                  <a:pt x="805716" y="2088685"/>
                </a:moveTo>
                <a:cubicBezTo>
                  <a:pt x="805217" y="2088685"/>
                  <a:pt x="804719" y="2088354"/>
                  <a:pt x="804469" y="2087937"/>
                </a:cubicBezTo>
                <a:lnTo>
                  <a:pt x="794168" y="2070075"/>
                </a:lnTo>
                <a:cubicBezTo>
                  <a:pt x="793918" y="2069577"/>
                  <a:pt x="793918" y="2068995"/>
                  <a:pt x="794168" y="2068581"/>
                </a:cubicBezTo>
                <a:lnTo>
                  <a:pt x="804469" y="2050718"/>
                </a:lnTo>
                <a:cubicBezTo>
                  <a:pt x="804719" y="2050219"/>
                  <a:pt x="805216" y="2049970"/>
                  <a:pt x="805715" y="2049970"/>
                </a:cubicBezTo>
                <a:lnTo>
                  <a:pt x="826402" y="2049970"/>
                </a:lnTo>
                <a:cubicBezTo>
                  <a:pt x="826901" y="2049971"/>
                  <a:pt x="827399" y="2050303"/>
                  <a:pt x="827649" y="2050718"/>
                </a:cubicBezTo>
                <a:lnTo>
                  <a:pt x="837951" y="2068581"/>
                </a:lnTo>
                <a:cubicBezTo>
                  <a:pt x="838199" y="2069078"/>
                  <a:pt x="838200" y="2069661"/>
                  <a:pt x="837951" y="2070076"/>
                </a:cubicBezTo>
                <a:lnTo>
                  <a:pt x="827649" y="2087938"/>
                </a:lnTo>
                <a:cubicBezTo>
                  <a:pt x="827398" y="2088435"/>
                  <a:pt x="826901" y="2088685"/>
                  <a:pt x="826402" y="2088686"/>
                </a:cubicBezTo>
                <a:close/>
                <a:moveTo>
                  <a:pt x="3393642" y="2782212"/>
                </a:moveTo>
                <a:cubicBezTo>
                  <a:pt x="3393143" y="2782212"/>
                  <a:pt x="3392645" y="2781880"/>
                  <a:pt x="3392396" y="2781464"/>
                </a:cubicBezTo>
                <a:lnTo>
                  <a:pt x="3382011" y="2763519"/>
                </a:lnTo>
                <a:cubicBezTo>
                  <a:pt x="3381762" y="2763021"/>
                  <a:pt x="3381762" y="2762439"/>
                  <a:pt x="3382011" y="2762024"/>
                </a:cubicBezTo>
                <a:lnTo>
                  <a:pt x="3392396" y="2744079"/>
                </a:lnTo>
                <a:cubicBezTo>
                  <a:pt x="3392645" y="2743580"/>
                  <a:pt x="3393143" y="2743331"/>
                  <a:pt x="3393642" y="2743331"/>
                </a:cubicBezTo>
                <a:lnTo>
                  <a:pt x="3414412" y="2743331"/>
                </a:lnTo>
                <a:cubicBezTo>
                  <a:pt x="3414910" y="2743331"/>
                  <a:pt x="3415409" y="2743663"/>
                  <a:pt x="3415658" y="2744079"/>
                </a:cubicBezTo>
                <a:lnTo>
                  <a:pt x="3426043" y="2762024"/>
                </a:lnTo>
                <a:cubicBezTo>
                  <a:pt x="3426292" y="2762522"/>
                  <a:pt x="3426292" y="2763104"/>
                  <a:pt x="3426043" y="2763519"/>
                </a:cubicBezTo>
                <a:lnTo>
                  <a:pt x="3415658" y="2781464"/>
                </a:lnTo>
                <a:cubicBezTo>
                  <a:pt x="3415409" y="2781963"/>
                  <a:pt x="3414910" y="2782212"/>
                  <a:pt x="3414412" y="2782212"/>
                </a:cubicBezTo>
                <a:close/>
                <a:moveTo>
                  <a:pt x="3453829" y="2798339"/>
                </a:moveTo>
                <a:cubicBezTo>
                  <a:pt x="3453330" y="2798339"/>
                  <a:pt x="3452832" y="2798007"/>
                  <a:pt x="3452583" y="2797591"/>
                </a:cubicBezTo>
                <a:lnTo>
                  <a:pt x="3442198" y="2779646"/>
                </a:lnTo>
                <a:cubicBezTo>
                  <a:pt x="3441949" y="2779148"/>
                  <a:pt x="3441949" y="2778566"/>
                  <a:pt x="3442198" y="2778151"/>
                </a:cubicBezTo>
                <a:lnTo>
                  <a:pt x="3452583" y="2760206"/>
                </a:lnTo>
                <a:cubicBezTo>
                  <a:pt x="3452832" y="2759707"/>
                  <a:pt x="3453330" y="2759458"/>
                  <a:pt x="3453829" y="2759458"/>
                </a:cubicBezTo>
                <a:lnTo>
                  <a:pt x="3474599" y="2759458"/>
                </a:lnTo>
                <a:cubicBezTo>
                  <a:pt x="3475097" y="2759458"/>
                  <a:pt x="3475596" y="2759790"/>
                  <a:pt x="3475845" y="2760206"/>
                </a:cubicBezTo>
                <a:lnTo>
                  <a:pt x="3486230" y="2778151"/>
                </a:lnTo>
                <a:cubicBezTo>
                  <a:pt x="3486479" y="2778649"/>
                  <a:pt x="3486479" y="2779231"/>
                  <a:pt x="3486230" y="2779646"/>
                </a:cubicBezTo>
                <a:lnTo>
                  <a:pt x="3475845" y="2797591"/>
                </a:lnTo>
                <a:cubicBezTo>
                  <a:pt x="3475596" y="2798090"/>
                  <a:pt x="3475097" y="2798339"/>
                  <a:pt x="3474599" y="2798339"/>
                </a:cubicBezTo>
                <a:close/>
                <a:moveTo>
                  <a:pt x="865738" y="2104967"/>
                </a:moveTo>
                <a:cubicBezTo>
                  <a:pt x="865239" y="2104967"/>
                  <a:pt x="864741" y="2104635"/>
                  <a:pt x="864492" y="2104220"/>
                </a:cubicBezTo>
                <a:lnTo>
                  <a:pt x="854107" y="2086191"/>
                </a:lnTo>
                <a:cubicBezTo>
                  <a:pt x="853858" y="2085693"/>
                  <a:pt x="853858" y="2085111"/>
                  <a:pt x="854107" y="2084696"/>
                </a:cubicBezTo>
                <a:lnTo>
                  <a:pt x="864575" y="2066668"/>
                </a:lnTo>
                <a:cubicBezTo>
                  <a:pt x="864824" y="2066169"/>
                  <a:pt x="865323" y="2065920"/>
                  <a:pt x="865821" y="2065920"/>
                </a:cubicBezTo>
                <a:lnTo>
                  <a:pt x="886674" y="2065920"/>
                </a:lnTo>
                <a:cubicBezTo>
                  <a:pt x="887172" y="2065920"/>
                  <a:pt x="887671" y="2066252"/>
                  <a:pt x="887920" y="2066668"/>
                </a:cubicBezTo>
                <a:lnTo>
                  <a:pt x="898305" y="2084696"/>
                </a:lnTo>
                <a:cubicBezTo>
                  <a:pt x="898554" y="2085194"/>
                  <a:pt x="898554" y="2085776"/>
                  <a:pt x="898305" y="2086191"/>
                </a:cubicBezTo>
                <a:lnTo>
                  <a:pt x="887837" y="2104220"/>
                </a:lnTo>
                <a:cubicBezTo>
                  <a:pt x="887588" y="2104718"/>
                  <a:pt x="887089" y="2104967"/>
                  <a:pt x="886591" y="2104967"/>
                </a:cubicBezTo>
                <a:close/>
                <a:moveTo>
                  <a:pt x="986109" y="2137220"/>
                </a:moveTo>
                <a:cubicBezTo>
                  <a:pt x="985611" y="2137220"/>
                  <a:pt x="985113" y="2136888"/>
                  <a:pt x="984864" y="2136473"/>
                </a:cubicBezTo>
                <a:lnTo>
                  <a:pt x="974479" y="2118444"/>
                </a:lnTo>
                <a:cubicBezTo>
                  <a:pt x="974230" y="2117946"/>
                  <a:pt x="974230" y="2117364"/>
                  <a:pt x="974479" y="2116949"/>
                </a:cubicBezTo>
                <a:lnTo>
                  <a:pt x="984947" y="2098921"/>
                </a:lnTo>
                <a:cubicBezTo>
                  <a:pt x="985196" y="2098422"/>
                  <a:pt x="985695" y="2098173"/>
                  <a:pt x="986193" y="2098173"/>
                </a:cubicBezTo>
                <a:lnTo>
                  <a:pt x="1007045" y="2098173"/>
                </a:lnTo>
                <a:cubicBezTo>
                  <a:pt x="1007544" y="2098173"/>
                  <a:pt x="1008043" y="2098505"/>
                  <a:pt x="1008292" y="2098921"/>
                </a:cubicBezTo>
                <a:lnTo>
                  <a:pt x="1018677" y="2116949"/>
                </a:lnTo>
                <a:cubicBezTo>
                  <a:pt x="1018926" y="2117447"/>
                  <a:pt x="1018926" y="2118029"/>
                  <a:pt x="1018677" y="2118444"/>
                </a:cubicBezTo>
                <a:lnTo>
                  <a:pt x="1008209" y="2136473"/>
                </a:lnTo>
                <a:cubicBezTo>
                  <a:pt x="1007960" y="2136971"/>
                  <a:pt x="1007460" y="2137220"/>
                  <a:pt x="1006963" y="2137220"/>
                </a:cubicBezTo>
                <a:close/>
                <a:moveTo>
                  <a:pt x="3273186" y="2750041"/>
                </a:moveTo>
                <a:cubicBezTo>
                  <a:pt x="3272687" y="2750041"/>
                  <a:pt x="3272190" y="2749709"/>
                  <a:pt x="3271941" y="2749294"/>
                </a:cubicBezTo>
                <a:lnTo>
                  <a:pt x="3261555" y="2731265"/>
                </a:lnTo>
                <a:cubicBezTo>
                  <a:pt x="3261306" y="2730767"/>
                  <a:pt x="3261306" y="2730185"/>
                  <a:pt x="3261555" y="2729770"/>
                </a:cubicBezTo>
                <a:lnTo>
                  <a:pt x="3272024" y="2711742"/>
                </a:lnTo>
                <a:cubicBezTo>
                  <a:pt x="3272272" y="2711243"/>
                  <a:pt x="3272772" y="2710994"/>
                  <a:pt x="3273270" y="2710994"/>
                </a:cubicBezTo>
                <a:lnTo>
                  <a:pt x="3294123" y="2710994"/>
                </a:lnTo>
                <a:cubicBezTo>
                  <a:pt x="3294622" y="2710994"/>
                  <a:pt x="3295119" y="2711326"/>
                  <a:pt x="3295368" y="2711742"/>
                </a:cubicBezTo>
                <a:lnTo>
                  <a:pt x="3305753" y="2729770"/>
                </a:lnTo>
                <a:cubicBezTo>
                  <a:pt x="3306002" y="2730268"/>
                  <a:pt x="3306002" y="2730850"/>
                  <a:pt x="3305753" y="2731265"/>
                </a:cubicBezTo>
                <a:lnTo>
                  <a:pt x="3295285" y="2749294"/>
                </a:lnTo>
                <a:cubicBezTo>
                  <a:pt x="3295037" y="2749792"/>
                  <a:pt x="3294537" y="2750041"/>
                  <a:pt x="3294039" y="2750041"/>
                </a:cubicBezTo>
                <a:close/>
                <a:moveTo>
                  <a:pt x="3513931" y="2814548"/>
                </a:moveTo>
                <a:cubicBezTo>
                  <a:pt x="3513432" y="2814548"/>
                  <a:pt x="3512934" y="2814216"/>
                  <a:pt x="3512685" y="2813801"/>
                </a:cubicBezTo>
                <a:lnTo>
                  <a:pt x="3502300" y="2795772"/>
                </a:lnTo>
                <a:cubicBezTo>
                  <a:pt x="3502051" y="2795274"/>
                  <a:pt x="3502051" y="2794692"/>
                  <a:pt x="3502300" y="2794277"/>
                </a:cubicBezTo>
                <a:lnTo>
                  <a:pt x="3512768" y="2776249"/>
                </a:lnTo>
                <a:cubicBezTo>
                  <a:pt x="3513017" y="2775750"/>
                  <a:pt x="3513516" y="2775501"/>
                  <a:pt x="3514014" y="2775501"/>
                </a:cubicBezTo>
                <a:lnTo>
                  <a:pt x="3534867" y="2775501"/>
                </a:lnTo>
                <a:cubicBezTo>
                  <a:pt x="3535366" y="2775501"/>
                  <a:pt x="3535864" y="2775833"/>
                  <a:pt x="3536113" y="2776249"/>
                </a:cubicBezTo>
                <a:lnTo>
                  <a:pt x="3546498" y="2794277"/>
                </a:lnTo>
                <a:cubicBezTo>
                  <a:pt x="3546747" y="2794775"/>
                  <a:pt x="3546747" y="2795357"/>
                  <a:pt x="3546498" y="2795772"/>
                </a:cubicBezTo>
                <a:lnTo>
                  <a:pt x="3536030" y="2813801"/>
                </a:lnTo>
                <a:cubicBezTo>
                  <a:pt x="3535781" y="2814299"/>
                  <a:pt x="3535282" y="2814548"/>
                  <a:pt x="3534784" y="2814548"/>
                </a:cubicBezTo>
                <a:close/>
                <a:moveTo>
                  <a:pt x="3634303" y="2846802"/>
                </a:moveTo>
                <a:cubicBezTo>
                  <a:pt x="3633804" y="2846802"/>
                  <a:pt x="3633307" y="2846470"/>
                  <a:pt x="3633058" y="2846055"/>
                </a:cubicBezTo>
                <a:lnTo>
                  <a:pt x="3622673" y="2828026"/>
                </a:lnTo>
                <a:cubicBezTo>
                  <a:pt x="3622423" y="2827528"/>
                  <a:pt x="3622424" y="2826946"/>
                  <a:pt x="3622673" y="2826531"/>
                </a:cubicBezTo>
                <a:lnTo>
                  <a:pt x="3633141" y="2808503"/>
                </a:lnTo>
                <a:cubicBezTo>
                  <a:pt x="3633389" y="2808004"/>
                  <a:pt x="3633889" y="2807755"/>
                  <a:pt x="3634387" y="2807755"/>
                </a:cubicBezTo>
                <a:lnTo>
                  <a:pt x="3655240" y="2807755"/>
                </a:lnTo>
                <a:cubicBezTo>
                  <a:pt x="3655739" y="2807755"/>
                  <a:pt x="3656236" y="2808087"/>
                  <a:pt x="3656486" y="2808503"/>
                </a:cubicBezTo>
                <a:lnTo>
                  <a:pt x="3666871" y="2826531"/>
                </a:lnTo>
                <a:cubicBezTo>
                  <a:pt x="3667120" y="2827029"/>
                  <a:pt x="3667119" y="2827611"/>
                  <a:pt x="3666871" y="2828026"/>
                </a:cubicBezTo>
                <a:lnTo>
                  <a:pt x="3656403" y="2846055"/>
                </a:lnTo>
                <a:cubicBezTo>
                  <a:pt x="3656154" y="2846553"/>
                  <a:pt x="3655654" y="2846802"/>
                  <a:pt x="3655156" y="2846802"/>
                </a:cubicBezTo>
                <a:close/>
                <a:moveTo>
                  <a:pt x="685178" y="2056669"/>
                </a:moveTo>
                <a:cubicBezTo>
                  <a:pt x="684680" y="2056669"/>
                  <a:pt x="684181" y="2056337"/>
                  <a:pt x="683932" y="2055921"/>
                </a:cubicBezTo>
                <a:lnTo>
                  <a:pt x="673464" y="2037810"/>
                </a:lnTo>
                <a:cubicBezTo>
                  <a:pt x="673216" y="2037312"/>
                  <a:pt x="673215" y="2036730"/>
                  <a:pt x="673464" y="2036315"/>
                </a:cubicBezTo>
                <a:lnTo>
                  <a:pt x="683932" y="2018204"/>
                </a:lnTo>
                <a:cubicBezTo>
                  <a:pt x="684182" y="2017705"/>
                  <a:pt x="684680" y="2017456"/>
                  <a:pt x="685178" y="2017456"/>
                </a:cubicBezTo>
                <a:lnTo>
                  <a:pt x="706115" y="2017456"/>
                </a:lnTo>
                <a:cubicBezTo>
                  <a:pt x="706614" y="2017456"/>
                  <a:pt x="707112" y="2017788"/>
                  <a:pt x="707360" y="2018204"/>
                </a:cubicBezTo>
                <a:lnTo>
                  <a:pt x="717829" y="2036315"/>
                </a:lnTo>
                <a:cubicBezTo>
                  <a:pt x="718078" y="2036813"/>
                  <a:pt x="718079" y="2037395"/>
                  <a:pt x="717829" y="2037810"/>
                </a:cubicBezTo>
                <a:lnTo>
                  <a:pt x="707361" y="2055921"/>
                </a:lnTo>
                <a:cubicBezTo>
                  <a:pt x="707111" y="2056420"/>
                  <a:pt x="706614" y="2056669"/>
                  <a:pt x="706115" y="2056669"/>
                </a:cubicBezTo>
                <a:close/>
                <a:moveTo>
                  <a:pt x="3213000" y="2733997"/>
                </a:moveTo>
                <a:cubicBezTo>
                  <a:pt x="3212502" y="2733997"/>
                  <a:pt x="3212004" y="2733665"/>
                  <a:pt x="3211754" y="2733249"/>
                </a:cubicBezTo>
                <a:lnTo>
                  <a:pt x="3201287" y="2715138"/>
                </a:lnTo>
                <a:cubicBezTo>
                  <a:pt x="3201038" y="2714640"/>
                  <a:pt x="3201038" y="2714058"/>
                  <a:pt x="3201287" y="2713643"/>
                </a:cubicBezTo>
                <a:lnTo>
                  <a:pt x="3211754" y="2695532"/>
                </a:lnTo>
                <a:cubicBezTo>
                  <a:pt x="3212003" y="2695033"/>
                  <a:pt x="3212502" y="2694784"/>
                  <a:pt x="3213000" y="2694784"/>
                </a:cubicBezTo>
                <a:lnTo>
                  <a:pt x="3233937" y="2694784"/>
                </a:lnTo>
                <a:cubicBezTo>
                  <a:pt x="3234436" y="2694784"/>
                  <a:pt x="3234933" y="2695116"/>
                  <a:pt x="3235183" y="2695532"/>
                </a:cubicBezTo>
                <a:lnTo>
                  <a:pt x="3245650" y="2713643"/>
                </a:lnTo>
                <a:cubicBezTo>
                  <a:pt x="3245900" y="2714141"/>
                  <a:pt x="3245900" y="2714723"/>
                  <a:pt x="3245650" y="2715138"/>
                </a:cubicBezTo>
                <a:lnTo>
                  <a:pt x="3235183" y="2733249"/>
                </a:lnTo>
                <a:cubicBezTo>
                  <a:pt x="3234934" y="2733748"/>
                  <a:pt x="3234436" y="2733997"/>
                  <a:pt x="3233937" y="2733997"/>
                </a:cubicBezTo>
                <a:close/>
                <a:moveTo>
                  <a:pt x="2671264" y="2588931"/>
                </a:moveTo>
                <a:cubicBezTo>
                  <a:pt x="2670766" y="2588931"/>
                  <a:pt x="2670267" y="2588598"/>
                  <a:pt x="2670017" y="2588183"/>
                </a:cubicBezTo>
                <a:lnTo>
                  <a:pt x="2659467" y="2569906"/>
                </a:lnTo>
                <a:cubicBezTo>
                  <a:pt x="2659218" y="2569407"/>
                  <a:pt x="2659218" y="2568825"/>
                  <a:pt x="2659467" y="2568410"/>
                </a:cubicBezTo>
                <a:lnTo>
                  <a:pt x="2670018" y="2550133"/>
                </a:lnTo>
                <a:cubicBezTo>
                  <a:pt x="2670267" y="2549634"/>
                  <a:pt x="2670766" y="2549385"/>
                  <a:pt x="2671264" y="2549385"/>
                </a:cubicBezTo>
                <a:lnTo>
                  <a:pt x="2692283" y="2549385"/>
                </a:lnTo>
                <a:cubicBezTo>
                  <a:pt x="2692781" y="2549385"/>
                  <a:pt x="2693280" y="2549717"/>
                  <a:pt x="2693529" y="2550133"/>
                </a:cubicBezTo>
                <a:lnTo>
                  <a:pt x="2704080" y="2568410"/>
                </a:lnTo>
                <a:cubicBezTo>
                  <a:pt x="2704330" y="2568909"/>
                  <a:pt x="2704330" y="2569490"/>
                  <a:pt x="2704080" y="2569906"/>
                </a:cubicBezTo>
                <a:lnTo>
                  <a:pt x="2693529" y="2588183"/>
                </a:lnTo>
                <a:cubicBezTo>
                  <a:pt x="2693280" y="2588681"/>
                  <a:pt x="2692781" y="2588931"/>
                  <a:pt x="2692283" y="2588931"/>
                </a:cubicBezTo>
                <a:close/>
                <a:moveTo>
                  <a:pt x="2791612" y="2621370"/>
                </a:moveTo>
                <a:cubicBezTo>
                  <a:pt x="2791031" y="2621370"/>
                  <a:pt x="2790532" y="2621121"/>
                  <a:pt x="2790283" y="2620622"/>
                </a:cubicBezTo>
                <a:lnTo>
                  <a:pt x="2779732" y="2602262"/>
                </a:lnTo>
                <a:cubicBezTo>
                  <a:pt x="2779483" y="2601763"/>
                  <a:pt x="2779483" y="2601265"/>
                  <a:pt x="2779732" y="2600766"/>
                </a:cubicBezTo>
                <a:lnTo>
                  <a:pt x="2790283" y="2582405"/>
                </a:lnTo>
                <a:cubicBezTo>
                  <a:pt x="2790615" y="2581907"/>
                  <a:pt x="2791114" y="2581658"/>
                  <a:pt x="2791612" y="2581658"/>
                </a:cubicBezTo>
                <a:lnTo>
                  <a:pt x="2812797" y="2581658"/>
                </a:lnTo>
                <a:cubicBezTo>
                  <a:pt x="2813379" y="2581658"/>
                  <a:pt x="2813877" y="2581907"/>
                  <a:pt x="2814127" y="2582405"/>
                </a:cubicBezTo>
                <a:lnTo>
                  <a:pt x="2824678" y="2600766"/>
                </a:lnTo>
                <a:cubicBezTo>
                  <a:pt x="2824927" y="2601265"/>
                  <a:pt x="2824927" y="2601763"/>
                  <a:pt x="2824678" y="2602262"/>
                </a:cubicBezTo>
                <a:lnTo>
                  <a:pt x="2814127" y="2620622"/>
                </a:lnTo>
                <a:cubicBezTo>
                  <a:pt x="2813794" y="2621121"/>
                  <a:pt x="2813296" y="2621370"/>
                  <a:pt x="2812797" y="2621370"/>
                </a:cubicBezTo>
                <a:close/>
                <a:moveTo>
                  <a:pt x="2009109" y="2411793"/>
                </a:moveTo>
                <a:cubicBezTo>
                  <a:pt x="2008528" y="2411793"/>
                  <a:pt x="2008029" y="2411544"/>
                  <a:pt x="2007781" y="2411045"/>
                </a:cubicBezTo>
                <a:lnTo>
                  <a:pt x="1997146" y="2392602"/>
                </a:lnTo>
                <a:cubicBezTo>
                  <a:pt x="1996897" y="2392186"/>
                  <a:pt x="1996897" y="2391605"/>
                  <a:pt x="1997146" y="2391106"/>
                </a:cubicBezTo>
                <a:lnTo>
                  <a:pt x="2007781" y="2372663"/>
                </a:lnTo>
                <a:cubicBezTo>
                  <a:pt x="2008113" y="2372164"/>
                  <a:pt x="2008611" y="2371915"/>
                  <a:pt x="2009109" y="2371915"/>
                </a:cubicBezTo>
                <a:lnTo>
                  <a:pt x="2030378" y="2371915"/>
                </a:lnTo>
                <a:cubicBezTo>
                  <a:pt x="2030959" y="2371915"/>
                  <a:pt x="2031457" y="2372164"/>
                  <a:pt x="2031707" y="2372663"/>
                </a:cubicBezTo>
                <a:lnTo>
                  <a:pt x="2042341" y="2391106"/>
                </a:lnTo>
                <a:cubicBezTo>
                  <a:pt x="2042590" y="2391522"/>
                  <a:pt x="2042590" y="2392103"/>
                  <a:pt x="2042341" y="2392602"/>
                </a:cubicBezTo>
                <a:lnTo>
                  <a:pt x="2031707" y="2411045"/>
                </a:lnTo>
                <a:cubicBezTo>
                  <a:pt x="2031375" y="2411544"/>
                  <a:pt x="2030876" y="2411793"/>
                  <a:pt x="2030378" y="2411793"/>
                </a:cubicBezTo>
                <a:close/>
                <a:moveTo>
                  <a:pt x="2972089" y="2669822"/>
                </a:moveTo>
                <a:cubicBezTo>
                  <a:pt x="2971508" y="2669822"/>
                  <a:pt x="2971009" y="2669573"/>
                  <a:pt x="2970760" y="2669074"/>
                </a:cubicBezTo>
                <a:lnTo>
                  <a:pt x="2960126" y="2650631"/>
                </a:lnTo>
                <a:cubicBezTo>
                  <a:pt x="2959877" y="2650215"/>
                  <a:pt x="2959877" y="2649634"/>
                  <a:pt x="2960126" y="2649135"/>
                </a:cubicBezTo>
                <a:lnTo>
                  <a:pt x="2970760" y="2630693"/>
                </a:lnTo>
                <a:cubicBezTo>
                  <a:pt x="2971092" y="2630193"/>
                  <a:pt x="2971591" y="2629944"/>
                  <a:pt x="2972089" y="2629944"/>
                </a:cubicBezTo>
                <a:lnTo>
                  <a:pt x="2993358" y="2629944"/>
                </a:lnTo>
                <a:cubicBezTo>
                  <a:pt x="2993939" y="2629944"/>
                  <a:pt x="2994438" y="2630193"/>
                  <a:pt x="2994687" y="2630692"/>
                </a:cubicBezTo>
                <a:lnTo>
                  <a:pt x="3005321" y="2649135"/>
                </a:lnTo>
                <a:cubicBezTo>
                  <a:pt x="3005570" y="2649551"/>
                  <a:pt x="3005570" y="2650132"/>
                  <a:pt x="3005321" y="2650631"/>
                </a:cubicBezTo>
                <a:lnTo>
                  <a:pt x="2994687" y="2669074"/>
                </a:lnTo>
                <a:cubicBezTo>
                  <a:pt x="2994354" y="2669573"/>
                  <a:pt x="2993856" y="2669823"/>
                  <a:pt x="2993358" y="2669822"/>
                </a:cubicBezTo>
                <a:close/>
                <a:moveTo>
                  <a:pt x="3333123" y="2766667"/>
                </a:moveTo>
                <a:cubicBezTo>
                  <a:pt x="3332542" y="2766667"/>
                  <a:pt x="3332043" y="2766418"/>
                  <a:pt x="3331794" y="2765919"/>
                </a:cubicBezTo>
                <a:lnTo>
                  <a:pt x="3321160" y="2747393"/>
                </a:lnTo>
                <a:cubicBezTo>
                  <a:pt x="3320911" y="2746976"/>
                  <a:pt x="3320911" y="2746396"/>
                  <a:pt x="3321160" y="2745897"/>
                </a:cubicBezTo>
                <a:lnTo>
                  <a:pt x="3331877" y="2727371"/>
                </a:lnTo>
                <a:cubicBezTo>
                  <a:pt x="3332210" y="2726954"/>
                  <a:pt x="3332708" y="2726623"/>
                  <a:pt x="3333207" y="2726623"/>
                </a:cubicBezTo>
                <a:lnTo>
                  <a:pt x="3354558" y="2726622"/>
                </a:lnTo>
                <a:cubicBezTo>
                  <a:pt x="3355139" y="2726623"/>
                  <a:pt x="3355638" y="2726872"/>
                  <a:pt x="3355887" y="2727371"/>
                </a:cubicBezTo>
                <a:lnTo>
                  <a:pt x="3366521" y="2745896"/>
                </a:lnTo>
                <a:cubicBezTo>
                  <a:pt x="3366771" y="2746313"/>
                  <a:pt x="3366771" y="2746894"/>
                  <a:pt x="3366521" y="2747392"/>
                </a:cubicBezTo>
                <a:lnTo>
                  <a:pt x="3355804" y="2765919"/>
                </a:lnTo>
                <a:cubicBezTo>
                  <a:pt x="3355472" y="2766335"/>
                  <a:pt x="3354973" y="2766667"/>
                  <a:pt x="3354475" y="2766666"/>
                </a:cubicBezTo>
                <a:close/>
                <a:moveTo>
                  <a:pt x="3032192" y="2686116"/>
                </a:moveTo>
                <a:cubicBezTo>
                  <a:pt x="3031611" y="2686116"/>
                  <a:pt x="3031112" y="2685866"/>
                  <a:pt x="3030863" y="2685368"/>
                </a:cubicBezTo>
                <a:lnTo>
                  <a:pt x="3020146" y="2666758"/>
                </a:lnTo>
                <a:cubicBezTo>
                  <a:pt x="3019897" y="2666343"/>
                  <a:pt x="3019897" y="2665761"/>
                  <a:pt x="3020146" y="2665263"/>
                </a:cubicBezTo>
                <a:lnTo>
                  <a:pt x="3030863" y="2646653"/>
                </a:lnTo>
                <a:cubicBezTo>
                  <a:pt x="3031195" y="2646237"/>
                  <a:pt x="3031694" y="2645905"/>
                  <a:pt x="3032192" y="2645905"/>
                </a:cubicBezTo>
                <a:lnTo>
                  <a:pt x="3053627" y="2645905"/>
                </a:lnTo>
                <a:cubicBezTo>
                  <a:pt x="3054208" y="2645905"/>
                  <a:pt x="3054707" y="2646154"/>
                  <a:pt x="3054956" y="2646653"/>
                </a:cubicBezTo>
                <a:lnTo>
                  <a:pt x="3065673" y="2665263"/>
                </a:lnTo>
                <a:cubicBezTo>
                  <a:pt x="3065922" y="2665678"/>
                  <a:pt x="3065922" y="2666259"/>
                  <a:pt x="3065673" y="2666758"/>
                </a:cubicBezTo>
                <a:lnTo>
                  <a:pt x="3054956" y="2685368"/>
                </a:lnTo>
                <a:cubicBezTo>
                  <a:pt x="3054624" y="2685783"/>
                  <a:pt x="3054125" y="2686116"/>
                  <a:pt x="3053627" y="2686116"/>
                </a:cubicBezTo>
                <a:close/>
                <a:moveTo>
                  <a:pt x="2731178" y="2605564"/>
                </a:moveTo>
                <a:cubicBezTo>
                  <a:pt x="2730597" y="2605564"/>
                  <a:pt x="2730099" y="2605315"/>
                  <a:pt x="2729848" y="2604817"/>
                </a:cubicBezTo>
                <a:lnTo>
                  <a:pt x="2719049" y="2586124"/>
                </a:lnTo>
                <a:cubicBezTo>
                  <a:pt x="2718800" y="2585709"/>
                  <a:pt x="2718800" y="2585127"/>
                  <a:pt x="2719048" y="2584628"/>
                </a:cubicBezTo>
                <a:lnTo>
                  <a:pt x="2729849" y="2565936"/>
                </a:lnTo>
                <a:cubicBezTo>
                  <a:pt x="2730098" y="2565520"/>
                  <a:pt x="2730680" y="2565188"/>
                  <a:pt x="2731179" y="2565188"/>
                </a:cubicBezTo>
                <a:lnTo>
                  <a:pt x="2752779" y="2565188"/>
                </a:lnTo>
                <a:cubicBezTo>
                  <a:pt x="2753360" y="2565188"/>
                  <a:pt x="2753858" y="2565437"/>
                  <a:pt x="2754108" y="2565936"/>
                </a:cubicBezTo>
                <a:lnTo>
                  <a:pt x="2764908" y="2584628"/>
                </a:lnTo>
                <a:cubicBezTo>
                  <a:pt x="2765157" y="2585044"/>
                  <a:pt x="2765157" y="2585625"/>
                  <a:pt x="2764909" y="2586124"/>
                </a:cubicBezTo>
                <a:lnTo>
                  <a:pt x="2754108" y="2604817"/>
                </a:lnTo>
                <a:cubicBezTo>
                  <a:pt x="2753859" y="2605232"/>
                  <a:pt x="2753276" y="2605564"/>
                  <a:pt x="2752778" y="2605564"/>
                </a:cubicBezTo>
                <a:close/>
                <a:moveTo>
                  <a:pt x="2911737" y="2653944"/>
                </a:moveTo>
                <a:cubicBezTo>
                  <a:pt x="2911155" y="2653944"/>
                  <a:pt x="2910657" y="2653696"/>
                  <a:pt x="2910407" y="2653198"/>
                </a:cubicBezTo>
                <a:lnTo>
                  <a:pt x="2899607" y="2634504"/>
                </a:lnTo>
                <a:cubicBezTo>
                  <a:pt x="2899358" y="2634090"/>
                  <a:pt x="2899358" y="2633508"/>
                  <a:pt x="2899607" y="2633008"/>
                </a:cubicBezTo>
                <a:lnTo>
                  <a:pt x="2910407" y="2614317"/>
                </a:lnTo>
                <a:cubicBezTo>
                  <a:pt x="2910657" y="2613900"/>
                  <a:pt x="2911238" y="2613569"/>
                  <a:pt x="2911737" y="2613568"/>
                </a:cubicBezTo>
                <a:lnTo>
                  <a:pt x="2933337" y="2613568"/>
                </a:lnTo>
                <a:cubicBezTo>
                  <a:pt x="2933919" y="2613569"/>
                  <a:pt x="2934417" y="2613817"/>
                  <a:pt x="2934666" y="2614316"/>
                </a:cubicBezTo>
                <a:lnTo>
                  <a:pt x="2945467" y="2633009"/>
                </a:lnTo>
                <a:cubicBezTo>
                  <a:pt x="2945716" y="2633424"/>
                  <a:pt x="2945716" y="2634005"/>
                  <a:pt x="2945467" y="2634505"/>
                </a:cubicBezTo>
                <a:lnTo>
                  <a:pt x="2934666" y="2653198"/>
                </a:lnTo>
                <a:cubicBezTo>
                  <a:pt x="2934417" y="2653613"/>
                  <a:pt x="2933835" y="2653944"/>
                  <a:pt x="2933337" y="2653944"/>
                </a:cubicBezTo>
                <a:close/>
                <a:moveTo>
                  <a:pt x="2851549" y="2637912"/>
                </a:moveTo>
                <a:cubicBezTo>
                  <a:pt x="2850968" y="2637912"/>
                  <a:pt x="2850469" y="2637663"/>
                  <a:pt x="2850220" y="2637164"/>
                </a:cubicBezTo>
                <a:lnTo>
                  <a:pt x="2839420" y="2618388"/>
                </a:lnTo>
                <a:cubicBezTo>
                  <a:pt x="2839171" y="2617974"/>
                  <a:pt x="2839171" y="2617392"/>
                  <a:pt x="2839420" y="2616893"/>
                </a:cubicBezTo>
                <a:lnTo>
                  <a:pt x="2850220" y="2598117"/>
                </a:lnTo>
                <a:cubicBezTo>
                  <a:pt x="2850469" y="2597701"/>
                  <a:pt x="2851051" y="2597370"/>
                  <a:pt x="2851549" y="2597369"/>
                </a:cubicBezTo>
                <a:lnTo>
                  <a:pt x="2873233" y="2597369"/>
                </a:lnTo>
                <a:cubicBezTo>
                  <a:pt x="2873815" y="2597369"/>
                  <a:pt x="2874313" y="2597618"/>
                  <a:pt x="2874562" y="2598118"/>
                </a:cubicBezTo>
                <a:lnTo>
                  <a:pt x="2885363" y="2616893"/>
                </a:lnTo>
                <a:cubicBezTo>
                  <a:pt x="2885612" y="2617308"/>
                  <a:pt x="2885612" y="2617891"/>
                  <a:pt x="2885363" y="2618389"/>
                </a:cubicBezTo>
                <a:lnTo>
                  <a:pt x="2874562" y="2637165"/>
                </a:lnTo>
                <a:cubicBezTo>
                  <a:pt x="2874313" y="2637580"/>
                  <a:pt x="2873731" y="2637913"/>
                  <a:pt x="2873233" y="2637913"/>
                </a:cubicBezTo>
                <a:close/>
                <a:moveTo>
                  <a:pt x="3092119" y="2702739"/>
                </a:moveTo>
                <a:cubicBezTo>
                  <a:pt x="3091621" y="2702739"/>
                  <a:pt x="3091039" y="2702490"/>
                  <a:pt x="3090790" y="2701992"/>
                </a:cubicBezTo>
                <a:lnTo>
                  <a:pt x="3079824" y="2682966"/>
                </a:lnTo>
                <a:cubicBezTo>
                  <a:pt x="3079575" y="2682468"/>
                  <a:pt x="3079575" y="2681886"/>
                  <a:pt x="3079824" y="2681388"/>
                </a:cubicBezTo>
                <a:lnTo>
                  <a:pt x="3090790" y="2662363"/>
                </a:lnTo>
                <a:cubicBezTo>
                  <a:pt x="3091039" y="2661947"/>
                  <a:pt x="3091538" y="2661615"/>
                  <a:pt x="3092119" y="2661615"/>
                </a:cubicBezTo>
                <a:lnTo>
                  <a:pt x="3114052" y="2661615"/>
                </a:lnTo>
                <a:cubicBezTo>
                  <a:pt x="3114551" y="2661615"/>
                  <a:pt x="3115133" y="2661864"/>
                  <a:pt x="3115382" y="2662363"/>
                </a:cubicBezTo>
                <a:lnTo>
                  <a:pt x="3126348" y="2681388"/>
                </a:lnTo>
                <a:cubicBezTo>
                  <a:pt x="3126597" y="2681886"/>
                  <a:pt x="3126597" y="2682468"/>
                  <a:pt x="3126348" y="2682966"/>
                </a:cubicBezTo>
                <a:lnTo>
                  <a:pt x="3115382" y="2701992"/>
                </a:lnTo>
                <a:cubicBezTo>
                  <a:pt x="3115133" y="2702407"/>
                  <a:pt x="3114634" y="2702739"/>
                  <a:pt x="3114052" y="2702739"/>
                </a:cubicBezTo>
                <a:close/>
                <a:moveTo>
                  <a:pt x="2550276" y="2557763"/>
                </a:moveTo>
                <a:cubicBezTo>
                  <a:pt x="2549777" y="2557763"/>
                  <a:pt x="2549196" y="2557514"/>
                  <a:pt x="2548946" y="2557016"/>
                </a:cubicBezTo>
                <a:lnTo>
                  <a:pt x="2537897" y="2537824"/>
                </a:lnTo>
                <a:cubicBezTo>
                  <a:pt x="2537648" y="2537326"/>
                  <a:pt x="2537649" y="2536744"/>
                  <a:pt x="2537897" y="2536246"/>
                </a:cubicBezTo>
                <a:lnTo>
                  <a:pt x="2549029" y="2517055"/>
                </a:lnTo>
                <a:cubicBezTo>
                  <a:pt x="2549279" y="2516639"/>
                  <a:pt x="2549777" y="2516307"/>
                  <a:pt x="2550359" y="2516307"/>
                </a:cubicBezTo>
                <a:lnTo>
                  <a:pt x="2572541" y="2516307"/>
                </a:lnTo>
                <a:cubicBezTo>
                  <a:pt x="2573039" y="2516307"/>
                  <a:pt x="2573621" y="2516556"/>
                  <a:pt x="2573870" y="2517055"/>
                </a:cubicBezTo>
                <a:lnTo>
                  <a:pt x="2584920" y="2536246"/>
                </a:lnTo>
                <a:cubicBezTo>
                  <a:pt x="2585169" y="2536744"/>
                  <a:pt x="2585169" y="2537326"/>
                  <a:pt x="2584920" y="2537824"/>
                </a:cubicBezTo>
                <a:lnTo>
                  <a:pt x="2573787" y="2557016"/>
                </a:lnTo>
                <a:cubicBezTo>
                  <a:pt x="2573538" y="2557431"/>
                  <a:pt x="2573039" y="2557763"/>
                  <a:pt x="2572459" y="2557763"/>
                </a:cubicBezTo>
                <a:close/>
                <a:moveTo>
                  <a:pt x="3688845" y="2899548"/>
                </a:moveTo>
                <a:cubicBezTo>
                  <a:pt x="3688762" y="2899548"/>
                  <a:pt x="3688596" y="2899382"/>
                  <a:pt x="3688596" y="2899382"/>
                </a:cubicBezTo>
                <a:lnTo>
                  <a:pt x="3686436" y="2895643"/>
                </a:lnTo>
                <a:cubicBezTo>
                  <a:pt x="3686436" y="2895560"/>
                  <a:pt x="3686436" y="2895311"/>
                  <a:pt x="3686436" y="2895311"/>
                </a:cubicBezTo>
                <a:lnTo>
                  <a:pt x="3688595" y="2891572"/>
                </a:lnTo>
                <a:cubicBezTo>
                  <a:pt x="3688679" y="2891406"/>
                  <a:pt x="3688844" y="2891406"/>
                  <a:pt x="3688844" y="2891406"/>
                </a:cubicBezTo>
                <a:lnTo>
                  <a:pt x="3693082" y="2891406"/>
                </a:lnTo>
                <a:cubicBezTo>
                  <a:pt x="3693165" y="2891406"/>
                  <a:pt x="3693331" y="2891572"/>
                  <a:pt x="3693331" y="2891572"/>
                </a:cubicBezTo>
                <a:lnTo>
                  <a:pt x="3695492" y="2895311"/>
                </a:lnTo>
                <a:cubicBezTo>
                  <a:pt x="3695492" y="2895394"/>
                  <a:pt x="3695492" y="2895643"/>
                  <a:pt x="3695492" y="2895643"/>
                </a:cubicBezTo>
                <a:lnTo>
                  <a:pt x="3693331" y="2899382"/>
                </a:lnTo>
                <a:cubicBezTo>
                  <a:pt x="3693249" y="2899548"/>
                  <a:pt x="3693081" y="2899548"/>
                  <a:pt x="3693081" y="2899548"/>
                </a:cubicBezTo>
                <a:close/>
                <a:moveTo>
                  <a:pt x="76974" y="1933178"/>
                </a:moveTo>
                <a:cubicBezTo>
                  <a:pt x="76808" y="1933178"/>
                  <a:pt x="76641" y="1933012"/>
                  <a:pt x="76641" y="1933012"/>
                </a:cubicBezTo>
                <a:lnTo>
                  <a:pt x="73817" y="1928193"/>
                </a:lnTo>
                <a:cubicBezTo>
                  <a:pt x="73816" y="1928027"/>
                  <a:pt x="73817" y="1927778"/>
                  <a:pt x="73817" y="1927778"/>
                </a:cubicBezTo>
                <a:lnTo>
                  <a:pt x="76641" y="1922959"/>
                </a:lnTo>
                <a:cubicBezTo>
                  <a:pt x="76725" y="1922794"/>
                  <a:pt x="76974" y="1922793"/>
                  <a:pt x="76974" y="1922793"/>
                </a:cubicBezTo>
                <a:lnTo>
                  <a:pt x="82540" y="1922793"/>
                </a:lnTo>
                <a:cubicBezTo>
                  <a:pt x="82707" y="1922794"/>
                  <a:pt x="82873" y="1922959"/>
                  <a:pt x="82873" y="1922959"/>
                </a:cubicBezTo>
                <a:lnTo>
                  <a:pt x="85697" y="1927778"/>
                </a:lnTo>
                <a:cubicBezTo>
                  <a:pt x="85697" y="1927944"/>
                  <a:pt x="85696" y="1928193"/>
                  <a:pt x="85696" y="1928193"/>
                </a:cubicBezTo>
                <a:lnTo>
                  <a:pt x="82873" y="1933012"/>
                </a:lnTo>
                <a:cubicBezTo>
                  <a:pt x="82790" y="1933178"/>
                  <a:pt x="82541" y="1933178"/>
                  <a:pt x="82541" y="1933178"/>
                </a:cubicBezTo>
                <a:close/>
                <a:moveTo>
                  <a:pt x="1698532" y="2375180"/>
                </a:moveTo>
                <a:cubicBezTo>
                  <a:pt x="1698200" y="2375180"/>
                  <a:pt x="1697785" y="2374764"/>
                  <a:pt x="1697785" y="2374764"/>
                </a:cubicBezTo>
                <a:lnTo>
                  <a:pt x="1691471" y="2363798"/>
                </a:lnTo>
                <a:cubicBezTo>
                  <a:pt x="1691305" y="2363465"/>
                  <a:pt x="1691471" y="2362884"/>
                  <a:pt x="1691471" y="2362884"/>
                </a:cubicBezTo>
                <a:lnTo>
                  <a:pt x="1697785" y="2351918"/>
                </a:lnTo>
                <a:cubicBezTo>
                  <a:pt x="1697951" y="2351668"/>
                  <a:pt x="1698532" y="2351502"/>
                  <a:pt x="1698532" y="2351502"/>
                </a:cubicBezTo>
                <a:lnTo>
                  <a:pt x="1711161" y="2351502"/>
                </a:lnTo>
                <a:cubicBezTo>
                  <a:pt x="1711493" y="2351502"/>
                  <a:pt x="1711908" y="2351918"/>
                  <a:pt x="1711908" y="2351918"/>
                </a:cubicBezTo>
                <a:lnTo>
                  <a:pt x="1718222" y="2362884"/>
                </a:lnTo>
                <a:cubicBezTo>
                  <a:pt x="1718388" y="2363216"/>
                  <a:pt x="1718222" y="2363798"/>
                  <a:pt x="1718222" y="2363798"/>
                </a:cubicBezTo>
                <a:lnTo>
                  <a:pt x="1711908" y="2374764"/>
                </a:lnTo>
                <a:cubicBezTo>
                  <a:pt x="1711742" y="2375014"/>
                  <a:pt x="1711161" y="2375180"/>
                  <a:pt x="1711161" y="2375180"/>
                </a:cubicBezTo>
                <a:close/>
                <a:moveTo>
                  <a:pt x="1276899" y="2262863"/>
                </a:moveTo>
                <a:cubicBezTo>
                  <a:pt x="1276566" y="2262863"/>
                  <a:pt x="1276067" y="2262364"/>
                  <a:pt x="1276067" y="2262364"/>
                </a:cubicBezTo>
                <a:lnTo>
                  <a:pt x="1269421" y="2250899"/>
                </a:lnTo>
                <a:cubicBezTo>
                  <a:pt x="1269256" y="2250650"/>
                  <a:pt x="1269421" y="2249985"/>
                  <a:pt x="1269421" y="2249985"/>
                </a:cubicBezTo>
                <a:lnTo>
                  <a:pt x="1276067" y="2238520"/>
                </a:lnTo>
                <a:cubicBezTo>
                  <a:pt x="1276233" y="2238188"/>
                  <a:pt x="1276898" y="2238022"/>
                  <a:pt x="1276898" y="2238022"/>
                </a:cubicBezTo>
                <a:lnTo>
                  <a:pt x="1290109" y="2238022"/>
                </a:lnTo>
                <a:cubicBezTo>
                  <a:pt x="1290440" y="2238022"/>
                  <a:pt x="1290939" y="2238520"/>
                  <a:pt x="1290939" y="2238520"/>
                </a:cubicBezTo>
                <a:lnTo>
                  <a:pt x="1297586" y="2249985"/>
                </a:lnTo>
                <a:cubicBezTo>
                  <a:pt x="1297751" y="2250235"/>
                  <a:pt x="1297585" y="2250899"/>
                  <a:pt x="1297585" y="2250899"/>
                </a:cubicBezTo>
                <a:lnTo>
                  <a:pt x="1290939" y="2262364"/>
                </a:lnTo>
                <a:cubicBezTo>
                  <a:pt x="1290772" y="2262697"/>
                  <a:pt x="1290108" y="2262863"/>
                  <a:pt x="1290108" y="2262863"/>
                </a:cubicBezTo>
                <a:close/>
                <a:moveTo>
                  <a:pt x="4104975" y="3022163"/>
                </a:moveTo>
                <a:cubicBezTo>
                  <a:pt x="4104559" y="3022163"/>
                  <a:pt x="4104061" y="3021665"/>
                  <a:pt x="4104061" y="3021665"/>
                </a:cubicBezTo>
                <a:lnTo>
                  <a:pt x="4096750" y="3008953"/>
                </a:lnTo>
                <a:cubicBezTo>
                  <a:pt x="4096584" y="3008704"/>
                  <a:pt x="4096750" y="3007957"/>
                  <a:pt x="4096750" y="3007957"/>
                </a:cubicBezTo>
                <a:lnTo>
                  <a:pt x="4104061" y="2995245"/>
                </a:lnTo>
                <a:cubicBezTo>
                  <a:pt x="4104310" y="2994913"/>
                  <a:pt x="4104975" y="2994747"/>
                  <a:pt x="4104975" y="2994747"/>
                </a:cubicBezTo>
                <a:lnTo>
                  <a:pt x="4119597" y="2994747"/>
                </a:lnTo>
                <a:cubicBezTo>
                  <a:pt x="4120012" y="2994747"/>
                  <a:pt x="4120510" y="2995245"/>
                  <a:pt x="4120510" y="2995245"/>
                </a:cubicBezTo>
                <a:lnTo>
                  <a:pt x="4127821" y="3007956"/>
                </a:lnTo>
                <a:cubicBezTo>
                  <a:pt x="4127988" y="3008206"/>
                  <a:pt x="4127821" y="3008953"/>
                  <a:pt x="4127821" y="3008953"/>
                </a:cubicBezTo>
                <a:lnTo>
                  <a:pt x="4120510" y="3021665"/>
                </a:lnTo>
                <a:cubicBezTo>
                  <a:pt x="4120261" y="3021996"/>
                  <a:pt x="4119597" y="3022163"/>
                  <a:pt x="4119597" y="3022163"/>
                </a:cubicBezTo>
                <a:close/>
                <a:moveTo>
                  <a:pt x="1336148" y="2280824"/>
                </a:moveTo>
                <a:cubicBezTo>
                  <a:pt x="1335816" y="2280824"/>
                  <a:pt x="1335234" y="2280326"/>
                  <a:pt x="1335234" y="2280326"/>
                </a:cubicBezTo>
                <a:lnTo>
                  <a:pt x="1327674" y="2267199"/>
                </a:lnTo>
                <a:cubicBezTo>
                  <a:pt x="1327508" y="2266867"/>
                  <a:pt x="1327674" y="2266119"/>
                  <a:pt x="1327674" y="2266119"/>
                </a:cubicBezTo>
                <a:lnTo>
                  <a:pt x="1335234" y="2252992"/>
                </a:lnTo>
                <a:cubicBezTo>
                  <a:pt x="1335400" y="2252660"/>
                  <a:pt x="1336148" y="2252494"/>
                  <a:pt x="1336148" y="2252494"/>
                </a:cubicBezTo>
                <a:lnTo>
                  <a:pt x="1351267" y="2252494"/>
                </a:lnTo>
                <a:cubicBezTo>
                  <a:pt x="1351601" y="2252494"/>
                  <a:pt x="1352182" y="2252992"/>
                  <a:pt x="1352182" y="2252992"/>
                </a:cubicBezTo>
                <a:lnTo>
                  <a:pt x="1359742" y="2266119"/>
                </a:lnTo>
                <a:cubicBezTo>
                  <a:pt x="1359908" y="2266451"/>
                  <a:pt x="1359742" y="2267199"/>
                  <a:pt x="1359742" y="2267199"/>
                </a:cubicBezTo>
                <a:lnTo>
                  <a:pt x="1352182" y="2280326"/>
                </a:lnTo>
                <a:cubicBezTo>
                  <a:pt x="1352016" y="2280658"/>
                  <a:pt x="1351268" y="2280824"/>
                  <a:pt x="1351268" y="2280824"/>
                </a:cubicBezTo>
                <a:close/>
                <a:moveTo>
                  <a:pt x="4224942" y="3055167"/>
                </a:moveTo>
                <a:cubicBezTo>
                  <a:pt x="4224610" y="3055167"/>
                  <a:pt x="4224028" y="3054585"/>
                  <a:pt x="4224028" y="3054585"/>
                </a:cubicBezTo>
                <a:lnTo>
                  <a:pt x="4216302" y="3041209"/>
                </a:lnTo>
                <a:cubicBezTo>
                  <a:pt x="4216136" y="3040877"/>
                  <a:pt x="4216302" y="3040129"/>
                  <a:pt x="4216302" y="3040129"/>
                </a:cubicBezTo>
                <a:lnTo>
                  <a:pt x="4224028" y="3026753"/>
                </a:lnTo>
                <a:cubicBezTo>
                  <a:pt x="4224194" y="3026421"/>
                  <a:pt x="4224942" y="3026172"/>
                  <a:pt x="4224942" y="3026172"/>
                </a:cubicBezTo>
                <a:lnTo>
                  <a:pt x="4240395" y="3026172"/>
                </a:lnTo>
                <a:cubicBezTo>
                  <a:pt x="4240727" y="3026172"/>
                  <a:pt x="4241309" y="3026753"/>
                  <a:pt x="4241309" y="3026753"/>
                </a:cubicBezTo>
                <a:lnTo>
                  <a:pt x="4249035" y="3040129"/>
                </a:lnTo>
                <a:cubicBezTo>
                  <a:pt x="4249201" y="3040462"/>
                  <a:pt x="4249035" y="3041209"/>
                  <a:pt x="4249035" y="3041209"/>
                </a:cubicBezTo>
                <a:lnTo>
                  <a:pt x="4241309" y="3054585"/>
                </a:lnTo>
                <a:cubicBezTo>
                  <a:pt x="4241142" y="3054917"/>
                  <a:pt x="4240395" y="3055167"/>
                  <a:pt x="4240395" y="3055167"/>
                </a:cubicBezTo>
                <a:close/>
                <a:moveTo>
                  <a:pt x="4285129" y="3071294"/>
                </a:moveTo>
                <a:cubicBezTo>
                  <a:pt x="4284797" y="3071294"/>
                  <a:pt x="4284215" y="3070712"/>
                  <a:pt x="4284215" y="3070712"/>
                </a:cubicBezTo>
                <a:lnTo>
                  <a:pt x="4276489" y="3057336"/>
                </a:lnTo>
                <a:cubicBezTo>
                  <a:pt x="4276323" y="3057004"/>
                  <a:pt x="4276489" y="3056256"/>
                  <a:pt x="4276489" y="3056256"/>
                </a:cubicBezTo>
                <a:lnTo>
                  <a:pt x="4284215" y="3042880"/>
                </a:lnTo>
                <a:cubicBezTo>
                  <a:pt x="4284381" y="3042548"/>
                  <a:pt x="4285129" y="3042299"/>
                  <a:pt x="4285129" y="3042299"/>
                </a:cubicBezTo>
                <a:lnTo>
                  <a:pt x="4300582" y="3042299"/>
                </a:lnTo>
                <a:cubicBezTo>
                  <a:pt x="4300914" y="3042299"/>
                  <a:pt x="4301496" y="3042880"/>
                  <a:pt x="4301496" y="3042880"/>
                </a:cubicBezTo>
                <a:lnTo>
                  <a:pt x="4309222" y="3056256"/>
                </a:lnTo>
                <a:cubicBezTo>
                  <a:pt x="4309388" y="3056589"/>
                  <a:pt x="4309222" y="3057336"/>
                  <a:pt x="4309222" y="3057336"/>
                </a:cubicBezTo>
                <a:lnTo>
                  <a:pt x="4301496" y="3070712"/>
                </a:lnTo>
                <a:cubicBezTo>
                  <a:pt x="4301330" y="3071044"/>
                  <a:pt x="4300582" y="3071294"/>
                  <a:pt x="4300582" y="3071294"/>
                </a:cubicBezTo>
                <a:close/>
                <a:moveTo>
                  <a:pt x="4164652" y="3039192"/>
                </a:moveTo>
                <a:cubicBezTo>
                  <a:pt x="4164320" y="3039192"/>
                  <a:pt x="4163738" y="3038610"/>
                  <a:pt x="4163738" y="3038610"/>
                </a:cubicBezTo>
                <a:lnTo>
                  <a:pt x="4155929" y="3025151"/>
                </a:lnTo>
                <a:cubicBezTo>
                  <a:pt x="4155763" y="3024819"/>
                  <a:pt x="4155929" y="3024071"/>
                  <a:pt x="4155929" y="3024071"/>
                </a:cubicBezTo>
                <a:lnTo>
                  <a:pt x="4163738" y="3010613"/>
                </a:lnTo>
                <a:cubicBezTo>
                  <a:pt x="4163905" y="3010280"/>
                  <a:pt x="4164652" y="3010031"/>
                  <a:pt x="4164652" y="3010031"/>
                </a:cubicBezTo>
                <a:lnTo>
                  <a:pt x="4180188" y="3010031"/>
                </a:lnTo>
                <a:cubicBezTo>
                  <a:pt x="4180520" y="3010031"/>
                  <a:pt x="4181102" y="3010613"/>
                  <a:pt x="4181102" y="3010613"/>
                </a:cubicBezTo>
                <a:lnTo>
                  <a:pt x="4188911" y="3024071"/>
                </a:lnTo>
                <a:cubicBezTo>
                  <a:pt x="4189078" y="3024404"/>
                  <a:pt x="4188911" y="3025151"/>
                  <a:pt x="4188911" y="3025151"/>
                </a:cubicBezTo>
                <a:lnTo>
                  <a:pt x="4181102" y="3038610"/>
                </a:lnTo>
                <a:cubicBezTo>
                  <a:pt x="4180936" y="3038943"/>
                  <a:pt x="4180188" y="3039192"/>
                  <a:pt x="4180188" y="3039192"/>
                </a:cubicBezTo>
                <a:close/>
                <a:moveTo>
                  <a:pt x="1395336" y="2298780"/>
                </a:moveTo>
                <a:cubicBezTo>
                  <a:pt x="1394837" y="2298780"/>
                  <a:pt x="1394256" y="2298198"/>
                  <a:pt x="1394256" y="2298198"/>
                </a:cubicBezTo>
                <a:lnTo>
                  <a:pt x="1385700" y="2283410"/>
                </a:lnTo>
                <a:cubicBezTo>
                  <a:pt x="1385450" y="2282994"/>
                  <a:pt x="1385700" y="2282164"/>
                  <a:pt x="1385700" y="2282164"/>
                </a:cubicBezTo>
                <a:lnTo>
                  <a:pt x="1394257" y="2267376"/>
                </a:lnTo>
                <a:cubicBezTo>
                  <a:pt x="1394505" y="2267043"/>
                  <a:pt x="1394920" y="2266794"/>
                  <a:pt x="1395336" y="2266794"/>
                </a:cubicBezTo>
                <a:lnTo>
                  <a:pt x="1412451" y="2266794"/>
                </a:lnTo>
                <a:cubicBezTo>
                  <a:pt x="1412950" y="2266794"/>
                  <a:pt x="1413530" y="2267376"/>
                  <a:pt x="1413530" y="2267376"/>
                </a:cubicBezTo>
                <a:lnTo>
                  <a:pt x="1422087" y="2282164"/>
                </a:lnTo>
                <a:cubicBezTo>
                  <a:pt x="1422336" y="2282579"/>
                  <a:pt x="1422087" y="2283410"/>
                  <a:pt x="1422087" y="2283410"/>
                </a:cubicBezTo>
                <a:lnTo>
                  <a:pt x="1413530" y="2298198"/>
                </a:lnTo>
                <a:cubicBezTo>
                  <a:pt x="1413282" y="2298530"/>
                  <a:pt x="1412866" y="2298780"/>
                  <a:pt x="1412451" y="2298780"/>
                </a:cubicBezTo>
                <a:close/>
                <a:moveTo>
                  <a:pt x="131344" y="1960282"/>
                </a:moveTo>
                <a:cubicBezTo>
                  <a:pt x="130927" y="1960282"/>
                  <a:pt x="130263" y="1959700"/>
                  <a:pt x="130263" y="1959700"/>
                </a:cubicBezTo>
                <a:lnTo>
                  <a:pt x="121623" y="1944746"/>
                </a:lnTo>
                <a:cubicBezTo>
                  <a:pt x="121374" y="1944331"/>
                  <a:pt x="121623" y="1943500"/>
                  <a:pt x="121623" y="1943500"/>
                </a:cubicBezTo>
                <a:lnTo>
                  <a:pt x="130264" y="1928546"/>
                </a:lnTo>
                <a:cubicBezTo>
                  <a:pt x="130512" y="1928213"/>
                  <a:pt x="130927" y="1927964"/>
                  <a:pt x="131343" y="1927964"/>
                </a:cubicBezTo>
                <a:lnTo>
                  <a:pt x="148623" y="1927964"/>
                </a:lnTo>
                <a:cubicBezTo>
                  <a:pt x="149039" y="1927964"/>
                  <a:pt x="149703" y="1928546"/>
                  <a:pt x="149703" y="1928546"/>
                </a:cubicBezTo>
                <a:lnTo>
                  <a:pt x="158344" y="1943500"/>
                </a:lnTo>
                <a:cubicBezTo>
                  <a:pt x="158593" y="1943915"/>
                  <a:pt x="158345" y="1944746"/>
                  <a:pt x="158345" y="1944746"/>
                </a:cubicBezTo>
                <a:lnTo>
                  <a:pt x="149704" y="1959700"/>
                </a:lnTo>
                <a:cubicBezTo>
                  <a:pt x="149454" y="1960033"/>
                  <a:pt x="149039" y="1960282"/>
                  <a:pt x="148623" y="1960282"/>
                </a:cubicBezTo>
                <a:close/>
                <a:moveTo>
                  <a:pt x="190626" y="1977988"/>
                </a:moveTo>
                <a:cubicBezTo>
                  <a:pt x="190127" y="1977988"/>
                  <a:pt x="189463" y="1977323"/>
                  <a:pt x="189463" y="1977323"/>
                </a:cubicBezTo>
                <a:lnTo>
                  <a:pt x="179992" y="1960874"/>
                </a:lnTo>
                <a:cubicBezTo>
                  <a:pt x="179742" y="1960458"/>
                  <a:pt x="179992" y="1959545"/>
                  <a:pt x="179992" y="1959545"/>
                </a:cubicBezTo>
                <a:lnTo>
                  <a:pt x="189546" y="1943095"/>
                </a:lnTo>
                <a:cubicBezTo>
                  <a:pt x="189795" y="1942679"/>
                  <a:pt x="190210" y="1942430"/>
                  <a:pt x="190709" y="1942430"/>
                </a:cubicBezTo>
                <a:lnTo>
                  <a:pt x="209734" y="1942430"/>
                </a:lnTo>
                <a:cubicBezTo>
                  <a:pt x="210233" y="1942430"/>
                  <a:pt x="210896" y="1943095"/>
                  <a:pt x="210896" y="1943095"/>
                </a:cubicBezTo>
                <a:lnTo>
                  <a:pt x="220368" y="1959545"/>
                </a:lnTo>
                <a:cubicBezTo>
                  <a:pt x="220618" y="1959960"/>
                  <a:pt x="220368" y="1960874"/>
                  <a:pt x="220368" y="1960874"/>
                </a:cubicBezTo>
                <a:lnTo>
                  <a:pt x="210814" y="1977323"/>
                </a:lnTo>
                <a:cubicBezTo>
                  <a:pt x="210565" y="1977739"/>
                  <a:pt x="210150" y="1977988"/>
                  <a:pt x="209651" y="1977988"/>
                </a:cubicBezTo>
                <a:close/>
                <a:moveTo>
                  <a:pt x="4343455" y="3090904"/>
                </a:moveTo>
                <a:cubicBezTo>
                  <a:pt x="4342956" y="3090904"/>
                  <a:pt x="4342292" y="3090239"/>
                  <a:pt x="4342292" y="3090239"/>
                </a:cubicBezTo>
                <a:lnTo>
                  <a:pt x="4332738" y="3073707"/>
                </a:lnTo>
                <a:cubicBezTo>
                  <a:pt x="4332489" y="3073291"/>
                  <a:pt x="4332738" y="3072377"/>
                  <a:pt x="4332738" y="3072377"/>
                </a:cubicBezTo>
                <a:lnTo>
                  <a:pt x="4342292" y="3055845"/>
                </a:lnTo>
                <a:cubicBezTo>
                  <a:pt x="4342541" y="3055429"/>
                  <a:pt x="4342956" y="3055180"/>
                  <a:pt x="4343455" y="3055180"/>
                </a:cubicBezTo>
                <a:lnTo>
                  <a:pt x="4362563" y="3055180"/>
                </a:lnTo>
                <a:cubicBezTo>
                  <a:pt x="4363062" y="3055180"/>
                  <a:pt x="4363726" y="3055845"/>
                  <a:pt x="4363726" y="3055845"/>
                </a:cubicBezTo>
                <a:lnTo>
                  <a:pt x="4373280" y="3072377"/>
                </a:lnTo>
                <a:cubicBezTo>
                  <a:pt x="4373530" y="3072793"/>
                  <a:pt x="4373280" y="3073707"/>
                  <a:pt x="4373280" y="3073707"/>
                </a:cubicBezTo>
                <a:lnTo>
                  <a:pt x="4363726" y="3090239"/>
                </a:lnTo>
                <a:cubicBezTo>
                  <a:pt x="4363477" y="3090655"/>
                  <a:pt x="4363062" y="3090904"/>
                  <a:pt x="4362563" y="3090904"/>
                </a:cubicBezTo>
                <a:close/>
                <a:moveTo>
                  <a:pt x="3621138" y="2897454"/>
                </a:moveTo>
                <a:cubicBezTo>
                  <a:pt x="3620640" y="2897454"/>
                  <a:pt x="3620224" y="2897205"/>
                  <a:pt x="3619975" y="2896790"/>
                </a:cubicBezTo>
                <a:lnTo>
                  <a:pt x="3610338" y="2880174"/>
                </a:lnTo>
                <a:cubicBezTo>
                  <a:pt x="3610089" y="2879758"/>
                  <a:pt x="3610089" y="2879260"/>
                  <a:pt x="3610338" y="2878845"/>
                </a:cubicBezTo>
                <a:lnTo>
                  <a:pt x="3619975" y="2862229"/>
                </a:lnTo>
                <a:cubicBezTo>
                  <a:pt x="3620224" y="2861813"/>
                  <a:pt x="3620640" y="2861564"/>
                  <a:pt x="3621138" y="2861564"/>
                </a:cubicBezTo>
                <a:lnTo>
                  <a:pt x="3640330" y="2861564"/>
                </a:lnTo>
                <a:cubicBezTo>
                  <a:pt x="3640828" y="2861564"/>
                  <a:pt x="3641243" y="2861813"/>
                  <a:pt x="3641493" y="2862229"/>
                </a:cubicBezTo>
                <a:lnTo>
                  <a:pt x="3651130" y="2878845"/>
                </a:lnTo>
                <a:cubicBezTo>
                  <a:pt x="3651379" y="2879260"/>
                  <a:pt x="3651379" y="2879758"/>
                  <a:pt x="3651130" y="2880174"/>
                </a:cubicBezTo>
                <a:lnTo>
                  <a:pt x="3641493" y="2896790"/>
                </a:lnTo>
                <a:cubicBezTo>
                  <a:pt x="3641243" y="2897205"/>
                  <a:pt x="3640828" y="2897454"/>
                  <a:pt x="3640330" y="2897454"/>
                </a:cubicBezTo>
                <a:close/>
                <a:moveTo>
                  <a:pt x="2537784" y="2607276"/>
                </a:moveTo>
                <a:cubicBezTo>
                  <a:pt x="2537285" y="2607275"/>
                  <a:pt x="2536870" y="2607026"/>
                  <a:pt x="2536620" y="2606611"/>
                </a:cubicBezTo>
                <a:lnTo>
                  <a:pt x="2526984" y="2589912"/>
                </a:lnTo>
                <a:cubicBezTo>
                  <a:pt x="2526734" y="2589496"/>
                  <a:pt x="2526735" y="2588999"/>
                  <a:pt x="2526984" y="2588583"/>
                </a:cubicBezTo>
                <a:lnTo>
                  <a:pt x="2536621" y="2571884"/>
                </a:lnTo>
                <a:cubicBezTo>
                  <a:pt x="2536870" y="2571468"/>
                  <a:pt x="2537286" y="2571220"/>
                  <a:pt x="2537784" y="2571219"/>
                </a:cubicBezTo>
                <a:lnTo>
                  <a:pt x="2557141" y="2571219"/>
                </a:lnTo>
                <a:cubicBezTo>
                  <a:pt x="2557639" y="2571219"/>
                  <a:pt x="2558054" y="2571468"/>
                  <a:pt x="2558304" y="2571884"/>
                </a:cubicBezTo>
                <a:lnTo>
                  <a:pt x="2567942" y="2588584"/>
                </a:lnTo>
                <a:cubicBezTo>
                  <a:pt x="2568190" y="2588998"/>
                  <a:pt x="2568190" y="2589496"/>
                  <a:pt x="2567942" y="2589912"/>
                </a:cubicBezTo>
                <a:lnTo>
                  <a:pt x="2558304" y="2606611"/>
                </a:lnTo>
                <a:cubicBezTo>
                  <a:pt x="2558054" y="2607026"/>
                  <a:pt x="2557639" y="2607275"/>
                  <a:pt x="2557141" y="2607275"/>
                </a:cubicBezTo>
                <a:close/>
                <a:moveTo>
                  <a:pt x="250656" y="1994532"/>
                </a:moveTo>
                <a:cubicBezTo>
                  <a:pt x="250158" y="1994532"/>
                  <a:pt x="249743" y="1994283"/>
                  <a:pt x="249494" y="1993867"/>
                </a:cubicBezTo>
                <a:lnTo>
                  <a:pt x="239774" y="1977002"/>
                </a:lnTo>
                <a:cubicBezTo>
                  <a:pt x="239524" y="1976504"/>
                  <a:pt x="239524" y="1976005"/>
                  <a:pt x="239773" y="1975590"/>
                </a:cubicBezTo>
                <a:lnTo>
                  <a:pt x="249493" y="1958725"/>
                </a:lnTo>
                <a:cubicBezTo>
                  <a:pt x="249742" y="1958309"/>
                  <a:pt x="250158" y="1958060"/>
                  <a:pt x="250657" y="1958061"/>
                </a:cubicBezTo>
                <a:lnTo>
                  <a:pt x="270097" y="1958060"/>
                </a:lnTo>
                <a:cubicBezTo>
                  <a:pt x="270595" y="1958060"/>
                  <a:pt x="271011" y="1958309"/>
                  <a:pt x="271261" y="1958725"/>
                </a:cubicBezTo>
                <a:lnTo>
                  <a:pt x="280980" y="1975590"/>
                </a:lnTo>
                <a:cubicBezTo>
                  <a:pt x="281231" y="1976088"/>
                  <a:pt x="281231" y="1976587"/>
                  <a:pt x="280981" y="1977002"/>
                </a:cubicBezTo>
                <a:lnTo>
                  <a:pt x="271260" y="1993868"/>
                </a:lnTo>
                <a:cubicBezTo>
                  <a:pt x="271011" y="1994283"/>
                  <a:pt x="270596" y="1994532"/>
                  <a:pt x="270098" y="1994533"/>
                </a:cubicBezTo>
                <a:close/>
                <a:moveTo>
                  <a:pt x="3380258" y="2833294"/>
                </a:moveTo>
                <a:cubicBezTo>
                  <a:pt x="3379842" y="2833294"/>
                  <a:pt x="3379343" y="2833045"/>
                  <a:pt x="3379094" y="2832629"/>
                </a:cubicBezTo>
                <a:lnTo>
                  <a:pt x="3369291" y="2815598"/>
                </a:lnTo>
                <a:cubicBezTo>
                  <a:pt x="3369042" y="2815183"/>
                  <a:pt x="3369042" y="2814601"/>
                  <a:pt x="3369291" y="2814186"/>
                </a:cubicBezTo>
                <a:lnTo>
                  <a:pt x="3379094" y="2797155"/>
                </a:lnTo>
                <a:cubicBezTo>
                  <a:pt x="3379343" y="2796739"/>
                  <a:pt x="3379759" y="2796490"/>
                  <a:pt x="3380258" y="2796490"/>
                </a:cubicBezTo>
                <a:lnTo>
                  <a:pt x="3399864" y="2796490"/>
                </a:lnTo>
                <a:cubicBezTo>
                  <a:pt x="3400280" y="2796490"/>
                  <a:pt x="3400778" y="2796739"/>
                  <a:pt x="3401027" y="2797155"/>
                </a:cubicBezTo>
                <a:lnTo>
                  <a:pt x="3410831" y="2814186"/>
                </a:lnTo>
                <a:cubicBezTo>
                  <a:pt x="3411080" y="2814601"/>
                  <a:pt x="3411080" y="2815183"/>
                  <a:pt x="3410831" y="2815598"/>
                </a:cubicBezTo>
                <a:lnTo>
                  <a:pt x="3401027" y="2832629"/>
                </a:lnTo>
                <a:cubicBezTo>
                  <a:pt x="3400778" y="2833045"/>
                  <a:pt x="3400363" y="2833294"/>
                  <a:pt x="3399864" y="2833294"/>
                </a:cubicBezTo>
                <a:close/>
                <a:moveTo>
                  <a:pt x="310657" y="2010978"/>
                </a:moveTo>
                <a:cubicBezTo>
                  <a:pt x="310158" y="2010978"/>
                  <a:pt x="309660" y="2010729"/>
                  <a:pt x="309410" y="2010313"/>
                </a:cubicBezTo>
                <a:lnTo>
                  <a:pt x="299525" y="1993199"/>
                </a:lnTo>
                <a:cubicBezTo>
                  <a:pt x="299276" y="1992784"/>
                  <a:pt x="299275" y="1992202"/>
                  <a:pt x="299524" y="1991787"/>
                </a:cubicBezTo>
                <a:lnTo>
                  <a:pt x="309410" y="1974673"/>
                </a:lnTo>
                <a:cubicBezTo>
                  <a:pt x="309743" y="1974257"/>
                  <a:pt x="310158" y="1974008"/>
                  <a:pt x="310657" y="1974008"/>
                </a:cubicBezTo>
                <a:lnTo>
                  <a:pt x="330346" y="1974008"/>
                </a:lnTo>
                <a:cubicBezTo>
                  <a:pt x="330845" y="1974008"/>
                  <a:pt x="331343" y="1974257"/>
                  <a:pt x="331593" y="1974673"/>
                </a:cubicBezTo>
                <a:lnTo>
                  <a:pt x="341479" y="1991786"/>
                </a:lnTo>
                <a:cubicBezTo>
                  <a:pt x="341728" y="1992202"/>
                  <a:pt x="341728" y="1992784"/>
                  <a:pt x="341479" y="1993199"/>
                </a:cubicBezTo>
                <a:lnTo>
                  <a:pt x="331593" y="2010314"/>
                </a:lnTo>
                <a:cubicBezTo>
                  <a:pt x="331260" y="2010729"/>
                  <a:pt x="330845" y="2010978"/>
                  <a:pt x="330346" y="2010978"/>
                </a:cubicBezTo>
                <a:close/>
                <a:moveTo>
                  <a:pt x="2597734" y="2623798"/>
                </a:moveTo>
                <a:cubicBezTo>
                  <a:pt x="2597318" y="2623798"/>
                  <a:pt x="2596820" y="2623549"/>
                  <a:pt x="2596570" y="2623134"/>
                </a:cubicBezTo>
                <a:lnTo>
                  <a:pt x="2586684" y="2606019"/>
                </a:lnTo>
                <a:cubicBezTo>
                  <a:pt x="2586435" y="2605604"/>
                  <a:pt x="2586435" y="2605022"/>
                  <a:pt x="2586684" y="2604607"/>
                </a:cubicBezTo>
                <a:lnTo>
                  <a:pt x="2596570" y="2587493"/>
                </a:lnTo>
                <a:cubicBezTo>
                  <a:pt x="2596820" y="2587077"/>
                  <a:pt x="2597235" y="2586828"/>
                  <a:pt x="2597734" y="2586828"/>
                </a:cubicBezTo>
                <a:lnTo>
                  <a:pt x="2617423" y="2586828"/>
                </a:lnTo>
                <a:cubicBezTo>
                  <a:pt x="2617839" y="2586828"/>
                  <a:pt x="2618337" y="2587077"/>
                  <a:pt x="2618586" y="2587493"/>
                </a:cubicBezTo>
                <a:lnTo>
                  <a:pt x="2628473" y="2604607"/>
                </a:lnTo>
                <a:cubicBezTo>
                  <a:pt x="2628722" y="2605022"/>
                  <a:pt x="2628722" y="2605604"/>
                  <a:pt x="2628473" y="2606019"/>
                </a:cubicBezTo>
                <a:lnTo>
                  <a:pt x="2618586" y="2623134"/>
                </a:lnTo>
                <a:cubicBezTo>
                  <a:pt x="2618337" y="2623549"/>
                  <a:pt x="2617922" y="2623798"/>
                  <a:pt x="2617423" y="2623798"/>
                </a:cubicBezTo>
                <a:close/>
                <a:moveTo>
                  <a:pt x="430945" y="2043408"/>
                </a:moveTo>
                <a:cubicBezTo>
                  <a:pt x="430446" y="2043408"/>
                  <a:pt x="429947" y="2043159"/>
                  <a:pt x="429699" y="2042744"/>
                </a:cubicBezTo>
                <a:lnTo>
                  <a:pt x="419729" y="2025463"/>
                </a:lnTo>
                <a:cubicBezTo>
                  <a:pt x="419480" y="2025048"/>
                  <a:pt x="419479" y="2024466"/>
                  <a:pt x="419728" y="2024051"/>
                </a:cubicBezTo>
                <a:lnTo>
                  <a:pt x="429698" y="2006771"/>
                </a:lnTo>
                <a:cubicBezTo>
                  <a:pt x="429948" y="2006355"/>
                  <a:pt x="430445" y="2006106"/>
                  <a:pt x="430944" y="2006106"/>
                </a:cubicBezTo>
                <a:lnTo>
                  <a:pt x="450883" y="2006106"/>
                </a:lnTo>
                <a:cubicBezTo>
                  <a:pt x="451381" y="2006106"/>
                  <a:pt x="451881" y="2006355"/>
                  <a:pt x="452130" y="2006771"/>
                </a:cubicBezTo>
                <a:lnTo>
                  <a:pt x="462098" y="2024051"/>
                </a:lnTo>
                <a:cubicBezTo>
                  <a:pt x="462348" y="2024466"/>
                  <a:pt x="462349" y="2025048"/>
                  <a:pt x="462099" y="2025463"/>
                </a:cubicBezTo>
                <a:lnTo>
                  <a:pt x="452129" y="2042744"/>
                </a:lnTo>
                <a:cubicBezTo>
                  <a:pt x="451880" y="2043159"/>
                  <a:pt x="451382" y="2043408"/>
                  <a:pt x="450884" y="2043408"/>
                </a:cubicBezTo>
                <a:close/>
                <a:moveTo>
                  <a:pt x="3319883" y="2817497"/>
                </a:moveTo>
                <a:cubicBezTo>
                  <a:pt x="3319385" y="2817497"/>
                  <a:pt x="3318886" y="2817248"/>
                  <a:pt x="3318637" y="2816833"/>
                </a:cubicBezTo>
                <a:lnTo>
                  <a:pt x="3308668" y="2799552"/>
                </a:lnTo>
                <a:cubicBezTo>
                  <a:pt x="3308419" y="2799137"/>
                  <a:pt x="3308419" y="2798555"/>
                  <a:pt x="3308668" y="2798140"/>
                </a:cubicBezTo>
                <a:lnTo>
                  <a:pt x="3318637" y="2780860"/>
                </a:lnTo>
                <a:cubicBezTo>
                  <a:pt x="3318886" y="2780444"/>
                  <a:pt x="3319385" y="2780195"/>
                  <a:pt x="3319883" y="2780195"/>
                </a:cubicBezTo>
                <a:lnTo>
                  <a:pt x="3339823" y="2780195"/>
                </a:lnTo>
                <a:cubicBezTo>
                  <a:pt x="3340321" y="2780195"/>
                  <a:pt x="3340820" y="2780444"/>
                  <a:pt x="3341069" y="2780860"/>
                </a:cubicBezTo>
                <a:lnTo>
                  <a:pt x="3351038" y="2798140"/>
                </a:lnTo>
                <a:cubicBezTo>
                  <a:pt x="3351287" y="2798555"/>
                  <a:pt x="3351287" y="2799137"/>
                  <a:pt x="3351038" y="2799552"/>
                </a:cubicBezTo>
                <a:lnTo>
                  <a:pt x="3341069" y="2816833"/>
                </a:lnTo>
                <a:cubicBezTo>
                  <a:pt x="3340820" y="2817248"/>
                  <a:pt x="3340321" y="2817497"/>
                  <a:pt x="3339823" y="2817497"/>
                </a:cubicBezTo>
                <a:close/>
                <a:moveTo>
                  <a:pt x="370697" y="2027368"/>
                </a:moveTo>
                <a:cubicBezTo>
                  <a:pt x="370198" y="2027368"/>
                  <a:pt x="369700" y="2027036"/>
                  <a:pt x="369451" y="2026620"/>
                </a:cubicBezTo>
                <a:lnTo>
                  <a:pt x="359481" y="2009257"/>
                </a:lnTo>
                <a:cubicBezTo>
                  <a:pt x="359232" y="2008841"/>
                  <a:pt x="359232" y="2008260"/>
                  <a:pt x="359481" y="2007844"/>
                </a:cubicBezTo>
                <a:lnTo>
                  <a:pt x="369535" y="1990481"/>
                </a:lnTo>
                <a:cubicBezTo>
                  <a:pt x="369783" y="1989982"/>
                  <a:pt x="370281" y="1989733"/>
                  <a:pt x="370780" y="1989733"/>
                </a:cubicBezTo>
                <a:lnTo>
                  <a:pt x="390802" y="1989733"/>
                </a:lnTo>
                <a:cubicBezTo>
                  <a:pt x="391301" y="1989733"/>
                  <a:pt x="391799" y="1990065"/>
                  <a:pt x="392048" y="1990481"/>
                </a:cubicBezTo>
                <a:lnTo>
                  <a:pt x="402019" y="2007844"/>
                </a:lnTo>
                <a:cubicBezTo>
                  <a:pt x="402267" y="2008260"/>
                  <a:pt x="402267" y="2008841"/>
                  <a:pt x="402018" y="2009257"/>
                </a:cubicBezTo>
                <a:lnTo>
                  <a:pt x="391965" y="2026620"/>
                </a:lnTo>
                <a:cubicBezTo>
                  <a:pt x="391716" y="2027119"/>
                  <a:pt x="391217" y="2027368"/>
                  <a:pt x="390719" y="2027368"/>
                </a:cubicBezTo>
                <a:close/>
                <a:moveTo>
                  <a:pt x="551256" y="2075749"/>
                </a:moveTo>
                <a:cubicBezTo>
                  <a:pt x="550757" y="2075749"/>
                  <a:pt x="550259" y="2075417"/>
                  <a:pt x="550010" y="2075001"/>
                </a:cubicBezTo>
                <a:lnTo>
                  <a:pt x="540040" y="2057638"/>
                </a:lnTo>
                <a:cubicBezTo>
                  <a:pt x="539790" y="2057221"/>
                  <a:pt x="539791" y="2056641"/>
                  <a:pt x="540040" y="2056225"/>
                </a:cubicBezTo>
                <a:lnTo>
                  <a:pt x="550093" y="2038862"/>
                </a:lnTo>
                <a:cubicBezTo>
                  <a:pt x="550342" y="2038363"/>
                  <a:pt x="550839" y="2038113"/>
                  <a:pt x="551338" y="2038113"/>
                </a:cubicBezTo>
                <a:lnTo>
                  <a:pt x="571360" y="2038114"/>
                </a:lnTo>
                <a:cubicBezTo>
                  <a:pt x="571859" y="2038113"/>
                  <a:pt x="572357" y="2038446"/>
                  <a:pt x="572606" y="2038861"/>
                </a:cubicBezTo>
                <a:lnTo>
                  <a:pt x="582577" y="2056225"/>
                </a:lnTo>
                <a:cubicBezTo>
                  <a:pt x="582826" y="2056641"/>
                  <a:pt x="582826" y="2057222"/>
                  <a:pt x="582576" y="2057637"/>
                </a:cubicBezTo>
                <a:lnTo>
                  <a:pt x="572524" y="2075001"/>
                </a:lnTo>
                <a:cubicBezTo>
                  <a:pt x="572274" y="2075499"/>
                  <a:pt x="571776" y="2075749"/>
                  <a:pt x="571278" y="2075749"/>
                </a:cubicBezTo>
                <a:close/>
                <a:moveTo>
                  <a:pt x="912373" y="2172510"/>
                </a:moveTo>
                <a:cubicBezTo>
                  <a:pt x="911874" y="2172510"/>
                  <a:pt x="911376" y="2172178"/>
                  <a:pt x="911127" y="2171762"/>
                </a:cubicBezTo>
                <a:lnTo>
                  <a:pt x="901157" y="2154399"/>
                </a:lnTo>
                <a:cubicBezTo>
                  <a:pt x="900908" y="2153983"/>
                  <a:pt x="900908" y="2153402"/>
                  <a:pt x="901157" y="2152986"/>
                </a:cubicBezTo>
                <a:lnTo>
                  <a:pt x="911210" y="2135623"/>
                </a:lnTo>
                <a:cubicBezTo>
                  <a:pt x="911459" y="2135124"/>
                  <a:pt x="911957" y="2134875"/>
                  <a:pt x="912456" y="2134875"/>
                </a:cubicBezTo>
                <a:lnTo>
                  <a:pt x="932478" y="2134875"/>
                </a:lnTo>
                <a:cubicBezTo>
                  <a:pt x="932977" y="2134875"/>
                  <a:pt x="933475" y="2135207"/>
                  <a:pt x="933724" y="2135623"/>
                </a:cubicBezTo>
                <a:lnTo>
                  <a:pt x="943694" y="2152986"/>
                </a:lnTo>
                <a:cubicBezTo>
                  <a:pt x="943943" y="2153401"/>
                  <a:pt x="943943" y="2153983"/>
                  <a:pt x="943694" y="2154399"/>
                </a:cubicBezTo>
                <a:lnTo>
                  <a:pt x="933641" y="2171762"/>
                </a:lnTo>
                <a:cubicBezTo>
                  <a:pt x="933392" y="2172261"/>
                  <a:pt x="932893" y="2172510"/>
                  <a:pt x="932395" y="2172509"/>
                </a:cubicBezTo>
                <a:close/>
                <a:moveTo>
                  <a:pt x="490987" y="2059787"/>
                </a:moveTo>
                <a:cubicBezTo>
                  <a:pt x="490488" y="2059787"/>
                  <a:pt x="489990" y="2059455"/>
                  <a:pt x="489741" y="2059040"/>
                </a:cubicBezTo>
                <a:lnTo>
                  <a:pt x="479605" y="2041510"/>
                </a:lnTo>
                <a:cubicBezTo>
                  <a:pt x="479356" y="2041094"/>
                  <a:pt x="479356" y="2040513"/>
                  <a:pt x="479605" y="2040098"/>
                </a:cubicBezTo>
                <a:lnTo>
                  <a:pt x="489741" y="2022568"/>
                </a:lnTo>
                <a:cubicBezTo>
                  <a:pt x="489989" y="2022069"/>
                  <a:pt x="490488" y="2021820"/>
                  <a:pt x="490987" y="2021820"/>
                </a:cubicBezTo>
                <a:lnTo>
                  <a:pt x="511258" y="2021820"/>
                </a:lnTo>
                <a:cubicBezTo>
                  <a:pt x="511757" y="2021820"/>
                  <a:pt x="512255" y="2022152"/>
                  <a:pt x="512503" y="2022568"/>
                </a:cubicBezTo>
                <a:lnTo>
                  <a:pt x="522640" y="2040098"/>
                </a:lnTo>
                <a:cubicBezTo>
                  <a:pt x="522889" y="2040513"/>
                  <a:pt x="522888" y="2041094"/>
                  <a:pt x="522640" y="2041510"/>
                </a:cubicBezTo>
                <a:lnTo>
                  <a:pt x="512504" y="2059040"/>
                </a:lnTo>
                <a:cubicBezTo>
                  <a:pt x="512254" y="2059538"/>
                  <a:pt x="511757" y="2059787"/>
                  <a:pt x="511258" y="2059787"/>
                </a:cubicBezTo>
                <a:close/>
                <a:moveTo>
                  <a:pt x="1092849" y="2221055"/>
                </a:moveTo>
                <a:cubicBezTo>
                  <a:pt x="1092350" y="2221055"/>
                  <a:pt x="1091852" y="2220724"/>
                  <a:pt x="1091604" y="2220309"/>
                </a:cubicBezTo>
                <a:lnTo>
                  <a:pt x="1081467" y="2202779"/>
                </a:lnTo>
                <a:cubicBezTo>
                  <a:pt x="1081219" y="2202362"/>
                  <a:pt x="1081219" y="2201781"/>
                  <a:pt x="1081467" y="2201366"/>
                </a:cubicBezTo>
                <a:lnTo>
                  <a:pt x="1091603" y="2183836"/>
                </a:lnTo>
                <a:cubicBezTo>
                  <a:pt x="1091853" y="2183337"/>
                  <a:pt x="1092350" y="2183089"/>
                  <a:pt x="1092849" y="2183088"/>
                </a:cubicBezTo>
                <a:lnTo>
                  <a:pt x="1113121" y="2183089"/>
                </a:lnTo>
                <a:cubicBezTo>
                  <a:pt x="1113620" y="2183088"/>
                  <a:pt x="1114118" y="2183420"/>
                  <a:pt x="1114367" y="2183836"/>
                </a:cubicBezTo>
                <a:lnTo>
                  <a:pt x="1124502" y="2201366"/>
                </a:lnTo>
                <a:cubicBezTo>
                  <a:pt x="1124751" y="2201781"/>
                  <a:pt x="1124752" y="2202363"/>
                  <a:pt x="1124502" y="2202779"/>
                </a:cubicBezTo>
                <a:lnTo>
                  <a:pt x="1114366" y="2220308"/>
                </a:lnTo>
                <a:cubicBezTo>
                  <a:pt x="1114118" y="2220807"/>
                  <a:pt x="1113620" y="2221055"/>
                  <a:pt x="1113121" y="2221055"/>
                </a:cubicBezTo>
                <a:close/>
                <a:moveTo>
                  <a:pt x="3500299" y="2866130"/>
                </a:moveTo>
                <a:cubicBezTo>
                  <a:pt x="3499800" y="2866130"/>
                  <a:pt x="3499302" y="2865798"/>
                  <a:pt x="3499053" y="2865383"/>
                </a:cubicBezTo>
                <a:lnTo>
                  <a:pt x="3488917" y="2847853"/>
                </a:lnTo>
                <a:cubicBezTo>
                  <a:pt x="3488668" y="2847437"/>
                  <a:pt x="3488668" y="2846855"/>
                  <a:pt x="3488917" y="2846441"/>
                </a:cubicBezTo>
                <a:lnTo>
                  <a:pt x="3499053" y="2828911"/>
                </a:lnTo>
                <a:cubicBezTo>
                  <a:pt x="3499302" y="2828412"/>
                  <a:pt x="3499800" y="2828163"/>
                  <a:pt x="3500299" y="2828163"/>
                </a:cubicBezTo>
                <a:lnTo>
                  <a:pt x="3520570" y="2828163"/>
                </a:lnTo>
                <a:cubicBezTo>
                  <a:pt x="3521069" y="2828163"/>
                  <a:pt x="3521567" y="2828495"/>
                  <a:pt x="3521816" y="2828911"/>
                </a:cubicBezTo>
                <a:lnTo>
                  <a:pt x="3531952" y="2846441"/>
                </a:lnTo>
                <a:cubicBezTo>
                  <a:pt x="3532201" y="2846856"/>
                  <a:pt x="3532201" y="2847437"/>
                  <a:pt x="3531952" y="2847853"/>
                </a:cubicBezTo>
                <a:lnTo>
                  <a:pt x="3521816" y="2865383"/>
                </a:lnTo>
                <a:cubicBezTo>
                  <a:pt x="3521567" y="2865881"/>
                  <a:pt x="3521069" y="2866129"/>
                  <a:pt x="3520570" y="2866130"/>
                </a:cubicBezTo>
                <a:close/>
                <a:moveTo>
                  <a:pt x="611277" y="2092124"/>
                </a:moveTo>
                <a:cubicBezTo>
                  <a:pt x="610778" y="2092124"/>
                  <a:pt x="610280" y="2091792"/>
                  <a:pt x="610031" y="2091377"/>
                </a:cubicBezTo>
                <a:lnTo>
                  <a:pt x="599895" y="2073764"/>
                </a:lnTo>
                <a:cubicBezTo>
                  <a:pt x="599646" y="2073349"/>
                  <a:pt x="599645" y="2072766"/>
                  <a:pt x="599894" y="2072352"/>
                </a:cubicBezTo>
                <a:lnTo>
                  <a:pt x="610114" y="2054739"/>
                </a:lnTo>
                <a:cubicBezTo>
                  <a:pt x="610363" y="2054240"/>
                  <a:pt x="610861" y="2053991"/>
                  <a:pt x="611360" y="2053991"/>
                </a:cubicBezTo>
                <a:lnTo>
                  <a:pt x="631714" y="2053991"/>
                </a:lnTo>
                <a:cubicBezTo>
                  <a:pt x="632213" y="2053991"/>
                  <a:pt x="632711" y="2054323"/>
                  <a:pt x="632960" y="2054739"/>
                </a:cubicBezTo>
                <a:lnTo>
                  <a:pt x="643095" y="2072352"/>
                </a:lnTo>
                <a:cubicBezTo>
                  <a:pt x="643344" y="2072767"/>
                  <a:pt x="643345" y="2073349"/>
                  <a:pt x="643096" y="2073764"/>
                </a:cubicBezTo>
                <a:lnTo>
                  <a:pt x="632877" y="2091377"/>
                </a:lnTo>
                <a:cubicBezTo>
                  <a:pt x="632628" y="2091875"/>
                  <a:pt x="632129" y="2092124"/>
                  <a:pt x="631630" y="2092124"/>
                </a:cubicBezTo>
                <a:close/>
                <a:moveTo>
                  <a:pt x="852021" y="2156631"/>
                </a:moveTo>
                <a:cubicBezTo>
                  <a:pt x="851522" y="2156631"/>
                  <a:pt x="851024" y="2156299"/>
                  <a:pt x="850775" y="2155884"/>
                </a:cubicBezTo>
                <a:lnTo>
                  <a:pt x="840639" y="2138271"/>
                </a:lnTo>
                <a:cubicBezTo>
                  <a:pt x="840390" y="2137856"/>
                  <a:pt x="840390" y="2137274"/>
                  <a:pt x="840639" y="2136859"/>
                </a:cubicBezTo>
                <a:lnTo>
                  <a:pt x="850858" y="2119246"/>
                </a:lnTo>
                <a:cubicBezTo>
                  <a:pt x="851107" y="2118747"/>
                  <a:pt x="851606" y="2118498"/>
                  <a:pt x="852105" y="2118498"/>
                </a:cubicBezTo>
                <a:lnTo>
                  <a:pt x="872458" y="2118498"/>
                </a:lnTo>
                <a:cubicBezTo>
                  <a:pt x="872957" y="2118498"/>
                  <a:pt x="873455" y="2118830"/>
                  <a:pt x="873704" y="2119246"/>
                </a:cubicBezTo>
                <a:lnTo>
                  <a:pt x="883840" y="2136859"/>
                </a:lnTo>
                <a:cubicBezTo>
                  <a:pt x="884089" y="2137274"/>
                  <a:pt x="884089" y="2137856"/>
                  <a:pt x="883840" y="2138271"/>
                </a:cubicBezTo>
                <a:lnTo>
                  <a:pt x="873621" y="2155884"/>
                </a:lnTo>
                <a:cubicBezTo>
                  <a:pt x="873372" y="2156382"/>
                  <a:pt x="872874" y="2156631"/>
                  <a:pt x="872375" y="2156631"/>
                </a:cubicBezTo>
                <a:close/>
                <a:moveTo>
                  <a:pt x="3139098" y="2769451"/>
                </a:moveTo>
                <a:cubicBezTo>
                  <a:pt x="3138599" y="2769451"/>
                  <a:pt x="3138101" y="2769119"/>
                  <a:pt x="3137852" y="2768704"/>
                </a:cubicBezTo>
                <a:lnTo>
                  <a:pt x="3127716" y="2751091"/>
                </a:lnTo>
                <a:cubicBezTo>
                  <a:pt x="3127467" y="2750677"/>
                  <a:pt x="3127467" y="2750094"/>
                  <a:pt x="3127716" y="2749680"/>
                </a:cubicBezTo>
                <a:lnTo>
                  <a:pt x="3137935" y="2732066"/>
                </a:lnTo>
                <a:cubicBezTo>
                  <a:pt x="3138184" y="2731567"/>
                  <a:pt x="3138682" y="2731318"/>
                  <a:pt x="3139181" y="2731318"/>
                </a:cubicBezTo>
                <a:lnTo>
                  <a:pt x="3159535" y="2731318"/>
                </a:lnTo>
                <a:cubicBezTo>
                  <a:pt x="3160034" y="2731318"/>
                  <a:pt x="3160532" y="2731650"/>
                  <a:pt x="3160782" y="2732066"/>
                </a:cubicBezTo>
                <a:lnTo>
                  <a:pt x="3170917" y="2749680"/>
                </a:lnTo>
                <a:cubicBezTo>
                  <a:pt x="3171166" y="2750094"/>
                  <a:pt x="3171166" y="2750676"/>
                  <a:pt x="3170917" y="2751091"/>
                </a:cubicBezTo>
                <a:lnTo>
                  <a:pt x="3160698" y="2768704"/>
                </a:lnTo>
                <a:cubicBezTo>
                  <a:pt x="3160449" y="2769202"/>
                  <a:pt x="3159951" y="2769452"/>
                  <a:pt x="3159452" y="2769451"/>
                </a:cubicBezTo>
                <a:close/>
                <a:moveTo>
                  <a:pt x="1574234" y="2350316"/>
                </a:moveTo>
                <a:cubicBezTo>
                  <a:pt x="1573736" y="2350316"/>
                  <a:pt x="1573237" y="2349984"/>
                  <a:pt x="1572988" y="2349569"/>
                </a:cubicBezTo>
                <a:lnTo>
                  <a:pt x="1562769" y="2331873"/>
                </a:lnTo>
                <a:cubicBezTo>
                  <a:pt x="1562520" y="2331457"/>
                  <a:pt x="1562520" y="2330876"/>
                  <a:pt x="1562769" y="2330461"/>
                </a:cubicBezTo>
                <a:lnTo>
                  <a:pt x="1572988" y="2312765"/>
                </a:lnTo>
                <a:cubicBezTo>
                  <a:pt x="1573237" y="2312266"/>
                  <a:pt x="1573736" y="2312017"/>
                  <a:pt x="1574234" y="2312017"/>
                </a:cubicBezTo>
                <a:lnTo>
                  <a:pt x="1594671" y="2312017"/>
                </a:lnTo>
                <a:cubicBezTo>
                  <a:pt x="1595170" y="2312017"/>
                  <a:pt x="1595668" y="2312349"/>
                  <a:pt x="1595918" y="2312765"/>
                </a:cubicBezTo>
                <a:lnTo>
                  <a:pt x="1606136" y="2330461"/>
                </a:lnTo>
                <a:cubicBezTo>
                  <a:pt x="1606386" y="2330876"/>
                  <a:pt x="1606386" y="2331457"/>
                  <a:pt x="1606136" y="2331873"/>
                </a:cubicBezTo>
                <a:lnTo>
                  <a:pt x="1595918" y="2349569"/>
                </a:lnTo>
                <a:cubicBezTo>
                  <a:pt x="1595668" y="2350067"/>
                  <a:pt x="1595170" y="2350316"/>
                  <a:pt x="1594671" y="2350316"/>
                </a:cubicBezTo>
                <a:close/>
                <a:moveTo>
                  <a:pt x="3199262" y="2785741"/>
                </a:moveTo>
                <a:cubicBezTo>
                  <a:pt x="3198763" y="2785741"/>
                  <a:pt x="3198265" y="2785409"/>
                  <a:pt x="3198016" y="2784994"/>
                </a:cubicBezTo>
                <a:lnTo>
                  <a:pt x="3187797" y="2767298"/>
                </a:lnTo>
                <a:cubicBezTo>
                  <a:pt x="3187548" y="2766882"/>
                  <a:pt x="3187548" y="2766301"/>
                  <a:pt x="3187797" y="2765886"/>
                </a:cubicBezTo>
                <a:lnTo>
                  <a:pt x="3198016" y="2748190"/>
                </a:lnTo>
                <a:cubicBezTo>
                  <a:pt x="3198265" y="2747691"/>
                  <a:pt x="3198763" y="2747442"/>
                  <a:pt x="3199262" y="2747442"/>
                </a:cubicBezTo>
                <a:lnTo>
                  <a:pt x="3219699" y="2747442"/>
                </a:lnTo>
                <a:cubicBezTo>
                  <a:pt x="3220198" y="2747442"/>
                  <a:pt x="3220696" y="2747774"/>
                  <a:pt x="3220946" y="2748190"/>
                </a:cubicBezTo>
                <a:lnTo>
                  <a:pt x="3231164" y="2765886"/>
                </a:lnTo>
                <a:cubicBezTo>
                  <a:pt x="3231414" y="2766301"/>
                  <a:pt x="3231414" y="2766882"/>
                  <a:pt x="3231164" y="2767298"/>
                </a:cubicBezTo>
                <a:lnTo>
                  <a:pt x="3220946" y="2784994"/>
                </a:lnTo>
                <a:cubicBezTo>
                  <a:pt x="3220696" y="2785492"/>
                  <a:pt x="3220198" y="2785741"/>
                  <a:pt x="3219699" y="2785741"/>
                </a:cubicBezTo>
                <a:close/>
                <a:moveTo>
                  <a:pt x="3560379" y="2882502"/>
                </a:moveTo>
                <a:cubicBezTo>
                  <a:pt x="3559880" y="2882502"/>
                  <a:pt x="3559382" y="2882170"/>
                  <a:pt x="3559133" y="2881755"/>
                </a:cubicBezTo>
                <a:lnTo>
                  <a:pt x="3548914" y="2864059"/>
                </a:lnTo>
                <a:cubicBezTo>
                  <a:pt x="3548665" y="2863643"/>
                  <a:pt x="3548665" y="2863062"/>
                  <a:pt x="3548915" y="2862648"/>
                </a:cubicBezTo>
                <a:lnTo>
                  <a:pt x="3559133" y="2844951"/>
                </a:lnTo>
                <a:cubicBezTo>
                  <a:pt x="3559382" y="2844452"/>
                  <a:pt x="3559880" y="2844203"/>
                  <a:pt x="3560379" y="2844203"/>
                </a:cubicBezTo>
                <a:lnTo>
                  <a:pt x="3580816" y="2844203"/>
                </a:lnTo>
                <a:cubicBezTo>
                  <a:pt x="3581315" y="2844203"/>
                  <a:pt x="3581813" y="2844535"/>
                  <a:pt x="3582063" y="2844951"/>
                </a:cubicBezTo>
                <a:lnTo>
                  <a:pt x="3592281" y="2862647"/>
                </a:lnTo>
                <a:cubicBezTo>
                  <a:pt x="3592531" y="2863062"/>
                  <a:pt x="3592532" y="2863643"/>
                  <a:pt x="3592281" y="2864059"/>
                </a:cubicBezTo>
                <a:lnTo>
                  <a:pt x="3582063" y="2881755"/>
                </a:lnTo>
                <a:cubicBezTo>
                  <a:pt x="3581813" y="2882253"/>
                  <a:pt x="3581315" y="2882502"/>
                  <a:pt x="3580816" y="2882502"/>
                </a:cubicBezTo>
                <a:close/>
                <a:moveTo>
                  <a:pt x="731546" y="2124614"/>
                </a:moveTo>
                <a:cubicBezTo>
                  <a:pt x="731048" y="2124614"/>
                  <a:pt x="730548" y="2124281"/>
                  <a:pt x="730299" y="2123866"/>
                </a:cubicBezTo>
                <a:lnTo>
                  <a:pt x="719997" y="2106087"/>
                </a:lnTo>
                <a:cubicBezTo>
                  <a:pt x="719748" y="2105672"/>
                  <a:pt x="719748" y="2105090"/>
                  <a:pt x="719997" y="2104674"/>
                </a:cubicBezTo>
                <a:lnTo>
                  <a:pt x="730299" y="2086896"/>
                </a:lnTo>
                <a:cubicBezTo>
                  <a:pt x="730548" y="2086397"/>
                  <a:pt x="731047" y="2086148"/>
                  <a:pt x="731545" y="2086148"/>
                </a:cubicBezTo>
                <a:lnTo>
                  <a:pt x="752067" y="2086148"/>
                </a:lnTo>
                <a:cubicBezTo>
                  <a:pt x="752565" y="2086148"/>
                  <a:pt x="753063" y="2086480"/>
                  <a:pt x="753313" y="2086896"/>
                </a:cubicBezTo>
                <a:lnTo>
                  <a:pt x="763614" y="2104675"/>
                </a:lnTo>
                <a:cubicBezTo>
                  <a:pt x="763863" y="2105090"/>
                  <a:pt x="763863" y="2105672"/>
                  <a:pt x="763615" y="2106087"/>
                </a:cubicBezTo>
                <a:lnTo>
                  <a:pt x="753312" y="2123866"/>
                </a:lnTo>
                <a:cubicBezTo>
                  <a:pt x="753063" y="2124364"/>
                  <a:pt x="752564" y="2124614"/>
                  <a:pt x="752066" y="2124614"/>
                </a:cubicBezTo>
                <a:close/>
                <a:moveTo>
                  <a:pt x="1032477" y="2205248"/>
                </a:moveTo>
                <a:cubicBezTo>
                  <a:pt x="1031979" y="2205248"/>
                  <a:pt x="1031480" y="2204915"/>
                  <a:pt x="1031231" y="2204500"/>
                </a:cubicBezTo>
                <a:lnTo>
                  <a:pt x="1020929" y="2186721"/>
                </a:lnTo>
                <a:cubicBezTo>
                  <a:pt x="1020680" y="2186306"/>
                  <a:pt x="1020680" y="2185724"/>
                  <a:pt x="1020929" y="2185309"/>
                </a:cubicBezTo>
                <a:lnTo>
                  <a:pt x="1031231" y="2167530"/>
                </a:lnTo>
                <a:cubicBezTo>
                  <a:pt x="1031480" y="2167031"/>
                  <a:pt x="1031979" y="2166782"/>
                  <a:pt x="1032477" y="2166782"/>
                </a:cubicBezTo>
                <a:lnTo>
                  <a:pt x="1052998" y="2166782"/>
                </a:lnTo>
                <a:cubicBezTo>
                  <a:pt x="1053495" y="2166782"/>
                  <a:pt x="1053993" y="2167114"/>
                  <a:pt x="1054244" y="2167530"/>
                </a:cubicBezTo>
                <a:lnTo>
                  <a:pt x="1064546" y="2185309"/>
                </a:lnTo>
                <a:cubicBezTo>
                  <a:pt x="1064794" y="2185724"/>
                  <a:pt x="1064795" y="2186306"/>
                  <a:pt x="1064545" y="2186721"/>
                </a:cubicBezTo>
                <a:lnTo>
                  <a:pt x="1054244" y="2204500"/>
                </a:lnTo>
                <a:cubicBezTo>
                  <a:pt x="1053993" y="2204998"/>
                  <a:pt x="1053496" y="2205248"/>
                  <a:pt x="1052998" y="2205248"/>
                </a:cubicBezTo>
                <a:close/>
                <a:moveTo>
                  <a:pt x="3439925" y="2850322"/>
                </a:moveTo>
                <a:cubicBezTo>
                  <a:pt x="3439426" y="2850322"/>
                  <a:pt x="3438928" y="2849989"/>
                  <a:pt x="3438679" y="2849574"/>
                </a:cubicBezTo>
                <a:lnTo>
                  <a:pt x="3428377" y="2831795"/>
                </a:lnTo>
                <a:cubicBezTo>
                  <a:pt x="3428128" y="2831380"/>
                  <a:pt x="3428128" y="2830798"/>
                  <a:pt x="3428377" y="2830383"/>
                </a:cubicBezTo>
                <a:lnTo>
                  <a:pt x="3438679" y="2812604"/>
                </a:lnTo>
                <a:cubicBezTo>
                  <a:pt x="3438928" y="2812105"/>
                  <a:pt x="3439426" y="2811856"/>
                  <a:pt x="3439925" y="2811856"/>
                </a:cubicBezTo>
                <a:lnTo>
                  <a:pt x="3460445" y="2811856"/>
                </a:lnTo>
                <a:cubicBezTo>
                  <a:pt x="3460944" y="2811856"/>
                  <a:pt x="3461442" y="2812188"/>
                  <a:pt x="3461692" y="2812604"/>
                </a:cubicBezTo>
                <a:lnTo>
                  <a:pt x="3471993" y="2830383"/>
                </a:lnTo>
                <a:cubicBezTo>
                  <a:pt x="3472243" y="2830798"/>
                  <a:pt x="3472243" y="2831380"/>
                  <a:pt x="3471993" y="2831795"/>
                </a:cubicBezTo>
                <a:lnTo>
                  <a:pt x="3461692" y="2849574"/>
                </a:lnTo>
                <a:cubicBezTo>
                  <a:pt x="3461442" y="2850072"/>
                  <a:pt x="3460944" y="2850322"/>
                  <a:pt x="3460445" y="2850322"/>
                </a:cubicBezTo>
                <a:close/>
                <a:moveTo>
                  <a:pt x="791739" y="2140846"/>
                </a:moveTo>
                <a:cubicBezTo>
                  <a:pt x="791240" y="2140846"/>
                  <a:pt x="790742" y="2140514"/>
                  <a:pt x="790493" y="2140098"/>
                </a:cubicBezTo>
                <a:lnTo>
                  <a:pt x="780192" y="2122236"/>
                </a:lnTo>
                <a:cubicBezTo>
                  <a:pt x="779942" y="2121738"/>
                  <a:pt x="779942" y="2121156"/>
                  <a:pt x="780192" y="2120741"/>
                </a:cubicBezTo>
                <a:lnTo>
                  <a:pt x="790493" y="2102879"/>
                </a:lnTo>
                <a:cubicBezTo>
                  <a:pt x="790742" y="2102380"/>
                  <a:pt x="791240" y="2102131"/>
                  <a:pt x="791739" y="2102131"/>
                </a:cubicBezTo>
                <a:lnTo>
                  <a:pt x="812425" y="2102131"/>
                </a:lnTo>
                <a:cubicBezTo>
                  <a:pt x="812924" y="2102132"/>
                  <a:pt x="813423" y="2102463"/>
                  <a:pt x="813672" y="2102879"/>
                </a:cubicBezTo>
                <a:lnTo>
                  <a:pt x="823974" y="2120742"/>
                </a:lnTo>
                <a:cubicBezTo>
                  <a:pt x="824223" y="2121239"/>
                  <a:pt x="824223" y="2121822"/>
                  <a:pt x="823974" y="2122237"/>
                </a:cubicBezTo>
                <a:lnTo>
                  <a:pt x="813672" y="2140099"/>
                </a:lnTo>
                <a:cubicBezTo>
                  <a:pt x="813422" y="2140596"/>
                  <a:pt x="812924" y="2140846"/>
                  <a:pt x="812425" y="2140846"/>
                </a:cubicBezTo>
                <a:close/>
                <a:moveTo>
                  <a:pt x="972298" y="2189227"/>
                </a:moveTo>
                <a:cubicBezTo>
                  <a:pt x="971799" y="2189227"/>
                  <a:pt x="971300" y="2188895"/>
                  <a:pt x="971051" y="2188479"/>
                </a:cubicBezTo>
                <a:lnTo>
                  <a:pt x="960750" y="2170617"/>
                </a:lnTo>
                <a:cubicBezTo>
                  <a:pt x="960501" y="2170119"/>
                  <a:pt x="960501" y="2169537"/>
                  <a:pt x="960750" y="2169122"/>
                </a:cubicBezTo>
                <a:lnTo>
                  <a:pt x="971051" y="2151260"/>
                </a:lnTo>
                <a:cubicBezTo>
                  <a:pt x="971301" y="2150761"/>
                  <a:pt x="971799" y="2150512"/>
                  <a:pt x="972298" y="2150512"/>
                </a:cubicBezTo>
                <a:lnTo>
                  <a:pt x="992984" y="2150512"/>
                </a:lnTo>
                <a:cubicBezTo>
                  <a:pt x="993483" y="2150512"/>
                  <a:pt x="993981" y="2150844"/>
                  <a:pt x="994231" y="2151260"/>
                </a:cubicBezTo>
                <a:lnTo>
                  <a:pt x="1004532" y="2169122"/>
                </a:lnTo>
                <a:cubicBezTo>
                  <a:pt x="1004782" y="2169620"/>
                  <a:pt x="1004782" y="2170202"/>
                  <a:pt x="1004533" y="2170617"/>
                </a:cubicBezTo>
                <a:lnTo>
                  <a:pt x="994230" y="2188479"/>
                </a:lnTo>
                <a:cubicBezTo>
                  <a:pt x="993981" y="2188977"/>
                  <a:pt x="993483" y="2189227"/>
                  <a:pt x="992984" y="2189227"/>
                </a:cubicBezTo>
                <a:close/>
                <a:moveTo>
                  <a:pt x="671286" y="2108665"/>
                </a:moveTo>
                <a:cubicBezTo>
                  <a:pt x="670788" y="2108665"/>
                  <a:pt x="670289" y="2108333"/>
                  <a:pt x="670039" y="2107917"/>
                </a:cubicBezTo>
                <a:lnTo>
                  <a:pt x="659655" y="2089972"/>
                </a:lnTo>
                <a:cubicBezTo>
                  <a:pt x="659405" y="2089474"/>
                  <a:pt x="659406" y="2088892"/>
                  <a:pt x="659655" y="2088477"/>
                </a:cubicBezTo>
                <a:lnTo>
                  <a:pt x="670039" y="2070532"/>
                </a:lnTo>
                <a:cubicBezTo>
                  <a:pt x="670289" y="2070033"/>
                  <a:pt x="670787" y="2069784"/>
                  <a:pt x="671285" y="2069784"/>
                </a:cubicBezTo>
                <a:lnTo>
                  <a:pt x="692056" y="2069784"/>
                </a:lnTo>
                <a:cubicBezTo>
                  <a:pt x="692554" y="2069784"/>
                  <a:pt x="693053" y="2070116"/>
                  <a:pt x="693302" y="2070532"/>
                </a:cubicBezTo>
                <a:lnTo>
                  <a:pt x="703686" y="2088477"/>
                </a:lnTo>
                <a:cubicBezTo>
                  <a:pt x="703936" y="2088975"/>
                  <a:pt x="703936" y="2089557"/>
                  <a:pt x="703686" y="2089972"/>
                </a:cubicBezTo>
                <a:lnTo>
                  <a:pt x="693302" y="2107917"/>
                </a:lnTo>
                <a:cubicBezTo>
                  <a:pt x="693052" y="2108416"/>
                  <a:pt x="692554" y="2108665"/>
                  <a:pt x="692056" y="2108665"/>
                </a:cubicBezTo>
                <a:close/>
                <a:moveTo>
                  <a:pt x="2657347" y="2640934"/>
                </a:moveTo>
                <a:cubicBezTo>
                  <a:pt x="2656848" y="2640934"/>
                  <a:pt x="2656350" y="2640602"/>
                  <a:pt x="2656101" y="2640187"/>
                </a:cubicBezTo>
                <a:lnTo>
                  <a:pt x="2645716" y="2622158"/>
                </a:lnTo>
                <a:cubicBezTo>
                  <a:pt x="2645467" y="2621660"/>
                  <a:pt x="2645467" y="2621078"/>
                  <a:pt x="2645716" y="2620663"/>
                </a:cubicBezTo>
                <a:lnTo>
                  <a:pt x="2656184" y="2602635"/>
                </a:lnTo>
                <a:cubicBezTo>
                  <a:pt x="2656433" y="2602136"/>
                  <a:pt x="2656932" y="2601887"/>
                  <a:pt x="2657430" y="2601887"/>
                </a:cubicBezTo>
                <a:lnTo>
                  <a:pt x="2678283" y="2601887"/>
                </a:lnTo>
                <a:cubicBezTo>
                  <a:pt x="2678782" y="2601887"/>
                  <a:pt x="2679280" y="2602219"/>
                  <a:pt x="2679529" y="2602635"/>
                </a:cubicBezTo>
                <a:lnTo>
                  <a:pt x="2689914" y="2620663"/>
                </a:lnTo>
                <a:cubicBezTo>
                  <a:pt x="2690163" y="2621161"/>
                  <a:pt x="2690163" y="2621743"/>
                  <a:pt x="2689914" y="2622158"/>
                </a:cubicBezTo>
                <a:lnTo>
                  <a:pt x="2679446" y="2640187"/>
                </a:lnTo>
                <a:cubicBezTo>
                  <a:pt x="2679197" y="2640685"/>
                  <a:pt x="2678698" y="2640934"/>
                  <a:pt x="2678200" y="2640934"/>
                </a:cubicBezTo>
                <a:close/>
                <a:moveTo>
                  <a:pt x="2898092" y="2705441"/>
                </a:moveTo>
                <a:cubicBezTo>
                  <a:pt x="2897593" y="2705442"/>
                  <a:pt x="2897096" y="2705110"/>
                  <a:pt x="2896847" y="2704695"/>
                </a:cubicBezTo>
                <a:lnTo>
                  <a:pt x="2886461" y="2686666"/>
                </a:lnTo>
                <a:cubicBezTo>
                  <a:pt x="2886212" y="2686167"/>
                  <a:pt x="2886212" y="2685586"/>
                  <a:pt x="2886461" y="2685170"/>
                </a:cubicBezTo>
                <a:lnTo>
                  <a:pt x="2896930" y="2667143"/>
                </a:lnTo>
                <a:cubicBezTo>
                  <a:pt x="2897178" y="2666644"/>
                  <a:pt x="2897678" y="2666395"/>
                  <a:pt x="2898176" y="2666395"/>
                </a:cubicBezTo>
                <a:lnTo>
                  <a:pt x="2919029" y="2666395"/>
                </a:lnTo>
                <a:cubicBezTo>
                  <a:pt x="2919528" y="2666395"/>
                  <a:pt x="2920025" y="2666726"/>
                  <a:pt x="2920275" y="2667143"/>
                </a:cubicBezTo>
                <a:lnTo>
                  <a:pt x="2930659" y="2685170"/>
                </a:lnTo>
                <a:cubicBezTo>
                  <a:pt x="2930908" y="2685669"/>
                  <a:pt x="2930908" y="2686250"/>
                  <a:pt x="2930659" y="2686666"/>
                </a:cubicBezTo>
                <a:lnTo>
                  <a:pt x="2920192" y="2704695"/>
                </a:lnTo>
                <a:cubicBezTo>
                  <a:pt x="2919943" y="2705193"/>
                  <a:pt x="2919443" y="2705441"/>
                  <a:pt x="2918945" y="2705442"/>
                </a:cubicBezTo>
                <a:close/>
                <a:moveTo>
                  <a:pt x="2717534" y="2657143"/>
                </a:moveTo>
                <a:cubicBezTo>
                  <a:pt x="2717036" y="2657143"/>
                  <a:pt x="2716537" y="2656811"/>
                  <a:pt x="2716288" y="2656395"/>
                </a:cubicBezTo>
                <a:lnTo>
                  <a:pt x="2705820" y="2638284"/>
                </a:lnTo>
                <a:cubicBezTo>
                  <a:pt x="2705571" y="2637786"/>
                  <a:pt x="2705571" y="2637204"/>
                  <a:pt x="2705820" y="2636789"/>
                </a:cubicBezTo>
                <a:lnTo>
                  <a:pt x="2716288" y="2618678"/>
                </a:lnTo>
                <a:cubicBezTo>
                  <a:pt x="2716537" y="2618179"/>
                  <a:pt x="2717036" y="2617930"/>
                  <a:pt x="2717534" y="2617930"/>
                </a:cubicBezTo>
                <a:lnTo>
                  <a:pt x="2738470" y="2617930"/>
                </a:lnTo>
                <a:cubicBezTo>
                  <a:pt x="2738969" y="2617930"/>
                  <a:pt x="2739467" y="2618262"/>
                  <a:pt x="2739716" y="2618678"/>
                </a:cubicBezTo>
                <a:lnTo>
                  <a:pt x="2750184" y="2636789"/>
                </a:lnTo>
                <a:cubicBezTo>
                  <a:pt x="2750434" y="2637287"/>
                  <a:pt x="2750434" y="2637869"/>
                  <a:pt x="2750184" y="2638284"/>
                </a:cubicBezTo>
                <a:lnTo>
                  <a:pt x="2739716" y="2656395"/>
                </a:lnTo>
                <a:cubicBezTo>
                  <a:pt x="2739467" y="2656894"/>
                  <a:pt x="2738969" y="2657143"/>
                  <a:pt x="2738470" y="2657143"/>
                </a:cubicBezTo>
                <a:close/>
                <a:moveTo>
                  <a:pt x="3259125" y="2802545"/>
                </a:moveTo>
                <a:cubicBezTo>
                  <a:pt x="3258545" y="2802545"/>
                  <a:pt x="3258045" y="2802296"/>
                  <a:pt x="3257796" y="2801797"/>
                </a:cubicBezTo>
                <a:lnTo>
                  <a:pt x="3247246" y="2783437"/>
                </a:lnTo>
                <a:cubicBezTo>
                  <a:pt x="3246996" y="2782938"/>
                  <a:pt x="3246997" y="2782440"/>
                  <a:pt x="3247245" y="2781941"/>
                </a:cubicBezTo>
                <a:lnTo>
                  <a:pt x="3257796" y="2763581"/>
                </a:lnTo>
                <a:cubicBezTo>
                  <a:pt x="3258128" y="2763082"/>
                  <a:pt x="3258628" y="2762833"/>
                  <a:pt x="3259126" y="2762833"/>
                </a:cubicBezTo>
                <a:lnTo>
                  <a:pt x="3280310" y="2762833"/>
                </a:lnTo>
                <a:cubicBezTo>
                  <a:pt x="3280892" y="2762833"/>
                  <a:pt x="3281390" y="2763082"/>
                  <a:pt x="3281640" y="2763581"/>
                </a:cubicBezTo>
                <a:lnTo>
                  <a:pt x="3292191" y="2781941"/>
                </a:lnTo>
                <a:cubicBezTo>
                  <a:pt x="3292441" y="2782440"/>
                  <a:pt x="3292440" y="2782938"/>
                  <a:pt x="3292191" y="2783437"/>
                </a:cubicBezTo>
                <a:lnTo>
                  <a:pt x="3281641" y="2801798"/>
                </a:lnTo>
                <a:cubicBezTo>
                  <a:pt x="3281308" y="2802296"/>
                  <a:pt x="3280809" y="2802545"/>
                  <a:pt x="3280310" y="2802545"/>
                </a:cubicBezTo>
                <a:close/>
                <a:moveTo>
                  <a:pt x="1513643" y="2334940"/>
                </a:moveTo>
                <a:cubicBezTo>
                  <a:pt x="1513062" y="2334940"/>
                  <a:pt x="1512563" y="2334691"/>
                  <a:pt x="1512314" y="2334192"/>
                </a:cubicBezTo>
                <a:lnTo>
                  <a:pt x="1501680" y="2315749"/>
                </a:lnTo>
                <a:cubicBezTo>
                  <a:pt x="1501431" y="2315333"/>
                  <a:pt x="1501431" y="2314752"/>
                  <a:pt x="1501680" y="2314253"/>
                </a:cubicBezTo>
                <a:lnTo>
                  <a:pt x="1512314" y="2295810"/>
                </a:lnTo>
                <a:cubicBezTo>
                  <a:pt x="1512646" y="2295311"/>
                  <a:pt x="1513145" y="2295062"/>
                  <a:pt x="1513643" y="2295062"/>
                </a:cubicBezTo>
                <a:lnTo>
                  <a:pt x="1534912" y="2295062"/>
                </a:lnTo>
                <a:cubicBezTo>
                  <a:pt x="1535493" y="2295062"/>
                  <a:pt x="1535991" y="2295311"/>
                  <a:pt x="1536241" y="2295810"/>
                </a:cubicBezTo>
                <a:lnTo>
                  <a:pt x="1546875" y="2314253"/>
                </a:lnTo>
                <a:cubicBezTo>
                  <a:pt x="1547124" y="2314669"/>
                  <a:pt x="1547124" y="2315250"/>
                  <a:pt x="1546874" y="2315749"/>
                </a:cubicBezTo>
                <a:lnTo>
                  <a:pt x="1536241" y="2334192"/>
                </a:lnTo>
                <a:cubicBezTo>
                  <a:pt x="1535909" y="2334691"/>
                  <a:pt x="1535410" y="2334940"/>
                  <a:pt x="1534912" y="2334940"/>
                </a:cubicBezTo>
                <a:close/>
                <a:moveTo>
                  <a:pt x="2958112" y="2721984"/>
                </a:moveTo>
                <a:cubicBezTo>
                  <a:pt x="2957531" y="2721984"/>
                  <a:pt x="2957032" y="2721735"/>
                  <a:pt x="2956784" y="2721236"/>
                </a:cubicBezTo>
                <a:lnTo>
                  <a:pt x="2946149" y="2702793"/>
                </a:lnTo>
                <a:cubicBezTo>
                  <a:pt x="2945900" y="2702377"/>
                  <a:pt x="2945900" y="2701796"/>
                  <a:pt x="2946149" y="2701297"/>
                </a:cubicBezTo>
                <a:lnTo>
                  <a:pt x="2956784" y="2682854"/>
                </a:lnTo>
                <a:cubicBezTo>
                  <a:pt x="2957116" y="2682355"/>
                  <a:pt x="2957614" y="2682106"/>
                  <a:pt x="2958112" y="2682106"/>
                </a:cubicBezTo>
                <a:lnTo>
                  <a:pt x="2979381" y="2682106"/>
                </a:lnTo>
                <a:cubicBezTo>
                  <a:pt x="2979962" y="2682106"/>
                  <a:pt x="2980462" y="2682355"/>
                  <a:pt x="2980710" y="2682854"/>
                </a:cubicBezTo>
                <a:lnTo>
                  <a:pt x="2991344" y="2701297"/>
                </a:lnTo>
                <a:cubicBezTo>
                  <a:pt x="2991593" y="2701713"/>
                  <a:pt x="2991593" y="2702294"/>
                  <a:pt x="2991344" y="2702793"/>
                </a:cubicBezTo>
                <a:lnTo>
                  <a:pt x="2980710" y="2721236"/>
                </a:lnTo>
                <a:cubicBezTo>
                  <a:pt x="2980377" y="2721735"/>
                  <a:pt x="2979879" y="2721984"/>
                  <a:pt x="2979381" y="2721984"/>
                </a:cubicBezTo>
                <a:close/>
                <a:moveTo>
                  <a:pt x="3018299" y="2738111"/>
                </a:moveTo>
                <a:cubicBezTo>
                  <a:pt x="3017718" y="2738111"/>
                  <a:pt x="3017219" y="2737862"/>
                  <a:pt x="3016970" y="2737363"/>
                </a:cubicBezTo>
                <a:lnTo>
                  <a:pt x="3006336" y="2718920"/>
                </a:lnTo>
                <a:cubicBezTo>
                  <a:pt x="3006087" y="2718504"/>
                  <a:pt x="3006087" y="2717923"/>
                  <a:pt x="3006336" y="2717424"/>
                </a:cubicBezTo>
                <a:lnTo>
                  <a:pt x="3016970" y="2698981"/>
                </a:lnTo>
                <a:cubicBezTo>
                  <a:pt x="3017302" y="2698482"/>
                  <a:pt x="3017801" y="2698233"/>
                  <a:pt x="3018299" y="2698233"/>
                </a:cubicBezTo>
                <a:lnTo>
                  <a:pt x="3039568" y="2698233"/>
                </a:lnTo>
                <a:cubicBezTo>
                  <a:pt x="3040149" y="2698233"/>
                  <a:pt x="3040648" y="2698482"/>
                  <a:pt x="3040897" y="2698981"/>
                </a:cubicBezTo>
                <a:lnTo>
                  <a:pt x="3051531" y="2717424"/>
                </a:lnTo>
                <a:cubicBezTo>
                  <a:pt x="3051780" y="2717840"/>
                  <a:pt x="3051780" y="2718421"/>
                  <a:pt x="3051531" y="2718920"/>
                </a:cubicBezTo>
                <a:lnTo>
                  <a:pt x="3040897" y="2737363"/>
                </a:lnTo>
                <a:cubicBezTo>
                  <a:pt x="3040564" y="2737862"/>
                  <a:pt x="3040066" y="2738111"/>
                  <a:pt x="3039568" y="2738111"/>
                </a:cubicBezTo>
                <a:close/>
                <a:moveTo>
                  <a:pt x="3078485" y="2754238"/>
                </a:moveTo>
                <a:cubicBezTo>
                  <a:pt x="3077904" y="2754238"/>
                  <a:pt x="3077405" y="2753989"/>
                  <a:pt x="3077156" y="2753490"/>
                </a:cubicBezTo>
                <a:lnTo>
                  <a:pt x="3066522" y="2735047"/>
                </a:lnTo>
                <a:cubicBezTo>
                  <a:pt x="3066273" y="2734631"/>
                  <a:pt x="3066273" y="2734050"/>
                  <a:pt x="3066522" y="2733551"/>
                </a:cubicBezTo>
                <a:lnTo>
                  <a:pt x="3077156" y="2715108"/>
                </a:lnTo>
                <a:cubicBezTo>
                  <a:pt x="3077488" y="2714609"/>
                  <a:pt x="3077987" y="2714360"/>
                  <a:pt x="3078485" y="2714360"/>
                </a:cubicBezTo>
                <a:lnTo>
                  <a:pt x="3099754" y="2714360"/>
                </a:lnTo>
                <a:cubicBezTo>
                  <a:pt x="3100335" y="2714360"/>
                  <a:pt x="3100834" y="2714609"/>
                  <a:pt x="3101083" y="2715108"/>
                </a:cubicBezTo>
                <a:lnTo>
                  <a:pt x="3111717" y="2733551"/>
                </a:lnTo>
                <a:cubicBezTo>
                  <a:pt x="3111966" y="2733967"/>
                  <a:pt x="3111966" y="2734548"/>
                  <a:pt x="3111717" y="2735047"/>
                </a:cubicBezTo>
                <a:lnTo>
                  <a:pt x="3101083" y="2753490"/>
                </a:lnTo>
                <a:cubicBezTo>
                  <a:pt x="3100750" y="2753989"/>
                  <a:pt x="3100252" y="2754238"/>
                  <a:pt x="3099754" y="2754238"/>
                </a:cubicBezTo>
                <a:close/>
                <a:moveTo>
                  <a:pt x="2777470" y="2673770"/>
                </a:moveTo>
                <a:cubicBezTo>
                  <a:pt x="2776889" y="2673770"/>
                  <a:pt x="2776390" y="2673520"/>
                  <a:pt x="2776141" y="2673022"/>
                </a:cubicBezTo>
                <a:lnTo>
                  <a:pt x="2765424" y="2654412"/>
                </a:lnTo>
                <a:cubicBezTo>
                  <a:pt x="2765175" y="2653997"/>
                  <a:pt x="2765175" y="2653415"/>
                  <a:pt x="2765424" y="2652917"/>
                </a:cubicBezTo>
                <a:lnTo>
                  <a:pt x="2776141" y="2634307"/>
                </a:lnTo>
                <a:cubicBezTo>
                  <a:pt x="2776473" y="2633891"/>
                  <a:pt x="2776972" y="2633559"/>
                  <a:pt x="2777470" y="2633559"/>
                </a:cubicBezTo>
                <a:lnTo>
                  <a:pt x="2798905" y="2633559"/>
                </a:lnTo>
                <a:cubicBezTo>
                  <a:pt x="2799486" y="2633559"/>
                  <a:pt x="2799985" y="2633808"/>
                  <a:pt x="2800234" y="2634307"/>
                </a:cubicBezTo>
                <a:lnTo>
                  <a:pt x="2810951" y="2652917"/>
                </a:lnTo>
                <a:cubicBezTo>
                  <a:pt x="2811200" y="2653332"/>
                  <a:pt x="2811200" y="2653913"/>
                  <a:pt x="2810951" y="2654412"/>
                </a:cubicBezTo>
                <a:lnTo>
                  <a:pt x="2800234" y="2673022"/>
                </a:lnTo>
                <a:cubicBezTo>
                  <a:pt x="2799902" y="2673437"/>
                  <a:pt x="2799403" y="2673770"/>
                  <a:pt x="2798905" y="2673770"/>
                </a:cubicBezTo>
                <a:close/>
                <a:moveTo>
                  <a:pt x="1633778" y="2367610"/>
                </a:moveTo>
                <a:cubicBezTo>
                  <a:pt x="1633196" y="2367610"/>
                  <a:pt x="1632698" y="2367361"/>
                  <a:pt x="1632449" y="2366862"/>
                </a:cubicBezTo>
                <a:lnTo>
                  <a:pt x="1621565" y="2348003"/>
                </a:lnTo>
                <a:cubicBezTo>
                  <a:pt x="1621316" y="2347505"/>
                  <a:pt x="1621316" y="2346923"/>
                  <a:pt x="1621565" y="2346425"/>
                </a:cubicBezTo>
                <a:lnTo>
                  <a:pt x="1632449" y="2327566"/>
                </a:lnTo>
                <a:cubicBezTo>
                  <a:pt x="1632698" y="2327150"/>
                  <a:pt x="1633196" y="2326818"/>
                  <a:pt x="1633778" y="2326818"/>
                </a:cubicBezTo>
                <a:lnTo>
                  <a:pt x="1655544" y="2326818"/>
                </a:lnTo>
                <a:cubicBezTo>
                  <a:pt x="1656126" y="2326818"/>
                  <a:pt x="1656624" y="2327067"/>
                  <a:pt x="1656873" y="2327566"/>
                </a:cubicBezTo>
                <a:lnTo>
                  <a:pt x="1667757" y="2346425"/>
                </a:lnTo>
                <a:cubicBezTo>
                  <a:pt x="1668006" y="2346923"/>
                  <a:pt x="1668006" y="2347505"/>
                  <a:pt x="1667757" y="2348003"/>
                </a:cubicBezTo>
                <a:lnTo>
                  <a:pt x="1656873" y="2366862"/>
                </a:lnTo>
                <a:cubicBezTo>
                  <a:pt x="1656624" y="2367278"/>
                  <a:pt x="1656126" y="2367610"/>
                  <a:pt x="1655544" y="2367610"/>
                </a:cubicBezTo>
                <a:close/>
                <a:moveTo>
                  <a:pt x="2837503" y="2690147"/>
                </a:moveTo>
                <a:cubicBezTo>
                  <a:pt x="2836920" y="2690147"/>
                  <a:pt x="2836421" y="2689898"/>
                  <a:pt x="2836172" y="2689399"/>
                </a:cubicBezTo>
                <a:lnTo>
                  <a:pt x="2825290" y="2670540"/>
                </a:lnTo>
                <a:cubicBezTo>
                  <a:pt x="2825041" y="2670042"/>
                  <a:pt x="2825041" y="2669460"/>
                  <a:pt x="2825290" y="2668962"/>
                </a:cubicBezTo>
                <a:lnTo>
                  <a:pt x="2836172" y="2650103"/>
                </a:lnTo>
                <a:cubicBezTo>
                  <a:pt x="2836422" y="2649687"/>
                  <a:pt x="2836921" y="2649355"/>
                  <a:pt x="2837502" y="2649355"/>
                </a:cubicBezTo>
                <a:lnTo>
                  <a:pt x="2859269" y="2649355"/>
                </a:lnTo>
                <a:cubicBezTo>
                  <a:pt x="2859850" y="2649355"/>
                  <a:pt x="2860348" y="2649604"/>
                  <a:pt x="2860598" y="2650103"/>
                </a:cubicBezTo>
                <a:lnTo>
                  <a:pt x="2871482" y="2668962"/>
                </a:lnTo>
                <a:cubicBezTo>
                  <a:pt x="2871731" y="2669460"/>
                  <a:pt x="2871731" y="2670042"/>
                  <a:pt x="2871482" y="2670540"/>
                </a:cubicBezTo>
                <a:lnTo>
                  <a:pt x="2860598" y="2689399"/>
                </a:lnTo>
                <a:cubicBezTo>
                  <a:pt x="2860349" y="2689815"/>
                  <a:pt x="2859851" y="2690147"/>
                  <a:pt x="2859268" y="2690147"/>
                </a:cubicBezTo>
                <a:close/>
                <a:moveTo>
                  <a:pt x="1452781" y="2320057"/>
                </a:moveTo>
                <a:cubicBezTo>
                  <a:pt x="1452199" y="2320057"/>
                  <a:pt x="1451618" y="2319725"/>
                  <a:pt x="1451368" y="2319225"/>
                </a:cubicBezTo>
                <a:lnTo>
                  <a:pt x="1440070" y="2299703"/>
                </a:lnTo>
                <a:cubicBezTo>
                  <a:pt x="1439821" y="2299204"/>
                  <a:pt x="1439821" y="2298623"/>
                  <a:pt x="1440070" y="2298124"/>
                </a:cubicBezTo>
                <a:lnTo>
                  <a:pt x="1451368" y="2278600"/>
                </a:lnTo>
                <a:cubicBezTo>
                  <a:pt x="1451701" y="2278102"/>
                  <a:pt x="1452199" y="2277769"/>
                  <a:pt x="1452781" y="2277770"/>
                </a:cubicBezTo>
                <a:lnTo>
                  <a:pt x="1475378" y="2277770"/>
                </a:lnTo>
                <a:cubicBezTo>
                  <a:pt x="1475960" y="2277770"/>
                  <a:pt x="1476542" y="2278101"/>
                  <a:pt x="1476791" y="2278601"/>
                </a:cubicBezTo>
                <a:lnTo>
                  <a:pt x="1488090" y="2298124"/>
                </a:lnTo>
                <a:cubicBezTo>
                  <a:pt x="1488339" y="2298622"/>
                  <a:pt x="1488339" y="2299204"/>
                  <a:pt x="1488090" y="2299703"/>
                </a:cubicBezTo>
                <a:lnTo>
                  <a:pt x="1476791" y="2319226"/>
                </a:lnTo>
                <a:cubicBezTo>
                  <a:pt x="1476458" y="2319724"/>
                  <a:pt x="1475960" y="2320057"/>
                  <a:pt x="1475378" y="2320057"/>
                </a:cubicBezTo>
                <a:close/>
                <a:moveTo>
                  <a:pt x="1144199" y="2279706"/>
                </a:moveTo>
                <a:cubicBezTo>
                  <a:pt x="1143950" y="2279706"/>
                  <a:pt x="1143618" y="2279373"/>
                  <a:pt x="1143618" y="2279373"/>
                </a:cubicBezTo>
                <a:lnTo>
                  <a:pt x="1138633" y="2270733"/>
                </a:lnTo>
                <a:cubicBezTo>
                  <a:pt x="1138467" y="2270567"/>
                  <a:pt x="1138633" y="2270068"/>
                  <a:pt x="1138633" y="2270068"/>
                </a:cubicBezTo>
                <a:lnTo>
                  <a:pt x="1143618" y="2261428"/>
                </a:lnTo>
                <a:cubicBezTo>
                  <a:pt x="1143701" y="2261262"/>
                  <a:pt x="1144199" y="2261096"/>
                  <a:pt x="1144199" y="2261096"/>
                </a:cubicBezTo>
                <a:lnTo>
                  <a:pt x="1154168" y="2261096"/>
                </a:lnTo>
                <a:cubicBezTo>
                  <a:pt x="1154418" y="2261096"/>
                  <a:pt x="1154750" y="2261428"/>
                  <a:pt x="1154750" y="2261428"/>
                </a:cubicBezTo>
                <a:lnTo>
                  <a:pt x="1159735" y="2270068"/>
                </a:lnTo>
                <a:cubicBezTo>
                  <a:pt x="1159901" y="2270235"/>
                  <a:pt x="1159735" y="2270733"/>
                  <a:pt x="1159735" y="2270733"/>
                </a:cubicBezTo>
                <a:lnTo>
                  <a:pt x="1154750" y="2279373"/>
                </a:lnTo>
                <a:cubicBezTo>
                  <a:pt x="1154667" y="2279540"/>
                  <a:pt x="1154168" y="2279706"/>
                  <a:pt x="1154168" y="2279706"/>
                </a:cubicBezTo>
                <a:close/>
                <a:moveTo>
                  <a:pt x="1203199" y="2297990"/>
                </a:moveTo>
                <a:cubicBezTo>
                  <a:pt x="1202868" y="2297990"/>
                  <a:pt x="1202453" y="2297574"/>
                  <a:pt x="1202453" y="2297574"/>
                </a:cubicBezTo>
                <a:lnTo>
                  <a:pt x="1196387" y="2287023"/>
                </a:lnTo>
                <a:cubicBezTo>
                  <a:pt x="1196222" y="2286774"/>
                  <a:pt x="1196388" y="2286193"/>
                  <a:pt x="1196388" y="2286193"/>
                </a:cubicBezTo>
                <a:lnTo>
                  <a:pt x="1202535" y="2275642"/>
                </a:lnTo>
                <a:cubicBezTo>
                  <a:pt x="1202701" y="2275392"/>
                  <a:pt x="1203284" y="2275226"/>
                  <a:pt x="1203284" y="2275226"/>
                </a:cubicBezTo>
                <a:lnTo>
                  <a:pt x="1215496" y="2275226"/>
                </a:lnTo>
                <a:cubicBezTo>
                  <a:pt x="1215828" y="2275226"/>
                  <a:pt x="1216244" y="2275642"/>
                  <a:pt x="1216244" y="2275642"/>
                </a:cubicBezTo>
                <a:lnTo>
                  <a:pt x="1222308" y="2286193"/>
                </a:lnTo>
                <a:cubicBezTo>
                  <a:pt x="1222475" y="2286442"/>
                  <a:pt x="1222309" y="2287023"/>
                  <a:pt x="1222309" y="2287023"/>
                </a:cubicBezTo>
                <a:lnTo>
                  <a:pt x="1216160" y="2297574"/>
                </a:lnTo>
                <a:cubicBezTo>
                  <a:pt x="1215993" y="2297824"/>
                  <a:pt x="1215413" y="2297990"/>
                  <a:pt x="1215413" y="2297990"/>
                </a:cubicBezTo>
                <a:close/>
                <a:moveTo>
                  <a:pt x="1262410" y="2316124"/>
                </a:moveTo>
                <a:cubicBezTo>
                  <a:pt x="1261994" y="2316124"/>
                  <a:pt x="1261496" y="2315625"/>
                  <a:pt x="1261496" y="2315625"/>
                </a:cubicBezTo>
                <a:lnTo>
                  <a:pt x="1254351" y="2303163"/>
                </a:lnTo>
                <a:cubicBezTo>
                  <a:pt x="1254185" y="2302831"/>
                  <a:pt x="1254351" y="2302166"/>
                  <a:pt x="1254351" y="2302166"/>
                </a:cubicBezTo>
                <a:lnTo>
                  <a:pt x="1261496" y="2289704"/>
                </a:lnTo>
                <a:cubicBezTo>
                  <a:pt x="1261745" y="2289372"/>
                  <a:pt x="1262410" y="2289206"/>
                  <a:pt x="1262410" y="2289206"/>
                </a:cubicBezTo>
                <a:lnTo>
                  <a:pt x="1276783" y="2289206"/>
                </a:lnTo>
                <a:cubicBezTo>
                  <a:pt x="1277197" y="2289206"/>
                  <a:pt x="1277696" y="2289704"/>
                  <a:pt x="1277696" y="2289704"/>
                </a:cubicBezTo>
                <a:lnTo>
                  <a:pt x="1284841" y="2302166"/>
                </a:lnTo>
                <a:cubicBezTo>
                  <a:pt x="1285007" y="2302499"/>
                  <a:pt x="1284841" y="2303163"/>
                  <a:pt x="1284841" y="2303163"/>
                </a:cubicBezTo>
                <a:lnTo>
                  <a:pt x="1277696" y="2315625"/>
                </a:lnTo>
                <a:cubicBezTo>
                  <a:pt x="1277447" y="2315958"/>
                  <a:pt x="1276782" y="2316124"/>
                  <a:pt x="1276782" y="2316124"/>
                </a:cubicBezTo>
                <a:close/>
                <a:moveTo>
                  <a:pt x="4873242" y="3284305"/>
                </a:moveTo>
                <a:cubicBezTo>
                  <a:pt x="4872910" y="3284305"/>
                  <a:pt x="4872328" y="3283806"/>
                  <a:pt x="4872328" y="3283806"/>
                </a:cubicBezTo>
                <a:lnTo>
                  <a:pt x="4864851" y="3270846"/>
                </a:lnTo>
                <a:cubicBezTo>
                  <a:pt x="4864685" y="3270513"/>
                  <a:pt x="4864851" y="3269766"/>
                  <a:pt x="4864851" y="3269766"/>
                </a:cubicBezTo>
                <a:lnTo>
                  <a:pt x="4872328" y="3256805"/>
                </a:lnTo>
                <a:cubicBezTo>
                  <a:pt x="4872494" y="3256473"/>
                  <a:pt x="4873242" y="3256307"/>
                  <a:pt x="4873242" y="3256307"/>
                </a:cubicBezTo>
                <a:lnTo>
                  <a:pt x="4888196" y="3256307"/>
                </a:lnTo>
                <a:cubicBezTo>
                  <a:pt x="4888529" y="3256307"/>
                  <a:pt x="4889111" y="3256805"/>
                  <a:pt x="4889111" y="3256805"/>
                </a:cubicBezTo>
                <a:lnTo>
                  <a:pt x="4896587" y="3269766"/>
                </a:lnTo>
                <a:cubicBezTo>
                  <a:pt x="4896754" y="3270098"/>
                  <a:pt x="4896587" y="3270846"/>
                  <a:pt x="4896587" y="3270846"/>
                </a:cubicBezTo>
                <a:lnTo>
                  <a:pt x="4889111" y="3283806"/>
                </a:lnTo>
                <a:cubicBezTo>
                  <a:pt x="4888944" y="3284139"/>
                  <a:pt x="4888196" y="3284305"/>
                  <a:pt x="4888196" y="3284305"/>
                </a:cubicBezTo>
                <a:close/>
                <a:moveTo>
                  <a:pt x="4631948" y="3220788"/>
                </a:moveTo>
                <a:cubicBezTo>
                  <a:pt x="4631533" y="3220788"/>
                  <a:pt x="4630952" y="3220206"/>
                  <a:pt x="4630952" y="3220206"/>
                </a:cubicBezTo>
                <a:lnTo>
                  <a:pt x="4622893" y="3206249"/>
                </a:lnTo>
                <a:cubicBezTo>
                  <a:pt x="4622727" y="3205834"/>
                  <a:pt x="4622893" y="3205086"/>
                  <a:pt x="4622893" y="3205086"/>
                </a:cubicBezTo>
                <a:lnTo>
                  <a:pt x="4630952" y="3191129"/>
                </a:lnTo>
                <a:cubicBezTo>
                  <a:pt x="4631200" y="3190796"/>
                  <a:pt x="4631948" y="3190547"/>
                  <a:pt x="4631948" y="3190547"/>
                </a:cubicBezTo>
                <a:lnTo>
                  <a:pt x="4647983" y="3190547"/>
                </a:lnTo>
                <a:cubicBezTo>
                  <a:pt x="4648398" y="3190547"/>
                  <a:pt x="4648980" y="3191129"/>
                  <a:pt x="4648980" y="3191129"/>
                </a:cubicBezTo>
                <a:lnTo>
                  <a:pt x="4657038" y="3205086"/>
                </a:lnTo>
                <a:cubicBezTo>
                  <a:pt x="4657205" y="3205501"/>
                  <a:pt x="4657038" y="3206249"/>
                  <a:pt x="4657038" y="3206249"/>
                </a:cubicBezTo>
                <a:lnTo>
                  <a:pt x="4648980" y="3220206"/>
                </a:lnTo>
                <a:cubicBezTo>
                  <a:pt x="4648730" y="3220538"/>
                  <a:pt x="4647983" y="3220788"/>
                  <a:pt x="4647983" y="3220788"/>
                </a:cubicBezTo>
                <a:close/>
                <a:moveTo>
                  <a:pt x="4691438" y="3238157"/>
                </a:moveTo>
                <a:cubicBezTo>
                  <a:pt x="4691023" y="3238157"/>
                  <a:pt x="4690358" y="3237575"/>
                  <a:pt x="4690358" y="3237575"/>
                </a:cubicBezTo>
                <a:lnTo>
                  <a:pt x="4681635" y="3222538"/>
                </a:lnTo>
                <a:cubicBezTo>
                  <a:pt x="4681386" y="3222123"/>
                  <a:pt x="4681635" y="3221292"/>
                  <a:pt x="4681635" y="3221292"/>
                </a:cubicBezTo>
                <a:lnTo>
                  <a:pt x="4690358" y="3206254"/>
                </a:lnTo>
                <a:cubicBezTo>
                  <a:pt x="4690607" y="3205922"/>
                  <a:pt x="4691023" y="3205673"/>
                  <a:pt x="4691438" y="3205673"/>
                </a:cubicBezTo>
                <a:lnTo>
                  <a:pt x="4708802" y="3205673"/>
                </a:lnTo>
                <a:cubicBezTo>
                  <a:pt x="4709217" y="3205673"/>
                  <a:pt x="4709882" y="3206254"/>
                  <a:pt x="4709882" y="3206254"/>
                </a:cubicBezTo>
                <a:lnTo>
                  <a:pt x="4718605" y="3221292"/>
                </a:lnTo>
                <a:cubicBezTo>
                  <a:pt x="4718854" y="3221707"/>
                  <a:pt x="4718605" y="3222538"/>
                  <a:pt x="4718605" y="3222538"/>
                </a:cubicBezTo>
                <a:lnTo>
                  <a:pt x="4709882" y="3237575"/>
                </a:lnTo>
                <a:cubicBezTo>
                  <a:pt x="4709633" y="3237908"/>
                  <a:pt x="4709217" y="3238157"/>
                  <a:pt x="4708802" y="3238157"/>
                </a:cubicBezTo>
                <a:close/>
                <a:moveTo>
                  <a:pt x="4751397" y="3254785"/>
                </a:moveTo>
                <a:cubicBezTo>
                  <a:pt x="4750982" y="3254785"/>
                  <a:pt x="4750317" y="3254120"/>
                  <a:pt x="4750317" y="3254120"/>
                </a:cubicBezTo>
                <a:lnTo>
                  <a:pt x="4741345" y="3238584"/>
                </a:lnTo>
                <a:cubicBezTo>
                  <a:pt x="4741096" y="3238252"/>
                  <a:pt x="4741345" y="3237338"/>
                  <a:pt x="4741345" y="3237338"/>
                </a:cubicBezTo>
                <a:lnTo>
                  <a:pt x="4750317" y="3221802"/>
                </a:lnTo>
                <a:cubicBezTo>
                  <a:pt x="4750567" y="3221387"/>
                  <a:pt x="4750982" y="3221138"/>
                  <a:pt x="4751397" y="3221138"/>
                </a:cubicBezTo>
                <a:lnTo>
                  <a:pt x="4769259" y="3221138"/>
                </a:lnTo>
                <a:cubicBezTo>
                  <a:pt x="4769675" y="3221138"/>
                  <a:pt x="4770339" y="3221803"/>
                  <a:pt x="4770339" y="3221803"/>
                </a:cubicBezTo>
                <a:lnTo>
                  <a:pt x="4779312" y="3237338"/>
                </a:lnTo>
                <a:cubicBezTo>
                  <a:pt x="4779561" y="3237671"/>
                  <a:pt x="4779312" y="3238584"/>
                  <a:pt x="4779312" y="3238584"/>
                </a:cubicBezTo>
                <a:lnTo>
                  <a:pt x="4770339" y="3254119"/>
                </a:lnTo>
                <a:cubicBezTo>
                  <a:pt x="4770090" y="3254536"/>
                  <a:pt x="4769675" y="3254785"/>
                  <a:pt x="4769259" y="3254785"/>
                </a:cubicBezTo>
                <a:close/>
                <a:moveTo>
                  <a:pt x="3547587" y="2932424"/>
                </a:moveTo>
                <a:cubicBezTo>
                  <a:pt x="3547172" y="2932424"/>
                  <a:pt x="3546507" y="2931760"/>
                  <a:pt x="3546507" y="2931760"/>
                </a:cubicBezTo>
                <a:lnTo>
                  <a:pt x="3537452" y="2916058"/>
                </a:lnTo>
                <a:cubicBezTo>
                  <a:pt x="3537203" y="2915726"/>
                  <a:pt x="3537452" y="2914812"/>
                  <a:pt x="3537452" y="2914812"/>
                </a:cubicBezTo>
                <a:lnTo>
                  <a:pt x="3546507" y="2899110"/>
                </a:lnTo>
                <a:cubicBezTo>
                  <a:pt x="3546673" y="2898694"/>
                  <a:pt x="3547172" y="2898445"/>
                  <a:pt x="3547587" y="2898445"/>
                </a:cubicBezTo>
                <a:lnTo>
                  <a:pt x="3565699" y="2898445"/>
                </a:lnTo>
                <a:cubicBezTo>
                  <a:pt x="3566114" y="2898445"/>
                  <a:pt x="3566779" y="2899110"/>
                  <a:pt x="3566779" y="2899110"/>
                </a:cubicBezTo>
                <a:lnTo>
                  <a:pt x="3575834" y="2914812"/>
                </a:lnTo>
                <a:cubicBezTo>
                  <a:pt x="3576084" y="2915144"/>
                  <a:pt x="3575834" y="2916058"/>
                  <a:pt x="3575834" y="2916058"/>
                </a:cubicBezTo>
                <a:lnTo>
                  <a:pt x="3566779" y="2931760"/>
                </a:lnTo>
                <a:cubicBezTo>
                  <a:pt x="3566613" y="2932175"/>
                  <a:pt x="3566114" y="2932424"/>
                  <a:pt x="3565699" y="2932424"/>
                </a:cubicBezTo>
                <a:close/>
                <a:moveTo>
                  <a:pt x="4811415" y="3271171"/>
                </a:moveTo>
                <a:cubicBezTo>
                  <a:pt x="4811000" y="3271171"/>
                  <a:pt x="4810335" y="3270507"/>
                  <a:pt x="4810335" y="3270507"/>
                </a:cubicBezTo>
                <a:lnTo>
                  <a:pt x="4801280" y="3254722"/>
                </a:lnTo>
                <a:cubicBezTo>
                  <a:pt x="4801031" y="3254390"/>
                  <a:pt x="4801280" y="3253476"/>
                  <a:pt x="4801280" y="3253476"/>
                </a:cubicBezTo>
                <a:lnTo>
                  <a:pt x="4810419" y="3237691"/>
                </a:lnTo>
                <a:cubicBezTo>
                  <a:pt x="4810585" y="3237275"/>
                  <a:pt x="4811083" y="3237026"/>
                  <a:pt x="4811499" y="3237026"/>
                </a:cubicBezTo>
                <a:lnTo>
                  <a:pt x="4829693" y="3237026"/>
                </a:lnTo>
                <a:cubicBezTo>
                  <a:pt x="4830108" y="3237026"/>
                  <a:pt x="4830773" y="3237691"/>
                  <a:pt x="4830773" y="3237691"/>
                </a:cubicBezTo>
                <a:lnTo>
                  <a:pt x="4839829" y="3253476"/>
                </a:lnTo>
                <a:cubicBezTo>
                  <a:pt x="4840078" y="3253808"/>
                  <a:pt x="4839829" y="3254722"/>
                  <a:pt x="4839829" y="3254722"/>
                </a:cubicBezTo>
                <a:lnTo>
                  <a:pt x="4830690" y="3270507"/>
                </a:lnTo>
                <a:cubicBezTo>
                  <a:pt x="4830524" y="3270922"/>
                  <a:pt x="4830025" y="3271171"/>
                  <a:pt x="4829610" y="3271171"/>
                </a:cubicBezTo>
                <a:close/>
                <a:moveTo>
                  <a:pt x="116796" y="2013525"/>
                </a:moveTo>
                <a:cubicBezTo>
                  <a:pt x="116297" y="2013525"/>
                  <a:pt x="115633" y="2012860"/>
                  <a:pt x="115633" y="2012860"/>
                </a:cubicBezTo>
                <a:lnTo>
                  <a:pt x="106411" y="1996909"/>
                </a:lnTo>
                <a:cubicBezTo>
                  <a:pt x="106161" y="1996494"/>
                  <a:pt x="106411" y="1995580"/>
                  <a:pt x="106411" y="1995580"/>
                </a:cubicBezTo>
                <a:lnTo>
                  <a:pt x="115634" y="1979629"/>
                </a:lnTo>
                <a:cubicBezTo>
                  <a:pt x="115882" y="1979213"/>
                  <a:pt x="116297" y="1978964"/>
                  <a:pt x="116797" y="1978964"/>
                </a:cubicBezTo>
                <a:lnTo>
                  <a:pt x="135239" y="1978964"/>
                </a:lnTo>
                <a:cubicBezTo>
                  <a:pt x="135738" y="1978964"/>
                  <a:pt x="136402" y="1979629"/>
                  <a:pt x="136402" y="1979629"/>
                </a:cubicBezTo>
                <a:lnTo>
                  <a:pt x="145624" y="1995580"/>
                </a:lnTo>
                <a:cubicBezTo>
                  <a:pt x="145873" y="1995995"/>
                  <a:pt x="145624" y="1996909"/>
                  <a:pt x="145624" y="1996909"/>
                </a:cubicBezTo>
                <a:lnTo>
                  <a:pt x="136403" y="2012860"/>
                </a:lnTo>
                <a:cubicBezTo>
                  <a:pt x="136154" y="2013275"/>
                  <a:pt x="135738" y="2013525"/>
                  <a:pt x="135239" y="2013525"/>
                </a:cubicBezTo>
                <a:close/>
                <a:moveTo>
                  <a:pt x="176815" y="2029983"/>
                </a:moveTo>
                <a:cubicBezTo>
                  <a:pt x="176316" y="2029983"/>
                  <a:pt x="175652" y="2029319"/>
                  <a:pt x="175652" y="2029319"/>
                </a:cubicBezTo>
                <a:lnTo>
                  <a:pt x="166264" y="2013035"/>
                </a:lnTo>
                <a:cubicBezTo>
                  <a:pt x="166015" y="2012620"/>
                  <a:pt x="166264" y="2011706"/>
                  <a:pt x="166264" y="2011706"/>
                </a:cubicBezTo>
                <a:lnTo>
                  <a:pt x="175652" y="1995423"/>
                </a:lnTo>
                <a:cubicBezTo>
                  <a:pt x="175901" y="1995007"/>
                  <a:pt x="176316" y="1994758"/>
                  <a:pt x="176815" y="1994758"/>
                </a:cubicBezTo>
                <a:lnTo>
                  <a:pt x="195592" y="1994758"/>
                </a:lnTo>
                <a:cubicBezTo>
                  <a:pt x="196090" y="1994758"/>
                  <a:pt x="196754" y="1995423"/>
                  <a:pt x="196754" y="1995423"/>
                </a:cubicBezTo>
                <a:lnTo>
                  <a:pt x="206143" y="2011706"/>
                </a:lnTo>
                <a:cubicBezTo>
                  <a:pt x="206392" y="2012122"/>
                  <a:pt x="206143" y="2013035"/>
                  <a:pt x="206143" y="2013035"/>
                </a:cubicBezTo>
                <a:lnTo>
                  <a:pt x="196754" y="2029319"/>
                </a:lnTo>
                <a:cubicBezTo>
                  <a:pt x="196505" y="2029734"/>
                  <a:pt x="196090" y="2029983"/>
                  <a:pt x="195592" y="2029983"/>
                </a:cubicBezTo>
                <a:close/>
                <a:moveTo>
                  <a:pt x="236680" y="2046694"/>
                </a:moveTo>
                <a:cubicBezTo>
                  <a:pt x="236182" y="2046694"/>
                  <a:pt x="235766" y="2046445"/>
                  <a:pt x="235517" y="2046029"/>
                </a:cubicBezTo>
                <a:lnTo>
                  <a:pt x="225797" y="2029164"/>
                </a:lnTo>
                <a:cubicBezTo>
                  <a:pt x="225547" y="2028666"/>
                  <a:pt x="225547" y="2028167"/>
                  <a:pt x="225796" y="2027752"/>
                </a:cubicBezTo>
                <a:lnTo>
                  <a:pt x="235517" y="2010887"/>
                </a:lnTo>
                <a:cubicBezTo>
                  <a:pt x="235766" y="2010471"/>
                  <a:pt x="236181" y="2010222"/>
                  <a:pt x="236680" y="2010223"/>
                </a:cubicBezTo>
                <a:lnTo>
                  <a:pt x="256121" y="2010222"/>
                </a:lnTo>
                <a:cubicBezTo>
                  <a:pt x="256619" y="2010222"/>
                  <a:pt x="257034" y="2010471"/>
                  <a:pt x="257284" y="2010887"/>
                </a:cubicBezTo>
                <a:lnTo>
                  <a:pt x="267003" y="2027752"/>
                </a:lnTo>
                <a:cubicBezTo>
                  <a:pt x="267254" y="2028250"/>
                  <a:pt x="267254" y="2028749"/>
                  <a:pt x="267004" y="2029164"/>
                </a:cubicBezTo>
                <a:lnTo>
                  <a:pt x="257284" y="2046029"/>
                </a:lnTo>
                <a:cubicBezTo>
                  <a:pt x="257035" y="2046445"/>
                  <a:pt x="256619" y="2046694"/>
                  <a:pt x="256121" y="2046694"/>
                </a:cubicBezTo>
                <a:close/>
                <a:moveTo>
                  <a:pt x="296782" y="2062904"/>
                </a:moveTo>
                <a:cubicBezTo>
                  <a:pt x="296284" y="2062904"/>
                  <a:pt x="295869" y="2062655"/>
                  <a:pt x="295620" y="2062239"/>
                </a:cubicBezTo>
                <a:lnTo>
                  <a:pt x="285900" y="2045291"/>
                </a:lnTo>
                <a:cubicBezTo>
                  <a:pt x="285651" y="2044876"/>
                  <a:pt x="285650" y="2044294"/>
                  <a:pt x="285899" y="2043879"/>
                </a:cubicBezTo>
                <a:lnTo>
                  <a:pt x="295703" y="2026931"/>
                </a:lnTo>
                <a:cubicBezTo>
                  <a:pt x="295952" y="2026515"/>
                  <a:pt x="296368" y="2026266"/>
                  <a:pt x="296867" y="2026266"/>
                </a:cubicBezTo>
                <a:lnTo>
                  <a:pt x="316390" y="2026266"/>
                </a:lnTo>
                <a:cubicBezTo>
                  <a:pt x="316888" y="2026266"/>
                  <a:pt x="317304" y="2026515"/>
                  <a:pt x="317552" y="2026931"/>
                </a:cubicBezTo>
                <a:lnTo>
                  <a:pt x="327273" y="2043879"/>
                </a:lnTo>
                <a:cubicBezTo>
                  <a:pt x="327522" y="2044294"/>
                  <a:pt x="327523" y="2044876"/>
                  <a:pt x="327273" y="2045291"/>
                </a:cubicBezTo>
                <a:lnTo>
                  <a:pt x="317469" y="2062239"/>
                </a:lnTo>
                <a:cubicBezTo>
                  <a:pt x="317221" y="2062655"/>
                  <a:pt x="316804" y="2062904"/>
                  <a:pt x="316306" y="2062904"/>
                </a:cubicBezTo>
                <a:close/>
                <a:moveTo>
                  <a:pt x="2583859" y="2675724"/>
                </a:moveTo>
                <a:cubicBezTo>
                  <a:pt x="2583361" y="2675724"/>
                  <a:pt x="2582945" y="2675476"/>
                  <a:pt x="2582696" y="2675059"/>
                </a:cubicBezTo>
                <a:lnTo>
                  <a:pt x="2572976" y="2658111"/>
                </a:lnTo>
                <a:cubicBezTo>
                  <a:pt x="2572728" y="2657696"/>
                  <a:pt x="2572727" y="2657115"/>
                  <a:pt x="2572977" y="2656699"/>
                </a:cubicBezTo>
                <a:lnTo>
                  <a:pt x="2582779" y="2639752"/>
                </a:lnTo>
                <a:cubicBezTo>
                  <a:pt x="2583028" y="2639335"/>
                  <a:pt x="2583444" y="2639087"/>
                  <a:pt x="2583942" y="2639086"/>
                </a:cubicBezTo>
                <a:lnTo>
                  <a:pt x="2603467" y="2639086"/>
                </a:lnTo>
                <a:cubicBezTo>
                  <a:pt x="2603964" y="2639087"/>
                  <a:pt x="2604380" y="2639335"/>
                  <a:pt x="2604630" y="2639752"/>
                </a:cubicBezTo>
                <a:lnTo>
                  <a:pt x="2614349" y="2656699"/>
                </a:lnTo>
                <a:cubicBezTo>
                  <a:pt x="2614598" y="2657115"/>
                  <a:pt x="2614598" y="2657696"/>
                  <a:pt x="2614349" y="2658111"/>
                </a:cubicBezTo>
                <a:lnTo>
                  <a:pt x="2604546" y="2675059"/>
                </a:lnTo>
                <a:cubicBezTo>
                  <a:pt x="2604297" y="2675475"/>
                  <a:pt x="2603881" y="2675724"/>
                  <a:pt x="2603383" y="2675725"/>
                </a:cubicBezTo>
                <a:close/>
                <a:moveTo>
                  <a:pt x="356868" y="2079266"/>
                </a:moveTo>
                <a:cubicBezTo>
                  <a:pt x="356369" y="2079266"/>
                  <a:pt x="355870" y="2079017"/>
                  <a:pt x="355620" y="2078601"/>
                </a:cubicBezTo>
                <a:lnTo>
                  <a:pt x="345735" y="2061487"/>
                </a:lnTo>
                <a:cubicBezTo>
                  <a:pt x="345486" y="2061072"/>
                  <a:pt x="345486" y="2060490"/>
                  <a:pt x="345734" y="2060075"/>
                </a:cubicBezTo>
                <a:lnTo>
                  <a:pt x="355621" y="2042961"/>
                </a:lnTo>
                <a:cubicBezTo>
                  <a:pt x="355954" y="2042545"/>
                  <a:pt x="356368" y="2042295"/>
                  <a:pt x="356867" y="2042296"/>
                </a:cubicBezTo>
                <a:lnTo>
                  <a:pt x="376556" y="2042295"/>
                </a:lnTo>
                <a:cubicBezTo>
                  <a:pt x="377055" y="2042296"/>
                  <a:pt x="377554" y="2042545"/>
                  <a:pt x="377804" y="2042961"/>
                </a:cubicBezTo>
                <a:lnTo>
                  <a:pt x="387689" y="2060074"/>
                </a:lnTo>
                <a:cubicBezTo>
                  <a:pt x="387938" y="2060490"/>
                  <a:pt x="387938" y="2061072"/>
                  <a:pt x="387690" y="2061487"/>
                </a:cubicBezTo>
                <a:lnTo>
                  <a:pt x="377803" y="2078602"/>
                </a:lnTo>
                <a:cubicBezTo>
                  <a:pt x="377470" y="2079017"/>
                  <a:pt x="377056" y="2079266"/>
                  <a:pt x="376557" y="2079266"/>
                </a:cubicBezTo>
                <a:close/>
                <a:moveTo>
                  <a:pt x="417049" y="2095497"/>
                </a:moveTo>
                <a:cubicBezTo>
                  <a:pt x="416551" y="2095497"/>
                  <a:pt x="416053" y="2095248"/>
                  <a:pt x="415804" y="2094833"/>
                </a:cubicBezTo>
                <a:lnTo>
                  <a:pt x="405916" y="2077635"/>
                </a:lnTo>
                <a:cubicBezTo>
                  <a:pt x="405667" y="2077220"/>
                  <a:pt x="405668" y="2076638"/>
                  <a:pt x="405917" y="2076223"/>
                </a:cubicBezTo>
                <a:lnTo>
                  <a:pt x="415803" y="2059026"/>
                </a:lnTo>
                <a:cubicBezTo>
                  <a:pt x="416053" y="2058610"/>
                  <a:pt x="416551" y="2058361"/>
                  <a:pt x="417049" y="2058361"/>
                </a:cubicBezTo>
                <a:lnTo>
                  <a:pt x="436905" y="2058361"/>
                </a:lnTo>
                <a:cubicBezTo>
                  <a:pt x="437404" y="2058361"/>
                  <a:pt x="437901" y="2058610"/>
                  <a:pt x="438152" y="2059026"/>
                </a:cubicBezTo>
                <a:lnTo>
                  <a:pt x="448038" y="2076223"/>
                </a:lnTo>
                <a:cubicBezTo>
                  <a:pt x="448287" y="2076638"/>
                  <a:pt x="448286" y="2077220"/>
                  <a:pt x="448038" y="2077635"/>
                </a:cubicBezTo>
                <a:lnTo>
                  <a:pt x="438151" y="2094833"/>
                </a:lnTo>
                <a:cubicBezTo>
                  <a:pt x="437902" y="2095248"/>
                  <a:pt x="437403" y="2095497"/>
                  <a:pt x="436904" y="2095497"/>
                </a:cubicBezTo>
                <a:close/>
                <a:moveTo>
                  <a:pt x="477155" y="2111696"/>
                </a:moveTo>
                <a:cubicBezTo>
                  <a:pt x="476656" y="2111696"/>
                  <a:pt x="476157" y="2111447"/>
                  <a:pt x="475909" y="2111032"/>
                </a:cubicBezTo>
                <a:lnTo>
                  <a:pt x="465939" y="2093751"/>
                </a:lnTo>
                <a:cubicBezTo>
                  <a:pt x="465690" y="2093336"/>
                  <a:pt x="465690" y="2092754"/>
                  <a:pt x="465939" y="2092339"/>
                </a:cubicBezTo>
                <a:lnTo>
                  <a:pt x="475909" y="2075059"/>
                </a:lnTo>
                <a:cubicBezTo>
                  <a:pt x="476158" y="2074643"/>
                  <a:pt x="476655" y="2074394"/>
                  <a:pt x="477154" y="2074394"/>
                </a:cubicBezTo>
                <a:lnTo>
                  <a:pt x="497094" y="2074394"/>
                </a:lnTo>
                <a:cubicBezTo>
                  <a:pt x="497592" y="2074394"/>
                  <a:pt x="498091" y="2074643"/>
                  <a:pt x="498340" y="2075059"/>
                </a:cubicBezTo>
                <a:lnTo>
                  <a:pt x="508308" y="2092339"/>
                </a:lnTo>
                <a:cubicBezTo>
                  <a:pt x="508559" y="2092754"/>
                  <a:pt x="508559" y="2093336"/>
                  <a:pt x="508309" y="2093751"/>
                </a:cubicBezTo>
                <a:lnTo>
                  <a:pt x="498340" y="2111032"/>
                </a:lnTo>
                <a:cubicBezTo>
                  <a:pt x="498091" y="2111447"/>
                  <a:pt x="497592" y="2111696"/>
                  <a:pt x="497094" y="2111696"/>
                </a:cubicBezTo>
                <a:close/>
                <a:moveTo>
                  <a:pt x="898458" y="2224584"/>
                </a:moveTo>
                <a:cubicBezTo>
                  <a:pt x="897959" y="2224584"/>
                  <a:pt x="897461" y="2224335"/>
                  <a:pt x="897212" y="2223920"/>
                </a:cubicBezTo>
                <a:lnTo>
                  <a:pt x="887242" y="2206639"/>
                </a:lnTo>
                <a:cubicBezTo>
                  <a:pt x="886993" y="2206224"/>
                  <a:pt x="886993" y="2205642"/>
                  <a:pt x="887242" y="2205227"/>
                </a:cubicBezTo>
                <a:lnTo>
                  <a:pt x="897212" y="2187947"/>
                </a:lnTo>
                <a:cubicBezTo>
                  <a:pt x="897461" y="2187531"/>
                  <a:pt x="897959" y="2187282"/>
                  <a:pt x="898458" y="2187282"/>
                </a:cubicBezTo>
                <a:lnTo>
                  <a:pt x="918397" y="2187282"/>
                </a:lnTo>
                <a:cubicBezTo>
                  <a:pt x="918895" y="2187282"/>
                  <a:pt x="919394" y="2187531"/>
                  <a:pt x="919643" y="2187947"/>
                </a:cubicBezTo>
                <a:lnTo>
                  <a:pt x="929612" y="2205227"/>
                </a:lnTo>
                <a:cubicBezTo>
                  <a:pt x="929862" y="2205642"/>
                  <a:pt x="929862" y="2206224"/>
                  <a:pt x="929612" y="2206639"/>
                </a:cubicBezTo>
                <a:lnTo>
                  <a:pt x="919643" y="2223920"/>
                </a:lnTo>
                <a:cubicBezTo>
                  <a:pt x="919394" y="2224335"/>
                  <a:pt x="918895" y="2224584"/>
                  <a:pt x="918397" y="2224584"/>
                </a:cubicBezTo>
                <a:close/>
                <a:moveTo>
                  <a:pt x="1079017" y="2272964"/>
                </a:moveTo>
                <a:cubicBezTo>
                  <a:pt x="1078518" y="2272964"/>
                  <a:pt x="1078019" y="2272715"/>
                  <a:pt x="1077770" y="2272300"/>
                </a:cubicBezTo>
                <a:lnTo>
                  <a:pt x="1067800" y="2255019"/>
                </a:lnTo>
                <a:cubicBezTo>
                  <a:pt x="1067551" y="2254604"/>
                  <a:pt x="1067551" y="2254022"/>
                  <a:pt x="1067800" y="2253607"/>
                </a:cubicBezTo>
                <a:lnTo>
                  <a:pt x="1077770" y="2236327"/>
                </a:lnTo>
                <a:cubicBezTo>
                  <a:pt x="1078020" y="2235911"/>
                  <a:pt x="1078518" y="2235662"/>
                  <a:pt x="1079016" y="2235662"/>
                </a:cubicBezTo>
                <a:lnTo>
                  <a:pt x="1098955" y="2235662"/>
                </a:lnTo>
                <a:cubicBezTo>
                  <a:pt x="1099453" y="2235662"/>
                  <a:pt x="1099952" y="2235911"/>
                  <a:pt x="1100201" y="2236327"/>
                </a:cubicBezTo>
                <a:lnTo>
                  <a:pt x="1110171" y="2253607"/>
                </a:lnTo>
                <a:cubicBezTo>
                  <a:pt x="1110421" y="2254022"/>
                  <a:pt x="1110421" y="2254604"/>
                  <a:pt x="1110171" y="2255019"/>
                </a:cubicBezTo>
                <a:lnTo>
                  <a:pt x="1100201" y="2272300"/>
                </a:lnTo>
                <a:cubicBezTo>
                  <a:pt x="1099952" y="2272715"/>
                  <a:pt x="1099453" y="2272964"/>
                  <a:pt x="1098955" y="2272964"/>
                </a:cubicBezTo>
                <a:close/>
                <a:moveTo>
                  <a:pt x="537279" y="2127910"/>
                </a:moveTo>
                <a:cubicBezTo>
                  <a:pt x="536780" y="2127909"/>
                  <a:pt x="536282" y="2127578"/>
                  <a:pt x="536033" y="2127162"/>
                </a:cubicBezTo>
                <a:lnTo>
                  <a:pt x="526064" y="2109799"/>
                </a:lnTo>
                <a:cubicBezTo>
                  <a:pt x="525814" y="2109382"/>
                  <a:pt x="525814" y="2108802"/>
                  <a:pt x="526063" y="2108385"/>
                </a:cubicBezTo>
                <a:lnTo>
                  <a:pt x="536117" y="2091023"/>
                </a:lnTo>
                <a:cubicBezTo>
                  <a:pt x="536365" y="2090524"/>
                  <a:pt x="536863" y="2090274"/>
                  <a:pt x="537362" y="2090274"/>
                </a:cubicBezTo>
                <a:lnTo>
                  <a:pt x="557384" y="2090274"/>
                </a:lnTo>
                <a:cubicBezTo>
                  <a:pt x="557883" y="2090274"/>
                  <a:pt x="558381" y="2090607"/>
                  <a:pt x="558630" y="2091022"/>
                </a:cubicBezTo>
                <a:lnTo>
                  <a:pt x="568601" y="2108386"/>
                </a:lnTo>
                <a:cubicBezTo>
                  <a:pt x="568849" y="2108802"/>
                  <a:pt x="568849" y="2109382"/>
                  <a:pt x="568600" y="2109798"/>
                </a:cubicBezTo>
                <a:lnTo>
                  <a:pt x="558548" y="2127162"/>
                </a:lnTo>
                <a:cubicBezTo>
                  <a:pt x="558298" y="2127660"/>
                  <a:pt x="557799" y="2127910"/>
                  <a:pt x="557301" y="2127910"/>
                </a:cubicBezTo>
                <a:close/>
                <a:moveTo>
                  <a:pt x="3125287" y="2821364"/>
                </a:moveTo>
                <a:cubicBezTo>
                  <a:pt x="3124788" y="2821364"/>
                  <a:pt x="3124290" y="2821032"/>
                  <a:pt x="3124041" y="2820616"/>
                </a:cubicBezTo>
                <a:lnTo>
                  <a:pt x="3114071" y="2803253"/>
                </a:lnTo>
                <a:cubicBezTo>
                  <a:pt x="3113822" y="2802837"/>
                  <a:pt x="3113822" y="2802256"/>
                  <a:pt x="3114071" y="2801840"/>
                </a:cubicBezTo>
                <a:lnTo>
                  <a:pt x="3124123" y="2784477"/>
                </a:lnTo>
                <a:cubicBezTo>
                  <a:pt x="3124373" y="2783978"/>
                  <a:pt x="3124871" y="2783729"/>
                  <a:pt x="3125370" y="2783729"/>
                </a:cubicBezTo>
                <a:lnTo>
                  <a:pt x="3145392" y="2783729"/>
                </a:lnTo>
                <a:cubicBezTo>
                  <a:pt x="3145890" y="2783729"/>
                  <a:pt x="3146389" y="2784061"/>
                  <a:pt x="3146638" y="2784477"/>
                </a:cubicBezTo>
                <a:lnTo>
                  <a:pt x="3156607" y="2801840"/>
                </a:lnTo>
                <a:cubicBezTo>
                  <a:pt x="3156857" y="2802256"/>
                  <a:pt x="3156857" y="2802837"/>
                  <a:pt x="3156607" y="2803253"/>
                </a:cubicBezTo>
                <a:lnTo>
                  <a:pt x="3146555" y="2820616"/>
                </a:lnTo>
                <a:cubicBezTo>
                  <a:pt x="3146306" y="2821115"/>
                  <a:pt x="3145807" y="2821364"/>
                  <a:pt x="3145309" y="2821364"/>
                </a:cubicBezTo>
                <a:close/>
                <a:moveTo>
                  <a:pt x="3426218" y="2901999"/>
                </a:moveTo>
                <a:cubicBezTo>
                  <a:pt x="3425720" y="2901998"/>
                  <a:pt x="3425221" y="2901666"/>
                  <a:pt x="3424973" y="2901251"/>
                </a:cubicBezTo>
                <a:lnTo>
                  <a:pt x="3415002" y="2883887"/>
                </a:lnTo>
                <a:cubicBezTo>
                  <a:pt x="3414753" y="2883471"/>
                  <a:pt x="3414753" y="2882891"/>
                  <a:pt x="3415003" y="2882474"/>
                </a:cubicBezTo>
                <a:lnTo>
                  <a:pt x="3425054" y="2865111"/>
                </a:lnTo>
                <a:cubicBezTo>
                  <a:pt x="3425305" y="2864613"/>
                  <a:pt x="3425802" y="2864364"/>
                  <a:pt x="3426301" y="2864363"/>
                </a:cubicBezTo>
                <a:lnTo>
                  <a:pt x="3446324" y="2864364"/>
                </a:lnTo>
                <a:cubicBezTo>
                  <a:pt x="3446822" y="2864363"/>
                  <a:pt x="3447320" y="2864696"/>
                  <a:pt x="3447570" y="2865111"/>
                </a:cubicBezTo>
                <a:lnTo>
                  <a:pt x="3457538" y="2882474"/>
                </a:lnTo>
                <a:cubicBezTo>
                  <a:pt x="3457788" y="2882890"/>
                  <a:pt x="3457788" y="2883471"/>
                  <a:pt x="3457539" y="2883887"/>
                </a:cubicBezTo>
                <a:lnTo>
                  <a:pt x="3447486" y="2901250"/>
                </a:lnTo>
                <a:cubicBezTo>
                  <a:pt x="3447238" y="2901750"/>
                  <a:pt x="3446739" y="2901999"/>
                  <a:pt x="3446240" y="2901998"/>
                </a:cubicBezTo>
                <a:close/>
                <a:moveTo>
                  <a:pt x="3486404" y="2918125"/>
                </a:moveTo>
                <a:cubicBezTo>
                  <a:pt x="3485905" y="2918125"/>
                  <a:pt x="3485407" y="2917793"/>
                  <a:pt x="3485158" y="2917377"/>
                </a:cubicBezTo>
                <a:lnTo>
                  <a:pt x="3475188" y="2900014"/>
                </a:lnTo>
                <a:cubicBezTo>
                  <a:pt x="3474939" y="2899598"/>
                  <a:pt x="3474939" y="2899017"/>
                  <a:pt x="3475188" y="2898601"/>
                </a:cubicBezTo>
                <a:lnTo>
                  <a:pt x="3485240" y="2881238"/>
                </a:lnTo>
                <a:cubicBezTo>
                  <a:pt x="3485490" y="2880739"/>
                  <a:pt x="3485988" y="2880490"/>
                  <a:pt x="3486487" y="2880490"/>
                </a:cubicBezTo>
                <a:lnTo>
                  <a:pt x="3506510" y="2880490"/>
                </a:lnTo>
                <a:cubicBezTo>
                  <a:pt x="3507008" y="2880490"/>
                  <a:pt x="3507506" y="2880822"/>
                  <a:pt x="3507755" y="2881238"/>
                </a:cubicBezTo>
                <a:lnTo>
                  <a:pt x="3517724" y="2898601"/>
                </a:lnTo>
                <a:cubicBezTo>
                  <a:pt x="3517974" y="2899017"/>
                  <a:pt x="3517974" y="2899598"/>
                  <a:pt x="3517725" y="2900014"/>
                </a:cubicBezTo>
                <a:lnTo>
                  <a:pt x="3507672" y="2917377"/>
                </a:lnTo>
                <a:cubicBezTo>
                  <a:pt x="3507424" y="2917876"/>
                  <a:pt x="3506925" y="2918125"/>
                  <a:pt x="3506426" y="2918125"/>
                </a:cubicBezTo>
                <a:close/>
                <a:moveTo>
                  <a:pt x="657569" y="2160328"/>
                </a:moveTo>
                <a:cubicBezTo>
                  <a:pt x="657070" y="2160329"/>
                  <a:pt x="656572" y="2159997"/>
                  <a:pt x="656323" y="2159581"/>
                </a:cubicBezTo>
                <a:lnTo>
                  <a:pt x="646187" y="2142051"/>
                </a:lnTo>
                <a:cubicBezTo>
                  <a:pt x="645938" y="2141635"/>
                  <a:pt x="645938" y="2141054"/>
                  <a:pt x="646187" y="2140639"/>
                </a:cubicBezTo>
                <a:lnTo>
                  <a:pt x="656323" y="2123109"/>
                </a:lnTo>
                <a:cubicBezTo>
                  <a:pt x="656572" y="2122610"/>
                  <a:pt x="657070" y="2122361"/>
                  <a:pt x="657569" y="2122361"/>
                </a:cubicBezTo>
                <a:lnTo>
                  <a:pt x="677840" y="2122361"/>
                </a:lnTo>
                <a:cubicBezTo>
                  <a:pt x="678339" y="2122361"/>
                  <a:pt x="678837" y="2122693"/>
                  <a:pt x="679086" y="2123109"/>
                </a:cubicBezTo>
                <a:lnTo>
                  <a:pt x="689222" y="2140639"/>
                </a:lnTo>
                <a:cubicBezTo>
                  <a:pt x="689471" y="2141054"/>
                  <a:pt x="689471" y="2141635"/>
                  <a:pt x="689222" y="2142052"/>
                </a:cubicBezTo>
                <a:lnTo>
                  <a:pt x="679086" y="2159581"/>
                </a:lnTo>
                <a:cubicBezTo>
                  <a:pt x="678837" y="2160079"/>
                  <a:pt x="678339" y="2160328"/>
                  <a:pt x="677840" y="2160328"/>
                </a:cubicBezTo>
                <a:close/>
                <a:moveTo>
                  <a:pt x="717755" y="2176455"/>
                </a:moveTo>
                <a:cubicBezTo>
                  <a:pt x="717256" y="2176455"/>
                  <a:pt x="716758" y="2176123"/>
                  <a:pt x="716509" y="2175708"/>
                </a:cubicBezTo>
                <a:lnTo>
                  <a:pt x="706373" y="2158178"/>
                </a:lnTo>
                <a:cubicBezTo>
                  <a:pt x="706124" y="2157762"/>
                  <a:pt x="706123" y="2157181"/>
                  <a:pt x="706373" y="2156766"/>
                </a:cubicBezTo>
                <a:lnTo>
                  <a:pt x="716509" y="2139236"/>
                </a:lnTo>
                <a:cubicBezTo>
                  <a:pt x="716757" y="2138737"/>
                  <a:pt x="717256" y="2138488"/>
                  <a:pt x="717755" y="2138488"/>
                </a:cubicBezTo>
                <a:lnTo>
                  <a:pt x="738026" y="2138488"/>
                </a:lnTo>
                <a:cubicBezTo>
                  <a:pt x="738525" y="2138488"/>
                  <a:pt x="739023" y="2138820"/>
                  <a:pt x="739271" y="2139236"/>
                </a:cubicBezTo>
                <a:lnTo>
                  <a:pt x="749408" y="2156766"/>
                </a:lnTo>
                <a:cubicBezTo>
                  <a:pt x="749657" y="2157181"/>
                  <a:pt x="749656" y="2157762"/>
                  <a:pt x="749408" y="2158178"/>
                </a:cubicBezTo>
                <a:lnTo>
                  <a:pt x="739272" y="2175708"/>
                </a:lnTo>
                <a:cubicBezTo>
                  <a:pt x="739022" y="2176206"/>
                  <a:pt x="738525" y="2176455"/>
                  <a:pt x="738026" y="2176455"/>
                </a:cubicBezTo>
                <a:close/>
                <a:moveTo>
                  <a:pt x="958500" y="2240963"/>
                </a:moveTo>
                <a:cubicBezTo>
                  <a:pt x="958001" y="2240963"/>
                  <a:pt x="957503" y="2240631"/>
                  <a:pt x="957255" y="2240216"/>
                </a:cubicBezTo>
                <a:lnTo>
                  <a:pt x="947118" y="2222686"/>
                </a:lnTo>
                <a:cubicBezTo>
                  <a:pt x="946869" y="2222270"/>
                  <a:pt x="946869" y="2221689"/>
                  <a:pt x="947118" y="2221274"/>
                </a:cubicBezTo>
                <a:lnTo>
                  <a:pt x="957254" y="2203744"/>
                </a:lnTo>
                <a:cubicBezTo>
                  <a:pt x="957503" y="2203245"/>
                  <a:pt x="958001" y="2202996"/>
                  <a:pt x="958500" y="2202996"/>
                </a:cubicBezTo>
                <a:lnTo>
                  <a:pt x="978771" y="2202996"/>
                </a:lnTo>
                <a:cubicBezTo>
                  <a:pt x="979271" y="2202996"/>
                  <a:pt x="979769" y="2203328"/>
                  <a:pt x="980017" y="2203744"/>
                </a:cubicBezTo>
                <a:lnTo>
                  <a:pt x="990153" y="2221274"/>
                </a:lnTo>
                <a:cubicBezTo>
                  <a:pt x="990402" y="2221689"/>
                  <a:pt x="990402" y="2222270"/>
                  <a:pt x="990153" y="2222686"/>
                </a:cubicBezTo>
                <a:lnTo>
                  <a:pt x="980017" y="2240216"/>
                </a:lnTo>
                <a:cubicBezTo>
                  <a:pt x="979768" y="2240714"/>
                  <a:pt x="979270" y="2240963"/>
                  <a:pt x="978771" y="2240963"/>
                </a:cubicBezTo>
                <a:close/>
                <a:moveTo>
                  <a:pt x="2643610" y="2692762"/>
                </a:moveTo>
                <a:cubicBezTo>
                  <a:pt x="2643111" y="2692762"/>
                  <a:pt x="2642613" y="2692430"/>
                  <a:pt x="2642364" y="2692015"/>
                </a:cubicBezTo>
                <a:lnTo>
                  <a:pt x="2632144" y="2674319"/>
                </a:lnTo>
                <a:cubicBezTo>
                  <a:pt x="2631896" y="2673903"/>
                  <a:pt x="2631896" y="2673322"/>
                  <a:pt x="2632145" y="2672907"/>
                </a:cubicBezTo>
                <a:lnTo>
                  <a:pt x="2642364" y="2655211"/>
                </a:lnTo>
                <a:cubicBezTo>
                  <a:pt x="2642613" y="2654712"/>
                  <a:pt x="2643111" y="2654463"/>
                  <a:pt x="2643610" y="2654463"/>
                </a:cubicBezTo>
                <a:lnTo>
                  <a:pt x="2664047" y="2654463"/>
                </a:lnTo>
                <a:cubicBezTo>
                  <a:pt x="2664546" y="2654463"/>
                  <a:pt x="2665044" y="2654795"/>
                  <a:pt x="2665294" y="2655211"/>
                </a:cubicBezTo>
                <a:lnTo>
                  <a:pt x="2675512" y="2672907"/>
                </a:lnTo>
                <a:cubicBezTo>
                  <a:pt x="2675762" y="2673322"/>
                  <a:pt x="2675762" y="2673903"/>
                  <a:pt x="2675512" y="2674319"/>
                </a:cubicBezTo>
                <a:lnTo>
                  <a:pt x="2665293" y="2692015"/>
                </a:lnTo>
                <a:cubicBezTo>
                  <a:pt x="2665043" y="2692513"/>
                  <a:pt x="2664546" y="2692762"/>
                  <a:pt x="2664047" y="2692762"/>
                </a:cubicBezTo>
                <a:close/>
                <a:moveTo>
                  <a:pt x="3185204" y="2837976"/>
                </a:moveTo>
                <a:cubicBezTo>
                  <a:pt x="3184705" y="2837976"/>
                  <a:pt x="3184207" y="2837644"/>
                  <a:pt x="3183958" y="2837228"/>
                </a:cubicBezTo>
                <a:lnTo>
                  <a:pt x="3173656" y="2819450"/>
                </a:lnTo>
                <a:cubicBezTo>
                  <a:pt x="3173407" y="2819034"/>
                  <a:pt x="3173407" y="2818453"/>
                  <a:pt x="3173656" y="2818037"/>
                </a:cubicBezTo>
                <a:lnTo>
                  <a:pt x="3183958" y="2800258"/>
                </a:lnTo>
                <a:cubicBezTo>
                  <a:pt x="3184207" y="2799759"/>
                  <a:pt x="3184705" y="2799511"/>
                  <a:pt x="3185204" y="2799510"/>
                </a:cubicBezTo>
                <a:lnTo>
                  <a:pt x="3205724" y="2799510"/>
                </a:lnTo>
                <a:cubicBezTo>
                  <a:pt x="3206223" y="2799511"/>
                  <a:pt x="3206721" y="2799842"/>
                  <a:pt x="3206971" y="2800258"/>
                </a:cubicBezTo>
                <a:lnTo>
                  <a:pt x="3217272" y="2818038"/>
                </a:lnTo>
                <a:cubicBezTo>
                  <a:pt x="3217522" y="2818452"/>
                  <a:pt x="3217522" y="2819035"/>
                  <a:pt x="3217272" y="2819449"/>
                </a:cubicBezTo>
                <a:lnTo>
                  <a:pt x="3206971" y="2837229"/>
                </a:lnTo>
                <a:cubicBezTo>
                  <a:pt x="3206721" y="2837727"/>
                  <a:pt x="3206223" y="2837977"/>
                  <a:pt x="3205724" y="2837977"/>
                </a:cubicBezTo>
                <a:close/>
                <a:moveTo>
                  <a:pt x="597204" y="2144628"/>
                </a:moveTo>
                <a:cubicBezTo>
                  <a:pt x="596705" y="2144628"/>
                  <a:pt x="596207" y="2144296"/>
                  <a:pt x="595957" y="2143880"/>
                </a:cubicBezTo>
                <a:lnTo>
                  <a:pt x="585656" y="2126018"/>
                </a:lnTo>
                <a:cubicBezTo>
                  <a:pt x="585407" y="2125520"/>
                  <a:pt x="585406" y="2124938"/>
                  <a:pt x="585656" y="2124523"/>
                </a:cubicBezTo>
                <a:lnTo>
                  <a:pt x="595957" y="2106661"/>
                </a:lnTo>
                <a:cubicBezTo>
                  <a:pt x="596207" y="2106162"/>
                  <a:pt x="596704" y="2105913"/>
                  <a:pt x="597203" y="2105913"/>
                </a:cubicBezTo>
                <a:lnTo>
                  <a:pt x="617890" y="2105913"/>
                </a:lnTo>
                <a:cubicBezTo>
                  <a:pt x="618389" y="2105913"/>
                  <a:pt x="618887" y="2106245"/>
                  <a:pt x="619137" y="2106661"/>
                </a:cubicBezTo>
                <a:lnTo>
                  <a:pt x="629439" y="2124523"/>
                </a:lnTo>
                <a:cubicBezTo>
                  <a:pt x="629688" y="2125021"/>
                  <a:pt x="629688" y="2125603"/>
                  <a:pt x="629439" y="2126018"/>
                </a:cubicBezTo>
                <a:lnTo>
                  <a:pt x="619137" y="2143880"/>
                </a:lnTo>
                <a:cubicBezTo>
                  <a:pt x="618887" y="2144378"/>
                  <a:pt x="618389" y="2144628"/>
                  <a:pt x="617890" y="2144628"/>
                </a:cubicBezTo>
                <a:close/>
                <a:moveTo>
                  <a:pt x="837950" y="2209135"/>
                </a:moveTo>
                <a:cubicBezTo>
                  <a:pt x="837451" y="2209135"/>
                  <a:pt x="836952" y="2208803"/>
                  <a:pt x="836703" y="2208387"/>
                </a:cubicBezTo>
                <a:lnTo>
                  <a:pt x="826402" y="2190525"/>
                </a:lnTo>
                <a:cubicBezTo>
                  <a:pt x="826152" y="2190027"/>
                  <a:pt x="826152" y="2189445"/>
                  <a:pt x="826402" y="2189030"/>
                </a:cubicBezTo>
                <a:lnTo>
                  <a:pt x="836703" y="2171168"/>
                </a:lnTo>
                <a:cubicBezTo>
                  <a:pt x="836952" y="2170669"/>
                  <a:pt x="837450" y="2170420"/>
                  <a:pt x="837949" y="2170420"/>
                </a:cubicBezTo>
                <a:lnTo>
                  <a:pt x="858636" y="2170420"/>
                </a:lnTo>
                <a:cubicBezTo>
                  <a:pt x="859135" y="2170420"/>
                  <a:pt x="859633" y="2170752"/>
                  <a:pt x="859882" y="2171168"/>
                </a:cubicBezTo>
                <a:lnTo>
                  <a:pt x="870184" y="2189030"/>
                </a:lnTo>
                <a:cubicBezTo>
                  <a:pt x="870433" y="2189528"/>
                  <a:pt x="870433" y="2190110"/>
                  <a:pt x="870184" y="2190525"/>
                </a:cubicBezTo>
                <a:lnTo>
                  <a:pt x="859882" y="2208387"/>
                </a:lnTo>
                <a:cubicBezTo>
                  <a:pt x="859632" y="2208885"/>
                  <a:pt x="859134" y="2209135"/>
                  <a:pt x="858635" y="2209135"/>
                </a:cubicBezTo>
                <a:close/>
                <a:moveTo>
                  <a:pt x="1018508" y="2257516"/>
                </a:moveTo>
                <a:cubicBezTo>
                  <a:pt x="1018009" y="2257516"/>
                  <a:pt x="1017511" y="2257184"/>
                  <a:pt x="1017261" y="2256768"/>
                </a:cubicBezTo>
                <a:lnTo>
                  <a:pt x="1006960" y="2238906"/>
                </a:lnTo>
                <a:cubicBezTo>
                  <a:pt x="1006711" y="2238408"/>
                  <a:pt x="1006711" y="2237826"/>
                  <a:pt x="1006960" y="2237411"/>
                </a:cubicBezTo>
                <a:lnTo>
                  <a:pt x="1017261" y="2219549"/>
                </a:lnTo>
                <a:cubicBezTo>
                  <a:pt x="1017511" y="2219050"/>
                  <a:pt x="1018009" y="2218801"/>
                  <a:pt x="1018508" y="2218801"/>
                </a:cubicBezTo>
                <a:lnTo>
                  <a:pt x="1039194" y="2218801"/>
                </a:lnTo>
                <a:cubicBezTo>
                  <a:pt x="1039693" y="2218801"/>
                  <a:pt x="1040191" y="2219133"/>
                  <a:pt x="1040441" y="2219549"/>
                </a:cubicBezTo>
                <a:lnTo>
                  <a:pt x="1050743" y="2237411"/>
                </a:lnTo>
                <a:cubicBezTo>
                  <a:pt x="1050992" y="2237909"/>
                  <a:pt x="1050992" y="2238491"/>
                  <a:pt x="1050743" y="2238906"/>
                </a:cubicBezTo>
                <a:lnTo>
                  <a:pt x="1040441" y="2256768"/>
                </a:lnTo>
                <a:cubicBezTo>
                  <a:pt x="1040191" y="2257266"/>
                  <a:pt x="1039693" y="2257516"/>
                  <a:pt x="1039194" y="2257516"/>
                </a:cubicBezTo>
                <a:close/>
                <a:moveTo>
                  <a:pt x="1319357" y="2338222"/>
                </a:moveTo>
                <a:cubicBezTo>
                  <a:pt x="1318859" y="2338222"/>
                  <a:pt x="1318360" y="2337890"/>
                  <a:pt x="1318112" y="2337474"/>
                </a:cubicBezTo>
                <a:lnTo>
                  <a:pt x="1307727" y="2319529"/>
                </a:lnTo>
                <a:cubicBezTo>
                  <a:pt x="1307478" y="2319031"/>
                  <a:pt x="1307477" y="2318449"/>
                  <a:pt x="1307727" y="2318034"/>
                </a:cubicBezTo>
                <a:lnTo>
                  <a:pt x="1318112" y="2300089"/>
                </a:lnTo>
                <a:cubicBezTo>
                  <a:pt x="1318361" y="2299591"/>
                  <a:pt x="1318860" y="2299341"/>
                  <a:pt x="1319358" y="2299341"/>
                </a:cubicBezTo>
                <a:lnTo>
                  <a:pt x="1340127" y="2299341"/>
                </a:lnTo>
                <a:cubicBezTo>
                  <a:pt x="1340625" y="2299341"/>
                  <a:pt x="1341124" y="2299673"/>
                  <a:pt x="1341374" y="2300089"/>
                </a:cubicBezTo>
                <a:lnTo>
                  <a:pt x="1351758" y="2318034"/>
                </a:lnTo>
                <a:cubicBezTo>
                  <a:pt x="1352008" y="2318532"/>
                  <a:pt x="1352007" y="2319114"/>
                  <a:pt x="1351759" y="2319529"/>
                </a:cubicBezTo>
                <a:lnTo>
                  <a:pt x="1341374" y="2337474"/>
                </a:lnTo>
                <a:cubicBezTo>
                  <a:pt x="1341125" y="2337973"/>
                  <a:pt x="1340626" y="2338222"/>
                  <a:pt x="1340128" y="2338222"/>
                </a:cubicBezTo>
                <a:close/>
                <a:moveTo>
                  <a:pt x="1379543" y="2354349"/>
                </a:moveTo>
                <a:cubicBezTo>
                  <a:pt x="1379045" y="2354349"/>
                  <a:pt x="1378546" y="2354017"/>
                  <a:pt x="1378297" y="2353601"/>
                </a:cubicBezTo>
                <a:lnTo>
                  <a:pt x="1367913" y="2335656"/>
                </a:lnTo>
                <a:cubicBezTo>
                  <a:pt x="1367663" y="2335158"/>
                  <a:pt x="1367663" y="2334576"/>
                  <a:pt x="1367913" y="2334161"/>
                </a:cubicBezTo>
                <a:lnTo>
                  <a:pt x="1378297" y="2316216"/>
                </a:lnTo>
                <a:cubicBezTo>
                  <a:pt x="1378547" y="2315717"/>
                  <a:pt x="1379045" y="2315468"/>
                  <a:pt x="1379543" y="2315468"/>
                </a:cubicBezTo>
                <a:lnTo>
                  <a:pt x="1400313" y="2315468"/>
                </a:lnTo>
                <a:cubicBezTo>
                  <a:pt x="1400811" y="2315468"/>
                  <a:pt x="1401310" y="2315800"/>
                  <a:pt x="1401560" y="2316216"/>
                </a:cubicBezTo>
                <a:lnTo>
                  <a:pt x="1411944" y="2334161"/>
                </a:lnTo>
                <a:cubicBezTo>
                  <a:pt x="1412193" y="2334659"/>
                  <a:pt x="1412193" y="2335241"/>
                  <a:pt x="1411944" y="2335656"/>
                </a:cubicBezTo>
                <a:lnTo>
                  <a:pt x="1401560" y="2353601"/>
                </a:lnTo>
                <a:cubicBezTo>
                  <a:pt x="1401310" y="2354100"/>
                  <a:pt x="1400811" y="2354349"/>
                  <a:pt x="1400314" y="2354349"/>
                </a:cubicBezTo>
                <a:close/>
                <a:moveTo>
                  <a:pt x="3245317" y="2854282"/>
                </a:moveTo>
                <a:cubicBezTo>
                  <a:pt x="3244818" y="2854282"/>
                  <a:pt x="3244320" y="2853950"/>
                  <a:pt x="3244071" y="2853534"/>
                </a:cubicBezTo>
                <a:lnTo>
                  <a:pt x="3233686" y="2835589"/>
                </a:lnTo>
                <a:cubicBezTo>
                  <a:pt x="3233437" y="2835091"/>
                  <a:pt x="3233437" y="2834509"/>
                  <a:pt x="3233686" y="2834094"/>
                </a:cubicBezTo>
                <a:lnTo>
                  <a:pt x="3244071" y="2816149"/>
                </a:lnTo>
                <a:cubicBezTo>
                  <a:pt x="3244320" y="2815650"/>
                  <a:pt x="3244818" y="2815401"/>
                  <a:pt x="3245317" y="2815401"/>
                </a:cubicBezTo>
                <a:lnTo>
                  <a:pt x="3266087" y="2815401"/>
                </a:lnTo>
                <a:cubicBezTo>
                  <a:pt x="3266585" y="2815401"/>
                  <a:pt x="3267084" y="2815733"/>
                  <a:pt x="3267333" y="2816149"/>
                </a:cubicBezTo>
                <a:lnTo>
                  <a:pt x="3277718" y="2834094"/>
                </a:lnTo>
                <a:cubicBezTo>
                  <a:pt x="3277967" y="2834592"/>
                  <a:pt x="3277967" y="2835174"/>
                  <a:pt x="3277718" y="2835589"/>
                </a:cubicBezTo>
                <a:lnTo>
                  <a:pt x="3267333" y="2853534"/>
                </a:lnTo>
                <a:cubicBezTo>
                  <a:pt x="3267084" y="2854033"/>
                  <a:pt x="3266585" y="2854282"/>
                  <a:pt x="3266087" y="2854282"/>
                </a:cubicBezTo>
                <a:close/>
                <a:moveTo>
                  <a:pt x="3365689" y="2886535"/>
                </a:moveTo>
                <a:cubicBezTo>
                  <a:pt x="3365190" y="2886535"/>
                  <a:pt x="3364692" y="2886203"/>
                  <a:pt x="3364443" y="2885787"/>
                </a:cubicBezTo>
                <a:lnTo>
                  <a:pt x="3354058" y="2867842"/>
                </a:lnTo>
                <a:cubicBezTo>
                  <a:pt x="3353809" y="2867344"/>
                  <a:pt x="3353809" y="2866762"/>
                  <a:pt x="3354058" y="2866347"/>
                </a:cubicBezTo>
                <a:lnTo>
                  <a:pt x="3364443" y="2848402"/>
                </a:lnTo>
                <a:cubicBezTo>
                  <a:pt x="3364692" y="2847903"/>
                  <a:pt x="3365190" y="2847654"/>
                  <a:pt x="3365689" y="2847654"/>
                </a:cubicBezTo>
                <a:lnTo>
                  <a:pt x="3386459" y="2847654"/>
                </a:lnTo>
                <a:cubicBezTo>
                  <a:pt x="3386957" y="2847654"/>
                  <a:pt x="3387456" y="2847986"/>
                  <a:pt x="3387705" y="2848402"/>
                </a:cubicBezTo>
                <a:lnTo>
                  <a:pt x="3398090" y="2866347"/>
                </a:lnTo>
                <a:cubicBezTo>
                  <a:pt x="3398339" y="2866845"/>
                  <a:pt x="3398339" y="2867427"/>
                  <a:pt x="3398090" y="2867842"/>
                </a:cubicBezTo>
                <a:lnTo>
                  <a:pt x="3387705" y="2885787"/>
                </a:lnTo>
                <a:cubicBezTo>
                  <a:pt x="3387456" y="2886286"/>
                  <a:pt x="3386957" y="2886535"/>
                  <a:pt x="3386459" y="2886535"/>
                </a:cubicBezTo>
                <a:close/>
                <a:moveTo>
                  <a:pt x="3004487" y="2789939"/>
                </a:moveTo>
                <a:cubicBezTo>
                  <a:pt x="3003989" y="2789939"/>
                  <a:pt x="3003491" y="2789607"/>
                  <a:pt x="3003242" y="2789191"/>
                </a:cubicBezTo>
                <a:lnTo>
                  <a:pt x="2992774" y="2771080"/>
                </a:lnTo>
                <a:cubicBezTo>
                  <a:pt x="2992525" y="2770582"/>
                  <a:pt x="2992525" y="2770000"/>
                  <a:pt x="2992774" y="2769585"/>
                </a:cubicBezTo>
                <a:lnTo>
                  <a:pt x="3003241" y="2751474"/>
                </a:lnTo>
                <a:cubicBezTo>
                  <a:pt x="3003491" y="2750975"/>
                  <a:pt x="3003990" y="2750726"/>
                  <a:pt x="3004488" y="2750726"/>
                </a:cubicBezTo>
                <a:lnTo>
                  <a:pt x="3025424" y="2750726"/>
                </a:lnTo>
                <a:cubicBezTo>
                  <a:pt x="3025923" y="2750726"/>
                  <a:pt x="3026420" y="2751058"/>
                  <a:pt x="3026670" y="2751474"/>
                </a:cubicBezTo>
                <a:lnTo>
                  <a:pt x="3037138" y="2769585"/>
                </a:lnTo>
                <a:cubicBezTo>
                  <a:pt x="3037388" y="2770083"/>
                  <a:pt x="3037388" y="2770665"/>
                  <a:pt x="3037138" y="2771080"/>
                </a:cubicBezTo>
                <a:lnTo>
                  <a:pt x="3026670" y="2789191"/>
                </a:lnTo>
                <a:cubicBezTo>
                  <a:pt x="3026421" y="2789690"/>
                  <a:pt x="3025923" y="2789939"/>
                  <a:pt x="3025424" y="2789939"/>
                </a:cubicBezTo>
                <a:close/>
                <a:moveTo>
                  <a:pt x="777538" y="2193322"/>
                </a:moveTo>
                <a:cubicBezTo>
                  <a:pt x="777040" y="2193322"/>
                  <a:pt x="776541" y="2192989"/>
                  <a:pt x="776292" y="2192574"/>
                </a:cubicBezTo>
                <a:lnTo>
                  <a:pt x="765741" y="2174297"/>
                </a:lnTo>
                <a:cubicBezTo>
                  <a:pt x="765492" y="2173798"/>
                  <a:pt x="765492" y="2173216"/>
                  <a:pt x="765741" y="2172801"/>
                </a:cubicBezTo>
                <a:lnTo>
                  <a:pt x="776292" y="2154524"/>
                </a:lnTo>
                <a:cubicBezTo>
                  <a:pt x="776541" y="2154025"/>
                  <a:pt x="777040" y="2153776"/>
                  <a:pt x="777538" y="2153776"/>
                </a:cubicBezTo>
                <a:lnTo>
                  <a:pt x="798556" y="2153776"/>
                </a:lnTo>
                <a:cubicBezTo>
                  <a:pt x="799055" y="2153776"/>
                  <a:pt x="799553" y="2154108"/>
                  <a:pt x="799803" y="2154524"/>
                </a:cubicBezTo>
                <a:lnTo>
                  <a:pt x="810354" y="2172801"/>
                </a:lnTo>
                <a:cubicBezTo>
                  <a:pt x="810604" y="2173300"/>
                  <a:pt x="810603" y="2173881"/>
                  <a:pt x="810355" y="2174297"/>
                </a:cubicBezTo>
                <a:lnTo>
                  <a:pt x="799803" y="2192574"/>
                </a:lnTo>
                <a:cubicBezTo>
                  <a:pt x="799554" y="2193072"/>
                  <a:pt x="799056" y="2193322"/>
                  <a:pt x="798557" y="2193322"/>
                </a:cubicBezTo>
                <a:close/>
                <a:moveTo>
                  <a:pt x="2522938" y="2661000"/>
                </a:moveTo>
                <a:cubicBezTo>
                  <a:pt x="2522440" y="2661000"/>
                  <a:pt x="2521941" y="2660667"/>
                  <a:pt x="2521692" y="2660252"/>
                </a:cubicBezTo>
                <a:lnTo>
                  <a:pt x="2511141" y="2641975"/>
                </a:lnTo>
                <a:cubicBezTo>
                  <a:pt x="2510892" y="2641476"/>
                  <a:pt x="2510892" y="2640894"/>
                  <a:pt x="2511141" y="2640479"/>
                </a:cubicBezTo>
                <a:lnTo>
                  <a:pt x="2521692" y="2622202"/>
                </a:lnTo>
                <a:cubicBezTo>
                  <a:pt x="2521941" y="2621703"/>
                  <a:pt x="2522440" y="2621454"/>
                  <a:pt x="2522938" y="2621454"/>
                </a:cubicBezTo>
                <a:lnTo>
                  <a:pt x="2543957" y="2621454"/>
                </a:lnTo>
                <a:cubicBezTo>
                  <a:pt x="2544455" y="2621454"/>
                  <a:pt x="2544954" y="2621786"/>
                  <a:pt x="2545203" y="2622202"/>
                </a:cubicBezTo>
                <a:lnTo>
                  <a:pt x="2555754" y="2640479"/>
                </a:lnTo>
                <a:cubicBezTo>
                  <a:pt x="2556004" y="2640978"/>
                  <a:pt x="2556004" y="2641559"/>
                  <a:pt x="2555754" y="2641975"/>
                </a:cubicBezTo>
                <a:lnTo>
                  <a:pt x="2545203" y="2660252"/>
                </a:lnTo>
                <a:cubicBezTo>
                  <a:pt x="2544954" y="2660750"/>
                  <a:pt x="2544455" y="2661000"/>
                  <a:pt x="2543957" y="2661000"/>
                </a:cubicBezTo>
                <a:close/>
                <a:moveTo>
                  <a:pt x="1559935" y="2403155"/>
                </a:moveTo>
                <a:cubicBezTo>
                  <a:pt x="1559354" y="2403155"/>
                  <a:pt x="1558855" y="2402906"/>
                  <a:pt x="1558606" y="2402407"/>
                </a:cubicBezTo>
                <a:lnTo>
                  <a:pt x="1548055" y="2384047"/>
                </a:lnTo>
                <a:cubicBezTo>
                  <a:pt x="1547806" y="2383548"/>
                  <a:pt x="1547806" y="2383050"/>
                  <a:pt x="1548055" y="2382550"/>
                </a:cubicBezTo>
                <a:lnTo>
                  <a:pt x="1558606" y="2364190"/>
                </a:lnTo>
                <a:cubicBezTo>
                  <a:pt x="1558938" y="2363692"/>
                  <a:pt x="1559437" y="2363443"/>
                  <a:pt x="1559935" y="2363443"/>
                </a:cubicBezTo>
                <a:lnTo>
                  <a:pt x="1581121" y="2363443"/>
                </a:lnTo>
                <a:cubicBezTo>
                  <a:pt x="1581702" y="2363443"/>
                  <a:pt x="1582201" y="2363692"/>
                  <a:pt x="1582450" y="2364190"/>
                </a:cubicBezTo>
                <a:lnTo>
                  <a:pt x="1593001" y="2382551"/>
                </a:lnTo>
                <a:cubicBezTo>
                  <a:pt x="1593250" y="2383050"/>
                  <a:pt x="1593250" y="2383548"/>
                  <a:pt x="1593001" y="2384047"/>
                </a:cubicBezTo>
                <a:lnTo>
                  <a:pt x="1582450" y="2402407"/>
                </a:lnTo>
                <a:cubicBezTo>
                  <a:pt x="1582117" y="2402906"/>
                  <a:pt x="1581619" y="2403155"/>
                  <a:pt x="1581121" y="2403154"/>
                </a:cubicBezTo>
                <a:close/>
                <a:moveTo>
                  <a:pt x="1620121" y="2419281"/>
                </a:moveTo>
                <a:cubicBezTo>
                  <a:pt x="1619540" y="2419281"/>
                  <a:pt x="1619041" y="2419032"/>
                  <a:pt x="1618791" y="2418533"/>
                </a:cubicBezTo>
                <a:lnTo>
                  <a:pt x="1608241" y="2400173"/>
                </a:lnTo>
                <a:cubicBezTo>
                  <a:pt x="1607991" y="2399674"/>
                  <a:pt x="1607992" y="2399176"/>
                  <a:pt x="1608241" y="2398677"/>
                </a:cubicBezTo>
                <a:lnTo>
                  <a:pt x="1618791" y="2380317"/>
                </a:lnTo>
                <a:cubicBezTo>
                  <a:pt x="1619123" y="2379818"/>
                  <a:pt x="1619623" y="2379569"/>
                  <a:pt x="1620121" y="2379569"/>
                </a:cubicBezTo>
                <a:lnTo>
                  <a:pt x="1641307" y="2379569"/>
                </a:lnTo>
                <a:cubicBezTo>
                  <a:pt x="1641887" y="2379569"/>
                  <a:pt x="1642387" y="2379818"/>
                  <a:pt x="1642635" y="2380317"/>
                </a:cubicBezTo>
                <a:lnTo>
                  <a:pt x="1653186" y="2398677"/>
                </a:lnTo>
                <a:cubicBezTo>
                  <a:pt x="1653436" y="2399176"/>
                  <a:pt x="1653435" y="2399674"/>
                  <a:pt x="1653187" y="2400173"/>
                </a:cubicBezTo>
                <a:lnTo>
                  <a:pt x="1642636" y="2418533"/>
                </a:lnTo>
                <a:cubicBezTo>
                  <a:pt x="1642303" y="2419032"/>
                  <a:pt x="1641804" y="2419281"/>
                  <a:pt x="1641307" y="2419281"/>
                </a:cubicBezTo>
                <a:close/>
                <a:moveTo>
                  <a:pt x="2823764" y="2741892"/>
                </a:moveTo>
                <a:cubicBezTo>
                  <a:pt x="2823183" y="2741892"/>
                  <a:pt x="2822684" y="2741643"/>
                  <a:pt x="2822435" y="2741144"/>
                </a:cubicBezTo>
                <a:lnTo>
                  <a:pt x="2811801" y="2722701"/>
                </a:lnTo>
                <a:cubicBezTo>
                  <a:pt x="2811552" y="2722285"/>
                  <a:pt x="2811552" y="2721704"/>
                  <a:pt x="2811801" y="2721205"/>
                </a:cubicBezTo>
                <a:lnTo>
                  <a:pt x="2822435" y="2702762"/>
                </a:lnTo>
                <a:cubicBezTo>
                  <a:pt x="2822767" y="2702263"/>
                  <a:pt x="2823266" y="2702014"/>
                  <a:pt x="2823764" y="2702014"/>
                </a:cubicBezTo>
                <a:lnTo>
                  <a:pt x="2845033" y="2702014"/>
                </a:lnTo>
                <a:cubicBezTo>
                  <a:pt x="2845614" y="2702014"/>
                  <a:pt x="2846113" y="2702263"/>
                  <a:pt x="2846362" y="2702762"/>
                </a:cubicBezTo>
                <a:lnTo>
                  <a:pt x="2856996" y="2721205"/>
                </a:lnTo>
                <a:cubicBezTo>
                  <a:pt x="2857245" y="2721621"/>
                  <a:pt x="2857245" y="2722202"/>
                  <a:pt x="2856996" y="2722701"/>
                </a:cubicBezTo>
                <a:lnTo>
                  <a:pt x="2846362" y="2741144"/>
                </a:lnTo>
                <a:cubicBezTo>
                  <a:pt x="2846029" y="2741643"/>
                  <a:pt x="2845531" y="2741892"/>
                  <a:pt x="2845033" y="2741892"/>
                </a:cubicBezTo>
                <a:close/>
                <a:moveTo>
                  <a:pt x="2883950" y="2758018"/>
                </a:moveTo>
                <a:cubicBezTo>
                  <a:pt x="2883369" y="2758019"/>
                  <a:pt x="2882870" y="2757769"/>
                  <a:pt x="2882621" y="2757271"/>
                </a:cubicBezTo>
                <a:lnTo>
                  <a:pt x="2871987" y="2738827"/>
                </a:lnTo>
                <a:cubicBezTo>
                  <a:pt x="2871738" y="2738412"/>
                  <a:pt x="2871738" y="2737831"/>
                  <a:pt x="2871987" y="2737332"/>
                </a:cubicBezTo>
                <a:lnTo>
                  <a:pt x="2882621" y="2718889"/>
                </a:lnTo>
                <a:cubicBezTo>
                  <a:pt x="2882953" y="2718390"/>
                  <a:pt x="2883452" y="2718140"/>
                  <a:pt x="2883950" y="2718141"/>
                </a:cubicBezTo>
                <a:lnTo>
                  <a:pt x="2905219" y="2718140"/>
                </a:lnTo>
                <a:cubicBezTo>
                  <a:pt x="2905800" y="2718141"/>
                  <a:pt x="2906299" y="2718389"/>
                  <a:pt x="2906548" y="2718889"/>
                </a:cubicBezTo>
                <a:lnTo>
                  <a:pt x="2917182" y="2737332"/>
                </a:lnTo>
                <a:cubicBezTo>
                  <a:pt x="2917431" y="2737747"/>
                  <a:pt x="2917431" y="2738328"/>
                  <a:pt x="2917182" y="2738828"/>
                </a:cubicBezTo>
                <a:lnTo>
                  <a:pt x="2906548" y="2757270"/>
                </a:lnTo>
                <a:cubicBezTo>
                  <a:pt x="2906215" y="2757770"/>
                  <a:pt x="2905717" y="2758019"/>
                  <a:pt x="2905219" y="2758019"/>
                </a:cubicBezTo>
                <a:close/>
                <a:moveTo>
                  <a:pt x="3305254" y="2870906"/>
                </a:moveTo>
                <a:cubicBezTo>
                  <a:pt x="3304673" y="2870907"/>
                  <a:pt x="3304174" y="2870657"/>
                  <a:pt x="3303925" y="2870159"/>
                </a:cubicBezTo>
                <a:lnTo>
                  <a:pt x="3293291" y="2851716"/>
                </a:lnTo>
                <a:cubicBezTo>
                  <a:pt x="3293042" y="2851300"/>
                  <a:pt x="3293042" y="2850719"/>
                  <a:pt x="3293291" y="2850220"/>
                </a:cubicBezTo>
                <a:lnTo>
                  <a:pt x="3303925" y="2831777"/>
                </a:lnTo>
                <a:cubicBezTo>
                  <a:pt x="3304257" y="2831278"/>
                  <a:pt x="3304756" y="2831029"/>
                  <a:pt x="3305254" y="2831029"/>
                </a:cubicBezTo>
                <a:lnTo>
                  <a:pt x="3326523" y="2831028"/>
                </a:lnTo>
                <a:cubicBezTo>
                  <a:pt x="3327104" y="2831029"/>
                  <a:pt x="3327603" y="2831278"/>
                  <a:pt x="3327852" y="2831777"/>
                </a:cubicBezTo>
                <a:lnTo>
                  <a:pt x="3338486" y="2850220"/>
                </a:lnTo>
                <a:cubicBezTo>
                  <a:pt x="3338735" y="2850635"/>
                  <a:pt x="3338735" y="2851217"/>
                  <a:pt x="3338486" y="2851716"/>
                </a:cubicBezTo>
                <a:lnTo>
                  <a:pt x="3327852" y="2870159"/>
                </a:lnTo>
                <a:cubicBezTo>
                  <a:pt x="3327519" y="2870658"/>
                  <a:pt x="3327021" y="2870907"/>
                  <a:pt x="3326523" y="2870907"/>
                </a:cubicBezTo>
                <a:close/>
                <a:moveTo>
                  <a:pt x="1439397" y="2371056"/>
                </a:moveTo>
                <a:cubicBezTo>
                  <a:pt x="1438815" y="2371056"/>
                  <a:pt x="1438316" y="2370807"/>
                  <a:pt x="1438067" y="2370309"/>
                </a:cubicBezTo>
                <a:lnTo>
                  <a:pt x="1427434" y="2351782"/>
                </a:lnTo>
                <a:cubicBezTo>
                  <a:pt x="1427184" y="2351366"/>
                  <a:pt x="1427185" y="2350785"/>
                  <a:pt x="1427433" y="2350286"/>
                </a:cubicBezTo>
                <a:lnTo>
                  <a:pt x="1438150" y="2331760"/>
                </a:lnTo>
                <a:cubicBezTo>
                  <a:pt x="1438482" y="2331344"/>
                  <a:pt x="1438982" y="2331012"/>
                  <a:pt x="1439480" y="2331012"/>
                </a:cubicBezTo>
                <a:lnTo>
                  <a:pt x="1460831" y="2331012"/>
                </a:lnTo>
                <a:cubicBezTo>
                  <a:pt x="1461413" y="2331012"/>
                  <a:pt x="1461912" y="2331261"/>
                  <a:pt x="1462160" y="2331760"/>
                </a:cubicBezTo>
                <a:lnTo>
                  <a:pt x="1472794" y="2350286"/>
                </a:lnTo>
                <a:cubicBezTo>
                  <a:pt x="1473044" y="2350702"/>
                  <a:pt x="1473043" y="2351283"/>
                  <a:pt x="1472795" y="2351782"/>
                </a:cubicBezTo>
                <a:lnTo>
                  <a:pt x="1462077" y="2370309"/>
                </a:lnTo>
                <a:cubicBezTo>
                  <a:pt x="1461746" y="2370724"/>
                  <a:pt x="1461246" y="2371056"/>
                  <a:pt x="1460748" y="2371056"/>
                </a:cubicBezTo>
                <a:close/>
                <a:moveTo>
                  <a:pt x="1499583" y="2387183"/>
                </a:moveTo>
                <a:cubicBezTo>
                  <a:pt x="1499001" y="2387183"/>
                  <a:pt x="1498502" y="2386934"/>
                  <a:pt x="1498253" y="2386436"/>
                </a:cubicBezTo>
                <a:lnTo>
                  <a:pt x="1487619" y="2367909"/>
                </a:lnTo>
                <a:cubicBezTo>
                  <a:pt x="1487370" y="2367493"/>
                  <a:pt x="1487371" y="2366912"/>
                  <a:pt x="1487619" y="2366413"/>
                </a:cubicBezTo>
                <a:lnTo>
                  <a:pt x="1498336" y="2347887"/>
                </a:lnTo>
                <a:cubicBezTo>
                  <a:pt x="1498668" y="2347471"/>
                  <a:pt x="1499168" y="2347139"/>
                  <a:pt x="1499666" y="2347139"/>
                </a:cubicBezTo>
                <a:lnTo>
                  <a:pt x="1521017" y="2347139"/>
                </a:lnTo>
                <a:cubicBezTo>
                  <a:pt x="1521598" y="2347139"/>
                  <a:pt x="1522097" y="2347388"/>
                  <a:pt x="1522346" y="2347887"/>
                </a:cubicBezTo>
                <a:lnTo>
                  <a:pt x="1532980" y="2366413"/>
                </a:lnTo>
                <a:cubicBezTo>
                  <a:pt x="1533230" y="2366829"/>
                  <a:pt x="1533229" y="2367410"/>
                  <a:pt x="1532981" y="2367909"/>
                </a:cubicBezTo>
                <a:lnTo>
                  <a:pt x="1522263" y="2386436"/>
                </a:lnTo>
                <a:cubicBezTo>
                  <a:pt x="1521932" y="2386851"/>
                  <a:pt x="1521432" y="2387183"/>
                  <a:pt x="1520934" y="2387183"/>
                </a:cubicBezTo>
                <a:close/>
                <a:moveTo>
                  <a:pt x="1740329" y="2451690"/>
                </a:moveTo>
                <a:cubicBezTo>
                  <a:pt x="1739747" y="2451690"/>
                  <a:pt x="1739248" y="2451441"/>
                  <a:pt x="1738999" y="2450943"/>
                </a:cubicBezTo>
                <a:lnTo>
                  <a:pt x="1728365" y="2432416"/>
                </a:lnTo>
                <a:cubicBezTo>
                  <a:pt x="1728116" y="2432000"/>
                  <a:pt x="1728116" y="2431419"/>
                  <a:pt x="1728365" y="2430920"/>
                </a:cubicBezTo>
                <a:lnTo>
                  <a:pt x="1739082" y="2412394"/>
                </a:lnTo>
                <a:cubicBezTo>
                  <a:pt x="1739414" y="2411978"/>
                  <a:pt x="1739913" y="2411646"/>
                  <a:pt x="1740411" y="2411646"/>
                </a:cubicBezTo>
                <a:lnTo>
                  <a:pt x="1761763" y="2411646"/>
                </a:lnTo>
                <a:cubicBezTo>
                  <a:pt x="1762344" y="2411646"/>
                  <a:pt x="1762843" y="2411895"/>
                  <a:pt x="1763092" y="2412394"/>
                </a:cubicBezTo>
                <a:lnTo>
                  <a:pt x="1773726" y="2430920"/>
                </a:lnTo>
                <a:cubicBezTo>
                  <a:pt x="1773975" y="2431336"/>
                  <a:pt x="1773975" y="2431917"/>
                  <a:pt x="1773726" y="2432416"/>
                </a:cubicBezTo>
                <a:lnTo>
                  <a:pt x="1763009" y="2450943"/>
                </a:lnTo>
                <a:cubicBezTo>
                  <a:pt x="1762677" y="2451358"/>
                  <a:pt x="1762178" y="2451690"/>
                  <a:pt x="1761680" y="2451690"/>
                </a:cubicBezTo>
                <a:close/>
                <a:moveTo>
                  <a:pt x="2763494" y="2725847"/>
                </a:moveTo>
                <a:cubicBezTo>
                  <a:pt x="2762912" y="2725847"/>
                  <a:pt x="2762413" y="2725598"/>
                  <a:pt x="2762164" y="2725099"/>
                </a:cubicBezTo>
                <a:lnTo>
                  <a:pt x="2751530" y="2706573"/>
                </a:lnTo>
                <a:cubicBezTo>
                  <a:pt x="2751281" y="2706157"/>
                  <a:pt x="2751282" y="2705576"/>
                  <a:pt x="2751530" y="2705077"/>
                </a:cubicBezTo>
                <a:lnTo>
                  <a:pt x="2762247" y="2686551"/>
                </a:lnTo>
                <a:cubicBezTo>
                  <a:pt x="2762580" y="2686134"/>
                  <a:pt x="2763079" y="2685803"/>
                  <a:pt x="2763578" y="2685803"/>
                </a:cubicBezTo>
                <a:lnTo>
                  <a:pt x="2784928" y="2685802"/>
                </a:lnTo>
                <a:cubicBezTo>
                  <a:pt x="2785509" y="2685803"/>
                  <a:pt x="2786009" y="2686052"/>
                  <a:pt x="2786257" y="2686551"/>
                </a:cubicBezTo>
                <a:lnTo>
                  <a:pt x="2796891" y="2705077"/>
                </a:lnTo>
                <a:cubicBezTo>
                  <a:pt x="2797141" y="2705493"/>
                  <a:pt x="2797141" y="2706074"/>
                  <a:pt x="2796892" y="2706573"/>
                </a:cubicBezTo>
                <a:lnTo>
                  <a:pt x="2786174" y="2725100"/>
                </a:lnTo>
                <a:cubicBezTo>
                  <a:pt x="2785843" y="2725515"/>
                  <a:pt x="2785343" y="2725847"/>
                  <a:pt x="2784845" y="2725846"/>
                </a:cubicBezTo>
                <a:close/>
                <a:moveTo>
                  <a:pt x="2703225" y="2709887"/>
                </a:moveTo>
                <a:cubicBezTo>
                  <a:pt x="2702643" y="2709887"/>
                  <a:pt x="2702145" y="2709638"/>
                  <a:pt x="2701895" y="2709140"/>
                </a:cubicBezTo>
                <a:lnTo>
                  <a:pt x="2691095" y="2690447"/>
                </a:lnTo>
                <a:cubicBezTo>
                  <a:pt x="2690846" y="2690032"/>
                  <a:pt x="2690846" y="2689450"/>
                  <a:pt x="2691095" y="2688951"/>
                </a:cubicBezTo>
                <a:lnTo>
                  <a:pt x="2701895" y="2670259"/>
                </a:lnTo>
                <a:cubicBezTo>
                  <a:pt x="2702145" y="2669843"/>
                  <a:pt x="2702726" y="2669511"/>
                  <a:pt x="2703225" y="2669511"/>
                </a:cubicBezTo>
                <a:lnTo>
                  <a:pt x="2724825" y="2669511"/>
                </a:lnTo>
                <a:cubicBezTo>
                  <a:pt x="2725407" y="2669511"/>
                  <a:pt x="2725905" y="2669760"/>
                  <a:pt x="2726155" y="2670259"/>
                </a:cubicBezTo>
                <a:lnTo>
                  <a:pt x="2736955" y="2688951"/>
                </a:lnTo>
                <a:cubicBezTo>
                  <a:pt x="2737204" y="2689367"/>
                  <a:pt x="2737204" y="2689948"/>
                  <a:pt x="2736955" y="2690447"/>
                </a:cubicBezTo>
                <a:lnTo>
                  <a:pt x="2726154" y="2709140"/>
                </a:lnTo>
                <a:cubicBezTo>
                  <a:pt x="2725905" y="2709555"/>
                  <a:pt x="2725323" y="2709887"/>
                  <a:pt x="2724825" y="2709887"/>
                </a:cubicBezTo>
                <a:close/>
                <a:moveTo>
                  <a:pt x="1680059" y="2435730"/>
                </a:moveTo>
                <a:cubicBezTo>
                  <a:pt x="1679478" y="2435730"/>
                  <a:pt x="1678979" y="2435481"/>
                  <a:pt x="1678730" y="2434984"/>
                </a:cubicBezTo>
                <a:lnTo>
                  <a:pt x="1667930" y="2416290"/>
                </a:lnTo>
                <a:cubicBezTo>
                  <a:pt x="1667681" y="2415876"/>
                  <a:pt x="1667681" y="2415293"/>
                  <a:pt x="1667929" y="2414794"/>
                </a:cubicBezTo>
                <a:lnTo>
                  <a:pt x="1678730" y="2396102"/>
                </a:lnTo>
                <a:cubicBezTo>
                  <a:pt x="1678978" y="2395686"/>
                  <a:pt x="1679561" y="2395355"/>
                  <a:pt x="1680059" y="2395354"/>
                </a:cubicBezTo>
                <a:lnTo>
                  <a:pt x="1701660" y="2395354"/>
                </a:lnTo>
                <a:cubicBezTo>
                  <a:pt x="1702240" y="2395355"/>
                  <a:pt x="1702740" y="2395603"/>
                  <a:pt x="1702989" y="2396102"/>
                </a:cubicBezTo>
                <a:lnTo>
                  <a:pt x="1713790" y="2414795"/>
                </a:lnTo>
                <a:cubicBezTo>
                  <a:pt x="1714038" y="2415210"/>
                  <a:pt x="1714039" y="2415791"/>
                  <a:pt x="1713790" y="2416291"/>
                </a:cubicBezTo>
                <a:lnTo>
                  <a:pt x="1702989" y="2434983"/>
                </a:lnTo>
                <a:cubicBezTo>
                  <a:pt x="1702740" y="2435398"/>
                  <a:pt x="1702158" y="2435730"/>
                  <a:pt x="1701660" y="2435730"/>
                </a:cubicBezTo>
                <a:close/>
                <a:moveTo>
                  <a:pt x="2943968" y="2774489"/>
                </a:moveTo>
                <a:cubicBezTo>
                  <a:pt x="2943387" y="2774489"/>
                  <a:pt x="2942888" y="2774239"/>
                  <a:pt x="2942639" y="2773741"/>
                </a:cubicBezTo>
                <a:lnTo>
                  <a:pt x="2931839" y="2754965"/>
                </a:lnTo>
                <a:cubicBezTo>
                  <a:pt x="2931590" y="2754550"/>
                  <a:pt x="2931591" y="2753968"/>
                  <a:pt x="2931839" y="2753470"/>
                </a:cubicBezTo>
                <a:lnTo>
                  <a:pt x="2942639" y="2734694"/>
                </a:lnTo>
                <a:cubicBezTo>
                  <a:pt x="2942888" y="2734278"/>
                  <a:pt x="2943470" y="2733946"/>
                  <a:pt x="2943968" y="2733946"/>
                </a:cubicBezTo>
                <a:lnTo>
                  <a:pt x="2965652" y="2733946"/>
                </a:lnTo>
                <a:cubicBezTo>
                  <a:pt x="2966234" y="2733946"/>
                  <a:pt x="2966732" y="2734195"/>
                  <a:pt x="2966981" y="2734694"/>
                </a:cubicBezTo>
                <a:lnTo>
                  <a:pt x="2977782" y="2753470"/>
                </a:lnTo>
                <a:cubicBezTo>
                  <a:pt x="2978031" y="2753885"/>
                  <a:pt x="2978031" y="2754467"/>
                  <a:pt x="2977782" y="2754965"/>
                </a:cubicBezTo>
                <a:lnTo>
                  <a:pt x="2966981" y="2773741"/>
                </a:lnTo>
                <a:cubicBezTo>
                  <a:pt x="2966732" y="2774156"/>
                  <a:pt x="2966150" y="2774489"/>
                  <a:pt x="2965652" y="2774489"/>
                </a:cubicBezTo>
                <a:close/>
                <a:moveTo>
                  <a:pt x="3606017" y="2951884"/>
                </a:moveTo>
                <a:cubicBezTo>
                  <a:pt x="3605436" y="2951884"/>
                  <a:pt x="3604937" y="2951635"/>
                  <a:pt x="3604688" y="2951136"/>
                </a:cubicBezTo>
                <a:lnTo>
                  <a:pt x="3593888" y="2932360"/>
                </a:lnTo>
                <a:cubicBezTo>
                  <a:pt x="3593639" y="2931946"/>
                  <a:pt x="3593639" y="2931364"/>
                  <a:pt x="3593888" y="2930865"/>
                </a:cubicBezTo>
                <a:lnTo>
                  <a:pt x="3604688" y="2912089"/>
                </a:lnTo>
                <a:cubicBezTo>
                  <a:pt x="3604937" y="2911673"/>
                  <a:pt x="3605519" y="2911342"/>
                  <a:pt x="3606017" y="2911341"/>
                </a:cubicBezTo>
                <a:lnTo>
                  <a:pt x="3627701" y="2911341"/>
                </a:lnTo>
                <a:cubicBezTo>
                  <a:pt x="3628283" y="2911341"/>
                  <a:pt x="3628781" y="2911590"/>
                  <a:pt x="3629030" y="2912090"/>
                </a:cubicBezTo>
                <a:lnTo>
                  <a:pt x="3639831" y="2930865"/>
                </a:lnTo>
                <a:cubicBezTo>
                  <a:pt x="3640080" y="2931280"/>
                  <a:pt x="3640080" y="2931863"/>
                  <a:pt x="3639831" y="2932361"/>
                </a:cubicBezTo>
                <a:lnTo>
                  <a:pt x="3629030" y="2951137"/>
                </a:lnTo>
                <a:cubicBezTo>
                  <a:pt x="3628781" y="2951552"/>
                  <a:pt x="3628199" y="2951885"/>
                  <a:pt x="3627701" y="2951885"/>
                </a:cubicBezTo>
                <a:close/>
                <a:moveTo>
                  <a:pt x="3064271" y="2806817"/>
                </a:moveTo>
                <a:cubicBezTo>
                  <a:pt x="3063689" y="2806817"/>
                  <a:pt x="3063190" y="2806567"/>
                  <a:pt x="3062941" y="2806068"/>
                </a:cubicBezTo>
                <a:lnTo>
                  <a:pt x="3052058" y="2787210"/>
                </a:lnTo>
                <a:cubicBezTo>
                  <a:pt x="3051809" y="2786712"/>
                  <a:pt x="3051809" y="2786130"/>
                  <a:pt x="3052058" y="2785632"/>
                </a:cubicBezTo>
                <a:lnTo>
                  <a:pt x="3062941" y="2766773"/>
                </a:lnTo>
                <a:cubicBezTo>
                  <a:pt x="3063190" y="2766357"/>
                  <a:pt x="3063689" y="2766025"/>
                  <a:pt x="3064271" y="2766024"/>
                </a:cubicBezTo>
                <a:lnTo>
                  <a:pt x="3086037" y="2766024"/>
                </a:lnTo>
                <a:cubicBezTo>
                  <a:pt x="3086619" y="2766025"/>
                  <a:pt x="3087117" y="2766273"/>
                  <a:pt x="3087367" y="2766773"/>
                </a:cubicBezTo>
                <a:lnTo>
                  <a:pt x="3098250" y="2785632"/>
                </a:lnTo>
                <a:cubicBezTo>
                  <a:pt x="3098499" y="2786130"/>
                  <a:pt x="3098499" y="2786712"/>
                  <a:pt x="3098250" y="2787210"/>
                </a:cubicBezTo>
                <a:lnTo>
                  <a:pt x="3087367" y="2806069"/>
                </a:lnTo>
                <a:cubicBezTo>
                  <a:pt x="3087117" y="2806485"/>
                  <a:pt x="3086619" y="2806817"/>
                  <a:pt x="3086037" y="2806817"/>
                </a:cubicBezTo>
                <a:close/>
                <a:moveTo>
                  <a:pt x="2513083" y="2705524"/>
                </a:moveTo>
                <a:cubicBezTo>
                  <a:pt x="2512834" y="2705524"/>
                  <a:pt x="2512334" y="2705109"/>
                  <a:pt x="2512334" y="2705109"/>
                </a:cubicBezTo>
                <a:lnTo>
                  <a:pt x="2505937" y="2693976"/>
                </a:lnTo>
                <a:cubicBezTo>
                  <a:pt x="2505772" y="2693727"/>
                  <a:pt x="2505937" y="2693062"/>
                  <a:pt x="2505937" y="2693062"/>
                </a:cubicBezTo>
                <a:lnTo>
                  <a:pt x="2512335" y="2681930"/>
                </a:lnTo>
                <a:cubicBezTo>
                  <a:pt x="2512500" y="2681680"/>
                  <a:pt x="2513083" y="2681514"/>
                  <a:pt x="2513083" y="2681514"/>
                </a:cubicBezTo>
                <a:lnTo>
                  <a:pt x="2525877" y="2681514"/>
                </a:lnTo>
                <a:cubicBezTo>
                  <a:pt x="2526126" y="2681514"/>
                  <a:pt x="2526623" y="2681930"/>
                  <a:pt x="2526623" y="2681930"/>
                </a:cubicBezTo>
                <a:lnTo>
                  <a:pt x="2533022" y="2693062"/>
                </a:lnTo>
                <a:cubicBezTo>
                  <a:pt x="2533188" y="2693311"/>
                  <a:pt x="2533022" y="2693976"/>
                  <a:pt x="2533022" y="2693976"/>
                </a:cubicBezTo>
                <a:lnTo>
                  <a:pt x="2526624" y="2705109"/>
                </a:lnTo>
                <a:cubicBezTo>
                  <a:pt x="2526458" y="2705358"/>
                  <a:pt x="2525876" y="2705524"/>
                  <a:pt x="2525876" y="2705524"/>
                </a:cubicBezTo>
                <a:close/>
                <a:moveTo>
                  <a:pt x="1188662" y="2351410"/>
                </a:moveTo>
                <a:cubicBezTo>
                  <a:pt x="1188330" y="2351410"/>
                  <a:pt x="1187831" y="2350912"/>
                  <a:pt x="1187831" y="2350912"/>
                </a:cubicBezTo>
                <a:lnTo>
                  <a:pt x="1181102" y="2339198"/>
                </a:lnTo>
                <a:cubicBezTo>
                  <a:pt x="1180936" y="2338865"/>
                  <a:pt x="1181102" y="2338201"/>
                  <a:pt x="1181102" y="2338201"/>
                </a:cubicBezTo>
                <a:lnTo>
                  <a:pt x="1187831" y="2326486"/>
                </a:lnTo>
                <a:cubicBezTo>
                  <a:pt x="1187997" y="2326154"/>
                  <a:pt x="1188662" y="2325988"/>
                  <a:pt x="1188662" y="2325988"/>
                </a:cubicBezTo>
                <a:lnTo>
                  <a:pt x="1202204" y="2325988"/>
                </a:lnTo>
                <a:cubicBezTo>
                  <a:pt x="1202536" y="2325988"/>
                  <a:pt x="1203034" y="2326486"/>
                  <a:pt x="1203034" y="2326486"/>
                </a:cubicBezTo>
                <a:lnTo>
                  <a:pt x="1209764" y="2338201"/>
                </a:lnTo>
                <a:cubicBezTo>
                  <a:pt x="1209930" y="2338533"/>
                  <a:pt x="1209764" y="2339198"/>
                  <a:pt x="1209764" y="2339198"/>
                </a:cubicBezTo>
                <a:lnTo>
                  <a:pt x="1203034" y="2350912"/>
                </a:lnTo>
                <a:cubicBezTo>
                  <a:pt x="1202869" y="2351244"/>
                  <a:pt x="1202204" y="2351410"/>
                  <a:pt x="1202204" y="2351410"/>
                </a:cubicBezTo>
                <a:close/>
                <a:moveTo>
                  <a:pt x="4980312" y="3367475"/>
                </a:moveTo>
                <a:cubicBezTo>
                  <a:pt x="4979980" y="3367475"/>
                  <a:pt x="4979482" y="3366976"/>
                  <a:pt x="4979482" y="3366976"/>
                </a:cubicBezTo>
                <a:lnTo>
                  <a:pt x="4972670" y="3355179"/>
                </a:lnTo>
                <a:cubicBezTo>
                  <a:pt x="4972503" y="3354846"/>
                  <a:pt x="4972670" y="3354182"/>
                  <a:pt x="4972670" y="3354182"/>
                </a:cubicBezTo>
                <a:lnTo>
                  <a:pt x="4979481" y="3342384"/>
                </a:lnTo>
                <a:cubicBezTo>
                  <a:pt x="4979649" y="3342052"/>
                  <a:pt x="4980312" y="3341886"/>
                  <a:pt x="4980312" y="3341886"/>
                </a:cubicBezTo>
                <a:lnTo>
                  <a:pt x="4993937" y="3341886"/>
                </a:lnTo>
                <a:cubicBezTo>
                  <a:pt x="4994269" y="3341886"/>
                  <a:pt x="4994768" y="3342384"/>
                  <a:pt x="4994768" y="3342384"/>
                </a:cubicBezTo>
                <a:lnTo>
                  <a:pt x="5001580" y="3354182"/>
                </a:lnTo>
                <a:cubicBezTo>
                  <a:pt x="5001747" y="3354514"/>
                  <a:pt x="5001580" y="3355179"/>
                  <a:pt x="5001580" y="3355179"/>
                </a:cubicBezTo>
                <a:lnTo>
                  <a:pt x="4994768" y="3366976"/>
                </a:lnTo>
                <a:cubicBezTo>
                  <a:pt x="4994602" y="3367308"/>
                  <a:pt x="4993938" y="3367475"/>
                  <a:pt x="4993938" y="3367475"/>
                </a:cubicBezTo>
                <a:close/>
                <a:moveTo>
                  <a:pt x="4497660" y="3240620"/>
                </a:moveTo>
                <a:cubicBezTo>
                  <a:pt x="4497246" y="3240620"/>
                  <a:pt x="4496663" y="3240039"/>
                  <a:pt x="4496663" y="3240039"/>
                </a:cubicBezTo>
                <a:lnTo>
                  <a:pt x="4488688" y="3226248"/>
                </a:lnTo>
                <a:cubicBezTo>
                  <a:pt x="4488522" y="3225832"/>
                  <a:pt x="4488688" y="3225085"/>
                  <a:pt x="4488688" y="3225085"/>
                </a:cubicBezTo>
                <a:lnTo>
                  <a:pt x="4496663" y="3211293"/>
                </a:lnTo>
                <a:cubicBezTo>
                  <a:pt x="4496914" y="3210961"/>
                  <a:pt x="4497661" y="3210712"/>
                  <a:pt x="4497661" y="3210712"/>
                </a:cubicBezTo>
                <a:lnTo>
                  <a:pt x="4513613" y="3210712"/>
                </a:lnTo>
                <a:cubicBezTo>
                  <a:pt x="4514027" y="3210712"/>
                  <a:pt x="4514609" y="3211293"/>
                  <a:pt x="4514609" y="3211293"/>
                </a:cubicBezTo>
                <a:lnTo>
                  <a:pt x="4522584" y="3225085"/>
                </a:lnTo>
                <a:cubicBezTo>
                  <a:pt x="4522751" y="3225500"/>
                  <a:pt x="4522584" y="3226247"/>
                  <a:pt x="4522584" y="3226247"/>
                </a:cubicBezTo>
                <a:lnTo>
                  <a:pt x="4514609" y="3240039"/>
                </a:lnTo>
                <a:cubicBezTo>
                  <a:pt x="4514359" y="3240371"/>
                  <a:pt x="4513612" y="3240620"/>
                  <a:pt x="4513612" y="3240620"/>
                </a:cubicBezTo>
                <a:close/>
                <a:moveTo>
                  <a:pt x="3654804" y="3015259"/>
                </a:moveTo>
                <a:cubicBezTo>
                  <a:pt x="3654389" y="3015260"/>
                  <a:pt x="3653807" y="3014679"/>
                  <a:pt x="3653807" y="3014679"/>
                </a:cubicBezTo>
                <a:lnTo>
                  <a:pt x="3645665" y="3000471"/>
                </a:lnTo>
                <a:cubicBezTo>
                  <a:pt x="3645416" y="3000139"/>
                  <a:pt x="3645665" y="2999309"/>
                  <a:pt x="3645665" y="2999309"/>
                </a:cubicBezTo>
                <a:lnTo>
                  <a:pt x="3653890" y="2985103"/>
                </a:lnTo>
                <a:cubicBezTo>
                  <a:pt x="3654140" y="2984769"/>
                  <a:pt x="3654886" y="2984521"/>
                  <a:pt x="3654886" y="2984521"/>
                </a:cubicBezTo>
                <a:lnTo>
                  <a:pt x="3671254" y="2984521"/>
                </a:lnTo>
                <a:cubicBezTo>
                  <a:pt x="3671669" y="2984521"/>
                  <a:pt x="3672250" y="2985103"/>
                  <a:pt x="3672250" y="2985103"/>
                </a:cubicBezTo>
                <a:lnTo>
                  <a:pt x="3680393" y="2999309"/>
                </a:lnTo>
                <a:cubicBezTo>
                  <a:pt x="3680642" y="2999641"/>
                  <a:pt x="3680393" y="3000472"/>
                  <a:pt x="3680393" y="3000472"/>
                </a:cubicBezTo>
                <a:lnTo>
                  <a:pt x="3672167" y="3014679"/>
                </a:lnTo>
                <a:cubicBezTo>
                  <a:pt x="3671918" y="3015011"/>
                  <a:pt x="3671170" y="3015260"/>
                  <a:pt x="3671170" y="3015260"/>
                </a:cubicBezTo>
                <a:close/>
                <a:moveTo>
                  <a:pt x="4557350" y="3257568"/>
                </a:moveTo>
                <a:cubicBezTo>
                  <a:pt x="4556934" y="3257568"/>
                  <a:pt x="4556352" y="3256985"/>
                  <a:pt x="4556352" y="3256985"/>
                </a:cubicBezTo>
                <a:lnTo>
                  <a:pt x="4547879" y="3242365"/>
                </a:lnTo>
                <a:cubicBezTo>
                  <a:pt x="4547630" y="3242031"/>
                  <a:pt x="4547879" y="3241201"/>
                  <a:pt x="4547879" y="3241201"/>
                </a:cubicBezTo>
                <a:lnTo>
                  <a:pt x="4556353" y="3226580"/>
                </a:lnTo>
                <a:cubicBezTo>
                  <a:pt x="4556518" y="3226246"/>
                  <a:pt x="4556934" y="3225997"/>
                  <a:pt x="4557350" y="3225998"/>
                </a:cubicBezTo>
                <a:lnTo>
                  <a:pt x="4574215" y="3225998"/>
                </a:lnTo>
                <a:cubicBezTo>
                  <a:pt x="4574630" y="3225997"/>
                  <a:pt x="4575212" y="3226579"/>
                  <a:pt x="4575212" y="3226579"/>
                </a:cubicBezTo>
                <a:lnTo>
                  <a:pt x="4583686" y="3241201"/>
                </a:lnTo>
                <a:cubicBezTo>
                  <a:pt x="4583935" y="3241534"/>
                  <a:pt x="4583686" y="3242365"/>
                  <a:pt x="4583686" y="3242365"/>
                </a:cubicBezTo>
                <a:lnTo>
                  <a:pt x="4575212" y="3256986"/>
                </a:lnTo>
                <a:cubicBezTo>
                  <a:pt x="4575046" y="3257319"/>
                  <a:pt x="4574630" y="3257567"/>
                  <a:pt x="4574214" y="3257568"/>
                </a:cubicBezTo>
                <a:close/>
                <a:moveTo>
                  <a:pt x="3473974" y="2967457"/>
                </a:moveTo>
                <a:cubicBezTo>
                  <a:pt x="3473559" y="2967457"/>
                  <a:pt x="3472978" y="2966876"/>
                  <a:pt x="3472978" y="2966876"/>
                </a:cubicBezTo>
                <a:lnTo>
                  <a:pt x="3464503" y="2952171"/>
                </a:lnTo>
                <a:cubicBezTo>
                  <a:pt x="3464255" y="2951838"/>
                  <a:pt x="3464503" y="2951008"/>
                  <a:pt x="3464503" y="2951008"/>
                </a:cubicBezTo>
                <a:lnTo>
                  <a:pt x="3472978" y="2936303"/>
                </a:lnTo>
                <a:cubicBezTo>
                  <a:pt x="3473143" y="2935970"/>
                  <a:pt x="3473558" y="2935721"/>
                  <a:pt x="3473975" y="2935721"/>
                </a:cubicBezTo>
                <a:lnTo>
                  <a:pt x="3490923" y="2935721"/>
                </a:lnTo>
                <a:cubicBezTo>
                  <a:pt x="3491337" y="2935721"/>
                  <a:pt x="3491919" y="2936303"/>
                  <a:pt x="3491919" y="2936303"/>
                </a:cubicBezTo>
                <a:lnTo>
                  <a:pt x="3500393" y="2951008"/>
                </a:lnTo>
                <a:cubicBezTo>
                  <a:pt x="3500642" y="2951340"/>
                  <a:pt x="3500393" y="2952171"/>
                  <a:pt x="3500393" y="2952171"/>
                </a:cubicBezTo>
                <a:lnTo>
                  <a:pt x="3491920" y="2966876"/>
                </a:lnTo>
                <a:cubicBezTo>
                  <a:pt x="3491754" y="2967208"/>
                  <a:pt x="3491337" y="2967457"/>
                  <a:pt x="3490922" y="2967457"/>
                </a:cubicBezTo>
                <a:close/>
                <a:moveTo>
                  <a:pt x="3594274" y="2999796"/>
                </a:moveTo>
                <a:cubicBezTo>
                  <a:pt x="3593776" y="2999796"/>
                  <a:pt x="3593194" y="2999214"/>
                  <a:pt x="3593194" y="2999214"/>
                </a:cubicBezTo>
                <a:lnTo>
                  <a:pt x="3584637" y="2984426"/>
                </a:lnTo>
                <a:cubicBezTo>
                  <a:pt x="3584388" y="2984010"/>
                  <a:pt x="3584637" y="2983180"/>
                  <a:pt x="3584637" y="2983180"/>
                </a:cubicBezTo>
                <a:lnTo>
                  <a:pt x="3593194" y="2968392"/>
                </a:lnTo>
                <a:cubicBezTo>
                  <a:pt x="3593443" y="2968059"/>
                  <a:pt x="3593859" y="2967810"/>
                  <a:pt x="3594274" y="2967810"/>
                </a:cubicBezTo>
                <a:lnTo>
                  <a:pt x="3611388" y="2967810"/>
                </a:lnTo>
                <a:cubicBezTo>
                  <a:pt x="3611887" y="2967810"/>
                  <a:pt x="3612468" y="2968392"/>
                  <a:pt x="3612468" y="2968392"/>
                </a:cubicBezTo>
                <a:lnTo>
                  <a:pt x="3621025" y="2983180"/>
                </a:lnTo>
                <a:cubicBezTo>
                  <a:pt x="3621275" y="2983595"/>
                  <a:pt x="3621025" y="2984426"/>
                  <a:pt x="3621025" y="2984426"/>
                </a:cubicBezTo>
                <a:lnTo>
                  <a:pt x="3612468" y="2999214"/>
                </a:lnTo>
                <a:cubicBezTo>
                  <a:pt x="3612219" y="2999546"/>
                  <a:pt x="3611804" y="2999796"/>
                  <a:pt x="3611388" y="2999796"/>
                </a:cubicBezTo>
                <a:close/>
                <a:moveTo>
                  <a:pt x="2570715" y="2726380"/>
                </a:moveTo>
                <a:cubicBezTo>
                  <a:pt x="2570300" y="2726380"/>
                  <a:pt x="2569635" y="2725715"/>
                  <a:pt x="2569635" y="2725715"/>
                </a:cubicBezTo>
                <a:lnTo>
                  <a:pt x="2560663" y="2710179"/>
                </a:lnTo>
                <a:cubicBezTo>
                  <a:pt x="2560414" y="2709847"/>
                  <a:pt x="2560663" y="2708933"/>
                  <a:pt x="2560663" y="2708933"/>
                </a:cubicBezTo>
                <a:lnTo>
                  <a:pt x="2569635" y="2693398"/>
                </a:lnTo>
                <a:cubicBezTo>
                  <a:pt x="2569884" y="2692982"/>
                  <a:pt x="2570300" y="2692733"/>
                  <a:pt x="2570715" y="2692733"/>
                </a:cubicBezTo>
                <a:lnTo>
                  <a:pt x="2588577" y="2692733"/>
                </a:lnTo>
                <a:cubicBezTo>
                  <a:pt x="2588993" y="2692733"/>
                  <a:pt x="2589657" y="2693398"/>
                  <a:pt x="2589657" y="2693398"/>
                </a:cubicBezTo>
                <a:lnTo>
                  <a:pt x="2598630" y="2708933"/>
                </a:lnTo>
                <a:cubicBezTo>
                  <a:pt x="2598879" y="2709266"/>
                  <a:pt x="2598630" y="2710179"/>
                  <a:pt x="2598630" y="2710179"/>
                </a:cubicBezTo>
                <a:lnTo>
                  <a:pt x="2589657" y="2725715"/>
                </a:lnTo>
                <a:cubicBezTo>
                  <a:pt x="2589408" y="2726131"/>
                  <a:pt x="2588993" y="2726380"/>
                  <a:pt x="2588577" y="2726380"/>
                </a:cubicBezTo>
                <a:close/>
                <a:moveTo>
                  <a:pt x="102924" y="2065523"/>
                </a:moveTo>
                <a:cubicBezTo>
                  <a:pt x="102508" y="2065523"/>
                  <a:pt x="101843" y="2064858"/>
                  <a:pt x="101843" y="2064858"/>
                </a:cubicBezTo>
                <a:lnTo>
                  <a:pt x="92705" y="2048990"/>
                </a:lnTo>
                <a:cubicBezTo>
                  <a:pt x="92456" y="2048575"/>
                  <a:pt x="92705" y="2047661"/>
                  <a:pt x="92705" y="2047661"/>
                </a:cubicBezTo>
                <a:lnTo>
                  <a:pt x="101843" y="2031793"/>
                </a:lnTo>
                <a:cubicBezTo>
                  <a:pt x="102008" y="2031377"/>
                  <a:pt x="102508" y="2031128"/>
                  <a:pt x="102923" y="2031128"/>
                </a:cubicBezTo>
                <a:lnTo>
                  <a:pt x="121201" y="2031128"/>
                </a:lnTo>
                <a:cubicBezTo>
                  <a:pt x="121617" y="2031128"/>
                  <a:pt x="122280" y="2031793"/>
                  <a:pt x="122280" y="2031793"/>
                </a:cubicBezTo>
                <a:lnTo>
                  <a:pt x="131420" y="2047661"/>
                </a:lnTo>
                <a:cubicBezTo>
                  <a:pt x="131668" y="2048076"/>
                  <a:pt x="131420" y="2048990"/>
                  <a:pt x="131420" y="2048990"/>
                </a:cubicBezTo>
                <a:lnTo>
                  <a:pt x="122280" y="2064858"/>
                </a:lnTo>
                <a:cubicBezTo>
                  <a:pt x="122114" y="2065273"/>
                  <a:pt x="121617" y="2065523"/>
                  <a:pt x="121201" y="2065523"/>
                </a:cubicBezTo>
                <a:close/>
                <a:moveTo>
                  <a:pt x="3413062" y="2952663"/>
                </a:moveTo>
                <a:cubicBezTo>
                  <a:pt x="3412563" y="2952663"/>
                  <a:pt x="3411899" y="2951998"/>
                  <a:pt x="3411899" y="2951998"/>
                </a:cubicBezTo>
                <a:lnTo>
                  <a:pt x="3402677" y="2936047"/>
                </a:lnTo>
                <a:cubicBezTo>
                  <a:pt x="3402427" y="2935632"/>
                  <a:pt x="3402677" y="2934718"/>
                  <a:pt x="3402677" y="2934718"/>
                </a:cubicBezTo>
                <a:lnTo>
                  <a:pt x="3411899" y="2918767"/>
                </a:lnTo>
                <a:cubicBezTo>
                  <a:pt x="3412148" y="2918351"/>
                  <a:pt x="3412563" y="2918102"/>
                  <a:pt x="3413062" y="2918102"/>
                </a:cubicBezTo>
                <a:lnTo>
                  <a:pt x="3431505" y="2918102"/>
                </a:lnTo>
                <a:cubicBezTo>
                  <a:pt x="3432004" y="2918102"/>
                  <a:pt x="3432668" y="2918767"/>
                  <a:pt x="3432668" y="2918767"/>
                </a:cubicBezTo>
                <a:lnTo>
                  <a:pt x="3441890" y="2934718"/>
                </a:lnTo>
                <a:cubicBezTo>
                  <a:pt x="3442139" y="2935133"/>
                  <a:pt x="3441890" y="2936047"/>
                  <a:pt x="3441890" y="2936047"/>
                </a:cubicBezTo>
                <a:lnTo>
                  <a:pt x="3432668" y="2951998"/>
                </a:lnTo>
                <a:cubicBezTo>
                  <a:pt x="3432419" y="2952413"/>
                  <a:pt x="3432004" y="2952663"/>
                  <a:pt x="3431505" y="2952663"/>
                </a:cubicBezTo>
                <a:close/>
                <a:moveTo>
                  <a:pt x="162840" y="2082050"/>
                </a:moveTo>
                <a:cubicBezTo>
                  <a:pt x="162341" y="2082050"/>
                  <a:pt x="161677" y="2081386"/>
                  <a:pt x="161677" y="2081386"/>
                </a:cubicBezTo>
                <a:lnTo>
                  <a:pt x="152289" y="2065185"/>
                </a:lnTo>
                <a:cubicBezTo>
                  <a:pt x="152040" y="2064770"/>
                  <a:pt x="152289" y="2063856"/>
                  <a:pt x="152289" y="2063856"/>
                </a:cubicBezTo>
                <a:lnTo>
                  <a:pt x="161677" y="2047656"/>
                </a:lnTo>
                <a:cubicBezTo>
                  <a:pt x="161926" y="2047240"/>
                  <a:pt x="162341" y="2046991"/>
                  <a:pt x="162840" y="2046991"/>
                </a:cubicBezTo>
                <a:lnTo>
                  <a:pt x="181534" y="2046991"/>
                </a:lnTo>
                <a:cubicBezTo>
                  <a:pt x="182032" y="2046991"/>
                  <a:pt x="182696" y="2047656"/>
                  <a:pt x="182696" y="2047656"/>
                </a:cubicBezTo>
                <a:lnTo>
                  <a:pt x="192084" y="2063856"/>
                </a:lnTo>
                <a:cubicBezTo>
                  <a:pt x="192333" y="2064271"/>
                  <a:pt x="192084" y="2065185"/>
                  <a:pt x="192084" y="2065185"/>
                </a:cubicBezTo>
                <a:lnTo>
                  <a:pt x="182696" y="2081386"/>
                </a:lnTo>
                <a:cubicBezTo>
                  <a:pt x="182446" y="2081801"/>
                  <a:pt x="182032" y="2082050"/>
                  <a:pt x="181533" y="2082050"/>
                </a:cubicBezTo>
                <a:close/>
                <a:moveTo>
                  <a:pt x="3352709" y="2936868"/>
                </a:moveTo>
                <a:cubicBezTo>
                  <a:pt x="3352210" y="2936868"/>
                  <a:pt x="3351546" y="2936204"/>
                  <a:pt x="3351546" y="2936204"/>
                </a:cubicBezTo>
                <a:lnTo>
                  <a:pt x="3342158" y="2919920"/>
                </a:lnTo>
                <a:cubicBezTo>
                  <a:pt x="3341909" y="2919505"/>
                  <a:pt x="3342158" y="2918591"/>
                  <a:pt x="3342158" y="2918591"/>
                </a:cubicBezTo>
                <a:lnTo>
                  <a:pt x="3351546" y="2902308"/>
                </a:lnTo>
                <a:cubicBezTo>
                  <a:pt x="3351795" y="2901892"/>
                  <a:pt x="3352210" y="2901643"/>
                  <a:pt x="3352709" y="2901643"/>
                </a:cubicBezTo>
                <a:lnTo>
                  <a:pt x="3371485" y="2901643"/>
                </a:lnTo>
                <a:cubicBezTo>
                  <a:pt x="3371983" y="2901643"/>
                  <a:pt x="3372648" y="2902308"/>
                  <a:pt x="3372648" y="2902308"/>
                </a:cubicBezTo>
                <a:lnTo>
                  <a:pt x="3382036" y="2918591"/>
                </a:lnTo>
                <a:cubicBezTo>
                  <a:pt x="3382285" y="2919007"/>
                  <a:pt x="3382036" y="2919920"/>
                  <a:pt x="3382036" y="2919920"/>
                </a:cubicBezTo>
                <a:lnTo>
                  <a:pt x="3372648" y="2936204"/>
                </a:lnTo>
                <a:cubicBezTo>
                  <a:pt x="3372398" y="2936619"/>
                  <a:pt x="3371983" y="2936868"/>
                  <a:pt x="3371485" y="2936868"/>
                </a:cubicBezTo>
                <a:close/>
                <a:moveTo>
                  <a:pt x="283024" y="2114728"/>
                </a:moveTo>
                <a:cubicBezTo>
                  <a:pt x="282525" y="2114728"/>
                  <a:pt x="281861" y="2114063"/>
                  <a:pt x="281861" y="2114063"/>
                </a:cubicBezTo>
                <a:lnTo>
                  <a:pt x="272307" y="2097531"/>
                </a:lnTo>
                <a:cubicBezTo>
                  <a:pt x="272058" y="2097115"/>
                  <a:pt x="272307" y="2096201"/>
                  <a:pt x="272307" y="2096201"/>
                </a:cubicBezTo>
                <a:lnTo>
                  <a:pt x="281861" y="2079669"/>
                </a:lnTo>
                <a:cubicBezTo>
                  <a:pt x="282110" y="2079253"/>
                  <a:pt x="282525" y="2079004"/>
                  <a:pt x="283024" y="2079004"/>
                </a:cubicBezTo>
                <a:lnTo>
                  <a:pt x="302132" y="2079004"/>
                </a:lnTo>
                <a:cubicBezTo>
                  <a:pt x="302631" y="2079004"/>
                  <a:pt x="303295" y="2079669"/>
                  <a:pt x="303295" y="2079669"/>
                </a:cubicBezTo>
                <a:lnTo>
                  <a:pt x="312849" y="2096201"/>
                </a:lnTo>
                <a:cubicBezTo>
                  <a:pt x="313098" y="2096617"/>
                  <a:pt x="312849" y="2097531"/>
                  <a:pt x="312849" y="2097531"/>
                </a:cubicBezTo>
                <a:lnTo>
                  <a:pt x="303295" y="2114063"/>
                </a:lnTo>
                <a:cubicBezTo>
                  <a:pt x="303046" y="2114479"/>
                  <a:pt x="302630" y="2114728"/>
                  <a:pt x="302131" y="2114728"/>
                </a:cubicBezTo>
                <a:close/>
                <a:moveTo>
                  <a:pt x="222703" y="2098855"/>
                </a:moveTo>
                <a:cubicBezTo>
                  <a:pt x="222205" y="2098855"/>
                  <a:pt x="221789" y="2098606"/>
                  <a:pt x="221541" y="2098190"/>
                </a:cubicBezTo>
                <a:lnTo>
                  <a:pt x="211820" y="2081325"/>
                </a:lnTo>
                <a:cubicBezTo>
                  <a:pt x="211571" y="2080827"/>
                  <a:pt x="211571" y="2080328"/>
                  <a:pt x="211820" y="2079913"/>
                </a:cubicBezTo>
                <a:lnTo>
                  <a:pt x="221540" y="2063048"/>
                </a:lnTo>
                <a:cubicBezTo>
                  <a:pt x="221789" y="2062632"/>
                  <a:pt x="222205" y="2062383"/>
                  <a:pt x="222704" y="2062384"/>
                </a:cubicBezTo>
                <a:lnTo>
                  <a:pt x="242144" y="2062383"/>
                </a:lnTo>
                <a:cubicBezTo>
                  <a:pt x="242642" y="2062383"/>
                  <a:pt x="243058" y="2062632"/>
                  <a:pt x="243308" y="2063048"/>
                </a:cubicBezTo>
                <a:lnTo>
                  <a:pt x="253027" y="2079913"/>
                </a:lnTo>
                <a:cubicBezTo>
                  <a:pt x="253278" y="2080411"/>
                  <a:pt x="253277" y="2080910"/>
                  <a:pt x="253027" y="2081325"/>
                </a:cubicBezTo>
                <a:lnTo>
                  <a:pt x="243307" y="2098190"/>
                </a:lnTo>
                <a:cubicBezTo>
                  <a:pt x="243058" y="2098606"/>
                  <a:pt x="242643" y="2098855"/>
                  <a:pt x="242145" y="2098855"/>
                </a:cubicBezTo>
                <a:close/>
                <a:moveTo>
                  <a:pt x="2630152" y="2743929"/>
                </a:moveTo>
                <a:cubicBezTo>
                  <a:pt x="2629655" y="2743929"/>
                  <a:pt x="2629240" y="2743681"/>
                  <a:pt x="2628990" y="2743264"/>
                </a:cubicBezTo>
                <a:lnTo>
                  <a:pt x="2619270" y="2726399"/>
                </a:lnTo>
                <a:cubicBezTo>
                  <a:pt x="2619021" y="2725902"/>
                  <a:pt x="2619021" y="2725403"/>
                  <a:pt x="2619270" y="2724987"/>
                </a:cubicBezTo>
                <a:lnTo>
                  <a:pt x="2628990" y="2708122"/>
                </a:lnTo>
                <a:cubicBezTo>
                  <a:pt x="2629240" y="2707706"/>
                  <a:pt x="2629655" y="2707457"/>
                  <a:pt x="2630153" y="2707457"/>
                </a:cubicBezTo>
                <a:lnTo>
                  <a:pt x="2649594" y="2707457"/>
                </a:lnTo>
                <a:cubicBezTo>
                  <a:pt x="2650092" y="2707457"/>
                  <a:pt x="2650508" y="2707707"/>
                  <a:pt x="2650757" y="2708122"/>
                </a:cubicBezTo>
                <a:lnTo>
                  <a:pt x="2660477" y="2724988"/>
                </a:lnTo>
                <a:cubicBezTo>
                  <a:pt x="2660726" y="2725485"/>
                  <a:pt x="2660727" y="2725984"/>
                  <a:pt x="2660477" y="2726399"/>
                </a:cubicBezTo>
                <a:lnTo>
                  <a:pt x="2650757" y="2743265"/>
                </a:lnTo>
                <a:cubicBezTo>
                  <a:pt x="2650507" y="2743680"/>
                  <a:pt x="2650092" y="2743929"/>
                  <a:pt x="2649593" y="2743929"/>
                </a:cubicBezTo>
                <a:close/>
                <a:moveTo>
                  <a:pt x="403178" y="2147319"/>
                </a:moveTo>
                <a:cubicBezTo>
                  <a:pt x="402680" y="2147319"/>
                  <a:pt x="402266" y="2147070"/>
                  <a:pt x="402016" y="2146654"/>
                </a:cubicBezTo>
                <a:lnTo>
                  <a:pt x="392296" y="2129706"/>
                </a:lnTo>
                <a:cubicBezTo>
                  <a:pt x="392047" y="2129291"/>
                  <a:pt x="392047" y="2128709"/>
                  <a:pt x="392296" y="2128294"/>
                </a:cubicBezTo>
                <a:lnTo>
                  <a:pt x="402099" y="2111346"/>
                </a:lnTo>
                <a:cubicBezTo>
                  <a:pt x="402348" y="2110930"/>
                  <a:pt x="402764" y="2110681"/>
                  <a:pt x="403263" y="2110681"/>
                </a:cubicBezTo>
                <a:lnTo>
                  <a:pt x="422786" y="2110681"/>
                </a:lnTo>
                <a:cubicBezTo>
                  <a:pt x="423284" y="2110681"/>
                  <a:pt x="423700" y="2110930"/>
                  <a:pt x="423949" y="2111346"/>
                </a:cubicBezTo>
                <a:lnTo>
                  <a:pt x="433669" y="2128294"/>
                </a:lnTo>
                <a:cubicBezTo>
                  <a:pt x="433918" y="2128709"/>
                  <a:pt x="433919" y="2129291"/>
                  <a:pt x="433669" y="2129706"/>
                </a:cubicBezTo>
                <a:lnTo>
                  <a:pt x="423865" y="2146654"/>
                </a:lnTo>
                <a:cubicBezTo>
                  <a:pt x="423617" y="2147070"/>
                  <a:pt x="423201" y="2147319"/>
                  <a:pt x="422703" y="2147319"/>
                </a:cubicBezTo>
                <a:close/>
                <a:moveTo>
                  <a:pt x="643923" y="2211826"/>
                </a:moveTo>
                <a:cubicBezTo>
                  <a:pt x="643425" y="2211826"/>
                  <a:pt x="643010" y="2211577"/>
                  <a:pt x="642760" y="2211161"/>
                </a:cubicBezTo>
                <a:lnTo>
                  <a:pt x="633041" y="2194213"/>
                </a:lnTo>
                <a:cubicBezTo>
                  <a:pt x="632792" y="2193798"/>
                  <a:pt x="632791" y="2193216"/>
                  <a:pt x="633040" y="2192801"/>
                </a:cubicBezTo>
                <a:lnTo>
                  <a:pt x="642843" y="2175853"/>
                </a:lnTo>
                <a:cubicBezTo>
                  <a:pt x="643093" y="2175437"/>
                  <a:pt x="643508" y="2175188"/>
                  <a:pt x="644007" y="2175188"/>
                </a:cubicBezTo>
                <a:lnTo>
                  <a:pt x="663531" y="2175188"/>
                </a:lnTo>
                <a:cubicBezTo>
                  <a:pt x="664028" y="2175188"/>
                  <a:pt x="664444" y="2175437"/>
                  <a:pt x="664693" y="2175853"/>
                </a:cubicBezTo>
                <a:lnTo>
                  <a:pt x="674414" y="2192801"/>
                </a:lnTo>
                <a:cubicBezTo>
                  <a:pt x="674663" y="2193216"/>
                  <a:pt x="674663" y="2193798"/>
                  <a:pt x="674413" y="2194213"/>
                </a:cubicBezTo>
                <a:lnTo>
                  <a:pt x="664610" y="2211161"/>
                </a:lnTo>
                <a:cubicBezTo>
                  <a:pt x="664362" y="2211577"/>
                  <a:pt x="663945" y="2211826"/>
                  <a:pt x="663447" y="2211826"/>
                </a:cubicBezTo>
                <a:close/>
                <a:moveTo>
                  <a:pt x="342994" y="2131274"/>
                </a:moveTo>
                <a:cubicBezTo>
                  <a:pt x="342578" y="2131274"/>
                  <a:pt x="342080" y="2131025"/>
                  <a:pt x="341830" y="2130609"/>
                </a:cubicBezTo>
                <a:lnTo>
                  <a:pt x="332027" y="2113578"/>
                </a:lnTo>
                <a:cubicBezTo>
                  <a:pt x="331779" y="2113163"/>
                  <a:pt x="331778" y="2112581"/>
                  <a:pt x="332027" y="2112166"/>
                </a:cubicBezTo>
                <a:lnTo>
                  <a:pt x="341830" y="2095135"/>
                </a:lnTo>
                <a:cubicBezTo>
                  <a:pt x="342080" y="2094719"/>
                  <a:pt x="342495" y="2094470"/>
                  <a:pt x="342994" y="2094470"/>
                </a:cubicBezTo>
                <a:lnTo>
                  <a:pt x="362600" y="2094470"/>
                </a:lnTo>
                <a:cubicBezTo>
                  <a:pt x="363015" y="2094470"/>
                  <a:pt x="363514" y="2094719"/>
                  <a:pt x="363763" y="2095135"/>
                </a:cubicBezTo>
                <a:lnTo>
                  <a:pt x="373568" y="2112166"/>
                </a:lnTo>
                <a:cubicBezTo>
                  <a:pt x="373816" y="2112581"/>
                  <a:pt x="373816" y="2113163"/>
                  <a:pt x="373567" y="2113578"/>
                </a:cubicBezTo>
                <a:lnTo>
                  <a:pt x="363763" y="2130609"/>
                </a:lnTo>
                <a:cubicBezTo>
                  <a:pt x="363514" y="2131025"/>
                  <a:pt x="363099" y="2131274"/>
                  <a:pt x="362600" y="2131274"/>
                </a:cubicBezTo>
                <a:close/>
                <a:moveTo>
                  <a:pt x="463366" y="2163528"/>
                </a:moveTo>
                <a:cubicBezTo>
                  <a:pt x="462950" y="2163528"/>
                  <a:pt x="462451" y="2163278"/>
                  <a:pt x="462202" y="2162863"/>
                </a:cubicBezTo>
                <a:lnTo>
                  <a:pt x="452398" y="2145832"/>
                </a:lnTo>
                <a:cubicBezTo>
                  <a:pt x="452150" y="2145417"/>
                  <a:pt x="452150" y="2144835"/>
                  <a:pt x="452399" y="2144420"/>
                </a:cubicBezTo>
                <a:lnTo>
                  <a:pt x="462202" y="2127389"/>
                </a:lnTo>
                <a:cubicBezTo>
                  <a:pt x="462452" y="2126973"/>
                  <a:pt x="462867" y="2126724"/>
                  <a:pt x="463366" y="2126723"/>
                </a:cubicBezTo>
                <a:lnTo>
                  <a:pt x="482972" y="2126724"/>
                </a:lnTo>
                <a:cubicBezTo>
                  <a:pt x="483387" y="2126724"/>
                  <a:pt x="483885" y="2126973"/>
                  <a:pt x="484135" y="2127389"/>
                </a:cubicBezTo>
                <a:lnTo>
                  <a:pt x="493939" y="2144420"/>
                </a:lnTo>
                <a:cubicBezTo>
                  <a:pt x="494187" y="2144835"/>
                  <a:pt x="494188" y="2145417"/>
                  <a:pt x="493939" y="2145832"/>
                </a:cubicBezTo>
                <a:lnTo>
                  <a:pt x="484135" y="2162863"/>
                </a:lnTo>
                <a:cubicBezTo>
                  <a:pt x="483886" y="2163279"/>
                  <a:pt x="483471" y="2163528"/>
                  <a:pt x="482972" y="2163528"/>
                </a:cubicBezTo>
                <a:close/>
                <a:moveTo>
                  <a:pt x="1125415" y="2340923"/>
                </a:moveTo>
                <a:cubicBezTo>
                  <a:pt x="1124999" y="2340923"/>
                  <a:pt x="1124501" y="2340674"/>
                  <a:pt x="1124251" y="2340258"/>
                </a:cubicBezTo>
                <a:lnTo>
                  <a:pt x="1114448" y="2323227"/>
                </a:lnTo>
                <a:cubicBezTo>
                  <a:pt x="1114199" y="2322812"/>
                  <a:pt x="1114199" y="2322230"/>
                  <a:pt x="1114448" y="2321815"/>
                </a:cubicBezTo>
                <a:lnTo>
                  <a:pt x="1124251" y="2304784"/>
                </a:lnTo>
                <a:cubicBezTo>
                  <a:pt x="1124501" y="2304368"/>
                  <a:pt x="1124916" y="2304119"/>
                  <a:pt x="1125415" y="2304119"/>
                </a:cubicBezTo>
                <a:lnTo>
                  <a:pt x="1145021" y="2304119"/>
                </a:lnTo>
                <a:cubicBezTo>
                  <a:pt x="1145436" y="2304119"/>
                  <a:pt x="1145935" y="2304368"/>
                  <a:pt x="1146184" y="2304784"/>
                </a:cubicBezTo>
                <a:lnTo>
                  <a:pt x="1155988" y="2321815"/>
                </a:lnTo>
                <a:cubicBezTo>
                  <a:pt x="1156237" y="2322230"/>
                  <a:pt x="1156237" y="2322812"/>
                  <a:pt x="1155988" y="2323227"/>
                </a:cubicBezTo>
                <a:lnTo>
                  <a:pt x="1146184" y="2340258"/>
                </a:lnTo>
                <a:cubicBezTo>
                  <a:pt x="1145935" y="2340674"/>
                  <a:pt x="1145520" y="2340923"/>
                  <a:pt x="1145021" y="2340923"/>
                </a:cubicBezTo>
                <a:close/>
                <a:moveTo>
                  <a:pt x="523450" y="2179808"/>
                </a:moveTo>
                <a:cubicBezTo>
                  <a:pt x="522951" y="2179808"/>
                  <a:pt x="522452" y="2179559"/>
                  <a:pt x="522202" y="2179144"/>
                </a:cubicBezTo>
                <a:lnTo>
                  <a:pt x="512317" y="2162029"/>
                </a:lnTo>
                <a:cubicBezTo>
                  <a:pt x="512068" y="2161614"/>
                  <a:pt x="512067" y="2161032"/>
                  <a:pt x="512316" y="2160617"/>
                </a:cubicBezTo>
                <a:lnTo>
                  <a:pt x="522203" y="2143503"/>
                </a:lnTo>
                <a:cubicBezTo>
                  <a:pt x="522536" y="2143087"/>
                  <a:pt x="522950" y="2142838"/>
                  <a:pt x="523449" y="2142838"/>
                </a:cubicBezTo>
                <a:lnTo>
                  <a:pt x="543138" y="2142838"/>
                </a:lnTo>
                <a:cubicBezTo>
                  <a:pt x="543637" y="2142838"/>
                  <a:pt x="544136" y="2143087"/>
                  <a:pt x="544385" y="2143503"/>
                </a:cubicBezTo>
                <a:lnTo>
                  <a:pt x="554271" y="2160617"/>
                </a:lnTo>
                <a:cubicBezTo>
                  <a:pt x="554520" y="2161032"/>
                  <a:pt x="554520" y="2161614"/>
                  <a:pt x="554271" y="2162029"/>
                </a:cubicBezTo>
                <a:lnTo>
                  <a:pt x="544385" y="2179144"/>
                </a:lnTo>
                <a:cubicBezTo>
                  <a:pt x="544052" y="2179559"/>
                  <a:pt x="543638" y="2179808"/>
                  <a:pt x="543139" y="2179808"/>
                </a:cubicBezTo>
                <a:close/>
                <a:moveTo>
                  <a:pt x="583550" y="2196112"/>
                </a:moveTo>
                <a:cubicBezTo>
                  <a:pt x="583051" y="2196111"/>
                  <a:pt x="582552" y="2195862"/>
                  <a:pt x="582304" y="2195448"/>
                </a:cubicBezTo>
                <a:lnTo>
                  <a:pt x="572334" y="2178167"/>
                </a:lnTo>
                <a:cubicBezTo>
                  <a:pt x="572085" y="2177751"/>
                  <a:pt x="572085" y="2177169"/>
                  <a:pt x="572334" y="2176754"/>
                </a:cubicBezTo>
                <a:lnTo>
                  <a:pt x="582304" y="2159474"/>
                </a:lnTo>
                <a:cubicBezTo>
                  <a:pt x="582553" y="2159058"/>
                  <a:pt x="583050" y="2158809"/>
                  <a:pt x="583549" y="2158809"/>
                </a:cubicBezTo>
                <a:lnTo>
                  <a:pt x="603489" y="2158809"/>
                </a:lnTo>
                <a:cubicBezTo>
                  <a:pt x="603987" y="2158809"/>
                  <a:pt x="604486" y="2159058"/>
                  <a:pt x="604735" y="2159475"/>
                </a:cubicBezTo>
                <a:lnTo>
                  <a:pt x="614703" y="2176754"/>
                </a:lnTo>
                <a:cubicBezTo>
                  <a:pt x="614954" y="2177169"/>
                  <a:pt x="614954" y="2177751"/>
                  <a:pt x="614704" y="2178166"/>
                </a:cubicBezTo>
                <a:lnTo>
                  <a:pt x="604735" y="2195447"/>
                </a:lnTo>
                <a:cubicBezTo>
                  <a:pt x="604486" y="2195862"/>
                  <a:pt x="603987" y="2196112"/>
                  <a:pt x="603489" y="2196111"/>
                </a:cubicBezTo>
                <a:close/>
                <a:moveTo>
                  <a:pt x="3231744" y="2905693"/>
                </a:moveTo>
                <a:cubicBezTo>
                  <a:pt x="3231246" y="2905693"/>
                  <a:pt x="3230747" y="2905444"/>
                  <a:pt x="3230498" y="2905029"/>
                </a:cubicBezTo>
                <a:lnTo>
                  <a:pt x="3220529" y="2887748"/>
                </a:lnTo>
                <a:cubicBezTo>
                  <a:pt x="3220280" y="2887333"/>
                  <a:pt x="3220280" y="2886751"/>
                  <a:pt x="3220528" y="2886336"/>
                </a:cubicBezTo>
                <a:lnTo>
                  <a:pt x="3230498" y="2869056"/>
                </a:lnTo>
                <a:cubicBezTo>
                  <a:pt x="3230747" y="2868640"/>
                  <a:pt x="3231246" y="2868391"/>
                  <a:pt x="3231744" y="2868391"/>
                </a:cubicBezTo>
                <a:lnTo>
                  <a:pt x="3251684" y="2868391"/>
                </a:lnTo>
                <a:cubicBezTo>
                  <a:pt x="3252182" y="2868391"/>
                  <a:pt x="3252681" y="2868640"/>
                  <a:pt x="3252929" y="2869056"/>
                </a:cubicBezTo>
                <a:lnTo>
                  <a:pt x="3262899" y="2886336"/>
                </a:lnTo>
                <a:cubicBezTo>
                  <a:pt x="3263148" y="2886751"/>
                  <a:pt x="3263148" y="2887333"/>
                  <a:pt x="3262899" y="2887748"/>
                </a:cubicBezTo>
                <a:lnTo>
                  <a:pt x="3252929" y="2905029"/>
                </a:lnTo>
                <a:cubicBezTo>
                  <a:pt x="3252681" y="2905444"/>
                  <a:pt x="3252182" y="2905693"/>
                  <a:pt x="3251684" y="2905693"/>
                </a:cubicBezTo>
                <a:close/>
                <a:moveTo>
                  <a:pt x="824234" y="2260706"/>
                </a:moveTo>
                <a:cubicBezTo>
                  <a:pt x="823735" y="2260706"/>
                  <a:pt x="823237" y="2260374"/>
                  <a:pt x="822988" y="2259958"/>
                </a:cubicBezTo>
                <a:lnTo>
                  <a:pt x="813018" y="2242595"/>
                </a:lnTo>
                <a:cubicBezTo>
                  <a:pt x="812768" y="2242179"/>
                  <a:pt x="812769" y="2241598"/>
                  <a:pt x="813018" y="2241182"/>
                </a:cubicBezTo>
                <a:lnTo>
                  <a:pt x="823071" y="2223819"/>
                </a:lnTo>
                <a:cubicBezTo>
                  <a:pt x="823320" y="2223320"/>
                  <a:pt x="823817" y="2223071"/>
                  <a:pt x="824316" y="2223071"/>
                </a:cubicBezTo>
                <a:lnTo>
                  <a:pt x="844339" y="2223071"/>
                </a:lnTo>
                <a:cubicBezTo>
                  <a:pt x="844838" y="2223071"/>
                  <a:pt x="845336" y="2223403"/>
                  <a:pt x="845584" y="2223819"/>
                </a:cubicBezTo>
                <a:lnTo>
                  <a:pt x="855555" y="2241182"/>
                </a:lnTo>
                <a:cubicBezTo>
                  <a:pt x="855804" y="2241598"/>
                  <a:pt x="855804" y="2242179"/>
                  <a:pt x="855555" y="2242595"/>
                </a:cubicBezTo>
                <a:lnTo>
                  <a:pt x="845502" y="2259958"/>
                </a:lnTo>
                <a:cubicBezTo>
                  <a:pt x="845252" y="2260457"/>
                  <a:pt x="844754" y="2260706"/>
                  <a:pt x="844256" y="2260706"/>
                </a:cubicBezTo>
                <a:close/>
                <a:moveTo>
                  <a:pt x="1064979" y="2325213"/>
                </a:moveTo>
                <a:cubicBezTo>
                  <a:pt x="1064480" y="2325213"/>
                  <a:pt x="1063982" y="2324881"/>
                  <a:pt x="1063733" y="2324465"/>
                </a:cubicBezTo>
                <a:lnTo>
                  <a:pt x="1053763" y="2307102"/>
                </a:lnTo>
                <a:cubicBezTo>
                  <a:pt x="1053514" y="2306686"/>
                  <a:pt x="1053514" y="2306105"/>
                  <a:pt x="1053763" y="2305689"/>
                </a:cubicBezTo>
                <a:lnTo>
                  <a:pt x="1063816" y="2288326"/>
                </a:lnTo>
                <a:cubicBezTo>
                  <a:pt x="1064065" y="2287827"/>
                  <a:pt x="1064563" y="2287578"/>
                  <a:pt x="1065062" y="2287578"/>
                </a:cubicBezTo>
                <a:lnTo>
                  <a:pt x="1085084" y="2287578"/>
                </a:lnTo>
                <a:cubicBezTo>
                  <a:pt x="1085583" y="2287578"/>
                  <a:pt x="1086081" y="2287910"/>
                  <a:pt x="1086330" y="2288326"/>
                </a:cubicBezTo>
                <a:lnTo>
                  <a:pt x="1096300" y="2305689"/>
                </a:lnTo>
                <a:cubicBezTo>
                  <a:pt x="1096549" y="2306105"/>
                  <a:pt x="1096549" y="2306686"/>
                  <a:pt x="1096300" y="2307102"/>
                </a:cubicBezTo>
                <a:lnTo>
                  <a:pt x="1086247" y="2324465"/>
                </a:lnTo>
                <a:cubicBezTo>
                  <a:pt x="1085998" y="2324964"/>
                  <a:pt x="1085499" y="2325213"/>
                  <a:pt x="1085001" y="2325213"/>
                </a:cubicBezTo>
                <a:close/>
                <a:moveTo>
                  <a:pt x="703860" y="2228535"/>
                </a:moveTo>
                <a:cubicBezTo>
                  <a:pt x="703362" y="2228535"/>
                  <a:pt x="702863" y="2228203"/>
                  <a:pt x="702614" y="2227787"/>
                </a:cubicBezTo>
                <a:lnTo>
                  <a:pt x="692563" y="2210341"/>
                </a:lnTo>
                <a:cubicBezTo>
                  <a:pt x="692313" y="2209925"/>
                  <a:pt x="692313" y="2209344"/>
                  <a:pt x="692562" y="2208928"/>
                </a:cubicBezTo>
                <a:lnTo>
                  <a:pt x="702614" y="2191482"/>
                </a:lnTo>
                <a:cubicBezTo>
                  <a:pt x="702863" y="2190983"/>
                  <a:pt x="703362" y="2190734"/>
                  <a:pt x="703860" y="2190734"/>
                </a:cubicBezTo>
                <a:lnTo>
                  <a:pt x="723966" y="2190734"/>
                </a:lnTo>
                <a:cubicBezTo>
                  <a:pt x="724464" y="2190734"/>
                  <a:pt x="724963" y="2191066"/>
                  <a:pt x="725212" y="2191482"/>
                </a:cubicBezTo>
                <a:lnTo>
                  <a:pt x="735265" y="2208928"/>
                </a:lnTo>
                <a:cubicBezTo>
                  <a:pt x="735514" y="2209344"/>
                  <a:pt x="735514" y="2209925"/>
                  <a:pt x="735265" y="2210341"/>
                </a:cubicBezTo>
                <a:lnTo>
                  <a:pt x="725212" y="2227787"/>
                </a:lnTo>
                <a:cubicBezTo>
                  <a:pt x="724963" y="2228286"/>
                  <a:pt x="724464" y="2228535"/>
                  <a:pt x="723966" y="2228535"/>
                </a:cubicBezTo>
                <a:close/>
                <a:moveTo>
                  <a:pt x="884419" y="2276915"/>
                </a:moveTo>
                <a:cubicBezTo>
                  <a:pt x="883921" y="2276916"/>
                  <a:pt x="883422" y="2276584"/>
                  <a:pt x="883173" y="2276167"/>
                </a:cubicBezTo>
                <a:lnTo>
                  <a:pt x="873121" y="2258722"/>
                </a:lnTo>
                <a:cubicBezTo>
                  <a:pt x="872872" y="2258306"/>
                  <a:pt x="872872" y="2257724"/>
                  <a:pt x="873121" y="2257309"/>
                </a:cubicBezTo>
                <a:lnTo>
                  <a:pt x="883173" y="2239863"/>
                </a:lnTo>
                <a:cubicBezTo>
                  <a:pt x="883422" y="2239364"/>
                  <a:pt x="883921" y="2239115"/>
                  <a:pt x="884419" y="2239115"/>
                </a:cubicBezTo>
                <a:lnTo>
                  <a:pt x="904525" y="2239115"/>
                </a:lnTo>
                <a:cubicBezTo>
                  <a:pt x="905023" y="2239115"/>
                  <a:pt x="905521" y="2239446"/>
                  <a:pt x="905771" y="2239862"/>
                </a:cubicBezTo>
                <a:lnTo>
                  <a:pt x="915823" y="2257308"/>
                </a:lnTo>
                <a:cubicBezTo>
                  <a:pt x="916073" y="2257725"/>
                  <a:pt x="916073" y="2258306"/>
                  <a:pt x="915824" y="2258721"/>
                </a:cubicBezTo>
                <a:lnTo>
                  <a:pt x="905771" y="2276168"/>
                </a:lnTo>
                <a:cubicBezTo>
                  <a:pt x="905522" y="2276667"/>
                  <a:pt x="905023" y="2276916"/>
                  <a:pt x="904525" y="2276916"/>
                </a:cubicBezTo>
                <a:close/>
                <a:moveTo>
                  <a:pt x="944605" y="2293042"/>
                </a:moveTo>
                <a:cubicBezTo>
                  <a:pt x="944108" y="2293043"/>
                  <a:pt x="943608" y="2292711"/>
                  <a:pt x="943360" y="2292295"/>
                </a:cubicBezTo>
                <a:lnTo>
                  <a:pt x="933307" y="2274849"/>
                </a:lnTo>
                <a:cubicBezTo>
                  <a:pt x="933059" y="2274433"/>
                  <a:pt x="933059" y="2273851"/>
                  <a:pt x="933308" y="2273436"/>
                </a:cubicBezTo>
                <a:lnTo>
                  <a:pt x="943360" y="2255990"/>
                </a:lnTo>
                <a:cubicBezTo>
                  <a:pt x="943609" y="2255491"/>
                  <a:pt x="944108" y="2255242"/>
                  <a:pt x="944606" y="2255242"/>
                </a:cubicBezTo>
                <a:lnTo>
                  <a:pt x="964712" y="2255242"/>
                </a:lnTo>
                <a:cubicBezTo>
                  <a:pt x="965210" y="2255242"/>
                  <a:pt x="965708" y="2255574"/>
                  <a:pt x="965958" y="2255989"/>
                </a:cubicBezTo>
                <a:lnTo>
                  <a:pt x="976010" y="2273436"/>
                </a:lnTo>
                <a:cubicBezTo>
                  <a:pt x="976260" y="2273852"/>
                  <a:pt x="976260" y="2274433"/>
                  <a:pt x="976011" y="2274848"/>
                </a:cubicBezTo>
                <a:lnTo>
                  <a:pt x="965958" y="2292295"/>
                </a:lnTo>
                <a:cubicBezTo>
                  <a:pt x="965708" y="2292794"/>
                  <a:pt x="965210" y="2293043"/>
                  <a:pt x="964712" y="2293043"/>
                </a:cubicBezTo>
                <a:close/>
                <a:moveTo>
                  <a:pt x="1004791" y="2309169"/>
                </a:moveTo>
                <a:cubicBezTo>
                  <a:pt x="1004293" y="2309169"/>
                  <a:pt x="1003794" y="2308837"/>
                  <a:pt x="1003546" y="2308421"/>
                </a:cubicBezTo>
                <a:lnTo>
                  <a:pt x="993493" y="2290975"/>
                </a:lnTo>
                <a:cubicBezTo>
                  <a:pt x="993245" y="2290559"/>
                  <a:pt x="993244" y="2289978"/>
                  <a:pt x="993494" y="2289562"/>
                </a:cubicBezTo>
                <a:lnTo>
                  <a:pt x="1003545" y="2272116"/>
                </a:lnTo>
                <a:cubicBezTo>
                  <a:pt x="1003795" y="2271617"/>
                  <a:pt x="1004293" y="2271368"/>
                  <a:pt x="1004791" y="2271368"/>
                </a:cubicBezTo>
                <a:lnTo>
                  <a:pt x="1024898" y="2271368"/>
                </a:lnTo>
                <a:cubicBezTo>
                  <a:pt x="1025396" y="2271368"/>
                  <a:pt x="1025894" y="2271700"/>
                  <a:pt x="1026143" y="2272116"/>
                </a:cubicBezTo>
                <a:lnTo>
                  <a:pt x="1036196" y="2289562"/>
                </a:lnTo>
                <a:cubicBezTo>
                  <a:pt x="1036445" y="2289978"/>
                  <a:pt x="1036446" y="2290559"/>
                  <a:pt x="1036196" y="2290975"/>
                </a:cubicBezTo>
                <a:lnTo>
                  <a:pt x="1026143" y="2308421"/>
                </a:lnTo>
                <a:cubicBezTo>
                  <a:pt x="1025894" y="2308920"/>
                  <a:pt x="1025395" y="2309169"/>
                  <a:pt x="1024897" y="2309169"/>
                </a:cubicBezTo>
                <a:close/>
                <a:moveTo>
                  <a:pt x="3171330" y="2889901"/>
                </a:moveTo>
                <a:cubicBezTo>
                  <a:pt x="3170831" y="2889901"/>
                  <a:pt x="3170333" y="2889569"/>
                  <a:pt x="3170084" y="2889154"/>
                </a:cubicBezTo>
                <a:lnTo>
                  <a:pt x="3159949" y="2871541"/>
                </a:lnTo>
                <a:cubicBezTo>
                  <a:pt x="3159699" y="2871126"/>
                  <a:pt x="3159700" y="2870544"/>
                  <a:pt x="3159948" y="2870129"/>
                </a:cubicBezTo>
                <a:lnTo>
                  <a:pt x="3170167" y="2852516"/>
                </a:lnTo>
                <a:cubicBezTo>
                  <a:pt x="3170416" y="2852017"/>
                  <a:pt x="3170914" y="2851768"/>
                  <a:pt x="3171413" y="2851768"/>
                </a:cubicBezTo>
                <a:lnTo>
                  <a:pt x="3191767" y="2851768"/>
                </a:lnTo>
                <a:cubicBezTo>
                  <a:pt x="3192266" y="2851768"/>
                  <a:pt x="3192764" y="2852100"/>
                  <a:pt x="3193014" y="2852516"/>
                </a:cubicBezTo>
                <a:lnTo>
                  <a:pt x="3203149" y="2870129"/>
                </a:lnTo>
                <a:cubicBezTo>
                  <a:pt x="3203399" y="2870544"/>
                  <a:pt x="3203398" y="2871126"/>
                  <a:pt x="3203150" y="2871541"/>
                </a:cubicBezTo>
                <a:lnTo>
                  <a:pt x="3192930" y="2889154"/>
                </a:lnTo>
                <a:cubicBezTo>
                  <a:pt x="3192681" y="2889652"/>
                  <a:pt x="3192183" y="2889901"/>
                  <a:pt x="3191684" y="2889901"/>
                </a:cubicBezTo>
                <a:close/>
                <a:moveTo>
                  <a:pt x="1245349" y="2374005"/>
                </a:moveTo>
                <a:cubicBezTo>
                  <a:pt x="1244851" y="2374005"/>
                  <a:pt x="1244352" y="2373673"/>
                  <a:pt x="1244103" y="2373258"/>
                </a:cubicBezTo>
                <a:lnTo>
                  <a:pt x="1233884" y="2355562"/>
                </a:lnTo>
                <a:cubicBezTo>
                  <a:pt x="1233635" y="2355146"/>
                  <a:pt x="1233635" y="2354565"/>
                  <a:pt x="1233885" y="2354150"/>
                </a:cubicBezTo>
                <a:lnTo>
                  <a:pt x="1244103" y="2336454"/>
                </a:lnTo>
                <a:cubicBezTo>
                  <a:pt x="1244353" y="2335955"/>
                  <a:pt x="1244851" y="2335706"/>
                  <a:pt x="1245349" y="2335706"/>
                </a:cubicBezTo>
                <a:lnTo>
                  <a:pt x="1265786" y="2335706"/>
                </a:lnTo>
                <a:cubicBezTo>
                  <a:pt x="1266285" y="2335706"/>
                  <a:pt x="1266783" y="2336038"/>
                  <a:pt x="1267033" y="2336454"/>
                </a:cubicBezTo>
                <a:lnTo>
                  <a:pt x="1277251" y="2354150"/>
                </a:lnTo>
                <a:cubicBezTo>
                  <a:pt x="1277501" y="2354565"/>
                  <a:pt x="1277502" y="2355146"/>
                  <a:pt x="1277251" y="2355562"/>
                </a:cubicBezTo>
                <a:lnTo>
                  <a:pt x="1267033" y="2373258"/>
                </a:lnTo>
                <a:cubicBezTo>
                  <a:pt x="1266783" y="2373756"/>
                  <a:pt x="1266285" y="2374005"/>
                  <a:pt x="1265786" y="2374005"/>
                </a:cubicBezTo>
                <a:close/>
                <a:moveTo>
                  <a:pt x="763778" y="2245063"/>
                </a:moveTo>
                <a:cubicBezTo>
                  <a:pt x="763280" y="2245063"/>
                  <a:pt x="762781" y="2244730"/>
                  <a:pt x="762532" y="2244315"/>
                </a:cubicBezTo>
                <a:lnTo>
                  <a:pt x="752230" y="2226536"/>
                </a:lnTo>
                <a:cubicBezTo>
                  <a:pt x="751981" y="2226121"/>
                  <a:pt x="751981" y="2225539"/>
                  <a:pt x="752230" y="2225124"/>
                </a:cubicBezTo>
                <a:lnTo>
                  <a:pt x="762532" y="2207345"/>
                </a:lnTo>
                <a:cubicBezTo>
                  <a:pt x="762781" y="2206846"/>
                  <a:pt x="763280" y="2206597"/>
                  <a:pt x="763778" y="2206597"/>
                </a:cubicBezTo>
                <a:lnTo>
                  <a:pt x="784299" y="2206597"/>
                </a:lnTo>
                <a:cubicBezTo>
                  <a:pt x="784797" y="2206597"/>
                  <a:pt x="785295" y="2206929"/>
                  <a:pt x="785545" y="2207345"/>
                </a:cubicBezTo>
                <a:lnTo>
                  <a:pt x="795847" y="2225124"/>
                </a:lnTo>
                <a:cubicBezTo>
                  <a:pt x="796096" y="2225539"/>
                  <a:pt x="796096" y="2226121"/>
                  <a:pt x="795847" y="2226536"/>
                </a:cubicBezTo>
                <a:lnTo>
                  <a:pt x="785545" y="2244315"/>
                </a:lnTo>
                <a:cubicBezTo>
                  <a:pt x="785295" y="2244814"/>
                  <a:pt x="784797" y="2245063"/>
                  <a:pt x="784299" y="2245063"/>
                </a:cubicBezTo>
                <a:close/>
                <a:moveTo>
                  <a:pt x="3291608" y="2922497"/>
                </a:moveTo>
                <a:cubicBezTo>
                  <a:pt x="3291110" y="2922497"/>
                  <a:pt x="3290611" y="2922165"/>
                  <a:pt x="3290362" y="2921749"/>
                </a:cubicBezTo>
                <a:lnTo>
                  <a:pt x="3280060" y="2903887"/>
                </a:lnTo>
                <a:cubicBezTo>
                  <a:pt x="3279811" y="2903389"/>
                  <a:pt x="3279811" y="2902807"/>
                  <a:pt x="3280060" y="2902392"/>
                </a:cubicBezTo>
                <a:lnTo>
                  <a:pt x="3290362" y="2884530"/>
                </a:lnTo>
                <a:cubicBezTo>
                  <a:pt x="3290611" y="2884031"/>
                  <a:pt x="3291110" y="2883782"/>
                  <a:pt x="3291608" y="2883782"/>
                </a:cubicBezTo>
                <a:lnTo>
                  <a:pt x="3312295" y="2883782"/>
                </a:lnTo>
                <a:cubicBezTo>
                  <a:pt x="3312793" y="2883782"/>
                  <a:pt x="3313292" y="2884114"/>
                  <a:pt x="3313541" y="2884530"/>
                </a:cubicBezTo>
                <a:lnTo>
                  <a:pt x="3323843" y="2902392"/>
                </a:lnTo>
                <a:cubicBezTo>
                  <a:pt x="3324092" y="2902890"/>
                  <a:pt x="3324092" y="2903472"/>
                  <a:pt x="3323843" y="2903887"/>
                </a:cubicBezTo>
                <a:lnTo>
                  <a:pt x="3313541" y="2921749"/>
                </a:lnTo>
                <a:cubicBezTo>
                  <a:pt x="3313292" y="2922247"/>
                  <a:pt x="3312793" y="2922497"/>
                  <a:pt x="3312295" y="2922497"/>
                </a:cubicBezTo>
                <a:close/>
                <a:moveTo>
                  <a:pt x="2870222" y="2809681"/>
                </a:moveTo>
                <a:cubicBezTo>
                  <a:pt x="2869723" y="2809681"/>
                  <a:pt x="2869225" y="2809349"/>
                  <a:pt x="2868976" y="2808933"/>
                </a:cubicBezTo>
                <a:lnTo>
                  <a:pt x="2858592" y="2790988"/>
                </a:lnTo>
                <a:cubicBezTo>
                  <a:pt x="2858342" y="2790490"/>
                  <a:pt x="2858342" y="2789908"/>
                  <a:pt x="2858592" y="2789493"/>
                </a:cubicBezTo>
                <a:lnTo>
                  <a:pt x="2868976" y="2771548"/>
                </a:lnTo>
                <a:cubicBezTo>
                  <a:pt x="2869226" y="2771049"/>
                  <a:pt x="2869723" y="2770800"/>
                  <a:pt x="2870222" y="2770800"/>
                </a:cubicBezTo>
                <a:lnTo>
                  <a:pt x="2890992" y="2770800"/>
                </a:lnTo>
                <a:cubicBezTo>
                  <a:pt x="2891490" y="2770800"/>
                  <a:pt x="2891989" y="2771132"/>
                  <a:pt x="2892239" y="2771548"/>
                </a:cubicBezTo>
                <a:lnTo>
                  <a:pt x="2902623" y="2789493"/>
                </a:lnTo>
                <a:cubicBezTo>
                  <a:pt x="2902872" y="2789991"/>
                  <a:pt x="2902872" y="2790573"/>
                  <a:pt x="2902623" y="2790988"/>
                </a:cubicBezTo>
                <a:lnTo>
                  <a:pt x="2892239" y="2808933"/>
                </a:lnTo>
                <a:cubicBezTo>
                  <a:pt x="2891989" y="2809432"/>
                  <a:pt x="2891490" y="2809681"/>
                  <a:pt x="2890993" y="2809681"/>
                </a:cubicBezTo>
                <a:close/>
                <a:moveTo>
                  <a:pt x="1365483" y="2406675"/>
                </a:moveTo>
                <a:cubicBezTo>
                  <a:pt x="1364985" y="2406675"/>
                  <a:pt x="1364486" y="2406343"/>
                  <a:pt x="1364237" y="2405927"/>
                </a:cubicBezTo>
                <a:lnTo>
                  <a:pt x="1353769" y="2387816"/>
                </a:lnTo>
                <a:cubicBezTo>
                  <a:pt x="1353520" y="2387318"/>
                  <a:pt x="1353520" y="2386736"/>
                  <a:pt x="1353769" y="2386321"/>
                </a:cubicBezTo>
                <a:lnTo>
                  <a:pt x="1364237" y="2368210"/>
                </a:lnTo>
                <a:cubicBezTo>
                  <a:pt x="1364486" y="2367711"/>
                  <a:pt x="1364985" y="2367462"/>
                  <a:pt x="1365483" y="2367462"/>
                </a:cubicBezTo>
                <a:lnTo>
                  <a:pt x="1386419" y="2367462"/>
                </a:lnTo>
                <a:cubicBezTo>
                  <a:pt x="1386918" y="2367462"/>
                  <a:pt x="1387416" y="2367794"/>
                  <a:pt x="1387665" y="2368210"/>
                </a:cubicBezTo>
                <a:lnTo>
                  <a:pt x="1398133" y="2386321"/>
                </a:lnTo>
                <a:cubicBezTo>
                  <a:pt x="1398383" y="2386819"/>
                  <a:pt x="1398383" y="2387401"/>
                  <a:pt x="1398133" y="2387816"/>
                </a:cubicBezTo>
                <a:lnTo>
                  <a:pt x="1387665" y="2405927"/>
                </a:lnTo>
                <a:cubicBezTo>
                  <a:pt x="1387416" y="2406426"/>
                  <a:pt x="1386918" y="2406675"/>
                  <a:pt x="1386419" y="2406675"/>
                </a:cubicBezTo>
                <a:close/>
                <a:moveTo>
                  <a:pt x="2749767" y="2777593"/>
                </a:moveTo>
                <a:cubicBezTo>
                  <a:pt x="2749269" y="2777593"/>
                  <a:pt x="2748770" y="2777261"/>
                  <a:pt x="2748521" y="2776845"/>
                </a:cubicBezTo>
                <a:lnTo>
                  <a:pt x="2738053" y="2758734"/>
                </a:lnTo>
                <a:cubicBezTo>
                  <a:pt x="2737804" y="2758236"/>
                  <a:pt x="2737804" y="2757654"/>
                  <a:pt x="2738053" y="2757239"/>
                </a:cubicBezTo>
                <a:lnTo>
                  <a:pt x="2748521" y="2739128"/>
                </a:lnTo>
                <a:cubicBezTo>
                  <a:pt x="2748770" y="2738629"/>
                  <a:pt x="2749269" y="2738380"/>
                  <a:pt x="2749767" y="2738380"/>
                </a:cubicBezTo>
                <a:lnTo>
                  <a:pt x="2770703" y="2738380"/>
                </a:lnTo>
                <a:cubicBezTo>
                  <a:pt x="2771202" y="2738380"/>
                  <a:pt x="2771700" y="2738712"/>
                  <a:pt x="2771949" y="2739128"/>
                </a:cubicBezTo>
                <a:lnTo>
                  <a:pt x="2782417" y="2757239"/>
                </a:lnTo>
                <a:cubicBezTo>
                  <a:pt x="2782667" y="2757737"/>
                  <a:pt x="2782667" y="2758319"/>
                  <a:pt x="2782417" y="2758734"/>
                </a:cubicBezTo>
                <a:lnTo>
                  <a:pt x="2771949" y="2776845"/>
                </a:lnTo>
                <a:cubicBezTo>
                  <a:pt x="2771700" y="2777344"/>
                  <a:pt x="2771202" y="2777593"/>
                  <a:pt x="2770703" y="2777593"/>
                </a:cubicBezTo>
                <a:close/>
                <a:moveTo>
                  <a:pt x="2990511" y="2842100"/>
                </a:moveTo>
                <a:cubicBezTo>
                  <a:pt x="2990013" y="2842100"/>
                  <a:pt x="2989514" y="2841768"/>
                  <a:pt x="2989265" y="2841352"/>
                </a:cubicBezTo>
                <a:lnTo>
                  <a:pt x="2978797" y="2823241"/>
                </a:lnTo>
                <a:cubicBezTo>
                  <a:pt x="2978548" y="2822743"/>
                  <a:pt x="2978548" y="2822161"/>
                  <a:pt x="2978797" y="2821746"/>
                </a:cubicBezTo>
                <a:lnTo>
                  <a:pt x="2989265" y="2803635"/>
                </a:lnTo>
                <a:cubicBezTo>
                  <a:pt x="2989514" y="2803136"/>
                  <a:pt x="2990013" y="2802887"/>
                  <a:pt x="2990511" y="2802887"/>
                </a:cubicBezTo>
                <a:lnTo>
                  <a:pt x="3011447" y="2802887"/>
                </a:lnTo>
                <a:cubicBezTo>
                  <a:pt x="3011946" y="2802887"/>
                  <a:pt x="3012444" y="2803219"/>
                  <a:pt x="3012693" y="2803635"/>
                </a:cubicBezTo>
                <a:lnTo>
                  <a:pt x="3023161" y="2821746"/>
                </a:lnTo>
                <a:cubicBezTo>
                  <a:pt x="3023411" y="2822244"/>
                  <a:pt x="3023411" y="2822826"/>
                  <a:pt x="3023161" y="2823241"/>
                </a:cubicBezTo>
                <a:lnTo>
                  <a:pt x="3012693" y="2841352"/>
                </a:lnTo>
                <a:cubicBezTo>
                  <a:pt x="3012444" y="2841851"/>
                  <a:pt x="3011946" y="2842100"/>
                  <a:pt x="3011447" y="2842100"/>
                </a:cubicBezTo>
                <a:close/>
                <a:moveTo>
                  <a:pt x="1305237" y="2390625"/>
                </a:moveTo>
                <a:cubicBezTo>
                  <a:pt x="1304739" y="2390625"/>
                  <a:pt x="1304240" y="2390292"/>
                  <a:pt x="1303991" y="2389877"/>
                </a:cubicBezTo>
                <a:lnTo>
                  <a:pt x="1293440" y="2371600"/>
                </a:lnTo>
                <a:cubicBezTo>
                  <a:pt x="1293191" y="2371101"/>
                  <a:pt x="1293191" y="2370519"/>
                  <a:pt x="1293440" y="2370104"/>
                </a:cubicBezTo>
                <a:lnTo>
                  <a:pt x="1303991" y="2351827"/>
                </a:lnTo>
                <a:cubicBezTo>
                  <a:pt x="1304240" y="2351328"/>
                  <a:pt x="1304739" y="2351079"/>
                  <a:pt x="1305237" y="2351079"/>
                </a:cubicBezTo>
                <a:lnTo>
                  <a:pt x="1326256" y="2351079"/>
                </a:lnTo>
                <a:cubicBezTo>
                  <a:pt x="1326755" y="2351079"/>
                  <a:pt x="1327253" y="2351411"/>
                  <a:pt x="1327502" y="2351827"/>
                </a:cubicBezTo>
                <a:lnTo>
                  <a:pt x="1338054" y="2370104"/>
                </a:lnTo>
                <a:cubicBezTo>
                  <a:pt x="1338303" y="2370603"/>
                  <a:pt x="1338303" y="2371184"/>
                  <a:pt x="1338054" y="2371600"/>
                </a:cubicBezTo>
                <a:lnTo>
                  <a:pt x="1327502" y="2389877"/>
                </a:lnTo>
                <a:cubicBezTo>
                  <a:pt x="1327253" y="2390375"/>
                  <a:pt x="1326755" y="2390625"/>
                  <a:pt x="1326256" y="2390625"/>
                </a:cubicBezTo>
                <a:close/>
                <a:moveTo>
                  <a:pt x="1425610" y="2422879"/>
                </a:moveTo>
                <a:cubicBezTo>
                  <a:pt x="1425112" y="2422879"/>
                  <a:pt x="1424612" y="2422546"/>
                  <a:pt x="1424363" y="2422131"/>
                </a:cubicBezTo>
                <a:lnTo>
                  <a:pt x="1413813" y="2403854"/>
                </a:lnTo>
                <a:cubicBezTo>
                  <a:pt x="1413563" y="2403355"/>
                  <a:pt x="1413564" y="2402773"/>
                  <a:pt x="1413812" y="2402358"/>
                </a:cubicBezTo>
                <a:lnTo>
                  <a:pt x="1424363" y="2384081"/>
                </a:lnTo>
                <a:cubicBezTo>
                  <a:pt x="1424612" y="2383582"/>
                  <a:pt x="1425111" y="2383333"/>
                  <a:pt x="1425609" y="2383333"/>
                </a:cubicBezTo>
                <a:lnTo>
                  <a:pt x="1446629" y="2383333"/>
                </a:lnTo>
                <a:cubicBezTo>
                  <a:pt x="1447128" y="2383333"/>
                  <a:pt x="1447626" y="2383665"/>
                  <a:pt x="1447874" y="2384081"/>
                </a:cubicBezTo>
                <a:lnTo>
                  <a:pt x="1458427" y="2402358"/>
                </a:lnTo>
                <a:cubicBezTo>
                  <a:pt x="1458675" y="2402857"/>
                  <a:pt x="1458676" y="2403438"/>
                  <a:pt x="1458426" y="2403854"/>
                </a:cubicBezTo>
                <a:lnTo>
                  <a:pt x="1447874" y="2422131"/>
                </a:lnTo>
                <a:cubicBezTo>
                  <a:pt x="1447625" y="2422629"/>
                  <a:pt x="1447127" y="2422879"/>
                  <a:pt x="1446628" y="2422879"/>
                </a:cubicBezTo>
                <a:close/>
                <a:moveTo>
                  <a:pt x="1606168" y="2471260"/>
                </a:moveTo>
                <a:cubicBezTo>
                  <a:pt x="1605670" y="2471260"/>
                  <a:pt x="1605171" y="2470927"/>
                  <a:pt x="1604922" y="2470512"/>
                </a:cubicBezTo>
                <a:lnTo>
                  <a:pt x="1594371" y="2452235"/>
                </a:lnTo>
                <a:cubicBezTo>
                  <a:pt x="1594122" y="2451736"/>
                  <a:pt x="1594122" y="2451153"/>
                  <a:pt x="1594371" y="2450738"/>
                </a:cubicBezTo>
                <a:lnTo>
                  <a:pt x="1604922" y="2432462"/>
                </a:lnTo>
                <a:cubicBezTo>
                  <a:pt x="1605171" y="2431962"/>
                  <a:pt x="1605670" y="2431714"/>
                  <a:pt x="1606168" y="2431714"/>
                </a:cubicBezTo>
                <a:lnTo>
                  <a:pt x="1627187" y="2431714"/>
                </a:lnTo>
                <a:cubicBezTo>
                  <a:pt x="1627686" y="2431714"/>
                  <a:pt x="1628184" y="2432046"/>
                  <a:pt x="1628433" y="2432462"/>
                </a:cubicBezTo>
                <a:lnTo>
                  <a:pt x="1638985" y="2450738"/>
                </a:lnTo>
                <a:cubicBezTo>
                  <a:pt x="1639234" y="2451238"/>
                  <a:pt x="1639234" y="2451818"/>
                  <a:pt x="1638985" y="2452235"/>
                </a:cubicBezTo>
                <a:lnTo>
                  <a:pt x="1628433" y="2470512"/>
                </a:lnTo>
                <a:cubicBezTo>
                  <a:pt x="1628184" y="2471010"/>
                  <a:pt x="1627686" y="2471260"/>
                  <a:pt x="1627187" y="2471260"/>
                </a:cubicBezTo>
                <a:close/>
                <a:moveTo>
                  <a:pt x="2689520" y="2761543"/>
                </a:moveTo>
                <a:cubicBezTo>
                  <a:pt x="2689022" y="2761543"/>
                  <a:pt x="2688522" y="2761210"/>
                  <a:pt x="2688273" y="2760795"/>
                </a:cubicBezTo>
                <a:lnTo>
                  <a:pt x="2677723" y="2742518"/>
                </a:lnTo>
                <a:cubicBezTo>
                  <a:pt x="2677473" y="2742019"/>
                  <a:pt x="2677474" y="2741437"/>
                  <a:pt x="2677722" y="2741022"/>
                </a:cubicBezTo>
                <a:lnTo>
                  <a:pt x="2688273" y="2722745"/>
                </a:lnTo>
                <a:cubicBezTo>
                  <a:pt x="2688523" y="2722246"/>
                  <a:pt x="2689021" y="2721997"/>
                  <a:pt x="2689519" y="2721997"/>
                </a:cubicBezTo>
                <a:lnTo>
                  <a:pt x="2710539" y="2721997"/>
                </a:lnTo>
                <a:cubicBezTo>
                  <a:pt x="2711037" y="2721997"/>
                  <a:pt x="2711536" y="2722329"/>
                  <a:pt x="2711785" y="2722745"/>
                </a:cubicBezTo>
                <a:lnTo>
                  <a:pt x="2722336" y="2741022"/>
                </a:lnTo>
                <a:cubicBezTo>
                  <a:pt x="2722585" y="2741521"/>
                  <a:pt x="2722586" y="2742102"/>
                  <a:pt x="2722335" y="2742518"/>
                </a:cubicBezTo>
                <a:lnTo>
                  <a:pt x="2711784" y="2760795"/>
                </a:lnTo>
                <a:cubicBezTo>
                  <a:pt x="2711536" y="2761293"/>
                  <a:pt x="2711036" y="2761543"/>
                  <a:pt x="2710538" y="2761543"/>
                </a:cubicBezTo>
                <a:close/>
                <a:moveTo>
                  <a:pt x="1485689" y="2439263"/>
                </a:moveTo>
                <a:cubicBezTo>
                  <a:pt x="1485109" y="2439263"/>
                  <a:pt x="1484610" y="2439014"/>
                  <a:pt x="1484361" y="2438515"/>
                </a:cubicBezTo>
                <a:lnTo>
                  <a:pt x="1473726" y="2420072"/>
                </a:lnTo>
                <a:cubicBezTo>
                  <a:pt x="1473477" y="2419656"/>
                  <a:pt x="1473477" y="2419075"/>
                  <a:pt x="1473726" y="2418576"/>
                </a:cubicBezTo>
                <a:lnTo>
                  <a:pt x="1484361" y="2400133"/>
                </a:lnTo>
                <a:cubicBezTo>
                  <a:pt x="1484693" y="2399634"/>
                  <a:pt x="1485192" y="2399385"/>
                  <a:pt x="1485690" y="2399385"/>
                </a:cubicBezTo>
                <a:lnTo>
                  <a:pt x="1506958" y="2399385"/>
                </a:lnTo>
                <a:cubicBezTo>
                  <a:pt x="1507540" y="2399385"/>
                  <a:pt x="1508038" y="2399634"/>
                  <a:pt x="1508287" y="2400133"/>
                </a:cubicBezTo>
                <a:lnTo>
                  <a:pt x="1518921" y="2418576"/>
                </a:lnTo>
                <a:cubicBezTo>
                  <a:pt x="1519170" y="2418992"/>
                  <a:pt x="1519170" y="2419573"/>
                  <a:pt x="1518921" y="2420072"/>
                </a:cubicBezTo>
                <a:lnTo>
                  <a:pt x="1508288" y="2438515"/>
                </a:lnTo>
                <a:cubicBezTo>
                  <a:pt x="1507956" y="2439014"/>
                  <a:pt x="1507457" y="2439263"/>
                  <a:pt x="1506959" y="2439263"/>
                </a:cubicBezTo>
                <a:close/>
                <a:moveTo>
                  <a:pt x="1545876" y="2455390"/>
                </a:moveTo>
                <a:cubicBezTo>
                  <a:pt x="1545295" y="2455390"/>
                  <a:pt x="1544796" y="2455141"/>
                  <a:pt x="1544548" y="2454642"/>
                </a:cubicBezTo>
                <a:lnTo>
                  <a:pt x="1533913" y="2436199"/>
                </a:lnTo>
                <a:cubicBezTo>
                  <a:pt x="1533664" y="2435783"/>
                  <a:pt x="1533664" y="2435202"/>
                  <a:pt x="1533913" y="2434703"/>
                </a:cubicBezTo>
                <a:lnTo>
                  <a:pt x="1544548" y="2416260"/>
                </a:lnTo>
                <a:cubicBezTo>
                  <a:pt x="1544879" y="2415761"/>
                  <a:pt x="1545378" y="2415512"/>
                  <a:pt x="1545876" y="2415512"/>
                </a:cubicBezTo>
                <a:lnTo>
                  <a:pt x="1567145" y="2415512"/>
                </a:lnTo>
                <a:cubicBezTo>
                  <a:pt x="1567726" y="2415512"/>
                  <a:pt x="1568224" y="2415761"/>
                  <a:pt x="1568474" y="2416260"/>
                </a:cubicBezTo>
                <a:lnTo>
                  <a:pt x="1579108" y="2434703"/>
                </a:lnTo>
                <a:cubicBezTo>
                  <a:pt x="1579357" y="2435119"/>
                  <a:pt x="1579357" y="2435700"/>
                  <a:pt x="1579108" y="2436199"/>
                </a:cubicBezTo>
                <a:lnTo>
                  <a:pt x="1568474" y="2454642"/>
                </a:lnTo>
                <a:cubicBezTo>
                  <a:pt x="1568142" y="2455141"/>
                  <a:pt x="1567643" y="2455390"/>
                  <a:pt x="1567145" y="2455390"/>
                </a:cubicBezTo>
                <a:close/>
                <a:moveTo>
                  <a:pt x="1726435" y="2503770"/>
                </a:moveTo>
                <a:cubicBezTo>
                  <a:pt x="1725854" y="2503770"/>
                  <a:pt x="1725355" y="2503521"/>
                  <a:pt x="1725106" y="2503022"/>
                </a:cubicBezTo>
                <a:lnTo>
                  <a:pt x="1714472" y="2484579"/>
                </a:lnTo>
                <a:cubicBezTo>
                  <a:pt x="1714223" y="2484163"/>
                  <a:pt x="1714223" y="2483582"/>
                  <a:pt x="1714472" y="2483083"/>
                </a:cubicBezTo>
                <a:lnTo>
                  <a:pt x="1725106" y="2464640"/>
                </a:lnTo>
                <a:cubicBezTo>
                  <a:pt x="1725438" y="2464141"/>
                  <a:pt x="1725937" y="2463892"/>
                  <a:pt x="1726435" y="2463892"/>
                </a:cubicBezTo>
                <a:lnTo>
                  <a:pt x="1747704" y="2463892"/>
                </a:lnTo>
                <a:cubicBezTo>
                  <a:pt x="1748285" y="2463892"/>
                  <a:pt x="1748783" y="2464141"/>
                  <a:pt x="1749033" y="2464640"/>
                </a:cubicBezTo>
                <a:lnTo>
                  <a:pt x="1759667" y="2483083"/>
                </a:lnTo>
                <a:cubicBezTo>
                  <a:pt x="1759916" y="2483499"/>
                  <a:pt x="1759916" y="2484080"/>
                  <a:pt x="1759667" y="2484579"/>
                </a:cubicBezTo>
                <a:lnTo>
                  <a:pt x="1749033" y="2503022"/>
                </a:lnTo>
                <a:cubicBezTo>
                  <a:pt x="1748701" y="2503521"/>
                  <a:pt x="1748202" y="2503770"/>
                  <a:pt x="1747704" y="2503770"/>
                </a:cubicBezTo>
                <a:close/>
                <a:moveTo>
                  <a:pt x="4615374" y="3277859"/>
                </a:moveTo>
                <a:cubicBezTo>
                  <a:pt x="4614793" y="3277859"/>
                  <a:pt x="4614294" y="3277610"/>
                  <a:pt x="4614045" y="3277111"/>
                </a:cubicBezTo>
                <a:lnTo>
                  <a:pt x="4603411" y="3258668"/>
                </a:lnTo>
                <a:cubicBezTo>
                  <a:pt x="4603162" y="3258252"/>
                  <a:pt x="4603162" y="3257671"/>
                  <a:pt x="4603411" y="3257172"/>
                </a:cubicBezTo>
                <a:lnTo>
                  <a:pt x="4614045" y="3238729"/>
                </a:lnTo>
                <a:cubicBezTo>
                  <a:pt x="4614377" y="3238230"/>
                  <a:pt x="4614876" y="3237981"/>
                  <a:pt x="4615374" y="3237981"/>
                </a:cubicBezTo>
                <a:lnTo>
                  <a:pt x="4636643" y="3237981"/>
                </a:lnTo>
                <a:cubicBezTo>
                  <a:pt x="4637224" y="3237981"/>
                  <a:pt x="4637723" y="3238230"/>
                  <a:pt x="4637972" y="3238729"/>
                </a:cubicBezTo>
                <a:lnTo>
                  <a:pt x="4648606" y="3257172"/>
                </a:lnTo>
                <a:cubicBezTo>
                  <a:pt x="4648855" y="3257588"/>
                  <a:pt x="4648855" y="3258169"/>
                  <a:pt x="4648606" y="3258668"/>
                </a:cubicBezTo>
                <a:lnTo>
                  <a:pt x="4637972" y="3277111"/>
                </a:lnTo>
                <a:cubicBezTo>
                  <a:pt x="4637639" y="3277610"/>
                  <a:pt x="4637141" y="3277859"/>
                  <a:pt x="4636643" y="3277859"/>
                </a:cubicBezTo>
                <a:close/>
                <a:moveTo>
                  <a:pt x="1666166" y="2487725"/>
                </a:moveTo>
                <a:cubicBezTo>
                  <a:pt x="1665584" y="2487725"/>
                  <a:pt x="1665085" y="2487476"/>
                  <a:pt x="1664836" y="2486978"/>
                </a:cubicBezTo>
                <a:lnTo>
                  <a:pt x="1654202" y="2468452"/>
                </a:lnTo>
                <a:cubicBezTo>
                  <a:pt x="1653953" y="2468035"/>
                  <a:pt x="1653953" y="2467454"/>
                  <a:pt x="1654202" y="2466955"/>
                </a:cubicBezTo>
                <a:lnTo>
                  <a:pt x="1664919" y="2448429"/>
                </a:lnTo>
                <a:cubicBezTo>
                  <a:pt x="1665251" y="2448013"/>
                  <a:pt x="1665750" y="2447681"/>
                  <a:pt x="1666248" y="2447682"/>
                </a:cubicBezTo>
                <a:lnTo>
                  <a:pt x="1687600" y="2447681"/>
                </a:lnTo>
                <a:cubicBezTo>
                  <a:pt x="1688181" y="2447681"/>
                  <a:pt x="1688680" y="2447930"/>
                  <a:pt x="1688929" y="2448430"/>
                </a:cubicBezTo>
                <a:lnTo>
                  <a:pt x="1699563" y="2466955"/>
                </a:lnTo>
                <a:cubicBezTo>
                  <a:pt x="1699812" y="2467371"/>
                  <a:pt x="1699812" y="2467952"/>
                  <a:pt x="1699563" y="2468451"/>
                </a:cubicBezTo>
                <a:lnTo>
                  <a:pt x="1688846" y="2486978"/>
                </a:lnTo>
                <a:cubicBezTo>
                  <a:pt x="1688514" y="2487394"/>
                  <a:pt x="1688015" y="2487725"/>
                  <a:pt x="1687517" y="2487725"/>
                </a:cubicBezTo>
                <a:close/>
                <a:moveTo>
                  <a:pt x="1786538" y="2519979"/>
                </a:moveTo>
                <a:cubicBezTo>
                  <a:pt x="1785956" y="2519979"/>
                  <a:pt x="1785457" y="2519730"/>
                  <a:pt x="1785208" y="2519232"/>
                </a:cubicBezTo>
                <a:lnTo>
                  <a:pt x="1774574" y="2500705"/>
                </a:lnTo>
                <a:cubicBezTo>
                  <a:pt x="1774325" y="2500289"/>
                  <a:pt x="1774325" y="2499708"/>
                  <a:pt x="1774574" y="2499209"/>
                </a:cubicBezTo>
                <a:lnTo>
                  <a:pt x="1785291" y="2480683"/>
                </a:lnTo>
                <a:cubicBezTo>
                  <a:pt x="1785623" y="2480267"/>
                  <a:pt x="1786122" y="2479935"/>
                  <a:pt x="1786620" y="2479935"/>
                </a:cubicBezTo>
                <a:lnTo>
                  <a:pt x="1807972" y="2479935"/>
                </a:lnTo>
                <a:cubicBezTo>
                  <a:pt x="1808553" y="2479935"/>
                  <a:pt x="1809052" y="2480184"/>
                  <a:pt x="1809301" y="2480683"/>
                </a:cubicBezTo>
                <a:lnTo>
                  <a:pt x="1819935" y="2499209"/>
                </a:lnTo>
                <a:cubicBezTo>
                  <a:pt x="1820184" y="2499625"/>
                  <a:pt x="1820184" y="2500206"/>
                  <a:pt x="1819935" y="2500705"/>
                </a:cubicBezTo>
                <a:lnTo>
                  <a:pt x="1809218" y="2519232"/>
                </a:lnTo>
                <a:cubicBezTo>
                  <a:pt x="1808886" y="2519647"/>
                  <a:pt x="1808387" y="2519979"/>
                  <a:pt x="1807889" y="2519979"/>
                </a:cubicBezTo>
                <a:close/>
                <a:moveTo>
                  <a:pt x="2930075" y="2826473"/>
                </a:moveTo>
                <a:cubicBezTo>
                  <a:pt x="2929494" y="2826473"/>
                  <a:pt x="2928995" y="2826223"/>
                  <a:pt x="2928746" y="2825725"/>
                </a:cubicBezTo>
                <a:lnTo>
                  <a:pt x="2918029" y="2807115"/>
                </a:lnTo>
                <a:cubicBezTo>
                  <a:pt x="2917780" y="2806700"/>
                  <a:pt x="2917780" y="2806118"/>
                  <a:pt x="2918029" y="2805620"/>
                </a:cubicBezTo>
                <a:lnTo>
                  <a:pt x="2928746" y="2787010"/>
                </a:lnTo>
                <a:cubicBezTo>
                  <a:pt x="2929078" y="2786594"/>
                  <a:pt x="2929577" y="2786262"/>
                  <a:pt x="2930075" y="2786262"/>
                </a:cubicBezTo>
                <a:lnTo>
                  <a:pt x="2951510" y="2786262"/>
                </a:lnTo>
                <a:cubicBezTo>
                  <a:pt x="2952091" y="2786262"/>
                  <a:pt x="2952590" y="2786511"/>
                  <a:pt x="2952839" y="2787010"/>
                </a:cubicBezTo>
                <a:lnTo>
                  <a:pt x="2963556" y="2805620"/>
                </a:lnTo>
                <a:cubicBezTo>
                  <a:pt x="2963805" y="2806035"/>
                  <a:pt x="2963805" y="2806616"/>
                  <a:pt x="2963556" y="2807115"/>
                </a:cubicBezTo>
                <a:lnTo>
                  <a:pt x="2952839" y="2825725"/>
                </a:lnTo>
                <a:cubicBezTo>
                  <a:pt x="2952507" y="2826140"/>
                  <a:pt x="2952008" y="2826473"/>
                  <a:pt x="2951510" y="2826473"/>
                </a:cubicBezTo>
                <a:close/>
                <a:moveTo>
                  <a:pt x="2809621" y="2794302"/>
                </a:moveTo>
                <a:cubicBezTo>
                  <a:pt x="2809040" y="2794302"/>
                  <a:pt x="2808542" y="2794053"/>
                  <a:pt x="2808291" y="2793555"/>
                </a:cubicBezTo>
                <a:lnTo>
                  <a:pt x="2797492" y="2774861"/>
                </a:lnTo>
                <a:cubicBezTo>
                  <a:pt x="2797243" y="2774447"/>
                  <a:pt x="2797243" y="2773865"/>
                  <a:pt x="2797491" y="2773365"/>
                </a:cubicBezTo>
                <a:lnTo>
                  <a:pt x="2808292" y="2754674"/>
                </a:lnTo>
                <a:cubicBezTo>
                  <a:pt x="2808541" y="2754258"/>
                  <a:pt x="2809123" y="2753926"/>
                  <a:pt x="2809622" y="2753926"/>
                </a:cubicBezTo>
                <a:lnTo>
                  <a:pt x="2831222" y="2753926"/>
                </a:lnTo>
                <a:cubicBezTo>
                  <a:pt x="2831803" y="2753926"/>
                  <a:pt x="2832301" y="2754175"/>
                  <a:pt x="2832551" y="2754674"/>
                </a:cubicBezTo>
                <a:lnTo>
                  <a:pt x="2843351" y="2773366"/>
                </a:lnTo>
                <a:cubicBezTo>
                  <a:pt x="2843600" y="2773781"/>
                  <a:pt x="2843600" y="2774363"/>
                  <a:pt x="2843352" y="2774862"/>
                </a:cubicBezTo>
                <a:lnTo>
                  <a:pt x="2832551" y="2793555"/>
                </a:lnTo>
                <a:cubicBezTo>
                  <a:pt x="2832302" y="2793970"/>
                  <a:pt x="2831719" y="2794301"/>
                  <a:pt x="2831221" y="2794302"/>
                </a:cubicBezTo>
                <a:close/>
                <a:moveTo>
                  <a:pt x="3050366" y="2858809"/>
                </a:moveTo>
                <a:cubicBezTo>
                  <a:pt x="3049784" y="2858809"/>
                  <a:pt x="3049286" y="2858560"/>
                  <a:pt x="3049036" y="2858062"/>
                </a:cubicBezTo>
                <a:lnTo>
                  <a:pt x="3038236" y="2839369"/>
                </a:lnTo>
                <a:cubicBezTo>
                  <a:pt x="3037987" y="2838954"/>
                  <a:pt x="3037987" y="2838372"/>
                  <a:pt x="3038236" y="2837873"/>
                </a:cubicBezTo>
                <a:lnTo>
                  <a:pt x="3049036" y="2819181"/>
                </a:lnTo>
                <a:cubicBezTo>
                  <a:pt x="3049286" y="2818765"/>
                  <a:pt x="3049867" y="2818433"/>
                  <a:pt x="3050366" y="2818433"/>
                </a:cubicBezTo>
                <a:lnTo>
                  <a:pt x="3071966" y="2818433"/>
                </a:lnTo>
                <a:cubicBezTo>
                  <a:pt x="3072548" y="2818433"/>
                  <a:pt x="3073046" y="2818682"/>
                  <a:pt x="3073295" y="2819181"/>
                </a:cubicBezTo>
                <a:lnTo>
                  <a:pt x="3084096" y="2837873"/>
                </a:lnTo>
                <a:cubicBezTo>
                  <a:pt x="3084345" y="2838289"/>
                  <a:pt x="3084345" y="2838870"/>
                  <a:pt x="3084096" y="2839369"/>
                </a:cubicBezTo>
                <a:lnTo>
                  <a:pt x="3073295" y="2858062"/>
                </a:lnTo>
                <a:cubicBezTo>
                  <a:pt x="3073046" y="2858477"/>
                  <a:pt x="3072464" y="2858809"/>
                  <a:pt x="3071966" y="2858809"/>
                </a:cubicBezTo>
                <a:close/>
                <a:moveTo>
                  <a:pt x="4916139" y="3358741"/>
                </a:moveTo>
                <a:cubicBezTo>
                  <a:pt x="4915558" y="3358741"/>
                  <a:pt x="4915059" y="3358492"/>
                  <a:pt x="4914810" y="3357994"/>
                </a:cubicBezTo>
                <a:lnTo>
                  <a:pt x="4904010" y="3339301"/>
                </a:lnTo>
                <a:cubicBezTo>
                  <a:pt x="4903760" y="3338886"/>
                  <a:pt x="4903760" y="3338304"/>
                  <a:pt x="4904010" y="3337805"/>
                </a:cubicBezTo>
                <a:lnTo>
                  <a:pt x="4914809" y="3319113"/>
                </a:lnTo>
                <a:cubicBezTo>
                  <a:pt x="4915059" y="3318697"/>
                  <a:pt x="4915641" y="3318365"/>
                  <a:pt x="4916139" y="3318365"/>
                </a:cubicBezTo>
                <a:lnTo>
                  <a:pt x="4937740" y="3318365"/>
                </a:lnTo>
                <a:cubicBezTo>
                  <a:pt x="4938321" y="3318365"/>
                  <a:pt x="4938819" y="3318614"/>
                  <a:pt x="4939069" y="3319113"/>
                </a:cubicBezTo>
                <a:lnTo>
                  <a:pt x="4949869" y="3337805"/>
                </a:lnTo>
                <a:cubicBezTo>
                  <a:pt x="4950119" y="3338221"/>
                  <a:pt x="4950118" y="3338802"/>
                  <a:pt x="4949870" y="3339301"/>
                </a:cubicBezTo>
                <a:lnTo>
                  <a:pt x="4939069" y="3357994"/>
                </a:lnTo>
                <a:cubicBezTo>
                  <a:pt x="4938820" y="3358409"/>
                  <a:pt x="4938238" y="3358741"/>
                  <a:pt x="4937740" y="3358741"/>
                </a:cubicBezTo>
                <a:close/>
                <a:moveTo>
                  <a:pt x="4675135" y="3294731"/>
                </a:moveTo>
                <a:cubicBezTo>
                  <a:pt x="4674636" y="3294731"/>
                  <a:pt x="4674054" y="3294482"/>
                  <a:pt x="4673805" y="3293984"/>
                </a:cubicBezTo>
                <a:lnTo>
                  <a:pt x="4662756" y="3274875"/>
                </a:lnTo>
                <a:cubicBezTo>
                  <a:pt x="4662506" y="3274377"/>
                  <a:pt x="4662507" y="3273795"/>
                  <a:pt x="4662755" y="3273297"/>
                </a:cubicBezTo>
                <a:lnTo>
                  <a:pt x="4673804" y="3254189"/>
                </a:lnTo>
                <a:cubicBezTo>
                  <a:pt x="4674055" y="3253773"/>
                  <a:pt x="4674553" y="3253441"/>
                  <a:pt x="4675134" y="3253441"/>
                </a:cubicBezTo>
                <a:lnTo>
                  <a:pt x="4697233" y="3253441"/>
                </a:lnTo>
                <a:cubicBezTo>
                  <a:pt x="4697731" y="3253440"/>
                  <a:pt x="4698314" y="3253690"/>
                  <a:pt x="4698563" y="3254189"/>
                </a:cubicBezTo>
                <a:lnTo>
                  <a:pt x="4709613" y="3273297"/>
                </a:lnTo>
                <a:cubicBezTo>
                  <a:pt x="4709862" y="3273795"/>
                  <a:pt x="4709862" y="3274377"/>
                  <a:pt x="4709613" y="3274875"/>
                </a:cubicBezTo>
                <a:lnTo>
                  <a:pt x="4698562" y="3293983"/>
                </a:lnTo>
                <a:cubicBezTo>
                  <a:pt x="4698313" y="3294399"/>
                  <a:pt x="4697815" y="3294731"/>
                  <a:pt x="4697234" y="3294731"/>
                </a:cubicBezTo>
                <a:close/>
                <a:moveTo>
                  <a:pt x="4735009" y="3311526"/>
                </a:moveTo>
                <a:cubicBezTo>
                  <a:pt x="4734428" y="3311526"/>
                  <a:pt x="4733929" y="3311194"/>
                  <a:pt x="4733597" y="3310695"/>
                </a:cubicBezTo>
                <a:lnTo>
                  <a:pt x="4722215" y="3290922"/>
                </a:lnTo>
                <a:cubicBezTo>
                  <a:pt x="4721883" y="3290424"/>
                  <a:pt x="4721883" y="3289842"/>
                  <a:pt x="4722215" y="3289344"/>
                </a:cubicBezTo>
                <a:lnTo>
                  <a:pt x="4733597" y="3269571"/>
                </a:lnTo>
                <a:cubicBezTo>
                  <a:pt x="4733929" y="3269072"/>
                  <a:pt x="4734428" y="3268740"/>
                  <a:pt x="4735009" y="3268740"/>
                </a:cubicBezTo>
                <a:lnTo>
                  <a:pt x="4757773" y="3268740"/>
                </a:lnTo>
                <a:cubicBezTo>
                  <a:pt x="4758355" y="3268740"/>
                  <a:pt x="4758853" y="3269072"/>
                  <a:pt x="4759185" y="3269571"/>
                </a:cubicBezTo>
                <a:lnTo>
                  <a:pt x="4770567" y="3289344"/>
                </a:lnTo>
                <a:cubicBezTo>
                  <a:pt x="4770900" y="3289842"/>
                  <a:pt x="4770900" y="3290424"/>
                  <a:pt x="4770567" y="3290922"/>
                </a:cubicBezTo>
                <a:lnTo>
                  <a:pt x="4759185" y="3310695"/>
                </a:lnTo>
                <a:cubicBezTo>
                  <a:pt x="4758853" y="3311194"/>
                  <a:pt x="4758355" y="3311526"/>
                  <a:pt x="4757773" y="3311526"/>
                </a:cubicBezTo>
                <a:close/>
                <a:moveTo>
                  <a:pt x="4855382" y="3343780"/>
                </a:moveTo>
                <a:cubicBezTo>
                  <a:pt x="4854800" y="3343780"/>
                  <a:pt x="4854301" y="3343448"/>
                  <a:pt x="4853970" y="3342949"/>
                </a:cubicBezTo>
                <a:lnTo>
                  <a:pt x="4842587" y="3323176"/>
                </a:lnTo>
                <a:cubicBezTo>
                  <a:pt x="4842255" y="3322678"/>
                  <a:pt x="4842256" y="3322096"/>
                  <a:pt x="4842587" y="3321598"/>
                </a:cubicBezTo>
                <a:lnTo>
                  <a:pt x="4853969" y="3301825"/>
                </a:lnTo>
                <a:cubicBezTo>
                  <a:pt x="4854302" y="3301326"/>
                  <a:pt x="4854801" y="3300994"/>
                  <a:pt x="4855381" y="3300994"/>
                </a:cubicBezTo>
                <a:lnTo>
                  <a:pt x="4878146" y="3300994"/>
                </a:lnTo>
                <a:cubicBezTo>
                  <a:pt x="4878727" y="3300994"/>
                  <a:pt x="4879225" y="3301326"/>
                  <a:pt x="4879558" y="3301825"/>
                </a:cubicBezTo>
                <a:lnTo>
                  <a:pt x="4890939" y="3321598"/>
                </a:lnTo>
                <a:cubicBezTo>
                  <a:pt x="4891272" y="3322096"/>
                  <a:pt x="4891273" y="3322678"/>
                  <a:pt x="4890939" y="3323176"/>
                </a:cubicBezTo>
                <a:lnTo>
                  <a:pt x="4879557" y="3342949"/>
                </a:lnTo>
                <a:cubicBezTo>
                  <a:pt x="4879225" y="3343448"/>
                  <a:pt x="4878728" y="3343780"/>
                  <a:pt x="4878145" y="3343780"/>
                </a:cubicBezTo>
                <a:close/>
                <a:moveTo>
                  <a:pt x="3109639" y="2876681"/>
                </a:moveTo>
                <a:cubicBezTo>
                  <a:pt x="3109057" y="2876681"/>
                  <a:pt x="3108559" y="2876349"/>
                  <a:pt x="3108226" y="2875850"/>
                </a:cubicBezTo>
                <a:lnTo>
                  <a:pt x="3096512" y="2855579"/>
                </a:lnTo>
                <a:cubicBezTo>
                  <a:pt x="3096180" y="2855080"/>
                  <a:pt x="3096180" y="2854416"/>
                  <a:pt x="3096512" y="2853917"/>
                </a:cubicBezTo>
                <a:lnTo>
                  <a:pt x="3108226" y="2833646"/>
                </a:lnTo>
                <a:cubicBezTo>
                  <a:pt x="3108476" y="2833147"/>
                  <a:pt x="3109057" y="2832815"/>
                  <a:pt x="3109639" y="2832815"/>
                </a:cubicBezTo>
                <a:lnTo>
                  <a:pt x="3133067" y="2832815"/>
                </a:lnTo>
                <a:cubicBezTo>
                  <a:pt x="3133649" y="2832815"/>
                  <a:pt x="3134147" y="2833147"/>
                  <a:pt x="3134479" y="2833646"/>
                </a:cubicBezTo>
                <a:lnTo>
                  <a:pt x="3146193" y="2853917"/>
                </a:lnTo>
                <a:cubicBezTo>
                  <a:pt x="3146526" y="2854416"/>
                  <a:pt x="3146526" y="2855080"/>
                  <a:pt x="3146193" y="2855579"/>
                </a:cubicBezTo>
                <a:lnTo>
                  <a:pt x="3134479" y="2875850"/>
                </a:lnTo>
                <a:cubicBezTo>
                  <a:pt x="3134230" y="2876349"/>
                  <a:pt x="3133649" y="2876681"/>
                  <a:pt x="3133067" y="2876681"/>
                </a:cubicBezTo>
                <a:close/>
                <a:moveTo>
                  <a:pt x="3530943" y="2989569"/>
                </a:moveTo>
                <a:cubicBezTo>
                  <a:pt x="3530361" y="2989569"/>
                  <a:pt x="3529863" y="2989237"/>
                  <a:pt x="3529530" y="2988738"/>
                </a:cubicBezTo>
                <a:lnTo>
                  <a:pt x="3517816" y="2968467"/>
                </a:lnTo>
                <a:cubicBezTo>
                  <a:pt x="3517484" y="2967968"/>
                  <a:pt x="3517484" y="2967304"/>
                  <a:pt x="3517816" y="2966805"/>
                </a:cubicBezTo>
                <a:lnTo>
                  <a:pt x="3529530" y="2946534"/>
                </a:lnTo>
                <a:cubicBezTo>
                  <a:pt x="3529780" y="2946035"/>
                  <a:pt x="3530361" y="2945703"/>
                  <a:pt x="3530943" y="2945703"/>
                </a:cubicBezTo>
                <a:lnTo>
                  <a:pt x="3554371" y="2945703"/>
                </a:lnTo>
                <a:cubicBezTo>
                  <a:pt x="3554953" y="2945703"/>
                  <a:pt x="3555451" y="2946035"/>
                  <a:pt x="3555783" y="2946534"/>
                </a:cubicBezTo>
                <a:lnTo>
                  <a:pt x="3567497" y="2966805"/>
                </a:lnTo>
                <a:cubicBezTo>
                  <a:pt x="3567830" y="2967304"/>
                  <a:pt x="3567830" y="2967968"/>
                  <a:pt x="3567497" y="2968467"/>
                </a:cubicBezTo>
                <a:lnTo>
                  <a:pt x="3555783" y="2988738"/>
                </a:lnTo>
                <a:cubicBezTo>
                  <a:pt x="3555534" y="2989237"/>
                  <a:pt x="3554953" y="2989569"/>
                  <a:pt x="3554371" y="2989569"/>
                </a:cubicBezTo>
                <a:close/>
                <a:moveTo>
                  <a:pt x="4794688" y="3328472"/>
                </a:moveTo>
                <a:cubicBezTo>
                  <a:pt x="4794106" y="3328472"/>
                  <a:pt x="4793608" y="3328139"/>
                  <a:pt x="4793276" y="3327641"/>
                </a:cubicBezTo>
                <a:lnTo>
                  <a:pt x="4781395" y="3307120"/>
                </a:lnTo>
                <a:cubicBezTo>
                  <a:pt x="4781063" y="3306622"/>
                  <a:pt x="4781063" y="3305957"/>
                  <a:pt x="4781396" y="3305458"/>
                </a:cubicBezTo>
                <a:lnTo>
                  <a:pt x="4793276" y="3284938"/>
                </a:lnTo>
                <a:cubicBezTo>
                  <a:pt x="4793525" y="3284439"/>
                  <a:pt x="4794106" y="3284107"/>
                  <a:pt x="4794689" y="3284107"/>
                </a:cubicBezTo>
                <a:lnTo>
                  <a:pt x="4818365" y="3284107"/>
                </a:lnTo>
                <a:cubicBezTo>
                  <a:pt x="4818947" y="3284107"/>
                  <a:pt x="4819445" y="3284439"/>
                  <a:pt x="4819778" y="3284938"/>
                </a:cubicBezTo>
                <a:lnTo>
                  <a:pt x="4831658" y="3305458"/>
                </a:lnTo>
                <a:cubicBezTo>
                  <a:pt x="4831991" y="3305957"/>
                  <a:pt x="4831991" y="3306622"/>
                  <a:pt x="4831658" y="3307120"/>
                </a:cubicBezTo>
                <a:lnTo>
                  <a:pt x="4819778" y="3327641"/>
                </a:lnTo>
                <a:cubicBezTo>
                  <a:pt x="4819529" y="3328139"/>
                  <a:pt x="4818947" y="3328472"/>
                  <a:pt x="4818365" y="3328472"/>
                </a:cubicBezTo>
                <a:close/>
                <a:moveTo>
                  <a:pt x="32801" y="2093898"/>
                </a:moveTo>
                <a:cubicBezTo>
                  <a:pt x="32551" y="2093898"/>
                  <a:pt x="32219" y="2093566"/>
                  <a:pt x="32219" y="2093566"/>
                </a:cubicBezTo>
                <a:lnTo>
                  <a:pt x="27151" y="2084843"/>
                </a:lnTo>
                <a:cubicBezTo>
                  <a:pt x="26985" y="2084593"/>
                  <a:pt x="27151" y="2084095"/>
                  <a:pt x="27151" y="2084095"/>
                </a:cubicBezTo>
                <a:lnTo>
                  <a:pt x="32219" y="2075371"/>
                </a:lnTo>
                <a:cubicBezTo>
                  <a:pt x="32302" y="2075205"/>
                  <a:pt x="32801" y="2075039"/>
                  <a:pt x="32801" y="2075039"/>
                </a:cubicBezTo>
                <a:lnTo>
                  <a:pt x="42853" y="2075039"/>
                </a:lnTo>
                <a:cubicBezTo>
                  <a:pt x="43102" y="2075039"/>
                  <a:pt x="43434" y="2075371"/>
                  <a:pt x="43434" y="2075371"/>
                </a:cubicBezTo>
                <a:lnTo>
                  <a:pt x="48503" y="2084095"/>
                </a:lnTo>
                <a:cubicBezTo>
                  <a:pt x="48668" y="2084344"/>
                  <a:pt x="48502" y="2084843"/>
                  <a:pt x="48502" y="2084843"/>
                </a:cubicBezTo>
                <a:lnTo>
                  <a:pt x="43435" y="2093566"/>
                </a:lnTo>
                <a:cubicBezTo>
                  <a:pt x="43351" y="2093732"/>
                  <a:pt x="42853" y="2093898"/>
                  <a:pt x="42853" y="2093898"/>
                </a:cubicBezTo>
                <a:close/>
                <a:moveTo>
                  <a:pt x="2559635" y="2773066"/>
                </a:moveTo>
                <a:cubicBezTo>
                  <a:pt x="2559302" y="2773066"/>
                  <a:pt x="2558887" y="2772651"/>
                  <a:pt x="2558887" y="2772651"/>
                </a:cubicBezTo>
                <a:lnTo>
                  <a:pt x="2552823" y="2762183"/>
                </a:lnTo>
                <a:cubicBezTo>
                  <a:pt x="2552656" y="2761934"/>
                  <a:pt x="2552822" y="2761352"/>
                  <a:pt x="2552822" y="2761352"/>
                </a:cubicBezTo>
                <a:lnTo>
                  <a:pt x="2558888" y="2750884"/>
                </a:lnTo>
                <a:cubicBezTo>
                  <a:pt x="2559053" y="2750635"/>
                  <a:pt x="2559635" y="2750469"/>
                  <a:pt x="2559635" y="2750469"/>
                </a:cubicBezTo>
                <a:lnTo>
                  <a:pt x="2571764" y="2750469"/>
                </a:lnTo>
                <a:cubicBezTo>
                  <a:pt x="2572097" y="2750469"/>
                  <a:pt x="2572512" y="2750884"/>
                  <a:pt x="2572512" y="2750884"/>
                </a:cubicBezTo>
                <a:lnTo>
                  <a:pt x="2578576" y="2761352"/>
                </a:lnTo>
                <a:cubicBezTo>
                  <a:pt x="2578743" y="2761602"/>
                  <a:pt x="2578577" y="2762183"/>
                  <a:pt x="2578577" y="2762183"/>
                </a:cubicBezTo>
                <a:lnTo>
                  <a:pt x="2572512" y="2772651"/>
                </a:lnTo>
                <a:cubicBezTo>
                  <a:pt x="2572346" y="2772900"/>
                  <a:pt x="2571764" y="2773066"/>
                  <a:pt x="2571764" y="2773066"/>
                </a:cubicBezTo>
                <a:close/>
                <a:moveTo>
                  <a:pt x="3461775" y="3016217"/>
                </a:moveTo>
                <a:cubicBezTo>
                  <a:pt x="3461443" y="3016218"/>
                  <a:pt x="3460944" y="3015719"/>
                  <a:pt x="3460944" y="3015719"/>
                </a:cubicBezTo>
                <a:lnTo>
                  <a:pt x="3454215" y="3004087"/>
                </a:lnTo>
                <a:cubicBezTo>
                  <a:pt x="3454049" y="3003839"/>
                  <a:pt x="3454215" y="3003174"/>
                  <a:pt x="3454215" y="3003174"/>
                </a:cubicBezTo>
                <a:lnTo>
                  <a:pt x="3460944" y="2991542"/>
                </a:lnTo>
                <a:cubicBezTo>
                  <a:pt x="3461110" y="2991211"/>
                  <a:pt x="3461775" y="2991045"/>
                  <a:pt x="3461775" y="2991045"/>
                </a:cubicBezTo>
                <a:lnTo>
                  <a:pt x="3475234" y="2991044"/>
                </a:lnTo>
                <a:cubicBezTo>
                  <a:pt x="3475566" y="2991044"/>
                  <a:pt x="3476065" y="2991543"/>
                  <a:pt x="3476065" y="2991543"/>
                </a:cubicBezTo>
                <a:lnTo>
                  <a:pt x="3482794" y="3003174"/>
                </a:lnTo>
                <a:cubicBezTo>
                  <a:pt x="3482960" y="3003423"/>
                  <a:pt x="3482794" y="3004088"/>
                  <a:pt x="3482794" y="3004088"/>
                </a:cubicBezTo>
                <a:lnTo>
                  <a:pt x="3476065" y="3015719"/>
                </a:lnTo>
                <a:cubicBezTo>
                  <a:pt x="3475899" y="3016051"/>
                  <a:pt x="3475234" y="3016217"/>
                  <a:pt x="3475234" y="3016217"/>
                </a:cubicBezTo>
                <a:close/>
                <a:moveTo>
                  <a:pt x="4424410" y="3274909"/>
                </a:moveTo>
                <a:cubicBezTo>
                  <a:pt x="4424078" y="3274909"/>
                  <a:pt x="4423580" y="3274411"/>
                  <a:pt x="4423580" y="3274411"/>
                </a:cubicBezTo>
                <a:lnTo>
                  <a:pt x="4416518" y="3262198"/>
                </a:lnTo>
                <a:cubicBezTo>
                  <a:pt x="4416352" y="3261867"/>
                  <a:pt x="4416518" y="3261201"/>
                  <a:pt x="4416518" y="3261201"/>
                </a:cubicBezTo>
                <a:lnTo>
                  <a:pt x="4423580" y="3248988"/>
                </a:lnTo>
                <a:cubicBezTo>
                  <a:pt x="4423746" y="3248656"/>
                  <a:pt x="4424410" y="3248491"/>
                  <a:pt x="4424410" y="3248491"/>
                </a:cubicBezTo>
                <a:lnTo>
                  <a:pt x="4438534" y="3248490"/>
                </a:lnTo>
                <a:cubicBezTo>
                  <a:pt x="4438866" y="3248490"/>
                  <a:pt x="4439365" y="3248988"/>
                  <a:pt x="4439365" y="3248988"/>
                </a:cubicBezTo>
                <a:lnTo>
                  <a:pt x="4446426" y="3261201"/>
                </a:lnTo>
                <a:cubicBezTo>
                  <a:pt x="4446593" y="3261533"/>
                  <a:pt x="4446426" y="3262199"/>
                  <a:pt x="4446426" y="3262199"/>
                </a:cubicBezTo>
                <a:lnTo>
                  <a:pt x="4439365" y="3274411"/>
                </a:lnTo>
                <a:cubicBezTo>
                  <a:pt x="4439198" y="3274743"/>
                  <a:pt x="4438534" y="3274909"/>
                  <a:pt x="4438534" y="3274909"/>
                </a:cubicBezTo>
                <a:close/>
                <a:moveTo>
                  <a:pt x="2196867" y="2679381"/>
                </a:moveTo>
                <a:cubicBezTo>
                  <a:pt x="2196535" y="2679380"/>
                  <a:pt x="2195953" y="2678799"/>
                  <a:pt x="2195953" y="2678799"/>
                </a:cubicBezTo>
                <a:lnTo>
                  <a:pt x="2188310" y="2665506"/>
                </a:lnTo>
                <a:cubicBezTo>
                  <a:pt x="2188144" y="2665175"/>
                  <a:pt x="2188310" y="2664426"/>
                  <a:pt x="2188310" y="2664426"/>
                </a:cubicBezTo>
                <a:lnTo>
                  <a:pt x="2196036" y="2651134"/>
                </a:lnTo>
                <a:cubicBezTo>
                  <a:pt x="2196202" y="2650801"/>
                  <a:pt x="2196950" y="2650552"/>
                  <a:pt x="2196950" y="2650552"/>
                </a:cubicBezTo>
                <a:lnTo>
                  <a:pt x="2212320" y="2650552"/>
                </a:lnTo>
                <a:cubicBezTo>
                  <a:pt x="2212652" y="2650552"/>
                  <a:pt x="2213234" y="2651134"/>
                  <a:pt x="2213234" y="2651134"/>
                </a:cubicBezTo>
                <a:lnTo>
                  <a:pt x="2220877" y="2664426"/>
                </a:lnTo>
                <a:cubicBezTo>
                  <a:pt x="2221043" y="2664760"/>
                  <a:pt x="2220877" y="2665507"/>
                  <a:pt x="2220877" y="2665507"/>
                </a:cubicBezTo>
                <a:lnTo>
                  <a:pt x="2213151" y="2678800"/>
                </a:lnTo>
                <a:cubicBezTo>
                  <a:pt x="2212984" y="2679131"/>
                  <a:pt x="2212237" y="2679380"/>
                  <a:pt x="2212237" y="2679380"/>
                </a:cubicBezTo>
                <a:close/>
                <a:moveTo>
                  <a:pt x="2617235" y="2794012"/>
                </a:moveTo>
                <a:cubicBezTo>
                  <a:pt x="2616737" y="2794011"/>
                  <a:pt x="2616154" y="2793429"/>
                  <a:pt x="2616154" y="2793429"/>
                </a:cubicBezTo>
                <a:lnTo>
                  <a:pt x="2607597" y="2778558"/>
                </a:lnTo>
                <a:cubicBezTo>
                  <a:pt x="2607348" y="2778142"/>
                  <a:pt x="2607597" y="2777312"/>
                  <a:pt x="2607597" y="2777312"/>
                </a:cubicBezTo>
                <a:lnTo>
                  <a:pt x="2616238" y="2762442"/>
                </a:lnTo>
                <a:cubicBezTo>
                  <a:pt x="2616486" y="2762108"/>
                  <a:pt x="2616902" y="2761860"/>
                  <a:pt x="2617318" y="2761859"/>
                </a:cubicBezTo>
                <a:lnTo>
                  <a:pt x="2634516" y="2761859"/>
                </a:lnTo>
                <a:cubicBezTo>
                  <a:pt x="2635013" y="2761860"/>
                  <a:pt x="2635596" y="2762442"/>
                  <a:pt x="2635596" y="2762442"/>
                </a:cubicBezTo>
                <a:lnTo>
                  <a:pt x="2644152" y="2777312"/>
                </a:lnTo>
                <a:cubicBezTo>
                  <a:pt x="2644401" y="2777727"/>
                  <a:pt x="2644152" y="2778558"/>
                  <a:pt x="2644152" y="2778558"/>
                </a:cubicBezTo>
                <a:lnTo>
                  <a:pt x="2635513" y="2793429"/>
                </a:lnTo>
                <a:cubicBezTo>
                  <a:pt x="2635263" y="2793762"/>
                  <a:pt x="2634847" y="2794011"/>
                  <a:pt x="2634432" y="2794011"/>
                </a:cubicBezTo>
                <a:close/>
                <a:moveTo>
                  <a:pt x="3279201" y="2971562"/>
                </a:moveTo>
                <a:cubicBezTo>
                  <a:pt x="3278786" y="2971562"/>
                  <a:pt x="3278121" y="2970980"/>
                  <a:pt x="3278121" y="2970980"/>
                </a:cubicBezTo>
                <a:lnTo>
                  <a:pt x="3269398" y="2955943"/>
                </a:lnTo>
                <a:cubicBezTo>
                  <a:pt x="3269150" y="2955528"/>
                  <a:pt x="3269398" y="2954697"/>
                  <a:pt x="3269398" y="2954697"/>
                </a:cubicBezTo>
                <a:lnTo>
                  <a:pt x="3278121" y="2939659"/>
                </a:lnTo>
                <a:cubicBezTo>
                  <a:pt x="3278370" y="2939327"/>
                  <a:pt x="3278786" y="2939078"/>
                  <a:pt x="3279201" y="2939078"/>
                </a:cubicBezTo>
                <a:lnTo>
                  <a:pt x="3296565" y="2939078"/>
                </a:lnTo>
                <a:cubicBezTo>
                  <a:pt x="3296980" y="2939078"/>
                  <a:pt x="3297645" y="2939659"/>
                  <a:pt x="3297645" y="2939659"/>
                </a:cubicBezTo>
                <a:lnTo>
                  <a:pt x="3306368" y="2954697"/>
                </a:lnTo>
                <a:cubicBezTo>
                  <a:pt x="3306617" y="2955112"/>
                  <a:pt x="3306368" y="2955943"/>
                  <a:pt x="3306368" y="2955943"/>
                </a:cubicBezTo>
                <a:lnTo>
                  <a:pt x="3297645" y="2970980"/>
                </a:lnTo>
                <a:cubicBezTo>
                  <a:pt x="3297396" y="2971313"/>
                  <a:pt x="3296980" y="2971562"/>
                  <a:pt x="3296565" y="2971562"/>
                </a:cubicBezTo>
                <a:close/>
                <a:moveTo>
                  <a:pt x="3820731" y="3117132"/>
                </a:moveTo>
                <a:cubicBezTo>
                  <a:pt x="3820316" y="3117132"/>
                  <a:pt x="3819651" y="3116467"/>
                  <a:pt x="3819651" y="3116467"/>
                </a:cubicBezTo>
                <a:lnTo>
                  <a:pt x="3810762" y="3101015"/>
                </a:lnTo>
                <a:cubicBezTo>
                  <a:pt x="3810513" y="3100682"/>
                  <a:pt x="3810762" y="3099768"/>
                  <a:pt x="3810762" y="3099768"/>
                </a:cubicBezTo>
                <a:lnTo>
                  <a:pt x="3819651" y="3084316"/>
                </a:lnTo>
                <a:cubicBezTo>
                  <a:pt x="3819900" y="3083900"/>
                  <a:pt x="3820316" y="3083651"/>
                  <a:pt x="3820731" y="3083651"/>
                </a:cubicBezTo>
                <a:lnTo>
                  <a:pt x="3838510" y="3083651"/>
                </a:lnTo>
                <a:cubicBezTo>
                  <a:pt x="3838925" y="3083651"/>
                  <a:pt x="3839590" y="3084316"/>
                  <a:pt x="3839590" y="3084316"/>
                </a:cubicBezTo>
                <a:lnTo>
                  <a:pt x="3848480" y="3099768"/>
                </a:lnTo>
                <a:cubicBezTo>
                  <a:pt x="3848729" y="3100101"/>
                  <a:pt x="3848480" y="3101015"/>
                  <a:pt x="3848480" y="3101015"/>
                </a:cubicBezTo>
                <a:lnTo>
                  <a:pt x="3839590" y="3116467"/>
                </a:lnTo>
                <a:cubicBezTo>
                  <a:pt x="3839341" y="3116883"/>
                  <a:pt x="3838925" y="3117132"/>
                  <a:pt x="3838510" y="3117132"/>
                </a:cubicBezTo>
                <a:close/>
                <a:moveTo>
                  <a:pt x="3760378" y="3101255"/>
                </a:moveTo>
                <a:cubicBezTo>
                  <a:pt x="3759963" y="3101254"/>
                  <a:pt x="3759298" y="3100590"/>
                  <a:pt x="3759298" y="3100590"/>
                </a:cubicBezTo>
                <a:lnTo>
                  <a:pt x="3750243" y="3084888"/>
                </a:lnTo>
                <a:cubicBezTo>
                  <a:pt x="3749994" y="3084556"/>
                  <a:pt x="3750243" y="3083643"/>
                  <a:pt x="3750243" y="3083643"/>
                </a:cubicBezTo>
                <a:lnTo>
                  <a:pt x="3759298" y="3067941"/>
                </a:lnTo>
                <a:cubicBezTo>
                  <a:pt x="3759464" y="3067524"/>
                  <a:pt x="3759963" y="3067275"/>
                  <a:pt x="3760378" y="3067275"/>
                </a:cubicBezTo>
                <a:lnTo>
                  <a:pt x="3778490" y="3067275"/>
                </a:lnTo>
                <a:cubicBezTo>
                  <a:pt x="3778905" y="3067276"/>
                  <a:pt x="3779570" y="3067940"/>
                  <a:pt x="3779570" y="3067940"/>
                </a:cubicBezTo>
                <a:lnTo>
                  <a:pt x="3788625" y="3083642"/>
                </a:lnTo>
                <a:cubicBezTo>
                  <a:pt x="3788875" y="3083975"/>
                  <a:pt x="3788625" y="3084888"/>
                  <a:pt x="3788625" y="3084888"/>
                </a:cubicBezTo>
                <a:lnTo>
                  <a:pt x="3779570" y="3100590"/>
                </a:lnTo>
                <a:cubicBezTo>
                  <a:pt x="3779404" y="3101006"/>
                  <a:pt x="3778905" y="3101254"/>
                  <a:pt x="3778490" y="3101254"/>
                </a:cubicBezTo>
                <a:close/>
                <a:moveTo>
                  <a:pt x="88947" y="2117685"/>
                </a:moveTo>
                <a:cubicBezTo>
                  <a:pt x="88531" y="2117685"/>
                  <a:pt x="87866" y="2117020"/>
                  <a:pt x="87866" y="2117020"/>
                </a:cubicBezTo>
                <a:lnTo>
                  <a:pt x="78728" y="2101152"/>
                </a:lnTo>
                <a:cubicBezTo>
                  <a:pt x="78479" y="2100737"/>
                  <a:pt x="78728" y="2099823"/>
                  <a:pt x="78728" y="2099823"/>
                </a:cubicBezTo>
                <a:lnTo>
                  <a:pt x="87866" y="2083955"/>
                </a:lnTo>
                <a:cubicBezTo>
                  <a:pt x="88031" y="2083539"/>
                  <a:pt x="88531" y="2083290"/>
                  <a:pt x="88946" y="2083290"/>
                </a:cubicBezTo>
                <a:lnTo>
                  <a:pt x="107224" y="2083290"/>
                </a:lnTo>
                <a:cubicBezTo>
                  <a:pt x="107640" y="2083290"/>
                  <a:pt x="108304" y="2083955"/>
                  <a:pt x="108304" y="2083955"/>
                </a:cubicBezTo>
                <a:lnTo>
                  <a:pt x="117443" y="2099823"/>
                </a:lnTo>
                <a:cubicBezTo>
                  <a:pt x="117691" y="2100238"/>
                  <a:pt x="117443" y="2101152"/>
                  <a:pt x="117443" y="2101152"/>
                </a:cubicBezTo>
                <a:lnTo>
                  <a:pt x="108304" y="2117020"/>
                </a:lnTo>
                <a:cubicBezTo>
                  <a:pt x="108138" y="2117435"/>
                  <a:pt x="107640" y="2117685"/>
                  <a:pt x="107224" y="2117685"/>
                </a:cubicBezTo>
                <a:close/>
                <a:moveTo>
                  <a:pt x="149134" y="2133812"/>
                </a:moveTo>
                <a:cubicBezTo>
                  <a:pt x="148718" y="2133812"/>
                  <a:pt x="148053" y="2133147"/>
                  <a:pt x="148053" y="2133147"/>
                </a:cubicBezTo>
                <a:lnTo>
                  <a:pt x="138915" y="2117279"/>
                </a:lnTo>
                <a:cubicBezTo>
                  <a:pt x="138666" y="2116864"/>
                  <a:pt x="138915" y="2115950"/>
                  <a:pt x="138915" y="2115950"/>
                </a:cubicBezTo>
                <a:lnTo>
                  <a:pt x="148053" y="2100082"/>
                </a:lnTo>
                <a:cubicBezTo>
                  <a:pt x="148218" y="2099666"/>
                  <a:pt x="148718" y="2099417"/>
                  <a:pt x="149133" y="2099417"/>
                </a:cubicBezTo>
                <a:lnTo>
                  <a:pt x="167411" y="2099417"/>
                </a:lnTo>
                <a:cubicBezTo>
                  <a:pt x="167827" y="2099417"/>
                  <a:pt x="168490" y="2100082"/>
                  <a:pt x="168490" y="2100082"/>
                </a:cubicBezTo>
                <a:lnTo>
                  <a:pt x="177630" y="2115950"/>
                </a:lnTo>
                <a:cubicBezTo>
                  <a:pt x="177878" y="2116365"/>
                  <a:pt x="177630" y="2117279"/>
                  <a:pt x="177630" y="2117279"/>
                </a:cubicBezTo>
                <a:lnTo>
                  <a:pt x="168491" y="2133147"/>
                </a:lnTo>
                <a:cubicBezTo>
                  <a:pt x="168325" y="2133562"/>
                  <a:pt x="167827" y="2133812"/>
                  <a:pt x="167411" y="2133812"/>
                </a:cubicBezTo>
                <a:close/>
                <a:moveTo>
                  <a:pt x="3158176" y="2940555"/>
                </a:moveTo>
                <a:cubicBezTo>
                  <a:pt x="3157678" y="2940555"/>
                  <a:pt x="3157012" y="2939891"/>
                  <a:pt x="3157012" y="2939891"/>
                </a:cubicBezTo>
                <a:lnTo>
                  <a:pt x="3147625" y="2923690"/>
                </a:lnTo>
                <a:cubicBezTo>
                  <a:pt x="3147375" y="2923275"/>
                  <a:pt x="3147624" y="2922361"/>
                  <a:pt x="3147624" y="2922361"/>
                </a:cubicBezTo>
                <a:lnTo>
                  <a:pt x="3157012" y="2906161"/>
                </a:lnTo>
                <a:cubicBezTo>
                  <a:pt x="3157261" y="2905745"/>
                  <a:pt x="3157678" y="2905496"/>
                  <a:pt x="3158175" y="2905496"/>
                </a:cubicBezTo>
                <a:lnTo>
                  <a:pt x="3176868" y="2905496"/>
                </a:lnTo>
                <a:cubicBezTo>
                  <a:pt x="3177366" y="2905496"/>
                  <a:pt x="3178031" y="2906161"/>
                  <a:pt x="3178031" y="2906161"/>
                </a:cubicBezTo>
                <a:lnTo>
                  <a:pt x="3187419" y="2922361"/>
                </a:lnTo>
                <a:cubicBezTo>
                  <a:pt x="3187669" y="2922776"/>
                  <a:pt x="3187419" y="2923690"/>
                  <a:pt x="3187419" y="2923690"/>
                </a:cubicBezTo>
                <a:lnTo>
                  <a:pt x="3178031" y="2939891"/>
                </a:lnTo>
                <a:cubicBezTo>
                  <a:pt x="3177783" y="2940306"/>
                  <a:pt x="3177366" y="2940555"/>
                  <a:pt x="3176868" y="2940555"/>
                </a:cubicBezTo>
                <a:close/>
                <a:moveTo>
                  <a:pt x="3218360" y="2956775"/>
                </a:moveTo>
                <a:cubicBezTo>
                  <a:pt x="3217861" y="2956775"/>
                  <a:pt x="3217197" y="2956111"/>
                  <a:pt x="3217197" y="2956111"/>
                </a:cubicBezTo>
                <a:lnTo>
                  <a:pt x="3207809" y="2939827"/>
                </a:lnTo>
                <a:cubicBezTo>
                  <a:pt x="3207560" y="2939412"/>
                  <a:pt x="3207809" y="2938498"/>
                  <a:pt x="3207809" y="2938498"/>
                </a:cubicBezTo>
                <a:lnTo>
                  <a:pt x="3217197" y="2922215"/>
                </a:lnTo>
                <a:cubicBezTo>
                  <a:pt x="3217446" y="2921799"/>
                  <a:pt x="3217861" y="2921550"/>
                  <a:pt x="3218360" y="2921550"/>
                </a:cubicBezTo>
                <a:lnTo>
                  <a:pt x="3237136" y="2921550"/>
                </a:lnTo>
                <a:cubicBezTo>
                  <a:pt x="3237634" y="2921550"/>
                  <a:pt x="3238299" y="2922215"/>
                  <a:pt x="3238299" y="2922215"/>
                </a:cubicBezTo>
                <a:lnTo>
                  <a:pt x="3247687" y="2938498"/>
                </a:lnTo>
                <a:cubicBezTo>
                  <a:pt x="3247936" y="2938914"/>
                  <a:pt x="3247687" y="2939827"/>
                  <a:pt x="3247687" y="2939827"/>
                </a:cubicBezTo>
                <a:lnTo>
                  <a:pt x="3238299" y="2956111"/>
                </a:lnTo>
                <a:cubicBezTo>
                  <a:pt x="3238049" y="2956526"/>
                  <a:pt x="3237634" y="2956775"/>
                  <a:pt x="3237136" y="2956775"/>
                </a:cubicBezTo>
                <a:close/>
                <a:moveTo>
                  <a:pt x="3519291" y="3037410"/>
                </a:moveTo>
                <a:cubicBezTo>
                  <a:pt x="3518792" y="3037410"/>
                  <a:pt x="3518128" y="3036746"/>
                  <a:pt x="3518128" y="3036746"/>
                </a:cubicBezTo>
                <a:lnTo>
                  <a:pt x="3508740" y="3020462"/>
                </a:lnTo>
                <a:cubicBezTo>
                  <a:pt x="3508491" y="3020047"/>
                  <a:pt x="3508740" y="3019133"/>
                  <a:pt x="3508740" y="3019133"/>
                </a:cubicBezTo>
                <a:lnTo>
                  <a:pt x="3518128" y="3002850"/>
                </a:lnTo>
                <a:cubicBezTo>
                  <a:pt x="3518377" y="3002434"/>
                  <a:pt x="3518792" y="3002185"/>
                  <a:pt x="3519291" y="3002185"/>
                </a:cubicBezTo>
                <a:lnTo>
                  <a:pt x="3538067" y="3002185"/>
                </a:lnTo>
                <a:cubicBezTo>
                  <a:pt x="3538565" y="3002185"/>
                  <a:pt x="3539230" y="3002850"/>
                  <a:pt x="3539230" y="3002850"/>
                </a:cubicBezTo>
                <a:lnTo>
                  <a:pt x="3548618" y="3019133"/>
                </a:lnTo>
                <a:cubicBezTo>
                  <a:pt x="3548867" y="3019549"/>
                  <a:pt x="3548618" y="3020462"/>
                  <a:pt x="3548618" y="3020462"/>
                </a:cubicBezTo>
                <a:lnTo>
                  <a:pt x="3539230" y="3036746"/>
                </a:lnTo>
                <a:cubicBezTo>
                  <a:pt x="3538980" y="3037161"/>
                  <a:pt x="3538565" y="3037410"/>
                  <a:pt x="3538067" y="3037410"/>
                </a:cubicBezTo>
                <a:close/>
                <a:moveTo>
                  <a:pt x="208882" y="2150599"/>
                </a:moveTo>
                <a:cubicBezTo>
                  <a:pt x="208383" y="2150599"/>
                  <a:pt x="207719" y="2149934"/>
                  <a:pt x="207719" y="2149934"/>
                </a:cubicBezTo>
                <a:lnTo>
                  <a:pt x="198248" y="2133485"/>
                </a:lnTo>
                <a:cubicBezTo>
                  <a:pt x="197998" y="2133069"/>
                  <a:pt x="198248" y="2132156"/>
                  <a:pt x="198248" y="2132156"/>
                </a:cubicBezTo>
                <a:lnTo>
                  <a:pt x="207802" y="2115706"/>
                </a:lnTo>
                <a:cubicBezTo>
                  <a:pt x="208051" y="2115290"/>
                  <a:pt x="208466" y="2115041"/>
                  <a:pt x="208965" y="2115041"/>
                </a:cubicBezTo>
                <a:lnTo>
                  <a:pt x="227990" y="2115041"/>
                </a:lnTo>
                <a:cubicBezTo>
                  <a:pt x="228489" y="2115041"/>
                  <a:pt x="229153" y="2115706"/>
                  <a:pt x="229153" y="2115706"/>
                </a:cubicBezTo>
                <a:lnTo>
                  <a:pt x="238624" y="2132156"/>
                </a:lnTo>
                <a:cubicBezTo>
                  <a:pt x="238874" y="2132571"/>
                  <a:pt x="238624" y="2133485"/>
                  <a:pt x="238624" y="2133485"/>
                </a:cubicBezTo>
                <a:lnTo>
                  <a:pt x="229070" y="2149934"/>
                </a:lnTo>
                <a:cubicBezTo>
                  <a:pt x="228821" y="2150350"/>
                  <a:pt x="228406" y="2150599"/>
                  <a:pt x="227907" y="2150599"/>
                </a:cubicBezTo>
                <a:close/>
                <a:moveTo>
                  <a:pt x="329151" y="2183089"/>
                </a:moveTo>
                <a:cubicBezTo>
                  <a:pt x="328652" y="2183089"/>
                  <a:pt x="328237" y="2182840"/>
                  <a:pt x="327988" y="2182425"/>
                </a:cubicBezTo>
                <a:lnTo>
                  <a:pt x="318351" y="2165809"/>
                </a:lnTo>
                <a:cubicBezTo>
                  <a:pt x="318103" y="2165393"/>
                  <a:pt x="318102" y="2164895"/>
                  <a:pt x="318351" y="2164480"/>
                </a:cubicBezTo>
                <a:lnTo>
                  <a:pt x="327988" y="2147864"/>
                </a:lnTo>
                <a:cubicBezTo>
                  <a:pt x="328237" y="2147448"/>
                  <a:pt x="328652" y="2147199"/>
                  <a:pt x="329151" y="2147199"/>
                </a:cubicBezTo>
                <a:lnTo>
                  <a:pt x="348343" y="2147199"/>
                </a:lnTo>
                <a:cubicBezTo>
                  <a:pt x="348842" y="2147199"/>
                  <a:pt x="349257" y="2147448"/>
                  <a:pt x="349505" y="2147864"/>
                </a:cubicBezTo>
                <a:lnTo>
                  <a:pt x="359143" y="2164480"/>
                </a:lnTo>
                <a:cubicBezTo>
                  <a:pt x="359392" y="2164895"/>
                  <a:pt x="359392" y="2165393"/>
                  <a:pt x="359143" y="2165809"/>
                </a:cubicBezTo>
                <a:lnTo>
                  <a:pt x="349505" y="2182425"/>
                </a:lnTo>
                <a:cubicBezTo>
                  <a:pt x="349256" y="2182840"/>
                  <a:pt x="348842" y="2183089"/>
                  <a:pt x="348343" y="2183089"/>
                </a:cubicBezTo>
                <a:close/>
                <a:moveTo>
                  <a:pt x="268963" y="2167066"/>
                </a:moveTo>
                <a:cubicBezTo>
                  <a:pt x="268465" y="2167066"/>
                  <a:pt x="268049" y="2166817"/>
                  <a:pt x="267800" y="2166402"/>
                </a:cubicBezTo>
                <a:lnTo>
                  <a:pt x="258163" y="2149703"/>
                </a:lnTo>
                <a:cubicBezTo>
                  <a:pt x="257914" y="2149287"/>
                  <a:pt x="257914" y="2148789"/>
                  <a:pt x="258163" y="2148374"/>
                </a:cubicBezTo>
                <a:lnTo>
                  <a:pt x="267800" y="2131675"/>
                </a:lnTo>
                <a:cubicBezTo>
                  <a:pt x="268049" y="2131258"/>
                  <a:pt x="268465" y="2131010"/>
                  <a:pt x="268963" y="2131010"/>
                </a:cubicBezTo>
                <a:lnTo>
                  <a:pt x="288320" y="2131010"/>
                </a:lnTo>
                <a:cubicBezTo>
                  <a:pt x="288819" y="2131010"/>
                  <a:pt x="289235" y="2131259"/>
                  <a:pt x="289484" y="2131675"/>
                </a:cubicBezTo>
                <a:lnTo>
                  <a:pt x="299121" y="2148374"/>
                </a:lnTo>
                <a:cubicBezTo>
                  <a:pt x="299370" y="2148789"/>
                  <a:pt x="299370" y="2149287"/>
                  <a:pt x="299121" y="2149703"/>
                </a:cubicBezTo>
                <a:lnTo>
                  <a:pt x="289484" y="2166402"/>
                </a:lnTo>
                <a:cubicBezTo>
                  <a:pt x="289235" y="2166817"/>
                  <a:pt x="288819" y="2167066"/>
                  <a:pt x="288320" y="2167066"/>
                </a:cubicBezTo>
                <a:close/>
                <a:moveTo>
                  <a:pt x="449471" y="2215525"/>
                </a:moveTo>
                <a:cubicBezTo>
                  <a:pt x="448973" y="2215524"/>
                  <a:pt x="448557" y="2215276"/>
                  <a:pt x="448308" y="2214860"/>
                </a:cubicBezTo>
                <a:lnTo>
                  <a:pt x="438588" y="2197995"/>
                </a:lnTo>
                <a:cubicBezTo>
                  <a:pt x="438338" y="2197497"/>
                  <a:pt x="438339" y="2196998"/>
                  <a:pt x="438588" y="2196582"/>
                </a:cubicBezTo>
                <a:lnTo>
                  <a:pt x="448308" y="2179717"/>
                </a:lnTo>
                <a:cubicBezTo>
                  <a:pt x="448557" y="2179301"/>
                  <a:pt x="448973" y="2179052"/>
                  <a:pt x="449471" y="2179053"/>
                </a:cubicBezTo>
                <a:lnTo>
                  <a:pt x="468912" y="2179053"/>
                </a:lnTo>
                <a:cubicBezTo>
                  <a:pt x="469410" y="2179052"/>
                  <a:pt x="469826" y="2179301"/>
                  <a:pt x="470075" y="2179718"/>
                </a:cubicBezTo>
                <a:lnTo>
                  <a:pt x="479795" y="2196582"/>
                </a:lnTo>
                <a:cubicBezTo>
                  <a:pt x="480045" y="2197081"/>
                  <a:pt x="480045" y="2197580"/>
                  <a:pt x="479795" y="2197995"/>
                </a:cubicBezTo>
                <a:lnTo>
                  <a:pt x="470075" y="2214860"/>
                </a:lnTo>
                <a:cubicBezTo>
                  <a:pt x="469826" y="2215276"/>
                  <a:pt x="469410" y="2215525"/>
                  <a:pt x="468912" y="2215525"/>
                </a:cubicBezTo>
                <a:close/>
                <a:moveTo>
                  <a:pt x="389202" y="2199481"/>
                </a:moveTo>
                <a:cubicBezTo>
                  <a:pt x="388704" y="2199481"/>
                  <a:pt x="388289" y="2199232"/>
                  <a:pt x="388039" y="2198816"/>
                </a:cubicBezTo>
                <a:lnTo>
                  <a:pt x="378319" y="2181868"/>
                </a:lnTo>
                <a:cubicBezTo>
                  <a:pt x="378070" y="2181453"/>
                  <a:pt x="378070" y="2180871"/>
                  <a:pt x="378319" y="2180456"/>
                </a:cubicBezTo>
                <a:lnTo>
                  <a:pt x="388122" y="2163508"/>
                </a:lnTo>
                <a:cubicBezTo>
                  <a:pt x="388371" y="2163092"/>
                  <a:pt x="388787" y="2162843"/>
                  <a:pt x="389286" y="2162843"/>
                </a:cubicBezTo>
                <a:lnTo>
                  <a:pt x="408809" y="2162843"/>
                </a:lnTo>
                <a:cubicBezTo>
                  <a:pt x="409307" y="2162843"/>
                  <a:pt x="409723" y="2163092"/>
                  <a:pt x="409972" y="2163508"/>
                </a:cubicBezTo>
                <a:lnTo>
                  <a:pt x="419693" y="2180456"/>
                </a:lnTo>
                <a:cubicBezTo>
                  <a:pt x="419942" y="2180871"/>
                  <a:pt x="419942" y="2181453"/>
                  <a:pt x="419692" y="2181868"/>
                </a:cubicBezTo>
                <a:lnTo>
                  <a:pt x="409889" y="2198816"/>
                </a:lnTo>
                <a:cubicBezTo>
                  <a:pt x="409640" y="2199232"/>
                  <a:pt x="409224" y="2199481"/>
                  <a:pt x="408726" y="2199481"/>
                </a:cubicBezTo>
                <a:close/>
                <a:moveTo>
                  <a:pt x="629845" y="2264223"/>
                </a:moveTo>
                <a:cubicBezTo>
                  <a:pt x="629346" y="2264223"/>
                  <a:pt x="628847" y="2263973"/>
                  <a:pt x="628597" y="2263558"/>
                </a:cubicBezTo>
                <a:lnTo>
                  <a:pt x="618712" y="2246444"/>
                </a:lnTo>
                <a:cubicBezTo>
                  <a:pt x="618463" y="2246029"/>
                  <a:pt x="618463" y="2245446"/>
                  <a:pt x="618712" y="2245031"/>
                </a:cubicBezTo>
                <a:lnTo>
                  <a:pt x="628598" y="2227918"/>
                </a:lnTo>
                <a:cubicBezTo>
                  <a:pt x="628931" y="2227502"/>
                  <a:pt x="629345" y="2227252"/>
                  <a:pt x="629844" y="2227253"/>
                </a:cubicBezTo>
                <a:lnTo>
                  <a:pt x="649533" y="2227252"/>
                </a:lnTo>
                <a:cubicBezTo>
                  <a:pt x="650032" y="2227253"/>
                  <a:pt x="650531" y="2227502"/>
                  <a:pt x="650781" y="2227918"/>
                </a:cubicBezTo>
                <a:lnTo>
                  <a:pt x="660666" y="2245031"/>
                </a:lnTo>
                <a:cubicBezTo>
                  <a:pt x="660915" y="2245446"/>
                  <a:pt x="660916" y="2246029"/>
                  <a:pt x="660667" y="2246444"/>
                </a:cubicBezTo>
                <a:lnTo>
                  <a:pt x="650780" y="2263558"/>
                </a:lnTo>
                <a:cubicBezTo>
                  <a:pt x="650447" y="2263973"/>
                  <a:pt x="650033" y="2264223"/>
                  <a:pt x="649534" y="2264223"/>
                </a:cubicBezTo>
                <a:close/>
                <a:moveTo>
                  <a:pt x="810404" y="2312603"/>
                </a:moveTo>
                <a:cubicBezTo>
                  <a:pt x="809905" y="2312603"/>
                  <a:pt x="809407" y="2312354"/>
                  <a:pt x="809157" y="2311939"/>
                </a:cubicBezTo>
                <a:lnTo>
                  <a:pt x="799272" y="2294824"/>
                </a:lnTo>
                <a:cubicBezTo>
                  <a:pt x="799023" y="2294409"/>
                  <a:pt x="799022" y="2293827"/>
                  <a:pt x="799271" y="2293412"/>
                </a:cubicBezTo>
                <a:lnTo>
                  <a:pt x="809157" y="2276298"/>
                </a:lnTo>
                <a:cubicBezTo>
                  <a:pt x="809490" y="2275882"/>
                  <a:pt x="809905" y="2275633"/>
                  <a:pt x="810404" y="2275633"/>
                </a:cubicBezTo>
                <a:lnTo>
                  <a:pt x="830093" y="2275633"/>
                </a:lnTo>
                <a:cubicBezTo>
                  <a:pt x="830592" y="2275633"/>
                  <a:pt x="831090" y="2275882"/>
                  <a:pt x="831340" y="2276298"/>
                </a:cubicBezTo>
                <a:lnTo>
                  <a:pt x="841226" y="2293412"/>
                </a:lnTo>
                <a:cubicBezTo>
                  <a:pt x="841475" y="2293827"/>
                  <a:pt x="841475" y="2294409"/>
                  <a:pt x="841226" y="2294824"/>
                </a:cubicBezTo>
                <a:lnTo>
                  <a:pt x="831340" y="2311939"/>
                </a:lnTo>
                <a:cubicBezTo>
                  <a:pt x="831007" y="2312354"/>
                  <a:pt x="830592" y="2312603"/>
                  <a:pt x="830093" y="2312603"/>
                </a:cubicBezTo>
                <a:close/>
                <a:moveTo>
                  <a:pt x="1111334" y="2393237"/>
                </a:moveTo>
                <a:cubicBezTo>
                  <a:pt x="1110835" y="2393237"/>
                  <a:pt x="1110337" y="2392988"/>
                  <a:pt x="1110088" y="2392573"/>
                </a:cubicBezTo>
                <a:lnTo>
                  <a:pt x="1100201" y="2375458"/>
                </a:lnTo>
                <a:cubicBezTo>
                  <a:pt x="1099952" y="2375043"/>
                  <a:pt x="1099953" y="2374461"/>
                  <a:pt x="1100201" y="2374046"/>
                </a:cubicBezTo>
                <a:lnTo>
                  <a:pt x="1110088" y="2356932"/>
                </a:lnTo>
                <a:cubicBezTo>
                  <a:pt x="1110420" y="2356516"/>
                  <a:pt x="1110835" y="2356267"/>
                  <a:pt x="1111334" y="2356267"/>
                </a:cubicBezTo>
                <a:lnTo>
                  <a:pt x="1131024" y="2356267"/>
                </a:lnTo>
                <a:cubicBezTo>
                  <a:pt x="1131523" y="2356268"/>
                  <a:pt x="1132020" y="2356516"/>
                  <a:pt x="1132271" y="2356932"/>
                </a:cubicBezTo>
                <a:lnTo>
                  <a:pt x="1142157" y="2374046"/>
                </a:lnTo>
                <a:cubicBezTo>
                  <a:pt x="1142406" y="2374461"/>
                  <a:pt x="1142405" y="2375043"/>
                  <a:pt x="1142157" y="2375458"/>
                </a:cubicBezTo>
                <a:lnTo>
                  <a:pt x="1132271" y="2392573"/>
                </a:lnTo>
                <a:cubicBezTo>
                  <a:pt x="1131937" y="2392988"/>
                  <a:pt x="1131523" y="2393237"/>
                  <a:pt x="1131024" y="2393237"/>
                </a:cubicBezTo>
                <a:close/>
                <a:moveTo>
                  <a:pt x="690027" y="2280454"/>
                </a:moveTo>
                <a:cubicBezTo>
                  <a:pt x="689529" y="2280454"/>
                  <a:pt x="689031" y="2280205"/>
                  <a:pt x="688782" y="2279790"/>
                </a:cubicBezTo>
                <a:lnTo>
                  <a:pt x="678894" y="2262592"/>
                </a:lnTo>
                <a:cubicBezTo>
                  <a:pt x="678645" y="2262177"/>
                  <a:pt x="678646" y="2261595"/>
                  <a:pt x="678895" y="2261180"/>
                </a:cubicBezTo>
                <a:lnTo>
                  <a:pt x="688782" y="2243983"/>
                </a:lnTo>
                <a:cubicBezTo>
                  <a:pt x="689031" y="2243567"/>
                  <a:pt x="689529" y="2243318"/>
                  <a:pt x="690027" y="2243318"/>
                </a:cubicBezTo>
                <a:lnTo>
                  <a:pt x="709883" y="2243318"/>
                </a:lnTo>
                <a:cubicBezTo>
                  <a:pt x="710382" y="2243318"/>
                  <a:pt x="710879" y="2243567"/>
                  <a:pt x="711130" y="2243983"/>
                </a:cubicBezTo>
                <a:lnTo>
                  <a:pt x="721016" y="2261180"/>
                </a:lnTo>
                <a:cubicBezTo>
                  <a:pt x="721265" y="2261595"/>
                  <a:pt x="721264" y="2262177"/>
                  <a:pt x="721016" y="2262592"/>
                </a:cubicBezTo>
                <a:lnTo>
                  <a:pt x="711130" y="2279790"/>
                </a:lnTo>
                <a:cubicBezTo>
                  <a:pt x="710880" y="2280205"/>
                  <a:pt x="710381" y="2280454"/>
                  <a:pt x="709882" y="2280454"/>
                </a:cubicBezTo>
                <a:close/>
                <a:moveTo>
                  <a:pt x="870585" y="2328834"/>
                </a:moveTo>
                <a:cubicBezTo>
                  <a:pt x="870087" y="2328835"/>
                  <a:pt x="869589" y="2328585"/>
                  <a:pt x="869340" y="2328170"/>
                </a:cubicBezTo>
                <a:lnTo>
                  <a:pt x="859453" y="2310972"/>
                </a:lnTo>
                <a:cubicBezTo>
                  <a:pt x="859204" y="2310558"/>
                  <a:pt x="859204" y="2309976"/>
                  <a:pt x="859453" y="2309561"/>
                </a:cubicBezTo>
                <a:lnTo>
                  <a:pt x="869340" y="2292363"/>
                </a:lnTo>
                <a:cubicBezTo>
                  <a:pt x="869589" y="2291948"/>
                  <a:pt x="870087" y="2291698"/>
                  <a:pt x="870585" y="2291698"/>
                </a:cubicBezTo>
                <a:lnTo>
                  <a:pt x="890441" y="2291698"/>
                </a:lnTo>
                <a:cubicBezTo>
                  <a:pt x="890940" y="2291698"/>
                  <a:pt x="891438" y="2291947"/>
                  <a:pt x="891688" y="2292363"/>
                </a:cubicBezTo>
                <a:lnTo>
                  <a:pt x="901574" y="2309560"/>
                </a:lnTo>
                <a:cubicBezTo>
                  <a:pt x="901823" y="2309975"/>
                  <a:pt x="901823" y="2310557"/>
                  <a:pt x="901574" y="2310972"/>
                </a:cubicBezTo>
                <a:lnTo>
                  <a:pt x="891688" y="2328170"/>
                </a:lnTo>
                <a:cubicBezTo>
                  <a:pt x="891438" y="2328585"/>
                  <a:pt x="890940" y="2328834"/>
                  <a:pt x="890441" y="2328835"/>
                </a:cubicBezTo>
                <a:close/>
                <a:moveTo>
                  <a:pt x="2676172" y="2812640"/>
                </a:moveTo>
                <a:cubicBezTo>
                  <a:pt x="2675674" y="2812640"/>
                  <a:pt x="2675176" y="2812391"/>
                  <a:pt x="2674926" y="2811976"/>
                </a:cubicBezTo>
                <a:lnTo>
                  <a:pt x="2665040" y="2794778"/>
                </a:lnTo>
                <a:cubicBezTo>
                  <a:pt x="2664791" y="2794363"/>
                  <a:pt x="2664791" y="2793781"/>
                  <a:pt x="2665040" y="2793366"/>
                </a:cubicBezTo>
                <a:lnTo>
                  <a:pt x="2674926" y="2776169"/>
                </a:lnTo>
                <a:cubicBezTo>
                  <a:pt x="2675176" y="2775753"/>
                  <a:pt x="2675674" y="2775504"/>
                  <a:pt x="2676172" y="2775504"/>
                </a:cubicBezTo>
                <a:lnTo>
                  <a:pt x="2696029" y="2775504"/>
                </a:lnTo>
                <a:cubicBezTo>
                  <a:pt x="2696527" y="2775504"/>
                  <a:pt x="2697025" y="2775753"/>
                  <a:pt x="2697275" y="2776169"/>
                </a:cubicBezTo>
                <a:lnTo>
                  <a:pt x="2707161" y="2793366"/>
                </a:lnTo>
                <a:cubicBezTo>
                  <a:pt x="2707410" y="2793781"/>
                  <a:pt x="2707410" y="2794363"/>
                  <a:pt x="2707161" y="2794778"/>
                </a:cubicBezTo>
                <a:lnTo>
                  <a:pt x="2697275" y="2811976"/>
                </a:lnTo>
                <a:cubicBezTo>
                  <a:pt x="2697025" y="2812391"/>
                  <a:pt x="2696527" y="2812640"/>
                  <a:pt x="2696029" y="2812640"/>
                </a:cubicBezTo>
                <a:close/>
                <a:moveTo>
                  <a:pt x="509326" y="2232233"/>
                </a:moveTo>
                <a:cubicBezTo>
                  <a:pt x="508827" y="2232232"/>
                  <a:pt x="508329" y="2231900"/>
                  <a:pt x="508080" y="2231485"/>
                </a:cubicBezTo>
                <a:lnTo>
                  <a:pt x="498110" y="2214122"/>
                </a:lnTo>
                <a:cubicBezTo>
                  <a:pt x="497861" y="2213705"/>
                  <a:pt x="497861" y="2213125"/>
                  <a:pt x="498110" y="2212708"/>
                </a:cubicBezTo>
                <a:lnTo>
                  <a:pt x="508163" y="2195345"/>
                </a:lnTo>
                <a:cubicBezTo>
                  <a:pt x="508412" y="2194847"/>
                  <a:pt x="508909" y="2194597"/>
                  <a:pt x="509409" y="2194597"/>
                </a:cubicBezTo>
                <a:lnTo>
                  <a:pt x="529431" y="2194597"/>
                </a:lnTo>
                <a:cubicBezTo>
                  <a:pt x="529930" y="2194597"/>
                  <a:pt x="530428" y="2194929"/>
                  <a:pt x="530677" y="2195345"/>
                </a:cubicBezTo>
                <a:lnTo>
                  <a:pt x="540647" y="2212709"/>
                </a:lnTo>
                <a:cubicBezTo>
                  <a:pt x="540896" y="2213124"/>
                  <a:pt x="540896" y="2213705"/>
                  <a:pt x="540647" y="2214121"/>
                </a:cubicBezTo>
                <a:lnTo>
                  <a:pt x="530594" y="2231484"/>
                </a:lnTo>
                <a:cubicBezTo>
                  <a:pt x="530345" y="2231983"/>
                  <a:pt x="529846" y="2232233"/>
                  <a:pt x="529348" y="2232232"/>
                </a:cubicBezTo>
                <a:close/>
                <a:moveTo>
                  <a:pt x="569513" y="2248360"/>
                </a:moveTo>
                <a:cubicBezTo>
                  <a:pt x="569014" y="2248359"/>
                  <a:pt x="568516" y="2248027"/>
                  <a:pt x="568267" y="2247612"/>
                </a:cubicBezTo>
                <a:lnTo>
                  <a:pt x="558297" y="2230249"/>
                </a:lnTo>
                <a:cubicBezTo>
                  <a:pt x="558047" y="2229832"/>
                  <a:pt x="558048" y="2229252"/>
                  <a:pt x="558297" y="2228835"/>
                </a:cubicBezTo>
                <a:lnTo>
                  <a:pt x="568350" y="2211473"/>
                </a:lnTo>
                <a:cubicBezTo>
                  <a:pt x="568599" y="2210974"/>
                  <a:pt x="569096" y="2210724"/>
                  <a:pt x="569595" y="2210724"/>
                </a:cubicBezTo>
                <a:lnTo>
                  <a:pt x="589618" y="2210724"/>
                </a:lnTo>
                <a:cubicBezTo>
                  <a:pt x="590117" y="2210724"/>
                  <a:pt x="590615" y="2211057"/>
                  <a:pt x="590863" y="2211472"/>
                </a:cubicBezTo>
                <a:lnTo>
                  <a:pt x="600834" y="2228836"/>
                </a:lnTo>
                <a:cubicBezTo>
                  <a:pt x="601083" y="2229251"/>
                  <a:pt x="601083" y="2229832"/>
                  <a:pt x="600834" y="2230248"/>
                </a:cubicBezTo>
                <a:lnTo>
                  <a:pt x="590781" y="2247611"/>
                </a:lnTo>
                <a:cubicBezTo>
                  <a:pt x="590532" y="2248110"/>
                  <a:pt x="590033" y="2248360"/>
                  <a:pt x="589535" y="2248359"/>
                </a:cubicBezTo>
                <a:close/>
                <a:moveTo>
                  <a:pt x="990816" y="2361247"/>
                </a:moveTo>
                <a:cubicBezTo>
                  <a:pt x="990317" y="2361247"/>
                  <a:pt x="989819" y="2360915"/>
                  <a:pt x="989570" y="2360499"/>
                </a:cubicBezTo>
                <a:lnTo>
                  <a:pt x="979600" y="2343136"/>
                </a:lnTo>
                <a:cubicBezTo>
                  <a:pt x="979351" y="2342720"/>
                  <a:pt x="979351" y="2342139"/>
                  <a:pt x="979600" y="2341723"/>
                </a:cubicBezTo>
                <a:lnTo>
                  <a:pt x="989653" y="2324360"/>
                </a:lnTo>
                <a:cubicBezTo>
                  <a:pt x="989902" y="2323861"/>
                  <a:pt x="990400" y="2323612"/>
                  <a:pt x="990899" y="2323612"/>
                </a:cubicBezTo>
                <a:lnTo>
                  <a:pt x="1010921" y="2323612"/>
                </a:lnTo>
                <a:cubicBezTo>
                  <a:pt x="1011420" y="2323612"/>
                  <a:pt x="1011918" y="2323944"/>
                  <a:pt x="1012167" y="2324360"/>
                </a:cubicBezTo>
                <a:lnTo>
                  <a:pt x="1022137" y="2341723"/>
                </a:lnTo>
                <a:cubicBezTo>
                  <a:pt x="1022386" y="2342139"/>
                  <a:pt x="1022386" y="2342720"/>
                  <a:pt x="1022137" y="2343136"/>
                </a:cubicBezTo>
                <a:lnTo>
                  <a:pt x="1012084" y="2360499"/>
                </a:lnTo>
                <a:cubicBezTo>
                  <a:pt x="1011835" y="2360998"/>
                  <a:pt x="1011336" y="2361247"/>
                  <a:pt x="1010838" y="2361247"/>
                </a:cubicBezTo>
                <a:close/>
                <a:moveTo>
                  <a:pt x="1051003" y="2377374"/>
                </a:moveTo>
                <a:cubicBezTo>
                  <a:pt x="1050504" y="2377374"/>
                  <a:pt x="1050006" y="2377042"/>
                  <a:pt x="1049757" y="2376626"/>
                </a:cubicBezTo>
                <a:lnTo>
                  <a:pt x="1039787" y="2359263"/>
                </a:lnTo>
                <a:cubicBezTo>
                  <a:pt x="1039538" y="2358847"/>
                  <a:pt x="1039538" y="2358266"/>
                  <a:pt x="1039787" y="2357850"/>
                </a:cubicBezTo>
                <a:lnTo>
                  <a:pt x="1049840" y="2340487"/>
                </a:lnTo>
                <a:cubicBezTo>
                  <a:pt x="1050089" y="2339988"/>
                  <a:pt x="1050587" y="2339739"/>
                  <a:pt x="1051086" y="2339739"/>
                </a:cubicBezTo>
                <a:lnTo>
                  <a:pt x="1071108" y="2339739"/>
                </a:lnTo>
                <a:cubicBezTo>
                  <a:pt x="1071607" y="2339739"/>
                  <a:pt x="1072104" y="2340071"/>
                  <a:pt x="1072354" y="2340487"/>
                </a:cubicBezTo>
                <a:lnTo>
                  <a:pt x="1082324" y="2357850"/>
                </a:lnTo>
                <a:cubicBezTo>
                  <a:pt x="1082572" y="2358266"/>
                  <a:pt x="1082573" y="2358847"/>
                  <a:pt x="1082324" y="2359263"/>
                </a:cubicBezTo>
                <a:lnTo>
                  <a:pt x="1072271" y="2376626"/>
                </a:lnTo>
                <a:cubicBezTo>
                  <a:pt x="1072022" y="2377125"/>
                  <a:pt x="1071523" y="2377374"/>
                  <a:pt x="1071024" y="2377374"/>
                </a:cubicBezTo>
                <a:close/>
                <a:moveTo>
                  <a:pt x="2435285" y="2748292"/>
                </a:moveTo>
                <a:cubicBezTo>
                  <a:pt x="2434787" y="2748292"/>
                  <a:pt x="2434288" y="2747960"/>
                  <a:pt x="2434040" y="2747544"/>
                </a:cubicBezTo>
                <a:lnTo>
                  <a:pt x="2424069" y="2730181"/>
                </a:lnTo>
                <a:cubicBezTo>
                  <a:pt x="2423821" y="2729765"/>
                  <a:pt x="2423820" y="2729184"/>
                  <a:pt x="2424070" y="2728768"/>
                </a:cubicBezTo>
                <a:lnTo>
                  <a:pt x="2434121" y="2711405"/>
                </a:lnTo>
                <a:cubicBezTo>
                  <a:pt x="2434372" y="2710906"/>
                  <a:pt x="2434869" y="2710657"/>
                  <a:pt x="2435369" y="2710657"/>
                </a:cubicBezTo>
                <a:lnTo>
                  <a:pt x="2455391" y="2710657"/>
                </a:lnTo>
                <a:cubicBezTo>
                  <a:pt x="2455889" y="2710657"/>
                  <a:pt x="2456387" y="2710989"/>
                  <a:pt x="2456637" y="2711405"/>
                </a:cubicBezTo>
                <a:lnTo>
                  <a:pt x="2466605" y="2728768"/>
                </a:lnTo>
                <a:cubicBezTo>
                  <a:pt x="2466855" y="2729184"/>
                  <a:pt x="2466855" y="2729765"/>
                  <a:pt x="2466606" y="2730181"/>
                </a:cubicBezTo>
                <a:lnTo>
                  <a:pt x="2456553" y="2747544"/>
                </a:lnTo>
                <a:cubicBezTo>
                  <a:pt x="2456305" y="2748043"/>
                  <a:pt x="2455806" y="2748292"/>
                  <a:pt x="2455307" y="2748292"/>
                </a:cubicBezTo>
                <a:close/>
                <a:moveTo>
                  <a:pt x="5023293" y="3441746"/>
                </a:moveTo>
                <a:cubicBezTo>
                  <a:pt x="5022794" y="3441746"/>
                  <a:pt x="5022296" y="3441414"/>
                  <a:pt x="5022046" y="3440998"/>
                </a:cubicBezTo>
                <a:lnTo>
                  <a:pt x="5012077" y="3423635"/>
                </a:lnTo>
                <a:cubicBezTo>
                  <a:pt x="5011828" y="3423219"/>
                  <a:pt x="5011828" y="3422638"/>
                  <a:pt x="5012077" y="3422222"/>
                </a:cubicBezTo>
                <a:lnTo>
                  <a:pt x="5022129" y="3404859"/>
                </a:lnTo>
                <a:cubicBezTo>
                  <a:pt x="5022379" y="3404361"/>
                  <a:pt x="5022877" y="3404111"/>
                  <a:pt x="5023376" y="3404111"/>
                </a:cubicBezTo>
                <a:lnTo>
                  <a:pt x="5043398" y="3404111"/>
                </a:lnTo>
                <a:cubicBezTo>
                  <a:pt x="5043896" y="3404111"/>
                  <a:pt x="5044395" y="3404443"/>
                  <a:pt x="5044645" y="3404859"/>
                </a:cubicBezTo>
                <a:lnTo>
                  <a:pt x="5054613" y="3422222"/>
                </a:lnTo>
                <a:cubicBezTo>
                  <a:pt x="5054863" y="3422638"/>
                  <a:pt x="5054863" y="3423219"/>
                  <a:pt x="5054613" y="3423635"/>
                </a:cubicBezTo>
                <a:lnTo>
                  <a:pt x="5044562" y="3440998"/>
                </a:lnTo>
                <a:cubicBezTo>
                  <a:pt x="5044312" y="3441497"/>
                  <a:pt x="5043813" y="3441746"/>
                  <a:pt x="5043315" y="3441746"/>
                </a:cubicBezTo>
                <a:close/>
                <a:moveTo>
                  <a:pt x="749989" y="2296905"/>
                </a:moveTo>
                <a:cubicBezTo>
                  <a:pt x="749490" y="2296905"/>
                  <a:pt x="748992" y="2296573"/>
                  <a:pt x="748743" y="2296158"/>
                </a:cubicBezTo>
                <a:lnTo>
                  <a:pt x="738606" y="2278628"/>
                </a:lnTo>
                <a:cubicBezTo>
                  <a:pt x="738358" y="2278212"/>
                  <a:pt x="738357" y="2277631"/>
                  <a:pt x="738607" y="2277216"/>
                </a:cubicBezTo>
                <a:lnTo>
                  <a:pt x="748742" y="2259686"/>
                </a:lnTo>
                <a:cubicBezTo>
                  <a:pt x="748991" y="2259187"/>
                  <a:pt x="749489" y="2258938"/>
                  <a:pt x="749988" y="2258938"/>
                </a:cubicBezTo>
                <a:lnTo>
                  <a:pt x="770259" y="2258938"/>
                </a:lnTo>
                <a:cubicBezTo>
                  <a:pt x="770758" y="2258938"/>
                  <a:pt x="771256" y="2259270"/>
                  <a:pt x="771505" y="2259686"/>
                </a:cubicBezTo>
                <a:lnTo>
                  <a:pt x="781641" y="2277216"/>
                </a:lnTo>
                <a:cubicBezTo>
                  <a:pt x="781890" y="2277631"/>
                  <a:pt x="781890" y="2278212"/>
                  <a:pt x="781642" y="2278628"/>
                </a:cubicBezTo>
                <a:lnTo>
                  <a:pt x="771505" y="2296158"/>
                </a:lnTo>
                <a:cubicBezTo>
                  <a:pt x="771256" y="2296656"/>
                  <a:pt x="770759" y="2296905"/>
                  <a:pt x="770260" y="2296905"/>
                </a:cubicBezTo>
                <a:close/>
                <a:moveTo>
                  <a:pt x="930547" y="2345285"/>
                </a:moveTo>
                <a:cubicBezTo>
                  <a:pt x="930048" y="2345286"/>
                  <a:pt x="929550" y="2344954"/>
                  <a:pt x="929301" y="2344539"/>
                </a:cubicBezTo>
                <a:lnTo>
                  <a:pt x="919165" y="2327009"/>
                </a:lnTo>
                <a:cubicBezTo>
                  <a:pt x="918916" y="2326593"/>
                  <a:pt x="918916" y="2326011"/>
                  <a:pt x="919165" y="2325596"/>
                </a:cubicBezTo>
                <a:lnTo>
                  <a:pt x="929301" y="2308067"/>
                </a:lnTo>
                <a:cubicBezTo>
                  <a:pt x="929550" y="2307568"/>
                  <a:pt x="930048" y="2307319"/>
                  <a:pt x="930547" y="2307319"/>
                </a:cubicBezTo>
                <a:lnTo>
                  <a:pt x="950818" y="2307319"/>
                </a:lnTo>
                <a:cubicBezTo>
                  <a:pt x="951317" y="2307319"/>
                  <a:pt x="951815" y="2307650"/>
                  <a:pt x="952064" y="2308067"/>
                </a:cubicBezTo>
                <a:lnTo>
                  <a:pt x="962200" y="2325596"/>
                </a:lnTo>
                <a:cubicBezTo>
                  <a:pt x="962449" y="2326012"/>
                  <a:pt x="962449" y="2326593"/>
                  <a:pt x="962200" y="2327009"/>
                </a:cubicBezTo>
                <a:lnTo>
                  <a:pt x="952064" y="2344539"/>
                </a:lnTo>
                <a:cubicBezTo>
                  <a:pt x="951815" y="2345037"/>
                  <a:pt x="951317" y="2345285"/>
                  <a:pt x="950818" y="2345286"/>
                </a:cubicBezTo>
                <a:close/>
                <a:moveTo>
                  <a:pt x="1351851" y="2458174"/>
                </a:moveTo>
                <a:cubicBezTo>
                  <a:pt x="1351352" y="2458174"/>
                  <a:pt x="1350854" y="2457842"/>
                  <a:pt x="1350605" y="2457427"/>
                </a:cubicBezTo>
                <a:lnTo>
                  <a:pt x="1340469" y="2439897"/>
                </a:lnTo>
                <a:cubicBezTo>
                  <a:pt x="1340220" y="2439481"/>
                  <a:pt x="1340220" y="2438900"/>
                  <a:pt x="1340469" y="2438485"/>
                </a:cubicBezTo>
                <a:lnTo>
                  <a:pt x="1350605" y="2420955"/>
                </a:lnTo>
                <a:cubicBezTo>
                  <a:pt x="1350854" y="2420456"/>
                  <a:pt x="1351352" y="2420207"/>
                  <a:pt x="1351851" y="2420207"/>
                </a:cubicBezTo>
                <a:lnTo>
                  <a:pt x="1372122" y="2420207"/>
                </a:lnTo>
                <a:cubicBezTo>
                  <a:pt x="1372621" y="2420207"/>
                  <a:pt x="1373119" y="2420539"/>
                  <a:pt x="1373368" y="2420955"/>
                </a:cubicBezTo>
                <a:lnTo>
                  <a:pt x="1383504" y="2438485"/>
                </a:lnTo>
                <a:cubicBezTo>
                  <a:pt x="1383753" y="2438900"/>
                  <a:pt x="1383753" y="2439481"/>
                  <a:pt x="1383504" y="2439897"/>
                </a:cubicBezTo>
                <a:lnTo>
                  <a:pt x="1373368" y="2457427"/>
                </a:lnTo>
                <a:cubicBezTo>
                  <a:pt x="1373119" y="2457925"/>
                  <a:pt x="1372621" y="2458174"/>
                  <a:pt x="1372122" y="2458174"/>
                </a:cubicBezTo>
                <a:close/>
                <a:moveTo>
                  <a:pt x="1231395" y="2426003"/>
                </a:moveTo>
                <a:cubicBezTo>
                  <a:pt x="1230896" y="2426003"/>
                  <a:pt x="1230398" y="2425671"/>
                  <a:pt x="1230149" y="2425256"/>
                </a:cubicBezTo>
                <a:lnTo>
                  <a:pt x="1220014" y="2407643"/>
                </a:lnTo>
                <a:cubicBezTo>
                  <a:pt x="1219764" y="2407228"/>
                  <a:pt x="1219765" y="2406646"/>
                  <a:pt x="1220013" y="2406231"/>
                </a:cubicBezTo>
                <a:lnTo>
                  <a:pt x="1230232" y="2388618"/>
                </a:lnTo>
                <a:cubicBezTo>
                  <a:pt x="1230481" y="2388119"/>
                  <a:pt x="1230979" y="2387870"/>
                  <a:pt x="1231478" y="2387870"/>
                </a:cubicBezTo>
                <a:lnTo>
                  <a:pt x="1251832" y="2387870"/>
                </a:lnTo>
                <a:cubicBezTo>
                  <a:pt x="1252331" y="2387870"/>
                  <a:pt x="1252829" y="2388202"/>
                  <a:pt x="1253078" y="2388618"/>
                </a:cubicBezTo>
                <a:lnTo>
                  <a:pt x="1263215" y="2406231"/>
                </a:lnTo>
                <a:cubicBezTo>
                  <a:pt x="1263464" y="2406646"/>
                  <a:pt x="1263463" y="2407228"/>
                  <a:pt x="1263215" y="2407643"/>
                </a:cubicBezTo>
                <a:lnTo>
                  <a:pt x="1252995" y="2425256"/>
                </a:lnTo>
                <a:cubicBezTo>
                  <a:pt x="1252746" y="2425754"/>
                  <a:pt x="1252249" y="2426003"/>
                  <a:pt x="1251749" y="2426003"/>
                </a:cubicBezTo>
                <a:close/>
                <a:moveTo>
                  <a:pt x="2976795" y="2893681"/>
                </a:moveTo>
                <a:cubicBezTo>
                  <a:pt x="2976296" y="2893682"/>
                  <a:pt x="2975798" y="2893350"/>
                  <a:pt x="2975549" y="2892934"/>
                </a:cubicBezTo>
                <a:lnTo>
                  <a:pt x="2965413" y="2875321"/>
                </a:lnTo>
                <a:cubicBezTo>
                  <a:pt x="2965164" y="2874907"/>
                  <a:pt x="2965164" y="2874325"/>
                  <a:pt x="2965413" y="2873910"/>
                </a:cubicBezTo>
                <a:lnTo>
                  <a:pt x="2975632" y="2856297"/>
                </a:lnTo>
                <a:cubicBezTo>
                  <a:pt x="2975881" y="2855797"/>
                  <a:pt x="2976379" y="2855548"/>
                  <a:pt x="2976878" y="2855549"/>
                </a:cubicBezTo>
                <a:lnTo>
                  <a:pt x="2997232" y="2855549"/>
                </a:lnTo>
                <a:cubicBezTo>
                  <a:pt x="2997731" y="2855548"/>
                  <a:pt x="2998229" y="2855880"/>
                  <a:pt x="2998479" y="2856296"/>
                </a:cubicBezTo>
                <a:lnTo>
                  <a:pt x="3008614" y="2873910"/>
                </a:lnTo>
                <a:cubicBezTo>
                  <a:pt x="3008864" y="2874324"/>
                  <a:pt x="3008863" y="2874906"/>
                  <a:pt x="3008615" y="2875321"/>
                </a:cubicBezTo>
                <a:lnTo>
                  <a:pt x="2998395" y="2892934"/>
                </a:lnTo>
                <a:cubicBezTo>
                  <a:pt x="2998146" y="2893432"/>
                  <a:pt x="2997648" y="2893682"/>
                  <a:pt x="2997149" y="2893681"/>
                </a:cubicBezTo>
                <a:close/>
                <a:moveTo>
                  <a:pt x="1171187" y="2410040"/>
                </a:moveTo>
                <a:cubicBezTo>
                  <a:pt x="1170689" y="2410040"/>
                  <a:pt x="1170190" y="2409708"/>
                  <a:pt x="1169941" y="2409293"/>
                </a:cubicBezTo>
                <a:lnTo>
                  <a:pt x="1159722" y="2391597"/>
                </a:lnTo>
                <a:cubicBezTo>
                  <a:pt x="1159473" y="2391181"/>
                  <a:pt x="1159473" y="2390600"/>
                  <a:pt x="1159722" y="2390185"/>
                </a:cubicBezTo>
                <a:lnTo>
                  <a:pt x="1169941" y="2372489"/>
                </a:lnTo>
                <a:cubicBezTo>
                  <a:pt x="1170190" y="2371990"/>
                  <a:pt x="1170689" y="2371741"/>
                  <a:pt x="1171187" y="2371741"/>
                </a:cubicBezTo>
                <a:lnTo>
                  <a:pt x="1191624" y="2371741"/>
                </a:lnTo>
                <a:cubicBezTo>
                  <a:pt x="1192123" y="2371741"/>
                  <a:pt x="1192621" y="2372073"/>
                  <a:pt x="1192871" y="2372489"/>
                </a:cubicBezTo>
                <a:lnTo>
                  <a:pt x="1203089" y="2390185"/>
                </a:lnTo>
                <a:cubicBezTo>
                  <a:pt x="1203339" y="2390600"/>
                  <a:pt x="1203339" y="2391181"/>
                  <a:pt x="1203089" y="2391597"/>
                </a:cubicBezTo>
                <a:lnTo>
                  <a:pt x="1192871" y="2409293"/>
                </a:lnTo>
                <a:cubicBezTo>
                  <a:pt x="1192621" y="2409791"/>
                  <a:pt x="1192123" y="2410040"/>
                  <a:pt x="1191624" y="2410040"/>
                </a:cubicBezTo>
                <a:close/>
                <a:moveTo>
                  <a:pt x="3638822" y="3071241"/>
                </a:moveTo>
                <a:cubicBezTo>
                  <a:pt x="3638323" y="3071241"/>
                  <a:pt x="3637825" y="3070909"/>
                  <a:pt x="3637576" y="3070494"/>
                </a:cubicBezTo>
                <a:lnTo>
                  <a:pt x="3627357" y="3052798"/>
                </a:lnTo>
                <a:cubicBezTo>
                  <a:pt x="3627108" y="3052382"/>
                  <a:pt x="3627108" y="3051801"/>
                  <a:pt x="3627357" y="3051386"/>
                </a:cubicBezTo>
                <a:lnTo>
                  <a:pt x="3637576" y="3033690"/>
                </a:lnTo>
                <a:cubicBezTo>
                  <a:pt x="3637825" y="3033191"/>
                  <a:pt x="3638323" y="3032942"/>
                  <a:pt x="3638822" y="3032942"/>
                </a:cubicBezTo>
                <a:lnTo>
                  <a:pt x="3659259" y="3032942"/>
                </a:lnTo>
                <a:cubicBezTo>
                  <a:pt x="3659758" y="3032942"/>
                  <a:pt x="3660256" y="3033274"/>
                  <a:pt x="3660506" y="3033690"/>
                </a:cubicBezTo>
                <a:lnTo>
                  <a:pt x="3670724" y="3051386"/>
                </a:lnTo>
                <a:cubicBezTo>
                  <a:pt x="3670974" y="3051801"/>
                  <a:pt x="3670974" y="3052382"/>
                  <a:pt x="3670724" y="3052798"/>
                </a:cubicBezTo>
                <a:lnTo>
                  <a:pt x="3660506" y="3070494"/>
                </a:lnTo>
                <a:cubicBezTo>
                  <a:pt x="3660256" y="3070992"/>
                  <a:pt x="3659758" y="3071241"/>
                  <a:pt x="3659259" y="3071241"/>
                </a:cubicBezTo>
                <a:close/>
                <a:moveTo>
                  <a:pt x="1291404" y="2442545"/>
                </a:moveTo>
                <a:cubicBezTo>
                  <a:pt x="1290906" y="2442545"/>
                  <a:pt x="1290407" y="2442213"/>
                  <a:pt x="1290158" y="2441797"/>
                </a:cubicBezTo>
                <a:lnTo>
                  <a:pt x="1279773" y="2423852"/>
                </a:lnTo>
                <a:cubicBezTo>
                  <a:pt x="1279524" y="2423354"/>
                  <a:pt x="1279524" y="2422772"/>
                  <a:pt x="1279773" y="2422357"/>
                </a:cubicBezTo>
                <a:lnTo>
                  <a:pt x="1290158" y="2404412"/>
                </a:lnTo>
                <a:cubicBezTo>
                  <a:pt x="1290407" y="2403913"/>
                  <a:pt x="1290906" y="2403664"/>
                  <a:pt x="1291404" y="2403664"/>
                </a:cubicBezTo>
                <a:lnTo>
                  <a:pt x="1312174" y="2403664"/>
                </a:lnTo>
                <a:cubicBezTo>
                  <a:pt x="1312672" y="2403664"/>
                  <a:pt x="1313171" y="2403996"/>
                  <a:pt x="1313420" y="2404412"/>
                </a:cubicBezTo>
                <a:lnTo>
                  <a:pt x="1323805" y="2422357"/>
                </a:lnTo>
                <a:cubicBezTo>
                  <a:pt x="1324054" y="2422855"/>
                  <a:pt x="1324054" y="2423437"/>
                  <a:pt x="1323805" y="2423852"/>
                </a:cubicBezTo>
                <a:lnTo>
                  <a:pt x="1313420" y="2441797"/>
                </a:lnTo>
                <a:cubicBezTo>
                  <a:pt x="1313171" y="2442296"/>
                  <a:pt x="1312672" y="2442545"/>
                  <a:pt x="1312174" y="2442545"/>
                </a:cubicBezTo>
                <a:close/>
                <a:moveTo>
                  <a:pt x="1772894" y="2571560"/>
                </a:moveTo>
                <a:cubicBezTo>
                  <a:pt x="1772396" y="2571560"/>
                  <a:pt x="1771897" y="2571228"/>
                  <a:pt x="1771648" y="2570812"/>
                </a:cubicBezTo>
                <a:lnTo>
                  <a:pt x="1761263" y="2552867"/>
                </a:lnTo>
                <a:cubicBezTo>
                  <a:pt x="1761014" y="2552369"/>
                  <a:pt x="1761014" y="2551787"/>
                  <a:pt x="1761263" y="2551372"/>
                </a:cubicBezTo>
                <a:lnTo>
                  <a:pt x="1771648" y="2533427"/>
                </a:lnTo>
                <a:cubicBezTo>
                  <a:pt x="1771897" y="2532928"/>
                  <a:pt x="1772396" y="2532679"/>
                  <a:pt x="1772894" y="2532679"/>
                </a:cubicBezTo>
                <a:lnTo>
                  <a:pt x="1793664" y="2532679"/>
                </a:lnTo>
                <a:cubicBezTo>
                  <a:pt x="1794162" y="2532679"/>
                  <a:pt x="1794661" y="2533011"/>
                  <a:pt x="1794910" y="2533427"/>
                </a:cubicBezTo>
                <a:lnTo>
                  <a:pt x="1805295" y="2551372"/>
                </a:lnTo>
                <a:cubicBezTo>
                  <a:pt x="1805544" y="2551870"/>
                  <a:pt x="1805544" y="2552452"/>
                  <a:pt x="1805295" y="2552867"/>
                </a:cubicBezTo>
                <a:lnTo>
                  <a:pt x="1794910" y="2570812"/>
                </a:lnTo>
                <a:cubicBezTo>
                  <a:pt x="1794661" y="2571311"/>
                  <a:pt x="1794162" y="2571560"/>
                  <a:pt x="1793664" y="2571560"/>
                </a:cubicBezTo>
                <a:close/>
                <a:moveTo>
                  <a:pt x="3036804" y="2910224"/>
                </a:moveTo>
                <a:cubicBezTo>
                  <a:pt x="3036305" y="2910224"/>
                  <a:pt x="3035807" y="2909892"/>
                  <a:pt x="3035558" y="2909476"/>
                </a:cubicBezTo>
                <a:lnTo>
                  <a:pt x="3025173" y="2891531"/>
                </a:lnTo>
                <a:cubicBezTo>
                  <a:pt x="3024924" y="2891033"/>
                  <a:pt x="3024924" y="2890451"/>
                  <a:pt x="3025173" y="2890036"/>
                </a:cubicBezTo>
                <a:lnTo>
                  <a:pt x="3035558" y="2872091"/>
                </a:lnTo>
                <a:cubicBezTo>
                  <a:pt x="3035807" y="2871592"/>
                  <a:pt x="3036305" y="2871343"/>
                  <a:pt x="3036804" y="2871343"/>
                </a:cubicBezTo>
                <a:lnTo>
                  <a:pt x="3057574" y="2871343"/>
                </a:lnTo>
                <a:cubicBezTo>
                  <a:pt x="3058072" y="2871343"/>
                  <a:pt x="3058571" y="2871675"/>
                  <a:pt x="3058820" y="2872091"/>
                </a:cubicBezTo>
                <a:lnTo>
                  <a:pt x="3069205" y="2890036"/>
                </a:lnTo>
                <a:cubicBezTo>
                  <a:pt x="3069454" y="2890534"/>
                  <a:pt x="3069454" y="2891116"/>
                  <a:pt x="3069205" y="2891531"/>
                </a:cubicBezTo>
                <a:lnTo>
                  <a:pt x="3058820" y="2909476"/>
                </a:lnTo>
                <a:cubicBezTo>
                  <a:pt x="3058571" y="2909975"/>
                  <a:pt x="3058072" y="2910224"/>
                  <a:pt x="3057574" y="2910224"/>
                </a:cubicBezTo>
                <a:close/>
                <a:moveTo>
                  <a:pt x="2735790" y="2829755"/>
                </a:moveTo>
                <a:cubicBezTo>
                  <a:pt x="2735292" y="2829755"/>
                  <a:pt x="2734793" y="2829423"/>
                  <a:pt x="2734544" y="2829007"/>
                </a:cubicBezTo>
                <a:lnTo>
                  <a:pt x="2724076" y="2810896"/>
                </a:lnTo>
                <a:cubicBezTo>
                  <a:pt x="2723827" y="2810398"/>
                  <a:pt x="2723827" y="2809816"/>
                  <a:pt x="2724076" y="2809401"/>
                </a:cubicBezTo>
                <a:lnTo>
                  <a:pt x="2734544" y="2791290"/>
                </a:lnTo>
                <a:cubicBezTo>
                  <a:pt x="2734793" y="2790791"/>
                  <a:pt x="2735292" y="2790542"/>
                  <a:pt x="2735790" y="2790542"/>
                </a:cubicBezTo>
                <a:lnTo>
                  <a:pt x="2756726" y="2790542"/>
                </a:lnTo>
                <a:cubicBezTo>
                  <a:pt x="2757225" y="2790542"/>
                  <a:pt x="2757723" y="2790874"/>
                  <a:pt x="2757972" y="2791290"/>
                </a:cubicBezTo>
                <a:lnTo>
                  <a:pt x="2768440" y="2809400"/>
                </a:lnTo>
                <a:cubicBezTo>
                  <a:pt x="2768690" y="2809899"/>
                  <a:pt x="2768690" y="2810480"/>
                  <a:pt x="2768440" y="2810896"/>
                </a:cubicBezTo>
                <a:lnTo>
                  <a:pt x="2757972" y="2829007"/>
                </a:lnTo>
                <a:cubicBezTo>
                  <a:pt x="2757723" y="2829506"/>
                  <a:pt x="2757225" y="2829755"/>
                  <a:pt x="2756726" y="2829755"/>
                </a:cubicBezTo>
                <a:close/>
                <a:moveTo>
                  <a:pt x="2795976" y="2845881"/>
                </a:moveTo>
                <a:cubicBezTo>
                  <a:pt x="2795478" y="2845881"/>
                  <a:pt x="2794979" y="2845549"/>
                  <a:pt x="2794730" y="2845133"/>
                </a:cubicBezTo>
                <a:lnTo>
                  <a:pt x="2784262" y="2827023"/>
                </a:lnTo>
                <a:cubicBezTo>
                  <a:pt x="2784013" y="2826524"/>
                  <a:pt x="2784013" y="2825943"/>
                  <a:pt x="2784262" y="2825527"/>
                </a:cubicBezTo>
                <a:lnTo>
                  <a:pt x="2794730" y="2807416"/>
                </a:lnTo>
                <a:cubicBezTo>
                  <a:pt x="2794979" y="2806917"/>
                  <a:pt x="2795478" y="2806668"/>
                  <a:pt x="2795976" y="2806668"/>
                </a:cubicBezTo>
                <a:lnTo>
                  <a:pt x="2816912" y="2806668"/>
                </a:lnTo>
                <a:cubicBezTo>
                  <a:pt x="2817411" y="2806668"/>
                  <a:pt x="2817909" y="2807000"/>
                  <a:pt x="2818158" y="2807416"/>
                </a:cubicBezTo>
                <a:lnTo>
                  <a:pt x="2828626" y="2825527"/>
                </a:lnTo>
                <a:cubicBezTo>
                  <a:pt x="2828876" y="2826025"/>
                  <a:pt x="2828876" y="2826607"/>
                  <a:pt x="2828626" y="2827022"/>
                </a:cubicBezTo>
                <a:lnTo>
                  <a:pt x="2818158" y="2845133"/>
                </a:lnTo>
                <a:cubicBezTo>
                  <a:pt x="2817909" y="2845632"/>
                  <a:pt x="2817411" y="2845881"/>
                  <a:pt x="2816912" y="2845881"/>
                </a:cubicBezTo>
                <a:close/>
                <a:moveTo>
                  <a:pt x="4481191" y="3297433"/>
                </a:moveTo>
                <a:cubicBezTo>
                  <a:pt x="4480693" y="3297433"/>
                  <a:pt x="4480194" y="3297101"/>
                  <a:pt x="4479945" y="3296685"/>
                </a:cubicBezTo>
                <a:lnTo>
                  <a:pt x="4469477" y="3278575"/>
                </a:lnTo>
                <a:cubicBezTo>
                  <a:pt x="4469228" y="3278076"/>
                  <a:pt x="4469228" y="3277495"/>
                  <a:pt x="4469477" y="3277079"/>
                </a:cubicBezTo>
                <a:lnTo>
                  <a:pt x="4479945" y="3258968"/>
                </a:lnTo>
                <a:cubicBezTo>
                  <a:pt x="4480194" y="3258469"/>
                  <a:pt x="4480693" y="3258220"/>
                  <a:pt x="4481191" y="3258220"/>
                </a:cubicBezTo>
                <a:lnTo>
                  <a:pt x="4502127" y="3258220"/>
                </a:lnTo>
                <a:cubicBezTo>
                  <a:pt x="4502626" y="3258220"/>
                  <a:pt x="4503124" y="3258552"/>
                  <a:pt x="4503373" y="3258968"/>
                </a:cubicBezTo>
                <a:lnTo>
                  <a:pt x="4513841" y="3277079"/>
                </a:lnTo>
                <a:cubicBezTo>
                  <a:pt x="4514090" y="3277577"/>
                  <a:pt x="4514090" y="3278159"/>
                  <a:pt x="4513841" y="3278574"/>
                </a:cubicBezTo>
                <a:lnTo>
                  <a:pt x="4503373" y="3296685"/>
                </a:lnTo>
                <a:cubicBezTo>
                  <a:pt x="4503124" y="3297184"/>
                  <a:pt x="4502626" y="3297433"/>
                  <a:pt x="4502127" y="3297433"/>
                </a:cubicBezTo>
                <a:close/>
                <a:moveTo>
                  <a:pt x="1411633" y="2475040"/>
                </a:moveTo>
                <a:cubicBezTo>
                  <a:pt x="1411135" y="2475040"/>
                  <a:pt x="1410636" y="2474707"/>
                  <a:pt x="1410387" y="2474292"/>
                </a:cubicBezTo>
                <a:lnTo>
                  <a:pt x="1399836" y="2456015"/>
                </a:lnTo>
                <a:cubicBezTo>
                  <a:pt x="1399587" y="2455516"/>
                  <a:pt x="1399587" y="2454934"/>
                  <a:pt x="1399836" y="2454519"/>
                </a:cubicBezTo>
                <a:lnTo>
                  <a:pt x="1410387" y="2436242"/>
                </a:lnTo>
                <a:cubicBezTo>
                  <a:pt x="1410636" y="2435743"/>
                  <a:pt x="1411135" y="2435494"/>
                  <a:pt x="1411633" y="2435494"/>
                </a:cubicBezTo>
                <a:lnTo>
                  <a:pt x="1432652" y="2435494"/>
                </a:lnTo>
                <a:cubicBezTo>
                  <a:pt x="1433151" y="2435494"/>
                  <a:pt x="1433649" y="2435826"/>
                  <a:pt x="1433898" y="2436242"/>
                </a:cubicBezTo>
                <a:lnTo>
                  <a:pt x="1444450" y="2454519"/>
                </a:lnTo>
                <a:cubicBezTo>
                  <a:pt x="1444699" y="2455018"/>
                  <a:pt x="1444699" y="2455599"/>
                  <a:pt x="1444450" y="2456015"/>
                </a:cubicBezTo>
                <a:lnTo>
                  <a:pt x="1433898" y="2474292"/>
                </a:lnTo>
                <a:cubicBezTo>
                  <a:pt x="1433649" y="2474790"/>
                  <a:pt x="1433151" y="2475040"/>
                  <a:pt x="1432652" y="2475040"/>
                </a:cubicBezTo>
                <a:close/>
                <a:moveTo>
                  <a:pt x="1652378" y="2539547"/>
                </a:moveTo>
                <a:cubicBezTo>
                  <a:pt x="1651880" y="2539547"/>
                  <a:pt x="1651380" y="2539214"/>
                  <a:pt x="1651131" y="2538799"/>
                </a:cubicBezTo>
                <a:lnTo>
                  <a:pt x="1640581" y="2520522"/>
                </a:lnTo>
                <a:cubicBezTo>
                  <a:pt x="1640331" y="2520023"/>
                  <a:pt x="1640331" y="2519441"/>
                  <a:pt x="1640580" y="2519026"/>
                </a:cubicBezTo>
                <a:lnTo>
                  <a:pt x="1651131" y="2500749"/>
                </a:lnTo>
                <a:cubicBezTo>
                  <a:pt x="1651380" y="2500250"/>
                  <a:pt x="1651879" y="2500001"/>
                  <a:pt x="1652377" y="2500001"/>
                </a:cubicBezTo>
                <a:lnTo>
                  <a:pt x="1673397" y="2500001"/>
                </a:lnTo>
                <a:cubicBezTo>
                  <a:pt x="1673896" y="2500001"/>
                  <a:pt x="1674394" y="2500333"/>
                  <a:pt x="1674642" y="2500749"/>
                </a:cubicBezTo>
                <a:lnTo>
                  <a:pt x="1685195" y="2519026"/>
                </a:lnTo>
                <a:cubicBezTo>
                  <a:pt x="1685443" y="2519525"/>
                  <a:pt x="1685444" y="2520106"/>
                  <a:pt x="1685194" y="2520522"/>
                </a:cubicBezTo>
                <a:lnTo>
                  <a:pt x="1674642" y="2538799"/>
                </a:lnTo>
                <a:cubicBezTo>
                  <a:pt x="1674393" y="2539297"/>
                  <a:pt x="1673895" y="2539547"/>
                  <a:pt x="1673396" y="2539547"/>
                </a:cubicBezTo>
                <a:close/>
                <a:moveTo>
                  <a:pt x="2916264" y="2878395"/>
                </a:moveTo>
                <a:cubicBezTo>
                  <a:pt x="2915683" y="2878395"/>
                  <a:pt x="2915184" y="2878146"/>
                  <a:pt x="2914935" y="2877647"/>
                </a:cubicBezTo>
                <a:lnTo>
                  <a:pt x="2904385" y="2859287"/>
                </a:lnTo>
                <a:cubicBezTo>
                  <a:pt x="2904135" y="2858788"/>
                  <a:pt x="2904136" y="2858290"/>
                  <a:pt x="2904384" y="2857791"/>
                </a:cubicBezTo>
                <a:lnTo>
                  <a:pt x="2914935" y="2839431"/>
                </a:lnTo>
                <a:cubicBezTo>
                  <a:pt x="2915267" y="2838932"/>
                  <a:pt x="2915767" y="2838683"/>
                  <a:pt x="2916265" y="2838683"/>
                </a:cubicBezTo>
                <a:lnTo>
                  <a:pt x="2937449" y="2838683"/>
                </a:lnTo>
                <a:cubicBezTo>
                  <a:pt x="2938031" y="2838683"/>
                  <a:pt x="2938529" y="2838932"/>
                  <a:pt x="2938779" y="2839431"/>
                </a:cubicBezTo>
                <a:lnTo>
                  <a:pt x="2949330" y="2857791"/>
                </a:lnTo>
                <a:cubicBezTo>
                  <a:pt x="2949579" y="2858290"/>
                  <a:pt x="2949579" y="2858788"/>
                  <a:pt x="2949330" y="2859287"/>
                </a:cubicBezTo>
                <a:lnTo>
                  <a:pt x="2938780" y="2877647"/>
                </a:lnTo>
                <a:cubicBezTo>
                  <a:pt x="2938447" y="2878146"/>
                  <a:pt x="2937948" y="2878395"/>
                  <a:pt x="2937449" y="2878395"/>
                </a:cubicBezTo>
                <a:close/>
                <a:moveTo>
                  <a:pt x="3397754" y="3007410"/>
                </a:moveTo>
                <a:cubicBezTo>
                  <a:pt x="3397173" y="3007410"/>
                  <a:pt x="3396674" y="3007161"/>
                  <a:pt x="3396425" y="3006662"/>
                </a:cubicBezTo>
                <a:lnTo>
                  <a:pt x="3385874" y="2988302"/>
                </a:lnTo>
                <a:cubicBezTo>
                  <a:pt x="3385625" y="2987803"/>
                  <a:pt x="3385625" y="2987305"/>
                  <a:pt x="3385874" y="2986806"/>
                </a:cubicBezTo>
                <a:lnTo>
                  <a:pt x="3396425" y="2968446"/>
                </a:lnTo>
                <a:cubicBezTo>
                  <a:pt x="3396757" y="2967947"/>
                  <a:pt x="3397256" y="2967698"/>
                  <a:pt x="3397754" y="2967698"/>
                </a:cubicBezTo>
                <a:lnTo>
                  <a:pt x="3418939" y="2967698"/>
                </a:lnTo>
                <a:cubicBezTo>
                  <a:pt x="3419521" y="2967698"/>
                  <a:pt x="3420019" y="2967947"/>
                  <a:pt x="3420269" y="2968446"/>
                </a:cubicBezTo>
                <a:lnTo>
                  <a:pt x="3430820" y="2986806"/>
                </a:lnTo>
                <a:cubicBezTo>
                  <a:pt x="3431069" y="2987305"/>
                  <a:pt x="3431069" y="2987803"/>
                  <a:pt x="3430820" y="2988302"/>
                </a:cubicBezTo>
                <a:lnTo>
                  <a:pt x="3420269" y="3006662"/>
                </a:lnTo>
                <a:cubicBezTo>
                  <a:pt x="3419936" y="3007161"/>
                  <a:pt x="3419438" y="3007410"/>
                  <a:pt x="3418939" y="3007410"/>
                </a:cubicBezTo>
                <a:close/>
                <a:moveTo>
                  <a:pt x="1592086" y="2523677"/>
                </a:moveTo>
                <a:cubicBezTo>
                  <a:pt x="1591505" y="2523678"/>
                  <a:pt x="1591006" y="2523428"/>
                  <a:pt x="1590757" y="2522929"/>
                </a:cubicBezTo>
                <a:lnTo>
                  <a:pt x="1580122" y="2504486"/>
                </a:lnTo>
                <a:cubicBezTo>
                  <a:pt x="1579874" y="2504071"/>
                  <a:pt x="1579874" y="2503489"/>
                  <a:pt x="1580123" y="2502990"/>
                </a:cubicBezTo>
                <a:lnTo>
                  <a:pt x="1590757" y="2484548"/>
                </a:lnTo>
                <a:cubicBezTo>
                  <a:pt x="1591089" y="2484049"/>
                  <a:pt x="1591588" y="2483799"/>
                  <a:pt x="1592086" y="2483800"/>
                </a:cubicBezTo>
                <a:lnTo>
                  <a:pt x="1613355" y="2483799"/>
                </a:lnTo>
                <a:cubicBezTo>
                  <a:pt x="1613936" y="2483800"/>
                  <a:pt x="1614434" y="2484048"/>
                  <a:pt x="1614684" y="2484548"/>
                </a:cubicBezTo>
                <a:lnTo>
                  <a:pt x="1625318" y="2502991"/>
                </a:lnTo>
                <a:cubicBezTo>
                  <a:pt x="1625566" y="2503406"/>
                  <a:pt x="1625567" y="2503987"/>
                  <a:pt x="1625317" y="2504486"/>
                </a:cubicBezTo>
                <a:lnTo>
                  <a:pt x="1614684" y="2522929"/>
                </a:lnTo>
                <a:cubicBezTo>
                  <a:pt x="1614352" y="2523428"/>
                  <a:pt x="1613853" y="2523678"/>
                  <a:pt x="1613355" y="2523677"/>
                </a:cubicBezTo>
                <a:close/>
                <a:moveTo>
                  <a:pt x="3698604" y="3088117"/>
                </a:moveTo>
                <a:cubicBezTo>
                  <a:pt x="3698023" y="3088117"/>
                  <a:pt x="3697524" y="3087868"/>
                  <a:pt x="3697275" y="3087369"/>
                </a:cubicBezTo>
                <a:lnTo>
                  <a:pt x="3686641" y="3068926"/>
                </a:lnTo>
                <a:cubicBezTo>
                  <a:pt x="3686392" y="3068510"/>
                  <a:pt x="3686392" y="3067929"/>
                  <a:pt x="3686641" y="3067430"/>
                </a:cubicBezTo>
                <a:lnTo>
                  <a:pt x="3697275" y="3048987"/>
                </a:lnTo>
                <a:cubicBezTo>
                  <a:pt x="3697607" y="3048488"/>
                  <a:pt x="3698106" y="3048239"/>
                  <a:pt x="3698604" y="3048239"/>
                </a:cubicBezTo>
                <a:lnTo>
                  <a:pt x="3719873" y="3048239"/>
                </a:lnTo>
                <a:cubicBezTo>
                  <a:pt x="3720454" y="3048239"/>
                  <a:pt x="3720953" y="3048488"/>
                  <a:pt x="3721202" y="3048987"/>
                </a:cubicBezTo>
                <a:lnTo>
                  <a:pt x="3731836" y="3067430"/>
                </a:lnTo>
                <a:cubicBezTo>
                  <a:pt x="3732085" y="3067846"/>
                  <a:pt x="3732085" y="3068427"/>
                  <a:pt x="3731836" y="3068926"/>
                </a:cubicBezTo>
                <a:lnTo>
                  <a:pt x="3721202" y="3087369"/>
                </a:lnTo>
                <a:cubicBezTo>
                  <a:pt x="3720869" y="3087868"/>
                  <a:pt x="3720371" y="3088117"/>
                  <a:pt x="3719873" y="3088117"/>
                </a:cubicBezTo>
                <a:close/>
                <a:moveTo>
                  <a:pt x="1471630" y="2491506"/>
                </a:moveTo>
                <a:cubicBezTo>
                  <a:pt x="1471048" y="2491506"/>
                  <a:pt x="1470549" y="2491257"/>
                  <a:pt x="1470300" y="2490758"/>
                </a:cubicBezTo>
                <a:lnTo>
                  <a:pt x="1459666" y="2472232"/>
                </a:lnTo>
                <a:cubicBezTo>
                  <a:pt x="1459417" y="2471815"/>
                  <a:pt x="1459417" y="2471235"/>
                  <a:pt x="1459666" y="2470736"/>
                </a:cubicBezTo>
                <a:lnTo>
                  <a:pt x="1470383" y="2452210"/>
                </a:lnTo>
                <a:cubicBezTo>
                  <a:pt x="1470715" y="2451793"/>
                  <a:pt x="1471214" y="2451462"/>
                  <a:pt x="1471712" y="2451462"/>
                </a:cubicBezTo>
                <a:lnTo>
                  <a:pt x="1493064" y="2451461"/>
                </a:lnTo>
                <a:cubicBezTo>
                  <a:pt x="1493645" y="2451462"/>
                  <a:pt x="1494144" y="2451711"/>
                  <a:pt x="1494393" y="2452210"/>
                </a:cubicBezTo>
                <a:lnTo>
                  <a:pt x="1505027" y="2470735"/>
                </a:lnTo>
                <a:cubicBezTo>
                  <a:pt x="1505276" y="2471152"/>
                  <a:pt x="1505276" y="2471733"/>
                  <a:pt x="1505027" y="2472232"/>
                </a:cubicBezTo>
                <a:lnTo>
                  <a:pt x="1494310" y="2490758"/>
                </a:lnTo>
                <a:cubicBezTo>
                  <a:pt x="1493978" y="2491174"/>
                  <a:pt x="1493479" y="2491506"/>
                  <a:pt x="1492981" y="2491505"/>
                </a:cubicBezTo>
                <a:close/>
                <a:moveTo>
                  <a:pt x="1712375" y="2556013"/>
                </a:moveTo>
                <a:cubicBezTo>
                  <a:pt x="1711793" y="2556013"/>
                  <a:pt x="1711294" y="2555764"/>
                  <a:pt x="1711045" y="2555266"/>
                </a:cubicBezTo>
                <a:lnTo>
                  <a:pt x="1700412" y="2536739"/>
                </a:lnTo>
                <a:cubicBezTo>
                  <a:pt x="1700162" y="2536323"/>
                  <a:pt x="1700163" y="2535742"/>
                  <a:pt x="1700411" y="2535243"/>
                </a:cubicBezTo>
                <a:lnTo>
                  <a:pt x="1711128" y="2516717"/>
                </a:lnTo>
                <a:cubicBezTo>
                  <a:pt x="1711460" y="2516301"/>
                  <a:pt x="1711960" y="2515969"/>
                  <a:pt x="1712458" y="2515969"/>
                </a:cubicBezTo>
                <a:lnTo>
                  <a:pt x="1733809" y="2515969"/>
                </a:lnTo>
                <a:cubicBezTo>
                  <a:pt x="1734391" y="2515969"/>
                  <a:pt x="1734890" y="2516218"/>
                  <a:pt x="1735138" y="2516717"/>
                </a:cubicBezTo>
                <a:lnTo>
                  <a:pt x="1745772" y="2535243"/>
                </a:lnTo>
                <a:cubicBezTo>
                  <a:pt x="1746022" y="2535659"/>
                  <a:pt x="1746021" y="2536240"/>
                  <a:pt x="1745773" y="2536739"/>
                </a:cubicBezTo>
                <a:lnTo>
                  <a:pt x="1735055" y="2555266"/>
                </a:lnTo>
                <a:cubicBezTo>
                  <a:pt x="1734724" y="2555681"/>
                  <a:pt x="1734224" y="2556013"/>
                  <a:pt x="1733726" y="2556013"/>
                </a:cubicBezTo>
                <a:close/>
                <a:moveTo>
                  <a:pt x="1531817" y="2507718"/>
                </a:moveTo>
                <a:cubicBezTo>
                  <a:pt x="1531235" y="2507718"/>
                  <a:pt x="1530737" y="2507467"/>
                  <a:pt x="1530487" y="2506970"/>
                </a:cubicBezTo>
                <a:lnTo>
                  <a:pt x="1519769" y="2488360"/>
                </a:lnTo>
                <a:cubicBezTo>
                  <a:pt x="1519521" y="2487945"/>
                  <a:pt x="1519521" y="2487362"/>
                  <a:pt x="1519770" y="2486865"/>
                </a:cubicBezTo>
                <a:lnTo>
                  <a:pt x="1530487" y="2468255"/>
                </a:lnTo>
                <a:cubicBezTo>
                  <a:pt x="1530820" y="2467839"/>
                  <a:pt x="1531318" y="2467506"/>
                  <a:pt x="1531817" y="2467507"/>
                </a:cubicBezTo>
                <a:lnTo>
                  <a:pt x="1553251" y="2467507"/>
                </a:lnTo>
                <a:cubicBezTo>
                  <a:pt x="1553832" y="2467507"/>
                  <a:pt x="1554331" y="2467756"/>
                  <a:pt x="1554580" y="2468255"/>
                </a:cubicBezTo>
                <a:lnTo>
                  <a:pt x="1565297" y="2486864"/>
                </a:lnTo>
                <a:cubicBezTo>
                  <a:pt x="1565547" y="2487280"/>
                  <a:pt x="1565547" y="2487861"/>
                  <a:pt x="1565297" y="2488360"/>
                </a:cubicBezTo>
                <a:lnTo>
                  <a:pt x="1554579" y="2506969"/>
                </a:lnTo>
                <a:cubicBezTo>
                  <a:pt x="1554248" y="2507385"/>
                  <a:pt x="1553749" y="2507717"/>
                  <a:pt x="1553251" y="2507718"/>
                </a:cubicBezTo>
                <a:close/>
                <a:moveTo>
                  <a:pt x="3578066" y="3056112"/>
                </a:moveTo>
                <a:cubicBezTo>
                  <a:pt x="3577484" y="3056112"/>
                  <a:pt x="3576986" y="3055863"/>
                  <a:pt x="3576736" y="3055365"/>
                </a:cubicBezTo>
                <a:lnTo>
                  <a:pt x="3565936" y="3036672"/>
                </a:lnTo>
                <a:cubicBezTo>
                  <a:pt x="3565687" y="3036257"/>
                  <a:pt x="3565687" y="3035675"/>
                  <a:pt x="3565936" y="3035176"/>
                </a:cubicBezTo>
                <a:lnTo>
                  <a:pt x="3576736" y="3016484"/>
                </a:lnTo>
                <a:cubicBezTo>
                  <a:pt x="3576986" y="3016068"/>
                  <a:pt x="3577567" y="3015736"/>
                  <a:pt x="3578066" y="3015736"/>
                </a:cubicBezTo>
                <a:lnTo>
                  <a:pt x="3599666" y="3015736"/>
                </a:lnTo>
                <a:cubicBezTo>
                  <a:pt x="3600248" y="3015736"/>
                  <a:pt x="3600746" y="3015985"/>
                  <a:pt x="3600995" y="3016484"/>
                </a:cubicBezTo>
                <a:lnTo>
                  <a:pt x="3611796" y="3035176"/>
                </a:lnTo>
                <a:cubicBezTo>
                  <a:pt x="3612045" y="3035592"/>
                  <a:pt x="3612045" y="3036173"/>
                  <a:pt x="3611796" y="3036672"/>
                </a:cubicBezTo>
                <a:lnTo>
                  <a:pt x="3600995" y="3055365"/>
                </a:lnTo>
                <a:cubicBezTo>
                  <a:pt x="3600746" y="3055780"/>
                  <a:pt x="3600164" y="3056112"/>
                  <a:pt x="3599666" y="3056112"/>
                </a:cubicBezTo>
                <a:close/>
                <a:moveTo>
                  <a:pt x="4721603" y="3362617"/>
                </a:moveTo>
                <a:cubicBezTo>
                  <a:pt x="4721021" y="3362618"/>
                  <a:pt x="4720522" y="3362368"/>
                  <a:pt x="4720273" y="3361869"/>
                </a:cubicBezTo>
                <a:lnTo>
                  <a:pt x="4709473" y="3343093"/>
                </a:lnTo>
                <a:cubicBezTo>
                  <a:pt x="4709224" y="3342679"/>
                  <a:pt x="4709224" y="3342097"/>
                  <a:pt x="4709473" y="3341599"/>
                </a:cubicBezTo>
                <a:lnTo>
                  <a:pt x="4720273" y="3322823"/>
                </a:lnTo>
                <a:cubicBezTo>
                  <a:pt x="4720522" y="3322406"/>
                  <a:pt x="4721104" y="3322075"/>
                  <a:pt x="4721603" y="3322074"/>
                </a:cubicBezTo>
                <a:lnTo>
                  <a:pt x="4743286" y="3322074"/>
                </a:lnTo>
                <a:cubicBezTo>
                  <a:pt x="4743868" y="3322075"/>
                  <a:pt x="4744366" y="3322323"/>
                  <a:pt x="4744616" y="3322823"/>
                </a:cubicBezTo>
                <a:lnTo>
                  <a:pt x="4755416" y="3341598"/>
                </a:lnTo>
                <a:cubicBezTo>
                  <a:pt x="4755665" y="3342014"/>
                  <a:pt x="4755665" y="3342596"/>
                  <a:pt x="4755416" y="3343094"/>
                </a:cubicBezTo>
                <a:lnTo>
                  <a:pt x="4744616" y="3361870"/>
                </a:lnTo>
                <a:cubicBezTo>
                  <a:pt x="4744366" y="3362285"/>
                  <a:pt x="4743785" y="3362618"/>
                  <a:pt x="4743286" y="3362618"/>
                </a:cubicBezTo>
                <a:close/>
                <a:moveTo>
                  <a:pt x="3096573" y="2927192"/>
                </a:moveTo>
                <a:cubicBezTo>
                  <a:pt x="3095993" y="2927193"/>
                  <a:pt x="3095494" y="2926943"/>
                  <a:pt x="3095245" y="2926444"/>
                </a:cubicBezTo>
                <a:lnTo>
                  <a:pt x="3084445" y="2907668"/>
                </a:lnTo>
                <a:cubicBezTo>
                  <a:pt x="3084196" y="2907254"/>
                  <a:pt x="3084196" y="2906672"/>
                  <a:pt x="3084445" y="2906174"/>
                </a:cubicBezTo>
                <a:lnTo>
                  <a:pt x="3095245" y="2887398"/>
                </a:lnTo>
                <a:cubicBezTo>
                  <a:pt x="3095494" y="2886981"/>
                  <a:pt x="3096076" y="2886650"/>
                  <a:pt x="3096574" y="2886649"/>
                </a:cubicBezTo>
                <a:lnTo>
                  <a:pt x="3118258" y="2886649"/>
                </a:lnTo>
                <a:cubicBezTo>
                  <a:pt x="3118839" y="2886650"/>
                  <a:pt x="3119337" y="2886898"/>
                  <a:pt x="3119587" y="2887398"/>
                </a:cubicBezTo>
                <a:lnTo>
                  <a:pt x="3130388" y="2906173"/>
                </a:lnTo>
                <a:cubicBezTo>
                  <a:pt x="3130637" y="2906589"/>
                  <a:pt x="3130637" y="2907171"/>
                  <a:pt x="3130388" y="2907669"/>
                </a:cubicBezTo>
                <a:lnTo>
                  <a:pt x="3119587" y="2926445"/>
                </a:lnTo>
                <a:cubicBezTo>
                  <a:pt x="3119338" y="2926860"/>
                  <a:pt x="3118756" y="2927193"/>
                  <a:pt x="3118258" y="2927193"/>
                </a:cubicBezTo>
                <a:close/>
                <a:moveTo>
                  <a:pt x="2855759" y="2862759"/>
                </a:moveTo>
                <a:cubicBezTo>
                  <a:pt x="2855176" y="2862759"/>
                  <a:pt x="2854677" y="2862510"/>
                  <a:pt x="2854428" y="2862011"/>
                </a:cubicBezTo>
                <a:lnTo>
                  <a:pt x="2843546" y="2843152"/>
                </a:lnTo>
                <a:cubicBezTo>
                  <a:pt x="2843296" y="2842654"/>
                  <a:pt x="2843297" y="2842072"/>
                  <a:pt x="2843545" y="2841574"/>
                </a:cubicBezTo>
                <a:lnTo>
                  <a:pt x="2854428" y="2822715"/>
                </a:lnTo>
                <a:cubicBezTo>
                  <a:pt x="2854678" y="2822299"/>
                  <a:pt x="2855176" y="2821967"/>
                  <a:pt x="2855758" y="2821967"/>
                </a:cubicBezTo>
                <a:lnTo>
                  <a:pt x="2877524" y="2821967"/>
                </a:lnTo>
                <a:cubicBezTo>
                  <a:pt x="2878106" y="2821967"/>
                  <a:pt x="2878604" y="2822216"/>
                  <a:pt x="2878854" y="2822715"/>
                </a:cubicBezTo>
                <a:lnTo>
                  <a:pt x="2889737" y="2841574"/>
                </a:lnTo>
                <a:cubicBezTo>
                  <a:pt x="2889986" y="2842072"/>
                  <a:pt x="2889986" y="2842654"/>
                  <a:pt x="2889738" y="2843152"/>
                </a:cubicBezTo>
                <a:lnTo>
                  <a:pt x="2878854" y="2862011"/>
                </a:lnTo>
                <a:cubicBezTo>
                  <a:pt x="2878604" y="2862427"/>
                  <a:pt x="2878107" y="2862759"/>
                  <a:pt x="2877524" y="2862759"/>
                </a:cubicBezTo>
                <a:close/>
                <a:moveTo>
                  <a:pt x="4540974" y="3314311"/>
                </a:moveTo>
                <a:cubicBezTo>
                  <a:pt x="4540391" y="3314311"/>
                  <a:pt x="4539892" y="3314062"/>
                  <a:pt x="4539643" y="3313563"/>
                </a:cubicBezTo>
                <a:lnTo>
                  <a:pt x="4528761" y="3294704"/>
                </a:lnTo>
                <a:cubicBezTo>
                  <a:pt x="4528512" y="3294206"/>
                  <a:pt x="4528512" y="3293624"/>
                  <a:pt x="4528761" y="3293126"/>
                </a:cubicBezTo>
                <a:lnTo>
                  <a:pt x="4539643" y="3274267"/>
                </a:lnTo>
                <a:cubicBezTo>
                  <a:pt x="4539893" y="3273851"/>
                  <a:pt x="4540391" y="3273519"/>
                  <a:pt x="4540973" y="3273519"/>
                </a:cubicBezTo>
                <a:lnTo>
                  <a:pt x="4562740" y="3273519"/>
                </a:lnTo>
                <a:cubicBezTo>
                  <a:pt x="4563321" y="3273519"/>
                  <a:pt x="4563819" y="3273768"/>
                  <a:pt x="4564069" y="3274267"/>
                </a:cubicBezTo>
                <a:lnTo>
                  <a:pt x="4574952" y="3293126"/>
                </a:lnTo>
                <a:cubicBezTo>
                  <a:pt x="4575202" y="3293624"/>
                  <a:pt x="4575201" y="3294206"/>
                  <a:pt x="4574953" y="3294704"/>
                </a:cubicBezTo>
                <a:lnTo>
                  <a:pt x="4564069" y="3313563"/>
                </a:lnTo>
                <a:cubicBezTo>
                  <a:pt x="4563819" y="3313979"/>
                  <a:pt x="4563322" y="3314311"/>
                  <a:pt x="4562739" y="3314311"/>
                </a:cubicBezTo>
                <a:close/>
                <a:moveTo>
                  <a:pt x="4601159" y="3330437"/>
                </a:moveTo>
                <a:cubicBezTo>
                  <a:pt x="4600577" y="3330437"/>
                  <a:pt x="4600078" y="3330188"/>
                  <a:pt x="4599829" y="3329689"/>
                </a:cubicBezTo>
                <a:lnTo>
                  <a:pt x="4588946" y="3310831"/>
                </a:lnTo>
                <a:cubicBezTo>
                  <a:pt x="4588697" y="3310332"/>
                  <a:pt x="4588697" y="3309751"/>
                  <a:pt x="4588946" y="3309253"/>
                </a:cubicBezTo>
                <a:lnTo>
                  <a:pt x="4599829" y="3290393"/>
                </a:lnTo>
                <a:cubicBezTo>
                  <a:pt x="4600078" y="3289977"/>
                  <a:pt x="4600577" y="3289646"/>
                  <a:pt x="4601159" y="3289645"/>
                </a:cubicBezTo>
                <a:lnTo>
                  <a:pt x="4622925" y="3289645"/>
                </a:lnTo>
                <a:cubicBezTo>
                  <a:pt x="4623507" y="3289645"/>
                  <a:pt x="4624005" y="3289894"/>
                  <a:pt x="4624255" y="3290394"/>
                </a:cubicBezTo>
                <a:lnTo>
                  <a:pt x="4635138" y="3309252"/>
                </a:lnTo>
                <a:cubicBezTo>
                  <a:pt x="4635387" y="3309751"/>
                  <a:pt x="4635387" y="3310332"/>
                  <a:pt x="4635138" y="3310830"/>
                </a:cubicBezTo>
                <a:lnTo>
                  <a:pt x="4624255" y="3329689"/>
                </a:lnTo>
                <a:cubicBezTo>
                  <a:pt x="4624005" y="3330106"/>
                  <a:pt x="4623507" y="3330437"/>
                  <a:pt x="4622925" y="3330437"/>
                </a:cubicBezTo>
                <a:close/>
                <a:moveTo>
                  <a:pt x="4781614" y="3379063"/>
                </a:moveTo>
                <a:cubicBezTo>
                  <a:pt x="4781114" y="3379063"/>
                  <a:pt x="4780534" y="3378814"/>
                  <a:pt x="4780284" y="3378316"/>
                </a:cubicBezTo>
                <a:lnTo>
                  <a:pt x="4769318" y="3359290"/>
                </a:lnTo>
                <a:cubicBezTo>
                  <a:pt x="4769069" y="3358792"/>
                  <a:pt x="4769069" y="3358210"/>
                  <a:pt x="4769318" y="3357712"/>
                </a:cubicBezTo>
                <a:lnTo>
                  <a:pt x="4780283" y="3338687"/>
                </a:lnTo>
                <a:cubicBezTo>
                  <a:pt x="4780533" y="3338271"/>
                  <a:pt x="4781031" y="3337939"/>
                  <a:pt x="4781614" y="3337939"/>
                </a:cubicBezTo>
                <a:lnTo>
                  <a:pt x="4803547" y="3337939"/>
                </a:lnTo>
                <a:cubicBezTo>
                  <a:pt x="4804044" y="3337939"/>
                  <a:pt x="4804626" y="3338188"/>
                  <a:pt x="4804876" y="3338687"/>
                </a:cubicBezTo>
                <a:lnTo>
                  <a:pt x="4815841" y="3357712"/>
                </a:lnTo>
                <a:cubicBezTo>
                  <a:pt x="4816091" y="3358210"/>
                  <a:pt x="4816091" y="3358792"/>
                  <a:pt x="4815841" y="3359290"/>
                </a:cubicBezTo>
                <a:lnTo>
                  <a:pt x="4804875" y="3378316"/>
                </a:lnTo>
                <a:cubicBezTo>
                  <a:pt x="4804627" y="3378731"/>
                  <a:pt x="4804128" y="3379063"/>
                  <a:pt x="4803546" y="3379063"/>
                </a:cubicBezTo>
                <a:close/>
                <a:moveTo>
                  <a:pt x="4661158" y="3346893"/>
                </a:moveTo>
                <a:cubicBezTo>
                  <a:pt x="4660659" y="3346893"/>
                  <a:pt x="4660078" y="3346643"/>
                  <a:pt x="4659828" y="3346146"/>
                </a:cubicBezTo>
                <a:lnTo>
                  <a:pt x="4648779" y="3327037"/>
                </a:lnTo>
                <a:cubicBezTo>
                  <a:pt x="4648530" y="3326539"/>
                  <a:pt x="4648530" y="3325957"/>
                  <a:pt x="4648779" y="3325458"/>
                </a:cubicBezTo>
                <a:lnTo>
                  <a:pt x="4659828" y="3306351"/>
                </a:lnTo>
                <a:cubicBezTo>
                  <a:pt x="4660078" y="3305934"/>
                  <a:pt x="4660576" y="3305602"/>
                  <a:pt x="4661158" y="3305603"/>
                </a:cubicBezTo>
                <a:lnTo>
                  <a:pt x="4683257" y="3305602"/>
                </a:lnTo>
                <a:cubicBezTo>
                  <a:pt x="4683755" y="3305602"/>
                  <a:pt x="4684337" y="3305852"/>
                  <a:pt x="4684586" y="3306350"/>
                </a:cubicBezTo>
                <a:lnTo>
                  <a:pt x="4695636" y="3325459"/>
                </a:lnTo>
                <a:cubicBezTo>
                  <a:pt x="4695885" y="3325956"/>
                  <a:pt x="4695885" y="3326538"/>
                  <a:pt x="4695636" y="3327037"/>
                </a:cubicBezTo>
                <a:lnTo>
                  <a:pt x="4684586" y="3346145"/>
                </a:lnTo>
                <a:cubicBezTo>
                  <a:pt x="4684337" y="3346561"/>
                  <a:pt x="4683838" y="3346893"/>
                  <a:pt x="4683257" y="3346892"/>
                </a:cubicBezTo>
                <a:close/>
                <a:moveTo>
                  <a:pt x="2253565" y="2702060"/>
                </a:moveTo>
                <a:cubicBezTo>
                  <a:pt x="2253066" y="2702060"/>
                  <a:pt x="2252484" y="2701727"/>
                  <a:pt x="2252235" y="2701229"/>
                </a:cubicBezTo>
                <a:lnTo>
                  <a:pt x="2241019" y="2681872"/>
                </a:lnTo>
                <a:cubicBezTo>
                  <a:pt x="2240770" y="2681373"/>
                  <a:pt x="2240770" y="2680792"/>
                  <a:pt x="2241019" y="2680293"/>
                </a:cubicBezTo>
                <a:lnTo>
                  <a:pt x="2252235" y="2660936"/>
                </a:lnTo>
                <a:cubicBezTo>
                  <a:pt x="2252484" y="2660437"/>
                  <a:pt x="2252982" y="2660105"/>
                  <a:pt x="2253564" y="2660105"/>
                </a:cubicBezTo>
                <a:lnTo>
                  <a:pt x="2275912" y="2660105"/>
                </a:lnTo>
                <a:cubicBezTo>
                  <a:pt x="2276411" y="2660105"/>
                  <a:pt x="2276992" y="2660437"/>
                  <a:pt x="2277243" y="2660936"/>
                </a:cubicBezTo>
                <a:lnTo>
                  <a:pt x="2288457" y="2680293"/>
                </a:lnTo>
                <a:cubicBezTo>
                  <a:pt x="2288707" y="2680792"/>
                  <a:pt x="2288707" y="2681373"/>
                  <a:pt x="2288458" y="2681873"/>
                </a:cubicBezTo>
                <a:lnTo>
                  <a:pt x="2277242" y="2701229"/>
                </a:lnTo>
                <a:cubicBezTo>
                  <a:pt x="2276993" y="2701727"/>
                  <a:pt x="2276494" y="2702060"/>
                  <a:pt x="2275913" y="2702061"/>
                </a:cubicBezTo>
                <a:close/>
                <a:moveTo>
                  <a:pt x="3336917" y="2992344"/>
                </a:moveTo>
                <a:cubicBezTo>
                  <a:pt x="3336419" y="2992344"/>
                  <a:pt x="3335837" y="2992011"/>
                  <a:pt x="3335588" y="2991513"/>
                </a:cubicBezTo>
                <a:lnTo>
                  <a:pt x="3324372" y="2972156"/>
                </a:lnTo>
                <a:cubicBezTo>
                  <a:pt x="3324123" y="2971657"/>
                  <a:pt x="3324123" y="2971076"/>
                  <a:pt x="3324372" y="2970577"/>
                </a:cubicBezTo>
                <a:lnTo>
                  <a:pt x="3335588" y="2951220"/>
                </a:lnTo>
                <a:cubicBezTo>
                  <a:pt x="3335837" y="2950721"/>
                  <a:pt x="3336335" y="2950389"/>
                  <a:pt x="3336917" y="2950389"/>
                </a:cubicBezTo>
                <a:lnTo>
                  <a:pt x="3359265" y="2950389"/>
                </a:lnTo>
                <a:cubicBezTo>
                  <a:pt x="3359764" y="2950389"/>
                  <a:pt x="3360345" y="2950721"/>
                  <a:pt x="3360595" y="2951220"/>
                </a:cubicBezTo>
                <a:lnTo>
                  <a:pt x="3371810" y="2970577"/>
                </a:lnTo>
                <a:cubicBezTo>
                  <a:pt x="3372060" y="2971076"/>
                  <a:pt x="3372060" y="2971657"/>
                  <a:pt x="3371810" y="2972156"/>
                </a:cubicBezTo>
                <a:lnTo>
                  <a:pt x="3360595" y="2991513"/>
                </a:lnTo>
                <a:cubicBezTo>
                  <a:pt x="3360345" y="2992011"/>
                  <a:pt x="3359847" y="2992344"/>
                  <a:pt x="3359265" y="2992344"/>
                </a:cubicBezTo>
                <a:close/>
                <a:moveTo>
                  <a:pt x="4841549" y="3395699"/>
                </a:moveTo>
                <a:cubicBezTo>
                  <a:pt x="4840968" y="3395699"/>
                  <a:pt x="4840386" y="3395367"/>
                  <a:pt x="4840137" y="3394868"/>
                </a:cubicBezTo>
                <a:lnTo>
                  <a:pt x="4828921" y="3375428"/>
                </a:lnTo>
                <a:cubicBezTo>
                  <a:pt x="4828672" y="3374929"/>
                  <a:pt x="4828672" y="3374348"/>
                  <a:pt x="4828921" y="3373849"/>
                </a:cubicBezTo>
                <a:lnTo>
                  <a:pt x="4840137" y="3354409"/>
                </a:lnTo>
                <a:cubicBezTo>
                  <a:pt x="4840469" y="3353910"/>
                  <a:pt x="4840968" y="3353578"/>
                  <a:pt x="4841549" y="3353578"/>
                </a:cubicBezTo>
                <a:lnTo>
                  <a:pt x="4864064" y="3353578"/>
                </a:lnTo>
                <a:cubicBezTo>
                  <a:pt x="4864645" y="3353578"/>
                  <a:pt x="4865227" y="3353910"/>
                  <a:pt x="4865476" y="3354409"/>
                </a:cubicBezTo>
                <a:lnTo>
                  <a:pt x="4876691" y="3373849"/>
                </a:lnTo>
                <a:cubicBezTo>
                  <a:pt x="4876941" y="3374348"/>
                  <a:pt x="4876941" y="3374929"/>
                  <a:pt x="4876691" y="3375428"/>
                </a:cubicBezTo>
                <a:lnTo>
                  <a:pt x="4865476" y="3394868"/>
                </a:lnTo>
                <a:cubicBezTo>
                  <a:pt x="4865143" y="3395367"/>
                  <a:pt x="4864645" y="3395699"/>
                  <a:pt x="4864064" y="3395699"/>
                </a:cubicBezTo>
                <a:close/>
                <a:moveTo>
                  <a:pt x="4961778" y="3428196"/>
                </a:moveTo>
                <a:cubicBezTo>
                  <a:pt x="4961197" y="3428196"/>
                  <a:pt x="4960697" y="3427864"/>
                  <a:pt x="4960365" y="3427365"/>
                </a:cubicBezTo>
                <a:lnTo>
                  <a:pt x="4948983" y="3407592"/>
                </a:lnTo>
                <a:cubicBezTo>
                  <a:pt x="4948651" y="3407094"/>
                  <a:pt x="4948652" y="3406512"/>
                  <a:pt x="4948983" y="3406014"/>
                </a:cubicBezTo>
                <a:lnTo>
                  <a:pt x="4960365" y="3386241"/>
                </a:lnTo>
                <a:cubicBezTo>
                  <a:pt x="4960697" y="3385742"/>
                  <a:pt x="4961196" y="3385410"/>
                  <a:pt x="4961777" y="3385410"/>
                </a:cubicBezTo>
                <a:lnTo>
                  <a:pt x="4984542" y="3385410"/>
                </a:lnTo>
                <a:cubicBezTo>
                  <a:pt x="4985123" y="3385410"/>
                  <a:pt x="4985621" y="3385742"/>
                  <a:pt x="4985953" y="3386241"/>
                </a:cubicBezTo>
                <a:lnTo>
                  <a:pt x="4997336" y="3406014"/>
                </a:lnTo>
                <a:cubicBezTo>
                  <a:pt x="4997668" y="3406512"/>
                  <a:pt x="4997668" y="3407094"/>
                  <a:pt x="4997335" y="3407592"/>
                </a:cubicBezTo>
                <a:lnTo>
                  <a:pt x="4985953" y="3427365"/>
                </a:lnTo>
                <a:cubicBezTo>
                  <a:pt x="4985621" y="3427864"/>
                  <a:pt x="4985124" y="3428196"/>
                  <a:pt x="4984541" y="3428196"/>
                </a:cubicBezTo>
                <a:close/>
                <a:moveTo>
                  <a:pt x="4901518" y="3412246"/>
                </a:moveTo>
                <a:cubicBezTo>
                  <a:pt x="4900937" y="3412246"/>
                  <a:pt x="4900438" y="3411914"/>
                  <a:pt x="4900106" y="3411415"/>
                </a:cubicBezTo>
                <a:lnTo>
                  <a:pt x="4888641" y="3391476"/>
                </a:lnTo>
                <a:cubicBezTo>
                  <a:pt x="4888309" y="3390978"/>
                  <a:pt x="4888309" y="3390313"/>
                  <a:pt x="4888641" y="3389815"/>
                </a:cubicBezTo>
                <a:lnTo>
                  <a:pt x="4900106" y="3369876"/>
                </a:lnTo>
                <a:cubicBezTo>
                  <a:pt x="4900438" y="3369377"/>
                  <a:pt x="4900937" y="3369045"/>
                  <a:pt x="4901518" y="3369045"/>
                </a:cubicBezTo>
                <a:lnTo>
                  <a:pt x="4924531" y="3369045"/>
                </a:lnTo>
                <a:cubicBezTo>
                  <a:pt x="4925113" y="3369045"/>
                  <a:pt x="4925611" y="3369377"/>
                  <a:pt x="4925944" y="3369876"/>
                </a:cubicBezTo>
                <a:lnTo>
                  <a:pt x="4937409" y="3389815"/>
                </a:lnTo>
                <a:cubicBezTo>
                  <a:pt x="4937741" y="3390313"/>
                  <a:pt x="4937741" y="3390978"/>
                  <a:pt x="4937409" y="3391476"/>
                </a:cubicBezTo>
                <a:lnTo>
                  <a:pt x="4925944" y="3411415"/>
                </a:lnTo>
                <a:cubicBezTo>
                  <a:pt x="4925611" y="3411914"/>
                  <a:pt x="4925113" y="3412246"/>
                  <a:pt x="4924531" y="3412246"/>
                </a:cubicBezTo>
                <a:close/>
                <a:moveTo>
                  <a:pt x="2313324" y="2719111"/>
                </a:moveTo>
                <a:cubicBezTo>
                  <a:pt x="2312742" y="2719111"/>
                  <a:pt x="2312244" y="2718778"/>
                  <a:pt x="2311911" y="2718280"/>
                </a:cubicBezTo>
                <a:lnTo>
                  <a:pt x="2300280" y="2698092"/>
                </a:lnTo>
                <a:cubicBezTo>
                  <a:pt x="2299948" y="2697593"/>
                  <a:pt x="2299948" y="2696928"/>
                  <a:pt x="2300280" y="2696430"/>
                </a:cubicBezTo>
                <a:lnTo>
                  <a:pt x="2311911" y="2676242"/>
                </a:lnTo>
                <a:cubicBezTo>
                  <a:pt x="2312161" y="2675743"/>
                  <a:pt x="2312742" y="2675411"/>
                  <a:pt x="2313324" y="2675411"/>
                </a:cubicBezTo>
                <a:lnTo>
                  <a:pt x="2336586" y="2675411"/>
                </a:lnTo>
                <a:cubicBezTo>
                  <a:pt x="2337167" y="2675411"/>
                  <a:pt x="2337666" y="2675743"/>
                  <a:pt x="2337998" y="2676242"/>
                </a:cubicBezTo>
                <a:lnTo>
                  <a:pt x="2349629" y="2696430"/>
                </a:lnTo>
                <a:cubicBezTo>
                  <a:pt x="2349962" y="2696928"/>
                  <a:pt x="2349962" y="2697593"/>
                  <a:pt x="2349629" y="2698092"/>
                </a:cubicBezTo>
                <a:lnTo>
                  <a:pt x="2337998" y="2718280"/>
                </a:lnTo>
                <a:cubicBezTo>
                  <a:pt x="2337749" y="2718778"/>
                  <a:pt x="2337167" y="2719111"/>
                  <a:pt x="2336586" y="2719111"/>
                </a:cubicBezTo>
                <a:close/>
                <a:moveTo>
                  <a:pt x="2373344" y="2735486"/>
                </a:moveTo>
                <a:cubicBezTo>
                  <a:pt x="2372762" y="2735486"/>
                  <a:pt x="2372264" y="2735153"/>
                  <a:pt x="2371931" y="2734654"/>
                </a:cubicBezTo>
                <a:lnTo>
                  <a:pt x="2360134" y="2714218"/>
                </a:lnTo>
                <a:cubicBezTo>
                  <a:pt x="2359802" y="2713719"/>
                  <a:pt x="2359802" y="2713055"/>
                  <a:pt x="2360134" y="2712555"/>
                </a:cubicBezTo>
                <a:lnTo>
                  <a:pt x="2371931" y="2692119"/>
                </a:lnTo>
                <a:cubicBezTo>
                  <a:pt x="2372181" y="2691620"/>
                  <a:pt x="2372762" y="2691288"/>
                  <a:pt x="2373344" y="2691288"/>
                </a:cubicBezTo>
                <a:lnTo>
                  <a:pt x="2396938" y="2691288"/>
                </a:lnTo>
                <a:cubicBezTo>
                  <a:pt x="2397520" y="2691288"/>
                  <a:pt x="2398018" y="2691620"/>
                  <a:pt x="2398351" y="2692119"/>
                </a:cubicBezTo>
                <a:lnTo>
                  <a:pt x="2410148" y="2712556"/>
                </a:lnTo>
                <a:cubicBezTo>
                  <a:pt x="2410480" y="2713054"/>
                  <a:pt x="2410480" y="2713719"/>
                  <a:pt x="2410148" y="2714218"/>
                </a:cubicBezTo>
                <a:lnTo>
                  <a:pt x="2398351" y="2734655"/>
                </a:lnTo>
                <a:cubicBezTo>
                  <a:pt x="2398101" y="2735154"/>
                  <a:pt x="2397520" y="2735486"/>
                  <a:pt x="2396938" y="2735486"/>
                </a:cubicBezTo>
                <a:close/>
                <a:moveTo>
                  <a:pt x="2548504" y="2819998"/>
                </a:moveTo>
                <a:cubicBezTo>
                  <a:pt x="2548338" y="2819998"/>
                  <a:pt x="2548089" y="2819749"/>
                  <a:pt x="2548089" y="2819749"/>
                </a:cubicBezTo>
                <a:lnTo>
                  <a:pt x="2544849" y="2814099"/>
                </a:lnTo>
                <a:cubicBezTo>
                  <a:pt x="2544766" y="2813933"/>
                  <a:pt x="2544849" y="2813601"/>
                  <a:pt x="2544849" y="2813601"/>
                </a:cubicBezTo>
                <a:lnTo>
                  <a:pt x="2548089" y="2807951"/>
                </a:lnTo>
                <a:cubicBezTo>
                  <a:pt x="2548172" y="2807785"/>
                  <a:pt x="2548504" y="2807702"/>
                  <a:pt x="2548504" y="2807702"/>
                </a:cubicBezTo>
                <a:lnTo>
                  <a:pt x="2554985" y="2807702"/>
                </a:lnTo>
                <a:cubicBezTo>
                  <a:pt x="2555151" y="2807702"/>
                  <a:pt x="2555400" y="2807951"/>
                  <a:pt x="2555400" y="2807951"/>
                </a:cubicBezTo>
                <a:lnTo>
                  <a:pt x="2558640" y="2813601"/>
                </a:lnTo>
                <a:cubicBezTo>
                  <a:pt x="2558723" y="2813767"/>
                  <a:pt x="2558640" y="2814099"/>
                  <a:pt x="2558640" y="2814099"/>
                </a:cubicBezTo>
                <a:lnTo>
                  <a:pt x="2555400" y="2819749"/>
                </a:lnTo>
                <a:cubicBezTo>
                  <a:pt x="2555317" y="2819915"/>
                  <a:pt x="2554985" y="2819998"/>
                  <a:pt x="2554985" y="2819998"/>
                </a:cubicBezTo>
                <a:close/>
                <a:moveTo>
                  <a:pt x="4351756" y="3308111"/>
                </a:moveTo>
                <a:cubicBezTo>
                  <a:pt x="4351507" y="3308111"/>
                  <a:pt x="4351091" y="3307695"/>
                  <a:pt x="4351091" y="3307695"/>
                </a:cubicBezTo>
                <a:lnTo>
                  <a:pt x="4345525" y="3298058"/>
                </a:lnTo>
                <a:cubicBezTo>
                  <a:pt x="4345359" y="3297892"/>
                  <a:pt x="4345525" y="3297311"/>
                  <a:pt x="4345525" y="3297311"/>
                </a:cubicBezTo>
                <a:lnTo>
                  <a:pt x="4351091" y="3287673"/>
                </a:lnTo>
                <a:cubicBezTo>
                  <a:pt x="4351257" y="3287424"/>
                  <a:pt x="4351756" y="3287258"/>
                  <a:pt x="4351756" y="3287258"/>
                </a:cubicBezTo>
                <a:lnTo>
                  <a:pt x="4362805" y="3287258"/>
                </a:lnTo>
                <a:cubicBezTo>
                  <a:pt x="4363055" y="3287258"/>
                  <a:pt x="4363470" y="3287673"/>
                  <a:pt x="4363470" y="3287673"/>
                </a:cubicBezTo>
                <a:lnTo>
                  <a:pt x="4369036" y="3297311"/>
                </a:lnTo>
                <a:cubicBezTo>
                  <a:pt x="4369201" y="3297477"/>
                  <a:pt x="4369035" y="3298058"/>
                  <a:pt x="4369035" y="3298058"/>
                </a:cubicBezTo>
                <a:lnTo>
                  <a:pt x="4363469" y="3307695"/>
                </a:lnTo>
                <a:cubicBezTo>
                  <a:pt x="4363304" y="3307945"/>
                  <a:pt x="4362805" y="3308111"/>
                  <a:pt x="4362805" y="3308111"/>
                </a:cubicBezTo>
                <a:close/>
                <a:moveTo>
                  <a:pt x="17836" y="2147899"/>
                </a:moveTo>
                <a:cubicBezTo>
                  <a:pt x="17504" y="2147899"/>
                  <a:pt x="17089" y="2147484"/>
                  <a:pt x="17089" y="2147484"/>
                </a:cubicBezTo>
                <a:lnTo>
                  <a:pt x="11024" y="2137016"/>
                </a:lnTo>
                <a:cubicBezTo>
                  <a:pt x="10858" y="2136767"/>
                  <a:pt x="11024" y="2136185"/>
                  <a:pt x="11024" y="2136185"/>
                </a:cubicBezTo>
                <a:lnTo>
                  <a:pt x="17089" y="2125717"/>
                </a:lnTo>
                <a:cubicBezTo>
                  <a:pt x="17255" y="2125468"/>
                  <a:pt x="17835" y="2125302"/>
                  <a:pt x="17835" y="2125302"/>
                </a:cubicBezTo>
                <a:lnTo>
                  <a:pt x="29966" y="2125302"/>
                </a:lnTo>
                <a:cubicBezTo>
                  <a:pt x="30298" y="2125302"/>
                  <a:pt x="30714" y="2125717"/>
                  <a:pt x="30714" y="2125717"/>
                </a:cubicBezTo>
                <a:lnTo>
                  <a:pt x="36778" y="2136185"/>
                </a:lnTo>
                <a:cubicBezTo>
                  <a:pt x="36945" y="2136435"/>
                  <a:pt x="36778" y="2137016"/>
                  <a:pt x="36778" y="2137016"/>
                </a:cubicBezTo>
                <a:lnTo>
                  <a:pt x="30714" y="2147484"/>
                </a:lnTo>
                <a:cubicBezTo>
                  <a:pt x="30547" y="2147733"/>
                  <a:pt x="29966" y="2147899"/>
                  <a:pt x="29966" y="2147899"/>
                </a:cubicBezTo>
                <a:close/>
                <a:moveTo>
                  <a:pt x="2605739" y="2841519"/>
                </a:moveTo>
                <a:cubicBezTo>
                  <a:pt x="2605407" y="2841519"/>
                  <a:pt x="2604992" y="2841103"/>
                  <a:pt x="2604992" y="2841103"/>
                </a:cubicBezTo>
                <a:lnTo>
                  <a:pt x="2598927" y="2830552"/>
                </a:lnTo>
                <a:cubicBezTo>
                  <a:pt x="2598761" y="2830303"/>
                  <a:pt x="2598927" y="2829722"/>
                  <a:pt x="2598927" y="2829722"/>
                </a:cubicBezTo>
                <a:lnTo>
                  <a:pt x="2605075" y="2819171"/>
                </a:lnTo>
                <a:cubicBezTo>
                  <a:pt x="2605241" y="2818921"/>
                  <a:pt x="2605822" y="2818755"/>
                  <a:pt x="2605822" y="2818755"/>
                </a:cubicBezTo>
                <a:lnTo>
                  <a:pt x="2618035" y="2818755"/>
                </a:lnTo>
                <a:cubicBezTo>
                  <a:pt x="2618367" y="2818755"/>
                  <a:pt x="2618783" y="2819171"/>
                  <a:pt x="2618783" y="2819171"/>
                </a:cubicBezTo>
                <a:lnTo>
                  <a:pt x="2624847" y="2829722"/>
                </a:lnTo>
                <a:cubicBezTo>
                  <a:pt x="2625014" y="2829971"/>
                  <a:pt x="2624847" y="2830552"/>
                  <a:pt x="2624847" y="2830552"/>
                </a:cubicBezTo>
                <a:lnTo>
                  <a:pt x="2618700" y="2841103"/>
                </a:lnTo>
                <a:cubicBezTo>
                  <a:pt x="2618533" y="2841353"/>
                  <a:pt x="2617952" y="2841519"/>
                  <a:pt x="2617952" y="2841519"/>
                </a:cubicBezTo>
                <a:close/>
                <a:moveTo>
                  <a:pt x="3327758" y="3035460"/>
                </a:moveTo>
                <a:cubicBezTo>
                  <a:pt x="3327508" y="3035460"/>
                  <a:pt x="3327010" y="3035044"/>
                  <a:pt x="3327010" y="3035044"/>
                </a:cubicBezTo>
                <a:lnTo>
                  <a:pt x="3320696" y="3023995"/>
                </a:lnTo>
                <a:cubicBezTo>
                  <a:pt x="3320530" y="3023746"/>
                  <a:pt x="3320696" y="3023081"/>
                  <a:pt x="3320696" y="3023081"/>
                </a:cubicBezTo>
                <a:lnTo>
                  <a:pt x="3327093" y="3012031"/>
                </a:lnTo>
                <a:cubicBezTo>
                  <a:pt x="3327259" y="3011782"/>
                  <a:pt x="3327841" y="3011616"/>
                  <a:pt x="3327841" y="3011616"/>
                </a:cubicBezTo>
                <a:lnTo>
                  <a:pt x="3340552" y="3011617"/>
                </a:lnTo>
                <a:cubicBezTo>
                  <a:pt x="3340801" y="3011616"/>
                  <a:pt x="3341299" y="3012032"/>
                  <a:pt x="3341299" y="3012032"/>
                </a:cubicBezTo>
                <a:lnTo>
                  <a:pt x="3347613" y="3023082"/>
                </a:lnTo>
                <a:cubicBezTo>
                  <a:pt x="3347780" y="3023330"/>
                  <a:pt x="3347613" y="3023995"/>
                  <a:pt x="3347613" y="3023995"/>
                </a:cubicBezTo>
                <a:lnTo>
                  <a:pt x="3341216" y="3035044"/>
                </a:lnTo>
                <a:cubicBezTo>
                  <a:pt x="3341050" y="3035295"/>
                  <a:pt x="3340469" y="3035460"/>
                  <a:pt x="3340469" y="3035460"/>
                </a:cubicBezTo>
                <a:close/>
                <a:moveTo>
                  <a:pt x="2063069" y="2698276"/>
                </a:moveTo>
                <a:cubicBezTo>
                  <a:pt x="2062736" y="2698276"/>
                  <a:pt x="2062238" y="2697778"/>
                  <a:pt x="2062238" y="2697778"/>
                </a:cubicBezTo>
                <a:lnTo>
                  <a:pt x="2055093" y="2685482"/>
                </a:lnTo>
                <a:cubicBezTo>
                  <a:pt x="2054927" y="2685150"/>
                  <a:pt x="2055093" y="2684485"/>
                  <a:pt x="2055093" y="2684485"/>
                </a:cubicBezTo>
                <a:lnTo>
                  <a:pt x="2062238" y="2672189"/>
                </a:lnTo>
                <a:cubicBezTo>
                  <a:pt x="2062404" y="2671857"/>
                  <a:pt x="2063069" y="2671691"/>
                  <a:pt x="2063069" y="2671691"/>
                </a:cubicBezTo>
                <a:lnTo>
                  <a:pt x="2077275" y="2671691"/>
                </a:lnTo>
                <a:cubicBezTo>
                  <a:pt x="2077608" y="2671691"/>
                  <a:pt x="2078106" y="2672189"/>
                  <a:pt x="2078106" y="2672189"/>
                </a:cubicBezTo>
                <a:lnTo>
                  <a:pt x="2085251" y="2684485"/>
                </a:lnTo>
                <a:cubicBezTo>
                  <a:pt x="2085417" y="2684817"/>
                  <a:pt x="2085251" y="2685482"/>
                  <a:pt x="2085251" y="2685482"/>
                </a:cubicBezTo>
                <a:lnTo>
                  <a:pt x="2078106" y="2697778"/>
                </a:lnTo>
                <a:cubicBezTo>
                  <a:pt x="2077940" y="2698110"/>
                  <a:pt x="2077275" y="2698276"/>
                  <a:pt x="2077275" y="2698276"/>
                </a:cubicBezTo>
                <a:close/>
                <a:moveTo>
                  <a:pt x="2484309" y="2811345"/>
                </a:moveTo>
                <a:cubicBezTo>
                  <a:pt x="2483893" y="2811345"/>
                  <a:pt x="2483395" y="2810846"/>
                  <a:pt x="2483395" y="2810846"/>
                </a:cubicBezTo>
                <a:lnTo>
                  <a:pt x="2476167" y="2798301"/>
                </a:lnTo>
                <a:cubicBezTo>
                  <a:pt x="2476001" y="2798052"/>
                  <a:pt x="2476167" y="2797304"/>
                  <a:pt x="2476167" y="2797304"/>
                </a:cubicBezTo>
                <a:lnTo>
                  <a:pt x="2483395" y="2784759"/>
                </a:lnTo>
                <a:cubicBezTo>
                  <a:pt x="2483644" y="2784427"/>
                  <a:pt x="2484309" y="2784261"/>
                  <a:pt x="2484309" y="2784261"/>
                </a:cubicBezTo>
                <a:lnTo>
                  <a:pt x="2498764" y="2784261"/>
                </a:lnTo>
                <a:cubicBezTo>
                  <a:pt x="2499180" y="2784261"/>
                  <a:pt x="2499678" y="2784759"/>
                  <a:pt x="2499678" y="2784759"/>
                </a:cubicBezTo>
                <a:lnTo>
                  <a:pt x="2506906" y="2797304"/>
                </a:lnTo>
                <a:cubicBezTo>
                  <a:pt x="2507072" y="2797554"/>
                  <a:pt x="2506906" y="2798301"/>
                  <a:pt x="2506906" y="2798301"/>
                </a:cubicBezTo>
                <a:lnTo>
                  <a:pt x="2499678" y="2810846"/>
                </a:lnTo>
                <a:cubicBezTo>
                  <a:pt x="2499429" y="2811179"/>
                  <a:pt x="2498764" y="2811345"/>
                  <a:pt x="2498764" y="2811345"/>
                </a:cubicBezTo>
                <a:close/>
                <a:moveTo>
                  <a:pt x="5071050" y="3507205"/>
                </a:moveTo>
                <a:cubicBezTo>
                  <a:pt x="5070633" y="3507205"/>
                  <a:pt x="5070052" y="3506624"/>
                  <a:pt x="5070052" y="3506624"/>
                </a:cubicBezTo>
                <a:lnTo>
                  <a:pt x="5061578" y="3491919"/>
                </a:lnTo>
                <a:cubicBezTo>
                  <a:pt x="5061329" y="3491586"/>
                  <a:pt x="5061578" y="3490756"/>
                  <a:pt x="5061578" y="3490756"/>
                </a:cubicBezTo>
                <a:lnTo>
                  <a:pt x="5070053" y="3476051"/>
                </a:lnTo>
                <a:cubicBezTo>
                  <a:pt x="5070218" y="3475718"/>
                  <a:pt x="5070633" y="3475469"/>
                  <a:pt x="5071049" y="3475469"/>
                </a:cubicBezTo>
                <a:lnTo>
                  <a:pt x="5087997" y="3475469"/>
                </a:lnTo>
                <a:cubicBezTo>
                  <a:pt x="5088413" y="3475469"/>
                  <a:pt x="5088994" y="3476051"/>
                  <a:pt x="5088994" y="3476051"/>
                </a:cubicBezTo>
                <a:lnTo>
                  <a:pt x="5097469" y="3490756"/>
                </a:lnTo>
                <a:cubicBezTo>
                  <a:pt x="5097717" y="3491088"/>
                  <a:pt x="5097469" y="3491919"/>
                  <a:pt x="5097469" y="3491919"/>
                </a:cubicBezTo>
                <a:lnTo>
                  <a:pt x="5088994" y="3506624"/>
                </a:lnTo>
                <a:cubicBezTo>
                  <a:pt x="5088829" y="3506956"/>
                  <a:pt x="5088412" y="3507205"/>
                  <a:pt x="5087998" y="3507205"/>
                </a:cubicBezTo>
                <a:close/>
                <a:moveTo>
                  <a:pt x="3145018" y="2991231"/>
                </a:moveTo>
                <a:cubicBezTo>
                  <a:pt x="3144520" y="2991231"/>
                  <a:pt x="3143938" y="2990649"/>
                  <a:pt x="3143938" y="2990649"/>
                </a:cubicBezTo>
                <a:lnTo>
                  <a:pt x="3135381" y="2975861"/>
                </a:lnTo>
                <a:cubicBezTo>
                  <a:pt x="3135132" y="2975445"/>
                  <a:pt x="3135381" y="2974615"/>
                  <a:pt x="3135381" y="2974615"/>
                </a:cubicBezTo>
                <a:lnTo>
                  <a:pt x="3143938" y="2959827"/>
                </a:lnTo>
                <a:cubicBezTo>
                  <a:pt x="3144186" y="2959494"/>
                  <a:pt x="3144603" y="2959245"/>
                  <a:pt x="3145018" y="2959245"/>
                </a:cubicBezTo>
                <a:lnTo>
                  <a:pt x="3162132" y="2959245"/>
                </a:lnTo>
                <a:cubicBezTo>
                  <a:pt x="3162631" y="2959245"/>
                  <a:pt x="3163212" y="2959827"/>
                  <a:pt x="3163212" y="2959827"/>
                </a:cubicBezTo>
                <a:lnTo>
                  <a:pt x="3171769" y="2974615"/>
                </a:lnTo>
                <a:cubicBezTo>
                  <a:pt x="3172019" y="2975030"/>
                  <a:pt x="3171769" y="2975861"/>
                  <a:pt x="3171769" y="2975861"/>
                </a:cubicBezTo>
                <a:lnTo>
                  <a:pt x="3163212" y="2990649"/>
                </a:lnTo>
                <a:cubicBezTo>
                  <a:pt x="3162963" y="2990981"/>
                  <a:pt x="3162547" y="2991231"/>
                  <a:pt x="3162132" y="2991231"/>
                </a:cubicBezTo>
                <a:close/>
                <a:moveTo>
                  <a:pt x="2723631" y="2878426"/>
                </a:moveTo>
                <a:cubicBezTo>
                  <a:pt x="2723133" y="2878426"/>
                  <a:pt x="2722551" y="2877844"/>
                  <a:pt x="2722551" y="2877844"/>
                </a:cubicBezTo>
                <a:lnTo>
                  <a:pt x="2713994" y="2862973"/>
                </a:lnTo>
                <a:cubicBezTo>
                  <a:pt x="2713745" y="2862557"/>
                  <a:pt x="2713993" y="2861727"/>
                  <a:pt x="2713993" y="2861727"/>
                </a:cubicBezTo>
                <a:lnTo>
                  <a:pt x="2722634" y="2846856"/>
                </a:lnTo>
                <a:cubicBezTo>
                  <a:pt x="2722882" y="2846523"/>
                  <a:pt x="2723299" y="2846274"/>
                  <a:pt x="2723714" y="2846274"/>
                </a:cubicBezTo>
                <a:lnTo>
                  <a:pt x="2740912" y="2846274"/>
                </a:lnTo>
                <a:cubicBezTo>
                  <a:pt x="2741410" y="2846274"/>
                  <a:pt x="2741992" y="2846856"/>
                  <a:pt x="2741992" y="2846856"/>
                </a:cubicBezTo>
                <a:lnTo>
                  <a:pt x="2750549" y="2861727"/>
                </a:lnTo>
                <a:cubicBezTo>
                  <a:pt x="2750798" y="2862142"/>
                  <a:pt x="2750549" y="2862973"/>
                  <a:pt x="2750549" y="2862973"/>
                </a:cubicBezTo>
                <a:lnTo>
                  <a:pt x="2741909" y="2877844"/>
                </a:lnTo>
                <a:cubicBezTo>
                  <a:pt x="2741659" y="2878176"/>
                  <a:pt x="2741244" y="2878426"/>
                  <a:pt x="2740828" y="2878426"/>
                </a:cubicBezTo>
                <a:close/>
                <a:moveTo>
                  <a:pt x="2964375" y="2943016"/>
                </a:moveTo>
                <a:cubicBezTo>
                  <a:pt x="2963960" y="2943016"/>
                  <a:pt x="2963295" y="2942435"/>
                  <a:pt x="2963295" y="2942435"/>
                </a:cubicBezTo>
                <a:lnTo>
                  <a:pt x="2954655" y="2927481"/>
                </a:lnTo>
                <a:cubicBezTo>
                  <a:pt x="2954406" y="2927065"/>
                  <a:pt x="2954655" y="2926235"/>
                  <a:pt x="2954655" y="2926235"/>
                </a:cubicBezTo>
                <a:lnTo>
                  <a:pt x="2963295" y="2911280"/>
                </a:lnTo>
                <a:cubicBezTo>
                  <a:pt x="2963544" y="2910948"/>
                  <a:pt x="2963960" y="2910699"/>
                  <a:pt x="2964375" y="2910698"/>
                </a:cubicBezTo>
                <a:lnTo>
                  <a:pt x="2981655" y="2910699"/>
                </a:lnTo>
                <a:cubicBezTo>
                  <a:pt x="2982071" y="2910699"/>
                  <a:pt x="2982736" y="2911280"/>
                  <a:pt x="2982736" y="2911280"/>
                </a:cubicBezTo>
                <a:lnTo>
                  <a:pt x="2991376" y="2926234"/>
                </a:lnTo>
                <a:cubicBezTo>
                  <a:pt x="2991625" y="2926649"/>
                  <a:pt x="2991376" y="2927480"/>
                  <a:pt x="2991376" y="2927480"/>
                </a:cubicBezTo>
                <a:lnTo>
                  <a:pt x="2982736" y="2942434"/>
                </a:lnTo>
                <a:cubicBezTo>
                  <a:pt x="2982486" y="2942767"/>
                  <a:pt x="2982071" y="2943016"/>
                  <a:pt x="2981655" y="2943017"/>
                </a:cubicBezTo>
                <a:close/>
                <a:moveTo>
                  <a:pt x="3867085" y="3185095"/>
                </a:moveTo>
                <a:cubicBezTo>
                  <a:pt x="3866670" y="3185095"/>
                  <a:pt x="3866005" y="3184514"/>
                  <a:pt x="3866005" y="3184514"/>
                </a:cubicBezTo>
                <a:lnTo>
                  <a:pt x="3857282" y="3169393"/>
                </a:lnTo>
                <a:cubicBezTo>
                  <a:pt x="3857033" y="3168978"/>
                  <a:pt x="3857282" y="3168147"/>
                  <a:pt x="3857282" y="3168147"/>
                </a:cubicBezTo>
                <a:lnTo>
                  <a:pt x="3866005" y="3153027"/>
                </a:lnTo>
                <a:cubicBezTo>
                  <a:pt x="3866254" y="3152694"/>
                  <a:pt x="3866670" y="3152445"/>
                  <a:pt x="3867085" y="3152445"/>
                </a:cubicBezTo>
                <a:lnTo>
                  <a:pt x="3884615" y="3152445"/>
                </a:lnTo>
                <a:cubicBezTo>
                  <a:pt x="3885030" y="3152445"/>
                  <a:pt x="3885695" y="3153027"/>
                  <a:pt x="3885695" y="3153027"/>
                </a:cubicBezTo>
                <a:lnTo>
                  <a:pt x="3894418" y="3168147"/>
                </a:lnTo>
                <a:cubicBezTo>
                  <a:pt x="3894667" y="3168562"/>
                  <a:pt x="3894418" y="3169393"/>
                  <a:pt x="3894418" y="3169393"/>
                </a:cubicBezTo>
                <a:lnTo>
                  <a:pt x="3885695" y="3184514"/>
                </a:lnTo>
                <a:cubicBezTo>
                  <a:pt x="3885445" y="3184846"/>
                  <a:pt x="3885030" y="3185095"/>
                  <a:pt x="3884615" y="3185095"/>
                </a:cubicBezTo>
                <a:close/>
                <a:moveTo>
                  <a:pt x="3024395" y="2959392"/>
                </a:moveTo>
                <a:cubicBezTo>
                  <a:pt x="3023980" y="2959392"/>
                  <a:pt x="3023315" y="2958811"/>
                  <a:pt x="3023315" y="2958811"/>
                </a:cubicBezTo>
                <a:lnTo>
                  <a:pt x="3014509" y="2943607"/>
                </a:lnTo>
                <a:cubicBezTo>
                  <a:pt x="3014260" y="2943192"/>
                  <a:pt x="3014509" y="2942361"/>
                  <a:pt x="3014509" y="2942361"/>
                </a:cubicBezTo>
                <a:lnTo>
                  <a:pt x="3023315" y="2927158"/>
                </a:lnTo>
                <a:cubicBezTo>
                  <a:pt x="3023564" y="2926825"/>
                  <a:pt x="3023980" y="2926576"/>
                  <a:pt x="3024395" y="2926576"/>
                </a:cubicBezTo>
                <a:lnTo>
                  <a:pt x="3042008" y="2926576"/>
                </a:lnTo>
                <a:cubicBezTo>
                  <a:pt x="3042423" y="2926576"/>
                  <a:pt x="3043088" y="2927158"/>
                  <a:pt x="3043088" y="2927158"/>
                </a:cubicBezTo>
                <a:lnTo>
                  <a:pt x="3051894" y="2942361"/>
                </a:lnTo>
                <a:cubicBezTo>
                  <a:pt x="3052144" y="2942777"/>
                  <a:pt x="3051894" y="2943607"/>
                  <a:pt x="3051894" y="2943607"/>
                </a:cubicBezTo>
                <a:lnTo>
                  <a:pt x="3043088" y="2958811"/>
                </a:lnTo>
                <a:cubicBezTo>
                  <a:pt x="3042839" y="2959143"/>
                  <a:pt x="3042423" y="2959392"/>
                  <a:pt x="3042008" y="2959392"/>
                </a:cubicBezTo>
                <a:close/>
                <a:moveTo>
                  <a:pt x="2663050" y="2863132"/>
                </a:moveTo>
                <a:cubicBezTo>
                  <a:pt x="2662634" y="2863132"/>
                  <a:pt x="2661969" y="2862468"/>
                  <a:pt x="2661969" y="2862468"/>
                </a:cubicBezTo>
                <a:lnTo>
                  <a:pt x="2652915" y="2846766"/>
                </a:lnTo>
                <a:cubicBezTo>
                  <a:pt x="2652665" y="2846434"/>
                  <a:pt x="2652914" y="2845520"/>
                  <a:pt x="2652914" y="2845520"/>
                </a:cubicBezTo>
                <a:lnTo>
                  <a:pt x="2661969" y="2829818"/>
                </a:lnTo>
                <a:cubicBezTo>
                  <a:pt x="2662135" y="2829402"/>
                  <a:pt x="2662634" y="2829153"/>
                  <a:pt x="2663049" y="2829153"/>
                </a:cubicBezTo>
                <a:lnTo>
                  <a:pt x="2681161" y="2829153"/>
                </a:lnTo>
                <a:cubicBezTo>
                  <a:pt x="2681576" y="2829153"/>
                  <a:pt x="2682241" y="2829818"/>
                  <a:pt x="2682241" y="2829818"/>
                </a:cubicBezTo>
                <a:lnTo>
                  <a:pt x="2691296" y="2845520"/>
                </a:lnTo>
                <a:cubicBezTo>
                  <a:pt x="2691546" y="2845852"/>
                  <a:pt x="2691296" y="2846766"/>
                  <a:pt x="2691296" y="2846766"/>
                </a:cubicBezTo>
                <a:lnTo>
                  <a:pt x="2682241" y="2862468"/>
                </a:lnTo>
                <a:cubicBezTo>
                  <a:pt x="2682075" y="2862883"/>
                  <a:pt x="2681576" y="2863132"/>
                  <a:pt x="2681161" y="2863132"/>
                </a:cubicBezTo>
                <a:close/>
                <a:moveTo>
                  <a:pt x="135157" y="2185973"/>
                </a:moveTo>
                <a:cubicBezTo>
                  <a:pt x="134741" y="2185973"/>
                  <a:pt x="134077" y="2185308"/>
                  <a:pt x="134077" y="2185308"/>
                </a:cubicBezTo>
                <a:lnTo>
                  <a:pt x="124938" y="2169440"/>
                </a:lnTo>
                <a:cubicBezTo>
                  <a:pt x="124689" y="2169025"/>
                  <a:pt x="124938" y="2168111"/>
                  <a:pt x="124938" y="2168111"/>
                </a:cubicBezTo>
                <a:lnTo>
                  <a:pt x="134077" y="2152243"/>
                </a:lnTo>
                <a:cubicBezTo>
                  <a:pt x="134242" y="2151827"/>
                  <a:pt x="134741" y="2151578"/>
                  <a:pt x="135156" y="2151578"/>
                </a:cubicBezTo>
                <a:lnTo>
                  <a:pt x="153434" y="2151578"/>
                </a:lnTo>
                <a:cubicBezTo>
                  <a:pt x="153850" y="2151578"/>
                  <a:pt x="154514" y="2152243"/>
                  <a:pt x="154514" y="2152243"/>
                </a:cubicBezTo>
                <a:lnTo>
                  <a:pt x="163653" y="2168111"/>
                </a:lnTo>
                <a:cubicBezTo>
                  <a:pt x="163901" y="2168526"/>
                  <a:pt x="163653" y="2169440"/>
                  <a:pt x="163653" y="2169440"/>
                </a:cubicBezTo>
                <a:lnTo>
                  <a:pt x="154514" y="2185308"/>
                </a:lnTo>
                <a:cubicBezTo>
                  <a:pt x="154348" y="2185723"/>
                  <a:pt x="153850" y="2185973"/>
                  <a:pt x="153434" y="2185973"/>
                </a:cubicBezTo>
                <a:close/>
                <a:moveTo>
                  <a:pt x="74867" y="2170009"/>
                </a:moveTo>
                <a:cubicBezTo>
                  <a:pt x="74368" y="2170009"/>
                  <a:pt x="73703" y="2169344"/>
                  <a:pt x="73703" y="2169344"/>
                </a:cubicBezTo>
                <a:lnTo>
                  <a:pt x="64481" y="2153393"/>
                </a:lnTo>
                <a:cubicBezTo>
                  <a:pt x="64231" y="2152978"/>
                  <a:pt x="64481" y="2152064"/>
                  <a:pt x="64481" y="2152064"/>
                </a:cubicBezTo>
                <a:lnTo>
                  <a:pt x="73704" y="2136113"/>
                </a:lnTo>
                <a:cubicBezTo>
                  <a:pt x="73952" y="2135697"/>
                  <a:pt x="74368" y="2135448"/>
                  <a:pt x="74867" y="2135448"/>
                </a:cubicBezTo>
                <a:lnTo>
                  <a:pt x="93309" y="2135448"/>
                </a:lnTo>
                <a:cubicBezTo>
                  <a:pt x="93808" y="2135448"/>
                  <a:pt x="94473" y="2136113"/>
                  <a:pt x="94473" y="2136113"/>
                </a:cubicBezTo>
                <a:lnTo>
                  <a:pt x="103695" y="2152064"/>
                </a:lnTo>
                <a:cubicBezTo>
                  <a:pt x="103944" y="2152479"/>
                  <a:pt x="103695" y="2153393"/>
                  <a:pt x="103695" y="2153393"/>
                </a:cubicBezTo>
                <a:lnTo>
                  <a:pt x="94473" y="2169344"/>
                </a:lnTo>
                <a:cubicBezTo>
                  <a:pt x="94224" y="2169759"/>
                  <a:pt x="93808" y="2170009"/>
                  <a:pt x="93309" y="2170009"/>
                </a:cubicBezTo>
                <a:close/>
                <a:moveTo>
                  <a:pt x="2783163" y="2895883"/>
                </a:moveTo>
                <a:cubicBezTo>
                  <a:pt x="2782664" y="2895882"/>
                  <a:pt x="2782001" y="2895218"/>
                  <a:pt x="2782001" y="2895218"/>
                </a:cubicBezTo>
                <a:lnTo>
                  <a:pt x="2772695" y="2879100"/>
                </a:lnTo>
                <a:cubicBezTo>
                  <a:pt x="2772447" y="2878686"/>
                  <a:pt x="2772695" y="2877772"/>
                  <a:pt x="2772695" y="2877772"/>
                </a:cubicBezTo>
                <a:lnTo>
                  <a:pt x="2782001" y="2861655"/>
                </a:lnTo>
                <a:cubicBezTo>
                  <a:pt x="2782249" y="2861238"/>
                  <a:pt x="2782664" y="2860989"/>
                  <a:pt x="2783163" y="2860990"/>
                </a:cubicBezTo>
                <a:lnTo>
                  <a:pt x="2801772" y="2860989"/>
                </a:lnTo>
                <a:cubicBezTo>
                  <a:pt x="2802271" y="2860990"/>
                  <a:pt x="2802936" y="2861654"/>
                  <a:pt x="2802936" y="2861654"/>
                </a:cubicBezTo>
                <a:lnTo>
                  <a:pt x="2812241" y="2877772"/>
                </a:lnTo>
                <a:cubicBezTo>
                  <a:pt x="2812490" y="2878186"/>
                  <a:pt x="2812241" y="2879100"/>
                  <a:pt x="2812241" y="2879100"/>
                </a:cubicBezTo>
                <a:lnTo>
                  <a:pt x="2802936" y="2895219"/>
                </a:lnTo>
                <a:cubicBezTo>
                  <a:pt x="2802687" y="2895634"/>
                  <a:pt x="2802271" y="2895883"/>
                  <a:pt x="2801772" y="2895882"/>
                </a:cubicBezTo>
                <a:close/>
                <a:moveTo>
                  <a:pt x="2843349" y="2912009"/>
                </a:moveTo>
                <a:cubicBezTo>
                  <a:pt x="2842850" y="2912009"/>
                  <a:pt x="2842186" y="2911345"/>
                  <a:pt x="2842186" y="2911345"/>
                </a:cubicBezTo>
                <a:lnTo>
                  <a:pt x="2832881" y="2895227"/>
                </a:lnTo>
                <a:cubicBezTo>
                  <a:pt x="2832632" y="2894812"/>
                  <a:pt x="2832881" y="2893898"/>
                  <a:pt x="2832881" y="2893898"/>
                </a:cubicBezTo>
                <a:lnTo>
                  <a:pt x="2842186" y="2877781"/>
                </a:lnTo>
                <a:cubicBezTo>
                  <a:pt x="2842435" y="2877365"/>
                  <a:pt x="2842850" y="2877116"/>
                  <a:pt x="2843349" y="2877116"/>
                </a:cubicBezTo>
                <a:lnTo>
                  <a:pt x="2861958" y="2877116"/>
                </a:lnTo>
                <a:cubicBezTo>
                  <a:pt x="2862457" y="2877116"/>
                  <a:pt x="2863122" y="2877781"/>
                  <a:pt x="2863122" y="2877781"/>
                </a:cubicBezTo>
                <a:lnTo>
                  <a:pt x="2872427" y="2893898"/>
                </a:lnTo>
                <a:cubicBezTo>
                  <a:pt x="2872676" y="2894313"/>
                  <a:pt x="2872427" y="2895227"/>
                  <a:pt x="2872427" y="2895227"/>
                </a:cubicBezTo>
                <a:lnTo>
                  <a:pt x="2863122" y="2911345"/>
                </a:lnTo>
                <a:cubicBezTo>
                  <a:pt x="2862872" y="2911760"/>
                  <a:pt x="2862457" y="2912009"/>
                  <a:pt x="2861958" y="2912009"/>
                </a:cubicBezTo>
                <a:close/>
                <a:moveTo>
                  <a:pt x="255259" y="2218627"/>
                </a:moveTo>
                <a:cubicBezTo>
                  <a:pt x="254760" y="2218627"/>
                  <a:pt x="254097" y="2217963"/>
                  <a:pt x="254097" y="2217963"/>
                </a:cubicBezTo>
                <a:lnTo>
                  <a:pt x="244709" y="2201762"/>
                </a:lnTo>
                <a:cubicBezTo>
                  <a:pt x="244460" y="2201347"/>
                  <a:pt x="244709" y="2200433"/>
                  <a:pt x="244709" y="2200433"/>
                </a:cubicBezTo>
                <a:lnTo>
                  <a:pt x="254097" y="2184233"/>
                </a:lnTo>
                <a:cubicBezTo>
                  <a:pt x="254346" y="2183817"/>
                  <a:pt x="254760" y="2183568"/>
                  <a:pt x="255259" y="2183568"/>
                </a:cubicBezTo>
                <a:lnTo>
                  <a:pt x="273953" y="2183568"/>
                </a:lnTo>
                <a:cubicBezTo>
                  <a:pt x="274451" y="2183568"/>
                  <a:pt x="275116" y="2184233"/>
                  <a:pt x="275116" y="2184233"/>
                </a:cubicBezTo>
                <a:lnTo>
                  <a:pt x="284504" y="2200433"/>
                </a:lnTo>
                <a:cubicBezTo>
                  <a:pt x="284753" y="2200848"/>
                  <a:pt x="284504" y="2201762"/>
                  <a:pt x="284504" y="2201762"/>
                </a:cubicBezTo>
                <a:lnTo>
                  <a:pt x="275116" y="2217963"/>
                </a:lnTo>
                <a:cubicBezTo>
                  <a:pt x="274866" y="2218378"/>
                  <a:pt x="274451" y="2218627"/>
                  <a:pt x="273952" y="2218627"/>
                </a:cubicBezTo>
                <a:close/>
                <a:moveTo>
                  <a:pt x="4407941" y="3331640"/>
                </a:moveTo>
                <a:cubicBezTo>
                  <a:pt x="4407442" y="3331640"/>
                  <a:pt x="4406778" y="3330975"/>
                  <a:pt x="4406778" y="3330975"/>
                </a:cubicBezTo>
                <a:lnTo>
                  <a:pt x="4397307" y="3314526"/>
                </a:lnTo>
                <a:cubicBezTo>
                  <a:pt x="4397058" y="3314110"/>
                  <a:pt x="4397307" y="3313197"/>
                  <a:pt x="4397307" y="3313197"/>
                </a:cubicBezTo>
                <a:lnTo>
                  <a:pt x="4406862" y="3296747"/>
                </a:lnTo>
                <a:cubicBezTo>
                  <a:pt x="4407111" y="3296331"/>
                  <a:pt x="4407526" y="3296082"/>
                  <a:pt x="4408024" y="3296082"/>
                </a:cubicBezTo>
                <a:lnTo>
                  <a:pt x="4427050" y="3296082"/>
                </a:lnTo>
                <a:cubicBezTo>
                  <a:pt x="4427549" y="3296082"/>
                  <a:pt x="4428213" y="3296747"/>
                  <a:pt x="4428213" y="3296747"/>
                </a:cubicBezTo>
                <a:lnTo>
                  <a:pt x="4437684" y="3313197"/>
                </a:lnTo>
                <a:cubicBezTo>
                  <a:pt x="4437933" y="3313612"/>
                  <a:pt x="4437683" y="3314526"/>
                  <a:pt x="4437683" y="3314526"/>
                </a:cubicBezTo>
                <a:lnTo>
                  <a:pt x="4428129" y="3330975"/>
                </a:lnTo>
                <a:cubicBezTo>
                  <a:pt x="4427880" y="3331391"/>
                  <a:pt x="4427465" y="3331640"/>
                  <a:pt x="4426967" y="3331640"/>
                </a:cubicBezTo>
                <a:close/>
                <a:moveTo>
                  <a:pt x="194885" y="2202924"/>
                </a:moveTo>
                <a:cubicBezTo>
                  <a:pt x="194386" y="2202924"/>
                  <a:pt x="193722" y="2202259"/>
                  <a:pt x="193722" y="2202259"/>
                </a:cubicBezTo>
                <a:lnTo>
                  <a:pt x="184168" y="2185727"/>
                </a:lnTo>
                <a:cubicBezTo>
                  <a:pt x="183919" y="2185311"/>
                  <a:pt x="184168" y="2184397"/>
                  <a:pt x="184168" y="2184397"/>
                </a:cubicBezTo>
                <a:lnTo>
                  <a:pt x="193722" y="2167865"/>
                </a:lnTo>
                <a:cubicBezTo>
                  <a:pt x="193971" y="2167449"/>
                  <a:pt x="194386" y="2167200"/>
                  <a:pt x="194885" y="2167200"/>
                </a:cubicBezTo>
                <a:lnTo>
                  <a:pt x="213992" y="2167200"/>
                </a:lnTo>
                <a:cubicBezTo>
                  <a:pt x="214491" y="2167200"/>
                  <a:pt x="215156" y="2167865"/>
                  <a:pt x="215156" y="2167865"/>
                </a:cubicBezTo>
                <a:lnTo>
                  <a:pt x="224710" y="2184397"/>
                </a:lnTo>
                <a:cubicBezTo>
                  <a:pt x="224958" y="2184813"/>
                  <a:pt x="224709" y="2185727"/>
                  <a:pt x="224709" y="2185727"/>
                </a:cubicBezTo>
                <a:lnTo>
                  <a:pt x="215156" y="2202259"/>
                </a:lnTo>
                <a:cubicBezTo>
                  <a:pt x="214907" y="2202675"/>
                  <a:pt x="214491" y="2202924"/>
                  <a:pt x="213992" y="2202924"/>
                </a:cubicBezTo>
                <a:close/>
                <a:moveTo>
                  <a:pt x="315122" y="2235432"/>
                </a:moveTo>
                <a:cubicBezTo>
                  <a:pt x="314624" y="2235432"/>
                  <a:pt x="314208" y="2235183"/>
                  <a:pt x="313959" y="2234767"/>
                </a:cubicBezTo>
                <a:lnTo>
                  <a:pt x="304239" y="2217902"/>
                </a:lnTo>
                <a:cubicBezTo>
                  <a:pt x="303989" y="2217404"/>
                  <a:pt x="303989" y="2216905"/>
                  <a:pt x="304238" y="2216490"/>
                </a:cubicBezTo>
                <a:lnTo>
                  <a:pt x="313959" y="2199625"/>
                </a:lnTo>
                <a:cubicBezTo>
                  <a:pt x="314208" y="2199209"/>
                  <a:pt x="314623" y="2198960"/>
                  <a:pt x="315122" y="2198960"/>
                </a:cubicBezTo>
                <a:lnTo>
                  <a:pt x="334563" y="2198960"/>
                </a:lnTo>
                <a:cubicBezTo>
                  <a:pt x="335061" y="2198960"/>
                  <a:pt x="335476" y="2199209"/>
                  <a:pt x="335726" y="2199625"/>
                </a:cubicBezTo>
                <a:lnTo>
                  <a:pt x="345445" y="2216490"/>
                </a:lnTo>
                <a:cubicBezTo>
                  <a:pt x="345696" y="2216988"/>
                  <a:pt x="345696" y="2217487"/>
                  <a:pt x="345446" y="2217902"/>
                </a:cubicBezTo>
                <a:lnTo>
                  <a:pt x="335726" y="2234767"/>
                </a:lnTo>
                <a:cubicBezTo>
                  <a:pt x="335477" y="2235183"/>
                  <a:pt x="335061" y="2235432"/>
                  <a:pt x="334563" y="2235432"/>
                </a:cubicBezTo>
                <a:close/>
                <a:moveTo>
                  <a:pt x="375225" y="2251642"/>
                </a:moveTo>
                <a:cubicBezTo>
                  <a:pt x="374727" y="2251642"/>
                  <a:pt x="374312" y="2251393"/>
                  <a:pt x="374063" y="2250977"/>
                </a:cubicBezTo>
                <a:lnTo>
                  <a:pt x="364343" y="2234029"/>
                </a:lnTo>
                <a:cubicBezTo>
                  <a:pt x="364094" y="2233614"/>
                  <a:pt x="364093" y="2233032"/>
                  <a:pt x="364342" y="2232617"/>
                </a:cubicBezTo>
                <a:lnTo>
                  <a:pt x="374146" y="2215669"/>
                </a:lnTo>
                <a:cubicBezTo>
                  <a:pt x="374395" y="2215253"/>
                  <a:pt x="374811" y="2215004"/>
                  <a:pt x="375310" y="2215004"/>
                </a:cubicBezTo>
                <a:lnTo>
                  <a:pt x="394833" y="2215004"/>
                </a:lnTo>
                <a:cubicBezTo>
                  <a:pt x="395331" y="2215004"/>
                  <a:pt x="395747" y="2215253"/>
                  <a:pt x="395995" y="2215669"/>
                </a:cubicBezTo>
                <a:lnTo>
                  <a:pt x="405716" y="2232617"/>
                </a:lnTo>
                <a:cubicBezTo>
                  <a:pt x="405965" y="2233032"/>
                  <a:pt x="405966" y="2233614"/>
                  <a:pt x="405716" y="2234029"/>
                </a:cubicBezTo>
                <a:lnTo>
                  <a:pt x="395912" y="2250977"/>
                </a:lnTo>
                <a:cubicBezTo>
                  <a:pt x="395664" y="2251393"/>
                  <a:pt x="395247" y="2251642"/>
                  <a:pt x="394749" y="2251642"/>
                </a:cubicBezTo>
                <a:close/>
                <a:moveTo>
                  <a:pt x="435411" y="2267768"/>
                </a:moveTo>
                <a:cubicBezTo>
                  <a:pt x="434913" y="2267768"/>
                  <a:pt x="434498" y="2267520"/>
                  <a:pt x="434249" y="2267103"/>
                </a:cubicBezTo>
                <a:lnTo>
                  <a:pt x="424529" y="2250156"/>
                </a:lnTo>
                <a:cubicBezTo>
                  <a:pt x="424280" y="2249740"/>
                  <a:pt x="424279" y="2249159"/>
                  <a:pt x="424528" y="2248743"/>
                </a:cubicBezTo>
                <a:lnTo>
                  <a:pt x="434332" y="2231796"/>
                </a:lnTo>
                <a:cubicBezTo>
                  <a:pt x="434581" y="2231379"/>
                  <a:pt x="434996" y="2231131"/>
                  <a:pt x="435495" y="2231130"/>
                </a:cubicBezTo>
                <a:lnTo>
                  <a:pt x="455019" y="2231130"/>
                </a:lnTo>
                <a:cubicBezTo>
                  <a:pt x="455517" y="2231131"/>
                  <a:pt x="455932" y="2231379"/>
                  <a:pt x="456181" y="2231796"/>
                </a:cubicBezTo>
                <a:lnTo>
                  <a:pt x="465902" y="2248744"/>
                </a:lnTo>
                <a:cubicBezTo>
                  <a:pt x="466151" y="2249159"/>
                  <a:pt x="466151" y="2249740"/>
                  <a:pt x="465902" y="2250155"/>
                </a:cubicBezTo>
                <a:lnTo>
                  <a:pt x="456098" y="2267103"/>
                </a:lnTo>
                <a:cubicBezTo>
                  <a:pt x="455850" y="2267520"/>
                  <a:pt x="455433" y="2267768"/>
                  <a:pt x="454935" y="2267769"/>
                </a:cubicBezTo>
                <a:close/>
                <a:moveTo>
                  <a:pt x="495598" y="2283895"/>
                </a:moveTo>
                <a:cubicBezTo>
                  <a:pt x="495100" y="2283895"/>
                  <a:pt x="494685" y="2283647"/>
                  <a:pt x="494435" y="2283231"/>
                </a:cubicBezTo>
                <a:lnTo>
                  <a:pt x="484716" y="2266283"/>
                </a:lnTo>
                <a:cubicBezTo>
                  <a:pt x="484467" y="2265868"/>
                  <a:pt x="484466" y="2265286"/>
                  <a:pt x="484715" y="2264870"/>
                </a:cubicBezTo>
                <a:lnTo>
                  <a:pt x="494519" y="2247923"/>
                </a:lnTo>
                <a:cubicBezTo>
                  <a:pt x="494768" y="2247507"/>
                  <a:pt x="495183" y="2247258"/>
                  <a:pt x="495682" y="2247257"/>
                </a:cubicBezTo>
                <a:lnTo>
                  <a:pt x="515206" y="2247257"/>
                </a:lnTo>
                <a:cubicBezTo>
                  <a:pt x="515704" y="2247258"/>
                  <a:pt x="516119" y="2247506"/>
                  <a:pt x="516368" y="2247923"/>
                </a:cubicBezTo>
                <a:lnTo>
                  <a:pt x="526089" y="2264871"/>
                </a:lnTo>
                <a:cubicBezTo>
                  <a:pt x="526338" y="2265286"/>
                  <a:pt x="526338" y="2265867"/>
                  <a:pt x="526088" y="2266282"/>
                </a:cubicBezTo>
                <a:lnTo>
                  <a:pt x="516285" y="2283230"/>
                </a:lnTo>
                <a:cubicBezTo>
                  <a:pt x="516037" y="2283647"/>
                  <a:pt x="515620" y="2283895"/>
                  <a:pt x="515122" y="2283896"/>
                </a:cubicBezTo>
                <a:close/>
                <a:moveTo>
                  <a:pt x="676158" y="2332358"/>
                </a:moveTo>
                <a:cubicBezTo>
                  <a:pt x="675742" y="2332358"/>
                  <a:pt x="675244" y="2332109"/>
                  <a:pt x="674994" y="2331693"/>
                </a:cubicBezTo>
                <a:lnTo>
                  <a:pt x="665191" y="2314662"/>
                </a:lnTo>
                <a:cubicBezTo>
                  <a:pt x="664943" y="2314247"/>
                  <a:pt x="664942" y="2313665"/>
                  <a:pt x="665191" y="2313250"/>
                </a:cubicBezTo>
                <a:lnTo>
                  <a:pt x="674994" y="2296219"/>
                </a:lnTo>
                <a:cubicBezTo>
                  <a:pt x="675244" y="2295803"/>
                  <a:pt x="675659" y="2295554"/>
                  <a:pt x="676158" y="2295554"/>
                </a:cubicBezTo>
                <a:lnTo>
                  <a:pt x="695764" y="2295554"/>
                </a:lnTo>
                <a:cubicBezTo>
                  <a:pt x="696179" y="2295554"/>
                  <a:pt x="696678" y="2295803"/>
                  <a:pt x="696927" y="2296219"/>
                </a:cubicBezTo>
                <a:lnTo>
                  <a:pt x="706731" y="2313250"/>
                </a:lnTo>
                <a:cubicBezTo>
                  <a:pt x="706980" y="2313665"/>
                  <a:pt x="706980" y="2314247"/>
                  <a:pt x="706731" y="2314662"/>
                </a:cubicBezTo>
                <a:lnTo>
                  <a:pt x="696927" y="2331693"/>
                </a:lnTo>
                <a:cubicBezTo>
                  <a:pt x="696678" y="2332109"/>
                  <a:pt x="696263" y="2332358"/>
                  <a:pt x="695764" y="2332358"/>
                </a:cubicBezTo>
                <a:close/>
                <a:moveTo>
                  <a:pt x="736344" y="2348485"/>
                </a:moveTo>
                <a:cubicBezTo>
                  <a:pt x="735928" y="2348485"/>
                  <a:pt x="735429" y="2348236"/>
                  <a:pt x="735180" y="2347820"/>
                </a:cubicBezTo>
                <a:lnTo>
                  <a:pt x="725376" y="2330789"/>
                </a:lnTo>
                <a:cubicBezTo>
                  <a:pt x="725128" y="2330374"/>
                  <a:pt x="725128" y="2329792"/>
                  <a:pt x="725377" y="2329377"/>
                </a:cubicBezTo>
                <a:lnTo>
                  <a:pt x="735180" y="2312346"/>
                </a:lnTo>
                <a:cubicBezTo>
                  <a:pt x="735430" y="2311930"/>
                  <a:pt x="735845" y="2311681"/>
                  <a:pt x="736344" y="2311681"/>
                </a:cubicBezTo>
                <a:lnTo>
                  <a:pt x="755950" y="2311681"/>
                </a:lnTo>
                <a:cubicBezTo>
                  <a:pt x="756365" y="2311681"/>
                  <a:pt x="756863" y="2311930"/>
                  <a:pt x="757113" y="2312346"/>
                </a:cubicBezTo>
                <a:lnTo>
                  <a:pt x="766917" y="2329377"/>
                </a:lnTo>
                <a:cubicBezTo>
                  <a:pt x="767165" y="2329792"/>
                  <a:pt x="767166" y="2330374"/>
                  <a:pt x="766917" y="2330789"/>
                </a:cubicBezTo>
                <a:lnTo>
                  <a:pt x="757113" y="2347820"/>
                </a:lnTo>
                <a:cubicBezTo>
                  <a:pt x="756864" y="2348236"/>
                  <a:pt x="756449" y="2348485"/>
                  <a:pt x="755950" y="2348485"/>
                </a:cubicBezTo>
                <a:close/>
                <a:moveTo>
                  <a:pt x="2903048" y="2929052"/>
                </a:moveTo>
                <a:cubicBezTo>
                  <a:pt x="2902633" y="2929052"/>
                  <a:pt x="2902134" y="2928803"/>
                  <a:pt x="2901885" y="2928387"/>
                </a:cubicBezTo>
                <a:lnTo>
                  <a:pt x="2892082" y="2911356"/>
                </a:lnTo>
                <a:cubicBezTo>
                  <a:pt x="2891833" y="2910941"/>
                  <a:pt x="2891833" y="2910359"/>
                  <a:pt x="2892082" y="2909944"/>
                </a:cubicBezTo>
                <a:lnTo>
                  <a:pt x="2901885" y="2892913"/>
                </a:lnTo>
                <a:cubicBezTo>
                  <a:pt x="2902134" y="2892497"/>
                  <a:pt x="2902550" y="2892248"/>
                  <a:pt x="2903048" y="2892248"/>
                </a:cubicBezTo>
                <a:lnTo>
                  <a:pt x="2922655" y="2892248"/>
                </a:lnTo>
                <a:cubicBezTo>
                  <a:pt x="2923071" y="2892248"/>
                  <a:pt x="2923569" y="2892497"/>
                  <a:pt x="2923818" y="2892913"/>
                </a:cubicBezTo>
                <a:lnTo>
                  <a:pt x="2933622" y="2909944"/>
                </a:lnTo>
                <a:cubicBezTo>
                  <a:pt x="2933871" y="2910359"/>
                  <a:pt x="2933871" y="2910941"/>
                  <a:pt x="2933622" y="2911356"/>
                </a:cubicBezTo>
                <a:lnTo>
                  <a:pt x="2923818" y="2928387"/>
                </a:lnTo>
                <a:cubicBezTo>
                  <a:pt x="2923569" y="2928803"/>
                  <a:pt x="2923153" y="2929052"/>
                  <a:pt x="2922655" y="2929052"/>
                </a:cubicBezTo>
                <a:close/>
                <a:moveTo>
                  <a:pt x="976981" y="2413249"/>
                </a:moveTo>
                <a:cubicBezTo>
                  <a:pt x="976483" y="2413249"/>
                  <a:pt x="975985" y="2413000"/>
                  <a:pt x="975736" y="2412585"/>
                </a:cubicBezTo>
                <a:lnTo>
                  <a:pt x="965850" y="2395387"/>
                </a:lnTo>
                <a:cubicBezTo>
                  <a:pt x="965601" y="2394972"/>
                  <a:pt x="965601" y="2394390"/>
                  <a:pt x="965850" y="2393975"/>
                </a:cubicBezTo>
                <a:lnTo>
                  <a:pt x="975736" y="2376778"/>
                </a:lnTo>
                <a:cubicBezTo>
                  <a:pt x="975985" y="2376362"/>
                  <a:pt x="976483" y="2376113"/>
                  <a:pt x="976981" y="2376113"/>
                </a:cubicBezTo>
                <a:lnTo>
                  <a:pt x="996837" y="2376113"/>
                </a:lnTo>
                <a:cubicBezTo>
                  <a:pt x="997337" y="2376113"/>
                  <a:pt x="997834" y="2376362"/>
                  <a:pt x="998084" y="2376778"/>
                </a:cubicBezTo>
                <a:lnTo>
                  <a:pt x="1007970" y="2393975"/>
                </a:lnTo>
                <a:cubicBezTo>
                  <a:pt x="1008219" y="2394390"/>
                  <a:pt x="1008219" y="2394972"/>
                  <a:pt x="1007970" y="2395387"/>
                </a:cubicBezTo>
                <a:lnTo>
                  <a:pt x="998084" y="2412585"/>
                </a:lnTo>
                <a:cubicBezTo>
                  <a:pt x="997834" y="2413000"/>
                  <a:pt x="997336" y="2413249"/>
                  <a:pt x="996837" y="2413249"/>
                </a:cubicBezTo>
                <a:close/>
                <a:moveTo>
                  <a:pt x="1037167" y="2429376"/>
                </a:moveTo>
                <a:cubicBezTo>
                  <a:pt x="1036669" y="2429376"/>
                  <a:pt x="1036171" y="2429127"/>
                  <a:pt x="1035922" y="2428712"/>
                </a:cubicBezTo>
                <a:lnTo>
                  <a:pt x="1026035" y="2411514"/>
                </a:lnTo>
                <a:cubicBezTo>
                  <a:pt x="1025786" y="2411099"/>
                  <a:pt x="1025787" y="2410517"/>
                  <a:pt x="1026035" y="2410102"/>
                </a:cubicBezTo>
                <a:lnTo>
                  <a:pt x="1035922" y="2392905"/>
                </a:lnTo>
                <a:cubicBezTo>
                  <a:pt x="1036171" y="2392489"/>
                  <a:pt x="1036669" y="2392240"/>
                  <a:pt x="1037167" y="2392240"/>
                </a:cubicBezTo>
                <a:lnTo>
                  <a:pt x="1057023" y="2392240"/>
                </a:lnTo>
                <a:cubicBezTo>
                  <a:pt x="1057522" y="2392240"/>
                  <a:pt x="1058020" y="2392489"/>
                  <a:pt x="1058270" y="2392905"/>
                </a:cubicBezTo>
                <a:lnTo>
                  <a:pt x="1068156" y="2410102"/>
                </a:lnTo>
                <a:cubicBezTo>
                  <a:pt x="1068405" y="2410517"/>
                  <a:pt x="1068405" y="2411099"/>
                  <a:pt x="1068156" y="2411514"/>
                </a:cubicBezTo>
                <a:lnTo>
                  <a:pt x="1058270" y="2428712"/>
                </a:lnTo>
                <a:cubicBezTo>
                  <a:pt x="1058020" y="2429127"/>
                  <a:pt x="1057522" y="2429376"/>
                  <a:pt x="1057023" y="2429376"/>
                </a:cubicBezTo>
                <a:close/>
                <a:moveTo>
                  <a:pt x="1097354" y="2445503"/>
                </a:moveTo>
                <a:cubicBezTo>
                  <a:pt x="1096856" y="2445503"/>
                  <a:pt x="1096358" y="2445254"/>
                  <a:pt x="1096109" y="2444839"/>
                </a:cubicBezTo>
                <a:lnTo>
                  <a:pt x="1086222" y="2427641"/>
                </a:lnTo>
                <a:cubicBezTo>
                  <a:pt x="1085973" y="2427226"/>
                  <a:pt x="1085973" y="2426644"/>
                  <a:pt x="1086222" y="2426229"/>
                </a:cubicBezTo>
                <a:lnTo>
                  <a:pt x="1096109" y="2409032"/>
                </a:lnTo>
                <a:cubicBezTo>
                  <a:pt x="1096358" y="2408616"/>
                  <a:pt x="1096856" y="2408367"/>
                  <a:pt x="1097354" y="2408367"/>
                </a:cubicBezTo>
                <a:lnTo>
                  <a:pt x="1117210" y="2408367"/>
                </a:lnTo>
                <a:cubicBezTo>
                  <a:pt x="1117709" y="2408367"/>
                  <a:pt x="1118207" y="2408616"/>
                  <a:pt x="1118457" y="2409032"/>
                </a:cubicBezTo>
                <a:lnTo>
                  <a:pt x="1128343" y="2426229"/>
                </a:lnTo>
                <a:cubicBezTo>
                  <a:pt x="1128592" y="2426644"/>
                  <a:pt x="1128592" y="2427226"/>
                  <a:pt x="1128343" y="2427641"/>
                </a:cubicBezTo>
                <a:lnTo>
                  <a:pt x="1118457" y="2444839"/>
                </a:lnTo>
                <a:cubicBezTo>
                  <a:pt x="1118207" y="2445254"/>
                  <a:pt x="1117709" y="2445503"/>
                  <a:pt x="1117210" y="2445503"/>
                </a:cubicBezTo>
                <a:close/>
                <a:moveTo>
                  <a:pt x="796342" y="2364942"/>
                </a:moveTo>
                <a:cubicBezTo>
                  <a:pt x="795843" y="2364942"/>
                  <a:pt x="795345" y="2364693"/>
                  <a:pt x="795096" y="2364278"/>
                </a:cubicBezTo>
                <a:lnTo>
                  <a:pt x="785126" y="2346997"/>
                </a:lnTo>
                <a:cubicBezTo>
                  <a:pt x="784877" y="2346582"/>
                  <a:pt x="784877" y="2346000"/>
                  <a:pt x="785126" y="2345585"/>
                </a:cubicBezTo>
                <a:lnTo>
                  <a:pt x="795096" y="2328305"/>
                </a:lnTo>
                <a:cubicBezTo>
                  <a:pt x="795345" y="2327889"/>
                  <a:pt x="795843" y="2327640"/>
                  <a:pt x="796342" y="2327640"/>
                </a:cubicBezTo>
                <a:lnTo>
                  <a:pt x="816281" y="2327640"/>
                </a:lnTo>
                <a:cubicBezTo>
                  <a:pt x="816779" y="2327640"/>
                  <a:pt x="817279" y="2327889"/>
                  <a:pt x="817527" y="2328305"/>
                </a:cubicBezTo>
                <a:lnTo>
                  <a:pt x="827496" y="2345585"/>
                </a:lnTo>
                <a:cubicBezTo>
                  <a:pt x="827746" y="2346000"/>
                  <a:pt x="827746" y="2346582"/>
                  <a:pt x="827496" y="2346997"/>
                </a:cubicBezTo>
                <a:lnTo>
                  <a:pt x="817527" y="2364278"/>
                </a:lnTo>
                <a:cubicBezTo>
                  <a:pt x="817278" y="2364693"/>
                  <a:pt x="816779" y="2364942"/>
                  <a:pt x="816282" y="2364942"/>
                </a:cubicBezTo>
                <a:close/>
                <a:moveTo>
                  <a:pt x="916715" y="2397196"/>
                </a:moveTo>
                <a:cubicBezTo>
                  <a:pt x="916216" y="2397196"/>
                  <a:pt x="915718" y="2396947"/>
                  <a:pt x="915469" y="2396532"/>
                </a:cubicBezTo>
                <a:lnTo>
                  <a:pt x="905499" y="2379251"/>
                </a:lnTo>
                <a:cubicBezTo>
                  <a:pt x="905250" y="2378835"/>
                  <a:pt x="905250" y="2378254"/>
                  <a:pt x="905499" y="2377839"/>
                </a:cubicBezTo>
                <a:lnTo>
                  <a:pt x="915469" y="2360559"/>
                </a:lnTo>
                <a:cubicBezTo>
                  <a:pt x="915718" y="2360143"/>
                  <a:pt x="916216" y="2359894"/>
                  <a:pt x="916715" y="2359894"/>
                </a:cubicBezTo>
                <a:lnTo>
                  <a:pt x="936654" y="2359894"/>
                </a:lnTo>
                <a:cubicBezTo>
                  <a:pt x="937152" y="2359894"/>
                  <a:pt x="937651" y="2360143"/>
                  <a:pt x="937900" y="2360559"/>
                </a:cubicBezTo>
                <a:lnTo>
                  <a:pt x="947869" y="2377839"/>
                </a:lnTo>
                <a:cubicBezTo>
                  <a:pt x="948119" y="2378254"/>
                  <a:pt x="948119" y="2378836"/>
                  <a:pt x="947869" y="2379251"/>
                </a:cubicBezTo>
                <a:lnTo>
                  <a:pt x="937900" y="2396532"/>
                </a:lnTo>
                <a:cubicBezTo>
                  <a:pt x="937651" y="2396947"/>
                  <a:pt x="937152" y="2397196"/>
                  <a:pt x="936654" y="2397196"/>
                </a:cubicBezTo>
                <a:close/>
                <a:moveTo>
                  <a:pt x="1157459" y="2461703"/>
                </a:moveTo>
                <a:cubicBezTo>
                  <a:pt x="1156960" y="2461703"/>
                  <a:pt x="1156462" y="2461454"/>
                  <a:pt x="1156213" y="2461039"/>
                </a:cubicBezTo>
                <a:lnTo>
                  <a:pt x="1146243" y="2443758"/>
                </a:lnTo>
                <a:cubicBezTo>
                  <a:pt x="1145994" y="2443343"/>
                  <a:pt x="1145994" y="2442761"/>
                  <a:pt x="1146243" y="2442346"/>
                </a:cubicBezTo>
                <a:lnTo>
                  <a:pt x="1156213" y="2425066"/>
                </a:lnTo>
                <a:cubicBezTo>
                  <a:pt x="1156462" y="2424650"/>
                  <a:pt x="1156960" y="2424401"/>
                  <a:pt x="1157459" y="2424401"/>
                </a:cubicBezTo>
                <a:lnTo>
                  <a:pt x="1177398" y="2424401"/>
                </a:lnTo>
                <a:cubicBezTo>
                  <a:pt x="1177896" y="2424401"/>
                  <a:pt x="1178395" y="2424650"/>
                  <a:pt x="1178644" y="2425066"/>
                </a:cubicBezTo>
                <a:lnTo>
                  <a:pt x="1188613" y="2442346"/>
                </a:lnTo>
                <a:cubicBezTo>
                  <a:pt x="1188863" y="2442761"/>
                  <a:pt x="1188863" y="2443343"/>
                  <a:pt x="1188613" y="2443758"/>
                </a:cubicBezTo>
                <a:lnTo>
                  <a:pt x="1178644" y="2461039"/>
                </a:lnTo>
                <a:cubicBezTo>
                  <a:pt x="1178395" y="2461454"/>
                  <a:pt x="1177896" y="2461703"/>
                  <a:pt x="1177398" y="2461703"/>
                </a:cubicBezTo>
                <a:close/>
                <a:moveTo>
                  <a:pt x="856466" y="2381155"/>
                </a:moveTo>
                <a:cubicBezTo>
                  <a:pt x="855967" y="2381155"/>
                  <a:pt x="855469" y="2380823"/>
                  <a:pt x="855221" y="2380408"/>
                </a:cubicBezTo>
                <a:lnTo>
                  <a:pt x="845250" y="2363044"/>
                </a:lnTo>
                <a:cubicBezTo>
                  <a:pt x="845001" y="2362628"/>
                  <a:pt x="845001" y="2362048"/>
                  <a:pt x="845250" y="2361631"/>
                </a:cubicBezTo>
                <a:lnTo>
                  <a:pt x="855303" y="2344268"/>
                </a:lnTo>
                <a:cubicBezTo>
                  <a:pt x="855552" y="2343770"/>
                  <a:pt x="856050" y="2343520"/>
                  <a:pt x="856549" y="2343520"/>
                </a:cubicBezTo>
                <a:lnTo>
                  <a:pt x="876572" y="2343520"/>
                </a:lnTo>
                <a:cubicBezTo>
                  <a:pt x="877071" y="2343520"/>
                  <a:pt x="877568" y="2343852"/>
                  <a:pt x="877817" y="2344268"/>
                </a:cubicBezTo>
                <a:lnTo>
                  <a:pt x="887787" y="2361631"/>
                </a:lnTo>
                <a:cubicBezTo>
                  <a:pt x="888036" y="2362047"/>
                  <a:pt x="888036" y="2362628"/>
                  <a:pt x="887788" y="2363044"/>
                </a:cubicBezTo>
                <a:lnTo>
                  <a:pt x="877734" y="2380407"/>
                </a:lnTo>
                <a:cubicBezTo>
                  <a:pt x="877486" y="2380906"/>
                  <a:pt x="876987" y="2381156"/>
                  <a:pt x="876488" y="2381155"/>
                </a:cubicBezTo>
                <a:close/>
                <a:moveTo>
                  <a:pt x="1217585" y="2477917"/>
                </a:moveTo>
                <a:cubicBezTo>
                  <a:pt x="1217086" y="2477917"/>
                  <a:pt x="1216588" y="2477585"/>
                  <a:pt x="1216339" y="2477169"/>
                </a:cubicBezTo>
                <a:lnTo>
                  <a:pt x="1206368" y="2459806"/>
                </a:lnTo>
                <a:cubicBezTo>
                  <a:pt x="1206120" y="2459390"/>
                  <a:pt x="1206119" y="2458809"/>
                  <a:pt x="1206369" y="2458393"/>
                </a:cubicBezTo>
                <a:lnTo>
                  <a:pt x="1216421" y="2441030"/>
                </a:lnTo>
                <a:cubicBezTo>
                  <a:pt x="1216671" y="2440531"/>
                  <a:pt x="1217169" y="2440282"/>
                  <a:pt x="1217668" y="2440282"/>
                </a:cubicBezTo>
                <a:lnTo>
                  <a:pt x="1237690" y="2440282"/>
                </a:lnTo>
                <a:cubicBezTo>
                  <a:pt x="1238189" y="2440282"/>
                  <a:pt x="1238686" y="2440614"/>
                  <a:pt x="1238936" y="2441030"/>
                </a:cubicBezTo>
                <a:lnTo>
                  <a:pt x="1248905" y="2458393"/>
                </a:lnTo>
                <a:cubicBezTo>
                  <a:pt x="1249154" y="2458809"/>
                  <a:pt x="1249154" y="2459390"/>
                  <a:pt x="1248906" y="2459806"/>
                </a:cubicBezTo>
                <a:lnTo>
                  <a:pt x="1238852" y="2477169"/>
                </a:lnTo>
                <a:cubicBezTo>
                  <a:pt x="1238604" y="2477668"/>
                  <a:pt x="1238105" y="2477917"/>
                  <a:pt x="1237606" y="2477917"/>
                </a:cubicBezTo>
                <a:close/>
                <a:moveTo>
                  <a:pt x="555534" y="2300604"/>
                </a:moveTo>
                <a:cubicBezTo>
                  <a:pt x="555036" y="2300604"/>
                  <a:pt x="554538" y="2300272"/>
                  <a:pt x="554288" y="2299856"/>
                </a:cubicBezTo>
                <a:lnTo>
                  <a:pt x="544237" y="2282410"/>
                </a:lnTo>
                <a:cubicBezTo>
                  <a:pt x="543987" y="2281994"/>
                  <a:pt x="543987" y="2281413"/>
                  <a:pt x="544236" y="2280997"/>
                </a:cubicBezTo>
                <a:lnTo>
                  <a:pt x="554288" y="2263551"/>
                </a:lnTo>
                <a:cubicBezTo>
                  <a:pt x="554537" y="2263052"/>
                  <a:pt x="555036" y="2262803"/>
                  <a:pt x="555534" y="2262803"/>
                </a:cubicBezTo>
                <a:lnTo>
                  <a:pt x="575640" y="2262803"/>
                </a:lnTo>
                <a:cubicBezTo>
                  <a:pt x="576138" y="2262803"/>
                  <a:pt x="576637" y="2263135"/>
                  <a:pt x="576886" y="2263551"/>
                </a:cubicBezTo>
                <a:lnTo>
                  <a:pt x="586939" y="2280997"/>
                </a:lnTo>
                <a:cubicBezTo>
                  <a:pt x="587188" y="2281413"/>
                  <a:pt x="587188" y="2281994"/>
                  <a:pt x="586939" y="2282410"/>
                </a:cubicBezTo>
                <a:lnTo>
                  <a:pt x="576886" y="2299856"/>
                </a:lnTo>
                <a:cubicBezTo>
                  <a:pt x="576637" y="2300355"/>
                  <a:pt x="576138" y="2300604"/>
                  <a:pt x="575640" y="2300604"/>
                </a:cubicBezTo>
                <a:close/>
                <a:moveTo>
                  <a:pt x="615720" y="2316731"/>
                </a:moveTo>
                <a:cubicBezTo>
                  <a:pt x="615222" y="2316731"/>
                  <a:pt x="614724" y="2316399"/>
                  <a:pt x="614475" y="2315983"/>
                </a:cubicBezTo>
                <a:lnTo>
                  <a:pt x="604423" y="2298537"/>
                </a:lnTo>
                <a:cubicBezTo>
                  <a:pt x="604174" y="2298121"/>
                  <a:pt x="604174" y="2297540"/>
                  <a:pt x="604423" y="2297124"/>
                </a:cubicBezTo>
                <a:lnTo>
                  <a:pt x="614475" y="2279678"/>
                </a:lnTo>
                <a:cubicBezTo>
                  <a:pt x="614724" y="2279179"/>
                  <a:pt x="615223" y="2278930"/>
                  <a:pt x="615721" y="2278930"/>
                </a:cubicBezTo>
                <a:lnTo>
                  <a:pt x="635827" y="2278930"/>
                </a:lnTo>
                <a:cubicBezTo>
                  <a:pt x="636325" y="2278930"/>
                  <a:pt x="636824" y="2279262"/>
                  <a:pt x="637073" y="2279678"/>
                </a:cubicBezTo>
                <a:lnTo>
                  <a:pt x="647126" y="2297124"/>
                </a:lnTo>
                <a:cubicBezTo>
                  <a:pt x="647375" y="2297540"/>
                  <a:pt x="647375" y="2298121"/>
                  <a:pt x="647126" y="2298537"/>
                </a:cubicBezTo>
                <a:lnTo>
                  <a:pt x="637073" y="2315983"/>
                </a:lnTo>
                <a:cubicBezTo>
                  <a:pt x="636824" y="2316482"/>
                  <a:pt x="636324" y="2316731"/>
                  <a:pt x="635827" y="2316731"/>
                </a:cubicBezTo>
                <a:close/>
                <a:moveTo>
                  <a:pt x="1277769" y="2494126"/>
                </a:moveTo>
                <a:cubicBezTo>
                  <a:pt x="1277271" y="2494127"/>
                  <a:pt x="1276772" y="2493795"/>
                  <a:pt x="1276524" y="2493378"/>
                </a:cubicBezTo>
                <a:lnTo>
                  <a:pt x="1266471" y="2475933"/>
                </a:lnTo>
                <a:cubicBezTo>
                  <a:pt x="1266223" y="2475516"/>
                  <a:pt x="1266222" y="2474935"/>
                  <a:pt x="1266472" y="2474519"/>
                </a:cubicBezTo>
                <a:lnTo>
                  <a:pt x="1276523" y="2457074"/>
                </a:lnTo>
                <a:cubicBezTo>
                  <a:pt x="1276773" y="2456575"/>
                  <a:pt x="1277272" y="2456325"/>
                  <a:pt x="1277769" y="2456326"/>
                </a:cubicBezTo>
                <a:lnTo>
                  <a:pt x="1297876" y="2456325"/>
                </a:lnTo>
                <a:cubicBezTo>
                  <a:pt x="1298374" y="2456326"/>
                  <a:pt x="1298872" y="2456657"/>
                  <a:pt x="1299122" y="2457073"/>
                </a:cubicBezTo>
                <a:lnTo>
                  <a:pt x="1309174" y="2474519"/>
                </a:lnTo>
                <a:cubicBezTo>
                  <a:pt x="1309423" y="2474936"/>
                  <a:pt x="1309424" y="2475516"/>
                  <a:pt x="1309174" y="2475932"/>
                </a:cubicBezTo>
                <a:lnTo>
                  <a:pt x="1299122" y="2493378"/>
                </a:lnTo>
                <a:cubicBezTo>
                  <a:pt x="1298872" y="2493878"/>
                  <a:pt x="1298373" y="2494127"/>
                  <a:pt x="1297876" y="2494126"/>
                </a:cubicBezTo>
                <a:close/>
                <a:moveTo>
                  <a:pt x="3564764" y="3107029"/>
                </a:moveTo>
                <a:cubicBezTo>
                  <a:pt x="3564265" y="3107029"/>
                  <a:pt x="3563767" y="3106697"/>
                  <a:pt x="3563518" y="3106282"/>
                </a:cubicBezTo>
                <a:lnTo>
                  <a:pt x="3553382" y="3088752"/>
                </a:lnTo>
                <a:cubicBezTo>
                  <a:pt x="3553133" y="3088336"/>
                  <a:pt x="3553133" y="3087755"/>
                  <a:pt x="3553382" y="3087340"/>
                </a:cubicBezTo>
                <a:lnTo>
                  <a:pt x="3563518" y="3069810"/>
                </a:lnTo>
                <a:cubicBezTo>
                  <a:pt x="3563767" y="3069311"/>
                  <a:pt x="3564265" y="3069062"/>
                  <a:pt x="3564764" y="3069062"/>
                </a:cubicBezTo>
                <a:lnTo>
                  <a:pt x="3585035" y="3069062"/>
                </a:lnTo>
                <a:cubicBezTo>
                  <a:pt x="3585534" y="3069062"/>
                  <a:pt x="3586032" y="3069394"/>
                  <a:pt x="3586281" y="3069810"/>
                </a:cubicBezTo>
                <a:lnTo>
                  <a:pt x="3596417" y="3087340"/>
                </a:lnTo>
                <a:cubicBezTo>
                  <a:pt x="3596666" y="3087755"/>
                  <a:pt x="3596666" y="3088336"/>
                  <a:pt x="3596417" y="3088752"/>
                </a:cubicBezTo>
                <a:lnTo>
                  <a:pt x="3586281" y="3106282"/>
                </a:lnTo>
                <a:cubicBezTo>
                  <a:pt x="3586032" y="3106780"/>
                  <a:pt x="3585534" y="3107029"/>
                  <a:pt x="3585035" y="3107029"/>
                </a:cubicBezTo>
                <a:close/>
                <a:moveTo>
                  <a:pt x="3805509" y="3171536"/>
                </a:moveTo>
                <a:cubicBezTo>
                  <a:pt x="3805010" y="3171536"/>
                  <a:pt x="3804512" y="3171204"/>
                  <a:pt x="3804264" y="3170789"/>
                </a:cubicBezTo>
                <a:lnTo>
                  <a:pt x="3794128" y="3153259"/>
                </a:lnTo>
                <a:cubicBezTo>
                  <a:pt x="3793879" y="3152843"/>
                  <a:pt x="3793879" y="3152262"/>
                  <a:pt x="3794128" y="3151847"/>
                </a:cubicBezTo>
                <a:lnTo>
                  <a:pt x="3804264" y="3134317"/>
                </a:lnTo>
                <a:cubicBezTo>
                  <a:pt x="3804513" y="3133818"/>
                  <a:pt x="3805011" y="3133570"/>
                  <a:pt x="3805510" y="3133569"/>
                </a:cubicBezTo>
                <a:lnTo>
                  <a:pt x="3825781" y="3133569"/>
                </a:lnTo>
                <a:cubicBezTo>
                  <a:pt x="3826280" y="3133569"/>
                  <a:pt x="3826778" y="3133901"/>
                  <a:pt x="3827027" y="3134317"/>
                </a:cubicBezTo>
                <a:lnTo>
                  <a:pt x="3837162" y="3151847"/>
                </a:lnTo>
                <a:cubicBezTo>
                  <a:pt x="3837411" y="3152262"/>
                  <a:pt x="3837412" y="3152844"/>
                  <a:pt x="3837162" y="3153259"/>
                </a:cubicBezTo>
                <a:lnTo>
                  <a:pt x="3827026" y="3170789"/>
                </a:lnTo>
                <a:cubicBezTo>
                  <a:pt x="3826778" y="3171287"/>
                  <a:pt x="3826280" y="3171536"/>
                  <a:pt x="3825781" y="3171536"/>
                </a:cubicBezTo>
                <a:close/>
                <a:moveTo>
                  <a:pt x="1397955" y="2526708"/>
                </a:moveTo>
                <a:cubicBezTo>
                  <a:pt x="1397457" y="2526708"/>
                  <a:pt x="1396958" y="2526376"/>
                  <a:pt x="1396709" y="2525961"/>
                </a:cubicBezTo>
                <a:lnTo>
                  <a:pt x="1386490" y="2508265"/>
                </a:lnTo>
                <a:cubicBezTo>
                  <a:pt x="1386241" y="2507849"/>
                  <a:pt x="1386241" y="2507268"/>
                  <a:pt x="1386490" y="2506854"/>
                </a:cubicBezTo>
                <a:lnTo>
                  <a:pt x="1396709" y="2489157"/>
                </a:lnTo>
                <a:cubicBezTo>
                  <a:pt x="1396958" y="2488658"/>
                  <a:pt x="1397457" y="2488409"/>
                  <a:pt x="1397955" y="2488409"/>
                </a:cubicBezTo>
                <a:lnTo>
                  <a:pt x="1418392" y="2488409"/>
                </a:lnTo>
                <a:cubicBezTo>
                  <a:pt x="1418891" y="2488409"/>
                  <a:pt x="1419389" y="2488741"/>
                  <a:pt x="1419639" y="2489157"/>
                </a:cubicBezTo>
                <a:lnTo>
                  <a:pt x="1429857" y="2506853"/>
                </a:lnTo>
                <a:cubicBezTo>
                  <a:pt x="1430107" y="2507268"/>
                  <a:pt x="1430107" y="2507849"/>
                  <a:pt x="1429857" y="2508265"/>
                </a:cubicBezTo>
                <a:lnTo>
                  <a:pt x="1419639" y="2525961"/>
                </a:lnTo>
                <a:cubicBezTo>
                  <a:pt x="1419389" y="2526459"/>
                  <a:pt x="1418891" y="2526708"/>
                  <a:pt x="1418392" y="2526708"/>
                </a:cubicBezTo>
                <a:close/>
                <a:moveTo>
                  <a:pt x="3384101" y="3058895"/>
                </a:moveTo>
                <a:cubicBezTo>
                  <a:pt x="3383602" y="3058895"/>
                  <a:pt x="3383104" y="3058563"/>
                  <a:pt x="3382855" y="3058148"/>
                </a:cubicBezTo>
                <a:lnTo>
                  <a:pt x="3372636" y="3040452"/>
                </a:lnTo>
                <a:cubicBezTo>
                  <a:pt x="3372387" y="3040036"/>
                  <a:pt x="3372387" y="3039455"/>
                  <a:pt x="3372636" y="3039040"/>
                </a:cubicBezTo>
                <a:lnTo>
                  <a:pt x="3382855" y="3021344"/>
                </a:lnTo>
                <a:cubicBezTo>
                  <a:pt x="3383104" y="3020845"/>
                  <a:pt x="3383602" y="3020596"/>
                  <a:pt x="3384101" y="3020596"/>
                </a:cubicBezTo>
                <a:lnTo>
                  <a:pt x="3404538" y="3020596"/>
                </a:lnTo>
                <a:cubicBezTo>
                  <a:pt x="3405037" y="3020596"/>
                  <a:pt x="3405535" y="3020928"/>
                  <a:pt x="3405785" y="3021344"/>
                </a:cubicBezTo>
                <a:lnTo>
                  <a:pt x="3416003" y="3039040"/>
                </a:lnTo>
                <a:cubicBezTo>
                  <a:pt x="3416253" y="3039455"/>
                  <a:pt x="3416253" y="3040036"/>
                  <a:pt x="3416003" y="3040452"/>
                </a:cubicBezTo>
                <a:lnTo>
                  <a:pt x="3405785" y="3058148"/>
                </a:lnTo>
                <a:cubicBezTo>
                  <a:pt x="3405535" y="3058646"/>
                  <a:pt x="3405037" y="3058895"/>
                  <a:pt x="3404538" y="3058895"/>
                </a:cubicBezTo>
                <a:close/>
                <a:moveTo>
                  <a:pt x="1337687" y="2510655"/>
                </a:moveTo>
                <a:cubicBezTo>
                  <a:pt x="1337189" y="2510655"/>
                  <a:pt x="1336690" y="2510322"/>
                  <a:pt x="1336441" y="2509907"/>
                </a:cubicBezTo>
                <a:lnTo>
                  <a:pt x="1326139" y="2492128"/>
                </a:lnTo>
                <a:cubicBezTo>
                  <a:pt x="1325890" y="2491713"/>
                  <a:pt x="1325890" y="2491131"/>
                  <a:pt x="1326139" y="2490716"/>
                </a:cubicBezTo>
                <a:lnTo>
                  <a:pt x="1336441" y="2472937"/>
                </a:lnTo>
                <a:cubicBezTo>
                  <a:pt x="1336691" y="2472438"/>
                  <a:pt x="1337189" y="2472189"/>
                  <a:pt x="1337687" y="2472189"/>
                </a:cubicBezTo>
                <a:lnTo>
                  <a:pt x="1358208" y="2472189"/>
                </a:lnTo>
                <a:cubicBezTo>
                  <a:pt x="1358706" y="2472189"/>
                  <a:pt x="1359204" y="2472521"/>
                  <a:pt x="1359455" y="2472937"/>
                </a:cubicBezTo>
                <a:lnTo>
                  <a:pt x="1369757" y="2490716"/>
                </a:lnTo>
                <a:cubicBezTo>
                  <a:pt x="1370005" y="2491131"/>
                  <a:pt x="1370005" y="2491713"/>
                  <a:pt x="1369756" y="2492128"/>
                </a:cubicBezTo>
                <a:lnTo>
                  <a:pt x="1359454" y="2509907"/>
                </a:lnTo>
                <a:cubicBezTo>
                  <a:pt x="1359204" y="2510405"/>
                  <a:pt x="1358706" y="2510655"/>
                  <a:pt x="1358208" y="2510655"/>
                </a:cubicBezTo>
                <a:close/>
                <a:moveTo>
                  <a:pt x="1819177" y="2639670"/>
                </a:moveTo>
                <a:cubicBezTo>
                  <a:pt x="1818679" y="2639670"/>
                  <a:pt x="1818180" y="2639337"/>
                  <a:pt x="1817931" y="2638922"/>
                </a:cubicBezTo>
                <a:lnTo>
                  <a:pt x="1807629" y="2621143"/>
                </a:lnTo>
                <a:cubicBezTo>
                  <a:pt x="1807380" y="2620728"/>
                  <a:pt x="1807380" y="2620146"/>
                  <a:pt x="1807629" y="2619731"/>
                </a:cubicBezTo>
                <a:lnTo>
                  <a:pt x="1817931" y="2601952"/>
                </a:lnTo>
                <a:cubicBezTo>
                  <a:pt x="1818180" y="2601453"/>
                  <a:pt x="1818679" y="2601204"/>
                  <a:pt x="1819177" y="2601204"/>
                </a:cubicBezTo>
                <a:lnTo>
                  <a:pt x="1839698" y="2601204"/>
                </a:lnTo>
                <a:cubicBezTo>
                  <a:pt x="1840196" y="2601204"/>
                  <a:pt x="1840694" y="2601536"/>
                  <a:pt x="1840944" y="2601952"/>
                </a:cubicBezTo>
                <a:lnTo>
                  <a:pt x="1851246" y="2619731"/>
                </a:lnTo>
                <a:cubicBezTo>
                  <a:pt x="1851495" y="2620145"/>
                  <a:pt x="1851495" y="2620728"/>
                  <a:pt x="1851246" y="2621143"/>
                </a:cubicBezTo>
                <a:lnTo>
                  <a:pt x="1840944" y="2638922"/>
                </a:lnTo>
                <a:cubicBezTo>
                  <a:pt x="1840694" y="2639420"/>
                  <a:pt x="1840196" y="2639670"/>
                  <a:pt x="1839698" y="2639670"/>
                </a:cubicBezTo>
                <a:close/>
                <a:moveTo>
                  <a:pt x="4708116" y="3413758"/>
                </a:moveTo>
                <a:cubicBezTo>
                  <a:pt x="4707617" y="3413759"/>
                  <a:pt x="4707120" y="3413426"/>
                  <a:pt x="4706871" y="3413011"/>
                </a:cubicBezTo>
                <a:lnTo>
                  <a:pt x="4696568" y="3395232"/>
                </a:lnTo>
                <a:cubicBezTo>
                  <a:pt x="4696319" y="3394817"/>
                  <a:pt x="4696320" y="3394235"/>
                  <a:pt x="4696568" y="3393819"/>
                </a:cubicBezTo>
                <a:lnTo>
                  <a:pt x="4706871" y="3376041"/>
                </a:lnTo>
                <a:cubicBezTo>
                  <a:pt x="4707120" y="3375542"/>
                  <a:pt x="4707618" y="3375293"/>
                  <a:pt x="4708117" y="3375293"/>
                </a:cubicBezTo>
                <a:lnTo>
                  <a:pt x="4728636" y="3375292"/>
                </a:lnTo>
                <a:cubicBezTo>
                  <a:pt x="4729135" y="3375293"/>
                  <a:pt x="4729633" y="3375625"/>
                  <a:pt x="4729884" y="3376041"/>
                </a:cubicBezTo>
                <a:lnTo>
                  <a:pt x="4740185" y="3393820"/>
                </a:lnTo>
                <a:cubicBezTo>
                  <a:pt x="4740434" y="3394234"/>
                  <a:pt x="4740435" y="3394817"/>
                  <a:pt x="4740185" y="3395232"/>
                </a:cubicBezTo>
                <a:lnTo>
                  <a:pt x="4729884" y="3413011"/>
                </a:lnTo>
                <a:cubicBezTo>
                  <a:pt x="4729633" y="3413509"/>
                  <a:pt x="4729136" y="3413759"/>
                  <a:pt x="4728637" y="3413759"/>
                </a:cubicBezTo>
                <a:close/>
                <a:moveTo>
                  <a:pt x="4587752" y="3381611"/>
                </a:moveTo>
                <a:cubicBezTo>
                  <a:pt x="4587252" y="3381611"/>
                  <a:pt x="4586754" y="3381279"/>
                  <a:pt x="4586506" y="3380863"/>
                </a:cubicBezTo>
                <a:lnTo>
                  <a:pt x="4576204" y="3363001"/>
                </a:lnTo>
                <a:cubicBezTo>
                  <a:pt x="4575955" y="3362503"/>
                  <a:pt x="4575955" y="3361921"/>
                  <a:pt x="4576204" y="3361506"/>
                </a:cubicBezTo>
                <a:lnTo>
                  <a:pt x="4586506" y="3343644"/>
                </a:lnTo>
                <a:cubicBezTo>
                  <a:pt x="4586755" y="3343145"/>
                  <a:pt x="4587253" y="3342896"/>
                  <a:pt x="4587752" y="3342896"/>
                </a:cubicBezTo>
                <a:lnTo>
                  <a:pt x="4608439" y="3342896"/>
                </a:lnTo>
                <a:cubicBezTo>
                  <a:pt x="4608937" y="3342896"/>
                  <a:pt x="4609436" y="3343228"/>
                  <a:pt x="4609684" y="3343644"/>
                </a:cubicBezTo>
                <a:lnTo>
                  <a:pt x="4619986" y="3361506"/>
                </a:lnTo>
                <a:cubicBezTo>
                  <a:pt x="4620236" y="3362004"/>
                  <a:pt x="4620236" y="3362586"/>
                  <a:pt x="4619986" y="3363001"/>
                </a:cubicBezTo>
                <a:lnTo>
                  <a:pt x="4609684" y="3380863"/>
                </a:lnTo>
                <a:cubicBezTo>
                  <a:pt x="4609436" y="3381361"/>
                  <a:pt x="4608937" y="3381611"/>
                  <a:pt x="4608439" y="3381611"/>
                </a:cubicBezTo>
                <a:close/>
                <a:moveTo>
                  <a:pt x="1457986" y="2543087"/>
                </a:moveTo>
                <a:cubicBezTo>
                  <a:pt x="1457488" y="2543087"/>
                  <a:pt x="1456989" y="2542755"/>
                  <a:pt x="1456740" y="2542339"/>
                </a:cubicBezTo>
                <a:lnTo>
                  <a:pt x="1446356" y="2524394"/>
                </a:lnTo>
                <a:cubicBezTo>
                  <a:pt x="1446106" y="2523896"/>
                  <a:pt x="1446106" y="2523314"/>
                  <a:pt x="1446356" y="2522899"/>
                </a:cubicBezTo>
                <a:lnTo>
                  <a:pt x="1456740" y="2504954"/>
                </a:lnTo>
                <a:cubicBezTo>
                  <a:pt x="1456989" y="2504455"/>
                  <a:pt x="1457488" y="2504206"/>
                  <a:pt x="1457986" y="2504206"/>
                </a:cubicBezTo>
                <a:lnTo>
                  <a:pt x="1478756" y="2504206"/>
                </a:lnTo>
                <a:cubicBezTo>
                  <a:pt x="1479254" y="2504206"/>
                  <a:pt x="1479753" y="2504538"/>
                  <a:pt x="1480003" y="2504954"/>
                </a:cubicBezTo>
                <a:lnTo>
                  <a:pt x="1490387" y="2522899"/>
                </a:lnTo>
                <a:cubicBezTo>
                  <a:pt x="1490636" y="2523397"/>
                  <a:pt x="1490636" y="2523979"/>
                  <a:pt x="1490387" y="2524394"/>
                </a:cubicBezTo>
                <a:lnTo>
                  <a:pt x="1480003" y="2542339"/>
                </a:lnTo>
                <a:cubicBezTo>
                  <a:pt x="1479753" y="2542838"/>
                  <a:pt x="1479254" y="2543087"/>
                  <a:pt x="1478757" y="2543087"/>
                </a:cubicBezTo>
                <a:close/>
                <a:moveTo>
                  <a:pt x="1758918" y="2623721"/>
                </a:moveTo>
                <a:cubicBezTo>
                  <a:pt x="1758420" y="2623721"/>
                  <a:pt x="1757921" y="2623389"/>
                  <a:pt x="1757672" y="2622973"/>
                </a:cubicBezTo>
                <a:lnTo>
                  <a:pt x="1747287" y="2605028"/>
                </a:lnTo>
                <a:cubicBezTo>
                  <a:pt x="1747038" y="2604530"/>
                  <a:pt x="1747037" y="2603948"/>
                  <a:pt x="1747287" y="2603533"/>
                </a:cubicBezTo>
                <a:lnTo>
                  <a:pt x="1757672" y="2585588"/>
                </a:lnTo>
                <a:cubicBezTo>
                  <a:pt x="1757921" y="2585089"/>
                  <a:pt x="1758420" y="2584840"/>
                  <a:pt x="1758918" y="2584840"/>
                </a:cubicBezTo>
                <a:lnTo>
                  <a:pt x="1779687" y="2584840"/>
                </a:lnTo>
                <a:cubicBezTo>
                  <a:pt x="1780185" y="2584840"/>
                  <a:pt x="1780685" y="2585172"/>
                  <a:pt x="1780934" y="2585588"/>
                </a:cubicBezTo>
                <a:lnTo>
                  <a:pt x="1791319" y="2603533"/>
                </a:lnTo>
                <a:cubicBezTo>
                  <a:pt x="1791568" y="2604031"/>
                  <a:pt x="1791568" y="2604613"/>
                  <a:pt x="1791319" y="2605028"/>
                </a:cubicBezTo>
                <a:lnTo>
                  <a:pt x="1780934" y="2622973"/>
                </a:lnTo>
                <a:cubicBezTo>
                  <a:pt x="1780685" y="2623472"/>
                  <a:pt x="1780186" y="2623721"/>
                  <a:pt x="1779688" y="2623721"/>
                </a:cubicBezTo>
                <a:close/>
                <a:moveTo>
                  <a:pt x="3083015" y="2978512"/>
                </a:moveTo>
                <a:cubicBezTo>
                  <a:pt x="3082515" y="2978512"/>
                  <a:pt x="3082017" y="2978180"/>
                  <a:pt x="3081769" y="2977764"/>
                </a:cubicBezTo>
                <a:lnTo>
                  <a:pt x="3071384" y="2959819"/>
                </a:lnTo>
                <a:cubicBezTo>
                  <a:pt x="3071135" y="2959321"/>
                  <a:pt x="3071134" y="2958739"/>
                  <a:pt x="3071384" y="2958324"/>
                </a:cubicBezTo>
                <a:lnTo>
                  <a:pt x="3081769" y="2940379"/>
                </a:lnTo>
                <a:cubicBezTo>
                  <a:pt x="3082018" y="2939880"/>
                  <a:pt x="3082516" y="2939631"/>
                  <a:pt x="3083015" y="2939631"/>
                </a:cubicBezTo>
                <a:lnTo>
                  <a:pt x="3103784" y="2939631"/>
                </a:lnTo>
                <a:cubicBezTo>
                  <a:pt x="3104282" y="2939631"/>
                  <a:pt x="3104781" y="2939963"/>
                  <a:pt x="3105031" y="2940379"/>
                </a:cubicBezTo>
                <a:lnTo>
                  <a:pt x="3115416" y="2958324"/>
                </a:lnTo>
                <a:cubicBezTo>
                  <a:pt x="3115665" y="2958822"/>
                  <a:pt x="3115665" y="2959404"/>
                  <a:pt x="3115416" y="2959819"/>
                </a:cubicBezTo>
                <a:lnTo>
                  <a:pt x="3105031" y="2977764"/>
                </a:lnTo>
                <a:cubicBezTo>
                  <a:pt x="3104782" y="2978263"/>
                  <a:pt x="3104283" y="2978512"/>
                  <a:pt x="3103785" y="2978512"/>
                </a:cubicBezTo>
                <a:close/>
                <a:moveTo>
                  <a:pt x="4647857" y="3397810"/>
                </a:moveTo>
                <a:cubicBezTo>
                  <a:pt x="4647358" y="3397810"/>
                  <a:pt x="4646860" y="3397478"/>
                  <a:pt x="4646611" y="3397062"/>
                </a:cubicBezTo>
                <a:lnTo>
                  <a:pt x="4636226" y="3379117"/>
                </a:lnTo>
                <a:cubicBezTo>
                  <a:pt x="4635977" y="3378619"/>
                  <a:pt x="4635977" y="3378037"/>
                  <a:pt x="4636226" y="3377622"/>
                </a:cubicBezTo>
                <a:lnTo>
                  <a:pt x="4646611" y="3359677"/>
                </a:lnTo>
                <a:cubicBezTo>
                  <a:pt x="4646860" y="3359178"/>
                  <a:pt x="4647358" y="3358929"/>
                  <a:pt x="4647857" y="3358929"/>
                </a:cubicBezTo>
                <a:lnTo>
                  <a:pt x="4668627" y="3358929"/>
                </a:lnTo>
                <a:cubicBezTo>
                  <a:pt x="4669125" y="3358929"/>
                  <a:pt x="4669624" y="3359261"/>
                  <a:pt x="4669873" y="3359677"/>
                </a:cubicBezTo>
                <a:lnTo>
                  <a:pt x="4680258" y="3377622"/>
                </a:lnTo>
                <a:cubicBezTo>
                  <a:pt x="4680507" y="3378120"/>
                  <a:pt x="4680507" y="3378702"/>
                  <a:pt x="4680258" y="3379117"/>
                </a:cubicBezTo>
                <a:lnTo>
                  <a:pt x="4669873" y="3397062"/>
                </a:lnTo>
                <a:cubicBezTo>
                  <a:pt x="4669624" y="3397561"/>
                  <a:pt x="4669125" y="3397810"/>
                  <a:pt x="4668627" y="3397810"/>
                </a:cubicBezTo>
                <a:close/>
                <a:moveTo>
                  <a:pt x="4828415" y="3446190"/>
                </a:moveTo>
                <a:cubicBezTo>
                  <a:pt x="4827916" y="3446191"/>
                  <a:pt x="4827418" y="3445859"/>
                  <a:pt x="4827170" y="3445443"/>
                </a:cubicBezTo>
                <a:lnTo>
                  <a:pt x="4816785" y="3427498"/>
                </a:lnTo>
                <a:cubicBezTo>
                  <a:pt x="4816536" y="3427000"/>
                  <a:pt x="4816535" y="3426417"/>
                  <a:pt x="4816785" y="3426003"/>
                </a:cubicBezTo>
                <a:lnTo>
                  <a:pt x="4827170" y="3408057"/>
                </a:lnTo>
                <a:cubicBezTo>
                  <a:pt x="4827419" y="3407559"/>
                  <a:pt x="4827917" y="3407310"/>
                  <a:pt x="4828416" y="3407309"/>
                </a:cubicBezTo>
                <a:lnTo>
                  <a:pt x="4849185" y="3407310"/>
                </a:lnTo>
                <a:cubicBezTo>
                  <a:pt x="4849683" y="3407309"/>
                  <a:pt x="4850182" y="3407641"/>
                  <a:pt x="4850432" y="3408058"/>
                </a:cubicBezTo>
                <a:lnTo>
                  <a:pt x="4860816" y="3426003"/>
                </a:lnTo>
                <a:cubicBezTo>
                  <a:pt x="4861066" y="3426501"/>
                  <a:pt x="4861065" y="3427083"/>
                  <a:pt x="4860817" y="3427498"/>
                </a:cubicBezTo>
                <a:lnTo>
                  <a:pt x="4850432" y="3445442"/>
                </a:lnTo>
                <a:cubicBezTo>
                  <a:pt x="4850183" y="3445942"/>
                  <a:pt x="4849684" y="3446191"/>
                  <a:pt x="4849186" y="3446190"/>
                </a:cubicBezTo>
                <a:close/>
                <a:moveTo>
                  <a:pt x="3504234" y="3091482"/>
                </a:moveTo>
                <a:cubicBezTo>
                  <a:pt x="3503735" y="3091482"/>
                  <a:pt x="3503238" y="3091150"/>
                  <a:pt x="3502989" y="3090735"/>
                </a:cubicBezTo>
                <a:lnTo>
                  <a:pt x="3492604" y="3072706"/>
                </a:lnTo>
                <a:cubicBezTo>
                  <a:pt x="3492355" y="3072208"/>
                  <a:pt x="3492355" y="3071626"/>
                  <a:pt x="3492604" y="3071211"/>
                </a:cubicBezTo>
                <a:lnTo>
                  <a:pt x="3503072" y="3053183"/>
                </a:lnTo>
                <a:cubicBezTo>
                  <a:pt x="3503320" y="3052684"/>
                  <a:pt x="3503820" y="3052435"/>
                  <a:pt x="3504318" y="3052435"/>
                </a:cubicBezTo>
                <a:lnTo>
                  <a:pt x="3525171" y="3052435"/>
                </a:lnTo>
                <a:cubicBezTo>
                  <a:pt x="3525670" y="3052435"/>
                  <a:pt x="3526168" y="3052767"/>
                  <a:pt x="3526417" y="3053183"/>
                </a:cubicBezTo>
                <a:lnTo>
                  <a:pt x="3536802" y="3071211"/>
                </a:lnTo>
                <a:cubicBezTo>
                  <a:pt x="3537051" y="3071709"/>
                  <a:pt x="3537051" y="3072291"/>
                  <a:pt x="3536802" y="3072706"/>
                </a:cubicBezTo>
                <a:lnTo>
                  <a:pt x="3526334" y="3090735"/>
                </a:lnTo>
                <a:cubicBezTo>
                  <a:pt x="3526085" y="3091233"/>
                  <a:pt x="3525585" y="3091482"/>
                  <a:pt x="3525087" y="3091482"/>
                </a:cubicBezTo>
                <a:close/>
                <a:moveTo>
                  <a:pt x="4768146" y="3430146"/>
                </a:moveTo>
                <a:cubicBezTo>
                  <a:pt x="4767647" y="3430146"/>
                  <a:pt x="4767149" y="3429814"/>
                  <a:pt x="4766900" y="3429399"/>
                </a:cubicBezTo>
                <a:lnTo>
                  <a:pt x="4756515" y="3411370"/>
                </a:lnTo>
                <a:cubicBezTo>
                  <a:pt x="4756266" y="3410872"/>
                  <a:pt x="4756266" y="3410290"/>
                  <a:pt x="4756515" y="3409875"/>
                </a:cubicBezTo>
                <a:lnTo>
                  <a:pt x="4766983" y="3391847"/>
                </a:lnTo>
                <a:cubicBezTo>
                  <a:pt x="4767232" y="3391348"/>
                  <a:pt x="4767731" y="3391099"/>
                  <a:pt x="4768229" y="3391099"/>
                </a:cubicBezTo>
                <a:lnTo>
                  <a:pt x="4789082" y="3391099"/>
                </a:lnTo>
                <a:cubicBezTo>
                  <a:pt x="4789581" y="3391099"/>
                  <a:pt x="4790079" y="3391431"/>
                  <a:pt x="4790328" y="3391847"/>
                </a:cubicBezTo>
                <a:lnTo>
                  <a:pt x="4800713" y="3409875"/>
                </a:lnTo>
                <a:cubicBezTo>
                  <a:pt x="4800962" y="3410373"/>
                  <a:pt x="4800962" y="3410955"/>
                  <a:pt x="4800713" y="3411370"/>
                </a:cubicBezTo>
                <a:lnTo>
                  <a:pt x="4790245" y="3429399"/>
                </a:lnTo>
                <a:cubicBezTo>
                  <a:pt x="4789996" y="3429897"/>
                  <a:pt x="4789497" y="3430146"/>
                  <a:pt x="4788999" y="3430146"/>
                </a:cubicBezTo>
                <a:close/>
                <a:moveTo>
                  <a:pt x="1518005" y="2559639"/>
                </a:moveTo>
                <a:cubicBezTo>
                  <a:pt x="1517424" y="2559639"/>
                  <a:pt x="1516925" y="2559390"/>
                  <a:pt x="1516676" y="2558891"/>
                </a:cubicBezTo>
                <a:lnTo>
                  <a:pt x="1506125" y="2540531"/>
                </a:lnTo>
                <a:cubicBezTo>
                  <a:pt x="1505876" y="2540032"/>
                  <a:pt x="1505876" y="2539534"/>
                  <a:pt x="1506125" y="2539035"/>
                </a:cubicBezTo>
                <a:lnTo>
                  <a:pt x="1516676" y="2520675"/>
                </a:lnTo>
                <a:cubicBezTo>
                  <a:pt x="1517008" y="2520176"/>
                  <a:pt x="1517507" y="2519927"/>
                  <a:pt x="1518005" y="2519927"/>
                </a:cubicBezTo>
                <a:lnTo>
                  <a:pt x="1539191" y="2519927"/>
                </a:lnTo>
                <a:cubicBezTo>
                  <a:pt x="1539772" y="2519927"/>
                  <a:pt x="1540271" y="2520176"/>
                  <a:pt x="1540520" y="2520675"/>
                </a:cubicBezTo>
                <a:lnTo>
                  <a:pt x="1551071" y="2539035"/>
                </a:lnTo>
                <a:cubicBezTo>
                  <a:pt x="1551320" y="2539534"/>
                  <a:pt x="1551320" y="2540032"/>
                  <a:pt x="1551071" y="2540531"/>
                </a:cubicBezTo>
                <a:lnTo>
                  <a:pt x="1540520" y="2558892"/>
                </a:lnTo>
                <a:cubicBezTo>
                  <a:pt x="1540187" y="2559390"/>
                  <a:pt x="1539689" y="2559639"/>
                  <a:pt x="1539191" y="2559639"/>
                </a:cubicBezTo>
                <a:close/>
                <a:moveTo>
                  <a:pt x="1638376" y="2591893"/>
                </a:moveTo>
                <a:cubicBezTo>
                  <a:pt x="1637796" y="2591893"/>
                  <a:pt x="1637297" y="2591644"/>
                  <a:pt x="1637047" y="2591145"/>
                </a:cubicBezTo>
                <a:lnTo>
                  <a:pt x="1626497" y="2572785"/>
                </a:lnTo>
                <a:cubicBezTo>
                  <a:pt x="1626247" y="2572286"/>
                  <a:pt x="1626248" y="2571788"/>
                  <a:pt x="1626496" y="2571289"/>
                </a:cubicBezTo>
                <a:lnTo>
                  <a:pt x="1637047" y="2552929"/>
                </a:lnTo>
                <a:cubicBezTo>
                  <a:pt x="1637379" y="2552430"/>
                  <a:pt x="1637879" y="2552181"/>
                  <a:pt x="1638377" y="2552181"/>
                </a:cubicBezTo>
                <a:lnTo>
                  <a:pt x="1659563" y="2552181"/>
                </a:lnTo>
                <a:cubicBezTo>
                  <a:pt x="1660143" y="2552181"/>
                  <a:pt x="1660642" y="2552430"/>
                  <a:pt x="1660891" y="2552929"/>
                </a:cubicBezTo>
                <a:lnTo>
                  <a:pt x="1671442" y="2571289"/>
                </a:lnTo>
                <a:cubicBezTo>
                  <a:pt x="1671692" y="2571788"/>
                  <a:pt x="1671691" y="2572286"/>
                  <a:pt x="1671443" y="2572785"/>
                </a:cubicBezTo>
                <a:lnTo>
                  <a:pt x="1660892" y="2591145"/>
                </a:lnTo>
                <a:cubicBezTo>
                  <a:pt x="1660559" y="2591644"/>
                  <a:pt x="1660060" y="2591893"/>
                  <a:pt x="1659562" y="2591893"/>
                </a:cubicBezTo>
                <a:close/>
                <a:moveTo>
                  <a:pt x="4888434" y="3462743"/>
                </a:moveTo>
                <a:cubicBezTo>
                  <a:pt x="4887853" y="3462743"/>
                  <a:pt x="4887354" y="3462494"/>
                  <a:pt x="4887105" y="3461995"/>
                </a:cubicBezTo>
                <a:lnTo>
                  <a:pt x="4876554" y="3443635"/>
                </a:lnTo>
                <a:cubicBezTo>
                  <a:pt x="4876305" y="3443136"/>
                  <a:pt x="4876305" y="3442638"/>
                  <a:pt x="4876554" y="3442139"/>
                </a:cubicBezTo>
                <a:lnTo>
                  <a:pt x="4887105" y="3423779"/>
                </a:lnTo>
                <a:cubicBezTo>
                  <a:pt x="4887437" y="3423280"/>
                  <a:pt x="4887936" y="3423031"/>
                  <a:pt x="4888434" y="3423031"/>
                </a:cubicBezTo>
                <a:lnTo>
                  <a:pt x="4909620" y="3423031"/>
                </a:lnTo>
                <a:cubicBezTo>
                  <a:pt x="4910201" y="3423031"/>
                  <a:pt x="4910699" y="3423280"/>
                  <a:pt x="4910949" y="3423779"/>
                </a:cubicBezTo>
                <a:lnTo>
                  <a:pt x="4921500" y="3442139"/>
                </a:lnTo>
                <a:cubicBezTo>
                  <a:pt x="4921749" y="3442638"/>
                  <a:pt x="4921749" y="3443136"/>
                  <a:pt x="4921500" y="3443635"/>
                </a:cubicBezTo>
                <a:lnTo>
                  <a:pt x="4910949" y="3461995"/>
                </a:lnTo>
                <a:cubicBezTo>
                  <a:pt x="4910616" y="3462494"/>
                  <a:pt x="4910118" y="3462743"/>
                  <a:pt x="4909620" y="3462743"/>
                </a:cubicBezTo>
                <a:close/>
                <a:moveTo>
                  <a:pt x="1578109" y="2575839"/>
                </a:moveTo>
                <a:cubicBezTo>
                  <a:pt x="1577528" y="2575839"/>
                  <a:pt x="1577029" y="2575590"/>
                  <a:pt x="1576780" y="2575091"/>
                </a:cubicBezTo>
                <a:lnTo>
                  <a:pt x="1566146" y="2556648"/>
                </a:lnTo>
                <a:cubicBezTo>
                  <a:pt x="1565897" y="2556232"/>
                  <a:pt x="1565897" y="2555651"/>
                  <a:pt x="1566146" y="2555152"/>
                </a:cubicBezTo>
                <a:lnTo>
                  <a:pt x="1576780" y="2536710"/>
                </a:lnTo>
                <a:cubicBezTo>
                  <a:pt x="1577112" y="2536210"/>
                  <a:pt x="1577611" y="2535961"/>
                  <a:pt x="1578109" y="2535961"/>
                </a:cubicBezTo>
                <a:lnTo>
                  <a:pt x="1599378" y="2535961"/>
                </a:lnTo>
                <a:cubicBezTo>
                  <a:pt x="1599959" y="2535961"/>
                  <a:pt x="1600457" y="2536210"/>
                  <a:pt x="1600707" y="2536710"/>
                </a:cubicBezTo>
                <a:lnTo>
                  <a:pt x="1611341" y="2555152"/>
                </a:lnTo>
                <a:cubicBezTo>
                  <a:pt x="1611590" y="2555568"/>
                  <a:pt x="1611590" y="2556149"/>
                  <a:pt x="1611341" y="2556648"/>
                </a:cubicBezTo>
                <a:lnTo>
                  <a:pt x="1600707" y="2575091"/>
                </a:lnTo>
                <a:cubicBezTo>
                  <a:pt x="1600375" y="2575590"/>
                  <a:pt x="1599876" y="2575840"/>
                  <a:pt x="1599378" y="2575839"/>
                </a:cubicBezTo>
                <a:close/>
                <a:moveTo>
                  <a:pt x="1698482" y="2608093"/>
                </a:moveTo>
                <a:cubicBezTo>
                  <a:pt x="1697901" y="2608093"/>
                  <a:pt x="1697402" y="2607844"/>
                  <a:pt x="1697153" y="2607345"/>
                </a:cubicBezTo>
                <a:lnTo>
                  <a:pt x="1686518" y="2588902"/>
                </a:lnTo>
                <a:cubicBezTo>
                  <a:pt x="1686270" y="2588486"/>
                  <a:pt x="1686269" y="2587905"/>
                  <a:pt x="1686519" y="2587406"/>
                </a:cubicBezTo>
                <a:lnTo>
                  <a:pt x="1697153" y="2568963"/>
                </a:lnTo>
                <a:cubicBezTo>
                  <a:pt x="1697485" y="2568464"/>
                  <a:pt x="1697984" y="2568215"/>
                  <a:pt x="1698482" y="2568215"/>
                </a:cubicBezTo>
                <a:lnTo>
                  <a:pt x="1719751" y="2568215"/>
                </a:lnTo>
                <a:cubicBezTo>
                  <a:pt x="1720332" y="2568215"/>
                  <a:pt x="1720830" y="2568464"/>
                  <a:pt x="1721080" y="2568963"/>
                </a:cubicBezTo>
                <a:lnTo>
                  <a:pt x="1731714" y="2587406"/>
                </a:lnTo>
                <a:cubicBezTo>
                  <a:pt x="1731962" y="2587822"/>
                  <a:pt x="1731963" y="2588403"/>
                  <a:pt x="1731713" y="2588902"/>
                </a:cubicBezTo>
                <a:lnTo>
                  <a:pt x="1721080" y="2607345"/>
                </a:lnTo>
                <a:cubicBezTo>
                  <a:pt x="1720748" y="2607844"/>
                  <a:pt x="1720249" y="2608093"/>
                  <a:pt x="1719751" y="2608093"/>
                </a:cubicBezTo>
                <a:close/>
                <a:moveTo>
                  <a:pt x="3624441" y="3124152"/>
                </a:moveTo>
                <a:cubicBezTo>
                  <a:pt x="3623860" y="3124153"/>
                  <a:pt x="3623361" y="3123903"/>
                  <a:pt x="3623112" y="3123404"/>
                </a:cubicBezTo>
                <a:lnTo>
                  <a:pt x="3612478" y="3104961"/>
                </a:lnTo>
                <a:cubicBezTo>
                  <a:pt x="3612229" y="3104546"/>
                  <a:pt x="3612229" y="3103964"/>
                  <a:pt x="3612478" y="3103465"/>
                </a:cubicBezTo>
                <a:lnTo>
                  <a:pt x="3623112" y="3085023"/>
                </a:lnTo>
                <a:cubicBezTo>
                  <a:pt x="3623444" y="3084524"/>
                  <a:pt x="3623943" y="3084274"/>
                  <a:pt x="3624441" y="3084275"/>
                </a:cubicBezTo>
                <a:lnTo>
                  <a:pt x="3645710" y="3084274"/>
                </a:lnTo>
                <a:cubicBezTo>
                  <a:pt x="3646291" y="3084275"/>
                  <a:pt x="3646790" y="3084523"/>
                  <a:pt x="3647039" y="3085023"/>
                </a:cubicBezTo>
                <a:lnTo>
                  <a:pt x="3657673" y="3103466"/>
                </a:lnTo>
                <a:cubicBezTo>
                  <a:pt x="3657922" y="3103881"/>
                  <a:pt x="3657922" y="3104462"/>
                  <a:pt x="3657673" y="3104961"/>
                </a:cubicBezTo>
                <a:lnTo>
                  <a:pt x="3647039" y="3123404"/>
                </a:lnTo>
                <a:cubicBezTo>
                  <a:pt x="3646706" y="3123903"/>
                  <a:pt x="3646208" y="3124153"/>
                  <a:pt x="3645710" y="3124152"/>
                </a:cubicBezTo>
                <a:close/>
                <a:moveTo>
                  <a:pt x="3684627" y="3140279"/>
                </a:moveTo>
                <a:cubicBezTo>
                  <a:pt x="3684046" y="3140279"/>
                  <a:pt x="3683547" y="3140030"/>
                  <a:pt x="3683298" y="3139531"/>
                </a:cubicBezTo>
                <a:lnTo>
                  <a:pt x="3672664" y="3121088"/>
                </a:lnTo>
                <a:cubicBezTo>
                  <a:pt x="3672415" y="3120672"/>
                  <a:pt x="3672415" y="3120091"/>
                  <a:pt x="3672664" y="3119592"/>
                </a:cubicBezTo>
                <a:lnTo>
                  <a:pt x="3683298" y="3101149"/>
                </a:lnTo>
                <a:cubicBezTo>
                  <a:pt x="3683630" y="3100650"/>
                  <a:pt x="3684129" y="3100401"/>
                  <a:pt x="3684627" y="3100401"/>
                </a:cubicBezTo>
                <a:lnTo>
                  <a:pt x="3705896" y="3100401"/>
                </a:lnTo>
                <a:cubicBezTo>
                  <a:pt x="3706477" y="3100401"/>
                  <a:pt x="3706976" y="3100650"/>
                  <a:pt x="3707225" y="3101149"/>
                </a:cubicBezTo>
                <a:lnTo>
                  <a:pt x="3717859" y="3119592"/>
                </a:lnTo>
                <a:cubicBezTo>
                  <a:pt x="3718108" y="3120008"/>
                  <a:pt x="3718108" y="3120589"/>
                  <a:pt x="3717859" y="3121088"/>
                </a:cubicBezTo>
                <a:lnTo>
                  <a:pt x="3707225" y="3139531"/>
                </a:lnTo>
                <a:cubicBezTo>
                  <a:pt x="3706892" y="3140030"/>
                  <a:pt x="3706394" y="3140279"/>
                  <a:pt x="3705896" y="3140279"/>
                </a:cubicBezTo>
                <a:close/>
                <a:moveTo>
                  <a:pt x="4467048" y="3349928"/>
                </a:moveTo>
                <a:cubicBezTo>
                  <a:pt x="4466467" y="3349928"/>
                  <a:pt x="4465968" y="3349679"/>
                  <a:pt x="4465719" y="3349180"/>
                </a:cubicBezTo>
                <a:lnTo>
                  <a:pt x="4455085" y="3330737"/>
                </a:lnTo>
                <a:cubicBezTo>
                  <a:pt x="4454836" y="3330321"/>
                  <a:pt x="4454836" y="3329740"/>
                  <a:pt x="4455085" y="3329241"/>
                </a:cubicBezTo>
                <a:lnTo>
                  <a:pt x="4465719" y="3310798"/>
                </a:lnTo>
                <a:cubicBezTo>
                  <a:pt x="4466051" y="3310299"/>
                  <a:pt x="4466550" y="3310050"/>
                  <a:pt x="4467048" y="3310050"/>
                </a:cubicBezTo>
                <a:lnTo>
                  <a:pt x="4488317" y="3310050"/>
                </a:lnTo>
                <a:cubicBezTo>
                  <a:pt x="4488898" y="3310050"/>
                  <a:pt x="4489397" y="3310299"/>
                  <a:pt x="4489646" y="3310798"/>
                </a:cubicBezTo>
                <a:lnTo>
                  <a:pt x="4500280" y="3329241"/>
                </a:lnTo>
                <a:cubicBezTo>
                  <a:pt x="4500529" y="3329657"/>
                  <a:pt x="4500529" y="3330238"/>
                  <a:pt x="4500280" y="3330737"/>
                </a:cubicBezTo>
                <a:lnTo>
                  <a:pt x="4489646" y="3349180"/>
                </a:lnTo>
                <a:cubicBezTo>
                  <a:pt x="4489313" y="3349679"/>
                  <a:pt x="4488815" y="3349928"/>
                  <a:pt x="4488317" y="3349928"/>
                </a:cubicBezTo>
                <a:close/>
                <a:moveTo>
                  <a:pt x="4527151" y="3366137"/>
                </a:moveTo>
                <a:cubicBezTo>
                  <a:pt x="4526570" y="3366137"/>
                  <a:pt x="4526071" y="3365888"/>
                  <a:pt x="4525822" y="3365390"/>
                </a:cubicBezTo>
                <a:lnTo>
                  <a:pt x="4515188" y="3346863"/>
                </a:lnTo>
                <a:cubicBezTo>
                  <a:pt x="4514939" y="3346447"/>
                  <a:pt x="4514939" y="3345866"/>
                  <a:pt x="4515188" y="3345367"/>
                </a:cubicBezTo>
                <a:lnTo>
                  <a:pt x="4525905" y="3326841"/>
                </a:lnTo>
                <a:cubicBezTo>
                  <a:pt x="4526237" y="3326425"/>
                  <a:pt x="4526736" y="3326093"/>
                  <a:pt x="4527234" y="3326093"/>
                </a:cubicBezTo>
                <a:lnTo>
                  <a:pt x="4548586" y="3326093"/>
                </a:lnTo>
                <a:cubicBezTo>
                  <a:pt x="4549167" y="3326093"/>
                  <a:pt x="4549666" y="3326342"/>
                  <a:pt x="4549915" y="3326841"/>
                </a:cubicBezTo>
                <a:lnTo>
                  <a:pt x="4560549" y="3345367"/>
                </a:lnTo>
                <a:cubicBezTo>
                  <a:pt x="4560798" y="3345783"/>
                  <a:pt x="4560798" y="3346364"/>
                  <a:pt x="4560549" y="3346863"/>
                </a:cubicBezTo>
                <a:lnTo>
                  <a:pt x="4549832" y="3365390"/>
                </a:lnTo>
                <a:cubicBezTo>
                  <a:pt x="4549500" y="3365805"/>
                  <a:pt x="4549001" y="3366137"/>
                  <a:pt x="4548503" y="3366137"/>
                </a:cubicBezTo>
                <a:close/>
                <a:moveTo>
                  <a:pt x="3443714" y="3076114"/>
                </a:moveTo>
                <a:cubicBezTo>
                  <a:pt x="3443133" y="3076115"/>
                  <a:pt x="3442634" y="3075865"/>
                  <a:pt x="3442385" y="3075367"/>
                </a:cubicBezTo>
                <a:lnTo>
                  <a:pt x="3431586" y="3056591"/>
                </a:lnTo>
                <a:cubicBezTo>
                  <a:pt x="3431336" y="3056176"/>
                  <a:pt x="3431337" y="3055594"/>
                  <a:pt x="3431585" y="3055096"/>
                </a:cubicBezTo>
                <a:lnTo>
                  <a:pt x="3442386" y="3036320"/>
                </a:lnTo>
                <a:cubicBezTo>
                  <a:pt x="3442634" y="3035903"/>
                  <a:pt x="3443216" y="3035572"/>
                  <a:pt x="3443714" y="3035571"/>
                </a:cubicBezTo>
                <a:lnTo>
                  <a:pt x="3465398" y="3035571"/>
                </a:lnTo>
                <a:cubicBezTo>
                  <a:pt x="3465980" y="3035572"/>
                  <a:pt x="3466478" y="3035820"/>
                  <a:pt x="3466727" y="3036320"/>
                </a:cubicBezTo>
                <a:lnTo>
                  <a:pt x="3477528" y="3055095"/>
                </a:lnTo>
                <a:cubicBezTo>
                  <a:pt x="3477777" y="3055511"/>
                  <a:pt x="3477777" y="3056093"/>
                  <a:pt x="3477528" y="3056591"/>
                </a:cubicBezTo>
                <a:lnTo>
                  <a:pt x="3466727" y="3075367"/>
                </a:lnTo>
                <a:cubicBezTo>
                  <a:pt x="3466478" y="3075782"/>
                  <a:pt x="3465896" y="3076115"/>
                  <a:pt x="3465398" y="3076115"/>
                </a:cubicBezTo>
                <a:close/>
                <a:moveTo>
                  <a:pt x="3744645" y="3156749"/>
                </a:moveTo>
                <a:cubicBezTo>
                  <a:pt x="3744065" y="3156749"/>
                  <a:pt x="3743566" y="3156499"/>
                  <a:pt x="3743317" y="3156001"/>
                </a:cubicBezTo>
                <a:lnTo>
                  <a:pt x="3732517" y="3137225"/>
                </a:lnTo>
                <a:cubicBezTo>
                  <a:pt x="3732268" y="3136810"/>
                  <a:pt x="3732268" y="3136228"/>
                  <a:pt x="3732517" y="3135730"/>
                </a:cubicBezTo>
                <a:lnTo>
                  <a:pt x="3743317" y="3116954"/>
                </a:lnTo>
                <a:cubicBezTo>
                  <a:pt x="3743565" y="3116538"/>
                  <a:pt x="3744148" y="3116206"/>
                  <a:pt x="3744646" y="3116206"/>
                </a:cubicBezTo>
                <a:lnTo>
                  <a:pt x="3766330" y="3116206"/>
                </a:lnTo>
                <a:cubicBezTo>
                  <a:pt x="3766911" y="3116206"/>
                  <a:pt x="3767409" y="3116455"/>
                  <a:pt x="3767659" y="3116954"/>
                </a:cubicBezTo>
                <a:lnTo>
                  <a:pt x="3778460" y="3135730"/>
                </a:lnTo>
                <a:cubicBezTo>
                  <a:pt x="3778709" y="3136145"/>
                  <a:pt x="3778709" y="3136727"/>
                  <a:pt x="3778460" y="3137225"/>
                </a:cubicBezTo>
                <a:lnTo>
                  <a:pt x="3767659" y="3156001"/>
                </a:lnTo>
                <a:cubicBezTo>
                  <a:pt x="3767410" y="3156416"/>
                  <a:pt x="3766828" y="3156749"/>
                  <a:pt x="3766330" y="3156749"/>
                </a:cubicBezTo>
                <a:close/>
                <a:moveTo>
                  <a:pt x="2119442" y="2721561"/>
                </a:moveTo>
                <a:cubicBezTo>
                  <a:pt x="2118943" y="2721560"/>
                  <a:pt x="2118361" y="2721312"/>
                  <a:pt x="2118112" y="2720813"/>
                </a:cubicBezTo>
                <a:lnTo>
                  <a:pt x="2107229" y="2701871"/>
                </a:lnTo>
                <a:cubicBezTo>
                  <a:pt x="2106980" y="2701373"/>
                  <a:pt x="2106980" y="2700791"/>
                  <a:pt x="2107229" y="2700292"/>
                </a:cubicBezTo>
                <a:lnTo>
                  <a:pt x="2118195" y="2681351"/>
                </a:lnTo>
                <a:cubicBezTo>
                  <a:pt x="2118445" y="2680935"/>
                  <a:pt x="2118943" y="2680603"/>
                  <a:pt x="2119525" y="2680603"/>
                </a:cubicBezTo>
                <a:lnTo>
                  <a:pt x="2141375" y="2680602"/>
                </a:lnTo>
                <a:cubicBezTo>
                  <a:pt x="2141873" y="2680603"/>
                  <a:pt x="2142455" y="2680851"/>
                  <a:pt x="2142704" y="2681350"/>
                </a:cubicBezTo>
                <a:lnTo>
                  <a:pt x="2153587" y="2700293"/>
                </a:lnTo>
                <a:cubicBezTo>
                  <a:pt x="2153836" y="2700791"/>
                  <a:pt x="2153836" y="2701373"/>
                  <a:pt x="2153587" y="2701871"/>
                </a:cubicBezTo>
                <a:lnTo>
                  <a:pt x="2142621" y="2720813"/>
                </a:lnTo>
                <a:cubicBezTo>
                  <a:pt x="2142372" y="2721229"/>
                  <a:pt x="2141873" y="2721561"/>
                  <a:pt x="2141291" y="2721561"/>
                </a:cubicBezTo>
                <a:close/>
                <a:moveTo>
                  <a:pt x="4948029" y="3479856"/>
                </a:moveTo>
                <a:cubicBezTo>
                  <a:pt x="4947530" y="3479856"/>
                  <a:pt x="4946949" y="3479607"/>
                  <a:pt x="4946699" y="3479108"/>
                </a:cubicBezTo>
                <a:lnTo>
                  <a:pt x="4935567" y="3459834"/>
                </a:lnTo>
                <a:cubicBezTo>
                  <a:pt x="4935318" y="3459335"/>
                  <a:pt x="4935318" y="3458754"/>
                  <a:pt x="4935567" y="3458255"/>
                </a:cubicBezTo>
                <a:lnTo>
                  <a:pt x="4946699" y="3438981"/>
                </a:lnTo>
                <a:cubicBezTo>
                  <a:pt x="4946949" y="3438565"/>
                  <a:pt x="4947447" y="3438233"/>
                  <a:pt x="4948029" y="3438233"/>
                </a:cubicBezTo>
                <a:lnTo>
                  <a:pt x="4970294" y="3438233"/>
                </a:lnTo>
                <a:cubicBezTo>
                  <a:pt x="4970792" y="3438233"/>
                  <a:pt x="4971374" y="3438482"/>
                  <a:pt x="4971623" y="3438981"/>
                </a:cubicBezTo>
                <a:lnTo>
                  <a:pt x="4982756" y="3458255"/>
                </a:lnTo>
                <a:cubicBezTo>
                  <a:pt x="4983005" y="3458754"/>
                  <a:pt x="4983005" y="3459335"/>
                  <a:pt x="4982756" y="3459834"/>
                </a:cubicBezTo>
                <a:lnTo>
                  <a:pt x="4971623" y="3479108"/>
                </a:lnTo>
                <a:cubicBezTo>
                  <a:pt x="4971374" y="3479523"/>
                  <a:pt x="4970876" y="3479856"/>
                  <a:pt x="4970294" y="3479856"/>
                </a:cubicBezTo>
                <a:close/>
                <a:moveTo>
                  <a:pt x="2179378" y="2738279"/>
                </a:moveTo>
                <a:cubicBezTo>
                  <a:pt x="2178796" y="2738279"/>
                  <a:pt x="2178214" y="2737947"/>
                  <a:pt x="2177966" y="2737448"/>
                </a:cubicBezTo>
                <a:lnTo>
                  <a:pt x="2166749" y="2718008"/>
                </a:lnTo>
                <a:cubicBezTo>
                  <a:pt x="2166500" y="2717509"/>
                  <a:pt x="2166500" y="2716928"/>
                  <a:pt x="2166750" y="2716429"/>
                </a:cubicBezTo>
                <a:lnTo>
                  <a:pt x="2177966" y="2696989"/>
                </a:lnTo>
                <a:cubicBezTo>
                  <a:pt x="2178298" y="2696490"/>
                  <a:pt x="2178797" y="2696158"/>
                  <a:pt x="2179377" y="2696158"/>
                </a:cubicBezTo>
                <a:lnTo>
                  <a:pt x="2201893" y="2696158"/>
                </a:lnTo>
                <a:cubicBezTo>
                  <a:pt x="2202473" y="2696158"/>
                  <a:pt x="2203055" y="2696490"/>
                  <a:pt x="2203305" y="2696989"/>
                </a:cubicBezTo>
                <a:lnTo>
                  <a:pt x="2214520" y="2716429"/>
                </a:lnTo>
                <a:cubicBezTo>
                  <a:pt x="2214770" y="2716928"/>
                  <a:pt x="2214770" y="2717509"/>
                  <a:pt x="2214520" y="2718008"/>
                </a:cubicBezTo>
                <a:lnTo>
                  <a:pt x="2203304" y="2737448"/>
                </a:lnTo>
                <a:cubicBezTo>
                  <a:pt x="2202972" y="2737947"/>
                  <a:pt x="2202474" y="2738279"/>
                  <a:pt x="2201893" y="2738279"/>
                </a:cubicBezTo>
                <a:close/>
                <a:moveTo>
                  <a:pt x="5008131" y="3496241"/>
                </a:moveTo>
                <a:cubicBezTo>
                  <a:pt x="5007550" y="3496241"/>
                  <a:pt x="5006968" y="3495909"/>
                  <a:pt x="5006719" y="3495410"/>
                </a:cubicBezTo>
                <a:lnTo>
                  <a:pt x="4995503" y="3475970"/>
                </a:lnTo>
                <a:cubicBezTo>
                  <a:pt x="4995254" y="3475471"/>
                  <a:pt x="4995254" y="3474890"/>
                  <a:pt x="4995503" y="3474391"/>
                </a:cubicBezTo>
                <a:lnTo>
                  <a:pt x="5006719" y="3454951"/>
                </a:lnTo>
                <a:cubicBezTo>
                  <a:pt x="5007051" y="3454452"/>
                  <a:pt x="5007550" y="3454120"/>
                  <a:pt x="5008131" y="3454120"/>
                </a:cubicBezTo>
                <a:lnTo>
                  <a:pt x="5030646" y="3454120"/>
                </a:lnTo>
                <a:cubicBezTo>
                  <a:pt x="5031227" y="3454120"/>
                  <a:pt x="5031809" y="3454452"/>
                  <a:pt x="5032058" y="3454951"/>
                </a:cubicBezTo>
                <a:lnTo>
                  <a:pt x="5043273" y="3474391"/>
                </a:lnTo>
                <a:cubicBezTo>
                  <a:pt x="5043523" y="3474890"/>
                  <a:pt x="5043523" y="3475471"/>
                  <a:pt x="5043273" y="3475970"/>
                </a:cubicBezTo>
                <a:lnTo>
                  <a:pt x="5032058" y="3495410"/>
                </a:lnTo>
                <a:cubicBezTo>
                  <a:pt x="5031725" y="3495909"/>
                  <a:pt x="5031227" y="3496241"/>
                  <a:pt x="5030646" y="3496241"/>
                </a:cubicBezTo>
                <a:close/>
                <a:moveTo>
                  <a:pt x="2239399" y="2754561"/>
                </a:moveTo>
                <a:cubicBezTo>
                  <a:pt x="2238818" y="2754561"/>
                  <a:pt x="2238319" y="2754229"/>
                  <a:pt x="2237987" y="2753731"/>
                </a:cubicBezTo>
                <a:lnTo>
                  <a:pt x="2226688" y="2734124"/>
                </a:lnTo>
                <a:cubicBezTo>
                  <a:pt x="2226356" y="2733625"/>
                  <a:pt x="2226356" y="2733044"/>
                  <a:pt x="2226688" y="2732545"/>
                </a:cubicBezTo>
                <a:lnTo>
                  <a:pt x="2238070" y="2712939"/>
                </a:lnTo>
                <a:cubicBezTo>
                  <a:pt x="2238402" y="2712440"/>
                  <a:pt x="2238901" y="2712108"/>
                  <a:pt x="2239483" y="2712108"/>
                </a:cubicBezTo>
                <a:lnTo>
                  <a:pt x="2262163" y="2712108"/>
                </a:lnTo>
                <a:cubicBezTo>
                  <a:pt x="2262745" y="2712108"/>
                  <a:pt x="2263243" y="2712440"/>
                  <a:pt x="2263575" y="2712940"/>
                </a:cubicBezTo>
                <a:lnTo>
                  <a:pt x="2274874" y="2732545"/>
                </a:lnTo>
                <a:cubicBezTo>
                  <a:pt x="2275206" y="2733044"/>
                  <a:pt x="2275206" y="2733625"/>
                  <a:pt x="2274874" y="2734124"/>
                </a:cubicBezTo>
                <a:lnTo>
                  <a:pt x="2263492" y="2753731"/>
                </a:lnTo>
                <a:cubicBezTo>
                  <a:pt x="2263160" y="2754229"/>
                  <a:pt x="2262661" y="2754561"/>
                  <a:pt x="2262080" y="2754561"/>
                </a:cubicBezTo>
                <a:close/>
                <a:moveTo>
                  <a:pt x="2299525" y="2770847"/>
                </a:moveTo>
                <a:cubicBezTo>
                  <a:pt x="2298943" y="2770847"/>
                  <a:pt x="2298445" y="2770514"/>
                  <a:pt x="2298113" y="2770016"/>
                </a:cubicBezTo>
                <a:lnTo>
                  <a:pt x="2286648" y="2750160"/>
                </a:lnTo>
                <a:cubicBezTo>
                  <a:pt x="2286316" y="2749745"/>
                  <a:pt x="2286315" y="2749080"/>
                  <a:pt x="2286648" y="2748582"/>
                </a:cubicBezTo>
                <a:lnTo>
                  <a:pt x="2298112" y="2728726"/>
                </a:lnTo>
                <a:cubicBezTo>
                  <a:pt x="2298444" y="2728227"/>
                  <a:pt x="2298944" y="2727895"/>
                  <a:pt x="2299526" y="2727895"/>
                </a:cubicBezTo>
                <a:lnTo>
                  <a:pt x="2322372" y="2727895"/>
                </a:lnTo>
                <a:cubicBezTo>
                  <a:pt x="2322953" y="2727895"/>
                  <a:pt x="2323451" y="2728227"/>
                  <a:pt x="2323785" y="2728726"/>
                </a:cubicBezTo>
                <a:lnTo>
                  <a:pt x="2335249" y="2748582"/>
                </a:lnTo>
                <a:cubicBezTo>
                  <a:pt x="2335582" y="2748997"/>
                  <a:pt x="2335581" y="2749662"/>
                  <a:pt x="2335249" y="2750160"/>
                </a:cubicBezTo>
                <a:lnTo>
                  <a:pt x="2323784" y="2770016"/>
                </a:lnTo>
                <a:cubicBezTo>
                  <a:pt x="2323452" y="2770514"/>
                  <a:pt x="2322954" y="2770847"/>
                  <a:pt x="2322372" y="2770847"/>
                </a:cubicBezTo>
                <a:close/>
                <a:moveTo>
                  <a:pt x="2359718" y="2787079"/>
                </a:moveTo>
                <a:cubicBezTo>
                  <a:pt x="2359137" y="2787079"/>
                  <a:pt x="2358639" y="2786747"/>
                  <a:pt x="2358306" y="2786248"/>
                </a:cubicBezTo>
                <a:lnTo>
                  <a:pt x="2346842" y="2766309"/>
                </a:lnTo>
                <a:cubicBezTo>
                  <a:pt x="2346509" y="2765811"/>
                  <a:pt x="2346509" y="2765146"/>
                  <a:pt x="2346842" y="2764648"/>
                </a:cubicBezTo>
                <a:lnTo>
                  <a:pt x="2358306" y="2744709"/>
                </a:lnTo>
                <a:cubicBezTo>
                  <a:pt x="2358639" y="2744210"/>
                  <a:pt x="2359138" y="2743878"/>
                  <a:pt x="2359718" y="2743878"/>
                </a:cubicBezTo>
                <a:lnTo>
                  <a:pt x="2382733" y="2743878"/>
                </a:lnTo>
                <a:cubicBezTo>
                  <a:pt x="2383313" y="2743878"/>
                  <a:pt x="2383813" y="2744210"/>
                  <a:pt x="2384145" y="2744709"/>
                </a:cubicBezTo>
                <a:lnTo>
                  <a:pt x="2395609" y="2764648"/>
                </a:lnTo>
                <a:cubicBezTo>
                  <a:pt x="2395942" y="2765146"/>
                  <a:pt x="2395942" y="2765811"/>
                  <a:pt x="2395609" y="2766309"/>
                </a:cubicBezTo>
                <a:lnTo>
                  <a:pt x="2384145" y="2786248"/>
                </a:lnTo>
                <a:cubicBezTo>
                  <a:pt x="2383813" y="2786747"/>
                  <a:pt x="2383313" y="2787079"/>
                  <a:pt x="2382732" y="2787079"/>
                </a:cubicBezTo>
                <a:close/>
                <a:moveTo>
                  <a:pt x="2419637" y="2803608"/>
                </a:moveTo>
                <a:cubicBezTo>
                  <a:pt x="2419055" y="2803608"/>
                  <a:pt x="2418557" y="2803276"/>
                  <a:pt x="2418224" y="2802777"/>
                </a:cubicBezTo>
                <a:lnTo>
                  <a:pt x="2406510" y="2782507"/>
                </a:lnTo>
                <a:cubicBezTo>
                  <a:pt x="2406178" y="2782007"/>
                  <a:pt x="2406178" y="2781344"/>
                  <a:pt x="2406510" y="2780844"/>
                </a:cubicBezTo>
                <a:lnTo>
                  <a:pt x="2418224" y="2760573"/>
                </a:lnTo>
                <a:cubicBezTo>
                  <a:pt x="2418474" y="2760074"/>
                  <a:pt x="2419055" y="2759743"/>
                  <a:pt x="2419637" y="2759742"/>
                </a:cubicBezTo>
                <a:lnTo>
                  <a:pt x="2443065" y="2759742"/>
                </a:lnTo>
                <a:cubicBezTo>
                  <a:pt x="2443647" y="2759742"/>
                  <a:pt x="2444145" y="2760074"/>
                  <a:pt x="2444477" y="2760573"/>
                </a:cubicBezTo>
                <a:lnTo>
                  <a:pt x="2456191" y="2780844"/>
                </a:lnTo>
                <a:cubicBezTo>
                  <a:pt x="2456524" y="2781344"/>
                  <a:pt x="2456524" y="2782007"/>
                  <a:pt x="2456191" y="2782506"/>
                </a:cubicBezTo>
                <a:lnTo>
                  <a:pt x="2444477" y="2802777"/>
                </a:lnTo>
                <a:cubicBezTo>
                  <a:pt x="2444228" y="2803276"/>
                  <a:pt x="2443647" y="2803608"/>
                  <a:pt x="2443065" y="2803608"/>
                </a:cubicBezTo>
                <a:close/>
                <a:moveTo>
                  <a:pt x="4280820" y="3338172"/>
                </a:moveTo>
                <a:cubicBezTo>
                  <a:pt x="4280737" y="3338172"/>
                  <a:pt x="4280571" y="3338006"/>
                  <a:pt x="4280571" y="3338006"/>
                </a:cubicBezTo>
                <a:lnTo>
                  <a:pt x="4278245" y="3333935"/>
                </a:lnTo>
                <a:cubicBezTo>
                  <a:pt x="4278245" y="3333852"/>
                  <a:pt x="4278245" y="3333603"/>
                  <a:pt x="4278245" y="3333603"/>
                </a:cubicBezTo>
                <a:lnTo>
                  <a:pt x="4280571" y="3329532"/>
                </a:lnTo>
                <a:cubicBezTo>
                  <a:pt x="4280571" y="3329365"/>
                  <a:pt x="4280820" y="3329366"/>
                  <a:pt x="4280820" y="3329366"/>
                </a:cubicBezTo>
                <a:lnTo>
                  <a:pt x="4285473" y="3329366"/>
                </a:lnTo>
                <a:cubicBezTo>
                  <a:pt x="4285556" y="3329366"/>
                  <a:pt x="4285722" y="3329532"/>
                  <a:pt x="4285722" y="3329532"/>
                </a:cubicBezTo>
                <a:lnTo>
                  <a:pt x="4288048" y="3333603"/>
                </a:lnTo>
                <a:cubicBezTo>
                  <a:pt x="4288048" y="3333686"/>
                  <a:pt x="4288048" y="3333935"/>
                  <a:pt x="4288048" y="3333935"/>
                </a:cubicBezTo>
                <a:lnTo>
                  <a:pt x="4285722" y="3338006"/>
                </a:lnTo>
                <a:cubicBezTo>
                  <a:pt x="4285722" y="3338172"/>
                  <a:pt x="4285473" y="3338172"/>
                  <a:pt x="4285473" y="3338172"/>
                </a:cubicBezTo>
                <a:close/>
                <a:moveTo>
                  <a:pt x="2654631" y="2904813"/>
                </a:moveTo>
                <a:cubicBezTo>
                  <a:pt x="2654466" y="2904813"/>
                  <a:pt x="2654216" y="2904564"/>
                  <a:pt x="2654216" y="2904564"/>
                </a:cubicBezTo>
                <a:lnTo>
                  <a:pt x="2650727" y="2898582"/>
                </a:lnTo>
                <a:cubicBezTo>
                  <a:pt x="2650644" y="2898416"/>
                  <a:pt x="2650726" y="2898084"/>
                  <a:pt x="2650726" y="2898084"/>
                </a:cubicBezTo>
                <a:lnTo>
                  <a:pt x="2654216" y="2892102"/>
                </a:lnTo>
                <a:cubicBezTo>
                  <a:pt x="2654298" y="2891936"/>
                  <a:pt x="2654632" y="2891853"/>
                  <a:pt x="2654632" y="2891853"/>
                </a:cubicBezTo>
                <a:lnTo>
                  <a:pt x="2661527" y="2891853"/>
                </a:lnTo>
                <a:cubicBezTo>
                  <a:pt x="2661692" y="2891853"/>
                  <a:pt x="2661942" y="2892102"/>
                  <a:pt x="2661942" y="2892102"/>
                </a:cubicBezTo>
                <a:lnTo>
                  <a:pt x="2665431" y="2898084"/>
                </a:lnTo>
                <a:cubicBezTo>
                  <a:pt x="2665514" y="2898250"/>
                  <a:pt x="2665432" y="2898582"/>
                  <a:pt x="2665432" y="2898582"/>
                </a:cubicBezTo>
                <a:lnTo>
                  <a:pt x="2661942" y="2904564"/>
                </a:lnTo>
                <a:cubicBezTo>
                  <a:pt x="2661860" y="2904730"/>
                  <a:pt x="2661526" y="2904813"/>
                  <a:pt x="2661526" y="2904813"/>
                </a:cubicBezTo>
                <a:close/>
                <a:moveTo>
                  <a:pt x="1931740" y="2712633"/>
                </a:moveTo>
                <a:cubicBezTo>
                  <a:pt x="1931574" y="2712633"/>
                  <a:pt x="1931242" y="2712301"/>
                  <a:pt x="1931242" y="2712301"/>
                </a:cubicBezTo>
                <a:lnTo>
                  <a:pt x="1927088" y="2705073"/>
                </a:lnTo>
                <a:cubicBezTo>
                  <a:pt x="1927005" y="2704907"/>
                  <a:pt x="1927088" y="2704491"/>
                  <a:pt x="1927088" y="2704491"/>
                </a:cubicBezTo>
                <a:lnTo>
                  <a:pt x="1931242" y="2697263"/>
                </a:lnTo>
                <a:cubicBezTo>
                  <a:pt x="1931325" y="2697014"/>
                  <a:pt x="1931740" y="2696931"/>
                  <a:pt x="1931740" y="2696931"/>
                </a:cubicBezTo>
                <a:lnTo>
                  <a:pt x="1940048" y="2696931"/>
                </a:lnTo>
                <a:cubicBezTo>
                  <a:pt x="1940216" y="2696931"/>
                  <a:pt x="1940547" y="2697263"/>
                  <a:pt x="1940547" y="2697263"/>
                </a:cubicBezTo>
                <a:lnTo>
                  <a:pt x="1944701" y="2704491"/>
                </a:lnTo>
                <a:cubicBezTo>
                  <a:pt x="1944784" y="2704657"/>
                  <a:pt x="1944701" y="2705073"/>
                  <a:pt x="1944701" y="2705073"/>
                </a:cubicBezTo>
                <a:lnTo>
                  <a:pt x="1940547" y="2712301"/>
                </a:lnTo>
                <a:cubicBezTo>
                  <a:pt x="1940465" y="2712550"/>
                  <a:pt x="1940048" y="2712633"/>
                  <a:pt x="1940048" y="2712633"/>
                </a:cubicBezTo>
                <a:close/>
                <a:moveTo>
                  <a:pt x="2593303" y="2890851"/>
                </a:moveTo>
                <a:cubicBezTo>
                  <a:pt x="2593054" y="2890851"/>
                  <a:pt x="2592721" y="2890518"/>
                  <a:pt x="2592721" y="2890518"/>
                </a:cubicBezTo>
                <a:lnTo>
                  <a:pt x="2588069" y="2882460"/>
                </a:lnTo>
                <a:cubicBezTo>
                  <a:pt x="2587986" y="2882210"/>
                  <a:pt x="2588069" y="2881795"/>
                  <a:pt x="2588069" y="2881795"/>
                </a:cubicBezTo>
                <a:lnTo>
                  <a:pt x="2592721" y="2873736"/>
                </a:lnTo>
                <a:cubicBezTo>
                  <a:pt x="2592887" y="2873570"/>
                  <a:pt x="2593303" y="2873404"/>
                  <a:pt x="2593303" y="2873404"/>
                </a:cubicBezTo>
                <a:lnTo>
                  <a:pt x="2602525" y="2873404"/>
                </a:lnTo>
                <a:cubicBezTo>
                  <a:pt x="2602774" y="2873404"/>
                  <a:pt x="2603106" y="2873736"/>
                  <a:pt x="2603106" y="2873736"/>
                </a:cubicBezTo>
                <a:lnTo>
                  <a:pt x="2607759" y="2881795"/>
                </a:lnTo>
                <a:cubicBezTo>
                  <a:pt x="2607842" y="2882044"/>
                  <a:pt x="2607759" y="2882460"/>
                  <a:pt x="2607759" y="2882460"/>
                </a:cubicBezTo>
                <a:lnTo>
                  <a:pt x="2603106" y="2890518"/>
                </a:lnTo>
                <a:cubicBezTo>
                  <a:pt x="2602940" y="2890685"/>
                  <a:pt x="2602525" y="2890851"/>
                  <a:pt x="2602525" y="2890851"/>
                </a:cubicBezTo>
                <a:close/>
                <a:moveTo>
                  <a:pt x="5270" y="2197581"/>
                </a:moveTo>
                <a:cubicBezTo>
                  <a:pt x="5022" y="2197581"/>
                  <a:pt x="4689" y="2197248"/>
                  <a:pt x="4689" y="2197248"/>
                </a:cubicBezTo>
                <a:lnTo>
                  <a:pt x="36" y="2189107"/>
                </a:lnTo>
                <a:cubicBezTo>
                  <a:pt x="-46" y="2188940"/>
                  <a:pt x="36" y="2188442"/>
                  <a:pt x="36" y="2188442"/>
                </a:cubicBezTo>
                <a:lnTo>
                  <a:pt x="4689" y="2180300"/>
                </a:lnTo>
                <a:cubicBezTo>
                  <a:pt x="4856" y="2180134"/>
                  <a:pt x="5271" y="2179968"/>
                  <a:pt x="5271" y="2179968"/>
                </a:cubicBezTo>
                <a:lnTo>
                  <a:pt x="14659" y="2179968"/>
                </a:lnTo>
                <a:cubicBezTo>
                  <a:pt x="14907" y="2179968"/>
                  <a:pt x="15241" y="2180300"/>
                  <a:pt x="15241" y="2180300"/>
                </a:cubicBezTo>
                <a:lnTo>
                  <a:pt x="19893" y="2188442"/>
                </a:lnTo>
                <a:cubicBezTo>
                  <a:pt x="19976" y="2188608"/>
                  <a:pt x="19893" y="2189107"/>
                  <a:pt x="19893" y="2189107"/>
                </a:cubicBezTo>
                <a:lnTo>
                  <a:pt x="15240" y="2197248"/>
                </a:lnTo>
                <a:cubicBezTo>
                  <a:pt x="15073" y="2197415"/>
                  <a:pt x="14658" y="2197581"/>
                  <a:pt x="14658" y="2197581"/>
                </a:cubicBezTo>
                <a:close/>
                <a:moveTo>
                  <a:pt x="1988167" y="2735735"/>
                </a:moveTo>
                <a:cubicBezTo>
                  <a:pt x="1987752" y="2735735"/>
                  <a:pt x="1987170" y="2735154"/>
                  <a:pt x="1987170" y="2735154"/>
                </a:cubicBezTo>
                <a:lnTo>
                  <a:pt x="1979278" y="2721529"/>
                </a:lnTo>
                <a:cubicBezTo>
                  <a:pt x="1979112" y="2721196"/>
                  <a:pt x="1979278" y="2720448"/>
                  <a:pt x="1979278" y="2720448"/>
                </a:cubicBezTo>
                <a:lnTo>
                  <a:pt x="1987170" y="2706824"/>
                </a:lnTo>
                <a:cubicBezTo>
                  <a:pt x="1987420" y="2706491"/>
                  <a:pt x="1988167" y="2706242"/>
                  <a:pt x="1988167" y="2706242"/>
                </a:cubicBezTo>
                <a:lnTo>
                  <a:pt x="2003952" y="2706242"/>
                </a:lnTo>
                <a:cubicBezTo>
                  <a:pt x="2004368" y="2706242"/>
                  <a:pt x="2004949" y="2706824"/>
                  <a:pt x="2004949" y="2706824"/>
                </a:cubicBezTo>
                <a:lnTo>
                  <a:pt x="2012842" y="2720448"/>
                </a:lnTo>
                <a:cubicBezTo>
                  <a:pt x="2013008" y="2720781"/>
                  <a:pt x="2012842" y="2721529"/>
                  <a:pt x="2012842" y="2721529"/>
                </a:cubicBezTo>
                <a:lnTo>
                  <a:pt x="2004949" y="2735154"/>
                </a:lnTo>
                <a:cubicBezTo>
                  <a:pt x="2004700" y="2735486"/>
                  <a:pt x="2003952" y="2735735"/>
                  <a:pt x="2003952" y="2735735"/>
                </a:cubicBezTo>
                <a:close/>
                <a:moveTo>
                  <a:pt x="2770267" y="2945967"/>
                </a:moveTo>
                <a:cubicBezTo>
                  <a:pt x="2769851" y="2945967"/>
                  <a:pt x="2769269" y="2945386"/>
                  <a:pt x="2769269" y="2945386"/>
                </a:cubicBezTo>
                <a:lnTo>
                  <a:pt x="2761128" y="2931179"/>
                </a:lnTo>
                <a:cubicBezTo>
                  <a:pt x="2760878" y="2930847"/>
                  <a:pt x="2761128" y="2930016"/>
                  <a:pt x="2761128" y="2930016"/>
                </a:cubicBezTo>
                <a:lnTo>
                  <a:pt x="2769353" y="2915810"/>
                </a:lnTo>
                <a:cubicBezTo>
                  <a:pt x="2769602" y="2915477"/>
                  <a:pt x="2770349" y="2915228"/>
                  <a:pt x="2770349" y="2915228"/>
                </a:cubicBezTo>
                <a:lnTo>
                  <a:pt x="2786716" y="2915228"/>
                </a:lnTo>
                <a:cubicBezTo>
                  <a:pt x="2787132" y="2915228"/>
                  <a:pt x="2787713" y="2915810"/>
                  <a:pt x="2787713" y="2915810"/>
                </a:cubicBezTo>
                <a:lnTo>
                  <a:pt x="2795855" y="2930016"/>
                </a:lnTo>
                <a:cubicBezTo>
                  <a:pt x="2796104" y="2930348"/>
                  <a:pt x="2795855" y="2931179"/>
                  <a:pt x="2795855" y="2931179"/>
                </a:cubicBezTo>
                <a:lnTo>
                  <a:pt x="2787630" y="2945386"/>
                </a:lnTo>
                <a:cubicBezTo>
                  <a:pt x="2787381" y="2945718"/>
                  <a:pt x="2786633" y="2945967"/>
                  <a:pt x="2786633" y="2945967"/>
                </a:cubicBezTo>
                <a:close/>
                <a:moveTo>
                  <a:pt x="61293" y="2221338"/>
                </a:moveTo>
                <a:cubicBezTo>
                  <a:pt x="60878" y="2221337"/>
                  <a:pt x="60213" y="2220757"/>
                  <a:pt x="60213" y="2220757"/>
                </a:cubicBezTo>
                <a:lnTo>
                  <a:pt x="51407" y="2205553"/>
                </a:lnTo>
                <a:cubicBezTo>
                  <a:pt x="51157" y="2205137"/>
                  <a:pt x="51408" y="2204307"/>
                  <a:pt x="51408" y="2204307"/>
                </a:cubicBezTo>
                <a:lnTo>
                  <a:pt x="60213" y="2189104"/>
                </a:lnTo>
                <a:cubicBezTo>
                  <a:pt x="60463" y="2188771"/>
                  <a:pt x="60879" y="2188522"/>
                  <a:pt x="61293" y="2188522"/>
                </a:cubicBezTo>
                <a:lnTo>
                  <a:pt x="78906" y="2188521"/>
                </a:lnTo>
                <a:cubicBezTo>
                  <a:pt x="79321" y="2188522"/>
                  <a:pt x="79986" y="2189104"/>
                  <a:pt x="79986" y="2189104"/>
                </a:cubicBezTo>
                <a:lnTo>
                  <a:pt x="88793" y="2204307"/>
                </a:lnTo>
                <a:cubicBezTo>
                  <a:pt x="89042" y="2204722"/>
                  <a:pt x="88793" y="2205552"/>
                  <a:pt x="88793" y="2205552"/>
                </a:cubicBezTo>
                <a:lnTo>
                  <a:pt x="79986" y="2220757"/>
                </a:lnTo>
                <a:cubicBezTo>
                  <a:pt x="79737" y="2221089"/>
                  <a:pt x="79321" y="2221337"/>
                  <a:pt x="78907" y="2221338"/>
                </a:cubicBezTo>
                <a:close/>
                <a:moveTo>
                  <a:pt x="121479" y="2237464"/>
                </a:moveTo>
                <a:cubicBezTo>
                  <a:pt x="121064" y="2237464"/>
                  <a:pt x="120399" y="2236883"/>
                  <a:pt x="120399" y="2236883"/>
                </a:cubicBezTo>
                <a:lnTo>
                  <a:pt x="111593" y="2221679"/>
                </a:lnTo>
                <a:cubicBezTo>
                  <a:pt x="111343" y="2221264"/>
                  <a:pt x="111593" y="2220433"/>
                  <a:pt x="111593" y="2220433"/>
                </a:cubicBezTo>
                <a:lnTo>
                  <a:pt x="120399" y="2205230"/>
                </a:lnTo>
                <a:cubicBezTo>
                  <a:pt x="120649" y="2204897"/>
                  <a:pt x="121065" y="2204648"/>
                  <a:pt x="121479" y="2204648"/>
                </a:cubicBezTo>
                <a:lnTo>
                  <a:pt x="139092" y="2204648"/>
                </a:lnTo>
                <a:cubicBezTo>
                  <a:pt x="139507" y="2204648"/>
                  <a:pt x="140172" y="2205230"/>
                  <a:pt x="140172" y="2205230"/>
                </a:cubicBezTo>
                <a:lnTo>
                  <a:pt x="148979" y="2220433"/>
                </a:lnTo>
                <a:cubicBezTo>
                  <a:pt x="149228" y="2220849"/>
                  <a:pt x="148979" y="2221679"/>
                  <a:pt x="148979" y="2221679"/>
                </a:cubicBezTo>
                <a:lnTo>
                  <a:pt x="140172" y="2236883"/>
                </a:lnTo>
                <a:cubicBezTo>
                  <a:pt x="139923" y="2237215"/>
                  <a:pt x="139507" y="2237464"/>
                  <a:pt x="139092" y="2237464"/>
                </a:cubicBezTo>
                <a:close/>
                <a:moveTo>
                  <a:pt x="2528701" y="2883040"/>
                </a:moveTo>
                <a:cubicBezTo>
                  <a:pt x="2528286" y="2883039"/>
                  <a:pt x="2527621" y="2882375"/>
                  <a:pt x="2527621" y="2882375"/>
                </a:cubicBezTo>
                <a:lnTo>
                  <a:pt x="2518566" y="2866673"/>
                </a:lnTo>
                <a:cubicBezTo>
                  <a:pt x="2518317" y="2866341"/>
                  <a:pt x="2518566" y="2865428"/>
                  <a:pt x="2518566" y="2865428"/>
                </a:cubicBezTo>
                <a:lnTo>
                  <a:pt x="2527621" y="2849726"/>
                </a:lnTo>
                <a:cubicBezTo>
                  <a:pt x="2527787" y="2849309"/>
                  <a:pt x="2528286" y="2849060"/>
                  <a:pt x="2528701" y="2849060"/>
                </a:cubicBezTo>
                <a:lnTo>
                  <a:pt x="2546813" y="2849060"/>
                </a:lnTo>
                <a:cubicBezTo>
                  <a:pt x="2547228" y="2849061"/>
                  <a:pt x="2547893" y="2849725"/>
                  <a:pt x="2547893" y="2849725"/>
                </a:cubicBezTo>
                <a:lnTo>
                  <a:pt x="2556948" y="2865427"/>
                </a:lnTo>
                <a:cubicBezTo>
                  <a:pt x="2557198" y="2865760"/>
                  <a:pt x="2556948" y="2866673"/>
                  <a:pt x="2556948" y="2866673"/>
                </a:cubicBezTo>
                <a:lnTo>
                  <a:pt x="2547893" y="2882375"/>
                </a:lnTo>
                <a:cubicBezTo>
                  <a:pt x="2547727" y="2882791"/>
                  <a:pt x="2547228" y="2883039"/>
                  <a:pt x="2546813" y="2883039"/>
                </a:cubicBezTo>
                <a:close/>
                <a:moveTo>
                  <a:pt x="181356" y="2254175"/>
                </a:moveTo>
                <a:cubicBezTo>
                  <a:pt x="180939" y="2254175"/>
                  <a:pt x="180276" y="2253511"/>
                  <a:pt x="180276" y="2253511"/>
                </a:cubicBezTo>
                <a:lnTo>
                  <a:pt x="171219" y="2237726"/>
                </a:lnTo>
                <a:cubicBezTo>
                  <a:pt x="170971" y="2237394"/>
                  <a:pt x="171220" y="2236480"/>
                  <a:pt x="171220" y="2236480"/>
                </a:cubicBezTo>
                <a:lnTo>
                  <a:pt x="180359" y="2220695"/>
                </a:lnTo>
                <a:cubicBezTo>
                  <a:pt x="180523" y="2220279"/>
                  <a:pt x="181023" y="2220030"/>
                  <a:pt x="181438" y="2220030"/>
                </a:cubicBezTo>
                <a:lnTo>
                  <a:pt x="199633" y="2220030"/>
                </a:lnTo>
                <a:cubicBezTo>
                  <a:pt x="200048" y="2220030"/>
                  <a:pt x="200712" y="2220695"/>
                  <a:pt x="200712" y="2220695"/>
                </a:cubicBezTo>
                <a:lnTo>
                  <a:pt x="209768" y="2236480"/>
                </a:lnTo>
                <a:cubicBezTo>
                  <a:pt x="210017" y="2236812"/>
                  <a:pt x="209769" y="2237726"/>
                  <a:pt x="209769" y="2237726"/>
                </a:cubicBezTo>
                <a:lnTo>
                  <a:pt x="200628" y="2253511"/>
                </a:lnTo>
                <a:cubicBezTo>
                  <a:pt x="200464" y="2253926"/>
                  <a:pt x="199965" y="2254175"/>
                  <a:pt x="199549" y="2254175"/>
                </a:cubicBezTo>
                <a:close/>
                <a:moveTo>
                  <a:pt x="241554" y="2270388"/>
                </a:moveTo>
                <a:cubicBezTo>
                  <a:pt x="241137" y="2270388"/>
                  <a:pt x="240473" y="2269722"/>
                  <a:pt x="240473" y="2269722"/>
                </a:cubicBezTo>
                <a:lnTo>
                  <a:pt x="231334" y="2253855"/>
                </a:lnTo>
                <a:cubicBezTo>
                  <a:pt x="231085" y="2253440"/>
                  <a:pt x="231334" y="2252525"/>
                  <a:pt x="231334" y="2252525"/>
                </a:cubicBezTo>
                <a:lnTo>
                  <a:pt x="240473" y="2236657"/>
                </a:lnTo>
                <a:cubicBezTo>
                  <a:pt x="240638" y="2236242"/>
                  <a:pt x="241137" y="2235993"/>
                  <a:pt x="241553" y="2235992"/>
                </a:cubicBezTo>
                <a:lnTo>
                  <a:pt x="259830" y="2235993"/>
                </a:lnTo>
                <a:cubicBezTo>
                  <a:pt x="260247" y="2235993"/>
                  <a:pt x="260910" y="2236658"/>
                  <a:pt x="260910" y="2236658"/>
                </a:cubicBezTo>
                <a:lnTo>
                  <a:pt x="270050" y="2252526"/>
                </a:lnTo>
                <a:cubicBezTo>
                  <a:pt x="270298" y="2252940"/>
                  <a:pt x="270050" y="2253855"/>
                  <a:pt x="270050" y="2253855"/>
                </a:cubicBezTo>
                <a:lnTo>
                  <a:pt x="260910" y="2269723"/>
                </a:lnTo>
                <a:cubicBezTo>
                  <a:pt x="260744" y="2270137"/>
                  <a:pt x="260247" y="2270388"/>
                  <a:pt x="259830" y="2270388"/>
                </a:cubicBezTo>
                <a:close/>
                <a:moveTo>
                  <a:pt x="1084056" y="2496328"/>
                </a:moveTo>
                <a:cubicBezTo>
                  <a:pt x="1083557" y="2496328"/>
                  <a:pt x="1082893" y="2495663"/>
                  <a:pt x="1082893" y="2495663"/>
                </a:cubicBezTo>
                <a:lnTo>
                  <a:pt x="1073670" y="2479711"/>
                </a:lnTo>
                <a:cubicBezTo>
                  <a:pt x="1073421" y="2479296"/>
                  <a:pt x="1073670" y="2478382"/>
                  <a:pt x="1073670" y="2478382"/>
                </a:cubicBezTo>
                <a:lnTo>
                  <a:pt x="1082892" y="2462432"/>
                </a:lnTo>
                <a:cubicBezTo>
                  <a:pt x="1083142" y="2462016"/>
                  <a:pt x="1083557" y="2461767"/>
                  <a:pt x="1084056" y="2461766"/>
                </a:cubicBezTo>
                <a:lnTo>
                  <a:pt x="1102499" y="2461767"/>
                </a:lnTo>
                <a:cubicBezTo>
                  <a:pt x="1102998" y="2461766"/>
                  <a:pt x="1103662" y="2462431"/>
                  <a:pt x="1103662" y="2462431"/>
                </a:cubicBezTo>
                <a:lnTo>
                  <a:pt x="1112883" y="2478383"/>
                </a:lnTo>
                <a:cubicBezTo>
                  <a:pt x="1113132" y="2478797"/>
                  <a:pt x="1112883" y="2479712"/>
                  <a:pt x="1112883" y="2479712"/>
                </a:cubicBezTo>
                <a:lnTo>
                  <a:pt x="1103661" y="2495662"/>
                </a:lnTo>
                <a:cubicBezTo>
                  <a:pt x="1103412" y="2496077"/>
                  <a:pt x="1102998" y="2496328"/>
                  <a:pt x="1102499" y="2496327"/>
                </a:cubicBezTo>
                <a:close/>
                <a:moveTo>
                  <a:pt x="4334110" y="3367270"/>
                </a:moveTo>
                <a:cubicBezTo>
                  <a:pt x="4333611" y="3367270"/>
                  <a:pt x="4332948" y="3366606"/>
                  <a:pt x="4332948" y="3366606"/>
                </a:cubicBezTo>
                <a:lnTo>
                  <a:pt x="4323726" y="3350571"/>
                </a:lnTo>
                <a:cubicBezTo>
                  <a:pt x="4323477" y="3350156"/>
                  <a:pt x="4323726" y="3349242"/>
                  <a:pt x="4323726" y="3349242"/>
                </a:cubicBezTo>
                <a:lnTo>
                  <a:pt x="4332948" y="3333208"/>
                </a:lnTo>
                <a:cubicBezTo>
                  <a:pt x="4333196" y="3332792"/>
                  <a:pt x="4333612" y="3332543"/>
                  <a:pt x="4334110" y="3332543"/>
                </a:cubicBezTo>
                <a:lnTo>
                  <a:pt x="4352637" y="3332543"/>
                </a:lnTo>
                <a:cubicBezTo>
                  <a:pt x="4353136" y="3332543"/>
                  <a:pt x="4353800" y="3333208"/>
                  <a:pt x="4353800" y="3333208"/>
                </a:cubicBezTo>
                <a:lnTo>
                  <a:pt x="4363022" y="3349242"/>
                </a:lnTo>
                <a:cubicBezTo>
                  <a:pt x="4363271" y="3349657"/>
                  <a:pt x="4363022" y="3350571"/>
                  <a:pt x="4363022" y="3350571"/>
                </a:cubicBezTo>
                <a:lnTo>
                  <a:pt x="4353800" y="3366606"/>
                </a:lnTo>
                <a:cubicBezTo>
                  <a:pt x="4353551" y="3367021"/>
                  <a:pt x="4353136" y="3367270"/>
                  <a:pt x="4352637" y="3367270"/>
                </a:cubicBezTo>
                <a:close/>
                <a:moveTo>
                  <a:pt x="301385" y="2287094"/>
                </a:moveTo>
                <a:cubicBezTo>
                  <a:pt x="300887" y="2287094"/>
                  <a:pt x="300222" y="2286428"/>
                  <a:pt x="300222" y="2286428"/>
                </a:cubicBezTo>
                <a:lnTo>
                  <a:pt x="290751" y="2270061"/>
                </a:lnTo>
                <a:cubicBezTo>
                  <a:pt x="290501" y="2269647"/>
                  <a:pt x="290751" y="2268732"/>
                  <a:pt x="290751" y="2268732"/>
                </a:cubicBezTo>
                <a:lnTo>
                  <a:pt x="300223" y="2252367"/>
                </a:lnTo>
                <a:cubicBezTo>
                  <a:pt x="300471" y="2251951"/>
                  <a:pt x="300887" y="2251702"/>
                  <a:pt x="301386" y="2251701"/>
                </a:cubicBezTo>
                <a:lnTo>
                  <a:pt x="320327" y="2251701"/>
                </a:lnTo>
                <a:cubicBezTo>
                  <a:pt x="320825" y="2251702"/>
                  <a:pt x="321491" y="2252367"/>
                  <a:pt x="321491" y="2252367"/>
                </a:cubicBezTo>
                <a:lnTo>
                  <a:pt x="330961" y="2268733"/>
                </a:lnTo>
                <a:cubicBezTo>
                  <a:pt x="331210" y="2269148"/>
                  <a:pt x="330961" y="2270062"/>
                  <a:pt x="330961" y="2270062"/>
                </a:cubicBezTo>
                <a:lnTo>
                  <a:pt x="321491" y="2286429"/>
                </a:lnTo>
                <a:cubicBezTo>
                  <a:pt x="321242" y="2286845"/>
                  <a:pt x="320825" y="2287093"/>
                  <a:pt x="320327" y="2287093"/>
                </a:cubicBezTo>
                <a:close/>
                <a:moveTo>
                  <a:pt x="361487" y="2303302"/>
                </a:moveTo>
                <a:cubicBezTo>
                  <a:pt x="360988" y="2303302"/>
                  <a:pt x="360325" y="2302637"/>
                  <a:pt x="360325" y="2302637"/>
                </a:cubicBezTo>
                <a:lnTo>
                  <a:pt x="350853" y="2286188"/>
                </a:lnTo>
                <a:cubicBezTo>
                  <a:pt x="350604" y="2285772"/>
                  <a:pt x="350853" y="2284859"/>
                  <a:pt x="350853" y="2284859"/>
                </a:cubicBezTo>
                <a:lnTo>
                  <a:pt x="360407" y="2268409"/>
                </a:lnTo>
                <a:cubicBezTo>
                  <a:pt x="360657" y="2267993"/>
                  <a:pt x="361071" y="2267744"/>
                  <a:pt x="361570" y="2267744"/>
                </a:cubicBezTo>
                <a:lnTo>
                  <a:pt x="380596" y="2267744"/>
                </a:lnTo>
                <a:cubicBezTo>
                  <a:pt x="381094" y="2267744"/>
                  <a:pt x="381758" y="2268409"/>
                  <a:pt x="381758" y="2268409"/>
                </a:cubicBezTo>
                <a:lnTo>
                  <a:pt x="391229" y="2284859"/>
                </a:lnTo>
                <a:cubicBezTo>
                  <a:pt x="391479" y="2285274"/>
                  <a:pt x="391229" y="2286188"/>
                  <a:pt x="391229" y="2286188"/>
                </a:cubicBezTo>
                <a:lnTo>
                  <a:pt x="381675" y="2302637"/>
                </a:lnTo>
                <a:cubicBezTo>
                  <a:pt x="381426" y="2303053"/>
                  <a:pt x="381012" y="2303302"/>
                  <a:pt x="380513" y="2303302"/>
                </a:cubicBezTo>
                <a:close/>
                <a:moveTo>
                  <a:pt x="481840" y="2335719"/>
                </a:moveTo>
                <a:cubicBezTo>
                  <a:pt x="481341" y="2335719"/>
                  <a:pt x="480677" y="2335054"/>
                  <a:pt x="480677" y="2335054"/>
                </a:cubicBezTo>
                <a:lnTo>
                  <a:pt x="471123" y="2318522"/>
                </a:lnTo>
                <a:cubicBezTo>
                  <a:pt x="470874" y="2318106"/>
                  <a:pt x="471123" y="2317192"/>
                  <a:pt x="471123" y="2317192"/>
                </a:cubicBezTo>
                <a:lnTo>
                  <a:pt x="480676" y="2300660"/>
                </a:lnTo>
                <a:cubicBezTo>
                  <a:pt x="480926" y="2300244"/>
                  <a:pt x="481341" y="2299995"/>
                  <a:pt x="481840" y="2299995"/>
                </a:cubicBezTo>
                <a:lnTo>
                  <a:pt x="500947" y="2299995"/>
                </a:lnTo>
                <a:cubicBezTo>
                  <a:pt x="501446" y="2299995"/>
                  <a:pt x="502111" y="2300660"/>
                  <a:pt x="502111" y="2300660"/>
                </a:cubicBezTo>
                <a:lnTo>
                  <a:pt x="511664" y="2317192"/>
                </a:lnTo>
                <a:cubicBezTo>
                  <a:pt x="511913" y="2317608"/>
                  <a:pt x="511664" y="2318522"/>
                  <a:pt x="511664" y="2318522"/>
                </a:cubicBezTo>
                <a:lnTo>
                  <a:pt x="502111" y="2335054"/>
                </a:lnTo>
                <a:cubicBezTo>
                  <a:pt x="501862" y="2335470"/>
                  <a:pt x="501446" y="2335719"/>
                  <a:pt x="500947" y="2335719"/>
                </a:cubicBezTo>
                <a:close/>
                <a:moveTo>
                  <a:pt x="963247" y="2464806"/>
                </a:moveTo>
                <a:cubicBezTo>
                  <a:pt x="962748" y="2464806"/>
                  <a:pt x="962333" y="2464557"/>
                  <a:pt x="962084" y="2464142"/>
                </a:cubicBezTo>
                <a:lnTo>
                  <a:pt x="952447" y="2447526"/>
                </a:lnTo>
                <a:cubicBezTo>
                  <a:pt x="952198" y="2447110"/>
                  <a:pt x="952198" y="2446612"/>
                  <a:pt x="952447" y="2446197"/>
                </a:cubicBezTo>
                <a:lnTo>
                  <a:pt x="962084" y="2429581"/>
                </a:lnTo>
                <a:cubicBezTo>
                  <a:pt x="962333" y="2429165"/>
                  <a:pt x="962748" y="2428916"/>
                  <a:pt x="963247" y="2428916"/>
                </a:cubicBezTo>
                <a:lnTo>
                  <a:pt x="982438" y="2428916"/>
                </a:lnTo>
                <a:cubicBezTo>
                  <a:pt x="982937" y="2428916"/>
                  <a:pt x="983352" y="2429165"/>
                  <a:pt x="983601" y="2429581"/>
                </a:cubicBezTo>
                <a:lnTo>
                  <a:pt x="993239" y="2446197"/>
                </a:lnTo>
                <a:cubicBezTo>
                  <a:pt x="993488" y="2446612"/>
                  <a:pt x="993488" y="2447110"/>
                  <a:pt x="993239" y="2447526"/>
                </a:cubicBezTo>
                <a:lnTo>
                  <a:pt x="983601" y="2464142"/>
                </a:lnTo>
                <a:cubicBezTo>
                  <a:pt x="983352" y="2464557"/>
                  <a:pt x="982937" y="2464806"/>
                  <a:pt x="982438" y="2464806"/>
                </a:cubicBezTo>
                <a:close/>
                <a:moveTo>
                  <a:pt x="541890" y="2352101"/>
                </a:moveTo>
                <a:cubicBezTo>
                  <a:pt x="541392" y="2352101"/>
                  <a:pt x="540977" y="2351852"/>
                  <a:pt x="540728" y="2351436"/>
                </a:cubicBezTo>
                <a:lnTo>
                  <a:pt x="531008" y="2334571"/>
                </a:lnTo>
                <a:cubicBezTo>
                  <a:pt x="530758" y="2334073"/>
                  <a:pt x="530758" y="2333574"/>
                  <a:pt x="531007" y="2333159"/>
                </a:cubicBezTo>
                <a:lnTo>
                  <a:pt x="540727" y="2316294"/>
                </a:lnTo>
                <a:cubicBezTo>
                  <a:pt x="540976" y="2315878"/>
                  <a:pt x="541392" y="2315629"/>
                  <a:pt x="541891" y="2315629"/>
                </a:cubicBezTo>
                <a:lnTo>
                  <a:pt x="561331" y="2315629"/>
                </a:lnTo>
                <a:cubicBezTo>
                  <a:pt x="561829" y="2315629"/>
                  <a:pt x="562245" y="2315878"/>
                  <a:pt x="562495" y="2316294"/>
                </a:cubicBezTo>
                <a:lnTo>
                  <a:pt x="572214" y="2333159"/>
                </a:lnTo>
                <a:cubicBezTo>
                  <a:pt x="572465" y="2333657"/>
                  <a:pt x="572465" y="2334156"/>
                  <a:pt x="572215" y="2334571"/>
                </a:cubicBezTo>
                <a:lnTo>
                  <a:pt x="562494" y="2351436"/>
                </a:lnTo>
                <a:cubicBezTo>
                  <a:pt x="562245" y="2351852"/>
                  <a:pt x="561830" y="2352101"/>
                  <a:pt x="561332" y="2352101"/>
                </a:cubicBezTo>
                <a:close/>
                <a:moveTo>
                  <a:pt x="782635" y="2416608"/>
                </a:moveTo>
                <a:cubicBezTo>
                  <a:pt x="782137" y="2416608"/>
                  <a:pt x="781721" y="2416360"/>
                  <a:pt x="781472" y="2415943"/>
                </a:cubicBezTo>
                <a:lnTo>
                  <a:pt x="771752" y="2399079"/>
                </a:lnTo>
                <a:cubicBezTo>
                  <a:pt x="771502" y="2398580"/>
                  <a:pt x="771503" y="2398081"/>
                  <a:pt x="771752" y="2397666"/>
                </a:cubicBezTo>
                <a:lnTo>
                  <a:pt x="781472" y="2380801"/>
                </a:lnTo>
                <a:cubicBezTo>
                  <a:pt x="781721" y="2380385"/>
                  <a:pt x="782136" y="2380136"/>
                  <a:pt x="782635" y="2380137"/>
                </a:cubicBezTo>
                <a:lnTo>
                  <a:pt x="802076" y="2380136"/>
                </a:lnTo>
                <a:cubicBezTo>
                  <a:pt x="802574" y="2380136"/>
                  <a:pt x="802990" y="2380385"/>
                  <a:pt x="803239" y="2380802"/>
                </a:cubicBezTo>
                <a:lnTo>
                  <a:pt x="812959" y="2397667"/>
                </a:lnTo>
                <a:cubicBezTo>
                  <a:pt x="813209" y="2398164"/>
                  <a:pt x="813209" y="2398663"/>
                  <a:pt x="812959" y="2399078"/>
                </a:cubicBezTo>
                <a:lnTo>
                  <a:pt x="803239" y="2415944"/>
                </a:lnTo>
                <a:cubicBezTo>
                  <a:pt x="802990" y="2416360"/>
                  <a:pt x="802574" y="2416608"/>
                  <a:pt x="802076" y="2416609"/>
                </a:cubicBezTo>
                <a:close/>
                <a:moveTo>
                  <a:pt x="3250271" y="3077810"/>
                </a:moveTo>
                <a:cubicBezTo>
                  <a:pt x="3249773" y="3077809"/>
                  <a:pt x="3249358" y="3077561"/>
                  <a:pt x="3249108" y="3077144"/>
                </a:cubicBezTo>
                <a:lnTo>
                  <a:pt x="3239388" y="3060280"/>
                </a:lnTo>
                <a:cubicBezTo>
                  <a:pt x="3239139" y="3059782"/>
                  <a:pt x="3239139" y="3059283"/>
                  <a:pt x="3239388" y="3058868"/>
                </a:cubicBezTo>
                <a:lnTo>
                  <a:pt x="3249108" y="3042003"/>
                </a:lnTo>
                <a:cubicBezTo>
                  <a:pt x="3249358" y="3041587"/>
                  <a:pt x="3249773" y="3041338"/>
                  <a:pt x="3250271" y="3041338"/>
                </a:cubicBezTo>
                <a:lnTo>
                  <a:pt x="3269712" y="3041338"/>
                </a:lnTo>
                <a:cubicBezTo>
                  <a:pt x="3270210" y="3041337"/>
                  <a:pt x="3270626" y="3041587"/>
                  <a:pt x="3270875" y="3042003"/>
                </a:cubicBezTo>
                <a:lnTo>
                  <a:pt x="3280595" y="3058868"/>
                </a:lnTo>
                <a:cubicBezTo>
                  <a:pt x="3280845" y="3059366"/>
                  <a:pt x="3280845" y="3059865"/>
                  <a:pt x="3280595" y="3060280"/>
                </a:cubicBezTo>
                <a:lnTo>
                  <a:pt x="3270875" y="3077145"/>
                </a:lnTo>
                <a:cubicBezTo>
                  <a:pt x="3270626" y="3077561"/>
                  <a:pt x="3270210" y="3077810"/>
                  <a:pt x="3269712" y="3077810"/>
                </a:cubicBezTo>
                <a:close/>
                <a:moveTo>
                  <a:pt x="421434" y="2319930"/>
                </a:moveTo>
                <a:cubicBezTo>
                  <a:pt x="420936" y="2319930"/>
                  <a:pt x="420522" y="2319682"/>
                  <a:pt x="420272" y="2319265"/>
                </a:cubicBezTo>
                <a:lnTo>
                  <a:pt x="410552" y="2302318"/>
                </a:lnTo>
                <a:cubicBezTo>
                  <a:pt x="410303" y="2301902"/>
                  <a:pt x="410303" y="2301320"/>
                  <a:pt x="410552" y="2300905"/>
                </a:cubicBezTo>
                <a:lnTo>
                  <a:pt x="420355" y="2283958"/>
                </a:lnTo>
                <a:cubicBezTo>
                  <a:pt x="420604" y="2283541"/>
                  <a:pt x="421020" y="2283293"/>
                  <a:pt x="421519" y="2283292"/>
                </a:cubicBezTo>
                <a:lnTo>
                  <a:pt x="441042" y="2283292"/>
                </a:lnTo>
                <a:cubicBezTo>
                  <a:pt x="441540" y="2283293"/>
                  <a:pt x="441956" y="2283541"/>
                  <a:pt x="442204" y="2283957"/>
                </a:cubicBezTo>
                <a:lnTo>
                  <a:pt x="451925" y="2300906"/>
                </a:lnTo>
                <a:cubicBezTo>
                  <a:pt x="452174" y="2301320"/>
                  <a:pt x="452175" y="2301902"/>
                  <a:pt x="451925" y="2302317"/>
                </a:cubicBezTo>
                <a:lnTo>
                  <a:pt x="442121" y="2319265"/>
                </a:lnTo>
                <a:cubicBezTo>
                  <a:pt x="441873" y="2319681"/>
                  <a:pt x="441457" y="2319930"/>
                  <a:pt x="440959" y="2319930"/>
                </a:cubicBezTo>
                <a:close/>
                <a:moveTo>
                  <a:pt x="601993" y="2368311"/>
                </a:moveTo>
                <a:cubicBezTo>
                  <a:pt x="601495" y="2368311"/>
                  <a:pt x="601080" y="2368062"/>
                  <a:pt x="600830" y="2367646"/>
                </a:cubicBezTo>
                <a:lnTo>
                  <a:pt x="591111" y="2350698"/>
                </a:lnTo>
                <a:cubicBezTo>
                  <a:pt x="590862" y="2350283"/>
                  <a:pt x="590861" y="2349701"/>
                  <a:pt x="591110" y="2349286"/>
                </a:cubicBezTo>
                <a:lnTo>
                  <a:pt x="600914" y="2332338"/>
                </a:lnTo>
                <a:cubicBezTo>
                  <a:pt x="601163" y="2331922"/>
                  <a:pt x="601578" y="2331673"/>
                  <a:pt x="602077" y="2331673"/>
                </a:cubicBezTo>
                <a:lnTo>
                  <a:pt x="621601" y="2331673"/>
                </a:lnTo>
                <a:cubicBezTo>
                  <a:pt x="622099" y="2331673"/>
                  <a:pt x="622514" y="2331922"/>
                  <a:pt x="622763" y="2332338"/>
                </a:cubicBezTo>
                <a:lnTo>
                  <a:pt x="632484" y="2349286"/>
                </a:lnTo>
                <a:cubicBezTo>
                  <a:pt x="632733" y="2349701"/>
                  <a:pt x="632733" y="2350283"/>
                  <a:pt x="632483" y="2350698"/>
                </a:cubicBezTo>
                <a:lnTo>
                  <a:pt x="622680" y="2367646"/>
                </a:lnTo>
                <a:cubicBezTo>
                  <a:pt x="622432" y="2368062"/>
                  <a:pt x="622015" y="2368311"/>
                  <a:pt x="621517" y="2368311"/>
                </a:cubicBezTo>
                <a:close/>
                <a:moveTo>
                  <a:pt x="662181" y="2384520"/>
                </a:moveTo>
                <a:cubicBezTo>
                  <a:pt x="661765" y="2384520"/>
                  <a:pt x="661267" y="2384271"/>
                  <a:pt x="661017" y="2383855"/>
                </a:cubicBezTo>
                <a:lnTo>
                  <a:pt x="651214" y="2366824"/>
                </a:lnTo>
                <a:cubicBezTo>
                  <a:pt x="650966" y="2366409"/>
                  <a:pt x="650965" y="2365827"/>
                  <a:pt x="651214" y="2365412"/>
                </a:cubicBezTo>
                <a:lnTo>
                  <a:pt x="661017" y="2348381"/>
                </a:lnTo>
                <a:cubicBezTo>
                  <a:pt x="661267" y="2347965"/>
                  <a:pt x="661682" y="2347716"/>
                  <a:pt x="662181" y="2347716"/>
                </a:cubicBezTo>
                <a:lnTo>
                  <a:pt x="681787" y="2347716"/>
                </a:lnTo>
                <a:cubicBezTo>
                  <a:pt x="682202" y="2347716"/>
                  <a:pt x="682701" y="2347965"/>
                  <a:pt x="682951" y="2348381"/>
                </a:cubicBezTo>
                <a:lnTo>
                  <a:pt x="692755" y="2365412"/>
                </a:lnTo>
                <a:cubicBezTo>
                  <a:pt x="693003" y="2365827"/>
                  <a:pt x="693003" y="2366409"/>
                  <a:pt x="692754" y="2366824"/>
                </a:cubicBezTo>
                <a:lnTo>
                  <a:pt x="682950" y="2383855"/>
                </a:lnTo>
                <a:cubicBezTo>
                  <a:pt x="682701" y="2384271"/>
                  <a:pt x="682287" y="2384520"/>
                  <a:pt x="681788" y="2384520"/>
                </a:cubicBezTo>
                <a:close/>
                <a:moveTo>
                  <a:pt x="722367" y="2400647"/>
                </a:moveTo>
                <a:cubicBezTo>
                  <a:pt x="721951" y="2400647"/>
                  <a:pt x="721453" y="2400398"/>
                  <a:pt x="721203" y="2399982"/>
                </a:cubicBezTo>
                <a:lnTo>
                  <a:pt x="711400" y="2382951"/>
                </a:lnTo>
                <a:cubicBezTo>
                  <a:pt x="711152" y="2382536"/>
                  <a:pt x="711151" y="2381954"/>
                  <a:pt x="711400" y="2381539"/>
                </a:cubicBezTo>
                <a:lnTo>
                  <a:pt x="721203" y="2364508"/>
                </a:lnTo>
                <a:cubicBezTo>
                  <a:pt x="721453" y="2364092"/>
                  <a:pt x="721868" y="2363843"/>
                  <a:pt x="722367" y="2363843"/>
                </a:cubicBezTo>
                <a:lnTo>
                  <a:pt x="741973" y="2363843"/>
                </a:lnTo>
                <a:cubicBezTo>
                  <a:pt x="742388" y="2363843"/>
                  <a:pt x="742887" y="2364092"/>
                  <a:pt x="743137" y="2364508"/>
                </a:cubicBezTo>
                <a:lnTo>
                  <a:pt x="752941" y="2381539"/>
                </a:lnTo>
                <a:cubicBezTo>
                  <a:pt x="753189" y="2381954"/>
                  <a:pt x="753189" y="2382536"/>
                  <a:pt x="752940" y="2382951"/>
                </a:cubicBezTo>
                <a:lnTo>
                  <a:pt x="743136" y="2399982"/>
                </a:lnTo>
                <a:cubicBezTo>
                  <a:pt x="742887" y="2400398"/>
                  <a:pt x="742472" y="2400647"/>
                  <a:pt x="741973" y="2400647"/>
                </a:cubicBezTo>
                <a:close/>
                <a:moveTo>
                  <a:pt x="842740" y="2432901"/>
                </a:moveTo>
                <a:cubicBezTo>
                  <a:pt x="842324" y="2432901"/>
                  <a:pt x="841826" y="2432651"/>
                  <a:pt x="841576" y="2432236"/>
                </a:cubicBezTo>
                <a:lnTo>
                  <a:pt x="831773" y="2415205"/>
                </a:lnTo>
                <a:cubicBezTo>
                  <a:pt x="831524" y="2414789"/>
                  <a:pt x="831524" y="2414208"/>
                  <a:pt x="831773" y="2413792"/>
                </a:cubicBezTo>
                <a:lnTo>
                  <a:pt x="841576" y="2396762"/>
                </a:lnTo>
                <a:cubicBezTo>
                  <a:pt x="841826" y="2396346"/>
                  <a:pt x="842241" y="2396096"/>
                  <a:pt x="842740" y="2396096"/>
                </a:cubicBezTo>
                <a:lnTo>
                  <a:pt x="862346" y="2396097"/>
                </a:lnTo>
                <a:cubicBezTo>
                  <a:pt x="862761" y="2396096"/>
                  <a:pt x="863260" y="2396346"/>
                  <a:pt x="863509" y="2396761"/>
                </a:cubicBezTo>
                <a:lnTo>
                  <a:pt x="873313" y="2413793"/>
                </a:lnTo>
                <a:cubicBezTo>
                  <a:pt x="873562" y="2414208"/>
                  <a:pt x="873562" y="2414789"/>
                  <a:pt x="873313" y="2415205"/>
                </a:cubicBezTo>
                <a:lnTo>
                  <a:pt x="863509" y="2432235"/>
                </a:lnTo>
                <a:cubicBezTo>
                  <a:pt x="863260" y="2432651"/>
                  <a:pt x="862845" y="2432900"/>
                  <a:pt x="862346" y="2432901"/>
                </a:cubicBezTo>
                <a:close/>
                <a:moveTo>
                  <a:pt x="902926" y="2449027"/>
                </a:moveTo>
                <a:cubicBezTo>
                  <a:pt x="902510" y="2449027"/>
                  <a:pt x="902012" y="2448778"/>
                  <a:pt x="901762" y="2448362"/>
                </a:cubicBezTo>
                <a:lnTo>
                  <a:pt x="891959" y="2431331"/>
                </a:lnTo>
                <a:cubicBezTo>
                  <a:pt x="891710" y="2430916"/>
                  <a:pt x="891710" y="2430334"/>
                  <a:pt x="891959" y="2429919"/>
                </a:cubicBezTo>
                <a:lnTo>
                  <a:pt x="901762" y="2412888"/>
                </a:lnTo>
                <a:cubicBezTo>
                  <a:pt x="902012" y="2412472"/>
                  <a:pt x="902427" y="2412223"/>
                  <a:pt x="902926" y="2412223"/>
                </a:cubicBezTo>
                <a:lnTo>
                  <a:pt x="922532" y="2412223"/>
                </a:lnTo>
                <a:cubicBezTo>
                  <a:pt x="922947" y="2412223"/>
                  <a:pt x="923446" y="2412472"/>
                  <a:pt x="923695" y="2412888"/>
                </a:cubicBezTo>
                <a:lnTo>
                  <a:pt x="933499" y="2429919"/>
                </a:lnTo>
                <a:cubicBezTo>
                  <a:pt x="933748" y="2430334"/>
                  <a:pt x="933748" y="2430916"/>
                  <a:pt x="933499" y="2431331"/>
                </a:cubicBezTo>
                <a:lnTo>
                  <a:pt x="923695" y="2448362"/>
                </a:lnTo>
                <a:cubicBezTo>
                  <a:pt x="923446" y="2448778"/>
                  <a:pt x="923031" y="2449027"/>
                  <a:pt x="922531" y="2449027"/>
                </a:cubicBezTo>
                <a:close/>
                <a:moveTo>
                  <a:pt x="1143671" y="2513535"/>
                </a:moveTo>
                <a:cubicBezTo>
                  <a:pt x="1143255" y="2513535"/>
                  <a:pt x="1142757" y="2513286"/>
                  <a:pt x="1142507" y="2512870"/>
                </a:cubicBezTo>
                <a:lnTo>
                  <a:pt x="1132704" y="2495839"/>
                </a:lnTo>
                <a:cubicBezTo>
                  <a:pt x="1132455" y="2495424"/>
                  <a:pt x="1132455" y="2494842"/>
                  <a:pt x="1132704" y="2494427"/>
                </a:cubicBezTo>
                <a:lnTo>
                  <a:pt x="1142507" y="2477396"/>
                </a:lnTo>
                <a:cubicBezTo>
                  <a:pt x="1142757" y="2476980"/>
                  <a:pt x="1143172" y="2476731"/>
                  <a:pt x="1143671" y="2476731"/>
                </a:cubicBezTo>
                <a:lnTo>
                  <a:pt x="1163277" y="2476731"/>
                </a:lnTo>
                <a:cubicBezTo>
                  <a:pt x="1163692" y="2476731"/>
                  <a:pt x="1164191" y="2476980"/>
                  <a:pt x="1164440" y="2477396"/>
                </a:cubicBezTo>
                <a:lnTo>
                  <a:pt x="1174244" y="2494427"/>
                </a:lnTo>
                <a:cubicBezTo>
                  <a:pt x="1174493" y="2494842"/>
                  <a:pt x="1174493" y="2495424"/>
                  <a:pt x="1174244" y="2495839"/>
                </a:cubicBezTo>
                <a:lnTo>
                  <a:pt x="1164440" y="2512870"/>
                </a:lnTo>
                <a:cubicBezTo>
                  <a:pt x="1164191" y="2513286"/>
                  <a:pt x="1163776" y="2513535"/>
                  <a:pt x="1163277" y="2513535"/>
                </a:cubicBezTo>
                <a:close/>
                <a:moveTo>
                  <a:pt x="1023195" y="2481433"/>
                </a:moveTo>
                <a:cubicBezTo>
                  <a:pt x="1022696" y="2481433"/>
                  <a:pt x="1022198" y="2481184"/>
                  <a:pt x="1021949" y="2480769"/>
                </a:cubicBezTo>
                <a:lnTo>
                  <a:pt x="1012062" y="2463655"/>
                </a:lnTo>
                <a:cubicBezTo>
                  <a:pt x="1011813" y="2463239"/>
                  <a:pt x="1011813" y="2462657"/>
                  <a:pt x="1012062" y="2462242"/>
                </a:cubicBezTo>
                <a:lnTo>
                  <a:pt x="1021949" y="2445129"/>
                </a:lnTo>
                <a:cubicBezTo>
                  <a:pt x="1022281" y="2444712"/>
                  <a:pt x="1022696" y="2444463"/>
                  <a:pt x="1023195" y="2444464"/>
                </a:cubicBezTo>
                <a:lnTo>
                  <a:pt x="1042885" y="2444464"/>
                </a:lnTo>
                <a:cubicBezTo>
                  <a:pt x="1043384" y="2444464"/>
                  <a:pt x="1043881" y="2444712"/>
                  <a:pt x="1044131" y="2445129"/>
                </a:cubicBezTo>
                <a:lnTo>
                  <a:pt x="1054017" y="2462242"/>
                </a:lnTo>
                <a:cubicBezTo>
                  <a:pt x="1054266" y="2462658"/>
                  <a:pt x="1054266" y="2463240"/>
                  <a:pt x="1054017" y="2463655"/>
                </a:cubicBezTo>
                <a:lnTo>
                  <a:pt x="1044131" y="2480770"/>
                </a:lnTo>
                <a:cubicBezTo>
                  <a:pt x="1043798" y="2481184"/>
                  <a:pt x="1043384" y="2481434"/>
                  <a:pt x="1042885" y="2481433"/>
                </a:cubicBezTo>
                <a:close/>
                <a:moveTo>
                  <a:pt x="1203754" y="2529814"/>
                </a:moveTo>
                <a:cubicBezTo>
                  <a:pt x="1203255" y="2529814"/>
                  <a:pt x="1202757" y="2529565"/>
                  <a:pt x="1202507" y="2529150"/>
                </a:cubicBezTo>
                <a:lnTo>
                  <a:pt x="1192621" y="2512035"/>
                </a:lnTo>
                <a:cubicBezTo>
                  <a:pt x="1192372" y="2511620"/>
                  <a:pt x="1192372" y="2511038"/>
                  <a:pt x="1192621" y="2510623"/>
                </a:cubicBezTo>
                <a:lnTo>
                  <a:pt x="1202507" y="2493509"/>
                </a:lnTo>
                <a:cubicBezTo>
                  <a:pt x="1202840" y="2493093"/>
                  <a:pt x="1203255" y="2492844"/>
                  <a:pt x="1203754" y="2492844"/>
                </a:cubicBezTo>
                <a:lnTo>
                  <a:pt x="1223443" y="2492844"/>
                </a:lnTo>
                <a:cubicBezTo>
                  <a:pt x="1223942" y="2492844"/>
                  <a:pt x="1224440" y="2493093"/>
                  <a:pt x="1224690" y="2493509"/>
                </a:cubicBezTo>
                <a:lnTo>
                  <a:pt x="1234576" y="2510623"/>
                </a:lnTo>
                <a:cubicBezTo>
                  <a:pt x="1234825" y="2511038"/>
                  <a:pt x="1234825" y="2511620"/>
                  <a:pt x="1234576" y="2512035"/>
                </a:cubicBezTo>
                <a:lnTo>
                  <a:pt x="1224690" y="2529150"/>
                </a:lnTo>
                <a:cubicBezTo>
                  <a:pt x="1224357" y="2529565"/>
                  <a:pt x="1223942" y="2529814"/>
                  <a:pt x="1223443" y="2529814"/>
                </a:cubicBezTo>
                <a:close/>
                <a:moveTo>
                  <a:pt x="1263941" y="2545941"/>
                </a:moveTo>
                <a:cubicBezTo>
                  <a:pt x="1263442" y="2545941"/>
                  <a:pt x="1262944" y="2545692"/>
                  <a:pt x="1262694" y="2545277"/>
                </a:cubicBezTo>
                <a:lnTo>
                  <a:pt x="1252808" y="2528162"/>
                </a:lnTo>
                <a:cubicBezTo>
                  <a:pt x="1252559" y="2527747"/>
                  <a:pt x="1252559" y="2527165"/>
                  <a:pt x="1252808" y="2526750"/>
                </a:cubicBezTo>
                <a:lnTo>
                  <a:pt x="1262694" y="2509636"/>
                </a:lnTo>
                <a:cubicBezTo>
                  <a:pt x="1263027" y="2509220"/>
                  <a:pt x="1263442" y="2508971"/>
                  <a:pt x="1263941" y="2508971"/>
                </a:cubicBezTo>
                <a:lnTo>
                  <a:pt x="1283630" y="2508971"/>
                </a:lnTo>
                <a:cubicBezTo>
                  <a:pt x="1284129" y="2508971"/>
                  <a:pt x="1284627" y="2509220"/>
                  <a:pt x="1284877" y="2509636"/>
                </a:cubicBezTo>
                <a:lnTo>
                  <a:pt x="1294763" y="2526750"/>
                </a:lnTo>
                <a:cubicBezTo>
                  <a:pt x="1295012" y="2527165"/>
                  <a:pt x="1295012" y="2527747"/>
                  <a:pt x="1294763" y="2528162"/>
                </a:cubicBezTo>
                <a:lnTo>
                  <a:pt x="1284877" y="2545277"/>
                </a:lnTo>
                <a:cubicBezTo>
                  <a:pt x="1284544" y="2545692"/>
                  <a:pt x="1284129" y="2545941"/>
                  <a:pt x="1283630" y="2545941"/>
                </a:cubicBezTo>
                <a:close/>
                <a:moveTo>
                  <a:pt x="1805470" y="2691346"/>
                </a:moveTo>
                <a:cubicBezTo>
                  <a:pt x="1804971" y="2691346"/>
                  <a:pt x="1804473" y="2691014"/>
                  <a:pt x="1804224" y="2690598"/>
                </a:cubicBezTo>
                <a:lnTo>
                  <a:pt x="1794253" y="2673235"/>
                </a:lnTo>
                <a:cubicBezTo>
                  <a:pt x="1794005" y="2672819"/>
                  <a:pt x="1794005" y="2672238"/>
                  <a:pt x="1794254" y="2671822"/>
                </a:cubicBezTo>
                <a:lnTo>
                  <a:pt x="1804307" y="2654459"/>
                </a:lnTo>
                <a:cubicBezTo>
                  <a:pt x="1804556" y="2653960"/>
                  <a:pt x="1805054" y="2653711"/>
                  <a:pt x="1805553" y="2653711"/>
                </a:cubicBezTo>
                <a:lnTo>
                  <a:pt x="1825575" y="2653711"/>
                </a:lnTo>
                <a:cubicBezTo>
                  <a:pt x="1826074" y="2653711"/>
                  <a:pt x="1826571" y="2654043"/>
                  <a:pt x="1826821" y="2654459"/>
                </a:cubicBezTo>
                <a:lnTo>
                  <a:pt x="1836791" y="2671822"/>
                </a:lnTo>
                <a:cubicBezTo>
                  <a:pt x="1837039" y="2672238"/>
                  <a:pt x="1837040" y="2672819"/>
                  <a:pt x="1836791" y="2673235"/>
                </a:cubicBezTo>
                <a:lnTo>
                  <a:pt x="1826737" y="2690598"/>
                </a:lnTo>
                <a:cubicBezTo>
                  <a:pt x="1826489" y="2691097"/>
                  <a:pt x="1825990" y="2691346"/>
                  <a:pt x="1825491" y="2691346"/>
                </a:cubicBezTo>
                <a:close/>
                <a:moveTo>
                  <a:pt x="3310126" y="3094518"/>
                </a:moveTo>
                <a:cubicBezTo>
                  <a:pt x="3309627" y="3094517"/>
                  <a:pt x="3309129" y="3094185"/>
                  <a:pt x="3308880" y="3093770"/>
                </a:cubicBezTo>
                <a:lnTo>
                  <a:pt x="3298910" y="3076407"/>
                </a:lnTo>
                <a:cubicBezTo>
                  <a:pt x="3298661" y="3075990"/>
                  <a:pt x="3298661" y="3075410"/>
                  <a:pt x="3298910" y="3074993"/>
                </a:cubicBezTo>
                <a:lnTo>
                  <a:pt x="3308962" y="3057630"/>
                </a:lnTo>
                <a:cubicBezTo>
                  <a:pt x="3309212" y="3057132"/>
                  <a:pt x="3309710" y="3056883"/>
                  <a:pt x="3310209" y="3056882"/>
                </a:cubicBezTo>
                <a:lnTo>
                  <a:pt x="3330231" y="3056883"/>
                </a:lnTo>
                <a:cubicBezTo>
                  <a:pt x="3330729" y="3056882"/>
                  <a:pt x="3331228" y="3057215"/>
                  <a:pt x="3331477" y="3057631"/>
                </a:cubicBezTo>
                <a:lnTo>
                  <a:pt x="3341446" y="3074994"/>
                </a:lnTo>
                <a:cubicBezTo>
                  <a:pt x="3341696" y="3075409"/>
                  <a:pt x="3341696" y="3075990"/>
                  <a:pt x="3341446" y="3076406"/>
                </a:cubicBezTo>
                <a:lnTo>
                  <a:pt x="3331394" y="3093769"/>
                </a:lnTo>
                <a:cubicBezTo>
                  <a:pt x="3331145" y="3094269"/>
                  <a:pt x="3330646" y="3094518"/>
                  <a:pt x="3330148" y="3094517"/>
                </a:cubicBezTo>
                <a:close/>
                <a:moveTo>
                  <a:pt x="2708264" y="2933332"/>
                </a:moveTo>
                <a:cubicBezTo>
                  <a:pt x="2707765" y="2933332"/>
                  <a:pt x="2707267" y="2933000"/>
                  <a:pt x="2707018" y="2932584"/>
                </a:cubicBezTo>
                <a:lnTo>
                  <a:pt x="2696965" y="2915138"/>
                </a:lnTo>
                <a:cubicBezTo>
                  <a:pt x="2696716" y="2914722"/>
                  <a:pt x="2696716" y="2914141"/>
                  <a:pt x="2696965" y="2913725"/>
                </a:cubicBezTo>
                <a:lnTo>
                  <a:pt x="2707018" y="2896279"/>
                </a:lnTo>
                <a:cubicBezTo>
                  <a:pt x="2707267" y="2895780"/>
                  <a:pt x="2707765" y="2895531"/>
                  <a:pt x="2708264" y="2895531"/>
                </a:cubicBezTo>
                <a:lnTo>
                  <a:pt x="2728369" y="2895531"/>
                </a:lnTo>
                <a:cubicBezTo>
                  <a:pt x="2728867" y="2895531"/>
                  <a:pt x="2729365" y="2895863"/>
                  <a:pt x="2729615" y="2896279"/>
                </a:cubicBezTo>
                <a:lnTo>
                  <a:pt x="2739667" y="2913725"/>
                </a:lnTo>
                <a:cubicBezTo>
                  <a:pt x="2739917" y="2914141"/>
                  <a:pt x="2739917" y="2914722"/>
                  <a:pt x="2739668" y="2915138"/>
                </a:cubicBezTo>
                <a:lnTo>
                  <a:pt x="2729615" y="2932584"/>
                </a:lnTo>
                <a:cubicBezTo>
                  <a:pt x="2729366" y="2933083"/>
                  <a:pt x="2728867" y="2933332"/>
                  <a:pt x="2728369" y="2933332"/>
                </a:cubicBezTo>
                <a:close/>
                <a:moveTo>
                  <a:pt x="1323979" y="2562414"/>
                </a:moveTo>
                <a:cubicBezTo>
                  <a:pt x="1323481" y="2562414"/>
                  <a:pt x="1322982" y="2562082"/>
                  <a:pt x="1322733" y="2561666"/>
                </a:cubicBezTo>
                <a:lnTo>
                  <a:pt x="1312681" y="2544220"/>
                </a:lnTo>
                <a:cubicBezTo>
                  <a:pt x="1312432" y="2543804"/>
                  <a:pt x="1312432" y="2543223"/>
                  <a:pt x="1312681" y="2542807"/>
                </a:cubicBezTo>
                <a:lnTo>
                  <a:pt x="1322733" y="2525361"/>
                </a:lnTo>
                <a:cubicBezTo>
                  <a:pt x="1322982" y="2524862"/>
                  <a:pt x="1323481" y="2524613"/>
                  <a:pt x="1323979" y="2524613"/>
                </a:cubicBezTo>
                <a:lnTo>
                  <a:pt x="1344085" y="2524613"/>
                </a:lnTo>
                <a:cubicBezTo>
                  <a:pt x="1344583" y="2524613"/>
                  <a:pt x="1345082" y="2524945"/>
                  <a:pt x="1345331" y="2525361"/>
                </a:cubicBezTo>
                <a:lnTo>
                  <a:pt x="1355384" y="2542807"/>
                </a:lnTo>
                <a:cubicBezTo>
                  <a:pt x="1355633" y="2543223"/>
                  <a:pt x="1355633" y="2543804"/>
                  <a:pt x="1355384" y="2544220"/>
                </a:cubicBezTo>
                <a:lnTo>
                  <a:pt x="1345331" y="2561666"/>
                </a:lnTo>
                <a:cubicBezTo>
                  <a:pt x="1345082" y="2562165"/>
                  <a:pt x="1344583" y="2562414"/>
                  <a:pt x="1344085" y="2562414"/>
                </a:cubicBezTo>
                <a:close/>
                <a:moveTo>
                  <a:pt x="1684910" y="2659504"/>
                </a:moveTo>
                <a:cubicBezTo>
                  <a:pt x="1684412" y="2659504"/>
                  <a:pt x="1683913" y="2659172"/>
                  <a:pt x="1683663" y="2658757"/>
                </a:cubicBezTo>
                <a:lnTo>
                  <a:pt x="1673444" y="2641061"/>
                </a:lnTo>
                <a:cubicBezTo>
                  <a:pt x="1673196" y="2640645"/>
                  <a:pt x="1673195" y="2640064"/>
                  <a:pt x="1673445" y="2639649"/>
                </a:cubicBezTo>
                <a:lnTo>
                  <a:pt x="1683664" y="2621953"/>
                </a:lnTo>
                <a:cubicBezTo>
                  <a:pt x="1683913" y="2621454"/>
                  <a:pt x="1684412" y="2621205"/>
                  <a:pt x="1684910" y="2621205"/>
                </a:cubicBezTo>
                <a:lnTo>
                  <a:pt x="1705347" y="2621205"/>
                </a:lnTo>
                <a:cubicBezTo>
                  <a:pt x="1705846" y="2621204"/>
                  <a:pt x="1706344" y="2621537"/>
                  <a:pt x="1706593" y="2621953"/>
                </a:cubicBezTo>
                <a:lnTo>
                  <a:pt x="1716811" y="2639649"/>
                </a:lnTo>
                <a:cubicBezTo>
                  <a:pt x="1717062" y="2640064"/>
                  <a:pt x="1717062" y="2640645"/>
                  <a:pt x="1716812" y="2641061"/>
                </a:cubicBezTo>
                <a:lnTo>
                  <a:pt x="1706593" y="2658757"/>
                </a:lnTo>
                <a:cubicBezTo>
                  <a:pt x="1706343" y="2659255"/>
                  <a:pt x="1705846" y="2659503"/>
                  <a:pt x="1705347" y="2659504"/>
                </a:cubicBezTo>
                <a:close/>
                <a:moveTo>
                  <a:pt x="1383896" y="2578943"/>
                </a:moveTo>
                <a:cubicBezTo>
                  <a:pt x="1383398" y="2578943"/>
                  <a:pt x="1382900" y="2578611"/>
                  <a:pt x="1382650" y="2578195"/>
                </a:cubicBezTo>
                <a:lnTo>
                  <a:pt x="1372348" y="2560417"/>
                </a:lnTo>
                <a:cubicBezTo>
                  <a:pt x="1372099" y="2560001"/>
                  <a:pt x="1372100" y="2559420"/>
                  <a:pt x="1372348" y="2559004"/>
                </a:cubicBezTo>
                <a:lnTo>
                  <a:pt x="1382651" y="2541225"/>
                </a:lnTo>
                <a:cubicBezTo>
                  <a:pt x="1382900" y="2540726"/>
                  <a:pt x="1383399" y="2540478"/>
                  <a:pt x="1383897" y="2540477"/>
                </a:cubicBezTo>
                <a:lnTo>
                  <a:pt x="1404417" y="2540477"/>
                </a:lnTo>
                <a:cubicBezTo>
                  <a:pt x="1404915" y="2540478"/>
                  <a:pt x="1405413" y="2540809"/>
                  <a:pt x="1405664" y="2541225"/>
                </a:cubicBezTo>
                <a:lnTo>
                  <a:pt x="1415966" y="2559005"/>
                </a:lnTo>
                <a:cubicBezTo>
                  <a:pt x="1416214" y="2559419"/>
                  <a:pt x="1416215" y="2560002"/>
                  <a:pt x="1415965" y="2560416"/>
                </a:cubicBezTo>
                <a:lnTo>
                  <a:pt x="1405664" y="2578196"/>
                </a:lnTo>
                <a:cubicBezTo>
                  <a:pt x="1405413" y="2578694"/>
                  <a:pt x="1404916" y="2578944"/>
                  <a:pt x="1404418" y="2578944"/>
                </a:cubicBezTo>
                <a:close/>
                <a:moveTo>
                  <a:pt x="1745014" y="2675705"/>
                </a:moveTo>
                <a:cubicBezTo>
                  <a:pt x="1744516" y="2675705"/>
                  <a:pt x="1744018" y="2675372"/>
                  <a:pt x="1743769" y="2674957"/>
                </a:cubicBezTo>
                <a:lnTo>
                  <a:pt x="1733467" y="2657178"/>
                </a:lnTo>
                <a:cubicBezTo>
                  <a:pt x="1733218" y="2656763"/>
                  <a:pt x="1733218" y="2656181"/>
                  <a:pt x="1733467" y="2655766"/>
                </a:cubicBezTo>
                <a:lnTo>
                  <a:pt x="1743769" y="2637987"/>
                </a:lnTo>
                <a:cubicBezTo>
                  <a:pt x="1744018" y="2637488"/>
                  <a:pt x="1744517" y="2637239"/>
                  <a:pt x="1745015" y="2637239"/>
                </a:cubicBezTo>
                <a:lnTo>
                  <a:pt x="1765535" y="2637239"/>
                </a:lnTo>
                <a:cubicBezTo>
                  <a:pt x="1766033" y="2637239"/>
                  <a:pt x="1766531" y="2637571"/>
                  <a:pt x="1766782" y="2637987"/>
                </a:cubicBezTo>
                <a:lnTo>
                  <a:pt x="1777084" y="2655766"/>
                </a:lnTo>
                <a:cubicBezTo>
                  <a:pt x="1777332" y="2656181"/>
                  <a:pt x="1777333" y="2656763"/>
                  <a:pt x="1777083" y="2657178"/>
                </a:cubicBezTo>
                <a:lnTo>
                  <a:pt x="1766782" y="2674957"/>
                </a:lnTo>
                <a:cubicBezTo>
                  <a:pt x="1766531" y="2675455"/>
                  <a:pt x="1766034" y="2675705"/>
                  <a:pt x="1765536" y="2675705"/>
                </a:cubicBezTo>
                <a:close/>
                <a:moveTo>
                  <a:pt x="4694140" y="3465920"/>
                </a:moveTo>
                <a:cubicBezTo>
                  <a:pt x="4693641" y="3465920"/>
                  <a:pt x="4693143" y="3465588"/>
                  <a:pt x="4692894" y="3465172"/>
                </a:cubicBezTo>
                <a:lnTo>
                  <a:pt x="4682592" y="3447394"/>
                </a:lnTo>
                <a:cubicBezTo>
                  <a:pt x="4682343" y="3446978"/>
                  <a:pt x="4682343" y="3446397"/>
                  <a:pt x="4682592" y="3445981"/>
                </a:cubicBezTo>
                <a:lnTo>
                  <a:pt x="4692894" y="3428202"/>
                </a:lnTo>
                <a:cubicBezTo>
                  <a:pt x="4693143" y="3427703"/>
                  <a:pt x="4693641" y="3427455"/>
                  <a:pt x="4694140" y="3427454"/>
                </a:cubicBezTo>
                <a:lnTo>
                  <a:pt x="4714660" y="3427454"/>
                </a:lnTo>
                <a:cubicBezTo>
                  <a:pt x="4715159" y="3427455"/>
                  <a:pt x="4715657" y="3427787"/>
                  <a:pt x="4715907" y="3428202"/>
                </a:cubicBezTo>
                <a:lnTo>
                  <a:pt x="4726208" y="3445982"/>
                </a:lnTo>
                <a:cubicBezTo>
                  <a:pt x="4726458" y="3446396"/>
                  <a:pt x="4726458" y="3446979"/>
                  <a:pt x="4726208" y="3447393"/>
                </a:cubicBezTo>
                <a:lnTo>
                  <a:pt x="4715907" y="3465173"/>
                </a:lnTo>
                <a:cubicBezTo>
                  <a:pt x="4715656" y="3465671"/>
                  <a:pt x="4715159" y="3465921"/>
                  <a:pt x="4714660" y="3465921"/>
                </a:cubicBezTo>
                <a:close/>
                <a:moveTo>
                  <a:pt x="1504277" y="2611303"/>
                </a:moveTo>
                <a:cubicBezTo>
                  <a:pt x="1503778" y="2611303"/>
                  <a:pt x="1503280" y="2610971"/>
                  <a:pt x="1503030" y="2610555"/>
                </a:cubicBezTo>
                <a:lnTo>
                  <a:pt x="1492729" y="2592693"/>
                </a:lnTo>
                <a:cubicBezTo>
                  <a:pt x="1492480" y="2592195"/>
                  <a:pt x="1492480" y="2591613"/>
                  <a:pt x="1492729" y="2591198"/>
                </a:cubicBezTo>
                <a:lnTo>
                  <a:pt x="1503030" y="2573336"/>
                </a:lnTo>
                <a:cubicBezTo>
                  <a:pt x="1503280" y="2572837"/>
                  <a:pt x="1503778" y="2572588"/>
                  <a:pt x="1504277" y="2572588"/>
                </a:cubicBezTo>
                <a:lnTo>
                  <a:pt x="1524963" y="2572588"/>
                </a:lnTo>
                <a:cubicBezTo>
                  <a:pt x="1525462" y="2572588"/>
                  <a:pt x="1525960" y="2572920"/>
                  <a:pt x="1526210" y="2573336"/>
                </a:cubicBezTo>
                <a:lnTo>
                  <a:pt x="1536512" y="2591198"/>
                </a:lnTo>
                <a:cubicBezTo>
                  <a:pt x="1536761" y="2591696"/>
                  <a:pt x="1536761" y="2592278"/>
                  <a:pt x="1536512" y="2592693"/>
                </a:cubicBezTo>
                <a:lnTo>
                  <a:pt x="1526210" y="2610555"/>
                </a:lnTo>
                <a:cubicBezTo>
                  <a:pt x="1525960" y="2611053"/>
                  <a:pt x="1525462" y="2611303"/>
                  <a:pt x="1524963" y="2611303"/>
                </a:cubicBezTo>
                <a:close/>
                <a:moveTo>
                  <a:pt x="3430236" y="3127362"/>
                </a:moveTo>
                <a:cubicBezTo>
                  <a:pt x="3429738" y="3127362"/>
                  <a:pt x="3429239" y="3127030"/>
                  <a:pt x="3428991" y="3126614"/>
                </a:cubicBezTo>
                <a:lnTo>
                  <a:pt x="3418689" y="3108752"/>
                </a:lnTo>
                <a:cubicBezTo>
                  <a:pt x="3418439" y="3108254"/>
                  <a:pt x="3418440" y="3107672"/>
                  <a:pt x="3418688" y="3107257"/>
                </a:cubicBezTo>
                <a:lnTo>
                  <a:pt x="3428991" y="3089395"/>
                </a:lnTo>
                <a:cubicBezTo>
                  <a:pt x="3429240" y="3088896"/>
                  <a:pt x="3429739" y="3088648"/>
                  <a:pt x="3430237" y="3088647"/>
                </a:cubicBezTo>
                <a:lnTo>
                  <a:pt x="3450924" y="3088647"/>
                </a:lnTo>
                <a:cubicBezTo>
                  <a:pt x="3451421" y="3088647"/>
                  <a:pt x="3451921" y="3088979"/>
                  <a:pt x="3452169" y="3089395"/>
                </a:cubicBezTo>
                <a:lnTo>
                  <a:pt x="3462471" y="3107258"/>
                </a:lnTo>
                <a:cubicBezTo>
                  <a:pt x="3462720" y="3107755"/>
                  <a:pt x="3462721" y="3108338"/>
                  <a:pt x="3462471" y="3108752"/>
                </a:cubicBezTo>
                <a:lnTo>
                  <a:pt x="3452169" y="3126615"/>
                </a:lnTo>
                <a:cubicBezTo>
                  <a:pt x="3451920" y="3127113"/>
                  <a:pt x="3451422" y="3127363"/>
                  <a:pt x="3450924" y="3127363"/>
                </a:cubicBezTo>
                <a:close/>
                <a:moveTo>
                  <a:pt x="4393216" y="3385392"/>
                </a:moveTo>
                <a:cubicBezTo>
                  <a:pt x="4392717" y="3385392"/>
                  <a:pt x="4392219" y="3385060"/>
                  <a:pt x="4391970" y="3384644"/>
                </a:cubicBezTo>
                <a:lnTo>
                  <a:pt x="4381668" y="3366782"/>
                </a:lnTo>
                <a:cubicBezTo>
                  <a:pt x="4381419" y="3366284"/>
                  <a:pt x="4381419" y="3365702"/>
                  <a:pt x="4381668" y="3365287"/>
                </a:cubicBezTo>
                <a:lnTo>
                  <a:pt x="4391970" y="3347425"/>
                </a:lnTo>
                <a:cubicBezTo>
                  <a:pt x="4392219" y="3346926"/>
                  <a:pt x="4392717" y="3346677"/>
                  <a:pt x="4393216" y="3346677"/>
                </a:cubicBezTo>
                <a:lnTo>
                  <a:pt x="4413903" y="3346677"/>
                </a:lnTo>
                <a:cubicBezTo>
                  <a:pt x="4414401" y="3346677"/>
                  <a:pt x="4414900" y="3347009"/>
                  <a:pt x="4415149" y="3347425"/>
                </a:cubicBezTo>
                <a:lnTo>
                  <a:pt x="4425451" y="3365287"/>
                </a:lnTo>
                <a:cubicBezTo>
                  <a:pt x="4425700" y="3365785"/>
                  <a:pt x="4425701" y="3366367"/>
                  <a:pt x="4425451" y="3366782"/>
                </a:cubicBezTo>
                <a:lnTo>
                  <a:pt x="4415149" y="3384644"/>
                </a:lnTo>
                <a:cubicBezTo>
                  <a:pt x="4414900" y="3385142"/>
                  <a:pt x="4414402" y="3385392"/>
                  <a:pt x="4413904" y="3385392"/>
                </a:cubicBezTo>
                <a:close/>
                <a:moveTo>
                  <a:pt x="4633962" y="3449900"/>
                </a:moveTo>
                <a:cubicBezTo>
                  <a:pt x="4633463" y="3449900"/>
                  <a:pt x="4632965" y="3449568"/>
                  <a:pt x="4632716" y="3449152"/>
                </a:cubicBezTo>
                <a:lnTo>
                  <a:pt x="4622414" y="3431290"/>
                </a:lnTo>
                <a:cubicBezTo>
                  <a:pt x="4622165" y="3430792"/>
                  <a:pt x="4622165" y="3430210"/>
                  <a:pt x="4622414" y="3429795"/>
                </a:cubicBezTo>
                <a:lnTo>
                  <a:pt x="4632716" y="3411933"/>
                </a:lnTo>
                <a:cubicBezTo>
                  <a:pt x="4632965" y="3411434"/>
                  <a:pt x="4633463" y="3411185"/>
                  <a:pt x="4633962" y="3411185"/>
                </a:cubicBezTo>
                <a:lnTo>
                  <a:pt x="4654649" y="3411185"/>
                </a:lnTo>
                <a:cubicBezTo>
                  <a:pt x="4655147" y="3411185"/>
                  <a:pt x="4655646" y="3411517"/>
                  <a:pt x="4655895" y="3411932"/>
                </a:cubicBezTo>
                <a:lnTo>
                  <a:pt x="4666196" y="3429795"/>
                </a:lnTo>
                <a:cubicBezTo>
                  <a:pt x="4666446" y="3430293"/>
                  <a:pt x="4666446" y="3430875"/>
                  <a:pt x="4666197" y="3431290"/>
                </a:cubicBezTo>
                <a:lnTo>
                  <a:pt x="4655895" y="3449152"/>
                </a:lnTo>
                <a:cubicBezTo>
                  <a:pt x="4655646" y="3449650"/>
                  <a:pt x="4655147" y="3449900"/>
                  <a:pt x="4654649" y="3449900"/>
                </a:cubicBezTo>
                <a:close/>
                <a:moveTo>
                  <a:pt x="1444010" y="2595249"/>
                </a:moveTo>
                <a:cubicBezTo>
                  <a:pt x="1443512" y="2595249"/>
                  <a:pt x="1443012" y="2594917"/>
                  <a:pt x="1442764" y="2594501"/>
                </a:cubicBezTo>
                <a:lnTo>
                  <a:pt x="1432379" y="2576556"/>
                </a:lnTo>
                <a:cubicBezTo>
                  <a:pt x="1432130" y="2576058"/>
                  <a:pt x="1432129" y="2575476"/>
                  <a:pt x="1432379" y="2575061"/>
                </a:cubicBezTo>
                <a:lnTo>
                  <a:pt x="1442764" y="2557116"/>
                </a:lnTo>
                <a:cubicBezTo>
                  <a:pt x="1443013" y="2556617"/>
                  <a:pt x="1443512" y="2556368"/>
                  <a:pt x="1444010" y="2556368"/>
                </a:cubicBezTo>
                <a:lnTo>
                  <a:pt x="1464779" y="2556368"/>
                </a:lnTo>
                <a:cubicBezTo>
                  <a:pt x="1465277" y="2556368"/>
                  <a:pt x="1465776" y="2556700"/>
                  <a:pt x="1466026" y="2557116"/>
                </a:cubicBezTo>
                <a:lnTo>
                  <a:pt x="1476411" y="2575061"/>
                </a:lnTo>
                <a:cubicBezTo>
                  <a:pt x="1476660" y="2575559"/>
                  <a:pt x="1476660" y="2576141"/>
                  <a:pt x="1476411" y="2576556"/>
                </a:cubicBezTo>
                <a:lnTo>
                  <a:pt x="1466026" y="2594501"/>
                </a:lnTo>
                <a:cubicBezTo>
                  <a:pt x="1465777" y="2595000"/>
                  <a:pt x="1465278" y="2595249"/>
                  <a:pt x="1464780" y="2595249"/>
                </a:cubicBezTo>
                <a:close/>
                <a:moveTo>
                  <a:pt x="4453321" y="3401591"/>
                </a:moveTo>
                <a:cubicBezTo>
                  <a:pt x="4452822" y="3401591"/>
                  <a:pt x="4452323" y="3401259"/>
                  <a:pt x="4452075" y="3400843"/>
                </a:cubicBezTo>
                <a:lnTo>
                  <a:pt x="4441690" y="3382898"/>
                </a:lnTo>
                <a:cubicBezTo>
                  <a:pt x="4441441" y="3382400"/>
                  <a:pt x="4441440" y="3381818"/>
                  <a:pt x="4441690" y="3381403"/>
                </a:cubicBezTo>
                <a:lnTo>
                  <a:pt x="4452075" y="3363458"/>
                </a:lnTo>
                <a:cubicBezTo>
                  <a:pt x="4452324" y="3362959"/>
                  <a:pt x="4452822" y="3362710"/>
                  <a:pt x="4453321" y="3362710"/>
                </a:cubicBezTo>
                <a:lnTo>
                  <a:pt x="4474090" y="3362710"/>
                </a:lnTo>
                <a:cubicBezTo>
                  <a:pt x="4474588" y="3362710"/>
                  <a:pt x="4475087" y="3363042"/>
                  <a:pt x="4475337" y="3363458"/>
                </a:cubicBezTo>
                <a:lnTo>
                  <a:pt x="4485722" y="3381403"/>
                </a:lnTo>
                <a:cubicBezTo>
                  <a:pt x="4485971" y="3381901"/>
                  <a:pt x="4485971" y="3382483"/>
                  <a:pt x="4485722" y="3382898"/>
                </a:cubicBezTo>
                <a:lnTo>
                  <a:pt x="4475337" y="3400843"/>
                </a:lnTo>
                <a:cubicBezTo>
                  <a:pt x="4475088" y="3401342"/>
                  <a:pt x="4474589" y="3401591"/>
                  <a:pt x="4474091" y="3401591"/>
                </a:cubicBezTo>
                <a:close/>
                <a:moveTo>
                  <a:pt x="1564299" y="2627584"/>
                </a:moveTo>
                <a:cubicBezTo>
                  <a:pt x="1563800" y="2627584"/>
                  <a:pt x="1563303" y="2627252"/>
                  <a:pt x="1563054" y="2626838"/>
                </a:cubicBezTo>
                <a:lnTo>
                  <a:pt x="1552668" y="2608808"/>
                </a:lnTo>
                <a:cubicBezTo>
                  <a:pt x="1552419" y="2608311"/>
                  <a:pt x="1552420" y="2607728"/>
                  <a:pt x="1552668" y="2607313"/>
                </a:cubicBezTo>
                <a:lnTo>
                  <a:pt x="1563137" y="2589286"/>
                </a:lnTo>
                <a:cubicBezTo>
                  <a:pt x="1563385" y="2588786"/>
                  <a:pt x="1563885" y="2588537"/>
                  <a:pt x="1564383" y="2588538"/>
                </a:cubicBezTo>
                <a:lnTo>
                  <a:pt x="1585235" y="2588537"/>
                </a:lnTo>
                <a:cubicBezTo>
                  <a:pt x="1585734" y="2588538"/>
                  <a:pt x="1586232" y="2588869"/>
                  <a:pt x="1586482" y="2589285"/>
                </a:cubicBezTo>
                <a:lnTo>
                  <a:pt x="1596866" y="2607314"/>
                </a:lnTo>
                <a:cubicBezTo>
                  <a:pt x="1597116" y="2607811"/>
                  <a:pt x="1597115" y="2608394"/>
                  <a:pt x="1596866" y="2608808"/>
                </a:cubicBezTo>
                <a:lnTo>
                  <a:pt x="1586399" y="2626838"/>
                </a:lnTo>
                <a:cubicBezTo>
                  <a:pt x="1586150" y="2627336"/>
                  <a:pt x="1585650" y="2627585"/>
                  <a:pt x="1585152" y="2627584"/>
                </a:cubicBezTo>
                <a:close/>
                <a:moveTo>
                  <a:pt x="1624485" y="2643711"/>
                </a:moveTo>
                <a:cubicBezTo>
                  <a:pt x="1623986" y="2643711"/>
                  <a:pt x="1623489" y="2643379"/>
                  <a:pt x="1623239" y="2642964"/>
                </a:cubicBezTo>
                <a:lnTo>
                  <a:pt x="1612854" y="2624935"/>
                </a:lnTo>
                <a:cubicBezTo>
                  <a:pt x="1612605" y="2624437"/>
                  <a:pt x="1612605" y="2623855"/>
                  <a:pt x="1612854" y="2623440"/>
                </a:cubicBezTo>
                <a:lnTo>
                  <a:pt x="1623322" y="2605412"/>
                </a:lnTo>
                <a:cubicBezTo>
                  <a:pt x="1623571" y="2604913"/>
                  <a:pt x="1624071" y="2604664"/>
                  <a:pt x="1624568" y="2604664"/>
                </a:cubicBezTo>
                <a:lnTo>
                  <a:pt x="1645421" y="2604664"/>
                </a:lnTo>
                <a:cubicBezTo>
                  <a:pt x="1645920" y="2604664"/>
                  <a:pt x="1646418" y="2604996"/>
                  <a:pt x="1646667" y="2605412"/>
                </a:cubicBezTo>
                <a:lnTo>
                  <a:pt x="1657052" y="2623440"/>
                </a:lnTo>
                <a:cubicBezTo>
                  <a:pt x="1657301" y="2623938"/>
                  <a:pt x="1657301" y="2624520"/>
                  <a:pt x="1657052" y="2624935"/>
                </a:cubicBezTo>
                <a:lnTo>
                  <a:pt x="1646584" y="2642964"/>
                </a:lnTo>
                <a:cubicBezTo>
                  <a:pt x="1646336" y="2643462"/>
                  <a:pt x="1645836" y="2643711"/>
                  <a:pt x="1645338" y="2643711"/>
                </a:cubicBezTo>
                <a:close/>
                <a:moveTo>
                  <a:pt x="3550444" y="3159770"/>
                </a:moveTo>
                <a:cubicBezTo>
                  <a:pt x="3549945" y="3159770"/>
                  <a:pt x="3549447" y="3159439"/>
                  <a:pt x="3549198" y="3159023"/>
                </a:cubicBezTo>
                <a:lnTo>
                  <a:pt x="3538813" y="3140994"/>
                </a:lnTo>
                <a:cubicBezTo>
                  <a:pt x="3538564" y="3140496"/>
                  <a:pt x="3538564" y="3139914"/>
                  <a:pt x="3538813" y="3139499"/>
                </a:cubicBezTo>
                <a:lnTo>
                  <a:pt x="3549281" y="3121471"/>
                </a:lnTo>
                <a:cubicBezTo>
                  <a:pt x="3549530" y="3120972"/>
                  <a:pt x="3550029" y="3120723"/>
                  <a:pt x="3550527" y="3120723"/>
                </a:cubicBezTo>
                <a:lnTo>
                  <a:pt x="3571380" y="3120724"/>
                </a:lnTo>
                <a:cubicBezTo>
                  <a:pt x="3571879" y="3120723"/>
                  <a:pt x="3572377" y="3121055"/>
                  <a:pt x="3572626" y="3121471"/>
                </a:cubicBezTo>
                <a:lnTo>
                  <a:pt x="3583011" y="3139499"/>
                </a:lnTo>
                <a:cubicBezTo>
                  <a:pt x="3583260" y="3139997"/>
                  <a:pt x="3583260" y="3140579"/>
                  <a:pt x="3583011" y="3140995"/>
                </a:cubicBezTo>
                <a:lnTo>
                  <a:pt x="3572543" y="3159024"/>
                </a:lnTo>
                <a:cubicBezTo>
                  <a:pt x="3572294" y="3159521"/>
                  <a:pt x="3571795" y="3159770"/>
                  <a:pt x="3571297" y="3159770"/>
                </a:cubicBezTo>
                <a:close/>
                <a:moveTo>
                  <a:pt x="4814355" y="3498434"/>
                </a:moveTo>
                <a:cubicBezTo>
                  <a:pt x="4813856" y="3498434"/>
                  <a:pt x="4813358" y="3498102"/>
                  <a:pt x="4813109" y="3497687"/>
                </a:cubicBezTo>
                <a:lnTo>
                  <a:pt x="4802724" y="3479658"/>
                </a:lnTo>
                <a:cubicBezTo>
                  <a:pt x="4802475" y="3479160"/>
                  <a:pt x="4802475" y="3478578"/>
                  <a:pt x="4802724" y="3478163"/>
                </a:cubicBezTo>
                <a:lnTo>
                  <a:pt x="4813192" y="3460135"/>
                </a:lnTo>
                <a:cubicBezTo>
                  <a:pt x="4813441" y="3459636"/>
                  <a:pt x="4813940" y="3459387"/>
                  <a:pt x="4814438" y="3459387"/>
                </a:cubicBezTo>
                <a:lnTo>
                  <a:pt x="4835291" y="3459387"/>
                </a:lnTo>
                <a:cubicBezTo>
                  <a:pt x="4835790" y="3459387"/>
                  <a:pt x="4836288" y="3459719"/>
                  <a:pt x="4836537" y="3460135"/>
                </a:cubicBezTo>
                <a:lnTo>
                  <a:pt x="4846922" y="3478163"/>
                </a:lnTo>
                <a:cubicBezTo>
                  <a:pt x="4847171" y="3478661"/>
                  <a:pt x="4847171" y="3479243"/>
                  <a:pt x="4846922" y="3479658"/>
                </a:cubicBezTo>
                <a:lnTo>
                  <a:pt x="4836454" y="3497687"/>
                </a:lnTo>
                <a:cubicBezTo>
                  <a:pt x="4836205" y="3498185"/>
                  <a:pt x="4835706" y="3498434"/>
                  <a:pt x="4835208" y="3498434"/>
                </a:cubicBezTo>
                <a:close/>
                <a:moveTo>
                  <a:pt x="2286533" y="2821189"/>
                </a:moveTo>
                <a:cubicBezTo>
                  <a:pt x="2286035" y="2821190"/>
                  <a:pt x="2285536" y="2820857"/>
                  <a:pt x="2285287" y="2820441"/>
                </a:cubicBezTo>
                <a:lnTo>
                  <a:pt x="2274819" y="2802331"/>
                </a:lnTo>
                <a:cubicBezTo>
                  <a:pt x="2274570" y="2801832"/>
                  <a:pt x="2274570" y="2801251"/>
                  <a:pt x="2274819" y="2800835"/>
                </a:cubicBezTo>
                <a:lnTo>
                  <a:pt x="2285287" y="2782725"/>
                </a:lnTo>
                <a:cubicBezTo>
                  <a:pt x="2285536" y="2782225"/>
                  <a:pt x="2286035" y="2781976"/>
                  <a:pt x="2286533" y="2781977"/>
                </a:cubicBezTo>
                <a:lnTo>
                  <a:pt x="2307469" y="2781977"/>
                </a:lnTo>
                <a:cubicBezTo>
                  <a:pt x="2307968" y="2781976"/>
                  <a:pt x="2308466" y="2782308"/>
                  <a:pt x="2308715" y="2782724"/>
                </a:cubicBezTo>
                <a:lnTo>
                  <a:pt x="2319183" y="2800835"/>
                </a:lnTo>
                <a:cubicBezTo>
                  <a:pt x="2319433" y="2801334"/>
                  <a:pt x="2319433" y="2801915"/>
                  <a:pt x="2319183" y="2802331"/>
                </a:cubicBezTo>
                <a:lnTo>
                  <a:pt x="2308715" y="2820441"/>
                </a:lnTo>
                <a:cubicBezTo>
                  <a:pt x="2308466" y="2820940"/>
                  <a:pt x="2307968" y="2821190"/>
                  <a:pt x="2307469" y="2821189"/>
                </a:cubicBezTo>
                <a:close/>
                <a:moveTo>
                  <a:pt x="3369885" y="3111473"/>
                </a:moveTo>
                <a:cubicBezTo>
                  <a:pt x="3369387" y="3111473"/>
                  <a:pt x="3368888" y="3111141"/>
                  <a:pt x="3368639" y="3110725"/>
                </a:cubicBezTo>
                <a:lnTo>
                  <a:pt x="3358171" y="3092614"/>
                </a:lnTo>
                <a:cubicBezTo>
                  <a:pt x="3357922" y="3092116"/>
                  <a:pt x="3357922" y="3091534"/>
                  <a:pt x="3358171" y="3091119"/>
                </a:cubicBezTo>
                <a:lnTo>
                  <a:pt x="3368639" y="3073008"/>
                </a:lnTo>
                <a:cubicBezTo>
                  <a:pt x="3368888" y="3072509"/>
                  <a:pt x="3369387" y="3072260"/>
                  <a:pt x="3369885" y="3072260"/>
                </a:cubicBezTo>
                <a:lnTo>
                  <a:pt x="3390821" y="3072260"/>
                </a:lnTo>
                <a:cubicBezTo>
                  <a:pt x="3391320" y="3072260"/>
                  <a:pt x="3391818" y="3072592"/>
                  <a:pt x="3392067" y="3073008"/>
                </a:cubicBezTo>
                <a:lnTo>
                  <a:pt x="3402535" y="3091119"/>
                </a:lnTo>
                <a:cubicBezTo>
                  <a:pt x="3402785" y="3091617"/>
                  <a:pt x="3402785" y="3092199"/>
                  <a:pt x="3402535" y="3092614"/>
                </a:cubicBezTo>
                <a:lnTo>
                  <a:pt x="3392067" y="3110725"/>
                </a:lnTo>
                <a:cubicBezTo>
                  <a:pt x="3391818" y="3111224"/>
                  <a:pt x="3391320" y="3111473"/>
                  <a:pt x="3390821" y="3111473"/>
                </a:cubicBezTo>
                <a:close/>
                <a:moveTo>
                  <a:pt x="4513423" y="3417883"/>
                </a:moveTo>
                <a:cubicBezTo>
                  <a:pt x="4512925" y="3417883"/>
                  <a:pt x="4512427" y="3417551"/>
                  <a:pt x="4512177" y="3417135"/>
                </a:cubicBezTo>
                <a:lnTo>
                  <a:pt x="4501710" y="3399024"/>
                </a:lnTo>
                <a:cubicBezTo>
                  <a:pt x="4501461" y="3398526"/>
                  <a:pt x="4501461" y="3397944"/>
                  <a:pt x="4501710" y="3397529"/>
                </a:cubicBezTo>
                <a:lnTo>
                  <a:pt x="4512177" y="3379418"/>
                </a:lnTo>
                <a:cubicBezTo>
                  <a:pt x="4512427" y="3378919"/>
                  <a:pt x="4512925" y="3378670"/>
                  <a:pt x="4513423" y="3378670"/>
                </a:cubicBezTo>
                <a:lnTo>
                  <a:pt x="4534360" y="3378670"/>
                </a:lnTo>
                <a:cubicBezTo>
                  <a:pt x="4534859" y="3378670"/>
                  <a:pt x="4535356" y="3379002"/>
                  <a:pt x="4535606" y="3379418"/>
                </a:cubicBezTo>
                <a:lnTo>
                  <a:pt x="4546073" y="3397529"/>
                </a:lnTo>
                <a:cubicBezTo>
                  <a:pt x="4546322" y="3398027"/>
                  <a:pt x="4546322" y="3398609"/>
                  <a:pt x="4546073" y="3399024"/>
                </a:cubicBezTo>
                <a:lnTo>
                  <a:pt x="4535606" y="3417135"/>
                </a:lnTo>
                <a:cubicBezTo>
                  <a:pt x="4535357" y="3417634"/>
                  <a:pt x="4534859" y="3417883"/>
                  <a:pt x="4534360" y="3417883"/>
                </a:cubicBezTo>
                <a:close/>
                <a:moveTo>
                  <a:pt x="4573609" y="3434010"/>
                </a:moveTo>
                <a:cubicBezTo>
                  <a:pt x="4573111" y="3434010"/>
                  <a:pt x="4572613" y="3433678"/>
                  <a:pt x="4572363" y="3433262"/>
                </a:cubicBezTo>
                <a:lnTo>
                  <a:pt x="4561896" y="3415151"/>
                </a:lnTo>
                <a:cubicBezTo>
                  <a:pt x="4561647" y="3414653"/>
                  <a:pt x="4561647" y="3414071"/>
                  <a:pt x="4561896" y="3413656"/>
                </a:cubicBezTo>
                <a:lnTo>
                  <a:pt x="4572363" y="3395545"/>
                </a:lnTo>
                <a:cubicBezTo>
                  <a:pt x="4572612" y="3395046"/>
                  <a:pt x="4573111" y="3394797"/>
                  <a:pt x="4573609" y="3394797"/>
                </a:cubicBezTo>
                <a:lnTo>
                  <a:pt x="4594546" y="3394797"/>
                </a:lnTo>
                <a:cubicBezTo>
                  <a:pt x="4595045" y="3394797"/>
                  <a:pt x="4595542" y="3395129"/>
                  <a:pt x="4595792" y="3395545"/>
                </a:cubicBezTo>
                <a:lnTo>
                  <a:pt x="4606259" y="3413656"/>
                </a:lnTo>
                <a:cubicBezTo>
                  <a:pt x="4606508" y="3414154"/>
                  <a:pt x="4606508" y="3414736"/>
                  <a:pt x="4606259" y="3415151"/>
                </a:cubicBezTo>
                <a:lnTo>
                  <a:pt x="4595792" y="3433262"/>
                </a:lnTo>
                <a:cubicBezTo>
                  <a:pt x="4595543" y="3433761"/>
                  <a:pt x="4595045" y="3434010"/>
                  <a:pt x="4594546" y="3434010"/>
                </a:cubicBezTo>
                <a:close/>
                <a:moveTo>
                  <a:pt x="4754169" y="3482391"/>
                </a:moveTo>
                <a:cubicBezTo>
                  <a:pt x="4753671" y="3482391"/>
                  <a:pt x="4753172" y="3482059"/>
                  <a:pt x="4752923" y="3481643"/>
                </a:cubicBezTo>
                <a:lnTo>
                  <a:pt x="4742455" y="3463532"/>
                </a:lnTo>
                <a:cubicBezTo>
                  <a:pt x="4742206" y="3463034"/>
                  <a:pt x="4742206" y="3462452"/>
                  <a:pt x="4742455" y="3462037"/>
                </a:cubicBezTo>
                <a:lnTo>
                  <a:pt x="4752923" y="3443926"/>
                </a:lnTo>
                <a:cubicBezTo>
                  <a:pt x="4753172" y="3443427"/>
                  <a:pt x="4753671" y="3443178"/>
                  <a:pt x="4754169" y="3443178"/>
                </a:cubicBezTo>
                <a:lnTo>
                  <a:pt x="4775105" y="3443178"/>
                </a:lnTo>
                <a:cubicBezTo>
                  <a:pt x="4775604" y="3443178"/>
                  <a:pt x="4776102" y="3443510"/>
                  <a:pt x="4776351" y="3443926"/>
                </a:cubicBezTo>
                <a:lnTo>
                  <a:pt x="4786819" y="3462036"/>
                </a:lnTo>
                <a:cubicBezTo>
                  <a:pt x="4787068" y="3462535"/>
                  <a:pt x="4787068" y="3463116"/>
                  <a:pt x="4786819" y="3463532"/>
                </a:cubicBezTo>
                <a:lnTo>
                  <a:pt x="4776351" y="3481643"/>
                </a:lnTo>
                <a:cubicBezTo>
                  <a:pt x="4776102" y="3482142"/>
                  <a:pt x="4775604" y="3482391"/>
                  <a:pt x="4775105" y="3482391"/>
                </a:cubicBezTo>
                <a:close/>
                <a:moveTo>
                  <a:pt x="4934728" y="3530771"/>
                </a:moveTo>
                <a:cubicBezTo>
                  <a:pt x="4934230" y="3530771"/>
                  <a:pt x="4933731" y="3530439"/>
                  <a:pt x="4933481" y="3530023"/>
                </a:cubicBezTo>
                <a:lnTo>
                  <a:pt x="4923014" y="3511912"/>
                </a:lnTo>
                <a:cubicBezTo>
                  <a:pt x="4922765" y="3511414"/>
                  <a:pt x="4922765" y="3510832"/>
                  <a:pt x="4923013" y="3510417"/>
                </a:cubicBezTo>
                <a:lnTo>
                  <a:pt x="4933482" y="3492306"/>
                </a:lnTo>
                <a:cubicBezTo>
                  <a:pt x="4933731" y="3491807"/>
                  <a:pt x="4934229" y="3491558"/>
                  <a:pt x="4934728" y="3491558"/>
                </a:cubicBezTo>
                <a:lnTo>
                  <a:pt x="4955664" y="3491558"/>
                </a:lnTo>
                <a:cubicBezTo>
                  <a:pt x="4956163" y="3491558"/>
                  <a:pt x="4956661" y="3491890"/>
                  <a:pt x="4956910" y="3492306"/>
                </a:cubicBezTo>
                <a:lnTo>
                  <a:pt x="4967378" y="3510417"/>
                </a:lnTo>
                <a:cubicBezTo>
                  <a:pt x="4967626" y="3510915"/>
                  <a:pt x="4967627" y="3511497"/>
                  <a:pt x="4967378" y="3511912"/>
                </a:cubicBezTo>
                <a:lnTo>
                  <a:pt x="4956910" y="3530023"/>
                </a:lnTo>
                <a:cubicBezTo>
                  <a:pt x="4956661" y="3530522"/>
                  <a:pt x="4956162" y="3530771"/>
                  <a:pt x="4955664" y="3530771"/>
                </a:cubicBezTo>
                <a:close/>
                <a:moveTo>
                  <a:pt x="2226287" y="2805139"/>
                </a:moveTo>
                <a:cubicBezTo>
                  <a:pt x="2225789" y="2805139"/>
                  <a:pt x="2225290" y="2804806"/>
                  <a:pt x="2225041" y="2804391"/>
                </a:cubicBezTo>
                <a:lnTo>
                  <a:pt x="2214490" y="2786114"/>
                </a:lnTo>
                <a:cubicBezTo>
                  <a:pt x="2214241" y="2785615"/>
                  <a:pt x="2214241" y="2785033"/>
                  <a:pt x="2214490" y="2784618"/>
                </a:cubicBezTo>
                <a:lnTo>
                  <a:pt x="2225041" y="2766341"/>
                </a:lnTo>
                <a:cubicBezTo>
                  <a:pt x="2225290" y="2765842"/>
                  <a:pt x="2225789" y="2765593"/>
                  <a:pt x="2226287" y="2765593"/>
                </a:cubicBezTo>
                <a:lnTo>
                  <a:pt x="2247306" y="2765593"/>
                </a:lnTo>
                <a:cubicBezTo>
                  <a:pt x="2247804" y="2765593"/>
                  <a:pt x="2248303" y="2765925"/>
                  <a:pt x="2248552" y="2766341"/>
                </a:cubicBezTo>
                <a:lnTo>
                  <a:pt x="2259103" y="2784618"/>
                </a:lnTo>
                <a:cubicBezTo>
                  <a:pt x="2259353" y="2785117"/>
                  <a:pt x="2259353" y="2785698"/>
                  <a:pt x="2259103" y="2786114"/>
                </a:cubicBezTo>
                <a:lnTo>
                  <a:pt x="2248552" y="2804391"/>
                </a:lnTo>
                <a:cubicBezTo>
                  <a:pt x="2248303" y="2804889"/>
                  <a:pt x="2247804" y="2805139"/>
                  <a:pt x="2247306" y="2805139"/>
                </a:cubicBezTo>
                <a:close/>
                <a:moveTo>
                  <a:pt x="3610570" y="3176056"/>
                </a:moveTo>
                <a:cubicBezTo>
                  <a:pt x="3610072" y="3176056"/>
                  <a:pt x="3609572" y="3175723"/>
                  <a:pt x="3609323" y="3175308"/>
                </a:cubicBezTo>
                <a:lnTo>
                  <a:pt x="3598773" y="3157031"/>
                </a:lnTo>
                <a:cubicBezTo>
                  <a:pt x="3598523" y="3156532"/>
                  <a:pt x="3598524" y="3155950"/>
                  <a:pt x="3598773" y="3155535"/>
                </a:cubicBezTo>
                <a:lnTo>
                  <a:pt x="3609323" y="3137258"/>
                </a:lnTo>
                <a:cubicBezTo>
                  <a:pt x="3609573" y="3136759"/>
                  <a:pt x="3610072" y="3136510"/>
                  <a:pt x="3610570" y="3136510"/>
                </a:cubicBezTo>
                <a:lnTo>
                  <a:pt x="3631589" y="3136510"/>
                </a:lnTo>
                <a:cubicBezTo>
                  <a:pt x="3632087" y="3136510"/>
                  <a:pt x="3632586" y="3136842"/>
                  <a:pt x="3632835" y="3137258"/>
                </a:cubicBezTo>
                <a:lnTo>
                  <a:pt x="3643386" y="3155535"/>
                </a:lnTo>
                <a:cubicBezTo>
                  <a:pt x="3643635" y="3156034"/>
                  <a:pt x="3643636" y="3156615"/>
                  <a:pt x="3643385" y="3157031"/>
                </a:cubicBezTo>
                <a:lnTo>
                  <a:pt x="3632834" y="3175308"/>
                </a:lnTo>
                <a:cubicBezTo>
                  <a:pt x="3632586" y="3175806"/>
                  <a:pt x="3632086" y="3176056"/>
                  <a:pt x="3631588" y="3176056"/>
                </a:cubicBezTo>
                <a:close/>
                <a:moveTo>
                  <a:pt x="4874481" y="3514720"/>
                </a:moveTo>
                <a:cubicBezTo>
                  <a:pt x="4873983" y="3514720"/>
                  <a:pt x="4873484" y="3514387"/>
                  <a:pt x="4873235" y="3513972"/>
                </a:cubicBezTo>
                <a:lnTo>
                  <a:pt x="4862684" y="3495695"/>
                </a:lnTo>
                <a:cubicBezTo>
                  <a:pt x="4862435" y="3495196"/>
                  <a:pt x="4862435" y="3494614"/>
                  <a:pt x="4862683" y="3494199"/>
                </a:cubicBezTo>
                <a:lnTo>
                  <a:pt x="4873235" y="3475922"/>
                </a:lnTo>
                <a:cubicBezTo>
                  <a:pt x="4873484" y="3475423"/>
                  <a:pt x="4873983" y="3475174"/>
                  <a:pt x="4874481" y="3475174"/>
                </a:cubicBezTo>
                <a:lnTo>
                  <a:pt x="4895500" y="3475174"/>
                </a:lnTo>
                <a:cubicBezTo>
                  <a:pt x="4895999" y="3475174"/>
                  <a:pt x="4896497" y="3475506"/>
                  <a:pt x="4896746" y="3475922"/>
                </a:cubicBezTo>
                <a:lnTo>
                  <a:pt x="4907297" y="3494199"/>
                </a:lnTo>
                <a:cubicBezTo>
                  <a:pt x="4907547" y="3494698"/>
                  <a:pt x="4907547" y="3495279"/>
                  <a:pt x="4907297" y="3495695"/>
                </a:cubicBezTo>
                <a:lnTo>
                  <a:pt x="4896745" y="3513972"/>
                </a:lnTo>
                <a:cubicBezTo>
                  <a:pt x="4896497" y="3514470"/>
                  <a:pt x="4895999" y="3514720"/>
                  <a:pt x="4895500" y="3514720"/>
                </a:cubicBezTo>
                <a:close/>
                <a:moveTo>
                  <a:pt x="2346554" y="2837649"/>
                </a:moveTo>
                <a:cubicBezTo>
                  <a:pt x="2345973" y="2837650"/>
                  <a:pt x="2345474" y="2837400"/>
                  <a:pt x="2345225" y="2836901"/>
                </a:cubicBezTo>
                <a:lnTo>
                  <a:pt x="2334590" y="2818458"/>
                </a:lnTo>
                <a:cubicBezTo>
                  <a:pt x="2334342" y="2818043"/>
                  <a:pt x="2334341" y="2817461"/>
                  <a:pt x="2334591" y="2816962"/>
                </a:cubicBezTo>
                <a:lnTo>
                  <a:pt x="2345225" y="2798520"/>
                </a:lnTo>
                <a:cubicBezTo>
                  <a:pt x="2345557" y="2798021"/>
                  <a:pt x="2346056" y="2797771"/>
                  <a:pt x="2346554" y="2797772"/>
                </a:cubicBezTo>
                <a:lnTo>
                  <a:pt x="2367822" y="2797771"/>
                </a:lnTo>
                <a:cubicBezTo>
                  <a:pt x="2368404" y="2797772"/>
                  <a:pt x="2368903" y="2798020"/>
                  <a:pt x="2369152" y="2798520"/>
                </a:cubicBezTo>
                <a:lnTo>
                  <a:pt x="2379786" y="2816963"/>
                </a:lnTo>
                <a:cubicBezTo>
                  <a:pt x="2380034" y="2817378"/>
                  <a:pt x="2380035" y="2817959"/>
                  <a:pt x="2379785" y="2818458"/>
                </a:cubicBezTo>
                <a:lnTo>
                  <a:pt x="2369152" y="2836901"/>
                </a:lnTo>
                <a:cubicBezTo>
                  <a:pt x="2368819" y="2837400"/>
                  <a:pt x="2368321" y="2837650"/>
                  <a:pt x="2367823" y="2837649"/>
                </a:cubicBezTo>
                <a:close/>
                <a:moveTo>
                  <a:pt x="3490092" y="3144060"/>
                </a:moveTo>
                <a:cubicBezTo>
                  <a:pt x="3489511" y="3144060"/>
                  <a:pt x="3489012" y="3143811"/>
                  <a:pt x="3488763" y="3143312"/>
                </a:cubicBezTo>
                <a:lnTo>
                  <a:pt x="3478129" y="3124869"/>
                </a:lnTo>
                <a:cubicBezTo>
                  <a:pt x="3477880" y="3124453"/>
                  <a:pt x="3477880" y="3123872"/>
                  <a:pt x="3478129" y="3123373"/>
                </a:cubicBezTo>
                <a:lnTo>
                  <a:pt x="3488763" y="3104930"/>
                </a:lnTo>
                <a:cubicBezTo>
                  <a:pt x="3489095" y="3104431"/>
                  <a:pt x="3489594" y="3104182"/>
                  <a:pt x="3490092" y="3104182"/>
                </a:cubicBezTo>
                <a:lnTo>
                  <a:pt x="3511361" y="3104182"/>
                </a:lnTo>
                <a:cubicBezTo>
                  <a:pt x="3511942" y="3104182"/>
                  <a:pt x="3512441" y="3104431"/>
                  <a:pt x="3512690" y="3104930"/>
                </a:cubicBezTo>
                <a:lnTo>
                  <a:pt x="3523324" y="3123373"/>
                </a:lnTo>
                <a:cubicBezTo>
                  <a:pt x="3523573" y="3123789"/>
                  <a:pt x="3523573" y="3124370"/>
                  <a:pt x="3523324" y="3124869"/>
                </a:cubicBezTo>
                <a:lnTo>
                  <a:pt x="3512690" y="3143312"/>
                </a:lnTo>
                <a:cubicBezTo>
                  <a:pt x="3512357" y="3143811"/>
                  <a:pt x="3511859" y="3144060"/>
                  <a:pt x="3511361" y="3144060"/>
                </a:cubicBezTo>
                <a:close/>
                <a:moveTo>
                  <a:pt x="3670651" y="3192440"/>
                </a:moveTo>
                <a:cubicBezTo>
                  <a:pt x="3670070" y="3192440"/>
                  <a:pt x="3669571" y="3192191"/>
                  <a:pt x="3669322" y="3191692"/>
                </a:cubicBezTo>
                <a:lnTo>
                  <a:pt x="3658687" y="3173249"/>
                </a:lnTo>
                <a:cubicBezTo>
                  <a:pt x="3658438" y="3172833"/>
                  <a:pt x="3658438" y="3172252"/>
                  <a:pt x="3658688" y="3171753"/>
                </a:cubicBezTo>
                <a:lnTo>
                  <a:pt x="3669322" y="3153310"/>
                </a:lnTo>
                <a:cubicBezTo>
                  <a:pt x="3669654" y="3152811"/>
                  <a:pt x="3670153" y="3152562"/>
                  <a:pt x="3670651" y="3152562"/>
                </a:cubicBezTo>
                <a:lnTo>
                  <a:pt x="3691919" y="3152562"/>
                </a:lnTo>
                <a:cubicBezTo>
                  <a:pt x="3692501" y="3152562"/>
                  <a:pt x="3693000" y="3152811"/>
                  <a:pt x="3693249" y="3153310"/>
                </a:cubicBezTo>
                <a:lnTo>
                  <a:pt x="3703882" y="3171753"/>
                </a:lnTo>
                <a:cubicBezTo>
                  <a:pt x="3704131" y="3172169"/>
                  <a:pt x="3704131" y="3172750"/>
                  <a:pt x="3703882" y="3173249"/>
                </a:cubicBezTo>
                <a:lnTo>
                  <a:pt x="3693249" y="3191692"/>
                </a:lnTo>
                <a:cubicBezTo>
                  <a:pt x="3692916" y="3192191"/>
                  <a:pt x="3692418" y="3192440"/>
                  <a:pt x="3691920" y="3192440"/>
                </a:cubicBezTo>
                <a:close/>
                <a:moveTo>
                  <a:pt x="2165911" y="2789351"/>
                </a:moveTo>
                <a:cubicBezTo>
                  <a:pt x="2165330" y="2789351"/>
                  <a:pt x="2164831" y="2789102"/>
                  <a:pt x="2164582" y="2788604"/>
                </a:cubicBezTo>
                <a:lnTo>
                  <a:pt x="2153948" y="2770077"/>
                </a:lnTo>
                <a:cubicBezTo>
                  <a:pt x="2153699" y="2769661"/>
                  <a:pt x="2153699" y="2769080"/>
                  <a:pt x="2153948" y="2768581"/>
                </a:cubicBezTo>
                <a:lnTo>
                  <a:pt x="2164665" y="2750055"/>
                </a:lnTo>
                <a:cubicBezTo>
                  <a:pt x="2164998" y="2749639"/>
                  <a:pt x="2165496" y="2749307"/>
                  <a:pt x="2165995" y="2749307"/>
                </a:cubicBezTo>
                <a:lnTo>
                  <a:pt x="2187346" y="2749307"/>
                </a:lnTo>
                <a:cubicBezTo>
                  <a:pt x="2187927" y="2749307"/>
                  <a:pt x="2188426" y="2749556"/>
                  <a:pt x="2188675" y="2750055"/>
                </a:cubicBezTo>
                <a:lnTo>
                  <a:pt x="2199309" y="2768581"/>
                </a:lnTo>
                <a:cubicBezTo>
                  <a:pt x="2199559" y="2768997"/>
                  <a:pt x="2199559" y="2769578"/>
                  <a:pt x="2199309" y="2770077"/>
                </a:cubicBezTo>
                <a:lnTo>
                  <a:pt x="2188592" y="2788604"/>
                </a:lnTo>
                <a:cubicBezTo>
                  <a:pt x="2188260" y="2789019"/>
                  <a:pt x="2187761" y="2789351"/>
                  <a:pt x="2187263" y="2789351"/>
                </a:cubicBezTo>
                <a:close/>
                <a:moveTo>
                  <a:pt x="2406656" y="2853858"/>
                </a:moveTo>
                <a:cubicBezTo>
                  <a:pt x="2406075" y="2853858"/>
                  <a:pt x="2405576" y="2853609"/>
                  <a:pt x="2405326" y="2853111"/>
                </a:cubicBezTo>
                <a:lnTo>
                  <a:pt x="2394693" y="2834584"/>
                </a:lnTo>
                <a:cubicBezTo>
                  <a:pt x="2394443" y="2834168"/>
                  <a:pt x="2394444" y="2833587"/>
                  <a:pt x="2394692" y="2833088"/>
                </a:cubicBezTo>
                <a:lnTo>
                  <a:pt x="2405409" y="2814562"/>
                </a:lnTo>
                <a:cubicBezTo>
                  <a:pt x="2405743" y="2814146"/>
                  <a:pt x="2406241" y="2813814"/>
                  <a:pt x="2406740" y="2813814"/>
                </a:cubicBezTo>
                <a:lnTo>
                  <a:pt x="2428090" y="2813814"/>
                </a:lnTo>
                <a:cubicBezTo>
                  <a:pt x="2428672" y="2813814"/>
                  <a:pt x="2429171" y="2814063"/>
                  <a:pt x="2429420" y="2814562"/>
                </a:cubicBezTo>
                <a:lnTo>
                  <a:pt x="2440054" y="2833088"/>
                </a:lnTo>
                <a:cubicBezTo>
                  <a:pt x="2440303" y="2833504"/>
                  <a:pt x="2440304" y="2834085"/>
                  <a:pt x="2440054" y="2834584"/>
                </a:cubicBezTo>
                <a:lnTo>
                  <a:pt x="2429337" y="2853111"/>
                </a:lnTo>
                <a:cubicBezTo>
                  <a:pt x="2429005" y="2853526"/>
                  <a:pt x="2428505" y="2853858"/>
                  <a:pt x="2428007" y="2853858"/>
                </a:cubicBezTo>
                <a:close/>
                <a:moveTo>
                  <a:pt x="3730754" y="3208649"/>
                </a:moveTo>
                <a:cubicBezTo>
                  <a:pt x="3730172" y="3208649"/>
                  <a:pt x="3729673" y="3208400"/>
                  <a:pt x="3729424" y="3207902"/>
                </a:cubicBezTo>
                <a:lnTo>
                  <a:pt x="3718791" y="3189375"/>
                </a:lnTo>
                <a:cubicBezTo>
                  <a:pt x="3718541" y="3188959"/>
                  <a:pt x="3718542" y="3188378"/>
                  <a:pt x="3718790" y="3187879"/>
                </a:cubicBezTo>
                <a:lnTo>
                  <a:pt x="3729507" y="3169353"/>
                </a:lnTo>
                <a:cubicBezTo>
                  <a:pt x="3729840" y="3168937"/>
                  <a:pt x="3730339" y="3168605"/>
                  <a:pt x="3730838" y="3168605"/>
                </a:cubicBezTo>
                <a:lnTo>
                  <a:pt x="3752188" y="3168605"/>
                </a:lnTo>
                <a:cubicBezTo>
                  <a:pt x="3752770" y="3168605"/>
                  <a:pt x="3753269" y="3168854"/>
                  <a:pt x="3753517" y="3169353"/>
                </a:cubicBezTo>
                <a:lnTo>
                  <a:pt x="3764151" y="3187879"/>
                </a:lnTo>
                <a:cubicBezTo>
                  <a:pt x="3764401" y="3188295"/>
                  <a:pt x="3764401" y="3188876"/>
                  <a:pt x="3764152" y="3189375"/>
                </a:cubicBezTo>
                <a:lnTo>
                  <a:pt x="3753434" y="3207902"/>
                </a:lnTo>
                <a:cubicBezTo>
                  <a:pt x="3753103" y="3208317"/>
                  <a:pt x="3752603" y="3208649"/>
                  <a:pt x="3752105" y="3208649"/>
                </a:cubicBezTo>
                <a:close/>
                <a:moveTo>
                  <a:pt x="3851125" y="3240987"/>
                </a:moveTo>
                <a:cubicBezTo>
                  <a:pt x="3850544" y="3240987"/>
                  <a:pt x="3850045" y="3240736"/>
                  <a:pt x="3849796" y="3240239"/>
                </a:cubicBezTo>
                <a:lnTo>
                  <a:pt x="3839079" y="3221629"/>
                </a:lnTo>
                <a:cubicBezTo>
                  <a:pt x="3838830" y="3221214"/>
                  <a:pt x="3838830" y="3220631"/>
                  <a:pt x="3839079" y="3220134"/>
                </a:cubicBezTo>
                <a:lnTo>
                  <a:pt x="3849796" y="3201524"/>
                </a:lnTo>
                <a:cubicBezTo>
                  <a:pt x="3850128" y="3201108"/>
                  <a:pt x="3850627" y="3200775"/>
                  <a:pt x="3851125" y="3200776"/>
                </a:cubicBezTo>
                <a:lnTo>
                  <a:pt x="3872560" y="3200776"/>
                </a:lnTo>
                <a:cubicBezTo>
                  <a:pt x="3873141" y="3200776"/>
                  <a:pt x="3873640" y="3201025"/>
                  <a:pt x="3873889" y="3201524"/>
                </a:cubicBezTo>
                <a:lnTo>
                  <a:pt x="3884606" y="3220134"/>
                </a:lnTo>
                <a:cubicBezTo>
                  <a:pt x="3884855" y="3220549"/>
                  <a:pt x="3884855" y="3221130"/>
                  <a:pt x="3884606" y="3221629"/>
                </a:cubicBezTo>
                <a:lnTo>
                  <a:pt x="3873889" y="3240238"/>
                </a:lnTo>
                <a:cubicBezTo>
                  <a:pt x="3873557" y="3240654"/>
                  <a:pt x="3873058" y="3240986"/>
                  <a:pt x="3872560" y="3240987"/>
                </a:cubicBezTo>
                <a:close/>
                <a:moveTo>
                  <a:pt x="3790857" y="3224942"/>
                </a:moveTo>
                <a:cubicBezTo>
                  <a:pt x="3790276" y="3224942"/>
                  <a:pt x="3789778" y="3224693"/>
                  <a:pt x="3789527" y="3224195"/>
                </a:cubicBezTo>
                <a:lnTo>
                  <a:pt x="3778728" y="3205502"/>
                </a:lnTo>
                <a:cubicBezTo>
                  <a:pt x="3778478" y="3205087"/>
                  <a:pt x="3778479" y="3204505"/>
                  <a:pt x="3778727" y="3204006"/>
                </a:cubicBezTo>
                <a:lnTo>
                  <a:pt x="3789528" y="3185314"/>
                </a:lnTo>
                <a:cubicBezTo>
                  <a:pt x="3789777" y="3184898"/>
                  <a:pt x="3790358" y="3184566"/>
                  <a:pt x="3790857" y="3184566"/>
                </a:cubicBezTo>
                <a:lnTo>
                  <a:pt x="3812457" y="3184566"/>
                </a:lnTo>
                <a:cubicBezTo>
                  <a:pt x="3813039" y="3184566"/>
                  <a:pt x="3813537" y="3184815"/>
                  <a:pt x="3813787" y="3185314"/>
                </a:cubicBezTo>
                <a:lnTo>
                  <a:pt x="3824587" y="3204006"/>
                </a:lnTo>
                <a:cubicBezTo>
                  <a:pt x="3824836" y="3204422"/>
                  <a:pt x="3824836" y="3205003"/>
                  <a:pt x="3824588" y="3205502"/>
                </a:cubicBezTo>
                <a:lnTo>
                  <a:pt x="3813786" y="3224195"/>
                </a:lnTo>
                <a:cubicBezTo>
                  <a:pt x="3813538" y="3224610"/>
                  <a:pt x="3812955" y="3224942"/>
                  <a:pt x="3812457" y="3224942"/>
                </a:cubicBezTo>
                <a:close/>
                <a:moveTo>
                  <a:pt x="4994582" y="3547479"/>
                </a:moveTo>
                <a:cubicBezTo>
                  <a:pt x="4994000" y="3547479"/>
                  <a:pt x="4993502" y="3547230"/>
                  <a:pt x="4993253" y="3546732"/>
                </a:cubicBezTo>
                <a:lnTo>
                  <a:pt x="4982453" y="3528039"/>
                </a:lnTo>
                <a:cubicBezTo>
                  <a:pt x="4982204" y="3527624"/>
                  <a:pt x="4982203" y="3527042"/>
                  <a:pt x="4982453" y="3526543"/>
                </a:cubicBezTo>
                <a:lnTo>
                  <a:pt x="4993252" y="3507851"/>
                </a:lnTo>
                <a:cubicBezTo>
                  <a:pt x="4993502" y="3507435"/>
                  <a:pt x="4994084" y="3507103"/>
                  <a:pt x="4994582" y="3507103"/>
                </a:cubicBezTo>
                <a:lnTo>
                  <a:pt x="5016183" y="3507103"/>
                </a:lnTo>
                <a:cubicBezTo>
                  <a:pt x="5016764" y="3507103"/>
                  <a:pt x="5017262" y="3507352"/>
                  <a:pt x="5017512" y="3507851"/>
                </a:cubicBezTo>
                <a:lnTo>
                  <a:pt x="5028312" y="3526543"/>
                </a:lnTo>
                <a:cubicBezTo>
                  <a:pt x="5028562" y="3526959"/>
                  <a:pt x="5028561" y="3527540"/>
                  <a:pt x="5028313" y="3528039"/>
                </a:cubicBezTo>
                <a:lnTo>
                  <a:pt x="5017512" y="3546732"/>
                </a:lnTo>
                <a:cubicBezTo>
                  <a:pt x="5017263" y="3547147"/>
                  <a:pt x="5016681" y="3547479"/>
                  <a:pt x="5016183" y="3547479"/>
                </a:cubicBezTo>
                <a:close/>
                <a:moveTo>
                  <a:pt x="2466758" y="2870247"/>
                </a:moveTo>
                <a:cubicBezTo>
                  <a:pt x="2466177" y="2870247"/>
                  <a:pt x="2465678" y="2869997"/>
                  <a:pt x="2465429" y="2869499"/>
                </a:cubicBezTo>
                <a:lnTo>
                  <a:pt x="2454629" y="2850723"/>
                </a:lnTo>
                <a:cubicBezTo>
                  <a:pt x="2454380" y="2850308"/>
                  <a:pt x="2454380" y="2849726"/>
                  <a:pt x="2454629" y="2849228"/>
                </a:cubicBezTo>
                <a:lnTo>
                  <a:pt x="2465429" y="2830452"/>
                </a:lnTo>
                <a:cubicBezTo>
                  <a:pt x="2465678" y="2830036"/>
                  <a:pt x="2466260" y="2829704"/>
                  <a:pt x="2466758" y="2829704"/>
                </a:cubicBezTo>
                <a:lnTo>
                  <a:pt x="2488442" y="2829704"/>
                </a:lnTo>
                <a:cubicBezTo>
                  <a:pt x="2489024" y="2829704"/>
                  <a:pt x="2489522" y="2829953"/>
                  <a:pt x="2489771" y="2830452"/>
                </a:cubicBezTo>
                <a:lnTo>
                  <a:pt x="2500572" y="2849228"/>
                </a:lnTo>
                <a:cubicBezTo>
                  <a:pt x="2500821" y="2849643"/>
                  <a:pt x="2500821" y="2850225"/>
                  <a:pt x="2500572" y="2850723"/>
                </a:cubicBezTo>
                <a:lnTo>
                  <a:pt x="2489771" y="2869499"/>
                </a:lnTo>
                <a:cubicBezTo>
                  <a:pt x="2489522" y="2869914"/>
                  <a:pt x="2488940" y="2870247"/>
                  <a:pt x="2488442" y="2870247"/>
                </a:cubicBezTo>
                <a:close/>
                <a:moveTo>
                  <a:pt x="2045385" y="2757433"/>
                </a:moveTo>
                <a:cubicBezTo>
                  <a:pt x="2044803" y="2757433"/>
                  <a:pt x="2044305" y="2757184"/>
                  <a:pt x="2044056" y="2756685"/>
                </a:cubicBezTo>
                <a:lnTo>
                  <a:pt x="2033172" y="2737826"/>
                </a:lnTo>
                <a:cubicBezTo>
                  <a:pt x="2032923" y="2737328"/>
                  <a:pt x="2032923" y="2736746"/>
                  <a:pt x="2033172" y="2736248"/>
                </a:cubicBezTo>
                <a:lnTo>
                  <a:pt x="2044056" y="2717389"/>
                </a:lnTo>
                <a:cubicBezTo>
                  <a:pt x="2044305" y="2716973"/>
                  <a:pt x="2044803" y="2716641"/>
                  <a:pt x="2045385" y="2716641"/>
                </a:cubicBezTo>
                <a:lnTo>
                  <a:pt x="2067151" y="2716641"/>
                </a:lnTo>
                <a:cubicBezTo>
                  <a:pt x="2067733" y="2716641"/>
                  <a:pt x="2068231" y="2716890"/>
                  <a:pt x="2068480" y="2717389"/>
                </a:cubicBezTo>
                <a:lnTo>
                  <a:pt x="2079364" y="2736248"/>
                </a:lnTo>
                <a:cubicBezTo>
                  <a:pt x="2079613" y="2736746"/>
                  <a:pt x="2079613" y="2737328"/>
                  <a:pt x="2079364" y="2737826"/>
                </a:cubicBezTo>
                <a:lnTo>
                  <a:pt x="2068480" y="2756685"/>
                </a:lnTo>
                <a:cubicBezTo>
                  <a:pt x="2068231" y="2757101"/>
                  <a:pt x="2067733" y="2757433"/>
                  <a:pt x="2067151" y="2757433"/>
                </a:cubicBezTo>
                <a:close/>
                <a:moveTo>
                  <a:pt x="2105571" y="2773559"/>
                </a:moveTo>
                <a:cubicBezTo>
                  <a:pt x="2104989" y="2773559"/>
                  <a:pt x="2104490" y="2773310"/>
                  <a:pt x="2104241" y="2772811"/>
                </a:cubicBezTo>
                <a:lnTo>
                  <a:pt x="2093358" y="2753953"/>
                </a:lnTo>
                <a:cubicBezTo>
                  <a:pt x="2093109" y="2753454"/>
                  <a:pt x="2093109" y="2752873"/>
                  <a:pt x="2093358" y="2752375"/>
                </a:cubicBezTo>
                <a:lnTo>
                  <a:pt x="2104241" y="2733515"/>
                </a:lnTo>
                <a:cubicBezTo>
                  <a:pt x="2104490" y="2733099"/>
                  <a:pt x="2104989" y="2732768"/>
                  <a:pt x="2105571" y="2732767"/>
                </a:cubicBezTo>
                <a:lnTo>
                  <a:pt x="2127337" y="2732767"/>
                </a:lnTo>
                <a:cubicBezTo>
                  <a:pt x="2127919" y="2732767"/>
                  <a:pt x="2128417" y="2733016"/>
                  <a:pt x="2128667" y="2733516"/>
                </a:cubicBezTo>
                <a:lnTo>
                  <a:pt x="2139550" y="2752374"/>
                </a:lnTo>
                <a:cubicBezTo>
                  <a:pt x="2139799" y="2752873"/>
                  <a:pt x="2139799" y="2753454"/>
                  <a:pt x="2139550" y="2753952"/>
                </a:cubicBezTo>
                <a:lnTo>
                  <a:pt x="2128667" y="2772811"/>
                </a:lnTo>
                <a:cubicBezTo>
                  <a:pt x="2128417" y="2773228"/>
                  <a:pt x="2127919" y="2773559"/>
                  <a:pt x="2127337" y="2773560"/>
                </a:cubicBezTo>
                <a:close/>
                <a:moveTo>
                  <a:pt x="5054425" y="3564186"/>
                </a:moveTo>
                <a:cubicBezTo>
                  <a:pt x="5053926" y="3564186"/>
                  <a:pt x="5053346" y="3563938"/>
                  <a:pt x="5053095" y="3563439"/>
                </a:cubicBezTo>
                <a:lnTo>
                  <a:pt x="5042046" y="3544247"/>
                </a:lnTo>
                <a:cubicBezTo>
                  <a:pt x="5041798" y="3543749"/>
                  <a:pt x="5041798" y="3543168"/>
                  <a:pt x="5042047" y="3542670"/>
                </a:cubicBezTo>
                <a:lnTo>
                  <a:pt x="5053178" y="3523478"/>
                </a:lnTo>
                <a:cubicBezTo>
                  <a:pt x="5053429" y="3523063"/>
                  <a:pt x="5053927" y="3522730"/>
                  <a:pt x="5054509" y="3522731"/>
                </a:cubicBezTo>
                <a:lnTo>
                  <a:pt x="5076690" y="3522730"/>
                </a:lnTo>
                <a:cubicBezTo>
                  <a:pt x="5077188" y="3522730"/>
                  <a:pt x="5077771" y="3522979"/>
                  <a:pt x="5078020" y="3523479"/>
                </a:cubicBezTo>
                <a:lnTo>
                  <a:pt x="5089070" y="3542669"/>
                </a:lnTo>
                <a:cubicBezTo>
                  <a:pt x="5089319" y="3543167"/>
                  <a:pt x="5089319" y="3543749"/>
                  <a:pt x="5089070" y="3544247"/>
                </a:cubicBezTo>
                <a:lnTo>
                  <a:pt x="5077937" y="3563439"/>
                </a:lnTo>
                <a:cubicBezTo>
                  <a:pt x="5077688" y="3563854"/>
                  <a:pt x="5077189" y="3564187"/>
                  <a:pt x="5076608" y="3564186"/>
                </a:cubicBezTo>
                <a:close/>
                <a:moveTo>
                  <a:pt x="3910887" y="3257860"/>
                </a:moveTo>
                <a:cubicBezTo>
                  <a:pt x="3910388" y="3257860"/>
                  <a:pt x="3909807" y="3257611"/>
                  <a:pt x="3909557" y="3257112"/>
                </a:cubicBezTo>
                <a:lnTo>
                  <a:pt x="3898425" y="3237838"/>
                </a:lnTo>
                <a:cubicBezTo>
                  <a:pt x="3898176" y="3237339"/>
                  <a:pt x="3898176" y="3236758"/>
                  <a:pt x="3898425" y="3236259"/>
                </a:cubicBezTo>
                <a:lnTo>
                  <a:pt x="3909557" y="3216985"/>
                </a:lnTo>
                <a:cubicBezTo>
                  <a:pt x="3909807" y="3216569"/>
                  <a:pt x="3910305" y="3216237"/>
                  <a:pt x="3910887" y="3216237"/>
                </a:cubicBezTo>
                <a:lnTo>
                  <a:pt x="3933152" y="3216237"/>
                </a:lnTo>
                <a:cubicBezTo>
                  <a:pt x="3933650" y="3216237"/>
                  <a:pt x="3934232" y="3216486"/>
                  <a:pt x="3934481" y="3216985"/>
                </a:cubicBezTo>
                <a:lnTo>
                  <a:pt x="3945614" y="3236259"/>
                </a:lnTo>
                <a:cubicBezTo>
                  <a:pt x="3945863" y="3236758"/>
                  <a:pt x="3945863" y="3237339"/>
                  <a:pt x="3945614" y="3237838"/>
                </a:cubicBezTo>
                <a:lnTo>
                  <a:pt x="3934481" y="3257112"/>
                </a:lnTo>
                <a:cubicBezTo>
                  <a:pt x="3934232" y="3257527"/>
                  <a:pt x="3933734" y="3257860"/>
                  <a:pt x="3933152" y="3257860"/>
                </a:cubicBezTo>
                <a:close/>
                <a:moveTo>
                  <a:pt x="4264351" y="3394903"/>
                </a:moveTo>
                <a:cubicBezTo>
                  <a:pt x="4264102" y="3394903"/>
                  <a:pt x="4263770" y="3394572"/>
                  <a:pt x="4263770" y="3394572"/>
                </a:cubicBezTo>
                <a:lnTo>
                  <a:pt x="4259034" y="3386264"/>
                </a:lnTo>
                <a:cubicBezTo>
                  <a:pt x="4258952" y="3386098"/>
                  <a:pt x="4259035" y="3385599"/>
                  <a:pt x="4259035" y="3385599"/>
                </a:cubicBezTo>
                <a:lnTo>
                  <a:pt x="4263854" y="3377291"/>
                </a:lnTo>
                <a:cubicBezTo>
                  <a:pt x="4263936" y="3377124"/>
                  <a:pt x="4264434" y="3376958"/>
                  <a:pt x="4264434" y="3376958"/>
                </a:cubicBezTo>
                <a:lnTo>
                  <a:pt x="4273988" y="3376958"/>
                </a:lnTo>
                <a:cubicBezTo>
                  <a:pt x="4274237" y="3376959"/>
                  <a:pt x="4274571" y="3377291"/>
                  <a:pt x="4274571" y="3377291"/>
                </a:cubicBezTo>
                <a:lnTo>
                  <a:pt x="4279305" y="3385598"/>
                </a:lnTo>
                <a:cubicBezTo>
                  <a:pt x="4279389" y="3385765"/>
                  <a:pt x="4279306" y="3386264"/>
                  <a:pt x="4279306" y="3386264"/>
                </a:cubicBezTo>
                <a:lnTo>
                  <a:pt x="4274488" y="3394572"/>
                </a:lnTo>
                <a:cubicBezTo>
                  <a:pt x="4274405" y="3394737"/>
                  <a:pt x="4273906" y="3394903"/>
                  <a:pt x="4273906" y="3394903"/>
                </a:cubicBezTo>
                <a:close/>
                <a:moveTo>
                  <a:pt x="2638897" y="2960308"/>
                </a:moveTo>
                <a:cubicBezTo>
                  <a:pt x="2638648" y="2960308"/>
                  <a:pt x="2638234" y="2959975"/>
                  <a:pt x="2638234" y="2959975"/>
                </a:cubicBezTo>
                <a:lnTo>
                  <a:pt x="2632999" y="2950920"/>
                </a:lnTo>
                <a:cubicBezTo>
                  <a:pt x="2632833" y="2950670"/>
                  <a:pt x="2632999" y="2950172"/>
                  <a:pt x="2632999" y="2950172"/>
                </a:cubicBezTo>
                <a:lnTo>
                  <a:pt x="2638234" y="2941116"/>
                </a:lnTo>
                <a:cubicBezTo>
                  <a:pt x="2638400" y="2940950"/>
                  <a:pt x="2638898" y="2940784"/>
                  <a:pt x="2638898" y="2940784"/>
                </a:cubicBezTo>
                <a:lnTo>
                  <a:pt x="2649365" y="2940784"/>
                </a:lnTo>
                <a:cubicBezTo>
                  <a:pt x="2649615" y="2940784"/>
                  <a:pt x="2650031" y="2941116"/>
                  <a:pt x="2650031" y="2941116"/>
                </a:cubicBezTo>
                <a:lnTo>
                  <a:pt x="2655265" y="2950172"/>
                </a:lnTo>
                <a:cubicBezTo>
                  <a:pt x="2655431" y="2950421"/>
                  <a:pt x="2655264" y="2950920"/>
                  <a:pt x="2655264" y="2950920"/>
                </a:cubicBezTo>
                <a:lnTo>
                  <a:pt x="2650031" y="2959975"/>
                </a:lnTo>
                <a:cubicBezTo>
                  <a:pt x="2649864" y="2960141"/>
                  <a:pt x="2649366" y="2960308"/>
                  <a:pt x="2649366" y="2960308"/>
                </a:cubicBezTo>
                <a:close/>
                <a:moveTo>
                  <a:pt x="1915271" y="2769448"/>
                </a:moveTo>
                <a:cubicBezTo>
                  <a:pt x="1914939" y="2769448"/>
                  <a:pt x="1914441" y="2768949"/>
                  <a:pt x="1914441" y="2768949"/>
                </a:cubicBezTo>
                <a:lnTo>
                  <a:pt x="1907795" y="2757401"/>
                </a:lnTo>
                <a:cubicBezTo>
                  <a:pt x="1907628" y="2757152"/>
                  <a:pt x="1907794" y="2756488"/>
                  <a:pt x="1907794" y="2756488"/>
                </a:cubicBezTo>
                <a:lnTo>
                  <a:pt x="1914440" y="2744939"/>
                </a:lnTo>
                <a:cubicBezTo>
                  <a:pt x="1914607" y="2744607"/>
                  <a:pt x="1915272" y="2744441"/>
                  <a:pt x="1915272" y="2744441"/>
                </a:cubicBezTo>
                <a:lnTo>
                  <a:pt x="1928564" y="2744441"/>
                </a:lnTo>
                <a:cubicBezTo>
                  <a:pt x="1928896" y="2744441"/>
                  <a:pt x="1929396" y="2744939"/>
                  <a:pt x="1929396" y="2744939"/>
                </a:cubicBezTo>
                <a:lnTo>
                  <a:pt x="1936041" y="2756488"/>
                </a:lnTo>
                <a:cubicBezTo>
                  <a:pt x="1936208" y="2756737"/>
                  <a:pt x="1936042" y="2757401"/>
                  <a:pt x="1936042" y="2757401"/>
                </a:cubicBezTo>
                <a:lnTo>
                  <a:pt x="1929396" y="2768949"/>
                </a:lnTo>
                <a:cubicBezTo>
                  <a:pt x="1929228" y="2769282"/>
                  <a:pt x="1928564" y="2769448"/>
                  <a:pt x="1928564" y="2769448"/>
                </a:cubicBezTo>
                <a:close/>
                <a:moveTo>
                  <a:pt x="3959931" y="3320832"/>
                </a:moveTo>
                <a:cubicBezTo>
                  <a:pt x="3959515" y="3320832"/>
                  <a:pt x="3958934" y="3320250"/>
                  <a:pt x="3958934" y="3320250"/>
                </a:cubicBezTo>
                <a:lnTo>
                  <a:pt x="3950626" y="3305877"/>
                </a:lnTo>
                <a:cubicBezTo>
                  <a:pt x="3950377" y="3305545"/>
                  <a:pt x="3950626" y="3304714"/>
                  <a:pt x="3950626" y="3304714"/>
                </a:cubicBezTo>
                <a:lnTo>
                  <a:pt x="3958935" y="3290342"/>
                </a:lnTo>
                <a:cubicBezTo>
                  <a:pt x="3959100" y="3290009"/>
                  <a:pt x="3959931" y="3289760"/>
                  <a:pt x="3959931" y="3289760"/>
                </a:cubicBezTo>
                <a:lnTo>
                  <a:pt x="3976546" y="3289760"/>
                </a:lnTo>
                <a:cubicBezTo>
                  <a:pt x="3976963" y="3289760"/>
                  <a:pt x="3977543" y="3290342"/>
                  <a:pt x="3977543" y="3290342"/>
                </a:cubicBezTo>
                <a:lnTo>
                  <a:pt x="3985852" y="3304714"/>
                </a:lnTo>
                <a:cubicBezTo>
                  <a:pt x="3986100" y="3305047"/>
                  <a:pt x="3985851" y="3305877"/>
                  <a:pt x="3985851" y="3305877"/>
                </a:cubicBezTo>
                <a:lnTo>
                  <a:pt x="3977543" y="3320250"/>
                </a:lnTo>
                <a:cubicBezTo>
                  <a:pt x="3977377" y="3320582"/>
                  <a:pt x="3976546" y="3320832"/>
                  <a:pt x="3976546" y="3320832"/>
                </a:cubicBezTo>
                <a:close/>
                <a:moveTo>
                  <a:pt x="47482" y="2273167"/>
                </a:moveTo>
                <a:cubicBezTo>
                  <a:pt x="46984" y="2273167"/>
                  <a:pt x="46402" y="2272585"/>
                  <a:pt x="46402" y="2272585"/>
                </a:cubicBezTo>
                <a:lnTo>
                  <a:pt x="37845" y="2257714"/>
                </a:lnTo>
                <a:cubicBezTo>
                  <a:pt x="37597" y="2257298"/>
                  <a:pt x="37846" y="2256469"/>
                  <a:pt x="37846" y="2256469"/>
                </a:cubicBezTo>
                <a:lnTo>
                  <a:pt x="46485" y="2241597"/>
                </a:lnTo>
                <a:cubicBezTo>
                  <a:pt x="46735" y="2241264"/>
                  <a:pt x="47150" y="2241015"/>
                  <a:pt x="47566" y="2241015"/>
                </a:cubicBezTo>
                <a:lnTo>
                  <a:pt x="64763" y="2241015"/>
                </a:lnTo>
                <a:cubicBezTo>
                  <a:pt x="65262" y="2241015"/>
                  <a:pt x="65843" y="2241597"/>
                  <a:pt x="65843" y="2241597"/>
                </a:cubicBezTo>
                <a:lnTo>
                  <a:pt x="74401" y="2256468"/>
                </a:lnTo>
                <a:cubicBezTo>
                  <a:pt x="74650" y="2256883"/>
                  <a:pt x="74401" y="2257714"/>
                  <a:pt x="74401" y="2257714"/>
                </a:cubicBezTo>
                <a:lnTo>
                  <a:pt x="65760" y="2272585"/>
                </a:lnTo>
                <a:cubicBezTo>
                  <a:pt x="65510" y="2272917"/>
                  <a:pt x="65095" y="2273167"/>
                  <a:pt x="64680" y="2273167"/>
                </a:cubicBezTo>
                <a:close/>
                <a:moveTo>
                  <a:pt x="107441" y="2289795"/>
                </a:moveTo>
                <a:cubicBezTo>
                  <a:pt x="107026" y="2289795"/>
                  <a:pt x="106361" y="2289130"/>
                  <a:pt x="106361" y="2289130"/>
                </a:cubicBezTo>
                <a:lnTo>
                  <a:pt x="97555" y="2273760"/>
                </a:lnTo>
                <a:cubicBezTo>
                  <a:pt x="97306" y="2273345"/>
                  <a:pt x="97556" y="2272514"/>
                  <a:pt x="97556" y="2272514"/>
                </a:cubicBezTo>
                <a:lnTo>
                  <a:pt x="106444" y="2257145"/>
                </a:lnTo>
                <a:cubicBezTo>
                  <a:pt x="106694" y="2256729"/>
                  <a:pt x="107109" y="2256480"/>
                  <a:pt x="107524" y="2256480"/>
                </a:cubicBezTo>
                <a:lnTo>
                  <a:pt x="125220" y="2256480"/>
                </a:lnTo>
                <a:cubicBezTo>
                  <a:pt x="125635" y="2256480"/>
                  <a:pt x="126300" y="2257145"/>
                  <a:pt x="126300" y="2257145"/>
                </a:cubicBezTo>
                <a:lnTo>
                  <a:pt x="135107" y="2272514"/>
                </a:lnTo>
                <a:cubicBezTo>
                  <a:pt x="135356" y="2272930"/>
                  <a:pt x="135107" y="2273760"/>
                  <a:pt x="135107" y="2273760"/>
                </a:cubicBezTo>
                <a:lnTo>
                  <a:pt x="126217" y="2289130"/>
                </a:lnTo>
                <a:cubicBezTo>
                  <a:pt x="125969" y="2289546"/>
                  <a:pt x="125552" y="2289795"/>
                  <a:pt x="125137" y="2289795"/>
                </a:cubicBezTo>
                <a:close/>
                <a:moveTo>
                  <a:pt x="3176855" y="3112525"/>
                </a:moveTo>
                <a:cubicBezTo>
                  <a:pt x="3176440" y="3112524"/>
                  <a:pt x="3175776" y="3111861"/>
                  <a:pt x="3175776" y="3111861"/>
                </a:cubicBezTo>
                <a:lnTo>
                  <a:pt x="3166803" y="3096242"/>
                </a:lnTo>
                <a:cubicBezTo>
                  <a:pt x="3166555" y="3095909"/>
                  <a:pt x="3166804" y="3094995"/>
                  <a:pt x="3166804" y="3094995"/>
                </a:cubicBezTo>
                <a:lnTo>
                  <a:pt x="3175775" y="3079377"/>
                </a:lnTo>
                <a:cubicBezTo>
                  <a:pt x="3176024" y="3078961"/>
                  <a:pt x="3176440" y="3078712"/>
                  <a:pt x="3176855" y="3078712"/>
                </a:cubicBezTo>
                <a:lnTo>
                  <a:pt x="3194883" y="3078711"/>
                </a:lnTo>
                <a:cubicBezTo>
                  <a:pt x="3195299" y="3078712"/>
                  <a:pt x="3195963" y="3079377"/>
                  <a:pt x="3195963" y="3079377"/>
                </a:cubicBezTo>
                <a:lnTo>
                  <a:pt x="3204936" y="3094994"/>
                </a:lnTo>
                <a:cubicBezTo>
                  <a:pt x="3205185" y="3095327"/>
                  <a:pt x="3204936" y="3096241"/>
                  <a:pt x="3204936" y="3096241"/>
                </a:cubicBezTo>
                <a:lnTo>
                  <a:pt x="3195963" y="3111861"/>
                </a:lnTo>
                <a:cubicBezTo>
                  <a:pt x="3195715" y="3112276"/>
                  <a:pt x="3195299" y="3112525"/>
                  <a:pt x="3194883" y="3112525"/>
                </a:cubicBezTo>
                <a:close/>
                <a:moveTo>
                  <a:pt x="167285" y="2306586"/>
                </a:moveTo>
                <a:cubicBezTo>
                  <a:pt x="166786" y="2306586"/>
                  <a:pt x="166122" y="2305921"/>
                  <a:pt x="166122" y="2305921"/>
                </a:cubicBezTo>
                <a:lnTo>
                  <a:pt x="156900" y="2289970"/>
                </a:lnTo>
                <a:cubicBezTo>
                  <a:pt x="156650" y="2289554"/>
                  <a:pt x="156900" y="2288640"/>
                  <a:pt x="156900" y="2288640"/>
                </a:cubicBezTo>
                <a:lnTo>
                  <a:pt x="166123" y="2272690"/>
                </a:lnTo>
                <a:cubicBezTo>
                  <a:pt x="166371" y="2272274"/>
                  <a:pt x="166786" y="2272025"/>
                  <a:pt x="167285" y="2272025"/>
                </a:cubicBezTo>
                <a:lnTo>
                  <a:pt x="185728" y="2272025"/>
                </a:lnTo>
                <a:cubicBezTo>
                  <a:pt x="186227" y="2272024"/>
                  <a:pt x="186891" y="2272690"/>
                  <a:pt x="186891" y="2272690"/>
                </a:cubicBezTo>
                <a:lnTo>
                  <a:pt x="196113" y="2288641"/>
                </a:lnTo>
                <a:cubicBezTo>
                  <a:pt x="196362" y="2289055"/>
                  <a:pt x="196113" y="2289970"/>
                  <a:pt x="196113" y="2289970"/>
                </a:cubicBezTo>
                <a:lnTo>
                  <a:pt x="186891" y="2305921"/>
                </a:lnTo>
                <a:cubicBezTo>
                  <a:pt x="186643" y="2306336"/>
                  <a:pt x="186227" y="2306586"/>
                  <a:pt x="185728" y="2306585"/>
                </a:cubicBezTo>
                <a:close/>
                <a:moveTo>
                  <a:pt x="227472" y="2322713"/>
                </a:moveTo>
                <a:cubicBezTo>
                  <a:pt x="226973" y="2322713"/>
                  <a:pt x="226309" y="2322048"/>
                  <a:pt x="226309" y="2322048"/>
                </a:cubicBezTo>
                <a:lnTo>
                  <a:pt x="217087" y="2306097"/>
                </a:lnTo>
                <a:cubicBezTo>
                  <a:pt x="216837" y="2305681"/>
                  <a:pt x="217087" y="2304768"/>
                  <a:pt x="217087" y="2304768"/>
                </a:cubicBezTo>
                <a:lnTo>
                  <a:pt x="226309" y="2288817"/>
                </a:lnTo>
                <a:cubicBezTo>
                  <a:pt x="226558" y="2288401"/>
                  <a:pt x="226973" y="2288152"/>
                  <a:pt x="227472" y="2288152"/>
                </a:cubicBezTo>
                <a:lnTo>
                  <a:pt x="245915" y="2288152"/>
                </a:lnTo>
                <a:cubicBezTo>
                  <a:pt x="246414" y="2288151"/>
                  <a:pt x="247078" y="2288817"/>
                  <a:pt x="247078" y="2288817"/>
                </a:cubicBezTo>
                <a:lnTo>
                  <a:pt x="256300" y="2304768"/>
                </a:lnTo>
                <a:cubicBezTo>
                  <a:pt x="256549" y="2305182"/>
                  <a:pt x="256300" y="2306097"/>
                  <a:pt x="256300" y="2306097"/>
                </a:cubicBezTo>
                <a:lnTo>
                  <a:pt x="247078" y="2322048"/>
                </a:lnTo>
                <a:cubicBezTo>
                  <a:pt x="246829" y="2322463"/>
                  <a:pt x="246413" y="2322713"/>
                  <a:pt x="245915" y="2322712"/>
                </a:cubicBezTo>
                <a:close/>
                <a:moveTo>
                  <a:pt x="347843" y="2355059"/>
                </a:moveTo>
                <a:cubicBezTo>
                  <a:pt x="347344" y="2355059"/>
                  <a:pt x="346679" y="2354395"/>
                  <a:pt x="346679" y="2354395"/>
                </a:cubicBezTo>
                <a:lnTo>
                  <a:pt x="337457" y="2338360"/>
                </a:lnTo>
                <a:cubicBezTo>
                  <a:pt x="337208" y="2337945"/>
                  <a:pt x="337458" y="2337031"/>
                  <a:pt x="337458" y="2337031"/>
                </a:cubicBezTo>
                <a:lnTo>
                  <a:pt x="346679" y="2320997"/>
                </a:lnTo>
                <a:cubicBezTo>
                  <a:pt x="346928" y="2320581"/>
                  <a:pt x="347344" y="2320332"/>
                  <a:pt x="347843" y="2320332"/>
                </a:cubicBezTo>
                <a:lnTo>
                  <a:pt x="366368" y="2320332"/>
                </a:lnTo>
                <a:cubicBezTo>
                  <a:pt x="366867" y="2320332"/>
                  <a:pt x="367532" y="2320997"/>
                  <a:pt x="367532" y="2320997"/>
                </a:cubicBezTo>
                <a:lnTo>
                  <a:pt x="376754" y="2337031"/>
                </a:lnTo>
                <a:cubicBezTo>
                  <a:pt x="377003" y="2337446"/>
                  <a:pt x="376753" y="2338360"/>
                  <a:pt x="376753" y="2338360"/>
                </a:cubicBezTo>
                <a:lnTo>
                  <a:pt x="367531" y="2354395"/>
                </a:lnTo>
                <a:cubicBezTo>
                  <a:pt x="367283" y="2354810"/>
                  <a:pt x="366867" y="2355059"/>
                  <a:pt x="366368" y="2355059"/>
                </a:cubicBezTo>
                <a:close/>
                <a:moveTo>
                  <a:pt x="407947" y="2371258"/>
                </a:moveTo>
                <a:cubicBezTo>
                  <a:pt x="407448" y="2371258"/>
                  <a:pt x="406782" y="2370594"/>
                  <a:pt x="406782" y="2370594"/>
                </a:cubicBezTo>
                <a:lnTo>
                  <a:pt x="397479" y="2354476"/>
                </a:lnTo>
                <a:cubicBezTo>
                  <a:pt x="397230" y="2354061"/>
                  <a:pt x="397479" y="2353147"/>
                  <a:pt x="397479" y="2353147"/>
                </a:cubicBezTo>
                <a:lnTo>
                  <a:pt x="406782" y="2337030"/>
                </a:lnTo>
                <a:cubicBezTo>
                  <a:pt x="407032" y="2336614"/>
                  <a:pt x="407448" y="2336365"/>
                  <a:pt x="407947" y="2336365"/>
                </a:cubicBezTo>
                <a:lnTo>
                  <a:pt x="426555" y="2336365"/>
                </a:lnTo>
                <a:cubicBezTo>
                  <a:pt x="427054" y="2336365"/>
                  <a:pt x="427720" y="2337030"/>
                  <a:pt x="427720" y="2337030"/>
                </a:cubicBezTo>
                <a:lnTo>
                  <a:pt x="437023" y="2353147"/>
                </a:lnTo>
                <a:cubicBezTo>
                  <a:pt x="437272" y="2353562"/>
                  <a:pt x="437023" y="2354476"/>
                  <a:pt x="437023" y="2354476"/>
                </a:cubicBezTo>
                <a:lnTo>
                  <a:pt x="427720" y="2370594"/>
                </a:lnTo>
                <a:cubicBezTo>
                  <a:pt x="427470" y="2371009"/>
                  <a:pt x="427054" y="2371258"/>
                  <a:pt x="426555" y="2371258"/>
                </a:cubicBezTo>
                <a:close/>
                <a:moveTo>
                  <a:pt x="1069995" y="2548653"/>
                </a:moveTo>
                <a:cubicBezTo>
                  <a:pt x="1069496" y="2548653"/>
                  <a:pt x="1068831" y="2547989"/>
                  <a:pt x="1068831" y="2547989"/>
                </a:cubicBezTo>
                <a:lnTo>
                  <a:pt x="1059527" y="2531871"/>
                </a:lnTo>
                <a:cubicBezTo>
                  <a:pt x="1059278" y="2531456"/>
                  <a:pt x="1059527" y="2530542"/>
                  <a:pt x="1059527" y="2530542"/>
                </a:cubicBezTo>
                <a:lnTo>
                  <a:pt x="1068831" y="2514425"/>
                </a:lnTo>
                <a:cubicBezTo>
                  <a:pt x="1069081" y="2514009"/>
                  <a:pt x="1069496" y="2513760"/>
                  <a:pt x="1069995" y="2513760"/>
                </a:cubicBezTo>
                <a:lnTo>
                  <a:pt x="1088604" y="2513760"/>
                </a:lnTo>
                <a:cubicBezTo>
                  <a:pt x="1089103" y="2513760"/>
                  <a:pt x="1089768" y="2514425"/>
                  <a:pt x="1089768" y="2514425"/>
                </a:cubicBezTo>
                <a:lnTo>
                  <a:pt x="1099072" y="2530543"/>
                </a:lnTo>
                <a:cubicBezTo>
                  <a:pt x="1099321" y="2530957"/>
                  <a:pt x="1099072" y="2531871"/>
                  <a:pt x="1099072" y="2531871"/>
                </a:cubicBezTo>
                <a:lnTo>
                  <a:pt x="1089768" y="2547989"/>
                </a:lnTo>
                <a:cubicBezTo>
                  <a:pt x="1089518" y="2548404"/>
                  <a:pt x="1089103" y="2548653"/>
                  <a:pt x="1088604" y="2548653"/>
                </a:cubicBezTo>
                <a:close/>
                <a:moveTo>
                  <a:pt x="528236" y="2403678"/>
                </a:moveTo>
                <a:cubicBezTo>
                  <a:pt x="527737" y="2403678"/>
                  <a:pt x="527073" y="2403014"/>
                  <a:pt x="527073" y="2403014"/>
                </a:cubicBezTo>
                <a:lnTo>
                  <a:pt x="517685" y="2386730"/>
                </a:lnTo>
                <a:cubicBezTo>
                  <a:pt x="517436" y="2386315"/>
                  <a:pt x="517685" y="2385401"/>
                  <a:pt x="517685" y="2385401"/>
                </a:cubicBezTo>
                <a:lnTo>
                  <a:pt x="527073" y="2369118"/>
                </a:lnTo>
                <a:cubicBezTo>
                  <a:pt x="527322" y="2368702"/>
                  <a:pt x="527737" y="2368453"/>
                  <a:pt x="528236" y="2368453"/>
                </a:cubicBezTo>
                <a:lnTo>
                  <a:pt x="547013" y="2368453"/>
                </a:lnTo>
                <a:cubicBezTo>
                  <a:pt x="547511" y="2368453"/>
                  <a:pt x="548175" y="2369118"/>
                  <a:pt x="548175" y="2369118"/>
                </a:cubicBezTo>
                <a:lnTo>
                  <a:pt x="557564" y="2385401"/>
                </a:lnTo>
                <a:cubicBezTo>
                  <a:pt x="557813" y="2385817"/>
                  <a:pt x="557564" y="2386730"/>
                  <a:pt x="557564" y="2386730"/>
                </a:cubicBezTo>
                <a:lnTo>
                  <a:pt x="548175" y="2403014"/>
                </a:lnTo>
                <a:cubicBezTo>
                  <a:pt x="547926" y="2403429"/>
                  <a:pt x="547511" y="2403678"/>
                  <a:pt x="547013" y="2403678"/>
                </a:cubicBezTo>
                <a:close/>
                <a:moveTo>
                  <a:pt x="467967" y="2387636"/>
                </a:moveTo>
                <a:cubicBezTo>
                  <a:pt x="467468" y="2387636"/>
                  <a:pt x="466804" y="2386971"/>
                  <a:pt x="466804" y="2386971"/>
                </a:cubicBezTo>
                <a:lnTo>
                  <a:pt x="457333" y="2370604"/>
                </a:lnTo>
                <a:cubicBezTo>
                  <a:pt x="457083" y="2370189"/>
                  <a:pt x="457333" y="2369275"/>
                  <a:pt x="457333" y="2369275"/>
                </a:cubicBezTo>
                <a:lnTo>
                  <a:pt x="466805" y="2352909"/>
                </a:lnTo>
                <a:cubicBezTo>
                  <a:pt x="467053" y="2352493"/>
                  <a:pt x="467468" y="2352244"/>
                  <a:pt x="467967" y="2352244"/>
                </a:cubicBezTo>
                <a:lnTo>
                  <a:pt x="486909" y="2352244"/>
                </a:lnTo>
                <a:cubicBezTo>
                  <a:pt x="487407" y="2352244"/>
                  <a:pt x="488072" y="2352909"/>
                  <a:pt x="488072" y="2352909"/>
                </a:cubicBezTo>
                <a:lnTo>
                  <a:pt x="497543" y="2369275"/>
                </a:lnTo>
                <a:cubicBezTo>
                  <a:pt x="497792" y="2369691"/>
                  <a:pt x="497543" y="2370604"/>
                  <a:pt x="497543" y="2370604"/>
                </a:cubicBezTo>
                <a:lnTo>
                  <a:pt x="488073" y="2386971"/>
                </a:lnTo>
                <a:cubicBezTo>
                  <a:pt x="487823" y="2387387"/>
                  <a:pt x="487407" y="2387636"/>
                  <a:pt x="486909" y="2387636"/>
                </a:cubicBezTo>
                <a:close/>
                <a:moveTo>
                  <a:pt x="648442" y="2436098"/>
                </a:moveTo>
                <a:cubicBezTo>
                  <a:pt x="647943" y="2436098"/>
                  <a:pt x="647279" y="2435433"/>
                  <a:pt x="647279" y="2435433"/>
                </a:cubicBezTo>
                <a:lnTo>
                  <a:pt x="637808" y="2418985"/>
                </a:lnTo>
                <a:cubicBezTo>
                  <a:pt x="637558" y="2418568"/>
                  <a:pt x="637808" y="2417655"/>
                  <a:pt x="637808" y="2417655"/>
                </a:cubicBezTo>
                <a:lnTo>
                  <a:pt x="647362" y="2401205"/>
                </a:lnTo>
                <a:cubicBezTo>
                  <a:pt x="647611" y="2400790"/>
                  <a:pt x="648026" y="2400540"/>
                  <a:pt x="648525" y="2400540"/>
                </a:cubicBezTo>
                <a:lnTo>
                  <a:pt x="667550" y="2400540"/>
                </a:lnTo>
                <a:cubicBezTo>
                  <a:pt x="668049" y="2400541"/>
                  <a:pt x="668713" y="2401205"/>
                  <a:pt x="668713" y="2401205"/>
                </a:cubicBezTo>
                <a:lnTo>
                  <a:pt x="678184" y="2417655"/>
                </a:lnTo>
                <a:cubicBezTo>
                  <a:pt x="678434" y="2418070"/>
                  <a:pt x="678184" y="2418984"/>
                  <a:pt x="678184" y="2418984"/>
                </a:cubicBezTo>
                <a:lnTo>
                  <a:pt x="668630" y="2435433"/>
                </a:lnTo>
                <a:cubicBezTo>
                  <a:pt x="668381" y="2435849"/>
                  <a:pt x="667966" y="2436098"/>
                  <a:pt x="667467" y="2436099"/>
                </a:cubicBezTo>
                <a:close/>
                <a:moveTo>
                  <a:pt x="588150" y="2420312"/>
                </a:moveTo>
                <a:cubicBezTo>
                  <a:pt x="587652" y="2420312"/>
                  <a:pt x="587236" y="2420062"/>
                  <a:pt x="586988" y="2419648"/>
                </a:cubicBezTo>
                <a:lnTo>
                  <a:pt x="577350" y="2402949"/>
                </a:lnTo>
                <a:cubicBezTo>
                  <a:pt x="577101" y="2402533"/>
                  <a:pt x="577101" y="2402035"/>
                  <a:pt x="577350" y="2401619"/>
                </a:cubicBezTo>
                <a:lnTo>
                  <a:pt x="586988" y="2384921"/>
                </a:lnTo>
                <a:cubicBezTo>
                  <a:pt x="587236" y="2384504"/>
                  <a:pt x="587652" y="2384256"/>
                  <a:pt x="588150" y="2384256"/>
                </a:cubicBezTo>
                <a:lnTo>
                  <a:pt x="607507" y="2384255"/>
                </a:lnTo>
                <a:cubicBezTo>
                  <a:pt x="608006" y="2384256"/>
                  <a:pt x="608422" y="2384504"/>
                  <a:pt x="608671" y="2384921"/>
                </a:cubicBezTo>
                <a:lnTo>
                  <a:pt x="618308" y="2401620"/>
                </a:lnTo>
                <a:cubicBezTo>
                  <a:pt x="618557" y="2402034"/>
                  <a:pt x="618557" y="2402532"/>
                  <a:pt x="618308" y="2402948"/>
                </a:cubicBezTo>
                <a:lnTo>
                  <a:pt x="608672" y="2419648"/>
                </a:lnTo>
                <a:cubicBezTo>
                  <a:pt x="608423" y="2420063"/>
                  <a:pt x="608006" y="2420311"/>
                  <a:pt x="607507" y="2420312"/>
                </a:cubicBezTo>
                <a:close/>
                <a:moveTo>
                  <a:pt x="1009404" y="2533277"/>
                </a:moveTo>
                <a:cubicBezTo>
                  <a:pt x="1008906" y="2533277"/>
                  <a:pt x="1008490" y="2533028"/>
                  <a:pt x="1008241" y="2532612"/>
                </a:cubicBezTo>
                <a:lnTo>
                  <a:pt x="998521" y="2515747"/>
                </a:lnTo>
                <a:cubicBezTo>
                  <a:pt x="998272" y="2515249"/>
                  <a:pt x="998272" y="2514750"/>
                  <a:pt x="998521" y="2514335"/>
                </a:cubicBezTo>
                <a:lnTo>
                  <a:pt x="1008241" y="2497470"/>
                </a:lnTo>
                <a:cubicBezTo>
                  <a:pt x="1008490" y="2497054"/>
                  <a:pt x="1008906" y="2496805"/>
                  <a:pt x="1009404" y="2496805"/>
                </a:cubicBezTo>
                <a:lnTo>
                  <a:pt x="1028845" y="2496805"/>
                </a:lnTo>
                <a:cubicBezTo>
                  <a:pt x="1029343" y="2496805"/>
                  <a:pt x="1029759" y="2497054"/>
                  <a:pt x="1030008" y="2497470"/>
                </a:cubicBezTo>
                <a:lnTo>
                  <a:pt x="1039728" y="2514335"/>
                </a:lnTo>
                <a:cubicBezTo>
                  <a:pt x="1039978" y="2514833"/>
                  <a:pt x="1039978" y="2515332"/>
                  <a:pt x="1039728" y="2515747"/>
                </a:cubicBezTo>
                <a:lnTo>
                  <a:pt x="1030008" y="2532612"/>
                </a:lnTo>
                <a:cubicBezTo>
                  <a:pt x="1029759" y="2533028"/>
                  <a:pt x="1029343" y="2533277"/>
                  <a:pt x="1028845" y="2533277"/>
                </a:cubicBezTo>
                <a:close/>
                <a:moveTo>
                  <a:pt x="708389" y="2452725"/>
                </a:moveTo>
                <a:cubicBezTo>
                  <a:pt x="707891" y="2452726"/>
                  <a:pt x="707476" y="2452477"/>
                  <a:pt x="707227" y="2452061"/>
                </a:cubicBezTo>
                <a:lnTo>
                  <a:pt x="697507" y="2435113"/>
                </a:lnTo>
                <a:cubicBezTo>
                  <a:pt x="697258" y="2434698"/>
                  <a:pt x="697257" y="2434116"/>
                  <a:pt x="697506" y="2433701"/>
                </a:cubicBezTo>
                <a:lnTo>
                  <a:pt x="707310" y="2416753"/>
                </a:lnTo>
                <a:cubicBezTo>
                  <a:pt x="707559" y="2416337"/>
                  <a:pt x="707975" y="2416088"/>
                  <a:pt x="708474" y="2416088"/>
                </a:cubicBezTo>
                <a:lnTo>
                  <a:pt x="727997" y="2416088"/>
                </a:lnTo>
                <a:cubicBezTo>
                  <a:pt x="728495" y="2416088"/>
                  <a:pt x="728910" y="2416337"/>
                  <a:pt x="729159" y="2416753"/>
                </a:cubicBezTo>
                <a:lnTo>
                  <a:pt x="738880" y="2433701"/>
                </a:lnTo>
                <a:cubicBezTo>
                  <a:pt x="739129" y="2434116"/>
                  <a:pt x="739130" y="2434698"/>
                  <a:pt x="738880" y="2435113"/>
                </a:cubicBezTo>
                <a:lnTo>
                  <a:pt x="729076" y="2452060"/>
                </a:lnTo>
                <a:cubicBezTo>
                  <a:pt x="728828" y="2452477"/>
                  <a:pt x="728411" y="2452726"/>
                  <a:pt x="727913" y="2452726"/>
                </a:cubicBezTo>
                <a:close/>
                <a:moveTo>
                  <a:pt x="828762" y="2484979"/>
                </a:moveTo>
                <a:cubicBezTo>
                  <a:pt x="828264" y="2484979"/>
                  <a:pt x="827849" y="2484731"/>
                  <a:pt x="827599" y="2484314"/>
                </a:cubicBezTo>
                <a:lnTo>
                  <a:pt x="817879" y="2467366"/>
                </a:lnTo>
                <a:cubicBezTo>
                  <a:pt x="817630" y="2466951"/>
                  <a:pt x="817630" y="2466370"/>
                  <a:pt x="817880" y="2465954"/>
                </a:cubicBezTo>
                <a:lnTo>
                  <a:pt x="827682" y="2449007"/>
                </a:lnTo>
                <a:cubicBezTo>
                  <a:pt x="827931" y="2448590"/>
                  <a:pt x="828347" y="2448342"/>
                  <a:pt x="828846" y="2448341"/>
                </a:cubicBezTo>
                <a:lnTo>
                  <a:pt x="848370" y="2448341"/>
                </a:lnTo>
                <a:cubicBezTo>
                  <a:pt x="848867" y="2448342"/>
                  <a:pt x="849283" y="2448590"/>
                  <a:pt x="849532" y="2449007"/>
                </a:cubicBezTo>
                <a:lnTo>
                  <a:pt x="859252" y="2465954"/>
                </a:lnTo>
                <a:cubicBezTo>
                  <a:pt x="859502" y="2466370"/>
                  <a:pt x="859502" y="2466951"/>
                  <a:pt x="859252" y="2467366"/>
                </a:cubicBezTo>
                <a:lnTo>
                  <a:pt x="849449" y="2484314"/>
                </a:lnTo>
                <a:cubicBezTo>
                  <a:pt x="849200" y="2484730"/>
                  <a:pt x="848784" y="2484979"/>
                  <a:pt x="848286" y="2484979"/>
                </a:cubicBezTo>
                <a:close/>
                <a:moveTo>
                  <a:pt x="888948" y="2501106"/>
                </a:moveTo>
                <a:cubicBezTo>
                  <a:pt x="888450" y="2501106"/>
                  <a:pt x="888035" y="2500857"/>
                  <a:pt x="887785" y="2500441"/>
                </a:cubicBezTo>
                <a:lnTo>
                  <a:pt x="878065" y="2483493"/>
                </a:lnTo>
                <a:cubicBezTo>
                  <a:pt x="877816" y="2483078"/>
                  <a:pt x="877816" y="2482496"/>
                  <a:pt x="878065" y="2482081"/>
                </a:cubicBezTo>
                <a:lnTo>
                  <a:pt x="887868" y="2465133"/>
                </a:lnTo>
                <a:cubicBezTo>
                  <a:pt x="888117" y="2464717"/>
                  <a:pt x="888533" y="2464468"/>
                  <a:pt x="889032" y="2464468"/>
                </a:cubicBezTo>
                <a:lnTo>
                  <a:pt x="908555" y="2464468"/>
                </a:lnTo>
                <a:cubicBezTo>
                  <a:pt x="909053" y="2464468"/>
                  <a:pt x="909469" y="2464717"/>
                  <a:pt x="909718" y="2465133"/>
                </a:cubicBezTo>
                <a:lnTo>
                  <a:pt x="919438" y="2482081"/>
                </a:lnTo>
                <a:cubicBezTo>
                  <a:pt x="919688" y="2482496"/>
                  <a:pt x="919688" y="2483078"/>
                  <a:pt x="919438" y="2483493"/>
                </a:cubicBezTo>
                <a:lnTo>
                  <a:pt x="909635" y="2500441"/>
                </a:lnTo>
                <a:cubicBezTo>
                  <a:pt x="909386" y="2500857"/>
                  <a:pt x="908970" y="2501106"/>
                  <a:pt x="908472" y="2501106"/>
                </a:cubicBezTo>
                <a:close/>
                <a:moveTo>
                  <a:pt x="287088" y="2339920"/>
                </a:moveTo>
                <a:cubicBezTo>
                  <a:pt x="286672" y="2339920"/>
                  <a:pt x="286173" y="2339671"/>
                  <a:pt x="285923" y="2339255"/>
                </a:cubicBezTo>
                <a:lnTo>
                  <a:pt x="276120" y="2322224"/>
                </a:lnTo>
                <a:cubicBezTo>
                  <a:pt x="275872" y="2321809"/>
                  <a:pt x="275872" y="2321227"/>
                  <a:pt x="276121" y="2320812"/>
                </a:cubicBezTo>
                <a:lnTo>
                  <a:pt x="285924" y="2303781"/>
                </a:lnTo>
                <a:cubicBezTo>
                  <a:pt x="286174" y="2303365"/>
                  <a:pt x="286588" y="2303116"/>
                  <a:pt x="287087" y="2303116"/>
                </a:cubicBezTo>
                <a:lnTo>
                  <a:pt x="306693" y="2303116"/>
                </a:lnTo>
                <a:cubicBezTo>
                  <a:pt x="307109" y="2303116"/>
                  <a:pt x="307607" y="2303365"/>
                  <a:pt x="307857" y="2303781"/>
                </a:cubicBezTo>
                <a:lnTo>
                  <a:pt x="317661" y="2320812"/>
                </a:lnTo>
                <a:cubicBezTo>
                  <a:pt x="317909" y="2321227"/>
                  <a:pt x="317910" y="2321809"/>
                  <a:pt x="317661" y="2322224"/>
                </a:cubicBezTo>
                <a:lnTo>
                  <a:pt x="307857" y="2339255"/>
                </a:lnTo>
                <a:cubicBezTo>
                  <a:pt x="307608" y="2339671"/>
                  <a:pt x="307193" y="2339920"/>
                  <a:pt x="306694" y="2339920"/>
                </a:cubicBezTo>
                <a:close/>
                <a:moveTo>
                  <a:pt x="768578" y="2468935"/>
                </a:moveTo>
                <a:cubicBezTo>
                  <a:pt x="768162" y="2468935"/>
                  <a:pt x="767663" y="2468686"/>
                  <a:pt x="767413" y="2468270"/>
                </a:cubicBezTo>
                <a:lnTo>
                  <a:pt x="757610" y="2451239"/>
                </a:lnTo>
                <a:cubicBezTo>
                  <a:pt x="757362" y="2450824"/>
                  <a:pt x="757362" y="2450242"/>
                  <a:pt x="757611" y="2449827"/>
                </a:cubicBezTo>
                <a:lnTo>
                  <a:pt x="767414" y="2432796"/>
                </a:lnTo>
                <a:cubicBezTo>
                  <a:pt x="767664" y="2432380"/>
                  <a:pt x="768078" y="2432131"/>
                  <a:pt x="768577" y="2432131"/>
                </a:cubicBezTo>
                <a:lnTo>
                  <a:pt x="788183" y="2432131"/>
                </a:lnTo>
                <a:cubicBezTo>
                  <a:pt x="788599" y="2432131"/>
                  <a:pt x="789097" y="2432380"/>
                  <a:pt x="789347" y="2432796"/>
                </a:cubicBezTo>
                <a:lnTo>
                  <a:pt x="799150" y="2449827"/>
                </a:lnTo>
                <a:cubicBezTo>
                  <a:pt x="799400" y="2450242"/>
                  <a:pt x="799399" y="2450824"/>
                  <a:pt x="799151" y="2451239"/>
                </a:cubicBezTo>
                <a:lnTo>
                  <a:pt x="789347" y="2468270"/>
                </a:lnTo>
                <a:cubicBezTo>
                  <a:pt x="789097" y="2468686"/>
                  <a:pt x="788683" y="2468935"/>
                  <a:pt x="788184" y="2468935"/>
                </a:cubicBezTo>
                <a:close/>
                <a:moveTo>
                  <a:pt x="949033" y="2517468"/>
                </a:moveTo>
                <a:cubicBezTo>
                  <a:pt x="948534" y="2517468"/>
                  <a:pt x="948036" y="2517219"/>
                  <a:pt x="947786" y="2516804"/>
                </a:cubicBezTo>
                <a:lnTo>
                  <a:pt x="937900" y="2499689"/>
                </a:lnTo>
                <a:cubicBezTo>
                  <a:pt x="937651" y="2499274"/>
                  <a:pt x="937651" y="2498692"/>
                  <a:pt x="937900" y="2498277"/>
                </a:cubicBezTo>
                <a:lnTo>
                  <a:pt x="947786" y="2481163"/>
                </a:lnTo>
                <a:cubicBezTo>
                  <a:pt x="948119" y="2480747"/>
                  <a:pt x="948534" y="2480498"/>
                  <a:pt x="949033" y="2480498"/>
                </a:cubicBezTo>
                <a:lnTo>
                  <a:pt x="968722" y="2480498"/>
                </a:lnTo>
                <a:cubicBezTo>
                  <a:pt x="969221" y="2480498"/>
                  <a:pt x="969719" y="2480747"/>
                  <a:pt x="969969" y="2481163"/>
                </a:cubicBezTo>
                <a:lnTo>
                  <a:pt x="979855" y="2498277"/>
                </a:lnTo>
                <a:cubicBezTo>
                  <a:pt x="980104" y="2498692"/>
                  <a:pt x="980104" y="2499274"/>
                  <a:pt x="979855" y="2499689"/>
                </a:cubicBezTo>
                <a:lnTo>
                  <a:pt x="969969" y="2516804"/>
                </a:lnTo>
                <a:cubicBezTo>
                  <a:pt x="969636" y="2517219"/>
                  <a:pt x="969221" y="2517468"/>
                  <a:pt x="968722" y="2517468"/>
                </a:cubicBezTo>
                <a:close/>
                <a:moveTo>
                  <a:pt x="1129591" y="2565848"/>
                </a:moveTo>
                <a:cubicBezTo>
                  <a:pt x="1129092" y="2565848"/>
                  <a:pt x="1128594" y="2565599"/>
                  <a:pt x="1128345" y="2565184"/>
                </a:cubicBezTo>
                <a:lnTo>
                  <a:pt x="1118459" y="2548069"/>
                </a:lnTo>
                <a:cubicBezTo>
                  <a:pt x="1118210" y="2547654"/>
                  <a:pt x="1118210" y="2547072"/>
                  <a:pt x="1118459" y="2546657"/>
                </a:cubicBezTo>
                <a:lnTo>
                  <a:pt x="1128345" y="2529543"/>
                </a:lnTo>
                <a:cubicBezTo>
                  <a:pt x="1128677" y="2529127"/>
                  <a:pt x="1129092" y="2528878"/>
                  <a:pt x="1129591" y="2528878"/>
                </a:cubicBezTo>
                <a:lnTo>
                  <a:pt x="1149281" y="2528878"/>
                </a:lnTo>
                <a:cubicBezTo>
                  <a:pt x="1149780" y="2528878"/>
                  <a:pt x="1150277" y="2529127"/>
                  <a:pt x="1150528" y="2529543"/>
                </a:cubicBezTo>
                <a:lnTo>
                  <a:pt x="1160414" y="2546657"/>
                </a:lnTo>
                <a:cubicBezTo>
                  <a:pt x="1160663" y="2547072"/>
                  <a:pt x="1160663" y="2547654"/>
                  <a:pt x="1160414" y="2548069"/>
                </a:cubicBezTo>
                <a:lnTo>
                  <a:pt x="1150528" y="2565184"/>
                </a:lnTo>
                <a:cubicBezTo>
                  <a:pt x="1150194" y="2565599"/>
                  <a:pt x="1149780" y="2565848"/>
                  <a:pt x="1149281" y="2565848"/>
                </a:cubicBezTo>
                <a:close/>
                <a:moveTo>
                  <a:pt x="1249964" y="2598102"/>
                </a:moveTo>
                <a:cubicBezTo>
                  <a:pt x="1249465" y="2598102"/>
                  <a:pt x="1248967" y="2597853"/>
                  <a:pt x="1248718" y="2597438"/>
                </a:cubicBezTo>
                <a:lnTo>
                  <a:pt x="1238831" y="2580323"/>
                </a:lnTo>
                <a:cubicBezTo>
                  <a:pt x="1238582" y="2579908"/>
                  <a:pt x="1238582" y="2579326"/>
                  <a:pt x="1238831" y="2578911"/>
                </a:cubicBezTo>
                <a:lnTo>
                  <a:pt x="1248718" y="2561797"/>
                </a:lnTo>
                <a:cubicBezTo>
                  <a:pt x="1249050" y="2561381"/>
                  <a:pt x="1249465" y="2561132"/>
                  <a:pt x="1249964" y="2561132"/>
                </a:cubicBezTo>
                <a:lnTo>
                  <a:pt x="1269654" y="2561132"/>
                </a:lnTo>
                <a:cubicBezTo>
                  <a:pt x="1270153" y="2561132"/>
                  <a:pt x="1270650" y="2561381"/>
                  <a:pt x="1270900" y="2561797"/>
                </a:cubicBezTo>
                <a:lnTo>
                  <a:pt x="1280786" y="2578911"/>
                </a:lnTo>
                <a:cubicBezTo>
                  <a:pt x="1281035" y="2579326"/>
                  <a:pt x="1281035" y="2579908"/>
                  <a:pt x="1280786" y="2580323"/>
                </a:cubicBezTo>
                <a:lnTo>
                  <a:pt x="1270900" y="2597438"/>
                </a:lnTo>
                <a:cubicBezTo>
                  <a:pt x="1270567" y="2597853"/>
                  <a:pt x="1270152" y="2598102"/>
                  <a:pt x="1269654" y="2598102"/>
                </a:cubicBezTo>
                <a:close/>
                <a:moveTo>
                  <a:pt x="1370332" y="2630460"/>
                </a:moveTo>
                <a:cubicBezTo>
                  <a:pt x="1369834" y="2630460"/>
                  <a:pt x="1369336" y="2630211"/>
                  <a:pt x="1369087" y="2629796"/>
                </a:cubicBezTo>
                <a:lnTo>
                  <a:pt x="1359200" y="2612598"/>
                </a:lnTo>
                <a:cubicBezTo>
                  <a:pt x="1358951" y="2612183"/>
                  <a:pt x="1358951" y="2611601"/>
                  <a:pt x="1359200" y="2611186"/>
                </a:cubicBezTo>
                <a:lnTo>
                  <a:pt x="1369087" y="2593989"/>
                </a:lnTo>
                <a:cubicBezTo>
                  <a:pt x="1369336" y="2593573"/>
                  <a:pt x="1369834" y="2593324"/>
                  <a:pt x="1370332" y="2593324"/>
                </a:cubicBezTo>
                <a:lnTo>
                  <a:pt x="1390188" y="2593324"/>
                </a:lnTo>
                <a:cubicBezTo>
                  <a:pt x="1390687" y="2593324"/>
                  <a:pt x="1391185" y="2593573"/>
                  <a:pt x="1391435" y="2593989"/>
                </a:cubicBezTo>
                <a:lnTo>
                  <a:pt x="1401321" y="2611186"/>
                </a:lnTo>
                <a:cubicBezTo>
                  <a:pt x="1401570" y="2611601"/>
                  <a:pt x="1401570" y="2612183"/>
                  <a:pt x="1401321" y="2612598"/>
                </a:cubicBezTo>
                <a:lnTo>
                  <a:pt x="1391435" y="2629796"/>
                </a:lnTo>
                <a:cubicBezTo>
                  <a:pt x="1391185" y="2630211"/>
                  <a:pt x="1390687" y="2630460"/>
                  <a:pt x="1390188" y="2630460"/>
                </a:cubicBezTo>
                <a:close/>
                <a:moveTo>
                  <a:pt x="1310065" y="2614405"/>
                </a:moveTo>
                <a:cubicBezTo>
                  <a:pt x="1309566" y="2614405"/>
                  <a:pt x="1309068" y="2614156"/>
                  <a:pt x="1308819" y="2613741"/>
                </a:cubicBezTo>
                <a:lnTo>
                  <a:pt x="1298849" y="2596460"/>
                </a:lnTo>
                <a:cubicBezTo>
                  <a:pt x="1298600" y="2596045"/>
                  <a:pt x="1298600" y="2595463"/>
                  <a:pt x="1298849" y="2595048"/>
                </a:cubicBezTo>
                <a:lnTo>
                  <a:pt x="1308819" y="2577768"/>
                </a:lnTo>
                <a:cubicBezTo>
                  <a:pt x="1309068" y="2577352"/>
                  <a:pt x="1309566" y="2577103"/>
                  <a:pt x="1310065" y="2577103"/>
                </a:cubicBezTo>
                <a:lnTo>
                  <a:pt x="1330004" y="2577103"/>
                </a:lnTo>
                <a:cubicBezTo>
                  <a:pt x="1330502" y="2577103"/>
                  <a:pt x="1331001" y="2577352"/>
                  <a:pt x="1331250" y="2577768"/>
                </a:cubicBezTo>
                <a:lnTo>
                  <a:pt x="1341219" y="2595048"/>
                </a:lnTo>
                <a:cubicBezTo>
                  <a:pt x="1341469" y="2595464"/>
                  <a:pt x="1341469" y="2596045"/>
                  <a:pt x="1341219" y="2596460"/>
                </a:cubicBezTo>
                <a:lnTo>
                  <a:pt x="1331250" y="2613741"/>
                </a:lnTo>
                <a:cubicBezTo>
                  <a:pt x="1331001" y="2614156"/>
                  <a:pt x="1330502" y="2614405"/>
                  <a:pt x="1330004" y="2614405"/>
                </a:cubicBezTo>
                <a:close/>
                <a:moveTo>
                  <a:pt x="1189631" y="2582240"/>
                </a:moveTo>
                <a:cubicBezTo>
                  <a:pt x="1189132" y="2582240"/>
                  <a:pt x="1188634" y="2581908"/>
                  <a:pt x="1188385" y="2581492"/>
                </a:cubicBezTo>
                <a:lnTo>
                  <a:pt x="1178415" y="2564129"/>
                </a:lnTo>
                <a:cubicBezTo>
                  <a:pt x="1178166" y="2563713"/>
                  <a:pt x="1178166" y="2563132"/>
                  <a:pt x="1178415" y="2562716"/>
                </a:cubicBezTo>
                <a:lnTo>
                  <a:pt x="1188468" y="2545353"/>
                </a:lnTo>
                <a:cubicBezTo>
                  <a:pt x="1188717" y="2544854"/>
                  <a:pt x="1189215" y="2544605"/>
                  <a:pt x="1189714" y="2544605"/>
                </a:cubicBezTo>
                <a:lnTo>
                  <a:pt x="1209737" y="2544605"/>
                </a:lnTo>
                <a:cubicBezTo>
                  <a:pt x="1210236" y="2544605"/>
                  <a:pt x="1210733" y="2544937"/>
                  <a:pt x="1210982" y="2545353"/>
                </a:cubicBezTo>
                <a:lnTo>
                  <a:pt x="1220952" y="2562716"/>
                </a:lnTo>
                <a:cubicBezTo>
                  <a:pt x="1221201" y="2563131"/>
                  <a:pt x="1221201" y="2563713"/>
                  <a:pt x="1220953" y="2564129"/>
                </a:cubicBezTo>
                <a:lnTo>
                  <a:pt x="1210899" y="2581491"/>
                </a:lnTo>
                <a:cubicBezTo>
                  <a:pt x="1210650" y="2581991"/>
                  <a:pt x="1210151" y="2582240"/>
                  <a:pt x="1209653" y="2582239"/>
                </a:cubicBezTo>
                <a:close/>
                <a:moveTo>
                  <a:pt x="3235963" y="3130635"/>
                </a:moveTo>
                <a:cubicBezTo>
                  <a:pt x="3235464" y="3130635"/>
                  <a:pt x="3234966" y="3130303"/>
                  <a:pt x="3234717" y="3129887"/>
                </a:cubicBezTo>
                <a:lnTo>
                  <a:pt x="3224664" y="3112441"/>
                </a:lnTo>
                <a:cubicBezTo>
                  <a:pt x="3224415" y="3112025"/>
                  <a:pt x="3224415" y="3111444"/>
                  <a:pt x="3224664" y="3111028"/>
                </a:cubicBezTo>
                <a:lnTo>
                  <a:pt x="3234717" y="3093583"/>
                </a:lnTo>
                <a:cubicBezTo>
                  <a:pt x="3234966" y="3093084"/>
                  <a:pt x="3235464" y="3092834"/>
                  <a:pt x="3235963" y="3092835"/>
                </a:cubicBezTo>
                <a:lnTo>
                  <a:pt x="3256068" y="3092834"/>
                </a:lnTo>
                <a:cubicBezTo>
                  <a:pt x="3256566" y="3092835"/>
                  <a:pt x="3257064" y="3093166"/>
                  <a:pt x="3257314" y="3093582"/>
                </a:cubicBezTo>
                <a:lnTo>
                  <a:pt x="3267366" y="3111028"/>
                </a:lnTo>
                <a:cubicBezTo>
                  <a:pt x="3267616" y="3111445"/>
                  <a:pt x="3267616" y="3112025"/>
                  <a:pt x="3267367" y="3112441"/>
                </a:cubicBezTo>
                <a:lnTo>
                  <a:pt x="3257314" y="3129887"/>
                </a:lnTo>
                <a:cubicBezTo>
                  <a:pt x="3257065" y="3130386"/>
                  <a:pt x="3256566" y="3130636"/>
                  <a:pt x="3256068" y="3130635"/>
                </a:cubicBezTo>
                <a:close/>
                <a:moveTo>
                  <a:pt x="4319315" y="3420919"/>
                </a:moveTo>
                <a:cubicBezTo>
                  <a:pt x="4318816" y="3420919"/>
                  <a:pt x="4318318" y="3420587"/>
                  <a:pt x="4318069" y="3420171"/>
                </a:cubicBezTo>
                <a:lnTo>
                  <a:pt x="4308016" y="3402725"/>
                </a:lnTo>
                <a:cubicBezTo>
                  <a:pt x="4307767" y="3402309"/>
                  <a:pt x="4307767" y="3401728"/>
                  <a:pt x="4308016" y="3401312"/>
                </a:cubicBezTo>
                <a:lnTo>
                  <a:pt x="4318069" y="3383866"/>
                </a:lnTo>
                <a:cubicBezTo>
                  <a:pt x="4318318" y="3383367"/>
                  <a:pt x="4318816" y="3383118"/>
                  <a:pt x="4319315" y="3383118"/>
                </a:cubicBezTo>
                <a:lnTo>
                  <a:pt x="4339420" y="3383118"/>
                </a:lnTo>
                <a:cubicBezTo>
                  <a:pt x="4339918" y="3383118"/>
                  <a:pt x="4340417" y="3383450"/>
                  <a:pt x="4340666" y="3383866"/>
                </a:cubicBezTo>
                <a:lnTo>
                  <a:pt x="4350719" y="3401312"/>
                </a:lnTo>
                <a:cubicBezTo>
                  <a:pt x="4350968" y="3401728"/>
                  <a:pt x="4350968" y="3402309"/>
                  <a:pt x="4350719" y="3402725"/>
                </a:cubicBezTo>
                <a:lnTo>
                  <a:pt x="4340666" y="3420171"/>
                </a:lnTo>
                <a:cubicBezTo>
                  <a:pt x="4340417" y="3420670"/>
                  <a:pt x="4339918" y="3420919"/>
                  <a:pt x="4339420" y="3420919"/>
                </a:cubicBezTo>
                <a:close/>
                <a:moveTo>
                  <a:pt x="1731306" y="2727464"/>
                </a:moveTo>
                <a:cubicBezTo>
                  <a:pt x="1730808" y="2727464"/>
                  <a:pt x="1730309" y="2727132"/>
                  <a:pt x="1730060" y="2726716"/>
                </a:cubicBezTo>
                <a:lnTo>
                  <a:pt x="1720008" y="2709270"/>
                </a:lnTo>
                <a:cubicBezTo>
                  <a:pt x="1719759" y="2708854"/>
                  <a:pt x="1719759" y="2708273"/>
                  <a:pt x="1720008" y="2707857"/>
                </a:cubicBezTo>
                <a:lnTo>
                  <a:pt x="1730060" y="2690411"/>
                </a:lnTo>
                <a:cubicBezTo>
                  <a:pt x="1730309" y="2689912"/>
                  <a:pt x="1730808" y="2689663"/>
                  <a:pt x="1731306" y="2689663"/>
                </a:cubicBezTo>
                <a:lnTo>
                  <a:pt x="1751412" y="2689663"/>
                </a:lnTo>
                <a:cubicBezTo>
                  <a:pt x="1751910" y="2689663"/>
                  <a:pt x="1752409" y="2689995"/>
                  <a:pt x="1752658" y="2690411"/>
                </a:cubicBezTo>
                <a:lnTo>
                  <a:pt x="1762711" y="2707857"/>
                </a:lnTo>
                <a:cubicBezTo>
                  <a:pt x="1762960" y="2708273"/>
                  <a:pt x="1762960" y="2708854"/>
                  <a:pt x="1762711" y="2709270"/>
                </a:cubicBezTo>
                <a:lnTo>
                  <a:pt x="1752658" y="2726716"/>
                </a:lnTo>
                <a:cubicBezTo>
                  <a:pt x="1752409" y="2727215"/>
                  <a:pt x="1751910" y="2727464"/>
                  <a:pt x="1751412" y="2727464"/>
                </a:cubicBezTo>
                <a:close/>
                <a:moveTo>
                  <a:pt x="1791492" y="2743591"/>
                </a:moveTo>
                <a:cubicBezTo>
                  <a:pt x="1790994" y="2743591"/>
                  <a:pt x="1790495" y="2743259"/>
                  <a:pt x="1790246" y="2742843"/>
                </a:cubicBezTo>
                <a:lnTo>
                  <a:pt x="1780194" y="2725397"/>
                </a:lnTo>
                <a:cubicBezTo>
                  <a:pt x="1779945" y="2724981"/>
                  <a:pt x="1779945" y="2724400"/>
                  <a:pt x="1780194" y="2723984"/>
                </a:cubicBezTo>
                <a:lnTo>
                  <a:pt x="1790246" y="2706538"/>
                </a:lnTo>
                <a:cubicBezTo>
                  <a:pt x="1790495" y="2706039"/>
                  <a:pt x="1790994" y="2705790"/>
                  <a:pt x="1791492" y="2705790"/>
                </a:cubicBezTo>
                <a:lnTo>
                  <a:pt x="1811598" y="2705790"/>
                </a:lnTo>
                <a:cubicBezTo>
                  <a:pt x="1812096" y="2705790"/>
                  <a:pt x="1812595" y="2706122"/>
                  <a:pt x="1812844" y="2706538"/>
                </a:cubicBezTo>
                <a:lnTo>
                  <a:pt x="1822897" y="2723984"/>
                </a:lnTo>
                <a:cubicBezTo>
                  <a:pt x="1823146" y="2724400"/>
                  <a:pt x="1823146" y="2724981"/>
                  <a:pt x="1822897" y="2725397"/>
                </a:cubicBezTo>
                <a:lnTo>
                  <a:pt x="1812844" y="2742843"/>
                </a:lnTo>
                <a:cubicBezTo>
                  <a:pt x="1812595" y="2743342"/>
                  <a:pt x="1812096" y="2743591"/>
                  <a:pt x="1811598" y="2743591"/>
                </a:cubicBezTo>
                <a:close/>
                <a:moveTo>
                  <a:pt x="1430293" y="2646912"/>
                </a:moveTo>
                <a:cubicBezTo>
                  <a:pt x="1429794" y="2646912"/>
                  <a:pt x="1429296" y="2646580"/>
                  <a:pt x="1429047" y="2646165"/>
                </a:cubicBezTo>
                <a:lnTo>
                  <a:pt x="1418911" y="2628635"/>
                </a:lnTo>
                <a:cubicBezTo>
                  <a:pt x="1418662" y="2628219"/>
                  <a:pt x="1418662" y="2627638"/>
                  <a:pt x="1418911" y="2627223"/>
                </a:cubicBezTo>
                <a:lnTo>
                  <a:pt x="1429047" y="2609693"/>
                </a:lnTo>
                <a:cubicBezTo>
                  <a:pt x="1429296" y="2609194"/>
                  <a:pt x="1429794" y="2608945"/>
                  <a:pt x="1430293" y="2608945"/>
                </a:cubicBezTo>
                <a:lnTo>
                  <a:pt x="1450564" y="2608945"/>
                </a:lnTo>
                <a:cubicBezTo>
                  <a:pt x="1451063" y="2608945"/>
                  <a:pt x="1451561" y="2609277"/>
                  <a:pt x="1451810" y="2609693"/>
                </a:cubicBezTo>
                <a:lnTo>
                  <a:pt x="1461946" y="2627223"/>
                </a:lnTo>
                <a:cubicBezTo>
                  <a:pt x="1462195" y="2627638"/>
                  <a:pt x="1462195" y="2628219"/>
                  <a:pt x="1461946" y="2628635"/>
                </a:cubicBezTo>
                <a:lnTo>
                  <a:pt x="1451810" y="2646165"/>
                </a:lnTo>
                <a:cubicBezTo>
                  <a:pt x="1451561" y="2646663"/>
                  <a:pt x="1451063" y="2646912"/>
                  <a:pt x="1450564" y="2646912"/>
                </a:cubicBezTo>
                <a:close/>
                <a:moveTo>
                  <a:pt x="3356148" y="3163218"/>
                </a:moveTo>
                <a:cubicBezTo>
                  <a:pt x="3355649" y="3163218"/>
                  <a:pt x="3355151" y="3162885"/>
                  <a:pt x="3354902" y="3162471"/>
                </a:cubicBezTo>
                <a:lnTo>
                  <a:pt x="3344683" y="3144774"/>
                </a:lnTo>
                <a:cubicBezTo>
                  <a:pt x="3344434" y="3144359"/>
                  <a:pt x="3344434" y="3143778"/>
                  <a:pt x="3344683" y="3143363"/>
                </a:cubicBezTo>
                <a:lnTo>
                  <a:pt x="3354902" y="3125667"/>
                </a:lnTo>
                <a:cubicBezTo>
                  <a:pt x="3355151" y="3125168"/>
                  <a:pt x="3355649" y="3124919"/>
                  <a:pt x="3356148" y="3124919"/>
                </a:cubicBezTo>
                <a:lnTo>
                  <a:pt x="3376585" y="3124919"/>
                </a:lnTo>
                <a:cubicBezTo>
                  <a:pt x="3377084" y="3124918"/>
                  <a:pt x="3377582" y="3125251"/>
                  <a:pt x="3377832" y="3125666"/>
                </a:cubicBezTo>
                <a:lnTo>
                  <a:pt x="3388050" y="3143363"/>
                </a:lnTo>
                <a:cubicBezTo>
                  <a:pt x="3388300" y="3143777"/>
                  <a:pt x="3388300" y="3144359"/>
                  <a:pt x="3388050" y="3144774"/>
                </a:cubicBezTo>
                <a:lnTo>
                  <a:pt x="3377832" y="3162471"/>
                </a:lnTo>
                <a:cubicBezTo>
                  <a:pt x="3377582" y="3162969"/>
                  <a:pt x="3377084" y="3163217"/>
                  <a:pt x="3376585" y="3163218"/>
                </a:cubicBezTo>
                <a:close/>
                <a:moveTo>
                  <a:pt x="1490293" y="2663358"/>
                </a:moveTo>
                <a:cubicBezTo>
                  <a:pt x="1489795" y="2663358"/>
                  <a:pt x="1489296" y="2663025"/>
                  <a:pt x="1489047" y="2662610"/>
                </a:cubicBezTo>
                <a:lnTo>
                  <a:pt x="1478745" y="2644831"/>
                </a:lnTo>
                <a:cubicBezTo>
                  <a:pt x="1478496" y="2644416"/>
                  <a:pt x="1478496" y="2643834"/>
                  <a:pt x="1478745" y="2643419"/>
                </a:cubicBezTo>
                <a:lnTo>
                  <a:pt x="1489047" y="2625640"/>
                </a:lnTo>
                <a:cubicBezTo>
                  <a:pt x="1489296" y="2625141"/>
                  <a:pt x="1489795" y="2624892"/>
                  <a:pt x="1490293" y="2624892"/>
                </a:cubicBezTo>
                <a:lnTo>
                  <a:pt x="1510814" y="2624892"/>
                </a:lnTo>
                <a:cubicBezTo>
                  <a:pt x="1511311" y="2624892"/>
                  <a:pt x="1511810" y="2625224"/>
                  <a:pt x="1512060" y="2625640"/>
                </a:cubicBezTo>
                <a:lnTo>
                  <a:pt x="1522362" y="2643419"/>
                </a:lnTo>
                <a:cubicBezTo>
                  <a:pt x="1522610" y="2643834"/>
                  <a:pt x="1522611" y="2644416"/>
                  <a:pt x="1522361" y="2644831"/>
                </a:cubicBezTo>
                <a:lnTo>
                  <a:pt x="1512060" y="2662610"/>
                </a:lnTo>
                <a:cubicBezTo>
                  <a:pt x="1511809" y="2663108"/>
                  <a:pt x="1511312" y="2663358"/>
                  <a:pt x="1510814" y="2663358"/>
                </a:cubicBezTo>
                <a:close/>
                <a:moveTo>
                  <a:pt x="1550478" y="2679485"/>
                </a:moveTo>
                <a:cubicBezTo>
                  <a:pt x="1549980" y="2679485"/>
                  <a:pt x="1549482" y="2679152"/>
                  <a:pt x="1549233" y="2678737"/>
                </a:cubicBezTo>
                <a:lnTo>
                  <a:pt x="1538931" y="2660958"/>
                </a:lnTo>
                <a:cubicBezTo>
                  <a:pt x="1538682" y="2660543"/>
                  <a:pt x="1538682" y="2659961"/>
                  <a:pt x="1538931" y="2659546"/>
                </a:cubicBezTo>
                <a:lnTo>
                  <a:pt x="1549233" y="2641767"/>
                </a:lnTo>
                <a:cubicBezTo>
                  <a:pt x="1549482" y="2641268"/>
                  <a:pt x="1549981" y="2641019"/>
                  <a:pt x="1550479" y="2641019"/>
                </a:cubicBezTo>
                <a:lnTo>
                  <a:pt x="1570999" y="2641019"/>
                </a:lnTo>
                <a:cubicBezTo>
                  <a:pt x="1571497" y="2641019"/>
                  <a:pt x="1571995" y="2641351"/>
                  <a:pt x="1572246" y="2641767"/>
                </a:cubicBezTo>
                <a:lnTo>
                  <a:pt x="1582548" y="2659546"/>
                </a:lnTo>
                <a:cubicBezTo>
                  <a:pt x="1582796" y="2659961"/>
                  <a:pt x="1582797" y="2660543"/>
                  <a:pt x="1582547" y="2660958"/>
                </a:cubicBezTo>
                <a:lnTo>
                  <a:pt x="1572246" y="2678737"/>
                </a:lnTo>
                <a:cubicBezTo>
                  <a:pt x="1571995" y="2679235"/>
                  <a:pt x="1571498" y="2679485"/>
                  <a:pt x="1571000" y="2679485"/>
                </a:cubicBezTo>
                <a:close/>
                <a:moveTo>
                  <a:pt x="3476438" y="3195544"/>
                </a:moveTo>
                <a:cubicBezTo>
                  <a:pt x="3475939" y="3195544"/>
                  <a:pt x="3475441" y="3195211"/>
                  <a:pt x="3475192" y="3194796"/>
                </a:cubicBezTo>
                <a:lnTo>
                  <a:pt x="3464890" y="3177017"/>
                </a:lnTo>
                <a:cubicBezTo>
                  <a:pt x="3464641" y="3176602"/>
                  <a:pt x="3464641" y="3176020"/>
                  <a:pt x="3464890" y="3175605"/>
                </a:cubicBezTo>
                <a:lnTo>
                  <a:pt x="3475192" y="3157826"/>
                </a:lnTo>
                <a:cubicBezTo>
                  <a:pt x="3475441" y="3157327"/>
                  <a:pt x="3475939" y="3157078"/>
                  <a:pt x="3476438" y="3157078"/>
                </a:cubicBezTo>
                <a:lnTo>
                  <a:pt x="3496958" y="3157078"/>
                </a:lnTo>
                <a:cubicBezTo>
                  <a:pt x="3497457" y="3157078"/>
                  <a:pt x="3497955" y="3157410"/>
                  <a:pt x="3498205" y="3157826"/>
                </a:cubicBezTo>
                <a:lnTo>
                  <a:pt x="3508506" y="3175605"/>
                </a:lnTo>
                <a:cubicBezTo>
                  <a:pt x="3508756" y="3176020"/>
                  <a:pt x="3508756" y="3176602"/>
                  <a:pt x="3508506" y="3177017"/>
                </a:cubicBezTo>
                <a:lnTo>
                  <a:pt x="3498205" y="3194796"/>
                </a:lnTo>
                <a:cubicBezTo>
                  <a:pt x="3497955" y="3195294"/>
                  <a:pt x="3497457" y="3195544"/>
                  <a:pt x="3496958" y="3195544"/>
                </a:cubicBezTo>
                <a:close/>
                <a:moveTo>
                  <a:pt x="4619976" y="3501954"/>
                </a:moveTo>
                <a:cubicBezTo>
                  <a:pt x="4619477" y="3501954"/>
                  <a:pt x="4618979" y="3501621"/>
                  <a:pt x="4618730" y="3501206"/>
                </a:cubicBezTo>
                <a:lnTo>
                  <a:pt x="4608428" y="3483427"/>
                </a:lnTo>
                <a:cubicBezTo>
                  <a:pt x="4608179" y="3483012"/>
                  <a:pt x="4608179" y="3482431"/>
                  <a:pt x="4608428" y="3482015"/>
                </a:cubicBezTo>
                <a:lnTo>
                  <a:pt x="4618730" y="3464236"/>
                </a:lnTo>
                <a:cubicBezTo>
                  <a:pt x="4618980" y="3463737"/>
                  <a:pt x="4619477" y="3463489"/>
                  <a:pt x="4619977" y="3463488"/>
                </a:cubicBezTo>
                <a:lnTo>
                  <a:pt x="4640496" y="3463488"/>
                </a:lnTo>
                <a:cubicBezTo>
                  <a:pt x="4640995" y="3463488"/>
                  <a:pt x="4641493" y="3463820"/>
                  <a:pt x="4641744" y="3464236"/>
                </a:cubicBezTo>
                <a:lnTo>
                  <a:pt x="4652045" y="3482016"/>
                </a:lnTo>
                <a:cubicBezTo>
                  <a:pt x="4652294" y="3482430"/>
                  <a:pt x="4652295" y="3483012"/>
                  <a:pt x="4652045" y="3483427"/>
                </a:cubicBezTo>
                <a:lnTo>
                  <a:pt x="4641744" y="3501207"/>
                </a:lnTo>
                <a:cubicBezTo>
                  <a:pt x="4641493" y="3501705"/>
                  <a:pt x="4640995" y="3501955"/>
                  <a:pt x="4640496" y="3501955"/>
                </a:cubicBezTo>
                <a:close/>
                <a:moveTo>
                  <a:pt x="4800535" y="3550335"/>
                </a:moveTo>
                <a:cubicBezTo>
                  <a:pt x="4800036" y="3550335"/>
                  <a:pt x="4799538" y="3550002"/>
                  <a:pt x="4799289" y="3549587"/>
                </a:cubicBezTo>
                <a:lnTo>
                  <a:pt x="4788987" y="3531808"/>
                </a:lnTo>
                <a:cubicBezTo>
                  <a:pt x="4788738" y="3531393"/>
                  <a:pt x="4788738" y="3530811"/>
                  <a:pt x="4788987" y="3530396"/>
                </a:cubicBezTo>
                <a:lnTo>
                  <a:pt x="4799289" y="3512617"/>
                </a:lnTo>
                <a:cubicBezTo>
                  <a:pt x="4799538" y="3512118"/>
                  <a:pt x="4800036" y="3511869"/>
                  <a:pt x="4800535" y="3511869"/>
                </a:cubicBezTo>
                <a:lnTo>
                  <a:pt x="4821055" y="3511869"/>
                </a:lnTo>
                <a:cubicBezTo>
                  <a:pt x="4821554" y="3511869"/>
                  <a:pt x="4822052" y="3512201"/>
                  <a:pt x="4822302" y="3512617"/>
                </a:cubicBezTo>
                <a:lnTo>
                  <a:pt x="4832603" y="3530396"/>
                </a:lnTo>
                <a:cubicBezTo>
                  <a:pt x="4832853" y="3530811"/>
                  <a:pt x="4832853" y="3531393"/>
                  <a:pt x="4832603" y="3531808"/>
                </a:cubicBezTo>
                <a:lnTo>
                  <a:pt x="4822302" y="3549587"/>
                </a:lnTo>
                <a:cubicBezTo>
                  <a:pt x="4822052" y="3550085"/>
                  <a:pt x="4821554" y="3550335"/>
                  <a:pt x="4821055" y="3550335"/>
                </a:cubicBezTo>
                <a:close/>
                <a:moveTo>
                  <a:pt x="1610673" y="2695718"/>
                </a:moveTo>
                <a:cubicBezTo>
                  <a:pt x="1610174" y="2695718"/>
                  <a:pt x="1609676" y="2695386"/>
                  <a:pt x="1609426" y="2694970"/>
                </a:cubicBezTo>
                <a:lnTo>
                  <a:pt x="1599125" y="2677108"/>
                </a:lnTo>
                <a:cubicBezTo>
                  <a:pt x="1598876" y="2676610"/>
                  <a:pt x="1598876" y="2676028"/>
                  <a:pt x="1599125" y="2675613"/>
                </a:cubicBezTo>
                <a:lnTo>
                  <a:pt x="1609426" y="2657751"/>
                </a:lnTo>
                <a:cubicBezTo>
                  <a:pt x="1609676" y="2657252"/>
                  <a:pt x="1610174" y="2657003"/>
                  <a:pt x="1610673" y="2657003"/>
                </a:cubicBezTo>
                <a:lnTo>
                  <a:pt x="1631359" y="2657003"/>
                </a:lnTo>
                <a:cubicBezTo>
                  <a:pt x="1631858" y="2657003"/>
                  <a:pt x="1632356" y="2657335"/>
                  <a:pt x="1632606" y="2657751"/>
                </a:cubicBezTo>
                <a:lnTo>
                  <a:pt x="1642908" y="2675613"/>
                </a:lnTo>
                <a:cubicBezTo>
                  <a:pt x="1643157" y="2676111"/>
                  <a:pt x="1643157" y="2676693"/>
                  <a:pt x="1642908" y="2677108"/>
                </a:cubicBezTo>
                <a:lnTo>
                  <a:pt x="1632606" y="2694970"/>
                </a:lnTo>
                <a:cubicBezTo>
                  <a:pt x="1632356" y="2695468"/>
                  <a:pt x="1631858" y="2695718"/>
                  <a:pt x="1631359" y="2695718"/>
                </a:cubicBezTo>
                <a:close/>
                <a:moveTo>
                  <a:pt x="1670859" y="2711845"/>
                </a:moveTo>
                <a:cubicBezTo>
                  <a:pt x="1670360" y="2711845"/>
                  <a:pt x="1669862" y="2711513"/>
                  <a:pt x="1669612" y="2711097"/>
                </a:cubicBezTo>
                <a:lnTo>
                  <a:pt x="1659311" y="2693235"/>
                </a:lnTo>
                <a:cubicBezTo>
                  <a:pt x="1659062" y="2692737"/>
                  <a:pt x="1659062" y="2692155"/>
                  <a:pt x="1659311" y="2691740"/>
                </a:cubicBezTo>
                <a:lnTo>
                  <a:pt x="1669612" y="2673878"/>
                </a:lnTo>
                <a:cubicBezTo>
                  <a:pt x="1669862" y="2673379"/>
                  <a:pt x="1670360" y="2673130"/>
                  <a:pt x="1670859" y="2673130"/>
                </a:cubicBezTo>
                <a:lnTo>
                  <a:pt x="1691545" y="2673130"/>
                </a:lnTo>
                <a:cubicBezTo>
                  <a:pt x="1692044" y="2673130"/>
                  <a:pt x="1692542" y="2673462"/>
                  <a:pt x="1692792" y="2673877"/>
                </a:cubicBezTo>
                <a:lnTo>
                  <a:pt x="1703094" y="2691740"/>
                </a:lnTo>
                <a:cubicBezTo>
                  <a:pt x="1703343" y="2692238"/>
                  <a:pt x="1703343" y="2692820"/>
                  <a:pt x="1703094" y="2693235"/>
                </a:cubicBezTo>
                <a:lnTo>
                  <a:pt x="1692792" y="2711097"/>
                </a:lnTo>
                <a:cubicBezTo>
                  <a:pt x="1692542" y="2711595"/>
                  <a:pt x="1692044" y="2711845"/>
                  <a:pt x="1691545" y="2711845"/>
                </a:cubicBezTo>
                <a:close/>
                <a:moveTo>
                  <a:pt x="3295887" y="3147270"/>
                </a:moveTo>
                <a:cubicBezTo>
                  <a:pt x="3295389" y="3147270"/>
                  <a:pt x="3294890" y="3146938"/>
                  <a:pt x="3294641" y="3146522"/>
                </a:cubicBezTo>
                <a:lnTo>
                  <a:pt x="3284339" y="3128660"/>
                </a:lnTo>
                <a:cubicBezTo>
                  <a:pt x="3284090" y="3128162"/>
                  <a:pt x="3284090" y="3127580"/>
                  <a:pt x="3284339" y="3127165"/>
                </a:cubicBezTo>
                <a:lnTo>
                  <a:pt x="3294641" y="3109303"/>
                </a:lnTo>
                <a:cubicBezTo>
                  <a:pt x="3294890" y="3108804"/>
                  <a:pt x="3295389" y="3108555"/>
                  <a:pt x="3295887" y="3108555"/>
                </a:cubicBezTo>
                <a:lnTo>
                  <a:pt x="3316574" y="3108555"/>
                </a:lnTo>
                <a:cubicBezTo>
                  <a:pt x="3317072" y="3108555"/>
                  <a:pt x="3317571" y="3108887"/>
                  <a:pt x="3317820" y="3109302"/>
                </a:cubicBezTo>
                <a:lnTo>
                  <a:pt x="3328122" y="3127165"/>
                </a:lnTo>
                <a:cubicBezTo>
                  <a:pt x="3328371" y="3127663"/>
                  <a:pt x="3328372" y="3128245"/>
                  <a:pt x="3328122" y="3128660"/>
                </a:cubicBezTo>
                <a:lnTo>
                  <a:pt x="3317820" y="3146522"/>
                </a:lnTo>
                <a:cubicBezTo>
                  <a:pt x="3317571" y="3147020"/>
                  <a:pt x="3317073" y="3147270"/>
                  <a:pt x="3316575" y="3147270"/>
                </a:cubicBezTo>
                <a:close/>
                <a:moveTo>
                  <a:pt x="3536633" y="3211777"/>
                </a:moveTo>
                <a:cubicBezTo>
                  <a:pt x="3536135" y="3211777"/>
                  <a:pt x="3535636" y="3211445"/>
                  <a:pt x="3535387" y="3211029"/>
                </a:cubicBezTo>
                <a:lnTo>
                  <a:pt x="3525085" y="3193167"/>
                </a:lnTo>
                <a:cubicBezTo>
                  <a:pt x="3524836" y="3192669"/>
                  <a:pt x="3524836" y="3192087"/>
                  <a:pt x="3525085" y="3191672"/>
                </a:cubicBezTo>
                <a:lnTo>
                  <a:pt x="3535387" y="3173810"/>
                </a:lnTo>
                <a:cubicBezTo>
                  <a:pt x="3535636" y="3173311"/>
                  <a:pt x="3536135" y="3173062"/>
                  <a:pt x="3536633" y="3173062"/>
                </a:cubicBezTo>
                <a:lnTo>
                  <a:pt x="3557320" y="3173062"/>
                </a:lnTo>
                <a:cubicBezTo>
                  <a:pt x="3557818" y="3173062"/>
                  <a:pt x="3558317" y="3173394"/>
                  <a:pt x="3558566" y="3173810"/>
                </a:cubicBezTo>
                <a:lnTo>
                  <a:pt x="3568868" y="3191672"/>
                </a:lnTo>
                <a:cubicBezTo>
                  <a:pt x="3569117" y="3192170"/>
                  <a:pt x="3569117" y="3192752"/>
                  <a:pt x="3568868" y="3193167"/>
                </a:cubicBezTo>
                <a:lnTo>
                  <a:pt x="3558566" y="3211029"/>
                </a:lnTo>
                <a:cubicBezTo>
                  <a:pt x="3558317" y="3211527"/>
                  <a:pt x="3557818" y="3211777"/>
                  <a:pt x="3557320" y="3211777"/>
                </a:cubicBezTo>
                <a:close/>
                <a:moveTo>
                  <a:pt x="4439426" y="3453680"/>
                </a:moveTo>
                <a:cubicBezTo>
                  <a:pt x="4438927" y="3453680"/>
                  <a:pt x="4438428" y="3453348"/>
                  <a:pt x="4438180" y="3452932"/>
                </a:cubicBezTo>
                <a:lnTo>
                  <a:pt x="4427878" y="3435070"/>
                </a:lnTo>
                <a:cubicBezTo>
                  <a:pt x="4427629" y="3434572"/>
                  <a:pt x="4427629" y="3433990"/>
                  <a:pt x="4427878" y="3433575"/>
                </a:cubicBezTo>
                <a:lnTo>
                  <a:pt x="4438180" y="3415713"/>
                </a:lnTo>
                <a:cubicBezTo>
                  <a:pt x="4438429" y="3415214"/>
                  <a:pt x="4438927" y="3414965"/>
                  <a:pt x="4439426" y="3414965"/>
                </a:cubicBezTo>
                <a:lnTo>
                  <a:pt x="4460113" y="3414965"/>
                </a:lnTo>
                <a:cubicBezTo>
                  <a:pt x="4460611" y="3414965"/>
                  <a:pt x="4461110" y="3415297"/>
                  <a:pt x="4461359" y="3415713"/>
                </a:cubicBezTo>
                <a:lnTo>
                  <a:pt x="4471660" y="3433575"/>
                </a:lnTo>
                <a:cubicBezTo>
                  <a:pt x="4471910" y="3434073"/>
                  <a:pt x="4471910" y="3434655"/>
                  <a:pt x="4471661" y="3435070"/>
                </a:cubicBezTo>
                <a:lnTo>
                  <a:pt x="4461358" y="3452932"/>
                </a:lnTo>
                <a:cubicBezTo>
                  <a:pt x="4461110" y="3453430"/>
                  <a:pt x="4460611" y="3453680"/>
                  <a:pt x="4460113" y="3453680"/>
                </a:cubicBezTo>
                <a:close/>
                <a:moveTo>
                  <a:pt x="4499612" y="3469807"/>
                </a:moveTo>
                <a:cubicBezTo>
                  <a:pt x="4499113" y="3469807"/>
                  <a:pt x="4498615" y="3469475"/>
                  <a:pt x="4498367" y="3469059"/>
                </a:cubicBezTo>
                <a:lnTo>
                  <a:pt x="4488065" y="3451197"/>
                </a:lnTo>
                <a:cubicBezTo>
                  <a:pt x="4487815" y="3450699"/>
                  <a:pt x="4487816" y="3450117"/>
                  <a:pt x="4488064" y="3449702"/>
                </a:cubicBezTo>
                <a:lnTo>
                  <a:pt x="4498367" y="3431840"/>
                </a:lnTo>
                <a:cubicBezTo>
                  <a:pt x="4498616" y="3431341"/>
                  <a:pt x="4499114" y="3431092"/>
                  <a:pt x="4499613" y="3431092"/>
                </a:cubicBezTo>
                <a:lnTo>
                  <a:pt x="4520299" y="3431092"/>
                </a:lnTo>
                <a:cubicBezTo>
                  <a:pt x="4520797" y="3431092"/>
                  <a:pt x="4521297" y="3431424"/>
                  <a:pt x="4521545" y="3431840"/>
                </a:cubicBezTo>
                <a:lnTo>
                  <a:pt x="4531847" y="3449702"/>
                </a:lnTo>
                <a:cubicBezTo>
                  <a:pt x="4532096" y="3450200"/>
                  <a:pt x="4532097" y="3450782"/>
                  <a:pt x="4531847" y="3451197"/>
                </a:cubicBezTo>
                <a:lnTo>
                  <a:pt x="4521545" y="3469059"/>
                </a:lnTo>
                <a:cubicBezTo>
                  <a:pt x="4521296" y="3469557"/>
                  <a:pt x="4520798" y="3469807"/>
                  <a:pt x="4520300" y="3469807"/>
                </a:cubicBezTo>
                <a:close/>
                <a:moveTo>
                  <a:pt x="3416178" y="3179596"/>
                </a:moveTo>
                <a:cubicBezTo>
                  <a:pt x="3415679" y="3179596"/>
                  <a:pt x="3415181" y="3179264"/>
                  <a:pt x="3414933" y="3178848"/>
                </a:cubicBezTo>
                <a:lnTo>
                  <a:pt x="3404548" y="3160903"/>
                </a:lnTo>
                <a:cubicBezTo>
                  <a:pt x="3404299" y="3160405"/>
                  <a:pt x="3404298" y="3159823"/>
                  <a:pt x="3404548" y="3159408"/>
                </a:cubicBezTo>
                <a:lnTo>
                  <a:pt x="3414933" y="3141463"/>
                </a:lnTo>
                <a:cubicBezTo>
                  <a:pt x="3415182" y="3140964"/>
                  <a:pt x="3415680" y="3140715"/>
                  <a:pt x="3416179" y="3140715"/>
                </a:cubicBezTo>
                <a:lnTo>
                  <a:pt x="3436948" y="3140715"/>
                </a:lnTo>
                <a:cubicBezTo>
                  <a:pt x="3437446" y="3140715"/>
                  <a:pt x="3437945" y="3141047"/>
                  <a:pt x="3438195" y="3141463"/>
                </a:cubicBezTo>
                <a:lnTo>
                  <a:pt x="3448579" y="3159408"/>
                </a:lnTo>
                <a:cubicBezTo>
                  <a:pt x="3448829" y="3159906"/>
                  <a:pt x="3448828" y="3160488"/>
                  <a:pt x="3448580" y="3160903"/>
                </a:cubicBezTo>
                <a:lnTo>
                  <a:pt x="3438195" y="3178848"/>
                </a:lnTo>
                <a:cubicBezTo>
                  <a:pt x="3437946" y="3179347"/>
                  <a:pt x="3437447" y="3179596"/>
                  <a:pt x="3436949" y="3179596"/>
                </a:cubicBezTo>
                <a:close/>
                <a:moveTo>
                  <a:pt x="3897668" y="3308610"/>
                </a:moveTo>
                <a:cubicBezTo>
                  <a:pt x="3897169" y="3308611"/>
                  <a:pt x="3896671" y="3308279"/>
                  <a:pt x="3896422" y="3307863"/>
                </a:cubicBezTo>
                <a:lnTo>
                  <a:pt x="3886038" y="3289918"/>
                </a:lnTo>
                <a:cubicBezTo>
                  <a:pt x="3885788" y="3289420"/>
                  <a:pt x="3885788" y="3288837"/>
                  <a:pt x="3886038" y="3288423"/>
                </a:cubicBezTo>
                <a:lnTo>
                  <a:pt x="3896422" y="3270477"/>
                </a:lnTo>
                <a:cubicBezTo>
                  <a:pt x="3896672" y="3269979"/>
                  <a:pt x="3897169" y="3269730"/>
                  <a:pt x="3897668" y="3269729"/>
                </a:cubicBezTo>
                <a:lnTo>
                  <a:pt x="3918438" y="3269730"/>
                </a:lnTo>
                <a:cubicBezTo>
                  <a:pt x="3918936" y="3269729"/>
                  <a:pt x="3919435" y="3270061"/>
                  <a:pt x="3919685" y="3270478"/>
                </a:cubicBezTo>
                <a:lnTo>
                  <a:pt x="3930069" y="3288423"/>
                </a:lnTo>
                <a:cubicBezTo>
                  <a:pt x="3930318" y="3288921"/>
                  <a:pt x="3930318" y="3289503"/>
                  <a:pt x="3930069" y="3289918"/>
                </a:cubicBezTo>
                <a:lnTo>
                  <a:pt x="3919685" y="3307862"/>
                </a:lnTo>
                <a:cubicBezTo>
                  <a:pt x="3919435" y="3308362"/>
                  <a:pt x="3918936" y="3308611"/>
                  <a:pt x="3918439" y="3308610"/>
                </a:cubicBezTo>
                <a:close/>
                <a:moveTo>
                  <a:pt x="2272556" y="2873267"/>
                </a:moveTo>
                <a:cubicBezTo>
                  <a:pt x="2272057" y="2873267"/>
                  <a:pt x="2271559" y="2872936"/>
                  <a:pt x="2271310" y="2872520"/>
                </a:cubicBezTo>
                <a:lnTo>
                  <a:pt x="2260925" y="2854491"/>
                </a:lnTo>
                <a:cubicBezTo>
                  <a:pt x="2260676" y="2853993"/>
                  <a:pt x="2260676" y="2853412"/>
                  <a:pt x="2260925" y="2852996"/>
                </a:cubicBezTo>
                <a:lnTo>
                  <a:pt x="2271393" y="2834968"/>
                </a:lnTo>
                <a:cubicBezTo>
                  <a:pt x="2271642" y="2834469"/>
                  <a:pt x="2272142" y="2834220"/>
                  <a:pt x="2272640" y="2834220"/>
                </a:cubicBezTo>
                <a:lnTo>
                  <a:pt x="2293493" y="2834221"/>
                </a:lnTo>
                <a:cubicBezTo>
                  <a:pt x="2293992" y="2834220"/>
                  <a:pt x="2294489" y="2834552"/>
                  <a:pt x="2294738" y="2834968"/>
                </a:cubicBezTo>
                <a:lnTo>
                  <a:pt x="2305123" y="2852996"/>
                </a:lnTo>
                <a:cubicBezTo>
                  <a:pt x="2305372" y="2853495"/>
                  <a:pt x="2305372" y="2854076"/>
                  <a:pt x="2305123" y="2854492"/>
                </a:cubicBezTo>
                <a:lnTo>
                  <a:pt x="2294655" y="2872521"/>
                </a:lnTo>
                <a:cubicBezTo>
                  <a:pt x="2294407" y="2873018"/>
                  <a:pt x="2293907" y="2873267"/>
                  <a:pt x="2293409" y="2873267"/>
                </a:cubicBezTo>
                <a:close/>
                <a:moveTo>
                  <a:pt x="2332743" y="2889394"/>
                </a:moveTo>
                <a:cubicBezTo>
                  <a:pt x="2332244" y="2889394"/>
                  <a:pt x="2331746" y="2889063"/>
                  <a:pt x="2331497" y="2888647"/>
                </a:cubicBezTo>
                <a:lnTo>
                  <a:pt x="2321112" y="2870619"/>
                </a:lnTo>
                <a:cubicBezTo>
                  <a:pt x="2320863" y="2870120"/>
                  <a:pt x="2320863" y="2869539"/>
                  <a:pt x="2321112" y="2869123"/>
                </a:cubicBezTo>
                <a:lnTo>
                  <a:pt x="2331580" y="2851095"/>
                </a:lnTo>
                <a:cubicBezTo>
                  <a:pt x="2331829" y="2850596"/>
                  <a:pt x="2332328" y="2850348"/>
                  <a:pt x="2332826" y="2850347"/>
                </a:cubicBezTo>
                <a:lnTo>
                  <a:pt x="2353679" y="2850348"/>
                </a:lnTo>
                <a:cubicBezTo>
                  <a:pt x="2354178" y="2850347"/>
                  <a:pt x="2354676" y="2850679"/>
                  <a:pt x="2354925" y="2851095"/>
                </a:cubicBezTo>
                <a:lnTo>
                  <a:pt x="2365310" y="2869123"/>
                </a:lnTo>
                <a:cubicBezTo>
                  <a:pt x="2365559" y="2869622"/>
                  <a:pt x="2365559" y="2870203"/>
                  <a:pt x="2365310" y="2870619"/>
                </a:cubicBezTo>
                <a:lnTo>
                  <a:pt x="2354842" y="2888648"/>
                </a:lnTo>
                <a:cubicBezTo>
                  <a:pt x="2354593" y="2889145"/>
                  <a:pt x="2354094" y="2889394"/>
                  <a:pt x="2353596" y="2889394"/>
                </a:cubicBezTo>
                <a:close/>
                <a:moveTo>
                  <a:pt x="4680005" y="3518341"/>
                </a:moveTo>
                <a:cubicBezTo>
                  <a:pt x="4679506" y="3518341"/>
                  <a:pt x="4679009" y="3518010"/>
                  <a:pt x="4678760" y="3517595"/>
                </a:cubicBezTo>
                <a:lnTo>
                  <a:pt x="4668375" y="3499566"/>
                </a:lnTo>
                <a:cubicBezTo>
                  <a:pt x="4668126" y="3499067"/>
                  <a:pt x="4668126" y="3498486"/>
                  <a:pt x="4668375" y="3498070"/>
                </a:cubicBezTo>
                <a:lnTo>
                  <a:pt x="4678843" y="3480042"/>
                </a:lnTo>
                <a:cubicBezTo>
                  <a:pt x="4679091" y="3479544"/>
                  <a:pt x="4679591" y="3479295"/>
                  <a:pt x="4680089" y="3479295"/>
                </a:cubicBezTo>
                <a:lnTo>
                  <a:pt x="4700942" y="3479295"/>
                </a:lnTo>
                <a:cubicBezTo>
                  <a:pt x="4701441" y="3479295"/>
                  <a:pt x="4701938" y="3479626"/>
                  <a:pt x="4702188" y="3480043"/>
                </a:cubicBezTo>
                <a:lnTo>
                  <a:pt x="4712573" y="3498070"/>
                </a:lnTo>
                <a:cubicBezTo>
                  <a:pt x="4712822" y="3498569"/>
                  <a:pt x="4712822" y="3499150"/>
                  <a:pt x="4712573" y="3499566"/>
                </a:cubicBezTo>
                <a:lnTo>
                  <a:pt x="4702105" y="3517595"/>
                </a:lnTo>
                <a:cubicBezTo>
                  <a:pt x="4701856" y="3518092"/>
                  <a:pt x="4701356" y="3518341"/>
                  <a:pt x="4700858" y="3518342"/>
                </a:cubicBezTo>
                <a:close/>
                <a:moveTo>
                  <a:pt x="4740192" y="3534468"/>
                </a:moveTo>
                <a:cubicBezTo>
                  <a:pt x="4739693" y="3534469"/>
                  <a:pt x="4739196" y="3534137"/>
                  <a:pt x="4738947" y="3533722"/>
                </a:cubicBezTo>
                <a:lnTo>
                  <a:pt x="4728562" y="3515693"/>
                </a:lnTo>
                <a:cubicBezTo>
                  <a:pt x="4728312" y="3515194"/>
                  <a:pt x="4728313" y="3514613"/>
                  <a:pt x="4728562" y="3514197"/>
                </a:cubicBezTo>
                <a:lnTo>
                  <a:pt x="4739030" y="3496170"/>
                </a:lnTo>
                <a:cubicBezTo>
                  <a:pt x="4739278" y="3495671"/>
                  <a:pt x="4739778" y="3495422"/>
                  <a:pt x="4740276" y="3495422"/>
                </a:cubicBezTo>
                <a:lnTo>
                  <a:pt x="4761129" y="3495422"/>
                </a:lnTo>
                <a:cubicBezTo>
                  <a:pt x="4761628" y="3495422"/>
                  <a:pt x="4762125" y="3495753"/>
                  <a:pt x="4762375" y="3496170"/>
                </a:cubicBezTo>
                <a:lnTo>
                  <a:pt x="4772760" y="3514197"/>
                </a:lnTo>
                <a:cubicBezTo>
                  <a:pt x="4773009" y="3514696"/>
                  <a:pt x="4773008" y="3515277"/>
                  <a:pt x="4772760" y="3515693"/>
                </a:cubicBezTo>
                <a:lnTo>
                  <a:pt x="4762292" y="3533722"/>
                </a:lnTo>
                <a:cubicBezTo>
                  <a:pt x="4762043" y="3534219"/>
                  <a:pt x="4761543" y="3534468"/>
                  <a:pt x="4761045" y="3534469"/>
                </a:cubicBezTo>
                <a:close/>
                <a:moveTo>
                  <a:pt x="4860564" y="3566722"/>
                </a:moveTo>
                <a:cubicBezTo>
                  <a:pt x="4860065" y="3566722"/>
                  <a:pt x="4859567" y="3566390"/>
                  <a:pt x="4859318" y="3565975"/>
                </a:cubicBezTo>
                <a:lnTo>
                  <a:pt x="4848933" y="3547946"/>
                </a:lnTo>
                <a:cubicBezTo>
                  <a:pt x="4848684" y="3547448"/>
                  <a:pt x="4848684" y="3546866"/>
                  <a:pt x="4848933" y="3546451"/>
                </a:cubicBezTo>
                <a:lnTo>
                  <a:pt x="4859401" y="3528423"/>
                </a:lnTo>
                <a:cubicBezTo>
                  <a:pt x="4859650" y="3527924"/>
                  <a:pt x="4860149" y="3527675"/>
                  <a:pt x="4860647" y="3527675"/>
                </a:cubicBezTo>
                <a:lnTo>
                  <a:pt x="4881500" y="3527675"/>
                </a:lnTo>
                <a:cubicBezTo>
                  <a:pt x="4881999" y="3527675"/>
                  <a:pt x="4882497" y="3528007"/>
                  <a:pt x="4882746" y="3528423"/>
                </a:cubicBezTo>
                <a:lnTo>
                  <a:pt x="4893131" y="3546451"/>
                </a:lnTo>
                <a:cubicBezTo>
                  <a:pt x="4893380" y="3546949"/>
                  <a:pt x="4893380" y="3547531"/>
                  <a:pt x="4893131" y="3547946"/>
                </a:cubicBezTo>
                <a:lnTo>
                  <a:pt x="4882663" y="3565975"/>
                </a:lnTo>
                <a:cubicBezTo>
                  <a:pt x="4882414" y="3566473"/>
                  <a:pt x="4881915" y="3566722"/>
                  <a:pt x="4881417" y="3566722"/>
                </a:cubicBezTo>
                <a:close/>
                <a:moveTo>
                  <a:pt x="4920751" y="3582849"/>
                </a:moveTo>
                <a:cubicBezTo>
                  <a:pt x="4920252" y="3582849"/>
                  <a:pt x="4919754" y="3582517"/>
                  <a:pt x="4919505" y="3582102"/>
                </a:cubicBezTo>
                <a:lnTo>
                  <a:pt x="4909120" y="3564073"/>
                </a:lnTo>
                <a:cubicBezTo>
                  <a:pt x="4908871" y="3563575"/>
                  <a:pt x="4908871" y="3562993"/>
                  <a:pt x="4909120" y="3562578"/>
                </a:cubicBezTo>
                <a:lnTo>
                  <a:pt x="4919588" y="3544550"/>
                </a:lnTo>
                <a:cubicBezTo>
                  <a:pt x="4919837" y="3544051"/>
                  <a:pt x="4920336" y="3543802"/>
                  <a:pt x="4920834" y="3543802"/>
                </a:cubicBezTo>
                <a:lnTo>
                  <a:pt x="4941687" y="3543802"/>
                </a:lnTo>
                <a:cubicBezTo>
                  <a:pt x="4942186" y="3543802"/>
                  <a:pt x="4942684" y="3544134"/>
                  <a:pt x="4942933" y="3544550"/>
                </a:cubicBezTo>
                <a:lnTo>
                  <a:pt x="4953318" y="3562578"/>
                </a:lnTo>
                <a:cubicBezTo>
                  <a:pt x="4953567" y="3563076"/>
                  <a:pt x="4953567" y="3563658"/>
                  <a:pt x="4953318" y="3564073"/>
                </a:cubicBezTo>
                <a:lnTo>
                  <a:pt x="4942850" y="3582102"/>
                </a:lnTo>
                <a:cubicBezTo>
                  <a:pt x="4942601" y="3582600"/>
                  <a:pt x="4942102" y="3582849"/>
                  <a:pt x="4941604" y="3582849"/>
                </a:cubicBezTo>
                <a:close/>
                <a:moveTo>
                  <a:pt x="2212370" y="2857224"/>
                </a:moveTo>
                <a:cubicBezTo>
                  <a:pt x="2211872" y="2857224"/>
                  <a:pt x="2211374" y="2856892"/>
                  <a:pt x="2211124" y="2856476"/>
                </a:cubicBezTo>
                <a:lnTo>
                  <a:pt x="2200657" y="2838365"/>
                </a:lnTo>
                <a:cubicBezTo>
                  <a:pt x="2200408" y="2837867"/>
                  <a:pt x="2200408" y="2837285"/>
                  <a:pt x="2200657" y="2836870"/>
                </a:cubicBezTo>
                <a:lnTo>
                  <a:pt x="2211124" y="2818759"/>
                </a:lnTo>
                <a:cubicBezTo>
                  <a:pt x="2211373" y="2818260"/>
                  <a:pt x="2211872" y="2818011"/>
                  <a:pt x="2212370" y="2818011"/>
                </a:cubicBezTo>
                <a:lnTo>
                  <a:pt x="2233307" y="2818011"/>
                </a:lnTo>
                <a:cubicBezTo>
                  <a:pt x="2233806" y="2818011"/>
                  <a:pt x="2234303" y="2818343"/>
                  <a:pt x="2234553" y="2818759"/>
                </a:cubicBezTo>
                <a:lnTo>
                  <a:pt x="2245020" y="2836870"/>
                </a:lnTo>
                <a:cubicBezTo>
                  <a:pt x="2245270" y="2837368"/>
                  <a:pt x="2245270" y="2837950"/>
                  <a:pt x="2245020" y="2838365"/>
                </a:cubicBezTo>
                <a:lnTo>
                  <a:pt x="2234553" y="2856476"/>
                </a:lnTo>
                <a:cubicBezTo>
                  <a:pt x="2234304" y="2856975"/>
                  <a:pt x="2233806" y="2857224"/>
                  <a:pt x="2233307" y="2857224"/>
                </a:cubicBezTo>
                <a:close/>
                <a:moveTo>
                  <a:pt x="2392929" y="2905604"/>
                </a:moveTo>
                <a:cubicBezTo>
                  <a:pt x="2392431" y="2905604"/>
                  <a:pt x="2391932" y="2905272"/>
                  <a:pt x="2391683" y="2904856"/>
                </a:cubicBezTo>
                <a:lnTo>
                  <a:pt x="2381215" y="2886745"/>
                </a:lnTo>
                <a:cubicBezTo>
                  <a:pt x="2380966" y="2886247"/>
                  <a:pt x="2380966" y="2885665"/>
                  <a:pt x="2381215" y="2885250"/>
                </a:cubicBezTo>
                <a:lnTo>
                  <a:pt x="2391683" y="2867139"/>
                </a:lnTo>
                <a:cubicBezTo>
                  <a:pt x="2391932" y="2866640"/>
                  <a:pt x="2392431" y="2866391"/>
                  <a:pt x="2392929" y="2866391"/>
                </a:cubicBezTo>
                <a:lnTo>
                  <a:pt x="2413865" y="2866391"/>
                </a:lnTo>
                <a:cubicBezTo>
                  <a:pt x="2414364" y="2866391"/>
                  <a:pt x="2414862" y="2866723"/>
                  <a:pt x="2415111" y="2867139"/>
                </a:cubicBezTo>
                <a:lnTo>
                  <a:pt x="2425579" y="2885250"/>
                </a:lnTo>
                <a:cubicBezTo>
                  <a:pt x="2425829" y="2885748"/>
                  <a:pt x="2425829" y="2886330"/>
                  <a:pt x="2425579" y="2886745"/>
                </a:cubicBezTo>
                <a:lnTo>
                  <a:pt x="2415111" y="2904856"/>
                </a:lnTo>
                <a:cubicBezTo>
                  <a:pt x="2414862" y="2905355"/>
                  <a:pt x="2414364" y="2905604"/>
                  <a:pt x="2413865" y="2905604"/>
                </a:cubicBezTo>
                <a:close/>
                <a:moveTo>
                  <a:pt x="3596654" y="3228141"/>
                </a:moveTo>
                <a:cubicBezTo>
                  <a:pt x="3596156" y="3228141"/>
                  <a:pt x="3595657" y="3227809"/>
                  <a:pt x="3595408" y="3227393"/>
                </a:cubicBezTo>
                <a:lnTo>
                  <a:pt x="3584940" y="3209283"/>
                </a:lnTo>
                <a:cubicBezTo>
                  <a:pt x="3584691" y="3208784"/>
                  <a:pt x="3584691" y="3208203"/>
                  <a:pt x="3584940" y="3207787"/>
                </a:cubicBezTo>
                <a:lnTo>
                  <a:pt x="3595408" y="3189676"/>
                </a:lnTo>
                <a:cubicBezTo>
                  <a:pt x="3595657" y="3189177"/>
                  <a:pt x="3596156" y="3188928"/>
                  <a:pt x="3596654" y="3188928"/>
                </a:cubicBezTo>
                <a:lnTo>
                  <a:pt x="3617590" y="3188928"/>
                </a:lnTo>
                <a:cubicBezTo>
                  <a:pt x="3618089" y="3188928"/>
                  <a:pt x="3618587" y="3189260"/>
                  <a:pt x="3618836" y="3189676"/>
                </a:cubicBezTo>
                <a:lnTo>
                  <a:pt x="3629304" y="3207787"/>
                </a:lnTo>
                <a:cubicBezTo>
                  <a:pt x="3629554" y="3208285"/>
                  <a:pt x="3629554" y="3208867"/>
                  <a:pt x="3629304" y="3209282"/>
                </a:cubicBezTo>
                <a:lnTo>
                  <a:pt x="3618836" y="3227393"/>
                </a:lnTo>
                <a:cubicBezTo>
                  <a:pt x="3618587" y="3227892"/>
                  <a:pt x="3618089" y="3228141"/>
                  <a:pt x="3617590" y="3228141"/>
                </a:cubicBezTo>
                <a:close/>
                <a:moveTo>
                  <a:pt x="3656840" y="3244268"/>
                </a:moveTo>
                <a:cubicBezTo>
                  <a:pt x="3656342" y="3244268"/>
                  <a:pt x="3655843" y="3243936"/>
                  <a:pt x="3655594" y="3243520"/>
                </a:cubicBezTo>
                <a:lnTo>
                  <a:pt x="3645126" y="3225409"/>
                </a:lnTo>
                <a:cubicBezTo>
                  <a:pt x="3644877" y="3224911"/>
                  <a:pt x="3644877" y="3224329"/>
                  <a:pt x="3645126" y="3223914"/>
                </a:cubicBezTo>
                <a:lnTo>
                  <a:pt x="3655594" y="3205803"/>
                </a:lnTo>
                <a:cubicBezTo>
                  <a:pt x="3655843" y="3205304"/>
                  <a:pt x="3656342" y="3205055"/>
                  <a:pt x="3656840" y="3205055"/>
                </a:cubicBezTo>
                <a:lnTo>
                  <a:pt x="3677776" y="3205055"/>
                </a:lnTo>
                <a:cubicBezTo>
                  <a:pt x="3678275" y="3205055"/>
                  <a:pt x="3678773" y="3205387"/>
                  <a:pt x="3679022" y="3205803"/>
                </a:cubicBezTo>
                <a:lnTo>
                  <a:pt x="3689490" y="3223914"/>
                </a:lnTo>
                <a:cubicBezTo>
                  <a:pt x="3689740" y="3224412"/>
                  <a:pt x="3689740" y="3224994"/>
                  <a:pt x="3689490" y="3225409"/>
                </a:cubicBezTo>
                <a:lnTo>
                  <a:pt x="3679022" y="3243520"/>
                </a:lnTo>
                <a:cubicBezTo>
                  <a:pt x="3678773" y="3244019"/>
                  <a:pt x="3678275" y="3244268"/>
                  <a:pt x="3677776" y="3244268"/>
                </a:cubicBezTo>
                <a:close/>
                <a:moveTo>
                  <a:pt x="3777213" y="3276522"/>
                </a:moveTo>
                <a:cubicBezTo>
                  <a:pt x="3776715" y="3276522"/>
                  <a:pt x="3776216" y="3276190"/>
                  <a:pt x="3775967" y="3275774"/>
                </a:cubicBezTo>
                <a:lnTo>
                  <a:pt x="3765499" y="3257663"/>
                </a:lnTo>
                <a:cubicBezTo>
                  <a:pt x="3765250" y="3257165"/>
                  <a:pt x="3765250" y="3256583"/>
                  <a:pt x="3765499" y="3256168"/>
                </a:cubicBezTo>
                <a:lnTo>
                  <a:pt x="3775967" y="3238057"/>
                </a:lnTo>
                <a:cubicBezTo>
                  <a:pt x="3776216" y="3237558"/>
                  <a:pt x="3776715" y="3237309"/>
                  <a:pt x="3777213" y="3237309"/>
                </a:cubicBezTo>
                <a:lnTo>
                  <a:pt x="3798149" y="3237309"/>
                </a:lnTo>
                <a:cubicBezTo>
                  <a:pt x="3798648" y="3237309"/>
                  <a:pt x="3799146" y="3237641"/>
                  <a:pt x="3799395" y="3238057"/>
                </a:cubicBezTo>
                <a:lnTo>
                  <a:pt x="3809863" y="3256168"/>
                </a:lnTo>
                <a:cubicBezTo>
                  <a:pt x="3810113" y="3256666"/>
                  <a:pt x="3810113" y="3257248"/>
                  <a:pt x="3809863" y="3257663"/>
                </a:cubicBezTo>
                <a:lnTo>
                  <a:pt x="3799395" y="3275774"/>
                </a:lnTo>
                <a:cubicBezTo>
                  <a:pt x="3799146" y="3276273"/>
                  <a:pt x="3798648" y="3276522"/>
                  <a:pt x="3798149" y="3276522"/>
                </a:cubicBezTo>
                <a:close/>
                <a:moveTo>
                  <a:pt x="3837398" y="3292649"/>
                </a:moveTo>
                <a:cubicBezTo>
                  <a:pt x="3836900" y="3292649"/>
                  <a:pt x="3836402" y="3292317"/>
                  <a:pt x="3836153" y="3291901"/>
                </a:cubicBezTo>
                <a:lnTo>
                  <a:pt x="3825685" y="3273790"/>
                </a:lnTo>
                <a:cubicBezTo>
                  <a:pt x="3825436" y="3273292"/>
                  <a:pt x="3825436" y="3272710"/>
                  <a:pt x="3825685" y="3272295"/>
                </a:cubicBezTo>
                <a:lnTo>
                  <a:pt x="3836152" y="3254184"/>
                </a:lnTo>
                <a:cubicBezTo>
                  <a:pt x="3836402" y="3253685"/>
                  <a:pt x="3836901" y="3253436"/>
                  <a:pt x="3837398" y="3253436"/>
                </a:cubicBezTo>
                <a:lnTo>
                  <a:pt x="3858335" y="3253436"/>
                </a:lnTo>
                <a:cubicBezTo>
                  <a:pt x="3858834" y="3253436"/>
                  <a:pt x="3859331" y="3253768"/>
                  <a:pt x="3859581" y="3254184"/>
                </a:cubicBezTo>
                <a:lnTo>
                  <a:pt x="3870048" y="3272295"/>
                </a:lnTo>
                <a:cubicBezTo>
                  <a:pt x="3870299" y="3272793"/>
                  <a:pt x="3870298" y="3273375"/>
                  <a:pt x="3870048" y="3273790"/>
                </a:cubicBezTo>
                <a:lnTo>
                  <a:pt x="3859581" y="3291901"/>
                </a:lnTo>
                <a:cubicBezTo>
                  <a:pt x="3859332" y="3292400"/>
                  <a:pt x="3858834" y="3292649"/>
                  <a:pt x="3858335" y="3292649"/>
                </a:cubicBezTo>
                <a:close/>
                <a:moveTo>
                  <a:pt x="4379074" y="3437790"/>
                </a:moveTo>
                <a:cubicBezTo>
                  <a:pt x="4378576" y="3437790"/>
                  <a:pt x="4378078" y="3437458"/>
                  <a:pt x="4377828" y="3437042"/>
                </a:cubicBezTo>
                <a:lnTo>
                  <a:pt x="4367361" y="3418931"/>
                </a:lnTo>
                <a:cubicBezTo>
                  <a:pt x="4367112" y="3418433"/>
                  <a:pt x="4367112" y="3417851"/>
                  <a:pt x="4367361" y="3417436"/>
                </a:cubicBezTo>
                <a:lnTo>
                  <a:pt x="4377828" y="3399325"/>
                </a:lnTo>
                <a:cubicBezTo>
                  <a:pt x="4378077" y="3398826"/>
                  <a:pt x="4378576" y="3398577"/>
                  <a:pt x="4379074" y="3398577"/>
                </a:cubicBezTo>
                <a:lnTo>
                  <a:pt x="4400011" y="3398577"/>
                </a:lnTo>
                <a:cubicBezTo>
                  <a:pt x="4400510" y="3398577"/>
                  <a:pt x="4401007" y="3398909"/>
                  <a:pt x="4401256" y="3399325"/>
                </a:cubicBezTo>
                <a:lnTo>
                  <a:pt x="4411724" y="3417436"/>
                </a:lnTo>
                <a:cubicBezTo>
                  <a:pt x="4411973" y="3417934"/>
                  <a:pt x="4411973" y="3418516"/>
                  <a:pt x="4411724" y="3418931"/>
                </a:cubicBezTo>
                <a:lnTo>
                  <a:pt x="4401257" y="3437042"/>
                </a:lnTo>
                <a:cubicBezTo>
                  <a:pt x="4401007" y="3437541"/>
                  <a:pt x="4400510" y="3437790"/>
                  <a:pt x="4400011" y="3437790"/>
                </a:cubicBezTo>
                <a:close/>
                <a:moveTo>
                  <a:pt x="4559633" y="3486171"/>
                </a:moveTo>
                <a:cubicBezTo>
                  <a:pt x="4559135" y="3486171"/>
                  <a:pt x="4558636" y="3485839"/>
                  <a:pt x="4558387" y="3485423"/>
                </a:cubicBezTo>
                <a:lnTo>
                  <a:pt x="4547919" y="3467312"/>
                </a:lnTo>
                <a:cubicBezTo>
                  <a:pt x="4547670" y="3466814"/>
                  <a:pt x="4547670" y="3466232"/>
                  <a:pt x="4547919" y="3465817"/>
                </a:cubicBezTo>
                <a:lnTo>
                  <a:pt x="4558387" y="3447706"/>
                </a:lnTo>
                <a:cubicBezTo>
                  <a:pt x="4558636" y="3447207"/>
                  <a:pt x="4559135" y="3446958"/>
                  <a:pt x="4559633" y="3446958"/>
                </a:cubicBezTo>
                <a:lnTo>
                  <a:pt x="4580569" y="3446958"/>
                </a:lnTo>
                <a:cubicBezTo>
                  <a:pt x="4581068" y="3446958"/>
                  <a:pt x="4581566" y="3447290"/>
                  <a:pt x="4581815" y="3447706"/>
                </a:cubicBezTo>
                <a:lnTo>
                  <a:pt x="4592283" y="3465817"/>
                </a:lnTo>
                <a:cubicBezTo>
                  <a:pt x="4592532" y="3466315"/>
                  <a:pt x="4592532" y="3466897"/>
                  <a:pt x="4592283" y="3467312"/>
                </a:cubicBezTo>
                <a:lnTo>
                  <a:pt x="4581815" y="3485423"/>
                </a:lnTo>
                <a:cubicBezTo>
                  <a:pt x="4581566" y="3485922"/>
                  <a:pt x="4581068" y="3486171"/>
                  <a:pt x="4580569" y="3486171"/>
                </a:cubicBezTo>
                <a:close/>
                <a:moveTo>
                  <a:pt x="4980937" y="3599059"/>
                </a:moveTo>
                <a:cubicBezTo>
                  <a:pt x="4980439" y="3599059"/>
                  <a:pt x="4979940" y="3598727"/>
                  <a:pt x="4979691" y="3598311"/>
                </a:cubicBezTo>
                <a:lnTo>
                  <a:pt x="4969223" y="3580200"/>
                </a:lnTo>
                <a:cubicBezTo>
                  <a:pt x="4968974" y="3579702"/>
                  <a:pt x="4968974" y="3579120"/>
                  <a:pt x="4969223" y="3578705"/>
                </a:cubicBezTo>
                <a:lnTo>
                  <a:pt x="4979691" y="3560594"/>
                </a:lnTo>
                <a:cubicBezTo>
                  <a:pt x="4979940" y="3560095"/>
                  <a:pt x="4980439" y="3559846"/>
                  <a:pt x="4980937" y="3559846"/>
                </a:cubicBezTo>
                <a:lnTo>
                  <a:pt x="5001873" y="3559846"/>
                </a:lnTo>
                <a:cubicBezTo>
                  <a:pt x="5002372" y="3559846"/>
                  <a:pt x="5002870" y="3560178"/>
                  <a:pt x="5003119" y="3560594"/>
                </a:cubicBezTo>
                <a:lnTo>
                  <a:pt x="5013587" y="3578705"/>
                </a:lnTo>
                <a:cubicBezTo>
                  <a:pt x="5013836" y="3579203"/>
                  <a:pt x="5013836" y="3579785"/>
                  <a:pt x="5013587" y="3580200"/>
                </a:cubicBezTo>
                <a:lnTo>
                  <a:pt x="5003119" y="3598311"/>
                </a:lnTo>
                <a:cubicBezTo>
                  <a:pt x="5002870" y="3598810"/>
                  <a:pt x="5002372" y="3599059"/>
                  <a:pt x="5001873" y="3599059"/>
                </a:cubicBezTo>
                <a:close/>
                <a:moveTo>
                  <a:pt x="1971541" y="2792977"/>
                </a:moveTo>
                <a:cubicBezTo>
                  <a:pt x="1970961" y="2792977"/>
                  <a:pt x="1970462" y="2792728"/>
                  <a:pt x="1970212" y="2792229"/>
                </a:cubicBezTo>
                <a:lnTo>
                  <a:pt x="1959662" y="2773869"/>
                </a:lnTo>
                <a:cubicBezTo>
                  <a:pt x="1959412" y="2773370"/>
                  <a:pt x="1959413" y="2772872"/>
                  <a:pt x="1959661" y="2772373"/>
                </a:cubicBezTo>
                <a:lnTo>
                  <a:pt x="1970212" y="2754013"/>
                </a:lnTo>
                <a:cubicBezTo>
                  <a:pt x="1970544" y="2753514"/>
                  <a:pt x="1971044" y="2753265"/>
                  <a:pt x="1971542" y="2753265"/>
                </a:cubicBezTo>
                <a:lnTo>
                  <a:pt x="1992728" y="2753265"/>
                </a:lnTo>
                <a:cubicBezTo>
                  <a:pt x="1993308" y="2753265"/>
                  <a:pt x="1993807" y="2753514"/>
                  <a:pt x="1994056" y="2754013"/>
                </a:cubicBezTo>
                <a:lnTo>
                  <a:pt x="2004607" y="2772373"/>
                </a:lnTo>
                <a:cubicBezTo>
                  <a:pt x="2004857" y="2772872"/>
                  <a:pt x="2004856" y="2773370"/>
                  <a:pt x="2004608" y="2773869"/>
                </a:cubicBezTo>
                <a:lnTo>
                  <a:pt x="1994057" y="2792229"/>
                </a:lnTo>
                <a:cubicBezTo>
                  <a:pt x="1993724" y="2792728"/>
                  <a:pt x="1993225" y="2792977"/>
                  <a:pt x="1992727" y="2792977"/>
                </a:cubicBezTo>
                <a:close/>
                <a:moveTo>
                  <a:pt x="2091913" y="2825231"/>
                </a:moveTo>
                <a:cubicBezTo>
                  <a:pt x="2091332" y="2825231"/>
                  <a:pt x="2090833" y="2824982"/>
                  <a:pt x="2090584" y="2824483"/>
                </a:cubicBezTo>
                <a:lnTo>
                  <a:pt x="2080033" y="2806123"/>
                </a:lnTo>
                <a:cubicBezTo>
                  <a:pt x="2079784" y="2805624"/>
                  <a:pt x="2079784" y="2805126"/>
                  <a:pt x="2080033" y="2804627"/>
                </a:cubicBezTo>
                <a:lnTo>
                  <a:pt x="2090584" y="2786266"/>
                </a:lnTo>
                <a:cubicBezTo>
                  <a:pt x="2090916" y="2785768"/>
                  <a:pt x="2091415" y="2785519"/>
                  <a:pt x="2091913" y="2785519"/>
                </a:cubicBezTo>
                <a:lnTo>
                  <a:pt x="2113098" y="2785519"/>
                </a:lnTo>
                <a:cubicBezTo>
                  <a:pt x="2113680" y="2785519"/>
                  <a:pt x="2114178" y="2785768"/>
                  <a:pt x="2114428" y="2786266"/>
                </a:cubicBezTo>
                <a:lnTo>
                  <a:pt x="2124979" y="2804627"/>
                </a:lnTo>
                <a:cubicBezTo>
                  <a:pt x="2125228" y="2805126"/>
                  <a:pt x="2125228" y="2805624"/>
                  <a:pt x="2124979" y="2806123"/>
                </a:cubicBezTo>
                <a:lnTo>
                  <a:pt x="2114428" y="2824483"/>
                </a:lnTo>
                <a:cubicBezTo>
                  <a:pt x="2114095" y="2824982"/>
                  <a:pt x="2113597" y="2825231"/>
                  <a:pt x="2113098" y="2825231"/>
                </a:cubicBezTo>
                <a:close/>
                <a:moveTo>
                  <a:pt x="3716941" y="3260656"/>
                </a:moveTo>
                <a:cubicBezTo>
                  <a:pt x="3716361" y="3260656"/>
                  <a:pt x="3715861" y="3260407"/>
                  <a:pt x="3715612" y="3259908"/>
                </a:cubicBezTo>
                <a:lnTo>
                  <a:pt x="3705062" y="3241548"/>
                </a:lnTo>
                <a:cubicBezTo>
                  <a:pt x="3704812" y="3241049"/>
                  <a:pt x="3704813" y="3240551"/>
                  <a:pt x="3705061" y="3240052"/>
                </a:cubicBezTo>
                <a:lnTo>
                  <a:pt x="3715612" y="3221691"/>
                </a:lnTo>
                <a:cubicBezTo>
                  <a:pt x="3715944" y="3221193"/>
                  <a:pt x="3716444" y="3220944"/>
                  <a:pt x="3716942" y="3220944"/>
                </a:cubicBezTo>
                <a:lnTo>
                  <a:pt x="3738126" y="3220944"/>
                </a:lnTo>
                <a:cubicBezTo>
                  <a:pt x="3738708" y="3220944"/>
                  <a:pt x="3739206" y="3221193"/>
                  <a:pt x="3739456" y="3221691"/>
                </a:cubicBezTo>
                <a:lnTo>
                  <a:pt x="3750007" y="3240052"/>
                </a:lnTo>
                <a:cubicBezTo>
                  <a:pt x="3750257" y="3240551"/>
                  <a:pt x="3750256" y="3241049"/>
                  <a:pt x="3750008" y="3241548"/>
                </a:cubicBezTo>
                <a:lnTo>
                  <a:pt x="3739457" y="3259908"/>
                </a:lnTo>
                <a:cubicBezTo>
                  <a:pt x="3739124" y="3260407"/>
                  <a:pt x="3738625" y="3260656"/>
                  <a:pt x="3738126" y="3260656"/>
                </a:cubicBezTo>
                <a:close/>
                <a:moveTo>
                  <a:pt x="2152018" y="2841431"/>
                </a:moveTo>
                <a:cubicBezTo>
                  <a:pt x="2151437" y="2841431"/>
                  <a:pt x="2150938" y="2841182"/>
                  <a:pt x="2150690" y="2840683"/>
                </a:cubicBezTo>
                <a:lnTo>
                  <a:pt x="2140055" y="2822240"/>
                </a:lnTo>
                <a:cubicBezTo>
                  <a:pt x="2139806" y="2821824"/>
                  <a:pt x="2139806" y="2821243"/>
                  <a:pt x="2140055" y="2820744"/>
                </a:cubicBezTo>
                <a:lnTo>
                  <a:pt x="2150689" y="2802301"/>
                </a:lnTo>
                <a:cubicBezTo>
                  <a:pt x="2151021" y="2801802"/>
                  <a:pt x="2151520" y="2801553"/>
                  <a:pt x="2152018" y="2801553"/>
                </a:cubicBezTo>
                <a:lnTo>
                  <a:pt x="2173287" y="2801553"/>
                </a:lnTo>
                <a:cubicBezTo>
                  <a:pt x="2173868" y="2801553"/>
                  <a:pt x="2174368" y="2801802"/>
                  <a:pt x="2174616" y="2802301"/>
                </a:cubicBezTo>
                <a:lnTo>
                  <a:pt x="2185250" y="2820744"/>
                </a:lnTo>
                <a:cubicBezTo>
                  <a:pt x="2185499" y="2821160"/>
                  <a:pt x="2185499" y="2821741"/>
                  <a:pt x="2185250" y="2822240"/>
                </a:cubicBezTo>
                <a:lnTo>
                  <a:pt x="2174616" y="2840683"/>
                </a:lnTo>
                <a:cubicBezTo>
                  <a:pt x="2174283" y="2841182"/>
                  <a:pt x="2173785" y="2841431"/>
                  <a:pt x="2173287" y="2841431"/>
                </a:cubicBezTo>
                <a:close/>
                <a:moveTo>
                  <a:pt x="2452950" y="2922065"/>
                </a:moveTo>
                <a:cubicBezTo>
                  <a:pt x="2452369" y="2922065"/>
                  <a:pt x="2451870" y="2921816"/>
                  <a:pt x="2451621" y="2921317"/>
                </a:cubicBezTo>
                <a:lnTo>
                  <a:pt x="2440986" y="2902874"/>
                </a:lnTo>
                <a:cubicBezTo>
                  <a:pt x="2440738" y="2902458"/>
                  <a:pt x="2440737" y="2901877"/>
                  <a:pt x="2440987" y="2901378"/>
                </a:cubicBezTo>
                <a:lnTo>
                  <a:pt x="2451621" y="2882935"/>
                </a:lnTo>
                <a:cubicBezTo>
                  <a:pt x="2451953" y="2882436"/>
                  <a:pt x="2452452" y="2882187"/>
                  <a:pt x="2452950" y="2882187"/>
                </a:cubicBezTo>
                <a:lnTo>
                  <a:pt x="2474218" y="2882187"/>
                </a:lnTo>
                <a:cubicBezTo>
                  <a:pt x="2474800" y="2882187"/>
                  <a:pt x="2475299" y="2882436"/>
                  <a:pt x="2475548" y="2882935"/>
                </a:cubicBezTo>
                <a:lnTo>
                  <a:pt x="2486182" y="2901378"/>
                </a:lnTo>
                <a:cubicBezTo>
                  <a:pt x="2486430" y="2901794"/>
                  <a:pt x="2486431" y="2902375"/>
                  <a:pt x="2486181" y="2902874"/>
                </a:cubicBezTo>
                <a:lnTo>
                  <a:pt x="2475548" y="2921317"/>
                </a:lnTo>
                <a:cubicBezTo>
                  <a:pt x="2475215" y="2921816"/>
                  <a:pt x="2474717" y="2922065"/>
                  <a:pt x="2474219" y="2922065"/>
                </a:cubicBezTo>
                <a:close/>
                <a:moveTo>
                  <a:pt x="2031562" y="2809259"/>
                </a:moveTo>
                <a:cubicBezTo>
                  <a:pt x="2030981" y="2809259"/>
                  <a:pt x="2030482" y="2809010"/>
                  <a:pt x="2030233" y="2808512"/>
                </a:cubicBezTo>
                <a:lnTo>
                  <a:pt x="2019599" y="2789985"/>
                </a:lnTo>
                <a:cubicBezTo>
                  <a:pt x="2019350" y="2789569"/>
                  <a:pt x="2019350" y="2788988"/>
                  <a:pt x="2019598" y="2788489"/>
                </a:cubicBezTo>
                <a:lnTo>
                  <a:pt x="2030316" y="2769963"/>
                </a:lnTo>
                <a:cubicBezTo>
                  <a:pt x="2030648" y="2769547"/>
                  <a:pt x="2031147" y="2769215"/>
                  <a:pt x="2031645" y="2769215"/>
                </a:cubicBezTo>
                <a:lnTo>
                  <a:pt x="2052997" y="2769215"/>
                </a:lnTo>
                <a:cubicBezTo>
                  <a:pt x="2053578" y="2769215"/>
                  <a:pt x="2054077" y="2769464"/>
                  <a:pt x="2054326" y="2769963"/>
                </a:cubicBezTo>
                <a:lnTo>
                  <a:pt x="2064960" y="2788489"/>
                </a:lnTo>
                <a:cubicBezTo>
                  <a:pt x="2065209" y="2788905"/>
                  <a:pt x="2065209" y="2789486"/>
                  <a:pt x="2064960" y="2789985"/>
                </a:cubicBezTo>
                <a:lnTo>
                  <a:pt x="2054243" y="2808512"/>
                </a:lnTo>
                <a:cubicBezTo>
                  <a:pt x="2053911" y="2808927"/>
                  <a:pt x="2053411" y="2809259"/>
                  <a:pt x="2052914" y="2809259"/>
                </a:cubicBezTo>
                <a:close/>
                <a:moveTo>
                  <a:pt x="2513052" y="2938358"/>
                </a:moveTo>
                <a:cubicBezTo>
                  <a:pt x="2512471" y="2938358"/>
                  <a:pt x="2511972" y="2938108"/>
                  <a:pt x="2511722" y="2937610"/>
                </a:cubicBezTo>
                <a:lnTo>
                  <a:pt x="2501005" y="2919000"/>
                </a:lnTo>
                <a:cubicBezTo>
                  <a:pt x="2500757" y="2918585"/>
                  <a:pt x="2500756" y="2918003"/>
                  <a:pt x="2501006" y="2917505"/>
                </a:cubicBezTo>
                <a:lnTo>
                  <a:pt x="2511723" y="2898895"/>
                </a:lnTo>
                <a:cubicBezTo>
                  <a:pt x="2512055" y="2898479"/>
                  <a:pt x="2512554" y="2898147"/>
                  <a:pt x="2513051" y="2898147"/>
                </a:cubicBezTo>
                <a:lnTo>
                  <a:pt x="2534487" y="2898147"/>
                </a:lnTo>
                <a:cubicBezTo>
                  <a:pt x="2535068" y="2898147"/>
                  <a:pt x="2535567" y="2898396"/>
                  <a:pt x="2535816" y="2898895"/>
                </a:cubicBezTo>
                <a:lnTo>
                  <a:pt x="2546533" y="2917505"/>
                </a:lnTo>
                <a:cubicBezTo>
                  <a:pt x="2546782" y="2917920"/>
                  <a:pt x="2546782" y="2918501"/>
                  <a:pt x="2546533" y="2919000"/>
                </a:cubicBezTo>
                <a:lnTo>
                  <a:pt x="2535815" y="2937610"/>
                </a:lnTo>
                <a:cubicBezTo>
                  <a:pt x="2535484" y="2938025"/>
                  <a:pt x="2534984" y="2938358"/>
                  <a:pt x="2534486" y="2938358"/>
                </a:cubicBezTo>
                <a:close/>
                <a:moveTo>
                  <a:pt x="2573156" y="2954567"/>
                </a:moveTo>
                <a:cubicBezTo>
                  <a:pt x="2572575" y="2954567"/>
                  <a:pt x="2572077" y="2954318"/>
                  <a:pt x="2571826" y="2953820"/>
                </a:cubicBezTo>
                <a:lnTo>
                  <a:pt x="2561027" y="2935127"/>
                </a:lnTo>
                <a:cubicBezTo>
                  <a:pt x="2560777" y="2934712"/>
                  <a:pt x="2560778" y="2934130"/>
                  <a:pt x="2561026" y="2933631"/>
                </a:cubicBezTo>
                <a:lnTo>
                  <a:pt x="2571827" y="2914939"/>
                </a:lnTo>
                <a:cubicBezTo>
                  <a:pt x="2572076" y="2914523"/>
                  <a:pt x="2572657" y="2914191"/>
                  <a:pt x="2573156" y="2914191"/>
                </a:cubicBezTo>
                <a:lnTo>
                  <a:pt x="2594757" y="2914191"/>
                </a:lnTo>
                <a:cubicBezTo>
                  <a:pt x="2595338" y="2914191"/>
                  <a:pt x="2595836" y="2914440"/>
                  <a:pt x="2596086" y="2914939"/>
                </a:cubicBezTo>
                <a:lnTo>
                  <a:pt x="2606886" y="2933631"/>
                </a:lnTo>
                <a:cubicBezTo>
                  <a:pt x="2607135" y="2934047"/>
                  <a:pt x="2607135" y="2934628"/>
                  <a:pt x="2606887" y="2935127"/>
                </a:cubicBezTo>
                <a:lnTo>
                  <a:pt x="2596086" y="2953820"/>
                </a:lnTo>
                <a:cubicBezTo>
                  <a:pt x="2595837" y="2954235"/>
                  <a:pt x="2595254" y="2954567"/>
                  <a:pt x="2594756" y="2954567"/>
                </a:cubicBezTo>
                <a:close/>
                <a:moveTo>
                  <a:pt x="5100977" y="3631989"/>
                </a:moveTo>
                <a:cubicBezTo>
                  <a:pt x="5100395" y="3631989"/>
                  <a:pt x="5099896" y="3631740"/>
                  <a:pt x="5099647" y="3631241"/>
                </a:cubicBezTo>
                <a:lnTo>
                  <a:pt x="5088847" y="3612465"/>
                </a:lnTo>
                <a:cubicBezTo>
                  <a:pt x="5088598" y="3612051"/>
                  <a:pt x="5088598" y="3611468"/>
                  <a:pt x="5088847" y="3610970"/>
                </a:cubicBezTo>
                <a:lnTo>
                  <a:pt x="5099647" y="3592194"/>
                </a:lnTo>
                <a:cubicBezTo>
                  <a:pt x="5099896" y="3591778"/>
                  <a:pt x="5100478" y="3591447"/>
                  <a:pt x="5100977" y="3591446"/>
                </a:cubicBezTo>
                <a:lnTo>
                  <a:pt x="5122660" y="3591446"/>
                </a:lnTo>
                <a:cubicBezTo>
                  <a:pt x="5123242" y="3591446"/>
                  <a:pt x="5123740" y="3591695"/>
                  <a:pt x="5123990" y="3592195"/>
                </a:cubicBezTo>
                <a:lnTo>
                  <a:pt x="5134790" y="3610970"/>
                </a:lnTo>
                <a:cubicBezTo>
                  <a:pt x="5135039" y="3611385"/>
                  <a:pt x="5135039" y="3611968"/>
                  <a:pt x="5134790" y="3612466"/>
                </a:cubicBezTo>
                <a:lnTo>
                  <a:pt x="5123990" y="3631242"/>
                </a:lnTo>
                <a:cubicBezTo>
                  <a:pt x="5123740" y="3631656"/>
                  <a:pt x="5123159" y="3631989"/>
                  <a:pt x="5122660" y="3631990"/>
                </a:cubicBezTo>
                <a:close/>
                <a:moveTo>
                  <a:pt x="5040449" y="3616347"/>
                </a:moveTo>
                <a:cubicBezTo>
                  <a:pt x="5039950" y="3616347"/>
                  <a:pt x="5039369" y="3616099"/>
                  <a:pt x="5039119" y="3615600"/>
                </a:cubicBezTo>
                <a:lnTo>
                  <a:pt x="5028070" y="3596408"/>
                </a:lnTo>
                <a:cubicBezTo>
                  <a:pt x="5027821" y="3595910"/>
                  <a:pt x="5027821" y="3595328"/>
                  <a:pt x="5028070" y="3594830"/>
                </a:cubicBezTo>
                <a:lnTo>
                  <a:pt x="5039202" y="3575639"/>
                </a:lnTo>
                <a:cubicBezTo>
                  <a:pt x="5039452" y="3575224"/>
                  <a:pt x="5039950" y="3574891"/>
                  <a:pt x="5040532" y="3574891"/>
                </a:cubicBezTo>
                <a:lnTo>
                  <a:pt x="5062714" y="3574891"/>
                </a:lnTo>
                <a:cubicBezTo>
                  <a:pt x="5063212" y="3574891"/>
                  <a:pt x="5063794" y="3575140"/>
                  <a:pt x="5064043" y="3575640"/>
                </a:cubicBezTo>
                <a:lnTo>
                  <a:pt x="5075093" y="3594830"/>
                </a:lnTo>
                <a:cubicBezTo>
                  <a:pt x="5075342" y="3595328"/>
                  <a:pt x="5075342" y="3595910"/>
                  <a:pt x="5075093" y="3596408"/>
                </a:cubicBezTo>
                <a:lnTo>
                  <a:pt x="5063960" y="3615600"/>
                </a:lnTo>
                <a:cubicBezTo>
                  <a:pt x="5063711" y="3616015"/>
                  <a:pt x="5063212" y="3616348"/>
                  <a:pt x="5062631" y="3616347"/>
                </a:cubicBezTo>
                <a:close/>
                <a:moveTo>
                  <a:pt x="1842034" y="2803654"/>
                </a:moveTo>
                <a:cubicBezTo>
                  <a:pt x="1841785" y="2803654"/>
                  <a:pt x="1841369" y="2803240"/>
                  <a:pt x="1841369" y="2803240"/>
                </a:cubicBezTo>
                <a:lnTo>
                  <a:pt x="1835720" y="2793353"/>
                </a:lnTo>
                <a:cubicBezTo>
                  <a:pt x="1835554" y="2793103"/>
                  <a:pt x="1835720" y="2792522"/>
                  <a:pt x="1835720" y="2792522"/>
                </a:cubicBezTo>
                <a:lnTo>
                  <a:pt x="1841452" y="2782635"/>
                </a:lnTo>
                <a:cubicBezTo>
                  <a:pt x="1841535" y="2782386"/>
                  <a:pt x="1842117" y="2782220"/>
                  <a:pt x="1842117" y="2782220"/>
                </a:cubicBezTo>
                <a:lnTo>
                  <a:pt x="1853499" y="2782220"/>
                </a:lnTo>
                <a:cubicBezTo>
                  <a:pt x="1853748" y="2782220"/>
                  <a:pt x="1854164" y="2782635"/>
                  <a:pt x="1854164" y="2782635"/>
                </a:cubicBezTo>
                <a:lnTo>
                  <a:pt x="1859813" y="2792522"/>
                </a:lnTo>
                <a:cubicBezTo>
                  <a:pt x="1859979" y="2792771"/>
                  <a:pt x="1859813" y="2793353"/>
                  <a:pt x="1859813" y="2793353"/>
                </a:cubicBezTo>
                <a:lnTo>
                  <a:pt x="1854080" y="2803239"/>
                </a:lnTo>
                <a:cubicBezTo>
                  <a:pt x="1853997" y="2803488"/>
                  <a:pt x="1853416" y="2803654"/>
                  <a:pt x="1853416" y="2803654"/>
                </a:cubicBezTo>
                <a:close/>
                <a:moveTo>
                  <a:pt x="3104273" y="3145475"/>
                </a:moveTo>
                <a:cubicBezTo>
                  <a:pt x="3103856" y="3145475"/>
                  <a:pt x="3103359" y="3144976"/>
                  <a:pt x="3103359" y="3144976"/>
                </a:cubicBezTo>
                <a:lnTo>
                  <a:pt x="3095965" y="3132182"/>
                </a:lnTo>
                <a:cubicBezTo>
                  <a:pt x="3095799" y="3131849"/>
                  <a:pt x="3095965" y="3131102"/>
                  <a:pt x="3095965" y="3131102"/>
                </a:cubicBezTo>
                <a:lnTo>
                  <a:pt x="3103359" y="3118307"/>
                </a:lnTo>
                <a:cubicBezTo>
                  <a:pt x="3103525" y="3117975"/>
                  <a:pt x="3104273" y="3117809"/>
                  <a:pt x="3104273" y="3117809"/>
                </a:cubicBezTo>
                <a:lnTo>
                  <a:pt x="3119061" y="3117809"/>
                </a:lnTo>
                <a:cubicBezTo>
                  <a:pt x="3119476" y="3117809"/>
                  <a:pt x="3119974" y="3118307"/>
                  <a:pt x="3119974" y="3118307"/>
                </a:cubicBezTo>
                <a:lnTo>
                  <a:pt x="3127369" y="3131102"/>
                </a:lnTo>
                <a:cubicBezTo>
                  <a:pt x="3127534" y="3131434"/>
                  <a:pt x="3127369" y="3132182"/>
                  <a:pt x="3127369" y="3132182"/>
                </a:cubicBezTo>
                <a:lnTo>
                  <a:pt x="3119974" y="3144976"/>
                </a:lnTo>
                <a:cubicBezTo>
                  <a:pt x="3119808" y="3145308"/>
                  <a:pt x="3119061" y="3145475"/>
                  <a:pt x="3119061" y="3145475"/>
                </a:cubicBezTo>
                <a:close/>
                <a:moveTo>
                  <a:pt x="33934" y="2324582"/>
                </a:moveTo>
                <a:cubicBezTo>
                  <a:pt x="33517" y="2324582"/>
                  <a:pt x="32937" y="2324001"/>
                  <a:pt x="32937" y="2324001"/>
                </a:cubicBezTo>
                <a:lnTo>
                  <a:pt x="24795" y="2309794"/>
                </a:lnTo>
                <a:cubicBezTo>
                  <a:pt x="24546" y="2309462"/>
                  <a:pt x="24795" y="2308631"/>
                  <a:pt x="24795" y="2308631"/>
                </a:cubicBezTo>
                <a:lnTo>
                  <a:pt x="33020" y="2294425"/>
                </a:lnTo>
                <a:cubicBezTo>
                  <a:pt x="33186" y="2294092"/>
                  <a:pt x="34016" y="2293843"/>
                  <a:pt x="34016" y="2293843"/>
                </a:cubicBezTo>
                <a:lnTo>
                  <a:pt x="50383" y="2293843"/>
                </a:lnTo>
                <a:cubicBezTo>
                  <a:pt x="50798" y="2293843"/>
                  <a:pt x="51379" y="2294425"/>
                  <a:pt x="51379" y="2294425"/>
                </a:cubicBezTo>
                <a:lnTo>
                  <a:pt x="59522" y="2308631"/>
                </a:lnTo>
                <a:cubicBezTo>
                  <a:pt x="59770" y="2308963"/>
                  <a:pt x="59522" y="2309794"/>
                  <a:pt x="59522" y="2309794"/>
                </a:cubicBezTo>
                <a:lnTo>
                  <a:pt x="51297" y="2324001"/>
                </a:lnTo>
                <a:cubicBezTo>
                  <a:pt x="51131" y="2324333"/>
                  <a:pt x="50299" y="2324582"/>
                  <a:pt x="50299" y="2324582"/>
                </a:cubicBezTo>
                <a:close/>
                <a:moveTo>
                  <a:pt x="93693" y="2341539"/>
                </a:moveTo>
                <a:cubicBezTo>
                  <a:pt x="93277" y="2341539"/>
                  <a:pt x="92613" y="2340957"/>
                  <a:pt x="92613" y="2340957"/>
                </a:cubicBezTo>
                <a:lnTo>
                  <a:pt x="83973" y="2326003"/>
                </a:lnTo>
                <a:cubicBezTo>
                  <a:pt x="83724" y="2325588"/>
                  <a:pt x="83972" y="2324757"/>
                  <a:pt x="83972" y="2324757"/>
                </a:cubicBezTo>
                <a:lnTo>
                  <a:pt x="92613" y="2309803"/>
                </a:lnTo>
                <a:cubicBezTo>
                  <a:pt x="92862" y="2309470"/>
                  <a:pt x="93276" y="2309221"/>
                  <a:pt x="93692" y="2309221"/>
                </a:cubicBezTo>
                <a:lnTo>
                  <a:pt x="110972" y="2309221"/>
                </a:lnTo>
                <a:cubicBezTo>
                  <a:pt x="111388" y="2309221"/>
                  <a:pt x="112052" y="2309803"/>
                  <a:pt x="112052" y="2309803"/>
                </a:cubicBezTo>
                <a:lnTo>
                  <a:pt x="120693" y="2324757"/>
                </a:lnTo>
                <a:cubicBezTo>
                  <a:pt x="120943" y="2325172"/>
                  <a:pt x="120694" y="2326003"/>
                  <a:pt x="120694" y="2326003"/>
                </a:cubicBezTo>
                <a:lnTo>
                  <a:pt x="112053" y="2340957"/>
                </a:lnTo>
                <a:cubicBezTo>
                  <a:pt x="111804" y="2341290"/>
                  <a:pt x="111389" y="2341539"/>
                  <a:pt x="110973" y="2341539"/>
                </a:cubicBezTo>
                <a:close/>
                <a:moveTo>
                  <a:pt x="153570" y="2358239"/>
                </a:moveTo>
                <a:cubicBezTo>
                  <a:pt x="153155" y="2358239"/>
                  <a:pt x="152489" y="2357574"/>
                  <a:pt x="152489" y="2357574"/>
                </a:cubicBezTo>
                <a:lnTo>
                  <a:pt x="143518" y="2342038"/>
                </a:lnTo>
                <a:cubicBezTo>
                  <a:pt x="143269" y="2341706"/>
                  <a:pt x="143518" y="2340793"/>
                  <a:pt x="143518" y="2340793"/>
                </a:cubicBezTo>
                <a:lnTo>
                  <a:pt x="152490" y="2325257"/>
                </a:lnTo>
                <a:cubicBezTo>
                  <a:pt x="152740" y="2324841"/>
                  <a:pt x="153154" y="2324592"/>
                  <a:pt x="153569" y="2324592"/>
                </a:cubicBezTo>
                <a:lnTo>
                  <a:pt x="171433" y="2324592"/>
                </a:lnTo>
                <a:cubicBezTo>
                  <a:pt x="171847" y="2324592"/>
                  <a:pt x="172513" y="2325257"/>
                  <a:pt x="172513" y="2325257"/>
                </a:cubicBezTo>
                <a:lnTo>
                  <a:pt x="181485" y="2340792"/>
                </a:lnTo>
                <a:cubicBezTo>
                  <a:pt x="181734" y="2341125"/>
                  <a:pt x="181484" y="2342038"/>
                  <a:pt x="181484" y="2342038"/>
                </a:cubicBezTo>
                <a:lnTo>
                  <a:pt x="172513" y="2357574"/>
                </a:lnTo>
                <a:cubicBezTo>
                  <a:pt x="172262" y="2357990"/>
                  <a:pt x="171848" y="2358239"/>
                  <a:pt x="171433" y="2358239"/>
                </a:cubicBezTo>
                <a:close/>
                <a:moveTo>
                  <a:pt x="213756" y="2374366"/>
                </a:moveTo>
                <a:cubicBezTo>
                  <a:pt x="213341" y="2374366"/>
                  <a:pt x="212675" y="2373701"/>
                  <a:pt x="212675" y="2373701"/>
                </a:cubicBezTo>
                <a:lnTo>
                  <a:pt x="203703" y="2358165"/>
                </a:lnTo>
                <a:cubicBezTo>
                  <a:pt x="203455" y="2357833"/>
                  <a:pt x="203704" y="2356919"/>
                  <a:pt x="203704" y="2356919"/>
                </a:cubicBezTo>
                <a:lnTo>
                  <a:pt x="212675" y="2341384"/>
                </a:lnTo>
                <a:cubicBezTo>
                  <a:pt x="212926" y="2340968"/>
                  <a:pt x="213340" y="2340719"/>
                  <a:pt x="213755" y="2340719"/>
                </a:cubicBezTo>
                <a:lnTo>
                  <a:pt x="231619" y="2340719"/>
                </a:lnTo>
                <a:cubicBezTo>
                  <a:pt x="232033" y="2340719"/>
                  <a:pt x="232699" y="2341384"/>
                  <a:pt x="232699" y="2341384"/>
                </a:cubicBezTo>
                <a:lnTo>
                  <a:pt x="241671" y="2356919"/>
                </a:lnTo>
                <a:cubicBezTo>
                  <a:pt x="241920" y="2357252"/>
                  <a:pt x="241670" y="2358165"/>
                  <a:pt x="241670" y="2358165"/>
                </a:cubicBezTo>
                <a:lnTo>
                  <a:pt x="232698" y="2373701"/>
                </a:lnTo>
                <a:cubicBezTo>
                  <a:pt x="232448" y="2374117"/>
                  <a:pt x="232034" y="2374366"/>
                  <a:pt x="231618" y="2374366"/>
                </a:cubicBezTo>
                <a:close/>
                <a:moveTo>
                  <a:pt x="333972" y="2406964"/>
                </a:moveTo>
                <a:cubicBezTo>
                  <a:pt x="333556" y="2406964"/>
                  <a:pt x="332891" y="2406299"/>
                  <a:pt x="332891" y="2406299"/>
                </a:cubicBezTo>
                <a:lnTo>
                  <a:pt x="323753" y="2390431"/>
                </a:lnTo>
                <a:cubicBezTo>
                  <a:pt x="323504" y="2390016"/>
                  <a:pt x="323753" y="2389102"/>
                  <a:pt x="323753" y="2389102"/>
                </a:cubicBezTo>
                <a:lnTo>
                  <a:pt x="332891" y="2373234"/>
                </a:lnTo>
                <a:cubicBezTo>
                  <a:pt x="333057" y="2372818"/>
                  <a:pt x="333556" y="2372569"/>
                  <a:pt x="333971" y="2372569"/>
                </a:cubicBezTo>
                <a:lnTo>
                  <a:pt x="352249" y="2372569"/>
                </a:lnTo>
                <a:cubicBezTo>
                  <a:pt x="352665" y="2372569"/>
                  <a:pt x="353329" y="2373234"/>
                  <a:pt x="353329" y="2373234"/>
                </a:cubicBezTo>
                <a:lnTo>
                  <a:pt x="362468" y="2389102"/>
                </a:lnTo>
                <a:cubicBezTo>
                  <a:pt x="362716" y="2389517"/>
                  <a:pt x="362468" y="2390431"/>
                  <a:pt x="362468" y="2390431"/>
                </a:cubicBezTo>
                <a:lnTo>
                  <a:pt x="353329" y="2406299"/>
                </a:lnTo>
                <a:cubicBezTo>
                  <a:pt x="353163" y="2406714"/>
                  <a:pt x="352665" y="2406964"/>
                  <a:pt x="352249" y="2406964"/>
                </a:cubicBezTo>
                <a:close/>
                <a:moveTo>
                  <a:pt x="394054" y="2423254"/>
                </a:moveTo>
                <a:cubicBezTo>
                  <a:pt x="393555" y="2423254"/>
                  <a:pt x="392891" y="2422589"/>
                  <a:pt x="392891" y="2422589"/>
                </a:cubicBezTo>
                <a:lnTo>
                  <a:pt x="383669" y="2406638"/>
                </a:lnTo>
                <a:cubicBezTo>
                  <a:pt x="383419" y="2406223"/>
                  <a:pt x="383669" y="2405309"/>
                  <a:pt x="383669" y="2405309"/>
                </a:cubicBezTo>
                <a:lnTo>
                  <a:pt x="392891" y="2389358"/>
                </a:lnTo>
                <a:cubicBezTo>
                  <a:pt x="393140" y="2388942"/>
                  <a:pt x="393555" y="2388693"/>
                  <a:pt x="394054" y="2388693"/>
                </a:cubicBezTo>
                <a:lnTo>
                  <a:pt x="412497" y="2388693"/>
                </a:lnTo>
                <a:cubicBezTo>
                  <a:pt x="412996" y="2388693"/>
                  <a:pt x="413660" y="2389358"/>
                  <a:pt x="413660" y="2389358"/>
                </a:cubicBezTo>
                <a:lnTo>
                  <a:pt x="422882" y="2405309"/>
                </a:lnTo>
                <a:cubicBezTo>
                  <a:pt x="423131" y="2405724"/>
                  <a:pt x="422882" y="2406638"/>
                  <a:pt x="422882" y="2406638"/>
                </a:cubicBezTo>
                <a:lnTo>
                  <a:pt x="413660" y="2422589"/>
                </a:lnTo>
                <a:cubicBezTo>
                  <a:pt x="413411" y="2423004"/>
                  <a:pt x="412996" y="2423254"/>
                  <a:pt x="412497" y="2423254"/>
                </a:cubicBezTo>
                <a:close/>
                <a:moveTo>
                  <a:pt x="995917" y="2584523"/>
                </a:moveTo>
                <a:cubicBezTo>
                  <a:pt x="995418" y="2584523"/>
                  <a:pt x="994754" y="2583858"/>
                  <a:pt x="994754" y="2583858"/>
                </a:cubicBezTo>
                <a:lnTo>
                  <a:pt x="985531" y="2567907"/>
                </a:lnTo>
                <a:cubicBezTo>
                  <a:pt x="985282" y="2567492"/>
                  <a:pt x="985531" y="2566578"/>
                  <a:pt x="985531" y="2566578"/>
                </a:cubicBezTo>
                <a:lnTo>
                  <a:pt x="994754" y="2550627"/>
                </a:lnTo>
                <a:cubicBezTo>
                  <a:pt x="995003" y="2550211"/>
                  <a:pt x="995418" y="2549962"/>
                  <a:pt x="995917" y="2549962"/>
                </a:cubicBezTo>
                <a:lnTo>
                  <a:pt x="1014360" y="2549962"/>
                </a:lnTo>
                <a:cubicBezTo>
                  <a:pt x="1014859" y="2549962"/>
                  <a:pt x="1015523" y="2550627"/>
                  <a:pt x="1015523" y="2550627"/>
                </a:cubicBezTo>
                <a:lnTo>
                  <a:pt x="1024745" y="2566578"/>
                </a:lnTo>
                <a:cubicBezTo>
                  <a:pt x="1024994" y="2566993"/>
                  <a:pt x="1024745" y="2567907"/>
                  <a:pt x="1024745" y="2567907"/>
                </a:cubicBezTo>
                <a:lnTo>
                  <a:pt x="1015522" y="2583858"/>
                </a:lnTo>
                <a:cubicBezTo>
                  <a:pt x="1015274" y="2584273"/>
                  <a:pt x="1014859" y="2584523"/>
                  <a:pt x="1014360" y="2584523"/>
                </a:cubicBezTo>
                <a:close/>
                <a:moveTo>
                  <a:pt x="514425" y="2455601"/>
                </a:moveTo>
                <a:cubicBezTo>
                  <a:pt x="513926" y="2455602"/>
                  <a:pt x="513261" y="2454937"/>
                  <a:pt x="513261" y="2454937"/>
                </a:cubicBezTo>
                <a:lnTo>
                  <a:pt x="504039" y="2438902"/>
                </a:lnTo>
                <a:cubicBezTo>
                  <a:pt x="503790" y="2438488"/>
                  <a:pt x="504040" y="2437574"/>
                  <a:pt x="504040" y="2437574"/>
                </a:cubicBezTo>
                <a:lnTo>
                  <a:pt x="513261" y="2421539"/>
                </a:lnTo>
                <a:cubicBezTo>
                  <a:pt x="513510" y="2421123"/>
                  <a:pt x="513926" y="2420875"/>
                  <a:pt x="514425" y="2420874"/>
                </a:cubicBezTo>
                <a:lnTo>
                  <a:pt x="532950" y="2420874"/>
                </a:lnTo>
                <a:cubicBezTo>
                  <a:pt x="533449" y="2420874"/>
                  <a:pt x="534113" y="2421539"/>
                  <a:pt x="534113" y="2421539"/>
                </a:cubicBezTo>
                <a:lnTo>
                  <a:pt x="543336" y="2437573"/>
                </a:lnTo>
                <a:cubicBezTo>
                  <a:pt x="543585" y="2437988"/>
                  <a:pt x="543335" y="2438902"/>
                  <a:pt x="543335" y="2438902"/>
                </a:cubicBezTo>
                <a:lnTo>
                  <a:pt x="534113" y="2454937"/>
                </a:lnTo>
                <a:cubicBezTo>
                  <a:pt x="533864" y="2455352"/>
                  <a:pt x="533449" y="2455601"/>
                  <a:pt x="532950" y="2455601"/>
                </a:cubicBezTo>
                <a:close/>
                <a:moveTo>
                  <a:pt x="273515" y="2391238"/>
                </a:moveTo>
                <a:cubicBezTo>
                  <a:pt x="273016" y="2391238"/>
                  <a:pt x="272352" y="2390574"/>
                  <a:pt x="272352" y="2390574"/>
                </a:cubicBezTo>
                <a:lnTo>
                  <a:pt x="262965" y="2374373"/>
                </a:lnTo>
                <a:cubicBezTo>
                  <a:pt x="262716" y="2373958"/>
                  <a:pt x="262965" y="2373044"/>
                  <a:pt x="262965" y="2373044"/>
                </a:cubicBezTo>
                <a:lnTo>
                  <a:pt x="272352" y="2356844"/>
                </a:lnTo>
                <a:cubicBezTo>
                  <a:pt x="272602" y="2356428"/>
                  <a:pt x="273016" y="2356179"/>
                  <a:pt x="273515" y="2356179"/>
                </a:cubicBezTo>
                <a:lnTo>
                  <a:pt x="292209" y="2356179"/>
                </a:lnTo>
                <a:cubicBezTo>
                  <a:pt x="292707" y="2356180"/>
                  <a:pt x="293372" y="2356844"/>
                  <a:pt x="293372" y="2356844"/>
                </a:cubicBezTo>
                <a:lnTo>
                  <a:pt x="302760" y="2373045"/>
                </a:lnTo>
                <a:cubicBezTo>
                  <a:pt x="303009" y="2373459"/>
                  <a:pt x="302760" y="2374374"/>
                  <a:pt x="302760" y="2374374"/>
                </a:cubicBezTo>
                <a:lnTo>
                  <a:pt x="293372" y="2390575"/>
                </a:lnTo>
                <a:cubicBezTo>
                  <a:pt x="293122" y="2390989"/>
                  <a:pt x="292707" y="2391238"/>
                  <a:pt x="292208" y="2391238"/>
                </a:cubicBezTo>
                <a:close/>
                <a:moveTo>
                  <a:pt x="1116122" y="2617108"/>
                </a:moveTo>
                <a:cubicBezTo>
                  <a:pt x="1115623" y="2617108"/>
                  <a:pt x="1114959" y="2616444"/>
                  <a:pt x="1114959" y="2616444"/>
                </a:cubicBezTo>
                <a:lnTo>
                  <a:pt x="1105571" y="2600160"/>
                </a:lnTo>
                <a:cubicBezTo>
                  <a:pt x="1105322" y="2599745"/>
                  <a:pt x="1105571" y="2598831"/>
                  <a:pt x="1105571" y="2598831"/>
                </a:cubicBezTo>
                <a:lnTo>
                  <a:pt x="1114959" y="2582548"/>
                </a:lnTo>
                <a:cubicBezTo>
                  <a:pt x="1115208" y="2582132"/>
                  <a:pt x="1115623" y="2581883"/>
                  <a:pt x="1116122" y="2581883"/>
                </a:cubicBezTo>
                <a:lnTo>
                  <a:pt x="1134898" y="2581883"/>
                </a:lnTo>
                <a:cubicBezTo>
                  <a:pt x="1135396" y="2581883"/>
                  <a:pt x="1136061" y="2582548"/>
                  <a:pt x="1136061" y="2582548"/>
                </a:cubicBezTo>
                <a:lnTo>
                  <a:pt x="1145449" y="2598831"/>
                </a:lnTo>
                <a:cubicBezTo>
                  <a:pt x="1145698" y="2599247"/>
                  <a:pt x="1145449" y="2600160"/>
                  <a:pt x="1145449" y="2600160"/>
                </a:cubicBezTo>
                <a:lnTo>
                  <a:pt x="1136061" y="2616444"/>
                </a:lnTo>
                <a:cubicBezTo>
                  <a:pt x="1135812" y="2616859"/>
                  <a:pt x="1135396" y="2617108"/>
                  <a:pt x="1134898" y="2617108"/>
                </a:cubicBezTo>
                <a:close/>
                <a:moveTo>
                  <a:pt x="574279" y="2472133"/>
                </a:moveTo>
                <a:cubicBezTo>
                  <a:pt x="573781" y="2472132"/>
                  <a:pt x="573117" y="2471468"/>
                  <a:pt x="573117" y="2471468"/>
                </a:cubicBezTo>
                <a:lnTo>
                  <a:pt x="563646" y="2455019"/>
                </a:lnTo>
                <a:cubicBezTo>
                  <a:pt x="563396" y="2454603"/>
                  <a:pt x="563646" y="2453690"/>
                  <a:pt x="563646" y="2453690"/>
                </a:cubicBezTo>
                <a:lnTo>
                  <a:pt x="573200" y="2437240"/>
                </a:lnTo>
                <a:cubicBezTo>
                  <a:pt x="573449" y="2436824"/>
                  <a:pt x="573863" y="2436575"/>
                  <a:pt x="574362" y="2436574"/>
                </a:cubicBezTo>
                <a:lnTo>
                  <a:pt x="593388" y="2436575"/>
                </a:lnTo>
                <a:cubicBezTo>
                  <a:pt x="593887" y="2436575"/>
                  <a:pt x="594550" y="2437240"/>
                  <a:pt x="594550" y="2437240"/>
                </a:cubicBezTo>
                <a:lnTo>
                  <a:pt x="604021" y="2453689"/>
                </a:lnTo>
                <a:cubicBezTo>
                  <a:pt x="604271" y="2454105"/>
                  <a:pt x="604021" y="2455018"/>
                  <a:pt x="604021" y="2455018"/>
                </a:cubicBezTo>
                <a:lnTo>
                  <a:pt x="594468" y="2471468"/>
                </a:lnTo>
                <a:cubicBezTo>
                  <a:pt x="594218" y="2471883"/>
                  <a:pt x="593804" y="2472133"/>
                  <a:pt x="593305" y="2472133"/>
                </a:cubicBezTo>
                <a:close/>
                <a:moveTo>
                  <a:pt x="634465" y="2488259"/>
                </a:moveTo>
                <a:cubicBezTo>
                  <a:pt x="633966" y="2488259"/>
                  <a:pt x="633303" y="2487594"/>
                  <a:pt x="633303" y="2487594"/>
                </a:cubicBezTo>
                <a:lnTo>
                  <a:pt x="623831" y="2471145"/>
                </a:lnTo>
                <a:cubicBezTo>
                  <a:pt x="623582" y="2470729"/>
                  <a:pt x="623831" y="2469816"/>
                  <a:pt x="623831" y="2469816"/>
                </a:cubicBezTo>
                <a:lnTo>
                  <a:pt x="633386" y="2453366"/>
                </a:lnTo>
                <a:cubicBezTo>
                  <a:pt x="633635" y="2452951"/>
                  <a:pt x="634049" y="2452701"/>
                  <a:pt x="634548" y="2452701"/>
                </a:cubicBezTo>
                <a:lnTo>
                  <a:pt x="653574" y="2452701"/>
                </a:lnTo>
                <a:cubicBezTo>
                  <a:pt x="654073" y="2452701"/>
                  <a:pt x="654736" y="2453366"/>
                  <a:pt x="654736" y="2453366"/>
                </a:cubicBezTo>
                <a:lnTo>
                  <a:pt x="664207" y="2469816"/>
                </a:lnTo>
                <a:cubicBezTo>
                  <a:pt x="664457" y="2470231"/>
                  <a:pt x="664207" y="2471145"/>
                  <a:pt x="664207" y="2471145"/>
                </a:cubicBezTo>
                <a:lnTo>
                  <a:pt x="654653" y="2487594"/>
                </a:lnTo>
                <a:cubicBezTo>
                  <a:pt x="654404" y="2488010"/>
                  <a:pt x="653990" y="2488259"/>
                  <a:pt x="653491" y="2488259"/>
                </a:cubicBezTo>
                <a:close/>
                <a:moveTo>
                  <a:pt x="875211" y="2552767"/>
                </a:moveTo>
                <a:cubicBezTo>
                  <a:pt x="874712" y="2552767"/>
                  <a:pt x="874048" y="2552102"/>
                  <a:pt x="874048" y="2552102"/>
                </a:cubicBezTo>
                <a:lnTo>
                  <a:pt x="864577" y="2535653"/>
                </a:lnTo>
                <a:cubicBezTo>
                  <a:pt x="864327" y="2535237"/>
                  <a:pt x="864577" y="2534324"/>
                  <a:pt x="864577" y="2534324"/>
                </a:cubicBezTo>
                <a:lnTo>
                  <a:pt x="874131" y="2517874"/>
                </a:lnTo>
                <a:cubicBezTo>
                  <a:pt x="874380" y="2517458"/>
                  <a:pt x="874795" y="2517209"/>
                  <a:pt x="875294" y="2517209"/>
                </a:cubicBezTo>
                <a:lnTo>
                  <a:pt x="894319" y="2517209"/>
                </a:lnTo>
                <a:cubicBezTo>
                  <a:pt x="894818" y="2517209"/>
                  <a:pt x="895482" y="2517874"/>
                  <a:pt x="895482" y="2517874"/>
                </a:cubicBezTo>
                <a:lnTo>
                  <a:pt x="904953" y="2534324"/>
                </a:lnTo>
                <a:cubicBezTo>
                  <a:pt x="905203" y="2534739"/>
                  <a:pt x="904953" y="2535653"/>
                  <a:pt x="904953" y="2535653"/>
                </a:cubicBezTo>
                <a:lnTo>
                  <a:pt x="895399" y="2552102"/>
                </a:lnTo>
                <a:cubicBezTo>
                  <a:pt x="895150" y="2552518"/>
                  <a:pt x="894735" y="2552767"/>
                  <a:pt x="894236" y="2552767"/>
                </a:cubicBezTo>
                <a:close/>
                <a:moveTo>
                  <a:pt x="453801" y="2440219"/>
                </a:moveTo>
                <a:cubicBezTo>
                  <a:pt x="453303" y="2440219"/>
                  <a:pt x="452887" y="2439970"/>
                  <a:pt x="452638" y="2439555"/>
                </a:cubicBezTo>
                <a:lnTo>
                  <a:pt x="443001" y="2422856"/>
                </a:lnTo>
                <a:cubicBezTo>
                  <a:pt x="442752" y="2422440"/>
                  <a:pt x="442752" y="2421942"/>
                  <a:pt x="443001" y="2421527"/>
                </a:cubicBezTo>
                <a:lnTo>
                  <a:pt x="452638" y="2404828"/>
                </a:lnTo>
                <a:cubicBezTo>
                  <a:pt x="452887" y="2404412"/>
                  <a:pt x="453303" y="2404163"/>
                  <a:pt x="453801" y="2404163"/>
                </a:cubicBezTo>
                <a:lnTo>
                  <a:pt x="473158" y="2404163"/>
                </a:lnTo>
                <a:cubicBezTo>
                  <a:pt x="473657" y="2404163"/>
                  <a:pt x="474073" y="2404412"/>
                  <a:pt x="474322" y="2404828"/>
                </a:cubicBezTo>
                <a:lnTo>
                  <a:pt x="483959" y="2421527"/>
                </a:lnTo>
                <a:cubicBezTo>
                  <a:pt x="484208" y="2421942"/>
                  <a:pt x="484208" y="2422440"/>
                  <a:pt x="483959" y="2422856"/>
                </a:cubicBezTo>
                <a:lnTo>
                  <a:pt x="474322" y="2439555"/>
                </a:lnTo>
                <a:cubicBezTo>
                  <a:pt x="474073" y="2439970"/>
                  <a:pt x="473657" y="2440219"/>
                  <a:pt x="473158" y="2440219"/>
                </a:cubicBezTo>
                <a:close/>
                <a:moveTo>
                  <a:pt x="694547" y="2504726"/>
                </a:moveTo>
                <a:cubicBezTo>
                  <a:pt x="694049" y="2504726"/>
                  <a:pt x="693632" y="2504477"/>
                  <a:pt x="693384" y="2504062"/>
                </a:cubicBezTo>
                <a:lnTo>
                  <a:pt x="683747" y="2487363"/>
                </a:lnTo>
                <a:cubicBezTo>
                  <a:pt x="683498" y="2486947"/>
                  <a:pt x="683498" y="2486449"/>
                  <a:pt x="683747" y="2486034"/>
                </a:cubicBezTo>
                <a:lnTo>
                  <a:pt x="693384" y="2469335"/>
                </a:lnTo>
                <a:cubicBezTo>
                  <a:pt x="693632" y="2468919"/>
                  <a:pt x="694049" y="2468670"/>
                  <a:pt x="694547" y="2468670"/>
                </a:cubicBezTo>
                <a:lnTo>
                  <a:pt x="713903" y="2468670"/>
                </a:lnTo>
                <a:cubicBezTo>
                  <a:pt x="714402" y="2468670"/>
                  <a:pt x="714818" y="2468919"/>
                  <a:pt x="715068" y="2469335"/>
                </a:cubicBezTo>
                <a:lnTo>
                  <a:pt x="724704" y="2486034"/>
                </a:lnTo>
                <a:cubicBezTo>
                  <a:pt x="724953" y="2486449"/>
                  <a:pt x="724953" y="2486947"/>
                  <a:pt x="724704" y="2487363"/>
                </a:cubicBezTo>
                <a:lnTo>
                  <a:pt x="715068" y="2504062"/>
                </a:lnTo>
                <a:cubicBezTo>
                  <a:pt x="714819" y="2504477"/>
                  <a:pt x="714402" y="2504726"/>
                  <a:pt x="713903" y="2504726"/>
                </a:cubicBezTo>
                <a:close/>
                <a:moveTo>
                  <a:pt x="754732" y="2520853"/>
                </a:moveTo>
                <a:cubicBezTo>
                  <a:pt x="754235" y="2520853"/>
                  <a:pt x="753818" y="2520604"/>
                  <a:pt x="753570" y="2520189"/>
                </a:cubicBezTo>
                <a:lnTo>
                  <a:pt x="743932" y="2503490"/>
                </a:lnTo>
                <a:cubicBezTo>
                  <a:pt x="743684" y="2503074"/>
                  <a:pt x="743683" y="2502576"/>
                  <a:pt x="743932" y="2502161"/>
                </a:cubicBezTo>
                <a:lnTo>
                  <a:pt x="753570" y="2485462"/>
                </a:lnTo>
                <a:cubicBezTo>
                  <a:pt x="753818" y="2485046"/>
                  <a:pt x="754234" y="2484797"/>
                  <a:pt x="754732" y="2484797"/>
                </a:cubicBezTo>
                <a:lnTo>
                  <a:pt x="774089" y="2484797"/>
                </a:lnTo>
                <a:cubicBezTo>
                  <a:pt x="774588" y="2484797"/>
                  <a:pt x="775004" y="2485046"/>
                  <a:pt x="775254" y="2485462"/>
                </a:cubicBezTo>
                <a:lnTo>
                  <a:pt x="784890" y="2502161"/>
                </a:lnTo>
                <a:cubicBezTo>
                  <a:pt x="785139" y="2502576"/>
                  <a:pt x="785139" y="2503074"/>
                  <a:pt x="784891" y="2503490"/>
                </a:cubicBezTo>
                <a:lnTo>
                  <a:pt x="775254" y="2520189"/>
                </a:lnTo>
                <a:cubicBezTo>
                  <a:pt x="775005" y="2520604"/>
                  <a:pt x="774588" y="2520853"/>
                  <a:pt x="774089" y="2520853"/>
                </a:cubicBezTo>
                <a:close/>
                <a:moveTo>
                  <a:pt x="3162182" y="3165927"/>
                </a:moveTo>
                <a:cubicBezTo>
                  <a:pt x="3161683" y="3165927"/>
                  <a:pt x="3161268" y="3165678"/>
                  <a:pt x="3161019" y="3165263"/>
                </a:cubicBezTo>
                <a:lnTo>
                  <a:pt x="3151382" y="3148564"/>
                </a:lnTo>
                <a:cubicBezTo>
                  <a:pt x="3151132" y="3148148"/>
                  <a:pt x="3151133" y="3147650"/>
                  <a:pt x="3151382" y="3147235"/>
                </a:cubicBezTo>
                <a:lnTo>
                  <a:pt x="3161019" y="3130536"/>
                </a:lnTo>
                <a:cubicBezTo>
                  <a:pt x="3161268" y="3130120"/>
                  <a:pt x="3161684" y="3129871"/>
                  <a:pt x="3162182" y="3129871"/>
                </a:cubicBezTo>
                <a:lnTo>
                  <a:pt x="3181539" y="3129871"/>
                </a:lnTo>
                <a:cubicBezTo>
                  <a:pt x="3182037" y="3129871"/>
                  <a:pt x="3182453" y="3130120"/>
                  <a:pt x="3182702" y="3130536"/>
                </a:cubicBezTo>
                <a:lnTo>
                  <a:pt x="3192340" y="3147235"/>
                </a:lnTo>
                <a:cubicBezTo>
                  <a:pt x="3192588" y="3147650"/>
                  <a:pt x="3192589" y="3148148"/>
                  <a:pt x="3192340" y="3148564"/>
                </a:cubicBezTo>
                <a:lnTo>
                  <a:pt x="3182703" y="3165263"/>
                </a:lnTo>
                <a:cubicBezTo>
                  <a:pt x="3182453" y="3165678"/>
                  <a:pt x="3182037" y="3165927"/>
                  <a:pt x="3181539" y="3165927"/>
                </a:cubicBezTo>
                <a:close/>
                <a:moveTo>
                  <a:pt x="814869" y="2537057"/>
                </a:moveTo>
                <a:cubicBezTo>
                  <a:pt x="814371" y="2537057"/>
                  <a:pt x="813955" y="2536808"/>
                  <a:pt x="813706" y="2536392"/>
                </a:cubicBezTo>
                <a:lnTo>
                  <a:pt x="803986" y="2519527"/>
                </a:lnTo>
                <a:cubicBezTo>
                  <a:pt x="803737" y="2519030"/>
                  <a:pt x="803737" y="2518531"/>
                  <a:pt x="803986" y="2518115"/>
                </a:cubicBezTo>
                <a:lnTo>
                  <a:pt x="813706" y="2501250"/>
                </a:lnTo>
                <a:cubicBezTo>
                  <a:pt x="813955" y="2500834"/>
                  <a:pt x="814371" y="2500585"/>
                  <a:pt x="814869" y="2500585"/>
                </a:cubicBezTo>
                <a:lnTo>
                  <a:pt x="834310" y="2500585"/>
                </a:lnTo>
                <a:cubicBezTo>
                  <a:pt x="834808" y="2500585"/>
                  <a:pt x="835224" y="2500834"/>
                  <a:pt x="835473" y="2501250"/>
                </a:cubicBezTo>
                <a:lnTo>
                  <a:pt x="845193" y="2518116"/>
                </a:lnTo>
                <a:cubicBezTo>
                  <a:pt x="845443" y="2518613"/>
                  <a:pt x="845443" y="2519112"/>
                  <a:pt x="845193" y="2519527"/>
                </a:cubicBezTo>
                <a:lnTo>
                  <a:pt x="835473" y="2536393"/>
                </a:lnTo>
                <a:cubicBezTo>
                  <a:pt x="835224" y="2536808"/>
                  <a:pt x="834808" y="2537057"/>
                  <a:pt x="834310" y="2537057"/>
                </a:cubicBezTo>
                <a:close/>
                <a:moveTo>
                  <a:pt x="1175986" y="2633818"/>
                </a:moveTo>
                <a:cubicBezTo>
                  <a:pt x="1175488" y="2633818"/>
                  <a:pt x="1175072" y="2633570"/>
                  <a:pt x="1174823" y="2633153"/>
                </a:cubicBezTo>
                <a:lnTo>
                  <a:pt x="1165103" y="2616289"/>
                </a:lnTo>
                <a:cubicBezTo>
                  <a:pt x="1164854" y="2615791"/>
                  <a:pt x="1164854" y="2615292"/>
                  <a:pt x="1165103" y="2614876"/>
                </a:cubicBezTo>
                <a:lnTo>
                  <a:pt x="1174823" y="2598011"/>
                </a:lnTo>
                <a:cubicBezTo>
                  <a:pt x="1175072" y="2597595"/>
                  <a:pt x="1175488" y="2597346"/>
                  <a:pt x="1175986" y="2597347"/>
                </a:cubicBezTo>
                <a:lnTo>
                  <a:pt x="1195427" y="2597346"/>
                </a:lnTo>
                <a:cubicBezTo>
                  <a:pt x="1195925" y="2597346"/>
                  <a:pt x="1196341" y="2597596"/>
                  <a:pt x="1196590" y="2598011"/>
                </a:cubicBezTo>
                <a:lnTo>
                  <a:pt x="1206310" y="2614877"/>
                </a:lnTo>
                <a:cubicBezTo>
                  <a:pt x="1206560" y="2615374"/>
                  <a:pt x="1206560" y="2615873"/>
                  <a:pt x="1206310" y="2616288"/>
                </a:cubicBezTo>
                <a:lnTo>
                  <a:pt x="1196590" y="2633154"/>
                </a:lnTo>
                <a:cubicBezTo>
                  <a:pt x="1196341" y="2633570"/>
                  <a:pt x="1195925" y="2633818"/>
                  <a:pt x="1195427" y="2633818"/>
                </a:cubicBezTo>
                <a:close/>
                <a:moveTo>
                  <a:pt x="935158" y="2569395"/>
                </a:moveTo>
                <a:cubicBezTo>
                  <a:pt x="934660" y="2569395"/>
                  <a:pt x="934245" y="2569146"/>
                  <a:pt x="933995" y="2568730"/>
                </a:cubicBezTo>
                <a:lnTo>
                  <a:pt x="924275" y="2551782"/>
                </a:lnTo>
                <a:cubicBezTo>
                  <a:pt x="924026" y="2551367"/>
                  <a:pt x="924026" y="2550785"/>
                  <a:pt x="924275" y="2550370"/>
                </a:cubicBezTo>
                <a:lnTo>
                  <a:pt x="934078" y="2533422"/>
                </a:lnTo>
                <a:cubicBezTo>
                  <a:pt x="934327" y="2533006"/>
                  <a:pt x="934743" y="2532757"/>
                  <a:pt x="935242" y="2532757"/>
                </a:cubicBezTo>
                <a:lnTo>
                  <a:pt x="954765" y="2532757"/>
                </a:lnTo>
                <a:cubicBezTo>
                  <a:pt x="955263" y="2532757"/>
                  <a:pt x="955679" y="2533006"/>
                  <a:pt x="955928" y="2533422"/>
                </a:cubicBezTo>
                <a:lnTo>
                  <a:pt x="965648" y="2550370"/>
                </a:lnTo>
                <a:cubicBezTo>
                  <a:pt x="965898" y="2550785"/>
                  <a:pt x="965898" y="2551367"/>
                  <a:pt x="965648" y="2551782"/>
                </a:cubicBezTo>
                <a:lnTo>
                  <a:pt x="955845" y="2568730"/>
                </a:lnTo>
                <a:cubicBezTo>
                  <a:pt x="955596" y="2569146"/>
                  <a:pt x="955180" y="2569395"/>
                  <a:pt x="954682" y="2569395"/>
                </a:cubicBezTo>
                <a:close/>
                <a:moveTo>
                  <a:pt x="1236089" y="2650029"/>
                </a:moveTo>
                <a:cubicBezTo>
                  <a:pt x="1235591" y="2650029"/>
                  <a:pt x="1235175" y="2649780"/>
                  <a:pt x="1234926" y="2649364"/>
                </a:cubicBezTo>
                <a:lnTo>
                  <a:pt x="1225205" y="2632416"/>
                </a:lnTo>
                <a:cubicBezTo>
                  <a:pt x="1224957" y="2632001"/>
                  <a:pt x="1224956" y="2631419"/>
                  <a:pt x="1225206" y="2631004"/>
                </a:cubicBezTo>
                <a:lnTo>
                  <a:pt x="1235009" y="2614056"/>
                </a:lnTo>
                <a:cubicBezTo>
                  <a:pt x="1235257" y="2613640"/>
                  <a:pt x="1235674" y="2613391"/>
                  <a:pt x="1236173" y="2613391"/>
                </a:cubicBezTo>
                <a:lnTo>
                  <a:pt x="1255696" y="2613391"/>
                </a:lnTo>
                <a:cubicBezTo>
                  <a:pt x="1256194" y="2613391"/>
                  <a:pt x="1256609" y="2613640"/>
                  <a:pt x="1256859" y="2614056"/>
                </a:cubicBezTo>
                <a:lnTo>
                  <a:pt x="1266579" y="2631004"/>
                </a:lnTo>
                <a:cubicBezTo>
                  <a:pt x="1266829" y="2631419"/>
                  <a:pt x="1266829" y="2632001"/>
                  <a:pt x="1266579" y="2632416"/>
                </a:cubicBezTo>
                <a:lnTo>
                  <a:pt x="1256776" y="2649364"/>
                </a:lnTo>
                <a:cubicBezTo>
                  <a:pt x="1256526" y="2649780"/>
                  <a:pt x="1256110" y="2650029"/>
                  <a:pt x="1255612" y="2650029"/>
                </a:cubicBezTo>
                <a:close/>
                <a:moveTo>
                  <a:pt x="3222235" y="3182215"/>
                </a:moveTo>
                <a:cubicBezTo>
                  <a:pt x="3221737" y="3182216"/>
                  <a:pt x="3221321" y="3181967"/>
                  <a:pt x="3221072" y="3181550"/>
                </a:cubicBezTo>
                <a:lnTo>
                  <a:pt x="3211352" y="3164602"/>
                </a:lnTo>
                <a:cubicBezTo>
                  <a:pt x="3211103" y="3164187"/>
                  <a:pt x="3211103" y="3163606"/>
                  <a:pt x="3211352" y="3163190"/>
                </a:cubicBezTo>
                <a:lnTo>
                  <a:pt x="3221155" y="3146243"/>
                </a:lnTo>
                <a:cubicBezTo>
                  <a:pt x="3221404" y="3145826"/>
                  <a:pt x="3221820" y="3145578"/>
                  <a:pt x="3222318" y="3145577"/>
                </a:cubicBezTo>
                <a:lnTo>
                  <a:pt x="3241842" y="3145577"/>
                </a:lnTo>
                <a:cubicBezTo>
                  <a:pt x="3242340" y="3145578"/>
                  <a:pt x="3242756" y="3145826"/>
                  <a:pt x="3243005" y="3146243"/>
                </a:cubicBezTo>
                <a:lnTo>
                  <a:pt x="3252725" y="3163191"/>
                </a:lnTo>
                <a:cubicBezTo>
                  <a:pt x="3252974" y="3163606"/>
                  <a:pt x="3252974" y="3164187"/>
                  <a:pt x="3252725" y="3164602"/>
                </a:cubicBezTo>
                <a:lnTo>
                  <a:pt x="3242922" y="3181550"/>
                </a:lnTo>
                <a:cubicBezTo>
                  <a:pt x="3242673" y="3181966"/>
                  <a:pt x="3242257" y="3182215"/>
                  <a:pt x="3241759" y="3182216"/>
                </a:cubicBezTo>
                <a:close/>
                <a:moveTo>
                  <a:pt x="1476835" y="2714619"/>
                </a:moveTo>
                <a:cubicBezTo>
                  <a:pt x="1476419" y="2714619"/>
                  <a:pt x="1475921" y="2714370"/>
                  <a:pt x="1475671" y="2713954"/>
                </a:cubicBezTo>
                <a:lnTo>
                  <a:pt x="1465868" y="2696923"/>
                </a:lnTo>
                <a:cubicBezTo>
                  <a:pt x="1465619" y="2696508"/>
                  <a:pt x="1465619" y="2695926"/>
                  <a:pt x="1465868" y="2695511"/>
                </a:cubicBezTo>
                <a:lnTo>
                  <a:pt x="1475671" y="2678480"/>
                </a:lnTo>
                <a:cubicBezTo>
                  <a:pt x="1475921" y="2678064"/>
                  <a:pt x="1476336" y="2677815"/>
                  <a:pt x="1476835" y="2677815"/>
                </a:cubicBezTo>
                <a:lnTo>
                  <a:pt x="1496441" y="2677815"/>
                </a:lnTo>
                <a:cubicBezTo>
                  <a:pt x="1496856" y="2677815"/>
                  <a:pt x="1497355" y="2678064"/>
                  <a:pt x="1497604" y="2678480"/>
                </a:cubicBezTo>
                <a:lnTo>
                  <a:pt x="1507408" y="2695511"/>
                </a:lnTo>
                <a:cubicBezTo>
                  <a:pt x="1507657" y="2695926"/>
                  <a:pt x="1507657" y="2696508"/>
                  <a:pt x="1507408" y="2696923"/>
                </a:cubicBezTo>
                <a:lnTo>
                  <a:pt x="1497604" y="2713954"/>
                </a:lnTo>
                <a:cubicBezTo>
                  <a:pt x="1497355" y="2714370"/>
                  <a:pt x="1496940" y="2714619"/>
                  <a:pt x="1496441" y="2714619"/>
                </a:cubicBezTo>
                <a:close/>
                <a:moveTo>
                  <a:pt x="1356355" y="2682622"/>
                </a:moveTo>
                <a:cubicBezTo>
                  <a:pt x="1355857" y="2682622"/>
                  <a:pt x="1355359" y="2682373"/>
                  <a:pt x="1355110" y="2681958"/>
                </a:cubicBezTo>
                <a:lnTo>
                  <a:pt x="1345224" y="2664760"/>
                </a:lnTo>
                <a:cubicBezTo>
                  <a:pt x="1344975" y="2664345"/>
                  <a:pt x="1344975" y="2663763"/>
                  <a:pt x="1345224" y="2663348"/>
                </a:cubicBezTo>
                <a:lnTo>
                  <a:pt x="1355110" y="2646151"/>
                </a:lnTo>
                <a:cubicBezTo>
                  <a:pt x="1355360" y="2645735"/>
                  <a:pt x="1355857" y="2645486"/>
                  <a:pt x="1356355" y="2645486"/>
                </a:cubicBezTo>
                <a:lnTo>
                  <a:pt x="1376212" y="2645486"/>
                </a:lnTo>
                <a:cubicBezTo>
                  <a:pt x="1376711" y="2645486"/>
                  <a:pt x="1377209" y="2645735"/>
                  <a:pt x="1377458" y="2646151"/>
                </a:cubicBezTo>
                <a:lnTo>
                  <a:pt x="1387344" y="2663348"/>
                </a:lnTo>
                <a:cubicBezTo>
                  <a:pt x="1387593" y="2663763"/>
                  <a:pt x="1387593" y="2664345"/>
                  <a:pt x="1387344" y="2664760"/>
                </a:cubicBezTo>
                <a:lnTo>
                  <a:pt x="1377458" y="2681958"/>
                </a:lnTo>
                <a:cubicBezTo>
                  <a:pt x="1377208" y="2682373"/>
                  <a:pt x="1376710" y="2682622"/>
                  <a:pt x="1376211" y="2682622"/>
                </a:cubicBezTo>
                <a:close/>
                <a:moveTo>
                  <a:pt x="1055344" y="2602060"/>
                </a:moveTo>
                <a:cubicBezTo>
                  <a:pt x="1054845" y="2602060"/>
                  <a:pt x="1054347" y="2601811"/>
                  <a:pt x="1054098" y="2601396"/>
                </a:cubicBezTo>
                <a:lnTo>
                  <a:pt x="1044128" y="2584115"/>
                </a:lnTo>
                <a:cubicBezTo>
                  <a:pt x="1043878" y="2583700"/>
                  <a:pt x="1043879" y="2583118"/>
                  <a:pt x="1044127" y="2582703"/>
                </a:cubicBezTo>
                <a:lnTo>
                  <a:pt x="1054098" y="2565423"/>
                </a:lnTo>
                <a:cubicBezTo>
                  <a:pt x="1054347" y="2565007"/>
                  <a:pt x="1054845" y="2564758"/>
                  <a:pt x="1055344" y="2564758"/>
                </a:cubicBezTo>
                <a:lnTo>
                  <a:pt x="1075283" y="2564758"/>
                </a:lnTo>
                <a:cubicBezTo>
                  <a:pt x="1075781" y="2564758"/>
                  <a:pt x="1076280" y="2565007"/>
                  <a:pt x="1076528" y="2565423"/>
                </a:cubicBezTo>
                <a:lnTo>
                  <a:pt x="1086498" y="2582703"/>
                </a:lnTo>
                <a:cubicBezTo>
                  <a:pt x="1086748" y="2583118"/>
                  <a:pt x="1086748" y="2583700"/>
                  <a:pt x="1086498" y="2584115"/>
                </a:cubicBezTo>
                <a:lnTo>
                  <a:pt x="1076528" y="2601396"/>
                </a:lnTo>
                <a:cubicBezTo>
                  <a:pt x="1076280" y="2601811"/>
                  <a:pt x="1075781" y="2602060"/>
                  <a:pt x="1075283" y="2602060"/>
                </a:cubicBezTo>
                <a:close/>
                <a:moveTo>
                  <a:pt x="3282233" y="3198754"/>
                </a:moveTo>
                <a:cubicBezTo>
                  <a:pt x="3281735" y="3198754"/>
                  <a:pt x="3281236" y="3198505"/>
                  <a:pt x="3280987" y="3198090"/>
                </a:cubicBezTo>
                <a:lnTo>
                  <a:pt x="3271018" y="3180809"/>
                </a:lnTo>
                <a:cubicBezTo>
                  <a:pt x="3270769" y="3180393"/>
                  <a:pt x="3270769" y="3179812"/>
                  <a:pt x="3271018" y="3179397"/>
                </a:cubicBezTo>
                <a:lnTo>
                  <a:pt x="3280987" y="3162117"/>
                </a:lnTo>
                <a:cubicBezTo>
                  <a:pt x="3281236" y="3161701"/>
                  <a:pt x="3281735" y="3161452"/>
                  <a:pt x="3282233" y="3161452"/>
                </a:cubicBezTo>
                <a:lnTo>
                  <a:pt x="3302173" y="3161451"/>
                </a:lnTo>
                <a:cubicBezTo>
                  <a:pt x="3302671" y="3161452"/>
                  <a:pt x="3303170" y="3161701"/>
                  <a:pt x="3303419" y="3162117"/>
                </a:cubicBezTo>
                <a:lnTo>
                  <a:pt x="3313388" y="3179397"/>
                </a:lnTo>
                <a:cubicBezTo>
                  <a:pt x="3313638" y="3179812"/>
                  <a:pt x="3313637" y="3180394"/>
                  <a:pt x="3313389" y="3180809"/>
                </a:cubicBezTo>
                <a:lnTo>
                  <a:pt x="3303419" y="3198090"/>
                </a:lnTo>
                <a:cubicBezTo>
                  <a:pt x="3303170" y="3198505"/>
                  <a:pt x="3302671" y="3198754"/>
                  <a:pt x="3302173" y="3198754"/>
                </a:cubicBezTo>
                <a:close/>
                <a:moveTo>
                  <a:pt x="1416399" y="2698908"/>
                </a:moveTo>
                <a:cubicBezTo>
                  <a:pt x="1415900" y="2698908"/>
                  <a:pt x="1415402" y="2698576"/>
                  <a:pt x="1415153" y="2698160"/>
                </a:cubicBezTo>
                <a:lnTo>
                  <a:pt x="1405183" y="2680797"/>
                </a:lnTo>
                <a:cubicBezTo>
                  <a:pt x="1404934" y="2680381"/>
                  <a:pt x="1404934" y="2679800"/>
                  <a:pt x="1405183" y="2679384"/>
                </a:cubicBezTo>
                <a:lnTo>
                  <a:pt x="1415236" y="2662021"/>
                </a:lnTo>
                <a:cubicBezTo>
                  <a:pt x="1415485" y="2661522"/>
                  <a:pt x="1415983" y="2661273"/>
                  <a:pt x="1416482" y="2661273"/>
                </a:cubicBezTo>
                <a:lnTo>
                  <a:pt x="1436504" y="2661273"/>
                </a:lnTo>
                <a:cubicBezTo>
                  <a:pt x="1437004" y="2661273"/>
                  <a:pt x="1437501" y="2661605"/>
                  <a:pt x="1437750" y="2662021"/>
                </a:cubicBezTo>
                <a:lnTo>
                  <a:pt x="1447720" y="2679384"/>
                </a:lnTo>
                <a:cubicBezTo>
                  <a:pt x="1447969" y="2679800"/>
                  <a:pt x="1447969" y="2680381"/>
                  <a:pt x="1447721" y="2680797"/>
                </a:cubicBezTo>
                <a:lnTo>
                  <a:pt x="1437667" y="2698160"/>
                </a:lnTo>
                <a:cubicBezTo>
                  <a:pt x="1437418" y="2698659"/>
                  <a:pt x="1436919" y="2698908"/>
                  <a:pt x="1436421" y="2698908"/>
                </a:cubicBezTo>
                <a:close/>
                <a:moveTo>
                  <a:pt x="3342359" y="3215050"/>
                </a:moveTo>
                <a:cubicBezTo>
                  <a:pt x="3341860" y="3215050"/>
                  <a:pt x="3341362" y="3214718"/>
                  <a:pt x="3341113" y="3214302"/>
                </a:cubicBezTo>
                <a:lnTo>
                  <a:pt x="3331060" y="3196856"/>
                </a:lnTo>
                <a:cubicBezTo>
                  <a:pt x="3330811" y="3196440"/>
                  <a:pt x="3330811" y="3195859"/>
                  <a:pt x="3331060" y="3195443"/>
                </a:cubicBezTo>
                <a:lnTo>
                  <a:pt x="3341113" y="3177997"/>
                </a:lnTo>
                <a:cubicBezTo>
                  <a:pt x="3341362" y="3177498"/>
                  <a:pt x="3341860" y="3177249"/>
                  <a:pt x="3342359" y="3177249"/>
                </a:cubicBezTo>
                <a:lnTo>
                  <a:pt x="3362464" y="3177249"/>
                </a:lnTo>
                <a:cubicBezTo>
                  <a:pt x="3362962" y="3177249"/>
                  <a:pt x="3363461" y="3177581"/>
                  <a:pt x="3363710" y="3177997"/>
                </a:cubicBezTo>
                <a:lnTo>
                  <a:pt x="3373763" y="3195443"/>
                </a:lnTo>
                <a:cubicBezTo>
                  <a:pt x="3374012" y="3195859"/>
                  <a:pt x="3374012" y="3196440"/>
                  <a:pt x="3373763" y="3196856"/>
                </a:cubicBezTo>
                <a:lnTo>
                  <a:pt x="3363710" y="3214302"/>
                </a:lnTo>
                <a:cubicBezTo>
                  <a:pt x="3363461" y="3214801"/>
                  <a:pt x="3362962" y="3215050"/>
                  <a:pt x="3362464" y="3215050"/>
                </a:cubicBezTo>
                <a:close/>
                <a:moveTo>
                  <a:pt x="3522917" y="3263431"/>
                </a:moveTo>
                <a:cubicBezTo>
                  <a:pt x="3522418" y="3263431"/>
                  <a:pt x="3521920" y="3263099"/>
                  <a:pt x="3521672" y="3262683"/>
                </a:cubicBezTo>
                <a:lnTo>
                  <a:pt x="3511618" y="3245237"/>
                </a:lnTo>
                <a:cubicBezTo>
                  <a:pt x="3511370" y="3244821"/>
                  <a:pt x="3511369" y="3244240"/>
                  <a:pt x="3511619" y="3243824"/>
                </a:cubicBezTo>
                <a:lnTo>
                  <a:pt x="3521671" y="3226378"/>
                </a:lnTo>
                <a:cubicBezTo>
                  <a:pt x="3521921" y="3225879"/>
                  <a:pt x="3522419" y="3225630"/>
                  <a:pt x="3522917" y="3225630"/>
                </a:cubicBezTo>
                <a:lnTo>
                  <a:pt x="3543023" y="3225630"/>
                </a:lnTo>
                <a:cubicBezTo>
                  <a:pt x="3543521" y="3225630"/>
                  <a:pt x="3544019" y="3225962"/>
                  <a:pt x="3544268" y="3226378"/>
                </a:cubicBezTo>
                <a:lnTo>
                  <a:pt x="3554321" y="3243824"/>
                </a:lnTo>
                <a:cubicBezTo>
                  <a:pt x="3554570" y="3244240"/>
                  <a:pt x="3554571" y="3244821"/>
                  <a:pt x="3554321" y="3245237"/>
                </a:cubicBezTo>
                <a:lnTo>
                  <a:pt x="3544269" y="3262683"/>
                </a:lnTo>
                <a:cubicBezTo>
                  <a:pt x="3544019" y="3263182"/>
                  <a:pt x="3543520" y="3263431"/>
                  <a:pt x="3543022" y="3263431"/>
                </a:cubicBezTo>
                <a:close/>
                <a:moveTo>
                  <a:pt x="1296026" y="2666737"/>
                </a:moveTo>
                <a:cubicBezTo>
                  <a:pt x="1295528" y="2666737"/>
                  <a:pt x="1295029" y="2666405"/>
                  <a:pt x="1294780" y="2665989"/>
                </a:cubicBezTo>
                <a:lnTo>
                  <a:pt x="1284728" y="2648543"/>
                </a:lnTo>
                <a:cubicBezTo>
                  <a:pt x="1284479" y="2648127"/>
                  <a:pt x="1284479" y="2647546"/>
                  <a:pt x="1284728" y="2647130"/>
                </a:cubicBezTo>
                <a:lnTo>
                  <a:pt x="1294780" y="2629684"/>
                </a:lnTo>
                <a:cubicBezTo>
                  <a:pt x="1295029" y="2629185"/>
                  <a:pt x="1295528" y="2628936"/>
                  <a:pt x="1296026" y="2628936"/>
                </a:cubicBezTo>
                <a:lnTo>
                  <a:pt x="1316132" y="2628936"/>
                </a:lnTo>
                <a:cubicBezTo>
                  <a:pt x="1316630" y="2628936"/>
                  <a:pt x="1317128" y="2629268"/>
                  <a:pt x="1317378" y="2629684"/>
                </a:cubicBezTo>
                <a:lnTo>
                  <a:pt x="1327430" y="2647130"/>
                </a:lnTo>
                <a:cubicBezTo>
                  <a:pt x="1327680" y="2647546"/>
                  <a:pt x="1327680" y="2648127"/>
                  <a:pt x="1327431" y="2648543"/>
                </a:cubicBezTo>
                <a:lnTo>
                  <a:pt x="1317378" y="2665989"/>
                </a:lnTo>
                <a:cubicBezTo>
                  <a:pt x="1317129" y="2666488"/>
                  <a:pt x="1316630" y="2666737"/>
                  <a:pt x="1316132" y="2666737"/>
                </a:cubicBezTo>
                <a:close/>
                <a:moveTo>
                  <a:pt x="1536771" y="2731245"/>
                </a:moveTo>
                <a:cubicBezTo>
                  <a:pt x="1536273" y="2731245"/>
                  <a:pt x="1535774" y="2730913"/>
                  <a:pt x="1535525" y="2730497"/>
                </a:cubicBezTo>
                <a:lnTo>
                  <a:pt x="1525473" y="2713051"/>
                </a:lnTo>
                <a:cubicBezTo>
                  <a:pt x="1525224" y="2712635"/>
                  <a:pt x="1525224" y="2712054"/>
                  <a:pt x="1525473" y="2711638"/>
                </a:cubicBezTo>
                <a:lnTo>
                  <a:pt x="1535525" y="2694192"/>
                </a:lnTo>
                <a:cubicBezTo>
                  <a:pt x="1535774" y="2693693"/>
                  <a:pt x="1536273" y="2693444"/>
                  <a:pt x="1536771" y="2693444"/>
                </a:cubicBezTo>
                <a:lnTo>
                  <a:pt x="1556877" y="2693444"/>
                </a:lnTo>
                <a:cubicBezTo>
                  <a:pt x="1557375" y="2693444"/>
                  <a:pt x="1557874" y="2693776"/>
                  <a:pt x="1558123" y="2694192"/>
                </a:cubicBezTo>
                <a:lnTo>
                  <a:pt x="1568176" y="2711638"/>
                </a:lnTo>
                <a:cubicBezTo>
                  <a:pt x="1568425" y="2712054"/>
                  <a:pt x="1568425" y="2712635"/>
                  <a:pt x="1568176" y="2713051"/>
                </a:cubicBezTo>
                <a:lnTo>
                  <a:pt x="1558123" y="2730497"/>
                </a:lnTo>
                <a:cubicBezTo>
                  <a:pt x="1557874" y="2730996"/>
                  <a:pt x="1557375" y="2731245"/>
                  <a:pt x="1556877" y="2731245"/>
                </a:cubicBezTo>
                <a:close/>
                <a:moveTo>
                  <a:pt x="1717330" y="2779625"/>
                </a:moveTo>
                <a:cubicBezTo>
                  <a:pt x="1716832" y="2779625"/>
                  <a:pt x="1716333" y="2779293"/>
                  <a:pt x="1716084" y="2778877"/>
                </a:cubicBezTo>
                <a:lnTo>
                  <a:pt x="1706032" y="2761431"/>
                </a:lnTo>
                <a:cubicBezTo>
                  <a:pt x="1705783" y="2761015"/>
                  <a:pt x="1705783" y="2760434"/>
                  <a:pt x="1706032" y="2760018"/>
                </a:cubicBezTo>
                <a:lnTo>
                  <a:pt x="1716084" y="2742572"/>
                </a:lnTo>
                <a:cubicBezTo>
                  <a:pt x="1716333" y="2742073"/>
                  <a:pt x="1716832" y="2741824"/>
                  <a:pt x="1717330" y="2741824"/>
                </a:cubicBezTo>
                <a:lnTo>
                  <a:pt x="1737436" y="2741824"/>
                </a:lnTo>
                <a:cubicBezTo>
                  <a:pt x="1737934" y="2741824"/>
                  <a:pt x="1738432" y="2742156"/>
                  <a:pt x="1738682" y="2742572"/>
                </a:cubicBezTo>
                <a:lnTo>
                  <a:pt x="1748734" y="2760018"/>
                </a:lnTo>
                <a:cubicBezTo>
                  <a:pt x="1748984" y="2760434"/>
                  <a:pt x="1748984" y="2761015"/>
                  <a:pt x="1748735" y="2761431"/>
                </a:cubicBezTo>
                <a:lnTo>
                  <a:pt x="1738682" y="2778877"/>
                </a:lnTo>
                <a:cubicBezTo>
                  <a:pt x="1738433" y="2779376"/>
                  <a:pt x="1737934" y="2779625"/>
                  <a:pt x="1737436" y="2779625"/>
                </a:cubicBezTo>
                <a:close/>
                <a:moveTo>
                  <a:pt x="1657062" y="2763580"/>
                </a:moveTo>
                <a:cubicBezTo>
                  <a:pt x="1656563" y="2763580"/>
                  <a:pt x="1656065" y="2763248"/>
                  <a:pt x="1655816" y="2762834"/>
                </a:cubicBezTo>
                <a:lnTo>
                  <a:pt x="1645680" y="2745303"/>
                </a:lnTo>
                <a:cubicBezTo>
                  <a:pt x="1645431" y="2744887"/>
                  <a:pt x="1645431" y="2744306"/>
                  <a:pt x="1645680" y="2743891"/>
                </a:cubicBezTo>
                <a:lnTo>
                  <a:pt x="1655816" y="2726361"/>
                </a:lnTo>
                <a:cubicBezTo>
                  <a:pt x="1656065" y="2725862"/>
                  <a:pt x="1656563" y="2725614"/>
                  <a:pt x="1657062" y="2725613"/>
                </a:cubicBezTo>
                <a:lnTo>
                  <a:pt x="1677333" y="2725614"/>
                </a:lnTo>
                <a:cubicBezTo>
                  <a:pt x="1677832" y="2725613"/>
                  <a:pt x="1678330" y="2725945"/>
                  <a:pt x="1678579" y="2726361"/>
                </a:cubicBezTo>
                <a:lnTo>
                  <a:pt x="1688715" y="2743891"/>
                </a:lnTo>
                <a:cubicBezTo>
                  <a:pt x="1688964" y="2744306"/>
                  <a:pt x="1688964" y="2744888"/>
                  <a:pt x="1688715" y="2745303"/>
                </a:cubicBezTo>
                <a:lnTo>
                  <a:pt x="1678579" y="2762833"/>
                </a:lnTo>
                <a:cubicBezTo>
                  <a:pt x="1678330" y="2763331"/>
                  <a:pt x="1677832" y="2763580"/>
                  <a:pt x="1677333" y="2763580"/>
                </a:cubicBezTo>
                <a:close/>
                <a:moveTo>
                  <a:pt x="1777434" y="2795834"/>
                </a:moveTo>
                <a:cubicBezTo>
                  <a:pt x="1776935" y="2795834"/>
                  <a:pt x="1776437" y="2795502"/>
                  <a:pt x="1776189" y="2795087"/>
                </a:cubicBezTo>
                <a:lnTo>
                  <a:pt x="1766052" y="2777557"/>
                </a:lnTo>
                <a:cubicBezTo>
                  <a:pt x="1765804" y="2777141"/>
                  <a:pt x="1765804" y="2776560"/>
                  <a:pt x="1766052" y="2776145"/>
                </a:cubicBezTo>
                <a:lnTo>
                  <a:pt x="1776188" y="2758615"/>
                </a:lnTo>
                <a:cubicBezTo>
                  <a:pt x="1776438" y="2758116"/>
                  <a:pt x="1776935" y="2757867"/>
                  <a:pt x="1777434" y="2757867"/>
                </a:cubicBezTo>
                <a:lnTo>
                  <a:pt x="1797706" y="2757867"/>
                </a:lnTo>
                <a:cubicBezTo>
                  <a:pt x="1798205" y="2757867"/>
                  <a:pt x="1798703" y="2758199"/>
                  <a:pt x="1798952" y="2758615"/>
                </a:cubicBezTo>
                <a:lnTo>
                  <a:pt x="1809087" y="2776145"/>
                </a:lnTo>
                <a:cubicBezTo>
                  <a:pt x="1809336" y="2776560"/>
                  <a:pt x="1809336" y="2777141"/>
                  <a:pt x="1809087" y="2777557"/>
                </a:cubicBezTo>
                <a:lnTo>
                  <a:pt x="1798951" y="2795087"/>
                </a:lnTo>
                <a:cubicBezTo>
                  <a:pt x="1798703" y="2795585"/>
                  <a:pt x="1798205" y="2795834"/>
                  <a:pt x="1797706" y="2795834"/>
                </a:cubicBezTo>
                <a:close/>
                <a:moveTo>
                  <a:pt x="4666268" y="3570169"/>
                </a:moveTo>
                <a:cubicBezTo>
                  <a:pt x="4665769" y="3570169"/>
                  <a:pt x="4665271" y="3569837"/>
                  <a:pt x="4665022" y="3569422"/>
                </a:cubicBezTo>
                <a:lnTo>
                  <a:pt x="4654803" y="3551726"/>
                </a:lnTo>
                <a:cubicBezTo>
                  <a:pt x="4654554" y="3551310"/>
                  <a:pt x="4654554" y="3550729"/>
                  <a:pt x="4654804" y="3550314"/>
                </a:cubicBezTo>
                <a:lnTo>
                  <a:pt x="4665022" y="3532618"/>
                </a:lnTo>
                <a:cubicBezTo>
                  <a:pt x="4665271" y="3532119"/>
                  <a:pt x="4665769" y="3531870"/>
                  <a:pt x="4666268" y="3531870"/>
                </a:cubicBezTo>
                <a:lnTo>
                  <a:pt x="4686705" y="3531870"/>
                </a:lnTo>
                <a:cubicBezTo>
                  <a:pt x="4687204" y="3531870"/>
                  <a:pt x="4687702" y="3532202"/>
                  <a:pt x="4687952" y="3532618"/>
                </a:cubicBezTo>
                <a:lnTo>
                  <a:pt x="4698170" y="3550314"/>
                </a:lnTo>
                <a:cubicBezTo>
                  <a:pt x="4698419" y="3550729"/>
                  <a:pt x="4698419" y="3551310"/>
                  <a:pt x="4698170" y="3551726"/>
                </a:cubicBezTo>
                <a:lnTo>
                  <a:pt x="4687952" y="3569422"/>
                </a:lnTo>
                <a:cubicBezTo>
                  <a:pt x="4687702" y="3569920"/>
                  <a:pt x="4687204" y="3570169"/>
                  <a:pt x="4686705" y="3570169"/>
                </a:cubicBezTo>
                <a:close/>
                <a:moveTo>
                  <a:pt x="1596689" y="2747774"/>
                </a:moveTo>
                <a:cubicBezTo>
                  <a:pt x="1596191" y="2747774"/>
                  <a:pt x="1595692" y="2747441"/>
                  <a:pt x="1595443" y="2747026"/>
                </a:cubicBezTo>
                <a:lnTo>
                  <a:pt x="1585141" y="2729247"/>
                </a:lnTo>
                <a:cubicBezTo>
                  <a:pt x="1584892" y="2728832"/>
                  <a:pt x="1584892" y="2728250"/>
                  <a:pt x="1585141" y="2727835"/>
                </a:cubicBezTo>
                <a:lnTo>
                  <a:pt x="1595443" y="2710056"/>
                </a:lnTo>
                <a:cubicBezTo>
                  <a:pt x="1595692" y="2709557"/>
                  <a:pt x="1596191" y="2709308"/>
                  <a:pt x="1596689" y="2709308"/>
                </a:cubicBezTo>
                <a:lnTo>
                  <a:pt x="1617210" y="2709308"/>
                </a:lnTo>
                <a:cubicBezTo>
                  <a:pt x="1617707" y="2709308"/>
                  <a:pt x="1618206" y="2709640"/>
                  <a:pt x="1618456" y="2710056"/>
                </a:cubicBezTo>
                <a:lnTo>
                  <a:pt x="1628758" y="2727835"/>
                </a:lnTo>
                <a:cubicBezTo>
                  <a:pt x="1629006" y="2728250"/>
                  <a:pt x="1629007" y="2728832"/>
                  <a:pt x="1628757" y="2729247"/>
                </a:cubicBezTo>
                <a:lnTo>
                  <a:pt x="1618456" y="2747026"/>
                </a:lnTo>
                <a:cubicBezTo>
                  <a:pt x="1618205" y="2747524"/>
                  <a:pt x="1617708" y="2747774"/>
                  <a:pt x="1617210" y="2747774"/>
                </a:cubicBezTo>
                <a:close/>
                <a:moveTo>
                  <a:pt x="3883765" y="3360594"/>
                </a:moveTo>
                <a:cubicBezTo>
                  <a:pt x="3883266" y="3360594"/>
                  <a:pt x="3882768" y="3360261"/>
                  <a:pt x="3882519" y="3359846"/>
                </a:cubicBezTo>
                <a:lnTo>
                  <a:pt x="3872217" y="3342067"/>
                </a:lnTo>
                <a:cubicBezTo>
                  <a:pt x="3871968" y="3341652"/>
                  <a:pt x="3871968" y="3341070"/>
                  <a:pt x="3872217" y="3340655"/>
                </a:cubicBezTo>
                <a:lnTo>
                  <a:pt x="3882519" y="3322876"/>
                </a:lnTo>
                <a:cubicBezTo>
                  <a:pt x="3882769" y="3322377"/>
                  <a:pt x="3883266" y="3322128"/>
                  <a:pt x="3883765" y="3322128"/>
                </a:cubicBezTo>
                <a:lnTo>
                  <a:pt x="3904285" y="3322128"/>
                </a:lnTo>
                <a:cubicBezTo>
                  <a:pt x="3904784" y="3322128"/>
                  <a:pt x="3905282" y="3322460"/>
                  <a:pt x="3905533" y="3322876"/>
                </a:cubicBezTo>
                <a:lnTo>
                  <a:pt x="3915833" y="3340655"/>
                </a:lnTo>
                <a:cubicBezTo>
                  <a:pt x="3916083" y="3341070"/>
                  <a:pt x="3916083" y="3341652"/>
                  <a:pt x="3915834" y="3342067"/>
                </a:cubicBezTo>
                <a:lnTo>
                  <a:pt x="3905532" y="3359846"/>
                </a:lnTo>
                <a:cubicBezTo>
                  <a:pt x="3905282" y="3360344"/>
                  <a:pt x="3904784" y="3360594"/>
                  <a:pt x="3904285" y="3360594"/>
                </a:cubicBezTo>
                <a:close/>
                <a:moveTo>
                  <a:pt x="4305068" y="3473482"/>
                </a:moveTo>
                <a:cubicBezTo>
                  <a:pt x="4304569" y="3473482"/>
                  <a:pt x="4304071" y="3473149"/>
                  <a:pt x="4303822" y="3472734"/>
                </a:cubicBezTo>
                <a:lnTo>
                  <a:pt x="4293520" y="3454955"/>
                </a:lnTo>
                <a:cubicBezTo>
                  <a:pt x="4293271" y="3454540"/>
                  <a:pt x="4293271" y="3453958"/>
                  <a:pt x="4293520" y="3453543"/>
                </a:cubicBezTo>
                <a:lnTo>
                  <a:pt x="4303822" y="3435764"/>
                </a:lnTo>
                <a:cubicBezTo>
                  <a:pt x="4304072" y="3435265"/>
                  <a:pt x="4304569" y="3435016"/>
                  <a:pt x="4305068" y="3435016"/>
                </a:cubicBezTo>
                <a:lnTo>
                  <a:pt x="4325588" y="3435016"/>
                </a:lnTo>
                <a:cubicBezTo>
                  <a:pt x="4326087" y="3435016"/>
                  <a:pt x="4326585" y="3435348"/>
                  <a:pt x="4326836" y="3435764"/>
                </a:cubicBezTo>
                <a:lnTo>
                  <a:pt x="4337136" y="3453543"/>
                </a:lnTo>
                <a:cubicBezTo>
                  <a:pt x="4337386" y="3453958"/>
                  <a:pt x="4337386" y="3454540"/>
                  <a:pt x="4337137" y="3454955"/>
                </a:cubicBezTo>
                <a:lnTo>
                  <a:pt x="4326835" y="3472734"/>
                </a:lnTo>
                <a:cubicBezTo>
                  <a:pt x="4326585" y="3473232"/>
                  <a:pt x="4326087" y="3473482"/>
                  <a:pt x="4325588" y="3473482"/>
                </a:cubicBezTo>
                <a:close/>
                <a:moveTo>
                  <a:pt x="2318931" y="2941401"/>
                </a:moveTo>
                <a:cubicBezTo>
                  <a:pt x="2318433" y="2941401"/>
                  <a:pt x="2317934" y="2941069"/>
                  <a:pt x="2317685" y="2940653"/>
                </a:cubicBezTo>
                <a:lnTo>
                  <a:pt x="2307383" y="2922791"/>
                </a:lnTo>
                <a:cubicBezTo>
                  <a:pt x="2307134" y="2922293"/>
                  <a:pt x="2307134" y="2921711"/>
                  <a:pt x="2307383" y="2921296"/>
                </a:cubicBezTo>
                <a:lnTo>
                  <a:pt x="2317685" y="2903434"/>
                </a:lnTo>
                <a:cubicBezTo>
                  <a:pt x="2317934" y="2902935"/>
                  <a:pt x="2318433" y="2902686"/>
                  <a:pt x="2318931" y="2902686"/>
                </a:cubicBezTo>
                <a:lnTo>
                  <a:pt x="2339618" y="2902686"/>
                </a:lnTo>
                <a:cubicBezTo>
                  <a:pt x="2340116" y="2902686"/>
                  <a:pt x="2340615" y="2903018"/>
                  <a:pt x="2340864" y="2903434"/>
                </a:cubicBezTo>
                <a:lnTo>
                  <a:pt x="2351166" y="2921296"/>
                </a:lnTo>
                <a:cubicBezTo>
                  <a:pt x="2351415" y="2921794"/>
                  <a:pt x="2351415" y="2922376"/>
                  <a:pt x="2351166" y="2922791"/>
                </a:cubicBezTo>
                <a:lnTo>
                  <a:pt x="2340864" y="2940653"/>
                </a:lnTo>
                <a:cubicBezTo>
                  <a:pt x="2340615" y="2941151"/>
                  <a:pt x="2340116" y="2941401"/>
                  <a:pt x="2339618" y="2941401"/>
                </a:cubicBezTo>
                <a:close/>
                <a:moveTo>
                  <a:pt x="3402283" y="3231684"/>
                </a:moveTo>
                <a:cubicBezTo>
                  <a:pt x="3401785" y="3231684"/>
                  <a:pt x="3401286" y="3231352"/>
                  <a:pt x="3401038" y="3230936"/>
                </a:cubicBezTo>
                <a:lnTo>
                  <a:pt x="3390736" y="3213074"/>
                </a:lnTo>
                <a:cubicBezTo>
                  <a:pt x="3390486" y="3212576"/>
                  <a:pt x="3390487" y="3211994"/>
                  <a:pt x="3390736" y="3211579"/>
                </a:cubicBezTo>
                <a:lnTo>
                  <a:pt x="3401038" y="3193717"/>
                </a:lnTo>
                <a:cubicBezTo>
                  <a:pt x="3401287" y="3193218"/>
                  <a:pt x="3401786" y="3192969"/>
                  <a:pt x="3402284" y="3192969"/>
                </a:cubicBezTo>
                <a:lnTo>
                  <a:pt x="3422971" y="3192969"/>
                </a:lnTo>
                <a:cubicBezTo>
                  <a:pt x="3423468" y="3192969"/>
                  <a:pt x="3423968" y="3193301"/>
                  <a:pt x="3424216" y="3193717"/>
                </a:cubicBezTo>
                <a:lnTo>
                  <a:pt x="3434518" y="3211579"/>
                </a:lnTo>
                <a:cubicBezTo>
                  <a:pt x="3434767" y="3212077"/>
                  <a:pt x="3434768" y="3212660"/>
                  <a:pt x="3434518" y="3213074"/>
                </a:cubicBezTo>
                <a:lnTo>
                  <a:pt x="3424216" y="3230936"/>
                </a:lnTo>
                <a:cubicBezTo>
                  <a:pt x="3423967" y="3231434"/>
                  <a:pt x="3423469" y="3231684"/>
                  <a:pt x="3422971" y="3231685"/>
                </a:cubicBezTo>
                <a:close/>
                <a:moveTo>
                  <a:pt x="4786567" y="3602602"/>
                </a:moveTo>
                <a:cubicBezTo>
                  <a:pt x="4786068" y="3602602"/>
                  <a:pt x="4785570" y="3602270"/>
                  <a:pt x="4785321" y="3601854"/>
                </a:cubicBezTo>
                <a:lnTo>
                  <a:pt x="4775019" y="3583992"/>
                </a:lnTo>
                <a:cubicBezTo>
                  <a:pt x="4774770" y="3583494"/>
                  <a:pt x="4774770" y="3582912"/>
                  <a:pt x="4775019" y="3582497"/>
                </a:cubicBezTo>
                <a:lnTo>
                  <a:pt x="4785321" y="3564635"/>
                </a:lnTo>
                <a:cubicBezTo>
                  <a:pt x="4785570" y="3564136"/>
                  <a:pt x="4786068" y="3563887"/>
                  <a:pt x="4786567" y="3563887"/>
                </a:cubicBezTo>
                <a:lnTo>
                  <a:pt x="4807254" y="3563887"/>
                </a:lnTo>
                <a:cubicBezTo>
                  <a:pt x="4807752" y="3563887"/>
                  <a:pt x="4808251" y="3564219"/>
                  <a:pt x="4808500" y="3564635"/>
                </a:cubicBezTo>
                <a:lnTo>
                  <a:pt x="4818802" y="3582497"/>
                </a:lnTo>
                <a:cubicBezTo>
                  <a:pt x="4819051" y="3582995"/>
                  <a:pt x="4819052" y="3583577"/>
                  <a:pt x="4818802" y="3583992"/>
                </a:cubicBezTo>
                <a:lnTo>
                  <a:pt x="4808500" y="3601854"/>
                </a:lnTo>
                <a:cubicBezTo>
                  <a:pt x="4808251" y="3602352"/>
                  <a:pt x="4807753" y="3602602"/>
                  <a:pt x="4807255" y="3602602"/>
                </a:cubicBezTo>
                <a:close/>
                <a:moveTo>
                  <a:pt x="5027312" y="3667109"/>
                </a:moveTo>
                <a:cubicBezTo>
                  <a:pt x="5026813" y="3667109"/>
                  <a:pt x="5026315" y="3666777"/>
                  <a:pt x="5026066" y="3666361"/>
                </a:cubicBezTo>
                <a:lnTo>
                  <a:pt x="5015764" y="3648499"/>
                </a:lnTo>
                <a:cubicBezTo>
                  <a:pt x="5015514" y="3648001"/>
                  <a:pt x="5015515" y="3647419"/>
                  <a:pt x="5015764" y="3647004"/>
                </a:cubicBezTo>
                <a:lnTo>
                  <a:pt x="5026066" y="3629142"/>
                </a:lnTo>
                <a:cubicBezTo>
                  <a:pt x="5026315" y="3628643"/>
                  <a:pt x="5026813" y="3628394"/>
                  <a:pt x="5027312" y="3628394"/>
                </a:cubicBezTo>
                <a:lnTo>
                  <a:pt x="5047999" y="3628394"/>
                </a:lnTo>
                <a:cubicBezTo>
                  <a:pt x="5048497" y="3628394"/>
                  <a:pt x="5048996" y="3628726"/>
                  <a:pt x="5049245" y="3629142"/>
                </a:cubicBezTo>
                <a:lnTo>
                  <a:pt x="5059547" y="3647005"/>
                </a:lnTo>
                <a:cubicBezTo>
                  <a:pt x="5059796" y="3647502"/>
                  <a:pt x="5059796" y="3648085"/>
                  <a:pt x="5059547" y="3648499"/>
                </a:cubicBezTo>
                <a:lnTo>
                  <a:pt x="5049245" y="3666361"/>
                </a:lnTo>
                <a:cubicBezTo>
                  <a:pt x="5048996" y="3666859"/>
                  <a:pt x="5048497" y="3667109"/>
                  <a:pt x="5047999" y="3667109"/>
                </a:cubicBezTo>
                <a:close/>
                <a:moveTo>
                  <a:pt x="2198477" y="2909221"/>
                </a:moveTo>
                <a:cubicBezTo>
                  <a:pt x="2197978" y="2909221"/>
                  <a:pt x="2197480" y="2908889"/>
                  <a:pt x="2197232" y="2908473"/>
                </a:cubicBezTo>
                <a:lnTo>
                  <a:pt x="2186847" y="2890528"/>
                </a:lnTo>
                <a:cubicBezTo>
                  <a:pt x="2186598" y="2890030"/>
                  <a:pt x="2186597" y="2889448"/>
                  <a:pt x="2186847" y="2889033"/>
                </a:cubicBezTo>
                <a:lnTo>
                  <a:pt x="2197232" y="2871088"/>
                </a:lnTo>
                <a:cubicBezTo>
                  <a:pt x="2197481" y="2870589"/>
                  <a:pt x="2197979" y="2870340"/>
                  <a:pt x="2198478" y="2870340"/>
                </a:cubicBezTo>
                <a:lnTo>
                  <a:pt x="2219247" y="2870340"/>
                </a:lnTo>
                <a:cubicBezTo>
                  <a:pt x="2219745" y="2870340"/>
                  <a:pt x="2220244" y="2870672"/>
                  <a:pt x="2220494" y="2871088"/>
                </a:cubicBezTo>
                <a:lnTo>
                  <a:pt x="2230879" y="2889033"/>
                </a:lnTo>
                <a:cubicBezTo>
                  <a:pt x="2231128" y="2889531"/>
                  <a:pt x="2231128" y="2890113"/>
                  <a:pt x="2230879" y="2890528"/>
                </a:cubicBezTo>
                <a:lnTo>
                  <a:pt x="2220494" y="2908473"/>
                </a:lnTo>
                <a:cubicBezTo>
                  <a:pt x="2220245" y="2908972"/>
                  <a:pt x="2219746" y="2909221"/>
                  <a:pt x="2219248" y="2909221"/>
                </a:cubicBezTo>
                <a:close/>
                <a:moveTo>
                  <a:pt x="3462388" y="3247884"/>
                </a:moveTo>
                <a:cubicBezTo>
                  <a:pt x="3461889" y="3247884"/>
                  <a:pt x="3461390" y="3247552"/>
                  <a:pt x="3461142" y="3247136"/>
                </a:cubicBezTo>
                <a:lnTo>
                  <a:pt x="3450757" y="3229191"/>
                </a:lnTo>
                <a:cubicBezTo>
                  <a:pt x="3450508" y="3228693"/>
                  <a:pt x="3450507" y="3228111"/>
                  <a:pt x="3450757" y="3227696"/>
                </a:cubicBezTo>
                <a:lnTo>
                  <a:pt x="3461142" y="3209751"/>
                </a:lnTo>
                <a:cubicBezTo>
                  <a:pt x="3461391" y="3209253"/>
                  <a:pt x="3461889" y="3209003"/>
                  <a:pt x="3462388" y="3209003"/>
                </a:cubicBezTo>
                <a:lnTo>
                  <a:pt x="3483157" y="3209003"/>
                </a:lnTo>
                <a:cubicBezTo>
                  <a:pt x="3483655" y="3209003"/>
                  <a:pt x="3484155" y="3209335"/>
                  <a:pt x="3484404" y="3209751"/>
                </a:cubicBezTo>
                <a:lnTo>
                  <a:pt x="3494789" y="3227696"/>
                </a:lnTo>
                <a:cubicBezTo>
                  <a:pt x="3495038" y="3228194"/>
                  <a:pt x="3495038" y="3228776"/>
                  <a:pt x="3494789" y="3229191"/>
                </a:cubicBezTo>
                <a:lnTo>
                  <a:pt x="3484404" y="3247136"/>
                </a:lnTo>
                <a:cubicBezTo>
                  <a:pt x="3484155" y="3247635"/>
                  <a:pt x="3483656" y="3247884"/>
                  <a:pt x="3483158" y="3247884"/>
                </a:cubicBezTo>
                <a:close/>
                <a:moveTo>
                  <a:pt x="3582760" y="3280138"/>
                </a:moveTo>
                <a:cubicBezTo>
                  <a:pt x="3582261" y="3280138"/>
                  <a:pt x="3581763" y="3279806"/>
                  <a:pt x="3581514" y="3279390"/>
                </a:cubicBezTo>
                <a:lnTo>
                  <a:pt x="3571130" y="3261445"/>
                </a:lnTo>
                <a:cubicBezTo>
                  <a:pt x="3570880" y="3260947"/>
                  <a:pt x="3570880" y="3260365"/>
                  <a:pt x="3571129" y="3259950"/>
                </a:cubicBezTo>
                <a:lnTo>
                  <a:pt x="3581514" y="3242005"/>
                </a:lnTo>
                <a:cubicBezTo>
                  <a:pt x="3581763" y="3241506"/>
                  <a:pt x="3582261" y="3241257"/>
                  <a:pt x="3582760" y="3241257"/>
                </a:cubicBezTo>
                <a:lnTo>
                  <a:pt x="3603530" y="3241257"/>
                </a:lnTo>
                <a:cubicBezTo>
                  <a:pt x="3604028" y="3241257"/>
                  <a:pt x="3604527" y="3241589"/>
                  <a:pt x="3604776" y="3242005"/>
                </a:cubicBezTo>
                <a:lnTo>
                  <a:pt x="3615161" y="3259950"/>
                </a:lnTo>
                <a:cubicBezTo>
                  <a:pt x="3615410" y="3260448"/>
                  <a:pt x="3615410" y="3261030"/>
                  <a:pt x="3615161" y="3261445"/>
                </a:cubicBezTo>
                <a:lnTo>
                  <a:pt x="3604777" y="3279390"/>
                </a:lnTo>
                <a:cubicBezTo>
                  <a:pt x="3604527" y="3279889"/>
                  <a:pt x="3604028" y="3280138"/>
                  <a:pt x="3603531" y="3280138"/>
                </a:cubicBezTo>
                <a:close/>
                <a:moveTo>
                  <a:pt x="3642947" y="3296265"/>
                </a:moveTo>
                <a:cubicBezTo>
                  <a:pt x="3642448" y="3296265"/>
                  <a:pt x="3641950" y="3295933"/>
                  <a:pt x="3641701" y="3295517"/>
                </a:cubicBezTo>
                <a:lnTo>
                  <a:pt x="3631316" y="3277572"/>
                </a:lnTo>
                <a:cubicBezTo>
                  <a:pt x="3631067" y="3277074"/>
                  <a:pt x="3631067" y="3276492"/>
                  <a:pt x="3631316" y="3276077"/>
                </a:cubicBezTo>
                <a:lnTo>
                  <a:pt x="3641701" y="3258132"/>
                </a:lnTo>
                <a:cubicBezTo>
                  <a:pt x="3641950" y="3257633"/>
                  <a:pt x="3642448" y="3257384"/>
                  <a:pt x="3642947" y="3257384"/>
                </a:cubicBezTo>
                <a:lnTo>
                  <a:pt x="3663717" y="3257384"/>
                </a:lnTo>
                <a:cubicBezTo>
                  <a:pt x="3664215" y="3257384"/>
                  <a:pt x="3664714" y="3257716"/>
                  <a:pt x="3664963" y="3258132"/>
                </a:cubicBezTo>
                <a:lnTo>
                  <a:pt x="3675348" y="3276077"/>
                </a:lnTo>
                <a:cubicBezTo>
                  <a:pt x="3675597" y="3276575"/>
                  <a:pt x="3675597" y="3277157"/>
                  <a:pt x="3675348" y="3277572"/>
                </a:cubicBezTo>
                <a:lnTo>
                  <a:pt x="3664963" y="3295517"/>
                </a:lnTo>
                <a:cubicBezTo>
                  <a:pt x="3664714" y="3296016"/>
                  <a:pt x="3664215" y="3296265"/>
                  <a:pt x="3663717" y="3296265"/>
                </a:cubicBezTo>
                <a:close/>
                <a:moveTo>
                  <a:pt x="3703133" y="3312392"/>
                </a:moveTo>
                <a:cubicBezTo>
                  <a:pt x="3702634" y="3312392"/>
                  <a:pt x="3702136" y="3312060"/>
                  <a:pt x="3701887" y="3311644"/>
                </a:cubicBezTo>
                <a:lnTo>
                  <a:pt x="3691502" y="3293699"/>
                </a:lnTo>
                <a:cubicBezTo>
                  <a:pt x="3691253" y="3293201"/>
                  <a:pt x="3691253" y="3292619"/>
                  <a:pt x="3691502" y="3292204"/>
                </a:cubicBezTo>
                <a:lnTo>
                  <a:pt x="3701887" y="3274259"/>
                </a:lnTo>
                <a:cubicBezTo>
                  <a:pt x="3702136" y="3273760"/>
                  <a:pt x="3702634" y="3273511"/>
                  <a:pt x="3703133" y="3273511"/>
                </a:cubicBezTo>
                <a:lnTo>
                  <a:pt x="3723903" y="3273511"/>
                </a:lnTo>
                <a:cubicBezTo>
                  <a:pt x="3724401" y="3273511"/>
                  <a:pt x="3724900" y="3273843"/>
                  <a:pt x="3725149" y="3274259"/>
                </a:cubicBezTo>
                <a:lnTo>
                  <a:pt x="3735534" y="3292204"/>
                </a:lnTo>
                <a:cubicBezTo>
                  <a:pt x="3735783" y="3292702"/>
                  <a:pt x="3735783" y="3293284"/>
                  <a:pt x="3735534" y="3293699"/>
                </a:cubicBezTo>
                <a:lnTo>
                  <a:pt x="3725149" y="3311644"/>
                </a:lnTo>
                <a:cubicBezTo>
                  <a:pt x="3724900" y="3312143"/>
                  <a:pt x="3724401" y="3312392"/>
                  <a:pt x="3723903" y="3312392"/>
                </a:cubicBezTo>
                <a:close/>
                <a:moveTo>
                  <a:pt x="4425367" y="3505914"/>
                </a:moveTo>
                <a:cubicBezTo>
                  <a:pt x="4424868" y="3505914"/>
                  <a:pt x="4424370" y="3505582"/>
                  <a:pt x="4424121" y="3505166"/>
                </a:cubicBezTo>
                <a:lnTo>
                  <a:pt x="4413737" y="3487221"/>
                </a:lnTo>
                <a:cubicBezTo>
                  <a:pt x="4413487" y="3486723"/>
                  <a:pt x="4413487" y="3486141"/>
                  <a:pt x="4413737" y="3485726"/>
                </a:cubicBezTo>
                <a:lnTo>
                  <a:pt x="4424121" y="3467781"/>
                </a:lnTo>
                <a:cubicBezTo>
                  <a:pt x="4424371" y="3467282"/>
                  <a:pt x="4424868" y="3467033"/>
                  <a:pt x="4425367" y="3467033"/>
                </a:cubicBezTo>
                <a:lnTo>
                  <a:pt x="4446137" y="3467033"/>
                </a:lnTo>
                <a:cubicBezTo>
                  <a:pt x="4446635" y="3467033"/>
                  <a:pt x="4447134" y="3467365"/>
                  <a:pt x="4447384" y="3467781"/>
                </a:cubicBezTo>
                <a:lnTo>
                  <a:pt x="4457768" y="3485726"/>
                </a:lnTo>
                <a:cubicBezTo>
                  <a:pt x="4458017" y="3486224"/>
                  <a:pt x="4458017" y="3486806"/>
                  <a:pt x="4457768" y="3487221"/>
                </a:cubicBezTo>
                <a:lnTo>
                  <a:pt x="4447384" y="3505166"/>
                </a:lnTo>
                <a:cubicBezTo>
                  <a:pt x="4447134" y="3505665"/>
                  <a:pt x="4446635" y="3505914"/>
                  <a:pt x="4446138" y="3505914"/>
                </a:cubicBezTo>
                <a:close/>
                <a:moveTo>
                  <a:pt x="4545740" y="3538168"/>
                </a:moveTo>
                <a:cubicBezTo>
                  <a:pt x="4545241" y="3538168"/>
                  <a:pt x="4544743" y="3537836"/>
                  <a:pt x="4544494" y="3537420"/>
                </a:cubicBezTo>
                <a:lnTo>
                  <a:pt x="4534109" y="3519475"/>
                </a:lnTo>
                <a:cubicBezTo>
                  <a:pt x="4533860" y="3518977"/>
                  <a:pt x="4533860" y="3518395"/>
                  <a:pt x="4534109" y="3517980"/>
                </a:cubicBezTo>
                <a:lnTo>
                  <a:pt x="4544494" y="3500035"/>
                </a:lnTo>
                <a:cubicBezTo>
                  <a:pt x="4544743" y="3499536"/>
                  <a:pt x="4545241" y="3499287"/>
                  <a:pt x="4545740" y="3499287"/>
                </a:cubicBezTo>
                <a:lnTo>
                  <a:pt x="4566510" y="3499287"/>
                </a:lnTo>
                <a:cubicBezTo>
                  <a:pt x="4567008" y="3499287"/>
                  <a:pt x="4567507" y="3499619"/>
                  <a:pt x="4567756" y="3500035"/>
                </a:cubicBezTo>
                <a:lnTo>
                  <a:pt x="4578141" y="3517980"/>
                </a:lnTo>
                <a:cubicBezTo>
                  <a:pt x="4578390" y="3518478"/>
                  <a:pt x="4578390" y="3519060"/>
                  <a:pt x="4578141" y="3519475"/>
                </a:cubicBezTo>
                <a:lnTo>
                  <a:pt x="4567756" y="3537420"/>
                </a:lnTo>
                <a:cubicBezTo>
                  <a:pt x="4567507" y="3537919"/>
                  <a:pt x="4567008" y="3538168"/>
                  <a:pt x="4566510" y="3538168"/>
                </a:cubicBezTo>
                <a:close/>
                <a:moveTo>
                  <a:pt x="4726299" y="3586548"/>
                </a:moveTo>
                <a:cubicBezTo>
                  <a:pt x="4725800" y="3586548"/>
                  <a:pt x="4725302" y="3586216"/>
                  <a:pt x="4725053" y="3585800"/>
                </a:cubicBezTo>
                <a:lnTo>
                  <a:pt x="4714668" y="3567855"/>
                </a:lnTo>
                <a:cubicBezTo>
                  <a:pt x="4714419" y="3567357"/>
                  <a:pt x="4714418" y="3566775"/>
                  <a:pt x="4714668" y="3566360"/>
                </a:cubicBezTo>
                <a:lnTo>
                  <a:pt x="4725053" y="3548415"/>
                </a:lnTo>
                <a:cubicBezTo>
                  <a:pt x="4725302" y="3547916"/>
                  <a:pt x="4725800" y="3547667"/>
                  <a:pt x="4726299" y="3547667"/>
                </a:cubicBezTo>
                <a:lnTo>
                  <a:pt x="4747068" y="3547667"/>
                </a:lnTo>
                <a:cubicBezTo>
                  <a:pt x="4747566" y="3547667"/>
                  <a:pt x="4748066" y="3547999"/>
                  <a:pt x="4748315" y="3548415"/>
                </a:cubicBezTo>
                <a:lnTo>
                  <a:pt x="4758700" y="3566360"/>
                </a:lnTo>
                <a:cubicBezTo>
                  <a:pt x="4758949" y="3566858"/>
                  <a:pt x="4758949" y="3567440"/>
                  <a:pt x="4758700" y="3567855"/>
                </a:cubicBezTo>
                <a:lnTo>
                  <a:pt x="4748315" y="3585800"/>
                </a:lnTo>
                <a:cubicBezTo>
                  <a:pt x="4748066" y="3586299"/>
                  <a:pt x="4747567" y="3586548"/>
                  <a:pt x="4747069" y="3586548"/>
                </a:cubicBezTo>
                <a:close/>
                <a:moveTo>
                  <a:pt x="4485470" y="3522123"/>
                </a:moveTo>
                <a:cubicBezTo>
                  <a:pt x="4484971" y="3522123"/>
                  <a:pt x="4484474" y="3521791"/>
                  <a:pt x="4484224" y="3521376"/>
                </a:cubicBezTo>
                <a:lnTo>
                  <a:pt x="4473839" y="3503347"/>
                </a:lnTo>
                <a:cubicBezTo>
                  <a:pt x="4473590" y="3502849"/>
                  <a:pt x="4473590" y="3502267"/>
                  <a:pt x="4473839" y="3501852"/>
                </a:cubicBezTo>
                <a:lnTo>
                  <a:pt x="4484308" y="3483824"/>
                </a:lnTo>
                <a:cubicBezTo>
                  <a:pt x="4484556" y="3483325"/>
                  <a:pt x="4485056" y="3483076"/>
                  <a:pt x="4485554" y="3483076"/>
                </a:cubicBezTo>
                <a:lnTo>
                  <a:pt x="4506407" y="3483076"/>
                </a:lnTo>
                <a:cubicBezTo>
                  <a:pt x="4506906" y="3483076"/>
                  <a:pt x="4507403" y="3483408"/>
                  <a:pt x="4507652" y="3483824"/>
                </a:cubicBezTo>
                <a:lnTo>
                  <a:pt x="4518037" y="3501852"/>
                </a:lnTo>
                <a:cubicBezTo>
                  <a:pt x="4518286" y="3502350"/>
                  <a:pt x="4518286" y="3502932"/>
                  <a:pt x="4518037" y="3503347"/>
                </a:cubicBezTo>
                <a:lnTo>
                  <a:pt x="4507569" y="3521376"/>
                </a:lnTo>
                <a:cubicBezTo>
                  <a:pt x="4507321" y="3521874"/>
                  <a:pt x="4506821" y="3522123"/>
                  <a:pt x="4506323" y="3522123"/>
                </a:cubicBezTo>
                <a:close/>
                <a:moveTo>
                  <a:pt x="4906774" y="3635011"/>
                </a:moveTo>
                <a:cubicBezTo>
                  <a:pt x="4906275" y="3635011"/>
                  <a:pt x="4905777" y="3634679"/>
                  <a:pt x="4905528" y="3634264"/>
                </a:cubicBezTo>
                <a:lnTo>
                  <a:pt x="4895143" y="3616235"/>
                </a:lnTo>
                <a:cubicBezTo>
                  <a:pt x="4894894" y="3615737"/>
                  <a:pt x="4894894" y="3615155"/>
                  <a:pt x="4895143" y="3614740"/>
                </a:cubicBezTo>
                <a:lnTo>
                  <a:pt x="4905611" y="3596712"/>
                </a:lnTo>
                <a:cubicBezTo>
                  <a:pt x="4905860" y="3596213"/>
                  <a:pt x="4906359" y="3595964"/>
                  <a:pt x="4906857" y="3595964"/>
                </a:cubicBezTo>
                <a:lnTo>
                  <a:pt x="4927710" y="3595964"/>
                </a:lnTo>
                <a:cubicBezTo>
                  <a:pt x="4928209" y="3595964"/>
                  <a:pt x="4928707" y="3596296"/>
                  <a:pt x="4928956" y="3596712"/>
                </a:cubicBezTo>
                <a:lnTo>
                  <a:pt x="4939341" y="3614740"/>
                </a:lnTo>
                <a:cubicBezTo>
                  <a:pt x="4939590" y="3615238"/>
                  <a:pt x="4939590" y="3615820"/>
                  <a:pt x="4939341" y="3616235"/>
                </a:cubicBezTo>
                <a:lnTo>
                  <a:pt x="4928873" y="3634264"/>
                </a:lnTo>
                <a:cubicBezTo>
                  <a:pt x="4928624" y="3634762"/>
                  <a:pt x="4928125" y="3635011"/>
                  <a:pt x="4927627" y="3635011"/>
                </a:cubicBezTo>
                <a:close/>
                <a:moveTo>
                  <a:pt x="2138208" y="2893259"/>
                </a:moveTo>
                <a:cubicBezTo>
                  <a:pt x="2137710" y="2893259"/>
                  <a:pt x="2137211" y="2892927"/>
                  <a:pt x="2136962" y="2892511"/>
                </a:cubicBezTo>
                <a:lnTo>
                  <a:pt x="2126494" y="2874400"/>
                </a:lnTo>
                <a:cubicBezTo>
                  <a:pt x="2126245" y="2873902"/>
                  <a:pt x="2126245" y="2873320"/>
                  <a:pt x="2126494" y="2872905"/>
                </a:cubicBezTo>
                <a:lnTo>
                  <a:pt x="2136962" y="2854794"/>
                </a:lnTo>
                <a:cubicBezTo>
                  <a:pt x="2137211" y="2854295"/>
                  <a:pt x="2137710" y="2854046"/>
                  <a:pt x="2138208" y="2854046"/>
                </a:cubicBezTo>
                <a:lnTo>
                  <a:pt x="2159144" y="2854046"/>
                </a:lnTo>
                <a:cubicBezTo>
                  <a:pt x="2159643" y="2854046"/>
                  <a:pt x="2160141" y="2854378"/>
                  <a:pt x="2160390" y="2854794"/>
                </a:cubicBezTo>
                <a:lnTo>
                  <a:pt x="2170858" y="2872905"/>
                </a:lnTo>
                <a:cubicBezTo>
                  <a:pt x="2171108" y="2873403"/>
                  <a:pt x="2171108" y="2873985"/>
                  <a:pt x="2170858" y="2874400"/>
                </a:cubicBezTo>
                <a:lnTo>
                  <a:pt x="2160390" y="2892511"/>
                </a:lnTo>
                <a:cubicBezTo>
                  <a:pt x="2160141" y="2893010"/>
                  <a:pt x="2159643" y="2893259"/>
                  <a:pt x="2159144" y="2893259"/>
                </a:cubicBezTo>
                <a:close/>
                <a:moveTo>
                  <a:pt x="2439138" y="2973893"/>
                </a:moveTo>
                <a:cubicBezTo>
                  <a:pt x="2438640" y="2973893"/>
                  <a:pt x="2438141" y="2973561"/>
                  <a:pt x="2437892" y="2973145"/>
                </a:cubicBezTo>
                <a:lnTo>
                  <a:pt x="2427424" y="2955034"/>
                </a:lnTo>
                <a:cubicBezTo>
                  <a:pt x="2427175" y="2954536"/>
                  <a:pt x="2427175" y="2953954"/>
                  <a:pt x="2427424" y="2953539"/>
                </a:cubicBezTo>
                <a:lnTo>
                  <a:pt x="2437892" y="2935428"/>
                </a:lnTo>
                <a:cubicBezTo>
                  <a:pt x="2438141" y="2934929"/>
                  <a:pt x="2438640" y="2934680"/>
                  <a:pt x="2439138" y="2934680"/>
                </a:cubicBezTo>
                <a:lnTo>
                  <a:pt x="2460074" y="2934680"/>
                </a:lnTo>
                <a:cubicBezTo>
                  <a:pt x="2460573" y="2934680"/>
                  <a:pt x="2461071" y="2935012"/>
                  <a:pt x="2461320" y="2935428"/>
                </a:cubicBezTo>
                <a:lnTo>
                  <a:pt x="2471788" y="2953539"/>
                </a:lnTo>
                <a:cubicBezTo>
                  <a:pt x="2472038" y="2954037"/>
                  <a:pt x="2472038" y="2954619"/>
                  <a:pt x="2471788" y="2955034"/>
                </a:cubicBezTo>
                <a:lnTo>
                  <a:pt x="2461320" y="2973145"/>
                </a:lnTo>
                <a:cubicBezTo>
                  <a:pt x="2461071" y="2973644"/>
                  <a:pt x="2460573" y="2973893"/>
                  <a:pt x="2460074" y="2973893"/>
                </a:cubicBezTo>
                <a:close/>
                <a:moveTo>
                  <a:pt x="3943794" y="3377064"/>
                </a:moveTo>
                <a:cubicBezTo>
                  <a:pt x="3943296" y="3377064"/>
                  <a:pt x="3942798" y="3376732"/>
                  <a:pt x="3942549" y="3376316"/>
                </a:cubicBezTo>
                <a:lnTo>
                  <a:pt x="3932081" y="3358205"/>
                </a:lnTo>
                <a:cubicBezTo>
                  <a:pt x="3931832" y="3357707"/>
                  <a:pt x="3931832" y="3357126"/>
                  <a:pt x="3932081" y="3356710"/>
                </a:cubicBezTo>
                <a:lnTo>
                  <a:pt x="3942548" y="3338599"/>
                </a:lnTo>
                <a:cubicBezTo>
                  <a:pt x="3942798" y="3338100"/>
                  <a:pt x="3943296" y="3337851"/>
                  <a:pt x="3943794" y="3337851"/>
                </a:cubicBezTo>
                <a:lnTo>
                  <a:pt x="3964731" y="3337851"/>
                </a:lnTo>
                <a:cubicBezTo>
                  <a:pt x="3965230" y="3337851"/>
                  <a:pt x="3965727" y="3338183"/>
                  <a:pt x="3965977" y="3338599"/>
                </a:cubicBezTo>
                <a:lnTo>
                  <a:pt x="3976444" y="3356710"/>
                </a:lnTo>
                <a:cubicBezTo>
                  <a:pt x="3976695" y="3357208"/>
                  <a:pt x="3976694" y="3357790"/>
                  <a:pt x="3976444" y="3358205"/>
                </a:cubicBezTo>
                <a:lnTo>
                  <a:pt x="3965977" y="3376316"/>
                </a:lnTo>
                <a:cubicBezTo>
                  <a:pt x="3965728" y="3376815"/>
                  <a:pt x="3965230" y="3377064"/>
                  <a:pt x="3964731" y="3377064"/>
                </a:cubicBezTo>
                <a:close/>
                <a:moveTo>
                  <a:pt x="4846588" y="3618967"/>
                </a:moveTo>
                <a:cubicBezTo>
                  <a:pt x="4846090" y="3618967"/>
                  <a:pt x="4845591" y="3618635"/>
                  <a:pt x="4845341" y="3618219"/>
                </a:cubicBezTo>
                <a:lnTo>
                  <a:pt x="4834873" y="3600108"/>
                </a:lnTo>
                <a:cubicBezTo>
                  <a:pt x="4834625" y="3599610"/>
                  <a:pt x="4834624" y="3599028"/>
                  <a:pt x="4834873" y="3598613"/>
                </a:cubicBezTo>
                <a:lnTo>
                  <a:pt x="4845341" y="3580502"/>
                </a:lnTo>
                <a:cubicBezTo>
                  <a:pt x="4845590" y="3580003"/>
                  <a:pt x="4846089" y="3579754"/>
                  <a:pt x="4846588" y="3579754"/>
                </a:cubicBezTo>
                <a:lnTo>
                  <a:pt x="4867523" y="3579754"/>
                </a:lnTo>
                <a:cubicBezTo>
                  <a:pt x="4868023" y="3579754"/>
                  <a:pt x="4868521" y="3580086"/>
                  <a:pt x="4868770" y="3580502"/>
                </a:cubicBezTo>
                <a:lnTo>
                  <a:pt x="4879238" y="3598613"/>
                </a:lnTo>
                <a:cubicBezTo>
                  <a:pt x="4879486" y="3599111"/>
                  <a:pt x="4879486" y="3599693"/>
                  <a:pt x="4879238" y="3600108"/>
                </a:cubicBezTo>
                <a:lnTo>
                  <a:pt x="4868769" y="3618219"/>
                </a:lnTo>
                <a:cubicBezTo>
                  <a:pt x="4868521" y="3618718"/>
                  <a:pt x="4868022" y="3618967"/>
                  <a:pt x="4867523" y="3618967"/>
                </a:cubicBezTo>
                <a:close/>
                <a:moveTo>
                  <a:pt x="1897402" y="2828827"/>
                </a:moveTo>
                <a:cubicBezTo>
                  <a:pt x="1896904" y="2828827"/>
                  <a:pt x="1896405" y="2828494"/>
                  <a:pt x="1896156" y="2828079"/>
                </a:cubicBezTo>
                <a:lnTo>
                  <a:pt x="1885605" y="2809802"/>
                </a:lnTo>
                <a:cubicBezTo>
                  <a:pt x="1885356" y="2809303"/>
                  <a:pt x="1885356" y="2808721"/>
                  <a:pt x="1885605" y="2808306"/>
                </a:cubicBezTo>
                <a:lnTo>
                  <a:pt x="1896156" y="2790029"/>
                </a:lnTo>
                <a:cubicBezTo>
                  <a:pt x="1896405" y="2789530"/>
                  <a:pt x="1896904" y="2789281"/>
                  <a:pt x="1897402" y="2789281"/>
                </a:cubicBezTo>
                <a:lnTo>
                  <a:pt x="1918421" y="2789281"/>
                </a:lnTo>
                <a:cubicBezTo>
                  <a:pt x="1918920" y="2789281"/>
                  <a:pt x="1919418" y="2789613"/>
                  <a:pt x="1919667" y="2790029"/>
                </a:cubicBezTo>
                <a:lnTo>
                  <a:pt x="1930219" y="2808306"/>
                </a:lnTo>
                <a:cubicBezTo>
                  <a:pt x="1930468" y="2808805"/>
                  <a:pt x="1930468" y="2809386"/>
                  <a:pt x="1930219" y="2809802"/>
                </a:cubicBezTo>
                <a:lnTo>
                  <a:pt x="1919667" y="2828079"/>
                </a:lnTo>
                <a:cubicBezTo>
                  <a:pt x="1919418" y="2828577"/>
                  <a:pt x="1918920" y="2828827"/>
                  <a:pt x="1918421" y="2828827"/>
                </a:cubicBezTo>
                <a:close/>
                <a:moveTo>
                  <a:pt x="2017775" y="2861081"/>
                </a:moveTo>
                <a:cubicBezTo>
                  <a:pt x="2017277" y="2861081"/>
                  <a:pt x="2016778" y="2860748"/>
                  <a:pt x="2016529" y="2860333"/>
                </a:cubicBezTo>
                <a:lnTo>
                  <a:pt x="2005978" y="2842056"/>
                </a:lnTo>
                <a:cubicBezTo>
                  <a:pt x="2005729" y="2841557"/>
                  <a:pt x="2005729" y="2840975"/>
                  <a:pt x="2005978" y="2840560"/>
                </a:cubicBezTo>
                <a:lnTo>
                  <a:pt x="2016529" y="2822283"/>
                </a:lnTo>
                <a:cubicBezTo>
                  <a:pt x="2016778" y="2821784"/>
                  <a:pt x="2017277" y="2821535"/>
                  <a:pt x="2017775" y="2821535"/>
                </a:cubicBezTo>
                <a:lnTo>
                  <a:pt x="2038794" y="2821535"/>
                </a:lnTo>
                <a:cubicBezTo>
                  <a:pt x="2039293" y="2821535"/>
                  <a:pt x="2039791" y="2821867"/>
                  <a:pt x="2040040" y="2822283"/>
                </a:cubicBezTo>
                <a:lnTo>
                  <a:pt x="2050592" y="2840560"/>
                </a:lnTo>
                <a:cubicBezTo>
                  <a:pt x="2050841" y="2841059"/>
                  <a:pt x="2050841" y="2841640"/>
                  <a:pt x="2050592" y="2842056"/>
                </a:cubicBezTo>
                <a:lnTo>
                  <a:pt x="2040040" y="2860333"/>
                </a:lnTo>
                <a:cubicBezTo>
                  <a:pt x="2039791" y="2860831"/>
                  <a:pt x="2039293" y="2861081"/>
                  <a:pt x="2038794" y="2861081"/>
                </a:cubicBezTo>
                <a:close/>
                <a:moveTo>
                  <a:pt x="2258520" y="2925588"/>
                </a:moveTo>
                <a:cubicBezTo>
                  <a:pt x="2258022" y="2925589"/>
                  <a:pt x="2257522" y="2925255"/>
                  <a:pt x="2257273" y="2924840"/>
                </a:cubicBezTo>
                <a:lnTo>
                  <a:pt x="2246723" y="2906563"/>
                </a:lnTo>
                <a:cubicBezTo>
                  <a:pt x="2246473" y="2906064"/>
                  <a:pt x="2246473" y="2905482"/>
                  <a:pt x="2246722" y="2905067"/>
                </a:cubicBezTo>
                <a:lnTo>
                  <a:pt x="2257273" y="2886790"/>
                </a:lnTo>
                <a:cubicBezTo>
                  <a:pt x="2257522" y="2886291"/>
                  <a:pt x="2258021" y="2886042"/>
                  <a:pt x="2258519" y="2886042"/>
                </a:cubicBezTo>
                <a:lnTo>
                  <a:pt x="2279539" y="2886043"/>
                </a:lnTo>
                <a:cubicBezTo>
                  <a:pt x="2280037" y="2886042"/>
                  <a:pt x="2280536" y="2886374"/>
                  <a:pt x="2280784" y="2886790"/>
                </a:cubicBezTo>
                <a:lnTo>
                  <a:pt x="2291336" y="2905067"/>
                </a:lnTo>
                <a:cubicBezTo>
                  <a:pt x="2291585" y="2905566"/>
                  <a:pt x="2291586" y="2906147"/>
                  <a:pt x="2291335" y="2906563"/>
                </a:cubicBezTo>
                <a:lnTo>
                  <a:pt x="2280784" y="2924840"/>
                </a:lnTo>
                <a:cubicBezTo>
                  <a:pt x="2280535" y="2925339"/>
                  <a:pt x="2280036" y="2925588"/>
                  <a:pt x="2279538" y="2925588"/>
                </a:cubicBezTo>
                <a:close/>
                <a:moveTo>
                  <a:pt x="2378892" y="2957842"/>
                </a:moveTo>
                <a:cubicBezTo>
                  <a:pt x="2378394" y="2957842"/>
                  <a:pt x="2377895" y="2957509"/>
                  <a:pt x="2377646" y="2957094"/>
                </a:cubicBezTo>
                <a:lnTo>
                  <a:pt x="2367095" y="2938817"/>
                </a:lnTo>
                <a:cubicBezTo>
                  <a:pt x="2366846" y="2938318"/>
                  <a:pt x="2366846" y="2937736"/>
                  <a:pt x="2367095" y="2937321"/>
                </a:cubicBezTo>
                <a:lnTo>
                  <a:pt x="2377646" y="2919044"/>
                </a:lnTo>
                <a:cubicBezTo>
                  <a:pt x="2377895" y="2918545"/>
                  <a:pt x="2378394" y="2918296"/>
                  <a:pt x="2378892" y="2918296"/>
                </a:cubicBezTo>
                <a:lnTo>
                  <a:pt x="2399911" y="2918296"/>
                </a:lnTo>
                <a:cubicBezTo>
                  <a:pt x="2400409" y="2918296"/>
                  <a:pt x="2400908" y="2918628"/>
                  <a:pt x="2401157" y="2919044"/>
                </a:cubicBezTo>
                <a:lnTo>
                  <a:pt x="2411708" y="2937321"/>
                </a:lnTo>
                <a:cubicBezTo>
                  <a:pt x="2411958" y="2937820"/>
                  <a:pt x="2411958" y="2938401"/>
                  <a:pt x="2411708" y="2938817"/>
                </a:cubicBezTo>
                <a:lnTo>
                  <a:pt x="2401157" y="2957094"/>
                </a:lnTo>
                <a:cubicBezTo>
                  <a:pt x="2400908" y="2957592"/>
                  <a:pt x="2400409" y="2957842"/>
                  <a:pt x="2399911" y="2957842"/>
                </a:cubicBezTo>
                <a:close/>
                <a:moveTo>
                  <a:pt x="3763176" y="3328760"/>
                </a:moveTo>
                <a:cubicBezTo>
                  <a:pt x="3762678" y="3328760"/>
                  <a:pt x="3762179" y="3328427"/>
                  <a:pt x="3761930" y="3328012"/>
                </a:cubicBezTo>
                <a:lnTo>
                  <a:pt x="3751379" y="3309735"/>
                </a:lnTo>
                <a:cubicBezTo>
                  <a:pt x="3751130" y="3309236"/>
                  <a:pt x="3751130" y="3308654"/>
                  <a:pt x="3751379" y="3308239"/>
                </a:cubicBezTo>
                <a:lnTo>
                  <a:pt x="3761930" y="3289962"/>
                </a:lnTo>
                <a:cubicBezTo>
                  <a:pt x="3762179" y="3289463"/>
                  <a:pt x="3762678" y="3289214"/>
                  <a:pt x="3763176" y="3289214"/>
                </a:cubicBezTo>
                <a:lnTo>
                  <a:pt x="3784195" y="3289214"/>
                </a:lnTo>
                <a:cubicBezTo>
                  <a:pt x="3784693" y="3289214"/>
                  <a:pt x="3785192" y="3289546"/>
                  <a:pt x="3785441" y="3289962"/>
                </a:cubicBezTo>
                <a:lnTo>
                  <a:pt x="3795992" y="3308239"/>
                </a:lnTo>
                <a:cubicBezTo>
                  <a:pt x="3796242" y="3308738"/>
                  <a:pt x="3796242" y="3309319"/>
                  <a:pt x="3795992" y="3309735"/>
                </a:cubicBezTo>
                <a:lnTo>
                  <a:pt x="3785441" y="3328012"/>
                </a:lnTo>
                <a:cubicBezTo>
                  <a:pt x="3785192" y="3328510"/>
                  <a:pt x="3784693" y="3328760"/>
                  <a:pt x="3784195" y="3328760"/>
                </a:cubicBezTo>
                <a:close/>
                <a:moveTo>
                  <a:pt x="3823362" y="3344887"/>
                </a:moveTo>
                <a:cubicBezTo>
                  <a:pt x="3822864" y="3344887"/>
                  <a:pt x="3822365" y="3344554"/>
                  <a:pt x="3822116" y="3344139"/>
                </a:cubicBezTo>
                <a:lnTo>
                  <a:pt x="3811565" y="3325862"/>
                </a:lnTo>
                <a:cubicBezTo>
                  <a:pt x="3811316" y="3325363"/>
                  <a:pt x="3811316" y="3324781"/>
                  <a:pt x="3811565" y="3324366"/>
                </a:cubicBezTo>
                <a:lnTo>
                  <a:pt x="3822116" y="3306089"/>
                </a:lnTo>
                <a:cubicBezTo>
                  <a:pt x="3822365" y="3305590"/>
                  <a:pt x="3822864" y="3305341"/>
                  <a:pt x="3823362" y="3305341"/>
                </a:cubicBezTo>
                <a:lnTo>
                  <a:pt x="3844381" y="3305341"/>
                </a:lnTo>
                <a:cubicBezTo>
                  <a:pt x="3844879" y="3305341"/>
                  <a:pt x="3845378" y="3305673"/>
                  <a:pt x="3845627" y="3306089"/>
                </a:cubicBezTo>
                <a:lnTo>
                  <a:pt x="3856178" y="3324366"/>
                </a:lnTo>
                <a:cubicBezTo>
                  <a:pt x="3856428" y="3324865"/>
                  <a:pt x="3856428" y="3325446"/>
                  <a:pt x="3856178" y="3325862"/>
                </a:cubicBezTo>
                <a:lnTo>
                  <a:pt x="3845627" y="3344139"/>
                </a:lnTo>
                <a:cubicBezTo>
                  <a:pt x="3845378" y="3344637"/>
                  <a:pt x="3844879" y="3344887"/>
                  <a:pt x="3844381" y="3344887"/>
                </a:cubicBezTo>
                <a:close/>
                <a:moveTo>
                  <a:pt x="4605783" y="3554536"/>
                </a:moveTo>
                <a:cubicBezTo>
                  <a:pt x="4605285" y="3554536"/>
                  <a:pt x="4604786" y="3554203"/>
                  <a:pt x="4604537" y="3553788"/>
                </a:cubicBezTo>
                <a:lnTo>
                  <a:pt x="4593986" y="3535511"/>
                </a:lnTo>
                <a:cubicBezTo>
                  <a:pt x="4593737" y="3535012"/>
                  <a:pt x="4593737" y="3534430"/>
                  <a:pt x="4593986" y="3534015"/>
                </a:cubicBezTo>
                <a:lnTo>
                  <a:pt x="4604537" y="3515738"/>
                </a:lnTo>
                <a:cubicBezTo>
                  <a:pt x="4604786" y="3515239"/>
                  <a:pt x="4605285" y="3514990"/>
                  <a:pt x="4605783" y="3514990"/>
                </a:cubicBezTo>
                <a:lnTo>
                  <a:pt x="4626802" y="3514990"/>
                </a:lnTo>
                <a:cubicBezTo>
                  <a:pt x="4627301" y="3514990"/>
                  <a:pt x="4627799" y="3515322"/>
                  <a:pt x="4628048" y="3515738"/>
                </a:cubicBezTo>
                <a:lnTo>
                  <a:pt x="4638599" y="3534015"/>
                </a:lnTo>
                <a:cubicBezTo>
                  <a:pt x="4638849" y="3534514"/>
                  <a:pt x="4638849" y="3535095"/>
                  <a:pt x="4638599" y="3535511"/>
                </a:cubicBezTo>
                <a:lnTo>
                  <a:pt x="4628048" y="3553788"/>
                </a:lnTo>
                <a:cubicBezTo>
                  <a:pt x="4627799" y="3554286"/>
                  <a:pt x="4627301" y="3554536"/>
                  <a:pt x="4626802" y="3554536"/>
                </a:cubicBezTo>
                <a:close/>
                <a:moveTo>
                  <a:pt x="4966900" y="3651297"/>
                </a:moveTo>
                <a:cubicBezTo>
                  <a:pt x="4966402" y="3651297"/>
                  <a:pt x="4965903" y="3650964"/>
                  <a:pt x="4965654" y="3650549"/>
                </a:cubicBezTo>
                <a:lnTo>
                  <a:pt x="4955103" y="3632272"/>
                </a:lnTo>
                <a:cubicBezTo>
                  <a:pt x="4954854" y="3631773"/>
                  <a:pt x="4954854" y="3631191"/>
                  <a:pt x="4955103" y="3630776"/>
                </a:cubicBezTo>
                <a:lnTo>
                  <a:pt x="4965654" y="3612499"/>
                </a:lnTo>
                <a:cubicBezTo>
                  <a:pt x="4965903" y="3612000"/>
                  <a:pt x="4966402" y="3611751"/>
                  <a:pt x="4966900" y="3611751"/>
                </a:cubicBezTo>
                <a:lnTo>
                  <a:pt x="4987919" y="3611751"/>
                </a:lnTo>
                <a:cubicBezTo>
                  <a:pt x="4988418" y="3611751"/>
                  <a:pt x="4988916" y="3612083"/>
                  <a:pt x="4989165" y="3612499"/>
                </a:cubicBezTo>
                <a:lnTo>
                  <a:pt x="4999716" y="3630776"/>
                </a:lnTo>
                <a:cubicBezTo>
                  <a:pt x="4999966" y="3631275"/>
                  <a:pt x="4999966" y="3631856"/>
                  <a:pt x="4999716" y="3632272"/>
                </a:cubicBezTo>
                <a:lnTo>
                  <a:pt x="4989165" y="3650549"/>
                </a:lnTo>
                <a:cubicBezTo>
                  <a:pt x="4988916" y="3651047"/>
                  <a:pt x="4988418" y="3651297"/>
                  <a:pt x="4987919" y="3651297"/>
                </a:cubicBezTo>
                <a:close/>
                <a:moveTo>
                  <a:pt x="2077937" y="2877392"/>
                </a:moveTo>
                <a:cubicBezTo>
                  <a:pt x="2077356" y="2877392"/>
                  <a:pt x="2076857" y="2877143"/>
                  <a:pt x="2076607" y="2876644"/>
                </a:cubicBezTo>
                <a:lnTo>
                  <a:pt x="2066057" y="2858284"/>
                </a:lnTo>
                <a:cubicBezTo>
                  <a:pt x="2065808" y="2857785"/>
                  <a:pt x="2065808" y="2857287"/>
                  <a:pt x="2066057" y="2856787"/>
                </a:cubicBezTo>
                <a:lnTo>
                  <a:pt x="2076608" y="2838427"/>
                </a:lnTo>
                <a:cubicBezTo>
                  <a:pt x="2076939" y="2837929"/>
                  <a:pt x="2077439" y="2837680"/>
                  <a:pt x="2077937" y="2837680"/>
                </a:cubicBezTo>
                <a:lnTo>
                  <a:pt x="2099122" y="2837680"/>
                </a:lnTo>
                <a:cubicBezTo>
                  <a:pt x="2099704" y="2837680"/>
                  <a:pt x="2100202" y="2837929"/>
                  <a:pt x="2100451" y="2838427"/>
                </a:cubicBezTo>
                <a:lnTo>
                  <a:pt x="2111003" y="2856788"/>
                </a:lnTo>
                <a:cubicBezTo>
                  <a:pt x="2111252" y="2857287"/>
                  <a:pt x="2111251" y="2857785"/>
                  <a:pt x="2111003" y="2858284"/>
                </a:cubicBezTo>
                <a:lnTo>
                  <a:pt x="2100452" y="2876644"/>
                </a:lnTo>
                <a:cubicBezTo>
                  <a:pt x="2100119" y="2877143"/>
                  <a:pt x="2099621" y="2877392"/>
                  <a:pt x="2099121" y="2877392"/>
                </a:cubicBezTo>
                <a:close/>
                <a:moveTo>
                  <a:pt x="2499241" y="2990280"/>
                </a:moveTo>
                <a:cubicBezTo>
                  <a:pt x="2498660" y="2990280"/>
                  <a:pt x="2498161" y="2990031"/>
                  <a:pt x="2497911" y="2989532"/>
                </a:cubicBezTo>
                <a:lnTo>
                  <a:pt x="2487361" y="2971172"/>
                </a:lnTo>
                <a:cubicBezTo>
                  <a:pt x="2487112" y="2970673"/>
                  <a:pt x="2487112" y="2970175"/>
                  <a:pt x="2487361" y="2969676"/>
                </a:cubicBezTo>
                <a:lnTo>
                  <a:pt x="2497912" y="2951315"/>
                </a:lnTo>
                <a:cubicBezTo>
                  <a:pt x="2498243" y="2950817"/>
                  <a:pt x="2498743" y="2950568"/>
                  <a:pt x="2499241" y="2950568"/>
                </a:cubicBezTo>
                <a:lnTo>
                  <a:pt x="2520426" y="2950568"/>
                </a:lnTo>
                <a:cubicBezTo>
                  <a:pt x="2521008" y="2950568"/>
                  <a:pt x="2521506" y="2950817"/>
                  <a:pt x="2521755" y="2951316"/>
                </a:cubicBezTo>
                <a:lnTo>
                  <a:pt x="2532307" y="2969676"/>
                </a:lnTo>
                <a:cubicBezTo>
                  <a:pt x="2532556" y="2970175"/>
                  <a:pt x="2532555" y="2970673"/>
                  <a:pt x="2532307" y="2971172"/>
                </a:cubicBezTo>
                <a:lnTo>
                  <a:pt x="2521756" y="2989532"/>
                </a:lnTo>
                <a:cubicBezTo>
                  <a:pt x="2521423" y="2990031"/>
                  <a:pt x="2520925" y="2990280"/>
                  <a:pt x="2520425" y="2990280"/>
                </a:cubicBezTo>
                <a:close/>
                <a:moveTo>
                  <a:pt x="4365014" y="3490212"/>
                </a:moveTo>
                <a:cubicBezTo>
                  <a:pt x="4364433" y="3490212"/>
                  <a:pt x="4363934" y="3489963"/>
                  <a:pt x="4363685" y="3489464"/>
                </a:cubicBezTo>
                <a:lnTo>
                  <a:pt x="4353135" y="3471104"/>
                </a:lnTo>
                <a:cubicBezTo>
                  <a:pt x="4352885" y="3470605"/>
                  <a:pt x="4352886" y="3470107"/>
                  <a:pt x="4353134" y="3469608"/>
                </a:cubicBezTo>
                <a:lnTo>
                  <a:pt x="4363685" y="3451248"/>
                </a:lnTo>
                <a:cubicBezTo>
                  <a:pt x="4364017" y="3450749"/>
                  <a:pt x="4364517" y="3450500"/>
                  <a:pt x="4365015" y="3450500"/>
                </a:cubicBezTo>
                <a:lnTo>
                  <a:pt x="4386200" y="3450500"/>
                </a:lnTo>
                <a:cubicBezTo>
                  <a:pt x="4386781" y="3450500"/>
                  <a:pt x="4387279" y="3450749"/>
                  <a:pt x="4387529" y="3451248"/>
                </a:cubicBezTo>
                <a:lnTo>
                  <a:pt x="4398080" y="3469608"/>
                </a:lnTo>
                <a:cubicBezTo>
                  <a:pt x="4398330" y="3470107"/>
                  <a:pt x="4398329" y="3470605"/>
                  <a:pt x="4398080" y="3471104"/>
                </a:cubicBezTo>
                <a:lnTo>
                  <a:pt x="4387530" y="3489464"/>
                </a:lnTo>
                <a:cubicBezTo>
                  <a:pt x="4387197" y="3489963"/>
                  <a:pt x="4386698" y="3490212"/>
                  <a:pt x="4386200" y="3490212"/>
                </a:cubicBezTo>
                <a:close/>
                <a:moveTo>
                  <a:pt x="1957483" y="2845211"/>
                </a:moveTo>
                <a:cubicBezTo>
                  <a:pt x="1956902" y="2845211"/>
                  <a:pt x="1956403" y="2844962"/>
                  <a:pt x="1956154" y="2844463"/>
                </a:cubicBezTo>
                <a:lnTo>
                  <a:pt x="1945520" y="2826020"/>
                </a:lnTo>
                <a:cubicBezTo>
                  <a:pt x="1945271" y="2825604"/>
                  <a:pt x="1945271" y="2825023"/>
                  <a:pt x="1945520" y="2824524"/>
                </a:cubicBezTo>
                <a:lnTo>
                  <a:pt x="1956154" y="2806081"/>
                </a:lnTo>
                <a:cubicBezTo>
                  <a:pt x="1956486" y="2805582"/>
                  <a:pt x="1956985" y="2805333"/>
                  <a:pt x="1957483" y="2805333"/>
                </a:cubicBezTo>
                <a:lnTo>
                  <a:pt x="1978752" y="2805333"/>
                </a:lnTo>
                <a:cubicBezTo>
                  <a:pt x="1979333" y="2805333"/>
                  <a:pt x="1979831" y="2805582"/>
                  <a:pt x="1980081" y="2806081"/>
                </a:cubicBezTo>
                <a:lnTo>
                  <a:pt x="1990715" y="2824524"/>
                </a:lnTo>
                <a:cubicBezTo>
                  <a:pt x="1990964" y="2824940"/>
                  <a:pt x="1990964" y="2825521"/>
                  <a:pt x="1990715" y="2826020"/>
                </a:cubicBezTo>
                <a:lnTo>
                  <a:pt x="1980081" y="2844463"/>
                </a:lnTo>
                <a:cubicBezTo>
                  <a:pt x="1979749" y="2844962"/>
                  <a:pt x="1979250" y="2845211"/>
                  <a:pt x="1978752" y="2845211"/>
                </a:cubicBezTo>
                <a:close/>
                <a:moveTo>
                  <a:pt x="2559345" y="3006480"/>
                </a:moveTo>
                <a:cubicBezTo>
                  <a:pt x="2558764" y="3006480"/>
                  <a:pt x="2558265" y="3006231"/>
                  <a:pt x="2558016" y="3005732"/>
                </a:cubicBezTo>
                <a:lnTo>
                  <a:pt x="2547382" y="2987289"/>
                </a:lnTo>
                <a:cubicBezTo>
                  <a:pt x="2547133" y="2986873"/>
                  <a:pt x="2547133" y="2986292"/>
                  <a:pt x="2547382" y="2985793"/>
                </a:cubicBezTo>
                <a:lnTo>
                  <a:pt x="2558016" y="2967350"/>
                </a:lnTo>
                <a:cubicBezTo>
                  <a:pt x="2558348" y="2966851"/>
                  <a:pt x="2558847" y="2966602"/>
                  <a:pt x="2559345" y="2966602"/>
                </a:cubicBezTo>
                <a:lnTo>
                  <a:pt x="2580614" y="2966602"/>
                </a:lnTo>
                <a:cubicBezTo>
                  <a:pt x="2581195" y="2966602"/>
                  <a:pt x="2581694" y="2966851"/>
                  <a:pt x="2581943" y="2967350"/>
                </a:cubicBezTo>
                <a:lnTo>
                  <a:pt x="2592577" y="2985793"/>
                </a:lnTo>
                <a:cubicBezTo>
                  <a:pt x="2592826" y="2986209"/>
                  <a:pt x="2592826" y="2986790"/>
                  <a:pt x="2592577" y="2987289"/>
                </a:cubicBezTo>
                <a:lnTo>
                  <a:pt x="2581943" y="3005732"/>
                </a:lnTo>
                <a:cubicBezTo>
                  <a:pt x="2581610" y="3006231"/>
                  <a:pt x="2581112" y="3006480"/>
                  <a:pt x="2580614" y="3006480"/>
                </a:cubicBezTo>
                <a:close/>
                <a:moveTo>
                  <a:pt x="2679634" y="3038815"/>
                </a:moveTo>
                <a:cubicBezTo>
                  <a:pt x="2679053" y="3038815"/>
                  <a:pt x="2678554" y="3038566"/>
                  <a:pt x="2678305" y="3038068"/>
                </a:cubicBezTo>
                <a:lnTo>
                  <a:pt x="2667671" y="3019541"/>
                </a:lnTo>
                <a:cubicBezTo>
                  <a:pt x="2667421" y="3019125"/>
                  <a:pt x="2667422" y="3018544"/>
                  <a:pt x="2667670" y="3018045"/>
                </a:cubicBezTo>
                <a:lnTo>
                  <a:pt x="2678388" y="2999519"/>
                </a:lnTo>
                <a:cubicBezTo>
                  <a:pt x="2678721" y="2999103"/>
                  <a:pt x="2679219" y="2998771"/>
                  <a:pt x="2679718" y="2998771"/>
                </a:cubicBezTo>
                <a:lnTo>
                  <a:pt x="2701068" y="2998771"/>
                </a:lnTo>
                <a:cubicBezTo>
                  <a:pt x="2701650" y="2998771"/>
                  <a:pt x="2702149" y="2999020"/>
                  <a:pt x="2702398" y="2999519"/>
                </a:cubicBezTo>
                <a:lnTo>
                  <a:pt x="2713032" y="3018045"/>
                </a:lnTo>
                <a:cubicBezTo>
                  <a:pt x="2713281" y="3018461"/>
                  <a:pt x="2713282" y="3019042"/>
                  <a:pt x="2713032" y="3019541"/>
                </a:cubicBezTo>
                <a:lnTo>
                  <a:pt x="2702315" y="3038068"/>
                </a:lnTo>
                <a:cubicBezTo>
                  <a:pt x="2701983" y="3038483"/>
                  <a:pt x="2701483" y="3038815"/>
                  <a:pt x="2700986" y="3038815"/>
                </a:cubicBezTo>
                <a:close/>
                <a:moveTo>
                  <a:pt x="4244477" y="3458198"/>
                </a:moveTo>
                <a:cubicBezTo>
                  <a:pt x="4243895" y="3458198"/>
                  <a:pt x="4243396" y="3457947"/>
                  <a:pt x="4243147" y="3457449"/>
                </a:cubicBezTo>
                <a:lnTo>
                  <a:pt x="4232430" y="3438840"/>
                </a:lnTo>
                <a:cubicBezTo>
                  <a:pt x="4232181" y="3438425"/>
                  <a:pt x="4232181" y="3437842"/>
                  <a:pt x="4232430" y="3437345"/>
                </a:cubicBezTo>
                <a:lnTo>
                  <a:pt x="4243147" y="3418735"/>
                </a:lnTo>
                <a:cubicBezTo>
                  <a:pt x="4243479" y="3418319"/>
                  <a:pt x="4243978" y="3417986"/>
                  <a:pt x="4244477" y="3417987"/>
                </a:cubicBezTo>
                <a:lnTo>
                  <a:pt x="4265911" y="3417987"/>
                </a:lnTo>
                <a:cubicBezTo>
                  <a:pt x="4266492" y="3417987"/>
                  <a:pt x="4266991" y="3418236"/>
                  <a:pt x="4267240" y="3418735"/>
                </a:cubicBezTo>
                <a:lnTo>
                  <a:pt x="4277957" y="3437344"/>
                </a:lnTo>
                <a:cubicBezTo>
                  <a:pt x="4278207" y="3437760"/>
                  <a:pt x="4278207" y="3438341"/>
                  <a:pt x="4277957" y="3438840"/>
                </a:cubicBezTo>
                <a:lnTo>
                  <a:pt x="4267240" y="3457449"/>
                </a:lnTo>
                <a:cubicBezTo>
                  <a:pt x="4266908" y="3457864"/>
                  <a:pt x="4266409" y="3458197"/>
                  <a:pt x="4265911" y="3458197"/>
                </a:cubicBezTo>
                <a:close/>
                <a:moveTo>
                  <a:pt x="2619294" y="3023024"/>
                </a:moveTo>
                <a:cubicBezTo>
                  <a:pt x="2618711" y="3023024"/>
                  <a:pt x="2618212" y="3022775"/>
                  <a:pt x="2617963" y="3022276"/>
                </a:cubicBezTo>
                <a:lnTo>
                  <a:pt x="2607080" y="3003417"/>
                </a:lnTo>
                <a:cubicBezTo>
                  <a:pt x="2606831" y="3002919"/>
                  <a:pt x="2606832" y="3002337"/>
                  <a:pt x="2607080" y="3001839"/>
                </a:cubicBezTo>
                <a:lnTo>
                  <a:pt x="2617963" y="2982980"/>
                </a:lnTo>
                <a:cubicBezTo>
                  <a:pt x="2618212" y="2982564"/>
                  <a:pt x="2618711" y="2982232"/>
                  <a:pt x="2619293" y="2982232"/>
                </a:cubicBezTo>
                <a:lnTo>
                  <a:pt x="2641059" y="2982232"/>
                </a:lnTo>
                <a:cubicBezTo>
                  <a:pt x="2641641" y="2982232"/>
                  <a:pt x="2642139" y="2982481"/>
                  <a:pt x="2642389" y="2982980"/>
                </a:cubicBezTo>
                <a:lnTo>
                  <a:pt x="2653272" y="3001839"/>
                </a:lnTo>
                <a:cubicBezTo>
                  <a:pt x="2653521" y="3002337"/>
                  <a:pt x="2653521" y="3002919"/>
                  <a:pt x="2653272" y="3003417"/>
                </a:cubicBezTo>
                <a:lnTo>
                  <a:pt x="2642389" y="3022276"/>
                </a:lnTo>
                <a:cubicBezTo>
                  <a:pt x="2642139" y="3022692"/>
                  <a:pt x="2641641" y="3023024"/>
                  <a:pt x="2641059" y="3023024"/>
                </a:cubicBezTo>
                <a:close/>
                <a:moveTo>
                  <a:pt x="5086824" y="3684470"/>
                </a:moveTo>
                <a:cubicBezTo>
                  <a:pt x="5086325" y="3684470"/>
                  <a:pt x="5085744" y="3684221"/>
                  <a:pt x="5085494" y="3683723"/>
                </a:cubicBezTo>
                <a:lnTo>
                  <a:pt x="5074528" y="3664697"/>
                </a:lnTo>
                <a:cubicBezTo>
                  <a:pt x="5074279" y="3664199"/>
                  <a:pt x="5074279" y="3663617"/>
                  <a:pt x="5074528" y="3663119"/>
                </a:cubicBezTo>
                <a:lnTo>
                  <a:pt x="5085494" y="3644094"/>
                </a:lnTo>
                <a:cubicBezTo>
                  <a:pt x="5085744" y="3643678"/>
                  <a:pt x="5086242" y="3643346"/>
                  <a:pt x="5086824" y="3643346"/>
                </a:cubicBezTo>
                <a:lnTo>
                  <a:pt x="5108757" y="3643346"/>
                </a:lnTo>
                <a:cubicBezTo>
                  <a:pt x="5109255" y="3643346"/>
                  <a:pt x="5109837" y="3643595"/>
                  <a:pt x="5110086" y="3644094"/>
                </a:cubicBezTo>
                <a:lnTo>
                  <a:pt x="5121052" y="3663119"/>
                </a:lnTo>
                <a:cubicBezTo>
                  <a:pt x="5121302" y="3663617"/>
                  <a:pt x="5121302" y="3664199"/>
                  <a:pt x="5121052" y="3664697"/>
                </a:cubicBezTo>
                <a:lnTo>
                  <a:pt x="5110086" y="3683723"/>
                </a:lnTo>
                <a:cubicBezTo>
                  <a:pt x="5109837" y="3684138"/>
                  <a:pt x="5109338" y="3684470"/>
                  <a:pt x="5108757" y="3684470"/>
                </a:cubicBezTo>
                <a:close/>
                <a:moveTo>
                  <a:pt x="1826053" y="2859553"/>
                </a:moveTo>
                <a:cubicBezTo>
                  <a:pt x="1825721" y="2859553"/>
                  <a:pt x="1825139" y="2858972"/>
                  <a:pt x="1825139" y="2858972"/>
                </a:cubicBezTo>
                <a:lnTo>
                  <a:pt x="1817496" y="2845679"/>
                </a:lnTo>
                <a:cubicBezTo>
                  <a:pt x="1817330" y="2845347"/>
                  <a:pt x="1817496" y="2844599"/>
                  <a:pt x="1817496" y="2844599"/>
                </a:cubicBezTo>
                <a:lnTo>
                  <a:pt x="1825222" y="2831307"/>
                </a:lnTo>
                <a:cubicBezTo>
                  <a:pt x="1825388" y="2830974"/>
                  <a:pt x="1826136" y="2830725"/>
                  <a:pt x="1826136" y="2830725"/>
                </a:cubicBezTo>
                <a:lnTo>
                  <a:pt x="1841506" y="2830725"/>
                </a:lnTo>
                <a:cubicBezTo>
                  <a:pt x="1841838" y="2830725"/>
                  <a:pt x="1842419" y="2831307"/>
                  <a:pt x="1842419" y="2831307"/>
                </a:cubicBezTo>
                <a:lnTo>
                  <a:pt x="1850063" y="2844599"/>
                </a:lnTo>
                <a:cubicBezTo>
                  <a:pt x="1850229" y="2844932"/>
                  <a:pt x="1850063" y="2845679"/>
                  <a:pt x="1850063" y="2845679"/>
                </a:cubicBezTo>
                <a:lnTo>
                  <a:pt x="1842337" y="2858972"/>
                </a:lnTo>
                <a:cubicBezTo>
                  <a:pt x="1842170" y="2859304"/>
                  <a:pt x="1841423" y="2859553"/>
                  <a:pt x="1841423" y="2859553"/>
                </a:cubicBezTo>
                <a:close/>
                <a:moveTo>
                  <a:pt x="79976" y="2393203"/>
                </a:moveTo>
                <a:cubicBezTo>
                  <a:pt x="79560" y="2393203"/>
                  <a:pt x="78979" y="2392622"/>
                  <a:pt x="78979" y="2392622"/>
                </a:cubicBezTo>
                <a:lnTo>
                  <a:pt x="70588" y="2378082"/>
                </a:lnTo>
                <a:cubicBezTo>
                  <a:pt x="70339" y="2377750"/>
                  <a:pt x="70588" y="2376919"/>
                  <a:pt x="70588" y="2376919"/>
                </a:cubicBezTo>
                <a:lnTo>
                  <a:pt x="78979" y="2362381"/>
                </a:lnTo>
                <a:cubicBezTo>
                  <a:pt x="79145" y="2362048"/>
                  <a:pt x="79560" y="2361798"/>
                  <a:pt x="79976" y="2361799"/>
                </a:cubicBezTo>
                <a:lnTo>
                  <a:pt x="96758" y="2361799"/>
                </a:lnTo>
                <a:cubicBezTo>
                  <a:pt x="97173" y="2361799"/>
                  <a:pt x="97755" y="2362381"/>
                  <a:pt x="97755" y="2362381"/>
                </a:cubicBezTo>
                <a:lnTo>
                  <a:pt x="106146" y="2376919"/>
                </a:lnTo>
                <a:cubicBezTo>
                  <a:pt x="106395" y="2377251"/>
                  <a:pt x="106146" y="2378083"/>
                  <a:pt x="106146" y="2378083"/>
                </a:cubicBezTo>
                <a:lnTo>
                  <a:pt x="97755" y="2392622"/>
                </a:lnTo>
                <a:cubicBezTo>
                  <a:pt x="97588" y="2392953"/>
                  <a:pt x="97173" y="2393203"/>
                  <a:pt x="96758" y="2393202"/>
                </a:cubicBezTo>
                <a:close/>
                <a:moveTo>
                  <a:pt x="140059" y="2409576"/>
                </a:moveTo>
                <a:cubicBezTo>
                  <a:pt x="139643" y="2409576"/>
                  <a:pt x="139061" y="2408995"/>
                  <a:pt x="139061" y="2408995"/>
                </a:cubicBezTo>
                <a:lnTo>
                  <a:pt x="130587" y="2394290"/>
                </a:lnTo>
                <a:cubicBezTo>
                  <a:pt x="130337" y="2393957"/>
                  <a:pt x="130587" y="2393127"/>
                  <a:pt x="130587" y="2393127"/>
                </a:cubicBezTo>
                <a:lnTo>
                  <a:pt x="139061" y="2378422"/>
                </a:lnTo>
                <a:cubicBezTo>
                  <a:pt x="139228" y="2378089"/>
                  <a:pt x="139642" y="2377840"/>
                  <a:pt x="140059" y="2377840"/>
                </a:cubicBezTo>
                <a:lnTo>
                  <a:pt x="157006" y="2377840"/>
                </a:lnTo>
                <a:cubicBezTo>
                  <a:pt x="157421" y="2377840"/>
                  <a:pt x="158003" y="2378422"/>
                  <a:pt x="158003" y="2378422"/>
                </a:cubicBezTo>
                <a:lnTo>
                  <a:pt x="166477" y="2393127"/>
                </a:lnTo>
                <a:cubicBezTo>
                  <a:pt x="166727" y="2393459"/>
                  <a:pt x="166477" y="2394290"/>
                  <a:pt x="166477" y="2394290"/>
                </a:cubicBezTo>
                <a:lnTo>
                  <a:pt x="158003" y="2408995"/>
                </a:lnTo>
                <a:cubicBezTo>
                  <a:pt x="157837" y="2409327"/>
                  <a:pt x="157421" y="2409576"/>
                  <a:pt x="157006" y="2409576"/>
                </a:cubicBezTo>
                <a:close/>
                <a:moveTo>
                  <a:pt x="200089" y="2425954"/>
                </a:moveTo>
                <a:cubicBezTo>
                  <a:pt x="199673" y="2425954"/>
                  <a:pt x="199009" y="2425372"/>
                  <a:pt x="199009" y="2425372"/>
                </a:cubicBezTo>
                <a:lnTo>
                  <a:pt x="190369" y="2410418"/>
                </a:lnTo>
                <a:cubicBezTo>
                  <a:pt x="190120" y="2410003"/>
                  <a:pt x="190368" y="2409172"/>
                  <a:pt x="190368" y="2409172"/>
                </a:cubicBezTo>
                <a:lnTo>
                  <a:pt x="199009" y="2394218"/>
                </a:lnTo>
                <a:cubicBezTo>
                  <a:pt x="199258" y="2393885"/>
                  <a:pt x="199672" y="2393636"/>
                  <a:pt x="200089" y="2393636"/>
                </a:cubicBezTo>
                <a:lnTo>
                  <a:pt x="217368" y="2393636"/>
                </a:lnTo>
                <a:cubicBezTo>
                  <a:pt x="217785" y="2393636"/>
                  <a:pt x="218449" y="2394218"/>
                  <a:pt x="218449" y="2394218"/>
                </a:cubicBezTo>
                <a:lnTo>
                  <a:pt x="227090" y="2409172"/>
                </a:lnTo>
                <a:cubicBezTo>
                  <a:pt x="227339" y="2409587"/>
                  <a:pt x="227090" y="2410418"/>
                  <a:pt x="227090" y="2410418"/>
                </a:cubicBezTo>
                <a:lnTo>
                  <a:pt x="218449" y="2425372"/>
                </a:lnTo>
                <a:cubicBezTo>
                  <a:pt x="218200" y="2425705"/>
                  <a:pt x="217785" y="2425954"/>
                  <a:pt x="217369" y="2425954"/>
                </a:cubicBezTo>
                <a:close/>
                <a:moveTo>
                  <a:pt x="320233" y="2458709"/>
                </a:moveTo>
                <a:cubicBezTo>
                  <a:pt x="319818" y="2458710"/>
                  <a:pt x="319153" y="2458044"/>
                  <a:pt x="319153" y="2458044"/>
                </a:cubicBezTo>
                <a:lnTo>
                  <a:pt x="310264" y="2442593"/>
                </a:lnTo>
                <a:cubicBezTo>
                  <a:pt x="310015" y="2442259"/>
                  <a:pt x="310264" y="2441346"/>
                  <a:pt x="310264" y="2441346"/>
                </a:cubicBezTo>
                <a:lnTo>
                  <a:pt x="319153" y="2425893"/>
                </a:lnTo>
                <a:cubicBezTo>
                  <a:pt x="319403" y="2425478"/>
                  <a:pt x="319818" y="2425228"/>
                  <a:pt x="320233" y="2425229"/>
                </a:cubicBezTo>
                <a:lnTo>
                  <a:pt x="338012" y="2425229"/>
                </a:lnTo>
                <a:cubicBezTo>
                  <a:pt x="338428" y="2425228"/>
                  <a:pt x="339092" y="2425894"/>
                  <a:pt x="339092" y="2425894"/>
                </a:cubicBezTo>
                <a:lnTo>
                  <a:pt x="347982" y="2441345"/>
                </a:lnTo>
                <a:cubicBezTo>
                  <a:pt x="348231" y="2441679"/>
                  <a:pt x="347982" y="2442593"/>
                  <a:pt x="347982" y="2442593"/>
                </a:cubicBezTo>
                <a:lnTo>
                  <a:pt x="339092" y="2458045"/>
                </a:lnTo>
                <a:cubicBezTo>
                  <a:pt x="338843" y="2458461"/>
                  <a:pt x="338428" y="2458709"/>
                  <a:pt x="338012" y="2458709"/>
                </a:cubicBezTo>
                <a:close/>
                <a:moveTo>
                  <a:pt x="19218" y="2378251"/>
                </a:moveTo>
                <a:cubicBezTo>
                  <a:pt x="18802" y="2378251"/>
                  <a:pt x="18139" y="2377587"/>
                  <a:pt x="18139" y="2377587"/>
                </a:cubicBezTo>
                <a:lnTo>
                  <a:pt x="9165" y="2361968"/>
                </a:lnTo>
                <a:cubicBezTo>
                  <a:pt x="8915" y="2361635"/>
                  <a:pt x="9165" y="2360721"/>
                  <a:pt x="9165" y="2360721"/>
                </a:cubicBezTo>
                <a:lnTo>
                  <a:pt x="18138" y="2345103"/>
                </a:lnTo>
                <a:cubicBezTo>
                  <a:pt x="18387" y="2344687"/>
                  <a:pt x="18803" y="2344438"/>
                  <a:pt x="19217" y="2344438"/>
                </a:cubicBezTo>
                <a:lnTo>
                  <a:pt x="37246" y="2344438"/>
                </a:lnTo>
                <a:cubicBezTo>
                  <a:pt x="37661" y="2344438"/>
                  <a:pt x="38326" y="2345103"/>
                  <a:pt x="38326" y="2345103"/>
                </a:cubicBezTo>
                <a:lnTo>
                  <a:pt x="47299" y="2360721"/>
                </a:lnTo>
                <a:cubicBezTo>
                  <a:pt x="47548" y="2361054"/>
                  <a:pt x="47299" y="2361968"/>
                  <a:pt x="47299" y="2361968"/>
                </a:cubicBezTo>
                <a:lnTo>
                  <a:pt x="38327" y="2377587"/>
                </a:lnTo>
                <a:cubicBezTo>
                  <a:pt x="38077" y="2378002"/>
                  <a:pt x="37661" y="2378251"/>
                  <a:pt x="37247" y="2378251"/>
                </a:cubicBezTo>
                <a:close/>
                <a:moveTo>
                  <a:pt x="259963" y="2442759"/>
                </a:moveTo>
                <a:cubicBezTo>
                  <a:pt x="259548" y="2442758"/>
                  <a:pt x="258884" y="2442095"/>
                  <a:pt x="258884" y="2442095"/>
                </a:cubicBezTo>
                <a:lnTo>
                  <a:pt x="249911" y="2426476"/>
                </a:lnTo>
                <a:cubicBezTo>
                  <a:pt x="249661" y="2426142"/>
                  <a:pt x="249911" y="2425229"/>
                  <a:pt x="249911" y="2425229"/>
                </a:cubicBezTo>
                <a:lnTo>
                  <a:pt x="258884" y="2409611"/>
                </a:lnTo>
                <a:cubicBezTo>
                  <a:pt x="259133" y="2409195"/>
                  <a:pt x="259548" y="2408946"/>
                  <a:pt x="259962" y="2408945"/>
                </a:cubicBezTo>
                <a:lnTo>
                  <a:pt x="277992" y="2408945"/>
                </a:lnTo>
                <a:cubicBezTo>
                  <a:pt x="278407" y="2408946"/>
                  <a:pt x="279071" y="2409611"/>
                  <a:pt x="279071" y="2409611"/>
                </a:cubicBezTo>
                <a:lnTo>
                  <a:pt x="288044" y="2425228"/>
                </a:lnTo>
                <a:cubicBezTo>
                  <a:pt x="288293" y="2425562"/>
                  <a:pt x="288044" y="2426476"/>
                  <a:pt x="288044" y="2426476"/>
                </a:cubicBezTo>
                <a:lnTo>
                  <a:pt x="279072" y="2442095"/>
                </a:lnTo>
                <a:cubicBezTo>
                  <a:pt x="278822" y="2442509"/>
                  <a:pt x="278406" y="2442758"/>
                  <a:pt x="277992" y="2442759"/>
                </a:cubicBezTo>
                <a:close/>
                <a:moveTo>
                  <a:pt x="380335" y="2475012"/>
                </a:moveTo>
                <a:cubicBezTo>
                  <a:pt x="379920" y="2475012"/>
                  <a:pt x="379256" y="2474348"/>
                  <a:pt x="379256" y="2474348"/>
                </a:cubicBezTo>
                <a:lnTo>
                  <a:pt x="370283" y="2458729"/>
                </a:lnTo>
                <a:cubicBezTo>
                  <a:pt x="370032" y="2458396"/>
                  <a:pt x="370282" y="2457482"/>
                  <a:pt x="370282" y="2457482"/>
                </a:cubicBezTo>
                <a:lnTo>
                  <a:pt x="379255" y="2441864"/>
                </a:lnTo>
                <a:cubicBezTo>
                  <a:pt x="379504" y="2441448"/>
                  <a:pt x="379920" y="2441199"/>
                  <a:pt x="380334" y="2441199"/>
                </a:cubicBezTo>
                <a:lnTo>
                  <a:pt x="398364" y="2441199"/>
                </a:lnTo>
                <a:cubicBezTo>
                  <a:pt x="398779" y="2441199"/>
                  <a:pt x="399443" y="2441864"/>
                  <a:pt x="399443" y="2441864"/>
                </a:cubicBezTo>
                <a:lnTo>
                  <a:pt x="408416" y="2457482"/>
                </a:lnTo>
                <a:cubicBezTo>
                  <a:pt x="408665" y="2457815"/>
                  <a:pt x="408416" y="2458729"/>
                  <a:pt x="408416" y="2458729"/>
                </a:cubicBezTo>
                <a:lnTo>
                  <a:pt x="399444" y="2474348"/>
                </a:lnTo>
                <a:cubicBezTo>
                  <a:pt x="399194" y="2474763"/>
                  <a:pt x="398778" y="2475012"/>
                  <a:pt x="398364" y="2475012"/>
                </a:cubicBezTo>
                <a:close/>
                <a:moveTo>
                  <a:pt x="1042302" y="2652480"/>
                </a:moveTo>
                <a:cubicBezTo>
                  <a:pt x="1041887" y="2652480"/>
                  <a:pt x="1041222" y="2651816"/>
                  <a:pt x="1041222" y="2651816"/>
                </a:cubicBezTo>
                <a:lnTo>
                  <a:pt x="1032167" y="2636114"/>
                </a:lnTo>
                <a:cubicBezTo>
                  <a:pt x="1031917" y="2635782"/>
                  <a:pt x="1032167" y="2634868"/>
                  <a:pt x="1032167" y="2634868"/>
                </a:cubicBezTo>
                <a:lnTo>
                  <a:pt x="1041223" y="2619166"/>
                </a:lnTo>
                <a:cubicBezTo>
                  <a:pt x="1041471" y="2618750"/>
                  <a:pt x="1041886" y="2618501"/>
                  <a:pt x="1042302" y="2618501"/>
                </a:cubicBezTo>
                <a:lnTo>
                  <a:pt x="1060413" y="2618501"/>
                </a:lnTo>
                <a:cubicBezTo>
                  <a:pt x="1060828" y="2618501"/>
                  <a:pt x="1061493" y="2619166"/>
                  <a:pt x="1061493" y="2619166"/>
                </a:cubicBezTo>
                <a:lnTo>
                  <a:pt x="1070548" y="2634868"/>
                </a:lnTo>
                <a:cubicBezTo>
                  <a:pt x="1070799" y="2635200"/>
                  <a:pt x="1070549" y="2636114"/>
                  <a:pt x="1070549" y="2636114"/>
                </a:cubicBezTo>
                <a:lnTo>
                  <a:pt x="1061494" y="2651816"/>
                </a:lnTo>
                <a:cubicBezTo>
                  <a:pt x="1061245" y="2652231"/>
                  <a:pt x="1060828" y="2652480"/>
                  <a:pt x="1060413" y="2652480"/>
                </a:cubicBezTo>
                <a:close/>
                <a:moveTo>
                  <a:pt x="620821" y="2540016"/>
                </a:moveTo>
                <a:cubicBezTo>
                  <a:pt x="620322" y="2540016"/>
                  <a:pt x="619657" y="2539352"/>
                  <a:pt x="619657" y="2539352"/>
                </a:cubicBezTo>
                <a:lnTo>
                  <a:pt x="610435" y="2523317"/>
                </a:lnTo>
                <a:cubicBezTo>
                  <a:pt x="610186" y="2522902"/>
                  <a:pt x="610436" y="2521988"/>
                  <a:pt x="610436" y="2521988"/>
                </a:cubicBezTo>
                <a:lnTo>
                  <a:pt x="619657" y="2505954"/>
                </a:lnTo>
                <a:cubicBezTo>
                  <a:pt x="619906" y="2505538"/>
                  <a:pt x="620322" y="2505289"/>
                  <a:pt x="620821" y="2505289"/>
                </a:cubicBezTo>
                <a:lnTo>
                  <a:pt x="639346" y="2505289"/>
                </a:lnTo>
                <a:cubicBezTo>
                  <a:pt x="639845" y="2505289"/>
                  <a:pt x="640510" y="2505954"/>
                  <a:pt x="640510" y="2505954"/>
                </a:cubicBezTo>
                <a:lnTo>
                  <a:pt x="649732" y="2521988"/>
                </a:lnTo>
                <a:cubicBezTo>
                  <a:pt x="649981" y="2522403"/>
                  <a:pt x="649731" y="2523317"/>
                  <a:pt x="649731" y="2523317"/>
                </a:cubicBezTo>
                <a:lnTo>
                  <a:pt x="640510" y="2539352"/>
                </a:lnTo>
                <a:cubicBezTo>
                  <a:pt x="640261" y="2539767"/>
                  <a:pt x="639845" y="2540016"/>
                  <a:pt x="639346" y="2540016"/>
                </a:cubicBezTo>
                <a:close/>
                <a:moveTo>
                  <a:pt x="440180" y="2491708"/>
                </a:moveTo>
                <a:cubicBezTo>
                  <a:pt x="439681" y="2491708"/>
                  <a:pt x="439015" y="2491043"/>
                  <a:pt x="439015" y="2491043"/>
                </a:cubicBezTo>
                <a:lnTo>
                  <a:pt x="429712" y="2474926"/>
                </a:lnTo>
                <a:cubicBezTo>
                  <a:pt x="429462" y="2474511"/>
                  <a:pt x="429712" y="2473597"/>
                  <a:pt x="429712" y="2473597"/>
                </a:cubicBezTo>
                <a:lnTo>
                  <a:pt x="439015" y="2457480"/>
                </a:lnTo>
                <a:cubicBezTo>
                  <a:pt x="439265" y="2457064"/>
                  <a:pt x="439681" y="2456815"/>
                  <a:pt x="440180" y="2456815"/>
                </a:cubicBezTo>
                <a:lnTo>
                  <a:pt x="458788" y="2456814"/>
                </a:lnTo>
                <a:cubicBezTo>
                  <a:pt x="459287" y="2456815"/>
                  <a:pt x="459952" y="2457480"/>
                  <a:pt x="459952" y="2457480"/>
                </a:cubicBezTo>
                <a:lnTo>
                  <a:pt x="469256" y="2473597"/>
                </a:lnTo>
                <a:cubicBezTo>
                  <a:pt x="469505" y="2474012"/>
                  <a:pt x="469256" y="2474925"/>
                  <a:pt x="469256" y="2474925"/>
                </a:cubicBezTo>
                <a:lnTo>
                  <a:pt x="459952" y="2491044"/>
                </a:lnTo>
                <a:cubicBezTo>
                  <a:pt x="459702" y="2491459"/>
                  <a:pt x="459287" y="2491708"/>
                  <a:pt x="458788" y="2491707"/>
                </a:cubicBezTo>
                <a:close/>
                <a:moveTo>
                  <a:pt x="560552" y="2523962"/>
                </a:moveTo>
                <a:cubicBezTo>
                  <a:pt x="560053" y="2523961"/>
                  <a:pt x="559388" y="2523297"/>
                  <a:pt x="559388" y="2523297"/>
                </a:cubicBezTo>
                <a:lnTo>
                  <a:pt x="550084" y="2507179"/>
                </a:lnTo>
                <a:cubicBezTo>
                  <a:pt x="549835" y="2506765"/>
                  <a:pt x="550084" y="2505851"/>
                  <a:pt x="550084" y="2505851"/>
                </a:cubicBezTo>
                <a:lnTo>
                  <a:pt x="559388" y="2489733"/>
                </a:lnTo>
                <a:cubicBezTo>
                  <a:pt x="559638" y="2489317"/>
                  <a:pt x="560053" y="2489068"/>
                  <a:pt x="560552" y="2489069"/>
                </a:cubicBezTo>
                <a:lnTo>
                  <a:pt x="579161" y="2489068"/>
                </a:lnTo>
                <a:cubicBezTo>
                  <a:pt x="579660" y="2489068"/>
                  <a:pt x="580325" y="2489733"/>
                  <a:pt x="580325" y="2489733"/>
                </a:cubicBezTo>
                <a:lnTo>
                  <a:pt x="589629" y="2505850"/>
                </a:lnTo>
                <a:cubicBezTo>
                  <a:pt x="589878" y="2506265"/>
                  <a:pt x="589629" y="2507179"/>
                  <a:pt x="589629" y="2507179"/>
                </a:cubicBezTo>
                <a:lnTo>
                  <a:pt x="580325" y="2523297"/>
                </a:lnTo>
                <a:cubicBezTo>
                  <a:pt x="580075" y="2523712"/>
                  <a:pt x="579660" y="2523961"/>
                  <a:pt x="579161" y="2523961"/>
                </a:cubicBezTo>
                <a:close/>
                <a:moveTo>
                  <a:pt x="3088374" y="3201289"/>
                </a:moveTo>
                <a:cubicBezTo>
                  <a:pt x="3087875" y="3201289"/>
                  <a:pt x="3087211" y="3200625"/>
                  <a:pt x="3087211" y="3200625"/>
                </a:cubicBezTo>
                <a:lnTo>
                  <a:pt x="3077906" y="3184507"/>
                </a:lnTo>
                <a:cubicBezTo>
                  <a:pt x="3077657" y="3184092"/>
                  <a:pt x="3077906" y="3183178"/>
                  <a:pt x="3077906" y="3183178"/>
                </a:cubicBezTo>
                <a:lnTo>
                  <a:pt x="3087211" y="3167061"/>
                </a:lnTo>
                <a:cubicBezTo>
                  <a:pt x="3087460" y="3166645"/>
                  <a:pt x="3087875" y="3166396"/>
                  <a:pt x="3088374" y="3166396"/>
                </a:cubicBezTo>
                <a:lnTo>
                  <a:pt x="3106983" y="3166396"/>
                </a:lnTo>
                <a:cubicBezTo>
                  <a:pt x="3107482" y="3166396"/>
                  <a:pt x="3108147" y="3167061"/>
                  <a:pt x="3108147" y="3167061"/>
                </a:cubicBezTo>
                <a:lnTo>
                  <a:pt x="3117452" y="3183178"/>
                </a:lnTo>
                <a:cubicBezTo>
                  <a:pt x="3117701" y="3183593"/>
                  <a:pt x="3117452" y="3184507"/>
                  <a:pt x="3117452" y="3184507"/>
                </a:cubicBezTo>
                <a:lnTo>
                  <a:pt x="3108147" y="3200625"/>
                </a:lnTo>
                <a:cubicBezTo>
                  <a:pt x="3107897" y="3201040"/>
                  <a:pt x="3107482" y="3201289"/>
                  <a:pt x="3106983" y="3201289"/>
                </a:cubicBezTo>
                <a:close/>
                <a:moveTo>
                  <a:pt x="741029" y="2572414"/>
                </a:moveTo>
                <a:cubicBezTo>
                  <a:pt x="740530" y="2572414"/>
                  <a:pt x="739866" y="2571750"/>
                  <a:pt x="739866" y="2571750"/>
                </a:cubicBezTo>
                <a:lnTo>
                  <a:pt x="730478" y="2555549"/>
                </a:lnTo>
                <a:cubicBezTo>
                  <a:pt x="730229" y="2555134"/>
                  <a:pt x="730478" y="2554220"/>
                  <a:pt x="730478" y="2554220"/>
                </a:cubicBezTo>
                <a:lnTo>
                  <a:pt x="739866" y="2538020"/>
                </a:lnTo>
                <a:cubicBezTo>
                  <a:pt x="740115" y="2537604"/>
                  <a:pt x="740529" y="2537355"/>
                  <a:pt x="741029" y="2537355"/>
                </a:cubicBezTo>
                <a:lnTo>
                  <a:pt x="759722" y="2537355"/>
                </a:lnTo>
                <a:cubicBezTo>
                  <a:pt x="760220" y="2537355"/>
                  <a:pt x="760885" y="2538020"/>
                  <a:pt x="760885" y="2538020"/>
                </a:cubicBezTo>
                <a:lnTo>
                  <a:pt x="770273" y="2554220"/>
                </a:lnTo>
                <a:cubicBezTo>
                  <a:pt x="770522" y="2554635"/>
                  <a:pt x="770273" y="2555549"/>
                  <a:pt x="770273" y="2555549"/>
                </a:cubicBezTo>
                <a:lnTo>
                  <a:pt x="760885" y="2571750"/>
                </a:lnTo>
                <a:cubicBezTo>
                  <a:pt x="760635" y="2572165"/>
                  <a:pt x="760220" y="2572414"/>
                  <a:pt x="759722" y="2572414"/>
                </a:cubicBezTo>
                <a:close/>
                <a:moveTo>
                  <a:pt x="921589" y="2620795"/>
                </a:moveTo>
                <a:cubicBezTo>
                  <a:pt x="921090" y="2620795"/>
                  <a:pt x="920425" y="2620131"/>
                  <a:pt x="920425" y="2620131"/>
                </a:cubicBezTo>
                <a:lnTo>
                  <a:pt x="911038" y="2603930"/>
                </a:lnTo>
                <a:cubicBezTo>
                  <a:pt x="910788" y="2603515"/>
                  <a:pt x="911038" y="2602601"/>
                  <a:pt x="911038" y="2602601"/>
                </a:cubicBezTo>
                <a:lnTo>
                  <a:pt x="920425" y="2586401"/>
                </a:lnTo>
                <a:cubicBezTo>
                  <a:pt x="920674" y="2585985"/>
                  <a:pt x="921090" y="2585736"/>
                  <a:pt x="921589" y="2585736"/>
                </a:cubicBezTo>
                <a:lnTo>
                  <a:pt x="940282" y="2585736"/>
                </a:lnTo>
                <a:cubicBezTo>
                  <a:pt x="940779" y="2585736"/>
                  <a:pt x="941445" y="2586401"/>
                  <a:pt x="941445" y="2586401"/>
                </a:cubicBezTo>
                <a:lnTo>
                  <a:pt x="950833" y="2602601"/>
                </a:lnTo>
                <a:cubicBezTo>
                  <a:pt x="951082" y="2603016"/>
                  <a:pt x="950833" y="2603930"/>
                  <a:pt x="950833" y="2603930"/>
                </a:cubicBezTo>
                <a:lnTo>
                  <a:pt x="941445" y="2620131"/>
                </a:lnTo>
                <a:cubicBezTo>
                  <a:pt x="941195" y="2620546"/>
                  <a:pt x="940780" y="2620795"/>
                  <a:pt x="940282" y="2620795"/>
                </a:cubicBezTo>
                <a:close/>
                <a:moveTo>
                  <a:pt x="680841" y="2556381"/>
                </a:moveTo>
                <a:cubicBezTo>
                  <a:pt x="680342" y="2556381"/>
                  <a:pt x="679679" y="2555717"/>
                  <a:pt x="679679" y="2555717"/>
                </a:cubicBezTo>
                <a:lnTo>
                  <a:pt x="670290" y="2539433"/>
                </a:lnTo>
                <a:cubicBezTo>
                  <a:pt x="670041" y="2539018"/>
                  <a:pt x="670290" y="2538104"/>
                  <a:pt x="670290" y="2538104"/>
                </a:cubicBezTo>
                <a:lnTo>
                  <a:pt x="679679" y="2521821"/>
                </a:lnTo>
                <a:cubicBezTo>
                  <a:pt x="679928" y="2521405"/>
                  <a:pt x="680342" y="2521156"/>
                  <a:pt x="680841" y="2521156"/>
                </a:cubicBezTo>
                <a:lnTo>
                  <a:pt x="699618" y="2521156"/>
                </a:lnTo>
                <a:cubicBezTo>
                  <a:pt x="700116" y="2521156"/>
                  <a:pt x="700781" y="2521821"/>
                  <a:pt x="700781" y="2521821"/>
                </a:cubicBezTo>
                <a:lnTo>
                  <a:pt x="710169" y="2538104"/>
                </a:lnTo>
                <a:cubicBezTo>
                  <a:pt x="710418" y="2538520"/>
                  <a:pt x="710169" y="2539433"/>
                  <a:pt x="710169" y="2539433"/>
                </a:cubicBezTo>
                <a:lnTo>
                  <a:pt x="700781" y="2555717"/>
                </a:lnTo>
                <a:cubicBezTo>
                  <a:pt x="700532" y="2556132"/>
                  <a:pt x="700116" y="2556381"/>
                  <a:pt x="699618" y="2556381"/>
                </a:cubicBezTo>
                <a:close/>
                <a:moveTo>
                  <a:pt x="500200" y="2508085"/>
                </a:moveTo>
                <a:cubicBezTo>
                  <a:pt x="499701" y="2508085"/>
                  <a:pt x="499037" y="2507419"/>
                  <a:pt x="499037" y="2507419"/>
                </a:cubicBezTo>
                <a:lnTo>
                  <a:pt x="489566" y="2491053"/>
                </a:lnTo>
                <a:cubicBezTo>
                  <a:pt x="489316" y="2490638"/>
                  <a:pt x="489566" y="2489724"/>
                  <a:pt x="489566" y="2489724"/>
                </a:cubicBezTo>
                <a:lnTo>
                  <a:pt x="499038" y="2473358"/>
                </a:lnTo>
                <a:cubicBezTo>
                  <a:pt x="499286" y="2472942"/>
                  <a:pt x="499701" y="2472693"/>
                  <a:pt x="500200" y="2472693"/>
                </a:cubicBezTo>
                <a:lnTo>
                  <a:pt x="519142" y="2472693"/>
                </a:lnTo>
                <a:cubicBezTo>
                  <a:pt x="519640" y="2472693"/>
                  <a:pt x="520305" y="2473358"/>
                  <a:pt x="520305" y="2473358"/>
                </a:cubicBezTo>
                <a:lnTo>
                  <a:pt x="529776" y="2489724"/>
                </a:lnTo>
                <a:cubicBezTo>
                  <a:pt x="530025" y="2490140"/>
                  <a:pt x="529776" y="2491053"/>
                  <a:pt x="529776" y="2491053"/>
                </a:cubicBezTo>
                <a:lnTo>
                  <a:pt x="520305" y="2507420"/>
                </a:lnTo>
                <a:cubicBezTo>
                  <a:pt x="520056" y="2507836"/>
                  <a:pt x="519640" y="2508085"/>
                  <a:pt x="519142" y="2508084"/>
                </a:cubicBezTo>
                <a:close/>
                <a:moveTo>
                  <a:pt x="801131" y="2588719"/>
                </a:moveTo>
                <a:cubicBezTo>
                  <a:pt x="800633" y="2588719"/>
                  <a:pt x="799969" y="2588054"/>
                  <a:pt x="799969" y="2588054"/>
                </a:cubicBezTo>
                <a:lnTo>
                  <a:pt x="790497" y="2571687"/>
                </a:lnTo>
                <a:cubicBezTo>
                  <a:pt x="790247" y="2571272"/>
                  <a:pt x="790497" y="2570358"/>
                  <a:pt x="790497" y="2570358"/>
                </a:cubicBezTo>
                <a:lnTo>
                  <a:pt x="799968" y="2553992"/>
                </a:lnTo>
                <a:cubicBezTo>
                  <a:pt x="800218" y="2553576"/>
                  <a:pt x="800633" y="2553327"/>
                  <a:pt x="801132" y="2553327"/>
                </a:cubicBezTo>
                <a:lnTo>
                  <a:pt x="820074" y="2553327"/>
                </a:lnTo>
                <a:cubicBezTo>
                  <a:pt x="820572" y="2553327"/>
                  <a:pt x="821237" y="2553992"/>
                  <a:pt x="821237" y="2553992"/>
                </a:cubicBezTo>
                <a:lnTo>
                  <a:pt x="830707" y="2570358"/>
                </a:lnTo>
                <a:cubicBezTo>
                  <a:pt x="830956" y="2570774"/>
                  <a:pt x="830707" y="2571687"/>
                  <a:pt x="830707" y="2571687"/>
                </a:cubicBezTo>
                <a:lnTo>
                  <a:pt x="821236" y="2588054"/>
                </a:lnTo>
                <a:cubicBezTo>
                  <a:pt x="820988" y="2588470"/>
                  <a:pt x="820571" y="2588719"/>
                  <a:pt x="820073" y="2588719"/>
                </a:cubicBezTo>
                <a:close/>
                <a:moveTo>
                  <a:pt x="3990919" y="3443525"/>
                </a:moveTo>
                <a:cubicBezTo>
                  <a:pt x="3990420" y="3443525"/>
                  <a:pt x="3989756" y="3442860"/>
                  <a:pt x="3989756" y="3442860"/>
                </a:cubicBezTo>
                <a:lnTo>
                  <a:pt x="3980285" y="3426411"/>
                </a:lnTo>
                <a:cubicBezTo>
                  <a:pt x="3980036" y="3425995"/>
                  <a:pt x="3980285" y="3425082"/>
                  <a:pt x="3980285" y="3425082"/>
                </a:cubicBezTo>
                <a:lnTo>
                  <a:pt x="3989839" y="3408632"/>
                </a:lnTo>
                <a:cubicBezTo>
                  <a:pt x="3990088" y="3408216"/>
                  <a:pt x="3990503" y="3407967"/>
                  <a:pt x="3991002" y="3407967"/>
                </a:cubicBezTo>
                <a:lnTo>
                  <a:pt x="4010027" y="3407967"/>
                </a:lnTo>
                <a:cubicBezTo>
                  <a:pt x="4010525" y="3407967"/>
                  <a:pt x="4011190" y="3408632"/>
                  <a:pt x="4011190" y="3408632"/>
                </a:cubicBezTo>
                <a:lnTo>
                  <a:pt x="4020661" y="3425082"/>
                </a:lnTo>
                <a:cubicBezTo>
                  <a:pt x="4020910" y="3425497"/>
                  <a:pt x="4020661" y="3426411"/>
                  <a:pt x="4020661" y="3426411"/>
                </a:cubicBezTo>
                <a:lnTo>
                  <a:pt x="4011107" y="3442860"/>
                </a:lnTo>
                <a:cubicBezTo>
                  <a:pt x="4010858" y="3443276"/>
                  <a:pt x="4010443" y="3443525"/>
                  <a:pt x="4009944" y="3443525"/>
                </a:cubicBezTo>
                <a:close/>
                <a:moveTo>
                  <a:pt x="861234" y="2604929"/>
                </a:moveTo>
                <a:cubicBezTo>
                  <a:pt x="860735" y="2604929"/>
                  <a:pt x="860071" y="2604264"/>
                  <a:pt x="860071" y="2604264"/>
                </a:cubicBezTo>
                <a:lnTo>
                  <a:pt x="850600" y="2587815"/>
                </a:lnTo>
                <a:cubicBezTo>
                  <a:pt x="850350" y="2587399"/>
                  <a:pt x="850600" y="2586486"/>
                  <a:pt x="850600" y="2586486"/>
                </a:cubicBezTo>
                <a:lnTo>
                  <a:pt x="860154" y="2570036"/>
                </a:lnTo>
                <a:cubicBezTo>
                  <a:pt x="860403" y="2569620"/>
                  <a:pt x="860818" y="2569371"/>
                  <a:pt x="861317" y="2569371"/>
                </a:cubicBezTo>
                <a:lnTo>
                  <a:pt x="880342" y="2569371"/>
                </a:lnTo>
                <a:cubicBezTo>
                  <a:pt x="880841" y="2569371"/>
                  <a:pt x="881505" y="2570036"/>
                  <a:pt x="881505" y="2570036"/>
                </a:cubicBezTo>
                <a:lnTo>
                  <a:pt x="890976" y="2586486"/>
                </a:lnTo>
                <a:cubicBezTo>
                  <a:pt x="891226" y="2586901"/>
                  <a:pt x="890976" y="2587815"/>
                  <a:pt x="890976" y="2587815"/>
                </a:cubicBezTo>
                <a:lnTo>
                  <a:pt x="881422" y="2604264"/>
                </a:lnTo>
                <a:cubicBezTo>
                  <a:pt x="881173" y="2604680"/>
                  <a:pt x="880758" y="2604929"/>
                  <a:pt x="880259" y="2604929"/>
                </a:cubicBezTo>
                <a:close/>
                <a:moveTo>
                  <a:pt x="1162164" y="2685563"/>
                </a:moveTo>
                <a:cubicBezTo>
                  <a:pt x="1161665" y="2685563"/>
                  <a:pt x="1161001" y="2684898"/>
                  <a:pt x="1161001" y="2684898"/>
                </a:cubicBezTo>
                <a:lnTo>
                  <a:pt x="1151530" y="2668449"/>
                </a:lnTo>
                <a:cubicBezTo>
                  <a:pt x="1151281" y="2668033"/>
                  <a:pt x="1151530" y="2667120"/>
                  <a:pt x="1151530" y="2667120"/>
                </a:cubicBezTo>
                <a:lnTo>
                  <a:pt x="1161085" y="2650670"/>
                </a:lnTo>
                <a:cubicBezTo>
                  <a:pt x="1161334" y="2650254"/>
                  <a:pt x="1161748" y="2650005"/>
                  <a:pt x="1162247" y="2650005"/>
                </a:cubicBezTo>
                <a:lnTo>
                  <a:pt x="1181273" y="2650005"/>
                </a:lnTo>
                <a:cubicBezTo>
                  <a:pt x="1181772" y="2650005"/>
                  <a:pt x="1182436" y="2650670"/>
                  <a:pt x="1182436" y="2650670"/>
                </a:cubicBezTo>
                <a:lnTo>
                  <a:pt x="1191907" y="2667120"/>
                </a:lnTo>
                <a:cubicBezTo>
                  <a:pt x="1192156" y="2667535"/>
                  <a:pt x="1191906" y="2668449"/>
                  <a:pt x="1191906" y="2668449"/>
                </a:cubicBezTo>
                <a:lnTo>
                  <a:pt x="1182352" y="2684898"/>
                </a:lnTo>
                <a:cubicBezTo>
                  <a:pt x="1182103" y="2685314"/>
                  <a:pt x="1181689" y="2685563"/>
                  <a:pt x="1181190" y="2685563"/>
                </a:cubicBezTo>
                <a:close/>
                <a:moveTo>
                  <a:pt x="5134456" y="3749935"/>
                </a:moveTo>
                <a:cubicBezTo>
                  <a:pt x="5133957" y="3749935"/>
                  <a:pt x="5133293" y="3749270"/>
                  <a:pt x="5133293" y="3749270"/>
                </a:cubicBezTo>
                <a:lnTo>
                  <a:pt x="5123822" y="3732821"/>
                </a:lnTo>
                <a:cubicBezTo>
                  <a:pt x="5123573" y="3732405"/>
                  <a:pt x="5123822" y="3731492"/>
                  <a:pt x="5123822" y="3731492"/>
                </a:cubicBezTo>
                <a:lnTo>
                  <a:pt x="5133376" y="3715042"/>
                </a:lnTo>
                <a:cubicBezTo>
                  <a:pt x="5133625" y="3714626"/>
                  <a:pt x="5134041" y="3714377"/>
                  <a:pt x="5134539" y="3714377"/>
                </a:cubicBezTo>
                <a:lnTo>
                  <a:pt x="5153564" y="3714377"/>
                </a:lnTo>
                <a:cubicBezTo>
                  <a:pt x="5154063" y="3714377"/>
                  <a:pt x="5154727" y="3715042"/>
                  <a:pt x="5154727" y="3715042"/>
                </a:cubicBezTo>
                <a:lnTo>
                  <a:pt x="5164198" y="3731492"/>
                </a:lnTo>
                <a:cubicBezTo>
                  <a:pt x="5164448" y="3731907"/>
                  <a:pt x="5164198" y="3732821"/>
                  <a:pt x="5164198" y="3732821"/>
                </a:cubicBezTo>
                <a:lnTo>
                  <a:pt x="5154644" y="3749270"/>
                </a:lnTo>
                <a:cubicBezTo>
                  <a:pt x="5154395" y="3749686"/>
                  <a:pt x="5153979" y="3749935"/>
                  <a:pt x="5153481" y="3749935"/>
                </a:cubicBezTo>
                <a:close/>
                <a:moveTo>
                  <a:pt x="981585" y="2637346"/>
                </a:moveTo>
                <a:cubicBezTo>
                  <a:pt x="981086" y="2637346"/>
                  <a:pt x="980422" y="2636681"/>
                  <a:pt x="980422" y="2636681"/>
                </a:cubicBezTo>
                <a:lnTo>
                  <a:pt x="970869" y="2620149"/>
                </a:lnTo>
                <a:cubicBezTo>
                  <a:pt x="970619" y="2619733"/>
                  <a:pt x="970868" y="2618819"/>
                  <a:pt x="970868" y="2618819"/>
                </a:cubicBezTo>
                <a:lnTo>
                  <a:pt x="980422" y="2602286"/>
                </a:lnTo>
                <a:cubicBezTo>
                  <a:pt x="980671" y="2601871"/>
                  <a:pt x="981086" y="2601622"/>
                  <a:pt x="981585" y="2601622"/>
                </a:cubicBezTo>
                <a:lnTo>
                  <a:pt x="1000693" y="2601622"/>
                </a:lnTo>
                <a:cubicBezTo>
                  <a:pt x="1001193" y="2601622"/>
                  <a:pt x="1001857" y="2602287"/>
                  <a:pt x="1001857" y="2602287"/>
                </a:cubicBezTo>
                <a:lnTo>
                  <a:pt x="1011410" y="2618819"/>
                </a:lnTo>
                <a:cubicBezTo>
                  <a:pt x="1011660" y="2619235"/>
                  <a:pt x="1011410" y="2620149"/>
                  <a:pt x="1011410" y="2620149"/>
                </a:cubicBezTo>
                <a:lnTo>
                  <a:pt x="1001856" y="2636681"/>
                </a:lnTo>
                <a:cubicBezTo>
                  <a:pt x="1001607" y="2637097"/>
                  <a:pt x="1001192" y="2637346"/>
                  <a:pt x="1000693" y="2637346"/>
                </a:cubicBezTo>
                <a:close/>
                <a:moveTo>
                  <a:pt x="1282434" y="2718052"/>
                </a:moveTo>
                <a:cubicBezTo>
                  <a:pt x="1281935" y="2718052"/>
                  <a:pt x="1281520" y="2717803"/>
                  <a:pt x="1281271" y="2717388"/>
                </a:cubicBezTo>
                <a:lnTo>
                  <a:pt x="1271634" y="2700772"/>
                </a:lnTo>
                <a:cubicBezTo>
                  <a:pt x="1271385" y="2700356"/>
                  <a:pt x="1271385" y="2699858"/>
                  <a:pt x="1271634" y="2699443"/>
                </a:cubicBezTo>
                <a:lnTo>
                  <a:pt x="1281271" y="2682827"/>
                </a:lnTo>
                <a:cubicBezTo>
                  <a:pt x="1281520" y="2682411"/>
                  <a:pt x="1281935" y="2682162"/>
                  <a:pt x="1282434" y="2682162"/>
                </a:cubicBezTo>
                <a:lnTo>
                  <a:pt x="1301625" y="2682162"/>
                </a:lnTo>
                <a:cubicBezTo>
                  <a:pt x="1302124" y="2682162"/>
                  <a:pt x="1302539" y="2682411"/>
                  <a:pt x="1302788" y="2682827"/>
                </a:cubicBezTo>
                <a:lnTo>
                  <a:pt x="1312426" y="2699443"/>
                </a:lnTo>
                <a:cubicBezTo>
                  <a:pt x="1312675" y="2699858"/>
                  <a:pt x="1312675" y="2700356"/>
                  <a:pt x="1312426" y="2700772"/>
                </a:cubicBezTo>
                <a:lnTo>
                  <a:pt x="1302788" y="2717388"/>
                </a:lnTo>
                <a:cubicBezTo>
                  <a:pt x="1302539" y="2717803"/>
                  <a:pt x="1302124" y="2718052"/>
                  <a:pt x="1301625" y="2718052"/>
                </a:cubicBezTo>
                <a:close/>
                <a:moveTo>
                  <a:pt x="1101873" y="2669776"/>
                </a:moveTo>
                <a:cubicBezTo>
                  <a:pt x="1101374" y="2669776"/>
                  <a:pt x="1100959" y="2669527"/>
                  <a:pt x="1100710" y="2669112"/>
                </a:cubicBezTo>
                <a:lnTo>
                  <a:pt x="1091073" y="2652413"/>
                </a:lnTo>
                <a:cubicBezTo>
                  <a:pt x="1090823" y="2651997"/>
                  <a:pt x="1090824" y="2651499"/>
                  <a:pt x="1091073" y="2651084"/>
                </a:cubicBezTo>
                <a:lnTo>
                  <a:pt x="1100710" y="2634385"/>
                </a:lnTo>
                <a:cubicBezTo>
                  <a:pt x="1100959" y="2633969"/>
                  <a:pt x="1101375" y="2633720"/>
                  <a:pt x="1101873" y="2633720"/>
                </a:cubicBezTo>
                <a:lnTo>
                  <a:pt x="1121230" y="2633720"/>
                </a:lnTo>
                <a:cubicBezTo>
                  <a:pt x="1121728" y="2633720"/>
                  <a:pt x="1122145" y="2633969"/>
                  <a:pt x="1122394" y="2634385"/>
                </a:cubicBezTo>
                <a:lnTo>
                  <a:pt x="1132031" y="2651084"/>
                </a:lnTo>
                <a:cubicBezTo>
                  <a:pt x="1132279" y="2651499"/>
                  <a:pt x="1132280" y="2651997"/>
                  <a:pt x="1132031" y="2652413"/>
                </a:cubicBezTo>
                <a:lnTo>
                  <a:pt x="1122394" y="2669112"/>
                </a:lnTo>
                <a:cubicBezTo>
                  <a:pt x="1122145" y="2669527"/>
                  <a:pt x="1121729" y="2669776"/>
                  <a:pt x="1121230" y="2669776"/>
                </a:cubicBezTo>
                <a:close/>
                <a:moveTo>
                  <a:pt x="1222112" y="2702190"/>
                </a:moveTo>
                <a:cubicBezTo>
                  <a:pt x="1221614" y="2702190"/>
                  <a:pt x="1221199" y="2701941"/>
                  <a:pt x="1220949" y="2701525"/>
                </a:cubicBezTo>
                <a:lnTo>
                  <a:pt x="1211229" y="2684577"/>
                </a:lnTo>
                <a:cubicBezTo>
                  <a:pt x="1210980" y="2684162"/>
                  <a:pt x="1210980" y="2683580"/>
                  <a:pt x="1211229" y="2683165"/>
                </a:cubicBezTo>
                <a:lnTo>
                  <a:pt x="1221032" y="2666217"/>
                </a:lnTo>
                <a:cubicBezTo>
                  <a:pt x="1221281" y="2665801"/>
                  <a:pt x="1221697" y="2665552"/>
                  <a:pt x="1222196" y="2665552"/>
                </a:cubicBezTo>
                <a:lnTo>
                  <a:pt x="1241719" y="2665552"/>
                </a:lnTo>
                <a:cubicBezTo>
                  <a:pt x="1242217" y="2665552"/>
                  <a:pt x="1242633" y="2665801"/>
                  <a:pt x="1242882" y="2666217"/>
                </a:cubicBezTo>
                <a:lnTo>
                  <a:pt x="1252602" y="2683165"/>
                </a:lnTo>
                <a:cubicBezTo>
                  <a:pt x="1252852" y="2683580"/>
                  <a:pt x="1252852" y="2684162"/>
                  <a:pt x="1252602" y="2684577"/>
                </a:cubicBezTo>
                <a:lnTo>
                  <a:pt x="1242799" y="2701525"/>
                </a:lnTo>
                <a:cubicBezTo>
                  <a:pt x="1242550" y="2701941"/>
                  <a:pt x="1242134" y="2702190"/>
                  <a:pt x="1241636" y="2702190"/>
                </a:cubicBezTo>
                <a:close/>
                <a:moveTo>
                  <a:pt x="3148072" y="3218249"/>
                </a:moveTo>
                <a:cubicBezTo>
                  <a:pt x="3147574" y="3218249"/>
                  <a:pt x="3147157" y="3218001"/>
                  <a:pt x="3146909" y="3217584"/>
                </a:cubicBezTo>
                <a:lnTo>
                  <a:pt x="3137188" y="3200636"/>
                </a:lnTo>
                <a:cubicBezTo>
                  <a:pt x="3136940" y="3200221"/>
                  <a:pt x="3136939" y="3199640"/>
                  <a:pt x="3137189" y="3199224"/>
                </a:cubicBezTo>
                <a:lnTo>
                  <a:pt x="3146992" y="3182277"/>
                </a:lnTo>
                <a:cubicBezTo>
                  <a:pt x="3147240" y="3181860"/>
                  <a:pt x="3147657" y="3181612"/>
                  <a:pt x="3148155" y="3181611"/>
                </a:cubicBezTo>
                <a:lnTo>
                  <a:pt x="3167679" y="3181611"/>
                </a:lnTo>
                <a:cubicBezTo>
                  <a:pt x="3168177" y="3181612"/>
                  <a:pt x="3168593" y="3181860"/>
                  <a:pt x="3168842" y="3182277"/>
                </a:cubicBezTo>
                <a:lnTo>
                  <a:pt x="3178562" y="3199224"/>
                </a:lnTo>
                <a:cubicBezTo>
                  <a:pt x="3178811" y="3199640"/>
                  <a:pt x="3178811" y="3200221"/>
                  <a:pt x="3178562" y="3200636"/>
                </a:cubicBezTo>
                <a:lnTo>
                  <a:pt x="3168759" y="3217584"/>
                </a:lnTo>
                <a:cubicBezTo>
                  <a:pt x="3168509" y="3218000"/>
                  <a:pt x="3168093" y="3218249"/>
                  <a:pt x="3167595" y="3218249"/>
                </a:cubicBezTo>
                <a:close/>
                <a:moveTo>
                  <a:pt x="4231424" y="3508533"/>
                </a:moveTo>
                <a:cubicBezTo>
                  <a:pt x="4230926" y="3508533"/>
                  <a:pt x="4230511" y="3508284"/>
                  <a:pt x="4230261" y="3507868"/>
                </a:cubicBezTo>
                <a:lnTo>
                  <a:pt x="4220541" y="3490920"/>
                </a:lnTo>
                <a:cubicBezTo>
                  <a:pt x="4220292" y="3490505"/>
                  <a:pt x="4220292" y="3489923"/>
                  <a:pt x="4220541" y="3489508"/>
                </a:cubicBezTo>
                <a:lnTo>
                  <a:pt x="4230344" y="3472560"/>
                </a:lnTo>
                <a:cubicBezTo>
                  <a:pt x="4230594" y="3472144"/>
                  <a:pt x="4231009" y="3471895"/>
                  <a:pt x="4231507" y="3471895"/>
                </a:cubicBezTo>
                <a:lnTo>
                  <a:pt x="4251031" y="3471895"/>
                </a:lnTo>
                <a:cubicBezTo>
                  <a:pt x="4251530" y="3471895"/>
                  <a:pt x="4251945" y="3472144"/>
                  <a:pt x="4252194" y="3472560"/>
                </a:cubicBezTo>
                <a:lnTo>
                  <a:pt x="4261914" y="3489508"/>
                </a:lnTo>
                <a:cubicBezTo>
                  <a:pt x="4262164" y="3489923"/>
                  <a:pt x="4262164" y="3490505"/>
                  <a:pt x="4261914" y="3490920"/>
                </a:cubicBezTo>
                <a:lnTo>
                  <a:pt x="4252111" y="3507868"/>
                </a:lnTo>
                <a:cubicBezTo>
                  <a:pt x="4251862" y="3508284"/>
                  <a:pt x="4251446" y="3508533"/>
                  <a:pt x="4250948" y="3508533"/>
                </a:cubicBezTo>
                <a:close/>
                <a:moveTo>
                  <a:pt x="1462755" y="2766932"/>
                </a:moveTo>
                <a:cubicBezTo>
                  <a:pt x="1462256" y="2766932"/>
                  <a:pt x="1461758" y="2766683"/>
                  <a:pt x="1461509" y="2766268"/>
                </a:cubicBezTo>
                <a:lnTo>
                  <a:pt x="1451623" y="2749153"/>
                </a:lnTo>
                <a:cubicBezTo>
                  <a:pt x="1451373" y="2748738"/>
                  <a:pt x="1451374" y="2748156"/>
                  <a:pt x="1451623" y="2747741"/>
                </a:cubicBezTo>
                <a:lnTo>
                  <a:pt x="1461509" y="2730627"/>
                </a:lnTo>
                <a:cubicBezTo>
                  <a:pt x="1461841" y="2730211"/>
                  <a:pt x="1462256" y="2729962"/>
                  <a:pt x="1462755" y="2729962"/>
                </a:cubicBezTo>
                <a:lnTo>
                  <a:pt x="1482445" y="2729962"/>
                </a:lnTo>
                <a:cubicBezTo>
                  <a:pt x="1482944" y="2729962"/>
                  <a:pt x="1483441" y="2730211"/>
                  <a:pt x="1483692" y="2730627"/>
                </a:cubicBezTo>
                <a:lnTo>
                  <a:pt x="1493578" y="2747741"/>
                </a:lnTo>
                <a:cubicBezTo>
                  <a:pt x="1493827" y="2748156"/>
                  <a:pt x="1493826" y="2748738"/>
                  <a:pt x="1493578" y="2749153"/>
                </a:cubicBezTo>
                <a:lnTo>
                  <a:pt x="1483692" y="2766268"/>
                </a:lnTo>
                <a:cubicBezTo>
                  <a:pt x="1483358" y="2766683"/>
                  <a:pt x="1482944" y="2766932"/>
                  <a:pt x="1482445" y="2766932"/>
                </a:cubicBezTo>
                <a:close/>
                <a:moveTo>
                  <a:pt x="3208156" y="3234611"/>
                </a:moveTo>
                <a:cubicBezTo>
                  <a:pt x="3207741" y="3234611"/>
                  <a:pt x="3207243" y="3234362"/>
                  <a:pt x="3206992" y="3233947"/>
                </a:cubicBezTo>
                <a:lnTo>
                  <a:pt x="3197106" y="3216832"/>
                </a:lnTo>
                <a:cubicBezTo>
                  <a:pt x="3196857" y="3216417"/>
                  <a:pt x="3196857" y="3215835"/>
                  <a:pt x="3197106" y="3215420"/>
                </a:cubicBezTo>
                <a:lnTo>
                  <a:pt x="3206993" y="3198306"/>
                </a:lnTo>
                <a:cubicBezTo>
                  <a:pt x="3207242" y="3197890"/>
                  <a:pt x="3207657" y="3197641"/>
                  <a:pt x="3208156" y="3197641"/>
                </a:cubicBezTo>
                <a:lnTo>
                  <a:pt x="3227846" y="3197641"/>
                </a:lnTo>
                <a:cubicBezTo>
                  <a:pt x="3228261" y="3197641"/>
                  <a:pt x="3228759" y="3197890"/>
                  <a:pt x="3229009" y="3198306"/>
                </a:cubicBezTo>
                <a:lnTo>
                  <a:pt x="3238896" y="3215420"/>
                </a:lnTo>
                <a:cubicBezTo>
                  <a:pt x="3239144" y="3215835"/>
                  <a:pt x="3239145" y="3216417"/>
                  <a:pt x="3238895" y="3216832"/>
                </a:cubicBezTo>
                <a:lnTo>
                  <a:pt x="3229009" y="3233947"/>
                </a:lnTo>
                <a:cubicBezTo>
                  <a:pt x="3228759" y="3234362"/>
                  <a:pt x="3228345" y="3234611"/>
                  <a:pt x="3227846" y="3234611"/>
                </a:cubicBezTo>
                <a:close/>
                <a:moveTo>
                  <a:pt x="1763682" y="2847671"/>
                </a:moveTo>
                <a:cubicBezTo>
                  <a:pt x="1763184" y="2847671"/>
                  <a:pt x="1762686" y="2847422"/>
                  <a:pt x="1762437" y="2847007"/>
                </a:cubicBezTo>
                <a:lnTo>
                  <a:pt x="1752550" y="2829809"/>
                </a:lnTo>
                <a:cubicBezTo>
                  <a:pt x="1752301" y="2829394"/>
                  <a:pt x="1752301" y="2828812"/>
                  <a:pt x="1752550" y="2828397"/>
                </a:cubicBezTo>
                <a:lnTo>
                  <a:pt x="1762437" y="2811200"/>
                </a:lnTo>
                <a:cubicBezTo>
                  <a:pt x="1762686" y="2810784"/>
                  <a:pt x="1763184" y="2810535"/>
                  <a:pt x="1763682" y="2810535"/>
                </a:cubicBezTo>
                <a:lnTo>
                  <a:pt x="1783538" y="2810535"/>
                </a:lnTo>
                <a:cubicBezTo>
                  <a:pt x="1784037" y="2810535"/>
                  <a:pt x="1784535" y="2810784"/>
                  <a:pt x="1784785" y="2811200"/>
                </a:cubicBezTo>
                <a:lnTo>
                  <a:pt x="1794671" y="2828397"/>
                </a:lnTo>
                <a:cubicBezTo>
                  <a:pt x="1794920" y="2828812"/>
                  <a:pt x="1794920" y="2829394"/>
                  <a:pt x="1794671" y="2829809"/>
                </a:cubicBezTo>
                <a:lnTo>
                  <a:pt x="1784785" y="2847007"/>
                </a:lnTo>
                <a:cubicBezTo>
                  <a:pt x="1784535" y="2847422"/>
                  <a:pt x="1784037" y="2847671"/>
                  <a:pt x="1783538" y="2847671"/>
                </a:cubicBezTo>
                <a:close/>
                <a:moveTo>
                  <a:pt x="1522857" y="2783236"/>
                </a:moveTo>
                <a:cubicBezTo>
                  <a:pt x="1522358" y="2783236"/>
                  <a:pt x="1521860" y="2782987"/>
                  <a:pt x="1521611" y="2782572"/>
                </a:cubicBezTo>
                <a:lnTo>
                  <a:pt x="1511641" y="2765291"/>
                </a:lnTo>
                <a:cubicBezTo>
                  <a:pt x="1511392" y="2764876"/>
                  <a:pt x="1511392" y="2764294"/>
                  <a:pt x="1511641" y="2763879"/>
                </a:cubicBezTo>
                <a:lnTo>
                  <a:pt x="1521611" y="2746599"/>
                </a:lnTo>
                <a:cubicBezTo>
                  <a:pt x="1521860" y="2746183"/>
                  <a:pt x="1522358" y="2745934"/>
                  <a:pt x="1522857" y="2745934"/>
                </a:cubicBezTo>
                <a:lnTo>
                  <a:pt x="1542796" y="2745934"/>
                </a:lnTo>
                <a:cubicBezTo>
                  <a:pt x="1543294" y="2745934"/>
                  <a:pt x="1543793" y="2746183"/>
                  <a:pt x="1544042" y="2746599"/>
                </a:cubicBezTo>
                <a:lnTo>
                  <a:pt x="1554011" y="2763879"/>
                </a:lnTo>
                <a:cubicBezTo>
                  <a:pt x="1554261" y="2764294"/>
                  <a:pt x="1554261" y="2764876"/>
                  <a:pt x="1554011" y="2765291"/>
                </a:cubicBezTo>
                <a:lnTo>
                  <a:pt x="1544042" y="2782572"/>
                </a:lnTo>
                <a:cubicBezTo>
                  <a:pt x="1543793" y="2782987"/>
                  <a:pt x="1543294" y="2783236"/>
                  <a:pt x="1542796" y="2783236"/>
                </a:cubicBezTo>
                <a:close/>
                <a:moveTo>
                  <a:pt x="1703416" y="2831616"/>
                </a:moveTo>
                <a:cubicBezTo>
                  <a:pt x="1702917" y="2831616"/>
                  <a:pt x="1702419" y="2831367"/>
                  <a:pt x="1702170" y="2830952"/>
                </a:cubicBezTo>
                <a:lnTo>
                  <a:pt x="1692199" y="2813671"/>
                </a:lnTo>
                <a:cubicBezTo>
                  <a:pt x="1691950" y="2813256"/>
                  <a:pt x="1691951" y="2812674"/>
                  <a:pt x="1692199" y="2812259"/>
                </a:cubicBezTo>
                <a:lnTo>
                  <a:pt x="1702170" y="2794979"/>
                </a:lnTo>
                <a:cubicBezTo>
                  <a:pt x="1702419" y="2794563"/>
                  <a:pt x="1702917" y="2794314"/>
                  <a:pt x="1703416" y="2794314"/>
                </a:cubicBezTo>
                <a:lnTo>
                  <a:pt x="1723355" y="2794314"/>
                </a:lnTo>
                <a:cubicBezTo>
                  <a:pt x="1723852" y="2794314"/>
                  <a:pt x="1724352" y="2794563"/>
                  <a:pt x="1724600" y="2794979"/>
                </a:cubicBezTo>
                <a:lnTo>
                  <a:pt x="1734570" y="2812259"/>
                </a:lnTo>
                <a:cubicBezTo>
                  <a:pt x="1734820" y="2812674"/>
                  <a:pt x="1734820" y="2813256"/>
                  <a:pt x="1734570" y="2813671"/>
                </a:cubicBezTo>
                <a:lnTo>
                  <a:pt x="1724600" y="2830952"/>
                </a:lnTo>
                <a:cubicBezTo>
                  <a:pt x="1724351" y="2831367"/>
                  <a:pt x="1723853" y="2831616"/>
                  <a:pt x="1723355" y="2831616"/>
                </a:cubicBezTo>
                <a:close/>
                <a:moveTo>
                  <a:pt x="3268257" y="3250915"/>
                </a:moveTo>
                <a:cubicBezTo>
                  <a:pt x="3267759" y="3250915"/>
                  <a:pt x="3267260" y="3250666"/>
                  <a:pt x="3267011" y="3250251"/>
                </a:cubicBezTo>
                <a:lnTo>
                  <a:pt x="3257042" y="3232970"/>
                </a:lnTo>
                <a:cubicBezTo>
                  <a:pt x="3256793" y="3232554"/>
                  <a:pt x="3256793" y="3231973"/>
                  <a:pt x="3257042" y="3231558"/>
                </a:cubicBezTo>
                <a:lnTo>
                  <a:pt x="3267011" y="3214278"/>
                </a:lnTo>
                <a:cubicBezTo>
                  <a:pt x="3267260" y="3213862"/>
                  <a:pt x="3267759" y="3213612"/>
                  <a:pt x="3268257" y="3213613"/>
                </a:cubicBezTo>
                <a:lnTo>
                  <a:pt x="3288197" y="3213612"/>
                </a:lnTo>
                <a:cubicBezTo>
                  <a:pt x="3288695" y="3213613"/>
                  <a:pt x="3289194" y="3213861"/>
                  <a:pt x="3289443" y="3214278"/>
                </a:cubicBezTo>
                <a:lnTo>
                  <a:pt x="3299412" y="3231558"/>
                </a:lnTo>
                <a:cubicBezTo>
                  <a:pt x="3299661" y="3231973"/>
                  <a:pt x="3299661" y="3232554"/>
                  <a:pt x="3299412" y="3232969"/>
                </a:cubicBezTo>
                <a:lnTo>
                  <a:pt x="3289443" y="3250251"/>
                </a:lnTo>
                <a:cubicBezTo>
                  <a:pt x="3289194" y="3250666"/>
                  <a:pt x="3288695" y="3250915"/>
                  <a:pt x="3288197" y="3250914"/>
                </a:cubicBezTo>
                <a:close/>
                <a:moveTo>
                  <a:pt x="1402423" y="2751070"/>
                </a:moveTo>
                <a:cubicBezTo>
                  <a:pt x="1401924" y="2751070"/>
                  <a:pt x="1401426" y="2750738"/>
                  <a:pt x="1401177" y="2750322"/>
                </a:cubicBezTo>
                <a:lnTo>
                  <a:pt x="1391206" y="2732959"/>
                </a:lnTo>
                <a:cubicBezTo>
                  <a:pt x="1390958" y="2732543"/>
                  <a:pt x="1390957" y="2731962"/>
                  <a:pt x="1391207" y="2731546"/>
                </a:cubicBezTo>
                <a:lnTo>
                  <a:pt x="1401259" y="2714183"/>
                </a:lnTo>
                <a:cubicBezTo>
                  <a:pt x="1401509" y="2713684"/>
                  <a:pt x="1402007" y="2713435"/>
                  <a:pt x="1402506" y="2713435"/>
                </a:cubicBezTo>
                <a:lnTo>
                  <a:pt x="1422528" y="2713435"/>
                </a:lnTo>
                <a:cubicBezTo>
                  <a:pt x="1423027" y="2713435"/>
                  <a:pt x="1423524" y="2713767"/>
                  <a:pt x="1423774" y="2714183"/>
                </a:cubicBezTo>
                <a:lnTo>
                  <a:pt x="1433743" y="2731546"/>
                </a:lnTo>
                <a:cubicBezTo>
                  <a:pt x="1433992" y="2731962"/>
                  <a:pt x="1433992" y="2732543"/>
                  <a:pt x="1433744" y="2732959"/>
                </a:cubicBezTo>
                <a:lnTo>
                  <a:pt x="1423690" y="2750322"/>
                </a:lnTo>
                <a:cubicBezTo>
                  <a:pt x="1423442" y="2750821"/>
                  <a:pt x="1422943" y="2751070"/>
                  <a:pt x="1422444" y="2751070"/>
                </a:cubicBezTo>
                <a:close/>
                <a:moveTo>
                  <a:pt x="3448755" y="3299383"/>
                </a:moveTo>
                <a:cubicBezTo>
                  <a:pt x="3448256" y="3299383"/>
                  <a:pt x="3447758" y="3299051"/>
                  <a:pt x="3447509" y="3298635"/>
                </a:cubicBezTo>
                <a:lnTo>
                  <a:pt x="3437539" y="3281272"/>
                </a:lnTo>
                <a:cubicBezTo>
                  <a:pt x="3437290" y="3280856"/>
                  <a:pt x="3437290" y="3280275"/>
                  <a:pt x="3437539" y="3279859"/>
                </a:cubicBezTo>
                <a:lnTo>
                  <a:pt x="3447591" y="3262496"/>
                </a:lnTo>
                <a:cubicBezTo>
                  <a:pt x="3447841" y="3261997"/>
                  <a:pt x="3448339" y="3261748"/>
                  <a:pt x="3448838" y="3261748"/>
                </a:cubicBezTo>
                <a:lnTo>
                  <a:pt x="3468860" y="3261748"/>
                </a:lnTo>
                <a:cubicBezTo>
                  <a:pt x="3469358" y="3261748"/>
                  <a:pt x="3469856" y="3262080"/>
                  <a:pt x="3470106" y="3262496"/>
                </a:cubicBezTo>
                <a:lnTo>
                  <a:pt x="3480075" y="3279859"/>
                </a:lnTo>
                <a:cubicBezTo>
                  <a:pt x="3480325" y="3280275"/>
                  <a:pt x="3480325" y="3280856"/>
                  <a:pt x="3480075" y="3281272"/>
                </a:cubicBezTo>
                <a:lnTo>
                  <a:pt x="3470023" y="3298635"/>
                </a:lnTo>
                <a:cubicBezTo>
                  <a:pt x="3469774" y="3299134"/>
                  <a:pt x="3469275" y="3299383"/>
                  <a:pt x="3468777" y="3299383"/>
                </a:cubicBezTo>
                <a:close/>
                <a:moveTo>
                  <a:pt x="1582980" y="2799532"/>
                </a:moveTo>
                <a:cubicBezTo>
                  <a:pt x="1582482" y="2799532"/>
                  <a:pt x="1581983" y="2799200"/>
                  <a:pt x="1581735" y="2798784"/>
                </a:cubicBezTo>
                <a:lnTo>
                  <a:pt x="1571682" y="2781338"/>
                </a:lnTo>
                <a:cubicBezTo>
                  <a:pt x="1571434" y="2780922"/>
                  <a:pt x="1571433" y="2780341"/>
                  <a:pt x="1571683" y="2779925"/>
                </a:cubicBezTo>
                <a:lnTo>
                  <a:pt x="1581734" y="2762479"/>
                </a:lnTo>
                <a:cubicBezTo>
                  <a:pt x="1581984" y="2761980"/>
                  <a:pt x="1582483" y="2761731"/>
                  <a:pt x="1582980" y="2761731"/>
                </a:cubicBezTo>
                <a:lnTo>
                  <a:pt x="1603087" y="2761731"/>
                </a:lnTo>
                <a:cubicBezTo>
                  <a:pt x="1603585" y="2761731"/>
                  <a:pt x="1604083" y="2762063"/>
                  <a:pt x="1604332" y="2762479"/>
                </a:cubicBezTo>
                <a:lnTo>
                  <a:pt x="1614385" y="2779925"/>
                </a:lnTo>
                <a:cubicBezTo>
                  <a:pt x="1614634" y="2780342"/>
                  <a:pt x="1614635" y="2780922"/>
                  <a:pt x="1614385" y="2781338"/>
                </a:cubicBezTo>
                <a:lnTo>
                  <a:pt x="1604333" y="2798784"/>
                </a:lnTo>
                <a:cubicBezTo>
                  <a:pt x="1604083" y="2799283"/>
                  <a:pt x="1603584" y="2799532"/>
                  <a:pt x="1603086" y="2799532"/>
                </a:cubicBezTo>
                <a:close/>
                <a:moveTo>
                  <a:pt x="1342154" y="2735108"/>
                </a:moveTo>
                <a:cubicBezTo>
                  <a:pt x="1341655" y="2735108"/>
                  <a:pt x="1341157" y="2734776"/>
                  <a:pt x="1340908" y="2734361"/>
                </a:cubicBezTo>
                <a:lnTo>
                  <a:pt x="1330772" y="2716831"/>
                </a:lnTo>
                <a:cubicBezTo>
                  <a:pt x="1330523" y="2716415"/>
                  <a:pt x="1330523" y="2715834"/>
                  <a:pt x="1330772" y="2715419"/>
                </a:cubicBezTo>
                <a:lnTo>
                  <a:pt x="1340908" y="2697889"/>
                </a:lnTo>
                <a:cubicBezTo>
                  <a:pt x="1341157" y="2697390"/>
                  <a:pt x="1341655" y="2697141"/>
                  <a:pt x="1342154" y="2697141"/>
                </a:cubicBezTo>
                <a:lnTo>
                  <a:pt x="1362425" y="2697141"/>
                </a:lnTo>
                <a:cubicBezTo>
                  <a:pt x="1362924" y="2697141"/>
                  <a:pt x="1363422" y="2697473"/>
                  <a:pt x="1363671" y="2697889"/>
                </a:cubicBezTo>
                <a:lnTo>
                  <a:pt x="1373807" y="2715419"/>
                </a:lnTo>
                <a:cubicBezTo>
                  <a:pt x="1374056" y="2715834"/>
                  <a:pt x="1374056" y="2716415"/>
                  <a:pt x="1373807" y="2716831"/>
                </a:cubicBezTo>
                <a:lnTo>
                  <a:pt x="1363671" y="2734361"/>
                </a:lnTo>
                <a:cubicBezTo>
                  <a:pt x="1363422" y="2734859"/>
                  <a:pt x="1362924" y="2735108"/>
                  <a:pt x="1362425" y="2735108"/>
                </a:cubicBezTo>
                <a:close/>
                <a:moveTo>
                  <a:pt x="3388486" y="3283421"/>
                </a:moveTo>
                <a:cubicBezTo>
                  <a:pt x="3387987" y="3283421"/>
                  <a:pt x="3387489" y="3283089"/>
                  <a:pt x="3387240" y="3282674"/>
                </a:cubicBezTo>
                <a:lnTo>
                  <a:pt x="3377104" y="3265144"/>
                </a:lnTo>
                <a:cubicBezTo>
                  <a:pt x="3376855" y="3264728"/>
                  <a:pt x="3376855" y="3264147"/>
                  <a:pt x="3377104" y="3263732"/>
                </a:cubicBezTo>
                <a:lnTo>
                  <a:pt x="3387240" y="3246202"/>
                </a:lnTo>
                <a:cubicBezTo>
                  <a:pt x="3387489" y="3245703"/>
                  <a:pt x="3387987" y="3245454"/>
                  <a:pt x="3388486" y="3245454"/>
                </a:cubicBezTo>
                <a:lnTo>
                  <a:pt x="3408757" y="3245454"/>
                </a:lnTo>
                <a:cubicBezTo>
                  <a:pt x="3409256" y="3245454"/>
                  <a:pt x="3409754" y="3245786"/>
                  <a:pt x="3410003" y="3246202"/>
                </a:cubicBezTo>
                <a:lnTo>
                  <a:pt x="3420139" y="3263732"/>
                </a:lnTo>
                <a:cubicBezTo>
                  <a:pt x="3420388" y="3264147"/>
                  <a:pt x="3420388" y="3264728"/>
                  <a:pt x="3420139" y="3265144"/>
                </a:cubicBezTo>
                <a:lnTo>
                  <a:pt x="3410003" y="3282674"/>
                </a:lnTo>
                <a:cubicBezTo>
                  <a:pt x="3409754" y="3283172"/>
                  <a:pt x="3409256" y="3283421"/>
                  <a:pt x="3408757" y="3283421"/>
                </a:cubicBezTo>
                <a:close/>
                <a:moveTo>
                  <a:pt x="1642906" y="2816167"/>
                </a:moveTo>
                <a:cubicBezTo>
                  <a:pt x="1642407" y="2816168"/>
                  <a:pt x="1641909" y="2815836"/>
                  <a:pt x="1641659" y="2815419"/>
                </a:cubicBezTo>
                <a:lnTo>
                  <a:pt x="1631358" y="2797557"/>
                </a:lnTo>
                <a:cubicBezTo>
                  <a:pt x="1631109" y="2797060"/>
                  <a:pt x="1631109" y="2796478"/>
                  <a:pt x="1631358" y="2796063"/>
                </a:cubicBezTo>
                <a:lnTo>
                  <a:pt x="1641659" y="2778200"/>
                </a:lnTo>
                <a:cubicBezTo>
                  <a:pt x="1641909" y="2777701"/>
                  <a:pt x="1642407" y="2777453"/>
                  <a:pt x="1642906" y="2777453"/>
                </a:cubicBezTo>
                <a:lnTo>
                  <a:pt x="1663592" y="2777452"/>
                </a:lnTo>
                <a:cubicBezTo>
                  <a:pt x="1664091" y="2777453"/>
                  <a:pt x="1664589" y="2777785"/>
                  <a:pt x="1664839" y="2778200"/>
                </a:cubicBezTo>
                <a:lnTo>
                  <a:pt x="1675141" y="2796063"/>
                </a:lnTo>
                <a:cubicBezTo>
                  <a:pt x="1675390" y="2796561"/>
                  <a:pt x="1675390" y="2797143"/>
                  <a:pt x="1675141" y="2797558"/>
                </a:cubicBezTo>
                <a:lnTo>
                  <a:pt x="1664839" y="2815420"/>
                </a:lnTo>
                <a:cubicBezTo>
                  <a:pt x="1664589" y="2815918"/>
                  <a:pt x="1664091" y="2816168"/>
                  <a:pt x="1663592" y="2816168"/>
                </a:cubicBezTo>
                <a:close/>
                <a:moveTo>
                  <a:pt x="2365141" y="3009690"/>
                </a:moveTo>
                <a:cubicBezTo>
                  <a:pt x="2364643" y="3009690"/>
                  <a:pt x="2364144" y="3009358"/>
                  <a:pt x="2363895" y="3008942"/>
                </a:cubicBezTo>
                <a:lnTo>
                  <a:pt x="2353593" y="2991080"/>
                </a:lnTo>
                <a:cubicBezTo>
                  <a:pt x="2353344" y="2990582"/>
                  <a:pt x="2353344" y="2990000"/>
                  <a:pt x="2353593" y="2989585"/>
                </a:cubicBezTo>
                <a:lnTo>
                  <a:pt x="2363895" y="2971723"/>
                </a:lnTo>
                <a:cubicBezTo>
                  <a:pt x="2364144" y="2971224"/>
                  <a:pt x="2364643" y="2970975"/>
                  <a:pt x="2365141" y="2970975"/>
                </a:cubicBezTo>
                <a:lnTo>
                  <a:pt x="2385828" y="2970975"/>
                </a:lnTo>
                <a:cubicBezTo>
                  <a:pt x="2386326" y="2970975"/>
                  <a:pt x="2386825" y="2971307"/>
                  <a:pt x="2387074" y="2971723"/>
                </a:cubicBezTo>
                <a:lnTo>
                  <a:pt x="2397376" y="2989585"/>
                </a:lnTo>
                <a:cubicBezTo>
                  <a:pt x="2397625" y="2990083"/>
                  <a:pt x="2397625" y="2990665"/>
                  <a:pt x="2397376" y="2991080"/>
                </a:cubicBezTo>
                <a:lnTo>
                  <a:pt x="2387074" y="3008942"/>
                </a:lnTo>
                <a:cubicBezTo>
                  <a:pt x="2386825" y="3009440"/>
                  <a:pt x="2386326" y="3009690"/>
                  <a:pt x="2385828" y="3009690"/>
                </a:cubicBezTo>
                <a:close/>
                <a:moveTo>
                  <a:pt x="3508679" y="3316100"/>
                </a:moveTo>
                <a:cubicBezTo>
                  <a:pt x="3508181" y="3316100"/>
                  <a:pt x="3507682" y="3315768"/>
                  <a:pt x="3507434" y="3315352"/>
                </a:cubicBezTo>
                <a:lnTo>
                  <a:pt x="3497132" y="3297490"/>
                </a:lnTo>
                <a:cubicBezTo>
                  <a:pt x="3496882" y="3296992"/>
                  <a:pt x="3496883" y="3296410"/>
                  <a:pt x="3497131" y="3295995"/>
                </a:cubicBezTo>
                <a:lnTo>
                  <a:pt x="3507434" y="3278133"/>
                </a:lnTo>
                <a:cubicBezTo>
                  <a:pt x="3507683" y="3277634"/>
                  <a:pt x="3508182" y="3277385"/>
                  <a:pt x="3508680" y="3277385"/>
                </a:cubicBezTo>
                <a:lnTo>
                  <a:pt x="3529366" y="3277385"/>
                </a:lnTo>
                <a:cubicBezTo>
                  <a:pt x="3529864" y="3277385"/>
                  <a:pt x="3530364" y="3277717"/>
                  <a:pt x="3530612" y="3278133"/>
                </a:cubicBezTo>
                <a:lnTo>
                  <a:pt x="3540914" y="3295995"/>
                </a:lnTo>
                <a:cubicBezTo>
                  <a:pt x="3541163" y="3296493"/>
                  <a:pt x="3541164" y="3297075"/>
                  <a:pt x="3540914" y="3297490"/>
                </a:cubicBezTo>
                <a:lnTo>
                  <a:pt x="3530612" y="3315352"/>
                </a:lnTo>
                <a:cubicBezTo>
                  <a:pt x="3530363" y="3315850"/>
                  <a:pt x="3529865" y="3316100"/>
                  <a:pt x="3529367" y="3316100"/>
                </a:cubicBezTo>
                <a:close/>
                <a:moveTo>
                  <a:pt x="3568865" y="3332227"/>
                </a:moveTo>
                <a:cubicBezTo>
                  <a:pt x="3568367" y="3332227"/>
                  <a:pt x="3567868" y="3331895"/>
                  <a:pt x="3567619" y="3331479"/>
                </a:cubicBezTo>
                <a:lnTo>
                  <a:pt x="3557317" y="3313617"/>
                </a:lnTo>
                <a:cubicBezTo>
                  <a:pt x="3557068" y="3313119"/>
                  <a:pt x="3557068" y="3312537"/>
                  <a:pt x="3557317" y="3312122"/>
                </a:cubicBezTo>
                <a:lnTo>
                  <a:pt x="3567619" y="3294260"/>
                </a:lnTo>
                <a:cubicBezTo>
                  <a:pt x="3567869" y="3293761"/>
                  <a:pt x="3568367" y="3293512"/>
                  <a:pt x="3568865" y="3293512"/>
                </a:cubicBezTo>
                <a:lnTo>
                  <a:pt x="3589552" y="3293512"/>
                </a:lnTo>
                <a:cubicBezTo>
                  <a:pt x="3590050" y="3293512"/>
                  <a:pt x="3590549" y="3293844"/>
                  <a:pt x="3590798" y="3294260"/>
                </a:cubicBezTo>
                <a:lnTo>
                  <a:pt x="3601100" y="3312122"/>
                </a:lnTo>
                <a:cubicBezTo>
                  <a:pt x="3601349" y="3312620"/>
                  <a:pt x="3601350" y="3313202"/>
                  <a:pt x="3601100" y="3313617"/>
                </a:cubicBezTo>
                <a:lnTo>
                  <a:pt x="3590798" y="3331479"/>
                </a:lnTo>
                <a:cubicBezTo>
                  <a:pt x="3590549" y="3331977"/>
                  <a:pt x="3590051" y="3332227"/>
                  <a:pt x="3589553" y="3332227"/>
                </a:cubicBezTo>
                <a:close/>
                <a:moveTo>
                  <a:pt x="3629052" y="3348354"/>
                </a:moveTo>
                <a:cubicBezTo>
                  <a:pt x="3628554" y="3348354"/>
                  <a:pt x="3628055" y="3348022"/>
                  <a:pt x="3627806" y="3347606"/>
                </a:cubicBezTo>
                <a:lnTo>
                  <a:pt x="3617504" y="3329744"/>
                </a:lnTo>
                <a:cubicBezTo>
                  <a:pt x="3617255" y="3329246"/>
                  <a:pt x="3617255" y="3328664"/>
                  <a:pt x="3617504" y="3328249"/>
                </a:cubicBezTo>
                <a:lnTo>
                  <a:pt x="3627806" y="3310387"/>
                </a:lnTo>
                <a:cubicBezTo>
                  <a:pt x="3628055" y="3309888"/>
                  <a:pt x="3628554" y="3309639"/>
                  <a:pt x="3629052" y="3309639"/>
                </a:cubicBezTo>
                <a:lnTo>
                  <a:pt x="3649739" y="3309639"/>
                </a:lnTo>
                <a:cubicBezTo>
                  <a:pt x="3650237" y="3309639"/>
                  <a:pt x="3650736" y="3309971"/>
                  <a:pt x="3650985" y="3310387"/>
                </a:cubicBezTo>
                <a:lnTo>
                  <a:pt x="3661287" y="3328249"/>
                </a:lnTo>
                <a:cubicBezTo>
                  <a:pt x="3661536" y="3328747"/>
                  <a:pt x="3661536" y="3329329"/>
                  <a:pt x="3661287" y="3329744"/>
                </a:cubicBezTo>
                <a:lnTo>
                  <a:pt x="3650985" y="3347606"/>
                </a:lnTo>
                <a:cubicBezTo>
                  <a:pt x="3650736" y="3348104"/>
                  <a:pt x="3650237" y="3348354"/>
                  <a:pt x="3649739" y="3348354"/>
                </a:cubicBezTo>
                <a:close/>
                <a:moveTo>
                  <a:pt x="4351286" y="3541876"/>
                </a:moveTo>
                <a:cubicBezTo>
                  <a:pt x="4350787" y="3541876"/>
                  <a:pt x="4350289" y="3541544"/>
                  <a:pt x="4350041" y="3541128"/>
                </a:cubicBezTo>
                <a:lnTo>
                  <a:pt x="4339739" y="3523266"/>
                </a:lnTo>
                <a:cubicBezTo>
                  <a:pt x="4339489" y="3522768"/>
                  <a:pt x="4339490" y="3522186"/>
                  <a:pt x="4339739" y="3521771"/>
                </a:cubicBezTo>
                <a:lnTo>
                  <a:pt x="4350041" y="3503909"/>
                </a:lnTo>
                <a:cubicBezTo>
                  <a:pt x="4350290" y="3503410"/>
                  <a:pt x="4350788" y="3503161"/>
                  <a:pt x="4351287" y="3503161"/>
                </a:cubicBezTo>
                <a:lnTo>
                  <a:pt x="4371974" y="3503161"/>
                </a:lnTo>
                <a:cubicBezTo>
                  <a:pt x="4372471" y="3503161"/>
                  <a:pt x="4372971" y="3503493"/>
                  <a:pt x="4373219" y="3503909"/>
                </a:cubicBezTo>
                <a:lnTo>
                  <a:pt x="4383521" y="3521771"/>
                </a:lnTo>
                <a:cubicBezTo>
                  <a:pt x="4383770" y="3522269"/>
                  <a:pt x="4383771" y="3522851"/>
                  <a:pt x="4383521" y="3523266"/>
                </a:cubicBezTo>
                <a:lnTo>
                  <a:pt x="4373219" y="3541128"/>
                </a:lnTo>
                <a:cubicBezTo>
                  <a:pt x="4372970" y="3541626"/>
                  <a:pt x="4372472" y="3541876"/>
                  <a:pt x="4371974" y="3541876"/>
                </a:cubicBezTo>
                <a:close/>
                <a:moveTo>
                  <a:pt x="4531845" y="3590256"/>
                </a:moveTo>
                <a:cubicBezTo>
                  <a:pt x="4531346" y="3590256"/>
                  <a:pt x="4530848" y="3589924"/>
                  <a:pt x="4530599" y="3589508"/>
                </a:cubicBezTo>
                <a:lnTo>
                  <a:pt x="4520297" y="3571646"/>
                </a:lnTo>
                <a:cubicBezTo>
                  <a:pt x="4520048" y="3571148"/>
                  <a:pt x="4520048" y="3570566"/>
                  <a:pt x="4520297" y="3570151"/>
                </a:cubicBezTo>
                <a:lnTo>
                  <a:pt x="4530599" y="3552289"/>
                </a:lnTo>
                <a:cubicBezTo>
                  <a:pt x="4530848" y="3551790"/>
                  <a:pt x="4531346" y="3551542"/>
                  <a:pt x="4531845" y="3551541"/>
                </a:cubicBezTo>
                <a:lnTo>
                  <a:pt x="4552532" y="3551541"/>
                </a:lnTo>
                <a:cubicBezTo>
                  <a:pt x="4553030" y="3551542"/>
                  <a:pt x="4553529" y="3551873"/>
                  <a:pt x="4553778" y="3552289"/>
                </a:cubicBezTo>
                <a:lnTo>
                  <a:pt x="4564080" y="3570152"/>
                </a:lnTo>
                <a:cubicBezTo>
                  <a:pt x="4564329" y="3570649"/>
                  <a:pt x="4564329" y="3571232"/>
                  <a:pt x="4564080" y="3571647"/>
                </a:cubicBezTo>
                <a:lnTo>
                  <a:pt x="4553778" y="3589509"/>
                </a:lnTo>
                <a:cubicBezTo>
                  <a:pt x="4553529" y="3590007"/>
                  <a:pt x="4553030" y="3590257"/>
                  <a:pt x="4552532" y="3590257"/>
                </a:cubicBezTo>
                <a:close/>
                <a:moveTo>
                  <a:pt x="4592032" y="3606383"/>
                </a:moveTo>
                <a:cubicBezTo>
                  <a:pt x="4591533" y="3606383"/>
                  <a:pt x="4591035" y="3606052"/>
                  <a:pt x="4590786" y="3605635"/>
                </a:cubicBezTo>
                <a:lnTo>
                  <a:pt x="4580484" y="3587773"/>
                </a:lnTo>
                <a:cubicBezTo>
                  <a:pt x="4580235" y="3587276"/>
                  <a:pt x="4580235" y="3586693"/>
                  <a:pt x="4580484" y="3586278"/>
                </a:cubicBezTo>
                <a:lnTo>
                  <a:pt x="4590786" y="3568416"/>
                </a:lnTo>
                <a:cubicBezTo>
                  <a:pt x="4591035" y="3567917"/>
                  <a:pt x="4591533" y="3567669"/>
                  <a:pt x="4592032" y="3567668"/>
                </a:cubicBezTo>
                <a:lnTo>
                  <a:pt x="4612719" y="3567668"/>
                </a:lnTo>
                <a:cubicBezTo>
                  <a:pt x="4613217" y="3567669"/>
                  <a:pt x="4613716" y="3568001"/>
                  <a:pt x="4613965" y="3568416"/>
                </a:cubicBezTo>
                <a:lnTo>
                  <a:pt x="4624267" y="3586279"/>
                </a:lnTo>
                <a:cubicBezTo>
                  <a:pt x="4624516" y="3586777"/>
                  <a:pt x="4624516" y="3587359"/>
                  <a:pt x="4624267" y="3587774"/>
                </a:cubicBezTo>
                <a:lnTo>
                  <a:pt x="4613965" y="3605636"/>
                </a:lnTo>
                <a:cubicBezTo>
                  <a:pt x="4613716" y="3606134"/>
                  <a:pt x="4613217" y="3606384"/>
                  <a:pt x="4612719" y="3606384"/>
                </a:cubicBezTo>
                <a:close/>
                <a:moveTo>
                  <a:pt x="3328039" y="3267792"/>
                </a:moveTo>
                <a:cubicBezTo>
                  <a:pt x="3327540" y="3267792"/>
                  <a:pt x="3327042" y="3267460"/>
                  <a:pt x="3326793" y="3267044"/>
                </a:cubicBezTo>
                <a:lnTo>
                  <a:pt x="3316409" y="3249099"/>
                </a:lnTo>
                <a:cubicBezTo>
                  <a:pt x="3316160" y="3248601"/>
                  <a:pt x="3316159" y="3248019"/>
                  <a:pt x="3316409" y="3247604"/>
                </a:cubicBezTo>
                <a:lnTo>
                  <a:pt x="3326793" y="3229659"/>
                </a:lnTo>
                <a:cubicBezTo>
                  <a:pt x="3327043" y="3229160"/>
                  <a:pt x="3327540" y="3228911"/>
                  <a:pt x="3328040" y="3228911"/>
                </a:cubicBezTo>
                <a:lnTo>
                  <a:pt x="3348809" y="3228911"/>
                </a:lnTo>
                <a:cubicBezTo>
                  <a:pt x="3349307" y="3228911"/>
                  <a:pt x="3349806" y="3229243"/>
                  <a:pt x="3350056" y="3229659"/>
                </a:cubicBezTo>
                <a:lnTo>
                  <a:pt x="3360440" y="3247604"/>
                </a:lnTo>
                <a:cubicBezTo>
                  <a:pt x="3360689" y="3248102"/>
                  <a:pt x="3360689" y="3248684"/>
                  <a:pt x="3360440" y="3249099"/>
                </a:cubicBezTo>
                <a:lnTo>
                  <a:pt x="3350056" y="3267044"/>
                </a:lnTo>
                <a:cubicBezTo>
                  <a:pt x="3349806" y="3267543"/>
                  <a:pt x="3349308" y="3267792"/>
                  <a:pt x="3348810" y="3267792"/>
                </a:cubicBezTo>
                <a:close/>
                <a:moveTo>
                  <a:pt x="3749342" y="3380680"/>
                </a:moveTo>
                <a:cubicBezTo>
                  <a:pt x="3748843" y="3380680"/>
                  <a:pt x="3748345" y="3380348"/>
                  <a:pt x="3748097" y="3379932"/>
                </a:cubicBezTo>
                <a:lnTo>
                  <a:pt x="3737712" y="3361987"/>
                </a:lnTo>
                <a:cubicBezTo>
                  <a:pt x="3737463" y="3361489"/>
                  <a:pt x="3737462" y="3360907"/>
                  <a:pt x="3737712" y="3360492"/>
                </a:cubicBezTo>
                <a:lnTo>
                  <a:pt x="3748096" y="3342547"/>
                </a:lnTo>
                <a:cubicBezTo>
                  <a:pt x="3748346" y="3342048"/>
                  <a:pt x="3748844" y="3341799"/>
                  <a:pt x="3749343" y="3341799"/>
                </a:cubicBezTo>
                <a:lnTo>
                  <a:pt x="3770112" y="3341799"/>
                </a:lnTo>
                <a:cubicBezTo>
                  <a:pt x="3770610" y="3341799"/>
                  <a:pt x="3771109" y="3342131"/>
                  <a:pt x="3771359" y="3342547"/>
                </a:cubicBezTo>
                <a:lnTo>
                  <a:pt x="3781743" y="3360492"/>
                </a:lnTo>
                <a:cubicBezTo>
                  <a:pt x="3781993" y="3360990"/>
                  <a:pt x="3781992" y="3361572"/>
                  <a:pt x="3781744" y="3361987"/>
                </a:cubicBezTo>
                <a:lnTo>
                  <a:pt x="3771359" y="3379932"/>
                </a:lnTo>
                <a:cubicBezTo>
                  <a:pt x="3771110" y="3380431"/>
                  <a:pt x="3770611" y="3380680"/>
                  <a:pt x="3770113" y="3380680"/>
                </a:cubicBezTo>
                <a:close/>
                <a:moveTo>
                  <a:pt x="3869715" y="3412933"/>
                </a:moveTo>
                <a:cubicBezTo>
                  <a:pt x="3869216" y="3412933"/>
                  <a:pt x="3868718" y="3412602"/>
                  <a:pt x="3868469" y="3412185"/>
                </a:cubicBezTo>
                <a:lnTo>
                  <a:pt x="3858084" y="3394240"/>
                </a:lnTo>
                <a:cubicBezTo>
                  <a:pt x="3857835" y="3393742"/>
                  <a:pt x="3857835" y="3393160"/>
                  <a:pt x="3858084" y="3392745"/>
                </a:cubicBezTo>
                <a:lnTo>
                  <a:pt x="3868469" y="3374800"/>
                </a:lnTo>
                <a:cubicBezTo>
                  <a:pt x="3868718" y="3374302"/>
                  <a:pt x="3869216" y="3374052"/>
                  <a:pt x="3869715" y="3374052"/>
                </a:cubicBezTo>
                <a:lnTo>
                  <a:pt x="3890485" y="3374052"/>
                </a:lnTo>
                <a:cubicBezTo>
                  <a:pt x="3890983" y="3374052"/>
                  <a:pt x="3891482" y="3374384"/>
                  <a:pt x="3891731" y="3374800"/>
                </a:cubicBezTo>
                <a:lnTo>
                  <a:pt x="3902116" y="3392746"/>
                </a:lnTo>
                <a:cubicBezTo>
                  <a:pt x="3902365" y="3393243"/>
                  <a:pt x="3902365" y="3393825"/>
                  <a:pt x="3902116" y="3394240"/>
                </a:cubicBezTo>
                <a:lnTo>
                  <a:pt x="3891731" y="3412185"/>
                </a:lnTo>
                <a:cubicBezTo>
                  <a:pt x="3891482" y="3412684"/>
                  <a:pt x="3890983" y="3412933"/>
                  <a:pt x="3890485" y="3412933"/>
                </a:cubicBezTo>
                <a:close/>
                <a:moveTo>
                  <a:pt x="4291019" y="3525821"/>
                </a:moveTo>
                <a:cubicBezTo>
                  <a:pt x="4290520" y="3525822"/>
                  <a:pt x="4290022" y="3525490"/>
                  <a:pt x="4289773" y="3525074"/>
                </a:cubicBezTo>
                <a:lnTo>
                  <a:pt x="4279388" y="3507128"/>
                </a:lnTo>
                <a:cubicBezTo>
                  <a:pt x="4279139" y="3506631"/>
                  <a:pt x="4279139" y="3506048"/>
                  <a:pt x="4279388" y="3505634"/>
                </a:cubicBezTo>
                <a:lnTo>
                  <a:pt x="4289773" y="3487688"/>
                </a:lnTo>
                <a:cubicBezTo>
                  <a:pt x="4290022" y="3487190"/>
                  <a:pt x="4290520" y="3486940"/>
                  <a:pt x="4291019" y="3486940"/>
                </a:cubicBezTo>
                <a:lnTo>
                  <a:pt x="4311789" y="3486940"/>
                </a:lnTo>
                <a:cubicBezTo>
                  <a:pt x="4312287" y="3486940"/>
                  <a:pt x="4312786" y="3487272"/>
                  <a:pt x="4313035" y="3487689"/>
                </a:cubicBezTo>
                <a:lnTo>
                  <a:pt x="4323420" y="3505634"/>
                </a:lnTo>
                <a:cubicBezTo>
                  <a:pt x="4323669" y="3506132"/>
                  <a:pt x="4323669" y="3506714"/>
                  <a:pt x="4323420" y="3507129"/>
                </a:cubicBezTo>
                <a:lnTo>
                  <a:pt x="4313035" y="3525073"/>
                </a:lnTo>
                <a:cubicBezTo>
                  <a:pt x="4312786" y="3525572"/>
                  <a:pt x="4312287" y="3525822"/>
                  <a:pt x="4311789" y="3525821"/>
                </a:cubicBezTo>
                <a:close/>
                <a:moveTo>
                  <a:pt x="4471578" y="3574202"/>
                </a:moveTo>
                <a:cubicBezTo>
                  <a:pt x="4471079" y="3574202"/>
                  <a:pt x="4470581" y="3573870"/>
                  <a:pt x="4470332" y="3573454"/>
                </a:cubicBezTo>
                <a:lnTo>
                  <a:pt x="4459947" y="3555509"/>
                </a:lnTo>
                <a:cubicBezTo>
                  <a:pt x="4459698" y="3555011"/>
                  <a:pt x="4459698" y="3554429"/>
                  <a:pt x="4459947" y="3554014"/>
                </a:cubicBezTo>
                <a:lnTo>
                  <a:pt x="4470332" y="3536069"/>
                </a:lnTo>
                <a:cubicBezTo>
                  <a:pt x="4470581" y="3535570"/>
                  <a:pt x="4471079" y="3535321"/>
                  <a:pt x="4471578" y="3535321"/>
                </a:cubicBezTo>
                <a:lnTo>
                  <a:pt x="4492348" y="3535321"/>
                </a:lnTo>
                <a:cubicBezTo>
                  <a:pt x="4492846" y="3535321"/>
                  <a:pt x="4493345" y="3535653"/>
                  <a:pt x="4493594" y="3536069"/>
                </a:cubicBezTo>
                <a:lnTo>
                  <a:pt x="4503979" y="3554014"/>
                </a:lnTo>
                <a:cubicBezTo>
                  <a:pt x="4504228" y="3554512"/>
                  <a:pt x="4504228" y="3555094"/>
                  <a:pt x="4503979" y="3555509"/>
                </a:cubicBezTo>
                <a:lnTo>
                  <a:pt x="4493594" y="3573454"/>
                </a:lnTo>
                <a:cubicBezTo>
                  <a:pt x="4493345" y="3573953"/>
                  <a:pt x="4492846" y="3574202"/>
                  <a:pt x="4492348" y="3574202"/>
                </a:cubicBezTo>
                <a:close/>
                <a:moveTo>
                  <a:pt x="4772509" y="3654836"/>
                </a:moveTo>
                <a:cubicBezTo>
                  <a:pt x="4772010" y="3654836"/>
                  <a:pt x="4771512" y="3654504"/>
                  <a:pt x="4771263" y="3654088"/>
                </a:cubicBezTo>
                <a:lnTo>
                  <a:pt x="4760878" y="3636143"/>
                </a:lnTo>
                <a:cubicBezTo>
                  <a:pt x="4760629" y="3635645"/>
                  <a:pt x="4760629" y="3635063"/>
                  <a:pt x="4760878" y="3634648"/>
                </a:cubicBezTo>
                <a:lnTo>
                  <a:pt x="4771263" y="3616703"/>
                </a:lnTo>
                <a:cubicBezTo>
                  <a:pt x="4771512" y="3616204"/>
                  <a:pt x="4772010" y="3615955"/>
                  <a:pt x="4772509" y="3615955"/>
                </a:cubicBezTo>
                <a:lnTo>
                  <a:pt x="4793279" y="3615955"/>
                </a:lnTo>
                <a:cubicBezTo>
                  <a:pt x="4793777" y="3615955"/>
                  <a:pt x="4794276" y="3616287"/>
                  <a:pt x="4794525" y="3616703"/>
                </a:cubicBezTo>
                <a:lnTo>
                  <a:pt x="4804910" y="3634648"/>
                </a:lnTo>
                <a:cubicBezTo>
                  <a:pt x="4805159" y="3635146"/>
                  <a:pt x="4805159" y="3635728"/>
                  <a:pt x="4804910" y="3636143"/>
                </a:cubicBezTo>
                <a:lnTo>
                  <a:pt x="4794525" y="3654088"/>
                </a:lnTo>
                <a:cubicBezTo>
                  <a:pt x="4794276" y="3654587"/>
                  <a:pt x="4793777" y="3654836"/>
                  <a:pt x="4793279" y="3654836"/>
                </a:cubicBezTo>
                <a:close/>
                <a:moveTo>
                  <a:pt x="4832695" y="3670963"/>
                </a:moveTo>
                <a:cubicBezTo>
                  <a:pt x="4832196" y="3670963"/>
                  <a:pt x="4831698" y="3670631"/>
                  <a:pt x="4831449" y="3670215"/>
                </a:cubicBezTo>
                <a:lnTo>
                  <a:pt x="4821064" y="3652270"/>
                </a:lnTo>
                <a:cubicBezTo>
                  <a:pt x="4820815" y="3651772"/>
                  <a:pt x="4820815" y="3651190"/>
                  <a:pt x="4821064" y="3650775"/>
                </a:cubicBezTo>
                <a:lnTo>
                  <a:pt x="4831449" y="3632830"/>
                </a:lnTo>
                <a:cubicBezTo>
                  <a:pt x="4831698" y="3632331"/>
                  <a:pt x="4832196" y="3632082"/>
                  <a:pt x="4832695" y="3632082"/>
                </a:cubicBezTo>
                <a:lnTo>
                  <a:pt x="4853465" y="3632082"/>
                </a:lnTo>
                <a:cubicBezTo>
                  <a:pt x="4853963" y="3632082"/>
                  <a:pt x="4854462" y="3632414"/>
                  <a:pt x="4854711" y="3632830"/>
                </a:cubicBezTo>
                <a:lnTo>
                  <a:pt x="4865096" y="3650775"/>
                </a:lnTo>
                <a:cubicBezTo>
                  <a:pt x="4865345" y="3651273"/>
                  <a:pt x="4865345" y="3651855"/>
                  <a:pt x="4865096" y="3652270"/>
                </a:cubicBezTo>
                <a:lnTo>
                  <a:pt x="4854711" y="3670215"/>
                </a:lnTo>
                <a:cubicBezTo>
                  <a:pt x="4854462" y="3670714"/>
                  <a:pt x="4853963" y="3670963"/>
                  <a:pt x="4853465" y="3670963"/>
                </a:cubicBezTo>
                <a:close/>
                <a:moveTo>
                  <a:pt x="2003859" y="2913083"/>
                </a:moveTo>
                <a:cubicBezTo>
                  <a:pt x="2003360" y="2913083"/>
                  <a:pt x="2002863" y="2912751"/>
                  <a:pt x="2002614" y="2912336"/>
                </a:cubicBezTo>
                <a:lnTo>
                  <a:pt x="1992229" y="2894307"/>
                </a:lnTo>
                <a:cubicBezTo>
                  <a:pt x="1991980" y="2893809"/>
                  <a:pt x="1991980" y="2893227"/>
                  <a:pt x="1992229" y="2892812"/>
                </a:cubicBezTo>
                <a:lnTo>
                  <a:pt x="2002697" y="2874784"/>
                </a:lnTo>
                <a:cubicBezTo>
                  <a:pt x="2002945" y="2874285"/>
                  <a:pt x="2003445" y="2874036"/>
                  <a:pt x="2003943" y="2874036"/>
                </a:cubicBezTo>
                <a:lnTo>
                  <a:pt x="2024795" y="2874036"/>
                </a:lnTo>
                <a:cubicBezTo>
                  <a:pt x="2025294" y="2874036"/>
                  <a:pt x="2025792" y="2874368"/>
                  <a:pt x="2026042" y="2874784"/>
                </a:cubicBezTo>
                <a:lnTo>
                  <a:pt x="2036427" y="2892812"/>
                </a:lnTo>
                <a:cubicBezTo>
                  <a:pt x="2036676" y="2893310"/>
                  <a:pt x="2036676" y="2893892"/>
                  <a:pt x="2036427" y="2894307"/>
                </a:cubicBezTo>
                <a:lnTo>
                  <a:pt x="2025959" y="2912336"/>
                </a:lnTo>
                <a:cubicBezTo>
                  <a:pt x="2025710" y="2912834"/>
                  <a:pt x="2025210" y="2913083"/>
                  <a:pt x="2024712" y="2913083"/>
                </a:cubicBezTo>
                <a:close/>
                <a:moveTo>
                  <a:pt x="2545534" y="3058224"/>
                </a:moveTo>
                <a:cubicBezTo>
                  <a:pt x="2545035" y="3058225"/>
                  <a:pt x="2544538" y="3057893"/>
                  <a:pt x="2544288" y="3057478"/>
                </a:cubicBezTo>
                <a:lnTo>
                  <a:pt x="2533903" y="3039449"/>
                </a:lnTo>
                <a:cubicBezTo>
                  <a:pt x="2533654" y="3038950"/>
                  <a:pt x="2533654" y="3038369"/>
                  <a:pt x="2533903" y="3037953"/>
                </a:cubicBezTo>
                <a:lnTo>
                  <a:pt x="2544372" y="3019926"/>
                </a:lnTo>
                <a:cubicBezTo>
                  <a:pt x="2544620" y="3019427"/>
                  <a:pt x="2545120" y="3019178"/>
                  <a:pt x="2545618" y="3019178"/>
                </a:cubicBezTo>
                <a:lnTo>
                  <a:pt x="2566471" y="3019178"/>
                </a:lnTo>
                <a:cubicBezTo>
                  <a:pt x="2566970" y="3019178"/>
                  <a:pt x="2567467" y="3019509"/>
                  <a:pt x="2567716" y="3019926"/>
                </a:cubicBezTo>
                <a:lnTo>
                  <a:pt x="2578101" y="3037954"/>
                </a:lnTo>
                <a:cubicBezTo>
                  <a:pt x="2578350" y="3038452"/>
                  <a:pt x="2578350" y="3039033"/>
                  <a:pt x="2578101" y="3039449"/>
                </a:cubicBezTo>
                <a:lnTo>
                  <a:pt x="2567633" y="3057478"/>
                </a:lnTo>
                <a:cubicBezTo>
                  <a:pt x="2567385" y="3057976"/>
                  <a:pt x="2566885" y="3058225"/>
                  <a:pt x="2566387" y="3058225"/>
                </a:cubicBezTo>
                <a:close/>
                <a:moveTo>
                  <a:pt x="3689072" y="3364635"/>
                </a:moveTo>
                <a:cubicBezTo>
                  <a:pt x="3688573" y="3364635"/>
                  <a:pt x="3688076" y="3364303"/>
                  <a:pt x="3687827" y="3363888"/>
                </a:cubicBezTo>
                <a:lnTo>
                  <a:pt x="3677442" y="3345859"/>
                </a:lnTo>
                <a:cubicBezTo>
                  <a:pt x="3677193" y="3345361"/>
                  <a:pt x="3677193" y="3344779"/>
                  <a:pt x="3677442" y="3344364"/>
                </a:cubicBezTo>
                <a:lnTo>
                  <a:pt x="3687910" y="3326336"/>
                </a:lnTo>
                <a:cubicBezTo>
                  <a:pt x="3688158" y="3325837"/>
                  <a:pt x="3688658" y="3325588"/>
                  <a:pt x="3689156" y="3325588"/>
                </a:cubicBezTo>
                <a:lnTo>
                  <a:pt x="3710009" y="3325588"/>
                </a:lnTo>
                <a:cubicBezTo>
                  <a:pt x="3710508" y="3325588"/>
                  <a:pt x="3711006" y="3325920"/>
                  <a:pt x="3711255" y="3326336"/>
                </a:cubicBezTo>
                <a:lnTo>
                  <a:pt x="3721640" y="3344364"/>
                </a:lnTo>
                <a:cubicBezTo>
                  <a:pt x="3721889" y="3344862"/>
                  <a:pt x="3721889" y="3345444"/>
                  <a:pt x="3721640" y="3345859"/>
                </a:cubicBezTo>
                <a:lnTo>
                  <a:pt x="3711172" y="3363888"/>
                </a:lnTo>
                <a:cubicBezTo>
                  <a:pt x="3710923" y="3364386"/>
                  <a:pt x="3710423" y="3364635"/>
                  <a:pt x="3709925" y="3364635"/>
                </a:cubicBezTo>
                <a:close/>
                <a:moveTo>
                  <a:pt x="4652052" y="3622664"/>
                </a:moveTo>
                <a:cubicBezTo>
                  <a:pt x="4651553" y="3622664"/>
                  <a:pt x="4651056" y="3622333"/>
                  <a:pt x="4650807" y="3621917"/>
                </a:cubicBezTo>
                <a:lnTo>
                  <a:pt x="4640421" y="3603889"/>
                </a:lnTo>
                <a:cubicBezTo>
                  <a:pt x="4640172" y="3603390"/>
                  <a:pt x="4640172" y="3602809"/>
                  <a:pt x="4640421" y="3602393"/>
                </a:cubicBezTo>
                <a:lnTo>
                  <a:pt x="4650890" y="3584365"/>
                </a:lnTo>
                <a:cubicBezTo>
                  <a:pt x="4651138" y="3583866"/>
                  <a:pt x="4651638" y="3583617"/>
                  <a:pt x="4652136" y="3583617"/>
                </a:cubicBezTo>
                <a:lnTo>
                  <a:pt x="4672989" y="3583618"/>
                </a:lnTo>
                <a:cubicBezTo>
                  <a:pt x="4673488" y="3583617"/>
                  <a:pt x="4673985" y="3583949"/>
                  <a:pt x="4674235" y="3584365"/>
                </a:cubicBezTo>
                <a:lnTo>
                  <a:pt x="4684619" y="3602393"/>
                </a:lnTo>
                <a:cubicBezTo>
                  <a:pt x="4684868" y="3602892"/>
                  <a:pt x="4684868" y="3603473"/>
                  <a:pt x="4684619" y="3603889"/>
                </a:cubicBezTo>
                <a:lnTo>
                  <a:pt x="4674152" y="3621918"/>
                </a:lnTo>
                <a:cubicBezTo>
                  <a:pt x="4673903" y="3622415"/>
                  <a:pt x="4673403" y="3622664"/>
                  <a:pt x="4672905" y="3622664"/>
                </a:cubicBezTo>
                <a:close/>
                <a:moveTo>
                  <a:pt x="4712239" y="3638791"/>
                </a:moveTo>
                <a:cubicBezTo>
                  <a:pt x="4711740" y="3638791"/>
                  <a:pt x="4711242" y="3638460"/>
                  <a:pt x="4710993" y="3638044"/>
                </a:cubicBezTo>
                <a:lnTo>
                  <a:pt x="4700608" y="3620016"/>
                </a:lnTo>
                <a:cubicBezTo>
                  <a:pt x="4700359" y="3619517"/>
                  <a:pt x="4700359" y="3618936"/>
                  <a:pt x="4700608" y="3618520"/>
                </a:cubicBezTo>
                <a:lnTo>
                  <a:pt x="4711076" y="3600492"/>
                </a:lnTo>
                <a:cubicBezTo>
                  <a:pt x="4711325" y="3599993"/>
                  <a:pt x="4711824" y="3599745"/>
                  <a:pt x="4712322" y="3599744"/>
                </a:cubicBezTo>
                <a:lnTo>
                  <a:pt x="4733175" y="3599745"/>
                </a:lnTo>
                <a:cubicBezTo>
                  <a:pt x="4733675" y="3599744"/>
                  <a:pt x="4734172" y="3600076"/>
                  <a:pt x="4734421" y="3600493"/>
                </a:cubicBezTo>
                <a:lnTo>
                  <a:pt x="4744806" y="3618520"/>
                </a:lnTo>
                <a:cubicBezTo>
                  <a:pt x="4745055" y="3619019"/>
                  <a:pt x="4745055" y="3619600"/>
                  <a:pt x="4744806" y="3620016"/>
                </a:cubicBezTo>
                <a:lnTo>
                  <a:pt x="4734338" y="3638045"/>
                </a:lnTo>
                <a:cubicBezTo>
                  <a:pt x="4734090" y="3638542"/>
                  <a:pt x="4733590" y="3638791"/>
                  <a:pt x="4733092" y="3638791"/>
                </a:cubicBezTo>
                <a:close/>
                <a:moveTo>
                  <a:pt x="4892798" y="3687172"/>
                </a:moveTo>
                <a:cubicBezTo>
                  <a:pt x="4892299" y="3687172"/>
                  <a:pt x="4891801" y="3686840"/>
                  <a:pt x="4891552" y="3686425"/>
                </a:cubicBezTo>
                <a:lnTo>
                  <a:pt x="4881167" y="3668396"/>
                </a:lnTo>
                <a:cubicBezTo>
                  <a:pt x="4880918" y="3667898"/>
                  <a:pt x="4880918" y="3667316"/>
                  <a:pt x="4881167" y="3666901"/>
                </a:cubicBezTo>
                <a:lnTo>
                  <a:pt x="4891635" y="3648873"/>
                </a:lnTo>
                <a:cubicBezTo>
                  <a:pt x="4891884" y="3648374"/>
                  <a:pt x="4892383" y="3648125"/>
                  <a:pt x="4892881" y="3648125"/>
                </a:cubicBezTo>
                <a:lnTo>
                  <a:pt x="4913734" y="3648125"/>
                </a:lnTo>
                <a:cubicBezTo>
                  <a:pt x="4914233" y="3648125"/>
                  <a:pt x="4914731" y="3648457"/>
                  <a:pt x="4914980" y="3648873"/>
                </a:cubicBezTo>
                <a:lnTo>
                  <a:pt x="4925365" y="3666901"/>
                </a:lnTo>
                <a:cubicBezTo>
                  <a:pt x="4925614" y="3667399"/>
                  <a:pt x="4925614" y="3667981"/>
                  <a:pt x="4925365" y="3668396"/>
                </a:cubicBezTo>
                <a:lnTo>
                  <a:pt x="4914897" y="3686425"/>
                </a:lnTo>
                <a:cubicBezTo>
                  <a:pt x="4914648" y="3686923"/>
                  <a:pt x="4914149" y="3687172"/>
                  <a:pt x="4913651" y="3687172"/>
                </a:cubicBezTo>
                <a:close/>
                <a:moveTo>
                  <a:pt x="4952984" y="3703299"/>
                </a:moveTo>
                <a:cubicBezTo>
                  <a:pt x="4952485" y="3703299"/>
                  <a:pt x="4951987" y="3702967"/>
                  <a:pt x="4951738" y="3702552"/>
                </a:cubicBezTo>
                <a:lnTo>
                  <a:pt x="4941353" y="3684523"/>
                </a:lnTo>
                <a:cubicBezTo>
                  <a:pt x="4941104" y="3684025"/>
                  <a:pt x="4941104" y="3683443"/>
                  <a:pt x="4941353" y="3683028"/>
                </a:cubicBezTo>
                <a:lnTo>
                  <a:pt x="4951821" y="3665000"/>
                </a:lnTo>
                <a:cubicBezTo>
                  <a:pt x="4952070" y="3664501"/>
                  <a:pt x="4952569" y="3664252"/>
                  <a:pt x="4953067" y="3664252"/>
                </a:cubicBezTo>
                <a:lnTo>
                  <a:pt x="4973920" y="3664252"/>
                </a:lnTo>
                <a:cubicBezTo>
                  <a:pt x="4974419" y="3664252"/>
                  <a:pt x="4974917" y="3664584"/>
                  <a:pt x="4975166" y="3665000"/>
                </a:cubicBezTo>
                <a:lnTo>
                  <a:pt x="4985551" y="3683028"/>
                </a:lnTo>
                <a:cubicBezTo>
                  <a:pt x="4985800" y="3683526"/>
                  <a:pt x="4985800" y="3684108"/>
                  <a:pt x="4985551" y="3684523"/>
                </a:cubicBezTo>
                <a:lnTo>
                  <a:pt x="4975083" y="3702552"/>
                </a:lnTo>
                <a:cubicBezTo>
                  <a:pt x="4974834" y="3703050"/>
                  <a:pt x="4974335" y="3703299"/>
                  <a:pt x="4973837" y="3703299"/>
                </a:cubicBezTo>
                <a:close/>
                <a:moveTo>
                  <a:pt x="5013170" y="3719425"/>
                </a:moveTo>
                <a:cubicBezTo>
                  <a:pt x="5012671" y="3719425"/>
                  <a:pt x="5012173" y="3719094"/>
                  <a:pt x="5011924" y="3718678"/>
                </a:cubicBezTo>
                <a:lnTo>
                  <a:pt x="5001538" y="3700649"/>
                </a:lnTo>
                <a:cubicBezTo>
                  <a:pt x="5001290" y="3700151"/>
                  <a:pt x="5001290" y="3699570"/>
                  <a:pt x="5001539" y="3699154"/>
                </a:cubicBezTo>
                <a:lnTo>
                  <a:pt x="5012007" y="3681126"/>
                </a:lnTo>
                <a:cubicBezTo>
                  <a:pt x="5012256" y="3680628"/>
                  <a:pt x="5012755" y="3680378"/>
                  <a:pt x="5013253" y="3680378"/>
                </a:cubicBezTo>
                <a:lnTo>
                  <a:pt x="5034106" y="3680379"/>
                </a:lnTo>
                <a:cubicBezTo>
                  <a:pt x="5034605" y="3680378"/>
                  <a:pt x="5035103" y="3680710"/>
                  <a:pt x="5035352" y="3681127"/>
                </a:cubicBezTo>
                <a:lnTo>
                  <a:pt x="5045737" y="3699154"/>
                </a:lnTo>
                <a:cubicBezTo>
                  <a:pt x="5045986" y="3699653"/>
                  <a:pt x="5045986" y="3700234"/>
                  <a:pt x="5045736" y="3700650"/>
                </a:cubicBezTo>
                <a:lnTo>
                  <a:pt x="5035269" y="3718679"/>
                </a:lnTo>
                <a:cubicBezTo>
                  <a:pt x="5035020" y="3719176"/>
                  <a:pt x="5034521" y="3719425"/>
                  <a:pt x="5034023" y="3719426"/>
                </a:cubicBezTo>
                <a:close/>
                <a:moveTo>
                  <a:pt x="1943672" y="2897039"/>
                </a:moveTo>
                <a:cubicBezTo>
                  <a:pt x="1943174" y="2897039"/>
                  <a:pt x="1942675" y="2896707"/>
                  <a:pt x="1942426" y="2896291"/>
                </a:cubicBezTo>
                <a:lnTo>
                  <a:pt x="1931958" y="2878180"/>
                </a:lnTo>
                <a:cubicBezTo>
                  <a:pt x="1931709" y="2877682"/>
                  <a:pt x="1931709" y="2877100"/>
                  <a:pt x="1931958" y="2876685"/>
                </a:cubicBezTo>
                <a:lnTo>
                  <a:pt x="1942426" y="2858574"/>
                </a:lnTo>
                <a:cubicBezTo>
                  <a:pt x="1942675" y="2858075"/>
                  <a:pt x="1943174" y="2857826"/>
                  <a:pt x="1943672" y="2857826"/>
                </a:cubicBezTo>
                <a:lnTo>
                  <a:pt x="1964608" y="2857826"/>
                </a:lnTo>
                <a:cubicBezTo>
                  <a:pt x="1965107" y="2857826"/>
                  <a:pt x="1965605" y="2858158"/>
                  <a:pt x="1965854" y="2858574"/>
                </a:cubicBezTo>
                <a:lnTo>
                  <a:pt x="1976322" y="2876685"/>
                </a:lnTo>
                <a:cubicBezTo>
                  <a:pt x="1976572" y="2877183"/>
                  <a:pt x="1976572" y="2877765"/>
                  <a:pt x="1976322" y="2878180"/>
                </a:cubicBezTo>
                <a:lnTo>
                  <a:pt x="1965854" y="2896291"/>
                </a:lnTo>
                <a:cubicBezTo>
                  <a:pt x="1965605" y="2896790"/>
                  <a:pt x="1965107" y="2897039"/>
                  <a:pt x="1964608" y="2897039"/>
                </a:cubicBezTo>
                <a:close/>
                <a:moveTo>
                  <a:pt x="2244603" y="2977673"/>
                </a:moveTo>
                <a:cubicBezTo>
                  <a:pt x="2244105" y="2977673"/>
                  <a:pt x="2243606" y="2977341"/>
                  <a:pt x="2243357" y="2976925"/>
                </a:cubicBezTo>
                <a:lnTo>
                  <a:pt x="2232889" y="2958814"/>
                </a:lnTo>
                <a:cubicBezTo>
                  <a:pt x="2232640" y="2958316"/>
                  <a:pt x="2232640" y="2957734"/>
                  <a:pt x="2232889" y="2957319"/>
                </a:cubicBezTo>
                <a:lnTo>
                  <a:pt x="2243357" y="2939208"/>
                </a:lnTo>
                <a:cubicBezTo>
                  <a:pt x="2243606" y="2938709"/>
                  <a:pt x="2244105" y="2938460"/>
                  <a:pt x="2244603" y="2938460"/>
                </a:cubicBezTo>
                <a:lnTo>
                  <a:pt x="2265539" y="2938460"/>
                </a:lnTo>
                <a:cubicBezTo>
                  <a:pt x="2266038" y="2938460"/>
                  <a:pt x="2266536" y="2938792"/>
                  <a:pt x="2266785" y="2939208"/>
                </a:cubicBezTo>
                <a:lnTo>
                  <a:pt x="2277253" y="2957319"/>
                </a:lnTo>
                <a:cubicBezTo>
                  <a:pt x="2277503" y="2957817"/>
                  <a:pt x="2277503" y="2958399"/>
                  <a:pt x="2277253" y="2958814"/>
                </a:cubicBezTo>
                <a:lnTo>
                  <a:pt x="2266785" y="2976925"/>
                </a:lnTo>
                <a:cubicBezTo>
                  <a:pt x="2266536" y="2977424"/>
                  <a:pt x="2266038" y="2977673"/>
                  <a:pt x="2265539" y="2977673"/>
                </a:cubicBezTo>
                <a:close/>
                <a:moveTo>
                  <a:pt x="2304790" y="2993800"/>
                </a:moveTo>
                <a:cubicBezTo>
                  <a:pt x="2304292" y="2993800"/>
                  <a:pt x="2303793" y="2993468"/>
                  <a:pt x="2303544" y="2993052"/>
                </a:cubicBezTo>
                <a:lnTo>
                  <a:pt x="2293076" y="2974941"/>
                </a:lnTo>
                <a:cubicBezTo>
                  <a:pt x="2292827" y="2974443"/>
                  <a:pt x="2292827" y="2973861"/>
                  <a:pt x="2293076" y="2973446"/>
                </a:cubicBezTo>
                <a:lnTo>
                  <a:pt x="2303544" y="2955335"/>
                </a:lnTo>
                <a:cubicBezTo>
                  <a:pt x="2303793" y="2954836"/>
                  <a:pt x="2304292" y="2954587"/>
                  <a:pt x="2304790" y="2954587"/>
                </a:cubicBezTo>
                <a:lnTo>
                  <a:pt x="2325726" y="2954587"/>
                </a:lnTo>
                <a:cubicBezTo>
                  <a:pt x="2326225" y="2954587"/>
                  <a:pt x="2326723" y="2954919"/>
                  <a:pt x="2326972" y="2955335"/>
                </a:cubicBezTo>
                <a:lnTo>
                  <a:pt x="2337440" y="2973446"/>
                </a:lnTo>
                <a:cubicBezTo>
                  <a:pt x="2337690" y="2973944"/>
                  <a:pt x="2337690" y="2974526"/>
                  <a:pt x="2337440" y="2974941"/>
                </a:cubicBezTo>
                <a:lnTo>
                  <a:pt x="2326972" y="2993052"/>
                </a:lnTo>
                <a:cubicBezTo>
                  <a:pt x="2326723" y="2993551"/>
                  <a:pt x="2326225" y="2993800"/>
                  <a:pt x="2325726" y="2993800"/>
                </a:cubicBezTo>
                <a:close/>
                <a:moveTo>
                  <a:pt x="2425161" y="3026054"/>
                </a:moveTo>
                <a:cubicBezTo>
                  <a:pt x="2424663" y="3026054"/>
                  <a:pt x="2424165" y="3025722"/>
                  <a:pt x="2423916" y="3025306"/>
                </a:cubicBezTo>
                <a:lnTo>
                  <a:pt x="2413448" y="3007195"/>
                </a:lnTo>
                <a:cubicBezTo>
                  <a:pt x="2413199" y="3006697"/>
                  <a:pt x="2413199" y="3006115"/>
                  <a:pt x="2413448" y="3005700"/>
                </a:cubicBezTo>
                <a:lnTo>
                  <a:pt x="2423915" y="2987589"/>
                </a:lnTo>
                <a:cubicBezTo>
                  <a:pt x="2424165" y="2987090"/>
                  <a:pt x="2424664" y="2986841"/>
                  <a:pt x="2425161" y="2986841"/>
                </a:cubicBezTo>
                <a:lnTo>
                  <a:pt x="2446098" y="2986841"/>
                </a:lnTo>
                <a:cubicBezTo>
                  <a:pt x="2446597" y="2986841"/>
                  <a:pt x="2447094" y="2987173"/>
                  <a:pt x="2447344" y="2987589"/>
                </a:cubicBezTo>
                <a:lnTo>
                  <a:pt x="2457811" y="3005700"/>
                </a:lnTo>
                <a:cubicBezTo>
                  <a:pt x="2458062" y="3006198"/>
                  <a:pt x="2458061" y="3006780"/>
                  <a:pt x="2457811" y="3007195"/>
                </a:cubicBezTo>
                <a:lnTo>
                  <a:pt x="2447344" y="3025306"/>
                </a:lnTo>
                <a:cubicBezTo>
                  <a:pt x="2447095" y="3025805"/>
                  <a:pt x="2446597" y="3026054"/>
                  <a:pt x="2446098" y="3026054"/>
                </a:cubicBezTo>
                <a:close/>
                <a:moveTo>
                  <a:pt x="3809445" y="3396971"/>
                </a:moveTo>
                <a:cubicBezTo>
                  <a:pt x="3808947" y="3396972"/>
                  <a:pt x="3808449" y="3396640"/>
                  <a:pt x="3808199" y="3396224"/>
                </a:cubicBezTo>
                <a:lnTo>
                  <a:pt x="3797732" y="3378113"/>
                </a:lnTo>
                <a:cubicBezTo>
                  <a:pt x="3797483" y="3377615"/>
                  <a:pt x="3797483" y="3377033"/>
                  <a:pt x="3797732" y="3376617"/>
                </a:cubicBezTo>
                <a:lnTo>
                  <a:pt x="3808199" y="3358507"/>
                </a:lnTo>
                <a:cubicBezTo>
                  <a:pt x="3808448" y="3358008"/>
                  <a:pt x="3808947" y="3357758"/>
                  <a:pt x="3809445" y="3357759"/>
                </a:cubicBezTo>
                <a:lnTo>
                  <a:pt x="3830382" y="3357759"/>
                </a:lnTo>
                <a:cubicBezTo>
                  <a:pt x="3830881" y="3357758"/>
                  <a:pt x="3831378" y="3358091"/>
                  <a:pt x="3831627" y="3358507"/>
                </a:cubicBezTo>
                <a:lnTo>
                  <a:pt x="3842095" y="3376617"/>
                </a:lnTo>
                <a:cubicBezTo>
                  <a:pt x="3842345" y="3377116"/>
                  <a:pt x="3842345" y="3377697"/>
                  <a:pt x="3842095" y="3378113"/>
                </a:cubicBezTo>
                <a:lnTo>
                  <a:pt x="3831628" y="3396223"/>
                </a:lnTo>
                <a:cubicBezTo>
                  <a:pt x="3831378" y="3396723"/>
                  <a:pt x="3830881" y="3396972"/>
                  <a:pt x="3830382" y="3396971"/>
                </a:cubicBezTo>
                <a:close/>
                <a:moveTo>
                  <a:pt x="2063985" y="2929369"/>
                </a:moveTo>
                <a:cubicBezTo>
                  <a:pt x="2063487" y="2929369"/>
                  <a:pt x="2062987" y="2929036"/>
                  <a:pt x="2062738" y="2928621"/>
                </a:cubicBezTo>
                <a:lnTo>
                  <a:pt x="2052188" y="2910344"/>
                </a:lnTo>
                <a:cubicBezTo>
                  <a:pt x="2051938" y="2909845"/>
                  <a:pt x="2051938" y="2909263"/>
                  <a:pt x="2052187" y="2908848"/>
                </a:cubicBezTo>
                <a:lnTo>
                  <a:pt x="2062738" y="2890571"/>
                </a:lnTo>
                <a:cubicBezTo>
                  <a:pt x="2062987" y="2890072"/>
                  <a:pt x="2063486" y="2889823"/>
                  <a:pt x="2063984" y="2889823"/>
                </a:cubicBezTo>
                <a:lnTo>
                  <a:pt x="2085003" y="2889823"/>
                </a:lnTo>
                <a:cubicBezTo>
                  <a:pt x="2085501" y="2889823"/>
                  <a:pt x="2086001" y="2890155"/>
                  <a:pt x="2086249" y="2890571"/>
                </a:cubicBezTo>
                <a:lnTo>
                  <a:pt x="2096800" y="2908848"/>
                </a:lnTo>
                <a:cubicBezTo>
                  <a:pt x="2097049" y="2909347"/>
                  <a:pt x="2097049" y="2909928"/>
                  <a:pt x="2096800" y="2910344"/>
                </a:cubicBezTo>
                <a:lnTo>
                  <a:pt x="2086249" y="2928621"/>
                </a:lnTo>
                <a:cubicBezTo>
                  <a:pt x="2086000" y="2929119"/>
                  <a:pt x="2085501" y="2929369"/>
                  <a:pt x="2085003" y="2929369"/>
                </a:cubicBezTo>
                <a:close/>
                <a:moveTo>
                  <a:pt x="2184357" y="2961623"/>
                </a:moveTo>
                <a:cubicBezTo>
                  <a:pt x="2183859" y="2961623"/>
                  <a:pt x="2183360" y="2961290"/>
                  <a:pt x="2183111" y="2960875"/>
                </a:cubicBezTo>
                <a:lnTo>
                  <a:pt x="2172560" y="2942598"/>
                </a:lnTo>
                <a:cubicBezTo>
                  <a:pt x="2172311" y="2942099"/>
                  <a:pt x="2172311" y="2941517"/>
                  <a:pt x="2172560" y="2941102"/>
                </a:cubicBezTo>
                <a:lnTo>
                  <a:pt x="2183111" y="2922825"/>
                </a:lnTo>
                <a:cubicBezTo>
                  <a:pt x="2183360" y="2922326"/>
                  <a:pt x="2183859" y="2922077"/>
                  <a:pt x="2184357" y="2922077"/>
                </a:cubicBezTo>
                <a:lnTo>
                  <a:pt x="2205376" y="2922077"/>
                </a:lnTo>
                <a:cubicBezTo>
                  <a:pt x="2205874" y="2922077"/>
                  <a:pt x="2206373" y="2922409"/>
                  <a:pt x="2206622" y="2922825"/>
                </a:cubicBezTo>
                <a:lnTo>
                  <a:pt x="2217173" y="2941102"/>
                </a:lnTo>
                <a:cubicBezTo>
                  <a:pt x="2217423" y="2941601"/>
                  <a:pt x="2217423" y="2942182"/>
                  <a:pt x="2217173" y="2942598"/>
                </a:cubicBezTo>
                <a:lnTo>
                  <a:pt x="2206622" y="2960875"/>
                </a:lnTo>
                <a:cubicBezTo>
                  <a:pt x="2206373" y="2961373"/>
                  <a:pt x="2205874" y="2961623"/>
                  <a:pt x="2205376" y="2961623"/>
                </a:cubicBezTo>
                <a:close/>
                <a:moveTo>
                  <a:pt x="3929758" y="3429301"/>
                </a:moveTo>
                <a:cubicBezTo>
                  <a:pt x="3929260" y="3429302"/>
                  <a:pt x="3928761" y="3428968"/>
                  <a:pt x="3928512" y="3428553"/>
                </a:cubicBezTo>
                <a:lnTo>
                  <a:pt x="3917961" y="3410276"/>
                </a:lnTo>
                <a:cubicBezTo>
                  <a:pt x="3917712" y="3409777"/>
                  <a:pt x="3917712" y="3409195"/>
                  <a:pt x="3917961" y="3408780"/>
                </a:cubicBezTo>
                <a:lnTo>
                  <a:pt x="3928512" y="3390503"/>
                </a:lnTo>
                <a:cubicBezTo>
                  <a:pt x="3928761" y="3390004"/>
                  <a:pt x="3929260" y="3389755"/>
                  <a:pt x="3929758" y="3389755"/>
                </a:cubicBezTo>
                <a:lnTo>
                  <a:pt x="3950777" y="3389755"/>
                </a:lnTo>
                <a:cubicBezTo>
                  <a:pt x="3951275" y="3389755"/>
                  <a:pt x="3951774" y="3390087"/>
                  <a:pt x="3952023" y="3390503"/>
                </a:cubicBezTo>
                <a:lnTo>
                  <a:pt x="3962574" y="3408780"/>
                </a:lnTo>
                <a:cubicBezTo>
                  <a:pt x="3962824" y="3409279"/>
                  <a:pt x="3962824" y="3409860"/>
                  <a:pt x="3962574" y="3410276"/>
                </a:cubicBezTo>
                <a:lnTo>
                  <a:pt x="3952023" y="3428553"/>
                </a:lnTo>
                <a:cubicBezTo>
                  <a:pt x="3951774" y="3429051"/>
                  <a:pt x="3951275" y="3429301"/>
                  <a:pt x="3950777" y="3429301"/>
                </a:cubicBezTo>
                <a:close/>
                <a:moveTo>
                  <a:pt x="4411248" y="3558316"/>
                </a:moveTo>
                <a:cubicBezTo>
                  <a:pt x="4410750" y="3558316"/>
                  <a:pt x="4410251" y="3557983"/>
                  <a:pt x="4410002" y="3557568"/>
                </a:cubicBezTo>
                <a:lnTo>
                  <a:pt x="4399451" y="3539291"/>
                </a:lnTo>
                <a:cubicBezTo>
                  <a:pt x="4399202" y="3538792"/>
                  <a:pt x="4399202" y="3538210"/>
                  <a:pt x="4399451" y="3537795"/>
                </a:cubicBezTo>
                <a:lnTo>
                  <a:pt x="4410002" y="3519518"/>
                </a:lnTo>
                <a:cubicBezTo>
                  <a:pt x="4410251" y="3519019"/>
                  <a:pt x="4410750" y="3518770"/>
                  <a:pt x="4411248" y="3518770"/>
                </a:cubicBezTo>
                <a:lnTo>
                  <a:pt x="4432267" y="3518770"/>
                </a:lnTo>
                <a:cubicBezTo>
                  <a:pt x="4432766" y="3518770"/>
                  <a:pt x="4433264" y="3519102"/>
                  <a:pt x="4433513" y="3519518"/>
                </a:cubicBezTo>
                <a:lnTo>
                  <a:pt x="4444064" y="3537795"/>
                </a:lnTo>
                <a:cubicBezTo>
                  <a:pt x="4444314" y="3538294"/>
                  <a:pt x="4444314" y="3538875"/>
                  <a:pt x="4444064" y="3539291"/>
                </a:cubicBezTo>
                <a:lnTo>
                  <a:pt x="4433513" y="3557568"/>
                </a:lnTo>
                <a:cubicBezTo>
                  <a:pt x="4433264" y="3558066"/>
                  <a:pt x="4432766" y="3558316"/>
                  <a:pt x="4432267" y="3558316"/>
                </a:cubicBezTo>
                <a:close/>
                <a:moveTo>
                  <a:pt x="1883320" y="2881246"/>
                </a:moveTo>
                <a:cubicBezTo>
                  <a:pt x="1882739" y="2881246"/>
                  <a:pt x="1882240" y="2880997"/>
                  <a:pt x="1881991" y="2880498"/>
                </a:cubicBezTo>
                <a:lnTo>
                  <a:pt x="1871356" y="2862055"/>
                </a:lnTo>
                <a:cubicBezTo>
                  <a:pt x="1871108" y="2861639"/>
                  <a:pt x="1871107" y="2861058"/>
                  <a:pt x="1871357" y="2860559"/>
                </a:cubicBezTo>
                <a:lnTo>
                  <a:pt x="1881991" y="2842116"/>
                </a:lnTo>
                <a:cubicBezTo>
                  <a:pt x="1882323" y="2841617"/>
                  <a:pt x="1882822" y="2841368"/>
                  <a:pt x="1883320" y="2841368"/>
                </a:cubicBezTo>
                <a:lnTo>
                  <a:pt x="1904589" y="2841368"/>
                </a:lnTo>
                <a:cubicBezTo>
                  <a:pt x="1905170" y="2841368"/>
                  <a:pt x="1905668" y="2841617"/>
                  <a:pt x="1905918" y="2842116"/>
                </a:cubicBezTo>
                <a:lnTo>
                  <a:pt x="1916552" y="2860559"/>
                </a:lnTo>
                <a:cubicBezTo>
                  <a:pt x="1916800" y="2860975"/>
                  <a:pt x="1916801" y="2861556"/>
                  <a:pt x="1916551" y="2862055"/>
                </a:cubicBezTo>
                <a:lnTo>
                  <a:pt x="1905918" y="2880498"/>
                </a:lnTo>
                <a:cubicBezTo>
                  <a:pt x="1905586" y="2880997"/>
                  <a:pt x="1905087" y="2881246"/>
                  <a:pt x="1904589" y="2881246"/>
                </a:cubicBezTo>
                <a:close/>
                <a:moveTo>
                  <a:pt x="2124065" y="2945754"/>
                </a:moveTo>
                <a:cubicBezTo>
                  <a:pt x="2123484" y="2945754"/>
                  <a:pt x="2122985" y="2945505"/>
                  <a:pt x="2122736" y="2945006"/>
                </a:cubicBezTo>
                <a:lnTo>
                  <a:pt x="2112102" y="2926563"/>
                </a:lnTo>
                <a:cubicBezTo>
                  <a:pt x="2111853" y="2926147"/>
                  <a:pt x="2111853" y="2925566"/>
                  <a:pt x="2112102" y="2925067"/>
                </a:cubicBezTo>
                <a:lnTo>
                  <a:pt x="2122736" y="2906624"/>
                </a:lnTo>
                <a:cubicBezTo>
                  <a:pt x="2123068" y="2906125"/>
                  <a:pt x="2123567" y="2905876"/>
                  <a:pt x="2124065" y="2905876"/>
                </a:cubicBezTo>
                <a:lnTo>
                  <a:pt x="2145334" y="2905876"/>
                </a:lnTo>
                <a:cubicBezTo>
                  <a:pt x="2145915" y="2905876"/>
                  <a:pt x="2146414" y="2906125"/>
                  <a:pt x="2146663" y="2906624"/>
                </a:cubicBezTo>
                <a:lnTo>
                  <a:pt x="2157297" y="2925067"/>
                </a:lnTo>
                <a:cubicBezTo>
                  <a:pt x="2157546" y="2925483"/>
                  <a:pt x="2157546" y="2926064"/>
                  <a:pt x="2157297" y="2926563"/>
                </a:cubicBezTo>
                <a:lnTo>
                  <a:pt x="2146663" y="2945006"/>
                </a:lnTo>
                <a:cubicBezTo>
                  <a:pt x="2146330" y="2945505"/>
                  <a:pt x="2145832" y="2945754"/>
                  <a:pt x="2145334" y="2945754"/>
                </a:cubicBezTo>
                <a:close/>
                <a:moveTo>
                  <a:pt x="2485182" y="3042515"/>
                </a:moveTo>
                <a:cubicBezTo>
                  <a:pt x="2484601" y="3042515"/>
                  <a:pt x="2484102" y="3042266"/>
                  <a:pt x="2483853" y="3041767"/>
                </a:cubicBezTo>
                <a:lnTo>
                  <a:pt x="2473219" y="3023324"/>
                </a:lnTo>
                <a:cubicBezTo>
                  <a:pt x="2472970" y="3022908"/>
                  <a:pt x="2472970" y="3022327"/>
                  <a:pt x="2473219" y="3021828"/>
                </a:cubicBezTo>
                <a:lnTo>
                  <a:pt x="2483853" y="3003385"/>
                </a:lnTo>
                <a:cubicBezTo>
                  <a:pt x="2484185" y="3002886"/>
                  <a:pt x="2484684" y="3002637"/>
                  <a:pt x="2485182" y="3002637"/>
                </a:cubicBezTo>
                <a:lnTo>
                  <a:pt x="2506451" y="3002637"/>
                </a:lnTo>
                <a:cubicBezTo>
                  <a:pt x="2507032" y="3002637"/>
                  <a:pt x="2507531" y="3002886"/>
                  <a:pt x="2507780" y="3003385"/>
                </a:cubicBezTo>
                <a:lnTo>
                  <a:pt x="2518414" y="3021828"/>
                </a:lnTo>
                <a:cubicBezTo>
                  <a:pt x="2518663" y="3022244"/>
                  <a:pt x="2518663" y="3022825"/>
                  <a:pt x="2518414" y="3023324"/>
                </a:cubicBezTo>
                <a:lnTo>
                  <a:pt x="2507780" y="3041767"/>
                </a:lnTo>
                <a:cubicBezTo>
                  <a:pt x="2507447" y="3042266"/>
                  <a:pt x="2506949" y="3042515"/>
                  <a:pt x="2506451" y="3042515"/>
                </a:cubicBezTo>
                <a:close/>
                <a:moveTo>
                  <a:pt x="2605555" y="3074768"/>
                </a:moveTo>
                <a:cubicBezTo>
                  <a:pt x="2604974" y="3074769"/>
                  <a:pt x="2604475" y="3074519"/>
                  <a:pt x="2604226" y="3074021"/>
                </a:cubicBezTo>
                <a:lnTo>
                  <a:pt x="2593592" y="3055577"/>
                </a:lnTo>
                <a:cubicBezTo>
                  <a:pt x="2593343" y="3055162"/>
                  <a:pt x="2593343" y="3054581"/>
                  <a:pt x="2593592" y="3054082"/>
                </a:cubicBezTo>
                <a:lnTo>
                  <a:pt x="2604226" y="3035639"/>
                </a:lnTo>
                <a:cubicBezTo>
                  <a:pt x="2604558" y="3035140"/>
                  <a:pt x="2605057" y="3034891"/>
                  <a:pt x="2605555" y="3034891"/>
                </a:cubicBezTo>
                <a:lnTo>
                  <a:pt x="2626824" y="3034890"/>
                </a:lnTo>
                <a:cubicBezTo>
                  <a:pt x="2627405" y="3034891"/>
                  <a:pt x="2627904" y="3035140"/>
                  <a:pt x="2628153" y="3035639"/>
                </a:cubicBezTo>
                <a:lnTo>
                  <a:pt x="2638787" y="3054082"/>
                </a:lnTo>
                <a:cubicBezTo>
                  <a:pt x="2639036" y="3054497"/>
                  <a:pt x="2639036" y="3055079"/>
                  <a:pt x="2638787" y="3055578"/>
                </a:cubicBezTo>
                <a:lnTo>
                  <a:pt x="2628153" y="3074021"/>
                </a:lnTo>
                <a:cubicBezTo>
                  <a:pt x="2627820" y="3074520"/>
                  <a:pt x="2627322" y="3074769"/>
                  <a:pt x="2626824" y="3074769"/>
                </a:cubicBezTo>
                <a:close/>
                <a:moveTo>
                  <a:pt x="2665504" y="3091312"/>
                </a:moveTo>
                <a:cubicBezTo>
                  <a:pt x="2664922" y="3091312"/>
                  <a:pt x="2664422" y="3091063"/>
                  <a:pt x="2664174" y="3090564"/>
                </a:cubicBezTo>
                <a:lnTo>
                  <a:pt x="2653291" y="3071705"/>
                </a:lnTo>
                <a:cubicBezTo>
                  <a:pt x="2653042" y="3071207"/>
                  <a:pt x="2653042" y="3070625"/>
                  <a:pt x="2653291" y="3070127"/>
                </a:cubicBezTo>
                <a:lnTo>
                  <a:pt x="2664174" y="3051268"/>
                </a:lnTo>
                <a:cubicBezTo>
                  <a:pt x="2664423" y="3050852"/>
                  <a:pt x="2664922" y="3050520"/>
                  <a:pt x="2665504" y="3050520"/>
                </a:cubicBezTo>
                <a:lnTo>
                  <a:pt x="2687270" y="3050520"/>
                </a:lnTo>
                <a:cubicBezTo>
                  <a:pt x="2687852" y="3050520"/>
                  <a:pt x="2688350" y="3050769"/>
                  <a:pt x="2688599" y="3051268"/>
                </a:cubicBezTo>
                <a:lnTo>
                  <a:pt x="2699483" y="3070127"/>
                </a:lnTo>
                <a:cubicBezTo>
                  <a:pt x="2699732" y="3070625"/>
                  <a:pt x="2699732" y="3071207"/>
                  <a:pt x="2699483" y="3071705"/>
                </a:cubicBezTo>
                <a:lnTo>
                  <a:pt x="2688599" y="3090564"/>
                </a:lnTo>
                <a:cubicBezTo>
                  <a:pt x="2688350" y="3090980"/>
                  <a:pt x="2687852" y="3091312"/>
                  <a:pt x="2687269" y="3091312"/>
                </a:cubicBezTo>
                <a:close/>
                <a:moveTo>
                  <a:pt x="5072953" y="3736386"/>
                </a:moveTo>
                <a:cubicBezTo>
                  <a:pt x="5072371" y="3736386"/>
                  <a:pt x="5071872" y="3736137"/>
                  <a:pt x="5071623" y="3735638"/>
                </a:cubicBezTo>
                <a:lnTo>
                  <a:pt x="5060740" y="3716779"/>
                </a:lnTo>
                <a:cubicBezTo>
                  <a:pt x="5060491" y="3716281"/>
                  <a:pt x="5060491" y="3715699"/>
                  <a:pt x="5060740" y="3715201"/>
                </a:cubicBezTo>
                <a:lnTo>
                  <a:pt x="5071623" y="3696342"/>
                </a:lnTo>
                <a:cubicBezTo>
                  <a:pt x="5071872" y="3695926"/>
                  <a:pt x="5072371" y="3695594"/>
                  <a:pt x="5072953" y="3695594"/>
                </a:cubicBezTo>
                <a:lnTo>
                  <a:pt x="5094719" y="3695594"/>
                </a:lnTo>
                <a:cubicBezTo>
                  <a:pt x="5095301" y="3695594"/>
                  <a:pt x="5095799" y="3695843"/>
                  <a:pt x="5096049" y="3696342"/>
                </a:cubicBezTo>
                <a:lnTo>
                  <a:pt x="5106932" y="3715201"/>
                </a:lnTo>
                <a:cubicBezTo>
                  <a:pt x="5107181" y="3715699"/>
                  <a:pt x="5107181" y="3716281"/>
                  <a:pt x="5106932" y="3716779"/>
                </a:cubicBezTo>
                <a:lnTo>
                  <a:pt x="5096049" y="3735638"/>
                </a:lnTo>
                <a:cubicBezTo>
                  <a:pt x="5095799" y="3736054"/>
                  <a:pt x="5095301" y="3736386"/>
                  <a:pt x="5094719" y="3736386"/>
                </a:cubicBezTo>
                <a:close/>
                <a:moveTo>
                  <a:pt x="3017700" y="3230761"/>
                </a:moveTo>
                <a:cubicBezTo>
                  <a:pt x="3017369" y="3230762"/>
                  <a:pt x="3016953" y="3230345"/>
                  <a:pt x="3016953" y="3230345"/>
                </a:cubicBezTo>
                <a:lnTo>
                  <a:pt x="3011138" y="3220293"/>
                </a:lnTo>
                <a:cubicBezTo>
                  <a:pt x="3010972" y="3220043"/>
                  <a:pt x="3011138" y="3219463"/>
                  <a:pt x="3011138" y="3219463"/>
                </a:cubicBezTo>
                <a:lnTo>
                  <a:pt x="3016953" y="3209410"/>
                </a:lnTo>
                <a:cubicBezTo>
                  <a:pt x="3017119" y="3209160"/>
                  <a:pt x="3017701" y="3208995"/>
                  <a:pt x="3017701" y="3208995"/>
                </a:cubicBezTo>
                <a:lnTo>
                  <a:pt x="3029331" y="3208995"/>
                </a:lnTo>
                <a:cubicBezTo>
                  <a:pt x="3029664" y="3208995"/>
                  <a:pt x="3030080" y="3209410"/>
                  <a:pt x="3030080" y="3209410"/>
                </a:cubicBezTo>
                <a:lnTo>
                  <a:pt x="3035895" y="3219462"/>
                </a:lnTo>
                <a:cubicBezTo>
                  <a:pt x="3036062" y="3219712"/>
                  <a:pt x="3035895" y="3220293"/>
                  <a:pt x="3035895" y="3220293"/>
                </a:cubicBezTo>
                <a:lnTo>
                  <a:pt x="3030079" y="3230345"/>
                </a:lnTo>
                <a:cubicBezTo>
                  <a:pt x="3029914" y="3230595"/>
                  <a:pt x="3029332" y="3230762"/>
                  <a:pt x="3029332" y="3230762"/>
                </a:cubicBezTo>
                <a:close/>
                <a:moveTo>
                  <a:pt x="66000" y="2445363"/>
                </a:moveTo>
                <a:cubicBezTo>
                  <a:pt x="65583" y="2445364"/>
                  <a:pt x="65002" y="2444782"/>
                  <a:pt x="65002" y="2444782"/>
                </a:cubicBezTo>
                <a:lnTo>
                  <a:pt x="56611" y="2430243"/>
                </a:lnTo>
                <a:cubicBezTo>
                  <a:pt x="56363" y="2429911"/>
                  <a:pt x="56611" y="2429080"/>
                  <a:pt x="56611" y="2429080"/>
                </a:cubicBezTo>
                <a:lnTo>
                  <a:pt x="65003" y="2414542"/>
                </a:lnTo>
                <a:cubicBezTo>
                  <a:pt x="65169" y="2414209"/>
                  <a:pt x="65583" y="2413959"/>
                  <a:pt x="66000" y="2413960"/>
                </a:cubicBezTo>
                <a:lnTo>
                  <a:pt x="82781" y="2413960"/>
                </a:lnTo>
                <a:cubicBezTo>
                  <a:pt x="83197" y="2413960"/>
                  <a:pt x="83779" y="2414542"/>
                  <a:pt x="83779" y="2414542"/>
                </a:cubicBezTo>
                <a:lnTo>
                  <a:pt x="92170" y="2429080"/>
                </a:lnTo>
                <a:cubicBezTo>
                  <a:pt x="92418" y="2429412"/>
                  <a:pt x="92170" y="2430244"/>
                  <a:pt x="92170" y="2430244"/>
                </a:cubicBezTo>
                <a:lnTo>
                  <a:pt x="83779" y="2444783"/>
                </a:lnTo>
                <a:cubicBezTo>
                  <a:pt x="83611" y="2445114"/>
                  <a:pt x="83197" y="2445364"/>
                  <a:pt x="82781" y="2445363"/>
                </a:cubicBezTo>
                <a:close/>
                <a:moveTo>
                  <a:pt x="126186" y="2461490"/>
                </a:moveTo>
                <a:cubicBezTo>
                  <a:pt x="125770" y="2461491"/>
                  <a:pt x="125189" y="2460909"/>
                  <a:pt x="125189" y="2460909"/>
                </a:cubicBezTo>
                <a:lnTo>
                  <a:pt x="116798" y="2446370"/>
                </a:lnTo>
                <a:cubicBezTo>
                  <a:pt x="116550" y="2446038"/>
                  <a:pt x="116798" y="2445207"/>
                  <a:pt x="116798" y="2445207"/>
                </a:cubicBezTo>
                <a:lnTo>
                  <a:pt x="125190" y="2430669"/>
                </a:lnTo>
                <a:cubicBezTo>
                  <a:pt x="125356" y="2430336"/>
                  <a:pt x="125770" y="2430086"/>
                  <a:pt x="126186" y="2430087"/>
                </a:cubicBezTo>
                <a:lnTo>
                  <a:pt x="142968" y="2430087"/>
                </a:lnTo>
                <a:cubicBezTo>
                  <a:pt x="143383" y="2430087"/>
                  <a:pt x="143966" y="2430669"/>
                  <a:pt x="143966" y="2430669"/>
                </a:cubicBezTo>
                <a:lnTo>
                  <a:pt x="152357" y="2445207"/>
                </a:lnTo>
                <a:cubicBezTo>
                  <a:pt x="152605" y="2445539"/>
                  <a:pt x="152357" y="2446371"/>
                  <a:pt x="152357" y="2446371"/>
                </a:cubicBezTo>
                <a:lnTo>
                  <a:pt x="143966" y="2460910"/>
                </a:lnTo>
                <a:cubicBezTo>
                  <a:pt x="143798" y="2461241"/>
                  <a:pt x="143383" y="2461491"/>
                  <a:pt x="142968" y="2461490"/>
                </a:cubicBezTo>
                <a:close/>
                <a:moveTo>
                  <a:pt x="246477" y="2493818"/>
                </a:moveTo>
                <a:cubicBezTo>
                  <a:pt x="246062" y="2493818"/>
                  <a:pt x="245480" y="2493235"/>
                  <a:pt x="245480" y="2493235"/>
                </a:cubicBezTo>
                <a:lnTo>
                  <a:pt x="237007" y="2478615"/>
                </a:lnTo>
                <a:cubicBezTo>
                  <a:pt x="236757" y="2478281"/>
                  <a:pt x="237007" y="2477451"/>
                  <a:pt x="237007" y="2477451"/>
                </a:cubicBezTo>
                <a:lnTo>
                  <a:pt x="245481" y="2462830"/>
                </a:lnTo>
                <a:cubicBezTo>
                  <a:pt x="245647" y="2462497"/>
                  <a:pt x="246062" y="2462247"/>
                  <a:pt x="246477" y="2462248"/>
                </a:cubicBezTo>
                <a:lnTo>
                  <a:pt x="263342" y="2462248"/>
                </a:lnTo>
                <a:cubicBezTo>
                  <a:pt x="263757" y="2462247"/>
                  <a:pt x="264339" y="2462829"/>
                  <a:pt x="264339" y="2462829"/>
                </a:cubicBezTo>
                <a:lnTo>
                  <a:pt x="272813" y="2477451"/>
                </a:lnTo>
                <a:cubicBezTo>
                  <a:pt x="273062" y="2477784"/>
                  <a:pt x="272814" y="2478615"/>
                  <a:pt x="272814" y="2478615"/>
                </a:cubicBezTo>
                <a:lnTo>
                  <a:pt x="264340" y="2493236"/>
                </a:lnTo>
                <a:cubicBezTo>
                  <a:pt x="264173" y="2493569"/>
                  <a:pt x="263757" y="2493817"/>
                  <a:pt x="263342" y="2493818"/>
                </a:cubicBezTo>
                <a:close/>
                <a:moveTo>
                  <a:pt x="186112" y="2478032"/>
                </a:moveTo>
                <a:cubicBezTo>
                  <a:pt x="185614" y="2478032"/>
                  <a:pt x="185032" y="2477450"/>
                  <a:pt x="185032" y="2477450"/>
                </a:cubicBezTo>
                <a:lnTo>
                  <a:pt x="176475" y="2462579"/>
                </a:lnTo>
                <a:cubicBezTo>
                  <a:pt x="176227" y="2462163"/>
                  <a:pt x="176476" y="2461333"/>
                  <a:pt x="176476" y="2461333"/>
                </a:cubicBezTo>
                <a:lnTo>
                  <a:pt x="185115" y="2446462"/>
                </a:lnTo>
                <a:cubicBezTo>
                  <a:pt x="185365" y="2446129"/>
                  <a:pt x="185779" y="2445880"/>
                  <a:pt x="186196" y="2445880"/>
                </a:cubicBezTo>
                <a:lnTo>
                  <a:pt x="203393" y="2445880"/>
                </a:lnTo>
                <a:cubicBezTo>
                  <a:pt x="203891" y="2445880"/>
                  <a:pt x="204473" y="2446462"/>
                  <a:pt x="204473" y="2446462"/>
                </a:cubicBezTo>
                <a:lnTo>
                  <a:pt x="213030" y="2461333"/>
                </a:lnTo>
                <a:cubicBezTo>
                  <a:pt x="213279" y="2461748"/>
                  <a:pt x="213031" y="2462579"/>
                  <a:pt x="213031" y="2462579"/>
                </a:cubicBezTo>
                <a:lnTo>
                  <a:pt x="204390" y="2477450"/>
                </a:lnTo>
                <a:cubicBezTo>
                  <a:pt x="204140" y="2477782"/>
                  <a:pt x="203725" y="2478032"/>
                  <a:pt x="203310" y="2478032"/>
                </a:cubicBezTo>
                <a:close/>
                <a:moveTo>
                  <a:pt x="306401" y="2510546"/>
                </a:moveTo>
                <a:cubicBezTo>
                  <a:pt x="305986" y="2510545"/>
                  <a:pt x="305320" y="2509964"/>
                  <a:pt x="305320" y="2509964"/>
                </a:cubicBezTo>
                <a:lnTo>
                  <a:pt x="296598" y="2494844"/>
                </a:lnTo>
                <a:cubicBezTo>
                  <a:pt x="296348" y="2494429"/>
                  <a:pt x="296597" y="2493597"/>
                  <a:pt x="296597" y="2493597"/>
                </a:cubicBezTo>
                <a:lnTo>
                  <a:pt x="305321" y="2478477"/>
                </a:lnTo>
                <a:cubicBezTo>
                  <a:pt x="305570" y="2478144"/>
                  <a:pt x="305986" y="2477896"/>
                  <a:pt x="306400" y="2477895"/>
                </a:cubicBezTo>
                <a:lnTo>
                  <a:pt x="323931" y="2477895"/>
                </a:lnTo>
                <a:cubicBezTo>
                  <a:pt x="324346" y="2477896"/>
                  <a:pt x="325011" y="2478478"/>
                  <a:pt x="325011" y="2478478"/>
                </a:cubicBezTo>
                <a:lnTo>
                  <a:pt x="333734" y="2493597"/>
                </a:lnTo>
                <a:cubicBezTo>
                  <a:pt x="333984" y="2494013"/>
                  <a:pt x="333734" y="2494844"/>
                  <a:pt x="333734" y="2494844"/>
                </a:cubicBezTo>
                <a:lnTo>
                  <a:pt x="325010" y="2509964"/>
                </a:lnTo>
                <a:cubicBezTo>
                  <a:pt x="324762" y="2510297"/>
                  <a:pt x="324345" y="2510546"/>
                  <a:pt x="323931" y="2510546"/>
                </a:cubicBezTo>
                <a:close/>
                <a:moveTo>
                  <a:pt x="366443" y="2526997"/>
                </a:moveTo>
                <a:cubicBezTo>
                  <a:pt x="366027" y="2526997"/>
                  <a:pt x="365362" y="2526332"/>
                  <a:pt x="365362" y="2526332"/>
                </a:cubicBezTo>
                <a:lnTo>
                  <a:pt x="356473" y="2510880"/>
                </a:lnTo>
                <a:cubicBezTo>
                  <a:pt x="356224" y="2510547"/>
                  <a:pt x="356473" y="2509633"/>
                  <a:pt x="356473" y="2509633"/>
                </a:cubicBezTo>
                <a:lnTo>
                  <a:pt x="365362" y="2494181"/>
                </a:lnTo>
                <a:cubicBezTo>
                  <a:pt x="365612" y="2493765"/>
                  <a:pt x="366027" y="2493516"/>
                  <a:pt x="366442" y="2493516"/>
                </a:cubicBezTo>
                <a:lnTo>
                  <a:pt x="384221" y="2493516"/>
                </a:lnTo>
                <a:cubicBezTo>
                  <a:pt x="384637" y="2493516"/>
                  <a:pt x="385302" y="2494181"/>
                  <a:pt x="385302" y="2494181"/>
                </a:cubicBezTo>
                <a:lnTo>
                  <a:pt x="394191" y="2509633"/>
                </a:lnTo>
                <a:cubicBezTo>
                  <a:pt x="394441" y="2509966"/>
                  <a:pt x="394192" y="2510880"/>
                  <a:pt x="394192" y="2510880"/>
                </a:cubicBezTo>
                <a:lnTo>
                  <a:pt x="385301" y="2526332"/>
                </a:lnTo>
                <a:cubicBezTo>
                  <a:pt x="385052" y="2526748"/>
                  <a:pt x="384638" y="2526997"/>
                  <a:pt x="384221" y="2526997"/>
                </a:cubicBezTo>
                <a:close/>
                <a:moveTo>
                  <a:pt x="426548" y="2543197"/>
                </a:moveTo>
                <a:cubicBezTo>
                  <a:pt x="426133" y="2543197"/>
                  <a:pt x="425467" y="2542531"/>
                  <a:pt x="425467" y="2542531"/>
                </a:cubicBezTo>
                <a:lnTo>
                  <a:pt x="416496" y="2526996"/>
                </a:lnTo>
                <a:cubicBezTo>
                  <a:pt x="416247" y="2526664"/>
                  <a:pt x="416496" y="2525750"/>
                  <a:pt x="416496" y="2525750"/>
                </a:cubicBezTo>
                <a:lnTo>
                  <a:pt x="425468" y="2510214"/>
                </a:lnTo>
                <a:cubicBezTo>
                  <a:pt x="425718" y="2509798"/>
                  <a:pt x="426132" y="2509550"/>
                  <a:pt x="426547" y="2509549"/>
                </a:cubicBezTo>
                <a:lnTo>
                  <a:pt x="444411" y="2509550"/>
                </a:lnTo>
                <a:cubicBezTo>
                  <a:pt x="444825" y="2509549"/>
                  <a:pt x="445491" y="2510215"/>
                  <a:pt x="445491" y="2510215"/>
                </a:cubicBezTo>
                <a:lnTo>
                  <a:pt x="454463" y="2525749"/>
                </a:lnTo>
                <a:cubicBezTo>
                  <a:pt x="454712" y="2526083"/>
                  <a:pt x="454462" y="2526995"/>
                  <a:pt x="454462" y="2526995"/>
                </a:cubicBezTo>
                <a:lnTo>
                  <a:pt x="445491" y="2542531"/>
                </a:lnTo>
                <a:cubicBezTo>
                  <a:pt x="445240" y="2542948"/>
                  <a:pt x="444826" y="2543196"/>
                  <a:pt x="444411" y="2543197"/>
                </a:cubicBezTo>
                <a:close/>
                <a:moveTo>
                  <a:pt x="908037" y="2672211"/>
                </a:moveTo>
                <a:cubicBezTo>
                  <a:pt x="907623" y="2672211"/>
                  <a:pt x="906958" y="2671546"/>
                  <a:pt x="906958" y="2671546"/>
                </a:cubicBezTo>
                <a:lnTo>
                  <a:pt x="897985" y="2656010"/>
                </a:lnTo>
                <a:cubicBezTo>
                  <a:pt x="897736" y="2655678"/>
                  <a:pt x="897985" y="2654764"/>
                  <a:pt x="897985" y="2654764"/>
                </a:cubicBezTo>
                <a:lnTo>
                  <a:pt x="906957" y="2639229"/>
                </a:lnTo>
                <a:cubicBezTo>
                  <a:pt x="907208" y="2638813"/>
                  <a:pt x="907623" y="2638564"/>
                  <a:pt x="908037" y="2638564"/>
                </a:cubicBezTo>
                <a:lnTo>
                  <a:pt x="925900" y="2638564"/>
                </a:lnTo>
                <a:cubicBezTo>
                  <a:pt x="926316" y="2638564"/>
                  <a:pt x="926981" y="2639229"/>
                  <a:pt x="926981" y="2639229"/>
                </a:cubicBezTo>
                <a:lnTo>
                  <a:pt x="935953" y="2654764"/>
                </a:lnTo>
                <a:cubicBezTo>
                  <a:pt x="936201" y="2655097"/>
                  <a:pt x="935953" y="2656010"/>
                  <a:pt x="935953" y="2656010"/>
                </a:cubicBezTo>
                <a:lnTo>
                  <a:pt x="926980" y="2671546"/>
                </a:lnTo>
                <a:cubicBezTo>
                  <a:pt x="926731" y="2671962"/>
                  <a:pt x="926316" y="2672211"/>
                  <a:pt x="925901" y="2672211"/>
                </a:cubicBezTo>
                <a:close/>
                <a:moveTo>
                  <a:pt x="667137" y="2608048"/>
                </a:moveTo>
                <a:cubicBezTo>
                  <a:pt x="666721" y="2608048"/>
                  <a:pt x="666056" y="2607383"/>
                  <a:pt x="666056" y="2607383"/>
                </a:cubicBezTo>
                <a:lnTo>
                  <a:pt x="656918" y="2591515"/>
                </a:lnTo>
                <a:cubicBezTo>
                  <a:pt x="656669" y="2591100"/>
                  <a:pt x="656918" y="2590186"/>
                  <a:pt x="656918" y="2590186"/>
                </a:cubicBezTo>
                <a:lnTo>
                  <a:pt x="666056" y="2574318"/>
                </a:lnTo>
                <a:cubicBezTo>
                  <a:pt x="666221" y="2573902"/>
                  <a:pt x="666721" y="2573653"/>
                  <a:pt x="667136" y="2573653"/>
                </a:cubicBezTo>
                <a:lnTo>
                  <a:pt x="685414" y="2573653"/>
                </a:lnTo>
                <a:cubicBezTo>
                  <a:pt x="685830" y="2573653"/>
                  <a:pt x="686494" y="2574318"/>
                  <a:pt x="686494" y="2574318"/>
                </a:cubicBezTo>
                <a:lnTo>
                  <a:pt x="695633" y="2590186"/>
                </a:lnTo>
                <a:cubicBezTo>
                  <a:pt x="695881" y="2590601"/>
                  <a:pt x="695633" y="2591515"/>
                  <a:pt x="695633" y="2591515"/>
                </a:cubicBezTo>
                <a:lnTo>
                  <a:pt x="686494" y="2607383"/>
                </a:lnTo>
                <a:cubicBezTo>
                  <a:pt x="686328" y="2607798"/>
                  <a:pt x="685830" y="2608048"/>
                  <a:pt x="685414" y="2608048"/>
                </a:cubicBezTo>
                <a:close/>
                <a:moveTo>
                  <a:pt x="546660" y="2575958"/>
                </a:moveTo>
                <a:cubicBezTo>
                  <a:pt x="546160" y="2575958"/>
                  <a:pt x="545496" y="2575292"/>
                  <a:pt x="545496" y="2575292"/>
                </a:cubicBezTo>
                <a:lnTo>
                  <a:pt x="536274" y="2559341"/>
                </a:lnTo>
                <a:cubicBezTo>
                  <a:pt x="536024" y="2558926"/>
                  <a:pt x="536274" y="2558012"/>
                  <a:pt x="536274" y="2558012"/>
                </a:cubicBezTo>
                <a:lnTo>
                  <a:pt x="545497" y="2542062"/>
                </a:lnTo>
                <a:cubicBezTo>
                  <a:pt x="545745" y="2541645"/>
                  <a:pt x="546161" y="2541397"/>
                  <a:pt x="546660" y="2541396"/>
                </a:cubicBezTo>
                <a:lnTo>
                  <a:pt x="565102" y="2541396"/>
                </a:lnTo>
                <a:cubicBezTo>
                  <a:pt x="565601" y="2541396"/>
                  <a:pt x="566266" y="2542061"/>
                  <a:pt x="566266" y="2542061"/>
                </a:cubicBezTo>
                <a:lnTo>
                  <a:pt x="575487" y="2558013"/>
                </a:lnTo>
                <a:cubicBezTo>
                  <a:pt x="575736" y="2558427"/>
                  <a:pt x="575487" y="2559342"/>
                  <a:pt x="575487" y="2559342"/>
                </a:cubicBezTo>
                <a:lnTo>
                  <a:pt x="566266" y="2575293"/>
                </a:lnTo>
                <a:cubicBezTo>
                  <a:pt x="566017" y="2575708"/>
                  <a:pt x="565601" y="2575957"/>
                  <a:pt x="565102" y="2575957"/>
                </a:cubicBezTo>
                <a:close/>
                <a:moveTo>
                  <a:pt x="606845" y="2592084"/>
                </a:moveTo>
                <a:cubicBezTo>
                  <a:pt x="606346" y="2592084"/>
                  <a:pt x="605682" y="2591419"/>
                  <a:pt x="605682" y="2591419"/>
                </a:cubicBezTo>
                <a:lnTo>
                  <a:pt x="596460" y="2575468"/>
                </a:lnTo>
                <a:cubicBezTo>
                  <a:pt x="596210" y="2575053"/>
                  <a:pt x="596460" y="2574139"/>
                  <a:pt x="596460" y="2574139"/>
                </a:cubicBezTo>
                <a:lnTo>
                  <a:pt x="605683" y="2558188"/>
                </a:lnTo>
                <a:cubicBezTo>
                  <a:pt x="605931" y="2557772"/>
                  <a:pt x="606346" y="2557523"/>
                  <a:pt x="606845" y="2557523"/>
                </a:cubicBezTo>
                <a:lnTo>
                  <a:pt x="625288" y="2557523"/>
                </a:lnTo>
                <a:cubicBezTo>
                  <a:pt x="625787" y="2557523"/>
                  <a:pt x="626451" y="2558188"/>
                  <a:pt x="626451" y="2558188"/>
                </a:cubicBezTo>
                <a:lnTo>
                  <a:pt x="635673" y="2574139"/>
                </a:lnTo>
                <a:cubicBezTo>
                  <a:pt x="635922" y="2574554"/>
                  <a:pt x="635673" y="2575468"/>
                  <a:pt x="635673" y="2575468"/>
                </a:cubicBezTo>
                <a:lnTo>
                  <a:pt x="626452" y="2591419"/>
                </a:lnTo>
                <a:cubicBezTo>
                  <a:pt x="626203" y="2591834"/>
                  <a:pt x="625787" y="2592084"/>
                  <a:pt x="625288" y="2592084"/>
                </a:cubicBezTo>
                <a:close/>
                <a:moveTo>
                  <a:pt x="486471" y="2559924"/>
                </a:moveTo>
                <a:cubicBezTo>
                  <a:pt x="485972" y="2559924"/>
                  <a:pt x="485308" y="2559260"/>
                  <a:pt x="485308" y="2559260"/>
                </a:cubicBezTo>
                <a:lnTo>
                  <a:pt x="476085" y="2543225"/>
                </a:lnTo>
                <a:cubicBezTo>
                  <a:pt x="475836" y="2542810"/>
                  <a:pt x="476086" y="2541897"/>
                  <a:pt x="476086" y="2541897"/>
                </a:cubicBezTo>
                <a:lnTo>
                  <a:pt x="485308" y="2525862"/>
                </a:lnTo>
                <a:cubicBezTo>
                  <a:pt x="485557" y="2525446"/>
                  <a:pt x="485972" y="2525197"/>
                  <a:pt x="486471" y="2525197"/>
                </a:cubicBezTo>
                <a:lnTo>
                  <a:pt x="504997" y="2525197"/>
                </a:lnTo>
                <a:cubicBezTo>
                  <a:pt x="505496" y="2525197"/>
                  <a:pt x="506160" y="2525862"/>
                  <a:pt x="506160" y="2525862"/>
                </a:cubicBezTo>
                <a:lnTo>
                  <a:pt x="515382" y="2541896"/>
                </a:lnTo>
                <a:cubicBezTo>
                  <a:pt x="515632" y="2542311"/>
                  <a:pt x="515382" y="2543225"/>
                  <a:pt x="515382" y="2543225"/>
                </a:cubicBezTo>
                <a:lnTo>
                  <a:pt x="506160" y="2559260"/>
                </a:lnTo>
                <a:cubicBezTo>
                  <a:pt x="505911" y="2559675"/>
                  <a:pt x="505496" y="2559924"/>
                  <a:pt x="504997" y="2559924"/>
                </a:cubicBezTo>
                <a:close/>
                <a:moveTo>
                  <a:pt x="727216" y="2624432"/>
                </a:moveTo>
                <a:cubicBezTo>
                  <a:pt x="726717" y="2624432"/>
                  <a:pt x="726052" y="2623768"/>
                  <a:pt x="726052" y="2623768"/>
                </a:cubicBezTo>
                <a:lnTo>
                  <a:pt x="716830" y="2607733"/>
                </a:lnTo>
                <a:cubicBezTo>
                  <a:pt x="716581" y="2607318"/>
                  <a:pt x="716831" y="2606404"/>
                  <a:pt x="716831" y="2606404"/>
                </a:cubicBezTo>
                <a:lnTo>
                  <a:pt x="726052" y="2590370"/>
                </a:lnTo>
                <a:cubicBezTo>
                  <a:pt x="726301" y="2589954"/>
                  <a:pt x="726717" y="2589705"/>
                  <a:pt x="727216" y="2589705"/>
                </a:cubicBezTo>
                <a:lnTo>
                  <a:pt x="745741" y="2589705"/>
                </a:lnTo>
                <a:cubicBezTo>
                  <a:pt x="746240" y="2589704"/>
                  <a:pt x="746905" y="2590370"/>
                  <a:pt x="746905" y="2590370"/>
                </a:cubicBezTo>
                <a:lnTo>
                  <a:pt x="756126" y="2606403"/>
                </a:lnTo>
                <a:cubicBezTo>
                  <a:pt x="756377" y="2606819"/>
                  <a:pt x="756126" y="2607733"/>
                  <a:pt x="756126" y="2607733"/>
                </a:cubicBezTo>
                <a:lnTo>
                  <a:pt x="746905" y="2623768"/>
                </a:lnTo>
                <a:cubicBezTo>
                  <a:pt x="746656" y="2624183"/>
                  <a:pt x="746240" y="2624432"/>
                  <a:pt x="745741" y="2624432"/>
                </a:cubicBezTo>
                <a:close/>
                <a:moveTo>
                  <a:pt x="787402" y="2640559"/>
                </a:moveTo>
                <a:cubicBezTo>
                  <a:pt x="786903" y="2640559"/>
                  <a:pt x="786239" y="2639895"/>
                  <a:pt x="786239" y="2639895"/>
                </a:cubicBezTo>
                <a:lnTo>
                  <a:pt x="777017" y="2623860"/>
                </a:lnTo>
                <a:cubicBezTo>
                  <a:pt x="776767" y="2623445"/>
                  <a:pt x="777017" y="2622531"/>
                  <a:pt x="777017" y="2622531"/>
                </a:cubicBezTo>
                <a:lnTo>
                  <a:pt x="786239" y="2606497"/>
                </a:lnTo>
                <a:cubicBezTo>
                  <a:pt x="786488" y="2606081"/>
                  <a:pt x="786903" y="2605832"/>
                  <a:pt x="787402" y="2605832"/>
                </a:cubicBezTo>
                <a:lnTo>
                  <a:pt x="805928" y="2605832"/>
                </a:lnTo>
                <a:cubicBezTo>
                  <a:pt x="806427" y="2605832"/>
                  <a:pt x="807091" y="2606497"/>
                  <a:pt x="807091" y="2606497"/>
                </a:cubicBezTo>
                <a:lnTo>
                  <a:pt x="816313" y="2622531"/>
                </a:lnTo>
                <a:cubicBezTo>
                  <a:pt x="816563" y="2622946"/>
                  <a:pt x="816313" y="2623860"/>
                  <a:pt x="816313" y="2623860"/>
                </a:cubicBezTo>
                <a:lnTo>
                  <a:pt x="807091" y="2639895"/>
                </a:lnTo>
                <a:cubicBezTo>
                  <a:pt x="806842" y="2640310"/>
                  <a:pt x="806427" y="2640559"/>
                  <a:pt x="805928" y="2640559"/>
                </a:cubicBezTo>
                <a:close/>
                <a:moveTo>
                  <a:pt x="3074480" y="3253379"/>
                </a:moveTo>
                <a:cubicBezTo>
                  <a:pt x="3073981" y="3253379"/>
                  <a:pt x="3073316" y="3252715"/>
                  <a:pt x="3073316" y="3252715"/>
                </a:cubicBezTo>
                <a:lnTo>
                  <a:pt x="3064095" y="3236680"/>
                </a:lnTo>
                <a:cubicBezTo>
                  <a:pt x="3063846" y="3236265"/>
                  <a:pt x="3064095" y="3235351"/>
                  <a:pt x="3064095" y="3235351"/>
                </a:cubicBezTo>
                <a:lnTo>
                  <a:pt x="3073316" y="3219317"/>
                </a:lnTo>
                <a:cubicBezTo>
                  <a:pt x="3073566" y="3218901"/>
                  <a:pt x="3073981" y="3218652"/>
                  <a:pt x="3074480" y="3218652"/>
                </a:cubicBezTo>
                <a:lnTo>
                  <a:pt x="3093006" y="3218652"/>
                </a:lnTo>
                <a:cubicBezTo>
                  <a:pt x="3093505" y="3218652"/>
                  <a:pt x="3094169" y="3219317"/>
                  <a:pt x="3094169" y="3219317"/>
                </a:cubicBezTo>
                <a:lnTo>
                  <a:pt x="3103391" y="3235351"/>
                </a:lnTo>
                <a:cubicBezTo>
                  <a:pt x="3103641" y="3235766"/>
                  <a:pt x="3103391" y="3236680"/>
                  <a:pt x="3103391" y="3236680"/>
                </a:cubicBezTo>
                <a:lnTo>
                  <a:pt x="3094169" y="3252715"/>
                </a:lnTo>
                <a:cubicBezTo>
                  <a:pt x="3093920" y="3253130"/>
                  <a:pt x="3093505" y="3253379"/>
                  <a:pt x="3093006" y="3253379"/>
                </a:cubicBezTo>
                <a:close/>
                <a:moveTo>
                  <a:pt x="847507" y="2656758"/>
                </a:moveTo>
                <a:cubicBezTo>
                  <a:pt x="847008" y="2656758"/>
                  <a:pt x="846343" y="2656094"/>
                  <a:pt x="846343" y="2656094"/>
                </a:cubicBezTo>
                <a:lnTo>
                  <a:pt x="837038" y="2639975"/>
                </a:lnTo>
                <a:cubicBezTo>
                  <a:pt x="836790" y="2639561"/>
                  <a:pt x="837038" y="2638647"/>
                  <a:pt x="837038" y="2638647"/>
                </a:cubicBezTo>
                <a:lnTo>
                  <a:pt x="846343" y="2622530"/>
                </a:lnTo>
                <a:cubicBezTo>
                  <a:pt x="846592" y="2622114"/>
                  <a:pt x="847007" y="2621865"/>
                  <a:pt x="847506" y="2621865"/>
                </a:cubicBezTo>
                <a:lnTo>
                  <a:pt x="866116" y="2621865"/>
                </a:lnTo>
                <a:cubicBezTo>
                  <a:pt x="866615" y="2621865"/>
                  <a:pt x="867280" y="2622530"/>
                  <a:pt x="867280" y="2622530"/>
                </a:cubicBezTo>
                <a:lnTo>
                  <a:pt x="876584" y="2638647"/>
                </a:lnTo>
                <a:cubicBezTo>
                  <a:pt x="876832" y="2639062"/>
                  <a:pt x="876584" y="2639976"/>
                  <a:pt x="876584" y="2639976"/>
                </a:cubicBezTo>
                <a:lnTo>
                  <a:pt x="867280" y="2656094"/>
                </a:lnTo>
                <a:cubicBezTo>
                  <a:pt x="867030" y="2656509"/>
                  <a:pt x="866615" y="2656758"/>
                  <a:pt x="866116" y="2656758"/>
                </a:cubicBezTo>
                <a:close/>
                <a:moveTo>
                  <a:pt x="1027796" y="2705634"/>
                </a:moveTo>
                <a:cubicBezTo>
                  <a:pt x="1027297" y="2705634"/>
                  <a:pt x="1026633" y="2704969"/>
                  <a:pt x="1026633" y="2704969"/>
                </a:cubicBezTo>
                <a:lnTo>
                  <a:pt x="1017079" y="2688437"/>
                </a:lnTo>
                <a:cubicBezTo>
                  <a:pt x="1016830" y="2688020"/>
                  <a:pt x="1017079" y="2687107"/>
                  <a:pt x="1017079" y="2687107"/>
                </a:cubicBezTo>
                <a:lnTo>
                  <a:pt x="1026633" y="2670574"/>
                </a:lnTo>
                <a:cubicBezTo>
                  <a:pt x="1026882" y="2670159"/>
                  <a:pt x="1027297" y="2669910"/>
                  <a:pt x="1027796" y="2669910"/>
                </a:cubicBezTo>
                <a:lnTo>
                  <a:pt x="1046904" y="2669910"/>
                </a:lnTo>
                <a:cubicBezTo>
                  <a:pt x="1047403" y="2669910"/>
                  <a:pt x="1048067" y="2670575"/>
                  <a:pt x="1048067" y="2670575"/>
                </a:cubicBezTo>
                <a:lnTo>
                  <a:pt x="1057621" y="2687107"/>
                </a:lnTo>
                <a:cubicBezTo>
                  <a:pt x="1057870" y="2687523"/>
                  <a:pt x="1057621" y="2688437"/>
                  <a:pt x="1057621" y="2688437"/>
                </a:cubicBezTo>
                <a:lnTo>
                  <a:pt x="1048066" y="2704969"/>
                </a:lnTo>
                <a:cubicBezTo>
                  <a:pt x="1047818" y="2705385"/>
                  <a:pt x="1047403" y="2705634"/>
                  <a:pt x="1046904" y="2705634"/>
                </a:cubicBezTo>
                <a:close/>
                <a:moveTo>
                  <a:pt x="4217665" y="3560357"/>
                </a:moveTo>
                <a:cubicBezTo>
                  <a:pt x="4217166" y="3560357"/>
                  <a:pt x="4216502" y="3559692"/>
                  <a:pt x="4216502" y="3559692"/>
                </a:cubicBezTo>
                <a:lnTo>
                  <a:pt x="4206948" y="3543160"/>
                </a:lnTo>
                <a:cubicBezTo>
                  <a:pt x="4206699" y="3542744"/>
                  <a:pt x="4206948" y="3541830"/>
                  <a:pt x="4206948" y="3541830"/>
                </a:cubicBezTo>
                <a:lnTo>
                  <a:pt x="4216503" y="3525298"/>
                </a:lnTo>
                <a:cubicBezTo>
                  <a:pt x="4216751" y="3524882"/>
                  <a:pt x="4217166" y="3524633"/>
                  <a:pt x="4217665" y="3524633"/>
                </a:cubicBezTo>
                <a:lnTo>
                  <a:pt x="4236773" y="3524633"/>
                </a:lnTo>
                <a:cubicBezTo>
                  <a:pt x="4237272" y="3524633"/>
                  <a:pt x="4237936" y="3525298"/>
                  <a:pt x="4237936" y="3525298"/>
                </a:cubicBezTo>
                <a:lnTo>
                  <a:pt x="4247490" y="3541830"/>
                </a:lnTo>
                <a:cubicBezTo>
                  <a:pt x="4247740" y="3542246"/>
                  <a:pt x="4247490" y="3543160"/>
                  <a:pt x="4247490" y="3543160"/>
                </a:cubicBezTo>
                <a:lnTo>
                  <a:pt x="4237936" y="3559692"/>
                </a:lnTo>
                <a:cubicBezTo>
                  <a:pt x="4237687" y="3560108"/>
                  <a:pt x="4237272" y="3560357"/>
                  <a:pt x="4236773" y="3560357"/>
                </a:cubicBezTo>
                <a:close/>
                <a:moveTo>
                  <a:pt x="1148083" y="2738064"/>
                </a:moveTo>
                <a:cubicBezTo>
                  <a:pt x="1147585" y="2738064"/>
                  <a:pt x="1147169" y="2737815"/>
                  <a:pt x="1146920" y="2737400"/>
                </a:cubicBezTo>
                <a:lnTo>
                  <a:pt x="1137283" y="2720701"/>
                </a:lnTo>
                <a:cubicBezTo>
                  <a:pt x="1137034" y="2720285"/>
                  <a:pt x="1137034" y="2719787"/>
                  <a:pt x="1137283" y="2719372"/>
                </a:cubicBezTo>
                <a:lnTo>
                  <a:pt x="1146920" y="2702673"/>
                </a:lnTo>
                <a:cubicBezTo>
                  <a:pt x="1147169" y="2702257"/>
                  <a:pt x="1147585" y="2702008"/>
                  <a:pt x="1148083" y="2702008"/>
                </a:cubicBezTo>
                <a:lnTo>
                  <a:pt x="1167440" y="2702008"/>
                </a:lnTo>
                <a:cubicBezTo>
                  <a:pt x="1167939" y="2702008"/>
                  <a:pt x="1168355" y="2702257"/>
                  <a:pt x="1168604" y="2702673"/>
                </a:cubicBezTo>
                <a:lnTo>
                  <a:pt x="1178241" y="2719372"/>
                </a:lnTo>
                <a:cubicBezTo>
                  <a:pt x="1178490" y="2719787"/>
                  <a:pt x="1178490" y="2720285"/>
                  <a:pt x="1178241" y="2720701"/>
                </a:cubicBezTo>
                <a:lnTo>
                  <a:pt x="1168604" y="2737400"/>
                </a:lnTo>
                <a:cubicBezTo>
                  <a:pt x="1168355" y="2737815"/>
                  <a:pt x="1167939" y="2738064"/>
                  <a:pt x="1167440" y="2738064"/>
                </a:cubicBezTo>
                <a:close/>
                <a:moveTo>
                  <a:pt x="3134229" y="3270250"/>
                </a:moveTo>
                <a:cubicBezTo>
                  <a:pt x="3133730" y="3270250"/>
                  <a:pt x="3133314" y="3270001"/>
                  <a:pt x="3133065" y="3269586"/>
                </a:cubicBezTo>
                <a:lnTo>
                  <a:pt x="3123429" y="3252887"/>
                </a:lnTo>
                <a:cubicBezTo>
                  <a:pt x="3123179" y="3252471"/>
                  <a:pt x="3123180" y="3251973"/>
                  <a:pt x="3123429" y="3251558"/>
                </a:cubicBezTo>
                <a:lnTo>
                  <a:pt x="3133065" y="3234859"/>
                </a:lnTo>
                <a:cubicBezTo>
                  <a:pt x="3133315" y="3234443"/>
                  <a:pt x="3133731" y="3234194"/>
                  <a:pt x="3134229" y="3234194"/>
                </a:cubicBezTo>
                <a:lnTo>
                  <a:pt x="3153586" y="3234194"/>
                </a:lnTo>
                <a:cubicBezTo>
                  <a:pt x="3154084" y="3234194"/>
                  <a:pt x="3154499" y="3234443"/>
                  <a:pt x="3154749" y="3234859"/>
                </a:cubicBezTo>
                <a:lnTo>
                  <a:pt x="3164387" y="3251558"/>
                </a:lnTo>
                <a:cubicBezTo>
                  <a:pt x="3164635" y="3251973"/>
                  <a:pt x="3164635" y="3252471"/>
                  <a:pt x="3164387" y="3252887"/>
                </a:cubicBezTo>
                <a:lnTo>
                  <a:pt x="3154749" y="3269586"/>
                </a:lnTo>
                <a:cubicBezTo>
                  <a:pt x="3154499" y="3270001"/>
                  <a:pt x="3154084" y="3270250"/>
                  <a:pt x="3153586" y="3270250"/>
                </a:cubicBezTo>
                <a:close/>
                <a:moveTo>
                  <a:pt x="1328508" y="2786606"/>
                </a:moveTo>
                <a:cubicBezTo>
                  <a:pt x="1328010" y="2786606"/>
                  <a:pt x="1327595" y="2786357"/>
                  <a:pt x="1327345" y="2785941"/>
                </a:cubicBezTo>
                <a:lnTo>
                  <a:pt x="1317625" y="2768993"/>
                </a:lnTo>
                <a:cubicBezTo>
                  <a:pt x="1317376" y="2768578"/>
                  <a:pt x="1317376" y="2767996"/>
                  <a:pt x="1317625" y="2767581"/>
                </a:cubicBezTo>
                <a:lnTo>
                  <a:pt x="1327428" y="2750633"/>
                </a:lnTo>
                <a:cubicBezTo>
                  <a:pt x="1327677" y="2750217"/>
                  <a:pt x="1328093" y="2749968"/>
                  <a:pt x="1328592" y="2749968"/>
                </a:cubicBezTo>
                <a:lnTo>
                  <a:pt x="1348115" y="2749968"/>
                </a:lnTo>
                <a:cubicBezTo>
                  <a:pt x="1348613" y="2749968"/>
                  <a:pt x="1349029" y="2750217"/>
                  <a:pt x="1349278" y="2750633"/>
                </a:cubicBezTo>
                <a:lnTo>
                  <a:pt x="1358998" y="2767581"/>
                </a:lnTo>
                <a:cubicBezTo>
                  <a:pt x="1359248" y="2767996"/>
                  <a:pt x="1359248" y="2768578"/>
                  <a:pt x="1358998" y="2768993"/>
                </a:cubicBezTo>
                <a:lnTo>
                  <a:pt x="1349195" y="2785941"/>
                </a:lnTo>
                <a:cubicBezTo>
                  <a:pt x="1348946" y="2786357"/>
                  <a:pt x="1348530" y="2786606"/>
                  <a:pt x="1348032" y="2786606"/>
                </a:cubicBezTo>
                <a:close/>
                <a:moveTo>
                  <a:pt x="3254468" y="3302665"/>
                </a:moveTo>
                <a:cubicBezTo>
                  <a:pt x="3253970" y="3302665"/>
                  <a:pt x="3253553" y="3302416"/>
                  <a:pt x="3253305" y="3302000"/>
                </a:cubicBezTo>
                <a:lnTo>
                  <a:pt x="3243584" y="3285052"/>
                </a:lnTo>
                <a:cubicBezTo>
                  <a:pt x="3243336" y="3284637"/>
                  <a:pt x="3243335" y="3284055"/>
                  <a:pt x="3243585" y="3283640"/>
                </a:cubicBezTo>
                <a:lnTo>
                  <a:pt x="3253388" y="3266692"/>
                </a:lnTo>
                <a:cubicBezTo>
                  <a:pt x="3253636" y="3266276"/>
                  <a:pt x="3254053" y="3266027"/>
                  <a:pt x="3254551" y="3266027"/>
                </a:cubicBezTo>
                <a:lnTo>
                  <a:pt x="3274075" y="3266027"/>
                </a:lnTo>
                <a:cubicBezTo>
                  <a:pt x="3274573" y="3266027"/>
                  <a:pt x="3274988" y="3266276"/>
                  <a:pt x="3275238" y="3266692"/>
                </a:cubicBezTo>
                <a:lnTo>
                  <a:pt x="3284958" y="3283640"/>
                </a:lnTo>
                <a:cubicBezTo>
                  <a:pt x="3285207" y="3284055"/>
                  <a:pt x="3285206" y="3284637"/>
                  <a:pt x="3284958" y="3285052"/>
                </a:cubicBezTo>
                <a:lnTo>
                  <a:pt x="3275155" y="3302000"/>
                </a:lnTo>
                <a:cubicBezTo>
                  <a:pt x="3274905" y="3302416"/>
                  <a:pt x="3274489" y="3302665"/>
                  <a:pt x="3273991" y="3302665"/>
                </a:cubicBezTo>
                <a:close/>
                <a:moveTo>
                  <a:pt x="1208138" y="2754433"/>
                </a:moveTo>
                <a:cubicBezTo>
                  <a:pt x="1207722" y="2754433"/>
                  <a:pt x="1207224" y="2754184"/>
                  <a:pt x="1206974" y="2753768"/>
                </a:cubicBezTo>
                <a:lnTo>
                  <a:pt x="1197171" y="2736737"/>
                </a:lnTo>
                <a:cubicBezTo>
                  <a:pt x="1196922" y="2736322"/>
                  <a:pt x="1196922" y="2735741"/>
                  <a:pt x="1197171" y="2735325"/>
                </a:cubicBezTo>
                <a:lnTo>
                  <a:pt x="1206974" y="2718294"/>
                </a:lnTo>
                <a:cubicBezTo>
                  <a:pt x="1207224" y="2717879"/>
                  <a:pt x="1207638" y="2717629"/>
                  <a:pt x="1208137" y="2717629"/>
                </a:cubicBezTo>
                <a:lnTo>
                  <a:pt x="1227744" y="2717629"/>
                </a:lnTo>
                <a:cubicBezTo>
                  <a:pt x="1228159" y="2717629"/>
                  <a:pt x="1228658" y="2717879"/>
                  <a:pt x="1228907" y="2718294"/>
                </a:cubicBezTo>
                <a:lnTo>
                  <a:pt x="1238711" y="2735325"/>
                </a:lnTo>
                <a:cubicBezTo>
                  <a:pt x="1238960" y="2735740"/>
                  <a:pt x="1238960" y="2736322"/>
                  <a:pt x="1238711" y="2736738"/>
                </a:cubicBezTo>
                <a:lnTo>
                  <a:pt x="1228907" y="2753768"/>
                </a:lnTo>
                <a:cubicBezTo>
                  <a:pt x="1228658" y="2754184"/>
                  <a:pt x="1228242" y="2754433"/>
                  <a:pt x="1227743" y="2754433"/>
                </a:cubicBezTo>
                <a:close/>
                <a:moveTo>
                  <a:pt x="1087661" y="2722333"/>
                </a:moveTo>
                <a:cubicBezTo>
                  <a:pt x="1087162" y="2722333"/>
                  <a:pt x="1086664" y="2722084"/>
                  <a:pt x="1086415" y="2721669"/>
                </a:cubicBezTo>
                <a:lnTo>
                  <a:pt x="1076529" y="2704554"/>
                </a:lnTo>
                <a:cubicBezTo>
                  <a:pt x="1076280" y="2704139"/>
                  <a:pt x="1076280" y="2703557"/>
                  <a:pt x="1076529" y="2703142"/>
                </a:cubicBezTo>
                <a:lnTo>
                  <a:pt x="1086415" y="2686028"/>
                </a:lnTo>
                <a:cubicBezTo>
                  <a:pt x="1086747" y="2685612"/>
                  <a:pt x="1087163" y="2685363"/>
                  <a:pt x="1087661" y="2685363"/>
                </a:cubicBezTo>
                <a:lnTo>
                  <a:pt x="1107351" y="2685363"/>
                </a:lnTo>
                <a:cubicBezTo>
                  <a:pt x="1107850" y="2685363"/>
                  <a:pt x="1108347" y="2685612"/>
                  <a:pt x="1108598" y="2686028"/>
                </a:cubicBezTo>
                <a:lnTo>
                  <a:pt x="1118484" y="2703142"/>
                </a:lnTo>
                <a:cubicBezTo>
                  <a:pt x="1118733" y="2703557"/>
                  <a:pt x="1118733" y="2704139"/>
                  <a:pt x="1118484" y="2704554"/>
                </a:cubicBezTo>
                <a:lnTo>
                  <a:pt x="1108598" y="2721669"/>
                </a:lnTo>
                <a:cubicBezTo>
                  <a:pt x="1108264" y="2722084"/>
                  <a:pt x="1107850" y="2722333"/>
                  <a:pt x="1107351" y="2722333"/>
                </a:cubicBezTo>
                <a:close/>
                <a:moveTo>
                  <a:pt x="3194180" y="3286773"/>
                </a:moveTo>
                <a:cubicBezTo>
                  <a:pt x="3193764" y="3286773"/>
                  <a:pt x="3193266" y="3286524"/>
                  <a:pt x="3193016" y="3286109"/>
                </a:cubicBezTo>
                <a:lnTo>
                  <a:pt x="3183130" y="3268994"/>
                </a:lnTo>
                <a:cubicBezTo>
                  <a:pt x="3182880" y="3268579"/>
                  <a:pt x="3182881" y="3267997"/>
                  <a:pt x="3183130" y="3267582"/>
                </a:cubicBezTo>
                <a:lnTo>
                  <a:pt x="3193016" y="3250468"/>
                </a:lnTo>
                <a:cubicBezTo>
                  <a:pt x="3193265" y="3250052"/>
                  <a:pt x="3193681" y="3249803"/>
                  <a:pt x="3194180" y="3249803"/>
                </a:cubicBezTo>
                <a:lnTo>
                  <a:pt x="3213869" y="3249803"/>
                </a:lnTo>
                <a:cubicBezTo>
                  <a:pt x="3214285" y="3249803"/>
                  <a:pt x="3214783" y="3250052"/>
                  <a:pt x="3215032" y="3250468"/>
                </a:cubicBezTo>
                <a:lnTo>
                  <a:pt x="3224919" y="3267582"/>
                </a:lnTo>
                <a:cubicBezTo>
                  <a:pt x="3225167" y="3267997"/>
                  <a:pt x="3225168" y="3268579"/>
                  <a:pt x="3224918" y="3268994"/>
                </a:cubicBezTo>
                <a:lnTo>
                  <a:pt x="3215032" y="3286109"/>
                </a:lnTo>
                <a:cubicBezTo>
                  <a:pt x="3214783" y="3286524"/>
                  <a:pt x="3214368" y="3286773"/>
                  <a:pt x="3213869" y="3286773"/>
                </a:cubicBezTo>
                <a:close/>
                <a:moveTo>
                  <a:pt x="1268215" y="2770818"/>
                </a:moveTo>
                <a:cubicBezTo>
                  <a:pt x="1267717" y="2770818"/>
                  <a:pt x="1267219" y="2770569"/>
                  <a:pt x="1266970" y="2770154"/>
                </a:cubicBezTo>
                <a:lnTo>
                  <a:pt x="1257084" y="2752956"/>
                </a:lnTo>
                <a:cubicBezTo>
                  <a:pt x="1256834" y="2752541"/>
                  <a:pt x="1256835" y="2751959"/>
                  <a:pt x="1257083" y="2751544"/>
                </a:cubicBezTo>
                <a:lnTo>
                  <a:pt x="1266970" y="2734347"/>
                </a:lnTo>
                <a:cubicBezTo>
                  <a:pt x="1267219" y="2733931"/>
                  <a:pt x="1267717" y="2733682"/>
                  <a:pt x="1268215" y="2733682"/>
                </a:cubicBezTo>
                <a:lnTo>
                  <a:pt x="1288071" y="2733682"/>
                </a:lnTo>
                <a:cubicBezTo>
                  <a:pt x="1288570" y="2733682"/>
                  <a:pt x="1289068" y="2733931"/>
                  <a:pt x="1289318" y="2734347"/>
                </a:cubicBezTo>
                <a:lnTo>
                  <a:pt x="1299204" y="2751544"/>
                </a:lnTo>
                <a:cubicBezTo>
                  <a:pt x="1299453" y="2751959"/>
                  <a:pt x="1299453" y="2752541"/>
                  <a:pt x="1299204" y="2752956"/>
                </a:cubicBezTo>
                <a:lnTo>
                  <a:pt x="1289318" y="2770154"/>
                </a:lnTo>
                <a:cubicBezTo>
                  <a:pt x="1289068" y="2770569"/>
                  <a:pt x="1288570" y="2770818"/>
                  <a:pt x="1288071" y="2770818"/>
                </a:cubicBezTo>
                <a:close/>
                <a:moveTo>
                  <a:pt x="1689519" y="2883706"/>
                </a:moveTo>
                <a:cubicBezTo>
                  <a:pt x="1689021" y="2883706"/>
                  <a:pt x="1688523" y="2883457"/>
                  <a:pt x="1688274" y="2883042"/>
                </a:cubicBezTo>
                <a:lnTo>
                  <a:pt x="1678388" y="2865844"/>
                </a:lnTo>
                <a:cubicBezTo>
                  <a:pt x="1678138" y="2865429"/>
                  <a:pt x="1678139" y="2864847"/>
                  <a:pt x="1678387" y="2864432"/>
                </a:cubicBezTo>
                <a:lnTo>
                  <a:pt x="1688274" y="2847235"/>
                </a:lnTo>
                <a:cubicBezTo>
                  <a:pt x="1688523" y="2846819"/>
                  <a:pt x="1689021" y="2846570"/>
                  <a:pt x="1689519" y="2846570"/>
                </a:cubicBezTo>
                <a:lnTo>
                  <a:pt x="1709375" y="2846570"/>
                </a:lnTo>
                <a:cubicBezTo>
                  <a:pt x="1709874" y="2846570"/>
                  <a:pt x="1710372" y="2846819"/>
                  <a:pt x="1710622" y="2847235"/>
                </a:cubicBezTo>
                <a:lnTo>
                  <a:pt x="1720508" y="2864432"/>
                </a:lnTo>
                <a:cubicBezTo>
                  <a:pt x="1720757" y="2864847"/>
                  <a:pt x="1720757" y="2865429"/>
                  <a:pt x="1720508" y="2865844"/>
                </a:cubicBezTo>
                <a:lnTo>
                  <a:pt x="1710622" y="2883042"/>
                </a:lnTo>
                <a:cubicBezTo>
                  <a:pt x="1710372" y="2883457"/>
                  <a:pt x="1709874" y="2883706"/>
                  <a:pt x="1709375" y="2883706"/>
                </a:cubicBezTo>
                <a:close/>
                <a:moveTo>
                  <a:pt x="1749705" y="2899833"/>
                </a:moveTo>
                <a:cubicBezTo>
                  <a:pt x="1749207" y="2899833"/>
                  <a:pt x="1748709" y="2899584"/>
                  <a:pt x="1748460" y="2899169"/>
                </a:cubicBezTo>
                <a:lnTo>
                  <a:pt x="1738573" y="2881971"/>
                </a:lnTo>
                <a:cubicBezTo>
                  <a:pt x="1738324" y="2881556"/>
                  <a:pt x="1738324" y="2880974"/>
                  <a:pt x="1738573" y="2880559"/>
                </a:cubicBezTo>
                <a:lnTo>
                  <a:pt x="1748460" y="2863362"/>
                </a:lnTo>
                <a:cubicBezTo>
                  <a:pt x="1748709" y="2862946"/>
                  <a:pt x="1749207" y="2862697"/>
                  <a:pt x="1749705" y="2862697"/>
                </a:cubicBezTo>
                <a:lnTo>
                  <a:pt x="1769561" y="2862697"/>
                </a:lnTo>
                <a:cubicBezTo>
                  <a:pt x="1770060" y="2862697"/>
                  <a:pt x="1770558" y="2862946"/>
                  <a:pt x="1770808" y="2863362"/>
                </a:cubicBezTo>
                <a:lnTo>
                  <a:pt x="1780694" y="2880559"/>
                </a:lnTo>
                <a:cubicBezTo>
                  <a:pt x="1780943" y="2880974"/>
                  <a:pt x="1780943" y="2881556"/>
                  <a:pt x="1780694" y="2881971"/>
                </a:cubicBezTo>
                <a:lnTo>
                  <a:pt x="1770808" y="2899169"/>
                </a:lnTo>
                <a:cubicBezTo>
                  <a:pt x="1770558" y="2899584"/>
                  <a:pt x="1770060" y="2899833"/>
                  <a:pt x="1769561" y="2899833"/>
                </a:cubicBezTo>
                <a:close/>
                <a:moveTo>
                  <a:pt x="1448693" y="2819271"/>
                </a:moveTo>
                <a:cubicBezTo>
                  <a:pt x="1448194" y="2819271"/>
                  <a:pt x="1447696" y="2819022"/>
                  <a:pt x="1447447" y="2818607"/>
                </a:cubicBezTo>
                <a:lnTo>
                  <a:pt x="1437477" y="2801326"/>
                </a:lnTo>
                <a:cubicBezTo>
                  <a:pt x="1437228" y="2800911"/>
                  <a:pt x="1437228" y="2800329"/>
                  <a:pt x="1437477" y="2799914"/>
                </a:cubicBezTo>
                <a:lnTo>
                  <a:pt x="1447447" y="2782634"/>
                </a:lnTo>
                <a:cubicBezTo>
                  <a:pt x="1447697" y="2782218"/>
                  <a:pt x="1448194" y="2781969"/>
                  <a:pt x="1448693" y="2781969"/>
                </a:cubicBezTo>
                <a:lnTo>
                  <a:pt x="1468632" y="2781969"/>
                </a:lnTo>
                <a:cubicBezTo>
                  <a:pt x="1469130" y="2781969"/>
                  <a:pt x="1469629" y="2782218"/>
                  <a:pt x="1469878" y="2782634"/>
                </a:cubicBezTo>
                <a:lnTo>
                  <a:pt x="1479847" y="2799914"/>
                </a:lnTo>
                <a:cubicBezTo>
                  <a:pt x="1480098" y="2800329"/>
                  <a:pt x="1480097" y="2800911"/>
                  <a:pt x="1479848" y="2801326"/>
                </a:cubicBezTo>
                <a:lnTo>
                  <a:pt x="1469878" y="2818607"/>
                </a:lnTo>
                <a:cubicBezTo>
                  <a:pt x="1469629" y="2819022"/>
                  <a:pt x="1469130" y="2819271"/>
                  <a:pt x="1468632" y="2819271"/>
                </a:cubicBezTo>
                <a:close/>
                <a:moveTo>
                  <a:pt x="1569066" y="2851525"/>
                </a:moveTo>
                <a:cubicBezTo>
                  <a:pt x="1568567" y="2851524"/>
                  <a:pt x="1568069" y="2851276"/>
                  <a:pt x="1567820" y="2850860"/>
                </a:cubicBezTo>
                <a:lnTo>
                  <a:pt x="1557850" y="2833579"/>
                </a:lnTo>
                <a:cubicBezTo>
                  <a:pt x="1557601" y="2833164"/>
                  <a:pt x="1557601" y="2832583"/>
                  <a:pt x="1557850" y="2832168"/>
                </a:cubicBezTo>
                <a:lnTo>
                  <a:pt x="1567820" y="2814887"/>
                </a:lnTo>
                <a:cubicBezTo>
                  <a:pt x="1568069" y="2814472"/>
                  <a:pt x="1568567" y="2814222"/>
                  <a:pt x="1569066" y="2814223"/>
                </a:cubicBezTo>
                <a:lnTo>
                  <a:pt x="1589005" y="2814222"/>
                </a:lnTo>
                <a:cubicBezTo>
                  <a:pt x="1589503" y="2814222"/>
                  <a:pt x="1590002" y="2814471"/>
                  <a:pt x="1590251" y="2814887"/>
                </a:cubicBezTo>
                <a:lnTo>
                  <a:pt x="1600220" y="2832168"/>
                </a:lnTo>
                <a:cubicBezTo>
                  <a:pt x="1600470" y="2832583"/>
                  <a:pt x="1600470" y="2833164"/>
                  <a:pt x="1600220" y="2833579"/>
                </a:cubicBezTo>
                <a:lnTo>
                  <a:pt x="1590251" y="2850860"/>
                </a:lnTo>
                <a:cubicBezTo>
                  <a:pt x="1590002" y="2851275"/>
                  <a:pt x="1589503" y="2851525"/>
                  <a:pt x="1589005" y="2851524"/>
                </a:cubicBezTo>
                <a:close/>
                <a:moveTo>
                  <a:pt x="1508819" y="2835485"/>
                </a:moveTo>
                <a:cubicBezTo>
                  <a:pt x="1508320" y="2835484"/>
                  <a:pt x="1507822" y="2835152"/>
                  <a:pt x="1507573" y="2834737"/>
                </a:cubicBezTo>
                <a:lnTo>
                  <a:pt x="1497603" y="2817374"/>
                </a:lnTo>
                <a:cubicBezTo>
                  <a:pt x="1497354" y="2816957"/>
                  <a:pt x="1497354" y="2816377"/>
                  <a:pt x="1497603" y="2815960"/>
                </a:cubicBezTo>
                <a:lnTo>
                  <a:pt x="1507656" y="2798597"/>
                </a:lnTo>
                <a:cubicBezTo>
                  <a:pt x="1507905" y="2798099"/>
                  <a:pt x="1508403" y="2797850"/>
                  <a:pt x="1508902" y="2797849"/>
                </a:cubicBezTo>
                <a:lnTo>
                  <a:pt x="1528924" y="2797850"/>
                </a:lnTo>
                <a:cubicBezTo>
                  <a:pt x="1529423" y="2797849"/>
                  <a:pt x="1529920" y="2798182"/>
                  <a:pt x="1530170" y="2798598"/>
                </a:cubicBezTo>
                <a:lnTo>
                  <a:pt x="1540140" y="2815961"/>
                </a:lnTo>
                <a:cubicBezTo>
                  <a:pt x="1540389" y="2816376"/>
                  <a:pt x="1540389" y="2816957"/>
                  <a:pt x="1540140" y="2817374"/>
                </a:cubicBezTo>
                <a:lnTo>
                  <a:pt x="1530087" y="2834736"/>
                </a:lnTo>
                <a:cubicBezTo>
                  <a:pt x="1529838" y="2835236"/>
                  <a:pt x="1529339" y="2835485"/>
                  <a:pt x="1528841" y="2835484"/>
                </a:cubicBezTo>
                <a:close/>
                <a:moveTo>
                  <a:pt x="1629191" y="2867738"/>
                </a:moveTo>
                <a:cubicBezTo>
                  <a:pt x="1628692" y="2867738"/>
                  <a:pt x="1628194" y="2867406"/>
                  <a:pt x="1627946" y="2866990"/>
                </a:cubicBezTo>
                <a:lnTo>
                  <a:pt x="1617975" y="2849627"/>
                </a:lnTo>
                <a:cubicBezTo>
                  <a:pt x="1617726" y="2849211"/>
                  <a:pt x="1617726" y="2848630"/>
                  <a:pt x="1617976" y="2848214"/>
                </a:cubicBezTo>
                <a:lnTo>
                  <a:pt x="1628028" y="2830851"/>
                </a:lnTo>
                <a:cubicBezTo>
                  <a:pt x="1628278" y="2830352"/>
                  <a:pt x="1628775" y="2830103"/>
                  <a:pt x="1629274" y="2830103"/>
                </a:cubicBezTo>
                <a:lnTo>
                  <a:pt x="1649297" y="2830103"/>
                </a:lnTo>
                <a:cubicBezTo>
                  <a:pt x="1649796" y="2830103"/>
                  <a:pt x="1650293" y="2830435"/>
                  <a:pt x="1650543" y="2830851"/>
                </a:cubicBezTo>
                <a:lnTo>
                  <a:pt x="1660512" y="2848214"/>
                </a:lnTo>
                <a:cubicBezTo>
                  <a:pt x="1660761" y="2848630"/>
                  <a:pt x="1660761" y="2849211"/>
                  <a:pt x="1660513" y="2849627"/>
                </a:cubicBezTo>
                <a:lnTo>
                  <a:pt x="1650459" y="2866990"/>
                </a:lnTo>
                <a:cubicBezTo>
                  <a:pt x="1650211" y="2867489"/>
                  <a:pt x="1649712" y="2867738"/>
                  <a:pt x="1649213" y="2867738"/>
                </a:cubicBezTo>
                <a:close/>
                <a:moveTo>
                  <a:pt x="3314406" y="3319290"/>
                </a:moveTo>
                <a:cubicBezTo>
                  <a:pt x="3313907" y="3319290"/>
                  <a:pt x="3313409" y="3318958"/>
                  <a:pt x="3313160" y="3318542"/>
                </a:cubicBezTo>
                <a:lnTo>
                  <a:pt x="3303189" y="3301179"/>
                </a:lnTo>
                <a:cubicBezTo>
                  <a:pt x="3302941" y="3300763"/>
                  <a:pt x="3302940" y="3300182"/>
                  <a:pt x="3303190" y="3299766"/>
                </a:cubicBezTo>
                <a:lnTo>
                  <a:pt x="3313241" y="3282403"/>
                </a:lnTo>
                <a:cubicBezTo>
                  <a:pt x="3313492" y="3281904"/>
                  <a:pt x="3313990" y="3281655"/>
                  <a:pt x="3314489" y="3281655"/>
                </a:cubicBezTo>
                <a:lnTo>
                  <a:pt x="3334511" y="3281655"/>
                </a:lnTo>
                <a:cubicBezTo>
                  <a:pt x="3335009" y="3281655"/>
                  <a:pt x="3335507" y="3281987"/>
                  <a:pt x="3335757" y="3282403"/>
                </a:cubicBezTo>
                <a:lnTo>
                  <a:pt x="3345725" y="3299766"/>
                </a:lnTo>
                <a:cubicBezTo>
                  <a:pt x="3345975" y="3300182"/>
                  <a:pt x="3345975" y="3300763"/>
                  <a:pt x="3345726" y="3301179"/>
                </a:cubicBezTo>
                <a:lnTo>
                  <a:pt x="3335673" y="3318542"/>
                </a:lnTo>
                <a:cubicBezTo>
                  <a:pt x="3335425" y="3319041"/>
                  <a:pt x="3334926" y="3319290"/>
                  <a:pt x="3334427" y="3319290"/>
                </a:cubicBezTo>
                <a:close/>
                <a:moveTo>
                  <a:pt x="3374592" y="3335500"/>
                </a:moveTo>
                <a:cubicBezTo>
                  <a:pt x="3374093" y="3335500"/>
                  <a:pt x="3373595" y="3335168"/>
                  <a:pt x="3373347" y="3334752"/>
                </a:cubicBezTo>
                <a:lnTo>
                  <a:pt x="3363293" y="3317306"/>
                </a:lnTo>
                <a:cubicBezTo>
                  <a:pt x="3363045" y="3316890"/>
                  <a:pt x="3363044" y="3316309"/>
                  <a:pt x="3363294" y="3315893"/>
                </a:cubicBezTo>
                <a:lnTo>
                  <a:pt x="3373346" y="3298447"/>
                </a:lnTo>
                <a:cubicBezTo>
                  <a:pt x="3373596" y="3297948"/>
                  <a:pt x="3374094" y="3297699"/>
                  <a:pt x="3374592" y="3297699"/>
                </a:cubicBezTo>
                <a:lnTo>
                  <a:pt x="3394698" y="3297699"/>
                </a:lnTo>
                <a:cubicBezTo>
                  <a:pt x="3395196" y="3297699"/>
                  <a:pt x="3395694" y="3298031"/>
                  <a:pt x="3395943" y="3298447"/>
                </a:cubicBezTo>
                <a:lnTo>
                  <a:pt x="3405996" y="3315893"/>
                </a:lnTo>
                <a:cubicBezTo>
                  <a:pt x="3406245" y="3316309"/>
                  <a:pt x="3406246" y="3316890"/>
                  <a:pt x="3405996" y="3317306"/>
                </a:cubicBezTo>
                <a:lnTo>
                  <a:pt x="3395944" y="3334752"/>
                </a:lnTo>
                <a:cubicBezTo>
                  <a:pt x="3395694" y="3335251"/>
                  <a:pt x="3395195" y="3335500"/>
                  <a:pt x="3394697" y="3335500"/>
                </a:cubicBezTo>
                <a:close/>
                <a:moveTo>
                  <a:pt x="1388445" y="2803314"/>
                </a:moveTo>
                <a:cubicBezTo>
                  <a:pt x="1387947" y="2803314"/>
                  <a:pt x="1387448" y="2802982"/>
                  <a:pt x="1387199" y="2802566"/>
                </a:cubicBezTo>
                <a:lnTo>
                  <a:pt x="1377147" y="2785120"/>
                </a:lnTo>
                <a:cubicBezTo>
                  <a:pt x="1376898" y="2784704"/>
                  <a:pt x="1376898" y="2784123"/>
                  <a:pt x="1377147" y="2783707"/>
                </a:cubicBezTo>
                <a:lnTo>
                  <a:pt x="1387199" y="2766261"/>
                </a:lnTo>
                <a:cubicBezTo>
                  <a:pt x="1387448" y="2765762"/>
                  <a:pt x="1387947" y="2765513"/>
                  <a:pt x="1388445" y="2765513"/>
                </a:cubicBezTo>
                <a:lnTo>
                  <a:pt x="1408551" y="2765513"/>
                </a:lnTo>
                <a:cubicBezTo>
                  <a:pt x="1409049" y="2765513"/>
                  <a:pt x="1409548" y="2765845"/>
                  <a:pt x="1409797" y="2766261"/>
                </a:cubicBezTo>
                <a:lnTo>
                  <a:pt x="1419850" y="2783707"/>
                </a:lnTo>
                <a:cubicBezTo>
                  <a:pt x="1420099" y="2784123"/>
                  <a:pt x="1420099" y="2784704"/>
                  <a:pt x="1419850" y="2785120"/>
                </a:cubicBezTo>
                <a:lnTo>
                  <a:pt x="1409797" y="2802566"/>
                </a:lnTo>
                <a:cubicBezTo>
                  <a:pt x="1409548" y="2803065"/>
                  <a:pt x="1409049" y="2803314"/>
                  <a:pt x="1408551" y="2803314"/>
                </a:cubicBezTo>
                <a:close/>
                <a:moveTo>
                  <a:pt x="3434695" y="3351709"/>
                </a:moveTo>
                <a:cubicBezTo>
                  <a:pt x="3434196" y="3351709"/>
                  <a:pt x="3433698" y="3351377"/>
                  <a:pt x="3433450" y="3350962"/>
                </a:cubicBezTo>
                <a:lnTo>
                  <a:pt x="3423313" y="3333432"/>
                </a:lnTo>
                <a:cubicBezTo>
                  <a:pt x="3423065" y="3333016"/>
                  <a:pt x="3423064" y="3332435"/>
                  <a:pt x="3423313" y="3332020"/>
                </a:cubicBezTo>
                <a:lnTo>
                  <a:pt x="3433449" y="3314490"/>
                </a:lnTo>
                <a:cubicBezTo>
                  <a:pt x="3433698" y="3313991"/>
                  <a:pt x="3434196" y="3313742"/>
                  <a:pt x="3434695" y="3313742"/>
                </a:cubicBezTo>
                <a:lnTo>
                  <a:pt x="3454967" y="3313742"/>
                </a:lnTo>
                <a:cubicBezTo>
                  <a:pt x="3455466" y="3313742"/>
                  <a:pt x="3455964" y="3314074"/>
                  <a:pt x="3456212" y="3314490"/>
                </a:cubicBezTo>
                <a:lnTo>
                  <a:pt x="3466348" y="3332020"/>
                </a:lnTo>
                <a:cubicBezTo>
                  <a:pt x="3466597" y="3332435"/>
                  <a:pt x="3466597" y="3333016"/>
                  <a:pt x="3466348" y="3333432"/>
                </a:cubicBezTo>
                <a:lnTo>
                  <a:pt x="3456212" y="3350962"/>
                </a:lnTo>
                <a:cubicBezTo>
                  <a:pt x="3455963" y="3351460"/>
                  <a:pt x="3455465" y="3351709"/>
                  <a:pt x="3454966" y="3351709"/>
                </a:cubicBezTo>
                <a:close/>
                <a:moveTo>
                  <a:pt x="3675441" y="3416216"/>
                </a:moveTo>
                <a:cubicBezTo>
                  <a:pt x="3674942" y="3416216"/>
                  <a:pt x="3674444" y="3415884"/>
                  <a:pt x="3674195" y="3415469"/>
                </a:cubicBezTo>
                <a:lnTo>
                  <a:pt x="3664059" y="3397939"/>
                </a:lnTo>
                <a:cubicBezTo>
                  <a:pt x="3663810" y="3397523"/>
                  <a:pt x="3663810" y="3396942"/>
                  <a:pt x="3664059" y="3396527"/>
                </a:cubicBezTo>
                <a:lnTo>
                  <a:pt x="3674195" y="3378997"/>
                </a:lnTo>
                <a:cubicBezTo>
                  <a:pt x="3674444" y="3378498"/>
                  <a:pt x="3674942" y="3378249"/>
                  <a:pt x="3675441" y="3378249"/>
                </a:cubicBezTo>
                <a:lnTo>
                  <a:pt x="3695712" y="3378249"/>
                </a:lnTo>
                <a:cubicBezTo>
                  <a:pt x="3696211" y="3378249"/>
                  <a:pt x="3696709" y="3378581"/>
                  <a:pt x="3696958" y="3378997"/>
                </a:cubicBezTo>
                <a:lnTo>
                  <a:pt x="3707094" y="3396527"/>
                </a:lnTo>
                <a:cubicBezTo>
                  <a:pt x="3707343" y="3396942"/>
                  <a:pt x="3707343" y="3397523"/>
                  <a:pt x="3707094" y="3397939"/>
                </a:cubicBezTo>
                <a:lnTo>
                  <a:pt x="3696958" y="3415469"/>
                </a:lnTo>
                <a:cubicBezTo>
                  <a:pt x="3696709" y="3415967"/>
                  <a:pt x="3696211" y="3416216"/>
                  <a:pt x="3695712" y="3416216"/>
                </a:cubicBezTo>
                <a:close/>
                <a:moveTo>
                  <a:pt x="3494798" y="3367919"/>
                </a:moveTo>
                <a:cubicBezTo>
                  <a:pt x="3494299" y="3367919"/>
                  <a:pt x="3493801" y="3367587"/>
                  <a:pt x="3493552" y="3367172"/>
                </a:cubicBezTo>
                <a:lnTo>
                  <a:pt x="3483416" y="3349559"/>
                </a:lnTo>
                <a:cubicBezTo>
                  <a:pt x="3483167" y="3349144"/>
                  <a:pt x="3483167" y="3348562"/>
                  <a:pt x="3483416" y="3348147"/>
                </a:cubicBezTo>
                <a:lnTo>
                  <a:pt x="3493635" y="3330534"/>
                </a:lnTo>
                <a:cubicBezTo>
                  <a:pt x="3493884" y="3330035"/>
                  <a:pt x="3494382" y="3329786"/>
                  <a:pt x="3494881" y="3329786"/>
                </a:cubicBezTo>
                <a:lnTo>
                  <a:pt x="3515235" y="3329786"/>
                </a:lnTo>
                <a:cubicBezTo>
                  <a:pt x="3515734" y="3329786"/>
                  <a:pt x="3516232" y="3330118"/>
                  <a:pt x="3516482" y="3330534"/>
                </a:cubicBezTo>
                <a:lnTo>
                  <a:pt x="3526617" y="3348147"/>
                </a:lnTo>
                <a:cubicBezTo>
                  <a:pt x="3526866" y="3348562"/>
                  <a:pt x="3526866" y="3349144"/>
                  <a:pt x="3526617" y="3349559"/>
                </a:cubicBezTo>
                <a:lnTo>
                  <a:pt x="3516398" y="3367172"/>
                </a:lnTo>
                <a:cubicBezTo>
                  <a:pt x="3516149" y="3367670"/>
                  <a:pt x="3515651" y="3367919"/>
                  <a:pt x="3515152" y="3367919"/>
                </a:cubicBezTo>
                <a:close/>
                <a:moveTo>
                  <a:pt x="3554881" y="3384282"/>
                </a:moveTo>
                <a:cubicBezTo>
                  <a:pt x="3554382" y="3384282"/>
                  <a:pt x="3553884" y="3383949"/>
                  <a:pt x="3553635" y="3383534"/>
                </a:cubicBezTo>
                <a:lnTo>
                  <a:pt x="3543333" y="3365755"/>
                </a:lnTo>
                <a:cubicBezTo>
                  <a:pt x="3543084" y="3365340"/>
                  <a:pt x="3543084" y="3364758"/>
                  <a:pt x="3543333" y="3364343"/>
                </a:cubicBezTo>
                <a:lnTo>
                  <a:pt x="3553635" y="3346564"/>
                </a:lnTo>
                <a:cubicBezTo>
                  <a:pt x="3553884" y="3346065"/>
                  <a:pt x="3554382" y="3345816"/>
                  <a:pt x="3554881" y="3345816"/>
                </a:cubicBezTo>
                <a:lnTo>
                  <a:pt x="3575401" y="3345816"/>
                </a:lnTo>
                <a:cubicBezTo>
                  <a:pt x="3575900" y="3345816"/>
                  <a:pt x="3576398" y="3346148"/>
                  <a:pt x="3576648" y="3346564"/>
                </a:cubicBezTo>
                <a:lnTo>
                  <a:pt x="3586949" y="3364343"/>
                </a:lnTo>
                <a:cubicBezTo>
                  <a:pt x="3587199" y="3364758"/>
                  <a:pt x="3587199" y="3365340"/>
                  <a:pt x="3586949" y="3365755"/>
                </a:cubicBezTo>
                <a:lnTo>
                  <a:pt x="3576648" y="3383534"/>
                </a:lnTo>
                <a:cubicBezTo>
                  <a:pt x="3576398" y="3384032"/>
                  <a:pt x="3575900" y="3384282"/>
                  <a:pt x="3575401" y="3384282"/>
                </a:cubicBezTo>
                <a:close/>
                <a:moveTo>
                  <a:pt x="2170606" y="3013470"/>
                </a:moveTo>
                <a:cubicBezTo>
                  <a:pt x="2170108" y="3013470"/>
                  <a:pt x="2169609" y="3013138"/>
                  <a:pt x="2169360" y="3012722"/>
                </a:cubicBezTo>
                <a:lnTo>
                  <a:pt x="2159058" y="2994860"/>
                </a:lnTo>
                <a:cubicBezTo>
                  <a:pt x="2158809" y="2994362"/>
                  <a:pt x="2158809" y="2993780"/>
                  <a:pt x="2159058" y="2993365"/>
                </a:cubicBezTo>
                <a:lnTo>
                  <a:pt x="2169360" y="2975503"/>
                </a:lnTo>
                <a:cubicBezTo>
                  <a:pt x="2169609" y="2975004"/>
                  <a:pt x="2170108" y="2974755"/>
                  <a:pt x="2170606" y="2974755"/>
                </a:cubicBezTo>
                <a:lnTo>
                  <a:pt x="2191293" y="2974755"/>
                </a:lnTo>
                <a:cubicBezTo>
                  <a:pt x="2191791" y="2974755"/>
                  <a:pt x="2192290" y="2975087"/>
                  <a:pt x="2192539" y="2975503"/>
                </a:cubicBezTo>
                <a:lnTo>
                  <a:pt x="2202841" y="2993365"/>
                </a:lnTo>
                <a:cubicBezTo>
                  <a:pt x="2203090" y="2993863"/>
                  <a:pt x="2203090" y="2994446"/>
                  <a:pt x="2202841" y="2994860"/>
                </a:cubicBezTo>
                <a:lnTo>
                  <a:pt x="2192539" y="3012722"/>
                </a:lnTo>
                <a:cubicBezTo>
                  <a:pt x="2192290" y="3013220"/>
                  <a:pt x="2191791" y="3013470"/>
                  <a:pt x="2191293" y="3013471"/>
                </a:cubicBezTo>
                <a:close/>
                <a:moveTo>
                  <a:pt x="2471537" y="3094105"/>
                </a:moveTo>
                <a:cubicBezTo>
                  <a:pt x="2471039" y="3094105"/>
                  <a:pt x="2470540" y="3093773"/>
                  <a:pt x="2470291" y="3093357"/>
                </a:cubicBezTo>
                <a:lnTo>
                  <a:pt x="2459989" y="3075495"/>
                </a:lnTo>
                <a:cubicBezTo>
                  <a:pt x="2459740" y="3074997"/>
                  <a:pt x="2459740" y="3074415"/>
                  <a:pt x="2459989" y="3074000"/>
                </a:cubicBezTo>
                <a:lnTo>
                  <a:pt x="2470291" y="3056138"/>
                </a:lnTo>
                <a:cubicBezTo>
                  <a:pt x="2470541" y="3055639"/>
                  <a:pt x="2471039" y="3055390"/>
                  <a:pt x="2471537" y="3055390"/>
                </a:cubicBezTo>
                <a:lnTo>
                  <a:pt x="2492224" y="3055390"/>
                </a:lnTo>
                <a:cubicBezTo>
                  <a:pt x="2492722" y="3055390"/>
                  <a:pt x="2493221" y="3055722"/>
                  <a:pt x="2493470" y="3056137"/>
                </a:cubicBezTo>
                <a:lnTo>
                  <a:pt x="2503772" y="3074000"/>
                </a:lnTo>
                <a:cubicBezTo>
                  <a:pt x="2504021" y="3074498"/>
                  <a:pt x="2504022" y="3075080"/>
                  <a:pt x="2503772" y="3075495"/>
                </a:cubicBezTo>
                <a:lnTo>
                  <a:pt x="2493470" y="3093357"/>
                </a:lnTo>
                <a:cubicBezTo>
                  <a:pt x="2493221" y="3093855"/>
                  <a:pt x="2492723" y="3094105"/>
                  <a:pt x="2492225" y="3094105"/>
                </a:cubicBezTo>
                <a:close/>
                <a:moveTo>
                  <a:pt x="3735447" y="3432768"/>
                </a:moveTo>
                <a:cubicBezTo>
                  <a:pt x="3734949" y="3432768"/>
                  <a:pt x="3734450" y="3432436"/>
                  <a:pt x="3734202" y="3432020"/>
                </a:cubicBezTo>
                <a:lnTo>
                  <a:pt x="3723900" y="3414158"/>
                </a:lnTo>
                <a:cubicBezTo>
                  <a:pt x="3723650" y="3413660"/>
                  <a:pt x="3723651" y="3413078"/>
                  <a:pt x="3723899" y="3412663"/>
                </a:cubicBezTo>
                <a:lnTo>
                  <a:pt x="3734202" y="3394801"/>
                </a:lnTo>
                <a:cubicBezTo>
                  <a:pt x="3734451" y="3394302"/>
                  <a:pt x="3734950" y="3394053"/>
                  <a:pt x="3735448" y="3394053"/>
                </a:cubicBezTo>
                <a:lnTo>
                  <a:pt x="3756134" y="3394053"/>
                </a:lnTo>
                <a:cubicBezTo>
                  <a:pt x="3756632" y="3394053"/>
                  <a:pt x="3757131" y="3394385"/>
                  <a:pt x="3757380" y="3394801"/>
                </a:cubicBezTo>
                <a:lnTo>
                  <a:pt x="3767682" y="3412663"/>
                </a:lnTo>
                <a:cubicBezTo>
                  <a:pt x="3767931" y="3413161"/>
                  <a:pt x="3767932" y="3413744"/>
                  <a:pt x="3767682" y="3414158"/>
                </a:cubicBezTo>
                <a:lnTo>
                  <a:pt x="3757380" y="3432020"/>
                </a:lnTo>
                <a:cubicBezTo>
                  <a:pt x="3757131" y="3432518"/>
                  <a:pt x="3756633" y="3432768"/>
                  <a:pt x="3756135" y="3432768"/>
                </a:cubicBezTo>
                <a:close/>
                <a:moveTo>
                  <a:pt x="3976193" y="3497276"/>
                </a:moveTo>
                <a:cubicBezTo>
                  <a:pt x="3975695" y="3497276"/>
                  <a:pt x="3975196" y="3496944"/>
                  <a:pt x="3974947" y="3496528"/>
                </a:cubicBezTo>
                <a:lnTo>
                  <a:pt x="3964645" y="3478666"/>
                </a:lnTo>
                <a:cubicBezTo>
                  <a:pt x="3964396" y="3478168"/>
                  <a:pt x="3964396" y="3477586"/>
                  <a:pt x="3964645" y="3477171"/>
                </a:cubicBezTo>
                <a:lnTo>
                  <a:pt x="3974947" y="3459309"/>
                </a:lnTo>
                <a:cubicBezTo>
                  <a:pt x="3975196" y="3458810"/>
                  <a:pt x="3975695" y="3458561"/>
                  <a:pt x="3976193" y="3458561"/>
                </a:cubicBezTo>
                <a:lnTo>
                  <a:pt x="3996880" y="3458561"/>
                </a:lnTo>
                <a:cubicBezTo>
                  <a:pt x="3997378" y="3458561"/>
                  <a:pt x="3997877" y="3458893"/>
                  <a:pt x="3998126" y="3459309"/>
                </a:cubicBezTo>
                <a:lnTo>
                  <a:pt x="4008428" y="3477171"/>
                </a:lnTo>
                <a:cubicBezTo>
                  <a:pt x="4008677" y="3477669"/>
                  <a:pt x="4008677" y="3478251"/>
                  <a:pt x="4008428" y="3478666"/>
                </a:cubicBezTo>
                <a:lnTo>
                  <a:pt x="3998126" y="3496528"/>
                </a:lnTo>
                <a:cubicBezTo>
                  <a:pt x="3997877" y="3497026"/>
                  <a:pt x="3997378" y="3497276"/>
                  <a:pt x="3996880" y="3497276"/>
                </a:cubicBezTo>
                <a:close/>
                <a:moveTo>
                  <a:pt x="4457683" y="3626291"/>
                </a:moveTo>
                <a:cubicBezTo>
                  <a:pt x="4457184" y="3626291"/>
                  <a:pt x="4456686" y="3625959"/>
                  <a:pt x="4456437" y="3625543"/>
                </a:cubicBezTo>
                <a:lnTo>
                  <a:pt x="4446135" y="3607681"/>
                </a:lnTo>
                <a:cubicBezTo>
                  <a:pt x="4445886" y="3607183"/>
                  <a:pt x="4445886" y="3606601"/>
                  <a:pt x="4446135" y="3606186"/>
                </a:cubicBezTo>
                <a:lnTo>
                  <a:pt x="4456437" y="3588324"/>
                </a:lnTo>
                <a:cubicBezTo>
                  <a:pt x="4456686" y="3587825"/>
                  <a:pt x="4457184" y="3587576"/>
                  <a:pt x="4457683" y="3587576"/>
                </a:cubicBezTo>
                <a:lnTo>
                  <a:pt x="4478370" y="3587576"/>
                </a:lnTo>
                <a:cubicBezTo>
                  <a:pt x="4478868" y="3587576"/>
                  <a:pt x="4479367" y="3587908"/>
                  <a:pt x="4479616" y="3588324"/>
                </a:cubicBezTo>
                <a:lnTo>
                  <a:pt x="4489918" y="3606186"/>
                </a:lnTo>
                <a:cubicBezTo>
                  <a:pt x="4490167" y="3606684"/>
                  <a:pt x="4490167" y="3607266"/>
                  <a:pt x="4489918" y="3607681"/>
                </a:cubicBezTo>
                <a:lnTo>
                  <a:pt x="4479616" y="3625543"/>
                </a:lnTo>
                <a:cubicBezTo>
                  <a:pt x="4479367" y="3626041"/>
                  <a:pt x="4478868" y="3626291"/>
                  <a:pt x="4478370" y="3626291"/>
                </a:cubicBezTo>
                <a:close/>
                <a:moveTo>
                  <a:pt x="4698427" y="3690798"/>
                </a:moveTo>
                <a:cubicBezTo>
                  <a:pt x="4697928" y="3690798"/>
                  <a:pt x="4697430" y="3690466"/>
                  <a:pt x="4697181" y="3690050"/>
                </a:cubicBezTo>
                <a:lnTo>
                  <a:pt x="4686879" y="3672188"/>
                </a:lnTo>
                <a:cubicBezTo>
                  <a:pt x="4686630" y="3671690"/>
                  <a:pt x="4686630" y="3671108"/>
                  <a:pt x="4686879" y="3670693"/>
                </a:cubicBezTo>
                <a:lnTo>
                  <a:pt x="4697181" y="3652831"/>
                </a:lnTo>
                <a:cubicBezTo>
                  <a:pt x="4697430" y="3652332"/>
                  <a:pt x="4697928" y="3652083"/>
                  <a:pt x="4698427" y="3652083"/>
                </a:cubicBezTo>
                <a:lnTo>
                  <a:pt x="4719114" y="3652083"/>
                </a:lnTo>
                <a:cubicBezTo>
                  <a:pt x="4719612" y="3652083"/>
                  <a:pt x="4720111" y="3652415"/>
                  <a:pt x="4720360" y="3652831"/>
                </a:cubicBezTo>
                <a:lnTo>
                  <a:pt x="4730662" y="3670693"/>
                </a:lnTo>
                <a:cubicBezTo>
                  <a:pt x="4730911" y="3671191"/>
                  <a:pt x="4730911" y="3671773"/>
                  <a:pt x="4730662" y="3672188"/>
                </a:cubicBezTo>
                <a:lnTo>
                  <a:pt x="4720360" y="3690050"/>
                </a:lnTo>
                <a:cubicBezTo>
                  <a:pt x="4720111" y="3690548"/>
                  <a:pt x="4719612" y="3690798"/>
                  <a:pt x="4719114" y="3690798"/>
                </a:cubicBezTo>
                <a:close/>
                <a:moveTo>
                  <a:pt x="1929779" y="2949036"/>
                </a:moveTo>
                <a:cubicBezTo>
                  <a:pt x="1929281" y="2949036"/>
                  <a:pt x="1928782" y="2948704"/>
                  <a:pt x="1928533" y="2948288"/>
                </a:cubicBezTo>
                <a:lnTo>
                  <a:pt x="1918148" y="2930343"/>
                </a:lnTo>
                <a:cubicBezTo>
                  <a:pt x="1917899" y="2929845"/>
                  <a:pt x="1917899" y="2929263"/>
                  <a:pt x="1918148" y="2928848"/>
                </a:cubicBezTo>
                <a:lnTo>
                  <a:pt x="1928533" y="2910903"/>
                </a:lnTo>
                <a:cubicBezTo>
                  <a:pt x="1928782" y="2910404"/>
                  <a:pt x="1929281" y="2910155"/>
                  <a:pt x="1929779" y="2910155"/>
                </a:cubicBezTo>
                <a:lnTo>
                  <a:pt x="1950549" y="2910155"/>
                </a:lnTo>
                <a:cubicBezTo>
                  <a:pt x="1951047" y="2910155"/>
                  <a:pt x="1951546" y="2910487"/>
                  <a:pt x="1951795" y="2910903"/>
                </a:cubicBezTo>
                <a:lnTo>
                  <a:pt x="1962180" y="2928848"/>
                </a:lnTo>
                <a:cubicBezTo>
                  <a:pt x="1962429" y="2929346"/>
                  <a:pt x="1962429" y="2929928"/>
                  <a:pt x="1962180" y="2930343"/>
                </a:cubicBezTo>
                <a:lnTo>
                  <a:pt x="1951795" y="2948288"/>
                </a:lnTo>
                <a:cubicBezTo>
                  <a:pt x="1951546" y="2948787"/>
                  <a:pt x="1951047" y="2949036"/>
                  <a:pt x="1950549" y="2949036"/>
                </a:cubicBezTo>
                <a:close/>
                <a:moveTo>
                  <a:pt x="4517787" y="3642491"/>
                </a:moveTo>
                <a:cubicBezTo>
                  <a:pt x="4517288" y="3642491"/>
                  <a:pt x="4516790" y="3642159"/>
                  <a:pt x="4516541" y="3641743"/>
                </a:cubicBezTo>
                <a:lnTo>
                  <a:pt x="4506156" y="3623798"/>
                </a:lnTo>
                <a:cubicBezTo>
                  <a:pt x="4505907" y="3623300"/>
                  <a:pt x="4505907" y="3622718"/>
                  <a:pt x="4506156" y="3622303"/>
                </a:cubicBezTo>
                <a:lnTo>
                  <a:pt x="4516541" y="3604358"/>
                </a:lnTo>
                <a:cubicBezTo>
                  <a:pt x="4516790" y="3603859"/>
                  <a:pt x="4517288" y="3603610"/>
                  <a:pt x="4517787" y="3603610"/>
                </a:cubicBezTo>
                <a:lnTo>
                  <a:pt x="4538557" y="3603610"/>
                </a:lnTo>
                <a:cubicBezTo>
                  <a:pt x="4539055" y="3603610"/>
                  <a:pt x="4539554" y="3603942"/>
                  <a:pt x="4539803" y="3604358"/>
                </a:cubicBezTo>
                <a:lnTo>
                  <a:pt x="4550188" y="3622303"/>
                </a:lnTo>
                <a:cubicBezTo>
                  <a:pt x="4550437" y="3622801"/>
                  <a:pt x="4550437" y="3623383"/>
                  <a:pt x="4550188" y="3623798"/>
                </a:cubicBezTo>
                <a:lnTo>
                  <a:pt x="4539803" y="3641743"/>
                </a:lnTo>
                <a:cubicBezTo>
                  <a:pt x="4539554" y="3642242"/>
                  <a:pt x="4539055" y="3642491"/>
                  <a:pt x="4538557" y="3642491"/>
                </a:cubicBezTo>
                <a:close/>
                <a:moveTo>
                  <a:pt x="4577974" y="3658618"/>
                </a:moveTo>
                <a:cubicBezTo>
                  <a:pt x="4577475" y="3658618"/>
                  <a:pt x="4576977" y="3658286"/>
                  <a:pt x="4576728" y="3657870"/>
                </a:cubicBezTo>
                <a:lnTo>
                  <a:pt x="4566343" y="3639925"/>
                </a:lnTo>
                <a:cubicBezTo>
                  <a:pt x="4566094" y="3639427"/>
                  <a:pt x="4566093" y="3638845"/>
                  <a:pt x="4566343" y="3638430"/>
                </a:cubicBezTo>
                <a:lnTo>
                  <a:pt x="4576728" y="3620485"/>
                </a:lnTo>
                <a:cubicBezTo>
                  <a:pt x="4576977" y="3619986"/>
                  <a:pt x="4577475" y="3619737"/>
                  <a:pt x="4577974" y="3619737"/>
                </a:cubicBezTo>
                <a:lnTo>
                  <a:pt x="4598743" y="3619737"/>
                </a:lnTo>
                <a:cubicBezTo>
                  <a:pt x="4599241" y="3619737"/>
                  <a:pt x="4599741" y="3620069"/>
                  <a:pt x="4599990" y="3620485"/>
                </a:cubicBezTo>
                <a:lnTo>
                  <a:pt x="4610375" y="3638430"/>
                </a:lnTo>
                <a:cubicBezTo>
                  <a:pt x="4610624" y="3638928"/>
                  <a:pt x="4610624" y="3639510"/>
                  <a:pt x="4610375" y="3639925"/>
                </a:cubicBezTo>
                <a:lnTo>
                  <a:pt x="4599990" y="3657870"/>
                </a:lnTo>
                <a:cubicBezTo>
                  <a:pt x="4599741" y="3658369"/>
                  <a:pt x="4599242" y="3658618"/>
                  <a:pt x="4598744" y="3658618"/>
                </a:cubicBezTo>
                <a:close/>
                <a:moveTo>
                  <a:pt x="4878904" y="3739252"/>
                </a:moveTo>
                <a:cubicBezTo>
                  <a:pt x="4878405" y="3739252"/>
                  <a:pt x="4877907" y="3738920"/>
                  <a:pt x="4877658" y="3738504"/>
                </a:cubicBezTo>
                <a:lnTo>
                  <a:pt x="4867273" y="3720559"/>
                </a:lnTo>
                <a:cubicBezTo>
                  <a:pt x="4867024" y="3720061"/>
                  <a:pt x="4867024" y="3719479"/>
                  <a:pt x="4867273" y="3719064"/>
                </a:cubicBezTo>
                <a:lnTo>
                  <a:pt x="4877658" y="3701119"/>
                </a:lnTo>
                <a:cubicBezTo>
                  <a:pt x="4877907" y="3700620"/>
                  <a:pt x="4878405" y="3700371"/>
                  <a:pt x="4878904" y="3700371"/>
                </a:cubicBezTo>
                <a:lnTo>
                  <a:pt x="4899674" y="3700371"/>
                </a:lnTo>
                <a:cubicBezTo>
                  <a:pt x="4900172" y="3700371"/>
                  <a:pt x="4900671" y="3700703"/>
                  <a:pt x="4900920" y="3701119"/>
                </a:cubicBezTo>
                <a:lnTo>
                  <a:pt x="4911305" y="3719064"/>
                </a:lnTo>
                <a:cubicBezTo>
                  <a:pt x="4911554" y="3719562"/>
                  <a:pt x="4911554" y="3720144"/>
                  <a:pt x="4911305" y="3720559"/>
                </a:cubicBezTo>
                <a:lnTo>
                  <a:pt x="4900920" y="3738504"/>
                </a:lnTo>
                <a:cubicBezTo>
                  <a:pt x="4900671" y="3739003"/>
                  <a:pt x="4900172" y="3739252"/>
                  <a:pt x="4899674" y="3739252"/>
                </a:cubicBezTo>
                <a:close/>
                <a:moveTo>
                  <a:pt x="2290813" y="3045879"/>
                </a:moveTo>
                <a:cubicBezTo>
                  <a:pt x="2290314" y="3045879"/>
                  <a:pt x="2289816" y="3045547"/>
                  <a:pt x="2289567" y="3045132"/>
                </a:cubicBezTo>
                <a:lnTo>
                  <a:pt x="2279182" y="3027103"/>
                </a:lnTo>
                <a:cubicBezTo>
                  <a:pt x="2278933" y="3026605"/>
                  <a:pt x="2278933" y="3026023"/>
                  <a:pt x="2279182" y="3025608"/>
                </a:cubicBezTo>
                <a:lnTo>
                  <a:pt x="2289650" y="3007580"/>
                </a:lnTo>
                <a:cubicBezTo>
                  <a:pt x="2289899" y="3007081"/>
                  <a:pt x="2290398" y="3006832"/>
                  <a:pt x="2290896" y="3006832"/>
                </a:cubicBezTo>
                <a:lnTo>
                  <a:pt x="2311749" y="3006832"/>
                </a:lnTo>
                <a:cubicBezTo>
                  <a:pt x="2312248" y="3006832"/>
                  <a:pt x="2312746" y="3007164"/>
                  <a:pt x="2312995" y="3007580"/>
                </a:cubicBezTo>
                <a:lnTo>
                  <a:pt x="2323380" y="3025608"/>
                </a:lnTo>
                <a:cubicBezTo>
                  <a:pt x="2323629" y="3026106"/>
                  <a:pt x="2323629" y="3026688"/>
                  <a:pt x="2323380" y="3027103"/>
                </a:cubicBezTo>
                <a:lnTo>
                  <a:pt x="2312912" y="3045132"/>
                </a:lnTo>
                <a:cubicBezTo>
                  <a:pt x="2312663" y="3045630"/>
                  <a:pt x="2312164" y="3045879"/>
                  <a:pt x="2311666" y="3045879"/>
                </a:cubicBezTo>
                <a:close/>
                <a:moveTo>
                  <a:pt x="2350999" y="3062006"/>
                </a:moveTo>
                <a:cubicBezTo>
                  <a:pt x="2350500" y="3062006"/>
                  <a:pt x="2350002" y="3061674"/>
                  <a:pt x="2349753" y="3061259"/>
                </a:cubicBezTo>
                <a:lnTo>
                  <a:pt x="2339368" y="3043230"/>
                </a:lnTo>
                <a:cubicBezTo>
                  <a:pt x="2339119" y="3042732"/>
                  <a:pt x="2339119" y="3042150"/>
                  <a:pt x="2339368" y="3041735"/>
                </a:cubicBezTo>
                <a:lnTo>
                  <a:pt x="2349836" y="3023707"/>
                </a:lnTo>
                <a:cubicBezTo>
                  <a:pt x="2350085" y="3023208"/>
                  <a:pt x="2350584" y="3022959"/>
                  <a:pt x="2351082" y="3022959"/>
                </a:cubicBezTo>
                <a:lnTo>
                  <a:pt x="2371935" y="3022959"/>
                </a:lnTo>
                <a:cubicBezTo>
                  <a:pt x="2372434" y="3022959"/>
                  <a:pt x="2372932" y="3023291"/>
                  <a:pt x="2373181" y="3023707"/>
                </a:cubicBezTo>
                <a:lnTo>
                  <a:pt x="2383566" y="3041735"/>
                </a:lnTo>
                <a:cubicBezTo>
                  <a:pt x="2383815" y="3042233"/>
                  <a:pt x="2383815" y="3042815"/>
                  <a:pt x="2383566" y="3043230"/>
                </a:cubicBezTo>
                <a:lnTo>
                  <a:pt x="2373098" y="3061259"/>
                </a:lnTo>
                <a:cubicBezTo>
                  <a:pt x="2372849" y="3061757"/>
                  <a:pt x="2372350" y="3062006"/>
                  <a:pt x="2371852" y="3062006"/>
                </a:cubicBezTo>
                <a:close/>
                <a:moveTo>
                  <a:pt x="2411185" y="3078133"/>
                </a:moveTo>
                <a:cubicBezTo>
                  <a:pt x="2410686" y="3078133"/>
                  <a:pt x="2410188" y="3077801"/>
                  <a:pt x="2409939" y="3077386"/>
                </a:cubicBezTo>
                <a:lnTo>
                  <a:pt x="2399554" y="3059357"/>
                </a:lnTo>
                <a:cubicBezTo>
                  <a:pt x="2399305" y="3058859"/>
                  <a:pt x="2399305" y="3058277"/>
                  <a:pt x="2399554" y="3057862"/>
                </a:cubicBezTo>
                <a:lnTo>
                  <a:pt x="2410022" y="3039834"/>
                </a:lnTo>
                <a:cubicBezTo>
                  <a:pt x="2410271" y="3039335"/>
                  <a:pt x="2410770" y="3039086"/>
                  <a:pt x="2411268" y="3039086"/>
                </a:cubicBezTo>
                <a:lnTo>
                  <a:pt x="2432121" y="3039086"/>
                </a:lnTo>
                <a:cubicBezTo>
                  <a:pt x="2432620" y="3039086"/>
                  <a:pt x="2433118" y="3039418"/>
                  <a:pt x="2433367" y="3039834"/>
                </a:cubicBezTo>
                <a:lnTo>
                  <a:pt x="2443752" y="3057862"/>
                </a:lnTo>
                <a:cubicBezTo>
                  <a:pt x="2444001" y="3058360"/>
                  <a:pt x="2444001" y="3058942"/>
                  <a:pt x="2443752" y="3059357"/>
                </a:cubicBezTo>
                <a:lnTo>
                  <a:pt x="2433284" y="3077386"/>
                </a:lnTo>
                <a:cubicBezTo>
                  <a:pt x="2433035" y="3077884"/>
                  <a:pt x="2432536" y="3078133"/>
                  <a:pt x="2432038" y="3078133"/>
                </a:cubicBezTo>
                <a:close/>
                <a:moveTo>
                  <a:pt x="2531557" y="3110386"/>
                </a:moveTo>
                <a:cubicBezTo>
                  <a:pt x="2531058" y="3110386"/>
                  <a:pt x="2530561" y="3110055"/>
                  <a:pt x="2530312" y="3109640"/>
                </a:cubicBezTo>
                <a:lnTo>
                  <a:pt x="2519927" y="3091611"/>
                </a:lnTo>
                <a:cubicBezTo>
                  <a:pt x="2519678" y="3091112"/>
                  <a:pt x="2519678" y="3090531"/>
                  <a:pt x="2519927" y="3090115"/>
                </a:cubicBezTo>
                <a:lnTo>
                  <a:pt x="2530395" y="3072087"/>
                </a:lnTo>
                <a:cubicBezTo>
                  <a:pt x="2530643" y="3071589"/>
                  <a:pt x="2531143" y="3071340"/>
                  <a:pt x="2531641" y="3071339"/>
                </a:cubicBezTo>
                <a:lnTo>
                  <a:pt x="2552494" y="3071340"/>
                </a:lnTo>
                <a:cubicBezTo>
                  <a:pt x="2552993" y="3071340"/>
                  <a:pt x="2553490" y="3071671"/>
                  <a:pt x="2553740" y="3072088"/>
                </a:cubicBezTo>
                <a:lnTo>
                  <a:pt x="2564125" y="3090115"/>
                </a:lnTo>
                <a:cubicBezTo>
                  <a:pt x="2564374" y="3090614"/>
                  <a:pt x="2564374" y="3091195"/>
                  <a:pt x="2564125" y="3091611"/>
                </a:cubicBezTo>
                <a:lnTo>
                  <a:pt x="2553657" y="3109640"/>
                </a:lnTo>
                <a:cubicBezTo>
                  <a:pt x="2553408" y="3110137"/>
                  <a:pt x="2552908" y="3110386"/>
                  <a:pt x="2552410" y="3110387"/>
                </a:cubicBezTo>
                <a:close/>
                <a:moveTo>
                  <a:pt x="3855654" y="3465177"/>
                </a:moveTo>
                <a:cubicBezTo>
                  <a:pt x="3855155" y="3465177"/>
                  <a:pt x="3854658" y="3464845"/>
                  <a:pt x="3854409" y="3464430"/>
                </a:cubicBezTo>
                <a:lnTo>
                  <a:pt x="3844024" y="3446401"/>
                </a:lnTo>
                <a:cubicBezTo>
                  <a:pt x="3843774" y="3445903"/>
                  <a:pt x="3843775" y="3445321"/>
                  <a:pt x="3844024" y="3444906"/>
                </a:cubicBezTo>
                <a:lnTo>
                  <a:pt x="3854492" y="3426878"/>
                </a:lnTo>
                <a:cubicBezTo>
                  <a:pt x="3854740" y="3426379"/>
                  <a:pt x="3855240" y="3426130"/>
                  <a:pt x="3855738" y="3426130"/>
                </a:cubicBezTo>
                <a:lnTo>
                  <a:pt x="3876591" y="3426130"/>
                </a:lnTo>
                <a:cubicBezTo>
                  <a:pt x="3877090" y="3426130"/>
                  <a:pt x="3877587" y="3426462"/>
                  <a:pt x="3877837" y="3426878"/>
                </a:cubicBezTo>
                <a:lnTo>
                  <a:pt x="3888222" y="3444906"/>
                </a:lnTo>
                <a:cubicBezTo>
                  <a:pt x="3888471" y="3445404"/>
                  <a:pt x="3888470" y="3445986"/>
                  <a:pt x="3888222" y="3446401"/>
                </a:cubicBezTo>
                <a:lnTo>
                  <a:pt x="3877754" y="3464430"/>
                </a:lnTo>
                <a:cubicBezTo>
                  <a:pt x="3877505" y="3464928"/>
                  <a:pt x="3877005" y="3465177"/>
                  <a:pt x="3876507" y="3465177"/>
                </a:cubicBezTo>
                <a:close/>
                <a:moveTo>
                  <a:pt x="3915841" y="3481304"/>
                </a:moveTo>
                <a:cubicBezTo>
                  <a:pt x="3915342" y="3481304"/>
                  <a:pt x="3914845" y="3480972"/>
                  <a:pt x="3914596" y="3480557"/>
                </a:cubicBezTo>
                <a:lnTo>
                  <a:pt x="3904210" y="3462528"/>
                </a:lnTo>
                <a:cubicBezTo>
                  <a:pt x="3903961" y="3462030"/>
                  <a:pt x="3903961" y="3461448"/>
                  <a:pt x="3904210" y="3461033"/>
                </a:cubicBezTo>
                <a:lnTo>
                  <a:pt x="3914679" y="3443005"/>
                </a:lnTo>
                <a:cubicBezTo>
                  <a:pt x="3914927" y="3442506"/>
                  <a:pt x="3915427" y="3442257"/>
                  <a:pt x="3915925" y="3442257"/>
                </a:cubicBezTo>
                <a:lnTo>
                  <a:pt x="3936778" y="3442257"/>
                </a:lnTo>
                <a:cubicBezTo>
                  <a:pt x="3937277" y="3442257"/>
                  <a:pt x="3937774" y="3442589"/>
                  <a:pt x="3938023" y="3443005"/>
                </a:cubicBezTo>
                <a:lnTo>
                  <a:pt x="3948408" y="3461033"/>
                </a:lnTo>
                <a:cubicBezTo>
                  <a:pt x="3948657" y="3461531"/>
                  <a:pt x="3948657" y="3462113"/>
                  <a:pt x="3948408" y="3462528"/>
                </a:cubicBezTo>
                <a:lnTo>
                  <a:pt x="3937940" y="3480557"/>
                </a:lnTo>
                <a:cubicBezTo>
                  <a:pt x="3937692" y="3481055"/>
                  <a:pt x="3937192" y="3481304"/>
                  <a:pt x="3936694" y="3481304"/>
                </a:cubicBezTo>
                <a:close/>
                <a:moveTo>
                  <a:pt x="4276958" y="3578065"/>
                </a:moveTo>
                <a:cubicBezTo>
                  <a:pt x="4276459" y="3578065"/>
                  <a:pt x="4275962" y="3577733"/>
                  <a:pt x="4275713" y="3577318"/>
                </a:cubicBezTo>
                <a:lnTo>
                  <a:pt x="4265328" y="3559289"/>
                </a:lnTo>
                <a:cubicBezTo>
                  <a:pt x="4265078" y="3558791"/>
                  <a:pt x="4265079" y="3558209"/>
                  <a:pt x="4265328" y="3557794"/>
                </a:cubicBezTo>
                <a:lnTo>
                  <a:pt x="4275796" y="3539766"/>
                </a:lnTo>
                <a:cubicBezTo>
                  <a:pt x="4276044" y="3539267"/>
                  <a:pt x="4276544" y="3539018"/>
                  <a:pt x="4277042" y="3539018"/>
                </a:cubicBezTo>
                <a:lnTo>
                  <a:pt x="4297895" y="3539018"/>
                </a:lnTo>
                <a:cubicBezTo>
                  <a:pt x="4298394" y="3539018"/>
                  <a:pt x="4298891" y="3539350"/>
                  <a:pt x="4299141" y="3539766"/>
                </a:cubicBezTo>
                <a:lnTo>
                  <a:pt x="4309526" y="3557794"/>
                </a:lnTo>
                <a:cubicBezTo>
                  <a:pt x="4309775" y="3558292"/>
                  <a:pt x="4309774" y="3558874"/>
                  <a:pt x="4309526" y="3559289"/>
                </a:cubicBezTo>
                <a:lnTo>
                  <a:pt x="4299058" y="3577318"/>
                </a:lnTo>
                <a:cubicBezTo>
                  <a:pt x="4298809" y="3577816"/>
                  <a:pt x="4298309" y="3578065"/>
                  <a:pt x="4297811" y="3578065"/>
                </a:cubicBezTo>
                <a:close/>
                <a:moveTo>
                  <a:pt x="4638075" y="3674826"/>
                </a:moveTo>
                <a:cubicBezTo>
                  <a:pt x="4637576" y="3674826"/>
                  <a:pt x="4637079" y="3674494"/>
                  <a:pt x="4636830" y="3674079"/>
                </a:cubicBezTo>
                <a:lnTo>
                  <a:pt x="4626445" y="3656050"/>
                </a:lnTo>
                <a:cubicBezTo>
                  <a:pt x="4626196" y="3655552"/>
                  <a:pt x="4626196" y="3654970"/>
                  <a:pt x="4626445" y="3654555"/>
                </a:cubicBezTo>
                <a:lnTo>
                  <a:pt x="4636913" y="3636527"/>
                </a:lnTo>
                <a:cubicBezTo>
                  <a:pt x="4637161" y="3636028"/>
                  <a:pt x="4637661" y="3635779"/>
                  <a:pt x="4638159" y="3635779"/>
                </a:cubicBezTo>
                <a:lnTo>
                  <a:pt x="4659012" y="3635779"/>
                </a:lnTo>
                <a:cubicBezTo>
                  <a:pt x="4659511" y="3635779"/>
                  <a:pt x="4660009" y="3636111"/>
                  <a:pt x="4660258" y="3636527"/>
                </a:cubicBezTo>
                <a:lnTo>
                  <a:pt x="4670643" y="3654555"/>
                </a:lnTo>
                <a:cubicBezTo>
                  <a:pt x="4670892" y="3655053"/>
                  <a:pt x="4670892" y="3655635"/>
                  <a:pt x="4670643" y="3656050"/>
                </a:cubicBezTo>
                <a:lnTo>
                  <a:pt x="4660175" y="3674079"/>
                </a:lnTo>
                <a:cubicBezTo>
                  <a:pt x="4659926" y="3674577"/>
                  <a:pt x="4659426" y="3674826"/>
                  <a:pt x="4658928" y="3674826"/>
                </a:cubicBezTo>
                <a:close/>
                <a:moveTo>
                  <a:pt x="4758448" y="3707080"/>
                </a:moveTo>
                <a:cubicBezTo>
                  <a:pt x="4757949" y="3707080"/>
                  <a:pt x="4757452" y="3706748"/>
                  <a:pt x="4757203" y="3706333"/>
                </a:cubicBezTo>
                <a:lnTo>
                  <a:pt x="4746817" y="3688304"/>
                </a:lnTo>
                <a:cubicBezTo>
                  <a:pt x="4746568" y="3687806"/>
                  <a:pt x="4746568" y="3687224"/>
                  <a:pt x="4746817" y="3686809"/>
                </a:cubicBezTo>
                <a:lnTo>
                  <a:pt x="4757286" y="3668781"/>
                </a:lnTo>
                <a:cubicBezTo>
                  <a:pt x="4757534" y="3668282"/>
                  <a:pt x="4758034" y="3668033"/>
                  <a:pt x="4758532" y="3668033"/>
                </a:cubicBezTo>
                <a:lnTo>
                  <a:pt x="4779385" y="3668033"/>
                </a:lnTo>
                <a:cubicBezTo>
                  <a:pt x="4779884" y="3668033"/>
                  <a:pt x="4780381" y="3668365"/>
                  <a:pt x="4780630" y="3668781"/>
                </a:cubicBezTo>
                <a:lnTo>
                  <a:pt x="4791015" y="3686809"/>
                </a:lnTo>
                <a:cubicBezTo>
                  <a:pt x="4791264" y="3687307"/>
                  <a:pt x="4791264" y="3687889"/>
                  <a:pt x="4791015" y="3688304"/>
                </a:cubicBezTo>
                <a:lnTo>
                  <a:pt x="4780547" y="3706333"/>
                </a:lnTo>
                <a:cubicBezTo>
                  <a:pt x="4780299" y="3706831"/>
                  <a:pt x="4779799" y="3707080"/>
                  <a:pt x="4779301" y="3707080"/>
                </a:cubicBezTo>
                <a:close/>
                <a:moveTo>
                  <a:pt x="4818634" y="3723207"/>
                </a:moveTo>
                <a:cubicBezTo>
                  <a:pt x="4818135" y="3723207"/>
                  <a:pt x="4817637" y="3722875"/>
                  <a:pt x="4817388" y="3722460"/>
                </a:cubicBezTo>
                <a:lnTo>
                  <a:pt x="4807003" y="3704431"/>
                </a:lnTo>
                <a:cubicBezTo>
                  <a:pt x="4806754" y="3703933"/>
                  <a:pt x="4806754" y="3703351"/>
                  <a:pt x="4807003" y="3702936"/>
                </a:cubicBezTo>
                <a:lnTo>
                  <a:pt x="4817471" y="3684908"/>
                </a:lnTo>
                <a:cubicBezTo>
                  <a:pt x="4817720" y="3684409"/>
                  <a:pt x="4818219" y="3684160"/>
                  <a:pt x="4818717" y="3684160"/>
                </a:cubicBezTo>
                <a:lnTo>
                  <a:pt x="4839570" y="3684160"/>
                </a:lnTo>
                <a:cubicBezTo>
                  <a:pt x="4840069" y="3684160"/>
                  <a:pt x="4840567" y="3684492"/>
                  <a:pt x="4840816" y="3684908"/>
                </a:cubicBezTo>
                <a:lnTo>
                  <a:pt x="4851201" y="3702936"/>
                </a:lnTo>
                <a:cubicBezTo>
                  <a:pt x="4851450" y="3703434"/>
                  <a:pt x="4851450" y="3704016"/>
                  <a:pt x="4851201" y="3704431"/>
                </a:cubicBezTo>
                <a:lnTo>
                  <a:pt x="4840733" y="3722460"/>
                </a:lnTo>
                <a:cubicBezTo>
                  <a:pt x="4840484" y="3722958"/>
                  <a:pt x="4839985" y="3723207"/>
                  <a:pt x="4839487" y="3723207"/>
                </a:cubicBezTo>
                <a:close/>
                <a:moveTo>
                  <a:pt x="4939007" y="3755461"/>
                </a:moveTo>
                <a:cubicBezTo>
                  <a:pt x="4938508" y="3755461"/>
                  <a:pt x="4938010" y="3755129"/>
                  <a:pt x="4937761" y="3754714"/>
                </a:cubicBezTo>
                <a:lnTo>
                  <a:pt x="4927376" y="3736685"/>
                </a:lnTo>
                <a:cubicBezTo>
                  <a:pt x="4927127" y="3736187"/>
                  <a:pt x="4927127" y="3735605"/>
                  <a:pt x="4927376" y="3735190"/>
                </a:cubicBezTo>
                <a:lnTo>
                  <a:pt x="4937844" y="3717162"/>
                </a:lnTo>
                <a:cubicBezTo>
                  <a:pt x="4938093" y="3716663"/>
                  <a:pt x="4938592" y="3716414"/>
                  <a:pt x="4939090" y="3716414"/>
                </a:cubicBezTo>
                <a:lnTo>
                  <a:pt x="4959943" y="3716414"/>
                </a:lnTo>
                <a:cubicBezTo>
                  <a:pt x="4960442" y="3716414"/>
                  <a:pt x="4960940" y="3716746"/>
                  <a:pt x="4961189" y="3717162"/>
                </a:cubicBezTo>
                <a:lnTo>
                  <a:pt x="4971574" y="3735190"/>
                </a:lnTo>
                <a:cubicBezTo>
                  <a:pt x="4971823" y="3735688"/>
                  <a:pt x="4971823" y="3736270"/>
                  <a:pt x="4971574" y="3736685"/>
                </a:cubicBezTo>
                <a:lnTo>
                  <a:pt x="4961106" y="3754714"/>
                </a:lnTo>
                <a:cubicBezTo>
                  <a:pt x="4960857" y="3755212"/>
                  <a:pt x="4960358" y="3755461"/>
                  <a:pt x="4959860" y="3755461"/>
                </a:cubicBezTo>
                <a:close/>
                <a:moveTo>
                  <a:pt x="4999193" y="3771587"/>
                </a:moveTo>
                <a:cubicBezTo>
                  <a:pt x="4998694" y="3771587"/>
                  <a:pt x="4998196" y="3771255"/>
                  <a:pt x="4997947" y="3770840"/>
                </a:cubicBezTo>
                <a:lnTo>
                  <a:pt x="4987562" y="3752811"/>
                </a:lnTo>
                <a:cubicBezTo>
                  <a:pt x="4987313" y="3752313"/>
                  <a:pt x="4987313" y="3751731"/>
                  <a:pt x="4987562" y="3751316"/>
                </a:cubicBezTo>
                <a:lnTo>
                  <a:pt x="4998030" y="3733288"/>
                </a:lnTo>
                <a:cubicBezTo>
                  <a:pt x="4998279" y="3732790"/>
                  <a:pt x="4998778" y="3732540"/>
                  <a:pt x="4999276" y="3732540"/>
                </a:cubicBezTo>
                <a:lnTo>
                  <a:pt x="5020129" y="3732540"/>
                </a:lnTo>
                <a:cubicBezTo>
                  <a:pt x="5020628" y="3732540"/>
                  <a:pt x="5021126" y="3732872"/>
                  <a:pt x="5021375" y="3733288"/>
                </a:cubicBezTo>
                <a:lnTo>
                  <a:pt x="5031760" y="3751316"/>
                </a:lnTo>
                <a:cubicBezTo>
                  <a:pt x="5032009" y="3751814"/>
                  <a:pt x="5032009" y="3752396"/>
                  <a:pt x="5031760" y="3752811"/>
                </a:cubicBezTo>
                <a:lnTo>
                  <a:pt x="5021292" y="3770841"/>
                </a:lnTo>
                <a:cubicBezTo>
                  <a:pt x="5021043" y="3771338"/>
                  <a:pt x="5020544" y="3771587"/>
                  <a:pt x="5020046" y="3771587"/>
                </a:cubicBezTo>
                <a:close/>
                <a:moveTo>
                  <a:pt x="2050068" y="2981455"/>
                </a:moveTo>
                <a:cubicBezTo>
                  <a:pt x="2049570" y="2981455"/>
                  <a:pt x="2049071" y="2981123"/>
                  <a:pt x="2048822" y="2980707"/>
                </a:cubicBezTo>
                <a:lnTo>
                  <a:pt x="2038354" y="2962596"/>
                </a:lnTo>
                <a:cubicBezTo>
                  <a:pt x="2038105" y="2962098"/>
                  <a:pt x="2038105" y="2961516"/>
                  <a:pt x="2038354" y="2961101"/>
                </a:cubicBezTo>
                <a:lnTo>
                  <a:pt x="2048822" y="2942990"/>
                </a:lnTo>
                <a:cubicBezTo>
                  <a:pt x="2049071" y="2942491"/>
                  <a:pt x="2049570" y="2942242"/>
                  <a:pt x="2050068" y="2942242"/>
                </a:cubicBezTo>
                <a:lnTo>
                  <a:pt x="2071004" y="2942242"/>
                </a:lnTo>
                <a:cubicBezTo>
                  <a:pt x="2071503" y="2942242"/>
                  <a:pt x="2072000" y="2942574"/>
                  <a:pt x="2072250" y="2942990"/>
                </a:cubicBezTo>
                <a:lnTo>
                  <a:pt x="2082718" y="2961101"/>
                </a:lnTo>
                <a:cubicBezTo>
                  <a:pt x="2082968" y="2961599"/>
                  <a:pt x="2082968" y="2962181"/>
                  <a:pt x="2082718" y="2962596"/>
                </a:cubicBezTo>
                <a:lnTo>
                  <a:pt x="2072250" y="2980707"/>
                </a:lnTo>
                <a:cubicBezTo>
                  <a:pt x="2072001" y="2981206"/>
                  <a:pt x="2071503" y="2981455"/>
                  <a:pt x="2071004" y="2981455"/>
                </a:cubicBezTo>
                <a:close/>
                <a:moveTo>
                  <a:pt x="2110254" y="2997582"/>
                </a:moveTo>
                <a:cubicBezTo>
                  <a:pt x="2109756" y="2997582"/>
                  <a:pt x="2109258" y="2997250"/>
                  <a:pt x="2109008" y="2996834"/>
                </a:cubicBezTo>
                <a:lnTo>
                  <a:pt x="2098541" y="2978723"/>
                </a:lnTo>
                <a:cubicBezTo>
                  <a:pt x="2098292" y="2978225"/>
                  <a:pt x="2098292" y="2977643"/>
                  <a:pt x="2098541" y="2977228"/>
                </a:cubicBezTo>
                <a:lnTo>
                  <a:pt x="2109008" y="2959117"/>
                </a:lnTo>
                <a:cubicBezTo>
                  <a:pt x="2109257" y="2958618"/>
                  <a:pt x="2109756" y="2958369"/>
                  <a:pt x="2110254" y="2958369"/>
                </a:cubicBezTo>
                <a:lnTo>
                  <a:pt x="2131191" y="2958369"/>
                </a:lnTo>
                <a:cubicBezTo>
                  <a:pt x="2131690" y="2958369"/>
                  <a:pt x="2132187" y="2958701"/>
                  <a:pt x="2132437" y="2959117"/>
                </a:cubicBezTo>
                <a:lnTo>
                  <a:pt x="2142904" y="2977228"/>
                </a:lnTo>
                <a:cubicBezTo>
                  <a:pt x="2143154" y="2977726"/>
                  <a:pt x="2143154" y="2978308"/>
                  <a:pt x="2142904" y="2978723"/>
                </a:cubicBezTo>
                <a:lnTo>
                  <a:pt x="2132437" y="2996834"/>
                </a:lnTo>
                <a:cubicBezTo>
                  <a:pt x="2132188" y="2997333"/>
                  <a:pt x="2131690" y="2997582"/>
                  <a:pt x="2131191" y="2997582"/>
                </a:cubicBezTo>
                <a:close/>
                <a:moveTo>
                  <a:pt x="2230626" y="3029835"/>
                </a:moveTo>
                <a:cubicBezTo>
                  <a:pt x="2230128" y="3029835"/>
                  <a:pt x="2229630" y="3029503"/>
                  <a:pt x="2229380" y="3029087"/>
                </a:cubicBezTo>
                <a:lnTo>
                  <a:pt x="2218912" y="3010976"/>
                </a:lnTo>
                <a:cubicBezTo>
                  <a:pt x="2218663" y="3010478"/>
                  <a:pt x="2218664" y="3009896"/>
                  <a:pt x="2218912" y="3009481"/>
                </a:cubicBezTo>
                <a:lnTo>
                  <a:pt x="2229380" y="2991370"/>
                </a:lnTo>
                <a:cubicBezTo>
                  <a:pt x="2229629" y="2990871"/>
                  <a:pt x="2230128" y="2990622"/>
                  <a:pt x="2230626" y="2990622"/>
                </a:cubicBezTo>
                <a:lnTo>
                  <a:pt x="2251563" y="2990622"/>
                </a:lnTo>
                <a:cubicBezTo>
                  <a:pt x="2252062" y="2990622"/>
                  <a:pt x="2252559" y="2990954"/>
                  <a:pt x="2252808" y="2991370"/>
                </a:cubicBezTo>
                <a:lnTo>
                  <a:pt x="2263276" y="3009481"/>
                </a:lnTo>
                <a:cubicBezTo>
                  <a:pt x="2263526" y="3009979"/>
                  <a:pt x="2263526" y="3010561"/>
                  <a:pt x="2263276" y="3010976"/>
                </a:cubicBezTo>
                <a:lnTo>
                  <a:pt x="2252809" y="3029087"/>
                </a:lnTo>
                <a:cubicBezTo>
                  <a:pt x="2252559" y="3029586"/>
                  <a:pt x="2252061" y="3029835"/>
                  <a:pt x="2251562" y="3029835"/>
                </a:cubicBezTo>
                <a:close/>
                <a:moveTo>
                  <a:pt x="3614910" y="3400753"/>
                </a:moveTo>
                <a:cubicBezTo>
                  <a:pt x="3614412" y="3400753"/>
                  <a:pt x="3613913" y="3400421"/>
                  <a:pt x="3613664" y="3400005"/>
                </a:cubicBezTo>
                <a:lnTo>
                  <a:pt x="3603196" y="3381894"/>
                </a:lnTo>
                <a:cubicBezTo>
                  <a:pt x="3602947" y="3381396"/>
                  <a:pt x="3602947" y="3380814"/>
                  <a:pt x="3603196" y="3380399"/>
                </a:cubicBezTo>
                <a:lnTo>
                  <a:pt x="3613664" y="3362288"/>
                </a:lnTo>
                <a:cubicBezTo>
                  <a:pt x="3613913" y="3361789"/>
                  <a:pt x="3614412" y="3361540"/>
                  <a:pt x="3614910" y="3361540"/>
                </a:cubicBezTo>
                <a:lnTo>
                  <a:pt x="3635846" y="3361540"/>
                </a:lnTo>
                <a:cubicBezTo>
                  <a:pt x="3636345" y="3361540"/>
                  <a:pt x="3636843" y="3361872"/>
                  <a:pt x="3637092" y="3362288"/>
                </a:cubicBezTo>
                <a:lnTo>
                  <a:pt x="3647560" y="3380399"/>
                </a:lnTo>
                <a:cubicBezTo>
                  <a:pt x="3647810" y="3380897"/>
                  <a:pt x="3647810" y="3381479"/>
                  <a:pt x="3647560" y="3381894"/>
                </a:cubicBezTo>
                <a:lnTo>
                  <a:pt x="3637092" y="3400005"/>
                </a:lnTo>
                <a:cubicBezTo>
                  <a:pt x="3636843" y="3400504"/>
                  <a:pt x="3636345" y="3400753"/>
                  <a:pt x="3635846" y="3400753"/>
                </a:cubicBezTo>
                <a:close/>
                <a:moveTo>
                  <a:pt x="1809263" y="2917023"/>
                </a:moveTo>
                <a:cubicBezTo>
                  <a:pt x="1808765" y="2917024"/>
                  <a:pt x="1808266" y="2916691"/>
                  <a:pt x="1808017" y="2916275"/>
                </a:cubicBezTo>
                <a:lnTo>
                  <a:pt x="1797466" y="2897998"/>
                </a:lnTo>
                <a:cubicBezTo>
                  <a:pt x="1797217" y="2897499"/>
                  <a:pt x="1797217" y="2896917"/>
                  <a:pt x="1797466" y="2896502"/>
                </a:cubicBezTo>
                <a:lnTo>
                  <a:pt x="1808017" y="2878225"/>
                </a:lnTo>
                <a:cubicBezTo>
                  <a:pt x="1808266" y="2877726"/>
                  <a:pt x="1808765" y="2877478"/>
                  <a:pt x="1809263" y="2877477"/>
                </a:cubicBezTo>
                <a:lnTo>
                  <a:pt x="1830282" y="2877478"/>
                </a:lnTo>
                <a:cubicBezTo>
                  <a:pt x="1830781" y="2877478"/>
                  <a:pt x="1831279" y="2877809"/>
                  <a:pt x="1831528" y="2878226"/>
                </a:cubicBezTo>
                <a:lnTo>
                  <a:pt x="1842080" y="2896502"/>
                </a:lnTo>
                <a:cubicBezTo>
                  <a:pt x="1842329" y="2897002"/>
                  <a:pt x="1842329" y="2897582"/>
                  <a:pt x="1842080" y="2897999"/>
                </a:cubicBezTo>
                <a:lnTo>
                  <a:pt x="1831528" y="2916276"/>
                </a:lnTo>
                <a:cubicBezTo>
                  <a:pt x="1831279" y="2916774"/>
                  <a:pt x="1830781" y="2917023"/>
                  <a:pt x="1830282" y="2917024"/>
                </a:cubicBezTo>
                <a:close/>
                <a:moveTo>
                  <a:pt x="1869449" y="2933150"/>
                </a:moveTo>
                <a:cubicBezTo>
                  <a:pt x="1868951" y="2933150"/>
                  <a:pt x="1868452" y="2932817"/>
                  <a:pt x="1868203" y="2932402"/>
                </a:cubicBezTo>
                <a:lnTo>
                  <a:pt x="1857652" y="2914125"/>
                </a:lnTo>
                <a:cubicBezTo>
                  <a:pt x="1857403" y="2913626"/>
                  <a:pt x="1857403" y="2913044"/>
                  <a:pt x="1857652" y="2912629"/>
                </a:cubicBezTo>
                <a:lnTo>
                  <a:pt x="1868203" y="2894352"/>
                </a:lnTo>
                <a:cubicBezTo>
                  <a:pt x="1868452" y="2893853"/>
                  <a:pt x="1868951" y="2893604"/>
                  <a:pt x="1869449" y="2893604"/>
                </a:cubicBezTo>
                <a:lnTo>
                  <a:pt x="1890468" y="2893604"/>
                </a:lnTo>
                <a:cubicBezTo>
                  <a:pt x="1890967" y="2893604"/>
                  <a:pt x="1891465" y="2893936"/>
                  <a:pt x="1891714" y="2894352"/>
                </a:cubicBezTo>
                <a:lnTo>
                  <a:pt x="1902266" y="2912629"/>
                </a:lnTo>
                <a:cubicBezTo>
                  <a:pt x="1902515" y="2913128"/>
                  <a:pt x="1902515" y="2913709"/>
                  <a:pt x="1902266" y="2914125"/>
                </a:cubicBezTo>
                <a:lnTo>
                  <a:pt x="1891714" y="2932402"/>
                </a:lnTo>
                <a:cubicBezTo>
                  <a:pt x="1891465" y="2932900"/>
                  <a:pt x="1890967" y="2933150"/>
                  <a:pt x="1890468" y="2933150"/>
                </a:cubicBezTo>
                <a:close/>
                <a:moveTo>
                  <a:pt x="4337084" y="3594351"/>
                </a:moveTo>
                <a:cubicBezTo>
                  <a:pt x="4336586" y="3594351"/>
                  <a:pt x="4336087" y="3594018"/>
                  <a:pt x="4335838" y="3593603"/>
                </a:cubicBezTo>
                <a:lnTo>
                  <a:pt x="4325288" y="3575326"/>
                </a:lnTo>
                <a:cubicBezTo>
                  <a:pt x="4325038" y="3574827"/>
                  <a:pt x="4325038" y="3574245"/>
                  <a:pt x="4325287" y="3573830"/>
                </a:cubicBezTo>
                <a:lnTo>
                  <a:pt x="4335838" y="3555553"/>
                </a:lnTo>
                <a:cubicBezTo>
                  <a:pt x="4336087" y="3555054"/>
                  <a:pt x="4336586" y="3554805"/>
                  <a:pt x="4337084" y="3554805"/>
                </a:cubicBezTo>
                <a:lnTo>
                  <a:pt x="4358103" y="3554805"/>
                </a:lnTo>
                <a:cubicBezTo>
                  <a:pt x="4358602" y="3554805"/>
                  <a:pt x="4359100" y="3555137"/>
                  <a:pt x="4359349" y="3555553"/>
                </a:cubicBezTo>
                <a:lnTo>
                  <a:pt x="4369900" y="3573830"/>
                </a:lnTo>
                <a:cubicBezTo>
                  <a:pt x="4370150" y="3574329"/>
                  <a:pt x="4370150" y="3574910"/>
                  <a:pt x="4369900" y="3575326"/>
                </a:cubicBezTo>
                <a:lnTo>
                  <a:pt x="4359349" y="3593603"/>
                </a:lnTo>
                <a:cubicBezTo>
                  <a:pt x="4359100" y="3594101"/>
                  <a:pt x="4358602" y="3594351"/>
                  <a:pt x="4358103" y="3594351"/>
                </a:cubicBezTo>
                <a:close/>
                <a:moveTo>
                  <a:pt x="4397271" y="3610478"/>
                </a:moveTo>
                <a:cubicBezTo>
                  <a:pt x="4396773" y="3610478"/>
                  <a:pt x="4396274" y="3610145"/>
                  <a:pt x="4396025" y="3609730"/>
                </a:cubicBezTo>
                <a:lnTo>
                  <a:pt x="4385474" y="3591453"/>
                </a:lnTo>
                <a:cubicBezTo>
                  <a:pt x="4385225" y="3590954"/>
                  <a:pt x="4385225" y="3590372"/>
                  <a:pt x="4385474" y="3589957"/>
                </a:cubicBezTo>
                <a:lnTo>
                  <a:pt x="4396025" y="3571680"/>
                </a:lnTo>
                <a:cubicBezTo>
                  <a:pt x="4396274" y="3571181"/>
                  <a:pt x="4396773" y="3570932"/>
                  <a:pt x="4397271" y="3570932"/>
                </a:cubicBezTo>
                <a:lnTo>
                  <a:pt x="4418290" y="3570932"/>
                </a:lnTo>
                <a:cubicBezTo>
                  <a:pt x="4418789" y="3570932"/>
                  <a:pt x="4419287" y="3571264"/>
                  <a:pt x="4419536" y="3571680"/>
                </a:cubicBezTo>
                <a:lnTo>
                  <a:pt x="4430087" y="3589957"/>
                </a:lnTo>
                <a:cubicBezTo>
                  <a:pt x="4430337" y="3590456"/>
                  <a:pt x="4430337" y="3591037"/>
                  <a:pt x="4430087" y="3591453"/>
                </a:cubicBezTo>
                <a:lnTo>
                  <a:pt x="4419536" y="3609730"/>
                </a:lnTo>
                <a:cubicBezTo>
                  <a:pt x="4419287" y="3610228"/>
                  <a:pt x="4418789" y="3610478"/>
                  <a:pt x="4418290" y="3610478"/>
                </a:cubicBezTo>
                <a:close/>
                <a:moveTo>
                  <a:pt x="5119505" y="3804000"/>
                </a:moveTo>
                <a:cubicBezTo>
                  <a:pt x="5119007" y="3804000"/>
                  <a:pt x="5118508" y="3803667"/>
                  <a:pt x="5118260" y="3803252"/>
                </a:cubicBezTo>
                <a:lnTo>
                  <a:pt x="5107708" y="3784975"/>
                </a:lnTo>
                <a:cubicBezTo>
                  <a:pt x="5107460" y="3784476"/>
                  <a:pt x="5107459" y="3783894"/>
                  <a:pt x="5107708" y="3783479"/>
                </a:cubicBezTo>
                <a:lnTo>
                  <a:pt x="5118260" y="3765202"/>
                </a:lnTo>
                <a:cubicBezTo>
                  <a:pt x="5118508" y="3764703"/>
                  <a:pt x="5119007" y="3764454"/>
                  <a:pt x="5119505" y="3764454"/>
                </a:cubicBezTo>
                <a:lnTo>
                  <a:pt x="5140525" y="3764454"/>
                </a:lnTo>
                <a:cubicBezTo>
                  <a:pt x="5141024" y="3764454"/>
                  <a:pt x="5141521" y="3764786"/>
                  <a:pt x="5141770" y="3765202"/>
                </a:cubicBezTo>
                <a:lnTo>
                  <a:pt x="5152322" y="3783479"/>
                </a:lnTo>
                <a:cubicBezTo>
                  <a:pt x="5152571" y="3783978"/>
                  <a:pt x="5152572" y="3784559"/>
                  <a:pt x="5152322" y="3784975"/>
                </a:cubicBezTo>
                <a:lnTo>
                  <a:pt x="5141770" y="3803252"/>
                </a:lnTo>
                <a:cubicBezTo>
                  <a:pt x="5141521" y="3803750"/>
                  <a:pt x="5141024" y="3804000"/>
                  <a:pt x="5140525" y="3804000"/>
                </a:cubicBezTo>
                <a:close/>
                <a:moveTo>
                  <a:pt x="2591660" y="3126856"/>
                </a:moveTo>
                <a:cubicBezTo>
                  <a:pt x="2591079" y="3126856"/>
                  <a:pt x="2590580" y="3126607"/>
                  <a:pt x="2590331" y="3126108"/>
                </a:cubicBezTo>
                <a:lnTo>
                  <a:pt x="2579780" y="3107748"/>
                </a:lnTo>
                <a:cubicBezTo>
                  <a:pt x="2579531" y="3107249"/>
                  <a:pt x="2579531" y="3106751"/>
                  <a:pt x="2579780" y="3106252"/>
                </a:cubicBezTo>
                <a:lnTo>
                  <a:pt x="2590331" y="3087892"/>
                </a:lnTo>
                <a:cubicBezTo>
                  <a:pt x="2590663" y="3087393"/>
                  <a:pt x="2591162" y="3087144"/>
                  <a:pt x="2591660" y="3087144"/>
                </a:cubicBezTo>
                <a:lnTo>
                  <a:pt x="2612845" y="3087144"/>
                </a:lnTo>
                <a:cubicBezTo>
                  <a:pt x="2613427" y="3087144"/>
                  <a:pt x="2613925" y="3087393"/>
                  <a:pt x="2614175" y="3087892"/>
                </a:cubicBezTo>
                <a:lnTo>
                  <a:pt x="2624726" y="3106252"/>
                </a:lnTo>
                <a:cubicBezTo>
                  <a:pt x="2624975" y="3106751"/>
                  <a:pt x="2624975" y="3107249"/>
                  <a:pt x="2624726" y="3107748"/>
                </a:cubicBezTo>
                <a:lnTo>
                  <a:pt x="2614175" y="3126108"/>
                </a:lnTo>
                <a:cubicBezTo>
                  <a:pt x="2613842" y="3126607"/>
                  <a:pt x="2613344" y="3126856"/>
                  <a:pt x="2612845" y="3126856"/>
                </a:cubicBezTo>
                <a:close/>
                <a:moveTo>
                  <a:pt x="1989716" y="2965661"/>
                </a:moveTo>
                <a:cubicBezTo>
                  <a:pt x="1989135" y="2965661"/>
                  <a:pt x="1988636" y="2965412"/>
                  <a:pt x="1988387" y="2964913"/>
                </a:cubicBezTo>
                <a:lnTo>
                  <a:pt x="1977753" y="2946470"/>
                </a:lnTo>
                <a:cubicBezTo>
                  <a:pt x="1977504" y="2946054"/>
                  <a:pt x="1977504" y="2945473"/>
                  <a:pt x="1977753" y="2944974"/>
                </a:cubicBezTo>
                <a:lnTo>
                  <a:pt x="1988387" y="2926531"/>
                </a:lnTo>
                <a:cubicBezTo>
                  <a:pt x="1988719" y="2926032"/>
                  <a:pt x="1989218" y="2925783"/>
                  <a:pt x="1989716" y="2925783"/>
                </a:cubicBezTo>
                <a:lnTo>
                  <a:pt x="2010985" y="2925783"/>
                </a:lnTo>
                <a:cubicBezTo>
                  <a:pt x="2011566" y="2925783"/>
                  <a:pt x="2012064" y="2926032"/>
                  <a:pt x="2012314" y="2926531"/>
                </a:cubicBezTo>
                <a:lnTo>
                  <a:pt x="2022948" y="2944974"/>
                </a:lnTo>
                <a:cubicBezTo>
                  <a:pt x="2023197" y="2945390"/>
                  <a:pt x="2023197" y="2945971"/>
                  <a:pt x="2022948" y="2946470"/>
                </a:cubicBezTo>
                <a:lnTo>
                  <a:pt x="2012314" y="2964913"/>
                </a:lnTo>
                <a:cubicBezTo>
                  <a:pt x="2011982" y="2965412"/>
                  <a:pt x="2011483" y="2965661"/>
                  <a:pt x="2010985" y="2965661"/>
                </a:cubicBezTo>
                <a:close/>
                <a:moveTo>
                  <a:pt x="5059214" y="3788130"/>
                </a:moveTo>
                <a:cubicBezTo>
                  <a:pt x="5058633" y="3788130"/>
                  <a:pt x="5058134" y="3787881"/>
                  <a:pt x="5057885" y="3787382"/>
                </a:cubicBezTo>
                <a:lnTo>
                  <a:pt x="5047251" y="3768939"/>
                </a:lnTo>
                <a:cubicBezTo>
                  <a:pt x="5047002" y="3768524"/>
                  <a:pt x="5047002" y="3767942"/>
                  <a:pt x="5047251" y="3767443"/>
                </a:cubicBezTo>
                <a:lnTo>
                  <a:pt x="5057885" y="3749001"/>
                </a:lnTo>
                <a:cubicBezTo>
                  <a:pt x="5058217" y="3748501"/>
                  <a:pt x="5058716" y="3748252"/>
                  <a:pt x="5059214" y="3748253"/>
                </a:cubicBezTo>
                <a:lnTo>
                  <a:pt x="5080483" y="3748252"/>
                </a:lnTo>
                <a:cubicBezTo>
                  <a:pt x="5081064" y="3748252"/>
                  <a:pt x="5081563" y="3748501"/>
                  <a:pt x="5081812" y="3749001"/>
                </a:cubicBezTo>
                <a:lnTo>
                  <a:pt x="5092446" y="3767443"/>
                </a:lnTo>
                <a:cubicBezTo>
                  <a:pt x="5092695" y="3767859"/>
                  <a:pt x="5092695" y="3768440"/>
                  <a:pt x="5092446" y="3768939"/>
                </a:cubicBezTo>
                <a:lnTo>
                  <a:pt x="5081812" y="3787382"/>
                </a:lnTo>
                <a:cubicBezTo>
                  <a:pt x="5081479" y="3787881"/>
                  <a:pt x="5080981" y="3788130"/>
                  <a:pt x="5080483" y="3788130"/>
                </a:cubicBezTo>
                <a:close/>
                <a:moveTo>
                  <a:pt x="3795219" y="3449549"/>
                </a:moveTo>
                <a:cubicBezTo>
                  <a:pt x="3794638" y="3449548"/>
                  <a:pt x="3794139" y="3449299"/>
                  <a:pt x="3793890" y="3448801"/>
                </a:cubicBezTo>
                <a:lnTo>
                  <a:pt x="3783256" y="3430274"/>
                </a:lnTo>
                <a:cubicBezTo>
                  <a:pt x="3783007" y="3429858"/>
                  <a:pt x="3783007" y="3429277"/>
                  <a:pt x="3783256" y="3428778"/>
                </a:cubicBezTo>
                <a:lnTo>
                  <a:pt x="3793973" y="3410252"/>
                </a:lnTo>
                <a:cubicBezTo>
                  <a:pt x="3794306" y="3409836"/>
                  <a:pt x="3794804" y="3409504"/>
                  <a:pt x="3795303" y="3409505"/>
                </a:cubicBezTo>
                <a:lnTo>
                  <a:pt x="3816654" y="3409504"/>
                </a:lnTo>
                <a:cubicBezTo>
                  <a:pt x="3817235" y="3409504"/>
                  <a:pt x="3817734" y="3409753"/>
                  <a:pt x="3817983" y="3410252"/>
                </a:cubicBezTo>
                <a:lnTo>
                  <a:pt x="3828617" y="3428778"/>
                </a:lnTo>
                <a:cubicBezTo>
                  <a:pt x="3828867" y="3429194"/>
                  <a:pt x="3828867" y="3429775"/>
                  <a:pt x="3828617" y="3430274"/>
                </a:cubicBezTo>
                <a:lnTo>
                  <a:pt x="3817900" y="3448801"/>
                </a:lnTo>
                <a:cubicBezTo>
                  <a:pt x="3817568" y="3449217"/>
                  <a:pt x="3817069" y="3449548"/>
                  <a:pt x="3816571" y="3449548"/>
                </a:cubicBezTo>
                <a:close/>
                <a:moveTo>
                  <a:pt x="2651527" y="3143474"/>
                </a:moveTo>
                <a:cubicBezTo>
                  <a:pt x="2650945" y="3143474"/>
                  <a:pt x="2650446" y="3143225"/>
                  <a:pt x="2650197" y="3142726"/>
                </a:cubicBezTo>
                <a:lnTo>
                  <a:pt x="2639314" y="3123867"/>
                </a:lnTo>
                <a:cubicBezTo>
                  <a:pt x="2639065" y="3123369"/>
                  <a:pt x="2639065" y="3122787"/>
                  <a:pt x="2639314" y="3122289"/>
                </a:cubicBezTo>
                <a:lnTo>
                  <a:pt x="2650197" y="3103430"/>
                </a:lnTo>
                <a:cubicBezTo>
                  <a:pt x="2650446" y="3103014"/>
                  <a:pt x="2650945" y="3102682"/>
                  <a:pt x="2651527" y="3102682"/>
                </a:cubicBezTo>
                <a:lnTo>
                  <a:pt x="2673293" y="3102682"/>
                </a:lnTo>
                <a:cubicBezTo>
                  <a:pt x="2673875" y="3102682"/>
                  <a:pt x="2674373" y="3102931"/>
                  <a:pt x="2674623" y="3103430"/>
                </a:cubicBezTo>
                <a:lnTo>
                  <a:pt x="2685506" y="3122289"/>
                </a:lnTo>
                <a:cubicBezTo>
                  <a:pt x="2685755" y="3122787"/>
                  <a:pt x="2685755" y="3123369"/>
                  <a:pt x="2685506" y="3123867"/>
                </a:cubicBezTo>
                <a:lnTo>
                  <a:pt x="2674623" y="3142726"/>
                </a:lnTo>
                <a:cubicBezTo>
                  <a:pt x="2674373" y="3143142"/>
                  <a:pt x="2673875" y="3143474"/>
                  <a:pt x="2673293" y="3143474"/>
                </a:cubicBezTo>
                <a:close/>
                <a:moveTo>
                  <a:pt x="3001636" y="3286826"/>
                </a:moveTo>
                <a:cubicBezTo>
                  <a:pt x="3001221" y="3286826"/>
                  <a:pt x="3000639" y="3286245"/>
                  <a:pt x="3000639" y="3286245"/>
                </a:cubicBezTo>
                <a:lnTo>
                  <a:pt x="2992747" y="3272620"/>
                </a:lnTo>
                <a:cubicBezTo>
                  <a:pt x="2992581" y="3272287"/>
                  <a:pt x="2992747" y="3271539"/>
                  <a:pt x="2992747" y="3271539"/>
                </a:cubicBezTo>
                <a:lnTo>
                  <a:pt x="3000639" y="3257915"/>
                </a:lnTo>
                <a:cubicBezTo>
                  <a:pt x="3000889" y="3257582"/>
                  <a:pt x="3001636" y="3257333"/>
                  <a:pt x="3001636" y="3257333"/>
                </a:cubicBezTo>
                <a:lnTo>
                  <a:pt x="3017421" y="3257333"/>
                </a:lnTo>
                <a:cubicBezTo>
                  <a:pt x="3017837" y="3257333"/>
                  <a:pt x="3018418" y="3257915"/>
                  <a:pt x="3018418" y="3257915"/>
                </a:cubicBezTo>
                <a:lnTo>
                  <a:pt x="3026311" y="3271539"/>
                </a:lnTo>
                <a:cubicBezTo>
                  <a:pt x="3026477" y="3271872"/>
                  <a:pt x="3026311" y="3272620"/>
                  <a:pt x="3026311" y="3272620"/>
                </a:cubicBezTo>
                <a:lnTo>
                  <a:pt x="3018418" y="3286245"/>
                </a:lnTo>
                <a:cubicBezTo>
                  <a:pt x="3018169" y="3286577"/>
                  <a:pt x="3017421" y="3286826"/>
                  <a:pt x="3017421" y="3286826"/>
                </a:cubicBezTo>
                <a:close/>
                <a:moveTo>
                  <a:pt x="112376" y="2513319"/>
                </a:moveTo>
                <a:cubicBezTo>
                  <a:pt x="111959" y="2513319"/>
                  <a:pt x="111379" y="2512739"/>
                  <a:pt x="111379" y="2512739"/>
                </a:cubicBezTo>
                <a:lnTo>
                  <a:pt x="103237" y="2498531"/>
                </a:lnTo>
                <a:cubicBezTo>
                  <a:pt x="102988" y="2498199"/>
                  <a:pt x="103237" y="2497368"/>
                  <a:pt x="103237" y="2497368"/>
                </a:cubicBezTo>
                <a:lnTo>
                  <a:pt x="111462" y="2483162"/>
                </a:lnTo>
                <a:cubicBezTo>
                  <a:pt x="111628" y="2482829"/>
                  <a:pt x="112458" y="2482580"/>
                  <a:pt x="112458" y="2482580"/>
                </a:cubicBezTo>
                <a:lnTo>
                  <a:pt x="128825" y="2482580"/>
                </a:lnTo>
                <a:cubicBezTo>
                  <a:pt x="129240" y="2482580"/>
                  <a:pt x="129821" y="2483162"/>
                  <a:pt x="129821" y="2483162"/>
                </a:cubicBezTo>
                <a:lnTo>
                  <a:pt x="137964" y="2497368"/>
                </a:lnTo>
                <a:cubicBezTo>
                  <a:pt x="138212" y="2497700"/>
                  <a:pt x="137964" y="2498531"/>
                  <a:pt x="137964" y="2498531"/>
                </a:cubicBezTo>
                <a:lnTo>
                  <a:pt x="129739" y="2512738"/>
                </a:lnTo>
                <a:cubicBezTo>
                  <a:pt x="129573" y="2513071"/>
                  <a:pt x="128741" y="2513319"/>
                  <a:pt x="128741" y="2513319"/>
                </a:cubicBezTo>
                <a:close/>
                <a:moveTo>
                  <a:pt x="2700385" y="3206857"/>
                </a:moveTo>
                <a:cubicBezTo>
                  <a:pt x="2699969" y="3206857"/>
                  <a:pt x="2699387" y="3206276"/>
                  <a:pt x="2699387" y="3206276"/>
                </a:cubicBezTo>
                <a:lnTo>
                  <a:pt x="2691163" y="3191986"/>
                </a:lnTo>
                <a:cubicBezTo>
                  <a:pt x="2690914" y="3191654"/>
                  <a:pt x="2691163" y="3190823"/>
                  <a:pt x="2691163" y="3190823"/>
                </a:cubicBezTo>
                <a:lnTo>
                  <a:pt x="2699388" y="3176533"/>
                </a:lnTo>
                <a:cubicBezTo>
                  <a:pt x="2699554" y="3176201"/>
                  <a:pt x="2700385" y="3175952"/>
                  <a:pt x="2700385" y="3175952"/>
                </a:cubicBezTo>
                <a:lnTo>
                  <a:pt x="2716834" y="3175952"/>
                </a:lnTo>
                <a:cubicBezTo>
                  <a:pt x="2717250" y="3175952"/>
                  <a:pt x="2717830" y="3176533"/>
                  <a:pt x="2717830" y="3176533"/>
                </a:cubicBezTo>
                <a:lnTo>
                  <a:pt x="2726056" y="3190823"/>
                </a:lnTo>
                <a:cubicBezTo>
                  <a:pt x="2726305" y="3191155"/>
                  <a:pt x="2726056" y="3191986"/>
                  <a:pt x="2726056" y="3191986"/>
                </a:cubicBezTo>
                <a:lnTo>
                  <a:pt x="2717831" y="3206276"/>
                </a:lnTo>
                <a:cubicBezTo>
                  <a:pt x="2717665" y="3206608"/>
                  <a:pt x="2716834" y="3206857"/>
                  <a:pt x="2716834" y="3206857"/>
                </a:cubicBezTo>
                <a:close/>
                <a:moveTo>
                  <a:pt x="232662" y="2545834"/>
                </a:moveTo>
                <a:cubicBezTo>
                  <a:pt x="232247" y="2545834"/>
                  <a:pt x="231666" y="2545252"/>
                  <a:pt x="231666" y="2545252"/>
                </a:cubicBezTo>
                <a:lnTo>
                  <a:pt x="223358" y="2530797"/>
                </a:lnTo>
                <a:cubicBezTo>
                  <a:pt x="223109" y="2530464"/>
                  <a:pt x="223358" y="2529633"/>
                  <a:pt x="223358" y="2529633"/>
                </a:cubicBezTo>
                <a:lnTo>
                  <a:pt x="231666" y="2515178"/>
                </a:lnTo>
                <a:cubicBezTo>
                  <a:pt x="231832" y="2514845"/>
                  <a:pt x="232662" y="2514596"/>
                  <a:pt x="232662" y="2514596"/>
                </a:cubicBezTo>
                <a:lnTo>
                  <a:pt x="249361" y="2514596"/>
                </a:lnTo>
                <a:cubicBezTo>
                  <a:pt x="249777" y="2514596"/>
                  <a:pt x="250358" y="2515178"/>
                  <a:pt x="250358" y="2515178"/>
                </a:cubicBezTo>
                <a:lnTo>
                  <a:pt x="258666" y="2529633"/>
                </a:lnTo>
                <a:cubicBezTo>
                  <a:pt x="258916" y="2529966"/>
                  <a:pt x="258666" y="2530797"/>
                  <a:pt x="258666" y="2530797"/>
                </a:cubicBezTo>
                <a:lnTo>
                  <a:pt x="250358" y="2545252"/>
                </a:lnTo>
                <a:cubicBezTo>
                  <a:pt x="250192" y="2545585"/>
                  <a:pt x="249361" y="2545834"/>
                  <a:pt x="249361" y="2545834"/>
                </a:cubicBezTo>
                <a:close/>
                <a:moveTo>
                  <a:pt x="172314" y="2529852"/>
                </a:moveTo>
                <a:cubicBezTo>
                  <a:pt x="171899" y="2529852"/>
                  <a:pt x="171317" y="2529269"/>
                  <a:pt x="171317" y="2529269"/>
                </a:cubicBezTo>
                <a:lnTo>
                  <a:pt x="162843" y="2514649"/>
                </a:lnTo>
                <a:cubicBezTo>
                  <a:pt x="162594" y="2514315"/>
                  <a:pt x="162843" y="2513485"/>
                  <a:pt x="162843" y="2513485"/>
                </a:cubicBezTo>
                <a:lnTo>
                  <a:pt x="171317" y="2498864"/>
                </a:lnTo>
                <a:cubicBezTo>
                  <a:pt x="171483" y="2498531"/>
                  <a:pt x="171899" y="2498281"/>
                  <a:pt x="172314" y="2498282"/>
                </a:cubicBezTo>
                <a:lnTo>
                  <a:pt x="189179" y="2498281"/>
                </a:lnTo>
                <a:cubicBezTo>
                  <a:pt x="189594" y="2498281"/>
                  <a:pt x="190176" y="2498863"/>
                  <a:pt x="190176" y="2498863"/>
                </a:cubicBezTo>
                <a:lnTo>
                  <a:pt x="198650" y="2513484"/>
                </a:lnTo>
                <a:cubicBezTo>
                  <a:pt x="198899" y="2513818"/>
                  <a:pt x="198650" y="2514649"/>
                  <a:pt x="198650" y="2514649"/>
                </a:cubicBezTo>
                <a:lnTo>
                  <a:pt x="190176" y="2529270"/>
                </a:lnTo>
                <a:cubicBezTo>
                  <a:pt x="190010" y="2529602"/>
                  <a:pt x="189594" y="2529851"/>
                  <a:pt x="189179" y="2529851"/>
                </a:cubicBezTo>
                <a:close/>
                <a:moveTo>
                  <a:pt x="292424" y="2562707"/>
                </a:moveTo>
                <a:cubicBezTo>
                  <a:pt x="292009" y="2562706"/>
                  <a:pt x="291344" y="2562125"/>
                  <a:pt x="291344" y="2562125"/>
                </a:cubicBezTo>
                <a:lnTo>
                  <a:pt x="282621" y="2547005"/>
                </a:lnTo>
                <a:cubicBezTo>
                  <a:pt x="282371" y="2546589"/>
                  <a:pt x="282621" y="2545758"/>
                  <a:pt x="282621" y="2545758"/>
                </a:cubicBezTo>
                <a:lnTo>
                  <a:pt x="291344" y="2530638"/>
                </a:lnTo>
                <a:cubicBezTo>
                  <a:pt x="291594" y="2530305"/>
                  <a:pt x="292010" y="2530057"/>
                  <a:pt x="292424" y="2530056"/>
                </a:cubicBezTo>
                <a:lnTo>
                  <a:pt x="309954" y="2530056"/>
                </a:lnTo>
                <a:cubicBezTo>
                  <a:pt x="310369" y="2530057"/>
                  <a:pt x="311034" y="2530639"/>
                  <a:pt x="311034" y="2530639"/>
                </a:cubicBezTo>
                <a:lnTo>
                  <a:pt x="319757" y="2545758"/>
                </a:lnTo>
                <a:cubicBezTo>
                  <a:pt x="320007" y="2546173"/>
                  <a:pt x="319758" y="2547005"/>
                  <a:pt x="319758" y="2547005"/>
                </a:cubicBezTo>
                <a:lnTo>
                  <a:pt x="311034" y="2562125"/>
                </a:lnTo>
                <a:cubicBezTo>
                  <a:pt x="310785" y="2562458"/>
                  <a:pt x="310369" y="2562706"/>
                  <a:pt x="309955" y="2562707"/>
                </a:cubicBezTo>
                <a:close/>
                <a:moveTo>
                  <a:pt x="51596" y="2498271"/>
                </a:moveTo>
                <a:cubicBezTo>
                  <a:pt x="51181" y="2498271"/>
                  <a:pt x="50516" y="2497690"/>
                  <a:pt x="50516" y="2497690"/>
                </a:cubicBezTo>
                <a:lnTo>
                  <a:pt x="41710" y="2482486"/>
                </a:lnTo>
                <a:cubicBezTo>
                  <a:pt x="41460" y="2482071"/>
                  <a:pt x="41710" y="2481240"/>
                  <a:pt x="41710" y="2481240"/>
                </a:cubicBezTo>
                <a:lnTo>
                  <a:pt x="50516" y="2466037"/>
                </a:lnTo>
                <a:cubicBezTo>
                  <a:pt x="50766" y="2465704"/>
                  <a:pt x="51182" y="2465455"/>
                  <a:pt x="51596" y="2465455"/>
                </a:cubicBezTo>
                <a:lnTo>
                  <a:pt x="69209" y="2465455"/>
                </a:lnTo>
                <a:cubicBezTo>
                  <a:pt x="69624" y="2465455"/>
                  <a:pt x="70289" y="2466037"/>
                  <a:pt x="70289" y="2466037"/>
                </a:cubicBezTo>
                <a:lnTo>
                  <a:pt x="79096" y="2481240"/>
                </a:lnTo>
                <a:cubicBezTo>
                  <a:pt x="79345" y="2481656"/>
                  <a:pt x="79096" y="2482486"/>
                  <a:pt x="79096" y="2482486"/>
                </a:cubicBezTo>
                <a:lnTo>
                  <a:pt x="70289" y="2497690"/>
                </a:lnTo>
                <a:cubicBezTo>
                  <a:pt x="70040" y="2498022"/>
                  <a:pt x="69624" y="2498271"/>
                  <a:pt x="69210" y="2498271"/>
                </a:cubicBezTo>
                <a:close/>
                <a:moveTo>
                  <a:pt x="412714" y="2595032"/>
                </a:moveTo>
                <a:cubicBezTo>
                  <a:pt x="412299" y="2595032"/>
                  <a:pt x="411634" y="2594451"/>
                  <a:pt x="411634" y="2594451"/>
                </a:cubicBezTo>
                <a:lnTo>
                  <a:pt x="402828" y="2579247"/>
                </a:lnTo>
                <a:cubicBezTo>
                  <a:pt x="402578" y="2578832"/>
                  <a:pt x="402829" y="2578002"/>
                  <a:pt x="402829" y="2578002"/>
                </a:cubicBezTo>
                <a:lnTo>
                  <a:pt x="411634" y="2562798"/>
                </a:lnTo>
                <a:cubicBezTo>
                  <a:pt x="411884" y="2562465"/>
                  <a:pt x="412300" y="2562216"/>
                  <a:pt x="412714" y="2562216"/>
                </a:cubicBezTo>
                <a:lnTo>
                  <a:pt x="430327" y="2562216"/>
                </a:lnTo>
                <a:cubicBezTo>
                  <a:pt x="430742" y="2562216"/>
                  <a:pt x="431407" y="2562798"/>
                  <a:pt x="431407" y="2562798"/>
                </a:cubicBezTo>
                <a:lnTo>
                  <a:pt x="440214" y="2578001"/>
                </a:lnTo>
                <a:cubicBezTo>
                  <a:pt x="440463" y="2578417"/>
                  <a:pt x="440214" y="2579247"/>
                  <a:pt x="440214" y="2579247"/>
                </a:cubicBezTo>
                <a:lnTo>
                  <a:pt x="431407" y="2594451"/>
                </a:lnTo>
                <a:cubicBezTo>
                  <a:pt x="431158" y="2594783"/>
                  <a:pt x="430742" y="2595032"/>
                  <a:pt x="430328" y="2595032"/>
                </a:cubicBezTo>
                <a:close/>
                <a:moveTo>
                  <a:pt x="894143" y="2724217"/>
                </a:moveTo>
                <a:cubicBezTo>
                  <a:pt x="893728" y="2724217"/>
                  <a:pt x="893063" y="2723552"/>
                  <a:pt x="893063" y="2723552"/>
                </a:cubicBezTo>
                <a:lnTo>
                  <a:pt x="884257" y="2708182"/>
                </a:lnTo>
                <a:cubicBezTo>
                  <a:pt x="884008" y="2707767"/>
                  <a:pt x="884257" y="2706936"/>
                  <a:pt x="884257" y="2706936"/>
                </a:cubicBezTo>
                <a:lnTo>
                  <a:pt x="893146" y="2691567"/>
                </a:lnTo>
                <a:cubicBezTo>
                  <a:pt x="893395" y="2691151"/>
                  <a:pt x="893811" y="2690902"/>
                  <a:pt x="894226" y="2690902"/>
                </a:cubicBezTo>
                <a:lnTo>
                  <a:pt x="911922" y="2690902"/>
                </a:lnTo>
                <a:cubicBezTo>
                  <a:pt x="912337" y="2690902"/>
                  <a:pt x="913002" y="2691567"/>
                  <a:pt x="913002" y="2691567"/>
                </a:cubicBezTo>
                <a:lnTo>
                  <a:pt x="921809" y="2706936"/>
                </a:lnTo>
                <a:cubicBezTo>
                  <a:pt x="922057" y="2707352"/>
                  <a:pt x="921809" y="2708182"/>
                  <a:pt x="921809" y="2708182"/>
                </a:cubicBezTo>
                <a:lnTo>
                  <a:pt x="912919" y="2723552"/>
                </a:lnTo>
                <a:cubicBezTo>
                  <a:pt x="912670" y="2723968"/>
                  <a:pt x="912253" y="2724217"/>
                  <a:pt x="911839" y="2724217"/>
                </a:cubicBezTo>
                <a:close/>
                <a:moveTo>
                  <a:pt x="352466" y="2579158"/>
                </a:moveTo>
                <a:cubicBezTo>
                  <a:pt x="352051" y="2579158"/>
                  <a:pt x="351385" y="2578493"/>
                  <a:pt x="351385" y="2578493"/>
                </a:cubicBezTo>
                <a:lnTo>
                  <a:pt x="342497" y="2563041"/>
                </a:lnTo>
                <a:cubicBezTo>
                  <a:pt x="342248" y="2562708"/>
                  <a:pt x="342497" y="2561794"/>
                  <a:pt x="342497" y="2561794"/>
                </a:cubicBezTo>
                <a:lnTo>
                  <a:pt x="351386" y="2546342"/>
                </a:lnTo>
                <a:cubicBezTo>
                  <a:pt x="351636" y="2545926"/>
                  <a:pt x="352051" y="2545677"/>
                  <a:pt x="352466" y="2545677"/>
                </a:cubicBezTo>
                <a:lnTo>
                  <a:pt x="370244" y="2545677"/>
                </a:lnTo>
                <a:cubicBezTo>
                  <a:pt x="370661" y="2545677"/>
                  <a:pt x="371325" y="2546342"/>
                  <a:pt x="371325" y="2546342"/>
                </a:cubicBezTo>
                <a:lnTo>
                  <a:pt x="380215" y="2561794"/>
                </a:lnTo>
                <a:cubicBezTo>
                  <a:pt x="380464" y="2562127"/>
                  <a:pt x="380215" y="2563041"/>
                  <a:pt x="380215" y="2563041"/>
                </a:cubicBezTo>
                <a:lnTo>
                  <a:pt x="371325" y="2578493"/>
                </a:lnTo>
                <a:cubicBezTo>
                  <a:pt x="371076" y="2578909"/>
                  <a:pt x="370661" y="2579158"/>
                  <a:pt x="370245" y="2579158"/>
                </a:cubicBezTo>
                <a:close/>
                <a:moveTo>
                  <a:pt x="653397" y="2659792"/>
                </a:moveTo>
                <a:cubicBezTo>
                  <a:pt x="652982" y="2659793"/>
                  <a:pt x="652317" y="2659127"/>
                  <a:pt x="652317" y="2659127"/>
                </a:cubicBezTo>
                <a:lnTo>
                  <a:pt x="643428" y="2643676"/>
                </a:lnTo>
                <a:cubicBezTo>
                  <a:pt x="643179" y="2643342"/>
                  <a:pt x="643428" y="2642428"/>
                  <a:pt x="643428" y="2642428"/>
                </a:cubicBezTo>
                <a:lnTo>
                  <a:pt x="652317" y="2626976"/>
                </a:lnTo>
                <a:cubicBezTo>
                  <a:pt x="652567" y="2626560"/>
                  <a:pt x="652982" y="2626311"/>
                  <a:pt x="653397" y="2626311"/>
                </a:cubicBezTo>
                <a:lnTo>
                  <a:pt x="671176" y="2626311"/>
                </a:lnTo>
                <a:cubicBezTo>
                  <a:pt x="671592" y="2626311"/>
                  <a:pt x="672256" y="2626977"/>
                  <a:pt x="672256" y="2626977"/>
                </a:cubicBezTo>
                <a:lnTo>
                  <a:pt x="681146" y="2642428"/>
                </a:lnTo>
                <a:cubicBezTo>
                  <a:pt x="681395" y="2642762"/>
                  <a:pt x="681146" y="2643675"/>
                  <a:pt x="681146" y="2643675"/>
                </a:cubicBezTo>
                <a:lnTo>
                  <a:pt x="672256" y="2659128"/>
                </a:lnTo>
                <a:cubicBezTo>
                  <a:pt x="672007" y="2659543"/>
                  <a:pt x="671592" y="2659792"/>
                  <a:pt x="671176" y="2659792"/>
                </a:cubicBezTo>
                <a:close/>
                <a:moveTo>
                  <a:pt x="472672" y="2611661"/>
                </a:moveTo>
                <a:cubicBezTo>
                  <a:pt x="472257" y="2611661"/>
                  <a:pt x="471593" y="2610997"/>
                  <a:pt x="471593" y="2610997"/>
                </a:cubicBezTo>
                <a:lnTo>
                  <a:pt x="462536" y="2595295"/>
                </a:lnTo>
                <a:cubicBezTo>
                  <a:pt x="462287" y="2594963"/>
                  <a:pt x="462537" y="2594049"/>
                  <a:pt x="462537" y="2594049"/>
                </a:cubicBezTo>
                <a:lnTo>
                  <a:pt x="471592" y="2578347"/>
                </a:lnTo>
                <a:cubicBezTo>
                  <a:pt x="471841" y="2577931"/>
                  <a:pt x="472257" y="2577682"/>
                  <a:pt x="472671" y="2577682"/>
                </a:cubicBezTo>
                <a:lnTo>
                  <a:pt x="490783" y="2577682"/>
                </a:lnTo>
                <a:cubicBezTo>
                  <a:pt x="491198" y="2577682"/>
                  <a:pt x="491864" y="2578347"/>
                  <a:pt x="491864" y="2578347"/>
                </a:cubicBezTo>
                <a:lnTo>
                  <a:pt x="500919" y="2594049"/>
                </a:lnTo>
                <a:cubicBezTo>
                  <a:pt x="501168" y="2594381"/>
                  <a:pt x="500918" y="2595295"/>
                  <a:pt x="500918" y="2595295"/>
                </a:cubicBezTo>
                <a:lnTo>
                  <a:pt x="491864" y="2610997"/>
                </a:lnTo>
                <a:cubicBezTo>
                  <a:pt x="491615" y="2611412"/>
                  <a:pt x="491198" y="2611661"/>
                  <a:pt x="490784" y="2611661"/>
                </a:cubicBezTo>
                <a:close/>
                <a:moveTo>
                  <a:pt x="532859" y="2627788"/>
                </a:moveTo>
                <a:cubicBezTo>
                  <a:pt x="532443" y="2627788"/>
                  <a:pt x="531780" y="2627124"/>
                  <a:pt x="531780" y="2627124"/>
                </a:cubicBezTo>
                <a:lnTo>
                  <a:pt x="522723" y="2611422"/>
                </a:lnTo>
                <a:cubicBezTo>
                  <a:pt x="522473" y="2611090"/>
                  <a:pt x="522724" y="2610176"/>
                  <a:pt x="522724" y="2610176"/>
                </a:cubicBezTo>
                <a:lnTo>
                  <a:pt x="531779" y="2594474"/>
                </a:lnTo>
                <a:cubicBezTo>
                  <a:pt x="532028" y="2594058"/>
                  <a:pt x="532444" y="2593809"/>
                  <a:pt x="532858" y="2593809"/>
                </a:cubicBezTo>
                <a:lnTo>
                  <a:pt x="550970" y="2593809"/>
                </a:lnTo>
                <a:cubicBezTo>
                  <a:pt x="551385" y="2593809"/>
                  <a:pt x="552051" y="2594474"/>
                  <a:pt x="552051" y="2594474"/>
                </a:cubicBezTo>
                <a:lnTo>
                  <a:pt x="561105" y="2610176"/>
                </a:lnTo>
                <a:cubicBezTo>
                  <a:pt x="561355" y="2610508"/>
                  <a:pt x="561105" y="2611422"/>
                  <a:pt x="561105" y="2611422"/>
                </a:cubicBezTo>
                <a:lnTo>
                  <a:pt x="552050" y="2627124"/>
                </a:lnTo>
                <a:cubicBezTo>
                  <a:pt x="551801" y="2627539"/>
                  <a:pt x="551385" y="2627788"/>
                  <a:pt x="550971" y="2627788"/>
                </a:cubicBezTo>
                <a:close/>
                <a:moveTo>
                  <a:pt x="592973" y="2644083"/>
                </a:moveTo>
                <a:cubicBezTo>
                  <a:pt x="592557" y="2644083"/>
                  <a:pt x="591893" y="2643418"/>
                  <a:pt x="591893" y="2643418"/>
                </a:cubicBezTo>
                <a:lnTo>
                  <a:pt x="582754" y="2627550"/>
                </a:lnTo>
                <a:cubicBezTo>
                  <a:pt x="582505" y="2627135"/>
                  <a:pt x="582754" y="2626221"/>
                  <a:pt x="582754" y="2626221"/>
                </a:cubicBezTo>
                <a:lnTo>
                  <a:pt x="591893" y="2610353"/>
                </a:lnTo>
                <a:cubicBezTo>
                  <a:pt x="592058" y="2609937"/>
                  <a:pt x="592557" y="2609688"/>
                  <a:pt x="592973" y="2609688"/>
                </a:cubicBezTo>
                <a:lnTo>
                  <a:pt x="611250" y="2609688"/>
                </a:lnTo>
                <a:cubicBezTo>
                  <a:pt x="611666" y="2609688"/>
                  <a:pt x="612330" y="2610353"/>
                  <a:pt x="612330" y="2610353"/>
                </a:cubicBezTo>
                <a:lnTo>
                  <a:pt x="621469" y="2626221"/>
                </a:lnTo>
                <a:cubicBezTo>
                  <a:pt x="621718" y="2626636"/>
                  <a:pt x="621469" y="2627550"/>
                  <a:pt x="621469" y="2627550"/>
                </a:cubicBezTo>
                <a:lnTo>
                  <a:pt x="612330" y="2643418"/>
                </a:lnTo>
                <a:cubicBezTo>
                  <a:pt x="612164" y="2643833"/>
                  <a:pt x="611666" y="2644083"/>
                  <a:pt x="611250" y="2644083"/>
                </a:cubicBezTo>
                <a:close/>
                <a:moveTo>
                  <a:pt x="713346" y="2676337"/>
                </a:moveTo>
                <a:cubicBezTo>
                  <a:pt x="712930" y="2676337"/>
                  <a:pt x="712265" y="2675672"/>
                  <a:pt x="712265" y="2675672"/>
                </a:cubicBezTo>
                <a:lnTo>
                  <a:pt x="703127" y="2659804"/>
                </a:lnTo>
                <a:cubicBezTo>
                  <a:pt x="702878" y="2659389"/>
                  <a:pt x="703127" y="2658475"/>
                  <a:pt x="703127" y="2658475"/>
                </a:cubicBezTo>
                <a:lnTo>
                  <a:pt x="712265" y="2642607"/>
                </a:lnTo>
                <a:cubicBezTo>
                  <a:pt x="712431" y="2642191"/>
                  <a:pt x="712930" y="2641942"/>
                  <a:pt x="713345" y="2641942"/>
                </a:cubicBezTo>
                <a:lnTo>
                  <a:pt x="731623" y="2641942"/>
                </a:lnTo>
                <a:cubicBezTo>
                  <a:pt x="732039" y="2641942"/>
                  <a:pt x="732703" y="2642607"/>
                  <a:pt x="732703" y="2642607"/>
                </a:cubicBezTo>
                <a:lnTo>
                  <a:pt x="741842" y="2658475"/>
                </a:lnTo>
                <a:cubicBezTo>
                  <a:pt x="742091" y="2658890"/>
                  <a:pt x="741842" y="2659804"/>
                  <a:pt x="741842" y="2659804"/>
                </a:cubicBezTo>
                <a:lnTo>
                  <a:pt x="732703" y="2675672"/>
                </a:lnTo>
                <a:cubicBezTo>
                  <a:pt x="732537" y="2676087"/>
                  <a:pt x="732039" y="2676337"/>
                  <a:pt x="731623" y="2676337"/>
                </a:cubicBezTo>
                <a:close/>
                <a:moveTo>
                  <a:pt x="1014173" y="2757134"/>
                </a:moveTo>
                <a:cubicBezTo>
                  <a:pt x="1013674" y="2757134"/>
                  <a:pt x="1013010" y="2756469"/>
                  <a:pt x="1013010" y="2756469"/>
                </a:cubicBezTo>
                <a:lnTo>
                  <a:pt x="1003787" y="2740518"/>
                </a:lnTo>
                <a:cubicBezTo>
                  <a:pt x="1003538" y="2740103"/>
                  <a:pt x="1003787" y="2739189"/>
                  <a:pt x="1003787" y="2739189"/>
                </a:cubicBezTo>
                <a:lnTo>
                  <a:pt x="1013009" y="2723238"/>
                </a:lnTo>
                <a:cubicBezTo>
                  <a:pt x="1013259" y="2722822"/>
                  <a:pt x="1013674" y="2722573"/>
                  <a:pt x="1014173" y="2722573"/>
                </a:cubicBezTo>
                <a:lnTo>
                  <a:pt x="1032616" y="2722573"/>
                </a:lnTo>
                <a:cubicBezTo>
                  <a:pt x="1033115" y="2722573"/>
                  <a:pt x="1033779" y="2723238"/>
                  <a:pt x="1033779" y="2723238"/>
                </a:cubicBezTo>
                <a:lnTo>
                  <a:pt x="1043000" y="2739189"/>
                </a:lnTo>
                <a:cubicBezTo>
                  <a:pt x="1043250" y="2739604"/>
                  <a:pt x="1043000" y="2740518"/>
                  <a:pt x="1043000" y="2740518"/>
                </a:cubicBezTo>
                <a:lnTo>
                  <a:pt x="1033778" y="2756469"/>
                </a:lnTo>
                <a:cubicBezTo>
                  <a:pt x="1033529" y="2756884"/>
                  <a:pt x="1033115" y="2757134"/>
                  <a:pt x="1032616" y="2757134"/>
                </a:cubicBezTo>
                <a:close/>
                <a:moveTo>
                  <a:pt x="773426" y="2692720"/>
                </a:moveTo>
                <a:cubicBezTo>
                  <a:pt x="772927" y="2692720"/>
                  <a:pt x="772263" y="2692056"/>
                  <a:pt x="772263" y="2692056"/>
                </a:cubicBezTo>
                <a:lnTo>
                  <a:pt x="763041" y="2676021"/>
                </a:lnTo>
                <a:cubicBezTo>
                  <a:pt x="762791" y="2675606"/>
                  <a:pt x="763041" y="2674692"/>
                  <a:pt x="763041" y="2674692"/>
                </a:cubicBezTo>
                <a:lnTo>
                  <a:pt x="772263" y="2658658"/>
                </a:lnTo>
                <a:cubicBezTo>
                  <a:pt x="772512" y="2658242"/>
                  <a:pt x="772927" y="2657993"/>
                  <a:pt x="773426" y="2657992"/>
                </a:cubicBezTo>
                <a:lnTo>
                  <a:pt x="791952" y="2657993"/>
                </a:lnTo>
                <a:cubicBezTo>
                  <a:pt x="792451" y="2657993"/>
                  <a:pt x="793115" y="2658658"/>
                  <a:pt x="793115" y="2658658"/>
                </a:cubicBezTo>
                <a:lnTo>
                  <a:pt x="802337" y="2674691"/>
                </a:lnTo>
                <a:cubicBezTo>
                  <a:pt x="802587" y="2675107"/>
                  <a:pt x="802337" y="2676021"/>
                  <a:pt x="802337" y="2676021"/>
                </a:cubicBezTo>
                <a:lnTo>
                  <a:pt x="793115" y="2692056"/>
                </a:lnTo>
                <a:cubicBezTo>
                  <a:pt x="792866" y="2692471"/>
                  <a:pt x="792451" y="2692720"/>
                  <a:pt x="791952" y="2692720"/>
                </a:cubicBezTo>
                <a:close/>
                <a:moveTo>
                  <a:pt x="833612" y="2708846"/>
                </a:moveTo>
                <a:cubicBezTo>
                  <a:pt x="833112" y="2708846"/>
                  <a:pt x="832449" y="2708182"/>
                  <a:pt x="832449" y="2708182"/>
                </a:cubicBezTo>
                <a:lnTo>
                  <a:pt x="823227" y="2692147"/>
                </a:lnTo>
                <a:cubicBezTo>
                  <a:pt x="822977" y="2691732"/>
                  <a:pt x="823227" y="2690818"/>
                  <a:pt x="823227" y="2690818"/>
                </a:cubicBezTo>
                <a:lnTo>
                  <a:pt x="832449" y="2674784"/>
                </a:lnTo>
                <a:cubicBezTo>
                  <a:pt x="832697" y="2674368"/>
                  <a:pt x="833113" y="2674119"/>
                  <a:pt x="833612" y="2674119"/>
                </a:cubicBezTo>
                <a:lnTo>
                  <a:pt x="852138" y="2674119"/>
                </a:lnTo>
                <a:cubicBezTo>
                  <a:pt x="852637" y="2674119"/>
                  <a:pt x="853301" y="2674784"/>
                  <a:pt x="853301" y="2674784"/>
                </a:cubicBezTo>
                <a:lnTo>
                  <a:pt x="862523" y="2690818"/>
                </a:lnTo>
                <a:cubicBezTo>
                  <a:pt x="862773" y="2691233"/>
                  <a:pt x="862523" y="2692147"/>
                  <a:pt x="862523" y="2692147"/>
                </a:cubicBezTo>
                <a:lnTo>
                  <a:pt x="853301" y="2708182"/>
                </a:lnTo>
                <a:cubicBezTo>
                  <a:pt x="853052" y="2708597"/>
                  <a:pt x="852637" y="2708846"/>
                  <a:pt x="852138" y="2708846"/>
                </a:cubicBezTo>
                <a:close/>
                <a:moveTo>
                  <a:pt x="3060339" y="3305684"/>
                </a:moveTo>
                <a:cubicBezTo>
                  <a:pt x="3059841" y="3305684"/>
                  <a:pt x="3059176" y="3305020"/>
                  <a:pt x="3059176" y="3305020"/>
                </a:cubicBezTo>
                <a:lnTo>
                  <a:pt x="3049788" y="3288819"/>
                </a:lnTo>
                <a:cubicBezTo>
                  <a:pt x="3049539" y="3288405"/>
                  <a:pt x="3049788" y="3287490"/>
                  <a:pt x="3049788" y="3287490"/>
                </a:cubicBezTo>
                <a:lnTo>
                  <a:pt x="3059176" y="3271290"/>
                </a:lnTo>
                <a:cubicBezTo>
                  <a:pt x="3059425" y="3270874"/>
                  <a:pt x="3059841" y="3270625"/>
                  <a:pt x="3060339" y="3270625"/>
                </a:cubicBezTo>
                <a:lnTo>
                  <a:pt x="3079032" y="3270625"/>
                </a:lnTo>
                <a:cubicBezTo>
                  <a:pt x="3079530" y="3270625"/>
                  <a:pt x="3080195" y="3271290"/>
                  <a:pt x="3080195" y="3271290"/>
                </a:cubicBezTo>
                <a:lnTo>
                  <a:pt x="3089583" y="3287491"/>
                </a:lnTo>
                <a:cubicBezTo>
                  <a:pt x="3089832" y="3287905"/>
                  <a:pt x="3089583" y="3288820"/>
                  <a:pt x="3089583" y="3288820"/>
                </a:cubicBezTo>
                <a:lnTo>
                  <a:pt x="3080195" y="3305021"/>
                </a:lnTo>
                <a:cubicBezTo>
                  <a:pt x="3079946" y="3305436"/>
                  <a:pt x="3079530" y="3305684"/>
                  <a:pt x="3079032" y="3305684"/>
                </a:cubicBezTo>
                <a:close/>
                <a:moveTo>
                  <a:pt x="3180544" y="3338199"/>
                </a:moveTo>
                <a:cubicBezTo>
                  <a:pt x="3180045" y="3338199"/>
                  <a:pt x="3179381" y="3337534"/>
                  <a:pt x="3179381" y="3337534"/>
                </a:cubicBezTo>
                <a:lnTo>
                  <a:pt x="3169910" y="3321085"/>
                </a:lnTo>
                <a:cubicBezTo>
                  <a:pt x="3169662" y="3320669"/>
                  <a:pt x="3169910" y="3319756"/>
                  <a:pt x="3169910" y="3319756"/>
                </a:cubicBezTo>
                <a:lnTo>
                  <a:pt x="3179465" y="3303306"/>
                </a:lnTo>
                <a:cubicBezTo>
                  <a:pt x="3179713" y="3302890"/>
                  <a:pt x="3180128" y="3302641"/>
                  <a:pt x="3180627" y="3302641"/>
                </a:cubicBezTo>
                <a:lnTo>
                  <a:pt x="3199653" y="3302641"/>
                </a:lnTo>
                <a:cubicBezTo>
                  <a:pt x="3200151" y="3302641"/>
                  <a:pt x="3200816" y="3303306"/>
                  <a:pt x="3200816" y="3303306"/>
                </a:cubicBezTo>
                <a:lnTo>
                  <a:pt x="3210286" y="3319756"/>
                </a:lnTo>
                <a:cubicBezTo>
                  <a:pt x="3210535" y="3320171"/>
                  <a:pt x="3210286" y="3321085"/>
                  <a:pt x="3210286" y="3321085"/>
                </a:cubicBezTo>
                <a:lnTo>
                  <a:pt x="3200732" y="3337534"/>
                </a:lnTo>
                <a:cubicBezTo>
                  <a:pt x="3200483" y="3337950"/>
                  <a:pt x="3200069" y="3338199"/>
                  <a:pt x="3199570" y="3338199"/>
                </a:cubicBezTo>
                <a:close/>
                <a:moveTo>
                  <a:pt x="4203710" y="3612356"/>
                </a:moveTo>
                <a:cubicBezTo>
                  <a:pt x="4203211" y="3612355"/>
                  <a:pt x="4202547" y="3611690"/>
                  <a:pt x="4202547" y="3611690"/>
                </a:cubicBezTo>
                <a:lnTo>
                  <a:pt x="4193076" y="3595242"/>
                </a:lnTo>
                <a:cubicBezTo>
                  <a:pt x="4192826" y="3594826"/>
                  <a:pt x="4193076" y="3593913"/>
                  <a:pt x="4193076" y="3593913"/>
                </a:cubicBezTo>
                <a:lnTo>
                  <a:pt x="4202630" y="3577463"/>
                </a:lnTo>
                <a:cubicBezTo>
                  <a:pt x="4202879" y="3577047"/>
                  <a:pt x="4203295" y="3576797"/>
                  <a:pt x="4203793" y="3576797"/>
                </a:cubicBezTo>
                <a:lnTo>
                  <a:pt x="4222818" y="3576797"/>
                </a:lnTo>
                <a:cubicBezTo>
                  <a:pt x="4223317" y="3576798"/>
                  <a:pt x="4223981" y="3577463"/>
                  <a:pt x="4223981" y="3577463"/>
                </a:cubicBezTo>
                <a:lnTo>
                  <a:pt x="4233452" y="3593912"/>
                </a:lnTo>
                <a:cubicBezTo>
                  <a:pt x="4233702" y="3594327"/>
                  <a:pt x="4233452" y="3595241"/>
                  <a:pt x="4233452" y="3595241"/>
                </a:cubicBezTo>
                <a:lnTo>
                  <a:pt x="4223898" y="3611690"/>
                </a:lnTo>
                <a:cubicBezTo>
                  <a:pt x="4223649" y="3612106"/>
                  <a:pt x="4223233" y="3612355"/>
                  <a:pt x="4222735" y="3612356"/>
                </a:cubicBezTo>
                <a:close/>
                <a:moveTo>
                  <a:pt x="1074005" y="2773922"/>
                </a:moveTo>
                <a:cubicBezTo>
                  <a:pt x="1073506" y="2773922"/>
                  <a:pt x="1072842" y="2773257"/>
                  <a:pt x="1072842" y="2773257"/>
                </a:cubicBezTo>
                <a:lnTo>
                  <a:pt x="1063288" y="2756725"/>
                </a:lnTo>
                <a:cubicBezTo>
                  <a:pt x="1063039" y="2756309"/>
                  <a:pt x="1063288" y="2755395"/>
                  <a:pt x="1063288" y="2755395"/>
                </a:cubicBezTo>
                <a:lnTo>
                  <a:pt x="1072842" y="2738863"/>
                </a:lnTo>
                <a:cubicBezTo>
                  <a:pt x="1073091" y="2738447"/>
                  <a:pt x="1073506" y="2738198"/>
                  <a:pt x="1074005" y="2738198"/>
                </a:cubicBezTo>
                <a:lnTo>
                  <a:pt x="1093113" y="2738198"/>
                </a:lnTo>
                <a:cubicBezTo>
                  <a:pt x="1093612" y="2738198"/>
                  <a:pt x="1094276" y="2738863"/>
                  <a:pt x="1094276" y="2738863"/>
                </a:cubicBezTo>
                <a:lnTo>
                  <a:pt x="1103830" y="2755395"/>
                </a:lnTo>
                <a:cubicBezTo>
                  <a:pt x="1104079" y="2755811"/>
                  <a:pt x="1103830" y="2756725"/>
                  <a:pt x="1103830" y="2756725"/>
                </a:cubicBezTo>
                <a:lnTo>
                  <a:pt x="1094276" y="2773257"/>
                </a:lnTo>
                <a:cubicBezTo>
                  <a:pt x="1094027" y="2773673"/>
                  <a:pt x="1093612" y="2773922"/>
                  <a:pt x="1093113" y="2773922"/>
                </a:cubicBezTo>
                <a:close/>
                <a:moveTo>
                  <a:pt x="1134107" y="2790226"/>
                </a:moveTo>
                <a:cubicBezTo>
                  <a:pt x="1133608" y="2790226"/>
                  <a:pt x="1133192" y="2789977"/>
                  <a:pt x="1132943" y="2789562"/>
                </a:cubicBezTo>
                <a:lnTo>
                  <a:pt x="1123306" y="2772863"/>
                </a:lnTo>
                <a:cubicBezTo>
                  <a:pt x="1123057" y="2772447"/>
                  <a:pt x="1123057" y="2771949"/>
                  <a:pt x="1123306" y="2771534"/>
                </a:cubicBezTo>
                <a:lnTo>
                  <a:pt x="1132943" y="2754835"/>
                </a:lnTo>
                <a:cubicBezTo>
                  <a:pt x="1133192" y="2754419"/>
                  <a:pt x="1133609" y="2754170"/>
                  <a:pt x="1134107" y="2754170"/>
                </a:cubicBezTo>
                <a:lnTo>
                  <a:pt x="1153463" y="2754170"/>
                </a:lnTo>
                <a:cubicBezTo>
                  <a:pt x="1153962" y="2754170"/>
                  <a:pt x="1154378" y="2754419"/>
                  <a:pt x="1154627" y="2754835"/>
                </a:cubicBezTo>
                <a:lnTo>
                  <a:pt x="1164264" y="2771534"/>
                </a:lnTo>
                <a:cubicBezTo>
                  <a:pt x="1164513" y="2771949"/>
                  <a:pt x="1164513" y="2772447"/>
                  <a:pt x="1164265" y="2772863"/>
                </a:cubicBezTo>
                <a:lnTo>
                  <a:pt x="1154627" y="2789562"/>
                </a:lnTo>
                <a:cubicBezTo>
                  <a:pt x="1154378" y="2789977"/>
                  <a:pt x="1153962" y="2790226"/>
                  <a:pt x="1153463" y="2790226"/>
                </a:cubicBezTo>
                <a:close/>
                <a:moveTo>
                  <a:pt x="1194242" y="2806430"/>
                </a:moveTo>
                <a:cubicBezTo>
                  <a:pt x="1193744" y="2806430"/>
                  <a:pt x="1193328" y="2806181"/>
                  <a:pt x="1193079" y="2805765"/>
                </a:cubicBezTo>
                <a:lnTo>
                  <a:pt x="1183359" y="2788900"/>
                </a:lnTo>
                <a:cubicBezTo>
                  <a:pt x="1183110" y="2788402"/>
                  <a:pt x="1183110" y="2787903"/>
                  <a:pt x="1183359" y="2787488"/>
                </a:cubicBezTo>
                <a:lnTo>
                  <a:pt x="1193079" y="2770623"/>
                </a:lnTo>
                <a:cubicBezTo>
                  <a:pt x="1193328" y="2770207"/>
                  <a:pt x="1193744" y="2769958"/>
                  <a:pt x="1194242" y="2769958"/>
                </a:cubicBezTo>
                <a:lnTo>
                  <a:pt x="1213683" y="2769958"/>
                </a:lnTo>
                <a:cubicBezTo>
                  <a:pt x="1214181" y="2769958"/>
                  <a:pt x="1214597" y="2770207"/>
                  <a:pt x="1214846" y="2770623"/>
                </a:cubicBezTo>
                <a:lnTo>
                  <a:pt x="1224566" y="2787488"/>
                </a:lnTo>
                <a:cubicBezTo>
                  <a:pt x="1224816" y="2787986"/>
                  <a:pt x="1224816" y="2788485"/>
                  <a:pt x="1224566" y="2788900"/>
                </a:cubicBezTo>
                <a:lnTo>
                  <a:pt x="1214846" y="2805765"/>
                </a:lnTo>
                <a:cubicBezTo>
                  <a:pt x="1214597" y="2806181"/>
                  <a:pt x="1214181" y="2806430"/>
                  <a:pt x="1213683" y="2806430"/>
                </a:cubicBezTo>
                <a:close/>
                <a:moveTo>
                  <a:pt x="1254428" y="2822557"/>
                </a:moveTo>
                <a:cubicBezTo>
                  <a:pt x="1253931" y="2822557"/>
                  <a:pt x="1253515" y="2822308"/>
                  <a:pt x="1253266" y="2821892"/>
                </a:cubicBezTo>
                <a:lnTo>
                  <a:pt x="1243546" y="2805027"/>
                </a:lnTo>
                <a:cubicBezTo>
                  <a:pt x="1243297" y="2804529"/>
                  <a:pt x="1243297" y="2804030"/>
                  <a:pt x="1243546" y="2803615"/>
                </a:cubicBezTo>
                <a:lnTo>
                  <a:pt x="1253266" y="2786750"/>
                </a:lnTo>
                <a:cubicBezTo>
                  <a:pt x="1253515" y="2786334"/>
                  <a:pt x="1253931" y="2786085"/>
                  <a:pt x="1254429" y="2786085"/>
                </a:cubicBezTo>
                <a:lnTo>
                  <a:pt x="1273870" y="2786085"/>
                </a:lnTo>
                <a:cubicBezTo>
                  <a:pt x="1274368" y="2786085"/>
                  <a:pt x="1274784" y="2786334"/>
                  <a:pt x="1275033" y="2786750"/>
                </a:cubicBezTo>
                <a:lnTo>
                  <a:pt x="1284753" y="2803615"/>
                </a:lnTo>
                <a:cubicBezTo>
                  <a:pt x="1285002" y="2804113"/>
                  <a:pt x="1285003" y="2804612"/>
                  <a:pt x="1284753" y="2805027"/>
                </a:cubicBezTo>
                <a:lnTo>
                  <a:pt x="1275033" y="2821892"/>
                </a:lnTo>
                <a:cubicBezTo>
                  <a:pt x="1274784" y="2822308"/>
                  <a:pt x="1274368" y="2822557"/>
                  <a:pt x="1273869" y="2822557"/>
                </a:cubicBezTo>
                <a:close/>
                <a:moveTo>
                  <a:pt x="3120201" y="3322489"/>
                </a:moveTo>
                <a:cubicBezTo>
                  <a:pt x="3119703" y="3322489"/>
                  <a:pt x="3119288" y="3322240"/>
                  <a:pt x="3119038" y="3321824"/>
                </a:cubicBezTo>
                <a:lnTo>
                  <a:pt x="3109318" y="3304959"/>
                </a:lnTo>
                <a:cubicBezTo>
                  <a:pt x="3109069" y="3304461"/>
                  <a:pt x="3109069" y="3303962"/>
                  <a:pt x="3109318" y="3303547"/>
                </a:cubicBezTo>
                <a:lnTo>
                  <a:pt x="3119039" y="3286682"/>
                </a:lnTo>
                <a:cubicBezTo>
                  <a:pt x="3119288" y="3286266"/>
                  <a:pt x="3119703" y="3286017"/>
                  <a:pt x="3120201" y="3286017"/>
                </a:cubicBezTo>
                <a:lnTo>
                  <a:pt x="3139642" y="3286017"/>
                </a:lnTo>
                <a:cubicBezTo>
                  <a:pt x="3140140" y="3286017"/>
                  <a:pt x="3140556" y="3286266"/>
                  <a:pt x="3140805" y="3286682"/>
                </a:cubicBezTo>
                <a:lnTo>
                  <a:pt x="3150525" y="3303547"/>
                </a:lnTo>
                <a:cubicBezTo>
                  <a:pt x="3150775" y="3304045"/>
                  <a:pt x="3150775" y="3304544"/>
                  <a:pt x="3150526" y="3304959"/>
                </a:cubicBezTo>
                <a:lnTo>
                  <a:pt x="3140805" y="3321824"/>
                </a:lnTo>
                <a:cubicBezTo>
                  <a:pt x="3140556" y="3322240"/>
                  <a:pt x="3140141" y="3322489"/>
                  <a:pt x="3139642" y="3322489"/>
                </a:cubicBezTo>
                <a:close/>
                <a:moveTo>
                  <a:pt x="3300761" y="3370870"/>
                </a:moveTo>
                <a:cubicBezTo>
                  <a:pt x="3300263" y="3370870"/>
                  <a:pt x="3299848" y="3370621"/>
                  <a:pt x="3299598" y="3370205"/>
                </a:cubicBezTo>
                <a:lnTo>
                  <a:pt x="3289878" y="3353340"/>
                </a:lnTo>
                <a:cubicBezTo>
                  <a:pt x="3289629" y="3352842"/>
                  <a:pt x="3289629" y="3352343"/>
                  <a:pt x="3289878" y="3351928"/>
                </a:cubicBezTo>
                <a:lnTo>
                  <a:pt x="3299598" y="3335063"/>
                </a:lnTo>
                <a:cubicBezTo>
                  <a:pt x="3299848" y="3334647"/>
                  <a:pt x="3300263" y="3334398"/>
                  <a:pt x="3300761" y="3334398"/>
                </a:cubicBezTo>
                <a:lnTo>
                  <a:pt x="3320202" y="3334398"/>
                </a:lnTo>
                <a:cubicBezTo>
                  <a:pt x="3320700" y="3334398"/>
                  <a:pt x="3321116" y="3334647"/>
                  <a:pt x="3321365" y="3335063"/>
                </a:cubicBezTo>
                <a:lnTo>
                  <a:pt x="3331085" y="3351928"/>
                </a:lnTo>
                <a:cubicBezTo>
                  <a:pt x="3331335" y="3352426"/>
                  <a:pt x="3331335" y="3352925"/>
                  <a:pt x="3331085" y="3353340"/>
                </a:cubicBezTo>
                <a:lnTo>
                  <a:pt x="3321365" y="3370205"/>
                </a:lnTo>
                <a:cubicBezTo>
                  <a:pt x="3321116" y="3370621"/>
                  <a:pt x="3320700" y="3370870"/>
                  <a:pt x="3320202" y="3370870"/>
                </a:cubicBezTo>
                <a:close/>
                <a:moveTo>
                  <a:pt x="1314532" y="2838767"/>
                </a:moveTo>
                <a:cubicBezTo>
                  <a:pt x="1314034" y="2838767"/>
                  <a:pt x="1313618" y="2838518"/>
                  <a:pt x="1313369" y="2838102"/>
                </a:cubicBezTo>
                <a:lnTo>
                  <a:pt x="1303648" y="2821154"/>
                </a:lnTo>
                <a:cubicBezTo>
                  <a:pt x="1303400" y="2820739"/>
                  <a:pt x="1303399" y="2820157"/>
                  <a:pt x="1303649" y="2819742"/>
                </a:cubicBezTo>
                <a:lnTo>
                  <a:pt x="1313452" y="2802794"/>
                </a:lnTo>
                <a:cubicBezTo>
                  <a:pt x="1313700" y="2802378"/>
                  <a:pt x="1314117" y="2802129"/>
                  <a:pt x="1314616" y="2802129"/>
                </a:cubicBezTo>
                <a:lnTo>
                  <a:pt x="1334139" y="2802129"/>
                </a:lnTo>
                <a:cubicBezTo>
                  <a:pt x="1334637" y="2802129"/>
                  <a:pt x="1335052" y="2802378"/>
                  <a:pt x="1335302" y="2802794"/>
                </a:cubicBezTo>
                <a:lnTo>
                  <a:pt x="1345022" y="2819742"/>
                </a:lnTo>
                <a:cubicBezTo>
                  <a:pt x="1345272" y="2820157"/>
                  <a:pt x="1345272" y="2820739"/>
                  <a:pt x="1345022" y="2821154"/>
                </a:cubicBezTo>
                <a:lnTo>
                  <a:pt x="1335219" y="2838102"/>
                </a:lnTo>
                <a:cubicBezTo>
                  <a:pt x="1334969" y="2838518"/>
                  <a:pt x="1334553" y="2838767"/>
                  <a:pt x="1334055" y="2838767"/>
                </a:cubicBezTo>
                <a:close/>
                <a:moveTo>
                  <a:pt x="1374718" y="2854894"/>
                </a:moveTo>
                <a:cubicBezTo>
                  <a:pt x="1374220" y="2854894"/>
                  <a:pt x="1373805" y="2854645"/>
                  <a:pt x="1373555" y="2854229"/>
                </a:cubicBezTo>
                <a:lnTo>
                  <a:pt x="1363835" y="2837281"/>
                </a:lnTo>
                <a:cubicBezTo>
                  <a:pt x="1363587" y="2836866"/>
                  <a:pt x="1363586" y="2836284"/>
                  <a:pt x="1363836" y="2835869"/>
                </a:cubicBezTo>
                <a:lnTo>
                  <a:pt x="1373639" y="2818921"/>
                </a:lnTo>
                <a:cubicBezTo>
                  <a:pt x="1373887" y="2818505"/>
                  <a:pt x="1374303" y="2818256"/>
                  <a:pt x="1374802" y="2818256"/>
                </a:cubicBezTo>
                <a:lnTo>
                  <a:pt x="1394326" y="2818256"/>
                </a:lnTo>
                <a:cubicBezTo>
                  <a:pt x="1394824" y="2818256"/>
                  <a:pt x="1395239" y="2818505"/>
                  <a:pt x="1395489" y="2818921"/>
                </a:cubicBezTo>
                <a:lnTo>
                  <a:pt x="1405208" y="2835869"/>
                </a:lnTo>
                <a:cubicBezTo>
                  <a:pt x="1405458" y="2836284"/>
                  <a:pt x="1405458" y="2836866"/>
                  <a:pt x="1405208" y="2837281"/>
                </a:cubicBezTo>
                <a:lnTo>
                  <a:pt x="1395405" y="2854229"/>
                </a:lnTo>
                <a:cubicBezTo>
                  <a:pt x="1395156" y="2854645"/>
                  <a:pt x="1394740" y="2854894"/>
                  <a:pt x="1394242" y="2854894"/>
                </a:cubicBezTo>
                <a:close/>
                <a:moveTo>
                  <a:pt x="1434906" y="2871103"/>
                </a:moveTo>
                <a:cubicBezTo>
                  <a:pt x="1434489" y="2871103"/>
                  <a:pt x="1433991" y="2870854"/>
                  <a:pt x="1433742" y="2870438"/>
                </a:cubicBezTo>
                <a:lnTo>
                  <a:pt x="1423938" y="2853407"/>
                </a:lnTo>
                <a:cubicBezTo>
                  <a:pt x="1423689" y="2852992"/>
                  <a:pt x="1423689" y="2852410"/>
                  <a:pt x="1423938" y="2851995"/>
                </a:cubicBezTo>
                <a:lnTo>
                  <a:pt x="1433741" y="2834964"/>
                </a:lnTo>
                <a:cubicBezTo>
                  <a:pt x="1433992" y="2834548"/>
                  <a:pt x="1434406" y="2834299"/>
                  <a:pt x="1434905" y="2834298"/>
                </a:cubicBezTo>
                <a:lnTo>
                  <a:pt x="1454511" y="2834299"/>
                </a:lnTo>
                <a:cubicBezTo>
                  <a:pt x="1454926" y="2834299"/>
                  <a:pt x="1455425" y="2834548"/>
                  <a:pt x="1455674" y="2834964"/>
                </a:cubicBezTo>
                <a:lnTo>
                  <a:pt x="1465478" y="2851995"/>
                </a:lnTo>
                <a:cubicBezTo>
                  <a:pt x="1465727" y="2852410"/>
                  <a:pt x="1465727" y="2852992"/>
                  <a:pt x="1465478" y="2853407"/>
                </a:cubicBezTo>
                <a:lnTo>
                  <a:pt x="1455674" y="2870438"/>
                </a:lnTo>
                <a:cubicBezTo>
                  <a:pt x="1455425" y="2870854"/>
                  <a:pt x="1455010" y="2871103"/>
                  <a:pt x="1454511" y="2871103"/>
                </a:cubicBezTo>
                <a:close/>
                <a:moveTo>
                  <a:pt x="3360864" y="3387162"/>
                </a:moveTo>
                <a:cubicBezTo>
                  <a:pt x="3360449" y="3387162"/>
                  <a:pt x="3359950" y="3386913"/>
                  <a:pt x="3359701" y="3386497"/>
                </a:cubicBezTo>
                <a:lnTo>
                  <a:pt x="3349898" y="3369466"/>
                </a:lnTo>
                <a:cubicBezTo>
                  <a:pt x="3349649" y="3369051"/>
                  <a:pt x="3349649" y="3368469"/>
                  <a:pt x="3349898" y="3368054"/>
                </a:cubicBezTo>
                <a:lnTo>
                  <a:pt x="3359701" y="3351023"/>
                </a:lnTo>
                <a:cubicBezTo>
                  <a:pt x="3359950" y="3350607"/>
                  <a:pt x="3360366" y="3350358"/>
                  <a:pt x="3360864" y="3350358"/>
                </a:cubicBezTo>
                <a:lnTo>
                  <a:pt x="3380471" y="3350358"/>
                </a:lnTo>
                <a:cubicBezTo>
                  <a:pt x="3380887" y="3350358"/>
                  <a:pt x="3381385" y="3350607"/>
                  <a:pt x="3381634" y="3351023"/>
                </a:cubicBezTo>
                <a:lnTo>
                  <a:pt x="3391438" y="3368054"/>
                </a:lnTo>
                <a:cubicBezTo>
                  <a:pt x="3391687" y="3368469"/>
                  <a:pt x="3391687" y="3369051"/>
                  <a:pt x="3391438" y="3369466"/>
                </a:cubicBezTo>
                <a:lnTo>
                  <a:pt x="3381634" y="3386497"/>
                </a:lnTo>
                <a:cubicBezTo>
                  <a:pt x="3381385" y="3386913"/>
                  <a:pt x="3380969" y="3387162"/>
                  <a:pt x="3380471" y="3387162"/>
                </a:cubicBezTo>
                <a:close/>
                <a:moveTo>
                  <a:pt x="1555175" y="2903509"/>
                </a:moveTo>
                <a:cubicBezTo>
                  <a:pt x="1554676" y="2903509"/>
                  <a:pt x="1554178" y="2903260"/>
                  <a:pt x="1553928" y="2902845"/>
                </a:cubicBezTo>
                <a:lnTo>
                  <a:pt x="1544042" y="2885730"/>
                </a:lnTo>
                <a:cubicBezTo>
                  <a:pt x="1543793" y="2885315"/>
                  <a:pt x="1543793" y="2884733"/>
                  <a:pt x="1544042" y="2884318"/>
                </a:cubicBezTo>
                <a:lnTo>
                  <a:pt x="1553928" y="2867204"/>
                </a:lnTo>
                <a:cubicBezTo>
                  <a:pt x="1554261" y="2866788"/>
                  <a:pt x="1554676" y="2866539"/>
                  <a:pt x="1555175" y="2866539"/>
                </a:cubicBezTo>
                <a:lnTo>
                  <a:pt x="1574864" y="2866539"/>
                </a:lnTo>
                <a:cubicBezTo>
                  <a:pt x="1575363" y="2866539"/>
                  <a:pt x="1575861" y="2866788"/>
                  <a:pt x="1576111" y="2867204"/>
                </a:cubicBezTo>
                <a:lnTo>
                  <a:pt x="1585997" y="2884318"/>
                </a:lnTo>
                <a:cubicBezTo>
                  <a:pt x="1586246" y="2884733"/>
                  <a:pt x="1586246" y="2885315"/>
                  <a:pt x="1585997" y="2885730"/>
                </a:cubicBezTo>
                <a:lnTo>
                  <a:pt x="1576111" y="2902845"/>
                </a:lnTo>
                <a:cubicBezTo>
                  <a:pt x="1575778" y="2903260"/>
                  <a:pt x="1575363" y="2903509"/>
                  <a:pt x="1574864" y="2903509"/>
                </a:cubicBezTo>
                <a:close/>
                <a:moveTo>
                  <a:pt x="3240389" y="3355061"/>
                </a:moveTo>
                <a:cubicBezTo>
                  <a:pt x="3239973" y="3355060"/>
                  <a:pt x="3239475" y="3354812"/>
                  <a:pt x="3239225" y="3354396"/>
                </a:cubicBezTo>
                <a:lnTo>
                  <a:pt x="3229339" y="3337282"/>
                </a:lnTo>
                <a:cubicBezTo>
                  <a:pt x="3229090" y="3336866"/>
                  <a:pt x="3229090" y="3336285"/>
                  <a:pt x="3229339" y="3335869"/>
                </a:cubicBezTo>
                <a:lnTo>
                  <a:pt x="3239225" y="3318756"/>
                </a:lnTo>
                <a:cubicBezTo>
                  <a:pt x="3239475" y="3318339"/>
                  <a:pt x="3239890" y="3318090"/>
                  <a:pt x="3240389" y="3318091"/>
                </a:cubicBezTo>
                <a:lnTo>
                  <a:pt x="3260078" y="3318091"/>
                </a:lnTo>
                <a:cubicBezTo>
                  <a:pt x="3260494" y="3318090"/>
                  <a:pt x="3260992" y="3318340"/>
                  <a:pt x="3261241" y="3318756"/>
                </a:cubicBezTo>
                <a:lnTo>
                  <a:pt x="3271128" y="3335870"/>
                </a:lnTo>
                <a:cubicBezTo>
                  <a:pt x="3271377" y="3336285"/>
                  <a:pt x="3271377" y="3336866"/>
                  <a:pt x="3271128" y="3337282"/>
                </a:cubicBezTo>
                <a:lnTo>
                  <a:pt x="3261241" y="3354397"/>
                </a:lnTo>
                <a:cubicBezTo>
                  <a:pt x="3260992" y="3354812"/>
                  <a:pt x="3260577" y="3355061"/>
                  <a:pt x="3260078" y="3355061"/>
                </a:cubicBezTo>
                <a:close/>
                <a:moveTo>
                  <a:pt x="1494904" y="2887559"/>
                </a:moveTo>
                <a:cubicBezTo>
                  <a:pt x="1494405" y="2887559"/>
                  <a:pt x="1493907" y="2887310"/>
                  <a:pt x="1493658" y="2886895"/>
                </a:cubicBezTo>
                <a:lnTo>
                  <a:pt x="1483688" y="2869614"/>
                </a:lnTo>
                <a:cubicBezTo>
                  <a:pt x="1483439" y="2869199"/>
                  <a:pt x="1483439" y="2868617"/>
                  <a:pt x="1483688" y="2868202"/>
                </a:cubicBezTo>
                <a:lnTo>
                  <a:pt x="1493658" y="2850922"/>
                </a:lnTo>
                <a:cubicBezTo>
                  <a:pt x="1493907" y="2850506"/>
                  <a:pt x="1494405" y="2850257"/>
                  <a:pt x="1494904" y="2850257"/>
                </a:cubicBezTo>
                <a:lnTo>
                  <a:pt x="1514843" y="2850257"/>
                </a:lnTo>
                <a:cubicBezTo>
                  <a:pt x="1515341" y="2850257"/>
                  <a:pt x="1515840" y="2850506"/>
                  <a:pt x="1516089" y="2850922"/>
                </a:cubicBezTo>
                <a:lnTo>
                  <a:pt x="1526058" y="2868202"/>
                </a:lnTo>
                <a:cubicBezTo>
                  <a:pt x="1526308" y="2868617"/>
                  <a:pt x="1526308" y="2869199"/>
                  <a:pt x="1526058" y="2869614"/>
                </a:cubicBezTo>
                <a:lnTo>
                  <a:pt x="1516089" y="2886895"/>
                </a:lnTo>
                <a:cubicBezTo>
                  <a:pt x="1515840" y="2887310"/>
                  <a:pt x="1515341" y="2887559"/>
                  <a:pt x="1514843" y="2887559"/>
                </a:cubicBezTo>
                <a:close/>
                <a:moveTo>
                  <a:pt x="3902352" y="3532633"/>
                </a:moveTo>
                <a:cubicBezTo>
                  <a:pt x="3901854" y="3532633"/>
                  <a:pt x="3901355" y="3532384"/>
                  <a:pt x="3901106" y="3531969"/>
                </a:cubicBezTo>
                <a:lnTo>
                  <a:pt x="3891137" y="3514688"/>
                </a:lnTo>
                <a:cubicBezTo>
                  <a:pt x="3890888" y="3514273"/>
                  <a:pt x="3890888" y="3513691"/>
                  <a:pt x="3891137" y="3513276"/>
                </a:cubicBezTo>
                <a:lnTo>
                  <a:pt x="3901106" y="3495996"/>
                </a:lnTo>
                <a:cubicBezTo>
                  <a:pt x="3901355" y="3495580"/>
                  <a:pt x="3901854" y="3495331"/>
                  <a:pt x="3902352" y="3495331"/>
                </a:cubicBezTo>
                <a:lnTo>
                  <a:pt x="3922292" y="3495331"/>
                </a:lnTo>
                <a:cubicBezTo>
                  <a:pt x="3922790" y="3495331"/>
                  <a:pt x="3923289" y="3495580"/>
                  <a:pt x="3923538" y="3495996"/>
                </a:cubicBezTo>
                <a:lnTo>
                  <a:pt x="3933507" y="3513276"/>
                </a:lnTo>
                <a:cubicBezTo>
                  <a:pt x="3933756" y="3513691"/>
                  <a:pt x="3933756" y="3514273"/>
                  <a:pt x="3933507" y="3514688"/>
                </a:cubicBezTo>
                <a:lnTo>
                  <a:pt x="3923538" y="3531969"/>
                </a:lnTo>
                <a:cubicBezTo>
                  <a:pt x="3923289" y="3532384"/>
                  <a:pt x="3922790" y="3532633"/>
                  <a:pt x="3922292" y="3532633"/>
                </a:cubicBezTo>
                <a:close/>
                <a:moveTo>
                  <a:pt x="1675401" y="2936026"/>
                </a:moveTo>
                <a:cubicBezTo>
                  <a:pt x="1674902" y="2936026"/>
                  <a:pt x="1674404" y="2935694"/>
                  <a:pt x="1674155" y="2935278"/>
                </a:cubicBezTo>
                <a:lnTo>
                  <a:pt x="1664185" y="2917915"/>
                </a:lnTo>
                <a:cubicBezTo>
                  <a:pt x="1663936" y="2917499"/>
                  <a:pt x="1663936" y="2916918"/>
                  <a:pt x="1664185" y="2916502"/>
                </a:cubicBezTo>
                <a:lnTo>
                  <a:pt x="1674238" y="2899139"/>
                </a:lnTo>
                <a:cubicBezTo>
                  <a:pt x="1674487" y="2898640"/>
                  <a:pt x="1674985" y="2898391"/>
                  <a:pt x="1675484" y="2898391"/>
                </a:cubicBezTo>
                <a:lnTo>
                  <a:pt x="1695506" y="2898391"/>
                </a:lnTo>
                <a:cubicBezTo>
                  <a:pt x="1696005" y="2898391"/>
                  <a:pt x="1696503" y="2898723"/>
                  <a:pt x="1696752" y="2899139"/>
                </a:cubicBezTo>
                <a:lnTo>
                  <a:pt x="1706722" y="2916502"/>
                </a:lnTo>
                <a:cubicBezTo>
                  <a:pt x="1706971" y="2916918"/>
                  <a:pt x="1706971" y="2917499"/>
                  <a:pt x="1706722" y="2917915"/>
                </a:cubicBezTo>
                <a:lnTo>
                  <a:pt x="1696669" y="2935278"/>
                </a:lnTo>
                <a:cubicBezTo>
                  <a:pt x="1696420" y="2935777"/>
                  <a:pt x="1695921" y="2936026"/>
                  <a:pt x="1695423" y="2936026"/>
                </a:cubicBezTo>
                <a:close/>
                <a:moveTo>
                  <a:pt x="3420802" y="3403705"/>
                </a:moveTo>
                <a:cubicBezTo>
                  <a:pt x="3420303" y="3403705"/>
                  <a:pt x="3419805" y="3403373"/>
                  <a:pt x="3419556" y="3402957"/>
                </a:cubicBezTo>
                <a:lnTo>
                  <a:pt x="3409586" y="3385594"/>
                </a:lnTo>
                <a:cubicBezTo>
                  <a:pt x="3409337" y="3385178"/>
                  <a:pt x="3409337" y="3384597"/>
                  <a:pt x="3409586" y="3384181"/>
                </a:cubicBezTo>
                <a:lnTo>
                  <a:pt x="3419638" y="3366818"/>
                </a:lnTo>
                <a:cubicBezTo>
                  <a:pt x="3419888" y="3366319"/>
                  <a:pt x="3420386" y="3366070"/>
                  <a:pt x="3420885" y="3366070"/>
                </a:cubicBezTo>
                <a:lnTo>
                  <a:pt x="3440907" y="3366070"/>
                </a:lnTo>
                <a:cubicBezTo>
                  <a:pt x="3441405" y="3366070"/>
                  <a:pt x="3441904" y="3366402"/>
                  <a:pt x="3442153" y="3366818"/>
                </a:cubicBezTo>
                <a:lnTo>
                  <a:pt x="3452122" y="3384181"/>
                </a:lnTo>
                <a:cubicBezTo>
                  <a:pt x="3452372" y="3384597"/>
                  <a:pt x="3452372" y="3385178"/>
                  <a:pt x="3452122" y="3385594"/>
                </a:cubicBezTo>
                <a:lnTo>
                  <a:pt x="3442070" y="3402957"/>
                </a:lnTo>
                <a:cubicBezTo>
                  <a:pt x="3441821" y="3403456"/>
                  <a:pt x="3441322" y="3403705"/>
                  <a:pt x="3440824" y="3403705"/>
                </a:cubicBezTo>
                <a:close/>
                <a:moveTo>
                  <a:pt x="3541174" y="3435959"/>
                </a:moveTo>
                <a:cubicBezTo>
                  <a:pt x="3540676" y="3435958"/>
                  <a:pt x="3540177" y="3435627"/>
                  <a:pt x="3539929" y="3435211"/>
                </a:cubicBezTo>
                <a:lnTo>
                  <a:pt x="3529958" y="3417848"/>
                </a:lnTo>
                <a:cubicBezTo>
                  <a:pt x="3529709" y="3417431"/>
                  <a:pt x="3529709" y="3416851"/>
                  <a:pt x="3529959" y="3416434"/>
                </a:cubicBezTo>
                <a:lnTo>
                  <a:pt x="3540010" y="3399071"/>
                </a:lnTo>
                <a:cubicBezTo>
                  <a:pt x="3540261" y="3398573"/>
                  <a:pt x="3540758" y="3398324"/>
                  <a:pt x="3541257" y="3398323"/>
                </a:cubicBezTo>
                <a:lnTo>
                  <a:pt x="3561280" y="3398324"/>
                </a:lnTo>
                <a:cubicBezTo>
                  <a:pt x="3561778" y="3398323"/>
                  <a:pt x="3562276" y="3398656"/>
                  <a:pt x="3562526" y="3399072"/>
                </a:cubicBezTo>
                <a:lnTo>
                  <a:pt x="3572494" y="3416435"/>
                </a:lnTo>
                <a:cubicBezTo>
                  <a:pt x="3572744" y="3416850"/>
                  <a:pt x="3572744" y="3417431"/>
                  <a:pt x="3572495" y="3417848"/>
                </a:cubicBezTo>
                <a:lnTo>
                  <a:pt x="3562442" y="3435210"/>
                </a:lnTo>
                <a:cubicBezTo>
                  <a:pt x="3562194" y="3435710"/>
                  <a:pt x="3561695" y="3435959"/>
                  <a:pt x="3561196" y="3435958"/>
                </a:cubicBezTo>
                <a:close/>
                <a:moveTo>
                  <a:pt x="3480988" y="3419914"/>
                </a:moveTo>
                <a:cubicBezTo>
                  <a:pt x="3480489" y="3419915"/>
                  <a:pt x="3479991" y="3419583"/>
                  <a:pt x="3479742" y="3419167"/>
                </a:cubicBezTo>
                <a:lnTo>
                  <a:pt x="3469689" y="3401721"/>
                </a:lnTo>
                <a:cubicBezTo>
                  <a:pt x="3469440" y="3401305"/>
                  <a:pt x="3469440" y="3400723"/>
                  <a:pt x="3469689" y="3400308"/>
                </a:cubicBezTo>
                <a:lnTo>
                  <a:pt x="3479742" y="3382862"/>
                </a:lnTo>
                <a:cubicBezTo>
                  <a:pt x="3479991" y="3382363"/>
                  <a:pt x="3480489" y="3382114"/>
                  <a:pt x="3480988" y="3382114"/>
                </a:cubicBezTo>
                <a:lnTo>
                  <a:pt x="3501093" y="3382114"/>
                </a:lnTo>
                <a:cubicBezTo>
                  <a:pt x="3501591" y="3382114"/>
                  <a:pt x="3502089" y="3382445"/>
                  <a:pt x="3502339" y="3382861"/>
                </a:cubicBezTo>
                <a:lnTo>
                  <a:pt x="3512391" y="3400307"/>
                </a:lnTo>
                <a:cubicBezTo>
                  <a:pt x="3512641" y="3400724"/>
                  <a:pt x="3512641" y="3401305"/>
                  <a:pt x="3512392" y="3401720"/>
                </a:cubicBezTo>
                <a:lnTo>
                  <a:pt x="3502339" y="3419167"/>
                </a:lnTo>
                <a:cubicBezTo>
                  <a:pt x="3502090" y="3419666"/>
                  <a:pt x="3501591" y="3419915"/>
                  <a:pt x="3501093" y="3419915"/>
                </a:cubicBezTo>
                <a:close/>
                <a:moveTo>
                  <a:pt x="3601360" y="3452168"/>
                </a:moveTo>
                <a:cubicBezTo>
                  <a:pt x="3600861" y="3452168"/>
                  <a:pt x="3600363" y="3451836"/>
                  <a:pt x="3600115" y="3451420"/>
                </a:cubicBezTo>
                <a:lnTo>
                  <a:pt x="3590061" y="3433974"/>
                </a:lnTo>
                <a:cubicBezTo>
                  <a:pt x="3589813" y="3433558"/>
                  <a:pt x="3589812" y="3432977"/>
                  <a:pt x="3590062" y="3432561"/>
                </a:cubicBezTo>
                <a:lnTo>
                  <a:pt x="3600114" y="3415115"/>
                </a:lnTo>
                <a:cubicBezTo>
                  <a:pt x="3600364" y="3414616"/>
                  <a:pt x="3600861" y="3414367"/>
                  <a:pt x="3601360" y="3414367"/>
                </a:cubicBezTo>
                <a:lnTo>
                  <a:pt x="3621466" y="3414367"/>
                </a:lnTo>
                <a:cubicBezTo>
                  <a:pt x="3621964" y="3414367"/>
                  <a:pt x="3622462" y="3414699"/>
                  <a:pt x="3622711" y="3415115"/>
                </a:cubicBezTo>
                <a:lnTo>
                  <a:pt x="3632764" y="3432561"/>
                </a:lnTo>
                <a:cubicBezTo>
                  <a:pt x="3633013" y="3432977"/>
                  <a:pt x="3633014" y="3433558"/>
                  <a:pt x="3632764" y="3433974"/>
                </a:cubicBezTo>
                <a:lnTo>
                  <a:pt x="3622711" y="3451420"/>
                </a:lnTo>
                <a:cubicBezTo>
                  <a:pt x="3622462" y="3451919"/>
                  <a:pt x="3621963" y="3452168"/>
                  <a:pt x="3621465" y="3452168"/>
                </a:cubicBezTo>
                <a:close/>
                <a:moveTo>
                  <a:pt x="1615214" y="2919982"/>
                </a:moveTo>
                <a:cubicBezTo>
                  <a:pt x="1614716" y="2919982"/>
                  <a:pt x="1614217" y="2919650"/>
                  <a:pt x="1613968" y="2919234"/>
                </a:cubicBezTo>
                <a:lnTo>
                  <a:pt x="1603916" y="2901788"/>
                </a:lnTo>
                <a:cubicBezTo>
                  <a:pt x="1603667" y="2901372"/>
                  <a:pt x="1603667" y="2900791"/>
                  <a:pt x="1603916" y="2900375"/>
                </a:cubicBezTo>
                <a:lnTo>
                  <a:pt x="1613968" y="2882929"/>
                </a:lnTo>
                <a:cubicBezTo>
                  <a:pt x="1614217" y="2882430"/>
                  <a:pt x="1614716" y="2882181"/>
                  <a:pt x="1615214" y="2882181"/>
                </a:cubicBezTo>
                <a:lnTo>
                  <a:pt x="1635320" y="2882181"/>
                </a:lnTo>
                <a:cubicBezTo>
                  <a:pt x="1635818" y="2882181"/>
                  <a:pt x="1636317" y="2882513"/>
                  <a:pt x="1636566" y="2882929"/>
                </a:cubicBezTo>
                <a:lnTo>
                  <a:pt x="1646619" y="2900375"/>
                </a:lnTo>
                <a:cubicBezTo>
                  <a:pt x="1646868" y="2900791"/>
                  <a:pt x="1646868" y="2901372"/>
                  <a:pt x="1646619" y="2901788"/>
                </a:cubicBezTo>
                <a:lnTo>
                  <a:pt x="1636566" y="2919234"/>
                </a:lnTo>
                <a:cubicBezTo>
                  <a:pt x="1636317" y="2919733"/>
                  <a:pt x="1635818" y="2919982"/>
                  <a:pt x="1635320" y="2919982"/>
                </a:cubicBezTo>
                <a:close/>
                <a:moveTo>
                  <a:pt x="1735504" y="2952319"/>
                </a:moveTo>
                <a:cubicBezTo>
                  <a:pt x="1735005" y="2952319"/>
                  <a:pt x="1734507" y="2951987"/>
                  <a:pt x="1734259" y="2951572"/>
                </a:cubicBezTo>
                <a:lnTo>
                  <a:pt x="1724122" y="2934042"/>
                </a:lnTo>
                <a:cubicBezTo>
                  <a:pt x="1723874" y="2933626"/>
                  <a:pt x="1723874" y="2933045"/>
                  <a:pt x="1724122" y="2932630"/>
                </a:cubicBezTo>
                <a:lnTo>
                  <a:pt x="1734258" y="2915100"/>
                </a:lnTo>
                <a:cubicBezTo>
                  <a:pt x="1734508" y="2914601"/>
                  <a:pt x="1735005" y="2914352"/>
                  <a:pt x="1735504" y="2914352"/>
                </a:cubicBezTo>
                <a:lnTo>
                  <a:pt x="1755776" y="2914352"/>
                </a:lnTo>
                <a:cubicBezTo>
                  <a:pt x="1756275" y="2914352"/>
                  <a:pt x="1756773" y="2914684"/>
                  <a:pt x="1757022" y="2915100"/>
                </a:cubicBezTo>
                <a:lnTo>
                  <a:pt x="1767157" y="2932630"/>
                </a:lnTo>
                <a:cubicBezTo>
                  <a:pt x="1767406" y="2933045"/>
                  <a:pt x="1767407" y="2933626"/>
                  <a:pt x="1767157" y="2934042"/>
                </a:cubicBezTo>
                <a:lnTo>
                  <a:pt x="1757021" y="2951572"/>
                </a:lnTo>
                <a:cubicBezTo>
                  <a:pt x="1756773" y="2952070"/>
                  <a:pt x="1756275" y="2952319"/>
                  <a:pt x="1755776" y="2952319"/>
                </a:cubicBezTo>
                <a:close/>
                <a:moveTo>
                  <a:pt x="3721650" y="3484505"/>
                </a:moveTo>
                <a:cubicBezTo>
                  <a:pt x="3721151" y="3484505"/>
                  <a:pt x="3720653" y="3484173"/>
                  <a:pt x="3720404" y="3483758"/>
                </a:cubicBezTo>
                <a:lnTo>
                  <a:pt x="3710268" y="3466228"/>
                </a:lnTo>
                <a:cubicBezTo>
                  <a:pt x="3710019" y="3465812"/>
                  <a:pt x="3710019" y="3465231"/>
                  <a:pt x="3710268" y="3464816"/>
                </a:cubicBezTo>
                <a:lnTo>
                  <a:pt x="3720404" y="3447286"/>
                </a:lnTo>
                <a:cubicBezTo>
                  <a:pt x="3720653" y="3446787"/>
                  <a:pt x="3721151" y="3446538"/>
                  <a:pt x="3721650" y="3446538"/>
                </a:cubicBezTo>
                <a:lnTo>
                  <a:pt x="3741921" y="3446538"/>
                </a:lnTo>
                <a:cubicBezTo>
                  <a:pt x="3742420" y="3446538"/>
                  <a:pt x="3742918" y="3446870"/>
                  <a:pt x="3743167" y="3447286"/>
                </a:cubicBezTo>
                <a:lnTo>
                  <a:pt x="3753303" y="3464816"/>
                </a:lnTo>
                <a:cubicBezTo>
                  <a:pt x="3753552" y="3465231"/>
                  <a:pt x="3753552" y="3465812"/>
                  <a:pt x="3753303" y="3466228"/>
                </a:cubicBezTo>
                <a:lnTo>
                  <a:pt x="3743167" y="3483758"/>
                </a:lnTo>
                <a:cubicBezTo>
                  <a:pt x="3742918" y="3484256"/>
                  <a:pt x="3742420" y="3484505"/>
                  <a:pt x="3741921" y="3484505"/>
                </a:cubicBezTo>
                <a:close/>
                <a:moveTo>
                  <a:pt x="3842022" y="3516759"/>
                </a:moveTo>
                <a:cubicBezTo>
                  <a:pt x="3841523" y="3516759"/>
                  <a:pt x="3841025" y="3516427"/>
                  <a:pt x="3840777" y="3516012"/>
                </a:cubicBezTo>
                <a:lnTo>
                  <a:pt x="3830641" y="3498482"/>
                </a:lnTo>
                <a:cubicBezTo>
                  <a:pt x="3830392" y="3498066"/>
                  <a:pt x="3830392" y="3497485"/>
                  <a:pt x="3830641" y="3497070"/>
                </a:cubicBezTo>
                <a:lnTo>
                  <a:pt x="3840777" y="3479540"/>
                </a:lnTo>
                <a:cubicBezTo>
                  <a:pt x="3841026" y="3479041"/>
                  <a:pt x="3841524" y="3478792"/>
                  <a:pt x="3842023" y="3478792"/>
                </a:cubicBezTo>
                <a:lnTo>
                  <a:pt x="3862294" y="3478792"/>
                </a:lnTo>
                <a:cubicBezTo>
                  <a:pt x="3862793" y="3478792"/>
                  <a:pt x="3863291" y="3479124"/>
                  <a:pt x="3863540" y="3479540"/>
                </a:cubicBezTo>
                <a:lnTo>
                  <a:pt x="3873675" y="3497070"/>
                </a:lnTo>
                <a:cubicBezTo>
                  <a:pt x="3873924" y="3497485"/>
                  <a:pt x="3873925" y="3498066"/>
                  <a:pt x="3873675" y="3498482"/>
                </a:cubicBezTo>
                <a:lnTo>
                  <a:pt x="3863539" y="3516012"/>
                </a:lnTo>
                <a:cubicBezTo>
                  <a:pt x="3863291" y="3516510"/>
                  <a:pt x="3862793" y="3516759"/>
                  <a:pt x="3862294" y="3516759"/>
                </a:cubicBezTo>
                <a:close/>
                <a:moveTo>
                  <a:pt x="3781649" y="3500951"/>
                </a:moveTo>
                <a:cubicBezTo>
                  <a:pt x="3781150" y="3500951"/>
                  <a:pt x="3780652" y="3500618"/>
                  <a:pt x="3780403" y="3500203"/>
                </a:cubicBezTo>
                <a:lnTo>
                  <a:pt x="3770101" y="3482424"/>
                </a:lnTo>
                <a:cubicBezTo>
                  <a:pt x="3769852" y="3482009"/>
                  <a:pt x="3769852" y="3481427"/>
                  <a:pt x="3770101" y="3481012"/>
                </a:cubicBezTo>
                <a:lnTo>
                  <a:pt x="3780403" y="3463233"/>
                </a:lnTo>
                <a:cubicBezTo>
                  <a:pt x="3780652" y="3462734"/>
                  <a:pt x="3781150" y="3462485"/>
                  <a:pt x="3781649" y="3462485"/>
                </a:cubicBezTo>
                <a:lnTo>
                  <a:pt x="3802169" y="3462485"/>
                </a:lnTo>
                <a:cubicBezTo>
                  <a:pt x="3802668" y="3462485"/>
                  <a:pt x="3803166" y="3462817"/>
                  <a:pt x="3803416" y="3463233"/>
                </a:cubicBezTo>
                <a:lnTo>
                  <a:pt x="3813717" y="3481012"/>
                </a:lnTo>
                <a:cubicBezTo>
                  <a:pt x="3813967" y="3481427"/>
                  <a:pt x="3813967" y="3482009"/>
                  <a:pt x="3813717" y="3482424"/>
                </a:cubicBezTo>
                <a:lnTo>
                  <a:pt x="3803416" y="3500203"/>
                </a:lnTo>
                <a:cubicBezTo>
                  <a:pt x="3803165" y="3500701"/>
                  <a:pt x="3802668" y="3500951"/>
                  <a:pt x="3802169" y="3500951"/>
                </a:cubicBezTo>
                <a:close/>
                <a:moveTo>
                  <a:pt x="3661285" y="3468803"/>
                </a:moveTo>
                <a:cubicBezTo>
                  <a:pt x="3660787" y="3468803"/>
                  <a:pt x="3660288" y="3468471"/>
                  <a:pt x="3660039" y="3468055"/>
                </a:cubicBezTo>
                <a:lnTo>
                  <a:pt x="3649737" y="3450193"/>
                </a:lnTo>
                <a:cubicBezTo>
                  <a:pt x="3649488" y="3449695"/>
                  <a:pt x="3649488" y="3449113"/>
                  <a:pt x="3649737" y="3448698"/>
                </a:cubicBezTo>
                <a:lnTo>
                  <a:pt x="3660039" y="3430836"/>
                </a:lnTo>
                <a:cubicBezTo>
                  <a:pt x="3660288" y="3430337"/>
                  <a:pt x="3660787" y="3430089"/>
                  <a:pt x="3661285" y="3430088"/>
                </a:cubicBezTo>
                <a:lnTo>
                  <a:pt x="3681972" y="3430088"/>
                </a:lnTo>
                <a:cubicBezTo>
                  <a:pt x="3682470" y="3430089"/>
                  <a:pt x="3682969" y="3430421"/>
                  <a:pt x="3683218" y="3430836"/>
                </a:cubicBezTo>
                <a:lnTo>
                  <a:pt x="3693520" y="3448699"/>
                </a:lnTo>
                <a:cubicBezTo>
                  <a:pt x="3693769" y="3449197"/>
                  <a:pt x="3693769" y="3449779"/>
                  <a:pt x="3693520" y="3450194"/>
                </a:cubicBezTo>
                <a:lnTo>
                  <a:pt x="3683218" y="3468056"/>
                </a:lnTo>
                <a:cubicBezTo>
                  <a:pt x="3682969" y="3468554"/>
                  <a:pt x="3682470" y="3468804"/>
                  <a:pt x="3681972" y="3468804"/>
                </a:cubicBezTo>
                <a:close/>
                <a:moveTo>
                  <a:pt x="3962216" y="3549438"/>
                </a:moveTo>
                <a:cubicBezTo>
                  <a:pt x="3961718" y="3549438"/>
                  <a:pt x="3961219" y="3549106"/>
                  <a:pt x="3960970" y="3548690"/>
                </a:cubicBezTo>
                <a:lnTo>
                  <a:pt x="3950668" y="3530828"/>
                </a:lnTo>
                <a:cubicBezTo>
                  <a:pt x="3950419" y="3530330"/>
                  <a:pt x="3950419" y="3529748"/>
                  <a:pt x="3950668" y="3529333"/>
                </a:cubicBezTo>
                <a:lnTo>
                  <a:pt x="3960970" y="3511471"/>
                </a:lnTo>
                <a:cubicBezTo>
                  <a:pt x="3961219" y="3510972"/>
                  <a:pt x="3961718" y="3510723"/>
                  <a:pt x="3962216" y="3510723"/>
                </a:cubicBezTo>
                <a:lnTo>
                  <a:pt x="3982903" y="3510723"/>
                </a:lnTo>
                <a:cubicBezTo>
                  <a:pt x="3983401" y="3510723"/>
                  <a:pt x="3983900" y="3511055"/>
                  <a:pt x="3984149" y="3511471"/>
                </a:cubicBezTo>
                <a:lnTo>
                  <a:pt x="3994451" y="3529333"/>
                </a:lnTo>
                <a:cubicBezTo>
                  <a:pt x="3994700" y="3529831"/>
                  <a:pt x="3994700" y="3530413"/>
                  <a:pt x="3994451" y="3530828"/>
                </a:cubicBezTo>
                <a:lnTo>
                  <a:pt x="3984149" y="3548690"/>
                </a:lnTo>
                <a:cubicBezTo>
                  <a:pt x="3983900" y="3549188"/>
                  <a:pt x="3983401" y="3549438"/>
                  <a:pt x="3982903" y="3549438"/>
                </a:cubicBezTo>
                <a:close/>
                <a:moveTo>
                  <a:pt x="4804823" y="3775214"/>
                </a:moveTo>
                <a:cubicBezTo>
                  <a:pt x="4804324" y="3775214"/>
                  <a:pt x="4803826" y="3774882"/>
                  <a:pt x="4803577" y="3774466"/>
                </a:cubicBezTo>
                <a:lnTo>
                  <a:pt x="4793275" y="3756604"/>
                </a:lnTo>
                <a:cubicBezTo>
                  <a:pt x="4793026" y="3756106"/>
                  <a:pt x="4793026" y="3755524"/>
                  <a:pt x="4793275" y="3755109"/>
                </a:cubicBezTo>
                <a:lnTo>
                  <a:pt x="4803577" y="3737247"/>
                </a:lnTo>
                <a:cubicBezTo>
                  <a:pt x="4803826" y="3736748"/>
                  <a:pt x="4804324" y="3736499"/>
                  <a:pt x="4804823" y="3736499"/>
                </a:cubicBezTo>
                <a:lnTo>
                  <a:pt x="4825510" y="3736499"/>
                </a:lnTo>
                <a:cubicBezTo>
                  <a:pt x="4826008" y="3736499"/>
                  <a:pt x="4826507" y="3736831"/>
                  <a:pt x="4826756" y="3737247"/>
                </a:cubicBezTo>
                <a:lnTo>
                  <a:pt x="4837058" y="3755109"/>
                </a:lnTo>
                <a:cubicBezTo>
                  <a:pt x="4837307" y="3755607"/>
                  <a:pt x="4837307" y="3756189"/>
                  <a:pt x="4837058" y="3756604"/>
                </a:cubicBezTo>
                <a:lnTo>
                  <a:pt x="4826756" y="3774466"/>
                </a:lnTo>
                <a:cubicBezTo>
                  <a:pt x="4826507" y="3774964"/>
                  <a:pt x="4826008" y="3775214"/>
                  <a:pt x="4825510" y="3775214"/>
                </a:cubicBezTo>
                <a:close/>
                <a:moveTo>
                  <a:pt x="4865009" y="3791340"/>
                </a:moveTo>
                <a:cubicBezTo>
                  <a:pt x="4864510" y="3791340"/>
                  <a:pt x="4864012" y="3791008"/>
                  <a:pt x="4863763" y="3790592"/>
                </a:cubicBezTo>
                <a:lnTo>
                  <a:pt x="4853461" y="3772730"/>
                </a:lnTo>
                <a:cubicBezTo>
                  <a:pt x="4853212" y="3772232"/>
                  <a:pt x="4853212" y="3771650"/>
                  <a:pt x="4853461" y="3771235"/>
                </a:cubicBezTo>
                <a:lnTo>
                  <a:pt x="4863763" y="3753373"/>
                </a:lnTo>
                <a:cubicBezTo>
                  <a:pt x="4864012" y="3752874"/>
                  <a:pt x="4864510" y="3752626"/>
                  <a:pt x="4865009" y="3752625"/>
                </a:cubicBezTo>
                <a:lnTo>
                  <a:pt x="4885696" y="3752625"/>
                </a:lnTo>
                <a:cubicBezTo>
                  <a:pt x="4886194" y="3752625"/>
                  <a:pt x="4886693" y="3752957"/>
                  <a:pt x="4886942" y="3753373"/>
                </a:cubicBezTo>
                <a:lnTo>
                  <a:pt x="4897244" y="3771236"/>
                </a:lnTo>
                <a:cubicBezTo>
                  <a:pt x="4897493" y="3771733"/>
                  <a:pt x="4897493" y="3772315"/>
                  <a:pt x="4897244" y="3772731"/>
                </a:cubicBezTo>
                <a:lnTo>
                  <a:pt x="4886942" y="3790593"/>
                </a:lnTo>
                <a:cubicBezTo>
                  <a:pt x="4886693" y="3791091"/>
                  <a:pt x="4886194" y="3791340"/>
                  <a:pt x="4885696" y="3791341"/>
                </a:cubicBezTo>
                <a:close/>
                <a:moveTo>
                  <a:pt x="4985382" y="3823594"/>
                </a:moveTo>
                <a:cubicBezTo>
                  <a:pt x="4984883" y="3823594"/>
                  <a:pt x="4984385" y="3823262"/>
                  <a:pt x="4984136" y="3822846"/>
                </a:cubicBezTo>
                <a:lnTo>
                  <a:pt x="4973834" y="3804984"/>
                </a:lnTo>
                <a:cubicBezTo>
                  <a:pt x="4973584" y="3804486"/>
                  <a:pt x="4973585" y="3803904"/>
                  <a:pt x="4973834" y="3803489"/>
                </a:cubicBezTo>
                <a:lnTo>
                  <a:pt x="4984136" y="3785627"/>
                </a:lnTo>
                <a:cubicBezTo>
                  <a:pt x="4984385" y="3785128"/>
                  <a:pt x="4984883" y="3784879"/>
                  <a:pt x="4985382" y="3784879"/>
                </a:cubicBezTo>
                <a:lnTo>
                  <a:pt x="5006069" y="3784879"/>
                </a:lnTo>
                <a:cubicBezTo>
                  <a:pt x="5006567" y="3784879"/>
                  <a:pt x="5007066" y="3785211"/>
                  <a:pt x="5007315" y="3785627"/>
                </a:cubicBezTo>
                <a:lnTo>
                  <a:pt x="5017617" y="3803489"/>
                </a:lnTo>
                <a:cubicBezTo>
                  <a:pt x="5017866" y="3803987"/>
                  <a:pt x="5017866" y="3804569"/>
                  <a:pt x="5017617" y="3804984"/>
                </a:cubicBezTo>
                <a:lnTo>
                  <a:pt x="5007315" y="3822846"/>
                </a:lnTo>
                <a:cubicBezTo>
                  <a:pt x="5007066" y="3823344"/>
                  <a:pt x="5006567" y="3823594"/>
                  <a:pt x="5006069" y="3823594"/>
                </a:cubicBezTo>
                <a:close/>
                <a:moveTo>
                  <a:pt x="1795430" y="2968943"/>
                </a:moveTo>
                <a:cubicBezTo>
                  <a:pt x="1794932" y="2968943"/>
                  <a:pt x="1794433" y="2968611"/>
                  <a:pt x="1794184" y="2968195"/>
                </a:cubicBezTo>
                <a:lnTo>
                  <a:pt x="1783799" y="2950250"/>
                </a:lnTo>
                <a:cubicBezTo>
                  <a:pt x="1783550" y="2949752"/>
                  <a:pt x="1783549" y="2949170"/>
                  <a:pt x="1783799" y="2948755"/>
                </a:cubicBezTo>
                <a:lnTo>
                  <a:pt x="1794184" y="2930810"/>
                </a:lnTo>
                <a:cubicBezTo>
                  <a:pt x="1794433" y="2930311"/>
                  <a:pt x="1794932" y="2930062"/>
                  <a:pt x="1795430" y="2930062"/>
                </a:cubicBezTo>
                <a:lnTo>
                  <a:pt x="1816199" y="2930062"/>
                </a:lnTo>
                <a:cubicBezTo>
                  <a:pt x="1816697" y="2930062"/>
                  <a:pt x="1817197" y="2930394"/>
                  <a:pt x="1817446" y="2930810"/>
                </a:cubicBezTo>
                <a:lnTo>
                  <a:pt x="1827831" y="2948755"/>
                </a:lnTo>
                <a:cubicBezTo>
                  <a:pt x="1828080" y="2949253"/>
                  <a:pt x="1828080" y="2949835"/>
                  <a:pt x="1827831" y="2950250"/>
                </a:cubicBezTo>
                <a:lnTo>
                  <a:pt x="1817446" y="2968195"/>
                </a:lnTo>
                <a:cubicBezTo>
                  <a:pt x="1817197" y="2968694"/>
                  <a:pt x="1816698" y="2968943"/>
                  <a:pt x="1816200" y="2968943"/>
                </a:cubicBezTo>
                <a:close/>
                <a:moveTo>
                  <a:pt x="2457478" y="3146339"/>
                </a:moveTo>
                <a:cubicBezTo>
                  <a:pt x="2456979" y="3146339"/>
                  <a:pt x="2456481" y="3146007"/>
                  <a:pt x="2456232" y="3145591"/>
                </a:cubicBezTo>
                <a:lnTo>
                  <a:pt x="2445847" y="3127646"/>
                </a:lnTo>
                <a:cubicBezTo>
                  <a:pt x="2445598" y="3127148"/>
                  <a:pt x="2445598" y="3126565"/>
                  <a:pt x="2445847" y="3126151"/>
                </a:cubicBezTo>
                <a:lnTo>
                  <a:pt x="2456232" y="3108205"/>
                </a:lnTo>
                <a:cubicBezTo>
                  <a:pt x="2456481" y="3107707"/>
                  <a:pt x="2456979" y="3107458"/>
                  <a:pt x="2457478" y="3107458"/>
                </a:cubicBezTo>
                <a:lnTo>
                  <a:pt x="2478248" y="3107458"/>
                </a:lnTo>
                <a:cubicBezTo>
                  <a:pt x="2478746" y="3107457"/>
                  <a:pt x="2479245" y="3107789"/>
                  <a:pt x="2479494" y="3108206"/>
                </a:cubicBezTo>
                <a:lnTo>
                  <a:pt x="2489879" y="3126151"/>
                </a:lnTo>
                <a:cubicBezTo>
                  <a:pt x="2490128" y="3126649"/>
                  <a:pt x="2490128" y="3127231"/>
                  <a:pt x="2489879" y="3127646"/>
                </a:cubicBezTo>
                <a:lnTo>
                  <a:pt x="2479494" y="3145591"/>
                </a:lnTo>
                <a:cubicBezTo>
                  <a:pt x="2479245" y="3146090"/>
                  <a:pt x="2478746" y="3146339"/>
                  <a:pt x="2478248" y="3146339"/>
                </a:cubicBezTo>
                <a:close/>
                <a:moveTo>
                  <a:pt x="4022320" y="3565637"/>
                </a:moveTo>
                <a:cubicBezTo>
                  <a:pt x="4021821" y="3565637"/>
                  <a:pt x="4021323" y="3565305"/>
                  <a:pt x="4021075" y="3564889"/>
                </a:cubicBezTo>
                <a:lnTo>
                  <a:pt x="4010690" y="3546944"/>
                </a:lnTo>
                <a:cubicBezTo>
                  <a:pt x="4010441" y="3546446"/>
                  <a:pt x="4010440" y="3545864"/>
                  <a:pt x="4010690" y="3545449"/>
                </a:cubicBezTo>
                <a:lnTo>
                  <a:pt x="4021075" y="3527504"/>
                </a:lnTo>
                <a:cubicBezTo>
                  <a:pt x="4021324" y="3527005"/>
                  <a:pt x="4021822" y="3526756"/>
                  <a:pt x="4022321" y="3526756"/>
                </a:cubicBezTo>
                <a:lnTo>
                  <a:pt x="4043090" y="3526756"/>
                </a:lnTo>
                <a:cubicBezTo>
                  <a:pt x="4043588" y="3526756"/>
                  <a:pt x="4044087" y="3527088"/>
                  <a:pt x="4044337" y="3527504"/>
                </a:cubicBezTo>
                <a:lnTo>
                  <a:pt x="4054721" y="3545449"/>
                </a:lnTo>
                <a:cubicBezTo>
                  <a:pt x="4054971" y="3545947"/>
                  <a:pt x="4054970" y="3546529"/>
                  <a:pt x="4054722" y="3546944"/>
                </a:cubicBezTo>
                <a:lnTo>
                  <a:pt x="4044337" y="3564889"/>
                </a:lnTo>
                <a:cubicBezTo>
                  <a:pt x="4044088" y="3565388"/>
                  <a:pt x="4043589" y="3565637"/>
                  <a:pt x="4043091" y="3565637"/>
                </a:cubicBezTo>
                <a:close/>
                <a:moveTo>
                  <a:pt x="4624183" y="3726905"/>
                </a:moveTo>
                <a:cubicBezTo>
                  <a:pt x="4623684" y="3726905"/>
                  <a:pt x="4623186" y="3726574"/>
                  <a:pt x="4622937" y="3726157"/>
                </a:cubicBezTo>
                <a:lnTo>
                  <a:pt x="4612552" y="3708212"/>
                </a:lnTo>
                <a:cubicBezTo>
                  <a:pt x="4612303" y="3707714"/>
                  <a:pt x="4612303" y="3707132"/>
                  <a:pt x="4612552" y="3706717"/>
                </a:cubicBezTo>
                <a:lnTo>
                  <a:pt x="4622937" y="3688772"/>
                </a:lnTo>
                <a:cubicBezTo>
                  <a:pt x="4623186" y="3688274"/>
                  <a:pt x="4623684" y="3688024"/>
                  <a:pt x="4624183" y="3688024"/>
                </a:cubicBezTo>
                <a:lnTo>
                  <a:pt x="4644953" y="3688024"/>
                </a:lnTo>
                <a:cubicBezTo>
                  <a:pt x="4645451" y="3688024"/>
                  <a:pt x="4645950" y="3688356"/>
                  <a:pt x="4646199" y="3688773"/>
                </a:cubicBezTo>
                <a:lnTo>
                  <a:pt x="4656584" y="3706718"/>
                </a:lnTo>
                <a:cubicBezTo>
                  <a:pt x="4656833" y="3707215"/>
                  <a:pt x="4656833" y="3707797"/>
                  <a:pt x="4656584" y="3708212"/>
                </a:cubicBezTo>
                <a:lnTo>
                  <a:pt x="4646199" y="3726157"/>
                </a:lnTo>
                <a:cubicBezTo>
                  <a:pt x="4645950" y="3726656"/>
                  <a:pt x="4645451" y="3726905"/>
                  <a:pt x="4644953" y="3726905"/>
                </a:cubicBezTo>
                <a:close/>
                <a:moveTo>
                  <a:pt x="2036092" y="3033533"/>
                </a:moveTo>
                <a:cubicBezTo>
                  <a:pt x="2035593" y="3033533"/>
                  <a:pt x="2035095" y="3033201"/>
                  <a:pt x="2034846" y="3032786"/>
                </a:cubicBezTo>
                <a:lnTo>
                  <a:pt x="2024461" y="3014757"/>
                </a:lnTo>
                <a:cubicBezTo>
                  <a:pt x="2024212" y="3014259"/>
                  <a:pt x="2024212" y="3013677"/>
                  <a:pt x="2024461" y="3013262"/>
                </a:cubicBezTo>
                <a:lnTo>
                  <a:pt x="2034929" y="2995234"/>
                </a:lnTo>
                <a:cubicBezTo>
                  <a:pt x="2035178" y="2994735"/>
                  <a:pt x="2035677" y="2994486"/>
                  <a:pt x="2036175" y="2994486"/>
                </a:cubicBezTo>
                <a:lnTo>
                  <a:pt x="2057028" y="2994486"/>
                </a:lnTo>
                <a:cubicBezTo>
                  <a:pt x="2057527" y="2994486"/>
                  <a:pt x="2058025" y="2994818"/>
                  <a:pt x="2058274" y="2995234"/>
                </a:cubicBezTo>
                <a:lnTo>
                  <a:pt x="2068659" y="3013262"/>
                </a:lnTo>
                <a:cubicBezTo>
                  <a:pt x="2068908" y="3013760"/>
                  <a:pt x="2068908" y="3014342"/>
                  <a:pt x="2068659" y="3014757"/>
                </a:cubicBezTo>
                <a:lnTo>
                  <a:pt x="2058191" y="3032786"/>
                </a:lnTo>
                <a:cubicBezTo>
                  <a:pt x="2057942" y="3033284"/>
                  <a:pt x="2057443" y="3033533"/>
                  <a:pt x="2056945" y="3033533"/>
                </a:cubicBezTo>
                <a:close/>
                <a:moveTo>
                  <a:pt x="2577767" y="3178674"/>
                </a:moveTo>
                <a:cubicBezTo>
                  <a:pt x="2577268" y="3178674"/>
                  <a:pt x="2576770" y="3178342"/>
                  <a:pt x="2576521" y="3177927"/>
                </a:cubicBezTo>
                <a:lnTo>
                  <a:pt x="2566136" y="3159898"/>
                </a:lnTo>
                <a:cubicBezTo>
                  <a:pt x="2565887" y="3159400"/>
                  <a:pt x="2565887" y="3158818"/>
                  <a:pt x="2566136" y="3158403"/>
                </a:cubicBezTo>
                <a:lnTo>
                  <a:pt x="2576604" y="3140375"/>
                </a:lnTo>
                <a:cubicBezTo>
                  <a:pt x="2576853" y="3139876"/>
                  <a:pt x="2577352" y="3139627"/>
                  <a:pt x="2577850" y="3139627"/>
                </a:cubicBezTo>
                <a:lnTo>
                  <a:pt x="2598703" y="3139627"/>
                </a:lnTo>
                <a:cubicBezTo>
                  <a:pt x="2599202" y="3139627"/>
                  <a:pt x="2599700" y="3139959"/>
                  <a:pt x="2599949" y="3140375"/>
                </a:cubicBezTo>
                <a:lnTo>
                  <a:pt x="2610334" y="3158403"/>
                </a:lnTo>
                <a:cubicBezTo>
                  <a:pt x="2610583" y="3158901"/>
                  <a:pt x="2610583" y="3159483"/>
                  <a:pt x="2610334" y="3159898"/>
                </a:cubicBezTo>
                <a:lnTo>
                  <a:pt x="2599866" y="3177927"/>
                </a:lnTo>
                <a:cubicBezTo>
                  <a:pt x="2599617" y="3178425"/>
                  <a:pt x="2599118" y="3178674"/>
                  <a:pt x="2598620" y="3178674"/>
                </a:cubicBezTo>
                <a:close/>
                <a:moveTo>
                  <a:pt x="4383355" y="3662480"/>
                </a:moveTo>
                <a:cubicBezTo>
                  <a:pt x="4382856" y="3662480"/>
                  <a:pt x="4382358" y="3662148"/>
                  <a:pt x="4382109" y="3661733"/>
                </a:cubicBezTo>
                <a:lnTo>
                  <a:pt x="4371724" y="3643704"/>
                </a:lnTo>
                <a:cubicBezTo>
                  <a:pt x="4371475" y="3643206"/>
                  <a:pt x="4371475" y="3642624"/>
                  <a:pt x="4371724" y="3642209"/>
                </a:cubicBezTo>
                <a:lnTo>
                  <a:pt x="4382192" y="3624181"/>
                </a:lnTo>
                <a:cubicBezTo>
                  <a:pt x="4382441" y="3623682"/>
                  <a:pt x="4382940" y="3623433"/>
                  <a:pt x="4383438" y="3623433"/>
                </a:cubicBezTo>
                <a:lnTo>
                  <a:pt x="4404291" y="3623433"/>
                </a:lnTo>
                <a:cubicBezTo>
                  <a:pt x="4404790" y="3623433"/>
                  <a:pt x="4405288" y="3623765"/>
                  <a:pt x="4405537" y="3624181"/>
                </a:cubicBezTo>
                <a:lnTo>
                  <a:pt x="4415922" y="3642209"/>
                </a:lnTo>
                <a:cubicBezTo>
                  <a:pt x="4416171" y="3642707"/>
                  <a:pt x="4416171" y="3643289"/>
                  <a:pt x="4415922" y="3643704"/>
                </a:cubicBezTo>
                <a:lnTo>
                  <a:pt x="4405454" y="3661733"/>
                </a:lnTo>
                <a:cubicBezTo>
                  <a:pt x="4405205" y="3662231"/>
                  <a:pt x="4404706" y="3662480"/>
                  <a:pt x="4404208" y="3662480"/>
                </a:cubicBezTo>
                <a:close/>
                <a:moveTo>
                  <a:pt x="4443540" y="3678607"/>
                </a:moveTo>
                <a:cubicBezTo>
                  <a:pt x="4443041" y="3678607"/>
                  <a:pt x="4442544" y="3678275"/>
                  <a:pt x="4442295" y="3677860"/>
                </a:cubicBezTo>
                <a:lnTo>
                  <a:pt x="4431910" y="3659831"/>
                </a:lnTo>
                <a:cubicBezTo>
                  <a:pt x="4431661" y="3659333"/>
                  <a:pt x="4431661" y="3658751"/>
                  <a:pt x="4431910" y="3658336"/>
                </a:cubicBezTo>
                <a:lnTo>
                  <a:pt x="4442378" y="3640308"/>
                </a:lnTo>
                <a:cubicBezTo>
                  <a:pt x="4442626" y="3639809"/>
                  <a:pt x="4443126" y="3639560"/>
                  <a:pt x="4443624" y="3639560"/>
                </a:cubicBezTo>
                <a:lnTo>
                  <a:pt x="4464477" y="3639560"/>
                </a:lnTo>
                <a:cubicBezTo>
                  <a:pt x="4464976" y="3639560"/>
                  <a:pt x="4465473" y="3639892"/>
                  <a:pt x="4465723" y="3640308"/>
                </a:cubicBezTo>
                <a:lnTo>
                  <a:pt x="4476108" y="3658336"/>
                </a:lnTo>
                <a:cubicBezTo>
                  <a:pt x="4476357" y="3658834"/>
                  <a:pt x="4476357" y="3659416"/>
                  <a:pt x="4476108" y="3659831"/>
                </a:cubicBezTo>
                <a:lnTo>
                  <a:pt x="4465640" y="3677860"/>
                </a:lnTo>
                <a:cubicBezTo>
                  <a:pt x="4465391" y="3678358"/>
                  <a:pt x="4464891" y="3678607"/>
                  <a:pt x="4464393" y="3678607"/>
                </a:cubicBezTo>
                <a:close/>
                <a:moveTo>
                  <a:pt x="4503726" y="3694733"/>
                </a:moveTo>
                <a:cubicBezTo>
                  <a:pt x="4503227" y="3694733"/>
                  <a:pt x="4502730" y="3694402"/>
                  <a:pt x="4502481" y="3693987"/>
                </a:cubicBezTo>
                <a:lnTo>
                  <a:pt x="4492096" y="3675958"/>
                </a:lnTo>
                <a:cubicBezTo>
                  <a:pt x="4491846" y="3675459"/>
                  <a:pt x="4491847" y="3674878"/>
                  <a:pt x="4492095" y="3674462"/>
                </a:cubicBezTo>
                <a:lnTo>
                  <a:pt x="4502564" y="3656434"/>
                </a:lnTo>
                <a:cubicBezTo>
                  <a:pt x="4502812" y="3655936"/>
                  <a:pt x="4503312" y="3655687"/>
                  <a:pt x="4503810" y="3655687"/>
                </a:cubicBezTo>
                <a:lnTo>
                  <a:pt x="4524663" y="3655687"/>
                </a:lnTo>
                <a:cubicBezTo>
                  <a:pt x="4525162" y="3655687"/>
                  <a:pt x="4525659" y="3656018"/>
                  <a:pt x="4525909" y="3656435"/>
                </a:cubicBezTo>
                <a:lnTo>
                  <a:pt x="4536293" y="3674462"/>
                </a:lnTo>
                <a:cubicBezTo>
                  <a:pt x="4536543" y="3674961"/>
                  <a:pt x="4536542" y="3675542"/>
                  <a:pt x="4536294" y="3675958"/>
                </a:cubicBezTo>
                <a:lnTo>
                  <a:pt x="4525826" y="3693987"/>
                </a:lnTo>
                <a:cubicBezTo>
                  <a:pt x="4525577" y="3694484"/>
                  <a:pt x="4525077" y="3694733"/>
                  <a:pt x="4524579" y="3694734"/>
                </a:cubicBezTo>
                <a:close/>
                <a:moveTo>
                  <a:pt x="4563913" y="3710860"/>
                </a:moveTo>
                <a:cubicBezTo>
                  <a:pt x="4563414" y="3710861"/>
                  <a:pt x="4562917" y="3710529"/>
                  <a:pt x="4562667" y="3710114"/>
                </a:cubicBezTo>
                <a:lnTo>
                  <a:pt x="4552282" y="3692085"/>
                </a:lnTo>
                <a:cubicBezTo>
                  <a:pt x="4552033" y="3691586"/>
                  <a:pt x="4552033" y="3691005"/>
                  <a:pt x="4552282" y="3690589"/>
                </a:cubicBezTo>
                <a:lnTo>
                  <a:pt x="4562750" y="3672562"/>
                </a:lnTo>
                <a:cubicBezTo>
                  <a:pt x="4562999" y="3672063"/>
                  <a:pt x="4563499" y="3671814"/>
                  <a:pt x="4563997" y="3671814"/>
                </a:cubicBezTo>
                <a:lnTo>
                  <a:pt x="4584850" y="3671814"/>
                </a:lnTo>
                <a:cubicBezTo>
                  <a:pt x="4585349" y="3671814"/>
                  <a:pt x="4585846" y="3672145"/>
                  <a:pt x="4586095" y="3672562"/>
                </a:cubicBezTo>
                <a:lnTo>
                  <a:pt x="4596480" y="3690589"/>
                </a:lnTo>
                <a:cubicBezTo>
                  <a:pt x="4596729" y="3691088"/>
                  <a:pt x="4596729" y="3691669"/>
                  <a:pt x="4596480" y="3692085"/>
                </a:cubicBezTo>
                <a:lnTo>
                  <a:pt x="4586012" y="3710114"/>
                </a:lnTo>
                <a:cubicBezTo>
                  <a:pt x="4585764" y="3710612"/>
                  <a:pt x="4585264" y="3710860"/>
                  <a:pt x="4584766" y="3710861"/>
                </a:cubicBezTo>
                <a:close/>
                <a:moveTo>
                  <a:pt x="4684286" y="3743114"/>
                </a:moveTo>
                <a:cubicBezTo>
                  <a:pt x="4683787" y="3743114"/>
                  <a:pt x="4683289" y="3742782"/>
                  <a:pt x="4683040" y="3742367"/>
                </a:cubicBezTo>
                <a:lnTo>
                  <a:pt x="4672655" y="3724338"/>
                </a:lnTo>
                <a:cubicBezTo>
                  <a:pt x="4672406" y="3723840"/>
                  <a:pt x="4672406" y="3723258"/>
                  <a:pt x="4672655" y="3722843"/>
                </a:cubicBezTo>
                <a:lnTo>
                  <a:pt x="4683123" y="3704815"/>
                </a:lnTo>
                <a:cubicBezTo>
                  <a:pt x="4683372" y="3704316"/>
                  <a:pt x="4683871" y="3704067"/>
                  <a:pt x="4684369" y="3704067"/>
                </a:cubicBezTo>
                <a:lnTo>
                  <a:pt x="4705222" y="3704067"/>
                </a:lnTo>
                <a:cubicBezTo>
                  <a:pt x="4705721" y="3704067"/>
                  <a:pt x="4706219" y="3704399"/>
                  <a:pt x="4706468" y="3704815"/>
                </a:cubicBezTo>
                <a:lnTo>
                  <a:pt x="4716853" y="3722843"/>
                </a:lnTo>
                <a:cubicBezTo>
                  <a:pt x="4717102" y="3723341"/>
                  <a:pt x="4717102" y="3723923"/>
                  <a:pt x="4716853" y="3724338"/>
                </a:cubicBezTo>
                <a:lnTo>
                  <a:pt x="4706385" y="3742367"/>
                </a:lnTo>
                <a:cubicBezTo>
                  <a:pt x="4706136" y="3742865"/>
                  <a:pt x="4705637" y="3743114"/>
                  <a:pt x="4705139" y="3743114"/>
                </a:cubicBezTo>
                <a:close/>
                <a:moveTo>
                  <a:pt x="4744472" y="3759241"/>
                </a:moveTo>
                <a:cubicBezTo>
                  <a:pt x="4743973" y="3759241"/>
                  <a:pt x="4743475" y="3758909"/>
                  <a:pt x="4743226" y="3758494"/>
                </a:cubicBezTo>
                <a:lnTo>
                  <a:pt x="4732841" y="3740465"/>
                </a:lnTo>
                <a:cubicBezTo>
                  <a:pt x="4732592" y="3739967"/>
                  <a:pt x="4732592" y="3739385"/>
                  <a:pt x="4732841" y="3738970"/>
                </a:cubicBezTo>
                <a:lnTo>
                  <a:pt x="4743309" y="3720942"/>
                </a:lnTo>
                <a:cubicBezTo>
                  <a:pt x="4743558" y="3720443"/>
                  <a:pt x="4744057" y="3720194"/>
                  <a:pt x="4744555" y="3720194"/>
                </a:cubicBezTo>
                <a:lnTo>
                  <a:pt x="4765408" y="3720194"/>
                </a:lnTo>
                <a:cubicBezTo>
                  <a:pt x="4765907" y="3720194"/>
                  <a:pt x="4766405" y="3720526"/>
                  <a:pt x="4766654" y="3720942"/>
                </a:cubicBezTo>
                <a:lnTo>
                  <a:pt x="4777039" y="3738970"/>
                </a:lnTo>
                <a:cubicBezTo>
                  <a:pt x="4777288" y="3739468"/>
                  <a:pt x="4777288" y="3740050"/>
                  <a:pt x="4777039" y="3740465"/>
                </a:cubicBezTo>
                <a:lnTo>
                  <a:pt x="4766571" y="3758494"/>
                </a:lnTo>
                <a:cubicBezTo>
                  <a:pt x="4766322" y="3758992"/>
                  <a:pt x="4765823" y="3759241"/>
                  <a:pt x="4765325" y="3759241"/>
                </a:cubicBezTo>
                <a:close/>
                <a:moveTo>
                  <a:pt x="1915718" y="3001362"/>
                </a:moveTo>
                <a:cubicBezTo>
                  <a:pt x="1915220" y="3001362"/>
                  <a:pt x="1914722" y="3001030"/>
                  <a:pt x="1914472" y="3000614"/>
                </a:cubicBezTo>
                <a:lnTo>
                  <a:pt x="1904005" y="2982503"/>
                </a:lnTo>
                <a:cubicBezTo>
                  <a:pt x="1903756" y="2982005"/>
                  <a:pt x="1903756" y="2981423"/>
                  <a:pt x="1904005" y="2981008"/>
                </a:cubicBezTo>
                <a:lnTo>
                  <a:pt x="1914472" y="2962897"/>
                </a:lnTo>
                <a:cubicBezTo>
                  <a:pt x="1914721" y="2962398"/>
                  <a:pt x="1915220" y="2962149"/>
                  <a:pt x="1915718" y="2962149"/>
                </a:cubicBezTo>
                <a:lnTo>
                  <a:pt x="1936655" y="2962149"/>
                </a:lnTo>
                <a:cubicBezTo>
                  <a:pt x="1937154" y="2962149"/>
                  <a:pt x="1937651" y="2962481"/>
                  <a:pt x="1937901" y="2962897"/>
                </a:cubicBezTo>
                <a:lnTo>
                  <a:pt x="1948368" y="2981008"/>
                </a:lnTo>
                <a:cubicBezTo>
                  <a:pt x="1948618" y="2981506"/>
                  <a:pt x="1948618" y="2982088"/>
                  <a:pt x="1948368" y="2982503"/>
                </a:cubicBezTo>
                <a:lnTo>
                  <a:pt x="1937901" y="3000614"/>
                </a:lnTo>
                <a:cubicBezTo>
                  <a:pt x="1937652" y="3001113"/>
                  <a:pt x="1937154" y="3001362"/>
                  <a:pt x="1936655" y="3001362"/>
                </a:cubicBezTo>
                <a:close/>
                <a:moveTo>
                  <a:pt x="2096278" y="3049743"/>
                </a:moveTo>
                <a:cubicBezTo>
                  <a:pt x="2095780" y="3049743"/>
                  <a:pt x="2095281" y="3049411"/>
                  <a:pt x="2095032" y="3048995"/>
                </a:cubicBezTo>
                <a:lnTo>
                  <a:pt x="2084564" y="3030884"/>
                </a:lnTo>
                <a:cubicBezTo>
                  <a:pt x="2084315" y="3030386"/>
                  <a:pt x="2084315" y="3029804"/>
                  <a:pt x="2084564" y="3029389"/>
                </a:cubicBezTo>
                <a:lnTo>
                  <a:pt x="2095032" y="3011278"/>
                </a:lnTo>
                <a:cubicBezTo>
                  <a:pt x="2095281" y="3010779"/>
                  <a:pt x="2095780" y="3010530"/>
                  <a:pt x="2096278" y="3010530"/>
                </a:cubicBezTo>
                <a:lnTo>
                  <a:pt x="2117214" y="3010530"/>
                </a:lnTo>
                <a:cubicBezTo>
                  <a:pt x="2117713" y="3010530"/>
                  <a:pt x="2118211" y="3010862"/>
                  <a:pt x="2118460" y="3011278"/>
                </a:cubicBezTo>
                <a:lnTo>
                  <a:pt x="2128928" y="3029389"/>
                </a:lnTo>
                <a:cubicBezTo>
                  <a:pt x="2129178" y="3029887"/>
                  <a:pt x="2129178" y="3030469"/>
                  <a:pt x="2128928" y="3030884"/>
                </a:cubicBezTo>
                <a:lnTo>
                  <a:pt x="2118460" y="3048995"/>
                </a:lnTo>
                <a:cubicBezTo>
                  <a:pt x="2118211" y="3049494"/>
                  <a:pt x="2117713" y="3049743"/>
                  <a:pt x="2117214" y="3049743"/>
                </a:cubicBezTo>
                <a:close/>
                <a:moveTo>
                  <a:pt x="2216650" y="3081996"/>
                </a:moveTo>
                <a:cubicBezTo>
                  <a:pt x="2216152" y="3081996"/>
                  <a:pt x="2215653" y="3081664"/>
                  <a:pt x="2215404" y="3081248"/>
                </a:cubicBezTo>
                <a:lnTo>
                  <a:pt x="2204936" y="3063137"/>
                </a:lnTo>
                <a:cubicBezTo>
                  <a:pt x="2204687" y="3062639"/>
                  <a:pt x="2204687" y="3062057"/>
                  <a:pt x="2204936" y="3061642"/>
                </a:cubicBezTo>
                <a:lnTo>
                  <a:pt x="2215404" y="3043531"/>
                </a:lnTo>
                <a:cubicBezTo>
                  <a:pt x="2215653" y="3043032"/>
                  <a:pt x="2216152" y="3042783"/>
                  <a:pt x="2216650" y="3042783"/>
                </a:cubicBezTo>
                <a:lnTo>
                  <a:pt x="2237586" y="3042783"/>
                </a:lnTo>
                <a:cubicBezTo>
                  <a:pt x="2238085" y="3042783"/>
                  <a:pt x="2238583" y="3043115"/>
                  <a:pt x="2238832" y="3043531"/>
                </a:cubicBezTo>
                <a:lnTo>
                  <a:pt x="2249300" y="3061642"/>
                </a:lnTo>
                <a:cubicBezTo>
                  <a:pt x="2249550" y="3062140"/>
                  <a:pt x="2249550" y="3062722"/>
                  <a:pt x="2249300" y="3063137"/>
                </a:cubicBezTo>
                <a:lnTo>
                  <a:pt x="2238832" y="3081248"/>
                </a:lnTo>
                <a:cubicBezTo>
                  <a:pt x="2238583" y="3081747"/>
                  <a:pt x="2238085" y="3081996"/>
                  <a:pt x="2237586" y="3081996"/>
                </a:cubicBezTo>
                <a:close/>
                <a:moveTo>
                  <a:pt x="2337022" y="3114250"/>
                </a:moveTo>
                <a:cubicBezTo>
                  <a:pt x="2336524" y="3114250"/>
                  <a:pt x="2336026" y="3113918"/>
                  <a:pt x="2335776" y="3113502"/>
                </a:cubicBezTo>
                <a:lnTo>
                  <a:pt x="2325309" y="3095391"/>
                </a:lnTo>
                <a:cubicBezTo>
                  <a:pt x="2325060" y="3094893"/>
                  <a:pt x="2325060" y="3094311"/>
                  <a:pt x="2325309" y="3093896"/>
                </a:cubicBezTo>
                <a:lnTo>
                  <a:pt x="2335776" y="3075785"/>
                </a:lnTo>
                <a:cubicBezTo>
                  <a:pt x="2336025" y="3075286"/>
                  <a:pt x="2336524" y="3075037"/>
                  <a:pt x="2337022" y="3075037"/>
                </a:cubicBezTo>
                <a:lnTo>
                  <a:pt x="2357959" y="3075037"/>
                </a:lnTo>
                <a:cubicBezTo>
                  <a:pt x="2358458" y="3075037"/>
                  <a:pt x="2358955" y="3075369"/>
                  <a:pt x="2359205" y="3075785"/>
                </a:cubicBezTo>
                <a:lnTo>
                  <a:pt x="2369672" y="3093896"/>
                </a:lnTo>
                <a:cubicBezTo>
                  <a:pt x="2369922" y="3094394"/>
                  <a:pt x="2369922" y="3094976"/>
                  <a:pt x="2369672" y="3095391"/>
                </a:cubicBezTo>
                <a:lnTo>
                  <a:pt x="2359205" y="3113502"/>
                </a:lnTo>
                <a:cubicBezTo>
                  <a:pt x="2358956" y="3114001"/>
                  <a:pt x="2358458" y="3114250"/>
                  <a:pt x="2357959" y="3114250"/>
                </a:cubicBezTo>
                <a:close/>
                <a:moveTo>
                  <a:pt x="2397208" y="3130377"/>
                </a:moveTo>
                <a:cubicBezTo>
                  <a:pt x="2396710" y="3130377"/>
                  <a:pt x="2396212" y="3130045"/>
                  <a:pt x="2395962" y="3129629"/>
                </a:cubicBezTo>
                <a:lnTo>
                  <a:pt x="2385495" y="3111518"/>
                </a:lnTo>
                <a:cubicBezTo>
                  <a:pt x="2385246" y="3111020"/>
                  <a:pt x="2385246" y="3110438"/>
                  <a:pt x="2385495" y="3110023"/>
                </a:cubicBezTo>
                <a:lnTo>
                  <a:pt x="2395962" y="3091912"/>
                </a:lnTo>
                <a:cubicBezTo>
                  <a:pt x="2396211" y="3091413"/>
                  <a:pt x="2396710" y="3091164"/>
                  <a:pt x="2397208" y="3091164"/>
                </a:cubicBezTo>
                <a:lnTo>
                  <a:pt x="2418145" y="3091164"/>
                </a:lnTo>
                <a:cubicBezTo>
                  <a:pt x="2418644" y="3091164"/>
                  <a:pt x="2419141" y="3091496"/>
                  <a:pt x="2419391" y="3091912"/>
                </a:cubicBezTo>
                <a:lnTo>
                  <a:pt x="2429858" y="3110023"/>
                </a:lnTo>
                <a:cubicBezTo>
                  <a:pt x="2430108" y="3110521"/>
                  <a:pt x="2430108" y="3111103"/>
                  <a:pt x="2429858" y="3111518"/>
                </a:cubicBezTo>
                <a:lnTo>
                  <a:pt x="2419391" y="3129629"/>
                </a:lnTo>
                <a:cubicBezTo>
                  <a:pt x="2419141" y="3130128"/>
                  <a:pt x="2418644" y="3130377"/>
                  <a:pt x="2418145" y="3130377"/>
                </a:cubicBezTo>
                <a:close/>
                <a:moveTo>
                  <a:pt x="2517581" y="3162630"/>
                </a:moveTo>
                <a:cubicBezTo>
                  <a:pt x="2517083" y="3162631"/>
                  <a:pt x="2516584" y="3162298"/>
                  <a:pt x="2516335" y="3161882"/>
                </a:cubicBezTo>
                <a:lnTo>
                  <a:pt x="2505867" y="3143772"/>
                </a:lnTo>
                <a:cubicBezTo>
                  <a:pt x="2505618" y="3143273"/>
                  <a:pt x="2505618" y="3142692"/>
                  <a:pt x="2505867" y="3142276"/>
                </a:cubicBezTo>
                <a:lnTo>
                  <a:pt x="2516335" y="3124166"/>
                </a:lnTo>
                <a:cubicBezTo>
                  <a:pt x="2516584" y="3123667"/>
                  <a:pt x="2517083" y="3123417"/>
                  <a:pt x="2517581" y="3123418"/>
                </a:cubicBezTo>
                <a:lnTo>
                  <a:pt x="2538517" y="3123418"/>
                </a:lnTo>
                <a:cubicBezTo>
                  <a:pt x="2539016" y="3123417"/>
                  <a:pt x="2539514" y="3123750"/>
                  <a:pt x="2539763" y="3124165"/>
                </a:cubicBezTo>
                <a:lnTo>
                  <a:pt x="2550231" y="3142276"/>
                </a:lnTo>
                <a:cubicBezTo>
                  <a:pt x="2550481" y="3142775"/>
                  <a:pt x="2550481" y="3143356"/>
                  <a:pt x="2550231" y="3143772"/>
                </a:cubicBezTo>
                <a:lnTo>
                  <a:pt x="2539763" y="3161882"/>
                </a:lnTo>
                <a:cubicBezTo>
                  <a:pt x="2539514" y="3162381"/>
                  <a:pt x="2539016" y="3162631"/>
                  <a:pt x="2538517" y="3162630"/>
                </a:cubicBezTo>
                <a:close/>
                <a:moveTo>
                  <a:pt x="4262982" y="3630309"/>
                </a:moveTo>
                <a:cubicBezTo>
                  <a:pt x="4262484" y="3630309"/>
                  <a:pt x="4261985" y="3629977"/>
                  <a:pt x="4261736" y="3629561"/>
                </a:cubicBezTo>
                <a:lnTo>
                  <a:pt x="4251268" y="3611450"/>
                </a:lnTo>
                <a:cubicBezTo>
                  <a:pt x="4251019" y="3610952"/>
                  <a:pt x="4251019" y="3610370"/>
                  <a:pt x="4251268" y="3609955"/>
                </a:cubicBezTo>
                <a:lnTo>
                  <a:pt x="4261736" y="3591844"/>
                </a:lnTo>
                <a:cubicBezTo>
                  <a:pt x="4261985" y="3591345"/>
                  <a:pt x="4262484" y="3591096"/>
                  <a:pt x="4262982" y="3591096"/>
                </a:cubicBezTo>
                <a:lnTo>
                  <a:pt x="4283918" y="3591096"/>
                </a:lnTo>
                <a:cubicBezTo>
                  <a:pt x="4284417" y="3591096"/>
                  <a:pt x="4284915" y="3591428"/>
                  <a:pt x="4285164" y="3591844"/>
                </a:cubicBezTo>
                <a:lnTo>
                  <a:pt x="4295632" y="3609955"/>
                </a:lnTo>
                <a:cubicBezTo>
                  <a:pt x="4295881" y="3610453"/>
                  <a:pt x="4295881" y="3611035"/>
                  <a:pt x="4295632" y="3611450"/>
                </a:cubicBezTo>
                <a:lnTo>
                  <a:pt x="4285164" y="3629561"/>
                </a:lnTo>
                <a:cubicBezTo>
                  <a:pt x="4284915" y="3630060"/>
                  <a:pt x="4284417" y="3630309"/>
                  <a:pt x="4283918" y="3630309"/>
                </a:cubicBezTo>
                <a:close/>
                <a:moveTo>
                  <a:pt x="4323168" y="3646436"/>
                </a:moveTo>
                <a:cubicBezTo>
                  <a:pt x="4322670" y="3646436"/>
                  <a:pt x="4322171" y="3646104"/>
                  <a:pt x="4321922" y="3645688"/>
                </a:cubicBezTo>
                <a:lnTo>
                  <a:pt x="4311454" y="3627577"/>
                </a:lnTo>
                <a:cubicBezTo>
                  <a:pt x="4311205" y="3627079"/>
                  <a:pt x="4311205" y="3626497"/>
                  <a:pt x="4311454" y="3626082"/>
                </a:cubicBezTo>
                <a:lnTo>
                  <a:pt x="4321922" y="3607971"/>
                </a:lnTo>
                <a:cubicBezTo>
                  <a:pt x="4322171" y="3607472"/>
                  <a:pt x="4322670" y="3607223"/>
                  <a:pt x="4323168" y="3607223"/>
                </a:cubicBezTo>
                <a:lnTo>
                  <a:pt x="4344104" y="3607223"/>
                </a:lnTo>
                <a:cubicBezTo>
                  <a:pt x="4344603" y="3607223"/>
                  <a:pt x="4345101" y="3607555"/>
                  <a:pt x="4345350" y="3607971"/>
                </a:cubicBezTo>
                <a:lnTo>
                  <a:pt x="4355818" y="3626082"/>
                </a:lnTo>
                <a:cubicBezTo>
                  <a:pt x="4356067" y="3626580"/>
                  <a:pt x="4356067" y="3627162"/>
                  <a:pt x="4355818" y="3627577"/>
                </a:cubicBezTo>
                <a:lnTo>
                  <a:pt x="4345350" y="3645688"/>
                </a:lnTo>
                <a:cubicBezTo>
                  <a:pt x="4345101" y="3646187"/>
                  <a:pt x="4344603" y="3646436"/>
                  <a:pt x="4344104" y="3646436"/>
                </a:cubicBezTo>
                <a:close/>
                <a:moveTo>
                  <a:pt x="4925031" y="3807705"/>
                </a:moveTo>
                <a:cubicBezTo>
                  <a:pt x="4924533" y="3807705"/>
                  <a:pt x="4924034" y="3807373"/>
                  <a:pt x="4923784" y="3806957"/>
                </a:cubicBezTo>
                <a:lnTo>
                  <a:pt x="4913316" y="3788846"/>
                </a:lnTo>
                <a:cubicBezTo>
                  <a:pt x="4913068" y="3788348"/>
                  <a:pt x="4913067" y="3787766"/>
                  <a:pt x="4913316" y="3787350"/>
                </a:cubicBezTo>
                <a:lnTo>
                  <a:pt x="4923785" y="3769240"/>
                </a:lnTo>
                <a:cubicBezTo>
                  <a:pt x="4924033" y="3768741"/>
                  <a:pt x="4924532" y="3768492"/>
                  <a:pt x="4925031" y="3768492"/>
                </a:cubicBezTo>
                <a:lnTo>
                  <a:pt x="4945966" y="3768492"/>
                </a:lnTo>
                <a:cubicBezTo>
                  <a:pt x="4946465" y="3768491"/>
                  <a:pt x="4946963" y="3768824"/>
                  <a:pt x="4947213" y="3769240"/>
                </a:cubicBezTo>
                <a:lnTo>
                  <a:pt x="4957681" y="3787351"/>
                </a:lnTo>
                <a:cubicBezTo>
                  <a:pt x="4957929" y="3787849"/>
                  <a:pt x="4957930" y="3788431"/>
                  <a:pt x="4957681" y="3788846"/>
                </a:cubicBezTo>
                <a:lnTo>
                  <a:pt x="4947212" y="3806956"/>
                </a:lnTo>
                <a:cubicBezTo>
                  <a:pt x="4946964" y="3807456"/>
                  <a:pt x="4946465" y="3807705"/>
                  <a:pt x="4945966" y="3807704"/>
                </a:cubicBezTo>
                <a:close/>
                <a:moveTo>
                  <a:pt x="1975845" y="3017565"/>
                </a:moveTo>
                <a:cubicBezTo>
                  <a:pt x="1975347" y="3017565"/>
                  <a:pt x="1974848" y="3017232"/>
                  <a:pt x="1974599" y="3016817"/>
                </a:cubicBezTo>
                <a:lnTo>
                  <a:pt x="1964048" y="2998540"/>
                </a:lnTo>
                <a:cubicBezTo>
                  <a:pt x="1963799" y="2998041"/>
                  <a:pt x="1963799" y="2997459"/>
                  <a:pt x="1964048" y="2997044"/>
                </a:cubicBezTo>
                <a:lnTo>
                  <a:pt x="1974599" y="2978767"/>
                </a:lnTo>
                <a:cubicBezTo>
                  <a:pt x="1974848" y="2978268"/>
                  <a:pt x="1975347" y="2978019"/>
                  <a:pt x="1975845" y="2978019"/>
                </a:cubicBezTo>
                <a:lnTo>
                  <a:pt x="1996864" y="2978019"/>
                </a:lnTo>
                <a:cubicBezTo>
                  <a:pt x="1997363" y="2978019"/>
                  <a:pt x="1997861" y="2978351"/>
                  <a:pt x="1998110" y="2978767"/>
                </a:cubicBezTo>
                <a:lnTo>
                  <a:pt x="2008662" y="2997044"/>
                </a:lnTo>
                <a:cubicBezTo>
                  <a:pt x="2008911" y="2997543"/>
                  <a:pt x="2008911" y="2998124"/>
                  <a:pt x="2008662" y="2998540"/>
                </a:cubicBezTo>
                <a:lnTo>
                  <a:pt x="1998110" y="3016817"/>
                </a:lnTo>
                <a:cubicBezTo>
                  <a:pt x="1997861" y="3017315"/>
                  <a:pt x="1997363" y="3017565"/>
                  <a:pt x="1996864" y="3017565"/>
                </a:cubicBezTo>
                <a:close/>
                <a:moveTo>
                  <a:pt x="2156404" y="3065946"/>
                </a:moveTo>
                <a:cubicBezTo>
                  <a:pt x="2155906" y="3065946"/>
                  <a:pt x="2155407" y="3065613"/>
                  <a:pt x="2155158" y="3065197"/>
                </a:cubicBezTo>
                <a:lnTo>
                  <a:pt x="2144607" y="3046920"/>
                </a:lnTo>
                <a:cubicBezTo>
                  <a:pt x="2144358" y="3046421"/>
                  <a:pt x="2144358" y="3045839"/>
                  <a:pt x="2144607" y="3045424"/>
                </a:cubicBezTo>
                <a:lnTo>
                  <a:pt x="2155158" y="3027147"/>
                </a:lnTo>
                <a:cubicBezTo>
                  <a:pt x="2155407" y="3026648"/>
                  <a:pt x="2155906" y="3026400"/>
                  <a:pt x="2156404" y="3026399"/>
                </a:cubicBezTo>
                <a:lnTo>
                  <a:pt x="2177423" y="3026400"/>
                </a:lnTo>
                <a:cubicBezTo>
                  <a:pt x="2177921" y="3026400"/>
                  <a:pt x="2178420" y="3026731"/>
                  <a:pt x="2178669" y="3027148"/>
                </a:cubicBezTo>
                <a:lnTo>
                  <a:pt x="2189220" y="3045424"/>
                </a:lnTo>
                <a:cubicBezTo>
                  <a:pt x="2189470" y="3045924"/>
                  <a:pt x="2189470" y="3046504"/>
                  <a:pt x="2189220" y="3046921"/>
                </a:cubicBezTo>
                <a:lnTo>
                  <a:pt x="2178669" y="3065198"/>
                </a:lnTo>
                <a:cubicBezTo>
                  <a:pt x="2178420" y="3065696"/>
                  <a:pt x="2177921" y="3065945"/>
                  <a:pt x="2177423" y="3065946"/>
                </a:cubicBezTo>
                <a:close/>
                <a:moveTo>
                  <a:pt x="2276777" y="3098199"/>
                </a:moveTo>
                <a:cubicBezTo>
                  <a:pt x="2276279" y="3098199"/>
                  <a:pt x="2275779" y="3097866"/>
                  <a:pt x="2275530" y="3097451"/>
                </a:cubicBezTo>
                <a:lnTo>
                  <a:pt x="2264980" y="3079174"/>
                </a:lnTo>
                <a:cubicBezTo>
                  <a:pt x="2264730" y="3078675"/>
                  <a:pt x="2264731" y="3078093"/>
                  <a:pt x="2264979" y="3077678"/>
                </a:cubicBezTo>
                <a:lnTo>
                  <a:pt x="2275530" y="3059401"/>
                </a:lnTo>
                <a:cubicBezTo>
                  <a:pt x="2275780" y="3058902"/>
                  <a:pt x="2276278" y="3058653"/>
                  <a:pt x="2276776" y="3058653"/>
                </a:cubicBezTo>
                <a:lnTo>
                  <a:pt x="2297796" y="3058653"/>
                </a:lnTo>
                <a:cubicBezTo>
                  <a:pt x="2298294" y="3058653"/>
                  <a:pt x="2298793" y="3058985"/>
                  <a:pt x="2299042" y="3059401"/>
                </a:cubicBezTo>
                <a:lnTo>
                  <a:pt x="2309593" y="3077678"/>
                </a:lnTo>
                <a:cubicBezTo>
                  <a:pt x="2309842" y="3078177"/>
                  <a:pt x="2309843" y="3078758"/>
                  <a:pt x="2309592" y="3079174"/>
                </a:cubicBezTo>
                <a:lnTo>
                  <a:pt x="2299041" y="3097451"/>
                </a:lnTo>
                <a:cubicBezTo>
                  <a:pt x="2298793" y="3097949"/>
                  <a:pt x="2298293" y="3098199"/>
                  <a:pt x="2297795" y="3098199"/>
                </a:cubicBezTo>
                <a:close/>
                <a:moveTo>
                  <a:pt x="5045318" y="3840219"/>
                </a:moveTo>
                <a:cubicBezTo>
                  <a:pt x="5044738" y="3840219"/>
                  <a:pt x="5044239" y="3839970"/>
                  <a:pt x="5043989" y="3839471"/>
                </a:cubicBezTo>
                <a:lnTo>
                  <a:pt x="5033439" y="3821111"/>
                </a:lnTo>
                <a:cubicBezTo>
                  <a:pt x="5033190" y="3820612"/>
                  <a:pt x="5033190" y="3820114"/>
                  <a:pt x="5033439" y="3819615"/>
                </a:cubicBezTo>
                <a:lnTo>
                  <a:pt x="5043990" y="3801255"/>
                </a:lnTo>
                <a:cubicBezTo>
                  <a:pt x="5044322" y="3800756"/>
                  <a:pt x="5044821" y="3800507"/>
                  <a:pt x="5045319" y="3800507"/>
                </a:cubicBezTo>
                <a:lnTo>
                  <a:pt x="5066505" y="3800507"/>
                </a:lnTo>
                <a:cubicBezTo>
                  <a:pt x="5067086" y="3800507"/>
                  <a:pt x="5067584" y="3800756"/>
                  <a:pt x="5067834" y="3801255"/>
                </a:cubicBezTo>
                <a:lnTo>
                  <a:pt x="5078385" y="3819615"/>
                </a:lnTo>
                <a:cubicBezTo>
                  <a:pt x="5078634" y="3820114"/>
                  <a:pt x="5078634" y="3820612"/>
                  <a:pt x="5078385" y="3821111"/>
                </a:cubicBezTo>
                <a:lnTo>
                  <a:pt x="5067834" y="3839471"/>
                </a:lnTo>
                <a:cubicBezTo>
                  <a:pt x="5067501" y="3839970"/>
                  <a:pt x="5067003" y="3840219"/>
                  <a:pt x="5066505" y="3840219"/>
                </a:cubicBezTo>
                <a:close/>
                <a:moveTo>
                  <a:pt x="1855367" y="2985568"/>
                </a:moveTo>
                <a:cubicBezTo>
                  <a:pt x="1854786" y="2985568"/>
                  <a:pt x="1854287" y="2985319"/>
                  <a:pt x="1854038" y="2984820"/>
                </a:cubicBezTo>
                <a:lnTo>
                  <a:pt x="1843403" y="2966377"/>
                </a:lnTo>
                <a:cubicBezTo>
                  <a:pt x="1843155" y="2965961"/>
                  <a:pt x="1843155" y="2965380"/>
                  <a:pt x="1843404" y="2964881"/>
                </a:cubicBezTo>
                <a:lnTo>
                  <a:pt x="1854038" y="2946438"/>
                </a:lnTo>
                <a:cubicBezTo>
                  <a:pt x="1854370" y="2945939"/>
                  <a:pt x="1854869" y="2945690"/>
                  <a:pt x="1855367" y="2945690"/>
                </a:cubicBezTo>
                <a:lnTo>
                  <a:pt x="1876636" y="2945690"/>
                </a:lnTo>
                <a:cubicBezTo>
                  <a:pt x="1877217" y="2945690"/>
                  <a:pt x="1877715" y="2945939"/>
                  <a:pt x="1877965" y="2946438"/>
                </a:cubicBezTo>
                <a:lnTo>
                  <a:pt x="1888599" y="2964881"/>
                </a:lnTo>
                <a:cubicBezTo>
                  <a:pt x="1888847" y="2965297"/>
                  <a:pt x="1888848" y="2965878"/>
                  <a:pt x="1888598" y="2966377"/>
                </a:cubicBezTo>
                <a:lnTo>
                  <a:pt x="1877965" y="2984820"/>
                </a:lnTo>
                <a:cubicBezTo>
                  <a:pt x="1877633" y="2985319"/>
                  <a:pt x="1877134" y="2985568"/>
                  <a:pt x="1876636" y="2985568"/>
                </a:cubicBezTo>
                <a:close/>
                <a:moveTo>
                  <a:pt x="5105424" y="3856418"/>
                </a:moveTo>
                <a:cubicBezTo>
                  <a:pt x="5104843" y="3856418"/>
                  <a:pt x="5104344" y="3856169"/>
                  <a:pt x="5104095" y="3855670"/>
                </a:cubicBezTo>
                <a:lnTo>
                  <a:pt x="5093461" y="3837227"/>
                </a:lnTo>
                <a:cubicBezTo>
                  <a:pt x="5093212" y="3836811"/>
                  <a:pt x="5093212" y="3836230"/>
                  <a:pt x="5093461" y="3835731"/>
                </a:cubicBezTo>
                <a:lnTo>
                  <a:pt x="5104095" y="3817288"/>
                </a:lnTo>
                <a:cubicBezTo>
                  <a:pt x="5104427" y="3816789"/>
                  <a:pt x="5104926" y="3816540"/>
                  <a:pt x="5105424" y="3816540"/>
                </a:cubicBezTo>
                <a:lnTo>
                  <a:pt x="5126693" y="3816540"/>
                </a:lnTo>
                <a:cubicBezTo>
                  <a:pt x="5127274" y="3816540"/>
                  <a:pt x="5127773" y="3816789"/>
                  <a:pt x="5128022" y="3817289"/>
                </a:cubicBezTo>
                <a:lnTo>
                  <a:pt x="5138656" y="3835731"/>
                </a:lnTo>
                <a:cubicBezTo>
                  <a:pt x="5138905" y="3836147"/>
                  <a:pt x="5138905" y="3836728"/>
                  <a:pt x="5138656" y="3837227"/>
                </a:cubicBezTo>
                <a:lnTo>
                  <a:pt x="5128022" y="3855670"/>
                </a:lnTo>
                <a:cubicBezTo>
                  <a:pt x="5127689" y="3856169"/>
                  <a:pt x="5127191" y="3856418"/>
                  <a:pt x="5126693" y="3856418"/>
                </a:cubicBezTo>
                <a:close/>
                <a:moveTo>
                  <a:pt x="2637620" y="3195561"/>
                </a:moveTo>
                <a:cubicBezTo>
                  <a:pt x="2637039" y="3195561"/>
                  <a:pt x="2636540" y="3195311"/>
                  <a:pt x="2636291" y="3194813"/>
                </a:cubicBezTo>
                <a:lnTo>
                  <a:pt x="2625491" y="3176037"/>
                </a:lnTo>
                <a:cubicBezTo>
                  <a:pt x="2625242" y="3175622"/>
                  <a:pt x="2625243" y="3175040"/>
                  <a:pt x="2625491" y="3174542"/>
                </a:cubicBezTo>
                <a:lnTo>
                  <a:pt x="2636291" y="3155766"/>
                </a:lnTo>
                <a:cubicBezTo>
                  <a:pt x="2636540" y="3155350"/>
                  <a:pt x="2637122" y="3155018"/>
                  <a:pt x="2637620" y="3155018"/>
                </a:cubicBezTo>
                <a:lnTo>
                  <a:pt x="2659304" y="3155018"/>
                </a:lnTo>
                <a:cubicBezTo>
                  <a:pt x="2659886" y="3155018"/>
                  <a:pt x="2660384" y="3155267"/>
                  <a:pt x="2660633" y="3155766"/>
                </a:cubicBezTo>
                <a:lnTo>
                  <a:pt x="2671434" y="3174542"/>
                </a:lnTo>
                <a:cubicBezTo>
                  <a:pt x="2671683" y="3174957"/>
                  <a:pt x="2671683" y="3175539"/>
                  <a:pt x="2671434" y="3176037"/>
                </a:cubicBezTo>
                <a:lnTo>
                  <a:pt x="2660633" y="3194813"/>
                </a:lnTo>
                <a:cubicBezTo>
                  <a:pt x="2660384" y="3195228"/>
                  <a:pt x="2659802" y="3195561"/>
                  <a:pt x="2659304" y="3195561"/>
                </a:cubicBezTo>
                <a:close/>
                <a:moveTo>
                  <a:pt x="99729" y="2562978"/>
                </a:moveTo>
                <a:cubicBezTo>
                  <a:pt x="99398" y="2562978"/>
                  <a:pt x="98900" y="2562480"/>
                  <a:pt x="98900" y="2562480"/>
                </a:cubicBezTo>
                <a:lnTo>
                  <a:pt x="92004" y="2550600"/>
                </a:lnTo>
                <a:cubicBezTo>
                  <a:pt x="91837" y="2550267"/>
                  <a:pt x="92004" y="2549603"/>
                  <a:pt x="92004" y="2549603"/>
                </a:cubicBezTo>
                <a:lnTo>
                  <a:pt x="98900" y="2537722"/>
                </a:lnTo>
                <a:cubicBezTo>
                  <a:pt x="99064" y="2537390"/>
                  <a:pt x="99730" y="2537224"/>
                  <a:pt x="99730" y="2537224"/>
                </a:cubicBezTo>
                <a:lnTo>
                  <a:pt x="113438" y="2537224"/>
                </a:lnTo>
                <a:cubicBezTo>
                  <a:pt x="113770" y="2537224"/>
                  <a:pt x="114268" y="2537722"/>
                  <a:pt x="114268" y="2537722"/>
                </a:cubicBezTo>
                <a:lnTo>
                  <a:pt x="121164" y="2549603"/>
                </a:lnTo>
                <a:cubicBezTo>
                  <a:pt x="121331" y="2549935"/>
                  <a:pt x="121164" y="2550600"/>
                  <a:pt x="121164" y="2550600"/>
                </a:cubicBezTo>
                <a:lnTo>
                  <a:pt x="114268" y="2562480"/>
                </a:lnTo>
                <a:cubicBezTo>
                  <a:pt x="114103" y="2562812"/>
                  <a:pt x="113437" y="2562978"/>
                  <a:pt x="113437" y="2562978"/>
                </a:cubicBezTo>
                <a:close/>
                <a:moveTo>
                  <a:pt x="158773" y="2581268"/>
                </a:moveTo>
                <a:cubicBezTo>
                  <a:pt x="158358" y="2581268"/>
                  <a:pt x="157776" y="2580686"/>
                  <a:pt x="157776" y="2580686"/>
                </a:cubicBezTo>
                <a:lnTo>
                  <a:pt x="149718" y="2566729"/>
                </a:lnTo>
                <a:cubicBezTo>
                  <a:pt x="149552" y="2566314"/>
                  <a:pt x="149718" y="2565566"/>
                  <a:pt x="149718" y="2565566"/>
                </a:cubicBezTo>
                <a:lnTo>
                  <a:pt x="157775" y="2551609"/>
                </a:lnTo>
                <a:cubicBezTo>
                  <a:pt x="158026" y="2551276"/>
                  <a:pt x="158773" y="2551027"/>
                  <a:pt x="158773" y="2551027"/>
                </a:cubicBezTo>
                <a:lnTo>
                  <a:pt x="174807" y="2551027"/>
                </a:lnTo>
                <a:cubicBezTo>
                  <a:pt x="175223" y="2551027"/>
                  <a:pt x="175805" y="2551609"/>
                  <a:pt x="175805" y="2551609"/>
                </a:cubicBezTo>
                <a:lnTo>
                  <a:pt x="183863" y="2565566"/>
                </a:lnTo>
                <a:cubicBezTo>
                  <a:pt x="184030" y="2565981"/>
                  <a:pt x="183863" y="2566729"/>
                  <a:pt x="183863" y="2566729"/>
                </a:cubicBezTo>
                <a:lnTo>
                  <a:pt x="175805" y="2580686"/>
                </a:lnTo>
                <a:cubicBezTo>
                  <a:pt x="175555" y="2581018"/>
                  <a:pt x="174806" y="2581268"/>
                  <a:pt x="174806" y="2581268"/>
                </a:cubicBezTo>
                <a:close/>
                <a:moveTo>
                  <a:pt x="218772" y="2597818"/>
                </a:moveTo>
                <a:cubicBezTo>
                  <a:pt x="218356" y="2597818"/>
                  <a:pt x="217775" y="2597237"/>
                  <a:pt x="217775" y="2597237"/>
                </a:cubicBezTo>
                <a:lnTo>
                  <a:pt x="209550" y="2582947"/>
                </a:lnTo>
                <a:cubicBezTo>
                  <a:pt x="209300" y="2582615"/>
                  <a:pt x="209550" y="2581784"/>
                  <a:pt x="209550" y="2581784"/>
                </a:cubicBezTo>
                <a:lnTo>
                  <a:pt x="217775" y="2567494"/>
                </a:lnTo>
                <a:cubicBezTo>
                  <a:pt x="217940" y="2567162"/>
                  <a:pt x="218772" y="2566913"/>
                  <a:pt x="218772" y="2566913"/>
                </a:cubicBezTo>
                <a:lnTo>
                  <a:pt x="235220" y="2566913"/>
                </a:lnTo>
                <a:cubicBezTo>
                  <a:pt x="235636" y="2566913"/>
                  <a:pt x="236218" y="2567494"/>
                  <a:pt x="236218" y="2567494"/>
                </a:cubicBezTo>
                <a:lnTo>
                  <a:pt x="244443" y="2581784"/>
                </a:lnTo>
                <a:cubicBezTo>
                  <a:pt x="244691" y="2582116"/>
                  <a:pt x="244443" y="2582947"/>
                  <a:pt x="244443" y="2582947"/>
                </a:cubicBezTo>
                <a:lnTo>
                  <a:pt x="236218" y="2597237"/>
                </a:lnTo>
                <a:cubicBezTo>
                  <a:pt x="236051" y="2597569"/>
                  <a:pt x="235221" y="2597818"/>
                  <a:pt x="235221" y="2597818"/>
                </a:cubicBezTo>
                <a:close/>
                <a:moveTo>
                  <a:pt x="2987255" y="3339737"/>
                </a:moveTo>
                <a:cubicBezTo>
                  <a:pt x="2986839" y="3339737"/>
                  <a:pt x="2986258" y="3339155"/>
                  <a:pt x="2986258" y="3339155"/>
                </a:cubicBezTo>
                <a:lnTo>
                  <a:pt x="2977950" y="3324782"/>
                </a:lnTo>
                <a:cubicBezTo>
                  <a:pt x="2977701" y="3324450"/>
                  <a:pt x="2977950" y="3323619"/>
                  <a:pt x="2977950" y="3323619"/>
                </a:cubicBezTo>
                <a:lnTo>
                  <a:pt x="2986258" y="3309247"/>
                </a:lnTo>
                <a:cubicBezTo>
                  <a:pt x="2986424" y="3308914"/>
                  <a:pt x="2987255" y="3308665"/>
                  <a:pt x="2987255" y="3308665"/>
                </a:cubicBezTo>
                <a:lnTo>
                  <a:pt x="3003870" y="3308665"/>
                </a:lnTo>
                <a:cubicBezTo>
                  <a:pt x="3004286" y="3308665"/>
                  <a:pt x="3004867" y="3309247"/>
                  <a:pt x="3004867" y="3309247"/>
                </a:cubicBezTo>
                <a:lnTo>
                  <a:pt x="3013175" y="3323619"/>
                </a:lnTo>
                <a:cubicBezTo>
                  <a:pt x="3013424" y="3323952"/>
                  <a:pt x="3013175" y="3324782"/>
                  <a:pt x="3013175" y="3324782"/>
                </a:cubicBezTo>
                <a:lnTo>
                  <a:pt x="3004867" y="3339155"/>
                </a:lnTo>
                <a:cubicBezTo>
                  <a:pt x="3004701" y="3339487"/>
                  <a:pt x="3003870" y="3339737"/>
                  <a:pt x="3003870" y="3339737"/>
                </a:cubicBezTo>
                <a:close/>
                <a:moveTo>
                  <a:pt x="339058" y="2630249"/>
                </a:moveTo>
                <a:cubicBezTo>
                  <a:pt x="338643" y="2630249"/>
                  <a:pt x="338062" y="2629667"/>
                  <a:pt x="338062" y="2629667"/>
                </a:cubicBezTo>
                <a:lnTo>
                  <a:pt x="329754" y="2615212"/>
                </a:lnTo>
                <a:cubicBezTo>
                  <a:pt x="329505" y="2614880"/>
                  <a:pt x="329754" y="2614048"/>
                  <a:pt x="329754" y="2614048"/>
                </a:cubicBezTo>
                <a:lnTo>
                  <a:pt x="338062" y="2599593"/>
                </a:lnTo>
                <a:cubicBezTo>
                  <a:pt x="338228" y="2599261"/>
                  <a:pt x="339058" y="2599011"/>
                  <a:pt x="339058" y="2599011"/>
                </a:cubicBezTo>
                <a:lnTo>
                  <a:pt x="355757" y="2599011"/>
                </a:lnTo>
                <a:cubicBezTo>
                  <a:pt x="356173" y="2599012"/>
                  <a:pt x="356754" y="2599594"/>
                  <a:pt x="356754" y="2599594"/>
                </a:cubicBezTo>
                <a:lnTo>
                  <a:pt x="365062" y="2614048"/>
                </a:lnTo>
                <a:cubicBezTo>
                  <a:pt x="365312" y="2614381"/>
                  <a:pt x="365062" y="2615212"/>
                  <a:pt x="365062" y="2615212"/>
                </a:cubicBezTo>
                <a:lnTo>
                  <a:pt x="356754" y="2629668"/>
                </a:lnTo>
                <a:cubicBezTo>
                  <a:pt x="356588" y="2630000"/>
                  <a:pt x="355757" y="2630250"/>
                  <a:pt x="355757" y="2630250"/>
                </a:cubicBezTo>
                <a:close/>
                <a:moveTo>
                  <a:pt x="278710" y="2614267"/>
                </a:moveTo>
                <a:cubicBezTo>
                  <a:pt x="278295" y="2614267"/>
                  <a:pt x="277713" y="2613685"/>
                  <a:pt x="277713" y="2613685"/>
                </a:cubicBezTo>
                <a:lnTo>
                  <a:pt x="269239" y="2599064"/>
                </a:lnTo>
                <a:cubicBezTo>
                  <a:pt x="268990" y="2598731"/>
                  <a:pt x="269239" y="2597900"/>
                  <a:pt x="269239" y="2597900"/>
                </a:cubicBezTo>
                <a:lnTo>
                  <a:pt x="277713" y="2583279"/>
                </a:lnTo>
                <a:cubicBezTo>
                  <a:pt x="277879" y="2582946"/>
                  <a:pt x="278295" y="2582697"/>
                  <a:pt x="278710" y="2582697"/>
                </a:cubicBezTo>
                <a:lnTo>
                  <a:pt x="295575" y="2582697"/>
                </a:lnTo>
                <a:cubicBezTo>
                  <a:pt x="295990" y="2582697"/>
                  <a:pt x="296572" y="2583279"/>
                  <a:pt x="296572" y="2583279"/>
                </a:cubicBezTo>
                <a:lnTo>
                  <a:pt x="305046" y="2597900"/>
                </a:lnTo>
                <a:cubicBezTo>
                  <a:pt x="305295" y="2598233"/>
                  <a:pt x="305046" y="2599064"/>
                  <a:pt x="305046" y="2599064"/>
                </a:cubicBezTo>
                <a:lnTo>
                  <a:pt x="296572" y="2613685"/>
                </a:lnTo>
                <a:cubicBezTo>
                  <a:pt x="296405" y="2614018"/>
                  <a:pt x="295990" y="2614267"/>
                  <a:pt x="295575" y="2614267"/>
                </a:cubicBezTo>
                <a:close/>
                <a:moveTo>
                  <a:pt x="398904" y="2646945"/>
                </a:moveTo>
                <a:cubicBezTo>
                  <a:pt x="398488" y="2646945"/>
                  <a:pt x="397824" y="2646363"/>
                  <a:pt x="397824" y="2646363"/>
                </a:cubicBezTo>
                <a:lnTo>
                  <a:pt x="389184" y="2631409"/>
                </a:lnTo>
                <a:cubicBezTo>
                  <a:pt x="388935" y="2630994"/>
                  <a:pt x="389183" y="2630163"/>
                  <a:pt x="389183" y="2630163"/>
                </a:cubicBezTo>
                <a:lnTo>
                  <a:pt x="397824" y="2615209"/>
                </a:lnTo>
                <a:cubicBezTo>
                  <a:pt x="398073" y="2614876"/>
                  <a:pt x="398487" y="2614627"/>
                  <a:pt x="398903" y="2614627"/>
                </a:cubicBezTo>
                <a:lnTo>
                  <a:pt x="416183" y="2614627"/>
                </a:lnTo>
                <a:cubicBezTo>
                  <a:pt x="416599" y="2614627"/>
                  <a:pt x="417263" y="2615209"/>
                  <a:pt x="417263" y="2615209"/>
                </a:cubicBezTo>
                <a:lnTo>
                  <a:pt x="425904" y="2630163"/>
                </a:lnTo>
                <a:cubicBezTo>
                  <a:pt x="426153" y="2630578"/>
                  <a:pt x="425905" y="2631409"/>
                  <a:pt x="425905" y="2631409"/>
                </a:cubicBezTo>
                <a:lnTo>
                  <a:pt x="417264" y="2646363"/>
                </a:lnTo>
                <a:cubicBezTo>
                  <a:pt x="417014" y="2646696"/>
                  <a:pt x="416600" y="2646945"/>
                  <a:pt x="416184" y="2646945"/>
                </a:cubicBezTo>
                <a:close/>
                <a:moveTo>
                  <a:pt x="639649" y="2711453"/>
                </a:moveTo>
                <a:cubicBezTo>
                  <a:pt x="639233" y="2711453"/>
                  <a:pt x="638569" y="2710871"/>
                  <a:pt x="638569" y="2710871"/>
                </a:cubicBezTo>
                <a:lnTo>
                  <a:pt x="629929" y="2695917"/>
                </a:lnTo>
                <a:cubicBezTo>
                  <a:pt x="629680" y="2695502"/>
                  <a:pt x="629929" y="2694671"/>
                  <a:pt x="629929" y="2694671"/>
                </a:cubicBezTo>
                <a:lnTo>
                  <a:pt x="638569" y="2679717"/>
                </a:lnTo>
                <a:cubicBezTo>
                  <a:pt x="638818" y="2679384"/>
                  <a:pt x="639233" y="2679135"/>
                  <a:pt x="639649" y="2679135"/>
                </a:cubicBezTo>
                <a:lnTo>
                  <a:pt x="656929" y="2679135"/>
                </a:lnTo>
                <a:cubicBezTo>
                  <a:pt x="657345" y="2679135"/>
                  <a:pt x="658009" y="2679717"/>
                  <a:pt x="658009" y="2679717"/>
                </a:cubicBezTo>
                <a:lnTo>
                  <a:pt x="666650" y="2694671"/>
                </a:lnTo>
                <a:cubicBezTo>
                  <a:pt x="666899" y="2695086"/>
                  <a:pt x="666650" y="2695917"/>
                  <a:pt x="666650" y="2695917"/>
                </a:cubicBezTo>
                <a:lnTo>
                  <a:pt x="658010" y="2710871"/>
                </a:lnTo>
                <a:cubicBezTo>
                  <a:pt x="657760" y="2711204"/>
                  <a:pt x="657345" y="2711453"/>
                  <a:pt x="656929" y="2711453"/>
                </a:cubicBezTo>
                <a:close/>
                <a:moveTo>
                  <a:pt x="519195" y="2679271"/>
                </a:moveTo>
                <a:cubicBezTo>
                  <a:pt x="518779" y="2679271"/>
                  <a:pt x="518115" y="2678689"/>
                  <a:pt x="518115" y="2678689"/>
                </a:cubicBezTo>
                <a:lnTo>
                  <a:pt x="509392" y="2663652"/>
                </a:lnTo>
                <a:cubicBezTo>
                  <a:pt x="509141" y="2663237"/>
                  <a:pt x="509392" y="2662406"/>
                  <a:pt x="509392" y="2662406"/>
                </a:cubicBezTo>
                <a:lnTo>
                  <a:pt x="518114" y="2647368"/>
                </a:lnTo>
                <a:cubicBezTo>
                  <a:pt x="518364" y="2647036"/>
                  <a:pt x="518778" y="2646787"/>
                  <a:pt x="519195" y="2646787"/>
                </a:cubicBezTo>
                <a:lnTo>
                  <a:pt x="536558" y="2646787"/>
                </a:lnTo>
                <a:cubicBezTo>
                  <a:pt x="536973" y="2646787"/>
                  <a:pt x="537638" y="2647368"/>
                  <a:pt x="537638" y="2647368"/>
                </a:cubicBezTo>
                <a:lnTo>
                  <a:pt x="546362" y="2662406"/>
                </a:lnTo>
                <a:cubicBezTo>
                  <a:pt x="546611" y="2662821"/>
                  <a:pt x="546361" y="2663652"/>
                  <a:pt x="546361" y="2663652"/>
                </a:cubicBezTo>
                <a:lnTo>
                  <a:pt x="537638" y="2678689"/>
                </a:lnTo>
                <a:cubicBezTo>
                  <a:pt x="537390" y="2679022"/>
                  <a:pt x="536974" y="2679271"/>
                  <a:pt x="536558" y="2679271"/>
                </a:cubicBezTo>
                <a:close/>
                <a:moveTo>
                  <a:pt x="579381" y="2695398"/>
                </a:moveTo>
                <a:cubicBezTo>
                  <a:pt x="578965" y="2695398"/>
                  <a:pt x="578301" y="2694816"/>
                  <a:pt x="578301" y="2694816"/>
                </a:cubicBezTo>
                <a:lnTo>
                  <a:pt x="569577" y="2679779"/>
                </a:lnTo>
                <a:cubicBezTo>
                  <a:pt x="569327" y="2679364"/>
                  <a:pt x="569578" y="2678533"/>
                  <a:pt x="569578" y="2678533"/>
                </a:cubicBezTo>
                <a:lnTo>
                  <a:pt x="578300" y="2663495"/>
                </a:lnTo>
                <a:cubicBezTo>
                  <a:pt x="578550" y="2663163"/>
                  <a:pt x="578964" y="2662914"/>
                  <a:pt x="579381" y="2662914"/>
                </a:cubicBezTo>
                <a:lnTo>
                  <a:pt x="596744" y="2662914"/>
                </a:lnTo>
                <a:cubicBezTo>
                  <a:pt x="597159" y="2662914"/>
                  <a:pt x="597824" y="2663495"/>
                  <a:pt x="597824" y="2663495"/>
                </a:cubicBezTo>
                <a:lnTo>
                  <a:pt x="606548" y="2678533"/>
                </a:lnTo>
                <a:cubicBezTo>
                  <a:pt x="606797" y="2678948"/>
                  <a:pt x="606547" y="2679779"/>
                  <a:pt x="606547" y="2679779"/>
                </a:cubicBezTo>
                <a:lnTo>
                  <a:pt x="597824" y="2694816"/>
                </a:lnTo>
                <a:cubicBezTo>
                  <a:pt x="597575" y="2695149"/>
                  <a:pt x="597160" y="2695398"/>
                  <a:pt x="596744" y="2695398"/>
                </a:cubicBezTo>
                <a:close/>
                <a:moveTo>
                  <a:pt x="458862" y="2663491"/>
                </a:moveTo>
                <a:cubicBezTo>
                  <a:pt x="458446" y="2663491"/>
                  <a:pt x="457782" y="2662826"/>
                  <a:pt x="457782" y="2662826"/>
                </a:cubicBezTo>
                <a:lnTo>
                  <a:pt x="448976" y="2647456"/>
                </a:lnTo>
                <a:cubicBezTo>
                  <a:pt x="448727" y="2647041"/>
                  <a:pt x="448976" y="2646210"/>
                  <a:pt x="448976" y="2646210"/>
                </a:cubicBezTo>
                <a:lnTo>
                  <a:pt x="457865" y="2630841"/>
                </a:lnTo>
                <a:cubicBezTo>
                  <a:pt x="458115" y="2630425"/>
                  <a:pt x="458530" y="2630176"/>
                  <a:pt x="458945" y="2630176"/>
                </a:cubicBezTo>
                <a:lnTo>
                  <a:pt x="476641" y="2630176"/>
                </a:lnTo>
                <a:cubicBezTo>
                  <a:pt x="477056" y="2630176"/>
                  <a:pt x="477721" y="2630841"/>
                  <a:pt x="477721" y="2630841"/>
                </a:cubicBezTo>
                <a:lnTo>
                  <a:pt x="486528" y="2646210"/>
                </a:lnTo>
                <a:cubicBezTo>
                  <a:pt x="486777" y="2646626"/>
                  <a:pt x="486527" y="2647456"/>
                  <a:pt x="486527" y="2647456"/>
                </a:cubicBezTo>
                <a:lnTo>
                  <a:pt x="477637" y="2662826"/>
                </a:lnTo>
                <a:cubicBezTo>
                  <a:pt x="477389" y="2663242"/>
                  <a:pt x="476973" y="2663491"/>
                  <a:pt x="476558" y="2663491"/>
                </a:cubicBezTo>
                <a:close/>
                <a:moveTo>
                  <a:pt x="759793" y="2744208"/>
                </a:moveTo>
                <a:cubicBezTo>
                  <a:pt x="759378" y="2744208"/>
                  <a:pt x="758713" y="2743543"/>
                  <a:pt x="758713" y="2743543"/>
                </a:cubicBezTo>
                <a:lnTo>
                  <a:pt x="749824" y="2728091"/>
                </a:lnTo>
                <a:cubicBezTo>
                  <a:pt x="749575" y="2727758"/>
                  <a:pt x="749824" y="2726844"/>
                  <a:pt x="749824" y="2726844"/>
                </a:cubicBezTo>
                <a:lnTo>
                  <a:pt x="758713" y="2711392"/>
                </a:lnTo>
                <a:cubicBezTo>
                  <a:pt x="758963" y="2710976"/>
                  <a:pt x="759378" y="2710727"/>
                  <a:pt x="759793" y="2710727"/>
                </a:cubicBezTo>
                <a:lnTo>
                  <a:pt x="777572" y="2710727"/>
                </a:lnTo>
                <a:cubicBezTo>
                  <a:pt x="777988" y="2710727"/>
                  <a:pt x="778652" y="2711392"/>
                  <a:pt x="778652" y="2711392"/>
                </a:cubicBezTo>
                <a:lnTo>
                  <a:pt x="787542" y="2726844"/>
                </a:lnTo>
                <a:cubicBezTo>
                  <a:pt x="787791" y="2727177"/>
                  <a:pt x="787542" y="2728091"/>
                  <a:pt x="787542" y="2728091"/>
                </a:cubicBezTo>
                <a:lnTo>
                  <a:pt x="778652" y="2743543"/>
                </a:lnTo>
                <a:cubicBezTo>
                  <a:pt x="778403" y="2743959"/>
                  <a:pt x="777988" y="2744208"/>
                  <a:pt x="777572" y="2744208"/>
                </a:cubicBezTo>
                <a:close/>
                <a:moveTo>
                  <a:pt x="699526" y="2728154"/>
                </a:moveTo>
                <a:cubicBezTo>
                  <a:pt x="699111" y="2728154"/>
                  <a:pt x="698445" y="2727489"/>
                  <a:pt x="698445" y="2727489"/>
                </a:cubicBezTo>
                <a:lnTo>
                  <a:pt x="689474" y="2711953"/>
                </a:lnTo>
                <a:cubicBezTo>
                  <a:pt x="689225" y="2711621"/>
                  <a:pt x="689474" y="2710707"/>
                  <a:pt x="689474" y="2710707"/>
                </a:cubicBezTo>
                <a:lnTo>
                  <a:pt x="698446" y="2695172"/>
                </a:lnTo>
                <a:cubicBezTo>
                  <a:pt x="698696" y="2694756"/>
                  <a:pt x="699110" y="2694507"/>
                  <a:pt x="699526" y="2694507"/>
                </a:cubicBezTo>
                <a:lnTo>
                  <a:pt x="717389" y="2694507"/>
                </a:lnTo>
                <a:cubicBezTo>
                  <a:pt x="717803" y="2694507"/>
                  <a:pt x="718469" y="2695172"/>
                  <a:pt x="718469" y="2695172"/>
                </a:cubicBezTo>
                <a:lnTo>
                  <a:pt x="727441" y="2710707"/>
                </a:lnTo>
                <a:cubicBezTo>
                  <a:pt x="727690" y="2711040"/>
                  <a:pt x="727441" y="2711953"/>
                  <a:pt x="727441" y="2711953"/>
                </a:cubicBezTo>
                <a:lnTo>
                  <a:pt x="718469" y="2727489"/>
                </a:lnTo>
                <a:cubicBezTo>
                  <a:pt x="718218" y="2727905"/>
                  <a:pt x="717804" y="2728154"/>
                  <a:pt x="717389" y="2728154"/>
                </a:cubicBezTo>
                <a:close/>
                <a:moveTo>
                  <a:pt x="1060380" y="2825515"/>
                </a:moveTo>
                <a:cubicBezTo>
                  <a:pt x="1059881" y="2825515"/>
                  <a:pt x="1059218" y="2824851"/>
                  <a:pt x="1059218" y="2824851"/>
                </a:cubicBezTo>
                <a:lnTo>
                  <a:pt x="1049996" y="2808816"/>
                </a:lnTo>
                <a:cubicBezTo>
                  <a:pt x="1049745" y="2808401"/>
                  <a:pt x="1049996" y="2807487"/>
                  <a:pt x="1049996" y="2807487"/>
                </a:cubicBezTo>
                <a:lnTo>
                  <a:pt x="1059218" y="2791453"/>
                </a:lnTo>
                <a:cubicBezTo>
                  <a:pt x="1059466" y="2791037"/>
                  <a:pt x="1059881" y="2790788"/>
                  <a:pt x="1060380" y="2790788"/>
                </a:cubicBezTo>
                <a:lnTo>
                  <a:pt x="1078907" y="2790788"/>
                </a:lnTo>
                <a:cubicBezTo>
                  <a:pt x="1079406" y="2790788"/>
                  <a:pt x="1080070" y="2791453"/>
                  <a:pt x="1080070" y="2791453"/>
                </a:cubicBezTo>
                <a:lnTo>
                  <a:pt x="1089292" y="2807487"/>
                </a:lnTo>
                <a:cubicBezTo>
                  <a:pt x="1089542" y="2807902"/>
                  <a:pt x="1089292" y="2808816"/>
                  <a:pt x="1089292" y="2808816"/>
                </a:cubicBezTo>
                <a:lnTo>
                  <a:pt x="1080070" y="2824851"/>
                </a:lnTo>
                <a:cubicBezTo>
                  <a:pt x="1079821" y="2825266"/>
                  <a:pt x="1079406" y="2825515"/>
                  <a:pt x="1078907" y="2825515"/>
                </a:cubicBezTo>
                <a:close/>
                <a:moveTo>
                  <a:pt x="3046527" y="3357701"/>
                </a:moveTo>
                <a:cubicBezTo>
                  <a:pt x="3046028" y="3357701"/>
                  <a:pt x="3045363" y="3357037"/>
                  <a:pt x="3045363" y="3357037"/>
                </a:cubicBezTo>
                <a:lnTo>
                  <a:pt x="3036142" y="3341002"/>
                </a:lnTo>
                <a:cubicBezTo>
                  <a:pt x="3035893" y="3340587"/>
                  <a:pt x="3036142" y="3339673"/>
                  <a:pt x="3036142" y="3339673"/>
                </a:cubicBezTo>
                <a:lnTo>
                  <a:pt x="3045363" y="3323639"/>
                </a:lnTo>
                <a:cubicBezTo>
                  <a:pt x="3045613" y="3323223"/>
                  <a:pt x="3046028" y="3322974"/>
                  <a:pt x="3046527" y="3322974"/>
                </a:cubicBezTo>
                <a:lnTo>
                  <a:pt x="3065053" y="3322974"/>
                </a:lnTo>
                <a:cubicBezTo>
                  <a:pt x="3065552" y="3322974"/>
                  <a:pt x="3066216" y="3323639"/>
                  <a:pt x="3066216" y="3323639"/>
                </a:cubicBezTo>
                <a:lnTo>
                  <a:pt x="3075438" y="3339673"/>
                </a:lnTo>
                <a:cubicBezTo>
                  <a:pt x="3075688" y="3340088"/>
                  <a:pt x="3075438" y="3341002"/>
                  <a:pt x="3075438" y="3341002"/>
                </a:cubicBezTo>
                <a:lnTo>
                  <a:pt x="3066216" y="3357037"/>
                </a:lnTo>
                <a:cubicBezTo>
                  <a:pt x="3065967" y="3357452"/>
                  <a:pt x="3065552" y="3357701"/>
                  <a:pt x="3065053" y="3357701"/>
                </a:cubicBezTo>
                <a:close/>
                <a:moveTo>
                  <a:pt x="4189982" y="3664184"/>
                </a:moveTo>
                <a:cubicBezTo>
                  <a:pt x="4189483" y="3664184"/>
                  <a:pt x="4188820" y="3663520"/>
                  <a:pt x="4188820" y="3663520"/>
                </a:cubicBezTo>
                <a:lnTo>
                  <a:pt x="4179514" y="3647402"/>
                </a:lnTo>
                <a:cubicBezTo>
                  <a:pt x="4179266" y="3646987"/>
                  <a:pt x="4179514" y="3646073"/>
                  <a:pt x="4179514" y="3646073"/>
                </a:cubicBezTo>
                <a:lnTo>
                  <a:pt x="4188820" y="3629956"/>
                </a:lnTo>
                <a:cubicBezTo>
                  <a:pt x="4189068" y="3629540"/>
                  <a:pt x="4189483" y="3629291"/>
                  <a:pt x="4189982" y="3629291"/>
                </a:cubicBezTo>
                <a:lnTo>
                  <a:pt x="4208591" y="3629291"/>
                </a:lnTo>
                <a:cubicBezTo>
                  <a:pt x="4209090" y="3629291"/>
                  <a:pt x="4209756" y="3629956"/>
                  <a:pt x="4209756" y="3629956"/>
                </a:cubicBezTo>
                <a:lnTo>
                  <a:pt x="4219060" y="3646073"/>
                </a:lnTo>
                <a:cubicBezTo>
                  <a:pt x="4219309" y="3646488"/>
                  <a:pt x="4219060" y="3647402"/>
                  <a:pt x="4219060" y="3647402"/>
                </a:cubicBezTo>
                <a:lnTo>
                  <a:pt x="4209756" y="3663520"/>
                </a:lnTo>
                <a:cubicBezTo>
                  <a:pt x="4209506" y="3663935"/>
                  <a:pt x="4209090" y="3664184"/>
                  <a:pt x="4208592" y="3664184"/>
                </a:cubicBezTo>
                <a:close/>
                <a:moveTo>
                  <a:pt x="3106547" y="3374067"/>
                </a:moveTo>
                <a:cubicBezTo>
                  <a:pt x="3106048" y="3374067"/>
                  <a:pt x="3105384" y="3373403"/>
                  <a:pt x="3105384" y="3373403"/>
                </a:cubicBezTo>
                <a:lnTo>
                  <a:pt x="3095996" y="3357119"/>
                </a:lnTo>
                <a:cubicBezTo>
                  <a:pt x="3095747" y="3356704"/>
                  <a:pt x="3095996" y="3355790"/>
                  <a:pt x="3095996" y="3355790"/>
                </a:cubicBezTo>
                <a:lnTo>
                  <a:pt x="3105384" y="3339507"/>
                </a:lnTo>
                <a:cubicBezTo>
                  <a:pt x="3105633" y="3339091"/>
                  <a:pt x="3106048" y="3338842"/>
                  <a:pt x="3106547" y="3338842"/>
                </a:cubicBezTo>
                <a:lnTo>
                  <a:pt x="3125323" y="3338842"/>
                </a:lnTo>
                <a:cubicBezTo>
                  <a:pt x="3125821" y="3338842"/>
                  <a:pt x="3126486" y="3339507"/>
                  <a:pt x="3126486" y="3339507"/>
                </a:cubicBezTo>
                <a:lnTo>
                  <a:pt x="3135874" y="3355790"/>
                </a:lnTo>
                <a:cubicBezTo>
                  <a:pt x="3136123" y="3356206"/>
                  <a:pt x="3135874" y="3357119"/>
                  <a:pt x="3135874" y="3357119"/>
                </a:cubicBezTo>
                <a:lnTo>
                  <a:pt x="3126486" y="3373403"/>
                </a:lnTo>
                <a:cubicBezTo>
                  <a:pt x="3126236" y="3373818"/>
                  <a:pt x="3125821" y="3374067"/>
                  <a:pt x="3125323" y="3374067"/>
                </a:cubicBezTo>
                <a:close/>
                <a:moveTo>
                  <a:pt x="999863" y="2809793"/>
                </a:moveTo>
                <a:cubicBezTo>
                  <a:pt x="999364" y="2809793"/>
                  <a:pt x="998700" y="2809128"/>
                  <a:pt x="998700" y="2809128"/>
                </a:cubicBezTo>
                <a:lnTo>
                  <a:pt x="989229" y="2792679"/>
                </a:lnTo>
                <a:cubicBezTo>
                  <a:pt x="988979" y="2792263"/>
                  <a:pt x="989229" y="2791350"/>
                  <a:pt x="989229" y="2791350"/>
                </a:cubicBezTo>
                <a:lnTo>
                  <a:pt x="998783" y="2774900"/>
                </a:lnTo>
                <a:cubicBezTo>
                  <a:pt x="999032" y="2774484"/>
                  <a:pt x="999447" y="2774235"/>
                  <a:pt x="999946" y="2774235"/>
                </a:cubicBezTo>
                <a:lnTo>
                  <a:pt x="1018971" y="2774235"/>
                </a:lnTo>
                <a:cubicBezTo>
                  <a:pt x="1019470" y="2774235"/>
                  <a:pt x="1020134" y="2774900"/>
                  <a:pt x="1020134" y="2774900"/>
                </a:cubicBezTo>
                <a:lnTo>
                  <a:pt x="1029605" y="2791350"/>
                </a:lnTo>
                <a:cubicBezTo>
                  <a:pt x="1029855" y="2791765"/>
                  <a:pt x="1029605" y="2792679"/>
                  <a:pt x="1029605" y="2792679"/>
                </a:cubicBezTo>
                <a:lnTo>
                  <a:pt x="1020051" y="2809128"/>
                </a:lnTo>
                <a:cubicBezTo>
                  <a:pt x="1019802" y="2809544"/>
                  <a:pt x="1019387" y="2809793"/>
                  <a:pt x="1018888" y="2809793"/>
                </a:cubicBezTo>
                <a:close/>
                <a:moveTo>
                  <a:pt x="1661891" y="2987352"/>
                </a:moveTo>
                <a:cubicBezTo>
                  <a:pt x="1661392" y="2987352"/>
                  <a:pt x="1660728" y="2986687"/>
                  <a:pt x="1660728" y="2986687"/>
                </a:cubicBezTo>
                <a:lnTo>
                  <a:pt x="1651174" y="2970155"/>
                </a:lnTo>
                <a:cubicBezTo>
                  <a:pt x="1650925" y="2969739"/>
                  <a:pt x="1651174" y="2968825"/>
                  <a:pt x="1651174" y="2968825"/>
                </a:cubicBezTo>
                <a:lnTo>
                  <a:pt x="1660728" y="2952293"/>
                </a:lnTo>
                <a:cubicBezTo>
                  <a:pt x="1660977" y="2951877"/>
                  <a:pt x="1661392" y="2951628"/>
                  <a:pt x="1661891" y="2951628"/>
                </a:cubicBezTo>
                <a:lnTo>
                  <a:pt x="1680999" y="2951628"/>
                </a:lnTo>
                <a:cubicBezTo>
                  <a:pt x="1681498" y="2951628"/>
                  <a:pt x="1682162" y="2952293"/>
                  <a:pt x="1682162" y="2952293"/>
                </a:cubicBezTo>
                <a:lnTo>
                  <a:pt x="1691716" y="2968825"/>
                </a:lnTo>
                <a:cubicBezTo>
                  <a:pt x="1691965" y="2969241"/>
                  <a:pt x="1691716" y="2970155"/>
                  <a:pt x="1691716" y="2970155"/>
                </a:cubicBezTo>
                <a:lnTo>
                  <a:pt x="1682162" y="2986687"/>
                </a:lnTo>
                <a:cubicBezTo>
                  <a:pt x="1681913" y="2987103"/>
                  <a:pt x="1681498" y="2987352"/>
                  <a:pt x="1680999" y="2987352"/>
                </a:cubicBezTo>
                <a:close/>
                <a:moveTo>
                  <a:pt x="3226732" y="3406650"/>
                </a:moveTo>
                <a:cubicBezTo>
                  <a:pt x="3226234" y="3406650"/>
                  <a:pt x="3225569" y="3405985"/>
                  <a:pt x="3225569" y="3405985"/>
                </a:cubicBezTo>
                <a:lnTo>
                  <a:pt x="3216016" y="3389453"/>
                </a:lnTo>
                <a:cubicBezTo>
                  <a:pt x="3215766" y="3389037"/>
                  <a:pt x="3216015" y="3388123"/>
                  <a:pt x="3216015" y="3388123"/>
                </a:cubicBezTo>
                <a:lnTo>
                  <a:pt x="3225570" y="3371591"/>
                </a:lnTo>
                <a:cubicBezTo>
                  <a:pt x="3225818" y="3371175"/>
                  <a:pt x="3226234" y="3370926"/>
                  <a:pt x="3226732" y="3370926"/>
                </a:cubicBezTo>
                <a:lnTo>
                  <a:pt x="3245840" y="3370926"/>
                </a:lnTo>
                <a:cubicBezTo>
                  <a:pt x="3246339" y="3370926"/>
                  <a:pt x="3247003" y="3371591"/>
                  <a:pt x="3247003" y="3371591"/>
                </a:cubicBezTo>
                <a:lnTo>
                  <a:pt x="3256557" y="3388123"/>
                </a:lnTo>
                <a:cubicBezTo>
                  <a:pt x="3256807" y="3388539"/>
                  <a:pt x="3256557" y="3389453"/>
                  <a:pt x="3256557" y="3389453"/>
                </a:cubicBezTo>
                <a:lnTo>
                  <a:pt x="3247003" y="3405985"/>
                </a:lnTo>
                <a:cubicBezTo>
                  <a:pt x="3246754" y="3406401"/>
                  <a:pt x="3246339" y="3406650"/>
                  <a:pt x="3245840" y="3406650"/>
                </a:cubicBezTo>
                <a:close/>
                <a:moveTo>
                  <a:pt x="1240504" y="2874536"/>
                </a:moveTo>
                <a:cubicBezTo>
                  <a:pt x="1240005" y="2874536"/>
                  <a:pt x="1239590" y="2874287"/>
                  <a:pt x="1239341" y="2873872"/>
                </a:cubicBezTo>
                <a:lnTo>
                  <a:pt x="1229704" y="2857256"/>
                </a:lnTo>
                <a:cubicBezTo>
                  <a:pt x="1229455" y="2856840"/>
                  <a:pt x="1229455" y="2856342"/>
                  <a:pt x="1229704" y="2855927"/>
                </a:cubicBezTo>
                <a:lnTo>
                  <a:pt x="1239341" y="2839311"/>
                </a:lnTo>
                <a:cubicBezTo>
                  <a:pt x="1239590" y="2838895"/>
                  <a:pt x="1240005" y="2838646"/>
                  <a:pt x="1240504" y="2838646"/>
                </a:cubicBezTo>
                <a:lnTo>
                  <a:pt x="1259695" y="2838646"/>
                </a:lnTo>
                <a:cubicBezTo>
                  <a:pt x="1260194" y="2838646"/>
                  <a:pt x="1260610" y="2838895"/>
                  <a:pt x="1260858" y="2839311"/>
                </a:cubicBezTo>
                <a:lnTo>
                  <a:pt x="1270496" y="2855927"/>
                </a:lnTo>
                <a:cubicBezTo>
                  <a:pt x="1270745" y="2856342"/>
                  <a:pt x="1270745" y="2856840"/>
                  <a:pt x="1270496" y="2857256"/>
                </a:cubicBezTo>
                <a:lnTo>
                  <a:pt x="1260858" y="2873872"/>
                </a:lnTo>
                <a:cubicBezTo>
                  <a:pt x="1260609" y="2874287"/>
                  <a:pt x="1260194" y="2874536"/>
                  <a:pt x="1259695" y="2874536"/>
                </a:cubicBezTo>
                <a:close/>
                <a:moveTo>
                  <a:pt x="3166465" y="3390595"/>
                </a:moveTo>
                <a:cubicBezTo>
                  <a:pt x="3165967" y="3390596"/>
                  <a:pt x="3165551" y="3390346"/>
                  <a:pt x="3165302" y="3389931"/>
                </a:cubicBezTo>
                <a:lnTo>
                  <a:pt x="3155665" y="3373315"/>
                </a:lnTo>
                <a:cubicBezTo>
                  <a:pt x="3155416" y="3372900"/>
                  <a:pt x="3155416" y="3372402"/>
                  <a:pt x="3155665" y="3371986"/>
                </a:cubicBezTo>
                <a:lnTo>
                  <a:pt x="3165302" y="3355370"/>
                </a:lnTo>
                <a:cubicBezTo>
                  <a:pt x="3165551" y="3354954"/>
                  <a:pt x="3165967" y="3354705"/>
                  <a:pt x="3166465" y="3354706"/>
                </a:cubicBezTo>
                <a:lnTo>
                  <a:pt x="3185657" y="3354706"/>
                </a:lnTo>
                <a:cubicBezTo>
                  <a:pt x="3186155" y="3354705"/>
                  <a:pt x="3186570" y="3354955"/>
                  <a:pt x="3186820" y="3355370"/>
                </a:cubicBezTo>
                <a:lnTo>
                  <a:pt x="3196457" y="3371986"/>
                </a:lnTo>
                <a:cubicBezTo>
                  <a:pt x="3196706" y="3372401"/>
                  <a:pt x="3196706" y="3372899"/>
                  <a:pt x="3196457" y="3373315"/>
                </a:cubicBezTo>
                <a:lnTo>
                  <a:pt x="3186820" y="3389932"/>
                </a:lnTo>
                <a:cubicBezTo>
                  <a:pt x="3186570" y="3390347"/>
                  <a:pt x="3186155" y="3390596"/>
                  <a:pt x="3185657" y="3390595"/>
                </a:cubicBezTo>
                <a:close/>
                <a:moveTo>
                  <a:pt x="3467395" y="3471229"/>
                </a:moveTo>
                <a:cubicBezTo>
                  <a:pt x="3466897" y="3471230"/>
                  <a:pt x="3466481" y="3470980"/>
                  <a:pt x="3466232" y="3470566"/>
                </a:cubicBezTo>
                <a:lnTo>
                  <a:pt x="3456595" y="3453949"/>
                </a:lnTo>
                <a:cubicBezTo>
                  <a:pt x="3456346" y="3453534"/>
                  <a:pt x="3456346" y="3453036"/>
                  <a:pt x="3456595" y="3452620"/>
                </a:cubicBezTo>
                <a:lnTo>
                  <a:pt x="3466232" y="3436004"/>
                </a:lnTo>
                <a:cubicBezTo>
                  <a:pt x="3466481" y="3435588"/>
                  <a:pt x="3466897" y="3435339"/>
                  <a:pt x="3467395" y="3435340"/>
                </a:cubicBezTo>
                <a:lnTo>
                  <a:pt x="3486587" y="3435340"/>
                </a:lnTo>
                <a:cubicBezTo>
                  <a:pt x="3487085" y="3435339"/>
                  <a:pt x="3487500" y="3435589"/>
                  <a:pt x="3487750" y="3436004"/>
                </a:cubicBezTo>
                <a:lnTo>
                  <a:pt x="3497387" y="3452620"/>
                </a:lnTo>
                <a:cubicBezTo>
                  <a:pt x="3497636" y="3453035"/>
                  <a:pt x="3497636" y="3453533"/>
                  <a:pt x="3497387" y="3453949"/>
                </a:cubicBezTo>
                <a:lnTo>
                  <a:pt x="3487750" y="3470566"/>
                </a:lnTo>
                <a:cubicBezTo>
                  <a:pt x="3487500" y="3470981"/>
                  <a:pt x="3487085" y="3471230"/>
                  <a:pt x="3486587" y="3471229"/>
                </a:cubicBezTo>
                <a:close/>
                <a:moveTo>
                  <a:pt x="1120130" y="2842387"/>
                </a:moveTo>
                <a:cubicBezTo>
                  <a:pt x="1119632" y="2842387"/>
                  <a:pt x="1119216" y="2842138"/>
                  <a:pt x="1118967" y="2841723"/>
                </a:cubicBezTo>
                <a:lnTo>
                  <a:pt x="1109330" y="2825024"/>
                </a:lnTo>
                <a:cubicBezTo>
                  <a:pt x="1109081" y="2824608"/>
                  <a:pt x="1109081" y="2824110"/>
                  <a:pt x="1109330" y="2823695"/>
                </a:cubicBezTo>
                <a:lnTo>
                  <a:pt x="1118967" y="2806996"/>
                </a:lnTo>
                <a:cubicBezTo>
                  <a:pt x="1119216" y="2806580"/>
                  <a:pt x="1119632" y="2806331"/>
                  <a:pt x="1120130" y="2806331"/>
                </a:cubicBezTo>
                <a:lnTo>
                  <a:pt x="1139487" y="2806331"/>
                </a:lnTo>
                <a:cubicBezTo>
                  <a:pt x="1139986" y="2806331"/>
                  <a:pt x="1140402" y="2806580"/>
                  <a:pt x="1140651" y="2806996"/>
                </a:cubicBezTo>
                <a:lnTo>
                  <a:pt x="1150288" y="2823695"/>
                </a:lnTo>
                <a:cubicBezTo>
                  <a:pt x="1150537" y="2824110"/>
                  <a:pt x="1150537" y="2824608"/>
                  <a:pt x="1150288" y="2825024"/>
                </a:cubicBezTo>
                <a:lnTo>
                  <a:pt x="1140651" y="2841723"/>
                </a:lnTo>
                <a:cubicBezTo>
                  <a:pt x="1140402" y="2842138"/>
                  <a:pt x="1139986" y="2842387"/>
                  <a:pt x="1139487" y="2842387"/>
                </a:cubicBezTo>
                <a:close/>
                <a:moveTo>
                  <a:pt x="3347021" y="3439081"/>
                </a:moveTo>
                <a:cubicBezTo>
                  <a:pt x="3346522" y="3439080"/>
                  <a:pt x="3346107" y="3438831"/>
                  <a:pt x="3345858" y="3438416"/>
                </a:cubicBezTo>
                <a:lnTo>
                  <a:pt x="3336221" y="3421717"/>
                </a:lnTo>
                <a:cubicBezTo>
                  <a:pt x="3335971" y="3421301"/>
                  <a:pt x="3335972" y="3420804"/>
                  <a:pt x="3336221" y="3420388"/>
                </a:cubicBezTo>
                <a:lnTo>
                  <a:pt x="3345858" y="3403689"/>
                </a:lnTo>
                <a:cubicBezTo>
                  <a:pt x="3346107" y="3403273"/>
                  <a:pt x="3346523" y="3403025"/>
                  <a:pt x="3347021" y="3403025"/>
                </a:cubicBezTo>
                <a:lnTo>
                  <a:pt x="3366378" y="3403024"/>
                </a:lnTo>
                <a:cubicBezTo>
                  <a:pt x="3366876" y="3403025"/>
                  <a:pt x="3367292" y="3403273"/>
                  <a:pt x="3367541" y="3403690"/>
                </a:cubicBezTo>
                <a:lnTo>
                  <a:pt x="3377179" y="3420389"/>
                </a:lnTo>
                <a:cubicBezTo>
                  <a:pt x="3377427" y="3420803"/>
                  <a:pt x="3377428" y="3421301"/>
                  <a:pt x="3377179" y="3421717"/>
                </a:cubicBezTo>
                <a:lnTo>
                  <a:pt x="3367541" y="3438416"/>
                </a:lnTo>
                <a:cubicBezTo>
                  <a:pt x="3367291" y="3438832"/>
                  <a:pt x="3366876" y="3439080"/>
                  <a:pt x="3366378" y="3439080"/>
                </a:cubicBezTo>
                <a:close/>
                <a:moveTo>
                  <a:pt x="819148" y="2761830"/>
                </a:moveTo>
                <a:cubicBezTo>
                  <a:pt x="818650" y="2761830"/>
                  <a:pt x="818234" y="2761581"/>
                  <a:pt x="817985" y="2761165"/>
                </a:cubicBezTo>
                <a:lnTo>
                  <a:pt x="808265" y="2744300"/>
                </a:lnTo>
                <a:cubicBezTo>
                  <a:pt x="808016" y="2743802"/>
                  <a:pt x="808016" y="2743303"/>
                  <a:pt x="808265" y="2742888"/>
                </a:cubicBezTo>
                <a:lnTo>
                  <a:pt x="817985" y="2726023"/>
                </a:lnTo>
                <a:cubicBezTo>
                  <a:pt x="818234" y="2725607"/>
                  <a:pt x="818650" y="2725358"/>
                  <a:pt x="819148" y="2725358"/>
                </a:cubicBezTo>
                <a:lnTo>
                  <a:pt x="838589" y="2725358"/>
                </a:lnTo>
                <a:cubicBezTo>
                  <a:pt x="839087" y="2725358"/>
                  <a:pt x="839503" y="2725607"/>
                  <a:pt x="839752" y="2726023"/>
                </a:cubicBezTo>
                <a:lnTo>
                  <a:pt x="849472" y="2742888"/>
                </a:lnTo>
                <a:cubicBezTo>
                  <a:pt x="849722" y="2743386"/>
                  <a:pt x="849722" y="2743885"/>
                  <a:pt x="849472" y="2744300"/>
                </a:cubicBezTo>
                <a:lnTo>
                  <a:pt x="839752" y="2761165"/>
                </a:lnTo>
                <a:cubicBezTo>
                  <a:pt x="839503" y="2761581"/>
                  <a:pt x="839087" y="2761830"/>
                  <a:pt x="838589" y="2761830"/>
                </a:cubicBezTo>
                <a:close/>
                <a:moveTo>
                  <a:pt x="3286784" y="3423031"/>
                </a:moveTo>
                <a:cubicBezTo>
                  <a:pt x="3286286" y="3423031"/>
                  <a:pt x="3285872" y="3422782"/>
                  <a:pt x="3285621" y="3422366"/>
                </a:cubicBezTo>
                <a:lnTo>
                  <a:pt x="3275901" y="3405501"/>
                </a:lnTo>
                <a:cubicBezTo>
                  <a:pt x="3275652" y="3405003"/>
                  <a:pt x="3275653" y="3404504"/>
                  <a:pt x="3275901" y="3404089"/>
                </a:cubicBezTo>
                <a:lnTo>
                  <a:pt x="3285622" y="3387224"/>
                </a:lnTo>
                <a:cubicBezTo>
                  <a:pt x="3285871" y="3386808"/>
                  <a:pt x="3286286" y="3386559"/>
                  <a:pt x="3286784" y="3386559"/>
                </a:cubicBezTo>
                <a:lnTo>
                  <a:pt x="3306225" y="3386559"/>
                </a:lnTo>
                <a:cubicBezTo>
                  <a:pt x="3306723" y="3386559"/>
                  <a:pt x="3307139" y="3386808"/>
                  <a:pt x="3307388" y="3387224"/>
                </a:cubicBezTo>
                <a:lnTo>
                  <a:pt x="3317109" y="3404089"/>
                </a:lnTo>
                <a:cubicBezTo>
                  <a:pt x="3317358" y="3404587"/>
                  <a:pt x="3317359" y="3405086"/>
                  <a:pt x="3317109" y="3405501"/>
                </a:cubicBezTo>
                <a:lnTo>
                  <a:pt x="3307388" y="3422366"/>
                </a:lnTo>
                <a:cubicBezTo>
                  <a:pt x="3307139" y="3422782"/>
                  <a:pt x="3306724" y="3423031"/>
                  <a:pt x="3306225" y="3423031"/>
                </a:cubicBezTo>
                <a:close/>
                <a:moveTo>
                  <a:pt x="3407073" y="3455450"/>
                </a:moveTo>
                <a:cubicBezTo>
                  <a:pt x="3406658" y="3455450"/>
                  <a:pt x="3406159" y="3455201"/>
                  <a:pt x="3405910" y="3454785"/>
                </a:cubicBezTo>
                <a:lnTo>
                  <a:pt x="3396107" y="3437754"/>
                </a:lnTo>
                <a:cubicBezTo>
                  <a:pt x="3395858" y="3437339"/>
                  <a:pt x="3395858" y="3436757"/>
                  <a:pt x="3396107" y="3436342"/>
                </a:cubicBezTo>
                <a:lnTo>
                  <a:pt x="3405910" y="3419311"/>
                </a:lnTo>
                <a:cubicBezTo>
                  <a:pt x="3406159" y="3418895"/>
                  <a:pt x="3406575" y="3418646"/>
                  <a:pt x="3407074" y="3418646"/>
                </a:cubicBezTo>
                <a:lnTo>
                  <a:pt x="3426680" y="3418646"/>
                </a:lnTo>
                <a:cubicBezTo>
                  <a:pt x="3427096" y="3418646"/>
                  <a:pt x="3427594" y="3418895"/>
                  <a:pt x="3427843" y="3419311"/>
                </a:cubicBezTo>
                <a:lnTo>
                  <a:pt x="3437647" y="3436342"/>
                </a:lnTo>
                <a:cubicBezTo>
                  <a:pt x="3437896" y="3436757"/>
                  <a:pt x="3437896" y="3437339"/>
                  <a:pt x="3437647" y="3437754"/>
                </a:cubicBezTo>
                <a:lnTo>
                  <a:pt x="3427843" y="3454785"/>
                </a:lnTo>
                <a:cubicBezTo>
                  <a:pt x="3427594" y="3455201"/>
                  <a:pt x="3427178" y="3455450"/>
                  <a:pt x="3426680" y="3455450"/>
                </a:cubicBezTo>
                <a:close/>
                <a:moveTo>
                  <a:pt x="1360639" y="2907290"/>
                </a:moveTo>
                <a:cubicBezTo>
                  <a:pt x="1360141" y="2907290"/>
                  <a:pt x="1359642" y="2907041"/>
                  <a:pt x="1359393" y="2906626"/>
                </a:cubicBezTo>
                <a:lnTo>
                  <a:pt x="1349507" y="2889511"/>
                </a:lnTo>
                <a:cubicBezTo>
                  <a:pt x="1349258" y="2889096"/>
                  <a:pt x="1349258" y="2888514"/>
                  <a:pt x="1349507" y="2888099"/>
                </a:cubicBezTo>
                <a:lnTo>
                  <a:pt x="1359393" y="2870985"/>
                </a:lnTo>
                <a:cubicBezTo>
                  <a:pt x="1359725" y="2870569"/>
                  <a:pt x="1360141" y="2870320"/>
                  <a:pt x="1360640" y="2870320"/>
                </a:cubicBezTo>
                <a:lnTo>
                  <a:pt x="1380329" y="2870320"/>
                </a:lnTo>
                <a:cubicBezTo>
                  <a:pt x="1380828" y="2870320"/>
                  <a:pt x="1381325" y="2870569"/>
                  <a:pt x="1381576" y="2870985"/>
                </a:cubicBezTo>
                <a:lnTo>
                  <a:pt x="1391462" y="2888099"/>
                </a:lnTo>
                <a:cubicBezTo>
                  <a:pt x="1391711" y="2888514"/>
                  <a:pt x="1391711" y="2889096"/>
                  <a:pt x="1391462" y="2889511"/>
                </a:cubicBezTo>
                <a:lnTo>
                  <a:pt x="1381576" y="2906626"/>
                </a:lnTo>
                <a:cubicBezTo>
                  <a:pt x="1381242" y="2907041"/>
                  <a:pt x="1380828" y="2907290"/>
                  <a:pt x="1380329" y="2907290"/>
                </a:cubicBezTo>
                <a:close/>
                <a:moveTo>
                  <a:pt x="1420825" y="2923417"/>
                </a:moveTo>
                <a:cubicBezTo>
                  <a:pt x="1420326" y="2923417"/>
                  <a:pt x="1419828" y="2923168"/>
                  <a:pt x="1419579" y="2922753"/>
                </a:cubicBezTo>
                <a:lnTo>
                  <a:pt x="1409693" y="2905638"/>
                </a:lnTo>
                <a:cubicBezTo>
                  <a:pt x="1409444" y="2905223"/>
                  <a:pt x="1409444" y="2904641"/>
                  <a:pt x="1409693" y="2904226"/>
                </a:cubicBezTo>
                <a:lnTo>
                  <a:pt x="1419579" y="2887112"/>
                </a:lnTo>
                <a:cubicBezTo>
                  <a:pt x="1419911" y="2886696"/>
                  <a:pt x="1420326" y="2886447"/>
                  <a:pt x="1420825" y="2886447"/>
                </a:cubicBezTo>
                <a:lnTo>
                  <a:pt x="1440515" y="2886447"/>
                </a:lnTo>
                <a:cubicBezTo>
                  <a:pt x="1441014" y="2886447"/>
                  <a:pt x="1441511" y="2886696"/>
                  <a:pt x="1441762" y="2887112"/>
                </a:cubicBezTo>
                <a:lnTo>
                  <a:pt x="1451648" y="2904226"/>
                </a:lnTo>
                <a:cubicBezTo>
                  <a:pt x="1451897" y="2904641"/>
                  <a:pt x="1451897" y="2905223"/>
                  <a:pt x="1451648" y="2905638"/>
                </a:cubicBezTo>
                <a:lnTo>
                  <a:pt x="1441762" y="2922753"/>
                </a:lnTo>
                <a:cubicBezTo>
                  <a:pt x="1441428" y="2923168"/>
                  <a:pt x="1441014" y="2923417"/>
                  <a:pt x="1440515" y="2923417"/>
                </a:cubicBezTo>
                <a:close/>
                <a:moveTo>
                  <a:pt x="1541198" y="2955671"/>
                </a:moveTo>
                <a:cubicBezTo>
                  <a:pt x="1540699" y="2955671"/>
                  <a:pt x="1540201" y="2955422"/>
                  <a:pt x="1539951" y="2955007"/>
                </a:cubicBezTo>
                <a:lnTo>
                  <a:pt x="1530065" y="2937892"/>
                </a:lnTo>
                <a:cubicBezTo>
                  <a:pt x="1529816" y="2937477"/>
                  <a:pt x="1529816" y="2936895"/>
                  <a:pt x="1530065" y="2936480"/>
                </a:cubicBezTo>
                <a:lnTo>
                  <a:pt x="1539952" y="2919366"/>
                </a:lnTo>
                <a:cubicBezTo>
                  <a:pt x="1540284" y="2918950"/>
                  <a:pt x="1540699" y="2918701"/>
                  <a:pt x="1541198" y="2918701"/>
                </a:cubicBezTo>
                <a:lnTo>
                  <a:pt x="1560888" y="2918701"/>
                </a:lnTo>
                <a:cubicBezTo>
                  <a:pt x="1561386" y="2918701"/>
                  <a:pt x="1561884" y="2918950"/>
                  <a:pt x="1562134" y="2919366"/>
                </a:cubicBezTo>
                <a:lnTo>
                  <a:pt x="1572020" y="2936480"/>
                </a:lnTo>
                <a:cubicBezTo>
                  <a:pt x="1572269" y="2936895"/>
                  <a:pt x="1572269" y="2937477"/>
                  <a:pt x="1572020" y="2937892"/>
                </a:cubicBezTo>
                <a:lnTo>
                  <a:pt x="1562134" y="2955007"/>
                </a:lnTo>
                <a:cubicBezTo>
                  <a:pt x="1561801" y="2955422"/>
                  <a:pt x="1561386" y="2955671"/>
                  <a:pt x="1560887" y="2955671"/>
                </a:cubicBezTo>
                <a:close/>
                <a:moveTo>
                  <a:pt x="4008833" y="3616872"/>
                </a:moveTo>
                <a:cubicBezTo>
                  <a:pt x="4008418" y="3616872"/>
                  <a:pt x="4007920" y="3616623"/>
                  <a:pt x="4007670" y="3616208"/>
                </a:cubicBezTo>
                <a:lnTo>
                  <a:pt x="3997783" y="3599093"/>
                </a:lnTo>
                <a:cubicBezTo>
                  <a:pt x="3997534" y="3598678"/>
                  <a:pt x="3997534" y="3598096"/>
                  <a:pt x="3997783" y="3597680"/>
                </a:cubicBezTo>
                <a:lnTo>
                  <a:pt x="4007670" y="3580567"/>
                </a:lnTo>
                <a:cubicBezTo>
                  <a:pt x="4007919" y="3580151"/>
                  <a:pt x="4008334" y="3579901"/>
                  <a:pt x="4008833" y="3579902"/>
                </a:cubicBezTo>
                <a:lnTo>
                  <a:pt x="4028523" y="3579902"/>
                </a:lnTo>
                <a:cubicBezTo>
                  <a:pt x="4028938" y="3579901"/>
                  <a:pt x="4029436" y="3580151"/>
                  <a:pt x="4029686" y="3580567"/>
                </a:cubicBezTo>
                <a:lnTo>
                  <a:pt x="4039573" y="3597681"/>
                </a:lnTo>
                <a:cubicBezTo>
                  <a:pt x="4039821" y="3598096"/>
                  <a:pt x="4039822" y="3598678"/>
                  <a:pt x="4039572" y="3599093"/>
                </a:cubicBezTo>
                <a:lnTo>
                  <a:pt x="4029686" y="3616208"/>
                </a:lnTo>
                <a:cubicBezTo>
                  <a:pt x="4029436" y="3616623"/>
                  <a:pt x="4029022" y="3616872"/>
                  <a:pt x="4028523" y="3616872"/>
                </a:cubicBezTo>
                <a:close/>
                <a:moveTo>
                  <a:pt x="1300449" y="2891268"/>
                </a:moveTo>
                <a:cubicBezTo>
                  <a:pt x="1299951" y="2891268"/>
                  <a:pt x="1299453" y="2891019"/>
                  <a:pt x="1299204" y="2890604"/>
                </a:cubicBezTo>
                <a:lnTo>
                  <a:pt x="1289317" y="2873406"/>
                </a:lnTo>
                <a:cubicBezTo>
                  <a:pt x="1289068" y="2872991"/>
                  <a:pt x="1289068" y="2872409"/>
                  <a:pt x="1289317" y="2871994"/>
                </a:cubicBezTo>
                <a:lnTo>
                  <a:pt x="1299204" y="2854797"/>
                </a:lnTo>
                <a:cubicBezTo>
                  <a:pt x="1299453" y="2854381"/>
                  <a:pt x="1299951" y="2854132"/>
                  <a:pt x="1300449" y="2854132"/>
                </a:cubicBezTo>
                <a:lnTo>
                  <a:pt x="1320305" y="2854132"/>
                </a:lnTo>
                <a:cubicBezTo>
                  <a:pt x="1320804" y="2854132"/>
                  <a:pt x="1321302" y="2854381"/>
                  <a:pt x="1321552" y="2854797"/>
                </a:cubicBezTo>
                <a:lnTo>
                  <a:pt x="1331438" y="2871994"/>
                </a:lnTo>
                <a:cubicBezTo>
                  <a:pt x="1331687" y="2872409"/>
                  <a:pt x="1331687" y="2872991"/>
                  <a:pt x="1331438" y="2873406"/>
                </a:cubicBezTo>
                <a:lnTo>
                  <a:pt x="1321552" y="2890604"/>
                </a:lnTo>
                <a:cubicBezTo>
                  <a:pt x="1321302" y="2891019"/>
                  <a:pt x="1320804" y="2891268"/>
                  <a:pt x="1320305" y="2891268"/>
                </a:cubicBezTo>
                <a:close/>
                <a:moveTo>
                  <a:pt x="1481008" y="2939648"/>
                </a:moveTo>
                <a:cubicBezTo>
                  <a:pt x="1480510" y="2939648"/>
                  <a:pt x="1480012" y="2939399"/>
                  <a:pt x="1479763" y="2938984"/>
                </a:cubicBezTo>
                <a:lnTo>
                  <a:pt x="1469876" y="2921786"/>
                </a:lnTo>
                <a:cubicBezTo>
                  <a:pt x="1469627" y="2921371"/>
                  <a:pt x="1469627" y="2920789"/>
                  <a:pt x="1469876" y="2920374"/>
                </a:cubicBezTo>
                <a:lnTo>
                  <a:pt x="1479762" y="2903177"/>
                </a:lnTo>
                <a:cubicBezTo>
                  <a:pt x="1480012" y="2902761"/>
                  <a:pt x="1480510" y="2902512"/>
                  <a:pt x="1481008" y="2902512"/>
                </a:cubicBezTo>
                <a:lnTo>
                  <a:pt x="1500864" y="2902512"/>
                </a:lnTo>
                <a:cubicBezTo>
                  <a:pt x="1501363" y="2902512"/>
                  <a:pt x="1501861" y="2902761"/>
                  <a:pt x="1502111" y="2903177"/>
                </a:cubicBezTo>
                <a:lnTo>
                  <a:pt x="1511996" y="2920374"/>
                </a:lnTo>
                <a:cubicBezTo>
                  <a:pt x="1512246" y="2920789"/>
                  <a:pt x="1512245" y="2921371"/>
                  <a:pt x="1511997" y="2921786"/>
                </a:cubicBezTo>
                <a:lnTo>
                  <a:pt x="1502110" y="2938984"/>
                </a:lnTo>
                <a:cubicBezTo>
                  <a:pt x="1501861" y="2939399"/>
                  <a:pt x="1501363" y="2939648"/>
                  <a:pt x="1500864" y="2939648"/>
                </a:cubicBezTo>
                <a:close/>
                <a:moveTo>
                  <a:pt x="3888457" y="3584722"/>
                </a:moveTo>
                <a:cubicBezTo>
                  <a:pt x="3887959" y="3584723"/>
                  <a:pt x="3887461" y="3584473"/>
                  <a:pt x="3887211" y="3584058"/>
                </a:cubicBezTo>
                <a:lnTo>
                  <a:pt x="3877325" y="3566860"/>
                </a:lnTo>
                <a:cubicBezTo>
                  <a:pt x="3877076" y="3566446"/>
                  <a:pt x="3877076" y="3565864"/>
                  <a:pt x="3877325" y="3565449"/>
                </a:cubicBezTo>
                <a:lnTo>
                  <a:pt x="3887211" y="3548251"/>
                </a:lnTo>
                <a:cubicBezTo>
                  <a:pt x="3887461" y="3547836"/>
                  <a:pt x="3887959" y="3547586"/>
                  <a:pt x="3888457" y="3547586"/>
                </a:cubicBezTo>
                <a:lnTo>
                  <a:pt x="3908314" y="3547586"/>
                </a:lnTo>
                <a:cubicBezTo>
                  <a:pt x="3908812" y="3547586"/>
                  <a:pt x="3909310" y="3547835"/>
                  <a:pt x="3909560" y="3548251"/>
                </a:cubicBezTo>
                <a:lnTo>
                  <a:pt x="3919446" y="3565448"/>
                </a:lnTo>
                <a:cubicBezTo>
                  <a:pt x="3919695" y="3565863"/>
                  <a:pt x="3919695" y="3566445"/>
                  <a:pt x="3919446" y="3566860"/>
                </a:cubicBezTo>
                <a:lnTo>
                  <a:pt x="3909560" y="3584058"/>
                </a:lnTo>
                <a:cubicBezTo>
                  <a:pt x="3909310" y="3584473"/>
                  <a:pt x="3908812" y="3584722"/>
                  <a:pt x="3908314" y="3584723"/>
                </a:cubicBezTo>
                <a:close/>
                <a:moveTo>
                  <a:pt x="1601300" y="2971974"/>
                </a:moveTo>
                <a:cubicBezTo>
                  <a:pt x="1600801" y="2971974"/>
                  <a:pt x="1600303" y="2971725"/>
                  <a:pt x="1600054" y="2971310"/>
                </a:cubicBezTo>
                <a:lnTo>
                  <a:pt x="1590084" y="2954029"/>
                </a:lnTo>
                <a:cubicBezTo>
                  <a:pt x="1589835" y="2953614"/>
                  <a:pt x="1589835" y="2953032"/>
                  <a:pt x="1590084" y="2952617"/>
                </a:cubicBezTo>
                <a:lnTo>
                  <a:pt x="1600054" y="2935337"/>
                </a:lnTo>
                <a:cubicBezTo>
                  <a:pt x="1600303" y="2934921"/>
                  <a:pt x="1600801" y="2934672"/>
                  <a:pt x="1601300" y="2934672"/>
                </a:cubicBezTo>
                <a:lnTo>
                  <a:pt x="1621239" y="2934672"/>
                </a:lnTo>
                <a:cubicBezTo>
                  <a:pt x="1621737" y="2934672"/>
                  <a:pt x="1622236" y="2934921"/>
                  <a:pt x="1622485" y="2935337"/>
                </a:cubicBezTo>
                <a:lnTo>
                  <a:pt x="1632454" y="2952617"/>
                </a:lnTo>
                <a:cubicBezTo>
                  <a:pt x="1632704" y="2953033"/>
                  <a:pt x="1632704" y="2953614"/>
                  <a:pt x="1632454" y="2954029"/>
                </a:cubicBezTo>
                <a:lnTo>
                  <a:pt x="1622485" y="2971310"/>
                </a:lnTo>
                <a:cubicBezTo>
                  <a:pt x="1622236" y="2971725"/>
                  <a:pt x="1621737" y="2971974"/>
                  <a:pt x="1621239" y="2971974"/>
                </a:cubicBezTo>
                <a:close/>
                <a:moveTo>
                  <a:pt x="1721672" y="3004228"/>
                </a:moveTo>
                <a:cubicBezTo>
                  <a:pt x="1721173" y="3004228"/>
                  <a:pt x="1720674" y="3003979"/>
                  <a:pt x="1720425" y="3003564"/>
                </a:cubicBezTo>
                <a:lnTo>
                  <a:pt x="1710455" y="2986283"/>
                </a:lnTo>
                <a:cubicBezTo>
                  <a:pt x="1710206" y="2985868"/>
                  <a:pt x="1710206" y="2985286"/>
                  <a:pt x="1710455" y="2984871"/>
                </a:cubicBezTo>
                <a:lnTo>
                  <a:pt x="1720425" y="2967591"/>
                </a:lnTo>
                <a:cubicBezTo>
                  <a:pt x="1720675" y="2967175"/>
                  <a:pt x="1721173" y="2966926"/>
                  <a:pt x="1721671" y="2966926"/>
                </a:cubicBezTo>
                <a:lnTo>
                  <a:pt x="1741610" y="2966926"/>
                </a:lnTo>
                <a:cubicBezTo>
                  <a:pt x="1742108" y="2966926"/>
                  <a:pt x="1742607" y="2967175"/>
                  <a:pt x="1742856" y="2967591"/>
                </a:cubicBezTo>
                <a:lnTo>
                  <a:pt x="1752826" y="2984871"/>
                </a:lnTo>
                <a:cubicBezTo>
                  <a:pt x="1753076" y="2985286"/>
                  <a:pt x="1753076" y="2985868"/>
                  <a:pt x="1752826" y="2986283"/>
                </a:cubicBezTo>
                <a:lnTo>
                  <a:pt x="1742856" y="3003564"/>
                </a:lnTo>
                <a:cubicBezTo>
                  <a:pt x="1742607" y="3003979"/>
                  <a:pt x="1742108" y="3004228"/>
                  <a:pt x="1741610" y="3004228"/>
                </a:cubicBezTo>
                <a:close/>
                <a:moveTo>
                  <a:pt x="3587444" y="3504161"/>
                </a:moveTo>
                <a:cubicBezTo>
                  <a:pt x="3586946" y="3504160"/>
                  <a:pt x="3586447" y="3503911"/>
                  <a:pt x="3586198" y="3503496"/>
                </a:cubicBezTo>
                <a:lnTo>
                  <a:pt x="3576229" y="3486215"/>
                </a:lnTo>
                <a:cubicBezTo>
                  <a:pt x="3575980" y="3485800"/>
                  <a:pt x="3575980" y="3485218"/>
                  <a:pt x="3576229" y="3484803"/>
                </a:cubicBezTo>
                <a:lnTo>
                  <a:pt x="3586198" y="3467523"/>
                </a:lnTo>
                <a:cubicBezTo>
                  <a:pt x="3586447" y="3467107"/>
                  <a:pt x="3586946" y="3466858"/>
                  <a:pt x="3587444" y="3466858"/>
                </a:cubicBezTo>
                <a:lnTo>
                  <a:pt x="3607384" y="3466858"/>
                </a:lnTo>
                <a:cubicBezTo>
                  <a:pt x="3607882" y="3466858"/>
                  <a:pt x="3608381" y="3467107"/>
                  <a:pt x="3608630" y="3467523"/>
                </a:cubicBezTo>
                <a:lnTo>
                  <a:pt x="3618599" y="3484803"/>
                </a:lnTo>
                <a:cubicBezTo>
                  <a:pt x="3618848" y="3485219"/>
                  <a:pt x="3618848" y="3485800"/>
                  <a:pt x="3618599" y="3486215"/>
                </a:cubicBezTo>
                <a:lnTo>
                  <a:pt x="3608630" y="3503496"/>
                </a:lnTo>
                <a:cubicBezTo>
                  <a:pt x="3608381" y="3503911"/>
                  <a:pt x="3607882" y="3504160"/>
                  <a:pt x="3607384" y="3504160"/>
                </a:cubicBezTo>
                <a:close/>
                <a:moveTo>
                  <a:pt x="3527198" y="3488203"/>
                </a:moveTo>
                <a:cubicBezTo>
                  <a:pt x="3526699" y="3488203"/>
                  <a:pt x="3526201" y="3487872"/>
                  <a:pt x="3525952" y="3487455"/>
                </a:cubicBezTo>
                <a:lnTo>
                  <a:pt x="3515899" y="3470010"/>
                </a:lnTo>
                <a:cubicBezTo>
                  <a:pt x="3515650" y="3469593"/>
                  <a:pt x="3515650" y="3469012"/>
                  <a:pt x="3515899" y="3468596"/>
                </a:cubicBezTo>
                <a:lnTo>
                  <a:pt x="3525952" y="3451151"/>
                </a:lnTo>
                <a:cubicBezTo>
                  <a:pt x="3526201" y="3450652"/>
                  <a:pt x="3526699" y="3450402"/>
                  <a:pt x="3527198" y="3450403"/>
                </a:cubicBezTo>
                <a:lnTo>
                  <a:pt x="3547303" y="3450402"/>
                </a:lnTo>
                <a:cubicBezTo>
                  <a:pt x="3547801" y="3450403"/>
                  <a:pt x="3548299" y="3450734"/>
                  <a:pt x="3548549" y="3451150"/>
                </a:cubicBezTo>
                <a:lnTo>
                  <a:pt x="3558601" y="3468596"/>
                </a:lnTo>
                <a:cubicBezTo>
                  <a:pt x="3558851" y="3469013"/>
                  <a:pt x="3558851" y="3469593"/>
                  <a:pt x="3558602" y="3470009"/>
                </a:cubicBezTo>
                <a:lnTo>
                  <a:pt x="3548549" y="3487455"/>
                </a:lnTo>
                <a:cubicBezTo>
                  <a:pt x="3548300" y="3487954"/>
                  <a:pt x="3547801" y="3488204"/>
                  <a:pt x="3547303" y="3488203"/>
                </a:cubicBezTo>
                <a:close/>
                <a:moveTo>
                  <a:pt x="1179933" y="2859256"/>
                </a:moveTo>
                <a:cubicBezTo>
                  <a:pt x="1179435" y="2859256"/>
                  <a:pt x="1178936" y="2858924"/>
                  <a:pt x="1178687" y="2858508"/>
                </a:cubicBezTo>
                <a:lnTo>
                  <a:pt x="1168635" y="2841062"/>
                </a:lnTo>
                <a:cubicBezTo>
                  <a:pt x="1168386" y="2840646"/>
                  <a:pt x="1168386" y="2840065"/>
                  <a:pt x="1168635" y="2839649"/>
                </a:cubicBezTo>
                <a:lnTo>
                  <a:pt x="1178687" y="2822203"/>
                </a:lnTo>
                <a:cubicBezTo>
                  <a:pt x="1178936" y="2821704"/>
                  <a:pt x="1179435" y="2821455"/>
                  <a:pt x="1179933" y="2821455"/>
                </a:cubicBezTo>
                <a:lnTo>
                  <a:pt x="1200039" y="2821455"/>
                </a:lnTo>
                <a:cubicBezTo>
                  <a:pt x="1200537" y="2821455"/>
                  <a:pt x="1201036" y="2821787"/>
                  <a:pt x="1201285" y="2822203"/>
                </a:cubicBezTo>
                <a:lnTo>
                  <a:pt x="1211338" y="2839649"/>
                </a:lnTo>
                <a:cubicBezTo>
                  <a:pt x="1211587" y="2840065"/>
                  <a:pt x="1211587" y="2840646"/>
                  <a:pt x="1211338" y="2841062"/>
                </a:cubicBezTo>
                <a:lnTo>
                  <a:pt x="1201285" y="2858508"/>
                </a:lnTo>
                <a:cubicBezTo>
                  <a:pt x="1201036" y="2859007"/>
                  <a:pt x="1200537" y="2859256"/>
                  <a:pt x="1200039" y="2859256"/>
                </a:cubicBezTo>
                <a:close/>
                <a:moveTo>
                  <a:pt x="3948418" y="3601173"/>
                </a:moveTo>
                <a:cubicBezTo>
                  <a:pt x="3947919" y="3601173"/>
                  <a:pt x="3947421" y="3600841"/>
                  <a:pt x="3947172" y="3600426"/>
                </a:cubicBezTo>
                <a:lnTo>
                  <a:pt x="3937036" y="3582896"/>
                </a:lnTo>
                <a:cubicBezTo>
                  <a:pt x="3936787" y="3582480"/>
                  <a:pt x="3936787" y="3581899"/>
                  <a:pt x="3937036" y="3581484"/>
                </a:cubicBezTo>
                <a:lnTo>
                  <a:pt x="3947172" y="3563954"/>
                </a:lnTo>
                <a:cubicBezTo>
                  <a:pt x="3947421" y="3563455"/>
                  <a:pt x="3947919" y="3563206"/>
                  <a:pt x="3948418" y="3563206"/>
                </a:cubicBezTo>
                <a:lnTo>
                  <a:pt x="3968689" y="3563206"/>
                </a:lnTo>
                <a:cubicBezTo>
                  <a:pt x="3969188" y="3563206"/>
                  <a:pt x="3969686" y="3563538"/>
                  <a:pt x="3969935" y="3563954"/>
                </a:cubicBezTo>
                <a:lnTo>
                  <a:pt x="3980071" y="3581484"/>
                </a:lnTo>
                <a:cubicBezTo>
                  <a:pt x="3980320" y="3581899"/>
                  <a:pt x="3980320" y="3582480"/>
                  <a:pt x="3980071" y="3582896"/>
                </a:cubicBezTo>
                <a:lnTo>
                  <a:pt x="3969935" y="3600426"/>
                </a:lnTo>
                <a:cubicBezTo>
                  <a:pt x="3969686" y="3600924"/>
                  <a:pt x="3969188" y="3601173"/>
                  <a:pt x="3968689" y="3601173"/>
                </a:cubicBezTo>
                <a:close/>
                <a:moveTo>
                  <a:pt x="3767775" y="3552876"/>
                </a:moveTo>
                <a:cubicBezTo>
                  <a:pt x="3767276" y="3552876"/>
                  <a:pt x="3766778" y="3552544"/>
                  <a:pt x="3766529" y="3552129"/>
                </a:cubicBezTo>
                <a:lnTo>
                  <a:pt x="3756393" y="3534516"/>
                </a:lnTo>
                <a:cubicBezTo>
                  <a:pt x="3756144" y="3534101"/>
                  <a:pt x="3756144" y="3533519"/>
                  <a:pt x="3756393" y="3533104"/>
                </a:cubicBezTo>
                <a:lnTo>
                  <a:pt x="3766612" y="3515491"/>
                </a:lnTo>
                <a:cubicBezTo>
                  <a:pt x="3766861" y="3514992"/>
                  <a:pt x="3767359" y="3514743"/>
                  <a:pt x="3767858" y="3514743"/>
                </a:cubicBezTo>
                <a:lnTo>
                  <a:pt x="3788212" y="3514743"/>
                </a:lnTo>
                <a:cubicBezTo>
                  <a:pt x="3788711" y="3514743"/>
                  <a:pt x="3789209" y="3515075"/>
                  <a:pt x="3789459" y="3515491"/>
                </a:cubicBezTo>
                <a:lnTo>
                  <a:pt x="3799594" y="3533104"/>
                </a:lnTo>
                <a:cubicBezTo>
                  <a:pt x="3799844" y="3533519"/>
                  <a:pt x="3799843" y="3534101"/>
                  <a:pt x="3799594" y="3534516"/>
                </a:cubicBezTo>
                <a:lnTo>
                  <a:pt x="3789375" y="3552129"/>
                </a:lnTo>
                <a:cubicBezTo>
                  <a:pt x="3789126" y="3552627"/>
                  <a:pt x="3788628" y="3552876"/>
                  <a:pt x="3788129" y="3552876"/>
                </a:cubicBezTo>
                <a:close/>
                <a:moveTo>
                  <a:pt x="4670466" y="3795015"/>
                </a:moveTo>
                <a:cubicBezTo>
                  <a:pt x="4669967" y="3795015"/>
                  <a:pt x="4669469" y="3794682"/>
                  <a:pt x="4669220" y="3794267"/>
                </a:cubicBezTo>
                <a:lnTo>
                  <a:pt x="4658918" y="3776488"/>
                </a:lnTo>
                <a:cubicBezTo>
                  <a:pt x="4658669" y="3776073"/>
                  <a:pt x="4658669" y="3775491"/>
                  <a:pt x="4658918" y="3775076"/>
                </a:cubicBezTo>
                <a:lnTo>
                  <a:pt x="4669220" y="3757297"/>
                </a:lnTo>
                <a:cubicBezTo>
                  <a:pt x="4669469" y="3756798"/>
                  <a:pt x="4669967" y="3756549"/>
                  <a:pt x="4670466" y="3756549"/>
                </a:cubicBezTo>
                <a:lnTo>
                  <a:pt x="4690986" y="3756549"/>
                </a:lnTo>
                <a:cubicBezTo>
                  <a:pt x="4691485" y="3756549"/>
                  <a:pt x="4691983" y="3756881"/>
                  <a:pt x="4692233" y="3757297"/>
                </a:cubicBezTo>
                <a:lnTo>
                  <a:pt x="4702534" y="3775076"/>
                </a:lnTo>
                <a:cubicBezTo>
                  <a:pt x="4702784" y="3775491"/>
                  <a:pt x="4702784" y="3776073"/>
                  <a:pt x="4702534" y="3776488"/>
                </a:cubicBezTo>
                <a:lnTo>
                  <a:pt x="4692233" y="3794267"/>
                </a:lnTo>
                <a:cubicBezTo>
                  <a:pt x="4691983" y="3794765"/>
                  <a:pt x="4691485" y="3795015"/>
                  <a:pt x="4690986" y="3795015"/>
                </a:cubicBezTo>
                <a:close/>
                <a:moveTo>
                  <a:pt x="1781535" y="3021032"/>
                </a:moveTo>
                <a:cubicBezTo>
                  <a:pt x="1781036" y="3021032"/>
                  <a:pt x="1780538" y="3020700"/>
                  <a:pt x="1780288" y="3020284"/>
                </a:cubicBezTo>
                <a:lnTo>
                  <a:pt x="1769987" y="3002422"/>
                </a:lnTo>
                <a:cubicBezTo>
                  <a:pt x="1769738" y="3001924"/>
                  <a:pt x="1769738" y="3001342"/>
                  <a:pt x="1769987" y="3000927"/>
                </a:cubicBezTo>
                <a:lnTo>
                  <a:pt x="1780288" y="2983065"/>
                </a:lnTo>
                <a:cubicBezTo>
                  <a:pt x="1780538" y="2982566"/>
                  <a:pt x="1781036" y="2982317"/>
                  <a:pt x="1781535" y="2982317"/>
                </a:cubicBezTo>
                <a:lnTo>
                  <a:pt x="1802221" y="2982317"/>
                </a:lnTo>
                <a:cubicBezTo>
                  <a:pt x="1802720" y="2982317"/>
                  <a:pt x="1803218" y="2982649"/>
                  <a:pt x="1803468" y="2983065"/>
                </a:cubicBezTo>
                <a:lnTo>
                  <a:pt x="1813770" y="3000927"/>
                </a:lnTo>
                <a:cubicBezTo>
                  <a:pt x="1814019" y="3001425"/>
                  <a:pt x="1814019" y="3002007"/>
                  <a:pt x="1813770" y="3002422"/>
                </a:cubicBezTo>
                <a:lnTo>
                  <a:pt x="1803468" y="3020284"/>
                </a:lnTo>
                <a:cubicBezTo>
                  <a:pt x="1803218" y="3020782"/>
                  <a:pt x="1802720" y="3021032"/>
                  <a:pt x="1802221" y="3021032"/>
                </a:cubicBezTo>
                <a:close/>
                <a:moveTo>
                  <a:pt x="3707494" y="3537091"/>
                </a:moveTo>
                <a:cubicBezTo>
                  <a:pt x="3706996" y="3537091"/>
                  <a:pt x="3706497" y="3536759"/>
                  <a:pt x="3706248" y="3536343"/>
                </a:cubicBezTo>
                <a:lnTo>
                  <a:pt x="3695946" y="3518481"/>
                </a:lnTo>
                <a:cubicBezTo>
                  <a:pt x="3695697" y="3517983"/>
                  <a:pt x="3695697" y="3517401"/>
                  <a:pt x="3695946" y="3516986"/>
                </a:cubicBezTo>
                <a:lnTo>
                  <a:pt x="3706248" y="3499124"/>
                </a:lnTo>
                <a:cubicBezTo>
                  <a:pt x="3706497" y="3498625"/>
                  <a:pt x="3706996" y="3498376"/>
                  <a:pt x="3707494" y="3498376"/>
                </a:cubicBezTo>
                <a:lnTo>
                  <a:pt x="3728181" y="3498376"/>
                </a:lnTo>
                <a:cubicBezTo>
                  <a:pt x="3728679" y="3498376"/>
                  <a:pt x="3729178" y="3498708"/>
                  <a:pt x="3729427" y="3499124"/>
                </a:cubicBezTo>
                <a:lnTo>
                  <a:pt x="3739729" y="3516986"/>
                </a:lnTo>
                <a:cubicBezTo>
                  <a:pt x="3739978" y="3517484"/>
                  <a:pt x="3739978" y="3518066"/>
                  <a:pt x="3739729" y="3518481"/>
                </a:cubicBezTo>
                <a:lnTo>
                  <a:pt x="3729427" y="3536343"/>
                </a:lnTo>
                <a:cubicBezTo>
                  <a:pt x="3729178" y="3536841"/>
                  <a:pt x="3728679" y="3537091"/>
                  <a:pt x="3728181" y="3537091"/>
                </a:cubicBezTo>
                <a:close/>
                <a:moveTo>
                  <a:pt x="4489915" y="3746740"/>
                </a:moveTo>
                <a:cubicBezTo>
                  <a:pt x="4489416" y="3746740"/>
                  <a:pt x="4488918" y="3746408"/>
                  <a:pt x="4488669" y="3745992"/>
                </a:cubicBezTo>
                <a:lnTo>
                  <a:pt x="4478367" y="3728130"/>
                </a:lnTo>
                <a:cubicBezTo>
                  <a:pt x="4478118" y="3727632"/>
                  <a:pt x="4478118" y="3727050"/>
                  <a:pt x="4478367" y="3726635"/>
                </a:cubicBezTo>
                <a:lnTo>
                  <a:pt x="4488669" y="3708773"/>
                </a:lnTo>
                <a:cubicBezTo>
                  <a:pt x="4488919" y="3708274"/>
                  <a:pt x="4489416" y="3708025"/>
                  <a:pt x="4489915" y="3708025"/>
                </a:cubicBezTo>
                <a:lnTo>
                  <a:pt x="4510602" y="3708025"/>
                </a:lnTo>
                <a:cubicBezTo>
                  <a:pt x="4511100" y="3708025"/>
                  <a:pt x="4511599" y="3708357"/>
                  <a:pt x="4511848" y="3708773"/>
                </a:cubicBezTo>
                <a:lnTo>
                  <a:pt x="4522150" y="3726635"/>
                </a:lnTo>
                <a:cubicBezTo>
                  <a:pt x="4522399" y="3727133"/>
                  <a:pt x="4522400" y="3727716"/>
                  <a:pt x="4522150" y="3728130"/>
                </a:cubicBezTo>
                <a:lnTo>
                  <a:pt x="4511848" y="3745992"/>
                </a:lnTo>
                <a:cubicBezTo>
                  <a:pt x="4511599" y="3746490"/>
                  <a:pt x="4511101" y="3746740"/>
                  <a:pt x="4510603" y="3746740"/>
                </a:cubicBezTo>
                <a:close/>
                <a:moveTo>
                  <a:pt x="4550102" y="3762867"/>
                </a:moveTo>
                <a:cubicBezTo>
                  <a:pt x="4549603" y="3762867"/>
                  <a:pt x="4549105" y="3762535"/>
                  <a:pt x="4548856" y="3762119"/>
                </a:cubicBezTo>
                <a:lnTo>
                  <a:pt x="4538554" y="3744257"/>
                </a:lnTo>
                <a:cubicBezTo>
                  <a:pt x="4538305" y="3743759"/>
                  <a:pt x="4538305" y="3743177"/>
                  <a:pt x="4538554" y="3742762"/>
                </a:cubicBezTo>
                <a:lnTo>
                  <a:pt x="4548856" y="3724900"/>
                </a:lnTo>
                <a:cubicBezTo>
                  <a:pt x="4549105" y="3724401"/>
                  <a:pt x="4549603" y="3724152"/>
                  <a:pt x="4550102" y="3724152"/>
                </a:cubicBezTo>
                <a:lnTo>
                  <a:pt x="4570789" y="3724152"/>
                </a:lnTo>
                <a:cubicBezTo>
                  <a:pt x="4571287" y="3724152"/>
                  <a:pt x="4571786" y="3724484"/>
                  <a:pt x="4572035" y="3724900"/>
                </a:cubicBezTo>
                <a:lnTo>
                  <a:pt x="4582337" y="3742762"/>
                </a:lnTo>
                <a:cubicBezTo>
                  <a:pt x="4582586" y="3743260"/>
                  <a:pt x="4582587" y="3743843"/>
                  <a:pt x="4582337" y="3744257"/>
                </a:cubicBezTo>
                <a:lnTo>
                  <a:pt x="4572035" y="3762119"/>
                </a:lnTo>
                <a:cubicBezTo>
                  <a:pt x="4571786" y="3762617"/>
                  <a:pt x="4571288" y="3762867"/>
                  <a:pt x="4570790" y="3762868"/>
                </a:cubicBezTo>
                <a:close/>
                <a:moveTo>
                  <a:pt x="2503688" y="3214627"/>
                </a:moveTo>
                <a:cubicBezTo>
                  <a:pt x="2503189" y="3214627"/>
                  <a:pt x="2502691" y="3214295"/>
                  <a:pt x="2502443" y="3213879"/>
                </a:cubicBezTo>
                <a:lnTo>
                  <a:pt x="2492058" y="3195934"/>
                </a:lnTo>
                <a:cubicBezTo>
                  <a:pt x="2491809" y="3195436"/>
                  <a:pt x="2491808" y="3194853"/>
                  <a:pt x="2492058" y="3194439"/>
                </a:cubicBezTo>
                <a:lnTo>
                  <a:pt x="2502443" y="3176493"/>
                </a:lnTo>
                <a:cubicBezTo>
                  <a:pt x="2502692" y="3175995"/>
                  <a:pt x="2503190" y="3175746"/>
                  <a:pt x="2503689" y="3175745"/>
                </a:cubicBezTo>
                <a:lnTo>
                  <a:pt x="2524458" y="3175746"/>
                </a:lnTo>
                <a:cubicBezTo>
                  <a:pt x="2524956" y="3175745"/>
                  <a:pt x="2525455" y="3176077"/>
                  <a:pt x="2525705" y="3176494"/>
                </a:cubicBezTo>
                <a:lnTo>
                  <a:pt x="2536089" y="3194439"/>
                </a:lnTo>
                <a:cubicBezTo>
                  <a:pt x="2536339" y="3194937"/>
                  <a:pt x="2536338" y="3195519"/>
                  <a:pt x="2536090" y="3195934"/>
                </a:cubicBezTo>
                <a:lnTo>
                  <a:pt x="2525705" y="3213879"/>
                </a:lnTo>
                <a:cubicBezTo>
                  <a:pt x="2525456" y="3214378"/>
                  <a:pt x="2524957" y="3214627"/>
                  <a:pt x="2524459" y="3214627"/>
                </a:cubicBezTo>
                <a:close/>
                <a:moveTo>
                  <a:pt x="3647227" y="3521037"/>
                </a:moveTo>
                <a:cubicBezTo>
                  <a:pt x="3646728" y="3521037"/>
                  <a:pt x="3646230" y="3520705"/>
                  <a:pt x="3645981" y="3520289"/>
                </a:cubicBezTo>
                <a:lnTo>
                  <a:pt x="3635596" y="3502344"/>
                </a:lnTo>
                <a:cubicBezTo>
                  <a:pt x="3635347" y="3501846"/>
                  <a:pt x="3635347" y="3501264"/>
                  <a:pt x="3635596" y="3500849"/>
                </a:cubicBezTo>
                <a:lnTo>
                  <a:pt x="3645981" y="3482904"/>
                </a:lnTo>
                <a:cubicBezTo>
                  <a:pt x="3646230" y="3482405"/>
                  <a:pt x="3646728" y="3482156"/>
                  <a:pt x="3647227" y="3482156"/>
                </a:cubicBezTo>
                <a:lnTo>
                  <a:pt x="3667997" y="3482156"/>
                </a:lnTo>
                <a:cubicBezTo>
                  <a:pt x="3668495" y="3482156"/>
                  <a:pt x="3668994" y="3482488"/>
                  <a:pt x="3669243" y="3482904"/>
                </a:cubicBezTo>
                <a:lnTo>
                  <a:pt x="3679628" y="3500849"/>
                </a:lnTo>
                <a:cubicBezTo>
                  <a:pt x="3679877" y="3501347"/>
                  <a:pt x="3679877" y="3501929"/>
                  <a:pt x="3679628" y="3502344"/>
                </a:cubicBezTo>
                <a:lnTo>
                  <a:pt x="3669243" y="3520289"/>
                </a:lnTo>
                <a:cubicBezTo>
                  <a:pt x="3668994" y="3520788"/>
                  <a:pt x="3668495" y="3521037"/>
                  <a:pt x="3667997" y="3521037"/>
                </a:cubicBezTo>
                <a:close/>
                <a:moveTo>
                  <a:pt x="4790765" y="3827447"/>
                </a:moveTo>
                <a:cubicBezTo>
                  <a:pt x="4790266" y="3827447"/>
                  <a:pt x="4789768" y="3827115"/>
                  <a:pt x="4789519" y="3826699"/>
                </a:cubicBezTo>
                <a:lnTo>
                  <a:pt x="4779134" y="3808754"/>
                </a:lnTo>
                <a:cubicBezTo>
                  <a:pt x="4778885" y="3808256"/>
                  <a:pt x="4778885" y="3807674"/>
                  <a:pt x="4779134" y="3807259"/>
                </a:cubicBezTo>
                <a:lnTo>
                  <a:pt x="4789519" y="3789314"/>
                </a:lnTo>
                <a:cubicBezTo>
                  <a:pt x="4789768" y="3788815"/>
                  <a:pt x="4790266" y="3788566"/>
                  <a:pt x="4790765" y="3788566"/>
                </a:cubicBezTo>
                <a:lnTo>
                  <a:pt x="4811535" y="3788566"/>
                </a:lnTo>
                <a:cubicBezTo>
                  <a:pt x="4812033" y="3788566"/>
                  <a:pt x="4812532" y="3788898"/>
                  <a:pt x="4812781" y="3789314"/>
                </a:cubicBezTo>
                <a:lnTo>
                  <a:pt x="4823166" y="3807259"/>
                </a:lnTo>
                <a:cubicBezTo>
                  <a:pt x="4823415" y="3807757"/>
                  <a:pt x="4823415" y="3808339"/>
                  <a:pt x="4823166" y="3808754"/>
                </a:cubicBezTo>
                <a:lnTo>
                  <a:pt x="4812781" y="3826699"/>
                </a:lnTo>
                <a:cubicBezTo>
                  <a:pt x="4812532" y="3827198"/>
                  <a:pt x="4812033" y="3827447"/>
                  <a:pt x="4811535" y="3827447"/>
                </a:cubicBezTo>
                <a:close/>
                <a:moveTo>
                  <a:pt x="4911138" y="3859701"/>
                </a:moveTo>
                <a:cubicBezTo>
                  <a:pt x="4910639" y="3859701"/>
                  <a:pt x="4910141" y="3859369"/>
                  <a:pt x="4909892" y="3858953"/>
                </a:cubicBezTo>
                <a:lnTo>
                  <a:pt x="4899507" y="3841008"/>
                </a:lnTo>
                <a:cubicBezTo>
                  <a:pt x="4899258" y="3840510"/>
                  <a:pt x="4899258" y="3839928"/>
                  <a:pt x="4899507" y="3839513"/>
                </a:cubicBezTo>
                <a:lnTo>
                  <a:pt x="4909892" y="3821568"/>
                </a:lnTo>
                <a:cubicBezTo>
                  <a:pt x="4910141" y="3821069"/>
                  <a:pt x="4910639" y="3820820"/>
                  <a:pt x="4911138" y="3820820"/>
                </a:cubicBezTo>
                <a:lnTo>
                  <a:pt x="4931908" y="3820820"/>
                </a:lnTo>
                <a:cubicBezTo>
                  <a:pt x="4932406" y="3820820"/>
                  <a:pt x="4932905" y="3821152"/>
                  <a:pt x="4933154" y="3821568"/>
                </a:cubicBezTo>
                <a:lnTo>
                  <a:pt x="4943539" y="3839513"/>
                </a:lnTo>
                <a:cubicBezTo>
                  <a:pt x="4943788" y="3840011"/>
                  <a:pt x="4943788" y="3840593"/>
                  <a:pt x="4943539" y="3841008"/>
                </a:cubicBezTo>
                <a:lnTo>
                  <a:pt x="4933154" y="3858953"/>
                </a:lnTo>
                <a:cubicBezTo>
                  <a:pt x="4932905" y="3859452"/>
                  <a:pt x="4932406" y="3859701"/>
                  <a:pt x="4931908" y="3859700"/>
                </a:cubicBezTo>
                <a:close/>
                <a:moveTo>
                  <a:pt x="2323046" y="3166329"/>
                </a:moveTo>
                <a:cubicBezTo>
                  <a:pt x="2322547" y="3166329"/>
                  <a:pt x="2322049" y="3165997"/>
                  <a:pt x="2321800" y="3165582"/>
                </a:cubicBezTo>
                <a:lnTo>
                  <a:pt x="2311415" y="3147553"/>
                </a:lnTo>
                <a:cubicBezTo>
                  <a:pt x="2311166" y="3147055"/>
                  <a:pt x="2311166" y="3146473"/>
                  <a:pt x="2311415" y="3146058"/>
                </a:cubicBezTo>
                <a:lnTo>
                  <a:pt x="2321883" y="3128030"/>
                </a:lnTo>
                <a:cubicBezTo>
                  <a:pt x="2322132" y="3127531"/>
                  <a:pt x="2322631" y="3127282"/>
                  <a:pt x="2323129" y="3127282"/>
                </a:cubicBezTo>
                <a:lnTo>
                  <a:pt x="2343982" y="3127282"/>
                </a:lnTo>
                <a:cubicBezTo>
                  <a:pt x="2344481" y="3127282"/>
                  <a:pt x="2344979" y="3127614"/>
                  <a:pt x="2345228" y="3128030"/>
                </a:cubicBezTo>
                <a:lnTo>
                  <a:pt x="2355613" y="3146058"/>
                </a:lnTo>
                <a:cubicBezTo>
                  <a:pt x="2355862" y="3146556"/>
                  <a:pt x="2355862" y="3147138"/>
                  <a:pt x="2355613" y="3147553"/>
                </a:cubicBezTo>
                <a:lnTo>
                  <a:pt x="2345145" y="3165582"/>
                </a:lnTo>
                <a:cubicBezTo>
                  <a:pt x="2344896" y="3166080"/>
                  <a:pt x="2344397" y="3166329"/>
                  <a:pt x="2343899" y="3166329"/>
                </a:cubicBezTo>
                <a:close/>
                <a:moveTo>
                  <a:pt x="4249005" y="3682388"/>
                </a:moveTo>
                <a:cubicBezTo>
                  <a:pt x="4248506" y="3682388"/>
                  <a:pt x="4248008" y="3682056"/>
                  <a:pt x="4247759" y="3681641"/>
                </a:cubicBezTo>
                <a:lnTo>
                  <a:pt x="4237374" y="3663612"/>
                </a:lnTo>
                <a:cubicBezTo>
                  <a:pt x="4237125" y="3663114"/>
                  <a:pt x="4237125" y="3662532"/>
                  <a:pt x="4237374" y="3662117"/>
                </a:cubicBezTo>
                <a:lnTo>
                  <a:pt x="4247842" y="3644089"/>
                </a:lnTo>
                <a:cubicBezTo>
                  <a:pt x="4248091" y="3643590"/>
                  <a:pt x="4248591" y="3643341"/>
                  <a:pt x="4249089" y="3643341"/>
                </a:cubicBezTo>
                <a:lnTo>
                  <a:pt x="4269942" y="3643341"/>
                </a:lnTo>
                <a:cubicBezTo>
                  <a:pt x="4270441" y="3643341"/>
                  <a:pt x="4270938" y="3643673"/>
                  <a:pt x="4271187" y="3644089"/>
                </a:cubicBezTo>
                <a:lnTo>
                  <a:pt x="4281572" y="3662117"/>
                </a:lnTo>
                <a:cubicBezTo>
                  <a:pt x="4281821" y="3662615"/>
                  <a:pt x="4281821" y="3663197"/>
                  <a:pt x="4281572" y="3663612"/>
                </a:cubicBezTo>
                <a:lnTo>
                  <a:pt x="4271104" y="3681641"/>
                </a:lnTo>
                <a:cubicBezTo>
                  <a:pt x="4270856" y="3682139"/>
                  <a:pt x="4270356" y="3682388"/>
                  <a:pt x="4269858" y="3682388"/>
                </a:cubicBezTo>
                <a:close/>
                <a:moveTo>
                  <a:pt x="4309191" y="3698515"/>
                </a:moveTo>
                <a:cubicBezTo>
                  <a:pt x="4308692" y="3698515"/>
                  <a:pt x="4308194" y="3698183"/>
                  <a:pt x="4307945" y="3697768"/>
                </a:cubicBezTo>
                <a:lnTo>
                  <a:pt x="4297560" y="3679739"/>
                </a:lnTo>
                <a:cubicBezTo>
                  <a:pt x="4297311" y="3679241"/>
                  <a:pt x="4297311" y="3678659"/>
                  <a:pt x="4297560" y="3678244"/>
                </a:cubicBezTo>
                <a:lnTo>
                  <a:pt x="4308028" y="3660216"/>
                </a:lnTo>
                <a:cubicBezTo>
                  <a:pt x="4308277" y="3659717"/>
                  <a:pt x="4308776" y="3659468"/>
                  <a:pt x="4309274" y="3659468"/>
                </a:cubicBezTo>
                <a:lnTo>
                  <a:pt x="4330127" y="3659468"/>
                </a:lnTo>
                <a:cubicBezTo>
                  <a:pt x="4330626" y="3659468"/>
                  <a:pt x="4331124" y="3659800"/>
                  <a:pt x="4331373" y="3660216"/>
                </a:cubicBezTo>
                <a:lnTo>
                  <a:pt x="4341758" y="3678244"/>
                </a:lnTo>
                <a:cubicBezTo>
                  <a:pt x="4342007" y="3678742"/>
                  <a:pt x="4342007" y="3679324"/>
                  <a:pt x="4341758" y="3679739"/>
                </a:cubicBezTo>
                <a:lnTo>
                  <a:pt x="4331290" y="3697768"/>
                </a:lnTo>
                <a:cubicBezTo>
                  <a:pt x="4331041" y="3698266"/>
                  <a:pt x="4330542" y="3698515"/>
                  <a:pt x="4330044" y="3698515"/>
                </a:cubicBezTo>
                <a:close/>
                <a:moveTo>
                  <a:pt x="4369378" y="3714642"/>
                </a:moveTo>
                <a:cubicBezTo>
                  <a:pt x="4368879" y="3714642"/>
                  <a:pt x="4368381" y="3714310"/>
                  <a:pt x="4368132" y="3713895"/>
                </a:cubicBezTo>
                <a:lnTo>
                  <a:pt x="4357747" y="3695866"/>
                </a:lnTo>
                <a:cubicBezTo>
                  <a:pt x="4357498" y="3695368"/>
                  <a:pt x="4357498" y="3694786"/>
                  <a:pt x="4357747" y="3694371"/>
                </a:cubicBezTo>
                <a:lnTo>
                  <a:pt x="4368215" y="3676343"/>
                </a:lnTo>
                <a:cubicBezTo>
                  <a:pt x="4368464" y="3675844"/>
                  <a:pt x="4368963" y="3675595"/>
                  <a:pt x="4369461" y="3675595"/>
                </a:cubicBezTo>
                <a:lnTo>
                  <a:pt x="4390314" y="3675595"/>
                </a:lnTo>
                <a:cubicBezTo>
                  <a:pt x="4390813" y="3675595"/>
                  <a:pt x="4391311" y="3675927"/>
                  <a:pt x="4391560" y="3676343"/>
                </a:cubicBezTo>
                <a:lnTo>
                  <a:pt x="4401945" y="3694371"/>
                </a:lnTo>
                <a:cubicBezTo>
                  <a:pt x="4402194" y="3694869"/>
                  <a:pt x="4402194" y="3695451"/>
                  <a:pt x="4401945" y="3695866"/>
                </a:cubicBezTo>
                <a:lnTo>
                  <a:pt x="4391477" y="3713895"/>
                </a:lnTo>
                <a:cubicBezTo>
                  <a:pt x="4391228" y="3714393"/>
                  <a:pt x="4390729" y="3714642"/>
                  <a:pt x="4390231" y="3714642"/>
                </a:cubicBezTo>
                <a:close/>
                <a:moveTo>
                  <a:pt x="4610122" y="3779149"/>
                </a:moveTo>
                <a:cubicBezTo>
                  <a:pt x="4609623" y="3779149"/>
                  <a:pt x="4609126" y="3778817"/>
                  <a:pt x="4608877" y="3778402"/>
                </a:cubicBezTo>
                <a:lnTo>
                  <a:pt x="4598491" y="3760373"/>
                </a:lnTo>
                <a:cubicBezTo>
                  <a:pt x="4598242" y="3759875"/>
                  <a:pt x="4598243" y="3759293"/>
                  <a:pt x="4598491" y="3758878"/>
                </a:cubicBezTo>
                <a:lnTo>
                  <a:pt x="4608960" y="3740850"/>
                </a:lnTo>
                <a:cubicBezTo>
                  <a:pt x="4609208" y="3740351"/>
                  <a:pt x="4609708" y="3740102"/>
                  <a:pt x="4610206" y="3740102"/>
                </a:cubicBezTo>
                <a:lnTo>
                  <a:pt x="4631059" y="3740102"/>
                </a:lnTo>
                <a:cubicBezTo>
                  <a:pt x="4631558" y="3740102"/>
                  <a:pt x="4632055" y="3740434"/>
                  <a:pt x="4632305" y="3740850"/>
                </a:cubicBezTo>
                <a:lnTo>
                  <a:pt x="4642689" y="3758878"/>
                </a:lnTo>
                <a:cubicBezTo>
                  <a:pt x="4642939" y="3759376"/>
                  <a:pt x="4642938" y="3759958"/>
                  <a:pt x="4642689" y="3760373"/>
                </a:cubicBezTo>
                <a:lnTo>
                  <a:pt x="4632222" y="3778402"/>
                </a:lnTo>
                <a:cubicBezTo>
                  <a:pt x="4631973" y="3778900"/>
                  <a:pt x="4631473" y="3779149"/>
                  <a:pt x="4630975" y="3779149"/>
                </a:cubicBezTo>
                <a:close/>
                <a:moveTo>
                  <a:pt x="4730495" y="3811403"/>
                </a:moveTo>
                <a:cubicBezTo>
                  <a:pt x="4729996" y="3811403"/>
                  <a:pt x="4729498" y="3811071"/>
                  <a:pt x="4729249" y="3810656"/>
                </a:cubicBezTo>
                <a:lnTo>
                  <a:pt x="4718864" y="3792627"/>
                </a:lnTo>
                <a:cubicBezTo>
                  <a:pt x="4718615" y="3792129"/>
                  <a:pt x="4718615" y="3791547"/>
                  <a:pt x="4718864" y="3791132"/>
                </a:cubicBezTo>
                <a:lnTo>
                  <a:pt x="4729332" y="3773104"/>
                </a:lnTo>
                <a:cubicBezTo>
                  <a:pt x="4729581" y="3772605"/>
                  <a:pt x="4730080" y="3772356"/>
                  <a:pt x="4730578" y="3772356"/>
                </a:cubicBezTo>
                <a:lnTo>
                  <a:pt x="4751431" y="3772356"/>
                </a:lnTo>
                <a:cubicBezTo>
                  <a:pt x="4751930" y="3772356"/>
                  <a:pt x="4752428" y="3772688"/>
                  <a:pt x="4752677" y="3773104"/>
                </a:cubicBezTo>
                <a:lnTo>
                  <a:pt x="4763062" y="3791132"/>
                </a:lnTo>
                <a:cubicBezTo>
                  <a:pt x="4763311" y="3791630"/>
                  <a:pt x="4763311" y="3792212"/>
                  <a:pt x="4763062" y="3792627"/>
                </a:cubicBezTo>
                <a:lnTo>
                  <a:pt x="4752594" y="3810656"/>
                </a:lnTo>
                <a:cubicBezTo>
                  <a:pt x="4752345" y="3811154"/>
                  <a:pt x="4751846" y="3811403"/>
                  <a:pt x="4751348" y="3811403"/>
                </a:cubicBezTo>
                <a:close/>
                <a:moveTo>
                  <a:pt x="4850868" y="3843657"/>
                </a:moveTo>
                <a:cubicBezTo>
                  <a:pt x="4850369" y="3843657"/>
                  <a:pt x="4849871" y="3843325"/>
                  <a:pt x="4849622" y="3842910"/>
                </a:cubicBezTo>
                <a:lnTo>
                  <a:pt x="4839237" y="3824881"/>
                </a:lnTo>
                <a:cubicBezTo>
                  <a:pt x="4838988" y="3824383"/>
                  <a:pt x="4838988" y="3823801"/>
                  <a:pt x="4839237" y="3823386"/>
                </a:cubicBezTo>
                <a:lnTo>
                  <a:pt x="4849705" y="3805358"/>
                </a:lnTo>
                <a:cubicBezTo>
                  <a:pt x="4849954" y="3804859"/>
                  <a:pt x="4850453" y="3804610"/>
                  <a:pt x="4850951" y="3804610"/>
                </a:cubicBezTo>
                <a:lnTo>
                  <a:pt x="4871804" y="3804610"/>
                </a:lnTo>
                <a:cubicBezTo>
                  <a:pt x="4872303" y="3804610"/>
                  <a:pt x="4872801" y="3804942"/>
                  <a:pt x="4873050" y="3805358"/>
                </a:cubicBezTo>
                <a:lnTo>
                  <a:pt x="4883435" y="3823386"/>
                </a:lnTo>
                <a:cubicBezTo>
                  <a:pt x="4883684" y="3823884"/>
                  <a:pt x="4883684" y="3824466"/>
                  <a:pt x="4883435" y="3824881"/>
                </a:cubicBezTo>
                <a:lnTo>
                  <a:pt x="4872967" y="3842910"/>
                </a:lnTo>
                <a:cubicBezTo>
                  <a:pt x="4872718" y="3843408"/>
                  <a:pt x="4872219" y="3843657"/>
                  <a:pt x="4871721" y="3843657"/>
                </a:cubicBezTo>
                <a:close/>
                <a:moveTo>
                  <a:pt x="2082301" y="3101905"/>
                </a:moveTo>
                <a:cubicBezTo>
                  <a:pt x="2081803" y="3101905"/>
                  <a:pt x="2081305" y="3101573"/>
                  <a:pt x="2081055" y="3101157"/>
                </a:cubicBezTo>
                <a:lnTo>
                  <a:pt x="2070588" y="3083046"/>
                </a:lnTo>
                <a:cubicBezTo>
                  <a:pt x="2070338" y="3082548"/>
                  <a:pt x="2070339" y="3081966"/>
                  <a:pt x="2070587" y="3081551"/>
                </a:cubicBezTo>
                <a:lnTo>
                  <a:pt x="2081055" y="3063440"/>
                </a:lnTo>
                <a:cubicBezTo>
                  <a:pt x="2081304" y="3062941"/>
                  <a:pt x="2081803" y="3062692"/>
                  <a:pt x="2082301" y="3062692"/>
                </a:cubicBezTo>
                <a:lnTo>
                  <a:pt x="2103238" y="3062692"/>
                </a:lnTo>
                <a:cubicBezTo>
                  <a:pt x="2103737" y="3062692"/>
                  <a:pt x="2104234" y="3063024"/>
                  <a:pt x="2104483" y="3063440"/>
                </a:cubicBezTo>
                <a:lnTo>
                  <a:pt x="2114951" y="3081550"/>
                </a:lnTo>
                <a:cubicBezTo>
                  <a:pt x="2115201" y="3082049"/>
                  <a:pt x="2115201" y="3082630"/>
                  <a:pt x="2114951" y="3083046"/>
                </a:cubicBezTo>
                <a:lnTo>
                  <a:pt x="2104484" y="3101157"/>
                </a:lnTo>
                <a:cubicBezTo>
                  <a:pt x="2104234" y="3101656"/>
                  <a:pt x="2103736" y="3101905"/>
                  <a:pt x="2103238" y="3101905"/>
                </a:cubicBezTo>
                <a:close/>
                <a:moveTo>
                  <a:pt x="2443418" y="3198666"/>
                </a:moveTo>
                <a:cubicBezTo>
                  <a:pt x="2442920" y="3198666"/>
                  <a:pt x="2442422" y="3198334"/>
                  <a:pt x="2442172" y="3197918"/>
                </a:cubicBezTo>
                <a:lnTo>
                  <a:pt x="2431705" y="3179807"/>
                </a:lnTo>
                <a:cubicBezTo>
                  <a:pt x="2431456" y="3179309"/>
                  <a:pt x="2431456" y="3178727"/>
                  <a:pt x="2431705" y="3178312"/>
                </a:cubicBezTo>
                <a:lnTo>
                  <a:pt x="2442172" y="3160201"/>
                </a:lnTo>
                <a:cubicBezTo>
                  <a:pt x="2442421" y="3159702"/>
                  <a:pt x="2442920" y="3159453"/>
                  <a:pt x="2443418" y="3159453"/>
                </a:cubicBezTo>
                <a:lnTo>
                  <a:pt x="2464355" y="3159453"/>
                </a:lnTo>
                <a:cubicBezTo>
                  <a:pt x="2464854" y="3159453"/>
                  <a:pt x="2465351" y="3159785"/>
                  <a:pt x="2465601" y="3160201"/>
                </a:cubicBezTo>
                <a:lnTo>
                  <a:pt x="2476068" y="3178312"/>
                </a:lnTo>
                <a:cubicBezTo>
                  <a:pt x="2476318" y="3178810"/>
                  <a:pt x="2476318" y="3179392"/>
                  <a:pt x="2476068" y="3179807"/>
                </a:cubicBezTo>
                <a:lnTo>
                  <a:pt x="2465601" y="3197918"/>
                </a:lnTo>
                <a:cubicBezTo>
                  <a:pt x="2465352" y="3198417"/>
                  <a:pt x="2464854" y="3198666"/>
                  <a:pt x="2464355" y="3198666"/>
                </a:cubicBezTo>
                <a:close/>
                <a:moveTo>
                  <a:pt x="2563791" y="3230919"/>
                </a:moveTo>
                <a:cubicBezTo>
                  <a:pt x="2563293" y="3230919"/>
                  <a:pt x="2562794" y="3230587"/>
                  <a:pt x="2562545" y="3230171"/>
                </a:cubicBezTo>
                <a:lnTo>
                  <a:pt x="2552077" y="3212061"/>
                </a:lnTo>
                <a:cubicBezTo>
                  <a:pt x="2551828" y="3211562"/>
                  <a:pt x="2551828" y="3210981"/>
                  <a:pt x="2552077" y="3210565"/>
                </a:cubicBezTo>
                <a:lnTo>
                  <a:pt x="2562545" y="3192454"/>
                </a:lnTo>
                <a:cubicBezTo>
                  <a:pt x="2562794" y="3191955"/>
                  <a:pt x="2563293" y="3191706"/>
                  <a:pt x="2563791" y="3191706"/>
                </a:cubicBezTo>
                <a:lnTo>
                  <a:pt x="2584727" y="3191706"/>
                </a:lnTo>
                <a:cubicBezTo>
                  <a:pt x="2585226" y="3191706"/>
                  <a:pt x="2585724" y="3192038"/>
                  <a:pt x="2585973" y="3192454"/>
                </a:cubicBezTo>
                <a:lnTo>
                  <a:pt x="2596441" y="3210565"/>
                </a:lnTo>
                <a:cubicBezTo>
                  <a:pt x="2596691" y="3211063"/>
                  <a:pt x="2596691" y="3211645"/>
                  <a:pt x="2596441" y="3212060"/>
                </a:cubicBezTo>
                <a:lnTo>
                  <a:pt x="2585973" y="3230171"/>
                </a:lnTo>
                <a:cubicBezTo>
                  <a:pt x="2585724" y="3230670"/>
                  <a:pt x="2585226" y="3230920"/>
                  <a:pt x="2584727" y="3230919"/>
                </a:cubicBezTo>
                <a:close/>
                <a:moveTo>
                  <a:pt x="3827701" y="3569583"/>
                </a:moveTo>
                <a:cubicBezTo>
                  <a:pt x="3827203" y="3569583"/>
                  <a:pt x="3826705" y="3569251"/>
                  <a:pt x="3826455" y="3568835"/>
                </a:cubicBezTo>
                <a:lnTo>
                  <a:pt x="3815987" y="3550724"/>
                </a:lnTo>
                <a:cubicBezTo>
                  <a:pt x="3815738" y="3550226"/>
                  <a:pt x="3815738" y="3549644"/>
                  <a:pt x="3815987" y="3549229"/>
                </a:cubicBezTo>
                <a:lnTo>
                  <a:pt x="3826455" y="3531118"/>
                </a:lnTo>
                <a:cubicBezTo>
                  <a:pt x="3826704" y="3530619"/>
                  <a:pt x="3827203" y="3530370"/>
                  <a:pt x="3827701" y="3530370"/>
                </a:cubicBezTo>
                <a:lnTo>
                  <a:pt x="3848638" y="3530370"/>
                </a:lnTo>
                <a:cubicBezTo>
                  <a:pt x="3849137" y="3530370"/>
                  <a:pt x="3849634" y="3530702"/>
                  <a:pt x="3849883" y="3531118"/>
                </a:cubicBezTo>
                <a:lnTo>
                  <a:pt x="3860351" y="3549229"/>
                </a:lnTo>
                <a:cubicBezTo>
                  <a:pt x="3860601" y="3549727"/>
                  <a:pt x="3860601" y="3550309"/>
                  <a:pt x="3860351" y="3550724"/>
                </a:cubicBezTo>
                <a:lnTo>
                  <a:pt x="3849884" y="3568835"/>
                </a:lnTo>
                <a:cubicBezTo>
                  <a:pt x="3849634" y="3569334"/>
                  <a:pt x="3849136" y="3569583"/>
                  <a:pt x="3848637" y="3569583"/>
                </a:cubicBezTo>
                <a:close/>
                <a:moveTo>
                  <a:pt x="4429564" y="3730852"/>
                </a:moveTo>
                <a:cubicBezTo>
                  <a:pt x="4429066" y="3730852"/>
                  <a:pt x="4428567" y="3730520"/>
                  <a:pt x="4428318" y="3730104"/>
                </a:cubicBezTo>
                <a:lnTo>
                  <a:pt x="4417850" y="3711993"/>
                </a:lnTo>
                <a:cubicBezTo>
                  <a:pt x="4417601" y="3711495"/>
                  <a:pt x="4417601" y="3710913"/>
                  <a:pt x="4417850" y="3710498"/>
                </a:cubicBezTo>
                <a:lnTo>
                  <a:pt x="4428318" y="3692387"/>
                </a:lnTo>
                <a:cubicBezTo>
                  <a:pt x="4428567" y="3691888"/>
                  <a:pt x="4429066" y="3691639"/>
                  <a:pt x="4429564" y="3691639"/>
                </a:cubicBezTo>
                <a:lnTo>
                  <a:pt x="4450500" y="3691639"/>
                </a:lnTo>
                <a:cubicBezTo>
                  <a:pt x="4450999" y="3691639"/>
                  <a:pt x="4451497" y="3691971"/>
                  <a:pt x="4451746" y="3692387"/>
                </a:cubicBezTo>
                <a:lnTo>
                  <a:pt x="4462214" y="3710498"/>
                </a:lnTo>
                <a:cubicBezTo>
                  <a:pt x="4462463" y="3710996"/>
                  <a:pt x="4462463" y="3711578"/>
                  <a:pt x="4462214" y="3711993"/>
                </a:cubicBezTo>
                <a:lnTo>
                  <a:pt x="4451746" y="3730104"/>
                </a:lnTo>
                <a:cubicBezTo>
                  <a:pt x="4451497" y="3730603"/>
                  <a:pt x="4450999" y="3730852"/>
                  <a:pt x="4450500" y="3730852"/>
                </a:cubicBezTo>
                <a:close/>
                <a:moveTo>
                  <a:pt x="5091612" y="3908247"/>
                </a:moveTo>
                <a:cubicBezTo>
                  <a:pt x="5091114" y="3908247"/>
                  <a:pt x="5090615" y="3907915"/>
                  <a:pt x="5090366" y="3907499"/>
                </a:cubicBezTo>
                <a:lnTo>
                  <a:pt x="5079898" y="3889388"/>
                </a:lnTo>
                <a:cubicBezTo>
                  <a:pt x="5079649" y="3888890"/>
                  <a:pt x="5079649" y="3888308"/>
                  <a:pt x="5079898" y="3887893"/>
                </a:cubicBezTo>
                <a:lnTo>
                  <a:pt x="5090366" y="3869782"/>
                </a:lnTo>
                <a:cubicBezTo>
                  <a:pt x="5090615" y="3869283"/>
                  <a:pt x="5091114" y="3869034"/>
                  <a:pt x="5091612" y="3869034"/>
                </a:cubicBezTo>
                <a:lnTo>
                  <a:pt x="5112548" y="3869034"/>
                </a:lnTo>
                <a:cubicBezTo>
                  <a:pt x="5113047" y="3869034"/>
                  <a:pt x="5113545" y="3869366"/>
                  <a:pt x="5113794" y="3869782"/>
                </a:cubicBezTo>
                <a:lnTo>
                  <a:pt x="5124262" y="3887893"/>
                </a:lnTo>
                <a:cubicBezTo>
                  <a:pt x="5124511" y="3888391"/>
                  <a:pt x="5124511" y="3888973"/>
                  <a:pt x="5124262" y="3889388"/>
                </a:cubicBezTo>
                <a:lnTo>
                  <a:pt x="5113794" y="3907499"/>
                </a:lnTo>
                <a:cubicBezTo>
                  <a:pt x="5113545" y="3907998"/>
                  <a:pt x="5113047" y="3908247"/>
                  <a:pt x="5112548" y="3908247"/>
                </a:cubicBezTo>
                <a:close/>
                <a:moveTo>
                  <a:pt x="1901683" y="3053600"/>
                </a:moveTo>
                <a:cubicBezTo>
                  <a:pt x="1901185" y="3053600"/>
                  <a:pt x="1900685" y="3053267"/>
                  <a:pt x="1900436" y="3052852"/>
                </a:cubicBezTo>
                <a:lnTo>
                  <a:pt x="1889886" y="3034575"/>
                </a:lnTo>
                <a:cubicBezTo>
                  <a:pt x="1889637" y="3034076"/>
                  <a:pt x="1889637" y="3033494"/>
                  <a:pt x="1889886" y="3033079"/>
                </a:cubicBezTo>
                <a:lnTo>
                  <a:pt x="1900437" y="3014802"/>
                </a:lnTo>
                <a:cubicBezTo>
                  <a:pt x="1900686" y="3014303"/>
                  <a:pt x="1901185" y="3014054"/>
                  <a:pt x="1901683" y="3014054"/>
                </a:cubicBezTo>
                <a:lnTo>
                  <a:pt x="1922702" y="3014054"/>
                </a:lnTo>
                <a:cubicBezTo>
                  <a:pt x="1923201" y="3014054"/>
                  <a:pt x="1923699" y="3014386"/>
                  <a:pt x="1923948" y="3014802"/>
                </a:cubicBezTo>
                <a:lnTo>
                  <a:pt x="1934500" y="3033079"/>
                </a:lnTo>
                <a:cubicBezTo>
                  <a:pt x="1934749" y="3033578"/>
                  <a:pt x="1934749" y="3034159"/>
                  <a:pt x="1934500" y="3034575"/>
                </a:cubicBezTo>
                <a:lnTo>
                  <a:pt x="1923948" y="3052852"/>
                </a:lnTo>
                <a:cubicBezTo>
                  <a:pt x="1923699" y="3053350"/>
                  <a:pt x="1923201" y="3053600"/>
                  <a:pt x="1922701" y="3053600"/>
                </a:cubicBezTo>
                <a:close/>
                <a:moveTo>
                  <a:pt x="2262800" y="3150361"/>
                </a:moveTo>
                <a:cubicBezTo>
                  <a:pt x="2262302" y="3150361"/>
                  <a:pt x="2261803" y="3150028"/>
                  <a:pt x="2261554" y="3149613"/>
                </a:cubicBezTo>
                <a:lnTo>
                  <a:pt x="2251003" y="3131336"/>
                </a:lnTo>
                <a:cubicBezTo>
                  <a:pt x="2250754" y="3130837"/>
                  <a:pt x="2250754" y="3130255"/>
                  <a:pt x="2251003" y="3129840"/>
                </a:cubicBezTo>
                <a:lnTo>
                  <a:pt x="2261554" y="3111563"/>
                </a:lnTo>
                <a:cubicBezTo>
                  <a:pt x="2261803" y="3111064"/>
                  <a:pt x="2262302" y="3110815"/>
                  <a:pt x="2262800" y="3110815"/>
                </a:cubicBezTo>
                <a:lnTo>
                  <a:pt x="2283819" y="3110815"/>
                </a:lnTo>
                <a:cubicBezTo>
                  <a:pt x="2284317" y="3110815"/>
                  <a:pt x="2284816" y="3111147"/>
                  <a:pt x="2285065" y="3111563"/>
                </a:cubicBezTo>
                <a:lnTo>
                  <a:pt x="2295616" y="3129840"/>
                </a:lnTo>
                <a:cubicBezTo>
                  <a:pt x="2295866" y="3130339"/>
                  <a:pt x="2295866" y="3130920"/>
                  <a:pt x="2295616" y="3131336"/>
                </a:cubicBezTo>
                <a:lnTo>
                  <a:pt x="2285065" y="3149613"/>
                </a:lnTo>
                <a:cubicBezTo>
                  <a:pt x="2284816" y="3150111"/>
                  <a:pt x="2284317" y="3150361"/>
                  <a:pt x="2283819" y="3150361"/>
                </a:cubicBezTo>
                <a:close/>
                <a:moveTo>
                  <a:pt x="2383172" y="3182615"/>
                </a:moveTo>
                <a:cubicBezTo>
                  <a:pt x="2382674" y="3182615"/>
                  <a:pt x="2382174" y="3182282"/>
                  <a:pt x="2381925" y="3181867"/>
                </a:cubicBezTo>
                <a:lnTo>
                  <a:pt x="2371375" y="3163590"/>
                </a:lnTo>
                <a:cubicBezTo>
                  <a:pt x="2371125" y="3163091"/>
                  <a:pt x="2371126" y="3162509"/>
                  <a:pt x="2371374" y="3162094"/>
                </a:cubicBezTo>
                <a:lnTo>
                  <a:pt x="2381925" y="3143817"/>
                </a:lnTo>
                <a:cubicBezTo>
                  <a:pt x="2382175" y="3143318"/>
                  <a:pt x="2382673" y="3143069"/>
                  <a:pt x="2383171" y="3143069"/>
                </a:cubicBezTo>
                <a:lnTo>
                  <a:pt x="2404191" y="3143069"/>
                </a:lnTo>
                <a:cubicBezTo>
                  <a:pt x="2404689" y="3143069"/>
                  <a:pt x="2405188" y="3143401"/>
                  <a:pt x="2405437" y="3143817"/>
                </a:cubicBezTo>
                <a:lnTo>
                  <a:pt x="2415988" y="3162094"/>
                </a:lnTo>
                <a:cubicBezTo>
                  <a:pt x="2416237" y="3162593"/>
                  <a:pt x="2416238" y="3163174"/>
                  <a:pt x="2415987" y="3163590"/>
                </a:cubicBezTo>
                <a:lnTo>
                  <a:pt x="2405436" y="3181867"/>
                </a:lnTo>
                <a:cubicBezTo>
                  <a:pt x="2405188" y="3182365"/>
                  <a:pt x="2404688" y="3182615"/>
                  <a:pt x="2404190" y="3182615"/>
                </a:cubicBezTo>
                <a:close/>
                <a:moveTo>
                  <a:pt x="4971180" y="3876070"/>
                </a:moveTo>
                <a:cubicBezTo>
                  <a:pt x="4970682" y="3876070"/>
                  <a:pt x="4970184" y="3875737"/>
                  <a:pt x="4969935" y="3875322"/>
                </a:cubicBezTo>
                <a:lnTo>
                  <a:pt x="4959383" y="3857045"/>
                </a:lnTo>
                <a:cubicBezTo>
                  <a:pt x="4959135" y="3856546"/>
                  <a:pt x="4959135" y="3855964"/>
                  <a:pt x="4959383" y="3855549"/>
                </a:cubicBezTo>
                <a:lnTo>
                  <a:pt x="4969935" y="3837272"/>
                </a:lnTo>
                <a:cubicBezTo>
                  <a:pt x="4970183" y="3836773"/>
                  <a:pt x="4970682" y="3836524"/>
                  <a:pt x="4971180" y="3836524"/>
                </a:cubicBezTo>
                <a:lnTo>
                  <a:pt x="4992200" y="3836524"/>
                </a:lnTo>
                <a:cubicBezTo>
                  <a:pt x="4992699" y="3836524"/>
                  <a:pt x="4993196" y="3836856"/>
                  <a:pt x="4993445" y="3837272"/>
                </a:cubicBezTo>
                <a:lnTo>
                  <a:pt x="5003997" y="3855549"/>
                </a:lnTo>
                <a:cubicBezTo>
                  <a:pt x="5004246" y="3856048"/>
                  <a:pt x="5004247" y="3856629"/>
                  <a:pt x="5003996" y="3857045"/>
                </a:cubicBezTo>
                <a:lnTo>
                  <a:pt x="4993445" y="3875322"/>
                </a:lnTo>
                <a:cubicBezTo>
                  <a:pt x="4993196" y="3875820"/>
                  <a:pt x="4992699" y="3876070"/>
                  <a:pt x="4992200" y="3876070"/>
                </a:cubicBezTo>
                <a:close/>
                <a:moveTo>
                  <a:pt x="5031366" y="3892196"/>
                </a:moveTo>
                <a:cubicBezTo>
                  <a:pt x="5030868" y="3892196"/>
                  <a:pt x="5030369" y="3891863"/>
                  <a:pt x="5030120" y="3891448"/>
                </a:cubicBezTo>
                <a:lnTo>
                  <a:pt x="5019569" y="3873171"/>
                </a:lnTo>
                <a:cubicBezTo>
                  <a:pt x="5019320" y="3872672"/>
                  <a:pt x="5019320" y="3872090"/>
                  <a:pt x="5019569" y="3871675"/>
                </a:cubicBezTo>
                <a:lnTo>
                  <a:pt x="5030120" y="3853398"/>
                </a:lnTo>
                <a:cubicBezTo>
                  <a:pt x="5030369" y="3852899"/>
                  <a:pt x="5030868" y="3852650"/>
                  <a:pt x="5031366" y="3852650"/>
                </a:cubicBezTo>
                <a:lnTo>
                  <a:pt x="5052385" y="3852650"/>
                </a:lnTo>
                <a:cubicBezTo>
                  <a:pt x="5052884" y="3852650"/>
                  <a:pt x="5053382" y="3852982"/>
                  <a:pt x="5053631" y="3853398"/>
                </a:cubicBezTo>
                <a:lnTo>
                  <a:pt x="5064182" y="3871675"/>
                </a:lnTo>
                <a:cubicBezTo>
                  <a:pt x="5064432" y="3872174"/>
                  <a:pt x="5064432" y="3872755"/>
                  <a:pt x="5064182" y="3873172"/>
                </a:cubicBezTo>
                <a:lnTo>
                  <a:pt x="5053631" y="3891448"/>
                </a:lnTo>
                <a:cubicBezTo>
                  <a:pt x="5053382" y="3891946"/>
                  <a:pt x="5052884" y="3892196"/>
                  <a:pt x="5052385" y="3892196"/>
                </a:cubicBezTo>
                <a:close/>
                <a:moveTo>
                  <a:pt x="1841472" y="3037657"/>
                </a:moveTo>
                <a:cubicBezTo>
                  <a:pt x="1840891" y="3037657"/>
                  <a:pt x="1840392" y="3037408"/>
                  <a:pt x="1840142" y="3036909"/>
                </a:cubicBezTo>
                <a:lnTo>
                  <a:pt x="1829592" y="3018549"/>
                </a:lnTo>
                <a:cubicBezTo>
                  <a:pt x="1829342" y="3018050"/>
                  <a:pt x="1829343" y="3017552"/>
                  <a:pt x="1829592" y="3017053"/>
                </a:cubicBezTo>
                <a:lnTo>
                  <a:pt x="1840142" y="2998693"/>
                </a:lnTo>
                <a:cubicBezTo>
                  <a:pt x="1840474" y="2998194"/>
                  <a:pt x="1840974" y="2997945"/>
                  <a:pt x="1841472" y="2997945"/>
                </a:cubicBezTo>
                <a:lnTo>
                  <a:pt x="1862658" y="2997945"/>
                </a:lnTo>
                <a:cubicBezTo>
                  <a:pt x="1863238" y="2997945"/>
                  <a:pt x="1863738" y="2998194"/>
                  <a:pt x="1863986" y="2998693"/>
                </a:cubicBezTo>
                <a:lnTo>
                  <a:pt x="1874537" y="3017053"/>
                </a:lnTo>
                <a:cubicBezTo>
                  <a:pt x="1874787" y="3017552"/>
                  <a:pt x="1874786" y="3018050"/>
                  <a:pt x="1874538" y="3018549"/>
                </a:cubicBezTo>
                <a:lnTo>
                  <a:pt x="1863987" y="3036909"/>
                </a:lnTo>
                <a:cubicBezTo>
                  <a:pt x="1863654" y="3037408"/>
                  <a:pt x="1863155" y="3037657"/>
                  <a:pt x="1862658" y="3037657"/>
                </a:cubicBezTo>
                <a:close/>
                <a:moveTo>
                  <a:pt x="2142403" y="3118291"/>
                </a:moveTo>
                <a:cubicBezTo>
                  <a:pt x="2141822" y="3118291"/>
                  <a:pt x="2141323" y="3118042"/>
                  <a:pt x="2141074" y="3117543"/>
                </a:cubicBezTo>
                <a:lnTo>
                  <a:pt x="2130523" y="3099183"/>
                </a:lnTo>
                <a:cubicBezTo>
                  <a:pt x="2130274" y="3098684"/>
                  <a:pt x="2130274" y="3098186"/>
                  <a:pt x="2130523" y="3097687"/>
                </a:cubicBezTo>
                <a:lnTo>
                  <a:pt x="2141074" y="3079327"/>
                </a:lnTo>
                <a:cubicBezTo>
                  <a:pt x="2141406" y="3078828"/>
                  <a:pt x="2141905" y="3078579"/>
                  <a:pt x="2142403" y="3078579"/>
                </a:cubicBezTo>
                <a:lnTo>
                  <a:pt x="2163588" y="3078579"/>
                </a:lnTo>
                <a:cubicBezTo>
                  <a:pt x="2164170" y="3078579"/>
                  <a:pt x="2164668" y="3078828"/>
                  <a:pt x="2164918" y="3079327"/>
                </a:cubicBezTo>
                <a:lnTo>
                  <a:pt x="2175469" y="3097687"/>
                </a:lnTo>
                <a:cubicBezTo>
                  <a:pt x="2175718" y="3098186"/>
                  <a:pt x="2175718" y="3098684"/>
                  <a:pt x="2175469" y="3099183"/>
                </a:cubicBezTo>
                <a:lnTo>
                  <a:pt x="2164918" y="3117543"/>
                </a:lnTo>
                <a:cubicBezTo>
                  <a:pt x="2164585" y="3118042"/>
                  <a:pt x="2164087" y="3118291"/>
                  <a:pt x="2163588" y="3118291"/>
                </a:cubicBezTo>
                <a:close/>
                <a:moveTo>
                  <a:pt x="2202589" y="3134418"/>
                </a:moveTo>
                <a:cubicBezTo>
                  <a:pt x="2202008" y="3134418"/>
                  <a:pt x="2201509" y="3134169"/>
                  <a:pt x="2201260" y="3133670"/>
                </a:cubicBezTo>
                <a:lnTo>
                  <a:pt x="2190709" y="3115310"/>
                </a:lnTo>
                <a:cubicBezTo>
                  <a:pt x="2190460" y="3114811"/>
                  <a:pt x="2190460" y="3114313"/>
                  <a:pt x="2190709" y="3113814"/>
                </a:cubicBezTo>
                <a:lnTo>
                  <a:pt x="2201260" y="3095454"/>
                </a:lnTo>
                <a:cubicBezTo>
                  <a:pt x="2201592" y="3094955"/>
                  <a:pt x="2202091" y="3094706"/>
                  <a:pt x="2202589" y="3094706"/>
                </a:cubicBezTo>
                <a:lnTo>
                  <a:pt x="2223774" y="3094706"/>
                </a:lnTo>
                <a:cubicBezTo>
                  <a:pt x="2224356" y="3094706"/>
                  <a:pt x="2224854" y="3094955"/>
                  <a:pt x="2225104" y="3095454"/>
                </a:cubicBezTo>
                <a:lnTo>
                  <a:pt x="2235655" y="3113814"/>
                </a:lnTo>
                <a:cubicBezTo>
                  <a:pt x="2235904" y="3114313"/>
                  <a:pt x="2235904" y="3114811"/>
                  <a:pt x="2235655" y="3115310"/>
                </a:cubicBezTo>
                <a:lnTo>
                  <a:pt x="2225104" y="3133670"/>
                </a:lnTo>
                <a:cubicBezTo>
                  <a:pt x="2224771" y="3134169"/>
                  <a:pt x="2224273" y="3134418"/>
                  <a:pt x="2223774" y="3134418"/>
                </a:cubicBezTo>
                <a:close/>
                <a:moveTo>
                  <a:pt x="1961763" y="3069984"/>
                </a:moveTo>
                <a:cubicBezTo>
                  <a:pt x="1961182" y="3069984"/>
                  <a:pt x="1960683" y="3069735"/>
                  <a:pt x="1960434" y="3069236"/>
                </a:cubicBezTo>
                <a:lnTo>
                  <a:pt x="1949799" y="3050793"/>
                </a:lnTo>
                <a:cubicBezTo>
                  <a:pt x="1949551" y="3050377"/>
                  <a:pt x="1949550" y="3049796"/>
                  <a:pt x="1949800" y="3049297"/>
                </a:cubicBezTo>
                <a:lnTo>
                  <a:pt x="1960434" y="3030854"/>
                </a:lnTo>
                <a:cubicBezTo>
                  <a:pt x="1960766" y="3030355"/>
                  <a:pt x="1961265" y="3030106"/>
                  <a:pt x="1961763" y="3030106"/>
                </a:cubicBezTo>
                <a:lnTo>
                  <a:pt x="1983032" y="3030106"/>
                </a:lnTo>
                <a:cubicBezTo>
                  <a:pt x="1983613" y="3030106"/>
                  <a:pt x="1984111" y="3030355"/>
                  <a:pt x="1984361" y="3030854"/>
                </a:cubicBezTo>
                <a:lnTo>
                  <a:pt x="1994995" y="3049297"/>
                </a:lnTo>
                <a:cubicBezTo>
                  <a:pt x="1995243" y="3049713"/>
                  <a:pt x="1995244" y="3050294"/>
                  <a:pt x="1994994" y="3050793"/>
                </a:cubicBezTo>
                <a:lnTo>
                  <a:pt x="1984361" y="3069236"/>
                </a:lnTo>
                <a:cubicBezTo>
                  <a:pt x="1984029" y="3069735"/>
                  <a:pt x="1983530" y="3069984"/>
                  <a:pt x="1983032" y="3069984"/>
                </a:cubicBezTo>
                <a:close/>
                <a:moveTo>
                  <a:pt x="2021948" y="3086110"/>
                </a:moveTo>
                <a:cubicBezTo>
                  <a:pt x="2021368" y="3086111"/>
                  <a:pt x="2020869" y="3085861"/>
                  <a:pt x="2020620" y="3085363"/>
                </a:cubicBezTo>
                <a:lnTo>
                  <a:pt x="2009985" y="3066920"/>
                </a:lnTo>
                <a:cubicBezTo>
                  <a:pt x="2009736" y="3066504"/>
                  <a:pt x="2009736" y="3065923"/>
                  <a:pt x="2009985" y="3065424"/>
                </a:cubicBezTo>
                <a:lnTo>
                  <a:pt x="2020620" y="3046981"/>
                </a:lnTo>
                <a:cubicBezTo>
                  <a:pt x="2020952" y="3046482"/>
                  <a:pt x="2021451" y="3046233"/>
                  <a:pt x="2021949" y="3046233"/>
                </a:cubicBezTo>
                <a:lnTo>
                  <a:pt x="2043217" y="3046232"/>
                </a:lnTo>
                <a:cubicBezTo>
                  <a:pt x="2043799" y="3046233"/>
                  <a:pt x="2044298" y="3046482"/>
                  <a:pt x="2044547" y="3046981"/>
                </a:cubicBezTo>
                <a:lnTo>
                  <a:pt x="2055180" y="3065424"/>
                </a:lnTo>
                <a:cubicBezTo>
                  <a:pt x="2055429" y="3065839"/>
                  <a:pt x="2055429" y="3066421"/>
                  <a:pt x="2055180" y="3066920"/>
                </a:cubicBezTo>
                <a:lnTo>
                  <a:pt x="2044547" y="3085363"/>
                </a:lnTo>
                <a:cubicBezTo>
                  <a:pt x="2044214" y="3085862"/>
                  <a:pt x="2043716" y="3086111"/>
                  <a:pt x="2043218" y="3086111"/>
                </a:cubicBezTo>
                <a:close/>
                <a:moveTo>
                  <a:pt x="2623727" y="3247545"/>
                </a:moveTo>
                <a:cubicBezTo>
                  <a:pt x="2623146" y="3247545"/>
                  <a:pt x="2622647" y="3247295"/>
                  <a:pt x="2622398" y="3246797"/>
                </a:cubicBezTo>
                <a:lnTo>
                  <a:pt x="2611681" y="3228187"/>
                </a:lnTo>
                <a:cubicBezTo>
                  <a:pt x="2611432" y="3227772"/>
                  <a:pt x="2611432" y="3227190"/>
                  <a:pt x="2611681" y="3226692"/>
                </a:cubicBezTo>
                <a:lnTo>
                  <a:pt x="2622398" y="3208082"/>
                </a:lnTo>
                <a:cubicBezTo>
                  <a:pt x="2622730" y="3207666"/>
                  <a:pt x="2623229" y="3207334"/>
                  <a:pt x="2623727" y="3207334"/>
                </a:cubicBezTo>
                <a:lnTo>
                  <a:pt x="2645162" y="3207334"/>
                </a:lnTo>
                <a:cubicBezTo>
                  <a:pt x="2645743" y="3207334"/>
                  <a:pt x="2646242" y="3207583"/>
                  <a:pt x="2646491" y="3208082"/>
                </a:cubicBezTo>
                <a:lnTo>
                  <a:pt x="2657208" y="3226692"/>
                </a:lnTo>
                <a:cubicBezTo>
                  <a:pt x="2657457" y="3227107"/>
                  <a:pt x="2657457" y="3227688"/>
                  <a:pt x="2657208" y="3228187"/>
                </a:cubicBezTo>
                <a:lnTo>
                  <a:pt x="2646491" y="3246797"/>
                </a:lnTo>
                <a:cubicBezTo>
                  <a:pt x="2646159" y="3247212"/>
                  <a:pt x="2645660" y="3247545"/>
                  <a:pt x="2645162" y="3247545"/>
                </a:cubicBezTo>
                <a:close/>
                <a:moveTo>
                  <a:pt x="2683428" y="3264494"/>
                </a:moveTo>
                <a:cubicBezTo>
                  <a:pt x="2682930" y="3264494"/>
                  <a:pt x="2682348" y="3264161"/>
                  <a:pt x="2682099" y="3263663"/>
                </a:cubicBezTo>
                <a:lnTo>
                  <a:pt x="2670883" y="3244306"/>
                </a:lnTo>
                <a:cubicBezTo>
                  <a:pt x="2670634" y="3243807"/>
                  <a:pt x="2670634" y="3243226"/>
                  <a:pt x="2670883" y="3242727"/>
                </a:cubicBezTo>
                <a:lnTo>
                  <a:pt x="2682099" y="3223370"/>
                </a:lnTo>
                <a:cubicBezTo>
                  <a:pt x="2682348" y="3222871"/>
                  <a:pt x="2682846" y="3222539"/>
                  <a:pt x="2683428" y="3222539"/>
                </a:cubicBezTo>
                <a:lnTo>
                  <a:pt x="2705776" y="3222539"/>
                </a:lnTo>
                <a:cubicBezTo>
                  <a:pt x="2706275" y="3222539"/>
                  <a:pt x="2706856" y="3222871"/>
                  <a:pt x="2707106" y="3223370"/>
                </a:cubicBezTo>
                <a:lnTo>
                  <a:pt x="2718321" y="3242727"/>
                </a:lnTo>
                <a:cubicBezTo>
                  <a:pt x="2718571" y="3243226"/>
                  <a:pt x="2718571" y="3243807"/>
                  <a:pt x="2718321" y="3244306"/>
                </a:cubicBezTo>
                <a:lnTo>
                  <a:pt x="2707106" y="3263663"/>
                </a:lnTo>
                <a:cubicBezTo>
                  <a:pt x="2706856" y="3264161"/>
                  <a:pt x="2706358" y="3264494"/>
                  <a:pt x="2705776" y="3264494"/>
                </a:cubicBezTo>
                <a:close/>
                <a:moveTo>
                  <a:pt x="145180" y="2632688"/>
                </a:moveTo>
                <a:cubicBezTo>
                  <a:pt x="144846" y="2632688"/>
                  <a:pt x="144265" y="2632190"/>
                  <a:pt x="144265" y="2632190"/>
                </a:cubicBezTo>
                <a:lnTo>
                  <a:pt x="136623" y="2618980"/>
                </a:lnTo>
                <a:cubicBezTo>
                  <a:pt x="136456" y="2618648"/>
                  <a:pt x="136622" y="2617900"/>
                  <a:pt x="136622" y="2617900"/>
                </a:cubicBezTo>
                <a:lnTo>
                  <a:pt x="144266" y="2604690"/>
                </a:lnTo>
                <a:cubicBezTo>
                  <a:pt x="144432" y="2604441"/>
                  <a:pt x="145180" y="2604192"/>
                  <a:pt x="145180" y="2604192"/>
                </a:cubicBezTo>
                <a:lnTo>
                  <a:pt x="160466" y="2604192"/>
                </a:lnTo>
                <a:cubicBezTo>
                  <a:pt x="160799" y="2604192"/>
                  <a:pt x="161381" y="2604690"/>
                  <a:pt x="161381" y="2604690"/>
                </a:cubicBezTo>
                <a:lnTo>
                  <a:pt x="169023" y="2617900"/>
                </a:lnTo>
                <a:cubicBezTo>
                  <a:pt x="169189" y="2618232"/>
                  <a:pt x="169024" y="2618980"/>
                  <a:pt x="169024" y="2618980"/>
                </a:cubicBezTo>
                <a:lnTo>
                  <a:pt x="161380" y="2632190"/>
                </a:lnTo>
                <a:cubicBezTo>
                  <a:pt x="161213" y="2632439"/>
                  <a:pt x="160465" y="2632688"/>
                  <a:pt x="160465" y="2632688"/>
                </a:cubicBezTo>
                <a:close/>
                <a:moveTo>
                  <a:pt x="204981" y="2649661"/>
                </a:moveTo>
                <a:cubicBezTo>
                  <a:pt x="204565" y="2649661"/>
                  <a:pt x="203984" y="2649079"/>
                  <a:pt x="203984" y="2649079"/>
                </a:cubicBezTo>
                <a:lnTo>
                  <a:pt x="195925" y="2635038"/>
                </a:lnTo>
                <a:cubicBezTo>
                  <a:pt x="195677" y="2634707"/>
                  <a:pt x="195925" y="2633876"/>
                  <a:pt x="195925" y="2633876"/>
                </a:cubicBezTo>
                <a:lnTo>
                  <a:pt x="203985" y="2619836"/>
                </a:lnTo>
                <a:cubicBezTo>
                  <a:pt x="204233" y="2619503"/>
                  <a:pt x="204981" y="2619253"/>
                  <a:pt x="204981" y="2619253"/>
                </a:cubicBezTo>
                <a:lnTo>
                  <a:pt x="221181" y="2619254"/>
                </a:lnTo>
                <a:cubicBezTo>
                  <a:pt x="221596" y="2619254"/>
                  <a:pt x="222179" y="2619836"/>
                  <a:pt x="222179" y="2619836"/>
                </a:cubicBezTo>
                <a:lnTo>
                  <a:pt x="230236" y="2633876"/>
                </a:lnTo>
                <a:cubicBezTo>
                  <a:pt x="230486" y="2634208"/>
                  <a:pt x="230236" y="2635039"/>
                  <a:pt x="230236" y="2635039"/>
                </a:cubicBezTo>
                <a:lnTo>
                  <a:pt x="222178" y="2649079"/>
                </a:lnTo>
                <a:cubicBezTo>
                  <a:pt x="221928" y="2649412"/>
                  <a:pt x="221181" y="2649661"/>
                  <a:pt x="221181" y="2649661"/>
                </a:cubicBezTo>
                <a:close/>
                <a:moveTo>
                  <a:pt x="325081" y="2682410"/>
                </a:moveTo>
                <a:cubicBezTo>
                  <a:pt x="324666" y="2682410"/>
                  <a:pt x="324085" y="2681828"/>
                  <a:pt x="324085" y="2681828"/>
                </a:cubicBezTo>
                <a:lnTo>
                  <a:pt x="315777" y="2667373"/>
                </a:lnTo>
                <a:cubicBezTo>
                  <a:pt x="315529" y="2667041"/>
                  <a:pt x="315777" y="2666209"/>
                  <a:pt x="315777" y="2666209"/>
                </a:cubicBezTo>
                <a:lnTo>
                  <a:pt x="324086" y="2651754"/>
                </a:lnTo>
                <a:cubicBezTo>
                  <a:pt x="324252" y="2651422"/>
                  <a:pt x="325081" y="2651172"/>
                  <a:pt x="325081" y="2651172"/>
                </a:cubicBezTo>
                <a:lnTo>
                  <a:pt x="341780" y="2651172"/>
                </a:lnTo>
                <a:cubicBezTo>
                  <a:pt x="342197" y="2651173"/>
                  <a:pt x="342778" y="2651755"/>
                  <a:pt x="342778" y="2651755"/>
                </a:cubicBezTo>
                <a:lnTo>
                  <a:pt x="351086" y="2666209"/>
                </a:lnTo>
                <a:cubicBezTo>
                  <a:pt x="351336" y="2666542"/>
                  <a:pt x="351085" y="2667373"/>
                  <a:pt x="351085" y="2667373"/>
                </a:cubicBezTo>
                <a:lnTo>
                  <a:pt x="342778" y="2681829"/>
                </a:lnTo>
                <a:cubicBezTo>
                  <a:pt x="342611" y="2682161"/>
                  <a:pt x="341780" y="2682410"/>
                  <a:pt x="341780" y="2682410"/>
                </a:cubicBezTo>
                <a:close/>
                <a:moveTo>
                  <a:pt x="565746" y="2746990"/>
                </a:moveTo>
                <a:cubicBezTo>
                  <a:pt x="565330" y="2746990"/>
                  <a:pt x="564749" y="2746409"/>
                  <a:pt x="564749" y="2746409"/>
                </a:cubicBezTo>
                <a:lnTo>
                  <a:pt x="556358" y="2731870"/>
                </a:lnTo>
                <a:cubicBezTo>
                  <a:pt x="556109" y="2731537"/>
                  <a:pt x="556358" y="2730706"/>
                  <a:pt x="556358" y="2730706"/>
                </a:cubicBezTo>
                <a:lnTo>
                  <a:pt x="564750" y="2716168"/>
                </a:lnTo>
                <a:cubicBezTo>
                  <a:pt x="564916" y="2715835"/>
                  <a:pt x="565330" y="2715586"/>
                  <a:pt x="565746" y="2715586"/>
                </a:cubicBezTo>
                <a:lnTo>
                  <a:pt x="582528" y="2715586"/>
                </a:lnTo>
                <a:cubicBezTo>
                  <a:pt x="582943" y="2715586"/>
                  <a:pt x="583525" y="2716168"/>
                  <a:pt x="583525" y="2716168"/>
                </a:cubicBezTo>
                <a:lnTo>
                  <a:pt x="591917" y="2730706"/>
                </a:lnTo>
                <a:cubicBezTo>
                  <a:pt x="592165" y="2731039"/>
                  <a:pt x="591916" y="2731870"/>
                  <a:pt x="591916" y="2731870"/>
                </a:cubicBezTo>
                <a:lnTo>
                  <a:pt x="583526" y="2746409"/>
                </a:lnTo>
                <a:cubicBezTo>
                  <a:pt x="583358" y="2746741"/>
                  <a:pt x="582943" y="2746990"/>
                  <a:pt x="582528" y="2746990"/>
                </a:cubicBezTo>
                <a:close/>
                <a:moveTo>
                  <a:pt x="2973196" y="3392064"/>
                </a:moveTo>
                <a:cubicBezTo>
                  <a:pt x="2972780" y="3392064"/>
                  <a:pt x="2972199" y="3391483"/>
                  <a:pt x="2972199" y="3391483"/>
                </a:cubicBezTo>
                <a:lnTo>
                  <a:pt x="2963808" y="3376944"/>
                </a:lnTo>
                <a:cubicBezTo>
                  <a:pt x="2963558" y="3376611"/>
                  <a:pt x="2963807" y="3375780"/>
                  <a:pt x="2963807" y="3375780"/>
                </a:cubicBezTo>
                <a:lnTo>
                  <a:pt x="2972199" y="3361242"/>
                </a:lnTo>
                <a:cubicBezTo>
                  <a:pt x="2972364" y="3360909"/>
                  <a:pt x="2972780" y="3360660"/>
                  <a:pt x="2973196" y="3360660"/>
                </a:cubicBezTo>
                <a:lnTo>
                  <a:pt x="2989978" y="3360660"/>
                </a:lnTo>
                <a:cubicBezTo>
                  <a:pt x="2990393" y="3360660"/>
                  <a:pt x="2990975" y="3361242"/>
                  <a:pt x="2990975" y="3361242"/>
                </a:cubicBezTo>
                <a:lnTo>
                  <a:pt x="2999366" y="3375780"/>
                </a:lnTo>
                <a:cubicBezTo>
                  <a:pt x="2999614" y="3376113"/>
                  <a:pt x="2999366" y="3376944"/>
                  <a:pt x="2999366" y="3376944"/>
                </a:cubicBezTo>
                <a:lnTo>
                  <a:pt x="2990974" y="3391483"/>
                </a:lnTo>
                <a:cubicBezTo>
                  <a:pt x="2990808" y="3391815"/>
                  <a:pt x="2990393" y="3392064"/>
                  <a:pt x="2989978" y="3392064"/>
                </a:cubicBezTo>
                <a:close/>
                <a:moveTo>
                  <a:pt x="686038" y="2779316"/>
                </a:moveTo>
                <a:cubicBezTo>
                  <a:pt x="685622" y="2779316"/>
                  <a:pt x="685040" y="2778734"/>
                  <a:pt x="685040" y="2778734"/>
                </a:cubicBezTo>
                <a:lnTo>
                  <a:pt x="676567" y="2764113"/>
                </a:lnTo>
                <a:cubicBezTo>
                  <a:pt x="676317" y="2763780"/>
                  <a:pt x="676567" y="2762949"/>
                  <a:pt x="676567" y="2762949"/>
                </a:cubicBezTo>
                <a:lnTo>
                  <a:pt x="685041" y="2748328"/>
                </a:lnTo>
                <a:cubicBezTo>
                  <a:pt x="685207" y="2747995"/>
                  <a:pt x="685622" y="2747746"/>
                  <a:pt x="686037" y="2747746"/>
                </a:cubicBezTo>
                <a:lnTo>
                  <a:pt x="702902" y="2747746"/>
                </a:lnTo>
                <a:cubicBezTo>
                  <a:pt x="703317" y="2747746"/>
                  <a:pt x="703900" y="2748328"/>
                  <a:pt x="703900" y="2748328"/>
                </a:cubicBezTo>
                <a:lnTo>
                  <a:pt x="712373" y="2762949"/>
                </a:lnTo>
                <a:cubicBezTo>
                  <a:pt x="712622" y="2763282"/>
                  <a:pt x="712374" y="2764113"/>
                  <a:pt x="712374" y="2764113"/>
                </a:cubicBezTo>
                <a:lnTo>
                  <a:pt x="703900" y="2778734"/>
                </a:lnTo>
                <a:cubicBezTo>
                  <a:pt x="703733" y="2779067"/>
                  <a:pt x="703317" y="2779316"/>
                  <a:pt x="702902" y="2779316"/>
                </a:cubicBezTo>
                <a:close/>
                <a:moveTo>
                  <a:pt x="385083" y="2698856"/>
                </a:moveTo>
                <a:cubicBezTo>
                  <a:pt x="384667" y="2698856"/>
                  <a:pt x="384086" y="2698275"/>
                  <a:pt x="384086" y="2698275"/>
                </a:cubicBezTo>
                <a:lnTo>
                  <a:pt x="375612" y="2683570"/>
                </a:lnTo>
                <a:cubicBezTo>
                  <a:pt x="375362" y="2683237"/>
                  <a:pt x="375612" y="2682407"/>
                  <a:pt x="375612" y="2682407"/>
                </a:cubicBezTo>
                <a:lnTo>
                  <a:pt x="384086" y="2667702"/>
                </a:lnTo>
                <a:cubicBezTo>
                  <a:pt x="384253" y="2667369"/>
                  <a:pt x="384667" y="2667120"/>
                  <a:pt x="385083" y="2667120"/>
                </a:cubicBezTo>
                <a:lnTo>
                  <a:pt x="402031" y="2667120"/>
                </a:lnTo>
                <a:cubicBezTo>
                  <a:pt x="402446" y="2667120"/>
                  <a:pt x="403028" y="2667702"/>
                  <a:pt x="403028" y="2667702"/>
                </a:cubicBezTo>
                <a:lnTo>
                  <a:pt x="411502" y="2682407"/>
                </a:lnTo>
                <a:cubicBezTo>
                  <a:pt x="411752" y="2682739"/>
                  <a:pt x="411502" y="2683570"/>
                  <a:pt x="411502" y="2683570"/>
                </a:cubicBezTo>
                <a:lnTo>
                  <a:pt x="403028" y="2698275"/>
                </a:lnTo>
                <a:cubicBezTo>
                  <a:pt x="402862" y="2698607"/>
                  <a:pt x="402446" y="2698856"/>
                  <a:pt x="402031" y="2698856"/>
                </a:cubicBezTo>
                <a:close/>
                <a:moveTo>
                  <a:pt x="264554" y="2666770"/>
                </a:moveTo>
                <a:cubicBezTo>
                  <a:pt x="264056" y="2666770"/>
                  <a:pt x="263474" y="2666188"/>
                  <a:pt x="263474" y="2666188"/>
                </a:cubicBezTo>
                <a:lnTo>
                  <a:pt x="254917" y="2651317"/>
                </a:lnTo>
                <a:cubicBezTo>
                  <a:pt x="254668" y="2650901"/>
                  <a:pt x="254918" y="2650072"/>
                  <a:pt x="254918" y="2650072"/>
                </a:cubicBezTo>
                <a:lnTo>
                  <a:pt x="263557" y="2635200"/>
                </a:lnTo>
                <a:cubicBezTo>
                  <a:pt x="263807" y="2634867"/>
                  <a:pt x="264221" y="2634618"/>
                  <a:pt x="264637" y="2634618"/>
                </a:cubicBezTo>
                <a:lnTo>
                  <a:pt x="281834" y="2634618"/>
                </a:lnTo>
                <a:cubicBezTo>
                  <a:pt x="282333" y="2634618"/>
                  <a:pt x="282914" y="2635200"/>
                  <a:pt x="282914" y="2635200"/>
                </a:cubicBezTo>
                <a:lnTo>
                  <a:pt x="291472" y="2650071"/>
                </a:lnTo>
                <a:cubicBezTo>
                  <a:pt x="291721" y="2650486"/>
                  <a:pt x="291473" y="2651317"/>
                  <a:pt x="291473" y="2651317"/>
                </a:cubicBezTo>
                <a:lnTo>
                  <a:pt x="282831" y="2666188"/>
                </a:lnTo>
                <a:cubicBezTo>
                  <a:pt x="282582" y="2666520"/>
                  <a:pt x="282167" y="2666770"/>
                  <a:pt x="281752" y="2666770"/>
                </a:cubicBezTo>
                <a:close/>
                <a:moveTo>
                  <a:pt x="625672" y="2763532"/>
                </a:moveTo>
                <a:cubicBezTo>
                  <a:pt x="625174" y="2763532"/>
                  <a:pt x="624592" y="2762950"/>
                  <a:pt x="624592" y="2762950"/>
                </a:cubicBezTo>
                <a:lnTo>
                  <a:pt x="616035" y="2748079"/>
                </a:lnTo>
                <a:cubicBezTo>
                  <a:pt x="615786" y="2747663"/>
                  <a:pt x="616036" y="2746833"/>
                  <a:pt x="616036" y="2746833"/>
                </a:cubicBezTo>
                <a:lnTo>
                  <a:pt x="624675" y="2731962"/>
                </a:lnTo>
                <a:cubicBezTo>
                  <a:pt x="624925" y="2731629"/>
                  <a:pt x="625339" y="2731380"/>
                  <a:pt x="625755" y="2731380"/>
                </a:cubicBezTo>
                <a:lnTo>
                  <a:pt x="642952" y="2731380"/>
                </a:lnTo>
                <a:cubicBezTo>
                  <a:pt x="643451" y="2731380"/>
                  <a:pt x="644033" y="2731962"/>
                  <a:pt x="644033" y="2731962"/>
                </a:cubicBezTo>
                <a:lnTo>
                  <a:pt x="652590" y="2746833"/>
                </a:lnTo>
                <a:cubicBezTo>
                  <a:pt x="652839" y="2747248"/>
                  <a:pt x="652591" y="2748079"/>
                  <a:pt x="652591" y="2748079"/>
                </a:cubicBezTo>
                <a:lnTo>
                  <a:pt x="643949" y="2762950"/>
                </a:lnTo>
                <a:cubicBezTo>
                  <a:pt x="643700" y="2763282"/>
                  <a:pt x="643285" y="2763532"/>
                  <a:pt x="642870" y="2763532"/>
                </a:cubicBezTo>
                <a:close/>
                <a:moveTo>
                  <a:pt x="505300" y="2731361"/>
                </a:moveTo>
                <a:cubicBezTo>
                  <a:pt x="504884" y="2731361"/>
                  <a:pt x="504220" y="2730779"/>
                  <a:pt x="504220" y="2730779"/>
                </a:cubicBezTo>
                <a:lnTo>
                  <a:pt x="495580" y="2715825"/>
                </a:lnTo>
                <a:cubicBezTo>
                  <a:pt x="495331" y="2715410"/>
                  <a:pt x="495579" y="2714579"/>
                  <a:pt x="495579" y="2714579"/>
                </a:cubicBezTo>
                <a:lnTo>
                  <a:pt x="504220" y="2699625"/>
                </a:lnTo>
                <a:cubicBezTo>
                  <a:pt x="504469" y="2699292"/>
                  <a:pt x="504883" y="2699043"/>
                  <a:pt x="505299" y="2699043"/>
                </a:cubicBezTo>
                <a:lnTo>
                  <a:pt x="522579" y="2699043"/>
                </a:lnTo>
                <a:cubicBezTo>
                  <a:pt x="522995" y="2699043"/>
                  <a:pt x="523659" y="2699625"/>
                  <a:pt x="523659" y="2699625"/>
                </a:cubicBezTo>
                <a:lnTo>
                  <a:pt x="532300" y="2714579"/>
                </a:lnTo>
                <a:cubicBezTo>
                  <a:pt x="532549" y="2714994"/>
                  <a:pt x="532301" y="2715825"/>
                  <a:pt x="532301" y="2715825"/>
                </a:cubicBezTo>
                <a:lnTo>
                  <a:pt x="523660" y="2730779"/>
                </a:lnTo>
                <a:cubicBezTo>
                  <a:pt x="523410" y="2731112"/>
                  <a:pt x="522996" y="2731361"/>
                  <a:pt x="522580" y="2731361"/>
                </a:cubicBezTo>
                <a:close/>
                <a:moveTo>
                  <a:pt x="445032" y="2715306"/>
                </a:moveTo>
                <a:cubicBezTo>
                  <a:pt x="444615" y="2715306"/>
                  <a:pt x="443951" y="2714724"/>
                  <a:pt x="443951" y="2714724"/>
                </a:cubicBezTo>
                <a:lnTo>
                  <a:pt x="435228" y="2699687"/>
                </a:lnTo>
                <a:cubicBezTo>
                  <a:pt x="434978" y="2699272"/>
                  <a:pt x="435229" y="2698441"/>
                  <a:pt x="435229" y="2698441"/>
                </a:cubicBezTo>
                <a:lnTo>
                  <a:pt x="443951" y="2683403"/>
                </a:lnTo>
                <a:cubicBezTo>
                  <a:pt x="444200" y="2683071"/>
                  <a:pt x="444615" y="2682822"/>
                  <a:pt x="445031" y="2682822"/>
                </a:cubicBezTo>
                <a:lnTo>
                  <a:pt x="462395" y="2682822"/>
                </a:lnTo>
                <a:cubicBezTo>
                  <a:pt x="462810" y="2682822"/>
                  <a:pt x="463474" y="2683403"/>
                  <a:pt x="463474" y="2683403"/>
                </a:cubicBezTo>
                <a:lnTo>
                  <a:pt x="472198" y="2698441"/>
                </a:lnTo>
                <a:cubicBezTo>
                  <a:pt x="472447" y="2698856"/>
                  <a:pt x="472198" y="2699687"/>
                  <a:pt x="472198" y="2699687"/>
                </a:cubicBezTo>
                <a:lnTo>
                  <a:pt x="463475" y="2714724"/>
                </a:lnTo>
                <a:cubicBezTo>
                  <a:pt x="463226" y="2715057"/>
                  <a:pt x="462810" y="2715306"/>
                  <a:pt x="462394" y="2715306"/>
                </a:cubicBezTo>
                <a:close/>
                <a:moveTo>
                  <a:pt x="986313" y="2861208"/>
                </a:moveTo>
                <a:cubicBezTo>
                  <a:pt x="985897" y="2861208"/>
                  <a:pt x="985233" y="2860545"/>
                  <a:pt x="985233" y="2860545"/>
                </a:cubicBezTo>
                <a:lnTo>
                  <a:pt x="976177" y="2844760"/>
                </a:lnTo>
                <a:cubicBezTo>
                  <a:pt x="975928" y="2844428"/>
                  <a:pt x="976177" y="2843514"/>
                  <a:pt x="976177" y="2843514"/>
                </a:cubicBezTo>
                <a:lnTo>
                  <a:pt x="985316" y="2827729"/>
                </a:lnTo>
                <a:cubicBezTo>
                  <a:pt x="985481" y="2827313"/>
                  <a:pt x="985980" y="2827064"/>
                  <a:pt x="986395" y="2827063"/>
                </a:cubicBezTo>
                <a:lnTo>
                  <a:pt x="1004590" y="2827064"/>
                </a:lnTo>
                <a:cubicBezTo>
                  <a:pt x="1005005" y="2827064"/>
                  <a:pt x="1005670" y="2827729"/>
                  <a:pt x="1005670" y="2827729"/>
                </a:cubicBezTo>
                <a:lnTo>
                  <a:pt x="1014726" y="2843514"/>
                </a:lnTo>
                <a:cubicBezTo>
                  <a:pt x="1014974" y="2843846"/>
                  <a:pt x="1014726" y="2844759"/>
                  <a:pt x="1014726" y="2844759"/>
                </a:cubicBezTo>
                <a:lnTo>
                  <a:pt x="1005586" y="2860545"/>
                </a:lnTo>
                <a:cubicBezTo>
                  <a:pt x="1005421" y="2860959"/>
                  <a:pt x="1004922" y="2861209"/>
                  <a:pt x="1004507" y="2861209"/>
                </a:cubicBezTo>
                <a:close/>
                <a:moveTo>
                  <a:pt x="3092830" y="3425648"/>
                </a:moveTo>
                <a:cubicBezTo>
                  <a:pt x="3092415" y="3425648"/>
                  <a:pt x="3091750" y="3424984"/>
                  <a:pt x="3091750" y="3424984"/>
                </a:cubicBezTo>
                <a:lnTo>
                  <a:pt x="3082695" y="3409199"/>
                </a:lnTo>
                <a:cubicBezTo>
                  <a:pt x="3082446" y="3408867"/>
                  <a:pt x="3082695" y="3407953"/>
                  <a:pt x="3082695" y="3407953"/>
                </a:cubicBezTo>
                <a:lnTo>
                  <a:pt x="3091834" y="3392168"/>
                </a:lnTo>
                <a:cubicBezTo>
                  <a:pt x="3092000" y="3391752"/>
                  <a:pt x="3092498" y="3391503"/>
                  <a:pt x="3092914" y="3391503"/>
                </a:cubicBezTo>
                <a:lnTo>
                  <a:pt x="3111108" y="3391503"/>
                </a:lnTo>
                <a:cubicBezTo>
                  <a:pt x="3111523" y="3391503"/>
                  <a:pt x="3112188" y="3392168"/>
                  <a:pt x="3112188" y="3392168"/>
                </a:cubicBezTo>
                <a:lnTo>
                  <a:pt x="3121244" y="3407953"/>
                </a:lnTo>
                <a:cubicBezTo>
                  <a:pt x="3121493" y="3408285"/>
                  <a:pt x="3121244" y="3409199"/>
                  <a:pt x="3121244" y="3409199"/>
                </a:cubicBezTo>
                <a:lnTo>
                  <a:pt x="3112105" y="3424984"/>
                </a:lnTo>
                <a:cubicBezTo>
                  <a:pt x="3111939" y="3425399"/>
                  <a:pt x="3111440" y="3425648"/>
                  <a:pt x="3111025" y="3425648"/>
                </a:cubicBezTo>
                <a:close/>
                <a:moveTo>
                  <a:pt x="4176182" y="3715932"/>
                </a:moveTo>
                <a:cubicBezTo>
                  <a:pt x="4175767" y="3715932"/>
                  <a:pt x="4175103" y="3715268"/>
                  <a:pt x="4175103" y="3715268"/>
                </a:cubicBezTo>
                <a:lnTo>
                  <a:pt x="4166047" y="3699483"/>
                </a:lnTo>
                <a:cubicBezTo>
                  <a:pt x="4165798" y="3699151"/>
                  <a:pt x="4166047" y="3698237"/>
                  <a:pt x="4166047" y="3698237"/>
                </a:cubicBezTo>
                <a:lnTo>
                  <a:pt x="4175187" y="3682452"/>
                </a:lnTo>
                <a:cubicBezTo>
                  <a:pt x="4175353" y="3682036"/>
                  <a:pt x="4175851" y="3681787"/>
                  <a:pt x="4176267" y="3681787"/>
                </a:cubicBezTo>
                <a:lnTo>
                  <a:pt x="4194461" y="3681787"/>
                </a:lnTo>
                <a:cubicBezTo>
                  <a:pt x="4194876" y="3681787"/>
                  <a:pt x="4195540" y="3682452"/>
                  <a:pt x="4195540" y="3682452"/>
                </a:cubicBezTo>
                <a:lnTo>
                  <a:pt x="4204596" y="3698237"/>
                </a:lnTo>
                <a:cubicBezTo>
                  <a:pt x="4204845" y="3698569"/>
                  <a:pt x="4204596" y="3699483"/>
                  <a:pt x="4204596" y="3699483"/>
                </a:cubicBezTo>
                <a:lnTo>
                  <a:pt x="4195458" y="3715268"/>
                </a:lnTo>
                <a:cubicBezTo>
                  <a:pt x="4195292" y="3715683"/>
                  <a:pt x="4194793" y="3715932"/>
                  <a:pt x="4194377" y="3715932"/>
                </a:cubicBezTo>
                <a:close/>
                <a:moveTo>
                  <a:pt x="3032552" y="3409770"/>
                </a:moveTo>
                <a:cubicBezTo>
                  <a:pt x="3032053" y="3409770"/>
                  <a:pt x="3031389" y="3409105"/>
                  <a:pt x="3031389" y="3409105"/>
                </a:cubicBezTo>
                <a:lnTo>
                  <a:pt x="3022166" y="3393154"/>
                </a:lnTo>
                <a:cubicBezTo>
                  <a:pt x="3021917" y="3392739"/>
                  <a:pt x="3022166" y="3391825"/>
                  <a:pt x="3022166" y="3391825"/>
                </a:cubicBezTo>
                <a:lnTo>
                  <a:pt x="3031388" y="3375874"/>
                </a:lnTo>
                <a:cubicBezTo>
                  <a:pt x="3031638" y="3375458"/>
                  <a:pt x="3032053" y="3375209"/>
                  <a:pt x="3032552" y="3375209"/>
                </a:cubicBezTo>
                <a:lnTo>
                  <a:pt x="3050995" y="3375209"/>
                </a:lnTo>
                <a:cubicBezTo>
                  <a:pt x="3051494" y="3375209"/>
                  <a:pt x="3052158" y="3375874"/>
                  <a:pt x="3052158" y="3375874"/>
                </a:cubicBezTo>
                <a:lnTo>
                  <a:pt x="3061379" y="3391825"/>
                </a:lnTo>
                <a:cubicBezTo>
                  <a:pt x="3061629" y="3392240"/>
                  <a:pt x="3061379" y="3393154"/>
                  <a:pt x="3061379" y="3393154"/>
                </a:cubicBezTo>
                <a:lnTo>
                  <a:pt x="3052157" y="3409105"/>
                </a:lnTo>
                <a:cubicBezTo>
                  <a:pt x="3051908" y="3409520"/>
                  <a:pt x="3051494" y="3409770"/>
                  <a:pt x="3050995" y="3409770"/>
                </a:cubicBezTo>
                <a:close/>
                <a:moveTo>
                  <a:pt x="1046156" y="2877999"/>
                </a:moveTo>
                <a:cubicBezTo>
                  <a:pt x="1045657" y="2877999"/>
                  <a:pt x="1044993" y="2877334"/>
                  <a:pt x="1044993" y="2877334"/>
                </a:cubicBezTo>
                <a:lnTo>
                  <a:pt x="1035522" y="2860967"/>
                </a:lnTo>
                <a:cubicBezTo>
                  <a:pt x="1035272" y="2860552"/>
                  <a:pt x="1035522" y="2859638"/>
                  <a:pt x="1035522" y="2859638"/>
                </a:cubicBezTo>
                <a:lnTo>
                  <a:pt x="1044993" y="2843272"/>
                </a:lnTo>
                <a:cubicBezTo>
                  <a:pt x="1045242" y="2842856"/>
                  <a:pt x="1045657" y="2842607"/>
                  <a:pt x="1046156" y="2842607"/>
                </a:cubicBezTo>
                <a:lnTo>
                  <a:pt x="1065098" y="2842607"/>
                </a:lnTo>
                <a:cubicBezTo>
                  <a:pt x="1065596" y="2842607"/>
                  <a:pt x="1066261" y="2843272"/>
                  <a:pt x="1066261" y="2843272"/>
                </a:cubicBezTo>
                <a:lnTo>
                  <a:pt x="1075732" y="2859638"/>
                </a:lnTo>
                <a:cubicBezTo>
                  <a:pt x="1075981" y="2860054"/>
                  <a:pt x="1075732" y="2860967"/>
                  <a:pt x="1075732" y="2860967"/>
                </a:cubicBezTo>
                <a:lnTo>
                  <a:pt x="1066261" y="2877334"/>
                </a:lnTo>
                <a:cubicBezTo>
                  <a:pt x="1066012" y="2877750"/>
                  <a:pt x="1065596" y="2877999"/>
                  <a:pt x="1065098" y="2877999"/>
                </a:cubicBezTo>
                <a:close/>
                <a:moveTo>
                  <a:pt x="3212860" y="3458566"/>
                </a:moveTo>
                <a:cubicBezTo>
                  <a:pt x="3212361" y="3458566"/>
                  <a:pt x="3211697" y="3457901"/>
                  <a:pt x="3211697" y="3457901"/>
                </a:cubicBezTo>
                <a:lnTo>
                  <a:pt x="3202226" y="3441534"/>
                </a:lnTo>
                <a:cubicBezTo>
                  <a:pt x="3201977" y="3441119"/>
                  <a:pt x="3202226" y="3440205"/>
                  <a:pt x="3202226" y="3440205"/>
                </a:cubicBezTo>
                <a:lnTo>
                  <a:pt x="3211697" y="3423839"/>
                </a:lnTo>
                <a:cubicBezTo>
                  <a:pt x="3211946" y="3423423"/>
                  <a:pt x="3212361" y="3423174"/>
                  <a:pt x="3212860" y="3423174"/>
                </a:cubicBezTo>
                <a:lnTo>
                  <a:pt x="3231802" y="3423174"/>
                </a:lnTo>
                <a:cubicBezTo>
                  <a:pt x="3232301" y="3423174"/>
                  <a:pt x="3232965" y="3423839"/>
                  <a:pt x="3232965" y="3423839"/>
                </a:cubicBezTo>
                <a:lnTo>
                  <a:pt x="3242436" y="3440205"/>
                </a:lnTo>
                <a:cubicBezTo>
                  <a:pt x="3242686" y="3440621"/>
                  <a:pt x="3242436" y="3441534"/>
                  <a:pt x="3242436" y="3441534"/>
                </a:cubicBezTo>
                <a:lnTo>
                  <a:pt x="3232965" y="3457901"/>
                </a:lnTo>
                <a:cubicBezTo>
                  <a:pt x="3232716" y="3458317"/>
                  <a:pt x="3232301" y="3458566"/>
                  <a:pt x="3231802" y="3458566"/>
                </a:cubicBezTo>
                <a:close/>
                <a:moveTo>
                  <a:pt x="3273046" y="3474692"/>
                </a:moveTo>
                <a:cubicBezTo>
                  <a:pt x="3272547" y="3474693"/>
                  <a:pt x="3271883" y="3474028"/>
                  <a:pt x="3271883" y="3474028"/>
                </a:cubicBezTo>
                <a:lnTo>
                  <a:pt x="3262412" y="3457661"/>
                </a:lnTo>
                <a:cubicBezTo>
                  <a:pt x="3262163" y="3457245"/>
                  <a:pt x="3262412" y="3456332"/>
                  <a:pt x="3262412" y="3456332"/>
                </a:cubicBezTo>
                <a:lnTo>
                  <a:pt x="3271883" y="3439965"/>
                </a:lnTo>
                <a:cubicBezTo>
                  <a:pt x="3272132" y="3439549"/>
                  <a:pt x="3272547" y="3439301"/>
                  <a:pt x="3273046" y="3439301"/>
                </a:cubicBezTo>
                <a:lnTo>
                  <a:pt x="3291988" y="3439301"/>
                </a:lnTo>
                <a:cubicBezTo>
                  <a:pt x="3292487" y="3439300"/>
                  <a:pt x="3293151" y="3439966"/>
                  <a:pt x="3293151" y="3439966"/>
                </a:cubicBezTo>
                <a:lnTo>
                  <a:pt x="3302622" y="3456331"/>
                </a:lnTo>
                <a:cubicBezTo>
                  <a:pt x="3302872" y="3456748"/>
                  <a:pt x="3302622" y="3457660"/>
                  <a:pt x="3302622" y="3457660"/>
                </a:cubicBezTo>
                <a:lnTo>
                  <a:pt x="3293151" y="3474028"/>
                </a:lnTo>
                <a:cubicBezTo>
                  <a:pt x="3292902" y="3474444"/>
                  <a:pt x="3292487" y="3474692"/>
                  <a:pt x="3291988" y="3474693"/>
                </a:cubicBezTo>
                <a:close/>
                <a:moveTo>
                  <a:pt x="3152591" y="3442521"/>
                </a:moveTo>
                <a:cubicBezTo>
                  <a:pt x="3152092" y="3442521"/>
                  <a:pt x="3151428" y="3441856"/>
                  <a:pt x="3151428" y="3441856"/>
                </a:cubicBezTo>
                <a:lnTo>
                  <a:pt x="3141957" y="3425407"/>
                </a:lnTo>
                <a:cubicBezTo>
                  <a:pt x="3141709" y="3424991"/>
                  <a:pt x="3141957" y="3424078"/>
                  <a:pt x="3141957" y="3424078"/>
                </a:cubicBezTo>
                <a:lnTo>
                  <a:pt x="3151512" y="3407628"/>
                </a:lnTo>
                <a:cubicBezTo>
                  <a:pt x="3151760" y="3407212"/>
                  <a:pt x="3152175" y="3406963"/>
                  <a:pt x="3152674" y="3406963"/>
                </a:cubicBezTo>
                <a:lnTo>
                  <a:pt x="3171700" y="3406963"/>
                </a:lnTo>
                <a:cubicBezTo>
                  <a:pt x="3172198" y="3406963"/>
                  <a:pt x="3172863" y="3407628"/>
                  <a:pt x="3172863" y="3407628"/>
                </a:cubicBezTo>
                <a:lnTo>
                  <a:pt x="3182333" y="3424078"/>
                </a:lnTo>
                <a:cubicBezTo>
                  <a:pt x="3182582" y="3424493"/>
                  <a:pt x="3182333" y="3425407"/>
                  <a:pt x="3182333" y="3425407"/>
                </a:cubicBezTo>
                <a:lnTo>
                  <a:pt x="3172779" y="3441856"/>
                </a:lnTo>
                <a:cubicBezTo>
                  <a:pt x="3172530" y="3442272"/>
                  <a:pt x="3172116" y="3442521"/>
                  <a:pt x="3171617" y="3442521"/>
                </a:cubicBezTo>
                <a:close/>
                <a:moveTo>
                  <a:pt x="1708100" y="3055641"/>
                </a:moveTo>
                <a:cubicBezTo>
                  <a:pt x="1707601" y="3055641"/>
                  <a:pt x="1706937" y="3054976"/>
                  <a:pt x="1706937" y="3054976"/>
                </a:cubicBezTo>
                <a:lnTo>
                  <a:pt x="1697383" y="3038444"/>
                </a:lnTo>
                <a:cubicBezTo>
                  <a:pt x="1697134" y="3038027"/>
                  <a:pt x="1697383" y="3037113"/>
                  <a:pt x="1697383" y="3037113"/>
                </a:cubicBezTo>
                <a:lnTo>
                  <a:pt x="1706937" y="3020581"/>
                </a:lnTo>
                <a:cubicBezTo>
                  <a:pt x="1707186" y="3020165"/>
                  <a:pt x="1707601" y="3019917"/>
                  <a:pt x="1708100" y="3019917"/>
                </a:cubicBezTo>
                <a:lnTo>
                  <a:pt x="1727208" y="3019917"/>
                </a:lnTo>
                <a:cubicBezTo>
                  <a:pt x="1727707" y="3019916"/>
                  <a:pt x="1728371" y="3020581"/>
                  <a:pt x="1728371" y="3020581"/>
                </a:cubicBezTo>
                <a:lnTo>
                  <a:pt x="1737925" y="3037113"/>
                </a:lnTo>
                <a:cubicBezTo>
                  <a:pt x="1738174" y="3037530"/>
                  <a:pt x="1737925" y="3038444"/>
                  <a:pt x="1737925" y="3038444"/>
                </a:cubicBezTo>
                <a:lnTo>
                  <a:pt x="1728371" y="3054976"/>
                </a:lnTo>
                <a:cubicBezTo>
                  <a:pt x="1728122" y="3055392"/>
                  <a:pt x="1727707" y="3055640"/>
                  <a:pt x="1727208" y="3055641"/>
                </a:cubicBezTo>
                <a:close/>
                <a:moveTo>
                  <a:pt x="3332993" y="3491320"/>
                </a:moveTo>
                <a:cubicBezTo>
                  <a:pt x="3332495" y="3491320"/>
                  <a:pt x="3332081" y="3491071"/>
                  <a:pt x="3331830" y="3490655"/>
                </a:cubicBezTo>
                <a:lnTo>
                  <a:pt x="3322111" y="3473790"/>
                </a:lnTo>
                <a:cubicBezTo>
                  <a:pt x="3321862" y="3473292"/>
                  <a:pt x="3321862" y="3472793"/>
                  <a:pt x="3322111" y="3472378"/>
                </a:cubicBezTo>
                <a:lnTo>
                  <a:pt x="3331831" y="3455513"/>
                </a:lnTo>
                <a:cubicBezTo>
                  <a:pt x="3332080" y="3455097"/>
                  <a:pt x="3332496" y="3454848"/>
                  <a:pt x="3332993" y="3454848"/>
                </a:cubicBezTo>
                <a:lnTo>
                  <a:pt x="3352434" y="3454848"/>
                </a:lnTo>
                <a:cubicBezTo>
                  <a:pt x="3352932" y="3454848"/>
                  <a:pt x="3353349" y="3455097"/>
                  <a:pt x="3353597" y="3455513"/>
                </a:cubicBezTo>
                <a:lnTo>
                  <a:pt x="3363318" y="3472378"/>
                </a:lnTo>
                <a:cubicBezTo>
                  <a:pt x="3363567" y="3472876"/>
                  <a:pt x="3363568" y="3473375"/>
                  <a:pt x="3363318" y="3473790"/>
                </a:cubicBezTo>
                <a:lnTo>
                  <a:pt x="3353598" y="3490655"/>
                </a:lnTo>
                <a:cubicBezTo>
                  <a:pt x="3353348" y="3491071"/>
                  <a:pt x="3352933" y="3491320"/>
                  <a:pt x="3352434" y="3491320"/>
                </a:cubicBezTo>
                <a:close/>
                <a:moveTo>
                  <a:pt x="744903" y="2797948"/>
                </a:moveTo>
                <a:cubicBezTo>
                  <a:pt x="744405" y="2797948"/>
                  <a:pt x="743989" y="2797699"/>
                  <a:pt x="743740" y="2797283"/>
                </a:cubicBezTo>
                <a:lnTo>
                  <a:pt x="734019" y="2780335"/>
                </a:lnTo>
                <a:cubicBezTo>
                  <a:pt x="733771" y="2779920"/>
                  <a:pt x="733770" y="2779338"/>
                  <a:pt x="734020" y="2778923"/>
                </a:cubicBezTo>
                <a:lnTo>
                  <a:pt x="743823" y="2761975"/>
                </a:lnTo>
                <a:cubicBezTo>
                  <a:pt x="744071" y="2761559"/>
                  <a:pt x="744488" y="2761310"/>
                  <a:pt x="744987" y="2761310"/>
                </a:cubicBezTo>
                <a:lnTo>
                  <a:pt x="764510" y="2761310"/>
                </a:lnTo>
                <a:cubicBezTo>
                  <a:pt x="765008" y="2761310"/>
                  <a:pt x="765424" y="2761559"/>
                  <a:pt x="765673" y="2761975"/>
                </a:cubicBezTo>
                <a:lnTo>
                  <a:pt x="775393" y="2778923"/>
                </a:lnTo>
                <a:cubicBezTo>
                  <a:pt x="775643" y="2779338"/>
                  <a:pt x="775643" y="2779920"/>
                  <a:pt x="775393" y="2780335"/>
                </a:cubicBezTo>
                <a:lnTo>
                  <a:pt x="765590" y="2797283"/>
                </a:lnTo>
                <a:cubicBezTo>
                  <a:pt x="765340" y="2797699"/>
                  <a:pt x="764924" y="2797948"/>
                  <a:pt x="764426" y="2797948"/>
                </a:cubicBezTo>
                <a:close/>
                <a:moveTo>
                  <a:pt x="1106020" y="2894709"/>
                </a:moveTo>
                <a:cubicBezTo>
                  <a:pt x="1105522" y="2894709"/>
                  <a:pt x="1105107" y="2894460"/>
                  <a:pt x="1104857" y="2894044"/>
                </a:cubicBezTo>
                <a:lnTo>
                  <a:pt x="1095137" y="2877096"/>
                </a:lnTo>
                <a:cubicBezTo>
                  <a:pt x="1094888" y="2876681"/>
                  <a:pt x="1094888" y="2876099"/>
                  <a:pt x="1095137" y="2875684"/>
                </a:cubicBezTo>
                <a:lnTo>
                  <a:pt x="1104940" y="2858736"/>
                </a:lnTo>
                <a:cubicBezTo>
                  <a:pt x="1105189" y="2858320"/>
                  <a:pt x="1105605" y="2858071"/>
                  <a:pt x="1106104" y="2858071"/>
                </a:cubicBezTo>
                <a:lnTo>
                  <a:pt x="1125627" y="2858071"/>
                </a:lnTo>
                <a:cubicBezTo>
                  <a:pt x="1126125" y="2858071"/>
                  <a:pt x="1126541" y="2858320"/>
                  <a:pt x="1126790" y="2858736"/>
                </a:cubicBezTo>
                <a:lnTo>
                  <a:pt x="1136510" y="2875684"/>
                </a:lnTo>
                <a:cubicBezTo>
                  <a:pt x="1136760" y="2876099"/>
                  <a:pt x="1136760" y="2876681"/>
                  <a:pt x="1136510" y="2877096"/>
                </a:cubicBezTo>
                <a:lnTo>
                  <a:pt x="1126707" y="2894044"/>
                </a:lnTo>
                <a:cubicBezTo>
                  <a:pt x="1126458" y="2894460"/>
                  <a:pt x="1126041" y="2894709"/>
                  <a:pt x="1125543" y="2894709"/>
                </a:cubicBezTo>
                <a:close/>
                <a:moveTo>
                  <a:pt x="1166206" y="2910836"/>
                </a:moveTo>
                <a:cubicBezTo>
                  <a:pt x="1165708" y="2910836"/>
                  <a:pt x="1165292" y="2910587"/>
                  <a:pt x="1165043" y="2910171"/>
                </a:cubicBezTo>
                <a:lnTo>
                  <a:pt x="1155322" y="2893223"/>
                </a:lnTo>
                <a:cubicBezTo>
                  <a:pt x="1155074" y="2892808"/>
                  <a:pt x="1155073" y="2892226"/>
                  <a:pt x="1155323" y="2891811"/>
                </a:cubicBezTo>
                <a:lnTo>
                  <a:pt x="1165126" y="2874863"/>
                </a:lnTo>
                <a:cubicBezTo>
                  <a:pt x="1165375" y="2874447"/>
                  <a:pt x="1165791" y="2874198"/>
                  <a:pt x="1166290" y="2874198"/>
                </a:cubicBezTo>
                <a:lnTo>
                  <a:pt x="1185813" y="2874198"/>
                </a:lnTo>
                <a:cubicBezTo>
                  <a:pt x="1186311" y="2874198"/>
                  <a:pt x="1186727" y="2874447"/>
                  <a:pt x="1186976" y="2874863"/>
                </a:cubicBezTo>
                <a:lnTo>
                  <a:pt x="1196696" y="2891811"/>
                </a:lnTo>
                <a:cubicBezTo>
                  <a:pt x="1196946" y="2892226"/>
                  <a:pt x="1196946" y="2892808"/>
                  <a:pt x="1196696" y="2893223"/>
                </a:cubicBezTo>
                <a:lnTo>
                  <a:pt x="1186893" y="2910171"/>
                </a:lnTo>
                <a:cubicBezTo>
                  <a:pt x="1186644" y="2910587"/>
                  <a:pt x="1186227" y="2910836"/>
                  <a:pt x="1185729" y="2910836"/>
                </a:cubicBezTo>
                <a:close/>
                <a:moveTo>
                  <a:pt x="1226392" y="2926963"/>
                </a:moveTo>
                <a:cubicBezTo>
                  <a:pt x="1225894" y="2926963"/>
                  <a:pt x="1225479" y="2926714"/>
                  <a:pt x="1225229" y="2926298"/>
                </a:cubicBezTo>
                <a:lnTo>
                  <a:pt x="1215509" y="2909350"/>
                </a:lnTo>
                <a:cubicBezTo>
                  <a:pt x="1215261" y="2908935"/>
                  <a:pt x="1215260" y="2908353"/>
                  <a:pt x="1215510" y="2907938"/>
                </a:cubicBezTo>
                <a:lnTo>
                  <a:pt x="1225313" y="2890990"/>
                </a:lnTo>
                <a:cubicBezTo>
                  <a:pt x="1225561" y="2890574"/>
                  <a:pt x="1225977" y="2890325"/>
                  <a:pt x="1226476" y="2890325"/>
                </a:cubicBezTo>
                <a:lnTo>
                  <a:pt x="1246000" y="2890325"/>
                </a:lnTo>
                <a:cubicBezTo>
                  <a:pt x="1246498" y="2890325"/>
                  <a:pt x="1246913" y="2890574"/>
                  <a:pt x="1247163" y="2890990"/>
                </a:cubicBezTo>
                <a:lnTo>
                  <a:pt x="1256882" y="2907938"/>
                </a:lnTo>
                <a:cubicBezTo>
                  <a:pt x="1257132" y="2908353"/>
                  <a:pt x="1257132" y="2908935"/>
                  <a:pt x="1256882" y="2909350"/>
                </a:cubicBezTo>
                <a:lnTo>
                  <a:pt x="1247079" y="2926298"/>
                </a:lnTo>
                <a:cubicBezTo>
                  <a:pt x="1246830" y="2926714"/>
                  <a:pt x="1246414" y="2926963"/>
                  <a:pt x="1245916" y="2926963"/>
                </a:cubicBezTo>
                <a:close/>
                <a:moveTo>
                  <a:pt x="1286580" y="2943172"/>
                </a:moveTo>
                <a:cubicBezTo>
                  <a:pt x="1286163" y="2943172"/>
                  <a:pt x="1285665" y="2942923"/>
                  <a:pt x="1285416" y="2942507"/>
                </a:cubicBezTo>
                <a:lnTo>
                  <a:pt x="1275613" y="2925476"/>
                </a:lnTo>
                <a:cubicBezTo>
                  <a:pt x="1275363" y="2925061"/>
                  <a:pt x="1275364" y="2924479"/>
                  <a:pt x="1275612" y="2924064"/>
                </a:cubicBezTo>
                <a:lnTo>
                  <a:pt x="1285415" y="2907033"/>
                </a:lnTo>
                <a:cubicBezTo>
                  <a:pt x="1285666" y="2906617"/>
                  <a:pt x="1286080" y="2906368"/>
                  <a:pt x="1286579" y="2906368"/>
                </a:cubicBezTo>
                <a:lnTo>
                  <a:pt x="1306185" y="2906368"/>
                </a:lnTo>
                <a:cubicBezTo>
                  <a:pt x="1306600" y="2906368"/>
                  <a:pt x="1307099" y="2906617"/>
                  <a:pt x="1307348" y="2907033"/>
                </a:cubicBezTo>
                <a:lnTo>
                  <a:pt x="1317152" y="2924064"/>
                </a:lnTo>
                <a:cubicBezTo>
                  <a:pt x="1317401" y="2924479"/>
                  <a:pt x="1317401" y="2925061"/>
                  <a:pt x="1317152" y="2925476"/>
                </a:cubicBezTo>
                <a:lnTo>
                  <a:pt x="1307348" y="2942507"/>
                </a:lnTo>
                <a:cubicBezTo>
                  <a:pt x="1307099" y="2942923"/>
                  <a:pt x="1306684" y="2943172"/>
                  <a:pt x="1306185" y="2943172"/>
                </a:cubicBezTo>
                <a:close/>
                <a:moveTo>
                  <a:pt x="3513469" y="3539865"/>
                </a:moveTo>
                <a:cubicBezTo>
                  <a:pt x="3513054" y="3539865"/>
                  <a:pt x="3512555" y="3539616"/>
                  <a:pt x="3512306" y="3539200"/>
                </a:cubicBezTo>
                <a:lnTo>
                  <a:pt x="3502503" y="3522169"/>
                </a:lnTo>
                <a:cubicBezTo>
                  <a:pt x="3502254" y="3521754"/>
                  <a:pt x="3502254" y="3521172"/>
                  <a:pt x="3502503" y="3520757"/>
                </a:cubicBezTo>
                <a:lnTo>
                  <a:pt x="3512306" y="3503726"/>
                </a:lnTo>
                <a:cubicBezTo>
                  <a:pt x="3512555" y="3503310"/>
                  <a:pt x="3512971" y="3503061"/>
                  <a:pt x="3513470" y="3503061"/>
                </a:cubicBezTo>
                <a:lnTo>
                  <a:pt x="3533076" y="3503061"/>
                </a:lnTo>
                <a:cubicBezTo>
                  <a:pt x="3533492" y="3503061"/>
                  <a:pt x="3533990" y="3503310"/>
                  <a:pt x="3534239" y="3503726"/>
                </a:cubicBezTo>
                <a:lnTo>
                  <a:pt x="3544043" y="3520757"/>
                </a:lnTo>
                <a:cubicBezTo>
                  <a:pt x="3544292" y="3521172"/>
                  <a:pt x="3544292" y="3521754"/>
                  <a:pt x="3544043" y="3522169"/>
                </a:cubicBezTo>
                <a:lnTo>
                  <a:pt x="3534239" y="3539200"/>
                </a:lnTo>
                <a:cubicBezTo>
                  <a:pt x="3533990" y="3539616"/>
                  <a:pt x="3533574" y="3539865"/>
                  <a:pt x="3533076" y="3539865"/>
                </a:cubicBezTo>
                <a:close/>
                <a:moveTo>
                  <a:pt x="3994959" y="3668880"/>
                </a:moveTo>
                <a:cubicBezTo>
                  <a:pt x="3994544" y="3668880"/>
                  <a:pt x="3994045" y="3668631"/>
                  <a:pt x="3993796" y="3668215"/>
                </a:cubicBezTo>
                <a:lnTo>
                  <a:pt x="3983993" y="3651184"/>
                </a:lnTo>
                <a:cubicBezTo>
                  <a:pt x="3983744" y="3650769"/>
                  <a:pt x="3983744" y="3650187"/>
                  <a:pt x="3983993" y="3649772"/>
                </a:cubicBezTo>
                <a:lnTo>
                  <a:pt x="3993796" y="3632741"/>
                </a:lnTo>
                <a:cubicBezTo>
                  <a:pt x="3994045" y="3632325"/>
                  <a:pt x="3994461" y="3632076"/>
                  <a:pt x="3994959" y="3632076"/>
                </a:cubicBezTo>
                <a:lnTo>
                  <a:pt x="4014566" y="3632076"/>
                </a:lnTo>
                <a:cubicBezTo>
                  <a:pt x="4014982" y="3632076"/>
                  <a:pt x="4015480" y="3632325"/>
                  <a:pt x="4015729" y="3632741"/>
                </a:cubicBezTo>
                <a:lnTo>
                  <a:pt x="4025533" y="3649772"/>
                </a:lnTo>
                <a:cubicBezTo>
                  <a:pt x="4025782" y="3650187"/>
                  <a:pt x="4025782" y="3650769"/>
                  <a:pt x="4025533" y="3651184"/>
                </a:cubicBezTo>
                <a:lnTo>
                  <a:pt x="4015729" y="3668215"/>
                </a:lnTo>
                <a:cubicBezTo>
                  <a:pt x="4015480" y="3668631"/>
                  <a:pt x="4015064" y="3668880"/>
                  <a:pt x="4014566" y="3668880"/>
                </a:cubicBezTo>
                <a:close/>
                <a:moveTo>
                  <a:pt x="1346663" y="2959451"/>
                </a:moveTo>
                <a:cubicBezTo>
                  <a:pt x="1346164" y="2959451"/>
                  <a:pt x="1345666" y="2959202"/>
                  <a:pt x="1345416" y="2958787"/>
                </a:cubicBezTo>
                <a:lnTo>
                  <a:pt x="1335530" y="2941672"/>
                </a:lnTo>
                <a:cubicBezTo>
                  <a:pt x="1335281" y="2941257"/>
                  <a:pt x="1335281" y="2940675"/>
                  <a:pt x="1335530" y="2940260"/>
                </a:cubicBezTo>
                <a:lnTo>
                  <a:pt x="1345416" y="2923146"/>
                </a:lnTo>
                <a:cubicBezTo>
                  <a:pt x="1345749" y="2922730"/>
                  <a:pt x="1346164" y="2922481"/>
                  <a:pt x="1346663" y="2922481"/>
                </a:cubicBezTo>
                <a:lnTo>
                  <a:pt x="1366352" y="2922481"/>
                </a:lnTo>
                <a:cubicBezTo>
                  <a:pt x="1366851" y="2922481"/>
                  <a:pt x="1367349" y="2922730"/>
                  <a:pt x="1367599" y="2923146"/>
                </a:cubicBezTo>
                <a:lnTo>
                  <a:pt x="1377485" y="2940260"/>
                </a:lnTo>
                <a:cubicBezTo>
                  <a:pt x="1377734" y="2940675"/>
                  <a:pt x="1377734" y="2941257"/>
                  <a:pt x="1377485" y="2941672"/>
                </a:cubicBezTo>
                <a:lnTo>
                  <a:pt x="1367599" y="2958787"/>
                </a:lnTo>
                <a:cubicBezTo>
                  <a:pt x="1367266" y="2959202"/>
                  <a:pt x="1366851" y="2959451"/>
                  <a:pt x="1366352" y="2959451"/>
                </a:cubicBezTo>
                <a:close/>
                <a:moveTo>
                  <a:pt x="3392991" y="3507869"/>
                </a:moveTo>
                <a:cubicBezTo>
                  <a:pt x="3392493" y="3507869"/>
                  <a:pt x="3391995" y="3507620"/>
                  <a:pt x="3391744" y="3507204"/>
                </a:cubicBezTo>
                <a:lnTo>
                  <a:pt x="3381859" y="3490007"/>
                </a:lnTo>
                <a:cubicBezTo>
                  <a:pt x="3381610" y="3489592"/>
                  <a:pt x="3381610" y="3489010"/>
                  <a:pt x="3381859" y="3488595"/>
                </a:cubicBezTo>
                <a:lnTo>
                  <a:pt x="3391744" y="3471398"/>
                </a:lnTo>
                <a:cubicBezTo>
                  <a:pt x="3391995" y="3470982"/>
                  <a:pt x="3392493" y="3470733"/>
                  <a:pt x="3392991" y="3470732"/>
                </a:cubicBezTo>
                <a:lnTo>
                  <a:pt x="3412848" y="3470733"/>
                </a:lnTo>
                <a:cubicBezTo>
                  <a:pt x="3413346" y="3470732"/>
                  <a:pt x="3413844" y="3470982"/>
                  <a:pt x="3414094" y="3471397"/>
                </a:cubicBezTo>
                <a:lnTo>
                  <a:pt x="3423979" y="3488595"/>
                </a:lnTo>
                <a:cubicBezTo>
                  <a:pt x="3424229" y="3489009"/>
                  <a:pt x="3424228" y="3489592"/>
                  <a:pt x="3423980" y="3490006"/>
                </a:cubicBezTo>
                <a:lnTo>
                  <a:pt x="3414093" y="3507205"/>
                </a:lnTo>
                <a:cubicBezTo>
                  <a:pt x="3413844" y="3507619"/>
                  <a:pt x="3413346" y="3507869"/>
                  <a:pt x="3412848" y="3507869"/>
                </a:cubicBezTo>
                <a:close/>
                <a:moveTo>
                  <a:pt x="3573549" y="3556249"/>
                </a:moveTo>
                <a:cubicBezTo>
                  <a:pt x="3573051" y="3556249"/>
                  <a:pt x="3572553" y="3556000"/>
                  <a:pt x="3572303" y="3555585"/>
                </a:cubicBezTo>
                <a:lnTo>
                  <a:pt x="3562417" y="3538387"/>
                </a:lnTo>
                <a:cubicBezTo>
                  <a:pt x="3562168" y="3537972"/>
                  <a:pt x="3562168" y="3537390"/>
                  <a:pt x="3562417" y="3536975"/>
                </a:cubicBezTo>
                <a:lnTo>
                  <a:pt x="3572303" y="3519778"/>
                </a:lnTo>
                <a:cubicBezTo>
                  <a:pt x="3572553" y="3519362"/>
                  <a:pt x="3573051" y="3519113"/>
                  <a:pt x="3573549" y="3519113"/>
                </a:cubicBezTo>
                <a:lnTo>
                  <a:pt x="3593406" y="3519113"/>
                </a:lnTo>
                <a:cubicBezTo>
                  <a:pt x="3593904" y="3519113"/>
                  <a:pt x="3594402" y="3519362"/>
                  <a:pt x="3594652" y="3519778"/>
                </a:cubicBezTo>
                <a:lnTo>
                  <a:pt x="3604538" y="3536975"/>
                </a:lnTo>
                <a:cubicBezTo>
                  <a:pt x="3604787" y="3537390"/>
                  <a:pt x="3604787" y="3537972"/>
                  <a:pt x="3604538" y="3538387"/>
                </a:cubicBezTo>
                <a:lnTo>
                  <a:pt x="3594652" y="3555585"/>
                </a:lnTo>
                <a:cubicBezTo>
                  <a:pt x="3594402" y="3556000"/>
                  <a:pt x="3593904" y="3556249"/>
                  <a:pt x="3593406" y="3556249"/>
                </a:cubicBezTo>
                <a:close/>
                <a:moveTo>
                  <a:pt x="3453095" y="3524068"/>
                </a:moveTo>
                <a:cubicBezTo>
                  <a:pt x="3452597" y="3524068"/>
                  <a:pt x="3452098" y="3523819"/>
                  <a:pt x="3451849" y="3523404"/>
                </a:cubicBezTo>
                <a:lnTo>
                  <a:pt x="3441880" y="3506123"/>
                </a:lnTo>
                <a:cubicBezTo>
                  <a:pt x="3441631" y="3505707"/>
                  <a:pt x="3441631" y="3505126"/>
                  <a:pt x="3441880" y="3504711"/>
                </a:cubicBezTo>
                <a:lnTo>
                  <a:pt x="3451849" y="3487431"/>
                </a:lnTo>
                <a:cubicBezTo>
                  <a:pt x="3452098" y="3487015"/>
                  <a:pt x="3452597" y="3486766"/>
                  <a:pt x="3453095" y="3486766"/>
                </a:cubicBezTo>
                <a:lnTo>
                  <a:pt x="3473035" y="3486766"/>
                </a:lnTo>
                <a:cubicBezTo>
                  <a:pt x="3473533" y="3486766"/>
                  <a:pt x="3474032" y="3487015"/>
                  <a:pt x="3474281" y="3487431"/>
                </a:cubicBezTo>
                <a:lnTo>
                  <a:pt x="3484250" y="3504711"/>
                </a:lnTo>
                <a:cubicBezTo>
                  <a:pt x="3484499" y="3505126"/>
                  <a:pt x="3484499" y="3505708"/>
                  <a:pt x="3484250" y="3506123"/>
                </a:cubicBezTo>
                <a:lnTo>
                  <a:pt x="3474281" y="3523404"/>
                </a:lnTo>
                <a:cubicBezTo>
                  <a:pt x="3474032" y="3523819"/>
                  <a:pt x="3473533" y="3524068"/>
                  <a:pt x="3473035" y="3524068"/>
                </a:cubicBezTo>
                <a:close/>
                <a:moveTo>
                  <a:pt x="1466889" y="2991968"/>
                </a:moveTo>
                <a:cubicBezTo>
                  <a:pt x="1466390" y="2991968"/>
                  <a:pt x="1465892" y="2991636"/>
                  <a:pt x="1465643" y="2991221"/>
                </a:cubicBezTo>
                <a:lnTo>
                  <a:pt x="1455673" y="2973857"/>
                </a:lnTo>
                <a:cubicBezTo>
                  <a:pt x="1455424" y="2973441"/>
                  <a:pt x="1455424" y="2972860"/>
                  <a:pt x="1455673" y="2972444"/>
                </a:cubicBezTo>
                <a:lnTo>
                  <a:pt x="1465726" y="2955081"/>
                </a:lnTo>
                <a:cubicBezTo>
                  <a:pt x="1465975" y="2954583"/>
                  <a:pt x="1466473" y="2954333"/>
                  <a:pt x="1466972" y="2954333"/>
                </a:cubicBezTo>
                <a:lnTo>
                  <a:pt x="1486994" y="2954333"/>
                </a:lnTo>
                <a:cubicBezTo>
                  <a:pt x="1487493" y="2954333"/>
                  <a:pt x="1487991" y="2954665"/>
                  <a:pt x="1488240" y="2955081"/>
                </a:cubicBezTo>
                <a:lnTo>
                  <a:pt x="1498210" y="2972444"/>
                </a:lnTo>
                <a:cubicBezTo>
                  <a:pt x="1498459" y="2972860"/>
                  <a:pt x="1498459" y="2973441"/>
                  <a:pt x="1498210" y="2973857"/>
                </a:cubicBezTo>
                <a:lnTo>
                  <a:pt x="1488157" y="2991220"/>
                </a:lnTo>
                <a:cubicBezTo>
                  <a:pt x="1487908" y="2991719"/>
                  <a:pt x="1487409" y="2991968"/>
                  <a:pt x="1486911" y="2991968"/>
                </a:cubicBezTo>
                <a:close/>
                <a:moveTo>
                  <a:pt x="1527075" y="3008095"/>
                </a:moveTo>
                <a:cubicBezTo>
                  <a:pt x="1526576" y="3008095"/>
                  <a:pt x="1526078" y="3007763"/>
                  <a:pt x="1525829" y="3007347"/>
                </a:cubicBezTo>
                <a:lnTo>
                  <a:pt x="1515859" y="2989984"/>
                </a:lnTo>
                <a:cubicBezTo>
                  <a:pt x="1515610" y="2989568"/>
                  <a:pt x="1515610" y="2988987"/>
                  <a:pt x="1515859" y="2988571"/>
                </a:cubicBezTo>
                <a:lnTo>
                  <a:pt x="1525912" y="2971208"/>
                </a:lnTo>
                <a:cubicBezTo>
                  <a:pt x="1526161" y="2970709"/>
                  <a:pt x="1526659" y="2970460"/>
                  <a:pt x="1527158" y="2970460"/>
                </a:cubicBezTo>
                <a:lnTo>
                  <a:pt x="1547180" y="2970460"/>
                </a:lnTo>
                <a:cubicBezTo>
                  <a:pt x="1547679" y="2970460"/>
                  <a:pt x="1548177" y="2970792"/>
                  <a:pt x="1548426" y="2971208"/>
                </a:cubicBezTo>
                <a:lnTo>
                  <a:pt x="1558396" y="2988571"/>
                </a:lnTo>
                <a:cubicBezTo>
                  <a:pt x="1558645" y="2988987"/>
                  <a:pt x="1558645" y="2989568"/>
                  <a:pt x="1558396" y="2989984"/>
                </a:cubicBezTo>
                <a:lnTo>
                  <a:pt x="1548343" y="3007347"/>
                </a:lnTo>
                <a:cubicBezTo>
                  <a:pt x="1548094" y="3007846"/>
                  <a:pt x="1547595" y="3008095"/>
                  <a:pt x="1547097" y="3008095"/>
                </a:cubicBezTo>
                <a:close/>
                <a:moveTo>
                  <a:pt x="3934524" y="3653169"/>
                </a:moveTo>
                <a:cubicBezTo>
                  <a:pt x="3934025" y="3653169"/>
                  <a:pt x="3933527" y="3652837"/>
                  <a:pt x="3933278" y="3652421"/>
                </a:cubicBezTo>
                <a:lnTo>
                  <a:pt x="3923308" y="3635058"/>
                </a:lnTo>
                <a:cubicBezTo>
                  <a:pt x="3923059" y="3634642"/>
                  <a:pt x="3923059" y="3634061"/>
                  <a:pt x="3923308" y="3633645"/>
                </a:cubicBezTo>
                <a:lnTo>
                  <a:pt x="3933360" y="3616282"/>
                </a:lnTo>
                <a:cubicBezTo>
                  <a:pt x="3933610" y="3615783"/>
                  <a:pt x="3934108" y="3615534"/>
                  <a:pt x="3934607" y="3615534"/>
                </a:cubicBezTo>
                <a:lnTo>
                  <a:pt x="3954630" y="3615534"/>
                </a:lnTo>
                <a:cubicBezTo>
                  <a:pt x="3955127" y="3615534"/>
                  <a:pt x="3955626" y="3615866"/>
                  <a:pt x="3955875" y="3616282"/>
                </a:cubicBezTo>
                <a:lnTo>
                  <a:pt x="3965844" y="3633645"/>
                </a:lnTo>
                <a:cubicBezTo>
                  <a:pt x="3966094" y="3634061"/>
                  <a:pt x="3966094" y="3634642"/>
                  <a:pt x="3965844" y="3635058"/>
                </a:cubicBezTo>
                <a:lnTo>
                  <a:pt x="3955792" y="3652421"/>
                </a:lnTo>
                <a:cubicBezTo>
                  <a:pt x="3955543" y="3652920"/>
                  <a:pt x="3955044" y="3653169"/>
                  <a:pt x="3954546" y="3653169"/>
                </a:cubicBezTo>
                <a:close/>
                <a:moveTo>
                  <a:pt x="1767819" y="3072686"/>
                </a:moveTo>
                <a:cubicBezTo>
                  <a:pt x="1767321" y="3072686"/>
                  <a:pt x="1766822" y="3072354"/>
                  <a:pt x="1766573" y="3071938"/>
                </a:cubicBezTo>
                <a:lnTo>
                  <a:pt x="1756521" y="3054492"/>
                </a:lnTo>
                <a:cubicBezTo>
                  <a:pt x="1756272" y="3054076"/>
                  <a:pt x="1756272" y="3053495"/>
                  <a:pt x="1756522" y="3053079"/>
                </a:cubicBezTo>
                <a:lnTo>
                  <a:pt x="1766573" y="3035633"/>
                </a:lnTo>
                <a:cubicBezTo>
                  <a:pt x="1766822" y="3035134"/>
                  <a:pt x="1767321" y="3034885"/>
                  <a:pt x="1767819" y="3034885"/>
                </a:cubicBezTo>
                <a:lnTo>
                  <a:pt x="1787926" y="3034885"/>
                </a:lnTo>
                <a:cubicBezTo>
                  <a:pt x="1788423" y="3034885"/>
                  <a:pt x="1788922" y="3035217"/>
                  <a:pt x="1789171" y="3035633"/>
                </a:cubicBezTo>
                <a:lnTo>
                  <a:pt x="1799224" y="3053079"/>
                </a:lnTo>
                <a:cubicBezTo>
                  <a:pt x="1799473" y="3053495"/>
                  <a:pt x="1799474" y="3054076"/>
                  <a:pt x="1799224" y="3054492"/>
                </a:cubicBezTo>
                <a:lnTo>
                  <a:pt x="1789171" y="3071938"/>
                </a:lnTo>
                <a:cubicBezTo>
                  <a:pt x="1788922" y="3072437"/>
                  <a:pt x="1788423" y="3072686"/>
                  <a:pt x="1787925" y="3072686"/>
                </a:cubicBezTo>
                <a:close/>
                <a:moveTo>
                  <a:pt x="1647365" y="3040514"/>
                </a:moveTo>
                <a:cubicBezTo>
                  <a:pt x="1646866" y="3040514"/>
                  <a:pt x="1646368" y="3040182"/>
                  <a:pt x="1646119" y="3039767"/>
                </a:cubicBezTo>
                <a:lnTo>
                  <a:pt x="1635983" y="3022237"/>
                </a:lnTo>
                <a:cubicBezTo>
                  <a:pt x="1635734" y="3021821"/>
                  <a:pt x="1635734" y="3021240"/>
                  <a:pt x="1635983" y="3020825"/>
                </a:cubicBezTo>
                <a:lnTo>
                  <a:pt x="1646119" y="3003295"/>
                </a:lnTo>
                <a:cubicBezTo>
                  <a:pt x="1646368" y="3002796"/>
                  <a:pt x="1646866" y="3002547"/>
                  <a:pt x="1647365" y="3002547"/>
                </a:cubicBezTo>
                <a:lnTo>
                  <a:pt x="1667636" y="3002547"/>
                </a:lnTo>
                <a:cubicBezTo>
                  <a:pt x="1668135" y="3002547"/>
                  <a:pt x="1668633" y="3002879"/>
                  <a:pt x="1668882" y="3003295"/>
                </a:cubicBezTo>
                <a:lnTo>
                  <a:pt x="1679018" y="3020825"/>
                </a:lnTo>
                <a:cubicBezTo>
                  <a:pt x="1679267" y="3021240"/>
                  <a:pt x="1679267" y="3021821"/>
                  <a:pt x="1679018" y="3022237"/>
                </a:cubicBezTo>
                <a:lnTo>
                  <a:pt x="1668882" y="3039767"/>
                </a:lnTo>
                <a:cubicBezTo>
                  <a:pt x="1668633" y="3040265"/>
                  <a:pt x="1668135" y="3040514"/>
                  <a:pt x="1667636" y="3040514"/>
                </a:cubicBezTo>
                <a:close/>
                <a:moveTo>
                  <a:pt x="3753883" y="3604954"/>
                </a:moveTo>
                <a:cubicBezTo>
                  <a:pt x="3753384" y="3604954"/>
                  <a:pt x="3752886" y="3604622"/>
                  <a:pt x="3752637" y="3604207"/>
                </a:cubicBezTo>
                <a:lnTo>
                  <a:pt x="3742501" y="3586677"/>
                </a:lnTo>
                <a:cubicBezTo>
                  <a:pt x="3742252" y="3586261"/>
                  <a:pt x="3742252" y="3585680"/>
                  <a:pt x="3742501" y="3585265"/>
                </a:cubicBezTo>
                <a:lnTo>
                  <a:pt x="3752637" y="3567735"/>
                </a:lnTo>
                <a:cubicBezTo>
                  <a:pt x="3752886" y="3567236"/>
                  <a:pt x="3753384" y="3566987"/>
                  <a:pt x="3753883" y="3566987"/>
                </a:cubicBezTo>
                <a:lnTo>
                  <a:pt x="3774154" y="3566987"/>
                </a:lnTo>
                <a:cubicBezTo>
                  <a:pt x="3774653" y="3566987"/>
                  <a:pt x="3775151" y="3567319"/>
                  <a:pt x="3775400" y="3567735"/>
                </a:cubicBezTo>
                <a:lnTo>
                  <a:pt x="3785536" y="3585265"/>
                </a:lnTo>
                <a:cubicBezTo>
                  <a:pt x="3785785" y="3585680"/>
                  <a:pt x="3785785" y="3586261"/>
                  <a:pt x="3785536" y="3586677"/>
                </a:cubicBezTo>
                <a:lnTo>
                  <a:pt x="3775400" y="3604207"/>
                </a:lnTo>
                <a:cubicBezTo>
                  <a:pt x="3775151" y="3604705"/>
                  <a:pt x="3774653" y="3604954"/>
                  <a:pt x="3774154" y="3604954"/>
                </a:cubicBezTo>
                <a:close/>
                <a:moveTo>
                  <a:pt x="5077897" y="3959828"/>
                </a:moveTo>
                <a:cubicBezTo>
                  <a:pt x="5077397" y="3959829"/>
                  <a:pt x="5076899" y="3959497"/>
                  <a:pt x="5076650" y="3959081"/>
                </a:cubicBezTo>
                <a:lnTo>
                  <a:pt x="5066514" y="3941468"/>
                </a:lnTo>
                <a:cubicBezTo>
                  <a:pt x="5066265" y="3941054"/>
                  <a:pt x="5066265" y="3940472"/>
                  <a:pt x="5066514" y="3940057"/>
                </a:cubicBezTo>
                <a:lnTo>
                  <a:pt x="5076734" y="3922444"/>
                </a:lnTo>
                <a:cubicBezTo>
                  <a:pt x="5076982" y="3921945"/>
                  <a:pt x="5077480" y="3921695"/>
                  <a:pt x="5077979" y="3921696"/>
                </a:cubicBezTo>
                <a:lnTo>
                  <a:pt x="5098333" y="3921696"/>
                </a:lnTo>
                <a:cubicBezTo>
                  <a:pt x="5098832" y="3921696"/>
                  <a:pt x="5099330" y="3922027"/>
                  <a:pt x="5099580" y="3922444"/>
                </a:cubicBezTo>
                <a:lnTo>
                  <a:pt x="5109716" y="3940057"/>
                </a:lnTo>
                <a:cubicBezTo>
                  <a:pt x="5109964" y="3940471"/>
                  <a:pt x="5109965" y="3941054"/>
                  <a:pt x="5109715" y="3941468"/>
                </a:cubicBezTo>
                <a:lnTo>
                  <a:pt x="5099496" y="3959081"/>
                </a:lnTo>
                <a:cubicBezTo>
                  <a:pt x="5099247" y="3959580"/>
                  <a:pt x="5098750" y="3959829"/>
                  <a:pt x="5098251" y="3959829"/>
                </a:cubicBezTo>
                <a:close/>
                <a:moveTo>
                  <a:pt x="1406515" y="2976254"/>
                </a:moveTo>
                <a:cubicBezTo>
                  <a:pt x="1406017" y="2976254"/>
                  <a:pt x="1405518" y="2975922"/>
                  <a:pt x="1405268" y="2975507"/>
                </a:cubicBezTo>
                <a:lnTo>
                  <a:pt x="1395049" y="2957811"/>
                </a:lnTo>
                <a:cubicBezTo>
                  <a:pt x="1394800" y="2957395"/>
                  <a:pt x="1394800" y="2956814"/>
                  <a:pt x="1395050" y="2956399"/>
                </a:cubicBezTo>
                <a:lnTo>
                  <a:pt x="1405269" y="2938703"/>
                </a:lnTo>
                <a:cubicBezTo>
                  <a:pt x="1405518" y="2938204"/>
                  <a:pt x="1406017" y="2937955"/>
                  <a:pt x="1406515" y="2937955"/>
                </a:cubicBezTo>
                <a:lnTo>
                  <a:pt x="1426951" y="2937955"/>
                </a:lnTo>
                <a:cubicBezTo>
                  <a:pt x="1427451" y="2937955"/>
                  <a:pt x="1427949" y="2938287"/>
                  <a:pt x="1428198" y="2938703"/>
                </a:cubicBezTo>
                <a:lnTo>
                  <a:pt x="1438416" y="2956399"/>
                </a:lnTo>
                <a:cubicBezTo>
                  <a:pt x="1438667" y="2956814"/>
                  <a:pt x="1438667" y="2957395"/>
                  <a:pt x="1438417" y="2957811"/>
                </a:cubicBezTo>
                <a:lnTo>
                  <a:pt x="1428198" y="2975507"/>
                </a:lnTo>
                <a:cubicBezTo>
                  <a:pt x="1427948" y="2976005"/>
                  <a:pt x="1427451" y="2976254"/>
                  <a:pt x="1426951" y="2976254"/>
                </a:cubicBezTo>
                <a:close/>
                <a:moveTo>
                  <a:pt x="1587073" y="3024634"/>
                </a:moveTo>
                <a:cubicBezTo>
                  <a:pt x="1586575" y="3024634"/>
                  <a:pt x="1586076" y="3024302"/>
                  <a:pt x="1585827" y="3023887"/>
                </a:cubicBezTo>
                <a:lnTo>
                  <a:pt x="1575608" y="3006191"/>
                </a:lnTo>
                <a:cubicBezTo>
                  <a:pt x="1575359" y="3005775"/>
                  <a:pt x="1575359" y="3005194"/>
                  <a:pt x="1575608" y="3004779"/>
                </a:cubicBezTo>
                <a:lnTo>
                  <a:pt x="1585827" y="2987083"/>
                </a:lnTo>
                <a:cubicBezTo>
                  <a:pt x="1586076" y="2986584"/>
                  <a:pt x="1586575" y="2986335"/>
                  <a:pt x="1587073" y="2986335"/>
                </a:cubicBezTo>
                <a:lnTo>
                  <a:pt x="1607510" y="2986335"/>
                </a:lnTo>
                <a:cubicBezTo>
                  <a:pt x="1608009" y="2986335"/>
                  <a:pt x="1608507" y="2986667"/>
                  <a:pt x="1608757" y="2987083"/>
                </a:cubicBezTo>
                <a:lnTo>
                  <a:pt x="1618975" y="3004779"/>
                </a:lnTo>
                <a:cubicBezTo>
                  <a:pt x="1619225" y="3005194"/>
                  <a:pt x="1619225" y="3005775"/>
                  <a:pt x="1618975" y="3006191"/>
                </a:cubicBezTo>
                <a:lnTo>
                  <a:pt x="1608757" y="3023887"/>
                </a:lnTo>
                <a:cubicBezTo>
                  <a:pt x="1608507" y="3024385"/>
                  <a:pt x="1608009" y="3024634"/>
                  <a:pt x="1607510" y="3024634"/>
                </a:cubicBezTo>
                <a:close/>
                <a:moveTo>
                  <a:pt x="2068563" y="3153649"/>
                </a:moveTo>
                <a:cubicBezTo>
                  <a:pt x="2068064" y="3153649"/>
                  <a:pt x="2067566" y="3153317"/>
                  <a:pt x="2067317" y="3152902"/>
                </a:cubicBezTo>
                <a:lnTo>
                  <a:pt x="2057098" y="3135206"/>
                </a:lnTo>
                <a:cubicBezTo>
                  <a:pt x="2056849" y="3134790"/>
                  <a:pt x="2056849" y="3134209"/>
                  <a:pt x="2057098" y="3133794"/>
                </a:cubicBezTo>
                <a:lnTo>
                  <a:pt x="2067317" y="3116098"/>
                </a:lnTo>
                <a:cubicBezTo>
                  <a:pt x="2067566" y="3115599"/>
                  <a:pt x="2068064" y="3115350"/>
                  <a:pt x="2068563" y="3115350"/>
                </a:cubicBezTo>
                <a:lnTo>
                  <a:pt x="2089000" y="3115350"/>
                </a:lnTo>
                <a:cubicBezTo>
                  <a:pt x="2089499" y="3115350"/>
                  <a:pt x="2089997" y="3115682"/>
                  <a:pt x="2090247" y="3116098"/>
                </a:cubicBezTo>
                <a:lnTo>
                  <a:pt x="2100465" y="3133794"/>
                </a:lnTo>
                <a:cubicBezTo>
                  <a:pt x="2100715" y="3134209"/>
                  <a:pt x="2100715" y="3134790"/>
                  <a:pt x="2100465" y="3135206"/>
                </a:cubicBezTo>
                <a:lnTo>
                  <a:pt x="2090247" y="3152902"/>
                </a:lnTo>
                <a:cubicBezTo>
                  <a:pt x="2089997" y="3153400"/>
                  <a:pt x="2089499" y="3153649"/>
                  <a:pt x="2089000" y="3153649"/>
                </a:cubicBezTo>
                <a:close/>
                <a:moveTo>
                  <a:pt x="3633405" y="3572947"/>
                </a:moveTo>
                <a:cubicBezTo>
                  <a:pt x="3632906" y="3572947"/>
                  <a:pt x="3632408" y="3572615"/>
                  <a:pt x="3632159" y="3572200"/>
                </a:cubicBezTo>
                <a:lnTo>
                  <a:pt x="3621940" y="3554504"/>
                </a:lnTo>
                <a:cubicBezTo>
                  <a:pt x="3621691" y="3554088"/>
                  <a:pt x="3621691" y="3553507"/>
                  <a:pt x="3621941" y="3553092"/>
                </a:cubicBezTo>
                <a:lnTo>
                  <a:pt x="3632159" y="3535396"/>
                </a:lnTo>
                <a:cubicBezTo>
                  <a:pt x="3632408" y="3534897"/>
                  <a:pt x="3632906" y="3534648"/>
                  <a:pt x="3633405" y="3534648"/>
                </a:cubicBezTo>
                <a:lnTo>
                  <a:pt x="3653842" y="3534648"/>
                </a:lnTo>
                <a:cubicBezTo>
                  <a:pt x="3654341" y="3534648"/>
                  <a:pt x="3654839" y="3534980"/>
                  <a:pt x="3655089" y="3535396"/>
                </a:cubicBezTo>
                <a:lnTo>
                  <a:pt x="3665307" y="3553092"/>
                </a:lnTo>
                <a:cubicBezTo>
                  <a:pt x="3665557" y="3553507"/>
                  <a:pt x="3665558" y="3554088"/>
                  <a:pt x="3665307" y="3554504"/>
                </a:cubicBezTo>
                <a:lnTo>
                  <a:pt x="3655089" y="3572200"/>
                </a:lnTo>
                <a:cubicBezTo>
                  <a:pt x="3654839" y="3572698"/>
                  <a:pt x="3654341" y="3572947"/>
                  <a:pt x="3653842" y="3572947"/>
                </a:cubicBezTo>
                <a:close/>
                <a:moveTo>
                  <a:pt x="3813882" y="3621401"/>
                </a:moveTo>
                <a:cubicBezTo>
                  <a:pt x="3813383" y="3621401"/>
                  <a:pt x="3812885" y="3621068"/>
                  <a:pt x="3812636" y="3620653"/>
                </a:cubicBezTo>
                <a:lnTo>
                  <a:pt x="3802334" y="3602874"/>
                </a:lnTo>
                <a:cubicBezTo>
                  <a:pt x="3802085" y="3602459"/>
                  <a:pt x="3802085" y="3601877"/>
                  <a:pt x="3802334" y="3601462"/>
                </a:cubicBezTo>
                <a:lnTo>
                  <a:pt x="3812636" y="3583683"/>
                </a:lnTo>
                <a:cubicBezTo>
                  <a:pt x="3812886" y="3583184"/>
                  <a:pt x="3813383" y="3582935"/>
                  <a:pt x="3813882" y="3582935"/>
                </a:cubicBezTo>
                <a:lnTo>
                  <a:pt x="3834402" y="3582935"/>
                </a:lnTo>
                <a:cubicBezTo>
                  <a:pt x="3834901" y="3582935"/>
                  <a:pt x="3835399" y="3583267"/>
                  <a:pt x="3835650" y="3583683"/>
                </a:cubicBezTo>
                <a:lnTo>
                  <a:pt x="3845951" y="3601462"/>
                </a:lnTo>
                <a:cubicBezTo>
                  <a:pt x="3846200" y="3601877"/>
                  <a:pt x="3846201" y="3602459"/>
                  <a:pt x="3845951" y="3602874"/>
                </a:cubicBezTo>
                <a:lnTo>
                  <a:pt x="3835649" y="3620653"/>
                </a:lnTo>
                <a:cubicBezTo>
                  <a:pt x="3835399" y="3621151"/>
                  <a:pt x="3834901" y="3621401"/>
                  <a:pt x="3834402" y="3621401"/>
                </a:cubicBezTo>
                <a:close/>
                <a:moveTo>
                  <a:pt x="2249048" y="3202209"/>
                </a:moveTo>
                <a:cubicBezTo>
                  <a:pt x="2248550" y="3202209"/>
                  <a:pt x="2248051" y="3201877"/>
                  <a:pt x="2247802" y="3201461"/>
                </a:cubicBezTo>
                <a:lnTo>
                  <a:pt x="2237500" y="3183599"/>
                </a:lnTo>
                <a:cubicBezTo>
                  <a:pt x="2237251" y="3183101"/>
                  <a:pt x="2237251" y="3182519"/>
                  <a:pt x="2237500" y="3182104"/>
                </a:cubicBezTo>
                <a:lnTo>
                  <a:pt x="2247802" y="3164242"/>
                </a:lnTo>
                <a:cubicBezTo>
                  <a:pt x="2248051" y="3163743"/>
                  <a:pt x="2248550" y="3163494"/>
                  <a:pt x="2249048" y="3163494"/>
                </a:cubicBezTo>
                <a:lnTo>
                  <a:pt x="2269735" y="3163494"/>
                </a:lnTo>
                <a:cubicBezTo>
                  <a:pt x="2270233" y="3163494"/>
                  <a:pt x="2270732" y="3163826"/>
                  <a:pt x="2270981" y="3164242"/>
                </a:cubicBezTo>
                <a:lnTo>
                  <a:pt x="2281283" y="3182104"/>
                </a:lnTo>
                <a:cubicBezTo>
                  <a:pt x="2281532" y="3182602"/>
                  <a:pt x="2281532" y="3183184"/>
                  <a:pt x="2281283" y="3183599"/>
                </a:cubicBezTo>
                <a:lnTo>
                  <a:pt x="2270981" y="3201461"/>
                </a:lnTo>
                <a:cubicBezTo>
                  <a:pt x="2270732" y="3201959"/>
                  <a:pt x="2270233" y="3202209"/>
                  <a:pt x="2269735" y="3202209"/>
                </a:cubicBezTo>
                <a:close/>
                <a:moveTo>
                  <a:pt x="4837056" y="3895663"/>
                </a:moveTo>
                <a:cubicBezTo>
                  <a:pt x="4836557" y="3895663"/>
                  <a:pt x="4836059" y="3895331"/>
                  <a:pt x="4835810" y="3894915"/>
                </a:cubicBezTo>
                <a:lnTo>
                  <a:pt x="4825508" y="3877053"/>
                </a:lnTo>
                <a:cubicBezTo>
                  <a:pt x="4825259" y="3876555"/>
                  <a:pt x="4825259" y="3875973"/>
                  <a:pt x="4825508" y="3875558"/>
                </a:cubicBezTo>
                <a:lnTo>
                  <a:pt x="4835810" y="3857696"/>
                </a:lnTo>
                <a:cubicBezTo>
                  <a:pt x="4836059" y="3857197"/>
                  <a:pt x="4836557" y="3856948"/>
                  <a:pt x="4837056" y="3856948"/>
                </a:cubicBezTo>
                <a:lnTo>
                  <a:pt x="4857743" y="3856948"/>
                </a:lnTo>
                <a:cubicBezTo>
                  <a:pt x="4858241" y="3856948"/>
                  <a:pt x="4858740" y="3857280"/>
                  <a:pt x="4858989" y="3857696"/>
                </a:cubicBezTo>
                <a:lnTo>
                  <a:pt x="4869291" y="3875558"/>
                </a:lnTo>
                <a:cubicBezTo>
                  <a:pt x="4869540" y="3876056"/>
                  <a:pt x="4869540" y="3876638"/>
                  <a:pt x="4869291" y="3877053"/>
                </a:cubicBezTo>
                <a:lnTo>
                  <a:pt x="4858989" y="3894915"/>
                </a:lnTo>
                <a:cubicBezTo>
                  <a:pt x="4858740" y="3895413"/>
                  <a:pt x="4858241" y="3895663"/>
                  <a:pt x="4857743" y="3895663"/>
                </a:cubicBezTo>
                <a:close/>
                <a:moveTo>
                  <a:pt x="4295298" y="3750594"/>
                </a:moveTo>
                <a:cubicBezTo>
                  <a:pt x="4294799" y="3750594"/>
                  <a:pt x="4294301" y="3750262"/>
                  <a:pt x="4294053" y="3749846"/>
                </a:cubicBezTo>
                <a:lnTo>
                  <a:pt x="4283668" y="3731901"/>
                </a:lnTo>
                <a:cubicBezTo>
                  <a:pt x="4283419" y="3731403"/>
                  <a:pt x="4283418" y="3730821"/>
                  <a:pt x="4283668" y="3730406"/>
                </a:cubicBezTo>
                <a:lnTo>
                  <a:pt x="4294053" y="3712461"/>
                </a:lnTo>
                <a:cubicBezTo>
                  <a:pt x="4294302" y="3711962"/>
                  <a:pt x="4294800" y="3711713"/>
                  <a:pt x="4295299" y="3711713"/>
                </a:cubicBezTo>
                <a:lnTo>
                  <a:pt x="4316068" y="3711713"/>
                </a:lnTo>
                <a:cubicBezTo>
                  <a:pt x="4316566" y="3711713"/>
                  <a:pt x="4317065" y="3712045"/>
                  <a:pt x="4317315" y="3712461"/>
                </a:cubicBezTo>
                <a:lnTo>
                  <a:pt x="4327700" y="3730406"/>
                </a:lnTo>
                <a:cubicBezTo>
                  <a:pt x="4327949" y="3730904"/>
                  <a:pt x="4327949" y="3731486"/>
                  <a:pt x="4327700" y="3731901"/>
                </a:cubicBezTo>
                <a:lnTo>
                  <a:pt x="4317315" y="3749846"/>
                </a:lnTo>
                <a:cubicBezTo>
                  <a:pt x="4317066" y="3750345"/>
                  <a:pt x="4316567" y="3750594"/>
                  <a:pt x="4316069" y="3750594"/>
                </a:cubicBezTo>
                <a:close/>
                <a:moveTo>
                  <a:pt x="4415671" y="3782848"/>
                </a:moveTo>
                <a:cubicBezTo>
                  <a:pt x="4415172" y="3782848"/>
                  <a:pt x="4414674" y="3782516"/>
                  <a:pt x="4414425" y="3782100"/>
                </a:cubicBezTo>
                <a:lnTo>
                  <a:pt x="4404040" y="3764155"/>
                </a:lnTo>
                <a:cubicBezTo>
                  <a:pt x="4403791" y="3763657"/>
                  <a:pt x="4403791" y="3763075"/>
                  <a:pt x="4404040" y="3762660"/>
                </a:cubicBezTo>
                <a:lnTo>
                  <a:pt x="4414425" y="3744715"/>
                </a:lnTo>
                <a:cubicBezTo>
                  <a:pt x="4414674" y="3744216"/>
                  <a:pt x="4415172" y="3743967"/>
                  <a:pt x="4415671" y="3743967"/>
                </a:cubicBezTo>
                <a:lnTo>
                  <a:pt x="4436441" y="3743967"/>
                </a:lnTo>
                <a:cubicBezTo>
                  <a:pt x="4436939" y="3743967"/>
                  <a:pt x="4437438" y="3744299"/>
                  <a:pt x="4437687" y="3744715"/>
                </a:cubicBezTo>
                <a:lnTo>
                  <a:pt x="4448072" y="3762660"/>
                </a:lnTo>
                <a:cubicBezTo>
                  <a:pt x="4448321" y="3763158"/>
                  <a:pt x="4448321" y="3763740"/>
                  <a:pt x="4448072" y="3764155"/>
                </a:cubicBezTo>
                <a:lnTo>
                  <a:pt x="4437687" y="3782100"/>
                </a:lnTo>
                <a:cubicBezTo>
                  <a:pt x="4437438" y="3782599"/>
                  <a:pt x="4436939" y="3782848"/>
                  <a:pt x="4436441" y="3782848"/>
                </a:cubicBezTo>
                <a:close/>
                <a:moveTo>
                  <a:pt x="4536044" y="3815102"/>
                </a:moveTo>
                <a:cubicBezTo>
                  <a:pt x="4535545" y="3815102"/>
                  <a:pt x="4535047" y="3814770"/>
                  <a:pt x="4534798" y="3814354"/>
                </a:cubicBezTo>
                <a:lnTo>
                  <a:pt x="4524413" y="3796409"/>
                </a:lnTo>
                <a:cubicBezTo>
                  <a:pt x="4524164" y="3795911"/>
                  <a:pt x="4524164" y="3795328"/>
                  <a:pt x="4524413" y="3794914"/>
                </a:cubicBezTo>
                <a:lnTo>
                  <a:pt x="4534798" y="3776968"/>
                </a:lnTo>
                <a:cubicBezTo>
                  <a:pt x="4535047" y="3776470"/>
                  <a:pt x="4535545" y="3776221"/>
                  <a:pt x="4536044" y="3776220"/>
                </a:cubicBezTo>
                <a:lnTo>
                  <a:pt x="4556814" y="3776221"/>
                </a:lnTo>
                <a:cubicBezTo>
                  <a:pt x="4557312" y="3776220"/>
                  <a:pt x="4557811" y="3776552"/>
                  <a:pt x="4558060" y="3776969"/>
                </a:cubicBezTo>
                <a:lnTo>
                  <a:pt x="4568445" y="3794914"/>
                </a:lnTo>
                <a:cubicBezTo>
                  <a:pt x="4568694" y="3795412"/>
                  <a:pt x="4568694" y="3795994"/>
                  <a:pt x="4568445" y="3796409"/>
                </a:cubicBezTo>
                <a:lnTo>
                  <a:pt x="4558060" y="3814354"/>
                </a:lnTo>
                <a:cubicBezTo>
                  <a:pt x="4557811" y="3814853"/>
                  <a:pt x="4557312" y="3815102"/>
                  <a:pt x="4556814" y="3815101"/>
                </a:cubicBezTo>
                <a:close/>
                <a:moveTo>
                  <a:pt x="4656416" y="3847355"/>
                </a:moveTo>
                <a:cubicBezTo>
                  <a:pt x="4655917" y="3847355"/>
                  <a:pt x="4655419" y="3847023"/>
                  <a:pt x="4655170" y="3846607"/>
                </a:cubicBezTo>
                <a:lnTo>
                  <a:pt x="4644785" y="3828662"/>
                </a:lnTo>
                <a:cubicBezTo>
                  <a:pt x="4644536" y="3828164"/>
                  <a:pt x="4644536" y="3827582"/>
                  <a:pt x="4644785" y="3827167"/>
                </a:cubicBezTo>
                <a:lnTo>
                  <a:pt x="4655170" y="3809222"/>
                </a:lnTo>
                <a:cubicBezTo>
                  <a:pt x="4655419" y="3808723"/>
                  <a:pt x="4655917" y="3808474"/>
                  <a:pt x="4656416" y="3808474"/>
                </a:cubicBezTo>
                <a:lnTo>
                  <a:pt x="4677186" y="3808474"/>
                </a:lnTo>
                <a:cubicBezTo>
                  <a:pt x="4677684" y="3808474"/>
                  <a:pt x="4678183" y="3808806"/>
                  <a:pt x="4678432" y="3809222"/>
                </a:cubicBezTo>
                <a:lnTo>
                  <a:pt x="4688817" y="3827167"/>
                </a:lnTo>
                <a:cubicBezTo>
                  <a:pt x="4689066" y="3827665"/>
                  <a:pt x="4689066" y="3828247"/>
                  <a:pt x="4688817" y="3828662"/>
                </a:cubicBezTo>
                <a:lnTo>
                  <a:pt x="4678432" y="3846607"/>
                </a:lnTo>
                <a:cubicBezTo>
                  <a:pt x="4678183" y="3847106"/>
                  <a:pt x="4677684" y="3847355"/>
                  <a:pt x="4677186" y="3847355"/>
                </a:cubicBezTo>
                <a:close/>
                <a:moveTo>
                  <a:pt x="2549814" y="3282997"/>
                </a:moveTo>
                <a:cubicBezTo>
                  <a:pt x="2549315" y="3282997"/>
                  <a:pt x="2548817" y="3282665"/>
                  <a:pt x="2548568" y="3282250"/>
                </a:cubicBezTo>
                <a:lnTo>
                  <a:pt x="2538183" y="3264221"/>
                </a:lnTo>
                <a:cubicBezTo>
                  <a:pt x="2537934" y="3263723"/>
                  <a:pt x="2537934" y="3263141"/>
                  <a:pt x="2538183" y="3262726"/>
                </a:cubicBezTo>
                <a:lnTo>
                  <a:pt x="2548651" y="3244698"/>
                </a:lnTo>
                <a:cubicBezTo>
                  <a:pt x="2548900" y="3244199"/>
                  <a:pt x="2549399" y="3243950"/>
                  <a:pt x="2549897" y="3243950"/>
                </a:cubicBezTo>
                <a:lnTo>
                  <a:pt x="2570750" y="3243950"/>
                </a:lnTo>
                <a:cubicBezTo>
                  <a:pt x="2571249" y="3243950"/>
                  <a:pt x="2571747" y="3244282"/>
                  <a:pt x="2571996" y="3244698"/>
                </a:cubicBezTo>
                <a:lnTo>
                  <a:pt x="2582381" y="3262726"/>
                </a:lnTo>
                <a:cubicBezTo>
                  <a:pt x="2582630" y="3263224"/>
                  <a:pt x="2582630" y="3263806"/>
                  <a:pt x="2582381" y="3264221"/>
                </a:cubicBezTo>
                <a:lnTo>
                  <a:pt x="2571913" y="3282250"/>
                </a:lnTo>
                <a:cubicBezTo>
                  <a:pt x="2571664" y="3282748"/>
                  <a:pt x="2571165" y="3282997"/>
                  <a:pt x="2570667" y="3282997"/>
                </a:cubicBezTo>
                <a:close/>
                <a:moveTo>
                  <a:pt x="3693353" y="3589407"/>
                </a:moveTo>
                <a:cubicBezTo>
                  <a:pt x="3692854" y="3589408"/>
                  <a:pt x="3692356" y="3589076"/>
                  <a:pt x="3692107" y="3588661"/>
                </a:cubicBezTo>
                <a:lnTo>
                  <a:pt x="3681722" y="3570632"/>
                </a:lnTo>
                <a:cubicBezTo>
                  <a:pt x="3681473" y="3570133"/>
                  <a:pt x="3681473" y="3569552"/>
                  <a:pt x="3681722" y="3569136"/>
                </a:cubicBezTo>
                <a:lnTo>
                  <a:pt x="3692190" y="3551109"/>
                </a:lnTo>
                <a:cubicBezTo>
                  <a:pt x="3692439" y="3550610"/>
                  <a:pt x="3692938" y="3550361"/>
                  <a:pt x="3693436" y="3550361"/>
                </a:cubicBezTo>
                <a:lnTo>
                  <a:pt x="3714289" y="3550361"/>
                </a:lnTo>
                <a:cubicBezTo>
                  <a:pt x="3714788" y="3550361"/>
                  <a:pt x="3715286" y="3550692"/>
                  <a:pt x="3715535" y="3551109"/>
                </a:cubicBezTo>
                <a:lnTo>
                  <a:pt x="3725920" y="3569136"/>
                </a:lnTo>
                <a:cubicBezTo>
                  <a:pt x="3726169" y="3569635"/>
                  <a:pt x="3726169" y="3570216"/>
                  <a:pt x="3725920" y="3570632"/>
                </a:cubicBezTo>
                <a:lnTo>
                  <a:pt x="3715452" y="3588661"/>
                </a:lnTo>
                <a:cubicBezTo>
                  <a:pt x="3715203" y="3589159"/>
                  <a:pt x="3714704" y="3589407"/>
                  <a:pt x="3714206" y="3589408"/>
                </a:cubicBezTo>
                <a:close/>
                <a:moveTo>
                  <a:pt x="3873911" y="3637788"/>
                </a:moveTo>
                <a:cubicBezTo>
                  <a:pt x="3873412" y="3637788"/>
                  <a:pt x="3872915" y="3637456"/>
                  <a:pt x="3872666" y="3637041"/>
                </a:cubicBezTo>
                <a:lnTo>
                  <a:pt x="3862281" y="3619012"/>
                </a:lnTo>
                <a:cubicBezTo>
                  <a:pt x="3862032" y="3618514"/>
                  <a:pt x="3862032" y="3617932"/>
                  <a:pt x="3862281" y="3617517"/>
                </a:cubicBezTo>
                <a:lnTo>
                  <a:pt x="3872749" y="3599489"/>
                </a:lnTo>
                <a:cubicBezTo>
                  <a:pt x="3872997" y="3598990"/>
                  <a:pt x="3873497" y="3598741"/>
                  <a:pt x="3873995" y="3598741"/>
                </a:cubicBezTo>
                <a:lnTo>
                  <a:pt x="3894848" y="3598741"/>
                </a:lnTo>
                <a:cubicBezTo>
                  <a:pt x="3895347" y="3598741"/>
                  <a:pt x="3895844" y="3599073"/>
                  <a:pt x="3896094" y="3599489"/>
                </a:cubicBezTo>
                <a:lnTo>
                  <a:pt x="3906479" y="3617517"/>
                </a:lnTo>
                <a:cubicBezTo>
                  <a:pt x="3906728" y="3618015"/>
                  <a:pt x="3906728" y="3618597"/>
                  <a:pt x="3906479" y="3619012"/>
                </a:cubicBezTo>
                <a:lnTo>
                  <a:pt x="3896011" y="3637041"/>
                </a:lnTo>
                <a:cubicBezTo>
                  <a:pt x="3895762" y="3637539"/>
                  <a:pt x="3895262" y="3637788"/>
                  <a:pt x="3894764" y="3637788"/>
                </a:cubicBezTo>
                <a:close/>
                <a:moveTo>
                  <a:pt x="4355401" y="3766803"/>
                </a:moveTo>
                <a:cubicBezTo>
                  <a:pt x="4354902" y="3766803"/>
                  <a:pt x="4354405" y="3766471"/>
                  <a:pt x="4354156" y="3766056"/>
                </a:cubicBezTo>
                <a:lnTo>
                  <a:pt x="4343771" y="3748027"/>
                </a:lnTo>
                <a:cubicBezTo>
                  <a:pt x="4343521" y="3747529"/>
                  <a:pt x="4343522" y="3746947"/>
                  <a:pt x="4343771" y="3746532"/>
                </a:cubicBezTo>
                <a:lnTo>
                  <a:pt x="4354239" y="3728504"/>
                </a:lnTo>
                <a:cubicBezTo>
                  <a:pt x="4354487" y="3728005"/>
                  <a:pt x="4354987" y="3727756"/>
                  <a:pt x="4355485" y="3727756"/>
                </a:cubicBezTo>
                <a:lnTo>
                  <a:pt x="4376338" y="3727756"/>
                </a:lnTo>
                <a:cubicBezTo>
                  <a:pt x="4376837" y="3727756"/>
                  <a:pt x="4377334" y="3728088"/>
                  <a:pt x="4377584" y="3728504"/>
                </a:cubicBezTo>
                <a:lnTo>
                  <a:pt x="4387969" y="3746532"/>
                </a:lnTo>
                <a:cubicBezTo>
                  <a:pt x="4388218" y="3747030"/>
                  <a:pt x="4388217" y="3747612"/>
                  <a:pt x="4387969" y="3748027"/>
                </a:cubicBezTo>
                <a:lnTo>
                  <a:pt x="4377501" y="3766056"/>
                </a:lnTo>
                <a:cubicBezTo>
                  <a:pt x="4377252" y="3766554"/>
                  <a:pt x="4376752" y="3766803"/>
                  <a:pt x="4376254" y="3766803"/>
                </a:cubicBezTo>
                <a:close/>
                <a:moveTo>
                  <a:pt x="4596146" y="3831310"/>
                </a:moveTo>
                <a:cubicBezTo>
                  <a:pt x="4595647" y="3831310"/>
                  <a:pt x="4595149" y="3830978"/>
                  <a:pt x="4594900" y="3830563"/>
                </a:cubicBezTo>
                <a:lnTo>
                  <a:pt x="4584515" y="3812534"/>
                </a:lnTo>
                <a:cubicBezTo>
                  <a:pt x="4584266" y="3812036"/>
                  <a:pt x="4584266" y="3811454"/>
                  <a:pt x="4584515" y="3811039"/>
                </a:cubicBezTo>
                <a:lnTo>
                  <a:pt x="4594983" y="3793011"/>
                </a:lnTo>
                <a:cubicBezTo>
                  <a:pt x="4595232" y="3792512"/>
                  <a:pt x="4595731" y="3792263"/>
                  <a:pt x="4596229" y="3792263"/>
                </a:cubicBezTo>
                <a:lnTo>
                  <a:pt x="4617082" y="3792263"/>
                </a:lnTo>
                <a:cubicBezTo>
                  <a:pt x="4617581" y="3792263"/>
                  <a:pt x="4618079" y="3792595"/>
                  <a:pt x="4618328" y="3793011"/>
                </a:cubicBezTo>
                <a:lnTo>
                  <a:pt x="4628713" y="3811039"/>
                </a:lnTo>
                <a:cubicBezTo>
                  <a:pt x="4628962" y="3811537"/>
                  <a:pt x="4628962" y="3812119"/>
                  <a:pt x="4628713" y="3812534"/>
                </a:cubicBezTo>
                <a:lnTo>
                  <a:pt x="4618245" y="3830563"/>
                </a:lnTo>
                <a:cubicBezTo>
                  <a:pt x="4617996" y="3831061"/>
                  <a:pt x="4617497" y="3831310"/>
                  <a:pt x="4616999" y="3831310"/>
                </a:cubicBezTo>
                <a:close/>
                <a:moveTo>
                  <a:pt x="4957263" y="3928071"/>
                </a:moveTo>
                <a:cubicBezTo>
                  <a:pt x="4956764" y="3928071"/>
                  <a:pt x="4956266" y="3927739"/>
                  <a:pt x="4956017" y="3927324"/>
                </a:cubicBezTo>
                <a:lnTo>
                  <a:pt x="4945632" y="3909295"/>
                </a:lnTo>
                <a:cubicBezTo>
                  <a:pt x="4945383" y="3908797"/>
                  <a:pt x="4945383" y="3908215"/>
                  <a:pt x="4945632" y="3907800"/>
                </a:cubicBezTo>
                <a:lnTo>
                  <a:pt x="4956100" y="3889772"/>
                </a:lnTo>
                <a:cubicBezTo>
                  <a:pt x="4956349" y="3889273"/>
                  <a:pt x="4956848" y="3889024"/>
                  <a:pt x="4957346" y="3889024"/>
                </a:cubicBezTo>
                <a:lnTo>
                  <a:pt x="4978199" y="3889024"/>
                </a:lnTo>
                <a:cubicBezTo>
                  <a:pt x="4978698" y="3889024"/>
                  <a:pt x="4979196" y="3889356"/>
                  <a:pt x="4979445" y="3889772"/>
                </a:cubicBezTo>
                <a:lnTo>
                  <a:pt x="4989830" y="3907800"/>
                </a:lnTo>
                <a:cubicBezTo>
                  <a:pt x="4990079" y="3908298"/>
                  <a:pt x="4990079" y="3908880"/>
                  <a:pt x="4989830" y="3909295"/>
                </a:cubicBezTo>
                <a:lnTo>
                  <a:pt x="4979362" y="3927324"/>
                </a:lnTo>
                <a:cubicBezTo>
                  <a:pt x="4979113" y="3927822"/>
                  <a:pt x="4978614" y="3928071"/>
                  <a:pt x="4978116" y="3928071"/>
                </a:cubicBezTo>
                <a:close/>
                <a:moveTo>
                  <a:pt x="2309069" y="3218573"/>
                </a:moveTo>
                <a:cubicBezTo>
                  <a:pt x="2308571" y="3218573"/>
                  <a:pt x="2308073" y="3218241"/>
                  <a:pt x="2307823" y="3217825"/>
                </a:cubicBezTo>
                <a:lnTo>
                  <a:pt x="2297355" y="3199714"/>
                </a:lnTo>
                <a:cubicBezTo>
                  <a:pt x="2297106" y="3199216"/>
                  <a:pt x="2297107" y="3198634"/>
                  <a:pt x="2297355" y="3198219"/>
                </a:cubicBezTo>
                <a:lnTo>
                  <a:pt x="2307823" y="3180108"/>
                </a:lnTo>
                <a:cubicBezTo>
                  <a:pt x="2308072" y="3179609"/>
                  <a:pt x="2308571" y="3179360"/>
                  <a:pt x="2309069" y="3179360"/>
                </a:cubicBezTo>
                <a:lnTo>
                  <a:pt x="2330006" y="3179360"/>
                </a:lnTo>
                <a:cubicBezTo>
                  <a:pt x="2330505" y="3179360"/>
                  <a:pt x="2331002" y="3179692"/>
                  <a:pt x="2331251" y="3180108"/>
                </a:cubicBezTo>
                <a:lnTo>
                  <a:pt x="2341719" y="3198219"/>
                </a:lnTo>
                <a:cubicBezTo>
                  <a:pt x="2341969" y="3198717"/>
                  <a:pt x="2341969" y="3199299"/>
                  <a:pt x="2341719" y="3199714"/>
                </a:cubicBezTo>
                <a:lnTo>
                  <a:pt x="2331252" y="3217825"/>
                </a:lnTo>
                <a:cubicBezTo>
                  <a:pt x="2331002" y="3218324"/>
                  <a:pt x="2330504" y="3218573"/>
                  <a:pt x="2330005" y="3218573"/>
                </a:cubicBezTo>
                <a:close/>
                <a:moveTo>
                  <a:pt x="2369255" y="3234700"/>
                </a:moveTo>
                <a:cubicBezTo>
                  <a:pt x="2368757" y="3234700"/>
                  <a:pt x="2368258" y="3234368"/>
                  <a:pt x="2368009" y="3233952"/>
                </a:cubicBezTo>
                <a:lnTo>
                  <a:pt x="2357541" y="3215841"/>
                </a:lnTo>
                <a:cubicBezTo>
                  <a:pt x="2357292" y="3215343"/>
                  <a:pt x="2357292" y="3214761"/>
                  <a:pt x="2357541" y="3214346"/>
                </a:cubicBezTo>
                <a:lnTo>
                  <a:pt x="2368009" y="3196235"/>
                </a:lnTo>
                <a:cubicBezTo>
                  <a:pt x="2368258" y="3195736"/>
                  <a:pt x="2368757" y="3195487"/>
                  <a:pt x="2369255" y="3195487"/>
                </a:cubicBezTo>
                <a:lnTo>
                  <a:pt x="2390191" y="3195487"/>
                </a:lnTo>
                <a:cubicBezTo>
                  <a:pt x="2390690" y="3195487"/>
                  <a:pt x="2391188" y="3195819"/>
                  <a:pt x="2391437" y="3196235"/>
                </a:cubicBezTo>
                <a:lnTo>
                  <a:pt x="2401905" y="3214345"/>
                </a:lnTo>
                <a:cubicBezTo>
                  <a:pt x="2402155" y="3214844"/>
                  <a:pt x="2402155" y="3215425"/>
                  <a:pt x="2401905" y="3215841"/>
                </a:cubicBezTo>
                <a:lnTo>
                  <a:pt x="2391437" y="3233952"/>
                </a:lnTo>
                <a:cubicBezTo>
                  <a:pt x="2391188" y="3234451"/>
                  <a:pt x="2390690" y="3234700"/>
                  <a:pt x="2390191" y="3234700"/>
                </a:cubicBezTo>
                <a:close/>
                <a:moveTo>
                  <a:pt x="4475773" y="3799139"/>
                </a:moveTo>
                <a:cubicBezTo>
                  <a:pt x="4475275" y="3799139"/>
                  <a:pt x="4474777" y="3798807"/>
                  <a:pt x="4474527" y="3798391"/>
                </a:cubicBezTo>
                <a:lnTo>
                  <a:pt x="4464059" y="3780281"/>
                </a:lnTo>
                <a:cubicBezTo>
                  <a:pt x="4463810" y="3779782"/>
                  <a:pt x="4463810" y="3779201"/>
                  <a:pt x="4464059" y="3778785"/>
                </a:cubicBezTo>
                <a:lnTo>
                  <a:pt x="4474527" y="3760674"/>
                </a:lnTo>
                <a:cubicBezTo>
                  <a:pt x="4474776" y="3760175"/>
                  <a:pt x="4475275" y="3759926"/>
                  <a:pt x="4475773" y="3759926"/>
                </a:cubicBezTo>
                <a:lnTo>
                  <a:pt x="4496709" y="3759926"/>
                </a:lnTo>
                <a:cubicBezTo>
                  <a:pt x="4497209" y="3759926"/>
                  <a:pt x="4497706" y="3760258"/>
                  <a:pt x="4497955" y="3760674"/>
                </a:cubicBezTo>
                <a:lnTo>
                  <a:pt x="4508423" y="3778785"/>
                </a:lnTo>
                <a:cubicBezTo>
                  <a:pt x="4508672" y="3779283"/>
                  <a:pt x="4508672" y="3779865"/>
                  <a:pt x="4508423" y="3780280"/>
                </a:cubicBezTo>
                <a:lnTo>
                  <a:pt x="4497955" y="3798391"/>
                </a:lnTo>
                <a:cubicBezTo>
                  <a:pt x="4497706" y="3798890"/>
                  <a:pt x="4497208" y="3799140"/>
                  <a:pt x="4496709" y="3799139"/>
                </a:cubicBezTo>
                <a:close/>
                <a:moveTo>
                  <a:pt x="4776705" y="3879774"/>
                </a:moveTo>
                <a:cubicBezTo>
                  <a:pt x="4776207" y="3879774"/>
                  <a:pt x="4775708" y="3879442"/>
                  <a:pt x="4775458" y="3879026"/>
                </a:cubicBezTo>
                <a:lnTo>
                  <a:pt x="4764990" y="3860915"/>
                </a:lnTo>
                <a:cubicBezTo>
                  <a:pt x="4764742" y="3860417"/>
                  <a:pt x="4764742" y="3859835"/>
                  <a:pt x="4764990" y="3859420"/>
                </a:cubicBezTo>
                <a:lnTo>
                  <a:pt x="4775458" y="3841309"/>
                </a:lnTo>
                <a:cubicBezTo>
                  <a:pt x="4775707" y="3840810"/>
                  <a:pt x="4776206" y="3840561"/>
                  <a:pt x="4776705" y="3840561"/>
                </a:cubicBezTo>
                <a:lnTo>
                  <a:pt x="4797641" y="3840561"/>
                </a:lnTo>
                <a:cubicBezTo>
                  <a:pt x="4798140" y="3840561"/>
                  <a:pt x="4798638" y="3840893"/>
                  <a:pt x="4798887" y="3841309"/>
                </a:cubicBezTo>
                <a:lnTo>
                  <a:pt x="4809355" y="3859420"/>
                </a:lnTo>
                <a:cubicBezTo>
                  <a:pt x="4809603" y="3859918"/>
                  <a:pt x="4809603" y="3860500"/>
                  <a:pt x="4809355" y="3860915"/>
                </a:cubicBezTo>
                <a:lnTo>
                  <a:pt x="4798887" y="3879026"/>
                </a:lnTo>
                <a:cubicBezTo>
                  <a:pt x="4798638" y="3879525"/>
                  <a:pt x="4798139" y="3879774"/>
                  <a:pt x="4797640" y="3879774"/>
                </a:cubicBezTo>
                <a:close/>
                <a:moveTo>
                  <a:pt x="5017450" y="3944281"/>
                </a:moveTo>
                <a:cubicBezTo>
                  <a:pt x="5016952" y="3944281"/>
                  <a:pt x="5016453" y="3943949"/>
                  <a:pt x="5016204" y="3943533"/>
                </a:cubicBezTo>
                <a:lnTo>
                  <a:pt x="5005736" y="3925422"/>
                </a:lnTo>
                <a:cubicBezTo>
                  <a:pt x="5005487" y="3924924"/>
                  <a:pt x="5005487" y="3924342"/>
                  <a:pt x="5005736" y="3923927"/>
                </a:cubicBezTo>
                <a:lnTo>
                  <a:pt x="5016204" y="3905816"/>
                </a:lnTo>
                <a:cubicBezTo>
                  <a:pt x="5016453" y="3905317"/>
                  <a:pt x="5016952" y="3905068"/>
                  <a:pt x="5017450" y="3905068"/>
                </a:cubicBezTo>
                <a:lnTo>
                  <a:pt x="5038386" y="3905068"/>
                </a:lnTo>
                <a:cubicBezTo>
                  <a:pt x="5038885" y="3905068"/>
                  <a:pt x="5039383" y="3905400"/>
                  <a:pt x="5039632" y="3905816"/>
                </a:cubicBezTo>
                <a:lnTo>
                  <a:pt x="5050100" y="3923927"/>
                </a:lnTo>
                <a:cubicBezTo>
                  <a:pt x="5050349" y="3924425"/>
                  <a:pt x="5050349" y="3925007"/>
                  <a:pt x="5050100" y="3925422"/>
                </a:cubicBezTo>
                <a:lnTo>
                  <a:pt x="5039632" y="3943533"/>
                </a:lnTo>
                <a:cubicBezTo>
                  <a:pt x="5039383" y="3944032"/>
                  <a:pt x="5038885" y="3944281"/>
                  <a:pt x="5038386" y="3944281"/>
                </a:cubicBezTo>
                <a:close/>
                <a:moveTo>
                  <a:pt x="1947892" y="3121888"/>
                </a:moveTo>
                <a:cubicBezTo>
                  <a:pt x="1947394" y="3121888"/>
                  <a:pt x="1946895" y="3121555"/>
                  <a:pt x="1946646" y="3121140"/>
                </a:cubicBezTo>
                <a:lnTo>
                  <a:pt x="1936095" y="3102863"/>
                </a:lnTo>
                <a:cubicBezTo>
                  <a:pt x="1935846" y="3102364"/>
                  <a:pt x="1935846" y="3101782"/>
                  <a:pt x="1936095" y="3101367"/>
                </a:cubicBezTo>
                <a:lnTo>
                  <a:pt x="1946646" y="3083090"/>
                </a:lnTo>
                <a:cubicBezTo>
                  <a:pt x="1946895" y="3082591"/>
                  <a:pt x="1947394" y="3082342"/>
                  <a:pt x="1947892" y="3082342"/>
                </a:cubicBezTo>
                <a:lnTo>
                  <a:pt x="1968911" y="3082342"/>
                </a:lnTo>
                <a:cubicBezTo>
                  <a:pt x="1969410" y="3082342"/>
                  <a:pt x="1969908" y="3082674"/>
                  <a:pt x="1970157" y="3083090"/>
                </a:cubicBezTo>
                <a:lnTo>
                  <a:pt x="1980709" y="3101367"/>
                </a:lnTo>
                <a:cubicBezTo>
                  <a:pt x="1980958" y="3101866"/>
                  <a:pt x="1980958" y="3102447"/>
                  <a:pt x="1980709" y="3102863"/>
                </a:cubicBezTo>
                <a:lnTo>
                  <a:pt x="1970157" y="3121140"/>
                </a:lnTo>
                <a:cubicBezTo>
                  <a:pt x="1969908" y="3121638"/>
                  <a:pt x="1969410" y="3121888"/>
                  <a:pt x="1968911" y="3121888"/>
                </a:cubicBezTo>
                <a:close/>
                <a:moveTo>
                  <a:pt x="2128451" y="3170268"/>
                </a:moveTo>
                <a:cubicBezTo>
                  <a:pt x="2127953" y="3170269"/>
                  <a:pt x="2127453" y="3169935"/>
                  <a:pt x="2127204" y="3169520"/>
                </a:cubicBezTo>
                <a:lnTo>
                  <a:pt x="2116654" y="3151243"/>
                </a:lnTo>
                <a:cubicBezTo>
                  <a:pt x="2116404" y="3150744"/>
                  <a:pt x="2116405" y="3150162"/>
                  <a:pt x="2116654" y="3149747"/>
                </a:cubicBezTo>
                <a:lnTo>
                  <a:pt x="2127204" y="3131470"/>
                </a:lnTo>
                <a:cubicBezTo>
                  <a:pt x="2127454" y="3130971"/>
                  <a:pt x="2127953" y="3130722"/>
                  <a:pt x="2128451" y="3130722"/>
                </a:cubicBezTo>
                <a:lnTo>
                  <a:pt x="2149470" y="3130723"/>
                </a:lnTo>
                <a:cubicBezTo>
                  <a:pt x="2149968" y="3130722"/>
                  <a:pt x="2150467" y="3131054"/>
                  <a:pt x="2150716" y="3131470"/>
                </a:cubicBezTo>
                <a:lnTo>
                  <a:pt x="2161267" y="3149747"/>
                </a:lnTo>
                <a:cubicBezTo>
                  <a:pt x="2161517" y="3150246"/>
                  <a:pt x="2161517" y="3150827"/>
                  <a:pt x="2161266" y="3151243"/>
                </a:cubicBezTo>
                <a:lnTo>
                  <a:pt x="2150716" y="3169520"/>
                </a:lnTo>
                <a:cubicBezTo>
                  <a:pt x="2150467" y="3170019"/>
                  <a:pt x="2149967" y="3170268"/>
                  <a:pt x="2149469" y="3170268"/>
                </a:cubicBezTo>
                <a:close/>
                <a:moveTo>
                  <a:pt x="2188637" y="3186395"/>
                </a:moveTo>
                <a:cubicBezTo>
                  <a:pt x="2188139" y="3186395"/>
                  <a:pt x="2187639" y="3186062"/>
                  <a:pt x="2187390" y="3185647"/>
                </a:cubicBezTo>
                <a:lnTo>
                  <a:pt x="2176840" y="3167370"/>
                </a:lnTo>
                <a:cubicBezTo>
                  <a:pt x="2176590" y="3166871"/>
                  <a:pt x="2176591" y="3166289"/>
                  <a:pt x="2176839" y="3165874"/>
                </a:cubicBezTo>
                <a:lnTo>
                  <a:pt x="2187390" y="3147597"/>
                </a:lnTo>
                <a:cubicBezTo>
                  <a:pt x="2187639" y="3147098"/>
                  <a:pt x="2188138" y="3146849"/>
                  <a:pt x="2188636" y="3146849"/>
                </a:cubicBezTo>
                <a:lnTo>
                  <a:pt x="2209656" y="3146849"/>
                </a:lnTo>
                <a:cubicBezTo>
                  <a:pt x="2210154" y="3146849"/>
                  <a:pt x="2210653" y="3147181"/>
                  <a:pt x="2210901" y="3147597"/>
                </a:cubicBezTo>
                <a:lnTo>
                  <a:pt x="2221453" y="3165874"/>
                </a:lnTo>
                <a:cubicBezTo>
                  <a:pt x="2221702" y="3166373"/>
                  <a:pt x="2221703" y="3166954"/>
                  <a:pt x="2221452" y="3167370"/>
                </a:cubicBezTo>
                <a:lnTo>
                  <a:pt x="2210901" y="3185647"/>
                </a:lnTo>
                <a:cubicBezTo>
                  <a:pt x="2210652" y="3186145"/>
                  <a:pt x="2210153" y="3186395"/>
                  <a:pt x="2209655" y="3186395"/>
                </a:cubicBezTo>
                <a:close/>
                <a:moveTo>
                  <a:pt x="2489568" y="3267029"/>
                </a:moveTo>
                <a:cubicBezTo>
                  <a:pt x="2489070" y="3267030"/>
                  <a:pt x="2488571" y="3266696"/>
                  <a:pt x="2488322" y="3266281"/>
                </a:cubicBezTo>
                <a:lnTo>
                  <a:pt x="2477771" y="3248004"/>
                </a:lnTo>
                <a:cubicBezTo>
                  <a:pt x="2477522" y="3247505"/>
                  <a:pt x="2477522" y="3246923"/>
                  <a:pt x="2477771" y="3246508"/>
                </a:cubicBezTo>
                <a:lnTo>
                  <a:pt x="2488322" y="3228231"/>
                </a:lnTo>
                <a:cubicBezTo>
                  <a:pt x="2488571" y="3227732"/>
                  <a:pt x="2489070" y="3227484"/>
                  <a:pt x="2489568" y="3227483"/>
                </a:cubicBezTo>
                <a:lnTo>
                  <a:pt x="2510587" y="3227484"/>
                </a:lnTo>
                <a:cubicBezTo>
                  <a:pt x="2511085" y="3227483"/>
                  <a:pt x="2511584" y="3227815"/>
                  <a:pt x="2511833" y="3228231"/>
                </a:cubicBezTo>
                <a:lnTo>
                  <a:pt x="2522384" y="3246508"/>
                </a:lnTo>
                <a:cubicBezTo>
                  <a:pt x="2522634" y="3247008"/>
                  <a:pt x="2522634" y="3247588"/>
                  <a:pt x="2522384" y="3248005"/>
                </a:cubicBezTo>
                <a:lnTo>
                  <a:pt x="2511833" y="3266282"/>
                </a:lnTo>
                <a:cubicBezTo>
                  <a:pt x="2511584" y="3266780"/>
                  <a:pt x="2511085" y="3267029"/>
                  <a:pt x="2510587" y="3267029"/>
                </a:cubicBezTo>
                <a:close/>
                <a:moveTo>
                  <a:pt x="2609941" y="3299283"/>
                </a:moveTo>
                <a:cubicBezTo>
                  <a:pt x="2609443" y="3299283"/>
                  <a:pt x="2608943" y="3298950"/>
                  <a:pt x="2608694" y="3298535"/>
                </a:cubicBezTo>
                <a:lnTo>
                  <a:pt x="2598144" y="3280258"/>
                </a:lnTo>
                <a:cubicBezTo>
                  <a:pt x="2597894" y="3279759"/>
                  <a:pt x="2597895" y="3279177"/>
                  <a:pt x="2598143" y="3278762"/>
                </a:cubicBezTo>
                <a:lnTo>
                  <a:pt x="2608694" y="3260485"/>
                </a:lnTo>
                <a:cubicBezTo>
                  <a:pt x="2608944" y="3259986"/>
                  <a:pt x="2609442" y="3259737"/>
                  <a:pt x="2609940" y="3259737"/>
                </a:cubicBezTo>
                <a:lnTo>
                  <a:pt x="2630960" y="3259737"/>
                </a:lnTo>
                <a:cubicBezTo>
                  <a:pt x="2631458" y="3259737"/>
                  <a:pt x="2631957" y="3260069"/>
                  <a:pt x="2632205" y="3260485"/>
                </a:cubicBezTo>
                <a:lnTo>
                  <a:pt x="2642757" y="3278762"/>
                </a:lnTo>
                <a:cubicBezTo>
                  <a:pt x="2643006" y="3279261"/>
                  <a:pt x="2643007" y="3279842"/>
                  <a:pt x="2642756" y="3280258"/>
                </a:cubicBezTo>
                <a:lnTo>
                  <a:pt x="2632205" y="3298535"/>
                </a:lnTo>
                <a:cubicBezTo>
                  <a:pt x="2631956" y="3299033"/>
                  <a:pt x="2631457" y="3299283"/>
                  <a:pt x="2630959" y="3299283"/>
                </a:cubicBezTo>
                <a:close/>
                <a:moveTo>
                  <a:pt x="4234969" y="3734708"/>
                </a:moveTo>
                <a:cubicBezTo>
                  <a:pt x="4234471" y="3734708"/>
                  <a:pt x="4233972" y="3734375"/>
                  <a:pt x="4233722" y="3733960"/>
                </a:cubicBezTo>
                <a:lnTo>
                  <a:pt x="4223172" y="3715683"/>
                </a:lnTo>
                <a:cubicBezTo>
                  <a:pt x="4222923" y="3715184"/>
                  <a:pt x="4222923" y="3714602"/>
                  <a:pt x="4223172" y="3714187"/>
                </a:cubicBezTo>
                <a:lnTo>
                  <a:pt x="4233723" y="3695910"/>
                </a:lnTo>
                <a:cubicBezTo>
                  <a:pt x="4233972" y="3695411"/>
                  <a:pt x="4234471" y="3695162"/>
                  <a:pt x="4234969" y="3695162"/>
                </a:cubicBezTo>
                <a:lnTo>
                  <a:pt x="4255988" y="3695162"/>
                </a:lnTo>
                <a:cubicBezTo>
                  <a:pt x="4256487" y="3695162"/>
                  <a:pt x="4256985" y="3695494"/>
                  <a:pt x="4257234" y="3695910"/>
                </a:cubicBezTo>
                <a:lnTo>
                  <a:pt x="4267785" y="3714187"/>
                </a:lnTo>
                <a:cubicBezTo>
                  <a:pt x="4268035" y="3714686"/>
                  <a:pt x="4268035" y="3715267"/>
                  <a:pt x="4267785" y="3715683"/>
                </a:cubicBezTo>
                <a:lnTo>
                  <a:pt x="4257234" y="3733960"/>
                </a:lnTo>
                <a:cubicBezTo>
                  <a:pt x="4256985" y="3734458"/>
                  <a:pt x="4256487" y="3734708"/>
                  <a:pt x="4255988" y="3734708"/>
                </a:cubicBezTo>
                <a:close/>
                <a:moveTo>
                  <a:pt x="4897017" y="3912104"/>
                </a:moveTo>
                <a:cubicBezTo>
                  <a:pt x="4896519" y="3912104"/>
                  <a:pt x="4896020" y="3911771"/>
                  <a:pt x="4895771" y="3911356"/>
                </a:cubicBezTo>
                <a:lnTo>
                  <a:pt x="4885220" y="3893078"/>
                </a:lnTo>
                <a:cubicBezTo>
                  <a:pt x="4884971" y="3892580"/>
                  <a:pt x="4884971" y="3891997"/>
                  <a:pt x="4885220" y="3891582"/>
                </a:cubicBezTo>
                <a:lnTo>
                  <a:pt x="4895771" y="3873306"/>
                </a:lnTo>
                <a:cubicBezTo>
                  <a:pt x="4896020" y="3872806"/>
                  <a:pt x="4896519" y="3872558"/>
                  <a:pt x="4897017" y="3872558"/>
                </a:cubicBezTo>
                <a:lnTo>
                  <a:pt x="4918036" y="3872558"/>
                </a:lnTo>
                <a:cubicBezTo>
                  <a:pt x="4918535" y="3872558"/>
                  <a:pt x="4919033" y="3872889"/>
                  <a:pt x="4919282" y="3873306"/>
                </a:cubicBezTo>
                <a:lnTo>
                  <a:pt x="4929833" y="3891582"/>
                </a:lnTo>
                <a:cubicBezTo>
                  <a:pt x="4930083" y="3892082"/>
                  <a:pt x="4930083" y="3892662"/>
                  <a:pt x="4929833" y="3893079"/>
                </a:cubicBezTo>
                <a:lnTo>
                  <a:pt x="4919282" y="3911356"/>
                </a:lnTo>
                <a:cubicBezTo>
                  <a:pt x="4919033" y="3911854"/>
                  <a:pt x="4918535" y="3912104"/>
                  <a:pt x="4918036" y="3912104"/>
                </a:cubicBezTo>
                <a:close/>
                <a:moveTo>
                  <a:pt x="1827495" y="3089818"/>
                </a:moveTo>
                <a:cubicBezTo>
                  <a:pt x="1826914" y="3089818"/>
                  <a:pt x="1826415" y="3089569"/>
                  <a:pt x="1826166" y="3089070"/>
                </a:cubicBezTo>
                <a:lnTo>
                  <a:pt x="1815615" y="3070710"/>
                </a:lnTo>
                <a:cubicBezTo>
                  <a:pt x="1815366" y="3070211"/>
                  <a:pt x="1815366" y="3069713"/>
                  <a:pt x="1815615" y="3069214"/>
                </a:cubicBezTo>
                <a:lnTo>
                  <a:pt x="1826166" y="3050854"/>
                </a:lnTo>
                <a:cubicBezTo>
                  <a:pt x="1826498" y="3050355"/>
                  <a:pt x="1826997" y="3050106"/>
                  <a:pt x="1827495" y="3050106"/>
                </a:cubicBezTo>
                <a:lnTo>
                  <a:pt x="1848681" y="3050106"/>
                </a:lnTo>
                <a:cubicBezTo>
                  <a:pt x="1849262" y="3050106"/>
                  <a:pt x="1849761" y="3050355"/>
                  <a:pt x="1850010" y="3050854"/>
                </a:cubicBezTo>
                <a:lnTo>
                  <a:pt x="1860561" y="3069214"/>
                </a:lnTo>
                <a:cubicBezTo>
                  <a:pt x="1860810" y="3069713"/>
                  <a:pt x="1860810" y="3070211"/>
                  <a:pt x="1860561" y="3070710"/>
                </a:cubicBezTo>
                <a:lnTo>
                  <a:pt x="1850010" y="3089070"/>
                </a:lnTo>
                <a:cubicBezTo>
                  <a:pt x="1849677" y="3089569"/>
                  <a:pt x="1849179" y="3089818"/>
                  <a:pt x="1848681" y="3089818"/>
                </a:cubicBezTo>
                <a:close/>
                <a:moveTo>
                  <a:pt x="2429358" y="3251086"/>
                </a:moveTo>
                <a:cubicBezTo>
                  <a:pt x="2428777" y="3251086"/>
                  <a:pt x="2428278" y="3250837"/>
                  <a:pt x="2428028" y="3250338"/>
                </a:cubicBezTo>
                <a:lnTo>
                  <a:pt x="2417478" y="3231978"/>
                </a:lnTo>
                <a:cubicBezTo>
                  <a:pt x="2417229" y="3231479"/>
                  <a:pt x="2417229" y="3230981"/>
                  <a:pt x="2417478" y="3230482"/>
                </a:cubicBezTo>
                <a:lnTo>
                  <a:pt x="2428029" y="3212122"/>
                </a:lnTo>
                <a:cubicBezTo>
                  <a:pt x="2428360" y="3211623"/>
                  <a:pt x="2428860" y="3211374"/>
                  <a:pt x="2429358" y="3211374"/>
                </a:cubicBezTo>
                <a:lnTo>
                  <a:pt x="2450543" y="3211374"/>
                </a:lnTo>
                <a:cubicBezTo>
                  <a:pt x="2451125" y="3211374"/>
                  <a:pt x="2451623" y="3211623"/>
                  <a:pt x="2451873" y="3212122"/>
                </a:cubicBezTo>
                <a:lnTo>
                  <a:pt x="2462424" y="3230482"/>
                </a:lnTo>
                <a:cubicBezTo>
                  <a:pt x="2462673" y="3230981"/>
                  <a:pt x="2462673" y="3231479"/>
                  <a:pt x="2462424" y="3231978"/>
                </a:cubicBezTo>
                <a:lnTo>
                  <a:pt x="2451873" y="3250339"/>
                </a:lnTo>
                <a:cubicBezTo>
                  <a:pt x="2451540" y="3250837"/>
                  <a:pt x="2451042" y="3251086"/>
                  <a:pt x="2450543" y="3251086"/>
                </a:cubicBezTo>
                <a:close/>
                <a:moveTo>
                  <a:pt x="2670102" y="3315594"/>
                </a:moveTo>
                <a:cubicBezTo>
                  <a:pt x="2669521" y="3315594"/>
                  <a:pt x="2669022" y="3315345"/>
                  <a:pt x="2668773" y="3314846"/>
                </a:cubicBezTo>
                <a:lnTo>
                  <a:pt x="2658222" y="3296486"/>
                </a:lnTo>
                <a:cubicBezTo>
                  <a:pt x="2657973" y="3295987"/>
                  <a:pt x="2657973" y="3295489"/>
                  <a:pt x="2658222" y="3294990"/>
                </a:cubicBezTo>
                <a:lnTo>
                  <a:pt x="2668773" y="3276630"/>
                </a:lnTo>
                <a:cubicBezTo>
                  <a:pt x="2669105" y="3276131"/>
                  <a:pt x="2669604" y="3275882"/>
                  <a:pt x="2670102" y="3275882"/>
                </a:cubicBezTo>
                <a:lnTo>
                  <a:pt x="2691287" y="3275882"/>
                </a:lnTo>
                <a:cubicBezTo>
                  <a:pt x="2691869" y="3275882"/>
                  <a:pt x="2692367" y="3276131"/>
                  <a:pt x="2692617" y="3276630"/>
                </a:cubicBezTo>
                <a:lnTo>
                  <a:pt x="2703168" y="3294990"/>
                </a:lnTo>
                <a:cubicBezTo>
                  <a:pt x="2703417" y="3295489"/>
                  <a:pt x="2703417" y="3295987"/>
                  <a:pt x="2703168" y="3296486"/>
                </a:cubicBezTo>
                <a:lnTo>
                  <a:pt x="2692617" y="3314846"/>
                </a:lnTo>
                <a:cubicBezTo>
                  <a:pt x="2692284" y="3315345"/>
                  <a:pt x="2691786" y="3315594"/>
                  <a:pt x="2691287" y="3315594"/>
                </a:cubicBezTo>
                <a:close/>
                <a:moveTo>
                  <a:pt x="1887600" y="3106018"/>
                </a:moveTo>
                <a:cubicBezTo>
                  <a:pt x="1887019" y="3106018"/>
                  <a:pt x="1886520" y="3105769"/>
                  <a:pt x="1886272" y="3105270"/>
                </a:cubicBezTo>
                <a:lnTo>
                  <a:pt x="1875637" y="3086827"/>
                </a:lnTo>
                <a:cubicBezTo>
                  <a:pt x="1875388" y="3086411"/>
                  <a:pt x="1875388" y="3085830"/>
                  <a:pt x="1875637" y="3085331"/>
                </a:cubicBezTo>
                <a:lnTo>
                  <a:pt x="1886271" y="3066888"/>
                </a:lnTo>
                <a:cubicBezTo>
                  <a:pt x="1886603" y="3066389"/>
                  <a:pt x="1887102" y="3066140"/>
                  <a:pt x="1887600" y="3066140"/>
                </a:cubicBezTo>
                <a:lnTo>
                  <a:pt x="1908869" y="3066140"/>
                </a:lnTo>
                <a:cubicBezTo>
                  <a:pt x="1909450" y="3066140"/>
                  <a:pt x="1909948" y="3066389"/>
                  <a:pt x="1910198" y="3066888"/>
                </a:cubicBezTo>
                <a:lnTo>
                  <a:pt x="1920832" y="3085331"/>
                </a:lnTo>
                <a:cubicBezTo>
                  <a:pt x="1921081" y="3085747"/>
                  <a:pt x="1921081" y="3086328"/>
                  <a:pt x="1920832" y="3086827"/>
                </a:cubicBezTo>
                <a:lnTo>
                  <a:pt x="1910198" y="3105270"/>
                </a:lnTo>
                <a:cubicBezTo>
                  <a:pt x="1909866" y="3105769"/>
                  <a:pt x="1909367" y="3106018"/>
                  <a:pt x="1908869" y="3106018"/>
                </a:cubicBezTo>
                <a:close/>
                <a:moveTo>
                  <a:pt x="2007972" y="3138271"/>
                </a:moveTo>
                <a:cubicBezTo>
                  <a:pt x="2007391" y="3138272"/>
                  <a:pt x="2006892" y="3138022"/>
                  <a:pt x="2006643" y="3137524"/>
                </a:cubicBezTo>
                <a:lnTo>
                  <a:pt x="1996009" y="3119080"/>
                </a:lnTo>
                <a:cubicBezTo>
                  <a:pt x="1995760" y="3118665"/>
                  <a:pt x="1995760" y="3118084"/>
                  <a:pt x="1996009" y="3117585"/>
                </a:cubicBezTo>
                <a:lnTo>
                  <a:pt x="2006643" y="3099142"/>
                </a:lnTo>
                <a:cubicBezTo>
                  <a:pt x="2006975" y="3098643"/>
                  <a:pt x="2007474" y="3098394"/>
                  <a:pt x="2007972" y="3098394"/>
                </a:cubicBezTo>
                <a:lnTo>
                  <a:pt x="2029241" y="3098393"/>
                </a:lnTo>
                <a:cubicBezTo>
                  <a:pt x="2029822" y="3098394"/>
                  <a:pt x="2030321" y="3098643"/>
                  <a:pt x="2030570" y="3099142"/>
                </a:cubicBezTo>
                <a:lnTo>
                  <a:pt x="2041204" y="3117585"/>
                </a:lnTo>
                <a:cubicBezTo>
                  <a:pt x="2041453" y="3118000"/>
                  <a:pt x="2041453" y="3118582"/>
                  <a:pt x="2041204" y="3119081"/>
                </a:cubicBezTo>
                <a:lnTo>
                  <a:pt x="2030570" y="3137524"/>
                </a:lnTo>
                <a:cubicBezTo>
                  <a:pt x="2030237" y="3138023"/>
                  <a:pt x="2029739" y="3138272"/>
                  <a:pt x="2029241" y="3138272"/>
                </a:cubicBezTo>
                <a:close/>
                <a:moveTo>
                  <a:pt x="4716269" y="3864063"/>
                </a:moveTo>
                <a:cubicBezTo>
                  <a:pt x="4715688" y="3864063"/>
                  <a:pt x="4715189" y="3863814"/>
                  <a:pt x="4714940" y="3863316"/>
                </a:cubicBezTo>
                <a:lnTo>
                  <a:pt x="4704307" y="3844789"/>
                </a:lnTo>
                <a:cubicBezTo>
                  <a:pt x="4704057" y="3844373"/>
                  <a:pt x="4704058" y="3843792"/>
                  <a:pt x="4704306" y="3843293"/>
                </a:cubicBezTo>
                <a:lnTo>
                  <a:pt x="4715023" y="3824767"/>
                </a:lnTo>
                <a:cubicBezTo>
                  <a:pt x="4715355" y="3824351"/>
                  <a:pt x="4715854" y="3824019"/>
                  <a:pt x="4716353" y="3824019"/>
                </a:cubicBezTo>
                <a:lnTo>
                  <a:pt x="4737704" y="3824019"/>
                </a:lnTo>
                <a:cubicBezTo>
                  <a:pt x="4738286" y="3824019"/>
                  <a:pt x="4738785" y="3824268"/>
                  <a:pt x="4739034" y="3824767"/>
                </a:cubicBezTo>
                <a:lnTo>
                  <a:pt x="4749667" y="3843293"/>
                </a:lnTo>
                <a:cubicBezTo>
                  <a:pt x="4749917" y="3843709"/>
                  <a:pt x="4749916" y="3844290"/>
                  <a:pt x="4749668" y="3844789"/>
                </a:cubicBezTo>
                <a:lnTo>
                  <a:pt x="4738950" y="3863316"/>
                </a:lnTo>
                <a:cubicBezTo>
                  <a:pt x="4738619" y="3863731"/>
                  <a:pt x="4738119" y="3864063"/>
                  <a:pt x="4737621" y="3864063"/>
                </a:cubicBezTo>
                <a:close/>
                <a:moveTo>
                  <a:pt x="193415" y="2697242"/>
                </a:moveTo>
                <a:cubicBezTo>
                  <a:pt x="193166" y="2697242"/>
                  <a:pt x="192750" y="2696827"/>
                  <a:pt x="192750" y="2696827"/>
                </a:cubicBezTo>
                <a:lnTo>
                  <a:pt x="187101" y="2687023"/>
                </a:lnTo>
                <a:cubicBezTo>
                  <a:pt x="186935" y="2686774"/>
                  <a:pt x="187101" y="2686193"/>
                  <a:pt x="187101" y="2686193"/>
                </a:cubicBezTo>
                <a:lnTo>
                  <a:pt x="192750" y="2676389"/>
                </a:lnTo>
                <a:cubicBezTo>
                  <a:pt x="192833" y="2676140"/>
                  <a:pt x="193415" y="2675974"/>
                  <a:pt x="193415" y="2675974"/>
                </a:cubicBezTo>
                <a:lnTo>
                  <a:pt x="204714" y="2675974"/>
                </a:lnTo>
                <a:cubicBezTo>
                  <a:pt x="204963" y="2675974"/>
                  <a:pt x="205378" y="2676389"/>
                  <a:pt x="205378" y="2676389"/>
                </a:cubicBezTo>
                <a:lnTo>
                  <a:pt x="211028" y="2686193"/>
                </a:lnTo>
                <a:cubicBezTo>
                  <a:pt x="211194" y="2686442"/>
                  <a:pt x="211028" y="2687023"/>
                  <a:pt x="211028" y="2687023"/>
                </a:cubicBezTo>
                <a:lnTo>
                  <a:pt x="205378" y="2696827"/>
                </a:lnTo>
                <a:cubicBezTo>
                  <a:pt x="205295" y="2697076"/>
                  <a:pt x="204714" y="2697242"/>
                  <a:pt x="204714" y="2697242"/>
                </a:cubicBezTo>
                <a:close/>
                <a:moveTo>
                  <a:pt x="2900953" y="3424621"/>
                </a:moveTo>
                <a:cubicBezTo>
                  <a:pt x="2900620" y="3424621"/>
                  <a:pt x="2900121" y="3424124"/>
                  <a:pt x="2900121" y="3424124"/>
                </a:cubicBezTo>
                <a:lnTo>
                  <a:pt x="2893641" y="3412824"/>
                </a:lnTo>
                <a:cubicBezTo>
                  <a:pt x="2893476" y="3412576"/>
                  <a:pt x="2893641" y="3411911"/>
                  <a:pt x="2893641" y="3411911"/>
                </a:cubicBezTo>
                <a:lnTo>
                  <a:pt x="2900122" y="3400612"/>
                </a:lnTo>
                <a:cubicBezTo>
                  <a:pt x="2900288" y="3400280"/>
                  <a:pt x="2900952" y="3400114"/>
                  <a:pt x="2900952" y="3400114"/>
                </a:cubicBezTo>
                <a:lnTo>
                  <a:pt x="2913995" y="3400114"/>
                </a:lnTo>
                <a:cubicBezTo>
                  <a:pt x="2914329" y="3400114"/>
                  <a:pt x="2914827" y="3400611"/>
                  <a:pt x="2914827" y="3400611"/>
                </a:cubicBezTo>
                <a:lnTo>
                  <a:pt x="2921307" y="3411911"/>
                </a:lnTo>
                <a:cubicBezTo>
                  <a:pt x="2921473" y="3412161"/>
                  <a:pt x="2921307" y="3412824"/>
                  <a:pt x="2921307" y="3412824"/>
                </a:cubicBezTo>
                <a:lnTo>
                  <a:pt x="2914826" y="3424124"/>
                </a:lnTo>
                <a:cubicBezTo>
                  <a:pt x="2914660" y="3424455"/>
                  <a:pt x="2913996" y="3424621"/>
                  <a:pt x="2913996" y="3424621"/>
                </a:cubicBezTo>
                <a:close/>
                <a:moveTo>
                  <a:pt x="1034756" y="2925330"/>
                </a:moveTo>
                <a:cubicBezTo>
                  <a:pt x="1034424" y="2925330"/>
                  <a:pt x="1033926" y="2924832"/>
                  <a:pt x="1033926" y="2924832"/>
                </a:cubicBezTo>
                <a:lnTo>
                  <a:pt x="1027030" y="2912952"/>
                </a:lnTo>
                <a:cubicBezTo>
                  <a:pt x="1026864" y="2912619"/>
                  <a:pt x="1027030" y="2911955"/>
                  <a:pt x="1027030" y="2911955"/>
                </a:cubicBezTo>
                <a:lnTo>
                  <a:pt x="1033926" y="2900074"/>
                </a:lnTo>
                <a:cubicBezTo>
                  <a:pt x="1034091" y="2899742"/>
                  <a:pt x="1034756" y="2899576"/>
                  <a:pt x="1034756" y="2899576"/>
                </a:cubicBezTo>
                <a:lnTo>
                  <a:pt x="1048464" y="2899576"/>
                </a:lnTo>
                <a:cubicBezTo>
                  <a:pt x="1048797" y="2899576"/>
                  <a:pt x="1049295" y="2900074"/>
                  <a:pt x="1049295" y="2900074"/>
                </a:cubicBezTo>
                <a:lnTo>
                  <a:pt x="1056191" y="2911955"/>
                </a:lnTo>
                <a:cubicBezTo>
                  <a:pt x="1056357" y="2912287"/>
                  <a:pt x="1056191" y="2912952"/>
                  <a:pt x="1056191" y="2912952"/>
                </a:cubicBezTo>
                <a:lnTo>
                  <a:pt x="1049295" y="2924832"/>
                </a:lnTo>
                <a:cubicBezTo>
                  <a:pt x="1049129" y="2925164"/>
                  <a:pt x="1048464" y="2925330"/>
                  <a:pt x="1048464" y="2925330"/>
                </a:cubicBezTo>
                <a:close/>
                <a:moveTo>
                  <a:pt x="1094183" y="2942879"/>
                </a:moveTo>
                <a:cubicBezTo>
                  <a:pt x="1093850" y="2942879"/>
                  <a:pt x="1093269" y="2942382"/>
                  <a:pt x="1093269" y="2942382"/>
                </a:cubicBezTo>
                <a:lnTo>
                  <a:pt x="1085626" y="2929172"/>
                </a:lnTo>
                <a:cubicBezTo>
                  <a:pt x="1085460" y="2928839"/>
                  <a:pt x="1085625" y="2928091"/>
                  <a:pt x="1085625" y="2928091"/>
                </a:cubicBezTo>
                <a:lnTo>
                  <a:pt x="1093269" y="2914881"/>
                </a:lnTo>
                <a:cubicBezTo>
                  <a:pt x="1093434" y="2914632"/>
                  <a:pt x="1094183" y="2914384"/>
                  <a:pt x="1094183" y="2914384"/>
                </a:cubicBezTo>
                <a:lnTo>
                  <a:pt x="1109469" y="2914383"/>
                </a:lnTo>
                <a:cubicBezTo>
                  <a:pt x="1109802" y="2914384"/>
                  <a:pt x="1110383" y="2914881"/>
                  <a:pt x="1110383" y="2914881"/>
                </a:cubicBezTo>
                <a:lnTo>
                  <a:pt x="1118026" y="2928091"/>
                </a:lnTo>
                <a:cubicBezTo>
                  <a:pt x="1118193" y="2928423"/>
                  <a:pt x="1118026" y="2929171"/>
                  <a:pt x="1118026" y="2929171"/>
                </a:cubicBezTo>
                <a:lnTo>
                  <a:pt x="1110383" y="2942381"/>
                </a:lnTo>
                <a:cubicBezTo>
                  <a:pt x="1110217" y="2942630"/>
                  <a:pt x="1109468" y="2942879"/>
                  <a:pt x="1109468" y="2942879"/>
                </a:cubicBezTo>
                <a:close/>
                <a:moveTo>
                  <a:pt x="251514" y="2717189"/>
                </a:moveTo>
                <a:cubicBezTo>
                  <a:pt x="251182" y="2717189"/>
                  <a:pt x="250600" y="2716608"/>
                  <a:pt x="250600" y="2716608"/>
                </a:cubicBezTo>
                <a:lnTo>
                  <a:pt x="242957" y="2703316"/>
                </a:lnTo>
                <a:cubicBezTo>
                  <a:pt x="242791" y="2702983"/>
                  <a:pt x="242957" y="2702235"/>
                  <a:pt x="242957" y="2702235"/>
                </a:cubicBezTo>
                <a:lnTo>
                  <a:pt x="250683" y="2688943"/>
                </a:lnTo>
                <a:cubicBezTo>
                  <a:pt x="250849" y="2688611"/>
                  <a:pt x="251597" y="2688361"/>
                  <a:pt x="251597" y="2688361"/>
                </a:cubicBezTo>
                <a:lnTo>
                  <a:pt x="266967" y="2688361"/>
                </a:lnTo>
                <a:cubicBezTo>
                  <a:pt x="267299" y="2688361"/>
                  <a:pt x="267880" y="2688943"/>
                  <a:pt x="267880" y="2688943"/>
                </a:cubicBezTo>
                <a:lnTo>
                  <a:pt x="275524" y="2702235"/>
                </a:lnTo>
                <a:cubicBezTo>
                  <a:pt x="275690" y="2702568"/>
                  <a:pt x="275524" y="2703315"/>
                  <a:pt x="275524" y="2703315"/>
                </a:cubicBezTo>
                <a:lnTo>
                  <a:pt x="267798" y="2716609"/>
                </a:lnTo>
                <a:cubicBezTo>
                  <a:pt x="267631" y="2716940"/>
                  <a:pt x="266884" y="2717189"/>
                  <a:pt x="266884" y="2717189"/>
                </a:cubicBezTo>
                <a:close/>
                <a:moveTo>
                  <a:pt x="311378" y="2734075"/>
                </a:moveTo>
                <a:cubicBezTo>
                  <a:pt x="310961" y="2734075"/>
                  <a:pt x="310380" y="2733493"/>
                  <a:pt x="310380" y="2733493"/>
                </a:cubicBezTo>
                <a:lnTo>
                  <a:pt x="302321" y="2719453"/>
                </a:lnTo>
                <a:cubicBezTo>
                  <a:pt x="302073" y="2719121"/>
                  <a:pt x="302321" y="2718290"/>
                  <a:pt x="302321" y="2718290"/>
                </a:cubicBezTo>
                <a:lnTo>
                  <a:pt x="310381" y="2704250"/>
                </a:lnTo>
                <a:cubicBezTo>
                  <a:pt x="310630" y="2703917"/>
                  <a:pt x="311378" y="2703668"/>
                  <a:pt x="311378" y="2703668"/>
                </a:cubicBezTo>
                <a:lnTo>
                  <a:pt x="327577" y="2703668"/>
                </a:lnTo>
                <a:cubicBezTo>
                  <a:pt x="327993" y="2703668"/>
                  <a:pt x="328575" y="2704250"/>
                  <a:pt x="328575" y="2704250"/>
                </a:cubicBezTo>
                <a:lnTo>
                  <a:pt x="336633" y="2718290"/>
                </a:lnTo>
                <a:cubicBezTo>
                  <a:pt x="336882" y="2718622"/>
                  <a:pt x="336633" y="2719453"/>
                  <a:pt x="336633" y="2719453"/>
                </a:cubicBezTo>
                <a:lnTo>
                  <a:pt x="328574" y="2733493"/>
                </a:lnTo>
                <a:cubicBezTo>
                  <a:pt x="328324" y="2733826"/>
                  <a:pt x="327578" y="2734075"/>
                  <a:pt x="327578" y="2734075"/>
                </a:cubicBezTo>
                <a:close/>
                <a:moveTo>
                  <a:pt x="612206" y="2814862"/>
                </a:moveTo>
                <a:cubicBezTo>
                  <a:pt x="611790" y="2814862"/>
                  <a:pt x="611209" y="2814280"/>
                  <a:pt x="611209" y="2814280"/>
                </a:cubicBezTo>
                <a:lnTo>
                  <a:pt x="603066" y="2800157"/>
                </a:lnTo>
                <a:cubicBezTo>
                  <a:pt x="602818" y="2799825"/>
                  <a:pt x="603066" y="2798994"/>
                  <a:pt x="603066" y="2798994"/>
                </a:cubicBezTo>
                <a:lnTo>
                  <a:pt x="611209" y="2784871"/>
                </a:lnTo>
                <a:cubicBezTo>
                  <a:pt x="611458" y="2784538"/>
                  <a:pt x="612206" y="2784289"/>
                  <a:pt x="612206" y="2784289"/>
                </a:cubicBezTo>
                <a:lnTo>
                  <a:pt x="628489" y="2784289"/>
                </a:lnTo>
                <a:cubicBezTo>
                  <a:pt x="628905" y="2784289"/>
                  <a:pt x="629486" y="2784871"/>
                  <a:pt x="629486" y="2784871"/>
                </a:cubicBezTo>
                <a:lnTo>
                  <a:pt x="637628" y="2798994"/>
                </a:lnTo>
                <a:cubicBezTo>
                  <a:pt x="637877" y="2799326"/>
                  <a:pt x="637628" y="2800157"/>
                  <a:pt x="637628" y="2800157"/>
                </a:cubicBezTo>
                <a:lnTo>
                  <a:pt x="629485" y="2814280"/>
                </a:lnTo>
                <a:cubicBezTo>
                  <a:pt x="629237" y="2814613"/>
                  <a:pt x="628489" y="2814862"/>
                  <a:pt x="628489" y="2814862"/>
                </a:cubicBezTo>
                <a:close/>
                <a:moveTo>
                  <a:pt x="371378" y="2750521"/>
                </a:moveTo>
                <a:cubicBezTo>
                  <a:pt x="370961" y="2750521"/>
                  <a:pt x="370380" y="2749939"/>
                  <a:pt x="370380" y="2749939"/>
                </a:cubicBezTo>
                <a:lnTo>
                  <a:pt x="362155" y="2735649"/>
                </a:lnTo>
                <a:cubicBezTo>
                  <a:pt x="361906" y="2735318"/>
                  <a:pt x="362155" y="2734487"/>
                  <a:pt x="362155" y="2734487"/>
                </a:cubicBezTo>
                <a:lnTo>
                  <a:pt x="370380" y="2720196"/>
                </a:lnTo>
                <a:cubicBezTo>
                  <a:pt x="370546" y="2719865"/>
                  <a:pt x="371377" y="2719615"/>
                  <a:pt x="371377" y="2719615"/>
                </a:cubicBezTo>
                <a:lnTo>
                  <a:pt x="387826" y="2719615"/>
                </a:lnTo>
                <a:cubicBezTo>
                  <a:pt x="388241" y="2719615"/>
                  <a:pt x="388824" y="2720197"/>
                  <a:pt x="388824" y="2720197"/>
                </a:cubicBezTo>
                <a:lnTo>
                  <a:pt x="397048" y="2734487"/>
                </a:lnTo>
                <a:cubicBezTo>
                  <a:pt x="397297" y="2734818"/>
                  <a:pt x="397048" y="2735649"/>
                  <a:pt x="397048" y="2735649"/>
                </a:cubicBezTo>
                <a:lnTo>
                  <a:pt x="388823" y="2749940"/>
                </a:lnTo>
                <a:cubicBezTo>
                  <a:pt x="388657" y="2750271"/>
                  <a:pt x="387826" y="2750521"/>
                  <a:pt x="387826" y="2750521"/>
                </a:cubicBezTo>
                <a:close/>
                <a:moveTo>
                  <a:pt x="551852" y="2798986"/>
                </a:moveTo>
                <a:cubicBezTo>
                  <a:pt x="551436" y="2798986"/>
                  <a:pt x="550856" y="2798404"/>
                  <a:pt x="550856" y="2798404"/>
                </a:cubicBezTo>
                <a:lnTo>
                  <a:pt x="542548" y="2784031"/>
                </a:lnTo>
                <a:cubicBezTo>
                  <a:pt x="542297" y="2783699"/>
                  <a:pt x="542548" y="2782868"/>
                  <a:pt x="542548" y="2782868"/>
                </a:cubicBezTo>
                <a:lnTo>
                  <a:pt x="550856" y="2768496"/>
                </a:lnTo>
                <a:cubicBezTo>
                  <a:pt x="551022" y="2768163"/>
                  <a:pt x="551852" y="2767914"/>
                  <a:pt x="551852" y="2767914"/>
                </a:cubicBezTo>
                <a:lnTo>
                  <a:pt x="568469" y="2767914"/>
                </a:lnTo>
                <a:cubicBezTo>
                  <a:pt x="568884" y="2767914"/>
                  <a:pt x="569465" y="2768496"/>
                  <a:pt x="569465" y="2768496"/>
                </a:cubicBezTo>
                <a:lnTo>
                  <a:pt x="577772" y="2782868"/>
                </a:lnTo>
                <a:cubicBezTo>
                  <a:pt x="578023" y="2783201"/>
                  <a:pt x="577772" y="2784031"/>
                  <a:pt x="577772" y="2784031"/>
                </a:cubicBezTo>
                <a:lnTo>
                  <a:pt x="569464" y="2798404"/>
                </a:lnTo>
                <a:cubicBezTo>
                  <a:pt x="569299" y="2798736"/>
                  <a:pt x="568469" y="2798986"/>
                  <a:pt x="568469" y="2798986"/>
                </a:cubicBezTo>
                <a:close/>
                <a:moveTo>
                  <a:pt x="491583" y="2783024"/>
                </a:moveTo>
                <a:cubicBezTo>
                  <a:pt x="491167" y="2783024"/>
                  <a:pt x="490585" y="2782443"/>
                  <a:pt x="490585" y="2782443"/>
                </a:cubicBezTo>
                <a:lnTo>
                  <a:pt x="482195" y="2767904"/>
                </a:lnTo>
                <a:cubicBezTo>
                  <a:pt x="481946" y="2767571"/>
                  <a:pt x="482195" y="2766740"/>
                  <a:pt x="482195" y="2766740"/>
                </a:cubicBezTo>
                <a:lnTo>
                  <a:pt x="490586" y="2752202"/>
                </a:lnTo>
                <a:cubicBezTo>
                  <a:pt x="490752" y="2751869"/>
                  <a:pt x="491167" y="2751620"/>
                  <a:pt x="491583" y="2751620"/>
                </a:cubicBezTo>
                <a:lnTo>
                  <a:pt x="508365" y="2751620"/>
                </a:lnTo>
                <a:cubicBezTo>
                  <a:pt x="508780" y="2751620"/>
                  <a:pt x="509362" y="2752202"/>
                  <a:pt x="509362" y="2752202"/>
                </a:cubicBezTo>
                <a:lnTo>
                  <a:pt x="517753" y="2766740"/>
                </a:lnTo>
                <a:cubicBezTo>
                  <a:pt x="518002" y="2767073"/>
                  <a:pt x="517753" y="2767904"/>
                  <a:pt x="517753" y="2767904"/>
                </a:cubicBezTo>
                <a:lnTo>
                  <a:pt x="509362" y="2782443"/>
                </a:lnTo>
                <a:cubicBezTo>
                  <a:pt x="509195" y="2782775"/>
                  <a:pt x="508780" y="2783024"/>
                  <a:pt x="508365" y="2783024"/>
                </a:cubicBezTo>
                <a:close/>
                <a:moveTo>
                  <a:pt x="4162943" y="3766762"/>
                </a:moveTo>
                <a:cubicBezTo>
                  <a:pt x="4162527" y="3766762"/>
                  <a:pt x="4161946" y="3766181"/>
                  <a:pt x="4161946" y="3766181"/>
                </a:cubicBezTo>
                <a:lnTo>
                  <a:pt x="4153555" y="3751642"/>
                </a:lnTo>
                <a:cubicBezTo>
                  <a:pt x="4153306" y="3751309"/>
                  <a:pt x="4153555" y="3750478"/>
                  <a:pt x="4153555" y="3750478"/>
                </a:cubicBezTo>
                <a:lnTo>
                  <a:pt x="4161946" y="3735940"/>
                </a:lnTo>
                <a:cubicBezTo>
                  <a:pt x="4162112" y="3735607"/>
                  <a:pt x="4162527" y="3735358"/>
                  <a:pt x="4162943" y="3735358"/>
                </a:cubicBezTo>
                <a:lnTo>
                  <a:pt x="4179725" y="3735358"/>
                </a:lnTo>
                <a:cubicBezTo>
                  <a:pt x="4180140" y="3735358"/>
                  <a:pt x="4180723" y="3735940"/>
                  <a:pt x="4180723" y="3735940"/>
                </a:cubicBezTo>
                <a:lnTo>
                  <a:pt x="4189113" y="3750478"/>
                </a:lnTo>
                <a:cubicBezTo>
                  <a:pt x="4189362" y="3750811"/>
                  <a:pt x="4189114" y="3751642"/>
                  <a:pt x="4189114" y="3751642"/>
                </a:cubicBezTo>
                <a:lnTo>
                  <a:pt x="4180722" y="3766181"/>
                </a:lnTo>
                <a:cubicBezTo>
                  <a:pt x="4180556" y="3766513"/>
                  <a:pt x="4180140" y="3766762"/>
                  <a:pt x="4179725" y="3766762"/>
                </a:cubicBezTo>
                <a:close/>
                <a:moveTo>
                  <a:pt x="431293" y="2767144"/>
                </a:moveTo>
                <a:cubicBezTo>
                  <a:pt x="430877" y="2767144"/>
                  <a:pt x="430295" y="2766562"/>
                  <a:pt x="430295" y="2766562"/>
                </a:cubicBezTo>
                <a:lnTo>
                  <a:pt x="421821" y="2751857"/>
                </a:lnTo>
                <a:cubicBezTo>
                  <a:pt x="421571" y="2751524"/>
                  <a:pt x="421821" y="2750695"/>
                  <a:pt x="421821" y="2750695"/>
                </a:cubicBezTo>
                <a:lnTo>
                  <a:pt x="430295" y="2735989"/>
                </a:lnTo>
                <a:cubicBezTo>
                  <a:pt x="430462" y="2735657"/>
                  <a:pt x="430877" y="2735408"/>
                  <a:pt x="431293" y="2735408"/>
                </a:cubicBezTo>
                <a:lnTo>
                  <a:pt x="448240" y="2735407"/>
                </a:lnTo>
                <a:cubicBezTo>
                  <a:pt x="448655" y="2735408"/>
                  <a:pt x="449238" y="2735990"/>
                  <a:pt x="449238" y="2735990"/>
                </a:cubicBezTo>
                <a:lnTo>
                  <a:pt x="457711" y="2750695"/>
                </a:lnTo>
                <a:cubicBezTo>
                  <a:pt x="457961" y="2751027"/>
                  <a:pt x="457711" y="2751857"/>
                  <a:pt x="457711" y="2751857"/>
                </a:cubicBezTo>
                <a:lnTo>
                  <a:pt x="449238" y="2766563"/>
                </a:lnTo>
                <a:cubicBezTo>
                  <a:pt x="449071" y="2766894"/>
                  <a:pt x="448656" y="2767144"/>
                  <a:pt x="448240" y="2767144"/>
                </a:cubicBezTo>
                <a:close/>
                <a:moveTo>
                  <a:pt x="5065476" y="4009162"/>
                </a:moveTo>
                <a:cubicBezTo>
                  <a:pt x="5065062" y="4009163"/>
                  <a:pt x="5064397" y="4008581"/>
                  <a:pt x="5064397" y="4008581"/>
                </a:cubicBezTo>
                <a:lnTo>
                  <a:pt x="5055756" y="3993627"/>
                </a:lnTo>
                <a:cubicBezTo>
                  <a:pt x="5055507" y="3993212"/>
                  <a:pt x="5055756" y="3992381"/>
                  <a:pt x="5055756" y="3992381"/>
                </a:cubicBezTo>
                <a:lnTo>
                  <a:pt x="5064397" y="3977427"/>
                </a:lnTo>
                <a:cubicBezTo>
                  <a:pt x="5064645" y="3977094"/>
                  <a:pt x="5065062" y="3976845"/>
                  <a:pt x="5065476" y="3976845"/>
                </a:cubicBezTo>
                <a:lnTo>
                  <a:pt x="5082756" y="3976845"/>
                </a:lnTo>
                <a:cubicBezTo>
                  <a:pt x="5083172" y="3976845"/>
                  <a:pt x="5083837" y="3977427"/>
                  <a:pt x="5083837" y="3977427"/>
                </a:cubicBezTo>
                <a:lnTo>
                  <a:pt x="5092478" y="3992381"/>
                </a:lnTo>
                <a:cubicBezTo>
                  <a:pt x="5092727" y="3992796"/>
                  <a:pt x="5092478" y="3993626"/>
                  <a:pt x="5092478" y="3993626"/>
                </a:cubicBezTo>
                <a:lnTo>
                  <a:pt x="5083837" y="4008581"/>
                </a:lnTo>
                <a:cubicBezTo>
                  <a:pt x="5083587" y="4008913"/>
                  <a:pt x="5083172" y="4009163"/>
                  <a:pt x="5082756" y="4009163"/>
                </a:cubicBezTo>
                <a:close/>
                <a:moveTo>
                  <a:pt x="2958874" y="3444899"/>
                </a:moveTo>
                <a:cubicBezTo>
                  <a:pt x="2958459" y="3444898"/>
                  <a:pt x="2957794" y="3444318"/>
                  <a:pt x="2957794" y="3444318"/>
                </a:cubicBezTo>
                <a:lnTo>
                  <a:pt x="2949071" y="3429197"/>
                </a:lnTo>
                <a:cubicBezTo>
                  <a:pt x="2948822" y="3428782"/>
                  <a:pt x="2949071" y="3427950"/>
                  <a:pt x="2949071" y="3427950"/>
                </a:cubicBezTo>
                <a:lnTo>
                  <a:pt x="2957794" y="3412830"/>
                </a:lnTo>
                <a:cubicBezTo>
                  <a:pt x="2958043" y="3412497"/>
                  <a:pt x="2958459" y="3412248"/>
                  <a:pt x="2958874" y="3412249"/>
                </a:cubicBezTo>
                <a:lnTo>
                  <a:pt x="2976404" y="3412248"/>
                </a:lnTo>
                <a:cubicBezTo>
                  <a:pt x="2976819" y="3412249"/>
                  <a:pt x="2977484" y="3412831"/>
                  <a:pt x="2977484" y="3412831"/>
                </a:cubicBezTo>
                <a:lnTo>
                  <a:pt x="2986207" y="3427950"/>
                </a:lnTo>
                <a:cubicBezTo>
                  <a:pt x="2986456" y="3428365"/>
                  <a:pt x="2986207" y="3429197"/>
                  <a:pt x="2986207" y="3429197"/>
                </a:cubicBezTo>
                <a:lnTo>
                  <a:pt x="2977484" y="3444317"/>
                </a:lnTo>
                <a:cubicBezTo>
                  <a:pt x="2977234" y="3444650"/>
                  <a:pt x="2976819" y="3444899"/>
                  <a:pt x="2976404" y="3444898"/>
                </a:cubicBezTo>
                <a:close/>
                <a:moveTo>
                  <a:pt x="3079103" y="3477395"/>
                </a:moveTo>
                <a:cubicBezTo>
                  <a:pt x="3078688" y="3477395"/>
                  <a:pt x="3078023" y="3476730"/>
                  <a:pt x="3078023" y="3476730"/>
                </a:cubicBezTo>
                <a:lnTo>
                  <a:pt x="3069216" y="3461360"/>
                </a:lnTo>
                <a:cubicBezTo>
                  <a:pt x="3068967" y="3460945"/>
                  <a:pt x="3069216" y="3460114"/>
                  <a:pt x="3069216" y="3460114"/>
                </a:cubicBezTo>
                <a:lnTo>
                  <a:pt x="3078106" y="3444745"/>
                </a:lnTo>
                <a:cubicBezTo>
                  <a:pt x="3078355" y="3444329"/>
                  <a:pt x="3078770" y="3444080"/>
                  <a:pt x="3079186" y="3444080"/>
                </a:cubicBezTo>
                <a:lnTo>
                  <a:pt x="3096882" y="3444080"/>
                </a:lnTo>
                <a:cubicBezTo>
                  <a:pt x="3097298" y="3444080"/>
                  <a:pt x="3097962" y="3444745"/>
                  <a:pt x="3097962" y="3444745"/>
                </a:cubicBezTo>
                <a:lnTo>
                  <a:pt x="3106769" y="3460114"/>
                </a:lnTo>
                <a:cubicBezTo>
                  <a:pt x="3107017" y="3460530"/>
                  <a:pt x="3106769" y="3461360"/>
                  <a:pt x="3106769" y="3461360"/>
                </a:cubicBezTo>
                <a:lnTo>
                  <a:pt x="3097879" y="3476730"/>
                </a:lnTo>
                <a:cubicBezTo>
                  <a:pt x="3097629" y="3477146"/>
                  <a:pt x="3097213" y="3477395"/>
                  <a:pt x="3096799" y="3477395"/>
                </a:cubicBezTo>
                <a:close/>
                <a:moveTo>
                  <a:pt x="3018835" y="3461424"/>
                </a:moveTo>
                <a:cubicBezTo>
                  <a:pt x="3018420" y="3461424"/>
                  <a:pt x="3017755" y="3460759"/>
                  <a:pt x="3017755" y="3460759"/>
                </a:cubicBezTo>
                <a:lnTo>
                  <a:pt x="3008783" y="3445223"/>
                </a:lnTo>
                <a:cubicBezTo>
                  <a:pt x="3008534" y="3444891"/>
                  <a:pt x="3008783" y="3443977"/>
                  <a:pt x="3008783" y="3443977"/>
                </a:cubicBezTo>
                <a:lnTo>
                  <a:pt x="3017755" y="3428442"/>
                </a:lnTo>
                <a:cubicBezTo>
                  <a:pt x="3018004" y="3428026"/>
                  <a:pt x="3018420" y="3427777"/>
                  <a:pt x="3018835" y="3427777"/>
                </a:cubicBezTo>
                <a:lnTo>
                  <a:pt x="3036697" y="3427777"/>
                </a:lnTo>
                <a:cubicBezTo>
                  <a:pt x="3037113" y="3427777"/>
                  <a:pt x="3037777" y="3428442"/>
                  <a:pt x="3037777" y="3428442"/>
                </a:cubicBezTo>
                <a:lnTo>
                  <a:pt x="3046750" y="3443977"/>
                </a:lnTo>
                <a:cubicBezTo>
                  <a:pt x="3046999" y="3444310"/>
                  <a:pt x="3046750" y="3445223"/>
                  <a:pt x="3046750" y="3445223"/>
                </a:cubicBezTo>
                <a:lnTo>
                  <a:pt x="3037777" y="3460759"/>
                </a:lnTo>
                <a:cubicBezTo>
                  <a:pt x="3037528" y="3461175"/>
                  <a:pt x="3037113" y="3461424"/>
                  <a:pt x="3036697" y="3461424"/>
                </a:cubicBezTo>
                <a:close/>
                <a:moveTo>
                  <a:pt x="1153060" y="2961595"/>
                </a:moveTo>
                <a:cubicBezTo>
                  <a:pt x="1152645" y="2961595"/>
                  <a:pt x="1151981" y="2960931"/>
                  <a:pt x="1151981" y="2960931"/>
                </a:cubicBezTo>
                <a:lnTo>
                  <a:pt x="1143008" y="2945312"/>
                </a:lnTo>
                <a:cubicBezTo>
                  <a:pt x="1142758" y="2944979"/>
                  <a:pt x="1143008" y="2944065"/>
                  <a:pt x="1143008" y="2944065"/>
                </a:cubicBezTo>
                <a:lnTo>
                  <a:pt x="1151981" y="2928447"/>
                </a:lnTo>
                <a:cubicBezTo>
                  <a:pt x="1152229" y="2928031"/>
                  <a:pt x="1152645" y="2927782"/>
                  <a:pt x="1153060" y="2927782"/>
                </a:cubicBezTo>
                <a:lnTo>
                  <a:pt x="1171089" y="2927782"/>
                </a:lnTo>
                <a:cubicBezTo>
                  <a:pt x="1171504" y="2927782"/>
                  <a:pt x="1172169" y="2928447"/>
                  <a:pt x="1172169" y="2928447"/>
                </a:cubicBezTo>
                <a:lnTo>
                  <a:pt x="1181141" y="2944065"/>
                </a:lnTo>
                <a:cubicBezTo>
                  <a:pt x="1181390" y="2944398"/>
                  <a:pt x="1181141" y="2945312"/>
                  <a:pt x="1181141" y="2945312"/>
                </a:cubicBezTo>
                <a:lnTo>
                  <a:pt x="1172169" y="2960931"/>
                </a:lnTo>
                <a:cubicBezTo>
                  <a:pt x="1171919" y="2961346"/>
                  <a:pt x="1171504" y="2961595"/>
                  <a:pt x="1171089" y="2961595"/>
                </a:cubicBezTo>
                <a:close/>
                <a:moveTo>
                  <a:pt x="3138948" y="3494185"/>
                </a:moveTo>
                <a:cubicBezTo>
                  <a:pt x="3138449" y="3494185"/>
                  <a:pt x="3137785" y="3493520"/>
                  <a:pt x="3137785" y="3493520"/>
                </a:cubicBezTo>
                <a:lnTo>
                  <a:pt x="3128563" y="3477569"/>
                </a:lnTo>
                <a:cubicBezTo>
                  <a:pt x="3128313" y="3477154"/>
                  <a:pt x="3128563" y="3476240"/>
                  <a:pt x="3128563" y="3476240"/>
                </a:cubicBezTo>
                <a:lnTo>
                  <a:pt x="3137785" y="3460289"/>
                </a:lnTo>
                <a:cubicBezTo>
                  <a:pt x="3138034" y="3459873"/>
                  <a:pt x="3138449" y="3459624"/>
                  <a:pt x="3138948" y="3459624"/>
                </a:cubicBezTo>
                <a:lnTo>
                  <a:pt x="3157391" y="3459624"/>
                </a:lnTo>
                <a:cubicBezTo>
                  <a:pt x="3157890" y="3459624"/>
                  <a:pt x="3158554" y="3460289"/>
                  <a:pt x="3158554" y="3460289"/>
                </a:cubicBezTo>
                <a:lnTo>
                  <a:pt x="3167776" y="3476240"/>
                </a:lnTo>
                <a:cubicBezTo>
                  <a:pt x="3168025" y="3476655"/>
                  <a:pt x="3167776" y="3477569"/>
                  <a:pt x="3167776" y="3477569"/>
                </a:cubicBezTo>
                <a:lnTo>
                  <a:pt x="3158554" y="3493520"/>
                </a:lnTo>
                <a:cubicBezTo>
                  <a:pt x="3158305" y="3493935"/>
                  <a:pt x="3157890" y="3494185"/>
                  <a:pt x="3157391" y="3494185"/>
                </a:cubicBezTo>
                <a:close/>
                <a:moveTo>
                  <a:pt x="972240" y="2913711"/>
                </a:moveTo>
                <a:cubicBezTo>
                  <a:pt x="971741" y="2913711"/>
                  <a:pt x="971078" y="2913047"/>
                  <a:pt x="971078" y="2913047"/>
                </a:cubicBezTo>
                <a:lnTo>
                  <a:pt x="961855" y="2897012"/>
                </a:lnTo>
                <a:cubicBezTo>
                  <a:pt x="961605" y="2896597"/>
                  <a:pt x="961855" y="2895683"/>
                  <a:pt x="961855" y="2895683"/>
                </a:cubicBezTo>
                <a:lnTo>
                  <a:pt x="971078" y="2879649"/>
                </a:lnTo>
                <a:cubicBezTo>
                  <a:pt x="971326" y="2879233"/>
                  <a:pt x="971741" y="2878984"/>
                  <a:pt x="972240" y="2878984"/>
                </a:cubicBezTo>
                <a:lnTo>
                  <a:pt x="990767" y="2878984"/>
                </a:lnTo>
                <a:cubicBezTo>
                  <a:pt x="991266" y="2878984"/>
                  <a:pt x="991930" y="2879649"/>
                  <a:pt x="991930" y="2879649"/>
                </a:cubicBezTo>
                <a:lnTo>
                  <a:pt x="1001152" y="2895683"/>
                </a:lnTo>
                <a:cubicBezTo>
                  <a:pt x="1001402" y="2896098"/>
                  <a:pt x="1001152" y="2897012"/>
                  <a:pt x="1001152" y="2897012"/>
                </a:cubicBezTo>
                <a:lnTo>
                  <a:pt x="991930" y="2913047"/>
                </a:lnTo>
                <a:cubicBezTo>
                  <a:pt x="991681" y="2913462"/>
                  <a:pt x="991266" y="2913711"/>
                  <a:pt x="990767" y="2913711"/>
                </a:cubicBezTo>
                <a:close/>
                <a:moveTo>
                  <a:pt x="1212823" y="2978363"/>
                </a:moveTo>
                <a:cubicBezTo>
                  <a:pt x="1212324" y="2978363"/>
                  <a:pt x="1211660" y="2977699"/>
                  <a:pt x="1211660" y="2977699"/>
                </a:cubicBezTo>
                <a:lnTo>
                  <a:pt x="1202272" y="2961498"/>
                </a:lnTo>
                <a:cubicBezTo>
                  <a:pt x="1202023" y="2961083"/>
                  <a:pt x="1202272" y="2960169"/>
                  <a:pt x="1202272" y="2960169"/>
                </a:cubicBezTo>
                <a:lnTo>
                  <a:pt x="1211660" y="2943969"/>
                </a:lnTo>
                <a:cubicBezTo>
                  <a:pt x="1211909" y="2943553"/>
                  <a:pt x="1212324" y="2943304"/>
                  <a:pt x="1212823" y="2943304"/>
                </a:cubicBezTo>
                <a:lnTo>
                  <a:pt x="1231516" y="2943304"/>
                </a:lnTo>
                <a:cubicBezTo>
                  <a:pt x="1232014" y="2943304"/>
                  <a:pt x="1232679" y="2943969"/>
                  <a:pt x="1232679" y="2943969"/>
                </a:cubicBezTo>
                <a:lnTo>
                  <a:pt x="1242067" y="2960169"/>
                </a:lnTo>
                <a:cubicBezTo>
                  <a:pt x="1242316" y="2960584"/>
                  <a:pt x="1242067" y="2961498"/>
                  <a:pt x="1242067" y="2961498"/>
                </a:cubicBezTo>
                <a:lnTo>
                  <a:pt x="1232679" y="2977699"/>
                </a:lnTo>
                <a:cubicBezTo>
                  <a:pt x="1232429" y="2978114"/>
                  <a:pt x="1232014" y="2978363"/>
                  <a:pt x="1231516" y="2978363"/>
                </a:cubicBezTo>
                <a:close/>
                <a:moveTo>
                  <a:pt x="3259155" y="3526676"/>
                </a:moveTo>
                <a:cubicBezTo>
                  <a:pt x="3258657" y="3526676"/>
                  <a:pt x="3257992" y="3526012"/>
                  <a:pt x="3257992" y="3526012"/>
                </a:cubicBezTo>
                <a:lnTo>
                  <a:pt x="3248604" y="3509811"/>
                </a:lnTo>
                <a:cubicBezTo>
                  <a:pt x="3248355" y="3509396"/>
                  <a:pt x="3248604" y="3508482"/>
                  <a:pt x="3248604" y="3508482"/>
                </a:cubicBezTo>
                <a:lnTo>
                  <a:pt x="3257992" y="3492282"/>
                </a:lnTo>
                <a:cubicBezTo>
                  <a:pt x="3258241" y="3491866"/>
                  <a:pt x="3258657" y="3491617"/>
                  <a:pt x="3259155" y="3491617"/>
                </a:cubicBezTo>
                <a:lnTo>
                  <a:pt x="3277848" y="3491617"/>
                </a:lnTo>
                <a:cubicBezTo>
                  <a:pt x="3278346" y="3491617"/>
                  <a:pt x="3279011" y="3492282"/>
                  <a:pt x="3279011" y="3492282"/>
                </a:cubicBezTo>
                <a:lnTo>
                  <a:pt x="3288399" y="3508482"/>
                </a:lnTo>
                <a:cubicBezTo>
                  <a:pt x="3288648" y="3508897"/>
                  <a:pt x="3288399" y="3509811"/>
                  <a:pt x="3288399" y="3509811"/>
                </a:cubicBezTo>
                <a:lnTo>
                  <a:pt x="3279011" y="3526012"/>
                </a:lnTo>
                <a:cubicBezTo>
                  <a:pt x="3278762" y="3526427"/>
                  <a:pt x="3278346" y="3526676"/>
                  <a:pt x="3277848" y="3526676"/>
                </a:cubicBezTo>
                <a:close/>
                <a:moveTo>
                  <a:pt x="1273007" y="2994584"/>
                </a:moveTo>
                <a:cubicBezTo>
                  <a:pt x="1272508" y="2994584"/>
                  <a:pt x="1271844" y="2993920"/>
                  <a:pt x="1271844" y="2993920"/>
                </a:cubicBezTo>
                <a:lnTo>
                  <a:pt x="1262456" y="2977636"/>
                </a:lnTo>
                <a:cubicBezTo>
                  <a:pt x="1262207" y="2977221"/>
                  <a:pt x="1262456" y="2976307"/>
                  <a:pt x="1262456" y="2976307"/>
                </a:cubicBezTo>
                <a:lnTo>
                  <a:pt x="1271844" y="2960024"/>
                </a:lnTo>
                <a:cubicBezTo>
                  <a:pt x="1272093" y="2959608"/>
                  <a:pt x="1272508" y="2959359"/>
                  <a:pt x="1273007" y="2959359"/>
                </a:cubicBezTo>
                <a:lnTo>
                  <a:pt x="1291783" y="2959359"/>
                </a:lnTo>
                <a:cubicBezTo>
                  <a:pt x="1292281" y="2959359"/>
                  <a:pt x="1292946" y="2960024"/>
                  <a:pt x="1292946" y="2960024"/>
                </a:cubicBezTo>
                <a:lnTo>
                  <a:pt x="1302334" y="2976307"/>
                </a:lnTo>
                <a:cubicBezTo>
                  <a:pt x="1302583" y="2976723"/>
                  <a:pt x="1302334" y="2977636"/>
                  <a:pt x="1302334" y="2977636"/>
                </a:cubicBezTo>
                <a:lnTo>
                  <a:pt x="1292946" y="2993920"/>
                </a:lnTo>
                <a:cubicBezTo>
                  <a:pt x="1292697" y="2994335"/>
                  <a:pt x="1292281" y="2994584"/>
                  <a:pt x="1291783" y="2994584"/>
                </a:cubicBezTo>
                <a:close/>
                <a:moveTo>
                  <a:pt x="3198884" y="3510728"/>
                </a:moveTo>
                <a:cubicBezTo>
                  <a:pt x="3198385" y="3510728"/>
                  <a:pt x="3197721" y="3510063"/>
                  <a:pt x="3197721" y="3510063"/>
                </a:cubicBezTo>
                <a:lnTo>
                  <a:pt x="3188249" y="3493696"/>
                </a:lnTo>
                <a:cubicBezTo>
                  <a:pt x="3188000" y="3493281"/>
                  <a:pt x="3188249" y="3492367"/>
                  <a:pt x="3188249" y="3492367"/>
                </a:cubicBezTo>
                <a:lnTo>
                  <a:pt x="3197720" y="3476001"/>
                </a:lnTo>
                <a:cubicBezTo>
                  <a:pt x="3197970" y="3475585"/>
                  <a:pt x="3198385" y="3475336"/>
                  <a:pt x="3198884" y="3475336"/>
                </a:cubicBezTo>
                <a:lnTo>
                  <a:pt x="3217826" y="3475336"/>
                </a:lnTo>
                <a:cubicBezTo>
                  <a:pt x="3218325" y="3475336"/>
                  <a:pt x="3218989" y="3476001"/>
                  <a:pt x="3218989" y="3476001"/>
                </a:cubicBezTo>
                <a:lnTo>
                  <a:pt x="3228460" y="3492367"/>
                </a:lnTo>
                <a:cubicBezTo>
                  <a:pt x="3228709" y="3492783"/>
                  <a:pt x="3228460" y="3493696"/>
                  <a:pt x="3228460" y="3493696"/>
                </a:cubicBezTo>
                <a:lnTo>
                  <a:pt x="3218988" y="3510063"/>
                </a:lnTo>
                <a:cubicBezTo>
                  <a:pt x="3218740" y="3510479"/>
                  <a:pt x="3218324" y="3510728"/>
                  <a:pt x="3217825" y="3510728"/>
                </a:cubicBezTo>
                <a:close/>
                <a:moveTo>
                  <a:pt x="3559896" y="3607734"/>
                </a:moveTo>
                <a:cubicBezTo>
                  <a:pt x="3559398" y="3607734"/>
                  <a:pt x="3558733" y="3607069"/>
                  <a:pt x="3558733" y="3607069"/>
                </a:cubicBezTo>
                <a:lnTo>
                  <a:pt x="3549179" y="3590537"/>
                </a:lnTo>
                <a:cubicBezTo>
                  <a:pt x="3548930" y="3590121"/>
                  <a:pt x="3549179" y="3589207"/>
                  <a:pt x="3549179" y="3589207"/>
                </a:cubicBezTo>
                <a:lnTo>
                  <a:pt x="3558733" y="3572675"/>
                </a:lnTo>
                <a:cubicBezTo>
                  <a:pt x="3558982" y="3572259"/>
                  <a:pt x="3559398" y="3572010"/>
                  <a:pt x="3559896" y="3572010"/>
                </a:cubicBezTo>
                <a:lnTo>
                  <a:pt x="3579004" y="3572010"/>
                </a:lnTo>
                <a:cubicBezTo>
                  <a:pt x="3579503" y="3572010"/>
                  <a:pt x="3580167" y="3572675"/>
                  <a:pt x="3580167" y="3572675"/>
                </a:cubicBezTo>
                <a:lnTo>
                  <a:pt x="3589721" y="3589207"/>
                </a:lnTo>
                <a:cubicBezTo>
                  <a:pt x="3589971" y="3589623"/>
                  <a:pt x="3589721" y="3590537"/>
                  <a:pt x="3589721" y="3590537"/>
                </a:cubicBezTo>
                <a:lnTo>
                  <a:pt x="3580167" y="3607069"/>
                </a:lnTo>
                <a:cubicBezTo>
                  <a:pt x="3579918" y="3607485"/>
                  <a:pt x="3579503" y="3607734"/>
                  <a:pt x="3579004" y="3607734"/>
                </a:cubicBezTo>
                <a:close/>
                <a:moveTo>
                  <a:pt x="3319070" y="3543299"/>
                </a:moveTo>
                <a:cubicBezTo>
                  <a:pt x="3318572" y="3543299"/>
                  <a:pt x="3318156" y="3543050"/>
                  <a:pt x="3317907" y="3542635"/>
                </a:cubicBezTo>
                <a:lnTo>
                  <a:pt x="3308270" y="3526019"/>
                </a:lnTo>
                <a:cubicBezTo>
                  <a:pt x="3308021" y="3525603"/>
                  <a:pt x="3308021" y="3525105"/>
                  <a:pt x="3308270" y="3524690"/>
                </a:cubicBezTo>
                <a:lnTo>
                  <a:pt x="3317907" y="3508074"/>
                </a:lnTo>
                <a:cubicBezTo>
                  <a:pt x="3318156" y="3507658"/>
                  <a:pt x="3318572" y="3507409"/>
                  <a:pt x="3319070" y="3507409"/>
                </a:cubicBezTo>
                <a:lnTo>
                  <a:pt x="3338262" y="3507409"/>
                </a:lnTo>
                <a:cubicBezTo>
                  <a:pt x="3338760" y="3507409"/>
                  <a:pt x="3339175" y="3507658"/>
                  <a:pt x="3339425" y="3508074"/>
                </a:cubicBezTo>
                <a:lnTo>
                  <a:pt x="3349062" y="3524690"/>
                </a:lnTo>
                <a:cubicBezTo>
                  <a:pt x="3349311" y="3525105"/>
                  <a:pt x="3349311" y="3525603"/>
                  <a:pt x="3349062" y="3526019"/>
                </a:cubicBezTo>
                <a:lnTo>
                  <a:pt x="3339425" y="3542635"/>
                </a:lnTo>
                <a:cubicBezTo>
                  <a:pt x="3339175" y="3543050"/>
                  <a:pt x="3338760" y="3543299"/>
                  <a:pt x="3338262" y="3543299"/>
                </a:cubicBezTo>
                <a:close/>
                <a:moveTo>
                  <a:pt x="3379253" y="3559530"/>
                </a:moveTo>
                <a:cubicBezTo>
                  <a:pt x="3378755" y="3559530"/>
                  <a:pt x="3378339" y="3559281"/>
                  <a:pt x="3378090" y="3558866"/>
                </a:cubicBezTo>
                <a:lnTo>
                  <a:pt x="3368453" y="3542167"/>
                </a:lnTo>
                <a:cubicBezTo>
                  <a:pt x="3368204" y="3541751"/>
                  <a:pt x="3368204" y="3541253"/>
                  <a:pt x="3368453" y="3540838"/>
                </a:cubicBezTo>
                <a:lnTo>
                  <a:pt x="3378090" y="3524139"/>
                </a:lnTo>
                <a:cubicBezTo>
                  <a:pt x="3378339" y="3523723"/>
                  <a:pt x="3378755" y="3523474"/>
                  <a:pt x="3379253" y="3523474"/>
                </a:cubicBezTo>
                <a:lnTo>
                  <a:pt x="3398611" y="3523474"/>
                </a:lnTo>
                <a:cubicBezTo>
                  <a:pt x="3399109" y="3523474"/>
                  <a:pt x="3399524" y="3523723"/>
                  <a:pt x="3399774" y="3524139"/>
                </a:cubicBezTo>
                <a:lnTo>
                  <a:pt x="3409411" y="3540838"/>
                </a:lnTo>
                <a:cubicBezTo>
                  <a:pt x="3409660" y="3541253"/>
                  <a:pt x="3409660" y="3541751"/>
                  <a:pt x="3409411" y="3542167"/>
                </a:cubicBezTo>
                <a:lnTo>
                  <a:pt x="3399774" y="3558866"/>
                </a:lnTo>
                <a:cubicBezTo>
                  <a:pt x="3399524" y="3559281"/>
                  <a:pt x="3399109" y="3559530"/>
                  <a:pt x="3398611" y="3559530"/>
                </a:cubicBezTo>
                <a:close/>
                <a:moveTo>
                  <a:pt x="3439439" y="3575657"/>
                </a:moveTo>
                <a:cubicBezTo>
                  <a:pt x="3438941" y="3575657"/>
                  <a:pt x="3438525" y="3575408"/>
                  <a:pt x="3438276" y="3574993"/>
                </a:cubicBezTo>
                <a:lnTo>
                  <a:pt x="3428639" y="3558294"/>
                </a:lnTo>
                <a:cubicBezTo>
                  <a:pt x="3428390" y="3557878"/>
                  <a:pt x="3428390" y="3557380"/>
                  <a:pt x="3428639" y="3556965"/>
                </a:cubicBezTo>
                <a:lnTo>
                  <a:pt x="3438276" y="3540266"/>
                </a:lnTo>
                <a:cubicBezTo>
                  <a:pt x="3438525" y="3539850"/>
                  <a:pt x="3438941" y="3539601"/>
                  <a:pt x="3439439" y="3539601"/>
                </a:cubicBezTo>
                <a:lnTo>
                  <a:pt x="3458797" y="3539601"/>
                </a:lnTo>
                <a:cubicBezTo>
                  <a:pt x="3459295" y="3539601"/>
                  <a:pt x="3459710" y="3539850"/>
                  <a:pt x="3459960" y="3540266"/>
                </a:cubicBezTo>
                <a:lnTo>
                  <a:pt x="3469597" y="3556965"/>
                </a:lnTo>
                <a:cubicBezTo>
                  <a:pt x="3469846" y="3557380"/>
                  <a:pt x="3469846" y="3557878"/>
                  <a:pt x="3469597" y="3558294"/>
                </a:cubicBezTo>
                <a:lnTo>
                  <a:pt x="3459960" y="3574993"/>
                </a:lnTo>
                <a:cubicBezTo>
                  <a:pt x="3459710" y="3575408"/>
                  <a:pt x="3459295" y="3575657"/>
                  <a:pt x="3458797" y="3575657"/>
                </a:cubicBezTo>
                <a:close/>
                <a:moveTo>
                  <a:pt x="1693906" y="3108139"/>
                </a:moveTo>
                <a:cubicBezTo>
                  <a:pt x="1693408" y="3108139"/>
                  <a:pt x="1692993" y="3107890"/>
                  <a:pt x="1692743" y="3107474"/>
                </a:cubicBezTo>
                <a:lnTo>
                  <a:pt x="1683023" y="3090526"/>
                </a:lnTo>
                <a:cubicBezTo>
                  <a:pt x="1682774" y="3090111"/>
                  <a:pt x="1682774" y="3089529"/>
                  <a:pt x="1683023" y="3089114"/>
                </a:cubicBezTo>
                <a:lnTo>
                  <a:pt x="1692826" y="3072166"/>
                </a:lnTo>
                <a:cubicBezTo>
                  <a:pt x="1693075" y="3071750"/>
                  <a:pt x="1693491" y="3071501"/>
                  <a:pt x="1693990" y="3071501"/>
                </a:cubicBezTo>
                <a:lnTo>
                  <a:pt x="1713513" y="3071501"/>
                </a:lnTo>
                <a:cubicBezTo>
                  <a:pt x="1714011" y="3071501"/>
                  <a:pt x="1714427" y="3071750"/>
                  <a:pt x="1714676" y="3072166"/>
                </a:cubicBezTo>
                <a:lnTo>
                  <a:pt x="1724396" y="3089114"/>
                </a:lnTo>
                <a:cubicBezTo>
                  <a:pt x="1724646" y="3089529"/>
                  <a:pt x="1724646" y="3090111"/>
                  <a:pt x="1724396" y="3090526"/>
                </a:cubicBezTo>
                <a:lnTo>
                  <a:pt x="1714593" y="3107474"/>
                </a:lnTo>
                <a:cubicBezTo>
                  <a:pt x="1714344" y="3107890"/>
                  <a:pt x="1713928" y="3108139"/>
                  <a:pt x="1713430" y="3108139"/>
                </a:cubicBezTo>
                <a:close/>
                <a:moveTo>
                  <a:pt x="3619865" y="3624198"/>
                </a:moveTo>
                <a:cubicBezTo>
                  <a:pt x="3619367" y="3624198"/>
                  <a:pt x="3618951" y="3623949"/>
                  <a:pt x="3618702" y="3623533"/>
                </a:cubicBezTo>
                <a:lnTo>
                  <a:pt x="3608982" y="3606585"/>
                </a:lnTo>
                <a:cubicBezTo>
                  <a:pt x="3608734" y="3606170"/>
                  <a:pt x="3608733" y="3605588"/>
                  <a:pt x="3608983" y="3605173"/>
                </a:cubicBezTo>
                <a:lnTo>
                  <a:pt x="3618786" y="3588225"/>
                </a:lnTo>
                <a:cubicBezTo>
                  <a:pt x="3619034" y="3587809"/>
                  <a:pt x="3619450" y="3587560"/>
                  <a:pt x="3619948" y="3587560"/>
                </a:cubicBezTo>
                <a:lnTo>
                  <a:pt x="3639473" y="3587560"/>
                </a:lnTo>
                <a:cubicBezTo>
                  <a:pt x="3639971" y="3587560"/>
                  <a:pt x="3640386" y="3587809"/>
                  <a:pt x="3640636" y="3588225"/>
                </a:cubicBezTo>
                <a:lnTo>
                  <a:pt x="3650355" y="3605173"/>
                </a:lnTo>
                <a:cubicBezTo>
                  <a:pt x="3650604" y="3605588"/>
                  <a:pt x="3650604" y="3606170"/>
                  <a:pt x="3650355" y="3606585"/>
                </a:cubicBezTo>
                <a:lnTo>
                  <a:pt x="3640552" y="3623533"/>
                </a:lnTo>
                <a:cubicBezTo>
                  <a:pt x="3640303" y="3623949"/>
                  <a:pt x="3639887" y="3624198"/>
                  <a:pt x="3639389" y="3624198"/>
                </a:cubicBezTo>
                <a:close/>
                <a:moveTo>
                  <a:pt x="1332790" y="3011460"/>
                </a:moveTo>
                <a:cubicBezTo>
                  <a:pt x="1332374" y="3011460"/>
                  <a:pt x="1331876" y="3011211"/>
                  <a:pt x="1331626" y="3010795"/>
                </a:cubicBezTo>
                <a:lnTo>
                  <a:pt x="1321823" y="2993764"/>
                </a:lnTo>
                <a:cubicBezTo>
                  <a:pt x="1321574" y="2993349"/>
                  <a:pt x="1321574" y="2992767"/>
                  <a:pt x="1321823" y="2992352"/>
                </a:cubicBezTo>
                <a:lnTo>
                  <a:pt x="1331626" y="2975321"/>
                </a:lnTo>
                <a:cubicBezTo>
                  <a:pt x="1331876" y="2974905"/>
                  <a:pt x="1332291" y="2974656"/>
                  <a:pt x="1332790" y="2974656"/>
                </a:cubicBezTo>
                <a:lnTo>
                  <a:pt x="1352396" y="2974656"/>
                </a:lnTo>
                <a:cubicBezTo>
                  <a:pt x="1352811" y="2974656"/>
                  <a:pt x="1353310" y="2974905"/>
                  <a:pt x="1353559" y="2975321"/>
                </a:cubicBezTo>
                <a:lnTo>
                  <a:pt x="1363363" y="2992352"/>
                </a:lnTo>
                <a:cubicBezTo>
                  <a:pt x="1363612" y="2992767"/>
                  <a:pt x="1363612" y="2993349"/>
                  <a:pt x="1363363" y="2993764"/>
                </a:cubicBezTo>
                <a:lnTo>
                  <a:pt x="1353559" y="3010795"/>
                </a:lnTo>
                <a:cubicBezTo>
                  <a:pt x="1353310" y="3011211"/>
                  <a:pt x="1352895" y="3011460"/>
                  <a:pt x="1352396" y="3011460"/>
                </a:cubicBezTo>
                <a:close/>
                <a:moveTo>
                  <a:pt x="1392976" y="3027586"/>
                </a:moveTo>
                <a:cubicBezTo>
                  <a:pt x="1392560" y="3027587"/>
                  <a:pt x="1392062" y="3027337"/>
                  <a:pt x="1391812" y="3026922"/>
                </a:cubicBezTo>
                <a:lnTo>
                  <a:pt x="1382009" y="3009890"/>
                </a:lnTo>
                <a:cubicBezTo>
                  <a:pt x="1381760" y="3009475"/>
                  <a:pt x="1381760" y="3008894"/>
                  <a:pt x="1382009" y="3008478"/>
                </a:cubicBezTo>
                <a:lnTo>
                  <a:pt x="1391812" y="2991447"/>
                </a:lnTo>
                <a:cubicBezTo>
                  <a:pt x="1392062" y="2991032"/>
                  <a:pt x="1392476" y="2990782"/>
                  <a:pt x="1392975" y="2990782"/>
                </a:cubicBezTo>
                <a:lnTo>
                  <a:pt x="1412581" y="2990782"/>
                </a:lnTo>
                <a:cubicBezTo>
                  <a:pt x="1412997" y="2990782"/>
                  <a:pt x="1413496" y="2991032"/>
                  <a:pt x="1413745" y="2991447"/>
                </a:cubicBezTo>
                <a:lnTo>
                  <a:pt x="1423549" y="3008478"/>
                </a:lnTo>
                <a:cubicBezTo>
                  <a:pt x="1423798" y="3008894"/>
                  <a:pt x="1423798" y="3009475"/>
                  <a:pt x="1423549" y="3009891"/>
                </a:cubicBezTo>
                <a:lnTo>
                  <a:pt x="1413745" y="3026921"/>
                </a:lnTo>
                <a:cubicBezTo>
                  <a:pt x="1413496" y="3027337"/>
                  <a:pt x="1413080" y="3027586"/>
                  <a:pt x="1412581" y="3027587"/>
                </a:cubicBezTo>
                <a:close/>
                <a:moveTo>
                  <a:pt x="1633721" y="3092094"/>
                </a:moveTo>
                <a:cubicBezTo>
                  <a:pt x="1633305" y="3092094"/>
                  <a:pt x="1632807" y="3091845"/>
                  <a:pt x="1632557" y="3091429"/>
                </a:cubicBezTo>
                <a:lnTo>
                  <a:pt x="1622754" y="3074398"/>
                </a:lnTo>
                <a:cubicBezTo>
                  <a:pt x="1622505" y="3073983"/>
                  <a:pt x="1622505" y="3073401"/>
                  <a:pt x="1622754" y="3072986"/>
                </a:cubicBezTo>
                <a:lnTo>
                  <a:pt x="1632557" y="3055955"/>
                </a:lnTo>
                <a:cubicBezTo>
                  <a:pt x="1632807" y="3055539"/>
                  <a:pt x="1633222" y="3055290"/>
                  <a:pt x="1633721" y="3055290"/>
                </a:cubicBezTo>
                <a:lnTo>
                  <a:pt x="1653327" y="3055290"/>
                </a:lnTo>
                <a:cubicBezTo>
                  <a:pt x="1653742" y="3055290"/>
                  <a:pt x="1654241" y="3055539"/>
                  <a:pt x="1654490" y="3055955"/>
                </a:cubicBezTo>
                <a:lnTo>
                  <a:pt x="1664294" y="3072986"/>
                </a:lnTo>
                <a:cubicBezTo>
                  <a:pt x="1664543" y="3073401"/>
                  <a:pt x="1664543" y="3073983"/>
                  <a:pt x="1664294" y="3074398"/>
                </a:cubicBezTo>
                <a:lnTo>
                  <a:pt x="1654490" y="3091429"/>
                </a:lnTo>
                <a:cubicBezTo>
                  <a:pt x="1654241" y="3091845"/>
                  <a:pt x="1653826" y="3092094"/>
                  <a:pt x="1653327" y="3092094"/>
                </a:cubicBezTo>
                <a:close/>
                <a:moveTo>
                  <a:pt x="3499493" y="3592026"/>
                </a:moveTo>
                <a:cubicBezTo>
                  <a:pt x="3499078" y="3592026"/>
                  <a:pt x="3498579" y="3591777"/>
                  <a:pt x="3498330" y="3591361"/>
                </a:cubicBezTo>
                <a:lnTo>
                  <a:pt x="3488527" y="3574330"/>
                </a:lnTo>
                <a:cubicBezTo>
                  <a:pt x="3488278" y="3573915"/>
                  <a:pt x="3488278" y="3573333"/>
                  <a:pt x="3488527" y="3572918"/>
                </a:cubicBezTo>
                <a:lnTo>
                  <a:pt x="3498330" y="3555887"/>
                </a:lnTo>
                <a:cubicBezTo>
                  <a:pt x="3498579" y="3555471"/>
                  <a:pt x="3498995" y="3555222"/>
                  <a:pt x="3499493" y="3555222"/>
                </a:cubicBezTo>
                <a:lnTo>
                  <a:pt x="3519100" y="3555222"/>
                </a:lnTo>
                <a:cubicBezTo>
                  <a:pt x="3519516" y="3555222"/>
                  <a:pt x="3520014" y="3555471"/>
                  <a:pt x="3520263" y="3555887"/>
                </a:cubicBezTo>
                <a:lnTo>
                  <a:pt x="3530067" y="3572918"/>
                </a:lnTo>
                <a:cubicBezTo>
                  <a:pt x="3530316" y="3573333"/>
                  <a:pt x="3530316" y="3573915"/>
                  <a:pt x="3530067" y="3574330"/>
                </a:cubicBezTo>
                <a:lnTo>
                  <a:pt x="3520263" y="3591361"/>
                </a:lnTo>
                <a:cubicBezTo>
                  <a:pt x="3520014" y="3591777"/>
                  <a:pt x="3519598" y="3592026"/>
                  <a:pt x="3519099" y="3592026"/>
                </a:cubicBezTo>
                <a:close/>
                <a:moveTo>
                  <a:pt x="3680052" y="3640407"/>
                </a:moveTo>
                <a:cubicBezTo>
                  <a:pt x="3679636" y="3640407"/>
                  <a:pt x="3679137" y="3640158"/>
                  <a:pt x="3678888" y="3639742"/>
                </a:cubicBezTo>
                <a:lnTo>
                  <a:pt x="3669085" y="3622711"/>
                </a:lnTo>
                <a:cubicBezTo>
                  <a:pt x="3668836" y="3622296"/>
                  <a:pt x="3668836" y="3621714"/>
                  <a:pt x="3669085" y="3621299"/>
                </a:cubicBezTo>
                <a:lnTo>
                  <a:pt x="3678888" y="3604268"/>
                </a:lnTo>
                <a:cubicBezTo>
                  <a:pt x="3679137" y="3603852"/>
                  <a:pt x="3679553" y="3603603"/>
                  <a:pt x="3680052" y="3603603"/>
                </a:cubicBezTo>
                <a:lnTo>
                  <a:pt x="3699658" y="3603603"/>
                </a:lnTo>
                <a:cubicBezTo>
                  <a:pt x="3700074" y="3603603"/>
                  <a:pt x="3700572" y="3603852"/>
                  <a:pt x="3700821" y="3604268"/>
                </a:cubicBezTo>
                <a:lnTo>
                  <a:pt x="3710625" y="3621299"/>
                </a:lnTo>
                <a:cubicBezTo>
                  <a:pt x="3710874" y="3621714"/>
                  <a:pt x="3710874" y="3622296"/>
                  <a:pt x="3710625" y="3622711"/>
                </a:cubicBezTo>
                <a:lnTo>
                  <a:pt x="3700821" y="3639742"/>
                </a:lnTo>
                <a:cubicBezTo>
                  <a:pt x="3700572" y="3640158"/>
                  <a:pt x="3700157" y="3640407"/>
                  <a:pt x="3699658" y="3640407"/>
                </a:cubicBezTo>
                <a:close/>
                <a:moveTo>
                  <a:pt x="4883776" y="3962944"/>
                </a:moveTo>
                <a:cubicBezTo>
                  <a:pt x="4883362" y="3962944"/>
                  <a:pt x="4882864" y="3962695"/>
                  <a:pt x="4882613" y="3962279"/>
                </a:cubicBezTo>
                <a:lnTo>
                  <a:pt x="4872811" y="3945248"/>
                </a:lnTo>
                <a:cubicBezTo>
                  <a:pt x="4872562" y="3944833"/>
                  <a:pt x="4872561" y="3944251"/>
                  <a:pt x="4872810" y="3943836"/>
                </a:cubicBezTo>
                <a:lnTo>
                  <a:pt x="4882613" y="3926805"/>
                </a:lnTo>
                <a:cubicBezTo>
                  <a:pt x="4882863" y="3926389"/>
                  <a:pt x="4883279" y="3926140"/>
                  <a:pt x="4883777" y="3926140"/>
                </a:cubicBezTo>
                <a:lnTo>
                  <a:pt x="4903384" y="3926140"/>
                </a:lnTo>
                <a:cubicBezTo>
                  <a:pt x="4903798" y="3926140"/>
                  <a:pt x="4904298" y="3926389"/>
                  <a:pt x="4904547" y="3926805"/>
                </a:cubicBezTo>
                <a:lnTo>
                  <a:pt x="4914350" y="3943836"/>
                </a:lnTo>
                <a:cubicBezTo>
                  <a:pt x="4914600" y="3944251"/>
                  <a:pt x="4914599" y="3944833"/>
                  <a:pt x="4914350" y="3945248"/>
                </a:cubicBezTo>
                <a:lnTo>
                  <a:pt x="4904547" y="3962279"/>
                </a:lnTo>
                <a:cubicBezTo>
                  <a:pt x="4904298" y="3962695"/>
                  <a:pt x="4903883" y="3962944"/>
                  <a:pt x="4903383" y="3962944"/>
                </a:cubicBezTo>
                <a:close/>
                <a:moveTo>
                  <a:pt x="1753989" y="3124501"/>
                </a:moveTo>
                <a:cubicBezTo>
                  <a:pt x="1753490" y="3124501"/>
                  <a:pt x="1752992" y="3124252"/>
                  <a:pt x="1752743" y="3123837"/>
                </a:cubicBezTo>
                <a:lnTo>
                  <a:pt x="1742856" y="3106722"/>
                </a:lnTo>
                <a:cubicBezTo>
                  <a:pt x="1742607" y="3106307"/>
                  <a:pt x="1742608" y="3105725"/>
                  <a:pt x="1742856" y="3105310"/>
                </a:cubicBezTo>
                <a:lnTo>
                  <a:pt x="1752743" y="3088196"/>
                </a:lnTo>
                <a:cubicBezTo>
                  <a:pt x="1753075" y="3087780"/>
                  <a:pt x="1753490" y="3087531"/>
                  <a:pt x="1753989" y="3087531"/>
                </a:cubicBezTo>
                <a:lnTo>
                  <a:pt x="1773679" y="3087531"/>
                </a:lnTo>
                <a:cubicBezTo>
                  <a:pt x="1774178" y="3087531"/>
                  <a:pt x="1774675" y="3087780"/>
                  <a:pt x="1774926" y="3088196"/>
                </a:cubicBezTo>
                <a:lnTo>
                  <a:pt x="1784812" y="3105310"/>
                </a:lnTo>
                <a:cubicBezTo>
                  <a:pt x="1785061" y="3105725"/>
                  <a:pt x="1785060" y="3106307"/>
                  <a:pt x="1784812" y="3106722"/>
                </a:cubicBezTo>
                <a:lnTo>
                  <a:pt x="1774926" y="3123837"/>
                </a:lnTo>
                <a:cubicBezTo>
                  <a:pt x="1774592" y="3124252"/>
                  <a:pt x="1774178" y="3124501"/>
                  <a:pt x="1773679" y="3124501"/>
                </a:cubicBezTo>
                <a:close/>
                <a:moveTo>
                  <a:pt x="2656783" y="3366404"/>
                </a:moveTo>
                <a:cubicBezTo>
                  <a:pt x="2656368" y="3366404"/>
                  <a:pt x="2655869" y="3366155"/>
                  <a:pt x="2655619" y="3365740"/>
                </a:cubicBezTo>
                <a:lnTo>
                  <a:pt x="2645733" y="3348625"/>
                </a:lnTo>
                <a:cubicBezTo>
                  <a:pt x="2645484" y="3348210"/>
                  <a:pt x="2645484" y="3347628"/>
                  <a:pt x="2645733" y="3347213"/>
                </a:cubicBezTo>
                <a:lnTo>
                  <a:pt x="2655619" y="3330099"/>
                </a:lnTo>
                <a:cubicBezTo>
                  <a:pt x="2655869" y="3329683"/>
                  <a:pt x="2656284" y="3329434"/>
                  <a:pt x="2656783" y="3329434"/>
                </a:cubicBezTo>
                <a:lnTo>
                  <a:pt x="2676473" y="3329434"/>
                </a:lnTo>
                <a:cubicBezTo>
                  <a:pt x="2676888" y="3329434"/>
                  <a:pt x="2677386" y="3329683"/>
                  <a:pt x="2677636" y="3330099"/>
                </a:cubicBezTo>
                <a:lnTo>
                  <a:pt x="2687523" y="3347213"/>
                </a:lnTo>
                <a:cubicBezTo>
                  <a:pt x="2687771" y="3347628"/>
                  <a:pt x="2687772" y="3348210"/>
                  <a:pt x="2687522" y="3348625"/>
                </a:cubicBezTo>
                <a:lnTo>
                  <a:pt x="2677636" y="3365740"/>
                </a:lnTo>
                <a:cubicBezTo>
                  <a:pt x="2677386" y="3366155"/>
                  <a:pt x="2676972" y="3366404"/>
                  <a:pt x="2676473" y="3366404"/>
                </a:cubicBezTo>
                <a:close/>
                <a:moveTo>
                  <a:pt x="1573426" y="3076225"/>
                </a:moveTo>
                <a:cubicBezTo>
                  <a:pt x="1572928" y="3076225"/>
                  <a:pt x="1572430" y="3075976"/>
                  <a:pt x="1572181" y="3075561"/>
                </a:cubicBezTo>
                <a:lnTo>
                  <a:pt x="1562294" y="3058363"/>
                </a:lnTo>
                <a:cubicBezTo>
                  <a:pt x="1562045" y="3057948"/>
                  <a:pt x="1562045" y="3057366"/>
                  <a:pt x="1562294" y="3056951"/>
                </a:cubicBezTo>
                <a:lnTo>
                  <a:pt x="1572181" y="3039754"/>
                </a:lnTo>
                <a:cubicBezTo>
                  <a:pt x="1572430" y="3039338"/>
                  <a:pt x="1572928" y="3039089"/>
                  <a:pt x="1573426" y="3039089"/>
                </a:cubicBezTo>
                <a:lnTo>
                  <a:pt x="1593282" y="3039089"/>
                </a:lnTo>
                <a:cubicBezTo>
                  <a:pt x="1593781" y="3039089"/>
                  <a:pt x="1594279" y="3039338"/>
                  <a:pt x="1594529" y="3039754"/>
                </a:cubicBezTo>
                <a:lnTo>
                  <a:pt x="1604415" y="3056951"/>
                </a:lnTo>
                <a:cubicBezTo>
                  <a:pt x="1604664" y="3057366"/>
                  <a:pt x="1604664" y="3057948"/>
                  <a:pt x="1604415" y="3058363"/>
                </a:cubicBezTo>
                <a:lnTo>
                  <a:pt x="1594529" y="3075561"/>
                </a:lnTo>
                <a:cubicBezTo>
                  <a:pt x="1594279" y="3075976"/>
                  <a:pt x="1593781" y="3076225"/>
                  <a:pt x="1593282" y="3076225"/>
                </a:cubicBezTo>
                <a:close/>
                <a:moveTo>
                  <a:pt x="1452974" y="3044044"/>
                </a:moveTo>
                <a:cubicBezTo>
                  <a:pt x="1452475" y="3044043"/>
                  <a:pt x="1451977" y="3043795"/>
                  <a:pt x="1451728" y="3043379"/>
                </a:cubicBezTo>
                <a:lnTo>
                  <a:pt x="1441758" y="3026098"/>
                </a:lnTo>
                <a:cubicBezTo>
                  <a:pt x="1441509" y="3025683"/>
                  <a:pt x="1441509" y="3025102"/>
                  <a:pt x="1441758" y="3024687"/>
                </a:cubicBezTo>
                <a:lnTo>
                  <a:pt x="1451728" y="3007406"/>
                </a:lnTo>
                <a:cubicBezTo>
                  <a:pt x="1451977" y="3006991"/>
                  <a:pt x="1452475" y="3006741"/>
                  <a:pt x="1452974" y="3006742"/>
                </a:cubicBezTo>
                <a:lnTo>
                  <a:pt x="1472913" y="3006741"/>
                </a:lnTo>
                <a:cubicBezTo>
                  <a:pt x="1473411" y="3006742"/>
                  <a:pt x="1473910" y="3006990"/>
                  <a:pt x="1474159" y="3007406"/>
                </a:cubicBezTo>
                <a:lnTo>
                  <a:pt x="1484128" y="3024687"/>
                </a:lnTo>
                <a:cubicBezTo>
                  <a:pt x="1484378" y="3025102"/>
                  <a:pt x="1484378" y="3025683"/>
                  <a:pt x="1484128" y="3026098"/>
                </a:cubicBezTo>
                <a:lnTo>
                  <a:pt x="1474159" y="3043379"/>
                </a:lnTo>
                <a:cubicBezTo>
                  <a:pt x="1473910" y="3043794"/>
                  <a:pt x="1473411" y="3044044"/>
                  <a:pt x="1472913" y="3044043"/>
                </a:cubicBezTo>
                <a:close/>
                <a:moveTo>
                  <a:pt x="1513160" y="3060170"/>
                </a:moveTo>
                <a:cubicBezTo>
                  <a:pt x="1512661" y="3060170"/>
                  <a:pt x="1512163" y="3059921"/>
                  <a:pt x="1511914" y="3059506"/>
                </a:cubicBezTo>
                <a:lnTo>
                  <a:pt x="1501944" y="3042225"/>
                </a:lnTo>
                <a:cubicBezTo>
                  <a:pt x="1501695" y="3041810"/>
                  <a:pt x="1501695" y="3041228"/>
                  <a:pt x="1501943" y="3040813"/>
                </a:cubicBezTo>
                <a:lnTo>
                  <a:pt x="1511914" y="3023533"/>
                </a:lnTo>
                <a:cubicBezTo>
                  <a:pt x="1512163" y="3023117"/>
                  <a:pt x="1512661" y="3022868"/>
                  <a:pt x="1513160" y="3022868"/>
                </a:cubicBezTo>
                <a:lnTo>
                  <a:pt x="1533099" y="3022868"/>
                </a:lnTo>
                <a:cubicBezTo>
                  <a:pt x="1533597" y="3022868"/>
                  <a:pt x="1534096" y="3023117"/>
                  <a:pt x="1534344" y="3023533"/>
                </a:cubicBezTo>
                <a:lnTo>
                  <a:pt x="1544314" y="3040813"/>
                </a:lnTo>
                <a:cubicBezTo>
                  <a:pt x="1544564" y="3041228"/>
                  <a:pt x="1544564" y="3041810"/>
                  <a:pt x="1544314" y="3042225"/>
                </a:cubicBezTo>
                <a:lnTo>
                  <a:pt x="1534344" y="3059506"/>
                </a:lnTo>
                <a:cubicBezTo>
                  <a:pt x="1534096" y="3059921"/>
                  <a:pt x="1533597" y="3060170"/>
                  <a:pt x="1533099" y="3060170"/>
                </a:cubicBezTo>
                <a:close/>
                <a:moveTo>
                  <a:pt x="3800235" y="3672991"/>
                </a:moveTo>
                <a:cubicBezTo>
                  <a:pt x="3799737" y="3672991"/>
                  <a:pt x="3799238" y="3672742"/>
                  <a:pt x="3798989" y="3672327"/>
                </a:cubicBezTo>
                <a:lnTo>
                  <a:pt x="3789020" y="3655046"/>
                </a:lnTo>
                <a:cubicBezTo>
                  <a:pt x="3788771" y="3654630"/>
                  <a:pt x="3788771" y="3654049"/>
                  <a:pt x="3789020" y="3653634"/>
                </a:cubicBezTo>
                <a:lnTo>
                  <a:pt x="3798989" y="3636354"/>
                </a:lnTo>
                <a:cubicBezTo>
                  <a:pt x="3799238" y="3635938"/>
                  <a:pt x="3799737" y="3635689"/>
                  <a:pt x="3800235" y="3635689"/>
                </a:cubicBezTo>
                <a:lnTo>
                  <a:pt x="3820175" y="3635688"/>
                </a:lnTo>
                <a:cubicBezTo>
                  <a:pt x="3820673" y="3635689"/>
                  <a:pt x="3821172" y="3635938"/>
                  <a:pt x="3821421" y="3636354"/>
                </a:cubicBezTo>
                <a:lnTo>
                  <a:pt x="3831390" y="3653634"/>
                </a:lnTo>
                <a:cubicBezTo>
                  <a:pt x="3831639" y="3654049"/>
                  <a:pt x="3831639" y="3654631"/>
                  <a:pt x="3831390" y="3655046"/>
                </a:cubicBezTo>
                <a:lnTo>
                  <a:pt x="3821421" y="3672327"/>
                </a:lnTo>
                <a:cubicBezTo>
                  <a:pt x="3821172" y="3672742"/>
                  <a:pt x="3820673" y="3672991"/>
                  <a:pt x="3820175" y="3672991"/>
                </a:cubicBezTo>
                <a:close/>
                <a:moveTo>
                  <a:pt x="3920608" y="3705244"/>
                </a:moveTo>
                <a:cubicBezTo>
                  <a:pt x="3920110" y="3705244"/>
                  <a:pt x="3919611" y="3704995"/>
                  <a:pt x="3919362" y="3704580"/>
                </a:cubicBezTo>
                <a:lnTo>
                  <a:pt x="3909393" y="3687299"/>
                </a:lnTo>
                <a:cubicBezTo>
                  <a:pt x="3909144" y="3686884"/>
                  <a:pt x="3909144" y="3686302"/>
                  <a:pt x="3909393" y="3685887"/>
                </a:cubicBezTo>
                <a:lnTo>
                  <a:pt x="3919362" y="3668607"/>
                </a:lnTo>
                <a:cubicBezTo>
                  <a:pt x="3919611" y="3668191"/>
                  <a:pt x="3920110" y="3667942"/>
                  <a:pt x="3920608" y="3667942"/>
                </a:cubicBezTo>
                <a:lnTo>
                  <a:pt x="3940548" y="3667942"/>
                </a:lnTo>
                <a:cubicBezTo>
                  <a:pt x="3941046" y="3667942"/>
                  <a:pt x="3941545" y="3668191"/>
                  <a:pt x="3941794" y="3668607"/>
                </a:cubicBezTo>
                <a:lnTo>
                  <a:pt x="3951763" y="3685887"/>
                </a:lnTo>
                <a:cubicBezTo>
                  <a:pt x="3952012" y="3686303"/>
                  <a:pt x="3952012" y="3686884"/>
                  <a:pt x="3951763" y="3687299"/>
                </a:cubicBezTo>
                <a:lnTo>
                  <a:pt x="3941794" y="3704580"/>
                </a:lnTo>
                <a:cubicBezTo>
                  <a:pt x="3941545" y="3704995"/>
                  <a:pt x="3941046" y="3705244"/>
                  <a:pt x="3940548" y="3705244"/>
                </a:cubicBezTo>
                <a:close/>
                <a:moveTo>
                  <a:pt x="3980794" y="3721371"/>
                </a:moveTo>
                <a:cubicBezTo>
                  <a:pt x="3980296" y="3721371"/>
                  <a:pt x="3979797" y="3721122"/>
                  <a:pt x="3979548" y="3720707"/>
                </a:cubicBezTo>
                <a:lnTo>
                  <a:pt x="3969579" y="3703426"/>
                </a:lnTo>
                <a:cubicBezTo>
                  <a:pt x="3969330" y="3703011"/>
                  <a:pt x="3969330" y="3702429"/>
                  <a:pt x="3969579" y="3702014"/>
                </a:cubicBezTo>
                <a:lnTo>
                  <a:pt x="3979548" y="3684734"/>
                </a:lnTo>
                <a:cubicBezTo>
                  <a:pt x="3979797" y="3684318"/>
                  <a:pt x="3980296" y="3684069"/>
                  <a:pt x="3980794" y="3684069"/>
                </a:cubicBezTo>
                <a:lnTo>
                  <a:pt x="4000734" y="3684069"/>
                </a:lnTo>
                <a:cubicBezTo>
                  <a:pt x="4001232" y="3684069"/>
                  <a:pt x="4001731" y="3684318"/>
                  <a:pt x="4001980" y="3684734"/>
                </a:cubicBezTo>
                <a:lnTo>
                  <a:pt x="4011949" y="3702014"/>
                </a:lnTo>
                <a:cubicBezTo>
                  <a:pt x="4012198" y="3702429"/>
                  <a:pt x="4012198" y="3703011"/>
                  <a:pt x="4011949" y="3703426"/>
                </a:cubicBezTo>
                <a:lnTo>
                  <a:pt x="4001980" y="3720707"/>
                </a:lnTo>
                <a:cubicBezTo>
                  <a:pt x="4001731" y="3721122"/>
                  <a:pt x="4001232" y="3721371"/>
                  <a:pt x="4000734" y="3721371"/>
                </a:cubicBezTo>
                <a:close/>
                <a:moveTo>
                  <a:pt x="3860362" y="3689204"/>
                </a:moveTo>
                <a:cubicBezTo>
                  <a:pt x="3859863" y="3689204"/>
                  <a:pt x="3859365" y="3688872"/>
                  <a:pt x="3859116" y="3688457"/>
                </a:cubicBezTo>
                <a:lnTo>
                  <a:pt x="3849145" y="3671093"/>
                </a:lnTo>
                <a:cubicBezTo>
                  <a:pt x="3848897" y="3670677"/>
                  <a:pt x="3848896" y="3670097"/>
                  <a:pt x="3849146" y="3669680"/>
                </a:cubicBezTo>
                <a:lnTo>
                  <a:pt x="3859198" y="3652317"/>
                </a:lnTo>
                <a:cubicBezTo>
                  <a:pt x="3859448" y="3651819"/>
                  <a:pt x="3859946" y="3651569"/>
                  <a:pt x="3860445" y="3651569"/>
                </a:cubicBezTo>
                <a:lnTo>
                  <a:pt x="3880467" y="3651569"/>
                </a:lnTo>
                <a:cubicBezTo>
                  <a:pt x="3880965" y="3651569"/>
                  <a:pt x="3881463" y="3651901"/>
                  <a:pt x="3881713" y="3652317"/>
                </a:cubicBezTo>
                <a:lnTo>
                  <a:pt x="3891682" y="3669680"/>
                </a:lnTo>
                <a:cubicBezTo>
                  <a:pt x="3891931" y="3670096"/>
                  <a:pt x="3891932" y="3670677"/>
                  <a:pt x="3891682" y="3671093"/>
                </a:cubicBezTo>
                <a:lnTo>
                  <a:pt x="3881629" y="3688456"/>
                </a:lnTo>
                <a:cubicBezTo>
                  <a:pt x="3881381" y="3688955"/>
                  <a:pt x="3880882" y="3689205"/>
                  <a:pt x="3880383" y="3689204"/>
                </a:cubicBezTo>
                <a:close/>
                <a:moveTo>
                  <a:pt x="4221209" y="3786450"/>
                </a:moveTo>
                <a:cubicBezTo>
                  <a:pt x="4220710" y="3786450"/>
                  <a:pt x="4220212" y="3786117"/>
                  <a:pt x="4219963" y="3785702"/>
                </a:cubicBezTo>
                <a:lnTo>
                  <a:pt x="4209661" y="3767923"/>
                </a:lnTo>
                <a:cubicBezTo>
                  <a:pt x="4209412" y="3767508"/>
                  <a:pt x="4209412" y="3766926"/>
                  <a:pt x="4209661" y="3766511"/>
                </a:cubicBezTo>
                <a:lnTo>
                  <a:pt x="4219963" y="3748732"/>
                </a:lnTo>
                <a:cubicBezTo>
                  <a:pt x="4220212" y="3748233"/>
                  <a:pt x="4220710" y="3747984"/>
                  <a:pt x="4221209" y="3747984"/>
                </a:cubicBezTo>
                <a:lnTo>
                  <a:pt x="4241729" y="3747984"/>
                </a:lnTo>
                <a:cubicBezTo>
                  <a:pt x="4242228" y="3747984"/>
                  <a:pt x="4242726" y="3748316"/>
                  <a:pt x="4242976" y="3748732"/>
                </a:cubicBezTo>
                <a:lnTo>
                  <a:pt x="4253277" y="3766511"/>
                </a:lnTo>
                <a:cubicBezTo>
                  <a:pt x="4253527" y="3766926"/>
                  <a:pt x="4253527" y="3767508"/>
                  <a:pt x="4253277" y="3767923"/>
                </a:cubicBezTo>
                <a:lnTo>
                  <a:pt x="4242976" y="3785702"/>
                </a:lnTo>
                <a:cubicBezTo>
                  <a:pt x="4242726" y="3786200"/>
                  <a:pt x="4242228" y="3786450"/>
                  <a:pt x="4241729" y="3786450"/>
                </a:cubicBezTo>
                <a:close/>
                <a:moveTo>
                  <a:pt x="4702699" y="3915464"/>
                </a:moveTo>
                <a:cubicBezTo>
                  <a:pt x="4702200" y="3915465"/>
                  <a:pt x="4701702" y="3915132"/>
                  <a:pt x="4701453" y="3914717"/>
                </a:cubicBezTo>
                <a:lnTo>
                  <a:pt x="4691151" y="3896938"/>
                </a:lnTo>
                <a:cubicBezTo>
                  <a:pt x="4690902" y="3896523"/>
                  <a:pt x="4690902" y="3895941"/>
                  <a:pt x="4691151" y="3895526"/>
                </a:cubicBezTo>
                <a:lnTo>
                  <a:pt x="4701453" y="3877747"/>
                </a:lnTo>
                <a:cubicBezTo>
                  <a:pt x="4701702" y="3877248"/>
                  <a:pt x="4702200" y="3876999"/>
                  <a:pt x="4702699" y="3876999"/>
                </a:cubicBezTo>
                <a:lnTo>
                  <a:pt x="4723219" y="3876998"/>
                </a:lnTo>
                <a:cubicBezTo>
                  <a:pt x="4723718" y="3876999"/>
                  <a:pt x="4724216" y="3877331"/>
                  <a:pt x="4724466" y="3877747"/>
                </a:cubicBezTo>
                <a:lnTo>
                  <a:pt x="4734767" y="3895526"/>
                </a:lnTo>
                <a:cubicBezTo>
                  <a:pt x="4735017" y="3895940"/>
                  <a:pt x="4735017" y="3896523"/>
                  <a:pt x="4734767" y="3896938"/>
                </a:cubicBezTo>
                <a:lnTo>
                  <a:pt x="4724466" y="3914717"/>
                </a:lnTo>
                <a:cubicBezTo>
                  <a:pt x="4724216" y="3915215"/>
                  <a:pt x="4723718" y="3915465"/>
                  <a:pt x="4723219" y="3915465"/>
                </a:cubicBezTo>
                <a:close/>
                <a:moveTo>
                  <a:pt x="1994327" y="3189862"/>
                </a:moveTo>
                <a:cubicBezTo>
                  <a:pt x="1993829" y="3189862"/>
                  <a:pt x="1993330" y="3189530"/>
                  <a:pt x="1993081" y="3189114"/>
                </a:cubicBezTo>
                <a:lnTo>
                  <a:pt x="1982779" y="3171252"/>
                </a:lnTo>
                <a:cubicBezTo>
                  <a:pt x="1982530" y="3170754"/>
                  <a:pt x="1982530" y="3170172"/>
                  <a:pt x="1982779" y="3169757"/>
                </a:cubicBezTo>
                <a:lnTo>
                  <a:pt x="1993081" y="3151895"/>
                </a:lnTo>
                <a:cubicBezTo>
                  <a:pt x="1993330" y="3151396"/>
                  <a:pt x="1993829" y="3151147"/>
                  <a:pt x="1994327" y="3151147"/>
                </a:cubicBezTo>
                <a:lnTo>
                  <a:pt x="2015014" y="3151147"/>
                </a:lnTo>
                <a:cubicBezTo>
                  <a:pt x="2015512" y="3151147"/>
                  <a:pt x="2016011" y="3151479"/>
                  <a:pt x="2016260" y="3151895"/>
                </a:cubicBezTo>
                <a:lnTo>
                  <a:pt x="2026562" y="3169757"/>
                </a:lnTo>
                <a:cubicBezTo>
                  <a:pt x="2026811" y="3170255"/>
                  <a:pt x="2026811" y="3170838"/>
                  <a:pt x="2026562" y="3171252"/>
                </a:cubicBezTo>
                <a:lnTo>
                  <a:pt x="2016260" y="3189114"/>
                </a:lnTo>
                <a:cubicBezTo>
                  <a:pt x="2016011" y="3189612"/>
                  <a:pt x="2015512" y="3189862"/>
                  <a:pt x="2015014" y="3189863"/>
                </a:cubicBezTo>
                <a:close/>
                <a:moveTo>
                  <a:pt x="3739728" y="3657541"/>
                </a:moveTo>
                <a:cubicBezTo>
                  <a:pt x="3739230" y="3657541"/>
                  <a:pt x="3738731" y="3657209"/>
                  <a:pt x="3738482" y="3656793"/>
                </a:cubicBezTo>
                <a:lnTo>
                  <a:pt x="3728180" y="3638931"/>
                </a:lnTo>
                <a:cubicBezTo>
                  <a:pt x="3727931" y="3638433"/>
                  <a:pt x="3727931" y="3637851"/>
                  <a:pt x="3728180" y="3637436"/>
                </a:cubicBezTo>
                <a:lnTo>
                  <a:pt x="3738482" y="3619574"/>
                </a:lnTo>
                <a:cubicBezTo>
                  <a:pt x="3738731" y="3619075"/>
                  <a:pt x="3739230" y="3618826"/>
                  <a:pt x="3739728" y="3618826"/>
                </a:cubicBezTo>
                <a:lnTo>
                  <a:pt x="3760415" y="3618826"/>
                </a:lnTo>
                <a:cubicBezTo>
                  <a:pt x="3760913" y="3618826"/>
                  <a:pt x="3761412" y="3619158"/>
                  <a:pt x="3761661" y="3619574"/>
                </a:cubicBezTo>
                <a:lnTo>
                  <a:pt x="3771963" y="3637436"/>
                </a:lnTo>
                <a:cubicBezTo>
                  <a:pt x="3772212" y="3637934"/>
                  <a:pt x="3772212" y="3638516"/>
                  <a:pt x="3771963" y="3638931"/>
                </a:cubicBezTo>
                <a:lnTo>
                  <a:pt x="3761661" y="3656793"/>
                </a:lnTo>
                <a:cubicBezTo>
                  <a:pt x="3761412" y="3657291"/>
                  <a:pt x="3760913" y="3657541"/>
                  <a:pt x="3760415" y="3657541"/>
                </a:cubicBezTo>
                <a:close/>
                <a:moveTo>
                  <a:pt x="5003639" y="3996205"/>
                </a:moveTo>
                <a:cubicBezTo>
                  <a:pt x="5003140" y="3996205"/>
                  <a:pt x="5002642" y="3995873"/>
                  <a:pt x="5002393" y="3995457"/>
                </a:cubicBezTo>
                <a:lnTo>
                  <a:pt x="4992091" y="3977595"/>
                </a:lnTo>
                <a:cubicBezTo>
                  <a:pt x="4991842" y="3977097"/>
                  <a:pt x="4991842" y="3976515"/>
                  <a:pt x="4992091" y="3976100"/>
                </a:cubicBezTo>
                <a:lnTo>
                  <a:pt x="5002393" y="3958238"/>
                </a:lnTo>
                <a:cubicBezTo>
                  <a:pt x="5002642" y="3957739"/>
                  <a:pt x="5003140" y="3957490"/>
                  <a:pt x="5003639" y="3957490"/>
                </a:cubicBezTo>
                <a:lnTo>
                  <a:pt x="5024326" y="3957490"/>
                </a:lnTo>
                <a:cubicBezTo>
                  <a:pt x="5024824" y="3957490"/>
                  <a:pt x="5025323" y="3957822"/>
                  <a:pt x="5025572" y="3958238"/>
                </a:cubicBezTo>
                <a:lnTo>
                  <a:pt x="5035874" y="3976100"/>
                </a:lnTo>
                <a:cubicBezTo>
                  <a:pt x="5036123" y="3976598"/>
                  <a:pt x="5036123" y="3977180"/>
                  <a:pt x="5035874" y="3977595"/>
                </a:cubicBezTo>
                <a:lnTo>
                  <a:pt x="5025572" y="3995457"/>
                </a:lnTo>
                <a:cubicBezTo>
                  <a:pt x="5025323" y="3995955"/>
                  <a:pt x="5024824" y="3996205"/>
                  <a:pt x="5024326" y="3996205"/>
                </a:cubicBezTo>
                <a:close/>
                <a:moveTo>
                  <a:pt x="1873873" y="3157681"/>
                </a:moveTo>
                <a:cubicBezTo>
                  <a:pt x="1873375" y="3157681"/>
                  <a:pt x="1872876" y="3157349"/>
                  <a:pt x="1872627" y="3156933"/>
                </a:cubicBezTo>
                <a:lnTo>
                  <a:pt x="1862242" y="3138988"/>
                </a:lnTo>
                <a:cubicBezTo>
                  <a:pt x="1861993" y="3138490"/>
                  <a:pt x="1861992" y="3137908"/>
                  <a:pt x="1862242" y="3137493"/>
                </a:cubicBezTo>
                <a:lnTo>
                  <a:pt x="1872627" y="3119548"/>
                </a:lnTo>
                <a:cubicBezTo>
                  <a:pt x="1872876" y="3119049"/>
                  <a:pt x="1873375" y="3118800"/>
                  <a:pt x="1873873" y="3118800"/>
                </a:cubicBezTo>
                <a:lnTo>
                  <a:pt x="1894642" y="3118800"/>
                </a:lnTo>
                <a:cubicBezTo>
                  <a:pt x="1895140" y="3118800"/>
                  <a:pt x="1895640" y="3119132"/>
                  <a:pt x="1895889" y="3119548"/>
                </a:cubicBezTo>
                <a:lnTo>
                  <a:pt x="1906274" y="3137493"/>
                </a:lnTo>
                <a:cubicBezTo>
                  <a:pt x="1906523" y="3137991"/>
                  <a:pt x="1906523" y="3138573"/>
                  <a:pt x="1906274" y="3138988"/>
                </a:cubicBezTo>
                <a:lnTo>
                  <a:pt x="1895889" y="3156933"/>
                </a:lnTo>
                <a:cubicBezTo>
                  <a:pt x="1895640" y="3157432"/>
                  <a:pt x="1895141" y="3157681"/>
                  <a:pt x="1894643" y="3157681"/>
                </a:cubicBezTo>
                <a:close/>
                <a:moveTo>
                  <a:pt x="2415548" y="3302822"/>
                </a:moveTo>
                <a:cubicBezTo>
                  <a:pt x="2415049" y="3302822"/>
                  <a:pt x="2414551" y="3302491"/>
                  <a:pt x="2414303" y="3302074"/>
                </a:cubicBezTo>
                <a:lnTo>
                  <a:pt x="2403918" y="3284129"/>
                </a:lnTo>
                <a:cubicBezTo>
                  <a:pt x="2403669" y="3283632"/>
                  <a:pt x="2403668" y="3283049"/>
                  <a:pt x="2403918" y="3282634"/>
                </a:cubicBezTo>
                <a:lnTo>
                  <a:pt x="2414302" y="3264689"/>
                </a:lnTo>
                <a:cubicBezTo>
                  <a:pt x="2414552" y="3264191"/>
                  <a:pt x="2415050" y="3263941"/>
                  <a:pt x="2415549" y="3263941"/>
                </a:cubicBezTo>
                <a:lnTo>
                  <a:pt x="2436318" y="3263941"/>
                </a:lnTo>
                <a:cubicBezTo>
                  <a:pt x="2436816" y="3263941"/>
                  <a:pt x="2437315" y="3264273"/>
                  <a:pt x="2437565" y="3264690"/>
                </a:cubicBezTo>
                <a:lnTo>
                  <a:pt x="2447949" y="3282635"/>
                </a:lnTo>
                <a:cubicBezTo>
                  <a:pt x="2448199" y="3283132"/>
                  <a:pt x="2448198" y="3283715"/>
                  <a:pt x="2447950" y="3284129"/>
                </a:cubicBezTo>
                <a:lnTo>
                  <a:pt x="2437565" y="3302074"/>
                </a:lnTo>
                <a:cubicBezTo>
                  <a:pt x="2437316" y="3302573"/>
                  <a:pt x="2436817" y="3302823"/>
                  <a:pt x="2436319" y="3302822"/>
                </a:cubicBezTo>
                <a:close/>
                <a:moveTo>
                  <a:pt x="4341508" y="3818882"/>
                </a:moveTo>
                <a:cubicBezTo>
                  <a:pt x="4341009" y="3818882"/>
                  <a:pt x="4340511" y="3818550"/>
                  <a:pt x="4340262" y="3818134"/>
                </a:cubicBezTo>
                <a:lnTo>
                  <a:pt x="4329877" y="3800189"/>
                </a:lnTo>
                <a:cubicBezTo>
                  <a:pt x="4329628" y="3799691"/>
                  <a:pt x="4329628" y="3799109"/>
                  <a:pt x="4329877" y="3798694"/>
                </a:cubicBezTo>
                <a:lnTo>
                  <a:pt x="4340262" y="3780749"/>
                </a:lnTo>
                <a:cubicBezTo>
                  <a:pt x="4340511" y="3780250"/>
                  <a:pt x="4341009" y="3780001"/>
                  <a:pt x="4341508" y="3780001"/>
                </a:cubicBezTo>
                <a:lnTo>
                  <a:pt x="4362278" y="3780001"/>
                </a:lnTo>
                <a:cubicBezTo>
                  <a:pt x="4362776" y="3780001"/>
                  <a:pt x="4363275" y="3780333"/>
                  <a:pt x="4363524" y="3780749"/>
                </a:cubicBezTo>
                <a:lnTo>
                  <a:pt x="4373909" y="3798694"/>
                </a:lnTo>
                <a:cubicBezTo>
                  <a:pt x="4374158" y="3799192"/>
                  <a:pt x="4374158" y="3799774"/>
                  <a:pt x="4373909" y="3800189"/>
                </a:cubicBezTo>
                <a:lnTo>
                  <a:pt x="4363524" y="3818134"/>
                </a:lnTo>
                <a:cubicBezTo>
                  <a:pt x="4363275" y="3818633"/>
                  <a:pt x="4362776" y="3818882"/>
                  <a:pt x="4362278" y="3818882"/>
                </a:cubicBezTo>
                <a:close/>
                <a:moveTo>
                  <a:pt x="4582253" y="3883389"/>
                </a:moveTo>
                <a:cubicBezTo>
                  <a:pt x="4581754" y="3883389"/>
                  <a:pt x="4581256" y="3883057"/>
                  <a:pt x="4581007" y="3882641"/>
                </a:cubicBezTo>
                <a:lnTo>
                  <a:pt x="4570623" y="3864696"/>
                </a:lnTo>
                <a:cubicBezTo>
                  <a:pt x="4570373" y="3864198"/>
                  <a:pt x="4570373" y="3863616"/>
                  <a:pt x="4570623" y="3863201"/>
                </a:cubicBezTo>
                <a:lnTo>
                  <a:pt x="4581007" y="3845256"/>
                </a:lnTo>
                <a:cubicBezTo>
                  <a:pt x="4581256" y="3844757"/>
                  <a:pt x="4581754" y="3844508"/>
                  <a:pt x="4582253" y="3844508"/>
                </a:cubicBezTo>
                <a:lnTo>
                  <a:pt x="4603023" y="3844508"/>
                </a:lnTo>
                <a:cubicBezTo>
                  <a:pt x="4603521" y="3844508"/>
                  <a:pt x="4604020" y="3844840"/>
                  <a:pt x="4604270" y="3845256"/>
                </a:cubicBezTo>
                <a:lnTo>
                  <a:pt x="4614654" y="3863201"/>
                </a:lnTo>
                <a:cubicBezTo>
                  <a:pt x="4614903" y="3863699"/>
                  <a:pt x="4614903" y="3864281"/>
                  <a:pt x="4614654" y="3864696"/>
                </a:cubicBezTo>
                <a:lnTo>
                  <a:pt x="4604270" y="3882641"/>
                </a:lnTo>
                <a:cubicBezTo>
                  <a:pt x="4604020" y="3883140"/>
                  <a:pt x="4603521" y="3883389"/>
                  <a:pt x="4603024" y="3883389"/>
                </a:cubicBezTo>
                <a:close/>
                <a:moveTo>
                  <a:pt x="4822998" y="3947896"/>
                </a:moveTo>
                <a:cubicBezTo>
                  <a:pt x="4822499" y="3947897"/>
                  <a:pt x="4822001" y="3947565"/>
                  <a:pt x="4821752" y="3947149"/>
                </a:cubicBezTo>
                <a:lnTo>
                  <a:pt x="4811367" y="3929204"/>
                </a:lnTo>
                <a:cubicBezTo>
                  <a:pt x="4811118" y="3928706"/>
                  <a:pt x="4811118" y="3928124"/>
                  <a:pt x="4811367" y="3927709"/>
                </a:cubicBezTo>
                <a:lnTo>
                  <a:pt x="4821752" y="3909763"/>
                </a:lnTo>
                <a:cubicBezTo>
                  <a:pt x="4822001" y="3909265"/>
                  <a:pt x="4822499" y="3909016"/>
                  <a:pt x="4822998" y="3909015"/>
                </a:cubicBezTo>
                <a:lnTo>
                  <a:pt x="4843768" y="3909016"/>
                </a:lnTo>
                <a:cubicBezTo>
                  <a:pt x="4844266" y="3909016"/>
                  <a:pt x="4844765" y="3909347"/>
                  <a:pt x="4845014" y="3909764"/>
                </a:cubicBezTo>
                <a:lnTo>
                  <a:pt x="4855399" y="3927709"/>
                </a:lnTo>
                <a:cubicBezTo>
                  <a:pt x="4855648" y="3928207"/>
                  <a:pt x="4855648" y="3928789"/>
                  <a:pt x="4855399" y="3929204"/>
                </a:cubicBezTo>
                <a:lnTo>
                  <a:pt x="4845014" y="3947148"/>
                </a:lnTo>
                <a:cubicBezTo>
                  <a:pt x="4844765" y="3947648"/>
                  <a:pt x="4844266" y="3947897"/>
                  <a:pt x="4843768" y="3947896"/>
                </a:cubicBezTo>
                <a:close/>
                <a:moveTo>
                  <a:pt x="4943370" y="3980150"/>
                </a:moveTo>
                <a:cubicBezTo>
                  <a:pt x="4942871" y="3980150"/>
                  <a:pt x="4942373" y="3979818"/>
                  <a:pt x="4942125" y="3979402"/>
                </a:cubicBezTo>
                <a:lnTo>
                  <a:pt x="4931739" y="3961457"/>
                </a:lnTo>
                <a:cubicBezTo>
                  <a:pt x="4931490" y="3960959"/>
                  <a:pt x="4931491" y="3960377"/>
                  <a:pt x="4931739" y="3959962"/>
                </a:cubicBezTo>
                <a:lnTo>
                  <a:pt x="4942125" y="3942017"/>
                </a:lnTo>
                <a:cubicBezTo>
                  <a:pt x="4942373" y="3941518"/>
                  <a:pt x="4942872" y="3941269"/>
                  <a:pt x="4943371" y="3941269"/>
                </a:cubicBezTo>
                <a:lnTo>
                  <a:pt x="4964141" y="3941269"/>
                </a:lnTo>
                <a:cubicBezTo>
                  <a:pt x="4964639" y="3941269"/>
                  <a:pt x="4965138" y="3941601"/>
                  <a:pt x="4965386" y="3942017"/>
                </a:cubicBezTo>
                <a:lnTo>
                  <a:pt x="4975772" y="3959962"/>
                </a:lnTo>
                <a:cubicBezTo>
                  <a:pt x="4976021" y="3960460"/>
                  <a:pt x="4976020" y="3961042"/>
                  <a:pt x="4975772" y="3961457"/>
                </a:cubicBezTo>
                <a:lnTo>
                  <a:pt x="4965387" y="3979402"/>
                </a:lnTo>
                <a:cubicBezTo>
                  <a:pt x="4965138" y="3979901"/>
                  <a:pt x="4964638" y="3980150"/>
                  <a:pt x="4964140" y="3980150"/>
                </a:cubicBezTo>
                <a:close/>
                <a:moveTo>
                  <a:pt x="4461796" y="3851218"/>
                </a:moveTo>
                <a:cubicBezTo>
                  <a:pt x="4461297" y="3851218"/>
                  <a:pt x="4460800" y="3850886"/>
                  <a:pt x="4460551" y="3850471"/>
                </a:cubicBezTo>
                <a:lnTo>
                  <a:pt x="4450166" y="3832442"/>
                </a:lnTo>
                <a:cubicBezTo>
                  <a:pt x="4449916" y="3831944"/>
                  <a:pt x="4449917" y="3831362"/>
                  <a:pt x="4450166" y="3830947"/>
                </a:cubicBezTo>
                <a:lnTo>
                  <a:pt x="4460634" y="3812919"/>
                </a:lnTo>
                <a:cubicBezTo>
                  <a:pt x="4460882" y="3812420"/>
                  <a:pt x="4461382" y="3812171"/>
                  <a:pt x="4461880" y="3812171"/>
                </a:cubicBezTo>
                <a:lnTo>
                  <a:pt x="4482733" y="3812171"/>
                </a:lnTo>
                <a:cubicBezTo>
                  <a:pt x="4483232" y="3812171"/>
                  <a:pt x="4483729" y="3812503"/>
                  <a:pt x="4483979" y="3812919"/>
                </a:cubicBezTo>
                <a:lnTo>
                  <a:pt x="4494364" y="3830947"/>
                </a:lnTo>
                <a:cubicBezTo>
                  <a:pt x="4494613" y="3831445"/>
                  <a:pt x="4494612" y="3832027"/>
                  <a:pt x="4494364" y="3832442"/>
                </a:cubicBezTo>
                <a:lnTo>
                  <a:pt x="4483896" y="3850471"/>
                </a:lnTo>
                <a:cubicBezTo>
                  <a:pt x="4483647" y="3850969"/>
                  <a:pt x="4483147" y="3851218"/>
                  <a:pt x="4482649" y="3851218"/>
                </a:cubicBezTo>
                <a:close/>
                <a:moveTo>
                  <a:pt x="4521983" y="3867345"/>
                </a:moveTo>
                <a:cubicBezTo>
                  <a:pt x="4521484" y="3867345"/>
                  <a:pt x="4520987" y="3867013"/>
                  <a:pt x="4520737" y="3866598"/>
                </a:cubicBezTo>
                <a:lnTo>
                  <a:pt x="4510352" y="3848569"/>
                </a:lnTo>
                <a:cubicBezTo>
                  <a:pt x="4510103" y="3848071"/>
                  <a:pt x="4510103" y="3847489"/>
                  <a:pt x="4510352" y="3847074"/>
                </a:cubicBezTo>
                <a:lnTo>
                  <a:pt x="4520821" y="3829046"/>
                </a:lnTo>
                <a:cubicBezTo>
                  <a:pt x="4521069" y="3828547"/>
                  <a:pt x="4521569" y="3828298"/>
                  <a:pt x="4522067" y="3828298"/>
                </a:cubicBezTo>
                <a:lnTo>
                  <a:pt x="4542920" y="3828298"/>
                </a:lnTo>
                <a:cubicBezTo>
                  <a:pt x="4543419" y="3828298"/>
                  <a:pt x="4543916" y="3828630"/>
                  <a:pt x="4544165" y="3829046"/>
                </a:cubicBezTo>
                <a:lnTo>
                  <a:pt x="4554550" y="3847074"/>
                </a:lnTo>
                <a:cubicBezTo>
                  <a:pt x="4554799" y="3847572"/>
                  <a:pt x="4554799" y="3848154"/>
                  <a:pt x="4554550" y="3848569"/>
                </a:cubicBezTo>
                <a:lnTo>
                  <a:pt x="4544082" y="3866599"/>
                </a:lnTo>
                <a:cubicBezTo>
                  <a:pt x="4543834" y="3867096"/>
                  <a:pt x="4543334" y="3867345"/>
                  <a:pt x="4542836" y="3867345"/>
                </a:cubicBezTo>
                <a:close/>
                <a:moveTo>
                  <a:pt x="4642356" y="3899599"/>
                </a:moveTo>
                <a:cubicBezTo>
                  <a:pt x="4641857" y="3899599"/>
                  <a:pt x="4641359" y="3899267"/>
                  <a:pt x="4641110" y="3898852"/>
                </a:cubicBezTo>
                <a:lnTo>
                  <a:pt x="4630725" y="3880823"/>
                </a:lnTo>
                <a:cubicBezTo>
                  <a:pt x="4630476" y="3880325"/>
                  <a:pt x="4630476" y="3879743"/>
                  <a:pt x="4630725" y="3879328"/>
                </a:cubicBezTo>
                <a:lnTo>
                  <a:pt x="4641193" y="3861300"/>
                </a:lnTo>
                <a:cubicBezTo>
                  <a:pt x="4641442" y="3860801"/>
                  <a:pt x="4641941" y="3860552"/>
                  <a:pt x="4642439" y="3860552"/>
                </a:cubicBezTo>
                <a:lnTo>
                  <a:pt x="4663292" y="3860552"/>
                </a:lnTo>
                <a:cubicBezTo>
                  <a:pt x="4663791" y="3860552"/>
                  <a:pt x="4664289" y="3860884"/>
                  <a:pt x="4664538" y="3861300"/>
                </a:cubicBezTo>
                <a:lnTo>
                  <a:pt x="4674923" y="3879328"/>
                </a:lnTo>
                <a:cubicBezTo>
                  <a:pt x="4675172" y="3879826"/>
                  <a:pt x="4675172" y="3880408"/>
                  <a:pt x="4674923" y="3880823"/>
                </a:cubicBezTo>
                <a:lnTo>
                  <a:pt x="4664455" y="3898852"/>
                </a:lnTo>
                <a:cubicBezTo>
                  <a:pt x="4664206" y="3899350"/>
                  <a:pt x="4663707" y="3899599"/>
                  <a:pt x="4663209" y="3899599"/>
                </a:cubicBezTo>
                <a:close/>
                <a:moveTo>
                  <a:pt x="4762728" y="3931853"/>
                </a:moveTo>
                <a:cubicBezTo>
                  <a:pt x="4762229" y="3931853"/>
                  <a:pt x="4761731" y="3931521"/>
                  <a:pt x="4761482" y="3931106"/>
                </a:cubicBezTo>
                <a:lnTo>
                  <a:pt x="4751097" y="3913077"/>
                </a:lnTo>
                <a:cubicBezTo>
                  <a:pt x="4750848" y="3912579"/>
                  <a:pt x="4750848" y="3911997"/>
                  <a:pt x="4751097" y="3911582"/>
                </a:cubicBezTo>
                <a:lnTo>
                  <a:pt x="4761565" y="3893554"/>
                </a:lnTo>
                <a:cubicBezTo>
                  <a:pt x="4761814" y="3893055"/>
                  <a:pt x="4762313" y="3892806"/>
                  <a:pt x="4762811" y="3892806"/>
                </a:cubicBezTo>
                <a:lnTo>
                  <a:pt x="4783664" y="3892806"/>
                </a:lnTo>
                <a:cubicBezTo>
                  <a:pt x="4784163" y="3892806"/>
                  <a:pt x="4784661" y="3893138"/>
                  <a:pt x="4784910" y="3893554"/>
                </a:cubicBezTo>
                <a:lnTo>
                  <a:pt x="4795295" y="3911582"/>
                </a:lnTo>
                <a:cubicBezTo>
                  <a:pt x="4795544" y="3912080"/>
                  <a:pt x="4795544" y="3912662"/>
                  <a:pt x="4795295" y="3913077"/>
                </a:cubicBezTo>
                <a:lnTo>
                  <a:pt x="4784827" y="3931106"/>
                </a:lnTo>
                <a:cubicBezTo>
                  <a:pt x="4784578" y="3931604"/>
                  <a:pt x="4784079" y="3931853"/>
                  <a:pt x="4783581" y="3931853"/>
                </a:cubicBezTo>
                <a:close/>
                <a:moveTo>
                  <a:pt x="1933975" y="3173973"/>
                </a:moveTo>
                <a:cubicBezTo>
                  <a:pt x="1933477" y="3173973"/>
                  <a:pt x="1932979" y="3173641"/>
                  <a:pt x="1932730" y="3173225"/>
                </a:cubicBezTo>
                <a:lnTo>
                  <a:pt x="1922262" y="3155114"/>
                </a:lnTo>
                <a:cubicBezTo>
                  <a:pt x="1922013" y="3154616"/>
                  <a:pt x="1922013" y="3154034"/>
                  <a:pt x="1922262" y="3153619"/>
                </a:cubicBezTo>
                <a:lnTo>
                  <a:pt x="1932729" y="3135508"/>
                </a:lnTo>
                <a:cubicBezTo>
                  <a:pt x="1932979" y="3135009"/>
                  <a:pt x="1933478" y="3134760"/>
                  <a:pt x="1933975" y="3134760"/>
                </a:cubicBezTo>
                <a:lnTo>
                  <a:pt x="1954912" y="3134760"/>
                </a:lnTo>
                <a:cubicBezTo>
                  <a:pt x="1955411" y="3134760"/>
                  <a:pt x="1955908" y="3135092"/>
                  <a:pt x="1956158" y="3135508"/>
                </a:cubicBezTo>
                <a:lnTo>
                  <a:pt x="1966625" y="3153619"/>
                </a:lnTo>
                <a:cubicBezTo>
                  <a:pt x="1966876" y="3154117"/>
                  <a:pt x="1966875" y="3154699"/>
                  <a:pt x="1966625" y="3155114"/>
                </a:cubicBezTo>
                <a:lnTo>
                  <a:pt x="1956158" y="3173225"/>
                </a:lnTo>
                <a:cubicBezTo>
                  <a:pt x="1955909" y="3173724"/>
                  <a:pt x="1955411" y="3173973"/>
                  <a:pt x="1954912" y="3173973"/>
                </a:cubicBezTo>
                <a:close/>
                <a:moveTo>
                  <a:pt x="2054348" y="3206226"/>
                </a:moveTo>
                <a:cubicBezTo>
                  <a:pt x="2053850" y="3206227"/>
                  <a:pt x="2053352" y="3205894"/>
                  <a:pt x="2053102" y="3205479"/>
                </a:cubicBezTo>
                <a:lnTo>
                  <a:pt x="2042635" y="3187368"/>
                </a:lnTo>
                <a:cubicBezTo>
                  <a:pt x="2042385" y="3186869"/>
                  <a:pt x="2042386" y="3186288"/>
                  <a:pt x="2042635" y="3185872"/>
                </a:cubicBezTo>
                <a:lnTo>
                  <a:pt x="2053102" y="3167762"/>
                </a:lnTo>
                <a:cubicBezTo>
                  <a:pt x="2053351" y="3167263"/>
                  <a:pt x="2053850" y="3167013"/>
                  <a:pt x="2054348" y="3167014"/>
                </a:cubicBezTo>
                <a:lnTo>
                  <a:pt x="2075285" y="3167014"/>
                </a:lnTo>
                <a:cubicBezTo>
                  <a:pt x="2075784" y="3167013"/>
                  <a:pt x="2076281" y="3167346"/>
                  <a:pt x="2076530" y="3167762"/>
                </a:cubicBezTo>
                <a:lnTo>
                  <a:pt x="2086998" y="3185872"/>
                </a:lnTo>
                <a:cubicBezTo>
                  <a:pt x="2087248" y="3186371"/>
                  <a:pt x="2087248" y="3186952"/>
                  <a:pt x="2086998" y="3187368"/>
                </a:cubicBezTo>
                <a:lnTo>
                  <a:pt x="2076531" y="3205478"/>
                </a:lnTo>
                <a:cubicBezTo>
                  <a:pt x="2076281" y="3205977"/>
                  <a:pt x="2075784" y="3206227"/>
                  <a:pt x="2075285" y="3206226"/>
                </a:cubicBezTo>
                <a:close/>
                <a:moveTo>
                  <a:pt x="2234907" y="3254607"/>
                </a:moveTo>
                <a:cubicBezTo>
                  <a:pt x="2234409" y="3254607"/>
                  <a:pt x="2233910" y="3254275"/>
                  <a:pt x="2233661" y="3253859"/>
                </a:cubicBezTo>
                <a:lnTo>
                  <a:pt x="2223193" y="3235748"/>
                </a:lnTo>
                <a:cubicBezTo>
                  <a:pt x="2222944" y="3235250"/>
                  <a:pt x="2222944" y="3234668"/>
                  <a:pt x="2223193" y="3234253"/>
                </a:cubicBezTo>
                <a:lnTo>
                  <a:pt x="2233661" y="3216142"/>
                </a:lnTo>
                <a:cubicBezTo>
                  <a:pt x="2233910" y="3215643"/>
                  <a:pt x="2234409" y="3215394"/>
                  <a:pt x="2234907" y="3215394"/>
                </a:cubicBezTo>
                <a:lnTo>
                  <a:pt x="2255843" y="3215394"/>
                </a:lnTo>
                <a:cubicBezTo>
                  <a:pt x="2256342" y="3215394"/>
                  <a:pt x="2256840" y="3215726"/>
                  <a:pt x="2257089" y="3216142"/>
                </a:cubicBezTo>
                <a:lnTo>
                  <a:pt x="2267557" y="3234253"/>
                </a:lnTo>
                <a:cubicBezTo>
                  <a:pt x="2267807" y="3234751"/>
                  <a:pt x="2267807" y="3235333"/>
                  <a:pt x="2267557" y="3235748"/>
                </a:cubicBezTo>
                <a:lnTo>
                  <a:pt x="2257089" y="3253859"/>
                </a:lnTo>
                <a:cubicBezTo>
                  <a:pt x="2256840" y="3254358"/>
                  <a:pt x="2256342" y="3254607"/>
                  <a:pt x="2255843" y="3254607"/>
                </a:cubicBezTo>
                <a:close/>
                <a:moveTo>
                  <a:pt x="2295093" y="3270734"/>
                </a:moveTo>
                <a:cubicBezTo>
                  <a:pt x="2294595" y="3270734"/>
                  <a:pt x="2294096" y="3270402"/>
                  <a:pt x="2293847" y="3269986"/>
                </a:cubicBezTo>
                <a:lnTo>
                  <a:pt x="2283379" y="3251875"/>
                </a:lnTo>
                <a:cubicBezTo>
                  <a:pt x="2283130" y="3251377"/>
                  <a:pt x="2283130" y="3250795"/>
                  <a:pt x="2283379" y="3250380"/>
                </a:cubicBezTo>
                <a:lnTo>
                  <a:pt x="2293847" y="3232269"/>
                </a:lnTo>
                <a:cubicBezTo>
                  <a:pt x="2294096" y="3231770"/>
                  <a:pt x="2294595" y="3231521"/>
                  <a:pt x="2295093" y="3231521"/>
                </a:cubicBezTo>
                <a:lnTo>
                  <a:pt x="2316029" y="3231521"/>
                </a:lnTo>
                <a:cubicBezTo>
                  <a:pt x="2316528" y="3231521"/>
                  <a:pt x="2317026" y="3231853"/>
                  <a:pt x="2317275" y="3232269"/>
                </a:cubicBezTo>
                <a:lnTo>
                  <a:pt x="2327743" y="3250380"/>
                </a:lnTo>
                <a:cubicBezTo>
                  <a:pt x="2327993" y="3250878"/>
                  <a:pt x="2327993" y="3251460"/>
                  <a:pt x="2327743" y="3251875"/>
                </a:cubicBezTo>
                <a:lnTo>
                  <a:pt x="2317275" y="3269986"/>
                </a:lnTo>
                <a:cubicBezTo>
                  <a:pt x="2317026" y="3270485"/>
                  <a:pt x="2316528" y="3270734"/>
                  <a:pt x="2316029" y="3270734"/>
                </a:cubicBezTo>
                <a:close/>
                <a:moveTo>
                  <a:pt x="4281238" y="3802920"/>
                </a:moveTo>
                <a:cubicBezTo>
                  <a:pt x="4280740" y="3802920"/>
                  <a:pt x="4280241" y="3802588"/>
                  <a:pt x="4279992" y="3802172"/>
                </a:cubicBezTo>
                <a:lnTo>
                  <a:pt x="4269524" y="3784061"/>
                </a:lnTo>
                <a:cubicBezTo>
                  <a:pt x="4269275" y="3783563"/>
                  <a:pt x="4269275" y="3782981"/>
                  <a:pt x="4269524" y="3782566"/>
                </a:cubicBezTo>
                <a:lnTo>
                  <a:pt x="4279992" y="3764455"/>
                </a:lnTo>
                <a:cubicBezTo>
                  <a:pt x="4280241" y="3763956"/>
                  <a:pt x="4280740" y="3763707"/>
                  <a:pt x="4281238" y="3763707"/>
                </a:cubicBezTo>
                <a:lnTo>
                  <a:pt x="4302174" y="3763707"/>
                </a:lnTo>
                <a:cubicBezTo>
                  <a:pt x="4302673" y="3763707"/>
                  <a:pt x="4303171" y="3764039"/>
                  <a:pt x="4303420" y="3764455"/>
                </a:cubicBezTo>
                <a:lnTo>
                  <a:pt x="4313888" y="3782566"/>
                </a:lnTo>
                <a:cubicBezTo>
                  <a:pt x="4314137" y="3783064"/>
                  <a:pt x="4314137" y="3783646"/>
                  <a:pt x="4313888" y="3784061"/>
                </a:cubicBezTo>
                <a:lnTo>
                  <a:pt x="4303420" y="3802172"/>
                </a:lnTo>
                <a:cubicBezTo>
                  <a:pt x="4303171" y="3802671"/>
                  <a:pt x="4302673" y="3802920"/>
                  <a:pt x="4302174" y="3802920"/>
                </a:cubicBezTo>
                <a:close/>
                <a:moveTo>
                  <a:pt x="2535777" y="3335318"/>
                </a:moveTo>
                <a:cubicBezTo>
                  <a:pt x="2535279" y="3335318"/>
                  <a:pt x="2534780" y="3334985"/>
                  <a:pt x="2534531" y="3334570"/>
                </a:cubicBezTo>
                <a:lnTo>
                  <a:pt x="2523980" y="3316293"/>
                </a:lnTo>
                <a:cubicBezTo>
                  <a:pt x="2523731" y="3315794"/>
                  <a:pt x="2523731" y="3315212"/>
                  <a:pt x="2523980" y="3314797"/>
                </a:cubicBezTo>
                <a:lnTo>
                  <a:pt x="2534531" y="3296520"/>
                </a:lnTo>
                <a:cubicBezTo>
                  <a:pt x="2534780" y="3296021"/>
                  <a:pt x="2535279" y="3295772"/>
                  <a:pt x="2535777" y="3295772"/>
                </a:cubicBezTo>
                <a:lnTo>
                  <a:pt x="2556796" y="3295772"/>
                </a:lnTo>
                <a:cubicBezTo>
                  <a:pt x="2557294" y="3295772"/>
                  <a:pt x="2557793" y="3296104"/>
                  <a:pt x="2558042" y="3296520"/>
                </a:cubicBezTo>
                <a:lnTo>
                  <a:pt x="2568593" y="3314797"/>
                </a:lnTo>
                <a:cubicBezTo>
                  <a:pt x="2568843" y="3315296"/>
                  <a:pt x="2568843" y="3315877"/>
                  <a:pt x="2568593" y="3316293"/>
                </a:cubicBezTo>
                <a:lnTo>
                  <a:pt x="2558042" y="3334570"/>
                </a:lnTo>
                <a:cubicBezTo>
                  <a:pt x="2557793" y="3335068"/>
                  <a:pt x="2557294" y="3335318"/>
                  <a:pt x="2556796" y="3335318"/>
                </a:cubicBezTo>
                <a:close/>
                <a:moveTo>
                  <a:pt x="1813518" y="3141980"/>
                </a:moveTo>
                <a:cubicBezTo>
                  <a:pt x="1812938" y="3141980"/>
                  <a:pt x="1812438" y="3141731"/>
                  <a:pt x="1812189" y="3141232"/>
                </a:cubicBezTo>
                <a:lnTo>
                  <a:pt x="1801639" y="3122872"/>
                </a:lnTo>
                <a:cubicBezTo>
                  <a:pt x="1801389" y="3122373"/>
                  <a:pt x="1801390" y="3121875"/>
                  <a:pt x="1801638" y="3121376"/>
                </a:cubicBezTo>
                <a:lnTo>
                  <a:pt x="1812189" y="3103016"/>
                </a:lnTo>
                <a:cubicBezTo>
                  <a:pt x="1812521" y="3102517"/>
                  <a:pt x="1813021" y="3102268"/>
                  <a:pt x="1813519" y="3102268"/>
                </a:cubicBezTo>
                <a:lnTo>
                  <a:pt x="1834704" y="3102268"/>
                </a:lnTo>
                <a:cubicBezTo>
                  <a:pt x="1835285" y="3102268"/>
                  <a:pt x="1835784" y="3102517"/>
                  <a:pt x="1836033" y="3103016"/>
                </a:cubicBezTo>
                <a:lnTo>
                  <a:pt x="1846584" y="3121376"/>
                </a:lnTo>
                <a:cubicBezTo>
                  <a:pt x="1846834" y="3121875"/>
                  <a:pt x="1846833" y="3122373"/>
                  <a:pt x="1846585" y="3122872"/>
                </a:cubicBezTo>
                <a:lnTo>
                  <a:pt x="1836034" y="3141232"/>
                </a:lnTo>
                <a:cubicBezTo>
                  <a:pt x="1835701" y="3141731"/>
                  <a:pt x="1835202" y="3141980"/>
                  <a:pt x="1834704" y="3141980"/>
                </a:cubicBezTo>
                <a:close/>
                <a:moveTo>
                  <a:pt x="2114450" y="3222614"/>
                </a:moveTo>
                <a:cubicBezTo>
                  <a:pt x="2113869" y="3222614"/>
                  <a:pt x="2113370" y="3222365"/>
                  <a:pt x="2113120" y="3221866"/>
                </a:cubicBezTo>
                <a:lnTo>
                  <a:pt x="2102570" y="3203506"/>
                </a:lnTo>
                <a:cubicBezTo>
                  <a:pt x="2102321" y="3203007"/>
                  <a:pt x="2102321" y="3202509"/>
                  <a:pt x="2102570" y="3202010"/>
                </a:cubicBezTo>
                <a:lnTo>
                  <a:pt x="2113121" y="3183650"/>
                </a:lnTo>
                <a:cubicBezTo>
                  <a:pt x="2113452" y="3183151"/>
                  <a:pt x="2113952" y="3182902"/>
                  <a:pt x="2114450" y="3182902"/>
                </a:cubicBezTo>
                <a:lnTo>
                  <a:pt x="2135635" y="3182902"/>
                </a:lnTo>
                <a:cubicBezTo>
                  <a:pt x="2136217" y="3182902"/>
                  <a:pt x="2136715" y="3183151"/>
                  <a:pt x="2136964" y="3183650"/>
                </a:cubicBezTo>
                <a:lnTo>
                  <a:pt x="2147516" y="3202010"/>
                </a:lnTo>
                <a:cubicBezTo>
                  <a:pt x="2147765" y="3202509"/>
                  <a:pt x="2147765" y="3203007"/>
                  <a:pt x="2147516" y="3203506"/>
                </a:cubicBezTo>
                <a:lnTo>
                  <a:pt x="2136965" y="3221866"/>
                </a:lnTo>
                <a:cubicBezTo>
                  <a:pt x="2136632" y="3222365"/>
                  <a:pt x="2136134" y="3222614"/>
                  <a:pt x="2135634" y="3222614"/>
                </a:cubicBezTo>
                <a:close/>
                <a:moveTo>
                  <a:pt x="2174636" y="3238741"/>
                </a:moveTo>
                <a:cubicBezTo>
                  <a:pt x="2174055" y="3238741"/>
                  <a:pt x="2173556" y="3238492"/>
                  <a:pt x="2173306" y="3237993"/>
                </a:cubicBezTo>
                <a:lnTo>
                  <a:pt x="2162756" y="3219633"/>
                </a:lnTo>
                <a:cubicBezTo>
                  <a:pt x="2162506" y="3219134"/>
                  <a:pt x="2162507" y="3218636"/>
                  <a:pt x="2162755" y="3218137"/>
                </a:cubicBezTo>
                <a:lnTo>
                  <a:pt x="2173306" y="3199777"/>
                </a:lnTo>
                <a:cubicBezTo>
                  <a:pt x="2173638" y="3199278"/>
                  <a:pt x="2174138" y="3199029"/>
                  <a:pt x="2174636" y="3199029"/>
                </a:cubicBezTo>
                <a:lnTo>
                  <a:pt x="2195821" y="3199029"/>
                </a:lnTo>
                <a:cubicBezTo>
                  <a:pt x="2196402" y="3199029"/>
                  <a:pt x="2196900" y="3199278"/>
                  <a:pt x="2197150" y="3199777"/>
                </a:cubicBezTo>
                <a:lnTo>
                  <a:pt x="2207701" y="3218137"/>
                </a:lnTo>
                <a:cubicBezTo>
                  <a:pt x="2207951" y="3218636"/>
                  <a:pt x="2207950" y="3219134"/>
                  <a:pt x="2207702" y="3219633"/>
                </a:cubicBezTo>
                <a:lnTo>
                  <a:pt x="2197151" y="3237993"/>
                </a:lnTo>
                <a:cubicBezTo>
                  <a:pt x="2196818" y="3238492"/>
                  <a:pt x="2196319" y="3238741"/>
                  <a:pt x="2195820" y="3238741"/>
                </a:cubicBezTo>
                <a:close/>
                <a:moveTo>
                  <a:pt x="2475567" y="3319375"/>
                </a:moveTo>
                <a:cubicBezTo>
                  <a:pt x="2474986" y="3319375"/>
                  <a:pt x="2474487" y="3319126"/>
                  <a:pt x="2474238" y="3318627"/>
                </a:cubicBezTo>
                <a:lnTo>
                  <a:pt x="2463687" y="3300267"/>
                </a:lnTo>
                <a:cubicBezTo>
                  <a:pt x="2463438" y="3299768"/>
                  <a:pt x="2463438" y="3299270"/>
                  <a:pt x="2463687" y="3298771"/>
                </a:cubicBezTo>
                <a:lnTo>
                  <a:pt x="2474238" y="3280411"/>
                </a:lnTo>
                <a:cubicBezTo>
                  <a:pt x="2474570" y="3279912"/>
                  <a:pt x="2475069" y="3279663"/>
                  <a:pt x="2475567" y="3279663"/>
                </a:cubicBezTo>
                <a:lnTo>
                  <a:pt x="2496752" y="3279663"/>
                </a:lnTo>
                <a:cubicBezTo>
                  <a:pt x="2497334" y="3279663"/>
                  <a:pt x="2497832" y="3279912"/>
                  <a:pt x="2498082" y="3280411"/>
                </a:cubicBezTo>
                <a:lnTo>
                  <a:pt x="2508633" y="3298771"/>
                </a:lnTo>
                <a:cubicBezTo>
                  <a:pt x="2508882" y="3299270"/>
                  <a:pt x="2508882" y="3299768"/>
                  <a:pt x="2508633" y="3300267"/>
                </a:cubicBezTo>
                <a:lnTo>
                  <a:pt x="2498082" y="3318627"/>
                </a:lnTo>
                <a:cubicBezTo>
                  <a:pt x="2497749" y="3319126"/>
                  <a:pt x="2497251" y="3319375"/>
                  <a:pt x="2496752" y="3319375"/>
                </a:cubicBezTo>
                <a:close/>
                <a:moveTo>
                  <a:pt x="4401526" y="3835434"/>
                </a:moveTo>
                <a:cubicBezTo>
                  <a:pt x="4400946" y="3835434"/>
                  <a:pt x="4400446" y="3835185"/>
                  <a:pt x="4400197" y="3834686"/>
                </a:cubicBezTo>
                <a:lnTo>
                  <a:pt x="4389647" y="3816326"/>
                </a:lnTo>
                <a:cubicBezTo>
                  <a:pt x="4389397" y="3815827"/>
                  <a:pt x="4389398" y="3815329"/>
                  <a:pt x="4389646" y="3814830"/>
                </a:cubicBezTo>
                <a:lnTo>
                  <a:pt x="4400197" y="3796470"/>
                </a:lnTo>
                <a:cubicBezTo>
                  <a:pt x="4400529" y="3795971"/>
                  <a:pt x="4401029" y="3795722"/>
                  <a:pt x="4401527" y="3795722"/>
                </a:cubicBezTo>
                <a:lnTo>
                  <a:pt x="4422712" y="3795722"/>
                </a:lnTo>
                <a:cubicBezTo>
                  <a:pt x="4423293" y="3795722"/>
                  <a:pt x="4423791" y="3795971"/>
                  <a:pt x="4424041" y="3796470"/>
                </a:cubicBezTo>
                <a:lnTo>
                  <a:pt x="4434592" y="3814830"/>
                </a:lnTo>
                <a:cubicBezTo>
                  <a:pt x="4434842" y="3815329"/>
                  <a:pt x="4434841" y="3815827"/>
                  <a:pt x="4434593" y="3816326"/>
                </a:cubicBezTo>
                <a:lnTo>
                  <a:pt x="4424042" y="3834687"/>
                </a:lnTo>
                <a:cubicBezTo>
                  <a:pt x="4423709" y="3835185"/>
                  <a:pt x="4423210" y="3835434"/>
                  <a:pt x="4422712" y="3835434"/>
                </a:cubicBezTo>
                <a:close/>
                <a:moveTo>
                  <a:pt x="2355113" y="3287195"/>
                </a:moveTo>
                <a:cubicBezTo>
                  <a:pt x="2354533" y="3287195"/>
                  <a:pt x="2354034" y="3286946"/>
                  <a:pt x="2353785" y="3286447"/>
                </a:cubicBezTo>
                <a:lnTo>
                  <a:pt x="2343150" y="3268004"/>
                </a:lnTo>
                <a:cubicBezTo>
                  <a:pt x="2342901" y="3267588"/>
                  <a:pt x="2342901" y="3267007"/>
                  <a:pt x="2343150" y="3266508"/>
                </a:cubicBezTo>
                <a:lnTo>
                  <a:pt x="2353785" y="3248065"/>
                </a:lnTo>
                <a:cubicBezTo>
                  <a:pt x="2354117" y="3247566"/>
                  <a:pt x="2354616" y="3247317"/>
                  <a:pt x="2355113" y="3247317"/>
                </a:cubicBezTo>
                <a:lnTo>
                  <a:pt x="2376382" y="3247317"/>
                </a:lnTo>
                <a:cubicBezTo>
                  <a:pt x="2376964" y="3247317"/>
                  <a:pt x="2377463" y="3247566"/>
                  <a:pt x="2377711" y="3248065"/>
                </a:cubicBezTo>
                <a:lnTo>
                  <a:pt x="2388345" y="3266508"/>
                </a:lnTo>
                <a:cubicBezTo>
                  <a:pt x="2388594" y="3266924"/>
                  <a:pt x="2388594" y="3267505"/>
                  <a:pt x="2388345" y="3268004"/>
                </a:cubicBezTo>
                <a:lnTo>
                  <a:pt x="2377711" y="3286447"/>
                </a:lnTo>
                <a:cubicBezTo>
                  <a:pt x="2377378" y="3286946"/>
                  <a:pt x="2376880" y="3287195"/>
                  <a:pt x="2376383" y="3287195"/>
                </a:cubicBezTo>
                <a:close/>
                <a:moveTo>
                  <a:pt x="2595858" y="3351702"/>
                </a:moveTo>
                <a:cubicBezTo>
                  <a:pt x="2595277" y="3351702"/>
                  <a:pt x="2594778" y="3351453"/>
                  <a:pt x="2594529" y="3350954"/>
                </a:cubicBezTo>
                <a:lnTo>
                  <a:pt x="2583895" y="3332511"/>
                </a:lnTo>
                <a:cubicBezTo>
                  <a:pt x="2583646" y="3332095"/>
                  <a:pt x="2583646" y="3331514"/>
                  <a:pt x="2583895" y="3331015"/>
                </a:cubicBezTo>
                <a:lnTo>
                  <a:pt x="2594529" y="3312572"/>
                </a:lnTo>
                <a:cubicBezTo>
                  <a:pt x="2594861" y="3312073"/>
                  <a:pt x="2595360" y="3311824"/>
                  <a:pt x="2595858" y="3311824"/>
                </a:cubicBezTo>
                <a:lnTo>
                  <a:pt x="2617127" y="3311824"/>
                </a:lnTo>
                <a:cubicBezTo>
                  <a:pt x="2617708" y="3311824"/>
                  <a:pt x="2618207" y="3312073"/>
                  <a:pt x="2618456" y="3312572"/>
                </a:cubicBezTo>
                <a:lnTo>
                  <a:pt x="2629090" y="3331015"/>
                </a:lnTo>
                <a:cubicBezTo>
                  <a:pt x="2629339" y="3331431"/>
                  <a:pt x="2629339" y="3332012"/>
                  <a:pt x="2629090" y="3332511"/>
                </a:cubicBezTo>
                <a:lnTo>
                  <a:pt x="2618456" y="3350954"/>
                </a:lnTo>
                <a:cubicBezTo>
                  <a:pt x="2618123" y="3351453"/>
                  <a:pt x="2617625" y="3351702"/>
                  <a:pt x="2617127" y="3351702"/>
                </a:cubicBezTo>
                <a:close/>
                <a:moveTo>
                  <a:pt x="303683" y="2774342"/>
                </a:moveTo>
                <a:cubicBezTo>
                  <a:pt x="303600" y="2774342"/>
                  <a:pt x="303434" y="2774259"/>
                  <a:pt x="303434" y="2774259"/>
                </a:cubicBezTo>
                <a:lnTo>
                  <a:pt x="301689" y="2771268"/>
                </a:lnTo>
                <a:cubicBezTo>
                  <a:pt x="301689" y="2771185"/>
                  <a:pt x="301689" y="2771019"/>
                  <a:pt x="301689" y="2771019"/>
                </a:cubicBezTo>
                <a:lnTo>
                  <a:pt x="303434" y="2768028"/>
                </a:lnTo>
                <a:cubicBezTo>
                  <a:pt x="303517" y="2767945"/>
                  <a:pt x="303683" y="2767945"/>
                  <a:pt x="303683" y="2767945"/>
                </a:cubicBezTo>
                <a:lnTo>
                  <a:pt x="307173" y="2767945"/>
                </a:lnTo>
                <a:cubicBezTo>
                  <a:pt x="307255" y="2767945"/>
                  <a:pt x="307421" y="2768028"/>
                  <a:pt x="307421" y="2768028"/>
                </a:cubicBezTo>
                <a:lnTo>
                  <a:pt x="309165" y="2771019"/>
                </a:lnTo>
                <a:cubicBezTo>
                  <a:pt x="309166" y="2771102"/>
                  <a:pt x="309166" y="2771268"/>
                  <a:pt x="309166" y="2771268"/>
                </a:cubicBezTo>
                <a:lnTo>
                  <a:pt x="307420" y="2774259"/>
                </a:lnTo>
                <a:cubicBezTo>
                  <a:pt x="307338" y="2774342"/>
                  <a:pt x="307172" y="2774342"/>
                  <a:pt x="307172" y="2774342"/>
                </a:cubicBezTo>
                <a:close/>
                <a:moveTo>
                  <a:pt x="2888036" y="3474692"/>
                </a:moveTo>
                <a:cubicBezTo>
                  <a:pt x="2887786" y="3474692"/>
                  <a:pt x="2887371" y="3474277"/>
                  <a:pt x="2887371" y="3474277"/>
                </a:cubicBezTo>
                <a:lnTo>
                  <a:pt x="2881971" y="3464972"/>
                </a:lnTo>
                <a:cubicBezTo>
                  <a:pt x="2881805" y="3464723"/>
                  <a:pt x="2881971" y="3464224"/>
                  <a:pt x="2881971" y="3464224"/>
                </a:cubicBezTo>
                <a:lnTo>
                  <a:pt x="2887371" y="3454919"/>
                </a:lnTo>
                <a:cubicBezTo>
                  <a:pt x="2887537" y="3454670"/>
                  <a:pt x="2888036" y="3454504"/>
                  <a:pt x="2888036" y="3454504"/>
                </a:cubicBezTo>
                <a:lnTo>
                  <a:pt x="2898836" y="3454504"/>
                </a:lnTo>
                <a:cubicBezTo>
                  <a:pt x="2899085" y="3454504"/>
                  <a:pt x="2899501" y="3454919"/>
                  <a:pt x="2899501" y="3454919"/>
                </a:cubicBezTo>
                <a:lnTo>
                  <a:pt x="2904901" y="3464224"/>
                </a:lnTo>
                <a:cubicBezTo>
                  <a:pt x="2905067" y="3464474"/>
                  <a:pt x="2904901" y="3464972"/>
                  <a:pt x="2904901" y="3464972"/>
                </a:cubicBezTo>
                <a:lnTo>
                  <a:pt x="2899501" y="3474277"/>
                </a:lnTo>
                <a:cubicBezTo>
                  <a:pt x="2899334" y="3474526"/>
                  <a:pt x="2898836" y="3474692"/>
                  <a:pt x="2898836" y="3474692"/>
                </a:cubicBezTo>
                <a:close/>
                <a:moveTo>
                  <a:pt x="1442808" y="3088976"/>
                </a:moveTo>
                <a:cubicBezTo>
                  <a:pt x="1442476" y="3088976"/>
                  <a:pt x="1442061" y="3088560"/>
                  <a:pt x="1442061" y="3088560"/>
                </a:cubicBezTo>
                <a:lnTo>
                  <a:pt x="1435995" y="3078009"/>
                </a:lnTo>
                <a:cubicBezTo>
                  <a:pt x="1435830" y="3077760"/>
                  <a:pt x="1435996" y="3077179"/>
                  <a:pt x="1435996" y="3077179"/>
                </a:cubicBezTo>
                <a:lnTo>
                  <a:pt x="1442144" y="3066628"/>
                </a:lnTo>
                <a:cubicBezTo>
                  <a:pt x="1442309" y="3066378"/>
                  <a:pt x="1442892" y="3066212"/>
                  <a:pt x="1442892" y="3066212"/>
                </a:cubicBezTo>
                <a:lnTo>
                  <a:pt x="1455104" y="3066212"/>
                </a:lnTo>
                <a:cubicBezTo>
                  <a:pt x="1455437" y="3066212"/>
                  <a:pt x="1455852" y="3066628"/>
                  <a:pt x="1455852" y="3066628"/>
                </a:cubicBezTo>
                <a:lnTo>
                  <a:pt x="1461916" y="3077179"/>
                </a:lnTo>
                <a:cubicBezTo>
                  <a:pt x="1462083" y="3077428"/>
                  <a:pt x="1461917" y="3078009"/>
                  <a:pt x="1461917" y="3078009"/>
                </a:cubicBezTo>
                <a:lnTo>
                  <a:pt x="1455768" y="3088560"/>
                </a:lnTo>
                <a:cubicBezTo>
                  <a:pt x="1455601" y="3088810"/>
                  <a:pt x="1455021" y="3088976"/>
                  <a:pt x="1455021" y="3088976"/>
                </a:cubicBezTo>
                <a:close/>
                <a:moveTo>
                  <a:pt x="1382404" y="3073269"/>
                </a:moveTo>
                <a:cubicBezTo>
                  <a:pt x="1382155" y="3073269"/>
                  <a:pt x="1381657" y="3072853"/>
                  <a:pt x="1381657" y="3072853"/>
                </a:cubicBezTo>
                <a:lnTo>
                  <a:pt x="1375343" y="3061804"/>
                </a:lnTo>
                <a:cubicBezTo>
                  <a:pt x="1375177" y="3061554"/>
                  <a:pt x="1375343" y="3060890"/>
                  <a:pt x="1375343" y="3060890"/>
                </a:cubicBezTo>
                <a:lnTo>
                  <a:pt x="1381740" y="3049840"/>
                </a:lnTo>
                <a:cubicBezTo>
                  <a:pt x="1381906" y="3049591"/>
                  <a:pt x="1382488" y="3049425"/>
                  <a:pt x="1382488" y="3049425"/>
                </a:cubicBezTo>
                <a:lnTo>
                  <a:pt x="1395199" y="3049425"/>
                </a:lnTo>
                <a:cubicBezTo>
                  <a:pt x="1395448" y="3049425"/>
                  <a:pt x="1395946" y="3049840"/>
                  <a:pt x="1395946" y="3049840"/>
                </a:cubicBezTo>
                <a:lnTo>
                  <a:pt x="1402260" y="3060890"/>
                </a:lnTo>
                <a:cubicBezTo>
                  <a:pt x="1402427" y="3061139"/>
                  <a:pt x="1402260" y="3061804"/>
                  <a:pt x="1402260" y="3061804"/>
                </a:cubicBezTo>
                <a:lnTo>
                  <a:pt x="1395863" y="3072853"/>
                </a:lnTo>
                <a:cubicBezTo>
                  <a:pt x="1395697" y="3073103"/>
                  <a:pt x="1395116" y="3073269"/>
                  <a:pt x="1395116" y="3073269"/>
                </a:cubicBezTo>
                <a:close/>
                <a:moveTo>
                  <a:pt x="1502693" y="3105865"/>
                </a:moveTo>
                <a:cubicBezTo>
                  <a:pt x="1502360" y="3105865"/>
                  <a:pt x="1501862" y="3105367"/>
                  <a:pt x="1501862" y="3105367"/>
                </a:cubicBezTo>
                <a:lnTo>
                  <a:pt x="1495382" y="3094068"/>
                </a:lnTo>
                <a:cubicBezTo>
                  <a:pt x="1495216" y="3093819"/>
                  <a:pt x="1495382" y="3093154"/>
                  <a:pt x="1495382" y="3093154"/>
                </a:cubicBezTo>
                <a:lnTo>
                  <a:pt x="1501862" y="3081855"/>
                </a:lnTo>
                <a:cubicBezTo>
                  <a:pt x="1502028" y="3081523"/>
                  <a:pt x="1502693" y="3081357"/>
                  <a:pt x="1502693" y="3081357"/>
                </a:cubicBezTo>
                <a:lnTo>
                  <a:pt x="1515736" y="3081357"/>
                </a:lnTo>
                <a:cubicBezTo>
                  <a:pt x="1516069" y="3081357"/>
                  <a:pt x="1516567" y="3081855"/>
                  <a:pt x="1516567" y="3081855"/>
                </a:cubicBezTo>
                <a:lnTo>
                  <a:pt x="1523047" y="3093154"/>
                </a:lnTo>
                <a:cubicBezTo>
                  <a:pt x="1523213" y="3093404"/>
                  <a:pt x="1523047" y="3094068"/>
                  <a:pt x="1523047" y="3094068"/>
                </a:cubicBezTo>
                <a:lnTo>
                  <a:pt x="1516567" y="3105367"/>
                </a:lnTo>
                <a:cubicBezTo>
                  <a:pt x="1516401" y="3105699"/>
                  <a:pt x="1515736" y="3105865"/>
                  <a:pt x="1515736" y="3105865"/>
                </a:cubicBezTo>
                <a:close/>
                <a:moveTo>
                  <a:pt x="1322052" y="3057558"/>
                </a:moveTo>
                <a:cubicBezTo>
                  <a:pt x="1321719" y="3057558"/>
                  <a:pt x="1321221" y="3057058"/>
                  <a:pt x="1321221" y="3057058"/>
                </a:cubicBezTo>
                <a:lnTo>
                  <a:pt x="1314658" y="3045677"/>
                </a:lnTo>
                <a:cubicBezTo>
                  <a:pt x="1314492" y="3045428"/>
                  <a:pt x="1314658" y="3044764"/>
                  <a:pt x="1314658" y="3044764"/>
                </a:cubicBezTo>
                <a:lnTo>
                  <a:pt x="1321221" y="3033380"/>
                </a:lnTo>
                <a:cubicBezTo>
                  <a:pt x="1321387" y="3033048"/>
                  <a:pt x="1322052" y="3032882"/>
                  <a:pt x="1322052" y="3032882"/>
                </a:cubicBezTo>
                <a:lnTo>
                  <a:pt x="1335178" y="3032883"/>
                </a:lnTo>
                <a:cubicBezTo>
                  <a:pt x="1335511" y="3032882"/>
                  <a:pt x="1336009" y="3033381"/>
                  <a:pt x="1336009" y="3033381"/>
                </a:cubicBezTo>
                <a:lnTo>
                  <a:pt x="1342572" y="3044764"/>
                </a:lnTo>
                <a:cubicBezTo>
                  <a:pt x="1342739" y="3045012"/>
                  <a:pt x="1342572" y="3045676"/>
                  <a:pt x="1342572" y="3045676"/>
                </a:cubicBezTo>
                <a:lnTo>
                  <a:pt x="1336009" y="3057059"/>
                </a:lnTo>
                <a:cubicBezTo>
                  <a:pt x="1335843" y="3057391"/>
                  <a:pt x="1335178" y="3057557"/>
                  <a:pt x="1335178" y="3057557"/>
                </a:cubicBezTo>
                <a:close/>
                <a:moveTo>
                  <a:pt x="479362" y="2831948"/>
                </a:moveTo>
                <a:cubicBezTo>
                  <a:pt x="479029" y="2831948"/>
                  <a:pt x="478531" y="2831449"/>
                  <a:pt x="478531" y="2831449"/>
                </a:cubicBezTo>
                <a:lnTo>
                  <a:pt x="471885" y="2819901"/>
                </a:lnTo>
                <a:cubicBezTo>
                  <a:pt x="471719" y="2819652"/>
                  <a:pt x="471885" y="2818987"/>
                  <a:pt x="471885" y="2818987"/>
                </a:cubicBezTo>
                <a:lnTo>
                  <a:pt x="478531" y="2807439"/>
                </a:lnTo>
                <a:cubicBezTo>
                  <a:pt x="478697" y="2807107"/>
                  <a:pt x="479362" y="2806941"/>
                  <a:pt x="479362" y="2806941"/>
                </a:cubicBezTo>
                <a:lnTo>
                  <a:pt x="492654" y="2806941"/>
                </a:lnTo>
                <a:cubicBezTo>
                  <a:pt x="492987" y="2806941"/>
                  <a:pt x="493486" y="2807438"/>
                  <a:pt x="493486" y="2807438"/>
                </a:cubicBezTo>
                <a:lnTo>
                  <a:pt x="500132" y="2818988"/>
                </a:lnTo>
                <a:cubicBezTo>
                  <a:pt x="500299" y="2819237"/>
                  <a:pt x="500132" y="2819901"/>
                  <a:pt x="500132" y="2819901"/>
                </a:cubicBezTo>
                <a:lnTo>
                  <a:pt x="493486" y="2831449"/>
                </a:lnTo>
                <a:cubicBezTo>
                  <a:pt x="493319" y="2831781"/>
                  <a:pt x="492654" y="2831948"/>
                  <a:pt x="492654" y="2831948"/>
                </a:cubicBezTo>
                <a:close/>
                <a:moveTo>
                  <a:pt x="1562370" y="3122811"/>
                </a:moveTo>
                <a:cubicBezTo>
                  <a:pt x="1562038" y="3122811"/>
                  <a:pt x="1561539" y="3122313"/>
                  <a:pt x="1561539" y="3122313"/>
                </a:cubicBezTo>
                <a:lnTo>
                  <a:pt x="1554561" y="3110266"/>
                </a:lnTo>
                <a:cubicBezTo>
                  <a:pt x="1554395" y="3109934"/>
                  <a:pt x="1554561" y="3109269"/>
                  <a:pt x="1554561" y="3109269"/>
                </a:cubicBezTo>
                <a:lnTo>
                  <a:pt x="1561539" y="3097222"/>
                </a:lnTo>
                <a:cubicBezTo>
                  <a:pt x="1561706" y="3096890"/>
                  <a:pt x="1562370" y="3096724"/>
                  <a:pt x="1562370" y="3096724"/>
                </a:cubicBezTo>
                <a:lnTo>
                  <a:pt x="1576328" y="3096724"/>
                </a:lnTo>
                <a:cubicBezTo>
                  <a:pt x="1576660" y="3096724"/>
                  <a:pt x="1577158" y="3097222"/>
                  <a:pt x="1577158" y="3097222"/>
                </a:cubicBezTo>
                <a:lnTo>
                  <a:pt x="1584136" y="3109269"/>
                </a:lnTo>
                <a:cubicBezTo>
                  <a:pt x="1584303" y="3109601"/>
                  <a:pt x="1584137" y="3110266"/>
                  <a:pt x="1584137" y="3110266"/>
                </a:cubicBezTo>
                <a:lnTo>
                  <a:pt x="1577158" y="3122313"/>
                </a:lnTo>
                <a:cubicBezTo>
                  <a:pt x="1576992" y="3122645"/>
                  <a:pt x="1576327" y="3122811"/>
                  <a:pt x="1576327" y="3122811"/>
                </a:cubicBezTo>
                <a:close/>
                <a:moveTo>
                  <a:pt x="1261255" y="3042495"/>
                </a:moveTo>
                <a:cubicBezTo>
                  <a:pt x="1260921" y="3042495"/>
                  <a:pt x="1260424" y="3041997"/>
                  <a:pt x="1260424" y="3041997"/>
                </a:cubicBezTo>
                <a:lnTo>
                  <a:pt x="1253279" y="3029701"/>
                </a:lnTo>
                <a:cubicBezTo>
                  <a:pt x="1253112" y="3029369"/>
                  <a:pt x="1253279" y="3028704"/>
                  <a:pt x="1253279" y="3028704"/>
                </a:cubicBezTo>
                <a:lnTo>
                  <a:pt x="1260424" y="3016408"/>
                </a:lnTo>
                <a:cubicBezTo>
                  <a:pt x="1260590" y="3016076"/>
                  <a:pt x="1261254" y="3015910"/>
                  <a:pt x="1261254" y="3015910"/>
                </a:cubicBezTo>
                <a:lnTo>
                  <a:pt x="1275460" y="3015910"/>
                </a:lnTo>
                <a:cubicBezTo>
                  <a:pt x="1275794" y="3015910"/>
                  <a:pt x="1276291" y="3016408"/>
                  <a:pt x="1276291" y="3016408"/>
                </a:cubicBezTo>
                <a:lnTo>
                  <a:pt x="1283436" y="3028704"/>
                </a:lnTo>
                <a:cubicBezTo>
                  <a:pt x="1283602" y="3029036"/>
                  <a:pt x="1283436" y="3029701"/>
                  <a:pt x="1283436" y="3029701"/>
                </a:cubicBezTo>
                <a:lnTo>
                  <a:pt x="1276291" y="3041997"/>
                </a:lnTo>
                <a:cubicBezTo>
                  <a:pt x="1276125" y="3042329"/>
                  <a:pt x="1275461" y="3042495"/>
                  <a:pt x="1275461" y="3042495"/>
                </a:cubicBezTo>
                <a:close/>
                <a:moveTo>
                  <a:pt x="1200922" y="3026630"/>
                </a:moveTo>
                <a:cubicBezTo>
                  <a:pt x="1200506" y="3026630"/>
                  <a:pt x="1200008" y="3026132"/>
                  <a:pt x="1200008" y="3026132"/>
                </a:cubicBezTo>
                <a:lnTo>
                  <a:pt x="1192780" y="3013505"/>
                </a:lnTo>
                <a:cubicBezTo>
                  <a:pt x="1192614" y="3013255"/>
                  <a:pt x="1192780" y="3012507"/>
                  <a:pt x="1192780" y="3012507"/>
                </a:cubicBezTo>
                <a:lnTo>
                  <a:pt x="1200091" y="2999879"/>
                </a:lnTo>
                <a:cubicBezTo>
                  <a:pt x="1200340" y="2999546"/>
                  <a:pt x="1201005" y="2999381"/>
                  <a:pt x="1201005" y="2999381"/>
                </a:cubicBezTo>
                <a:lnTo>
                  <a:pt x="1215544" y="2999381"/>
                </a:lnTo>
                <a:cubicBezTo>
                  <a:pt x="1215959" y="2999381"/>
                  <a:pt x="1216457" y="2999879"/>
                  <a:pt x="1216457" y="2999879"/>
                </a:cubicBezTo>
                <a:lnTo>
                  <a:pt x="1223685" y="3012507"/>
                </a:lnTo>
                <a:cubicBezTo>
                  <a:pt x="1223851" y="3012756"/>
                  <a:pt x="1223685" y="3013504"/>
                  <a:pt x="1223685" y="3013504"/>
                </a:cubicBezTo>
                <a:lnTo>
                  <a:pt x="1216374" y="3026132"/>
                </a:lnTo>
                <a:cubicBezTo>
                  <a:pt x="1216125" y="3026465"/>
                  <a:pt x="1215460" y="3026630"/>
                  <a:pt x="1215460" y="3026630"/>
                </a:cubicBezTo>
                <a:close/>
                <a:moveTo>
                  <a:pt x="4149536" y="3817936"/>
                </a:moveTo>
                <a:cubicBezTo>
                  <a:pt x="4149121" y="3817936"/>
                  <a:pt x="4148538" y="3817354"/>
                  <a:pt x="4148538" y="3817354"/>
                </a:cubicBezTo>
                <a:lnTo>
                  <a:pt x="4140730" y="3803813"/>
                </a:lnTo>
                <a:cubicBezTo>
                  <a:pt x="4140564" y="3803480"/>
                  <a:pt x="4140730" y="3802732"/>
                  <a:pt x="4140730" y="3802732"/>
                </a:cubicBezTo>
                <a:lnTo>
                  <a:pt x="4148539" y="3789190"/>
                </a:lnTo>
                <a:cubicBezTo>
                  <a:pt x="4148789" y="3788859"/>
                  <a:pt x="4149536" y="3788609"/>
                  <a:pt x="4149536" y="3788609"/>
                </a:cubicBezTo>
                <a:lnTo>
                  <a:pt x="4165238" y="3788610"/>
                </a:lnTo>
                <a:cubicBezTo>
                  <a:pt x="4165653" y="3788609"/>
                  <a:pt x="4166235" y="3789190"/>
                  <a:pt x="4166235" y="3789190"/>
                </a:cubicBezTo>
                <a:lnTo>
                  <a:pt x="4174044" y="3802732"/>
                </a:lnTo>
                <a:cubicBezTo>
                  <a:pt x="4174210" y="3803065"/>
                  <a:pt x="4174044" y="3803812"/>
                  <a:pt x="4174044" y="3803812"/>
                </a:cubicBezTo>
                <a:lnTo>
                  <a:pt x="4166234" y="3817355"/>
                </a:lnTo>
                <a:cubicBezTo>
                  <a:pt x="4165986" y="3817688"/>
                  <a:pt x="4165238" y="3817936"/>
                  <a:pt x="4165238" y="3817936"/>
                </a:cubicBezTo>
                <a:close/>
                <a:moveTo>
                  <a:pt x="417835" y="2818228"/>
                </a:moveTo>
                <a:cubicBezTo>
                  <a:pt x="417419" y="2818228"/>
                  <a:pt x="416837" y="2817647"/>
                  <a:pt x="416837" y="2817647"/>
                </a:cubicBezTo>
                <a:lnTo>
                  <a:pt x="408945" y="2803939"/>
                </a:lnTo>
                <a:cubicBezTo>
                  <a:pt x="408779" y="2803523"/>
                  <a:pt x="408945" y="2802776"/>
                  <a:pt x="408945" y="2802776"/>
                </a:cubicBezTo>
                <a:lnTo>
                  <a:pt x="416921" y="2789068"/>
                </a:lnTo>
                <a:cubicBezTo>
                  <a:pt x="417170" y="2788735"/>
                  <a:pt x="417917" y="2788486"/>
                  <a:pt x="417917" y="2788486"/>
                </a:cubicBezTo>
                <a:lnTo>
                  <a:pt x="433786" y="2788486"/>
                </a:lnTo>
                <a:cubicBezTo>
                  <a:pt x="434201" y="2788486"/>
                  <a:pt x="434783" y="2789068"/>
                  <a:pt x="434783" y="2789068"/>
                </a:cubicBezTo>
                <a:lnTo>
                  <a:pt x="442675" y="2802776"/>
                </a:lnTo>
                <a:cubicBezTo>
                  <a:pt x="442842" y="2803191"/>
                  <a:pt x="442675" y="2803939"/>
                  <a:pt x="442675" y="2803939"/>
                </a:cubicBezTo>
                <a:lnTo>
                  <a:pt x="434701" y="2817647"/>
                </a:lnTo>
                <a:cubicBezTo>
                  <a:pt x="434450" y="2817979"/>
                  <a:pt x="433703" y="2818228"/>
                  <a:pt x="433703" y="2818228"/>
                </a:cubicBezTo>
                <a:close/>
                <a:moveTo>
                  <a:pt x="1621500" y="3140924"/>
                </a:moveTo>
                <a:cubicBezTo>
                  <a:pt x="1621084" y="3140924"/>
                  <a:pt x="1620502" y="3140342"/>
                  <a:pt x="1620502" y="3140342"/>
                </a:cubicBezTo>
                <a:lnTo>
                  <a:pt x="1612445" y="3126385"/>
                </a:lnTo>
                <a:cubicBezTo>
                  <a:pt x="1612278" y="3125970"/>
                  <a:pt x="1612445" y="3125223"/>
                  <a:pt x="1612445" y="3125223"/>
                </a:cubicBezTo>
                <a:lnTo>
                  <a:pt x="1620502" y="3111265"/>
                </a:lnTo>
                <a:cubicBezTo>
                  <a:pt x="1620752" y="3110932"/>
                  <a:pt x="1621500" y="3110683"/>
                  <a:pt x="1621500" y="3110683"/>
                </a:cubicBezTo>
                <a:lnTo>
                  <a:pt x="1637533" y="3110684"/>
                </a:lnTo>
                <a:cubicBezTo>
                  <a:pt x="1637950" y="3110684"/>
                  <a:pt x="1638531" y="3111265"/>
                  <a:pt x="1638531" y="3111265"/>
                </a:cubicBezTo>
                <a:lnTo>
                  <a:pt x="1646590" y="3125222"/>
                </a:lnTo>
                <a:cubicBezTo>
                  <a:pt x="1646756" y="3125637"/>
                  <a:pt x="1646589" y="3126385"/>
                  <a:pt x="1646589" y="3126385"/>
                </a:cubicBezTo>
                <a:lnTo>
                  <a:pt x="1638532" y="3140343"/>
                </a:lnTo>
                <a:cubicBezTo>
                  <a:pt x="1638282" y="3140674"/>
                  <a:pt x="1637533" y="3140925"/>
                  <a:pt x="1637533" y="3140925"/>
                </a:cubicBezTo>
                <a:close/>
                <a:moveTo>
                  <a:pt x="357314" y="2802860"/>
                </a:moveTo>
                <a:cubicBezTo>
                  <a:pt x="356899" y="2802860"/>
                  <a:pt x="356318" y="2802278"/>
                  <a:pt x="356318" y="2802278"/>
                </a:cubicBezTo>
                <a:lnTo>
                  <a:pt x="348010" y="2787823"/>
                </a:lnTo>
                <a:cubicBezTo>
                  <a:pt x="347762" y="2787490"/>
                  <a:pt x="348010" y="2786659"/>
                  <a:pt x="348010" y="2786659"/>
                </a:cubicBezTo>
                <a:lnTo>
                  <a:pt x="356318" y="2772204"/>
                </a:lnTo>
                <a:cubicBezTo>
                  <a:pt x="356484" y="2771871"/>
                  <a:pt x="357314" y="2771622"/>
                  <a:pt x="357314" y="2771622"/>
                </a:cubicBezTo>
                <a:lnTo>
                  <a:pt x="374013" y="2771622"/>
                </a:lnTo>
                <a:cubicBezTo>
                  <a:pt x="374429" y="2771622"/>
                  <a:pt x="375010" y="2772204"/>
                  <a:pt x="375010" y="2772204"/>
                </a:cubicBezTo>
                <a:lnTo>
                  <a:pt x="383318" y="2786659"/>
                </a:lnTo>
                <a:cubicBezTo>
                  <a:pt x="383569" y="2786992"/>
                  <a:pt x="383318" y="2787823"/>
                  <a:pt x="383318" y="2787823"/>
                </a:cubicBezTo>
                <a:lnTo>
                  <a:pt x="375011" y="2802278"/>
                </a:lnTo>
                <a:cubicBezTo>
                  <a:pt x="374844" y="2802611"/>
                  <a:pt x="374013" y="2802860"/>
                  <a:pt x="374013" y="2802860"/>
                </a:cubicBezTo>
                <a:close/>
                <a:moveTo>
                  <a:pt x="3005087" y="3513084"/>
                </a:moveTo>
                <a:cubicBezTo>
                  <a:pt x="3004672" y="3513084"/>
                  <a:pt x="3004007" y="3512502"/>
                  <a:pt x="3004007" y="3512502"/>
                </a:cubicBezTo>
                <a:lnTo>
                  <a:pt x="2995284" y="3497465"/>
                </a:lnTo>
                <a:cubicBezTo>
                  <a:pt x="2995035" y="3497050"/>
                  <a:pt x="2995284" y="3496219"/>
                  <a:pt x="2995284" y="3496219"/>
                </a:cubicBezTo>
                <a:lnTo>
                  <a:pt x="3004007" y="3481181"/>
                </a:lnTo>
                <a:cubicBezTo>
                  <a:pt x="3004256" y="3480849"/>
                  <a:pt x="3004672" y="3480600"/>
                  <a:pt x="3005087" y="3480600"/>
                </a:cubicBezTo>
                <a:lnTo>
                  <a:pt x="3022451" y="3480600"/>
                </a:lnTo>
                <a:cubicBezTo>
                  <a:pt x="3022866" y="3480600"/>
                  <a:pt x="3023531" y="3481181"/>
                  <a:pt x="3023531" y="3481181"/>
                </a:cubicBezTo>
                <a:lnTo>
                  <a:pt x="3032254" y="3496219"/>
                </a:lnTo>
                <a:cubicBezTo>
                  <a:pt x="3032503" y="3496634"/>
                  <a:pt x="3032254" y="3497465"/>
                  <a:pt x="3032254" y="3497465"/>
                </a:cubicBezTo>
                <a:lnTo>
                  <a:pt x="3023531" y="3512502"/>
                </a:lnTo>
                <a:cubicBezTo>
                  <a:pt x="3023281" y="3512835"/>
                  <a:pt x="3022866" y="3513084"/>
                  <a:pt x="3022451" y="3513084"/>
                </a:cubicBezTo>
                <a:close/>
                <a:moveTo>
                  <a:pt x="2944897" y="3497061"/>
                </a:moveTo>
                <a:cubicBezTo>
                  <a:pt x="2944482" y="3497060"/>
                  <a:pt x="2943818" y="3496479"/>
                  <a:pt x="2943818" y="3496479"/>
                </a:cubicBezTo>
                <a:lnTo>
                  <a:pt x="2935094" y="3481359"/>
                </a:lnTo>
                <a:cubicBezTo>
                  <a:pt x="2934845" y="3480943"/>
                  <a:pt x="2935094" y="3480112"/>
                  <a:pt x="2935094" y="3480112"/>
                </a:cubicBezTo>
                <a:lnTo>
                  <a:pt x="2943818" y="3464992"/>
                </a:lnTo>
                <a:cubicBezTo>
                  <a:pt x="2944066" y="3464659"/>
                  <a:pt x="2944482" y="3464410"/>
                  <a:pt x="2944897" y="3464410"/>
                </a:cubicBezTo>
                <a:lnTo>
                  <a:pt x="2962427" y="3464410"/>
                </a:lnTo>
                <a:cubicBezTo>
                  <a:pt x="2962842" y="3464410"/>
                  <a:pt x="2963507" y="3464992"/>
                  <a:pt x="2963507" y="3464992"/>
                </a:cubicBezTo>
                <a:lnTo>
                  <a:pt x="2972230" y="3480112"/>
                </a:lnTo>
                <a:cubicBezTo>
                  <a:pt x="2972479" y="3480527"/>
                  <a:pt x="2972230" y="3481359"/>
                  <a:pt x="2972230" y="3481359"/>
                </a:cubicBezTo>
                <a:lnTo>
                  <a:pt x="2963508" y="3496479"/>
                </a:lnTo>
                <a:cubicBezTo>
                  <a:pt x="2963258" y="3496811"/>
                  <a:pt x="2962842" y="3497061"/>
                  <a:pt x="2962427" y="3497060"/>
                </a:cubicBezTo>
                <a:close/>
                <a:moveTo>
                  <a:pt x="1018856" y="2981074"/>
                </a:moveTo>
                <a:cubicBezTo>
                  <a:pt x="1018441" y="2981073"/>
                  <a:pt x="1017776" y="2980492"/>
                  <a:pt x="1017776" y="2980492"/>
                </a:cubicBezTo>
                <a:lnTo>
                  <a:pt x="1008970" y="2965288"/>
                </a:lnTo>
                <a:cubicBezTo>
                  <a:pt x="1008721" y="2964873"/>
                  <a:pt x="1008970" y="2964042"/>
                  <a:pt x="1008970" y="2964042"/>
                </a:cubicBezTo>
                <a:lnTo>
                  <a:pt x="1017776" y="2948839"/>
                </a:lnTo>
                <a:cubicBezTo>
                  <a:pt x="1018026" y="2948507"/>
                  <a:pt x="1018441" y="2948257"/>
                  <a:pt x="1018856" y="2948258"/>
                </a:cubicBezTo>
                <a:lnTo>
                  <a:pt x="1036469" y="2948257"/>
                </a:lnTo>
                <a:cubicBezTo>
                  <a:pt x="1036884" y="2948258"/>
                  <a:pt x="1037549" y="2948840"/>
                  <a:pt x="1037549" y="2948840"/>
                </a:cubicBezTo>
                <a:lnTo>
                  <a:pt x="1046356" y="2964043"/>
                </a:lnTo>
                <a:cubicBezTo>
                  <a:pt x="1046605" y="2964458"/>
                  <a:pt x="1046356" y="2965289"/>
                  <a:pt x="1046356" y="2965289"/>
                </a:cubicBezTo>
                <a:lnTo>
                  <a:pt x="1037549" y="2980493"/>
                </a:lnTo>
                <a:cubicBezTo>
                  <a:pt x="1037300" y="2980825"/>
                  <a:pt x="1036884" y="2981074"/>
                  <a:pt x="1036469" y="2981073"/>
                </a:cubicBezTo>
                <a:close/>
                <a:moveTo>
                  <a:pt x="1139086" y="3013652"/>
                </a:moveTo>
                <a:cubicBezTo>
                  <a:pt x="1138671" y="3013652"/>
                  <a:pt x="1138006" y="3012987"/>
                  <a:pt x="1138006" y="3012987"/>
                </a:cubicBezTo>
                <a:lnTo>
                  <a:pt x="1129034" y="2997451"/>
                </a:lnTo>
                <a:cubicBezTo>
                  <a:pt x="1128785" y="2997119"/>
                  <a:pt x="1129034" y="2996205"/>
                  <a:pt x="1129034" y="2996205"/>
                </a:cubicBezTo>
                <a:lnTo>
                  <a:pt x="1138006" y="2980670"/>
                </a:lnTo>
                <a:cubicBezTo>
                  <a:pt x="1138256" y="2980254"/>
                  <a:pt x="1138671" y="2980005"/>
                  <a:pt x="1139086" y="2980005"/>
                </a:cubicBezTo>
                <a:lnTo>
                  <a:pt x="1156949" y="2980005"/>
                </a:lnTo>
                <a:cubicBezTo>
                  <a:pt x="1157364" y="2980005"/>
                  <a:pt x="1158029" y="2980670"/>
                  <a:pt x="1158029" y="2980670"/>
                </a:cubicBezTo>
                <a:lnTo>
                  <a:pt x="1167001" y="2996205"/>
                </a:lnTo>
                <a:cubicBezTo>
                  <a:pt x="1167250" y="2996538"/>
                  <a:pt x="1167001" y="2997451"/>
                  <a:pt x="1167001" y="2997451"/>
                </a:cubicBezTo>
                <a:lnTo>
                  <a:pt x="1158029" y="3012987"/>
                </a:lnTo>
                <a:cubicBezTo>
                  <a:pt x="1157779" y="3013404"/>
                  <a:pt x="1157364" y="3013652"/>
                  <a:pt x="1156949" y="3013652"/>
                </a:cubicBezTo>
                <a:close/>
                <a:moveTo>
                  <a:pt x="3245436" y="3578351"/>
                </a:moveTo>
                <a:cubicBezTo>
                  <a:pt x="3245020" y="3578351"/>
                  <a:pt x="3244356" y="3577687"/>
                  <a:pt x="3244356" y="3577687"/>
                </a:cubicBezTo>
                <a:lnTo>
                  <a:pt x="3235301" y="3561902"/>
                </a:lnTo>
                <a:cubicBezTo>
                  <a:pt x="3235052" y="3561570"/>
                  <a:pt x="3235301" y="3560656"/>
                  <a:pt x="3235301" y="3560656"/>
                </a:cubicBezTo>
                <a:lnTo>
                  <a:pt x="3244440" y="3544871"/>
                </a:lnTo>
                <a:cubicBezTo>
                  <a:pt x="3244606" y="3544455"/>
                  <a:pt x="3245104" y="3544206"/>
                  <a:pt x="3245520" y="3544206"/>
                </a:cubicBezTo>
                <a:lnTo>
                  <a:pt x="3263714" y="3544206"/>
                </a:lnTo>
                <a:cubicBezTo>
                  <a:pt x="3264129" y="3544206"/>
                  <a:pt x="3264793" y="3544871"/>
                  <a:pt x="3264793" y="3544871"/>
                </a:cubicBezTo>
                <a:lnTo>
                  <a:pt x="3273850" y="3560656"/>
                </a:lnTo>
                <a:cubicBezTo>
                  <a:pt x="3274099" y="3560988"/>
                  <a:pt x="3273850" y="3561902"/>
                  <a:pt x="3273850" y="3561902"/>
                </a:cubicBezTo>
                <a:lnTo>
                  <a:pt x="3264711" y="3577687"/>
                </a:lnTo>
                <a:cubicBezTo>
                  <a:pt x="3264545" y="3578102"/>
                  <a:pt x="3264046" y="3578351"/>
                  <a:pt x="3263631" y="3578351"/>
                </a:cubicBezTo>
                <a:close/>
                <a:moveTo>
                  <a:pt x="3185260" y="3562310"/>
                </a:moveTo>
                <a:cubicBezTo>
                  <a:pt x="3184845" y="3562310"/>
                  <a:pt x="3184181" y="3561645"/>
                  <a:pt x="3184181" y="3561645"/>
                </a:cubicBezTo>
                <a:lnTo>
                  <a:pt x="3175042" y="3545777"/>
                </a:lnTo>
                <a:cubicBezTo>
                  <a:pt x="3174794" y="3545363"/>
                  <a:pt x="3175042" y="3544448"/>
                  <a:pt x="3175042" y="3544448"/>
                </a:cubicBezTo>
                <a:lnTo>
                  <a:pt x="3184180" y="3528581"/>
                </a:lnTo>
                <a:cubicBezTo>
                  <a:pt x="3184347" y="3528165"/>
                  <a:pt x="3184845" y="3527915"/>
                  <a:pt x="3185260" y="3527915"/>
                </a:cubicBezTo>
                <a:lnTo>
                  <a:pt x="3203538" y="3527916"/>
                </a:lnTo>
                <a:cubicBezTo>
                  <a:pt x="3203953" y="3527915"/>
                  <a:pt x="3204618" y="3528580"/>
                  <a:pt x="3204618" y="3528580"/>
                </a:cubicBezTo>
                <a:lnTo>
                  <a:pt x="3213756" y="3544448"/>
                </a:lnTo>
                <a:cubicBezTo>
                  <a:pt x="3214006" y="3544863"/>
                  <a:pt x="3213756" y="3545778"/>
                  <a:pt x="3213756" y="3545778"/>
                </a:cubicBezTo>
                <a:lnTo>
                  <a:pt x="3204618" y="3561645"/>
                </a:lnTo>
                <a:cubicBezTo>
                  <a:pt x="3204452" y="3562060"/>
                  <a:pt x="3203953" y="3562310"/>
                  <a:pt x="3203539" y="3562311"/>
                </a:cubicBezTo>
                <a:close/>
                <a:moveTo>
                  <a:pt x="3064784" y="3530220"/>
                </a:moveTo>
                <a:cubicBezTo>
                  <a:pt x="3064285" y="3530220"/>
                  <a:pt x="3063621" y="3529555"/>
                  <a:pt x="3063621" y="3529555"/>
                </a:cubicBezTo>
                <a:lnTo>
                  <a:pt x="3054399" y="3513604"/>
                </a:lnTo>
                <a:cubicBezTo>
                  <a:pt x="3054149" y="3513189"/>
                  <a:pt x="3054399" y="3512275"/>
                  <a:pt x="3054399" y="3512275"/>
                </a:cubicBezTo>
                <a:lnTo>
                  <a:pt x="3063621" y="3496324"/>
                </a:lnTo>
                <a:cubicBezTo>
                  <a:pt x="3063870" y="3495908"/>
                  <a:pt x="3064285" y="3495659"/>
                  <a:pt x="3064784" y="3495659"/>
                </a:cubicBezTo>
                <a:lnTo>
                  <a:pt x="3083227" y="3495659"/>
                </a:lnTo>
                <a:cubicBezTo>
                  <a:pt x="3083726" y="3495659"/>
                  <a:pt x="3084390" y="3496324"/>
                  <a:pt x="3084390" y="3496324"/>
                </a:cubicBezTo>
                <a:lnTo>
                  <a:pt x="3093612" y="3512275"/>
                </a:lnTo>
                <a:cubicBezTo>
                  <a:pt x="3093861" y="3512690"/>
                  <a:pt x="3093612" y="3513604"/>
                  <a:pt x="3093612" y="3513604"/>
                </a:cubicBezTo>
                <a:lnTo>
                  <a:pt x="3084390" y="3529555"/>
                </a:lnTo>
                <a:cubicBezTo>
                  <a:pt x="3084141" y="3529970"/>
                  <a:pt x="3083726" y="3530220"/>
                  <a:pt x="3083227" y="3530220"/>
                </a:cubicBezTo>
                <a:close/>
                <a:moveTo>
                  <a:pt x="3124971" y="3546347"/>
                </a:moveTo>
                <a:cubicBezTo>
                  <a:pt x="3124472" y="3546347"/>
                  <a:pt x="3123808" y="3545682"/>
                  <a:pt x="3123808" y="3545682"/>
                </a:cubicBezTo>
                <a:lnTo>
                  <a:pt x="3114586" y="3529731"/>
                </a:lnTo>
                <a:cubicBezTo>
                  <a:pt x="3114336" y="3529316"/>
                  <a:pt x="3114586" y="3528402"/>
                  <a:pt x="3114586" y="3528402"/>
                </a:cubicBezTo>
                <a:lnTo>
                  <a:pt x="3123808" y="3512451"/>
                </a:lnTo>
                <a:cubicBezTo>
                  <a:pt x="3124057" y="3512035"/>
                  <a:pt x="3124472" y="3511786"/>
                  <a:pt x="3124971" y="3511786"/>
                </a:cubicBezTo>
                <a:lnTo>
                  <a:pt x="3143414" y="3511786"/>
                </a:lnTo>
                <a:cubicBezTo>
                  <a:pt x="3143913" y="3511786"/>
                  <a:pt x="3144577" y="3512451"/>
                  <a:pt x="3144577" y="3512451"/>
                </a:cubicBezTo>
                <a:lnTo>
                  <a:pt x="3153799" y="3528402"/>
                </a:lnTo>
                <a:cubicBezTo>
                  <a:pt x="3154048" y="3528817"/>
                  <a:pt x="3153799" y="3529731"/>
                  <a:pt x="3153799" y="3529731"/>
                </a:cubicBezTo>
                <a:lnTo>
                  <a:pt x="3144577" y="3545682"/>
                </a:lnTo>
                <a:cubicBezTo>
                  <a:pt x="3144328" y="3546097"/>
                  <a:pt x="3143913" y="3546347"/>
                  <a:pt x="3143414" y="3546347"/>
                </a:cubicBezTo>
                <a:close/>
                <a:moveTo>
                  <a:pt x="3305363" y="3595058"/>
                </a:moveTo>
                <a:cubicBezTo>
                  <a:pt x="3304864" y="3595058"/>
                  <a:pt x="3304200" y="3594394"/>
                  <a:pt x="3304200" y="3594394"/>
                </a:cubicBezTo>
                <a:lnTo>
                  <a:pt x="3294812" y="3578110"/>
                </a:lnTo>
                <a:cubicBezTo>
                  <a:pt x="3294563" y="3577695"/>
                  <a:pt x="3294812" y="3576781"/>
                  <a:pt x="3294812" y="3576781"/>
                </a:cubicBezTo>
                <a:lnTo>
                  <a:pt x="3304199" y="3560498"/>
                </a:lnTo>
                <a:cubicBezTo>
                  <a:pt x="3304449" y="3560082"/>
                  <a:pt x="3304864" y="3559833"/>
                  <a:pt x="3305363" y="3559833"/>
                </a:cubicBezTo>
                <a:lnTo>
                  <a:pt x="3324139" y="3559833"/>
                </a:lnTo>
                <a:cubicBezTo>
                  <a:pt x="3324637" y="3559833"/>
                  <a:pt x="3325302" y="3560498"/>
                  <a:pt x="3325302" y="3560498"/>
                </a:cubicBezTo>
                <a:lnTo>
                  <a:pt x="3334690" y="3576781"/>
                </a:lnTo>
                <a:cubicBezTo>
                  <a:pt x="3334939" y="3577197"/>
                  <a:pt x="3334690" y="3578110"/>
                  <a:pt x="3334690" y="3578110"/>
                </a:cubicBezTo>
                <a:lnTo>
                  <a:pt x="3325302" y="3594394"/>
                </a:lnTo>
                <a:cubicBezTo>
                  <a:pt x="3325052" y="3594809"/>
                  <a:pt x="3324637" y="3595058"/>
                  <a:pt x="3324139" y="3595058"/>
                </a:cubicBezTo>
                <a:close/>
                <a:moveTo>
                  <a:pt x="957913" y="2966440"/>
                </a:moveTo>
                <a:cubicBezTo>
                  <a:pt x="957414" y="2966440"/>
                  <a:pt x="956750" y="2965775"/>
                  <a:pt x="956750" y="2965775"/>
                </a:cubicBezTo>
                <a:lnTo>
                  <a:pt x="947196" y="2949243"/>
                </a:lnTo>
                <a:cubicBezTo>
                  <a:pt x="946947" y="2948827"/>
                  <a:pt x="947196" y="2947913"/>
                  <a:pt x="947196" y="2947913"/>
                </a:cubicBezTo>
                <a:lnTo>
                  <a:pt x="956750" y="2931381"/>
                </a:lnTo>
                <a:cubicBezTo>
                  <a:pt x="956999" y="2930965"/>
                  <a:pt x="957414" y="2930716"/>
                  <a:pt x="957913" y="2930716"/>
                </a:cubicBezTo>
                <a:lnTo>
                  <a:pt x="977021" y="2930716"/>
                </a:lnTo>
                <a:cubicBezTo>
                  <a:pt x="977520" y="2930716"/>
                  <a:pt x="978184" y="2931381"/>
                  <a:pt x="978184" y="2931381"/>
                </a:cubicBezTo>
                <a:lnTo>
                  <a:pt x="987738" y="2947913"/>
                </a:lnTo>
                <a:cubicBezTo>
                  <a:pt x="987987" y="2948330"/>
                  <a:pt x="987738" y="2949243"/>
                  <a:pt x="987738" y="2949243"/>
                </a:cubicBezTo>
                <a:lnTo>
                  <a:pt x="978184" y="2965775"/>
                </a:lnTo>
                <a:cubicBezTo>
                  <a:pt x="977935" y="2966191"/>
                  <a:pt x="977520" y="2966440"/>
                  <a:pt x="977021" y="2966440"/>
                </a:cubicBezTo>
                <a:close/>
                <a:moveTo>
                  <a:pt x="1740251" y="3176163"/>
                </a:moveTo>
                <a:cubicBezTo>
                  <a:pt x="1739752" y="3176163"/>
                  <a:pt x="1739337" y="3175913"/>
                  <a:pt x="1739088" y="3175499"/>
                </a:cubicBezTo>
                <a:lnTo>
                  <a:pt x="1729451" y="3158882"/>
                </a:lnTo>
                <a:cubicBezTo>
                  <a:pt x="1729202" y="3158467"/>
                  <a:pt x="1729202" y="3157969"/>
                  <a:pt x="1729451" y="3157553"/>
                </a:cubicBezTo>
                <a:lnTo>
                  <a:pt x="1739088" y="3140937"/>
                </a:lnTo>
                <a:cubicBezTo>
                  <a:pt x="1739337" y="3140522"/>
                  <a:pt x="1739752" y="3140272"/>
                  <a:pt x="1740251" y="3140273"/>
                </a:cubicBezTo>
                <a:lnTo>
                  <a:pt x="1759442" y="3140273"/>
                </a:lnTo>
                <a:cubicBezTo>
                  <a:pt x="1759941" y="3140272"/>
                  <a:pt x="1760356" y="3140522"/>
                  <a:pt x="1760605" y="3140938"/>
                </a:cubicBezTo>
                <a:lnTo>
                  <a:pt x="1770243" y="3157553"/>
                </a:lnTo>
                <a:cubicBezTo>
                  <a:pt x="1770492" y="3157969"/>
                  <a:pt x="1770492" y="3158467"/>
                  <a:pt x="1770243" y="3158882"/>
                </a:cubicBezTo>
                <a:lnTo>
                  <a:pt x="1760605" y="3175499"/>
                </a:lnTo>
                <a:cubicBezTo>
                  <a:pt x="1760356" y="3175914"/>
                  <a:pt x="1759941" y="3176163"/>
                  <a:pt x="1759442" y="3176163"/>
                </a:cubicBezTo>
                <a:close/>
                <a:moveTo>
                  <a:pt x="3485652" y="3643841"/>
                </a:moveTo>
                <a:cubicBezTo>
                  <a:pt x="3485154" y="3643841"/>
                  <a:pt x="3484738" y="3643592"/>
                  <a:pt x="3484489" y="3643177"/>
                </a:cubicBezTo>
                <a:lnTo>
                  <a:pt x="3474852" y="3626561"/>
                </a:lnTo>
                <a:cubicBezTo>
                  <a:pt x="3474603" y="3626145"/>
                  <a:pt x="3474603" y="3625647"/>
                  <a:pt x="3474852" y="3625232"/>
                </a:cubicBezTo>
                <a:lnTo>
                  <a:pt x="3484489" y="3608616"/>
                </a:lnTo>
                <a:cubicBezTo>
                  <a:pt x="3484738" y="3608200"/>
                  <a:pt x="3485154" y="3607951"/>
                  <a:pt x="3485652" y="3607951"/>
                </a:cubicBezTo>
                <a:lnTo>
                  <a:pt x="3504844" y="3607951"/>
                </a:lnTo>
                <a:cubicBezTo>
                  <a:pt x="3505342" y="3607951"/>
                  <a:pt x="3505757" y="3608200"/>
                  <a:pt x="3506007" y="3608616"/>
                </a:cubicBezTo>
                <a:lnTo>
                  <a:pt x="3515644" y="3625232"/>
                </a:lnTo>
                <a:cubicBezTo>
                  <a:pt x="3515893" y="3625647"/>
                  <a:pt x="3515893" y="3626145"/>
                  <a:pt x="3515644" y="3626561"/>
                </a:cubicBezTo>
                <a:lnTo>
                  <a:pt x="3506007" y="3643177"/>
                </a:lnTo>
                <a:cubicBezTo>
                  <a:pt x="3505757" y="3643592"/>
                  <a:pt x="3505342" y="3643841"/>
                  <a:pt x="3504844" y="3643841"/>
                </a:cubicBezTo>
                <a:close/>
                <a:moveTo>
                  <a:pt x="3365277" y="3611692"/>
                </a:moveTo>
                <a:cubicBezTo>
                  <a:pt x="3364778" y="3611692"/>
                  <a:pt x="3364363" y="3611443"/>
                  <a:pt x="3364113" y="3611028"/>
                </a:cubicBezTo>
                <a:lnTo>
                  <a:pt x="3354477" y="3594329"/>
                </a:lnTo>
                <a:cubicBezTo>
                  <a:pt x="3354227" y="3593913"/>
                  <a:pt x="3354228" y="3593415"/>
                  <a:pt x="3354477" y="3593000"/>
                </a:cubicBezTo>
                <a:lnTo>
                  <a:pt x="3364114" y="3576301"/>
                </a:lnTo>
                <a:cubicBezTo>
                  <a:pt x="3364363" y="3575885"/>
                  <a:pt x="3364779" y="3575636"/>
                  <a:pt x="3365277" y="3575636"/>
                </a:cubicBezTo>
                <a:lnTo>
                  <a:pt x="3384634" y="3575636"/>
                </a:lnTo>
                <a:cubicBezTo>
                  <a:pt x="3385132" y="3575636"/>
                  <a:pt x="3385547" y="3575885"/>
                  <a:pt x="3385797" y="3576301"/>
                </a:cubicBezTo>
                <a:lnTo>
                  <a:pt x="3395435" y="3593000"/>
                </a:lnTo>
                <a:cubicBezTo>
                  <a:pt x="3395683" y="3593415"/>
                  <a:pt x="3395683" y="3593913"/>
                  <a:pt x="3395435" y="3594329"/>
                </a:cubicBezTo>
                <a:lnTo>
                  <a:pt x="3385797" y="3611028"/>
                </a:lnTo>
                <a:cubicBezTo>
                  <a:pt x="3385547" y="3611443"/>
                  <a:pt x="3385132" y="3611692"/>
                  <a:pt x="3384634" y="3611692"/>
                </a:cubicBezTo>
                <a:close/>
                <a:moveTo>
                  <a:pt x="1078067" y="2999032"/>
                </a:moveTo>
                <a:cubicBezTo>
                  <a:pt x="1077569" y="2999032"/>
                  <a:pt x="1077153" y="2998783"/>
                  <a:pt x="1076904" y="2998367"/>
                </a:cubicBezTo>
                <a:lnTo>
                  <a:pt x="1067183" y="2981419"/>
                </a:lnTo>
                <a:cubicBezTo>
                  <a:pt x="1066935" y="2981004"/>
                  <a:pt x="1066934" y="2980422"/>
                  <a:pt x="1067184" y="2980007"/>
                </a:cubicBezTo>
                <a:lnTo>
                  <a:pt x="1076987" y="2963059"/>
                </a:lnTo>
                <a:cubicBezTo>
                  <a:pt x="1077235" y="2962643"/>
                  <a:pt x="1077651" y="2962394"/>
                  <a:pt x="1078150" y="2962394"/>
                </a:cubicBezTo>
                <a:lnTo>
                  <a:pt x="1097674" y="2962394"/>
                </a:lnTo>
                <a:cubicBezTo>
                  <a:pt x="1098172" y="2962394"/>
                  <a:pt x="1098587" y="2962643"/>
                  <a:pt x="1098837" y="2963059"/>
                </a:cubicBezTo>
                <a:lnTo>
                  <a:pt x="1108556" y="2980007"/>
                </a:lnTo>
                <a:cubicBezTo>
                  <a:pt x="1108807" y="2980422"/>
                  <a:pt x="1108806" y="2981004"/>
                  <a:pt x="1108557" y="2981419"/>
                </a:cubicBezTo>
                <a:lnTo>
                  <a:pt x="1098754" y="2998367"/>
                </a:lnTo>
                <a:cubicBezTo>
                  <a:pt x="1098504" y="2998783"/>
                  <a:pt x="1098088" y="2999032"/>
                  <a:pt x="1097590" y="2999032"/>
                </a:cubicBezTo>
                <a:close/>
                <a:moveTo>
                  <a:pt x="3967006" y="3773121"/>
                </a:moveTo>
                <a:cubicBezTo>
                  <a:pt x="3966508" y="3773121"/>
                  <a:pt x="3966092" y="3772872"/>
                  <a:pt x="3965843" y="3772456"/>
                </a:cubicBezTo>
                <a:lnTo>
                  <a:pt x="3956123" y="3755508"/>
                </a:lnTo>
                <a:cubicBezTo>
                  <a:pt x="3955874" y="3755093"/>
                  <a:pt x="3955874" y="3754511"/>
                  <a:pt x="3956123" y="3754096"/>
                </a:cubicBezTo>
                <a:lnTo>
                  <a:pt x="3965926" y="3737148"/>
                </a:lnTo>
                <a:cubicBezTo>
                  <a:pt x="3966175" y="3736732"/>
                  <a:pt x="3966591" y="3736483"/>
                  <a:pt x="3967089" y="3736483"/>
                </a:cubicBezTo>
                <a:lnTo>
                  <a:pt x="3986613" y="3736483"/>
                </a:lnTo>
                <a:cubicBezTo>
                  <a:pt x="3987111" y="3736483"/>
                  <a:pt x="3987527" y="3736732"/>
                  <a:pt x="3987776" y="3737148"/>
                </a:cubicBezTo>
                <a:lnTo>
                  <a:pt x="3997496" y="3754096"/>
                </a:lnTo>
                <a:cubicBezTo>
                  <a:pt x="3997745" y="3754511"/>
                  <a:pt x="3997745" y="3755093"/>
                  <a:pt x="3997496" y="3755508"/>
                </a:cubicBezTo>
                <a:lnTo>
                  <a:pt x="3987693" y="3772456"/>
                </a:lnTo>
                <a:cubicBezTo>
                  <a:pt x="3987444" y="3772872"/>
                  <a:pt x="3987028" y="3773121"/>
                  <a:pt x="3986530" y="3773121"/>
                </a:cubicBezTo>
                <a:close/>
                <a:moveTo>
                  <a:pt x="3605889" y="3676442"/>
                </a:moveTo>
                <a:cubicBezTo>
                  <a:pt x="3605474" y="3676442"/>
                  <a:pt x="3604975" y="3676193"/>
                  <a:pt x="3604726" y="3675777"/>
                </a:cubicBezTo>
                <a:lnTo>
                  <a:pt x="3594923" y="3658746"/>
                </a:lnTo>
                <a:cubicBezTo>
                  <a:pt x="3594674" y="3658331"/>
                  <a:pt x="3594674" y="3657749"/>
                  <a:pt x="3594923" y="3657334"/>
                </a:cubicBezTo>
                <a:lnTo>
                  <a:pt x="3604726" y="3640303"/>
                </a:lnTo>
                <a:cubicBezTo>
                  <a:pt x="3604975" y="3639887"/>
                  <a:pt x="3605390" y="3639638"/>
                  <a:pt x="3605889" y="3639638"/>
                </a:cubicBezTo>
                <a:lnTo>
                  <a:pt x="3625496" y="3639638"/>
                </a:lnTo>
                <a:cubicBezTo>
                  <a:pt x="3625912" y="3639638"/>
                  <a:pt x="3626410" y="3639887"/>
                  <a:pt x="3626659" y="3640303"/>
                </a:cubicBezTo>
                <a:lnTo>
                  <a:pt x="3636463" y="3657334"/>
                </a:lnTo>
                <a:cubicBezTo>
                  <a:pt x="3636712" y="3657749"/>
                  <a:pt x="3636712" y="3658331"/>
                  <a:pt x="3636463" y="3658746"/>
                </a:cubicBezTo>
                <a:lnTo>
                  <a:pt x="3626659" y="3675777"/>
                </a:lnTo>
                <a:cubicBezTo>
                  <a:pt x="3626410" y="3676193"/>
                  <a:pt x="3625994" y="3676442"/>
                  <a:pt x="3625495" y="3676442"/>
                </a:cubicBezTo>
                <a:close/>
                <a:moveTo>
                  <a:pt x="1679822" y="3160639"/>
                </a:moveTo>
                <a:cubicBezTo>
                  <a:pt x="1679324" y="3160640"/>
                  <a:pt x="1678826" y="3160390"/>
                  <a:pt x="1678577" y="3159975"/>
                </a:cubicBezTo>
                <a:lnTo>
                  <a:pt x="1668690" y="3142777"/>
                </a:lnTo>
                <a:cubicBezTo>
                  <a:pt x="1668441" y="3142363"/>
                  <a:pt x="1668442" y="3141781"/>
                  <a:pt x="1668690" y="3141366"/>
                </a:cubicBezTo>
                <a:lnTo>
                  <a:pt x="1678577" y="3124168"/>
                </a:lnTo>
                <a:cubicBezTo>
                  <a:pt x="1678826" y="3123753"/>
                  <a:pt x="1679324" y="3123503"/>
                  <a:pt x="1679822" y="3123503"/>
                </a:cubicBezTo>
                <a:lnTo>
                  <a:pt x="1699678" y="3123503"/>
                </a:lnTo>
                <a:cubicBezTo>
                  <a:pt x="1700177" y="3123503"/>
                  <a:pt x="1700675" y="3123752"/>
                  <a:pt x="1700925" y="3124168"/>
                </a:cubicBezTo>
                <a:lnTo>
                  <a:pt x="1710811" y="3141365"/>
                </a:lnTo>
                <a:cubicBezTo>
                  <a:pt x="1711060" y="3141780"/>
                  <a:pt x="1711060" y="3142362"/>
                  <a:pt x="1710811" y="3142777"/>
                </a:cubicBezTo>
                <a:lnTo>
                  <a:pt x="1700925" y="3159975"/>
                </a:lnTo>
                <a:cubicBezTo>
                  <a:pt x="1700675" y="3160390"/>
                  <a:pt x="1700177" y="3160639"/>
                  <a:pt x="1699678" y="3160640"/>
                </a:cubicBezTo>
                <a:close/>
                <a:moveTo>
                  <a:pt x="3545514" y="3660644"/>
                </a:moveTo>
                <a:cubicBezTo>
                  <a:pt x="3545016" y="3660644"/>
                  <a:pt x="3544517" y="3660395"/>
                  <a:pt x="3544268" y="3659980"/>
                </a:cubicBezTo>
                <a:lnTo>
                  <a:pt x="3534299" y="3642699"/>
                </a:lnTo>
                <a:cubicBezTo>
                  <a:pt x="3534050" y="3642284"/>
                  <a:pt x="3534050" y="3641702"/>
                  <a:pt x="3534299" y="3641287"/>
                </a:cubicBezTo>
                <a:lnTo>
                  <a:pt x="3544268" y="3624007"/>
                </a:lnTo>
                <a:cubicBezTo>
                  <a:pt x="3544517" y="3623591"/>
                  <a:pt x="3545016" y="3623342"/>
                  <a:pt x="3545514" y="3623342"/>
                </a:cubicBezTo>
                <a:lnTo>
                  <a:pt x="3565454" y="3623342"/>
                </a:lnTo>
                <a:cubicBezTo>
                  <a:pt x="3565952" y="3623342"/>
                  <a:pt x="3566451" y="3623591"/>
                  <a:pt x="3566700" y="3624007"/>
                </a:cubicBezTo>
                <a:lnTo>
                  <a:pt x="3576669" y="3641287"/>
                </a:lnTo>
                <a:cubicBezTo>
                  <a:pt x="3576919" y="3641702"/>
                  <a:pt x="3576918" y="3642284"/>
                  <a:pt x="3576670" y="3642699"/>
                </a:cubicBezTo>
                <a:lnTo>
                  <a:pt x="3566700" y="3659980"/>
                </a:lnTo>
                <a:cubicBezTo>
                  <a:pt x="3566451" y="3660395"/>
                  <a:pt x="3565952" y="3660644"/>
                  <a:pt x="3565454" y="3660644"/>
                </a:cubicBezTo>
                <a:close/>
                <a:moveTo>
                  <a:pt x="3425081" y="3628477"/>
                </a:moveTo>
                <a:cubicBezTo>
                  <a:pt x="3424582" y="3628477"/>
                  <a:pt x="3424084" y="3628145"/>
                  <a:pt x="3423835" y="3627729"/>
                </a:cubicBezTo>
                <a:lnTo>
                  <a:pt x="3413865" y="3610366"/>
                </a:lnTo>
                <a:cubicBezTo>
                  <a:pt x="3413616" y="3609950"/>
                  <a:pt x="3413616" y="3609369"/>
                  <a:pt x="3413865" y="3608953"/>
                </a:cubicBezTo>
                <a:lnTo>
                  <a:pt x="3423917" y="3591590"/>
                </a:lnTo>
                <a:cubicBezTo>
                  <a:pt x="3424167" y="3591091"/>
                  <a:pt x="3424665" y="3590842"/>
                  <a:pt x="3425164" y="3590842"/>
                </a:cubicBezTo>
                <a:lnTo>
                  <a:pt x="3445186" y="3590842"/>
                </a:lnTo>
                <a:cubicBezTo>
                  <a:pt x="3445684" y="3590842"/>
                  <a:pt x="3446183" y="3591174"/>
                  <a:pt x="3446432" y="3591590"/>
                </a:cubicBezTo>
                <a:lnTo>
                  <a:pt x="3456401" y="3608953"/>
                </a:lnTo>
                <a:cubicBezTo>
                  <a:pt x="3456651" y="3609369"/>
                  <a:pt x="3456651" y="3609950"/>
                  <a:pt x="3456401" y="3610366"/>
                </a:cubicBezTo>
                <a:lnTo>
                  <a:pt x="3446349" y="3627729"/>
                </a:lnTo>
                <a:cubicBezTo>
                  <a:pt x="3446100" y="3628228"/>
                  <a:pt x="3445601" y="3628477"/>
                  <a:pt x="3445103" y="3628477"/>
                </a:cubicBezTo>
                <a:close/>
                <a:moveTo>
                  <a:pt x="3665827" y="3692985"/>
                </a:moveTo>
                <a:cubicBezTo>
                  <a:pt x="3665328" y="3692985"/>
                  <a:pt x="3664830" y="3692653"/>
                  <a:pt x="3664581" y="3692237"/>
                </a:cubicBezTo>
                <a:lnTo>
                  <a:pt x="3654610" y="3674874"/>
                </a:lnTo>
                <a:cubicBezTo>
                  <a:pt x="3654362" y="3674458"/>
                  <a:pt x="3654361" y="3673877"/>
                  <a:pt x="3654611" y="3673461"/>
                </a:cubicBezTo>
                <a:lnTo>
                  <a:pt x="3664663" y="3656098"/>
                </a:lnTo>
                <a:cubicBezTo>
                  <a:pt x="3664913" y="3655599"/>
                  <a:pt x="3665411" y="3655350"/>
                  <a:pt x="3665910" y="3655350"/>
                </a:cubicBezTo>
                <a:lnTo>
                  <a:pt x="3685932" y="3655350"/>
                </a:lnTo>
                <a:cubicBezTo>
                  <a:pt x="3686430" y="3655350"/>
                  <a:pt x="3686928" y="3655682"/>
                  <a:pt x="3687178" y="3656098"/>
                </a:cubicBezTo>
                <a:lnTo>
                  <a:pt x="3697146" y="3673461"/>
                </a:lnTo>
                <a:cubicBezTo>
                  <a:pt x="3697396" y="3673877"/>
                  <a:pt x="3697396" y="3674458"/>
                  <a:pt x="3697147" y="3674874"/>
                </a:cubicBezTo>
                <a:lnTo>
                  <a:pt x="3687094" y="3692237"/>
                </a:lnTo>
                <a:cubicBezTo>
                  <a:pt x="3686846" y="3692736"/>
                  <a:pt x="3686347" y="3692985"/>
                  <a:pt x="3685848" y="3692985"/>
                </a:cubicBezTo>
                <a:close/>
                <a:moveTo>
                  <a:pt x="3846385" y="3741365"/>
                </a:moveTo>
                <a:cubicBezTo>
                  <a:pt x="3845886" y="3741365"/>
                  <a:pt x="3845388" y="3741033"/>
                  <a:pt x="3845139" y="3740618"/>
                </a:cubicBezTo>
                <a:lnTo>
                  <a:pt x="3835169" y="3723254"/>
                </a:lnTo>
                <a:cubicBezTo>
                  <a:pt x="3834920" y="3722838"/>
                  <a:pt x="3834920" y="3722257"/>
                  <a:pt x="3835169" y="3721841"/>
                </a:cubicBezTo>
                <a:lnTo>
                  <a:pt x="3845221" y="3704478"/>
                </a:lnTo>
                <a:cubicBezTo>
                  <a:pt x="3845471" y="3703980"/>
                  <a:pt x="3845969" y="3703730"/>
                  <a:pt x="3846468" y="3703730"/>
                </a:cubicBezTo>
                <a:lnTo>
                  <a:pt x="3866490" y="3703730"/>
                </a:lnTo>
                <a:cubicBezTo>
                  <a:pt x="3866988" y="3703730"/>
                  <a:pt x="3867487" y="3704062"/>
                  <a:pt x="3867736" y="3704478"/>
                </a:cubicBezTo>
                <a:lnTo>
                  <a:pt x="3877705" y="3721841"/>
                </a:lnTo>
                <a:cubicBezTo>
                  <a:pt x="3877955" y="3722257"/>
                  <a:pt x="3877955" y="3722838"/>
                  <a:pt x="3877705" y="3723254"/>
                </a:cubicBezTo>
                <a:lnTo>
                  <a:pt x="3867653" y="3740617"/>
                </a:lnTo>
                <a:cubicBezTo>
                  <a:pt x="3867404" y="3741116"/>
                  <a:pt x="3866905" y="3741365"/>
                  <a:pt x="3866407" y="3741365"/>
                </a:cubicBezTo>
                <a:close/>
                <a:moveTo>
                  <a:pt x="3906571" y="3757575"/>
                </a:moveTo>
                <a:cubicBezTo>
                  <a:pt x="3906072" y="3757575"/>
                  <a:pt x="3905574" y="3757243"/>
                  <a:pt x="3905325" y="3756827"/>
                </a:cubicBezTo>
                <a:lnTo>
                  <a:pt x="3895272" y="3739381"/>
                </a:lnTo>
                <a:cubicBezTo>
                  <a:pt x="3895023" y="3738965"/>
                  <a:pt x="3895023" y="3738384"/>
                  <a:pt x="3895272" y="3737968"/>
                </a:cubicBezTo>
                <a:lnTo>
                  <a:pt x="3905325" y="3720522"/>
                </a:lnTo>
                <a:cubicBezTo>
                  <a:pt x="3905574" y="3720023"/>
                  <a:pt x="3906072" y="3719774"/>
                  <a:pt x="3906571" y="3719774"/>
                </a:cubicBezTo>
                <a:lnTo>
                  <a:pt x="3926676" y="3719774"/>
                </a:lnTo>
                <a:cubicBezTo>
                  <a:pt x="3927174" y="3719774"/>
                  <a:pt x="3927673" y="3720106"/>
                  <a:pt x="3927922" y="3720522"/>
                </a:cubicBezTo>
                <a:lnTo>
                  <a:pt x="3937975" y="3737968"/>
                </a:lnTo>
                <a:cubicBezTo>
                  <a:pt x="3938224" y="3738384"/>
                  <a:pt x="3938224" y="3738965"/>
                  <a:pt x="3937975" y="3739381"/>
                </a:cubicBezTo>
                <a:lnTo>
                  <a:pt x="3927922" y="3756827"/>
                </a:lnTo>
                <a:cubicBezTo>
                  <a:pt x="3927673" y="3757326"/>
                  <a:pt x="3927174" y="3757575"/>
                  <a:pt x="3926676" y="3757575"/>
                </a:cubicBezTo>
                <a:close/>
                <a:moveTo>
                  <a:pt x="4929738" y="4031732"/>
                </a:moveTo>
                <a:cubicBezTo>
                  <a:pt x="4929238" y="4031732"/>
                  <a:pt x="4928741" y="4031400"/>
                  <a:pt x="4928492" y="4030984"/>
                </a:cubicBezTo>
                <a:lnTo>
                  <a:pt x="4918439" y="4013538"/>
                </a:lnTo>
                <a:cubicBezTo>
                  <a:pt x="4918189" y="4013122"/>
                  <a:pt x="4918190" y="4012541"/>
                  <a:pt x="4918439" y="4012125"/>
                </a:cubicBezTo>
                <a:lnTo>
                  <a:pt x="4928492" y="3994679"/>
                </a:lnTo>
                <a:cubicBezTo>
                  <a:pt x="4928741" y="3994180"/>
                  <a:pt x="4929239" y="3993931"/>
                  <a:pt x="4929738" y="3993931"/>
                </a:cubicBezTo>
                <a:lnTo>
                  <a:pt x="4949843" y="3993931"/>
                </a:lnTo>
                <a:cubicBezTo>
                  <a:pt x="4950341" y="3993931"/>
                  <a:pt x="4950840" y="3994263"/>
                  <a:pt x="4951089" y="3994679"/>
                </a:cubicBezTo>
                <a:lnTo>
                  <a:pt x="4961142" y="4012125"/>
                </a:lnTo>
                <a:cubicBezTo>
                  <a:pt x="4961391" y="4012541"/>
                  <a:pt x="4961391" y="4013122"/>
                  <a:pt x="4961142" y="4013538"/>
                </a:cubicBezTo>
                <a:lnTo>
                  <a:pt x="4951089" y="4030984"/>
                </a:lnTo>
                <a:cubicBezTo>
                  <a:pt x="4950840" y="4031483"/>
                  <a:pt x="4950341" y="4031732"/>
                  <a:pt x="4949843" y="4031732"/>
                </a:cubicBezTo>
                <a:close/>
                <a:moveTo>
                  <a:pt x="4989924" y="4047858"/>
                </a:moveTo>
                <a:cubicBezTo>
                  <a:pt x="4989425" y="4047859"/>
                  <a:pt x="4988926" y="4047527"/>
                  <a:pt x="4988677" y="4047110"/>
                </a:cubicBezTo>
                <a:lnTo>
                  <a:pt x="4978624" y="4029665"/>
                </a:lnTo>
                <a:cubicBezTo>
                  <a:pt x="4978375" y="4029248"/>
                  <a:pt x="4978376" y="4028667"/>
                  <a:pt x="4978624" y="4028251"/>
                </a:cubicBezTo>
                <a:lnTo>
                  <a:pt x="4988678" y="4010806"/>
                </a:lnTo>
                <a:cubicBezTo>
                  <a:pt x="4988926" y="4010307"/>
                  <a:pt x="4989424" y="4010057"/>
                  <a:pt x="4989923" y="4010058"/>
                </a:cubicBezTo>
                <a:lnTo>
                  <a:pt x="5010028" y="4010057"/>
                </a:lnTo>
                <a:cubicBezTo>
                  <a:pt x="5010526" y="4010058"/>
                  <a:pt x="5011026" y="4010390"/>
                  <a:pt x="5011275" y="4010805"/>
                </a:cubicBezTo>
                <a:lnTo>
                  <a:pt x="5021328" y="4028252"/>
                </a:lnTo>
                <a:cubicBezTo>
                  <a:pt x="5021577" y="4028668"/>
                  <a:pt x="5021576" y="4029248"/>
                  <a:pt x="5021328" y="4029664"/>
                </a:cubicBezTo>
                <a:lnTo>
                  <a:pt x="5011274" y="4047110"/>
                </a:lnTo>
                <a:cubicBezTo>
                  <a:pt x="5011026" y="4047610"/>
                  <a:pt x="5010527" y="4047859"/>
                  <a:pt x="5010029" y="4047859"/>
                </a:cubicBezTo>
                <a:close/>
                <a:moveTo>
                  <a:pt x="3786116" y="3725404"/>
                </a:moveTo>
                <a:cubicBezTo>
                  <a:pt x="3785617" y="3725404"/>
                  <a:pt x="3785119" y="3725072"/>
                  <a:pt x="3784871" y="3724657"/>
                </a:cubicBezTo>
                <a:lnTo>
                  <a:pt x="3774734" y="3707127"/>
                </a:lnTo>
                <a:cubicBezTo>
                  <a:pt x="3774486" y="3706711"/>
                  <a:pt x="3774485" y="3706130"/>
                  <a:pt x="3774734" y="3705715"/>
                </a:cubicBezTo>
                <a:lnTo>
                  <a:pt x="3784870" y="3688185"/>
                </a:lnTo>
                <a:cubicBezTo>
                  <a:pt x="3785119" y="3687686"/>
                  <a:pt x="3785617" y="3687437"/>
                  <a:pt x="3786116" y="3687437"/>
                </a:cubicBezTo>
                <a:lnTo>
                  <a:pt x="3806388" y="3687437"/>
                </a:lnTo>
                <a:cubicBezTo>
                  <a:pt x="3806887" y="3687437"/>
                  <a:pt x="3807385" y="3687769"/>
                  <a:pt x="3807633" y="3688185"/>
                </a:cubicBezTo>
                <a:lnTo>
                  <a:pt x="3817769" y="3705715"/>
                </a:lnTo>
                <a:cubicBezTo>
                  <a:pt x="3818018" y="3706130"/>
                  <a:pt x="3818018" y="3706711"/>
                  <a:pt x="3817769" y="3707127"/>
                </a:cubicBezTo>
                <a:lnTo>
                  <a:pt x="3807633" y="3724657"/>
                </a:lnTo>
                <a:cubicBezTo>
                  <a:pt x="3807384" y="3725155"/>
                  <a:pt x="3806887" y="3725404"/>
                  <a:pt x="3806387" y="3725404"/>
                </a:cubicBezTo>
                <a:close/>
                <a:moveTo>
                  <a:pt x="3725742" y="3709597"/>
                </a:moveTo>
                <a:cubicBezTo>
                  <a:pt x="3725243" y="3709597"/>
                  <a:pt x="3724745" y="3709264"/>
                  <a:pt x="3724496" y="3708849"/>
                </a:cubicBezTo>
                <a:lnTo>
                  <a:pt x="3714194" y="3691070"/>
                </a:lnTo>
                <a:cubicBezTo>
                  <a:pt x="3713945" y="3690655"/>
                  <a:pt x="3713945" y="3690073"/>
                  <a:pt x="3714194" y="3689658"/>
                </a:cubicBezTo>
                <a:lnTo>
                  <a:pt x="3724496" y="3671879"/>
                </a:lnTo>
                <a:cubicBezTo>
                  <a:pt x="3724746" y="3671380"/>
                  <a:pt x="3725243" y="3671131"/>
                  <a:pt x="3725742" y="3671131"/>
                </a:cubicBezTo>
                <a:lnTo>
                  <a:pt x="3746262" y="3671131"/>
                </a:lnTo>
                <a:cubicBezTo>
                  <a:pt x="3746761" y="3671131"/>
                  <a:pt x="3747259" y="3671463"/>
                  <a:pt x="3747510" y="3671879"/>
                </a:cubicBezTo>
                <a:lnTo>
                  <a:pt x="3757810" y="3689658"/>
                </a:lnTo>
                <a:cubicBezTo>
                  <a:pt x="3758060" y="3690073"/>
                  <a:pt x="3758060" y="3690655"/>
                  <a:pt x="3757811" y="3691070"/>
                </a:cubicBezTo>
                <a:lnTo>
                  <a:pt x="3747509" y="3708849"/>
                </a:lnTo>
                <a:cubicBezTo>
                  <a:pt x="3747259" y="3709347"/>
                  <a:pt x="3746761" y="3709597"/>
                  <a:pt x="3746262" y="3709597"/>
                </a:cubicBezTo>
                <a:close/>
                <a:moveTo>
                  <a:pt x="4568350" y="3935373"/>
                </a:moveTo>
                <a:cubicBezTo>
                  <a:pt x="4567851" y="3935373"/>
                  <a:pt x="4567353" y="3935040"/>
                  <a:pt x="4567104" y="3934625"/>
                </a:cubicBezTo>
                <a:lnTo>
                  <a:pt x="4556802" y="3916846"/>
                </a:lnTo>
                <a:cubicBezTo>
                  <a:pt x="4556553" y="3916431"/>
                  <a:pt x="4556553" y="3915849"/>
                  <a:pt x="4556802" y="3915434"/>
                </a:cubicBezTo>
                <a:lnTo>
                  <a:pt x="4567104" y="3897655"/>
                </a:lnTo>
                <a:cubicBezTo>
                  <a:pt x="4567354" y="3897156"/>
                  <a:pt x="4567851" y="3896907"/>
                  <a:pt x="4568350" y="3896907"/>
                </a:cubicBezTo>
                <a:lnTo>
                  <a:pt x="4588870" y="3896907"/>
                </a:lnTo>
                <a:cubicBezTo>
                  <a:pt x="4589369" y="3896907"/>
                  <a:pt x="4589867" y="3897239"/>
                  <a:pt x="4590118" y="3897655"/>
                </a:cubicBezTo>
                <a:lnTo>
                  <a:pt x="4600418" y="3915434"/>
                </a:lnTo>
                <a:cubicBezTo>
                  <a:pt x="4600668" y="3915849"/>
                  <a:pt x="4600668" y="3916431"/>
                  <a:pt x="4600419" y="3916846"/>
                </a:cubicBezTo>
                <a:lnTo>
                  <a:pt x="4590117" y="3934625"/>
                </a:lnTo>
                <a:cubicBezTo>
                  <a:pt x="4589867" y="3935123"/>
                  <a:pt x="4589369" y="3935373"/>
                  <a:pt x="4588870" y="3935373"/>
                </a:cubicBezTo>
                <a:close/>
                <a:moveTo>
                  <a:pt x="4809103" y="3999986"/>
                </a:moveTo>
                <a:cubicBezTo>
                  <a:pt x="4808603" y="3999986"/>
                  <a:pt x="4808106" y="3999654"/>
                  <a:pt x="4807857" y="3999238"/>
                </a:cubicBezTo>
                <a:lnTo>
                  <a:pt x="4797555" y="3981376"/>
                </a:lnTo>
                <a:cubicBezTo>
                  <a:pt x="4797306" y="3980878"/>
                  <a:pt x="4797306" y="3980296"/>
                  <a:pt x="4797555" y="3979881"/>
                </a:cubicBezTo>
                <a:lnTo>
                  <a:pt x="4807857" y="3962019"/>
                </a:lnTo>
                <a:cubicBezTo>
                  <a:pt x="4808106" y="3961520"/>
                  <a:pt x="4808604" y="3961271"/>
                  <a:pt x="4809103" y="3961271"/>
                </a:cubicBezTo>
                <a:lnTo>
                  <a:pt x="4829790" y="3961271"/>
                </a:lnTo>
                <a:cubicBezTo>
                  <a:pt x="4830288" y="3961271"/>
                  <a:pt x="4830787" y="3961603"/>
                  <a:pt x="4831036" y="3962019"/>
                </a:cubicBezTo>
                <a:lnTo>
                  <a:pt x="4841338" y="3979881"/>
                </a:lnTo>
                <a:cubicBezTo>
                  <a:pt x="4841587" y="3980379"/>
                  <a:pt x="4841586" y="3980961"/>
                  <a:pt x="4841338" y="3981376"/>
                </a:cubicBezTo>
                <a:lnTo>
                  <a:pt x="4831036" y="3999238"/>
                </a:lnTo>
                <a:cubicBezTo>
                  <a:pt x="4830787" y="3999736"/>
                  <a:pt x="4830288" y="3999986"/>
                  <a:pt x="4829790" y="3999986"/>
                </a:cubicBezTo>
                <a:close/>
                <a:moveTo>
                  <a:pt x="4327531" y="3871044"/>
                </a:moveTo>
                <a:cubicBezTo>
                  <a:pt x="4327032" y="3871044"/>
                  <a:pt x="4326534" y="3870712"/>
                  <a:pt x="4326285" y="3870296"/>
                </a:cubicBezTo>
                <a:lnTo>
                  <a:pt x="4315900" y="3852351"/>
                </a:lnTo>
                <a:cubicBezTo>
                  <a:pt x="4315651" y="3851853"/>
                  <a:pt x="4315651" y="3851271"/>
                  <a:pt x="4315900" y="3850856"/>
                </a:cubicBezTo>
                <a:lnTo>
                  <a:pt x="4326285" y="3832911"/>
                </a:lnTo>
                <a:cubicBezTo>
                  <a:pt x="4326534" y="3832412"/>
                  <a:pt x="4327032" y="3832163"/>
                  <a:pt x="4327531" y="3832163"/>
                </a:cubicBezTo>
                <a:lnTo>
                  <a:pt x="4348301" y="3832163"/>
                </a:lnTo>
                <a:cubicBezTo>
                  <a:pt x="4348799" y="3832163"/>
                  <a:pt x="4349298" y="3832495"/>
                  <a:pt x="4349547" y="3832911"/>
                </a:cubicBezTo>
                <a:lnTo>
                  <a:pt x="4359932" y="3850856"/>
                </a:lnTo>
                <a:cubicBezTo>
                  <a:pt x="4360181" y="3851354"/>
                  <a:pt x="4360181" y="3851936"/>
                  <a:pt x="4359932" y="3852351"/>
                </a:cubicBezTo>
                <a:lnTo>
                  <a:pt x="4349547" y="3870296"/>
                </a:lnTo>
                <a:cubicBezTo>
                  <a:pt x="4349298" y="3870795"/>
                  <a:pt x="4348799" y="3871044"/>
                  <a:pt x="4348301" y="3871044"/>
                </a:cubicBezTo>
                <a:close/>
                <a:moveTo>
                  <a:pt x="4387718" y="3887171"/>
                </a:moveTo>
                <a:cubicBezTo>
                  <a:pt x="4387219" y="3887171"/>
                  <a:pt x="4386721" y="3886839"/>
                  <a:pt x="4386472" y="3886423"/>
                </a:cubicBezTo>
                <a:lnTo>
                  <a:pt x="4376087" y="3868478"/>
                </a:lnTo>
                <a:cubicBezTo>
                  <a:pt x="4375838" y="3867980"/>
                  <a:pt x="4375838" y="3867398"/>
                  <a:pt x="4376087" y="3866983"/>
                </a:cubicBezTo>
                <a:lnTo>
                  <a:pt x="4386472" y="3849038"/>
                </a:lnTo>
                <a:cubicBezTo>
                  <a:pt x="4386721" y="3848539"/>
                  <a:pt x="4387219" y="3848290"/>
                  <a:pt x="4387718" y="3848290"/>
                </a:cubicBezTo>
                <a:lnTo>
                  <a:pt x="4408488" y="3848290"/>
                </a:lnTo>
                <a:cubicBezTo>
                  <a:pt x="4408986" y="3848290"/>
                  <a:pt x="4409485" y="3848622"/>
                  <a:pt x="4409734" y="3849038"/>
                </a:cubicBezTo>
                <a:lnTo>
                  <a:pt x="4420119" y="3866983"/>
                </a:lnTo>
                <a:cubicBezTo>
                  <a:pt x="4420368" y="3867481"/>
                  <a:pt x="4420368" y="3868063"/>
                  <a:pt x="4420119" y="3868478"/>
                </a:cubicBezTo>
                <a:lnTo>
                  <a:pt x="4409734" y="3886423"/>
                </a:lnTo>
                <a:cubicBezTo>
                  <a:pt x="4409485" y="3886922"/>
                  <a:pt x="4408986" y="3887171"/>
                  <a:pt x="4408488" y="3887171"/>
                </a:cubicBezTo>
                <a:close/>
                <a:moveTo>
                  <a:pt x="4628462" y="3951678"/>
                </a:moveTo>
                <a:cubicBezTo>
                  <a:pt x="4627963" y="3951678"/>
                  <a:pt x="4627465" y="3951346"/>
                  <a:pt x="4627217" y="3950930"/>
                </a:cubicBezTo>
                <a:lnTo>
                  <a:pt x="4616832" y="3932985"/>
                </a:lnTo>
                <a:cubicBezTo>
                  <a:pt x="4616583" y="3932487"/>
                  <a:pt x="4616582" y="3931905"/>
                  <a:pt x="4616832" y="3931490"/>
                </a:cubicBezTo>
                <a:lnTo>
                  <a:pt x="4627217" y="3913545"/>
                </a:lnTo>
                <a:cubicBezTo>
                  <a:pt x="4627466" y="3913046"/>
                  <a:pt x="4627964" y="3912797"/>
                  <a:pt x="4628463" y="3912797"/>
                </a:cubicBezTo>
                <a:lnTo>
                  <a:pt x="4649232" y="3912797"/>
                </a:lnTo>
                <a:cubicBezTo>
                  <a:pt x="4649730" y="3912797"/>
                  <a:pt x="4650229" y="3913129"/>
                  <a:pt x="4650479" y="3913545"/>
                </a:cubicBezTo>
                <a:lnTo>
                  <a:pt x="4660863" y="3931490"/>
                </a:lnTo>
                <a:cubicBezTo>
                  <a:pt x="4661113" y="3931988"/>
                  <a:pt x="4661112" y="3932570"/>
                  <a:pt x="4660864" y="3932985"/>
                </a:cubicBezTo>
                <a:lnTo>
                  <a:pt x="4650479" y="3950930"/>
                </a:lnTo>
                <a:cubicBezTo>
                  <a:pt x="4650230" y="3951429"/>
                  <a:pt x="4649731" y="3951678"/>
                  <a:pt x="4649233" y="3951678"/>
                </a:cubicBezTo>
                <a:close/>
                <a:moveTo>
                  <a:pt x="4869208" y="4016185"/>
                </a:moveTo>
                <a:cubicBezTo>
                  <a:pt x="4868709" y="4016186"/>
                  <a:pt x="4868211" y="4015854"/>
                  <a:pt x="4867962" y="4015438"/>
                </a:cubicBezTo>
                <a:lnTo>
                  <a:pt x="4857577" y="3997492"/>
                </a:lnTo>
                <a:cubicBezTo>
                  <a:pt x="4857328" y="3996995"/>
                  <a:pt x="4857328" y="3996412"/>
                  <a:pt x="4857577" y="3995997"/>
                </a:cubicBezTo>
                <a:lnTo>
                  <a:pt x="4867962" y="3978052"/>
                </a:lnTo>
                <a:cubicBezTo>
                  <a:pt x="4868211" y="3977554"/>
                  <a:pt x="4868709" y="3977305"/>
                  <a:pt x="4869208" y="3977304"/>
                </a:cubicBezTo>
                <a:lnTo>
                  <a:pt x="4889978" y="3977305"/>
                </a:lnTo>
                <a:cubicBezTo>
                  <a:pt x="4890476" y="3977304"/>
                  <a:pt x="4890975" y="3977636"/>
                  <a:pt x="4891224" y="3978053"/>
                </a:cubicBezTo>
                <a:lnTo>
                  <a:pt x="4901609" y="3995998"/>
                </a:lnTo>
                <a:cubicBezTo>
                  <a:pt x="4901858" y="3996496"/>
                  <a:pt x="4901858" y="3997078"/>
                  <a:pt x="4901609" y="3997492"/>
                </a:cubicBezTo>
                <a:lnTo>
                  <a:pt x="4891224" y="4015437"/>
                </a:lnTo>
                <a:cubicBezTo>
                  <a:pt x="4890975" y="4015936"/>
                  <a:pt x="4890476" y="4016186"/>
                  <a:pt x="4889978" y="4016185"/>
                </a:cubicBezTo>
                <a:close/>
                <a:moveTo>
                  <a:pt x="1980186" y="3242179"/>
                </a:moveTo>
                <a:cubicBezTo>
                  <a:pt x="1979687" y="3242178"/>
                  <a:pt x="1979189" y="3241847"/>
                  <a:pt x="1978940" y="3241432"/>
                </a:cubicBezTo>
                <a:lnTo>
                  <a:pt x="1968555" y="3223403"/>
                </a:lnTo>
                <a:cubicBezTo>
                  <a:pt x="1968306" y="3222905"/>
                  <a:pt x="1968306" y="3222323"/>
                  <a:pt x="1968555" y="3221908"/>
                </a:cubicBezTo>
                <a:lnTo>
                  <a:pt x="1979023" y="3203880"/>
                </a:lnTo>
                <a:cubicBezTo>
                  <a:pt x="1979272" y="3203380"/>
                  <a:pt x="1979771" y="3203132"/>
                  <a:pt x="1980269" y="3203132"/>
                </a:cubicBezTo>
                <a:lnTo>
                  <a:pt x="2001122" y="3203131"/>
                </a:lnTo>
                <a:cubicBezTo>
                  <a:pt x="2001621" y="3203132"/>
                  <a:pt x="2002119" y="3203464"/>
                  <a:pt x="2002368" y="3203880"/>
                </a:cubicBezTo>
                <a:lnTo>
                  <a:pt x="2012753" y="3221908"/>
                </a:lnTo>
                <a:cubicBezTo>
                  <a:pt x="2013002" y="3222406"/>
                  <a:pt x="2013002" y="3222988"/>
                  <a:pt x="2012753" y="3223403"/>
                </a:cubicBezTo>
                <a:lnTo>
                  <a:pt x="2002285" y="3241432"/>
                </a:lnTo>
                <a:cubicBezTo>
                  <a:pt x="2002036" y="3241930"/>
                  <a:pt x="2001537" y="3242179"/>
                  <a:pt x="2001039" y="3242178"/>
                </a:cubicBezTo>
                <a:close/>
                <a:moveTo>
                  <a:pt x="2040370" y="3258305"/>
                </a:moveTo>
                <a:cubicBezTo>
                  <a:pt x="2039871" y="3258305"/>
                  <a:pt x="2039374" y="3257973"/>
                  <a:pt x="2039125" y="3257558"/>
                </a:cubicBezTo>
                <a:lnTo>
                  <a:pt x="2028740" y="3239529"/>
                </a:lnTo>
                <a:cubicBezTo>
                  <a:pt x="2028491" y="3239031"/>
                  <a:pt x="2028491" y="3238449"/>
                  <a:pt x="2028740" y="3238034"/>
                </a:cubicBezTo>
                <a:lnTo>
                  <a:pt x="2039208" y="3220006"/>
                </a:lnTo>
                <a:cubicBezTo>
                  <a:pt x="2039456" y="3219507"/>
                  <a:pt x="2039956" y="3219258"/>
                  <a:pt x="2040454" y="3219258"/>
                </a:cubicBezTo>
                <a:lnTo>
                  <a:pt x="2061307" y="3219258"/>
                </a:lnTo>
                <a:cubicBezTo>
                  <a:pt x="2061806" y="3219258"/>
                  <a:pt x="2062303" y="3219590"/>
                  <a:pt x="2062553" y="3220006"/>
                </a:cubicBezTo>
                <a:lnTo>
                  <a:pt x="2072938" y="3238034"/>
                </a:lnTo>
                <a:cubicBezTo>
                  <a:pt x="2073187" y="3238532"/>
                  <a:pt x="2073187" y="3239114"/>
                  <a:pt x="2072938" y="3239529"/>
                </a:cubicBezTo>
                <a:lnTo>
                  <a:pt x="2062470" y="3257558"/>
                </a:lnTo>
                <a:cubicBezTo>
                  <a:pt x="2062221" y="3258056"/>
                  <a:pt x="2061721" y="3258305"/>
                  <a:pt x="2061223" y="3258305"/>
                </a:cubicBezTo>
                <a:close/>
                <a:moveTo>
                  <a:pt x="2401489" y="3355066"/>
                </a:moveTo>
                <a:cubicBezTo>
                  <a:pt x="2400990" y="3355066"/>
                  <a:pt x="2400492" y="3354735"/>
                  <a:pt x="2400243" y="3354320"/>
                </a:cubicBezTo>
                <a:lnTo>
                  <a:pt x="2389858" y="3336291"/>
                </a:lnTo>
                <a:cubicBezTo>
                  <a:pt x="2389609" y="3335792"/>
                  <a:pt x="2389609" y="3335211"/>
                  <a:pt x="2389858" y="3334795"/>
                </a:cubicBezTo>
                <a:lnTo>
                  <a:pt x="2400326" y="3316767"/>
                </a:lnTo>
                <a:cubicBezTo>
                  <a:pt x="2400575" y="3316269"/>
                  <a:pt x="2401074" y="3316020"/>
                  <a:pt x="2401572" y="3316019"/>
                </a:cubicBezTo>
                <a:lnTo>
                  <a:pt x="2422425" y="3316020"/>
                </a:lnTo>
                <a:cubicBezTo>
                  <a:pt x="2422924" y="3316020"/>
                  <a:pt x="2423422" y="3316351"/>
                  <a:pt x="2423671" y="3316768"/>
                </a:cubicBezTo>
                <a:lnTo>
                  <a:pt x="2434056" y="3334795"/>
                </a:lnTo>
                <a:cubicBezTo>
                  <a:pt x="2434305" y="3335294"/>
                  <a:pt x="2434305" y="3335875"/>
                  <a:pt x="2434056" y="3336291"/>
                </a:cubicBezTo>
                <a:lnTo>
                  <a:pt x="2423588" y="3354320"/>
                </a:lnTo>
                <a:cubicBezTo>
                  <a:pt x="2423339" y="3354817"/>
                  <a:pt x="2422840" y="3355066"/>
                  <a:pt x="2422342" y="3355067"/>
                </a:cubicBezTo>
                <a:close/>
                <a:moveTo>
                  <a:pt x="4267261" y="3854999"/>
                </a:moveTo>
                <a:cubicBezTo>
                  <a:pt x="4266762" y="3854999"/>
                  <a:pt x="4266265" y="3854667"/>
                  <a:pt x="4266016" y="3854252"/>
                </a:cubicBezTo>
                <a:lnTo>
                  <a:pt x="4255630" y="3836223"/>
                </a:lnTo>
                <a:cubicBezTo>
                  <a:pt x="4255381" y="3835725"/>
                  <a:pt x="4255381" y="3835143"/>
                  <a:pt x="4255630" y="3834728"/>
                </a:cubicBezTo>
                <a:lnTo>
                  <a:pt x="4266099" y="3816700"/>
                </a:lnTo>
                <a:cubicBezTo>
                  <a:pt x="4266347" y="3816201"/>
                  <a:pt x="4266847" y="3815952"/>
                  <a:pt x="4267345" y="3815952"/>
                </a:cubicBezTo>
                <a:lnTo>
                  <a:pt x="4288198" y="3815952"/>
                </a:lnTo>
                <a:cubicBezTo>
                  <a:pt x="4288697" y="3815952"/>
                  <a:pt x="4289194" y="3816284"/>
                  <a:pt x="4289444" y="3816700"/>
                </a:cubicBezTo>
                <a:lnTo>
                  <a:pt x="4299828" y="3834728"/>
                </a:lnTo>
                <a:cubicBezTo>
                  <a:pt x="4300077" y="3835226"/>
                  <a:pt x="4300077" y="3835808"/>
                  <a:pt x="4299828" y="3836223"/>
                </a:cubicBezTo>
                <a:lnTo>
                  <a:pt x="4289361" y="3854252"/>
                </a:lnTo>
                <a:cubicBezTo>
                  <a:pt x="4289112" y="3854750"/>
                  <a:pt x="4288612" y="3854999"/>
                  <a:pt x="4288114" y="3854999"/>
                </a:cubicBezTo>
                <a:close/>
                <a:moveTo>
                  <a:pt x="4508007" y="3919506"/>
                </a:moveTo>
                <a:cubicBezTo>
                  <a:pt x="4507508" y="3919506"/>
                  <a:pt x="4507010" y="3919174"/>
                  <a:pt x="4506761" y="3918759"/>
                </a:cubicBezTo>
                <a:lnTo>
                  <a:pt x="4496376" y="3900730"/>
                </a:lnTo>
                <a:cubicBezTo>
                  <a:pt x="4496127" y="3900232"/>
                  <a:pt x="4496127" y="3899650"/>
                  <a:pt x="4496376" y="3899235"/>
                </a:cubicBezTo>
                <a:lnTo>
                  <a:pt x="4506844" y="3881207"/>
                </a:lnTo>
                <a:cubicBezTo>
                  <a:pt x="4507093" y="3880708"/>
                  <a:pt x="4507592" y="3880459"/>
                  <a:pt x="4508090" y="3880459"/>
                </a:cubicBezTo>
                <a:lnTo>
                  <a:pt x="4528943" y="3880459"/>
                </a:lnTo>
                <a:cubicBezTo>
                  <a:pt x="4529442" y="3880459"/>
                  <a:pt x="4529940" y="3880791"/>
                  <a:pt x="4530189" y="3881207"/>
                </a:cubicBezTo>
                <a:lnTo>
                  <a:pt x="4540574" y="3899235"/>
                </a:lnTo>
                <a:cubicBezTo>
                  <a:pt x="4540823" y="3899733"/>
                  <a:pt x="4540823" y="3900315"/>
                  <a:pt x="4540574" y="3900730"/>
                </a:cubicBezTo>
                <a:lnTo>
                  <a:pt x="4530106" y="3918759"/>
                </a:lnTo>
                <a:cubicBezTo>
                  <a:pt x="4529857" y="3919257"/>
                  <a:pt x="4529358" y="3919506"/>
                  <a:pt x="4528860" y="3919506"/>
                </a:cubicBezTo>
                <a:close/>
                <a:moveTo>
                  <a:pt x="4748751" y="3984014"/>
                </a:moveTo>
                <a:cubicBezTo>
                  <a:pt x="4748252" y="3984014"/>
                  <a:pt x="4747754" y="3983682"/>
                  <a:pt x="4747505" y="3983267"/>
                </a:cubicBezTo>
                <a:lnTo>
                  <a:pt x="4737120" y="3965238"/>
                </a:lnTo>
                <a:cubicBezTo>
                  <a:pt x="4736871" y="3964740"/>
                  <a:pt x="4736871" y="3964158"/>
                  <a:pt x="4737120" y="3963742"/>
                </a:cubicBezTo>
                <a:lnTo>
                  <a:pt x="4747588" y="3945714"/>
                </a:lnTo>
                <a:cubicBezTo>
                  <a:pt x="4747837" y="3945216"/>
                  <a:pt x="4748336" y="3944967"/>
                  <a:pt x="4748834" y="3944967"/>
                </a:cubicBezTo>
                <a:lnTo>
                  <a:pt x="4769687" y="3944967"/>
                </a:lnTo>
                <a:cubicBezTo>
                  <a:pt x="4770186" y="3944967"/>
                  <a:pt x="4770684" y="3945299"/>
                  <a:pt x="4770933" y="3945715"/>
                </a:cubicBezTo>
                <a:lnTo>
                  <a:pt x="4781318" y="3963743"/>
                </a:lnTo>
                <a:cubicBezTo>
                  <a:pt x="4781567" y="3964241"/>
                  <a:pt x="4781567" y="3964823"/>
                  <a:pt x="4781318" y="3965238"/>
                </a:cubicBezTo>
                <a:lnTo>
                  <a:pt x="4770850" y="3983267"/>
                </a:lnTo>
                <a:cubicBezTo>
                  <a:pt x="4770601" y="3983764"/>
                  <a:pt x="4770102" y="3984014"/>
                  <a:pt x="4769604" y="3984014"/>
                </a:cubicBezTo>
                <a:close/>
                <a:moveTo>
                  <a:pt x="2220930" y="3306769"/>
                </a:moveTo>
                <a:cubicBezTo>
                  <a:pt x="2220432" y="3306769"/>
                  <a:pt x="2219933" y="3306437"/>
                  <a:pt x="2219684" y="3306021"/>
                </a:cubicBezTo>
                <a:lnTo>
                  <a:pt x="2209216" y="3287910"/>
                </a:lnTo>
                <a:cubicBezTo>
                  <a:pt x="2208967" y="3287412"/>
                  <a:pt x="2208967" y="3286830"/>
                  <a:pt x="2209216" y="3286415"/>
                </a:cubicBezTo>
                <a:lnTo>
                  <a:pt x="2219684" y="3268304"/>
                </a:lnTo>
                <a:cubicBezTo>
                  <a:pt x="2219933" y="3267805"/>
                  <a:pt x="2220432" y="3267556"/>
                  <a:pt x="2220930" y="3267556"/>
                </a:cubicBezTo>
                <a:lnTo>
                  <a:pt x="2241866" y="3267556"/>
                </a:lnTo>
                <a:cubicBezTo>
                  <a:pt x="2242365" y="3267556"/>
                  <a:pt x="2242863" y="3267888"/>
                  <a:pt x="2243112" y="3268304"/>
                </a:cubicBezTo>
                <a:lnTo>
                  <a:pt x="2253580" y="3286415"/>
                </a:lnTo>
                <a:cubicBezTo>
                  <a:pt x="2253830" y="3286913"/>
                  <a:pt x="2253830" y="3287495"/>
                  <a:pt x="2253580" y="3287910"/>
                </a:cubicBezTo>
                <a:lnTo>
                  <a:pt x="2243112" y="3306021"/>
                </a:lnTo>
                <a:cubicBezTo>
                  <a:pt x="2242863" y="3306520"/>
                  <a:pt x="2242365" y="3306769"/>
                  <a:pt x="2241866" y="3306769"/>
                </a:cubicBezTo>
                <a:close/>
                <a:moveTo>
                  <a:pt x="2521861" y="3387403"/>
                </a:moveTo>
                <a:cubicBezTo>
                  <a:pt x="2521363" y="3387403"/>
                  <a:pt x="2520865" y="3387071"/>
                  <a:pt x="2520615" y="3386655"/>
                </a:cubicBezTo>
                <a:lnTo>
                  <a:pt x="2510148" y="3368544"/>
                </a:lnTo>
                <a:cubicBezTo>
                  <a:pt x="2509899" y="3368046"/>
                  <a:pt x="2509899" y="3367464"/>
                  <a:pt x="2510148" y="3367049"/>
                </a:cubicBezTo>
                <a:lnTo>
                  <a:pt x="2520615" y="3348938"/>
                </a:lnTo>
                <a:cubicBezTo>
                  <a:pt x="2520864" y="3348439"/>
                  <a:pt x="2521363" y="3348190"/>
                  <a:pt x="2521861" y="3348190"/>
                </a:cubicBezTo>
                <a:lnTo>
                  <a:pt x="2542798" y="3348190"/>
                </a:lnTo>
                <a:cubicBezTo>
                  <a:pt x="2543297" y="3348190"/>
                  <a:pt x="2543794" y="3348522"/>
                  <a:pt x="2544044" y="3348938"/>
                </a:cubicBezTo>
                <a:lnTo>
                  <a:pt x="2554511" y="3367049"/>
                </a:lnTo>
                <a:cubicBezTo>
                  <a:pt x="2554761" y="3367547"/>
                  <a:pt x="2554761" y="3368129"/>
                  <a:pt x="2554511" y="3368544"/>
                </a:cubicBezTo>
                <a:lnTo>
                  <a:pt x="2544044" y="3386655"/>
                </a:lnTo>
                <a:cubicBezTo>
                  <a:pt x="2543795" y="3387154"/>
                  <a:pt x="2543297" y="3387403"/>
                  <a:pt x="2542798" y="3387403"/>
                </a:cubicBezTo>
                <a:close/>
                <a:moveTo>
                  <a:pt x="2582047" y="3403530"/>
                </a:moveTo>
                <a:cubicBezTo>
                  <a:pt x="2581549" y="3403530"/>
                  <a:pt x="2581051" y="3403198"/>
                  <a:pt x="2580801" y="3402782"/>
                </a:cubicBezTo>
                <a:lnTo>
                  <a:pt x="2570334" y="3384671"/>
                </a:lnTo>
                <a:cubicBezTo>
                  <a:pt x="2570084" y="3384173"/>
                  <a:pt x="2570085" y="3383591"/>
                  <a:pt x="2570334" y="3383176"/>
                </a:cubicBezTo>
                <a:lnTo>
                  <a:pt x="2580801" y="3365065"/>
                </a:lnTo>
                <a:cubicBezTo>
                  <a:pt x="2581050" y="3364566"/>
                  <a:pt x="2581549" y="3364317"/>
                  <a:pt x="2582047" y="3364317"/>
                </a:cubicBezTo>
                <a:lnTo>
                  <a:pt x="2602984" y="3364317"/>
                </a:lnTo>
                <a:cubicBezTo>
                  <a:pt x="2603483" y="3364317"/>
                  <a:pt x="2603980" y="3364649"/>
                  <a:pt x="2604229" y="3365065"/>
                </a:cubicBezTo>
                <a:lnTo>
                  <a:pt x="2614697" y="3383176"/>
                </a:lnTo>
                <a:cubicBezTo>
                  <a:pt x="2614947" y="3383674"/>
                  <a:pt x="2614947" y="3384256"/>
                  <a:pt x="2614697" y="3384671"/>
                </a:cubicBezTo>
                <a:lnTo>
                  <a:pt x="2604230" y="3402782"/>
                </a:lnTo>
                <a:cubicBezTo>
                  <a:pt x="2603980" y="3403281"/>
                  <a:pt x="2603483" y="3403530"/>
                  <a:pt x="2602984" y="3403530"/>
                </a:cubicBezTo>
                <a:close/>
                <a:moveTo>
                  <a:pt x="4207075" y="3838955"/>
                </a:moveTo>
                <a:cubicBezTo>
                  <a:pt x="4206577" y="3838955"/>
                  <a:pt x="4206079" y="3838623"/>
                  <a:pt x="4205829" y="3838207"/>
                </a:cubicBezTo>
                <a:lnTo>
                  <a:pt x="4195362" y="3820096"/>
                </a:lnTo>
                <a:cubicBezTo>
                  <a:pt x="4195113" y="3819598"/>
                  <a:pt x="4195113" y="3819016"/>
                  <a:pt x="4195362" y="3818601"/>
                </a:cubicBezTo>
                <a:lnTo>
                  <a:pt x="4205829" y="3800490"/>
                </a:lnTo>
                <a:cubicBezTo>
                  <a:pt x="4206078" y="3799991"/>
                  <a:pt x="4206577" y="3799742"/>
                  <a:pt x="4207075" y="3799742"/>
                </a:cubicBezTo>
                <a:lnTo>
                  <a:pt x="4228012" y="3799742"/>
                </a:lnTo>
                <a:cubicBezTo>
                  <a:pt x="4228511" y="3799742"/>
                  <a:pt x="4229008" y="3800074"/>
                  <a:pt x="4229258" y="3800490"/>
                </a:cubicBezTo>
                <a:lnTo>
                  <a:pt x="4239725" y="3818601"/>
                </a:lnTo>
                <a:cubicBezTo>
                  <a:pt x="4239974" y="3819099"/>
                  <a:pt x="4239974" y="3819681"/>
                  <a:pt x="4239725" y="3820096"/>
                </a:cubicBezTo>
                <a:lnTo>
                  <a:pt x="4229258" y="3838207"/>
                </a:lnTo>
                <a:cubicBezTo>
                  <a:pt x="4229009" y="3838706"/>
                  <a:pt x="4228511" y="3838955"/>
                  <a:pt x="4228012" y="3838955"/>
                </a:cubicBezTo>
                <a:close/>
                <a:moveTo>
                  <a:pt x="4447820" y="3903462"/>
                </a:moveTo>
                <a:cubicBezTo>
                  <a:pt x="4447322" y="3903462"/>
                  <a:pt x="4446823" y="3903130"/>
                  <a:pt x="4446574" y="3902714"/>
                </a:cubicBezTo>
                <a:lnTo>
                  <a:pt x="4436106" y="3884603"/>
                </a:lnTo>
                <a:cubicBezTo>
                  <a:pt x="4435857" y="3884105"/>
                  <a:pt x="4435857" y="3883523"/>
                  <a:pt x="4436106" y="3883108"/>
                </a:cubicBezTo>
                <a:lnTo>
                  <a:pt x="4446574" y="3864997"/>
                </a:lnTo>
                <a:cubicBezTo>
                  <a:pt x="4446823" y="3864498"/>
                  <a:pt x="4447322" y="3864249"/>
                  <a:pt x="4447820" y="3864249"/>
                </a:cubicBezTo>
                <a:lnTo>
                  <a:pt x="4468756" y="3864249"/>
                </a:lnTo>
                <a:cubicBezTo>
                  <a:pt x="4469255" y="3864249"/>
                  <a:pt x="4469753" y="3864581"/>
                  <a:pt x="4470002" y="3864997"/>
                </a:cubicBezTo>
                <a:lnTo>
                  <a:pt x="4480470" y="3883108"/>
                </a:lnTo>
                <a:cubicBezTo>
                  <a:pt x="4480719" y="3883606"/>
                  <a:pt x="4480719" y="3884188"/>
                  <a:pt x="4480470" y="3884603"/>
                </a:cubicBezTo>
                <a:lnTo>
                  <a:pt x="4470002" y="3902714"/>
                </a:lnTo>
                <a:cubicBezTo>
                  <a:pt x="4469753" y="3903213"/>
                  <a:pt x="4469255" y="3903462"/>
                  <a:pt x="4468756" y="3903462"/>
                </a:cubicBezTo>
                <a:close/>
                <a:moveTo>
                  <a:pt x="4688565" y="3967970"/>
                </a:moveTo>
                <a:cubicBezTo>
                  <a:pt x="4688067" y="3967970"/>
                  <a:pt x="4687569" y="3967638"/>
                  <a:pt x="4687319" y="3967222"/>
                </a:cubicBezTo>
                <a:lnTo>
                  <a:pt x="4676852" y="3949111"/>
                </a:lnTo>
                <a:cubicBezTo>
                  <a:pt x="4676603" y="3948613"/>
                  <a:pt x="4676603" y="3948031"/>
                  <a:pt x="4676852" y="3947616"/>
                </a:cubicBezTo>
                <a:lnTo>
                  <a:pt x="4687319" y="3929505"/>
                </a:lnTo>
                <a:cubicBezTo>
                  <a:pt x="4687568" y="3929006"/>
                  <a:pt x="4688067" y="3928757"/>
                  <a:pt x="4688565" y="3928757"/>
                </a:cubicBezTo>
                <a:lnTo>
                  <a:pt x="4709502" y="3928757"/>
                </a:lnTo>
                <a:cubicBezTo>
                  <a:pt x="4710001" y="3928757"/>
                  <a:pt x="4710498" y="3929089"/>
                  <a:pt x="4710748" y="3929505"/>
                </a:cubicBezTo>
                <a:lnTo>
                  <a:pt x="4721215" y="3947616"/>
                </a:lnTo>
                <a:cubicBezTo>
                  <a:pt x="4721464" y="3948114"/>
                  <a:pt x="4721464" y="3948696"/>
                  <a:pt x="4721215" y="3949111"/>
                </a:cubicBezTo>
                <a:lnTo>
                  <a:pt x="4710748" y="3967222"/>
                </a:lnTo>
                <a:cubicBezTo>
                  <a:pt x="4710499" y="3967721"/>
                  <a:pt x="4710001" y="3967970"/>
                  <a:pt x="4709502" y="3967970"/>
                </a:cubicBezTo>
                <a:close/>
                <a:moveTo>
                  <a:pt x="1919939" y="3226211"/>
                </a:moveTo>
                <a:cubicBezTo>
                  <a:pt x="1919441" y="3226211"/>
                  <a:pt x="1918942" y="3225878"/>
                  <a:pt x="1918693" y="3225463"/>
                </a:cubicBezTo>
                <a:lnTo>
                  <a:pt x="1908142" y="3207186"/>
                </a:lnTo>
                <a:cubicBezTo>
                  <a:pt x="1907893" y="3206687"/>
                  <a:pt x="1907893" y="3206105"/>
                  <a:pt x="1908142" y="3205690"/>
                </a:cubicBezTo>
                <a:lnTo>
                  <a:pt x="1918693" y="3187413"/>
                </a:lnTo>
                <a:cubicBezTo>
                  <a:pt x="1918942" y="3186914"/>
                  <a:pt x="1919441" y="3186665"/>
                  <a:pt x="1919939" y="3186665"/>
                </a:cubicBezTo>
                <a:lnTo>
                  <a:pt x="1940958" y="3186665"/>
                </a:lnTo>
                <a:cubicBezTo>
                  <a:pt x="1941457" y="3186665"/>
                  <a:pt x="1941955" y="3186997"/>
                  <a:pt x="1942204" y="3187413"/>
                </a:cubicBezTo>
                <a:lnTo>
                  <a:pt x="1952756" y="3205690"/>
                </a:lnTo>
                <a:cubicBezTo>
                  <a:pt x="1953005" y="3206189"/>
                  <a:pt x="1953005" y="3206770"/>
                  <a:pt x="1952756" y="3207186"/>
                </a:cubicBezTo>
                <a:lnTo>
                  <a:pt x="1942204" y="3225463"/>
                </a:lnTo>
                <a:cubicBezTo>
                  <a:pt x="1941955" y="3225961"/>
                  <a:pt x="1941457" y="3226211"/>
                  <a:pt x="1940958" y="3226211"/>
                </a:cubicBezTo>
                <a:close/>
                <a:moveTo>
                  <a:pt x="2160683" y="3290718"/>
                </a:moveTo>
                <a:cubicBezTo>
                  <a:pt x="2160185" y="3290718"/>
                  <a:pt x="2159686" y="3290385"/>
                  <a:pt x="2159437" y="3289970"/>
                </a:cubicBezTo>
                <a:lnTo>
                  <a:pt x="2148886" y="3271693"/>
                </a:lnTo>
                <a:cubicBezTo>
                  <a:pt x="2148637" y="3271194"/>
                  <a:pt x="2148637" y="3270612"/>
                  <a:pt x="2148886" y="3270197"/>
                </a:cubicBezTo>
                <a:lnTo>
                  <a:pt x="2159437" y="3251920"/>
                </a:lnTo>
                <a:cubicBezTo>
                  <a:pt x="2159686" y="3251421"/>
                  <a:pt x="2160185" y="3251172"/>
                  <a:pt x="2160683" y="3251172"/>
                </a:cubicBezTo>
                <a:lnTo>
                  <a:pt x="2181702" y="3251172"/>
                </a:lnTo>
                <a:cubicBezTo>
                  <a:pt x="2182200" y="3251172"/>
                  <a:pt x="2182699" y="3251504"/>
                  <a:pt x="2182948" y="3251920"/>
                </a:cubicBezTo>
                <a:lnTo>
                  <a:pt x="2193499" y="3270197"/>
                </a:lnTo>
                <a:cubicBezTo>
                  <a:pt x="2193749" y="3270696"/>
                  <a:pt x="2193749" y="3271277"/>
                  <a:pt x="2193499" y="3271693"/>
                </a:cubicBezTo>
                <a:lnTo>
                  <a:pt x="2182948" y="3289970"/>
                </a:lnTo>
                <a:cubicBezTo>
                  <a:pt x="2182699" y="3290468"/>
                  <a:pt x="2182200" y="3290718"/>
                  <a:pt x="2181702" y="3290718"/>
                </a:cubicBezTo>
                <a:close/>
                <a:moveTo>
                  <a:pt x="2341242" y="3339099"/>
                </a:moveTo>
                <a:cubicBezTo>
                  <a:pt x="2340744" y="3339099"/>
                  <a:pt x="2340245" y="3338766"/>
                  <a:pt x="2339996" y="3338350"/>
                </a:cubicBezTo>
                <a:lnTo>
                  <a:pt x="2329445" y="3320074"/>
                </a:lnTo>
                <a:cubicBezTo>
                  <a:pt x="2329196" y="3319574"/>
                  <a:pt x="2329196" y="3318992"/>
                  <a:pt x="2329445" y="3318577"/>
                </a:cubicBezTo>
                <a:lnTo>
                  <a:pt x="2339996" y="3300300"/>
                </a:lnTo>
                <a:cubicBezTo>
                  <a:pt x="2340245" y="3299801"/>
                  <a:pt x="2340744" y="3299553"/>
                  <a:pt x="2341242" y="3299553"/>
                </a:cubicBezTo>
                <a:lnTo>
                  <a:pt x="2362261" y="3299553"/>
                </a:lnTo>
                <a:cubicBezTo>
                  <a:pt x="2362759" y="3299553"/>
                  <a:pt x="2363258" y="3299885"/>
                  <a:pt x="2363507" y="3300301"/>
                </a:cubicBezTo>
                <a:lnTo>
                  <a:pt x="2374058" y="3318577"/>
                </a:lnTo>
                <a:cubicBezTo>
                  <a:pt x="2374308" y="3319077"/>
                  <a:pt x="2374308" y="3319657"/>
                  <a:pt x="2374058" y="3320074"/>
                </a:cubicBezTo>
                <a:lnTo>
                  <a:pt x="2363507" y="3338351"/>
                </a:lnTo>
                <a:cubicBezTo>
                  <a:pt x="2363258" y="3338849"/>
                  <a:pt x="2362759" y="3339098"/>
                  <a:pt x="2362261" y="3339099"/>
                </a:cubicBezTo>
                <a:close/>
                <a:moveTo>
                  <a:pt x="2461615" y="3371352"/>
                </a:moveTo>
                <a:cubicBezTo>
                  <a:pt x="2461117" y="3371352"/>
                  <a:pt x="2460617" y="3371019"/>
                  <a:pt x="2460368" y="3370604"/>
                </a:cubicBezTo>
                <a:lnTo>
                  <a:pt x="2449818" y="3352327"/>
                </a:lnTo>
                <a:cubicBezTo>
                  <a:pt x="2449568" y="3351828"/>
                  <a:pt x="2449569" y="3351246"/>
                  <a:pt x="2449817" y="3350831"/>
                </a:cubicBezTo>
                <a:lnTo>
                  <a:pt x="2460368" y="3332554"/>
                </a:lnTo>
                <a:cubicBezTo>
                  <a:pt x="2460618" y="3332055"/>
                  <a:pt x="2461116" y="3331806"/>
                  <a:pt x="2461614" y="3331806"/>
                </a:cubicBezTo>
                <a:lnTo>
                  <a:pt x="2482634" y="3331806"/>
                </a:lnTo>
                <a:cubicBezTo>
                  <a:pt x="2483132" y="3331806"/>
                  <a:pt x="2483631" y="3332138"/>
                  <a:pt x="2483880" y="3332554"/>
                </a:cubicBezTo>
                <a:lnTo>
                  <a:pt x="2494431" y="3350831"/>
                </a:lnTo>
                <a:cubicBezTo>
                  <a:pt x="2494680" y="3351330"/>
                  <a:pt x="2494681" y="3351911"/>
                  <a:pt x="2494430" y="3352327"/>
                </a:cubicBezTo>
                <a:lnTo>
                  <a:pt x="2483879" y="3370604"/>
                </a:lnTo>
                <a:cubicBezTo>
                  <a:pt x="2483631" y="3371102"/>
                  <a:pt x="2483131" y="3371352"/>
                  <a:pt x="2482633" y="3371352"/>
                </a:cubicBezTo>
                <a:close/>
                <a:moveTo>
                  <a:pt x="1859729" y="3210268"/>
                </a:moveTo>
                <a:cubicBezTo>
                  <a:pt x="1859148" y="3210268"/>
                  <a:pt x="1858649" y="3210019"/>
                  <a:pt x="1858400" y="3209520"/>
                </a:cubicBezTo>
                <a:lnTo>
                  <a:pt x="1847849" y="3191160"/>
                </a:lnTo>
                <a:cubicBezTo>
                  <a:pt x="1847600" y="3190661"/>
                  <a:pt x="1847600" y="3190163"/>
                  <a:pt x="1847849" y="3189664"/>
                </a:cubicBezTo>
                <a:lnTo>
                  <a:pt x="1858400" y="3171304"/>
                </a:lnTo>
                <a:cubicBezTo>
                  <a:pt x="1858732" y="3170805"/>
                  <a:pt x="1859231" y="3170556"/>
                  <a:pt x="1859729" y="3170556"/>
                </a:cubicBezTo>
                <a:lnTo>
                  <a:pt x="1880915" y="3170556"/>
                </a:lnTo>
                <a:cubicBezTo>
                  <a:pt x="1881496" y="3170556"/>
                  <a:pt x="1881995" y="3170805"/>
                  <a:pt x="1882244" y="3171304"/>
                </a:cubicBezTo>
                <a:lnTo>
                  <a:pt x="1892795" y="3189664"/>
                </a:lnTo>
                <a:cubicBezTo>
                  <a:pt x="1893044" y="3190163"/>
                  <a:pt x="1893044" y="3190661"/>
                  <a:pt x="1892795" y="3191160"/>
                </a:cubicBezTo>
                <a:lnTo>
                  <a:pt x="1882244" y="3209520"/>
                </a:lnTo>
                <a:cubicBezTo>
                  <a:pt x="1881911" y="3210019"/>
                  <a:pt x="1881413" y="3210268"/>
                  <a:pt x="1880915" y="3210268"/>
                </a:cubicBezTo>
                <a:close/>
                <a:moveTo>
                  <a:pt x="2100473" y="3274775"/>
                </a:moveTo>
                <a:cubicBezTo>
                  <a:pt x="2099892" y="3274775"/>
                  <a:pt x="2099393" y="3274526"/>
                  <a:pt x="2099144" y="3274027"/>
                </a:cubicBezTo>
                <a:lnTo>
                  <a:pt x="2088593" y="3255667"/>
                </a:lnTo>
                <a:cubicBezTo>
                  <a:pt x="2088344" y="3255168"/>
                  <a:pt x="2088344" y="3254670"/>
                  <a:pt x="2088593" y="3254171"/>
                </a:cubicBezTo>
                <a:lnTo>
                  <a:pt x="2099144" y="3235811"/>
                </a:lnTo>
                <a:cubicBezTo>
                  <a:pt x="2099476" y="3235312"/>
                  <a:pt x="2099975" y="3235063"/>
                  <a:pt x="2100473" y="3235063"/>
                </a:cubicBezTo>
                <a:lnTo>
                  <a:pt x="2121658" y="3235063"/>
                </a:lnTo>
                <a:cubicBezTo>
                  <a:pt x="2122240" y="3235063"/>
                  <a:pt x="2122738" y="3235312"/>
                  <a:pt x="2122988" y="3235811"/>
                </a:cubicBezTo>
                <a:lnTo>
                  <a:pt x="2133539" y="3254171"/>
                </a:lnTo>
                <a:cubicBezTo>
                  <a:pt x="2133788" y="3254670"/>
                  <a:pt x="2133788" y="3255168"/>
                  <a:pt x="2133539" y="3255667"/>
                </a:cubicBezTo>
                <a:lnTo>
                  <a:pt x="2122988" y="3274027"/>
                </a:lnTo>
                <a:cubicBezTo>
                  <a:pt x="2122655" y="3274526"/>
                  <a:pt x="2122157" y="3274775"/>
                  <a:pt x="2121658" y="3274775"/>
                </a:cubicBezTo>
                <a:close/>
                <a:moveTo>
                  <a:pt x="2280950" y="3323229"/>
                </a:moveTo>
                <a:cubicBezTo>
                  <a:pt x="2280369" y="3323229"/>
                  <a:pt x="2279870" y="3322980"/>
                  <a:pt x="2279621" y="3322481"/>
                </a:cubicBezTo>
                <a:lnTo>
                  <a:pt x="2268987" y="3304038"/>
                </a:lnTo>
                <a:cubicBezTo>
                  <a:pt x="2268738" y="3303622"/>
                  <a:pt x="2268738" y="3303041"/>
                  <a:pt x="2268987" y="3302542"/>
                </a:cubicBezTo>
                <a:lnTo>
                  <a:pt x="2279621" y="3284099"/>
                </a:lnTo>
                <a:cubicBezTo>
                  <a:pt x="2279953" y="3283600"/>
                  <a:pt x="2280452" y="3283351"/>
                  <a:pt x="2280950" y="3283351"/>
                </a:cubicBezTo>
                <a:lnTo>
                  <a:pt x="2302219" y="3283351"/>
                </a:lnTo>
                <a:cubicBezTo>
                  <a:pt x="2302800" y="3283351"/>
                  <a:pt x="2303299" y="3283600"/>
                  <a:pt x="2303548" y="3284099"/>
                </a:cubicBezTo>
                <a:lnTo>
                  <a:pt x="2314182" y="3302542"/>
                </a:lnTo>
                <a:cubicBezTo>
                  <a:pt x="2314431" y="3302958"/>
                  <a:pt x="2314431" y="3303539"/>
                  <a:pt x="2314182" y="3304038"/>
                </a:cubicBezTo>
                <a:lnTo>
                  <a:pt x="2303548" y="3322481"/>
                </a:lnTo>
                <a:cubicBezTo>
                  <a:pt x="2303215" y="3322980"/>
                  <a:pt x="2302717" y="3323229"/>
                  <a:pt x="2302219" y="3323229"/>
                </a:cubicBezTo>
                <a:close/>
                <a:moveTo>
                  <a:pt x="1799378" y="3194381"/>
                </a:moveTo>
                <a:cubicBezTo>
                  <a:pt x="1798796" y="3194381"/>
                  <a:pt x="1798298" y="3194131"/>
                  <a:pt x="1798048" y="3193633"/>
                </a:cubicBezTo>
                <a:lnTo>
                  <a:pt x="1787331" y="3175023"/>
                </a:lnTo>
                <a:cubicBezTo>
                  <a:pt x="1787082" y="3174608"/>
                  <a:pt x="1787082" y="3174026"/>
                  <a:pt x="1787331" y="3173528"/>
                </a:cubicBezTo>
                <a:lnTo>
                  <a:pt x="1798048" y="3154918"/>
                </a:lnTo>
                <a:cubicBezTo>
                  <a:pt x="1798381" y="3154502"/>
                  <a:pt x="1798879" y="3154170"/>
                  <a:pt x="1799378" y="3154170"/>
                </a:cubicBezTo>
                <a:lnTo>
                  <a:pt x="1820812" y="3154170"/>
                </a:lnTo>
                <a:cubicBezTo>
                  <a:pt x="1821393" y="3154170"/>
                  <a:pt x="1821892" y="3154419"/>
                  <a:pt x="1822141" y="3154918"/>
                </a:cubicBezTo>
                <a:lnTo>
                  <a:pt x="1832858" y="3173528"/>
                </a:lnTo>
                <a:cubicBezTo>
                  <a:pt x="1833108" y="3173943"/>
                  <a:pt x="1833108" y="3174524"/>
                  <a:pt x="1832858" y="3175023"/>
                </a:cubicBezTo>
                <a:lnTo>
                  <a:pt x="1822141" y="3193633"/>
                </a:lnTo>
                <a:cubicBezTo>
                  <a:pt x="1821809" y="3194048"/>
                  <a:pt x="1821310" y="3194381"/>
                  <a:pt x="1820812" y="3194381"/>
                </a:cubicBezTo>
                <a:close/>
                <a:moveTo>
                  <a:pt x="4140153" y="3861357"/>
                </a:moveTo>
                <a:cubicBezTo>
                  <a:pt x="4139986" y="3861357"/>
                  <a:pt x="4139737" y="3861107"/>
                  <a:pt x="4139737" y="3861107"/>
                </a:cubicBezTo>
                <a:lnTo>
                  <a:pt x="4136497" y="3855541"/>
                </a:lnTo>
                <a:cubicBezTo>
                  <a:pt x="4136497" y="3855458"/>
                  <a:pt x="4136497" y="3855126"/>
                  <a:pt x="4136497" y="3855126"/>
                </a:cubicBezTo>
                <a:lnTo>
                  <a:pt x="4139737" y="3849559"/>
                </a:lnTo>
                <a:cubicBezTo>
                  <a:pt x="4139820" y="3849393"/>
                  <a:pt x="4140153" y="3849310"/>
                  <a:pt x="4140153" y="3849310"/>
                </a:cubicBezTo>
                <a:lnTo>
                  <a:pt x="4146550" y="3849310"/>
                </a:lnTo>
                <a:cubicBezTo>
                  <a:pt x="4146716" y="3849310"/>
                  <a:pt x="4146965" y="3849559"/>
                  <a:pt x="4146965" y="3849559"/>
                </a:cubicBezTo>
                <a:lnTo>
                  <a:pt x="4150205" y="3855126"/>
                </a:lnTo>
                <a:cubicBezTo>
                  <a:pt x="4150205" y="3855209"/>
                  <a:pt x="4150205" y="3855541"/>
                  <a:pt x="4150205" y="3855541"/>
                </a:cubicBezTo>
                <a:lnTo>
                  <a:pt x="4146965" y="3861107"/>
                </a:lnTo>
                <a:cubicBezTo>
                  <a:pt x="4146882" y="3861273"/>
                  <a:pt x="4146550" y="3861357"/>
                  <a:pt x="4146550" y="3861357"/>
                </a:cubicBezTo>
                <a:close/>
                <a:moveTo>
                  <a:pt x="2876251" y="3522788"/>
                </a:moveTo>
                <a:cubicBezTo>
                  <a:pt x="2876085" y="3522788"/>
                  <a:pt x="2875836" y="3522539"/>
                  <a:pt x="2875836" y="3522539"/>
                </a:cubicBezTo>
                <a:lnTo>
                  <a:pt x="2872596" y="3516889"/>
                </a:lnTo>
                <a:cubicBezTo>
                  <a:pt x="2872513" y="3516723"/>
                  <a:pt x="2872596" y="3516391"/>
                  <a:pt x="2872596" y="3516391"/>
                </a:cubicBezTo>
                <a:lnTo>
                  <a:pt x="2875836" y="3510741"/>
                </a:lnTo>
                <a:cubicBezTo>
                  <a:pt x="2875919" y="3510575"/>
                  <a:pt x="2876252" y="3510492"/>
                  <a:pt x="2876252" y="3510492"/>
                </a:cubicBezTo>
                <a:lnTo>
                  <a:pt x="2882732" y="3510492"/>
                </a:lnTo>
                <a:cubicBezTo>
                  <a:pt x="2882899" y="3510492"/>
                  <a:pt x="2883148" y="3510741"/>
                  <a:pt x="2883148" y="3510741"/>
                </a:cubicBezTo>
                <a:lnTo>
                  <a:pt x="2886387" y="3516391"/>
                </a:lnTo>
                <a:cubicBezTo>
                  <a:pt x="2886471" y="3516557"/>
                  <a:pt x="2886387" y="3516889"/>
                  <a:pt x="2886387" y="3516889"/>
                </a:cubicBezTo>
                <a:lnTo>
                  <a:pt x="2883148" y="3522539"/>
                </a:lnTo>
                <a:cubicBezTo>
                  <a:pt x="2883064" y="3522705"/>
                  <a:pt x="2882732" y="3522788"/>
                  <a:pt x="2882732" y="3522788"/>
                </a:cubicBezTo>
                <a:close/>
                <a:moveTo>
                  <a:pt x="886854" y="2996757"/>
                </a:moveTo>
                <a:cubicBezTo>
                  <a:pt x="886521" y="2996757"/>
                  <a:pt x="886023" y="2996259"/>
                  <a:pt x="886023" y="2996259"/>
                </a:cubicBezTo>
                <a:lnTo>
                  <a:pt x="879543" y="2984960"/>
                </a:lnTo>
                <a:cubicBezTo>
                  <a:pt x="879377" y="2984711"/>
                  <a:pt x="879543" y="2984046"/>
                  <a:pt x="879543" y="2984046"/>
                </a:cubicBezTo>
                <a:lnTo>
                  <a:pt x="886023" y="2972747"/>
                </a:lnTo>
                <a:cubicBezTo>
                  <a:pt x="886189" y="2972415"/>
                  <a:pt x="886854" y="2972249"/>
                  <a:pt x="886854" y="2972249"/>
                </a:cubicBezTo>
                <a:lnTo>
                  <a:pt x="899897" y="2972249"/>
                </a:lnTo>
                <a:cubicBezTo>
                  <a:pt x="900230" y="2972249"/>
                  <a:pt x="900728" y="2972747"/>
                  <a:pt x="900728" y="2972747"/>
                </a:cubicBezTo>
                <a:lnTo>
                  <a:pt x="907208" y="2984046"/>
                </a:lnTo>
                <a:cubicBezTo>
                  <a:pt x="907374" y="2984296"/>
                  <a:pt x="907208" y="2984960"/>
                  <a:pt x="907208" y="2984960"/>
                </a:cubicBezTo>
                <a:lnTo>
                  <a:pt x="900728" y="2996259"/>
                </a:lnTo>
                <a:cubicBezTo>
                  <a:pt x="900562" y="2996591"/>
                  <a:pt x="899897" y="2996757"/>
                  <a:pt x="899897" y="2996757"/>
                </a:cubicBezTo>
                <a:close/>
                <a:moveTo>
                  <a:pt x="2931184" y="3548621"/>
                </a:moveTo>
                <a:cubicBezTo>
                  <a:pt x="2930768" y="3548621"/>
                  <a:pt x="2930187" y="3548039"/>
                  <a:pt x="2930187" y="3548039"/>
                </a:cubicBezTo>
                <a:lnTo>
                  <a:pt x="2921713" y="3533418"/>
                </a:lnTo>
                <a:cubicBezTo>
                  <a:pt x="2921464" y="3533085"/>
                  <a:pt x="2921713" y="3532254"/>
                  <a:pt x="2921713" y="3532254"/>
                </a:cubicBezTo>
                <a:lnTo>
                  <a:pt x="2930187" y="3517633"/>
                </a:lnTo>
                <a:cubicBezTo>
                  <a:pt x="2930353" y="3517300"/>
                  <a:pt x="2930768" y="3517051"/>
                  <a:pt x="2931184" y="3517051"/>
                </a:cubicBezTo>
                <a:lnTo>
                  <a:pt x="2948049" y="3517051"/>
                </a:lnTo>
                <a:cubicBezTo>
                  <a:pt x="2948464" y="3517051"/>
                  <a:pt x="2949046" y="3517633"/>
                  <a:pt x="2949046" y="3517633"/>
                </a:cubicBezTo>
                <a:lnTo>
                  <a:pt x="2957520" y="3532254"/>
                </a:lnTo>
                <a:cubicBezTo>
                  <a:pt x="2957769" y="3532587"/>
                  <a:pt x="2957520" y="3533418"/>
                  <a:pt x="2957520" y="3533418"/>
                </a:cubicBezTo>
                <a:lnTo>
                  <a:pt x="2949046" y="3548039"/>
                </a:lnTo>
                <a:cubicBezTo>
                  <a:pt x="2948880" y="3548372"/>
                  <a:pt x="2948464" y="3548621"/>
                  <a:pt x="2948049" y="3548621"/>
                </a:cubicBezTo>
                <a:close/>
                <a:moveTo>
                  <a:pt x="2991347" y="3564921"/>
                </a:moveTo>
                <a:cubicBezTo>
                  <a:pt x="2990931" y="3564921"/>
                  <a:pt x="2990351" y="3564340"/>
                  <a:pt x="2990351" y="3564340"/>
                </a:cubicBezTo>
                <a:lnTo>
                  <a:pt x="2981876" y="3549635"/>
                </a:lnTo>
                <a:cubicBezTo>
                  <a:pt x="2981627" y="3549302"/>
                  <a:pt x="2981876" y="3548472"/>
                  <a:pt x="2981876" y="3548472"/>
                </a:cubicBezTo>
                <a:lnTo>
                  <a:pt x="2990350" y="3533767"/>
                </a:lnTo>
                <a:cubicBezTo>
                  <a:pt x="2990516" y="3533434"/>
                  <a:pt x="2990931" y="3533185"/>
                  <a:pt x="2991348" y="3533185"/>
                </a:cubicBezTo>
                <a:lnTo>
                  <a:pt x="3008296" y="3533185"/>
                </a:lnTo>
                <a:cubicBezTo>
                  <a:pt x="3008710" y="3533185"/>
                  <a:pt x="3009292" y="3533767"/>
                  <a:pt x="3009292" y="3533767"/>
                </a:cubicBezTo>
                <a:lnTo>
                  <a:pt x="3017766" y="3548472"/>
                </a:lnTo>
                <a:cubicBezTo>
                  <a:pt x="3018015" y="3548804"/>
                  <a:pt x="3017766" y="3549635"/>
                  <a:pt x="3017766" y="3549635"/>
                </a:cubicBezTo>
                <a:lnTo>
                  <a:pt x="3009292" y="3564340"/>
                </a:lnTo>
                <a:cubicBezTo>
                  <a:pt x="3009126" y="3564672"/>
                  <a:pt x="3008710" y="3564921"/>
                  <a:pt x="3008295" y="3564921"/>
                </a:cubicBezTo>
                <a:close/>
                <a:moveTo>
                  <a:pt x="3171522" y="3613972"/>
                </a:moveTo>
                <a:cubicBezTo>
                  <a:pt x="3171107" y="3613972"/>
                  <a:pt x="3170442" y="3613307"/>
                  <a:pt x="3170442" y="3613307"/>
                </a:cubicBezTo>
                <a:lnTo>
                  <a:pt x="3161636" y="3597937"/>
                </a:lnTo>
                <a:cubicBezTo>
                  <a:pt x="3161387" y="3597522"/>
                  <a:pt x="3161636" y="3596691"/>
                  <a:pt x="3161636" y="3596691"/>
                </a:cubicBezTo>
                <a:lnTo>
                  <a:pt x="3170525" y="3581322"/>
                </a:lnTo>
                <a:cubicBezTo>
                  <a:pt x="3170775" y="3580906"/>
                  <a:pt x="3171190" y="3580657"/>
                  <a:pt x="3171605" y="3580657"/>
                </a:cubicBezTo>
                <a:lnTo>
                  <a:pt x="3189301" y="3580657"/>
                </a:lnTo>
                <a:cubicBezTo>
                  <a:pt x="3189717" y="3580657"/>
                  <a:pt x="3190381" y="3581322"/>
                  <a:pt x="3190381" y="3581322"/>
                </a:cubicBezTo>
                <a:lnTo>
                  <a:pt x="3199188" y="3596691"/>
                </a:lnTo>
                <a:cubicBezTo>
                  <a:pt x="3199437" y="3597107"/>
                  <a:pt x="3199188" y="3597937"/>
                  <a:pt x="3199188" y="3597937"/>
                </a:cubicBezTo>
                <a:lnTo>
                  <a:pt x="3190298" y="3613307"/>
                </a:lnTo>
                <a:cubicBezTo>
                  <a:pt x="3190049" y="3613723"/>
                  <a:pt x="3189633" y="3613972"/>
                  <a:pt x="3189218" y="3613972"/>
                </a:cubicBezTo>
                <a:close/>
                <a:moveTo>
                  <a:pt x="3051066" y="3581977"/>
                </a:moveTo>
                <a:cubicBezTo>
                  <a:pt x="3050651" y="3581977"/>
                  <a:pt x="3049986" y="3581313"/>
                  <a:pt x="3049986" y="3581313"/>
                </a:cubicBezTo>
                <a:lnTo>
                  <a:pt x="3041014" y="3565694"/>
                </a:lnTo>
                <a:cubicBezTo>
                  <a:pt x="3040765" y="3565361"/>
                  <a:pt x="3041014" y="3564447"/>
                  <a:pt x="3041014" y="3564447"/>
                </a:cubicBezTo>
                <a:lnTo>
                  <a:pt x="3049986" y="3548829"/>
                </a:lnTo>
                <a:cubicBezTo>
                  <a:pt x="3050235" y="3548413"/>
                  <a:pt x="3050651" y="3548164"/>
                  <a:pt x="3051066" y="3548164"/>
                </a:cubicBezTo>
                <a:lnTo>
                  <a:pt x="3069094" y="3548164"/>
                </a:lnTo>
                <a:cubicBezTo>
                  <a:pt x="3069510" y="3548164"/>
                  <a:pt x="3070174" y="3548829"/>
                  <a:pt x="3070174" y="3548829"/>
                </a:cubicBezTo>
                <a:lnTo>
                  <a:pt x="3079147" y="3564447"/>
                </a:lnTo>
                <a:cubicBezTo>
                  <a:pt x="3079396" y="3564780"/>
                  <a:pt x="3079147" y="3565694"/>
                  <a:pt x="3079147" y="3565694"/>
                </a:cubicBezTo>
                <a:lnTo>
                  <a:pt x="3070174" y="3581313"/>
                </a:lnTo>
                <a:cubicBezTo>
                  <a:pt x="3069925" y="3581728"/>
                  <a:pt x="3069510" y="3581977"/>
                  <a:pt x="3069094" y="3581977"/>
                </a:cubicBezTo>
                <a:close/>
                <a:moveTo>
                  <a:pt x="4194604" y="3888387"/>
                </a:moveTo>
                <a:cubicBezTo>
                  <a:pt x="4194189" y="3888387"/>
                  <a:pt x="4193524" y="3887723"/>
                  <a:pt x="4193524" y="3887723"/>
                </a:cubicBezTo>
                <a:lnTo>
                  <a:pt x="4184552" y="3872104"/>
                </a:lnTo>
                <a:cubicBezTo>
                  <a:pt x="4184303" y="3871771"/>
                  <a:pt x="4184552" y="3870857"/>
                  <a:pt x="4184552" y="3870857"/>
                </a:cubicBezTo>
                <a:lnTo>
                  <a:pt x="4193524" y="3855239"/>
                </a:lnTo>
                <a:cubicBezTo>
                  <a:pt x="4193774" y="3854823"/>
                  <a:pt x="4194189" y="3854574"/>
                  <a:pt x="4194604" y="3854574"/>
                </a:cubicBezTo>
                <a:lnTo>
                  <a:pt x="4212633" y="3854574"/>
                </a:lnTo>
                <a:cubicBezTo>
                  <a:pt x="4213048" y="3854574"/>
                  <a:pt x="4213713" y="3855239"/>
                  <a:pt x="4213713" y="3855239"/>
                </a:cubicBezTo>
                <a:lnTo>
                  <a:pt x="4222685" y="3870857"/>
                </a:lnTo>
                <a:cubicBezTo>
                  <a:pt x="4222934" y="3871190"/>
                  <a:pt x="4222685" y="3872104"/>
                  <a:pt x="4222685" y="3872104"/>
                </a:cubicBezTo>
                <a:lnTo>
                  <a:pt x="4213713" y="3887723"/>
                </a:lnTo>
                <a:cubicBezTo>
                  <a:pt x="4213463" y="3888138"/>
                  <a:pt x="4213048" y="3888387"/>
                  <a:pt x="4212633" y="3888387"/>
                </a:cubicBezTo>
                <a:close/>
                <a:moveTo>
                  <a:pt x="1726804" y="3227341"/>
                </a:moveTo>
                <a:cubicBezTo>
                  <a:pt x="1726388" y="3227341"/>
                  <a:pt x="1725724" y="3226678"/>
                  <a:pt x="1725724" y="3226678"/>
                </a:cubicBezTo>
                <a:lnTo>
                  <a:pt x="1716668" y="3210892"/>
                </a:lnTo>
                <a:cubicBezTo>
                  <a:pt x="1716419" y="3210560"/>
                  <a:pt x="1716668" y="3209647"/>
                  <a:pt x="1716668" y="3209647"/>
                </a:cubicBezTo>
                <a:lnTo>
                  <a:pt x="1725808" y="3193862"/>
                </a:lnTo>
                <a:cubicBezTo>
                  <a:pt x="1725972" y="3193446"/>
                  <a:pt x="1726471" y="3193196"/>
                  <a:pt x="1726887" y="3193196"/>
                </a:cubicBezTo>
                <a:lnTo>
                  <a:pt x="1745082" y="3193197"/>
                </a:lnTo>
                <a:cubicBezTo>
                  <a:pt x="1745497" y="3193197"/>
                  <a:pt x="1746161" y="3193862"/>
                  <a:pt x="1746161" y="3193862"/>
                </a:cubicBezTo>
                <a:lnTo>
                  <a:pt x="1755217" y="3209647"/>
                </a:lnTo>
                <a:cubicBezTo>
                  <a:pt x="1755465" y="3209979"/>
                  <a:pt x="1755217" y="3210892"/>
                  <a:pt x="1755217" y="3210892"/>
                </a:cubicBezTo>
                <a:lnTo>
                  <a:pt x="1746077" y="3226677"/>
                </a:lnTo>
                <a:cubicBezTo>
                  <a:pt x="1745912" y="3227092"/>
                  <a:pt x="1745413" y="3227342"/>
                  <a:pt x="1744998" y="3227342"/>
                </a:cubicBezTo>
                <a:close/>
                <a:moveTo>
                  <a:pt x="3231470" y="3630598"/>
                </a:moveTo>
                <a:cubicBezTo>
                  <a:pt x="3231054" y="3630598"/>
                  <a:pt x="3230390" y="3629933"/>
                  <a:pt x="3230390" y="3629933"/>
                </a:cubicBezTo>
                <a:lnTo>
                  <a:pt x="3221252" y="3614065"/>
                </a:lnTo>
                <a:cubicBezTo>
                  <a:pt x="3221003" y="3613650"/>
                  <a:pt x="3221252" y="3612736"/>
                  <a:pt x="3221252" y="3612736"/>
                </a:cubicBezTo>
                <a:lnTo>
                  <a:pt x="3230390" y="3596868"/>
                </a:lnTo>
                <a:cubicBezTo>
                  <a:pt x="3230557" y="3596452"/>
                  <a:pt x="3231055" y="3596203"/>
                  <a:pt x="3231470" y="3596203"/>
                </a:cubicBezTo>
                <a:lnTo>
                  <a:pt x="3249747" y="3596203"/>
                </a:lnTo>
                <a:cubicBezTo>
                  <a:pt x="3250163" y="3596203"/>
                  <a:pt x="3250828" y="3596868"/>
                  <a:pt x="3250828" y="3596868"/>
                </a:cubicBezTo>
                <a:lnTo>
                  <a:pt x="3259966" y="3612736"/>
                </a:lnTo>
                <a:cubicBezTo>
                  <a:pt x="3260216" y="3613151"/>
                  <a:pt x="3259966" y="3614065"/>
                  <a:pt x="3259966" y="3614065"/>
                </a:cubicBezTo>
                <a:lnTo>
                  <a:pt x="3250828" y="3629933"/>
                </a:lnTo>
                <a:cubicBezTo>
                  <a:pt x="3250662" y="3630348"/>
                  <a:pt x="3250163" y="3630598"/>
                  <a:pt x="3249748" y="3630598"/>
                </a:cubicBezTo>
                <a:close/>
                <a:moveTo>
                  <a:pt x="3110995" y="3598508"/>
                </a:moveTo>
                <a:cubicBezTo>
                  <a:pt x="3110496" y="3598508"/>
                  <a:pt x="3109832" y="3597843"/>
                  <a:pt x="3109832" y="3597843"/>
                </a:cubicBezTo>
                <a:lnTo>
                  <a:pt x="3100609" y="3581892"/>
                </a:lnTo>
                <a:cubicBezTo>
                  <a:pt x="3100360" y="3581477"/>
                  <a:pt x="3100609" y="3580563"/>
                  <a:pt x="3100609" y="3580563"/>
                </a:cubicBezTo>
                <a:lnTo>
                  <a:pt x="3109831" y="3564612"/>
                </a:lnTo>
                <a:cubicBezTo>
                  <a:pt x="3110081" y="3564196"/>
                  <a:pt x="3110496" y="3563947"/>
                  <a:pt x="3110995" y="3563947"/>
                </a:cubicBezTo>
                <a:lnTo>
                  <a:pt x="3129438" y="3563947"/>
                </a:lnTo>
                <a:cubicBezTo>
                  <a:pt x="3129937" y="3563947"/>
                  <a:pt x="3130601" y="3564612"/>
                  <a:pt x="3130601" y="3564612"/>
                </a:cubicBezTo>
                <a:lnTo>
                  <a:pt x="3139822" y="3580563"/>
                </a:lnTo>
                <a:cubicBezTo>
                  <a:pt x="3140072" y="3580978"/>
                  <a:pt x="3139822" y="3581892"/>
                  <a:pt x="3139822" y="3581892"/>
                </a:cubicBezTo>
                <a:lnTo>
                  <a:pt x="3130600" y="3597843"/>
                </a:lnTo>
                <a:cubicBezTo>
                  <a:pt x="3130351" y="3598258"/>
                  <a:pt x="3129937" y="3598508"/>
                  <a:pt x="3129438" y="3598508"/>
                </a:cubicBezTo>
                <a:close/>
                <a:moveTo>
                  <a:pt x="3472110" y="3695362"/>
                </a:moveTo>
                <a:cubicBezTo>
                  <a:pt x="3471611" y="3695362"/>
                  <a:pt x="3470946" y="3694698"/>
                  <a:pt x="3470946" y="3694698"/>
                </a:cubicBezTo>
                <a:lnTo>
                  <a:pt x="3461725" y="3678663"/>
                </a:lnTo>
                <a:cubicBezTo>
                  <a:pt x="3461476" y="3678248"/>
                  <a:pt x="3461725" y="3677334"/>
                  <a:pt x="3461725" y="3677334"/>
                </a:cubicBezTo>
                <a:lnTo>
                  <a:pt x="3470946" y="3661300"/>
                </a:lnTo>
                <a:cubicBezTo>
                  <a:pt x="3471196" y="3660884"/>
                  <a:pt x="3471611" y="3660634"/>
                  <a:pt x="3472110" y="3660635"/>
                </a:cubicBezTo>
                <a:lnTo>
                  <a:pt x="3490637" y="3660635"/>
                </a:lnTo>
                <a:cubicBezTo>
                  <a:pt x="3491135" y="3660635"/>
                  <a:pt x="3491799" y="3661300"/>
                  <a:pt x="3491799" y="3661300"/>
                </a:cubicBezTo>
                <a:lnTo>
                  <a:pt x="3501021" y="3677334"/>
                </a:lnTo>
                <a:cubicBezTo>
                  <a:pt x="3501271" y="3677749"/>
                  <a:pt x="3501021" y="3678663"/>
                  <a:pt x="3501021" y="3678663"/>
                </a:cubicBezTo>
                <a:lnTo>
                  <a:pt x="3491799" y="3694698"/>
                </a:lnTo>
                <a:cubicBezTo>
                  <a:pt x="3491551" y="3695113"/>
                  <a:pt x="3491135" y="3695362"/>
                  <a:pt x="3490636" y="3695362"/>
                </a:cubicBezTo>
                <a:close/>
                <a:moveTo>
                  <a:pt x="1606089" y="3195753"/>
                </a:moveTo>
                <a:cubicBezTo>
                  <a:pt x="1605590" y="3195752"/>
                  <a:pt x="1604926" y="3195087"/>
                  <a:pt x="1604926" y="3195087"/>
                </a:cubicBezTo>
                <a:lnTo>
                  <a:pt x="1595455" y="3178720"/>
                </a:lnTo>
                <a:cubicBezTo>
                  <a:pt x="1595205" y="3178306"/>
                  <a:pt x="1595455" y="3177391"/>
                  <a:pt x="1595455" y="3177391"/>
                </a:cubicBezTo>
                <a:lnTo>
                  <a:pt x="1604926" y="3161025"/>
                </a:lnTo>
                <a:cubicBezTo>
                  <a:pt x="1605175" y="3160610"/>
                  <a:pt x="1605590" y="3160360"/>
                  <a:pt x="1606089" y="3160360"/>
                </a:cubicBezTo>
                <a:lnTo>
                  <a:pt x="1625031" y="3160360"/>
                </a:lnTo>
                <a:cubicBezTo>
                  <a:pt x="1625529" y="3160361"/>
                  <a:pt x="1626194" y="3161026"/>
                  <a:pt x="1626194" y="3161026"/>
                </a:cubicBezTo>
                <a:lnTo>
                  <a:pt x="1635665" y="3177391"/>
                </a:lnTo>
                <a:cubicBezTo>
                  <a:pt x="1635914" y="3177807"/>
                  <a:pt x="1635665" y="3178721"/>
                  <a:pt x="1635665" y="3178721"/>
                </a:cubicBezTo>
                <a:lnTo>
                  <a:pt x="1626194" y="3195087"/>
                </a:lnTo>
                <a:cubicBezTo>
                  <a:pt x="1625945" y="3195503"/>
                  <a:pt x="1625529" y="3195752"/>
                  <a:pt x="1625031" y="3195752"/>
                </a:cubicBezTo>
                <a:close/>
                <a:moveTo>
                  <a:pt x="3411593" y="3679640"/>
                </a:moveTo>
                <a:cubicBezTo>
                  <a:pt x="3411094" y="3679640"/>
                  <a:pt x="3410430" y="3678975"/>
                  <a:pt x="3410430" y="3678975"/>
                </a:cubicBezTo>
                <a:lnTo>
                  <a:pt x="3400959" y="3662526"/>
                </a:lnTo>
                <a:cubicBezTo>
                  <a:pt x="3400710" y="3662110"/>
                  <a:pt x="3400959" y="3661197"/>
                  <a:pt x="3400959" y="3661197"/>
                </a:cubicBezTo>
                <a:lnTo>
                  <a:pt x="3410513" y="3644747"/>
                </a:lnTo>
                <a:cubicBezTo>
                  <a:pt x="3410762" y="3644331"/>
                  <a:pt x="3411177" y="3644082"/>
                  <a:pt x="3411676" y="3644082"/>
                </a:cubicBezTo>
                <a:lnTo>
                  <a:pt x="3430701" y="3644082"/>
                </a:lnTo>
                <a:cubicBezTo>
                  <a:pt x="3431199" y="3644082"/>
                  <a:pt x="3431864" y="3644747"/>
                  <a:pt x="3431864" y="3644747"/>
                </a:cubicBezTo>
                <a:lnTo>
                  <a:pt x="3441335" y="3661197"/>
                </a:lnTo>
                <a:cubicBezTo>
                  <a:pt x="3441584" y="3661612"/>
                  <a:pt x="3441335" y="3662526"/>
                  <a:pt x="3441335" y="3662526"/>
                </a:cubicBezTo>
                <a:lnTo>
                  <a:pt x="3431781" y="3678975"/>
                </a:lnTo>
                <a:cubicBezTo>
                  <a:pt x="3431532" y="3679391"/>
                  <a:pt x="3431117" y="3679640"/>
                  <a:pt x="3430618" y="3679640"/>
                </a:cubicBezTo>
                <a:close/>
                <a:moveTo>
                  <a:pt x="3291198" y="3647549"/>
                </a:moveTo>
                <a:cubicBezTo>
                  <a:pt x="3290700" y="3647549"/>
                  <a:pt x="3290035" y="3646884"/>
                  <a:pt x="3290035" y="3646884"/>
                </a:cubicBezTo>
                <a:lnTo>
                  <a:pt x="3280481" y="3630352"/>
                </a:lnTo>
                <a:cubicBezTo>
                  <a:pt x="3280231" y="3629936"/>
                  <a:pt x="3280480" y="3629022"/>
                  <a:pt x="3280480" y="3629022"/>
                </a:cubicBezTo>
                <a:lnTo>
                  <a:pt x="3290035" y="3612490"/>
                </a:lnTo>
                <a:cubicBezTo>
                  <a:pt x="3290283" y="3612074"/>
                  <a:pt x="3290700" y="3611825"/>
                  <a:pt x="3291198" y="3611825"/>
                </a:cubicBezTo>
                <a:lnTo>
                  <a:pt x="3310306" y="3611825"/>
                </a:lnTo>
                <a:cubicBezTo>
                  <a:pt x="3310805" y="3611825"/>
                  <a:pt x="3311469" y="3612490"/>
                  <a:pt x="3311469" y="3612490"/>
                </a:cubicBezTo>
                <a:lnTo>
                  <a:pt x="3321022" y="3629022"/>
                </a:lnTo>
                <a:cubicBezTo>
                  <a:pt x="3321273" y="3629438"/>
                  <a:pt x="3321023" y="3630352"/>
                  <a:pt x="3321023" y="3630352"/>
                </a:cubicBezTo>
                <a:lnTo>
                  <a:pt x="3311468" y="3646884"/>
                </a:lnTo>
                <a:cubicBezTo>
                  <a:pt x="3311220" y="3647300"/>
                  <a:pt x="3310805" y="3647549"/>
                  <a:pt x="3310306" y="3647549"/>
                </a:cubicBezTo>
                <a:close/>
                <a:moveTo>
                  <a:pt x="3592129" y="3728183"/>
                </a:moveTo>
                <a:cubicBezTo>
                  <a:pt x="3591631" y="3728184"/>
                  <a:pt x="3590966" y="3727518"/>
                  <a:pt x="3590966" y="3727518"/>
                </a:cubicBezTo>
                <a:lnTo>
                  <a:pt x="3581412" y="3710986"/>
                </a:lnTo>
                <a:cubicBezTo>
                  <a:pt x="3581163" y="3710571"/>
                  <a:pt x="3581412" y="3709657"/>
                  <a:pt x="3581412" y="3709657"/>
                </a:cubicBezTo>
                <a:lnTo>
                  <a:pt x="3590966" y="3693125"/>
                </a:lnTo>
                <a:cubicBezTo>
                  <a:pt x="3591215" y="3692709"/>
                  <a:pt x="3591631" y="3692460"/>
                  <a:pt x="3592129" y="3692460"/>
                </a:cubicBezTo>
                <a:lnTo>
                  <a:pt x="3611237" y="3692460"/>
                </a:lnTo>
                <a:cubicBezTo>
                  <a:pt x="3611736" y="3692460"/>
                  <a:pt x="3612400" y="3693125"/>
                  <a:pt x="3612400" y="3693125"/>
                </a:cubicBezTo>
                <a:lnTo>
                  <a:pt x="3621954" y="3709657"/>
                </a:lnTo>
                <a:cubicBezTo>
                  <a:pt x="3622204" y="3710073"/>
                  <a:pt x="3621954" y="3710987"/>
                  <a:pt x="3621954" y="3710987"/>
                </a:cubicBezTo>
                <a:lnTo>
                  <a:pt x="3612400" y="3727518"/>
                </a:lnTo>
                <a:cubicBezTo>
                  <a:pt x="3612151" y="3727935"/>
                  <a:pt x="3611736" y="3728184"/>
                  <a:pt x="3611237" y="3728183"/>
                </a:cubicBezTo>
                <a:close/>
                <a:moveTo>
                  <a:pt x="4976413" y="4099101"/>
                </a:moveTo>
                <a:cubicBezTo>
                  <a:pt x="4975914" y="4099101"/>
                  <a:pt x="4975250" y="4098436"/>
                  <a:pt x="4975250" y="4098436"/>
                </a:cubicBezTo>
                <a:lnTo>
                  <a:pt x="4965696" y="4081904"/>
                </a:lnTo>
                <a:cubicBezTo>
                  <a:pt x="4965447" y="4081488"/>
                  <a:pt x="4965696" y="4080574"/>
                  <a:pt x="4965696" y="4080574"/>
                </a:cubicBezTo>
                <a:lnTo>
                  <a:pt x="4975250" y="4064042"/>
                </a:lnTo>
                <a:cubicBezTo>
                  <a:pt x="4975499" y="4063626"/>
                  <a:pt x="4975914" y="4063377"/>
                  <a:pt x="4976413" y="4063377"/>
                </a:cubicBezTo>
                <a:lnTo>
                  <a:pt x="4995521" y="4063377"/>
                </a:lnTo>
                <a:cubicBezTo>
                  <a:pt x="4996020" y="4063377"/>
                  <a:pt x="4996684" y="4064042"/>
                  <a:pt x="4996684" y="4064042"/>
                </a:cubicBezTo>
                <a:lnTo>
                  <a:pt x="5006238" y="4080574"/>
                </a:lnTo>
                <a:cubicBezTo>
                  <a:pt x="5006487" y="4080990"/>
                  <a:pt x="5006238" y="4081904"/>
                  <a:pt x="5006238" y="4081904"/>
                </a:cubicBezTo>
                <a:lnTo>
                  <a:pt x="4996684" y="4098436"/>
                </a:lnTo>
                <a:cubicBezTo>
                  <a:pt x="4996435" y="4098852"/>
                  <a:pt x="4996020" y="4099101"/>
                  <a:pt x="4995521" y="4099101"/>
                </a:cubicBezTo>
                <a:close/>
                <a:moveTo>
                  <a:pt x="3351250" y="3663930"/>
                </a:moveTo>
                <a:cubicBezTo>
                  <a:pt x="3350752" y="3663930"/>
                  <a:pt x="3350337" y="3663681"/>
                  <a:pt x="3350087" y="3663265"/>
                </a:cubicBezTo>
                <a:lnTo>
                  <a:pt x="3340367" y="3646400"/>
                </a:lnTo>
                <a:cubicBezTo>
                  <a:pt x="3340118" y="3645902"/>
                  <a:pt x="3340118" y="3645403"/>
                  <a:pt x="3340367" y="3644988"/>
                </a:cubicBezTo>
                <a:lnTo>
                  <a:pt x="3350087" y="3628123"/>
                </a:lnTo>
                <a:cubicBezTo>
                  <a:pt x="3350337" y="3627707"/>
                  <a:pt x="3350752" y="3627458"/>
                  <a:pt x="3351250" y="3627458"/>
                </a:cubicBezTo>
                <a:lnTo>
                  <a:pt x="3370691" y="3627458"/>
                </a:lnTo>
                <a:cubicBezTo>
                  <a:pt x="3371189" y="3627458"/>
                  <a:pt x="3371605" y="3627707"/>
                  <a:pt x="3371854" y="3628123"/>
                </a:cubicBezTo>
                <a:lnTo>
                  <a:pt x="3381574" y="3644988"/>
                </a:lnTo>
                <a:cubicBezTo>
                  <a:pt x="3381823" y="3645486"/>
                  <a:pt x="3381824" y="3645985"/>
                  <a:pt x="3381574" y="3646400"/>
                </a:cubicBezTo>
                <a:lnTo>
                  <a:pt x="3371854" y="3663265"/>
                </a:lnTo>
                <a:cubicBezTo>
                  <a:pt x="3371605" y="3663681"/>
                  <a:pt x="3371189" y="3663930"/>
                  <a:pt x="3370690" y="3663930"/>
                </a:cubicBezTo>
                <a:close/>
                <a:moveTo>
                  <a:pt x="3531725" y="3712394"/>
                </a:moveTo>
                <a:cubicBezTo>
                  <a:pt x="3531227" y="3712394"/>
                  <a:pt x="3530811" y="3712145"/>
                  <a:pt x="3530562" y="3711729"/>
                </a:cubicBezTo>
                <a:lnTo>
                  <a:pt x="3520842" y="3694781"/>
                </a:lnTo>
                <a:cubicBezTo>
                  <a:pt x="3520593" y="3694366"/>
                  <a:pt x="3520593" y="3693784"/>
                  <a:pt x="3520842" y="3693369"/>
                </a:cubicBezTo>
                <a:lnTo>
                  <a:pt x="3530645" y="3676421"/>
                </a:lnTo>
                <a:cubicBezTo>
                  <a:pt x="3530894" y="3676005"/>
                  <a:pt x="3531310" y="3675756"/>
                  <a:pt x="3531808" y="3675756"/>
                </a:cubicBezTo>
                <a:lnTo>
                  <a:pt x="3551333" y="3675756"/>
                </a:lnTo>
                <a:cubicBezTo>
                  <a:pt x="3551830" y="3675756"/>
                  <a:pt x="3552246" y="3676005"/>
                  <a:pt x="3552495" y="3676421"/>
                </a:cubicBezTo>
                <a:lnTo>
                  <a:pt x="3562215" y="3693369"/>
                </a:lnTo>
                <a:cubicBezTo>
                  <a:pt x="3562464" y="3693784"/>
                  <a:pt x="3562464" y="3694366"/>
                  <a:pt x="3562215" y="3694781"/>
                </a:cubicBezTo>
                <a:lnTo>
                  <a:pt x="3552412" y="3711729"/>
                </a:lnTo>
                <a:cubicBezTo>
                  <a:pt x="3552163" y="3712145"/>
                  <a:pt x="3551747" y="3712394"/>
                  <a:pt x="3551249" y="3712394"/>
                </a:cubicBezTo>
                <a:close/>
                <a:moveTo>
                  <a:pt x="3832657" y="3793028"/>
                </a:moveTo>
                <a:cubicBezTo>
                  <a:pt x="3832159" y="3793028"/>
                  <a:pt x="3831742" y="3792779"/>
                  <a:pt x="3831494" y="3792363"/>
                </a:cubicBezTo>
                <a:lnTo>
                  <a:pt x="3821773" y="3775415"/>
                </a:lnTo>
                <a:cubicBezTo>
                  <a:pt x="3821525" y="3775000"/>
                  <a:pt x="3821524" y="3774418"/>
                  <a:pt x="3821774" y="3774003"/>
                </a:cubicBezTo>
                <a:lnTo>
                  <a:pt x="3831577" y="3757055"/>
                </a:lnTo>
                <a:cubicBezTo>
                  <a:pt x="3831825" y="3756639"/>
                  <a:pt x="3832242" y="3756390"/>
                  <a:pt x="3832740" y="3756390"/>
                </a:cubicBezTo>
                <a:lnTo>
                  <a:pt x="3852264" y="3756390"/>
                </a:lnTo>
                <a:cubicBezTo>
                  <a:pt x="3852762" y="3756390"/>
                  <a:pt x="3853177" y="3756639"/>
                  <a:pt x="3853427" y="3757055"/>
                </a:cubicBezTo>
                <a:lnTo>
                  <a:pt x="3863147" y="3774003"/>
                </a:lnTo>
                <a:cubicBezTo>
                  <a:pt x="3863396" y="3774418"/>
                  <a:pt x="3863395" y="3775000"/>
                  <a:pt x="3863147" y="3775415"/>
                </a:cubicBezTo>
                <a:lnTo>
                  <a:pt x="3853344" y="3792363"/>
                </a:lnTo>
                <a:cubicBezTo>
                  <a:pt x="3853094" y="3792779"/>
                  <a:pt x="3852678" y="3793028"/>
                  <a:pt x="3852180" y="3793028"/>
                </a:cubicBezTo>
                <a:close/>
                <a:moveTo>
                  <a:pt x="3652098" y="3744730"/>
                </a:moveTo>
                <a:cubicBezTo>
                  <a:pt x="3651683" y="3744730"/>
                  <a:pt x="3651184" y="3744481"/>
                  <a:pt x="3650935" y="3744065"/>
                </a:cubicBezTo>
                <a:lnTo>
                  <a:pt x="3641132" y="3727034"/>
                </a:lnTo>
                <a:cubicBezTo>
                  <a:pt x="3640883" y="3726619"/>
                  <a:pt x="3640883" y="3726037"/>
                  <a:pt x="3641132" y="3725622"/>
                </a:cubicBezTo>
                <a:lnTo>
                  <a:pt x="3650935" y="3708591"/>
                </a:lnTo>
                <a:cubicBezTo>
                  <a:pt x="3651184" y="3708175"/>
                  <a:pt x="3651600" y="3707926"/>
                  <a:pt x="3652098" y="3707926"/>
                </a:cubicBezTo>
                <a:lnTo>
                  <a:pt x="3671705" y="3707926"/>
                </a:lnTo>
                <a:cubicBezTo>
                  <a:pt x="3672121" y="3707926"/>
                  <a:pt x="3672619" y="3708175"/>
                  <a:pt x="3672868" y="3708591"/>
                </a:cubicBezTo>
                <a:lnTo>
                  <a:pt x="3682672" y="3725622"/>
                </a:lnTo>
                <a:cubicBezTo>
                  <a:pt x="3682921" y="3726037"/>
                  <a:pt x="3682921" y="3726619"/>
                  <a:pt x="3682672" y="3727034"/>
                </a:cubicBezTo>
                <a:lnTo>
                  <a:pt x="3672868" y="3744065"/>
                </a:lnTo>
                <a:cubicBezTo>
                  <a:pt x="3672619" y="3744481"/>
                  <a:pt x="3672203" y="3744730"/>
                  <a:pt x="3671705" y="3744730"/>
                </a:cubicBezTo>
                <a:close/>
                <a:moveTo>
                  <a:pt x="3953030" y="3825364"/>
                </a:moveTo>
                <a:cubicBezTo>
                  <a:pt x="3952614" y="3825364"/>
                  <a:pt x="3952115" y="3825115"/>
                  <a:pt x="3951867" y="3824699"/>
                </a:cubicBezTo>
                <a:lnTo>
                  <a:pt x="3942063" y="3807668"/>
                </a:lnTo>
                <a:cubicBezTo>
                  <a:pt x="3941814" y="3807253"/>
                  <a:pt x="3941814" y="3806671"/>
                  <a:pt x="3942063" y="3806256"/>
                </a:cubicBezTo>
                <a:lnTo>
                  <a:pt x="3951866" y="3789225"/>
                </a:lnTo>
                <a:cubicBezTo>
                  <a:pt x="3952116" y="3788809"/>
                  <a:pt x="3952531" y="3788560"/>
                  <a:pt x="3953030" y="3788560"/>
                </a:cubicBezTo>
                <a:lnTo>
                  <a:pt x="3972636" y="3788560"/>
                </a:lnTo>
                <a:cubicBezTo>
                  <a:pt x="3973052" y="3788560"/>
                  <a:pt x="3973550" y="3788809"/>
                  <a:pt x="3973799" y="3789225"/>
                </a:cubicBezTo>
                <a:lnTo>
                  <a:pt x="3983603" y="3806256"/>
                </a:lnTo>
                <a:cubicBezTo>
                  <a:pt x="3983852" y="3806671"/>
                  <a:pt x="3983852" y="3807253"/>
                  <a:pt x="3983603" y="3807668"/>
                </a:cubicBezTo>
                <a:lnTo>
                  <a:pt x="3973799" y="3824699"/>
                </a:lnTo>
                <a:cubicBezTo>
                  <a:pt x="3973550" y="3825115"/>
                  <a:pt x="3973135" y="3825364"/>
                  <a:pt x="3972636" y="3825364"/>
                </a:cubicBezTo>
                <a:close/>
                <a:moveTo>
                  <a:pt x="1545473" y="3180547"/>
                </a:moveTo>
                <a:cubicBezTo>
                  <a:pt x="1544975" y="3180547"/>
                  <a:pt x="1544477" y="3180298"/>
                  <a:pt x="1544228" y="3179883"/>
                </a:cubicBezTo>
                <a:lnTo>
                  <a:pt x="1534341" y="3162685"/>
                </a:lnTo>
                <a:cubicBezTo>
                  <a:pt x="1534092" y="3162270"/>
                  <a:pt x="1534092" y="3161688"/>
                  <a:pt x="1534341" y="3161273"/>
                </a:cubicBezTo>
                <a:lnTo>
                  <a:pt x="1544228" y="3144076"/>
                </a:lnTo>
                <a:cubicBezTo>
                  <a:pt x="1544477" y="3143660"/>
                  <a:pt x="1544975" y="3143411"/>
                  <a:pt x="1545473" y="3143411"/>
                </a:cubicBezTo>
                <a:lnTo>
                  <a:pt x="1565329" y="3143411"/>
                </a:lnTo>
                <a:cubicBezTo>
                  <a:pt x="1565828" y="3143411"/>
                  <a:pt x="1566326" y="3143660"/>
                  <a:pt x="1566576" y="3144076"/>
                </a:cubicBezTo>
                <a:lnTo>
                  <a:pt x="1576462" y="3161273"/>
                </a:lnTo>
                <a:cubicBezTo>
                  <a:pt x="1576711" y="3161688"/>
                  <a:pt x="1576711" y="3162270"/>
                  <a:pt x="1576462" y="3162685"/>
                </a:cubicBezTo>
                <a:lnTo>
                  <a:pt x="1566576" y="3179883"/>
                </a:lnTo>
                <a:cubicBezTo>
                  <a:pt x="1566326" y="3180298"/>
                  <a:pt x="1565828" y="3180547"/>
                  <a:pt x="1565329" y="3180547"/>
                </a:cubicBezTo>
                <a:close/>
                <a:moveTo>
                  <a:pt x="3712178" y="3761113"/>
                </a:moveTo>
                <a:cubicBezTo>
                  <a:pt x="3711680" y="3761114"/>
                  <a:pt x="3711182" y="3760864"/>
                  <a:pt x="3710932" y="3760449"/>
                </a:cubicBezTo>
                <a:lnTo>
                  <a:pt x="3701046" y="3743251"/>
                </a:lnTo>
                <a:cubicBezTo>
                  <a:pt x="3700797" y="3742837"/>
                  <a:pt x="3700797" y="3742255"/>
                  <a:pt x="3701046" y="3741840"/>
                </a:cubicBezTo>
                <a:lnTo>
                  <a:pt x="3710932" y="3724643"/>
                </a:lnTo>
                <a:cubicBezTo>
                  <a:pt x="3711182" y="3724227"/>
                  <a:pt x="3711680" y="3723977"/>
                  <a:pt x="3712178" y="3723977"/>
                </a:cubicBezTo>
                <a:lnTo>
                  <a:pt x="3732035" y="3723977"/>
                </a:lnTo>
                <a:cubicBezTo>
                  <a:pt x="3732533" y="3723977"/>
                  <a:pt x="3733031" y="3724227"/>
                  <a:pt x="3733281" y="3724642"/>
                </a:cubicBezTo>
                <a:lnTo>
                  <a:pt x="3743167" y="3741839"/>
                </a:lnTo>
                <a:cubicBezTo>
                  <a:pt x="3743416" y="3742254"/>
                  <a:pt x="3743416" y="3742836"/>
                  <a:pt x="3743167" y="3743251"/>
                </a:cubicBezTo>
                <a:lnTo>
                  <a:pt x="3733281" y="3760449"/>
                </a:lnTo>
                <a:cubicBezTo>
                  <a:pt x="3733031" y="3760864"/>
                  <a:pt x="3732533" y="3761114"/>
                  <a:pt x="3732035" y="3761114"/>
                </a:cubicBezTo>
                <a:close/>
                <a:moveTo>
                  <a:pt x="3772222" y="3777400"/>
                </a:moveTo>
                <a:cubicBezTo>
                  <a:pt x="3771723" y="3777400"/>
                  <a:pt x="3771225" y="3777068"/>
                  <a:pt x="3770976" y="3776652"/>
                </a:cubicBezTo>
                <a:lnTo>
                  <a:pt x="3761005" y="3759289"/>
                </a:lnTo>
                <a:cubicBezTo>
                  <a:pt x="3760757" y="3758873"/>
                  <a:pt x="3760756" y="3758292"/>
                  <a:pt x="3761006" y="3757876"/>
                </a:cubicBezTo>
                <a:lnTo>
                  <a:pt x="3771058" y="3740513"/>
                </a:lnTo>
                <a:cubicBezTo>
                  <a:pt x="3771308" y="3740014"/>
                  <a:pt x="3771806" y="3739765"/>
                  <a:pt x="3772305" y="3739765"/>
                </a:cubicBezTo>
                <a:lnTo>
                  <a:pt x="3792327" y="3739765"/>
                </a:lnTo>
                <a:cubicBezTo>
                  <a:pt x="3792825" y="3739765"/>
                  <a:pt x="3793323" y="3740097"/>
                  <a:pt x="3793573" y="3740513"/>
                </a:cubicBezTo>
                <a:lnTo>
                  <a:pt x="3803541" y="3757876"/>
                </a:lnTo>
                <a:cubicBezTo>
                  <a:pt x="3803791" y="3758292"/>
                  <a:pt x="3803791" y="3758873"/>
                  <a:pt x="3803542" y="3759289"/>
                </a:cubicBezTo>
                <a:lnTo>
                  <a:pt x="3793489" y="3776652"/>
                </a:lnTo>
                <a:cubicBezTo>
                  <a:pt x="3793241" y="3777151"/>
                  <a:pt x="3792742" y="3777400"/>
                  <a:pt x="3792243" y="3777400"/>
                </a:cubicBezTo>
                <a:close/>
                <a:moveTo>
                  <a:pt x="2568497" y="3454946"/>
                </a:moveTo>
                <a:cubicBezTo>
                  <a:pt x="2567998" y="3454946"/>
                  <a:pt x="2567500" y="3454614"/>
                  <a:pt x="2567252" y="3454198"/>
                </a:cubicBezTo>
                <a:lnTo>
                  <a:pt x="2557198" y="3436752"/>
                </a:lnTo>
                <a:cubicBezTo>
                  <a:pt x="2556950" y="3436336"/>
                  <a:pt x="2556949" y="3435755"/>
                  <a:pt x="2557199" y="3435339"/>
                </a:cubicBezTo>
                <a:lnTo>
                  <a:pt x="2567251" y="3417893"/>
                </a:lnTo>
                <a:cubicBezTo>
                  <a:pt x="2567501" y="3417394"/>
                  <a:pt x="2567999" y="3417145"/>
                  <a:pt x="2568497" y="3417146"/>
                </a:cubicBezTo>
                <a:lnTo>
                  <a:pt x="2588603" y="3417145"/>
                </a:lnTo>
                <a:cubicBezTo>
                  <a:pt x="2589101" y="3417145"/>
                  <a:pt x="2589599" y="3417477"/>
                  <a:pt x="2589848" y="3417893"/>
                </a:cubicBezTo>
                <a:lnTo>
                  <a:pt x="2599901" y="3435339"/>
                </a:lnTo>
                <a:cubicBezTo>
                  <a:pt x="2600150" y="3435756"/>
                  <a:pt x="2600151" y="3436336"/>
                  <a:pt x="2599901" y="3436752"/>
                </a:cubicBezTo>
                <a:lnTo>
                  <a:pt x="2589849" y="3454198"/>
                </a:lnTo>
                <a:cubicBezTo>
                  <a:pt x="2589599" y="3454697"/>
                  <a:pt x="2589100" y="3454946"/>
                  <a:pt x="2588602" y="3454946"/>
                </a:cubicBezTo>
                <a:close/>
                <a:moveTo>
                  <a:pt x="4313898" y="3922625"/>
                </a:moveTo>
                <a:cubicBezTo>
                  <a:pt x="4313399" y="3922625"/>
                  <a:pt x="4312901" y="3922293"/>
                  <a:pt x="4312652" y="3921877"/>
                </a:cubicBezTo>
                <a:lnTo>
                  <a:pt x="4302599" y="3904431"/>
                </a:lnTo>
                <a:cubicBezTo>
                  <a:pt x="4302350" y="3904015"/>
                  <a:pt x="4302350" y="3903434"/>
                  <a:pt x="4302600" y="3903018"/>
                </a:cubicBezTo>
                <a:lnTo>
                  <a:pt x="4312652" y="3885572"/>
                </a:lnTo>
                <a:cubicBezTo>
                  <a:pt x="4312902" y="3885073"/>
                  <a:pt x="4313399" y="3884824"/>
                  <a:pt x="4313898" y="3884824"/>
                </a:cubicBezTo>
                <a:lnTo>
                  <a:pt x="4334004" y="3884824"/>
                </a:lnTo>
                <a:cubicBezTo>
                  <a:pt x="4334501" y="3884824"/>
                  <a:pt x="4335000" y="3885156"/>
                  <a:pt x="4335249" y="3885572"/>
                </a:cubicBezTo>
                <a:lnTo>
                  <a:pt x="4345302" y="3903018"/>
                </a:lnTo>
                <a:cubicBezTo>
                  <a:pt x="4345551" y="3903434"/>
                  <a:pt x="4345552" y="3904015"/>
                  <a:pt x="4345302" y="3904431"/>
                </a:cubicBezTo>
                <a:lnTo>
                  <a:pt x="4335249" y="3921877"/>
                </a:lnTo>
                <a:cubicBezTo>
                  <a:pt x="4335000" y="3922376"/>
                  <a:pt x="4334501" y="3922625"/>
                  <a:pt x="4334003" y="3922625"/>
                </a:cubicBezTo>
                <a:close/>
                <a:moveTo>
                  <a:pt x="4674932" y="4019468"/>
                </a:moveTo>
                <a:cubicBezTo>
                  <a:pt x="4674433" y="4019468"/>
                  <a:pt x="4673935" y="4019136"/>
                  <a:pt x="4673687" y="4018721"/>
                </a:cubicBezTo>
                <a:lnTo>
                  <a:pt x="4663551" y="4001191"/>
                </a:lnTo>
                <a:cubicBezTo>
                  <a:pt x="4663302" y="4000775"/>
                  <a:pt x="4663302" y="4000194"/>
                  <a:pt x="4663551" y="3999779"/>
                </a:cubicBezTo>
                <a:lnTo>
                  <a:pt x="4673686" y="3982249"/>
                </a:lnTo>
                <a:cubicBezTo>
                  <a:pt x="4673936" y="3981750"/>
                  <a:pt x="4674433" y="3981501"/>
                  <a:pt x="4674933" y="3981501"/>
                </a:cubicBezTo>
                <a:lnTo>
                  <a:pt x="4695204" y="3981501"/>
                </a:lnTo>
                <a:cubicBezTo>
                  <a:pt x="4695703" y="3981501"/>
                  <a:pt x="4696201" y="3981833"/>
                  <a:pt x="4696450" y="3982249"/>
                </a:cubicBezTo>
                <a:lnTo>
                  <a:pt x="4706585" y="3999779"/>
                </a:lnTo>
                <a:cubicBezTo>
                  <a:pt x="4706834" y="4000194"/>
                  <a:pt x="4706835" y="4000775"/>
                  <a:pt x="4706585" y="4001191"/>
                </a:cubicBezTo>
                <a:lnTo>
                  <a:pt x="4696449" y="4018721"/>
                </a:lnTo>
                <a:cubicBezTo>
                  <a:pt x="4696201" y="4019219"/>
                  <a:pt x="4695703" y="4019468"/>
                  <a:pt x="4695204" y="4019468"/>
                </a:cubicBezTo>
                <a:close/>
                <a:moveTo>
                  <a:pt x="1484979" y="3164828"/>
                </a:moveTo>
                <a:cubicBezTo>
                  <a:pt x="1484480" y="3164828"/>
                  <a:pt x="1483982" y="3164496"/>
                  <a:pt x="1483733" y="3164081"/>
                </a:cubicBezTo>
                <a:lnTo>
                  <a:pt x="1473597" y="3146468"/>
                </a:lnTo>
                <a:cubicBezTo>
                  <a:pt x="1473348" y="3146053"/>
                  <a:pt x="1473348" y="3145471"/>
                  <a:pt x="1473597" y="3145056"/>
                </a:cubicBezTo>
                <a:lnTo>
                  <a:pt x="1483816" y="3127443"/>
                </a:lnTo>
                <a:cubicBezTo>
                  <a:pt x="1484065" y="3126944"/>
                  <a:pt x="1484563" y="3126695"/>
                  <a:pt x="1485062" y="3126695"/>
                </a:cubicBezTo>
                <a:lnTo>
                  <a:pt x="1505416" y="3126695"/>
                </a:lnTo>
                <a:cubicBezTo>
                  <a:pt x="1505915" y="3126695"/>
                  <a:pt x="1506413" y="3127027"/>
                  <a:pt x="1506662" y="3127443"/>
                </a:cubicBezTo>
                <a:lnTo>
                  <a:pt x="1516798" y="3145056"/>
                </a:lnTo>
                <a:cubicBezTo>
                  <a:pt x="1517047" y="3145471"/>
                  <a:pt x="1517047" y="3146053"/>
                  <a:pt x="1516798" y="3146468"/>
                </a:cubicBezTo>
                <a:lnTo>
                  <a:pt x="1506579" y="3164081"/>
                </a:lnTo>
                <a:cubicBezTo>
                  <a:pt x="1506330" y="3164579"/>
                  <a:pt x="1505832" y="3164828"/>
                  <a:pt x="1505333" y="3164828"/>
                </a:cubicBezTo>
                <a:close/>
                <a:moveTo>
                  <a:pt x="3892407" y="3810065"/>
                </a:moveTo>
                <a:cubicBezTo>
                  <a:pt x="3891908" y="3810066"/>
                  <a:pt x="3891410" y="3809733"/>
                  <a:pt x="3891161" y="3809318"/>
                </a:cubicBezTo>
                <a:lnTo>
                  <a:pt x="3880942" y="3791622"/>
                </a:lnTo>
                <a:cubicBezTo>
                  <a:pt x="3880693" y="3791206"/>
                  <a:pt x="3880693" y="3790625"/>
                  <a:pt x="3880942" y="3790211"/>
                </a:cubicBezTo>
                <a:lnTo>
                  <a:pt x="3891161" y="3772514"/>
                </a:lnTo>
                <a:cubicBezTo>
                  <a:pt x="3891410" y="3772015"/>
                  <a:pt x="3891908" y="3771767"/>
                  <a:pt x="3892407" y="3771766"/>
                </a:cubicBezTo>
                <a:lnTo>
                  <a:pt x="3912844" y="3771766"/>
                </a:lnTo>
                <a:cubicBezTo>
                  <a:pt x="3913343" y="3771766"/>
                  <a:pt x="3913841" y="3772098"/>
                  <a:pt x="3914091" y="3772514"/>
                </a:cubicBezTo>
                <a:lnTo>
                  <a:pt x="3924309" y="3790210"/>
                </a:lnTo>
                <a:cubicBezTo>
                  <a:pt x="3924559" y="3790625"/>
                  <a:pt x="3924559" y="3791206"/>
                  <a:pt x="3924309" y="3791622"/>
                </a:cubicBezTo>
                <a:lnTo>
                  <a:pt x="3914091" y="3809318"/>
                </a:lnTo>
                <a:cubicBezTo>
                  <a:pt x="3913841" y="3809816"/>
                  <a:pt x="3913343" y="3810065"/>
                  <a:pt x="3912844" y="3810065"/>
                </a:cubicBezTo>
                <a:close/>
                <a:moveTo>
                  <a:pt x="943199" y="3019923"/>
                </a:moveTo>
                <a:cubicBezTo>
                  <a:pt x="942701" y="3019923"/>
                  <a:pt x="942202" y="3019590"/>
                  <a:pt x="941953" y="3019175"/>
                </a:cubicBezTo>
                <a:lnTo>
                  <a:pt x="931651" y="3001396"/>
                </a:lnTo>
                <a:cubicBezTo>
                  <a:pt x="931402" y="3000981"/>
                  <a:pt x="931402" y="3000399"/>
                  <a:pt x="931651" y="2999984"/>
                </a:cubicBezTo>
                <a:lnTo>
                  <a:pt x="941953" y="2982205"/>
                </a:lnTo>
                <a:cubicBezTo>
                  <a:pt x="942202" y="2981706"/>
                  <a:pt x="942701" y="2981457"/>
                  <a:pt x="943199" y="2981457"/>
                </a:cubicBezTo>
                <a:lnTo>
                  <a:pt x="963720" y="2981457"/>
                </a:lnTo>
                <a:cubicBezTo>
                  <a:pt x="964218" y="2981457"/>
                  <a:pt x="964716" y="2981789"/>
                  <a:pt x="964966" y="2982205"/>
                </a:cubicBezTo>
                <a:lnTo>
                  <a:pt x="975268" y="2999984"/>
                </a:lnTo>
                <a:cubicBezTo>
                  <a:pt x="975517" y="3000399"/>
                  <a:pt x="975517" y="3000981"/>
                  <a:pt x="975268" y="3001396"/>
                </a:cubicBezTo>
                <a:lnTo>
                  <a:pt x="964966" y="3019175"/>
                </a:lnTo>
                <a:cubicBezTo>
                  <a:pt x="964716" y="3019673"/>
                  <a:pt x="964218" y="3019923"/>
                  <a:pt x="963720" y="3019923"/>
                </a:cubicBezTo>
                <a:close/>
                <a:moveTo>
                  <a:pt x="1665434" y="3213445"/>
                </a:moveTo>
                <a:cubicBezTo>
                  <a:pt x="1664936" y="3213445"/>
                  <a:pt x="1664438" y="3213112"/>
                  <a:pt x="1664189" y="3212697"/>
                </a:cubicBezTo>
                <a:lnTo>
                  <a:pt x="1653887" y="3194918"/>
                </a:lnTo>
                <a:cubicBezTo>
                  <a:pt x="1653638" y="3194503"/>
                  <a:pt x="1653638" y="3193921"/>
                  <a:pt x="1653887" y="3193506"/>
                </a:cubicBezTo>
                <a:lnTo>
                  <a:pt x="1664189" y="3175727"/>
                </a:lnTo>
                <a:cubicBezTo>
                  <a:pt x="1664438" y="3175228"/>
                  <a:pt x="1664937" y="3174979"/>
                  <a:pt x="1665435" y="3174979"/>
                </a:cubicBezTo>
                <a:lnTo>
                  <a:pt x="1685955" y="3174979"/>
                </a:lnTo>
                <a:cubicBezTo>
                  <a:pt x="1686453" y="3174979"/>
                  <a:pt x="1686951" y="3175311"/>
                  <a:pt x="1687202" y="3175727"/>
                </a:cubicBezTo>
                <a:lnTo>
                  <a:pt x="1697504" y="3193506"/>
                </a:lnTo>
                <a:cubicBezTo>
                  <a:pt x="1697752" y="3193921"/>
                  <a:pt x="1697753" y="3194503"/>
                  <a:pt x="1697503" y="3194918"/>
                </a:cubicBezTo>
                <a:lnTo>
                  <a:pt x="1687202" y="3212697"/>
                </a:lnTo>
                <a:cubicBezTo>
                  <a:pt x="1686951" y="3213195"/>
                  <a:pt x="1686454" y="3213445"/>
                  <a:pt x="1685956" y="3213445"/>
                </a:cubicBezTo>
                <a:close/>
                <a:moveTo>
                  <a:pt x="2447856" y="3423094"/>
                </a:moveTo>
                <a:cubicBezTo>
                  <a:pt x="2447357" y="3423094"/>
                  <a:pt x="2446859" y="3422761"/>
                  <a:pt x="2446610" y="3422346"/>
                </a:cubicBezTo>
                <a:lnTo>
                  <a:pt x="2436308" y="3404567"/>
                </a:lnTo>
                <a:cubicBezTo>
                  <a:pt x="2436059" y="3404152"/>
                  <a:pt x="2436059" y="3403570"/>
                  <a:pt x="2436308" y="3403155"/>
                </a:cubicBezTo>
                <a:lnTo>
                  <a:pt x="2446610" y="3385376"/>
                </a:lnTo>
                <a:cubicBezTo>
                  <a:pt x="2446859" y="3384877"/>
                  <a:pt x="2447357" y="3384628"/>
                  <a:pt x="2447856" y="3384628"/>
                </a:cubicBezTo>
                <a:lnTo>
                  <a:pt x="2468376" y="3384628"/>
                </a:lnTo>
                <a:cubicBezTo>
                  <a:pt x="2468875" y="3384628"/>
                  <a:pt x="2469373" y="3384960"/>
                  <a:pt x="2469623" y="3385376"/>
                </a:cubicBezTo>
                <a:lnTo>
                  <a:pt x="2479924" y="3403155"/>
                </a:lnTo>
                <a:cubicBezTo>
                  <a:pt x="2480174" y="3403570"/>
                  <a:pt x="2480174" y="3404152"/>
                  <a:pt x="2479924" y="3404567"/>
                </a:cubicBezTo>
                <a:lnTo>
                  <a:pt x="2469623" y="3422346"/>
                </a:lnTo>
                <a:cubicBezTo>
                  <a:pt x="2469372" y="3422844"/>
                  <a:pt x="2468875" y="3423094"/>
                  <a:pt x="2468376" y="3423094"/>
                </a:cubicBezTo>
                <a:close/>
                <a:moveTo>
                  <a:pt x="4434009" y="3955386"/>
                </a:moveTo>
                <a:cubicBezTo>
                  <a:pt x="4433510" y="3955386"/>
                  <a:pt x="4433012" y="3955054"/>
                  <a:pt x="4432763" y="3954638"/>
                </a:cubicBezTo>
                <a:lnTo>
                  <a:pt x="4422461" y="3936776"/>
                </a:lnTo>
                <a:cubicBezTo>
                  <a:pt x="4422212" y="3936278"/>
                  <a:pt x="4422212" y="3935696"/>
                  <a:pt x="4422461" y="3935281"/>
                </a:cubicBezTo>
                <a:lnTo>
                  <a:pt x="4432763" y="3917419"/>
                </a:lnTo>
                <a:cubicBezTo>
                  <a:pt x="4433012" y="3916920"/>
                  <a:pt x="4433510" y="3916671"/>
                  <a:pt x="4434009" y="3916671"/>
                </a:cubicBezTo>
                <a:lnTo>
                  <a:pt x="4454696" y="3916671"/>
                </a:lnTo>
                <a:cubicBezTo>
                  <a:pt x="4455194" y="3916671"/>
                  <a:pt x="4455693" y="3917003"/>
                  <a:pt x="4455942" y="3917419"/>
                </a:cubicBezTo>
                <a:lnTo>
                  <a:pt x="4466244" y="3935281"/>
                </a:lnTo>
                <a:cubicBezTo>
                  <a:pt x="4466493" y="3935779"/>
                  <a:pt x="4466493" y="3936361"/>
                  <a:pt x="4466244" y="3936776"/>
                </a:cubicBezTo>
                <a:lnTo>
                  <a:pt x="4455942" y="3954638"/>
                </a:lnTo>
                <a:cubicBezTo>
                  <a:pt x="4455693" y="3955136"/>
                  <a:pt x="4455194" y="3955386"/>
                  <a:pt x="4454696" y="3955386"/>
                </a:cubicBezTo>
                <a:close/>
                <a:moveTo>
                  <a:pt x="2327409" y="3391019"/>
                </a:moveTo>
                <a:cubicBezTo>
                  <a:pt x="2326910" y="3391019"/>
                  <a:pt x="2326412" y="3390687"/>
                  <a:pt x="2326163" y="3390271"/>
                </a:cubicBezTo>
                <a:lnTo>
                  <a:pt x="2315779" y="3372326"/>
                </a:lnTo>
                <a:cubicBezTo>
                  <a:pt x="2315529" y="3371828"/>
                  <a:pt x="2315529" y="3371245"/>
                  <a:pt x="2315778" y="3370831"/>
                </a:cubicBezTo>
                <a:lnTo>
                  <a:pt x="2326163" y="3352885"/>
                </a:lnTo>
                <a:cubicBezTo>
                  <a:pt x="2326412" y="3352387"/>
                  <a:pt x="2326910" y="3352138"/>
                  <a:pt x="2327409" y="3352137"/>
                </a:cubicBezTo>
                <a:lnTo>
                  <a:pt x="2348179" y="3352138"/>
                </a:lnTo>
                <a:cubicBezTo>
                  <a:pt x="2348677" y="3352137"/>
                  <a:pt x="2349176" y="3352469"/>
                  <a:pt x="2349425" y="3352886"/>
                </a:cubicBezTo>
                <a:lnTo>
                  <a:pt x="2359810" y="3370831"/>
                </a:lnTo>
                <a:cubicBezTo>
                  <a:pt x="2360059" y="3371329"/>
                  <a:pt x="2360059" y="3371911"/>
                  <a:pt x="2359810" y="3372326"/>
                </a:cubicBezTo>
                <a:lnTo>
                  <a:pt x="2349426" y="3390271"/>
                </a:lnTo>
                <a:cubicBezTo>
                  <a:pt x="2349176" y="3390770"/>
                  <a:pt x="2348677" y="3391019"/>
                  <a:pt x="2348180" y="3391019"/>
                </a:cubicBezTo>
                <a:close/>
                <a:moveTo>
                  <a:pt x="4614486" y="4003839"/>
                </a:moveTo>
                <a:cubicBezTo>
                  <a:pt x="4613987" y="4003839"/>
                  <a:pt x="4613489" y="4003507"/>
                  <a:pt x="4613240" y="4003091"/>
                </a:cubicBezTo>
                <a:lnTo>
                  <a:pt x="4602855" y="3985146"/>
                </a:lnTo>
                <a:cubicBezTo>
                  <a:pt x="4602606" y="3984648"/>
                  <a:pt x="4602606" y="3984066"/>
                  <a:pt x="4602855" y="3983651"/>
                </a:cubicBezTo>
                <a:lnTo>
                  <a:pt x="4613240" y="3965706"/>
                </a:lnTo>
                <a:cubicBezTo>
                  <a:pt x="4613489" y="3965207"/>
                  <a:pt x="4613987" y="3964958"/>
                  <a:pt x="4614486" y="3964958"/>
                </a:cubicBezTo>
                <a:lnTo>
                  <a:pt x="4635256" y="3964958"/>
                </a:lnTo>
                <a:cubicBezTo>
                  <a:pt x="4635754" y="3964958"/>
                  <a:pt x="4636253" y="3965290"/>
                  <a:pt x="4636502" y="3965706"/>
                </a:cubicBezTo>
                <a:lnTo>
                  <a:pt x="4646887" y="3983651"/>
                </a:lnTo>
                <a:cubicBezTo>
                  <a:pt x="4647136" y="3984149"/>
                  <a:pt x="4647136" y="3984731"/>
                  <a:pt x="4646887" y="3985146"/>
                </a:cubicBezTo>
                <a:lnTo>
                  <a:pt x="4636502" y="4003091"/>
                </a:lnTo>
                <a:cubicBezTo>
                  <a:pt x="4636253" y="4003590"/>
                  <a:pt x="4635754" y="4003839"/>
                  <a:pt x="4635256" y="4003839"/>
                </a:cubicBezTo>
                <a:close/>
                <a:moveTo>
                  <a:pt x="4734859" y="4036093"/>
                </a:moveTo>
                <a:cubicBezTo>
                  <a:pt x="4734360" y="4036093"/>
                  <a:pt x="4733862" y="4035761"/>
                  <a:pt x="4733613" y="4035345"/>
                </a:cubicBezTo>
                <a:lnTo>
                  <a:pt x="4723228" y="4017400"/>
                </a:lnTo>
                <a:cubicBezTo>
                  <a:pt x="4722978" y="4016902"/>
                  <a:pt x="4722979" y="4016320"/>
                  <a:pt x="4723228" y="4015905"/>
                </a:cubicBezTo>
                <a:lnTo>
                  <a:pt x="4733613" y="3997960"/>
                </a:lnTo>
                <a:cubicBezTo>
                  <a:pt x="4733862" y="3997461"/>
                  <a:pt x="4734360" y="3997212"/>
                  <a:pt x="4734859" y="3997212"/>
                </a:cubicBezTo>
                <a:lnTo>
                  <a:pt x="4755629" y="3997212"/>
                </a:lnTo>
                <a:cubicBezTo>
                  <a:pt x="4756127" y="3997212"/>
                  <a:pt x="4756626" y="3997544"/>
                  <a:pt x="4756875" y="3997960"/>
                </a:cubicBezTo>
                <a:lnTo>
                  <a:pt x="4767260" y="4015905"/>
                </a:lnTo>
                <a:cubicBezTo>
                  <a:pt x="4767509" y="4016403"/>
                  <a:pt x="4767509" y="4016985"/>
                  <a:pt x="4767260" y="4017400"/>
                </a:cubicBezTo>
                <a:lnTo>
                  <a:pt x="4756874" y="4035345"/>
                </a:lnTo>
                <a:cubicBezTo>
                  <a:pt x="4756626" y="4035844"/>
                  <a:pt x="4756127" y="4036093"/>
                  <a:pt x="4755629" y="4036093"/>
                </a:cubicBezTo>
                <a:close/>
                <a:moveTo>
                  <a:pt x="1785650" y="3245959"/>
                </a:moveTo>
                <a:cubicBezTo>
                  <a:pt x="1785151" y="3245959"/>
                  <a:pt x="1784654" y="3245627"/>
                  <a:pt x="1784405" y="3245212"/>
                </a:cubicBezTo>
                <a:lnTo>
                  <a:pt x="1774020" y="3227183"/>
                </a:lnTo>
                <a:cubicBezTo>
                  <a:pt x="1773771" y="3226685"/>
                  <a:pt x="1773771" y="3226103"/>
                  <a:pt x="1774020" y="3225688"/>
                </a:cubicBezTo>
                <a:lnTo>
                  <a:pt x="1784488" y="3207660"/>
                </a:lnTo>
                <a:cubicBezTo>
                  <a:pt x="1784736" y="3207161"/>
                  <a:pt x="1785236" y="3206912"/>
                  <a:pt x="1785734" y="3206912"/>
                </a:cubicBezTo>
                <a:lnTo>
                  <a:pt x="1806586" y="3206912"/>
                </a:lnTo>
                <a:cubicBezTo>
                  <a:pt x="1807085" y="3206912"/>
                  <a:pt x="1807583" y="3207244"/>
                  <a:pt x="1807833" y="3207660"/>
                </a:cubicBezTo>
                <a:lnTo>
                  <a:pt x="1818218" y="3225688"/>
                </a:lnTo>
                <a:cubicBezTo>
                  <a:pt x="1818467" y="3226186"/>
                  <a:pt x="1818467" y="3226768"/>
                  <a:pt x="1818218" y="3227183"/>
                </a:cubicBezTo>
                <a:lnTo>
                  <a:pt x="1807750" y="3245212"/>
                </a:lnTo>
                <a:cubicBezTo>
                  <a:pt x="1807501" y="3245710"/>
                  <a:pt x="1807001" y="3245959"/>
                  <a:pt x="1806504" y="3245959"/>
                </a:cubicBezTo>
                <a:close/>
                <a:moveTo>
                  <a:pt x="1966209" y="3294340"/>
                </a:moveTo>
                <a:cubicBezTo>
                  <a:pt x="1965710" y="3294339"/>
                  <a:pt x="1965213" y="3294008"/>
                  <a:pt x="1964963" y="3293593"/>
                </a:cubicBezTo>
                <a:lnTo>
                  <a:pt x="1954578" y="3275563"/>
                </a:lnTo>
                <a:cubicBezTo>
                  <a:pt x="1954329" y="3275066"/>
                  <a:pt x="1954329" y="3274484"/>
                  <a:pt x="1954578" y="3274069"/>
                </a:cubicBezTo>
                <a:lnTo>
                  <a:pt x="1965046" y="3256041"/>
                </a:lnTo>
                <a:cubicBezTo>
                  <a:pt x="1965295" y="3255541"/>
                  <a:pt x="1965795" y="3255292"/>
                  <a:pt x="1966292" y="3255293"/>
                </a:cubicBezTo>
                <a:lnTo>
                  <a:pt x="1987145" y="3255292"/>
                </a:lnTo>
                <a:cubicBezTo>
                  <a:pt x="1987644" y="3255293"/>
                  <a:pt x="1988142" y="3255625"/>
                  <a:pt x="1988391" y="3256040"/>
                </a:cubicBezTo>
                <a:lnTo>
                  <a:pt x="1998776" y="3274069"/>
                </a:lnTo>
                <a:cubicBezTo>
                  <a:pt x="1999025" y="3274567"/>
                  <a:pt x="1999025" y="3275149"/>
                  <a:pt x="1998776" y="3275564"/>
                </a:cubicBezTo>
                <a:lnTo>
                  <a:pt x="1988308" y="3293593"/>
                </a:lnTo>
                <a:cubicBezTo>
                  <a:pt x="1988060" y="3294091"/>
                  <a:pt x="1987560" y="3294340"/>
                  <a:pt x="1987062" y="3294339"/>
                </a:cubicBezTo>
                <a:close/>
                <a:moveTo>
                  <a:pt x="2086581" y="3326593"/>
                </a:moveTo>
                <a:cubicBezTo>
                  <a:pt x="2086082" y="3326593"/>
                  <a:pt x="2085584" y="3326261"/>
                  <a:pt x="2085335" y="3325846"/>
                </a:cubicBezTo>
                <a:lnTo>
                  <a:pt x="2074950" y="3307817"/>
                </a:lnTo>
                <a:cubicBezTo>
                  <a:pt x="2074701" y="3307319"/>
                  <a:pt x="2074701" y="3306737"/>
                  <a:pt x="2074950" y="3306322"/>
                </a:cubicBezTo>
                <a:lnTo>
                  <a:pt x="2085418" y="3288294"/>
                </a:lnTo>
                <a:cubicBezTo>
                  <a:pt x="2085667" y="3287795"/>
                  <a:pt x="2086166" y="3287546"/>
                  <a:pt x="2086664" y="3287546"/>
                </a:cubicBezTo>
                <a:lnTo>
                  <a:pt x="2107517" y="3287546"/>
                </a:lnTo>
                <a:cubicBezTo>
                  <a:pt x="2108016" y="3287546"/>
                  <a:pt x="2108514" y="3287878"/>
                  <a:pt x="2108763" y="3288294"/>
                </a:cubicBezTo>
                <a:lnTo>
                  <a:pt x="2119148" y="3306322"/>
                </a:lnTo>
                <a:cubicBezTo>
                  <a:pt x="2119397" y="3306820"/>
                  <a:pt x="2119397" y="3307402"/>
                  <a:pt x="2119148" y="3307817"/>
                </a:cubicBezTo>
                <a:lnTo>
                  <a:pt x="2108680" y="3325846"/>
                </a:lnTo>
                <a:cubicBezTo>
                  <a:pt x="2108431" y="3326344"/>
                  <a:pt x="2107932" y="3326593"/>
                  <a:pt x="2107434" y="3326593"/>
                </a:cubicBezTo>
                <a:close/>
                <a:moveTo>
                  <a:pt x="2507884" y="3439481"/>
                </a:moveTo>
                <a:cubicBezTo>
                  <a:pt x="2507385" y="3439481"/>
                  <a:pt x="2506887" y="3439149"/>
                  <a:pt x="2506638" y="3438734"/>
                </a:cubicBezTo>
                <a:lnTo>
                  <a:pt x="2496253" y="3420705"/>
                </a:lnTo>
                <a:cubicBezTo>
                  <a:pt x="2496004" y="3420207"/>
                  <a:pt x="2496004" y="3419625"/>
                  <a:pt x="2496253" y="3419210"/>
                </a:cubicBezTo>
                <a:lnTo>
                  <a:pt x="2506721" y="3401182"/>
                </a:lnTo>
                <a:cubicBezTo>
                  <a:pt x="2506970" y="3400683"/>
                  <a:pt x="2507469" y="3400434"/>
                  <a:pt x="2507967" y="3400434"/>
                </a:cubicBezTo>
                <a:lnTo>
                  <a:pt x="2528820" y="3400434"/>
                </a:lnTo>
                <a:cubicBezTo>
                  <a:pt x="2529319" y="3400434"/>
                  <a:pt x="2529817" y="3400766"/>
                  <a:pt x="2530066" y="3401182"/>
                </a:cubicBezTo>
                <a:lnTo>
                  <a:pt x="2540451" y="3419210"/>
                </a:lnTo>
                <a:cubicBezTo>
                  <a:pt x="2540700" y="3419708"/>
                  <a:pt x="2540700" y="3420290"/>
                  <a:pt x="2540451" y="3420705"/>
                </a:cubicBezTo>
                <a:lnTo>
                  <a:pt x="2529983" y="3438734"/>
                </a:lnTo>
                <a:cubicBezTo>
                  <a:pt x="2529734" y="3439232"/>
                  <a:pt x="2529235" y="3439481"/>
                  <a:pt x="2528737" y="3439481"/>
                </a:cubicBezTo>
                <a:close/>
                <a:moveTo>
                  <a:pt x="4253285" y="3907160"/>
                </a:moveTo>
                <a:cubicBezTo>
                  <a:pt x="4252786" y="3907160"/>
                  <a:pt x="4252288" y="3906828"/>
                  <a:pt x="4252039" y="3906413"/>
                </a:cubicBezTo>
                <a:lnTo>
                  <a:pt x="4241654" y="3888384"/>
                </a:lnTo>
                <a:cubicBezTo>
                  <a:pt x="4241405" y="3887886"/>
                  <a:pt x="4241405" y="3887304"/>
                  <a:pt x="4241654" y="3886889"/>
                </a:cubicBezTo>
                <a:lnTo>
                  <a:pt x="4252122" y="3868861"/>
                </a:lnTo>
                <a:cubicBezTo>
                  <a:pt x="4252371" y="3868362"/>
                  <a:pt x="4252870" y="3868113"/>
                  <a:pt x="4253368" y="3868113"/>
                </a:cubicBezTo>
                <a:lnTo>
                  <a:pt x="4274221" y="3868113"/>
                </a:lnTo>
                <a:cubicBezTo>
                  <a:pt x="4274720" y="3868113"/>
                  <a:pt x="4275218" y="3868445"/>
                  <a:pt x="4275467" y="3868861"/>
                </a:cubicBezTo>
                <a:lnTo>
                  <a:pt x="4285852" y="3886889"/>
                </a:lnTo>
                <a:cubicBezTo>
                  <a:pt x="4286101" y="3887387"/>
                  <a:pt x="4286101" y="3887969"/>
                  <a:pt x="4285852" y="3888384"/>
                </a:cubicBezTo>
                <a:lnTo>
                  <a:pt x="4275384" y="3906413"/>
                </a:lnTo>
                <a:cubicBezTo>
                  <a:pt x="4275135" y="3906911"/>
                  <a:pt x="4274636" y="3907160"/>
                  <a:pt x="4274138" y="3907160"/>
                </a:cubicBezTo>
                <a:close/>
                <a:moveTo>
                  <a:pt x="4855148" y="4068428"/>
                </a:moveTo>
                <a:cubicBezTo>
                  <a:pt x="4854649" y="4068428"/>
                  <a:pt x="4854150" y="4068096"/>
                  <a:pt x="4853901" y="4067681"/>
                </a:cubicBezTo>
                <a:lnTo>
                  <a:pt x="4843517" y="4049652"/>
                </a:lnTo>
                <a:cubicBezTo>
                  <a:pt x="4843268" y="4049154"/>
                  <a:pt x="4843268" y="4048572"/>
                  <a:pt x="4843517" y="4048157"/>
                </a:cubicBezTo>
                <a:lnTo>
                  <a:pt x="4853984" y="4030129"/>
                </a:lnTo>
                <a:cubicBezTo>
                  <a:pt x="4854234" y="4029630"/>
                  <a:pt x="4854733" y="4029381"/>
                  <a:pt x="4855231" y="4029381"/>
                </a:cubicBezTo>
                <a:lnTo>
                  <a:pt x="4876084" y="4029381"/>
                </a:lnTo>
                <a:cubicBezTo>
                  <a:pt x="4876583" y="4029381"/>
                  <a:pt x="4877081" y="4029713"/>
                  <a:pt x="4877330" y="4030129"/>
                </a:cubicBezTo>
                <a:lnTo>
                  <a:pt x="4887715" y="4048157"/>
                </a:lnTo>
                <a:cubicBezTo>
                  <a:pt x="4887964" y="4048655"/>
                  <a:pt x="4887964" y="4049237"/>
                  <a:pt x="4887715" y="4049652"/>
                </a:cubicBezTo>
                <a:lnTo>
                  <a:pt x="4877247" y="4067681"/>
                </a:lnTo>
                <a:cubicBezTo>
                  <a:pt x="4876998" y="4068179"/>
                  <a:pt x="4876499" y="4068428"/>
                  <a:pt x="4876001" y="4068428"/>
                </a:cubicBezTo>
                <a:close/>
                <a:moveTo>
                  <a:pt x="4915333" y="4084555"/>
                </a:moveTo>
                <a:cubicBezTo>
                  <a:pt x="4914834" y="4084555"/>
                  <a:pt x="4914336" y="4084223"/>
                  <a:pt x="4914087" y="4083808"/>
                </a:cubicBezTo>
                <a:lnTo>
                  <a:pt x="4903702" y="4065779"/>
                </a:lnTo>
                <a:cubicBezTo>
                  <a:pt x="4903453" y="4065281"/>
                  <a:pt x="4903453" y="4064699"/>
                  <a:pt x="4903702" y="4064284"/>
                </a:cubicBezTo>
                <a:lnTo>
                  <a:pt x="4914170" y="4046256"/>
                </a:lnTo>
                <a:cubicBezTo>
                  <a:pt x="4914419" y="4045757"/>
                  <a:pt x="4914918" y="4045508"/>
                  <a:pt x="4915416" y="4045508"/>
                </a:cubicBezTo>
                <a:lnTo>
                  <a:pt x="4936269" y="4045508"/>
                </a:lnTo>
                <a:cubicBezTo>
                  <a:pt x="4936768" y="4045508"/>
                  <a:pt x="4937266" y="4045840"/>
                  <a:pt x="4937516" y="4046256"/>
                </a:cubicBezTo>
                <a:lnTo>
                  <a:pt x="4947900" y="4064284"/>
                </a:lnTo>
                <a:cubicBezTo>
                  <a:pt x="4948149" y="4064782"/>
                  <a:pt x="4948149" y="4065364"/>
                  <a:pt x="4947900" y="4065779"/>
                </a:cubicBezTo>
                <a:lnTo>
                  <a:pt x="4937432" y="4083808"/>
                </a:lnTo>
                <a:cubicBezTo>
                  <a:pt x="4937183" y="4084306"/>
                  <a:pt x="4936684" y="4084555"/>
                  <a:pt x="4936186" y="4084555"/>
                </a:cubicBezTo>
                <a:close/>
                <a:moveTo>
                  <a:pt x="2146767" y="3342803"/>
                </a:moveTo>
                <a:cubicBezTo>
                  <a:pt x="2146269" y="3342803"/>
                  <a:pt x="2145770" y="3342471"/>
                  <a:pt x="2145521" y="3342055"/>
                </a:cubicBezTo>
                <a:lnTo>
                  <a:pt x="2135053" y="3323944"/>
                </a:lnTo>
                <a:cubicBezTo>
                  <a:pt x="2134804" y="3323446"/>
                  <a:pt x="2134804" y="3322864"/>
                  <a:pt x="2135053" y="3322449"/>
                </a:cubicBezTo>
                <a:lnTo>
                  <a:pt x="2145521" y="3304338"/>
                </a:lnTo>
                <a:cubicBezTo>
                  <a:pt x="2145770" y="3303839"/>
                  <a:pt x="2146269" y="3303590"/>
                  <a:pt x="2146767" y="3303590"/>
                </a:cubicBezTo>
                <a:lnTo>
                  <a:pt x="2167703" y="3303590"/>
                </a:lnTo>
                <a:cubicBezTo>
                  <a:pt x="2168202" y="3303590"/>
                  <a:pt x="2168700" y="3303922"/>
                  <a:pt x="2168949" y="3304338"/>
                </a:cubicBezTo>
                <a:lnTo>
                  <a:pt x="2179417" y="3322449"/>
                </a:lnTo>
                <a:cubicBezTo>
                  <a:pt x="2179667" y="3322947"/>
                  <a:pt x="2179667" y="3323529"/>
                  <a:pt x="2179417" y="3323944"/>
                </a:cubicBezTo>
                <a:lnTo>
                  <a:pt x="2168949" y="3342055"/>
                </a:lnTo>
                <a:cubicBezTo>
                  <a:pt x="2168700" y="3342554"/>
                  <a:pt x="2168202" y="3342803"/>
                  <a:pt x="2167703" y="3342803"/>
                </a:cubicBezTo>
                <a:close/>
                <a:moveTo>
                  <a:pt x="4373657" y="3939496"/>
                </a:moveTo>
                <a:cubicBezTo>
                  <a:pt x="4373159" y="3939497"/>
                  <a:pt x="4372661" y="3939164"/>
                  <a:pt x="4372412" y="3938749"/>
                </a:cubicBezTo>
                <a:lnTo>
                  <a:pt x="4361944" y="3920638"/>
                </a:lnTo>
                <a:cubicBezTo>
                  <a:pt x="4361695" y="3920139"/>
                  <a:pt x="4361695" y="3919558"/>
                  <a:pt x="4361944" y="3919142"/>
                </a:cubicBezTo>
                <a:lnTo>
                  <a:pt x="4372411" y="3901032"/>
                </a:lnTo>
                <a:cubicBezTo>
                  <a:pt x="4372661" y="3900533"/>
                  <a:pt x="4373160" y="3900283"/>
                  <a:pt x="4373657" y="3900284"/>
                </a:cubicBezTo>
                <a:lnTo>
                  <a:pt x="4394594" y="3900284"/>
                </a:lnTo>
                <a:cubicBezTo>
                  <a:pt x="4395093" y="3900283"/>
                  <a:pt x="4395590" y="3900616"/>
                  <a:pt x="4395840" y="3901032"/>
                </a:cubicBezTo>
                <a:lnTo>
                  <a:pt x="4406308" y="3919142"/>
                </a:lnTo>
                <a:cubicBezTo>
                  <a:pt x="4406557" y="3919641"/>
                  <a:pt x="4406556" y="3920222"/>
                  <a:pt x="4406308" y="3920638"/>
                </a:cubicBezTo>
                <a:lnTo>
                  <a:pt x="4395840" y="3938748"/>
                </a:lnTo>
                <a:cubicBezTo>
                  <a:pt x="4395591" y="3939247"/>
                  <a:pt x="4395093" y="3939497"/>
                  <a:pt x="4394594" y="3939496"/>
                </a:cubicBezTo>
                <a:close/>
                <a:moveTo>
                  <a:pt x="4494030" y="3971750"/>
                </a:moveTo>
                <a:cubicBezTo>
                  <a:pt x="4493532" y="3971750"/>
                  <a:pt x="4493034" y="3971418"/>
                  <a:pt x="4492784" y="3971002"/>
                </a:cubicBezTo>
                <a:lnTo>
                  <a:pt x="4482317" y="3952891"/>
                </a:lnTo>
                <a:cubicBezTo>
                  <a:pt x="4482068" y="3952393"/>
                  <a:pt x="4482068" y="3951811"/>
                  <a:pt x="4482317" y="3951396"/>
                </a:cubicBezTo>
                <a:lnTo>
                  <a:pt x="4492784" y="3933285"/>
                </a:lnTo>
                <a:cubicBezTo>
                  <a:pt x="4493033" y="3932786"/>
                  <a:pt x="4493532" y="3932537"/>
                  <a:pt x="4494030" y="3932537"/>
                </a:cubicBezTo>
                <a:lnTo>
                  <a:pt x="4514967" y="3932537"/>
                </a:lnTo>
                <a:cubicBezTo>
                  <a:pt x="4515466" y="3932537"/>
                  <a:pt x="4515963" y="3932869"/>
                  <a:pt x="4516212" y="3933285"/>
                </a:cubicBezTo>
                <a:lnTo>
                  <a:pt x="4526680" y="3951396"/>
                </a:lnTo>
                <a:cubicBezTo>
                  <a:pt x="4526929" y="3951894"/>
                  <a:pt x="4526929" y="3952476"/>
                  <a:pt x="4526680" y="3952891"/>
                </a:cubicBezTo>
                <a:lnTo>
                  <a:pt x="4516213" y="3971002"/>
                </a:lnTo>
                <a:cubicBezTo>
                  <a:pt x="4515963" y="3971501"/>
                  <a:pt x="4515466" y="3971750"/>
                  <a:pt x="4514967" y="3971750"/>
                </a:cubicBezTo>
                <a:close/>
                <a:moveTo>
                  <a:pt x="4554216" y="3987877"/>
                </a:moveTo>
                <a:cubicBezTo>
                  <a:pt x="4553718" y="3987877"/>
                  <a:pt x="4553220" y="3987545"/>
                  <a:pt x="4552970" y="3987129"/>
                </a:cubicBezTo>
                <a:lnTo>
                  <a:pt x="4542502" y="3969018"/>
                </a:lnTo>
                <a:cubicBezTo>
                  <a:pt x="4542253" y="3968520"/>
                  <a:pt x="4542253" y="3967938"/>
                  <a:pt x="4542502" y="3967523"/>
                </a:cubicBezTo>
                <a:lnTo>
                  <a:pt x="4552970" y="3949412"/>
                </a:lnTo>
                <a:cubicBezTo>
                  <a:pt x="4553219" y="3948913"/>
                  <a:pt x="4553718" y="3948664"/>
                  <a:pt x="4554216" y="3948664"/>
                </a:cubicBezTo>
                <a:lnTo>
                  <a:pt x="4575152" y="3948664"/>
                </a:lnTo>
                <a:cubicBezTo>
                  <a:pt x="4575652" y="3948664"/>
                  <a:pt x="4576149" y="3948996"/>
                  <a:pt x="4576398" y="3949412"/>
                </a:cubicBezTo>
                <a:lnTo>
                  <a:pt x="4586866" y="3967523"/>
                </a:lnTo>
                <a:cubicBezTo>
                  <a:pt x="4587115" y="3968021"/>
                  <a:pt x="4587115" y="3968603"/>
                  <a:pt x="4586866" y="3969018"/>
                </a:cubicBezTo>
                <a:lnTo>
                  <a:pt x="4576398" y="3987129"/>
                </a:lnTo>
                <a:cubicBezTo>
                  <a:pt x="4576149" y="3987628"/>
                  <a:pt x="4575651" y="3987877"/>
                  <a:pt x="4575152" y="3987877"/>
                </a:cubicBezTo>
                <a:close/>
                <a:moveTo>
                  <a:pt x="4794962" y="4052385"/>
                </a:moveTo>
                <a:cubicBezTo>
                  <a:pt x="4794464" y="4052385"/>
                  <a:pt x="4793965" y="4052052"/>
                  <a:pt x="4793715" y="4051637"/>
                </a:cubicBezTo>
                <a:lnTo>
                  <a:pt x="4783248" y="4033526"/>
                </a:lnTo>
                <a:cubicBezTo>
                  <a:pt x="4782999" y="4033028"/>
                  <a:pt x="4782999" y="4032446"/>
                  <a:pt x="4783248" y="4032030"/>
                </a:cubicBezTo>
                <a:lnTo>
                  <a:pt x="4793716" y="4013920"/>
                </a:lnTo>
                <a:cubicBezTo>
                  <a:pt x="4793965" y="4013421"/>
                  <a:pt x="4794464" y="4013172"/>
                  <a:pt x="4794962" y="4013172"/>
                </a:cubicBezTo>
                <a:lnTo>
                  <a:pt x="4815898" y="4013172"/>
                </a:lnTo>
                <a:cubicBezTo>
                  <a:pt x="4816397" y="4013171"/>
                  <a:pt x="4816895" y="4013504"/>
                  <a:pt x="4817144" y="4013920"/>
                </a:cubicBezTo>
                <a:lnTo>
                  <a:pt x="4827612" y="4032030"/>
                </a:lnTo>
                <a:cubicBezTo>
                  <a:pt x="4827861" y="4032529"/>
                  <a:pt x="4827861" y="4033110"/>
                  <a:pt x="4827612" y="4033526"/>
                </a:cubicBezTo>
                <a:lnTo>
                  <a:pt x="4817144" y="4051636"/>
                </a:lnTo>
                <a:cubicBezTo>
                  <a:pt x="4816895" y="4052136"/>
                  <a:pt x="4816397" y="4052385"/>
                  <a:pt x="4815898" y="4052384"/>
                </a:cubicBezTo>
                <a:close/>
                <a:moveTo>
                  <a:pt x="1304100" y="3117104"/>
                </a:moveTo>
                <a:cubicBezTo>
                  <a:pt x="1303602" y="3117104"/>
                  <a:pt x="1303102" y="3116771"/>
                  <a:pt x="1302853" y="3116356"/>
                </a:cubicBezTo>
                <a:lnTo>
                  <a:pt x="1292303" y="3098079"/>
                </a:lnTo>
                <a:cubicBezTo>
                  <a:pt x="1292053" y="3097580"/>
                  <a:pt x="1292053" y="3096998"/>
                  <a:pt x="1292302" y="3096583"/>
                </a:cubicBezTo>
                <a:lnTo>
                  <a:pt x="1302853" y="3078306"/>
                </a:lnTo>
                <a:cubicBezTo>
                  <a:pt x="1303102" y="3077807"/>
                  <a:pt x="1303601" y="3077558"/>
                  <a:pt x="1304099" y="3077558"/>
                </a:cubicBezTo>
                <a:lnTo>
                  <a:pt x="1325119" y="3077558"/>
                </a:lnTo>
                <a:cubicBezTo>
                  <a:pt x="1325618" y="3077558"/>
                  <a:pt x="1326116" y="3077890"/>
                  <a:pt x="1326364" y="3078306"/>
                </a:cubicBezTo>
                <a:lnTo>
                  <a:pt x="1336917" y="3096583"/>
                </a:lnTo>
                <a:cubicBezTo>
                  <a:pt x="1337165" y="3097082"/>
                  <a:pt x="1337166" y="3097663"/>
                  <a:pt x="1336916" y="3098079"/>
                </a:cubicBezTo>
                <a:lnTo>
                  <a:pt x="1326364" y="3116356"/>
                </a:lnTo>
                <a:cubicBezTo>
                  <a:pt x="1326115" y="3116854"/>
                  <a:pt x="1325617" y="3117104"/>
                  <a:pt x="1325118" y="3117104"/>
                </a:cubicBezTo>
                <a:close/>
                <a:moveTo>
                  <a:pt x="1845776" y="3262246"/>
                </a:moveTo>
                <a:cubicBezTo>
                  <a:pt x="1845278" y="3262246"/>
                  <a:pt x="1844779" y="3261913"/>
                  <a:pt x="1844530" y="3261498"/>
                </a:cubicBezTo>
                <a:lnTo>
                  <a:pt x="1833979" y="3243221"/>
                </a:lnTo>
                <a:cubicBezTo>
                  <a:pt x="1833730" y="3242722"/>
                  <a:pt x="1833730" y="3242140"/>
                  <a:pt x="1833979" y="3241725"/>
                </a:cubicBezTo>
                <a:lnTo>
                  <a:pt x="1844530" y="3223448"/>
                </a:lnTo>
                <a:cubicBezTo>
                  <a:pt x="1844779" y="3222949"/>
                  <a:pt x="1845278" y="3222700"/>
                  <a:pt x="1845776" y="3222700"/>
                </a:cubicBezTo>
                <a:lnTo>
                  <a:pt x="1866795" y="3222700"/>
                </a:lnTo>
                <a:cubicBezTo>
                  <a:pt x="1867294" y="3222700"/>
                  <a:pt x="1867792" y="3223032"/>
                  <a:pt x="1868041" y="3223448"/>
                </a:cubicBezTo>
                <a:lnTo>
                  <a:pt x="1878593" y="3241725"/>
                </a:lnTo>
                <a:cubicBezTo>
                  <a:pt x="1878842" y="3242224"/>
                  <a:pt x="1878842" y="3242805"/>
                  <a:pt x="1878593" y="3243221"/>
                </a:cubicBezTo>
                <a:lnTo>
                  <a:pt x="1868041" y="3261498"/>
                </a:lnTo>
                <a:cubicBezTo>
                  <a:pt x="1867792" y="3261996"/>
                  <a:pt x="1867294" y="3262246"/>
                  <a:pt x="1866795" y="3262246"/>
                </a:cubicBezTo>
                <a:close/>
                <a:moveTo>
                  <a:pt x="1905962" y="3278373"/>
                </a:moveTo>
                <a:cubicBezTo>
                  <a:pt x="1905464" y="3278373"/>
                  <a:pt x="1904965" y="3278040"/>
                  <a:pt x="1904716" y="3277625"/>
                </a:cubicBezTo>
                <a:lnTo>
                  <a:pt x="1894165" y="3259348"/>
                </a:lnTo>
                <a:cubicBezTo>
                  <a:pt x="1893916" y="3258849"/>
                  <a:pt x="1893916" y="3258267"/>
                  <a:pt x="1894165" y="3257852"/>
                </a:cubicBezTo>
                <a:lnTo>
                  <a:pt x="1904716" y="3239575"/>
                </a:lnTo>
                <a:cubicBezTo>
                  <a:pt x="1904965" y="3239076"/>
                  <a:pt x="1905464" y="3238827"/>
                  <a:pt x="1905962" y="3238827"/>
                </a:cubicBezTo>
                <a:lnTo>
                  <a:pt x="1926981" y="3238827"/>
                </a:lnTo>
                <a:cubicBezTo>
                  <a:pt x="1927480" y="3238827"/>
                  <a:pt x="1927978" y="3239159"/>
                  <a:pt x="1928227" y="3239575"/>
                </a:cubicBezTo>
                <a:lnTo>
                  <a:pt x="1938779" y="3257852"/>
                </a:lnTo>
                <a:cubicBezTo>
                  <a:pt x="1939028" y="3258351"/>
                  <a:pt x="1939028" y="3258932"/>
                  <a:pt x="1938779" y="3259348"/>
                </a:cubicBezTo>
                <a:lnTo>
                  <a:pt x="1928227" y="3277625"/>
                </a:lnTo>
                <a:cubicBezTo>
                  <a:pt x="1927978" y="3278123"/>
                  <a:pt x="1927480" y="3278373"/>
                  <a:pt x="1926981" y="3278373"/>
                </a:cubicBezTo>
                <a:close/>
                <a:moveTo>
                  <a:pt x="2206893" y="3359007"/>
                </a:moveTo>
                <a:cubicBezTo>
                  <a:pt x="2206395" y="3359007"/>
                  <a:pt x="2205896" y="3358674"/>
                  <a:pt x="2205647" y="3358259"/>
                </a:cubicBezTo>
                <a:lnTo>
                  <a:pt x="2195097" y="3339982"/>
                </a:lnTo>
                <a:cubicBezTo>
                  <a:pt x="2194847" y="3339483"/>
                  <a:pt x="2194847" y="3338901"/>
                  <a:pt x="2195096" y="3338486"/>
                </a:cubicBezTo>
                <a:lnTo>
                  <a:pt x="2205647" y="3320209"/>
                </a:lnTo>
                <a:cubicBezTo>
                  <a:pt x="2205896" y="3319710"/>
                  <a:pt x="2206395" y="3319461"/>
                  <a:pt x="2206893" y="3319461"/>
                </a:cubicBezTo>
                <a:lnTo>
                  <a:pt x="2227912" y="3319461"/>
                </a:lnTo>
                <a:cubicBezTo>
                  <a:pt x="2228410" y="3319461"/>
                  <a:pt x="2228910" y="3319793"/>
                  <a:pt x="2229158" y="3320209"/>
                </a:cubicBezTo>
                <a:lnTo>
                  <a:pt x="2239709" y="3338486"/>
                </a:lnTo>
                <a:cubicBezTo>
                  <a:pt x="2239959" y="3338985"/>
                  <a:pt x="2239959" y="3339566"/>
                  <a:pt x="2239709" y="3339982"/>
                </a:cubicBezTo>
                <a:lnTo>
                  <a:pt x="2229158" y="3358259"/>
                </a:lnTo>
                <a:cubicBezTo>
                  <a:pt x="2228909" y="3358757"/>
                  <a:pt x="2228410" y="3359007"/>
                  <a:pt x="2227912" y="3359007"/>
                </a:cubicBezTo>
                <a:close/>
                <a:moveTo>
                  <a:pt x="2026311" y="3310810"/>
                </a:moveTo>
                <a:cubicBezTo>
                  <a:pt x="2025730" y="3310810"/>
                  <a:pt x="2025231" y="3310561"/>
                  <a:pt x="2024981" y="3310062"/>
                </a:cubicBezTo>
                <a:lnTo>
                  <a:pt x="2014431" y="3291702"/>
                </a:lnTo>
                <a:cubicBezTo>
                  <a:pt x="2014181" y="3291203"/>
                  <a:pt x="2014182" y="3290705"/>
                  <a:pt x="2014430" y="3290206"/>
                </a:cubicBezTo>
                <a:lnTo>
                  <a:pt x="2024981" y="3271846"/>
                </a:lnTo>
                <a:cubicBezTo>
                  <a:pt x="2025313" y="3271347"/>
                  <a:pt x="2025813" y="3271098"/>
                  <a:pt x="2026311" y="3271098"/>
                </a:cubicBezTo>
                <a:lnTo>
                  <a:pt x="2047496" y="3271098"/>
                </a:lnTo>
                <a:cubicBezTo>
                  <a:pt x="2048077" y="3271098"/>
                  <a:pt x="2048575" y="3271347"/>
                  <a:pt x="2048825" y="3271846"/>
                </a:cubicBezTo>
                <a:lnTo>
                  <a:pt x="2059376" y="3290206"/>
                </a:lnTo>
                <a:cubicBezTo>
                  <a:pt x="2059626" y="3290705"/>
                  <a:pt x="2059625" y="3291203"/>
                  <a:pt x="2059377" y="3291702"/>
                </a:cubicBezTo>
                <a:lnTo>
                  <a:pt x="2048826" y="3310062"/>
                </a:lnTo>
                <a:cubicBezTo>
                  <a:pt x="2048493" y="3310561"/>
                  <a:pt x="2047994" y="3310810"/>
                  <a:pt x="2047495" y="3310810"/>
                </a:cubicBezTo>
                <a:close/>
                <a:moveTo>
                  <a:pt x="2267055" y="3375317"/>
                </a:moveTo>
                <a:cubicBezTo>
                  <a:pt x="2266474" y="3375317"/>
                  <a:pt x="2265975" y="3375068"/>
                  <a:pt x="2265726" y="3374569"/>
                </a:cubicBezTo>
                <a:lnTo>
                  <a:pt x="2255175" y="3356209"/>
                </a:lnTo>
                <a:cubicBezTo>
                  <a:pt x="2254926" y="3355710"/>
                  <a:pt x="2254926" y="3355212"/>
                  <a:pt x="2255175" y="3354713"/>
                </a:cubicBezTo>
                <a:lnTo>
                  <a:pt x="2265726" y="3336353"/>
                </a:lnTo>
                <a:cubicBezTo>
                  <a:pt x="2266058" y="3335854"/>
                  <a:pt x="2266557" y="3335605"/>
                  <a:pt x="2267055" y="3335605"/>
                </a:cubicBezTo>
                <a:lnTo>
                  <a:pt x="2288240" y="3335605"/>
                </a:lnTo>
                <a:cubicBezTo>
                  <a:pt x="2288822" y="3335605"/>
                  <a:pt x="2289320" y="3335854"/>
                  <a:pt x="2289570" y="3336353"/>
                </a:cubicBezTo>
                <a:lnTo>
                  <a:pt x="2300121" y="3354713"/>
                </a:lnTo>
                <a:cubicBezTo>
                  <a:pt x="2300370" y="3355212"/>
                  <a:pt x="2300370" y="3355710"/>
                  <a:pt x="2300121" y="3356210"/>
                </a:cubicBezTo>
                <a:lnTo>
                  <a:pt x="2289570" y="3374570"/>
                </a:lnTo>
                <a:cubicBezTo>
                  <a:pt x="2289237" y="3375068"/>
                  <a:pt x="2288739" y="3375317"/>
                  <a:pt x="2288240" y="3375317"/>
                </a:cubicBezTo>
                <a:close/>
                <a:moveTo>
                  <a:pt x="2387428" y="3407571"/>
                </a:moveTo>
                <a:cubicBezTo>
                  <a:pt x="2386847" y="3407571"/>
                  <a:pt x="2386348" y="3407322"/>
                  <a:pt x="2386099" y="3406823"/>
                </a:cubicBezTo>
                <a:lnTo>
                  <a:pt x="2375548" y="3388463"/>
                </a:lnTo>
                <a:cubicBezTo>
                  <a:pt x="2375299" y="3387964"/>
                  <a:pt x="2375299" y="3387466"/>
                  <a:pt x="2375548" y="3386967"/>
                </a:cubicBezTo>
                <a:lnTo>
                  <a:pt x="2386099" y="3368607"/>
                </a:lnTo>
                <a:cubicBezTo>
                  <a:pt x="2386431" y="3368108"/>
                  <a:pt x="2386930" y="3367859"/>
                  <a:pt x="2387428" y="3367859"/>
                </a:cubicBezTo>
                <a:lnTo>
                  <a:pt x="2408613" y="3367859"/>
                </a:lnTo>
                <a:cubicBezTo>
                  <a:pt x="2409195" y="3367859"/>
                  <a:pt x="2409693" y="3368108"/>
                  <a:pt x="2409943" y="3368607"/>
                </a:cubicBezTo>
                <a:lnTo>
                  <a:pt x="2420494" y="3386967"/>
                </a:lnTo>
                <a:cubicBezTo>
                  <a:pt x="2420743" y="3387466"/>
                  <a:pt x="2420743" y="3387964"/>
                  <a:pt x="2420494" y="3388463"/>
                </a:cubicBezTo>
                <a:lnTo>
                  <a:pt x="2409943" y="3406823"/>
                </a:lnTo>
                <a:cubicBezTo>
                  <a:pt x="2409610" y="3407322"/>
                  <a:pt x="2409112" y="3407571"/>
                  <a:pt x="2408613" y="3407571"/>
                </a:cubicBezTo>
                <a:close/>
                <a:moveTo>
                  <a:pt x="1002980" y="3036809"/>
                </a:moveTo>
                <a:cubicBezTo>
                  <a:pt x="1002398" y="3036809"/>
                  <a:pt x="1001899" y="3036560"/>
                  <a:pt x="1001650" y="3036062"/>
                </a:cubicBezTo>
                <a:lnTo>
                  <a:pt x="991016" y="3017535"/>
                </a:lnTo>
                <a:cubicBezTo>
                  <a:pt x="990767" y="3017119"/>
                  <a:pt x="990768" y="3016538"/>
                  <a:pt x="991016" y="3016039"/>
                </a:cubicBezTo>
                <a:lnTo>
                  <a:pt x="1001733" y="2997513"/>
                </a:lnTo>
                <a:cubicBezTo>
                  <a:pt x="1002065" y="2997097"/>
                  <a:pt x="1002565" y="2996765"/>
                  <a:pt x="1003063" y="2996765"/>
                </a:cubicBezTo>
                <a:lnTo>
                  <a:pt x="1024414" y="2996765"/>
                </a:lnTo>
                <a:cubicBezTo>
                  <a:pt x="1024995" y="2996765"/>
                  <a:pt x="1025495" y="2997014"/>
                  <a:pt x="1025743" y="2997513"/>
                </a:cubicBezTo>
                <a:lnTo>
                  <a:pt x="1036377" y="3016039"/>
                </a:lnTo>
                <a:cubicBezTo>
                  <a:pt x="1036627" y="3016455"/>
                  <a:pt x="1036626" y="3017036"/>
                  <a:pt x="1036378" y="3017535"/>
                </a:cubicBezTo>
                <a:lnTo>
                  <a:pt x="1025660" y="3036062"/>
                </a:lnTo>
                <a:cubicBezTo>
                  <a:pt x="1025329" y="3036477"/>
                  <a:pt x="1024829" y="3036809"/>
                  <a:pt x="1024331" y="3036809"/>
                </a:cubicBezTo>
                <a:close/>
                <a:moveTo>
                  <a:pt x="1364097" y="3133570"/>
                </a:moveTo>
                <a:cubicBezTo>
                  <a:pt x="1363516" y="3133570"/>
                  <a:pt x="1363016" y="3133321"/>
                  <a:pt x="1362767" y="3132823"/>
                </a:cubicBezTo>
                <a:lnTo>
                  <a:pt x="1352134" y="3114296"/>
                </a:lnTo>
                <a:cubicBezTo>
                  <a:pt x="1351884" y="3113880"/>
                  <a:pt x="1351885" y="3113299"/>
                  <a:pt x="1352133" y="3112800"/>
                </a:cubicBezTo>
                <a:lnTo>
                  <a:pt x="1362850" y="3094274"/>
                </a:lnTo>
                <a:cubicBezTo>
                  <a:pt x="1363182" y="3093858"/>
                  <a:pt x="1363682" y="3093526"/>
                  <a:pt x="1364180" y="3093526"/>
                </a:cubicBezTo>
                <a:lnTo>
                  <a:pt x="1385531" y="3093526"/>
                </a:lnTo>
                <a:cubicBezTo>
                  <a:pt x="1386113" y="3093526"/>
                  <a:pt x="1386612" y="3093775"/>
                  <a:pt x="1386860" y="3094274"/>
                </a:cubicBezTo>
                <a:lnTo>
                  <a:pt x="1397495" y="3112800"/>
                </a:lnTo>
                <a:cubicBezTo>
                  <a:pt x="1397744" y="3113216"/>
                  <a:pt x="1397743" y="3113797"/>
                  <a:pt x="1397495" y="3114296"/>
                </a:cubicBezTo>
                <a:lnTo>
                  <a:pt x="1386777" y="3132823"/>
                </a:lnTo>
                <a:cubicBezTo>
                  <a:pt x="1386446" y="3133238"/>
                  <a:pt x="1385946" y="3133570"/>
                  <a:pt x="1385448" y="3133570"/>
                </a:cubicBezTo>
                <a:close/>
                <a:moveTo>
                  <a:pt x="1063166" y="3053020"/>
                </a:moveTo>
                <a:cubicBezTo>
                  <a:pt x="1062584" y="3053020"/>
                  <a:pt x="1062086" y="3052770"/>
                  <a:pt x="1061836" y="3052272"/>
                </a:cubicBezTo>
                <a:lnTo>
                  <a:pt x="1051119" y="3033662"/>
                </a:lnTo>
                <a:cubicBezTo>
                  <a:pt x="1050870" y="3033247"/>
                  <a:pt x="1050870" y="3032665"/>
                  <a:pt x="1051119" y="3032167"/>
                </a:cubicBezTo>
                <a:lnTo>
                  <a:pt x="1061836" y="3013557"/>
                </a:lnTo>
                <a:cubicBezTo>
                  <a:pt x="1062169" y="3013141"/>
                  <a:pt x="1062667" y="3012808"/>
                  <a:pt x="1063166" y="3012809"/>
                </a:cubicBezTo>
                <a:lnTo>
                  <a:pt x="1084600" y="3012809"/>
                </a:lnTo>
                <a:cubicBezTo>
                  <a:pt x="1085181" y="3012809"/>
                  <a:pt x="1085680" y="3013058"/>
                  <a:pt x="1085929" y="3013557"/>
                </a:cubicBezTo>
                <a:lnTo>
                  <a:pt x="1096646" y="3032167"/>
                </a:lnTo>
                <a:cubicBezTo>
                  <a:pt x="1096896" y="3032582"/>
                  <a:pt x="1096896" y="3033163"/>
                  <a:pt x="1096646" y="3033662"/>
                </a:cubicBezTo>
                <a:lnTo>
                  <a:pt x="1085929" y="3052272"/>
                </a:lnTo>
                <a:cubicBezTo>
                  <a:pt x="1085597" y="3052687"/>
                  <a:pt x="1085098" y="3053019"/>
                  <a:pt x="1084600" y="3053020"/>
                </a:cubicBezTo>
                <a:close/>
                <a:moveTo>
                  <a:pt x="1123268" y="3069228"/>
                </a:moveTo>
                <a:cubicBezTo>
                  <a:pt x="1122687" y="3069228"/>
                  <a:pt x="1122188" y="3068979"/>
                  <a:pt x="1121939" y="3068481"/>
                </a:cubicBezTo>
                <a:lnTo>
                  <a:pt x="1111139" y="3049788"/>
                </a:lnTo>
                <a:cubicBezTo>
                  <a:pt x="1110890" y="3049373"/>
                  <a:pt x="1110890" y="3048791"/>
                  <a:pt x="1111139" y="3048292"/>
                </a:cubicBezTo>
                <a:lnTo>
                  <a:pt x="1121939" y="3029600"/>
                </a:lnTo>
                <a:cubicBezTo>
                  <a:pt x="1122188" y="3029184"/>
                  <a:pt x="1122770" y="3028852"/>
                  <a:pt x="1123268" y="3028852"/>
                </a:cubicBezTo>
                <a:lnTo>
                  <a:pt x="1144869" y="3028852"/>
                </a:lnTo>
                <a:cubicBezTo>
                  <a:pt x="1145450" y="3028852"/>
                  <a:pt x="1145949" y="3029101"/>
                  <a:pt x="1146198" y="3029600"/>
                </a:cubicBezTo>
                <a:lnTo>
                  <a:pt x="1156999" y="3048292"/>
                </a:lnTo>
                <a:cubicBezTo>
                  <a:pt x="1157248" y="3048708"/>
                  <a:pt x="1157248" y="3049289"/>
                  <a:pt x="1156999" y="3049789"/>
                </a:cubicBezTo>
                <a:lnTo>
                  <a:pt x="1146198" y="3068481"/>
                </a:lnTo>
                <a:cubicBezTo>
                  <a:pt x="1145949" y="3068896"/>
                  <a:pt x="1145367" y="3069228"/>
                  <a:pt x="1144869" y="3069228"/>
                </a:cubicBezTo>
                <a:close/>
                <a:moveTo>
                  <a:pt x="1183455" y="3085355"/>
                </a:moveTo>
                <a:cubicBezTo>
                  <a:pt x="1182874" y="3085355"/>
                  <a:pt x="1182375" y="3085106"/>
                  <a:pt x="1182126" y="3084608"/>
                </a:cubicBezTo>
                <a:lnTo>
                  <a:pt x="1171326" y="3065915"/>
                </a:lnTo>
                <a:cubicBezTo>
                  <a:pt x="1171077" y="3065500"/>
                  <a:pt x="1171077" y="3064918"/>
                  <a:pt x="1171326" y="3064419"/>
                </a:cubicBezTo>
                <a:lnTo>
                  <a:pt x="1182126" y="3045727"/>
                </a:lnTo>
                <a:cubicBezTo>
                  <a:pt x="1182375" y="3045311"/>
                  <a:pt x="1182957" y="3044979"/>
                  <a:pt x="1183455" y="3044979"/>
                </a:cubicBezTo>
                <a:lnTo>
                  <a:pt x="1205056" y="3044979"/>
                </a:lnTo>
                <a:cubicBezTo>
                  <a:pt x="1205637" y="3044979"/>
                  <a:pt x="1206136" y="3045228"/>
                  <a:pt x="1206385" y="3045727"/>
                </a:cubicBezTo>
                <a:lnTo>
                  <a:pt x="1217186" y="3064419"/>
                </a:lnTo>
                <a:cubicBezTo>
                  <a:pt x="1217435" y="3064835"/>
                  <a:pt x="1217435" y="3065416"/>
                  <a:pt x="1217186" y="3065916"/>
                </a:cubicBezTo>
                <a:lnTo>
                  <a:pt x="1206385" y="3084608"/>
                </a:lnTo>
                <a:cubicBezTo>
                  <a:pt x="1206136" y="3085023"/>
                  <a:pt x="1205554" y="3085355"/>
                  <a:pt x="1205056" y="3085355"/>
                </a:cubicBezTo>
                <a:close/>
                <a:moveTo>
                  <a:pt x="1243641" y="3101482"/>
                </a:moveTo>
                <a:cubicBezTo>
                  <a:pt x="1243060" y="3101482"/>
                  <a:pt x="1242561" y="3101233"/>
                  <a:pt x="1242312" y="3100735"/>
                </a:cubicBezTo>
                <a:lnTo>
                  <a:pt x="1231512" y="3082042"/>
                </a:lnTo>
                <a:cubicBezTo>
                  <a:pt x="1231263" y="3081627"/>
                  <a:pt x="1231263" y="3081045"/>
                  <a:pt x="1231512" y="3080546"/>
                </a:cubicBezTo>
                <a:lnTo>
                  <a:pt x="1242312" y="3061854"/>
                </a:lnTo>
                <a:cubicBezTo>
                  <a:pt x="1242561" y="3061438"/>
                  <a:pt x="1243143" y="3061106"/>
                  <a:pt x="1243641" y="3061106"/>
                </a:cubicBezTo>
                <a:lnTo>
                  <a:pt x="1265242" y="3061106"/>
                </a:lnTo>
                <a:cubicBezTo>
                  <a:pt x="1265823" y="3061106"/>
                  <a:pt x="1266322" y="3061355"/>
                  <a:pt x="1266571" y="3061854"/>
                </a:cubicBezTo>
                <a:lnTo>
                  <a:pt x="1277372" y="3080546"/>
                </a:lnTo>
                <a:cubicBezTo>
                  <a:pt x="1277621" y="3080962"/>
                  <a:pt x="1277621" y="3081543"/>
                  <a:pt x="1277372" y="3082042"/>
                </a:cubicBezTo>
                <a:lnTo>
                  <a:pt x="1266571" y="3100735"/>
                </a:lnTo>
                <a:cubicBezTo>
                  <a:pt x="1266322" y="3101150"/>
                  <a:pt x="1265740" y="3101482"/>
                  <a:pt x="1265242" y="3101482"/>
                </a:cubicBezTo>
                <a:close/>
                <a:moveTo>
                  <a:pt x="1424199" y="3149863"/>
                </a:moveTo>
                <a:cubicBezTo>
                  <a:pt x="1423619" y="3149863"/>
                  <a:pt x="1423120" y="3149614"/>
                  <a:pt x="1422870" y="3149116"/>
                </a:cubicBezTo>
                <a:lnTo>
                  <a:pt x="1412071" y="3130423"/>
                </a:lnTo>
                <a:cubicBezTo>
                  <a:pt x="1411821" y="3130008"/>
                  <a:pt x="1411822" y="3129426"/>
                  <a:pt x="1412070" y="3128927"/>
                </a:cubicBezTo>
                <a:lnTo>
                  <a:pt x="1422871" y="3110235"/>
                </a:lnTo>
                <a:cubicBezTo>
                  <a:pt x="1423119" y="3109819"/>
                  <a:pt x="1423701" y="3109487"/>
                  <a:pt x="1424199" y="3109487"/>
                </a:cubicBezTo>
                <a:lnTo>
                  <a:pt x="1445800" y="3109487"/>
                </a:lnTo>
                <a:cubicBezTo>
                  <a:pt x="1446381" y="3109487"/>
                  <a:pt x="1446880" y="3109736"/>
                  <a:pt x="1447130" y="3110235"/>
                </a:cubicBezTo>
                <a:lnTo>
                  <a:pt x="1457930" y="3128927"/>
                </a:lnTo>
                <a:cubicBezTo>
                  <a:pt x="1458179" y="3129343"/>
                  <a:pt x="1458179" y="3129924"/>
                  <a:pt x="1457931" y="3130423"/>
                </a:cubicBezTo>
                <a:lnTo>
                  <a:pt x="1447130" y="3149116"/>
                </a:lnTo>
                <a:cubicBezTo>
                  <a:pt x="1446881" y="3149531"/>
                  <a:pt x="1446298" y="3149863"/>
                  <a:pt x="1445800" y="3149863"/>
                </a:cubicBezTo>
                <a:close/>
                <a:moveTo>
                  <a:pt x="1657625" y="3254154"/>
                </a:moveTo>
                <a:cubicBezTo>
                  <a:pt x="1657459" y="3254154"/>
                  <a:pt x="1657127" y="3253822"/>
                  <a:pt x="1657127" y="3253822"/>
                </a:cubicBezTo>
                <a:lnTo>
                  <a:pt x="1652973" y="3246594"/>
                </a:lnTo>
                <a:cubicBezTo>
                  <a:pt x="1652890" y="3246428"/>
                  <a:pt x="1652973" y="3246012"/>
                  <a:pt x="1652973" y="3246012"/>
                </a:cubicBezTo>
                <a:lnTo>
                  <a:pt x="1657127" y="3238784"/>
                </a:lnTo>
                <a:cubicBezTo>
                  <a:pt x="1657210" y="3238535"/>
                  <a:pt x="1657625" y="3238453"/>
                  <a:pt x="1657625" y="3238453"/>
                </a:cubicBezTo>
                <a:lnTo>
                  <a:pt x="1665933" y="3238453"/>
                </a:lnTo>
                <a:cubicBezTo>
                  <a:pt x="1666100" y="3238453"/>
                  <a:pt x="1666432" y="3238785"/>
                  <a:pt x="1666432" y="3238785"/>
                </a:cubicBezTo>
                <a:lnTo>
                  <a:pt x="1670586" y="3246012"/>
                </a:lnTo>
                <a:cubicBezTo>
                  <a:pt x="1670669" y="3246178"/>
                  <a:pt x="1670586" y="3246594"/>
                  <a:pt x="1670586" y="3246594"/>
                </a:cubicBezTo>
                <a:lnTo>
                  <a:pt x="1666432" y="3253822"/>
                </a:lnTo>
                <a:cubicBezTo>
                  <a:pt x="1666349" y="3254071"/>
                  <a:pt x="1665933" y="3254154"/>
                  <a:pt x="1665933" y="3254154"/>
                </a:cubicBezTo>
                <a:close/>
                <a:moveTo>
                  <a:pt x="4182695" y="3936633"/>
                </a:moveTo>
                <a:cubicBezTo>
                  <a:pt x="4182363" y="3936633"/>
                  <a:pt x="4181864" y="3936134"/>
                  <a:pt x="4181864" y="3936134"/>
                </a:cubicBezTo>
                <a:lnTo>
                  <a:pt x="4174969" y="3924171"/>
                </a:lnTo>
                <a:cubicBezTo>
                  <a:pt x="4174803" y="3923838"/>
                  <a:pt x="4174969" y="3923174"/>
                  <a:pt x="4174969" y="3923174"/>
                </a:cubicBezTo>
                <a:lnTo>
                  <a:pt x="4181864" y="3911210"/>
                </a:lnTo>
                <a:cubicBezTo>
                  <a:pt x="4182031" y="3910878"/>
                  <a:pt x="4182695" y="3910712"/>
                  <a:pt x="4182695" y="3910712"/>
                </a:cubicBezTo>
                <a:lnTo>
                  <a:pt x="4196486" y="3910712"/>
                </a:lnTo>
                <a:cubicBezTo>
                  <a:pt x="4196819" y="3910712"/>
                  <a:pt x="4197317" y="3911210"/>
                  <a:pt x="4197317" y="3911210"/>
                </a:cubicBezTo>
                <a:lnTo>
                  <a:pt x="4204213" y="3923174"/>
                </a:lnTo>
                <a:cubicBezTo>
                  <a:pt x="4204379" y="3923506"/>
                  <a:pt x="4204213" y="3924171"/>
                  <a:pt x="4204213" y="3924171"/>
                </a:cubicBezTo>
                <a:lnTo>
                  <a:pt x="4197317" y="3936134"/>
                </a:lnTo>
                <a:cubicBezTo>
                  <a:pt x="4197151" y="3936467"/>
                  <a:pt x="4196486" y="3936633"/>
                  <a:pt x="4196486" y="3936633"/>
                </a:cubicBezTo>
                <a:close/>
                <a:moveTo>
                  <a:pt x="872037" y="3050319"/>
                </a:moveTo>
                <a:cubicBezTo>
                  <a:pt x="871621" y="3050319"/>
                  <a:pt x="871123" y="3049821"/>
                  <a:pt x="871123" y="3049821"/>
                </a:cubicBezTo>
                <a:lnTo>
                  <a:pt x="863895" y="3037193"/>
                </a:lnTo>
                <a:cubicBezTo>
                  <a:pt x="863729" y="3036943"/>
                  <a:pt x="863895" y="3036196"/>
                  <a:pt x="863895" y="3036196"/>
                </a:cubicBezTo>
                <a:lnTo>
                  <a:pt x="871206" y="3023568"/>
                </a:lnTo>
                <a:cubicBezTo>
                  <a:pt x="871455" y="3023235"/>
                  <a:pt x="872120" y="3023069"/>
                  <a:pt x="872120" y="3023069"/>
                </a:cubicBezTo>
                <a:lnTo>
                  <a:pt x="886659" y="3023069"/>
                </a:lnTo>
                <a:cubicBezTo>
                  <a:pt x="887074" y="3023069"/>
                  <a:pt x="887572" y="3023568"/>
                  <a:pt x="887572" y="3023568"/>
                </a:cubicBezTo>
                <a:lnTo>
                  <a:pt x="894800" y="3036196"/>
                </a:lnTo>
                <a:cubicBezTo>
                  <a:pt x="894966" y="3036445"/>
                  <a:pt x="894800" y="3037193"/>
                  <a:pt x="894800" y="3037193"/>
                </a:cubicBezTo>
                <a:lnTo>
                  <a:pt x="887489" y="3049821"/>
                </a:lnTo>
                <a:cubicBezTo>
                  <a:pt x="887240" y="3050153"/>
                  <a:pt x="886575" y="3050319"/>
                  <a:pt x="886575" y="3050319"/>
                </a:cubicBezTo>
                <a:close/>
                <a:moveTo>
                  <a:pt x="2917861" y="3599618"/>
                </a:moveTo>
                <a:cubicBezTo>
                  <a:pt x="2917529" y="3599618"/>
                  <a:pt x="2916947" y="3599036"/>
                  <a:pt x="2916947" y="3599036"/>
                </a:cubicBezTo>
                <a:lnTo>
                  <a:pt x="2909138" y="3585577"/>
                </a:lnTo>
                <a:cubicBezTo>
                  <a:pt x="2908972" y="3585245"/>
                  <a:pt x="2909138" y="3584497"/>
                  <a:pt x="2909138" y="3584497"/>
                </a:cubicBezTo>
                <a:lnTo>
                  <a:pt x="2916947" y="3571039"/>
                </a:lnTo>
                <a:cubicBezTo>
                  <a:pt x="2917114" y="3570706"/>
                  <a:pt x="2917861" y="3570457"/>
                  <a:pt x="2917861" y="3570457"/>
                </a:cubicBezTo>
                <a:lnTo>
                  <a:pt x="2933397" y="3570457"/>
                </a:lnTo>
                <a:cubicBezTo>
                  <a:pt x="2933729" y="3570457"/>
                  <a:pt x="2934311" y="3571039"/>
                  <a:pt x="2934311" y="3571039"/>
                </a:cubicBezTo>
                <a:lnTo>
                  <a:pt x="2942120" y="3584497"/>
                </a:lnTo>
                <a:cubicBezTo>
                  <a:pt x="2942287" y="3584830"/>
                  <a:pt x="2942120" y="3585577"/>
                  <a:pt x="2942120" y="3585577"/>
                </a:cubicBezTo>
                <a:lnTo>
                  <a:pt x="2934311" y="3599036"/>
                </a:lnTo>
                <a:cubicBezTo>
                  <a:pt x="2934145" y="3599369"/>
                  <a:pt x="2933397" y="3599618"/>
                  <a:pt x="2933397" y="3599618"/>
                </a:cubicBezTo>
                <a:close/>
                <a:moveTo>
                  <a:pt x="1713647" y="3278007"/>
                </a:moveTo>
                <a:cubicBezTo>
                  <a:pt x="1713231" y="3278007"/>
                  <a:pt x="1712650" y="3277425"/>
                  <a:pt x="1712650" y="3277425"/>
                </a:cubicBezTo>
                <a:lnTo>
                  <a:pt x="1704342" y="3263052"/>
                </a:lnTo>
                <a:cubicBezTo>
                  <a:pt x="1704092" y="3262720"/>
                  <a:pt x="1704342" y="3261889"/>
                  <a:pt x="1704342" y="3261889"/>
                </a:cubicBezTo>
                <a:lnTo>
                  <a:pt x="1712650" y="3247517"/>
                </a:lnTo>
                <a:cubicBezTo>
                  <a:pt x="1712816" y="3247184"/>
                  <a:pt x="1713647" y="3246935"/>
                  <a:pt x="1713647" y="3246935"/>
                </a:cubicBezTo>
                <a:lnTo>
                  <a:pt x="1730263" y="3246935"/>
                </a:lnTo>
                <a:cubicBezTo>
                  <a:pt x="1730678" y="3246935"/>
                  <a:pt x="1731259" y="3247517"/>
                  <a:pt x="1731259" y="3247517"/>
                </a:cubicBezTo>
                <a:lnTo>
                  <a:pt x="1739567" y="3261889"/>
                </a:lnTo>
                <a:cubicBezTo>
                  <a:pt x="1739817" y="3262222"/>
                  <a:pt x="1739567" y="3263052"/>
                  <a:pt x="1739567" y="3263052"/>
                </a:cubicBezTo>
                <a:lnTo>
                  <a:pt x="1731259" y="3277425"/>
                </a:lnTo>
                <a:cubicBezTo>
                  <a:pt x="1731093" y="3277757"/>
                  <a:pt x="1730263" y="3278007"/>
                  <a:pt x="1730263" y="3278007"/>
                </a:cubicBezTo>
                <a:close/>
                <a:moveTo>
                  <a:pt x="2977370" y="3617083"/>
                </a:moveTo>
                <a:cubicBezTo>
                  <a:pt x="2976955" y="3617083"/>
                  <a:pt x="2976374" y="3616502"/>
                  <a:pt x="2976374" y="3616502"/>
                </a:cubicBezTo>
                <a:lnTo>
                  <a:pt x="2967899" y="3601797"/>
                </a:lnTo>
                <a:cubicBezTo>
                  <a:pt x="2967651" y="3601464"/>
                  <a:pt x="2967899" y="3600634"/>
                  <a:pt x="2967899" y="3600634"/>
                </a:cubicBezTo>
                <a:lnTo>
                  <a:pt x="2976374" y="3585929"/>
                </a:lnTo>
                <a:cubicBezTo>
                  <a:pt x="2976539" y="3585596"/>
                  <a:pt x="2976955" y="3585347"/>
                  <a:pt x="2977371" y="3585347"/>
                </a:cubicBezTo>
                <a:lnTo>
                  <a:pt x="2994319" y="3585347"/>
                </a:lnTo>
                <a:cubicBezTo>
                  <a:pt x="2994733" y="3585347"/>
                  <a:pt x="2995316" y="3585929"/>
                  <a:pt x="2995316" y="3585929"/>
                </a:cubicBezTo>
                <a:lnTo>
                  <a:pt x="3003789" y="3600634"/>
                </a:lnTo>
                <a:cubicBezTo>
                  <a:pt x="3004038" y="3600966"/>
                  <a:pt x="3003789" y="3601797"/>
                  <a:pt x="3003789" y="3601797"/>
                </a:cubicBezTo>
                <a:lnTo>
                  <a:pt x="2995316" y="3616502"/>
                </a:lnTo>
                <a:cubicBezTo>
                  <a:pt x="2995150" y="3616834"/>
                  <a:pt x="2994734" y="3617083"/>
                  <a:pt x="2994318" y="3617083"/>
                </a:cubicBezTo>
                <a:close/>
                <a:moveTo>
                  <a:pt x="3217876" y="3682018"/>
                </a:moveTo>
                <a:cubicBezTo>
                  <a:pt x="3217460" y="3682018"/>
                  <a:pt x="3216796" y="3681437"/>
                  <a:pt x="3216796" y="3681437"/>
                </a:cubicBezTo>
                <a:lnTo>
                  <a:pt x="3208072" y="3666316"/>
                </a:lnTo>
                <a:cubicBezTo>
                  <a:pt x="3207823" y="3665901"/>
                  <a:pt x="3208073" y="3665070"/>
                  <a:pt x="3208073" y="3665070"/>
                </a:cubicBezTo>
                <a:lnTo>
                  <a:pt x="3216796" y="3649950"/>
                </a:lnTo>
                <a:cubicBezTo>
                  <a:pt x="3217044" y="3649617"/>
                  <a:pt x="3217460" y="3649367"/>
                  <a:pt x="3217875" y="3649368"/>
                </a:cubicBezTo>
                <a:lnTo>
                  <a:pt x="3235405" y="3649367"/>
                </a:lnTo>
                <a:cubicBezTo>
                  <a:pt x="3235820" y="3649368"/>
                  <a:pt x="3236485" y="3649950"/>
                  <a:pt x="3236485" y="3649950"/>
                </a:cubicBezTo>
                <a:lnTo>
                  <a:pt x="3245208" y="3665069"/>
                </a:lnTo>
                <a:cubicBezTo>
                  <a:pt x="3245457" y="3665485"/>
                  <a:pt x="3245208" y="3666316"/>
                  <a:pt x="3245208" y="3666316"/>
                </a:cubicBezTo>
                <a:lnTo>
                  <a:pt x="3236486" y="3681437"/>
                </a:lnTo>
                <a:cubicBezTo>
                  <a:pt x="3236236" y="3681769"/>
                  <a:pt x="3235821" y="3682018"/>
                  <a:pt x="3235405" y="3682018"/>
                </a:cubicBezTo>
                <a:close/>
                <a:moveTo>
                  <a:pt x="3037173" y="3633962"/>
                </a:moveTo>
                <a:cubicBezTo>
                  <a:pt x="3036758" y="3633962"/>
                  <a:pt x="3036093" y="3633297"/>
                  <a:pt x="3036093" y="3633297"/>
                </a:cubicBezTo>
                <a:lnTo>
                  <a:pt x="3027204" y="3617845"/>
                </a:lnTo>
                <a:cubicBezTo>
                  <a:pt x="3026955" y="3617512"/>
                  <a:pt x="3027204" y="3616598"/>
                  <a:pt x="3027204" y="3616598"/>
                </a:cubicBezTo>
                <a:lnTo>
                  <a:pt x="3036093" y="3601146"/>
                </a:lnTo>
                <a:cubicBezTo>
                  <a:pt x="3036342" y="3600730"/>
                  <a:pt x="3036758" y="3600481"/>
                  <a:pt x="3037173" y="3600481"/>
                </a:cubicBezTo>
                <a:lnTo>
                  <a:pt x="3054952" y="3600481"/>
                </a:lnTo>
                <a:cubicBezTo>
                  <a:pt x="3055367" y="3600481"/>
                  <a:pt x="3056032" y="3601146"/>
                  <a:pt x="3056032" y="3601146"/>
                </a:cubicBezTo>
                <a:lnTo>
                  <a:pt x="3064922" y="3616598"/>
                </a:lnTo>
                <a:cubicBezTo>
                  <a:pt x="3065171" y="3616931"/>
                  <a:pt x="3064922" y="3617845"/>
                  <a:pt x="3064922" y="3617845"/>
                </a:cubicBezTo>
                <a:lnTo>
                  <a:pt x="3056032" y="3633297"/>
                </a:lnTo>
                <a:cubicBezTo>
                  <a:pt x="3055783" y="3633713"/>
                  <a:pt x="3055367" y="3633962"/>
                  <a:pt x="3054952" y="3633962"/>
                </a:cubicBezTo>
                <a:close/>
                <a:moveTo>
                  <a:pt x="3097278" y="3650161"/>
                </a:moveTo>
                <a:cubicBezTo>
                  <a:pt x="3096863" y="3650161"/>
                  <a:pt x="3096198" y="3649496"/>
                  <a:pt x="3096198" y="3649496"/>
                </a:cubicBezTo>
                <a:lnTo>
                  <a:pt x="3087226" y="3633960"/>
                </a:lnTo>
                <a:cubicBezTo>
                  <a:pt x="3086977" y="3633628"/>
                  <a:pt x="3087226" y="3632714"/>
                  <a:pt x="3087226" y="3632714"/>
                </a:cubicBezTo>
                <a:lnTo>
                  <a:pt x="3096198" y="3617179"/>
                </a:lnTo>
                <a:cubicBezTo>
                  <a:pt x="3096447" y="3616763"/>
                  <a:pt x="3096863" y="3616514"/>
                  <a:pt x="3097278" y="3616514"/>
                </a:cubicBezTo>
                <a:lnTo>
                  <a:pt x="3115140" y="3616514"/>
                </a:lnTo>
                <a:cubicBezTo>
                  <a:pt x="3115556" y="3616514"/>
                  <a:pt x="3116220" y="3617179"/>
                  <a:pt x="3116220" y="3617179"/>
                </a:cubicBezTo>
                <a:lnTo>
                  <a:pt x="3125193" y="3632714"/>
                </a:lnTo>
                <a:cubicBezTo>
                  <a:pt x="3125442" y="3633047"/>
                  <a:pt x="3125193" y="3633960"/>
                  <a:pt x="3125193" y="3633960"/>
                </a:cubicBezTo>
                <a:lnTo>
                  <a:pt x="3116220" y="3649496"/>
                </a:lnTo>
                <a:cubicBezTo>
                  <a:pt x="3115971" y="3649912"/>
                  <a:pt x="3115556" y="3650161"/>
                  <a:pt x="3115140" y="3650161"/>
                </a:cubicBezTo>
                <a:close/>
                <a:moveTo>
                  <a:pt x="3157297" y="3666547"/>
                </a:moveTo>
                <a:cubicBezTo>
                  <a:pt x="3156881" y="3666547"/>
                  <a:pt x="3156217" y="3665883"/>
                  <a:pt x="3156217" y="3665883"/>
                </a:cubicBezTo>
                <a:lnTo>
                  <a:pt x="3147161" y="3650098"/>
                </a:lnTo>
                <a:cubicBezTo>
                  <a:pt x="3146912" y="3649766"/>
                  <a:pt x="3147161" y="3648852"/>
                  <a:pt x="3147161" y="3648852"/>
                </a:cubicBezTo>
                <a:lnTo>
                  <a:pt x="3156301" y="3633067"/>
                </a:lnTo>
                <a:cubicBezTo>
                  <a:pt x="3156467" y="3632651"/>
                  <a:pt x="3156965" y="3632402"/>
                  <a:pt x="3157381" y="3632402"/>
                </a:cubicBezTo>
                <a:lnTo>
                  <a:pt x="3175575" y="3632402"/>
                </a:lnTo>
                <a:cubicBezTo>
                  <a:pt x="3175990" y="3632402"/>
                  <a:pt x="3176654" y="3633067"/>
                  <a:pt x="3176654" y="3633067"/>
                </a:cubicBezTo>
                <a:lnTo>
                  <a:pt x="3185710" y="3648852"/>
                </a:lnTo>
                <a:cubicBezTo>
                  <a:pt x="3185960" y="3649184"/>
                  <a:pt x="3185711" y="3650098"/>
                  <a:pt x="3185711" y="3650098"/>
                </a:cubicBezTo>
                <a:lnTo>
                  <a:pt x="3176572" y="3665883"/>
                </a:lnTo>
                <a:cubicBezTo>
                  <a:pt x="3176406" y="3666298"/>
                  <a:pt x="3175907" y="3666547"/>
                  <a:pt x="3175491" y="3666547"/>
                </a:cubicBezTo>
                <a:close/>
                <a:moveTo>
                  <a:pt x="2555444" y="3505365"/>
                </a:moveTo>
                <a:cubicBezTo>
                  <a:pt x="2555029" y="3505365"/>
                  <a:pt x="2554365" y="3504700"/>
                  <a:pt x="2554365" y="3504700"/>
                </a:cubicBezTo>
                <a:lnTo>
                  <a:pt x="2545226" y="3488832"/>
                </a:lnTo>
                <a:cubicBezTo>
                  <a:pt x="2544978" y="3488417"/>
                  <a:pt x="2545226" y="3487503"/>
                  <a:pt x="2545226" y="3487503"/>
                </a:cubicBezTo>
                <a:lnTo>
                  <a:pt x="2554365" y="3471635"/>
                </a:lnTo>
                <a:cubicBezTo>
                  <a:pt x="2554531" y="3471219"/>
                  <a:pt x="2555029" y="3470970"/>
                  <a:pt x="2555445" y="3470970"/>
                </a:cubicBezTo>
                <a:lnTo>
                  <a:pt x="2573722" y="3470970"/>
                </a:lnTo>
                <a:cubicBezTo>
                  <a:pt x="2574137" y="3470970"/>
                  <a:pt x="2574802" y="3471635"/>
                  <a:pt x="2574802" y="3471635"/>
                </a:cubicBezTo>
                <a:lnTo>
                  <a:pt x="2583940" y="3487503"/>
                </a:lnTo>
                <a:cubicBezTo>
                  <a:pt x="2584191" y="3487918"/>
                  <a:pt x="2583940" y="3488832"/>
                  <a:pt x="2583940" y="3488832"/>
                </a:cubicBezTo>
                <a:lnTo>
                  <a:pt x="2574803" y="3504700"/>
                </a:lnTo>
                <a:cubicBezTo>
                  <a:pt x="2574637" y="3505115"/>
                  <a:pt x="2574137" y="3505365"/>
                  <a:pt x="2573723" y="3505365"/>
                </a:cubicBezTo>
                <a:close/>
                <a:moveTo>
                  <a:pt x="3277411" y="3699287"/>
                </a:moveTo>
                <a:cubicBezTo>
                  <a:pt x="3276913" y="3699287"/>
                  <a:pt x="3276248" y="3698623"/>
                  <a:pt x="3276248" y="3698623"/>
                </a:cubicBezTo>
                <a:lnTo>
                  <a:pt x="3266860" y="3682422"/>
                </a:lnTo>
                <a:cubicBezTo>
                  <a:pt x="3266611" y="3682007"/>
                  <a:pt x="3266860" y="3681093"/>
                  <a:pt x="3266860" y="3681093"/>
                </a:cubicBezTo>
                <a:lnTo>
                  <a:pt x="3276248" y="3664893"/>
                </a:lnTo>
                <a:cubicBezTo>
                  <a:pt x="3276497" y="3664477"/>
                  <a:pt x="3276913" y="3664228"/>
                  <a:pt x="3277411" y="3664228"/>
                </a:cubicBezTo>
                <a:lnTo>
                  <a:pt x="3296104" y="3664228"/>
                </a:lnTo>
                <a:cubicBezTo>
                  <a:pt x="3296602" y="3664228"/>
                  <a:pt x="3297267" y="3664893"/>
                  <a:pt x="3297267" y="3664893"/>
                </a:cubicBezTo>
                <a:lnTo>
                  <a:pt x="3306655" y="3681093"/>
                </a:lnTo>
                <a:cubicBezTo>
                  <a:pt x="3306904" y="3681508"/>
                  <a:pt x="3306655" y="3682423"/>
                  <a:pt x="3306655" y="3682423"/>
                </a:cubicBezTo>
                <a:lnTo>
                  <a:pt x="3297267" y="3698624"/>
                </a:lnTo>
                <a:cubicBezTo>
                  <a:pt x="3297018" y="3699038"/>
                  <a:pt x="3296602" y="3699287"/>
                  <a:pt x="3296104" y="3699287"/>
                </a:cubicBezTo>
                <a:close/>
                <a:moveTo>
                  <a:pt x="3337596" y="3715508"/>
                </a:moveTo>
                <a:cubicBezTo>
                  <a:pt x="3337096" y="3715508"/>
                  <a:pt x="3336432" y="3714844"/>
                  <a:pt x="3336432" y="3714844"/>
                </a:cubicBezTo>
                <a:lnTo>
                  <a:pt x="3327044" y="3698560"/>
                </a:lnTo>
                <a:cubicBezTo>
                  <a:pt x="3326795" y="3698145"/>
                  <a:pt x="3327044" y="3697231"/>
                  <a:pt x="3327044" y="3697231"/>
                </a:cubicBezTo>
                <a:lnTo>
                  <a:pt x="3336432" y="3680948"/>
                </a:lnTo>
                <a:cubicBezTo>
                  <a:pt x="3336681" y="3680532"/>
                  <a:pt x="3337096" y="3680283"/>
                  <a:pt x="3337595" y="3680283"/>
                </a:cubicBezTo>
                <a:lnTo>
                  <a:pt x="3356371" y="3680283"/>
                </a:lnTo>
                <a:cubicBezTo>
                  <a:pt x="3356869" y="3680283"/>
                  <a:pt x="3357534" y="3680948"/>
                  <a:pt x="3357534" y="3680948"/>
                </a:cubicBezTo>
                <a:lnTo>
                  <a:pt x="3366922" y="3697231"/>
                </a:lnTo>
                <a:cubicBezTo>
                  <a:pt x="3367172" y="3697647"/>
                  <a:pt x="3366922" y="3698560"/>
                  <a:pt x="3366922" y="3698560"/>
                </a:cubicBezTo>
                <a:lnTo>
                  <a:pt x="3357534" y="3714844"/>
                </a:lnTo>
                <a:cubicBezTo>
                  <a:pt x="3357284" y="3715259"/>
                  <a:pt x="3356869" y="3715508"/>
                  <a:pt x="3356371" y="3715508"/>
                </a:cubicBezTo>
                <a:close/>
                <a:moveTo>
                  <a:pt x="3397782" y="3731635"/>
                </a:moveTo>
                <a:cubicBezTo>
                  <a:pt x="3397283" y="3731635"/>
                  <a:pt x="3396619" y="3730971"/>
                  <a:pt x="3396619" y="3730971"/>
                </a:cubicBezTo>
                <a:lnTo>
                  <a:pt x="3387231" y="3714687"/>
                </a:lnTo>
                <a:cubicBezTo>
                  <a:pt x="3386982" y="3714272"/>
                  <a:pt x="3387231" y="3713358"/>
                  <a:pt x="3387231" y="3713358"/>
                </a:cubicBezTo>
                <a:lnTo>
                  <a:pt x="3396619" y="3697075"/>
                </a:lnTo>
                <a:cubicBezTo>
                  <a:pt x="3396868" y="3696659"/>
                  <a:pt x="3397283" y="3696410"/>
                  <a:pt x="3397782" y="3696410"/>
                </a:cubicBezTo>
                <a:lnTo>
                  <a:pt x="3416558" y="3696410"/>
                </a:lnTo>
                <a:cubicBezTo>
                  <a:pt x="3417056" y="3696410"/>
                  <a:pt x="3417721" y="3697075"/>
                  <a:pt x="3417721" y="3697075"/>
                </a:cubicBezTo>
                <a:lnTo>
                  <a:pt x="3427109" y="3713358"/>
                </a:lnTo>
                <a:cubicBezTo>
                  <a:pt x="3427358" y="3713774"/>
                  <a:pt x="3427109" y="3714687"/>
                  <a:pt x="3427109" y="3714687"/>
                </a:cubicBezTo>
                <a:lnTo>
                  <a:pt x="3417721" y="3730971"/>
                </a:lnTo>
                <a:cubicBezTo>
                  <a:pt x="3417471" y="3731386"/>
                  <a:pt x="3417056" y="3731635"/>
                  <a:pt x="3416558" y="3731635"/>
                </a:cubicBezTo>
                <a:close/>
                <a:moveTo>
                  <a:pt x="3457884" y="3747846"/>
                </a:moveTo>
                <a:cubicBezTo>
                  <a:pt x="3457385" y="3747846"/>
                  <a:pt x="3456721" y="3747181"/>
                  <a:pt x="3456721" y="3747181"/>
                </a:cubicBezTo>
                <a:lnTo>
                  <a:pt x="3447250" y="3730814"/>
                </a:lnTo>
                <a:cubicBezTo>
                  <a:pt x="3447001" y="3730399"/>
                  <a:pt x="3447250" y="3729485"/>
                  <a:pt x="3447250" y="3729485"/>
                </a:cubicBezTo>
                <a:lnTo>
                  <a:pt x="3456721" y="3713118"/>
                </a:lnTo>
                <a:cubicBezTo>
                  <a:pt x="3456970" y="3712703"/>
                  <a:pt x="3457385" y="3712454"/>
                  <a:pt x="3457884" y="3712454"/>
                </a:cubicBezTo>
                <a:lnTo>
                  <a:pt x="3476826" y="3712454"/>
                </a:lnTo>
                <a:cubicBezTo>
                  <a:pt x="3477325" y="3712454"/>
                  <a:pt x="3477989" y="3713119"/>
                  <a:pt x="3477989" y="3713119"/>
                </a:cubicBezTo>
                <a:lnTo>
                  <a:pt x="3487460" y="3729484"/>
                </a:lnTo>
                <a:cubicBezTo>
                  <a:pt x="3487710" y="3729901"/>
                  <a:pt x="3487460" y="3730814"/>
                  <a:pt x="3487460" y="3730814"/>
                </a:cubicBezTo>
                <a:lnTo>
                  <a:pt x="3477989" y="3747181"/>
                </a:lnTo>
                <a:cubicBezTo>
                  <a:pt x="3477740" y="3747597"/>
                  <a:pt x="3477325" y="3747845"/>
                  <a:pt x="3476826" y="3747846"/>
                </a:cubicBezTo>
                <a:close/>
                <a:moveTo>
                  <a:pt x="929959" y="3070763"/>
                </a:moveTo>
                <a:cubicBezTo>
                  <a:pt x="929460" y="3070763"/>
                  <a:pt x="928796" y="3070098"/>
                  <a:pt x="928796" y="3070098"/>
                </a:cubicBezTo>
                <a:lnTo>
                  <a:pt x="919243" y="3053566"/>
                </a:lnTo>
                <a:cubicBezTo>
                  <a:pt x="918993" y="3053150"/>
                  <a:pt x="919242" y="3052236"/>
                  <a:pt x="919242" y="3052236"/>
                </a:cubicBezTo>
                <a:lnTo>
                  <a:pt x="928796" y="3035704"/>
                </a:lnTo>
                <a:cubicBezTo>
                  <a:pt x="929045" y="3035288"/>
                  <a:pt x="929461" y="3035039"/>
                  <a:pt x="929960" y="3035039"/>
                </a:cubicBezTo>
                <a:lnTo>
                  <a:pt x="949068" y="3035039"/>
                </a:lnTo>
                <a:cubicBezTo>
                  <a:pt x="949567" y="3035039"/>
                  <a:pt x="950231" y="3035704"/>
                  <a:pt x="950231" y="3035704"/>
                </a:cubicBezTo>
                <a:lnTo>
                  <a:pt x="959784" y="3052236"/>
                </a:lnTo>
                <a:cubicBezTo>
                  <a:pt x="960034" y="3052652"/>
                  <a:pt x="959785" y="3053566"/>
                  <a:pt x="959785" y="3053566"/>
                </a:cubicBezTo>
                <a:lnTo>
                  <a:pt x="950230" y="3070098"/>
                </a:lnTo>
                <a:cubicBezTo>
                  <a:pt x="949982" y="3070514"/>
                  <a:pt x="949567" y="3070763"/>
                  <a:pt x="949068" y="3070763"/>
                </a:cubicBezTo>
                <a:close/>
                <a:moveTo>
                  <a:pt x="3698525" y="3812598"/>
                </a:moveTo>
                <a:cubicBezTo>
                  <a:pt x="3698027" y="3812598"/>
                  <a:pt x="3697362" y="3811933"/>
                  <a:pt x="3697362" y="3811933"/>
                </a:cubicBezTo>
                <a:lnTo>
                  <a:pt x="3687808" y="3795401"/>
                </a:lnTo>
                <a:cubicBezTo>
                  <a:pt x="3687559" y="3794985"/>
                  <a:pt x="3687808" y="3794071"/>
                  <a:pt x="3687808" y="3794071"/>
                </a:cubicBezTo>
                <a:lnTo>
                  <a:pt x="3697362" y="3777539"/>
                </a:lnTo>
                <a:cubicBezTo>
                  <a:pt x="3697611" y="3777123"/>
                  <a:pt x="3698027" y="3776874"/>
                  <a:pt x="3698525" y="3776874"/>
                </a:cubicBezTo>
                <a:lnTo>
                  <a:pt x="3717633" y="3776874"/>
                </a:lnTo>
                <a:cubicBezTo>
                  <a:pt x="3718132" y="3776874"/>
                  <a:pt x="3718796" y="3777539"/>
                  <a:pt x="3718796" y="3777539"/>
                </a:cubicBezTo>
                <a:lnTo>
                  <a:pt x="3728350" y="3794071"/>
                </a:lnTo>
                <a:cubicBezTo>
                  <a:pt x="3728600" y="3794487"/>
                  <a:pt x="3728350" y="3795401"/>
                  <a:pt x="3728350" y="3795401"/>
                </a:cubicBezTo>
                <a:lnTo>
                  <a:pt x="3718796" y="3811933"/>
                </a:lnTo>
                <a:cubicBezTo>
                  <a:pt x="3718547" y="3812349"/>
                  <a:pt x="3718132" y="3812598"/>
                  <a:pt x="3717633" y="3812598"/>
                </a:cubicBezTo>
                <a:close/>
                <a:moveTo>
                  <a:pt x="4902249" y="4135135"/>
                </a:moveTo>
                <a:cubicBezTo>
                  <a:pt x="4901750" y="4135135"/>
                  <a:pt x="4901086" y="4134470"/>
                  <a:pt x="4901086" y="4134470"/>
                </a:cubicBezTo>
                <a:lnTo>
                  <a:pt x="4891532" y="4117938"/>
                </a:lnTo>
                <a:cubicBezTo>
                  <a:pt x="4891283" y="4117522"/>
                  <a:pt x="4891532" y="4116608"/>
                  <a:pt x="4891532" y="4116608"/>
                </a:cubicBezTo>
                <a:lnTo>
                  <a:pt x="4901086" y="4100076"/>
                </a:lnTo>
                <a:cubicBezTo>
                  <a:pt x="4901335" y="4099660"/>
                  <a:pt x="4901750" y="4099411"/>
                  <a:pt x="4902249" y="4099411"/>
                </a:cubicBezTo>
                <a:lnTo>
                  <a:pt x="4921357" y="4099411"/>
                </a:lnTo>
                <a:cubicBezTo>
                  <a:pt x="4921856" y="4099411"/>
                  <a:pt x="4922520" y="4100076"/>
                  <a:pt x="4922520" y="4100076"/>
                </a:cubicBezTo>
                <a:lnTo>
                  <a:pt x="4932074" y="4116608"/>
                </a:lnTo>
                <a:cubicBezTo>
                  <a:pt x="4932324" y="4117024"/>
                  <a:pt x="4932074" y="4117938"/>
                  <a:pt x="4932074" y="4117938"/>
                </a:cubicBezTo>
                <a:lnTo>
                  <a:pt x="4922520" y="4134470"/>
                </a:lnTo>
                <a:cubicBezTo>
                  <a:pt x="4922271" y="4134886"/>
                  <a:pt x="4921856" y="4135135"/>
                  <a:pt x="4921357" y="4135135"/>
                </a:cubicBezTo>
                <a:close/>
                <a:moveTo>
                  <a:pt x="3818816" y="3844925"/>
                </a:moveTo>
                <a:cubicBezTo>
                  <a:pt x="3818318" y="3844925"/>
                  <a:pt x="3817902" y="3844676"/>
                  <a:pt x="3817653" y="3844261"/>
                </a:cubicBezTo>
                <a:lnTo>
                  <a:pt x="3808016" y="3827645"/>
                </a:lnTo>
                <a:cubicBezTo>
                  <a:pt x="3807767" y="3827229"/>
                  <a:pt x="3807767" y="3826731"/>
                  <a:pt x="3808016" y="3826316"/>
                </a:cubicBezTo>
                <a:lnTo>
                  <a:pt x="3817653" y="3809700"/>
                </a:lnTo>
                <a:cubicBezTo>
                  <a:pt x="3817902" y="3809284"/>
                  <a:pt x="3818318" y="3809035"/>
                  <a:pt x="3818816" y="3809035"/>
                </a:cubicBezTo>
                <a:lnTo>
                  <a:pt x="3838008" y="3809035"/>
                </a:lnTo>
                <a:cubicBezTo>
                  <a:pt x="3838506" y="3809035"/>
                  <a:pt x="3838921" y="3809284"/>
                  <a:pt x="3839171" y="3809700"/>
                </a:cubicBezTo>
                <a:lnTo>
                  <a:pt x="3848808" y="3826316"/>
                </a:lnTo>
                <a:cubicBezTo>
                  <a:pt x="3849057" y="3826731"/>
                  <a:pt x="3849057" y="3827229"/>
                  <a:pt x="3848808" y="3827645"/>
                </a:cubicBezTo>
                <a:lnTo>
                  <a:pt x="3839171" y="3844261"/>
                </a:lnTo>
                <a:cubicBezTo>
                  <a:pt x="3838921" y="3844676"/>
                  <a:pt x="3838506" y="3844925"/>
                  <a:pt x="3838008" y="3844925"/>
                </a:cubicBezTo>
                <a:close/>
                <a:moveTo>
                  <a:pt x="3638255" y="3796648"/>
                </a:moveTo>
                <a:cubicBezTo>
                  <a:pt x="3637757" y="3796648"/>
                  <a:pt x="3637341" y="3796399"/>
                  <a:pt x="3637092" y="3795984"/>
                </a:cubicBezTo>
                <a:lnTo>
                  <a:pt x="3627455" y="3779285"/>
                </a:lnTo>
                <a:cubicBezTo>
                  <a:pt x="3627206" y="3778869"/>
                  <a:pt x="3627206" y="3778371"/>
                  <a:pt x="3627455" y="3777956"/>
                </a:cubicBezTo>
                <a:lnTo>
                  <a:pt x="3637092" y="3761257"/>
                </a:lnTo>
                <a:cubicBezTo>
                  <a:pt x="3637341" y="3760841"/>
                  <a:pt x="3637757" y="3760592"/>
                  <a:pt x="3638255" y="3760592"/>
                </a:cubicBezTo>
                <a:lnTo>
                  <a:pt x="3657613" y="3760592"/>
                </a:lnTo>
                <a:cubicBezTo>
                  <a:pt x="3658111" y="3760592"/>
                  <a:pt x="3658526" y="3760841"/>
                  <a:pt x="3658776" y="3761257"/>
                </a:cubicBezTo>
                <a:lnTo>
                  <a:pt x="3668413" y="3777956"/>
                </a:lnTo>
                <a:cubicBezTo>
                  <a:pt x="3668662" y="3778371"/>
                  <a:pt x="3668662" y="3778869"/>
                  <a:pt x="3668413" y="3779285"/>
                </a:cubicBezTo>
                <a:lnTo>
                  <a:pt x="3658776" y="3795984"/>
                </a:lnTo>
                <a:cubicBezTo>
                  <a:pt x="3658526" y="3796399"/>
                  <a:pt x="3658111" y="3796648"/>
                  <a:pt x="3657613" y="3796648"/>
                </a:cubicBezTo>
                <a:close/>
                <a:moveTo>
                  <a:pt x="3517831" y="3764473"/>
                </a:moveTo>
                <a:cubicBezTo>
                  <a:pt x="3517333" y="3764473"/>
                  <a:pt x="3516919" y="3764224"/>
                  <a:pt x="3516668" y="3763808"/>
                </a:cubicBezTo>
                <a:lnTo>
                  <a:pt x="3506949" y="3746943"/>
                </a:lnTo>
                <a:cubicBezTo>
                  <a:pt x="3506699" y="3746445"/>
                  <a:pt x="3506700" y="3745946"/>
                  <a:pt x="3506949" y="3745531"/>
                </a:cubicBezTo>
                <a:lnTo>
                  <a:pt x="3516669" y="3728666"/>
                </a:lnTo>
                <a:cubicBezTo>
                  <a:pt x="3516918" y="3728250"/>
                  <a:pt x="3517334" y="3728001"/>
                  <a:pt x="3517831" y="3728001"/>
                </a:cubicBezTo>
                <a:lnTo>
                  <a:pt x="3537272" y="3728001"/>
                </a:lnTo>
                <a:cubicBezTo>
                  <a:pt x="3537770" y="3728001"/>
                  <a:pt x="3538187" y="3728250"/>
                  <a:pt x="3538435" y="3728666"/>
                </a:cubicBezTo>
                <a:lnTo>
                  <a:pt x="3548156" y="3745531"/>
                </a:lnTo>
                <a:cubicBezTo>
                  <a:pt x="3548405" y="3746029"/>
                  <a:pt x="3548406" y="3746528"/>
                  <a:pt x="3548156" y="3746943"/>
                </a:cubicBezTo>
                <a:lnTo>
                  <a:pt x="3538435" y="3763808"/>
                </a:lnTo>
                <a:cubicBezTo>
                  <a:pt x="3538186" y="3764224"/>
                  <a:pt x="3537771" y="3764473"/>
                  <a:pt x="3537272" y="3764473"/>
                </a:cubicBezTo>
                <a:close/>
                <a:moveTo>
                  <a:pt x="3578018" y="3780600"/>
                </a:moveTo>
                <a:cubicBezTo>
                  <a:pt x="3577520" y="3780600"/>
                  <a:pt x="3577106" y="3780351"/>
                  <a:pt x="3576855" y="3779935"/>
                </a:cubicBezTo>
                <a:lnTo>
                  <a:pt x="3567135" y="3763070"/>
                </a:lnTo>
                <a:cubicBezTo>
                  <a:pt x="3566886" y="3762572"/>
                  <a:pt x="3566886" y="3762073"/>
                  <a:pt x="3567135" y="3761658"/>
                </a:cubicBezTo>
                <a:lnTo>
                  <a:pt x="3576856" y="3744793"/>
                </a:lnTo>
                <a:cubicBezTo>
                  <a:pt x="3577105" y="3744377"/>
                  <a:pt x="3577520" y="3744128"/>
                  <a:pt x="3578018" y="3744128"/>
                </a:cubicBezTo>
                <a:lnTo>
                  <a:pt x="3597459" y="3744128"/>
                </a:lnTo>
                <a:cubicBezTo>
                  <a:pt x="3597957" y="3744128"/>
                  <a:pt x="3598373" y="3744377"/>
                  <a:pt x="3598622" y="3744793"/>
                </a:cubicBezTo>
                <a:lnTo>
                  <a:pt x="3608342" y="3761658"/>
                </a:lnTo>
                <a:cubicBezTo>
                  <a:pt x="3608592" y="3762156"/>
                  <a:pt x="3608592" y="3762655"/>
                  <a:pt x="3608343" y="3763070"/>
                </a:cubicBezTo>
                <a:lnTo>
                  <a:pt x="3598622" y="3779935"/>
                </a:lnTo>
                <a:cubicBezTo>
                  <a:pt x="3598373" y="3780351"/>
                  <a:pt x="3597958" y="3780600"/>
                  <a:pt x="3597459" y="3780600"/>
                </a:cubicBezTo>
                <a:close/>
                <a:moveTo>
                  <a:pt x="989927" y="3087228"/>
                </a:moveTo>
                <a:cubicBezTo>
                  <a:pt x="989429" y="3087228"/>
                  <a:pt x="989014" y="3086979"/>
                  <a:pt x="988764" y="3086563"/>
                </a:cubicBezTo>
                <a:lnTo>
                  <a:pt x="979044" y="3069615"/>
                </a:lnTo>
                <a:cubicBezTo>
                  <a:pt x="978796" y="3069200"/>
                  <a:pt x="978795" y="3068618"/>
                  <a:pt x="979045" y="3068203"/>
                </a:cubicBezTo>
                <a:lnTo>
                  <a:pt x="988848" y="3051255"/>
                </a:lnTo>
                <a:cubicBezTo>
                  <a:pt x="989096" y="3050839"/>
                  <a:pt x="989512" y="3050590"/>
                  <a:pt x="990011" y="3050590"/>
                </a:cubicBezTo>
                <a:lnTo>
                  <a:pt x="1009535" y="3050590"/>
                </a:lnTo>
                <a:cubicBezTo>
                  <a:pt x="1010033" y="3050590"/>
                  <a:pt x="1010448" y="3050839"/>
                  <a:pt x="1010698" y="3051255"/>
                </a:cubicBezTo>
                <a:lnTo>
                  <a:pt x="1020417" y="3068203"/>
                </a:lnTo>
                <a:cubicBezTo>
                  <a:pt x="1020667" y="3068618"/>
                  <a:pt x="1020667" y="3069200"/>
                  <a:pt x="1020417" y="3069615"/>
                </a:cubicBezTo>
                <a:lnTo>
                  <a:pt x="1010614" y="3086563"/>
                </a:lnTo>
                <a:cubicBezTo>
                  <a:pt x="1010365" y="3086979"/>
                  <a:pt x="1009949" y="3087228"/>
                  <a:pt x="1009451" y="3087228"/>
                </a:cubicBezTo>
                <a:close/>
                <a:moveTo>
                  <a:pt x="3758392" y="3829298"/>
                </a:moveTo>
                <a:cubicBezTo>
                  <a:pt x="3757976" y="3829298"/>
                  <a:pt x="3757478" y="3829049"/>
                  <a:pt x="3757228" y="3828634"/>
                </a:cubicBezTo>
                <a:lnTo>
                  <a:pt x="3747342" y="3811519"/>
                </a:lnTo>
                <a:cubicBezTo>
                  <a:pt x="3747093" y="3811104"/>
                  <a:pt x="3747093" y="3810522"/>
                  <a:pt x="3747342" y="3810107"/>
                </a:cubicBezTo>
                <a:lnTo>
                  <a:pt x="3757228" y="3792993"/>
                </a:lnTo>
                <a:cubicBezTo>
                  <a:pt x="3757478" y="3792577"/>
                  <a:pt x="3757893" y="3792328"/>
                  <a:pt x="3758392" y="3792328"/>
                </a:cubicBezTo>
                <a:lnTo>
                  <a:pt x="3778081" y="3792328"/>
                </a:lnTo>
                <a:cubicBezTo>
                  <a:pt x="3778497" y="3792328"/>
                  <a:pt x="3778995" y="3792577"/>
                  <a:pt x="3779244" y="3792993"/>
                </a:cubicBezTo>
                <a:lnTo>
                  <a:pt x="3789131" y="3810107"/>
                </a:lnTo>
                <a:cubicBezTo>
                  <a:pt x="3789380" y="3810522"/>
                  <a:pt x="3789380" y="3811104"/>
                  <a:pt x="3789131" y="3811519"/>
                </a:cubicBezTo>
                <a:lnTo>
                  <a:pt x="3779244" y="3828634"/>
                </a:lnTo>
                <a:cubicBezTo>
                  <a:pt x="3778995" y="3829049"/>
                  <a:pt x="3778580" y="3829298"/>
                  <a:pt x="3778081" y="3829298"/>
                </a:cubicBezTo>
                <a:close/>
                <a:moveTo>
                  <a:pt x="3878765" y="3861552"/>
                </a:moveTo>
                <a:cubicBezTo>
                  <a:pt x="3878349" y="3861552"/>
                  <a:pt x="3877851" y="3861303"/>
                  <a:pt x="3877601" y="3860887"/>
                </a:cubicBezTo>
                <a:lnTo>
                  <a:pt x="3867715" y="3843773"/>
                </a:lnTo>
                <a:cubicBezTo>
                  <a:pt x="3867465" y="3843357"/>
                  <a:pt x="3867466" y="3842776"/>
                  <a:pt x="3867715" y="3842360"/>
                </a:cubicBezTo>
                <a:lnTo>
                  <a:pt x="3877601" y="3825247"/>
                </a:lnTo>
                <a:cubicBezTo>
                  <a:pt x="3877850" y="3824831"/>
                  <a:pt x="3878266" y="3824581"/>
                  <a:pt x="3878765" y="3824582"/>
                </a:cubicBezTo>
                <a:lnTo>
                  <a:pt x="3898454" y="3824582"/>
                </a:lnTo>
                <a:cubicBezTo>
                  <a:pt x="3898870" y="3824581"/>
                  <a:pt x="3899368" y="3824831"/>
                  <a:pt x="3899617" y="3825247"/>
                </a:cubicBezTo>
                <a:lnTo>
                  <a:pt x="3909504" y="3842361"/>
                </a:lnTo>
                <a:cubicBezTo>
                  <a:pt x="3909752" y="3842776"/>
                  <a:pt x="3909753" y="3843358"/>
                  <a:pt x="3909503" y="3843773"/>
                </a:cubicBezTo>
                <a:lnTo>
                  <a:pt x="3899617" y="3860888"/>
                </a:lnTo>
                <a:cubicBezTo>
                  <a:pt x="3899367" y="3861303"/>
                  <a:pt x="3898953" y="3861552"/>
                  <a:pt x="3898454" y="3861552"/>
                </a:cubicBezTo>
                <a:close/>
                <a:moveTo>
                  <a:pt x="1772242" y="3297216"/>
                </a:moveTo>
                <a:cubicBezTo>
                  <a:pt x="1771744" y="3297216"/>
                  <a:pt x="1771246" y="3296967"/>
                  <a:pt x="1770997" y="3296552"/>
                </a:cubicBezTo>
                <a:lnTo>
                  <a:pt x="1761110" y="3279354"/>
                </a:lnTo>
                <a:cubicBezTo>
                  <a:pt x="1760861" y="3278939"/>
                  <a:pt x="1760861" y="3278357"/>
                  <a:pt x="1761110" y="3277942"/>
                </a:cubicBezTo>
                <a:lnTo>
                  <a:pt x="1770997" y="3260745"/>
                </a:lnTo>
                <a:cubicBezTo>
                  <a:pt x="1771246" y="3260329"/>
                  <a:pt x="1771744" y="3260080"/>
                  <a:pt x="1772242" y="3260080"/>
                </a:cubicBezTo>
                <a:lnTo>
                  <a:pt x="1792098" y="3260080"/>
                </a:lnTo>
                <a:cubicBezTo>
                  <a:pt x="1792597" y="3260080"/>
                  <a:pt x="1793095" y="3260329"/>
                  <a:pt x="1793345" y="3260745"/>
                </a:cubicBezTo>
                <a:lnTo>
                  <a:pt x="1803231" y="3277942"/>
                </a:lnTo>
                <a:cubicBezTo>
                  <a:pt x="1803480" y="3278357"/>
                  <a:pt x="1803480" y="3278939"/>
                  <a:pt x="1803231" y="3279354"/>
                </a:cubicBezTo>
                <a:lnTo>
                  <a:pt x="1793345" y="3296552"/>
                </a:lnTo>
                <a:cubicBezTo>
                  <a:pt x="1793095" y="3296967"/>
                  <a:pt x="1792597" y="3297216"/>
                  <a:pt x="1792098" y="3297216"/>
                </a:cubicBezTo>
                <a:close/>
                <a:moveTo>
                  <a:pt x="1049927" y="3103766"/>
                </a:moveTo>
                <a:cubicBezTo>
                  <a:pt x="1049428" y="3103766"/>
                  <a:pt x="1048930" y="3103517"/>
                  <a:pt x="1048681" y="3103102"/>
                </a:cubicBezTo>
                <a:lnTo>
                  <a:pt x="1038711" y="3085821"/>
                </a:lnTo>
                <a:cubicBezTo>
                  <a:pt x="1038462" y="3085406"/>
                  <a:pt x="1038462" y="3084824"/>
                  <a:pt x="1038711" y="3084409"/>
                </a:cubicBezTo>
                <a:lnTo>
                  <a:pt x="1048681" y="3067129"/>
                </a:lnTo>
                <a:cubicBezTo>
                  <a:pt x="1048930" y="3066713"/>
                  <a:pt x="1049428" y="3066464"/>
                  <a:pt x="1049927" y="3066464"/>
                </a:cubicBezTo>
                <a:lnTo>
                  <a:pt x="1069866" y="3066464"/>
                </a:lnTo>
                <a:cubicBezTo>
                  <a:pt x="1070364" y="3066464"/>
                  <a:pt x="1070863" y="3066713"/>
                  <a:pt x="1071112" y="3067129"/>
                </a:cubicBezTo>
                <a:lnTo>
                  <a:pt x="1081081" y="3084409"/>
                </a:lnTo>
                <a:cubicBezTo>
                  <a:pt x="1081331" y="3084824"/>
                  <a:pt x="1081331" y="3085406"/>
                  <a:pt x="1081081" y="3085821"/>
                </a:cubicBezTo>
                <a:lnTo>
                  <a:pt x="1071112" y="3103102"/>
                </a:lnTo>
                <a:cubicBezTo>
                  <a:pt x="1070863" y="3103517"/>
                  <a:pt x="1070364" y="3103766"/>
                  <a:pt x="1069866" y="3103766"/>
                </a:cubicBezTo>
                <a:close/>
                <a:moveTo>
                  <a:pt x="4239797" y="3958489"/>
                </a:moveTo>
                <a:cubicBezTo>
                  <a:pt x="4239298" y="3958489"/>
                  <a:pt x="4238800" y="3958240"/>
                  <a:pt x="4238549" y="3957825"/>
                </a:cubicBezTo>
                <a:lnTo>
                  <a:pt x="4228580" y="3940544"/>
                </a:lnTo>
                <a:cubicBezTo>
                  <a:pt x="4228331" y="3940129"/>
                  <a:pt x="4228331" y="3939547"/>
                  <a:pt x="4228580" y="3939132"/>
                </a:cubicBezTo>
                <a:lnTo>
                  <a:pt x="4238549" y="3921852"/>
                </a:lnTo>
                <a:cubicBezTo>
                  <a:pt x="4238800" y="3921436"/>
                  <a:pt x="4239298" y="3921187"/>
                  <a:pt x="4239797" y="3921187"/>
                </a:cubicBezTo>
                <a:lnTo>
                  <a:pt x="4259735" y="3921187"/>
                </a:lnTo>
                <a:cubicBezTo>
                  <a:pt x="4260233" y="3921187"/>
                  <a:pt x="4260732" y="3921436"/>
                  <a:pt x="4260981" y="3921852"/>
                </a:cubicBezTo>
                <a:lnTo>
                  <a:pt x="4270951" y="3939132"/>
                </a:lnTo>
                <a:cubicBezTo>
                  <a:pt x="4271201" y="3939547"/>
                  <a:pt x="4271201" y="3940129"/>
                  <a:pt x="4270951" y="3940544"/>
                </a:cubicBezTo>
                <a:lnTo>
                  <a:pt x="4260981" y="3957825"/>
                </a:lnTo>
                <a:cubicBezTo>
                  <a:pt x="4260732" y="3958240"/>
                  <a:pt x="4260233" y="3958489"/>
                  <a:pt x="4259735" y="3958489"/>
                </a:cubicBezTo>
                <a:close/>
                <a:moveTo>
                  <a:pt x="3938805" y="3878025"/>
                </a:moveTo>
                <a:cubicBezTo>
                  <a:pt x="3938306" y="3878025"/>
                  <a:pt x="3937808" y="3877693"/>
                  <a:pt x="3937559" y="3877277"/>
                </a:cubicBezTo>
                <a:lnTo>
                  <a:pt x="3927506" y="3859831"/>
                </a:lnTo>
                <a:cubicBezTo>
                  <a:pt x="3927257" y="3859415"/>
                  <a:pt x="3927257" y="3858834"/>
                  <a:pt x="3927506" y="3858418"/>
                </a:cubicBezTo>
                <a:lnTo>
                  <a:pt x="3937559" y="3840972"/>
                </a:lnTo>
                <a:cubicBezTo>
                  <a:pt x="3937808" y="3840473"/>
                  <a:pt x="3938306" y="3840224"/>
                  <a:pt x="3938805" y="3840224"/>
                </a:cubicBezTo>
                <a:lnTo>
                  <a:pt x="3958910" y="3840224"/>
                </a:lnTo>
                <a:cubicBezTo>
                  <a:pt x="3959408" y="3840224"/>
                  <a:pt x="3959906" y="3840556"/>
                  <a:pt x="3960156" y="3840972"/>
                </a:cubicBezTo>
                <a:lnTo>
                  <a:pt x="3970208" y="3858418"/>
                </a:lnTo>
                <a:cubicBezTo>
                  <a:pt x="3970458" y="3858834"/>
                  <a:pt x="3970458" y="3859415"/>
                  <a:pt x="3970209" y="3859831"/>
                </a:cubicBezTo>
                <a:lnTo>
                  <a:pt x="3960156" y="3877277"/>
                </a:lnTo>
                <a:cubicBezTo>
                  <a:pt x="3959907" y="3877776"/>
                  <a:pt x="3959408" y="3878025"/>
                  <a:pt x="3958910" y="3878025"/>
                </a:cubicBezTo>
                <a:close/>
                <a:moveTo>
                  <a:pt x="1110050" y="3120063"/>
                </a:moveTo>
                <a:cubicBezTo>
                  <a:pt x="1109552" y="3120063"/>
                  <a:pt x="1109053" y="3119731"/>
                  <a:pt x="1108804" y="3119315"/>
                </a:cubicBezTo>
                <a:lnTo>
                  <a:pt x="1098752" y="3101869"/>
                </a:lnTo>
                <a:cubicBezTo>
                  <a:pt x="1098503" y="3101453"/>
                  <a:pt x="1098503" y="3100872"/>
                  <a:pt x="1098752" y="3100456"/>
                </a:cubicBezTo>
                <a:lnTo>
                  <a:pt x="1108804" y="3083010"/>
                </a:lnTo>
                <a:cubicBezTo>
                  <a:pt x="1109053" y="3082511"/>
                  <a:pt x="1109552" y="3082262"/>
                  <a:pt x="1110050" y="3082262"/>
                </a:cubicBezTo>
                <a:lnTo>
                  <a:pt x="1130156" y="3082262"/>
                </a:lnTo>
                <a:cubicBezTo>
                  <a:pt x="1130654" y="3082262"/>
                  <a:pt x="1131153" y="3082594"/>
                  <a:pt x="1131402" y="3083010"/>
                </a:cubicBezTo>
                <a:lnTo>
                  <a:pt x="1141455" y="3100456"/>
                </a:lnTo>
                <a:cubicBezTo>
                  <a:pt x="1141704" y="3100872"/>
                  <a:pt x="1141704" y="3101453"/>
                  <a:pt x="1141455" y="3101869"/>
                </a:cubicBezTo>
                <a:lnTo>
                  <a:pt x="1131402" y="3119315"/>
                </a:lnTo>
                <a:cubicBezTo>
                  <a:pt x="1131153" y="3119814"/>
                  <a:pt x="1130654" y="3120063"/>
                  <a:pt x="1130156" y="3120063"/>
                </a:cubicBezTo>
                <a:close/>
                <a:moveTo>
                  <a:pt x="2494146" y="3491310"/>
                </a:moveTo>
                <a:cubicBezTo>
                  <a:pt x="2493647" y="3491310"/>
                  <a:pt x="2493149" y="3490978"/>
                  <a:pt x="2492900" y="3490563"/>
                </a:cubicBezTo>
                <a:lnTo>
                  <a:pt x="2482681" y="3472867"/>
                </a:lnTo>
                <a:cubicBezTo>
                  <a:pt x="2482432" y="3472451"/>
                  <a:pt x="2482432" y="3471870"/>
                  <a:pt x="2482682" y="3471455"/>
                </a:cubicBezTo>
                <a:lnTo>
                  <a:pt x="2492900" y="3453759"/>
                </a:lnTo>
                <a:cubicBezTo>
                  <a:pt x="2493150" y="3453260"/>
                  <a:pt x="2493647" y="3453011"/>
                  <a:pt x="2494146" y="3453011"/>
                </a:cubicBezTo>
                <a:lnTo>
                  <a:pt x="2514583" y="3453011"/>
                </a:lnTo>
                <a:cubicBezTo>
                  <a:pt x="2515082" y="3453010"/>
                  <a:pt x="2515580" y="3453343"/>
                  <a:pt x="2515830" y="3453759"/>
                </a:cubicBezTo>
                <a:lnTo>
                  <a:pt x="2526048" y="3471455"/>
                </a:lnTo>
                <a:cubicBezTo>
                  <a:pt x="2526298" y="3471870"/>
                  <a:pt x="2526299" y="3472451"/>
                  <a:pt x="2526048" y="3472867"/>
                </a:cubicBezTo>
                <a:lnTo>
                  <a:pt x="2515830" y="3490563"/>
                </a:lnTo>
                <a:cubicBezTo>
                  <a:pt x="2515580" y="3491061"/>
                  <a:pt x="2515082" y="3491309"/>
                  <a:pt x="2514583" y="3491310"/>
                </a:cubicBezTo>
                <a:close/>
                <a:moveTo>
                  <a:pt x="4299652" y="3975188"/>
                </a:moveTo>
                <a:cubicBezTo>
                  <a:pt x="4299153" y="3975188"/>
                  <a:pt x="4298655" y="3974855"/>
                  <a:pt x="4298406" y="3974440"/>
                </a:cubicBezTo>
                <a:lnTo>
                  <a:pt x="4288104" y="3956661"/>
                </a:lnTo>
                <a:cubicBezTo>
                  <a:pt x="4287855" y="3956246"/>
                  <a:pt x="4287855" y="3955664"/>
                  <a:pt x="4288104" y="3955249"/>
                </a:cubicBezTo>
                <a:lnTo>
                  <a:pt x="4298406" y="3937470"/>
                </a:lnTo>
                <a:cubicBezTo>
                  <a:pt x="4298655" y="3936971"/>
                  <a:pt x="4299153" y="3936722"/>
                  <a:pt x="4299652" y="3936722"/>
                </a:cubicBezTo>
                <a:lnTo>
                  <a:pt x="4320171" y="3936722"/>
                </a:lnTo>
                <a:cubicBezTo>
                  <a:pt x="4320670" y="3936722"/>
                  <a:pt x="4321169" y="3937054"/>
                  <a:pt x="4321419" y="3937470"/>
                </a:cubicBezTo>
                <a:lnTo>
                  <a:pt x="4331720" y="3955249"/>
                </a:lnTo>
                <a:cubicBezTo>
                  <a:pt x="4331969" y="3955664"/>
                  <a:pt x="4331970" y="3956246"/>
                  <a:pt x="4331720" y="3956661"/>
                </a:cubicBezTo>
                <a:lnTo>
                  <a:pt x="4321419" y="3974441"/>
                </a:lnTo>
                <a:cubicBezTo>
                  <a:pt x="4321168" y="3974938"/>
                  <a:pt x="4320671" y="3975188"/>
                  <a:pt x="4320172" y="3975189"/>
                </a:cubicBezTo>
                <a:close/>
                <a:moveTo>
                  <a:pt x="4480210" y="4023569"/>
                </a:moveTo>
                <a:cubicBezTo>
                  <a:pt x="4479711" y="4023569"/>
                  <a:pt x="4479213" y="4023236"/>
                  <a:pt x="4478964" y="4022821"/>
                </a:cubicBezTo>
                <a:lnTo>
                  <a:pt x="4468662" y="4005042"/>
                </a:lnTo>
                <a:cubicBezTo>
                  <a:pt x="4468413" y="4004627"/>
                  <a:pt x="4468413" y="4004045"/>
                  <a:pt x="4468662" y="4003630"/>
                </a:cubicBezTo>
                <a:lnTo>
                  <a:pt x="4478964" y="3985851"/>
                </a:lnTo>
                <a:cubicBezTo>
                  <a:pt x="4479213" y="3985352"/>
                  <a:pt x="4479711" y="3985103"/>
                  <a:pt x="4480210" y="3985103"/>
                </a:cubicBezTo>
                <a:lnTo>
                  <a:pt x="4500730" y="3985103"/>
                </a:lnTo>
                <a:cubicBezTo>
                  <a:pt x="4501229" y="3985103"/>
                  <a:pt x="4501727" y="3985435"/>
                  <a:pt x="4501977" y="3985851"/>
                </a:cubicBezTo>
                <a:lnTo>
                  <a:pt x="4512278" y="4003630"/>
                </a:lnTo>
                <a:cubicBezTo>
                  <a:pt x="4512528" y="4004045"/>
                  <a:pt x="4512528" y="4004627"/>
                  <a:pt x="4512278" y="4005042"/>
                </a:cubicBezTo>
                <a:lnTo>
                  <a:pt x="4501977" y="4022821"/>
                </a:lnTo>
                <a:cubicBezTo>
                  <a:pt x="4501727" y="4023319"/>
                  <a:pt x="4501229" y="4023569"/>
                  <a:pt x="4500730" y="4023569"/>
                </a:cubicBezTo>
                <a:close/>
                <a:moveTo>
                  <a:pt x="4841328" y="4120330"/>
                </a:moveTo>
                <a:cubicBezTo>
                  <a:pt x="4840829" y="4120330"/>
                  <a:pt x="4840331" y="4119997"/>
                  <a:pt x="4840082" y="4119582"/>
                </a:cubicBezTo>
                <a:lnTo>
                  <a:pt x="4829780" y="4101803"/>
                </a:lnTo>
                <a:cubicBezTo>
                  <a:pt x="4829531" y="4101388"/>
                  <a:pt x="4829531" y="4100806"/>
                  <a:pt x="4829780" y="4100391"/>
                </a:cubicBezTo>
                <a:lnTo>
                  <a:pt x="4840082" y="4082612"/>
                </a:lnTo>
                <a:cubicBezTo>
                  <a:pt x="4840331" y="4082113"/>
                  <a:pt x="4840829" y="4081864"/>
                  <a:pt x="4841328" y="4081864"/>
                </a:cubicBezTo>
                <a:lnTo>
                  <a:pt x="4861848" y="4081864"/>
                </a:lnTo>
                <a:cubicBezTo>
                  <a:pt x="4862347" y="4081864"/>
                  <a:pt x="4862845" y="4082196"/>
                  <a:pt x="4863095" y="4082612"/>
                </a:cubicBezTo>
                <a:lnTo>
                  <a:pt x="4873396" y="4100391"/>
                </a:lnTo>
                <a:cubicBezTo>
                  <a:pt x="4873646" y="4100806"/>
                  <a:pt x="4873646" y="4101388"/>
                  <a:pt x="4873396" y="4101803"/>
                </a:cubicBezTo>
                <a:lnTo>
                  <a:pt x="4863095" y="4119582"/>
                </a:lnTo>
                <a:cubicBezTo>
                  <a:pt x="4862845" y="4120080"/>
                  <a:pt x="4862347" y="4120330"/>
                  <a:pt x="4861848" y="4120330"/>
                </a:cubicBezTo>
                <a:close/>
                <a:moveTo>
                  <a:pt x="1169976" y="3136698"/>
                </a:moveTo>
                <a:cubicBezTo>
                  <a:pt x="1169477" y="3136698"/>
                  <a:pt x="1168979" y="3136366"/>
                  <a:pt x="1168729" y="3135950"/>
                </a:cubicBezTo>
                <a:lnTo>
                  <a:pt x="1158428" y="3118088"/>
                </a:lnTo>
                <a:cubicBezTo>
                  <a:pt x="1158179" y="3117590"/>
                  <a:pt x="1158179" y="3117008"/>
                  <a:pt x="1158428" y="3116593"/>
                </a:cubicBezTo>
                <a:lnTo>
                  <a:pt x="1168729" y="3098731"/>
                </a:lnTo>
                <a:cubicBezTo>
                  <a:pt x="1168979" y="3098232"/>
                  <a:pt x="1169477" y="3097983"/>
                  <a:pt x="1169976" y="3097983"/>
                </a:cubicBezTo>
                <a:lnTo>
                  <a:pt x="1190662" y="3097983"/>
                </a:lnTo>
                <a:cubicBezTo>
                  <a:pt x="1191161" y="3097983"/>
                  <a:pt x="1191659" y="3098315"/>
                  <a:pt x="1191909" y="3098731"/>
                </a:cubicBezTo>
                <a:lnTo>
                  <a:pt x="1202211" y="3116593"/>
                </a:lnTo>
                <a:cubicBezTo>
                  <a:pt x="1202460" y="3117091"/>
                  <a:pt x="1202460" y="3117673"/>
                  <a:pt x="1202211" y="3118088"/>
                </a:cubicBezTo>
                <a:lnTo>
                  <a:pt x="1191909" y="3135950"/>
                </a:lnTo>
                <a:cubicBezTo>
                  <a:pt x="1191659" y="3136448"/>
                  <a:pt x="1191161" y="3136698"/>
                  <a:pt x="1190662" y="3136698"/>
                </a:cubicBezTo>
                <a:close/>
                <a:moveTo>
                  <a:pt x="2132955" y="3394728"/>
                </a:moveTo>
                <a:cubicBezTo>
                  <a:pt x="2132457" y="3394728"/>
                  <a:pt x="2131958" y="3394396"/>
                  <a:pt x="2131710" y="3393980"/>
                </a:cubicBezTo>
                <a:lnTo>
                  <a:pt x="2121408" y="3376118"/>
                </a:lnTo>
                <a:cubicBezTo>
                  <a:pt x="2121158" y="3375620"/>
                  <a:pt x="2121159" y="3375038"/>
                  <a:pt x="2121407" y="3374623"/>
                </a:cubicBezTo>
                <a:lnTo>
                  <a:pt x="2131710" y="3356761"/>
                </a:lnTo>
                <a:cubicBezTo>
                  <a:pt x="2131959" y="3356262"/>
                  <a:pt x="2132458" y="3356013"/>
                  <a:pt x="2132956" y="3356013"/>
                </a:cubicBezTo>
                <a:lnTo>
                  <a:pt x="2153643" y="3356013"/>
                </a:lnTo>
                <a:cubicBezTo>
                  <a:pt x="2154140" y="3356013"/>
                  <a:pt x="2154640" y="3356345"/>
                  <a:pt x="2154888" y="3356761"/>
                </a:cubicBezTo>
                <a:lnTo>
                  <a:pt x="2165190" y="3374623"/>
                </a:lnTo>
                <a:cubicBezTo>
                  <a:pt x="2165439" y="3375121"/>
                  <a:pt x="2165440" y="3375703"/>
                  <a:pt x="2165190" y="3376118"/>
                </a:cubicBezTo>
                <a:lnTo>
                  <a:pt x="2154888" y="3393980"/>
                </a:lnTo>
                <a:cubicBezTo>
                  <a:pt x="2154639" y="3394478"/>
                  <a:pt x="2154141" y="3394728"/>
                  <a:pt x="2153643" y="3394728"/>
                </a:cubicBezTo>
                <a:close/>
                <a:moveTo>
                  <a:pt x="4720964" y="4088182"/>
                </a:moveTo>
                <a:cubicBezTo>
                  <a:pt x="4720465" y="4088182"/>
                  <a:pt x="4719967" y="4087850"/>
                  <a:pt x="4719718" y="4087434"/>
                </a:cubicBezTo>
                <a:lnTo>
                  <a:pt x="4709416" y="4069572"/>
                </a:lnTo>
                <a:cubicBezTo>
                  <a:pt x="4709166" y="4069074"/>
                  <a:pt x="4709167" y="4068492"/>
                  <a:pt x="4709415" y="4068077"/>
                </a:cubicBezTo>
                <a:lnTo>
                  <a:pt x="4719718" y="4050215"/>
                </a:lnTo>
                <a:cubicBezTo>
                  <a:pt x="4719967" y="4049716"/>
                  <a:pt x="4720465" y="4049467"/>
                  <a:pt x="4720964" y="4049467"/>
                </a:cubicBezTo>
                <a:lnTo>
                  <a:pt x="4741650" y="4049467"/>
                </a:lnTo>
                <a:cubicBezTo>
                  <a:pt x="4742148" y="4049467"/>
                  <a:pt x="4742647" y="4049799"/>
                  <a:pt x="4742897" y="4050215"/>
                </a:cubicBezTo>
                <a:lnTo>
                  <a:pt x="4753199" y="4068077"/>
                </a:lnTo>
                <a:cubicBezTo>
                  <a:pt x="4753447" y="4068575"/>
                  <a:pt x="4753448" y="4069157"/>
                  <a:pt x="4753199" y="4069572"/>
                </a:cubicBezTo>
                <a:lnTo>
                  <a:pt x="4742897" y="4087434"/>
                </a:lnTo>
                <a:cubicBezTo>
                  <a:pt x="4742647" y="4087932"/>
                  <a:pt x="4742149" y="4088182"/>
                  <a:pt x="4741650" y="4088182"/>
                </a:cubicBezTo>
                <a:close/>
                <a:moveTo>
                  <a:pt x="1952315" y="3346419"/>
                </a:moveTo>
                <a:cubicBezTo>
                  <a:pt x="1951816" y="3346419"/>
                  <a:pt x="1951318" y="3346088"/>
                  <a:pt x="1951069" y="3345671"/>
                </a:cubicBezTo>
                <a:lnTo>
                  <a:pt x="1940685" y="3327726"/>
                </a:lnTo>
                <a:cubicBezTo>
                  <a:pt x="1940436" y="3327229"/>
                  <a:pt x="1940435" y="3326646"/>
                  <a:pt x="1940685" y="3326231"/>
                </a:cubicBezTo>
                <a:lnTo>
                  <a:pt x="1951069" y="3308286"/>
                </a:lnTo>
                <a:cubicBezTo>
                  <a:pt x="1951319" y="3307788"/>
                  <a:pt x="1951816" y="3307538"/>
                  <a:pt x="1952316" y="3307538"/>
                </a:cubicBezTo>
                <a:lnTo>
                  <a:pt x="1973085" y="3307538"/>
                </a:lnTo>
                <a:cubicBezTo>
                  <a:pt x="1973583" y="3307538"/>
                  <a:pt x="1974082" y="3307870"/>
                  <a:pt x="1974332" y="3308287"/>
                </a:cubicBezTo>
                <a:lnTo>
                  <a:pt x="1984716" y="3326232"/>
                </a:lnTo>
                <a:cubicBezTo>
                  <a:pt x="1984966" y="3326729"/>
                  <a:pt x="1984965" y="3327312"/>
                  <a:pt x="1984716" y="3327726"/>
                </a:cubicBezTo>
                <a:lnTo>
                  <a:pt x="1974332" y="3345671"/>
                </a:lnTo>
                <a:cubicBezTo>
                  <a:pt x="1974083" y="3346170"/>
                  <a:pt x="1973584" y="3346420"/>
                  <a:pt x="1973086" y="3346419"/>
                </a:cubicBezTo>
                <a:close/>
                <a:moveTo>
                  <a:pt x="4600509" y="4056001"/>
                </a:moveTo>
                <a:cubicBezTo>
                  <a:pt x="4600010" y="4056001"/>
                  <a:pt x="4599512" y="4055669"/>
                  <a:pt x="4599263" y="4055253"/>
                </a:cubicBezTo>
                <a:lnTo>
                  <a:pt x="4588878" y="4037308"/>
                </a:lnTo>
                <a:cubicBezTo>
                  <a:pt x="4588629" y="4036810"/>
                  <a:pt x="4588629" y="4036228"/>
                  <a:pt x="4588878" y="4035813"/>
                </a:cubicBezTo>
                <a:lnTo>
                  <a:pt x="4599263" y="4017868"/>
                </a:lnTo>
                <a:cubicBezTo>
                  <a:pt x="4599512" y="4017369"/>
                  <a:pt x="4600010" y="4017120"/>
                  <a:pt x="4600509" y="4017120"/>
                </a:cubicBezTo>
                <a:lnTo>
                  <a:pt x="4621279" y="4017120"/>
                </a:lnTo>
                <a:cubicBezTo>
                  <a:pt x="4621777" y="4017120"/>
                  <a:pt x="4622276" y="4017452"/>
                  <a:pt x="4622525" y="4017868"/>
                </a:cubicBezTo>
                <a:lnTo>
                  <a:pt x="4632910" y="4035813"/>
                </a:lnTo>
                <a:cubicBezTo>
                  <a:pt x="4633159" y="4036311"/>
                  <a:pt x="4633159" y="4036893"/>
                  <a:pt x="4632910" y="4037308"/>
                </a:cubicBezTo>
                <a:lnTo>
                  <a:pt x="4622525" y="4055253"/>
                </a:lnTo>
                <a:cubicBezTo>
                  <a:pt x="4622276" y="4055752"/>
                  <a:pt x="4621777" y="4056001"/>
                  <a:pt x="4621279" y="4056001"/>
                </a:cubicBezTo>
                <a:close/>
                <a:moveTo>
                  <a:pt x="2253163" y="3427135"/>
                </a:moveTo>
                <a:cubicBezTo>
                  <a:pt x="2252664" y="3427136"/>
                  <a:pt x="2252166" y="3426804"/>
                  <a:pt x="2251917" y="3426389"/>
                </a:cubicBezTo>
                <a:lnTo>
                  <a:pt x="2241532" y="3408360"/>
                </a:lnTo>
                <a:cubicBezTo>
                  <a:pt x="2241283" y="3407862"/>
                  <a:pt x="2241283" y="3407280"/>
                  <a:pt x="2241532" y="3406864"/>
                </a:cubicBezTo>
                <a:lnTo>
                  <a:pt x="2252000" y="3388837"/>
                </a:lnTo>
                <a:cubicBezTo>
                  <a:pt x="2252249" y="3388338"/>
                  <a:pt x="2252748" y="3388089"/>
                  <a:pt x="2253246" y="3388089"/>
                </a:cubicBezTo>
                <a:lnTo>
                  <a:pt x="2274099" y="3388089"/>
                </a:lnTo>
                <a:cubicBezTo>
                  <a:pt x="2274598" y="3388089"/>
                  <a:pt x="2275096" y="3388420"/>
                  <a:pt x="2275345" y="3388837"/>
                </a:cubicBezTo>
                <a:lnTo>
                  <a:pt x="2285730" y="3406865"/>
                </a:lnTo>
                <a:cubicBezTo>
                  <a:pt x="2285979" y="3407363"/>
                  <a:pt x="2285979" y="3407945"/>
                  <a:pt x="2285730" y="3408360"/>
                </a:cubicBezTo>
                <a:lnTo>
                  <a:pt x="2275262" y="3426389"/>
                </a:lnTo>
                <a:cubicBezTo>
                  <a:pt x="2275013" y="3426887"/>
                  <a:pt x="2274514" y="3427136"/>
                  <a:pt x="2274016" y="3427136"/>
                </a:cubicBezTo>
                <a:close/>
                <a:moveTo>
                  <a:pt x="4660612" y="4072210"/>
                </a:moveTo>
                <a:cubicBezTo>
                  <a:pt x="4660113" y="4072210"/>
                  <a:pt x="4659615" y="4071878"/>
                  <a:pt x="4659366" y="4071463"/>
                </a:cubicBezTo>
                <a:lnTo>
                  <a:pt x="4648981" y="4053434"/>
                </a:lnTo>
                <a:cubicBezTo>
                  <a:pt x="4648732" y="4052936"/>
                  <a:pt x="4648732" y="4052354"/>
                  <a:pt x="4648981" y="4051939"/>
                </a:cubicBezTo>
                <a:lnTo>
                  <a:pt x="4659449" y="4033911"/>
                </a:lnTo>
                <a:cubicBezTo>
                  <a:pt x="4659698" y="4033412"/>
                  <a:pt x="4660197" y="4033163"/>
                  <a:pt x="4660695" y="4033163"/>
                </a:cubicBezTo>
                <a:lnTo>
                  <a:pt x="4681548" y="4033163"/>
                </a:lnTo>
                <a:cubicBezTo>
                  <a:pt x="4682047" y="4033163"/>
                  <a:pt x="4682545" y="4033495"/>
                  <a:pt x="4682794" y="4033911"/>
                </a:cubicBezTo>
                <a:lnTo>
                  <a:pt x="4693179" y="4051939"/>
                </a:lnTo>
                <a:cubicBezTo>
                  <a:pt x="4693428" y="4052437"/>
                  <a:pt x="4693428" y="4053019"/>
                  <a:pt x="4693179" y="4053434"/>
                </a:cubicBezTo>
                <a:lnTo>
                  <a:pt x="4682711" y="4071463"/>
                </a:lnTo>
                <a:cubicBezTo>
                  <a:pt x="4682462" y="4071961"/>
                  <a:pt x="4681963" y="4072210"/>
                  <a:pt x="4681465" y="4072210"/>
                </a:cubicBezTo>
                <a:close/>
                <a:moveTo>
                  <a:pt x="4780985" y="4104463"/>
                </a:moveTo>
                <a:cubicBezTo>
                  <a:pt x="4780486" y="4104464"/>
                  <a:pt x="4779988" y="4104132"/>
                  <a:pt x="4779739" y="4103716"/>
                </a:cubicBezTo>
                <a:lnTo>
                  <a:pt x="4769354" y="4085688"/>
                </a:lnTo>
                <a:cubicBezTo>
                  <a:pt x="4769105" y="4085189"/>
                  <a:pt x="4769105" y="4084608"/>
                  <a:pt x="4769354" y="4084192"/>
                </a:cubicBezTo>
                <a:lnTo>
                  <a:pt x="4779822" y="4066164"/>
                </a:lnTo>
                <a:cubicBezTo>
                  <a:pt x="4780071" y="4065666"/>
                  <a:pt x="4780570" y="4065417"/>
                  <a:pt x="4781068" y="4065416"/>
                </a:cubicBezTo>
                <a:lnTo>
                  <a:pt x="4801921" y="4065417"/>
                </a:lnTo>
                <a:cubicBezTo>
                  <a:pt x="4802420" y="4065416"/>
                  <a:pt x="4802918" y="4065748"/>
                  <a:pt x="4803167" y="4066165"/>
                </a:cubicBezTo>
                <a:lnTo>
                  <a:pt x="4813552" y="4084192"/>
                </a:lnTo>
                <a:cubicBezTo>
                  <a:pt x="4813801" y="4084691"/>
                  <a:pt x="4813801" y="4085272"/>
                  <a:pt x="4813552" y="4085688"/>
                </a:cubicBezTo>
                <a:lnTo>
                  <a:pt x="4803084" y="4103717"/>
                </a:lnTo>
                <a:cubicBezTo>
                  <a:pt x="4802835" y="4104214"/>
                  <a:pt x="4802336" y="4104463"/>
                  <a:pt x="4801838" y="4104464"/>
                </a:cubicBezTo>
                <a:close/>
                <a:moveTo>
                  <a:pt x="1290183" y="3169189"/>
                </a:moveTo>
                <a:cubicBezTo>
                  <a:pt x="1289685" y="3169189"/>
                  <a:pt x="1289186" y="3168857"/>
                  <a:pt x="1288937" y="3168441"/>
                </a:cubicBezTo>
                <a:lnTo>
                  <a:pt x="1278469" y="3150330"/>
                </a:lnTo>
                <a:cubicBezTo>
                  <a:pt x="1278220" y="3149832"/>
                  <a:pt x="1278220" y="3149250"/>
                  <a:pt x="1278469" y="3148835"/>
                </a:cubicBezTo>
                <a:lnTo>
                  <a:pt x="1288937" y="3130724"/>
                </a:lnTo>
                <a:cubicBezTo>
                  <a:pt x="1289186" y="3130225"/>
                  <a:pt x="1289685" y="3129976"/>
                  <a:pt x="1290183" y="3129976"/>
                </a:cubicBezTo>
                <a:lnTo>
                  <a:pt x="1311119" y="3129976"/>
                </a:lnTo>
                <a:cubicBezTo>
                  <a:pt x="1311618" y="3129976"/>
                  <a:pt x="1312116" y="3130308"/>
                  <a:pt x="1312365" y="3130724"/>
                </a:cubicBezTo>
                <a:lnTo>
                  <a:pt x="1322833" y="3148835"/>
                </a:lnTo>
                <a:cubicBezTo>
                  <a:pt x="1323083" y="3149333"/>
                  <a:pt x="1323083" y="3149915"/>
                  <a:pt x="1322833" y="3150330"/>
                </a:cubicBezTo>
                <a:lnTo>
                  <a:pt x="1312365" y="3168441"/>
                </a:lnTo>
                <a:cubicBezTo>
                  <a:pt x="1312116" y="3168940"/>
                  <a:pt x="1311618" y="3169189"/>
                  <a:pt x="1311119" y="3169189"/>
                </a:cubicBezTo>
                <a:close/>
                <a:moveTo>
                  <a:pt x="1350369" y="3185316"/>
                </a:moveTo>
                <a:cubicBezTo>
                  <a:pt x="1349871" y="3185316"/>
                  <a:pt x="1349372" y="3184984"/>
                  <a:pt x="1349123" y="3184568"/>
                </a:cubicBezTo>
                <a:lnTo>
                  <a:pt x="1338655" y="3166457"/>
                </a:lnTo>
                <a:cubicBezTo>
                  <a:pt x="1338406" y="3165959"/>
                  <a:pt x="1338406" y="3165377"/>
                  <a:pt x="1338655" y="3164962"/>
                </a:cubicBezTo>
                <a:lnTo>
                  <a:pt x="1349123" y="3146851"/>
                </a:lnTo>
                <a:cubicBezTo>
                  <a:pt x="1349372" y="3146352"/>
                  <a:pt x="1349871" y="3146103"/>
                  <a:pt x="1350369" y="3146103"/>
                </a:cubicBezTo>
                <a:lnTo>
                  <a:pt x="1371305" y="3146103"/>
                </a:lnTo>
                <a:cubicBezTo>
                  <a:pt x="1371804" y="3146103"/>
                  <a:pt x="1372302" y="3146435"/>
                  <a:pt x="1372551" y="3146851"/>
                </a:cubicBezTo>
                <a:lnTo>
                  <a:pt x="1383019" y="3164962"/>
                </a:lnTo>
                <a:cubicBezTo>
                  <a:pt x="1383269" y="3165460"/>
                  <a:pt x="1383269" y="3166042"/>
                  <a:pt x="1383019" y="3166457"/>
                </a:cubicBezTo>
                <a:lnTo>
                  <a:pt x="1372551" y="3184568"/>
                </a:lnTo>
                <a:cubicBezTo>
                  <a:pt x="1372302" y="3185067"/>
                  <a:pt x="1371804" y="3185316"/>
                  <a:pt x="1371305" y="3185316"/>
                </a:cubicBezTo>
                <a:close/>
                <a:moveTo>
                  <a:pt x="1831859" y="3314330"/>
                </a:moveTo>
                <a:cubicBezTo>
                  <a:pt x="1831361" y="3314331"/>
                  <a:pt x="1830862" y="3313999"/>
                  <a:pt x="1830613" y="3313583"/>
                </a:cubicBezTo>
                <a:lnTo>
                  <a:pt x="1820145" y="3295472"/>
                </a:lnTo>
                <a:cubicBezTo>
                  <a:pt x="1819896" y="3294974"/>
                  <a:pt x="1819896" y="3294392"/>
                  <a:pt x="1820145" y="3293976"/>
                </a:cubicBezTo>
                <a:lnTo>
                  <a:pt x="1830613" y="3275866"/>
                </a:lnTo>
                <a:cubicBezTo>
                  <a:pt x="1830862" y="3275367"/>
                  <a:pt x="1831361" y="3275117"/>
                  <a:pt x="1831859" y="3275118"/>
                </a:cubicBezTo>
                <a:lnTo>
                  <a:pt x="1852795" y="3275118"/>
                </a:lnTo>
                <a:cubicBezTo>
                  <a:pt x="1853294" y="3275118"/>
                  <a:pt x="1853792" y="3275450"/>
                  <a:pt x="1854041" y="3275866"/>
                </a:cubicBezTo>
                <a:lnTo>
                  <a:pt x="1864509" y="3293976"/>
                </a:lnTo>
                <a:cubicBezTo>
                  <a:pt x="1864759" y="3294475"/>
                  <a:pt x="1864759" y="3295056"/>
                  <a:pt x="1864509" y="3295472"/>
                </a:cubicBezTo>
                <a:lnTo>
                  <a:pt x="1854041" y="3313583"/>
                </a:lnTo>
                <a:cubicBezTo>
                  <a:pt x="1853792" y="3314082"/>
                  <a:pt x="1853294" y="3314331"/>
                  <a:pt x="1852795" y="3314330"/>
                </a:cubicBezTo>
                <a:close/>
                <a:moveTo>
                  <a:pt x="2072604" y="3378838"/>
                </a:moveTo>
                <a:cubicBezTo>
                  <a:pt x="2072106" y="3378838"/>
                  <a:pt x="2071608" y="3378506"/>
                  <a:pt x="2071358" y="3378090"/>
                </a:cubicBezTo>
                <a:lnTo>
                  <a:pt x="2060890" y="3359979"/>
                </a:lnTo>
                <a:cubicBezTo>
                  <a:pt x="2060641" y="3359481"/>
                  <a:pt x="2060641" y="3358899"/>
                  <a:pt x="2060890" y="3358484"/>
                </a:cubicBezTo>
                <a:lnTo>
                  <a:pt x="2071358" y="3340373"/>
                </a:lnTo>
                <a:cubicBezTo>
                  <a:pt x="2071607" y="3339874"/>
                  <a:pt x="2072106" y="3339625"/>
                  <a:pt x="2072604" y="3339625"/>
                </a:cubicBezTo>
                <a:lnTo>
                  <a:pt x="2093540" y="3339625"/>
                </a:lnTo>
                <a:cubicBezTo>
                  <a:pt x="2094040" y="3339625"/>
                  <a:pt x="2094537" y="3339957"/>
                  <a:pt x="2094786" y="3340373"/>
                </a:cubicBezTo>
                <a:lnTo>
                  <a:pt x="2105254" y="3358484"/>
                </a:lnTo>
                <a:cubicBezTo>
                  <a:pt x="2105504" y="3358982"/>
                  <a:pt x="2105504" y="3359564"/>
                  <a:pt x="2105254" y="3359979"/>
                </a:cubicBezTo>
                <a:lnTo>
                  <a:pt x="2094786" y="3378090"/>
                </a:lnTo>
                <a:cubicBezTo>
                  <a:pt x="2094537" y="3378589"/>
                  <a:pt x="2094039" y="3378838"/>
                  <a:pt x="2093540" y="3378838"/>
                </a:cubicBezTo>
                <a:close/>
                <a:moveTo>
                  <a:pt x="2192977" y="3411092"/>
                </a:moveTo>
                <a:cubicBezTo>
                  <a:pt x="2192479" y="3411092"/>
                  <a:pt x="2191980" y="3410760"/>
                  <a:pt x="2191731" y="3410344"/>
                </a:cubicBezTo>
                <a:lnTo>
                  <a:pt x="2181263" y="3392233"/>
                </a:lnTo>
                <a:cubicBezTo>
                  <a:pt x="2181014" y="3391735"/>
                  <a:pt x="2181014" y="3391153"/>
                  <a:pt x="2181263" y="3390738"/>
                </a:cubicBezTo>
                <a:lnTo>
                  <a:pt x="2191731" y="3372627"/>
                </a:lnTo>
                <a:cubicBezTo>
                  <a:pt x="2191980" y="3372128"/>
                  <a:pt x="2192479" y="3371879"/>
                  <a:pt x="2192977" y="3371879"/>
                </a:cubicBezTo>
                <a:lnTo>
                  <a:pt x="2213913" y="3371879"/>
                </a:lnTo>
                <a:cubicBezTo>
                  <a:pt x="2214412" y="3371879"/>
                  <a:pt x="2214910" y="3372211"/>
                  <a:pt x="2215159" y="3372627"/>
                </a:cubicBezTo>
                <a:lnTo>
                  <a:pt x="2225627" y="3390738"/>
                </a:lnTo>
                <a:cubicBezTo>
                  <a:pt x="2225877" y="3391236"/>
                  <a:pt x="2225877" y="3391818"/>
                  <a:pt x="2225627" y="3392233"/>
                </a:cubicBezTo>
                <a:lnTo>
                  <a:pt x="2215159" y="3410344"/>
                </a:lnTo>
                <a:cubicBezTo>
                  <a:pt x="2214910" y="3410843"/>
                  <a:pt x="2214412" y="3411092"/>
                  <a:pt x="2213913" y="3411092"/>
                </a:cubicBezTo>
                <a:close/>
                <a:moveTo>
                  <a:pt x="2373535" y="3459472"/>
                </a:moveTo>
                <a:cubicBezTo>
                  <a:pt x="2373037" y="3459472"/>
                  <a:pt x="2372539" y="3459140"/>
                  <a:pt x="2372289" y="3458724"/>
                </a:cubicBezTo>
                <a:lnTo>
                  <a:pt x="2361822" y="3440614"/>
                </a:lnTo>
                <a:cubicBezTo>
                  <a:pt x="2361573" y="3440115"/>
                  <a:pt x="2361573" y="3439534"/>
                  <a:pt x="2361822" y="3439118"/>
                </a:cubicBezTo>
                <a:lnTo>
                  <a:pt x="2372289" y="3421007"/>
                </a:lnTo>
                <a:cubicBezTo>
                  <a:pt x="2372538" y="3420508"/>
                  <a:pt x="2373037" y="3420259"/>
                  <a:pt x="2373535" y="3420259"/>
                </a:cubicBezTo>
                <a:lnTo>
                  <a:pt x="2394472" y="3420259"/>
                </a:lnTo>
                <a:cubicBezTo>
                  <a:pt x="2394971" y="3420259"/>
                  <a:pt x="2395468" y="3420591"/>
                  <a:pt x="2395718" y="3421007"/>
                </a:cubicBezTo>
                <a:lnTo>
                  <a:pt x="2406185" y="3439118"/>
                </a:lnTo>
                <a:cubicBezTo>
                  <a:pt x="2406435" y="3439616"/>
                  <a:pt x="2406435" y="3440198"/>
                  <a:pt x="2406185" y="3440613"/>
                </a:cubicBezTo>
                <a:lnTo>
                  <a:pt x="2395718" y="3458724"/>
                </a:lnTo>
                <a:cubicBezTo>
                  <a:pt x="2395469" y="3459223"/>
                  <a:pt x="2394971" y="3459472"/>
                  <a:pt x="2394472" y="3459472"/>
                </a:cubicBezTo>
                <a:close/>
                <a:moveTo>
                  <a:pt x="4359681" y="3991658"/>
                </a:moveTo>
                <a:cubicBezTo>
                  <a:pt x="4359183" y="3991659"/>
                  <a:pt x="4358684" y="3991326"/>
                  <a:pt x="4358435" y="3990910"/>
                </a:cubicBezTo>
                <a:lnTo>
                  <a:pt x="4347967" y="3972800"/>
                </a:lnTo>
                <a:cubicBezTo>
                  <a:pt x="4347718" y="3972301"/>
                  <a:pt x="4347718" y="3971720"/>
                  <a:pt x="4347967" y="3971304"/>
                </a:cubicBezTo>
                <a:lnTo>
                  <a:pt x="4358435" y="3953193"/>
                </a:lnTo>
                <a:cubicBezTo>
                  <a:pt x="4358684" y="3952694"/>
                  <a:pt x="4359183" y="3952445"/>
                  <a:pt x="4359681" y="3952446"/>
                </a:cubicBezTo>
                <a:lnTo>
                  <a:pt x="4380617" y="3952445"/>
                </a:lnTo>
                <a:cubicBezTo>
                  <a:pt x="4381116" y="3952445"/>
                  <a:pt x="4381614" y="3952777"/>
                  <a:pt x="4381863" y="3953193"/>
                </a:cubicBezTo>
                <a:lnTo>
                  <a:pt x="4392331" y="3971304"/>
                </a:lnTo>
                <a:cubicBezTo>
                  <a:pt x="4392580" y="3971802"/>
                  <a:pt x="4392580" y="3972384"/>
                  <a:pt x="4392331" y="3972799"/>
                </a:cubicBezTo>
                <a:lnTo>
                  <a:pt x="4381863" y="3990910"/>
                </a:lnTo>
                <a:cubicBezTo>
                  <a:pt x="4381614" y="3991409"/>
                  <a:pt x="4381116" y="3991659"/>
                  <a:pt x="4380617" y="3991658"/>
                </a:cubicBezTo>
                <a:close/>
                <a:moveTo>
                  <a:pt x="4540239" y="4040039"/>
                </a:moveTo>
                <a:cubicBezTo>
                  <a:pt x="4539741" y="4040039"/>
                  <a:pt x="4539243" y="4039707"/>
                  <a:pt x="4538993" y="4039291"/>
                </a:cubicBezTo>
                <a:lnTo>
                  <a:pt x="4528526" y="4021180"/>
                </a:lnTo>
                <a:cubicBezTo>
                  <a:pt x="4528277" y="4020682"/>
                  <a:pt x="4528277" y="4020100"/>
                  <a:pt x="4528526" y="4019685"/>
                </a:cubicBezTo>
                <a:lnTo>
                  <a:pt x="4538993" y="4001574"/>
                </a:lnTo>
                <a:cubicBezTo>
                  <a:pt x="4539242" y="4001075"/>
                  <a:pt x="4539741" y="4000826"/>
                  <a:pt x="4540239" y="4000826"/>
                </a:cubicBezTo>
                <a:lnTo>
                  <a:pt x="4561176" y="4000826"/>
                </a:lnTo>
                <a:cubicBezTo>
                  <a:pt x="4561675" y="4000826"/>
                  <a:pt x="4562172" y="4001158"/>
                  <a:pt x="4562422" y="4001574"/>
                </a:cubicBezTo>
                <a:lnTo>
                  <a:pt x="4572889" y="4019685"/>
                </a:lnTo>
                <a:cubicBezTo>
                  <a:pt x="4573138" y="4020183"/>
                  <a:pt x="4573138" y="4020765"/>
                  <a:pt x="4572889" y="4021180"/>
                </a:cubicBezTo>
                <a:lnTo>
                  <a:pt x="4562422" y="4039291"/>
                </a:lnTo>
                <a:cubicBezTo>
                  <a:pt x="4562173" y="4039790"/>
                  <a:pt x="4561675" y="4040039"/>
                  <a:pt x="4561176" y="4040039"/>
                </a:cubicBezTo>
                <a:close/>
                <a:moveTo>
                  <a:pt x="1891986" y="3330534"/>
                </a:moveTo>
                <a:cubicBezTo>
                  <a:pt x="1891488" y="3330534"/>
                  <a:pt x="1890988" y="3330201"/>
                  <a:pt x="1890739" y="3329786"/>
                </a:cubicBezTo>
                <a:lnTo>
                  <a:pt x="1880189" y="3311509"/>
                </a:lnTo>
                <a:cubicBezTo>
                  <a:pt x="1879939" y="3311010"/>
                  <a:pt x="1879940" y="3310428"/>
                  <a:pt x="1880188" y="3310013"/>
                </a:cubicBezTo>
                <a:lnTo>
                  <a:pt x="1890739" y="3291736"/>
                </a:lnTo>
                <a:cubicBezTo>
                  <a:pt x="1890989" y="3291237"/>
                  <a:pt x="1891487" y="3290988"/>
                  <a:pt x="1891985" y="3290988"/>
                </a:cubicBezTo>
                <a:lnTo>
                  <a:pt x="1913005" y="3290988"/>
                </a:lnTo>
                <a:cubicBezTo>
                  <a:pt x="1913504" y="3290988"/>
                  <a:pt x="1914002" y="3291320"/>
                  <a:pt x="1914251" y="3291736"/>
                </a:cubicBezTo>
                <a:lnTo>
                  <a:pt x="1924803" y="3310013"/>
                </a:lnTo>
                <a:cubicBezTo>
                  <a:pt x="1925051" y="3310512"/>
                  <a:pt x="1925052" y="3311093"/>
                  <a:pt x="1924802" y="3311509"/>
                </a:cubicBezTo>
                <a:lnTo>
                  <a:pt x="1914250" y="3329786"/>
                </a:lnTo>
                <a:cubicBezTo>
                  <a:pt x="1914002" y="3330284"/>
                  <a:pt x="1913503" y="3330534"/>
                  <a:pt x="1913004" y="3330534"/>
                </a:cubicBezTo>
                <a:close/>
                <a:moveTo>
                  <a:pt x="2313289" y="3443421"/>
                </a:moveTo>
                <a:cubicBezTo>
                  <a:pt x="2312791" y="3443422"/>
                  <a:pt x="2312291" y="3443088"/>
                  <a:pt x="2312042" y="3442673"/>
                </a:cubicBezTo>
                <a:lnTo>
                  <a:pt x="2301492" y="3424396"/>
                </a:lnTo>
                <a:cubicBezTo>
                  <a:pt x="2301242" y="3423897"/>
                  <a:pt x="2301243" y="3423315"/>
                  <a:pt x="2301492" y="3422900"/>
                </a:cubicBezTo>
                <a:lnTo>
                  <a:pt x="2312042" y="3404623"/>
                </a:lnTo>
                <a:cubicBezTo>
                  <a:pt x="2312292" y="3404124"/>
                  <a:pt x="2312791" y="3403876"/>
                  <a:pt x="2313289" y="3403875"/>
                </a:cubicBezTo>
                <a:lnTo>
                  <a:pt x="2334308" y="3403876"/>
                </a:lnTo>
                <a:cubicBezTo>
                  <a:pt x="2334806" y="3403875"/>
                  <a:pt x="2335305" y="3404207"/>
                  <a:pt x="2335554" y="3404624"/>
                </a:cubicBezTo>
                <a:lnTo>
                  <a:pt x="2346105" y="3422900"/>
                </a:lnTo>
                <a:cubicBezTo>
                  <a:pt x="2346354" y="3423400"/>
                  <a:pt x="2346355" y="3423980"/>
                  <a:pt x="2346104" y="3424397"/>
                </a:cubicBezTo>
                <a:lnTo>
                  <a:pt x="2335553" y="3442674"/>
                </a:lnTo>
                <a:cubicBezTo>
                  <a:pt x="2335305" y="3443172"/>
                  <a:pt x="2334805" y="3443421"/>
                  <a:pt x="2334307" y="3443421"/>
                </a:cubicBezTo>
                <a:close/>
                <a:moveTo>
                  <a:pt x="2433661" y="3475675"/>
                </a:moveTo>
                <a:cubicBezTo>
                  <a:pt x="2433163" y="3475675"/>
                  <a:pt x="2432664" y="3475342"/>
                  <a:pt x="2432415" y="3474927"/>
                </a:cubicBezTo>
                <a:lnTo>
                  <a:pt x="2421865" y="3456650"/>
                </a:lnTo>
                <a:cubicBezTo>
                  <a:pt x="2421615" y="3456151"/>
                  <a:pt x="2421615" y="3455569"/>
                  <a:pt x="2421864" y="3455154"/>
                </a:cubicBezTo>
                <a:lnTo>
                  <a:pt x="2432415" y="3436877"/>
                </a:lnTo>
                <a:cubicBezTo>
                  <a:pt x="2432664" y="3436378"/>
                  <a:pt x="2433163" y="3436129"/>
                  <a:pt x="2433661" y="3436129"/>
                </a:cubicBezTo>
                <a:lnTo>
                  <a:pt x="2454680" y="3436129"/>
                </a:lnTo>
                <a:cubicBezTo>
                  <a:pt x="2455178" y="3436129"/>
                  <a:pt x="2455677" y="3436461"/>
                  <a:pt x="2455926" y="3436877"/>
                </a:cubicBezTo>
                <a:lnTo>
                  <a:pt x="2466477" y="3455154"/>
                </a:lnTo>
                <a:cubicBezTo>
                  <a:pt x="2466727" y="3455653"/>
                  <a:pt x="2466727" y="3456234"/>
                  <a:pt x="2466477" y="3456650"/>
                </a:cubicBezTo>
                <a:lnTo>
                  <a:pt x="2455926" y="3474927"/>
                </a:lnTo>
                <a:cubicBezTo>
                  <a:pt x="2455677" y="3475425"/>
                  <a:pt x="2455178" y="3475675"/>
                  <a:pt x="2454680" y="3475675"/>
                </a:cubicBezTo>
                <a:close/>
                <a:moveTo>
                  <a:pt x="2012334" y="3362971"/>
                </a:moveTo>
                <a:cubicBezTo>
                  <a:pt x="2011753" y="3362971"/>
                  <a:pt x="2011254" y="3362722"/>
                  <a:pt x="2011005" y="3362223"/>
                </a:cubicBezTo>
                <a:lnTo>
                  <a:pt x="2000454" y="3343863"/>
                </a:lnTo>
                <a:cubicBezTo>
                  <a:pt x="2000205" y="3343364"/>
                  <a:pt x="2000205" y="3342866"/>
                  <a:pt x="2000454" y="3342367"/>
                </a:cubicBezTo>
                <a:lnTo>
                  <a:pt x="2011005" y="3324007"/>
                </a:lnTo>
                <a:cubicBezTo>
                  <a:pt x="2011337" y="3323508"/>
                  <a:pt x="2011836" y="3323259"/>
                  <a:pt x="2012334" y="3323259"/>
                </a:cubicBezTo>
                <a:lnTo>
                  <a:pt x="2033519" y="3323259"/>
                </a:lnTo>
                <a:cubicBezTo>
                  <a:pt x="2034101" y="3323259"/>
                  <a:pt x="2034599" y="3323508"/>
                  <a:pt x="2034849" y="3324007"/>
                </a:cubicBezTo>
                <a:lnTo>
                  <a:pt x="2045400" y="3342367"/>
                </a:lnTo>
                <a:cubicBezTo>
                  <a:pt x="2045649" y="3342866"/>
                  <a:pt x="2045649" y="3343364"/>
                  <a:pt x="2045400" y="3343863"/>
                </a:cubicBezTo>
                <a:lnTo>
                  <a:pt x="2034849" y="3362223"/>
                </a:lnTo>
                <a:cubicBezTo>
                  <a:pt x="2034516" y="3362722"/>
                  <a:pt x="2034018" y="3362971"/>
                  <a:pt x="2033519" y="3362971"/>
                </a:cubicBezTo>
                <a:close/>
                <a:moveTo>
                  <a:pt x="1590948" y="3250156"/>
                </a:moveTo>
                <a:cubicBezTo>
                  <a:pt x="1590368" y="3250156"/>
                  <a:pt x="1589868" y="3249907"/>
                  <a:pt x="1589620" y="3249408"/>
                </a:cubicBezTo>
                <a:lnTo>
                  <a:pt x="1578985" y="3230965"/>
                </a:lnTo>
                <a:cubicBezTo>
                  <a:pt x="1578736" y="3230549"/>
                  <a:pt x="1578736" y="3229968"/>
                  <a:pt x="1578985" y="3229469"/>
                </a:cubicBezTo>
                <a:lnTo>
                  <a:pt x="1589620" y="3211026"/>
                </a:lnTo>
                <a:cubicBezTo>
                  <a:pt x="1589952" y="3210527"/>
                  <a:pt x="1590451" y="3210278"/>
                  <a:pt x="1590948" y="3210278"/>
                </a:cubicBezTo>
                <a:lnTo>
                  <a:pt x="1612217" y="3210278"/>
                </a:lnTo>
                <a:cubicBezTo>
                  <a:pt x="1612799" y="3210278"/>
                  <a:pt x="1613297" y="3210527"/>
                  <a:pt x="1613546" y="3211026"/>
                </a:cubicBezTo>
                <a:lnTo>
                  <a:pt x="1624180" y="3229469"/>
                </a:lnTo>
                <a:cubicBezTo>
                  <a:pt x="1624429" y="3229885"/>
                  <a:pt x="1624429" y="3230466"/>
                  <a:pt x="1624180" y="3230965"/>
                </a:cubicBezTo>
                <a:lnTo>
                  <a:pt x="1613546" y="3249408"/>
                </a:lnTo>
                <a:cubicBezTo>
                  <a:pt x="1613214" y="3249907"/>
                  <a:pt x="1612715" y="3250156"/>
                  <a:pt x="1612218" y="3250156"/>
                </a:cubicBezTo>
                <a:close/>
                <a:moveTo>
                  <a:pt x="4419702" y="4008118"/>
                </a:moveTo>
                <a:cubicBezTo>
                  <a:pt x="4419121" y="4008119"/>
                  <a:pt x="4418622" y="4007869"/>
                  <a:pt x="4418373" y="4007370"/>
                </a:cubicBezTo>
                <a:lnTo>
                  <a:pt x="4407739" y="3988927"/>
                </a:lnTo>
                <a:cubicBezTo>
                  <a:pt x="4407490" y="3988512"/>
                  <a:pt x="4407490" y="3987930"/>
                  <a:pt x="4407739" y="3987431"/>
                </a:cubicBezTo>
                <a:lnTo>
                  <a:pt x="4418373" y="3968989"/>
                </a:lnTo>
                <a:cubicBezTo>
                  <a:pt x="4418705" y="3968490"/>
                  <a:pt x="4419204" y="3968240"/>
                  <a:pt x="4419702" y="3968241"/>
                </a:cubicBezTo>
                <a:lnTo>
                  <a:pt x="4440971" y="3968240"/>
                </a:lnTo>
                <a:cubicBezTo>
                  <a:pt x="4441552" y="3968241"/>
                  <a:pt x="4442051" y="3968489"/>
                  <a:pt x="4442300" y="3968989"/>
                </a:cubicBezTo>
                <a:lnTo>
                  <a:pt x="4452934" y="3987432"/>
                </a:lnTo>
                <a:cubicBezTo>
                  <a:pt x="4453183" y="3987847"/>
                  <a:pt x="4453183" y="3988428"/>
                  <a:pt x="4452934" y="3988927"/>
                </a:cubicBezTo>
                <a:lnTo>
                  <a:pt x="4442300" y="4007370"/>
                </a:lnTo>
                <a:cubicBezTo>
                  <a:pt x="4441967" y="4007869"/>
                  <a:pt x="4441469" y="4008119"/>
                  <a:pt x="4440971" y="4008118"/>
                </a:cubicBezTo>
                <a:close/>
                <a:moveTo>
                  <a:pt x="1229748" y="3153562"/>
                </a:moveTo>
                <a:cubicBezTo>
                  <a:pt x="1229166" y="3153562"/>
                  <a:pt x="1228668" y="3153312"/>
                  <a:pt x="1228418" y="3152814"/>
                </a:cubicBezTo>
                <a:lnTo>
                  <a:pt x="1217701" y="3134204"/>
                </a:lnTo>
                <a:cubicBezTo>
                  <a:pt x="1217452" y="3133789"/>
                  <a:pt x="1217452" y="3133207"/>
                  <a:pt x="1217701" y="3132709"/>
                </a:cubicBezTo>
                <a:lnTo>
                  <a:pt x="1228418" y="3114099"/>
                </a:lnTo>
                <a:cubicBezTo>
                  <a:pt x="1228751" y="3113683"/>
                  <a:pt x="1229249" y="3113351"/>
                  <a:pt x="1229748" y="3113351"/>
                </a:cubicBezTo>
                <a:lnTo>
                  <a:pt x="1251182" y="3113351"/>
                </a:lnTo>
                <a:cubicBezTo>
                  <a:pt x="1251763" y="3113351"/>
                  <a:pt x="1252262" y="3113600"/>
                  <a:pt x="1252511" y="3114099"/>
                </a:cubicBezTo>
                <a:lnTo>
                  <a:pt x="1263228" y="3132709"/>
                </a:lnTo>
                <a:cubicBezTo>
                  <a:pt x="1263478" y="3133124"/>
                  <a:pt x="1263478" y="3133705"/>
                  <a:pt x="1263228" y="3134204"/>
                </a:cubicBezTo>
                <a:lnTo>
                  <a:pt x="1252511" y="3152814"/>
                </a:lnTo>
                <a:cubicBezTo>
                  <a:pt x="1252179" y="3153229"/>
                  <a:pt x="1251680" y="3153562"/>
                  <a:pt x="1251182" y="3153562"/>
                </a:cubicBezTo>
                <a:close/>
                <a:moveTo>
                  <a:pt x="1410223" y="3202024"/>
                </a:moveTo>
                <a:cubicBezTo>
                  <a:pt x="1409642" y="3202024"/>
                  <a:pt x="1409143" y="3201775"/>
                  <a:pt x="1408894" y="3201277"/>
                </a:cubicBezTo>
                <a:lnTo>
                  <a:pt x="1398094" y="3182584"/>
                </a:lnTo>
                <a:cubicBezTo>
                  <a:pt x="1397845" y="3182169"/>
                  <a:pt x="1397845" y="3181587"/>
                  <a:pt x="1398094" y="3181087"/>
                </a:cubicBezTo>
                <a:lnTo>
                  <a:pt x="1408894" y="3162396"/>
                </a:lnTo>
                <a:cubicBezTo>
                  <a:pt x="1409143" y="3161980"/>
                  <a:pt x="1409725" y="3161648"/>
                  <a:pt x="1410223" y="3161648"/>
                </a:cubicBezTo>
                <a:lnTo>
                  <a:pt x="1431824" y="3161648"/>
                </a:lnTo>
                <a:cubicBezTo>
                  <a:pt x="1432405" y="3161648"/>
                  <a:pt x="1432904" y="3161897"/>
                  <a:pt x="1433153" y="3162396"/>
                </a:cubicBezTo>
                <a:lnTo>
                  <a:pt x="1443954" y="3181088"/>
                </a:lnTo>
                <a:cubicBezTo>
                  <a:pt x="1444203" y="3181504"/>
                  <a:pt x="1444203" y="3182085"/>
                  <a:pt x="1443954" y="3182584"/>
                </a:cubicBezTo>
                <a:lnTo>
                  <a:pt x="1433153" y="3201277"/>
                </a:lnTo>
                <a:cubicBezTo>
                  <a:pt x="1432904" y="3201692"/>
                  <a:pt x="1432322" y="3202024"/>
                  <a:pt x="1431824" y="3202024"/>
                </a:cubicBezTo>
                <a:close/>
                <a:moveTo>
                  <a:pt x="1470408" y="3218246"/>
                </a:moveTo>
                <a:cubicBezTo>
                  <a:pt x="1469827" y="3218246"/>
                  <a:pt x="1469328" y="3217996"/>
                  <a:pt x="1469079" y="3217498"/>
                </a:cubicBezTo>
                <a:lnTo>
                  <a:pt x="1458279" y="3198722"/>
                </a:lnTo>
                <a:cubicBezTo>
                  <a:pt x="1458030" y="3198307"/>
                  <a:pt x="1458030" y="3197725"/>
                  <a:pt x="1458279" y="3197227"/>
                </a:cubicBezTo>
                <a:lnTo>
                  <a:pt x="1469079" y="3178451"/>
                </a:lnTo>
                <a:cubicBezTo>
                  <a:pt x="1469328" y="3178035"/>
                  <a:pt x="1469910" y="3177703"/>
                  <a:pt x="1470408" y="3177703"/>
                </a:cubicBezTo>
                <a:lnTo>
                  <a:pt x="1492092" y="3177703"/>
                </a:lnTo>
                <a:cubicBezTo>
                  <a:pt x="1492674" y="3177703"/>
                  <a:pt x="1493172" y="3177952"/>
                  <a:pt x="1493422" y="3178452"/>
                </a:cubicBezTo>
                <a:lnTo>
                  <a:pt x="1504222" y="3197227"/>
                </a:lnTo>
                <a:cubicBezTo>
                  <a:pt x="1504471" y="3197642"/>
                  <a:pt x="1504471" y="3198224"/>
                  <a:pt x="1504222" y="3198722"/>
                </a:cubicBezTo>
                <a:lnTo>
                  <a:pt x="1493422" y="3217498"/>
                </a:lnTo>
                <a:cubicBezTo>
                  <a:pt x="1493172" y="3217913"/>
                  <a:pt x="1492590" y="3218246"/>
                  <a:pt x="1492092" y="3218247"/>
                </a:cubicBezTo>
                <a:close/>
                <a:moveTo>
                  <a:pt x="1530524" y="3234447"/>
                </a:moveTo>
                <a:cubicBezTo>
                  <a:pt x="1529942" y="3234447"/>
                  <a:pt x="1529444" y="3234198"/>
                  <a:pt x="1529195" y="3233699"/>
                </a:cubicBezTo>
                <a:lnTo>
                  <a:pt x="1518311" y="3214840"/>
                </a:lnTo>
                <a:cubicBezTo>
                  <a:pt x="1518062" y="3214342"/>
                  <a:pt x="1518062" y="3213760"/>
                  <a:pt x="1518311" y="3213262"/>
                </a:cubicBezTo>
                <a:lnTo>
                  <a:pt x="1529195" y="3194403"/>
                </a:lnTo>
                <a:cubicBezTo>
                  <a:pt x="1529444" y="3193987"/>
                  <a:pt x="1529942" y="3193655"/>
                  <a:pt x="1530524" y="3193655"/>
                </a:cubicBezTo>
                <a:lnTo>
                  <a:pt x="1552290" y="3193655"/>
                </a:lnTo>
                <a:cubicBezTo>
                  <a:pt x="1552872" y="3193655"/>
                  <a:pt x="1553370" y="3193904"/>
                  <a:pt x="1553619" y="3194403"/>
                </a:cubicBezTo>
                <a:lnTo>
                  <a:pt x="1564503" y="3213262"/>
                </a:lnTo>
                <a:cubicBezTo>
                  <a:pt x="1564752" y="3213760"/>
                  <a:pt x="1564752" y="3214342"/>
                  <a:pt x="1564503" y="3214840"/>
                </a:cubicBezTo>
                <a:lnTo>
                  <a:pt x="1553619" y="3233699"/>
                </a:lnTo>
                <a:cubicBezTo>
                  <a:pt x="1553370" y="3234115"/>
                  <a:pt x="1552872" y="3234447"/>
                  <a:pt x="1552290" y="3234447"/>
                </a:cubicBezTo>
                <a:close/>
                <a:moveTo>
                  <a:pt x="4228905" y="4004921"/>
                </a:moveTo>
                <a:cubicBezTo>
                  <a:pt x="4228573" y="4004921"/>
                  <a:pt x="4228073" y="4004422"/>
                  <a:pt x="4228073" y="4004422"/>
                </a:cubicBezTo>
                <a:lnTo>
                  <a:pt x="4221179" y="3992459"/>
                </a:lnTo>
                <a:cubicBezTo>
                  <a:pt x="4221013" y="3992126"/>
                  <a:pt x="4221179" y="3991462"/>
                  <a:pt x="4221179" y="3991462"/>
                </a:cubicBezTo>
                <a:lnTo>
                  <a:pt x="4228074" y="3979498"/>
                </a:lnTo>
                <a:cubicBezTo>
                  <a:pt x="4228241" y="3979166"/>
                  <a:pt x="4228904" y="3979000"/>
                  <a:pt x="4228904" y="3979000"/>
                </a:cubicBezTo>
                <a:lnTo>
                  <a:pt x="4242695" y="3979000"/>
                </a:lnTo>
                <a:cubicBezTo>
                  <a:pt x="4243029" y="3979000"/>
                  <a:pt x="4243527" y="3979498"/>
                  <a:pt x="4243527" y="3979498"/>
                </a:cubicBezTo>
                <a:lnTo>
                  <a:pt x="4250423" y="3991462"/>
                </a:lnTo>
                <a:cubicBezTo>
                  <a:pt x="4250588" y="3991794"/>
                  <a:pt x="4250423" y="3992459"/>
                  <a:pt x="4250423" y="3992459"/>
                </a:cubicBezTo>
                <a:lnTo>
                  <a:pt x="4243526" y="4004422"/>
                </a:lnTo>
                <a:cubicBezTo>
                  <a:pt x="4243361" y="4004755"/>
                  <a:pt x="4242695" y="4004921"/>
                  <a:pt x="4242695" y="4004921"/>
                </a:cubicBezTo>
                <a:close/>
                <a:moveTo>
                  <a:pt x="4890787" y="4182482"/>
                </a:moveTo>
                <a:cubicBezTo>
                  <a:pt x="4890455" y="4182482"/>
                  <a:pt x="4889956" y="4181983"/>
                  <a:pt x="4889956" y="4181983"/>
                </a:cubicBezTo>
                <a:lnTo>
                  <a:pt x="4882978" y="4169854"/>
                </a:lnTo>
                <a:cubicBezTo>
                  <a:pt x="4882812" y="4169521"/>
                  <a:pt x="4882978" y="4168857"/>
                  <a:pt x="4882978" y="4168857"/>
                </a:cubicBezTo>
                <a:lnTo>
                  <a:pt x="4890040" y="4156727"/>
                </a:lnTo>
                <a:cubicBezTo>
                  <a:pt x="4890206" y="4156395"/>
                  <a:pt x="4890870" y="4156229"/>
                  <a:pt x="4890870" y="4156229"/>
                </a:cubicBezTo>
                <a:lnTo>
                  <a:pt x="4904911" y="4156229"/>
                </a:lnTo>
                <a:cubicBezTo>
                  <a:pt x="4905243" y="4156229"/>
                  <a:pt x="4905741" y="4156727"/>
                  <a:pt x="4905741" y="4156727"/>
                </a:cubicBezTo>
                <a:lnTo>
                  <a:pt x="4912720" y="4168857"/>
                </a:lnTo>
                <a:cubicBezTo>
                  <a:pt x="4912886" y="4169189"/>
                  <a:pt x="4912720" y="4169854"/>
                  <a:pt x="4912720" y="4169854"/>
                </a:cubicBezTo>
                <a:lnTo>
                  <a:pt x="4905658" y="4181983"/>
                </a:lnTo>
                <a:cubicBezTo>
                  <a:pt x="4905492" y="4182316"/>
                  <a:pt x="4904828" y="4182482"/>
                  <a:pt x="4904828" y="4182482"/>
                </a:cubicBezTo>
                <a:close/>
                <a:moveTo>
                  <a:pt x="2963854" y="3668326"/>
                </a:moveTo>
                <a:cubicBezTo>
                  <a:pt x="2963438" y="3668326"/>
                  <a:pt x="2962856" y="3667744"/>
                  <a:pt x="2962856" y="3667744"/>
                </a:cubicBezTo>
                <a:lnTo>
                  <a:pt x="2954798" y="3653787"/>
                </a:lnTo>
                <a:cubicBezTo>
                  <a:pt x="2954631" y="3653372"/>
                  <a:pt x="2954798" y="3652624"/>
                  <a:pt x="2954798" y="3652624"/>
                </a:cubicBezTo>
                <a:lnTo>
                  <a:pt x="2962857" y="3638667"/>
                </a:lnTo>
                <a:cubicBezTo>
                  <a:pt x="2963105" y="3638334"/>
                  <a:pt x="2963854" y="3638085"/>
                  <a:pt x="2963854" y="3638085"/>
                </a:cubicBezTo>
                <a:lnTo>
                  <a:pt x="2979888" y="3638085"/>
                </a:lnTo>
                <a:cubicBezTo>
                  <a:pt x="2980303" y="3638085"/>
                  <a:pt x="2980884" y="3638667"/>
                  <a:pt x="2980884" y="3638667"/>
                </a:cubicBezTo>
                <a:lnTo>
                  <a:pt x="2988943" y="3652624"/>
                </a:lnTo>
                <a:cubicBezTo>
                  <a:pt x="2989108" y="3653039"/>
                  <a:pt x="2988943" y="3653787"/>
                  <a:pt x="2988943" y="3653787"/>
                </a:cubicBezTo>
                <a:lnTo>
                  <a:pt x="2980885" y="3667744"/>
                </a:lnTo>
                <a:cubicBezTo>
                  <a:pt x="2980635" y="3668076"/>
                  <a:pt x="2979888" y="3668326"/>
                  <a:pt x="2979888" y="3668326"/>
                </a:cubicBezTo>
                <a:close/>
                <a:moveTo>
                  <a:pt x="1760128" y="3345789"/>
                </a:moveTo>
                <a:cubicBezTo>
                  <a:pt x="1759713" y="3345789"/>
                  <a:pt x="1759131" y="3345207"/>
                  <a:pt x="1759131" y="3345207"/>
                </a:cubicBezTo>
                <a:lnTo>
                  <a:pt x="1751073" y="3331250"/>
                </a:lnTo>
                <a:cubicBezTo>
                  <a:pt x="1750907" y="3330835"/>
                  <a:pt x="1751073" y="3330087"/>
                  <a:pt x="1751073" y="3330087"/>
                </a:cubicBezTo>
                <a:lnTo>
                  <a:pt x="1759131" y="3316130"/>
                </a:lnTo>
                <a:cubicBezTo>
                  <a:pt x="1759381" y="3315797"/>
                  <a:pt x="1760128" y="3315548"/>
                  <a:pt x="1760128" y="3315548"/>
                </a:cubicBezTo>
                <a:lnTo>
                  <a:pt x="1776162" y="3315548"/>
                </a:lnTo>
                <a:cubicBezTo>
                  <a:pt x="1776578" y="3315548"/>
                  <a:pt x="1777160" y="3316130"/>
                  <a:pt x="1777160" y="3316130"/>
                </a:cubicBezTo>
                <a:lnTo>
                  <a:pt x="1785218" y="3330087"/>
                </a:lnTo>
                <a:cubicBezTo>
                  <a:pt x="1785385" y="3330502"/>
                  <a:pt x="1785218" y="3331250"/>
                  <a:pt x="1785218" y="3331250"/>
                </a:cubicBezTo>
                <a:lnTo>
                  <a:pt x="1777160" y="3345207"/>
                </a:lnTo>
                <a:cubicBezTo>
                  <a:pt x="1776911" y="3345539"/>
                  <a:pt x="1776162" y="3345789"/>
                  <a:pt x="1776162" y="3345789"/>
                </a:cubicBezTo>
                <a:close/>
                <a:moveTo>
                  <a:pt x="3023581" y="3685371"/>
                </a:moveTo>
                <a:cubicBezTo>
                  <a:pt x="3023165" y="3685371"/>
                  <a:pt x="3022584" y="3684790"/>
                  <a:pt x="3022584" y="3684790"/>
                </a:cubicBezTo>
                <a:lnTo>
                  <a:pt x="3014110" y="3670085"/>
                </a:lnTo>
                <a:cubicBezTo>
                  <a:pt x="3013861" y="3669752"/>
                  <a:pt x="3014110" y="3668922"/>
                  <a:pt x="3014110" y="3668922"/>
                </a:cubicBezTo>
                <a:lnTo>
                  <a:pt x="3022584" y="3654217"/>
                </a:lnTo>
                <a:cubicBezTo>
                  <a:pt x="3022750" y="3653884"/>
                  <a:pt x="3023165" y="3653635"/>
                  <a:pt x="3023581" y="3653635"/>
                </a:cubicBezTo>
                <a:lnTo>
                  <a:pt x="3040529" y="3653635"/>
                </a:lnTo>
                <a:cubicBezTo>
                  <a:pt x="3040944" y="3653635"/>
                  <a:pt x="3041526" y="3654217"/>
                  <a:pt x="3041526" y="3654217"/>
                </a:cubicBezTo>
                <a:lnTo>
                  <a:pt x="3050000" y="3668922"/>
                </a:lnTo>
                <a:cubicBezTo>
                  <a:pt x="3050249" y="3669254"/>
                  <a:pt x="3050000" y="3670085"/>
                  <a:pt x="3050000" y="3670085"/>
                </a:cubicBezTo>
                <a:lnTo>
                  <a:pt x="3041526" y="3684790"/>
                </a:lnTo>
                <a:cubicBezTo>
                  <a:pt x="3041360" y="3685122"/>
                  <a:pt x="3040944" y="3685371"/>
                  <a:pt x="3040529" y="3685371"/>
                </a:cubicBezTo>
                <a:close/>
                <a:moveTo>
                  <a:pt x="3083611" y="3701749"/>
                </a:moveTo>
                <a:cubicBezTo>
                  <a:pt x="3083196" y="3701749"/>
                  <a:pt x="3082531" y="3701167"/>
                  <a:pt x="3082531" y="3701167"/>
                </a:cubicBezTo>
                <a:lnTo>
                  <a:pt x="3073891" y="3686213"/>
                </a:lnTo>
                <a:cubicBezTo>
                  <a:pt x="3073641" y="3685798"/>
                  <a:pt x="3073891" y="3684967"/>
                  <a:pt x="3073891" y="3684967"/>
                </a:cubicBezTo>
                <a:lnTo>
                  <a:pt x="3082530" y="3670013"/>
                </a:lnTo>
                <a:cubicBezTo>
                  <a:pt x="3082779" y="3669680"/>
                  <a:pt x="3083196" y="3669431"/>
                  <a:pt x="3083611" y="3669431"/>
                </a:cubicBezTo>
                <a:lnTo>
                  <a:pt x="3100891" y="3669431"/>
                </a:lnTo>
                <a:cubicBezTo>
                  <a:pt x="3101307" y="3669431"/>
                  <a:pt x="3101972" y="3670013"/>
                  <a:pt x="3101972" y="3670013"/>
                </a:cubicBezTo>
                <a:lnTo>
                  <a:pt x="3110611" y="3684967"/>
                </a:lnTo>
                <a:cubicBezTo>
                  <a:pt x="3110860" y="3685382"/>
                  <a:pt x="3110611" y="3686213"/>
                  <a:pt x="3110611" y="3686213"/>
                </a:cubicBezTo>
                <a:lnTo>
                  <a:pt x="3101972" y="3701167"/>
                </a:lnTo>
                <a:cubicBezTo>
                  <a:pt x="3101721" y="3701500"/>
                  <a:pt x="3101307" y="3701749"/>
                  <a:pt x="3100891" y="3701749"/>
                </a:cubicBezTo>
                <a:close/>
                <a:moveTo>
                  <a:pt x="3143569" y="3718295"/>
                </a:moveTo>
                <a:cubicBezTo>
                  <a:pt x="3143154" y="3718295"/>
                  <a:pt x="3142489" y="3717630"/>
                  <a:pt x="3142489" y="3717630"/>
                </a:cubicBezTo>
                <a:lnTo>
                  <a:pt x="3133683" y="3702260"/>
                </a:lnTo>
                <a:cubicBezTo>
                  <a:pt x="3133434" y="3701845"/>
                  <a:pt x="3133683" y="3701014"/>
                  <a:pt x="3133683" y="3701014"/>
                </a:cubicBezTo>
                <a:lnTo>
                  <a:pt x="3142572" y="3685645"/>
                </a:lnTo>
                <a:cubicBezTo>
                  <a:pt x="3142822" y="3685229"/>
                  <a:pt x="3143237" y="3684980"/>
                  <a:pt x="3143652" y="3684980"/>
                </a:cubicBezTo>
                <a:lnTo>
                  <a:pt x="3161348" y="3684980"/>
                </a:lnTo>
                <a:cubicBezTo>
                  <a:pt x="3161764" y="3684980"/>
                  <a:pt x="3162428" y="3685645"/>
                  <a:pt x="3162428" y="3685645"/>
                </a:cubicBezTo>
                <a:lnTo>
                  <a:pt x="3171235" y="3701014"/>
                </a:lnTo>
                <a:cubicBezTo>
                  <a:pt x="3171484" y="3701430"/>
                  <a:pt x="3171235" y="3702260"/>
                  <a:pt x="3171235" y="3702260"/>
                </a:cubicBezTo>
                <a:lnTo>
                  <a:pt x="3162345" y="3717630"/>
                </a:lnTo>
                <a:cubicBezTo>
                  <a:pt x="3162096" y="3718046"/>
                  <a:pt x="3161680" y="3718295"/>
                  <a:pt x="3161265" y="3718295"/>
                </a:cubicBezTo>
                <a:close/>
                <a:moveTo>
                  <a:pt x="3203756" y="3734505"/>
                </a:moveTo>
                <a:cubicBezTo>
                  <a:pt x="3203341" y="3734505"/>
                  <a:pt x="3202676" y="3733840"/>
                  <a:pt x="3202676" y="3733840"/>
                </a:cubicBezTo>
                <a:lnTo>
                  <a:pt x="3193786" y="3718388"/>
                </a:lnTo>
                <a:cubicBezTo>
                  <a:pt x="3193538" y="3718055"/>
                  <a:pt x="3193787" y="3717141"/>
                  <a:pt x="3193787" y="3717141"/>
                </a:cubicBezTo>
                <a:lnTo>
                  <a:pt x="3202675" y="3701689"/>
                </a:lnTo>
                <a:cubicBezTo>
                  <a:pt x="3202925" y="3701273"/>
                  <a:pt x="3203341" y="3701024"/>
                  <a:pt x="3203756" y="3701024"/>
                </a:cubicBezTo>
                <a:lnTo>
                  <a:pt x="3221535" y="3701024"/>
                </a:lnTo>
                <a:cubicBezTo>
                  <a:pt x="3221950" y="3701024"/>
                  <a:pt x="3222615" y="3701689"/>
                  <a:pt x="3222615" y="3701689"/>
                </a:cubicBezTo>
                <a:lnTo>
                  <a:pt x="3231504" y="3717141"/>
                </a:lnTo>
                <a:cubicBezTo>
                  <a:pt x="3231754" y="3717474"/>
                  <a:pt x="3231505" y="3718388"/>
                  <a:pt x="3231505" y="3718388"/>
                </a:cubicBezTo>
                <a:lnTo>
                  <a:pt x="3222614" y="3733840"/>
                </a:lnTo>
                <a:cubicBezTo>
                  <a:pt x="3222365" y="3734256"/>
                  <a:pt x="3221950" y="3734505"/>
                  <a:pt x="3221535" y="3734505"/>
                </a:cubicBezTo>
                <a:close/>
                <a:moveTo>
                  <a:pt x="3383972" y="3783465"/>
                </a:moveTo>
                <a:cubicBezTo>
                  <a:pt x="3383473" y="3783465"/>
                  <a:pt x="3382809" y="3782800"/>
                  <a:pt x="3382809" y="3782800"/>
                </a:cubicBezTo>
                <a:lnTo>
                  <a:pt x="3373586" y="3766849"/>
                </a:lnTo>
                <a:cubicBezTo>
                  <a:pt x="3373337" y="3766434"/>
                  <a:pt x="3373586" y="3765520"/>
                  <a:pt x="3373586" y="3765520"/>
                </a:cubicBezTo>
                <a:lnTo>
                  <a:pt x="3382809" y="3749569"/>
                </a:lnTo>
                <a:cubicBezTo>
                  <a:pt x="3383058" y="3749153"/>
                  <a:pt x="3383473" y="3748904"/>
                  <a:pt x="3383972" y="3748904"/>
                </a:cubicBezTo>
                <a:lnTo>
                  <a:pt x="3402415" y="3748904"/>
                </a:lnTo>
                <a:cubicBezTo>
                  <a:pt x="3402914" y="3748904"/>
                  <a:pt x="3403578" y="3749569"/>
                  <a:pt x="3403578" y="3749569"/>
                </a:cubicBezTo>
                <a:lnTo>
                  <a:pt x="3412799" y="3765520"/>
                </a:lnTo>
                <a:cubicBezTo>
                  <a:pt x="3413049" y="3765935"/>
                  <a:pt x="3412800" y="3766849"/>
                  <a:pt x="3412800" y="3766849"/>
                </a:cubicBezTo>
                <a:lnTo>
                  <a:pt x="3403577" y="3782800"/>
                </a:lnTo>
                <a:cubicBezTo>
                  <a:pt x="3403329" y="3783215"/>
                  <a:pt x="3402914" y="3783465"/>
                  <a:pt x="3402415" y="3783465"/>
                </a:cubicBezTo>
                <a:close/>
                <a:moveTo>
                  <a:pt x="3444075" y="3799757"/>
                </a:moveTo>
                <a:cubicBezTo>
                  <a:pt x="3443576" y="3799757"/>
                  <a:pt x="3442912" y="3799093"/>
                  <a:pt x="3442912" y="3799093"/>
                </a:cubicBezTo>
                <a:lnTo>
                  <a:pt x="3433606" y="3782974"/>
                </a:lnTo>
                <a:cubicBezTo>
                  <a:pt x="3433358" y="3782560"/>
                  <a:pt x="3433606" y="3781646"/>
                  <a:pt x="3433606" y="3781646"/>
                </a:cubicBezTo>
                <a:lnTo>
                  <a:pt x="3442912" y="3765529"/>
                </a:lnTo>
                <a:cubicBezTo>
                  <a:pt x="3443160" y="3765113"/>
                  <a:pt x="3443576" y="3764864"/>
                  <a:pt x="3444074" y="3764864"/>
                </a:cubicBezTo>
                <a:lnTo>
                  <a:pt x="3462684" y="3764864"/>
                </a:lnTo>
                <a:cubicBezTo>
                  <a:pt x="3463183" y="3764864"/>
                  <a:pt x="3463848" y="3765529"/>
                  <a:pt x="3463848" y="3765529"/>
                </a:cubicBezTo>
                <a:lnTo>
                  <a:pt x="3473152" y="3781646"/>
                </a:lnTo>
                <a:cubicBezTo>
                  <a:pt x="3473401" y="3782061"/>
                  <a:pt x="3473152" y="3782974"/>
                  <a:pt x="3473152" y="3782974"/>
                </a:cubicBezTo>
                <a:lnTo>
                  <a:pt x="3463848" y="3799093"/>
                </a:lnTo>
                <a:cubicBezTo>
                  <a:pt x="3463598" y="3799508"/>
                  <a:pt x="3463183" y="3799757"/>
                  <a:pt x="3462684" y="3799757"/>
                </a:cubicBezTo>
                <a:close/>
                <a:moveTo>
                  <a:pt x="3323619" y="3767669"/>
                </a:moveTo>
                <a:cubicBezTo>
                  <a:pt x="3323120" y="3767669"/>
                  <a:pt x="3322456" y="3767005"/>
                  <a:pt x="3322456" y="3767005"/>
                </a:cubicBezTo>
                <a:lnTo>
                  <a:pt x="3313068" y="3750721"/>
                </a:lnTo>
                <a:cubicBezTo>
                  <a:pt x="3312819" y="3750306"/>
                  <a:pt x="3313068" y="3749392"/>
                  <a:pt x="3313068" y="3749392"/>
                </a:cubicBezTo>
                <a:lnTo>
                  <a:pt x="3322456" y="3733109"/>
                </a:lnTo>
                <a:cubicBezTo>
                  <a:pt x="3322705" y="3732693"/>
                  <a:pt x="3323120" y="3732444"/>
                  <a:pt x="3323619" y="3732444"/>
                </a:cubicBezTo>
                <a:lnTo>
                  <a:pt x="3342395" y="3732444"/>
                </a:lnTo>
                <a:cubicBezTo>
                  <a:pt x="3342893" y="3732444"/>
                  <a:pt x="3343558" y="3733109"/>
                  <a:pt x="3343558" y="3733109"/>
                </a:cubicBezTo>
                <a:lnTo>
                  <a:pt x="3352946" y="3749392"/>
                </a:lnTo>
                <a:cubicBezTo>
                  <a:pt x="3353195" y="3749808"/>
                  <a:pt x="3352946" y="3750721"/>
                  <a:pt x="3352946" y="3750721"/>
                </a:cubicBezTo>
                <a:lnTo>
                  <a:pt x="3343558" y="3767005"/>
                </a:lnTo>
                <a:cubicBezTo>
                  <a:pt x="3343308" y="3767420"/>
                  <a:pt x="3342893" y="3767669"/>
                  <a:pt x="3342395" y="3767669"/>
                </a:cubicBezTo>
                <a:close/>
                <a:moveTo>
                  <a:pt x="3263349" y="3751627"/>
                </a:moveTo>
                <a:cubicBezTo>
                  <a:pt x="3262850" y="3751627"/>
                  <a:pt x="3262186" y="3750962"/>
                  <a:pt x="3262186" y="3750962"/>
                </a:cubicBezTo>
                <a:lnTo>
                  <a:pt x="3252715" y="3734595"/>
                </a:lnTo>
                <a:cubicBezTo>
                  <a:pt x="3252466" y="3734180"/>
                  <a:pt x="3252715" y="3733266"/>
                  <a:pt x="3252715" y="3733266"/>
                </a:cubicBezTo>
                <a:lnTo>
                  <a:pt x="3262186" y="3716900"/>
                </a:lnTo>
                <a:cubicBezTo>
                  <a:pt x="3262435" y="3716484"/>
                  <a:pt x="3262850" y="3716235"/>
                  <a:pt x="3263349" y="3716235"/>
                </a:cubicBezTo>
                <a:lnTo>
                  <a:pt x="3282291" y="3716235"/>
                </a:lnTo>
                <a:cubicBezTo>
                  <a:pt x="3282790" y="3716235"/>
                  <a:pt x="3283454" y="3716900"/>
                  <a:pt x="3283454" y="3716900"/>
                </a:cubicBezTo>
                <a:lnTo>
                  <a:pt x="3292925" y="3733266"/>
                </a:lnTo>
                <a:cubicBezTo>
                  <a:pt x="3293175" y="3733682"/>
                  <a:pt x="3292925" y="3734595"/>
                  <a:pt x="3292925" y="3734595"/>
                </a:cubicBezTo>
                <a:lnTo>
                  <a:pt x="3283453" y="3750962"/>
                </a:lnTo>
                <a:cubicBezTo>
                  <a:pt x="3283205" y="3751378"/>
                  <a:pt x="3282790" y="3751627"/>
                  <a:pt x="3282291" y="3751627"/>
                </a:cubicBezTo>
                <a:close/>
                <a:moveTo>
                  <a:pt x="915983" y="3122925"/>
                </a:moveTo>
                <a:cubicBezTo>
                  <a:pt x="915484" y="3122925"/>
                  <a:pt x="914820" y="3122260"/>
                  <a:pt x="914820" y="3122260"/>
                </a:cubicBezTo>
                <a:lnTo>
                  <a:pt x="905266" y="3105728"/>
                </a:lnTo>
                <a:cubicBezTo>
                  <a:pt x="905017" y="3105312"/>
                  <a:pt x="905266" y="3104398"/>
                  <a:pt x="905266" y="3104398"/>
                </a:cubicBezTo>
                <a:lnTo>
                  <a:pt x="914820" y="3087866"/>
                </a:lnTo>
                <a:cubicBezTo>
                  <a:pt x="915069" y="3087450"/>
                  <a:pt x="915484" y="3087201"/>
                  <a:pt x="915983" y="3087201"/>
                </a:cubicBezTo>
                <a:lnTo>
                  <a:pt x="935091" y="3087201"/>
                </a:lnTo>
                <a:cubicBezTo>
                  <a:pt x="935590" y="3087201"/>
                  <a:pt x="936254" y="3087866"/>
                  <a:pt x="936254" y="3087866"/>
                </a:cubicBezTo>
                <a:lnTo>
                  <a:pt x="945808" y="3104398"/>
                </a:lnTo>
                <a:cubicBezTo>
                  <a:pt x="946057" y="3104814"/>
                  <a:pt x="945808" y="3105728"/>
                  <a:pt x="945808" y="3105728"/>
                </a:cubicBezTo>
                <a:lnTo>
                  <a:pt x="936254" y="3122260"/>
                </a:lnTo>
                <a:cubicBezTo>
                  <a:pt x="936005" y="3122676"/>
                  <a:pt x="935590" y="3122925"/>
                  <a:pt x="935091" y="3122925"/>
                </a:cubicBezTo>
                <a:close/>
                <a:moveTo>
                  <a:pt x="2480743" y="3542296"/>
                </a:moveTo>
                <a:cubicBezTo>
                  <a:pt x="2480245" y="3542296"/>
                  <a:pt x="2479828" y="3542046"/>
                  <a:pt x="2479579" y="3541632"/>
                </a:cubicBezTo>
                <a:lnTo>
                  <a:pt x="2469943" y="3525015"/>
                </a:lnTo>
                <a:cubicBezTo>
                  <a:pt x="2469694" y="3524600"/>
                  <a:pt x="2469694" y="3524102"/>
                  <a:pt x="2469943" y="3523686"/>
                </a:cubicBezTo>
                <a:lnTo>
                  <a:pt x="2479579" y="3507070"/>
                </a:lnTo>
                <a:cubicBezTo>
                  <a:pt x="2479829" y="3506654"/>
                  <a:pt x="2480245" y="3506405"/>
                  <a:pt x="2480743" y="3506406"/>
                </a:cubicBezTo>
                <a:lnTo>
                  <a:pt x="2499935" y="3506406"/>
                </a:lnTo>
                <a:cubicBezTo>
                  <a:pt x="2500433" y="3506405"/>
                  <a:pt x="2500848" y="3506655"/>
                  <a:pt x="2501098" y="3507071"/>
                </a:cubicBezTo>
                <a:lnTo>
                  <a:pt x="2510734" y="3523686"/>
                </a:lnTo>
                <a:cubicBezTo>
                  <a:pt x="2510984" y="3524101"/>
                  <a:pt x="2510984" y="3524599"/>
                  <a:pt x="2510734" y="3525015"/>
                </a:cubicBezTo>
                <a:lnTo>
                  <a:pt x="2501098" y="3541632"/>
                </a:lnTo>
                <a:cubicBezTo>
                  <a:pt x="2500848" y="3542047"/>
                  <a:pt x="2500433" y="3542296"/>
                  <a:pt x="2499935" y="3542295"/>
                </a:cubicBezTo>
                <a:close/>
                <a:moveTo>
                  <a:pt x="3624281" y="3848706"/>
                </a:moveTo>
                <a:cubicBezTo>
                  <a:pt x="3623783" y="3848706"/>
                  <a:pt x="3623367" y="3848457"/>
                  <a:pt x="3623118" y="3848042"/>
                </a:cubicBezTo>
                <a:lnTo>
                  <a:pt x="3613481" y="3831426"/>
                </a:lnTo>
                <a:cubicBezTo>
                  <a:pt x="3613232" y="3831010"/>
                  <a:pt x="3613232" y="3830512"/>
                  <a:pt x="3613481" y="3830097"/>
                </a:cubicBezTo>
                <a:lnTo>
                  <a:pt x="3623118" y="3813481"/>
                </a:lnTo>
                <a:cubicBezTo>
                  <a:pt x="3623367" y="3813065"/>
                  <a:pt x="3623783" y="3812816"/>
                  <a:pt x="3624281" y="3812816"/>
                </a:cubicBezTo>
                <a:lnTo>
                  <a:pt x="3643473" y="3812816"/>
                </a:lnTo>
                <a:cubicBezTo>
                  <a:pt x="3643971" y="3812816"/>
                  <a:pt x="3644386" y="3813065"/>
                  <a:pt x="3644636" y="3813481"/>
                </a:cubicBezTo>
                <a:lnTo>
                  <a:pt x="3654273" y="3830097"/>
                </a:lnTo>
                <a:cubicBezTo>
                  <a:pt x="3654522" y="3830512"/>
                  <a:pt x="3654522" y="3831010"/>
                  <a:pt x="3654273" y="3831426"/>
                </a:cubicBezTo>
                <a:lnTo>
                  <a:pt x="3644636" y="3848042"/>
                </a:lnTo>
                <a:cubicBezTo>
                  <a:pt x="3644386" y="3848457"/>
                  <a:pt x="3643971" y="3848706"/>
                  <a:pt x="3643473" y="3848706"/>
                </a:cubicBezTo>
                <a:close/>
                <a:moveTo>
                  <a:pt x="976083" y="3139229"/>
                </a:moveTo>
                <a:cubicBezTo>
                  <a:pt x="975585" y="3139228"/>
                  <a:pt x="975169" y="3138980"/>
                  <a:pt x="974920" y="3138564"/>
                </a:cubicBezTo>
                <a:lnTo>
                  <a:pt x="965283" y="3121865"/>
                </a:lnTo>
                <a:cubicBezTo>
                  <a:pt x="965034" y="3121450"/>
                  <a:pt x="965034" y="3120952"/>
                  <a:pt x="965283" y="3120536"/>
                </a:cubicBezTo>
                <a:lnTo>
                  <a:pt x="974920" y="3103837"/>
                </a:lnTo>
                <a:cubicBezTo>
                  <a:pt x="975169" y="3103421"/>
                  <a:pt x="975585" y="3103173"/>
                  <a:pt x="976083" y="3103173"/>
                </a:cubicBezTo>
                <a:lnTo>
                  <a:pt x="995440" y="3103172"/>
                </a:lnTo>
                <a:cubicBezTo>
                  <a:pt x="995939" y="3103173"/>
                  <a:pt x="996355" y="3103422"/>
                  <a:pt x="996604" y="3103838"/>
                </a:cubicBezTo>
                <a:lnTo>
                  <a:pt x="1006241" y="3120537"/>
                </a:lnTo>
                <a:cubicBezTo>
                  <a:pt x="1006490" y="3120951"/>
                  <a:pt x="1006490" y="3121449"/>
                  <a:pt x="1006242" y="3121865"/>
                </a:cubicBezTo>
                <a:lnTo>
                  <a:pt x="996604" y="3138564"/>
                </a:lnTo>
                <a:cubicBezTo>
                  <a:pt x="996355" y="3138980"/>
                  <a:pt x="995939" y="3139228"/>
                  <a:pt x="995440" y="3139228"/>
                </a:cubicBezTo>
                <a:close/>
                <a:moveTo>
                  <a:pt x="3503906" y="3816557"/>
                </a:moveTo>
                <a:cubicBezTo>
                  <a:pt x="3503407" y="3816556"/>
                  <a:pt x="3502991" y="3816307"/>
                  <a:pt x="3502742" y="3815892"/>
                </a:cubicBezTo>
                <a:lnTo>
                  <a:pt x="3493105" y="3799193"/>
                </a:lnTo>
                <a:cubicBezTo>
                  <a:pt x="3492856" y="3798777"/>
                  <a:pt x="3492857" y="3798280"/>
                  <a:pt x="3493105" y="3797864"/>
                </a:cubicBezTo>
                <a:lnTo>
                  <a:pt x="3502742" y="3781165"/>
                </a:lnTo>
                <a:cubicBezTo>
                  <a:pt x="3502992" y="3780749"/>
                  <a:pt x="3503408" y="3780501"/>
                  <a:pt x="3503906" y="3780500"/>
                </a:cubicBezTo>
                <a:lnTo>
                  <a:pt x="3523263" y="3780500"/>
                </a:lnTo>
                <a:cubicBezTo>
                  <a:pt x="3523761" y="3780500"/>
                  <a:pt x="3524176" y="3780749"/>
                  <a:pt x="3524426" y="3781165"/>
                </a:cubicBezTo>
                <a:lnTo>
                  <a:pt x="3534064" y="3797865"/>
                </a:lnTo>
                <a:cubicBezTo>
                  <a:pt x="3534312" y="3798279"/>
                  <a:pt x="3534312" y="3798777"/>
                  <a:pt x="3534064" y="3799193"/>
                </a:cubicBezTo>
                <a:lnTo>
                  <a:pt x="3524426" y="3815892"/>
                </a:lnTo>
                <a:cubicBezTo>
                  <a:pt x="3524176" y="3816307"/>
                  <a:pt x="3523761" y="3816556"/>
                  <a:pt x="3523263" y="3816556"/>
                </a:cubicBezTo>
                <a:close/>
                <a:moveTo>
                  <a:pt x="3564092" y="3832684"/>
                </a:moveTo>
                <a:cubicBezTo>
                  <a:pt x="3563594" y="3832683"/>
                  <a:pt x="3563178" y="3832434"/>
                  <a:pt x="3562929" y="3832019"/>
                </a:cubicBezTo>
                <a:lnTo>
                  <a:pt x="3553292" y="3815320"/>
                </a:lnTo>
                <a:cubicBezTo>
                  <a:pt x="3553043" y="3814904"/>
                  <a:pt x="3553043" y="3814407"/>
                  <a:pt x="3553292" y="3813991"/>
                </a:cubicBezTo>
                <a:lnTo>
                  <a:pt x="3562929" y="3797292"/>
                </a:lnTo>
                <a:cubicBezTo>
                  <a:pt x="3563178" y="3796876"/>
                  <a:pt x="3563594" y="3796628"/>
                  <a:pt x="3564092" y="3796627"/>
                </a:cubicBezTo>
                <a:lnTo>
                  <a:pt x="3583450" y="3796627"/>
                </a:lnTo>
                <a:cubicBezTo>
                  <a:pt x="3583948" y="3796627"/>
                  <a:pt x="3584363" y="3796876"/>
                  <a:pt x="3584613" y="3797292"/>
                </a:cubicBezTo>
                <a:lnTo>
                  <a:pt x="3594250" y="3813992"/>
                </a:lnTo>
                <a:cubicBezTo>
                  <a:pt x="3594499" y="3814406"/>
                  <a:pt x="3594499" y="3814904"/>
                  <a:pt x="3594250" y="3815320"/>
                </a:cubicBezTo>
                <a:lnTo>
                  <a:pt x="3584613" y="3832019"/>
                </a:lnTo>
                <a:cubicBezTo>
                  <a:pt x="3584363" y="3832434"/>
                  <a:pt x="3583948" y="3832683"/>
                  <a:pt x="3583450" y="3832683"/>
                </a:cubicBezTo>
                <a:close/>
                <a:moveTo>
                  <a:pt x="3744651" y="3881064"/>
                </a:moveTo>
                <a:cubicBezTo>
                  <a:pt x="3744153" y="3881064"/>
                  <a:pt x="3743737" y="3880815"/>
                  <a:pt x="3743488" y="3880400"/>
                </a:cubicBezTo>
                <a:lnTo>
                  <a:pt x="3733851" y="3863701"/>
                </a:lnTo>
                <a:cubicBezTo>
                  <a:pt x="3733602" y="3863285"/>
                  <a:pt x="3733602" y="3862787"/>
                  <a:pt x="3733851" y="3862372"/>
                </a:cubicBezTo>
                <a:lnTo>
                  <a:pt x="3743488" y="3845673"/>
                </a:lnTo>
                <a:cubicBezTo>
                  <a:pt x="3743737" y="3845257"/>
                  <a:pt x="3744153" y="3845008"/>
                  <a:pt x="3744651" y="3845008"/>
                </a:cubicBezTo>
                <a:lnTo>
                  <a:pt x="3764009" y="3845008"/>
                </a:lnTo>
                <a:cubicBezTo>
                  <a:pt x="3764507" y="3845008"/>
                  <a:pt x="3764922" y="3845257"/>
                  <a:pt x="3765172" y="3845673"/>
                </a:cubicBezTo>
                <a:lnTo>
                  <a:pt x="3774809" y="3862372"/>
                </a:lnTo>
                <a:cubicBezTo>
                  <a:pt x="3775058" y="3862787"/>
                  <a:pt x="3775058" y="3863285"/>
                  <a:pt x="3774809" y="3863701"/>
                </a:cubicBezTo>
                <a:lnTo>
                  <a:pt x="3765172" y="3880400"/>
                </a:lnTo>
                <a:cubicBezTo>
                  <a:pt x="3764922" y="3880815"/>
                  <a:pt x="3764507" y="3881064"/>
                  <a:pt x="3764009" y="3881064"/>
                </a:cubicBezTo>
                <a:close/>
                <a:moveTo>
                  <a:pt x="3804837" y="3897191"/>
                </a:moveTo>
                <a:cubicBezTo>
                  <a:pt x="3804338" y="3897191"/>
                  <a:pt x="3803923" y="3896942"/>
                  <a:pt x="3803674" y="3896527"/>
                </a:cubicBezTo>
                <a:lnTo>
                  <a:pt x="3794037" y="3879828"/>
                </a:lnTo>
                <a:cubicBezTo>
                  <a:pt x="3793787" y="3879412"/>
                  <a:pt x="3793788" y="3878914"/>
                  <a:pt x="3794037" y="3878499"/>
                </a:cubicBezTo>
                <a:lnTo>
                  <a:pt x="3803674" y="3861800"/>
                </a:lnTo>
                <a:cubicBezTo>
                  <a:pt x="3803923" y="3861384"/>
                  <a:pt x="3804339" y="3861135"/>
                  <a:pt x="3804837" y="3861135"/>
                </a:cubicBezTo>
                <a:lnTo>
                  <a:pt x="3824194" y="3861135"/>
                </a:lnTo>
                <a:cubicBezTo>
                  <a:pt x="3824692" y="3861135"/>
                  <a:pt x="3825108" y="3861384"/>
                  <a:pt x="3825357" y="3861800"/>
                </a:cubicBezTo>
                <a:lnTo>
                  <a:pt x="3834995" y="3878499"/>
                </a:lnTo>
                <a:cubicBezTo>
                  <a:pt x="3835243" y="3878914"/>
                  <a:pt x="3835244" y="3879412"/>
                  <a:pt x="3834995" y="3879828"/>
                </a:cubicBezTo>
                <a:lnTo>
                  <a:pt x="3825358" y="3896527"/>
                </a:lnTo>
                <a:cubicBezTo>
                  <a:pt x="3825108" y="3896942"/>
                  <a:pt x="3824692" y="3897191"/>
                  <a:pt x="3824194" y="3897191"/>
                </a:cubicBezTo>
                <a:close/>
                <a:moveTo>
                  <a:pt x="4828002" y="4171347"/>
                </a:moveTo>
                <a:cubicBezTo>
                  <a:pt x="4827504" y="4171347"/>
                  <a:pt x="4827088" y="4171098"/>
                  <a:pt x="4826839" y="4170683"/>
                </a:cubicBezTo>
                <a:lnTo>
                  <a:pt x="4817202" y="4153984"/>
                </a:lnTo>
                <a:cubicBezTo>
                  <a:pt x="4816953" y="4153568"/>
                  <a:pt x="4816953" y="4153070"/>
                  <a:pt x="4817202" y="4152655"/>
                </a:cubicBezTo>
                <a:lnTo>
                  <a:pt x="4826839" y="4135956"/>
                </a:lnTo>
                <a:cubicBezTo>
                  <a:pt x="4827088" y="4135540"/>
                  <a:pt x="4827504" y="4135291"/>
                  <a:pt x="4828002" y="4135291"/>
                </a:cubicBezTo>
                <a:lnTo>
                  <a:pt x="4847360" y="4135291"/>
                </a:lnTo>
                <a:cubicBezTo>
                  <a:pt x="4847858" y="4135291"/>
                  <a:pt x="4848274" y="4135540"/>
                  <a:pt x="4848523" y="4135956"/>
                </a:cubicBezTo>
                <a:lnTo>
                  <a:pt x="4858160" y="4152655"/>
                </a:lnTo>
                <a:cubicBezTo>
                  <a:pt x="4858409" y="4153070"/>
                  <a:pt x="4858409" y="4153568"/>
                  <a:pt x="4858160" y="4153984"/>
                </a:cubicBezTo>
                <a:lnTo>
                  <a:pt x="4848523" y="4170683"/>
                </a:lnTo>
                <a:cubicBezTo>
                  <a:pt x="4848274" y="4171098"/>
                  <a:pt x="4847858" y="4171347"/>
                  <a:pt x="4847360" y="4171347"/>
                </a:cubicBezTo>
                <a:close/>
                <a:moveTo>
                  <a:pt x="855661" y="3107052"/>
                </a:moveTo>
                <a:cubicBezTo>
                  <a:pt x="855163" y="3107052"/>
                  <a:pt x="854747" y="3106803"/>
                  <a:pt x="854498" y="3106387"/>
                </a:cubicBezTo>
                <a:lnTo>
                  <a:pt x="844778" y="3089522"/>
                </a:lnTo>
                <a:cubicBezTo>
                  <a:pt x="844529" y="3089024"/>
                  <a:pt x="844529" y="3088526"/>
                  <a:pt x="844778" y="3088110"/>
                </a:cubicBezTo>
                <a:lnTo>
                  <a:pt x="854498" y="3071245"/>
                </a:lnTo>
                <a:cubicBezTo>
                  <a:pt x="854747" y="3070829"/>
                  <a:pt x="855163" y="3070580"/>
                  <a:pt x="855661" y="3070580"/>
                </a:cubicBezTo>
                <a:lnTo>
                  <a:pt x="875102" y="3070580"/>
                </a:lnTo>
                <a:cubicBezTo>
                  <a:pt x="875600" y="3070580"/>
                  <a:pt x="876016" y="3070829"/>
                  <a:pt x="876265" y="3071245"/>
                </a:cubicBezTo>
                <a:lnTo>
                  <a:pt x="885985" y="3088110"/>
                </a:lnTo>
                <a:cubicBezTo>
                  <a:pt x="886235" y="3088608"/>
                  <a:pt x="886235" y="3089107"/>
                  <a:pt x="885985" y="3089522"/>
                </a:cubicBezTo>
                <a:lnTo>
                  <a:pt x="876265" y="3106387"/>
                </a:lnTo>
                <a:cubicBezTo>
                  <a:pt x="876016" y="3106803"/>
                  <a:pt x="875600" y="3107052"/>
                  <a:pt x="875102" y="3107052"/>
                </a:cubicBezTo>
                <a:close/>
                <a:moveTo>
                  <a:pt x="3684414" y="3865015"/>
                </a:moveTo>
                <a:cubicBezTo>
                  <a:pt x="3683916" y="3865014"/>
                  <a:pt x="3683502" y="3864766"/>
                  <a:pt x="3683251" y="3864349"/>
                </a:cubicBezTo>
                <a:lnTo>
                  <a:pt x="3673532" y="3847485"/>
                </a:lnTo>
                <a:cubicBezTo>
                  <a:pt x="3673283" y="3846987"/>
                  <a:pt x="3673283" y="3846488"/>
                  <a:pt x="3673532" y="3846072"/>
                </a:cubicBezTo>
                <a:lnTo>
                  <a:pt x="3683252" y="3829208"/>
                </a:lnTo>
                <a:cubicBezTo>
                  <a:pt x="3683502" y="3828792"/>
                  <a:pt x="3683917" y="3828542"/>
                  <a:pt x="3684415" y="3828543"/>
                </a:cubicBezTo>
                <a:lnTo>
                  <a:pt x="3703855" y="3828543"/>
                </a:lnTo>
                <a:cubicBezTo>
                  <a:pt x="3704353" y="3828542"/>
                  <a:pt x="3704770" y="3828792"/>
                  <a:pt x="3705019" y="3829207"/>
                </a:cubicBezTo>
                <a:lnTo>
                  <a:pt x="3714739" y="3846073"/>
                </a:lnTo>
                <a:cubicBezTo>
                  <a:pt x="3714988" y="3846570"/>
                  <a:pt x="3714989" y="3847070"/>
                  <a:pt x="3714739" y="3847485"/>
                </a:cubicBezTo>
                <a:lnTo>
                  <a:pt x="3705019" y="3864350"/>
                </a:lnTo>
                <a:cubicBezTo>
                  <a:pt x="3704769" y="3864766"/>
                  <a:pt x="3704354" y="3865015"/>
                  <a:pt x="3703855" y="3865015"/>
                </a:cubicBezTo>
                <a:close/>
                <a:moveTo>
                  <a:pt x="3864973" y="3913395"/>
                </a:moveTo>
                <a:cubicBezTo>
                  <a:pt x="3864475" y="3913395"/>
                  <a:pt x="3864060" y="3913146"/>
                  <a:pt x="3863810" y="3912730"/>
                </a:cubicBezTo>
                <a:lnTo>
                  <a:pt x="3854090" y="3895865"/>
                </a:lnTo>
                <a:cubicBezTo>
                  <a:pt x="3853841" y="3895367"/>
                  <a:pt x="3853841" y="3894868"/>
                  <a:pt x="3854090" y="3894453"/>
                </a:cubicBezTo>
                <a:lnTo>
                  <a:pt x="3863810" y="3877588"/>
                </a:lnTo>
                <a:cubicBezTo>
                  <a:pt x="3864060" y="3877172"/>
                  <a:pt x="3864475" y="3876923"/>
                  <a:pt x="3864973" y="3876923"/>
                </a:cubicBezTo>
                <a:lnTo>
                  <a:pt x="3884414" y="3876923"/>
                </a:lnTo>
                <a:cubicBezTo>
                  <a:pt x="3884912" y="3876923"/>
                  <a:pt x="3885328" y="3877172"/>
                  <a:pt x="3885577" y="3877588"/>
                </a:cubicBezTo>
                <a:lnTo>
                  <a:pt x="3895297" y="3894453"/>
                </a:lnTo>
                <a:cubicBezTo>
                  <a:pt x="3895547" y="3894951"/>
                  <a:pt x="3895547" y="3895450"/>
                  <a:pt x="3895297" y="3895865"/>
                </a:cubicBezTo>
                <a:lnTo>
                  <a:pt x="3885577" y="3912730"/>
                </a:lnTo>
                <a:cubicBezTo>
                  <a:pt x="3885328" y="3913146"/>
                  <a:pt x="3884912" y="3913395"/>
                  <a:pt x="3884414" y="3913395"/>
                </a:cubicBezTo>
                <a:close/>
                <a:moveTo>
                  <a:pt x="1036137" y="3155516"/>
                </a:moveTo>
                <a:cubicBezTo>
                  <a:pt x="1035639" y="3155516"/>
                  <a:pt x="1035224" y="3155267"/>
                  <a:pt x="1034974" y="3154851"/>
                </a:cubicBezTo>
                <a:lnTo>
                  <a:pt x="1025254" y="3137903"/>
                </a:lnTo>
                <a:cubicBezTo>
                  <a:pt x="1025005" y="3137488"/>
                  <a:pt x="1025005" y="3136906"/>
                  <a:pt x="1025254" y="3136491"/>
                </a:cubicBezTo>
                <a:lnTo>
                  <a:pt x="1035057" y="3119543"/>
                </a:lnTo>
                <a:cubicBezTo>
                  <a:pt x="1035306" y="3119127"/>
                  <a:pt x="1035722" y="3118878"/>
                  <a:pt x="1036221" y="3118878"/>
                </a:cubicBezTo>
                <a:lnTo>
                  <a:pt x="1055744" y="3118878"/>
                </a:lnTo>
                <a:cubicBezTo>
                  <a:pt x="1056242" y="3118878"/>
                  <a:pt x="1056658" y="3119127"/>
                  <a:pt x="1056907" y="3119543"/>
                </a:cubicBezTo>
                <a:lnTo>
                  <a:pt x="1066627" y="3136491"/>
                </a:lnTo>
                <a:cubicBezTo>
                  <a:pt x="1066877" y="3136906"/>
                  <a:pt x="1066877" y="3137488"/>
                  <a:pt x="1066627" y="3137903"/>
                </a:cubicBezTo>
                <a:lnTo>
                  <a:pt x="1056824" y="3154851"/>
                </a:lnTo>
                <a:cubicBezTo>
                  <a:pt x="1056575" y="3155267"/>
                  <a:pt x="1056159" y="3155516"/>
                  <a:pt x="1055661" y="3155516"/>
                </a:cubicBezTo>
                <a:close/>
                <a:moveTo>
                  <a:pt x="1577813" y="3300657"/>
                </a:moveTo>
                <a:cubicBezTo>
                  <a:pt x="1577315" y="3300658"/>
                  <a:pt x="1576899" y="3300409"/>
                  <a:pt x="1576650" y="3299992"/>
                </a:cubicBezTo>
                <a:lnTo>
                  <a:pt x="1566929" y="3283044"/>
                </a:lnTo>
                <a:cubicBezTo>
                  <a:pt x="1566681" y="3282629"/>
                  <a:pt x="1566680" y="3282048"/>
                  <a:pt x="1566930" y="3281632"/>
                </a:cubicBezTo>
                <a:lnTo>
                  <a:pt x="1576733" y="3264685"/>
                </a:lnTo>
                <a:cubicBezTo>
                  <a:pt x="1576981" y="3264268"/>
                  <a:pt x="1577397" y="3264020"/>
                  <a:pt x="1577897" y="3264019"/>
                </a:cubicBezTo>
                <a:lnTo>
                  <a:pt x="1597420" y="3264019"/>
                </a:lnTo>
                <a:cubicBezTo>
                  <a:pt x="1597918" y="3264020"/>
                  <a:pt x="1598333" y="3264268"/>
                  <a:pt x="1598583" y="3264685"/>
                </a:cubicBezTo>
                <a:lnTo>
                  <a:pt x="1608302" y="3281633"/>
                </a:lnTo>
                <a:cubicBezTo>
                  <a:pt x="1608553" y="3282048"/>
                  <a:pt x="1608552" y="3282629"/>
                  <a:pt x="1608303" y="3283044"/>
                </a:cubicBezTo>
                <a:lnTo>
                  <a:pt x="1598500" y="3299992"/>
                </a:lnTo>
                <a:cubicBezTo>
                  <a:pt x="1598250" y="3300408"/>
                  <a:pt x="1597834" y="3300657"/>
                  <a:pt x="1597336" y="3300658"/>
                </a:cubicBezTo>
                <a:close/>
                <a:moveTo>
                  <a:pt x="1096325" y="3171725"/>
                </a:moveTo>
                <a:cubicBezTo>
                  <a:pt x="1095909" y="3171725"/>
                  <a:pt x="1095411" y="3171476"/>
                  <a:pt x="1095161" y="3171060"/>
                </a:cubicBezTo>
                <a:lnTo>
                  <a:pt x="1085358" y="3154029"/>
                </a:lnTo>
                <a:cubicBezTo>
                  <a:pt x="1085109" y="3153614"/>
                  <a:pt x="1085109" y="3153032"/>
                  <a:pt x="1085358" y="3152617"/>
                </a:cubicBezTo>
                <a:lnTo>
                  <a:pt x="1095161" y="3135586"/>
                </a:lnTo>
                <a:cubicBezTo>
                  <a:pt x="1095411" y="3135170"/>
                  <a:pt x="1095826" y="3134921"/>
                  <a:pt x="1096325" y="3134921"/>
                </a:cubicBezTo>
                <a:lnTo>
                  <a:pt x="1115931" y="3134921"/>
                </a:lnTo>
                <a:cubicBezTo>
                  <a:pt x="1116346" y="3134921"/>
                  <a:pt x="1116845" y="3135170"/>
                  <a:pt x="1117094" y="3135586"/>
                </a:cubicBezTo>
                <a:lnTo>
                  <a:pt x="1126898" y="3152617"/>
                </a:lnTo>
                <a:cubicBezTo>
                  <a:pt x="1127147" y="3153032"/>
                  <a:pt x="1127147" y="3153614"/>
                  <a:pt x="1126898" y="3154029"/>
                </a:cubicBezTo>
                <a:lnTo>
                  <a:pt x="1117094" y="3171060"/>
                </a:lnTo>
                <a:cubicBezTo>
                  <a:pt x="1116845" y="3171476"/>
                  <a:pt x="1116430" y="3171725"/>
                  <a:pt x="1115930" y="3171725"/>
                </a:cubicBezTo>
                <a:close/>
                <a:moveTo>
                  <a:pt x="1216593" y="3204131"/>
                </a:moveTo>
                <a:cubicBezTo>
                  <a:pt x="1216094" y="3204131"/>
                  <a:pt x="1215596" y="3203882"/>
                  <a:pt x="1215347" y="3203467"/>
                </a:cubicBezTo>
                <a:lnTo>
                  <a:pt x="1205460" y="3186352"/>
                </a:lnTo>
                <a:cubicBezTo>
                  <a:pt x="1205211" y="3185937"/>
                  <a:pt x="1205212" y="3185355"/>
                  <a:pt x="1205460" y="3184940"/>
                </a:cubicBezTo>
                <a:lnTo>
                  <a:pt x="1215347" y="3167826"/>
                </a:lnTo>
                <a:cubicBezTo>
                  <a:pt x="1215679" y="3167410"/>
                  <a:pt x="1216094" y="3167161"/>
                  <a:pt x="1216593" y="3167161"/>
                </a:cubicBezTo>
                <a:lnTo>
                  <a:pt x="1236283" y="3167161"/>
                </a:lnTo>
                <a:cubicBezTo>
                  <a:pt x="1236782" y="3167161"/>
                  <a:pt x="1237279" y="3167410"/>
                  <a:pt x="1237529" y="3167826"/>
                </a:cubicBezTo>
                <a:lnTo>
                  <a:pt x="1247415" y="3184940"/>
                </a:lnTo>
                <a:cubicBezTo>
                  <a:pt x="1247665" y="3185355"/>
                  <a:pt x="1247664" y="3185937"/>
                  <a:pt x="1247415" y="3186352"/>
                </a:cubicBezTo>
                <a:lnTo>
                  <a:pt x="1237529" y="3203467"/>
                </a:lnTo>
                <a:cubicBezTo>
                  <a:pt x="1237196" y="3203882"/>
                  <a:pt x="1236782" y="3204131"/>
                  <a:pt x="1236283" y="3204131"/>
                </a:cubicBezTo>
                <a:close/>
                <a:moveTo>
                  <a:pt x="4285945" y="4026948"/>
                </a:moveTo>
                <a:cubicBezTo>
                  <a:pt x="4285446" y="4026948"/>
                  <a:pt x="4284948" y="4026616"/>
                  <a:pt x="4284699" y="4026200"/>
                </a:cubicBezTo>
                <a:lnTo>
                  <a:pt x="4274646" y="4008754"/>
                </a:lnTo>
                <a:cubicBezTo>
                  <a:pt x="4274397" y="4008338"/>
                  <a:pt x="4274397" y="4007757"/>
                  <a:pt x="4274646" y="4007341"/>
                </a:cubicBezTo>
                <a:lnTo>
                  <a:pt x="4284699" y="3989895"/>
                </a:lnTo>
                <a:cubicBezTo>
                  <a:pt x="4284948" y="3989396"/>
                  <a:pt x="4285446" y="3989147"/>
                  <a:pt x="4285945" y="3989147"/>
                </a:cubicBezTo>
                <a:lnTo>
                  <a:pt x="4306050" y="3989147"/>
                </a:lnTo>
                <a:cubicBezTo>
                  <a:pt x="4306548" y="3989147"/>
                  <a:pt x="4307047" y="3989479"/>
                  <a:pt x="4307296" y="3989895"/>
                </a:cubicBezTo>
                <a:lnTo>
                  <a:pt x="4317349" y="4007341"/>
                </a:lnTo>
                <a:cubicBezTo>
                  <a:pt x="4317598" y="4007757"/>
                  <a:pt x="4317598" y="4008338"/>
                  <a:pt x="4317349" y="4008754"/>
                </a:cubicBezTo>
                <a:lnTo>
                  <a:pt x="4307296" y="4026200"/>
                </a:lnTo>
                <a:cubicBezTo>
                  <a:pt x="4307047" y="4026699"/>
                  <a:pt x="4306548" y="4026948"/>
                  <a:pt x="4306050" y="4026948"/>
                </a:cubicBezTo>
                <a:close/>
                <a:moveTo>
                  <a:pt x="1156259" y="3188351"/>
                </a:moveTo>
                <a:cubicBezTo>
                  <a:pt x="1155761" y="3188352"/>
                  <a:pt x="1155262" y="3188020"/>
                  <a:pt x="1155014" y="3187603"/>
                </a:cubicBezTo>
                <a:lnTo>
                  <a:pt x="1144961" y="3170158"/>
                </a:lnTo>
                <a:cubicBezTo>
                  <a:pt x="1144713" y="3169742"/>
                  <a:pt x="1144712" y="3169160"/>
                  <a:pt x="1144962" y="3168744"/>
                </a:cubicBezTo>
                <a:lnTo>
                  <a:pt x="1155013" y="3151299"/>
                </a:lnTo>
                <a:cubicBezTo>
                  <a:pt x="1155263" y="3150800"/>
                  <a:pt x="1155762" y="3150551"/>
                  <a:pt x="1156259" y="3150551"/>
                </a:cubicBezTo>
                <a:lnTo>
                  <a:pt x="1176366" y="3150551"/>
                </a:lnTo>
                <a:cubicBezTo>
                  <a:pt x="1176864" y="3150551"/>
                  <a:pt x="1177362" y="3150882"/>
                  <a:pt x="1177611" y="3151298"/>
                </a:cubicBezTo>
                <a:lnTo>
                  <a:pt x="1187664" y="3168744"/>
                </a:lnTo>
                <a:cubicBezTo>
                  <a:pt x="1187913" y="3169161"/>
                  <a:pt x="1187914" y="3169742"/>
                  <a:pt x="1187664" y="3170157"/>
                </a:cubicBezTo>
                <a:lnTo>
                  <a:pt x="1177612" y="3187604"/>
                </a:lnTo>
                <a:cubicBezTo>
                  <a:pt x="1177362" y="3188103"/>
                  <a:pt x="1176863" y="3188352"/>
                  <a:pt x="1176365" y="3188352"/>
                </a:cubicBezTo>
                <a:close/>
                <a:moveTo>
                  <a:pt x="1336818" y="3236732"/>
                </a:moveTo>
                <a:cubicBezTo>
                  <a:pt x="1336320" y="3236732"/>
                  <a:pt x="1335821" y="3236400"/>
                  <a:pt x="1335572" y="3235984"/>
                </a:cubicBezTo>
                <a:lnTo>
                  <a:pt x="1325520" y="3218538"/>
                </a:lnTo>
                <a:cubicBezTo>
                  <a:pt x="1325271" y="3218122"/>
                  <a:pt x="1325271" y="3217541"/>
                  <a:pt x="1325520" y="3217125"/>
                </a:cubicBezTo>
                <a:lnTo>
                  <a:pt x="1335572" y="3199679"/>
                </a:lnTo>
                <a:cubicBezTo>
                  <a:pt x="1335821" y="3199180"/>
                  <a:pt x="1336320" y="3198931"/>
                  <a:pt x="1336818" y="3198931"/>
                </a:cubicBezTo>
                <a:lnTo>
                  <a:pt x="1356924" y="3198931"/>
                </a:lnTo>
                <a:cubicBezTo>
                  <a:pt x="1357422" y="3198931"/>
                  <a:pt x="1357921" y="3199263"/>
                  <a:pt x="1358170" y="3199679"/>
                </a:cubicBezTo>
                <a:lnTo>
                  <a:pt x="1368223" y="3217125"/>
                </a:lnTo>
                <a:cubicBezTo>
                  <a:pt x="1368472" y="3217541"/>
                  <a:pt x="1368472" y="3218122"/>
                  <a:pt x="1368223" y="3218538"/>
                </a:cubicBezTo>
                <a:lnTo>
                  <a:pt x="1358170" y="3235984"/>
                </a:lnTo>
                <a:cubicBezTo>
                  <a:pt x="1357921" y="3236483"/>
                  <a:pt x="1357422" y="3236732"/>
                  <a:pt x="1356924" y="3236732"/>
                </a:cubicBezTo>
                <a:close/>
                <a:moveTo>
                  <a:pt x="1276550" y="3220687"/>
                </a:moveTo>
                <a:cubicBezTo>
                  <a:pt x="1276051" y="3220687"/>
                  <a:pt x="1275553" y="3220355"/>
                  <a:pt x="1275304" y="3219940"/>
                </a:cubicBezTo>
                <a:lnTo>
                  <a:pt x="1265168" y="3202410"/>
                </a:lnTo>
                <a:cubicBezTo>
                  <a:pt x="1264919" y="3201994"/>
                  <a:pt x="1264919" y="3201413"/>
                  <a:pt x="1265168" y="3200998"/>
                </a:cubicBezTo>
                <a:lnTo>
                  <a:pt x="1275304" y="3183468"/>
                </a:lnTo>
                <a:cubicBezTo>
                  <a:pt x="1275553" y="3182969"/>
                  <a:pt x="1276051" y="3182720"/>
                  <a:pt x="1276550" y="3182720"/>
                </a:cubicBezTo>
                <a:lnTo>
                  <a:pt x="1296821" y="3182720"/>
                </a:lnTo>
                <a:cubicBezTo>
                  <a:pt x="1297320" y="3182720"/>
                  <a:pt x="1297818" y="3183052"/>
                  <a:pt x="1298067" y="3183468"/>
                </a:cubicBezTo>
                <a:lnTo>
                  <a:pt x="1308203" y="3200998"/>
                </a:lnTo>
                <a:cubicBezTo>
                  <a:pt x="1308452" y="3201413"/>
                  <a:pt x="1308452" y="3201994"/>
                  <a:pt x="1308203" y="3202410"/>
                </a:cubicBezTo>
                <a:lnTo>
                  <a:pt x="1298067" y="3219940"/>
                </a:lnTo>
                <a:cubicBezTo>
                  <a:pt x="1297818" y="3220438"/>
                  <a:pt x="1297320" y="3220687"/>
                  <a:pt x="1296821" y="3220687"/>
                </a:cubicBezTo>
                <a:close/>
                <a:moveTo>
                  <a:pt x="1517213" y="3285278"/>
                </a:moveTo>
                <a:cubicBezTo>
                  <a:pt x="1516714" y="3285278"/>
                  <a:pt x="1516216" y="3284946"/>
                  <a:pt x="1515967" y="3284531"/>
                </a:cubicBezTo>
                <a:lnTo>
                  <a:pt x="1505831" y="3266918"/>
                </a:lnTo>
                <a:cubicBezTo>
                  <a:pt x="1505582" y="3266503"/>
                  <a:pt x="1505582" y="3265921"/>
                  <a:pt x="1505831" y="3265506"/>
                </a:cubicBezTo>
                <a:lnTo>
                  <a:pt x="1516050" y="3247893"/>
                </a:lnTo>
                <a:cubicBezTo>
                  <a:pt x="1516299" y="3247394"/>
                  <a:pt x="1516797" y="3247145"/>
                  <a:pt x="1517296" y="3247145"/>
                </a:cubicBezTo>
                <a:lnTo>
                  <a:pt x="1537650" y="3247145"/>
                </a:lnTo>
                <a:cubicBezTo>
                  <a:pt x="1538149" y="3247145"/>
                  <a:pt x="1538647" y="3247477"/>
                  <a:pt x="1538895" y="3247893"/>
                </a:cubicBezTo>
                <a:lnTo>
                  <a:pt x="1549032" y="3265506"/>
                </a:lnTo>
                <a:cubicBezTo>
                  <a:pt x="1549281" y="3265921"/>
                  <a:pt x="1549281" y="3266503"/>
                  <a:pt x="1549032" y="3266918"/>
                </a:cubicBezTo>
                <a:lnTo>
                  <a:pt x="1538813" y="3284531"/>
                </a:lnTo>
                <a:cubicBezTo>
                  <a:pt x="1538564" y="3285029"/>
                  <a:pt x="1538066" y="3285278"/>
                  <a:pt x="1537567" y="3285278"/>
                </a:cubicBezTo>
                <a:close/>
                <a:moveTo>
                  <a:pt x="4767247" y="4156291"/>
                </a:moveTo>
                <a:cubicBezTo>
                  <a:pt x="4766748" y="4156291"/>
                  <a:pt x="4766250" y="4155959"/>
                  <a:pt x="4766001" y="4155544"/>
                </a:cubicBezTo>
                <a:lnTo>
                  <a:pt x="4755782" y="4137848"/>
                </a:lnTo>
                <a:cubicBezTo>
                  <a:pt x="4755533" y="4137432"/>
                  <a:pt x="4755533" y="4136851"/>
                  <a:pt x="4755782" y="4136436"/>
                </a:cubicBezTo>
                <a:lnTo>
                  <a:pt x="4766001" y="4118740"/>
                </a:lnTo>
                <a:cubicBezTo>
                  <a:pt x="4766250" y="4118241"/>
                  <a:pt x="4766748" y="4117992"/>
                  <a:pt x="4767247" y="4117992"/>
                </a:cubicBezTo>
                <a:lnTo>
                  <a:pt x="4787684" y="4117992"/>
                </a:lnTo>
                <a:cubicBezTo>
                  <a:pt x="4788183" y="4117992"/>
                  <a:pt x="4788681" y="4118324"/>
                  <a:pt x="4788931" y="4118740"/>
                </a:cubicBezTo>
                <a:lnTo>
                  <a:pt x="4799149" y="4136436"/>
                </a:lnTo>
                <a:cubicBezTo>
                  <a:pt x="4799398" y="4136851"/>
                  <a:pt x="4799397" y="4137432"/>
                  <a:pt x="4799149" y="4137848"/>
                </a:cubicBezTo>
                <a:lnTo>
                  <a:pt x="4788931" y="4155544"/>
                </a:lnTo>
                <a:cubicBezTo>
                  <a:pt x="4788681" y="4156042"/>
                  <a:pt x="4788183" y="4156291"/>
                  <a:pt x="4787684" y="4156291"/>
                </a:cubicBezTo>
                <a:close/>
                <a:moveTo>
                  <a:pt x="1456923" y="3269387"/>
                </a:moveTo>
                <a:cubicBezTo>
                  <a:pt x="1456425" y="3269387"/>
                  <a:pt x="1455926" y="3269054"/>
                  <a:pt x="1455677" y="3268639"/>
                </a:cubicBezTo>
                <a:lnTo>
                  <a:pt x="1445375" y="3250860"/>
                </a:lnTo>
                <a:cubicBezTo>
                  <a:pt x="1445126" y="3250445"/>
                  <a:pt x="1445126" y="3249864"/>
                  <a:pt x="1445375" y="3249448"/>
                </a:cubicBezTo>
                <a:lnTo>
                  <a:pt x="1455677" y="3231669"/>
                </a:lnTo>
                <a:cubicBezTo>
                  <a:pt x="1455926" y="3231170"/>
                  <a:pt x="1456425" y="3230922"/>
                  <a:pt x="1456923" y="3230921"/>
                </a:cubicBezTo>
                <a:lnTo>
                  <a:pt x="1477444" y="3230921"/>
                </a:lnTo>
                <a:cubicBezTo>
                  <a:pt x="1477942" y="3230921"/>
                  <a:pt x="1478440" y="3231253"/>
                  <a:pt x="1478690" y="3231669"/>
                </a:cubicBezTo>
                <a:lnTo>
                  <a:pt x="1488992" y="3249449"/>
                </a:lnTo>
                <a:cubicBezTo>
                  <a:pt x="1489241" y="3249863"/>
                  <a:pt x="1489241" y="3250445"/>
                  <a:pt x="1488992" y="3250860"/>
                </a:cubicBezTo>
                <a:lnTo>
                  <a:pt x="1478690" y="3268640"/>
                </a:lnTo>
                <a:cubicBezTo>
                  <a:pt x="1478439" y="3269137"/>
                  <a:pt x="1477942" y="3269387"/>
                  <a:pt x="1477444" y="3269388"/>
                </a:cubicBezTo>
                <a:close/>
                <a:moveTo>
                  <a:pt x="4706979" y="4140237"/>
                </a:moveTo>
                <a:cubicBezTo>
                  <a:pt x="4706480" y="4140237"/>
                  <a:pt x="4705982" y="4139904"/>
                  <a:pt x="4705733" y="4139489"/>
                </a:cubicBezTo>
                <a:lnTo>
                  <a:pt x="4695431" y="4121710"/>
                </a:lnTo>
                <a:cubicBezTo>
                  <a:pt x="4695182" y="4121295"/>
                  <a:pt x="4695182" y="4120714"/>
                  <a:pt x="4695431" y="4120298"/>
                </a:cubicBezTo>
                <a:lnTo>
                  <a:pt x="4705733" y="4102519"/>
                </a:lnTo>
                <a:cubicBezTo>
                  <a:pt x="4705982" y="4102020"/>
                  <a:pt x="4706480" y="4101771"/>
                  <a:pt x="4706979" y="4101771"/>
                </a:cubicBezTo>
                <a:lnTo>
                  <a:pt x="4727499" y="4101771"/>
                </a:lnTo>
                <a:cubicBezTo>
                  <a:pt x="4727998" y="4101771"/>
                  <a:pt x="4728496" y="4102103"/>
                  <a:pt x="4728746" y="4102519"/>
                </a:cubicBezTo>
                <a:lnTo>
                  <a:pt x="4739047" y="4120298"/>
                </a:lnTo>
                <a:cubicBezTo>
                  <a:pt x="4739297" y="4120713"/>
                  <a:pt x="4739297" y="4121295"/>
                  <a:pt x="4739047" y="4121710"/>
                </a:cubicBezTo>
                <a:lnTo>
                  <a:pt x="4728746" y="4139489"/>
                </a:lnTo>
                <a:cubicBezTo>
                  <a:pt x="4728496" y="4139988"/>
                  <a:pt x="4727998" y="4140237"/>
                  <a:pt x="4727499" y="4140238"/>
                </a:cubicBezTo>
                <a:close/>
                <a:moveTo>
                  <a:pt x="1396744" y="3253366"/>
                </a:moveTo>
                <a:cubicBezTo>
                  <a:pt x="1396245" y="3253366"/>
                  <a:pt x="1395747" y="3253034"/>
                  <a:pt x="1395497" y="3252618"/>
                </a:cubicBezTo>
                <a:lnTo>
                  <a:pt x="1385196" y="3234756"/>
                </a:lnTo>
                <a:cubicBezTo>
                  <a:pt x="1384947" y="3234258"/>
                  <a:pt x="1384947" y="3233676"/>
                  <a:pt x="1385196" y="3233261"/>
                </a:cubicBezTo>
                <a:lnTo>
                  <a:pt x="1395497" y="3215399"/>
                </a:lnTo>
                <a:cubicBezTo>
                  <a:pt x="1395747" y="3214900"/>
                  <a:pt x="1396245" y="3214651"/>
                  <a:pt x="1396744" y="3214651"/>
                </a:cubicBezTo>
                <a:lnTo>
                  <a:pt x="1417430" y="3214651"/>
                </a:lnTo>
                <a:cubicBezTo>
                  <a:pt x="1417929" y="3214651"/>
                  <a:pt x="1418427" y="3214983"/>
                  <a:pt x="1418677" y="3215399"/>
                </a:cubicBezTo>
                <a:lnTo>
                  <a:pt x="1428979" y="3233261"/>
                </a:lnTo>
                <a:cubicBezTo>
                  <a:pt x="1429228" y="3233759"/>
                  <a:pt x="1429228" y="3234341"/>
                  <a:pt x="1428979" y="3234756"/>
                </a:cubicBezTo>
                <a:lnTo>
                  <a:pt x="1418677" y="3252618"/>
                </a:lnTo>
                <a:cubicBezTo>
                  <a:pt x="1418427" y="3253116"/>
                  <a:pt x="1417929" y="3253366"/>
                  <a:pt x="1417430" y="3253366"/>
                </a:cubicBezTo>
                <a:close/>
                <a:moveTo>
                  <a:pt x="2118897" y="3446961"/>
                </a:moveTo>
                <a:cubicBezTo>
                  <a:pt x="2118398" y="3446961"/>
                  <a:pt x="2117900" y="3446629"/>
                  <a:pt x="2117652" y="3446213"/>
                </a:cubicBezTo>
                <a:lnTo>
                  <a:pt x="2107267" y="3428268"/>
                </a:lnTo>
                <a:cubicBezTo>
                  <a:pt x="2107018" y="3427770"/>
                  <a:pt x="2107017" y="3427188"/>
                  <a:pt x="2107267" y="3426773"/>
                </a:cubicBezTo>
                <a:lnTo>
                  <a:pt x="2117652" y="3408828"/>
                </a:lnTo>
                <a:cubicBezTo>
                  <a:pt x="2117901" y="3408329"/>
                  <a:pt x="2118399" y="3408080"/>
                  <a:pt x="2118898" y="3408080"/>
                </a:cubicBezTo>
                <a:lnTo>
                  <a:pt x="2139667" y="3408080"/>
                </a:lnTo>
                <a:cubicBezTo>
                  <a:pt x="2140165" y="3408080"/>
                  <a:pt x="2140664" y="3408412"/>
                  <a:pt x="2140914" y="3408828"/>
                </a:cubicBezTo>
                <a:lnTo>
                  <a:pt x="2151299" y="3426773"/>
                </a:lnTo>
                <a:cubicBezTo>
                  <a:pt x="2151548" y="3427271"/>
                  <a:pt x="2151547" y="3427853"/>
                  <a:pt x="2151299" y="3428268"/>
                </a:cubicBezTo>
                <a:lnTo>
                  <a:pt x="2140914" y="3446213"/>
                </a:lnTo>
                <a:cubicBezTo>
                  <a:pt x="2140665" y="3446712"/>
                  <a:pt x="2140166" y="3446961"/>
                  <a:pt x="2139668" y="3446961"/>
                </a:cubicBezTo>
                <a:close/>
                <a:moveTo>
                  <a:pt x="2359642" y="3511468"/>
                </a:moveTo>
                <a:cubicBezTo>
                  <a:pt x="2359143" y="3511468"/>
                  <a:pt x="2358645" y="3511136"/>
                  <a:pt x="2358396" y="3510720"/>
                </a:cubicBezTo>
                <a:lnTo>
                  <a:pt x="2348011" y="3492775"/>
                </a:lnTo>
                <a:cubicBezTo>
                  <a:pt x="2347762" y="3492277"/>
                  <a:pt x="2347762" y="3491695"/>
                  <a:pt x="2348011" y="3491280"/>
                </a:cubicBezTo>
                <a:lnTo>
                  <a:pt x="2358396" y="3473335"/>
                </a:lnTo>
                <a:cubicBezTo>
                  <a:pt x="2358645" y="3472836"/>
                  <a:pt x="2359143" y="3472587"/>
                  <a:pt x="2359642" y="3472587"/>
                </a:cubicBezTo>
                <a:lnTo>
                  <a:pt x="2380412" y="3472587"/>
                </a:lnTo>
                <a:cubicBezTo>
                  <a:pt x="2380910" y="3472587"/>
                  <a:pt x="2381409" y="3472919"/>
                  <a:pt x="2381658" y="3473335"/>
                </a:cubicBezTo>
                <a:lnTo>
                  <a:pt x="2392043" y="3491280"/>
                </a:lnTo>
                <a:cubicBezTo>
                  <a:pt x="2392292" y="3491778"/>
                  <a:pt x="2392292" y="3492360"/>
                  <a:pt x="2392043" y="3492775"/>
                </a:cubicBezTo>
                <a:lnTo>
                  <a:pt x="2381658" y="3510720"/>
                </a:lnTo>
                <a:cubicBezTo>
                  <a:pt x="2381409" y="3511219"/>
                  <a:pt x="2380910" y="3511468"/>
                  <a:pt x="2380412" y="3511468"/>
                </a:cubicBezTo>
                <a:close/>
                <a:moveTo>
                  <a:pt x="4466161" y="4075908"/>
                </a:moveTo>
                <a:cubicBezTo>
                  <a:pt x="4465662" y="4075908"/>
                  <a:pt x="4465164" y="4075576"/>
                  <a:pt x="4464915" y="4075160"/>
                </a:cubicBezTo>
                <a:lnTo>
                  <a:pt x="4454530" y="4057215"/>
                </a:lnTo>
                <a:cubicBezTo>
                  <a:pt x="4454281" y="4056717"/>
                  <a:pt x="4454281" y="4056135"/>
                  <a:pt x="4454530" y="4055720"/>
                </a:cubicBezTo>
                <a:lnTo>
                  <a:pt x="4464915" y="4037775"/>
                </a:lnTo>
                <a:cubicBezTo>
                  <a:pt x="4465164" y="4037276"/>
                  <a:pt x="4465662" y="4037027"/>
                  <a:pt x="4466161" y="4037027"/>
                </a:cubicBezTo>
                <a:lnTo>
                  <a:pt x="4486931" y="4037027"/>
                </a:lnTo>
                <a:cubicBezTo>
                  <a:pt x="4487429" y="4037027"/>
                  <a:pt x="4487928" y="4037359"/>
                  <a:pt x="4488177" y="4037775"/>
                </a:cubicBezTo>
                <a:lnTo>
                  <a:pt x="4498562" y="4055720"/>
                </a:lnTo>
                <a:cubicBezTo>
                  <a:pt x="4498811" y="4056218"/>
                  <a:pt x="4498811" y="4056800"/>
                  <a:pt x="4498562" y="4057215"/>
                </a:cubicBezTo>
                <a:lnTo>
                  <a:pt x="4488177" y="4075160"/>
                </a:lnTo>
                <a:cubicBezTo>
                  <a:pt x="4487928" y="4075659"/>
                  <a:pt x="4487429" y="4075908"/>
                  <a:pt x="4486931" y="4075908"/>
                </a:cubicBezTo>
                <a:close/>
                <a:moveTo>
                  <a:pt x="4526347" y="4092035"/>
                </a:moveTo>
                <a:cubicBezTo>
                  <a:pt x="4525848" y="4092035"/>
                  <a:pt x="4525350" y="4091703"/>
                  <a:pt x="4525101" y="4091287"/>
                </a:cubicBezTo>
                <a:lnTo>
                  <a:pt x="4514716" y="4073342"/>
                </a:lnTo>
                <a:cubicBezTo>
                  <a:pt x="4514467" y="4072844"/>
                  <a:pt x="4514467" y="4072262"/>
                  <a:pt x="4514716" y="4071847"/>
                </a:cubicBezTo>
                <a:lnTo>
                  <a:pt x="4525101" y="4053902"/>
                </a:lnTo>
                <a:cubicBezTo>
                  <a:pt x="4525350" y="4053403"/>
                  <a:pt x="4525848" y="4053154"/>
                  <a:pt x="4526347" y="4053154"/>
                </a:cubicBezTo>
                <a:lnTo>
                  <a:pt x="4547117" y="4053154"/>
                </a:lnTo>
                <a:cubicBezTo>
                  <a:pt x="4547615" y="4053154"/>
                  <a:pt x="4548114" y="4053486"/>
                  <a:pt x="4548363" y="4053902"/>
                </a:cubicBezTo>
                <a:lnTo>
                  <a:pt x="4558748" y="4071847"/>
                </a:lnTo>
                <a:cubicBezTo>
                  <a:pt x="4558997" y="4072345"/>
                  <a:pt x="4558997" y="4072927"/>
                  <a:pt x="4558748" y="4073342"/>
                </a:cubicBezTo>
                <a:lnTo>
                  <a:pt x="4548363" y="4091287"/>
                </a:lnTo>
                <a:cubicBezTo>
                  <a:pt x="4548114" y="4091786"/>
                  <a:pt x="4547615" y="4092035"/>
                  <a:pt x="4547117" y="4092035"/>
                </a:cubicBezTo>
                <a:close/>
                <a:moveTo>
                  <a:pt x="1878070" y="3382536"/>
                </a:moveTo>
                <a:cubicBezTo>
                  <a:pt x="1877571" y="3382536"/>
                  <a:pt x="1877073" y="3382204"/>
                  <a:pt x="1876824" y="3381789"/>
                </a:cubicBezTo>
                <a:lnTo>
                  <a:pt x="1866439" y="3363760"/>
                </a:lnTo>
                <a:cubicBezTo>
                  <a:pt x="1866190" y="3363262"/>
                  <a:pt x="1866190" y="3362680"/>
                  <a:pt x="1866439" y="3362265"/>
                </a:cubicBezTo>
                <a:lnTo>
                  <a:pt x="1876907" y="3344237"/>
                </a:lnTo>
                <a:cubicBezTo>
                  <a:pt x="1877156" y="3343738"/>
                  <a:pt x="1877655" y="3343489"/>
                  <a:pt x="1878153" y="3343489"/>
                </a:cubicBezTo>
                <a:lnTo>
                  <a:pt x="1899006" y="3343489"/>
                </a:lnTo>
                <a:cubicBezTo>
                  <a:pt x="1899504" y="3343489"/>
                  <a:pt x="1900003" y="3343821"/>
                  <a:pt x="1900252" y="3344237"/>
                </a:cubicBezTo>
                <a:lnTo>
                  <a:pt x="1910637" y="3362265"/>
                </a:lnTo>
                <a:cubicBezTo>
                  <a:pt x="1910886" y="3362763"/>
                  <a:pt x="1910886" y="3363345"/>
                  <a:pt x="1910637" y="3363760"/>
                </a:cubicBezTo>
                <a:lnTo>
                  <a:pt x="1900169" y="3381789"/>
                </a:lnTo>
                <a:cubicBezTo>
                  <a:pt x="1899920" y="3382287"/>
                  <a:pt x="1899421" y="3382536"/>
                  <a:pt x="1898923" y="3382536"/>
                </a:cubicBezTo>
                <a:close/>
                <a:moveTo>
                  <a:pt x="1938255" y="3398745"/>
                </a:moveTo>
                <a:cubicBezTo>
                  <a:pt x="1937757" y="3398745"/>
                  <a:pt x="1937258" y="3398413"/>
                  <a:pt x="1937009" y="3397997"/>
                </a:cubicBezTo>
                <a:lnTo>
                  <a:pt x="1926541" y="3379886"/>
                </a:lnTo>
                <a:cubicBezTo>
                  <a:pt x="1926292" y="3379388"/>
                  <a:pt x="1926292" y="3378806"/>
                  <a:pt x="1926541" y="3378391"/>
                </a:cubicBezTo>
                <a:lnTo>
                  <a:pt x="1937009" y="3360280"/>
                </a:lnTo>
                <a:cubicBezTo>
                  <a:pt x="1937258" y="3359781"/>
                  <a:pt x="1937757" y="3359532"/>
                  <a:pt x="1938255" y="3359532"/>
                </a:cubicBezTo>
                <a:lnTo>
                  <a:pt x="1959191" y="3359532"/>
                </a:lnTo>
                <a:cubicBezTo>
                  <a:pt x="1959690" y="3359532"/>
                  <a:pt x="1960188" y="3359864"/>
                  <a:pt x="1960437" y="3360280"/>
                </a:cubicBezTo>
                <a:lnTo>
                  <a:pt x="1970905" y="3378391"/>
                </a:lnTo>
                <a:cubicBezTo>
                  <a:pt x="1971155" y="3378889"/>
                  <a:pt x="1971155" y="3379471"/>
                  <a:pt x="1970905" y="3379886"/>
                </a:cubicBezTo>
                <a:lnTo>
                  <a:pt x="1960437" y="3397997"/>
                </a:lnTo>
                <a:cubicBezTo>
                  <a:pt x="1960188" y="3398496"/>
                  <a:pt x="1959690" y="3398745"/>
                  <a:pt x="1959191" y="3398745"/>
                </a:cubicBezTo>
                <a:close/>
                <a:moveTo>
                  <a:pt x="2058628" y="3430999"/>
                </a:moveTo>
                <a:cubicBezTo>
                  <a:pt x="2058130" y="3430999"/>
                  <a:pt x="2057631" y="3430667"/>
                  <a:pt x="2057382" y="3430251"/>
                </a:cubicBezTo>
                <a:lnTo>
                  <a:pt x="2046914" y="3412140"/>
                </a:lnTo>
                <a:cubicBezTo>
                  <a:pt x="2046665" y="3411642"/>
                  <a:pt x="2046665" y="3411060"/>
                  <a:pt x="2046914" y="3410645"/>
                </a:cubicBezTo>
                <a:lnTo>
                  <a:pt x="2057382" y="3392534"/>
                </a:lnTo>
                <a:cubicBezTo>
                  <a:pt x="2057631" y="3392035"/>
                  <a:pt x="2058130" y="3391786"/>
                  <a:pt x="2058628" y="3391786"/>
                </a:cubicBezTo>
                <a:lnTo>
                  <a:pt x="2079564" y="3391786"/>
                </a:lnTo>
                <a:cubicBezTo>
                  <a:pt x="2080063" y="3391786"/>
                  <a:pt x="2080561" y="3392118"/>
                  <a:pt x="2080810" y="3392534"/>
                </a:cubicBezTo>
                <a:lnTo>
                  <a:pt x="2091278" y="3410645"/>
                </a:lnTo>
                <a:cubicBezTo>
                  <a:pt x="2091528" y="3411143"/>
                  <a:pt x="2091528" y="3411725"/>
                  <a:pt x="2091278" y="3412140"/>
                </a:cubicBezTo>
                <a:lnTo>
                  <a:pt x="2080810" y="3430251"/>
                </a:lnTo>
                <a:cubicBezTo>
                  <a:pt x="2080561" y="3430750"/>
                  <a:pt x="2080063" y="3430999"/>
                  <a:pt x="2079564" y="3430999"/>
                </a:cubicBezTo>
                <a:close/>
                <a:moveTo>
                  <a:pt x="2179000" y="3463253"/>
                </a:moveTo>
                <a:cubicBezTo>
                  <a:pt x="2178502" y="3463253"/>
                  <a:pt x="2178004" y="3462921"/>
                  <a:pt x="2177754" y="3462505"/>
                </a:cubicBezTo>
                <a:lnTo>
                  <a:pt x="2167287" y="3444394"/>
                </a:lnTo>
                <a:cubicBezTo>
                  <a:pt x="2167038" y="3443896"/>
                  <a:pt x="2167038" y="3443314"/>
                  <a:pt x="2167287" y="3442899"/>
                </a:cubicBezTo>
                <a:lnTo>
                  <a:pt x="2177754" y="3424788"/>
                </a:lnTo>
                <a:cubicBezTo>
                  <a:pt x="2178003" y="3424289"/>
                  <a:pt x="2178502" y="3424040"/>
                  <a:pt x="2179000" y="3424040"/>
                </a:cubicBezTo>
                <a:lnTo>
                  <a:pt x="2199937" y="3424040"/>
                </a:lnTo>
                <a:cubicBezTo>
                  <a:pt x="2200436" y="3424040"/>
                  <a:pt x="2200933" y="3424372"/>
                  <a:pt x="2201183" y="3424788"/>
                </a:cubicBezTo>
                <a:lnTo>
                  <a:pt x="2211650" y="3442899"/>
                </a:lnTo>
                <a:cubicBezTo>
                  <a:pt x="2211900" y="3443397"/>
                  <a:pt x="2211900" y="3443979"/>
                  <a:pt x="2211650" y="3444394"/>
                </a:cubicBezTo>
                <a:lnTo>
                  <a:pt x="2201183" y="3462505"/>
                </a:lnTo>
                <a:cubicBezTo>
                  <a:pt x="2200934" y="3463004"/>
                  <a:pt x="2200436" y="3463253"/>
                  <a:pt x="2199937" y="3463253"/>
                </a:cubicBezTo>
                <a:close/>
                <a:moveTo>
                  <a:pt x="2239186" y="3479380"/>
                </a:moveTo>
                <a:cubicBezTo>
                  <a:pt x="2238688" y="3479380"/>
                  <a:pt x="2238190" y="3479048"/>
                  <a:pt x="2237940" y="3478632"/>
                </a:cubicBezTo>
                <a:lnTo>
                  <a:pt x="2227473" y="3460521"/>
                </a:lnTo>
                <a:cubicBezTo>
                  <a:pt x="2227223" y="3460023"/>
                  <a:pt x="2227224" y="3459441"/>
                  <a:pt x="2227473" y="3459026"/>
                </a:cubicBezTo>
                <a:lnTo>
                  <a:pt x="2237940" y="3440915"/>
                </a:lnTo>
                <a:cubicBezTo>
                  <a:pt x="2238189" y="3440416"/>
                  <a:pt x="2238688" y="3440167"/>
                  <a:pt x="2239186" y="3440167"/>
                </a:cubicBezTo>
                <a:lnTo>
                  <a:pt x="2260123" y="3440167"/>
                </a:lnTo>
                <a:cubicBezTo>
                  <a:pt x="2260622" y="3440167"/>
                  <a:pt x="2261119" y="3440499"/>
                  <a:pt x="2261368" y="3440915"/>
                </a:cubicBezTo>
                <a:lnTo>
                  <a:pt x="2271836" y="3459025"/>
                </a:lnTo>
                <a:cubicBezTo>
                  <a:pt x="2272086" y="3459524"/>
                  <a:pt x="2272086" y="3460105"/>
                  <a:pt x="2271836" y="3460521"/>
                </a:cubicBezTo>
                <a:lnTo>
                  <a:pt x="2261369" y="3478632"/>
                </a:lnTo>
                <a:cubicBezTo>
                  <a:pt x="2261119" y="3479131"/>
                  <a:pt x="2260621" y="3479380"/>
                  <a:pt x="2260123" y="3479380"/>
                </a:cubicBezTo>
                <a:close/>
                <a:moveTo>
                  <a:pt x="2419745" y="3527760"/>
                </a:moveTo>
                <a:cubicBezTo>
                  <a:pt x="2419247" y="3527760"/>
                  <a:pt x="2418748" y="3527428"/>
                  <a:pt x="2418499" y="3527012"/>
                </a:cubicBezTo>
                <a:lnTo>
                  <a:pt x="2408031" y="3508901"/>
                </a:lnTo>
                <a:cubicBezTo>
                  <a:pt x="2407782" y="3508403"/>
                  <a:pt x="2407782" y="3507821"/>
                  <a:pt x="2408031" y="3507406"/>
                </a:cubicBezTo>
                <a:lnTo>
                  <a:pt x="2418499" y="3489295"/>
                </a:lnTo>
                <a:cubicBezTo>
                  <a:pt x="2418748" y="3488796"/>
                  <a:pt x="2419247" y="3488547"/>
                  <a:pt x="2419745" y="3488547"/>
                </a:cubicBezTo>
                <a:lnTo>
                  <a:pt x="2440681" y="3488547"/>
                </a:lnTo>
                <a:cubicBezTo>
                  <a:pt x="2441180" y="3488547"/>
                  <a:pt x="2441678" y="3488879"/>
                  <a:pt x="2441927" y="3489295"/>
                </a:cubicBezTo>
                <a:lnTo>
                  <a:pt x="2452395" y="3507406"/>
                </a:lnTo>
                <a:cubicBezTo>
                  <a:pt x="2452645" y="3507904"/>
                  <a:pt x="2452645" y="3508486"/>
                  <a:pt x="2452395" y="3508901"/>
                </a:cubicBezTo>
                <a:lnTo>
                  <a:pt x="2441927" y="3527012"/>
                </a:lnTo>
                <a:cubicBezTo>
                  <a:pt x="2441678" y="3527511"/>
                  <a:pt x="2441180" y="3527760"/>
                  <a:pt x="2440681" y="3527760"/>
                </a:cubicBezTo>
                <a:close/>
                <a:moveTo>
                  <a:pt x="4345704" y="4043819"/>
                </a:moveTo>
                <a:cubicBezTo>
                  <a:pt x="4345206" y="4043819"/>
                  <a:pt x="4344708" y="4043487"/>
                  <a:pt x="4344458" y="4043071"/>
                </a:cubicBezTo>
                <a:lnTo>
                  <a:pt x="4333991" y="4024961"/>
                </a:lnTo>
                <a:cubicBezTo>
                  <a:pt x="4333742" y="4024462"/>
                  <a:pt x="4333742" y="4023881"/>
                  <a:pt x="4333991" y="4023465"/>
                </a:cubicBezTo>
                <a:lnTo>
                  <a:pt x="4344458" y="4005354"/>
                </a:lnTo>
                <a:cubicBezTo>
                  <a:pt x="4344707" y="4004855"/>
                  <a:pt x="4345206" y="4004606"/>
                  <a:pt x="4345704" y="4004606"/>
                </a:cubicBezTo>
                <a:lnTo>
                  <a:pt x="4366641" y="4004606"/>
                </a:lnTo>
                <a:cubicBezTo>
                  <a:pt x="4367140" y="4004606"/>
                  <a:pt x="4367637" y="4004938"/>
                  <a:pt x="4367887" y="4005354"/>
                </a:cubicBezTo>
                <a:lnTo>
                  <a:pt x="4378354" y="4023465"/>
                </a:lnTo>
                <a:cubicBezTo>
                  <a:pt x="4378603" y="4023963"/>
                  <a:pt x="4378603" y="4024545"/>
                  <a:pt x="4378354" y="4024960"/>
                </a:cubicBezTo>
                <a:lnTo>
                  <a:pt x="4367887" y="4043071"/>
                </a:lnTo>
                <a:cubicBezTo>
                  <a:pt x="4367638" y="4043570"/>
                  <a:pt x="4367140" y="4043819"/>
                  <a:pt x="4366641" y="4043819"/>
                </a:cubicBezTo>
                <a:close/>
                <a:moveTo>
                  <a:pt x="4405890" y="4059946"/>
                </a:moveTo>
                <a:cubicBezTo>
                  <a:pt x="4405392" y="4059946"/>
                  <a:pt x="4404894" y="4059614"/>
                  <a:pt x="4404644" y="4059198"/>
                </a:cubicBezTo>
                <a:lnTo>
                  <a:pt x="4394176" y="4041087"/>
                </a:lnTo>
                <a:cubicBezTo>
                  <a:pt x="4393927" y="4040589"/>
                  <a:pt x="4393928" y="4040007"/>
                  <a:pt x="4394176" y="4039592"/>
                </a:cubicBezTo>
                <a:lnTo>
                  <a:pt x="4404644" y="4021481"/>
                </a:lnTo>
                <a:cubicBezTo>
                  <a:pt x="4404893" y="4020982"/>
                  <a:pt x="4405392" y="4020733"/>
                  <a:pt x="4405890" y="4020733"/>
                </a:cubicBezTo>
                <a:lnTo>
                  <a:pt x="4426827" y="4020733"/>
                </a:lnTo>
                <a:cubicBezTo>
                  <a:pt x="4427326" y="4020733"/>
                  <a:pt x="4427823" y="4021065"/>
                  <a:pt x="4428072" y="4021481"/>
                </a:cubicBezTo>
                <a:lnTo>
                  <a:pt x="4438540" y="4039592"/>
                </a:lnTo>
                <a:cubicBezTo>
                  <a:pt x="4438789" y="4040090"/>
                  <a:pt x="4438789" y="4040672"/>
                  <a:pt x="4438540" y="4041087"/>
                </a:cubicBezTo>
                <a:lnTo>
                  <a:pt x="4428073" y="4059198"/>
                </a:lnTo>
                <a:cubicBezTo>
                  <a:pt x="4427823" y="4059697"/>
                  <a:pt x="4427325" y="4059946"/>
                  <a:pt x="4426826" y="4059946"/>
                </a:cubicBezTo>
                <a:close/>
                <a:moveTo>
                  <a:pt x="4586450" y="4108327"/>
                </a:moveTo>
                <a:cubicBezTo>
                  <a:pt x="4585952" y="4108327"/>
                  <a:pt x="4585453" y="4107995"/>
                  <a:pt x="4585204" y="4107579"/>
                </a:cubicBezTo>
                <a:lnTo>
                  <a:pt x="4574736" y="4089468"/>
                </a:lnTo>
                <a:cubicBezTo>
                  <a:pt x="4574487" y="4088970"/>
                  <a:pt x="4574487" y="4088388"/>
                  <a:pt x="4574736" y="4087973"/>
                </a:cubicBezTo>
                <a:lnTo>
                  <a:pt x="4585204" y="4069862"/>
                </a:lnTo>
                <a:cubicBezTo>
                  <a:pt x="4585453" y="4069363"/>
                  <a:pt x="4585952" y="4069114"/>
                  <a:pt x="4586450" y="4069114"/>
                </a:cubicBezTo>
                <a:lnTo>
                  <a:pt x="4607386" y="4069114"/>
                </a:lnTo>
                <a:cubicBezTo>
                  <a:pt x="4607885" y="4069114"/>
                  <a:pt x="4608383" y="4069446"/>
                  <a:pt x="4608632" y="4069862"/>
                </a:cubicBezTo>
                <a:lnTo>
                  <a:pt x="4619100" y="4087973"/>
                </a:lnTo>
                <a:cubicBezTo>
                  <a:pt x="4619349" y="4088471"/>
                  <a:pt x="4619349" y="4089053"/>
                  <a:pt x="4619100" y="4089468"/>
                </a:cubicBezTo>
                <a:lnTo>
                  <a:pt x="4608632" y="4107579"/>
                </a:lnTo>
                <a:cubicBezTo>
                  <a:pt x="4608383" y="4108078"/>
                  <a:pt x="4607885" y="4108327"/>
                  <a:pt x="4607386" y="4108327"/>
                </a:cubicBezTo>
                <a:close/>
                <a:moveTo>
                  <a:pt x="4646636" y="4124454"/>
                </a:moveTo>
                <a:cubicBezTo>
                  <a:pt x="4646138" y="4124454"/>
                  <a:pt x="4645639" y="4124122"/>
                  <a:pt x="4645390" y="4123706"/>
                </a:cubicBezTo>
                <a:lnTo>
                  <a:pt x="4634922" y="4105595"/>
                </a:lnTo>
                <a:cubicBezTo>
                  <a:pt x="4634673" y="4105097"/>
                  <a:pt x="4634673" y="4104515"/>
                  <a:pt x="4634922" y="4104100"/>
                </a:cubicBezTo>
                <a:lnTo>
                  <a:pt x="4645390" y="4085989"/>
                </a:lnTo>
                <a:cubicBezTo>
                  <a:pt x="4645639" y="4085490"/>
                  <a:pt x="4646138" y="4085241"/>
                  <a:pt x="4646636" y="4085241"/>
                </a:cubicBezTo>
                <a:lnTo>
                  <a:pt x="4667572" y="4085241"/>
                </a:lnTo>
                <a:cubicBezTo>
                  <a:pt x="4668071" y="4085241"/>
                  <a:pt x="4668568" y="4085573"/>
                  <a:pt x="4668818" y="4085989"/>
                </a:cubicBezTo>
                <a:lnTo>
                  <a:pt x="4679286" y="4104100"/>
                </a:lnTo>
                <a:cubicBezTo>
                  <a:pt x="4679535" y="4104598"/>
                  <a:pt x="4679535" y="4105180"/>
                  <a:pt x="4679286" y="4105595"/>
                </a:cubicBezTo>
                <a:lnTo>
                  <a:pt x="4668818" y="4123706"/>
                </a:lnTo>
                <a:cubicBezTo>
                  <a:pt x="4668569" y="4124205"/>
                  <a:pt x="4668071" y="4124454"/>
                  <a:pt x="4667572" y="4124454"/>
                </a:cubicBezTo>
                <a:close/>
                <a:moveTo>
                  <a:pt x="1817823" y="3366568"/>
                </a:moveTo>
                <a:cubicBezTo>
                  <a:pt x="1817325" y="3366568"/>
                  <a:pt x="1816826" y="3366235"/>
                  <a:pt x="1816577" y="3365820"/>
                </a:cubicBezTo>
                <a:lnTo>
                  <a:pt x="1806026" y="3347543"/>
                </a:lnTo>
                <a:cubicBezTo>
                  <a:pt x="1805777" y="3347044"/>
                  <a:pt x="1805777" y="3346462"/>
                  <a:pt x="1806026" y="3346047"/>
                </a:cubicBezTo>
                <a:lnTo>
                  <a:pt x="1816577" y="3327770"/>
                </a:lnTo>
                <a:cubicBezTo>
                  <a:pt x="1816826" y="3327271"/>
                  <a:pt x="1817325" y="3327022"/>
                  <a:pt x="1817823" y="3327022"/>
                </a:cubicBezTo>
                <a:lnTo>
                  <a:pt x="1838842" y="3327022"/>
                </a:lnTo>
                <a:cubicBezTo>
                  <a:pt x="1839341" y="3327022"/>
                  <a:pt x="1839839" y="3327354"/>
                  <a:pt x="1840088" y="3327770"/>
                </a:cubicBezTo>
                <a:lnTo>
                  <a:pt x="1850640" y="3346047"/>
                </a:lnTo>
                <a:cubicBezTo>
                  <a:pt x="1850889" y="3346546"/>
                  <a:pt x="1850889" y="3347127"/>
                  <a:pt x="1850640" y="3347543"/>
                </a:cubicBezTo>
                <a:lnTo>
                  <a:pt x="1840088" y="3365820"/>
                </a:lnTo>
                <a:cubicBezTo>
                  <a:pt x="1839839" y="3366318"/>
                  <a:pt x="1839341" y="3366568"/>
                  <a:pt x="1838842" y="3366568"/>
                </a:cubicBezTo>
                <a:close/>
                <a:moveTo>
                  <a:pt x="2299312" y="3495582"/>
                </a:moveTo>
                <a:cubicBezTo>
                  <a:pt x="2298814" y="3495583"/>
                  <a:pt x="2298315" y="3495249"/>
                  <a:pt x="2298066" y="3494834"/>
                </a:cubicBezTo>
                <a:lnTo>
                  <a:pt x="2287515" y="3476557"/>
                </a:lnTo>
                <a:cubicBezTo>
                  <a:pt x="2287266" y="3476058"/>
                  <a:pt x="2287266" y="3475476"/>
                  <a:pt x="2287515" y="3475061"/>
                </a:cubicBezTo>
                <a:lnTo>
                  <a:pt x="2298066" y="3456784"/>
                </a:lnTo>
                <a:cubicBezTo>
                  <a:pt x="2298315" y="3456285"/>
                  <a:pt x="2298814" y="3456036"/>
                  <a:pt x="2299312" y="3456036"/>
                </a:cubicBezTo>
                <a:lnTo>
                  <a:pt x="2320331" y="3456037"/>
                </a:lnTo>
                <a:cubicBezTo>
                  <a:pt x="2320829" y="3456036"/>
                  <a:pt x="2321328" y="3456368"/>
                  <a:pt x="2321577" y="3456784"/>
                </a:cubicBezTo>
                <a:lnTo>
                  <a:pt x="2332128" y="3475061"/>
                </a:lnTo>
                <a:cubicBezTo>
                  <a:pt x="2332378" y="3475560"/>
                  <a:pt x="2332378" y="3476141"/>
                  <a:pt x="2332128" y="3476557"/>
                </a:cubicBezTo>
                <a:lnTo>
                  <a:pt x="2321577" y="3494834"/>
                </a:lnTo>
                <a:cubicBezTo>
                  <a:pt x="2321328" y="3495333"/>
                  <a:pt x="2320829" y="3495582"/>
                  <a:pt x="2320331" y="3495582"/>
                </a:cubicBezTo>
                <a:close/>
                <a:moveTo>
                  <a:pt x="1998276" y="3415206"/>
                </a:moveTo>
                <a:cubicBezTo>
                  <a:pt x="1997695" y="3415206"/>
                  <a:pt x="1997196" y="3414957"/>
                  <a:pt x="1996947" y="3414458"/>
                </a:cubicBezTo>
                <a:lnTo>
                  <a:pt x="1986312" y="3396015"/>
                </a:lnTo>
                <a:cubicBezTo>
                  <a:pt x="1986064" y="3395599"/>
                  <a:pt x="1986063" y="3395018"/>
                  <a:pt x="1986313" y="3394519"/>
                </a:cubicBezTo>
                <a:lnTo>
                  <a:pt x="1996947" y="3376076"/>
                </a:lnTo>
                <a:cubicBezTo>
                  <a:pt x="1997279" y="3375577"/>
                  <a:pt x="1997778" y="3375328"/>
                  <a:pt x="1998276" y="3375328"/>
                </a:cubicBezTo>
                <a:lnTo>
                  <a:pt x="2019545" y="3375328"/>
                </a:lnTo>
                <a:cubicBezTo>
                  <a:pt x="2020126" y="3375328"/>
                  <a:pt x="2020625" y="3375577"/>
                  <a:pt x="2020874" y="3376076"/>
                </a:cubicBezTo>
                <a:lnTo>
                  <a:pt x="2031508" y="3394519"/>
                </a:lnTo>
                <a:cubicBezTo>
                  <a:pt x="2031756" y="3394935"/>
                  <a:pt x="2031757" y="3395516"/>
                  <a:pt x="2031507" y="3396015"/>
                </a:cubicBezTo>
                <a:lnTo>
                  <a:pt x="2020874" y="3414458"/>
                </a:lnTo>
                <a:cubicBezTo>
                  <a:pt x="2020541" y="3414957"/>
                  <a:pt x="2020043" y="3415206"/>
                  <a:pt x="2019545" y="3415206"/>
                </a:cubicBezTo>
                <a:close/>
                <a:moveTo>
                  <a:pt x="2900986" y="3657275"/>
                </a:moveTo>
                <a:cubicBezTo>
                  <a:pt x="2900405" y="3657275"/>
                  <a:pt x="2899906" y="3657025"/>
                  <a:pt x="2899656" y="3656527"/>
                </a:cubicBezTo>
                <a:lnTo>
                  <a:pt x="2888939" y="3637917"/>
                </a:lnTo>
                <a:cubicBezTo>
                  <a:pt x="2888691" y="3637502"/>
                  <a:pt x="2888691" y="3636920"/>
                  <a:pt x="2888940" y="3636422"/>
                </a:cubicBezTo>
                <a:lnTo>
                  <a:pt x="2899657" y="3617812"/>
                </a:lnTo>
                <a:cubicBezTo>
                  <a:pt x="2899989" y="3617396"/>
                  <a:pt x="2900488" y="3617064"/>
                  <a:pt x="2900986" y="3617064"/>
                </a:cubicBezTo>
                <a:lnTo>
                  <a:pt x="2922421" y="3617064"/>
                </a:lnTo>
                <a:cubicBezTo>
                  <a:pt x="2923002" y="3617064"/>
                  <a:pt x="2923501" y="3617313"/>
                  <a:pt x="2923750" y="3617812"/>
                </a:cubicBezTo>
                <a:lnTo>
                  <a:pt x="2934467" y="3636422"/>
                </a:lnTo>
                <a:cubicBezTo>
                  <a:pt x="2934716" y="3636837"/>
                  <a:pt x="2934716" y="3637418"/>
                  <a:pt x="2934467" y="3637917"/>
                </a:cubicBezTo>
                <a:lnTo>
                  <a:pt x="2923749" y="3656527"/>
                </a:lnTo>
                <a:cubicBezTo>
                  <a:pt x="2923418" y="3656942"/>
                  <a:pt x="2922919" y="3657275"/>
                  <a:pt x="2922421" y="3657275"/>
                </a:cubicBezTo>
                <a:close/>
                <a:moveTo>
                  <a:pt x="4219499" y="4048430"/>
                </a:moveTo>
                <a:cubicBezTo>
                  <a:pt x="4219416" y="4048430"/>
                  <a:pt x="4219250" y="4048264"/>
                  <a:pt x="4219250" y="4048264"/>
                </a:cubicBezTo>
                <a:lnTo>
                  <a:pt x="4216923" y="4044276"/>
                </a:lnTo>
                <a:cubicBezTo>
                  <a:pt x="4216923" y="4044193"/>
                  <a:pt x="4216923" y="4043944"/>
                  <a:pt x="4216923" y="4043944"/>
                </a:cubicBezTo>
                <a:lnTo>
                  <a:pt x="4219249" y="4039956"/>
                </a:lnTo>
                <a:cubicBezTo>
                  <a:pt x="4219249" y="4039790"/>
                  <a:pt x="4219499" y="4039790"/>
                  <a:pt x="4219499" y="4039790"/>
                </a:cubicBezTo>
                <a:lnTo>
                  <a:pt x="4224068" y="4039790"/>
                </a:lnTo>
                <a:cubicBezTo>
                  <a:pt x="4224151" y="4039790"/>
                  <a:pt x="4224317" y="4039956"/>
                  <a:pt x="4224317" y="4039956"/>
                </a:cubicBezTo>
                <a:lnTo>
                  <a:pt x="4226644" y="4043944"/>
                </a:lnTo>
                <a:cubicBezTo>
                  <a:pt x="4226644" y="4044027"/>
                  <a:pt x="4226644" y="4044276"/>
                  <a:pt x="4226644" y="4044276"/>
                </a:cubicBezTo>
                <a:lnTo>
                  <a:pt x="4224318" y="4048264"/>
                </a:lnTo>
                <a:cubicBezTo>
                  <a:pt x="4224318" y="4048430"/>
                  <a:pt x="4224068" y="4048430"/>
                  <a:pt x="4224068" y="4048430"/>
                </a:cubicBezTo>
                <a:close/>
                <a:moveTo>
                  <a:pt x="2891557" y="3700793"/>
                </a:moveTo>
                <a:cubicBezTo>
                  <a:pt x="2891225" y="3700793"/>
                  <a:pt x="2890810" y="3700377"/>
                  <a:pt x="2890810" y="3700377"/>
                </a:cubicBezTo>
                <a:lnTo>
                  <a:pt x="2884744" y="3689826"/>
                </a:lnTo>
                <a:cubicBezTo>
                  <a:pt x="2884579" y="3689577"/>
                  <a:pt x="2884745" y="3688996"/>
                  <a:pt x="2884745" y="3688996"/>
                </a:cubicBezTo>
                <a:lnTo>
                  <a:pt x="2890893" y="3678445"/>
                </a:lnTo>
                <a:cubicBezTo>
                  <a:pt x="2891058" y="3678195"/>
                  <a:pt x="2891640" y="3678029"/>
                  <a:pt x="2891640" y="3678029"/>
                </a:cubicBezTo>
                <a:lnTo>
                  <a:pt x="2903853" y="3678029"/>
                </a:lnTo>
                <a:cubicBezTo>
                  <a:pt x="2904185" y="3678029"/>
                  <a:pt x="2904601" y="3678445"/>
                  <a:pt x="2904601" y="3678445"/>
                </a:cubicBezTo>
                <a:lnTo>
                  <a:pt x="2910664" y="3688996"/>
                </a:lnTo>
                <a:cubicBezTo>
                  <a:pt x="2910832" y="3689245"/>
                  <a:pt x="2910665" y="3689826"/>
                  <a:pt x="2910665" y="3689826"/>
                </a:cubicBezTo>
                <a:lnTo>
                  <a:pt x="2904517" y="3700377"/>
                </a:lnTo>
                <a:cubicBezTo>
                  <a:pt x="2904350" y="3700627"/>
                  <a:pt x="2903770" y="3700793"/>
                  <a:pt x="2903770" y="3700793"/>
                </a:cubicBezTo>
                <a:close/>
                <a:moveTo>
                  <a:pt x="1746961" y="3396463"/>
                </a:moveTo>
                <a:cubicBezTo>
                  <a:pt x="1746545" y="3396463"/>
                  <a:pt x="1746047" y="3395964"/>
                  <a:pt x="1746047" y="3395964"/>
                </a:cubicBezTo>
                <a:lnTo>
                  <a:pt x="1738819" y="3383419"/>
                </a:lnTo>
                <a:cubicBezTo>
                  <a:pt x="1738653" y="3383170"/>
                  <a:pt x="1738819" y="3382422"/>
                  <a:pt x="1738819" y="3382422"/>
                </a:cubicBezTo>
                <a:lnTo>
                  <a:pt x="1746047" y="3369877"/>
                </a:lnTo>
                <a:cubicBezTo>
                  <a:pt x="1746296" y="3369545"/>
                  <a:pt x="1746961" y="3369379"/>
                  <a:pt x="1746961" y="3369379"/>
                </a:cubicBezTo>
                <a:lnTo>
                  <a:pt x="1761416" y="3369379"/>
                </a:lnTo>
                <a:cubicBezTo>
                  <a:pt x="1761831" y="3369379"/>
                  <a:pt x="1762330" y="3369877"/>
                  <a:pt x="1762330" y="3369877"/>
                </a:cubicBezTo>
                <a:lnTo>
                  <a:pt x="1769558" y="3382422"/>
                </a:lnTo>
                <a:cubicBezTo>
                  <a:pt x="1769724" y="3382672"/>
                  <a:pt x="1769558" y="3383419"/>
                  <a:pt x="1769558" y="3383419"/>
                </a:cubicBezTo>
                <a:lnTo>
                  <a:pt x="1762330" y="3395964"/>
                </a:lnTo>
                <a:cubicBezTo>
                  <a:pt x="1762081" y="3396297"/>
                  <a:pt x="1761416" y="3396463"/>
                  <a:pt x="1761416" y="3396463"/>
                </a:cubicBezTo>
                <a:close/>
                <a:moveTo>
                  <a:pt x="4274699" y="4073955"/>
                </a:moveTo>
                <a:cubicBezTo>
                  <a:pt x="4274283" y="4073955"/>
                  <a:pt x="4273785" y="4073457"/>
                  <a:pt x="4273785" y="4073457"/>
                </a:cubicBezTo>
                <a:lnTo>
                  <a:pt x="4266474" y="4060746"/>
                </a:lnTo>
                <a:cubicBezTo>
                  <a:pt x="4266308" y="4060496"/>
                  <a:pt x="4266474" y="4059749"/>
                  <a:pt x="4266474" y="4059749"/>
                </a:cubicBezTo>
                <a:lnTo>
                  <a:pt x="4273785" y="4047037"/>
                </a:lnTo>
                <a:cubicBezTo>
                  <a:pt x="4274034" y="4046706"/>
                  <a:pt x="4274699" y="4046539"/>
                  <a:pt x="4274699" y="4046539"/>
                </a:cubicBezTo>
                <a:lnTo>
                  <a:pt x="4289321" y="4046539"/>
                </a:lnTo>
                <a:cubicBezTo>
                  <a:pt x="4289736" y="4046539"/>
                  <a:pt x="4290235" y="4047037"/>
                  <a:pt x="4290235" y="4047037"/>
                </a:cubicBezTo>
                <a:lnTo>
                  <a:pt x="4297545" y="4059749"/>
                </a:lnTo>
                <a:cubicBezTo>
                  <a:pt x="4297712" y="4059999"/>
                  <a:pt x="4297545" y="4060746"/>
                  <a:pt x="4297545" y="4060746"/>
                </a:cubicBezTo>
                <a:lnTo>
                  <a:pt x="4290235" y="4073457"/>
                </a:lnTo>
                <a:cubicBezTo>
                  <a:pt x="4289985" y="4073789"/>
                  <a:pt x="4289321" y="4073955"/>
                  <a:pt x="4289321" y="4073955"/>
                </a:cubicBezTo>
                <a:close/>
                <a:moveTo>
                  <a:pt x="2949605" y="3720994"/>
                </a:moveTo>
                <a:cubicBezTo>
                  <a:pt x="2949189" y="3720994"/>
                  <a:pt x="2948608" y="3720412"/>
                  <a:pt x="2948608" y="3720412"/>
                </a:cubicBezTo>
                <a:lnTo>
                  <a:pt x="2940300" y="3706039"/>
                </a:lnTo>
                <a:cubicBezTo>
                  <a:pt x="2940051" y="3705707"/>
                  <a:pt x="2940300" y="3704876"/>
                  <a:pt x="2940300" y="3704876"/>
                </a:cubicBezTo>
                <a:lnTo>
                  <a:pt x="2948608" y="3690504"/>
                </a:lnTo>
                <a:cubicBezTo>
                  <a:pt x="2948774" y="3690171"/>
                  <a:pt x="2949605" y="3689922"/>
                  <a:pt x="2949605" y="3689922"/>
                </a:cubicBezTo>
                <a:lnTo>
                  <a:pt x="2966220" y="3689922"/>
                </a:lnTo>
                <a:cubicBezTo>
                  <a:pt x="2966636" y="3689922"/>
                  <a:pt x="2967217" y="3690504"/>
                  <a:pt x="2967217" y="3690504"/>
                </a:cubicBezTo>
                <a:lnTo>
                  <a:pt x="2975525" y="3704876"/>
                </a:lnTo>
                <a:cubicBezTo>
                  <a:pt x="2975774" y="3705209"/>
                  <a:pt x="2975525" y="3706039"/>
                  <a:pt x="2975525" y="3706039"/>
                </a:cubicBezTo>
                <a:lnTo>
                  <a:pt x="2967217" y="3720412"/>
                </a:lnTo>
                <a:cubicBezTo>
                  <a:pt x="2967051" y="3720744"/>
                  <a:pt x="2966220" y="3720994"/>
                  <a:pt x="2966220" y="3720994"/>
                </a:cubicBezTo>
                <a:close/>
                <a:moveTo>
                  <a:pt x="3009709" y="3737286"/>
                </a:moveTo>
                <a:cubicBezTo>
                  <a:pt x="3009293" y="3737286"/>
                  <a:pt x="3008712" y="3736705"/>
                  <a:pt x="3008712" y="3736705"/>
                </a:cubicBezTo>
                <a:lnTo>
                  <a:pt x="3000321" y="3722166"/>
                </a:lnTo>
                <a:cubicBezTo>
                  <a:pt x="3000072" y="3721833"/>
                  <a:pt x="3000321" y="3721002"/>
                  <a:pt x="3000321" y="3721002"/>
                </a:cubicBezTo>
                <a:lnTo>
                  <a:pt x="3008712" y="3706464"/>
                </a:lnTo>
                <a:cubicBezTo>
                  <a:pt x="3008878" y="3706131"/>
                  <a:pt x="3009293" y="3705882"/>
                  <a:pt x="3009709" y="3705882"/>
                </a:cubicBezTo>
                <a:lnTo>
                  <a:pt x="3026491" y="3705882"/>
                </a:lnTo>
                <a:cubicBezTo>
                  <a:pt x="3026906" y="3705882"/>
                  <a:pt x="3027488" y="3706464"/>
                  <a:pt x="3027488" y="3706464"/>
                </a:cubicBezTo>
                <a:lnTo>
                  <a:pt x="3035879" y="3721002"/>
                </a:lnTo>
                <a:cubicBezTo>
                  <a:pt x="3036128" y="3721335"/>
                  <a:pt x="3035879" y="3722166"/>
                  <a:pt x="3035879" y="3722166"/>
                </a:cubicBezTo>
                <a:lnTo>
                  <a:pt x="3027488" y="3736705"/>
                </a:lnTo>
                <a:cubicBezTo>
                  <a:pt x="3027321" y="3737037"/>
                  <a:pt x="3026906" y="3737286"/>
                  <a:pt x="3026491" y="3737286"/>
                </a:cubicBezTo>
                <a:close/>
                <a:moveTo>
                  <a:pt x="3129821" y="3769955"/>
                </a:moveTo>
                <a:cubicBezTo>
                  <a:pt x="3129323" y="3769955"/>
                  <a:pt x="3128741" y="3769373"/>
                  <a:pt x="3128741" y="3769373"/>
                </a:cubicBezTo>
                <a:lnTo>
                  <a:pt x="3120183" y="3754502"/>
                </a:lnTo>
                <a:cubicBezTo>
                  <a:pt x="3119935" y="3754086"/>
                  <a:pt x="3120183" y="3753256"/>
                  <a:pt x="3120183" y="3753256"/>
                </a:cubicBezTo>
                <a:lnTo>
                  <a:pt x="3128824" y="3738385"/>
                </a:lnTo>
                <a:cubicBezTo>
                  <a:pt x="3129072" y="3738052"/>
                  <a:pt x="3129489" y="3737803"/>
                  <a:pt x="3129904" y="3737803"/>
                </a:cubicBezTo>
                <a:lnTo>
                  <a:pt x="3147102" y="3737803"/>
                </a:lnTo>
                <a:cubicBezTo>
                  <a:pt x="3147600" y="3737803"/>
                  <a:pt x="3148182" y="3738385"/>
                  <a:pt x="3148182" y="3738385"/>
                </a:cubicBezTo>
                <a:lnTo>
                  <a:pt x="3156739" y="3753256"/>
                </a:lnTo>
                <a:cubicBezTo>
                  <a:pt x="3156988" y="3753671"/>
                  <a:pt x="3156739" y="3754502"/>
                  <a:pt x="3156739" y="3754502"/>
                </a:cubicBezTo>
                <a:lnTo>
                  <a:pt x="3148099" y="3769373"/>
                </a:lnTo>
                <a:cubicBezTo>
                  <a:pt x="3147849" y="3769705"/>
                  <a:pt x="3147433" y="3769955"/>
                  <a:pt x="3147018" y="3769955"/>
                </a:cubicBezTo>
                <a:close/>
                <a:moveTo>
                  <a:pt x="4815035" y="4221590"/>
                </a:moveTo>
                <a:cubicBezTo>
                  <a:pt x="4814620" y="4221590"/>
                  <a:pt x="4813955" y="4221008"/>
                  <a:pt x="4813955" y="4221008"/>
                </a:cubicBezTo>
                <a:lnTo>
                  <a:pt x="4805315" y="4206054"/>
                </a:lnTo>
                <a:cubicBezTo>
                  <a:pt x="4805066" y="4205639"/>
                  <a:pt x="4805314" y="4204808"/>
                  <a:pt x="4805314" y="4204808"/>
                </a:cubicBezTo>
                <a:lnTo>
                  <a:pt x="4813955" y="4189854"/>
                </a:lnTo>
                <a:cubicBezTo>
                  <a:pt x="4814204" y="4189521"/>
                  <a:pt x="4814620" y="4189272"/>
                  <a:pt x="4815035" y="4189272"/>
                </a:cubicBezTo>
                <a:lnTo>
                  <a:pt x="4832315" y="4189272"/>
                </a:lnTo>
                <a:cubicBezTo>
                  <a:pt x="4832731" y="4189272"/>
                  <a:pt x="4833396" y="4189854"/>
                  <a:pt x="4833396" y="4189854"/>
                </a:cubicBezTo>
                <a:lnTo>
                  <a:pt x="4842036" y="4204808"/>
                </a:lnTo>
                <a:cubicBezTo>
                  <a:pt x="4842285" y="4205223"/>
                  <a:pt x="4842036" y="4206054"/>
                  <a:pt x="4842036" y="4206054"/>
                </a:cubicBezTo>
                <a:lnTo>
                  <a:pt x="4833396" y="4221008"/>
                </a:lnTo>
                <a:cubicBezTo>
                  <a:pt x="4833146" y="4221341"/>
                  <a:pt x="4832731" y="4221590"/>
                  <a:pt x="4832315" y="4221590"/>
                </a:cubicBezTo>
                <a:close/>
                <a:moveTo>
                  <a:pt x="3069552" y="3753983"/>
                </a:moveTo>
                <a:cubicBezTo>
                  <a:pt x="3069137" y="3753983"/>
                  <a:pt x="3068472" y="3753401"/>
                  <a:pt x="3068472" y="3753401"/>
                </a:cubicBezTo>
                <a:lnTo>
                  <a:pt x="3059749" y="3738364"/>
                </a:lnTo>
                <a:cubicBezTo>
                  <a:pt x="3059500" y="3737949"/>
                  <a:pt x="3059749" y="3737118"/>
                  <a:pt x="3059749" y="3737118"/>
                </a:cubicBezTo>
                <a:lnTo>
                  <a:pt x="3068472" y="3722080"/>
                </a:lnTo>
                <a:cubicBezTo>
                  <a:pt x="3068721" y="3721748"/>
                  <a:pt x="3069137" y="3721499"/>
                  <a:pt x="3069552" y="3721499"/>
                </a:cubicBezTo>
                <a:lnTo>
                  <a:pt x="3086916" y="3721499"/>
                </a:lnTo>
                <a:cubicBezTo>
                  <a:pt x="3087331" y="3721499"/>
                  <a:pt x="3087996" y="3722080"/>
                  <a:pt x="3087996" y="3722080"/>
                </a:cubicBezTo>
                <a:lnTo>
                  <a:pt x="3096719" y="3737118"/>
                </a:lnTo>
                <a:cubicBezTo>
                  <a:pt x="3096968" y="3737533"/>
                  <a:pt x="3096719" y="3738364"/>
                  <a:pt x="3096719" y="3738364"/>
                </a:cubicBezTo>
                <a:lnTo>
                  <a:pt x="3087996" y="3753401"/>
                </a:lnTo>
                <a:cubicBezTo>
                  <a:pt x="3087746" y="3753734"/>
                  <a:pt x="3087331" y="3753983"/>
                  <a:pt x="3086916" y="3753983"/>
                </a:cubicBezTo>
                <a:close/>
                <a:moveTo>
                  <a:pt x="3249965" y="3802710"/>
                </a:moveTo>
                <a:cubicBezTo>
                  <a:pt x="3249550" y="3802709"/>
                  <a:pt x="3248885" y="3802044"/>
                  <a:pt x="3248885" y="3802044"/>
                </a:cubicBezTo>
                <a:lnTo>
                  <a:pt x="3240079" y="3786674"/>
                </a:lnTo>
                <a:cubicBezTo>
                  <a:pt x="3239830" y="3786259"/>
                  <a:pt x="3240079" y="3785429"/>
                  <a:pt x="3240079" y="3785429"/>
                </a:cubicBezTo>
                <a:lnTo>
                  <a:pt x="3248968" y="3770060"/>
                </a:lnTo>
                <a:cubicBezTo>
                  <a:pt x="3249218" y="3769643"/>
                  <a:pt x="3249633" y="3769394"/>
                  <a:pt x="3250048" y="3769394"/>
                </a:cubicBezTo>
                <a:lnTo>
                  <a:pt x="3267744" y="3769394"/>
                </a:lnTo>
                <a:cubicBezTo>
                  <a:pt x="3268160" y="3769395"/>
                  <a:pt x="3268824" y="3770059"/>
                  <a:pt x="3268824" y="3770059"/>
                </a:cubicBezTo>
                <a:lnTo>
                  <a:pt x="3277631" y="3785428"/>
                </a:lnTo>
                <a:cubicBezTo>
                  <a:pt x="3277880" y="3785845"/>
                  <a:pt x="3277631" y="3786674"/>
                  <a:pt x="3277631" y="3786674"/>
                </a:cubicBezTo>
                <a:lnTo>
                  <a:pt x="3268741" y="3802044"/>
                </a:lnTo>
                <a:cubicBezTo>
                  <a:pt x="3268492" y="3802460"/>
                  <a:pt x="3268076" y="3802709"/>
                  <a:pt x="3267661" y="3802709"/>
                </a:cubicBezTo>
                <a:close/>
                <a:moveTo>
                  <a:pt x="3189779" y="3786666"/>
                </a:moveTo>
                <a:cubicBezTo>
                  <a:pt x="3189364" y="3786666"/>
                  <a:pt x="3188699" y="3786001"/>
                  <a:pt x="3188699" y="3786001"/>
                </a:cubicBezTo>
                <a:lnTo>
                  <a:pt x="3179810" y="3770549"/>
                </a:lnTo>
                <a:cubicBezTo>
                  <a:pt x="3179561" y="3770216"/>
                  <a:pt x="3179810" y="3769302"/>
                  <a:pt x="3179810" y="3769302"/>
                </a:cubicBezTo>
                <a:lnTo>
                  <a:pt x="3188699" y="3753850"/>
                </a:lnTo>
                <a:cubicBezTo>
                  <a:pt x="3188948" y="3753434"/>
                  <a:pt x="3189364" y="3753185"/>
                  <a:pt x="3189779" y="3753185"/>
                </a:cubicBezTo>
                <a:lnTo>
                  <a:pt x="3207558" y="3753185"/>
                </a:lnTo>
                <a:cubicBezTo>
                  <a:pt x="3207973" y="3753185"/>
                  <a:pt x="3208638" y="3753850"/>
                  <a:pt x="3208638" y="3753850"/>
                </a:cubicBezTo>
                <a:lnTo>
                  <a:pt x="3217528" y="3769302"/>
                </a:lnTo>
                <a:cubicBezTo>
                  <a:pt x="3217777" y="3769635"/>
                  <a:pt x="3217528" y="3770549"/>
                  <a:pt x="3217528" y="3770549"/>
                </a:cubicBezTo>
                <a:lnTo>
                  <a:pt x="3208638" y="3786001"/>
                </a:lnTo>
                <a:cubicBezTo>
                  <a:pt x="3208389" y="3786417"/>
                  <a:pt x="3207973" y="3786666"/>
                  <a:pt x="3207558" y="3786666"/>
                </a:cubicBezTo>
                <a:close/>
                <a:moveTo>
                  <a:pt x="3310069" y="3818991"/>
                </a:moveTo>
                <a:cubicBezTo>
                  <a:pt x="3309654" y="3818992"/>
                  <a:pt x="3308989" y="3818327"/>
                  <a:pt x="3308989" y="3818327"/>
                </a:cubicBezTo>
                <a:lnTo>
                  <a:pt x="3300017" y="3802791"/>
                </a:lnTo>
                <a:cubicBezTo>
                  <a:pt x="3299768" y="3802458"/>
                  <a:pt x="3300017" y="3801545"/>
                  <a:pt x="3300017" y="3801545"/>
                </a:cubicBezTo>
                <a:lnTo>
                  <a:pt x="3308989" y="3786009"/>
                </a:lnTo>
                <a:cubicBezTo>
                  <a:pt x="3309238" y="3785593"/>
                  <a:pt x="3309654" y="3785345"/>
                  <a:pt x="3310069" y="3785344"/>
                </a:cubicBezTo>
                <a:lnTo>
                  <a:pt x="3327931" y="3785344"/>
                </a:lnTo>
                <a:cubicBezTo>
                  <a:pt x="3328347" y="3785344"/>
                  <a:pt x="3329011" y="3786009"/>
                  <a:pt x="3329011" y="3786009"/>
                </a:cubicBezTo>
                <a:lnTo>
                  <a:pt x="3337984" y="3801544"/>
                </a:lnTo>
                <a:cubicBezTo>
                  <a:pt x="3338233" y="3801877"/>
                  <a:pt x="3337984" y="3802790"/>
                  <a:pt x="3337984" y="3802790"/>
                </a:cubicBezTo>
                <a:lnTo>
                  <a:pt x="3329011" y="3818326"/>
                </a:lnTo>
                <a:cubicBezTo>
                  <a:pt x="3328762" y="3818743"/>
                  <a:pt x="3328347" y="3818991"/>
                  <a:pt x="3327931" y="3818991"/>
                </a:cubicBezTo>
                <a:close/>
                <a:moveTo>
                  <a:pt x="3370256" y="3835118"/>
                </a:moveTo>
                <a:cubicBezTo>
                  <a:pt x="3369841" y="3835119"/>
                  <a:pt x="3369176" y="3834454"/>
                  <a:pt x="3369176" y="3834454"/>
                </a:cubicBezTo>
                <a:lnTo>
                  <a:pt x="3360204" y="3818918"/>
                </a:lnTo>
                <a:cubicBezTo>
                  <a:pt x="3359955" y="3818586"/>
                  <a:pt x="3360204" y="3817672"/>
                  <a:pt x="3360204" y="3817672"/>
                </a:cubicBezTo>
                <a:lnTo>
                  <a:pt x="3369176" y="3802136"/>
                </a:lnTo>
                <a:cubicBezTo>
                  <a:pt x="3369425" y="3801720"/>
                  <a:pt x="3369841" y="3801472"/>
                  <a:pt x="3370256" y="3801471"/>
                </a:cubicBezTo>
                <a:lnTo>
                  <a:pt x="3388118" y="3801471"/>
                </a:lnTo>
                <a:cubicBezTo>
                  <a:pt x="3388534" y="3801471"/>
                  <a:pt x="3389198" y="3802136"/>
                  <a:pt x="3389198" y="3802136"/>
                </a:cubicBezTo>
                <a:lnTo>
                  <a:pt x="3398171" y="3817671"/>
                </a:lnTo>
                <a:cubicBezTo>
                  <a:pt x="3398420" y="3818004"/>
                  <a:pt x="3398171" y="3818917"/>
                  <a:pt x="3398171" y="3818917"/>
                </a:cubicBezTo>
                <a:lnTo>
                  <a:pt x="3389198" y="3834453"/>
                </a:lnTo>
                <a:cubicBezTo>
                  <a:pt x="3388949" y="3834870"/>
                  <a:pt x="3388534" y="3835118"/>
                  <a:pt x="3388118" y="3835118"/>
                </a:cubicBezTo>
                <a:close/>
                <a:moveTo>
                  <a:pt x="4754454" y="4206212"/>
                </a:moveTo>
                <a:cubicBezTo>
                  <a:pt x="4754040" y="4206212"/>
                  <a:pt x="4753375" y="4205548"/>
                  <a:pt x="4753375" y="4205548"/>
                </a:cubicBezTo>
                <a:lnTo>
                  <a:pt x="4744320" y="4189846"/>
                </a:lnTo>
                <a:cubicBezTo>
                  <a:pt x="4744070" y="4189514"/>
                  <a:pt x="4744320" y="4188600"/>
                  <a:pt x="4744320" y="4188600"/>
                </a:cubicBezTo>
                <a:lnTo>
                  <a:pt x="4753375" y="4172898"/>
                </a:lnTo>
                <a:cubicBezTo>
                  <a:pt x="4753542" y="4172482"/>
                  <a:pt x="4754040" y="4172233"/>
                  <a:pt x="4754454" y="4172233"/>
                </a:cubicBezTo>
                <a:lnTo>
                  <a:pt x="4772567" y="4172233"/>
                </a:lnTo>
                <a:cubicBezTo>
                  <a:pt x="4772981" y="4172233"/>
                  <a:pt x="4773647" y="4172898"/>
                  <a:pt x="4773647" y="4172898"/>
                </a:cubicBezTo>
                <a:lnTo>
                  <a:pt x="4782702" y="4188600"/>
                </a:lnTo>
                <a:cubicBezTo>
                  <a:pt x="4782952" y="4188932"/>
                  <a:pt x="4782702" y="4189846"/>
                  <a:pt x="4782702" y="4189846"/>
                </a:cubicBezTo>
                <a:lnTo>
                  <a:pt x="4773647" y="4205548"/>
                </a:lnTo>
                <a:cubicBezTo>
                  <a:pt x="4773481" y="4205963"/>
                  <a:pt x="4772982" y="4206212"/>
                  <a:pt x="4772567" y="4206212"/>
                </a:cubicBezTo>
                <a:close/>
                <a:moveTo>
                  <a:pt x="3430285" y="3851507"/>
                </a:moveTo>
                <a:cubicBezTo>
                  <a:pt x="3429870" y="3851506"/>
                  <a:pt x="3429206" y="3850841"/>
                  <a:pt x="3429206" y="3850841"/>
                </a:cubicBezTo>
                <a:lnTo>
                  <a:pt x="3420151" y="3835057"/>
                </a:lnTo>
                <a:cubicBezTo>
                  <a:pt x="3419901" y="3834642"/>
                  <a:pt x="3420151" y="3833727"/>
                  <a:pt x="3420151" y="3833727"/>
                </a:cubicBezTo>
                <a:lnTo>
                  <a:pt x="3429289" y="3817942"/>
                </a:lnTo>
                <a:cubicBezTo>
                  <a:pt x="3429455" y="3817526"/>
                  <a:pt x="3429954" y="3817278"/>
                  <a:pt x="3430369" y="3817278"/>
                </a:cubicBezTo>
                <a:lnTo>
                  <a:pt x="3448563" y="3817277"/>
                </a:lnTo>
                <a:cubicBezTo>
                  <a:pt x="3448978" y="3817278"/>
                  <a:pt x="3449643" y="3817942"/>
                  <a:pt x="3449643" y="3817942"/>
                </a:cubicBezTo>
                <a:lnTo>
                  <a:pt x="3458699" y="3833728"/>
                </a:lnTo>
                <a:cubicBezTo>
                  <a:pt x="3458949" y="3834143"/>
                  <a:pt x="3458700" y="3835056"/>
                  <a:pt x="3458700" y="3835056"/>
                </a:cubicBezTo>
                <a:lnTo>
                  <a:pt x="3449560" y="3850841"/>
                </a:lnTo>
                <a:cubicBezTo>
                  <a:pt x="3449395" y="3851257"/>
                  <a:pt x="3448895" y="3851507"/>
                  <a:pt x="3448480" y="3851507"/>
                </a:cubicBezTo>
                <a:close/>
                <a:moveTo>
                  <a:pt x="1805257" y="3416164"/>
                </a:moveTo>
                <a:cubicBezTo>
                  <a:pt x="1804841" y="3416164"/>
                  <a:pt x="1804177" y="3415499"/>
                  <a:pt x="1804177" y="3415499"/>
                </a:cubicBezTo>
                <a:lnTo>
                  <a:pt x="1795038" y="3399631"/>
                </a:lnTo>
                <a:cubicBezTo>
                  <a:pt x="1794789" y="3399216"/>
                  <a:pt x="1795038" y="3398302"/>
                  <a:pt x="1795038" y="3398302"/>
                </a:cubicBezTo>
                <a:lnTo>
                  <a:pt x="1804177" y="3382434"/>
                </a:lnTo>
                <a:cubicBezTo>
                  <a:pt x="1804342" y="3382018"/>
                  <a:pt x="1804841" y="3381769"/>
                  <a:pt x="1805257" y="3381769"/>
                </a:cubicBezTo>
                <a:lnTo>
                  <a:pt x="1823534" y="3381769"/>
                </a:lnTo>
                <a:cubicBezTo>
                  <a:pt x="1823950" y="3381769"/>
                  <a:pt x="1824614" y="3382434"/>
                  <a:pt x="1824614" y="3382434"/>
                </a:cubicBezTo>
                <a:lnTo>
                  <a:pt x="1833753" y="3398302"/>
                </a:lnTo>
                <a:cubicBezTo>
                  <a:pt x="1834002" y="3398717"/>
                  <a:pt x="1833753" y="3399631"/>
                  <a:pt x="1833753" y="3399631"/>
                </a:cubicBezTo>
                <a:lnTo>
                  <a:pt x="1824614" y="3415499"/>
                </a:lnTo>
                <a:cubicBezTo>
                  <a:pt x="1824448" y="3415914"/>
                  <a:pt x="1823950" y="3416164"/>
                  <a:pt x="1823534" y="3416164"/>
                </a:cubicBezTo>
                <a:close/>
                <a:moveTo>
                  <a:pt x="3610739" y="3900227"/>
                </a:moveTo>
                <a:cubicBezTo>
                  <a:pt x="3610240" y="3900227"/>
                  <a:pt x="3609575" y="3899563"/>
                  <a:pt x="3609575" y="3899563"/>
                </a:cubicBezTo>
                <a:lnTo>
                  <a:pt x="3600354" y="3883528"/>
                </a:lnTo>
                <a:cubicBezTo>
                  <a:pt x="3600105" y="3883113"/>
                  <a:pt x="3600354" y="3882199"/>
                  <a:pt x="3600354" y="3882199"/>
                </a:cubicBezTo>
                <a:lnTo>
                  <a:pt x="3609575" y="3866165"/>
                </a:lnTo>
                <a:cubicBezTo>
                  <a:pt x="3609825" y="3865749"/>
                  <a:pt x="3610240" y="3865500"/>
                  <a:pt x="3610739" y="3865500"/>
                </a:cubicBezTo>
                <a:lnTo>
                  <a:pt x="3629265" y="3865500"/>
                </a:lnTo>
                <a:cubicBezTo>
                  <a:pt x="3629764" y="3865500"/>
                  <a:pt x="3630428" y="3866165"/>
                  <a:pt x="3630428" y="3866165"/>
                </a:cubicBezTo>
                <a:lnTo>
                  <a:pt x="3639650" y="3882199"/>
                </a:lnTo>
                <a:cubicBezTo>
                  <a:pt x="3639900" y="3882614"/>
                  <a:pt x="3639650" y="3883528"/>
                  <a:pt x="3639650" y="3883528"/>
                </a:cubicBezTo>
                <a:lnTo>
                  <a:pt x="3630428" y="3899563"/>
                </a:lnTo>
                <a:cubicBezTo>
                  <a:pt x="3630179" y="3899978"/>
                  <a:pt x="3629764" y="3900227"/>
                  <a:pt x="3629265" y="3900227"/>
                </a:cubicBezTo>
                <a:close/>
                <a:moveTo>
                  <a:pt x="3851483" y="3964734"/>
                </a:moveTo>
                <a:cubicBezTo>
                  <a:pt x="3850984" y="3964734"/>
                  <a:pt x="3850319" y="3964070"/>
                  <a:pt x="3850319" y="3964070"/>
                </a:cubicBezTo>
                <a:lnTo>
                  <a:pt x="3841098" y="3948035"/>
                </a:lnTo>
                <a:cubicBezTo>
                  <a:pt x="3840849" y="3947620"/>
                  <a:pt x="3841098" y="3946706"/>
                  <a:pt x="3841098" y="3946706"/>
                </a:cubicBezTo>
                <a:lnTo>
                  <a:pt x="3850320" y="3930672"/>
                </a:lnTo>
                <a:cubicBezTo>
                  <a:pt x="3850569" y="3930256"/>
                  <a:pt x="3850984" y="3930007"/>
                  <a:pt x="3851483" y="3930007"/>
                </a:cubicBezTo>
                <a:lnTo>
                  <a:pt x="3870010" y="3930007"/>
                </a:lnTo>
                <a:cubicBezTo>
                  <a:pt x="3870509" y="3930007"/>
                  <a:pt x="3871173" y="3930672"/>
                  <a:pt x="3871173" y="3930672"/>
                </a:cubicBezTo>
                <a:lnTo>
                  <a:pt x="3880394" y="3946706"/>
                </a:lnTo>
                <a:cubicBezTo>
                  <a:pt x="3880644" y="3947121"/>
                  <a:pt x="3880394" y="3948035"/>
                  <a:pt x="3880394" y="3948035"/>
                </a:cubicBezTo>
                <a:lnTo>
                  <a:pt x="3871172" y="3964070"/>
                </a:lnTo>
                <a:cubicBezTo>
                  <a:pt x="3870924" y="3964485"/>
                  <a:pt x="3870509" y="3964734"/>
                  <a:pt x="3870010" y="3964734"/>
                </a:cubicBezTo>
                <a:close/>
                <a:moveTo>
                  <a:pt x="1022567" y="3206917"/>
                </a:moveTo>
                <a:cubicBezTo>
                  <a:pt x="1022068" y="3206917"/>
                  <a:pt x="1021404" y="3206253"/>
                  <a:pt x="1021404" y="3206253"/>
                </a:cubicBezTo>
                <a:lnTo>
                  <a:pt x="1012016" y="3190052"/>
                </a:lnTo>
                <a:cubicBezTo>
                  <a:pt x="1011767" y="3189637"/>
                  <a:pt x="1012016" y="3188723"/>
                  <a:pt x="1012016" y="3188723"/>
                </a:cubicBezTo>
                <a:lnTo>
                  <a:pt x="1021404" y="3172523"/>
                </a:lnTo>
                <a:cubicBezTo>
                  <a:pt x="1021653" y="3172107"/>
                  <a:pt x="1022068" y="3171858"/>
                  <a:pt x="1022567" y="3171858"/>
                </a:cubicBezTo>
                <a:lnTo>
                  <a:pt x="1041260" y="3171858"/>
                </a:lnTo>
                <a:cubicBezTo>
                  <a:pt x="1041758" y="3171858"/>
                  <a:pt x="1042423" y="3172523"/>
                  <a:pt x="1042423" y="3172523"/>
                </a:cubicBezTo>
                <a:lnTo>
                  <a:pt x="1051811" y="3188723"/>
                </a:lnTo>
                <a:cubicBezTo>
                  <a:pt x="1052060" y="3189138"/>
                  <a:pt x="1051811" y="3190052"/>
                  <a:pt x="1051811" y="3190052"/>
                </a:cubicBezTo>
                <a:lnTo>
                  <a:pt x="1042423" y="3206253"/>
                </a:lnTo>
                <a:cubicBezTo>
                  <a:pt x="1042173" y="3206668"/>
                  <a:pt x="1041758" y="3206917"/>
                  <a:pt x="1041260" y="3206917"/>
                </a:cubicBezTo>
                <a:close/>
                <a:moveTo>
                  <a:pt x="3550388" y="3884338"/>
                </a:moveTo>
                <a:cubicBezTo>
                  <a:pt x="3549889" y="3884338"/>
                  <a:pt x="3549224" y="3883674"/>
                  <a:pt x="3549224" y="3883674"/>
                </a:cubicBezTo>
                <a:lnTo>
                  <a:pt x="3539837" y="3867390"/>
                </a:lnTo>
                <a:cubicBezTo>
                  <a:pt x="3539588" y="3866975"/>
                  <a:pt x="3539837" y="3866061"/>
                  <a:pt x="3539837" y="3866061"/>
                </a:cubicBezTo>
                <a:lnTo>
                  <a:pt x="3549224" y="3849778"/>
                </a:lnTo>
                <a:cubicBezTo>
                  <a:pt x="3549474" y="3849362"/>
                  <a:pt x="3549889" y="3849113"/>
                  <a:pt x="3550388" y="3849113"/>
                </a:cubicBezTo>
                <a:lnTo>
                  <a:pt x="3569163" y="3849113"/>
                </a:lnTo>
                <a:cubicBezTo>
                  <a:pt x="3569661" y="3849113"/>
                  <a:pt x="3570326" y="3849778"/>
                  <a:pt x="3570326" y="3849778"/>
                </a:cubicBezTo>
                <a:lnTo>
                  <a:pt x="3579714" y="3866061"/>
                </a:lnTo>
                <a:cubicBezTo>
                  <a:pt x="3579964" y="3866477"/>
                  <a:pt x="3579714" y="3867390"/>
                  <a:pt x="3579714" y="3867390"/>
                </a:cubicBezTo>
                <a:lnTo>
                  <a:pt x="3570326" y="3883674"/>
                </a:lnTo>
                <a:cubicBezTo>
                  <a:pt x="3570076" y="3884089"/>
                  <a:pt x="3569661" y="3884338"/>
                  <a:pt x="3569163" y="3884338"/>
                </a:cubicBezTo>
                <a:close/>
                <a:moveTo>
                  <a:pt x="902111" y="3174841"/>
                </a:moveTo>
                <a:cubicBezTo>
                  <a:pt x="901612" y="3174841"/>
                  <a:pt x="900948" y="3174176"/>
                  <a:pt x="900948" y="3174176"/>
                </a:cubicBezTo>
                <a:lnTo>
                  <a:pt x="891477" y="3157809"/>
                </a:lnTo>
                <a:cubicBezTo>
                  <a:pt x="891227" y="3157394"/>
                  <a:pt x="891477" y="3156480"/>
                  <a:pt x="891477" y="3156480"/>
                </a:cubicBezTo>
                <a:lnTo>
                  <a:pt x="900948" y="3140114"/>
                </a:lnTo>
                <a:cubicBezTo>
                  <a:pt x="901197" y="3139698"/>
                  <a:pt x="901612" y="3139449"/>
                  <a:pt x="902111" y="3139449"/>
                </a:cubicBezTo>
                <a:lnTo>
                  <a:pt x="921053" y="3139449"/>
                </a:lnTo>
                <a:cubicBezTo>
                  <a:pt x="921551" y="3139449"/>
                  <a:pt x="922216" y="3140114"/>
                  <a:pt x="922216" y="3140114"/>
                </a:cubicBezTo>
                <a:lnTo>
                  <a:pt x="931687" y="3156480"/>
                </a:lnTo>
                <a:cubicBezTo>
                  <a:pt x="931936" y="3156896"/>
                  <a:pt x="931687" y="3157809"/>
                  <a:pt x="931687" y="3157809"/>
                </a:cubicBezTo>
                <a:lnTo>
                  <a:pt x="922215" y="3174176"/>
                </a:lnTo>
                <a:cubicBezTo>
                  <a:pt x="921967" y="3174592"/>
                  <a:pt x="921551" y="3174841"/>
                  <a:pt x="921053" y="3174841"/>
                </a:cubicBezTo>
                <a:close/>
                <a:moveTo>
                  <a:pt x="3730862" y="3932803"/>
                </a:moveTo>
                <a:cubicBezTo>
                  <a:pt x="3730363" y="3932803"/>
                  <a:pt x="3729699" y="3932138"/>
                  <a:pt x="3729699" y="3932138"/>
                </a:cubicBezTo>
                <a:lnTo>
                  <a:pt x="3720228" y="3915771"/>
                </a:lnTo>
                <a:cubicBezTo>
                  <a:pt x="3719979" y="3915356"/>
                  <a:pt x="3720228" y="3914442"/>
                  <a:pt x="3720228" y="3914442"/>
                </a:cubicBezTo>
                <a:lnTo>
                  <a:pt x="3729699" y="3898076"/>
                </a:lnTo>
                <a:cubicBezTo>
                  <a:pt x="3729948" y="3897660"/>
                  <a:pt x="3730363" y="3897411"/>
                  <a:pt x="3730862" y="3897411"/>
                </a:cubicBezTo>
                <a:lnTo>
                  <a:pt x="3749804" y="3897411"/>
                </a:lnTo>
                <a:cubicBezTo>
                  <a:pt x="3750303" y="3897411"/>
                  <a:pt x="3750967" y="3898076"/>
                  <a:pt x="3750967" y="3898076"/>
                </a:cubicBezTo>
                <a:lnTo>
                  <a:pt x="3760438" y="3914442"/>
                </a:lnTo>
                <a:cubicBezTo>
                  <a:pt x="3760688" y="3914858"/>
                  <a:pt x="3760438" y="3915771"/>
                  <a:pt x="3760438" y="3915771"/>
                </a:cubicBezTo>
                <a:lnTo>
                  <a:pt x="3750967" y="3932138"/>
                </a:lnTo>
                <a:cubicBezTo>
                  <a:pt x="3750718" y="3932554"/>
                  <a:pt x="3750303" y="3932803"/>
                  <a:pt x="3749804" y="3932803"/>
                </a:cubicBezTo>
                <a:close/>
                <a:moveTo>
                  <a:pt x="3791049" y="3948930"/>
                </a:moveTo>
                <a:cubicBezTo>
                  <a:pt x="3790550" y="3948930"/>
                  <a:pt x="3789886" y="3948265"/>
                  <a:pt x="3789886" y="3948265"/>
                </a:cubicBezTo>
                <a:lnTo>
                  <a:pt x="3780415" y="3931898"/>
                </a:lnTo>
                <a:cubicBezTo>
                  <a:pt x="3780166" y="3931483"/>
                  <a:pt x="3780415" y="3930569"/>
                  <a:pt x="3780415" y="3930569"/>
                </a:cubicBezTo>
                <a:lnTo>
                  <a:pt x="3789886" y="3914203"/>
                </a:lnTo>
                <a:cubicBezTo>
                  <a:pt x="3790135" y="3913787"/>
                  <a:pt x="3790550" y="3913538"/>
                  <a:pt x="3791049" y="3913538"/>
                </a:cubicBezTo>
                <a:lnTo>
                  <a:pt x="3809991" y="3913538"/>
                </a:lnTo>
                <a:cubicBezTo>
                  <a:pt x="3810490" y="3913538"/>
                  <a:pt x="3811154" y="3914203"/>
                  <a:pt x="3811154" y="3914203"/>
                </a:cubicBezTo>
                <a:lnTo>
                  <a:pt x="3820625" y="3930569"/>
                </a:lnTo>
                <a:cubicBezTo>
                  <a:pt x="3820875" y="3930985"/>
                  <a:pt x="3820625" y="3931898"/>
                  <a:pt x="3820625" y="3931898"/>
                </a:cubicBezTo>
                <a:lnTo>
                  <a:pt x="3811154" y="3948265"/>
                </a:lnTo>
                <a:cubicBezTo>
                  <a:pt x="3810905" y="3948681"/>
                  <a:pt x="3810490" y="3948930"/>
                  <a:pt x="3809991" y="3948930"/>
                </a:cubicBezTo>
                <a:close/>
                <a:moveTo>
                  <a:pt x="962191" y="3191131"/>
                </a:moveTo>
                <a:cubicBezTo>
                  <a:pt x="961692" y="3191131"/>
                  <a:pt x="961028" y="3190466"/>
                  <a:pt x="961028" y="3190466"/>
                </a:cubicBezTo>
                <a:lnTo>
                  <a:pt x="951557" y="3174017"/>
                </a:lnTo>
                <a:cubicBezTo>
                  <a:pt x="951307" y="3173601"/>
                  <a:pt x="951557" y="3172687"/>
                  <a:pt x="951557" y="3172687"/>
                </a:cubicBezTo>
                <a:lnTo>
                  <a:pt x="961111" y="3156238"/>
                </a:lnTo>
                <a:cubicBezTo>
                  <a:pt x="961360" y="3155822"/>
                  <a:pt x="961775" y="3155573"/>
                  <a:pt x="962274" y="3155573"/>
                </a:cubicBezTo>
                <a:lnTo>
                  <a:pt x="981299" y="3155573"/>
                </a:lnTo>
                <a:cubicBezTo>
                  <a:pt x="981798" y="3155573"/>
                  <a:pt x="982462" y="3156238"/>
                  <a:pt x="982462" y="3156238"/>
                </a:cubicBezTo>
                <a:lnTo>
                  <a:pt x="991933" y="3172687"/>
                </a:lnTo>
                <a:cubicBezTo>
                  <a:pt x="992183" y="3173103"/>
                  <a:pt x="991933" y="3174017"/>
                  <a:pt x="991933" y="3174017"/>
                </a:cubicBezTo>
                <a:lnTo>
                  <a:pt x="982379" y="3190466"/>
                </a:lnTo>
                <a:cubicBezTo>
                  <a:pt x="982130" y="3190882"/>
                  <a:pt x="981715" y="3191131"/>
                  <a:pt x="981216" y="3191131"/>
                </a:cubicBezTo>
                <a:close/>
                <a:moveTo>
                  <a:pt x="3489932" y="3868613"/>
                </a:moveTo>
                <a:cubicBezTo>
                  <a:pt x="3489434" y="3868613"/>
                  <a:pt x="3489018" y="3868364"/>
                  <a:pt x="3488768" y="3867949"/>
                </a:cubicBezTo>
                <a:lnTo>
                  <a:pt x="3479132" y="3851333"/>
                </a:lnTo>
                <a:cubicBezTo>
                  <a:pt x="3478883" y="3850917"/>
                  <a:pt x="3478883" y="3850419"/>
                  <a:pt x="3479132" y="3850004"/>
                </a:cubicBezTo>
                <a:lnTo>
                  <a:pt x="3488769" y="3833388"/>
                </a:lnTo>
                <a:cubicBezTo>
                  <a:pt x="3489018" y="3832972"/>
                  <a:pt x="3489434" y="3832723"/>
                  <a:pt x="3489932" y="3832723"/>
                </a:cubicBezTo>
                <a:lnTo>
                  <a:pt x="3509124" y="3832723"/>
                </a:lnTo>
                <a:cubicBezTo>
                  <a:pt x="3509622" y="3832723"/>
                  <a:pt x="3510037" y="3832972"/>
                  <a:pt x="3510287" y="3833388"/>
                </a:cubicBezTo>
                <a:lnTo>
                  <a:pt x="3519924" y="3850004"/>
                </a:lnTo>
                <a:cubicBezTo>
                  <a:pt x="3520173" y="3850419"/>
                  <a:pt x="3520173" y="3850917"/>
                  <a:pt x="3519924" y="3851333"/>
                </a:cubicBezTo>
                <a:lnTo>
                  <a:pt x="3510287" y="3867949"/>
                </a:lnTo>
                <a:cubicBezTo>
                  <a:pt x="3510037" y="3868364"/>
                  <a:pt x="3509622" y="3868613"/>
                  <a:pt x="3509124" y="3868613"/>
                </a:cubicBezTo>
                <a:close/>
                <a:moveTo>
                  <a:pt x="2466763" y="3594561"/>
                </a:moveTo>
                <a:cubicBezTo>
                  <a:pt x="2466265" y="3594561"/>
                  <a:pt x="2465849" y="3594312"/>
                  <a:pt x="2465600" y="3593897"/>
                </a:cubicBezTo>
                <a:lnTo>
                  <a:pt x="2455963" y="3577198"/>
                </a:lnTo>
                <a:cubicBezTo>
                  <a:pt x="2455714" y="3576782"/>
                  <a:pt x="2455714" y="3576284"/>
                  <a:pt x="2455963" y="3575869"/>
                </a:cubicBezTo>
                <a:lnTo>
                  <a:pt x="2465600" y="3559170"/>
                </a:lnTo>
                <a:cubicBezTo>
                  <a:pt x="2465849" y="3558754"/>
                  <a:pt x="2466265" y="3558505"/>
                  <a:pt x="2466763" y="3558505"/>
                </a:cubicBezTo>
                <a:lnTo>
                  <a:pt x="2486121" y="3558505"/>
                </a:lnTo>
                <a:cubicBezTo>
                  <a:pt x="2486619" y="3558505"/>
                  <a:pt x="2487034" y="3558754"/>
                  <a:pt x="2487284" y="3559170"/>
                </a:cubicBezTo>
                <a:lnTo>
                  <a:pt x="2496921" y="3575869"/>
                </a:lnTo>
                <a:cubicBezTo>
                  <a:pt x="2497170" y="3576284"/>
                  <a:pt x="2497170" y="3576782"/>
                  <a:pt x="2496921" y="3577198"/>
                </a:cubicBezTo>
                <a:lnTo>
                  <a:pt x="2487284" y="3593897"/>
                </a:lnTo>
                <a:cubicBezTo>
                  <a:pt x="2487034" y="3594312"/>
                  <a:pt x="2486619" y="3594561"/>
                  <a:pt x="2486121" y="3594561"/>
                </a:cubicBezTo>
                <a:close/>
                <a:moveTo>
                  <a:pt x="3670488" y="3917098"/>
                </a:moveTo>
                <a:cubicBezTo>
                  <a:pt x="3669989" y="3917098"/>
                  <a:pt x="3669573" y="3916849"/>
                  <a:pt x="3669324" y="3916434"/>
                </a:cubicBezTo>
                <a:lnTo>
                  <a:pt x="3659688" y="3899735"/>
                </a:lnTo>
                <a:cubicBezTo>
                  <a:pt x="3659438" y="3899319"/>
                  <a:pt x="3659439" y="3898821"/>
                  <a:pt x="3659688" y="3898406"/>
                </a:cubicBezTo>
                <a:lnTo>
                  <a:pt x="3669324" y="3881707"/>
                </a:lnTo>
                <a:cubicBezTo>
                  <a:pt x="3669574" y="3881291"/>
                  <a:pt x="3669990" y="3881042"/>
                  <a:pt x="3670488" y="3881042"/>
                </a:cubicBezTo>
                <a:lnTo>
                  <a:pt x="3689845" y="3881042"/>
                </a:lnTo>
                <a:cubicBezTo>
                  <a:pt x="3690343" y="3881042"/>
                  <a:pt x="3690758" y="3881291"/>
                  <a:pt x="3691008" y="3881707"/>
                </a:cubicBezTo>
                <a:lnTo>
                  <a:pt x="3700646" y="3898406"/>
                </a:lnTo>
                <a:cubicBezTo>
                  <a:pt x="3700894" y="3898821"/>
                  <a:pt x="3700894" y="3899319"/>
                  <a:pt x="3700646" y="3899735"/>
                </a:cubicBezTo>
                <a:lnTo>
                  <a:pt x="3691008" y="3916434"/>
                </a:lnTo>
                <a:cubicBezTo>
                  <a:pt x="3690758" y="3916849"/>
                  <a:pt x="3690343" y="3917098"/>
                  <a:pt x="3689845" y="3917098"/>
                </a:cubicBezTo>
                <a:close/>
                <a:moveTo>
                  <a:pt x="841684" y="3159214"/>
                </a:moveTo>
                <a:cubicBezTo>
                  <a:pt x="841186" y="3159214"/>
                  <a:pt x="840771" y="3158965"/>
                  <a:pt x="840521" y="3158549"/>
                </a:cubicBezTo>
                <a:lnTo>
                  <a:pt x="830802" y="3141684"/>
                </a:lnTo>
                <a:cubicBezTo>
                  <a:pt x="830552" y="3141186"/>
                  <a:pt x="830553" y="3140687"/>
                  <a:pt x="830802" y="3140272"/>
                </a:cubicBezTo>
                <a:lnTo>
                  <a:pt x="840522" y="3123407"/>
                </a:lnTo>
                <a:cubicBezTo>
                  <a:pt x="840770" y="3122991"/>
                  <a:pt x="841186" y="3122742"/>
                  <a:pt x="841684" y="3122742"/>
                </a:cubicBezTo>
                <a:lnTo>
                  <a:pt x="861125" y="3122742"/>
                </a:lnTo>
                <a:cubicBezTo>
                  <a:pt x="861623" y="3122742"/>
                  <a:pt x="862040" y="3122991"/>
                  <a:pt x="862288" y="3123407"/>
                </a:cubicBezTo>
                <a:lnTo>
                  <a:pt x="872009" y="3140272"/>
                </a:lnTo>
                <a:cubicBezTo>
                  <a:pt x="872258" y="3140770"/>
                  <a:pt x="872259" y="3141269"/>
                  <a:pt x="872009" y="3141684"/>
                </a:cubicBezTo>
                <a:lnTo>
                  <a:pt x="862288" y="3158549"/>
                </a:lnTo>
                <a:cubicBezTo>
                  <a:pt x="862039" y="3158965"/>
                  <a:pt x="861624" y="3159214"/>
                  <a:pt x="861125" y="3159214"/>
                </a:cubicBezTo>
                <a:close/>
                <a:moveTo>
                  <a:pt x="4332486" y="4094572"/>
                </a:moveTo>
                <a:cubicBezTo>
                  <a:pt x="4331988" y="4094572"/>
                  <a:pt x="4331572" y="4094323"/>
                  <a:pt x="4331323" y="4093907"/>
                </a:cubicBezTo>
                <a:lnTo>
                  <a:pt x="4321603" y="4077042"/>
                </a:lnTo>
                <a:cubicBezTo>
                  <a:pt x="4321354" y="4076544"/>
                  <a:pt x="4321354" y="4076045"/>
                  <a:pt x="4321603" y="4075630"/>
                </a:cubicBezTo>
                <a:lnTo>
                  <a:pt x="4331324" y="4058765"/>
                </a:lnTo>
                <a:cubicBezTo>
                  <a:pt x="4331572" y="4058349"/>
                  <a:pt x="4331988" y="4058100"/>
                  <a:pt x="4332486" y="4058100"/>
                </a:cubicBezTo>
                <a:lnTo>
                  <a:pt x="4351927" y="4058100"/>
                </a:lnTo>
                <a:cubicBezTo>
                  <a:pt x="4352425" y="4058100"/>
                  <a:pt x="4352841" y="4058349"/>
                  <a:pt x="4353090" y="4058765"/>
                </a:cubicBezTo>
                <a:lnTo>
                  <a:pt x="4362810" y="4075630"/>
                </a:lnTo>
                <a:cubicBezTo>
                  <a:pt x="4363060" y="4076128"/>
                  <a:pt x="4363059" y="4076627"/>
                  <a:pt x="4362810" y="4077042"/>
                </a:cubicBezTo>
                <a:lnTo>
                  <a:pt x="4353090" y="4093907"/>
                </a:lnTo>
                <a:cubicBezTo>
                  <a:pt x="4352841" y="4094323"/>
                  <a:pt x="4352426" y="4094572"/>
                  <a:pt x="4351927" y="4094572"/>
                </a:cubicBezTo>
                <a:close/>
                <a:moveTo>
                  <a:pt x="1142534" y="3240014"/>
                </a:moveTo>
                <a:cubicBezTo>
                  <a:pt x="1142118" y="3240014"/>
                  <a:pt x="1141620" y="3239765"/>
                  <a:pt x="1141370" y="3239349"/>
                </a:cubicBezTo>
                <a:lnTo>
                  <a:pt x="1131567" y="3222318"/>
                </a:lnTo>
                <a:cubicBezTo>
                  <a:pt x="1131318" y="3221903"/>
                  <a:pt x="1131318" y="3221321"/>
                  <a:pt x="1131567" y="3220906"/>
                </a:cubicBezTo>
                <a:lnTo>
                  <a:pt x="1141370" y="3203875"/>
                </a:lnTo>
                <a:cubicBezTo>
                  <a:pt x="1141620" y="3203459"/>
                  <a:pt x="1142035" y="3203210"/>
                  <a:pt x="1142534" y="3203209"/>
                </a:cubicBezTo>
                <a:lnTo>
                  <a:pt x="1162140" y="3203210"/>
                </a:lnTo>
                <a:cubicBezTo>
                  <a:pt x="1162555" y="3203210"/>
                  <a:pt x="1163054" y="3203459"/>
                  <a:pt x="1163303" y="3203875"/>
                </a:cubicBezTo>
                <a:lnTo>
                  <a:pt x="1173107" y="3220906"/>
                </a:lnTo>
                <a:cubicBezTo>
                  <a:pt x="1173356" y="3221321"/>
                  <a:pt x="1173356" y="3221903"/>
                  <a:pt x="1173107" y="3222318"/>
                </a:cubicBezTo>
                <a:lnTo>
                  <a:pt x="1163303" y="3239349"/>
                </a:lnTo>
                <a:cubicBezTo>
                  <a:pt x="1163054" y="3239765"/>
                  <a:pt x="1162639" y="3240014"/>
                  <a:pt x="1162140" y="3240014"/>
                </a:cubicBezTo>
                <a:close/>
                <a:moveTo>
                  <a:pt x="1563735" y="3353054"/>
                </a:moveTo>
                <a:cubicBezTo>
                  <a:pt x="1563236" y="3353054"/>
                  <a:pt x="1562738" y="3352805"/>
                  <a:pt x="1562488" y="3352390"/>
                </a:cubicBezTo>
                <a:lnTo>
                  <a:pt x="1552602" y="3335275"/>
                </a:lnTo>
                <a:cubicBezTo>
                  <a:pt x="1552353" y="3334860"/>
                  <a:pt x="1552353" y="3334278"/>
                  <a:pt x="1552602" y="3333863"/>
                </a:cubicBezTo>
                <a:lnTo>
                  <a:pt x="1562488" y="3316749"/>
                </a:lnTo>
                <a:cubicBezTo>
                  <a:pt x="1562821" y="3316333"/>
                  <a:pt x="1563236" y="3316084"/>
                  <a:pt x="1563735" y="3316084"/>
                </a:cubicBezTo>
                <a:lnTo>
                  <a:pt x="1583424" y="3316084"/>
                </a:lnTo>
                <a:cubicBezTo>
                  <a:pt x="1583923" y="3316084"/>
                  <a:pt x="1584421" y="3316333"/>
                  <a:pt x="1584671" y="3316749"/>
                </a:cubicBezTo>
                <a:lnTo>
                  <a:pt x="1594557" y="3333863"/>
                </a:lnTo>
                <a:cubicBezTo>
                  <a:pt x="1594806" y="3334278"/>
                  <a:pt x="1594806" y="3334860"/>
                  <a:pt x="1594557" y="3335275"/>
                </a:cubicBezTo>
                <a:lnTo>
                  <a:pt x="1584671" y="3352390"/>
                </a:lnTo>
                <a:cubicBezTo>
                  <a:pt x="1584338" y="3352805"/>
                  <a:pt x="1583923" y="3353054"/>
                  <a:pt x="1583424" y="3353054"/>
                </a:cubicBezTo>
                <a:close/>
                <a:moveTo>
                  <a:pt x="1082160" y="3224216"/>
                </a:moveTo>
                <a:cubicBezTo>
                  <a:pt x="1081661" y="3224216"/>
                  <a:pt x="1081163" y="3223967"/>
                  <a:pt x="1080914" y="3223552"/>
                </a:cubicBezTo>
                <a:lnTo>
                  <a:pt x="1070943" y="3206271"/>
                </a:lnTo>
                <a:cubicBezTo>
                  <a:pt x="1070694" y="3205856"/>
                  <a:pt x="1070694" y="3205274"/>
                  <a:pt x="1070943" y="3204859"/>
                </a:cubicBezTo>
                <a:lnTo>
                  <a:pt x="1080914" y="3187579"/>
                </a:lnTo>
                <a:cubicBezTo>
                  <a:pt x="1081163" y="3187163"/>
                  <a:pt x="1081661" y="3186914"/>
                  <a:pt x="1082160" y="3186914"/>
                </a:cubicBezTo>
                <a:lnTo>
                  <a:pt x="1102099" y="3186914"/>
                </a:lnTo>
                <a:cubicBezTo>
                  <a:pt x="1102596" y="3186914"/>
                  <a:pt x="1103096" y="3187163"/>
                  <a:pt x="1103344" y="3187579"/>
                </a:cubicBezTo>
                <a:lnTo>
                  <a:pt x="1113314" y="3204859"/>
                </a:lnTo>
                <a:cubicBezTo>
                  <a:pt x="1113564" y="3205274"/>
                  <a:pt x="1113564" y="3205856"/>
                  <a:pt x="1113314" y="3206271"/>
                </a:cubicBezTo>
                <a:lnTo>
                  <a:pt x="1103344" y="3223552"/>
                </a:lnTo>
                <a:cubicBezTo>
                  <a:pt x="1103095" y="3223967"/>
                  <a:pt x="1102596" y="3224216"/>
                  <a:pt x="1102099" y="3224216"/>
                </a:cubicBezTo>
                <a:close/>
                <a:moveTo>
                  <a:pt x="1202532" y="3256470"/>
                </a:moveTo>
                <a:cubicBezTo>
                  <a:pt x="1202033" y="3256470"/>
                  <a:pt x="1201535" y="3256221"/>
                  <a:pt x="1201286" y="3255806"/>
                </a:cubicBezTo>
                <a:lnTo>
                  <a:pt x="1191316" y="3238525"/>
                </a:lnTo>
                <a:cubicBezTo>
                  <a:pt x="1191067" y="3238110"/>
                  <a:pt x="1191067" y="3237528"/>
                  <a:pt x="1191316" y="3237113"/>
                </a:cubicBezTo>
                <a:lnTo>
                  <a:pt x="1201286" y="3219833"/>
                </a:lnTo>
                <a:cubicBezTo>
                  <a:pt x="1201535" y="3219417"/>
                  <a:pt x="1202033" y="3219168"/>
                  <a:pt x="1202532" y="3219168"/>
                </a:cubicBezTo>
                <a:lnTo>
                  <a:pt x="1222471" y="3219168"/>
                </a:lnTo>
                <a:cubicBezTo>
                  <a:pt x="1222969" y="3219168"/>
                  <a:pt x="1223468" y="3219417"/>
                  <a:pt x="1223717" y="3219833"/>
                </a:cubicBezTo>
                <a:lnTo>
                  <a:pt x="1233686" y="3237113"/>
                </a:lnTo>
                <a:cubicBezTo>
                  <a:pt x="1233936" y="3237528"/>
                  <a:pt x="1233936" y="3238110"/>
                  <a:pt x="1233686" y="3238525"/>
                </a:cubicBezTo>
                <a:lnTo>
                  <a:pt x="1223717" y="3255806"/>
                </a:lnTo>
                <a:cubicBezTo>
                  <a:pt x="1223468" y="3256221"/>
                  <a:pt x="1222969" y="3256470"/>
                  <a:pt x="1222471" y="3256470"/>
                </a:cubicBezTo>
                <a:close/>
                <a:moveTo>
                  <a:pt x="1262718" y="3272597"/>
                </a:moveTo>
                <a:cubicBezTo>
                  <a:pt x="1262219" y="3272596"/>
                  <a:pt x="1261721" y="3272348"/>
                  <a:pt x="1261472" y="3271932"/>
                </a:cubicBezTo>
                <a:lnTo>
                  <a:pt x="1251502" y="3254651"/>
                </a:lnTo>
                <a:cubicBezTo>
                  <a:pt x="1251253" y="3254236"/>
                  <a:pt x="1251253" y="3253654"/>
                  <a:pt x="1251502" y="3253240"/>
                </a:cubicBezTo>
                <a:lnTo>
                  <a:pt x="1261472" y="3235959"/>
                </a:lnTo>
                <a:cubicBezTo>
                  <a:pt x="1261721" y="3235543"/>
                  <a:pt x="1262219" y="3235294"/>
                  <a:pt x="1262718" y="3235295"/>
                </a:cubicBezTo>
                <a:lnTo>
                  <a:pt x="1282657" y="3235294"/>
                </a:lnTo>
                <a:cubicBezTo>
                  <a:pt x="1283155" y="3235294"/>
                  <a:pt x="1283654" y="3235543"/>
                  <a:pt x="1283903" y="3235959"/>
                </a:cubicBezTo>
                <a:lnTo>
                  <a:pt x="1293872" y="3253239"/>
                </a:lnTo>
                <a:cubicBezTo>
                  <a:pt x="1294122" y="3253655"/>
                  <a:pt x="1294122" y="3254236"/>
                  <a:pt x="1293872" y="3254651"/>
                </a:cubicBezTo>
                <a:lnTo>
                  <a:pt x="1283903" y="3271932"/>
                </a:lnTo>
                <a:cubicBezTo>
                  <a:pt x="1283654" y="3272347"/>
                  <a:pt x="1283155" y="3272597"/>
                  <a:pt x="1282657" y="3272596"/>
                </a:cubicBezTo>
                <a:close/>
                <a:moveTo>
                  <a:pt x="1443277" y="3320977"/>
                </a:moveTo>
                <a:cubicBezTo>
                  <a:pt x="1442778" y="3320977"/>
                  <a:pt x="1442280" y="3320728"/>
                  <a:pt x="1442031" y="3320313"/>
                </a:cubicBezTo>
                <a:lnTo>
                  <a:pt x="1432061" y="3303032"/>
                </a:lnTo>
                <a:cubicBezTo>
                  <a:pt x="1431812" y="3302617"/>
                  <a:pt x="1431812" y="3302035"/>
                  <a:pt x="1432061" y="3301620"/>
                </a:cubicBezTo>
                <a:lnTo>
                  <a:pt x="1442031" y="3284340"/>
                </a:lnTo>
                <a:cubicBezTo>
                  <a:pt x="1442280" y="3283924"/>
                  <a:pt x="1442778" y="3283675"/>
                  <a:pt x="1443277" y="3283675"/>
                </a:cubicBezTo>
                <a:lnTo>
                  <a:pt x="1463216" y="3283675"/>
                </a:lnTo>
                <a:cubicBezTo>
                  <a:pt x="1463714" y="3283675"/>
                  <a:pt x="1464213" y="3283924"/>
                  <a:pt x="1464461" y="3284340"/>
                </a:cubicBezTo>
                <a:lnTo>
                  <a:pt x="1474431" y="3301620"/>
                </a:lnTo>
                <a:cubicBezTo>
                  <a:pt x="1474681" y="3302035"/>
                  <a:pt x="1474681" y="3302617"/>
                  <a:pt x="1474431" y="3303032"/>
                </a:cubicBezTo>
                <a:lnTo>
                  <a:pt x="1464461" y="3320313"/>
                </a:lnTo>
                <a:cubicBezTo>
                  <a:pt x="1464213" y="3320728"/>
                  <a:pt x="1463714" y="3320977"/>
                  <a:pt x="1463216" y="3320977"/>
                </a:cubicBezTo>
                <a:close/>
                <a:moveTo>
                  <a:pt x="1322843" y="3288810"/>
                </a:moveTo>
                <a:cubicBezTo>
                  <a:pt x="1322344" y="3288810"/>
                  <a:pt x="1321846" y="3288478"/>
                  <a:pt x="1321598" y="3288062"/>
                </a:cubicBezTo>
                <a:lnTo>
                  <a:pt x="1311627" y="3270699"/>
                </a:lnTo>
                <a:cubicBezTo>
                  <a:pt x="1311378" y="3270283"/>
                  <a:pt x="1311378" y="3269702"/>
                  <a:pt x="1311627" y="3269286"/>
                </a:cubicBezTo>
                <a:lnTo>
                  <a:pt x="1321680" y="3251923"/>
                </a:lnTo>
                <a:cubicBezTo>
                  <a:pt x="1321929" y="3251424"/>
                  <a:pt x="1322427" y="3251175"/>
                  <a:pt x="1322926" y="3251175"/>
                </a:cubicBezTo>
                <a:lnTo>
                  <a:pt x="1342949" y="3251175"/>
                </a:lnTo>
                <a:cubicBezTo>
                  <a:pt x="1343448" y="3251175"/>
                  <a:pt x="1343945" y="3251507"/>
                  <a:pt x="1344195" y="3251923"/>
                </a:cubicBezTo>
                <a:lnTo>
                  <a:pt x="1354164" y="3269286"/>
                </a:lnTo>
                <a:cubicBezTo>
                  <a:pt x="1354413" y="3269702"/>
                  <a:pt x="1354413" y="3270283"/>
                  <a:pt x="1354165" y="3270699"/>
                </a:cubicBezTo>
                <a:lnTo>
                  <a:pt x="1344111" y="3288062"/>
                </a:lnTo>
                <a:cubicBezTo>
                  <a:pt x="1343863" y="3288561"/>
                  <a:pt x="1343364" y="3288810"/>
                  <a:pt x="1342865" y="3288810"/>
                </a:cubicBezTo>
                <a:close/>
                <a:moveTo>
                  <a:pt x="2406195" y="3579094"/>
                </a:moveTo>
                <a:cubicBezTo>
                  <a:pt x="2405696" y="3579093"/>
                  <a:pt x="2405198" y="3578761"/>
                  <a:pt x="2404949" y="3578346"/>
                </a:cubicBezTo>
                <a:lnTo>
                  <a:pt x="2394979" y="3560982"/>
                </a:lnTo>
                <a:cubicBezTo>
                  <a:pt x="2394730" y="3560566"/>
                  <a:pt x="2394730" y="3559986"/>
                  <a:pt x="2394979" y="3559569"/>
                </a:cubicBezTo>
                <a:lnTo>
                  <a:pt x="2405031" y="3542206"/>
                </a:lnTo>
                <a:cubicBezTo>
                  <a:pt x="2405281" y="3541708"/>
                  <a:pt x="2405779" y="3541458"/>
                  <a:pt x="2406278" y="3541458"/>
                </a:cubicBezTo>
                <a:lnTo>
                  <a:pt x="2426300" y="3541458"/>
                </a:lnTo>
                <a:cubicBezTo>
                  <a:pt x="2426798" y="3541458"/>
                  <a:pt x="2427297" y="3541790"/>
                  <a:pt x="2427546" y="3542206"/>
                </a:cubicBezTo>
                <a:lnTo>
                  <a:pt x="2437515" y="3559569"/>
                </a:lnTo>
                <a:cubicBezTo>
                  <a:pt x="2437765" y="3559985"/>
                  <a:pt x="2437765" y="3560566"/>
                  <a:pt x="2437515" y="3560982"/>
                </a:cubicBezTo>
                <a:lnTo>
                  <a:pt x="2427463" y="3578345"/>
                </a:lnTo>
                <a:cubicBezTo>
                  <a:pt x="2427214" y="3578844"/>
                  <a:pt x="2426715" y="3579094"/>
                  <a:pt x="2426217" y="3579093"/>
                </a:cubicBezTo>
                <a:close/>
                <a:moveTo>
                  <a:pt x="1383028" y="3305020"/>
                </a:moveTo>
                <a:cubicBezTo>
                  <a:pt x="1382530" y="3305020"/>
                  <a:pt x="1382031" y="3304688"/>
                  <a:pt x="1381782" y="3304272"/>
                </a:cubicBezTo>
                <a:lnTo>
                  <a:pt x="1371730" y="3286826"/>
                </a:lnTo>
                <a:cubicBezTo>
                  <a:pt x="1371482" y="3286410"/>
                  <a:pt x="1371481" y="3285829"/>
                  <a:pt x="1371731" y="3285413"/>
                </a:cubicBezTo>
                <a:lnTo>
                  <a:pt x="1381782" y="3267967"/>
                </a:lnTo>
                <a:cubicBezTo>
                  <a:pt x="1382032" y="3267468"/>
                  <a:pt x="1382530" y="3267219"/>
                  <a:pt x="1383028" y="3267219"/>
                </a:cubicBezTo>
                <a:lnTo>
                  <a:pt x="1403135" y="3267219"/>
                </a:lnTo>
                <a:cubicBezTo>
                  <a:pt x="1403632" y="3267219"/>
                  <a:pt x="1404131" y="3267551"/>
                  <a:pt x="1404380" y="3267967"/>
                </a:cubicBezTo>
                <a:lnTo>
                  <a:pt x="1414433" y="3285413"/>
                </a:lnTo>
                <a:cubicBezTo>
                  <a:pt x="1414682" y="3285829"/>
                  <a:pt x="1414683" y="3286410"/>
                  <a:pt x="1414433" y="3286826"/>
                </a:cubicBezTo>
                <a:lnTo>
                  <a:pt x="1404380" y="3304272"/>
                </a:lnTo>
                <a:cubicBezTo>
                  <a:pt x="1404131" y="3304771"/>
                  <a:pt x="1403632" y="3305020"/>
                  <a:pt x="1403134" y="3305020"/>
                </a:cubicBezTo>
                <a:close/>
                <a:moveTo>
                  <a:pt x="4452444" y="4127571"/>
                </a:moveTo>
                <a:cubicBezTo>
                  <a:pt x="4451945" y="4127572"/>
                  <a:pt x="4451447" y="4127240"/>
                  <a:pt x="4451199" y="4126825"/>
                </a:cubicBezTo>
                <a:lnTo>
                  <a:pt x="4441062" y="4109295"/>
                </a:lnTo>
                <a:cubicBezTo>
                  <a:pt x="4440813" y="4108879"/>
                  <a:pt x="4440813" y="4108297"/>
                  <a:pt x="4441062" y="4107882"/>
                </a:cubicBezTo>
                <a:lnTo>
                  <a:pt x="4451198" y="4090353"/>
                </a:lnTo>
                <a:cubicBezTo>
                  <a:pt x="4451447" y="4089854"/>
                  <a:pt x="4451945" y="4089605"/>
                  <a:pt x="4452444" y="4089605"/>
                </a:cubicBezTo>
                <a:lnTo>
                  <a:pt x="4472715" y="4089605"/>
                </a:lnTo>
                <a:cubicBezTo>
                  <a:pt x="4473214" y="4089605"/>
                  <a:pt x="4473713" y="4089936"/>
                  <a:pt x="4473961" y="4090353"/>
                </a:cubicBezTo>
                <a:lnTo>
                  <a:pt x="4484097" y="4107882"/>
                </a:lnTo>
                <a:cubicBezTo>
                  <a:pt x="4484346" y="4108298"/>
                  <a:pt x="4484346" y="4108879"/>
                  <a:pt x="4484097" y="4109295"/>
                </a:cubicBezTo>
                <a:lnTo>
                  <a:pt x="4473961" y="4126825"/>
                </a:lnTo>
                <a:cubicBezTo>
                  <a:pt x="4473712" y="4127323"/>
                  <a:pt x="4473214" y="4127571"/>
                  <a:pt x="4472715" y="4127572"/>
                </a:cubicBezTo>
                <a:close/>
                <a:moveTo>
                  <a:pt x="4633003" y="4175952"/>
                </a:moveTo>
                <a:cubicBezTo>
                  <a:pt x="4632504" y="4175952"/>
                  <a:pt x="4632006" y="4175620"/>
                  <a:pt x="4631757" y="4175205"/>
                </a:cubicBezTo>
                <a:lnTo>
                  <a:pt x="4621621" y="4157675"/>
                </a:lnTo>
                <a:cubicBezTo>
                  <a:pt x="4621372" y="4157259"/>
                  <a:pt x="4621372" y="4156678"/>
                  <a:pt x="4621621" y="4156263"/>
                </a:cubicBezTo>
                <a:lnTo>
                  <a:pt x="4631757" y="4138733"/>
                </a:lnTo>
                <a:cubicBezTo>
                  <a:pt x="4632006" y="4138234"/>
                  <a:pt x="4632504" y="4137985"/>
                  <a:pt x="4633003" y="4137985"/>
                </a:cubicBezTo>
                <a:lnTo>
                  <a:pt x="4653274" y="4137985"/>
                </a:lnTo>
                <a:cubicBezTo>
                  <a:pt x="4653773" y="4137985"/>
                  <a:pt x="4654271" y="4138317"/>
                  <a:pt x="4654520" y="4138733"/>
                </a:cubicBezTo>
                <a:lnTo>
                  <a:pt x="4664656" y="4156263"/>
                </a:lnTo>
                <a:cubicBezTo>
                  <a:pt x="4664905" y="4156678"/>
                  <a:pt x="4664905" y="4157259"/>
                  <a:pt x="4664656" y="4157675"/>
                </a:cubicBezTo>
                <a:lnTo>
                  <a:pt x="4654520" y="4175205"/>
                </a:lnTo>
                <a:cubicBezTo>
                  <a:pt x="4654271" y="4175703"/>
                  <a:pt x="4653773" y="4175952"/>
                  <a:pt x="4653274" y="4175952"/>
                </a:cubicBezTo>
                <a:close/>
                <a:moveTo>
                  <a:pt x="1503236" y="3337439"/>
                </a:moveTo>
                <a:cubicBezTo>
                  <a:pt x="1502737" y="3337439"/>
                  <a:pt x="1502239" y="3337107"/>
                  <a:pt x="1501990" y="3336692"/>
                </a:cubicBezTo>
                <a:lnTo>
                  <a:pt x="1491854" y="3319079"/>
                </a:lnTo>
                <a:cubicBezTo>
                  <a:pt x="1491605" y="3318664"/>
                  <a:pt x="1491605" y="3318082"/>
                  <a:pt x="1491854" y="3317667"/>
                </a:cubicBezTo>
                <a:lnTo>
                  <a:pt x="1502073" y="3300054"/>
                </a:lnTo>
                <a:cubicBezTo>
                  <a:pt x="1502322" y="3299555"/>
                  <a:pt x="1502820" y="3299306"/>
                  <a:pt x="1503319" y="3299306"/>
                </a:cubicBezTo>
                <a:lnTo>
                  <a:pt x="1523673" y="3299306"/>
                </a:lnTo>
                <a:cubicBezTo>
                  <a:pt x="1524172" y="3299306"/>
                  <a:pt x="1524670" y="3299638"/>
                  <a:pt x="1524919" y="3300054"/>
                </a:cubicBezTo>
                <a:lnTo>
                  <a:pt x="1535055" y="3317667"/>
                </a:lnTo>
                <a:cubicBezTo>
                  <a:pt x="1535304" y="3318082"/>
                  <a:pt x="1535304" y="3318664"/>
                  <a:pt x="1535055" y="3319079"/>
                </a:cubicBezTo>
                <a:lnTo>
                  <a:pt x="1524836" y="3336692"/>
                </a:lnTo>
                <a:cubicBezTo>
                  <a:pt x="1524587" y="3337190"/>
                  <a:pt x="1524089" y="3337439"/>
                  <a:pt x="1523590" y="3337439"/>
                </a:cubicBezTo>
                <a:close/>
                <a:moveTo>
                  <a:pt x="4693084" y="4192325"/>
                </a:moveTo>
                <a:cubicBezTo>
                  <a:pt x="4692585" y="4192325"/>
                  <a:pt x="4692087" y="4191993"/>
                  <a:pt x="4691838" y="4191578"/>
                </a:cubicBezTo>
                <a:lnTo>
                  <a:pt x="4681619" y="4173882"/>
                </a:lnTo>
                <a:cubicBezTo>
                  <a:pt x="4681370" y="4173466"/>
                  <a:pt x="4681370" y="4172885"/>
                  <a:pt x="4681619" y="4172470"/>
                </a:cubicBezTo>
                <a:lnTo>
                  <a:pt x="4691838" y="4154774"/>
                </a:lnTo>
                <a:cubicBezTo>
                  <a:pt x="4692087" y="4154275"/>
                  <a:pt x="4692585" y="4154026"/>
                  <a:pt x="4693084" y="4154026"/>
                </a:cubicBezTo>
                <a:lnTo>
                  <a:pt x="4713521" y="4154026"/>
                </a:lnTo>
                <a:cubicBezTo>
                  <a:pt x="4714020" y="4154026"/>
                  <a:pt x="4714518" y="4154358"/>
                  <a:pt x="4714768" y="4154774"/>
                </a:cubicBezTo>
                <a:lnTo>
                  <a:pt x="4724986" y="4172470"/>
                </a:lnTo>
                <a:cubicBezTo>
                  <a:pt x="4725235" y="4172885"/>
                  <a:pt x="4725235" y="4173466"/>
                  <a:pt x="4724986" y="4173882"/>
                </a:cubicBezTo>
                <a:lnTo>
                  <a:pt x="4714768" y="4191578"/>
                </a:lnTo>
                <a:cubicBezTo>
                  <a:pt x="4714518" y="4192076"/>
                  <a:pt x="4714020" y="4192325"/>
                  <a:pt x="4713521" y="4192325"/>
                </a:cubicBezTo>
                <a:close/>
                <a:moveTo>
                  <a:pt x="1864093" y="3434698"/>
                </a:moveTo>
                <a:cubicBezTo>
                  <a:pt x="1863594" y="3434697"/>
                  <a:pt x="1863097" y="3434366"/>
                  <a:pt x="1862848" y="3433951"/>
                </a:cubicBezTo>
                <a:lnTo>
                  <a:pt x="1852462" y="3415922"/>
                </a:lnTo>
                <a:cubicBezTo>
                  <a:pt x="1852213" y="3415424"/>
                  <a:pt x="1852214" y="3414842"/>
                  <a:pt x="1852462" y="3414427"/>
                </a:cubicBezTo>
                <a:lnTo>
                  <a:pt x="1862931" y="3396399"/>
                </a:lnTo>
                <a:cubicBezTo>
                  <a:pt x="1863179" y="3395900"/>
                  <a:pt x="1863679" y="3395651"/>
                  <a:pt x="1864177" y="3395651"/>
                </a:cubicBezTo>
                <a:lnTo>
                  <a:pt x="1885029" y="3395650"/>
                </a:lnTo>
                <a:cubicBezTo>
                  <a:pt x="1885528" y="3395651"/>
                  <a:pt x="1886026" y="3395983"/>
                  <a:pt x="1886276" y="3396399"/>
                </a:cubicBezTo>
                <a:lnTo>
                  <a:pt x="1896660" y="3414427"/>
                </a:lnTo>
                <a:cubicBezTo>
                  <a:pt x="1896910" y="3414925"/>
                  <a:pt x="1896909" y="3415507"/>
                  <a:pt x="1896660" y="3415922"/>
                </a:cubicBezTo>
                <a:lnTo>
                  <a:pt x="1886193" y="3433951"/>
                </a:lnTo>
                <a:cubicBezTo>
                  <a:pt x="1885944" y="3434449"/>
                  <a:pt x="1885444" y="3434698"/>
                  <a:pt x="1884946" y="3434697"/>
                </a:cubicBezTo>
                <a:close/>
                <a:moveTo>
                  <a:pt x="1924279" y="3450824"/>
                </a:moveTo>
                <a:cubicBezTo>
                  <a:pt x="1923780" y="3450824"/>
                  <a:pt x="1923283" y="3450492"/>
                  <a:pt x="1923033" y="3450077"/>
                </a:cubicBezTo>
                <a:lnTo>
                  <a:pt x="1912648" y="3432048"/>
                </a:lnTo>
                <a:cubicBezTo>
                  <a:pt x="1912399" y="3431550"/>
                  <a:pt x="1912399" y="3430968"/>
                  <a:pt x="1912648" y="3430553"/>
                </a:cubicBezTo>
                <a:lnTo>
                  <a:pt x="1923116" y="3412525"/>
                </a:lnTo>
                <a:cubicBezTo>
                  <a:pt x="1923365" y="3412026"/>
                  <a:pt x="1923865" y="3411777"/>
                  <a:pt x="1924362" y="3411777"/>
                </a:cubicBezTo>
                <a:lnTo>
                  <a:pt x="1945215" y="3411777"/>
                </a:lnTo>
                <a:cubicBezTo>
                  <a:pt x="1945714" y="3411777"/>
                  <a:pt x="1946212" y="3412109"/>
                  <a:pt x="1946461" y="3412525"/>
                </a:cubicBezTo>
                <a:lnTo>
                  <a:pt x="1956846" y="3430553"/>
                </a:lnTo>
                <a:cubicBezTo>
                  <a:pt x="1957095" y="3431051"/>
                  <a:pt x="1957095" y="3431633"/>
                  <a:pt x="1956846" y="3432048"/>
                </a:cubicBezTo>
                <a:lnTo>
                  <a:pt x="1946378" y="3450077"/>
                </a:lnTo>
                <a:cubicBezTo>
                  <a:pt x="1946130" y="3450575"/>
                  <a:pt x="1945630" y="3450824"/>
                  <a:pt x="1945132" y="3450824"/>
                </a:cubicBezTo>
                <a:close/>
                <a:moveTo>
                  <a:pt x="2104837" y="3499205"/>
                </a:moveTo>
                <a:cubicBezTo>
                  <a:pt x="2104338" y="3499205"/>
                  <a:pt x="2103840" y="3498873"/>
                  <a:pt x="2103591" y="3498458"/>
                </a:cubicBezTo>
                <a:lnTo>
                  <a:pt x="2093206" y="3480429"/>
                </a:lnTo>
                <a:cubicBezTo>
                  <a:pt x="2092957" y="3479931"/>
                  <a:pt x="2092957" y="3479349"/>
                  <a:pt x="2093206" y="3478934"/>
                </a:cubicBezTo>
                <a:lnTo>
                  <a:pt x="2103674" y="3460906"/>
                </a:lnTo>
                <a:cubicBezTo>
                  <a:pt x="2103923" y="3460407"/>
                  <a:pt x="2104422" y="3460158"/>
                  <a:pt x="2104920" y="3460158"/>
                </a:cubicBezTo>
                <a:lnTo>
                  <a:pt x="2125773" y="3460158"/>
                </a:lnTo>
                <a:cubicBezTo>
                  <a:pt x="2126272" y="3460158"/>
                  <a:pt x="2126770" y="3460490"/>
                  <a:pt x="2127019" y="3460906"/>
                </a:cubicBezTo>
                <a:lnTo>
                  <a:pt x="2137404" y="3478934"/>
                </a:lnTo>
                <a:cubicBezTo>
                  <a:pt x="2137653" y="3479432"/>
                  <a:pt x="2137653" y="3480014"/>
                  <a:pt x="2137404" y="3480429"/>
                </a:cubicBezTo>
                <a:lnTo>
                  <a:pt x="2126936" y="3498458"/>
                </a:lnTo>
                <a:cubicBezTo>
                  <a:pt x="2126687" y="3498956"/>
                  <a:pt x="2126188" y="3499205"/>
                  <a:pt x="2125690" y="3499205"/>
                </a:cubicBezTo>
                <a:close/>
                <a:moveTo>
                  <a:pt x="2165024" y="3515332"/>
                </a:moveTo>
                <a:cubicBezTo>
                  <a:pt x="2164524" y="3515332"/>
                  <a:pt x="2164027" y="3515000"/>
                  <a:pt x="2163778" y="3514585"/>
                </a:cubicBezTo>
                <a:lnTo>
                  <a:pt x="2153393" y="3496556"/>
                </a:lnTo>
                <a:cubicBezTo>
                  <a:pt x="2153144" y="3496058"/>
                  <a:pt x="2153144" y="3495476"/>
                  <a:pt x="2153393" y="3495061"/>
                </a:cubicBezTo>
                <a:lnTo>
                  <a:pt x="2163861" y="3477033"/>
                </a:lnTo>
                <a:cubicBezTo>
                  <a:pt x="2164109" y="3476534"/>
                  <a:pt x="2164609" y="3476285"/>
                  <a:pt x="2165107" y="3476285"/>
                </a:cubicBezTo>
                <a:lnTo>
                  <a:pt x="2185960" y="3476285"/>
                </a:lnTo>
                <a:cubicBezTo>
                  <a:pt x="2186459" y="3476285"/>
                  <a:pt x="2186957" y="3476617"/>
                  <a:pt x="2187206" y="3477033"/>
                </a:cubicBezTo>
                <a:lnTo>
                  <a:pt x="2197591" y="3495061"/>
                </a:lnTo>
                <a:cubicBezTo>
                  <a:pt x="2197840" y="3495559"/>
                  <a:pt x="2197840" y="3496141"/>
                  <a:pt x="2197591" y="3496556"/>
                </a:cubicBezTo>
                <a:lnTo>
                  <a:pt x="2187123" y="3514585"/>
                </a:lnTo>
                <a:cubicBezTo>
                  <a:pt x="2186874" y="3515083"/>
                  <a:pt x="2186375" y="3515332"/>
                  <a:pt x="2185877" y="3515332"/>
                </a:cubicBezTo>
                <a:close/>
                <a:moveTo>
                  <a:pt x="4391913" y="4112025"/>
                </a:moveTo>
                <a:cubicBezTo>
                  <a:pt x="4391414" y="4112025"/>
                  <a:pt x="4390917" y="4111693"/>
                  <a:pt x="4390668" y="4111278"/>
                </a:cubicBezTo>
                <a:lnTo>
                  <a:pt x="4380283" y="4093249"/>
                </a:lnTo>
                <a:cubicBezTo>
                  <a:pt x="4380034" y="4092751"/>
                  <a:pt x="4380034" y="4092169"/>
                  <a:pt x="4380283" y="4091754"/>
                </a:cubicBezTo>
                <a:lnTo>
                  <a:pt x="4390751" y="4073726"/>
                </a:lnTo>
                <a:cubicBezTo>
                  <a:pt x="4390999" y="4073227"/>
                  <a:pt x="4391499" y="4072978"/>
                  <a:pt x="4391997" y="4072978"/>
                </a:cubicBezTo>
                <a:lnTo>
                  <a:pt x="4412850" y="4072978"/>
                </a:lnTo>
                <a:cubicBezTo>
                  <a:pt x="4413349" y="4072978"/>
                  <a:pt x="4413846" y="4073310"/>
                  <a:pt x="4414096" y="4073726"/>
                </a:cubicBezTo>
                <a:lnTo>
                  <a:pt x="4424481" y="4091754"/>
                </a:lnTo>
                <a:cubicBezTo>
                  <a:pt x="4424730" y="4092252"/>
                  <a:pt x="4424730" y="4092834"/>
                  <a:pt x="4424481" y="4093249"/>
                </a:cubicBezTo>
                <a:lnTo>
                  <a:pt x="4414013" y="4111278"/>
                </a:lnTo>
                <a:cubicBezTo>
                  <a:pt x="4413764" y="4111776"/>
                  <a:pt x="4413264" y="4112025"/>
                  <a:pt x="4412766" y="4112025"/>
                </a:cubicBezTo>
                <a:close/>
                <a:moveTo>
                  <a:pt x="4512286" y="4144279"/>
                </a:moveTo>
                <a:cubicBezTo>
                  <a:pt x="4511787" y="4144279"/>
                  <a:pt x="4511289" y="4143947"/>
                  <a:pt x="4511040" y="4143532"/>
                </a:cubicBezTo>
                <a:lnTo>
                  <a:pt x="4500655" y="4125503"/>
                </a:lnTo>
                <a:cubicBezTo>
                  <a:pt x="4500406" y="4125005"/>
                  <a:pt x="4500406" y="4124423"/>
                  <a:pt x="4500655" y="4124008"/>
                </a:cubicBezTo>
                <a:lnTo>
                  <a:pt x="4511123" y="4105980"/>
                </a:lnTo>
                <a:cubicBezTo>
                  <a:pt x="4511372" y="4105481"/>
                  <a:pt x="4511871" y="4105232"/>
                  <a:pt x="4512369" y="4105232"/>
                </a:cubicBezTo>
                <a:lnTo>
                  <a:pt x="4533222" y="4105232"/>
                </a:lnTo>
                <a:cubicBezTo>
                  <a:pt x="4533722" y="4105232"/>
                  <a:pt x="4534219" y="4105564"/>
                  <a:pt x="4534468" y="4105980"/>
                </a:cubicBezTo>
                <a:lnTo>
                  <a:pt x="4544853" y="4124008"/>
                </a:lnTo>
                <a:cubicBezTo>
                  <a:pt x="4545102" y="4124506"/>
                  <a:pt x="4545102" y="4125088"/>
                  <a:pt x="4544853" y="4125503"/>
                </a:cubicBezTo>
                <a:lnTo>
                  <a:pt x="4534385" y="4143532"/>
                </a:lnTo>
                <a:cubicBezTo>
                  <a:pt x="4534137" y="4144030"/>
                  <a:pt x="4533637" y="4144279"/>
                  <a:pt x="4533139" y="4144279"/>
                </a:cubicBezTo>
                <a:close/>
                <a:moveTo>
                  <a:pt x="4572473" y="4160406"/>
                </a:moveTo>
                <a:cubicBezTo>
                  <a:pt x="4571974" y="4160406"/>
                  <a:pt x="4571476" y="4160074"/>
                  <a:pt x="4571227" y="4159659"/>
                </a:cubicBezTo>
                <a:lnTo>
                  <a:pt x="4560842" y="4141630"/>
                </a:lnTo>
                <a:cubicBezTo>
                  <a:pt x="4560593" y="4141132"/>
                  <a:pt x="4560593" y="4140550"/>
                  <a:pt x="4560842" y="4140135"/>
                </a:cubicBezTo>
                <a:lnTo>
                  <a:pt x="4571310" y="4122107"/>
                </a:lnTo>
                <a:cubicBezTo>
                  <a:pt x="4571559" y="4121608"/>
                  <a:pt x="4572058" y="4121359"/>
                  <a:pt x="4572556" y="4121359"/>
                </a:cubicBezTo>
                <a:lnTo>
                  <a:pt x="4593409" y="4121359"/>
                </a:lnTo>
                <a:cubicBezTo>
                  <a:pt x="4593908" y="4121359"/>
                  <a:pt x="4594406" y="4121691"/>
                  <a:pt x="4594655" y="4122107"/>
                </a:cubicBezTo>
                <a:lnTo>
                  <a:pt x="4605040" y="4140135"/>
                </a:lnTo>
                <a:cubicBezTo>
                  <a:pt x="4605289" y="4140633"/>
                  <a:pt x="4605289" y="4141215"/>
                  <a:pt x="4605040" y="4141630"/>
                </a:cubicBezTo>
                <a:lnTo>
                  <a:pt x="4594572" y="4159659"/>
                </a:lnTo>
                <a:cubicBezTo>
                  <a:pt x="4594323" y="4160157"/>
                  <a:pt x="4593824" y="4160406"/>
                  <a:pt x="4593326" y="4160406"/>
                </a:cubicBezTo>
                <a:close/>
                <a:moveTo>
                  <a:pt x="2285395" y="3547668"/>
                </a:moveTo>
                <a:cubicBezTo>
                  <a:pt x="2284897" y="3547668"/>
                  <a:pt x="2284399" y="3547336"/>
                  <a:pt x="2284149" y="3546920"/>
                </a:cubicBezTo>
                <a:lnTo>
                  <a:pt x="2273682" y="3528809"/>
                </a:lnTo>
                <a:cubicBezTo>
                  <a:pt x="2273433" y="3528311"/>
                  <a:pt x="2273433" y="3527729"/>
                  <a:pt x="2273682" y="3527314"/>
                </a:cubicBezTo>
                <a:lnTo>
                  <a:pt x="2284149" y="3509203"/>
                </a:lnTo>
                <a:cubicBezTo>
                  <a:pt x="2284398" y="3508704"/>
                  <a:pt x="2284897" y="3508455"/>
                  <a:pt x="2285395" y="3508455"/>
                </a:cubicBezTo>
                <a:lnTo>
                  <a:pt x="2306332" y="3508455"/>
                </a:lnTo>
                <a:cubicBezTo>
                  <a:pt x="2306831" y="3508455"/>
                  <a:pt x="2307328" y="3508787"/>
                  <a:pt x="2307578" y="3509203"/>
                </a:cubicBezTo>
                <a:lnTo>
                  <a:pt x="2318045" y="3527314"/>
                </a:lnTo>
                <a:cubicBezTo>
                  <a:pt x="2318295" y="3527812"/>
                  <a:pt x="2318295" y="3528394"/>
                  <a:pt x="2318045" y="3528809"/>
                </a:cubicBezTo>
                <a:lnTo>
                  <a:pt x="2307578" y="3546920"/>
                </a:lnTo>
                <a:cubicBezTo>
                  <a:pt x="2307329" y="3547419"/>
                  <a:pt x="2306831" y="3547668"/>
                  <a:pt x="2306332" y="3547668"/>
                </a:cubicBezTo>
                <a:close/>
                <a:moveTo>
                  <a:pt x="1984404" y="3467110"/>
                </a:moveTo>
                <a:cubicBezTo>
                  <a:pt x="1983906" y="3467110"/>
                  <a:pt x="1983407" y="3466777"/>
                  <a:pt x="1983158" y="3466362"/>
                </a:cubicBezTo>
                <a:lnTo>
                  <a:pt x="1972607" y="3448085"/>
                </a:lnTo>
                <a:cubicBezTo>
                  <a:pt x="1972358" y="3447586"/>
                  <a:pt x="1972358" y="3447004"/>
                  <a:pt x="1972607" y="3446589"/>
                </a:cubicBezTo>
                <a:lnTo>
                  <a:pt x="1983158" y="3428312"/>
                </a:lnTo>
                <a:cubicBezTo>
                  <a:pt x="1983407" y="3427813"/>
                  <a:pt x="1983906" y="3427564"/>
                  <a:pt x="1984404" y="3427564"/>
                </a:cubicBezTo>
                <a:lnTo>
                  <a:pt x="2005423" y="3427564"/>
                </a:lnTo>
                <a:cubicBezTo>
                  <a:pt x="2005921" y="3427564"/>
                  <a:pt x="2006420" y="3427896"/>
                  <a:pt x="2006669" y="3428312"/>
                </a:cubicBezTo>
                <a:lnTo>
                  <a:pt x="2017220" y="3446589"/>
                </a:lnTo>
                <a:cubicBezTo>
                  <a:pt x="2017470" y="3447088"/>
                  <a:pt x="2017470" y="3447669"/>
                  <a:pt x="2017220" y="3448085"/>
                </a:cubicBezTo>
                <a:lnTo>
                  <a:pt x="2006669" y="3466362"/>
                </a:lnTo>
                <a:cubicBezTo>
                  <a:pt x="2006420" y="3466860"/>
                  <a:pt x="2005921" y="3467110"/>
                  <a:pt x="2005423" y="3467110"/>
                </a:cubicBezTo>
                <a:close/>
                <a:moveTo>
                  <a:pt x="2225150" y="3531618"/>
                </a:moveTo>
                <a:cubicBezTo>
                  <a:pt x="2224652" y="3531618"/>
                  <a:pt x="2224152" y="3531285"/>
                  <a:pt x="2223903" y="3530870"/>
                </a:cubicBezTo>
                <a:lnTo>
                  <a:pt x="2213353" y="3512593"/>
                </a:lnTo>
                <a:cubicBezTo>
                  <a:pt x="2213103" y="3512094"/>
                  <a:pt x="2213104" y="3511511"/>
                  <a:pt x="2213352" y="3511096"/>
                </a:cubicBezTo>
                <a:lnTo>
                  <a:pt x="2223903" y="3492820"/>
                </a:lnTo>
                <a:cubicBezTo>
                  <a:pt x="2224153" y="3492320"/>
                  <a:pt x="2224651" y="3492072"/>
                  <a:pt x="2225149" y="3492072"/>
                </a:cubicBezTo>
                <a:lnTo>
                  <a:pt x="2246169" y="3492072"/>
                </a:lnTo>
                <a:cubicBezTo>
                  <a:pt x="2246667" y="3492072"/>
                  <a:pt x="2247166" y="3492404"/>
                  <a:pt x="2247414" y="3492820"/>
                </a:cubicBezTo>
                <a:lnTo>
                  <a:pt x="2257966" y="3511096"/>
                </a:lnTo>
                <a:cubicBezTo>
                  <a:pt x="2258215" y="3511596"/>
                  <a:pt x="2258216" y="3512176"/>
                  <a:pt x="2257965" y="3512593"/>
                </a:cubicBezTo>
                <a:lnTo>
                  <a:pt x="2247414" y="3530870"/>
                </a:lnTo>
                <a:cubicBezTo>
                  <a:pt x="2247165" y="3531368"/>
                  <a:pt x="2246666" y="3531618"/>
                  <a:pt x="2246168" y="3531618"/>
                </a:cubicBezTo>
                <a:close/>
                <a:moveTo>
                  <a:pt x="2044567" y="3483421"/>
                </a:moveTo>
                <a:cubicBezTo>
                  <a:pt x="2043986" y="3483421"/>
                  <a:pt x="2043487" y="3483172"/>
                  <a:pt x="2043237" y="3482673"/>
                </a:cubicBezTo>
                <a:lnTo>
                  <a:pt x="2032687" y="3464313"/>
                </a:lnTo>
                <a:cubicBezTo>
                  <a:pt x="2032438" y="3463814"/>
                  <a:pt x="2032438" y="3463316"/>
                  <a:pt x="2032687" y="3462817"/>
                </a:cubicBezTo>
                <a:lnTo>
                  <a:pt x="2043238" y="3444457"/>
                </a:lnTo>
                <a:cubicBezTo>
                  <a:pt x="2043569" y="3443958"/>
                  <a:pt x="2044069" y="3443709"/>
                  <a:pt x="2044567" y="3443709"/>
                </a:cubicBezTo>
                <a:lnTo>
                  <a:pt x="2065752" y="3443709"/>
                </a:lnTo>
                <a:cubicBezTo>
                  <a:pt x="2066334" y="3443709"/>
                  <a:pt x="2066832" y="3443958"/>
                  <a:pt x="2067082" y="3444457"/>
                </a:cubicBezTo>
                <a:lnTo>
                  <a:pt x="2077633" y="3462817"/>
                </a:lnTo>
                <a:cubicBezTo>
                  <a:pt x="2077882" y="3463316"/>
                  <a:pt x="2077882" y="3463814"/>
                  <a:pt x="2077633" y="3464313"/>
                </a:cubicBezTo>
                <a:lnTo>
                  <a:pt x="2067082" y="3482673"/>
                </a:lnTo>
                <a:cubicBezTo>
                  <a:pt x="2066749" y="3483172"/>
                  <a:pt x="2066251" y="3483421"/>
                  <a:pt x="2065752" y="3483421"/>
                </a:cubicBezTo>
                <a:close/>
                <a:moveTo>
                  <a:pt x="2345333" y="3564210"/>
                </a:moveTo>
                <a:cubicBezTo>
                  <a:pt x="2344751" y="3564210"/>
                  <a:pt x="2344252" y="3563961"/>
                  <a:pt x="2344003" y="3563463"/>
                </a:cubicBezTo>
                <a:lnTo>
                  <a:pt x="2333370" y="3544936"/>
                </a:lnTo>
                <a:cubicBezTo>
                  <a:pt x="2333120" y="3544520"/>
                  <a:pt x="2333121" y="3543939"/>
                  <a:pt x="2333369" y="3543440"/>
                </a:cubicBezTo>
                <a:lnTo>
                  <a:pt x="2344086" y="3524914"/>
                </a:lnTo>
                <a:cubicBezTo>
                  <a:pt x="2344419" y="3524498"/>
                  <a:pt x="2344918" y="3524166"/>
                  <a:pt x="2345417" y="3524166"/>
                </a:cubicBezTo>
                <a:lnTo>
                  <a:pt x="2366767" y="3524166"/>
                </a:lnTo>
                <a:cubicBezTo>
                  <a:pt x="2367349" y="3524166"/>
                  <a:pt x="2367848" y="3524415"/>
                  <a:pt x="2368096" y="3524914"/>
                </a:cubicBezTo>
                <a:lnTo>
                  <a:pt x="2378730" y="3543440"/>
                </a:lnTo>
                <a:cubicBezTo>
                  <a:pt x="2378980" y="3543856"/>
                  <a:pt x="2378980" y="3544437"/>
                  <a:pt x="2378731" y="3544936"/>
                </a:cubicBezTo>
                <a:lnTo>
                  <a:pt x="2368013" y="3563463"/>
                </a:lnTo>
                <a:cubicBezTo>
                  <a:pt x="2367682" y="3563878"/>
                  <a:pt x="2367182" y="3564210"/>
                  <a:pt x="2366684" y="3564210"/>
                </a:cubicBezTo>
                <a:close/>
                <a:moveTo>
                  <a:pt x="1793503" y="3464076"/>
                </a:moveTo>
                <a:cubicBezTo>
                  <a:pt x="1793171" y="3464076"/>
                  <a:pt x="1792673" y="3463577"/>
                  <a:pt x="1792673" y="3463577"/>
                </a:cubicBezTo>
                <a:lnTo>
                  <a:pt x="1785777" y="3451697"/>
                </a:lnTo>
                <a:cubicBezTo>
                  <a:pt x="1785611" y="3451364"/>
                  <a:pt x="1785777" y="3450700"/>
                  <a:pt x="1785777" y="3450700"/>
                </a:cubicBezTo>
                <a:lnTo>
                  <a:pt x="1792673" y="3438819"/>
                </a:lnTo>
                <a:cubicBezTo>
                  <a:pt x="1792839" y="3438487"/>
                  <a:pt x="1793503" y="3438321"/>
                  <a:pt x="1793503" y="3438321"/>
                </a:cubicBezTo>
                <a:lnTo>
                  <a:pt x="1807211" y="3438321"/>
                </a:lnTo>
                <a:cubicBezTo>
                  <a:pt x="1807545" y="3438321"/>
                  <a:pt x="1808042" y="3438819"/>
                  <a:pt x="1808042" y="3438819"/>
                </a:cubicBezTo>
                <a:lnTo>
                  <a:pt x="1814939" y="3450700"/>
                </a:lnTo>
                <a:cubicBezTo>
                  <a:pt x="1815104" y="3451032"/>
                  <a:pt x="1814939" y="3451697"/>
                  <a:pt x="1814939" y="3451697"/>
                </a:cubicBezTo>
                <a:lnTo>
                  <a:pt x="1808042" y="3463577"/>
                </a:lnTo>
                <a:cubicBezTo>
                  <a:pt x="1807876" y="3463909"/>
                  <a:pt x="1807211" y="3464076"/>
                  <a:pt x="1807211" y="3464076"/>
                </a:cubicBezTo>
                <a:close/>
                <a:moveTo>
                  <a:pt x="4320835" y="4142423"/>
                </a:moveTo>
                <a:cubicBezTo>
                  <a:pt x="4320419" y="4142422"/>
                  <a:pt x="4319921" y="4141925"/>
                  <a:pt x="4319921" y="4141925"/>
                </a:cubicBezTo>
                <a:lnTo>
                  <a:pt x="4312528" y="4129048"/>
                </a:lnTo>
                <a:cubicBezTo>
                  <a:pt x="4312362" y="4128715"/>
                  <a:pt x="4312528" y="4127968"/>
                  <a:pt x="4312528" y="4127968"/>
                </a:cubicBezTo>
                <a:lnTo>
                  <a:pt x="4319922" y="4115090"/>
                </a:lnTo>
                <a:cubicBezTo>
                  <a:pt x="4320087" y="4114758"/>
                  <a:pt x="4320835" y="4114592"/>
                  <a:pt x="4320835" y="4114592"/>
                </a:cubicBezTo>
                <a:lnTo>
                  <a:pt x="4335706" y="4114591"/>
                </a:lnTo>
                <a:cubicBezTo>
                  <a:pt x="4336121" y="4114592"/>
                  <a:pt x="4336621" y="4115090"/>
                  <a:pt x="4336621" y="4115090"/>
                </a:cubicBezTo>
                <a:lnTo>
                  <a:pt x="4344014" y="4127968"/>
                </a:lnTo>
                <a:cubicBezTo>
                  <a:pt x="4344180" y="4128299"/>
                  <a:pt x="4344014" y="4129048"/>
                  <a:pt x="4344014" y="4129048"/>
                </a:cubicBezTo>
                <a:lnTo>
                  <a:pt x="4336620" y="4141925"/>
                </a:lnTo>
                <a:cubicBezTo>
                  <a:pt x="4336455" y="4142257"/>
                  <a:pt x="4335706" y="4142422"/>
                  <a:pt x="4335706" y="4142422"/>
                </a:cubicBezTo>
                <a:close/>
                <a:moveTo>
                  <a:pt x="4681622" y="4239671"/>
                </a:moveTo>
                <a:cubicBezTo>
                  <a:pt x="4681290" y="4239671"/>
                  <a:pt x="4680708" y="4239090"/>
                  <a:pt x="4680708" y="4239090"/>
                </a:cubicBezTo>
                <a:lnTo>
                  <a:pt x="4673065" y="4225797"/>
                </a:lnTo>
                <a:cubicBezTo>
                  <a:pt x="4672899" y="4225465"/>
                  <a:pt x="4673065" y="4224717"/>
                  <a:pt x="4673065" y="4224717"/>
                </a:cubicBezTo>
                <a:lnTo>
                  <a:pt x="4680791" y="4211424"/>
                </a:lnTo>
                <a:cubicBezTo>
                  <a:pt x="4680957" y="4211092"/>
                  <a:pt x="4681705" y="4210843"/>
                  <a:pt x="4681705" y="4210843"/>
                </a:cubicBezTo>
                <a:lnTo>
                  <a:pt x="4697075" y="4210843"/>
                </a:lnTo>
                <a:cubicBezTo>
                  <a:pt x="4697407" y="4210843"/>
                  <a:pt x="4697989" y="4211424"/>
                  <a:pt x="4697989" y="4211424"/>
                </a:cubicBezTo>
                <a:lnTo>
                  <a:pt x="4705632" y="4224717"/>
                </a:lnTo>
                <a:cubicBezTo>
                  <a:pt x="4705798" y="4225049"/>
                  <a:pt x="4705632" y="4225797"/>
                  <a:pt x="4705632" y="4225797"/>
                </a:cubicBezTo>
                <a:lnTo>
                  <a:pt x="4697906" y="4239090"/>
                </a:lnTo>
                <a:cubicBezTo>
                  <a:pt x="4697739" y="4239422"/>
                  <a:pt x="4696992" y="4239671"/>
                  <a:pt x="4696992" y="4239671"/>
                </a:cubicBezTo>
                <a:close/>
                <a:moveTo>
                  <a:pt x="4380691" y="4159121"/>
                </a:moveTo>
                <a:cubicBezTo>
                  <a:pt x="4380359" y="4159121"/>
                  <a:pt x="4379777" y="4158539"/>
                  <a:pt x="4379777" y="4158539"/>
                </a:cubicBezTo>
                <a:lnTo>
                  <a:pt x="4372051" y="4145163"/>
                </a:lnTo>
                <a:cubicBezTo>
                  <a:pt x="4371885" y="4144831"/>
                  <a:pt x="4372051" y="4144083"/>
                  <a:pt x="4372051" y="4144083"/>
                </a:cubicBezTo>
                <a:lnTo>
                  <a:pt x="4379777" y="4130708"/>
                </a:lnTo>
                <a:cubicBezTo>
                  <a:pt x="4379943" y="4130375"/>
                  <a:pt x="4380691" y="4130126"/>
                  <a:pt x="4380691" y="4130126"/>
                </a:cubicBezTo>
                <a:lnTo>
                  <a:pt x="4396144" y="4130126"/>
                </a:lnTo>
                <a:cubicBezTo>
                  <a:pt x="4396476" y="4130126"/>
                  <a:pt x="4397058" y="4130708"/>
                  <a:pt x="4397058" y="4130708"/>
                </a:cubicBezTo>
                <a:lnTo>
                  <a:pt x="4404784" y="4144083"/>
                </a:lnTo>
                <a:cubicBezTo>
                  <a:pt x="4404950" y="4144416"/>
                  <a:pt x="4404784" y="4145163"/>
                  <a:pt x="4404784" y="4145163"/>
                </a:cubicBezTo>
                <a:lnTo>
                  <a:pt x="4397058" y="4158539"/>
                </a:lnTo>
                <a:cubicBezTo>
                  <a:pt x="4396892" y="4158871"/>
                  <a:pt x="4396144" y="4159121"/>
                  <a:pt x="4396144" y="4159121"/>
                </a:cubicBezTo>
                <a:close/>
                <a:moveTo>
                  <a:pt x="4621248" y="4223957"/>
                </a:moveTo>
                <a:cubicBezTo>
                  <a:pt x="4620832" y="4223957"/>
                  <a:pt x="4620250" y="4223376"/>
                  <a:pt x="4620250" y="4223376"/>
                </a:cubicBezTo>
                <a:lnTo>
                  <a:pt x="4612358" y="4209751"/>
                </a:lnTo>
                <a:cubicBezTo>
                  <a:pt x="4612192" y="4209418"/>
                  <a:pt x="4612359" y="4208670"/>
                  <a:pt x="4612359" y="4208670"/>
                </a:cubicBezTo>
                <a:lnTo>
                  <a:pt x="4620251" y="4195045"/>
                </a:lnTo>
                <a:cubicBezTo>
                  <a:pt x="4620500" y="4194713"/>
                  <a:pt x="4621248" y="4194464"/>
                  <a:pt x="4621248" y="4194464"/>
                </a:cubicBezTo>
                <a:lnTo>
                  <a:pt x="4637033" y="4194464"/>
                </a:lnTo>
                <a:cubicBezTo>
                  <a:pt x="4637448" y="4194464"/>
                  <a:pt x="4638030" y="4195045"/>
                  <a:pt x="4638030" y="4195045"/>
                </a:cubicBezTo>
                <a:lnTo>
                  <a:pt x="4645923" y="4208670"/>
                </a:lnTo>
                <a:cubicBezTo>
                  <a:pt x="4646089" y="4209003"/>
                  <a:pt x="4645923" y="4209751"/>
                  <a:pt x="4645923" y="4209751"/>
                </a:cubicBezTo>
                <a:lnTo>
                  <a:pt x="4638030" y="4223376"/>
                </a:lnTo>
                <a:cubicBezTo>
                  <a:pt x="4637781" y="4223708"/>
                  <a:pt x="4637032" y="4223957"/>
                  <a:pt x="4637032" y="4223957"/>
                </a:cubicBezTo>
                <a:close/>
                <a:moveTo>
                  <a:pt x="2935712" y="3772988"/>
                </a:moveTo>
                <a:cubicBezTo>
                  <a:pt x="2935297" y="3772988"/>
                  <a:pt x="2934715" y="3772407"/>
                  <a:pt x="2934715" y="3772407"/>
                </a:cubicBezTo>
                <a:lnTo>
                  <a:pt x="2926573" y="3758200"/>
                </a:lnTo>
                <a:cubicBezTo>
                  <a:pt x="2926324" y="3757868"/>
                  <a:pt x="2926573" y="3757037"/>
                  <a:pt x="2926573" y="3757037"/>
                </a:cubicBezTo>
                <a:lnTo>
                  <a:pt x="2934798" y="3742831"/>
                </a:lnTo>
                <a:cubicBezTo>
                  <a:pt x="2935048" y="3742498"/>
                  <a:pt x="2935794" y="3742249"/>
                  <a:pt x="2935794" y="3742249"/>
                </a:cubicBezTo>
                <a:lnTo>
                  <a:pt x="2952162" y="3742249"/>
                </a:lnTo>
                <a:cubicBezTo>
                  <a:pt x="2952577" y="3742249"/>
                  <a:pt x="2953158" y="3742831"/>
                  <a:pt x="2953158" y="3742831"/>
                </a:cubicBezTo>
                <a:lnTo>
                  <a:pt x="2961301" y="3757037"/>
                </a:lnTo>
                <a:cubicBezTo>
                  <a:pt x="2961550" y="3757369"/>
                  <a:pt x="2961301" y="3758200"/>
                  <a:pt x="2961301" y="3758200"/>
                </a:cubicBezTo>
                <a:lnTo>
                  <a:pt x="2953075" y="3772407"/>
                </a:lnTo>
                <a:cubicBezTo>
                  <a:pt x="2952826" y="3772739"/>
                  <a:pt x="2952078" y="3772988"/>
                  <a:pt x="2952078" y="3772988"/>
                </a:cubicBezTo>
                <a:close/>
                <a:moveTo>
                  <a:pt x="2995898" y="3789114"/>
                </a:moveTo>
                <a:cubicBezTo>
                  <a:pt x="2995482" y="3789115"/>
                  <a:pt x="2994901" y="3788534"/>
                  <a:pt x="2994901" y="3788534"/>
                </a:cubicBezTo>
                <a:lnTo>
                  <a:pt x="2986759" y="3774326"/>
                </a:lnTo>
                <a:cubicBezTo>
                  <a:pt x="2986510" y="3773994"/>
                  <a:pt x="2986759" y="3773164"/>
                  <a:pt x="2986759" y="3773164"/>
                </a:cubicBezTo>
                <a:lnTo>
                  <a:pt x="2994984" y="3758958"/>
                </a:lnTo>
                <a:cubicBezTo>
                  <a:pt x="2995233" y="3758625"/>
                  <a:pt x="2995980" y="3758376"/>
                  <a:pt x="2995980" y="3758376"/>
                </a:cubicBezTo>
                <a:lnTo>
                  <a:pt x="3012347" y="3758376"/>
                </a:lnTo>
                <a:cubicBezTo>
                  <a:pt x="3012763" y="3758376"/>
                  <a:pt x="3013344" y="3758958"/>
                  <a:pt x="3013344" y="3758958"/>
                </a:cubicBezTo>
                <a:lnTo>
                  <a:pt x="3021486" y="3773164"/>
                </a:lnTo>
                <a:cubicBezTo>
                  <a:pt x="3021735" y="3773496"/>
                  <a:pt x="3021486" y="3774327"/>
                  <a:pt x="3021486" y="3774327"/>
                </a:cubicBezTo>
                <a:lnTo>
                  <a:pt x="3013261" y="3788534"/>
                </a:lnTo>
                <a:cubicBezTo>
                  <a:pt x="3013012" y="3788866"/>
                  <a:pt x="3012264" y="3789115"/>
                  <a:pt x="3012264" y="3789115"/>
                </a:cubicBezTo>
                <a:close/>
                <a:moveTo>
                  <a:pt x="3116271" y="3821368"/>
                </a:moveTo>
                <a:cubicBezTo>
                  <a:pt x="3115855" y="3821368"/>
                  <a:pt x="3115274" y="3820787"/>
                  <a:pt x="3115274" y="3820787"/>
                </a:cubicBezTo>
                <a:lnTo>
                  <a:pt x="3107132" y="3806580"/>
                </a:lnTo>
                <a:cubicBezTo>
                  <a:pt x="3106883" y="3806248"/>
                  <a:pt x="3107132" y="3805417"/>
                  <a:pt x="3107132" y="3805417"/>
                </a:cubicBezTo>
                <a:lnTo>
                  <a:pt x="3115357" y="3791211"/>
                </a:lnTo>
                <a:cubicBezTo>
                  <a:pt x="3115606" y="3790878"/>
                  <a:pt x="3116353" y="3790629"/>
                  <a:pt x="3116353" y="3790629"/>
                </a:cubicBezTo>
                <a:lnTo>
                  <a:pt x="3132720" y="3790629"/>
                </a:lnTo>
                <a:cubicBezTo>
                  <a:pt x="3133136" y="3790629"/>
                  <a:pt x="3133717" y="3791211"/>
                  <a:pt x="3133717" y="3791211"/>
                </a:cubicBezTo>
                <a:lnTo>
                  <a:pt x="3141859" y="3805417"/>
                </a:lnTo>
                <a:cubicBezTo>
                  <a:pt x="3142108" y="3805749"/>
                  <a:pt x="3141859" y="3806580"/>
                  <a:pt x="3141859" y="3806580"/>
                </a:cubicBezTo>
                <a:lnTo>
                  <a:pt x="3133634" y="3820787"/>
                </a:lnTo>
                <a:cubicBezTo>
                  <a:pt x="3133385" y="3821119"/>
                  <a:pt x="3132637" y="3821368"/>
                  <a:pt x="3132637" y="3821368"/>
                </a:cubicBezTo>
                <a:close/>
                <a:moveTo>
                  <a:pt x="3176209" y="3837902"/>
                </a:moveTo>
                <a:cubicBezTo>
                  <a:pt x="3175793" y="3837902"/>
                  <a:pt x="3175212" y="3837319"/>
                  <a:pt x="3175212" y="3837319"/>
                </a:cubicBezTo>
                <a:lnTo>
                  <a:pt x="3166738" y="3822698"/>
                </a:lnTo>
                <a:cubicBezTo>
                  <a:pt x="3166489" y="3822365"/>
                  <a:pt x="3166738" y="3821535"/>
                  <a:pt x="3166738" y="3821535"/>
                </a:cubicBezTo>
                <a:lnTo>
                  <a:pt x="3175212" y="3806913"/>
                </a:lnTo>
                <a:cubicBezTo>
                  <a:pt x="3175378" y="3806580"/>
                  <a:pt x="3175793" y="3806331"/>
                  <a:pt x="3176209" y="3806332"/>
                </a:cubicBezTo>
                <a:lnTo>
                  <a:pt x="3193074" y="3806332"/>
                </a:lnTo>
                <a:cubicBezTo>
                  <a:pt x="3193489" y="3806331"/>
                  <a:pt x="3194071" y="3806913"/>
                  <a:pt x="3194071" y="3806913"/>
                </a:cubicBezTo>
                <a:lnTo>
                  <a:pt x="3202545" y="3821535"/>
                </a:lnTo>
                <a:cubicBezTo>
                  <a:pt x="3202794" y="3821868"/>
                  <a:pt x="3202545" y="3822698"/>
                  <a:pt x="3202545" y="3822698"/>
                </a:cubicBezTo>
                <a:lnTo>
                  <a:pt x="3194071" y="3837319"/>
                </a:lnTo>
                <a:cubicBezTo>
                  <a:pt x="3193905" y="3837653"/>
                  <a:pt x="3193489" y="3837901"/>
                  <a:pt x="3193074" y="3837901"/>
                </a:cubicBezTo>
                <a:close/>
                <a:moveTo>
                  <a:pt x="3055813" y="3805821"/>
                </a:moveTo>
                <a:cubicBezTo>
                  <a:pt x="3055398" y="3805821"/>
                  <a:pt x="3054817" y="3805240"/>
                  <a:pt x="3054817" y="3805240"/>
                </a:cubicBezTo>
                <a:lnTo>
                  <a:pt x="3046342" y="3790535"/>
                </a:lnTo>
                <a:cubicBezTo>
                  <a:pt x="3046094" y="3790202"/>
                  <a:pt x="3046342" y="3789372"/>
                  <a:pt x="3046342" y="3789372"/>
                </a:cubicBezTo>
                <a:lnTo>
                  <a:pt x="3054816" y="3774666"/>
                </a:lnTo>
                <a:cubicBezTo>
                  <a:pt x="3054982" y="3774334"/>
                  <a:pt x="3055398" y="3774085"/>
                  <a:pt x="3055814" y="3774085"/>
                </a:cubicBezTo>
                <a:lnTo>
                  <a:pt x="3072762" y="3774085"/>
                </a:lnTo>
                <a:cubicBezTo>
                  <a:pt x="3073176" y="3774085"/>
                  <a:pt x="3073758" y="3774666"/>
                  <a:pt x="3073758" y="3774666"/>
                </a:cubicBezTo>
                <a:lnTo>
                  <a:pt x="3082232" y="3789372"/>
                </a:lnTo>
                <a:cubicBezTo>
                  <a:pt x="3082481" y="3789704"/>
                  <a:pt x="3082232" y="3790535"/>
                  <a:pt x="3082232" y="3790535"/>
                </a:cubicBezTo>
                <a:lnTo>
                  <a:pt x="3073759" y="3805240"/>
                </a:lnTo>
                <a:cubicBezTo>
                  <a:pt x="3073593" y="3805572"/>
                  <a:pt x="3073177" y="3805821"/>
                  <a:pt x="3072761" y="3805821"/>
                </a:cubicBezTo>
                <a:close/>
                <a:moveTo>
                  <a:pt x="2393609" y="3628594"/>
                </a:moveTo>
                <a:cubicBezTo>
                  <a:pt x="2393111" y="3628594"/>
                  <a:pt x="2392529" y="3628012"/>
                  <a:pt x="2392529" y="3628012"/>
                </a:cubicBezTo>
                <a:lnTo>
                  <a:pt x="2383972" y="3613141"/>
                </a:lnTo>
                <a:cubicBezTo>
                  <a:pt x="2383723" y="3612725"/>
                  <a:pt x="2383972" y="3611895"/>
                  <a:pt x="2383972" y="3611895"/>
                </a:cubicBezTo>
                <a:lnTo>
                  <a:pt x="2392612" y="3597024"/>
                </a:lnTo>
                <a:cubicBezTo>
                  <a:pt x="2392861" y="3596690"/>
                  <a:pt x="2393277" y="3596442"/>
                  <a:pt x="2393692" y="3596442"/>
                </a:cubicBezTo>
                <a:lnTo>
                  <a:pt x="2410890" y="3596442"/>
                </a:lnTo>
                <a:cubicBezTo>
                  <a:pt x="2411388" y="3596442"/>
                  <a:pt x="2411970" y="3597024"/>
                  <a:pt x="2411970" y="3597024"/>
                </a:cubicBezTo>
                <a:lnTo>
                  <a:pt x="2420527" y="3611895"/>
                </a:lnTo>
                <a:cubicBezTo>
                  <a:pt x="2420776" y="3612310"/>
                  <a:pt x="2420527" y="3613140"/>
                  <a:pt x="2420527" y="3613140"/>
                </a:cubicBezTo>
                <a:lnTo>
                  <a:pt x="2411887" y="3628012"/>
                </a:lnTo>
                <a:cubicBezTo>
                  <a:pt x="2411637" y="3628344"/>
                  <a:pt x="2411222" y="3628593"/>
                  <a:pt x="2410806" y="3628594"/>
                </a:cubicBezTo>
                <a:close/>
                <a:moveTo>
                  <a:pt x="3296403" y="3870497"/>
                </a:moveTo>
                <a:cubicBezTo>
                  <a:pt x="3295905" y="3870496"/>
                  <a:pt x="3295323" y="3869914"/>
                  <a:pt x="3295323" y="3869914"/>
                </a:cubicBezTo>
                <a:lnTo>
                  <a:pt x="3286766" y="3855043"/>
                </a:lnTo>
                <a:cubicBezTo>
                  <a:pt x="3286517" y="3854628"/>
                  <a:pt x="3286766" y="3853798"/>
                  <a:pt x="3286766" y="3853798"/>
                </a:cubicBezTo>
                <a:lnTo>
                  <a:pt x="3295406" y="3838927"/>
                </a:lnTo>
                <a:cubicBezTo>
                  <a:pt x="3295655" y="3838593"/>
                  <a:pt x="3296071" y="3838345"/>
                  <a:pt x="3296486" y="3838344"/>
                </a:cubicBezTo>
                <a:lnTo>
                  <a:pt x="3313684" y="3838344"/>
                </a:lnTo>
                <a:cubicBezTo>
                  <a:pt x="3314182" y="3838345"/>
                  <a:pt x="3314764" y="3838927"/>
                  <a:pt x="3314764" y="3838927"/>
                </a:cubicBezTo>
                <a:lnTo>
                  <a:pt x="3323321" y="3853797"/>
                </a:lnTo>
                <a:cubicBezTo>
                  <a:pt x="3323570" y="3854213"/>
                  <a:pt x="3323321" y="3855043"/>
                  <a:pt x="3323321" y="3855043"/>
                </a:cubicBezTo>
                <a:lnTo>
                  <a:pt x="3314681" y="3869914"/>
                </a:lnTo>
                <a:cubicBezTo>
                  <a:pt x="3314431" y="3870247"/>
                  <a:pt x="3314016" y="3870496"/>
                  <a:pt x="3313600" y="3870497"/>
                </a:cubicBezTo>
                <a:close/>
                <a:moveTo>
                  <a:pt x="3236133" y="3854629"/>
                </a:moveTo>
                <a:cubicBezTo>
                  <a:pt x="3235718" y="3854628"/>
                  <a:pt x="3235053" y="3854048"/>
                  <a:pt x="3235053" y="3854048"/>
                </a:cubicBezTo>
                <a:lnTo>
                  <a:pt x="3226330" y="3838927"/>
                </a:lnTo>
                <a:cubicBezTo>
                  <a:pt x="3226081" y="3838511"/>
                  <a:pt x="3226330" y="3837680"/>
                  <a:pt x="3226330" y="3837680"/>
                </a:cubicBezTo>
                <a:lnTo>
                  <a:pt x="3235053" y="3822560"/>
                </a:lnTo>
                <a:cubicBezTo>
                  <a:pt x="3235301" y="3822227"/>
                  <a:pt x="3235718" y="3821978"/>
                  <a:pt x="3236133" y="3821979"/>
                </a:cubicBezTo>
                <a:lnTo>
                  <a:pt x="3253662" y="3821978"/>
                </a:lnTo>
                <a:cubicBezTo>
                  <a:pt x="3254078" y="3821979"/>
                  <a:pt x="3254743" y="3822560"/>
                  <a:pt x="3254743" y="3822560"/>
                </a:cubicBezTo>
                <a:lnTo>
                  <a:pt x="3263466" y="3837680"/>
                </a:lnTo>
                <a:cubicBezTo>
                  <a:pt x="3263715" y="3838095"/>
                  <a:pt x="3263465" y="3838927"/>
                  <a:pt x="3263465" y="3838927"/>
                </a:cubicBezTo>
                <a:lnTo>
                  <a:pt x="3254743" y="3854047"/>
                </a:lnTo>
                <a:cubicBezTo>
                  <a:pt x="3254493" y="3854380"/>
                  <a:pt x="3254078" y="3854629"/>
                  <a:pt x="3253663" y="3854628"/>
                </a:cubicBezTo>
                <a:close/>
                <a:moveTo>
                  <a:pt x="4439713" y="4177407"/>
                </a:moveTo>
                <a:cubicBezTo>
                  <a:pt x="4439298" y="4177407"/>
                  <a:pt x="4438633" y="4176742"/>
                  <a:pt x="4438633" y="4176742"/>
                </a:cubicBezTo>
                <a:lnTo>
                  <a:pt x="4429827" y="4161372"/>
                </a:lnTo>
                <a:cubicBezTo>
                  <a:pt x="4429578" y="4160957"/>
                  <a:pt x="4429827" y="4160126"/>
                  <a:pt x="4429827" y="4160126"/>
                </a:cubicBezTo>
                <a:lnTo>
                  <a:pt x="4438716" y="4144757"/>
                </a:lnTo>
                <a:cubicBezTo>
                  <a:pt x="4438964" y="4144341"/>
                  <a:pt x="4439381" y="4144092"/>
                  <a:pt x="4439796" y="4144092"/>
                </a:cubicBezTo>
                <a:lnTo>
                  <a:pt x="4457492" y="4144092"/>
                </a:lnTo>
                <a:cubicBezTo>
                  <a:pt x="4457907" y="4144092"/>
                  <a:pt x="4458572" y="4144757"/>
                  <a:pt x="4458572" y="4144757"/>
                </a:cubicBezTo>
                <a:lnTo>
                  <a:pt x="4467378" y="4160126"/>
                </a:lnTo>
                <a:cubicBezTo>
                  <a:pt x="4467628" y="4160542"/>
                  <a:pt x="4467378" y="4161372"/>
                  <a:pt x="4467378" y="4161372"/>
                </a:cubicBezTo>
                <a:lnTo>
                  <a:pt x="4458489" y="4176742"/>
                </a:lnTo>
                <a:cubicBezTo>
                  <a:pt x="4458240" y="4177157"/>
                  <a:pt x="4457823" y="4177407"/>
                  <a:pt x="4457409" y="4177407"/>
                </a:cubicBezTo>
                <a:close/>
                <a:moveTo>
                  <a:pt x="828539" y="3209879"/>
                </a:moveTo>
                <a:cubicBezTo>
                  <a:pt x="828124" y="3209879"/>
                  <a:pt x="827459" y="3209214"/>
                  <a:pt x="827459" y="3209214"/>
                </a:cubicBezTo>
                <a:lnTo>
                  <a:pt x="818570" y="3193762"/>
                </a:lnTo>
                <a:cubicBezTo>
                  <a:pt x="818321" y="3193429"/>
                  <a:pt x="818570" y="3192515"/>
                  <a:pt x="818570" y="3192515"/>
                </a:cubicBezTo>
                <a:lnTo>
                  <a:pt x="827459" y="3177063"/>
                </a:lnTo>
                <a:cubicBezTo>
                  <a:pt x="827709" y="3176647"/>
                  <a:pt x="828124" y="3176398"/>
                  <a:pt x="828539" y="3176398"/>
                </a:cubicBezTo>
                <a:lnTo>
                  <a:pt x="846318" y="3176398"/>
                </a:lnTo>
                <a:cubicBezTo>
                  <a:pt x="846734" y="3176398"/>
                  <a:pt x="847398" y="3177063"/>
                  <a:pt x="847398" y="3177063"/>
                </a:cubicBezTo>
                <a:lnTo>
                  <a:pt x="856288" y="3192515"/>
                </a:lnTo>
                <a:cubicBezTo>
                  <a:pt x="856537" y="3192848"/>
                  <a:pt x="856288" y="3193762"/>
                  <a:pt x="856288" y="3193762"/>
                </a:cubicBezTo>
                <a:lnTo>
                  <a:pt x="847398" y="3209214"/>
                </a:lnTo>
                <a:cubicBezTo>
                  <a:pt x="847149" y="3209630"/>
                  <a:pt x="846734" y="3209879"/>
                  <a:pt x="846318" y="3209879"/>
                </a:cubicBezTo>
                <a:close/>
                <a:moveTo>
                  <a:pt x="1851705" y="3484036"/>
                </a:moveTo>
                <a:cubicBezTo>
                  <a:pt x="1851290" y="3484036"/>
                  <a:pt x="1850625" y="3483371"/>
                  <a:pt x="1850625" y="3483371"/>
                </a:cubicBezTo>
                <a:lnTo>
                  <a:pt x="1841736" y="3467919"/>
                </a:lnTo>
                <a:cubicBezTo>
                  <a:pt x="1841487" y="3467586"/>
                  <a:pt x="1841736" y="3466672"/>
                  <a:pt x="1841736" y="3466672"/>
                </a:cubicBezTo>
                <a:lnTo>
                  <a:pt x="1850625" y="3451220"/>
                </a:lnTo>
                <a:cubicBezTo>
                  <a:pt x="1850875" y="3450804"/>
                  <a:pt x="1851290" y="3450555"/>
                  <a:pt x="1851705" y="3450555"/>
                </a:cubicBezTo>
                <a:lnTo>
                  <a:pt x="1869484" y="3450555"/>
                </a:lnTo>
                <a:cubicBezTo>
                  <a:pt x="1869900" y="3450555"/>
                  <a:pt x="1870564" y="3451220"/>
                  <a:pt x="1870564" y="3451220"/>
                </a:cubicBezTo>
                <a:lnTo>
                  <a:pt x="1879454" y="3466672"/>
                </a:lnTo>
                <a:cubicBezTo>
                  <a:pt x="1879703" y="3467005"/>
                  <a:pt x="1879454" y="3467919"/>
                  <a:pt x="1879454" y="3467919"/>
                </a:cubicBezTo>
                <a:lnTo>
                  <a:pt x="1870564" y="3483371"/>
                </a:lnTo>
                <a:cubicBezTo>
                  <a:pt x="1870314" y="3483787"/>
                  <a:pt x="1869900" y="3484036"/>
                  <a:pt x="1869484" y="3484036"/>
                </a:cubicBezTo>
                <a:close/>
                <a:moveTo>
                  <a:pt x="3416547" y="3903334"/>
                </a:moveTo>
                <a:cubicBezTo>
                  <a:pt x="3416132" y="3903334"/>
                  <a:pt x="3415467" y="3902669"/>
                  <a:pt x="3415467" y="3902669"/>
                </a:cubicBezTo>
                <a:lnTo>
                  <a:pt x="3406578" y="3887217"/>
                </a:lnTo>
                <a:cubicBezTo>
                  <a:pt x="3406329" y="3886884"/>
                  <a:pt x="3406578" y="3885970"/>
                  <a:pt x="3406578" y="3885970"/>
                </a:cubicBezTo>
                <a:lnTo>
                  <a:pt x="3415467" y="3870518"/>
                </a:lnTo>
                <a:cubicBezTo>
                  <a:pt x="3415716" y="3870102"/>
                  <a:pt x="3416132" y="3869853"/>
                  <a:pt x="3416547" y="3869853"/>
                </a:cubicBezTo>
                <a:lnTo>
                  <a:pt x="3434326" y="3869853"/>
                </a:lnTo>
                <a:cubicBezTo>
                  <a:pt x="3434741" y="3869853"/>
                  <a:pt x="3435406" y="3870518"/>
                  <a:pt x="3435406" y="3870518"/>
                </a:cubicBezTo>
                <a:lnTo>
                  <a:pt x="3444296" y="3885970"/>
                </a:lnTo>
                <a:cubicBezTo>
                  <a:pt x="3444545" y="3886303"/>
                  <a:pt x="3444296" y="3887217"/>
                  <a:pt x="3444296" y="3887217"/>
                </a:cubicBezTo>
                <a:lnTo>
                  <a:pt x="3435406" y="3902669"/>
                </a:lnTo>
                <a:cubicBezTo>
                  <a:pt x="3435157" y="3903085"/>
                  <a:pt x="3434741" y="3903334"/>
                  <a:pt x="3434326" y="3903334"/>
                </a:cubicBezTo>
                <a:close/>
                <a:moveTo>
                  <a:pt x="3536920" y="3935588"/>
                </a:moveTo>
                <a:cubicBezTo>
                  <a:pt x="3536505" y="3935588"/>
                  <a:pt x="3535840" y="3934923"/>
                  <a:pt x="3535840" y="3934923"/>
                </a:cubicBezTo>
                <a:lnTo>
                  <a:pt x="3526951" y="3919471"/>
                </a:lnTo>
                <a:cubicBezTo>
                  <a:pt x="3526702" y="3919138"/>
                  <a:pt x="3526951" y="3918224"/>
                  <a:pt x="3526951" y="3918224"/>
                </a:cubicBezTo>
                <a:lnTo>
                  <a:pt x="3535840" y="3902772"/>
                </a:lnTo>
                <a:cubicBezTo>
                  <a:pt x="3536089" y="3902356"/>
                  <a:pt x="3536505" y="3902107"/>
                  <a:pt x="3536920" y="3902107"/>
                </a:cubicBezTo>
                <a:lnTo>
                  <a:pt x="3554699" y="3902107"/>
                </a:lnTo>
                <a:cubicBezTo>
                  <a:pt x="3555114" y="3902107"/>
                  <a:pt x="3555779" y="3902772"/>
                  <a:pt x="3555779" y="3902772"/>
                </a:cubicBezTo>
                <a:lnTo>
                  <a:pt x="3564669" y="3918224"/>
                </a:lnTo>
                <a:cubicBezTo>
                  <a:pt x="3564918" y="3918557"/>
                  <a:pt x="3564669" y="3919471"/>
                  <a:pt x="3564669" y="3919471"/>
                </a:cubicBezTo>
                <a:lnTo>
                  <a:pt x="3555779" y="3934923"/>
                </a:lnTo>
                <a:cubicBezTo>
                  <a:pt x="3555530" y="3935339"/>
                  <a:pt x="3555114" y="3935588"/>
                  <a:pt x="3554699" y="3935588"/>
                </a:cubicBezTo>
                <a:close/>
                <a:moveTo>
                  <a:pt x="3476652" y="3919533"/>
                </a:moveTo>
                <a:cubicBezTo>
                  <a:pt x="3476237" y="3919533"/>
                  <a:pt x="3475572" y="3918868"/>
                  <a:pt x="3475572" y="3918868"/>
                </a:cubicBezTo>
                <a:lnTo>
                  <a:pt x="3466600" y="3903333"/>
                </a:lnTo>
                <a:cubicBezTo>
                  <a:pt x="3466351" y="3903000"/>
                  <a:pt x="3466600" y="3902086"/>
                  <a:pt x="3466600" y="3902086"/>
                </a:cubicBezTo>
                <a:lnTo>
                  <a:pt x="3475572" y="3886551"/>
                </a:lnTo>
                <a:cubicBezTo>
                  <a:pt x="3475821" y="3886135"/>
                  <a:pt x="3476237" y="3885886"/>
                  <a:pt x="3476652" y="3885886"/>
                </a:cubicBezTo>
                <a:lnTo>
                  <a:pt x="3494514" y="3885886"/>
                </a:lnTo>
                <a:cubicBezTo>
                  <a:pt x="3494930" y="3885886"/>
                  <a:pt x="3495594" y="3886551"/>
                  <a:pt x="3495594" y="3886551"/>
                </a:cubicBezTo>
                <a:lnTo>
                  <a:pt x="3504567" y="3902086"/>
                </a:lnTo>
                <a:cubicBezTo>
                  <a:pt x="3504816" y="3902419"/>
                  <a:pt x="3504567" y="3903333"/>
                  <a:pt x="3504567" y="3903333"/>
                </a:cubicBezTo>
                <a:lnTo>
                  <a:pt x="3495594" y="3918868"/>
                </a:lnTo>
                <a:cubicBezTo>
                  <a:pt x="3495345" y="3919284"/>
                  <a:pt x="3494930" y="3919533"/>
                  <a:pt x="3494514" y="3919533"/>
                </a:cubicBezTo>
                <a:close/>
                <a:moveTo>
                  <a:pt x="4560004" y="4209816"/>
                </a:moveTo>
                <a:cubicBezTo>
                  <a:pt x="4559588" y="4209816"/>
                  <a:pt x="4558923" y="4209151"/>
                  <a:pt x="4558923" y="4209151"/>
                </a:cubicBezTo>
                <a:lnTo>
                  <a:pt x="4549951" y="4193616"/>
                </a:lnTo>
                <a:cubicBezTo>
                  <a:pt x="4549703" y="4193283"/>
                  <a:pt x="4549952" y="4192369"/>
                  <a:pt x="4549952" y="4192369"/>
                </a:cubicBezTo>
                <a:lnTo>
                  <a:pt x="4558924" y="4176834"/>
                </a:lnTo>
                <a:cubicBezTo>
                  <a:pt x="4559174" y="4176418"/>
                  <a:pt x="4559588" y="4176169"/>
                  <a:pt x="4560004" y="4176169"/>
                </a:cubicBezTo>
                <a:lnTo>
                  <a:pt x="4577866" y="4176169"/>
                </a:lnTo>
                <a:cubicBezTo>
                  <a:pt x="4578282" y="4176169"/>
                  <a:pt x="4578946" y="4176834"/>
                  <a:pt x="4578946" y="4176834"/>
                </a:cubicBezTo>
                <a:lnTo>
                  <a:pt x="4587919" y="4192369"/>
                </a:lnTo>
                <a:cubicBezTo>
                  <a:pt x="4588168" y="4192702"/>
                  <a:pt x="4587919" y="4193616"/>
                  <a:pt x="4587919" y="4193616"/>
                </a:cubicBezTo>
                <a:lnTo>
                  <a:pt x="4578946" y="4209151"/>
                </a:lnTo>
                <a:cubicBezTo>
                  <a:pt x="4578696" y="4209567"/>
                  <a:pt x="4578282" y="4209816"/>
                  <a:pt x="4577866" y="4209816"/>
                </a:cubicBezTo>
                <a:close/>
                <a:moveTo>
                  <a:pt x="3777498" y="4000344"/>
                </a:moveTo>
                <a:cubicBezTo>
                  <a:pt x="3777083" y="4000344"/>
                  <a:pt x="3776418" y="3999680"/>
                  <a:pt x="3776418" y="3999680"/>
                </a:cubicBezTo>
                <a:lnTo>
                  <a:pt x="3767363" y="3983978"/>
                </a:lnTo>
                <a:cubicBezTo>
                  <a:pt x="3767114" y="3983645"/>
                  <a:pt x="3767363" y="3982731"/>
                  <a:pt x="3767363" y="3982731"/>
                </a:cubicBezTo>
                <a:lnTo>
                  <a:pt x="3776418" y="3967030"/>
                </a:lnTo>
                <a:cubicBezTo>
                  <a:pt x="3776584" y="3966614"/>
                  <a:pt x="3777083" y="3966365"/>
                  <a:pt x="3777498" y="3966365"/>
                </a:cubicBezTo>
                <a:lnTo>
                  <a:pt x="3795610" y="3966365"/>
                </a:lnTo>
                <a:cubicBezTo>
                  <a:pt x="3796025" y="3966365"/>
                  <a:pt x="3796690" y="3967030"/>
                  <a:pt x="3796690" y="3967030"/>
                </a:cubicBezTo>
                <a:lnTo>
                  <a:pt x="3805745" y="3982731"/>
                </a:lnTo>
                <a:cubicBezTo>
                  <a:pt x="3805995" y="3983064"/>
                  <a:pt x="3805745" y="3983978"/>
                  <a:pt x="3805745" y="3983978"/>
                </a:cubicBezTo>
                <a:lnTo>
                  <a:pt x="3796690" y="3999680"/>
                </a:lnTo>
                <a:cubicBezTo>
                  <a:pt x="3796524" y="4000095"/>
                  <a:pt x="3796025" y="4000344"/>
                  <a:pt x="3795610" y="4000344"/>
                </a:cubicBezTo>
                <a:close/>
                <a:moveTo>
                  <a:pt x="3717239" y="3984385"/>
                </a:moveTo>
                <a:cubicBezTo>
                  <a:pt x="3716824" y="3984385"/>
                  <a:pt x="3716159" y="3983721"/>
                  <a:pt x="3716159" y="3983721"/>
                </a:cubicBezTo>
                <a:lnTo>
                  <a:pt x="3707021" y="3967852"/>
                </a:lnTo>
                <a:cubicBezTo>
                  <a:pt x="3706772" y="3967438"/>
                  <a:pt x="3707021" y="3966523"/>
                  <a:pt x="3707021" y="3966523"/>
                </a:cubicBezTo>
                <a:lnTo>
                  <a:pt x="3716159" y="3950656"/>
                </a:lnTo>
                <a:cubicBezTo>
                  <a:pt x="3716326" y="3950240"/>
                  <a:pt x="3716824" y="3949990"/>
                  <a:pt x="3717239" y="3949990"/>
                </a:cubicBezTo>
                <a:lnTo>
                  <a:pt x="3735517" y="3949991"/>
                </a:lnTo>
                <a:cubicBezTo>
                  <a:pt x="3735932" y="3949991"/>
                  <a:pt x="3736597" y="3950656"/>
                  <a:pt x="3736597" y="3950656"/>
                </a:cubicBezTo>
                <a:lnTo>
                  <a:pt x="3745735" y="3966524"/>
                </a:lnTo>
                <a:cubicBezTo>
                  <a:pt x="3745985" y="3966938"/>
                  <a:pt x="3745735" y="3967853"/>
                  <a:pt x="3745735" y="3967853"/>
                </a:cubicBezTo>
                <a:lnTo>
                  <a:pt x="3736597" y="3983721"/>
                </a:lnTo>
                <a:cubicBezTo>
                  <a:pt x="3736431" y="3984136"/>
                  <a:pt x="3735932" y="3984385"/>
                  <a:pt x="3735517" y="3984386"/>
                </a:cubicBezTo>
                <a:close/>
                <a:moveTo>
                  <a:pt x="4499660" y="4194035"/>
                </a:moveTo>
                <a:cubicBezTo>
                  <a:pt x="4499245" y="4194035"/>
                  <a:pt x="4498581" y="4193370"/>
                  <a:pt x="4498581" y="4193370"/>
                </a:cubicBezTo>
                <a:lnTo>
                  <a:pt x="4489442" y="4177502"/>
                </a:lnTo>
                <a:cubicBezTo>
                  <a:pt x="4489193" y="4177087"/>
                  <a:pt x="4489442" y="4176172"/>
                  <a:pt x="4489442" y="4176172"/>
                </a:cubicBezTo>
                <a:lnTo>
                  <a:pt x="4498581" y="4160305"/>
                </a:lnTo>
                <a:cubicBezTo>
                  <a:pt x="4498747" y="4159889"/>
                  <a:pt x="4499245" y="4159640"/>
                  <a:pt x="4499660" y="4159640"/>
                </a:cubicBezTo>
                <a:lnTo>
                  <a:pt x="4517938" y="4159640"/>
                </a:lnTo>
                <a:cubicBezTo>
                  <a:pt x="4518353" y="4159640"/>
                  <a:pt x="4519018" y="4160305"/>
                  <a:pt x="4519018" y="4160305"/>
                </a:cubicBezTo>
                <a:lnTo>
                  <a:pt x="4528157" y="4176173"/>
                </a:lnTo>
                <a:cubicBezTo>
                  <a:pt x="4528406" y="4176588"/>
                  <a:pt x="4528157" y="4177502"/>
                  <a:pt x="4528157" y="4177502"/>
                </a:cubicBezTo>
                <a:lnTo>
                  <a:pt x="4519018" y="4193370"/>
                </a:lnTo>
                <a:cubicBezTo>
                  <a:pt x="4518852" y="4193786"/>
                  <a:pt x="4518353" y="4194035"/>
                  <a:pt x="4517938" y="4194035"/>
                </a:cubicBezTo>
                <a:close/>
                <a:moveTo>
                  <a:pt x="3596762" y="3952388"/>
                </a:moveTo>
                <a:cubicBezTo>
                  <a:pt x="3596263" y="3952388"/>
                  <a:pt x="3595598" y="3951723"/>
                  <a:pt x="3595598" y="3951723"/>
                </a:cubicBezTo>
                <a:lnTo>
                  <a:pt x="3586378" y="3935689"/>
                </a:lnTo>
                <a:cubicBezTo>
                  <a:pt x="3586128" y="3935274"/>
                  <a:pt x="3586377" y="3934360"/>
                  <a:pt x="3586377" y="3934360"/>
                </a:cubicBezTo>
                <a:lnTo>
                  <a:pt x="3595599" y="3918326"/>
                </a:lnTo>
                <a:cubicBezTo>
                  <a:pt x="3595848" y="3917910"/>
                  <a:pt x="3596263" y="3917661"/>
                  <a:pt x="3596762" y="3917661"/>
                </a:cubicBezTo>
                <a:lnTo>
                  <a:pt x="3615289" y="3917661"/>
                </a:lnTo>
                <a:cubicBezTo>
                  <a:pt x="3615788" y="3917661"/>
                  <a:pt x="3616452" y="3918326"/>
                  <a:pt x="3616452" y="3918326"/>
                </a:cubicBezTo>
                <a:lnTo>
                  <a:pt x="3625673" y="3934360"/>
                </a:lnTo>
                <a:cubicBezTo>
                  <a:pt x="3625924" y="3934775"/>
                  <a:pt x="3625673" y="3935689"/>
                  <a:pt x="3625673" y="3935689"/>
                </a:cubicBezTo>
                <a:lnTo>
                  <a:pt x="3616451" y="3951723"/>
                </a:lnTo>
                <a:cubicBezTo>
                  <a:pt x="3616203" y="3952139"/>
                  <a:pt x="3615788" y="3952388"/>
                  <a:pt x="3615289" y="3952388"/>
                </a:cubicBezTo>
                <a:close/>
                <a:moveTo>
                  <a:pt x="3355935" y="3887953"/>
                </a:moveTo>
                <a:cubicBezTo>
                  <a:pt x="3355436" y="3887953"/>
                  <a:pt x="3354773" y="3887289"/>
                  <a:pt x="3354773" y="3887289"/>
                </a:cubicBezTo>
                <a:lnTo>
                  <a:pt x="3345467" y="3871171"/>
                </a:lnTo>
                <a:cubicBezTo>
                  <a:pt x="3345219" y="3870756"/>
                  <a:pt x="3345467" y="3869842"/>
                  <a:pt x="3345467" y="3869842"/>
                </a:cubicBezTo>
                <a:lnTo>
                  <a:pt x="3354773" y="3853725"/>
                </a:lnTo>
                <a:cubicBezTo>
                  <a:pt x="3355021" y="3853309"/>
                  <a:pt x="3355436" y="3853060"/>
                  <a:pt x="3355935" y="3853060"/>
                </a:cubicBezTo>
                <a:lnTo>
                  <a:pt x="3374544" y="3853060"/>
                </a:lnTo>
                <a:cubicBezTo>
                  <a:pt x="3375043" y="3853060"/>
                  <a:pt x="3375709" y="3853725"/>
                  <a:pt x="3375709" y="3853725"/>
                </a:cubicBezTo>
                <a:lnTo>
                  <a:pt x="3385013" y="3869842"/>
                </a:lnTo>
                <a:cubicBezTo>
                  <a:pt x="3385262" y="3870257"/>
                  <a:pt x="3385013" y="3871171"/>
                  <a:pt x="3385013" y="3871171"/>
                </a:cubicBezTo>
                <a:lnTo>
                  <a:pt x="3375708" y="3887289"/>
                </a:lnTo>
                <a:cubicBezTo>
                  <a:pt x="3375459" y="3887704"/>
                  <a:pt x="3375043" y="3887953"/>
                  <a:pt x="3374545" y="3887953"/>
                </a:cubicBezTo>
                <a:close/>
                <a:moveTo>
                  <a:pt x="888218" y="3226824"/>
                </a:moveTo>
                <a:cubicBezTo>
                  <a:pt x="887719" y="3226824"/>
                  <a:pt x="887054" y="3226160"/>
                  <a:pt x="887054" y="3226160"/>
                </a:cubicBezTo>
                <a:lnTo>
                  <a:pt x="877667" y="3209959"/>
                </a:lnTo>
                <a:cubicBezTo>
                  <a:pt x="877418" y="3209544"/>
                  <a:pt x="877667" y="3208630"/>
                  <a:pt x="877667" y="3208630"/>
                </a:cubicBezTo>
                <a:lnTo>
                  <a:pt x="887054" y="3192430"/>
                </a:lnTo>
                <a:cubicBezTo>
                  <a:pt x="887304" y="3192014"/>
                  <a:pt x="887719" y="3191765"/>
                  <a:pt x="888218" y="3191765"/>
                </a:cubicBezTo>
                <a:lnTo>
                  <a:pt x="906911" y="3191765"/>
                </a:lnTo>
                <a:cubicBezTo>
                  <a:pt x="907409" y="3191765"/>
                  <a:pt x="908074" y="3192430"/>
                  <a:pt x="908074" y="3192430"/>
                </a:cubicBezTo>
                <a:lnTo>
                  <a:pt x="917462" y="3208630"/>
                </a:lnTo>
                <a:cubicBezTo>
                  <a:pt x="917711" y="3209045"/>
                  <a:pt x="917462" y="3209959"/>
                  <a:pt x="917462" y="3209959"/>
                </a:cubicBezTo>
                <a:lnTo>
                  <a:pt x="908074" y="3226160"/>
                </a:lnTo>
                <a:cubicBezTo>
                  <a:pt x="907824" y="3226575"/>
                  <a:pt x="907409" y="3226824"/>
                  <a:pt x="906911" y="3226824"/>
                </a:cubicBezTo>
                <a:close/>
                <a:moveTo>
                  <a:pt x="2332686" y="3613962"/>
                </a:moveTo>
                <a:cubicBezTo>
                  <a:pt x="2332187" y="3613962"/>
                  <a:pt x="2331523" y="3613298"/>
                  <a:pt x="2331523" y="3613298"/>
                </a:cubicBezTo>
                <a:lnTo>
                  <a:pt x="2322135" y="3597014"/>
                </a:lnTo>
                <a:cubicBezTo>
                  <a:pt x="2321886" y="3596599"/>
                  <a:pt x="2322135" y="3595685"/>
                  <a:pt x="2322135" y="3595685"/>
                </a:cubicBezTo>
                <a:lnTo>
                  <a:pt x="2331523" y="3579402"/>
                </a:lnTo>
                <a:cubicBezTo>
                  <a:pt x="2331772" y="3578986"/>
                  <a:pt x="2332187" y="3578737"/>
                  <a:pt x="2332686" y="3578737"/>
                </a:cubicBezTo>
                <a:lnTo>
                  <a:pt x="2351462" y="3578737"/>
                </a:lnTo>
                <a:cubicBezTo>
                  <a:pt x="2351960" y="3578737"/>
                  <a:pt x="2352625" y="3579402"/>
                  <a:pt x="2352625" y="3579402"/>
                </a:cubicBezTo>
                <a:lnTo>
                  <a:pt x="2362013" y="3595685"/>
                </a:lnTo>
                <a:cubicBezTo>
                  <a:pt x="2362262" y="3596101"/>
                  <a:pt x="2362013" y="3597014"/>
                  <a:pt x="2362013" y="3597014"/>
                </a:cubicBezTo>
                <a:lnTo>
                  <a:pt x="2352625" y="3613298"/>
                </a:lnTo>
                <a:cubicBezTo>
                  <a:pt x="2352375" y="3613713"/>
                  <a:pt x="2351960" y="3613962"/>
                  <a:pt x="2351462" y="3613962"/>
                </a:cubicBezTo>
                <a:close/>
                <a:moveTo>
                  <a:pt x="3656784" y="3968753"/>
                </a:moveTo>
                <a:cubicBezTo>
                  <a:pt x="3656285" y="3968753"/>
                  <a:pt x="3655621" y="3968089"/>
                  <a:pt x="3655621" y="3968089"/>
                </a:cubicBezTo>
                <a:lnTo>
                  <a:pt x="3646233" y="3951805"/>
                </a:lnTo>
                <a:cubicBezTo>
                  <a:pt x="3645984" y="3951390"/>
                  <a:pt x="3646233" y="3950476"/>
                  <a:pt x="3646233" y="3950476"/>
                </a:cubicBezTo>
                <a:lnTo>
                  <a:pt x="3655621" y="3934193"/>
                </a:lnTo>
                <a:cubicBezTo>
                  <a:pt x="3655870" y="3933777"/>
                  <a:pt x="3656285" y="3933528"/>
                  <a:pt x="3656784" y="3933528"/>
                </a:cubicBezTo>
                <a:lnTo>
                  <a:pt x="3675560" y="3933528"/>
                </a:lnTo>
                <a:cubicBezTo>
                  <a:pt x="3676058" y="3933528"/>
                  <a:pt x="3676723" y="3934193"/>
                  <a:pt x="3676723" y="3934193"/>
                </a:cubicBezTo>
                <a:lnTo>
                  <a:pt x="3686111" y="3950476"/>
                </a:lnTo>
                <a:cubicBezTo>
                  <a:pt x="3686360" y="3950892"/>
                  <a:pt x="3686111" y="3951805"/>
                  <a:pt x="3686111" y="3951805"/>
                </a:cubicBezTo>
                <a:lnTo>
                  <a:pt x="3676723" y="3968089"/>
                </a:lnTo>
                <a:cubicBezTo>
                  <a:pt x="3676473" y="3968504"/>
                  <a:pt x="3676058" y="3968753"/>
                  <a:pt x="3675560" y="3968753"/>
                </a:cubicBezTo>
                <a:close/>
                <a:moveTo>
                  <a:pt x="948133" y="3243447"/>
                </a:moveTo>
                <a:cubicBezTo>
                  <a:pt x="947634" y="3243447"/>
                  <a:pt x="947219" y="3243198"/>
                  <a:pt x="946970" y="3242783"/>
                </a:cubicBezTo>
                <a:lnTo>
                  <a:pt x="937333" y="3226167"/>
                </a:lnTo>
                <a:cubicBezTo>
                  <a:pt x="937084" y="3225751"/>
                  <a:pt x="937084" y="3225253"/>
                  <a:pt x="937333" y="3224837"/>
                </a:cubicBezTo>
                <a:lnTo>
                  <a:pt x="946970" y="3208222"/>
                </a:lnTo>
                <a:cubicBezTo>
                  <a:pt x="947219" y="3207806"/>
                  <a:pt x="947634" y="3207557"/>
                  <a:pt x="948133" y="3207557"/>
                </a:cubicBezTo>
                <a:lnTo>
                  <a:pt x="967324" y="3207557"/>
                </a:lnTo>
                <a:cubicBezTo>
                  <a:pt x="967823" y="3207557"/>
                  <a:pt x="968238" y="3207806"/>
                  <a:pt x="968487" y="3208222"/>
                </a:cubicBezTo>
                <a:lnTo>
                  <a:pt x="978125" y="3224837"/>
                </a:lnTo>
                <a:cubicBezTo>
                  <a:pt x="978374" y="3225253"/>
                  <a:pt x="978374" y="3225751"/>
                  <a:pt x="978125" y="3226167"/>
                </a:cubicBezTo>
                <a:lnTo>
                  <a:pt x="968487" y="3242783"/>
                </a:lnTo>
                <a:cubicBezTo>
                  <a:pt x="968238" y="3243198"/>
                  <a:pt x="967823" y="3243447"/>
                  <a:pt x="967324" y="3243447"/>
                </a:cubicBezTo>
                <a:close/>
                <a:moveTo>
                  <a:pt x="1008317" y="3259679"/>
                </a:moveTo>
                <a:cubicBezTo>
                  <a:pt x="1007819" y="3259678"/>
                  <a:pt x="1007403" y="3259429"/>
                  <a:pt x="1007154" y="3259014"/>
                </a:cubicBezTo>
                <a:lnTo>
                  <a:pt x="997517" y="3242315"/>
                </a:lnTo>
                <a:cubicBezTo>
                  <a:pt x="997268" y="3241899"/>
                  <a:pt x="997268" y="3241402"/>
                  <a:pt x="997517" y="3240986"/>
                </a:cubicBezTo>
                <a:lnTo>
                  <a:pt x="1007154" y="3224287"/>
                </a:lnTo>
                <a:cubicBezTo>
                  <a:pt x="1007403" y="3223871"/>
                  <a:pt x="1007819" y="3223623"/>
                  <a:pt x="1008317" y="3223622"/>
                </a:cubicBezTo>
                <a:lnTo>
                  <a:pt x="1027674" y="3223622"/>
                </a:lnTo>
                <a:cubicBezTo>
                  <a:pt x="1028173" y="3223622"/>
                  <a:pt x="1028589" y="3223871"/>
                  <a:pt x="1028838" y="3224287"/>
                </a:cubicBezTo>
                <a:lnTo>
                  <a:pt x="1038475" y="3240987"/>
                </a:lnTo>
                <a:cubicBezTo>
                  <a:pt x="1038724" y="3241401"/>
                  <a:pt x="1038724" y="3241899"/>
                  <a:pt x="1038475" y="3242315"/>
                </a:cubicBezTo>
                <a:lnTo>
                  <a:pt x="1028838" y="3259014"/>
                </a:lnTo>
                <a:cubicBezTo>
                  <a:pt x="1028589" y="3259430"/>
                  <a:pt x="1028173" y="3259678"/>
                  <a:pt x="1027674" y="3259678"/>
                </a:cubicBezTo>
                <a:close/>
                <a:moveTo>
                  <a:pt x="1068452" y="3275883"/>
                </a:moveTo>
                <a:cubicBezTo>
                  <a:pt x="1067954" y="3275882"/>
                  <a:pt x="1067539" y="3275634"/>
                  <a:pt x="1067289" y="3275217"/>
                </a:cubicBezTo>
                <a:lnTo>
                  <a:pt x="1057570" y="3258353"/>
                </a:lnTo>
                <a:cubicBezTo>
                  <a:pt x="1057320" y="3257855"/>
                  <a:pt x="1057321" y="3257356"/>
                  <a:pt x="1057569" y="3256940"/>
                </a:cubicBezTo>
                <a:lnTo>
                  <a:pt x="1067290" y="3240076"/>
                </a:lnTo>
                <a:cubicBezTo>
                  <a:pt x="1067538" y="3239659"/>
                  <a:pt x="1067954" y="3239410"/>
                  <a:pt x="1068452" y="3239411"/>
                </a:cubicBezTo>
                <a:lnTo>
                  <a:pt x="1087893" y="3239411"/>
                </a:lnTo>
                <a:cubicBezTo>
                  <a:pt x="1088391" y="3239410"/>
                  <a:pt x="1088808" y="3239660"/>
                  <a:pt x="1089056" y="3240075"/>
                </a:cubicBezTo>
                <a:lnTo>
                  <a:pt x="1098777" y="3256941"/>
                </a:lnTo>
                <a:cubicBezTo>
                  <a:pt x="1099026" y="3257438"/>
                  <a:pt x="1099027" y="3257938"/>
                  <a:pt x="1098777" y="3258353"/>
                </a:cubicBezTo>
                <a:lnTo>
                  <a:pt x="1089056" y="3275218"/>
                </a:lnTo>
                <a:cubicBezTo>
                  <a:pt x="1088807" y="3275634"/>
                  <a:pt x="1088392" y="3275883"/>
                  <a:pt x="1087893" y="3275882"/>
                </a:cubicBezTo>
                <a:close/>
                <a:moveTo>
                  <a:pt x="1429385" y="3372961"/>
                </a:moveTo>
                <a:cubicBezTo>
                  <a:pt x="1428886" y="3372961"/>
                  <a:pt x="1428388" y="3372712"/>
                  <a:pt x="1428139" y="3372297"/>
                </a:cubicBezTo>
                <a:lnTo>
                  <a:pt x="1418253" y="3355182"/>
                </a:lnTo>
                <a:cubicBezTo>
                  <a:pt x="1418004" y="3354767"/>
                  <a:pt x="1418004" y="3354185"/>
                  <a:pt x="1418253" y="3353770"/>
                </a:cubicBezTo>
                <a:lnTo>
                  <a:pt x="1428139" y="3336656"/>
                </a:lnTo>
                <a:cubicBezTo>
                  <a:pt x="1428471" y="3336240"/>
                  <a:pt x="1428886" y="3335991"/>
                  <a:pt x="1429385" y="3335991"/>
                </a:cubicBezTo>
                <a:lnTo>
                  <a:pt x="1449075" y="3335991"/>
                </a:lnTo>
                <a:cubicBezTo>
                  <a:pt x="1449574" y="3335991"/>
                  <a:pt x="1450071" y="3336240"/>
                  <a:pt x="1450322" y="3336656"/>
                </a:cubicBezTo>
                <a:lnTo>
                  <a:pt x="1460208" y="3353770"/>
                </a:lnTo>
                <a:cubicBezTo>
                  <a:pt x="1460457" y="3354185"/>
                  <a:pt x="1460457" y="3354767"/>
                  <a:pt x="1460208" y="3355182"/>
                </a:cubicBezTo>
                <a:lnTo>
                  <a:pt x="1450322" y="3372297"/>
                </a:lnTo>
                <a:cubicBezTo>
                  <a:pt x="1449988" y="3372712"/>
                  <a:pt x="1449574" y="3372961"/>
                  <a:pt x="1449075" y="3372961"/>
                </a:cubicBezTo>
                <a:close/>
                <a:moveTo>
                  <a:pt x="1308927" y="3340885"/>
                </a:moveTo>
                <a:cubicBezTo>
                  <a:pt x="1308428" y="3340885"/>
                  <a:pt x="1307931" y="3340635"/>
                  <a:pt x="1307681" y="3340220"/>
                </a:cubicBezTo>
                <a:lnTo>
                  <a:pt x="1297711" y="3322939"/>
                </a:lnTo>
                <a:cubicBezTo>
                  <a:pt x="1297462" y="3322524"/>
                  <a:pt x="1297463" y="3321943"/>
                  <a:pt x="1297711" y="3321527"/>
                </a:cubicBezTo>
                <a:lnTo>
                  <a:pt x="1307681" y="3304247"/>
                </a:lnTo>
                <a:cubicBezTo>
                  <a:pt x="1307931" y="3303831"/>
                  <a:pt x="1308429" y="3303582"/>
                  <a:pt x="1308928" y="3303582"/>
                </a:cubicBezTo>
                <a:lnTo>
                  <a:pt x="1328866" y="3303582"/>
                </a:lnTo>
                <a:cubicBezTo>
                  <a:pt x="1329364" y="3303582"/>
                  <a:pt x="1329863" y="3303831"/>
                  <a:pt x="1330112" y="3304247"/>
                </a:cubicBezTo>
                <a:lnTo>
                  <a:pt x="1340082" y="3321527"/>
                </a:lnTo>
                <a:cubicBezTo>
                  <a:pt x="1340331" y="3321943"/>
                  <a:pt x="1340332" y="3322524"/>
                  <a:pt x="1340082" y="3322939"/>
                </a:cubicBezTo>
                <a:lnTo>
                  <a:pt x="1330112" y="3340220"/>
                </a:lnTo>
                <a:cubicBezTo>
                  <a:pt x="1329863" y="3340635"/>
                  <a:pt x="1329365" y="3340885"/>
                  <a:pt x="1328867" y="3340885"/>
                </a:cubicBezTo>
                <a:close/>
                <a:moveTo>
                  <a:pt x="1128307" y="3292591"/>
                </a:moveTo>
                <a:cubicBezTo>
                  <a:pt x="1127808" y="3292590"/>
                  <a:pt x="1127311" y="3292257"/>
                  <a:pt x="1127062" y="3291843"/>
                </a:cubicBezTo>
                <a:lnTo>
                  <a:pt x="1117091" y="3274479"/>
                </a:lnTo>
                <a:cubicBezTo>
                  <a:pt x="1116842" y="3274063"/>
                  <a:pt x="1116842" y="3273483"/>
                  <a:pt x="1117091" y="3273066"/>
                </a:cubicBezTo>
                <a:lnTo>
                  <a:pt x="1127144" y="3255703"/>
                </a:lnTo>
                <a:cubicBezTo>
                  <a:pt x="1127393" y="3255205"/>
                  <a:pt x="1127891" y="3254955"/>
                  <a:pt x="1128390" y="3254955"/>
                </a:cubicBezTo>
                <a:lnTo>
                  <a:pt x="1148413" y="3254956"/>
                </a:lnTo>
                <a:cubicBezTo>
                  <a:pt x="1148912" y="3254955"/>
                  <a:pt x="1149409" y="3255287"/>
                  <a:pt x="1149659" y="3255703"/>
                </a:cubicBezTo>
                <a:lnTo>
                  <a:pt x="1159628" y="3273066"/>
                </a:lnTo>
                <a:cubicBezTo>
                  <a:pt x="1159877" y="3273482"/>
                  <a:pt x="1159877" y="3274063"/>
                  <a:pt x="1159629" y="3274479"/>
                </a:cubicBezTo>
                <a:lnTo>
                  <a:pt x="1149575" y="3291842"/>
                </a:lnTo>
                <a:cubicBezTo>
                  <a:pt x="1149327" y="3292341"/>
                  <a:pt x="1148828" y="3292591"/>
                  <a:pt x="1148329" y="3292590"/>
                </a:cubicBezTo>
                <a:close/>
                <a:moveTo>
                  <a:pt x="1188493" y="3308801"/>
                </a:moveTo>
                <a:cubicBezTo>
                  <a:pt x="1187995" y="3308800"/>
                  <a:pt x="1187496" y="3308468"/>
                  <a:pt x="1187247" y="3308052"/>
                </a:cubicBezTo>
                <a:lnTo>
                  <a:pt x="1177195" y="3290607"/>
                </a:lnTo>
                <a:cubicBezTo>
                  <a:pt x="1176946" y="3290190"/>
                  <a:pt x="1176946" y="3289610"/>
                  <a:pt x="1177195" y="3289193"/>
                </a:cubicBezTo>
                <a:lnTo>
                  <a:pt x="1187247" y="3271748"/>
                </a:lnTo>
                <a:cubicBezTo>
                  <a:pt x="1187496" y="3271248"/>
                  <a:pt x="1187995" y="3270999"/>
                  <a:pt x="1188493" y="3270999"/>
                </a:cubicBezTo>
                <a:lnTo>
                  <a:pt x="1208599" y="3270999"/>
                </a:lnTo>
                <a:cubicBezTo>
                  <a:pt x="1209097" y="3270999"/>
                  <a:pt x="1209596" y="3271331"/>
                  <a:pt x="1209845" y="3271748"/>
                </a:cubicBezTo>
                <a:lnTo>
                  <a:pt x="1219898" y="3289193"/>
                </a:lnTo>
                <a:cubicBezTo>
                  <a:pt x="1220147" y="3289610"/>
                  <a:pt x="1220147" y="3290190"/>
                  <a:pt x="1219898" y="3290606"/>
                </a:cubicBezTo>
                <a:lnTo>
                  <a:pt x="1209845" y="3308052"/>
                </a:lnTo>
                <a:cubicBezTo>
                  <a:pt x="1209596" y="3308551"/>
                  <a:pt x="1209097" y="3308801"/>
                  <a:pt x="1208599" y="3308800"/>
                </a:cubicBezTo>
                <a:close/>
                <a:moveTo>
                  <a:pt x="1489425" y="3389435"/>
                </a:moveTo>
                <a:cubicBezTo>
                  <a:pt x="1488927" y="3389435"/>
                  <a:pt x="1488427" y="3389103"/>
                  <a:pt x="1488178" y="3388687"/>
                </a:cubicBezTo>
                <a:lnTo>
                  <a:pt x="1478127" y="3371241"/>
                </a:lnTo>
                <a:cubicBezTo>
                  <a:pt x="1477877" y="3370825"/>
                  <a:pt x="1477878" y="3370244"/>
                  <a:pt x="1478126" y="3369828"/>
                </a:cubicBezTo>
                <a:lnTo>
                  <a:pt x="1488179" y="3352382"/>
                </a:lnTo>
                <a:cubicBezTo>
                  <a:pt x="1488427" y="3351883"/>
                  <a:pt x="1488926" y="3351634"/>
                  <a:pt x="1489424" y="3351634"/>
                </a:cubicBezTo>
                <a:lnTo>
                  <a:pt x="1509530" y="3351634"/>
                </a:lnTo>
                <a:cubicBezTo>
                  <a:pt x="1510028" y="3351634"/>
                  <a:pt x="1510527" y="3351966"/>
                  <a:pt x="1510777" y="3352382"/>
                </a:cubicBezTo>
                <a:lnTo>
                  <a:pt x="1520829" y="3369828"/>
                </a:lnTo>
                <a:cubicBezTo>
                  <a:pt x="1521079" y="3370244"/>
                  <a:pt x="1521078" y="3370825"/>
                  <a:pt x="1520830" y="3371241"/>
                </a:cubicBezTo>
                <a:lnTo>
                  <a:pt x="1510776" y="3388687"/>
                </a:lnTo>
                <a:cubicBezTo>
                  <a:pt x="1510528" y="3389186"/>
                  <a:pt x="1510029" y="3389435"/>
                  <a:pt x="1509531" y="3389435"/>
                </a:cubicBezTo>
                <a:close/>
                <a:moveTo>
                  <a:pt x="1248597" y="3325010"/>
                </a:moveTo>
                <a:cubicBezTo>
                  <a:pt x="1248098" y="3325010"/>
                  <a:pt x="1247600" y="3324678"/>
                  <a:pt x="1247351" y="3324262"/>
                </a:cubicBezTo>
                <a:lnTo>
                  <a:pt x="1237215" y="3306733"/>
                </a:lnTo>
                <a:cubicBezTo>
                  <a:pt x="1236966" y="3306317"/>
                  <a:pt x="1236966" y="3305736"/>
                  <a:pt x="1237215" y="3305320"/>
                </a:cubicBezTo>
                <a:lnTo>
                  <a:pt x="1247351" y="3287791"/>
                </a:lnTo>
                <a:cubicBezTo>
                  <a:pt x="1247600" y="3287292"/>
                  <a:pt x="1248098" y="3287043"/>
                  <a:pt x="1248597" y="3287043"/>
                </a:cubicBezTo>
                <a:lnTo>
                  <a:pt x="1268868" y="3287043"/>
                </a:lnTo>
                <a:cubicBezTo>
                  <a:pt x="1269367" y="3287043"/>
                  <a:pt x="1269865" y="3287375"/>
                  <a:pt x="1270114" y="3287791"/>
                </a:cubicBezTo>
                <a:lnTo>
                  <a:pt x="1280250" y="3305320"/>
                </a:lnTo>
                <a:cubicBezTo>
                  <a:pt x="1280499" y="3305736"/>
                  <a:pt x="1280499" y="3306317"/>
                  <a:pt x="1280250" y="3306733"/>
                </a:cubicBezTo>
                <a:lnTo>
                  <a:pt x="1270114" y="3324262"/>
                </a:lnTo>
                <a:cubicBezTo>
                  <a:pt x="1269865" y="3324761"/>
                  <a:pt x="1269367" y="3325010"/>
                  <a:pt x="1268868" y="3325010"/>
                </a:cubicBezTo>
                <a:close/>
                <a:moveTo>
                  <a:pt x="1368970" y="3357264"/>
                </a:moveTo>
                <a:cubicBezTo>
                  <a:pt x="1368471" y="3357264"/>
                  <a:pt x="1367972" y="3356932"/>
                  <a:pt x="1367724" y="3356516"/>
                </a:cubicBezTo>
                <a:lnTo>
                  <a:pt x="1357588" y="3338987"/>
                </a:lnTo>
                <a:cubicBezTo>
                  <a:pt x="1357339" y="3338571"/>
                  <a:pt x="1357339" y="3337990"/>
                  <a:pt x="1357588" y="3337574"/>
                </a:cubicBezTo>
                <a:lnTo>
                  <a:pt x="1367724" y="3320045"/>
                </a:lnTo>
                <a:cubicBezTo>
                  <a:pt x="1367973" y="3319546"/>
                  <a:pt x="1368471" y="3319297"/>
                  <a:pt x="1368970" y="3319297"/>
                </a:cubicBezTo>
                <a:lnTo>
                  <a:pt x="1389241" y="3319297"/>
                </a:lnTo>
                <a:cubicBezTo>
                  <a:pt x="1389740" y="3319297"/>
                  <a:pt x="1390238" y="3319629"/>
                  <a:pt x="1390487" y="3320045"/>
                </a:cubicBezTo>
                <a:lnTo>
                  <a:pt x="1400623" y="3337574"/>
                </a:lnTo>
                <a:cubicBezTo>
                  <a:pt x="1400872" y="3337990"/>
                  <a:pt x="1400872" y="3338571"/>
                  <a:pt x="1400623" y="3338987"/>
                </a:cubicBezTo>
                <a:lnTo>
                  <a:pt x="1390487" y="3356516"/>
                </a:lnTo>
                <a:cubicBezTo>
                  <a:pt x="1390238" y="3357015"/>
                  <a:pt x="1389740" y="3357264"/>
                  <a:pt x="1389241" y="3357264"/>
                </a:cubicBezTo>
                <a:close/>
                <a:moveTo>
                  <a:pt x="1549445" y="3405728"/>
                </a:moveTo>
                <a:cubicBezTo>
                  <a:pt x="1548946" y="3405727"/>
                  <a:pt x="1548448" y="3405395"/>
                  <a:pt x="1548199" y="3404981"/>
                </a:cubicBezTo>
                <a:lnTo>
                  <a:pt x="1538063" y="3387368"/>
                </a:lnTo>
                <a:cubicBezTo>
                  <a:pt x="1537814" y="3386951"/>
                  <a:pt x="1537814" y="3386370"/>
                  <a:pt x="1538063" y="3385954"/>
                </a:cubicBezTo>
                <a:lnTo>
                  <a:pt x="1548282" y="3368342"/>
                </a:lnTo>
                <a:cubicBezTo>
                  <a:pt x="1548531" y="3367843"/>
                  <a:pt x="1549029" y="3367595"/>
                  <a:pt x="1549528" y="3367594"/>
                </a:cubicBezTo>
                <a:lnTo>
                  <a:pt x="1569882" y="3367594"/>
                </a:lnTo>
                <a:cubicBezTo>
                  <a:pt x="1570381" y="3367595"/>
                  <a:pt x="1570879" y="3367927"/>
                  <a:pt x="1571128" y="3368342"/>
                </a:cubicBezTo>
                <a:lnTo>
                  <a:pt x="1581264" y="3385954"/>
                </a:lnTo>
                <a:cubicBezTo>
                  <a:pt x="1581513" y="3386371"/>
                  <a:pt x="1581513" y="3386952"/>
                  <a:pt x="1581264" y="3387368"/>
                </a:cubicBezTo>
                <a:lnTo>
                  <a:pt x="1571045" y="3404981"/>
                </a:lnTo>
                <a:cubicBezTo>
                  <a:pt x="1570796" y="3405479"/>
                  <a:pt x="1570298" y="3405728"/>
                  <a:pt x="1569799" y="3405728"/>
                </a:cubicBezTo>
                <a:close/>
                <a:moveTo>
                  <a:pt x="1910386" y="3502903"/>
                </a:moveTo>
                <a:cubicBezTo>
                  <a:pt x="1909887" y="3502903"/>
                  <a:pt x="1909389" y="3502571"/>
                  <a:pt x="1909140" y="3502155"/>
                </a:cubicBezTo>
                <a:lnTo>
                  <a:pt x="1898755" y="3484210"/>
                </a:lnTo>
                <a:cubicBezTo>
                  <a:pt x="1898506" y="3483712"/>
                  <a:pt x="1898505" y="3483130"/>
                  <a:pt x="1898755" y="3482715"/>
                </a:cubicBezTo>
                <a:lnTo>
                  <a:pt x="1909140" y="3464770"/>
                </a:lnTo>
                <a:cubicBezTo>
                  <a:pt x="1909389" y="3464271"/>
                  <a:pt x="1909887" y="3464022"/>
                  <a:pt x="1910386" y="3464022"/>
                </a:cubicBezTo>
                <a:lnTo>
                  <a:pt x="1931155" y="3464022"/>
                </a:lnTo>
                <a:cubicBezTo>
                  <a:pt x="1931653" y="3464022"/>
                  <a:pt x="1932153" y="3464354"/>
                  <a:pt x="1932402" y="3464770"/>
                </a:cubicBezTo>
                <a:lnTo>
                  <a:pt x="1942787" y="3482715"/>
                </a:lnTo>
                <a:cubicBezTo>
                  <a:pt x="1943036" y="3483213"/>
                  <a:pt x="1943036" y="3483795"/>
                  <a:pt x="1942787" y="3484210"/>
                </a:cubicBezTo>
                <a:lnTo>
                  <a:pt x="1932402" y="3502155"/>
                </a:lnTo>
                <a:cubicBezTo>
                  <a:pt x="1932153" y="3502654"/>
                  <a:pt x="1931654" y="3502903"/>
                  <a:pt x="1931156" y="3502903"/>
                </a:cubicBezTo>
                <a:close/>
                <a:moveTo>
                  <a:pt x="2151130" y="3567411"/>
                </a:moveTo>
                <a:cubicBezTo>
                  <a:pt x="2150631" y="3567411"/>
                  <a:pt x="2150133" y="3567079"/>
                  <a:pt x="2149884" y="3566663"/>
                </a:cubicBezTo>
                <a:lnTo>
                  <a:pt x="2139499" y="3548718"/>
                </a:lnTo>
                <a:cubicBezTo>
                  <a:pt x="2139250" y="3548220"/>
                  <a:pt x="2139250" y="3547637"/>
                  <a:pt x="2139499" y="3547223"/>
                </a:cubicBezTo>
                <a:lnTo>
                  <a:pt x="2149884" y="3529277"/>
                </a:lnTo>
                <a:cubicBezTo>
                  <a:pt x="2150133" y="3528779"/>
                  <a:pt x="2150631" y="3528530"/>
                  <a:pt x="2151130" y="3528529"/>
                </a:cubicBezTo>
                <a:lnTo>
                  <a:pt x="2171900" y="3528530"/>
                </a:lnTo>
                <a:cubicBezTo>
                  <a:pt x="2172398" y="3528529"/>
                  <a:pt x="2172897" y="3528861"/>
                  <a:pt x="2173146" y="3529278"/>
                </a:cubicBezTo>
                <a:lnTo>
                  <a:pt x="2183531" y="3547223"/>
                </a:lnTo>
                <a:cubicBezTo>
                  <a:pt x="2183780" y="3547721"/>
                  <a:pt x="2183780" y="3548303"/>
                  <a:pt x="2183531" y="3548718"/>
                </a:cubicBezTo>
                <a:lnTo>
                  <a:pt x="2173146" y="3566663"/>
                </a:lnTo>
                <a:cubicBezTo>
                  <a:pt x="2172897" y="3567162"/>
                  <a:pt x="2172398" y="3567411"/>
                  <a:pt x="2171900" y="3567411"/>
                </a:cubicBezTo>
                <a:close/>
                <a:moveTo>
                  <a:pt x="2211233" y="3583619"/>
                </a:moveTo>
                <a:cubicBezTo>
                  <a:pt x="2210734" y="3583619"/>
                  <a:pt x="2210236" y="3583288"/>
                  <a:pt x="2209987" y="3582872"/>
                </a:cubicBezTo>
                <a:lnTo>
                  <a:pt x="2199602" y="3564844"/>
                </a:lnTo>
                <a:cubicBezTo>
                  <a:pt x="2199353" y="3564345"/>
                  <a:pt x="2199353" y="3563764"/>
                  <a:pt x="2199602" y="3563348"/>
                </a:cubicBezTo>
                <a:lnTo>
                  <a:pt x="2210070" y="3545320"/>
                </a:lnTo>
                <a:cubicBezTo>
                  <a:pt x="2210319" y="3544822"/>
                  <a:pt x="2210818" y="3544573"/>
                  <a:pt x="2211316" y="3544572"/>
                </a:cubicBezTo>
                <a:lnTo>
                  <a:pt x="2232169" y="3544573"/>
                </a:lnTo>
                <a:cubicBezTo>
                  <a:pt x="2232668" y="3544573"/>
                  <a:pt x="2233166" y="3544904"/>
                  <a:pt x="2233415" y="3545321"/>
                </a:cubicBezTo>
                <a:lnTo>
                  <a:pt x="2243800" y="3563348"/>
                </a:lnTo>
                <a:cubicBezTo>
                  <a:pt x="2244049" y="3563847"/>
                  <a:pt x="2244049" y="3564428"/>
                  <a:pt x="2243800" y="3564844"/>
                </a:cubicBezTo>
                <a:lnTo>
                  <a:pt x="2233332" y="3582873"/>
                </a:lnTo>
                <a:cubicBezTo>
                  <a:pt x="2233083" y="3583370"/>
                  <a:pt x="2232584" y="3583619"/>
                  <a:pt x="2232086" y="3583619"/>
                </a:cubicBezTo>
                <a:close/>
                <a:moveTo>
                  <a:pt x="1970488" y="3519195"/>
                </a:moveTo>
                <a:cubicBezTo>
                  <a:pt x="1969990" y="3519195"/>
                  <a:pt x="1969492" y="3518863"/>
                  <a:pt x="1969243" y="3518448"/>
                </a:cubicBezTo>
                <a:lnTo>
                  <a:pt x="1958775" y="3500336"/>
                </a:lnTo>
                <a:cubicBezTo>
                  <a:pt x="1958526" y="3499838"/>
                  <a:pt x="1958526" y="3499256"/>
                  <a:pt x="1958775" y="3498841"/>
                </a:cubicBezTo>
                <a:lnTo>
                  <a:pt x="1969242" y="3480730"/>
                </a:lnTo>
                <a:cubicBezTo>
                  <a:pt x="1969492" y="3480231"/>
                  <a:pt x="1969991" y="3479982"/>
                  <a:pt x="1970488" y="3479982"/>
                </a:cubicBezTo>
                <a:lnTo>
                  <a:pt x="1991425" y="3479982"/>
                </a:lnTo>
                <a:cubicBezTo>
                  <a:pt x="1991924" y="3479982"/>
                  <a:pt x="1992421" y="3480314"/>
                  <a:pt x="1992671" y="3480730"/>
                </a:cubicBezTo>
                <a:lnTo>
                  <a:pt x="2003138" y="3498841"/>
                </a:lnTo>
                <a:cubicBezTo>
                  <a:pt x="2003389" y="3499339"/>
                  <a:pt x="2003388" y="3499921"/>
                  <a:pt x="2003139" y="3500336"/>
                </a:cubicBezTo>
                <a:lnTo>
                  <a:pt x="1992671" y="3518448"/>
                </a:lnTo>
                <a:cubicBezTo>
                  <a:pt x="1992422" y="3518946"/>
                  <a:pt x="1991924" y="3519195"/>
                  <a:pt x="1991425" y="3519195"/>
                </a:cubicBezTo>
                <a:close/>
                <a:moveTo>
                  <a:pt x="2271419" y="3599829"/>
                </a:moveTo>
                <a:cubicBezTo>
                  <a:pt x="2270921" y="3599829"/>
                  <a:pt x="2270422" y="3599497"/>
                  <a:pt x="2270173" y="3599082"/>
                </a:cubicBezTo>
                <a:lnTo>
                  <a:pt x="2259705" y="3580970"/>
                </a:lnTo>
                <a:cubicBezTo>
                  <a:pt x="2259456" y="3580472"/>
                  <a:pt x="2259456" y="3579890"/>
                  <a:pt x="2259705" y="3579475"/>
                </a:cubicBezTo>
                <a:lnTo>
                  <a:pt x="2270173" y="3561364"/>
                </a:lnTo>
                <a:cubicBezTo>
                  <a:pt x="2270422" y="3560865"/>
                  <a:pt x="2270921" y="3560616"/>
                  <a:pt x="2271419" y="3560616"/>
                </a:cubicBezTo>
                <a:lnTo>
                  <a:pt x="2292355" y="3560616"/>
                </a:lnTo>
                <a:cubicBezTo>
                  <a:pt x="2292854" y="3560616"/>
                  <a:pt x="2293352" y="3560948"/>
                  <a:pt x="2293601" y="3561364"/>
                </a:cubicBezTo>
                <a:lnTo>
                  <a:pt x="2304069" y="3579475"/>
                </a:lnTo>
                <a:cubicBezTo>
                  <a:pt x="2304319" y="3579973"/>
                  <a:pt x="2304319" y="3580555"/>
                  <a:pt x="2304069" y="3580970"/>
                </a:cubicBezTo>
                <a:lnTo>
                  <a:pt x="2293601" y="3599082"/>
                </a:lnTo>
                <a:cubicBezTo>
                  <a:pt x="2293352" y="3599580"/>
                  <a:pt x="2292854" y="3599829"/>
                  <a:pt x="2292355" y="3599829"/>
                </a:cubicBezTo>
                <a:close/>
                <a:moveTo>
                  <a:pt x="2090800" y="3551525"/>
                </a:moveTo>
                <a:cubicBezTo>
                  <a:pt x="2090302" y="3551525"/>
                  <a:pt x="2089803" y="3551192"/>
                  <a:pt x="2089554" y="3550777"/>
                </a:cubicBezTo>
                <a:lnTo>
                  <a:pt x="2079004" y="3532500"/>
                </a:lnTo>
                <a:cubicBezTo>
                  <a:pt x="2078754" y="3532001"/>
                  <a:pt x="2078754" y="3531419"/>
                  <a:pt x="2079003" y="3531004"/>
                </a:cubicBezTo>
                <a:lnTo>
                  <a:pt x="2089554" y="3512727"/>
                </a:lnTo>
                <a:cubicBezTo>
                  <a:pt x="2089803" y="3512228"/>
                  <a:pt x="2090302" y="3511979"/>
                  <a:pt x="2090800" y="3511979"/>
                </a:cubicBezTo>
                <a:lnTo>
                  <a:pt x="2111819" y="3511979"/>
                </a:lnTo>
                <a:cubicBezTo>
                  <a:pt x="2112317" y="3511979"/>
                  <a:pt x="2112816" y="3512311"/>
                  <a:pt x="2113065" y="3512727"/>
                </a:cubicBezTo>
                <a:lnTo>
                  <a:pt x="2123616" y="3531004"/>
                </a:lnTo>
                <a:cubicBezTo>
                  <a:pt x="2123866" y="3531503"/>
                  <a:pt x="2123866" y="3532084"/>
                  <a:pt x="2123616" y="3532500"/>
                </a:cubicBezTo>
                <a:lnTo>
                  <a:pt x="2113065" y="3550777"/>
                </a:lnTo>
                <a:cubicBezTo>
                  <a:pt x="2112816" y="3551275"/>
                  <a:pt x="2112317" y="3551525"/>
                  <a:pt x="2111819" y="3551525"/>
                </a:cubicBezTo>
                <a:close/>
                <a:moveTo>
                  <a:pt x="2030508" y="3535656"/>
                </a:moveTo>
                <a:cubicBezTo>
                  <a:pt x="2029927" y="3535656"/>
                  <a:pt x="2029428" y="3535407"/>
                  <a:pt x="2029180" y="3534908"/>
                </a:cubicBezTo>
                <a:lnTo>
                  <a:pt x="2018545" y="3516465"/>
                </a:lnTo>
                <a:cubicBezTo>
                  <a:pt x="2018296" y="3516049"/>
                  <a:pt x="2018296" y="3515468"/>
                  <a:pt x="2018545" y="3514969"/>
                </a:cubicBezTo>
                <a:lnTo>
                  <a:pt x="2029179" y="3496526"/>
                </a:lnTo>
                <a:cubicBezTo>
                  <a:pt x="2029511" y="3496027"/>
                  <a:pt x="2030010" y="3495778"/>
                  <a:pt x="2030508" y="3495778"/>
                </a:cubicBezTo>
                <a:lnTo>
                  <a:pt x="2051777" y="3495778"/>
                </a:lnTo>
                <a:cubicBezTo>
                  <a:pt x="2052358" y="3495778"/>
                  <a:pt x="2052857" y="3496027"/>
                  <a:pt x="2053106" y="3496526"/>
                </a:cubicBezTo>
                <a:lnTo>
                  <a:pt x="2063740" y="3514969"/>
                </a:lnTo>
                <a:cubicBezTo>
                  <a:pt x="2063989" y="3515385"/>
                  <a:pt x="2063989" y="3515966"/>
                  <a:pt x="2063740" y="3516465"/>
                </a:cubicBezTo>
                <a:lnTo>
                  <a:pt x="2053106" y="3534908"/>
                </a:lnTo>
                <a:cubicBezTo>
                  <a:pt x="2052773" y="3535407"/>
                  <a:pt x="2052275" y="3535656"/>
                  <a:pt x="2051777" y="3535656"/>
                </a:cubicBezTo>
                <a:close/>
                <a:moveTo>
                  <a:pt x="4552414" y="4249930"/>
                </a:moveTo>
                <a:cubicBezTo>
                  <a:pt x="4552248" y="4249930"/>
                  <a:pt x="4552081" y="4249764"/>
                  <a:pt x="4552081" y="4249764"/>
                </a:cubicBezTo>
                <a:lnTo>
                  <a:pt x="4549506" y="4245361"/>
                </a:lnTo>
                <a:cubicBezTo>
                  <a:pt x="4549506" y="4245278"/>
                  <a:pt x="4549506" y="4245028"/>
                  <a:pt x="4549506" y="4245028"/>
                </a:cubicBezTo>
                <a:lnTo>
                  <a:pt x="4552081" y="4240625"/>
                </a:lnTo>
                <a:cubicBezTo>
                  <a:pt x="4552164" y="4240459"/>
                  <a:pt x="4552414" y="4240459"/>
                  <a:pt x="4552414" y="4240459"/>
                </a:cubicBezTo>
                <a:lnTo>
                  <a:pt x="4557482" y="4240459"/>
                </a:lnTo>
                <a:cubicBezTo>
                  <a:pt x="4557648" y="4240459"/>
                  <a:pt x="4557814" y="4240625"/>
                  <a:pt x="4557814" y="4240625"/>
                </a:cubicBezTo>
                <a:lnTo>
                  <a:pt x="4560389" y="4245028"/>
                </a:lnTo>
                <a:cubicBezTo>
                  <a:pt x="4560389" y="4245112"/>
                  <a:pt x="4560389" y="4245361"/>
                  <a:pt x="4560389" y="4245361"/>
                </a:cubicBezTo>
                <a:lnTo>
                  <a:pt x="4557814" y="4249764"/>
                </a:lnTo>
                <a:cubicBezTo>
                  <a:pt x="4557731" y="4249930"/>
                  <a:pt x="4557482" y="4249930"/>
                  <a:pt x="4557482" y="4249930"/>
                </a:cubicBezTo>
                <a:close/>
                <a:moveTo>
                  <a:pt x="3829534" y="4057751"/>
                </a:moveTo>
                <a:cubicBezTo>
                  <a:pt x="3829368" y="4057751"/>
                  <a:pt x="3829119" y="4057501"/>
                  <a:pt x="3829119" y="4057501"/>
                </a:cubicBezTo>
                <a:lnTo>
                  <a:pt x="3825879" y="4051852"/>
                </a:lnTo>
                <a:cubicBezTo>
                  <a:pt x="3825796" y="4051686"/>
                  <a:pt x="3825879" y="4051354"/>
                  <a:pt x="3825879" y="4051354"/>
                </a:cubicBezTo>
                <a:lnTo>
                  <a:pt x="3829119" y="4045704"/>
                </a:lnTo>
                <a:cubicBezTo>
                  <a:pt x="3829202" y="4045538"/>
                  <a:pt x="3829534" y="4045455"/>
                  <a:pt x="3829534" y="4045455"/>
                </a:cubicBezTo>
                <a:lnTo>
                  <a:pt x="3836015" y="4045455"/>
                </a:lnTo>
                <a:cubicBezTo>
                  <a:pt x="3836181" y="4045455"/>
                  <a:pt x="3836430" y="4045704"/>
                  <a:pt x="3836430" y="4045704"/>
                </a:cubicBezTo>
                <a:lnTo>
                  <a:pt x="3839670" y="4051354"/>
                </a:lnTo>
                <a:cubicBezTo>
                  <a:pt x="3839753" y="4051520"/>
                  <a:pt x="3839670" y="4051852"/>
                  <a:pt x="3839670" y="4051852"/>
                </a:cubicBezTo>
                <a:lnTo>
                  <a:pt x="3836430" y="4057501"/>
                </a:lnTo>
                <a:cubicBezTo>
                  <a:pt x="3836347" y="4057668"/>
                  <a:pt x="3836015" y="4057751"/>
                  <a:pt x="3836015" y="4057751"/>
                </a:cubicBezTo>
                <a:close/>
                <a:moveTo>
                  <a:pt x="3889181" y="4074775"/>
                </a:moveTo>
                <a:cubicBezTo>
                  <a:pt x="3889016" y="4074775"/>
                  <a:pt x="3888766" y="4074526"/>
                  <a:pt x="3888766" y="4074526"/>
                </a:cubicBezTo>
                <a:lnTo>
                  <a:pt x="3885027" y="4068129"/>
                </a:lnTo>
                <a:cubicBezTo>
                  <a:pt x="3884944" y="4067963"/>
                  <a:pt x="3885027" y="4067630"/>
                  <a:pt x="3885027" y="4067630"/>
                </a:cubicBezTo>
                <a:lnTo>
                  <a:pt x="3888767" y="4061233"/>
                </a:lnTo>
                <a:cubicBezTo>
                  <a:pt x="3888849" y="4061067"/>
                  <a:pt x="3889182" y="4060984"/>
                  <a:pt x="3889182" y="4060984"/>
                </a:cubicBezTo>
                <a:lnTo>
                  <a:pt x="3896576" y="4060984"/>
                </a:lnTo>
                <a:cubicBezTo>
                  <a:pt x="3896741" y="4060984"/>
                  <a:pt x="3896990" y="4061233"/>
                  <a:pt x="3896990" y="4061233"/>
                </a:cubicBezTo>
                <a:lnTo>
                  <a:pt x="3900729" y="4067630"/>
                </a:lnTo>
                <a:cubicBezTo>
                  <a:pt x="3900812" y="4067796"/>
                  <a:pt x="3900729" y="4068129"/>
                  <a:pt x="3900729" y="4068129"/>
                </a:cubicBezTo>
                <a:lnTo>
                  <a:pt x="3896990" y="4074526"/>
                </a:lnTo>
                <a:cubicBezTo>
                  <a:pt x="3896907" y="4074692"/>
                  <a:pt x="3896575" y="4074775"/>
                  <a:pt x="3896575" y="4074775"/>
                </a:cubicBezTo>
                <a:close/>
                <a:moveTo>
                  <a:pt x="2925544" y="3817904"/>
                </a:moveTo>
                <a:cubicBezTo>
                  <a:pt x="2925295" y="3817904"/>
                  <a:pt x="2924963" y="3817571"/>
                  <a:pt x="2924963" y="3817571"/>
                </a:cubicBezTo>
                <a:lnTo>
                  <a:pt x="2920405" y="3810113"/>
                </a:lnTo>
                <a:cubicBezTo>
                  <a:pt x="2920322" y="3809864"/>
                  <a:pt x="2920404" y="3809448"/>
                  <a:pt x="2920404" y="3809448"/>
                </a:cubicBezTo>
                <a:lnTo>
                  <a:pt x="2924891" y="3801721"/>
                </a:lnTo>
                <a:cubicBezTo>
                  <a:pt x="2925057" y="3801472"/>
                  <a:pt x="2925472" y="3801389"/>
                  <a:pt x="2925472" y="3801389"/>
                </a:cubicBezTo>
                <a:lnTo>
                  <a:pt x="2934445" y="3801389"/>
                </a:lnTo>
                <a:cubicBezTo>
                  <a:pt x="2934695" y="3801390"/>
                  <a:pt x="2935027" y="3801722"/>
                  <a:pt x="2935027" y="3801722"/>
                </a:cubicBezTo>
                <a:lnTo>
                  <a:pt x="2939513" y="3809448"/>
                </a:lnTo>
                <a:cubicBezTo>
                  <a:pt x="2939596" y="3809697"/>
                  <a:pt x="2939513" y="3810113"/>
                  <a:pt x="2939513" y="3810113"/>
                </a:cubicBezTo>
                <a:lnTo>
                  <a:pt x="2935027" y="3817840"/>
                </a:lnTo>
                <a:cubicBezTo>
                  <a:pt x="2934861" y="3818089"/>
                  <a:pt x="2934445" y="3818171"/>
                  <a:pt x="2934445" y="3818171"/>
                </a:cubicBezTo>
                <a:close/>
                <a:moveTo>
                  <a:pt x="1840720" y="3530272"/>
                </a:moveTo>
                <a:cubicBezTo>
                  <a:pt x="1840389" y="3530272"/>
                  <a:pt x="1839974" y="3529855"/>
                  <a:pt x="1839974" y="3529855"/>
                </a:cubicBezTo>
                <a:lnTo>
                  <a:pt x="1833898" y="3519902"/>
                </a:lnTo>
                <a:cubicBezTo>
                  <a:pt x="1833733" y="3519653"/>
                  <a:pt x="1833898" y="3519071"/>
                  <a:pt x="1833898" y="3519071"/>
                </a:cubicBezTo>
                <a:lnTo>
                  <a:pt x="1839881" y="3508769"/>
                </a:lnTo>
                <a:cubicBezTo>
                  <a:pt x="1840046" y="3508520"/>
                  <a:pt x="1840628" y="3508354"/>
                  <a:pt x="1840628" y="3508354"/>
                </a:cubicBezTo>
                <a:lnTo>
                  <a:pt x="1852508" y="3508354"/>
                </a:lnTo>
                <a:cubicBezTo>
                  <a:pt x="1852841" y="3508354"/>
                  <a:pt x="1853255" y="3508769"/>
                  <a:pt x="1853255" y="3508769"/>
                </a:cubicBezTo>
                <a:lnTo>
                  <a:pt x="1859237" y="3519071"/>
                </a:lnTo>
                <a:cubicBezTo>
                  <a:pt x="1859404" y="3519320"/>
                  <a:pt x="1859238" y="3519902"/>
                  <a:pt x="1859238" y="3519902"/>
                </a:cubicBezTo>
                <a:lnTo>
                  <a:pt x="1853344" y="3529875"/>
                </a:lnTo>
                <a:cubicBezTo>
                  <a:pt x="1853182" y="3530108"/>
                  <a:pt x="1852601" y="3530271"/>
                  <a:pt x="1852601" y="3530271"/>
                </a:cubicBezTo>
                <a:close/>
                <a:moveTo>
                  <a:pt x="4488835" y="4240007"/>
                </a:moveTo>
                <a:cubicBezTo>
                  <a:pt x="4488503" y="4240007"/>
                  <a:pt x="4488088" y="4239592"/>
                  <a:pt x="4488088" y="4239592"/>
                </a:cubicBezTo>
                <a:lnTo>
                  <a:pt x="4481924" y="4229494"/>
                </a:lnTo>
                <a:cubicBezTo>
                  <a:pt x="4481758" y="4229245"/>
                  <a:pt x="4481924" y="4228663"/>
                  <a:pt x="4481924" y="4228663"/>
                </a:cubicBezTo>
                <a:lnTo>
                  <a:pt x="4487989" y="4218195"/>
                </a:lnTo>
                <a:cubicBezTo>
                  <a:pt x="4488155" y="4217946"/>
                  <a:pt x="4488736" y="4217780"/>
                  <a:pt x="4488736" y="4217780"/>
                </a:cubicBezTo>
                <a:lnTo>
                  <a:pt x="4500866" y="4217780"/>
                </a:lnTo>
                <a:cubicBezTo>
                  <a:pt x="4501198" y="4217780"/>
                  <a:pt x="4501614" y="4218195"/>
                  <a:pt x="4501614" y="4218195"/>
                </a:cubicBezTo>
                <a:lnTo>
                  <a:pt x="4507678" y="4228663"/>
                </a:lnTo>
                <a:cubicBezTo>
                  <a:pt x="4507845" y="4228913"/>
                  <a:pt x="4507678" y="4229494"/>
                  <a:pt x="4507678" y="4229494"/>
                </a:cubicBezTo>
                <a:lnTo>
                  <a:pt x="4501713" y="4239592"/>
                </a:lnTo>
                <a:cubicBezTo>
                  <a:pt x="4501547" y="4239843"/>
                  <a:pt x="4500965" y="4240008"/>
                  <a:pt x="4500965" y="4240008"/>
                </a:cubicBezTo>
                <a:close/>
                <a:moveTo>
                  <a:pt x="1899324" y="3549361"/>
                </a:moveTo>
                <a:cubicBezTo>
                  <a:pt x="1898993" y="3549360"/>
                  <a:pt x="1898411" y="3548860"/>
                  <a:pt x="1898411" y="3548860"/>
                </a:cubicBezTo>
                <a:lnTo>
                  <a:pt x="1890750" y="3536194"/>
                </a:lnTo>
                <a:cubicBezTo>
                  <a:pt x="1890584" y="3535862"/>
                  <a:pt x="1890750" y="3535114"/>
                  <a:pt x="1890750" y="3535114"/>
                </a:cubicBezTo>
                <a:lnTo>
                  <a:pt x="1898309" y="3522070"/>
                </a:lnTo>
                <a:cubicBezTo>
                  <a:pt x="1898476" y="3521738"/>
                  <a:pt x="1899224" y="3521572"/>
                  <a:pt x="1899224" y="3521572"/>
                </a:cubicBezTo>
                <a:lnTo>
                  <a:pt x="1914261" y="3521572"/>
                </a:lnTo>
                <a:cubicBezTo>
                  <a:pt x="1914594" y="3521572"/>
                  <a:pt x="1915175" y="3522070"/>
                  <a:pt x="1915175" y="3522070"/>
                </a:cubicBezTo>
                <a:lnTo>
                  <a:pt x="1922735" y="3535114"/>
                </a:lnTo>
                <a:cubicBezTo>
                  <a:pt x="1922901" y="3535446"/>
                  <a:pt x="1922735" y="3536194"/>
                  <a:pt x="1922735" y="3536194"/>
                </a:cubicBezTo>
                <a:lnTo>
                  <a:pt x="1915275" y="3548862"/>
                </a:lnTo>
                <a:cubicBezTo>
                  <a:pt x="1915109" y="3549196"/>
                  <a:pt x="1914361" y="3549362"/>
                  <a:pt x="1914361" y="3549362"/>
                </a:cubicBezTo>
                <a:close/>
                <a:moveTo>
                  <a:pt x="2982610" y="3839895"/>
                </a:moveTo>
                <a:cubicBezTo>
                  <a:pt x="2982278" y="3839894"/>
                  <a:pt x="2981696" y="3839395"/>
                  <a:pt x="2981696" y="3839395"/>
                </a:cubicBezTo>
                <a:lnTo>
                  <a:pt x="2974102" y="3826477"/>
                </a:lnTo>
                <a:cubicBezTo>
                  <a:pt x="2973936" y="3826145"/>
                  <a:pt x="2974102" y="3825397"/>
                  <a:pt x="2974102" y="3825397"/>
                </a:cubicBezTo>
                <a:lnTo>
                  <a:pt x="2981662" y="3812353"/>
                </a:lnTo>
                <a:cubicBezTo>
                  <a:pt x="2981828" y="3812021"/>
                  <a:pt x="2982576" y="3811855"/>
                  <a:pt x="2982576" y="3811855"/>
                </a:cubicBezTo>
                <a:lnTo>
                  <a:pt x="2997613" y="3811856"/>
                </a:lnTo>
                <a:cubicBezTo>
                  <a:pt x="2997946" y="3811855"/>
                  <a:pt x="2998527" y="3812353"/>
                  <a:pt x="2998527" y="3812353"/>
                </a:cubicBezTo>
                <a:lnTo>
                  <a:pt x="3006087" y="3825397"/>
                </a:lnTo>
                <a:cubicBezTo>
                  <a:pt x="3006254" y="3825729"/>
                  <a:pt x="3006087" y="3826477"/>
                  <a:pt x="3006087" y="3826477"/>
                </a:cubicBezTo>
                <a:lnTo>
                  <a:pt x="2998561" y="3839396"/>
                </a:lnTo>
                <a:cubicBezTo>
                  <a:pt x="2998394" y="3839729"/>
                  <a:pt x="2997646" y="3839895"/>
                  <a:pt x="2997646" y="3839895"/>
                </a:cubicBezTo>
                <a:close/>
                <a:moveTo>
                  <a:pt x="3042439" y="3856781"/>
                </a:moveTo>
                <a:cubicBezTo>
                  <a:pt x="3042024" y="3856781"/>
                  <a:pt x="3041442" y="3856200"/>
                  <a:pt x="3041442" y="3856200"/>
                </a:cubicBezTo>
                <a:lnTo>
                  <a:pt x="3033540" y="3842614"/>
                </a:lnTo>
                <a:cubicBezTo>
                  <a:pt x="3033374" y="3842281"/>
                  <a:pt x="3033540" y="3841533"/>
                  <a:pt x="3033540" y="3841533"/>
                </a:cubicBezTo>
                <a:lnTo>
                  <a:pt x="3041432" y="3827908"/>
                </a:lnTo>
                <a:cubicBezTo>
                  <a:pt x="3041682" y="3827576"/>
                  <a:pt x="3042429" y="3827327"/>
                  <a:pt x="3042429" y="3827327"/>
                </a:cubicBezTo>
                <a:lnTo>
                  <a:pt x="3058214" y="3827327"/>
                </a:lnTo>
                <a:cubicBezTo>
                  <a:pt x="3058630" y="3827327"/>
                  <a:pt x="3059211" y="3827908"/>
                  <a:pt x="3059211" y="3827908"/>
                </a:cubicBezTo>
                <a:lnTo>
                  <a:pt x="3067104" y="3841533"/>
                </a:lnTo>
                <a:cubicBezTo>
                  <a:pt x="3067270" y="3841866"/>
                  <a:pt x="3067104" y="3842614"/>
                  <a:pt x="3067104" y="3842614"/>
                </a:cubicBezTo>
                <a:lnTo>
                  <a:pt x="3059221" y="3856201"/>
                </a:lnTo>
                <a:cubicBezTo>
                  <a:pt x="3058972" y="3856532"/>
                  <a:pt x="3058224" y="3856781"/>
                  <a:pt x="3058224" y="3856781"/>
                </a:cubicBezTo>
                <a:close/>
                <a:moveTo>
                  <a:pt x="3102340" y="3873213"/>
                </a:moveTo>
                <a:cubicBezTo>
                  <a:pt x="3101924" y="3873214"/>
                  <a:pt x="3101342" y="3872634"/>
                  <a:pt x="3101342" y="3872634"/>
                </a:cubicBezTo>
                <a:lnTo>
                  <a:pt x="3092905" y="3858742"/>
                </a:lnTo>
                <a:cubicBezTo>
                  <a:pt x="3092656" y="3858410"/>
                  <a:pt x="3092905" y="3857579"/>
                  <a:pt x="3092905" y="3857579"/>
                </a:cubicBezTo>
                <a:lnTo>
                  <a:pt x="3101213" y="3843206"/>
                </a:lnTo>
                <a:cubicBezTo>
                  <a:pt x="3101379" y="3842874"/>
                  <a:pt x="3102210" y="3842625"/>
                  <a:pt x="3102210" y="3842625"/>
                </a:cubicBezTo>
                <a:lnTo>
                  <a:pt x="3118825" y="3842625"/>
                </a:lnTo>
                <a:cubicBezTo>
                  <a:pt x="3119241" y="3842625"/>
                  <a:pt x="3119822" y="3843206"/>
                  <a:pt x="3119822" y="3843206"/>
                </a:cubicBezTo>
                <a:lnTo>
                  <a:pt x="3128130" y="3857579"/>
                </a:lnTo>
                <a:cubicBezTo>
                  <a:pt x="3128379" y="3857912"/>
                  <a:pt x="3128130" y="3858742"/>
                  <a:pt x="3128130" y="3858742"/>
                </a:cubicBezTo>
                <a:lnTo>
                  <a:pt x="3119951" y="3872635"/>
                </a:lnTo>
                <a:cubicBezTo>
                  <a:pt x="3119785" y="3872967"/>
                  <a:pt x="3118954" y="3873215"/>
                  <a:pt x="3118954" y="3873215"/>
                </a:cubicBezTo>
                <a:close/>
                <a:moveTo>
                  <a:pt x="3162571" y="3889399"/>
                </a:moveTo>
                <a:cubicBezTo>
                  <a:pt x="3162156" y="3889399"/>
                  <a:pt x="3161574" y="3888818"/>
                  <a:pt x="3161574" y="3888818"/>
                </a:cubicBezTo>
                <a:lnTo>
                  <a:pt x="3153258" y="3874869"/>
                </a:lnTo>
                <a:cubicBezTo>
                  <a:pt x="3153009" y="3874537"/>
                  <a:pt x="3153258" y="3873706"/>
                  <a:pt x="3153258" y="3873706"/>
                </a:cubicBezTo>
                <a:lnTo>
                  <a:pt x="3161483" y="3859417"/>
                </a:lnTo>
                <a:cubicBezTo>
                  <a:pt x="3161649" y="3859084"/>
                  <a:pt x="3162480" y="3858835"/>
                  <a:pt x="3162480" y="3858835"/>
                </a:cubicBezTo>
                <a:lnTo>
                  <a:pt x="3178929" y="3858835"/>
                </a:lnTo>
                <a:cubicBezTo>
                  <a:pt x="3179345" y="3858835"/>
                  <a:pt x="3179926" y="3859417"/>
                  <a:pt x="3179926" y="3859417"/>
                </a:cubicBezTo>
                <a:lnTo>
                  <a:pt x="3188151" y="3873706"/>
                </a:lnTo>
                <a:cubicBezTo>
                  <a:pt x="3188400" y="3874039"/>
                  <a:pt x="3188151" y="3874869"/>
                  <a:pt x="3188151" y="3874869"/>
                </a:cubicBezTo>
                <a:lnTo>
                  <a:pt x="3180017" y="3888820"/>
                </a:lnTo>
                <a:cubicBezTo>
                  <a:pt x="3179851" y="3889153"/>
                  <a:pt x="3179020" y="3889400"/>
                  <a:pt x="3179020" y="3889400"/>
                </a:cubicBezTo>
                <a:close/>
                <a:moveTo>
                  <a:pt x="3222682" y="3905671"/>
                </a:moveTo>
                <a:cubicBezTo>
                  <a:pt x="3222266" y="3905672"/>
                  <a:pt x="3221685" y="3905088"/>
                  <a:pt x="3221685" y="3905088"/>
                </a:cubicBezTo>
                <a:lnTo>
                  <a:pt x="3213277" y="3891008"/>
                </a:lnTo>
                <a:cubicBezTo>
                  <a:pt x="3213027" y="3890675"/>
                  <a:pt x="3213277" y="3889844"/>
                  <a:pt x="3213277" y="3889844"/>
                </a:cubicBezTo>
                <a:lnTo>
                  <a:pt x="3221584" y="3875389"/>
                </a:lnTo>
                <a:cubicBezTo>
                  <a:pt x="3221751" y="3875056"/>
                  <a:pt x="3222581" y="3874807"/>
                  <a:pt x="3222581" y="3874807"/>
                </a:cubicBezTo>
                <a:lnTo>
                  <a:pt x="3239280" y="3874807"/>
                </a:lnTo>
                <a:cubicBezTo>
                  <a:pt x="3239696" y="3874807"/>
                  <a:pt x="3240277" y="3875389"/>
                  <a:pt x="3240277" y="3875389"/>
                </a:cubicBezTo>
                <a:lnTo>
                  <a:pt x="3248585" y="3889844"/>
                </a:lnTo>
                <a:cubicBezTo>
                  <a:pt x="3248834" y="3890177"/>
                  <a:pt x="3248584" y="3891008"/>
                  <a:pt x="3248584" y="3891008"/>
                </a:cubicBezTo>
                <a:lnTo>
                  <a:pt x="3240376" y="3905091"/>
                </a:lnTo>
                <a:cubicBezTo>
                  <a:pt x="3240210" y="3905425"/>
                  <a:pt x="3239380" y="3905674"/>
                  <a:pt x="3239380" y="3905674"/>
                </a:cubicBezTo>
                <a:close/>
                <a:moveTo>
                  <a:pt x="3764037" y="4051305"/>
                </a:moveTo>
                <a:cubicBezTo>
                  <a:pt x="3763622" y="4051305"/>
                  <a:pt x="3762958" y="4050720"/>
                  <a:pt x="3762958" y="4050720"/>
                </a:cubicBezTo>
                <a:lnTo>
                  <a:pt x="3754196" y="4036219"/>
                </a:lnTo>
                <a:cubicBezTo>
                  <a:pt x="3753947" y="4035804"/>
                  <a:pt x="3754196" y="4034973"/>
                  <a:pt x="3754196" y="4034973"/>
                </a:cubicBezTo>
                <a:lnTo>
                  <a:pt x="3762836" y="4020018"/>
                </a:lnTo>
                <a:cubicBezTo>
                  <a:pt x="3763085" y="4019686"/>
                  <a:pt x="3763501" y="4019437"/>
                  <a:pt x="3763916" y="4019437"/>
                </a:cubicBezTo>
                <a:lnTo>
                  <a:pt x="3781196" y="4019437"/>
                </a:lnTo>
                <a:cubicBezTo>
                  <a:pt x="3781612" y="4019437"/>
                  <a:pt x="3782277" y="4020018"/>
                  <a:pt x="3782277" y="4020018"/>
                </a:cubicBezTo>
                <a:lnTo>
                  <a:pt x="3790917" y="4034973"/>
                </a:lnTo>
                <a:cubicBezTo>
                  <a:pt x="3791166" y="4035388"/>
                  <a:pt x="3790917" y="4036219"/>
                  <a:pt x="3790917" y="4036219"/>
                </a:cubicBezTo>
                <a:lnTo>
                  <a:pt x="3782397" y="4050725"/>
                </a:lnTo>
                <a:cubicBezTo>
                  <a:pt x="3782147" y="4051057"/>
                  <a:pt x="3781732" y="4051308"/>
                  <a:pt x="3781316" y="4051308"/>
                </a:cubicBezTo>
                <a:close/>
                <a:moveTo>
                  <a:pt x="3342572" y="3938646"/>
                </a:moveTo>
                <a:cubicBezTo>
                  <a:pt x="3342157" y="3938646"/>
                  <a:pt x="3341492" y="3938063"/>
                  <a:pt x="3341492" y="3938063"/>
                </a:cubicBezTo>
                <a:lnTo>
                  <a:pt x="3332560" y="3923331"/>
                </a:lnTo>
                <a:cubicBezTo>
                  <a:pt x="3332311" y="3922916"/>
                  <a:pt x="3332560" y="3922085"/>
                  <a:pt x="3332560" y="3922085"/>
                </a:cubicBezTo>
                <a:lnTo>
                  <a:pt x="3341366" y="3906881"/>
                </a:lnTo>
                <a:cubicBezTo>
                  <a:pt x="3341615" y="3906549"/>
                  <a:pt x="3342031" y="3906300"/>
                  <a:pt x="3342446" y="3906300"/>
                </a:cubicBezTo>
                <a:lnTo>
                  <a:pt x="3360059" y="3906300"/>
                </a:lnTo>
                <a:cubicBezTo>
                  <a:pt x="3360474" y="3906300"/>
                  <a:pt x="3361139" y="3906881"/>
                  <a:pt x="3361139" y="3906881"/>
                </a:cubicBezTo>
                <a:lnTo>
                  <a:pt x="3369945" y="3922085"/>
                </a:lnTo>
                <a:cubicBezTo>
                  <a:pt x="3370195" y="3922500"/>
                  <a:pt x="3369945" y="3923331"/>
                  <a:pt x="3369945" y="3923331"/>
                </a:cubicBezTo>
                <a:lnTo>
                  <a:pt x="3361264" y="3938069"/>
                </a:lnTo>
                <a:cubicBezTo>
                  <a:pt x="3361015" y="3938401"/>
                  <a:pt x="3360599" y="3938648"/>
                  <a:pt x="3360184" y="3938649"/>
                </a:cubicBezTo>
                <a:close/>
                <a:moveTo>
                  <a:pt x="3523081" y="3987153"/>
                </a:moveTo>
                <a:cubicBezTo>
                  <a:pt x="3522666" y="3987153"/>
                  <a:pt x="3522000" y="3986489"/>
                  <a:pt x="3522000" y="3986489"/>
                </a:cubicBezTo>
                <a:lnTo>
                  <a:pt x="3513057" y="3971632"/>
                </a:lnTo>
                <a:cubicBezTo>
                  <a:pt x="3512808" y="3971217"/>
                  <a:pt x="3513057" y="3970386"/>
                  <a:pt x="3513057" y="3970386"/>
                </a:cubicBezTo>
                <a:lnTo>
                  <a:pt x="3521946" y="3955017"/>
                </a:lnTo>
                <a:cubicBezTo>
                  <a:pt x="3522196" y="3954601"/>
                  <a:pt x="3522611" y="3954352"/>
                  <a:pt x="3523026" y="3954352"/>
                </a:cubicBezTo>
                <a:lnTo>
                  <a:pt x="3540722" y="3954352"/>
                </a:lnTo>
                <a:cubicBezTo>
                  <a:pt x="3541138" y="3954352"/>
                  <a:pt x="3541802" y="3955017"/>
                  <a:pt x="3541802" y="3955017"/>
                </a:cubicBezTo>
                <a:lnTo>
                  <a:pt x="3550609" y="3970386"/>
                </a:lnTo>
                <a:cubicBezTo>
                  <a:pt x="3550858" y="3970802"/>
                  <a:pt x="3550609" y="3971632"/>
                  <a:pt x="3550609" y="3971632"/>
                </a:cubicBezTo>
                <a:lnTo>
                  <a:pt x="3541856" y="3986492"/>
                </a:lnTo>
                <a:cubicBezTo>
                  <a:pt x="3541607" y="3986908"/>
                  <a:pt x="3541191" y="3987156"/>
                  <a:pt x="3540776" y="3987155"/>
                </a:cubicBezTo>
                <a:close/>
                <a:moveTo>
                  <a:pt x="2259204" y="3648561"/>
                </a:moveTo>
                <a:cubicBezTo>
                  <a:pt x="2258790" y="3648562"/>
                  <a:pt x="2258125" y="3647979"/>
                  <a:pt x="2258125" y="3647979"/>
                </a:cubicBezTo>
                <a:lnTo>
                  <a:pt x="2249376" y="3633038"/>
                </a:lnTo>
                <a:cubicBezTo>
                  <a:pt x="2249127" y="3632623"/>
                  <a:pt x="2249376" y="3631792"/>
                  <a:pt x="2249376" y="3631792"/>
                </a:cubicBezTo>
                <a:lnTo>
                  <a:pt x="2258099" y="3616755"/>
                </a:lnTo>
                <a:cubicBezTo>
                  <a:pt x="2258348" y="3616422"/>
                  <a:pt x="2258764" y="3616173"/>
                  <a:pt x="2259179" y="3616173"/>
                </a:cubicBezTo>
                <a:lnTo>
                  <a:pt x="2276543" y="3616173"/>
                </a:lnTo>
                <a:cubicBezTo>
                  <a:pt x="2276958" y="3616173"/>
                  <a:pt x="2277623" y="3616755"/>
                  <a:pt x="2277623" y="3616755"/>
                </a:cubicBezTo>
                <a:lnTo>
                  <a:pt x="2286346" y="3631792"/>
                </a:lnTo>
                <a:cubicBezTo>
                  <a:pt x="2286595" y="3632207"/>
                  <a:pt x="2286346" y="3633038"/>
                  <a:pt x="2286346" y="3633038"/>
                </a:cubicBezTo>
                <a:lnTo>
                  <a:pt x="2277648" y="3647980"/>
                </a:lnTo>
                <a:cubicBezTo>
                  <a:pt x="2277399" y="3648313"/>
                  <a:pt x="2276983" y="3648562"/>
                  <a:pt x="2276568" y="3648562"/>
                </a:cubicBezTo>
                <a:close/>
                <a:moveTo>
                  <a:pt x="3402754" y="3955023"/>
                </a:moveTo>
                <a:cubicBezTo>
                  <a:pt x="3402339" y="3955023"/>
                  <a:pt x="3401674" y="3954442"/>
                  <a:pt x="3401674" y="3954442"/>
                </a:cubicBezTo>
                <a:lnTo>
                  <a:pt x="3392911" y="3939469"/>
                </a:lnTo>
                <a:cubicBezTo>
                  <a:pt x="3392662" y="3939054"/>
                  <a:pt x="3392911" y="3938223"/>
                  <a:pt x="3392911" y="3938223"/>
                </a:cubicBezTo>
                <a:lnTo>
                  <a:pt x="3401635" y="3923103"/>
                </a:lnTo>
                <a:cubicBezTo>
                  <a:pt x="3401883" y="3922770"/>
                  <a:pt x="3402299" y="3922521"/>
                  <a:pt x="3402714" y="3922521"/>
                </a:cubicBezTo>
                <a:lnTo>
                  <a:pt x="3420244" y="3922521"/>
                </a:lnTo>
                <a:cubicBezTo>
                  <a:pt x="3420659" y="3922521"/>
                  <a:pt x="3421324" y="3923103"/>
                  <a:pt x="3421324" y="3923103"/>
                </a:cubicBezTo>
                <a:lnTo>
                  <a:pt x="3430047" y="3938223"/>
                </a:lnTo>
                <a:cubicBezTo>
                  <a:pt x="3430296" y="3938638"/>
                  <a:pt x="3430047" y="3939469"/>
                  <a:pt x="3430047" y="3939469"/>
                </a:cubicBezTo>
                <a:lnTo>
                  <a:pt x="3421364" y="3954443"/>
                </a:lnTo>
                <a:cubicBezTo>
                  <a:pt x="3421114" y="3954775"/>
                  <a:pt x="3420699" y="3955024"/>
                  <a:pt x="3420284" y="3955024"/>
                </a:cubicBezTo>
                <a:close/>
                <a:moveTo>
                  <a:pt x="3462796" y="3971476"/>
                </a:moveTo>
                <a:cubicBezTo>
                  <a:pt x="3462381" y="3971475"/>
                  <a:pt x="3461716" y="3970811"/>
                  <a:pt x="3461716" y="3970811"/>
                </a:cubicBezTo>
                <a:lnTo>
                  <a:pt x="3452787" y="3955506"/>
                </a:lnTo>
                <a:cubicBezTo>
                  <a:pt x="3452538" y="3955173"/>
                  <a:pt x="3452787" y="3954259"/>
                  <a:pt x="3452787" y="3954259"/>
                </a:cubicBezTo>
                <a:lnTo>
                  <a:pt x="3461676" y="3938807"/>
                </a:lnTo>
                <a:cubicBezTo>
                  <a:pt x="3461925" y="3938391"/>
                  <a:pt x="3462341" y="3938142"/>
                  <a:pt x="3462756" y="3938142"/>
                </a:cubicBezTo>
                <a:lnTo>
                  <a:pt x="3480535" y="3938142"/>
                </a:lnTo>
                <a:cubicBezTo>
                  <a:pt x="3480950" y="3938142"/>
                  <a:pt x="3481615" y="3938807"/>
                  <a:pt x="3481615" y="3938807"/>
                </a:cubicBezTo>
                <a:lnTo>
                  <a:pt x="3490505" y="3954259"/>
                </a:lnTo>
                <a:cubicBezTo>
                  <a:pt x="3490754" y="3954592"/>
                  <a:pt x="3490505" y="3955506"/>
                  <a:pt x="3490505" y="3955506"/>
                </a:cubicBezTo>
                <a:lnTo>
                  <a:pt x="3481654" y="3970811"/>
                </a:lnTo>
                <a:cubicBezTo>
                  <a:pt x="3481405" y="3971228"/>
                  <a:pt x="3480990" y="3971476"/>
                  <a:pt x="3480574" y="3971477"/>
                </a:cubicBezTo>
                <a:close/>
                <a:moveTo>
                  <a:pt x="3703453" y="4036175"/>
                </a:moveTo>
                <a:cubicBezTo>
                  <a:pt x="3703038" y="4036174"/>
                  <a:pt x="3702373" y="4035511"/>
                  <a:pt x="3702373" y="4035511"/>
                </a:cubicBezTo>
                <a:lnTo>
                  <a:pt x="3693365" y="4020023"/>
                </a:lnTo>
                <a:cubicBezTo>
                  <a:pt x="3693116" y="4019690"/>
                  <a:pt x="3693365" y="4018776"/>
                  <a:pt x="3693365" y="4018776"/>
                </a:cubicBezTo>
                <a:lnTo>
                  <a:pt x="3702337" y="4003158"/>
                </a:lnTo>
                <a:cubicBezTo>
                  <a:pt x="3702586" y="4002742"/>
                  <a:pt x="3703002" y="4002493"/>
                  <a:pt x="3703417" y="4002493"/>
                </a:cubicBezTo>
                <a:lnTo>
                  <a:pt x="3721445" y="4002493"/>
                </a:lnTo>
                <a:cubicBezTo>
                  <a:pt x="3721861" y="4002493"/>
                  <a:pt x="3722525" y="4003158"/>
                  <a:pt x="3722525" y="4003158"/>
                </a:cubicBezTo>
                <a:lnTo>
                  <a:pt x="3731498" y="4018776"/>
                </a:lnTo>
                <a:cubicBezTo>
                  <a:pt x="3731747" y="4019109"/>
                  <a:pt x="3731498" y="4020023"/>
                  <a:pt x="3731498" y="4020023"/>
                </a:cubicBezTo>
                <a:lnTo>
                  <a:pt x="3722560" y="4035512"/>
                </a:lnTo>
                <a:cubicBezTo>
                  <a:pt x="3722311" y="4035926"/>
                  <a:pt x="3721897" y="4036175"/>
                  <a:pt x="3721480" y="4036176"/>
                </a:cubicBezTo>
                <a:close/>
                <a:moveTo>
                  <a:pt x="3282126" y="3923370"/>
                </a:moveTo>
                <a:cubicBezTo>
                  <a:pt x="3281711" y="3923370"/>
                  <a:pt x="3281046" y="3922706"/>
                  <a:pt x="3281046" y="3922706"/>
                </a:cubicBezTo>
                <a:lnTo>
                  <a:pt x="3272061" y="3907135"/>
                </a:lnTo>
                <a:cubicBezTo>
                  <a:pt x="3271812" y="3906802"/>
                  <a:pt x="3272061" y="3905888"/>
                  <a:pt x="3272061" y="3905888"/>
                </a:cubicBezTo>
                <a:lnTo>
                  <a:pt x="3281033" y="3890270"/>
                </a:lnTo>
                <a:cubicBezTo>
                  <a:pt x="3281282" y="3889854"/>
                  <a:pt x="3281698" y="3889605"/>
                  <a:pt x="3282113" y="3889605"/>
                </a:cubicBezTo>
                <a:lnTo>
                  <a:pt x="3300141" y="3889605"/>
                </a:lnTo>
                <a:cubicBezTo>
                  <a:pt x="3300557" y="3889605"/>
                  <a:pt x="3301221" y="3890270"/>
                  <a:pt x="3301221" y="3890270"/>
                </a:cubicBezTo>
                <a:lnTo>
                  <a:pt x="3310194" y="3905888"/>
                </a:lnTo>
                <a:cubicBezTo>
                  <a:pt x="3310443" y="3906221"/>
                  <a:pt x="3310194" y="3907135"/>
                  <a:pt x="3310194" y="3907135"/>
                </a:cubicBezTo>
                <a:lnTo>
                  <a:pt x="3301234" y="3922706"/>
                </a:lnTo>
                <a:cubicBezTo>
                  <a:pt x="3300985" y="3923121"/>
                  <a:pt x="3300570" y="3923370"/>
                  <a:pt x="3300154" y="3923370"/>
                </a:cubicBezTo>
                <a:close/>
                <a:moveTo>
                  <a:pt x="3643157" y="4020118"/>
                </a:moveTo>
                <a:cubicBezTo>
                  <a:pt x="3642742" y="4020118"/>
                  <a:pt x="3642078" y="4019452"/>
                  <a:pt x="3642078" y="4019452"/>
                </a:cubicBezTo>
                <a:lnTo>
                  <a:pt x="3632858" y="4003887"/>
                </a:lnTo>
                <a:cubicBezTo>
                  <a:pt x="3632610" y="4003472"/>
                  <a:pt x="3632858" y="4002558"/>
                  <a:pt x="3632858" y="4002558"/>
                </a:cubicBezTo>
                <a:lnTo>
                  <a:pt x="3641997" y="3986690"/>
                </a:lnTo>
                <a:cubicBezTo>
                  <a:pt x="3642164" y="3986274"/>
                  <a:pt x="3642661" y="3986025"/>
                  <a:pt x="3643077" y="3986025"/>
                </a:cubicBezTo>
                <a:lnTo>
                  <a:pt x="3661354" y="3986025"/>
                </a:lnTo>
                <a:cubicBezTo>
                  <a:pt x="3661770" y="3986025"/>
                  <a:pt x="3662435" y="3986690"/>
                  <a:pt x="3662435" y="3986690"/>
                </a:cubicBezTo>
                <a:lnTo>
                  <a:pt x="3671573" y="4002558"/>
                </a:lnTo>
                <a:cubicBezTo>
                  <a:pt x="3671823" y="4002973"/>
                  <a:pt x="3671573" y="4003887"/>
                  <a:pt x="3671573" y="4003887"/>
                </a:cubicBezTo>
                <a:lnTo>
                  <a:pt x="3662515" y="4019456"/>
                </a:lnTo>
                <a:cubicBezTo>
                  <a:pt x="3662348" y="4019872"/>
                  <a:pt x="3661850" y="4020119"/>
                  <a:pt x="3661435" y="4020119"/>
                </a:cubicBezTo>
                <a:close/>
                <a:moveTo>
                  <a:pt x="3582904" y="4004162"/>
                </a:moveTo>
                <a:cubicBezTo>
                  <a:pt x="3582489" y="4004161"/>
                  <a:pt x="3581824" y="4003496"/>
                  <a:pt x="3581824" y="4003496"/>
                </a:cubicBezTo>
                <a:lnTo>
                  <a:pt x="3572756" y="3987760"/>
                </a:lnTo>
                <a:cubicBezTo>
                  <a:pt x="3572507" y="3987345"/>
                  <a:pt x="3572756" y="3986431"/>
                  <a:pt x="3572756" y="3986431"/>
                </a:cubicBezTo>
                <a:lnTo>
                  <a:pt x="3581895" y="3970646"/>
                </a:lnTo>
                <a:cubicBezTo>
                  <a:pt x="3582061" y="3970230"/>
                  <a:pt x="3582559" y="3969981"/>
                  <a:pt x="3582975" y="3969981"/>
                </a:cubicBezTo>
                <a:lnTo>
                  <a:pt x="3601169" y="3969981"/>
                </a:lnTo>
                <a:cubicBezTo>
                  <a:pt x="3601584" y="3969981"/>
                  <a:pt x="3602249" y="3970646"/>
                  <a:pt x="3602249" y="3970646"/>
                </a:cubicBezTo>
                <a:lnTo>
                  <a:pt x="3611305" y="3986431"/>
                </a:lnTo>
                <a:cubicBezTo>
                  <a:pt x="3611554" y="3986846"/>
                  <a:pt x="3611305" y="3987760"/>
                  <a:pt x="3611305" y="3987760"/>
                </a:cubicBezTo>
                <a:lnTo>
                  <a:pt x="3602179" y="4003497"/>
                </a:lnTo>
                <a:cubicBezTo>
                  <a:pt x="3602013" y="4003911"/>
                  <a:pt x="3601514" y="4004161"/>
                  <a:pt x="3601099" y="4004162"/>
                </a:cubicBezTo>
                <a:close/>
                <a:moveTo>
                  <a:pt x="1957585" y="3569159"/>
                </a:moveTo>
                <a:cubicBezTo>
                  <a:pt x="1957086" y="3569160"/>
                  <a:pt x="1956422" y="3568496"/>
                  <a:pt x="1956422" y="3568496"/>
                </a:cubicBezTo>
                <a:lnTo>
                  <a:pt x="1946874" y="3552416"/>
                </a:lnTo>
                <a:cubicBezTo>
                  <a:pt x="1946625" y="3552000"/>
                  <a:pt x="1946874" y="3551086"/>
                  <a:pt x="1946874" y="3551086"/>
                </a:cubicBezTo>
                <a:lnTo>
                  <a:pt x="1956345" y="3534720"/>
                </a:lnTo>
                <a:cubicBezTo>
                  <a:pt x="1956594" y="3534304"/>
                  <a:pt x="1957009" y="3534055"/>
                  <a:pt x="1957508" y="3534055"/>
                </a:cubicBezTo>
                <a:lnTo>
                  <a:pt x="1976450" y="3534055"/>
                </a:lnTo>
                <a:cubicBezTo>
                  <a:pt x="1976949" y="3534055"/>
                  <a:pt x="1977613" y="3534720"/>
                  <a:pt x="1977613" y="3534720"/>
                </a:cubicBezTo>
                <a:lnTo>
                  <a:pt x="1987084" y="3551086"/>
                </a:lnTo>
                <a:cubicBezTo>
                  <a:pt x="1987334" y="3551502"/>
                  <a:pt x="1987084" y="3552416"/>
                  <a:pt x="1987084" y="3552416"/>
                </a:cubicBezTo>
                <a:lnTo>
                  <a:pt x="1977689" y="3568497"/>
                </a:lnTo>
                <a:cubicBezTo>
                  <a:pt x="1977440" y="3568913"/>
                  <a:pt x="1977025" y="3569162"/>
                  <a:pt x="1976527" y="3569160"/>
                </a:cubicBezTo>
                <a:close/>
                <a:moveTo>
                  <a:pt x="2318603" y="3666069"/>
                </a:moveTo>
                <a:cubicBezTo>
                  <a:pt x="2318104" y="3666069"/>
                  <a:pt x="2317440" y="3665404"/>
                  <a:pt x="2317440" y="3665404"/>
                </a:cubicBezTo>
                <a:lnTo>
                  <a:pt x="2307888" y="3649257"/>
                </a:lnTo>
                <a:cubicBezTo>
                  <a:pt x="2307640" y="3648841"/>
                  <a:pt x="2307889" y="3647927"/>
                  <a:pt x="2307889" y="3647927"/>
                </a:cubicBezTo>
                <a:lnTo>
                  <a:pt x="2317443" y="3631478"/>
                </a:lnTo>
                <a:cubicBezTo>
                  <a:pt x="2317692" y="3631062"/>
                  <a:pt x="2318107" y="3630813"/>
                  <a:pt x="2318606" y="3630814"/>
                </a:cubicBezTo>
                <a:lnTo>
                  <a:pt x="2337631" y="3630814"/>
                </a:lnTo>
                <a:cubicBezTo>
                  <a:pt x="2338129" y="3630813"/>
                  <a:pt x="2338794" y="3631478"/>
                  <a:pt x="2338794" y="3631478"/>
                </a:cubicBezTo>
                <a:lnTo>
                  <a:pt x="2348264" y="3647927"/>
                </a:lnTo>
                <a:cubicBezTo>
                  <a:pt x="2348514" y="3648343"/>
                  <a:pt x="2348265" y="3649258"/>
                  <a:pt x="2348265" y="3649258"/>
                </a:cubicBezTo>
                <a:lnTo>
                  <a:pt x="2338791" y="3665405"/>
                </a:lnTo>
                <a:cubicBezTo>
                  <a:pt x="2338542" y="3665822"/>
                  <a:pt x="2338127" y="3666071"/>
                  <a:pt x="2337628" y="3666071"/>
                </a:cubicBezTo>
                <a:close/>
                <a:moveTo>
                  <a:pt x="874126" y="3279048"/>
                </a:moveTo>
                <a:cubicBezTo>
                  <a:pt x="873628" y="3279048"/>
                  <a:pt x="872963" y="3278384"/>
                  <a:pt x="872963" y="3278384"/>
                </a:cubicBezTo>
                <a:lnTo>
                  <a:pt x="863418" y="3262213"/>
                </a:lnTo>
                <a:cubicBezTo>
                  <a:pt x="863168" y="3261797"/>
                  <a:pt x="863418" y="3260883"/>
                  <a:pt x="863418" y="3260883"/>
                </a:cubicBezTo>
                <a:lnTo>
                  <a:pt x="872972" y="3244434"/>
                </a:lnTo>
                <a:cubicBezTo>
                  <a:pt x="873221" y="3244018"/>
                  <a:pt x="873636" y="3243769"/>
                  <a:pt x="874135" y="3243769"/>
                </a:cubicBezTo>
                <a:lnTo>
                  <a:pt x="893160" y="3243769"/>
                </a:lnTo>
                <a:cubicBezTo>
                  <a:pt x="893659" y="3243769"/>
                  <a:pt x="894323" y="3244434"/>
                  <a:pt x="894323" y="3244434"/>
                </a:cubicBezTo>
                <a:lnTo>
                  <a:pt x="903794" y="3260883"/>
                </a:lnTo>
                <a:cubicBezTo>
                  <a:pt x="904044" y="3261299"/>
                  <a:pt x="903794" y="3262213"/>
                  <a:pt x="903794" y="3262213"/>
                </a:cubicBezTo>
                <a:lnTo>
                  <a:pt x="894314" y="3278385"/>
                </a:lnTo>
                <a:cubicBezTo>
                  <a:pt x="894065" y="3278800"/>
                  <a:pt x="893650" y="3279050"/>
                  <a:pt x="893151" y="3279051"/>
                </a:cubicBezTo>
                <a:close/>
                <a:moveTo>
                  <a:pt x="994507" y="3311356"/>
                </a:moveTo>
                <a:cubicBezTo>
                  <a:pt x="994008" y="3311356"/>
                  <a:pt x="993345" y="3310688"/>
                  <a:pt x="993345" y="3310688"/>
                </a:cubicBezTo>
                <a:lnTo>
                  <a:pt x="983708" y="3294466"/>
                </a:lnTo>
                <a:cubicBezTo>
                  <a:pt x="983459" y="3294049"/>
                  <a:pt x="983708" y="3293135"/>
                  <a:pt x="983708" y="3293135"/>
                </a:cubicBezTo>
                <a:lnTo>
                  <a:pt x="993262" y="3276603"/>
                </a:lnTo>
                <a:cubicBezTo>
                  <a:pt x="993511" y="3276187"/>
                  <a:pt x="993926" y="3275939"/>
                  <a:pt x="994425" y="3275939"/>
                </a:cubicBezTo>
                <a:lnTo>
                  <a:pt x="1013533" y="3275939"/>
                </a:lnTo>
                <a:cubicBezTo>
                  <a:pt x="1014032" y="3275938"/>
                  <a:pt x="1014696" y="3276603"/>
                  <a:pt x="1014696" y="3276603"/>
                </a:cubicBezTo>
                <a:lnTo>
                  <a:pt x="1024250" y="3293135"/>
                </a:lnTo>
                <a:cubicBezTo>
                  <a:pt x="1024499" y="3293552"/>
                  <a:pt x="1024250" y="3294466"/>
                  <a:pt x="1024250" y="3294466"/>
                </a:cubicBezTo>
                <a:lnTo>
                  <a:pt x="1014777" y="3310694"/>
                </a:lnTo>
                <a:cubicBezTo>
                  <a:pt x="1014529" y="3311109"/>
                  <a:pt x="1014114" y="3311357"/>
                  <a:pt x="1013614" y="3311358"/>
                </a:cubicBezTo>
                <a:close/>
                <a:moveTo>
                  <a:pt x="813842" y="3263138"/>
                </a:moveTo>
                <a:cubicBezTo>
                  <a:pt x="813343" y="3263138"/>
                  <a:pt x="812927" y="3262890"/>
                  <a:pt x="812678" y="3262475"/>
                </a:cubicBezTo>
                <a:lnTo>
                  <a:pt x="802984" y="3246074"/>
                </a:lnTo>
                <a:cubicBezTo>
                  <a:pt x="802735" y="3245658"/>
                  <a:pt x="802735" y="3245160"/>
                  <a:pt x="802984" y="3244744"/>
                </a:cubicBezTo>
                <a:lnTo>
                  <a:pt x="812621" y="3228129"/>
                </a:lnTo>
                <a:cubicBezTo>
                  <a:pt x="812870" y="3227713"/>
                  <a:pt x="813285" y="3227464"/>
                  <a:pt x="813784" y="3227464"/>
                </a:cubicBezTo>
                <a:lnTo>
                  <a:pt x="832975" y="3227464"/>
                </a:lnTo>
                <a:cubicBezTo>
                  <a:pt x="833474" y="3227464"/>
                  <a:pt x="833889" y="3227713"/>
                  <a:pt x="834138" y="3228129"/>
                </a:cubicBezTo>
                <a:lnTo>
                  <a:pt x="843776" y="3244744"/>
                </a:lnTo>
                <a:cubicBezTo>
                  <a:pt x="844025" y="3245160"/>
                  <a:pt x="844025" y="3245658"/>
                  <a:pt x="843776" y="3246074"/>
                </a:cubicBezTo>
                <a:lnTo>
                  <a:pt x="834195" y="3262475"/>
                </a:lnTo>
                <a:cubicBezTo>
                  <a:pt x="833946" y="3262890"/>
                  <a:pt x="833531" y="3263140"/>
                  <a:pt x="833032" y="3263139"/>
                </a:cubicBezTo>
                <a:close/>
                <a:moveTo>
                  <a:pt x="934259" y="3295462"/>
                </a:moveTo>
                <a:cubicBezTo>
                  <a:pt x="933760" y="3295462"/>
                  <a:pt x="933096" y="3294797"/>
                  <a:pt x="933096" y="3294797"/>
                </a:cubicBezTo>
                <a:lnTo>
                  <a:pt x="923522" y="3278339"/>
                </a:lnTo>
                <a:cubicBezTo>
                  <a:pt x="923273" y="3277923"/>
                  <a:pt x="923522" y="3277009"/>
                  <a:pt x="923522" y="3277009"/>
                </a:cubicBezTo>
                <a:lnTo>
                  <a:pt x="933076" y="3260477"/>
                </a:lnTo>
                <a:cubicBezTo>
                  <a:pt x="933325" y="3260061"/>
                  <a:pt x="933740" y="3259812"/>
                  <a:pt x="934239" y="3259812"/>
                </a:cubicBezTo>
                <a:lnTo>
                  <a:pt x="953347" y="3259812"/>
                </a:lnTo>
                <a:cubicBezTo>
                  <a:pt x="953846" y="3259812"/>
                  <a:pt x="954510" y="3260477"/>
                  <a:pt x="954510" y="3260477"/>
                </a:cubicBezTo>
                <a:lnTo>
                  <a:pt x="964064" y="3277009"/>
                </a:lnTo>
                <a:cubicBezTo>
                  <a:pt x="964313" y="3277425"/>
                  <a:pt x="964064" y="3278339"/>
                  <a:pt x="964064" y="3278339"/>
                </a:cubicBezTo>
                <a:lnTo>
                  <a:pt x="954529" y="3294798"/>
                </a:lnTo>
                <a:cubicBezTo>
                  <a:pt x="954281" y="3295213"/>
                  <a:pt x="953866" y="3295462"/>
                  <a:pt x="953367" y="3295463"/>
                </a:cubicBezTo>
                <a:close/>
                <a:moveTo>
                  <a:pt x="2198053" y="3634170"/>
                </a:moveTo>
                <a:cubicBezTo>
                  <a:pt x="2197637" y="3634171"/>
                  <a:pt x="2197139" y="3633921"/>
                  <a:pt x="2196890" y="3633506"/>
                </a:cubicBezTo>
                <a:lnTo>
                  <a:pt x="2186966" y="3616924"/>
                </a:lnTo>
                <a:cubicBezTo>
                  <a:pt x="2186717" y="3616509"/>
                  <a:pt x="2186717" y="3615927"/>
                  <a:pt x="2186966" y="3615512"/>
                </a:cubicBezTo>
                <a:lnTo>
                  <a:pt x="2196769" y="3598481"/>
                </a:lnTo>
                <a:cubicBezTo>
                  <a:pt x="2197018" y="3598065"/>
                  <a:pt x="2197434" y="3597816"/>
                  <a:pt x="2197932" y="3597816"/>
                </a:cubicBezTo>
                <a:lnTo>
                  <a:pt x="2217539" y="3597816"/>
                </a:lnTo>
                <a:cubicBezTo>
                  <a:pt x="2217955" y="3597816"/>
                  <a:pt x="2218453" y="3598065"/>
                  <a:pt x="2218702" y="3598481"/>
                </a:cubicBezTo>
                <a:lnTo>
                  <a:pt x="2228506" y="3615512"/>
                </a:lnTo>
                <a:cubicBezTo>
                  <a:pt x="2228755" y="3615927"/>
                  <a:pt x="2228755" y="3616509"/>
                  <a:pt x="2228506" y="3616924"/>
                </a:cubicBezTo>
                <a:lnTo>
                  <a:pt x="2218822" y="3633509"/>
                </a:lnTo>
                <a:cubicBezTo>
                  <a:pt x="2218573" y="3633924"/>
                  <a:pt x="2218157" y="3634174"/>
                  <a:pt x="2217659" y="3634173"/>
                </a:cubicBezTo>
                <a:close/>
                <a:moveTo>
                  <a:pt x="1355274" y="3408803"/>
                </a:moveTo>
                <a:cubicBezTo>
                  <a:pt x="1354774" y="3408803"/>
                  <a:pt x="1354277" y="3408554"/>
                  <a:pt x="1354027" y="3408138"/>
                </a:cubicBezTo>
                <a:lnTo>
                  <a:pt x="1344089" y="3391217"/>
                </a:lnTo>
                <a:cubicBezTo>
                  <a:pt x="1343840" y="3390802"/>
                  <a:pt x="1343840" y="3390220"/>
                  <a:pt x="1344089" y="3389805"/>
                </a:cubicBezTo>
                <a:lnTo>
                  <a:pt x="1353975" y="3372691"/>
                </a:lnTo>
                <a:cubicBezTo>
                  <a:pt x="1354308" y="3372275"/>
                  <a:pt x="1354723" y="3372026"/>
                  <a:pt x="1355222" y="3372026"/>
                </a:cubicBezTo>
                <a:lnTo>
                  <a:pt x="1374911" y="3372026"/>
                </a:lnTo>
                <a:cubicBezTo>
                  <a:pt x="1375410" y="3372026"/>
                  <a:pt x="1375908" y="3372275"/>
                  <a:pt x="1376158" y="3372691"/>
                </a:cubicBezTo>
                <a:lnTo>
                  <a:pt x="1386044" y="3389805"/>
                </a:lnTo>
                <a:cubicBezTo>
                  <a:pt x="1386293" y="3390220"/>
                  <a:pt x="1386293" y="3390802"/>
                  <a:pt x="1386044" y="3391217"/>
                </a:cubicBezTo>
                <a:lnTo>
                  <a:pt x="1376210" y="3408139"/>
                </a:lnTo>
                <a:cubicBezTo>
                  <a:pt x="1375876" y="3408555"/>
                  <a:pt x="1375461" y="3408805"/>
                  <a:pt x="1374963" y="3408803"/>
                </a:cubicBezTo>
                <a:close/>
                <a:moveTo>
                  <a:pt x="1054339" y="3328186"/>
                </a:moveTo>
                <a:cubicBezTo>
                  <a:pt x="1053839" y="3328187"/>
                  <a:pt x="1053341" y="3327938"/>
                  <a:pt x="1053092" y="3327523"/>
                </a:cubicBezTo>
                <a:lnTo>
                  <a:pt x="1043159" y="3310583"/>
                </a:lnTo>
                <a:cubicBezTo>
                  <a:pt x="1042910" y="3310168"/>
                  <a:pt x="1042910" y="3309586"/>
                  <a:pt x="1043159" y="3309171"/>
                </a:cubicBezTo>
                <a:lnTo>
                  <a:pt x="1053045" y="3292057"/>
                </a:lnTo>
                <a:cubicBezTo>
                  <a:pt x="1053377" y="3291641"/>
                  <a:pt x="1053793" y="3291392"/>
                  <a:pt x="1054292" y="3291392"/>
                </a:cubicBezTo>
                <a:lnTo>
                  <a:pt x="1073981" y="3291392"/>
                </a:lnTo>
                <a:cubicBezTo>
                  <a:pt x="1074480" y="3291392"/>
                  <a:pt x="1074977" y="3291641"/>
                  <a:pt x="1075228" y="3292057"/>
                </a:cubicBezTo>
                <a:lnTo>
                  <a:pt x="1085114" y="3309171"/>
                </a:lnTo>
                <a:cubicBezTo>
                  <a:pt x="1085363" y="3309586"/>
                  <a:pt x="1085363" y="3310168"/>
                  <a:pt x="1085114" y="3310583"/>
                </a:cubicBezTo>
                <a:lnTo>
                  <a:pt x="1075274" y="3327524"/>
                </a:lnTo>
                <a:cubicBezTo>
                  <a:pt x="1074941" y="3327938"/>
                  <a:pt x="1074527" y="3328188"/>
                  <a:pt x="1074028" y="3328188"/>
                </a:cubicBezTo>
                <a:close/>
                <a:moveTo>
                  <a:pt x="1234836" y="3376592"/>
                </a:moveTo>
                <a:cubicBezTo>
                  <a:pt x="1234338" y="3376591"/>
                  <a:pt x="1233839" y="3376259"/>
                  <a:pt x="1233589" y="3375844"/>
                </a:cubicBezTo>
                <a:lnTo>
                  <a:pt x="1223405" y="3358894"/>
                </a:lnTo>
                <a:cubicBezTo>
                  <a:pt x="1223155" y="3358478"/>
                  <a:pt x="1223156" y="3357897"/>
                  <a:pt x="1223404" y="3357481"/>
                </a:cubicBezTo>
                <a:lnTo>
                  <a:pt x="1233457" y="3340035"/>
                </a:lnTo>
                <a:cubicBezTo>
                  <a:pt x="1233705" y="3339536"/>
                  <a:pt x="1234204" y="3339287"/>
                  <a:pt x="1234702" y="3339287"/>
                </a:cubicBezTo>
                <a:lnTo>
                  <a:pt x="1254808" y="3339287"/>
                </a:lnTo>
                <a:cubicBezTo>
                  <a:pt x="1255306" y="3339287"/>
                  <a:pt x="1255805" y="3339619"/>
                  <a:pt x="1256055" y="3340035"/>
                </a:cubicBezTo>
                <a:lnTo>
                  <a:pt x="1266107" y="3357481"/>
                </a:lnTo>
                <a:cubicBezTo>
                  <a:pt x="1266357" y="3357897"/>
                  <a:pt x="1266356" y="3358478"/>
                  <a:pt x="1266108" y="3358894"/>
                </a:cubicBezTo>
                <a:lnTo>
                  <a:pt x="1256186" y="3375849"/>
                </a:lnTo>
                <a:cubicBezTo>
                  <a:pt x="1255937" y="3376347"/>
                  <a:pt x="1255439" y="3376594"/>
                  <a:pt x="1254941" y="3376594"/>
                </a:cubicBezTo>
                <a:close/>
                <a:moveTo>
                  <a:pt x="1294988" y="3392769"/>
                </a:moveTo>
                <a:cubicBezTo>
                  <a:pt x="1294489" y="3392770"/>
                  <a:pt x="1293991" y="3392436"/>
                  <a:pt x="1293742" y="3392022"/>
                </a:cubicBezTo>
                <a:lnTo>
                  <a:pt x="1283674" y="3375022"/>
                </a:lnTo>
                <a:cubicBezTo>
                  <a:pt x="1283425" y="3374606"/>
                  <a:pt x="1283425" y="3374025"/>
                  <a:pt x="1283674" y="3373609"/>
                </a:cubicBezTo>
                <a:lnTo>
                  <a:pt x="1293727" y="3356246"/>
                </a:lnTo>
                <a:cubicBezTo>
                  <a:pt x="1293976" y="3355747"/>
                  <a:pt x="1294474" y="3355498"/>
                  <a:pt x="1294973" y="3355498"/>
                </a:cubicBezTo>
                <a:lnTo>
                  <a:pt x="1314995" y="3355498"/>
                </a:lnTo>
                <a:cubicBezTo>
                  <a:pt x="1315494" y="3355498"/>
                  <a:pt x="1315992" y="3355830"/>
                  <a:pt x="1316241" y="3356246"/>
                </a:cubicBezTo>
                <a:lnTo>
                  <a:pt x="1326211" y="3373609"/>
                </a:lnTo>
                <a:cubicBezTo>
                  <a:pt x="1326460" y="3374025"/>
                  <a:pt x="1326460" y="3374606"/>
                  <a:pt x="1326211" y="3375022"/>
                </a:cubicBezTo>
                <a:lnTo>
                  <a:pt x="1316255" y="3392024"/>
                </a:lnTo>
                <a:cubicBezTo>
                  <a:pt x="1316006" y="3392523"/>
                  <a:pt x="1315507" y="3392772"/>
                  <a:pt x="1315009" y="3392771"/>
                </a:cubicBezTo>
                <a:close/>
                <a:moveTo>
                  <a:pt x="1114514" y="3344438"/>
                </a:moveTo>
                <a:cubicBezTo>
                  <a:pt x="1114016" y="3344438"/>
                  <a:pt x="1113518" y="3344189"/>
                  <a:pt x="1113270" y="3343773"/>
                </a:cubicBezTo>
                <a:lnTo>
                  <a:pt x="1103341" y="3326731"/>
                </a:lnTo>
                <a:cubicBezTo>
                  <a:pt x="1103092" y="3326316"/>
                  <a:pt x="1103092" y="3325735"/>
                  <a:pt x="1103341" y="3325319"/>
                </a:cubicBezTo>
                <a:lnTo>
                  <a:pt x="1113228" y="3308122"/>
                </a:lnTo>
                <a:cubicBezTo>
                  <a:pt x="1113477" y="3307706"/>
                  <a:pt x="1113975" y="3307457"/>
                  <a:pt x="1114473" y="3307457"/>
                </a:cubicBezTo>
                <a:lnTo>
                  <a:pt x="1134329" y="3307457"/>
                </a:lnTo>
                <a:cubicBezTo>
                  <a:pt x="1134828" y="3307457"/>
                  <a:pt x="1135326" y="3307706"/>
                  <a:pt x="1135576" y="3308122"/>
                </a:cubicBezTo>
                <a:lnTo>
                  <a:pt x="1145462" y="3325319"/>
                </a:lnTo>
                <a:cubicBezTo>
                  <a:pt x="1145711" y="3325735"/>
                  <a:pt x="1145711" y="3326316"/>
                  <a:pt x="1145462" y="3326731"/>
                </a:cubicBezTo>
                <a:lnTo>
                  <a:pt x="1135617" y="3343775"/>
                </a:lnTo>
                <a:cubicBezTo>
                  <a:pt x="1135367" y="3344190"/>
                  <a:pt x="1134869" y="3344439"/>
                  <a:pt x="1134370" y="3344439"/>
                </a:cubicBezTo>
                <a:close/>
                <a:moveTo>
                  <a:pt x="1535807" y="3457369"/>
                </a:moveTo>
                <a:cubicBezTo>
                  <a:pt x="1535309" y="3457370"/>
                  <a:pt x="1534811" y="3457120"/>
                  <a:pt x="1534562" y="3456705"/>
                </a:cubicBezTo>
                <a:lnTo>
                  <a:pt x="1524645" y="3439619"/>
                </a:lnTo>
                <a:cubicBezTo>
                  <a:pt x="1524396" y="3439204"/>
                  <a:pt x="1524396" y="3438623"/>
                  <a:pt x="1524645" y="3438207"/>
                </a:cubicBezTo>
                <a:lnTo>
                  <a:pt x="1534532" y="3421010"/>
                </a:lnTo>
                <a:cubicBezTo>
                  <a:pt x="1534781" y="3420594"/>
                  <a:pt x="1535279" y="3420345"/>
                  <a:pt x="1535777" y="3420345"/>
                </a:cubicBezTo>
                <a:lnTo>
                  <a:pt x="1555633" y="3420345"/>
                </a:lnTo>
                <a:cubicBezTo>
                  <a:pt x="1556132" y="3420345"/>
                  <a:pt x="1556630" y="3420594"/>
                  <a:pt x="1556880" y="3421010"/>
                </a:cubicBezTo>
                <a:lnTo>
                  <a:pt x="1566766" y="3438207"/>
                </a:lnTo>
                <a:cubicBezTo>
                  <a:pt x="1567015" y="3438623"/>
                  <a:pt x="1567015" y="3439204"/>
                  <a:pt x="1566766" y="3439619"/>
                </a:cubicBezTo>
                <a:lnTo>
                  <a:pt x="1556909" y="3456706"/>
                </a:lnTo>
                <a:cubicBezTo>
                  <a:pt x="1556659" y="3457122"/>
                  <a:pt x="1556161" y="3457371"/>
                  <a:pt x="1555663" y="3457370"/>
                </a:cubicBezTo>
                <a:close/>
                <a:moveTo>
                  <a:pt x="1174595" y="3360732"/>
                </a:moveTo>
                <a:cubicBezTo>
                  <a:pt x="1174096" y="3360732"/>
                  <a:pt x="1173599" y="3360482"/>
                  <a:pt x="1173349" y="3360067"/>
                </a:cubicBezTo>
                <a:lnTo>
                  <a:pt x="1163363" y="3342848"/>
                </a:lnTo>
                <a:cubicBezTo>
                  <a:pt x="1163114" y="3342432"/>
                  <a:pt x="1163114" y="3341852"/>
                  <a:pt x="1163363" y="3341436"/>
                </a:cubicBezTo>
                <a:lnTo>
                  <a:pt x="1173333" y="3324156"/>
                </a:lnTo>
                <a:cubicBezTo>
                  <a:pt x="1173582" y="3323740"/>
                  <a:pt x="1174080" y="3323491"/>
                  <a:pt x="1174579" y="3323491"/>
                </a:cubicBezTo>
                <a:lnTo>
                  <a:pt x="1194518" y="3323490"/>
                </a:lnTo>
                <a:cubicBezTo>
                  <a:pt x="1195016" y="3323491"/>
                  <a:pt x="1195515" y="3323740"/>
                  <a:pt x="1195764" y="3324156"/>
                </a:cubicBezTo>
                <a:lnTo>
                  <a:pt x="1205733" y="3341436"/>
                </a:lnTo>
                <a:cubicBezTo>
                  <a:pt x="1205983" y="3341851"/>
                  <a:pt x="1205983" y="3342433"/>
                  <a:pt x="1205733" y="3342848"/>
                </a:cubicBezTo>
                <a:lnTo>
                  <a:pt x="1195780" y="3360068"/>
                </a:lnTo>
                <a:cubicBezTo>
                  <a:pt x="1195531" y="3360483"/>
                  <a:pt x="1195032" y="3360733"/>
                  <a:pt x="1194535" y="3360733"/>
                </a:cubicBezTo>
                <a:close/>
                <a:moveTo>
                  <a:pt x="2137498" y="3618763"/>
                </a:moveTo>
                <a:cubicBezTo>
                  <a:pt x="2136999" y="3618763"/>
                  <a:pt x="2136500" y="3618432"/>
                  <a:pt x="2136252" y="3618015"/>
                </a:cubicBezTo>
                <a:lnTo>
                  <a:pt x="2126032" y="3600797"/>
                </a:lnTo>
                <a:cubicBezTo>
                  <a:pt x="2125784" y="3600381"/>
                  <a:pt x="2125783" y="3599800"/>
                  <a:pt x="2126033" y="3599384"/>
                </a:cubicBezTo>
                <a:lnTo>
                  <a:pt x="2136168" y="3581855"/>
                </a:lnTo>
                <a:cubicBezTo>
                  <a:pt x="2136417" y="3581356"/>
                  <a:pt x="2136915" y="3581107"/>
                  <a:pt x="2137414" y="3581107"/>
                </a:cubicBezTo>
                <a:lnTo>
                  <a:pt x="2157686" y="3581107"/>
                </a:lnTo>
                <a:cubicBezTo>
                  <a:pt x="2158185" y="3581107"/>
                  <a:pt x="2158683" y="3581439"/>
                  <a:pt x="2158931" y="3581855"/>
                </a:cubicBezTo>
                <a:lnTo>
                  <a:pt x="2169067" y="3599384"/>
                </a:lnTo>
                <a:cubicBezTo>
                  <a:pt x="2169316" y="3599800"/>
                  <a:pt x="2169316" y="3600381"/>
                  <a:pt x="2169067" y="3600797"/>
                </a:cubicBezTo>
                <a:lnTo>
                  <a:pt x="2159014" y="3618018"/>
                </a:lnTo>
                <a:cubicBezTo>
                  <a:pt x="2158765" y="3618515"/>
                  <a:pt x="2158267" y="3618767"/>
                  <a:pt x="2157768" y="3618766"/>
                </a:cubicBezTo>
                <a:close/>
                <a:moveTo>
                  <a:pt x="1475520" y="3441393"/>
                </a:moveTo>
                <a:cubicBezTo>
                  <a:pt x="1475021" y="3441392"/>
                  <a:pt x="1474523" y="3441142"/>
                  <a:pt x="1474274" y="3440728"/>
                </a:cubicBezTo>
                <a:lnTo>
                  <a:pt x="1464294" y="3423482"/>
                </a:lnTo>
                <a:cubicBezTo>
                  <a:pt x="1464045" y="3423067"/>
                  <a:pt x="1464045" y="3422486"/>
                  <a:pt x="1464294" y="3422070"/>
                </a:cubicBezTo>
                <a:lnTo>
                  <a:pt x="1474264" y="3404790"/>
                </a:lnTo>
                <a:cubicBezTo>
                  <a:pt x="1474513" y="3404374"/>
                  <a:pt x="1475011" y="3404125"/>
                  <a:pt x="1475510" y="3404125"/>
                </a:cubicBezTo>
                <a:lnTo>
                  <a:pt x="1495449" y="3404125"/>
                </a:lnTo>
                <a:cubicBezTo>
                  <a:pt x="1495947" y="3404125"/>
                  <a:pt x="1496446" y="3404374"/>
                  <a:pt x="1496695" y="3404790"/>
                </a:cubicBezTo>
                <a:lnTo>
                  <a:pt x="1506664" y="3422070"/>
                </a:lnTo>
                <a:cubicBezTo>
                  <a:pt x="1506914" y="3422486"/>
                  <a:pt x="1506914" y="3423067"/>
                  <a:pt x="1506664" y="3423482"/>
                </a:cubicBezTo>
                <a:lnTo>
                  <a:pt x="1496705" y="3440728"/>
                </a:lnTo>
                <a:cubicBezTo>
                  <a:pt x="1496456" y="3441143"/>
                  <a:pt x="1495957" y="3441392"/>
                  <a:pt x="1495459" y="3441393"/>
                </a:cubicBezTo>
                <a:close/>
                <a:moveTo>
                  <a:pt x="2077296" y="3602694"/>
                </a:moveTo>
                <a:cubicBezTo>
                  <a:pt x="2076797" y="3602695"/>
                  <a:pt x="2076299" y="3602363"/>
                  <a:pt x="2076050" y="3601948"/>
                </a:cubicBezTo>
                <a:lnTo>
                  <a:pt x="2065846" y="3584670"/>
                </a:lnTo>
                <a:cubicBezTo>
                  <a:pt x="2065598" y="3584254"/>
                  <a:pt x="2065598" y="3583673"/>
                  <a:pt x="2065847" y="3583257"/>
                </a:cubicBezTo>
                <a:lnTo>
                  <a:pt x="2075982" y="3565728"/>
                </a:lnTo>
                <a:cubicBezTo>
                  <a:pt x="2076232" y="3565229"/>
                  <a:pt x="2076729" y="3564980"/>
                  <a:pt x="2077228" y="3564980"/>
                </a:cubicBezTo>
                <a:lnTo>
                  <a:pt x="2097500" y="3564980"/>
                </a:lnTo>
                <a:cubicBezTo>
                  <a:pt x="2097999" y="3564980"/>
                  <a:pt x="2098497" y="3565312"/>
                  <a:pt x="2098746" y="3565728"/>
                </a:cubicBezTo>
                <a:lnTo>
                  <a:pt x="2108882" y="3583257"/>
                </a:lnTo>
                <a:cubicBezTo>
                  <a:pt x="2109130" y="3583673"/>
                  <a:pt x="2109130" y="3584254"/>
                  <a:pt x="2108881" y="3584670"/>
                </a:cubicBezTo>
                <a:lnTo>
                  <a:pt x="2098813" y="3601949"/>
                </a:lnTo>
                <a:cubicBezTo>
                  <a:pt x="2098563" y="3602448"/>
                  <a:pt x="2098066" y="3602696"/>
                  <a:pt x="2097567" y="3602697"/>
                </a:cubicBezTo>
                <a:close/>
                <a:moveTo>
                  <a:pt x="1415286" y="3425376"/>
                </a:moveTo>
                <a:cubicBezTo>
                  <a:pt x="1414788" y="3425376"/>
                  <a:pt x="1414289" y="3425044"/>
                  <a:pt x="1414040" y="3424628"/>
                </a:cubicBezTo>
                <a:lnTo>
                  <a:pt x="1403963" y="3407275"/>
                </a:lnTo>
                <a:cubicBezTo>
                  <a:pt x="1403714" y="3406859"/>
                  <a:pt x="1403714" y="3406278"/>
                  <a:pt x="1403963" y="3405862"/>
                </a:cubicBezTo>
                <a:lnTo>
                  <a:pt x="1414015" y="3388416"/>
                </a:lnTo>
                <a:cubicBezTo>
                  <a:pt x="1414264" y="3387917"/>
                  <a:pt x="1414763" y="3387668"/>
                  <a:pt x="1415261" y="3387668"/>
                </a:cubicBezTo>
                <a:lnTo>
                  <a:pt x="1435367" y="3387668"/>
                </a:lnTo>
                <a:cubicBezTo>
                  <a:pt x="1435865" y="3387668"/>
                  <a:pt x="1436364" y="3388000"/>
                  <a:pt x="1436613" y="3388416"/>
                </a:cubicBezTo>
                <a:lnTo>
                  <a:pt x="1446666" y="3405862"/>
                </a:lnTo>
                <a:cubicBezTo>
                  <a:pt x="1446915" y="3406278"/>
                  <a:pt x="1446915" y="3406859"/>
                  <a:pt x="1446666" y="3407275"/>
                </a:cubicBezTo>
                <a:lnTo>
                  <a:pt x="1436638" y="3424628"/>
                </a:lnTo>
                <a:cubicBezTo>
                  <a:pt x="1436389" y="3425128"/>
                  <a:pt x="1435890" y="3425376"/>
                  <a:pt x="1435392" y="3425376"/>
                </a:cubicBezTo>
                <a:close/>
                <a:moveTo>
                  <a:pt x="2016724" y="3587301"/>
                </a:moveTo>
                <a:cubicBezTo>
                  <a:pt x="2016225" y="3587301"/>
                  <a:pt x="2015728" y="3586969"/>
                  <a:pt x="2015479" y="3586554"/>
                </a:cubicBezTo>
                <a:lnTo>
                  <a:pt x="2005067" y="3568625"/>
                </a:lnTo>
                <a:cubicBezTo>
                  <a:pt x="2004818" y="3568127"/>
                  <a:pt x="2004818" y="3567545"/>
                  <a:pt x="2005067" y="3567130"/>
                </a:cubicBezTo>
                <a:lnTo>
                  <a:pt x="2015535" y="3549102"/>
                </a:lnTo>
                <a:cubicBezTo>
                  <a:pt x="2015784" y="3548603"/>
                  <a:pt x="2016283" y="3548354"/>
                  <a:pt x="2016781" y="3548354"/>
                </a:cubicBezTo>
                <a:lnTo>
                  <a:pt x="2037634" y="3548354"/>
                </a:lnTo>
                <a:cubicBezTo>
                  <a:pt x="2038133" y="3548354"/>
                  <a:pt x="2038631" y="3548686"/>
                  <a:pt x="2038880" y="3549102"/>
                </a:cubicBezTo>
                <a:lnTo>
                  <a:pt x="2049265" y="3567130"/>
                </a:lnTo>
                <a:cubicBezTo>
                  <a:pt x="2049514" y="3567628"/>
                  <a:pt x="2049514" y="3568210"/>
                  <a:pt x="2049265" y="3568625"/>
                </a:cubicBezTo>
                <a:lnTo>
                  <a:pt x="2038823" y="3586555"/>
                </a:lnTo>
                <a:cubicBezTo>
                  <a:pt x="2038575" y="3587053"/>
                  <a:pt x="2038075" y="3587301"/>
                  <a:pt x="2037577" y="3587301"/>
                </a:cubicBezTo>
                <a:close/>
                <a:moveTo>
                  <a:pt x="2251480" y="3688823"/>
                </a:moveTo>
                <a:cubicBezTo>
                  <a:pt x="2251313" y="3688826"/>
                  <a:pt x="2251147" y="3688656"/>
                  <a:pt x="2251147" y="3688656"/>
                </a:cubicBezTo>
                <a:lnTo>
                  <a:pt x="2248572" y="3684256"/>
                </a:lnTo>
                <a:cubicBezTo>
                  <a:pt x="2248571" y="3684173"/>
                  <a:pt x="2248572" y="3683923"/>
                  <a:pt x="2248572" y="3683923"/>
                </a:cubicBezTo>
                <a:lnTo>
                  <a:pt x="2251146" y="3679524"/>
                </a:lnTo>
                <a:cubicBezTo>
                  <a:pt x="2251230" y="3679356"/>
                  <a:pt x="2251478" y="3679357"/>
                  <a:pt x="2251478" y="3679357"/>
                </a:cubicBezTo>
                <a:lnTo>
                  <a:pt x="2256547" y="3679357"/>
                </a:lnTo>
                <a:cubicBezTo>
                  <a:pt x="2256712" y="3679358"/>
                  <a:pt x="2256878" y="3679524"/>
                  <a:pt x="2256878" y="3679524"/>
                </a:cubicBezTo>
                <a:lnTo>
                  <a:pt x="2259454" y="3683925"/>
                </a:lnTo>
                <a:cubicBezTo>
                  <a:pt x="2259454" y="3684009"/>
                  <a:pt x="2259454" y="3684257"/>
                  <a:pt x="2259454" y="3684257"/>
                </a:cubicBezTo>
                <a:lnTo>
                  <a:pt x="2256880" y="3688657"/>
                </a:lnTo>
                <a:cubicBezTo>
                  <a:pt x="2256797" y="3688825"/>
                  <a:pt x="2256548" y="3688823"/>
                  <a:pt x="2256548" y="3688823"/>
                </a:cubicBezTo>
                <a:close/>
                <a:moveTo>
                  <a:pt x="4056310" y="4174394"/>
                </a:moveTo>
                <a:cubicBezTo>
                  <a:pt x="4056144" y="4174395"/>
                  <a:pt x="4055895" y="4174144"/>
                  <a:pt x="4055895" y="4174144"/>
                </a:cubicBezTo>
                <a:lnTo>
                  <a:pt x="4052655" y="4168495"/>
                </a:lnTo>
                <a:cubicBezTo>
                  <a:pt x="4052572" y="4168330"/>
                  <a:pt x="4052655" y="4167997"/>
                  <a:pt x="4052655" y="4167997"/>
                </a:cubicBezTo>
                <a:lnTo>
                  <a:pt x="4055895" y="4162347"/>
                </a:lnTo>
                <a:cubicBezTo>
                  <a:pt x="4055978" y="4162182"/>
                  <a:pt x="4056310" y="4162098"/>
                  <a:pt x="4056310" y="4162098"/>
                </a:cubicBezTo>
                <a:lnTo>
                  <a:pt x="4062791" y="4162098"/>
                </a:lnTo>
                <a:cubicBezTo>
                  <a:pt x="4062957" y="4162099"/>
                  <a:pt x="4063206" y="4162348"/>
                  <a:pt x="4063206" y="4162348"/>
                </a:cubicBezTo>
                <a:lnTo>
                  <a:pt x="4066446" y="4167997"/>
                </a:lnTo>
                <a:cubicBezTo>
                  <a:pt x="4066529" y="4168163"/>
                  <a:pt x="4066446" y="4168495"/>
                  <a:pt x="4066446" y="4168495"/>
                </a:cubicBezTo>
                <a:lnTo>
                  <a:pt x="4063206" y="4174145"/>
                </a:lnTo>
                <a:cubicBezTo>
                  <a:pt x="4063123" y="4174311"/>
                  <a:pt x="4062791" y="4174394"/>
                  <a:pt x="4062791" y="4174394"/>
                </a:cubicBezTo>
                <a:close/>
                <a:moveTo>
                  <a:pt x="2188900" y="3677361"/>
                </a:moveTo>
                <a:cubicBezTo>
                  <a:pt x="2188651" y="3677360"/>
                  <a:pt x="2188318" y="3677028"/>
                  <a:pt x="2188318" y="3677028"/>
                </a:cubicBezTo>
                <a:lnTo>
                  <a:pt x="2183417" y="3668554"/>
                </a:lnTo>
                <a:cubicBezTo>
                  <a:pt x="2183251" y="3668387"/>
                  <a:pt x="2183417" y="3667889"/>
                  <a:pt x="2183417" y="3667889"/>
                </a:cubicBezTo>
                <a:lnTo>
                  <a:pt x="2188318" y="3659416"/>
                </a:lnTo>
                <a:cubicBezTo>
                  <a:pt x="2188401" y="3659250"/>
                  <a:pt x="2188899" y="3659086"/>
                  <a:pt x="2188899" y="3659086"/>
                </a:cubicBezTo>
                <a:lnTo>
                  <a:pt x="2198703" y="3659085"/>
                </a:lnTo>
                <a:cubicBezTo>
                  <a:pt x="2198952" y="3659084"/>
                  <a:pt x="2199285" y="3659416"/>
                  <a:pt x="2199285" y="3659416"/>
                </a:cubicBezTo>
                <a:lnTo>
                  <a:pt x="2204187" y="3667889"/>
                </a:lnTo>
                <a:cubicBezTo>
                  <a:pt x="2204353" y="3668056"/>
                  <a:pt x="2204186" y="3668555"/>
                  <a:pt x="2204186" y="3668555"/>
                </a:cubicBezTo>
                <a:lnTo>
                  <a:pt x="2199285" y="3677026"/>
                </a:lnTo>
                <a:cubicBezTo>
                  <a:pt x="2199202" y="3677192"/>
                  <a:pt x="2198703" y="3677360"/>
                  <a:pt x="2198703" y="3677360"/>
                </a:cubicBezTo>
                <a:close/>
                <a:moveTo>
                  <a:pt x="2970372" y="3888882"/>
                </a:moveTo>
                <a:cubicBezTo>
                  <a:pt x="2970040" y="3888882"/>
                  <a:pt x="2969624" y="3888466"/>
                  <a:pt x="2969624" y="3888466"/>
                </a:cubicBezTo>
                <a:lnTo>
                  <a:pt x="2963809" y="3878413"/>
                </a:lnTo>
                <a:cubicBezTo>
                  <a:pt x="2963643" y="3878163"/>
                  <a:pt x="2963809" y="3877583"/>
                  <a:pt x="2963809" y="3877583"/>
                </a:cubicBezTo>
                <a:lnTo>
                  <a:pt x="2969624" y="3867529"/>
                </a:lnTo>
                <a:cubicBezTo>
                  <a:pt x="2969791" y="3867280"/>
                  <a:pt x="2970372" y="3867114"/>
                  <a:pt x="2970372" y="3867114"/>
                </a:cubicBezTo>
                <a:lnTo>
                  <a:pt x="2982003" y="3867114"/>
                </a:lnTo>
                <a:cubicBezTo>
                  <a:pt x="2982335" y="3867115"/>
                  <a:pt x="2982751" y="3867529"/>
                  <a:pt x="2982751" y="3867529"/>
                </a:cubicBezTo>
                <a:lnTo>
                  <a:pt x="2988566" y="3877583"/>
                </a:lnTo>
                <a:cubicBezTo>
                  <a:pt x="2988733" y="3877830"/>
                  <a:pt x="2988566" y="3878413"/>
                  <a:pt x="2988566" y="3878413"/>
                </a:cubicBezTo>
                <a:lnTo>
                  <a:pt x="2982751" y="3888466"/>
                </a:lnTo>
                <a:cubicBezTo>
                  <a:pt x="2982585" y="3888715"/>
                  <a:pt x="2982003" y="3888882"/>
                  <a:pt x="2982003" y="3888882"/>
                </a:cubicBezTo>
                <a:close/>
                <a:moveTo>
                  <a:pt x="3030333" y="3905334"/>
                </a:moveTo>
                <a:cubicBezTo>
                  <a:pt x="3030001" y="3905334"/>
                  <a:pt x="3029586" y="3904918"/>
                  <a:pt x="3029586" y="3904918"/>
                </a:cubicBezTo>
                <a:lnTo>
                  <a:pt x="3023522" y="3894447"/>
                </a:lnTo>
                <a:cubicBezTo>
                  <a:pt x="3023355" y="3894199"/>
                  <a:pt x="3023521" y="3893616"/>
                  <a:pt x="3023521" y="3893616"/>
                </a:cubicBezTo>
                <a:lnTo>
                  <a:pt x="3029586" y="3883152"/>
                </a:lnTo>
                <a:cubicBezTo>
                  <a:pt x="3029752" y="3882902"/>
                  <a:pt x="3030333" y="3882736"/>
                  <a:pt x="3030333" y="3882736"/>
                </a:cubicBezTo>
                <a:lnTo>
                  <a:pt x="3042463" y="3882736"/>
                </a:lnTo>
                <a:cubicBezTo>
                  <a:pt x="3042795" y="3882737"/>
                  <a:pt x="3043211" y="3883152"/>
                  <a:pt x="3043211" y="3883152"/>
                </a:cubicBezTo>
                <a:lnTo>
                  <a:pt x="3049275" y="3893618"/>
                </a:lnTo>
                <a:cubicBezTo>
                  <a:pt x="3049442" y="3893868"/>
                  <a:pt x="3049275" y="3894449"/>
                  <a:pt x="3049275" y="3894449"/>
                </a:cubicBezTo>
                <a:lnTo>
                  <a:pt x="3043211" y="3904916"/>
                </a:lnTo>
                <a:cubicBezTo>
                  <a:pt x="3043045" y="3905165"/>
                  <a:pt x="3042463" y="3905332"/>
                  <a:pt x="3042463" y="3905332"/>
                </a:cubicBezTo>
                <a:close/>
                <a:moveTo>
                  <a:pt x="2006243" y="3632734"/>
                </a:moveTo>
                <a:cubicBezTo>
                  <a:pt x="2005911" y="3632734"/>
                  <a:pt x="2005412" y="3632236"/>
                  <a:pt x="2005412" y="3632236"/>
                </a:cubicBezTo>
                <a:lnTo>
                  <a:pt x="1998433" y="3620106"/>
                </a:lnTo>
                <a:cubicBezTo>
                  <a:pt x="1998268" y="3619775"/>
                  <a:pt x="1998433" y="3619110"/>
                  <a:pt x="1998433" y="3619110"/>
                </a:cubicBezTo>
                <a:lnTo>
                  <a:pt x="2005493" y="3606988"/>
                </a:lnTo>
                <a:cubicBezTo>
                  <a:pt x="2005659" y="3606657"/>
                  <a:pt x="2006323" y="3606493"/>
                  <a:pt x="2006323" y="3606493"/>
                </a:cubicBezTo>
                <a:lnTo>
                  <a:pt x="2020364" y="3606493"/>
                </a:lnTo>
                <a:cubicBezTo>
                  <a:pt x="2020695" y="3606494"/>
                  <a:pt x="2021194" y="3606992"/>
                  <a:pt x="2021194" y="3606992"/>
                </a:cubicBezTo>
                <a:lnTo>
                  <a:pt x="2028175" y="3619114"/>
                </a:lnTo>
                <a:cubicBezTo>
                  <a:pt x="2028340" y="3619447"/>
                  <a:pt x="2028174" y="3620112"/>
                  <a:pt x="2028174" y="3620112"/>
                </a:cubicBezTo>
                <a:lnTo>
                  <a:pt x="2021115" y="3632236"/>
                </a:lnTo>
                <a:cubicBezTo>
                  <a:pt x="2020948" y="3632569"/>
                  <a:pt x="2020284" y="3632734"/>
                  <a:pt x="2020284" y="3632734"/>
                </a:cubicBezTo>
                <a:close/>
                <a:moveTo>
                  <a:pt x="3148883" y="3940918"/>
                </a:moveTo>
                <a:cubicBezTo>
                  <a:pt x="3148467" y="3940918"/>
                  <a:pt x="3147885" y="3940338"/>
                  <a:pt x="3147885" y="3940338"/>
                </a:cubicBezTo>
                <a:lnTo>
                  <a:pt x="3139909" y="3926547"/>
                </a:lnTo>
                <a:cubicBezTo>
                  <a:pt x="3139743" y="3926132"/>
                  <a:pt x="3139909" y="3925386"/>
                  <a:pt x="3139909" y="3925386"/>
                </a:cubicBezTo>
                <a:lnTo>
                  <a:pt x="3147882" y="3911606"/>
                </a:lnTo>
                <a:cubicBezTo>
                  <a:pt x="3148131" y="3911273"/>
                  <a:pt x="3148879" y="3911025"/>
                  <a:pt x="3148879" y="3911025"/>
                </a:cubicBezTo>
                <a:lnTo>
                  <a:pt x="3164829" y="3911027"/>
                </a:lnTo>
                <a:cubicBezTo>
                  <a:pt x="3165244" y="3911026"/>
                  <a:pt x="3165825" y="3911609"/>
                  <a:pt x="3165825" y="3911609"/>
                </a:cubicBezTo>
                <a:lnTo>
                  <a:pt x="3173803" y="3925392"/>
                </a:lnTo>
                <a:cubicBezTo>
                  <a:pt x="3173969" y="3925807"/>
                  <a:pt x="3173803" y="3926554"/>
                  <a:pt x="3173803" y="3926554"/>
                </a:cubicBezTo>
                <a:lnTo>
                  <a:pt x="3165830" y="3940336"/>
                </a:lnTo>
                <a:cubicBezTo>
                  <a:pt x="3165580" y="3940670"/>
                  <a:pt x="3164834" y="3940919"/>
                  <a:pt x="3164834" y="3940919"/>
                </a:cubicBezTo>
                <a:close/>
                <a:moveTo>
                  <a:pt x="2065477" y="3650776"/>
                </a:moveTo>
                <a:cubicBezTo>
                  <a:pt x="2065062" y="3650774"/>
                  <a:pt x="2064480" y="3650193"/>
                  <a:pt x="2064480" y="3650193"/>
                </a:cubicBezTo>
                <a:lnTo>
                  <a:pt x="2056421" y="3636154"/>
                </a:lnTo>
                <a:cubicBezTo>
                  <a:pt x="2056255" y="3635825"/>
                  <a:pt x="2056421" y="3634992"/>
                  <a:pt x="2056421" y="3634992"/>
                </a:cubicBezTo>
                <a:lnTo>
                  <a:pt x="2064476" y="3620964"/>
                </a:lnTo>
                <a:cubicBezTo>
                  <a:pt x="2064726" y="3620631"/>
                  <a:pt x="2065472" y="3620384"/>
                  <a:pt x="2065472" y="3620384"/>
                </a:cubicBezTo>
                <a:lnTo>
                  <a:pt x="2081673" y="3620386"/>
                </a:lnTo>
                <a:cubicBezTo>
                  <a:pt x="2082088" y="3620385"/>
                  <a:pt x="2082669" y="3620969"/>
                  <a:pt x="2082669" y="3620969"/>
                </a:cubicBezTo>
                <a:lnTo>
                  <a:pt x="2090731" y="3635000"/>
                </a:lnTo>
                <a:cubicBezTo>
                  <a:pt x="2090897" y="3635331"/>
                  <a:pt x="2090732" y="3636161"/>
                  <a:pt x="2090732" y="3636161"/>
                </a:cubicBezTo>
                <a:lnTo>
                  <a:pt x="2082675" y="3650194"/>
                </a:lnTo>
                <a:cubicBezTo>
                  <a:pt x="2082426" y="3650525"/>
                  <a:pt x="2081678" y="3650776"/>
                  <a:pt x="2081678" y="3650776"/>
                </a:cubicBezTo>
                <a:close/>
                <a:moveTo>
                  <a:pt x="3208911" y="3957343"/>
                </a:moveTo>
                <a:cubicBezTo>
                  <a:pt x="3208495" y="3957344"/>
                  <a:pt x="3207913" y="3956762"/>
                  <a:pt x="3207913" y="3956762"/>
                </a:cubicBezTo>
                <a:lnTo>
                  <a:pt x="3199773" y="3942639"/>
                </a:lnTo>
                <a:cubicBezTo>
                  <a:pt x="3199523" y="3942308"/>
                  <a:pt x="3199772" y="3941479"/>
                  <a:pt x="3199772" y="3941479"/>
                </a:cubicBezTo>
                <a:lnTo>
                  <a:pt x="3207909" y="3927367"/>
                </a:lnTo>
                <a:cubicBezTo>
                  <a:pt x="3208160" y="3927033"/>
                  <a:pt x="3208907" y="3926785"/>
                  <a:pt x="3208907" y="3926785"/>
                </a:cubicBezTo>
                <a:lnTo>
                  <a:pt x="3225190" y="3926788"/>
                </a:lnTo>
                <a:cubicBezTo>
                  <a:pt x="3225605" y="3926788"/>
                  <a:pt x="3226186" y="3927370"/>
                  <a:pt x="3226186" y="3927370"/>
                </a:cubicBezTo>
                <a:lnTo>
                  <a:pt x="3234330" y="3941484"/>
                </a:lnTo>
                <a:cubicBezTo>
                  <a:pt x="3234580" y="3941816"/>
                  <a:pt x="3234330" y="3942646"/>
                  <a:pt x="3234330" y="3942646"/>
                </a:cubicBezTo>
                <a:lnTo>
                  <a:pt x="3226192" y="3956761"/>
                </a:lnTo>
                <a:cubicBezTo>
                  <a:pt x="3225942" y="3957095"/>
                  <a:pt x="3225194" y="3957344"/>
                  <a:pt x="3225194" y="3957344"/>
                </a:cubicBezTo>
                <a:close/>
                <a:moveTo>
                  <a:pt x="2125370" y="3667396"/>
                </a:moveTo>
                <a:cubicBezTo>
                  <a:pt x="2124954" y="3667397"/>
                  <a:pt x="2124373" y="3666814"/>
                  <a:pt x="2124373" y="3666814"/>
                </a:cubicBezTo>
                <a:lnTo>
                  <a:pt x="2116064" y="3652444"/>
                </a:lnTo>
                <a:cubicBezTo>
                  <a:pt x="2115815" y="3652111"/>
                  <a:pt x="2116064" y="3651280"/>
                  <a:pt x="2116064" y="3651280"/>
                </a:cubicBezTo>
                <a:lnTo>
                  <a:pt x="2124370" y="3636917"/>
                </a:lnTo>
                <a:cubicBezTo>
                  <a:pt x="2124536" y="3636584"/>
                  <a:pt x="2125367" y="3636336"/>
                  <a:pt x="2125367" y="3636336"/>
                </a:cubicBezTo>
                <a:lnTo>
                  <a:pt x="2141981" y="3636338"/>
                </a:lnTo>
                <a:cubicBezTo>
                  <a:pt x="2142397" y="3636338"/>
                  <a:pt x="2142978" y="3636920"/>
                  <a:pt x="2142978" y="3636920"/>
                </a:cubicBezTo>
                <a:lnTo>
                  <a:pt x="2151288" y="3651285"/>
                </a:lnTo>
                <a:cubicBezTo>
                  <a:pt x="2151537" y="3651619"/>
                  <a:pt x="2151288" y="3652447"/>
                  <a:pt x="2151288" y="3652447"/>
                </a:cubicBezTo>
                <a:lnTo>
                  <a:pt x="2142982" y="3666815"/>
                </a:lnTo>
                <a:cubicBezTo>
                  <a:pt x="2142816" y="3667145"/>
                  <a:pt x="2141985" y="3667397"/>
                  <a:pt x="2141985" y="3667397"/>
                </a:cubicBezTo>
                <a:close/>
                <a:moveTo>
                  <a:pt x="3088421" y="3925529"/>
                </a:moveTo>
                <a:cubicBezTo>
                  <a:pt x="3088006" y="3925528"/>
                  <a:pt x="3087424" y="3924948"/>
                  <a:pt x="3087424" y="3924948"/>
                </a:cubicBezTo>
                <a:lnTo>
                  <a:pt x="3079284" y="3910822"/>
                </a:lnTo>
                <a:cubicBezTo>
                  <a:pt x="3079035" y="3910490"/>
                  <a:pt x="3079284" y="3909658"/>
                  <a:pt x="3079284" y="3909658"/>
                </a:cubicBezTo>
                <a:lnTo>
                  <a:pt x="3087425" y="3895536"/>
                </a:lnTo>
                <a:cubicBezTo>
                  <a:pt x="3087674" y="3895204"/>
                  <a:pt x="3088422" y="3894954"/>
                  <a:pt x="3088422" y="3894954"/>
                </a:cubicBezTo>
                <a:lnTo>
                  <a:pt x="3104705" y="3894955"/>
                </a:lnTo>
                <a:cubicBezTo>
                  <a:pt x="3105120" y="3894954"/>
                  <a:pt x="3105703" y="3895535"/>
                  <a:pt x="3105703" y="3895535"/>
                </a:cubicBezTo>
                <a:lnTo>
                  <a:pt x="3113843" y="3909658"/>
                </a:lnTo>
                <a:cubicBezTo>
                  <a:pt x="3114094" y="3909991"/>
                  <a:pt x="3113844" y="3910821"/>
                  <a:pt x="3113844" y="3910821"/>
                </a:cubicBezTo>
                <a:lnTo>
                  <a:pt x="3105702" y="3924947"/>
                </a:lnTo>
                <a:cubicBezTo>
                  <a:pt x="3105453" y="3925278"/>
                  <a:pt x="3104705" y="3925528"/>
                  <a:pt x="3104705" y="3925528"/>
                </a:cubicBezTo>
                <a:close/>
                <a:moveTo>
                  <a:pt x="3329128" y="3990034"/>
                </a:moveTo>
                <a:cubicBezTo>
                  <a:pt x="3328713" y="3990035"/>
                  <a:pt x="3328131" y="3989453"/>
                  <a:pt x="3328131" y="3989453"/>
                </a:cubicBezTo>
                <a:lnTo>
                  <a:pt x="3319907" y="3975162"/>
                </a:lnTo>
                <a:cubicBezTo>
                  <a:pt x="3319658" y="3974829"/>
                  <a:pt x="3319907" y="3973998"/>
                  <a:pt x="3319907" y="3973998"/>
                </a:cubicBezTo>
                <a:lnTo>
                  <a:pt x="3328131" y="3959715"/>
                </a:lnTo>
                <a:cubicBezTo>
                  <a:pt x="3328297" y="3959380"/>
                  <a:pt x="3329128" y="3959132"/>
                  <a:pt x="3329128" y="3959132"/>
                </a:cubicBezTo>
                <a:lnTo>
                  <a:pt x="3345577" y="3959133"/>
                </a:lnTo>
                <a:cubicBezTo>
                  <a:pt x="3345992" y="3959134"/>
                  <a:pt x="3346573" y="3959715"/>
                  <a:pt x="3346573" y="3959715"/>
                </a:cubicBezTo>
                <a:lnTo>
                  <a:pt x="3354799" y="3974001"/>
                </a:lnTo>
                <a:cubicBezTo>
                  <a:pt x="3355048" y="3974334"/>
                  <a:pt x="3354799" y="3975163"/>
                  <a:pt x="3354799" y="3975163"/>
                </a:cubicBezTo>
                <a:lnTo>
                  <a:pt x="3346575" y="3989451"/>
                </a:lnTo>
                <a:cubicBezTo>
                  <a:pt x="3346409" y="3989784"/>
                  <a:pt x="3345578" y="3990033"/>
                  <a:pt x="3345578" y="3990033"/>
                </a:cubicBezTo>
                <a:close/>
                <a:moveTo>
                  <a:pt x="3449314" y="4022382"/>
                </a:moveTo>
                <a:cubicBezTo>
                  <a:pt x="3448898" y="4022381"/>
                  <a:pt x="3448317" y="4021799"/>
                  <a:pt x="3448317" y="4021799"/>
                </a:cubicBezTo>
                <a:lnTo>
                  <a:pt x="3439843" y="4007180"/>
                </a:lnTo>
                <a:cubicBezTo>
                  <a:pt x="3439593" y="4006848"/>
                  <a:pt x="3439842" y="4006017"/>
                  <a:pt x="3439842" y="4006017"/>
                </a:cubicBezTo>
                <a:lnTo>
                  <a:pt x="3448313" y="3991406"/>
                </a:lnTo>
                <a:cubicBezTo>
                  <a:pt x="3448479" y="3991074"/>
                  <a:pt x="3448894" y="3990826"/>
                  <a:pt x="3449310" y="3990827"/>
                </a:cubicBezTo>
                <a:lnTo>
                  <a:pt x="3466174" y="3990830"/>
                </a:lnTo>
                <a:cubicBezTo>
                  <a:pt x="3466589" y="3990829"/>
                  <a:pt x="3467171" y="3991410"/>
                  <a:pt x="3467171" y="3991410"/>
                </a:cubicBezTo>
                <a:lnTo>
                  <a:pt x="3475648" y="4006023"/>
                </a:lnTo>
                <a:cubicBezTo>
                  <a:pt x="3475896" y="4006356"/>
                  <a:pt x="3475647" y="4007187"/>
                  <a:pt x="3475647" y="4007187"/>
                </a:cubicBezTo>
                <a:lnTo>
                  <a:pt x="3467175" y="4021800"/>
                </a:lnTo>
                <a:cubicBezTo>
                  <a:pt x="3467010" y="4022134"/>
                  <a:pt x="3466593" y="4022383"/>
                  <a:pt x="3466179" y="4022382"/>
                </a:cubicBezTo>
                <a:close/>
                <a:moveTo>
                  <a:pt x="3268796" y="3974083"/>
                </a:moveTo>
                <a:cubicBezTo>
                  <a:pt x="3268380" y="3974082"/>
                  <a:pt x="3267799" y="3973501"/>
                  <a:pt x="3267799" y="3973501"/>
                </a:cubicBezTo>
                <a:lnTo>
                  <a:pt x="3259408" y="3958961"/>
                </a:lnTo>
                <a:cubicBezTo>
                  <a:pt x="3259159" y="3958628"/>
                  <a:pt x="3259408" y="3957798"/>
                  <a:pt x="3259408" y="3957798"/>
                </a:cubicBezTo>
                <a:lnTo>
                  <a:pt x="3267797" y="3943266"/>
                </a:lnTo>
                <a:cubicBezTo>
                  <a:pt x="3267963" y="3942934"/>
                  <a:pt x="3268378" y="3942685"/>
                  <a:pt x="3268794" y="3942686"/>
                </a:cubicBezTo>
                <a:lnTo>
                  <a:pt x="3285575" y="3942687"/>
                </a:lnTo>
                <a:cubicBezTo>
                  <a:pt x="3285991" y="3942686"/>
                  <a:pt x="3286572" y="3943268"/>
                  <a:pt x="3286572" y="3943268"/>
                </a:cubicBezTo>
                <a:lnTo>
                  <a:pt x="3294964" y="3957802"/>
                </a:lnTo>
                <a:cubicBezTo>
                  <a:pt x="3295214" y="3958134"/>
                  <a:pt x="3294965" y="3958965"/>
                  <a:pt x="3294965" y="3958965"/>
                </a:cubicBezTo>
                <a:lnTo>
                  <a:pt x="3286575" y="3973501"/>
                </a:lnTo>
                <a:cubicBezTo>
                  <a:pt x="3286408" y="3973833"/>
                  <a:pt x="3285993" y="3974081"/>
                  <a:pt x="3285578" y="3974083"/>
                </a:cubicBezTo>
                <a:close/>
                <a:moveTo>
                  <a:pt x="3750336" y="4103142"/>
                </a:moveTo>
                <a:cubicBezTo>
                  <a:pt x="3749920" y="4103142"/>
                  <a:pt x="3749339" y="4102560"/>
                  <a:pt x="3749339" y="4102560"/>
                </a:cubicBezTo>
                <a:lnTo>
                  <a:pt x="3741031" y="4088105"/>
                </a:lnTo>
                <a:cubicBezTo>
                  <a:pt x="3740782" y="4087771"/>
                  <a:pt x="3741031" y="4086939"/>
                  <a:pt x="3741031" y="4086939"/>
                </a:cubicBezTo>
                <a:lnTo>
                  <a:pt x="3749338" y="4072487"/>
                </a:lnTo>
                <a:cubicBezTo>
                  <a:pt x="3749505" y="4072155"/>
                  <a:pt x="3750335" y="4071905"/>
                  <a:pt x="3750335" y="4071905"/>
                </a:cubicBezTo>
                <a:lnTo>
                  <a:pt x="3767034" y="4071907"/>
                </a:lnTo>
                <a:cubicBezTo>
                  <a:pt x="3767449" y="4071906"/>
                  <a:pt x="3768030" y="4072489"/>
                  <a:pt x="3768030" y="4072489"/>
                </a:cubicBezTo>
                <a:lnTo>
                  <a:pt x="3776339" y="4086940"/>
                </a:lnTo>
                <a:cubicBezTo>
                  <a:pt x="3776589" y="4087273"/>
                  <a:pt x="3776339" y="4088103"/>
                  <a:pt x="3776339" y="4088103"/>
                </a:cubicBezTo>
                <a:lnTo>
                  <a:pt x="3768031" y="4102558"/>
                </a:lnTo>
                <a:cubicBezTo>
                  <a:pt x="3767865" y="4102892"/>
                  <a:pt x="3767035" y="4103141"/>
                  <a:pt x="3767035" y="4103141"/>
                </a:cubicBezTo>
                <a:close/>
                <a:moveTo>
                  <a:pt x="1944536" y="3619756"/>
                </a:moveTo>
                <a:cubicBezTo>
                  <a:pt x="1944120" y="3619756"/>
                  <a:pt x="1943539" y="3619175"/>
                  <a:pt x="1943539" y="3619175"/>
                </a:cubicBezTo>
                <a:lnTo>
                  <a:pt x="1935066" y="3604467"/>
                </a:lnTo>
                <a:cubicBezTo>
                  <a:pt x="1934817" y="3604134"/>
                  <a:pt x="1935066" y="3603303"/>
                  <a:pt x="1935066" y="3603303"/>
                </a:cubicBezTo>
                <a:lnTo>
                  <a:pt x="1943539" y="3588599"/>
                </a:lnTo>
                <a:cubicBezTo>
                  <a:pt x="1943705" y="3588267"/>
                  <a:pt x="1944120" y="3588018"/>
                  <a:pt x="1944537" y="3588018"/>
                </a:cubicBezTo>
                <a:lnTo>
                  <a:pt x="1961484" y="3588018"/>
                </a:lnTo>
                <a:cubicBezTo>
                  <a:pt x="1961899" y="3588019"/>
                  <a:pt x="1962481" y="3588600"/>
                  <a:pt x="1962481" y="3588600"/>
                </a:cubicBezTo>
                <a:lnTo>
                  <a:pt x="1970955" y="3603305"/>
                </a:lnTo>
                <a:cubicBezTo>
                  <a:pt x="1971204" y="3603636"/>
                  <a:pt x="1970955" y="3604468"/>
                  <a:pt x="1970955" y="3604468"/>
                </a:cubicBezTo>
                <a:lnTo>
                  <a:pt x="1962481" y="3619174"/>
                </a:lnTo>
                <a:cubicBezTo>
                  <a:pt x="1962315" y="3619505"/>
                  <a:pt x="1961899" y="3619754"/>
                  <a:pt x="1961484" y="3619755"/>
                </a:cubicBezTo>
                <a:close/>
                <a:moveTo>
                  <a:pt x="3388928" y="4006903"/>
                </a:moveTo>
                <a:cubicBezTo>
                  <a:pt x="3388430" y="4006904"/>
                  <a:pt x="3387848" y="4006323"/>
                  <a:pt x="3387848" y="4006323"/>
                </a:cubicBezTo>
                <a:lnTo>
                  <a:pt x="3379292" y="3991531"/>
                </a:lnTo>
                <a:cubicBezTo>
                  <a:pt x="3379043" y="3991116"/>
                  <a:pt x="3379292" y="3990286"/>
                  <a:pt x="3379292" y="3990286"/>
                </a:cubicBezTo>
                <a:lnTo>
                  <a:pt x="3387848" y="3975498"/>
                </a:lnTo>
                <a:cubicBezTo>
                  <a:pt x="3388097" y="3975166"/>
                  <a:pt x="3388514" y="3974917"/>
                  <a:pt x="3388929" y="3974917"/>
                </a:cubicBezTo>
                <a:lnTo>
                  <a:pt x="3406042" y="3974918"/>
                </a:lnTo>
                <a:cubicBezTo>
                  <a:pt x="3406542" y="3974917"/>
                  <a:pt x="3407122" y="3975499"/>
                  <a:pt x="3407122" y="3975499"/>
                </a:cubicBezTo>
                <a:lnTo>
                  <a:pt x="3415680" y="3990286"/>
                </a:lnTo>
                <a:cubicBezTo>
                  <a:pt x="3415930" y="3990701"/>
                  <a:pt x="3415680" y="3991533"/>
                  <a:pt x="3415680" y="3991533"/>
                </a:cubicBezTo>
                <a:lnTo>
                  <a:pt x="3407122" y="4006322"/>
                </a:lnTo>
                <a:cubicBezTo>
                  <a:pt x="3406873" y="4006654"/>
                  <a:pt x="3406459" y="4006902"/>
                  <a:pt x="3406042" y="4006903"/>
                </a:cubicBezTo>
                <a:close/>
                <a:moveTo>
                  <a:pt x="3809959" y="4120085"/>
                </a:moveTo>
                <a:cubicBezTo>
                  <a:pt x="3809544" y="4120084"/>
                  <a:pt x="3808878" y="4119420"/>
                  <a:pt x="3808878" y="4119420"/>
                </a:cubicBezTo>
                <a:lnTo>
                  <a:pt x="3799906" y="4103887"/>
                </a:lnTo>
                <a:cubicBezTo>
                  <a:pt x="3799657" y="4103555"/>
                  <a:pt x="3799906" y="4102640"/>
                  <a:pt x="3799906" y="4102640"/>
                </a:cubicBezTo>
                <a:lnTo>
                  <a:pt x="3808874" y="4087120"/>
                </a:lnTo>
                <a:cubicBezTo>
                  <a:pt x="3809124" y="4086703"/>
                  <a:pt x="3809539" y="4086454"/>
                  <a:pt x="3809955" y="4086453"/>
                </a:cubicBezTo>
                <a:lnTo>
                  <a:pt x="3827816" y="4086457"/>
                </a:lnTo>
                <a:cubicBezTo>
                  <a:pt x="3828232" y="4086457"/>
                  <a:pt x="3828896" y="4087122"/>
                  <a:pt x="3828896" y="4087122"/>
                </a:cubicBezTo>
                <a:lnTo>
                  <a:pt x="3837871" y="4102648"/>
                </a:lnTo>
                <a:cubicBezTo>
                  <a:pt x="3838120" y="4102980"/>
                  <a:pt x="3837871" y="4103894"/>
                  <a:pt x="3837871" y="4103894"/>
                </a:cubicBezTo>
                <a:lnTo>
                  <a:pt x="3828900" y="4119421"/>
                </a:lnTo>
                <a:cubicBezTo>
                  <a:pt x="3828651" y="4119837"/>
                  <a:pt x="3828237" y="4120085"/>
                  <a:pt x="3827821" y="4120085"/>
                </a:cubicBezTo>
                <a:close/>
                <a:moveTo>
                  <a:pt x="3509064" y="4039465"/>
                </a:moveTo>
                <a:cubicBezTo>
                  <a:pt x="3508649" y="4039465"/>
                  <a:pt x="3507984" y="4038801"/>
                  <a:pt x="3507984" y="4038801"/>
                </a:cubicBezTo>
                <a:lnTo>
                  <a:pt x="3499178" y="4023430"/>
                </a:lnTo>
                <a:cubicBezTo>
                  <a:pt x="3498929" y="4023015"/>
                  <a:pt x="3499177" y="4022185"/>
                  <a:pt x="3499177" y="4022185"/>
                </a:cubicBezTo>
                <a:lnTo>
                  <a:pt x="3508065" y="4006824"/>
                </a:lnTo>
                <a:cubicBezTo>
                  <a:pt x="3508314" y="4006408"/>
                  <a:pt x="3508729" y="4006158"/>
                  <a:pt x="3509144" y="4006159"/>
                </a:cubicBezTo>
                <a:lnTo>
                  <a:pt x="3526840" y="4006161"/>
                </a:lnTo>
                <a:cubicBezTo>
                  <a:pt x="3527256" y="4006160"/>
                  <a:pt x="3527920" y="4006825"/>
                  <a:pt x="3527920" y="4006825"/>
                </a:cubicBezTo>
                <a:lnTo>
                  <a:pt x="3536729" y="4022188"/>
                </a:lnTo>
                <a:cubicBezTo>
                  <a:pt x="3536978" y="4022604"/>
                  <a:pt x="3536729" y="4023433"/>
                  <a:pt x="3536729" y="4023433"/>
                </a:cubicBezTo>
                <a:lnTo>
                  <a:pt x="3527840" y="4038800"/>
                </a:lnTo>
                <a:cubicBezTo>
                  <a:pt x="3527591" y="4039214"/>
                  <a:pt x="3527174" y="4039466"/>
                  <a:pt x="3526760" y="4039464"/>
                </a:cubicBezTo>
                <a:close/>
                <a:moveTo>
                  <a:pt x="3629411" y="4071816"/>
                </a:moveTo>
                <a:cubicBezTo>
                  <a:pt x="3628995" y="4071816"/>
                  <a:pt x="3628330" y="4071151"/>
                  <a:pt x="3628330" y="4071151"/>
                </a:cubicBezTo>
                <a:lnTo>
                  <a:pt x="3619525" y="4055779"/>
                </a:lnTo>
                <a:cubicBezTo>
                  <a:pt x="3619276" y="4055364"/>
                  <a:pt x="3619525" y="4054533"/>
                  <a:pt x="3619525" y="4054533"/>
                </a:cubicBezTo>
                <a:lnTo>
                  <a:pt x="3628413" y="4039169"/>
                </a:lnTo>
                <a:cubicBezTo>
                  <a:pt x="3628662" y="4038754"/>
                  <a:pt x="3629077" y="4038505"/>
                  <a:pt x="3629492" y="4038505"/>
                </a:cubicBezTo>
                <a:lnTo>
                  <a:pt x="3647188" y="4038506"/>
                </a:lnTo>
                <a:cubicBezTo>
                  <a:pt x="3647604" y="4038506"/>
                  <a:pt x="3648268" y="4039171"/>
                  <a:pt x="3648268" y="4039171"/>
                </a:cubicBezTo>
                <a:lnTo>
                  <a:pt x="3657076" y="4054535"/>
                </a:lnTo>
                <a:cubicBezTo>
                  <a:pt x="3657325" y="4054952"/>
                  <a:pt x="3657076" y="4055781"/>
                  <a:pt x="3657076" y="4055781"/>
                </a:cubicBezTo>
                <a:lnTo>
                  <a:pt x="3648187" y="4071149"/>
                </a:lnTo>
                <a:cubicBezTo>
                  <a:pt x="3647938" y="4071564"/>
                  <a:pt x="3647521" y="4071815"/>
                  <a:pt x="3647107" y="4071814"/>
                </a:cubicBezTo>
                <a:close/>
                <a:moveTo>
                  <a:pt x="3569095" y="4055881"/>
                </a:moveTo>
                <a:cubicBezTo>
                  <a:pt x="3568680" y="4055882"/>
                  <a:pt x="3568014" y="4055218"/>
                  <a:pt x="3568014" y="4055218"/>
                </a:cubicBezTo>
                <a:lnTo>
                  <a:pt x="3558960" y="4039517"/>
                </a:lnTo>
                <a:cubicBezTo>
                  <a:pt x="3558710" y="4039184"/>
                  <a:pt x="3558959" y="4038270"/>
                  <a:pt x="3558959" y="4038270"/>
                </a:cubicBezTo>
                <a:lnTo>
                  <a:pt x="3568012" y="4022578"/>
                </a:lnTo>
                <a:cubicBezTo>
                  <a:pt x="3568178" y="4022163"/>
                  <a:pt x="3568676" y="4021915"/>
                  <a:pt x="3569092" y="4021914"/>
                </a:cubicBezTo>
                <a:lnTo>
                  <a:pt x="3587203" y="4021917"/>
                </a:lnTo>
                <a:cubicBezTo>
                  <a:pt x="3587618" y="4021916"/>
                  <a:pt x="3588283" y="4022581"/>
                  <a:pt x="3588283" y="4022581"/>
                </a:cubicBezTo>
                <a:lnTo>
                  <a:pt x="3597340" y="4038275"/>
                </a:lnTo>
                <a:cubicBezTo>
                  <a:pt x="3597590" y="4038607"/>
                  <a:pt x="3597340" y="4039521"/>
                  <a:pt x="3597340" y="4039521"/>
                </a:cubicBezTo>
                <a:lnTo>
                  <a:pt x="3588287" y="4055218"/>
                </a:lnTo>
                <a:cubicBezTo>
                  <a:pt x="3588121" y="4055631"/>
                  <a:pt x="3587622" y="4055883"/>
                  <a:pt x="3587207" y="4055881"/>
                </a:cubicBezTo>
                <a:close/>
                <a:moveTo>
                  <a:pt x="3990218" y="4169340"/>
                </a:moveTo>
                <a:cubicBezTo>
                  <a:pt x="3989803" y="4169340"/>
                  <a:pt x="3989139" y="4168675"/>
                  <a:pt x="3989139" y="4168675"/>
                </a:cubicBezTo>
                <a:lnTo>
                  <a:pt x="3980000" y="4152807"/>
                </a:lnTo>
                <a:cubicBezTo>
                  <a:pt x="3979751" y="4152392"/>
                  <a:pt x="3980000" y="4151478"/>
                  <a:pt x="3980000" y="4151478"/>
                </a:cubicBezTo>
                <a:lnTo>
                  <a:pt x="3989139" y="4135610"/>
                </a:lnTo>
                <a:cubicBezTo>
                  <a:pt x="3989305" y="4135194"/>
                  <a:pt x="3989803" y="4134945"/>
                  <a:pt x="3990218" y="4134945"/>
                </a:cubicBezTo>
                <a:lnTo>
                  <a:pt x="4008496" y="4134945"/>
                </a:lnTo>
                <a:cubicBezTo>
                  <a:pt x="4008911" y="4134945"/>
                  <a:pt x="4009576" y="4135610"/>
                  <a:pt x="4009576" y="4135610"/>
                </a:cubicBezTo>
                <a:lnTo>
                  <a:pt x="4018715" y="4151478"/>
                </a:lnTo>
                <a:cubicBezTo>
                  <a:pt x="4018964" y="4151893"/>
                  <a:pt x="4018715" y="4152807"/>
                  <a:pt x="4018715" y="4152807"/>
                </a:cubicBezTo>
                <a:lnTo>
                  <a:pt x="4009576" y="4168675"/>
                </a:lnTo>
                <a:cubicBezTo>
                  <a:pt x="4009410" y="4169091"/>
                  <a:pt x="4008911" y="4169340"/>
                  <a:pt x="4008496" y="4169340"/>
                </a:cubicBezTo>
                <a:close/>
                <a:moveTo>
                  <a:pt x="860407" y="3330848"/>
                </a:moveTo>
                <a:cubicBezTo>
                  <a:pt x="859908" y="3330849"/>
                  <a:pt x="859242" y="3330185"/>
                  <a:pt x="859242" y="3330185"/>
                </a:cubicBezTo>
                <a:lnTo>
                  <a:pt x="849940" y="3314062"/>
                </a:lnTo>
                <a:cubicBezTo>
                  <a:pt x="849691" y="3313649"/>
                  <a:pt x="849939" y="3312735"/>
                  <a:pt x="849939" y="3312735"/>
                </a:cubicBezTo>
                <a:lnTo>
                  <a:pt x="859242" y="3296622"/>
                </a:lnTo>
                <a:cubicBezTo>
                  <a:pt x="859492" y="3296207"/>
                  <a:pt x="859907" y="3295957"/>
                  <a:pt x="860406" y="3295957"/>
                </a:cubicBezTo>
                <a:lnTo>
                  <a:pt x="879014" y="3295960"/>
                </a:lnTo>
                <a:cubicBezTo>
                  <a:pt x="879514" y="3295959"/>
                  <a:pt x="880178" y="3296625"/>
                  <a:pt x="880178" y="3296625"/>
                </a:cubicBezTo>
                <a:lnTo>
                  <a:pt x="889484" y="3312737"/>
                </a:lnTo>
                <a:cubicBezTo>
                  <a:pt x="889732" y="3313153"/>
                  <a:pt x="889484" y="3314066"/>
                  <a:pt x="889484" y="3314066"/>
                </a:cubicBezTo>
                <a:lnTo>
                  <a:pt x="880180" y="3330184"/>
                </a:lnTo>
                <a:cubicBezTo>
                  <a:pt x="879930" y="3330598"/>
                  <a:pt x="879515" y="3330847"/>
                  <a:pt x="879016" y="3330847"/>
                </a:cubicBezTo>
                <a:close/>
                <a:moveTo>
                  <a:pt x="920377" y="3347268"/>
                </a:moveTo>
                <a:cubicBezTo>
                  <a:pt x="919878" y="3347269"/>
                  <a:pt x="919214" y="3346603"/>
                  <a:pt x="919214" y="3346603"/>
                </a:cubicBezTo>
                <a:lnTo>
                  <a:pt x="909661" y="3330071"/>
                </a:lnTo>
                <a:cubicBezTo>
                  <a:pt x="909410" y="3329658"/>
                  <a:pt x="909660" y="3328741"/>
                  <a:pt x="909660" y="3328741"/>
                </a:cubicBezTo>
                <a:lnTo>
                  <a:pt x="919211" y="3312222"/>
                </a:lnTo>
                <a:cubicBezTo>
                  <a:pt x="919460" y="3311806"/>
                  <a:pt x="919875" y="3311556"/>
                  <a:pt x="920374" y="3311558"/>
                </a:cubicBezTo>
                <a:lnTo>
                  <a:pt x="939481" y="3311561"/>
                </a:lnTo>
                <a:cubicBezTo>
                  <a:pt x="939980" y="3311560"/>
                  <a:pt x="940644" y="3312224"/>
                  <a:pt x="940644" y="3312224"/>
                </a:cubicBezTo>
                <a:lnTo>
                  <a:pt x="950200" y="3328748"/>
                </a:lnTo>
                <a:cubicBezTo>
                  <a:pt x="950450" y="3329164"/>
                  <a:pt x="950201" y="3330077"/>
                  <a:pt x="950201" y="3330077"/>
                </a:cubicBezTo>
                <a:lnTo>
                  <a:pt x="940648" y="3346603"/>
                </a:lnTo>
                <a:cubicBezTo>
                  <a:pt x="940400" y="3347019"/>
                  <a:pt x="939985" y="3347268"/>
                  <a:pt x="939485" y="3347268"/>
                </a:cubicBezTo>
                <a:close/>
                <a:moveTo>
                  <a:pt x="799893" y="3315182"/>
                </a:moveTo>
                <a:cubicBezTo>
                  <a:pt x="799395" y="3315183"/>
                  <a:pt x="798979" y="3314934"/>
                  <a:pt x="798729" y="3314519"/>
                </a:cubicBezTo>
                <a:lnTo>
                  <a:pt x="789009" y="3297654"/>
                </a:lnTo>
                <a:cubicBezTo>
                  <a:pt x="788761" y="3297156"/>
                  <a:pt x="788761" y="3296657"/>
                  <a:pt x="789009" y="3296244"/>
                </a:cubicBezTo>
                <a:lnTo>
                  <a:pt x="798726" y="3279389"/>
                </a:lnTo>
                <a:cubicBezTo>
                  <a:pt x="798975" y="3278975"/>
                  <a:pt x="799391" y="3278726"/>
                  <a:pt x="799889" y="3278726"/>
                </a:cubicBezTo>
                <a:lnTo>
                  <a:pt x="819329" y="3278729"/>
                </a:lnTo>
                <a:cubicBezTo>
                  <a:pt x="819827" y="3278729"/>
                  <a:pt x="820243" y="3278980"/>
                  <a:pt x="820492" y="3279394"/>
                </a:cubicBezTo>
                <a:lnTo>
                  <a:pt x="830214" y="3296251"/>
                </a:lnTo>
                <a:cubicBezTo>
                  <a:pt x="830464" y="3296749"/>
                  <a:pt x="830465" y="3297245"/>
                  <a:pt x="830215" y="3297661"/>
                </a:cubicBezTo>
                <a:lnTo>
                  <a:pt x="820497" y="3314517"/>
                </a:lnTo>
                <a:cubicBezTo>
                  <a:pt x="820248" y="3314934"/>
                  <a:pt x="819832" y="3315182"/>
                  <a:pt x="819333" y="3315184"/>
                </a:cubicBezTo>
                <a:close/>
                <a:moveTo>
                  <a:pt x="1341565" y="3460450"/>
                </a:moveTo>
                <a:cubicBezTo>
                  <a:pt x="1341067" y="3460447"/>
                  <a:pt x="1340651" y="3460200"/>
                  <a:pt x="1340402" y="3459785"/>
                </a:cubicBezTo>
                <a:lnTo>
                  <a:pt x="1330766" y="3443083"/>
                </a:lnTo>
                <a:cubicBezTo>
                  <a:pt x="1330516" y="3442669"/>
                  <a:pt x="1330517" y="3442169"/>
                  <a:pt x="1330765" y="3441755"/>
                </a:cubicBezTo>
                <a:lnTo>
                  <a:pt x="1340400" y="3425064"/>
                </a:lnTo>
                <a:cubicBezTo>
                  <a:pt x="1340649" y="3424648"/>
                  <a:pt x="1341065" y="3424399"/>
                  <a:pt x="1341564" y="3424398"/>
                </a:cubicBezTo>
                <a:lnTo>
                  <a:pt x="1360920" y="3424400"/>
                </a:lnTo>
                <a:cubicBezTo>
                  <a:pt x="1361418" y="3424402"/>
                  <a:pt x="1361835" y="3424649"/>
                  <a:pt x="1362084" y="3425065"/>
                </a:cubicBezTo>
                <a:lnTo>
                  <a:pt x="1371723" y="3441758"/>
                </a:lnTo>
                <a:cubicBezTo>
                  <a:pt x="1371971" y="3442173"/>
                  <a:pt x="1371971" y="3442672"/>
                  <a:pt x="1371722" y="3443088"/>
                </a:cubicBezTo>
                <a:lnTo>
                  <a:pt x="1362086" y="3459783"/>
                </a:lnTo>
                <a:cubicBezTo>
                  <a:pt x="1361837" y="3460199"/>
                  <a:pt x="1361421" y="3460446"/>
                  <a:pt x="1360922" y="3460447"/>
                </a:cubicBezTo>
                <a:close/>
                <a:moveTo>
                  <a:pt x="1040541" y="3379824"/>
                </a:moveTo>
                <a:cubicBezTo>
                  <a:pt x="1040043" y="3379823"/>
                  <a:pt x="1039628" y="3379573"/>
                  <a:pt x="1039378" y="3379157"/>
                </a:cubicBezTo>
                <a:lnTo>
                  <a:pt x="1029658" y="3362210"/>
                </a:lnTo>
                <a:cubicBezTo>
                  <a:pt x="1029409" y="3361797"/>
                  <a:pt x="1029408" y="3361214"/>
                  <a:pt x="1029658" y="3360800"/>
                </a:cubicBezTo>
                <a:lnTo>
                  <a:pt x="1039457" y="3343865"/>
                </a:lnTo>
                <a:cubicBezTo>
                  <a:pt x="1039706" y="3343448"/>
                  <a:pt x="1040122" y="3343200"/>
                  <a:pt x="1040621" y="3343200"/>
                </a:cubicBezTo>
                <a:lnTo>
                  <a:pt x="1060143" y="3343202"/>
                </a:lnTo>
                <a:cubicBezTo>
                  <a:pt x="1060641" y="3343203"/>
                  <a:pt x="1061057" y="3343453"/>
                  <a:pt x="1061307" y="3343867"/>
                </a:cubicBezTo>
                <a:lnTo>
                  <a:pt x="1071028" y="3360807"/>
                </a:lnTo>
                <a:cubicBezTo>
                  <a:pt x="1071279" y="3361222"/>
                  <a:pt x="1071278" y="3361804"/>
                  <a:pt x="1071029" y="3362217"/>
                </a:cubicBezTo>
                <a:lnTo>
                  <a:pt x="1061228" y="3379158"/>
                </a:lnTo>
                <a:cubicBezTo>
                  <a:pt x="1060979" y="3379573"/>
                  <a:pt x="1060563" y="3379822"/>
                  <a:pt x="1060064" y="3379825"/>
                </a:cubicBezTo>
                <a:close/>
                <a:moveTo>
                  <a:pt x="980399" y="3363774"/>
                </a:moveTo>
                <a:cubicBezTo>
                  <a:pt x="979900" y="3363774"/>
                  <a:pt x="979485" y="3363526"/>
                  <a:pt x="979236" y="3363109"/>
                </a:cubicBezTo>
                <a:lnTo>
                  <a:pt x="969600" y="3346490"/>
                </a:lnTo>
                <a:cubicBezTo>
                  <a:pt x="969352" y="3346073"/>
                  <a:pt x="969351" y="3345577"/>
                  <a:pt x="969601" y="3345159"/>
                </a:cubicBezTo>
                <a:lnTo>
                  <a:pt x="979237" y="3328547"/>
                </a:lnTo>
                <a:cubicBezTo>
                  <a:pt x="979486" y="3328130"/>
                  <a:pt x="979901" y="3327883"/>
                  <a:pt x="980400" y="3327883"/>
                </a:cubicBezTo>
                <a:lnTo>
                  <a:pt x="999591" y="3327883"/>
                </a:lnTo>
                <a:cubicBezTo>
                  <a:pt x="1000090" y="3327883"/>
                  <a:pt x="1000505" y="3328132"/>
                  <a:pt x="1000754" y="3328548"/>
                </a:cubicBezTo>
                <a:lnTo>
                  <a:pt x="1010392" y="3345161"/>
                </a:lnTo>
                <a:cubicBezTo>
                  <a:pt x="1010641" y="3345577"/>
                  <a:pt x="1010641" y="3346074"/>
                  <a:pt x="1010392" y="3346491"/>
                </a:cubicBezTo>
                <a:lnTo>
                  <a:pt x="1000754" y="3363108"/>
                </a:lnTo>
                <a:cubicBezTo>
                  <a:pt x="1000505" y="3363523"/>
                  <a:pt x="1000090" y="3363773"/>
                  <a:pt x="999591" y="3363772"/>
                </a:cubicBezTo>
                <a:close/>
                <a:moveTo>
                  <a:pt x="1221139" y="3428284"/>
                </a:moveTo>
                <a:cubicBezTo>
                  <a:pt x="1220641" y="3428282"/>
                  <a:pt x="1220225" y="3428033"/>
                  <a:pt x="1219976" y="3427617"/>
                </a:cubicBezTo>
                <a:lnTo>
                  <a:pt x="1210257" y="3410750"/>
                </a:lnTo>
                <a:cubicBezTo>
                  <a:pt x="1210008" y="3410252"/>
                  <a:pt x="1210008" y="3409752"/>
                  <a:pt x="1210257" y="3409338"/>
                </a:cubicBezTo>
                <a:lnTo>
                  <a:pt x="1219975" y="3392481"/>
                </a:lnTo>
                <a:cubicBezTo>
                  <a:pt x="1220224" y="3392064"/>
                  <a:pt x="1220640" y="3391816"/>
                  <a:pt x="1221138" y="3391816"/>
                </a:cubicBezTo>
                <a:lnTo>
                  <a:pt x="1240578" y="3391818"/>
                </a:lnTo>
                <a:cubicBezTo>
                  <a:pt x="1241076" y="3391819"/>
                  <a:pt x="1241492" y="3392068"/>
                  <a:pt x="1241741" y="3392484"/>
                </a:cubicBezTo>
                <a:lnTo>
                  <a:pt x="1251463" y="3409343"/>
                </a:lnTo>
                <a:cubicBezTo>
                  <a:pt x="1251712" y="3409840"/>
                  <a:pt x="1251713" y="3410339"/>
                  <a:pt x="1251463" y="3410753"/>
                </a:cubicBezTo>
                <a:lnTo>
                  <a:pt x="1241744" y="3427615"/>
                </a:lnTo>
                <a:cubicBezTo>
                  <a:pt x="1241494" y="3428033"/>
                  <a:pt x="1241079" y="3428281"/>
                  <a:pt x="1240580" y="3428281"/>
                </a:cubicBezTo>
                <a:close/>
                <a:moveTo>
                  <a:pt x="3929539" y="4154029"/>
                </a:moveTo>
                <a:cubicBezTo>
                  <a:pt x="3929041" y="4154029"/>
                  <a:pt x="3928625" y="4153781"/>
                  <a:pt x="3928376" y="4153365"/>
                </a:cubicBezTo>
                <a:lnTo>
                  <a:pt x="3918740" y="4136663"/>
                </a:lnTo>
                <a:cubicBezTo>
                  <a:pt x="3918491" y="4136246"/>
                  <a:pt x="3918492" y="4135747"/>
                  <a:pt x="3918740" y="4135332"/>
                </a:cubicBezTo>
                <a:lnTo>
                  <a:pt x="3928376" y="4118639"/>
                </a:lnTo>
                <a:cubicBezTo>
                  <a:pt x="3928626" y="4118221"/>
                  <a:pt x="3929041" y="4117973"/>
                  <a:pt x="3929539" y="4117974"/>
                </a:cubicBezTo>
                <a:lnTo>
                  <a:pt x="3948897" y="4117974"/>
                </a:lnTo>
                <a:cubicBezTo>
                  <a:pt x="3949395" y="4117974"/>
                  <a:pt x="3949810" y="4118224"/>
                  <a:pt x="3950060" y="4118638"/>
                </a:cubicBezTo>
                <a:lnTo>
                  <a:pt x="3959698" y="4135334"/>
                </a:lnTo>
                <a:cubicBezTo>
                  <a:pt x="3959947" y="4135749"/>
                  <a:pt x="3959947" y="4136247"/>
                  <a:pt x="3959698" y="4136664"/>
                </a:cubicBezTo>
                <a:lnTo>
                  <a:pt x="3950060" y="4153363"/>
                </a:lnTo>
                <a:cubicBezTo>
                  <a:pt x="3949811" y="4153778"/>
                  <a:pt x="3949395" y="4154028"/>
                  <a:pt x="3948898" y="4154027"/>
                </a:cubicBezTo>
                <a:close/>
                <a:moveTo>
                  <a:pt x="1100630" y="3396315"/>
                </a:moveTo>
                <a:cubicBezTo>
                  <a:pt x="1100132" y="3396316"/>
                  <a:pt x="1099717" y="3396066"/>
                  <a:pt x="1099467" y="3395650"/>
                </a:cubicBezTo>
                <a:lnTo>
                  <a:pt x="1089748" y="3378698"/>
                </a:lnTo>
                <a:cubicBezTo>
                  <a:pt x="1089499" y="3378283"/>
                  <a:pt x="1089499" y="3377701"/>
                  <a:pt x="1089748" y="3377287"/>
                </a:cubicBezTo>
                <a:lnTo>
                  <a:pt x="1099551" y="3360341"/>
                </a:lnTo>
                <a:cubicBezTo>
                  <a:pt x="1099799" y="3359924"/>
                  <a:pt x="1100215" y="3359676"/>
                  <a:pt x="1100714" y="3359676"/>
                </a:cubicBezTo>
                <a:lnTo>
                  <a:pt x="1120237" y="3359676"/>
                </a:lnTo>
                <a:cubicBezTo>
                  <a:pt x="1120735" y="3359676"/>
                  <a:pt x="1121151" y="3359924"/>
                  <a:pt x="1121400" y="3360341"/>
                </a:cubicBezTo>
                <a:lnTo>
                  <a:pt x="1131121" y="3377288"/>
                </a:lnTo>
                <a:cubicBezTo>
                  <a:pt x="1131371" y="3377702"/>
                  <a:pt x="1131371" y="3378284"/>
                  <a:pt x="1131121" y="3378699"/>
                </a:cubicBezTo>
                <a:lnTo>
                  <a:pt x="1121317" y="3395649"/>
                </a:lnTo>
                <a:cubicBezTo>
                  <a:pt x="1121068" y="3396065"/>
                  <a:pt x="1120652" y="3396314"/>
                  <a:pt x="1120154" y="3396314"/>
                </a:cubicBezTo>
                <a:close/>
                <a:moveTo>
                  <a:pt x="3688477" y="4089938"/>
                </a:moveTo>
                <a:cubicBezTo>
                  <a:pt x="3687978" y="4089940"/>
                  <a:pt x="3687480" y="4089607"/>
                  <a:pt x="3687231" y="4089192"/>
                </a:cubicBezTo>
                <a:lnTo>
                  <a:pt x="3677261" y="4071828"/>
                </a:lnTo>
                <a:cubicBezTo>
                  <a:pt x="3677011" y="4071414"/>
                  <a:pt x="3677011" y="4070833"/>
                  <a:pt x="3677261" y="4070416"/>
                </a:cubicBezTo>
                <a:lnTo>
                  <a:pt x="3687310" y="4053065"/>
                </a:lnTo>
                <a:cubicBezTo>
                  <a:pt x="3687560" y="4052565"/>
                  <a:pt x="3688058" y="4052316"/>
                  <a:pt x="3688557" y="4052317"/>
                </a:cubicBezTo>
                <a:lnTo>
                  <a:pt x="3708578" y="4052320"/>
                </a:lnTo>
                <a:cubicBezTo>
                  <a:pt x="3709076" y="4052321"/>
                  <a:pt x="3709575" y="4052651"/>
                  <a:pt x="3709824" y="4053068"/>
                </a:cubicBezTo>
                <a:lnTo>
                  <a:pt x="3719795" y="4070422"/>
                </a:lnTo>
                <a:cubicBezTo>
                  <a:pt x="3720045" y="4070837"/>
                  <a:pt x="3720045" y="4071417"/>
                  <a:pt x="3719796" y="4071834"/>
                </a:cubicBezTo>
                <a:lnTo>
                  <a:pt x="3709745" y="4089191"/>
                </a:lnTo>
                <a:cubicBezTo>
                  <a:pt x="3709497" y="4089689"/>
                  <a:pt x="3708997" y="4089940"/>
                  <a:pt x="3708499" y="4089939"/>
                </a:cubicBezTo>
                <a:close/>
                <a:moveTo>
                  <a:pt x="1521862" y="3509414"/>
                </a:moveTo>
                <a:cubicBezTo>
                  <a:pt x="1521364" y="3509414"/>
                  <a:pt x="1520866" y="3509164"/>
                  <a:pt x="1520617" y="3508748"/>
                </a:cubicBezTo>
                <a:lnTo>
                  <a:pt x="1510730" y="3491549"/>
                </a:lnTo>
                <a:cubicBezTo>
                  <a:pt x="1510482" y="3491133"/>
                  <a:pt x="1510481" y="3490553"/>
                  <a:pt x="1510731" y="3490135"/>
                </a:cubicBezTo>
                <a:lnTo>
                  <a:pt x="1520616" y="3472944"/>
                </a:lnTo>
                <a:cubicBezTo>
                  <a:pt x="1520865" y="3472528"/>
                  <a:pt x="1521363" y="3472279"/>
                  <a:pt x="1521861" y="3472278"/>
                </a:cubicBezTo>
                <a:lnTo>
                  <a:pt x="1541717" y="3472281"/>
                </a:lnTo>
                <a:cubicBezTo>
                  <a:pt x="1542216" y="3472281"/>
                  <a:pt x="1542713" y="3472531"/>
                  <a:pt x="1542964" y="3472946"/>
                </a:cubicBezTo>
                <a:lnTo>
                  <a:pt x="1552851" y="3490139"/>
                </a:lnTo>
                <a:cubicBezTo>
                  <a:pt x="1553100" y="3490554"/>
                  <a:pt x="1553100" y="3491135"/>
                  <a:pt x="1552851" y="3491550"/>
                </a:cubicBezTo>
                <a:lnTo>
                  <a:pt x="1542965" y="3508747"/>
                </a:lnTo>
                <a:cubicBezTo>
                  <a:pt x="1542715" y="3509162"/>
                  <a:pt x="1542217" y="3509412"/>
                  <a:pt x="1541718" y="3509411"/>
                </a:cubicBezTo>
                <a:close/>
                <a:moveTo>
                  <a:pt x="1461618" y="3493275"/>
                </a:moveTo>
                <a:cubicBezTo>
                  <a:pt x="1461119" y="3493275"/>
                  <a:pt x="1460621" y="3493025"/>
                  <a:pt x="1460372" y="3492609"/>
                </a:cubicBezTo>
                <a:lnTo>
                  <a:pt x="1450402" y="3475327"/>
                </a:lnTo>
                <a:cubicBezTo>
                  <a:pt x="1450153" y="3474913"/>
                  <a:pt x="1450154" y="3474331"/>
                  <a:pt x="1450402" y="3473916"/>
                </a:cubicBezTo>
                <a:lnTo>
                  <a:pt x="1460370" y="3456643"/>
                </a:lnTo>
                <a:cubicBezTo>
                  <a:pt x="1460619" y="3456228"/>
                  <a:pt x="1461117" y="3455980"/>
                  <a:pt x="1461616" y="3455979"/>
                </a:cubicBezTo>
                <a:lnTo>
                  <a:pt x="1481554" y="3455981"/>
                </a:lnTo>
                <a:cubicBezTo>
                  <a:pt x="1482052" y="3455982"/>
                  <a:pt x="1482551" y="3456230"/>
                  <a:pt x="1482800" y="3456646"/>
                </a:cubicBezTo>
                <a:lnTo>
                  <a:pt x="1492771" y="3473920"/>
                </a:lnTo>
                <a:cubicBezTo>
                  <a:pt x="1493021" y="3474335"/>
                  <a:pt x="1493022" y="3474915"/>
                  <a:pt x="1492771" y="3475331"/>
                </a:cubicBezTo>
                <a:lnTo>
                  <a:pt x="1482803" y="3492609"/>
                </a:lnTo>
                <a:cubicBezTo>
                  <a:pt x="1482554" y="3493024"/>
                  <a:pt x="1482055" y="3493275"/>
                  <a:pt x="1481557" y="3493274"/>
                </a:cubicBezTo>
                <a:close/>
                <a:moveTo>
                  <a:pt x="1160734" y="3412692"/>
                </a:moveTo>
                <a:cubicBezTo>
                  <a:pt x="1160236" y="3412693"/>
                  <a:pt x="1159738" y="3412444"/>
                  <a:pt x="1159489" y="3412028"/>
                </a:cubicBezTo>
                <a:lnTo>
                  <a:pt x="1149603" y="3394826"/>
                </a:lnTo>
                <a:cubicBezTo>
                  <a:pt x="1149354" y="3394410"/>
                  <a:pt x="1149354" y="3393830"/>
                  <a:pt x="1149603" y="3393413"/>
                </a:cubicBezTo>
                <a:lnTo>
                  <a:pt x="1159489" y="3376220"/>
                </a:lnTo>
                <a:cubicBezTo>
                  <a:pt x="1159738" y="3375804"/>
                  <a:pt x="1160236" y="3375557"/>
                  <a:pt x="1160734" y="3375556"/>
                </a:cubicBezTo>
                <a:lnTo>
                  <a:pt x="1180590" y="3375556"/>
                </a:lnTo>
                <a:cubicBezTo>
                  <a:pt x="1181088" y="3375559"/>
                  <a:pt x="1181587" y="3375805"/>
                  <a:pt x="1181837" y="3376222"/>
                </a:cubicBezTo>
                <a:lnTo>
                  <a:pt x="1191723" y="3393416"/>
                </a:lnTo>
                <a:cubicBezTo>
                  <a:pt x="1191973" y="3393831"/>
                  <a:pt x="1191972" y="3394412"/>
                  <a:pt x="1191723" y="3394828"/>
                </a:cubicBezTo>
                <a:lnTo>
                  <a:pt x="1181837" y="3412025"/>
                </a:lnTo>
                <a:cubicBezTo>
                  <a:pt x="1181587" y="3412441"/>
                  <a:pt x="1181089" y="3412691"/>
                  <a:pt x="1180590" y="3412690"/>
                </a:cubicBezTo>
                <a:close/>
                <a:moveTo>
                  <a:pt x="3868951" y="4138496"/>
                </a:moveTo>
                <a:cubicBezTo>
                  <a:pt x="3868451" y="4138497"/>
                  <a:pt x="3867953" y="4138165"/>
                  <a:pt x="3867704" y="4137749"/>
                </a:cubicBezTo>
                <a:lnTo>
                  <a:pt x="3857569" y="4120220"/>
                </a:lnTo>
                <a:cubicBezTo>
                  <a:pt x="3857319" y="4119806"/>
                  <a:pt x="3857319" y="4119224"/>
                  <a:pt x="3857568" y="4118809"/>
                </a:cubicBezTo>
                <a:lnTo>
                  <a:pt x="3867702" y="4101289"/>
                </a:lnTo>
                <a:cubicBezTo>
                  <a:pt x="3867950" y="4100791"/>
                  <a:pt x="3868448" y="4100542"/>
                  <a:pt x="3868947" y="4100542"/>
                </a:cubicBezTo>
                <a:lnTo>
                  <a:pt x="3889218" y="4100544"/>
                </a:lnTo>
                <a:cubicBezTo>
                  <a:pt x="3889716" y="4100546"/>
                  <a:pt x="3890215" y="4100876"/>
                  <a:pt x="3890464" y="4101293"/>
                </a:cubicBezTo>
                <a:lnTo>
                  <a:pt x="3900602" y="4118814"/>
                </a:lnTo>
                <a:cubicBezTo>
                  <a:pt x="3900851" y="4119230"/>
                  <a:pt x="3900851" y="4119810"/>
                  <a:pt x="3900602" y="4120226"/>
                </a:cubicBezTo>
                <a:lnTo>
                  <a:pt x="3890468" y="4137748"/>
                </a:lnTo>
                <a:cubicBezTo>
                  <a:pt x="3890219" y="4138247"/>
                  <a:pt x="3889721" y="4138496"/>
                  <a:pt x="3889222" y="4138496"/>
                </a:cubicBezTo>
                <a:close/>
                <a:moveTo>
                  <a:pt x="1281000" y="3445111"/>
                </a:moveTo>
                <a:cubicBezTo>
                  <a:pt x="1280501" y="3445112"/>
                  <a:pt x="1280003" y="3444862"/>
                  <a:pt x="1279754" y="3444447"/>
                </a:cubicBezTo>
                <a:lnTo>
                  <a:pt x="1269785" y="3427162"/>
                </a:lnTo>
                <a:cubicBezTo>
                  <a:pt x="1269536" y="3426748"/>
                  <a:pt x="1269536" y="3426168"/>
                  <a:pt x="1269785" y="3425750"/>
                </a:cubicBezTo>
                <a:lnTo>
                  <a:pt x="1279755" y="3408472"/>
                </a:lnTo>
                <a:cubicBezTo>
                  <a:pt x="1280004" y="3408056"/>
                  <a:pt x="1280502" y="3407807"/>
                  <a:pt x="1281001" y="3407807"/>
                </a:cubicBezTo>
                <a:lnTo>
                  <a:pt x="1300939" y="3407807"/>
                </a:lnTo>
                <a:cubicBezTo>
                  <a:pt x="1301437" y="3407808"/>
                  <a:pt x="1301936" y="3408056"/>
                  <a:pt x="1302185" y="3408472"/>
                </a:cubicBezTo>
                <a:lnTo>
                  <a:pt x="1312155" y="3425751"/>
                </a:lnTo>
                <a:cubicBezTo>
                  <a:pt x="1312405" y="3426167"/>
                  <a:pt x="1312405" y="3426748"/>
                  <a:pt x="1312155" y="3427163"/>
                </a:cubicBezTo>
                <a:lnTo>
                  <a:pt x="1302185" y="3444446"/>
                </a:lnTo>
                <a:cubicBezTo>
                  <a:pt x="1301936" y="3444861"/>
                  <a:pt x="1301438" y="3445111"/>
                  <a:pt x="1300940" y="3445110"/>
                </a:cubicBezTo>
                <a:close/>
                <a:moveTo>
                  <a:pt x="1401294" y="3477515"/>
                </a:moveTo>
                <a:cubicBezTo>
                  <a:pt x="1400795" y="3477514"/>
                  <a:pt x="1400298" y="3477182"/>
                  <a:pt x="1400049" y="3476766"/>
                </a:cubicBezTo>
                <a:lnTo>
                  <a:pt x="1390079" y="3459402"/>
                </a:lnTo>
                <a:cubicBezTo>
                  <a:pt x="1389830" y="3458986"/>
                  <a:pt x="1389830" y="3458405"/>
                  <a:pt x="1390079" y="3457990"/>
                </a:cubicBezTo>
                <a:lnTo>
                  <a:pt x="1400132" y="3440626"/>
                </a:lnTo>
                <a:cubicBezTo>
                  <a:pt x="1400381" y="3440128"/>
                  <a:pt x="1400878" y="3439879"/>
                  <a:pt x="1401378" y="3439878"/>
                </a:cubicBezTo>
                <a:lnTo>
                  <a:pt x="1421400" y="3439879"/>
                </a:lnTo>
                <a:cubicBezTo>
                  <a:pt x="1421899" y="3439878"/>
                  <a:pt x="1422396" y="3440210"/>
                  <a:pt x="1422646" y="3440626"/>
                </a:cubicBezTo>
                <a:lnTo>
                  <a:pt x="1432616" y="3457989"/>
                </a:lnTo>
                <a:cubicBezTo>
                  <a:pt x="1432864" y="3458405"/>
                  <a:pt x="1432864" y="3458987"/>
                  <a:pt x="1432616" y="3459402"/>
                </a:cubicBezTo>
                <a:lnTo>
                  <a:pt x="1422562" y="3476766"/>
                </a:lnTo>
                <a:cubicBezTo>
                  <a:pt x="1422314" y="3477265"/>
                  <a:pt x="1421815" y="3477514"/>
                  <a:pt x="1421316" y="3477514"/>
                </a:cubicBezTo>
                <a:close/>
                <a:moveTo>
                  <a:pt x="4102004" y="4243487"/>
                </a:moveTo>
                <a:cubicBezTo>
                  <a:pt x="4101839" y="4243484"/>
                  <a:pt x="4101589" y="4243236"/>
                  <a:pt x="4101589" y="4243236"/>
                </a:cubicBezTo>
                <a:lnTo>
                  <a:pt x="4097852" y="4236836"/>
                </a:lnTo>
                <a:cubicBezTo>
                  <a:pt x="4097768" y="4236671"/>
                  <a:pt x="4097852" y="4236337"/>
                  <a:pt x="4097852" y="4236337"/>
                </a:cubicBezTo>
                <a:lnTo>
                  <a:pt x="4101590" y="4229939"/>
                </a:lnTo>
                <a:cubicBezTo>
                  <a:pt x="4101674" y="4229774"/>
                  <a:pt x="4102006" y="4229690"/>
                  <a:pt x="4102006" y="4229690"/>
                </a:cubicBezTo>
                <a:lnTo>
                  <a:pt x="4109400" y="4229691"/>
                </a:lnTo>
                <a:cubicBezTo>
                  <a:pt x="4109565" y="4229691"/>
                  <a:pt x="4109815" y="4229939"/>
                  <a:pt x="4109815" y="4229939"/>
                </a:cubicBezTo>
                <a:lnTo>
                  <a:pt x="4113554" y="4236337"/>
                </a:lnTo>
                <a:cubicBezTo>
                  <a:pt x="4113636" y="4236506"/>
                  <a:pt x="4113553" y="4236838"/>
                  <a:pt x="4113553" y="4236838"/>
                </a:cubicBezTo>
                <a:lnTo>
                  <a:pt x="4109814" y="4243234"/>
                </a:lnTo>
                <a:cubicBezTo>
                  <a:pt x="4109731" y="4243401"/>
                  <a:pt x="4109399" y="4243484"/>
                  <a:pt x="4109399" y="4243484"/>
                </a:cubicBezTo>
                <a:close/>
                <a:moveTo>
                  <a:pt x="3076694" y="3973196"/>
                </a:moveTo>
                <a:cubicBezTo>
                  <a:pt x="3076361" y="3973201"/>
                  <a:pt x="3075946" y="3972783"/>
                  <a:pt x="3075946" y="3972783"/>
                </a:cubicBezTo>
                <a:lnTo>
                  <a:pt x="3069965" y="3962479"/>
                </a:lnTo>
                <a:cubicBezTo>
                  <a:pt x="3069800" y="3962228"/>
                  <a:pt x="3069966" y="3961644"/>
                  <a:pt x="3069966" y="3961644"/>
                </a:cubicBezTo>
                <a:lnTo>
                  <a:pt x="3075947" y="3951346"/>
                </a:lnTo>
                <a:cubicBezTo>
                  <a:pt x="3076114" y="3951095"/>
                  <a:pt x="3076694" y="3950930"/>
                  <a:pt x="3076694" y="3950930"/>
                </a:cubicBezTo>
                <a:lnTo>
                  <a:pt x="3088576" y="3950930"/>
                </a:lnTo>
                <a:cubicBezTo>
                  <a:pt x="3088907" y="3950931"/>
                  <a:pt x="3089322" y="3951345"/>
                  <a:pt x="3089322" y="3951345"/>
                </a:cubicBezTo>
                <a:lnTo>
                  <a:pt x="3095304" y="3961647"/>
                </a:lnTo>
                <a:cubicBezTo>
                  <a:pt x="3095470" y="3961896"/>
                  <a:pt x="3095304" y="3962479"/>
                  <a:pt x="3095304" y="3962479"/>
                </a:cubicBezTo>
                <a:lnTo>
                  <a:pt x="3089321" y="3972784"/>
                </a:lnTo>
                <a:cubicBezTo>
                  <a:pt x="3089156" y="3973031"/>
                  <a:pt x="3088574" y="3973200"/>
                  <a:pt x="3088574" y="3973200"/>
                </a:cubicBezTo>
                <a:close/>
                <a:moveTo>
                  <a:pt x="1931870" y="3669402"/>
                </a:moveTo>
                <a:cubicBezTo>
                  <a:pt x="1931538" y="3669401"/>
                  <a:pt x="1931039" y="3668903"/>
                  <a:pt x="1931039" y="3668903"/>
                </a:cubicBezTo>
                <a:lnTo>
                  <a:pt x="1923895" y="3656608"/>
                </a:lnTo>
                <a:cubicBezTo>
                  <a:pt x="1923729" y="3656274"/>
                  <a:pt x="1923895" y="3655610"/>
                  <a:pt x="1923895" y="3655610"/>
                </a:cubicBezTo>
                <a:lnTo>
                  <a:pt x="1931039" y="3643313"/>
                </a:lnTo>
                <a:cubicBezTo>
                  <a:pt x="1931206" y="3642981"/>
                  <a:pt x="1931870" y="3642815"/>
                  <a:pt x="1931870" y="3642815"/>
                </a:cubicBezTo>
                <a:lnTo>
                  <a:pt x="1946077" y="3642815"/>
                </a:lnTo>
                <a:cubicBezTo>
                  <a:pt x="1946409" y="3642815"/>
                  <a:pt x="1946908" y="3643313"/>
                  <a:pt x="1946908" y="3643313"/>
                </a:cubicBezTo>
                <a:lnTo>
                  <a:pt x="1954053" y="3655610"/>
                </a:lnTo>
                <a:cubicBezTo>
                  <a:pt x="1954219" y="3655943"/>
                  <a:pt x="1954053" y="3656606"/>
                  <a:pt x="1954053" y="3656606"/>
                </a:cubicBezTo>
                <a:lnTo>
                  <a:pt x="1946908" y="3668903"/>
                </a:lnTo>
                <a:cubicBezTo>
                  <a:pt x="1946742" y="3669235"/>
                  <a:pt x="1946077" y="3669401"/>
                  <a:pt x="1946077" y="3669401"/>
                </a:cubicBezTo>
                <a:close/>
                <a:moveTo>
                  <a:pt x="3135000" y="3992964"/>
                </a:moveTo>
                <a:cubicBezTo>
                  <a:pt x="3134669" y="3992962"/>
                  <a:pt x="3134086" y="3992383"/>
                  <a:pt x="3134086" y="3992383"/>
                </a:cubicBezTo>
                <a:lnTo>
                  <a:pt x="3126278" y="3978921"/>
                </a:lnTo>
                <a:cubicBezTo>
                  <a:pt x="3126112" y="3978589"/>
                  <a:pt x="3126278" y="3977841"/>
                  <a:pt x="3126278" y="3977841"/>
                </a:cubicBezTo>
                <a:lnTo>
                  <a:pt x="3134088" y="3964379"/>
                </a:lnTo>
                <a:cubicBezTo>
                  <a:pt x="3134255" y="3964045"/>
                  <a:pt x="3135002" y="3963796"/>
                  <a:pt x="3135002" y="3963796"/>
                </a:cubicBezTo>
                <a:lnTo>
                  <a:pt x="3150537" y="3963798"/>
                </a:lnTo>
                <a:cubicBezTo>
                  <a:pt x="3150870" y="3963799"/>
                  <a:pt x="3151452" y="3964379"/>
                  <a:pt x="3151452" y="3964379"/>
                </a:cubicBezTo>
                <a:lnTo>
                  <a:pt x="3159260" y="3977840"/>
                </a:lnTo>
                <a:cubicBezTo>
                  <a:pt x="3159427" y="3978173"/>
                  <a:pt x="3159261" y="3978919"/>
                  <a:pt x="3159261" y="3978919"/>
                </a:cubicBezTo>
                <a:lnTo>
                  <a:pt x="3151451" y="3992380"/>
                </a:lnTo>
                <a:cubicBezTo>
                  <a:pt x="3151284" y="3992715"/>
                  <a:pt x="3150536" y="3992964"/>
                  <a:pt x="3150536" y="3992964"/>
                </a:cubicBezTo>
                <a:close/>
                <a:moveTo>
                  <a:pt x="3194792" y="4009816"/>
                </a:moveTo>
                <a:cubicBezTo>
                  <a:pt x="3194376" y="4009816"/>
                  <a:pt x="3193794" y="4009236"/>
                  <a:pt x="3193794" y="4009236"/>
                </a:cubicBezTo>
                <a:lnTo>
                  <a:pt x="3185653" y="3995025"/>
                </a:lnTo>
                <a:cubicBezTo>
                  <a:pt x="3185405" y="3994692"/>
                  <a:pt x="3185654" y="3993860"/>
                  <a:pt x="3185654" y="3993860"/>
                </a:cubicBezTo>
                <a:lnTo>
                  <a:pt x="3193879" y="3979654"/>
                </a:lnTo>
                <a:cubicBezTo>
                  <a:pt x="3194128" y="3979320"/>
                  <a:pt x="3194875" y="3979074"/>
                  <a:pt x="3194875" y="3979074"/>
                </a:cubicBezTo>
                <a:lnTo>
                  <a:pt x="3211242" y="3979072"/>
                </a:lnTo>
                <a:cubicBezTo>
                  <a:pt x="3211658" y="3979072"/>
                  <a:pt x="3212239" y="3979655"/>
                  <a:pt x="3212239" y="3979655"/>
                </a:cubicBezTo>
                <a:lnTo>
                  <a:pt x="3220381" y="3993859"/>
                </a:lnTo>
                <a:cubicBezTo>
                  <a:pt x="3220630" y="3994192"/>
                  <a:pt x="3220381" y="3995023"/>
                  <a:pt x="3220381" y="3995023"/>
                </a:cubicBezTo>
                <a:lnTo>
                  <a:pt x="3212155" y="4009234"/>
                </a:lnTo>
                <a:cubicBezTo>
                  <a:pt x="3211906" y="4009567"/>
                  <a:pt x="3211158" y="4009817"/>
                  <a:pt x="3211158" y="4009817"/>
                </a:cubicBezTo>
                <a:close/>
                <a:moveTo>
                  <a:pt x="3254876" y="4026031"/>
                </a:moveTo>
                <a:cubicBezTo>
                  <a:pt x="3254460" y="4026030"/>
                  <a:pt x="3253879" y="4025451"/>
                  <a:pt x="3253879" y="4025451"/>
                </a:cubicBezTo>
                <a:lnTo>
                  <a:pt x="3245489" y="4010908"/>
                </a:lnTo>
                <a:cubicBezTo>
                  <a:pt x="3245241" y="4010571"/>
                  <a:pt x="3245490" y="4009740"/>
                  <a:pt x="3245490" y="4009740"/>
                </a:cubicBezTo>
                <a:lnTo>
                  <a:pt x="3253881" y="3995202"/>
                </a:lnTo>
                <a:cubicBezTo>
                  <a:pt x="3254046" y="3994874"/>
                  <a:pt x="3254461" y="3994622"/>
                  <a:pt x="3254878" y="3994621"/>
                </a:cubicBezTo>
                <a:lnTo>
                  <a:pt x="3271659" y="3994624"/>
                </a:lnTo>
                <a:cubicBezTo>
                  <a:pt x="3272074" y="3994624"/>
                  <a:pt x="3272656" y="3995204"/>
                  <a:pt x="3272656" y="3995204"/>
                </a:cubicBezTo>
                <a:lnTo>
                  <a:pt x="3281048" y="4009741"/>
                </a:lnTo>
                <a:cubicBezTo>
                  <a:pt x="3281297" y="4010074"/>
                  <a:pt x="3281048" y="4010904"/>
                  <a:pt x="3281048" y="4010904"/>
                </a:cubicBezTo>
                <a:lnTo>
                  <a:pt x="3272656" y="4025445"/>
                </a:lnTo>
                <a:cubicBezTo>
                  <a:pt x="3272489" y="4025779"/>
                  <a:pt x="3272074" y="4026028"/>
                  <a:pt x="3271658" y="4026031"/>
                </a:cubicBezTo>
                <a:close/>
                <a:moveTo>
                  <a:pt x="3375281" y="4058396"/>
                </a:moveTo>
                <a:cubicBezTo>
                  <a:pt x="3374866" y="4058395"/>
                  <a:pt x="3374284" y="4057815"/>
                  <a:pt x="3374284" y="4057815"/>
                </a:cubicBezTo>
                <a:lnTo>
                  <a:pt x="3365977" y="4043357"/>
                </a:lnTo>
                <a:cubicBezTo>
                  <a:pt x="3365729" y="4043021"/>
                  <a:pt x="3365977" y="4042191"/>
                  <a:pt x="3365977" y="4042191"/>
                </a:cubicBezTo>
                <a:lnTo>
                  <a:pt x="3374286" y="4027734"/>
                </a:lnTo>
                <a:cubicBezTo>
                  <a:pt x="3374451" y="4027403"/>
                  <a:pt x="3375282" y="4027155"/>
                  <a:pt x="3375282" y="4027155"/>
                </a:cubicBezTo>
                <a:lnTo>
                  <a:pt x="3391981" y="4027154"/>
                </a:lnTo>
                <a:cubicBezTo>
                  <a:pt x="3392397" y="4027153"/>
                  <a:pt x="3392978" y="4027734"/>
                  <a:pt x="3392978" y="4027734"/>
                </a:cubicBezTo>
                <a:lnTo>
                  <a:pt x="3401286" y="4042190"/>
                </a:lnTo>
                <a:cubicBezTo>
                  <a:pt x="3401535" y="4042523"/>
                  <a:pt x="3401285" y="4043355"/>
                  <a:pt x="3401285" y="4043355"/>
                </a:cubicBezTo>
                <a:lnTo>
                  <a:pt x="3392976" y="4057816"/>
                </a:lnTo>
                <a:cubicBezTo>
                  <a:pt x="3392811" y="4058146"/>
                  <a:pt x="3391981" y="4058394"/>
                  <a:pt x="3391981" y="4058394"/>
                </a:cubicBezTo>
                <a:close/>
                <a:moveTo>
                  <a:pt x="3555671" y="4106943"/>
                </a:moveTo>
                <a:cubicBezTo>
                  <a:pt x="3555255" y="4106943"/>
                  <a:pt x="3554674" y="4106359"/>
                  <a:pt x="3554674" y="4106359"/>
                </a:cubicBezTo>
                <a:lnTo>
                  <a:pt x="3546201" y="4091736"/>
                </a:lnTo>
                <a:cubicBezTo>
                  <a:pt x="3545952" y="4091403"/>
                  <a:pt x="3546201" y="4090571"/>
                  <a:pt x="3546201" y="4090571"/>
                </a:cubicBezTo>
                <a:lnTo>
                  <a:pt x="3554675" y="4075949"/>
                </a:lnTo>
                <a:cubicBezTo>
                  <a:pt x="3554841" y="4075618"/>
                  <a:pt x="3555256" y="4075368"/>
                  <a:pt x="3555672" y="4075368"/>
                </a:cubicBezTo>
                <a:lnTo>
                  <a:pt x="3572537" y="4075367"/>
                </a:lnTo>
                <a:cubicBezTo>
                  <a:pt x="3572952" y="4075368"/>
                  <a:pt x="3573534" y="4075949"/>
                  <a:pt x="3573534" y="4075949"/>
                </a:cubicBezTo>
                <a:lnTo>
                  <a:pt x="3582008" y="4090571"/>
                </a:lnTo>
                <a:cubicBezTo>
                  <a:pt x="3582257" y="4090903"/>
                  <a:pt x="3582008" y="4091736"/>
                  <a:pt x="3582008" y="4091736"/>
                </a:cubicBezTo>
                <a:lnTo>
                  <a:pt x="3573533" y="4106359"/>
                </a:lnTo>
                <a:cubicBezTo>
                  <a:pt x="3573367" y="4106694"/>
                  <a:pt x="3572951" y="4106941"/>
                  <a:pt x="3572536" y="4106940"/>
                </a:cubicBezTo>
                <a:close/>
                <a:moveTo>
                  <a:pt x="3013946" y="3961881"/>
                </a:moveTo>
                <a:cubicBezTo>
                  <a:pt x="3013448" y="3961883"/>
                  <a:pt x="3012867" y="3961299"/>
                  <a:pt x="3012867" y="3961299"/>
                </a:cubicBezTo>
                <a:lnTo>
                  <a:pt x="3004312" y="3946505"/>
                </a:lnTo>
                <a:cubicBezTo>
                  <a:pt x="3004062" y="3946089"/>
                  <a:pt x="3004311" y="3945260"/>
                  <a:pt x="3004311" y="3945260"/>
                </a:cubicBezTo>
                <a:lnTo>
                  <a:pt x="3012868" y="3930473"/>
                </a:lnTo>
                <a:cubicBezTo>
                  <a:pt x="3013117" y="3930140"/>
                  <a:pt x="3013532" y="3929893"/>
                  <a:pt x="3013948" y="3929892"/>
                </a:cubicBezTo>
                <a:lnTo>
                  <a:pt x="3031062" y="3929892"/>
                </a:lnTo>
                <a:cubicBezTo>
                  <a:pt x="3031560" y="3929894"/>
                  <a:pt x="3032142" y="3930473"/>
                  <a:pt x="3032142" y="3930473"/>
                </a:cubicBezTo>
                <a:lnTo>
                  <a:pt x="3040699" y="3945260"/>
                </a:lnTo>
                <a:cubicBezTo>
                  <a:pt x="3040949" y="3945676"/>
                  <a:pt x="3040699" y="3946506"/>
                  <a:pt x="3040699" y="3946506"/>
                </a:cubicBezTo>
                <a:lnTo>
                  <a:pt x="3032141" y="3961299"/>
                </a:lnTo>
                <a:cubicBezTo>
                  <a:pt x="3031891" y="3961633"/>
                  <a:pt x="3031476" y="3961883"/>
                  <a:pt x="3031061" y="3961881"/>
                </a:cubicBezTo>
                <a:close/>
                <a:moveTo>
                  <a:pt x="3435141" y="4074952"/>
                </a:moveTo>
                <a:cubicBezTo>
                  <a:pt x="3434645" y="4074947"/>
                  <a:pt x="3434062" y="4074369"/>
                  <a:pt x="3434062" y="4074369"/>
                </a:cubicBezTo>
                <a:lnTo>
                  <a:pt x="3425505" y="4059495"/>
                </a:lnTo>
                <a:cubicBezTo>
                  <a:pt x="3425257" y="4059077"/>
                  <a:pt x="3425505" y="4058247"/>
                  <a:pt x="3425505" y="4058247"/>
                </a:cubicBezTo>
                <a:lnTo>
                  <a:pt x="3434146" y="4043375"/>
                </a:lnTo>
                <a:cubicBezTo>
                  <a:pt x="3434395" y="4043043"/>
                  <a:pt x="3434811" y="4042793"/>
                  <a:pt x="3435226" y="4042795"/>
                </a:cubicBezTo>
                <a:lnTo>
                  <a:pt x="3452423" y="4042795"/>
                </a:lnTo>
                <a:cubicBezTo>
                  <a:pt x="3452922" y="4042794"/>
                  <a:pt x="3453504" y="4043377"/>
                  <a:pt x="3453504" y="4043377"/>
                </a:cubicBezTo>
                <a:lnTo>
                  <a:pt x="3462061" y="4058246"/>
                </a:lnTo>
                <a:cubicBezTo>
                  <a:pt x="3462310" y="4058661"/>
                  <a:pt x="3462061" y="4059492"/>
                  <a:pt x="3462061" y="4059492"/>
                </a:cubicBezTo>
                <a:lnTo>
                  <a:pt x="3453420" y="4074366"/>
                </a:lnTo>
                <a:cubicBezTo>
                  <a:pt x="3453170" y="4074699"/>
                  <a:pt x="3452754" y="4074951"/>
                  <a:pt x="3452339" y="4074951"/>
                </a:cubicBezTo>
                <a:close/>
                <a:moveTo>
                  <a:pt x="3495348" y="4091085"/>
                </a:moveTo>
                <a:cubicBezTo>
                  <a:pt x="3494933" y="4091084"/>
                  <a:pt x="3494268" y="4090503"/>
                  <a:pt x="3494268" y="4090503"/>
                </a:cubicBezTo>
                <a:lnTo>
                  <a:pt x="3485629" y="4075544"/>
                </a:lnTo>
                <a:cubicBezTo>
                  <a:pt x="3485380" y="4075128"/>
                  <a:pt x="3485629" y="4074298"/>
                  <a:pt x="3485629" y="4074298"/>
                </a:cubicBezTo>
                <a:lnTo>
                  <a:pt x="3494268" y="4059347"/>
                </a:lnTo>
                <a:cubicBezTo>
                  <a:pt x="3494517" y="4059013"/>
                  <a:pt x="3494934" y="4058764"/>
                  <a:pt x="3495349" y="4058764"/>
                </a:cubicBezTo>
                <a:lnTo>
                  <a:pt x="3512629" y="4058763"/>
                </a:lnTo>
                <a:cubicBezTo>
                  <a:pt x="3513044" y="4058765"/>
                  <a:pt x="3513709" y="4059345"/>
                  <a:pt x="3513709" y="4059345"/>
                </a:cubicBezTo>
                <a:lnTo>
                  <a:pt x="3522350" y="4074296"/>
                </a:lnTo>
                <a:cubicBezTo>
                  <a:pt x="3522598" y="4074716"/>
                  <a:pt x="3522350" y="4075544"/>
                  <a:pt x="3522350" y="4075544"/>
                </a:cubicBezTo>
                <a:lnTo>
                  <a:pt x="3513709" y="4090501"/>
                </a:lnTo>
                <a:cubicBezTo>
                  <a:pt x="3513459" y="4090833"/>
                  <a:pt x="3513043" y="4091089"/>
                  <a:pt x="3512628" y="4091083"/>
                </a:cubicBezTo>
                <a:close/>
                <a:moveTo>
                  <a:pt x="3314751" y="4042766"/>
                </a:moveTo>
                <a:cubicBezTo>
                  <a:pt x="3314253" y="4042763"/>
                  <a:pt x="3313671" y="4042183"/>
                  <a:pt x="3313671" y="4042183"/>
                </a:cubicBezTo>
                <a:lnTo>
                  <a:pt x="3305114" y="4027310"/>
                </a:lnTo>
                <a:cubicBezTo>
                  <a:pt x="3304865" y="4026896"/>
                  <a:pt x="3305115" y="4026061"/>
                  <a:pt x="3305115" y="4026061"/>
                </a:cubicBezTo>
                <a:lnTo>
                  <a:pt x="3313754" y="4011193"/>
                </a:lnTo>
                <a:cubicBezTo>
                  <a:pt x="3314003" y="4010859"/>
                  <a:pt x="3314419" y="4010611"/>
                  <a:pt x="3314834" y="4010612"/>
                </a:cubicBezTo>
                <a:lnTo>
                  <a:pt x="3332032" y="4010610"/>
                </a:lnTo>
                <a:cubicBezTo>
                  <a:pt x="3332531" y="4010609"/>
                  <a:pt x="3333113" y="4011190"/>
                  <a:pt x="3333113" y="4011190"/>
                </a:cubicBezTo>
                <a:lnTo>
                  <a:pt x="3341669" y="4026063"/>
                </a:lnTo>
                <a:cubicBezTo>
                  <a:pt x="3341918" y="4026477"/>
                  <a:pt x="3341669" y="4027309"/>
                  <a:pt x="3341669" y="4027309"/>
                </a:cubicBezTo>
                <a:lnTo>
                  <a:pt x="3333028" y="4042186"/>
                </a:lnTo>
                <a:cubicBezTo>
                  <a:pt x="3332779" y="4042514"/>
                  <a:pt x="3332363" y="4042765"/>
                  <a:pt x="3331947" y="4042766"/>
                </a:cubicBezTo>
                <a:close/>
                <a:moveTo>
                  <a:pt x="2351492" y="3785373"/>
                </a:moveTo>
                <a:cubicBezTo>
                  <a:pt x="2351077" y="3785371"/>
                  <a:pt x="2350412" y="3784707"/>
                  <a:pt x="2350412" y="3784707"/>
                </a:cubicBezTo>
                <a:lnTo>
                  <a:pt x="2341441" y="3769086"/>
                </a:lnTo>
                <a:cubicBezTo>
                  <a:pt x="2341192" y="3768752"/>
                  <a:pt x="2341441" y="3767838"/>
                  <a:pt x="2341441" y="3767838"/>
                </a:cubicBezTo>
                <a:lnTo>
                  <a:pt x="2350413" y="3752222"/>
                </a:lnTo>
                <a:cubicBezTo>
                  <a:pt x="2350662" y="3751805"/>
                  <a:pt x="2351078" y="3751555"/>
                  <a:pt x="2351492" y="3751558"/>
                </a:cubicBezTo>
                <a:lnTo>
                  <a:pt x="2369520" y="3751559"/>
                </a:lnTo>
                <a:cubicBezTo>
                  <a:pt x="2369936" y="3751560"/>
                  <a:pt x="2370601" y="3752221"/>
                  <a:pt x="2370601" y="3752221"/>
                </a:cubicBezTo>
                <a:lnTo>
                  <a:pt x="2379573" y="3767841"/>
                </a:lnTo>
                <a:cubicBezTo>
                  <a:pt x="2379822" y="3768173"/>
                  <a:pt x="2379574" y="3769086"/>
                  <a:pt x="2379574" y="3769086"/>
                </a:cubicBezTo>
                <a:lnTo>
                  <a:pt x="2370601" y="3784707"/>
                </a:lnTo>
                <a:cubicBezTo>
                  <a:pt x="2370351" y="3785124"/>
                  <a:pt x="2369936" y="3785371"/>
                  <a:pt x="2369521" y="3785369"/>
                </a:cubicBezTo>
                <a:close/>
                <a:moveTo>
                  <a:pt x="846697" y="3382306"/>
                </a:moveTo>
                <a:cubicBezTo>
                  <a:pt x="846281" y="3382304"/>
                  <a:pt x="845617" y="3381638"/>
                  <a:pt x="845617" y="3381638"/>
                </a:cubicBezTo>
                <a:lnTo>
                  <a:pt x="836562" y="3365853"/>
                </a:lnTo>
                <a:cubicBezTo>
                  <a:pt x="836313" y="3365436"/>
                  <a:pt x="836562" y="3364521"/>
                  <a:pt x="836562" y="3364521"/>
                </a:cubicBezTo>
                <a:lnTo>
                  <a:pt x="845700" y="3348740"/>
                </a:lnTo>
                <a:cubicBezTo>
                  <a:pt x="845866" y="3348321"/>
                  <a:pt x="846365" y="3348073"/>
                  <a:pt x="846779" y="3348075"/>
                </a:cubicBezTo>
                <a:lnTo>
                  <a:pt x="864974" y="3348074"/>
                </a:lnTo>
                <a:cubicBezTo>
                  <a:pt x="865389" y="3348076"/>
                  <a:pt x="866054" y="3348740"/>
                  <a:pt x="866054" y="3348740"/>
                </a:cubicBezTo>
                <a:lnTo>
                  <a:pt x="875111" y="3364522"/>
                </a:lnTo>
                <a:cubicBezTo>
                  <a:pt x="875359" y="3364938"/>
                  <a:pt x="875111" y="3365851"/>
                  <a:pt x="875111" y="3365851"/>
                </a:cubicBezTo>
                <a:lnTo>
                  <a:pt x="865969" y="3381644"/>
                </a:lnTo>
                <a:cubicBezTo>
                  <a:pt x="865805" y="3382055"/>
                  <a:pt x="865306" y="3382304"/>
                  <a:pt x="864891" y="3382306"/>
                </a:cubicBezTo>
                <a:close/>
                <a:moveTo>
                  <a:pt x="906571" y="3399076"/>
                </a:moveTo>
                <a:cubicBezTo>
                  <a:pt x="906072" y="3399075"/>
                  <a:pt x="905408" y="3398409"/>
                  <a:pt x="905408" y="3398409"/>
                </a:cubicBezTo>
                <a:lnTo>
                  <a:pt x="896020" y="3382211"/>
                </a:lnTo>
                <a:cubicBezTo>
                  <a:pt x="895771" y="3381795"/>
                  <a:pt x="896021" y="3380879"/>
                  <a:pt x="896021" y="3380879"/>
                </a:cubicBezTo>
                <a:lnTo>
                  <a:pt x="905409" y="3364678"/>
                </a:lnTo>
                <a:cubicBezTo>
                  <a:pt x="905658" y="3364263"/>
                  <a:pt x="906073" y="3364015"/>
                  <a:pt x="906572" y="3364014"/>
                </a:cubicBezTo>
                <a:lnTo>
                  <a:pt x="925265" y="3364014"/>
                </a:lnTo>
                <a:cubicBezTo>
                  <a:pt x="925763" y="3364013"/>
                  <a:pt x="926428" y="3364679"/>
                  <a:pt x="926428" y="3364679"/>
                </a:cubicBezTo>
                <a:lnTo>
                  <a:pt x="935816" y="3380878"/>
                </a:lnTo>
                <a:cubicBezTo>
                  <a:pt x="936065" y="3381295"/>
                  <a:pt x="935816" y="3382206"/>
                  <a:pt x="935816" y="3382206"/>
                </a:cubicBezTo>
                <a:lnTo>
                  <a:pt x="926426" y="3398415"/>
                </a:lnTo>
                <a:cubicBezTo>
                  <a:pt x="926176" y="3398829"/>
                  <a:pt x="925761" y="3399079"/>
                  <a:pt x="925264" y="3399077"/>
                </a:cubicBezTo>
                <a:close/>
                <a:moveTo>
                  <a:pt x="1146952" y="3464268"/>
                </a:moveTo>
                <a:cubicBezTo>
                  <a:pt x="1146537" y="3464266"/>
                  <a:pt x="1146038" y="3464019"/>
                  <a:pt x="1145788" y="3463603"/>
                </a:cubicBezTo>
                <a:lnTo>
                  <a:pt x="1135985" y="3446572"/>
                </a:lnTo>
                <a:cubicBezTo>
                  <a:pt x="1135737" y="3446155"/>
                  <a:pt x="1135736" y="3445574"/>
                  <a:pt x="1135986" y="3445157"/>
                </a:cubicBezTo>
                <a:lnTo>
                  <a:pt x="1145788" y="3428130"/>
                </a:lnTo>
                <a:cubicBezTo>
                  <a:pt x="1146038" y="3427715"/>
                  <a:pt x="1146453" y="3427464"/>
                  <a:pt x="1146952" y="3427465"/>
                </a:cubicBezTo>
                <a:lnTo>
                  <a:pt x="1166557" y="3427468"/>
                </a:lnTo>
                <a:cubicBezTo>
                  <a:pt x="1166973" y="3427466"/>
                  <a:pt x="1167471" y="3427716"/>
                  <a:pt x="1167721" y="3428130"/>
                </a:cubicBezTo>
                <a:lnTo>
                  <a:pt x="1177525" y="3445160"/>
                </a:lnTo>
                <a:cubicBezTo>
                  <a:pt x="1177775" y="3445573"/>
                  <a:pt x="1177774" y="3446155"/>
                  <a:pt x="1177526" y="3446570"/>
                </a:cubicBezTo>
                <a:lnTo>
                  <a:pt x="1167719" y="3463609"/>
                </a:lnTo>
                <a:cubicBezTo>
                  <a:pt x="1167470" y="3464025"/>
                  <a:pt x="1167056" y="3464271"/>
                  <a:pt x="1166557" y="3464270"/>
                </a:cubicBezTo>
                <a:close/>
                <a:moveTo>
                  <a:pt x="3734904" y="4157845"/>
                </a:moveTo>
                <a:cubicBezTo>
                  <a:pt x="3734407" y="4157842"/>
                  <a:pt x="3733991" y="4157594"/>
                  <a:pt x="3733741" y="4157181"/>
                </a:cubicBezTo>
                <a:lnTo>
                  <a:pt x="3724021" y="4140234"/>
                </a:lnTo>
                <a:cubicBezTo>
                  <a:pt x="3723773" y="4139816"/>
                  <a:pt x="3723773" y="4139231"/>
                  <a:pt x="3724022" y="4138817"/>
                </a:cubicBezTo>
                <a:lnTo>
                  <a:pt x="3733826" y="4121868"/>
                </a:lnTo>
                <a:cubicBezTo>
                  <a:pt x="3734074" y="4121452"/>
                  <a:pt x="3734490" y="4121203"/>
                  <a:pt x="3734988" y="4121202"/>
                </a:cubicBezTo>
                <a:lnTo>
                  <a:pt x="3754512" y="4121203"/>
                </a:lnTo>
                <a:cubicBezTo>
                  <a:pt x="3755010" y="4121204"/>
                  <a:pt x="3755426" y="4121452"/>
                  <a:pt x="3755676" y="4121868"/>
                </a:cubicBezTo>
                <a:lnTo>
                  <a:pt x="3765395" y="4138817"/>
                </a:lnTo>
                <a:cubicBezTo>
                  <a:pt x="3765644" y="4139233"/>
                  <a:pt x="3765644" y="4139813"/>
                  <a:pt x="3765395" y="4140228"/>
                </a:cubicBezTo>
                <a:lnTo>
                  <a:pt x="3755590" y="4157183"/>
                </a:lnTo>
                <a:cubicBezTo>
                  <a:pt x="3755341" y="4157599"/>
                  <a:pt x="3754925" y="4157849"/>
                  <a:pt x="3754428" y="4157846"/>
                </a:cubicBezTo>
                <a:close/>
                <a:moveTo>
                  <a:pt x="1387641" y="3528988"/>
                </a:moveTo>
                <a:cubicBezTo>
                  <a:pt x="1387226" y="3528984"/>
                  <a:pt x="1386727" y="3528738"/>
                  <a:pt x="1386477" y="3528323"/>
                </a:cubicBezTo>
                <a:lnTo>
                  <a:pt x="1376674" y="3511290"/>
                </a:lnTo>
                <a:cubicBezTo>
                  <a:pt x="1376425" y="3510875"/>
                  <a:pt x="1376426" y="3510290"/>
                  <a:pt x="1376674" y="3509879"/>
                </a:cubicBezTo>
                <a:lnTo>
                  <a:pt x="1386478" y="3492845"/>
                </a:lnTo>
                <a:cubicBezTo>
                  <a:pt x="1386728" y="3492428"/>
                  <a:pt x="1387142" y="3492181"/>
                  <a:pt x="1387642" y="3492180"/>
                </a:cubicBezTo>
                <a:lnTo>
                  <a:pt x="1407247" y="3492180"/>
                </a:lnTo>
                <a:cubicBezTo>
                  <a:pt x="1407663" y="3492181"/>
                  <a:pt x="1408161" y="3492430"/>
                  <a:pt x="1408410" y="3492846"/>
                </a:cubicBezTo>
                <a:lnTo>
                  <a:pt x="1418214" y="3509877"/>
                </a:lnTo>
                <a:cubicBezTo>
                  <a:pt x="1418463" y="3510294"/>
                  <a:pt x="1418463" y="3510874"/>
                  <a:pt x="1418215" y="3511288"/>
                </a:cubicBezTo>
                <a:lnTo>
                  <a:pt x="1408409" y="3528324"/>
                </a:lnTo>
                <a:cubicBezTo>
                  <a:pt x="1408160" y="3528742"/>
                  <a:pt x="1407745" y="3528990"/>
                  <a:pt x="1407245" y="3528992"/>
                </a:cubicBezTo>
                <a:close/>
                <a:moveTo>
                  <a:pt x="1447758" y="3545136"/>
                </a:moveTo>
                <a:cubicBezTo>
                  <a:pt x="1447259" y="3545139"/>
                  <a:pt x="1446760" y="3544892"/>
                  <a:pt x="1446511" y="3544475"/>
                </a:cubicBezTo>
                <a:lnTo>
                  <a:pt x="1436624" y="3527361"/>
                </a:lnTo>
                <a:cubicBezTo>
                  <a:pt x="1436375" y="3526948"/>
                  <a:pt x="1436376" y="3526363"/>
                  <a:pt x="1436625" y="3525946"/>
                </a:cubicBezTo>
                <a:lnTo>
                  <a:pt x="1446511" y="3508835"/>
                </a:lnTo>
                <a:cubicBezTo>
                  <a:pt x="1446844" y="3508418"/>
                  <a:pt x="1447258" y="3508171"/>
                  <a:pt x="1447757" y="3508171"/>
                </a:cubicBezTo>
                <a:lnTo>
                  <a:pt x="1467446" y="3508174"/>
                </a:lnTo>
                <a:cubicBezTo>
                  <a:pt x="1467945" y="3508172"/>
                  <a:pt x="1468443" y="3508420"/>
                  <a:pt x="1468693" y="3508837"/>
                </a:cubicBezTo>
                <a:lnTo>
                  <a:pt x="1478580" y="3525948"/>
                </a:lnTo>
                <a:cubicBezTo>
                  <a:pt x="1478829" y="3526363"/>
                  <a:pt x="1478828" y="3526949"/>
                  <a:pt x="1478580" y="3527361"/>
                </a:cubicBezTo>
                <a:lnTo>
                  <a:pt x="1468693" y="3544479"/>
                </a:lnTo>
                <a:cubicBezTo>
                  <a:pt x="1468359" y="3544894"/>
                  <a:pt x="1467945" y="3545143"/>
                  <a:pt x="1467445" y="3545146"/>
                </a:cubicBezTo>
                <a:close/>
                <a:moveTo>
                  <a:pt x="3975636" y="4222486"/>
                </a:moveTo>
                <a:cubicBezTo>
                  <a:pt x="3975220" y="4222489"/>
                  <a:pt x="3974722" y="4222240"/>
                  <a:pt x="3974472" y="4221825"/>
                </a:cubicBezTo>
                <a:lnTo>
                  <a:pt x="3964670" y="4204789"/>
                </a:lnTo>
                <a:cubicBezTo>
                  <a:pt x="3964421" y="4204376"/>
                  <a:pt x="3964421" y="4203793"/>
                  <a:pt x="3964671" y="4203376"/>
                </a:cubicBezTo>
                <a:lnTo>
                  <a:pt x="3974474" y="4186343"/>
                </a:lnTo>
                <a:cubicBezTo>
                  <a:pt x="3974724" y="4185927"/>
                  <a:pt x="3975139" y="4185678"/>
                  <a:pt x="3975637" y="4185680"/>
                </a:cubicBezTo>
                <a:lnTo>
                  <a:pt x="3995244" y="4185677"/>
                </a:lnTo>
                <a:cubicBezTo>
                  <a:pt x="3995659" y="4185678"/>
                  <a:pt x="3996158" y="4185926"/>
                  <a:pt x="3996407" y="4186343"/>
                </a:cubicBezTo>
                <a:lnTo>
                  <a:pt x="4006210" y="4203376"/>
                </a:lnTo>
                <a:cubicBezTo>
                  <a:pt x="4006459" y="4203792"/>
                  <a:pt x="4006460" y="4204372"/>
                  <a:pt x="4006211" y="4204787"/>
                </a:cubicBezTo>
                <a:lnTo>
                  <a:pt x="3996405" y="4221825"/>
                </a:lnTo>
                <a:cubicBezTo>
                  <a:pt x="3996155" y="4222242"/>
                  <a:pt x="3995741" y="4222490"/>
                  <a:pt x="3995242" y="4222490"/>
                </a:cubicBezTo>
                <a:close/>
                <a:moveTo>
                  <a:pt x="966351" y="3416184"/>
                </a:moveTo>
                <a:cubicBezTo>
                  <a:pt x="965853" y="3416185"/>
                  <a:pt x="965438" y="3415936"/>
                  <a:pt x="965188" y="3415519"/>
                </a:cubicBezTo>
                <a:lnTo>
                  <a:pt x="955469" y="3398654"/>
                </a:lnTo>
                <a:cubicBezTo>
                  <a:pt x="955220" y="3398155"/>
                  <a:pt x="955220" y="3397656"/>
                  <a:pt x="955469" y="3397240"/>
                </a:cubicBezTo>
                <a:lnTo>
                  <a:pt x="965190" y="3380375"/>
                </a:lnTo>
                <a:cubicBezTo>
                  <a:pt x="965438" y="3379959"/>
                  <a:pt x="965854" y="3379710"/>
                  <a:pt x="966353" y="3379709"/>
                </a:cubicBezTo>
                <a:lnTo>
                  <a:pt x="985793" y="3379709"/>
                </a:lnTo>
                <a:cubicBezTo>
                  <a:pt x="986291" y="3379710"/>
                  <a:pt x="986708" y="3379959"/>
                  <a:pt x="986956" y="3380374"/>
                </a:cubicBezTo>
                <a:lnTo>
                  <a:pt x="996676" y="3397241"/>
                </a:lnTo>
                <a:cubicBezTo>
                  <a:pt x="996926" y="3397738"/>
                  <a:pt x="996926" y="3398237"/>
                  <a:pt x="996676" y="3398653"/>
                </a:cubicBezTo>
                <a:lnTo>
                  <a:pt x="986956" y="3415520"/>
                </a:lnTo>
                <a:cubicBezTo>
                  <a:pt x="986706" y="3415936"/>
                  <a:pt x="986291" y="3416184"/>
                  <a:pt x="985792" y="3416185"/>
                </a:cubicBezTo>
                <a:close/>
                <a:moveTo>
                  <a:pt x="1086616" y="3448554"/>
                </a:moveTo>
                <a:cubicBezTo>
                  <a:pt x="1086119" y="3448554"/>
                  <a:pt x="1085621" y="3448304"/>
                  <a:pt x="1085371" y="3447893"/>
                </a:cubicBezTo>
                <a:lnTo>
                  <a:pt x="1075485" y="3430689"/>
                </a:lnTo>
                <a:cubicBezTo>
                  <a:pt x="1075236" y="3430274"/>
                  <a:pt x="1075236" y="3429696"/>
                  <a:pt x="1075484" y="3429282"/>
                </a:cubicBezTo>
                <a:lnTo>
                  <a:pt x="1085372" y="3412083"/>
                </a:lnTo>
                <a:cubicBezTo>
                  <a:pt x="1085621" y="3411665"/>
                  <a:pt x="1086120" y="3411414"/>
                  <a:pt x="1086617" y="3411417"/>
                </a:cubicBezTo>
                <a:lnTo>
                  <a:pt x="1106473" y="3411416"/>
                </a:lnTo>
                <a:cubicBezTo>
                  <a:pt x="1106972" y="3411417"/>
                  <a:pt x="1107470" y="3411664"/>
                  <a:pt x="1107719" y="3412084"/>
                </a:cubicBezTo>
                <a:lnTo>
                  <a:pt x="1117606" y="3429279"/>
                </a:lnTo>
                <a:cubicBezTo>
                  <a:pt x="1117855" y="3429696"/>
                  <a:pt x="1117854" y="3430278"/>
                  <a:pt x="1117606" y="3430691"/>
                </a:cubicBezTo>
                <a:lnTo>
                  <a:pt x="1107719" y="3447893"/>
                </a:lnTo>
                <a:cubicBezTo>
                  <a:pt x="1107469" y="3448308"/>
                  <a:pt x="1106970" y="3448558"/>
                  <a:pt x="1106471" y="3448559"/>
                </a:cubicBezTo>
                <a:close/>
                <a:moveTo>
                  <a:pt x="3614343" y="4125866"/>
                </a:moveTo>
                <a:cubicBezTo>
                  <a:pt x="3613845" y="4125865"/>
                  <a:pt x="3613347" y="4125532"/>
                  <a:pt x="3613098" y="4125117"/>
                </a:cubicBezTo>
                <a:lnTo>
                  <a:pt x="3603126" y="4107758"/>
                </a:lnTo>
                <a:cubicBezTo>
                  <a:pt x="3602879" y="4107338"/>
                  <a:pt x="3602878" y="4106759"/>
                  <a:pt x="3603127" y="4106342"/>
                </a:cubicBezTo>
                <a:lnTo>
                  <a:pt x="3613179" y="4088982"/>
                </a:lnTo>
                <a:cubicBezTo>
                  <a:pt x="3613429" y="4088481"/>
                  <a:pt x="3613927" y="4088234"/>
                  <a:pt x="3614426" y="4088233"/>
                </a:cubicBezTo>
                <a:lnTo>
                  <a:pt x="3634448" y="4088234"/>
                </a:lnTo>
                <a:cubicBezTo>
                  <a:pt x="3634946" y="4088233"/>
                  <a:pt x="3635444" y="4088567"/>
                  <a:pt x="3635694" y="4088982"/>
                </a:cubicBezTo>
                <a:lnTo>
                  <a:pt x="3645663" y="4106343"/>
                </a:lnTo>
                <a:cubicBezTo>
                  <a:pt x="3645913" y="4106759"/>
                  <a:pt x="3645913" y="4107338"/>
                  <a:pt x="3645664" y="4107755"/>
                </a:cubicBezTo>
                <a:lnTo>
                  <a:pt x="3635609" y="4125125"/>
                </a:lnTo>
                <a:cubicBezTo>
                  <a:pt x="3635361" y="4125624"/>
                  <a:pt x="3634862" y="4125874"/>
                  <a:pt x="3634363" y="4125875"/>
                </a:cubicBezTo>
                <a:close/>
                <a:moveTo>
                  <a:pt x="1026446" y="3432517"/>
                </a:moveTo>
                <a:cubicBezTo>
                  <a:pt x="1026030" y="3432517"/>
                  <a:pt x="1025532" y="3432269"/>
                  <a:pt x="1025282" y="3431853"/>
                </a:cubicBezTo>
                <a:lnTo>
                  <a:pt x="1015479" y="3414822"/>
                </a:lnTo>
                <a:cubicBezTo>
                  <a:pt x="1015230" y="3414406"/>
                  <a:pt x="1015230" y="3413825"/>
                  <a:pt x="1015479" y="3413410"/>
                </a:cubicBezTo>
                <a:lnTo>
                  <a:pt x="1025282" y="3396379"/>
                </a:lnTo>
                <a:cubicBezTo>
                  <a:pt x="1025532" y="3395963"/>
                  <a:pt x="1025946" y="3395713"/>
                  <a:pt x="1026445" y="3395713"/>
                </a:cubicBezTo>
                <a:lnTo>
                  <a:pt x="1046052" y="3395713"/>
                </a:lnTo>
                <a:cubicBezTo>
                  <a:pt x="1046467" y="3395713"/>
                  <a:pt x="1046966" y="3395962"/>
                  <a:pt x="1047215" y="3396378"/>
                </a:cubicBezTo>
                <a:lnTo>
                  <a:pt x="1057019" y="3413409"/>
                </a:lnTo>
                <a:cubicBezTo>
                  <a:pt x="1057268" y="3413825"/>
                  <a:pt x="1057268" y="3414406"/>
                  <a:pt x="1057019" y="3414822"/>
                </a:cubicBezTo>
                <a:lnTo>
                  <a:pt x="1047214" y="3431853"/>
                </a:lnTo>
                <a:cubicBezTo>
                  <a:pt x="1046965" y="3432269"/>
                  <a:pt x="1046550" y="3432518"/>
                  <a:pt x="1046051" y="3432518"/>
                </a:cubicBezTo>
                <a:close/>
                <a:moveTo>
                  <a:pt x="785610" y="3368113"/>
                </a:moveTo>
                <a:cubicBezTo>
                  <a:pt x="785111" y="3368114"/>
                  <a:pt x="784613" y="3367864"/>
                  <a:pt x="784363" y="3367449"/>
                </a:cubicBezTo>
                <a:lnTo>
                  <a:pt x="774477" y="3350334"/>
                </a:lnTo>
                <a:cubicBezTo>
                  <a:pt x="774228" y="3349918"/>
                  <a:pt x="774228" y="3349338"/>
                  <a:pt x="774478" y="3348921"/>
                </a:cubicBezTo>
                <a:lnTo>
                  <a:pt x="784364" y="3331806"/>
                </a:lnTo>
                <a:cubicBezTo>
                  <a:pt x="784697" y="3331390"/>
                  <a:pt x="785112" y="3331140"/>
                  <a:pt x="785610" y="3331142"/>
                </a:cubicBezTo>
                <a:lnTo>
                  <a:pt x="805300" y="3331140"/>
                </a:lnTo>
                <a:cubicBezTo>
                  <a:pt x="805799" y="3331140"/>
                  <a:pt x="806297" y="3331390"/>
                  <a:pt x="806547" y="3331805"/>
                </a:cubicBezTo>
                <a:lnTo>
                  <a:pt x="816432" y="3348922"/>
                </a:lnTo>
                <a:cubicBezTo>
                  <a:pt x="816682" y="3349335"/>
                  <a:pt x="816682" y="3349917"/>
                  <a:pt x="816433" y="3350333"/>
                </a:cubicBezTo>
                <a:lnTo>
                  <a:pt x="806546" y="3367449"/>
                </a:lnTo>
                <a:cubicBezTo>
                  <a:pt x="806213" y="3367865"/>
                  <a:pt x="805798" y="3368114"/>
                  <a:pt x="805299" y="3368114"/>
                </a:cubicBezTo>
                <a:close/>
                <a:moveTo>
                  <a:pt x="1206875" y="3481005"/>
                </a:moveTo>
                <a:cubicBezTo>
                  <a:pt x="1206376" y="3481005"/>
                  <a:pt x="1205879" y="3480755"/>
                  <a:pt x="1205630" y="3480338"/>
                </a:cubicBezTo>
                <a:lnTo>
                  <a:pt x="1195660" y="3463057"/>
                </a:lnTo>
                <a:cubicBezTo>
                  <a:pt x="1195411" y="3462641"/>
                  <a:pt x="1195412" y="3462059"/>
                  <a:pt x="1195661" y="3461642"/>
                </a:cubicBezTo>
                <a:lnTo>
                  <a:pt x="1205631" y="3444360"/>
                </a:lnTo>
                <a:cubicBezTo>
                  <a:pt x="1205880" y="3443944"/>
                  <a:pt x="1206378" y="3443695"/>
                  <a:pt x="1206878" y="3443695"/>
                </a:cubicBezTo>
                <a:lnTo>
                  <a:pt x="1226817" y="3443694"/>
                </a:lnTo>
                <a:cubicBezTo>
                  <a:pt x="1227314" y="3443695"/>
                  <a:pt x="1227814" y="3443943"/>
                  <a:pt x="1228062" y="3444360"/>
                </a:cubicBezTo>
                <a:lnTo>
                  <a:pt x="1238031" y="3461642"/>
                </a:lnTo>
                <a:cubicBezTo>
                  <a:pt x="1238281" y="3462058"/>
                  <a:pt x="1238281" y="3462638"/>
                  <a:pt x="1238031" y="3463054"/>
                </a:cubicBezTo>
                <a:lnTo>
                  <a:pt x="1228061" y="3480339"/>
                </a:lnTo>
                <a:cubicBezTo>
                  <a:pt x="1227811" y="3480758"/>
                  <a:pt x="1227312" y="3481006"/>
                  <a:pt x="1226815" y="3481005"/>
                </a:cubicBezTo>
                <a:close/>
                <a:moveTo>
                  <a:pt x="1266995" y="3497240"/>
                </a:moveTo>
                <a:cubicBezTo>
                  <a:pt x="1266496" y="3497241"/>
                  <a:pt x="1265998" y="3496909"/>
                  <a:pt x="1265748" y="3496494"/>
                </a:cubicBezTo>
                <a:lnTo>
                  <a:pt x="1255779" y="3479127"/>
                </a:lnTo>
                <a:cubicBezTo>
                  <a:pt x="1255531" y="3478710"/>
                  <a:pt x="1255530" y="3478132"/>
                  <a:pt x="1255779" y="3477715"/>
                </a:cubicBezTo>
                <a:lnTo>
                  <a:pt x="1265833" y="3460348"/>
                </a:lnTo>
                <a:cubicBezTo>
                  <a:pt x="1266082" y="3459849"/>
                  <a:pt x="1266580" y="3459600"/>
                  <a:pt x="1267079" y="3459602"/>
                </a:cubicBezTo>
                <a:lnTo>
                  <a:pt x="1287102" y="3459599"/>
                </a:lnTo>
                <a:cubicBezTo>
                  <a:pt x="1287601" y="3459598"/>
                  <a:pt x="1288098" y="3459932"/>
                  <a:pt x="1288347" y="3460348"/>
                </a:cubicBezTo>
                <a:lnTo>
                  <a:pt x="1298317" y="3477711"/>
                </a:lnTo>
                <a:cubicBezTo>
                  <a:pt x="1298565" y="3478129"/>
                  <a:pt x="1298566" y="3478710"/>
                  <a:pt x="1298317" y="3479125"/>
                </a:cubicBezTo>
                <a:lnTo>
                  <a:pt x="1288261" y="3496497"/>
                </a:lnTo>
                <a:cubicBezTo>
                  <a:pt x="1288013" y="3496994"/>
                  <a:pt x="1287514" y="3497243"/>
                  <a:pt x="1287015" y="3497244"/>
                </a:cubicBezTo>
                <a:close/>
                <a:moveTo>
                  <a:pt x="1507825" y="3561800"/>
                </a:moveTo>
                <a:cubicBezTo>
                  <a:pt x="1507327" y="3561800"/>
                  <a:pt x="1506829" y="3561551"/>
                  <a:pt x="1506580" y="3561136"/>
                </a:cubicBezTo>
                <a:lnTo>
                  <a:pt x="1496693" y="3543938"/>
                </a:lnTo>
                <a:cubicBezTo>
                  <a:pt x="1496444" y="3543523"/>
                  <a:pt x="1496444" y="3542942"/>
                  <a:pt x="1496693" y="3542526"/>
                </a:cubicBezTo>
                <a:lnTo>
                  <a:pt x="1506580" y="3525329"/>
                </a:lnTo>
                <a:cubicBezTo>
                  <a:pt x="1506829" y="3524913"/>
                  <a:pt x="1507327" y="3524664"/>
                  <a:pt x="1507825" y="3524664"/>
                </a:cubicBezTo>
                <a:lnTo>
                  <a:pt x="1527681" y="3524664"/>
                </a:lnTo>
                <a:cubicBezTo>
                  <a:pt x="1528180" y="3524664"/>
                  <a:pt x="1528678" y="3524913"/>
                  <a:pt x="1528928" y="3525329"/>
                </a:cubicBezTo>
                <a:lnTo>
                  <a:pt x="1538814" y="3542526"/>
                </a:lnTo>
                <a:cubicBezTo>
                  <a:pt x="1539063" y="3542942"/>
                  <a:pt x="1539062" y="3543523"/>
                  <a:pt x="1538814" y="3543938"/>
                </a:cubicBezTo>
                <a:lnTo>
                  <a:pt x="1528928" y="3561136"/>
                </a:lnTo>
                <a:cubicBezTo>
                  <a:pt x="1528678" y="3561551"/>
                  <a:pt x="1528180" y="3561800"/>
                  <a:pt x="1527681" y="3561800"/>
                </a:cubicBezTo>
                <a:close/>
                <a:moveTo>
                  <a:pt x="1327206" y="3513414"/>
                </a:moveTo>
                <a:cubicBezTo>
                  <a:pt x="1326708" y="3513413"/>
                  <a:pt x="1326210" y="3513163"/>
                  <a:pt x="1325960" y="3512750"/>
                </a:cubicBezTo>
                <a:lnTo>
                  <a:pt x="1315990" y="3495468"/>
                </a:lnTo>
                <a:cubicBezTo>
                  <a:pt x="1315742" y="3495051"/>
                  <a:pt x="1315742" y="3494470"/>
                  <a:pt x="1315990" y="3494057"/>
                </a:cubicBezTo>
                <a:lnTo>
                  <a:pt x="1325962" y="3476771"/>
                </a:lnTo>
                <a:cubicBezTo>
                  <a:pt x="1326211" y="3476357"/>
                  <a:pt x="1326709" y="3476108"/>
                  <a:pt x="1327208" y="3476108"/>
                </a:cubicBezTo>
                <a:lnTo>
                  <a:pt x="1347147" y="3476107"/>
                </a:lnTo>
                <a:cubicBezTo>
                  <a:pt x="1347645" y="3476106"/>
                  <a:pt x="1348144" y="3476355"/>
                  <a:pt x="1348392" y="3476772"/>
                </a:cubicBezTo>
                <a:lnTo>
                  <a:pt x="1358361" y="3494055"/>
                </a:lnTo>
                <a:cubicBezTo>
                  <a:pt x="1358611" y="3494469"/>
                  <a:pt x="1358611" y="3495050"/>
                  <a:pt x="1358361" y="3495466"/>
                </a:cubicBezTo>
                <a:lnTo>
                  <a:pt x="1348391" y="3512750"/>
                </a:lnTo>
                <a:cubicBezTo>
                  <a:pt x="1348143" y="3513163"/>
                  <a:pt x="1347644" y="3513414"/>
                  <a:pt x="1347146" y="3513414"/>
                </a:cubicBezTo>
                <a:close/>
                <a:moveTo>
                  <a:pt x="3674270" y="4142575"/>
                </a:moveTo>
                <a:cubicBezTo>
                  <a:pt x="3673772" y="4142576"/>
                  <a:pt x="3673273" y="4142245"/>
                  <a:pt x="3673024" y="4141828"/>
                </a:cubicBezTo>
                <a:lnTo>
                  <a:pt x="3662722" y="4123966"/>
                </a:lnTo>
                <a:cubicBezTo>
                  <a:pt x="3662473" y="4123470"/>
                  <a:pt x="3662473" y="4122887"/>
                  <a:pt x="3662723" y="4122469"/>
                </a:cubicBezTo>
                <a:lnTo>
                  <a:pt x="3673023" y="4104613"/>
                </a:lnTo>
                <a:cubicBezTo>
                  <a:pt x="3673272" y="4104114"/>
                  <a:pt x="3673771" y="4103865"/>
                  <a:pt x="3674270" y="4103864"/>
                </a:cubicBezTo>
                <a:lnTo>
                  <a:pt x="3694956" y="4103867"/>
                </a:lnTo>
                <a:cubicBezTo>
                  <a:pt x="3695453" y="4103867"/>
                  <a:pt x="3695953" y="4104198"/>
                  <a:pt x="3696202" y="4104613"/>
                </a:cubicBezTo>
                <a:lnTo>
                  <a:pt x="3706505" y="4122473"/>
                </a:lnTo>
                <a:cubicBezTo>
                  <a:pt x="3706754" y="4122970"/>
                  <a:pt x="3706754" y="4123552"/>
                  <a:pt x="3706505" y="4123967"/>
                </a:cubicBezTo>
                <a:lnTo>
                  <a:pt x="3696201" y="4141837"/>
                </a:lnTo>
                <a:cubicBezTo>
                  <a:pt x="3695951" y="4142338"/>
                  <a:pt x="3695453" y="4142583"/>
                  <a:pt x="3694955" y="4142584"/>
                </a:cubicBezTo>
                <a:close/>
                <a:moveTo>
                  <a:pt x="3854616" y="4191374"/>
                </a:moveTo>
                <a:cubicBezTo>
                  <a:pt x="3854119" y="4191371"/>
                  <a:pt x="3853620" y="4191040"/>
                  <a:pt x="3853370" y="4190627"/>
                </a:cubicBezTo>
                <a:lnTo>
                  <a:pt x="3842902" y="4172517"/>
                </a:lnTo>
                <a:cubicBezTo>
                  <a:pt x="3842652" y="4172021"/>
                  <a:pt x="3842654" y="4171434"/>
                  <a:pt x="3842902" y="4171020"/>
                </a:cubicBezTo>
                <a:lnTo>
                  <a:pt x="3853370" y="4152909"/>
                </a:lnTo>
                <a:cubicBezTo>
                  <a:pt x="3853619" y="4152409"/>
                  <a:pt x="3854118" y="4152160"/>
                  <a:pt x="3854616" y="4152162"/>
                </a:cubicBezTo>
                <a:lnTo>
                  <a:pt x="3875552" y="4152163"/>
                </a:lnTo>
                <a:cubicBezTo>
                  <a:pt x="3876051" y="4152162"/>
                  <a:pt x="3876549" y="4152492"/>
                  <a:pt x="3876798" y="4152909"/>
                </a:cubicBezTo>
                <a:lnTo>
                  <a:pt x="3887266" y="4171020"/>
                </a:lnTo>
                <a:cubicBezTo>
                  <a:pt x="3887516" y="4171518"/>
                  <a:pt x="3887516" y="4172101"/>
                  <a:pt x="3887265" y="4172517"/>
                </a:cubicBezTo>
                <a:lnTo>
                  <a:pt x="3876796" y="4190635"/>
                </a:lnTo>
                <a:cubicBezTo>
                  <a:pt x="3876548" y="4191129"/>
                  <a:pt x="3876050" y="4191378"/>
                  <a:pt x="3875551" y="4191379"/>
                </a:cubicBezTo>
                <a:close/>
                <a:moveTo>
                  <a:pt x="4035051" y="4240069"/>
                </a:moveTo>
                <a:cubicBezTo>
                  <a:pt x="4034553" y="4240069"/>
                  <a:pt x="4034053" y="4239736"/>
                  <a:pt x="4033805" y="4239320"/>
                </a:cubicBezTo>
                <a:lnTo>
                  <a:pt x="4023255" y="4221041"/>
                </a:lnTo>
                <a:cubicBezTo>
                  <a:pt x="4023005" y="4220542"/>
                  <a:pt x="4023006" y="4219960"/>
                  <a:pt x="4023255" y="4219544"/>
                </a:cubicBezTo>
                <a:lnTo>
                  <a:pt x="4033807" y="4201263"/>
                </a:lnTo>
                <a:cubicBezTo>
                  <a:pt x="4034056" y="4200763"/>
                  <a:pt x="4034555" y="4200515"/>
                  <a:pt x="4035053" y="4200514"/>
                </a:cubicBezTo>
                <a:lnTo>
                  <a:pt x="4056073" y="4200511"/>
                </a:lnTo>
                <a:cubicBezTo>
                  <a:pt x="4056571" y="4200513"/>
                  <a:pt x="4057070" y="4200845"/>
                  <a:pt x="4057319" y="4201260"/>
                </a:cubicBezTo>
                <a:lnTo>
                  <a:pt x="4067869" y="4219541"/>
                </a:lnTo>
                <a:cubicBezTo>
                  <a:pt x="4068118" y="4220041"/>
                  <a:pt x="4068118" y="4220624"/>
                  <a:pt x="4067868" y="4221038"/>
                </a:cubicBezTo>
                <a:lnTo>
                  <a:pt x="4057316" y="4239319"/>
                </a:lnTo>
                <a:cubicBezTo>
                  <a:pt x="4057067" y="4239819"/>
                  <a:pt x="4056568" y="4240069"/>
                  <a:pt x="4056070" y="4240067"/>
                </a:cubicBezTo>
                <a:close/>
                <a:moveTo>
                  <a:pt x="3914670" y="4207844"/>
                </a:moveTo>
                <a:cubicBezTo>
                  <a:pt x="3914173" y="4207842"/>
                  <a:pt x="3913673" y="4207510"/>
                  <a:pt x="3913424" y="4207095"/>
                </a:cubicBezTo>
                <a:lnTo>
                  <a:pt x="3902874" y="4188815"/>
                </a:lnTo>
                <a:cubicBezTo>
                  <a:pt x="3902625" y="4188315"/>
                  <a:pt x="3902625" y="4187734"/>
                  <a:pt x="3902874" y="4187319"/>
                </a:cubicBezTo>
                <a:lnTo>
                  <a:pt x="3913426" y="4169039"/>
                </a:lnTo>
                <a:cubicBezTo>
                  <a:pt x="3913675" y="4168540"/>
                  <a:pt x="3914174" y="4168290"/>
                  <a:pt x="3914672" y="4168290"/>
                </a:cubicBezTo>
                <a:lnTo>
                  <a:pt x="3935692" y="4168289"/>
                </a:lnTo>
                <a:cubicBezTo>
                  <a:pt x="3936191" y="4168289"/>
                  <a:pt x="3936689" y="4168621"/>
                  <a:pt x="3936939" y="4169037"/>
                </a:cubicBezTo>
                <a:lnTo>
                  <a:pt x="3947488" y="4187316"/>
                </a:lnTo>
                <a:cubicBezTo>
                  <a:pt x="3947738" y="4187815"/>
                  <a:pt x="3947738" y="4188397"/>
                  <a:pt x="3947487" y="4188814"/>
                </a:cubicBezTo>
                <a:lnTo>
                  <a:pt x="3936937" y="4207093"/>
                </a:lnTo>
                <a:cubicBezTo>
                  <a:pt x="3936687" y="4207592"/>
                  <a:pt x="3936189" y="4207842"/>
                  <a:pt x="3935690" y="4207842"/>
                </a:cubicBezTo>
                <a:close/>
                <a:moveTo>
                  <a:pt x="3794198" y="4175677"/>
                </a:moveTo>
                <a:cubicBezTo>
                  <a:pt x="3793618" y="4175677"/>
                  <a:pt x="3793119" y="4175426"/>
                  <a:pt x="3792870" y="4174929"/>
                </a:cubicBezTo>
                <a:lnTo>
                  <a:pt x="3782152" y="4156321"/>
                </a:lnTo>
                <a:cubicBezTo>
                  <a:pt x="3781903" y="4155904"/>
                  <a:pt x="3781903" y="4155324"/>
                  <a:pt x="3782153" y="4154823"/>
                </a:cubicBezTo>
                <a:lnTo>
                  <a:pt x="3792869" y="4136217"/>
                </a:lnTo>
                <a:cubicBezTo>
                  <a:pt x="3793201" y="4135802"/>
                  <a:pt x="3793700" y="4135469"/>
                  <a:pt x="3794198" y="4135470"/>
                </a:cubicBezTo>
                <a:lnTo>
                  <a:pt x="3815633" y="4135470"/>
                </a:lnTo>
                <a:cubicBezTo>
                  <a:pt x="3816214" y="4135469"/>
                  <a:pt x="3816713" y="4135718"/>
                  <a:pt x="3816961" y="4136219"/>
                </a:cubicBezTo>
                <a:lnTo>
                  <a:pt x="3827680" y="4154824"/>
                </a:lnTo>
                <a:cubicBezTo>
                  <a:pt x="3827928" y="4155241"/>
                  <a:pt x="3827929" y="4155822"/>
                  <a:pt x="3827679" y="4156322"/>
                </a:cubicBezTo>
                <a:lnTo>
                  <a:pt x="3816961" y="4174937"/>
                </a:lnTo>
                <a:cubicBezTo>
                  <a:pt x="3816629" y="4175351"/>
                  <a:pt x="3816130" y="4175683"/>
                  <a:pt x="3815633" y="4175680"/>
                </a:cubicBezTo>
                <a:close/>
                <a:moveTo>
                  <a:pt x="1988169" y="3692601"/>
                </a:moveTo>
                <a:cubicBezTo>
                  <a:pt x="1987669" y="3692603"/>
                  <a:pt x="1987088" y="3692352"/>
                  <a:pt x="1986839" y="3691851"/>
                </a:cubicBezTo>
                <a:lnTo>
                  <a:pt x="1975790" y="3672661"/>
                </a:lnTo>
                <a:cubicBezTo>
                  <a:pt x="1975541" y="3672160"/>
                  <a:pt x="1975541" y="3671581"/>
                  <a:pt x="1975790" y="3671083"/>
                </a:cubicBezTo>
                <a:lnTo>
                  <a:pt x="1986922" y="3651892"/>
                </a:lnTo>
                <a:cubicBezTo>
                  <a:pt x="1987172" y="3651476"/>
                  <a:pt x="1987670" y="3651143"/>
                  <a:pt x="1988252" y="3651143"/>
                </a:cubicBezTo>
                <a:lnTo>
                  <a:pt x="2010434" y="3651144"/>
                </a:lnTo>
                <a:cubicBezTo>
                  <a:pt x="2010932" y="3651143"/>
                  <a:pt x="2011513" y="3651395"/>
                  <a:pt x="2011762" y="3651893"/>
                </a:cubicBezTo>
                <a:lnTo>
                  <a:pt x="2022812" y="3671085"/>
                </a:lnTo>
                <a:cubicBezTo>
                  <a:pt x="2023062" y="3671580"/>
                  <a:pt x="2023062" y="3672161"/>
                  <a:pt x="2022813" y="3672658"/>
                </a:cubicBezTo>
                <a:lnTo>
                  <a:pt x="2011678" y="3691857"/>
                </a:lnTo>
                <a:cubicBezTo>
                  <a:pt x="2011429" y="3692273"/>
                  <a:pt x="2010930" y="3692607"/>
                  <a:pt x="2010349" y="3692606"/>
                </a:cubicBezTo>
                <a:close/>
                <a:moveTo>
                  <a:pt x="2108301" y="3725485"/>
                </a:moveTo>
                <a:cubicBezTo>
                  <a:pt x="2107719" y="3725484"/>
                  <a:pt x="2107220" y="3725153"/>
                  <a:pt x="2106889" y="3724652"/>
                </a:cubicBezTo>
                <a:lnTo>
                  <a:pt x="2095506" y="3704882"/>
                </a:lnTo>
                <a:cubicBezTo>
                  <a:pt x="2095174" y="3704386"/>
                  <a:pt x="2095174" y="3703804"/>
                  <a:pt x="2095506" y="3703303"/>
                </a:cubicBezTo>
                <a:lnTo>
                  <a:pt x="2106888" y="3683530"/>
                </a:lnTo>
                <a:cubicBezTo>
                  <a:pt x="2107221" y="3683029"/>
                  <a:pt x="2107720" y="3682699"/>
                  <a:pt x="2108302" y="3682699"/>
                </a:cubicBezTo>
                <a:lnTo>
                  <a:pt x="2131064" y="3682700"/>
                </a:lnTo>
                <a:cubicBezTo>
                  <a:pt x="2131646" y="3682699"/>
                  <a:pt x="2132145" y="3683030"/>
                  <a:pt x="2132477" y="3683531"/>
                </a:cubicBezTo>
                <a:lnTo>
                  <a:pt x="2143858" y="3703302"/>
                </a:lnTo>
                <a:cubicBezTo>
                  <a:pt x="2144191" y="3703801"/>
                  <a:pt x="2144191" y="3704384"/>
                  <a:pt x="2143858" y="3704882"/>
                </a:cubicBezTo>
                <a:lnTo>
                  <a:pt x="2132476" y="3724659"/>
                </a:lnTo>
                <a:cubicBezTo>
                  <a:pt x="2132143" y="3725157"/>
                  <a:pt x="2131645" y="3725491"/>
                  <a:pt x="2131063" y="3725490"/>
                </a:cubicBezTo>
                <a:close/>
                <a:moveTo>
                  <a:pt x="2288841" y="3773938"/>
                </a:moveTo>
                <a:cubicBezTo>
                  <a:pt x="2288259" y="3773935"/>
                  <a:pt x="2287760" y="3773602"/>
                  <a:pt x="2287428" y="3773106"/>
                </a:cubicBezTo>
                <a:lnTo>
                  <a:pt x="2276046" y="3753332"/>
                </a:lnTo>
                <a:cubicBezTo>
                  <a:pt x="2275714" y="3752834"/>
                  <a:pt x="2275714" y="3752253"/>
                  <a:pt x="2276046" y="3751753"/>
                </a:cubicBezTo>
                <a:lnTo>
                  <a:pt x="2287429" y="3731977"/>
                </a:lnTo>
                <a:cubicBezTo>
                  <a:pt x="2287761" y="3731478"/>
                  <a:pt x="2288261" y="3731145"/>
                  <a:pt x="2288842" y="3731146"/>
                </a:cubicBezTo>
                <a:lnTo>
                  <a:pt x="2311606" y="3731144"/>
                </a:lnTo>
                <a:cubicBezTo>
                  <a:pt x="2312187" y="3731145"/>
                  <a:pt x="2312685" y="3731477"/>
                  <a:pt x="2313019" y="3731974"/>
                </a:cubicBezTo>
                <a:lnTo>
                  <a:pt x="2324398" y="3751752"/>
                </a:lnTo>
                <a:cubicBezTo>
                  <a:pt x="2324732" y="3752248"/>
                  <a:pt x="2324732" y="3752830"/>
                  <a:pt x="2324399" y="3753328"/>
                </a:cubicBezTo>
                <a:lnTo>
                  <a:pt x="2313016" y="3773108"/>
                </a:lnTo>
                <a:cubicBezTo>
                  <a:pt x="2312683" y="3773605"/>
                  <a:pt x="2312186" y="3773938"/>
                  <a:pt x="2311603" y="3773940"/>
                </a:cubicBezTo>
                <a:close/>
                <a:moveTo>
                  <a:pt x="2228618" y="3757842"/>
                </a:moveTo>
                <a:cubicBezTo>
                  <a:pt x="2228037" y="3757844"/>
                  <a:pt x="2227539" y="3757512"/>
                  <a:pt x="2227206" y="3757012"/>
                </a:cubicBezTo>
                <a:lnTo>
                  <a:pt x="2215741" y="3737074"/>
                </a:lnTo>
                <a:cubicBezTo>
                  <a:pt x="2215408" y="3736577"/>
                  <a:pt x="2215408" y="3735913"/>
                  <a:pt x="2215741" y="3735414"/>
                </a:cubicBezTo>
                <a:lnTo>
                  <a:pt x="2227206" y="3715472"/>
                </a:lnTo>
                <a:cubicBezTo>
                  <a:pt x="2227539" y="3714975"/>
                  <a:pt x="2228037" y="3714644"/>
                  <a:pt x="2228618" y="3714644"/>
                </a:cubicBezTo>
                <a:lnTo>
                  <a:pt x="2251632" y="3714644"/>
                </a:lnTo>
                <a:cubicBezTo>
                  <a:pt x="2252213" y="3714643"/>
                  <a:pt x="2252712" y="3714975"/>
                  <a:pt x="2253044" y="3715475"/>
                </a:cubicBezTo>
                <a:lnTo>
                  <a:pt x="2264509" y="3735412"/>
                </a:lnTo>
                <a:cubicBezTo>
                  <a:pt x="2264841" y="3735911"/>
                  <a:pt x="2264841" y="3736574"/>
                  <a:pt x="2264509" y="3737074"/>
                </a:cubicBezTo>
                <a:lnTo>
                  <a:pt x="2253042" y="3757019"/>
                </a:lnTo>
                <a:cubicBezTo>
                  <a:pt x="2252711" y="3757517"/>
                  <a:pt x="2252212" y="3757846"/>
                  <a:pt x="2251631" y="3757847"/>
                </a:cubicBezTo>
                <a:close/>
                <a:moveTo>
                  <a:pt x="2168411" y="3741790"/>
                </a:moveTo>
                <a:cubicBezTo>
                  <a:pt x="2167829" y="3741793"/>
                  <a:pt x="2167332" y="3741458"/>
                  <a:pt x="2166999" y="3740961"/>
                </a:cubicBezTo>
                <a:lnTo>
                  <a:pt x="2155534" y="3721022"/>
                </a:lnTo>
                <a:cubicBezTo>
                  <a:pt x="2155201" y="3720528"/>
                  <a:pt x="2155201" y="3719864"/>
                  <a:pt x="2155534" y="3719360"/>
                </a:cubicBezTo>
                <a:lnTo>
                  <a:pt x="2166999" y="3699421"/>
                </a:lnTo>
                <a:cubicBezTo>
                  <a:pt x="2167332" y="3698923"/>
                  <a:pt x="2167831" y="3698590"/>
                  <a:pt x="2168412" y="3698589"/>
                </a:cubicBezTo>
                <a:lnTo>
                  <a:pt x="2191426" y="3698588"/>
                </a:lnTo>
                <a:cubicBezTo>
                  <a:pt x="2192007" y="3698589"/>
                  <a:pt x="2192505" y="3698921"/>
                  <a:pt x="2192837" y="3699422"/>
                </a:cubicBezTo>
                <a:lnTo>
                  <a:pt x="2204302" y="3719362"/>
                </a:lnTo>
                <a:cubicBezTo>
                  <a:pt x="2204635" y="3719857"/>
                  <a:pt x="2204634" y="3720522"/>
                  <a:pt x="2204302" y="3721019"/>
                </a:cubicBezTo>
                <a:lnTo>
                  <a:pt x="2192836" y="3740963"/>
                </a:lnTo>
                <a:cubicBezTo>
                  <a:pt x="2192504" y="3741465"/>
                  <a:pt x="2192005" y="3741796"/>
                  <a:pt x="2191424" y="3741797"/>
                </a:cubicBezTo>
                <a:close/>
                <a:moveTo>
                  <a:pt x="2047971" y="3709659"/>
                </a:moveTo>
                <a:cubicBezTo>
                  <a:pt x="2047390" y="3709657"/>
                  <a:pt x="2046890" y="3709327"/>
                  <a:pt x="2046559" y="3708826"/>
                </a:cubicBezTo>
                <a:lnTo>
                  <a:pt x="2035094" y="3688971"/>
                </a:lnTo>
                <a:cubicBezTo>
                  <a:pt x="2034762" y="3688556"/>
                  <a:pt x="2034762" y="3687890"/>
                  <a:pt x="2035094" y="3687392"/>
                </a:cubicBezTo>
                <a:lnTo>
                  <a:pt x="2046560" y="3667533"/>
                </a:lnTo>
                <a:cubicBezTo>
                  <a:pt x="2046892" y="3667033"/>
                  <a:pt x="2047392" y="3666701"/>
                  <a:pt x="2047973" y="3666701"/>
                </a:cubicBezTo>
                <a:lnTo>
                  <a:pt x="2070820" y="3666700"/>
                </a:lnTo>
                <a:cubicBezTo>
                  <a:pt x="2071401" y="3666701"/>
                  <a:pt x="2071899" y="3667033"/>
                  <a:pt x="2072233" y="3667531"/>
                </a:cubicBezTo>
                <a:lnTo>
                  <a:pt x="2083696" y="3687391"/>
                </a:lnTo>
                <a:cubicBezTo>
                  <a:pt x="2084029" y="3687806"/>
                  <a:pt x="2084028" y="3688471"/>
                  <a:pt x="2083696" y="3688968"/>
                </a:cubicBezTo>
                <a:lnTo>
                  <a:pt x="2072230" y="3708829"/>
                </a:lnTo>
                <a:cubicBezTo>
                  <a:pt x="2071898" y="3709327"/>
                  <a:pt x="2071400" y="3709658"/>
                  <a:pt x="2070818" y="3709659"/>
                </a:cubicBezTo>
                <a:close/>
                <a:moveTo>
                  <a:pt x="3242672" y="4075036"/>
                </a:moveTo>
                <a:cubicBezTo>
                  <a:pt x="3242340" y="4075035"/>
                  <a:pt x="3241841" y="4074537"/>
                  <a:pt x="3241841" y="4074537"/>
                </a:cubicBezTo>
                <a:lnTo>
                  <a:pt x="3235280" y="4063146"/>
                </a:lnTo>
                <a:cubicBezTo>
                  <a:pt x="3235114" y="4062898"/>
                  <a:pt x="3235281" y="4062231"/>
                  <a:pt x="3235281" y="4062231"/>
                </a:cubicBezTo>
                <a:lnTo>
                  <a:pt x="3241845" y="4050844"/>
                </a:lnTo>
                <a:cubicBezTo>
                  <a:pt x="3242011" y="4050510"/>
                  <a:pt x="3242676" y="4050344"/>
                  <a:pt x="3242676" y="4050344"/>
                </a:cubicBezTo>
                <a:lnTo>
                  <a:pt x="3255803" y="4050343"/>
                </a:lnTo>
                <a:cubicBezTo>
                  <a:pt x="3256136" y="4050341"/>
                  <a:pt x="3256634" y="4050840"/>
                  <a:pt x="3256634" y="4050840"/>
                </a:cubicBezTo>
                <a:lnTo>
                  <a:pt x="3263195" y="4062227"/>
                </a:lnTo>
                <a:cubicBezTo>
                  <a:pt x="3263363" y="4062475"/>
                  <a:pt x="3263196" y="4063140"/>
                  <a:pt x="3263196" y="4063140"/>
                </a:cubicBezTo>
                <a:lnTo>
                  <a:pt x="3256630" y="4074531"/>
                </a:lnTo>
                <a:cubicBezTo>
                  <a:pt x="3256464" y="4074865"/>
                  <a:pt x="3255798" y="4075033"/>
                  <a:pt x="3255798" y="4075033"/>
                </a:cubicBezTo>
                <a:close/>
                <a:moveTo>
                  <a:pt x="3361733" y="4109630"/>
                </a:moveTo>
                <a:cubicBezTo>
                  <a:pt x="3361317" y="4109631"/>
                  <a:pt x="3360735" y="4109050"/>
                  <a:pt x="3360735" y="4109050"/>
                </a:cubicBezTo>
                <a:lnTo>
                  <a:pt x="3352848" y="4095408"/>
                </a:lnTo>
                <a:cubicBezTo>
                  <a:pt x="3352681" y="4095078"/>
                  <a:pt x="3352848" y="4094328"/>
                  <a:pt x="3352848" y="4094328"/>
                </a:cubicBezTo>
                <a:lnTo>
                  <a:pt x="3360746" y="4080679"/>
                </a:lnTo>
                <a:cubicBezTo>
                  <a:pt x="3360995" y="4080349"/>
                  <a:pt x="3361744" y="4080097"/>
                  <a:pt x="3361744" y="4080097"/>
                </a:cubicBezTo>
                <a:lnTo>
                  <a:pt x="3377529" y="4080096"/>
                </a:lnTo>
                <a:cubicBezTo>
                  <a:pt x="3377945" y="4080094"/>
                  <a:pt x="3378525" y="4080679"/>
                  <a:pt x="3378525" y="4080679"/>
                </a:cubicBezTo>
                <a:lnTo>
                  <a:pt x="3386415" y="4094315"/>
                </a:lnTo>
                <a:cubicBezTo>
                  <a:pt x="3386582" y="4094646"/>
                  <a:pt x="3386415" y="4095395"/>
                  <a:pt x="3386415" y="4095395"/>
                </a:cubicBezTo>
                <a:lnTo>
                  <a:pt x="3378516" y="4109045"/>
                </a:lnTo>
                <a:cubicBezTo>
                  <a:pt x="3378267" y="4109377"/>
                  <a:pt x="3377518" y="4109628"/>
                  <a:pt x="3377518" y="4109628"/>
                </a:cubicBezTo>
                <a:close/>
                <a:moveTo>
                  <a:pt x="3421947" y="4125789"/>
                </a:moveTo>
                <a:cubicBezTo>
                  <a:pt x="3421615" y="4125792"/>
                  <a:pt x="3421033" y="4125206"/>
                  <a:pt x="3421033" y="4125206"/>
                </a:cubicBezTo>
                <a:lnTo>
                  <a:pt x="3413226" y="4111742"/>
                </a:lnTo>
                <a:cubicBezTo>
                  <a:pt x="3413060" y="4111410"/>
                  <a:pt x="3413225" y="4110663"/>
                  <a:pt x="3413225" y="4110663"/>
                </a:cubicBezTo>
                <a:lnTo>
                  <a:pt x="3421036" y="4097198"/>
                </a:lnTo>
                <a:cubicBezTo>
                  <a:pt x="3421203" y="4096865"/>
                  <a:pt x="3421951" y="4096615"/>
                  <a:pt x="3421951" y="4096615"/>
                </a:cubicBezTo>
                <a:lnTo>
                  <a:pt x="3437486" y="4096617"/>
                </a:lnTo>
                <a:cubicBezTo>
                  <a:pt x="3437819" y="4096615"/>
                  <a:pt x="3438400" y="4097200"/>
                  <a:pt x="3438400" y="4097200"/>
                </a:cubicBezTo>
                <a:lnTo>
                  <a:pt x="3446210" y="4110655"/>
                </a:lnTo>
                <a:cubicBezTo>
                  <a:pt x="3446376" y="4110993"/>
                  <a:pt x="3446210" y="4111735"/>
                  <a:pt x="3446210" y="4111735"/>
                </a:cubicBezTo>
                <a:lnTo>
                  <a:pt x="3438398" y="4125204"/>
                </a:lnTo>
                <a:cubicBezTo>
                  <a:pt x="3438232" y="4125535"/>
                  <a:pt x="3437483" y="4125791"/>
                  <a:pt x="3437483" y="4125791"/>
                </a:cubicBezTo>
                <a:close/>
                <a:moveTo>
                  <a:pt x="3301546" y="4093740"/>
                </a:moveTo>
                <a:cubicBezTo>
                  <a:pt x="3301131" y="4093741"/>
                  <a:pt x="3300548" y="4093159"/>
                  <a:pt x="3300548" y="4093159"/>
                </a:cubicBezTo>
                <a:lnTo>
                  <a:pt x="3292741" y="4079613"/>
                </a:lnTo>
                <a:cubicBezTo>
                  <a:pt x="3292575" y="4079279"/>
                  <a:pt x="3292741" y="4078532"/>
                  <a:pt x="3292741" y="4078532"/>
                </a:cubicBezTo>
                <a:lnTo>
                  <a:pt x="3300551" y="4064987"/>
                </a:lnTo>
                <a:cubicBezTo>
                  <a:pt x="3300801" y="4064652"/>
                  <a:pt x="3301548" y="4064403"/>
                  <a:pt x="3301548" y="4064403"/>
                </a:cubicBezTo>
                <a:lnTo>
                  <a:pt x="3317249" y="4064407"/>
                </a:lnTo>
                <a:cubicBezTo>
                  <a:pt x="3317665" y="4064406"/>
                  <a:pt x="3318246" y="4064990"/>
                  <a:pt x="3318246" y="4064990"/>
                </a:cubicBezTo>
                <a:lnTo>
                  <a:pt x="3326057" y="4078528"/>
                </a:lnTo>
                <a:cubicBezTo>
                  <a:pt x="3326223" y="4078862"/>
                  <a:pt x="3326057" y="4079609"/>
                  <a:pt x="3326057" y="4079609"/>
                </a:cubicBezTo>
                <a:lnTo>
                  <a:pt x="3318244" y="4093159"/>
                </a:lnTo>
                <a:cubicBezTo>
                  <a:pt x="3317996" y="4093490"/>
                  <a:pt x="3317248" y="4093741"/>
                  <a:pt x="3317248" y="4093741"/>
                </a:cubicBezTo>
                <a:close/>
                <a:moveTo>
                  <a:pt x="3541785" y="4159141"/>
                </a:moveTo>
                <a:cubicBezTo>
                  <a:pt x="3541369" y="4159143"/>
                  <a:pt x="3540787" y="4158561"/>
                  <a:pt x="3540787" y="4158561"/>
                </a:cubicBezTo>
                <a:lnTo>
                  <a:pt x="3532479" y="4144189"/>
                </a:lnTo>
                <a:cubicBezTo>
                  <a:pt x="3532230" y="4143857"/>
                  <a:pt x="3532480" y="4143025"/>
                  <a:pt x="3532480" y="4143025"/>
                </a:cubicBezTo>
                <a:lnTo>
                  <a:pt x="3540788" y="4128649"/>
                </a:lnTo>
                <a:cubicBezTo>
                  <a:pt x="3540954" y="4128318"/>
                  <a:pt x="3541785" y="4128068"/>
                  <a:pt x="3541785" y="4128068"/>
                </a:cubicBezTo>
                <a:lnTo>
                  <a:pt x="3558400" y="4128070"/>
                </a:lnTo>
                <a:cubicBezTo>
                  <a:pt x="3558816" y="4128068"/>
                  <a:pt x="3559397" y="4128652"/>
                  <a:pt x="3559397" y="4128652"/>
                </a:cubicBezTo>
                <a:lnTo>
                  <a:pt x="3567705" y="4143024"/>
                </a:lnTo>
                <a:cubicBezTo>
                  <a:pt x="3567954" y="4143358"/>
                  <a:pt x="3567705" y="4144188"/>
                  <a:pt x="3567705" y="4144188"/>
                </a:cubicBezTo>
                <a:lnTo>
                  <a:pt x="3559395" y="4158566"/>
                </a:lnTo>
                <a:cubicBezTo>
                  <a:pt x="3559230" y="4158897"/>
                  <a:pt x="3558398" y="4159147"/>
                  <a:pt x="3558398" y="4159147"/>
                </a:cubicBezTo>
                <a:close/>
                <a:moveTo>
                  <a:pt x="772880" y="3417816"/>
                </a:moveTo>
                <a:cubicBezTo>
                  <a:pt x="772464" y="3417818"/>
                  <a:pt x="771800" y="3417236"/>
                  <a:pt x="771800" y="3417236"/>
                </a:cubicBezTo>
                <a:lnTo>
                  <a:pt x="763079" y="3402105"/>
                </a:lnTo>
                <a:cubicBezTo>
                  <a:pt x="762830" y="3401687"/>
                  <a:pt x="763079" y="3400858"/>
                  <a:pt x="763079" y="3400858"/>
                </a:cubicBezTo>
                <a:lnTo>
                  <a:pt x="771807" y="3385719"/>
                </a:lnTo>
                <a:cubicBezTo>
                  <a:pt x="772058" y="3385383"/>
                  <a:pt x="772473" y="3385135"/>
                  <a:pt x="772888" y="3385137"/>
                </a:cubicBezTo>
                <a:lnTo>
                  <a:pt x="790419" y="3385131"/>
                </a:lnTo>
                <a:cubicBezTo>
                  <a:pt x="790835" y="3385129"/>
                  <a:pt x="791498" y="3385718"/>
                  <a:pt x="791498" y="3385718"/>
                </a:cubicBezTo>
                <a:lnTo>
                  <a:pt x="800218" y="3400847"/>
                </a:lnTo>
                <a:cubicBezTo>
                  <a:pt x="800469" y="3401260"/>
                  <a:pt x="800219" y="3402091"/>
                  <a:pt x="800219" y="3402091"/>
                </a:cubicBezTo>
                <a:lnTo>
                  <a:pt x="791489" y="3417238"/>
                </a:lnTo>
                <a:cubicBezTo>
                  <a:pt x="791241" y="3417566"/>
                  <a:pt x="790825" y="3417816"/>
                  <a:pt x="790409" y="3417816"/>
                </a:cubicBezTo>
                <a:close/>
                <a:moveTo>
                  <a:pt x="832670" y="3434835"/>
                </a:moveTo>
                <a:cubicBezTo>
                  <a:pt x="832256" y="3434833"/>
                  <a:pt x="831591" y="3434170"/>
                  <a:pt x="831591" y="3434170"/>
                </a:cubicBezTo>
                <a:lnTo>
                  <a:pt x="822535" y="3418470"/>
                </a:lnTo>
                <a:cubicBezTo>
                  <a:pt x="822285" y="3418137"/>
                  <a:pt x="822535" y="3417223"/>
                  <a:pt x="822535" y="3417223"/>
                </a:cubicBezTo>
                <a:lnTo>
                  <a:pt x="831592" y="3401520"/>
                </a:lnTo>
                <a:cubicBezTo>
                  <a:pt x="831840" y="3401104"/>
                  <a:pt x="832256" y="3400854"/>
                  <a:pt x="832671" y="3400855"/>
                </a:cubicBezTo>
                <a:lnTo>
                  <a:pt x="850782" y="3400857"/>
                </a:lnTo>
                <a:cubicBezTo>
                  <a:pt x="851197" y="3400855"/>
                  <a:pt x="851862" y="3401521"/>
                  <a:pt x="851862" y="3401521"/>
                </a:cubicBezTo>
                <a:lnTo>
                  <a:pt x="860917" y="3417222"/>
                </a:lnTo>
                <a:cubicBezTo>
                  <a:pt x="861168" y="3417554"/>
                  <a:pt x="860917" y="3418469"/>
                  <a:pt x="860917" y="3418469"/>
                </a:cubicBezTo>
                <a:lnTo>
                  <a:pt x="851861" y="3434176"/>
                </a:lnTo>
                <a:cubicBezTo>
                  <a:pt x="851612" y="3434590"/>
                  <a:pt x="851196" y="3434840"/>
                  <a:pt x="850781" y="3434838"/>
                </a:cubicBezTo>
                <a:close/>
                <a:moveTo>
                  <a:pt x="1494481" y="3612413"/>
                </a:moveTo>
                <a:cubicBezTo>
                  <a:pt x="1493982" y="3612411"/>
                  <a:pt x="1493317" y="3611752"/>
                  <a:pt x="1493317" y="3611752"/>
                </a:cubicBezTo>
                <a:lnTo>
                  <a:pt x="1483933" y="3595534"/>
                </a:lnTo>
                <a:cubicBezTo>
                  <a:pt x="1483685" y="3595118"/>
                  <a:pt x="1483933" y="3594206"/>
                  <a:pt x="1483933" y="3594206"/>
                </a:cubicBezTo>
                <a:lnTo>
                  <a:pt x="1493328" y="3577980"/>
                </a:lnTo>
                <a:cubicBezTo>
                  <a:pt x="1493578" y="3577562"/>
                  <a:pt x="1493992" y="3577314"/>
                  <a:pt x="1494491" y="3577314"/>
                </a:cubicBezTo>
                <a:lnTo>
                  <a:pt x="1513186" y="3577308"/>
                </a:lnTo>
                <a:cubicBezTo>
                  <a:pt x="1513684" y="3577306"/>
                  <a:pt x="1514348" y="3577975"/>
                  <a:pt x="1514348" y="3577975"/>
                </a:cubicBezTo>
                <a:lnTo>
                  <a:pt x="1523733" y="3594188"/>
                </a:lnTo>
                <a:cubicBezTo>
                  <a:pt x="1523982" y="3594604"/>
                  <a:pt x="1523733" y="3595517"/>
                  <a:pt x="1523733" y="3595517"/>
                </a:cubicBezTo>
                <a:lnTo>
                  <a:pt x="1514339" y="3611742"/>
                </a:lnTo>
                <a:cubicBezTo>
                  <a:pt x="1514087" y="3612163"/>
                  <a:pt x="1513673" y="3612408"/>
                  <a:pt x="1513175" y="3612410"/>
                </a:cubicBezTo>
                <a:close/>
                <a:moveTo>
                  <a:pt x="952846" y="3467349"/>
                </a:moveTo>
                <a:cubicBezTo>
                  <a:pt x="952347" y="3467350"/>
                  <a:pt x="951681" y="3466691"/>
                  <a:pt x="951681" y="3466691"/>
                </a:cubicBezTo>
                <a:lnTo>
                  <a:pt x="942379" y="3450564"/>
                </a:lnTo>
                <a:cubicBezTo>
                  <a:pt x="942131" y="3450146"/>
                  <a:pt x="942379" y="3449236"/>
                  <a:pt x="942379" y="3449236"/>
                </a:cubicBezTo>
                <a:lnTo>
                  <a:pt x="951686" y="3433107"/>
                </a:lnTo>
                <a:cubicBezTo>
                  <a:pt x="951937" y="3432687"/>
                  <a:pt x="952352" y="3432438"/>
                  <a:pt x="952851" y="3432440"/>
                </a:cubicBezTo>
                <a:lnTo>
                  <a:pt x="971460" y="3432439"/>
                </a:lnTo>
                <a:cubicBezTo>
                  <a:pt x="971960" y="3432436"/>
                  <a:pt x="972624" y="3433104"/>
                  <a:pt x="972624" y="3433104"/>
                </a:cubicBezTo>
                <a:lnTo>
                  <a:pt x="981927" y="3449225"/>
                </a:lnTo>
                <a:cubicBezTo>
                  <a:pt x="982175" y="3449643"/>
                  <a:pt x="981927" y="3450555"/>
                  <a:pt x="981927" y="3450555"/>
                </a:cubicBezTo>
                <a:lnTo>
                  <a:pt x="972618" y="3466690"/>
                </a:lnTo>
                <a:cubicBezTo>
                  <a:pt x="972368" y="3467104"/>
                  <a:pt x="971952" y="3467357"/>
                  <a:pt x="971454" y="3467354"/>
                </a:cubicBezTo>
                <a:close/>
                <a:moveTo>
                  <a:pt x="892682" y="3451289"/>
                </a:moveTo>
                <a:cubicBezTo>
                  <a:pt x="892182" y="3451290"/>
                  <a:pt x="891518" y="3450624"/>
                  <a:pt x="891518" y="3450624"/>
                </a:cubicBezTo>
                <a:lnTo>
                  <a:pt x="882296" y="3434672"/>
                </a:lnTo>
                <a:cubicBezTo>
                  <a:pt x="882047" y="3434256"/>
                  <a:pt x="882297" y="3433341"/>
                  <a:pt x="882297" y="3433341"/>
                </a:cubicBezTo>
                <a:lnTo>
                  <a:pt x="891519" y="3417389"/>
                </a:lnTo>
                <a:cubicBezTo>
                  <a:pt x="891768" y="3416976"/>
                  <a:pt x="892183" y="3416726"/>
                  <a:pt x="892682" y="3416724"/>
                </a:cubicBezTo>
                <a:lnTo>
                  <a:pt x="911125" y="3416724"/>
                </a:lnTo>
                <a:cubicBezTo>
                  <a:pt x="911624" y="3416725"/>
                  <a:pt x="912288" y="3417389"/>
                  <a:pt x="912288" y="3417389"/>
                </a:cubicBezTo>
                <a:lnTo>
                  <a:pt x="921510" y="3433341"/>
                </a:lnTo>
                <a:cubicBezTo>
                  <a:pt x="921760" y="3433754"/>
                  <a:pt x="921510" y="3434670"/>
                  <a:pt x="921510" y="3434670"/>
                </a:cubicBezTo>
                <a:lnTo>
                  <a:pt x="912286" y="3450627"/>
                </a:lnTo>
                <a:cubicBezTo>
                  <a:pt x="912038" y="3451044"/>
                  <a:pt x="911623" y="3451290"/>
                  <a:pt x="911124" y="3451291"/>
                </a:cubicBezTo>
                <a:close/>
                <a:moveTo>
                  <a:pt x="1072987" y="3499956"/>
                </a:moveTo>
                <a:cubicBezTo>
                  <a:pt x="1072486" y="3499962"/>
                  <a:pt x="1071823" y="3499294"/>
                  <a:pt x="1071823" y="3499294"/>
                </a:cubicBezTo>
                <a:lnTo>
                  <a:pt x="1062273" y="3482747"/>
                </a:lnTo>
                <a:cubicBezTo>
                  <a:pt x="1062024" y="3482331"/>
                  <a:pt x="1062273" y="3481417"/>
                  <a:pt x="1062273" y="3481417"/>
                </a:cubicBezTo>
                <a:lnTo>
                  <a:pt x="1071834" y="3464859"/>
                </a:lnTo>
                <a:cubicBezTo>
                  <a:pt x="1072083" y="3464444"/>
                  <a:pt x="1072498" y="3464195"/>
                  <a:pt x="1072997" y="3464193"/>
                </a:cubicBezTo>
                <a:lnTo>
                  <a:pt x="1092106" y="3464191"/>
                </a:lnTo>
                <a:cubicBezTo>
                  <a:pt x="1092606" y="3464189"/>
                  <a:pt x="1093270" y="3464852"/>
                  <a:pt x="1093270" y="3464852"/>
                </a:cubicBezTo>
                <a:lnTo>
                  <a:pt x="1102819" y="3481402"/>
                </a:lnTo>
                <a:cubicBezTo>
                  <a:pt x="1103068" y="3481817"/>
                  <a:pt x="1102819" y="3482733"/>
                  <a:pt x="1102819" y="3482733"/>
                </a:cubicBezTo>
                <a:lnTo>
                  <a:pt x="1093258" y="3499289"/>
                </a:lnTo>
                <a:cubicBezTo>
                  <a:pt x="1093010" y="3499703"/>
                  <a:pt x="1092594" y="3499956"/>
                  <a:pt x="1092095" y="3499956"/>
                </a:cubicBezTo>
                <a:close/>
                <a:moveTo>
                  <a:pt x="1012769" y="3483860"/>
                </a:moveTo>
                <a:cubicBezTo>
                  <a:pt x="1012271" y="3483857"/>
                  <a:pt x="1011607" y="3483192"/>
                  <a:pt x="1011607" y="3483192"/>
                </a:cubicBezTo>
                <a:lnTo>
                  <a:pt x="1002139" y="3466733"/>
                </a:lnTo>
                <a:cubicBezTo>
                  <a:pt x="1001889" y="3466316"/>
                  <a:pt x="1002139" y="3465402"/>
                  <a:pt x="1002139" y="3465402"/>
                </a:cubicBezTo>
                <a:lnTo>
                  <a:pt x="1011697" y="3448939"/>
                </a:lnTo>
                <a:cubicBezTo>
                  <a:pt x="1011946" y="3448523"/>
                  <a:pt x="1012362" y="3448273"/>
                  <a:pt x="1012861" y="3448272"/>
                </a:cubicBezTo>
                <a:lnTo>
                  <a:pt x="1031886" y="3448269"/>
                </a:lnTo>
                <a:cubicBezTo>
                  <a:pt x="1032385" y="3448271"/>
                  <a:pt x="1033049" y="3448937"/>
                  <a:pt x="1033049" y="3448937"/>
                </a:cubicBezTo>
                <a:lnTo>
                  <a:pt x="1042518" y="3465392"/>
                </a:lnTo>
                <a:cubicBezTo>
                  <a:pt x="1042768" y="3465809"/>
                  <a:pt x="1042518" y="3466724"/>
                  <a:pt x="1042518" y="3466724"/>
                </a:cubicBezTo>
                <a:lnTo>
                  <a:pt x="1032958" y="3483193"/>
                </a:lnTo>
                <a:cubicBezTo>
                  <a:pt x="1032710" y="3483608"/>
                  <a:pt x="1032294" y="3483860"/>
                  <a:pt x="1031795" y="3483857"/>
                </a:cubicBezTo>
                <a:close/>
                <a:moveTo>
                  <a:pt x="3179444" y="4064620"/>
                </a:moveTo>
                <a:cubicBezTo>
                  <a:pt x="3178945" y="4064621"/>
                  <a:pt x="3178280" y="4063958"/>
                  <a:pt x="3178280" y="4063958"/>
                </a:cubicBezTo>
                <a:lnTo>
                  <a:pt x="3168728" y="4047418"/>
                </a:lnTo>
                <a:cubicBezTo>
                  <a:pt x="3168478" y="4047005"/>
                  <a:pt x="3168727" y="4046091"/>
                  <a:pt x="3168727" y="4046091"/>
                </a:cubicBezTo>
                <a:lnTo>
                  <a:pt x="3178284" y="4029551"/>
                </a:lnTo>
                <a:cubicBezTo>
                  <a:pt x="3178532" y="4029136"/>
                  <a:pt x="3178948" y="4028888"/>
                  <a:pt x="3179446" y="4028887"/>
                </a:cubicBezTo>
                <a:lnTo>
                  <a:pt x="3198555" y="4028885"/>
                </a:lnTo>
                <a:cubicBezTo>
                  <a:pt x="3199054" y="4028885"/>
                  <a:pt x="3199717" y="4029552"/>
                  <a:pt x="3199717" y="4029552"/>
                </a:cubicBezTo>
                <a:lnTo>
                  <a:pt x="3209271" y="4046085"/>
                </a:lnTo>
                <a:cubicBezTo>
                  <a:pt x="3209521" y="4046503"/>
                  <a:pt x="3209271" y="4047415"/>
                  <a:pt x="3209271" y="4047415"/>
                </a:cubicBezTo>
                <a:lnTo>
                  <a:pt x="3199713" y="4063960"/>
                </a:lnTo>
                <a:cubicBezTo>
                  <a:pt x="3199464" y="4064377"/>
                  <a:pt x="3199049" y="4064626"/>
                  <a:pt x="3198552" y="4064621"/>
                </a:cubicBezTo>
                <a:close/>
                <a:moveTo>
                  <a:pt x="3480301" y="4145302"/>
                </a:moveTo>
                <a:cubicBezTo>
                  <a:pt x="3479803" y="4145304"/>
                  <a:pt x="3479386" y="4145057"/>
                  <a:pt x="3479137" y="4144641"/>
                </a:cubicBezTo>
                <a:lnTo>
                  <a:pt x="3469501" y="4128020"/>
                </a:lnTo>
                <a:cubicBezTo>
                  <a:pt x="3469253" y="4127604"/>
                  <a:pt x="3469252" y="4127107"/>
                  <a:pt x="3469502" y="4126690"/>
                </a:cubicBezTo>
                <a:lnTo>
                  <a:pt x="3479140" y="4110069"/>
                </a:lnTo>
                <a:cubicBezTo>
                  <a:pt x="3479389" y="4109655"/>
                  <a:pt x="3479805" y="4109405"/>
                  <a:pt x="3480304" y="4109403"/>
                </a:cubicBezTo>
                <a:lnTo>
                  <a:pt x="3499496" y="4109400"/>
                </a:lnTo>
                <a:cubicBezTo>
                  <a:pt x="3499994" y="4109402"/>
                  <a:pt x="3500409" y="4109651"/>
                  <a:pt x="3500659" y="4110067"/>
                </a:cubicBezTo>
                <a:lnTo>
                  <a:pt x="3510296" y="4126683"/>
                </a:lnTo>
                <a:cubicBezTo>
                  <a:pt x="3510544" y="4127101"/>
                  <a:pt x="3510544" y="4127600"/>
                  <a:pt x="3510295" y="4128016"/>
                </a:cubicBezTo>
                <a:lnTo>
                  <a:pt x="3500656" y="4144640"/>
                </a:lnTo>
                <a:cubicBezTo>
                  <a:pt x="3500404" y="4145061"/>
                  <a:pt x="3499990" y="4145307"/>
                  <a:pt x="3499492" y="4145308"/>
                </a:cubicBezTo>
                <a:close/>
                <a:moveTo>
                  <a:pt x="1133030" y="3516367"/>
                </a:moveTo>
                <a:cubicBezTo>
                  <a:pt x="1132531" y="3516369"/>
                  <a:pt x="1132116" y="3516119"/>
                  <a:pt x="1131867" y="3515702"/>
                </a:cubicBezTo>
                <a:lnTo>
                  <a:pt x="1122150" y="3498827"/>
                </a:lnTo>
                <a:cubicBezTo>
                  <a:pt x="1121900" y="3498330"/>
                  <a:pt x="1121902" y="3497827"/>
                  <a:pt x="1122150" y="3497413"/>
                </a:cubicBezTo>
                <a:lnTo>
                  <a:pt x="1131877" y="3480524"/>
                </a:lnTo>
                <a:cubicBezTo>
                  <a:pt x="1132126" y="3480106"/>
                  <a:pt x="1132541" y="3479860"/>
                  <a:pt x="1133040" y="3479857"/>
                </a:cubicBezTo>
                <a:lnTo>
                  <a:pt x="1152481" y="3479856"/>
                </a:lnTo>
                <a:cubicBezTo>
                  <a:pt x="1152980" y="3479852"/>
                  <a:pt x="1153396" y="3480101"/>
                  <a:pt x="1153645" y="3480518"/>
                </a:cubicBezTo>
                <a:lnTo>
                  <a:pt x="1163362" y="3497395"/>
                </a:lnTo>
                <a:cubicBezTo>
                  <a:pt x="1163611" y="3497895"/>
                  <a:pt x="1163612" y="3498393"/>
                  <a:pt x="1163361" y="3498812"/>
                </a:cubicBezTo>
                <a:lnTo>
                  <a:pt x="1153633" y="3515704"/>
                </a:lnTo>
                <a:cubicBezTo>
                  <a:pt x="1153385" y="3516117"/>
                  <a:pt x="1152968" y="3516370"/>
                  <a:pt x="1152470" y="3516371"/>
                </a:cubicBezTo>
                <a:close/>
                <a:moveTo>
                  <a:pt x="1193155" y="3532584"/>
                </a:moveTo>
                <a:cubicBezTo>
                  <a:pt x="1192739" y="3532585"/>
                  <a:pt x="1192241" y="3532335"/>
                  <a:pt x="1191991" y="3531919"/>
                </a:cubicBezTo>
                <a:lnTo>
                  <a:pt x="1182190" y="3514879"/>
                </a:lnTo>
                <a:cubicBezTo>
                  <a:pt x="1181942" y="3514463"/>
                  <a:pt x="1181941" y="3513882"/>
                  <a:pt x="1182190" y="3513468"/>
                </a:cubicBezTo>
                <a:lnTo>
                  <a:pt x="1192001" y="3496407"/>
                </a:lnTo>
                <a:cubicBezTo>
                  <a:pt x="1192251" y="3495991"/>
                  <a:pt x="1192665" y="3495744"/>
                  <a:pt x="1193165" y="3495742"/>
                </a:cubicBezTo>
                <a:lnTo>
                  <a:pt x="1212772" y="3495737"/>
                </a:lnTo>
                <a:cubicBezTo>
                  <a:pt x="1213188" y="3495736"/>
                  <a:pt x="1213686" y="3495986"/>
                  <a:pt x="1213935" y="3496402"/>
                </a:cubicBezTo>
                <a:lnTo>
                  <a:pt x="1223735" y="3513450"/>
                </a:lnTo>
                <a:cubicBezTo>
                  <a:pt x="1223984" y="3513864"/>
                  <a:pt x="1223984" y="3514448"/>
                  <a:pt x="1223735" y="3514860"/>
                </a:cubicBezTo>
                <a:lnTo>
                  <a:pt x="1213925" y="3531916"/>
                </a:lnTo>
                <a:cubicBezTo>
                  <a:pt x="1213675" y="3532334"/>
                  <a:pt x="1213259" y="3532586"/>
                  <a:pt x="1212759" y="3532591"/>
                </a:cubicBezTo>
                <a:close/>
                <a:moveTo>
                  <a:pt x="4082155" y="4306693"/>
                </a:moveTo>
                <a:cubicBezTo>
                  <a:pt x="4081658" y="4306690"/>
                  <a:pt x="4081241" y="4306444"/>
                  <a:pt x="4080991" y="4306031"/>
                </a:cubicBezTo>
                <a:lnTo>
                  <a:pt x="4071356" y="4289328"/>
                </a:lnTo>
                <a:cubicBezTo>
                  <a:pt x="4071106" y="4288913"/>
                  <a:pt x="4071106" y="4288415"/>
                  <a:pt x="4071356" y="4288000"/>
                </a:cubicBezTo>
                <a:lnTo>
                  <a:pt x="4080995" y="4271292"/>
                </a:lnTo>
                <a:cubicBezTo>
                  <a:pt x="4081243" y="4270879"/>
                  <a:pt x="4081659" y="4270631"/>
                  <a:pt x="4082158" y="4270627"/>
                </a:cubicBezTo>
                <a:lnTo>
                  <a:pt x="4101516" y="4270626"/>
                </a:lnTo>
                <a:cubicBezTo>
                  <a:pt x="4102014" y="4270625"/>
                  <a:pt x="4102430" y="4270875"/>
                  <a:pt x="4102679" y="4271291"/>
                </a:cubicBezTo>
                <a:lnTo>
                  <a:pt x="4112315" y="4287993"/>
                </a:lnTo>
                <a:cubicBezTo>
                  <a:pt x="4112563" y="4288410"/>
                  <a:pt x="4112564" y="4288904"/>
                  <a:pt x="4112315" y="4289322"/>
                </a:cubicBezTo>
                <a:lnTo>
                  <a:pt x="4102674" y="4306035"/>
                </a:lnTo>
                <a:cubicBezTo>
                  <a:pt x="4102426" y="4306448"/>
                  <a:pt x="4102010" y="4306694"/>
                  <a:pt x="4101512" y="4306695"/>
                </a:cubicBezTo>
                <a:close/>
                <a:moveTo>
                  <a:pt x="3600517" y="4177893"/>
                </a:moveTo>
                <a:cubicBezTo>
                  <a:pt x="3600019" y="4177894"/>
                  <a:pt x="3599603" y="4177644"/>
                  <a:pt x="3599354" y="4177228"/>
                </a:cubicBezTo>
                <a:lnTo>
                  <a:pt x="3589634" y="4160280"/>
                </a:lnTo>
                <a:cubicBezTo>
                  <a:pt x="3589386" y="4159863"/>
                  <a:pt x="3589386" y="4159281"/>
                  <a:pt x="3589635" y="4158865"/>
                </a:cubicBezTo>
                <a:lnTo>
                  <a:pt x="3599439" y="4141913"/>
                </a:lnTo>
                <a:cubicBezTo>
                  <a:pt x="3599688" y="4141499"/>
                  <a:pt x="3600104" y="4141248"/>
                  <a:pt x="3600602" y="4141249"/>
                </a:cubicBezTo>
                <a:lnTo>
                  <a:pt x="3620126" y="4141249"/>
                </a:lnTo>
                <a:cubicBezTo>
                  <a:pt x="3620624" y="4141250"/>
                  <a:pt x="3621040" y="4141497"/>
                  <a:pt x="3621289" y="4141914"/>
                </a:cubicBezTo>
                <a:lnTo>
                  <a:pt x="3631008" y="4158864"/>
                </a:lnTo>
                <a:cubicBezTo>
                  <a:pt x="3631258" y="4159276"/>
                  <a:pt x="3631258" y="4159858"/>
                  <a:pt x="3631008" y="4160276"/>
                </a:cubicBezTo>
                <a:lnTo>
                  <a:pt x="3621202" y="4177235"/>
                </a:lnTo>
                <a:cubicBezTo>
                  <a:pt x="3620954" y="4177649"/>
                  <a:pt x="3620538" y="4177899"/>
                  <a:pt x="3620039" y="4177900"/>
                </a:cubicBezTo>
                <a:close/>
                <a:moveTo>
                  <a:pt x="1253235" y="3548959"/>
                </a:moveTo>
                <a:cubicBezTo>
                  <a:pt x="1252737" y="3548960"/>
                  <a:pt x="1252239" y="3548710"/>
                  <a:pt x="1251991" y="3548292"/>
                </a:cubicBezTo>
                <a:lnTo>
                  <a:pt x="1242106" y="3531086"/>
                </a:lnTo>
                <a:cubicBezTo>
                  <a:pt x="1241857" y="3530670"/>
                  <a:pt x="1241859" y="3530084"/>
                  <a:pt x="1242108" y="3529668"/>
                </a:cubicBezTo>
                <a:lnTo>
                  <a:pt x="1252001" y="3512449"/>
                </a:lnTo>
                <a:cubicBezTo>
                  <a:pt x="1252250" y="3512032"/>
                  <a:pt x="1252748" y="3511782"/>
                  <a:pt x="1253246" y="3511781"/>
                </a:cubicBezTo>
                <a:lnTo>
                  <a:pt x="1273103" y="3511779"/>
                </a:lnTo>
                <a:cubicBezTo>
                  <a:pt x="1273603" y="3511775"/>
                  <a:pt x="1274101" y="3512026"/>
                  <a:pt x="1274351" y="3512441"/>
                </a:cubicBezTo>
                <a:lnTo>
                  <a:pt x="1284232" y="3529656"/>
                </a:lnTo>
                <a:cubicBezTo>
                  <a:pt x="1284481" y="3530071"/>
                  <a:pt x="1284480" y="3530654"/>
                  <a:pt x="1284231" y="3531070"/>
                </a:cubicBezTo>
                <a:lnTo>
                  <a:pt x="1274339" y="3548290"/>
                </a:lnTo>
                <a:cubicBezTo>
                  <a:pt x="1274088" y="3548711"/>
                  <a:pt x="1273589" y="3548963"/>
                  <a:pt x="1273092" y="3548957"/>
                </a:cubicBezTo>
                <a:close/>
                <a:moveTo>
                  <a:pt x="1313485" y="3565132"/>
                </a:moveTo>
                <a:cubicBezTo>
                  <a:pt x="1312987" y="3565133"/>
                  <a:pt x="1312571" y="3564884"/>
                  <a:pt x="1312322" y="3564467"/>
                </a:cubicBezTo>
                <a:lnTo>
                  <a:pt x="1302602" y="3547603"/>
                </a:lnTo>
                <a:cubicBezTo>
                  <a:pt x="1302353" y="3547105"/>
                  <a:pt x="1302353" y="3546606"/>
                  <a:pt x="1302602" y="3546191"/>
                </a:cubicBezTo>
                <a:lnTo>
                  <a:pt x="1312323" y="3529325"/>
                </a:lnTo>
                <a:cubicBezTo>
                  <a:pt x="1312571" y="3528910"/>
                  <a:pt x="1312987" y="3528661"/>
                  <a:pt x="1313485" y="3528661"/>
                </a:cubicBezTo>
                <a:lnTo>
                  <a:pt x="1332926" y="3528661"/>
                </a:lnTo>
                <a:cubicBezTo>
                  <a:pt x="1333424" y="3528661"/>
                  <a:pt x="1333840" y="3528910"/>
                  <a:pt x="1334089" y="3529326"/>
                </a:cubicBezTo>
                <a:lnTo>
                  <a:pt x="1343810" y="3546190"/>
                </a:lnTo>
                <a:cubicBezTo>
                  <a:pt x="1344059" y="3546688"/>
                  <a:pt x="1344059" y="3547188"/>
                  <a:pt x="1343810" y="3547602"/>
                </a:cubicBezTo>
                <a:lnTo>
                  <a:pt x="1334089" y="3564468"/>
                </a:lnTo>
                <a:cubicBezTo>
                  <a:pt x="1333840" y="3564885"/>
                  <a:pt x="1333424" y="3565134"/>
                  <a:pt x="1332926" y="3565134"/>
                </a:cubicBezTo>
                <a:close/>
                <a:moveTo>
                  <a:pt x="1373579" y="3581321"/>
                </a:moveTo>
                <a:cubicBezTo>
                  <a:pt x="1373080" y="3581323"/>
                  <a:pt x="1372583" y="3581073"/>
                  <a:pt x="1372333" y="3580660"/>
                </a:cubicBezTo>
                <a:lnTo>
                  <a:pt x="1362449" y="3563452"/>
                </a:lnTo>
                <a:cubicBezTo>
                  <a:pt x="1362199" y="3563039"/>
                  <a:pt x="1362200" y="3562455"/>
                  <a:pt x="1362450" y="3562037"/>
                </a:cubicBezTo>
                <a:lnTo>
                  <a:pt x="1372342" y="3544820"/>
                </a:lnTo>
                <a:cubicBezTo>
                  <a:pt x="1372592" y="3544402"/>
                  <a:pt x="1373089" y="3544155"/>
                  <a:pt x="1373587" y="3544154"/>
                </a:cubicBezTo>
                <a:lnTo>
                  <a:pt x="1393445" y="3544148"/>
                </a:lnTo>
                <a:cubicBezTo>
                  <a:pt x="1393944" y="3544147"/>
                  <a:pt x="1394441" y="3544401"/>
                  <a:pt x="1394692" y="3544813"/>
                </a:cubicBezTo>
                <a:lnTo>
                  <a:pt x="1404574" y="3562024"/>
                </a:lnTo>
                <a:cubicBezTo>
                  <a:pt x="1404823" y="3562440"/>
                  <a:pt x="1404823" y="3563022"/>
                  <a:pt x="1404573" y="3563439"/>
                </a:cubicBezTo>
                <a:lnTo>
                  <a:pt x="1394681" y="3580659"/>
                </a:lnTo>
                <a:cubicBezTo>
                  <a:pt x="1394432" y="3581073"/>
                  <a:pt x="1393932" y="3581328"/>
                  <a:pt x="1393434" y="3581326"/>
                </a:cubicBezTo>
                <a:close/>
                <a:moveTo>
                  <a:pt x="1433575" y="3597867"/>
                </a:moveTo>
                <a:cubicBezTo>
                  <a:pt x="1433078" y="3597865"/>
                  <a:pt x="1432577" y="3597538"/>
                  <a:pt x="1432328" y="3597121"/>
                </a:cubicBezTo>
                <a:lnTo>
                  <a:pt x="1422277" y="3579673"/>
                </a:lnTo>
                <a:cubicBezTo>
                  <a:pt x="1422028" y="3579256"/>
                  <a:pt x="1422028" y="3578677"/>
                  <a:pt x="1422277" y="3578262"/>
                </a:cubicBezTo>
                <a:lnTo>
                  <a:pt x="1432331" y="3560807"/>
                </a:lnTo>
                <a:cubicBezTo>
                  <a:pt x="1432580" y="3560306"/>
                  <a:pt x="1433079" y="3560060"/>
                  <a:pt x="1433578" y="3560056"/>
                </a:cubicBezTo>
                <a:lnTo>
                  <a:pt x="1453683" y="3560058"/>
                </a:lnTo>
                <a:cubicBezTo>
                  <a:pt x="1454181" y="3560059"/>
                  <a:pt x="1454680" y="3560392"/>
                  <a:pt x="1454930" y="3560806"/>
                </a:cubicBezTo>
                <a:lnTo>
                  <a:pt x="1464981" y="3578256"/>
                </a:lnTo>
                <a:cubicBezTo>
                  <a:pt x="1465230" y="3578672"/>
                  <a:pt x="1465230" y="3579253"/>
                  <a:pt x="1464981" y="3579669"/>
                </a:cubicBezTo>
                <a:lnTo>
                  <a:pt x="1454926" y="3597122"/>
                </a:lnTo>
                <a:cubicBezTo>
                  <a:pt x="1454677" y="3597624"/>
                  <a:pt x="1454178" y="3597872"/>
                  <a:pt x="1453680" y="3597873"/>
                </a:cubicBezTo>
                <a:close/>
                <a:moveTo>
                  <a:pt x="3660405" y="4194563"/>
                </a:moveTo>
                <a:cubicBezTo>
                  <a:pt x="3659906" y="4194564"/>
                  <a:pt x="3659408" y="4194233"/>
                  <a:pt x="3659160" y="4193814"/>
                </a:cubicBezTo>
                <a:lnTo>
                  <a:pt x="3649024" y="4176285"/>
                </a:lnTo>
                <a:cubicBezTo>
                  <a:pt x="3648776" y="4175866"/>
                  <a:pt x="3648776" y="4175285"/>
                  <a:pt x="3649026" y="4174866"/>
                </a:cubicBezTo>
                <a:lnTo>
                  <a:pt x="3659164" y="4157329"/>
                </a:lnTo>
                <a:cubicBezTo>
                  <a:pt x="3659413" y="4156829"/>
                  <a:pt x="3659911" y="4156581"/>
                  <a:pt x="3660409" y="4156581"/>
                </a:cubicBezTo>
                <a:lnTo>
                  <a:pt x="3680682" y="4156575"/>
                </a:lnTo>
                <a:cubicBezTo>
                  <a:pt x="3681181" y="4156576"/>
                  <a:pt x="3681678" y="4156911"/>
                  <a:pt x="3681928" y="4157324"/>
                </a:cubicBezTo>
                <a:lnTo>
                  <a:pt x="3692062" y="4174859"/>
                </a:lnTo>
                <a:cubicBezTo>
                  <a:pt x="3692311" y="4175275"/>
                  <a:pt x="3692312" y="4175854"/>
                  <a:pt x="3692062" y="4176271"/>
                </a:cubicBezTo>
                <a:lnTo>
                  <a:pt x="3681922" y="4193818"/>
                </a:lnTo>
                <a:cubicBezTo>
                  <a:pt x="3681673" y="4194316"/>
                  <a:pt x="3681174" y="4194568"/>
                  <a:pt x="3680675" y="4194569"/>
                </a:cubicBezTo>
                <a:close/>
                <a:moveTo>
                  <a:pt x="3118701" y="4049523"/>
                </a:moveTo>
                <a:cubicBezTo>
                  <a:pt x="3118202" y="4049524"/>
                  <a:pt x="3117704" y="4049194"/>
                  <a:pt x="3117456" y="4048774"/>
                </a:cubicBezTo>
                <a:lnTo>
                  <a:pt x="3107320" y="4031245"/>
                </a:lnTo>
                <a:cubicBezTo>
                  <a:pt x="3107070" y="4030832"/>
                  <a:pt x="3107070" y="4030251"/>
                  <a:pt x="3107320" y="4029833"/>
                </a:cubicBezTo>
                <a:lnTo>
                  <a:pt x="3117457" y="4012299"/>
                </a:lnTo>
                <a:cubicBezTo>
                  <a:pt x="3117706" y="4011801"/>
                  <a:pt x="3118205" y="4011548"/>
                  <a:pt x="3118702" y="4011555"/>
                </a:cubicBezTo>
                <a:lnTo>
                  <a:pt x="3138974" y="4011550"/>
                </a:lnTo>
                <a:cubicBezTo>
                  <a:pt x="3139473" y="4011551"/>
                  <a:pt x="3139971" y="4011882"/>
                  <a:pt x="3140219" y="4012301"/>
                </a:cubicBezTo>
                <a:lnTo>
                  <a:pt x="3150356" y="4029829"/>
                </a:lnTo>
                <a:cubicBezTo>
                  <a:pt x="3150605" y="4030243"/>
                  <a:pt x="3150604" y="4030827"/>
                  <a:pt x="3150355" y="4031244"/>
                </a:cubicBezTo>
                <a:lnTo>
                  <a:pt x="3140218" y="4048779"/>
                </a:lnTo>
                <a:cubicBezTo>
                  <a:pt x="3139968" y="4049280"/>
                  <a:pt x="3139470" y="4049529"/>
                  <a:pt x="3138971" y="4049529"/>
                </a:cubicBezTo>
                <a:close/>
                <a:moveTo>
                  <a:pt x="3961009" y="4275714"/>
                </a:moveTo>
                <a:cubicBezTo>
                  <a:pt x="3960510" y="4275715"/>
                  <a:pt x="3960012" y="4275385"/>
                  <a:pt x="3959763" y="4274968"/>
                </a:cubicBezTo>
                <a:lnTo>
                  <a:pt x="3949379" y="4256934"/>
                </a:lnTo>
                <a:cubicBezTo>
                  <a:pt x="3949129" y="4256438"/>
                  <a:pt x="3949130" y="4255856"/>
                  <a:pt x="3949379" y="4255440"/>
                </a:cubicBezTo>
                <a:lnTo>
                  <a:pt x="3959852" y="4237393"/>
                </a:lnTo>
                <a:cubicBezTo>
                  <a:pt x="3960100" y="4236896"/>
                  <a:pt x="3960599" y="4236648"/>
                  <a:pt x="3961097" y="4236648"/>
                </a:cubicBezTo>
                <a:lnTo>
                  <a:pt x="3981952" y="4236641"/>
                </a:lnTo>
                <a:cubicBezTo>
                  <a:pt x="3982451" y="4236641"/>
                  <a:pt x="3982949" y="4236973"/>
                  <a:pt x="3983198" y="4237390"/>
                </a:cubicBezTo>
                <a:lnTo>
                  <a:pt x="3993580" y="4255428"/>
                </a:lnTo>
                <a:cubicBezTo>
                  <a:pt x="3993829" y="4255928"/>
                  <a:pt x="3993829" y="4256510"/>
                  <a:pt x="3993580" y="4256923"/>
                </a:cubicBezTo>
                <a:lnTo>
                  <a:pt x="3983106" y="4274976"/>
                </a:lnTo>
                <a:cubicBezTo>
                  <a:pt x="3982858" y="4275470"/>
                  <a:pt x="3982358" y="4275721"/>
                  <a:pt x="3981861" y="4275716"/>
                </a:cubicBezTo>
                <a:close/>
                <a:moveTo>
                  <a:pt x="3780442" y="4227447"/>
                </a:moveTo>
                <a:cubicBezTo>
                  <a:pt x="3779944" y="4227449"/>
                  <a:pt x="3779445" y="4227118"/>
                  <a:pt x="3779196" y="4226702"/>
                </a:cubicBezTo>
                <a:lnTo>
                  <a:pt x="3768728" y="4208589"/>
                </a:lnTo>
                <a:cubicBezTo>
                  <a:pt x="3768480" y="4208088"/>
                  <a:pt x="3768480" y="4207505"/>
                  <a:pt x="3768729" y="4207090"/>
                </a:cubicBezTo>
                <a:lnTo>
                  <a:pt x="3779200" y="4188966"/>
                </a:lnTo>
                <a:cubicBezTo>
                  <a:pt x="3779449" y="4188470"/>
                  <a:pt x="3779948" y="4188218"/>
                  <a:pt x="3780446" y="4188220"/>
                </a:cubicBezTo>
                <a:lnTo>
                  <a:pt x="3801384" y="4188214"/>
                </a:lnTo>
                <a:cubicBezTo>
                  <a:pt x="3801882" y="4188217"/>
                  <a:pt x="3802380" y="4188548"/>
                  <a:pt x="3802629" y="4188963"/>
                </a:cubicBezTo>
                <a:lnTo>
                  <a:pt x="3813095" y="4207084"/>
                </a:lnTo>
                <a:cubicBezTo>
                  <a:pt x="3813345" y="4207580"/>
                  <a:pt x="3813344" y="4208164"/>
                  <a:pt x="3813095" y="4208578"/>
                </a:cubicBezTo>
                <a:lnTo>
                  <a:pt x="3802622" y="4226710"/>
                </a:lnTo>
                <a:cubicBezTo>
                  <a:pt x="3802373" y="4227207"/>
                  <a:pt x="3801875" y="4227456"/>
                  <a:pt x="3801377" y="4227454"/>
                </a:cubicBezTo>
                <a:close/>
                <a:moveTo>
                  <a:pt x="4021136" y="4292094"/>
                </a:moveTo>
                <a:cubicBezTo>
                  <a:pt x="4020555" y="4292095"/>
                  <a:pt x="4020057" y="4291841"/>
                  <a:pt x="4019807" y="4291345"/>
                </a:cubicBezTo>
                <a:lnTo>
                  <a:pt x="4009259" y="4272975"/>
                </a:lnTo>
                <a:cubicBezTo>
                  <a:pt x="4009010" y="4272476"/>
                  <a:pt x="4009010" y="4271977"/>
                  <a:pt x="4009259" y="4271478"/>
                </a:cubicBezTo>
                <a:lnTo>
                  <a:pt x="4019817" y="4253092"/>
                </a:lnTo>
                <a:cubicBezTo>
                  <a:pt x="4020150" y="4252591"/>
                  <a:pt x="4020648" y="4252345"/>
                  <a:pt x="4021147" y="4252342"/>
                </a:cubicBezTo>
                <a:lnTo>
                  <a:pt x="4042334" y="4252338"/>
                </a:lnTo>
                <a:cubicBezTo>
                  <a:pt x="4042915" y="4252336"/>
                  <a:pt x="4043412" y="4252588"/>
                  <a:pt x="4043664" y="4253082"/>
                </a:cubicBezTo>
                <a:lnTo>
                  <a:pt x="4054209" y="4271463"/>
                </a:lnTo>
                <a:cubicBezTo>
                  <a:pt x="4054459" y="4271959"/>
                  <a:pt x="4054459" y="4272459"/>
                  <a:pt x="4054209" y="4272958"/>
                </a:cubicBezTo>
                <a:lnTo>
                  <a:pt x="4043650" y="4291348"/>
                </a:lnTo>
                <a:cubicBezTo>
                  <a:pt x="4043317" y="4291848"/>
                  <a:pt x="4042819" y="4292097"/>
                  <a:pt x="4042321" y="4292098"/>
                </a:cubicBezTo>
                <a:close/>
                <a:moveTo>
                  <a:pt x="3720198" y="4211538"/>
                </a:moveTo>
                <a:cubicBezTo>
                  <a:pt x="3719700" y="4211539"/>
                  <a:pt x="3719200" y="4211209"/>
                  <a:pt x="3718952" y="4210793"/>
                </a:cubicBezTo>
                <a:lnTo>
                  <a:pt x="3708483" y="4192683"/>
                </a:lnTo>
                <a:cubicBezTo>
                  <a:pt x="3708234" y="4192186"/>
                  <a:pt x="3708234" y="4191603"/>
                  <a:pt x="3708483" y="4191189"/>
                </a:cubicBezTo>
                <a:lnTo>
                  <a:pt x="3718952" y="4173072"/>
                </a:lnTo>
                <a:cubicBezTo>
                  <a:pt x="3719201" y="4172573"/>
                  <a:pt x="3719700" y="4172326"/>
                  <a:pt x="3720197" y="4172328"/>
                </a:cubicBezTo>
                <a:lnTo>
                  <a:pt x="3741134" y="4172326"/>
                </a:lnTo>
                <a:cubicBezTo>
                  <a:pt x="3741633" y="4172327"/>
                  <a:pt x="3742131" y="4172658"/>
                  <a:pt x="3742380" y="4173074"/>
                </a:cubicBezTo>
                <a:lnTo>
                  <a:pt x="3752848" y="4191185"/>
                </a:lnTo>
                <a:cubicBezTo>
                  <a:pt x="3753098" y="4191681"/>
                  <a:pt x="3753097" y="4192265"/>
                  <a:pt x="3752847" y="4192681"/>
                </a:cubicBezTo>
                <a:lnTo>
                  <a:pt x="3742377" y="4210800"/>
                </a:lnTo>
                <a:cubicBezTo>
                  <a:pt x="3742129" y="4211298"/>
                  <a:pt x="3741631" y="4211547"/>
                  <a:pt x="3741132" y="4211548"/>
                </a:cubicBezTo>
                <a:close/>
                <a:moveTo>
                  <a:pt x="1854276" y="3711730"/>
                </a:moveTo>
                <a:cubicBezTo>
                  <a:pt x="1853695" y="3711727"/>
                  <a:pt x="1853196" y="3711480"/>
                  <a:pt x="1852945" y="3710987"/>
                </a:cubicBezTo>
                <a:lnTo>
                  <a:pt x="1842232" y="3692364"/>
                </a:lnTo>
                <a:cubicBezTo>
                  <a:pt x="1841983" y="3691948"/>
                  <a:pt x="1841982" y="3691370"/>
                  <a:pt x="1842233" y="3690864"/>
                </a:cubicBezTo>
                <a:lnTo>
                  <a:pt x="1852956" y="3672232"/>
                </a:lnTo>
                <a:cubicBezTo>
                  <a:pt x="1853288" y="3671817"/>
                  <a:pt x="1853788" y="3671481"/>
                  <a:pt x="1854285" y="3671484"/>
                </a:cubicBezTo>
                <a:lnTo>
                  <a:pt x="1875723" y="3671476"/>
                </a:lnTo>
                <a:cubicBezTo>
                  <a:pt x="1876303" y="3671476"/>
                  <a:pt x="1876802" y="3671726"/>
                  <a:pt x="1877051" y="3672226"/>
                </a:cubicBezTo>
                <a:lnTo>
                  <a:pt x="1887764" y="3690849"/>
                </a:lnTo>
                <a:cubicBezTo>
                  <a:pt x="1888014" y="3691267"/>
                  <a:pt x="1888014" y="3691848"/>
                  <a:pt x="1887763" y="3692348"/>
                </a:cubicBezTo>
                <a:lnTo>
                  <a:pt x="1877038" y="3710988"/>
                </a:lnTo>
                <a:cubicBezTo>
                  <a:pt x="1876707" y="3711402"/>
                  <a:pt x="1876207" y="3711737"/>
                  <a:pt x="1875710" y="3711732"/>
                </a:cubicBezTo>
                <a:close/>
                <a:moveTo>
                  <a:pt x="3900600" y="4260070"/>
                </a:moveTo>
                <a:cubicBezTo>
                  <a:pt x="3900018" y="4260070"/>
                  <a:pt x="3899519" y="4259824"/>
                  <a:pt x="3899269" y="4259327"/>
                </a:cubicBezTo>
                <a:lnTo>
                  <a:pt x="3888555" y="4240707"/>
                </a:lnTo>
                <a:cubicBezTo>
                  <a:pt x="3888306" y="4240291"/>
                  <a:pt x="3888307" y="4239708"/>
                  <a:pt x="3888556" y="4239209"/>
                </a:cubicBezTo>
                <a:lnTo>
                  <a:pt x="3899279" y="4220575"/>
                </a:lnTo>
                <a:cubicBezTo>
                  <a:pt x="3899612" y="4220158"/>
                  <a:pt x="3900111" y="4219824"/>
                  <a:pt x="3900610" y="4219826"/>
                </a:cubicBezTo>
                <a:lnTo>
                  <a:pt x="3922046" y="4219820"/>
                </a:lnTo>
                <a:cubicBezTo>
                  <a:pt x="3922626" y="4219820"/>
                  <a:pt x="3923126" y="4220067"/>
                  <a:pt x="3923374" y="4220570"/>
                </a:cubicBezTo>
                <a:lnTo>
                  <a:pt x="3934087" y="4239194"/>
                </a:lnTo>
                <a:cubicBezTo>
                  <a:pt x="3934336" y="4239609"/>
                  <a:pt x="3934336" y="4240191"/>
                  <a:pt x="3934087" y="4240690"/>
                </a:cubicBezTo>
                <a:lnTo>
                  <a:pt x="3923362" y="4259328"/>
                </a:lnTo>
                <a:cubicBezTo>
                  <a:pt x="3923031" y="4259742"/>
                  <a:pt x="3922531" y="4260077"/>
                  <a:pt x="3922033" y="4260075"/>
                </a:cubicBezTo>
                <a:close/>
                <a:moveTo>
                  <a:pt x="3840478" y="4244084"/>
                </a:moveTo>
                <a:cubicBezTo>
                  <a:pt x="3839897" y="4244085"/>
                  <a:pt x="3839398" y="4243835"/>
                  <a:pt x="3839149" y="4243338"/>
                </a:cubicBezTo>
                <a:lnTo>
                  <a:pt x="3828597" y="4224981"/>
                </a:lnTo>
                <a:cubicBezTo>
                  <a:pt x="3828348" y="4224480"/>
                  <a:pt x="3828348" y="4223982"/>
                  <a:pt x="3828597" y="4223483"/>
                </a:cubicBezTo>
                <a:lnTo>
                  <a:pt x="3839149" y="4205121"/>
                </a:lnTo>
                <a:cubicBezTo>
                  <a:pt x="3839481" y="4204620"/>
                  <a:pt x="3839980" y="4204371"/>
                  <a:pt x="3840478" y="4204373"/>
                </a:cubicBezTo>
                <a:lnTo>
                  <a:pt x="3861663" y="4204372"/>
                </a:lnTo>
                <a:cubicBezTo>
                  <a:pt x="3862245" y="4204373"/>
                  <a:pt x="3862742" y="4204622"/>
                  <a:pt x="3862993" y="4205119"/>
                </a:cubicBezTo>
                <a:lnTo>
                  <a:pt x="3873544" y="4223480"/>
                </a:lnTo>
                <a:cubicBezTo>
                  <a:pt x="3873793" y="4223980"/>
                  <a:pt x="3873793" y="4224477"/>
                  <a:pt x="3873544" y="4224976"/>
                </a:cubicBezTo>
                <a:lnTo>
                  <a:pt x="3862992" y="4243341"/>
                </a:lnTo>
                <a:cubicBezTo>
                  <a:pt x="3862658" y="4243841"/>
                  <a:pt x="3862160" y="4244090"/>
                  <a:pt x="3861662" y="4244088"/>
                </a:cubicBezTo>
                <a:close/>
                <a:moveTo>
                  <a:pt x="2034730" y="3760275"/>
                </a:moveTo>
                <a:cubicBezTo>
                  <a:pt x="2034148" y="3760276"/>
                  <a:pt x="2033650" y="3760029"/>
                  <a:pt x="2033399" y="3759533"/>
                </a:cubicBezTo>
                <a:lnTo>
                  <a:pt x="2022601" y="3740832"/>
                </a:lnTo>
                <a:cubicBezTo>
                  <a:pt x="2022351" y="3740419"/>
                  <a:pt x="2022352" y="3739838"/>
                  <a:pt x="2022601" y="3739336"/>
                </a:cubicBezTo>
                <a:lnTo>
                  <a:pt x="2033407" y="3720624"/>
                </a:lnTo>
                <a:cubicBezTo>
                  <a:pt x="2033657" y="3720205"/>
                  <a:pt x="2034239" y="3719872"/>
                  <a:pt x="2034737" y="3719874"/>
                </a:cubicBezTo>
                <a:lnTo>
                  <a:pt x="2056339" y="3719868"/>
                </a:lnTo>
                <a:cubicBezTo>
                  <a:pt x="2056921" y="3719867"/>
                  <a:pt x="2057419" y="3720117"/>
                  <a:pt x="2057668" y="3720615"/>
                </a:cubicBezTo>
                <a:lnTo>
                  <a:pt x="2068465" y="3739320"/>
                </a:lnTo>
                <a:cubicBezTo>
                  <a:pt x="2068714" y="3739738"/>
                  <a:pt x="2068713" y="3740324"/>
                  <a:pt x="2068465" y="3740820"/>
                </a:cubicBezTo>
                <a:lnTo>
                  <a:pt x="2057656" y="3759541"/>
                </a:lnTo>
                <a:cubicBezTo>
                  <a:pt x="2057408" y="3759952"/>
                  <a:pt x="2056826" y="3760283"/>
                  <a:pt x="2056327" y="3760288"/>
                </a:cubicBezTo>
                <a:close/>
                <a:moveTo>
                  <a:pt x="2094804" y="3776721"/>
                </a:moveTo>
                <a:cubicBezTo>
                  <a:pt x="2094220" y="3776725"/>
                  <a:pt x="2093722" y="3776475"/>
                  <a:pt x="2093473" y="3775975"/>
                </a:cubicBezTo>
                <a:lnTo>
                  <a:pt x="2082589" y="3757120"/>
                </a:lnTo>
                <a:cubicBezTo>
                  <a:pt x="2082340" y="3756624"/>
                  <a:pt x="2082340" y="3756041"/>
                  <a:pt x="2082589" y="3755541"/>
                </a:cubicBezTo>
                <a:lnTo>
                  <a:pt x="2093474" y="3736676"/>
                </a:lnTo>
                <a:cubicBezTo>
                  <a:pt x="2093723" y="3736260"/>
                  <a:pt x="2094222" y="3735926"/>
                  <a:pt x="2094804" y="3735928"/>
                </a:cubicBezTo>
                <a:lnTo>
                  <a:pt x="2116570" y="3735928"/>
                </a:lnTo>
                <a:cubicBezTo>
                  <a:pt x="2117153" y="3735924"/>
                  <a:pt x="2117651" y="3736173"/>
                  <a:pt x="2117900" y="3736674"/>
                </a:cubicBezTo>
                <a:lnTo>
                  <a:pt x="2128783" y="3755536"/>
                </a:lnTo>
                <a:cubicBezTo>
                  <a:pt x="2129031" y="3756035"/>
                  <a:pt x="2129032" y="3756615"/>
                  <a:pt x="2128782" y="3757117"/>
                </a:cubicBezTo>
                <a:lnTo>
                  <a:pt x="2117896" y="3775984"/>
                </a:lnTo>
                <a:cubicBezTo>
                  <a:pt x="2117646" y="3776402"/>
                  <a:pt x="2117148" y="3776734"/>
                  <a:pt x="2116567" y="3776731"/>
                </a:cubicBezTo>
                <a:close/>
                <a:moveTo>
                  <a:pt x="2155017" y="3792935"/>
                </a:moveTo>
                <a:cubicBezTo>
                  <a:pt x="2154437" y="3792933"/>
                  <a:pt x="2153938" y="3792683"/>
                  <a:pt x="2153689" y="3792186"/>
                </a:cubicBezTo>
                <a:lnTo>
                  <a:pt x="2142888" y="3773413"/>
                </a:lnTo>
                <a:cubicBezTo>
                  <a:pt x="2142638" y="3773000"/>
                  <a:pt x="2142639" y="3772417"/>
                  <a:pt x="2142888" y="3771918"/>
                </a:cubicBezTo>
                <a:lnTo>
                  <a:pt x="2153689" y="3753140"/>
                </a:lnTo>
                <a:cubicBezTo>
                  <a:pt x="2153937" y="3752724"/>
                  <a:pt x="2154519" y="3752392"/>
                  <a:pt x="2155017" y="3752392"/>
                </a:cubicBezTo>
                <a:lnTo>
                  <a:pt x="2176701" y="3752391"/>
                </a:lnTo>
                <a:cubicBezTo>
                  <a:pt x="2177283" y="3752392"/>
                  <a:pt x="2177781" y="3752640"/>
                  <a:pt x="2178031" y="3753139"/>
                </a:cubicBezTo>
                <a:lnTo>
                  <a:pt x="2188831" y="3771915"/>
                </a:lnTo>
                <a:cubicBezTo>
                  <a:pt x="2189080" y="3772331"/>
                  <a:pt x="2189080" y="3772913"/>
                  <a:pt x="2188832" y="3773410"/>
                </a:cubicBezTo>
                <a:lnTo>
                  <a:pt x="2178029" y="3792191"/>
                </a:lnTo>
                <a:cubicBezTo>
                  <a:pt x="2177780" y="3792605"/>
                  <a:pt x="2177198" y="3792941"/>
                  <a:pt x="2176700" y="3792939"/>
                </a:cubicBezTo>
                <a:close/>
                <a:moveTo>
                  <a:pt x="1914150" y="3728465"/>
                </a:moveTo>
                <a:cubicBezTo>
                  <a:pt x="1913651" y="3728466"/>
                  <a:pt x="1913067" y="3728222"/>
                  <a:pt x="1912819" y="3727718"/>
                </a:cubicBezTo>
                <a:lnTo>
                  <a:pt x="1901935" y="3708780"/>
                </a:lnTo>
                <a:cubicBezTo>
                  <a:pt x="1901687" y="3708280"/>
                  <a:pt x="1901686" y="3707700"/>
                  <a:pt x="1901936" y="3707201"/>
                </a:cubicBezTo>
                <a:lnTo>
                  <a:pt x="1912905" y="3688246"/>
                </a:lnTo>
                <a:cubicBezTo>
                  <a:pt x="1913155" y="3687832"/>
                  <a:pt x="1913654" y="3687495"/>
                  <a:pt x="1914235" y="3687500"/>
                </a:cubicBezTo>
                <a:lnTo>
                  <a:pt x="1936086" y="3687495"/>
                </a:lnTo>
                <a:cubicBezTo>
                  <a:pt x="1936584" y="3687495"/>
                  <a:pt x="1937166" y="3687745"/>
                  <a:pt x="1937416" y="3688242"/>
                </a:cubicBezTo>
                <a:lnTo>
                  <a:pt x="1948296" y="3707192"/>
                </a:lnTo>
                <a:cubicBezTo>
                  <a:pt x="1948546" y="3707689"/>
                  <a:pt x="1948545" y="3708272"/>
                  <a:pt x="1948296" y="3708769"/>
                </a:cubicBezTo>
                <a:lnTo>
                  <a:pt x="1937325" y="3727731"/>
                </a:lnTo>
                <a:cubicBezTo>
                  <a:pt x="1937078" y="3728142"/>
                  <a:pt x="1936577" y="3728478"/>
                  <a:pt x="1935996" y="3728475"/>
                </a:cubicBezTo>
                <a:close/>
                <a:moveTo>
                  <a:pt x="2215030" y="3809289"/>
                </a:moveTo>
                <a:cubicBezTo>
                  <a:pt x="2214531" y="3809290"/>
                  <a:pt x="2213949" y="3809039"/>
                  <a:pt x="2213699" y="3808543"/>
                </a:cubicBezTo>
                <a:lnTo>
                  <a:pt x="2202816" y="3789605"/>
                </a:lnTo>
                <a:cubicBezTo>
                  <a:pt x="2202566" y="3789108"/>
                  <a:pt x="2202567" y="3788525"/>
                  <a:pt x="2202815" y="3788027"/>
                </a:cubicBezTo>
                <a:lnTo>
                  <a:pt x="2213782" y="3769083"/>
                </a:lnTo>
                <a:cubicBezTo>
                  <a:pt x="2214032" y="3768667"/>
                  <a:pt x="2214531" y="3768334"/>
                  <a:pt x="2215113" y="3768333"/>
                </a:cubicBezTo>
                <a:lnTo>
                  <a:pt x="2236963" y="3768334"/>
                </a:lnTo>
                <a:cubicBezTo>
                  <a:pt x="2237460" y="3768336"/>
                  <a:pt x="2238042" y="3768583"/>
                  <a:pt x="2238292" y="3769082"/>
                </a:cubicBezTo>
                <a:lnTo>
                  <a:pt x="2249175" y="3788024"/>
                </a:lnTo>
                <a:cubicBezTo>
                  <a:pt x="2249423" y="3788523"/>
                  <a:pt x="2249424" y="3789103"/>
                  <a:pt x="2249174" y="3789603"/>
                </a:cubicBezTo>
                <a:lnTo>
                  <a:pt x="2238207" y="3808549"/>
                </a:lnTo>
                <a:cubicBezTo>
                  <a:pt x="2237958" y="3808966"/>
                  <a:pt x="2237459" y="3809296"/>
                  <a:pt x="2236877" y="3809296"/>
                </a:cubicBezTo>
                <a:close/>
                <a:moveTo>
                  <a:pt x="2395553" y="3857664"/>
                </a:moveTo>
                <a:cubicBezTo>
                  <a:pt x="2395054" y="3857665"/>
                  <a:pt x="2394473" y="3857414"/>
                  <a:pt x="2394224" y="3856918"/>
                </a:cubicBezTo>
                <a:lnTo>
                  <a:pt x="2383173" y="3837812"/>
                </a:lnTo>
                <a:cubicBezTo>
                  <a:pt x="2382923" y="3837314"/>
                  <a:pt x="2382924" y="3836731"/>
                  <a:pt x="2383173" y="3836233"/>
                </a:cubicBezTo>
                <a:lnTo>
                  <a:pt x="2394226" y="3817113"/>
                </a:lnTo>
                <a:cubicBezTo>
                  <a:pt x="2394475" y="3816698"/>
                  <a:pt x="2394973" y="3816367"/>
                  <a:pt x="2395555" y="3816366"/>
                </a:cubicBezTo>
                <a:lnTo>
                  <a:pt x="2417654" y="3816366"/>
                </a:lnTo>
                <a:cubicBezTo>
                  <a:pt x="2418152" y="3816365"/>
                  <a:pt x="2418735" y="3816612"/>
                  <a:pt x="2418983" y="3817113"/>
                </a:cubicBezTo>
                <a:lnTo>
                  <a:pt x="2430032" y="3836224"/>
                </a:lnTo>
                <a:cubicBezTo>
                  <a:pt x="2430281" y="3836724"/>
                  <a:pt x="2430281" y="3837307"/>
                  <a:pt x="2430032" y="3837802"/>
                </a:cubicBezTo>
                <a:lnTo>
                  <a:pt x="2418978" y="3856928"/>
                </a:lnTo>
                <a:cubicBezTo>
                  <a:pt x="2418729" y="3857342"/>
                  <a:pt x="2418230" y="3857674"/>
                  <a:pt x="2417650" y="3857672"/>
                </a:cubicBezTo>
                <a:close/>
                <a:moveTo>
                  <a:pt x="1974120" y="3745113"/>
                </a:moveTo>
                <a:cubicBezTo>
                  <a:pt x="1973621" y="3745114"/>
                  <a:pt x="1973040" y="3744863"/>
                  <a:pt x="1972790" y="3744366"/>
                </a:cubicBezTo>
                <a:lnTo>
                  <a:pt x="1961657" y="3725096"/>
                </a:lnTo>
                <a:cubicBezTo>
                  <a:pt x="1961407" y="3724599"/>
                  <a:pt x="1961408" y="3724016"/>
                  <a:pt x="1961656" y="3723518"/>
                </a:cubicBezTo>
                <a:lnTo>
                  <a:pt x="1972789" y="3704243"/>
                </a:lnTo>
                <a:cubicBezTo>
                  <a:pt x="1973039" y="3703826"/>
                  <a:pt x="1973537" y="3703494"/>
                  <a:pt x="1974119" y="3703493"/>
                </a:cubicBezTo>
                <a:lnTo>
                  <a:pt x="1996385" y="3703492"/>
                </a:lnTo>
                <a:cubicBezTo>
                  <a:pt x="1996883" y="3703492"/>
                  <a:pt x="1997465" y="3703741"/>
                  <a:pt x="1997713" y="3704241"/>
                </a:cubicBezTo>
                <a:lnTo>
                  <a:pt x="2008847" y="3723514"/>
                </a:lnTo>
                <a:cubicBezTo>
                  <a:pt x="2009096" y="3724012"/>
                  <a:pt x="2009096" y="3724595"/>
                  <a:pt x="2008846" y="3725094"/>
                </a:cubicBezTo>
                <a:lnTo>
                  <a:pt x="1997712" y="3744375"/>
                </a:lnTo>
                <a:cubicBezTo>
                  <a:pt x="1997463" y="3744788"/>
                  <a:pt x="1996965" y="3745121"/>
                  <a:pt x="1996383" y="3745122"/>
                </a:cubicBezTo>
                <a:close/>
                <a:moveTo>
                  <a:pt x="2335060" y="3842015"/>
                </a:moveTo>
                <a:cubicBezTo>
                  <a:pt x="2334480" y="3842013"/>
                  <a:pt x="2333982" y="3841679"/>
                  <a:pt x="2333649" y="3841182"/>
                </a:cubicBezTo>
                <a:lnTo>
                  <a:pt x="2322350" y="3821577"/>
                </a:lnTo>
                <a:cubicBezTo>
                  <a:pt x="2322019" y="3821076"/>
                  <a:pt x="2322019" y="3820494"/>
                  <a:pt x="2322350" y="3819996"/>
                </a:cubicBezTo>
                <a:lnTo>
                  <a:pt x="2333738" y="3800369"/>
                </a:lnTo>
                <a:cubicBezTo>
                  <a:pt x="2334070" y="3799871"/>
                  <a:pt x="2334570" y="3799536"/>
                  <a:pt x="2335152" y="3799536"/>
                </a:cubicBezTo>
                <a:lnTo>
                  <a:pt x="2357833" y="3799530"/>
                </a:lnTo>
                <a:cubicBezTo>
                  <a:pt x="2358415" y="3799530"/>
                  <a:pt x="2358913" y="3799862"/>
                  <a:pt x="2359245" y="3800363"/>
                </a:cubicBezTo>
                <a:lnTo>
                  <a:pt x="2370540" y="3819980"/>
                </a:lnTo>
                <a:cubicBezTo>
                  <a:pt x="2370873" y="3820480"/>
                  <a:pt x="2370872" y="3821061"/>
                  <a:pt x="2370540" y="3821562"/>
                </a:cubicBezTo>
                <a:lnTo>
                  <a:pt x="2359153" y="3841189"/>
                </a:lnTo>
                <a:cubicBezTo>
                  <a:pt x="2358821" y="3841687"/>
                  <a:pt x="2358323" y="3842015"/>
                  <a:pt x="2357739" y="3842026"/>
                </a:cubicBezTo>
                <a:close/>
                <a:moveTo>
                  <a:pt x="2274850" y="3825919"/>
                </a:moveTo>
                <a:cubicBezTo>
                  <a:pt x="2274269" y="3825916"/>
                  <a:pt x="2273769" y="3825585"/>
                  <a:pt x="2273438" y="3825085"/>
                </a:cubicBezTo>
                <a:lnTo>
                  <a:pt x="2261974" y="3805227"/>
                </a:lnTo>
                <a:cubicBezTo>
                  <a:pt x="2261641" y="3804813"/>
                  <a:pt x="2261642" y="3804143"/>
                  <a:pt x="2261974" y="3803648"/>
                </a:cubicBezTo>
                <a:lnTo>
                  <a:pt x="2273447" y="3783761"/>
                </a:lnTo>
                <a:cubicBezTo>
                  <a:pt x="2273779" y="3783262"/>
                  <a:pt x="2274278" y="3782932"/>
                  <a:pt x="2274860" y="3782929"/>
                </a:cubicBezTo>
                <a:lnTo>
                  <a:pt x="2297707" y="3782925"/>
                </a:lnTo>
                <a:cubicBezTo>
                  <a:pt x="2298290" y="3782923"/>
                  <a:pt x="2298788" y="3783255"/>
                  <a:pt x="2299121" y="3783754"/>
                </a:cubicBezTo>
                <a:lnTo>
                  <a:pt x="2310580" y="3803630"/>
                </a:lnTo>
                <a:cubicBezTo>
                  <a:pt x="2310913" y="3804045"/>
                  <a:pt x="2310912" y="3804710"/>
                  <a:pt x="2310579" y="3805209"/>
                </a:cubicBezTo>
                <a:lnTo>
                  <a:pt x="2299107" y="3825096"/>
                </a:lnTo>
                <a:cubicBezTo>
                  <a:pt x="2298774" y="3825594"/>
                  <a:pt x="2298276" y="3825926"/>
                  <a:pt x="2297693" y="3825930"/>
                </a:cubicBezTo>
                <a:close/>
                <a:moveTo>
                  <a:pt x="879144" y="3502487"/>
                </a:moveTo>
                <a:cubicBezTo>
                  <a:pt x="878729" y="3502487"/>
                  <a:pt x="878064" y="3501906"/>
                  <a:pt x="878064" y="3501906"/>
                </a:cubicBezTo>
                <a:lnTo>
                  <a:pt x="869257" y="3486705"/>
                </a:lnTo>
                <a:cubicBezTo>
                  <a:pt x="869007" y="3486290"/>
                  <a:pt x="869256" y="3485461"/>
                  <a:pt x="869256" y="3485461"/>
                </a:cubicBezTo>
                <a:lnTo>
                  <a:pt x="878062" y="3470258"/>
                </a:lnTo>
                <a:cubicBezTo>
                  <a:pt x="878313" y="3469924"/>
                  <a:pt x="878728" y="3469675"/>
                  <a:pt x="879143" y="3469674"/>
                </a:cubicBezTo>
                <a:lnTo>
                  <a:pt x="896756" y="3469674"/>
                </a:lnTo>
                <a:cubicBezTo>
                  <a:pt x="897172" y="3469672"/>
                  <a:pt x="897837" y="3470253"/>
                  <a:pt x="897837" y="3470253"/>
                </a:cubicBezTo>
                <a:lnTo>
                  <a:pt x="906643" y="3485459"/>
                </a:lnTo>
                <a:cubicBezTo>
                  <a:pt x="906892" y="3485874"/>
                  <a:pt x="906644" y="3486704"/>
                  <a:pt x="906644" y="3486704"/>
                </a:cubicBezTo>
                <a:lnTo>
                  <a:pt x="897837" y="3501907"/>
                </a:lnTo>
                <a:cubicBezTo>
                  <a:pt x="897588" y="3502239"/>
                  <a:pt x="897172" y="3502489"/>
                  <a:pt x="896757" y="3502487"/>
                </a:cubicBezTo>
                <a:close/>
                <a:moveTo>
                  <a:pt x="818786" y="3486652"/>
                </a:moveTo>
                <a:cubicBezTo>
                  <a:pt x="818371" y="3486652"/>
                  <a:pt x="817707" y="3485985"/>
                  <a:pt x="817707" y="3485985"/>
                </a:cubicBezTo>
                <a:lnTo>
                  <a:pt x="808646" y="3470305"/>
                </a:lnTo>
                <a:cubicBezTo>
                  <a:pt x="808396" y="3469971"/>
                  <a:pt x="808646" y="3469058"/>
                  <a:pt x="808646" y="3469058"/>
                </a:cubicBezTo>
                <a:lnTo>
                  <a:pt x="817702" y="3453355"/>
                </a:lnTo>
                <a:cubicBezTo>
                  <a:pt x="817950" y="3452944"/>
                  <a:pt x="818366" y="3452692"/>
                  <a:pt x="818780" y="3452696"/>
                </a:cubicBezTo>
                <a:lnTo>
                  <a:pt x="836892" y="3452692"/>
                </a:lnTo>
                <a:cubicBezTo>
                  <a:pt x="837309" y="3452687"/>
                  <a:pt x="837973" y="3453357"/>
                  <a:pt x="837973" y="3453357"/>
                </a:cubicBezTo>
                <a:lnTo>
                  <a:pt x="847027" y="3469061"/>
                </a:lnTo>
                <a:cubicBezTo>
                  <a:pt x="847275" y="3469401"/>
                  <a:pt x="847027" y="3470308"/>
                  <a:pt x="847027" y="3470308"/>
                </a:cubicBezTo>
                <a:lnTo>
                  <a:pt x="837976" y="3485996"/>
                </a:lnTo>
                <a:cubicBezTo>
                  <a:pt x="837728" y="3486408"/>
                  <a:pt x="837311" y="3486658"/>
                  <a:pt x="836896" y="3486656"/>
                </a:cubicBezTo>
                <a:close/>
                <a:moveTo>
                  <a:pt x="2443713" y="3922271"/>
                </a:moveTo>
                <a:cubicBezTo>
                  <a:pt x="2443298" y="3922267"/>
                  <a:pt x="2442633" y="3921605"/>
                  <a:pt x="2442633" y="3921605"/>
                </a:cubicBezTo>
                <a:lnTo>
                  <a:pt x="2433575" y="3905830"/>
                </a:lnTo>
                <a:cubicBezTo>
                  <a:pt x="2433326" y="3905415"/>
                  <a:pt x="2433575" y="3904503"/>
                  <a:pt x="2433575" y="3904503"/>
                </a:cubicBezTo>
                <a:lnTo>
                  <a:pt x="2442713" y="3888719"/>
                </a:lnTo>
                <a:cubicBezTo>
                  <a:pt x="2442880" y="3888300"/>
                  <a:pt x="2443378" y="3888052"/>
                  <a:pt x="2443793" y="3888056"/>
                </a:cubicBezTo>
                <a:lnTo>
                  <a:pt x="2461987" y="3888054"/>
                </a:lnTo>
                <a:cubicBezTo>
                  <a:pt x="2462403" y="3888052"/>
                  <a:pt x="2463068" y="3888715"/>
                  <a:pt x="2463068" y="3888715"/>
                </a:cubicBezTo>
                <a:lnTo>
                  <a:pt x="2472123" y="3904505"/>
                </a:lnTo>
                <a:cubicBezTo>
                  <a:pt x="2472372" y="3904920"/>
                  <a:pt x="2472124" y="3905832"/>
                  <a:pt x="2472124" y="3905832"/>
                </a:cubicBezTo>
                <a:lnTo>
                  <a:pt x="2462987" y="3921607"/>
                </a:lnTo>
                <a:cubicBezTo>
                  <a:pt x="2462821" y="3922025"/>
                  <a:pt x="2462322" y="3922274"/>
                  <a:pt x="2461907" y="3922272"/>
                </a:cubicBezTo>
                <a:close/>
                <a:moveTo>
                  <a:pt x="938826" y="3519443"/>
                </a:moveTo>
                <a:cubicBezTo>
                  <a:pt x="938327" y="3519444"/>
                  <a:pt x="937662" y="3518780"/>
                  <a:pt x="937662" y="3518780"/>
                </a:cubicBezTo>
                <a:lnTo>
                  <a:pt x="928268" y="3502601"/>
                </a:lnTo>
                <a:cubicBezTo>
                  <a:pt x="928019" y="3502187"/>
                  <a:pt x="928267" y="3501277"/>
                  <a:pt x="928267" y="3501277"/>
                </a:cubicBezTo>
                <a:lnTo>
                  <a:pt x="937656" y="3485071"/>
                </a:lnTo>
                <a:cubicBezTo>
                  <a:pt x="937906" y="3484655"/>
                  <a:pt x="938319" y="3484411"/>
                  <a:pt x="938819" y="3484409"/>
                </a:cubicBezTo>
                <a:lnTo>
                  <a:pt x="957512" y="3484407"/>
                </a:lnTo>
                <a:cubicBezTo>
                  <a:pt x="958011" y="3484406"/>
                  <a:pt x="958675" y="3485072"/>
                  <a:pt x="958675" y="3485072"/>
                </a:cubicBezTo>
                <a:lnTo>
                  <a:pt x="968062" y="3501279"/>
                </a:lnTo>
                <a:cubicBezTo>
                  <a:pt x="968313" y="3501687"/>
                  <a:pt x="968060" y="3502615"/>
                  <a:pt x="968060" y="3502615"/>
                </a:cubicBezTo>
                <a:lnTo>
                  <a:pt x="958678" y="3518791"/>
                </a:lnTo>
                <a:cubicBezTo>
                  <a:pt x="958429" y="3519206"/>
                  <a:pt x="958014" y="3519453"/>
                  <a:pt x="957516" y="3519453"/>
                </a:cubicBezTo>
                <a:close/>
                <a:moveTo>
                  <a:pt x="1059149" y="3551880"/>
                </a:moveTo>
                <a:cubicBezTo>
                  <a:pt x="1058650" y="3551881"/>
                  <a:pt x="1057985" y="3551219"/>
                  <a:pt x="1057985" y="3551219"/>
                </a:cubicBezTo>
                <a:lnTo>
                  <a:pt x="1048596" y="3535022"/>
                </a:lnTo>
                <a:cubicBezTo>
                  <a:pt x="1048348" y="3534606"/>
                  <a:pt x="1048596" y="3533696"/>
                  <a:pt x="1048596" y="3533696"/>
                </a:cubicBezTo>
                <a:lnTo>
                  <a:pt x="1057983" y="3517496"/>
                </a:lnTo>
                <a:cubicBezTo>
                  <a:pt x="1058233" y="3517080"/>
                  <a:pt x="1058648" y="3516831"/>
                  <a:pt x="1059147" y="3516830"/>
                </a:cubicBezTo>
                <a:lnTo>
                  <a:pt x="1077840" y="3516829"/>
                </a:lnTo>
                <a:cubicBezTo>
                  <a:pt x="1078339" y="3516827"/>
                  <a:pt x="1079003" y="3517495"/>
                  <a:pt x="1079003" y="3517495"/>
                </a:cubicBezTo>
                <a:lnTo>
                  <a:pt x="1088391" y="3533695"/>
                </a:lnTo>
                <a:cubicBezTo>
                  <a:pt x="1088639" y="3534112"/>
                  <a:pt x="1088390" y="3535026"/>
                  <a:pt x="1088390" y="3535026"/>
                </a:cubicBezTo>
                <a:lnTo>
                  <a:pt x="1079004" y="3551221"/>
                </a:lnTo>
                <a:cubicBezTo>
                  <a:pt x="1078753" y="3551639"/>
                  <a:pt x="1078340" y="3551882"/>
                  <a:pt x="1077841" y="3551884"/>
                </a:cubicBezTo>
                <a:close/>
                <a:moveTo>
                  <a:pt x="998890" y="3535889"/>
                </a:moveTo>
                <a:cubicBezTo>
                  <a:pt x="998391" y="3535889"/>
                  <a:pt x="997727" y="3535225"/>
                  <a:pt x="997727" y="3535225"/>
                </a:cubicBezTo>
                <a:lnTo>
                  <a:pt x="988254" y="3518869"/>
                </a:lnTo>
                <a:cubicBezTo>
                  <a:pt x="988003" y="3518453"/>
                  <a:pt x="988253" y="3517541"/>
                  <a:pt x="988253" y="3517541"/>
                </a:cubicBezTo>
                <a:lnTo>
                  <a:pt x="997722" y="3501180"/>
                </a:lnTo>
                <a:cubicBezTo>
                  <a:pt x="997971" y="3500765"/>
                  <a:pt x="998387" y="3500513"/>
                  <a:pt x="998887" y="3500511"/>
                </a:cubicBezTo>
                <a:lnTo>
                  <a:pt x="1017830" y="3500505"/>
                </a:lnTo>
                <a:cubicBezTo>
                  <a:pt x="1018327" y="3500511"/>
                  <a:pt x="1018992" y="3501175"/>
                  <a:pt x="1018992" y="3501175"/>
                </a:cubicBezTo>
                <a:lnTo>
                  <a:pt x="1028462" y="3517543"/>
                </a:lnTo>
                <a:cubicBezTo>
                  <a:pt x="1028712" y="3517957"/>
                  <a:pt x="1028461" y="3518876"/>
                  <a:pt x="1028461" y="3518876"/>
                </a:cubicBezTo>
                <a:lnTo>
                  <a:pt x="1018994" y="3535229"/>
                </a:lnTo>
                <a:cubicBezTo>
                  <a:pt x="1018745" y="3535645"/>
                  <a:pt x="1018328" y="3535896"/>
                  <a:pt x="1017831" y="3535894"/>
                </a:cubicBezTo>
                <a:close/>
                <a:moveTo>
                  <a:pt x="1239577" y="3600381"/>
                </a:moveTo>
                <a:cubicBezTo>
                  <a:pt x="1239078" y="3600381"/>
                  <a:pt x="1238413" y="3599717"/>
                  <a:pt x="1238413" y="3599717"/>
                </a:cubicBezTo>
                <a:lnTo>
                  <a:pt x="1228936" y="3583291"/>
                </a:lnTo>
                <a:cubicBezTo>
                  <a:pt x="1228686" y="3582878"/>
                  <a:pt x="1228936" y="3581964"/>
                  <a:pt x="1228936" y="3581964"/>
                </a:cubicBezTo>
                <a:lnTo>
                  <a:pt x="1238491" y="3565509"/>
                </a:lnTo>
                <a:cubicBezTo>
                  <a:pt x="1238739" y="3565100"/>
                  <a:pt x="1239154" y="3564849"/>
                  <a:pt x="1239652" y="3564853"/>
                </a:cubicBezTo>
                <a:lnTo>
                  <a:pt x="1258677" y="3564853"/>
                </a:lnTo>
                <a:cubicBezTo>
                  <a:pt x="1259176" y="3564852"/>
                  <a:pt x="1259840" y="3565518"/>
                  <a:pt x="1259840" y="3565518"/>
                </a:cubicBezTo>
                <a:lnTo>
                  <a:pt x="1269311" y="3581967"/>
                </a:lnTo>
                <a:cubicBezTo>
                  <a:pt x="1269562" y="3582380"/>
                  <a:pt x="1269310" y="3583302"/>
                  <a:pt x="1269310" y="3583302"/>
                </a:cubicBezTo>
                <a:lnTo>
                  <a:pt x="1259762" y="3599727"/>
                </a:lnTo>
                <a:cubicBezTo>
                  <a:pt x="1259514" y="3600141"/>
                  <a:pt x="1259098" y="3600391"/>
                  <a:pt x="1258600" y="3600390"/>
                </a:cubicBezTo>
                <a:close/>
                <a:moveTo>
                  <a:pt x="1299716" y="3616773"/>
                </a:moveTo>
                <a:cubicBezTo>
                  <a:pt x="1299216" y="3616775"/>
                  <a:pt x="1298553" y="3616108"/>
                  <a:pt x="1298553" y="3616108"/>
                </a:cubicBezTo>
                <a:lnTo>
                  <a:pt x="1288997" y="3599586"/>
                </a:lnTo>
                <a:cubicBezTo>
                  <a:pt x="1288748" y="3599168"/>
                  <a:pt x="1288996" y="3598257"/>
                  <a:pt x="1288996" y="3598257"/>
                </a:cubicBezTo>
                <a:lnTo>
                  <a:pt x="1298549" y="3581728"/>
                </a:lnTo>
                <a:cubicBezTo>
                  <a:pt x="1298799" y="3581310"/>
                  <a:pt x="1299214" y="3581061"/>
                  <a:pt x="1299712" y="3581063"/>
                </a:cubicBezTo>
                <a:lnTo>
                  <a:pt x="1318822" y="3581056"/>
                </a:lnTo>
                <a:cubicBezTo>
                  <a:pt x="1319320" y="3581059"/>
                  <a:pt x="1319985" y="3581721"/>
                  <a:pt x="1319985" y="3581721"/>
                </a:cubicBezTo>
                <a:lnTo>
                  <a:pt x="1329537" y="3598261"/>
                </a:lnTo>
                <a:cubicBezTo>
                  <a:pt x="1329786" y="3598678"/>
                  <a:pt x="1329537" y="3599590"/>
                  <a:pt x="1329537" y="3599590"/>
                </a:cubicBezTo>
                <a:lnTo>
                  <a:pt x="1319985" y="3616113"/>
                </a:lnTo>
                <a:cubicBezTo>
                  <a:pt x="1319737" y="3616527"/>
                  <a:pt x="1319322" y="3616775"/>
                  <a:pt x="1318824" y="3616774"/>
                </a:cubicBezTo>
                <a:close/>
                <a:moveTo>
                  <a:pt x="1420052" y="3649158"/>
                </a:moveTo>
                <a:cubicBezTo>
                  <a:pt x="1419554" y="3649158"/>
                  <a:pt x="1418890" y="3648492"/>
                  <a:pt x="1418890" y="3648492"/>
                </a:cubicBezTo>
                <a:lnTo>
                  <a:pt x="1409335" y="3631962"/>
                </a:lnTo>
                <a:cubicBezTo>
                  <a:pt x="1409086" y="3631546"/>
                  <a:pt x="1409335" y="3630634"/>
                  <a:pt x="1409335" y="3630634"/>
                </a:cubicBezTo>
                <a:lnTo>
                  <a:pt x="1418889" y="3614100"/>
                </a:lnTo>
                <a:cubicBezTo>
                  <a:pt x="1419138" y="3613685"/>
                  <a:pt x="1419553" y="3613435"/>
                  <a:pt x="1420052" y="3613435"/>
                </a:cubicBezTo>
                <a:lnTo>
                  <a:pt x="1439161" y="3613432"/>
                </a:lnTo>
                <a:cubicBezTo>
                  <a:pt x="1439660" y="3613431"/>
                  <a:pt x="1440324" y="3614097"/>
                  <a:pt x="1440324" y="3614097"/>
                </a:cubicBezTo>
                <a:lnTo>
                  <a:pt x="1449877" y="3630632"/>
                </a:lnTo>
                <a:cubicBezTo>
                  <a:pt x="1450126" y="3631049"/>
                  <a:pt x="1449876" y="3631965"/>
                  <a:pt x="1449876" y="3631965"/>
                </a:cubicBezTo>
                <a:lnTo>
                  <a:pt x="1440323" y="3648493"/>
                </a:lnTo>
                <a:cubicBezTo>
                  <a:pt x="1440075" y="3648909"/>
                  <a:pt x="1439660" y="3649158"/>
                  <a:pt x="1439160" y="3649158"/>
                </a:cubicBezTo>
                <a:close/>
                <a:moveTo>
                  <a:pt x="1119045" y="3568578"/>
                </a:moveTo>
                <a:cubicBezTo>
                  <a:pt x="1118546" y="3568576"/>
                  <a:pt x="1118131" y="3568326"/>
                  <a:pt x="1117882" y="3567912"/>
                </a:cubicBezTo>
                <a:lnTo>
                  <a:pt x="1108244" y="3551298"/>
                </a:lnTo>
                <a:cubicBezTo>
                  <a:pt x="1107995" y="3550883"/>
                  <a:pt x="1107996" y="3550384"/>
                  <a:pt x="1108244" y="3549969"/>
                </a:cubicBezTo>
                <a:lnTo>
                  <a:pt x="1117881" y="3533353"/>
                </a:lnTo>
                <a:cubicBezTo>
                  <a:pt x="1118131" y="3532936"/>
                  <a:pt x="1118545" y="3532690"/>
                  <a:pt x="1119045" y="3532687"/>
                </a:cubicBezTo>
                <a:lnTo>
                  <a:pt x="1138236" y="3532686"/>
                </a:lnTo>
                <a:cubicBezTo>
                  <a:pt x="1138735" y="3532685"/>
                  <a:pt x="1139151" y="3532932"/>
                  <a:pt x="1139400" y="3533348"/>
                </a:cubicBezTo>
                <a:lnTo>
                  <a:pt x="1149036" y="3549969"/>
                </a:lnTo>
                <a:cubicBezTo>
                  <a:pt x="1149285" y="3550385"/>
                  <a:pt x="1149285" y="3550883"/>
                  <a:pt x="1149036" y="3551299"/>
                </a:cubicBezTo>
                <a:lnTo>
                  <a:pt x="1139399" y="3567911"/>
                </a:lnTo>
                <a:cubicBezTo>
                  <a:pt x="1139150" y="3568328"/>
                  <a:pt x="1138735" y="3568577"/>
                  <a:pt x="1138236" y="3568577"/>
                </a:cubicBezTo>
                <a:close/>
                <a:moveTo>
                  <a:pt x="4128288" y="4374932"/>
                </a:moveTo>
                <a:cubicBezTo>
                  <a:pt x="4127790" y="4374934"/>
                  <a:pt x="4127376" y="4374680"/>
                  <a:pt x="4127125" y="4374266"/>
                </a:cubicBezTo>
                <a:lnTo>
                  <a:pt x="4117399" y="4357340"/>
                </a:lnTo>
                <a:cubicBezTo>
                  <a:pt x="4117151" y="4356925"/>
                  <a:pt x="4117150" y="4356345"/>
                  <a:pt x="4117398" y="4355933"/>
                </a:cubicBezTo>
                <a:lnTo>
                  <a:pt x="4127202" y="4338982"/>
                </a:lnTo>
                <a:cubicBezTo>
                  <a:pt x="4127453" y="4338564"/>
                  <a:pt x="4127866" y="4338319"/>
                  <a:pt x="4128365" y="4338317"/>
                </a:cubicBezTo>
                <a:lnTo>
                  <a:pt x="4147891" y="4338311"/>
                </a:lnTo>
                <a:cubicBezTo>
                  <a:pt x="4148390" y="4338311"/>
                  <a:pt x="4148806" y="4338556"/>
                  <a:pt x="4149053" y="4338977"/>
                </a:cubicBezTo>
                <a:lnTo>
                  <a:pt x="4158770" y="4355937"/>
                </a:lnTo>
                <a:cubicBezTo>
                  <a:pt x="4159020" y="4356353"/>
                  <a:pt x="4159020" y="4356934"/>
                  <a:pt x="4158771" y="4357345"/>
                </a:cubicBezTo>
                <a:lnTo>
                  <a:pt x="4148973" y="4374276"/>
                </a:lnTo>
                <a:cubicBezTo>
                  <a:pt x="4148724" y="4374690"/>
                  <a:pt x="4148308" y="4374938"/>
                  <a:pt x="4147811" y="4374937"/>
                </a:cubicBezTo>
                <a:close/>
                <a:moveTo>
                  <a:pt x="757834" y="3471920"/>
                </a:moveTo>
                <a:cubicBezTo>
                  <a:pt x="757337" y="3471918"/>
                  <a:pt x="756922" y="3471668"/>
                  <a:pt x="756671" y="3471257"/>
                </a:cubicBezTo>
                <a:lnTo>
                  <a:pt x="746948" y="3454318"/>
                </a:lnTo>
                <a:cubicBezTo>
                  <a:pt x="746700" y="3453904"/>
                  <a:pt x="746698" y="3453324"/>
                  <a:pt x="746947" y="3452911"/>
                </a:cubicBezTo>
                <a:lnTo>
                  <a:pt x="756750" y="3435964"/>
                </a:lnTo>
                <a:cubicBezTo>
                  <a:pt x="756999" y="3435548"/>
                  <a:pt x="757414" y="3435302"/>
                  <a:pt x="757913" y="3435302"/>
                </a:cubicBezTo>
                <a:lnTo>
                  <a:pt x="777439" y="3435294"/>
                </a:lnTo>
                <a:cubicBezTo>
                  <a:pt x="777936" y="3435296"/>
                  <a:pt x="778351" y="3435546"/>
                  <a:pt x="778602" y="3435959"/>
                </a:cubicBezTo>
                <a:lnTo>
                  <a:pt x="788319" y="3452915"/>
                </a:lnTo>
                <a:cubicBezTo>
                  <a:pt x="788569" y="3453332"/>
                  <a:pt x="788569" y="3453913"/>
                  <a:pt x="788319" y="3454326"/>
                </a:cubicBezTo>
                <a:lnTo>
                  <a:pt x="778520" y="3471259"/>
                </a:lnTo>
                <a:cubicBezTo>
                  <a:pt x="778271" y="3471676"/>
                  <a:pt x="777855" y="3471925"/>
                  <a:pt x="777358" y="3471922"/>
                </a:cubicBezTo>
                <a:close/>
                <a:moveTo>
                  <a:pt x="1359746" y="3633234"/>
                </a:moveTo>
                <a:cubicBezTo>
                  <a:pt x="1359248" y="3633234"/>
                  <a:pt x="1358833" y="3632982"/>
                  <a:pt x="1358583" y="3632568"/>
                </a:cubicBezTo>
                <a:lnTo>
                  <a:pt x="1348862" y="3615706"/>
                </a:lnTo>
                <a:cubicBezTo>
                  <a:pt x="1348613" y="3615209"/>
                  <a:pt x="1348613" y="3614709"/>
                  <a:pt x="1348862" y="3614295"/>
                </a:cubicBezTo>
                <a:lnTo>
                  <a:pt x="1358582" y="3597431"/>
                </a:lnTo>
                <a:cubicBezTo>
                  <a:pt x="1358831" y="3597013"/>
                  <a:pt x="1359247" y="3596765"/>
                  <a:pt x="1359744" y="3596770"/>
                </a:cubicBezTo>
                <a:lnTo>
                  <a:pt x="1379187" y="3596761"/>
                </a:lnTo>
                <a:cubicBezTo>
                  <a:pt x="1379684" y="3596763"/>
                  <a:pt x="1380101" y="3597010"/>
                  <a:pt x="1380350" y="3597426"/>
                </a:cubicBezTo>
                <a:lnTo>
                  <a:pt x="1390069" y="3614297"/>
                </a:lnTo>
                <a:cubicBezTo>
                  <a:pt x="1390318" y="3614794"/>
                  <a:pt x="1390319" y="3615293"/>
                  <a:pt x="1390069" y="3615707"/>
                </a:cubicBezTo>
                <a:lnTo>
                  <a:pt x="1380350" y="3632569"/>
                </a:lnTo>
                <a:cubicBezTo>
                  <a:pt x="1380100" y="3632986"/>
                  <a:pt x="1379685" y="3633234"/>
                  <a:pt x="1379186" y="3633234"/>
                </a:cubicBezTo>
                <a:close/>
                <a:moveTo>
                  <a:pt x="1179069" y="3585154"/>
                </a:moveTo>
                <a:cubicBezTo>
                  <a:pt x="1178653" y="3585155"/>
                  <a:pt x="1178155" y="3584905"/>
                  <a:pt x="1177905" y="3584489"/>
                </a:cubicBezTo>
                <a:lnTo>
                  <a:pt x="1168102" y="3567458"/>
                </a:lnTo>
                <a:cubicBezTo>
                  <a:pt x="1167853" y="3567044"/>
                  <a:pt x="1167853" y="3566462"/>
                  <a:pt x="1168102" y="3566047"/>
                </a:cubicBezTo>
                <a:lnTo>
                  <a:pt x="1177905" y="3549015"/>
                </a:lnTo>
                <a:cubicBezTo>
                  <a:pt x="1178155" y="3548601"/>
                  <a:pt x="1178569" y="3548351"/>
                  <a:pt x="1179068" y="3548351"/>
                </a:cubicBezTo>
                <a:lnTo>
                  <a:pt x="1198675" y="3548350"/>
                </a:lnTo>
                <a:cubicBezTo>
                  <a:pt x="1199089" y="3548351"/>
                  <a:pt x="1199589" y="3548598"/>
                  <a:pt x="1199838" y="3549015"/>
                </a:cubicBezTo>
                <a:lnTo>
                  <a:pt x="1209641" y="3566047"/>
                </a:lnTo>
                <a:cubicBezTo>
                  <a:pt x="1209891" y="3566461"/>
                  <a:pt x="1209890" y="3567044"/>
                  <a:pt x="1209641" y="3567460"/>
                </a:cubicBezTo>
                <a:lnTo>
                  <a:pt x="1199838" y="3584489"/>
                </a:lnTo>
                <a:cubicBezTo>
                  <a:pt x="1199588" y="3584906"/>
                  <a:pt x="1199173" y="3585155"/>
                  <a:pt x="1198675" y="3585154"/>
                </a:cubicBezTo>
                <a:close/>
                <a:moveTo>
                  <a:pt x="3465926" y="4198361"/>
                </a:moveTo>
                <a:cubicBezTo>
                  <a:pt x="3465426" y="4198362"/>
                  <a:pt x="3464928" y="4198030"/>
                  <a:pt x="3464679" y="4197614"/>
                </a:cubicBezTo>
                <a:lnTo>
                  <a:pt x="3454626" y="4180171"/>
                </a:lnTo>
                <a:cubicBezTo>
                  <a:pt x="3454376" y="4179755"/>
                  <a:pt x="3454376" y="4179175"/>
                  <a:pt x="3454625" y="4178759"/>
                </a:cubicBezTo>
                <a:lnTo>
                  <a:pt x="3464678" y="4161313"/>
                </a:lnTo>
                <a:cubicBezTo>
                  <a:pt x="3464928" y="4160812"/>
                  <a:pt x="3465426" y="4160562"/>
                  <a:pt x="3465925" y="4160562"/>
                </a:cubicBezTo>
                <a:lnTo>
                  <a:pt x="3486030" y="4160562"/>
                </a:lnTo>
                <a:cubicBezTo>
                  <a:pt x="3486528" y="4160562"/>
                  <a:pt x="3487028" y="4160890"/>
                  <a:pt x="3487277" y="4161307"/>
                </a:cubicBezTo>
                <a:lnTo>
                  <a:pt x="3497329" y="4178757"/>
                </a:lnTo>
                <a:cubicBezTo>
                  <a:pt x="3497578" y="4179174"/>
                  <a:pt x="3497577" y="4179755"/>
                  <a:pt x="3497329" y="4180170"/>
                </a:cubicBezTo>
                <a:lnTo>
                  <a:pt x="3487276" y="4197614"/>
                </a:lnTo>
                <a:cubicBezTo>
                  <a:pt x="3487027" y="4198114"/>
                  <a:pt x="3486528" y="4198362"/>
                  <a:pt x="3486031" y="4198362"/>
                </a:cubicBezTo>
                <a:close/>
                <a:moveTo>
                  <a:pt x="3766829" y="4279101"/>
                </a:moveTo>
                <a:cubicBezTo>
                  <a:pt x="3766329" y="4279102"/>
                  <a:pt x="3765832" y="4278769"/>
                  <a:pt x="3765582" y="4278354"/>
                </a:cubicBezTo>
                <a:lnTo>
                  <a:pt x="3755529" y="4260908"/>
                </a:lnTo>
                <a:cubicBezTo>
                  <a:pt x="3755280" y="4260490"/>
                  <a:pt x="3755281" y="4259910"/>
                  <a:pt x="3755529" y="4259494"/>
                </a:cubicBezTo>
                <a:lnTo>
                  <a:pt x="3765583" y="4242048"/>
                </a:lnTo>
                <a:cubicBezTo>
                  <a:pt x="3765832" y="4241548"/>
                  <a:pt x="3766329" y="4241300"/>
                  <a:pt x="3766829" y="4241298"/>
                </a:cubicBezTo>
                <a:lnTo>
                  <a:pt x="3786934" y="4241298"/>
                </a:lnTo>
                <a:cubicBezTo>
                  <a:pt x="3787431" y="4241302"/>
                  <a:pt x="3787931" y="4241630"/>
                  <a:pt x="3788180" y="4242048"/>
                </a:cubicBezTo>
                <a:lnTo>
                  <a:pt x="3798232" y="4259494"/>
                </a:lnTo>
                <a:cubicBezTo>
                  <a:pt x="3798481" y="4259912"/>
                  <a:pt x="3798482" y="4260490"/>
                  <a:pt x="3798233" y="4260907"/>
                </a:cubicBezTo>
                <a:lnTo>
                  <a:pt x="3788179" y="4278352"/>
                </a:lnTo>
                <a:cubicBezTo>
                  <a:pt x="3787931" y="4278851"/>
                  <a:pt x="3787432" y="4279100"/>
                  <a:pt x="3786934" y="4279100"/>
                </a:cubicBezTo>
                <a:close/>
                <a:moveTo>
                  <a:pt x="3525977" y="4214619"/>
                </a:moveTo>
                <a:cubicBezTo>
                  <a:pt x="3525479" y="4214617"/>
                  <a:pt x="3524980" y="4214285"/>
                  <a:pt x="3524732" y="4213869"/>
                </a:cubicBezTo>
                <a:lnTo>
                  <a:pt x="3514508" y="4196191"/>
                </a:lnTo>
                <a:cubicBezTo>
                  <a:pt x="3514259" y="4195775"/>
                  <a:pt x="3514258" y="4195195"/>
                  <a:pt x="3514508" y="4194780"/>
                </a:cubicBezTo>
                <a:lnTo>
                  <a:pt x="3524727" y="4177083"/>
                </a:lnTo>
                <a:cubicBezTo>
                  <a:pt x="3524976" y="4176585"/>
                  <a:pt x="3525474" y="4176336"/>
                  <a:pt x="3525971" y="4176342"/>
                </a:cubicBezTo>
                <a:lnTo>
                  <a:pt x="3546410" y="4176334"/>
                </a:lnTo>
                <a:cubicBezTo>
                  <a:pt x="3546909" y="4176334"/>
                  <a:pt x="3547407" y="4176665"/>
                  <a:pt x="3547658" y="4177078"/>
                </a:cubicBezTo>
                <a:lnTo>
                  <a:pt x="3557873" y="4194787"/>
                </a:lnTo>
                <a:cubicBezTo>
                  <a:pt x="3558124" y="4195197"/>
                  <a:pt x="3558124" y="4195780"/>
                  <a:pt x="3557872" y="4196202"/>
                </a:cubicBezTo>
                <a:lnTo>
                  <a:pt x="3547660" y="4213875"/>
                </a:lnTo>
                <a:cubicBezTo>
                  <a:pt x="3547411" y="4214371"/>
                  <a:pt x="3546913" y="4214621"/>
                  <a:pt x="3546413" y="4214622"/>
                </a:cubicBezTo>
                <a:close/>
                <a:moveTo>
                  <a:pt x="3586046" y="4230859"/>
                </a:moveTo>
                <a:cubicBezTo>
                  <a:pt x="3585546" y="4230862"/>
                  <a:pt x="3585047" y="4230531"/>
                  <a:pt x="3584798" y="4230117"/>
                </a:cubicBezTo>
                <a:lnTo>
                  <a:pt x="3574407" y="4212195"/>
                </a:lnTo>
                <a:cubicBezTo>
                  <a:pt x="3574159" y="4211694"/>
                  <a:pt x="3574158" y="4211115"/>
                  <a:pt x="3574407" y="4210701"/>
                </a:cubicBezTo>
                <a:lnTo>
                  <a:pt x="3584790" y="4192761"/>
                </a:lnTo>
                <a:cubicBezTo>
                  <a:pt x="3585041" y="4192257"/>
                  <a:pt x="3585539" y="4192005"/>
                  <a:pt x="3586038" y="4192006"/>
                </a:cubicBezTo>
                <a:lnTo>
                  <a:pt x="3606807" y="4192008"/>
                </a:lnTo>
                <a:cubicBezTo>
                  <a:pt x="3607306" y="4192007"/>
                  <a:pt x="3607805" y="4192338"/>
                  <a:pt x="3608055" y="4192752"/>
                </a:cubicBezTo>
                <a:lnTo>
                  <a:pt x="3618437" y="4210707"/>
                </a:lnTo>
                <a:cubicBezTo>
                  <a:pt x="3618688" y="4211199"/>
                  <a:pt x="3618688" y="4211779"/>
                  <a:pt x="3618438" y="4212197"/>
                </a:cubicBezTo>
                <a:lnTo>
                  <a:pt x="3608058" y="4230124"/>
                </a:lnTo>
                <a:cubicBezTo>
                  <a:pt x="3607810" y="4230620"/>
                  <a:pt x="3607311" y="4230868"/>
                  <a:pt x="3606814" y="4230865"/>
                </a:cubicBezTo>
                <a:close/>
                <a:moveTo>
                  <a:pt x="3405508" y="4182491"/>
                </a:moveTo>
                <a:cubicBezTo>
                  <a:pt x="3405009" y="4182493"/>
                  <a:pt x="3404511" y="4182162"/>
                  <a:pt x="3404263" y="4181743"/>
                </a:cubicBezTo>
                <a:lnTo>
                  <a:pt x="3393958" y="4163975"/>
                </a:lnTo>
                <a:cubicBezTo>
                  <a:pt x="3393709" y="4163560"/>
                  <a:pt x="3393709" y="4162978"/>
                  <a:pt x="3393957" y="4162564"/>
                </a:cubicBezTo>
                <a:lnTo>
                  <a:pt x="3404258" y="4144790"/>
                </a:lnTo>
                <a:cubicBezTo>
                  <a:pt x="3404508" y="4144287"/>
                  <a:pt x="3405006" y="4144039"/>
                  <a:pt x="3405504" y="4144041"/>
                </a:cubicBezTo>
                <a:lnTo>
                  <a:pt x="3426026" y="4144035"/>
                </a:lnTo>
                <a:cubicBezTo>
                  <a:pt x="3426525" y="4144034"/>
                  <a:pt x="3427022" y="4144369"/>
                  <a:pt x="3427273" y="4144783"/>
                </a:cubicBezTo>
                <a:lnTo>
                  <a:pt x="3437572" y="4162571"/>
                </a:lnTo>
                <a:cubicBezTo>
                  <a:pt x="3437822" y="4162982"/>
                  <a:pt x="3437821" y="4163570"/>
                  <a:pt x="3437572" y="4163981"/>
                </a:cubicBezTo>
                <a:lnTo>
                  <a:pt x="3427275" y="4181748"/>
                </a:lnTo>
                <a:cubicBezTo>
                  <a:pt x="3427024" y="4182246"/>
                  <a:pt x="3426527" y="4182494"/>
                  <a:pt x="3426028" y="4182495"/>
                </a:cubicBezTo>
                <a:close/>
                <a:moveTo>
                  <a:pt x="3706462" y="4263191"/>
                </a:moveTo>
                <a:cubicBezTo>
                  <a:pt x="3705963" y="4263191"/>
                  <a:pt x="3705465" y="4262858"/>
                  <a:pt x="3705216" y="4262443"/>
                </a:cubicBezTo>
                <a:lnTo>
                  <a:pt x="3695080" y="4244830"/>
                </a:lnTo>
                <a:cubicBezTo>
                  <a:pt x="3694831" y="4244415"/>
                  <a:pt x="3694831" y="4243833"/>
                  <a:pt x="3695080" y="4243418"/>
                </a:cubicBezTo>
                <a:lnTo>
                  <a:pt x="3705299" y="4225805"/>
                </a:lnTo>
                <a:cubicBezTo>
                  <a:pt x="3705548" y="4225306"/>
                  <a:pt x="3706046" y="4225057"/>
                  <a:pt x="3706545" y="4225057"/>
                </a:cubicBezTo>
                <a:lnTo>
                  <a:pt x="3726899" y="4225057"/>
                </a:lnTo>
                <a:cubicBezTo>
                  <a:pt x="3727398" y="4225057"/>
                  <a:pt x="3727896" y="4225389"/>
                  <a:pt x="3728146" y="4225806"/>
                </a:cubicBezTo>
                <a:lnTo>
                  <a:pt x="3738281" y="4243418"/>
                </a:lnTo>
                <a:cubicBezTo>
                  <a:pt x="3738530" y="4243834"/>
                  <a:pt x="3738530" y="4244414"/>
                  <a:pt x="3738281" y="4244831"/>
                </a:cubicBezTo>
                <a:lnTo>
                  <a:pt x="3728062" y="4262444"/>
                </a:lnTo>
                <a:cubicBezTo>
                  <a:pt x="3727813" y="4262941"/>
                  <a:pt x="3727315" y="4263191"/>
                  <a:pt x="3726816" y="4263191"/>
                </a:cubicBezTo>
                <a:close/>
                <a:moveTo>
                  <a:pt x="3646240" y="4247186"/>
                </a:moveTo>
                <a:cubicBezTo>
                  <a:pt x="3645741" y="4247190"/>
                  <a:pt x="3645242" y="4246858"/>
                  <a:pt x="3644994" y="4246439"/>
                </a:cubicBezTo>
                <a:lnTo>
                  <a:pt x="3634691" y="4228581"/>
                </a:lnTo>
                <a:cubicBezTo>
                  <a:pt x="3634441" y="4228086"/>
                  <a:pt x="3634441" y="4227505"/>
                  <a:pt x="3634690" y="4227087"/>
                </a:cubicBezTo>
                <a:lnTo>
                  <a:pt x="3644992" y="4209225"/>
                </a:lnTo>
                <a:cubicBezTo>
                  <a:pt x="3645241" y="4208729"/>
                  <a:pt x="3645740" y="4208481"/>
                  <a:pt x="3646238" y="4208480"/>
                </a:cubicBezTo>
                <a:lnTo>
                  <a:pt x="3666926" y="4208474"/>
                </a:lnTo>
                <a:cubicBezTo>
                  <a:pt x="3667423" y="4208477"/>
                  <a:pt x="3667923" y="4208808"/>
                  <a:pt x="3668172" y="4209223"/>
                </a:cubicBezTo>
                <a:lnTo>
                  <a:pt x="3678472" y="4227091"/>
                </a:lnTo>
                <a:cubicBezTo>
                  <a:pt x="3678722" y="4227588"/>
                  <a:pt x="3678722" y="4228169"/>
                  <a:pt x="3678473" y="4228584"/>
                </a:cubicBezTo>
                <a:lnTo>
                  <a:pt x="3668172" y="4246441"/>
                </a:lnTo>
                <a:cubicBezTo>
                  <a:pt x="3667923" y="4246942"/>
                  <a:pt x="3667424" y="4247191"/>
                  <a:pt x="3666926" y="4247190"/>
                </a:cubicBezTo>
                <a:close/>
                <a:moveTo>
                  <a:pt x="2201619" y="3860326"/>
                </a:moveTo>
                <a:cubicBezTo>
                  <a:pt x="2201120" y="3860329"/>
                  <a:pt x="2200623" y="3859993"/>
                  <a:pt x="2200374" y="3859577"/>
                </a:cubicBezTo>
                <a:lnTo>
                  <a:pt x="2189903" y="3841476"/>
                </a:lnTo>
                <a:cubicBezTo>
                  <a:pt x="2189654" y="3840978"/>
                  <a:pt x="2189654" y="3840395"/>
                  <a:pt x="2189902" y="3839985"/>
                </a:cubicBezTo>
                <a:lnTo>
                  <a:pt x="2200369" y="3821876"/>
                </a:lnTo>
                <a:cubicBezTo>
                  <a:pt x="2200618" y="3821378"/>
                  <a:pt x="2201117" y="3821126"/>
                  <a:pt x="2201616" y="3821125"/>
                </a:cubicBezTo>
                <a:lnTo>
                  <a:pt x="2222553" y="3821123"/>
                </a:lnTo>
                <a:cubicBezTo>
                  <a:pt x="2223051" y="3821126"/>
                  <a:pt x="2223549" y="3821457"/>
                  <a:pt x="2223799" y="3821871"/>
                </a:cubicBezTo>
                <a:lnTo>
                  <a:pt x="2234265" y="3839987"/>
                </a:lnTo>
                <a:cubicBezTo>
                  <a:pt x="2234514" y="3840488"/>
                  <a:pt x="2234514" y="3841071"/>
                  <a:pt x="2234265" y="3841480"/>
                </a:cubicBezTo>
                <a:lnTo>
                  <a:pt x="2223800" y="3859582"/>
                </a:lnTo>
                <a:cubicBezTo>
                  <a:pt x="2223552" y="3860079"/>
                  <a:pt x="2223054" y="3860328"/>
                  <a:pt x="2222555" y="3860327"/>
                </a:cubicBezTo>
                <a:close/>
                <a:moveTo>
                  <a:pt x="2021013" y="3811976"/>
                </a:moveTo>
                <a:cubicBezTo>
                  <a:pt x="2020515" y="3811977"/>
                  <a:pt x="2020015" y="3811644"/>
                  <a:pt x="2019766" y="3811231"/>
                </a:cubicBezTo>
                <a:lnTo>
                  <a:pt x="2009213" y="3792962"/>
                </a:lnTo>
                <a:cubicBezTo>
                  <a:pt x="2008963" y="3792466"/>
                  <a:pt x="2008963" y="3791884"/>
                  <a:pt x="2009212" y="3791470"/>
                </a:cubicBezTo>
                <a:lnTo>
                  <a:pt x="2019762" y="3773195"/>
                </a:lnTo>
                <a:cubicBezTo>
                  <a:pt x="2020012" y="3772694"/>
                  <a:pt x="2020510" y="3772448"/>
                  <a:pt x="2021008" y="3772447"/>
                </a:cubicBezTo>
                <a:lnTo>
                  <a:pt x="2042028" y="3772444"/>
                </a:lnTo>
                <a:cubicBezTo>
                  <a:pt x="2042526" y="3772442"/>
                  <a:pt x="2043025" y="3772777"/>
                  <a:pt x="2043274" y="3773192"/>
                </a:cubicBezTo>
                <a:lnTo>
                  <a:pt x="2053823" y="3791475"/>
                </a:lnTo>
                <a:cubicBezTo>
                  <a:pt x="2054073" y="3791974"/>
                  <a:pt x="2054075" y="3792549"/>
                  <a:pt x="2053822" y="3792976"/>
                </a:cubicBezTo>
                <a:lnTo>
                  <a:pt x="2043276" y="3811234"/>
                </a:lnTo>
                <a:cubicBezTo>
                  <a:pt x="2043028" y="3811730"/>
                  <a:pt x="2042529" y="3811979"/>
                  <a:pt x="2042031" y="3811976"/>
                </a:cubicBezTo>
                <a:close/>
                <a:moveTo>
                  <a:pt x="3946962" y="4328073"/>
                </a:moveTo>
                <a:cubicBezTo>
                  <a:pt x="3946463" y="4328076"/>
                  <a:pt x="3945964" y="4327744"/>
                  <a:pt x="3945715" y="4327328"/>
                </a:cubicBezTo>
                <a:lnTo>
                  <a:pt x="3935162" y="4309060"/>
                </a:lnTo>
                <a:cubicBezTo>
                  <a:pt x="3934912" y="4308562"/>
                  <a:pt x="3934912" y="4307981"/>
                  <a:pt x="3935161" y="4307567"/>
                </a:cubicBezTo>
                <a:lnTo>
                  <a:pt x="3945712" y="4289291"/>
                </a:lnTo>
                <a:cubicBezTo>
                  <a:pt x="3945960" y="4288793"/>
                  <a:pt x="3946458" y="4288548"/>
                  <a:pt x="3946958" y="4288543"/>
                </a:cubicBezTo>
                <a:lnTo>
                  <a:pt x="3967977" y="4288543"/>
                </a:lnTo>
                <a:cubicBezTo>
                  <a:pt x="3968476" y="4288542"/>
                  <a:pt x="3968974" y="4288873"/>
                  <a:pt x="3969223" y="4289290"/>
                </a:cubicBezTo>
                <a:lnTo>
                  <a:pt x="3979772" y="4307573"/>
                </a:lnTo>
                <a:cubicBezTo>
                  <a:pt x="3980021" y="4308077"/>
                  <a:pt x="3980022" y="4308653"/>
                  <a:pt x="3979772" y="4309069"/>
                </a:cubicBezTo>
                <a:lnTo>
                  <a:pt x="3969226" y="4327330"/>
                </a:lnTo>
                <a:cubicBezTo>
                  <a:pt x="3968977" y="4327829"/>
                  <a:pt x="3968478" y="4328079"/>
                  <a:pt x="3967980" y="4328076"/>
                </a:cubicBezTo>
                <a:close/>
                <a:moveTo>
                  <a:pt x="1479359" y="3666900"/>
                </a:moveTo>
                <a:cubicBezTo>
                  <a:pt x="1478861" y="3666901"/>
                  <a:pt x="1478362" y="3666568"/>
                  <a:pt x="1478113" y="3666153"/>
                </a:cubicBezTo>
                <a:lnTo>
                  <a:pt x="1467645" y="3648043"/>
                </a:lnTo>
                <a:cubicBezTo>
                  <a:pt x="1467395" y="3647548"/>
                  <a:pt x="1467395" y="3646965"/>
                  <a:pt x="1467644" y="3646550"/>
                </a:cubicBezTo>
                <a:lnTo>
                  <a:pt x="1478111" y="3628440"/>
                </a:lnTo>
                <a:cubicBezTo>
                  <a:pt x="1478360" y="3627941"/>
                  <a:pt x="1478860" y="3627692"/>
                  <a:pt x="1479358" y="3627691"/>
                </a:cubicBezTo>
                <a:lnTo>
                  <a:pt x="1500295" y="3627686"/>
                </a:lnTo>
                <a:cubicBezTo>
                  <a:pt x="1500793" y="3627690"/>
                  <a:pt x="1501290" y="3628024"/>
                  <a:pt x="1501540" y="3628438"/>
                </a:cubicBezTo>
                <a:lnTo>
                  <a:pt x="1512007" y="3646551"/>
                </a:lnTo>
                <a:cubicBezTo>
                  <a:pt x="1512258" y="3647049"/>
                  <a:pt x="1512257" y="3647632"/>
                  <a:pt x="1512007" y="3648048"/>
                </a:cubicBezTo>
                <a:lnTo>
                  <a:pt x="1501541" y="3666154"/>
                </a:lnTo>
                <a:cubicBezTo>
                  <a:pt x="1501292" y="3666652"/>
                  <a:pt x="1500794" y="3666902"/>
                  <a:pt x="1500295" y="3666900"/>
                </a:cubicBezTo>
                <a:close/>
                <a:moveTo>
                  <a:pt x="2081136" y="3828203"/>
                </a:moveTo>
                <a:cubicBezTo>
                  <a:pt x="2080555" y="3828203"/>
                  <a:pt x="2080056" y="3827952"/>
                  <a:pt x="2079807" y="3827454"/>
                </a:cubicBezTo>
                <a:lnTo>
                  <a:pt x="2069166" y="3809037"/>
                </a:lnTo>
                <a:cubicBezTo>
                  <a:pt x="2068917" y="3808620"/>
                  <a:pt x="2068917" y="3808040"/>
                  <a:pt x="2069165" y="3807545"/>
                </a:cubicBezTo>
                <a:lnTo>
                  <a:pt x="2079799" y="3789104"/>
                </a:lnTo>
                <a:cubicBezTo>
                  <a:pt x="2080130" y="3788605"/>
                  <a:pt x="2080630" y="3788354"/>
                  <a:pt x="2081128" y="3788352"/>
                </a:cubicBezTo>
                <a:lnTo>
                  <a:pt x="2102397" y="3788354"/>
                </a:lnTo>
                <a:cubicBezTo>
                  <a:pt x="2102978" y="3788354"/>
                  <a:pt x="2103478" y="3788600"/>
                  <a:pt x="2103726" y="3789100"/>
                </a:cubicBezTo>
                <a:lnTo>
                  <a:pt x="2114359" y="3807548"/>
                </a:lnTo>
                <a:cubicBezTo>
                  <a:pt x="2114608" y="3807965"/>
                  <a:pt x="2114609" y="3808541"/>
                  <a:pt x="2114360" y="3809039"/>
                </a:cubicBezTo>
                <a:lnTo>
                  <a:pt x="2103732" y="3827461"/>
                </a:lnTo>
                <a:cubicBezTo>
                  <a:pt x="2103398" y="3827963"/>
                  <a:pt x="2102901" y="3828209"/>
                  <a:pt x="2102403" y="3828208"/>
                </a:cubicBezTo>
                <a:close/>
                <a:moveTo>
                  <a:pt x="3886766" y="4312049"/>
                </a:moveTo>
                <a:cubicBezTo>
                  <a:pt x="3886266" y="4312051"/>
                  <a:pt x="3885769" y="4311718"/>
                  <a:pt x="3885520" y="4311303"/>
                </a:cubicBezTo>
                <a:lnTo>
                  <a:pt x="3875135" y="4293273"/>
                </a:lnTo>
                <a:cubicBezTo>
                  <a:pt x="3874886" y="4292775"/>
                  <a:pt x="3874886" y="4292193"/>
                  <a:pt x="3875135" y="4291778"/>
                </a:cubicBezTo>
                <a:lnTo>
                  <a:pt x="3885603" y="4273750"/>
                </a:lnTo>
                <a:cubicBezTo>
                  <a:pt x="3885852" y="4273252"/>
                  <a:pt x="3886351" y="4273003"/>
                  <a:pt x="3886849" y="4273002"/>
                </a:cubicBezTo>
                <a:lnTo>
                  <a:pt x="3907702" y="4273002"/>
                </a:lnTo>
                <a:cubicBezTo>
                  <a:pt x="3908202" y="4273001"/>
                  <a:pt x="3908699" y="4273333"/>
                  <a:pt x="3908948" y="4273750"/>
                </a:cubicBezTo>
                <a:lnTo>
                  <a:pt x="3919333" y="4291778"/>
                </a:lnTo>
                <a:cubicBezTo>
                  <a:pt x="3919582" y="4292276"/>
                  <a:pt x="3919582" y="4292858"/>
                  <a:pt x="3919333" y="4293273"/>
                </a:cubicBezTo>
                <a:lnTo>
                  <a:pt x="3908865" y="4311302"/>
                </a:lnTo>
                <a:cubicBezTo>
                  <a:pt x="3908617" y="4311799"/>
                  <a:pt x="3908117" y="4312048"/>
                  <a:pt x="3907619" y="4312049"/>
                </a:cubicBezTo>
                <a:close/>
                <a:moveTo>
                  <a:pt x="4007070" y="4344355"/>
                </a:moveTo>
                <a:cubicBezTo>
                  <a:pt x="4006490" y="4344354"/>
                  <a:pt x="4005991" y="4344105"/>
                  <a:pt x="4005743" y="4343603"/>
                </a:cubicBezTo>
                <a:lnTo>
                  <a:pt x="3995102" y="4325182"/>
                </a:lnTo>
                <a:cubicBezTo>
                  <a:pt x="3994853" y="4324766"/>
                  <a:pt x="3994853" y="4324187"/>
                  <a:pt x="3995101" y="4323690"/>
                </a:cubicBezTo>
                <a:lnTo>
                  <a:pt x="4005735" y="4305248"/>
                </a:lnTo>
                <a:cubicBezTo>
                  <a:pt x="4006068" y="4304747"/>
                  <a:pt x="4006565" y="4304504"/>
                  <a:pt x="4007064" y="4304500"/>
                </a:cubicBezTo>
                <a:lnTo>
                  <a:pt x="4028333" y="4304498"/>
                </a:lnTo>
                <a:cubicBezTo>
                  <a:pt x="4028914" y="4304502"/>
                  <a:pt x="4029414" y="4304746"/>
                  <a:pt x="4029661" y="4305251"/>
                </a:cubicBezTo>
                <a:lnTo>
                  <a:pt x="4040297" y="4323689"/>
                </a:lnTo>
                <a:cubicBezTo>
                  <a:pt x="4040544" y="4324111"/>
                  <a:pt x="4040545" y="4324689"/>
                  <a:pt x="4040295" y="4325192"/>
                </a:cubicBezTo>
                <a:lnTo>
                  <a:pt x="4029668" y="4343610"/>
                </a:lnTo>
                <a:cubicBezTo>
                  <a:pt x="4029334" y="4344110"/>
                  <a:pt x="4028837" y="4344358"/>
                  <a:pt x="4028339" y="4344358"/>
                </a:cubicBezTo>
                <a:close/>
                <a:moveTo>
                  <a:pt x="2141359" y="3844474"/>
                </a:moveTo>
                <a:cubicBezTo>
                  <a:pt x="2140861" y="3844475"/>
                  <a:pt x="2140363" y="3844143"/>
                  <a:pt x="2140114" y="3843727"/>
                </a:cubicBezTo>
                <a:lnTo>
                  <a:pt x="2129646" y="3825616"/>
                </a:lnTo>
                <a:cubicBezTo>
                  <a:pt x="2129396" y="3825118"/>
                  <a:pt x="2129397" y="3824536"/>
                  <a:pt x="2129645" y="3824121"/>
                </a:cubicBezTo>
                <a:lnTo>
                  <a:pt x="2140113" y="3806009"/>
                </a:lnTo>
                <a:cubicBezTo>
                  <a:pt x="2140363" y="3805510"/>
                  <a:pt x="2140861" y="3805261"/>
                  <a:pt x="2141360" y="3805261"/>
                </a:cubicBezTo>
                <a:lnTo>
                  <a:pt x="2162296" y="3805262"/>
                </a:lnTo>
                <a:cubicBezTo>
                  <a:pt x="2162795" y="3805261"/>
                  <a:pt x="2163292" y="3805593"/>
                  <a:pt x="2163542" y="3806009"/>
                </a:cubicBezTo>
                <a:lnTo>
                  <a:pt x="2174009" y="3824121"/>
                </a:lnTo>
                <a:cubicBezTo>
                  <a:pt x="2174259" y="3824618"/>
                  <a:pt x="2174259" y="3825200"/>
                  <a:pt x="2174009" y="3825616"/>
                </a:cubicBezTo>
                <a:lnTo>
                  <a:pt x="2163541" y="3843727"/>
                </a:lnTo>
                <a:cubicBezTo>
                  <a:pt x="2163292" y="3844226"/>
                  <a:pt x="2162794" y="3844475"/>
                  <a:pt x="2162295" y="3844475"/>
                </a:cubicBezTo>
                <a:close/>
                <a:moveTo>
                  <a:pt x="2261688" y="3876747"/>
                </a:moveTo>
                <a:cubicBezTo>
                  <a:pt x="2261190" y="3876747"/>
                  <a:pt x="2260690" y="3876414"/>
                  <a:pt x="2260441" y="3876000"/>
                </a:cubicBezTo>
                <a:lnTo>
                  <a:pt x="2249891" y="3857722"/>
                </a:lnTo>
                <a:cubicBezTo>
                  <a:pt x="2249641" y="3857223"/>
                  <a:pt x="2249641" y="3856641"/>
                  <a:pt x="2249890" y="3856226"/>
                </a:cubicBezTo>
                <a:lnTo>
                  <a:pt x="2260442" y="3837948"/>
                </a:lnTo>
                <a:cubicBezTo>
                  <a:pt x="2260691" y="3837450"/>
                  <a:pt x="2261190" y="3837200"/>
                  <a:pt x="2261688" y="3837199"/>
                </a:cubicBezTo>
                <a:lnTo>
                  <a:pt x="2282706" y="3837203"/>
                </a:lnTo>
                <a:cubicBezTo>
                  <a:pt x="2283204" y="3837202"/>
                  <a:pt x="2283704" y="3837533"/>
                  <a:pt x="2283952" y="3837950"/>
                </a:cubicBezTo>
                <a:lnTo>
                  <a:pt x="2294503" y="3856227"/>
                </a:lnTo>
                <a:cubicBezTo>
                  <a:pt x="2294753" y="3856726"/>
                  <a:pt x="2294753" y="3857307"/>
                  <a:pt x="2294503" y="3857723"/>
                </a:cubicBezTo>
                <a:lnTo>
                  <a:pt x="2283952" y="3875999"/>
                </a:lnTo>
                <a:cubicBezTo>
                  <a:pt x="2283704" y="3876496"/>
                  <a:pt x="2283205" y="3876746"/>
                  <a:pt x="2282706" y="3876746"/>
                </a:cubicBezTo>
                <a:close/>
                <a:moveTo>
                  <a:pt x="1960703" y="3796173"/>
                </a:moveTo>
                <a:cubicBezTo>
                  <a:pt x="1960122" y="3796175"/>
                  <a:pt x="1959623" y="3795926"/>
                  <a:pt x="1959373" y="3795428"/>
                </a:cubicBezTo>
                <a:lnTo>
                  <a:pt x="1948737" y="3776991"/>
                </a:lnTo>
                <a:cubicBezTo>
                  <a:pt x="1948489" y="3776575"/>
                  <a:pt x="1948488" y="3775995"/>
                  <a:pt x="1948738" y="3775494"/>
                </a:cubicBezTo>
                <a:lnTo>
                  <a:pt x="1959371" y="3757054"/>
                </a:lnTo>
                <a:cubicBezTo>
                  <a:pt x="1959703" y="3756556"/>
                  <a:pt x="1960202" y="3756306"/>
                  <a:pt x="1960700" y="3756306"/>
                </a:cubicBezTo>
                <a:lnTo>
                  <a:pt x="1981969" y="3756304"/>
                </a:lnTo>
                <a:cubicBezTo>
                  <a:pt x="1982551" y="3756305"/>
                  <a:pt x="1983050" y="3756552"/>
                  <a:pt x="1983299" y="3757050"/>
                </a:cubicBezTo>
                <a:lnTo>
                  <a:pt x="1993932" y="3775497"/>
                </a:lnTo>
                <a:cubicBezTo>
                  <a:pt x="1994180" y="3775916"/>
                  <a:pt x="1994181" y="3776494"/>
                  <a:pt x="1993930" y="3776998"/>
                </a:cubicBezTo>
                <a:lnTo>
                  <a:pt x="1983300" y="3795429"/>
                </a:lnTo>
                <a:cubicBezTo>
                  <a:pt x="1982967" y="3795926"/>
                  <a:pt x="1982469" y="3796178"/>
                  <a:pt x="1981971" y="3796175"/>
                </a:cubicBezTo>
                <a:close/>
                <a:moveTo>
                  <a:pt x="4067255" y="4360623"/>
                </a:moveTo>
                <a:cubicBezTo>
                  <a:pt x="4066757" y="4360624"/>
                  <a:pt x="4066258" y="4360290"/>
                  <a:pt x="4066009" y="4359875"/>
                </a:cubicBezTo>
                <a:lnTo>
                  <a:pt x="4055458" y="4341598"/>
                </a:lnTo>
                <a:cubicBezTo>
                  <a:pt x="4055209" y="4341100"/>
                  <a:pt x="4055209" y="4340518"/>
                  <a:pt x="4055458" y="4340102"/>
                </a:cubicBezTo>
                <a:lnTo>
                  <a:pt x="4066009" y="4321825"/>
                </a:lnTo>
                <a:cubicBezTo>
                  <a:pt x="4066258" y="4321326"/>
                  <a:pt x="4066757" y="4321077"/>
                  <a:pt x="4067255" y="4321077"/>
                </a:cubicBezTo>
                <a:lnTo>
                  <a:pt x="4088275" y="4321077"/>
                </a:lnTo>
                <a:cubicBezTo>
                  <a:pt x="4088773" y="4321078"/>
                  <a:pt x="4089272" y="4321409"/>
                  <a:pt x="4089520" y="4321825"/>
                </a:cubicBezTo>
                <a:lnTo>
                  <a:pt x="4100071" y="4340103"/>
                </a:lnTo>
                <a:cubicBezTo>
                  <a:pt x="4100321" y="4340601"/>
                  <a:pt x="4100321" y="4341182"/>
                  <a:pt x="4100071" y="4341598"/>
                </a:cubicBezTo>
                <a:lnTo>
                  <a:pt x="4089520" y="4359875"/>
                </a:lnTo>
                <a:cubicBezTo>
                  <a:pt x="4089271" y="4360373"/>
                  <a:pt x="4088773" y="4360623"/>
                  <a:pt x="4088274" y="4360623"/>
                </a:cubicBezTo>
                <a:close/>
                <a:moveTo>
                  <a:pt x="3826474" y="4296115"/>
                </a:moveTo>
                <a:cubicBezTo>
                  <a:pt x="3825893" y="4296115"/>
                  <a:pt x="3825394" y="4295867"/>
                  <a:pt x="3825145" y="4295367"/>
                </a:cubicBezTo>
                <a:lnTo>
                  <a:pt x="3814509" y="4276929"/>
                </a:lnTo>
                <a:cubicBezTo>
                  <a:pt x="3814260" y="4276515"/>
                  <a:pt x="3814260" y="4275933"/>
                  <a:pt x="3814509" y="4275436"/>
                </a:cubicBezTo>
                <a:lnTo>
                  <a:pt x="3825143" y="4256993"/>
                </a:lnTo>
                <a:cubicBezTo>
                  <a:pt x="3825475" y="4256495"/>
                  <a:pt x="3825973" y="4256249"/>
                  <a:pt x="3826471" y="4256248"/>
                </a:cubicBezTo>
                <a:lnTo>
                  <a:pt x="3847741" y="4256243"/>
                </a:lnTo>
                <a:cubicBezTo>
                  <a:pt x="3848322" y="4256245"/>
                  <a:pt x="3848821" y="4256495"/>
                  <a:pt x="3849070" y="4256993"/>
                </a:cubicBezTo>
                <a:lnTo>
                  <a:pt x="3859703" y="4275441"/>
                </a:lnTo>
                <a:cubicBezTo>
                  <a:pt x="3859951" y="4275857"/>
                  <a:pt x="3859953" y="4276433"/>
                  <a:pt x="3859703" y="4276936"/>
                </a:cubicBezTo>
                <a:lnTo>
                  <a:pt x="3849071" y="4295370"/>
                </a:lnTo>
                <a:cubicBezTo>
                  <a:pt x="3848739" y="4295867"/>
                  <a:pt x="3848241" y="4296115"/>
                  <a:pt x="3847743" y="4296116"/>
                </a:cubicBezTo>
                <a:close/>
                <a:moveTo>
                  <a:pt x="1780194" y="3747839"/>
                </a:moveTo>
                <a:cubicBezTo>
                  <a:pt x="1779613" y="3747838"/>
                  <a:pt x="1779115" y="3747588"/>
                  <a:pt x="1778866" y="3747090"/>
                </a:cubicBezTo>
                <a:lnTo>
                  <a:pt x="1768315" y="3728729"/>
                </a:lnTo>
                <a:cubicBezTo>
                  <a:pt x="1768066" y="3728231"/>
                  <a:pt x="1768066" y="3727732"/>
                  <a:pt x="1768315" y="3727234"/>
                </a:cubicBezTo>
                <a:lnTo>
                  <a:pt x="1778866" y="3708873"/>
                </a:lnTo>
                <a:cubicBezTo>
                  <a:pt x="1779198" y="3708372"/>
                  <a:pt x="1779696" y="3708127"/>
                  <a:pt x="1780195" y="3708125"/>
                </a:cubicBezTo>
                <a:lnTo>
                  <a:pt x="1801380" y="3708126"/>
                </a:lnTo>
                <a:cubicBezTo>
                  <a:pt x="1801962" y="3708125"/>
                  <a:pt x="1802461" y="3708372"/>
                  <a:pt x="1802710" y="3708871"/>
                </a:cubicBezTo>
                <a:lnTo>
                  <a:pt x="1813261" y="3727233"/>
                </a:lnTo>
                <a:cubicBezTo>
                  <a:pt x="1813509" y="3727733"/>
                  <a:pt x="1813510" y="3728230"/>
                  <a:pt x="1813260" y="3728731"/>
                </a:cubicBezTo>
                <a:lnTo>
                  <a:pt x="1802710" y="3747088"/>
                </a:lnTo>
                <a:cubicBezTo>
                  <a:pt x="1802377" y="3747587"/>
                  <a:pt x="1801879" y="3747836"/>
                  <a:pt x="1801381" y="3747837"/>
                </a:cubicBezTo>
                <a:close/>
                <a:moveTo>
                  <a:pt x="1900384" y="3780255"/>
                </a:moveTo>
                <a:cubicBezTo>
                  <a:pt x="1899804" y="3780254"/>
                  <a:pt x="1899305" y="3780003"/>
                  <a:pt x="1899055" y="3779509"/>
                </a:cubicBezTo>
                <a:lnTo>
                  <a:pt x="1888251" y="3760750"/>
                </a:lnTo>
                <a:cubicBezTo>
                  <a:pt x="1888001" y="3760336"/>
                  <a:pt x="1888001" y="3759755"/>
                  <a:pt x="1888250" y="3759259"/>
                </a:cubicBezTo>
                <a:lnTo>
                  <a:pt x="1899049" y="3740485"/>
                </a:lnTo>
                <a:cubicBezTo>
                  <a:pt x="1899299" y="3740065"/>
                  <a:pt x="1899880" y="3739739"/>
                  <a:pt x="1900379" y="3739734"/>
                </a:cubicBezTo>
                <a:lnTo>
                  <a:pt x="1922062" y="3739735"/>
                </a:lnTo>
                <a:cubicBezTo>
                  <a:pt x="1922644" y="3739737"/>
                  <a:pt x="1923142" y="3739987"/>
                  <a:pt x="1923392" y="3740481"/>
                </a:cubicBezTo>
                <a:lnTo>
                  <a:pt x="1934191" y="3759267"/>
                </a:lnTo>
                <a:cubicBezTo>
                  <a:pt x="1934440" y="3759681"/>
                  <a:pt x="1934440" y="3760260"/>
                  <a:pt x="1934190" y="3760763"/>
                </a:cubicBezTo>
                <a:lnTo>
                  <a:pt x="1923396" y="3779512"/>
                </a:lnTo>
                <a:cubicBezTo>
                  <a:pt x="1923148" y="3779926"/>
                  <a:pt x="1922566" y="3780258"/>
                  <a:pt x="1922068" y="3780260"/>
                </a:cubicBezTo>
                <a:close/>
                <a:moveTo>
                  <a:pt x="1840165" y="3764167"/>
                </a:moveTo>
                <a:cubicBezTo>
                  <a:pt x="1839583" y="3764168"/>
                  <a:pt x="1839086" y="3763917"/>
                  <a:pt x="1838835" y="3763421"/>
                </a:cubicBezTo>
                <a:lnTo>
                  <a:pt x="1828034" y="3744734"/>
                </a:lnTo>
                <a:cubicBezTo>
                  <a:pt x="1827784" y="3744320"/>
                  <a:pt x="1827785" y="3743737"/>
                  <a:pt x="1828032" y="3743242"/>
                </a:cubicBezTo>
                <a:lnTo>
                  <a:pt x="1838831" y="3724554"/>
                </a:lnTo>
                <a:cubicBezTo>
                  <a:pt x="1839082" y="3724137"/>
                  <a:pt x="1839663" y="3723803"/>
                  <a:pt x="1840162" y="3723805"/>
                </a:cubicBezTo>
                <a:lnTo>
                  <a:pt x="1861763" y="3723801"/>
                </a:lnTo>
                <a:cubicBezTo>
                  <a:pt x="1862344" y="3723802"/>
                  <a:pt x="1862843" y="3724049"/>
                  <a:pt x="1863091" y="3724551"/>
                </a:cubicBezTo>
                <a:lnTo>
                  <a:pt x="1873891" y="3743247"/>
                </a:lnTo>
                <a:cubicBezTo>
                  <a:pt x="1874140" y="3743662"/>
                  <a:pt x="1874141" y="3744242"/>
                  <a:pt x="1873892" y="3744739"/>
                </a:cubicBezTo>
                <a:lnTo>
                  <a:pt x="1863094" y="3763423"/>
                </a:lnTo>
                <a:cubicBezTo>
                  <a:pt x="1862845" y="3763836"/>
                  <a:pt x="1862263" y="3764170"/>
                  <a:pt x="1861765" y="3764169"/>
                </a:cubicBezTo>
                <a:close/>
                <a:moveTo>
                  <a:pt x="2321608" y="3893443"/>
                </a:moveTo>
                <a:cubicBezTo>
                  <a:pt x="2321027" y="3893443"/>
                  <a:pt x="2320528" y="3893193"/>
                  <a:pt x="2320280" y="3892694"/>
                </a:cubicBezTo>
                <a:lnTo>
                  <a:pt x="2309480" y="3873919"/>
                </a:lnTo>
                <a:cubicBezTo>
                  <a:pt x="2309230" y="3873505"/>
                  <a:pt x="2309230" y="3872922"/>
                  <a:pt x="2309480" y="3872423"/>
                </a:cubicBezTo>
                <a:lnTo>
                  <a:pt x="2320280" y="3853646"/>
                </a:lnTo>
                <a:cubicBezTo>
                  <a:pt x="2320528" y="3853231"/>
                  <a:pt x="2321111" y="3852899"/>
                  <a:pt x="2321608" y="3852901"/>
                </a:cubicBezTo>
                <a:lnTo>
                  <a:pt x="2343292" y="3852902"/>
                </a:lnTo>
                <a:cubicBezTo>
                  <a:pt x="2343874" y="3852901"/>
                  <a:pt x="2344373" y="3853147"/>
                  <a:pt x="2344622" y="3853647"/>
                </a:cubicBezTo>
                <a:lnTo>
                  <a:pt x="2355422" y="3872424"/>
                </a:lnTo>
                <a:cubicBezTo>
                  <a:pt x="2355671" y="3872841"/>
                  <a:pt x="2355671" y="3873422"/>
                  <a:pt x="2355422" y="3873920"/>
                </a:cubicBezTo>
                <a:lnTo>
                  <a:pt x="2344621" y="3892694"/>
                </a:lnTo>
                <a:cubicBezTo>
                  <a:pt x="2344373" y="3893110"/>
                  <a:pt x="2343790" y="3893443"/>
                  <a:pt x="2343293" y="3893442"/>
                </a:cubicBezTo>
                <a:close/>
                <a:moveTo>
                  <a:pt x="2381173" y="3910670"/>
                </a:moveTo>
                <a:cubicBezTo>
                  <a:pt x="2380592" y="3910670"/>
                  <a:pt x="2380093" y="3910338"/>
                  <a:pt x="2379761" y="3909840"/>
                </a:cubicBezTo>
                <a:lnTo>
                  <a:pt x="2368462" y="3890233"/>
                </a:lnTo>
                <a:cubicBezTo>
                  <a:pt x="2368130" y="3889734"/>
                  <a:pt x="2368130" y="3889153"/>
                  <a:pt x="2368462" y="3888654"/>
                </a:cubicBezTo>
                <a:lnTo>
                  <a:pt x="2379844" y="3869048"/>
                </a:lnTo>
                <a:cubicBezTo>
                  <a:pt x="2380176" y="3868549"/>
                  <a:pt x="2380675" y="3868217"/>
                  <a:pt x="2381257" y="3868216"/>
                </a:cubicBezTo>
                <a:lnTo>
                  <a:pt x="2403937" y="3868216"/>
                </a:lnTo>
                <a:cubicBezTo>
                  <a:pt x="2404519" y="3868217"/>
                  <a:pt x="2405017" y="3868548"/>
                  <a:pt x="2405349" y="3869047"/>
                </a:cubicBezTo>
                <a:lnTo>
                  <a:pt x="2416648" y="3888653"/>
                </a:lnTo>
                <a:cubicBezTo>
                  <a:pt x="2416980" y="3889153"/>
                  <a:pt x="2416980" y="3889734"/>
                  <a:pt x="2416648" y="3890233"/>
                </a:cubicBezTo>
                <a:lnTo>
                  <a:pt x="2405266" y="3909840"/>
                </a:lnTo>
                <a:cubicBezTo>
                  <a:pt x="2404934" y="3910338"/>
                  <a:pt x="2404435" y="3910670"/>
                  <a:pt x="2403854" y="3910670"/>
                </a:cubicBezTo>
                <a:close/>
                <a:moveTo>
                  <a:pt x="4178060" y="4436716"/>
                </a:moveTo>
                <a:cubicBezTo>
                  <a:pt x="4177728" y="4436714"/>
                  <a:pt x="4177314" y="4436298"/>
                  <a:pt x="4177314" y="4436298"/>
                </a:cubicBezTo>
                <a:lnTo>
                  <a:pt x="4171165" y="4425664"/>
                </a:lnTo>
                <a:cubicBezTo>
                  <a:pt x="4170999" y="4425417"/>
                  <a:pt x="4171165" y="4424835"/>
                  <a:pt x="4171165" y="4424835"/>
                </a:cubicBezTo>
                <a:lnTo>
                  <a:pt x="4177313" y="4414198"/>
                </a:lnTo>
                <a:cubicBezTo>
                  <a:pt x="4177479" y="4413951"/>
                  <a:pt x="4178060" y="4413785"/>
                  <a:pt x="4178060" y="4413785"/>
                </a:cubicBezTo>
                <a:lnTo>
                  <a:pt x="4190357" y="4413783"/>
                </a:lnTo>
                <a:cubicBezTo>
                  <a:pt x="4190689" y="4413781"/>
                  <a:pt x="4191105" y="4414196"/>
                  <a:pt x="4191105" y="4414196"/>
                </a:cubicBezTo>
                <a:lnTo>
                  <a:pt x="4197252" y="4424834"/>
                </a:lnTo>
                <a:cubicBezTo>
                  <a:pt x="4197418" y="4425082"/>
                  <a:pt x="4197252" y="4425664"/>
                  <a:pt x="4197252" y="4425664"/>
                </a:cubicBezTo>
                <a:lnTo>
                  <a:pt x="4191104" y="4436299"/>
                </a:lnTo>
                <a:cubicBezTo>
                  <a:pt x="4190938" y="4436547"/>
                  <a:pt x="4190356" y="4436716"/>
                  <a:pt x="4190356" y="4436716"/>
                </a:cubicBezTo>
                <a:close/>
                <a:moveTo>
                  <a:pt x="865189" y="3554509"/>
                </a:moveTo>
                <a:cubicBezTo>
                  <a:pt x="864773" y="3554511"/>
                  <a:pt x="864108" y="3553846"/>
                  <a:pt x="864108" y="3553846"/>
                </a:cubicBezTo>
                <a:lnTo>
                  <a:pt x="855304" y="3538470"/>
                </a:lnTo>
                <a:cubicBezTo>
                  <a:pt x="855054" y="3538058"/>
                  <a:pt x="855304" y="3537225"/>
                  <a:pt x="855304" y="3537225"/>
                </a:cubicBezTo>
                <a:lnTo>
                  <a:pt x="864192" y="3521857"/>
                </a:lnTo>
                <a:cubicBezTo>
                  <a:pt x="864441" y="3521443"/>
                  <a:pt x="864856" y="3521196"/>
                  <a:pt x="865273" y="3521191"/>
                </a:cubicBezTo>
                <a:lnTo>
                  <a:pt x="882968" y="3521194"/>
                </a:lnTo>
                <a:cubicBezTo>
                  <a:pt x="883382" y="3521197"/>
                  <a:pt x="884049" y="3521856"/>
                  <a:pt x="884049" y="3521856"/>
                </a:cubicBezTo>
                <a:lnTo>
                  <a:pt x="892854" y="3537230"/>
                </a:lnTo>
                <a:cubicBezTo>
                  <a:pt x="893104" y="3537643"/>
                  <a:pt x="892855" y="3538473"/>
                  <a:pt x="892855" y="3538473"/>
                </a:cubicBezTo>
                <a:lnTo>
                  <a:pt x="883965" y="3553844"/>
                </a:lnTo>
                <a:cubicBezTo>
                  <a:pt x="883716" y="3554258"/>
                  <a:pt x="883299" y="3554510"/>
                  <a:pt x="882885" y="3554509"/>
                </a:cubicBezTo>
                <a:close/>
                <a:moveTo>
                  <a:pt x="925358" y="3570757"/>
                </a:moveTo>
                <a:cubicBezTo>
                  <a:pt x="924943" y="3570757"/>
                  <a:pt x="924278" y="3570175"/>
                  <a:pt x="924278" y="3570175"/>
                </a:cubicBezTo>
                <a:lnTo>
                  <a:pt x="915472" y="3554973"/>
                </a:lnTo>
                <a:cubicBezTo>
                  <a:pt x="915222" y="3554558"/>
                  <a:pt x="915471" y="3553728"/>
                  <a:pt x="915471" y="3553728"/>
                </a:cubicBezTo>
                <a:lnTo>
                  <a:pt x="924279" y="3538518"/>
                </a:lnTo>
                <a:cubicBezTo>
                  <a:pt x="924529" y="3538185"/>
                  <a:pt x="924945" y="3537935"/>
                  <a:pt x="925359" y="3537937"/>
                </a:cubicBezTo>
                <a:lnTo>
                  <a:pt x="942970" y="3537943"/>
                </a:lnTo>
                <a:cubicBezTo>
                  <a:pt x="943386" y="3537941"/>
                  <a:pt x="944051" y="3538524"/>
                  <a:pt x="944051" y="3538524"/>
                </a:cubicBezTo>
                <a:lnTo>
                  <a:pt x="952859" y="3553724"/>
                </a:lnTo>
                <a:cubicBezTo>
                  <a:pt x="953107" y="3554140"/>
                  <a:pt x="952859" y="3554970"/>
                  <a:pt x="952859" y="3554970"/>
                </a:cubicBezTo>
                <a:lnTo>
                  <a:pt x="944051" y="3570176"/>
                </a:lnTo>
                <a:cubicBezTo>
                  <a:pt x="943802" y="3570507"/>
                  <a:pt x="943386" y="3570756"/>
                  <a:pt x="942971" y="3570756"/>
                </a:cubicBezTo>
                <a:close/>
                <a:moveTo>
                  <a:pt x="3212297" y="4183883"/>
                </a:moveTo>
                <a:cubicBezTo>
                  <a:pt x="3211882" y="4183883"/>
                  <a:pt x="3211216" y="4183218"/>
                  <a:pt x="3211216" y="4183218"/>
                </a:cubicBezTo>
                <a:lnTo>
                  <a:pt x="3202245" y="4167682"/>
                </a:lnTo>
                <a:cubicBezTo>
                  <a:pt x="3201995" y="4167351"/>
                  <a:pt x="3202245" y="4166436"/>
                  <a:pt x="3202245" y="4166436"/>
                </a:cubicBezTo>
                <a:lnTo>
                  <a:pt x="3211218" y="4150897"/>
                </a:lnTo>
                <a:cubicBezTo>
                  <a:pt x="3211467" y="4150480"/>
                  <a:pt x="3211882" y="4150232"/>
                  <a:pt x="3212298" y="4150232"/>
                </a:cubicBezTo>
                <a:lnTo>
                  <a:pt x="3230158" y="4150238"/>
                </a:lnTo>
                <a:cubicBezTo>
                  <a:pt x="3230574" y="4150238"/>
                  <a:pt x="3231239" y="4150902"/>
                  <a:pt x="3231239" y="4150902"/>
                </a:cubicBezTo>
                <a:lnTo>
                  <a:pt x="3240212" y="4166436"/>
                </a:lnTo>
                <a:cubicBezTo>
                  <a:pt x="3240461" y="4166767"/>
                  <a:pt x="3240212" y="4167680"/>
                  <a:pt x="3240212" y="4167680"/>
                </a:cubicBezTo>
                <a:lnTo>
                  <a:pt x="3231239" y="4183218"/>
                </a:lnTo>
                <a:cubicBezTo>
                  <a:pt x="3230990" y="4183634"/>
                  <a:pt x="3230575" y="4183882"/>
                  <a:pt x="3230159" y="4183883"/>
                </a:cubicBezTo>
                <a:close/>
                <a:moveTo>
                  <a:pt x="804790" y="3538886"/>
                </a:moveTo>
                <a:cubicBezTo>
                  <a:pt x="804375" y="3538885"/>
                  <a:pt x="803710" y="3538222"/>
                  <a:pt x="803710" y="3538222"/>
                </a:cubicBezTo>
                <a:lnTo>
                  <a:pt x="794655" y="3522518"/>
                </a:lnTo>
                <a:cubicBezTo>
                  <a:pt x="794405" y="3522187"/>
                  <a:pt x="794654" y="3521274"/>
                  <a:pt x="794654" y="3521274"/>
                </a:cubicBezTo>
                <a:lnTo>
                  <a:pt x="803713" y="3505563"/>
                </a:lnTo>
                <a:cubicBezTo>
                  <a:pt x="803962" y="3505149"/>
                  <a:pt x="804376" y="3504901"/>
                  <a:pt x="804792" y="3504900"/>
                </a:cubicBezTo>
                <a:lnTo>
                  <a:pt x="822903" y="3504901"/>
                </a:lnTo>
                <a:cubicBezTo>
                  <a:pt x="823317" y="3504905"/>
                  <a:pt x="823982" y="3505569"/>
                  <a:pt x="823982" y="3505569"/>
                </a:cubicBezTo>
                <a:lnTo>
                  <a:pt x="833037" y="3521269"/>
                </a:lnTo>
                <a:cubicBezTo>
                  <a:pt x="833288" y="3521602"/>
                  <a:pt x="833038" y="3522516"/>
                  <a:pt x="833038" y="3522516"/>
                </a:cubicBezTo>
                <a:lnTo>
                  <a:pt x="823983" y="3538219"/>
                </a:lnTo>
                <a:cubicBezTo>
                  <a:pt x="823733" y="3538636"/>
                  <a:pt x="823317" y="3538884"/>
                  <a:pt x="822902" y="3538885"/>
                </a:cubicBezTo>
                <a:close/>
                <a:moveTo>
                  <a:pt x="1105633" y="3619667"/>
                </a:moveTo>
                <a:cubicBezTo>
                  <a:pt x="1105218" y="3619664"/>
                  <a:pt x="1104554" y="3618997"/>
                  <a:pt x="1104554" y="3618997"/>
                </a:cubicBezTo>
                <a:lnTo>
                  <a:pt x="1095498" y="3603214"/>
                </a:lnTo>
                <a:cubicBezTo>
                  <a:pt x="1095249" y="3602798"/>
                  <a:pt x="1095498" y="3601886"/>
                  <a:pt x="1095498" y="3601886"/>
                </a:cubicBezTo>
                <a:lnTo>
                  <a:pt x="1104638" y="3586095"/>
                </a:lnTo>
                <a:cubicBezTo>
                  <a:pt x="1104802" y="3585682"/>
                  <a:pt x="1105302" y="3585432"/>
                  <a:pt x="1105718" y="3585429"/>
                </a:cubicBezTo>
                <a:lnTo>
                  <a:pt x="1123911" y="3585436"/>
                </a:lnTo>
                <a:cubicBezTo>
                  <a:pt x="1124326" y="3585436"/>
                  <a:pt x="1124992" y="3586097"/>
                  <a:pt x="1124992" y="3586097"/>
                </a:cubicBezTo>
                <a:lnTo>
                  <a:pt x="1134048" y="3601884"/>
                </a:lnTo>
                <a:cubicBezTo>
                  <a:pt x="1134296" y="3602299"/>
                  <a:pt x="1134048" y="3603212"/>
                  <a:pt x="1134048" y="3603212"/>
                </a:cubicBezTo>
                <a:lnTo>
                  <a:pt x="1124907" y="3618999"/>
                </a:lnTo>
                <a:cubicBezTo>
                  <a:pt x="1124743" y="3619412"/>
                  <a:pt x="1124243" y="3619664"/>
                  <a:pt x="1123829" y="3619662"/>
                </a:cubicBezTo>
                <a:close/>
                <a:moveTo>
                  <a:pt x="985192" y="3587667"/>
                </a:moveTo>
                <a:cubicBezTo>
                  <a:pt x="984776" y="3587668"/>
                  <a:pt x="984112" y="3587002"/>
                  <a:pt x="984112" y="3587002"/>
                </a:cubicBezTo>
                <a:lnTo>
                  <a:pt x="975057" y="3571218"/>
                </a:lnTo>
                <a:cubicBezTo>
                  <a:pt x="974807" y="3570802"/>
                  <a:pt x="975057" y="3569888"/>
                  <a:pt x="975057" y="3569888"/>
                </a:cubicBezTo>
                <a:lnTo>
                  <a:pt x="984195" y="3554103"/>
                </a:lnTo>
                <a:cubicBezTo>
                  <a:pt x="984360" y="3553687"/>
                  <a:pt x="984860" y="3553438"/>
                  <a:pt x="985274" y="3553438"/>
                </a:cubicBezTo>
                <a:lnTo>
                  <a:pt x="1003469" y="3553438"/>
                </a:lnTo>
                <a:cubicBezTo>
                  <a:pt x="1003884" y="3553438"/>
                  <a:pt x="1004549" y="3554104"/>
                  <a:pt x="1004549" y="3554104"/>
                </a:cubicBezTo>
                <a:lnTo>
                  <a:pt x="1013605" y="3569889"/>
                </a:lnTo>
                <a:cubicBezTo>
                  <a:pt x="1013854" y="3570303"/>
                  <a:pt x="1013606" y="3571218"/>
                  <a:pt x="1013606" y="3571218"/>
                </a:cubicBezTo>
                <a:lnTo>
                  <a:pt x="1004465" y="3587003"/>
                </a:lnTo>
                <a:cubicBezTo>
                  <a:pt x="1004301" y="3587418"/>
                  <a:pt x="1003801" y="3587667"/>
                  <a:pt x="1003386" y="3587668"/>
                </a:cubicBezTo>
                <a:close/>
                <a:moveTo>
                  <a:pt x="1286036" y="3668336"/>
                </a:moveTo>
                <a:cubicBezTo>
                  <a:pt x="1285537" y="3668336"/>
                  <a:pt x="1284872" y="3667673"/>
                  <a:pt x="1284872" y="3667673"/>
                </a:cubicBezTo>
                <a:lnTo>
                  <a:pt x="1275569" y="3651550"/>
                </a:lnTo>
                <a:cubicBezTo>
                  <a:pt x="1275320" y="3651138"/>
                  <a:pt x="1275568" y="3650224"/>
                  <a:pt x="1275568" y="3650224"/>
                </a:cubicBezTo>
                <a:lnTo>
                  <a:pt x="1284874" y="3634103"/>
                </a:lnTo>
                <a:cubicBezTo>
                  <a:pt x="1285124" y="3633686"/>
                  <a:pt x="1285539" y="3633437"/>
                  <a:pt x="1286038" y="3633436"/>
                </a:cubicBezTo>
                <a:lnTo>
                  <a:pt x="1304647" y="3633437"/>
                </a:lnTo>
                <a:cubicBezTo>
                  <a:pt x="1305146" y="3633438"/>
                  <a:pt x="1305811" y="3634103"/>
                  <a:pt x="1305811" y="3634103"/>
                </a:cubicBezTo>
                <a:lnTo>
                  <a:pt x="1315115" y="3650221"/>
                </a:lnTo>
                <a:cubicBezTo>
                  <a:pt x="1315363" y="3650636"/>
                  <a:pt x="1315115" y="3651550"/>
                  <a:pt x="1315115" y="3651550"/>
                </a:cubicBezTo>
                <a:lnTo>
                  <a:pt x="1305809" y="3667674"/>
                </a:lnTo>
                <a:cubicBezTo>
                  <a:pt x="1305560" y="3668087"/>
                  <a:pt x="1305146" y="3668332"/>
                  <a:pt x="1304646" y="3668332"/>
                </a:cubicBezTo>
                <a:close/>
                <a:moveTo>
                  <a:pt x="1225762" y="3652306"/>
                </a:moveTo>
                <a:cubicBezTo>
                  <a:pt x="1225263" y="3652306"/>
                  <a:pt x="1224598" y="3651644"/>
                  <a:pt x="1224598" y="3651644"/>
                </a:cubicBezTo>
                <a:lnTo>
                  <a:pt x="1215211" y="3635442"/>
                </a:lnTo>
                <a:cubicBezTo>
                  <a:pt x="1214963" y="3635023"/>
                  <a:pt x="1215211" y="3634112"/>
                  <a:pt x="1215211" y="3634112"/>
                </a:cubicBezTo>
                <a:lnTo>
                  <a:pt x="1224600" y="3617907"/>
                </a:lnTo>
                <a:cubicBezTo>
                  <a:pt x="1224849" y="3617492"/>
                  <a:pt x="1225265" y="3617239"/>
                  <a:pt x="1225765" y="3617239"/>
                </a:cubicBezTo>
                <a:lnTo>
                  <a:pt x="1244457" y="3617241"/>
                </a:lnTo>
                <a:cubicBezTo>
                  <a:pt x="1244955" y="3617239"/>
                  <a:pt x="1245620" y="3617907"/>
                  <a:pt x="1245620" y="3617907"/>
                </a:cubicBezTo>
                <a:lnTo>
                  <a:pt x="1255008" y="3634106"/>
                </a:lnTo>
                <a:cubicBezTo>
                  <a:pt x="1255257" y="3634522"/>
                  <a:pt x="1255007" y="3635437"/>
                  <a:pt x="1255007" y="3635437"/>
                </a:cubicBezTo>
                <a:lnTo>
                  <a:pt x="1245619" y="3651641"/>
                </a:lnTo>
                <a:cubicBezTo>
                  <a:pt x="1245369" y="3652054"/>
                  <a:pt x="1244954" y="3652302"/>
                  <a:pt x="1244456" y="3652305"/>
                </a:cubicBezTo>
                <a:close/>
                <a:moveTo>
                  <a:pt x="1045156" y="3604102"/>
                </a:moveTo>
                <a:cubicBezTo>
                  <a:pt x="1044658" y="3604102"/>
                  <a:pt x="1043993" y="3603439"/>
                  <a:pt x="1043993" y="3603439"/>
                </a:cubicBezTo>
                <a:lnTo>
                  <a:pt x="1034606" y="3587237"/>
                </a:lnTo>
                <a:cubicBezTo>
                  <a:pt x="1034356" y="3586822"/>
                  <a:pt x="1034605" y="3585909"/>
                  <a:pt x="1034605" y="3585909"/>
                </a:cubicBezTo>
                <a:lnTo>
                  <a:pt x="1043994" y="3569705"/>
                </a:lnTo>
                <a:cubicBezTo>
                  <a:pt x="1044243" y="3569290"/>
                  <a:pt x="1044658" y="3569042"/>
                  <a:pt x="1045157" y="3569041"/>
                </a:cubicBezTo>
                <a:lnTo>
                  <a:pt x="1063849" y="3569045"/>
                </a:lnTo>
                <a:cubicBezTo>
                  <a:pt x="1064347" y="3569045"/>
                  <a:pt x="1065012" y="3569710"/>
                  <a:pt x="1065012" y="3569710"/>
                </a:cubicBezTo>
                <a:lnTo>
                  <a:pt x="1074401" y="3585905"/>
                </a:lnTo>
                <a:cubicBezTo>
                  <a:pt x="1074650" y="3586321"/>
                  <a:pt x="1074401" y="3587236"/>
                  <a:pt x="1074401" y="3587236"/>
                </a:cubicBezTo>
                <a:lnTo>
                  <a:pt x="1065013" y="3603437"/>
                </a:lnTo>
                <a:cubicBezTo>
                  <a:pt x="1064763" y="3603851"/>
                  <a:pt x="1064347" y="3604103"/>
                  <a:pt x="1063849" y="3604104"/>
                </a:cubicBezTo>
                <a:close/>
                <a:moveTo>
                  <a:pt x="1165397" y="3636566"/>
                </a:moveTo>
                <a:cubicBezTo>
                  <a:pt x="1164899" y="3636564"/>
                  <a:pt x="1164234" y="3635900"/>
                  <a:pt x="1164234" y="3635900"/>
                </a:cubicBezTo>
                <a:lnTo>
                  <a:pt x="1154681" y="3619368"/>
                </a:lnTo>
                <a:cubicBezTo>
                  <a:pt x="1154432" y="3618949"/>
                  <a:pt x="1154681" y="3618036"/>
                  <a:pt x="1154681" y="3618036"/>
                </a:cubicBezTo>
                <a:lnTo>
                  <a:pt x="1164236" y="3601500"/>
                </a:lnTo>
                <a:cubicBezTo>
                  <a:pt x="1164486" y="3601082"/>
                  <a:pt x="1164900" y="3600837"/>
                  <a:pt x="1165399" y="3600836"/>
                </a:cubicBezTo>
                <a:lnTo>
                  <a:pt x="1184507" y="3600835"/>
                </a:lnTo>
                <a:cubicBezTo>
                  <a:pt x="1185006" y="3600836"/>
                  <a:pt x="1185671" y="3601497"/>
                  <a:pt x="1185671" y="3601497"/>
                </a:cubicBezTo>
                <a:lnTo>
                  <a:pt x="1195223" y="3618038"/>
                </a:lnTo>
                <a:cubicBezTo>
                  <a:pt x="1195473" y="3618448"/>
                  <a:pt x="1195223" y="3619365"/>
                  <a:pt x="1195223" y="3619365"/>
                </a:cubicBezTo>
                <a:lnTo>
                  <a:pt x="1185669" y="3635898"/>
                </a:lnTo>
                <a:cubicBezTo>
                  <a:pt x="1185420" y="3636314"/>
                  <a:pt x="1185004" y="3636567"/>
                  <a:pt x="1184506" y="3636564"/>
                </a:cubicBezTo>
                <a:close/>
                <a:moveTo>
                  <a:pt x="1406063" y="3701134"/>
                </a:moveTo>
                <a:cubicBezTo>
                  <a:pt x="1405563" y="3701138"/>
                  <a:pt x="1405148" y="3700889"/>
                  <a:pt x="1404899" y="3700475"/>
                </a:cubicBezTo>
                <a:lnTo>
                  <a:pt x="1395264" y="3683853"/>
                </a:lnTo>
                <a:cubicBezTo>
                  <a:pt x="1395014" y="3683439"/>
                  <a:pt x="1395014" y="3682942"/>
                  <a:pt x="1395263" y="3682525"/>
                </a:cubicBezTo>
                <a:lnTo>
                  <a:pt x="1404901" y="3665907"/>
                </a:lnTo>
                <a:cubicBezTo>
                  <a:pt x="1405149" y="3665493"/>
                  <a:pt x="1405565" y="3665241"/>
                  <a:pt x="1406063" y="3665246"/>
                </a:cubicBezTo>
                <a:lnTo>
                  <a:pt x="1425256" y="3665239"/>
                </a:lnTo>
                <a:cubicBezTo>
                  <a:pt x="1425753" y="3665244"/>
                  <a:pt x="1426170" y="3665487"/>
                  <a:pt x="1426418" y="3665906"/>
                </a:cubicBezTo>
                <a:lnTo>
                  <a:pt x="1436055" y="3682527"/>
                </a:lnTo>
                <a:cubicBezTo>
                  <a:pt x="1436304" y="3682940"/>
                  <a:pt x="1436304" y="3683440"/>
                  <a:pt x="1436055" y="3683854"/>
                </a:cubicBezTo>
                <a:lnTo>
                  <a:pt x="1426417" y="3700471"/>
                </a:lnTo>
                <a:cubicBezTo>
                  <a:pt x="1426169" y="3700884"/>
                  <a:pt x="1425753" y="3701134"/>
                  <a:pt x="1425253" y="3701138"/>
                </a:cubicBezTo>
                <a:close/>
                <a:moveTo>
                  <a:pt x="1345672" y="3685619"/>
                </a:moveTo>
                <a:cubicBezTo>
                  <a:pt x="1345255" y="3685619"/>
                  <a:pt x="1344758" y="3685369"/>
                  <a:pt x="1344507" y="3684955"/>
                </a:cubicBezTo>
                <a:lnTo>
                  <a:pt x="1334705" y="3667920"/>
                </a:lnTo>
                <a:cubicBezTo>
                  <a:pt x="1334455" y="3667508"/>
                  <a:pt x="1334456" y="3666926"/>
                  <a:pt x="1334704" y="3666512"/>
                </a:cubicBezTo>
                <a:lnTo>
                  <a:pt x="1344508" y="3649478"/>
                </a:lnTo>
                <a:cubicBezTo>
                  <a:pt x="1344759" y="3649061"/>
                  <a:pt x="1345173" y="3648813"/>
                  <a:pt x="1345672" y="3648812"/>
                </a:cubicBezTo>
                <a:lnTo>
                  <a:pt x="1365277" y="3648817"/>
                </a:lnTo>
                <a:cubicBezTo>
                  <a:pt x="1365693" y="3648814"/>
                  <a:pt x="1366191" y="3649065"/>
                  <a:pt x="1366440" y="3649480"/>
                </a:cubicBezTo>
                <a:lnTo>
                  <a:pt x="1376245" y="3666510"/>
                </a:lnTo>
                <a:cubicBezTo>
                  <a:pt x="1376494" y="3666925"/>
                  <a:pt x="1376494" y="3667506"/>
                  <a:pt x="1376245" y="3667922"/>
                </a:cubicBezTo>
                <a:lnTo>
                  <a:pt x="1366441" y="3684953"/>
                </a:lnTo>
                <a:cubicBezTo>
                  <a:pt x="1366191" y="3685371"/>
                  <a:pt x="1365777" y="3685618"/>
                  <a:pt x="1365277" y="3685620"/>
                </a:cubicBezTo>
                <a:close/>
                <a:moveTo>
                  <a:pt x="3271608" y="4201679"/>
                </a:moveTo>
                <a:cubicBezTo>
                  <a:pt x="3271110" y="4201679"/>
                  <a:pt x="3270693" y="4201431"/>
                  <a:pt x="3270444" y="4201015"/>
                </a:cubicBezTo>
                <a:lnTo>
                  <a:pt x="3260725" y="4184065"/>
                </a:lnTo>
                <a:cubicBezTo>
                  <a:pt x="3260476" y="4183650"/>
                  <a:pt x="3260475" y="4183069"/>
                  <a:pt x="3260725" y="4182655"/>
                </a:cubicBezTo>
                <a:lnTo>
                  <a:pt x="3270528" y="4165705"/>
                </a:lnTo>
                <a:cubicBezTo>
                  <a:pt x="3270777" y="4165288"/>
                  <a:pt x="3271193" y="4165040"/>
                  <a:pt x="3271691" y="4165041"/>
                </a:cubicBezTo>
                <a:lnTo>
                  <a:pt x="3291215" y="4165042"/>
                </a:lnTo>
                <a:cubicBezTo>
                  <a:pt x="3291713" y="4165041"/>
                  <a:pt x="3292129" y="4165290"/>
                  <a:pt x="3292378" y="4165706"/>
                </a:cubicBezTo>
                <a:lnTo>
                  <a:pt x="3302098" y="4182654"/>
                </a:lnTo>
                <a:cubicBezTo>
                  <a:pt x="3302347" y="4183068"/>
                  <a:pt x="3302347" y="4183651"/>
                  <a:pt x="3302098" y="4184066"/>
                </a:cubicBezTo>
                <a:lnTo>
                  <a:pt x="3292295" y="4201015"/>
                </a:lnTo>
                <a:cubicBezTo>
                  <a:pt x="3292045" y="4201430"/>
                  <a:pt x="3291629" y="4201679"/>
                  <a:pt x="3291131" y="4201679"/>
                </a:cubicBezTo>
                <a:close/>
                <a:moveTo>
                  <a:pt x="3692751" y="4314819"/>
                </a:moveTo>
                <a:cubicBezTo>
                  <a:pt x="3692252" y="4314818"/>
                  <a:pt x="3691754" y="4314486"/>
                  <a:pt x="3691505" y="4314070"/>
                </a:cubicBezTo>
                <a:lnTo>
                  <a:pt x="3681453" y="4296621"/>
                </a:lnTo>
                <a:cubicBezTo>
                  <a:pt x="3681203" y="4296206"/>
                  <a:pt x="3681205" y="4295620"/>
                  <a:pt x="3681452" y="4295212"/>
                </a:cubicBezTo>
                <a:lnTo>
                  <a:pt x="3691506" y="4277761"/>
                </a:lnTo>
                <a:cubicBezTo>
                  <a:pt x="3691756" y="4277259"/>
                  <a:pt x="3692254" y="4277007"/>
                  <a:pt x="3692751" y="4277016"/>
                </a:cubicBezTo>
                <a:lnTo>
                  <a:pt x="3712857" y="4277014"/>
                </a:lnTo>
                <a:cubicBezTo>
                  <a:pt x="3713354" y="4277016"/>
                  <a:pt x="3713854" y="4277346"/>
                  <a:pt x="3714103" y="4277762"/>
                </a:cubicBezTo>
                <a:lnTo>
                  <a:pt x="3724156" y="4295208"/>
                </a:lnTo>
                <a:cubicBezTo>
                  <a:pt x="3724406" y="4295622"/>
                  <a:pt x="3724404" y="4296207"/>
                  <a:pt x="3724157" y="4296618"/>
                </a:cubicBezTo>
                <a:lnTo>
                  <a:pt x="3714102" y="4314069"/>
                </a:lnTo>
                <a:cubicBezTo>
                  <a:pt x="3713853" y="4314569"/>
                  <a:pt x="3713354" y="4314817"/>
                  <a:pt x="3712856" y="4314820"/>
                </a:cubicBezTo>
                <a:close/>
                <a:moveTo>
                  <a:pt x="3632427" y="4298752"/>
                </a:moveTo>
                <a:cubicBezTo>
                  <a:pt x="3631928" y="4298751"/>
                  <a:pt x="3631429" y="4298423"/>
                  <a:pt x="3631180" y="4298006"/>
                </a:cubicBezTo>
                <a:lnTo>
                  <a:pt x="3621045" y="4280391"/>
                </a:lnTo>
                <a:cubicBezTo>
                  <a:pt x="3620796" y="4279973"/>
                  <a:pt x="3620796" y="4279394"/>
                  <a:pt x="3621045" y="4278977"/>
                </a:cubicBezTo>
                <a:lnTo>
                  <a:pt x="3631263" y="4261369"/>
                </a:lnTo>
                <a:cubicBezTo>
                  <a:pt x="3631514" y="4260863"/>
                  <a:pt x="3632012" y="4260614"/>
                  <a:pt x="3632509" y="4260620"/>
                </a:cubicBezTo>
                <a:lnTo>
                  <a:pt x="3652864" y="4260616"/>
                </a:lnTo>
                <a:cubicBezTo>
                  <a:pt x="3653363" y="4260617"/>
                  <a:pt x="3653861" y="4260951"/>
                  <a:pt x="3654110" y="4261369"/>
                </a:cubicBezTo>
                <a:lnTo>
                  <a:pt x="3664245" y="4278980"/>
                </a:lnTo>
                <a:cubicBezTo>
                  <a:pt x="3664493" y="4279400"/>
                  <a:pt x="3664494" y="4279978"/>
                  <a:pt x="3664246" y="4280390"/>
                </a:cubicBezTo>
                <a:lnTo>
                  <a:pt x="3654025" y="4298008"/>
                </a:lnTo>
                <a:cubicBezTo>
                  <a:pt x="3653777" y="4298506"/>
                  <a:pt x="3653278" y="4298756"/>
                  <a:pt x="3652781" y="4298749"/>
                </a:cubicBezTo>
                <a:close/>
                <a:moveTo>
                  <a:pt x="3391666" y="4234532"/>
                </a:moveTo>
                <a:cubicBezTo>
                  <a:pt x="3391167" y="4234532"/>
                  <a:pt x="3390668" y="4234200"/>
                  <a:pt x="3390420" y="4233784"/>
                </a:cubicBezTo>
                <a:lnTo>
                  <a:pt x="3380284" y="4216255"/>
                </a:lnTo>
                <a:cubicBezTo>
                  <a:pt x="3380035" y="4215839"/>
                  <a:pt x="3380035" y="4215257"/>
                  <a:pt x="3380284" y="4214842"/>
                </a:cubicBezTo>
                <a:lnTo>
                  <a:pt x="3390420" y="4197311"/>
                </a:lnTo>
                <a:cubicBezTo>
                  <a:pt x="3390670" y="4196811"/>
                  <a:pt x="3391167" y="4196564"/>
                  <a:pt x="3391666" y="4196563"/>
                </a:cubicBezTo>
                <a:lnTo>
                  <a:pt x="3411937" y="4196566"/>
                </a:lnTo>
                <a:cubicBezTo>
                  <a:pt x="3412435" y="4196567"/>
                  <a:pt x="3412933" y="4196899"/>
                  <a:pt x="3413182" y="4197315"/>
                </a:cubicBezTo>
                <a:lnTo>
                  <a:pt x="3423319" y="4214841"/>
                </a:lnTo>
                <a:cubicBezTo>
                  <a:pt x="3423568" y="4215258"/>
                  <a:pt x="3423568" y="4215839"/>
                  <a:pt x="3423319" y="4216254"/>
                </a:cubicBezTo>
                <a:lnTo>
                  <a:pt x="3413183" y="4233784"/>
                </a:lnTo>
                <a:cubicBezTo>
                  <a:pt x="3412933" y="4234284"/>
                  <a:pt x="3412436" y="4234533"/>
                  <a:pt x="3411937" y="4234533"/>
                </a:cubicBezTo>
                <a:close/>
                <a:moveTo>
                  <a:pt x="1706434" y="3783044"/>
                </a:moveTo>
                <a:cubicBezTo>
                  <a:pt x="1705935" y="3783044"/>
                  <a:pt x="1705437" y="3782713"/>
                  <a:pt x="1705188" y="3782297"/>
                </a:cubicBezTo>
                <a:lnTo>
                  <a:pt x="1695052" y="3764767"/>
                </a:lnTo>
                <a:cubicBezTo>
                  <a:pt x="1694804" y="3764351"/>
                  <a:pt x="1694804" y="3763770"/>
                  <a:pt x="1695053" y="3763353"/>
                </a:cubicBezTo>
                <a:lnTo>
                  <a:pt x="1705188" y="3745826"/>
                </a:lnTo>
                <a:cubicBezTo>
                  <a:pt x="1705438" y="3745326"/>
                  <a:pt x="1705935" y="3745077"/>
                  <a:pt x="1706435" y="3745076"/>
                </a:cubicBezTo>
                <a:lnTo>
                  <a:pt x="1726706" y="3745077"/>
                </a:lnTo>
                <a:cubicBezTo>
                  <a:pt x="1727204" y="3745078"/>
                  <a:pt x="1727703" y="3745410"/>
                  <a:pt x="1727952" y="3745824"/>
                </a:cubicBezTo>
                <a:lnTo>
                  <a:pt x="1738088" y="3763353"/>
                </a:lnTo>
                <a:cubicBezTo>
                  <a:pt x="1738336" y="3763770"/>
                  <a:pt x="1738337" y="3764351"/>
                  <a:pt x="1738088" y="3764766"/>
                </a:cubicBezTo>
                <a:lnTo>
                  <a:pt x="1727951" y="3782297"/>
                </a:lnTo>
                <a:cubicBezTo>
                  <a:pt x="1727702" y="3782796"/>
                  <a:pt x="1727205" y="3783044"/>
                  <a:pt x="1726705" y="3783045"/>
                </a:cubicBezTo>
                <a:close/>
                <a:moveTo>
                  <a:pt x="3572126" y="4283039"/>
                </a:moveTo>
                <a:cubicBezTo>
                  <a:pt x="3571628" y="4283038"/>
                  <a:pt x="3571129" y="4282707"/>
                  <a:pt x="3570881" y="4282289"/>
                </a:cubicBezTo>
                <a:lnTo>
                  <a:pt x="3560579" y="4264426"/>
                </a:lnTo>
                <a:cubicBezTo>
                  <a:pt x="3560329" y="4263931"/>
                  <a:pt x="3560331" y="4263343"/>
                  <a:pt x="3560579" y="4262931"/>
                </a:cubicBezTo>
                <a:lnTo>
                  <a:pt x="3570882" y="4245066"/>
                </a:lnTo>
                <a:cubicBezTo>
                  <a:pt x="3571131" y="4244566"/>
                  <a:pt x="3571630" y="4244319"/>
                  <a:pt x="3572128" y="4244317"/>
                </a:cubicBezTo>
                <a:lnTo>
                  <a:pt x="3592814" y="4244320"/>
                </a:lnTo>
                <a:cubicBezTo>
                  <a:pt x="3593312" y="4244322"/>
                  <a:pt x="3593811" y="4244653"/>
                  <a:pt x="3594060" y="4245069"/>
                </a:cubicBezTo>
                <a:lnTo>
                  <a:pt x="3604361" y="4262933"/>
                </a:lnTo>
                <a:cubicBezTo>
                  <a:pt x="3604611" y="4263430"/>
                  <a:pt x="3604611" y="4264011"/>
                  <a:pt x="3604362" y="4264424"/>
                </a:cubicBezTo>
                <a:lnTo>
                  <a:pt x="3594059" y="4282292"/>
                </a:lnTo>
                <a:cubicBezTo>
                  <a:pt x="3593811" y="4282786"/>
                  <a:pt x="3593311" y="4283042"/>
                  <a:pt x="3592814" y="4283037"/>
                </a:cubicBezTo>
                <a:close/>
                <a:moveTo>
                  <a:pt x="3752693" y="4331486"/>
                </a:moveTo>
                <a:cubicBezTo>
                  <a:pt x="3752194" y="4331485"/>
                  <a:pt x="3751696" y="4331151"/>
                  <a:pt x="3751447" y="4330736"/>
                </a:cubicBezTo>
                <a:lnTo>
                  <a:pt x="3741229" y="4313039"/>
                </a:lnTo>
                <a:cubicBezTo>
                  <a:pt x="3740980" y="4312622"/>
                  <a:pt x="3740980" y="4312041"/>
                  <a:pt x="3741229" y="4311628"/>
                </a:cubicBezTo>
                <a:lnTo>
                  <a:pt x="3751448" y="4293931"/>
                </a:lnTo>
                <a:cubicBezTo>
                  <a:pt x="3751698" y="4293428"/>
                  <a:pt x="3752195" y="4293183"/>
                  <a:pt x="3752694" y="4293182"/>
                </a:cubicBezTo>
                <a:lnTo>
                  <a:pt x="3773131" y="4293184"/>
                </a:lnTo>
                <a:cubicBezTo>
                  <a:pt x="3773629" y="4293184"/>
                  <a:pt x="3774127" y="4293517"/>
                  <a:pt x="3774377" y="4293934"/>
                </a:cubicBezTo>
                <a:lnTo>
                  <a:pt x="3784596" y="4311627"/>
                </a:lnTo>
                <a:cubicBezTo>
                  <a:pt x="3784846" y="4312043"/>
                  <a:pt x="3784846" y="4312622"/>
                  <a:pt x="3784596" y="4313039"/>
                </a:cubicBezTo>
                <a:lnTo>
                  <a:pt x="3774377" y="4330737"/>
                </a:lnTo>
                <a:cubicBezTo>
                  <a:pt x="3774127" y="4331235"/>
                  <a:pt x="3773630" y="4331484"/>
                  <a:pt x="3773130" y="4331486"/>
                </a:cubicBezTo>
                <a:close/>
                <a:moveTo>
                  <a:pt x="3511910" y="4267021"/>
                </a:moveTo>
                <a:cubicBezTo>
                  <a:pt x="3511412" y="4267021"/>
                  <a:pt x="3510913" y="4266688"/>
                  <a:pt x="3510665" y="4266271"/>
                </a:cubicBezTo>
                <a:lnTo>
                  <a:pt x="3500362" y="4248411"/>
                </a:lnTo>
                <a:cubicBezTo>
                  <a:pt x="3500114" y="4247910"/>
                  <a:pt x="3500114" y="4247327"/>
                  <a:pt x="3500363" y="4246911"/>
                </a:cubicBezTo>
                <a:lnTo>
                  <a:pt x="3510666" y="4229046"/>
                </a:lnTo>
                <a:cubicBezTo>
                  <a:pt x="3510915" y="4228549"/>
                  <a:pt x="3511414" y="4228300"/>
                  <a:pt x="3511912" y="4228301"/>
                </a:cubicBezTo>
                <a:lnTo>
                  <a:pt x="3532598" y="4228302"/>
                </a:lnTo>
                <a:cubicBezTo>
                  <a:pt x="3533096" y="4228302"/>
                  <a:pt x="3533596" y="4228631"/>
                  <a:pt x="3533845" y="4229047"/>
                </a:cubicBezTo>
                <a:lnTo>
                  <a:pt x="3544147" y="4246910"/>
                </a:lnTo>
                <a:cubicBezTo>
                  <a:pt x="3544395" y="4247409"/>
                  <a:pt x="3544396" y="4247991"/>
                  <a:pt x="3544146" y="4248407"/>
                </a:cubicBezTo>
                <a:lnTo>
                  <a:pt x="3533842" y="4266275"/>
                </a:lnTo>
                <a:cubicBezTo>
                  <a:pt x="3533595" y="4266768"/>
                  <a:pt x="3533095" y="4267022"/>
                  <a:pt x="3532598" y="4267021"/>
                </a:cubicBezTo>
                <a:close/>
                <a:moveTo>
                  <a:pt x="2007267" y="3863901"/>
                </a:moveTo>
                <a:cubicBezTo>
                  <a:pt x="2006767" y="3863902"/>
                  <a:pt x="2006270" y="3863569"/>
                  <a:pt x="2006021" y="3863153"/>
                </a:cubicBezTo>
                <a:lnTo>
                  <a:pt x="1995802" y="3845457"/>
                </a:lnTo>
                <a:cubicBezTo>
                  <a:pt x="1995553" y="3845042"/>
                  <a:pt x="1995552" y="3844462"/>
                  <a:pt x="1995802" y="3844045"/>
                </a:cubicBezTo>
                <a:lnTo>
                  <a:pt x="2006021" y="3826347"/>
                </a:lnTo>
                <a:cubicBezTo>
                  <a:pt x="2006270" y="3825851"/>
                  <a:pt x="2006768" y="3825601"/>
                  <a:pt x="2007267" y="3825601"/>
                </a:cubicBezTo>
                <a:lnTo>
                  <a:pt x="2027704" y="3825602"/>
                </a:lnTo>
                <a:cubicBezTo>
                  <a:pt x="2028202" y="3825602"/>
                  <a:pt x="2028701" y="3825933"/>
                  <a:pt x="2028950" y="3826351"/>
                </a:cubicBezTo>
                <a:lnTo>
                  <a:pt x="2039169" y="3844045"/>
                </a:lnTo>
                <a:cubicBezTo>
                  <a:pt x="2039419" y="3844459"/>
                  <a:pt x="2039419" y="3845041"/>
                  <a:pt x="2039169" y="3845457"/>
                </a:cubicBezTo>
                <a:lnTo>
                  <a:pt x="2028950" y="3863154"/>
                </a:lnTo>
                <a:cubicBezTo>
                  <a:pt x="2028700" y="3863652"/>
                  <a:pt x="2028203" y="3863902"/>
                  <a:pt x="2027704" y="3863901"/>
                </a:cubicBezTo>
                <a:close/>
                <a:moveTo>
                  <a:pt x="4113702" y="4428320"/>
                </a:moveTo>
                <a:cubicBezTo>
                  <a:pt x="4113203" y="4428320"/>
                  <a:pt x="4112705" y="4427988"/>
                  <a:pt x="4112457" y="4427571"/>
                </a:cubicBezTo>
                <a:lnTo>
                  <a:pt x="4102072" y="4409624"/>
                </a:lnTo>
                <a:cubicBezTo>
                  <a:pt x="4101823" y="4409127"/>
                  <a:pt x="4101822" y="4408546"/>
                  <a:pt x="4102072" y="4408131"/>
                </a:cubicBezTo>
                <a:lnTo>
                  <a:pt x="4112459" y="4390179"/>
                </a:lnTo>
                <a:cubicBezTo>
                  <a:pt x="4112708" y="4389681"/>
                  <a:pt x="4113205" y="4389433"/>
                  <a:pt x="4113704" y="4389434"/>
                </a:cubicBezTo>
                <a:lnTo>
                  <a:pt x="4134473" y="4389436"/>
                </a:lnTo>
                <a:cubicBezTo>
                  <a:pt x="4134971" y="4389434"/>
                  <a:pt x="4135470" y="4389768"/>
                  <a:pt x="4135720" y="4390183"/>
                </a:cubicBezTo>
                <a:lnTo>
                  <a:pt x="4146104" y="4408129"/>
                </a:lnTo>
                <a:cubicBezTo>
                  <a:pt x="4146354" y="4408625"/>
                  <a:pt x="4146353" y="4409209"/>
                  <a:pt x="4146105" y="4409622"/>
                </a:cubicBezTo>
                <a:lnTo>
                  <a:pt x="4135718" y="4427573"/>
                </a:lnTo>
                <a:cubicBezTo>
                  <a:pt x="4135469" y="4428071"/>
                  <a:pt x="4134971" y="4428320"/>
                  <a:pt x="4134472" y="4428321"/>
                </a:cubicBezTo>
                <a:close/>
                <a:moveTo>
                  <a:pt x="4053404" y="4412319"/>
                </a:moveTo>
                <a:cubicBezTo>
                  <a:pt x="4052906" y="4412318"/>
                  <a:pt x="4052406" y="4411986"/>
                  <a:pt x="4052158" y="4411570"/>
                </a:cubicBezTo>
                <a:lnTo>
                  <a:pt x="4041608" y="4393288"/>
                </a:lnTo>
                <a:cubicBezTo>
                  <a:pt x="4041359" y="4392791"/>
                  <a:pt x="4041359" y="4392206"/>
                  <a:pt x="4041608" y="4391792"/>
                </a:cubicBezTo>
                <a:lnTo>
                  <a:pt x="4052158" y="4373518"/>
                </a:lnTo>
                <a:cubicBezTo>
                  <a:pt x="4052407" y="4373022"/>
                  <a:pt x="4052907" y="4372766"/>
                  <a:pt x="4053404" y="4372772"/>
                </a:cubicBezTo>
                <a:lnTo>
                  <a:pt x="4074423" y="4372770"/>
                </a:lnTo>
                <a:cubicBezTo>
                  <a:pt x="4074923" y="4372769"/>
                  <a:pt x="4075421" y="4373101"/>
                  <a:pt x="4075669" y="4373519"/>
                </a:cubicBezTo>
                <a:lnTo>
                  <a:pt x="4086219" y="4391799"/>
                </a:lnTo>
                <a:cubicBezTo>
                  <a:pt x="4086470" y="4392294"/>
                  <a:pt x="4086470" y="4392876"/>
                  <a:pt x="4086220" y="4393292"/>
                </a:cubicBezTo>
                <a:lnTo>
                  <a:pt x="4075670" y="4411566"/>
                </a:lnTo>
                <a:cubicBezTo>
                  <a:pt x="4075419" y="4412072"/>
                  <a:pt x="4074922" y="4412317"/>
                  <a:pt x="4074422" y="4412319"/>
                </a:cubicBezTo>
                <a:close/>
                <a:moveTo>
                  <a:pt x="3872873" y="4363982"/>
                </a:moveTo>
                <a:cubicBezTo>
                  <a:pt x="3872374" y="4363983"/>
                  <a:pt x="3871876" y="4363651"/>
                  <a:pt x="3871627" y="4363237"/>
                </a:cubicBezTo>
                <a:lnTo>
                  <a:pt x="3861159" y="4345125"/>
                </a:lnTo>
                <a:cubicBezTo>
                  <a:pt x="3860910" y="4344625"/>
                  <a:pt x="3860911" y="4344042"/>
                  <a:pt x="3861158" y="4343632"/>
                </a:cubicBezTo>
                <a:lnTo>
                  <a:pt x="3871628" y="4325512"/>
                </a:lnTo>
                <a:cubicBezTo>
                  <a:pt x="3871877" y="4325013"/>
                  <a:pt x="3872376" y="4324766"/>
                  <a:pt x="3872874" y="4324764"/>
                </a:cubicBezTo>
                <a:lnTo>
                  <a:pt x="3893809" y="4324768"/>
                </a:lnTo>
                <a:cubicBezTo>
                  <a:pt x="3894308" y="4324769"/>
                  <a:pt x="3894805" y="4325104"/>
                  <a:pt x="3895056" y="4325513"/>
                </a:cubicBezTo>
                <a:lnTo>
                  <a:pt x="3905523" y="4343628"/>
                </a:lnTo>
                <a:cubicBezTo>
                  <a:pt x="3905774" y="4344123"/>
                  <a:pt x="3905773" y="4344706"/>
                  <a:pt x="3905524" y="4345120"/>
                </a:cubicBezTo>
                <a:lnTo>
                  <a:pt x="3895054" y="4363237"/>
                </a:lnTo>
                <a:cubicBezTo>
                  <a:pt x="3894805" y="4363737"/>
                  <a:pt x="3894308" y="4363984"/>
                  <a:pt x="3893807" y="4363989"/>
                </a:cubicBezTo>
                <a:close/>
                <a:moveTo>
                  <a:pt x="2247799" y="3928579"/>
                </a:moveTo>
                <a:cubicBezTo>
                  <a:pt x="2247301" y="3928579"/>
                  <a:pt x="2246802" y="3928246"/>
                  <a:pt x="2246553" y="3927830"/>
                </a:cubicBezTo>
                <a:lnTo>
                  <a:pt x="2236004" y="3909547"/>
                </a:lnTo>
                <a:cubicBezTo>
                  <a:pt x="2235754" y="3909049"/>
                  <a:pt x="2235754" y="3908471"/>
                  <a:pt x="2236003" y="3908053"/>
                </a:cubicBezTo>
                <a:lnTo>
                  <a:pt x="2246553" y="3889780"/>
                </a:lnTo>
                <a:cubicBezTo>
                  <a:pt x="2246804" y="3889276"/>
                  <a:pt x="2247303" y="3889027"/>
                  <a:pt x="2247801" y="3889026"/>
                </a:cubicBezTo>
                <a:lnTo>
                  <a:pt x="2268819" y="3889029"/>
                </a:lnTo>
                <a:cubicBezTo>
                  <a:pt x="2269317" y="3889029"/>
                  <a:pt x="2269817" y="3889360"/>
                  <a:pt x="2270065" y="3889776"/>
                </a:cubicBezTo>
                <a:lnTo>
                  <a:pt x="2280616" y="3908057"/>
                </a:lnTo>
                <a:cubicBezTo>
                  <a:pt x="2280866" y="3908555"/>
                  <a:pt x="2280866" y="3909136"/>
                  <a:pt x="2280616" y="3909549"/>
                </a:cubicBezTo>
                <a:lnTo>
                  <a:pt x="2270064" y="3927830"/>
                </a:lnTo>
                <a:cubicBezTo>
                  <a:pt x="2269815" y="3928330"/>
                  <a:pt x="2269315" y="3928582"/>
                  <a:pt x="2268817" y="3928582"/>
                </a:cubicBezTo>
                <a:close/>
                <a:moveTo>
                  <a:pt x="3331163" y="4218880"/>
                </a:moveTo>
                <a:cubicBezTo>
                  <a:pt x="3330664" y="4218881"/>
                  <a:pt x="3330166" y="4218550"/>
                  <a:pt x="3329917" y="4218136"/>
                </a:cubicBezTo>
                <a:lnTo>
                  <a:pt x="3319532" y="4200105"/>
                </a:lnTo>
                <a:cubicBezTo>
                  <a:pt x="3319283" y="4199606"/>
                  <a:pt x="3319283" y="4199026"/>
                  <a:pt x="3319532" y="4198612"/>
                </a:cubicBezTo>
                <a:lnTo>
                  <a:pt x="3330002" y="4180577"/>
                </a:lnTo>
                <a:cubicBezTo>
                  <a:pt x="3330249" y="4180081"/>
                  <a:pt x="3330749" y="4179831"/>
                  <a:pt x="3331247" y="4179830"/>
                </a:cubicBezTo>
                <a:lnTo>
                  <a:pt x="3352099" y="4179835"/>
                </a:lnTo>
                <a:cubicBezTo>
                  <a:pt x="3352598" y="4179834"/>
                  <a:pt x="3353096" y="4180166"/>
                  <a:pt x="3353345" y="4180581"/>
                </a:cubicBezTo>
                <a:lnTo>
                  <a:pt x="3363731" y="4198608"/>
                </a:lnTo>
                <a:cubicBezTo>
                  <a:pt x="3363980" y="4199105"/>
                  <a:pt x="3363980" y="4199688"/>
                  <a:pt x="3363730" y="4200105"/>
                </a:cubicBezTo>
                <a:lnTo>
                  <a:pt x="3353262" y="4218135"/>
                </a:lnTo>
                <a:cubicBezTo>
                  <a:pt x="3353013" y="4218632"/>
                  <a:pt x="3352514" y="4218881"/>
                  <a:pt x="3352016" y="4218882"/>
                </a:cubicBezTo>
                <a:close/>
                <a:moveTo>
                  <a:pt x="3993186" y="4396374"/>
                </a:moveTo>
                <a:cubicBezTo>
                  <a:pt x="3992687" y="4396375"/>
                  <a:pt x="3992190" y="4396042"/>
                  <a:pt x="3991940" y="4395628"/>
                </a:cubicBezTo>
                <a:lnTo>
                  <a:pt x="3981555" y="4377598"/>
                </a:lnTo>
                <a:cubicBezTo>
                  <a:pt x="3981307" y="4377099"/>
                  <a:pt x="3981307" y="4376517"/>
                  <a:pt x="3981555" y="4376103"/>
                </a:cubicBezTo>
                <a:lnTo>
                  <a:pt x="3992024" y="4358073"/>
                </a:lnTo>
                <a:cubicBezTo>
                  <a:pt x="3992273" y="4357573"/>
                  <a:pt x="3992772" y="4357325"/>
                  <a:pt x="3993270" y="4357326"/>
                </a:cubicBezTo>
                <a:lnTo>
                  <a:pt x="4014122" y="4357328"/>
                </a:lnTo>
                <a:cubicBezTo>
                  <a:pt x="4014621" y="4357329"/>
                  <a:pt x="4015119" y="4357658"/>
                  <a:pt x="4015368" y="4358075"/>
                </a:cubicBezTo>
                <a:lnTo>
                  <a:pt x="4025754" y="4376102"/>
                </a:lnTo>
                <a:cubicBezTo>
                  <a:pt x="4026003" y="4376599"/>
                  <a:pt x="4026003" y="4377181"/>
                  <a:pt x="4025754" y="4377597"/>
                </a:cubicBezTo>
                <a:lnTo>
                  <a:pt x="4015285" y="4395627"/>
                </a:lnTo>
                <a:cubicBezTo>
                  <a:pt x="4015037" y="4396125"/>
                  <a:pt x="4014537" y="4396374"/>
                  <a:pt x="4014039" y="4396375"/>
                </a:cubicBezTo>
                <a:close/>
                <a:moveTo>
                  <a:pt x="1766273" y="3799699"/>
                </a:moveTo>
                <a:cubicBezTo>
                  <a:pt x="1765776" y="3799697"/>
                  <a:pt x="1765277" y="3799364"/>
                  <a:pt x="1765027" y="3798951"/>
                </a:cubicBezTo>
                <a:lnTo>
                  <a:pt x="1754477" y="3780670"/>
                </a:lnTo>
                <a:cubicBezTo>
                  <a:pt x="1754227" y="3780175"/>
                  <a:pt x="1754227" y="3779594"/>
                  <a:pt x="1754476" y="3779177"/>
                </a:cubicBezTo>
                <a:lnTo>
                  <a:pt x="1765029" y="3760895"/>
                </a:lnTo>
                <a:cubicBezTo>
                  <a:pt x="1765277" y="3760397"/>
                  <a:pt x="1765777" y="3760145"/>
                  <a:pt x="1766274" y="3760149"/>
                </a:cubicBezTo>
                <a:lnTo>
                  <a:pt x="1787293" y="3760150"/>
                </a:lnTo>
                <a:cubicBezTo>
                  <a:pt x="1787791" y="3760152"/>
                  <a:pt x="1788289" y="3760484"/>
                  <a:pt x="1788539" y="3760899"/>
                </a:cubicBezTo>
                <a:lnTo>
                  <a:pt x="1799091" y="3779176"/>
                </a:lnTo>
                <a:cubicBezTo>
                  <a:pt x="1799340" y="3779675"/>
                  <a:pt x="1799340" y="3780254"/>
                  <a:pt x="1799091" y="3780670"/>
                </a:cubicBezTo>
                <a:lnTo>
                  <a:pt x="1788538" y="3798950"/>
                </a:lnTo>
                <a:cubicBezTo>
                  <a:pt x="1788290" y="3799447"/>
                  <a:pt x="1787791" y="3799700"/>
                  <a:pt x="1787292" y="3799697"/>
                </a:cubicBezTo>
                <a:close/>
                <a:moveTo>
                  <a:pt x="2187584" y="3912622"/>
                </a:moveTo>
                <a:cubicBezTo>
                  <a:pt x="2187085" y="3912621"/>
                  <a:pt x="2186587" y="3912290"/>
                  <a:pt x="2186338" y="3911875"/>
                </a:cubicBezTo>
                <a:lnTo>
                  <a:pt x="2175953" y="3893845"/>
                </a:lnTo>
                <a:cubicBezTo>
                  <a:pt x="2175705" y="3893346"/>
                  <a:pt x="2175704" y="3892766"/>
                  <a:pt x="2175953" y="3892351"/>
                </a:cubicBezTo>
                <a:lnTo>
                  <a:pt x="2186422" y="3874321"/>
                </a:lnTo>
                <a:cubicBezTo>
                  <a:pt x="2186670" y="3873824"/>
                  <a:pt x="2187169" y="3873575"/>
                  <a:pt x="2187667" y="3873575"/>
                </a:cubicBezTo>
                <a:lnTo>
                  <a:pt x="2208521" y="3873574"/>
                </a:lnTo>
                <a:cubicBezTo>
                  <a:pt x="2209019" y="3873575"/>
                  <a:pt x="2209517" y="3873905"/>
                  <a:pt x="2209766" y="3874323"/>
                </a:cubicBezTo>
                <a:lnTo>
                  <a:pt x="2220151" y="3892351"/>
                </a:lnTo>
                <a:cubicBezTo>
                  <a:pt x="2220401" y="3892847"/>
                  <a:pt x="2220400" y="3893430"/>
                  <a:pt x="2220152" y="3893845"/>
                </a:cubicBezTo>
                <a:lnTo>
                  <a:pt x="2209683" y="3911874"/>
                </a:lnTo>
                <a:cubicBezTo>
                  <a:pt x="2209434" y="3912374"/>
                  <a:pt x="2208935" y="3912622"/>
                  <a:pt x="2208437" y="3912622"/>
                </a:cubicBezTo>
                <a:close/>
                <a:moveTo>
                  <a:pt x="3451431" y="4251327"/>
                </a:moveTo>
                <a:cubicBezTo>
                  <a:pt x="3450850" y="4251327"/>
                  <a:pt x="3450350" y="4251080"/>
                  <a:pt x="3450101" y="4250581"/>
                </a:cubicBezTo>
                <a:lnTo>
                  <a:pt x="3439468" y="4232133"/>
                </a:lnTo>
                <a:cubicBezTo>
                  <a:pt x="3439219" y="4231718"/>
                  <a:pt x="3439218" y="4231139"/>
                  <a:pt x="3439468" y="4230640"/>
                </a:cubicBezTo>
                <a:lnTo>
                  <a:pt x="3450102" y="4212197"/>
                </a:lnTo>
                <a:cubicBezTo>
                  <a:pt x="3450435" y="4211695"/>
                  <a:pt x="3450934" y="4211446"/>
                  <a:pt x="3451432" y="4211445"/>
                </a:cubicBezTo>
                <a:lnTo>
                  <a:pt x="3472700" y="4211448"/>
                </a:lnTo>
                <a:cubicBezTo>
                  <a:pt x="3473281" y="4211448"/>
                  <a:pt x="3473781" y="4211695"/>
                  <a:pt x="3474029" y="4212195"/>
                </a:cubicBezTo>
                <a:lnTo>
                  <a:pt x="3484663" y="4230639"/>
                </a:lnTo>
                <a:cubicBezTo>
                  <a:pt x="3484912" y="4231054"/>
                  <a:pt x="3484912" y="4231637"/>
                  <a:pt x="3484663" y="4232134"/>
                </a:cubicBezTo>
                <a:lnTo>
                  <a:pt x="3474028" y="4250583"/>
                </a:lnTo>
                <a:cubicBezTo>
                  <a:pt x="3473696" y="4251079"/>
                  <a:pt x="3473196" y="4251334"/>
                  <a:pt x="3472698" y="4251334"/>
                </a:cubicBezTo>
                <a:close/>
                <a:moveTo>
                  <a:pt x="1946840" y="3848195"/>
                </a:moveTo>
                <a:cubicBezTo>
                  <a:pt x="1946343" y="3848194"/>
                  <a:pt x="1945844" y="3847863"/>
                  <a:pt x="1945595" y="3847448"/>
                </a:cubicBezTo>
                <a:lnTo>
                  <a:pt x="1935127" y="3829336"/>
                </a:lnTo>
                <a:cubicBezTo>
                  <a:pt x="1934877" y="3828839"/>
                  <a:pt x="1934878" y="3828255"/>
                  <a:pt x="1935127" y="3827840"/>
                </a:cubicBezTo>
                <a:lnTo>
                  <a:pt x="1945595" y="3809728"/>
                </a:lnTo>
                <a:cubicBezTo>
                  <a:pt x="1945844" y="3809231"/>
                  <a:pt x="1946343" y="3808981"/>
                  <a:pt x="1946840" y="3808982"/>
                </a:cubicBezTo>
                <a:lnTo>
                  <a:pt x="1967776" y="3808984"/>
                </a:lnTo>
                <a:cubicBezTo>
                  <a:pt x="1968275" y="3808983"/>
                  <a:pt x="1968773" y="3809314"/>
                  <a:pt x="1969022" y="3809731"/>
                </a:cubicBezTo>
                <a:lnTo>
                  <a:pt x="1979490" y="3827840"/>
                </a:lnTo>
                <a:cubicBezTo>
                  <a:pt x="1979741" y="3828337"/>
                  <a:pt x="1979740" y="3828920"/>
                  <a:pt x="1979490" y="3829336"/>
                </a:cubicBezTo>
                <a:lnTo>
                  <a:pt x="1969022" y="3847449"/>
                </a:lnTo>
                <a:cubicBezTo>
                  <a:pt x="1968773" y="3847946"/>
                  <a:pt x="1968276" y="3848195"/>
                  <a:pt x="1967777" y="3848194"/>
                </a:cubicBezTo>
                <a:close/>
                <a:moveTo>
                  <a:pt x="3932973" y="4380428"/>
                </a:moveTo>
                <a:cubicBezTo>
                  <a:pt x="3932475" y="4380427"/>
                  <a:pt x="3931976" y="4380096"/>
                  <a:pt x="3931727" y="4379681"/>
                </a:cubicBezTo>
                <a:lnTo>
                  <a:pt x="3921260" y="4361568"/>
                </a:lnTo>
                <a:cubicBezTo>
                  <a:pt x="3921010" y="4361071"/>
                  <a:pt x="3921011" y="4360489"/>
                  <a:pt x="3921260" y="4360074"/>
                </a:cubicBezTo>
                <a:lnTo>
                  <a:pt x="3931727" y="4341962"/>
                </a:lnTo>
                <a:cubicBezTo>
                  <a:pt x="3931976" y="4341464"/>
                  <a:pt x="3932475" y="4341214"/>
                  <a:pt x="3932973" y="4341214"/>
                </a:cubicBezTo>
                <a:lnTo>
                  <a:pt x="3953909" y="4341215"/>
                </a:lnTo>
                <a:cubicBezTo>
                  <a:pt x="3954409" y="4341214"/>
                  <a:pt x="3954906" y="4341547"/>
                  <a:pt x="3955155" y="4341963"/>
                </a:cubicBezTo>
                <a:lnTo>
                  <a:pt x="3965623" y="4360073"/>
                </a:lnTo>
                <a:cubicBezTo>
                  <a:pt x="3965872" y="4360572"/>
                  <a:pt x="3965872" y="4361153"/>
                  <a:pt x="3965623" y="4361569"/>
                </a:cubicBezTo>
                <a:lnTo>
                  <a:pt x="3955155" y="4379680"/>
                </a:lnTo>
                <a:cubicBezTo>
                  <a:pt x="3954906" y="4380178"/>
                  <a:pt x="3954408" y="4380429"/>
                  <a:pt x="3953910" y="4380427"/>
                </a:cubicBezTo>
                <a:close/>
                <a:moveTo>
                  <a:pt x="2127371" y="3896626"/>
                </a:moveTo>
                <a:cubicBezTo>
                  <a:pt x="2126790" y="3896627"/>
                  <a:pt x="2126292" y="3896375"/>
                  <a:pt x="2126042" y="3895877"/>
                </a:cubicBezTo>
                <a:lnTo>
                  <a:pt x="2115491" y="3877517"/>
                </a:lnTo>
                <a:cubicBezTo>
                  <a:pt x="2115243" y="3877015"/>
                  <a:pt x="2115242" y="3876520"/>
                  <a:pt x="2115492" y="3876020"/>
                </a:cubicBezTo>
                <a:lnTo>
                  <a:pt x="2126044" y="3857655"/>
                </a:lnTo>
                <a:cubicBezTo>
                  <a:pt x="2126376" y="3857157"/>
                  <a:pt x="2126875" y="3856908"/>
                  <a:pt x="2127373" y="3856907"/>
                </a:cubicBezTo>
                <a:lnTo>
                  <a:pt x="2148556" y="3856912"/>
                </a:lnTo>
                <a:cubicBezTo>
                  <a:pt x="2149138" y="3856913"/>
                  <a:pt x="2149636" y="3857161"/>
                  <a:pt x="2149888" y="3857657"/>
                </a:cubicBezTo>
                <a:lnTo>
                  <a:pt x="2160438" y="3876017"/>
                </a:lnTo>
                <a:cubicBezTo>
                  <a:pt x="2160687" y="3876518"/>
                  <a:pt x="2160687" y="3877016"/>
                  <a:pt x="2160438" y="3877515"/>
                </a:cubicBezTo>
                <a:lnTo>
                  <a:pt x="2149887" y="3895875"/>
                </a:lnTo>
                <a:cubicBezTo>
                  <a:pt x="2149553" y="3896377"/>
                  <a:pt x="2149056" y="3896624"/>
                  <a:pt x="2148556" y="3896625"/>
                </a:cubicBezTo>
                <a:close/>
                <a:moveTo>
                  <a:pt x="1886620" y="3832141"/>
                </a:moveTo>
                <a:cubicBezTo>
                  <a:pt x="1886039" y="3832142"/>
                  <a:pt x="1885540" y="3831892"/>
                  <a:pt x="1885292" y="3831392"/>
                </a:cubicBezTo>
                <a:lnTo>
                  <a:pt x="1874741" y="3813031"/>
                </a:lnTo>
                <a:cubicBezTo>
                  <a:pt x="1874492" y="3812532"/>
                  <a:pt x="1874491" y="3812037"/>
                  <a:pt x="1874740" y="3811539"/>
                </a:cubicBezTo>
                <a:lnTo>
                  <a:pt x="1885293" y="3793172"/>
                </a:lnTo>
                <a:cubicBezTo>
                  <a:pt x="1885625" y="3792675"/>
                  <a:pt x="1886124" y="3792424"/>
                  <a:pt x="1886622" y="3792425"/>
                </a:cubicBezTo>
                <a:lnTo>
                  <a:pt x="1907806" y="3792428"/>
                </a:lnTo>
                <a:cubicBezTo>
                  <a:pt x="1908388" y="3792428"/>
                  <a:pt x="1908885" y="3792678"/>
                  <a:pt x="1909137" y="3793173"/>
                </a:cubicBezTo>
                <a:lnTo>
                  <a:pt x="1919688" y="3811534"/>
                </a:lnTo>
                <a:cubicBezTo>
                  <a:pt x="1919936" y="3812034"/>
                  <a:pt x="1919937" y="3812529"/>
                  <a:pt x="1919687" y="3813030"/>
                </a:cubicBezTo>
                <a:lnTo>
                  <a:pt x="1909136" y="3831392"/>
                </a:lnTo>
                <a:cubicBezTo>
                  <a:pt x="1908802" y="3831894"/>
                  <a:pt x="1908304" y="3832143"/>
                  <a:pt x="1907806" y="3832142"/>
                </a:cubicBezTo>
                <a:close/>
                <a:moveTo>
                  <a:pt x="2307910" y="3945080"/>
                </a:moveTo>
                <a:cubicBezTo>
                  <a:pt x="2307329" y="3945079"/>
                  <a:pt x="2306830" y="3944832"/>
                  <a:pt x="2306581" y="3944333"/>
                </a:cubicBezTo>
                <a:lnTo>
                  <a:pt x="2296030" y="3925971"/>
                </a:lnTo>
                <a:cubicBezTo>
                  <a:pt x="2295782" y="3925471"/>
                  <a:pt x="2295781" y="3924974"/>
                  <a:pt x="2296030" y="3924477"/>
                </a:cubicBezTo>
                <a:lnTo>
                  <a:pt x="2306582" y="3906112"/>
                </a:lnTo>
                <a:cubicBezTo>
                  <a:pt x="2306914" y="3905614"/>
                  <a:pt x="2307413" y="3905365"/>
                  <a:pt x="2307911" y="3905364"/>
                </a:cubicBezTo>
                <a:lnTo>
                  <a:pt x="2329094" y="3905369"/>
                </a:lnTo>
                <a:cubicBezTo>
                  <a:pt x="2329677" y="3905368"/>
                  <a:pt x="2330174" y="3905618"/>
                  <a:pt x="2330425" y="3906115"/>
                </a:cubicBezTo>
                <a:lnTo>
                  <a:pt x="2340977" y="3924474"/>
                </a:lnTo>
                <a:cubicBezTo>
                  <a:pt x="2341226" y="3924972"/>
                  <a:pt x="2341225" y="3925472"/>
                  <a:pt x="2340976" y="3925971"/>
                </a:cubicBezTo>
                <a:lnTo>
                  <a:pt x="2330425" y="3944333"/>
                </a:lnTo>
                <a:cubicBezTo>
                  <a:pt x="2330092" y="3944831"/>
                  <a:pt x="2329594" y="3945080"/>
                  <a:pt x="2329095" y="3945079"/>
                </a:cubicBezTo>
                <a:close/>
                <a:moveTo>
                  <a:pt x="1826417" y="3816075"/>
                </a:moveTo>
                <a:cubicBezTo>
                  <a:pt x="1825836" y="3816076"/>
                  <a:pt x="1825337" y="3815827"/>
                  <a:pt x="1825088" y="3815327"/>
                </a:cubicBezTo>
                <a:lnTo>
                  <a:pt x="1814538" y="3796964"/>
                </a:lnTo>
                <a:cubicBezTo>
                  <a:pt x="1814289" y="3796465"/>
                  <a:pt x="1814288" y="3795970"/>
                  <a:pt x="1814537" y="3795472"/>
                </a:cubicBezTo>
                <a:lnTo>
                  <a:pt x="1825089" y="3777108"/>
                </a:lnTo>
                <a:cubicBezTo>
                  <a:pt x="1825421" y="3776610"/>
                  <a:pt x="1825920" y="3776360"/>
                  <a:pt x="1826418" y="3776362"/>
                </a:cubicBezTo>
                <a:lnTo>
                  <a:pt x="1847602" y="3776365"/>
                </a:lnTo>
                <a:cubicBezTo>
                  <a:pt x="1848184" y="3776364"/>
                  <a:pt x="1848682" y="3776613"/>
                  <a:pt x="1848932" y="3777114"/>
                </a:cubicBezTo>
                <a:lnTo>
                  <a:pt x="1859484" y="3795470"/>
                </a:lnTo>
                <a:cubicBezTo>
                  <a:pt x="1859733" y="3795969"/>
                  <a:pt x="1859733" y="3796467"/>
                  <a:pt x="1859484" y="3796965"/>
                </a:cubicBezTo>
                <a:lnTo>
                  <a:pt x="1848933" y="3815325"/>
                </a:lnTo>
                <a:cubicBezTo>
                  <a:pt x="1848600" y="3815823"/>
                  <a:pt x="1848101" y="3816076"/>
                  <a:pt x="1847602" y="3816076"/>
                </a:cubicBezTo>
                <a:close/>
                <a:moveTo>
                  <a:pt x="2067129" y="3880709"/>
                </a:moveTo>
                <a:cubicBezTo>
                  <a:pt x="2066548" y="3880708"/>
                  <a:pt x="2066049" y="3880459"/>
                  <a:pt x="2065800" y="3879960"/>
                </a:cubicBezTo>
                <a:lnTo>
                  <a:pt x="2055249" y="3861601"/>
                </a:lnTo>
                <a:cubicBezTo>
                  <a:pt x="2055000" y="3861102"/>
                  <a:pt x="2055000" y="3860604"/>
                  <a:pt x="2055249" y="3860105"/>
                </a:cubicBezTo>
                <a:lnTo>
                  <a:pt x="2065800" y="3841744"/>
                </a:lnTo>
                <a:cubicBezTo>
                  <a:pt x="2066132" y="3841245"/>
                  <a:pt x="2066631" y="3840995"/>
                  <a:pt x="2067129" y="3840997"/>
                </a:cubicBezTo>
                <a:lnTo>
                  <a:pt x="2088313" y="3840999"/>
                </a:lnTo>
                <a:cubicBezTo>
                  <a:pt x="2088896" y="3840999"/>
                  <a:pt x="2089393" y="3841247"/>
                  <a:pt x="2089644" y="3841746"/>
                </a:cubicBezTo>
                <a:lnTo>
                  <a:pt x="2100195" y="3860105"/>
                </a:lnTo>
                <a:cubicBezTo>
                  <a:pt x="2100444" y="3860603"/>
                  <a:pt x="2100444" y="3861101"/>
                  <a:pt x="2100195" y="3861599"/>
                </a:cubicBezTo>
                <a:lnTo>
                  <a:pt x="2089644" y="3879961"/>
                </a:lnTo>
                <a:cubicBezTo>
                  <a:pt x="2089311" y="3880460"/>
                  <a:pt x="2088813" y="3880708"/>
                  <a:pt x="2088314" y="3880709"/>
                </a:cubicBezTo>
                <a:close/>
                <a:moveTo>
                  <a:pt x="3812527" y="4348399"/>
                </a:moveTo>
                <a:cubicBezTo>
                  <a:pt x="3811946" y="4348398"/>
                  <a:pt x="3811447" y="4348151"/>
                  <a:pt x="3811198" y="4347651"/>
                </a:cubicBezTo>
                <a:lnTo>
                  <a:pt x="3800647" y="4329290"/>
                </a:lnTo>
                <a:cubicBezTo>
                  <a:pt x="3800398" y="4328791"/>
                  <a:pt x="3800398" y="4328293"/>
                  <a:pt x="3800647" y="4327796"/>
                </a:cubicBezTo>
                <a:lnTo>
                  <a:pt x="3811198" y="4309435"/>
                </a:lnTo>
                <a:cubicBezTo>
                  <a:pt x="3811530" y="4308936"/>
                  <a:pt x="3812029" y="4308686"/>
                  <a:pt x="3812527" y="4308686"/>
                </a:cubicBezTo>
                <a:lnTo>
                  <a:pt x="3833711" y="4308688"/>
                </a:lnTo>
                <a:cubicBezTo>
                  <a:pt x="3834294" y="4308688"/>
                  <a:pt x="3834792" y="4308936"/>
                  <a:pt x="3835042" y="4309434"/>
                </a:cubicBezTo>
                <a:lnTo>
                  <a:pt x="3845593" y="4327795"/>
                </a:lnTo>
                <a:cubicBezTo>
                  <a:pt x="3845842" y="4328293"/>
                  <a:pt x="3845842" y="4328791"/>
                  <a:pt x="3845593" y="4329290"/>
                </a:cubicBezTo>
                <a:lnTo>
                  <a:pt x="3835042" y="4347651"/>
                </a:lnTo>
                <a:cubicBezTo>
                  <a:pt x="3834709" y="4348151"/>
                  <a:pt x="3834211" y="4348398"/>
                  <a:pt x="3833712" y="4348399"/>
                </a:cubicBezTo>
                <a:close/>
                <a:moveTo>
                  <a:pt x="2367815" y="3961740"/>
                </a:moveTo>
                <a:cubicBezTo>
                  <a:pt x="2367234" y="3961740"/>
                  <a:pt x="2366736" y="3961488"/>
                  <a:pt x="2366486" y="3960992"/>
                </a:cubicBezTo>
                <a:lnTo>
                  <a:pt x="2355686" y="3942216"/>
                </a:lnTo>
                <a:cubicBezTo>
                  <a:pt x="2355437" y="3941802"/>
                  <a:pt x="2355437" y="3941219"/>
                  <a:pt x="2355686" y="3940721"/>
                </a:cubicBezTo>
                <a:lnTo>
                  <a:pt x="2366487" y="3921944"/>
                </a:lnTo>
                <a:cubicBezTo>
                  <a:pt x="2366735" y="3921528"/>
                  <a:pt x="2367317" y="3921196"/>
                  <a:pt x="2367815" y="3921198"/>
                </a:cubicBezTo>
                <a:lnTo>
                  <a:pt x="2389499" y="3921199"/>
                </a:lnTo>
                <a:cubicBezTo>
                  <a:pt x="2390080" y="3921199"/>
                  <a:pt x="2390578" y="3921448"/>
                  <a:pt x="2390828" y="3921947"/>
                </a:cubicBezTo>
                <a:lnTo>
                  <a:pt x="2401630" y="3940720"/>
                </a:lnTo>
                <a:cubicBezTo>
                  <a:pt x="2401879" y="3941135"/>
                  <a:pt x="2401879" y="3941717"/>
                  <a:pt x="2401630" y="3942215"/>
                </a:cubicBezTo>
                <a:lnTo>
                  <a:pt x="2390828" y="3960992"/>
                </a:lnTo>
                <a:cubicBezTo>
                  <a:pt x="2390579" y="3961409"/>
                  <a:pt x="2389997" y="3961740"/>
                  <a:pt x="2389499" y="3961740"/>
                </a:cubicBezTo>
                <a:close/>
                <a:moveTo>
                  <a:pt x="2427694" y="3978229"/>
                </a:moveTo>
                <a:cubicBezTo>
                  <a:pt x="2427195" y="3978228"/>
                  <a:pt x="2426614" y="3977978"/>
                  <a:pt x="2426365" y="3977478"/>
                </a:cubicBezTo>
                <a:lnTo>
                  <a:pt x="2415315" y="3958289"/>
                </a:lnTo>
                <a:cubicBezTo>
                  <a:pt x="2415067" y="3957788"/>
                  <a:pt x="2415067" y="3957207"/>
                  <a:pt x="2415316" y="3956708"/>
                </a:cubicBezTo>
                <a:lnTo>
                  <a:pt x="2426448" y="3937517"/>
                </a:lnTo>
                <a:cubicBezTo>
                  <a:pt x="2426697" y="3937103"/>
                  <a:pt x="2427196" y="3936769"/>
                  <a:pt x="2427777" y="3936771"/>
                </a:cubicBezTo>
                <a:lnTo>
                  <a:pt x="2449959" y="3936773"/>
                </a:lnTo>
                <a:cubicBezTo>
                  <a:pt x="2450457" y="3936774"/>
                  <a:pt x="2451039" y="3937019"/>
                  <a:pt x="2451288" y="3937519"/>
                </a:cubicBezTo>
                <a:lnTo>
                  <a:pt x="2462339" y="3956707"/>
                </a:lnTo>
                <a:cubicBezTo>
                  <a:pt x="2462588" y="3957207"/>
                  <a:pt x="2462588" y="3957787"/>
                  <a:pt x="2462339" y="3958285"/>
                </a:cubicBezTo>
                <a:lnTo>
                  <a:pt x="2451206" y="3977478"/>
                </a:lnTo>
                <a:cubicBezTo>
                  <a:pt x="2450956" y="3977894"/>
                  <a:pt x="2450457" y="3978227"/>
                  <a:pt x="2449877" y="3978227"/>
                </a:cubicBezTo>
                <a:close/>
                <a:moveTo>
                  <a:pt x="3019581" y="4184165"/>
                </a:moveTo>
                <a:cubicBezTo>
                  <a:pt x="3019249" y="4184165"/>
                  <a:pt x="3018750" y="4183667"/>
                  <a:pt x="3018750" y="4183667"/>
                </a:cubicBezTo>
                <a:lnTo>
                  <a:pt x="3011606" y="4171372"/>
                </a:lnTo>
                <a:cubicBezTo>
                  <a:pt x="3011440" y="4171039"/>
                  <a:pt x="3011606" y="4170374"/>
                  <a:pt x="3011606" y="4170374"/>
                </a:cubicBezTo>
                <a:lnTo>
                  <a:pt x="3018750" y="4158079"/>
                </a:lnTo>
                <a:cubicBezTo>
                  <a:pt x="3018917" y="4157746"/>
                  <a:pt x="3019581" y="4157580"/>
                  <a:pt x="3019581" y="4157580"/>
                </a:cubicBezTo>
                <a:lnTo>
                  <a:pt x="3033788" y="4157581"/>
                </a:lnTo>
                <a:cubicBezTo>
                  <a:pt x="3034120" y="4157581"/>
                  <a:pt x="3034619" y="4158078"/>
                  <a:pt x="3034619" y="4158078"/>
                </a:cubicBezTo>
                <a:lnTo>
                  <a:pt x="3041764" y="4170373"/>
                </a:lnTo>
                <a:cubicBezTo>
                  <a:pt x="3041930" y="4170707"/>
                  <a:pt x="3041763" y="4171373"/>
                  <a:pt x="3041763" y="4171373"/>
                </a:cubicBezTo>
                <a:lnTo>
                  <a:pt x="3034619" y="4183667"/>
                </a:lnTo>
                <a:cubicBezTo>
                  <a:pt x="3034453" y="4183999"/>
                  <a:pt x="3033788" y="4184165"/>
                  <a:pt x="3033788" y="4184165"/>
                </a:cubicBezTo>
                <a:close/>
                <a:moveTo>
                  <a:pt x="1394571" y="3748821"/>
                </a:moveTo>
                <a:cubicBezTo>
                  <a:pt x="1394239" y="3748821"/>
                  <a:pt x="1393740" y="3748323"/>
                  <a:pt x="1393740" y="3748323"/>
                </a:cubicBezTo>
                <a:lnTo>
                  <a:pt x="1386762" y="3736193"/>
                </a:lnTo>
                <a:cubicBezTo>
                  <a:pt x="1386596" y="3735861"/>
                  <a:pt x="1386762" y="3735196"/>
                  <a:pt x="1386762" y="3735196"/>
                </a:cubicBezTo>
                <a:lnTo>
                  <a:pt x="1393823" y="3723066"/>
                </a:lnTo>
                <a:cubicBezTo>
                  <a:pt x="1393990" y="3722734"/>
                  <a:pt x="1394654" y="3722568"/>
                  <a:pt x="1394654" y="3722568"/>
                </a:cubicBezTo>
                <a:lnTo>
                  <a:pt x="1408694" y="3722568"/>
                </a:lnTo>
                <a:cubicBezTo>
                  <a:pt x="1409027" y="3722568"/>
                  <a:pt x="1409526" y="3723066"/>
                  <a:pt x="1409526" y="3723066"/>
                </a:cubicBezTo>
                <a:lnTo>
                  <a:pt x="1416504" y="3735196"/>
                </a:lnTo>
                <a:cubicBezTo>
                  <a:pt x="1416670" y="3735528"/>
                  <a:pt x="1416504" y="3736193"/>
                  <a:pt x="1416504" y="3736193"/>
                </a:cubicBezTo>
                <a:lnTo>
                  <a:pt x="1409442" y="3748323"/>
                </a:lnTo>
                <a:cubicBezTo>
                  <a:pt x="1409276" y="3748655"/>
                  <a:pt x="1408612" y="3748821"/>
                  <a:pt x="1408612" y="3748821"/>
                </a:cubicBezTo>
                <a:close/>
                <a:moveTo>
                  <a:pt x="971712" y="3638796"/>
                </a:moveTo>
                <a:cubicBezTo>
                  <a:pt x="971215" y="3638796"/>
                  <a:pt x="970632" y="3638214"/>
                  <a:pt x="970632" y="3638214"/>
                </a:cubicBezTo>
                <a:lnTo>
                  <a:pt x="962075" y="3623342"/>
                </a:lnTo>
                <a:cubicBezTo>
                  <a:pt x="961826" y="3622928"/>
                  <a:pt x="962075" y="3622096"/>
                  <a:pt x="962075" y="3622096"/>
                </a:cubicBezTo>
                <a:lnTo>
                  <a:pt x="970716" y="3607224"/>
                </a:lnTo>
                <a:cubicBezTo>
                  <a:pt x="970965" y="3606891"/>
                  <a:pt x="971380" y="3606642"/>
                  <a:pt x="971796" y="3606643"/>
                </a:cubicBezTo>
                <a:lnTo>
                  <a:pt x="988993" y="3606643"/>
                </a:lnTo>
                <a:cubicBezTo>
                  <a:pt x="989492" y="3606643"/>
                  <a:pt x="990073" y="3607224"/>
                  <a:pt x="990073" y="3607224"/>
                </a:cubicBezTo>
                <a:lnTo>
                  <a:pt x="998631" y="3622095"/>
                </a:lnTo>
                <a:cubicBezTo>
                  <a:pt x="998880" y="3622510"/>
                  <a:pt x="998631" y="3623342"/>
                  <a:pt x="998631" y="3623342"/>
                </a:cubicBezTo>
                <a:lnTo>
                  <a:pt x="989990" y="3638213"/>
                </a:lnTo>
                <a:cubicBezTo>
                  <a:pt x="989741" y="3638545"/>
                  <a:pt x="989325" y="3638795"/>
                  <a:pt x="988911" y="3638796"/>
                </a:cubicBezTo>
                <a:close/>
                <a:moveTo>
                  <a:pt x="911448" y="3622908"/>
                </a:moveTo>
                <a:cubicBezTo>
                  <a:pt x="911032" y="3622909"/>
                  <a:pt x="910368" y="3622328"/>
                  <a:pt x="910368" y="3622328"/>
                </a:cubicBezTo>
                <a:lnTo>
                  <a:pt x="901645" y="3607206"/>
                </a:lnTo>
                <a:cubicBezTo>
                  <a:pt x="901395" y="3606791"/>
                  <a:pt x="901645" y="3605959"/>
                  <a:pt x="901645" y="3605959"/>
                </a:cubicBezTo>
                <a:lnTo>
                  <a:pt x="910368" y="3590838"/>
                </a:lnTo>
                <a:cubicBezTo>
                  <a:pt x="910618" y="3590506"/>
                  <a:pt x="911033" y="3590256"/>
                  <a:pt x="911448" y="3590256"/>
                </a:cubicBezTo>
                <a:lnTo>
                  <a:pt x="928978" y="3590257"/>
                </a:lnTo>
                <a:cubicBezTo>
                  <a:pt x="929393" y="3590256"/>
                  <a:pt x="930058" y="3590839"/>
                  <a:pt x="930058" y="3590839"/>
                </a:cubicBezTo>
                <a:lnTo>
                  <a:pt x="938781" y="3605959"/>
                </a:lnTo>
                <a:cubicBezTo>
                  <a:pt x="939031" y="3606373"/>
                  <a:pt x="938781" y="3607204"/>
                  <a:pt x="938781" y="3607204"/>
                </a:cubicBezTo>
                <a:lnTo>
                  <a:pt x="930058" y="3622327"/>
                </a:lnTo>
                <a:cubicBezTo>
                  <a:pt x="929809" y="3622659"/>
                  <a:pt x="929393" y="3622908"/>
                  <a:pt x="928977" y="3622908"/>
                </a:cubicBezTo>
                <a:close/>
                <a:moveTo>
                  <a:pt x="1031760" y="3655173"/>
                </a:moveTo>
                <a:cubicBezTo>
                  <a:pt x="1031345" y="3655173"/>
                  <a:pt x="1030680" y="3654508"/>
                  <a:pt x="1030680" y="3654508"/>
                </a:cubicBezTo>
                <a:lnTo>
                  <a:pt x="1021790" y="3639059"/>
                </a:lnTo>
                <a:cubicBezTo>
                  <a:pt x="1021541" y="3638727"/>
                  <a:pt x="1021791" y="3637811"/>
                  <a:pt x="1021791" y="3637811"/>
                </a:cubicBezTo>
                <a:lnTo>
                  <a:pt x="1030680" y="3622357"/>
                </a:lnTo>
                <a:cubicBezTo>
                  <a:pt x="1030931" y="3621939"/>
                  <a:pt x="1031346" y="3621689"/>
                  <a:pt x="1031761" y="3621690"/>
                </a:cubicBezTo>
                <a:lnTo>
                  <a:pt x="1049539" y="3621694"/>
                </a:lnTo>
                <a:cubicBezTo>
                  <a:pt x="1049955" y="3621692"/>
                  <a:pt x="1050619" y="3622358"/>
                  <a:pt x="1050619" y="3622358"/>
                </a:cubicBezTo>
                <a:lnTo>
                  <a:pt x="1059509" y="3637811"/>
                </a:lnTo>
                <a:cubicBezTo>
                  <a:pt x="1059758" y="3638143"/>
                  <a:pt x="1059509" y="3639056"/>
                  <a:pt x="1059509" y="3639056"/>
                </a:cubicBezTo>
                <a:lnTo>
                  <a:pt x="1050619" y="3654509"/>
                </a:lnTo>
                <a:cubicBezTo>
                  <a:pt x="1050369" y="3654926"/>
                  <a:pt x="1049955" y="3655175"/>
                  <a:pt x="1049539" y="3655175"/>
                </a:cubicBezTo>
                <a:close/>
                <a:moveTo>
                  <a:pt x="1152102" y="3687542"/>
                </a:moveTo>
                <a:cubicBezTo>
                  <a:pt x="1151687" y="3687542"/>
                  <a:pt x="1151022" y="3686877"/>
                  <a:pt x="1151022" y="3686877"/>
                </a:cubicBezTo>
                <a:lnTo>
                  <a:pt x="1142133" y="3671426"/>
                </a:lnTo>
                <a:cubicBezTo>
                  <a:pt x="1141884" y="3671094"/>
                  <a:pt x="1142133" y="3670180"/>
                  <a:pt x="1142133" y="3670180"/>
                </a:cubicBezTo>
                <a:lnTo>
                  <a:pt x="1151022" y="3654726"/>
                </a:lnTo>
                <a:cubicBezTo>
                  <a:pt x="1151272" y="3654309"/>
                  <a:pt x="1151687" y="3654061"/>
                  <a:pt x="1152102" y="3654060"/>
                </a:cubicBezTo>
                <a:lnTo>
                  <a:pt x="1169881" y="3654061"/>
                </a:lnTo>
                <a:cubicBezTo>
                  <a:pt x="1170297" y="3654060"/>
                  <a:pt x="1170962" y="3654724"/>
                  <a:pt x="1170962" y="3654724"/>
                </a:cubicBezTo>
                <a:lnTo>
                  <a:pt x="1179851" y="3670178"/>
                </a:lnTo>
                <a:cubicBezTo>
                  <a:pt x="1180100" y="3670511"/>
                  <a:pt x="1179851" y="3671425"/>
                  <a:pt x="1179851" y="3671425"/>
                </a:cubicBezTo>
                <a:lnTo>
                  <a:pt x="1170961" y="3686877"/>
                </a:lnTo>
                <a:cubicBezTo>
                  <a:pt x="1170711" y="3687294"/>
                  <a:pt x="1170297" y="3687543"/>
                  <a:pt x="1169881" y="3687544"/>
                </a:cubicBezTo>
                <a:close/>
                <a:moveTo>
                  <a:pt x="1091785" y="3671667"/>
                </a:moveTo>
                <a:cubicBezTo>
                  <a:pt x="1091370" y="3671667"/>
                  <a:pt x="1090705" y="3671002"/>
                  <a:pt x="1090705" y="3671002"/>
                </a:cubicBezTo>
                <a:lnTo>
                  <a:pt x="1081733" y="3655466"/>
                </a:lnTo>
                <a:cubicBezTo>
                  <a:pt x="1081484" y="3655133"/>
                  <a:pt x="1081734" y="3654219"/>
                  <a:pt x="1081734" y="3654219"/>
                </a:cubicBezTo>
                <a:lnTo>
                  <a:pt x="1090706" y="3638683"/>
                </a:lnTo>
                <a:cubicBezTo>
                  <a:pt x="1090956" y="3638267"/>
                  <a:pt x="1091370" y="3638019"/>
                  <a:pt x="1091786" y="3638019"/>
                </a:cubicBezTo>
                <a:lnTo>
                  <a:pt x="1109649" y="3638019"/>
                </a:lnTo>
                <a:cubicBezTo>
                  <a:pt x="1110064" y="3638018"/>
                  <a:pt x="1110729" y="3638683"/>
                  <a:pt x="1110729" y="3638683"/>
                </a:cubicBezTo>
                <a:lnTo>
                  <a:pt x="1119701" y="3654218"/>
                </a:lnTo>
                <a:cubicBezTo>
                  <a:pt x="1119950" y="3654551"/>
                  <a:pt x="1119701" y="3655466"/>
                  <a:pt x="1119701" y="3655466"/>
                </a:cubicBezTo>
                <a:lnTo>
                  <a:pt x="1110728" y="3671002"/>
                </a:lnTo>
                <a:cubicBezTo>
                  <a:pt x="1110478" y="3671418"/>
                  <a:pt x="1110064" y="3671667"/>
                  <a:pt x="1109649" y="3671666"/>
                </a:cubicBezTo>
                <a:close/>
                <a:moveTo>
                  <a:pt x="1211897" y="3704283"/>
                </a:moveTo>
                <a:cubicBezTo>
                  <a:pt x="1211398" y="3704283"/>
                  <a:pt x="1210733" y="3703620"/>
                  <a:pt x="1210733" y="3703620"/>
                </a:cubicBezTo>
                <a:lnTo>
                  <a:pt x="1201428" y="3687504"/>
                </a:lnTo>
                <a:cubicBezTo>
                  <a:pt x="1201180" y="3687090"/>
                  <a:pt x="1201428" y="3686175"/>
                  <a:pt x="1201428" y="3686175"/>
                </a:cubicBezTo>
                <a:lnTo>
                  <a:pt x="1210733" y="3670057"/>
                </a:lnTo>
                <a:cubicBezTo>
                  <a:pt x="1210983" y="3669640"/>
                  <a:pt x="1211398" y="3669390"/>
                  <a:pt x="1211896" y="3669393"/>
                </a:cubicBezTo>
                <a:lnTo>
                  <a:pt x="1230505" y="3669393"/>
                </a:lnTo>
                <a:cubicBezTo>
                  <a:pt x="1231005" y="3669393"/>
                  <a:pt x="1231670" y="3670058"/>
                  <a:pt x="1231670" y="3670058"/>
                </a:cubicBezTo>
                <a:lnTo>
                  <a:pt x="1240975" y="3686172"/>
                </a:lnTo>
                <a:cubicBezTo>
                  <a:pt x="1241222" y="3686590"/>
                  <a:pt x="1240974" y="3687503"/>
                  <a:pt x="1240974" y="3687503"/>
                </a:cubicBezTo>
                <a:lnTo>
                  <a:pt x="1231670" y="3703621"/>
                </a:lnTo>
                <a:cubicBezTo>
                  <a:pt x="1231420" y="3704036"/>
                  <a:pt x="1231005" y="3704286"/>
                  <a:pt x="1230506" y="3704285"/>
                </a:cubicBezTo>
                <a:close/>
                <a:moveTo>
                  <a:pt x="850688" y="3607636"/>
                </a:moveTo>
                <a:cubicBezTo>
                  <a:pt x="850189" y="3607635"/>
                  <a:pt x="849524" y="3606972"/>
                  <a:pt x="849524" y="3606972"/>
                </a:cubicBezTo>
                <a:lnTo>
                  <a:pt x="840136" y="3590773"/>
                </a:lnTo>
                <a:cubicBezTo>
                  <a:pt x="839887" y="3590358"/>
                  <a:pt x="840136" y="3589444"/>
                  <a:pt x="840136" y="3589444"/>
                </a:cubicBezTo>
                <a:lnTo>
                  <a:pt x="849525" y="3573240"/>
                </a:lnTo>
                <a:cubicBezTo>
                  <a:pt x="849773" y="3572826"/>
                  <a:pt x="850189" y="3572576"/>
                  <a:pt x="850686" y="3572580"/>
                </a:cubicBezTo>
                <a:lnTo>
                  <a:pt x="869380" y="3572578"/>
                </a:lnTo>
                <a:cubicBezTo>
                  <a:pt x="869879" y="3572576"/>
                  <a:pt x="870543" y="3573243"/>
                  <a:pt x="870543" y="3573243"/>
                </a:cubicBezTo>
                <a:lnTo>
                  <a:pt x="879932" y="3589441"/>
                </a:lnTo>
                <a:cubicBezTo>
                  <a:pt x="880180" y="3589858"/>
                  <a:pt x="879931" y="3590771"/>
                  <a:pt x="879931" y="3590771"/>
                </a:cubicBezTo>
                <a:lnTo>
                  <a:pt x="870543" y="3606973"/>
                </a:lnTo>
                <a:cubicBezTo>
                  <a:pt x="870293" y="3607388"/>
                  <a:pt x="869878" y="3607637"/>
                  <a:pt x="869380" y="3607637"/>
                </a:cubicBezTo>
                <a:close/>
                <a:moveTo>
                  <a:pt x="1332169" y="3736770"/>
                </a:moveTo>
                <a:cubicBezTo>
                  <a:pt x="1331670" y="3736770"/>
                  <a:pt x="1331006" y="3736106"/>
                  <a:pt x="1331006" y="3736106"/>
                </a:cubicBezTo>
                <a:lnTo>
                  <a:pt x="1321617" y="3719825"/>
                </a:lnTo>
                <a:cubicBezTo>
                  <a:pt x="1321368" y="3719411"/>
                  <a:pt x="1321617" y="3718497"/>
                  <a:pt x="1321617" y="3718497"/>
                </a:cubicBezTo>
                <a:lnTo>
                  <a:pt x="1331006" y="3702209"/>
                </a:lnTo>
                <a:cubicBezTo>
                  <a:pt x="1331255" y="3701796"/>
                  <a:pt x="1331669" y="3701548"/>
                  <a:pt x="1332169" y="3701547"/>
                </a:cubicBezTo>
                <a:lnTo>
                  <a:pt x="1350945" y="3701546"/>
                </a:lnTo>
                <a:cubicBezTo>
                  <a:pt x="1351442" y="3701547"/>
                  <a:pt x="1352107" y="3702213"/>
                  <a:pt x="1352107" y="3702213"/>
                </a:cubicBezTo>
                <a:lnTo>
                  <a:pt x="1361496" y="3718492"/>
                </a:lnTo>
                <a:cubicBezTo>
                  <a:pt x="1361745" y="3718911"/>
                  <a:pt x="1361496" y="3719824"/>
                  <a:pt x="1361496" y="3719824"/>
                </a:cubicBezTo>
                <a:lnTo>
                  <a:pt x="1352108" y="3736107"/>
                </a:lnTo>
                <a:cubicBezTo>
                  <a:pt x="1351859" y="3736523"/>
                  <a:pt x="1351442" y="3736772"/>
                  <a:pt x="1350944" y="3736772"/>
                </a:cubicBezTo>
                <a:close/>
                <a:moveTo>
                  <a:pt x="1271951" y="3720673"/>
                </a:moveTo>
                <a:cubicBezTo>
                  <a:pt x="1271451" y="3720673"/>
                  <a:pt x="1270787" y="3720009"/>
                  <a:pt x="1270787" y="3720009"/>
                </a:cubicBezTo>
                <a:lnTo>
                  <a:pt x="1261399" y="3703809"/>
                </a:lnTo>
                <a:cubicBezTo>
                  <a:pt x="1261150" y="3703394"/>
                  <a:pt x="1261399" y="3702480"/>
                  <a:pt x="1261399" y="3702480"/>
                </a:cubicBezTo>
                <a:lnTo>
                  <a:pt x="1270787" y="3686279"/>
                </a:lnTo>
                <a:cubicBezTo>
                  <a:pt x="1271037" y="3685862"/>
                  <a:pt x="1271451" y="3685614"/>
                  <a:pt x="1271951" y="3685613"/>
                </a:cubicBezTo>
                <a:lnTo>
                  <a:pt x="1290644" y="3685612"/>
                </a:lnTo>
                <a:cubicBezTo>
                  <a:pt x="1291142" y="3685613"/>
                  <a:pt x="1291806" y="3686279"/>
                  <a:pt x="1291806" y="3686279"/>
                </a:cubicBezTo>
                <a:lnTo>
                  <a:pt x="1301194" y="3702479"/>
                </a:lnTo>
                <a:cubicBezTo>
                  <a:pt x="1301444" y="3702894"/>
                  <a:pt x="1301195" y="3703807"/>
                  <a:pt x="1301195" y="3703807"/>
                </a:cubicBezTo>
                <a:lnTo>
                  <a:pt x="1291806" y="3720010"/>
                </a:lnTo>
                <a:cubicBezTo>
                  <a:pt x="1291556" y="3720425"/>
                  <a:pt x="1291141" y="3720674"/>
                  <a:pt x="1290644" y="3720673"/>
                </a:cubicBezTo>
                <a:close/>
                <a:moveTo>
                  <a:pt x="3077310" y="4204909"/>
                </a:moveTo>
                <a:cubicBezTo>
                  <a:pt x="3076811" y="4204908"/>
                  <a:pt x="3076396" y="4204659"/>
                  <a:pt x="3076147" y="4204244"/>
                </a:cubicBezTo>
                <a:lnTo>
                  <a:pt x="3066509" y="4187549"/>
                </a:lnTo>
                <a:cubicBezTo>
                  <a:pt x="3066259" y="4187133"/>
                  <a:pt x="3066260" y="4186635"/>
                  <a:pt x="3066509" y="4186220"/>
                </a:cubicBezTo>
                <a:lnTo>
                  <a:pt x="3076146" y="4169518"/>
                </a:lnTo>
                <a:cubicBezTo>
                  <a:pt x="3076396" y="4169101"/>
                  <a:pt x="3076811" y="4168854"/>
                  <a:pt x="3077309" y="4168855"/>
                </a:cubicBezTo>
                <a:lnTo>
                  <a:pt x="3096667" y="4168852"/>
                </a:lnTo>
                <a:cubicBezTo>
                  <a:pt x="3097164" y="4168856"/>
                  <a:pt x="3097580" y="4169103"/>
                  <a:pt x="3097830" y="4169518"/>
                </a:cubicBezTo>
                <a:lnTo>
                  <a:pt x="3107468" y="4186214"/>
                </a:lnTo>
                <a:cubicBezTo>
                  <a:pt x="3107716" y="4186633"/>
                  <a:pt x="3107716" y="4187130"/>
                  <a:pt x="3107467" y="4187548"/>
                </a:cubicBezTo>
                <a:lnTo>
                  <a:pt x="3097830" y="4204246"/>
                </a:lnTo>
                <a:cubicBezTo>
                  <a:pt x="3097580" y="4204660"/>
                  <a:pt x="3097165" y="4204909"/>
                  <a:pt x="3096667" y="4204910"/>
                </a:cubicBezTo>
                <a:close/>
                <a:moveTo>
                  <a:pt x="3197562" y="4237273"/>
                </a:moveTo>
                <a:cubicBezTo>
                  <a:pt x="3197064" y="4237273"/>
                  <a:pt x="3196648" y="4237024"/>
                  <a:pt x="3196399" y="4236607"/>
                </a:cubicBezTo>
                <a:lnTo>
                  <a:pt x="3186678" y="4219664"/>
                </a:lnTo>
                <a:cubicBezTo>
                  <a:pt x="3186429" y="4219249"/>
                  <a:pt x="3186429" y="4218665"/>
                  <a:pt x="3186679" y="4218251"/>
                </a:cubicBezTo>
                <a:lnTo>
                  <a:pt x="3196483" y="4201300"/>
                </a:lnTo>
                <a:cubicBezTo>
                  <a:pt x="3196730" y="4200887"/>
                  <a:pt x="3197146" y="4200638"/>
                  <a:pt x="3197644" y="4200641"/>
                </a:cubicBezTo>
                <a:lnTo>
                  <a:pt x="3217169" y="4200636"/>
                </a:lnTo>
                <a:cubicBezTo>
                  <a:pt x="3217667" y="4200635"/>
                  <a:pt x="3218083" y="4200883"/>
                  <a:pt x="3218332" y="4201302"/>
                </a:cubicBezTo>
                <a:lnTo>
                  <a:pt x="3228052" y="4218249"/>
                </a:lnTo>
                <a:cubicBezTo>
                  <a:pt x="3228301" y="4218664"/>
                  <a:pt x="3228300" y="4219247"/>
                  <a:pt x="3228051" y="4219663"/>
                </a:cubicBezTo>
                <a:lnTo>
                  <a:pt x="3218249" y="4236609"/>
                </a:lnTo>
                <a:cubicBezTo>
                  <a:pt x="3218000" y="4237024"/>
                  <a:pt x="3217584" y="4237275"/>
                  <a:pt x="3217086" y="4237273"/>
                </a:cubicBezTo>
                <a:close/>
                <a:moveTo>
                  <a:pt x="3137183" y="4221575"/>
                </a:moveTo>
                <a:cubicBezTo>
                  <a:pt x="3136686" y="4221574"/>
                  <a:pt x="3136187" y="4221324"/>
                  <a:pt x="3135938" y="4220910"/>
                </a:cubicBezTo>
                <a:lnTo>
                  <a:pt x="3125968" y="4203631"/>
                </a:lnTo>
                <a:cubicBezTo>
                  <a:pt x="3125719" y="4203217"/>
                  <a:pt x="3125719" y="4202636"/>
                  <a:pt x="3125968" y="4202220"/>
                </a:cubicBezTo>
                <a:lnTo>
                  <a:pt x="3135937" y="4184938"/>
                </a:lnTo>
                <a:cubicBezTo>
                  <a:pt x="3136186" y="4184523"/>
                  <a:pt x="3136684" y="4184277"/>
                  <a:pt x="3137183" y="4184273"/>
                </a:cubicBezTo>
                <a:lnTo>
                  <a:pt x="3157124" y="4184271"/>
                </a:lnTo>
                <a:cubicBezTo>
                  <a:pt x="3157622" y="4184271"/>
                  <a:pt x="3158121" y="4184521"/>
                  <a:pt x="3158369" y="4184938"/>
                </a:cubicBezTo>
                <a:lnTo>
                  <a:pt x="3168339" y="4202216"/>
                </a:lnTo>
                <a:cubicBezTo>
                  <a:pt x="3168588" y="4202632"/>
                  <a:pt x="3168587" y="4203216"/>
                  <a:pt x="3168338" y="4203631"/>
                </a:cubicBezTo>
                <a:lnTo>
                  <a:pt x="3158369" y="4220911"/>
                </a:lnTo>
                <a:cubicBezTo>
                  <a:pt x="3158120" y="4221326"/>
                  <a:pt x="3157622" y="4221576"/>
                  <a:pt x="3157124" y="4221575"/>
                </a:cubicBezTo>
                <a:close/>
                <a:moveTo>
                  <a:pt x="3859370" y="4415284"/>
                </a:moveTo>
                <a:cubicBezTo>
                  <a:pt x="3858870" y="4415285"/>
                  <a:pt x="3858373" y="4415034"/>
                  <a:pt x="3858123" y="4414620"/>
                </a:cubicBezTo>
                <a:lnTo>
                  <a:pt x="3848153" y="4397341"/>
                </a:lnTo>
                <a:cubicBezTo>
                  <a:pt x="3847904" y="4396925"/>
                  <a:pt x="3847904" y="4396344"/>
                  <a:pt x="3848153" y="4395928"/>
                </a:cubicBezTo>
                <a:lnTo>
                  <a:pt x="3858122" y="4378647"/>
                </a:lnTo>
                <a:cubicBezTo>
                  <a:pt x="3858372" y="4378232"/>
                  <a:pt x="3858870" y="4377983"/>
                  <a:pt x="3859370" y="4377982"/>
                </a:cubicBezTo>
                <a:lnTo>
                  <a:pt x="3879309" y="4377980"/>
                </a:lnTo>
                <a:cubicBezTo>
                  <a:pt x="3879807" y="4377982"/>
                  <a:pt x="3880306" y="4378229"/>
                  <a:pt x="3880555" y="4378646"/>
                </a:cubicBezTo>
                <a:lnTo>
                  <a:pt x="3890524" y="4395927"/>
                </a:lnTo>
                <a:cubicBezTo>
                  <a:pt x="3890773" y="4396343"/>
                  <a:pt x="3890773" y="4396923"/>
                  <a:pt x="3890524" y="4397338"/>
                </a:cubicBezTo>
                <a:lnTo>
                  <a:pt x="3880554" y="4414620"/>
                </a:lnTo>
                <a:cubicBezTo>
                  <a:pt x="3880305" y="4415035"/>
                  <a:pt x="3879807" y="4415285"/>
                  <a:pt x="3879309" y="4415285"/>
                </a:cubicBezTo>
                <a:close/>
                <a:moveTo>
                  <a:pt x="789891" y="3592879"/>
                </a:moveTo>
                <a:cubicBezTo>
                  <a:pt x="789392" y="3592879"/>
                  <a:pt x="788894" y="3592630"/>
                  <a:pt x="788645" y="3592215"/>
                </a:cubicBezTo>
                <a:lnTo>
                  <a:pt x="778759" y="3575100"/>
                </a:lnTo>
                <a:cubicBezTo>
                  <a:pt x="778510" y="3574684"/>
                  <a:pt x="778510" y="3574102"/>
                  <a:pt x="778759" y="3573687"/>
                </a:cubicBezTo>
                <a:lnTo>
                  <a:pt x="788645" y="3556573"/>
                </a:lnTo>
                <a:cubicBezTo>
                  <a:pt x="788978" y="3556156"/>
                  <a:pt x="789393" y="3555908"/>
                  <a:pt x="789892" y="3555907"/>
                </a:cubicBezTo>
                <a:lnTo>
                  <a:pt x="809581" y="3555908"/>
                </a:lnTo>
                <a:cubicBezTo>
                  <a:pt x="810080" y="3555907"/>
                  <a:pt x="810578" y="3556156"/>
                  <a:pt x="810828" y="3556572"/>
                </a:cubicBezTo>
                <a:lnTo>
                  <a:pt x="820714" y="3573687"/>
                </a:lnTo>
                <a:cubicBezTo>
                  <a:pt x="820963" y="3574102"/>
                  <a:pt x="820963" y="3574683"/>
                  <a:pt x="820714" y="3575099"/>
                </a:cubicBezTo>
                <a:lnTo>
                  <a:pt x="810828" y="3592215"/>
                </a:lnTo>
                <a:cubicBezTo>
                  <a:pt x="810494" y="3592630"/>
                  <a:pt x="810080" y="3592879"/>
                  <a:pt x="809581" y="3592879"/>
                </a:cubicBezTo>
                <a:close/>
                <a:moveTo>
                  <a:pt x="3738905" y="4383084"/>
                </a:moveTo>
                <a:cubicBezTo>
                  <a:pt x="3738407" y="4383083"/>
                  <a:pt x="3737908" y="4382752"/>
                  <a:pt x="3737660" y="4382336"/>
                </a:cubicBezTo>
                <a:lnTo>
                  <a:pt x="3727523" y="4364811"/>
                </a:lnTo>
                <a:cubicBezTo>
                  <a:pt x="3727274" y="4364395"/>
                  <a:pt x="3727274" y="4363814"/>
                  <a:pt x="3727522" y="4363399"/>
                </a:cubicBezTo>
                <a:lnTo>
                  <a:pt x="3737659" y="4345868"/>
                </a:lnTo>
                <a:cubicBezTo>
                  <a:pt x="3737907" y="4345371"/>
                  <a:pt x="3738406" y="4345120"/>
                  <a:pt x="3738905" y="4345118"/>
                </a:cubicBezTo>
                <a:lnTo>
                  <a:pt x="3759176" y="4345119"/>
                </a:lnTo>
                <a:cubicBezTo>
                  <a:pt x="3759676" y="4345117"/>
                  <a:pt x="3760173" y="4345451"/>
                  <a:pt x="3760422" y="4345867"/>
                </a:cubicBezTo>
                <a:lnTo>
                  <a:pt x="3770559" y="4363394"/>
                </a:lnTo>
                <a:cubicBezTo>
                  <a:pt x="3770807" y="4363812"/>
                  <a:pt x="3770807" y="4364392"/>
                  <a:pt x="3770558" y="4364809"/>
                </a:cubicBezTo>
                <a:lnTo>
                  <a:pt x="3760422" y="4382338"/>
                </a:lnTo>
                <a:cubicBezTo>
                  <a:pt x="3760173" y="4382836"/>
                  <a:pt x="3759675" y="4383086"/>
                  <a:pt x="3759176" y="4383084"/>
                </a:cubicBezTo>
                <a:close/>
                <a:moveTo>
                  <a:pt x="3558406" y="4334768"/>
                </a:moveTo>
                <a:cubicBezTo>
                  <a:pt x="3557908" y="4334768"/>
                  <a:pt x="3557409" y="4334518"/>
                  <a:pt x="3557160" y="4334103"/>
                </a:cubicBezTo>
                <a:lnTo>
                  <a:pt x="3547191" y="4316822"/>
                </a:lnTo>
                <a:cubicBezTo>
                  <a:pt x="3546942" y="4316406"/>
                  <a:pt x="3546942" y="4315826"/>
                  <a:pt x="3547191" y="4315409"/>
                </a:cubicBezTo>
                <a:lnTo>
                  <a:pt x="3557160" y="4298129"/>
                </a:lnTo>
                <a:cubicBezTo>
                  <a:pt x="3557409" y="4297713"/>
                  <a:pt x="3557908" y="4297464"/>
                  <a:pt x="3558406" y="4297463"/>
                </a:cubicBezTo>
                <a:lnTo>
                  <a:pt x="3578346" y="4297463"/>
                </a:lnTo>
                <a:cubicBezTo>
                  <a:pt x="3578844" y="4297464"/>
                  <a:pt x="3579343" y="4297712"/>
                  <a:pt x="3579592" y="4298128"/>
                </a:cubicBezTo>
                <a:lnTo>
                  <a:pt x="3589562" y="4315407"/>
                </a:lnTo>
                <a:cubicBezTo>
                  <a:pt x="3589810" y="4315824"/>
                  <a:pt x="3589811" y="4316404"/>
                  <a:pt x="3589562" y="4316819"/>
                </a:cubicBezTo>
                <a:lnTo>
                  <a:pt x="3579592" y="4334103"/>
                </a:lnTo>
                <a:cubicBezTo>
                  <a:pt x="3579343" y="4334518"/>
                  <a:pt x="3578844" y="4334768"/>
                  <a:pt x="3578346" y="4334768"/>
                </a:cubicBezTo>
                <a:close/>
                <a:moveTo>
                  <a:pt x="3317597" y="4270362"/>
                </a:moveTo>
                <a:cubicBezTo>
                  <a:pt x="3317098" y="4270361"/>
                  <a:pt x="3316600" y="4270029"/>
                  <a:pt x="3316351" y="4269614"/>
                </a:cubicBezTo>
                <a:lnTo>
                  <a:pt x="3306381" y="4252250"/>
                </a:lnTo>
                <a:cubicBezTo>
                  <a:pt x="3306132" y="4251834"/>
                  <a:pt x="3306132" y="4251253"/>
                  <a:pt x="3306381" y="4250837"/>
                </a:cubicBezTo>
                <a:lnTo>
                  <a:pt x="3316433" y="4233473"/>
                </a:lnTo>
                <a:cubicBezTo>
                  <a:pt x="3316684" y="4232973"/>
                  <a:pt x="3317181" y="4232725"/>
                  <a:pt x="3317680" y="4232725"/>
                </a:cubicBezTo>
                <a:lnTo>
                  <a:pt x="3337702" y="4232725"/>
                </a:lnTo>
                <a:cubicBezTo>
                  <a:pt x="3338201" y="4232725"/>
                  <a:pt x="3338699" y="4233056"/>
                  <a:pt x="3338948" y="4233473"/>
                </a:cubicBezTo>
                <a:lnTo>
                  <a:pt x="3348917" y="4250835"/>
                </a:lnTo>
                <a:cubicBezTo>
                  <a:pt x="3349167" y="4251252"/>
                  <a:pt x="3349167" y="4251833"/>
                  <a:pt x="3348917" y="4252249"/>
                </a:cubicBezTo>
                <a:lnTo>
                  <a:pt x="3338865" y="4269613"/>
                </a:lnTo>
                <a:cubicBezTo>
                  <a:pt x="3338616" y="4270112"/>
                  <a:pt x="3338117" y="4270361"/>
                  <a:pt x="3337619" y="4270361"/>
                </a:cubicBezTo>
                <a:close/>
                <a:moveTo>
                  <a:pt x="3498185" y="4318771"/>
                </a:moveTo>
                <a:cubicBezTo>
                  <a:pt x="3497687" y="4318771"/>
                  <a:pt x="3497188" y="4318521"/>
                  <a:pt x="3496939" y="4318106"/>
                </a:cubicBezTo>
                <a:lnTo>
                  <a:pt x="3486970" y="4300825"/>
                </a:lnTo>
                <a:cubicBezTo>
                  <a:pt x="3486721" y="4300410"/>
                  <a:pt x="3486721" y="4299829"/>
                  <a:pt x="3486970" y="4299413"/>
                </a:cubicBezTo>
                <a:lnTo>
                  <a:pt x="3496939" y="4282132"/>
                </a:lnTo>
                <a:cubicBezTo>
                  <a:pt x="3497188" y="4281716"/>
                  <a:pt x="3497687" y="4281468"/>
                  <a:pt x="3498185" y="4281467"/>
                </a:cubicBezTo>
                <a:lnTo>
                  <a:pt x="3518125" y="4281467"/>
                </a:lnTo>
                <a:cubicBezTo>
                  <a:pt x="3518623" y="4281467"/>
                  <a:pt x="3519122" y="4281716"/>
                  <a:pt x="3519371" y="4282132"/>
                </a:cubicBezTo>
                <a:lnTo>
                  <a:pt x="3529340" y="4299412"/>
                </a:lnTo>
                <a:cubicBezTo>
                  <a:pt x="3529589" y="4299828"/>
                  <a:pt x="3529589" y="4300409"/>
                  <a:pt x="3529340" y="4300825"/>
                </a:cubicBezTo>
                <a:lnTo>
                  <a:pt x="3519371" y="4318106"/>
                </a:lnTo>
                <a:cubicBezTo>
                  <a:pt x="3519122" y="4318521"/>
                  <a:pt x="3518623" y="4318771"/>
                  <a:pt x="3518125" y="4318771"/>
                </a:cubicBezTo>
                <a:close/>
                <a:moveTo>
                  <a:pt x="3678615" y="4367200"/>
                </a:moveTo>
                <a:cubicBezTo>
                  <a:pt x="3678116" y="4367199"/>
                  <a:pt x="3677618" y="4366867"/>
                  <a:pt x="3677369" y="4366452"/>
                </a:cubicBezTo>
                <a:lnTo>
                  <a:pt x="3667150" y="4348758"/>
                </a:lnTo>
                <a:cubicBezTo>
                  <a:pt x="3666900" y="4348343"/>
                  <a:pt x="3666900" y="4347762"/>
                  <a:pt x="3667150" y="4347347"/>
                </a:cubicBezTo>
                <a:lnTo>
                  <a:pt x="3677369" y="4329650"/>
                </a:lnTo>
                <a:cubicBezTo>
                  <a:pt x="3677617" y="4329153"/>
                  <a:pt x="3678115" y="4328904"/>
                  <a:pt x="3678615" y="4328903"/>
                </a:cubicBezTo>
                <a:lnTo>
                  <a:pt x="3699053" y="4328897"/>
                </a:lnTo>
                <a:cubicBezTo>
                  <a:pt x="3699551" y="4328903"/>
                  <a:pt x="3700049" y="4329233"/>
                  <a:pt x="3700299" y="4329647"/>
                </a:cubicBezTo>
                <a:lnTo>
                  <a:pt x="3710517" y="4347345"/>
                </a:lnTo>
                <a:cubicBezTo>
                  <a:pt x="3710767" y="4347760"/>
                  <a:pt x="3710768" y="4348339"/>
                  <a:pt x="3710517" y="4348759"/>
                </a:cubicBezTo>
                <a:lnTo>
                  <a:pt x="3700299" y="4366452"/>
                </a:lnTo>
                <a:cubicBezTo>
                  <a:pt x="3700049" y="4366952"/>
                  <a:pt x="3699551" y="4367201"/>
                  <a:pt x="3699052" y="4367201"/>
                </a:cubicBezTo>
                <a:close/>
                <a:moveTo>
                  <a:pt x="1692523" y="3835183"/>
                </a:moveTo>
                <a:cubicBezTo>
                  <a:pt x="1692025" y="3835183"/>
                  <a:pt x="1691526" y="3834851"/>
                  <a:pt x="1691277" y="3834435"/>
                </a:cubicBezTo>
                <a:lnTo>
                  <a:pt x="1681225" y="3816989"/>
                </a:lnTo>
                <a:cubicBezTo>
                  <a:pt x="1680976" y="3816572"/>
                  <a:pt x="1680976" y="3815992"/>
                  <a:pt x="1681225" y="3815576"/>
                </a:cubicBezTo>
                <a:lnTo>
                  <a:pt x="1691277" y="3798130"/>
                </a:lnTo>
                <a:cubicBezTo>
                  <a:pt x="1691526" y="3797630"/>
                  <a:pt x="1692025" y="3797381"/>
                  <a:pt x="1692523" y="3797381"/>
                </a:cubicBezTo>
                <a:lnTo>
                  <a:pt x="1712629" y="3797381"/>
                </a:lnTo>
                <a:cubicBezTo>
                  <a:pt x="1713127" y="3797381"/>
                  <a:pt x="1713626" y="3797713"/>
                  <a:pt x="1713875" y="3798129"/>
                </a:cubicBezTo>
                <a:lnTo>
                  <a:pt x="1723928" y="3815576"/>
                </a:lnTo>
                <a:cubicBezTo>
                  <a:pt x="1724177" y="3815992"/>
                  <a:pt x="1724177" y="3816572"/>
                  <a:pt x="1723928" y="3816989"/>
                </a:cubicBezTo>
                <a:lnTo>
                  <a:pt x="1713875" y="3834434"/>
                </a:lnTo>
                <a:cubicBezTo>
                  <a:pt x="1713626" y="3834934"/>
                  <a:pt x="1713127" y="3835183"/>
                  <a:pt x="1712629" y="3835183"/>
                </a:cubicBezTo>
                <a:close/>
                <a:moveTo>
                  <a:pt x="3377589" y="4286837"/>
                </a:moveTo>
                <a:cubicBezTo>
                  <a:pt x="3377090" y="4286837"/>
                  <a:pt x="3376592" y="4286505"/>
                  <a:pt x="3376343" y="4286090"/>
                </a:cubicBezTo>
                <a:lnTo>
                  <a:pt x="3366207" y="4268477"/>
                </a:lnTo>
                <a:cubicBezTo>
                  <a:pt x="3365958" y="4268060"/>
                  <a:pt x="3365958" y="4267480"/>
                  <a:pt x="3366207" y="4267063"/>
                </a:cubicBezTo>
                <a:lnTo>
                  <a:pt x="3376426" y="4249451"/>
                </a:lnTo>
                <a:cubicBezTo>
                  <a:pt x="3376675" y="4248951"/>
                  <a:pt x="3377173" y="4248703"/>
                  <a:pt x="3377672" y="4248703"/>
                </a:cubicBezTo>
                <a:lnTo>
                  <a:pt x="3398026" y="4248703"/>
                </a:lnTo>
                <a:cubicBezTo>
                  <a:pt x="3398525" y="4248703"/>
                  <a:pt x="3399023" y="4249036"/>
                  <a:pt x="3399273" y="4249451"/>
                </a:cubicBezTo>
                <a:lnTo>
                  <a:pt x="3409408" y="4267063"/>
                </a:lnTo>
                <a:cubicBezTo>
                  <a:pt x="3409657" y="4267480"/>
                  <a:pt x="3409657" y="4268060"/>
                  <a:pt x="3409408" y="4268476"/>
                </a:cubicBezTo>
                <a:lnTo>
                  <a:pt x="3399189" y="4286090"/>
                </a:lnTo>
                <a:cubicBezTo>
                  <a:pt x="3398940" y="4286588"/>
                  <a:pt x="3398442" y="4286837"/>
                  <a:pt x="3397943" y="4286837"/>
                </a:cubicBezTo>
                <a:close/>
                <a:moveTo>
                  <a:pt x="2053404" y="3932130"/>
                </a:moveTo>
                <a:cubicBezTo>
                  <a:pt x="2052905" y="3932130"/>
                  <a:pt x="2052407" y="3931798"/>
                  <a:pt x="2052158" y="3931383"/>
                </a:cubicBezTo>
                <a:lnTo>
                  <a:pt x="2041772" y="3913440"/>
                </a:lnTo>
                <a:cubicBezTo>
                  <a:pt x="2041523" y="3912943"/>
                  <a:pt x="2041523" y="3912359"/>
                  <a:pt x="2041772" y="3911945"/>
                </a:cubicBezTo>
                <a:lnTo>
                  <a:pt x="2052157" y="3894002"/>
                </a:lnTo>
                <a:cubicBezTo>
                  <a:pt x="2052406" y="3893500"/>
                  <a:pt x="2052904" y="3893253"/>
                  <a:pt x="2053403" y="3893251"/>
                </a:cubicBezTo>
                <a:lnTo>
                  <a:pt x="2074174" y="3893246"/>
                </a:lnTo>
                <a:cubicBezTo>
                  <a:pt x="2074671" y="3893252"/>
                  <a:pt x="2075170" y="3893582"/>
                  <a:pt x="2075420" y="3893998"/>
                </a:cubicBezTo>
                <a:lnTo>
                  <a:pt x="2085804" y="3911944"/>
                </a:lnTo>
                <a:cubicBezTo>
                  <a:pt x="2086054" y="3912439"/>
                  <a:pt x="2086053" y="3913024"/>
                  <a:pt x="2085804" y="3913439"/>
                </a:cubicBezTo>
                <a:lnTo>
                  <a:pt x="2075419" y="3931384"/>
                </a:lnTo>
                <a:cubicBezTo>
                  <a:pt x="2075171" y="3931882"/>
                  <a:pt x="2074672" y="3932131"/>
                  <a:pt x="2074174" y="3932132"/>
                </a:cubicBezTo>
                <a:close/>
                <a:moveTo>
                  <a:pt x="3257108" y="4254746"/>
                </a:moveTo>
                <a:cubicBezTo>
                  <a:pt x="3256609" y="4254746"/>
                  <a:pt x="3256111" y="4254415"/>
                  <a:pt x="3255862" y="4253998"/>
                </a:cubicBezTo>
                <a:lnTo>
                  <a:pt x="3245477" y="4236055"/>
                </a:lnTo>
                <a:cubicBezTo>
                  <a:pt x="3245228" y="4235556"/>
                  <a:pt x="3245227" y="4234975"/>
                  <a:pt x="3245477" y="4234559"/>
                </a:cubicBezTo>
                <a:lnTo>
                  <a:pt x="3255862" y="4216614"/>
                </a:lnTo>
                <a:cubicBezTo>
                  <a:pt x="3256111" y="4216116"/>
                  <a:pt x="3256609" y="4215867"/>
                  <a:pt x="3257108" y="4215865"/>
                </a:cubicBezTo>
                <a:lnTo>
                  <a:pt x="3277878" y="4215863"/>
                </a:lnTo>
                <a:cubicBezTo>
                  <a:pt x="3278377" y="4215862"/>
                  <a:pt x="3278875" y="4216194"/>
                  <a:pt x="3279124" y="4216613"/>
                </a:cubicBezTo>
                <a:lnTo>
                  <a:pt x="3289509" y="4234557"/>
                </a:lnTo>
                <a:cubicBezTo>
                  <a:pt x="3289758" y="4235056"/>
                  <a:pt x="3289758" y="4235636"/>
                  <a:pt x="3289509" y="4236052"/>
                </a:cubicBezTo>
                <a:lnTo>
                  <a:pt x="3279124" y="4253999"/>
                </a:lnTo>
                <a:cubicBezTo>
                  <a:pt x="3278875" y="4254498"/>
                  <a:pt x="3278376" y="4254747"/>
                  <a:pt x="3277878" y="4254747"/>
                </a:cubicBezTo>
                <a:close/>
                <a:moveTo>
                  <a:pt x="3919191" y="4432245"/>
                </a:moveTo>
                <a:cubicBezTo>
                  <a:pt x="3918692" y="4432245"/>
                  <a:pt x="3918194" y="4431913"/>
                  <a:pt x="3917945" y="4431498"/>
                </a:cubicBezTo>
                <a:lnTo>
                  <a:pt x="3907643" y="4413634"/>
                </a:lnTo>
                <a:cubicBezTo>
                  <a:pt x="3907394" y="4413136"/>
                  <a:pt x="3907394" y="4412554"/>
                  <a:pt x="3907643" y="4412139"/>
                </a:cubicBezTo>
                <a:lnTo>
                  <a:pt x="3917945" y="4394276"/>
                </a:lnTo>
                <a:cubicBezTo>
                  <a:pt x="3918194" y="4393778"/>
                  <a:pt x="3918692" y="4393529"/>
                  <a:pt x="3919191" y="4393529"/>
                </a:cubicBezTo>
                <a:lnTo>
                  <a:pt x="3939878" y="4393528"/>
                </a:lnTo>
                <a:cubicBezTo>
                  <a:pt x="3940376" y="4393528"/>
                  <a:pt x="3940875" y="4393860"/>
                  <a:pt x="3941124" y="4394277"/>
                </a:cubicBezTo>
                <a:lnTo>
                  <a:pt x="3951426" y="4412138"/>
                </a:lnTo>
                <a:cubicBezTo>
                  <a:pt x="3951675" y="4412636"/>
                  <a:pt x="3951676" y="4413218"/>
                  <a:pt x="3951426" y="4413633"/>
                </a:cubicBezTo>
                <a:lnTo>
                  <a:pt x="3941124" y="4431496"/>
                </a:lnTo>
                <a:cubicBezTo>
                  <a:pt x="3940875" y="4431996"/>
                  <a:pt x="3940376" y="4432245"/>
                  <a:pt x="3939878" y="4432245"/>
                </a:cubicBezTo>
                <a:close/>
                <a:moveTo>
                  <a:pt x="3979239" y="4448425"/>
                </a:moveTo>
                <a:cubicBezTo>
                  <a:pt x="3978740" y="4448425"/>
                  <a:pt x="3978242" y="4448093"/>
                  <a:pt x="3977993" y="4447679"/>
                </a:cubicBezTo>
                <a:lnTo>
                  <a:pt x="3967608" y="4429650"/>
                </a:lnTo>
                <a:cubicBezTo>
                  <a:pt x="3967359" y="4429151"/>
                  <a:pt x="3967359" y="4428569"/>
                  <a:pt x="3967608" y="4428155"/>
                </a:cubicBezTo>
                <a:lnTo>
                  <a:pt x="3978077" y="4410125"/>
                </a:lnTo>
                <a:cubicBezTo>
                  <a:pt x="3978325" y="4409627"/>
                  <a:pt x="3978825" y="4409378"/>
                  <a:pt x="3979322" y="4409379"/>
                </a:cubicBezTo>
                <a:lnTo>
                  <a:pt x="4000176" y="4409375"/>
                </a:lnTo>
                <a:cubicBezTo>
                  <a:pt x="4000675" y="4409377"/>
                  <a:pt x="4001173" y="4409708"/>
                  <a:pt x="4001421" y="4410126"/>
                </a:cubicBezTo>
                <a:lnTo>
                  <a:pt x="4011807" y="4428153"/>
                </a:lnTo>
                <a:cubicBezTo>
                  <a:pt x="4012056" y="4428651"/>
                  <a:pt x="4012055" y="4429234"/>
                  <a:pt x="4011806" y="4429649"/>
                </a:cubicBezTo>
                <a:lnTo>
                  <a:pt x="4001338" y="4447679"/>
                </a:lnTo>
                <a:cubicBezTo>
                  <a:pt x="4001090" y="4448176"/>
                  <a:pt x="4000590" y="4448426"/>
                  <a:pt x="4000092" y="4448426"/>
                </a:cubicBezTo>
                <a:close/>
                <a:moveTo>
                  <a:pt x="4159852" y="4496830"/>
                </a:moveTo>
                <a:cubicBezTo>
                  <a:pt x="4159353" y="4496830"/>
                  <a:pt x="4158855" y="4496498"/>
                  <a:pt x="4158606" y="4496082"/>
                </a:cubicBezTo>
                <a:lnTo>
                  <a:pt x="4148222" y="4478136"/>
                </a:lnTo>
                <a:cubicBezTo>
                  <a:pt x="4147973" y="4477639"/>
                  <a:pt x="4147972" y="4477056"/>
                  <a:pt x="4148222" y="4476641"/>
                </a:cubicBezTo>
                <a:lnTo>
                  <a:pt x="4158607" y="4458696"/>
                </a:lnTo>
                <a:cubicBezTo>
                  <a:pt x="4158856" y="4458197"/>
                  <a:pt x="4159354" y="4457947"/>
                  <a:pt x="4159853" y="4457947"/>
                </a:cubicBezTo>
                <a:lnTo>
                  <a:pt x="4180622" y="4457947"/>
                </a:lnTo>
                <a:cubicBezTo>
                  <a:pt x="4181121" y="4457947"/>
                  <a:pt x="4181620" y="4458279"/>
                  <a:pt x="4181869" y="4458694"/>
                </a:cubicBezTo>
                <a:lnTo>
                  <a:pt x="4192254" y="4476640"/>
                </a:lnTo>
                <a:cubicBezTo>
                  <a:pt x="4192503" y="4477138"/>
                  <a:pt x="4192503" y="4477720"/>
                  <a:pt x="4192254" y="4478135"/>
                </a:cubicBezTo>
                <a:lnTo>
                  <a:pt x="4181869" y="4496082"/>
                </a:lnTo>
                <a:cubicBezTo>
                  <a:pt x="4181619" y="4496580"/>
                  <a:pt x="4181121" y="4496830"/>
                  <a:pt x="4180623" y="4496830"/>
                </a:cubicBezTo>
                <a:close/>
                <a:moveTo>
                  <a:pt x="2233809" y="3980792"/>
                </a:moveTo>
                <a:cubicBezTo>
                  <a:pt x="2233311" y="3980791"/>
                  <a:pt x="2232812" y="3980457"/>
                  <a:pt x="2232563" y="3980043"/>
                </a:cubicBezTo>
                <a:lnTo>
                  <a:pt x="2222011" y="3961769"/>
                </a:lnTo>
                <a:cubicBezTo>
                  <a:pt x="2221762" y="3961269"/>
                  <a:pt x="2221763" y="3960686"/>
                  <a:pt x="2222011" y="3960272"/>
                </a:cubicBezTo>
                <a:lnTo>
                  <a:pt x="2232562" y="3941995"/>
                </a:lnTo>
                <a:cubicBezTo>
                  <a:pt x="2232811" y="3941497"/>
                  <a:pt x="2233310" y="3941248"/>
                  <a:pt x="2233808" y="3941247"/>
                </a:cubicBezTo>
                <a:lnTo>
                  <a:pt x="2254828" y="3941244"/>
                </a:lnTo>
                <a:cubicBezTo>
                  <a:pt x="2255326" y="3941244"/>
                  <a:pt x="2255825" y="3941576"/>
                  <a:pt x="2256074" y="3941992"/>
                </a:cubicBezTo>
                <a:lnTo>
                  <a:pt x="2266625" y="3960271"/>
                </a:lnTo>
                <a:cubicBezTo>
                  <a:pt x="2266874" y="3960771"/>
                  <a:pt x="2266874" y="3961352"/>
                  <a:pt x="2266624" y="3961767"/>
                </a:cubicBezTo>
                <a:lnTo>
                  <a:pt x="2256074" y="3980044"/>
                </a:lnTo>
                <a:cubicBezTo>
                  <a:pt x="2255825" y="3980542"/>
                  <a:pt x="2255325" y="3980793"/>
                  <a:pt x="2254827" y="3980792"/>
                </a:cubicBezTo>
                <a:close/>
                <a:moveTo>
                  <a:pt x="3618161" y="4351746"/>
                </a:moveTo>
                <a:cubicBezTo>
                  <a:pt x="3617662" y="4351746"/>
                  <a:pt x="3617164" y="4351414"/>
                  <a:pt x="3616915" y="4350999"/>
                </a:cubicBezTo>
                <a:lnTo>
                  <a:pt x="3606530" y="4333053"/>
                </a:lnTo>
                <a:cubicBezTo>
                  <a:pt x="3606281" y="4332555"/>
                  <a:pt x="3606281" y="4331973"/>
                  <a:pt x="3606530" y="4331558"/>
                </a:cubicBezTo>
                <a:lnTo>
                  <a:pt x="3616915" y="4313612"/>
                </a:lnTo>
                <a:cubicBezTo>
                  <a:pt x="3617164" y="4313114"/>
                  <a:pt x="3617662" y="4312864"/>
                  <a:pt x="3618161" y="4312864"/>
                </a:cubicBezTo>
                <a:lnTo>
                  <a:pt x="3638931" y="4312864"/>
                </a:lnTo>
                <a:cubicBezTo>
                  <a:pt x="3639429" y="4312865"/>
                  <a:pt x="3639928" y="4313196"/>
                  <a:pt x="3640177" y="4313612"/>
                </a:cubicBezTo>
                <a:lnTo>
                  <a:pt x="3650562" y="4331557"/>
                </a:lnTo>
                <a:cubicBezTo>
                  <a:pt x="3650811" y="4332055"/>
                  <a:pt x="3650811" y="4332637"/>
                  <a:pt x="3650562" y="4333052"/>
                </a:cubicBezTo>
                <a:lnTo>
                  <a:pt x="3640177" y="4350998"/>
                </a:lnTo>
                <a:cubicBezTo>
                  <a:pt x="3639928" y="4351497"/>
                  <a:pt x="3639429" y="4351746"/>
                  <a:pt x="3638931" y="4351746"/>
                </a:cubicBezTo>
                <a:close/>
                <a:moveTo>
                  <a:pt x="4039416" y="4464668"/>
                </a:moveTo>
                <a:cubicBezTo>
                  <a:pt x="4038918" y="4464668"/>
                  <a:pt x="4038420" y="4464336"/>
                  <a:pt x="4038170" y="4463921"/>
                </a:cubicBezTo>
                <a:lnTo>
                  <a:pt x="4027703" y="4445809"/>
                </a:lnTo>
                <a:cubicBezTo>
                  <a:pt x="4027453" y="4445311"/>
                  <a:pt x="4027454" y="4444729"/>
                  <a:pt x="4027703" y="4444313"/>
                </a:cubicBezTo>
                <a:lnTo>
                  <a:pt x="4038171" y="4426201"/>
                </a:lnTo>
                <a:cubicBezTo>
                  <a:pt x="4038420" y="4425702"/>
                  <a:pt x="4038918" y="4425454"/>
                  <a:pt x="4039416" y="4425454"/>
                </a:cubicBezTo>
                <a:lnTo>
                  <a:pt x="4060354" y="4425451"/>
                </a:lnTo>
                <a:cubicBezTo>
                  <a:pt x="4060853" y="4425451"/>
                  <a:pt x="4061350" y="4425785"/>
                  <a:pt x="4061599" y="4426201"/>
                </a:cubicBezTo>
                <a:lnTo>
                  <a:pt x="4072067" y="4444311"/>
                </a:lnTo>
                <a:cubicBezTo>
                  <a:pt x="4072316" y="4444810"/>
                  <a:pt x="4072316" y="4445391"/>
                  <a:pt x="4072067" y="4445806"/>
                </a:cubicBezTo>
                <a:lnTo>
                  <a:pt x="4061598" y="4463921"/>
                </a:lnTo>
                <a:cubicBezTo>
                  <a:pt x="4061349" y="4464419"/>
                  <a:pt x="4060851" y="4464668"/>
                  <a:pt x="4060352" y="4464668"/>
                </a:cubicBezTo>
                <a:close/>
                <a:moveTo>
                  <a:pt x="3798698" y="4400206"/>
                </a:moveTo>
                <a:cubicBezTo>
                  <a:pt x="3798199" y="4400206"/>
                  <a:pt x="3797701" y="4399874"/>
                  <a:pt x="3797452" y="4399458"/>
                </a:cubicBezTo>
                <a:lnTo>
                  <a:pt x="3787068" y="4381513"/>
                </a:lnTo>
                <a:cubicBezTo>
                  <a:pt x="3786818" y="4381015"/>
                  <a:pt x="3786818" y="4380433"/>
                  <a:pt x="3787067" y="4380018"/>
                </a:cubicBezTo>
                <a:lnTo>
                  <a:pt x="3797452" y="4362073"/>
                </a:lnTo>
                <a:cubicBezTo>
                  <a:pt x="3797702" y="4361574"/>
                  <a:pt x="3798199" y="4361325"/>
                  <a:pt x="3798698" y="4361325"/>
                </a:cubicBezTo>
                <a:lnTo>
                  <a:pt x="3819468" y="4361325"/>
                </a:lnTo>
                <a:cubicBezTo>
                  <a:pt x="3819966" y="4361325"/>
                  <a:pt x="3820465" y="4361657"/>
                  <a:pt x="3820715" y="4362073"/>
                </a:cubicBezTo>
                <a:lnTo>
                  <a:pt x="3831099" y="4380018"/>
                </a:lnTo>
                <a:cubicBezTo>
                  <a:pt x="3831348" y="4380516"/>
                  <a:pt x="3831348" y="4381098"/>
                  <a:pt x="3831099" y="4381513"/>
                </a:cubicBezTo>
                <a:lnTo>
                  <a:pt x="3820715" y="4399458"/>
                </a:lnTo>
                <a:cubicBezTo>
                  <a:pt x="3820465" y="4399957"/>
                  <a:pt x="3819966" y="4400206"/>
                  <a:pt x="3819468" y="4400206"/>
                </a:cubicBezTo>
                <a:close/>
                <a:moveTo>
                  <a:pt x="2354172" y="4013172"/>
                </a:moveTo>
                <a:cubicBezTo>
                  <a:pt x="2353592" y="4013173"/>
                  <a:pt x="2353093" y="4012924"/>
                  <a:pt x="2352843" y="4012425"/>
                </a:cubicBezTo>
                <a:lnTo>
                  <a:pt x="2342292" y="3994067"/>
                </a:lnTo>
                <a:cubicBezTo>
                  <a:pt x="2342043" y="3993569"/>
                  <a:pt x="2342043" y="3993072"/>
                  <a:pt x="2342292" y="3992571"/>
                </a:cubicBezTo>
                <a:lnTo>
                  <a:pt x="2352843" y="3974213"/>
                </a:lnTo>
                <a:cubicBezTo>
                  <a:pt x="2353175" y="3973711"/>
                  <a:pt x="2353674" y="3973464"/>
                  <a:pt x="2354172" y="3973464"/>
                </a:cubicBezTo>
                <a:lnTo>
                  <a:pt x="2375358" y="3973460"/>
                </a:lnTo>
                <a:cubicBezTo>
                  <a:pt x="2375939" y="3973463"/>
                  <a:pt x="2376438" y="3973709"/>
                  <a:pt x="2376687" y="3974211"/>
                </a:cubicBezTo>
                <a:lnTo>
                  <a:pt x="2387239" y="3992569"/>
                </a:lnTo>
                <a:cubicBezTo>
                  <a:pt x="2387488" y="3993068"/>
                  <a:pt x="2387487" y="3993568"/>
                  <a:pt x="2387238" y="3994067"/>
                </a:cubicBezTo>
                <a:lnTo>
                  <a:pt x="2376687" y="4012426"/>
                </a:lnTo>
                <a:cubicBezTo>
                  <a:pt x="2376354" y="4012924"/>
                  <a:pt x="2375856" y="4013174"/>
                  <a:pt x="2375357" y="4013174"/>
                </a:cubicBezTo>
                <a:close/>
                <a:moveTo>
                  <a:pt x="1812435" y="3868027"/>
                </a:moveTo>
                <a:cubicBezTo>
                  <a:pt x="1811854" y="3868027"/>
                  <a:pt x="1811355" y="3867778"/>
                  <a:pt x="1811106" y="3867279"/>
                </a:cubicBezTo>
                <a:lnTo>
                  <a:pt x="1800470" y="3848839"/>
                </a:lnTo>
                <a:cubicBezTo>
                  <a:pt x="1800222" y="3848423"/>
                  <a:pt x="1800222" y="3847843"/>
                  <a:pt x="1800471" y="3847342"/>
                </a:cubicBezTo>
                <a:lnTo>
                  <a:pt x="1811105" y="3828899"/>
                </a:lnTo>
                <a:cubicBezTo>
                  <a:pt x="1811438" y="3828398"/>
                  <a:pt x="1811936" y="3828152"/>
                  <a:pt x="1812434" y="3828151"/>
                </a:cubicBezTo>
                <a:lnTo>
                  <a:pt x="1833704" y="3828149"/>
                </a:lnTo>
                <a:cubicBezTo>
                  <a:pt x="1834285" y="3828147"/>
                  <a:pt x="1834785" y="3828395"/>
                  <a:pt x="1835033" y="3828895"/>
                </a:cubicBezTo>
                <a:lnTo>
                  <a:pt x="1845666" y="3847341"/>
                </a:lnTo>
                <a:cubicBezTo>
                  <a:pt x="1845916" y="3847754"/>
                  <a:pt x="1845915" y="3848340"/>
                  <a:pt x="1845666" y="3848836"/>
                </a:cubicBezTo>
                <a:lnTo>
                  <a:pt x="1835032" y="3867280"/>
                </a:lnTo>
                <a:cubicBezTo>
                  <a:pt x="1834699" y="3867779"/>
                  <a:pt x="1834201" y="3868028"/>
                  <a:pt x="1833703" y="3868029"/>
                </a:cubicBezTo>
                <a:close/>
                <a:moveTo>
                  <a:pt x="2113422" y="3948685"/>
                </a:moveTo>
                <a:cubicBezTo>
                  <a:pt x="2112841" y="3948686"/>
                  <a:pt x="2112342" y="3948436"/>
                  <a:pt x="2112093" y="3947938"/>
                </a:cubicBezTo>
                <a:lnTo>
                  <a:pt x="2101541" y="3929580"/>
                </a:lnTo>
                <a:cubicBezTo>
                  <a:pt x="2101292" y="3929081"/>
                  <a:pt x="2101292" y="3928583"/>
                  <a:pt x="2101541" y="3928083"/>
                </a:cubicBezTo>
                <a:lnTo>
                  <a:pt x="2112092" y="3909725"/>
                </a:lnTo>
                <a:cubicBezTo>
                  <a:pt x="2112424" y="3909227"/>
                  <a:pt x="2112923" y="3908976"/>
                  <a:pt x="2113421" y="3908974"/>
                </a:cubicBezTo>
                <a:lnTo>
                  <a:pt x="2134606" y="3908974"/>
                </a:lnTo>
                <a:cubicBezTo>
                  <a:pt x="2135189" y="3908974"/>
                  <a:pt x="2135687" y="3909219"/>
                  <a:pt x="2135937" y="3909721"/>
                </a:cubicBezTo>
                <a:lnTo>
                  <a:pt x="2146488" y="3928082"/>
                </a:lnTo>
                <a:cubicBezTo>
                  <a:pt x="2146737" y="3928580"/>
                  <a:pt x="2146736" y="3929080"/>
                  <a:pt x="2146488" y="3929577"/>
                </a:cubicBezTo>
                <a:lnTo>
                  <a:pt x="2135937" y="3947938"/>
                </a:lnTo>
                <a:cubicBezTo>
                  <a:pt x="2135604" y="3948437"/>
                  <a:pt x="2135106" y="3948687"/>
                  <a:pt x="2134606" y="3948687"/>
                </a:cubicBezTo>
                <a:close/>
                <a:moveTo>
                  <a:pt x="1872651" y="3884178"/>
                </a:moveTo>
                <a:cubicBezTo>
                  <a:pt x="1872153" y="3884178"/>
                  <a:pt x="1871654" y="3883846"/>
                  <a:pt x="1871405" y="3883430"/>
                </a:cubicBezTo>
                <a:lnTo>
                  <a:pt x="1860854" y="3865153"/>
                </a:lnTo>
                <a:cubicBezTo>
                  <a:pt x="1860605" y="3864654"/>
                  <a:pt x="1860605" y="3864072"/>
                  <a:pt x="1860854" y="3863657"/>
                </a:cubicBezTo>
                <a:lnTo>
                  <a:pt x="1871405" y="3845379"/>
                </a:lnTo>
                <a:cubicBezTo>
                  <a:pt x="1871654" y="3844880"/>
                  <a:pt x="1872153" y="3844631"/>
                  <a:pt x="1872651" y="3844630"/>
                </a:cubicBezTo>
                <a:lnTo>
                  <a:pt x="1893671" y="3844629"/>
                </a:lnTo>
                <a:cubicBezTo>
                  <a:pt x="1894169" y="3844630"/>
                  <a:pt x="1894668" y="3844962"/>
                  <a:pt x="1894917" y="3845378"/>
                </a:cubicBezTo>
                <a:lnTo>
                  <a:pt x="1905468" y="3863655"/>
                </a:lnTo>
                <a:cubicBezTo>
                  <a:pt x="1905718" y="3864154"/>
                  <a:pt x="1905717" y="3864736"/>
                  <a:pt x="1905468" y="3865151"/>
                </a:cubicBezTo>
                <a:lnTo>
                  <a:pt x="1894916" y="3883430"/>
                </a:lnTo>
                <a:cubicBezTo>
                  <a:pt x="1894667" y="3883928"/>
                  <a:pt x="1894168" y="3884178"/>
                  <a:pt x="1893670" y="3884178"/>
                </a:cubicBezTo>
                <a:close/>
                <a:moveTo>
                  <a:pt x="1932848" y="3900331"/>
                </a:moveTo>
                <a:cubicBezTo>
                  <a:pt x="1932349" y="3900331"/>
                  <a:pt x="1931852" y="3899999"/>
                  <a:pt x="1931603" y="3899584"/>
                </a:cubicBezTo>
                <a:lnTo>
                  <a:pt x="1921218" y="3881554"/>
                </a:lnTo>
                <a:cubicBezTo>
                  <a:pt x="1920969" y="3881056"/>
                  <a:pt x="1920969" y="3880474"/>
                  <a:pt x="1921218" y="3880059"/>
                </a:cubicBezTo>
                <a:lnTo>
                  <a:pt x="1931686" y="3862031"/>
                </a:lnTo>
                <a:cubicBezTo>
                  <a:pt x="1931934" y="3861532"/>
                  <a:pt x="1932434" y="3861283"/>
                  <a:pt x="1932932" y="3861283"/>
                </a:cubicBezTo>
                <a:lnTo>
                  <a:pt x="1953785" y="3861283"/>
                </a:lnTo>
                <a:cubicBezTo>
                  <a:pt x="1954284" y="3861283"/>
                  <a:pt x="1954782" y="3861615"/>
                  <a:pt x="1955031" y="3862031"/>
                </a:cubicBezTo>
                <a:lnTo>
                  <a:pt x="1965416" y="3880059"/>
                </a:lnTo>
                <a:cubicBezTo>
                  <a:pt x="1965665" y="3880557"/>
                  <a:pt x="1965665" y="3881139"/>
                  <a:pt x="1965416" y="3881554"/>
                </a:cubicBezTo>
                <a:lnTo>
                  <a:pt x="1954948" y="3899584"/>
                </a:lnTo>
                <a:cubicBezTo>
                  <a:pt x="1954699" y="3900082"/>
                  <a:pt x="1954199" y="3900331"/>
                  <a:pt x="1953701" y="3900331"/>
                </a:cubicBezTo>
                <a:close/>
                <a:moveTo>
                  <a:pt x="1993017" y="3916457"/>
                </a:moveTo>
                <a:cubicBezTo>
                  <a:pt x="1992519" y="3916457"/>
                  <a:pt x="1992020" y="3916124"/>
                  <a:pt x="1991771" y="3915709"/>
                </a:cubicBezTo>
                <a:lnTo>
                  <a:pt x="1981220" y="3897432"/>
                </a:lnTo>
                <a:cubicBezTo>
                  <a:pt x="1980971" y="3896933"/>
                  <a:pt x="1980971" y="3896351"/>
                  <a:pt x="1981220" y="3895936"/>
                </a:cubicBezTo>
                <a:lnTo>
                  <a:pt x="1991771" y="3877658"/>
                </a:lnTo>
                <a:cubicBezTo>
                  <a:pt x="1992020" y="3877159"/>
                  <a:pt x="1992519" y="3876909"/>
                  <a:pt x="1993017" y="3876910"/>
                </a:cubicBezTo>
                <a:lnTo>
                  <a:pt x="2014037" y="3876908"/>
                </a:lnTo>
                <a:cubicBezTo>
                  <a:pt x="2014534" y="3876910"/>
                  <a:pt x="2015034" y="3877240"/>
                  <a:pt x="2015283" y="3877657"/>
                </a:cubicBezTo>
                <a:lnTo>
                  <a:pt x="2025834" y="3895934"/>
                </a:lnTo>
                <a:cubicBezTo>
                  <a:pt x="2026083" y="3896433"/>
                  <a:pt x="2026083" y="3897015"/>
                  <a:pt x="2025833" y="3897431"/>
                </a:cubicBezTo>
                <a:lnTo>
                  <a:pt x="2015282" y="3915709"/>
                </a:lnTo>
                <a:cubicBezTo>
                  <a:pt x="2015033" y="3916207"/>
                  <a:pt x="2014534" y="3916457"/>
                  <a:pt x="2014036" y="3916457"/>
                </a:cubicBezTo>
                <a:close/>
                <a:moveTo>
                  <a:pt x="3437504" y="4303583"/>
                </a:moveTo>
                <a:cubicBezTo>
                  <a:pt x="3437006" y="4303583"/>
                  <a:pt x="3436508" y="4303251"/>
                  <a:pt x="3436259" y="4302836"/>
                </a:cubicBezTo>
                <a:lnTo>
                  <a:pt x="3425791" y="4284724"/>
                </a:lnTo>
                <a:cubicBezTo>
                  <a:pt x="3425542" y="4284226"/>
                  <a:pt x="3425542" y="4283644"/>
                  <a:pt x="3425791" y="4283229"/>
                </a:cubicBezTo>
                <a:lnTo>
                  <a:pt x="3436258" y="4265118"/>
                </a:lnTo>
                <a:cubicBezTo>
                  <a:pt x="3436508" y="4264618"/>
                  <a:pt x="3437007" y="4264369"/>
                  <a:pt x="3437504" y="4264370"/>
                </a:cubicBezTo>
                <a:lnTo>
                  <a:pt x="3458441" y="4264369"/>
                </a:lnTo>
                <a:cubicBezTo>
                  <a:pt x="3458940" y="4264369"/>
                  <a:pt x="3459438" y="4264701"/>
                  <a:pt x="3459687" y="4265117"/>
                </a:cubicBezTo>
                <a:lnTo>
                  <a:pt x="3470154" y="4283228"/>
                </a:lnTo>
                <a:cubicBezTo>
                  <a:pt x="3470405" y="4283726"/>
                  <a:pt x="3470404" y="4284308"/>
                  <a:pt x="3470155" y="4284723"/>
                </a:cubicBezTo>
                <a:lnTo>
                  <a:pt x="3459686" y="4302836"/>
                </a:lnTo>
                <a:cubicBezTo>
                  <a:pt x="3459438" y="4303334"/>
                  <a:pt x="3458940" y="4303583"/>
                  <a:pt x="3458441" y="4303583"/>
                </a:cubicBezTo>
                <a:close/>
                <a:moveTo>
                  <a:pt x="2293961" y="3997192"/>
                </a:moveTo>
                <a:cubicBezTo>
                  <a:pt x="2293463" y="3997192"/>
                  <a:pt x="2292964" y="3996860"/>
                  <a:pt x="2292715" y="3996445"/>
                </a:cubicBezTo>
                <a:lnTo>
                  <a:pt x="2282247" y="3978333"/>
                </a:lnTo>
                <a:cubicBezTo>
                  <a:pt x="2281998" y="3977835"/>
                  <a:pt x="2281998" y="3977253"/>
                  <a:pt x="2282247" y="3976838"/>
                </a:cubicBezTo>
                <a:lnTo>
                  <a:pt x="2292715" y="3958726"/>
                </a:lnTo>
                <a:cubicBezTo>
                  <a:pt x="2292964" y="3958227"/>
                  <a:pt x="2293463" y="3957978"/>
                  <a:pt x="2293961" y="3957978"/>
                </a:cubicBezTo>
                <a:lnTo>
                  <a:pt x="2314897" y="3957978"/>
                </a:lnTo>
                <a:cubicBezTo>
                  <a:pt x="2315396" y="3957978"/>
                  <a:pt x="2315894" y="3958310"/>
                  <a:pt x="2316143" y="3958726"/>
                </a:cubicBezTo>
                <a:lnTo>
                  <a:pt x="2326611" y="3976837"/>
                </a:lnTo>
                <a:cubicBezTo>
                  <a:pt x="2326861" y="3977335"/>
                  <a:pt x="2326861" y="3977917"/>
                  <a:pt x="2326611" y="3978333"/>
                </a:cubicBezTo>
                <a:lnTo>
                  <a:pt x="2316143" y="3996445"/>
                </a:lnTo>
                <a:cubicBezTo>
                  <a:pt x="2315894" y="3996943"/>
                  <a:pt x="2315396" y="3997192"/>
                  <a:pt x="2314897" y="3997192"/>
                </a:cubicBezTo>
                <a:close/>
                <a:moveTo>
                  <a:pt x="4099511" y="4480988"/>
                </a:moveTo>
                <a:cubicBezTo>
                  <a:pt x="4099013" y="4480988"/>
                  <a:pt x="4098514" y="4480655"/>
                  <a:pt x="4098265" y="4480239"/>
                </a:cubicBezTo>
                <a:lnTo>
                  <a:pt x="4087714" y="4461962"/>
                </a:lnTo>
                <a:cubicBezTo>
                  <a:pt x="4087465" y="4461462"/>
                  <a:pt x="4087465" y="4460881"/>
                  <a:pt x="4087714" y="4460466"/>
                </a:cubicBezTo>
                <a:lnTo>
                  <a:pt x="4098265" y="4442188"/>
                </a:lnTo>
                <a:cubicBezTo>
                  <a:pt x="4098514" y="4441689"/>
                  <a:pt x="4099013" y="4441440"/>
                  <a:pt x="4099511" y="4441440"/>
                </a:cubicBezTo>
                <a:lnTo>
                  <a:pt x="4120530" y="4441441"/>
                </a:lnTo>
                <a:cubicBezTo>
                  <a:pt x="4121029" y="4441441"/>
                  <a:pt x="4121528" y="4441771"/>
                  <a:pt x="4121776" y="4442189"/>
                </a:cubicBezTo>
                <a:lnTo>
                  <a:pt x="4132327" y="4460465"/>
                </a:lnTo>
                <a:cubicBezTo>
                  <a:pt x="4132577" y="4460964"/>
                  <a:pt x="4132577" y="4461545"/>
                  <a:pt x="4132327" y="4461961"/>
                </a:cubicBezTo>
                <a:lnTo>
                  <a:pt x="4121776" y="4480239"/>
                </a:lnTo>
                <a:cubicBezTo>
                  <a:pt x="4121527" y="4480737"/>
                  <a:pt x="4121029" y="4480987"/>
                  <a:pt x="4120530" y="4480987"/>
                </a:cubicBezTo>
                <a:close/>
                <a:moveTo>
                  <a:pt x="2173532" y="3965001"/>
                </a:moveTo>
                <a:cubicBezTo>
                  <a:pt x="2173034" y="3965001"/>
                  <a:pt x="2172535" y="3964668"/>
                  <a:pt x="2172286" y="3964253"/>
                </a:cubicBezTo>
                <a:lnTo>
                  <a:pt x="2161735" y="3945976"/>
                </a:lnTo>
                <a:cubicBezTo>
                  <a:pt x="2161486" y="3945477"/>
                  <a:pt x="2161486" y="3944895"/>
                  <a:pt x="2161735" y="3944480"/>
                </a:cubicBezTo>
                <a:lnTo>
                  <a:pt x="2172286" y="3926202"/>
                </a:lnTo>
                <a:cubicBezTo>
                  <a:pt x="2172535" y="3925703"/>
                  <a:pt x="2173034" y="3925454"/>
                  <a:pt x="2173532" y="3925454"/>
                </a:cubicBezTo>
                <a:lnTo>
                  <a:pt x="2194551" y="3925454"/>
                </a:lnTo>
                <a:cubicBezTo>
                  <a:pt x="2195049" y="3925454"/>
                  <a:pt x="2195548" y="3925786"/>
                  <a:pt x="2195797" y="3926203"/>
                </a:cubicBezTo>
                <a:lnTo>
                  <a:pt x="2206348" y="3944479"/>
                </a:lnTo>
                <a:cubicBezTo>
                  <a:pt x="2206598" y="3944978"/>
                  <a:pt x="2206598" y="3945560"/>
                  <a:pt x="2206348" y="3945975"/>
                </a:cubicBezTo>
                <a:lnTo>
                  <a:pt x="2195797" y="3964253"/>
                </a:lnTo>
                <a:cubicBezTo>
                  <a:pt x="2195548" y="3964751"/>
                  <a:pt x="2195049" y="3965001"/>
                  <a:pt x="2194551" y="3965001"/>
                </a:cubicBezTo>
                <a:close/>
                <a:moveTo>
                  <a:pt x="1752134" y="3852328"/>
                </a:moveTo>
                <a:cubicBezTo>
                  <a:pt x="1751553" y="3852329"/>
                  <a:pt x="1751054" y="3852079"/>
                  <a:pt x="1750805" y="3851581"/>
                </a:cubicBezTo>
                <a:lnTo>
                  <a:pt x="1740171" y="3833137"/>
                </a:lnTo>
                <a:cubicBezTo>
                  <a:pt x="1739922" y="3832721"/>
                  <a:pt x="1739922" y="3832140"/>
                  <a:pt x="1740171" y="3831641"/>
                </a:cubicBezTo>
                <a:lnTo>
                  <a:pt x="1750806" y="3813197"/>
                </a:lnTo>
                <a:cubicBezTo>
                  <a:pt x="1751138" y="3812698"/>
                  <a:pt x="1751636" y="3812449"/>
                  <a:pt x="1752135" y="3812449"/>
                </a:cubicBezTo>
                <a:lnTo>
                  <a:pt x="1773403" y="3812449"/>
                </a:lnTo>
                <a:cubicBezTo>
                  <a:pt x="1773985" y="3812449"/>
                  <a:pt x="1774482" y="3812698"/>
                  <a:pt x="1774733" y="3813197"/>
                </a:cubicBezTo>
                <a:lnTo>
                  <a:pt x="1785366" y="3831640"/>
                </a:lnTo>
                <a:cubicBezTo>
                  <a:pt x="1785615" y="3832056"/>
                  <a:pt x="1785615" y="3832638"/>
                  <a:pt x="1785366" y="3833136"/>
                </a:cubicBezTo>
                <a:lnTo>
                  <a:pt x="1774732" y="3851580"/>
                </a:lnTo>
                <a:cubicBezTo>
                  <a:pt x="1774400" y="3852079"/>
                  <a:pt x="1773901" y="3852328"/>
                  <a:pt x="1773403" y="3852328"/>
                </a:cubicBezTo>
                <a:close/>
                <a:moveTo>
                  <a:pt x="2414060" y="4029711"/>
                </a:moveTo>
                <a:cubicBezTo>
                  <a:pt x="2413478" y="4029711"/>
                  <a:pt x="2412979" y="4029462"/>
                  <a:pt x="2412730" y="4028963"/>
                </a:cubicBezTo>
                <a:lnTo>
                  <a:pt x="2401846" y="4010108"/>
                </a:lnTo>
                <a:cubicBezTo>
                  <a:pt x="2401597" y="4009610"/>
                  <a:pt x="2401598" y="4009027"/>
                  <a:pt x="2401847" y="4008528"/>
                </a:cubicBezTo>
                <a:lnTo>
                  <a:pt x="2412730" y="3989669"/>
                </a:lnTo>
                <a:cubicBezTo>
                  <a:pt x="2412979" y="3989255"/>
                  <a:pt x="2413478" y="3988921"/>
                  <a:pt x="2414060" y="3988918"/>
                </a:cubicBezTo>
                <a:lnTo>
                  <a:pt x="2435826" y="3988919"/>
                </a:lnTo>
                <a:cubicBezTo>
                  <a:pt x="2436407" y="3988924"/>
                  <a:pt x="2436906" y="3989171"/>
                  <a:pt x="2437156" y="3989667"/>
                </a:cubicBezTo>
                <a:lnTo>
                  <a:pt x="2448040" y="4008524"/>
                </a:lnTo>
                <a:cubicBezTo>
                  <a:pt x="2448289" y="4009024"/>
                  <a:pt x="2448288" y="4009609"/>
                  <a:pt x="2448039" y="4010105"/>
                </a:cubicBezTo>
                <a:lnTo>
                  <a:pt x="2437156" y="4028964"/>
                </a:lnTo>
                <a:cubicBezTo>
                  <a:pt x="2436906" y="4029381"/>
                  <a:pt x="2436408" y="4029712"/>
                  <a:pt x="2435826" y="4029713"/>
                </a:cubicBezTo>
                <a:close/>
                <a:moveTo>
                  <a:pt x="2474076" y="4046325"/>
                </a:moveTo>
                <a:cubicBezTo>
                  <a:pt x="2473578" y="4046325"/>
                  <a:pt x="2472996" y="4046076"/>
                  <a:pt x="2472747" y="4045576"/>
                </a:cubicBezTo>
                <a:lnTo>
                  <a:pt x="2461781" y="4026552"/>
                </a:lnTo>
                <a:cubicBezTo>
                  <a:pt x="2461532" y="4026055"/>
                  <a:pt x="2461532" y="4025472"/>
                  <a:pt x="2461781" y="4024973"/>
                </a:cubicBezTo>
                <a:lnTo>
                  <a:pt x="2472747" y="4005948"/>
                </a:lnTo>
                <a:cubicBezTo>
                  <a:pt x="2472997" y="4005531"/>
                  <a:pt x="2473495" y="4005201"/>
                  <a:pt x="2474077" y="4005198"/>
                </a:cubicBezTo>
                <a:lnTo>
                  <a:pt x="2496010" y="4005198"/>
                </a:lnTo>
                <a:cubicBezTo>
                  <a:pt x="2496509" y="4005197"/>
                  <a:pt x="2497091" y="4005447"/>
                  <a:pt x="2497340" y="4005946"/>
                </a:cubicBezTo>
                <a:lnTo>
                  <a:pt x="2508305" y="4024973"/>
                </a:lnTo>
                <a:cubicBezTo>
                  <a:pt x="2508555" y="4025469"/>
                  <a:pt x="2508554" y="4026052"/>
                  <a:pt x="2508306" y="4026549"/>
                </a:cubicBezTo>
                <a:lnTo>
                  <a:pt x="2497339" y="4045577"/>
                </a:lnTo>
                <a:cubicBezTo>
                  <a:pt x="2497090" y="4045992"/>
                  <a:pt x="2496591" y="4046324"/>
                  <a:pt x="2496009" y="4046324"/>
                </a:cubicBezTo>
                <a:close/>
                <a:moveTo>
                  <a:pt x="2825956" y="4186452"/>
                </a:moveTo>
                <a:cubicBezTo>
                  <a:pt x="2825623" y="4186453"/>
                  <a:pt x="2825208" y="4186038"/>
                  <a:pt x="2825208" y="4186038"/>
                </a:cubicBezTo>
                <a:lnTo>
                  <a:pt x="2819060" y="4175403"/>
                </a:lnTo>
                <a:cubicBezTo>
                  <a:pt x="2818894" y="4175154"/>
                  <a:pt x="2819060" y="4174573"/>
                  <a:pt x="2819060" y="4174573"/>
                </a:cubicBezTo>
                <a:lnTo>
                  <a:pt x="2825208" y="4163937"/>
                </a:lnTo>
                <a:cubicBezTo>
                  <a:pt x="2825374" y="4163688"/>
                  <a:pt x="2825956" y="4163522"/>
                  <a:pt x="2825956" y="4163522"/>
                </a:cubicBezTo>
                <a:lnTo>
                  <a:pt x="2838251" y="4163523"/>
                </a:lnTo>
                <a:cubicBezTo>
                  <a:pt x="2838583" y="4163523"/>
                  <a:pt x="2838999" y="4163937"/>
                  <a:pt x="2838999" y="4163937"/>
                </a:cubicBezTo>
                <a:lnTo>
                  <a:pt x="2845147" y="4174573"/>
                </a:lnTo>
                <a:cubicBezTo>
                  <a:pt x="2845313" y="4174822"/>
                  <a:pt x="2845147" y="4175402"/>
                  <a:pt x="2845147" y="4175402"/>
                </a:cubicBezTo>
                <a:lnTo>
                  <a:pt x="2838999" y="4186037"/>
                </a:lnTo>
                <a:cubicBezTo>
                  <a:pt x="2838833" y="4186286"/>
                  <a:pt x="2838251" y="4186453"/>
                  <a:pt x="2838251" y="4186453"/>
                </a:cubicBezTo>
                <a:close/>
                <a:moveTo>
                  <a:pt x="2885760" y="4203093"/>
                </a:moveTo>
                <a:cubicBezTo>
                  <a:pt x="2885428" y="4203093"/>
                  <a:pt x="2884929" y="4202594"/>
                  <a:pt x="2884929" y="4202594"/>
                </a:cubicBezTo>
                <a:lnTo>
                  <a:pt x="2878283" y="4191128"/>
                </a:lnTo>
                <a:cubicBezTo>
                  <a:pt x="2878117" y="4190878"/>
                  <a:pt x="2878283" y="4190215"/>
                  <a:pt x="2878283" y="4190215"/>
                </a:cubicBezTo>
                <a:lnTo>
                  <a:pt x="2884930" y="4178747"/>
                </a:lnTo>
                <a:cubicBezTo>
                  <a:pt x="2885095" y="4178415"/>
                  <a:pt x="2885760" y="4178250"/>
                  <a:pt x="2885760" y="4178250"/>
                </a:cubicBezTo>
                <a:lnTo>
                  <a:pt x="2898970" y="4178247"/>
                </a:lnTo>
                <a:cubicBezTo>
                  <a:pt x="2899303" y="4178247"/>
                  <a:pt x="2899801" y="4178748"/>
                  <a:pt x="2899801" y="4178748"/>
                </a:cubicBezTo>
                <a:lnTo>
                  <a:pt x="2906447" y="4190214"/>
                </a:lnTo>
                <a:cubicBezTo>
                  <a:pt x="2906613" y="4190463"/>
                  <a:pt x="2906447" y="4191127"/>
                  <a:pt x="2906447" y="4191127"/>
                </a:cubicBezTo>
                <a:lnTo>
                  <a:pt x="2899800" y="4202593"/>
                </a:lnTo>
                <a:cubicBezTo>
                  <a:pt x="2899634" y="4202927"/>
                  <a:pt x="2898968" y="4203094"/>
                  <a:pt x="2898968" y="4203094"/>
                </a:cubicBezTo>
                <a:close/>
                <a:moveTo>
                  <a:pt x="898053" y="3673797"/>
                </a:moveTo>
                <a:cubicBezTo>
                  <a:pt x="897638" y="3673796"/>
                  <a:pt x="897057" y="3673213"/>
                  <a:pt x="897057" y="3673213"/>
                </a:cubicBezTo>
                <a:lnTo>
                  <a:pt x="888916" y="3659003"/>
                </a:lnTo>
                <a:cubicBezTo>
                  <a:pt x="888667" y="3658672"/>
                  <a:pt x="888916" y="3657841"/>
                  <a:pt x="888916" y="3657841"/>
                </a:cubicBezTo>
                <a:lnTo>
                  <a:pt x="897142" y="3643631"/>
                </a:lnTo>
                <a:cubicBezTo>
                  <a:pt x="897307" y="3643299"/>
                  <a:pt x="898139" y="3643049"/>
                  <a:pt x="898139" y="3643049"/>
                </a:cubicBezTo>
                <a:lnTo>
                  <a:pt x="914505" y="3643048"/>
                </a:lnTo>
                <a:cubicBezTo>
                  <a:pt x="914920" y="3643049"/>
                  <a:pt x="915502" y="3643630"/>
                  <a:pt x="915502" y="3643630"/>
                </a:cubicBezTo>
                <a:lnTo>
                  <a:pt x="923644" y="3657838"/>
                </a:lnTo>
                <a:cubicBezTo>
                  <a:pt x="923893" y="3658170"/>
                  <a:pt x="923643" y="3659003"/>
                  <a:pt x="923643" y="3659003"/>
                </a:cubicBezTo>
                <a:lnTo>
                  <a:pt x="915418" y="3673211"/>
                </a:lnTo>
                <a:cubicBezTo>
                  <a:pt x="915251" y="3673543"/>
                  <a:pt x="914421" y="3673793"/>
                  <a:pt x="914421" y="3673793"/>
                </a:cubicBezTo>
                <a:close/>
                <a:moveTo>
                  <a:pt x="957996" y="3690313"/>
                </a:moveTo>
                <a:cubicBezTo>
                  <a:pt x="957581" y="3690313"/>
                  <a:pt x="956998" y="3689732"/>
                  <a:pt x="956998" y="3689732"/>
                </a:cubicBezTo>
                <a:lnTo>
                  <a:pt x="948526" y="3675108"/>
                </a:lnTo>
                <a:cubicBezTo>
                  <a:pt x="948276" y="3674775"/>
                  <a:pt x="948525" y="3673944"/>
                  <a:pt x="948525" y="3673944"/>
                </a:cubicBezTo>
                <a:lnTo>
                  <a:pt x="957001" y="3659317"/>
                </a:lnTo>
                <a:cubicBezTo>
                  <a:pt x="957167" y="3658984"/>
                  <a:pt x="957583" y="3658736"/>
                  <a:pt x="957998" y="3658737"/>
                </a:cubicBezTo>
                <a:lnTo>
                  <a:pt x="974863" y="3658736"/>
                </a:lnTo>
                <a:cubicBezTo>
                  <a:pt x="975278" y="3658736"/>
                  <a:pt x="975860" y="3659316"/>
                  <a:pt x="975860" y="3659316"/>
                </a:cubicBezTo>
                <a:lnTo>
                  <a:pt x="984333" y="3673942"/>
                </a:lnTo>
                <a:cubicBezTo>
                  <a:pt x="984582" y="3674274"/>
                  <a:pt x="984333" y="3675106"/>
                  <a:pt x="984333" y="3675106"/>
                </a:cubicBezTo>
                <a:lnTo>
                  <a:pt x="975858" y="3689730"/>
                </a:lnTo>
                <a:cubicBezTo>
                  <a:pt x="975692" y="3690063"/>
                  <a:pt x="975276" y="3690312"/>
                  <a:pt x="974861" y="3690310"/>
                </a:cubicBezTo>
                <a:close/>
                <a:moveTo>
                  <a:pt x="1258526" y="3771827"/>
                </a:moveTo>
                <a:cubicBezTo>
                  <a:pt x="1258111" y="3771827"/>
                  <a:pt x="1257446" y="3771245"/>
                  <a:pt x="1257446" y="3771245"/>
                </a:cubicBezTo>
                <a:lnTo>
                  <a:pt x="1248640" y="3756041"/>
                </a:lnTo>
                <a:cubicBezTo>
                  <a:pt x="1248390" y="3755625"/>
                  <a:pt x="1248640" y="3754794"/>
                  <a:pt x="1248640" y="3754794"/>
                </a:cubicBezTo>
                <a:lnTo>
                  <a:pt x="1257447" y="3739588"/>
                </a:lnTo>
                <a:cubicBezTo>
                  <a:pt x="1257697" y="3739256"/>
                  <a:pt x="1258112" y="3739006"/>
                  <a:pt x="1258527" y="3739006"/>
                </a:cubicBezTo>
                <a:lnTo>
                  <a:pt x="1276140" y="3739006"/>
                </a:lnTo>
                <a:cubicBezTo>
                  <a:pt x="1276555" y="3739007"/>
                  <a:pt x="1277220" y="3739588"/>
                  <a:pt x="1277220" y="3739588"/>
                </a:cubicBezTo>
                <a:lnTo>
                  <a:pt x="1286027" y="3754794"/>
                </a:lnTo>
                <a:cubicBezTo>
                  <a:pt x="1286275" y="3755208"/>
                  <a:pt x="1286027" y="3756039"/>
                  <a:pt x="1286027" y="3756039"/>
                </a:cubicBezTo>
                <a:lnTo>
                  <a:pt x="1277219" y="3771246"/>
                </a:lnTo>
                <a:cubicBezTo>
                  <a:pt x="1276970" y="3771577"/>
                  <a:pt x="1276554" y="3771826"/>
                  <a:pt x="1276139" y="3771826"/>
                </a:cubicBezTo>
                <a:close/>
                <a:moveTo>
                  <a:pt x="1078019" y="3723489"/>
                </a:moveTo>
                <a:cubicBezTo>
                  <a:pt x="1077604" y="3723490"/>
                  <a:pt x="1076939" y="3722909"/>
                  <a:pt x="1076939" y="3722909"/>
                </a:cubicBezTo>
                <a:lnTo>
                  <a:pt x="1068216" y="3707787"/>
                </a:lnTo>
                <a:cubicBezTo>
                  <a:pt x="1067966" y="3707372"/>
                  <a:pt x="1068216" y="3706541"/>
                  <a:pt x="1068216" y="3706541"/>
                </a:cubicBezTo>
                <a:lnTo>
                  <a:pt x="1076940" y="3691419"/>
                </a:lnTo>
                <a:cubicBezTo>
                  <a:pt x="1077189" y="3691086"/>
                  <a:pt x="1077604" y="3690838"/>
                  <a:pt x="1078019" y="3690838"/>
                </a:cubicBezTo>
                <a:lnTo>
                  <a:pt x="1095549" y="3690837"/>
                </a:lnTo>
                <a:cubicBezTo>
                  <a:pt x="1095964" y="3690837"/>
                  <a:pt x="1096630" y="3691419"/>
                  <a:pt x="1096630" y="3691419"/>
                </a:cubicBezTo>
                <a:lnTo>
                  <a:pt x="1105352" y="3706540"/>
                </a:lnTo>
                <a:cubicBezTo>
                  <a:pt x="1105602" y="3706955"/>
                  <a:pt x="1105352" y="3707786"/>
                  <a:pt x="1105352" y="3707786"/>
                </a:cubicBezTo>
                <a:lnTo>
                  <a:pt x="1096629" y="3722908"/>
                </a:lnTo>
                <a:cubicBezTo>
                  <a:pt x="1096380" y="3723241"/>
                  <a:pt x="1095964" y="3723489"/>
                  <a:pt x="1095549" y="3723490"/>
                </a:cubicBezTo>
                <a:close/>
                <a:moveTo>
                  <a:pt x="1619408" y="3869019"/>
                </a:moveTo>
                <a:cubicBezTo>
                  <a:pt x="1618992" y="3869018"/>
                  <a:pt x="1618328" y="3868354"/>
                  <a:pt x="1618328" y="3868354"/>
                </a:cubicBezTo>
                <a:lnTo>
                  <a:pt x="1609190" y="3852482"/>
                </a:lnTo>
                <a:cubicBezTo>
                  <a:pt x="1608941" y="3852067"/>
                  <a:pt x="1609190" y="3851153"/>
                  <a:pt x="1609190" y="3851153"/>
                </a:cubicBezTo>
                <a:lnTo>
                  <a:pt x="1618330" y="3835281"/>
                </a:lnTo>
                <a:cubicBezTo>
                  <a:pt x="1618496" y="3834864"/>
                  <a:pt x="1618994" y="3834617"/>
                  <a:pt x="1619411" y="3834614"/>
                </a:cubicBezTo>
                <a:lnTo>
                  <a:pt x="1637687" y="3834616"/>
                </a:lnTo>
                <a:cubicBezTo>
                  <a:pt x="1638104" y="3834615"/>
                  <a:pt x="1638768" y="3835278"/>
                  <a:pt x="1638768" y="3835278"/>
                </a:cubicBezTo>
                <a:lnTo>
                  <a:pt x="1647905" y="3851153"/>
                </a:lnTo>
                <a:cubicBezTo>
                  <a:pt x="1648155" y="3851566"/>
                  <a:pt x="1647906" y="3852480"/>
                  <a:pt x="1647906" y="3852480"/>
                </a:cubicBezTo>
                <a:lnTo>
                  <a:pt x="1638766" y="3868352"/>
                </a:lnTo>
                <a:cubicBezTo>
                  <a:pt x="1638600" y="3868767"/>
                  <a:pt x="1638102" y="3869017"/>
                  <a:pt x="1637685" y="3869019"/>
                </a:cubicBezTo>
                <a:close/>
                <a:moveTo>
                  <a:pt x="1017587" y="3707834"/>
                </a:moveTo>
                <a:cubicBezTo>
                  <a:pt x="1017172" y="3707833"/>
                  <a:pt x="1016507" y="3707168"/>
                  <a:pt x="1016507" y="3707168"/>
                </a:cubicBezTo>
                <a:lnTo>
                  <a:pt x="1007535" y="3691633"/>
                </a:lnTo>
                <a:cubicBezTo>
                  <a:pt x="1007287" y="3691300"/>
                  <a:pt x="1007536" y="3690386"/>
                  <a:pt x="1007536" y="3690386"/>
                </a:cubicBezTo>
                <a:lnTo>
                  <a:pt x="1016508" y="3674851"/>
                </a:lnTo>
                <a:cubicBezTo>
                  <a:pt x="1016758" y="3674435"/>
                  <a:pt x="1017173" y="3674186"/>
                  <a:pt x="1017588" y="3674186"/>
                </a:cubicBezTo>
                <a:lnTo>
                  <a:pt x="1035451" y="3674186"/>
                </a:lnTo>
                <a:cubicBezTo>
                  <a:pt x="1035866" y="3674186"/>
                  <a:pt x="1036531" y="3674850"/>
                  <a:pt x="1036531" y="3674850"/>
                </a:cubicBezTo>
                <a:lnTo>
                  <a:pt x="1045503" y="3690386"/>
                </a:lnTo>
                <a:cubicBezTo>
                  <a:pt x="1045752" y="3690719"/>
                  <a:pt x="1045503" y="3691633"/>
                  <a:pt x="1045503" y="3691633"/>
                </a:cubicBezTo>
                <a:lnTo>
                  <a:pt x="1036531" y="3707168"/>
                </a:lnTo>
                <a:cubicBezTo>
                  <a:pt x="1036280" y="3707584"/>
                  <a:pt x="1035866" y="3707833"/>
                  <a:pt x="1035451" y="3707833"/>
                </a:cubicBezTo>
                <a:close/>
                <a:moveTo>
                  <a:pt x="1198054" y="3756318"/>
                </a:moveTo>
                <a:cubicBezTo>
                  <a:pt x="1197638" y="3756317"/>
                  <a:pt x="1196974" y="3755652"/>
                  <a:pt x="1196974" y="3755652"/>
                </a:cubicBezTo>
                <a:lnTo>
                  <a:pt x="1187836" y="3739782"/>
                </a:lnTo>
                <a:cubicBezTo>
                  <a:pt x="1187587" y="3739367"/>
                  <a:pt x="1187836" y="3738452"/>
                  <a:pt x="1187836" y="3738452"/>
                </a:cubicBezTo>
                <a:lnTo>
                  <a:pt x="1196976" y="3722583"/>
                </a:lnTo>
                <a:cubicBezTo>
                  <a:pt x="1197141" y="3722166"/>
                  <a:pt x="1197639" y="3721918"/>
                  <a:pt x="1198056" y="3721917"/>
                </a:cubicBezTo>
                <a:lnTo>
                  <a:pt x="1216333" y="3721917"/>
                </a:lnTo>
                <a:cubicBezTo>
                  <a:pt x="1216749" y="3721916"/>
                  <a:pt x="1217413" y="3722581"/>
                  <a:pt x="1217413" y="3722581"/>
                </a:cubicBezTo>
                <a:lnTo>
                  <a:pt x="1226551" y="3738451"/>
                </a:lnTo>
                <a:cubicBezTo>
                  <a:pt x="1226800" y="3738867"/>
                  <a:pt x="1226551" y="3739781"/>
                  <a:pt x="1226551" y="3739781"/>
                </a:cubicBezTo>
                <a:lnTo>
                  <a:pt x="1217412" y="3755651"/>
                </a:lnTo>
                <a:cubicBezTo>
                  <a:pt x="1217245" y="3756068"/>
                  <a:pt x="1216747" y="3756316"/>
                  <a:pt x="1216332" y="3756316"/>
                </a:cubicBezTo>
                <a:close/>
                <a:moveTo>
                  <a:pt x="1137814" y="3740311"/>
                </a:moveTo>
                <a:cubicBezTo>
                  <a:pt x="1137398" y="3740311"/>
                  <a:pt x="1136734" y="3739646"/>
                  <a:pt x="1136734" y="3739646"/>
                </a:cubicBezTo>
                <a:lnTo>
                  <a:pt x="1127678" y="3723861"/>
                </a:lnTo>
                <a:cubicBezTo>
                  <a:pt x="1127429" y="3723445"/>
                  <a:pt x="1127678" y="3722531"/>
                  <a:pt x="1127678" y="3722531"/>
                </a:cubicBezTo>
                <a:lnTo>
                  <a:pt x="1136817" y="3706746"/>
                </a:lnTo>
                <a:cubicBezTo>
                  <a:pt x="1136982" y="3706330"/>
                  <a:pt x="1137481" y="3706081"/>
                  <a:pt x="1137896" y="3706080"/>
                </a:cubicBezTo>
                <a:lnTo>
                  <a:pt x="1156091" y="3706080"/>
                </a:lnTo>
                <a:cubicBezTo>
                  <a:pt x="1156506" y="3706080"/>
                  <a:pt x="1157171" y="3706746"/>
                  <a:pt x="1157171" y="3706746"/>
                </a:cubicBezTo>
                <a:lnTo>
                  <a:pt x="1166227" y="3722531"/>
                </a:lnTo>
                <a:cubicBezTo>
                  <a:pt x="1166475" y="3722946"/>
                  <a:pt x="1166227" y="3723860"/>
                  <a:pt x="1166227" y="3723860"/>
                </a:cubicBezTo>
                <a:lnTo>
                  <a:pt x="1157087" y="3739646"/>
                </a:lnTo>
                <a:cubicBezTo>
                  <a:pt x="1156922" y="3740061"/>
                  <a:pt x="1156423" y="3740311"/>
                  <a:pt x="1156008" y="3740311"/>
                </a:cubicBezTo>
                <a:close/>
                <a:moveTo>
                  <a:pt x="836807" y="3659903"/>
                </a:moveTo>
                <a:cubicBezTo>
                  <a:pt x="836308" y="3659903"/>
                  <a:pt x="835644" y="3659238"/>
                  <a:pt x="835644" y="3659238"/>
                </a:cubicBezTo>
                <a:lnTo>
                  <a:pt x="826422" y="3643203"/>
                </a:lnTo>
                <a:cubicBezTo>
                  <a:pt x="826172" y="3642787"/>
                  <a:pt x="826422" y="3641873"/>
                  <a:pt x="826422" y="3641873"/>
                </a:cubicBezTo>
                <a:lnTo>
                  <a:pt x="835645" y="3625838"/>
                </a:lnTo>
                <a:cubicBezTo>
                  <a:pt x="835894" y="3625421"/>
                  <a:pt x="836309" y="3625172"/>
                  <a:pt x="836808" y="3625173"/>
                </a:cubicBezTo>
                <a:lnTo>
                  <a:pt x="855334" y="3625173"/>
                </a:lnTo>
                <a:cubicBezTo>
                  <a:pt x="855833" y="3625173"/>
                  <a:pt x="856497" y="3625838"/>
                  <a:pt x="856497" y="3625838"/>
                </a:cubicBezTo>
                <a:lnTo>
                  <a:pt x="865719" y="3641873"/>
                </a:lnTo>
                <a:cubicBezTo>
                  <a:pt x="865969" y="3642288"/>
                  <a:pt x="865719" y="3643201"/>
                  <a:pt x="865719" y="3643201"/>
                </a:cubicBezTo>
                <a:lnTo>
                  <a:pt x="856496" y="3659238"/>
                </a:lnTo>
                <a:cubicBezTo>
                  <a:pt x="856247" y="3659654"/>
                  <a:pt x="855832" y="3659902"/>
                  <a:pt x="855333" y="3659902"/>
                </a:cubicBezTo>
                <a:close/>
                <a:moveTo>
                  <a:pt x="3003312" y="4240838"/>
                </a:moveTo>
                <a:cubicBezTo>
                  <a:pt x="3002813" y="4240838"/>
                  <a:pt x="3002148" y="4240174"/>
                  <a:pt x="3002148" y="4240174"/>
                </a:cubicBezTo>
                <a:lnTo>
                  <a:pt x="2992761" y="4223889"/>
                </a:lnTo>
                <a:cubicBezTo>
                  <a:pt x="2992512" y="4223474"/>
                  <a:pt x="2992761" y="4222560"/>
                  <a:pt x="2992761" y="4222560"/>
                </a:cubicBezTo>
                <a:lnTo>
                  <a:pt x="3002149" y="4206276"/>
                </a:lnTo>
                <a:cubicBezTo>
                  <a:pt x="3002398" y="4205861"/>
                  <a:pt x="3002813" y="4205611"/>
                  <a:pt x="3003312" y="4205611"/>
                </a:cubicBezTo>
                <a:lnTo>
                  <a:pt x="3022088" y="4205611"/>
                </a:lnTo>
                <a:cubicBezTo>
                  <a:pt x="3022586" y="4205611"/>
                  <a:pt x="3023251" y="4206276"/>
                  <a:pt x="3023251" y="4206276"/>
                </a:cubicBezTo>
                <a:lnTo>
                  <a:pt x="3032639" y="4222560"/>
                </a:lnTo>
                <a:cubicBezTo>
                  <a:pt x="3032888" y="4222976"/>
                  <a:pt x="3032639" y="4223889"/>
                  <a:pt x="3032639" y="4223889"/>
                </a:cubicBezTo>
                <a:lnTo>
                  <a:pt x="3023250" y="4240174"/>
                </a:lnTo>
                <a:cubicBezTo>
                  <a:pt x="3023001" y="4240589"/>
                  <a:pt x="3022586" y="4240837"/>
                  <a:pt x="3022087" y="4240838"/>
                </a:cubicBezTo>
                <a:close/>
                <a:moveTo>
                  <a:pt x="1318082" y="3789345"/>
                </a:moveTo>
                <a:cubicBezTo>
                  <a:pt x="1317583" y="3789345"/>
                  <a:pt x="1316919" y="3788680"/>
                  <a:pt x="1316919" y="3788680"/>
                </a:cubicBezTo>
                <a:lnTo>
                  <a:pt x="1307531" y="3772397"/>
                </a:lnTo>
                <a:cubicBezTo>
                  <a:pt x="1307282" y="3771981"/>
                  <a:pt x="1307531" y="3771068"/>
                  <a:pt x="1307531" y="3771068"/>
                </a:cubicBezTo>
                <a:lnTo>
                  <a:pt x="1316919" y="3754784"/>
                </a:lnTo>
                <a:cubicBezTo>
                  <a:pt x="1317168" y="3754369"/>
                  <a:pt x="1317583" y="3754120"/>
                  <a:pt x="1318082" y="3754119"/>
                </a:cubicBezTo>
                <a:lnTo>
                  <a:pt x="1336858" y="3754119"/>
                </a:lnTo>
                <a:cubicBezTo>
                  <a:pt x="1337356" y="3754119"/>
                  <a:pt x="1338021" y="3754784"/>
                  <a:pt x="1338021" y="3754784"/>
                </a:cubicBezTo>
                <a:lnTo>
                  <a:pt x="1347409" y="3771067"/>
                </a:lnTo>
                <a:cubicBezTo>
                  <a:pt x="1347658" y="3771484"/>
                  <a:pt x="1347409" y="3772396"/>
                  <a:pt x="1347409" y="3772396"/>
                </a:cubicBezTo>
                <a:lnTo>
                  <a:pt x="1338021" y="3788681"/>
                </a:lnTo>
                <a:cubicBezTo>
                  <a:pt x="1337772" y="3789096"/>
                  <a:pt x="1337356" y="3789344"/>
                  <a:pt x="1336858" y="3789345"/>
                </a:cubicBezTo>
                <a:close/>
                <a:moveTo>
                  <a:pt x="4146432" y="4547811"/>
                </a:moveTo>
                <a:cubicBezTo>
                  <a:pt x="4146017" y="4547811"/>
                  <a:pt x="4145519" y="4547563"/>
                  <a:pt x="4145270" y="4547146"/>
                </a:cubicBezTo>
                <a:lnTo>
                  <a:pt x="4135384" y="4530030"/>
                </a:lnTo>
                <a:cubicBezTo>
                  <a:pt x="4135135" y="4529614"/>
                  <a:pt x="4135135" y="4529033"/>
                  <a:pt x="4135383" y="4528618"/>
                </a:cubicBezTo>
                <a:lnTo>
                  <a:pt x="4145271" y="4511498"/>
                </a:lnTo>
                <a:cubicBezTo>
                  <a:pt x="4145521" y="4511082"/>
                  <a:pt x="4145936" y="4510833"/>
                  <a:pt x="4146434" y="4510834"/>
                </a:cubicBezTo>
                <a:lnTo>
                  <a:pt x="4166124" y="4510837"/>
                </a:lnTo>
                <a:cubicBezTo>
                  <a:pt x="4166540" y="4510834"/>
                  <a:pt x="4167038" y="4511083"/>
                  <a:pt x="4167287" y="4511501"/>
                </a:cubicBezTo>
                <a:lnTo>
                  <a:pt x="4177173" y="4528617"/>
                </a:lnTo>
                <a:cubicBezTo>
                  <a:pt x="4177422" y="4529032"/>
                  <a:pt x="4177422" y="4529613"/>
                  <a:pt x="4177173" y="4530028"/>
                </a:cubicBezTo>
                <a:lnTo>
                  <a:pt x="4167286" y="4547146"/>
                </a:lnTo>
                <a:cubicBezTo>
                  <a:pt x="4167036" y="4547563"/>
                  <a:pt x="4166622" y="4547810"/>
                  <a:pt x="4166123" y="4547810"/>
                </a:cubicBezTo>
                <a:close/>
                <a:moveTo>
                  <a:pt x="3544538" y="4386756"/>
                </a:moveTo>
                <a:cubicBezTo>
                  <a:pt x="3544040" y="4386756"/>
                  <a:pt x="3543542" y="4386507"/>
                  <a:pt x="3543292" y="4386091"/>
                </a:cubicBezTo>
                <a:lnTo>
                  <a:pt x="3533406" y="4368892"/>
                </a:lnTo>
                <a:cubicBezTo>
                  <a:pt x="3533158" y="4368476"/>
                  <a:pt x="3533157" y="4367895"/>
                  <a:pt x="3533407" y="4367478"/>
                </a:cubicBezTo>
                <a:lnTo>
                  <a:pt x="3543293" y="4350279"/>
                </a:lnTo>
                <a:cubicBezTo>
                  <a:pt x="3543543" y="4349863"/>
                  <a:pt x="3544041" y="4349613"/>
                  <a:pt x="3544539" y="4349614"/>
                </a:cubicBezTo>
                <a:lnTo>
                  <a:pt x="3564397" y="4349613"/>
                </a:lnTo>
                <a:cubicBezTo>
                  <a:pt x="3564895" y="4349612"/>
                  <a:pt x="3565392" y="4349863"/>
                  <a:pt x="3565643" y="4350278"/>
                </a:cubicBezTo>
                <a:lnTo>
                  <a:pt x="3575528" y="4367478"/>
                </a:lnTo>
                <a:cubicBezTo>
                  <a:pt x="3575777" y="4367893"/>
                  <a:pt x="3575776" y="4368475"/>
                  <a:pt x="3575528" y="4368890"/>
                </a:cubicBezTo>
                <a:lnTo>
                  <a:pt x="3565641" y="4386090"/>
                </a:lnTo>
                <a:cubicBezTo>
                  <a:pt x="3565391" y="4386505"/>
                  <a:pt x="3564893" y="4386756"/>
                  <a:pt x="3564395" y="4386755"/>
                </a:cubicBezTo>
                <a:close/>
                <a:moveTo>
                  <a:pt x="3604614" y="4402921"/>
                </a:moveTo>
                <a:cubicBezTo>
                  <a:pt x="3604115" y="4402922"/>
                  <a:pt x="3603617" y="4402590"/>
                  <a:pt x="3603368" y="4402173"/>
                </a:cubicBezTo>
                <a:lnTo>
                  <a:pt x="3593398" y="4384808"/>
                </a:lnTo>
                <a:cubicBezTo>
                  <a:pt x="3593149" y="4384393"/>
                  <a:pt x="3593149" y="4383812"/>
                  <a:pt x="3593398" y="4383396"/>
                </a:cubicBezTo>
                <a:lnTo>
                  <a:pt x="3603452" y="4366026"/>
                </a:lnTo>
                <a:cubicBezTo>
                  <a:pt x="3603702" y="4365528"/>
                  <a:pt x="3604200" y="4365279"/>
                  <a:pt x="3604699" y="4365279"/>
                </a:cubicBezTo>
                <a:lnTo>
                  <a:pt x="3624721" y="4365279"/>
                </a:lnTo>
                <a:cubicBezTo>
                  <a:pt x="3625219" y="4365279"/>
                  <a:pt x="3625717" y="4365613"/>
                  <a:pt x="3625967" y="4366028"/>
                </a:cubicBezTo>
                <a:lnTo>
                  <a:pt x="3635935" y="4383394"/>
                </a:lnTo>
                <a:cubicBezTo>
                  <a:pt x="3636184" y="4383810"/>
                  <a:pt x="3636184" y="4384391"/>
                  <a:pt x="3635935" y="4384806"/>
                </a:cubicBezTo>
                <a:lnTo>
                  <a:pt x="3625881" y="4402174"/>
                </a:lnTo>
                <a:cubicBezTo>
                  <a:pt x="3625633" y="4402672"/>
                  <a:pt x="3625134" y="4402921"/>
                  <a:pt x="3624635" y="4402922"/>
                </a:cubicBezTo>
                <a:close/>
                <a:moveTo>
                  <a:pt x="3424042" y="4354672"/>
                </a:moveTo>
                <a:cubicBezTo>
                  <a:pt x="3423543" y="4354671"/>
                  <a:pt x="3423045" y="4354340"/>
                  <a:pt x="3422796" y="4353923"/>
                </a:cubicBezTo>
                <a:lnTo>
                  <a:pt x="3412744" y="4336476"/>
                </a:lnTo>
                <a:cubicBezTo>
                  <a:pt x="3412495" y="4336060"/>
                  <a:pt x="3412495" y="4335477"/>
                  <a:pt x="3412744" y="4335063"/>
                </a:cubicBezTo>
                <a:lnTo>
                  <a:pt x="3422798" y="4317612"/>
                </a:lnTo>
                <a:cubicBezTo>
                  <a:pt x="3423047" y="4317112"/>
                  <a:pt x="3423545" y="4316863"/>
                  <a:pt x="3424044" y="4316863"/>
                </a:cubicBezTo>
                <a:lnTo>
                  <a:pt x="3444149" y="4316863"/>
                </a:lnTo>
                <a:cubicBezTo>
                  <a:pt x="3444647" y="4316864"/>
                  <a:pt x="3445146" y="4317195"/>
                  <a:pt x="3445395" y="4317611"/>
                </a:cubicBezTo>
                <a:lnTo>
                  <a:pt x="3455447" y="4335060"/>
                </a:lnTo>
                <a:cubicBezTo>
                  <a:pt x="3455696" y="4335477"/>
                  <a:pt x="3455696" y="4336057"/>
                  <a:pt x="3455447" y="4336474"/>
                </a:cubicBezTo>
                <a:lnTo>
                  <a:pt x="3445393" y="4353922"/>
                </a:lnTo>
                <a:cubicBezTo>
                  <a:pt x="3445145" y="4354421"/>
                  <a:pt x="3444646" y="4354671"/>
                  <a:pt x="3444148" y="4354671"/>
                </a:cubicBezTo>
                <a:close/>
                <a:moveTo>
                  <a:pt x="3785137" y="4451436"/>
                </a:moveTo>
                <a:cubicBezTo>
                  <a:pt x="3784638" y="4451437"/>
                  <a:pt x="3784140" y="4451105"/>
                  <a:pt x="3783892" y="4450688"/>
                </a:cubicBezTo>
                <a:lnTo>
                  <a:pt x="3773922" y="4433324"/>
                </a:lnTo>
                <a:cubicBezTo>
                  <a:pt x="3773673" y="4432907"/>
                  <a:pt x="3773673" y="4432327"/>
                  <a:pt x="3773922" y="4431909"/>
                </a:cubicBezTo>
                <a:lnTo>
                  <a:pt x="3783975" y="4414544"/>
                </a:lnTo>
                <a:cubicBezTo>
                  <a:pt x="3784225" y="4414045"/>
                  <a:pt x="3784723" y="4413797"/>
                  <a:pt x="3785222" y="4413796"/>
                </a:cubicBezTo>
                <a:lnTo>
                  <a:pt x="3805244" y="4413795"/>
                </a:lnTo>
                <a:cubicBezTo>
                  <a:pt x="3805742" y="4413796"/>
                  <a:pt x="3806241" y="4414128"/>
                  <a:pt x="3806490" y="4414543"/>
                </a:cubicBezTo>
                <a:lnTo>
                  <a:pt x="3816458" y="4431909"/>
                </a:lnTo>
                <a:cubicBezTo>
                  <a:pt x="3816708" y="4432325"/>
                  <a:pt x="3816708" y="4432907"/>
                  <a:pt x="3816458" y="4433323"/>
                </a:cubicBezTo>
                <a:lnTo>
                  <a:pt x="3806405" y="4450688"/>
                </a:lnTo>
                <a:cubicBezTo>
                  <a:pt x="3806157" y="4451187"/>
                  <a:pt x="3805658" y="4451436"/>
                  <a:pt x="3805159" y="4451435"/>
                </a:cubicBezTo>
                <a:close/>
                <a:moveTo>
                  <a:pt x="3664768" y="4419253"/>
                </a:moveTo>
                <a:cubicBezTo>
                  <a:pt x="3664269" y="4419253"/>
                  <a:pt x="3663771" y="4418920"/>
                  <a:pt x="3663522" y="4418505"/>
                </a:cubicBezTo>
                <a:lnTo>
                  <a:pt x="3653469" y="4401057"/>
                </a:lnTo>
                <a:cubicBezTo>
                  <a:pt x="3653220" y="4400640"/>
                  <a:pt x="3653221" y="4400059"/>
                  <a:pt x="3653470" y="4399643"/>
                </a:cubicBezTo>
                <a:lnTo>
                  <a:pt x="3663523" y="4382195"/>
                </a:lnTo>
                <a:cubicBezTo>
                  <a:pt x="3663773" y="4381694"/>
                  <a:pt x="3664270" y="4381447"/>
                  <a:pt x="3664769" y="4381446"/>
                </a:cubicBezTo>
                <a:lnTo>
                  <a:pt x="3684874" y="4381445"/>
                </a:lnTo>
                <a:cubicBezTo>
                  <a:pt x="3685373" y="4381445"/>
                  <a:pt x="3685871" y="4381779"/>
                  <a:pt x="3686121" y="4382194"/>
                </a:cubicBezTo>
                <a:lnTo>
                  <a:pt x="3696173" y="4399643"/>
                </a:lnTo>
                <a:cubicBezTo>
                  <a:pt x="3696422" y="4400058"/>
                  <a:pt x="3696421" y="4400640"/>
                  <a:pt x="3696173" y="4401056"/>
                </a:cubicBezTo>
                <a:lnTo>
                  <a:pt x="3686119" y="4418504"/>
                </a:lnTo>
                <a:cubicBezTo>
                  <a:pt x="3685870" y="4419003"/>
                  <a:pt x="3685371" y="4419252"/>
                  <a:pt x="3684873" y="4419253"/>
                </a:cubicBezTo>
                <a:close/>
                <a:moveTo>
                  <a:pt x="3724828" y="4435395"/>
                </a:moveTo>
                <a:cubicBezTo>
                  <a:pt x="3724329" y="4435395"/>
                  <a:pt x="3723831" y="4435063"/>
                  <a:pt x="3723582" y="4434647"/>
                </a:cubicBezTo>
                <a:lnTo>
                  <a:pt x="3713447" y="4417032"/>
                </a:lnTo>
                <a:cubicBezTo>
                  <a:pt x="3713198" y="4416616"/>
                  <a:pt x="3713198" y="4416036"/>
                  <a:pt x="3713447" y="4415619"/>
                </a:cubicBezTo>
                <a:lnTo>
                  <a:pt x="3723667" y="4398003"/>
                </a:lnTo>
                <a:cubicBezTo>
                  <a:pt x="3723916" y="4397503"/>
                  <a:pt x="3724414" y="4397254"/>
                  <a:pt x="3724913" y="4397254"/>
                </a:cubicBezTo>
                <a:lnTo>
                  <a:pt x="3745267" y="4397255"/>
                </a:lnTo>
                <a:cubicBezTo>
                  <a:pt x="3745767" y="4397253"/>
                  <a:pt x="3746264" y="4397586"/>
                  <a:pt x="3746514" y="4398002"/>
                </a:cubicBezTo>
                <a:lnTo>
                  <a:pt x="3756648" y="4415617"/>
                </a:lnTo>
                <a:cubicBezTo>
                  <a:pt x="3756897" y="4416034"/>
                  <a:pt x="3756897" y="4416613"/>
                  <a:pt x="3756649" y="4417030"/>
                </a:cubicBezTo>
                <a:lnTo>
                  <a:pt x="3746428" y="4434647"/>
                </a:lnTo>
                <a:cubicBezTo>
                  <a:pt x="3746179" y="4435147"/>
                  <a:pt x="3745681" y="4435394"/>
                  <a:pt x="3745183" y="4435393"/>
                </a:cubicBezTo>
                <a:close/>
                <a:moveTo>
                  <a:pt x="4025810" y="4516066"/>
                </a:moveTo>
                <a:cubicBezTo>
                  <a:pt x="4025311" y="4516066"/>
                  <a:pt x="4024813" y="4515734"/>
                  <a:pt x="4024564" y="4515318"/>
                </a:cubicBezTo>
                <a:lnTo>
                  <a:pt x="4014429" y="4497788"/>
                </a:lnTo>
                <a:cubicBezTo>
                  <a:pt x="4014180" y="4497370"/>
                  <a:pt x="4014180" y="4496789"/>
                  <a:pt x="4014429" y="4496374"/>
                </a:cubicBezTo>
                <a:lnTo>
                  <a:pt x="4024566" y="4478841"/>
                </a:lnTo>
                <a:cubicBezTo>
                  <a:pt x="4024815" y="4478341"/>
                  <a:pt x="4025313" y="4478092"/>
                  <a:pt x="4025812" y="4478093"/>
                </a:cubicBezTo>
                <a:lnTo>
                  <a:pt x="4046083" y="4478092"/>
                </a:lnTo>
                <a:cubicBezTo>
                  <a:pt x="4046583" y="4478091"/>
                  <a:pt x="4047081" y="4478423"/>
                  <a:pt x="4047329" y="4478841"/>
                </a:cubicBezTo>
                <a:lnTo>
                  <a:pt x="4057465" y="4496372"/>
                </a:lnTo>
                <a:cubicBezTo>
                  <a:pt x="4057713" y="4496788"/>
                  <a:pt x="4057714" y="4497368"/>
                  <a:pt x="4057464" y="4497784"/>
                </a:cubicBezTo>
                <a:lnTo>
                  <a:pt x="4047328" y="4515317"/>
                </a:lnTo>
                <a:cubicBezTo>
                  <a:pt x="4047079" y="4515816"/>
                  <a:pt x="4046581" y="4516065"/>
                  <a:pt x="4046082" y="4516064"/>
                </a:cubicBezTo>
                <a:close/>
                <a:moveTo>
                  <a:pt x="3123032" y="4274335"/>
                </a:moveTo>
                <a:cubicBezTo>
                  <a:pt x="3122533" y="4274335"/>
                  <a:pt x="3122035" y="4274003"/>
                  <a:pt x="3121786" y="4273587"/>
                </a:cubicBezTo>
                <a:lnTo>
                  <a:pt x="3111733" y="4256140"/>
                </a:lnTo>
                <a:cubicBezTo>
                  <a:pt x="3111484" y="4255724"/>
                  <a:pt x="3111485" y="4255143"/>
                  <a:pt x="3111733" y="4254727"/>
                </a:cubicBezTo>
                <a:lnTo>
                  <a:pt x="3121787" y="4237281"/>
                </a:lnTo>
                <a:cubicBezTo>
                  <a:pt x="3122035" y="4236782"/>
                  <a:pt x="3122533" y="4236532"/>
                  <a:pt x="3123032" y="4236532"/>
                </a:cubicBezTo>
                <a:lnTo>
                  <a:pt x="3143137" y="4236532"/>
                </a:lnTo>
                <a:cubicBezTo>
                  <a:pt x="3143635" y="4236532"/>
                  <a:pt x="3144135" y="4236864"/>
                  <a:pt x="3144384" y="4237281"/>
                </a:cubicBezTo>
                <a:lnTo>
                  <a:pt x="3154436" y="4254727"/>
                </a:lnTo>
                <a:cubicBezTo>
                  <a:pt x="3154686" y="4255143"/>
                  <a:pt x="3154685" y="4255724"/>
                  <a:pt x="3154437" y="4256140"/>
                </a:cubicBezTo>
                <a:lnTo>
                  <a:pt x="3144383" y="4273587"/>
                </a:lnTo>
                <a:cubicBezTo>
                  <a:pt x="3144134" y="4274085"/>
                  <a:pt x="3143635" y="4274335"/>
                  <a:pt x="3143137" y="4274335"/>
                </a:cubicBezTo>
                <a:close/>
                <a:moveTo>
                  <a:pt x="3965633" y="4500135"/>
                </a:moveTo>
                <a:cubicBezTo>
                  <a:pt x="3965134" y="4500136"/>
                  <a:pt x="3964636" y="4499803"/>
                  <a:pt x="3964386" y="4499388"/>
                </a:cubicBezTo>
                <a:lnTo>
                  <a:pt x="3954334" y="4481941"/>
                </a:lnTo>
                <a:cubicBezTo>
                  <a:pt x="3954085" y="4481525"/>
                  <a:pt x="3954085" y="4480944"/>
                  <a:pt x="3954334" y="4480528"/>
                </a:cubicBezTo>
                <a:lnTo>
                  <a:pt x="3964387" y="4463081"/>
                </a:lnTo>
                <a:cubicBezTo>
                  <a:pt x="3964636" y="4462582"/>
                  <a:pt x="3965134" y="4462333"/>
                  <a:pt x="3965633" y="4462333"/>
                </a:cubicBezTo>
                <a:lnTo>
                  <a:pt x="3985738" y="4462333"/>
                </a:lnTo>
                <a:cubicBezTo>
                  <a:pt x="3986236" y="4462333"/>
                  <a:pt x="3986735" y="4462665"/>
                  <a:pt x="3986984" y="4463081"/>
                </a:cubicBezTo>
                <a:lnTo>
                  <a:pt x="3997037" y="4480528"/>
                </a:lnTo>
                <a:cubicBezTo>
                  <a:pt x="3997286" y="4480944"/>
                  <a:pt x="3997286" y="4481525"/>
                  <a:pt x="3997037" y="4481941"/>
                </a:cubicBezTo>
                <a:lnTo>
                  <a:pt x="3986983" y="4499387"/>
                </a:lnTo>
                <a:cubicBezTo>
                  <a:pt x="3986735" y="4499886"/>
                  <a:pt x="3986236" y="4500135"/>
                  <a:pt x="3985738" y="4500135"/>
                </a:cubicBezTo>
                <a:close/>
                <a:moveTo>
                  <a:pt x="2942303" y="4226121"/>
                </a:moveTo>
                <a:cubicBezTo>
                  <a:pt x="2941805" y="4226121"/>
                  <a:pt x="2941306" y="4225790"/>
                  <a:pt x="2941057" y="4225373"/>
                </a:cubicBezTo>
                <a:lnTo>
                  <a:pt x="2930756" y="4207508"/>
                </a:lnTo>
                <a:cubicBezTo>
                  <a:pt x="2930507" y="4207010"/>
                  <a:pt x="2930507" y="4206428"/>
                  <a:pt x="2930756" y="4206014"/>
                </a:cubicBezTo>
                <a:lnTo>
                  <a:pt x="2941059" y="4188148"/>
                </a:lnTo>
                <a:cubicBezTo>
                  <a:pt x="2941308" y="4187648"/>
                  <a:pt x="2941807" y="4187399"/>
                  <a:pt x="2942305" y="4187399"/>
                </a:cubicBezTo>
                <a:lnTo>
                  <a:pt x="2962992" y="4187398"/>
                </a:lnTo>
                <a:cubicBezTo>
                  <a:pt x="2963490" y="4187397"/>
                  <a:pt x="2963989" y="4187729"/>
                  <a:pt x="2964238" y="4188146"/>
                </a:cubicBezTo>
                <a:lnTo>
                  <a:pt x="2974539" y="4206011"/>
                </a:lnTo>
                <a:cubicBezTo>
                  <a:pt x="2974788" y="4206511"/>
                  <a:pt x="2974788" y="4207093"/>
                  <a:pt x="2974539" y="4207506"/>
                </a:cubicBezTo>
                <a:lnTo>
                  <a:pt x="2964236" y="4225372"/>
                </a:lnTo>
                <a:cubicBezTo>
                  <a:pt x="2963987" y="4225871"/>
                  <a:pt x="2963488" y="4226120"/>
                  <a:pt x="2962990" y="4226121"/>
                </a:cubicBezTo>
                <a:close/>
                <a:moveTo>
                  <a:pt x="3905135" y="4484237"/>
                </a:moveTo>
                <a:cubicBezTo>
                  <a:pt x="3904636" y="4484237"/>
                  <a:pt x="3904139" y="4483905"/>
                  <a:pt x="3903890" y="4483489"/>
                </a:cubicBezTo>
                <a:lnTo>
                  <a:pt x="3893505" y="4465457"/>
                </a:lnTo>
                <a:cubicBezTo>
                  <a:pt x="3893256" y="4464960"/>
                  <a:pt x="3893256" y="4464379"/>
                  <a:pt x="3893505" y="4463963"/>
                </a:cubicBezTo>
                <a:lnTo>
                  <a:pt x="3903975" y="4445928"/>
                </a:lnTo>
                <a:cubicBezTo>
                  <a:pt x="3904224" y="4445428"/>
                  <a:pt x="3904723" y="4445180"/>
                  <a:pt x="3905221" y="4445181"/>
                </a:cubicBezTo>
                <a:lnTo>
                  <a:pt x="3926074" y="4445181"/>
                </a:lnTo>
                <a:cubicBezTo>
                  <a:pt x="3926573" y="4445180"/>
                  <a:pt x="3927070" y="4445514"/>
                  <a:pt x="3927320" y="4445930"/>
                </a:cubicBezTo>
                <a:lnTo>
                  <a:pt x="3937704" y="4463961"/>
                </a:lnTo>
                <a:cubicBezTo>
                  <a:pt x="3937953" y="4464460"/>
                  <a:pt x="3937952" y="4465042"/>
                  <a:pt x="3937703" y="4465458"/>
                </a:cubicBezTo>
                <a:lnTo>
                  <a:pt x="3927234" y="4483491"/>
                </a:lnTo>
                <a:cubicBezTo>
                  <a:pt x="3926986" y="4483986"/>
                  <a:pt x="3926487" y="4484236"/>
                  <a:pt x="3925989" y="4484236"/>
                </a:cubicBezTo>
                <a:close/>
                <a:moveTo>
                  <a:pt x="3363502" y="4339167"/>
                </a:moveTo>
                <a:cubicBezTo>
                  <a:pt x="3363003" y="4339167"/>
                  <a:pt x="3362505" y="4338836"/>
                  <a:pt x="3362257" y="4338419"/>
                </a:cubicBezTo>
                <a:lnTo>
                  <a:pt x="3351872" y="4320472"/>
                </a:lnTo>
                <a:cubicBezTo>
                  <a:pt x="3351623" y="4319974"/>
                  <a:pt x="3351623" y="4319392"/>
                  <a:pt x="3351872" y="4318977"/>
                </a:cubicBezTo>
                <a:lnTo>
                  <a:pt x="3362258" y="4301030"/>
                </a:lnTo>
                <a:cubicBezTo>
                  <a:pt x="3362507" y="4300530"/>
                  <a:pt x="3363005" y="4300280"/>
                  <a:pt x="3363504" y="4300280"/>
                </a:cubicBezTo>
                <a:lnTo>
                  <a:pt x="3384274" y="4300279"/>
                </a:lnTo>
                <a:cubicBezTo>
                  <a:pt x="3384772" y="4300278"/>
                  <a:pt x="3385271" y="4300611"/>
                  <a:pt x="3385520" y="4301028"/>
                </a:cubicBezTo>
                <a:lnTo>
                  <a:pt x="3395905" y="4318975"/>
                </a:lnTo>
                <a:cubicBezTo>
                  <a:pt x="3396154" y="4319473"/>
                  <a:pt x="3396154" y="4320054"/>
                  <a:pt x="3395905" y="4320470"/>
                </a:cubicBezTo>
                <a:lnTo>
                  <a:pt x="3385519" y="4338417"/>
                </a:lnTo>
                <a:cubicBezTo>
                  <a:pt x="3385270" y="4338917"/>
                  <a:pt x="3384771" y="4339166"/>
                  <a:pt x="3384273" y="4339166"/>
                </a:cubicBezTo>
                <a:close/>
                <a:moveTo>
                  <a:pt x="4085787" y="4532732"/>
                </a:moveTo>
                <a:cubicBezTo>
                  <a:pt x="4085288" y="4532732"/>
                  <a:pt x="4084790" y="4532399"/>
                  <a:pt x="4084542" y="4531984"/>
                </a:cubicBezTo>
                <a:lnTo>
                  <a:pt x="4074240" y="4514121"/>
                </a:lnTo>
                <a:cubicBezTo>
                  <a:pt x="4073991" y="4513622"/>
                  <a:pt x="4073991" y="4513040"/>
                  <a:pt x="4074240" y="4512625"/>
                </a:cubicBezTo>
                <a:lnTo>
                  <a:pt x="4084543" y="4494760"/>
                </a:lnTo>
                <a:cubicBezTo>
                  <a:pt x="4084792" y="4494261"/>
                  <a:pt x="4085290" y="4494012"/>
                  <a:pt x="4085789" y="4494012"/>
                </a:cubicBezTo>
                <a:lnTo>
                  <a:pt x="4106476" y="4494012"/>
                </a:lnTo>
                <a:cubicBezTo>
                  <a:pt x="4106974" y="4494012"/>
                  <a:pt x="4107473" y="4494344"/>
                  <a:pt x="4107722" y="4494759"/>
                </a:cubicBezTo>
                <a:lnTo>
                  <a:pt x="4118023" y="4512623"/>
                </a:lnTo>
                <a:cubicBezTo>
                  <a:pt x="4118272" y="4513122"/>
                  <a:pt x="4118273" y="4513704"/>
                  <a:pt x="4118023" y="4514119"/>
                </a:cubicBezTo>
                <a:lnTo>
                  <a:pt x="4107721" y="4531983"/>
                </a:lnTo>
                <a:cubicBezTo>
                  <a:pt x="4107472" y="4532483"/>
                  <a:pt x="4106973" y="4532731"/>
                  <a:pt x="4106475" y="4532731"/>
                </a:cubicBezTo>
                <a:close/>
                <a:moveTo>
                  <a:pt x="1678276" y="3887657"/>
                </a:moveTo>
                <a:cubicBezTo>
                  <a:pt x="1677778" y="3887657"/>
                  <a:pt x="1677279" y="3887326"/>
                  <a:pt x="1677030" y="3886909"/>
                </a:cubicBezTo>
                <a:lnTo>
                  <a:pt x="1666646" y="3868963"/>
                </a:lnTo>
                <a:cubicBezTo>
                  <a:pt x="1666396" y="3868465"/>
                  <a:pt x="1666396" y="3867883"/>
                  <a:pt x="1666646" y="3867468"/>
                </a:cubicBezTo>
                <a:lnTo>
                  <a:pt x="1677032" y="3849519"/>
                </a:lnTo>
                <a:cubicBezTo>
                  <a:pt x="1677280" y="3849021"/>
                  <a:pt x="1677779" y="3848772"/>
                  <a:pt x="1678277" y="3848772"/>
                </a:cubicBezTo>
                <a:lnTo>
                  <a:pt x="1699047" y="3848772"/>
                </a:lnTo>
                <a:cubicBezTo>
                  <a:pt x="1699545" y="3848770"/>
                  <a:pt x="1700045" y="3849102"/>
                  <a:pt x="1700294" y="3849519"/>
                </a:cubicBezTo>
                <a:lnTo>
                  <a:pt x="1710678" y="3867467"/>
                </a:lnTo>
                <a:cubicBezTo>
                  <a:pt x="1710927" y="3867965"/>
                  <a:pt x="1710927" y="3868546"/>
                  <a:pt x="1710678" y="3868962"/>
                </a:cubicBezTo>
                <a:lnTo>
                  <a:pt x="1700292" y="3886909"/>
                </a:lnTo>
                <a:cubicBezTo>
                  <a:pt x="1700043" y="3887408"/>
                  <a:pt x="1699544" y="3887658"/>
                  <a:pt x="1699046" y="3887657"/>
                </a:cubicBezTo>
                <a:close/>
                <a:moveTo>
                  <a:pt x="1858747" y="3936070"/>
                </a:moveTo>
                <a:cubicBezTo>
                  <a:pt x="1858249" y="3936070"/>
                  <a:pt x="1857750" y="3935737"/>
                  <a:pt x="1857500" y="3935322"/>
                </a:cubicBezTo>
                <a:lnTo>
                  <a:pt x="1846951" y="3917041"/>
                </a:lnTo>
                <a:cubicBezTo>
                  <a:pt x="1846701" y="3916544"/>
                  <a:pt x="1846701" y="3915961"/>
                  <a:pt x="1846951" y="3915545"/>
                </a:cubicBezTo>
                <a:lnTo>
                  <a:pt x="1857503" y="3897263"/>
                </a:lnTo>
                <a:cubicBezTo>
                  <a:pt x="1857752" y="3896764"/>
                  <a:pt x="1858251" y="3896515"/>
                  <a:pt x="1858749" y="3896515"/>
                </a:cubicBezTo>
                <a:lnTo>
                  <a:pt x="1879768" y="3896516"/>
                </a:lnTo>
                <a:cubicBezTo>
                  <a:pt x="1880266" y="3896516"/>
                  <a:pt x="1880765" y="3896848"/>
                  <a:pt x="1881014" y="3897264"/>
                </a:cubicBezTo>
                <a:lnTo>
                  <a:pt x="1891564" y="3915544"/>
                </a:lnTo>
                <a:cubicBezTo>
                  <a:pt x="1891814" y="3916044"/>
                  <a:pt x="1891814" y="3916625"/>
                  <a:pt x="1891564" y="3917040"/>
                </a:cubicBezTo>
                <a:lnTo>
                  <a:pt x="1881012" y="3935320"/>
                </a:lnTo>
                <a:cubicBezTo>
                  <a:pt x="1880763" y="3935820"/>
                  <a:pt x="1880264" y="3936068"/>
                  <a:pt x="1879766" y="3936069"/>
                </a:cubicBezTo>
                <a:close/>
                <a:moveTo>
                  <a:pt x="2340263" y="4065138"/>
                </a:moveTo>
                <a:cubicBezTo>
                  <a:pt x="2339765" y="4065138"/>
                  <a:pt x="2339266" y="4064806"/>
                  <a:pt x="2339017" y="4064391"/>
                </a:cubicBezTo>
                <a:lnTo>
                  <a:pt x="2328550" y="4046277"/>
                </a:lnTo>
                <a:cubicBezTo>
                  <a:pt x="2328300" y="4045780"/>
                  <a:pt x="2328301" y="4045197"/>
                  <a:pt x="2328550" y="4044781"/>
                </a:cubicBezTo>
                <a:lnTo>
                  <a:pt x="2339019" y="4026665"/>
                </a:lnTo>
                <a:cubicBezTo>
                  <a:pt x="2339268" y="4026166"/>
                  <a:pt x="2339767" y="4025918"/>
                  <a:pt x="2340265" y="4025917"/>
                </a:cubicBezTo>
                <a:lnTo>
                  <a:pt x="2361202" y="4025916"/>
                </a:lnTo>
                <a:cubicBezTo>
                  <a:pt x="2361700" y="4025917"/>
                  <a:pt x="2362198" y="4026249"/>
                  <a:pt x="2362447" y="4026665"/>
                </a:cubicBezTo>
                <a:lnTo>
                  <a:pt x="2372914" y="4044780"/>
                </a:lnTo>
                <a:cubicBezTo>
                  <a:pt x="2373164" y="4045279"/>
                  <a:pt x="2373164" y="4045860"/>
                  <a:pt x="2372914" y="4046276"/>
                </a:cubicBezTo>
                <a:lnTo>
                  <a:pt x="2362445" y="4064389"/>
                </a:lnTo>
                <a:cubicBezTo>
                  <a:pt x="2362196" y="4064888"/>
                  <a:pt x="2361699" y="4065137"/>
                  <a:pt x="2361199" y="4065138"/>
                </a:cubicBezTo>
                <a:close/>
                <a:moveTo>
                  <a:pt x="3483832" y="4371580"/>
                </a:moveTo>
                <a:cubicBezTo>
                  <a:pt x="3483333" y="4371579"/>
                  <a:pt x="3482834" y="4371248"/>
                  <a:pt x="3482586" y="4370832"/>
                </a:cubicBezTo>
                <a:lnTo>
                  <a:pt x="3472201" y="4352885"/>
                </a:lnTo>
                <a:cubicBezTo>
                  <a:pt x="3471952" y="4352387"/>
                  <a:pt x="3471952" y="4351805"/>
                  <a:pt x="3472201" y="4351390"/>
                </a:cubicBezTo>
                <a:lnTo>
                  <a:pt x="3482587" y="4333443"/>
                </a:lnTo>
                <a:cubicBezTo>
                  <a:pt x="3482836" y="4332944"/>
                  <a:pt x="3483334" y="4332695"/>
                  <a:pt x="3483832" y="4332696"/>
                </a:cubicBezTo>
                <a:lnTo>
                  <a:pt x="3504603" y="4332694"/>
                </a:lnTo>
                <a:cubicBezTo>
                  <a:pt x="3505100" y="4332694"/>
                  <a:pt x="3505599" y="4333027"/>
                  <a:pt x="3505849" y="4333442"/>
                </a:cubicBezTo>
                <a:lnTo>
                  <a:pt x="3516233" y="4351389"/>
                </a:lnTo>
                <a:cubicBezTo>
                  <a:pt x="3516482" y="4351887"/>
                  <a:pt x="3516482" y="4352469"/>
                  <a:pt x="3516233" y="4352884"/>
                </a:cubicBezTo>
                <a:lnTo>
                  <a:pt x="3505848" y="4370831"/>
                </a:lnTo>
                <a:cubicBezTo>
                  <a:pt x="3505599" y="4371330"/>
                  <a:pt x="3505100" y="4371579"/>
                  <a:pt x="3504602" y="4371579"/>
                </a:cubicBezTo>
                <a:close/>
                <a:moveTo>
                  <a:pt x="3844999" y="4468388"/>
                </a:moveTo>
                <a:cubicBezTo>
                  <a:pt x="3844500" y="4468388"/>
                  <a:pt x="3844002" y="4468056"/>
                  <a:pt x="3843753" y="4467640"/>
                </a:cubicBezTo>
                <a:lnTo>
                  <a:pt x="3833451" y="4449777"/>
                </a:lnTo>
                <a:cubicBezTo>
                  <a:pt x="3833202" y="4449279"/>
                  <a:pt x="3833202" y="4448697"/>
                  <a:pt x="3833451" y="4448282"/>
                </a:cubicBezTo>
                <a:lnTo>
                  <a:pt x="3843754" y="4430419"/>
                </a:lnTo>
                <a:cubicBezTo>
                  <a:pt x="3844003" y="4429921"/>
                  <a:pt x="3844501" y="4429672"/>
                  <a:pt x="3845000" y="4429672"/>
                </a:cubicBezTo>
                <a:lnTo>
                  <a:pt x="3865687" y="4429671"/>
                </a:lnTo>
                <a:cubicBezTo>
                  <a:pt x="3866185" y="4429672"/>
                  <a:pt x="3866683" y="4430003"/>
                  <a:pt x="3866933" y="4430419"/>
                </a:cubicBezTo>
                <a:lnTo>
                  <a:pt x="3877234" y="4448282"/>
                </a:lnTo>
                <a:cubicBezTo>
                  <a:pt x="3877483" y="4448780"/>
                  <a:pt x="3877484" y="4449362"/>
                  <a:pt x="3877234" y="4449777"/>
                </a:cubicBezTo>
                <a:lnTo>
                  <a:pt x="3866932" y="4467639"/>
                </a:lnTo>
                <a:cubicBezTo>
                  <a:pt x="3866683" y="4468139"/>
                  <a:pt x="3866185" y="4468388"/>
                  <a:pt x="3865687" y="4468388"/>
                </a:cubicBezTo>
                <a:close/>
                <a:moveTo>
                  <a:pt x="2039265" y="3984605"/>
                </a:moveTo>
                <a:cubicBezTo>
                  <a:pt x="2038767" y="3984605"/>
                  <a:pt x="2038268" y="3984271"/>
                  <a:pt x="2038019" y="3983856"/>
                </a:cubicBezTo>
                <a:lnTo>
                  <a:pt x="2027469" y="3965576"/>
                </a:lnTo>
                <a:cubicBezTo>
                  <a:pt x="2027220" y="3965077"/>
                  <a:pt x="2027220" y="3964496"/>
                  <a:pt x="2027469" y="3964080"/>
                </a:cubicBezTo>
                <a:lnTo>
                  <a:pt x="2038021" y="3945800"/>
                </a:lnTo>
                <a:cubicBezTo>
                  <a:pt x="2038270" y="3945301"/>
                  <a:pt x="2038769" y="3945052"/>
                  <a:pt x="2039267" y="3945051"/>
                </a:cubicBezTo>
                <a:lnTo>
                  <a:pt x="2060286" y="3945051"/>
                </a:lnTo>
                <a:cubicBezTo>
                  <a:pt x="2060784" y="3945050"/>
                  <a:pt x="2061283" y="3945384"/>
                  <a:pt x="2061532" y="3945798"/>
                </a:cubicBezTo>
                <a:lnTo>
                  <a:pt x="2072083" y="3964078"/>
                </a:lnTo>
                <a:cubicBezTo>
                  <a:pt x="2072332" y="3964579"/>
                  <a:pt x="2072332" y="3965158"/>
                  <a:pt x="2072082" y="3965574"/>
                </a:cubicBezTo>
                <a:lnTo>
                  <a:pt x="2061531" y="3983854"/>
                </a:lnTo>
                <a:cubicBezTo>
                  <a:pt x="2061281" y="3984354"/>
                  <a:pt x="2060782" y="3984605"/>
                  <a:pt x="2060284" y="3984604"/>
                </a:cubicBezTo>
                <a:close/>
                <a:moveTo>
                  <a:pt x="2159626" y="4016897"/>
                </a:moveTo>
                <a:cubicBezTo>
                  <a:pt x="2159128" y="4016897"/>
                  <a:pt x="2158629" y="4016564"/>
                  <a:pt x="2158380" y="4016149"/>
                </a:cubicBezTo>
                <a:lnTo>
                  <a:pt x="2147830" y="3997871"/>
                </a:lnTo>
                <a:cubicBezTo>
                  <a:pt x="2147580" y="3997372"/>
                  <a:pt x="2147581" y="3996789"/>
                  <a:pt x="2147830" y="3996374"/>
                </a:cubicBezTo>
                <a:lnTo>
                  <a:pt x="2158382" y="3978094"/>
                </a:lnTo>
                <a:cubicBezTo>
                  <a:pt x="2158631" y="3977595"/>
                  <a:pt x="2159130" y="3977345"/>
                  <a:pt x="2159628" y="3977345"/>
                </a:cubicBezTo>
                <a:lnTo>
                  <a:pt x="2180647" y="3977345"/>
                </a:lnTo>
                <a:cubicBezTo>
                  <a:pt x="2181145" y="3977344"/>
                  <a:pt x="2181644" y="3977677"/>
                  <a:pt x="2181893" y="3978092"/>
                </a:cubicBezTo>
                <a:lnTo>
                  <a:pt x="2192443" y="3996373"/>
                </a:lnTo>
                <a:cubicBezTo>
                  <a:pt x="2192693" y="3996872"/>
                  <a:pt x="2192693" y="3997453"/>
                  <a:pt x="2192443" y="3997869"/>
                </a:cubicBezTo>
                <a:lnTo>
                  <a:pt x="2181891" y="4016149"/>
                </a:lnTo>
                <a:cubicBezTo>
                  <a:pt x="2181643" y="4016646"/>
                  <a:pt x="2181143" y="4016897"/>
                  <a:pt x="2180645" y="4016896"/>
                </a:cubicBezTo>
                <a:close/>
                <a:moveTo>
                  <a:pt x="1918877" y="3952410"/>
                </a:moveTo>
                <a:cubicBezTo>
                  <a:pt x="1918379" y="3952410"/>
                  <a:pt x="1917879" y="3952076"/>
                  <a:pt x="1917630" y="3951662"/>
                </a:cubicBezTo>
                <a:lnTo>
                  <a:pt x="1907080" y="3933382"/>
                </a:lnTo>
                <a:cubicBezTo>
                  <a:pt x="1906831" y="3932884"/>
                  <a:pt x="1906831" y="3932302"/>
                  <a:pt x="1907080" y="3931888"/>
                </a:cubicBezTo>
                <a:lnTo>
                  <a:pt x="1917632" y="3913607"/>
                </a:lnTo>
                <a:cubicBezTo>
                  <a:pt x="1917881" y="3913108"/>
                  <a:pt x="1918380" y="3912858"/>
                  <a:pt x="1918878" y="3912859"/>
                </a:cubicBezTo>
                <a:lnTo>
                  <a:pt x="1939897" y="3912857"/>
                </a:lnTo>
                <a:cubicBezTo>
                  <a:pt x="1940395" y="3912857"/>
                  <a:pt x="1940894" y="3913189"/>
                  <a:pt x="1941143" y="3913606"/>
                </a:cubicBezTo>
                <a:lnTo>
                  <a:pt x="1951694" y="3931885"/>
                </a:lnTo>
                <a:cubicBezTo>
                  <a:pt x="1951943" y="3932384"/>
                  <a:pt x="1951943" y="3932966"/>
                  <a:pt x="1951693" y="3933382"/>
                </a:cubicBezTo>
                <a:lnTo>
                  <a:pt x="1941142" y="3951661"/>
                </a:lnTo>
                <a:cubicBezTo>
                  <a:pt x="1940893" y="3952159"/>
                  <a:pt x="1940394" y="3952408"/>
                  <a:pt x="1939895" y="3952409"/>
                </a:cubicBezTo>
                <a:close/>
                <a:moveTo>
                  <a:pt x="3243047" y="4307221"/>
                </a:moveTo>
                <a:cubicBezTo>
                  <a:pt x="3242548" y="4307220"/>
                  <a:pt x="3242050" y="4306889"/>
                  <a:pt x="3241802" y="4306472"/>
                </a:cubicBezTo>
                <a:lnTo>
                  <a:pt x="3231417" y="4288527"/>
                </a:lnTo>
                <a:cubicBezTo>
                  <a:pt x="3231168" y="4288029"/>
                  <a:pt x="3231167" y="4287447"/>
                  <a:pt x="3231417" y="4287032"/>
                </a:cubicBezTo>
                <a:lnTo>
                  <a:pt x="3241802" y="4269087"/>
                </a:lnTo>
                <a:cubicBezTo>
                  <a:pt x="3242051" y="4268588"/>
                  <a:pt x="3242549" y="4268339"/>
                  <a:pt x="3243048" y="4268339"/>
                </a:cubicBezTo>
                <a:lnTo>
                  <a:pt x="3263817" y="4268339"/>
                </a:lnTo>
                <a:cubicBezTo>
                  <a:pt x="3264315" y="4268339"/>
                  <a:pt x="3264814" y="4268671"/>
                  <a:pt x="3265064" y="4269087"/>
                </a:cubicBezTo>
                <a:lnTo>
                  <a:pt x="3275449" y="4287032"/>
                </a:lnTo>
                <a:cubicBezTo>
                  <a:pt x="3275698" y="4287530"/>
                  <a:pt x="3275698" y="4288112"/>
                  <a:pt x="3275449" y="4288527"/>
                </a:cubicBezTo>
                <a:lnTo>
                  <a:pt x="3265064" y="4306473"/>
                </a:lnTo>
                <a:cubicBezTo>
                  <a:pt x="3264815" y="4306971"/>
                  <a:pt x="3264316" y="4307220"/>
                  <a:pt x="3263818" y="4307220"/>
                </a:cubicBezTo>
                <a:close/>
                <a:moveTo>
                  <a:pt x="2279940" y="4049231"/>
                </a:moveTo>
                <a:cubicBezTo>
                  <a:pt x="2279359" y="4049232"/>
                  <a:pt x="2278861" y="4048982"/>
                  <a:pt x="2278611" y="4048485"/>
                </a:cubicBezTo>
                <a:lnTo>
                  <a:pt x="2267978" y="4030037"/>
                </a:lnTo>
                <a:cubicBezTo>
                  <a:pt x="2267729" y="4029620"/>
                  <a:pt x="2267729" y="4029041"/>
                  <a:pt x="2267978" y="4028541"/>
                </a:cubicBezTo>
                <a:lnTo>
                  <a:pt x="2278614" y="4010093"/>
                </a:lnTo>
                <a:cubicBezTo>
                  <a:pt x="2278946" y="4009593"/>
                  <a:pt x="2279445" y="4009345"/>
                  <a:pt x="2279943" y="4009345"/>
                </a:cubicBezTo>
                <a:lnTo>
                  <a:pt x="2301212" y="4009344"/>
                </a:lnTo>
                <a:cubicBezTo>
                  <a:pt x="2301793" y="4009344"/>
                  <a:pt x="2302292" y="4009594"/>
                  <a:pt x="2302541" y="4010092"/>
                </a:cubicBezTo>
                <a:lnTo>
                  <a:pt x="2313174" y="4028539"/>
                </a:lnTo>
                <a:cubicBezTo>
                  <a:pt x="2313422" y="4028956"/>
                  <a:pt x="2313423" y="4029537"/>
                  <a:pt x="2313173" y="4030036"/>
                </a:cubicBezTo>
                <a:lnTo>
                  <a:pt x="2302539" y="4048482"/>
                </a:lnTo>
                <a:cubicBezTo>
                  <a:pt x="2302206" y="4048981"/>
                  <a:pt x="2301708" y="4049231"/>
                  <a:pt x="2301210" y="4049230"/>
                </a:cubicBezTo>
                <a:close/>
                <a:moveTo>
                  <a:pt x="2099416" y="4000861"/>
                </a:moveTo>
                <a:cubicBezTo>
                  <a:pt x="2098918" y="4000862"/>
                  <a:pt x="2098419" y="4000528"/>
                  <a:pt x="2098170" y="4000114"/>
                </a:cubicBezTo>
                <a:lnTo>
                  <a:pt x="2087620" y="3981835"/>
                </a:lnTo>
                <a:cubicBezTo>
                  <a:pt x="2087370" y="3981336"/>
                  <a:pt x="2087370" y="3980754"/>
                  <a:pt x="2087619" y="3980338"/>
                </a:cubicBezTo>
                <a:lnTo>
                  <a:pt x="2098171" y="3962060"/>
                </a:lnTo>
                <a:cubicBezTo>
                  <a:pt x="2098420" y="3961560"/>
                  <a:pt x="2098919" y="3961311"/>
                  <a:pt x="2099417" y="3961312"/>
                </a:cubicBezTo>
                <a:lnTo>
                  <a:pt x="2120436" y="3961311"/>
                </a:lnTo>
                <a:cubicBezTo>
                  <a:pt x="2120934" y="3961310"/>
                  <a:pt x="2121434" y="3961642"/>
                  <a:pt x="2121682" y="3962059"/>
                </a:cubicBezTo>
                <a:lnTo>
                  <a:pt x="2132233" y="3980337"/>
                </a:lnTo>
                <a:cubicBezTo>
                  <a:pt x="2132483" y="3980836"/>
                  <a:pt x="2132483" y="3981418"/>
                  <a:pt x="2132233" y="3981834"/>
                </a:cubicBezTo>
                <a:lnTo>
                  <a:pt x="2121681" y="4000112"/>
                </a:lnTo>
                <a:cubicBezTo>
                  <a:pt x="2121432" y="4000610"/>
                  <a:pt x="2120933" y="4000861"/>
                  <a:pt x="2120435" y="4000861"/>
                </a:cubicBezTo>
                <a:close/>
                <a:moveTo>
                  <a:pt x="2219818" y="4033154"/>
                </a:moveTo>
                <a:cubicBezTo>
                  <a:pt x="2219320" y="4033154"/>
                  <a:pt x="2218821" y="4032822"/>
                  <a:pt x="2218572" y="4032407"/>
                </a:cubicBezTo>
                <a:lnTo>
                  <a:pt x="2208104" y="4014295"/>
                </a:lnTo>
                <a:cubicBezTo>
                  <a:pt x="2207855" y="4013797"/>
                  <a:pt x="2207855" y="4013215"/>
                  <a:pt x="2208104" y="4012799"/>
                </a:cubicBezTo>
                <a:lnTo>
                  <a:pt x="2218572" y="3994687"/>
                </a:lnTo>
                <a:cubicBezTo>
                  <a:pt x="2218821" y="3994188"/>
                  <a:pt x="2219320" y="3993939"/>
                  <a:pt x="2219818" y="3993939"/>
                </a:cubicBezTo>
                <a:lnTo>
                  <a:pt x="2240755" y="3993939"/>
                </a:lnTo>
                <a:cubicBezTo>
                  <a:pt x="2241254" y="3993939"/>
                  <a:pt x="2241751" y="3994271"/>
                  <a:pt x="2242001" y="3994687"/>
                </a:cubicBezTo>
                <a:lnTo>
                  <a:pt x="2252468" y="4012799"/>
                </a:lnTo>
                <a:cubicBezTo>
                  <a:pt x="2252718" y="4013297"/>
                  <a:pt x="2252718" y="4013879"/>
                  <a:pt x="2252468" y="4014294"/>
                </a:cubicBezTo>
                <a:lnTo>
                  <a:pt x="2242000" y="4032407"/>
                </a:lnTo>
                <a:cubicBezTo>
                  <a:pt x="2241751" y="4032905"/>
                  <a:pt x="2241253" y="4033154"/>
                  <a:pt x="2240754" y="4033154"/>
                </a:cubicBezTo>
                <a:close/>
                <a:moveTo>
                  <a:pt x="1798508" y="3920286"/>
                </a:moveTo>
                <a:cubicBezTo>
                  <a:pt x="1798010" y="3920286"/>
                  <a:pt x="1797512" y="3919955"/>
                  <a:pt x="1797263" y="3919539"/>
                </a:cubicBezTo>
                <a:lnTo>
                  <a:pt x="1786795" y="3901427"/>
                </a:lnTo>
                <a:cubicBezTo>
                  <a:pt x="1786546" y="3900929"/>
                  <a:pt x="1786546" y="3900347"/>
                  <a:pt x="1786795" y="3899932"/>
                </a:cubicBezTo>
                <a:lnTo>
                  <a:pt x="1797263" y="3881820"/>
                </a:lnTo>
                <a:cubicBezTo>
                  <a:pt x="1797512" y="3881321"/>
                  <a:pt x="1798011" y="3881072"/>
                  <a:pt x="1798509" y="3881072"/>
                </a:cubicBezTo>
                <a:lnTo>
                  <a:pt x="1819445" y="3881072"/>
                </a:lnTo>
                <a:cubicBezTo>
                  <a:pt x="1819944" y="3881072"/>
                  <a:pt x="1820442" y="3881404"/>
                  <a:pt x="1820691" y="3881819"/>
                </a:cubicBezTo>
                <a:lnTo>
                  <a:pt x="1831159" y="3899931"/>
                </a:lnTo>
                <a:cubicBezTo>
                  <a:pt x="1831409" y="3900429"/>
                  <a:pt x="1831409" y="3901011"/>
                  <a:pt x="1831159" y="3901426"/>
                </a:cubicBezTo>
                <a:lnTo>
                  <a:pt x="1820691" y="3919539"/>
                </a:lnTo>
                <a:cubicBezTo>
                  <a:pt x="1820442" y="3920037"/>
                  <a:pt x="1819944" y="3920286"/>
                  <a:pt x="1819445" y="3920286"/>
                </a:cubicBezTo>
                <a:close/>
                <a:moveTo>
                  <a:pt x="3303015" y="4323581"/>
                </a:moveTo>
                <a:cubicBezTo>
                  <a:pt x="3302435" y="4323581"/>
                  <a:pt x="3301936" y="4323331"/>
                  <a:pt x="3301687" y="4322833"/>
                </a:cubicBezTo>
                <a:lnTo>
                  <a:pt x="3290970" y="4304221"/>
                </a:lnTo>
                <a:cubicBezTo>
                  <a:pt x="3290721" y="4303805"/>
                  <a:pt x="3290722" y="4303222"/>
                  <a:pt x="3290970" y="4302725"/>
                </a:cubicBezTo>
                <a:lnTo>
                  <a:pt x="3301689" y="4284109"/>
                </a:lnTo>
                <a:cubicBezTo>
                  <a:pt x="3302021" y="4283694"/>
                  <a:pt x="3302520" y="4283363"/>
                  <a:pt x="3303018" y="4283363"/>
                </a:cubicBezTo>
                <a:lnTo>
                  <a:pt x="3324454" y="4283360"/>
                </a:lnTo>
                <a:cubicBezTo>
                  <a:pt x="3325034" y="4283363"/>
                  <a:pt x="3325532" y="4283613"/>
                  <a:pt x="3325782" y="4284110"/>
                </a:cubicBezTo>
                <a:lnTo>
                  <a:pt x="3336498" y="4302722"/>
                </a:lnTo>
                <a:cubicBezTo>
                  <a:pt x="3336747" y="4303140"/>
                  <a:pt x="3336747" y="4303721"/>
                  <a:pt x="3336498" y="4304218"/>
                </a:cubicBezTo>
                <a:lnTo>
                  <a:pt x="3325780" y="4322833"/>
                </a:lnTo>
                <a:cubicBezTo>
                  <a:pt x="3325448" y="4323247"/>
                  <a:pt x="3324949" y="4323579"/>
                  <a:pt x="3324451" y="4323580"/>
                </a:cubicBezTo>
                <a:close/>
                <a:moveTo>
                  <a:pt x="3182711" y="4291451"/>
                </a:moveTo>
                <a:cubicBezTo>
                  <a:pt x="3182131" y="4291451"/>
                  <a:pt x="3181631" y="4291202"/>
                  <a:pt x="3181383" y="4290703"/>
                </a:cubicBezTo>
                <a:lnTo>
                  <a:pt x="3170832" y="4272342"/>
                </a:lnTo>
                <a:cubicBezTo>
                  <a:pt x="3170583" y="4271844"/>
                  <a:pt x="3170583" y="4271346"/>
                  <a:pt x="3170832" y="4270846"/>
                </a:cubicBezTo>
                <a:lnTo>
                  <a:pt x="3181383" y="4252485"/>
                </a:lnTo>
                <a:cubicBezTo>
                  <a:pt x="3181715" y="4251986"/>
                  <a:pt x="3182214" y="4251738"/>
                  <a:pt x="3182712" y="4251737"/>
                </a:cubicBezTo>
                <a:lnTo>
                  <a:pt x="3203897" y="4251737"/>
                </a:lnTo>
                <a:cubicBezTo>
                  <a:pt x="3204479" y="4251737"/>
                  <a:pt x="3204977" y="4251986"/>
                  <a:pt x="3205227" y="4252485"/>
                </a:cubicBezTo>
                <a:lnTo>
                  <a:pt x="3215778" y="4270846"/>
                </a:lnTo>
                <a:cubicBezTo>
                  <a:pt x="3216027" y="4271345"/>
                  <a:pt x="3216027" y="4271843"/>
                  <a:pt x="3215778" y="4272342"/>
                </a:cubicBezTo>
                <a:lnTo>
                  <a:pt x="3205227" y="4290703"/>
                </a:lnTo>
                <a:cubicBezTo>
                  <a:pt x="3204894" y="4291202"/>
                  <a:pt x="3204396" y="4291451"/>
                  <a:pt x="3203897" y="4291451"/>
                </a:cubicBezTo>
                <a:close/>
                <a:moveTo>
                  <a:pt x="3062326" y="4259246"/>
                </a:moveTo>
                <a:cubicBezTo>
                  <a:pt x="3061745" y="4259246"/>
                  <a:pt x="3061246" y="4258997"/>
                  <a:pt x="3060997" y="4258498"/>
                </a:cubicBezTo>
                <a:lnTo>
                  <a:pt x="3050446" y="4240138"/>
                </a:lnTo>
                <a:cubicBezTo>
                  <a:pt x="3050197" y="4239639"/>
                  <a:pt x="3050197" y="4239141"/>
                  <a:pt x="3050446" y="4238642"/>
                </a:cubicBezTo>
                <a:lnTo>
                  <a:pt x="3060997" y="4220281"/>
                </a:lnTo>
                <a:cubicBezTo>
                  <a:pt x="3061329" y="4219782"/>
                  <a:pt x="3061828" y="4219533"/>
                  <a:pt x="3062326" y="4219533"/>
                </a:cubicBezTo>
                <a:lnTo>
                  <a:pt x="3083511" y="4219533"/>
                </a:lnTo>
                <a:cubicBezTo>
                  <a:pt x="3084093" y="4219533"/>
                  <a:pt x="3084591" y="4219782"/>
                  <a:pt x="3084841" y="4220281"/>
                </a:cubicBezTo>
                <a:lnTo>
                  <a:pt x="3095392" y="4238642"/>
                </a:lnTo>
                <a:cubicBezTo>
                  <a:pt x="3095641" y="4239140"/>
                  <a:pt x="3095641" y="4239639"/>
                  <a:pt x="3095392" y="4240137"/>
                </a:cubicBezTo>
                <a:lnTo>
                  <a:pt x="3084841" y="4258498"/>
                </a:lnTo>
                <a:cubicBezTo>
                  <a:pt x="3084508" y="4258997"/>
                  <a:pt x="3084010" y="4259246"/>
                  <a:pt x="3083511" y="4259246"/>
                </a:cubicBezTo>
                <a:close/>
                <a:moveTo>
                  <a:pt x="1738223" y="3904476"/>
                </a:moveTo>
                <a:cubicBezTo>
                  <a:pt x="1737642" y="3904476"/>
                  <a:pt x="1737143" y="3904227"/>
                  <a:pt x="1736895" y="3903728"/>
                </a:cubicBezTo>
                <a:lnTo>
                  <a:pt x="1726344" y="3885367"/>
                </a:lnTo>
                <a:cubicBezTo>
                  <a:pt x="1726095" y="3884869"/>
                  <a:pt x="1726095" y="3884371"/>
                  <a:pt x="1726344" y="3883872"/>
                </a:cubicBezTo>
                <a:lnTo>
                  <a:pt x="1736895" y="3865511"/>
                </a:lnTo>
                <a:cubicBezTo>
                  <a:pt x="1737227" y="3865012"/>
                  <a:pt x="1737726" y="3864763"/>
                  <a:pt x="1738224" y="3864764"/>
                </a:cubicBezTo>
                <a:lnTo>
                  <a:pt x="1759409" y="3864763"/>
                </a:lnTo>
                <a:cubicBezTo>
                  <a:pt x="1759991" y="3864763"/>
                  <a:pt x="1760489" y="3865012"/>
                  <a:pt x="1760739" y="3865511"/>
                </a:cubicBezTo>
                <a:lnTo>
                  <a:pt x="1771290" y="3883872"/>
                </a:lnTo>
                <a:cubicBezTo>
                  <a:pt x="1771539" y="3884370"/>
                  <a:pt x="1771539" y="3884868"/>
                  <a:pt x="1771290" y="3885368"/>
                </a:cubicBezTo>
                <a:lnTo>
                  <a:pt x="1760738" y="3903728"/>
                </a:lnTo>
                <a:cubicBezTo>
                  <a:pt x="1760406" y="3904227"/>
                  <a:pt x="1759908" y="3904476"/>
                  <a:pt x="1759410" y="3904476"/>
                </a:cubicBezTo>
                <a:close/>
                <a:moveTo>
                  <a:pt x="1978885" y="3969063"/>
                </a:moveTo>
                <a:cubicBezTo>
                  <a:pt x="1978304" y="3969064"/>
                  <a:pt x="1977805" y="3968815"/>
                  <a:pt x="1977556" y="3968315"/>
                </a:cubicBezTo>
                <a:lnTo>
                  <a:pt x="1966922" y="3949872"/>
                </a:lnTo>
                <a:cubicBezTo>
                  <a:pt x="1966673" y="3949456"/>
                  <a:pt x="1966673" y="3948875"/>
                  <a:pt x="1966922" y="3948376"/>
                </a:cubicBezTo>
                <a:lnTo>
                  <a:pt x="1977556" y="3929933"/>
                </a:lnTo>
                <a:cubicBezTo>
                  <a:pt x="1977888" y="3929434"/>
                  <a:pt x="1978387" y="3929185"/>
                  <a:pt x="1978885" y="3929185"/>
                </a:cubicBezTo>
                <a:lnTo>
                  <a:pt x="2000154" y="3929185"/>
                </a:lnTo>
                <a:cubicBezTo>
                  <a:pt x="2000735" y="3929185"/>
                  <a:pt x="2001234" y="3929434"/>
                  <a:pt x="2001483" y="3929933"/>
                </a:cubicBezTo>
                <a:lnTo>
                  <a:pt x="2012117" y="3948376"/>
                </a:lnTo>
                <a:cubicBezTo>
                  <a:pt x="2012366" y="3948792"/>
                  <a:pt x="2012366" y="3949373"/>
                  <a:pt x="2012117" y="3949872"/>
                </a:cubicBezTo>
                <a:lnTo>
                  <a:pt x="2001483" y="3968316"/>
                </a:lnTo>
                <a:cubicBezTo>
                  <a:pt x="2001150" y="3968815"/>
                  <a:pt x="2000652" y="3969064"/>
                  <a:pt x="2000154" y="3969063"/>
                </a:cubicBezTo>
                <a:close/>
                <a:moveTo>
                  <a:pt x="2400124" y="4082040"/>
                </a:moveTo>
                <a:cubicBezTo>
                  <a:pt x="2399544" y="4082040"/>
                  <a:pt x="2399045" y="4081791"/>
                  <a:pt x="2398795" y="4081293"/>
                </a:cubicBezTo>
                <a:lnTo>
                  <a:pt x="2388079" y="4062682"/>
                </a:lnTo>
                <a:cubicBezTo>
                  <a:pt x="2387830" y="4062266"/>
                  <a:pt x="2387830" y="4061685"/>
                  <a:pt x="2388079" y="4061187"/>
                </a:cubicBezTo>
                <a:lnTo>
                  <a:pt x="2398796" y="4042576"/>
                </a:lnTo>
                <a:cubicBezTo>
                  <a:pt x="2399128" y="4042160"/>
                  <a:pt x="2399627" y="4041828"/>
                  <a:pt x="2400125" y="4041828"/>
                </a:cubicBezTo>
                <a:lnTo>
                  <a:pt x="2421561" y="4041828"/>
                </a:lnTo>
                <a:cubicBezTo>
                  <a:pt x="2422141" y="4041828"/>
                  <a:pt x="2422640" y="4042077"/>
                  <a:pt x="2422889" y="4042576"/>
                </a:cubicBezTo>
                <a:lnTo>
                  <a:pt x="2433606" y="4061186"/>
                </a:lnTo>
                <a:cubicBezTo>
                  <a:pt x="2433855" y="4061602"/>
                  <a:pt x="2433855" y="4062183"/>
                  <a:pt x="2433606" y="4062682"/>
                </a:cubicBezTo>
                <a:lnTo>
                  <a:pt x="2422889" y="4081293"/>
                </a:lnTo>
                <a:cubicBezTo>
                  <a:pt x="2422557" y="4081708"/>
                  <a:pt x="2422058" y="4082040"/>
                  <a:pt x="2421560" y="4082040"/>
                </a:cubicBezTo>
                <a:close/>
                <a:moveTo>
                  <a:pt x="2460148" y="4098452"/>
                </a:moveTo>
                <a:cubicBezTo>
                  <a:pt x="2459566" y="4098452"/>
                  <a:pt x="2459067" y="4098203"/>
                  <a:pt x="2458818" y="4097704"/>
                </a:cubicBezTo>
                <a:lnTo>
                  <a:pt x="2447936" y="4078845"/>
                </a:lnTo>
                <a:cubicBezTo>
                  <a:pt x="2447686" y="4078347"/>
                  <a:pt x="2447687" y="4077764"/>
                  <a:pt x="2447936" y="4077266"/>
                </a:cubicBezTo>
                <a:lnTo>
                  <a:pt x="2458819" y="4058407"/>
                </a:lnTo>
                <a:cubicBezTo>
                  <a:pt x="2459068" y="4057991"/>
                  <a:pt x="2459567" y="4057659"/>
                  <a:pt x="2460149" y="4057659"/>
                </a:cubicBezTo>
                <a:lnTo>
                  <a:pt x="2481915" y="4057658"/>
                </a:lnTo>
                <a:cubicBezTo>
                  <a:pt x="2482497" y="4057659"/>
                  <a:pt x="2482995" y="4057908"/>
                  <a:pt x="2483245" y="4058406"/>
                </a:cubicBezTo>
                <a:lnTo>
                  <a:pt x="2494128" y="4077266"/>
                </a:lnTo>
                <a:cubicBezTo>
                  <a:pt x="2494377" y="4077764"/>
                  <a:pt x="2494377" y="4078346"/>
                  <a:pt x="2494128" y="4078844"/>
                </a:cubicBezTo>
                <a:lnTo>
                  <a:pt x="2483244" y="4097704"/>
                </a:lnTo>
                <a:cubicBezTo>
                  <a:pt x="2482994" y="4098120"/>
                  <a:pt x="2482497" y="4098452"/>
                  <a:pt x="2481914" y="4098452"/>
                </a:cubicBezTo>
                <a:close/>
                <a:moveTo>
                  <a:pt x="2513737" y="4152872"/>
                </a:moveTo>
                <a:cubicBezTo>
                  <a:pt x="2513571" y="4152872"/>
                  <a:pt x="2513321" y="4152623"/>
                  <a:pt x="2513321" y="4152623"/>
                </a:cubicBezTo>
                <a:lnTo>
                  <a:pt x="2509832" y="4146641"/>
                </a:lnTo>
                <a:cubicBezTo>
                  <a:pt x="2509749" y="4146475"/>
                  <a:pt x="2509832" y="4146143"/>
                  <a:pt x="2509832" y="4146143"/>
                </a:cubicBezTo>
                <a:lnTo>
                  <a:pt x="2513321" y="4140161"/>
                </a:lnTo>
                <a:cubicBezTo>
                  <a:pt x="2513404" y="4139995"/>
                  <a:pt x="2513737" y="4139912"/>
                  <a:pt x="2513737" y="4139912"/>
                </a:cubicBezTo>
                <a:lnTo>
                  <a:pt x="2520632" y="4139912"/>
                </a:lnTo>
                <a:cubicBezTo>
                  <a:pt x="2520798" y="4139912"/>
                  <a:pt x="2521048" y="4140161"/>
                  <a:pt x="2521048" y="4140161"/>
                </a:cubicBezTo>
                <a:lnTo>
                  <a:pt x="2524537" y="4146143"/>
                </a:lnTo>
                <a:cubicBezTo>
                  <a:pt x="2524620" y="4146309"/>
                  <a:pt x="2524537" y="4146641"/>
                  <a:pt x="2524537" y="4146641"/>
                </a:cubicBezTo>
                <a:lnTo>
                  <a:pt x="2521048" y="4152623"/>
                </a:lnTo>
                <a:cubicBezTo>
                  <a:pt x="2520965" y="4152789"/>
                  <a:pt x="2520632" y="4152872"/>
                  <a:pt x="2520632" y="4152872"/>
                </a:cubicBezTo>
                <a:close/>
                <a:moveTo>
                  <a:pt x="2752490" y="4221244"/>
                </a:moveTo>
                <a:cubicBezTo>
                  <a:pt x="2752240" y="4221244"/>
                  <a:pt x="2751825" y="4220828"/>
                  <a:pt x="2751825" y="4220828"/>
                </a:cubicBezTo>
                <a:lnTo>
                  <a:pt x="2746342" y="4211274"/>
                </a:lnTo>
                <a:cubicBezTo>
                  <a:pt x="2746176" y="4211025"/>
                  <a:pt x="2746342" y="4210527"/>
                  <a:pt x="2746342" y="4210527"/>
                </a:cubicBezTo>
                <a:lnTo>
                  <a:pt x="2751825" y="4200972"/>
                </a:lnTo>
                <a:cubicBezTo>
                  <a:pt x="2751991" y="4200723"/>
                  <a:pt x="2752490" y="4200557"/>
                  <a:pt x="2752490" y="4200557"/>
                </a:cubicBezTo>
                <a:lnTo>
                  <a:pt x="2763456" y="4200557"/>
                </a:lnTo>
                <a:cubicBezTo>
                  <a:pt x="2763705" y="4200557"/>
                  <a:pt x="2764121" y="4200972"/>
                  <a:pt x="2764121" y="4200972"/>
                </a:cubicBezTo>
                <a:lnTo>
                  <a:pt x="2769604" y="4210527"/>
                </a:lnTo>
                <a:cubicBezTo>
                  <a:pt x="2769770" y="4210776"/>
                  <a:pt x="2769604" y="4211274"/>
                  <a:pt x="2769604" y="4211274"/>
                </a:cubicBezTo>
                <a:lnTo>
                  <a:pt x="2764121" y="4220828"/>
                </a:lnTo>
                <a:cubicBezTo>
                  <a:pt x="2763955" y="4221078"/>
                  <a:pt x="2763456" y="4221244"/>
                  <a:pt x="2763456" y="4221244"/>
                </a:cubicBezTo>
                <a:close/>
                <a:moveTo>
                  <a:pt x="2812194" y="4238090"/>
                </a:moveTo>
                <a:cubicBezTo>
                  <a:pt x="2811862" y="4238090"/>
                  <a:pt x="2811447" y="4237675"/>
                  <a:pt x="2811447" y="4237675"/>
                </a:cubicBezTo>
                <a:lnTo>
                  <a:pt x="2805465" y="4227373"/>
                </a:lnTo>
                <a:cubicBezTo>
                  <a:pt x="2805299" y="4227123"/>
                  <a:pt x="2805465" y="4226541"/>
                  <a:pt x="2805465" y="4226541"/>
                </a:cubicBezTo>
                <a:lnTo>
                  <a:pt x="2811447" y="4216239"/>
                </a:lnTo>
                <a:cubicBezTo>
                  <a:pt x="2811613" y="4215990"/>
                  <a:pt x="2812194" y="4215824"/>
                  <a:pt x="2812194" y="4215824"/>
                </a:cubicBezTo>
                <a:lnTo>
                  <a:pt x="2824075" y="4215824"/>
                </a:lnTo>
                <a:cubicBezTo>
                  <a:pt x="2824407" y="4215824"/>
                  <a:pt x="2824822" y="4216239"/>
                  <a:pt x="2824822" y="4216239"/>
                </a:cubicBezTo>
                <a:lnTo>
                  <a:pt x="2830804" y="4226541"/>
                </a:lnTo>
                <a:cubicBezTo>
                  <a:pt x="2830970" y="4226790"/>
                  <a:pt x="2830804" y="4227372"/>
                  <a:pt x="2830804" y="4227372"/>
                </a:cubicBezTo>
                <a:lnTo>
                  <a:pt x="2824822" y="4237675"/>
                </a:lnTo>
                <a:cubicBezTo>
                  <a:pt x="2824656" y="4237924"/>
                  <a:pt x="2824075" y="4238090"/>
                  <a:pt x="2824075" y="4238090"/>
                </a:cubicBezTo>
                <a:close/>
                <a:moveTo>
                  <a:pt x="1125009" y="3790281"/>
                </a:moveTo>
                <a:cubicBezTo>
                  <a:pt x="1124593" y="3790281"/>
                  <a:pt x="1124011" y="3789699"/>
                  <a:pt x="1124011" y="3789699"/>
                </a:cubicBezTo>
                <a:lnTo>
                  <a:pt x="1116037" y="3775907"/>
                </a:lnTo>
                <a:cubicBezTo>
                  <a:pt x="1115871" y="3775491"/>
                  <a:pt x="1116037" y="3774744"/>
                  <a:pt x="1116037" y="3774744"/>
                </a:cubicBezTo>
                <a:lnTo>
                  <a:pt x="1124012" y="3760952"/>
                </a:lnTo>
                <a:cubicBezTo>
                  <a:pt x="1124263" y="3760618"/>
                  <a:pt x="1125010" y="3760369"/>
                  <a:pt x="1125010" y="3760369"/>
                </a:cubicBezTo>
                <a:lnTo>
                  <a:pt x="1140962" y="3760369"/>
                </a:lnTo>
                <a:cubicBezTo>
                  <a:pt x="1141376" y="3760369"/>
                  <a:pt x="1141958" y="3760951"/>
                  <a:pt x="1141958" y="3760951"/>
                </a:cubicBezTo>
                <a:lnTo>
                  <a:pt x="1149933" y="3774743"/>
                </a:lnTo>
                <a:cubicBezTo>
                  <a:pt x="1150099" y="3775158"/>
                  <a:pt x="1149933" y="3775906"/>
                  <a:pt x="1149933" y="3775906"/>
                </a:cubicBezTo>
                <a:lnTo>
                  <a:pt x="1141957" y="3789699"/>
                </a:lnTo>
                <a:cubicBezTo>
                  <a:pt x="1141707" y="3790031"/>
                  <a:pt x="1140961" y="3790282"/>
                  <a:pt x="1140961" y="3790282"/>
                </a:cubicBezTo>
                <a:close/>
                <a:moveTo>
                  <a:pt x="944025" y="3742454"/>
                </a:moveTo>
                <a:cubicBezTo>
                  <a:pt x="943610" y="3742455"/>
                  <a:pt x="943027" y="3741872"/>
                  <a:pt x="943027" y="3741872"/>
                </a:cubicBezTo>
                <a:lnTo>
                  <a:pt x="934555" y="3727248"/>
                </a:lnTo>
                <a:cubicBezTo>
                  <a:pt x="934306" y="3726915"/>
                  <a:pt x="934555" y="3726084"/>
                  <a:pt x="934555" y="3726084"/>
                </a:cubicBezTo>
                <a:lnTo>
                  <a:pt x="943030" y="3711457"/>
                </a:lnTo>
                <a:cubicBezTo>
                  <a:pt x="943196" y="3711125"/>
                  <a:pt x="943612" y="3710876"/>
                  <a:pt x="944027" y="3710876"/>
                </a:cubicBezTo>
                <a:lnTo>
                  <a:pt x="960892" y="3710875"/>
                </a:lnTo>
                <a:cubicBezTo>
                  <a:pt x="961307" y="3710875"/>
                  <a:pt x="961889" y="3711455"/>
                  <a:pt x="961889" y="3711455"/>
                </a:cubicBezTo>
                <a:lnTo>
                  <a:pt x="970362" y="3726081"/>
                </a:lnTo>
                <a:cubicBezTo>
                  <a:pt x="970611" y="3726415"/>
                  <a:pt x="970362" y="3727245"/>
                  <a:pt x="970362" y="3727245"/>
                </a:cubicBezTo>
                <a:lnTo>
                  <a:pt x="961887" y="3741871"/>
                </a:lnTo>
                <a:cubicBezTo>
                  <a:pt x="961721" y="3742205"/>
                  <a:pt x="961305" y="3742453"/>
                  <a:pt x="960890" y="3742453"/>
                </a:cubicBezTo>
                <a:close/>
                <a:moveTo>
                  <a:pt x="1244938" y="3823241"/>
                </a:moveTo>
                <a:cubicBezTo>
                  <a:pt x="1244522" y="3823240"/>
                  <a:pt x="1243941" y="3822659"/>
                  <a:pt x="1243941" y="3822659"/>
                </a:cubicBezTo>
                <a:lnTo>
                  <a:pt x="1235468" y="3807951"/>
                </a:lnTo>
                <a:cubicBezTo>
                  <a:pt x="1235218" y="3807618"/>
                  <a:pt x="1235468" y="3806788"/>
                  <a:pt x="1235468" y="3806788"/>
                </a:cubicBezTo>
                <a:lnTo>
                  <a:pt x="1243943" y="3792077"/>
                </a:lnTo>
                <a:cubicBezTo>
                  <a:pt x="1244109" y="3791745"/>
                  <a:pt x="1244524" y="3791496"/>
                  <a:pt x="1244940" y="3791496"/>
                </a:cubicBezTo>
                <a:lnTo>
                  <a:pt x="1261889" y="3791495"/>
                </a:lnTo>
                <a:cubicBezTo>
                  <a:pt x="1262303" y="3791494"/>
                  <a:pt x="1262885" y="3792076"/>
                  <a:pt x="1262885" y="3792076"/>
                </a:cubicBezTo>
                <a:lnTo>
                  <a:pt x="1271358" y="3806785"/>
                </a:lnTo>
                <a:cubicBezTo>
                  <a:pt x="1271608" y="3807117"/>
                  <a:pt x="1271358" y="3807949"/>
                  <a:pt x="1271358" y="3807949"/>
                </a:cubicBezTo>
                <a:lnTo>
                  <a:pt x="1262884" y="3822658"/>
                </a:lnTo>
                <a:cubicBezTo>
                  <a:pt x="1262717" y="3822990"/>
                  <a:pt x="1262301" y="3823239"/>
                  <a:pt x="1261886" y="3823239"/>
                </a:cubicBezTo>
                <a:close/>
                <a:moveTo>
                  <a:pt x="1004160" y="3758855"/>
                </a:moveTo>
                <a:cubicBezTo>
                  <a:pt x="1003745" y="3758856"/>
                  <a:pt x="1003164" y="3758274"/>
                  <a:pt x="1003164" y="3758274"/>
                </a:cubicBezTo>
                <a:lnTo>
                  <a:pt x="994690" y="3743567"/>
                </a:lnTo>
                <a:cubicBezTo>
                  <a:pt x="994440" y="3743234"/>
                  <a:pt x="994690" y="3742404"/>
                  <a:pt x="994690" y="3742404"/>
                </a:cubicBezTo>
                <a:lnTo>
                  <a:pt x="1003165" y="3727694"/>
                </a:lnTo>
                <a:cubicBezTo>
                  <a:pt x="1003331" y="3727362"/>
                  <a:pt x="1003746" y="3727113"/>
                  <a:pt x="1004163" y="3727113"/>
                </a:cubicBezTo>
                <a:lnTo>
                  <a:pt x="1021111" y="3727113"/>
                </a:lnTo>
                <a:cubicBezTo>
                  <a:pt x="1021525" y="3727112"/>
                  <a:pt x="1022107" y="3727693"/>
                  <a:pt x="1022107" y="3727693"/>
                </a:cubicBezTo>
                <a:lnTo>
                  <a:pt x="1030581" y="3742402"/>
                </a:lnTo>
                <a:cubicBezTo>
                  <a:pt x="1030830" y="3742733"/>
                  <a:pt x="1030581" y="3743565"/>
                  <a:pt x="1030581" y="3743565"/>
                </a:cubicBezTo>
                <a:lnTo>
                  <a:pt x="1022106" y="3758274"/>
                </a:lnTo>
                <a:cubicBezTo>
                  <a:pt x="1021940" y="3758606"/>
                  <a:pt x="1021524" y="3758855"/>
                  <a:pt x="1021109" y="3758855"/>
                </a:cubicBezTo>
                <a:close/>
                <a:moveTo>
                  <a:pt x="1184444" y="3807798"/>
                </a:moveTo>
                <a:cubicBezTo>
                  <a:pt x="1184029" y="3807798"/>
                  <a:pt x="1183364" y="3807217"/>
                  <a:pt x="1183364" y="3807217"/>
                </a:cubicBezTo>
                <a:lnTo>
                  <a:pt x="1174641" y="3792094"/>
                </a:lnTo>
                <a:cubicBezTo>
                  <a:pt x="1174391" y="3791679"/>
                  <a:pt x="1174641" y="3790848"/>
                  <a:pt x="1174641" y="3790848"/>
                </a:cubicBezTo>
                <a:lnTo>
                  <a:pt x="1183365" y="3775726"/>
                </a:lnTo>
                <a:cubicBezTo>
                  <a:pt x="1183615" y="3775393"/>
                  <a:pt x="1184030" y="3775144"/>
                  <a:pt x="1184445" y="3775144"/>
                </a:cubicBezTo>
                <a:lnTo>
                  <a:pt x="1201975" y="3775143"/>
                </a:lnTo>
                <a:cubicBezTo>
                  <a:pt x="1202390" y="3775143"/>
                  <a:pt x="1203055" y="3775725"/>
                  <a:pt x="1203055" y="3775725"/>
                </a:cubicBezTo>
                <a:lnTo>
                  <a:pt x="1211777" y="3790847"/>
                </a:lnTo>
                <a:cubicBezTo>
                  <a:pt x="1212027" y="3791262"/>
                  <a:pt x="1211777" y="3792093"/>
                  <a:pt x="1211777" y="3792093"/>
                </a:cubicBezTo>
                <a:lnTo>
                  <a:pt x="1203054" y="3807216"/>
                </a:lnTo>
                <a:cubicBezTo>
                  <a:pt x="1202805" y="3807548"/>
                  <a:pt x="1202389" y="3807798"/>
                  <a:pt x="1201974" y="3807797"/>
                </a:cubicBezTo>
                <a:close/>
                <a:moveTo>
                  <a:pt x="1063962" y="3775657"/>
                </a:moveTo>
                <a:cubicBezTo>
                  <a:pt x="1063546" y="3775657"/>
                  <a:pt x="1062881" y="3774992"/>
                  <a:pt x="1062881" y="3774992"/>
                </a:cubicBezTo>
                <a:lnTo>
                  <a:pt x="1054076" y="3759619"/>
                </a:lnTo>
                <a:cubicBezTo>
                  <a:pt x="1053827" y="3759205"/>
                  <a:pt x="1054076" y="3758373"/>
                  <a:pt x="1054076" y="3758373"/>
                </a:cubicBezTo>
                <a:lnTo>
                  <a:pt x="1062966" y="3743001"/>
                </a:lnTo>
                <a:cubicBezTo>
                  <a:pt x="1063216" y="3742584"/>
                  <a:pt x="1063631" y="3742336"/>
                  <a:pt x="1064046" y="3742336"/>
                </a:cubicBezTo>
                <a:lnTo>
                  <a:pt x="1081742" y="3742335"/>
                </a:lnTo>
                <a:cubicBezTo>
                  <a:pt x="1082158" y="3742334"/>
                  <a:pt x="1082823" y="3743000"/>
                  <a:pt x="1082823" y="3743000"/>
                </a:cubicBezTo>
                <a:lnTo>
                  <a:pt x="1091629" y="3758371"/>
                </a:lnTo>
                <a:cubicBezTo>
                  <a:pt x="1091877" y="3758788"/>
                  <a:pt x="1091629" y="3759618"/>
                  <a:pt x="1091629" y="3759618"/>
                </a:cubicBezTo>
                <a:lnTo>
                  <a:pt x="1082738" y="3774991"/>
                </a:lnTo>
                <a:cubicBezTo>
                  <a:pt x="1082489" y="3775406"/>
                  <a:pt x="1082072" y="3775656"/>
                  <a:pt x="1081658" y="3775657"/>
                </a:cubicBezTo>
                <a:close/>
                <a:moveTo>
                  <a:pt x="2868868" y="4260648"/>
                </a:moveTo>
                <a:cubicBezTo>
                  <a:pt x="2868369" y="4260648"/>
                  <a:pt x="2867705" y="4259984"/>
                  <a:pt x="2867705" y="4259984"/>
                </a:cubicBezTo>
                <a:lnTo>
                  <a:pt x="2858235" y="4243531"/>
                </a:lnTo>
                <a:cubicBezTo>
                  <a:pt x="2857986" y="4243115"/>
                  <a:pt x="2858235" y="4242200"/>
                  <a:pt x="2858235" y="4242200"/>
                </a:cubicBezTo>
                <a:lnTo>
                  <a:pt x="2867790" y="4225747"/>
                </a:lnTo>
                <a:cubicBezTo>
                  <a:pt x="2868039" y="4225331"/>
                  <a:pt x="2868454" y="4225082"/>
                  <a:pt x="2868953" y="4225082"/>
                </a:cubicBezTo>
                <a:lnTo>
                  <a:pt x="2887979" y="4225080"/>
                </a:lnTo>
                <a:cubicBezTo>
                  <a:pt x="2888477" y="4225081"/>
                  <a:pt x="2889141" y="4225746"/>
                  <a:pt x="2889141" y="4225746"/>
                </a:cubicBezTo>
                <a:lnTo>
                  <a:pt x="2898612" y="4242198"/>
                </a:lnTo>
                <a:cubicBezTo>
                  <a:pt x="2898861" y="4242614"/>
                  <a:pt x="2898612" y="4243528"/>
                  <a:pt x="2898612" y="4243528"/>
                </a:cubicBezTo>
                <a:lnTo>
                  <a:pt x="2889056" y="4259982"/>
                </a:lnTo>
                <a:cubicBezTo>
                  <a:pt x="2888807" y="4260398"/>
                  <a:pt x="2888392" y="4260647"/>
                  <a:pt x="2887893" y="4260647"/>
                </a:cubicBezTo>
                <a:close/>
                <a:moveTo>
                  <a:pt x="1604972" y="3922156"/>
                </a:moveTo>
                <a:cubicBezTo>
                  <a:pt x="1604473" y="3922156"/>
                  <a:pt x="1603809" y="3921491"/>
                  <a:pt x="1603809" y="3921491"/>
                </a:cubicBezTo>
                <a:lnTo>
                  <a:pt x="1594338" y="3905124"/>
                </a:lnTo>
                <a:cubicBezTo>
                  <a:pt x="1594088" y="3904708"/>
                  <a:pt x="1594338" y="3903794"/>
                  <a:pt x="1594338" y="3903794"/>
                </a:cubicBezTo>
                <a:lnTo>
                  <a:pt x="1603809" y="3887427"/>
                </a:lnTo>
                <a:cubicBezTo>
                  <a:pt x="1604058" y="3887011"/>
                  <a:pt x="1604473" y="3886762"/>
                  <a:pt x="1604972" y="3886762"/>
                </a:cubicBezTo>
                <a:lnTo>
                  <a:pt x="1623915" y="3886762"/>
                </a:lnTo>
                <a:cubicBezTo>
                  <a:pt x="1624412" y="3886762"/>
                  <a:pt x="1625077" y="3887427"/>
                  <a:pt x="1625077" y="3887427"/>
                </a:cubicBezTo>
                <a:lnTo>
                  <a:pt x="1634548" y="3903793"/>
                </a:lnTo>
                <a:cubicBezTo>
                  <a:pt x="1634797" y="3904209"/>
                  <a:pt x="1634548" y="3905123"/>
                  <a:pt x="1634548" y="3905123"/>
                </a:cubicBezTo>
                <a:lnTo>
                  <a:pt x="1625077" y="3921490"/>
                </a:lnTo>
                <a:cubicBezTo>
                  <a:pt x="1624828" y="3921906"/>
                  <a:pt x="1624412" y="3922155"/>
                  <a:pt x="1623914" y="3922155"/>
                </a:cubicBezTo>
                <a:close/>
                <a:moveTo>
                  <a:pt x="3651024" y="4470974"/>
                </a:moveTo>
                <a:cubicBezTo>
                  <a:pt x="3650609" y="4470974"/>
                  <a:pt x="3650110" y="4470725"/>
                  <a:pt x="3649861" y="4470309"/>
                </a:cubicBezTo>
                <a:lnTo>
                  <a:pt x="3640058" y="4453276"/>
                </a:lnTo>
                <a:cubicBezTo>
                  <a:pt x="3639809" y="4452861"/>
                  <a:pt x="3639809" y="4452279"/>
                  <a:pt x="3640058" y="4451864"/>
                </a:cubicBezTo>
                <a:lnTo>
                  <a:pt x="3649862" y="4434830"/>
                </a:lnTo>
                <a:cubicBezTo>
                  <a:pt x="3650111" y="4434414"/>
                  <a:pt x="3650527" y="4434164"/>
                  <a:pt x="3651025" y="4434165"/>
                </a:cubicBezTo>
                <a:lnTo>
                  <a:pt x="3670632" y="4434164"/>
                </a:lnTo>
                <a:cubicBezTo>
                  <a:pt x="3671048" y="4434164"/>
                  <a:pt x="3671546" y="4434413"/>
                  <a:pt x="3671795" y="4434829"/>
                </a:cubicBezTo>
                <a:lnTo>
                  <a:pt x="3681599" y="4451862"/>
                </a:lnTo>
                <a:cubicBezTo>
                  <a:pt x="3681848" y="4452277"/>
                  <a:pt x="3681848" y="4452859"/>
                  <a:pt x="3681599" y="4453275"/>
                </a:cubicBezTo>
                <a:lnTo>
                  <a:pt x="3671794" y="4470308"/>
                </a:lnTo>
                <a:cubicBezTo>
                  <a:pt x="3671545" y="4470724"/>
                  <a:pt x="3671129" y="4470973"/>
                  <a:pt x="3670631" y="4470973"/>
                </a:cubicBezTo>
                <a:close/>
                <a:moveTo>
                  <a:pt x="3951774" y="4551772"/>
                </a:moveTo>
                <a:cubicBezTo>
                  <a:pt x="3951276" y="4551772"/>
                  <a:pt x="3950778" y="4551439"/>
                  <a:pt x="3950528" y="4551024"/>
                </a:cubicBezTo>
                <a:lnTo>
                  <a:pt x="3940559" y="4533657"/>
                </a:lnTo>
                <a:cubicBezTo>
                  <a:pt x="3940311" y="4533241"/>
                  <a:pt x="3940311" y="4532660"/>
                  <a:pt x="3940560" y="4532244"/>
                </a:cubicBezTo>
                <a:lnTo>
                  <a:pt x="3950613" y="4514876"/>
                </a:lnTo>
                <a:cubicBezTo>
                  <a:pt x="3950863" y="4514377"/>
                  <a:pt x="3951361" y="4514127"/>
                  <a:pt x="3951860" y="4514128"/>
                </a:cubicBezTo>
                <a:lnTo>
                  <a:pt x="3971883" y="4514126"/>
                </a:lnTo>
                <a:cubicBezTo>
                  <a:pt x="3972381" y="4514126"/>
                  <a:pt x="3972879" y="4514458"/>
                  <a:pt x="3973129" y="4514874"/>
                </a:cubicBezTo>
                <a:lnTo>
                  <a:pt x="3983096" y="4532241"/>
                </a:lnTo>
                <a:cubicBezTo>
                  <a:pt x="3983346" y="4532657"/>
                  <a:pt x="3983346" y="4533238"/>
                  <a:pt x="3983096" y="4533655"/>
                </a:cubicBezTo>
                <a:lnTo>
                  <a:pt x="3973043" y="4551022"/>
                </a:lnTo>
                <a:cubicBezTo>
                  <a:pt x="3972794" y="4551523"/>
                  <a:pt x="3972295" y="4551770"/>
                  <a:pt x="3971797" y="4551770"/>
                </a:cubicBezTo>
                <a:close/>
                <a:moveTo>
                  <a:pt x="3771246" y="4503414"/>
                </a:moveTo>
                <a:cubicBezTo>
                  <a:pt x="3770748" y="4503414"/>
                  <a:pt x="3770250" y="4503164"/>
                  <a:pt x="3770000" y="4502749"/>
                </a:cubicBezTo>
                <a:lnTo>
                  <a:pt x="3760032" y="4485465"/>
                </a:lnTo>
                <a:cubicBezTo>
                  <a:pt x="3759783" y="4485050"/>
                  <a:pt x="3759784" y="4484468"/>
                  <a:pt x="3760032" y="4484052"/>
                </a:cubicBezTo>
                <a:lnTo>
                  <a:pt x="3770003" y="4466768"/>
                </a:lnTo>
                <a:cubicBezTo>
                  <a:pt x="3770252" y="4466352"/>
                  <a:pt x="3770751" y="4466103"/>
                  <a:pt x="3771249" y="4466103"/>
                </a:cubicBezTo>
                <a:lnTo>
                  <a:pt x="3791189" y="4466102"/>
                </a:lnTo>
                <a:cubicBezTo>
                  <a:pt x="3791687" y="4466102"/>
                  <a:pt x="3792186" y="4466351"/>
                  <a:pt x="3792435" y="4466767"/>
                </a:cubicBezTo>
                <a:lnTo>
                  <a:pt x="3802403" y="4484050"/>
                </a:lnTo>
                <a:cubicBezTo>
                  <a:pt x="3802652" y="4484466"/>
                  <a:pt x="3802652" y="4485047"/>
                  <a:pt x="3802403" y="4485462"/>
                </a:cubicBezTo>
                <a:lnTo>
                  <a:pt x="3792432" y="4502748"/>
                </a:lnTo>
                <a:cubicBezTo>
                  <a:pt x="3792184" y="4503163"/>
                  <a:pt x="3791685" y="4503413"/>
                  <a:pt x="3791187" y="4503413"/>
                </a:cubicBezTo>
                <a:close/>
                <a:moveTo>
                  <a:pt x="3349897" y="4390561"/>
                </a:moveTo>
                <a:cubicBezTo>
                  <a:pt x="3349398" y="4390560"/>
                  <a:pt x="3348900" y="4390227"/>
                  <a:pt x="3348651" y="4389812"/>
                </a:cubicBezTo>
                <a:lnTo>
                  <a:pt x="3338682" y="4372445"/>
                </a:lnTo>
                <a:cubicBezTo>
                  <a:pt x="3338433" y="4372029"/>
                  <a:pt x="3338433" y="4371448"/>
                  <a:pt x="3338682" y="4371032"/>
                </a:cubicBezTo>
                <a:lnTo>
                  <a:pt x="3348735" y="4353664"/>
                </a:lnTo>
                <a:cubicBezTo>
                  <a:pt x="3348985" y="4353164"/>
                  <a:pt x="3349483" y="4352916"/>
                  <a:pt x="3349982" y="4352916"/>
                </a:cubicBezTo>
                <a:lnTo>
                  <a:pt x="3370005" y="4352915"/>
                </a:lnTo>
                <a:cubicBezTo>
                  <a:pt x="3370503" y="4352915"/>
                  <a:pt x="3371002" y="4353246"/>
                  <a:pt x="3371251" y="4353663"/>
                </a:cubicBezTo>
                <a:lnTo>
                  <a:pt x="3381219" y="4371029"/>
                </a:lnTo>
                <a:cubicBezTo>
                  <a:pt x="3381468" y="4371446"/>
                  <a:pt x="3381468" y="4372027"/>
                  <a:pt x="3381219" y="4372443"/>
                </a:cubicBezTo>
                <a:lnTo>
                  <a:pt x="3371165" y="4389811"/>
                </a:lnTo>
                <a:cubicBezTo>
                  <a:pt x="3370916" y="4390310"/>
                  <a:pt x="3370417" y="4390559"/>
                  <a:pt x="3369919" y="4390559"/>
                </a:cubicBezTo>
                <a:close/>
                <a:moveTo>
                  <a:pt x="3590675" y="4455081"/>
                </a:moveTo>
                <a:cubicBezTo>
                  <a:pt x="3590177" y="4455081"/>
                  <a:pt x="3589678" y="4454831"/>
                  <a:pt x="3589429" y="4454416"/>
                </a:cubicBezTo>
                <a:lnTo>
                  <a:pt x="3579461" y="4437132"/>
                </a:lnTo>
                <a:cubicBezTo>
                  <a:pt x="3579212" y="4436717"/>
                  <a:pt x="3579212" y="4436136"/>
                  <a:pt x="3579461" y="4435720"/>
                </a:cubicBezTo>
                <a:lnTo>
                  <a:pt x="3589431" y="4418436"/>
                </a:lnTo>
                <a:cubicBezTo>
                  <a:pt x="3589680" y="4418020"/>
                  <a:pt x="3590179" y="4417771"/>
                  <a:pt x="3590677" y="4417771"/>
                </a:cubicBezTo>
                <a:lnTo>
                  <a:pt x="3610617" y="4417770"/>
                </a:lnTo>
                <a:cubicBezTo>
                  <a:pt x="3611115" y="4417770"/>
                  <a:pt x="3611614" y="4418019"/>
                  <a:pt x="3611863" y="4418435"/>
                </a:cubicBezTo>
                <a:lnTo>
                  <a:pt x="3621832" y="4435718"/>
                </a:lnTo>
                <a:cubicBezTo>
                  <a:pt x="3622080" y="4436134"/>
                  <a:pt x="3622081" y="4436715"/>
                  <a:pt x="3621832" y="4437130"/>
                </a:cubicBezTo>
                <a:lnTo>
                  <a:pt x="3611861" y="4454415"/>
                </a:lnTo>
                <a:cubicBezTo>
                  <a:pt x="3611612" y="4454830"/>
                  <a:pt x="3611114" y="4455080"/>
                  <a:pt x="3610616" y="4455080"/>
                </a:cubicBezTo>
                <a:close/>
                <a:moveTo>
                  <a:pt x="3831365" y="4519654"/>
                </a:moveTo>
                <a:cubicBezTo>
                  <a:pt x="3830866" y="4519654"/>
                  <a:pt x="3830369" y="4519322"/>
                  <a:pt x="3830119" y="4518906"/>
                </a:cubicBezTo>
                <a:lnTo>
                  <a:pt x="3820150" y="4501540"/>
                </a:lnTo>
                <a:cubicBezTo>
                  <a:pt x="3819901" y="4501124"/>
                  <a:pt x="3819901" y="4500543"/>
                  <a:pt x="3820150" y="4500126"/>
                </a:cubicBezTo>
                <a:lnTo>
                  <a:pt x="3830203" y="4482760"/>
                </a:lnTo>
                <a:cubicBezTo>
                  <a:pt x="3830454" y="4482260"/>
                  <a:pt x="3830951" y="4482011"/>
                  <a:pt x="3831451" y="4482011"/>
                </a:cubicBezTo>
                <a:lnTo>
                  <a:pt x="3851473" y="4482011"/>
                </a:lnTo>
                <a:cubicBezTo>
                  <a:pt x="3851971" y="4482010"/>
                  <a:pt x="3852470" y="4482342"/>
                  <a:pt x="3852719" y="4482758"/>
                </a:cubicBezTo>
                <a:lnTo>
                  <a:pt x="3862687" y="4500124"/>
                </a:lnTo>
                <a:cubicBezTo>
                  <a:pt x="3862937" y="4500541"/>
                  <a:pt x="3862937" y="4501122"/>
                  <a:pt x="3862687" y="4501537"/>
                </a:cubicBezTo>
                <a:lnTo>
                  <a:pt x="3852633" y="4518905"/>
                </a:lnTo>
                <a:cubicBezTo>
                  <a:pt x="3852385" y="4519404"/>
                  <a:pt x="3851886" y="4519653"/>
                  <a:pt x="3851388" y="4519653"/>
                </a:cubicBezTo>
                <a:close/>
                <a:moveTo>
                  <a:pt x="3711006" y="4487488"/>
                </a:moveTo>
                <a:cubicBezTo>
                  <a:pt x="3710508" y="4487488"/>
                  <a:pt x="3710010" y="4487239"/>
                  <a:pt x="3709761" y="4486823"/>
                </a:cubicBezTo>
                <a:lnTo>
                  <a:pt x="3699792" y="4469541"/>
                </a:lnTo>
                <a:cubicBezTo>
                  <a:pt x="3699543" y="4469126"/>
                  <a:pt x="3699543" y="4468545"/>
                  <a:pt x="3699792" y="4468129"/>
                </a:cubicBezTo>
                <a:lnTo>
                  <a:pt x="3709762" y="4450846"/>
                </a:lnTo>
                <a:cubicBezTo>
                  <a:pt x="3710011" y="4450431"/>
                  <a:pt x="3710510" y="4450182"/>
                  <a:pt x="3711008" y="4450182"/>
                </a:cubicBezTo>
                <a:lnTo>
                  <a:pt x="3730948" y="4450181"/>
                </a:lnTo>
                <a:cubicBezTo>
                  <a:pt x="3731446" y="4450181"/>
                  <a:pt x="3731945" y="4450430"/>
                  <a:pt x="3732193" y="4450846"/>
                </a:cubicBezTo>
                <a:lnTo>
                  <a:pt x="3742162" y="4468128"/>
                </a:lnTo>
                <a:cubicBezTo>
                  <a:pt x="3742411" y="4468544"/>
                  <a:pt x="3742411" y="4469125"/>
                  <a:pt x="3742162" y="4469540"/>
                </a:cubicBezTo>
                <a:lnTo>
                  <a:pt x="3732193" y="4486823"/>
                </a:lnTo>
                <a:cubicBezTo>
                  <a:pt x="3731944" y="4487238"/>
                  <a:pt x="3731445" y="4487488"/>
                  <a:pt x="3730947" y="4487488"/>
                </a:cubicBezTo>
                <a:close/>
                <a:moveTo>
                  <a:pt x="3289686" y="4374663"/>
                </a:moveTo>
                <a:cubicBezTo>
                  <a:pt x="3289188" y="4374663"/>
                  <a:pt x="3288689" y="4374413"/>
                  <a:pt x="3288440" y="4373998"/>
                </a:cubicBezTo>
                <a:lnTo>
                  <a:pt x="3278471" y="4356716"/>
                </a:lnTo>
                <a:cubicBezTo>
                  <a:pt x="3278222" y="4356301"/>
                  <a:pt x="3278222" y="4355720"/>
                  <a:pt x="3278471" y="4355304"/>
                </a:cubicBezTo>
                <a:lnTo>
                  <a:pt x="3288440" y="4338023"/>
                </a:lnTo>
                <a:cubicBezTo>
                  <a:pt x="3288690" y="4337607"/>
                  <a:pt x="3289188" y="4337358"/>
                  <a:pt x="3289687" y="4337357"/>
                </a:cubicBezTo>
                <a:lnTo>
                  <a:pt x="3309626" y="4337358"/>
                </a:lnTo>
                <a:cubicBezTo>
                  <a:pt x="3310125" y="4337357"/>
                  <a:pt x="3310623" y="4337607"/>
                  <a:pt x="3310872" y="4338022"/>
                </a:cubicBezTo>
                <a:lnTo>
                  <a:pt x="3320841" y="4355303"/>
                </a:lnTo>
                <a:cubicBezTo>
                  <a:pt x="3321090" y="4355719"/>
                  <a:pt x="3321090" y="4356300"/>
                  <a:pt x="3320841" y="4356715"/>
                </a:cubicBezTo>
                <a:lnTo>
                  <a:pt x="3310872" y="4373997"/>
                </a:lnTo>
                <a:cubicBezTo>
                  <a:pt x="3310623" y="4374413"/>
                  <a:pt x="3310124" y="4374663"/>
                  <a:pt x="3309626" y="4374663"/>
                </a:cubicBezTo>
                <a:close/>
                <a:moveTo>
                  <a:pt x="882232" y="3729613"/>
                </a:moveTo>
                <a:cubicBezTo>
                  <a:pt x="881733" y="3729613"/>
                  <a:pt x="881235" y="3729362"/>
                  <a:pt x="880986" y="3728948"/>
                </a:cubicBezTo>
                <a:lnTo>
                  <a:pt x="871016" y="3711666"/>
                </a:lnTo>
                <a:cubicBezTo>
                  <a:pt x="870767" y="3711251"/>
                  <a:pt x="870768" y="3710670"/>
                  <a:pt x="871016" y="3710254"/>
                </a:cubicBezTo>
                <a:lnTo>
                  <a:pt x="880987" y="3692973"/>
                </a:lnTo>
                <a:cubicBezTo>
                  <a:pt x="881236" y="3692557"/>
                  <a:pt x="881734" y="3692308"/>
                  <a:pt x="882233" y="3692307"/>
                </a:cubicBezTo>
                <a:lnTo>
                  <a:pt x="902172" y="3692307"/>
                </a:lnTo>
                <a:cubicBezTo>
                  <a:pt x="902670" y="3692307"/>
                  <a:pt x="903169" y="3692556"/>
                  <a:pt x="903418" y="3692972"/>
                </a:cubicBezTo>
                <a:lnTo>
                  <a:pt x="913387" y="3710253"/>
                </a:lnTo>
                <a:cubicBezTo>
                  <a:pt x="913636" y="3710669"/>
                  <a:pt x="913637" y="3711250"/>
                  <a:pt x="913387" y="3711665"/>
                </a:cubicBezTo>
                <a:lnTo>
                  <a:pt x="903417" y="3728947"/>
                </a:lnTo>
                <a:cubicBezTo>
                  <a:pt x="903168" y="3729362"/>
                  <a:pt x="902669" y="3729612"/>
                  <a:pt x="902171" y="3729612"/>
                </a:cubicBezTo>
                <a:close/>
                <a:moveTo>
                  <a:pt x="3530424" y="4439198"/>
                </a:moveTo>
                <a:cubicBezTo>
                  <a:pt x="3529926" y="4439198"/>
                  <a:pt x="3529427" y="4438948"/>
                  <a:pt x="3529178" y="4438533"/>
                </a:cubicBezTo>
                <a:lnTo>
                  <a:pt x="3519209" y="4421251"/>
                </a:lnTo>
                <a:cubicBezTo>
                  <a:pt x="3518960" y="4420836"/>
                  <a:pt x="3518960" y="4420255"/>
                  <a:pt x="3519209" y="4419839"/>
                </a:cubicBezTo>
                <a:lnTo>
                  <a:pt x="3529178" y="4402558"/>
                </a:lnTo>
                <a:cubicBezTo>
                  <a:pt x="3529428" y="4402142"/>
                  <a:pt x="3529926" y="4401893"/>
                  <a:pt x="3530424" y="4401893"/>
                </a:cubicBezTo>
                <a:lnTo>
                  <a:pt x="3550364" y="4401893"/>
                </a:lnTo>
                <a:cubicBezTo>
                  <a:pt x="3550862" y="4401893"/>
                  <a:pt x="3551361" y="4402142"/>
                  <a:pt x="3551610" y="4402558"/>
                </a:cubicBezTo>
                <a:lnTo>
                  <a:pt x="3561579" y="4419839"/>
                </a:lnTo>
                <a:cubicBezTo>
                  <a:pt x="3561828" y="4420255"/>
                  <a:pt x="3561828" y="4420835"/>
                  <a:pt x="3561579" y="4421250"/>
                </a:cubicBezTo>
                <a:lnTo>
                  <a:pt x="3551610" y="4438533"/>
                </a:lnTo>
                <a:cubicBezTo>
                  <a:pt x="3551361" y="4438947"/>
                  <a:pt x="3550862" y="4439198"/>
                  <a:pt x="3550364" y="4439198"/>
                </a:cubicBezTo>
                <a:close/>
                <a:moveTo>
                  <a:pt x="4011866" y="4568252"/>
                </a:moveTo>
                <a:cubicBezTo>
                  <a:pt x="4011367" y="4568253"/>
                  <a:pt x="4010869" y="4567919"/>
                  <a:pt x="4010619" y="4567505"/>
                </a:cubicBezTo>
                <a:lnTo>
                  <a:pt x="4000650" y="4550140"/>
                </a:lnTo>
                <a:cubicBezTo>
                  <a:pt x="4000401" y="4549724"/>
                  <a:pt x="4000401" y="4549143"/>
                  <a:pt x="4000650" y="4548727"/>
                </a:cubicBezTo>
                <a:lnTo>
                  <a:pt x="4010702" y="4531363"/>
                </a:lnTo>
                <a:cubicBezTo>
                  <a:pt x="4010952" y="4530864"/>
                  <a:pt x="4011450" y="4530614"/>
                  <a:pt x="4011949" y="4530615"/>
                </a:cubicBezTo>
                <a:lnTo>
                  <a:pt x="4031972" y="4530614"/>
                </a:lnTo>
                <a:cubicBezTo>
                  <a:pt x="4032470" y="4530614"/>
                  <a:pt x="4032968" y="4530946"/>
                  <a:pt x="4033218" y="4531362"/>
                </a:cubicBezTo>
                <a:lnTo>
                  <a:pt x="4043186" y="4548726"/>
                </a:lnTo>
                <a:cubicBezTo>
                  <a:pt x="4043436" y="4549142"/>
                  <a:pt x="4043436" y="4549724"/>
                  <a:pt x="4043186" y="4550140"/>
                </a:cubicBezTo>
                <a:lnTo>
                  <a:pt x="4033134" y="4567504"/>
                </a:lnTo>
                <a:cubicBezTo>
                  <a:pt x="4032885" y="4568003"/>
                  <a:pt x="4032386" y="4568252"/>
                  <a:pt x="4031888" y="4568252"/>
                </a:cubicBezTo>
                <a:close/>
                <a:moveTo>
                  <a:pt x="4132225" y="4600641"/>
                </a:moveTo>
                <a:cubicBezTo>
                  <a:pt x="4131726" y="4600641"/>
                  <a:pt x="4131228" y="4600309"/>
                  <a:pt x="4130978" y="4599893"/>
                </a:cubicBezTo>
                <a:lnTo>
                  <a:pt x="4120926" y="4582446"/>
                </a:lnTo>
                <a:cubicBezTo>
                  <a:pt x="4120676" y="4582030"/>
                  <a:pt x="4120677" y="4581449"/>
                  <a:pt x="4120925" y="4581033"/>
                </a:cubicBezTo>
                <a:lnTo>
                  <a:pt x="4130979" y="4563586"/>
                </a:lnTo>
                <a:cubicBezTo>
                  <a:pt x="4131228" y="4563087"/>
                  <a:pt x="4131726" y="4562838"/>
                  <a:pt x="4132225" y="4562838"/>
                </a:cubicBezTo>
                <a:lnTo>
                  <a:pt x="4152330" y="4562838"/>
                </a:lnTo>
                <a:cubicBezTo>
                  <a:pt x="4152828" y="4562837"/>
                  <a:pt x="4153327" y="4563169"/>
                  <a:pt x="4153576" y="4563585"/>
                </a:cubicBezTo>
                <a:lnTo>
                  <a:pt x="4163629" y="4581032"/>
                </a:lnTo>
                <a:cubicBezTo>
                  <a:pt x="4163878" y="4581448"/>
                  <a:pt x="4163878" y="4582029"/>
                  <a:pt x="4163629" y="4582446"/>
                </a:cubicBezTo>
                <a:lnTo>
                  <a:pt x="4153575" y="4599892"/>
                </a:lnTo>
                <a:cubicBezTo>
                  <a:pt x="4153327" y="4600392"/>
                  <a:pt x="4152828" y="4600640"/>
                  <a:pt x="4152330" y="4600641"/>
                </a:cubicBezTo>
                <a:close/>
                <a:moveTo>
                  <a:pt x="3470014" y="4423245"/>
                </a:moveTo>
                <a:cubicBezTo>
                  <a:pt x="3469515" y="4423245"/>
                  <a:pt x="3469017" y="4422912"/>
                  <a:pt x="3468768" y="4422496"/>
                </a:cubicBezTo>
                <a:lnTo>
                  <a:pt x="3458467" y="4404714"/>
                </a:lnTo>
                <a:cubicBezTo>
                  <a:pt x="3458218" y="4404299"/>
                  <a:pt x="3458218" y="4403716"/>
                  <a:pt x="3458467" y="4403301"/>
                </a:cubicBezTo>
                <a:lnTo>
                  <a:pt x="3468771" y="4385517"/>
                </a:lnTo>
                <a:cubicBezTo>
                  <a:pt x="3469020" y="4385018"/>
                  <a:pt x="3469518" y="4384769"/>
                  <a:pt x="3470017" y="4384769"/>
                </a:cubicBezTo>
                <a:lnTo>
                  <a:pt x="3490537" y="4384767"/>
                </a:lnTo>
                <a:cubicBezTo>
                  <a:pt x="3491036" y="4384768"/>
                  <a:pt x="3491534" y="4385100"/>
                  <a:pt x="3491784" y="4385515"/>
                </a:cubicBezTo>
                <a:lnTo>
                  <a:pt x="3502084" y="4403298"/>
                </a:lnTo>
                <a:cubicBezTo>
                  <a:pt x="3502334" y="4403712"/>
                  <a:pt x="3502334" y="4404295"/>
                  <a:pt x="3502084" y="4404711"/>
                </a:cubicBezTo>
                <a:lnTo>
                  <a:pt x="3491782" y="4422495"/>
                </a:lnTo>
                <a:cubicBezTo>
                  <a:pt x="3491531" y="4422993"/>
                  <a:pt x="3491033" y="4423243"/>
                  <a:pt x="3490534" y="4423243"/>
                </a:cubicBezTo>
                <a:close/>
                <a:moveTo>
                  <a:pt x="3108878" y="4326688"/>
                </a:moveTo>
                <a:cubicBezTo>
                  <a:pt x="3108380" y="4326688"/>
                  <a:pt x="3107881" y="4326357"/>
                  <a:pt x="3107632" y="4325940"/>
                </a:cubicBezTo>
                <a:lnTo>
                  <a:pt x="3097331" y="4308075"/>
                </a:lnTo>
                <a:cubicBezTo>
                  <a:pt x="3097082" y="4307577"/>
                  <a:pt x="3097082" y="4306995"/>
                  <a:pt x="3097331" y="4306580"/>
                </a:cubicBezTo>
                <a:lnTo>
                  <a:pt x="3107634" y="4288713"/>
                </a:lnTo>
                <a:cubicBezTo>
                  <a:pt x="3107884" y="4288214"/>
                  <a:pt x="3108382" y="4287965"/>
                  <a:pt x="3108881" y="4287965"/>
                </a:cubicBezTo>
                <a:lnTo>
                  <a:pt x="3129568" y="4287964"/>
                </a:lnTo>
                <a:cubicBezTo>
                  <a:pt x="3130066" y="4287964"/>
                  <a:pt x="3130565" y="4288296"/>
                  <a:pt x="3130814" y="4288712"/>
                </a:cubicBezTo>
                <a:lnTo>
                  <a:pt x="3141115" y="4306577"/>
                </a:lnTo>
                <a:cubicBezTo>
                  <a:pt x="3141364" y="4307075"/>
                  <a:pt x="3141364" y="4307657"/>
                  <a:pt x="3141115" y="4308072"/>
                </a:cubicBezTo>
                <a:lnTo>
                  <a:pt x="3130811" y="4325939"/>
                </a:lnTo>
                <a:cubicBezTo>
                  <a:pt x="3130563" y="4326438"/>
                  <a:pt x="3130064" y="4326687"/>
                  <a:pt x="3129566" y="4326688"/>
                </a:cubicBezTo>
                <a:close/>
                <a:moveTo>
                  <a:pt x="1965276" y="4020283"/>
                </a:moveTo>
                <a:cubicBezTo>
                  <a:pt x="1964777" y="4020283"/>
                  <a:pt x="1964279" y="4019951"/>
                  <a:pt x="1964030" y="4019535"/>
                </a:cubicBezTo>
                <a:lnTo>
                  <a:pt x="1953647" y="4001585"/>
                </a:lnTo>
                <a:cubicBezTo>
                  <a:pt x="1953398" y="4001088"/>
                  <a:pt x="1953397" y="4000505"/>
                  <a:pt x="1953647" y="4000091"/>
                </a:cubicBezTo>
                <a:lnTo>
                  <a:pt x="1964033" y="3982140"/>
                </a:lnTo>
                <a:cubicBezTo>
                  <a:pt x="1964282" y="3981641"/>
                  <a:pt x="1964780" y="3981392"/>
                  <a:pt x="1965279" y="3981392"/>
                </a:cubicBezTo>
                <a:lnTo>
                  <a:pt x="1986049" y="3981391"/>
                </a:lnTo>
                <a:cubicBezTo>
                  <a:pt x="1986547" y="3981390"/>
                  <a:pt x="1987046" y="3981722"/>
                  <a:pt x="1987296" y="3982138"/>
                </a:cubicBezTo>
                <a:lnTo>
                  <a:pt x="1997679" y="4000087"/>
                </a:lnTo>
                <a:cubicBezTo>
                  <a:pt x="1997928" y="4000586"/>
                  <a:pt x="1997928" y="4001168"/>
                  <a:pt x="1997679" y="4001583"/>
                </a:cubicBezTo>
                <a:lnTo>
                  <a:pt x="1987293" y="4019534"/>
                </a:lnTo>
                <a:cubicBezTo>
                  <a:pt x="1987044" y="4020032"/>
                  <a:pt x="1986545" y="4020281"/>
                  <a:pt x="1986047" y="4020282"/>
                </a:cubicBezTo>
                <a:close/>
                <a:moveTo>
                  <a:pt x="3048684" y="4310593"/>
                </a:moveTo>
                <a:cubicBezTo>
                  <a:pt x="3048186" y="4310592"/>
                  <a:pt x="3047687" y="4310261"/>
                  <a:pt x="3047438" y="4309845"/>
                </a:cubicBezTo>
                <a:lnTo>
                  <a:pt x="3037137" y="4291980"/>
                </a:lnTo>
                <a:cubicBezTo>
                  <a:pt x="3036888" y="4291482"/>
                  <a:pt x="3036888" y="4290900"/>
                  <a:pt x="3037137" y="4290485"/>
                </a:cubicBezTo>
                <a:lnTo>
                  <a:pt x="3047440" y="4272618"/>
                </a:lnTo>
                <a:cubicBezTo>
                  <a:pt x="3047689" y="4272119"/>
                  <a:pt x="3048188" y="4271870"/>
                  <a:pt x="3048686" y="4271869"/>
                </a:cubicBezTo>
                <a:lnTo>
                  <a:pt x="3069373" y="4271869"/>
                </a:lnTo>
                <a:cubicBezTo>
                  <a:pt x="3069871" y="4271869"/>
                  <a:pt x="3070370" y="4272201"/>
                  <a:pt x="3070619" y="4272617"/>
                </a:cubicBezTo>
                <a:lnTo>
                  <a:pt x="3080920" y="4290482"/>
                </a:lnTo>
                <a:cubicBezTo>
                  <a:pt x="3081169" y="4290980"/>
                  <a:pt x="3081170" y="4291563"/>
                  <a:pt x="3080920" y="4291977"/>
                </a:cubicBezTo>
                <a:lnTo>
                  <a:pt x="3070617" y="4309844"/>
                </a:lnTo>
                <a:cubicBezTo>
                  <a:pt x="3070368" y="4310343"/>
                  <a:pt x="3069869" y="4310592"/>
                  <a:pt x="3069371" y="4310592"/>
                </a:cubicBezTo>
                <a:close/>
                <a:moveTo>
                  <a:pt x="2988519" y="4294478"/>
                </a:moveTo>
                <a:cubicBezTo>
                  <a:pt x="2988020" y="4294479"/>
                  <a:pt x="2987523" y="4294145"/>
                  <a:pt x="2987273" y="4293731"/>
                </a:cubicBezTo>
                <a:lnTo>
                  <a:pt x="2977055" y="4276033"/>
                </a:lnTo>
                <a:cubicBezTo>
                  <a:pt x="2976806" y="4275617"/>
                  <a:pt x="2976806" y="4275036"/>
                  <a:pt x="2977055" y="4274621"/>
                </a:cubicBezTo>
                <a:lnTo>
                  <a:pt x="2987275" y="4256923"/>
                </a:lnTo>
                <a:cubicBezTo>
                  <a:pt x="2987524" y="4256424"/>
                  <a:pt x="2988022" y="4256175"/>
                  <a:pt x="2988521" y="4256175"/>
                </a:cubicBezTo>
                <a:lnTo>
                  <a:pt x="3008958" y="4256175"/>
                </a:lnTo>
                <a:cubicBezTo>
                  <a:pt x="3009457" y="4256175"/>
                  <a:pt x="3009955" y="4256507"/>
                  <a:pt x="3010204" y="4256923"/>
                </a:cubicBezTo>
                <a:lnTo>
                  <a:pt x="3020422" y="4274620"/>
                </a:lnTo>
                <a:cubicBezTo>
                  <a:pt x="3020672" y="4275035"/>
                  <a:pt x="3020672" y="4275616"/>
                  <a:pt x="3020422" y="4276032"/>
                </a:cubicBezTo>
                <a:lnTo>
                  <a:pt x="3010203" y="4293730"/>
                </a:lnTo>
                <a:cubicBezTo>
                  <a:pt x="3009954" y="4294228"/>
                  <a:pt x="3009456" y="4294478"/>
                  <a:pt x="3008957" y="4294478"/>
                </a:cubicBezTo>
                <a:close/>
                <a:moveTo>
                  <a:pt x="3168903" y="4342955"/>
                </a:moveTo>
                <a:cubicBezTo>
                  <a:pt x="3168404" y="4342956"/>
                  <a:pt x="3167906" y="4342624"/>
                  <a:pt x="3167658" y="4342208"/>
                </a:cubicBezTo>
                <a:lnTo>
                  <a:pt x="3157273" y="4324176"/>
                </a:lnTo>
                <a:cubicBezTo>
                  <a:pt x="3157024" y="4323678"/>
                  <a:pt x="3157024" y="4323096"/>
                  <a:pt x="3157273" y="4322681"/>
                </a:cubicBezTo>
                <a:lnTo>
                  <a:pt x="3167743" y="4304649"/>
                </a:lnTo>
                <a:cubicBezTo>
                  <a:pt x="3167992" y="4304148"/>
                  <a:pt x="3168491" y="4303900"/>
                  <a:pt x="3168989" y="4303899"/>
                </a:cubicBezTo>
                <a:lnTo>
                  <a:pt x="3189842" y="4303898"/>
                </a:lnTo>
                <a:cubicBezTo>
                  <a:pt x="3190341" y="4303898"/>
                  <a:pt x="3190839" y="4304230"/>
                  <a:pt x="3191088" y="4304646"/>
                </a:cubicBezTo>
                <a:lnTo>
                  <a:pt x="3201472" y="4322678"/>
                </a:lnTo>
                <a:cubicBezTo>
                  <a:pt x="3201721" y="4323176"/>
                  <a:pt x="3201721" y="4323758"/>
                  <a:pt x="3201472" y="4324173"/>
                </a:cubicBezTo>
                <a:lnTo>
                  <a:pt x="3191003" y="4342207"/>
                </a:lnTo>
                <a:cubicBezTo>
                  <a:pt x="3190754" y="4342705"/>
                  <a:pt x="3190254" y="4342954"/>
                  <a:pt x="3189756" y="4342954"/>
                </a:cubicBezTo>
                <a:close/>
                <a:moveTo>
                  <a:pt x="3409703" y="4407486"/>
                </a:moveTo>
                <a:cubicBezTo>
                  <a:pt x="3409204" y="4407487"/>
                  <a:pt x="3408706" y="4407155"/>
                  <a:pt x="3408457" y="4406739"/>
                </a:cubicBezTo>
                <a:lnTo>
                  <a:pt x="3398073" y="4388791"/>
                </a:lnTo>
                <a:cubicBezTo>
                  <a:pt x="3397824" y="4388293"/>
                  <a:pt x="3397824" y="4387711"/>
                  <a:pt x="3398073" y="4387295"/>
                </a:cubicBezTo>
                <a:lnTo>
                  <a:pt x="3408459" y="4369347"/>
                </a:lnTo>
                <a:cubicBezTo>
                  <a:pt x="3408708" y="4368848"/>
                  <a:pt x="3409206" y="4368599"/>
                  <a:pt x="3409705" y="4368599"/>
                </a:cubicBezTo>
                <a:lnTo>
                  <a:pt x="3430475" y="4368598"/>
                </a:lnTo>
                <a:cubicBezTo>
                  <a:pt x="3430973" y="4368597"/>
                  <a:pt x="3431472" y="4368930"/>
                  <a:pt x="3431721" y="4369346"/>
                </a:cubicBezTo>
                <a:lnTo>
                  <a:pt x="3442106" y="4387294"/>
                </a:lnTo>
                <a:cubicBezTo>
                  <a:pt x="3442355" y="4387792"/>
                  <a:pt x="3442354" y="4388374"/>
                  <a:pt x="3442106" y="4388789"/>
                </a:cubicBezTo>
                <a:lnTo>
                  <a:pt x="3431720" y="4406738"/>
                </a:lnTo>
                <a:cubicBezTo>
                  <a:pt x="3431471" y="4407236"/>
                  <a:pt x="3430972" y="4407485"/>
                  <a:pt x="3430474" y="4407485"/>
                </a:cubicBezTo>
                <a:close/>
                <a:moveTo>
                  <a:pt x="1904989" y="4004303"/>
                </a:moveTo>
                <a:cubicBezTo>
                  <a:pt x="1904490" y="4004304"/>
                  <a:pt x="1903992" y="4003972"/>
                  <a:pt x="1903743" y="4003557"/>
                </a:cubicBezTo>
                <a:lnTo>
                  <a:pt x="1893359" y="3985524"/>
                </a:lnTo>
                <a:cubicBezTo>
                  <a:pt x="1893110" y="3985026"/>
                  <a:pt x="1893110" y="3984444"/>
                  <a:pt x="1893359" y="3984028"/>
                </a:cubicBezTo>
                <a:lnTo>
                  <a:pt x="1903828" y="3965996"/>
                </a:lnTo>
                <a:cubicBezTo>
                  <a:pt x="1904077" y="3965496"/>
                  <a:pt x="1904577" y="3965248"/>
                  <a:pt x="1905075" y="3965247"/>
                </a:cubicBezTo>
                <a:lnTo>
                  <a:pt x="1925928" y="3965246"/>
                </a:lnTo>
                <a:cubicBezTo>
                  <a:pt x="1926427" y="3965246"/>
                  <a:pt x="1926925" y="3965578"/>
                  <a:pt x="1927174" y="3965994"/>
                </a:cubicBezTo>
                <a:lnTo>
                  <a:pt x="1937558" y="3984026"/>
                </a:lnTo>
                <a:cubicBezTo>
                  <a:pt x="1937807" y="3984524"/>
                  <a:pt x="1937807" y="3985106"/>
                  <a:pt x="1937558" y="3985521"/>
                </a:cubicBezTo>
                <a:lnTo>
                  <a:pt x="1927089" y="4003555"/>
                </a:lnTo>
                <a:cubicBezTo>
                  <a:pt x="1926840" y="4004053"/>
                  <a:pt x="1926340" y="4004302"/>
                  <a:pt x="1925842" y="4004302"/>
                </a:cubicBezTo>
                <a:close/>
                <a:moveTo>
                  <a:pt x="2386476" y="4133410"/>
                </a:moveTo>
                <a:cubicBezTo>
                  <a:pt x="2385978" y="4133410"/>
                  <a:pt x="2385480" y="4133078"/>
                  <a:pt x="2385231" y="4132662"/>
                </a:cubicBezTo>
                <a:lnTo>
                  <a:pt x="2374764" y="4114548"/>
                </a:lnTo>
                <a:cubicBezTo>
                  <a:pt x="2374515" y="4114049"/>
                  <a:pt x="2374515" y="4113467"/>
                  <a:pt x="2374764" y="4113052"/>
                </a:cubicBezTo>
                <a:lnTo>
                  <a:pt x="2385233" y="4094936"/>
                </a:lnTo>
                <a:cubicBezTo>
                  <a:pt x="2385482" y="4094437"/>
                  <a:pt x="2385981" y="4094189"/>
                  <a:pt x="2386479" y="4094188"/>
                </a:cubicBezTo>
                <a:lnTo>
                  <a:pt x="2407415" y="4094187"/>
                </a:lnTo>
                <a:cubicBezTo>
                  <a:pt x="2407914" y="4094187"/>
                  <a:pt x="2408412" y="4094519"/>
                  <a:pt x="2408661" y="4094935"/>
                </a:cubicBezTo>
                <a:lnTo>
                  <a:pt x="2419128" y="4113050"/>
                </a:lnTo>
                <a:cubicBezTo>
                  <a:pt x="2419378" y="4113548"/>
                  <a:pt x="2419378" y="4114130"/>
                  <a:pt x="2419128" y="4114545"/>
                </a:cubicBezTo>
                <a:lnTo>
                  <a:pt x="2408659" y="4132662"/>
                </a:lnTo>
                <a:cubicBezTo>
                  <a:pt x="2408410" y="4133160"/>
                  <a:pt x="2407912" y="4133409"/>
                  <a:pt x="2407413" y="4133409"/>
                </a:cubicBezTo>
                <a:close/>
                <a:moveTo>
                  <a:pt x="1784557" y="3972208"/>
                </a:moveTo>
                <a:cubicBezTo>
                  <a:pt x="1784059" y="3972208"/>
                  <a:pt x="1783560" y="3971874"/>
                  <a:pt x="1783310" y="3971460"/>
                </a:cubicBezTo>
                <a:lnTo>
                  <a:pt x="1772761" y="3953179"/>
                </a:lnTo>
                <a:cubicBezTo>
                  <a:pt x="1772511" y="3952680"/>
                  <a:pt x="1772512" y="3952098"/>
                  <a:pt x="1772761" y="3951683"/>
                </a:cubicBezTo>
                <a:lnTo>
                  <a:pt x="1783313" y="3933401"/>
                </a:lnTo>
                <a:cubicBezTo>
                  <a:pt x="1783562" y="3932902"/>
                  <a:pt x="1784061" y="3932653"/>
                  <a:pt x="1784559" y="3932653"/>
                </a:cubicBezTo>
                <a:lnTo>
                  <a:pt x="1805578" y="3932652"/>
                </a:lnTo>
                <a:cubicBezTo>
                  <a:pt x="1806076" y="3932652"/>
                  <a:pt x="1806575" y="3932983"/>
                  <a:pt x="1806824" y="3933400"/>
                </a:cubicBezTo>
                <a:lnTo>
                  <a:pt x="1817374" y="3951680"/>
                </a:lnTo>
                <a:cubicBezTo>
                  <a:pt x="1817623" y="3952179"/>
                  <a:pt x="1817623" y="3952760"/>
                  <a:pt x="1817374" y="3953176"/>
                </a:cubicBezTo>
                <a:lnTo>
                  <a:pt x="1806822" y="3971458"/>
                </a:lnTo>
                <a:cubicBezTo>
                  <a:pt x="1806573" y="3971956"/>
                  <a:pt x="1806074" y="3972206"/>
                  <a:pt x="1805576" y="3972207"/>
                </a:cubicBezTo>
                <a:close/>
                <a:moveTo>
                  <a:pt x="2145673" y="4068971"/>
                </a:moveTo>
                <a:cubicBezTo>
                  <a:pt x="2145175" y="4068972"/>
                  <a:pt x="2144676" y="4068638"/>
                  <a:pt x="2144427" y="4068223"/>
                </a:cubicBezTo>
                <a:lnTo>
                  <a:pt x="2133877" y="4049943"/>
                </a:lnTo>
                <a:cubicBezTo>
                  <a:pt x="2133628" y="4049444"/>
                  <a:pt x="2133628" y="4048862"/>
                  <a:pt x="2133877" y="4048447"/>
                </a:cubicBezTo>
                <a:lnTo>
                  <a:pt x="2144429" y="4030165"/>
                </a:lnTo>
                <a:cubicBezTo>
                  <a:pt x="2144678" y="4029666"/>
                  <a:pt x="2145177" y="4029416"/>
                  <a:pt x="2145675" y="4029417"/>
                </a:cubicBezTo>
                <a:lnTo>
                  <a:pt x="2166695" y="4029416"/>
                </a:lnTo>
                <a:cubicBezTo>
                  <a:pt x="2167193" y="4029416"/>
                  <a:pt x="2167692" y="4029747"/>
                  <a:pt x="2167941" y="4030163"/>
                </a:cubicBezTo>
                <a:lnTo>
                  <a:pt x="2178491" y="4048444"/>
                </a:lnTo>
                <a:cubicBezTo>
                  <a:pt x="2178741" y="4048943"/>
                  <a:pt x="2178741" y="4049524"/>
                  <a:pt x="2178490" y="4049940"/>
                </a:cubicBezTo>
                <a:lnTo>
                  <a:pt x="2167938" y="4068222"/>
                </a:lnTo>
                <a:cubicBezTo>
                  <a:pt x="2167689" y="4068720"/>
                  <a:pt x="2167190" y="4068970"/>
                  <a:pt x="2166692" y="4068970"/>
                </a:cubicBezTo>
                <a:close/>
                <a:moveTo>
                  <a:pt x="1664179" y="3939975"/>
                </a:moveTo>
                <a:cubicBezTo>
                  <a:pt x="1663681" y="3939975"/>
                  <a:pt x="1663182" y="3939642"/>
                  <a:pt x="1662933" y="3939226"/>
                </a:cubicBezTo>
                <a:lnTo>
                  <a:pt x="1652383" y="3920946"/>
                </a:lnTo>
                <a:cubicBezTo>
                  <a:pt x="1652134" y="3920447"/>
                  <a:pt x="1652134" y="3919865"/>
                  <a:pt x="1652383" y="3919449"/>
                </a:cubicBezTo>
                <a:lnTo>
                  <a:pt x="1662936" y="3901167"/>
                </a:lnTo>
                <a:cubicBezTo>
                  <a:pt x="1663185" y="3900669"/>
                  <a:pt x="1663684" y="3900420"/>
                  <a:pt x="1664182" y="3900420"/>
                </a:cubicBezTo>
                <a:lnTo>
                  <a:pt x="1685201" y="3900419"/>
                </a:lnTo>
                <a:cubicBezTo>
                  <a:pt x="1685700" y="3900418"/>
                  <a:pt x="1686198" y="3900751"/>
                  <a:pt x="1686447" y="3901167"/>
                </a:cubicBezTo>
                <a:lnTo>
                  <a:pt x="1696998" y="3919447"/>
                </a:lnTo>
                <a:cubicBezTo>
                  <a:pt x="1697247" y="3919946"/>
                  <a:pt x="1697247" y="3920528"/>
                  <a:pt x="1696998" y="3920944"/>
                </a:cubicBezTo>
                <a:lnTo>
                  <a:pt x="1686445" y="3939225"/>
                </a:lnTo>
                <a:cubicBezTo>
                  <a:pt x="1686196" y="3939723"/>
                  <a:pt x="1685698" y="3939973"/>
                  <a:pt x="1685199" y="3939973"/>
                </a:cubicBezTo>
                <a:close/>
                <a:moveTo>
                  <a:pt x="2205870" y="4085123"/>
                </a:moveTo>
                <a:cubicBezTo>
                  <a:pt x="2205372" y="4085123"/>
                  <a:pt x="2204874" y="4084791"/>
                  <a:pt x="2204625" y="4084376"/>
                </a:cubicBezTo>
                <a:lnTo>
                  <a:pt x="2194240" y="4066345"/>
                </a:lnTo>
                <a:cubicBezTo>
                  <a:pt x="2193991" y="4065847"/>
                  <a:pt x="2193991" y="4065265"/>
                  <a:pt x="2194240" y="4064850"/>
                </a:cubicBezTo>
                <a:lnTo>
                  <a:pt x="2204709" y="4046819"/>
                </a:lnTo>
                <a:cubicBezTo>
                  <a:pt x="2204958" y="4046320"/>
                  <a:pt x="2205457" y="4046071"/>
                  <a:pt x="2205955" y="4046071"/>
                </a:cubicBezTo>
                <a:lnTo>
                  <a:pt x="2226808" y="4046070"/>
                </a:lnTo>
                <a:cubicBezTo>
                  <a:pt x="2227307" y="4046071"/>
                  <a:pt x="2227805" y="4046403"/>
                  <a:pt x="2228054" y="4046819"/>
                </a:cubicBezTo>
                <a:lnTo>
                  <a:pt x="2238439" y="4064848"/>
                </a:lnTo>
                <a:cubicBezTo>
                  <a:pt x="2238688" y="4065346"/>
                  <a:pt x="2238688" y="4065928"/>
                  <a:pt x="2238439" y="4066344"/>
                </a:cubicBezTo>
                <a:lnTo>
                  <a:pt x="2227970" y="4084375"/>
                </a:lnTo>
                <a:cubicBezTo>
                  <a:pt x="2227721" y="4084873"/>
                  <a:pt x="2227222" y="4085122"/>
                  <a:pt x="2226724" y="4085122"/>
                </a:cubicBezTo>
                <a:close/>
                <a:moveTo>
                  <a:pt x="1724400" y="3956117"/>
                </a:moveTo>
                <a:cubicBezTo>
                  <a:pt x="1723902" y="3956117"/>
                  <a:pt x="1723404" y="3955785"/>
                  <a:pt x="1723155" y="3955369"/>
                </a:cubicBezTo>
                <a:lnTo>
                  <a:pt x="1712688" y="3937255"/>
                </a:lnTo>
                <a:cubicBezTo>
                  <a:pt x="1712439" y="3936757"/>
                  <a:pt x="1712439" y="3936176"/>
                  <a:pt x="1712688" y="3935760"/>
                </a:cubicBezTo>
                <a:lnTo>
                  <a:pt x="1723156" y="3917646"/>
                </a:lnTo>
                <a:cubicBezTo>
                  <a:pt x="1723405" y="3917147"/>
                  <a:pt x="1723904" y="3916897"/>
                  <a:pt x="1724402" y="3916898"/>
                </a:cubicBezTo>
                <a:lnTo>
                  <a:pt x="1745339" y="3916897"/>
                </a:lnTo>
                <a:cubicBezTo>
                  <a:pt x="1745838" y="3916897"/>
                  <a:pt x="1746335" y="3917229"/>
                  <a:pt x="1746585" y="3917645"/>
                </a:cubicBezTo>
                <a:lnTo>
                  <a:pt x="1757052" y="3935758"/>
                </a:lnTo>
                <a:cubicBezTo>
                  <a:pt x="1757302" y="3936256"/>
                  <a:pt x="1757302" y="3936838"/>
                  <a:pt x="1757052" y="3937253"/>
                </a:cubicBezTo>
                <a:lnTo>
                  <a:pt x="1746583" y="3955369"/>
                </a:lnTo>
                <a:cubicBezTo>
                  <a:pt x="1746334" y="3955867"/>
                  <a:pt x="1745836" y="3956116"/>
                  <a:pt x="1745337" y="3956116"/>
                </a:cubicBezTo>
                <a:close/>
                <a:moveTo>
                  <a:pt x="2326238" y="4117393"/>
                </a:moveTo>
                <a:cubicBezTo>
                  <a:pt x="2325739" y="4117393"/>
                  <a:pt x="2325241" y="4117061"/>
                  <a:pt x="2324992" y="4116646"/>
                </a:cubicBezTo>
                <a:lnTo>
                  <a:pt x="2314608" y="4098615"/>
                </a:lnTo>
                <a:cubicBezTo>
                  <a:pt x="2314358" y="4098117"/>
                  <a:pt x="2314359" y="4097535"/>
                  <a:pt x="2314608" y="4097119"/>
                </a:cubicBezTo>
                <a:lnTo>
                  <a:pt x="2325076" y="4079090"/>
                </a:lnTo>
                <a:cubicBezTo>
                  <a:pt x="2325325" y="4078591"/>
                  <a:pt x="2325824" y="4078342"/>
                  <a:pt x="2326322" y="4078341"/>
                </a:cubicBezTo>
                <a:lnTo>
                  <a:pt x="2347176" y="4078341"/>
                </a:lnTo>
                <a:cubicBezTo>
                  <a:pt x="2347675" y="4078341"/>
                  <a:pt x="2348172" y="4078672"/>
                  <a:pt x="2348422" y="4079089"/>
                </a:cubicBezTo>
                <a:lnTo>
                  <a:pt x="2358806" y="4097118"/>
                </a:lnTo>
                <a:cubicBezTo>
                  <a:pt x="2359055" y="4097617"/>
                  <a:pt x="2359055" y="4098199"/>
                  <a:pt x="2358806" y="4098614"/>
                </a:cubicBezTo>
                <a:lnTo>
                  <a:pt x="2348337" y="4116645"/>
                </a:lnTo>
                <a:cubicBezTo>
                  <a:pt x="2348088" y="4117143"/>
                  <a:pt x="2347589" y="4117392"/>
                  <a:pt x="2347091" y="4117392"/>
                </a:cubicBezTo>
                <a:close/>
                <a:moveTo>
                  <a:pt x="2085484" y="4053004"/>
                </a:moveTo>
                <a:cubicBezTo>
                  <a:pt x="2084986" y="4053004"/>
                  <a:pt x="2084487" y="4052672"/>
                  <a:pt x="2084238" y="4052257"/>
                </a:cubicBezTo>
                <a:lnTo>
                  <a:pt x="2073771" y="4034144"/>
                </a:lnTo>
                <a:cubicBezTo>
                  <a:pt x="2073522" y="4033646"/>
                  <a:pt x="2073522" y="4033064"/>
                  <a:pt x="2073771" y="4032649"/>
                </a:cubicBezTo>
                <a:lnTo>
                  <a:pt x="2084239" y="4014536"/>
                </a:lnTo>
                <a:cubicBezTo>
                  <a:pt x="2084488" y="4014036"/>
                  <a:pt x="2084987" y="4013787"/>
                  <a:pt x="2085485" y="4013787"/>
                </a:cubicBezTo>
                <a:lnTo>
                  <a:pt x="2106421" y="4013787"/>
                </a:lnTo>
                <a:cubicBezTo>
                  <a:pt x="2106920" y="4013787"/>
                  <a:pt x="2107418" y="4014119"/>
                  <a:pt x="2107667" y="4014535"/>
                </a:cubicBezTo>
                <a:lnTo>
                  <a:pt x="2118135" y="4032648"/>
                </a:lnTo>
                <a:cubicBezTo>
                  <a:pt x="2118385" y="4033146"/>
                  <a:pt x="2118385" y="4033727"/>
                  <a:pt x="2118135" y="4034143"/>
                </a:cubicBezTo>
                <a:lnTo>
                  <a:pt x="2107666" y="4052257"/>
                </a:lnTo>
                <a:cubicBezTo>
                  <a:pt x="2107417" y="4052755"/>
                  <a:pt x="2106919" y="4053004"/>
                  <a:pt x="2106420" y="4053004"/>
                </a:cubicBezTo>
                <a:close/>
                <a:moveTo>
                  <a:pt x="1844718" y="3988491"/>
                </a:moveTo>
                <a:cubicBezTo>
                  <a:pt x="1844219" y="3988491"/>
                  <a:pt x="1843721" y="3988160"/>
                  <a:pt x="1843472" y="3987744"/>
                </a:cubicBezTo>
                <a:lnTo>
                  <a:pt x="1833087" y="3969715"/>
                </a:lnTo>
                <a:cubicBezTo>
                  <a:pt x="1832838" y="3969217"/>
                  <a:pt x="1832838" y="3968635"/>
                  <a:pt x="1833087" y="3968220"/>
                </a:cubicBezTo>
                <a:lnTo>
                  <a:pt x="1843555" y="3950191"/>
                </a:lnTo>
                <a:cubicBezTo>
                  <a:pt x="1843804" y="3949692"/>
                  <a:pt x="1844304" y="3949443"/>
                  <a:pt x="1844801" y="3949443"/>
                </a:cubicBezTo>
                <a:lnTo>
                  <a:pt x="1865655" y="3949443"/>
                </a:lnTo>
                <a:cubicBezTo>
                  <a:pt x="1866154" y="3949442"/>
                  <a:pt x="1866651" y="3949775"/>
                  <a:pt x="1866900" y="3950191"/>
                </a:cubicBezTo>
                <a:lnTo>
                  <a:pt x="1877285" y="3968219"/>
                </a:lnTo>
                <a:cubicBezTo>
                  <a:pt x="1877534" y="3968717"/>
                  <a:pt x="1877534" y="3969299"/>
                  <a:pt x="1877285" y="3969714"/>
                </a:cubicBezTo>
                <a:lnTo>
                  <a:pt x="1866817" y="3987744"/>
                </a:lnTo>
                <a:cubicBezTo>
                  <a:pt x="1866568" y="3988242"/>
                  <a:pt x="1866069" y="3988491"/>
                  <a:pt x="1865571" y="3988491"/>
                </a:cubicBezTo>
                <a:close/>
                <a:moveTo>
                  <a:pt x="2265999" y="4101400"/>
                </a:moveTo>
                <a:cubicBezTo>
                  <a:pt x="2265501" y="4101399"/>
                  <a:pt x="2265002" y="4101067"/>
                  <a:pt x="2264753" y="4100651"/>
                </a:cubicBezTo>
                <a:lnTo>
                  <a:pt x="2254203" y="4082373"/>
                </a:lnTo>
                <a:cubicBezTo>
                  <a:pt x="2253953" y="4081873"/>
                  <a:pt x="2253954" y="4081292"/>
                  <a:pt x="2254202" y="4080876"/>
                </a:cubicBezTo>
                <a:lnTo>
                  <a:pt x="2264754" y="4062597"/>
                </a:lnTo>
                <a:cubicBezTo>
                  <a:pt x="2265003" y="4062098"/>
                  <a:pt x="2265502" y="4061849"/>
                  <a:pt x="2266000" y="4061849"/>
                </a:cubicBezTo>
                <a:lnTo>
                  <a:pt x="2287020" y="4061848"/>
                </a:lnTo>
                <a:cubicBezTo>
                  <a:pt x="2287517" y="4061848"/>
                  <a:pt x="2288017" y="4062180"/>
                  <a:pt x="2288265" y="4062596"/>
                </a:cubicBezTo>
                <a:lnTo>
                  <a:pt x="2298816" y="4080875"/>
                </a:lnTo>
                <a:cubicBezTo>
                  <a:pt x="2299066" y="4081374"/>
                  <a:pt x="2299066" y="4081955"/>
                  <a:pt x="2298816" y="4082371"/>
                </a:cubicBezTo>
                <a:lnTo>
                  <a:pt x="2288264" y="4100650"/>
                </a:lnTo>
                <a:cubicBezTo>
                  <a:pt x="2288015" y="4101148"/>
                  <a:pt x="2287516" y="4101399"/>
                  <a:pt x="2287018" y="4101398"/>
                </a:cubicBezTo>
                <a:close/>
                <a:moveTo>
                  <a:pt x="3228980" y="4359519"/>
                </a:moveTo>
                <a:cubicBezTo>
                  <a:pt x="3228399" y="4359519"/>
                  <a:pt x="3227900" y="4359270"/>
                  <a:pt x="3227651" y="4358770"/>
                </a:cubicBezTo>
                <a:lnTo>
                  <a:pt x="3217101" y="4340408"/>
                </a:lnTo>
                <a:cubicBezTo>
                  <a:pt x="3216852" y="4339908"/>
                  <a:pt x="3216852" y="4339411"/>
                  <a:pt x="3217101" y="4338911"/>
                </a:cubicBezTo>
                <a:lnTo>
                  <a:pt x="3227653" y="4320548"/>
                </a:lnTo>
                <a:cubicBezTo>
                  <a:pt x="3227985" y="4320048"/>
                  <a:pt x="3228484" y="4319799"/>
                  <a:pt x="3228982" y="4319800"/>
                </a:cubicBezTo>
                <a:lnTo>
                  <a:pt x="3250167" y="4319799"/>
                </a:lnTo>
                <a:cubicBezTo>
                  <a:pt x="3250749" y="4319799"/>
                  <a:pt x="3251247" y="4320048"/>
                  <a:pt x="3251497" y="4320547"/>
                </a:cubicBezTo>
                <a:lnTo>
                  <a:pt x="3262048" y="4338909"/>
                </a:lnTo>
                <a:cubicBezTo>
                  <a:pt x="3262296" y="4339408"/>
                  <a:pt x="3262296" y="4339907"/>
                  <a:pt x="3262047" y="4340405"/>
                </a:cubicBezTo>
                <a:lnTo>
                  <a:pt x="3251495" y="4358769"/>
                </a:lnTo>
                <a:cubicBezTo>
                  <a:pt x="3251162" y="4359268"/>
                  <a:pt x="3250664" y="4359517"/>
                  <a:pt x="3250165" y="4359518"/>
                </a:cubicBezTo>
                <a:close/>
                <a:moveTo>
                  <a:pt x="4071597" y="4585311"/>
                </a:moveTo>
                <a:cubicBezTo>
                  <a:pt x="4071099" y="4585311"/>
                  <a:pt x="4070600" y="4584979"/>
                  <a:pt x="4070351" y="4584564"/>
                </a:cubicBezTo>
                <a:lnTo>
                  <a:pt x="4059883" y="4566452"/>
                </a:lnTo>
                <a:cubicBezTo>
                  <a:pt x="4059634" y="4565954"/>
                  <a:pt x="4059634" y="4565372"/>
                  <a:pt x="4059883" y="4564957"/>
                </a:cubicBezTo>
                <a:lnTo>
                  <a:pt x="4070351" y="4546846"/>
                </a:lnTo>
                <a:cubicBezTo>
                  <a:pt x="4070600" y="4546347"/>
                  <a:pt x="4071099" y="4546098"/>
                  <a:pt x="4071597" y="4546097"/>
                </a:cubicBezTo>
                <a:lnTo>
                  <a:pt x="4092533" y="4546098"/>
                </a:lnTo>
                <a:cubicBezTo>
                  <a:pt x="4093032" y="4546098"/>
                  <a:pt x="4093530" y="4546430"/>
                  <a:pt x="4093779" y="4546845"/>
                </a:cubicBezTo>
                <a:lnTo>
                  <a:pt x="4104247" y="4564957"/>
                </a:lnTo>
                <a:cubicBezTo>
                  <a:pt x="4104496" y="4565455"/>
                  <a:pt x="4104496" y="4566037"/>
                  <a:pt x="4104247" y="4566452"/>
                </a:cubicBezTo>
                <a:lnTo>
                  <a:pt x="4093779" y="4584564"/>
                </a:lnTo>
                <a:cubicBezTo>
                  <a:pt x="4093530" y="4585062"/>
                  <a:pt x="4093032" y="4585311"/>
                  <a:pt x="4092533" y="4585311"/>
                </a:cubicBezTo>
                <a:close/>
                <a:moveTo>
                  <a:pt x="2025223" y="4037010"/>
                </a:moveTo>
                <a:cubicBezTo>
                  <a:pt x="2024725" y="4037010"/>
                  <a:pt x="2024226" y="4036677"/>
                  <a:pt x="2023977" y="4036262"/>
                </a:cubicBezTo>
                <a:lnTo>
                  <a:pt x="2013426" y="4017984"/>
                </a:lnTo>
                <a:cubicBezTo>
                  <a:pt x="2013177" y="4017485"/>
                  <a:pt x="2013177" y="4016903"/>
                  <a:pt x="2013426" y="4016488"/>
                </a:cubicBezTo>
                <a:lnTo>
                  <a:pt x="2023977" y="3998210"/>
                </a:lnTo>
                <a:cubicBezTo>
                  <a:pt x="2024227" y="3997711"/>
                  <a:pt x="2024726" y="3997462"/>
                  <a:pt x="2025223" y="3997462"/>
                </a:cubicBezTo>
                <a:lnTo>
                  <a:pt x="2046243" y="3997461"/>
                </a:lnTo>
                <a:cubicBezTo>
                  <a:pt x="2046741" y="3997461"/>
                  <a:pt x="2047240" y="3997793"/>
                  <a:pt x="2047489" y="3998210"/>
                </a:cubicBezTo>
                <a:lnTo>
                  <a:pt x="2058039" y="4016487"/>
                </a:lnTo>
                <a:cubicBezTo>
                  <a:pt x="2058289" y="4016986"/>
                  <a:pt x="2058289" y="4017568"/>
                  <a:pt x="2058039" y="4017983"/>
                </a:cubicBezTo>
                <a:lnTo>
                  <a:pt x="2047488" y="4036261"/>
                </a:lnTo>
                <a:cubicBezTo>
                  <a:pt x="2047239" y="4036760"/>
                  <a:pt x="2046740" y="4037009"/>
                  <a:pt x="2046242" y="4037009"/>
                </a:cubicBezTo>
                <a:close/>
                <a:moveTo>
                  <a:pt x="3891031" y="4536959"/>
                </a:moveTo>
                <a:cubicBezTo>
                  <a:pt x="3890533" y="4536959"/>
                  <a:pt x="3890034" y="4536627"/>
                  <a:pt x="3889785" y="4536212"/>
                </a:cubicBezTo>
                <a:lnTo>
                  <a:pt x="3879317" y="4518100"/>
                </a:lnTo>
                <a:cubicBezTo>
                  <a:pt x="3879068" y="4517602"/>
                  <a:pt x="3879068" y="4517020"/>
                  <a:pt x="3879317" y="4516605"/>
                </a:cubicBezTo>
                <a:lnTo>
                  <a:pt x="3889785" y="4498494"/>
                </a:lnTo>
                <a:cubicBezTo>
                  <a:pt x="3890034" y="4497995"/>
                  <a:pt x="3890533" y="4497746"/>
                  <a:pt x="3891031" y="4497746"/>
                </a:cubicBezTo>
                <a:lnTo>
                  <a:pt x="3911967" y="4497746"/>
                </a:lnTo>
                <a:cubicBezTo>
                  <a:pt x="3912466" y="4497746"/>
                  <a:pt x="3912964" y="4498078"/>
                  <a:pt x="3913213" y="4498494"/>
                </a:cubicBezTo>
                <a:lnTo>
                  <a:pt x="3923681" y="4516605"/>
                </a:lnTo>
                <a:cubicBezTo>
                  <a:pt x="3923930" y="4517103"/>
                  <a:pt x="3923930" y="4517685"/>
                  <a:pt x="3923681" y="4518100"/>
                </a:cubicBezTo>
                <a:lnTo>
                  <a:pt x="3913213" y="4536212"/>
                </a:lnTo>
                <a:cubicBezTo>
                  <a:pt x="3912964" y="4536710"/>
                  <a:pt x="3912466" y="4536959"/>
                  <a:pt x="3911967" y="4536959"/>
                </a:cubicBezTo>
                <a:close/>
                <a:moveTo>
                  <a:pt x="2927843" y="4279195"/>
                </a:moveTo>
                <a:cubicBezTo>
                  <a:pt x="2927261" y="4279195"/>
                  <a:pt x="2926762" y="4278946"/>
                  <a:pt x="2926513" y="4278448"/>
                </a:cubicBezTo>
                <a:lnTo>
                  <a:pt x="2915880" y="4259919"/>
                </a:lnTo>
                <a:cubicBezTo>
                  <a:pt x="2915631" y="4259503"/>
                  <a:pt x="2915631" y="4258923"/>
                  <a:pt x="2915880" y="4258423"/>
                </a:cubicBezTo>
                <a:lnTo>
                  <a:pt x="2926597" y="4239895"/>
                </a:lnTo>
                <a:cubicBezTo>
                  <a:pt x="2926930" y="4239479"/>
                  <a:pt x="2927429" y="4239147"/>
                  <a:pt x="2927928" y="4239147"/>
                </a:cubicBezTo>
                <a:lnTo>
                  <a:pt x="2949278" y="4239147"/>
                </a:lnTo>
                <a:cubicBezTo>
                  <a:pt x="2949860" y="4239147"/>
                  <a:pt x="2950359" y="4239396"/>
                  <a:pt x="2950607" y="4239895"/>
                </a:cubicBezTo>
                <a:lnTo>
                  <a:pt x="2961241" y="4258422"/>
                </a:lnTo>
                <a:cubicBezTo>
                  <a:pt x="2961491" y="4258838"/>
                  <a:pt x="2961491" y="4259419"/>
                  <a:pt x="2961241" y="4259918"/>
                </a:cubicBezTo>
                <a:lnTo>
                  <a:pt x="2950523" y="4278447"/>
                </a:lnTo>
                <a:cubicBezTo>
                  <a:pt x="2950192" y="4278863"/>
                  <a:pt x="2949692" y="4279194"/>
                  <a:pt x="2949194" y="4279195"/>
                </a:cubicBezTo>
                <a:close/>
                <a:moveTo>
                  <a:pt x="2446227" y="4150592"/>
                </a:moveTo>
                <a:cubicBezTo>
                  <a:pt x="2445646" y="4150593"/>
                  <a:pt x="2445148" y="4150343"/>
                  <a:pt x="2444898" y="4149845"/>
                </a:cubicBezTo>
                <a:lnTo>
                  <a:pt x="2434099" y="4131068"/>
                </a:lnTo>
                <a:cubicBezTo>
                  <a:pt x="2433850" y="4130653"/>
                  <a:pt x="2433850" y="4130072"/>
                  <a:pt x="2434099" y="4129573"/>
                </a:cubicBezTo>
                <a:lnTo>
                  <a:pt x="2444899" y="4110798"/>
                </a:lnTo>
                <a:cubicBezTo>
                  <a:pt x="2445147" y="4110381"/>
                  <a:pt x="2445730" y="4110050"/>
                  <a:pt x="2446227" y="4110050"/>
                </a:cubicBezTo>
                <a:lnTo>
                  <a:pt x="2467911" y="4110050"/>
                </a:lnTo>
                <a:cubicBezTo>
                  <a:pt x="2468493" y="4110050"/>
                  <a:pt x="2468991" y="4110298"/>
                  <a:pt x="2469241" y="4110798"/>
                </a:cubicBezTo>
                <a:lnTo>
                  <a:pt x="2480042" y="4129573"/>
                </a:lnTo>
                <a:cubicBezTo>
                  <a:pt x="2480291" y="4129988"/>
                  <a:pt x="2480290" y="4130571"/>
                  <a:pt x="2480042" y="4131069"/>
                </a:cubicBezTo>
                <a:lnTo>
                  <a:pt x="2469240" y="4149844"/>
                </a:lnTo>
                <a:cubicBezTo>
                  <a:pt x="2468992" y="4150259"/>
                  <a:pt x="2468409" y="4150593"/>
                  <a:pt x="2467912" y="4150593"/>
                </a:cubicBezTo>
                <a:close/>
                <a:moveTo>
                  <a:pt x="2681229" y="4251775"/>
                </a:moveTo>
                <a:cubicBezTo>
                  <a:pt x="2681062" y="4251775"/>
                  <a:pt x="2680895" y="4251609"/>
                  <a:pt x="2680895" y="4251609"/>
                </a:cubicBezTo>
                <a:lnTo>
                  <a:pt x="2678321" y="4247123"/>
                </a:lnTo>
                <a:cubicBezTo>
                  <a:pt x="2678321" y="4247040"/>
                  <a:pt x="2678320" y="4246790"/>
                  <a:pt x="2678320" y="4246790"/>
                </a:cubicBezTo>
                <a:lnTo>
                  <a:pt x="2680896" y="4242304"/>
                </a:lnTo>
                <a:cubicBezTo>
                  <a:pt x="2680979" y="4242138"/>
                  <a:pt x="2681228" y="4242138"/>
                  <a:pt x="2681228" y="4242138"/>
                </a:cubicBezTo>
                <a:lnTo>
                  <a:pt x="2686380" y="4242138"/>
                </a:lnTo>
                <a:cubicBezTo>
                  <a:pt x="2686546" y="4242138"/>
                  <a:pt x="2686712" y="4242304"/>
                  <a:pt x="2686712" y="4242304"/>
                </a:cubicBezTo>
                <a:lnTo>
                  <a:pt x="2689288" y="4246790"/>
                </a:lnTo>
                <a:cubicBezTo>
                  <a:pt x="2689288" y="4246873"/>
                  <a:pt x="2689287" y="4247123"/>
                  <a:pt x="2689287" y="4247123"/>
                </a:cubicBezTo>
                <a:lnTo>
                  <a:pt x="2686711" y="4251609"/>
                </a:lnTo>
                <a:cubicBezTo>
                  <a:pt x="2686629" y="4251775"/>
                  <a:pt x="2686380" y="4251775"/>
                  <a:pt x="2686380" y="4251775"/>
                </a:cubicBezTo>
                <a:close/>
                <a:moveTo>
                  <a:pt x="1113923" y="3836837"/>
                </a:moveTo>
                <a:cubicBezTo>
                  <a:pt x="1113590" y="3836837"/>
                  <a:pt x="1113257" y="3836506"/>
                  <a:pt x="1113257" y="3836506"/>
                </a:cubicBezTo>
                <a:lnTo>
                  <a:pt x="1108107" y="3827614"/>
                </a:lnTo>
                <a:cubicBezTo>
                  <a:pt x="1107941" y="3827365"/>
                  <a:pt x="1108107" y="3826867"/>
                  <a:pt x="1108107" y="3826867"/>
                </a:cubicBezTo>
                <a:lnTo>
                  <a:pt x="1113259" y="3817975"/>
                </a:lnTo>
                <a:cubicBezTo>
                  <a:pt x="1113425" y="3817807"/>
                  <a:pt x="1113924" y="3817642"/>
                  <a:pt x="1113924" y="3817642"/>
                </a:cubicBezTo>
                <a:lnTo>
                  <a:pt x="1124225" y="3817641"/>
                </a:lnTo>
                <a:cubicBezTo>
                  <a:pt x="1124557" y="3817641"/>
                  <a:pt x="1124890" y="3817974"/>
                  <a:pt x="1124890" y="3817974"/>
                </a:cubicBezTo>
                <a:lnTo>
                  <a:pt x="1130041" y="3826865"/>
                </a:lnTo>
                <a:cubicBezTo>
                  <a:pt x="1130207" y="3827114"/>
                  <a:pt x="1130041" y="3827612"/>
                  <a:pt x="1130041" y="3827612"/>
                </a:cubicBezTo>
                <a:lnTo>
                  <a:pt x="1124889" y="3836505"/>
                </a:lnTo>
                <a:cubicBezTo>
                  <a:pt x="1124723" y="3836671"/>
                  <a:pt x="1124224" y="3836837"/>
                  <a:pt x="1124224" y="3836837"/>
                </a:cubicBezTo>
                <a:close/>
                <a:moveTo>
                  <a:pt x="2738673" y="4272868"/>
                </a:moveTo>
                <a:cubicBezTo>
                  <a:pt x="2738423" y="4272868"/>
                  <a:pt x="2738009" y="4272453"/>
                  <a:pt x="2738009" y="4272453"/>
                </a:cubicBezTo>
                <a:lnTo>
                  <a:pt x="2732609" y="4263147"/>
                </a:lnTo>
                <a:cubicBezTo>
                  <a:pt x="2732443" y="4262897"/>
                  <a:pt x="2732609" y="4262398"/>
                  <a:pt x="2732609" y="4262398"/>
                </a:cubicBezTo>
                <a:lnTo>
                  <a:pt x="2738009" y="4253091"/>
                </a:lnTo>
                <a:cubicBezTo>
                  <a:pt x="2738175" y="4252842"/>
                  <a:pt x="2738674" y="4252676"/>
                  <a:pt x="2738674" y="4252676"/>
                </a:cubicBezTo>
                <a:lnTo>
                  <a:pt x="2749475" y="4252676"/>
                </a:lnTo>
                <a:cubicBezTo>
                  <a:pt x="2749724" y="4252675"/>
                  <a:pt x="2750139" y="4253090"/>
                  <a:pt x="2750139" y="4253090"/>
                </a:cubicBezTo>
                <a:lnTo>
                  <a:pt x="2755539" y="4262397"/>
                </a:lnTo>
                <a:cubicBezTo>
                  <a:pt x="2755705" y="4262646"/>
                  <a:pt x="2755539" y="4263145"/>
                  <a:pt x="2755539" y="4263145"/>
                </a:cubicBezTo>
                <a:lnTo>
                  <a:pt x="2750138" y="4272453"/>
                </a:lnTo>
                <a:cubicBezTo>
                  <a:pt x="2749971" y="4272701"/>
                  <a:pt x="2749473" y="4272868"/>
                  <a:pt x="2749473" y="4272868"/>
                </a:cubicBezTo>
                <a:close/>
                <a:moveTo>
                  <a:pt x="990010" y="3811251"/>
                </a:moveTo>
                <a:cubicBezTo>
                  <a:pt x="989512" y="3811251"/>
                  <a:pt x="988930" y="3810668"/>
                  <a:pt x="988930" y="3810668"/>
                </a:cubicBezTo>
                <a:lnTo>
                  <a:pt x="980374" y="3795795"/>
                </a:lnTo>
                <a:cubicBezTo>
                  <a:pt x="980125" y="3795380"/>
                  <a:pt x="980374" y="3794549"/>
                  <a:pt x="980374" y="3794549"/>
                </a:cubicBezTo>
                <a:lnTo>
                  <a:pt x="989015" y="3779675"/>
                </a:lnTo>
                <a:cubicBezTo>
                  <a:pt x="989264" y="3779342"/>
                  <a:pt x="989679" y="3779093"/>
                  <a:pt x="990095" y="3779093"/>
                </a:cubicBezTo>
                <a:lnTo>
                  <a:pt x="1007292" y="3779092"/>
                </a:lnTo>
                <a:cubicBezTo>
                  <a:pt x="1007791" y="3779092"/>
                  <a:pt x="1008372" y="3779675"/>
                  <a:pt x="1008372" y="3779675"/>
                </a:cubicBezTo>
                <a:lnTo>
                  <a:pt x="1016929" y="3794547"/>
                </a:lnTo>
                <a:cubicBezTo>
                  <a:pt x="1017178" y="3794963"/>
                  <a:pt x="1016929" y="3795794"/>
                  <a:pt x="1016929" y="3795794"/>
                </a:cubicBezTo>
                <a:lnTo>
                  <a:pt x="1008288" y="3810668"/>
                </a:lnTo>
                <a:cubicBezTo>
                  <a:pt x="1008039" y="3810999"/>
                  <a:pt x="1007623" y="3811250"/>
                  <a:pt x="1007209" y="3811250"/>
                </a:cubicBezTo>
                <a:close/>
                <a:moveTo>
                  <a:pt x="1049930" y="3827872"/>
                </a:moveTo>
                <a:cubicBezTo>
                  <a:pt x="1049515" y="3827871"/>
                  <a:pt x="1048850" y="3827206"/>
                  <a:pt x="1048850" y="3827206"/>
                </a:cubicBezTo>
                <a:lnTo>
                  <a:pt x="1039879" y="3811668"/>
                </a:lnTo>
                <a:cubicBezTo>
                  <a:pt x="1039631" y="3811334"/>
                  <a:pt x="1039880" y="3810420"/>
                  <a:pt x="1039880" y="3810420"/>
                </a:cubicBezTo>
                <a:lnTo>
                  <a:pt x="1048853" y="3794881"/>
                </a:lnTo>
                <a:cubicBezTo>
                  <a:pt x="1049103" y="3794465"/>
                  <a:pt x="1049518" y="3794216"/>
                  <a:pt x="1049933" y="3794215"/>
                </a:cubicBezTo>
                <a:lnTo>
                  <a:pt x="1067796" y="3794214"/>
                </a:lnTo>
                <a:cubicBezTo>
                  <a:pt x="1068211" y="3794214"/>
                  <a:pt x="1068876" y="3794879"/>
                  <a:pt x="1068876" y="3794879"/>
                </a:cubicBezTo>
                <a:lnTo>
                  <a:pt x="1077848" y="3810418"/>
                </a:lnTo>
                <a:cubicBezTo>
                  <a:pt x="1078096" y="3810751"/>
                  <a:pt x="1077847" y="3811665"/>
                  <a:pt x="1077847" y="3811665"/>
                </a:cubicBezTo>
                <a:lnTo>
                  <a:pt x="1068874" y="3827205"/>
                </a:lnTo>
                <a:cubicBezTo>
                  <a:pt x="1068624" y="3827621"/>
                  <a:pt x="1068209" y="3827870"/>
                  <a:pt x="1067794" y="3827870"/>
                </a:cubicBezTo>
                <a:close/>
                <a:moveTo>
                  <a:pt x="2794950" y="4296597"/>
                </a:moveTo>
                <a:cubicBezTo>
                  <a:pt x="2794451" y="4296597"/>
                  <a:pt x="2793786" y="4295932"/>
                  <a:pt x="2793786" y="4295932"/>
                </a:cubicBezTo>
                <a:lnTo>
                  <a:pt x="2784565" y="4279898"/>
                </a:lnTo>
                <a:cubicBezTo>
                  <a:pt x="2784316" y="4279483"/>
                  <a:pt x="2784565" y="4278569"/>
                  <a:pt x="2784565" y="4278569"/>
                </a:cubicBezTo>
                <a:lnTo>
                  <a:pt x="2793787" y="4262535"/>
                </a:lnTo>
                <a:cubicBezTo>
                  <a:pt x="2794036" y="4262119"/>
                  <a:pt x="2794451" y="4261870"/>
                  <a:pt x="2794950" y="4261870"/>
                </a:cubicBezTo>
                <a:lnTo>
                  <a:pt x="2813477" y="4261870"/>
                </a:lnTo>
                <a:cubicBezTo>
                  <a:pt x="2813976" y="4261870"/>
                  <a:pt x="2814640" y="4262535"/>
                  <a:pt x="2814640" y="4262535"/>
                </a:cubicBezTo>
                <a:lnTo>
                  <a:pt x="2823861" y="4278569"/>
                </a:lnTo>
                <a:cubicBezTo>
                  <a:pt x="2824112" y="4278984"/>
                  <a:pt x="2823861" y="4279898"/>
                  <a:pt x="2823861" y="4279898"/>
                </a:cubicBezTo>
                <a:lnTo>
                  <a:pt x="2814639" y="4295932"/>
                </a:lnTo>
                <a:cubicBezTo>
                  <a:pt x="2814391" y="4296348"/>
                  <a:pt x="2813976" y="4296597"/>
                  <a:pt x="2813477" y="4296597"/>
                </a:cubicBezTo>
                <a:close/>
                <a:moveTo>
                  <a:pt x="1590967" y="3974279"/>
                </a:moveTo>
                <a:cubicBezTo>
                  <a:pt x="1590468" y="3974279"/>
                  <a:pt x="1589804" y="3973614"/>
                  <a:pt x="1589804" y="3973614"/>
                </a:cubicBezTo>
                <a:lnTo>
                  <a:pt x="1580251" y="3957079"/>
                </a:lnTo>
                <a:cubicBezTo>
                  <a:pt x="1580001" y="3956663"/>
                  <a:pt x="1580251" y="3955749"/>
                  <a:pt x="1580251" y="3955749"/>
                </a:cubicBezTo>
                <a:lnTo>
                  <a:pt x="1589806" y="3939212"/>
                </a:lnTo>
                <a:cubicBezTo>
                  <a:pt x="1590055" y="3938796"/>
                  <a:pt x="1590470" y="3938547"/>
                  <a:pt x="1590969" y="3938547"/>
                </a:cubicBezTo>
                <a:lnTo>
                  <a:pt x="1610077" y="3938546"/>
                </a:lnTo>
                <a:cubicBezTo>
                  <a:pt x="1610576" y="3938546"/>
                  <a:pt x="1611240" y="3939211"/>
                  <a:pt x="1611240" y="3939211"/>
                </a:cubicBezTo>
                <a:lnTo>
                  <a:pt x="1620793" y="3955746"/>
                </a:lnTo>
                <a:cubicBezTo>
                  <a:pt x="1621043" y="3956161"/>
                  <a:pt x="1620793" y="3957076"/>
                  <a:pt x="1620793" y="3957076"/>
                </a:cubicBezTo>
                <a:lnTo>
                  <a:pt x="1611238" y="3973613"/>
                </a:lnTo>
                <a:cubicBezTo>
                  <a:pt x="1610989" y="3974028"/>
                  <a:pt x="1610574" y="3974278"/>
                  <a:pt x="1610075" y="3974277"/>
                </a:cubicBezTo>
                <a:close/>
                <a:moveTo>
                  <a:pt x="3637192" y="4522736"/>
                </a:moveTo>
                <a:cubicBezTo>
                  <a:pt x="3636694" y="4522737"/>
                  <a:pt x="3636280" y="4522488"/>
                  <a:pt x="3636029" y="4522071"/>
                </a:cubicBezTo>
                <a:lnTo>
                  <a:pt x="3626311" y="4505203"/>
                </a:lnTo>
                <a:cubicBezTo>
                  <a:pt x="3626062" y="4504704"/>
                  <a:pt x="3626062" y="4504205"/>
                  <a:pt x="3626311" y="4503791"/>
                </a:cubicBezTo>
                <a:lnTo>
                  <a:pt x="3636032" y="4486920"/>
                </a:lnTo>
                <a:cubicBezTo>
                  <a:pt x="3636282" y="4486505"/>
                  <a:pt x="3636697" y="4486256"/>
                  <a:pt x="3637195" y="4486255"/>
                </a:cubicBezTo>
                <a:lnTo>
                  <a:pt x="3656636" y="4486255"/>
                </a:lnTo>
                <a:cubicBezTo>
                  <a:pt x="3657134" y="4486254"/>
                  <a:pt x="3657550" y="4486503"/>
                  <a:pt x="3657799" y="4486919"/>
                </a:cubicBezTo>
                <a:lnTo>
                  <a:pt x="3667518" y="4503788"/>
                </a:lnTo>
                <a:cubicBezTo>
                  <a:pt x="3667768" y="4504286"/>
                  <a:pt x="3667769" y="4504785"/>
                  <a:pt x="3667518" y="4505201"/>
                </a:cubicBezTo>
                <a:lnTo>
                  <a:pt x="3657797" y="4522070"/>
                </a:lnTo>
                <a:cubicBezTo>
                  <a:pt x="3657548" y="4522486"/>
                  <a:pt x="3657132" y="4522736"/>
                  <a:pt x="3656634" y="4522735"/>
                </a:cubicBezTo>
                <a:close/>
                <a:moveTo>
                  <a:pt x="3697379" y="4538877"/>
                </a:moveTo>
                <a:cubicBezTo>
                  <a:pt x="3696881" y="4538877"/>
                  <a:pt x="3696465" y="4538628"/>
                  <a:pt x="3696216" y="4538213"/>
                </a:cubicBezTo>
                <a:lnTo>
                  <a:pt x="3686580" y="4521594"/>
                </a:lnTo>
                <a:cubicBezTo>
                  <a:pt x="3686331" y="4521178"/>
                  <a:pt x="3686331" y="4520680"/>
                  <a:pt x="3686580" y="4520264"/>
                </a:cubicBezTo>
                <a:lnTo>
                  <a:pt x="3696218" y="4503646"/>
                </a:lnTo>
                <a:cubicBezTo>
                  <a:pt x="3696467" y="4503230"/>
                  <a:pt x="3696883" y="4502980"/>
                  <a:pt x="3697381" y="4502981"/>
                </a:cubicBezTo>
                <a:lnTo>
                  <a:pt x="3716573" y="4502980"/>
                </a:lnTo>
                <a:cubicBezTo>
                  <a:pt x="3717071" y="4502980"/>
                  <a:pt x="3717486" y="4503229"/>
                  <a:pt x="3717736" y="4503645"/>
                </a:cubicBezTo>
                <a:lnTo>
                  <a:pt x="3727373" y="4520262"/>
                </a:lnTo>
                <a:cubicBezTo>
                  <a:pt x="3727621" y="4520679"/>
                  <a:pt x="3727621" y="4521176"/>
                  <a:pt x="3727372" y="4521592"/>
                </a:cubicBezTo>
                <a:lnTo>
                  <a:pt x="3717735" y="4538212"/>
                </a:lnTo>
                <a:cubicBezTo>
                  <a:pt x="3717485" y="4538627"/>
                  <a:pt x="3717070" y="4538876"/>
                  <a:pt x="3716572" y="4538876"/>
                </a:cubicBezTo>
                <a:close/>
                <a:moveTo>
                  <a:pt x="4118706" y="4651775"/>
                </a:moveTo>
                <a:cubicBezTo>
                  <a:pt x="4118207" y="4651776"/>
                  <a:pt x="4117792" y="4651526"/>
                  <a:pt x="4117543" y="4651111"/>
                </a:cubicBezTo>
                <a:lnTo>
                  <a:pt x="4107907" y="4634409"/>
                </a:lnTo>
                <a:cubicBezTo>
                  <a:pt x="4107657" y="4633993"/>
                  <a:pt x="4107658" y="4633495"/>
                  <a:pt x="4107907" y="4633080"/>
                </a:cubicBezTo>
                <a:lnTo>
                  <a:pt x="4117545" y="4616377"/>
                </a:lnTo>
                <a:cubicBezTo>
                  <a:pt x="4117794" y="4615961"/>
                  <a:pt x="4118210" y="4615711"/>
                  <a:pt x="4118708" y="4615711"/>
                </a:cubicBezTo>
                <a:lnTo>
                  <a:pt x="4138066" y="4615710"/>
                </a:lnTo>
                <a:cubicBezTo>
                  <a:pt x="4138564" y="4615710"/>
                  <a:pt x="4138980" y="4615959"/>
                  <a:pt x="4139229" y="4616375"/>
                </a:cubicBezTo>
                <a:lnTo>
                  <a:pt x="4148865" y="4633078"/>
                </a:lnTo>
                <a:cubicBezTo>
                  <a:pt x="4149114" y="4633492"/>
                  <a:pt x="4149114" y="4633990"/>
                  <a:pt x="4148865" y="4634407"/>
                </a:cubicBezTo>
                <a:lnTo>
                  <a:pt x="4139227" y="4651110"/>
                </a:lnTo>
                <a:cubicBezTo>
                  <a:pt x="4138978" y="4651525"/>
                  <a:pt x="4138562" y="4651774"/>
                  <a:pt x="4138064" y="4651774"/>
                </a:cubicBezTo>
                <a:close/>
                <a:moveTo>
                  <a:pt x="3817747" y="4571245"/>
                </a:moveTo>
                <a:cubicBezTo>
                  <a:pt x="3817248" y="4571245"/>
                  <a:pt x="3816832" y="4570996"/>
                  <a:pt x="3816584" y="4570581"/>
                </a:cubicBezTo>
                <a:lnTo>
                  <a:pt x="3806947" y="4553880"/>
                </a:lnTo>
                <a:cubicBezTo>
                  <a:pt x="3806698" y="4553463"/>
                  <a:pt x="3806698" y="4552965"/>
                  <a:pt x="3806947" y="4552550"/>
                </a:cubicBezTo>
                <a:lnTo>
                  <a:pt x="3816585" y="4535848"/>
                </a:lnTo>
                <a:cubicBezTo>
                  <a:pt x="3816834" y="4535432"/>
                  <a:pt x="3817250" y="4535183"/>
                  <a:pt x="3817748" y="4535183"/>
                </a:cubicBezTo>
                <a:lnTo>
                  <a:pt x="3837106" y="4535182"/>
                </a:lnTo>
                <a:cubicBezTo>
                  <a:pt x="3837604" y="4535182"/>
                  <a:pt x="3838019" y="4535431"/>
                  <a:pt x="3838269" y="4535847"/>
                </a:cubicBezTo>
                <a:lnTo>
                  <a:pt x="3847906" y="4552549"/>
                </a:lnTo>
                <a:cubicBezTo>
                  <a:pt x="3848154" y="4552964"/>
                  <a:pt x="3848155" y="4553462"/>
                  <a:pt x="3847906" y="4553878"/>
                </a:cubicBezTo>
                <a:lnTo>
                  <a:pt x="3838268" y="4570580"/>
                </a:lnTo>
                <a:cubicBezTo>
                  <a:pt x="3838018" y="4570995"/>
                  <a:pt x="3837603" y="4571244"/>
                  <a:pt x="3837105" y="4571244"/>
                </a:cubicBezTo>
                <a:close/>
                <a:moveTo>
                  <a:pt x="4058386" y="4636036"/>
                </a:moveTo>
                <a:cubicBezTo>
                  <a:pt x="4057888" y="4636036"/>
                  <a:pt x="4057472" y="4635787"/>
                  <a:pt x="4057223" y="4635371"/>
                </a:cubicBezTo>
                <a:lnTo>
                  <a:pt x="4047504" y="4618505"/>
                </a:lnTo>
                <a:cubicBezTo>
                  <a:pt x="4047255" y="4618007"/>
                  <a:pt x="4047255" y="4617508"/>
                  <a:pt x="4047504" y="4617093"/>
                </a:cubicBezTo>
                <a:lnTo>
                  <a:pt x="4057224" y="4600228"/>
                </a:lnTo>
                <a:cubicBezTo>
                  <a:pt x="4057473" y="4599812"/>
                  <a:pt x="4057889" y="4599562"/>
                  <a:pt x="4058387" y="4599563"/>
                </a:cubicBezTo>
                <a:lnTo>
                  <a:pt x="4077828" y="4599562"/>
                </a:lnTo>
                <a:cubicBezTo>
                  <a:pt x="4078326" y="4599562"/>
                  <a:pt x="4078742" y="4599811"/>
                  <a:pt x="4078991" y="4600228"/>
                </a:cubicBezTo>
                <a:lnTo>
                  <a:pt x="4088711" y="4617093"/>
                </a:lnTo>
                <a:cubicBezTo>
                  <a:pt x="4088960" y="4617591"/>
                  <a:pt x="4088960" y="4618090"/>
                  <a:pt x="4088711" y="4618505"/>
                </a:cubicBezTo>
                <a:lnTo>
                  <a:pt x="4078990" y="4635370"/>
                </a:lnTo>
                <a:cubicBezTo>
                  <a:pt x="4078741" y="4635787"/>
                  <a:pt x="4078326" y="4636036"/>
                  <a:pt x="4077827" y="4636036"/>
                </a:cubicBezTo>
                <a:close/>
                <a:moveTo>
                  <a:pt x="3757403" y="4555453"/>
                </a:moveTo>
                <a:cubicBezTo>
                  <a:pt x="3756988" y="4555453"/>
                  <a:pt x="3756488" y="4555204"/>
                  <a:pt x="3756240" y="4554789"/>
                </a:cubicBezTo>
                <a:lnTo>
                  <a:pt x="3746437" y="4537756"/>
                </a:lnTo>
                <a:cubicBezTo>
                  <a:pt x="3746188" y="4537341"/>
                  <a:pt x="3746188" y="4536759"/>
                  <a:pt x="3746437" y="4536344"/>
                </a:cubicBezTo>
                <a:lnTo>
                  <a:pt x="3756240" y="4519311"/>
                </a:lnTo>
                <a:cubicBezTo>
                  <a:pt x="3756490" y="4518895"/>
                  <a:pt x="3756905" y="4518646"/>
                  <a:pt x="3757404" y="4518646"/>
                </a:cubicBezTo>
                <a:lnTo>
                  <a:pt x="3777011" y="4518645"/>
                </a:lnTo>
                <a:cubicBezTo>
                  <a:pt x="3777427" y="4518645"/>
                  <a:pt x="3777925" y="4518895"/>
                  <a:pt x="3778174" y="4519310"/>
                </a:cubicBezTo>
                <a:lnTo>
                  <a:pt x="3787977" y="4536343"/>
                </a:lnTo>
                <a:cubicBezTo>
                  <a:pt x="3788226" y="4536758"/>
                  <a:pt x="3788226" y="4537340"/>
                  <a:pt x="3787977" y="4537755"/>
                </a:cubicBezTo>
                <a:lnTo>
                  <a:pt x="3778173" y="4554788"/>
                </a:lnTo>
                <a:cubicBezTo>
                  <a:pt x="3777924" y="4555204"/>
                  <a:pt x="3777508" y="4555453"/>
                  <a:pt x="3777009" y="4555453"/>
                </a:cubicBezTo>
                <a:close/>
                <a:moveTo>
                  <a:pt x="3877690" y="4587793"/>
                </a:moveTo>
                <a:cubicBezTo>
                  <a:pt x="3877275" y="4587792"/>
                  <a:pt x="3876777" y="4587543"/>
                  <a:pt x="3876527" y="4587128"/>
                </a:cubicBezTo>
                <a:lnTo>
                  <a:pt x="3866642" y="4570011"/>
                </a:lnTo>
                <a:cubicBezTo>
                  <a:pt x="3866393" y="4569596"/>
                  <a:pt x="3866393" y="4569014"/>
                  <a:pt x="3866642" y="4568599"/>
                </a:cubicBezTo>
                <a:lnTo>
                  <a:pt x="3876529" y="4551482"/>
                </a:lnTo>
                <a:cubicBezTo>
                  <a:pt x="3876778" y="4551066"/>
                  <a:pt x="3877194" y="4550817"/>
                  <a:pt x="3877691" y="4550817"/>
                </a:cubicBezTo>
                <a:lnTo>
                  <a:pt x="3897382" y="4550816"/>
                </a:lnTo>
                <a:cubicBezTo>
                  <a:pt x="3897798" y="4550816"/>
                  <a:pt x="3898296" y="4551065"/>
                  <a:pt x="3898545" y="4551481"/>
                </a:cubicBezTo>
                <a:lnTo>
                  <a:pt x="3908432" y="4568597"/>
                </a:lnTo>
                <a:cubicBezTo>
                  <a:pt x="3908680" y="4569012"/>
                  <a:pt x="3908680" y="4569594"/>
                  <a:pt x="3908431" y="4570009"/>
                </a:cubicBezTo>
                <a:lnTo>
                  <a:pt x="3898544" y="4587127"/>
                </a:lnTo>
                <a:cubicBezTo>
                  <a:pt x="3898294" y="4587542"/>
                  <a:pt x="3897880" y="4587792"/>
                  <a:pt x="3897380" y="4587792"/>
                </a:cubicBezTo>
                <a:close/>
                <a:moveTo>
                  <a:pt x="3155477" y="4394281"/>
                </a:moveTo>
                <a:cubicBezTo>
                  <a:pt x="3154979" y="4394281"/>
                  <a:pt x="3154481" y="4394032"/>
                  <a:pt x="3154231" y="4393617"/>
                </a:cubicBezTo>
                <a:lnTo>
                  <a:pt x="3144346" y="4376416"/>
                </a:lnTo>
                <a:cubicBezTo>
                  <a:pt x="3144097" y="4376001"/>
                  <a:pt x="3144097" y="4375420"/>
                  <a:pt x="3144346" y="4375004"/>
                </a:cubicBezTo>
                <a:lnTo>
                  <a:pt x="3154233" y="4357803"/>
                </a:lnTo>
                <a:cubicBezTo>
                  <a:pt x="3154483" y="4357386"/>
                  <a:pt x="3154981" y="4357138"/>
                  <a:pt x="3155479" y="4357137"/>
                </a:cubicBezTo>
                <a:lnTo>
                  <a:pt x="3175337" y="4357136"/>
                </a:lnTo>
                <a:cubicBezTo>
                  <a:pt x="3175834" y="4357136"/>
                  <a:pt x="3176333" y="4357385"/>
                  <a:pt x="3176582" y="4357802"/>
                </a:cubicBezTo>
                <a:lnTo>
                  <a:pt x="3186467" y="4375002"/>
                </a:lnTo>
                <a:cubicBezTo>
                  <a:pt x="3186717" y="4375418"/>
                  <a:pt x="3186716" y="4375999"/>
                  <a:pt x="3186467" y="4376414"/>
                </a:cubicBezTo>
                <a:lnTo>
                  <a:pt x="3176580" y="4393616"/>
                </a:lnTo>
                <a:cubicBezTo>
                  <a:pt x="3176330" y="4394031"/>
                  <a:pt x="3175832" y="4394280"/>
                  <a:pt x="3175334" y="4394280"/>
                </a:cubicBezTo>
                <a:close/>
                <a:moveTo>
                  <a:pt x="2914731" y="4329777"/>
                </a:moveTo>
                <a:cubicBezTo>
                  <a:pt x="2914233" y="4329778"/>
                  <a:pt x="2913734" y="4329529"/>
                  <a:pt x="2913484" y="4329114"/>
                </a:cubicBezTo>
                <a:lnTo>
                  <a:pt x="2903599" y="4311913"/>
                </a:lnTo>
                <a:cubicBezTo>
                  <a:pt x="2903350" y="4311498"/>
                  <a:pt x="2903350" y="4310916"/>
                  <a:pt x="2903600" y="4310501"/>
                </a:cubicBezTo>
                <a:lnTo>
                  <a:pt x="2913486" y="4293300"/>
                </a:lnTo>
                <a:cubicBezTo>
                  <a:pt x="2913736" y="4292884"/>
                  <a:pt x="2914235" y="4292634"/>
                  <a:pt x="2914733" y="4292634"/>
                </a:cubicBezTo>
                <a:lnTo>
                  <a:pt x="2934590" y="4292633"/>
                </a:lnTo>
                <a:cubicBezTo>
                  <a:pt x="2935088" y="4292633"/>
                  <a:pt x="2935586" y="4292882"/>
                  <a:pt x="2935836" y="4293299"/>
                </a:cubicBezTo>
                <a:lnTo>
                  <a:pt x="2945721" y="4310498"/>
                </a:lnTo>
                <a:cubicBezTo>
                  <a:pt x="2945970" y="4310914"/>
                  <a:pt x="2945970" y="4311495"/>
                  <a:pt x="2945721" y="4311911"/>
                </a:cubicBezTo>
                <a:lnTo>
                  <a:pt x="2935834" y="4329112"/>
                </a:lnTo>
                <a:cubicBezTo>
                  <a:pt x="2935584" y="4329528"/>
                  <a:pt x="2935086" y="4329776"/>
                  <a:pt x="2934588" y="4329777"/>
                </a:cubicBezTo>
                <a:close/>
                <a:moveTo>
                  <a:pt x="3456345" y="4474920"/>
                </a:moveTo>
                <a:cubicBezTo>
                  <a:pt x="3455847" y="4474920"/>
                  <a:pt x="3455348" y="4474670"/>
                  <a:pt x="3455099" y="4474255"/>
                </a:cubicBezTo>
                <a:lnTo>
                  <a:pt x="3445131" y="4456970"/>
                </a:lnTo>
                <a:cubicBezTo>
                  <a:pt x="3444882" y="4456555"/>
                  <a:pt x="3444882" y="4455974"/>
                  <a:pt x="3445131" y="4455558"/>
                </a:cubicBezTo>
                <a:lnTo>
                  <a:pt x="3455102" y="4438273"/>
                </a:lnTo>
                <a:cubicBezTo>
                  <a:pt x="3455351" y="4437857"/>
                  <a:pt x="3455850" y="4437608"/>
                  <a:pt x="3456348" y="4437608"/>
                </a:cubicBezTo>
                <a:lnTo>
                  <a:pt x="3476288" y="4437606"/>
                </a:lnTo>
                <a:cubicBezTo>
                  <a:pt x="3476786" y="4437607"/>
                  <a:pt x="3477285" y="4437856"/>
                  <a:pt x="3477534" y="4438273"/>
                </a:cubicBezTo>
                <a:lnTo>
                  <a:pt x="3487502" y="4455556"/>
                </a:lnTo>
                <a:cubicBezTo>
                  <a:pt x="3487751" y="4455972"/>
                  <a:pt x="3487751" y="4456552"/>
                  <a:pt x="3487502" y="4456968"/>
                </a:cubicBezTo>
                <a:lnTo>
                  <a:pt x="3477531" y="4474253"/>
                </a:lnTo>
                <a:cubicBezTo>
                  <a:pt x="3477282" y="4474669"/>
                  <a:pt x="3476784" y="4474919"/>
                  <a:pt x="3476286" y="4474919"/>
                </a:cubicBezTo>
                <a:close/>
                <a:moveTo>
                  <a:pt x="3937872" y="4604034"/>
                </a:moveTo>
                <a:cubicBezTo>
                  <a:pt x="3937373" y="4604033"/>
                  <a:pt x="3936874" y="4603785"/>
                  <a:pt x="3936624" y="4603370"/>
                </a:cubicBezTo>
                <a:lnTo>
                  <a:pt x="3926739" y="4586170"/>
                </a:lnTo>
                <a:cubicBezTo>
                  <a:pt x="3926490" y="4585754"/>
                  <a:pt x="3926490" y="4585173"/>
                  <a:pt x="3926739" y="4584758"/>
                </a:cubicBezTo>
                <a:lnTo>
                  <a:pt x="3936626" y="4567558"/>
                </a:lnTo>
                <a:cubicBezTo>
                  <a:pt x="3936876" y="4567142"/>
                  <a:pt x="3937374" y="4566893"/>
                  <a:pt x="3937873" y="4566892"/>
                </a:cubicBezTo>
                <a:lnTo>
                  <a:pt x="3957729" y="4566892"/>
                </a:lnTo>
                <a:cubicBezTo>
                  <a:pt x="3958227" y="4566892"/>
                  <a:pt x="3958725" y="4567141"/>
                  <a:pt x="3958975" y="4567557"/>
                </a:cubicBezTo>
                <a:lnTo>
                  <a:pt x="3968860" y="4584756"/>
                </a:lnTo>
                <a:cubicBezTo>
                  <a:pt x="3969110" y="4585172"/>
                  <a:pt x="3969109" y="4585753"/>
                  <a:pt x="3968860" y="4586168"/>
                </a:cubicBezTo>
                <a:lnTo>
                  <a:pt x="3958974" y="4603369"/>
                </a:lnTo>
                <a:cubicBezTo>
                  <a:pt x="3958724" y="4603784"/>
                  <a:pt x="3958226" y="4604033"/>
                  <a:pt x="3957728" y="4604033"/>
                </a:cubicBezTo>
                <a:close/>
                <a:moveTo>
                  <a:pt x="3516521" y="4491229"/>
                </a:moveTo>
                <a:cubicBezTo>
                  <a:pt x="3516105" y="4491230"/>
                  <a:pt x="3515607" y="4490981"/>
                  <a:pt x="3515357" y="4490565"/>
                </a:cubicBezTo>
                <a:lnTo>
                  <a:pt x="3505471" y="4473450"/>
                </a:lnTo>
                <a:cubicBezTo>
                  <a:pt x="3505222" y="4473035"/>
                  <a:pt x="3505222" y="4472453"/>
                  <a:pt x="3505471" y="4472038"/>
                </a:cubicBezTo>
                <a:lnTo>
                  <a:pt x="3515357" y="4454924"/>
                </a:lnTo>
                <a:cubicBezTo>
                  <a:pt x="3515607" y="4454508"/>
                  <a:pt x="3516022" y="4454258"/>
                  <a:pt x="3516521" y="4454258"/>
                </a:cubicBezTo>
                <a:lnTo>
                  <a:pt x="3536210" y="4454258"/>
                </a:lnTo>
                <a:cubicBezTo>
                  <a:pt x="3536626" y="4454259"/>
                  <a:pt x="3537124" y="4454507"/>
                  <a:pt x="3537373" y="4454923"/>
                </a:cubicBezTo>
                <a:lnTo>
                  <a:pt x="3547260" y="4472038"/>
                </a:lnTo>
                <a:cubicBezTo>
                  <a:pt x="3547509" y="4472453"/>
                  <a:pt x="3547509" y="4473035"/>
                  <a:pt x="3547260" y="4473450"/>
                </a:cubicBezTo>
                <a:lnTo>
                  <a:pt x="3537373" y="4490565"/>
                </a:lnTo>
                <a:cubicBezTo>
                  <a:pt x="3537124" y="4490980"/>
                  <a:pt x="3536709" y="4491229"/>
                  <a:pt x="3536210" y="4491229"/>
                </a:cubicBezTo>
                <a:close/>
                <a:moveTo>
                  <a:pt x="2974647" y="4346167"/>
                </a:moveTo>
                <a:cubicBezTo>
                  <a:pt x="2974148" y="4346167"/>
                  <a:pt x="2973650" y="4345835"/>
                  <a:pt x="2973401" y="4345420"/>
                </a:cubicBezTo>
                <a:lnTo>
                  <a:pt x="2963266" y="4327803"/>
                </a:lnTo>
                <a:cubicBezTo>
                  <a:pt x="2963017" y="4327386"/>
                  <a:pt x="2963017" y="4326806"/>
                  <a:pt x="2963266" y="4326389"/>
                </a:cubicBezTo>
                <a:lnTo>
                  <a:pt x="2973487" y="4308773"/>
                </a:lnTo>
                <a:cubicBezTo>
                  <a:pt x="2973736" y="4308273"/>
                  <a:pt x="2974234" y="4308024"/>
                  <a:pt x="2974733" y="4308024"/>
                </a:cubicBezTo>
                <a:lnTo>
                  <a:pt x="2995087" y="4308023"/>
                </a:lnTo>
                <a:cubicBezTo>
                  <a:pt x="2995586" y="4308023"/>
                  <a:pt x="2996084" y="4308355"/>
                  <a:pt x="2996334" y="4308771"/>
                </a:cubicBezTo>
                <a:lnTo>
                  <a:pt x="3006468" y="4326387"/>
                </a:lnTo>
                <a:cubicBezTo>
                  <a:pt x="3006717" y="4326803"/>
                  <a:pt x="3006717" y="4327383"/>
                  <a:pt x="3006468" y="4327800"/>
                </a:cubicBezTo>
                <a:lnTo>
                  <a:pt x="2996248" y="4345418"/>
                </a:lnTo>
                <a:cubicBezTo>
                  <a:pt x="2995999" y="4345916"/>
                  <a:pt x="2995501" y="4346165"/>
                  <a:pt x="2995002" y="4346166"/>
                </a:cubicBezTo>
                <a:close/>
                <a:moveTo>
                  <a:pt x="3997937" y="4620380"/>
                </a:moveTo>
                <a:cubicBezTo>
                  <a:pt x="3997437" y="4620380"/>
                  <a:pt x="3996940" y="4620130"/>
                  <a:pt x="3996690" y="4619715"/>
                </a:cubicBezTo>
                <a:lnTo>
                  <a:pt x="3986721" y="4602433"/>
                </a:lnTo>
                <a:cubicBezTo>
                  <a:pt x="3986472" y="4602018"/>
                  <a:pt x="3986472" y="4601437"/>
                  <a:pt x="3986721" y="4601021"/>
                </a:cubicBezTo>
                <a:lnTo>
                  <a:pt x="3996690" y="4583740"/>
                </a:lnTo>
                <a:cubicBezTo>
                  <a:pt x="3996940" y="4583324"/>
                  <a:pt x="3997438" y="4583075"/>
                  <a:pt x="3997937" y="4583075"/>
                </a:cubicBezTo>
                <a:lnTo>
                  <a:pt x="4017876" y="4583075"/>
                </a:lnTo>
                <a:cubicBezTo>
                  <a:pt x="4018374" y="4583075"/>
                  <a:pt x="4018873" y="4583324"/>
                  <a:pt x="4019122" y="4583740"/>
                </a:cubicBezTo>
                <a:lnTo>
                  <a:pt x="4029091" y="4601021"/>
                </a:lnTo>
                <a:cubicBezTo>
                  <a:pt x="4029341" y="4601437"/>
                  <a:pt x="4029341" y="4602018"/>
                  <a:pt x="4029091" y="4602433"/>
                </a:cubicBezTo>
                <a:lnTo>
                  <a:pt x="4019122" y="4619715"/>
                </a:lnTo>
                <a:cubicBezTo>
                  <a:pt x="4018873" y="4620130"/>
                  <a:pt x="4018374" y="4620380"/>
                  <a:pt x="4017876" y="4620380"/>
                </a:cubicBezTo>
                <a:close/>
                <a:moveTo>
                  <a:pt x="2071724" y="4104596"/>
                </a:moveTo>
                <a:cubicBezTo>
                  <a:pt x="2071226" y="4104596"/>
                  <a:pt x="2070728" y="4104263"/>
                  <a:pt x="2070479" y="4103849"/>
                </a:cubicBezTo>
                <a:lnTo>
                  <a:pt x="2060178" y="4086066"/>
                </a:lnTo>
                <a:cubicBezTo>
                  <a:pt x="2059929" y="4085651"/>
                  <a:pt x="2059929" y="4085069"/>
                  <a:pt x="2060178" y="4084654"/>
                </a:cubicBezTo>
                <a:lnTo>
                  <a:pt x="2070481" y="4066870"/>
                </a:lnTo>
                <a:cubicBezTo>
                  <a:pt x="2070730" y="4066371"/>
                  <a:pt x="2071228" y="4066122"/>
                  <a:pt x="2071727" y="4066122"/>
                </a:cubicBezTo>
                <a:lnTo>
                  <a:pt x="2092247" y="4066120"/>
                </a:lnTo>
                <a:cubicBezTo>
                  <a:pt x="2092746" y="4066120"/>
                  <a:pt x="2093244" y="4066452"/>
                  <a:pt x="2093494" y="4066869"/>
                </a:cubicBezTo>
                <a:lnTo>
                  <a:pt x="2103794" y="4084651"/>
                </a:lnTo>
                <a:cubicBezTo>
                  <a:pt x="2104044" y="4085066"/>
                  <a:pt x="2104044" y="4085648"/>
                  <a:pt x="2103795" y="4086063"/>
                </a:cubicBezTo>
                <a:lnTo>
                  <a:pt x="2093492" y="4103847"/>
                </a:lnTo>
                <a:cubicBezTo>
                  <a:pt x="2093242" y="4104345"/>
                  <a:pt x="2092744" y="4104595"/>
                  <a:pt x="2092245" y="4104596"/>
                </a:cubicBezTo>
                <a:close/>
                <a:moveTo>
                  <a:pt x="3275468" y="4427199"/>
                </a:moveTo>
                <a:cubicBezTo>
                  <a:pt x="3274971" y="4427198"/>
                  <a:pt x="3274471" y="4426867"/>
                  <a:pt x="3274223" y="4426450"/>
                </a:cubicBezTo>
                <a:lnTo>
                  <a:pt x="3263922" y="4408584"/>
                </a:lnTo>
                <a:cubicBezTo>
                  <a:pt x="3263673" y="4408087"/>
                  <a:pt x="3263673" y="4407504"/>
                  <a:pt x="3263922" y="4407090"/>
                </a:cubicBezTo>
                <a:lnTo>
                  <a:pt x="3274225" y="4389222"/>
                </a:lnTo>
                <a:cubicBezTo>
                  <a:pt x="3274474" y="4388723"/>
                  <a:pt x="3274973" y="4388474"/>
                  <a:pt x="3275471" y="4388474"/>
                </a:cubicBezTo>
                <a:lnTo>
                  <a:pt x="3296158" y="4388473"/>
                </a:lnTo>
                <a:cubicBezTo>
                  <a:pt x="3296657" y="4388472"/>
                  <a:pt x="3297156" y="4388804"/>
                  <a:pt x="3297404" y="4389220"/>
                </a:cubicBezTo>
                <a:lnTo>
                  <a:pt x="3307705" y="4407086"/>
                </a:lnTo>
                <a:cubicBezTo>
                  <a:pt x="3307954" y="4407585"/>
                  <a:pt x="3307955" y="4408166"/>
                  <a:pt x="3307705" y="4408581"/>
                </a:cubicBezTo>
                <a:lnTo>
                  <a:pt x="3297402" y="4426448"/>
                </a:lnTo>
                <a:cubicBezTo>
                  <a:pt x="3297153" y="4426948"/>
                  <a:pt x="3296654" y="4427197"/>
                  <a:pt x="3296156" y="4427197"/>
                </a:cubicBezTo>
                <a:close/>
                <a:moveTo>
                  <a:pt x="3335676" y="4443343"/>
                </a:moveTo>
                <a:cubicBezTo>
                  <a:pt x="3335177" y="4443342"/>
                  <a:pt x="3334679" y="4443010"/>
                  <a:pt x="3334430" y="4442595"/>
                </a:cubicBezTo>
                <a:lnTo>
                  <a:pt x="3324211" y="4424897"/>
                </a:lnTo>
                <a:cubicBezTo>
                  <a:pt x="3323962" y="4424481"/>
                  <a:pt x="3323962" y="4423900"/>
                  <a:pt x="3324212" y="4423485"/>
                </a:cubicBezTo>
                <a:lnTo>
                  <a:pt x="3334431" y="4405785"/>
                </a:lnTo>
                <a:cubicBezTo>
                  <a:pt x="3334680" y="4405287"/>
                  <a:pt x="3335178" y="4405038"/>
                  <a:pt x="3335677" y="4405038"/>
                </a:cubicBezTo>
                <a:lnTo>
                  <a:pt x="3356114" y="4405037"/>
                </a:lnTo>
                <a:cubicBezTo>
                  <a:pt x="3356613" y="4405037"/>
                  <a:pt x="3357111" y="4405369"/>
                  <a:pt x="3357361" y="4405785"/>
                </a:cubicBezTo>
                <a:lnTo>
                  <a:pt x="3367579" y="4423483"/>
                </a:lnTo>
                <a:cubicBezTo>
                  <a:pt x="3367829" y="4423898"/>
                  <a:pt x="3367829" y="4424479"/>
                  <a:pt x="3367579" y="4424895"/>
                </a:cubicBezTo>
                <a:lnTo>
                  <a:pt x="3357360" y="4442594"/>
                </a:lnTo>
                <a:cubicBezTo>
                  <a:pt x="3357110" y="4443092"/>
                  <a:pt x="3356612" y="4443342"/>
                  <a:pt x="3356113" y="4443342"/>
                </a:cubicBezTo>
                <a:close/>
                <a:moveTo>
                  <a:pt x="2854185" y="4314329"/>
                </a:moveTo>
                <a:cubicBezTo>
                  <a:pt x="2853686" y="4314329"/>
                  <a:pt x="2853189" y="4313996"/>
                  <a:pt x="2852940" y="4313581"/>
                </a:cubicBezTo>
                <a:lnTo>
                  <a:pt x="2842721" y="4295883"/>
                </a:lnTo>
                <a:cubicBezTo>
                  <a:pt x="2842472" y="4295467"/>
                  <a:pt x="2842472" y="4294886"/>
                  <a:pt x="2842721" y="4294471"/>
                </a:cubicBezTo>
                <a:lnTo>
                  <a:pt x="2852941" y="4276772"/>
                </a:lnTo>
                <a:cubicBezTo>
                  <a:pt x="2853190" y="4276273"/>
                  <a:pt x="2853688" y="4276024"/>
                  <a:pt x="2854187" y="4276024"/>
                </a:cubicBezTo>
                <a:lnTo>
                  <a:pt x="2874624" y="4276023"/>
                </a:lnTo>
                <a:cubicBezTo>
                  <a:pt x="2875123" y="4276023"/>
                  <a:pt x="2875621" y="4276355"/>
                  <a:pt x="2875871" y="4276771"/>
                </a:cubicBezTo>
                <a:lnTo>
                  <a:pt x="2886089" y="4294469"/>
                </a:lnTo>
                <a:cubicBezTo>
                  <a:pt x="2886339" y="4294884"/>
                  <a:pt x="2886339" y="4295465"/>
                  <a:pt x="2886089" y="4295881"/>
                </a:cubicBezTo>
                <a:lnTo>
                  <a:pt x="2875870" y="4313580"/>
                </a:lnTo>
                <a:cubicBezTo>
                  <a:pt x="2875620" y="4314078"/>
                  <a:pt x="2875122" y="4314328"/>
                  <a:pt x="2874623" y="4314328"/>
                </a:cubicBezTo>
                <a:close/>
                <a:moveTo>
                  <a:pt x="3395837" y="4459482"/>
                </a:moveTo>
                <a:cubicBezTo>
                  <a:pt x="3395338" y="4459482"/>
                  <a:pt x="3394840" y="4459150"/>
                  <a:pt x="3394591" y="4458735"/>
                </a:cubicBezTo>
                <a:lnTo>
                  <a:pt x="3384455" y="4441122"/>
                </a:lnTo>
                <a:cubicBezTo>
                  <a:pt x="3384206" y="4440706"/>
                  <a:pt x="3384206" y="4440125"/>
                  <a:pt x="3384455" y="4439709"/>
                </a:cubicBezTo>
                <a:lnTo>
                  <a:pt x="3394674" y="4422096"/>
                </a:lnTo>
                <a:cubicBezTo>
                  <a:pt x="3394923" y="4421597"/>
                  <a:pt x="3395421" y="4421348"/>
                  <a:pt x="3395920" y="4421348"/>
                </a:cubicBezTo>
                <a:lnTo>
                  <a:pt x="3416274" y="4421348"/>
                </a:lnTo>
                <a:cubicBezTo>
                  <a:pt x="3416773" y="4421348"/>
                  <a:pt x="3417271" y="4421680"/>
                  <a:pt x="3417521" y="4422096"/>
                </a:cubicBezTo>
                <a:lnTo>
                  <a:pt x="3427656" y="4439709"/>
                </a:lnTo>
                <a:cubicBezTo>
                  <a:pt x="3427905" y="4440124"/>
                  <a:pt x="3427905" y="4440705"/>
                  <a:pt x="3427656" y="4441122"/>
                </a:cubicBezTo>
                <a:lnTo>
                  <a:pt x="3417437" y="4458735"/>
                </a:lnTo>
                <a:cubicBezTo>
                  <a:pt x="3417188" y="4459233"/>
                  <a:pt x="3416690" y="4459482"/>
                  <a:pt x="3416191" y="4459482"/>
                </a:cubicBezTo>
                <a:close/>
                <a:moveTo>
                  <a:pt x="3034680" y="4362715"/>
                </a:moveTo>
                <a:cubicBezTo>
                  <a:pt x="3034182" y="4362714"/>
                  <a:pt x="3033684" y="4362382"/>
                  <a:pt x="3033435" y="4361967"/>
                </a:cubicBezTo>
                <a:lnTo>
                  <a:pt x="3023133" y="4344185"/>
                </a:lnTo>
                <a:cubicBezTo>
                  <a:pt x="3022884" y="4343770"/>
                  <a:pt x="3022884" y="4343188"/>
                  <a:pt x="3023133" y="4342773"/>
                </a:cubicBezTo>
                <a:lnTo>
                  <a:pt x="3033436" y="4324990"/>
                </a:lnTo>
                <a:cubicBezTo>
                  <a:pt x="3033686" y="4324491"/>
                  <a:pt x="3034183" y="4324242"/>
                  <a:pt x="3034682" y="4324242"/>
                </a:cubicBezTo>
                <a:lnTo>
                  <a:pt x="3055202" y="4324241"/>
                </a:lnTo>
                <a:cubicBezTo>
                  <a:pt x="3055701" y="4324241"/>
                  <a:pt x="3056199" y="4324573"/>
                  <a:pt x="3056450" y="4324989"/>
                </a:cubicBezTo>
                <a:lnTo>
                  <a:pt x="3066750" y="4342771"/>
                </a:lnTo>
                <a:cubicBezTo>
                  <a:pt x="3067000" y="4343186"/>
                  <a:pt x="3067000" y="4343767"/>
                  <a:pt x="3066750" y="4344183"/>
                </a:cubicBezTo>
                <a:lnTo>
                  <a:pt x="3056448" y="4361965"/>
                </a:lnTo>
                <a:cubicBezTo>
                  <a:pt x="3056198" y="4362464"/>
                  <a:pt x="3055700" y="4362714"/>
                  <a:pt x="3055201" y="4362714"/>
                </a:cubicBezTo>
                <a:close/>
                <a:moveTo>
                  <a:pt x="3576388" y="4507974"/>
                </a:moveTo>
                <a:cubicBezTo>
                  <a:pt x="3575889" y="4507974"/>
                  <a:pt x="3575391" y="4507641"/>
                  <a:pt x="3575142" y="4507226"/>
                </a:cubicBezTo>
                <a:lnTo>
                  <a:pt x="3564923" y="4489529"/>
                </a:lnTo>
                <a:cubicBezTo>
                  <a:pt x="3564674" y="4489113"/>
                  <a:pt x="3564674" y="4488532"/>
                  <a:pt x="3564924" y="4488117"/>
                </a:cubicBezTo>
                <a:lnTo>
                  <a:pt x="3575143" y="4470420"/>
                </a:lnTo>
                <a:cubicBezTo>
                  <a:pt x="3575392" y="4469921"/>
                  <a:pt x="3575890" y="4469672"/>
                  <a:pt x="3576389" y="4469672"/>
                </a:cubicBezTo>
                <a:lnTo>
                  <a:pt x="3596826" y="4469671"/>
                </a:lnTo>
                <a:cubicBezTo>
                  <a:pt x="3597325" y="4469671"/>
                  <a:pt x="3597823" y="4470003"/>
                  <a:pt x="3598073" y="4470419"/>
                </a:cubicBezTo>
                <a:lnTo>
                  <a:pt x="3608291" y="4488116"/>
                </a:lnTo>
                <a:cubicBezTo>
                  <a:pt x="3608541" y="4488531"/>
                  <a:pt x="3608541" y="4489112"/>
                  <a:pt x="3608290" y="4489528"/>
                </a:cubicBezTo>
                <a:lnTo>
                  <a:pt x="3598072" y="4507225"/>
                </a:lnTo>
                <a:cubicBezTo>
                  <a:pt x="3597822" y="4507723"/>
                  <a:pt x="3597324" y="4507974"/>
                  <a:pt x="3596825" y="4507974"/>
                </a:cubicBezTo>
                <a:close/>
                <a:moveTo>
                  <a:pt x="1710530" y="4008031"/>
                </a:moveTo>
                <a:cubicBezTo>
                  <a:pt x="1710032" y="4008032"/>
                  <a:pt x="1709533" y="4007699"/>
                  <a:pt x="1709284" y="4007284"/>
                </a:cubicBezTo>
                <a:lnTo>
                  <a:pt x="1698900" y="3989335"/>
                </a:lnTo>
                <a:cubicBezTo>
                  <a:pt x="1698651" y="3988837"/>
                  <a:pt x="1698651" y="3988254"/>
                  <a:pt x="1698900" y="3987840"/>
                </a:cubicBezTo>
                <a:lnTo>
                  <a:pt x="1709286" y="3969890"/>
                </a:lnTo>
                <a:cubicBezTo>
                  <a:pt x="1709535" y="3969391"/>
                  <a:pt x="1710034" y="3969142"/>
                  <a:pt x="1710532" y="3969142"/>
                </a:cubicBezTo>
                <a:lnTo>
                  <a:pt x="1731302" y="3969141"/>
                </a:lnTo>
                <a:cubicBezTo>
                  <a:pt x="1731800" y="3969141"/>
                  <a:pt x="1732299" y="3969473"/>
                  <a:pt x="1732549" y="3969889"/>
                </a:cubicBezTo>
                <a:lnTo>
                  <a:pt x="1742933" y="3987837"/>
                </a:lnTo>
                <a:cubicBezTo>
                  <a:pt x="1743182" y="3988335"/>
                  <a:pt x="1743182" y="3988917"/>
                  <a:pt x="1742933" y="3989333"/>
                </a:cubicBezTo>
                <a:lnTo>
                  <a:pt x="1732547" y="4007282"/>
                </a:lnTo>
                <a:cubicBezTo>
                  <a:pt x="1732297" y="4007781"/>
                  <a:pt x="1731798" y="4008031"/>
                  <a:pt x="1731301" y="4008030"/>
                </a:cubicBezTo>
                <a:close/>
                <a:moveTo>
                  <a:pt x="3215236" y="4411246"/>
                </a:moveTo>
                <a:cubicBezTo>
                  <a:pt x="3214738" y="4411246"/>
                  <a:pt x="3214239" y="4410914"/>
                  <a:pt x="3213990" y="4410498"/>
                </a:cubicBezTo>
                <a:lnTo>
                  <a:pt x="3203689" y="4392634"/>
                </a:lnTo>
                <a:cubicBezTo>
                  <a:pt x="3203440" y="4392136"/>
                  <a:pt x="3203440" y="4391554"/>
                  <a:pt x="3203689" y="4391139"/>
                </a:cubicBezTo>
                <a:lnTo>
                  <a:pt x="3213992" y="4373273"/>
                </a:lnTo>
                <a:cubicBezTo>
                  <a:pt x="3214241" y="4372775"/>
                  <a:pt x="3214740" y="4372525"/>
                  <a:pt x="3215238" y="4372525"/>
                </a:cubicBezTo>
                <a:lnTo>
                  <a:pt x="3235925" y="4372525"/>
                </a:lnTo>
                <a:cubicBezTo>
                  <a:pt x="3236423" y="4372525"/>
                  <a:pt x="3236922" y="4372857"/>
                  <a:pt x="3237171" y="4373273"/>
                </a:cubicBezTo>
                <a:lnTo>
                  <a:pt x="3247472" y="4391137"/>
                </a:lnTo>
                <a:cubicBezTo>
                  <a:pt x="3247721" y="4391635"/>
                  <a:pt x="3247722" y="4392217"/>
                  <a:pt x="3247472" y="4392633"/>
                </a:cubicBezTo>
                <a:lnTo>
                  <a:pt x="3237169" y="4410497"/>
                </a:lnTo>
                <a:cubicBezTo>
                  <a:pt x="3236920" y="4410996"/>
                  <a:pt x="3236421" y="4411245"/>
                  <a:pt x="3235923" y="4411245"/>
                </a:cubicBezTo>
                <a:close/>
                <a:moveTo>
                  <a:pt x="3094718" y="4379072"/>
                </a:moveTo>
                <a:cubicBezTo>
                  <a:pt x="3094218" y="4379072"/>
                  <a:pt x="3093721" y="4378741"/>
                  <a:pt x="3093472" y="4378325"/>
                </a:cubicBezTo>
                <a:lnTo>
                  <a:pt x="3083088" y="4360293"/>
                </a:lnTo>
                <a:cubicBezTo>
                  <a:pt x="3082839" y="4359795"/>
                  <a:pt x="3082839" y="4359213"/>
                  <a:pt x="3083088" y="4358798"/>
                </a:cubicBezTo>
                <a:lnTo>
                  <a:pt x="3093557" y="4340766"/>
                </a:lnTo>
                <a:cubicBezTo>
                  <a:pt x="3093805" y="4340267"/>
                  <a:pt x="3094305" y="4340018"/>
                  <a:pt x="3094803" y="4340018"/>
                </a:cubicBezTo>
                <a:lnTo>
                  <a:pt x="3115656" y="4340016"/>
                </a:lnTo>
                <a:cubicBezTo>
                  <a:pt x="3116155" y="4340016"/>
                  <a:pt x="3116653" y="4340349"/>
                  <a:pt x="3116902" y="4340765"/>
                </a:cubicBezTo>
                <a:lnTo>
                  <a:pt x="3127286" y="4358797"/>
                </a:lnTo>
                <a:cubicBezTo>
                  <a:pt x="3127535" y="4359294"/>
                  <a:pt x="3127535" y="4359876"/>
                  <a:pt x="3127286" y="4360291"/>
                </a:cubicBezTo>
                <a:lnTo>
                  <a:pt x="3116817" y="4378323"/>
                </a:lnTo>
                <a:cubicBezTo>
                  <a:pt x="3116568" y="4378823"/>
                  <a:pt x="3116069" y="4379071"/>
                  <a:pt x="3115571" y="4379071"/>
                </a:cubicBezTo>
                <a:close/>
                <a:moveTo>
                  <a:pt x="1830763" y="4040508"/>
                </a:moveTo>
                <a:cubicBezTo>
                  <a:pt x="1830265" y="4040508"/>
                  <a:pt x="1829766" y="4040174"/>
                  <a:pt x="1829516" y="4039759"/>
                </a:cubicBezTo>
                <a:lnTo>
                  <a:pt x="1818967" y="4021479"/>
                </a:lnTo>
                <a:cubicBezTo>
                  <a:pt x="1818717" y="4020980"/>
                  <a:pt x="1818718" y="4020398"/>
                  <a:pt x="1818967" y="4019983"/>
                </a:cubicBezTo>
                <a:lnTo>
                  <a:pt x="1829519" y="4001701"/>
                </a:lnTo>
                <a:cubicBezTo>
                  <a:pt x="1829768" y="4001202"/>
                  <a:pt x="1830267" y="4000952"/>
                  <a:pt x="1830765" y="4000952"/>
                </a:cubicBezTo>
                <a:lnTo>
                  <a:pt x="1851785" y="4000951"/>
                </a:lnTo>
                <a:cubicBezTo>
                  <a:pt x="1852283" y="4000951"/>
                  <a:pt x="1852782" y="4001284"/>
                  <a:pt x="1853030" y="4001700"/>
                </a:cubicBezTo>
                <a:lnTo>
                  <a:pt x="1863581" y="4019980"/>
                </a:lnTo>
                <a:cubicBezTo>
                  <a:pt x="1863830" y="4020479"/>
                  <a:pt x="1863830" y="4021060"/>
                  <a:pt x="1863580" y="4021476"/>
                </a:cubicBezTo>
                <a:lnTo>
                  <a:pt x="1853028" y="4039758"/>
                </a:lnTo>
                <a:cubicBezTo>
                  <a:pt x="1852779" y="4040257"/>
                  <a:pt x="1852280" y="4040506"/>
                  <a:pt x="1851782" y="4040506"/>
                </a:cubicBezTo>
                <a:close/>
                <a:moveTo>
                  <a:pt x="2312287" y="4169545"/>
                </a:moveTo>
                <a:cubicBezTo>
                  <a:pt x="2311789" y="4169545"/>
                  <a:pt x="2311291" y="4169213"/>
                  <a:pt x="2311042" y="4168798"/>
                </a:cubicBezTo>
                <a:lnTo>
                  <a:pt x="2300574" y="4150683"/>
                </a:lnTo>
                <a:cubicBezTo>
                  <a:pt x="2300325" y="4150185"/>
                  <a:pt x="2300325" y="4149603"/>
                  <a:pt x="2300574" y="4149188"/>
                </a:cubicBezTo>
                <a:lnTo>
                  <a:pt x="2311043" y="4131073"/>
                </a:lnTo>
                <a:cubicBezTo>
                  <a:pt x="2311292" y="4130575"/>
                  <a:pt x="2311791" y="4130325"/>
                  <a:pt x="2312289" y="4130325"/>
                </a:cubicBezTo>
                <a:lnTo>
                  <a:pt x="2333225" y="4130324"/>
                </a:lnTo>
                <a:cubicBezTo>
                  <a:pt x="2333725" y="4130324"/>
                  <a:pt x="2334222" y="4130656"/>
                  <a:pt x="2334471" y="4131072"/>
                </a:cubicBezTo>
                <a:lnTo>
                  <a:pt x="2344938" y="4149186"/>
                </a:lnTo>
                <a:cubicBezTo>
                  <a:pt x="2345189" y="4149684"/>
                  <a:pt x="2345189" y="4150265"/>
                  <a:pt x="2344938" y="4150681"/>
                </a:cubicBezTo>
                <a:lnTo>
                  <a:pt x="2334470" y="4168797"/>
                </a:lnTo>
                <a:cubicBezTo>
                  <a:pt x="2334221" y="4169295"/>
                  <a:pt x="2333723" y="4169544"/>
                  <a:pt x="2333224" y="4169544"/>
                </a:cubicBezTo>
                <a:close/>
                <a:moveTo>
                  <a:pt x="1951165" y="4072798"/>
                </a:moveTo>
                <a:cubicBezTo>
                  <a:pt x="1950667" y="4072798"/>
                  <a:pt x="1950168" y="4072467"/>
                  <a:pt x="1949919" y="4072052"/>
                </a:cubicBezTo>
                <a:lnTo>
                  <a:pt x="1939452" y="4053937"/>
                </a:lnTo>
                <a:cubicBezTo>
                  <a:pt x="1939203" y="4053439"/>
                  <a:pt x="1939203" y="4052856"/>
                  <a:pt x="1939452" y="4052442"/>
                </a:cubicBezTo>
                <a:lnTo>
                  <a:pt x="1949921" y="4034327"/>
                </a:lnTo>
                <a:cubicBezTo>
                  <a:pt x="1950170" y="4033829"/>
                  <a:pt x="1950669" y="4033579"/>
                  <a:pt x="1951167" y="4033579"/>
                </a:cubicBezTo>
                <a:lnTo>
                  <a:pt x="1972103" y="4033578"/>
                </a:lnTo>
                <a:cubicBezTo>
                  <a:pt x="1972602" y="4033578"/>
                  <a:pt x="1973100" y="4033910"/>
                  <a:pt x="1973349" y="4034327"/>
                </a:cubicBezTo>
                <a:lnTo>
                  <a:pt x="1983816" y="4052440"/>
                </a:lnTo>
                <a:cubicBezTo>
                  <a:pt x="1984066" y="4052938"/>
                  <a:pt x="1984066" y="4053520"/>
                  <a:pt x="1983816" y="4053935"/>
                </a:cubicBezTo>
                <a:lnTo>
                  <a:pt x="1973347" y="4072050"/>
                </a:lnTo>
                <a:cubicBezTo>
                  <a:pt x="1973099" y="4072548"/>
                  <a:pt x="1972601" y="4072798"/>
                  <a:pt x="1972102" y="4072797"/>
                </a:cubicBezTo>
                <a:close/>
                <a:moveTo>
                  <a:pt x="1770561" y="4024442"/>
                </a:moveTo>
                <a:cubicBezTo>
                  <a:pt x="1770062" y="4024443"/>
                  <a:pt x="1769563" y="4024109"/>
                  <a:pt x="1769314" y="4023694"/>
                </a:cubicBezTo>
                <a:lnTo>
                  <a:pt x="1758764" y="4005414"/>
                </a:lnTo>
                <a:cubicBezTo>
                  <a:pt x="1758515" y="4004915"/>
                  <a:pt x="1758515" y="4004334"/>
                  <a:pt x="1758764" y="4003918"/>
                </a:cubicBezTo>
                <a:lnTo>
                  <a:pt x="1769316" y="3985637"/>
                </a:lnTo>
                <a:cubicBezTo>
                  <a:pt x="1769565" y="3985138"/>
                  <a:pt x="1770064" y="3984889"/>
                  <a:pt x="1770562" y="3984889"/>
                </a:cubicBezTo>
                <a:lnTo>
                  <a:pt x="1791582" y="3984887"/>
                </a:lnTo>
                <a:cubicBezTo>
                  <a:pt x="1792080" y="3984888"/>
                  <a:pt x="1792579" y="3985220"/>
                  <a:pt x="1792828" y="3985636"/>
                </a:cubicBezTo>
                <a:lnTo>
                  <a:pt x="1803378" y="4003916"/>
                </a:lnTo>
                <a:cubicBezTo>
                  <a:pt x="1803627" y="4004415"/>
                  <a:pt x="1803627" y="4004996"/>
                  <a:pt x="1803378" y="4005412"/>
                </a:cubicBezTo>
                <a:lnTo>
                  <a:pt x="1792826" y="4023693"/>
                </a:lnTo>
                <a:cubicBezTo>
                  <a:pt x="1792577" y="4024191"/>
                  <a:pt x="1792077" y="4024441"/>
                  <a:pt x="1791579" y="4024441"/>
                </a:cubicBezTo>
                <a:close/>
                <a:moveTo>
                  <a:pt x="2131706" y="4121246"/>
                </a:moveTo>
                <a:cubicBezTo>
                  <a:pt x="2131208" y="4121246"/>
                  <a:pt x="2130709" y="4120914"/>
                  <a:pt x="2130460" y="4120499"/>
                </a:cubicBezTo>
                <a:lnTo>
                  <a:pt x="2119993" y="4102385"/>
                </a:lnTo>
                <a:cubicBezTo>
                  <a:pt x="2119743" y="4101888"/>
                  <a:pt x="2119744" y="4101305"/>
                  <a:pt x="2119992" y="4100890"/>
                </a:cubicBezTo>
                <a:lnTo>
                  <a:pt x="2130461" y="4082776"/>
                </a:lnTo>
                <a:cubicBezTo>
                  <a:pt x="2130710" y="4082278"/>
                  <a:pt x="2131209" y="4082028"/>
                  <a:pt x="2131707" y="4082029"/>
                </a:cubicBezTo>
                <a:lnTo>
                  <a:pt x="2152643" y="4082028"/>
                </a:lnTo>
                <a:cubicBezTo>
                  <a:pt x="2153142" y="4082028"/>
                  <a:pt x="2153640" y="4082359"/>
                  <a:pt x="2153889" y="4082776"/>
                </a:cubicBezTo>
                <a:lnTo>
                  <a:pt x="2164356" y="4100889"/>
                </a:lnTo>
                <a:cubicBezTo>
                  <a:pt x="2164607" y="4101387"/>
                  <a:pt x="2164606" y="4101969"/>
                  <a:pt x="2164357" y="4102384"/>
                </a:cubicBezTo>
                <a:lnTo>
                  <a:pt x="2153888" y="4120498"/>
                </a:lnTo>
                <a:cubicBezTo>
                  <a:pt x="2153639" y="4120996"/>
                  <a:pt x="2153141" y="4121245"/>
                  <a:pt x="2152642" y="4121246"/>
                </a:cubicBezTo>
                <a:close/>
                <a:moveTo>
                  <a:pt x="1890957" y="4056755"/>
                </a:moveTo>
                <a:cubicBezTo>
                  <a:pt x="1890459" y="4056755"/>
                  <a:pt x="1889960" y="4056424"/>
                  <a:pt x="1889711" y="4056008"/>
                </a:cubicBezTo>
                <a:lnTo>
                  <a:pt x="1879244" y="4037894"/>
                </a:lnTo>
                <a:cubicBezTo>
                  <a:pt x="1878994" y="4037397"/>
                  <a:pt x="1878995" y="4036815"/>
                  <a:pt x="1879244" y="4036399"/>
                </a:cubicBezTo>
                <a:lnTo>
                  <a:pt x="1889712" y="4018286"/>
                </a:lnTo>
                <a:cubicBezTo>
                  <a:pt x="1889961" y="4017787"/>
                  <a:pt x="1890460" y="4017538"/>
                  <a:pt x="1890958" y="4017538"/>
                </a:cubicBezTo>
                <a:lnTo>
                  <a:pt x="1911894" y="4017537"/>
                </a:lnTo>
                <a:cubicBezTo>
                  <a:pt x="1912393" y="4017538"/>
                  <a:pt x="1912891" y="4017869"/>
                  <a:pt x="1913140" y="4018285"/>
                </a:cubicBezTo>
                <a:lnTo>
                  <a:pt x="1923608" y="4036398"/>
                </a:lnTo>
                <a:cubicBezTo>
                  <a:pt x="1923858" y="4036896"/>
                  <a:pt x="1923857" y="4037478"/>
                  <a:pt x="1923608" y="4037893"/>
                </a:cubicBezTo>
                <a:lnTo>
                  <a:pt x="1913139" y="4056007"/>
                </a:lnTo>
                <a:cubicBezTo>
                  <a:pt x="1912890" y="4056506"/>
                  <a:pt x="1912392" y="4056754"/>
                  <a:pt x="1911893" y="4056755"/>
                </a:cubicBezTo>
                <a:close/>
                <a:moveTo>
                  <a:pt x="2011270" y="4089084"/>
                </a:moveTo>
                <a:cubicBezTo>
                  <a:pt x="2010772" y="4089085"/>
                  <a:pt x="2010273" y="4088752"/>
                  <a:pt x="2010023" y="4088336"/>
                </a:cubicBezTo>
                <a:lnTo>
                  <a:pt x="1999473" y="4070058"/>
                </a:lnTo>
                <a:cubicBezTo>
                  <a:pt x="1999224" y="4069559"/>
                  <a:pt x="1999224" y="4068977"/>
                  <a:pt x="1999473" y="4068562"/>
                </a:cubicBezTo>
                <a:lnTo>
                  <a:pt x="2010025" y="4050282"/>
                </a:lnTo>
                <a:cubicBezTo>
                  <a:pt x="2010274" y="4049783"/>
                  <a:pt x="2010773" y="4049534"/>
                  <a:pt x="2011271" y="4049534"/>
                </a:cubicBezTo>
                <a:lnTo>
                  <a:pt x="2032290" y="4049534"/>
                </a:lnTo>
                <a:cubicBezTo>
                  <a:pt x="2032788" y="4049534"/>
                  <a:pt x="2033287" y="4049865"/>
                  <a:pt x="2033536" y="4050282"/>
                </a:cubicBezTo>
                <a:lnTo>
                  <a:pt x="2044086" y="4068561"/>
                </a:lnTo>
                <a:cubicBezTo>
                  <a:pt x="2044336" y="4069059"/>
                  <a:pt x="2044336" y="4069641"/>
                  <a:pt x="2044086" y="4070056"/>
                </a:cubicBezTo>
                <a:lnTo>
                  <a:pt x="2033535" y="4088336"/>
                </a:lnTo>
                <a:cubicBezTo>
                  <a:pt x="2033286" y="4088834"/>
                  <a:pt x="2032787" y="4089083"/>
                  <a:pt x="2032289" y="4089084"/>
                </a:cubicBezTo>
                <a:close/>
                <a:moveTo>
                  <a:pt x="2372397" y="4185899"/>
                </a:moveTo>
                <a:cubicBezTo>
                  <a:pt x="2371817" y="4185900"/>
                  <a:pt x="2371318" y="4185650"/>
                  <a:pt x="2371069" y="4185151"/>
                </a:cubicBezTo>
                <a:lnTo>
                  <a:pt x="2360518" y="4166788"/>
                </a:lnTo>
                <a:cubicBezTo>
                  <a:pt x="2360270" y="4166290"/>
                  <a:pt x="2360269" y="4165791"/>
                  <a:pt x="2360519" y="4165292"/>
                </a:cubicBezTo>
                <a:lnTo>
                  <a:pt x="2371071" y="4146928"/>
                </a:lnTo>
                <a:cubicBezTo>
                  <a:pt x="2371403" y="4146429"/>
                  <a:pt x="2371902" y="4146180"/>
                  <a:pt x="2372400" y="4146180"/>
                </a:cubicBezTo>
                <a:lnTo>
                  <a:pt x="2393585" y="4146178"/>
                </a:lnTo>
                <a:cubicBezTo>
                  <a:pt x="2394167" y="4146179"/>
                  <a:pt x="2394665" y="4146428"/>
                  <a:pt x="2394915" y="4146927"/>
                </a:cubicBezTo>
                <a:lnTo>
                  <a:pt x="2405465" y="4165290"/>
                </a:lnTo>
                <a:cubicBezTo>
                  <a:pt x="2405714" y="4165789"/>
                  <a:pt x="2405714" y="4166287"/>
                  <a:pt x="2405465" y="4166786"/>
                </a:cubicBezTo>
                <a:lnTo>
                  <a:pt x="2394913" y="4185150"/>
                </a:lnTo>
                <a:cubicBezTo>
                  <a:pt x="2394580" y="4185650"/>
                  <a:pt x="2394082" y="4185898"/>
                  <a:pt x="2393583" y="4185898"/>
                </a:cubicBezTo>
                <a:close/>
                <a:moveTo>
                  <a:pt x="2252023" y="4153653"/>
                </a:moveTo>
                <a:cubicBezTo>
                  <a:pt x="2251442" y="4153653"/>
                  <a:pt x="2250943" y="4153404"/>
                  <a:pt x="2250694" y="4152905"/>
                </a:cubicBezTo>
                <a:lnTo>
                  <a:pt x="2240144" y="4134542"/>
                </a:lnTo>
                <a:cubicBezTo>
                  <a:pt x="2239895" y="4134043"/>
                  <a:pt x="2239895" y="4133545"/>
                  <a:pt x="2240144" y="4133046"/>
                </a:cubicBezTo>
                <a:lnTo>
                  <a:pt x="2250696" y="4114682"/>
                </a:lnTo>
                <a:cubicBezTo>
                  <a:pt x="2251028" y="4114183"/>
                  <a:pt x="2251527" y="4113934"/>
                  <a:pt x="2252025" y="4113934"/>
                </a:cubicBezTo>
                <a:lnTo>
                  <a:pt x="2273210" y="4113933"/>
                </a:lnTo>
                <a:cubicBezTo>
                  <a:pt x="2273792" y="4113933"/>
                  <a:pt x="2274290" y="4114182"/>
                  <a:pt x="2274540" y="4114681"/>
                </a:cubicBezTo>
                <a:lnTo>
                  <a:pt x="2285090" y="4133044"/>
                </a:lnTo>
                <a:cubicBezTo>
                  <a:pt x="2285339" y="4133543"/>
                  <a:pt x="2285339" y="4134041"/>
                  <a:pt x="2285090" y="4134540"/>
                </a:cubicBezTo>
                <a:lnTo>
                  <a:pt x="2274538" y="4152904"/>
                </a:lnTo>
                <a:cubicBezTo>
                  <a:pt x="2274205" y="4153404"/>
                  <a:pt x="2273707" y="4153652"/>
                  <a:pt x="2273208" y="4153652"/>
                </a:cubicBezTo>
                <a:close/>
                <a:moveTo>
                  <a:pt x="2492561" y="4218416"/>
                </a:moveTo>
                <a:cubicBezTo>
                  <a:pt x="2491980" y="4218416"/>
                  <a:pt x="2491481" y="4218166"/>
                  <a:pt x="2491232" y="4217668"/>
                </a:cubicBezTo>
                <a:lnTo>
                  <a:pt x="2480434" y="4198888"/>
                </a:lnTo>
                <a:cubicBezTo>
                  <a:pt x="2480184" y="4198473"/>
                  <a:pt x="2480185" y="4197891"/>
                  <a:pt x="2480433" y="4197393"/>
                </a:cubicBezTo>
                <a:lnTo>
                  <a:pt x="2491235" y="4178611"/>
                </a:lnTo>
                <a:cubicBezTo>
                  <a:pt x="2491484" y="4178195"/>
                  <a:pt x="2492066" y="4177862"/>
                  <a:pt x="2492564" y="4177863"/>
                </a:cubicBezTo>
                <a:lnTo>
                  <a:pt x="2514248" y="4177862"/>
                </a:lnTo>
                <a:cubicBezTo>
                  <a:pt x="2514830" y="4177861"/>
                  <a:pt x="2515328" y="4178110"/>
                  <a:pt x="2515578" y="4178608"/>
                </a:cubicBezTo>
                <a:lnTo>
                  <a:pt x="2526377" y="4197389"/>
                </a:lnTo>
                <a:cubicBezTo>
                  <a:pt x="2526626" y="4197805"/>
                  <a:pt x="2526626" y="4198387"/>
                  <a:pt x="2526377" y="4198884"/>
                </a:cubicBezTo>
                <a:lnTo>
                  <a:pt x="2515575" y="4217666"/>
                </a:lnTo>
                <a:cubicBezTo>
                  <a:pt x="2515326" y="4218082"/>
                  <a:pt x="2514744" y="4218415"/>
                  <a:pt x="2514246" y="4218414"/>
                </a:cubicBezTo>
                <a:close/>
                <a:moveTo>
                  <a:pt x="2432398" y="4202340"/>
                </a:moveTo>
                <a:cubicBezTo>
                  <a:pt x="2431817" y="4202340"/>
                  <a:pt x="2431318" y="4202091"/>
                  <a:pt x="2431069" y="4201593"/>
                </a:cubicBezTo>
                <a:lnTo>
                  <a:pt x="2420353" y="4182981"/>
                </a:lnTo>
                <a:cubicBezTo>
                  <a:pt x="2420104" y="4182565"/>
                  <a:pt x="2420104" y="4181984"/>
                  <a:pt x="2420353" y="4181484"/>
                </a:cubicBezTo>
                <a:lnTo>
                  <a:pt x="2431071" y="4162872"/>
                </a:lnTo>
                <a:cubicBezTo>
                  <a:pt x="2431403" y="4162456"/>
                  <a:pt x="2431902" y="4162124"/>
                  <a:pt x="2432400" y="4162124"/>
                </a:cubicBezTo>
                <a:lnTo>
                  <a:pt x="2453835" y="4162124"/>
                </a:lnTo>
                <a:cubicBezTo>
                  <a:pt x="2454416" y="4162124"/>
                  <a:pt x="2454915" y="4162373"/>
                  <a:pt x="2455164" y="4162872"/>
                </a:cubicBezTo>
                <a:lnTo>
                  <a:pt x="2465881" y="4181483"/>
                </a:lnTo>
                <a:cubicBezTo>
                  <a:pt x="2466130" y="4181899"/>
                  <a:pt x="2466130" y="4182480"/>
                  <a:pt x="2465881" y="4182979"/>
                </a:cubicBezTo>
                <a:lnTo>
                  <a:pt x="2455162" y="4201592"/>
                </a:lnTo>
                <a:cubicBezTo>
                  <a:pt x="2454831" y="4202007"/>
                  <a:pt x="2454332" y="4202339"/>
                  <a:pt x="2453834" y="4202339"/>
                </a:cubicBezTo>
                <a:close/>
                <a:moveTo>
                  <a:pt x="1649964" y="3992743"/>
                </a:moveTo>
                <a:cubicBezTo>
                  <a:pt x="1649382" y="3992743"/>
                  <a:pt x="1648884" y="3992494"/>
                  <a:pt x="1648634" y="3991995"/>
                </a:cubicBezTo>
                <a:lnTo>
                  <a:pt x="1637918" y="3973384"/>
                </a:lnTo>
                <a:cubicBezTo>
                  <a:pt x="1637669" y="3972968"/>
                  <a:pt x="1637669" y="3972387"/>
                  <a:pt x="1637918" y="3971888"/>
                </a:cubicBezTo>
                <a:lnTo>
                  <a:pt x="1648635" y="3953277"/>
                </a:lnTo>
                <a:cubicBezTo>
                  <a:pt x="1648969" y="3952860"/>
                  <a:pt x="1649467" y="3952528"/>
                  <a:pt x="1649966" y="3952528"/>
                </a:cubicBezTo>
                <a:lnTo>
                  <a:pt x="1671400" y="3952528"/>
                </a:lnTo>
                <a:cubicBezTo>
                  <a:pt x="1671981" y="3952528"/>
                  <a:pt x="1672480" y="3952777"/>
                  <a:pt x="1672729" y="3953276"/>
                </a:cubicBezTo>
                <a:lnTo>
                  <a:pt x="1683445" y="3971887"/>
                </a:lnTo>
                <a:cubicBezTo>
                  <a:pt x="1683695" y="3972303"/>
                  <a:pt x="1683695" y="3972884"/>
                  <a:pt x="1683445" y="3973383"/>
                </a:cubicBezTo>
                <a:lnTo>
                  <a:pt x="1672727" y="3991995"/>
                </a:lnTo>
                <a:cubicBezTo>
                  <a:pt x="1672396" y="3992410"/>
                  <a:pt x="1671897" y="3992742"/>
                  <a:pt x="1671399" y="3992742"/>
                </a:cubicBezTo>
                <a:close/>
                <a:moveTo>
                  <a:pt x="2191592" y="4137979"/>
                </a:moveTo>
                <a:cubicBezTo>
                  <a:pt x="2191011" y="4137979"/>
                  <a:pt x="2190512" y="4137730"/>
                  <a:pt x="2190262" y="4137232"/>
                </a:cubicBezTo>
                <a:lnTo>
                  <a:pt x="2179629" y="4118705"/>
                </a:lnTo>
                <a:cubicBezTo>
                  <a:pt x="2179379" y="4118289"/>
                  <a:pt x="2179380" y="4117708"/>
                  <a:pt x="2179628" y="4117208"/>
                </a:cubicBezTo>
                <a:lnTo>
                  <a:pt x="2190346" y="4098683"/>
                </a:lnTo>
                <a:cubicBezTo>
                  <a:pt x="2190679" y="4098267"/>
                  <a:pt x="2191177" y="4097935"/>
                  <a:pt x="2191676" y="4097935"/>
                </a:cubicBezTo>
                <a:lnTo>
                  <a:pt x="2213026" y="4097934"/>
                </a:lnTo>
                <a:cubicBezTo>
                  <a:pt x="2213608" y="4097934"/>
                  <a:pt x="2214107" y="4098184"/>
                  <a:pt x="2214356" y="4098683"/>
                </a:cubicBezTo>
                <a:lnTo>
                  <a:pt x="2224990" y="4117208"/>
                </a:lnTo>
                <a:cubicBezTo>
                  <a:pt x="2225239" y="4117625"/>
                  <a:pt x="2225240" y="4118206"/>
                  <a:pt x="2224990" y="4118705"/>
                </a:cubicBezTo>
                <a:lnTo>
                  <a:pt x="2214273" y="4137232"/>
                </a:lnTo>
                <a:cubicBezTo>
                  <a:pt x="2213941" y="4137647"/>
                  <a:pt x="2213441" y="4137979"/>
                  <a:pt x="2212943" y="4137979"/>
                </a:cubicBezTo>
                <a:close/>
                <a:moveTo>
                  <a:pt x="2665305" y="4307417"/>
                </a:moveTo>
                <a:cubicBezTo>
                  <a:pt x="2665056" y="4307417"/>
                  <a:pt x="2664723" y="4307085"/>
                  <a:pt x="2664723" y="4307085"/>
                </a:cubicBezTo>
                <a:lnTo>
                  <a:pt x="2660237" y="4299274"/>
                </a:lnTo>
                <a:cubicBezTo>
                  <a:pt x="2660154" y="4299025"/>
                  <a:pt x="2660237" y="4298610"/>
                  <a:pt x="2660237" y="4298610"/>
                </a:cubicBezTo>
                <a:lnTo>
                  <a:pt x="2664806" y="4290799"/>
                </a:lnTo>
                <a:cubicBezTo>
                  <a:pt x="2664973" y="4290550"/>
                  <a:pt x="2665388" y="4290467"/>
                  <a:pt x="2665388" y="4290467"/>
                </a:cubicBezTo>
                <a:lnTo>
                  <a:pt x="2674443" y="4290467"/>
                </a:lnTo>
                <a:cubicBezTo>
                  <a:pt x="2674693" y="4290467"/>
                  <a:pt x="2675025" y="4290798"/>
                  <a:pt x="2675025" y="4290798"/>
                </a:cubicBezTo>
                <a:lnTo>
                  <a:pt x="2679511" y="4298610"/>
                </a:lnTo>
                <a:cubicBezTo>
                  <a:pt x="2679595" y="4298859"/>
                  <a:pt x="2679511" y="4299273"/>
                  <a:pt x="2679511" y="4299273"/>
                </a:cubicBezTo>
                <a:lnTo>
                  <a:pt x="2674942" y="4307085"/>
                </a:lnTo>
                <a:cubicBezTo>
                  <a:pt x="2674776" y="4307334"/>
                  <a:pt x="2674361" y="4307417"/>
                  <a:pt x="2674361" y="4307417"/>
                </a:cubicBezTo>
                <a:close/>
                <a:moveTo>
                  <a:pt x="796464" y="3813232"/>
                </a:moveTo>
                <a:cubicBezTo>
                  <a:pt x="796131" y="3813232"/>
                  <a:pt x="795551" y="3812734"/>
                  <a:pt x="795551" y="3812734"/>
                </a:cubicBezTo>
                <a:lnTo>
                  <a:pt x="787908" y="3799522"/>
                </a:lnTo>
                <a:cubicBezTo>
                  <a:pt x="787742" y="3799190"/>
                  <a:pt x="787908" y="3798442"/>
                  <a:pt x="787908" y="3798442"/>
                </a:cubicBezTo>
                <a:lnTo>
                  <a:pt x="795552" y="3785229"/>
                </a:lnTo>
                <a:cubicBezTo>
                  <a:pt x="795717" y="3784980"/>
                  <a:pt x="796466" y="3784731"/>
                  <a:pt x="796466" y="3784731"/>
                </a:cubicBezTo>
                <a:lnTo>
                  <a:pt x="811752" y="3784730"/>
                </a:lnTo>
                <a:cubicBezTo>
                  <a:pt x="812085" y="3784730"/>
                  <a:pt x="812667" y="3785228"/>
                  <a:pt x="812667" y="3785228"/>
                </a:cubicBezTo>
                <a:lnTo>
                  <a:pt x="820309" y="3798440"/>
                </a:lnTo>
                <a:cubicBezTo>
                  <a:pt x="820475" y="3798772"/>
                  <a:pt x="820309" y="3799520"/>
                  <a:pt x="820309" y="3799520"/>
                </a:cubicBezTo>
                <a:lnTo>
                  <a:pt x="812665" y="3812733"/>
                </a:lnTo>
                <a:cubicBezTo>
                  <a:pt x="812499" y="3812982"/>
                  <a:pt x="811750" y="3813231"/>
                  <a:pt x="811750" y="3813231"/>
                </a:cubicBezTo>
                <a:close/>
                <a:moveTo>
                  <a:pt x="976643" y="3862497"/>
                </a:moveTo>
                <a:cubicBezTo>
                  <a:pt x="976228" y="3862497"/>
                  <a:pt x="975646" y="3861915"/>
                  <a:pt x="975646" y="3861915"/>
                </a:cubicBezTo>
                <a:lnTo>
                  <a:pt x="967671" y="3848124"/>
                </a:lnTo>
                <a:cubicBezTo>
                  <a:pt x="967505" y="3847708"/>
                  <a:pt x="967671" y="3846961"/>
                  <a:pt x="967671" y="3846961"/>
                </a:cubicBezTo>
                <a:lnTo>
                  <a:pt x="975646" y="3833170"/>
                </a:lnTo>
                <a:cubicBezTo>
                  <a:pt x="975897" y="3832836"/>
                  <a:pt x="976644" y="3832588"/>
                  <a:pt x="976644" y="3832588"/>
                </a:cubicBezTo>
                <a:lnTo>
                  <a:pt x="992596" y="3832588"/>
                </a:lnTo>
                <a:cubicBezTo>
                  <a:pt x="993010" y="3832587"/>
                  <a:pt x="993593" y="3833169"/>
                  <a:pt x="993593" y="3833169"/>
                </a:cubicBezTo>
                <a:lnTo>
                  <a:pt x="1001567" y="3846961"/>
                </a:lnTo>
                <a:cubicBezTo>
                  <a:pt x="1001734" y="3847376"/>
                  <a:pt x="1001567" y="3848124"/>
                  <a:pt x="1001567" y="3848124"/>
                </a:cubicBezTo>
                <a:lnTo>
                  <a:pt x="993592" y="3861915"/>
                </a:lnTo>
                <a:cubicBezTo>
                  <a:pt x="993342" y="3862247"/>
                  <a:pt x="992595" y="3862497"/>
                  <a:pt x="992595" y="3862497"/>
                </a:cubicBezTo>
                <a:close/>
                <a:moveTo>
                  <a:pt x="1577160" y="4026178"/>
                </a:moveTo>
                <a:cubicBezTo>
                  <a:pt x="1576661" y="4026178"/>
                  <a:pt x="1575996" y="4025514"/>
                  <a:pt x="1575996" y="4025514"/>
                </a:cubicBezTo>
                <a:lnTo>
                  <a:pt x="1566609" y="4009227"/>
                </a:lnTo>
                <a:cubicBezTo>
                  <a:pt x="1566360" y="4008812"/>
                  <a:pt x="1566609" y="4007898"/>
                  <a:pt x="1566609" y="4007898"/>
                </a:cubicBezTo>
                <a:lnTo>
                  <a:pt x="1575998" y="3991611"/>
                </a:lnTo>
                <a:cubicBezTo>
                  <a:pt x="1576247" y="3991195"/>
                  <a:pt x="1576662" y="3990946"/>
                  <a:pt x="1577161" y="3990947"/>
                </a:cubicBezTo>
                <a:lnTo>
                  <a:pt x="1595937" y="3990946"/>
                </a:lnTo>
                <a:cubicBezTo>
                  <a:pt x="1596435" y="3990945"/>
                  <a:pt x="1597101" y="3991610"/>
                  <a:pt x="1597101" y="3991610"/>
                </a:cubicBezTo>
                <a:lnTo>
                  <a:pt x="1606488" y="4007896"/>
                </a:lnTo>
                <a:cubicBezTo>
                  <a:pt x="1606737" y="4008312"/>
                  <a:pt x="1606488" y="4009225"/>
                  <a:pt x="1606488" y="4009225"/>
                </a:cubicBezTo>
                <a:lnTo>
                  <a:pt x="1597099" y="4025513"/>
                </a:lnTo>
                <a:cubicBezTo>
                  <a:pt x="1596850" y="4025928"/>
                  <a:pt x="1596434" y="4026177"/>
                  <a:pt x="1595936" y="4026177"/>
                </a:cubicBezTo>
                <a:close/>
                <a:moveTo>
                  <a:pt x="3743733" y="4607001"/>
                </a:moveTo>
                <a:cubicBezTo>
                  <a:pt x="3743234" y="4607001"/>
                  <a:pt x="3742570" y="4606336"/>
                  <a:pt x="3742570" y="4606336"/>
                </a:cubicBezTo>
                <a:lnTo>
                  <a:pt x="3733100" y="4589969"/>
                </a:lnTo>
                <a:cubicBezTo>
                  <a:pt x="3732850" y="4589553"/>
                  <a:pt x="3733099" y="4588639"/>
                  <a:pt x="3733099" y="4588639"/>
                </a:cubicBezTo>
                <a:lnTo>
                  <a:pt x="3742571" y="4572272"/>
                </a:lnTo>
                <a:cubicBezTo>
                  <a:pt x="3742820" y="4571855"/>
                  <a:pt x="3743235" y="4571606"/>
                  <a:pt x="3743734" y="4571607"/>
                </a:cubicBezTo>
                <a:lnTo>
                  <a:pt x="3762676" y="4571606"/>
                </a:lnTo>
                <a:cubicBezTo>
                  <a:pt x="3763175" y="4571606"/>
                  <a:pt x="3763839" y="4572271"/>
                  <a:pt x="3763839" y="4572271"/>
                </a:cubicBezTo>
                <a:lnTo>
                  <a:pt x="3773310" y="4588638"/>
                </a:lnTo>
                <a:cubicBezTo>
                  <a:pt x="3773560" y="4589054"/>
                  <a:pt x="3773310" y="4589968"/>
                  <a:pt x="3773310" y="4589968"/>
                </a:cubicBezTo>
                <a:lnTo>
                  <a:pt x="3763838" y="4606336"/>
                </a:lnTo>
                <a:cubicBezTo>
                  <a:pt x="3763590" y="4606752"/>
                  <a:pt x="3763174" y="4607001"/>
                  <a:pt x="3762675" y="4607001"/>
                </a:cubicBezTo>
                <a:close/>
                <a:moveTo>
                  <a:pt x="3803875" y="4623151"/>
                </a:moveTo>
                <a:cubicBezTo>
                  <a:pt x="3803376" y="4623151"/>
                  <a:pt x="3802713" y="4622485"/>
                  <a:pt x="3802713" y="4622485"/>
                </a:cubicBezTo>
                <a:lnTo>
                  <a:pt x="3793159" y="4605951"/>
                </a:lnTo>
                <a:cubicBezTo>
                  <a:pt x="3792910" y="4605535"/>
                  <a:pt x="3793159" y="4604620"/>
                  <a:pt x="3793159" y="4604620"/>
                </a:cubicBezTo>
                <a:lnTo>
                  <a:pt x="3802715" y="4588084"/>
                </a:lnTo>
                <a:cubicBezTo>
                  <a:pt x="3802963" y="4587668"/>
                  <a:pt x="3803379" y="4587419"/>
                  <a:pt x="3803877" y="4587419"/>
                </a:cubicBezTo>
                <a:lnTo>
                  <a:pt x="3822986" y="4587418"/>
                </a:lnTo>
                <a:cubicBezTo>
                  <a:pt x="3823485" y="4587418"/>
                  <a:pt x="3824149" y="4588083"/>
                  <a:pt x="3824149" y="4588083"/>
                </a:cubicBezTo>
                <a:lnTo>
                  <a:pt x="3833702" y="4604618"/>
                </a:lnTo>
                <a:cubicBezTo>
                  <a:pt x="3833952" y="4605034"/>
                  <a:pt x="3833702" y="4605948"/>
                  <a:pt x="3833702" y="4605948"/>
                </a:cubicBezTo>
                <a:lnTo>
                  <a:pt x="3824147" y="4622484"/>
                </a:lnTo>
                <a:cubicBezTo>
                  <a:pt x="3823898" y="4622900"/>
                  <a:pt x="3823483" y="4623149"/>
                  <a:pt x="3822984" y="4623150"/>
                </a:cubicBezTo>
                <a:close/>
                <a:moveTo>
                  <a:pt x="2720429" y="4333082"/>
                </a:moveTo>
                <a:cubicBezTo>
                  <a:pt x="2719930" y="4333082"/>
                  <a:pt x="2719514" y="4332833"/>
                  <a:pt x="2719265" y="4332418"/>
                </a:cubicBezTo>
                <a:lnTo>
                  <a:pt x="2709629" y="4315716"/>
                </a:lnTo>
                <a:cubicBezTo>
                  <a:pt x="2709380" y="4315300"/>
                  <a:pt x="2709380" y="4314802"/>
                  <a:pt x="2709629" y="4314387"/>
                </a:cubicBezTo>
                <a:lnTo>
                  <a:pt x="2719267" y="4297684"/>
                </a:lnTo>
                <a:cubicBezTo>
                  <a:pt x="2719516" y="4297268"/>
                  <a:pt x="2719933" y="4297019"/>
                  <a:pt x="2720430" y="4297019"/>
                </a:cubicBezTo>
                <a:lnTo>
                  <a:pt x="2739788" y="4297018"/>
                </a:lnTo>
                <a:cubicBezTo>
                  <a:pt x="2740286" y="4297018"/>
                  <a:pt x="2740701" y="4297267"/>
                  <a:pt x="2740951" y="4297683"/>
                </a:cubicBezTo>
                <a:lnTo>
                  <a:pt x="2750588" y="4314385"/>
                </a:lnTo>
                <a:cubicBezTo>
                  <a:pt x="2750836" y="4314801"/>
                  <a:pt x="2750837" y="4315298"/>
                  <a:pt x="2750588" y="4315714"/>
                </a:cubicBezTo>
                <a:lnTo>
                  <a:pt x="2740950" y="4332417"/>
                </a:lnTo>
                <a:cubicBezTo>
                  <a:pt x="2740700" y="4332832"/>
                  <a:pt x="2740284" y="4333081"/>
                  <a:pt x="2739786" y="4333081"/>
                </a:cubicBezTo>
                <a:close/>
                <a:moveTo>
                  <a:pt x="3623247" y="4575030"/>
                </a:moveTo>
                <a:cubicBezTo>
                  <a:pt x="3622749" y="4575029"/>
                  <a:pt x="3622084" y="4574365"/>
                  <a:pt x="3622084" y="4574365"/>
                </a:cubicBezTo>
                <a:lnTo>
                  <a:pt x="3612531" y="4557832"/>
                </a:lnTo>
                <a:cubicBezTo>
                  <a:pt x="3612281" y="4557416"/>
                  <a:pt x="3612530" y="4556502"/>
                  <a:pt x="3612530" y="4556502"/>
                </a:cubicBezTo>
                <a:lnTo>
                  <a:pt x="3622085" y="4539969"/>
                </a:lnTo>
                <a:cubicBezTo>
                  <a:pt x="3622334" y="4539553"/>
                  <a:pt x="3622750" y="4539304"/>
                  <a:pt x="3623248" y="4539304"/>
                </a:cubicBezTo>
                <a:lnTo>
                  <a:pt x="3642356" y="4539304"/>
                </a:lnTo>
                <a:cubicBezTo>
                  <a:pt x="3642855" y="4539303"/>
                  <a:pt x="3643519" y="4539969"/>
                  <a:pt x="3643519" y="4539969"/>
                </a:cubicBezTo>
                <a:lnTo>
                  <a:pt x="3653072" y="4556501"/>
                </a:lnTo>
                <a:cubicBezTo>
                  <a:pt x="3653323" y="4556917"/>
                  <a:pt x="3653073" y="4557832"/>
                  <a:pt x="3653073" y="4557832"/>
                </a:cubicBezTo>
                <a:lnTo>
                  <a:pt x="3643518" y="4574364"/>
                </a:lnTo>
                <a:cubicBezTo>
                  <a:pt x="3643270" y="4574780"/>
                  <a:pt x="3642854" y="4575029"/>
                  <a:pt x="3642355" y="4575029"/>
                </a:cubicBezTo>
                <a:close/>
                <a:moveTo>
                  <a:pt x="2780514" y="4349331"/>
                </a:moveTo>
                <a:cubicBezTo>
                  <a:pt x="2780099" y="4349331"/>
                  <a:pt x="2779600" y="4349081"/>
                  <a:pt x="2779352" y="4348666"/>
                </a:cubicBezTo>
                <a:lnTo>
                  <a:pt x="2769549" y="4331631"/>
                </a:lnTo>
                <a:cubicBezTo>
                  <a:pt x="2769300" y="4331216"/>
                  <a:pt x="2769300" y="4330634"/>
                  <a:pt x="2769549" y="4330219"/>
                </a:cubicBezTo>
                <a:lnTo>
                  <a:pt x="2779354" y="4313183"/>
                </a:lnTo>
                <a:cubicBezTo>
                  <a:pt x="2779603" y="4312767"/>
                  <a:pt x="2780018" y="4312518"/>
                  <a:pt x="2780517" y="4312517"/>
                </a:cubicBezTo>
                <a:lnTo>
                  <a:pt x="2800124" y="4312516"/>
                </a:lnTo>
                <a:cubicBezTo>
                  <a:pt x="2800540" y="4312516"/>
                  <a:pt x="2801038" y="4312765"/>
                  <a:pt x="2801287" y="4313181"/>
                </a:cubicBezTo>
                <a:lnTo>
                  <a:pt x="2811090" y="4330216"/>
                </a:lnTo>
                <a:cubicBezTo>
                  <a:pt x="2811339" y="4330631"/>
                  <a:pt x="2811339" y="4331213"/>
                  <a:pt x="2811090" y="4331627"/>
                </a:cubicBezTo>
                <a:lnTo>
                  <a:pt x="2801285" y="4348664"/>
                </a:lnTo>
                <a:cubicBezTo>
                  <a:pt x="2801036" y="4349080"/>
                  <a:pt x="2800620" y="4349330"/>
                  <a:pt x="2800121" y="4349329"/>
                </a:cubicBezTo>
                <a:close/>
                <a:moveTo>
                  <a:pt x="3382436" y="4510634"/>
                </a:moveTo>
                <a:cubicBezTo>
                  <a:pt x="3381938" y="4510634"/>
                  <a:pt x="3381522" y="4510385"/>
                  <a:pt x="3381273" y="4509970"/>
                </a:cubicBezTo>
                <a:lnTo>
                  <a:pt x="3371636" y="4493270"/>
                </a:lnTo>
                <a:cubicBezTo>
                  <a:pt x="3371387" y="4492854"/>
                  <a:pt x="3371387" y="4492356"/>
                  <a:pt x="3371636" y="4491941"/>
                </a:cubicBezTo>
                <a:lnTo>
                  <a:pt x="3381274" y="4475240"/>
                </a:lnTo>
                <a:cubicBezTo>
                  <a:pt x="3381523" y="4474824"/>
                  <a:pt x="3381939" y="4474575"/>
                  <a:pt x="3382437" y="4474575"/>
                </a:cubicBezTo>
                <a:lnTo>
                  <a:pt x="3401795" y="4474575"/>
                </a:lnTo>
                <a:cubicBezTo>
                  <a:pt x="3402293" y="4474575"/>
                  <a:pt x="3402708" y="4474824"/>
                  <a:pt x="3402958" y="4475240"/>
                </a:cubicBezTo>
                <a:lnTo>
                  <a:pt x="3412595" y="4491940"/>
                </a:lnTo>
                <a:cubicBezTo>
                  <a:pt x="3412843" y="4492355"/>
                  <a:pt x="3412843" y="4492853"/>
                  <a:pt x="3412595" y="4493269"/>
                </a:cubicBezTo>
                <a:lnTo>
                  <a:pt x="3402957" y="4509970"/>
                </a:lnTo>
                <a:cubicBezTo>
                  <a:pt x="3402707" y="4510385"/>
                  <a:pt x="3402292" y="4510634"/>
                  <a:pt x="3401794" y="4510634"/>
                </a:cubicBezTo>
                <a:close/>
                <a:moveTo>
                  <a:pt x="3924045" y="4655769"/>
                </a:moveTo>
                <a:cubicBezTo>
                  <a:pt x="3923630" y="4655769"/>
                  <a:pt x="3923132" y="4655521"/>
                  <a:pt x="3922882" y="4655105"/>
                </a:cubicBezTo>
                <a:lnTo>
                  <a:pt x="3913080" y="4638070"/>
                </a:lnTo>
                <a:cubicBezTo>
                  <a:pt x="3912831" y="4637655"/>
                  <a:pt x="3912831" y="4637073"/>
                  <a:pt x="3913080" y="4636658"/>
                </a:cubicBezTo>
                <a:lnTo>
                  <a:pt x="3922884" y="4619622"/>
                </a:lnTo>
                <a:cubicBezTo>
                  <a:pt x="3923135" y="4619206"/>
                  <a:pt x="3923549" y="4618957"/>
                  <a:pt x="3924048" y="4618956"/>
                </a:cubicBezTo>
                <a:lnTo>
                  <a:pt x="3943655" y="4618956"/>
                </a:lnTo>
                <a:cubicBezTo>
                  <a:pt x="3944070" y="4618955"/>
                  <a:pt x="3944569" y="4619204"/>
                  <a:pt x="3944818" y="4619620"/>
                </a:cubicBezTo>
                <a:lnTo>
                  <a:pt x="3954621" y="4636655"/>
                </a:lnTo>
                <a:cubicBezTo>
                  <a:pt x="3954870" y="4637070"/>
                  <a:pt x="3954870" y="4637652"/>
                  <a:pt x="3954621" y="4638067"/>
                </a:cubicBezTo>
                <a:lnTo>
                  <a:pt x="3944815" y="4655103"/>
                </a:lnTo>
                <a:cubicBezTo>
                  <a:pt x="3944566" y="4655519"/>
                  <a:pt x="3944151" y="4655769"/>
                  <a:pt x="3943652" y="4655768"/>
                </a:cubicBezTo>
                <a:close/>
                <a:moveTo>
                  <a:pt x="3683352" y="4591320"/>
                </a:moveTo>
                <a:cubicBezTo>
                  <a:pt x="3682854" y="4591320"/>
                  <a:pt x="3682438" y="4591071"/>
                  <a:pt x="3682189" y="4590656"/>
                </a:cubicBezTo>
                <a:lnTo>
                  <a:pt x="3672553" y="4573956"/>
                </a:lnTo>
                <a:cubicBezTo>
                  <a:pt x="3672303" y="4573540"/>
                  <a:pt x="3672304" y="4573042"/>
                  <a:pt x="3672553" y="4572627"/>
                </a:cubicBezTo>
                <a:lnTo>
                  <a:pt x="3682190" y="4555927"/>
                </a:lnTo>
                <a:cubicBezTo>
                  <a:pt x="3682439" y="4555511"/>
                  <a:pt x="3682855" y="4555262"/>
                  <a:pt x="3683353" y="4555262"/>
                </a:cubicBezTo>
                <a:lnTo>
                  <a:pt x="3702711" y="4555262"/>
                </a:lnTo>
                <a:cubicBezTo>
                  <a:pt x="3703209" y="4555262"/>
                  <a:pt x="3703624" y="4555511"/>
                  <a:pt x="3703874" y="4555927"/>
                </a:cubicBezTo>
                <a:lnTo>
                  <a:pt x="3713511" y="4572627"/>
                </a:lnTo>
                <a:cubicBezTo>
                  <a:pt x="3713759" y="4573042"/>
                  <a:pt x="3713759" y="4573540"/>
                  <a:pt x="3713511" y="4573956"/>
                </a:cubicBezTo>
                <a:lnTo>
                  <a:pt x="3703873" y="4590656"/>
                </a:lnTo>
                <a:cubicBezTo>
                  <a:pt x="3703623" y="4591071"/>
                  <a:pt x="3703208" y="4591320"/>
                  <a:pt x="3702710" y="4591320"/>
                </a:cubicBezTo>
                <a:close/>
                <a:moveTo>
                  <a:pt x="3863841" y="4639711"/>
                </a:moveTo>
                <a:cubicBezTo>
                  <a:pt x="3863426" y="4639710"/>
                  <a:pt x="3862928" y="4639462"/>
                  <a:pt x="3862678" y="4639045"/>
                </a:cubicBezTo>
                <a:lnTo>
                  <a:pt x="3852876" y="4622012"/>
                </a:lnTo>
                <a:cubicBezTo>
                  <a:pt x="3852627" y="4621596"/>
                  <a:pt x="3852627" y="4621014"/>
                  <a:pt x="3852876" y="4620599"/>
                </a:cubicBezTo>
                <a:lnTo>
                  <a:pt x="3862680" y="4603564"/>
                </a:lnTo>
                <a:cubicBezTo>
                  <a:pt x="3862930" y="4603148"/>
                  <a:pt x="3863345" y="4602899"/>
                  <a:pt x="3863843" y="4602899"/>
                </a:cubicBezTo>
                <a:lnTo>
                  <a:pt x="3883450" y="4602898"/>
                </a:lnTo>
                <a:cubicBezTo>
                  <a:pt x="3883865" y="4602898"/>
                  <a:pt x="3884364" y="4603147"/>
                  <a:pt x="3884613" y="4603563"/>
                </a:cubicBezTo>
                <a:lnTo>
                  <a:pt x="3894417" y="4620597"/>
                </a:lnTo>
                <a:cubicBezTo>
                  <a:pt x="3894665" y="4621012"/>
                  <a:pt x="3894665" y="4621594"/>
                  <a:pt x="3894416" y="4622009"/>
                </a:cubicBezTo>
                <a:lnTo>
                  <a:pt x="3884611" y="4639044"/>
                </a:lnTo>
                <a:cubicBezTo>
                  <a:pt x="3884362" y="4639460"/>
                  <a:pt x="3883947" y="4639709"/>
                  <a:pt x="3883448" y="4639710"/>
                </a:cubicBezTo>
                <a:close/>
                <a:moveTo>
                  <a:pt x="3984209" y="4671983"/>
                </a:moveTo>
                <a:cubicBezTo>
                  <a:pt x="3983793" y="4671984"/>
                  <a:pt x="3983296" y="4671735"/>
                  <a:pt x="3983046" y="4671319"/>
                </a:cubicBezTo>
                <a:lnTo>
                  <a:pt x="3973243" y="4654285"/>
                </a:lnTo>
                <a:cubicBezTo>
                  <a:pt x="3972994" y="4653870"/>
                  <a:pt x="3972994" y="4653288"/>
                  <a:pt x="3973243" y="4652873"/>
                </a:cubicBezTo>
                <a:lnTo>
                  <a:pt x="3983047" y="4635838"/>
                </a:lnTo>
                <a:cubicBezTo>
                  <a:pt x="3983298" y="4635422"/>
                  <a:pt x="3983712" y="4635173"/>
                  <a:pt x="3984211" y="4635173"/>
                </a:cubicBezTo>
                <a:lnTo>
                  <a:pt x="4003818" y="4635171"/>
                </a:lnTo>
                <a:cubicBezTo>
                  <a:pt x="4004233" y="4635172"/>
                  <a:pt x="4004732" y="4635420"/>
                  <a:pt x="4004981" y="4635836"/>
                </a:cubicBezTo>
                <a:lnTo>
                  <a:pt x="4014784" y="4652871"/>
                </a:lnTo>
                <a:cubicBezTo>
                  <a:pt x="4015033" y="4653286"/>
                  <a:pt x="4015033" y="4653867"/>
                  <a:pt x="4014784" y="4654283"/>
                </a:cubicBezTo>
                <a:lnTo>
                  <a:pt x="4004979" y="4671317"/>
                </a:lnTo>
                <a:cubicBezTo>
                  <a:pt x="4004730" y="4671733"/>
                  <a:pt x="4004315" y="4671982"/>
                  <a:pt x="4003815" y="4671983"/>
                </a:cubicBezTo>
                <a:close/>
                <a:moveTo>
                  <a:pt x="4104475" y="4704397"/>
                </a:moveTo>
                <a:cubicBezTo>
                  <a:pt x="4104060" y="4704397"/>
                  <a:pt x="4103562" y="4704148"/>
                  <a:pt x="4103312" y="4703733"/>
                </a:cubicBezTo>
                <a:lnTo>
                  <a:pt x="4093427" y="4686615"/>
                </a:lnTo>
                <a:cubicBezTo>
                  <a:pt x="4093178" y="4686200"/>
                  <a:pt x="4093178" y="4685618"/>
                  <a:pt x="4093427" y="4685203"/>
                </a:cubicBezTo>
                <a:lnTo>
                  <a:pt x="4103314" y="4668086"/>
                </a:lnTo>
                <a:cubicBezTo>
                  <a:pt x="4103564" y="4667670"/>
                  <a:pt x="4103979" y="4667421"/>
                  <a:pt x="4104477" y="4667421"/>
                </a:cubicBezTo>
                <a:lnTo>
                  <a:pt x="4124168" y="4667419"/>
                </a:lnTo>
                <a:cubicBezTo>
                  <a:pt x="4124583" y="4667419"/>
                  <a:pt x="4125081" y="4667668"/>
                  <a:pt x="4125331" y="4668084"/>
                </a:cubicBezTo>
                <a:lnTo>
                  <a:pt x="4135217" y="4685201"/>
                </a:lnTo>
                <a:cubicBezTo>
                  <a:pt x="4135465" y="4685616"/>
                  <a:pt x="4135466" y="4686198"/>
                  <a:pt x="4135216" y="4686613"/>
                </a:cubicBezTo>
                <a:lnTo>
                  <a:pt x="4125329" y="4703732"/>
                </a:lnTo>
                <a:cubicBezTo>
                  <a:pt x="4125079" y="4704147"/>
                  <a:pt x="4124665" y="4704396"/>
                  <a:pt x="4124166" y="4704396"/>
                </a:cubicBezTo>
                <a:close/>
                <a:moveTo>
                  <a:pt x="4044285" y="4688287"/>
                </a:moveTo>
                <a:cubicBezTo>
                  <a:pt x="4043870" y="4688287"/>
                  <a:pt x="4043372" y="4688038"/>
                  <a:pt x="4043122" y="4687622"/>
                </a:cubicBezTo>
                <a:lnTo>
                  <a:pt x="4033236" y="4670505"/>
                </a:lnTo>
                <a:cubicBezTo>
                  <a:pt x="4032987" y="4670090"/>
                  <a:pt x="4032987" y="4669508"/>
                  <a:pt x="4033236" y="4669093"/>
                </a:cubicBezTo>
                <a:lnTo>
                  <a:pt x="4043124" y="4651975"/>
                </a:lnTo>
                <a:cubicBezTo>
                  <a:pt x="4043373" y="4651560"/>
                  <a:pt x="4043788" y="4651311"/>
                  <a:pt x="4044286" y="4651311"/>
                </a:cubicBezTo>
                <a:lnTo>
                  <a:pt x="4063977" y="4651310"/>
                </a:lnTo>
                <a:cubicBezTo>
                  <a:pt x="4064393" y="4651310"/>
                  <a:pt x="4064891" y="4651559"/>
                  <a:pt x="4065140" y="4651975"/>
                </a:cubicBezTo>
                <a:lnTo>
                  <a:pt x="4075026" y="4669091"/>
                </a:lnTo>
                <a:cubicBezTo>
                  <a:pt x="4075275" y="4669506"/>
                  <a:pt x="4075275" y="4670088"/>
                  <a:pt x="4075026" y="4670503"/>
                </a:cubicBezTo>
                <a:lnTo>
                  <a:pt x="4065138" y="4687622"/>
                </a:lnTo>
                <a:cubicBezTo>
                  <a:pt x="4064889" y="4688037"/>
                  <a:pt x="4064474" y="4688286"/>
                  <a:pt x="4063975" y="4688286"/>
                </a:cubicBezTo>
                <a:close/>
                <a:moveTo>
                  <a:pt x="3442392" y="4527134"/>
                </a:moveTo>
                <a:cubicBezTo>
                  <a:pt x="3441976" y="4527134"/>
                  <a:pt x="3441478" y="4526885"/>
                  <a:pt x="3441228" y="4526470"/>
                </a:cubicBezTo>
                <a:lnTo>
                  <a:pt x="3431342" y="4509354"/>
                </a:lnTo>
                <a:cubicBezTo>
                  <a:pt x="3431093" y="4508939"/>
                  <a:pt x="3431094" y="4508357"/>
                  <a:pt x="3431342" y="4507941"/>
                </a:cubicBezTo>
                <a:lnTo>
                  <a:pt x="3441229" y="4490825"/>
                </a:lnTo>
                <a:cubicBezTo>
                  <a:pt x="3441479" y="4490409"/>
                  <a:pt x="3441894" y="4490160"/>
                  <a:pt x="3442393" y="4490160"/>
                </a:cubicBezTo>
                <a:lnTo>
                  <a:pt x="3462083" y="4490160"/>
                </a:lnTo>
                <a:cubicBezTo>
                  <a:pt x="3462498" y="4490160"/>
                  <a:pt x="3462996" y="4490408"/>
                  <a:pt x="3463246" y="4490825"/>
                </a:cubicBezTo>
                <a:lnTo>
                  <a:pt x="3473132" y="4507940"/>
                </a:lnTo>
                <a:cubicBezTo>
                  <a:pt x="3473381" y="4508355"/>
                  <a:pt x="3473381" y="4508937"/>
                  <a:pt x="3473132" y="4509353"/>
                </a:cubicBezTo>
                <a:lnTo>
                  <a:pt x="3463245" y="4526469"/>
                </a:lnTo>
                <a:cubicBezTo>
                  <a:pt x="3462995" y="4526884"/>
                  <a:pt x="3462581" y="4527134"/>
                  <a:pt x="3462082" y="4527134"/>
                </a:cubicBezTo>
                <a:close/>
                <a:moveTo>
                  <a:pt x="3502518" y="4543344"/>
                </a:moveTo>
                <a:cubicBezTo>
                  <a:pt x="3502020" y="4543344"/>
                  <a:pt x="3501521" y="4543095"/>
                  <a:pt x="3501272" y="4542679"/>
                </a:cubicBezTo>
                <a:lnTo>
                  <a:pt x="3491304" y="4525396"/>
                </a:lnTo>
                <a:cubicBezTo>
                  <a:pt x="3491055" y="4524980"/>
                  <a:pt x="3491055" y="4524399"/>
                  <a:pt x="3491304" y="4523983"/>
                </a:cubicBezTo>
                <a:lnTo>
                  <a:pt x="3501274" y="4506700"/>
                </a:lnTo>
                <a:cubicBezTo>
                  <a:pt x="3501523" y="4506284"/>
                  <a:pt x="3502022" y="4506035"/>
                  <a:pt x="3502520" y="4506035"/>
                </a:cubicBezTo>
                <a:lnTo>
                  <a:pt x="3522460" y="4506034"/>
                </a:lnTo>
                <a:cubicBezTo>
                  <a:pt x="3522958" y="4506034"/>
                  <a:pt x="3523457" y="4506283"/>
                  <a:pt x="3523706" y="4506699"/>
                </a:cubicBezTo>
                <a:lnTo>
                  <a:pt x="3533674" y="4523981"/>
                </a:lnTo>
                <a:cubicBezTo>
                  <a:pt x="3533923" y="4524398"/>
                  <a:pt x="3533923" y="4524979"/>
                  <a:pt x="3533674" y="4525394"/>
                </a:cubicBezTo>
                <a:lnTo>
                  <a:pt x="3523704" y="4542678"/>
                </a:lnTo>
                <a:cubicBezTo>
                  <a:pt x="3523455" y="4543093"/>
                  <a:pt x="3522957" y="4543343"/>
                  <a:pt x="3522459" y="4543343"/>
                </a:cubicBezTo>
                <a:close/>
                <a:moveTo>
                  <a:pt x="3020928" y="4414564"/>
                </a:moveTo>
                <a:cubicBezTo>
                  <a:pt x="3020429" y="4414564"/>
                  <a:pt x="3019931" y="4414231"/>
                  <a:pt x="3019682" y="4413816"/>
                </a:cubicBezTo>
                <a:lnTo>
                  <a:pt x="3009712" y="4396452"/>
                </a:lnTo>
                <a:cubicBezTo>
                  <a:pt x="3009463" y="4396036"/>
                  <a:pt x="3009463" y="4395455"/>
                  <a:pt x="3009712" y="4395039"/>
                </a:cubicBezTo>
                <a:lnTo>
                  <a:pt x="3019764" y="4377675"/>
                </a:lnTo>
                <a:cubicBezTo>
                  <a:pt x="3020015" y="4377175"/>
                  <a:pt x="3020512" y="4376927"/>
                  <a:pt x="3021011" y="4376926"/>
                </a:cubicBezTo>
                <a:lnTo>
                  <a:pt x="3041034" y="4376926"/>
                </a:lnTo>
                <a:cubicBezTo>
                  <a:pt x="3041532" y="4376926"/>
                  <a:pt x="3042030" y="4377258"/>
                  <a:pt x="3042280" y="4377674"/>
                </a:cubicBezTo>
                <a:lnTo>
                  <a:pt x="3052248" y="4395038"/>
                </a:lnTo>
                <a:cubicBezTo>
                  <a:pt x="3052498" y="4395454"/>
                  <a:pt x="3052498" y="4396035"/>
                  <a:pt x="3052248" y="4396451"/>
                </a:cubicBezTo>
                <a:lnTo>
                  <a:pt x="3042196" y="4413816"/>
                </a:lnTo>
                <a:cubicBezTo>
                  <a:pt x="3041947" y="4414315"/>
                  <a:pt x="3041448" y="4414564"/>
                  <a:pt x="3040950" y="4414564"/>
                </a:cubicBezTo>
                <a:close/>
                <a:moveTo>
                  <a:pt x="3261569" y="4479084"/>
                </a:moveTo>
                <a:cubicBezTo>
                  <a:pt x="3261070" y="4479084"/>
                  <a:pt x="3260573" y="4478752"/>
                  <a:pt x="3260323" y="4478337"/>
                </a:cubicBezTo>
                <a:lnTo>
                  <a:pt x="3250189" y="4460720"/>
                </a:lnTo>
                <a:cubicBezTo>
                  <a:pt x="3249939" y="4460304"/>
                  <a:pt x="3249940" y="4459723"/>
                  <a:pt x="3250188" y="4459307"/>
                </a:cubicBezTo>
                <a:lnTo>
                  <a:pt x="3260409" y="4441691"/>
                </a:lnTo>
                <a:cubicBezTo>
                  <a:pt x="3260658" y="4441192"/>
                  <a:pt x="3261156" y="4440943"/>
                  <a:pt x="3261655" y="4440942"/>
                </a:cubicBezTo>
                <a:lnTo>
                  <a:pt x="3282009" y="4440941"/>
                </a:lnTo>
                <a:cubicBezTo>
                  <a:pt x="3282508" y="4440941"/>
                  <a:pt x="3283006" y="4441273"/>
                  <a:pt x="3283256" y="4441690"/>
                </a:cubicBezTo>
                <a:lnTo>
                  <a:pt x="3293390" y="4459305"/>
                </a:lnTo>
                <a:cubicBezTo>
                  <a:pt x="3293639" y="4459721"/>
                  <a:pt x="3293639" y="4460302"/>
                  <a:pt x="3293390" y="4460718"/>
                </a:cubicBezTo>
                <a:lnTo>
                  <a:pt x="3283170" y="4478335"/>
                </a:lnTo>
                <a:cubicBezTo>
                  <a:pt x="3282921" y="4478834"/>
                  <a:pt x="3282423" y="4479082"/>
                  <a:pt x="3281924" y="4479082"/>
                </a:cubicBezTo>
                <a:close/>
                <a:moveTo>
                  <a:pt x="3321788" y="4495319"/>
                </a:moveTo>
                <a:cubicBezTo>
                  <a:pt x="3321289" y="4495319"/>
                  <a:pt x="3320791" y="4494987"/>
                  <a:pt x="3320542" y="4494570"/>
                </a:cubicBezTo>
                <a:lnTo>
                  <a:pt x="3310407" y="4477040"/>
                </a:lnTo>
                <a:cubicBezTo>
                  <a:pt x="3310158" y="4476624"/>
                  <a:pt x="3310158" y="4476043"/>
                  <a:pt x="3310407" y="4475627"/>
                </a:cubicBezTo>
                <a:lnTo>
                  <a:pt x="3320543" y="4458096"/>
                </a:lnTo>
                <a:cubicBezTo>
                  <a:pt x="3320792" y="4457597"/>
                  <a:pt x="3321290" y="4457348"/>
                  <a:pt x="3321789" y="4457348"/>
                </a:cubicBezTo>
                <a:lnTo>
                  <a:pt x="3342060" y="4457348"/>
                </a:lnTo>
                <a:cubicBezTo>
                  <a:pt x="3342560" y="4457347"/>
                  <a:pt x="3343057" y="4457680"/>
                  <a:pt x="3343306" y="4458096"/>
                </a:cubicBezTo>
                <a:lnTo>
                  <a:pt x="3353442" y="4475626"/>
                </a:lnTo>
                <a:cubicBezTo>
                  <a:pt x="3353691" y="4476042"/>
                  <a:pt x="3353691" y="4476623"/>
                  <a:pt x="3353442" y="4477039"/>
                </a:cubicBezTo>
                <a:lnTo>
                  <a:pt x="3343305" y="4494570"/>
                </a:lnTo>
                <a:cubicBezTo>
                  <a:pt x="3343056" y="4495069"/>
                  <a:pt x="3342558" y="4495318"/>
                  <a:pt x="3342059" y="4495319"/>
                </a:cubicBezTo>
                <a:close/>
                <a:moveTo>
                  <a:pt x="3201462" y="4463120"/>
                </a:moveTo>
                <a:cubicBezTo>
                  <a:pt x="3200963" y="4463120"/>
                  <a:pt x="3200465" y="4462788"/>
                  <a:pt x="3200215" y="4462372"/>
                </a:cubicBezTo>
                <a:lnTo>
                  <a:pt x="3190163" y="4444926"/>
                </a:lnTo>
                <a:cubicBezTo>
                  <a:pt x="3189913" y="4444509"/>
                  <a:pt x="3189914" y="4443928"/>
                  <a:pt x="3190162" y="4443512"/>
                </a:cubicBezTo>
                <a:lnTo>
                  <a:pt x="3200216" y="4426066"/>
                </a:lnTo>
                <a:cubicBezTo>
                  <a:pt x="3200465" y="4425567"/>
                  <a:pt x="3200962" y="4425318"/>
                  <a:pt x="3201461" y="4425318"/>
                </a:cubicBezTo>
                <a:lnTo>
                  <a:pt x="3221567" y="4425318"/>
                </a:lnTo>
                <a:cubicBezTo>
                  <a:pt x="3222064" y="4425318"/>
                  <a:pt x="3222564" y="4425650"/>
                  <a:pt x="3222813" y="4426066"/>
                </a:cubicBezTo>
                <a:lnTo>
                  <a:pt x="3232866" y="4443512"/>
                </a:lnTo>
                <a:cubicBezTo>
                  <a:pt x="3233115" y="4443928"/>
                  <a:pt x="3233114" y="4444509"/>
                  <a:pt x="3232866" y="4444925"/>
                </a:cubicBezTo>
                <a:lnTo>
                  <a:pt x="3222812" y="4462372"/>
                </a:lnTo>
                <a:cubicBezTo>
                  <a:pt x="3222564" y="4462871"/>
                  <a:pt x="3222065" y="4463120"/>
                  <a:pt x="3221567" y="4463120"/>
                </a:cubicBezTo>
                <a:close/>
                <a:moveTo>
                  <a:pt x="2238344" y="4205152"/>
                </a:moveTo>
                <a:cubicBezTo>
                  <a:pt x="2237845" y="4205152"/>
                  <a:pt x="2237347" y="4204820"/>
                  <a:pt x="2237098" y="4204405"/>
                </a:cubicBezTo>
                <a:lnTo>
                  <a:pt x="2226962" y="4186791"/>
                </a:lnTo>
                <a:cubicBezTo>
                  <a:pt x="2226713" y="4186375"/>
                  <a:pt x="2226713" y="4185794"/>
                  <a:pt x="2226962" y="4185378"/>
                </a:cubicBezTo>
                <a:lnTo>
                  <a:pt x="2237181" y="4167765"/>
                </a:lnTo>
                <a:cubicBezTo>
                  <a:pt x="2237430" y="4167265"/>
                  <a:pt x="2237928" y="4167016"/>
                  <a:pt x="2238427" y="4167016"/>
                </a:cubicBezTo>
                <a:lnTo>
                  <a:pt x="2258781" y="4167016"/>
                </a:lnTo>
                <a:cubicBezTo>
                  <a:pt x="2259281" y="4167016"/>
                  <a:pt x="2259778" y="4167348"/>
                  <a:pt x="2260028" y="4167764"/>
                </a:cubicBezTo>
                <a:lnTo>
                  <a:pt x="2270163" y="4185377"/>
                </a:lnTo>
                <a:cubicBezTo>
                  <a:pt x="2270412" y="4185793"/>
                  <a:pt x="2270412" y="4186374"/>
                  <a:pt x="2270163" y="4186790"/>
                </a:cubicBezTo>
                <a:lnTo>
                  <a:pt x="2259944" y="4204405"/>
                </a:lnTo>
                <a:cubicBezTo>
                  <a:pt x="2259695" y="4204903"/>
                  <a:pt x="2259197" y="4205152"/>
                  <a:pt x="2258698" y="4205152"/>
                </a:cubicBezTo>
                <a:close/>
                <a:moveTo>
                  <a:pt x="3562457" y="4559964"/>
                </a:moveTo>
                <a:cubicBezTo>
                  <a:pt x="3561958" y="4559964"/>
                  <a:pt x="3561460" y="4559631"/>
                  <a:pt x="3561211" y="4559216"/>
                </a:cubicBezTo>
                <a:lnTo>
                  <a:pt x="3550993" y="4541517"/>
                </a:lnTo>
                <a:cubicBezTo>
                  <a:pt x="3550744" y="4541102"/>
                  <a:pt x="3550744" y="4540521"/>
                  <a:pt x="3550993" y="4540106"/>
                </a:cubicBezTo>
                <a:lnTo>
                  <a:pt x="3561213" y="4522406"/>
                </a:lnTo>
                <a:cubicBezTo>
                  <a:pt x="3561462" y="4521907"/>
                  <a:pt x="3561960" y="4521658"/>
                  <a:pt x="3562459" y="4521658"/>
                </a:cubicBezTo>
                <a:lnTo>
                  <a:pt x="3582896" y="4521657"/>
                </a:lnTo>
                <a:cubicBezTo>
                  <a:pt x="3583395" y="4521657"/>
                  <a:pt x="3583893" y="4521989"/>
                  <a:pt x="3584143" y="4522405"/>
                </a:cubicBezTo>
                <a:lnTo>
                  <a:pt x="3594360" y="4540104"/>
                </a:lnTo>
                <a:cubicBezTo>
                  <a:pt x="3594611" y="4540519"/>
                  <a:pt x="3594611" y="4541100"/>
                  <a:pt x="3594360" y="4541516"/>
                </a:cubicBezTo>
                <a:lnTo>
                  <a:pt x="3584141" y="4559215"/>
                </a:lnTo>
                <a:cubicBezTo>
                  <a:pt x="3583891" y="4559713"/>
                  <a:pt x="3583394" y="4559964"/>
                  <a:pt x="3582895" y="4559963"/>
                </a:cubicBezTo>
                <a:close/>
                <a:moveTo>
                  <a:pt x="2479089" y="4269738"/>
                </a:moveTo>
                <a:cubicBezTo>
                  <a:pt x="2478590" y="4269739"/>
                  <a:pt x="2478092" y="4269406"/>
                  <a:pt x="2477843" y="4268990"/>
                </a:cubicBezTo>
                <a:lnTo>
                  <a:pt x="2467625" y="4251292"/>
                </a:lnTo>
                <a:cubicBezTo>
                  <a:pt x="2467376" y="4250876"/>
                  <a:pt x="2467376" y="4250296"/>
                  <a:pt x="2467625" y="4249880"/>
                </a:cubicBezTo>
                <a:lnTo>
                  <a:pt x="2477845" y="4232181"/>
                </a:lnTo>
                <a:cubicBezTo>
                  <a:pt x="2478094" y="4231683"/>
                  <a:pt x="2478592" y="4231433"/>
                  <a:pt x="2479091" y="4231433"/>
                </a:cubicBezTo>
                <a:lnTo>
                  <a:pt x="2499528" y="4231432"/>
                </a:lnTo>
                <a:cubicBezTo>
                  <a:pt x="2500027" y="4231432"/>
                  <a:pt x="2500525" y="4231765"/>
                  <a:pt x="2500775" y="4232181"/>
                </a:cubicBezTo>
                <a:lnTo>
                  <a:pt x="2510992" y="4249879"/>
                </a:lnTo>
                <a:cubicBezTo>
                  <a:pt x="2511242" y="4250294"/>
                  <a:pt x="2511243" y="4250875"/>
                  <a:pt x="2510992" y="4251291"/>
                </a:cubicBezTo>
                <a:lnTo>
                  <a:pt x="2500773" y="4268990"/>
                </a:lnTo>
                <a:cubicBezTo>
                  <a:pt x="2500524" y="4269487"/>
                  <a:pt x="2500026" y="4269737"/>
                  <a:pt x="2499527" y="4269737"/>
                </a:cubicBezTo>
                <a:close/>
                <a:moveTo>
                  <a:pt x="1094704" y="3898876"/>
                </a:moveTo>
                <a:cubicBezTo>
                  <a:pt x="1094206" y="3898875"/>
                  <a:pt x="1093707" y="3898543"/>
                  <a:pt x="1093458" y="3898127"/>
                </a:cubicBezTo>
                <a:lnTo>
                  <a:pt x="1083074" y="3880178"/>
                </a:lnTo>
                <a:cubicBezTo>
                  <a:pt x="1082825" y="3879680"/>
                  <a:pt x="1082825" y="3879098"/>
                  <a:pt x="1083074" y="3878684"/>
                </a:cubicBezTo>
                <a:lnTo>
                  <a:pt x="1093460" y="3860733"/>
                </a:lnTo>
                <a:cubicBezTo>
                  <a:pt x="1093710" y="3860234"/>
                  <a:pt x="1094209" y="3859985"/>
                  <a:pt x="1094706" y="3859985"/>
                </a:cubicBezTo>
                <a:lnTo>
                  <a:pt x="1115477" y="3859983"/>
                </a:lnTo>
                <a:cubicBezTo>
                  <a:pt x="1115975" y="3859983"/>
                  <a:pt x="1116474" y="3860315"/>
                  <a:pt x="1116723" y="3860731"/>
                </a:cubicBezTo>
                <a:lnTo>
                  <a:pt x="1127107" y="3878680"/>
                </a:lnTo>
                <a:cubicBezTo>
                  <a:pt x="1127356" y="3879179"/>
                  <a:pt x="1127356" y="3879761"/>
                  <a:pt x="1127107" y="3880176"/>
                </a:cubicBezTo>
                <a:lnTo>
                  <a:pt x="1116720" y="3898126"/>
                </a:lnTo>
                <a:cubicBezTo>
                  <a:pt x="1116471" y="3898625"/>
                  <a:pt x="1115972" y="3898874"/>
                  <a:pt x="1115474" y="3898874"/>
                </a:cubicBezTo>
                <a:close/>
                <a:moveTo>
                  <a:pt x="2960475" y="4398814"/>
                </a:moveTo>
                <a:cubicBezTo>
                  <a:pt x="2959976" y="4398813"/>
                  <a:pt x="2959478" y="4398482"/>
                  <a:pt x="2959229" y="4398066"/>
                </a:cubicBezTo>
                <a:lnTo>
                  <a:pt x="2948845" y="4380117"/>
                </a:lnTo>
                <a:cubicBezTo>
                  <a:pt x="2948596" y="4379619"/>
                  <a:pt x="2948596" y="4379037"/>
                  <a:pt x="2948845" y="4378621"/>
                </a:cubicBezTo>
                <a:lnTo>
                  <a:pt x="2959231" y="4360672"/>
                </a:lnTo>
                <a:cubicBezTo>
                  <a:pt x="2959481" y="4360172"/>
                  <a:pt x="2959979" y="4359923"/>
                  <a:pt x="2960478" y="4359923"/>
                </a:cubicBezTo>
                <a:lnTo>
                  <a:pt x="2981248" y="4359922"/>
                </a:lnTo>
                <a:cubicBezTo>
                  <a:pt x="2981746" y="4359922"/>
                  <a:pt x="2982245" y="4360254"/>
                  <a:pt x="2982494" y="4360670"/>
                </a:cubicBezTo>
                <a:lnTo>
                  <a:pt x="2992878" y="4378618"/>
                </a:lnTo>
                <a:cubicBezTo>
                  <a:pt x="2993127" y="4379117"/>
                  <a:pt x="2993127" y="4379699"/>
                  <a:pt x="2992878" y="4380114"/>
                </a:cubicBezTo>
                <a:lnTo>
                  <a:pt x="2982492" y="4398064"/>
                </a:lnTo>
                <a:cubicBezTo>
                  <a:pt x="2982242" y="4398563"/>
                  <a:pt x="2981743" y="4398813"/>
                  <a:pt x="2981245" y="4398813"/>
                </a:cubicBezTo>
                <a:close/>
                <a:moveTo>
                  <a:pt x="2057752" y="4156978"/>
                </a:moveTo>
                <a:cubicBezTo>
                  <a:pt x="2057253" y="4156978"/>
                  <a:pt x="2056755" y="4156645"/>
                  <a:pt x="2056506" y="4156230"/>
                </a:cubicBezTo>
                <a:lnTo>
                  <a:pt x="2046287" y="4138533"/>
                </a:lnTo>
                <a:cubicBezTo>
                  <a:pt x="2046039" y="4138117"/>
                  <a:pt x="2046038" y="4137536"/>
                  <a:pt x="2046288" y="4137121"/>
                </a:cubicBezTo>
                <a:lnTo>
                  <a:pt x="2056507" y="4119424"/>
                </a:lnTo>
                <a:cubicBezTo>
                  <a:pt x="2056756" y="4118925"/>
                  <a:pt x="2057254" y="4118676"/>
                  <a:pt x="2057753" y="4118676"/>
                </a:cubicBezTo>
                <a:lnTo>
                  <a:pt x="2078190" y="4118675"/>
                </a:lnTo>
                <a:cubicBezTo>
                  <a:pt x="2078689" y="4118676"/>
                  <a:pt x="2079187" y="4119007"/>
                  <a:pt x="2079437" y="4119423"/>
                </a:cubicBezTo>
                <a:lnTo>
                  <a:pt x="2089655" y="4137120"/>
                </a:lnTo>
                <a:cubicBezTo>
                  <a:pt x="2089905" y="4137535"/>
                  <a:pt x="2089905" y="4138116"/>
                  <a:pt x="2089655" y="4138532"/>
                </a:cubicBezTo>
                <a:lnTo>
                  <a:pt x="2079436" y="4156230"/>
                </a:lnTo>
                <a:cubicBezTo>
                  <a:pt x="2079186" y="4156727"/>
                  <a:pt x="2078689" y="4156978"/>
                  <a:pt x="2078190" y="4156977"/>
                </a:cubicBezTo>
                <a:close/>
                <a:moveTo>
                  <a:pt x="2900297" y="4382889"/>
                </a:moveTo>
                <a:cubicBezTo>
                  <a:pt x="2899799" y="4382888"/>
                  <a:pt x="2899300" y="4382556"/>
                  <a:pt x="2899051" y="4382141"/>
                </a:cubicBezTo>
                <a:lnTo>
                  <a:pt x="2888750" y="4364277"/>
                </a:lnTo>
                <a:cubicBezTo>
                  <a:pt x="2888501" y="4363779"/>
                  <a:pt x="2888501" y="4363197"/>
                  <a:pt x="2888750" y="4362782"/>
                </a:cubicBezTo>
                <a:lnTo>
                  <a:pt x="2899052" y="4344918"/>
                </a:lnTo>
                <a:cubicBezTo>
                  <a:pt x="2899301" y="4344419"/>
                  <a:pt x="2899800" y="4344171"/>
                  <a:pt x="2900298" y="4344170"/>
                </a:cubicBezTo>
                <a:lnTo>
                  <a:pt x="2920985" y="4344170"/>
                </a:lnTo>
                <a:cubicBezTo>
                  <a:pt x="2921483" y="4344170"/>
                  <a:pt x="2921982" y="4344502"/>
                  <a:pt x="2922231" y="4344918"/>
                </a:cubicBezTo>
                <a:lnTo>
                  <a:pt x="2932533" y="4362781"/>
                </a:lnTo>
                <a:cubicBezTo>
                  <a:pt x="2932782" y="4363279"/>
                  <a:pt x="2932782" y="4363861"/>
                  <a:pt x="2932533" y="4364276"/>
                </a:cubicBezTo>
                <a:lnTo>
                  <a:pt x="2922230" y="4382140"/>
                </a:lnTo>
                <a:cubicBezTo>
                  <a:pt x="2921982" y="4382639"/>
                  <a:pt x="2921483" y="4382888"/>
                  <a:pt x="2920985" y="4382888"/>
                </a:cubicBezTo>
                <a:close/>
                <a:moveTo>
                  <a:pt x="2840039" y="4366798"/>
                </a:moveTo>
                <a:cubicBezTo>
                  <a:pt x="2839540" y="4366798"/>
                  <a:pt x="2839042" y="4366466"/>
                  <a:pt x="2838794" y="4366049"/>
                </a:cubicBezTo>
                <a:lnTo>
                  <a:pt x="2828409" y="4348103"/>
                </a:lnTo>
                <a:cubicBezTo>
                  <a:pt x="2828160" y="4347605"/>
                  <a:pt x="2828160" y="4347023"/>
                  <a:pt x="2828409" y="4346608"/>
                </a:cubicBezTo>
                <a:lnTo>
                  <a:pt x="2838795" y="4328661"/>
                </a:lnTo>
                <a:cubicBezTo>
                  <a:pt x="2839044" y="4328162"/>
                  <a:pt x="2839542" y="4327912"/>
                  <a:pt x="2840041" y="4327912"/>
                </a:cubicBezTo>
                <a:lnTo>
                  <a:pt x="2860811" y="4327912"/>
                </a:lnTo>
                <a:cubicBezTo>
                  <a:pt x="2861309" y="4327912"/>
                  <a:pt x="2861808" y="4328244"/>
                  <a:pt x="2862057" y="4328660"/>
                </a:cubicBezTo>
                <a:lnTo>
                  <a:pt x="2872441" y="4346606"/>
                </a:lnTo>
                <a:cubicBezTo>
                  <a:pt x="2872691" y="4347105"/>
                  <a:pt x="2872690" y="4347687"/>
                  <a:pt x="2872441" y="4348102"/>
                </a:cubicBezTo>
                <a:lnTo>
                  <a:pt x="2862056" y="4366049"/>
                </a:lnTo>
                <a:cubicBezTo>
                  <a:pt x="2861807" y="4366548"/>
                  <a:pt x="2861308" y="4366797"/>
                  <a:pt x="2860810" y="4366797"/>
                </a:cubicBezTo>
                <a:close/>
                <a:moveTo>
                  <a:pt x="3080779" y="4431324"/>
                </a:moveTo>
                <a:cubicBezTo>
                  <a:pt x="3080280" y="4431324"/>
                  <a:pt x="3079782" y="4430993"/>
                  <a:pt x="3079533" y="4430577"/>
                </a:cubicBezTo>
                <a:lnTo>
                  <a:pt x="3069148" y="4412630"/>
                </a:lnTo>
                <a:cubicBezTo>
                  <a:pt x="3068899" y="4412132"/>
                  <a:pt x="3068899" y="4411550"/>
                  <a:pt x="3069148" y="4411135"/>
                </a:cubicBezTo>
                <a:lnTo>
                  <a:pt x="3079534" y="4393188"/>
                </a:lnTo>
                <a:cubicBezTo>
                  <a:pt x="3079783" y="4392689"/>
                  <a:pt x="3080281" y="4392440"/>
                  <a:pt x="3080780" y="4392440"/>
                </a:cubicBezTo>
                <a:lnTo>
                  <a:pt x="3101550" y="4392440"/>
                </a:lnTo>
                <a:cubicBezTo>
                  <a:pt x="3102048" y="4392439"/>
                  <a:pt x="3102547" y="4392772"/>
                  <a:pt x="3102796" y="4393188"/>
                </a:cubicBezTo>
                <a:lnTo>
                  <a:pt x="3113180" y="4411134"/>
                </a:lnTo>
                <a:cubicBezTo>
                  <a:pt x="3113430" y="4411632"/>
                  <a:pt x="3113429" y="4412214"/>
                  <a:pt x="3113181" y="4412629"/>
                </a:cubicBezTo>
                <a:lnTo>
                  <a:pt x="3102795" y="4430576"/>
                </a:lnTo>
                <a:cubicBezTo>
                  <a:pt x="3102546" y="4431075"/>
                  <a:pt x="3102047" y="4431324"/>
                  <a:pt x="3101549" y="4431324"/>
                </a:cubicBezTo>
                <a:close/>
                <a:moveTo>
                  <a:pt x="914008" y="3850780"/>
                </a:moveTo>
                <a:cubicBezTo>
                  <a:pt x="913509" y="3850780"/>
                  <a:pt x="913011" y="3850448"/>
                  <a:pt x="912762" y="3850033"/>
                </a:cubicBezTo>
                <a:lnTo>
                  <a:pt x="902377" y="3832003"/>
                </a:lnTo>
                <a:cubicBezTo>
                  <a:pt x="902128" y="3831504"/>
                  <a:pt x="902128" y="3830922"/>
                  <a:pt x="902378" y="3830507"/>
                </a:cubicBezTo>
                <a:lnTo>
                  <a:pt x="912846" y="3812476"/>
                </a:lnTo>
                <a:cubicBezTo>
                  <a:pt x="913095" y="3811977"/>
                  <a:pt x="913594" y="3811729"/>
                  <a:pt x="914092" y="3811728"/>
                </a:cubicBezTo>
                <a:lnTo>
                  <a:pt x="934945" y="3811727"/>
                </a:lnTo>
                <a:cubicBezTo>
                  <a:pt x="935444" y="3811728"/>
                  <a:pt x="935942" y="3812059"/>
                  <a:pt x="936192" y="3812475"/>
                </a:cubicBezTo>
                <a:lnTo>
                  <a:pt x="946576" y="3830505"/>
                </a:lnTo>
                <a:cubicBezTo>
                  <a:pt x="946825" y="3831004"/>
                  <a:pt x="946825" y="3831586"/>
                  <a:pt x="946576" y="3832000"/>
                </a:cubicBezTo>
                <a:lnTo>
                  <a:pt x="936107" y="3850032"/>
                </a:lnTo>
                <a:cubicBezTo>
                  <a:pt x="935858" y="3850531"/>
                  <a:pt x="935359" y="3850779"/>
                  <a:pt x="934861" y="3850779"/>
                </a:cubicBezTo>
                <a:close/>
                <a:moveTo>
                  <a:pt x="1937156" y="4124936"/>
                </a:moveTo>
                <a:cubicBezTo>
                  <a:pt x="1936657" y="4124936"/>
                  <a:pt x="1936158" y="4124603"/>
                  <a:pt x="1935909" y="4124187"/>
                </a:cubicBezTo>
                <a:lnTo>
                  <a:pt x="1925360" y="4105907"/>
                </a:lnTo>
                <a:cubicBezTo>
                  <a:pt x="1925110" y="4105408"/>
                  <a:pt x="1925110" y="4104826"/>
                  <a:pt x="1925359" y="4104410"/>
                </a:cubicBezTo>
                <a:lnTo>
                  <a:pt x="1935912" y="4086129"/>
                </a:lnTo>
                <a:cubicBezTo>
                  <a:pt x="1936161" y="4085630"/>
                  <a:pt x="1936660" y="4085380"/>
                  <a:pt x="1937158" y="4085380"/>
                </a:cubicBezTo>
                <a:lnTo>
                  <a:pt x="1958177" y="4085379"/>
                </a:lnTo>
                <a:cubicBezTo>
                  <a:pt x="1958675" y="4085380"/>
                  <a:pt x="1959174" y="4085712"/>
                  <a:pt x="1959423" y="4086127"/>
                </a:cubicBezTo>
                <a:lnTo>
                  <a:pt x="1969973" y="4104408"/>
                </a:lnTo>
                <a:cubicBezTo>
                  <a:pt x="1970223" y="4104907"/>
                  <a:pt x="1970223" y="4105488"/>
                  <a:pt x="1969973" y="4105904"/>
                </a:cubicBezTo>
                <a:lnTo>
                  <a:pt x="1959421" y="4124186"/>
                </a:lnTo>
                <a:cubicBezTo>
                  <a:pt x="1959172" y="4124684"/>
                  <a:pt x="1958673" y="4124934"/>
                  <a:pt x="1958175" y="4124934"/>
                </a:cubicBezTo>
                <a:close/>
                <a:moveTo>
                  <a:pt x="1816767" y="4092739"/>
                </a:moveTo>
                <a:cubicBezTo>
                  <a:pt x="1816270" y="4092738"/>
                  <a:pt x="1815770" y="4092406"/>
                  <a:pt x="1815521" y="4091990"/>
                </a:cubicBezTo>
                <a:lnTo>
                  <a:pt x="1804971" y="4073711"/>
                </a:lnTo>
                <a:cubicBezTo>
                  <a:pt x="1804722" y="4073211"/>
                  <a:pt x="1804722" y="4072630"/>
                  <a:pt x="1804971" y="4072215"/>
                </a:cubicBezTo>
                <a:lnTo>
                  <a:pt x="1815523" y="4053933"/>
                </a:lnTo>
                <a:cubicBezTo>
                  <a:pt x="1815772" y="4053434"/>
                  <a:pt x="1816271" y="4053185"/>
                  <a:pt x="1816769" y="4053185"/>
                </a:cubicBezTo>
                <a:lnTo>
                  <a:pt x="1837789" y="4053184"/>
                </a:lnTo>
                <a:cubicBezTo>
                  <a:pt x="1838287" y="4053184"/>
                  <a:pt x="1838786" y="4053516"/>
                  <a:pt x="1839035" y="4053932"/>
                </a:cubicBezTo>
                <a:lnTo>
                  <a:pt x="1849585" y="4072212"/>
                </a:lnTo>
                <a:cubicBezTo>
                  <a:pt x="1849835" y="4072711"/>
                  <a:pt x="1849835" y="4073292"/>
                  <a:pt x="1849585" y="4073708"/>
                </a:cubicBezTo>
                <a:lnTo>
                  <a:pt x="1839033" y="4091989"/>
                </a:lnTo>
                <a:cubicBezTo>
                  <a:pt x="1838784" y="4092487"/>
                  <a:pt x="1838285" y="4092737"/>
                  <a:pt x="1837786" y="4092738"/>
                </a:cubicBezTo>
                <a:close/>
                <a:moveTo>
                  <a:pt x="1876965" y="4108891"/>
                </a:moveTo>
                <a:cubicBezTo>
                  <a:pt x="1876466" y="4108891"/>
                  <a:pt x="1875968" y="4108560"/>
                  <a:pt x="1875719" y="4108144"/>
                </a:cubicBezTo>
                <a:lnTo>
                  <a:pt x="1865334" y="4090114"/>
                </a:lnTo>
                <a:cubicBezTo>
                  <a:pt x="1865085" y="4089616"/>
                  <a:pt x="1865085" y="4089034"/>
                  <a:pt x="1865334" y="4088619"/>
                </a:cubicBezTo>
                <a:lnTo>
                  <a:pt x="1875803" y="4070590"/>
                </a:lnTo>
                <a:cubicBezTo>
                  <a:pt x="1876051" y="4070090"/>
                  <a:pt x="1876551" y="4069841"/>
                  <a:pt x="1877049" y="4069841"/>
                </a:cubicBezTo>
                <a:lnTo>
                  <a:pt x="1897902" y="4069841"/>
                </a:lnTo>
                <a:cubicBezTo>
                  <a:pt x="1898401" y="4069841"/>
                  <a:pt x="1898898" y="4070173"/>
                  <a:pt x="1899148" y="4070589"/>
                </a:cubicBezTo>
                <a:lnTo>
                  <a:pt x="1909532" y="4088618"/>
                </a:lnTo>
                <a:cubicBezTo>
                  <a:pt x="1909782" y="4089116"/>
                  <a:pt x="1909781" y="4089698"/>
                  <a:pt x="1909532" y="4090113"/>
                </a:cubicBezTo>
                <a:lnTo>
                  <a:pt x="1899064" y="4108144"/>
                </a:lnTo>
                <a:cubicBezTo>
                  <a:pt x="1898815" y="4108642"/>
                  <a:pt x="1898316" y="4108890"/>
                  <a:pt x="1897818" y="4108891"/>
                </a:cubicBezTo>
                <a:close/>
                <a:moveTo>
                  <a:pt x="1636220" y="4044385"/>
                </a:moveTo>
                <a:cubicBezTo>
                  <a:pt x="1635721" y="4044385"/>
                  <a:pt x="1635223" y="4044053"/>
                  <a:pt x="1634974" y="4043638"/>
                </a:cubicBezTo>
                <a:lnTo>
                  <a:pt x="1624589" y="4025608"/>
                </a:lnTo>
                <a:cubicBezTo>
                  <a:pt x="1624340" y="4025110"/>
                  <a:pt x="1624340" y="4024528"/>
                  <a:pt x="1624589" y="4024113"/>
                </a:cubicBezTo>
                <a:lnTo>
                  <a:pt x="1635058" y="4006083"/>
                </a:lnTo>
                <a:cubicBezTo>
                  <a:pt x="1635307" y="4005584"/>
                  <a:pt x="1635806" y="4005336"/>
                  <a:pt x="1636304" y="4005336"/>
                </a:cubicBezTo>
                <a:lnTo>
                  <a:pt x="1657157" y="4005335"/>
                </a:lnTo>
                <a:cubicBezTo>
                  <a:pt x="1657655" y="4005335"/>
                  <a:pt x="1658154" y="4005667"/>
                  <a:pt x="1658403" y="4006083"/>
                </a:cubicBezTo>
                <a:lnTo>
                  <a:pt x="1668788" y="4024112"/>
                </a:lnTo>
                <a:cubicBezTo>
                  <a:pt x="1669037" y="4024610"/>
                  <a:pt x="1669036" y="4025192"/>
                  <a:pt x="1668788" y="4025607"/>
                </a:cubicBezTo>
                <a:lnTo>
                  <a:pt x="1658319" y="4043638"/>
                </a:lnTo>
                <a:cubicBezTo>
                  <a:pt x="1658070" y="4044136"/>
                  <a:pt x="1657571" y="4044384"/>
                  <a:pt x="1657073" y="4044385"/>
                </a:cubicBezTo>
                <a:close/>
                <a:moveTo>
                  <a:pt x="3140865" y="4447594"/>
                </a:moveTo>
                <a:cubicBezTo>
                  <a:pt x="3140366" y="4447593"/>
                  <a:pt x="3139869" y="4447262"/>
                  <a:pt x="3139620" y="4446847"/>
                </a:cubicBezTo>
                <a:lnTo>
                  <a:pt x="3129235" y="4428817"/>
                </a:lnTo>
                <a:cubicBezTo>
                  <a:pt x="3128986" y="4428319"/>
                  <a:pt x="3128986" y="4427737"/>
                  <a:pt x="3129235" y="4427322"/>
                </a:cubicBezTo>
                <a:lnTo>
                  <a:pt x="3139703" y="4409293"/>
                </a:lnTo>
                <a:cubicBezTo>
                  <a:pt x="3139952" y="4408793"/>
                  <a:pt x="3140451" y="4408545"/>
                  <a:pt x="3140949" y="4408545"/>
                </a:cubicBezTo>
                <a:lnTo>
                  <a:pt x="3161802" y="4408544"/>
                </a:lnTo>
                <a:cubicBezTo>
                  <a:pt x="3162301" y="4408545"/>
                  <a:pt x="3162799" y="4408876"/>
                  <a:pt x="3163048" y="4409293"/>
                </a:cubicBezTo>
                <a:lnTo>
                  <a:pt x="3173433" y="4427321"/>
                </a:lnTo>
                <a:cubicBezTo>
                  <a:pt x="3173682" y="4427819"/>
                  <a:pt x="3173682" y="4428401"/>
                  <a:pt x="3173433" y="4428816"/>
                </a:cubicBezTo>
                <a:lnTo>
                  <a:pt x="3162965" y="4446846"/>
                </a:lnTo>
                <a:cubicBezTo>
                  <a:pt x="3162716" y="4447345"/>
                  <a:pt x="3162216" y="4447593"/>
                  <a:pt x="3161718" y="4447593"/>
                </a:cubicBezTo>
                <a:close/>
                <a:moveTo>
                  <a:pt x="2177891" y="4189573"/>
                </a:moveTo>
                <a:cubicBezTo>
                  <a:pt x="2177310" y="4189573"/>
                  <a:pt x="2176811" y="4189324"/>
                  <a:pt x="2176562" y="4188824"/>
                </a:cubicBezTo>
                <a:lnTo>
                  <a:pt x="2166012" y="4170460"/>
                </a:lnTo>
                <a:cubicBezTo>
                  <a:pt x="2165764" y="4169961"/>
                  <a:pt x="2165764" y="4169463"/>
                  <a:pt x="2166013" y="4168964"/>
                </a:cubicBezTo>
                <a:lnTo>
                  <a:pt x="2176565" y="4150599"/>
                </a:lnTo>
                <a:cubicBezTo>
                  <a:pt x="2176897" y="4150100"/>
                  <a:pt x="2177396" y="4149851"/>
                  <a:pt x="2177894" y="4149850"/>
                </a:cubicBezTo>
                <a:lnTo>
                  <a:pt x="2199079" y="4149849"/>
                </a:lnTo>
                <a:cubicBezTo>
                  <a:pt x="2199662" y="4149849"/>
                  <a:pt x="2200159" y="4150098"/>
                  <a:pt x="2200409" y="4150597"/>
                </a:cubicBezTo>
                <a:lnTo>
                  <a:pt x="2210960" y="4168961"/>
                </a:lnTo>
                <a:cubicBezTo>
                  <a:pt x="2211208" y="4169460"/>
                  <a:pt x="2211208" y="4169959"/>
                  <a:pt x="2210959" y="4170457"/>
                </a:cubicBezTo>
                <a:lnTo>
                  <a:pt x="2200407" y="4188823"/>
                </a:lnTo>
                <a:cubicBezTo>
                  <a:pt x="2200074" y="4189322"/>
                  <a:pt x="2199576" y="4189571"/>
                  <a:pt x="2199077" y="4189571"/>
                </a:cubicBezTo>
                <a:close/>
                <a:moveTo>
                  <a:pt x="1696361" y="4060613"/>
                </a:moveTo>
                <a:cubicBezTo>
                  <a:pt x="1695863" y="4060614"/>
                  <a:pt x="1695364" y="4060280"/>
                  <a:pt x="1695115" y="4059866"/>
                </a:cubicBezTo>
                <a:lnTo>
                  <a:pt x="1684565" y="4041587"/>
                </a:lnTo>
                <a:cubicBezTo>
                  <a:pt x="1684316" y="4041088"/>
                  <a:pt x="1684316" y="4040506"/>
                  <a:pt x="1684565" y="4040091"/>
                </a:cubicBezTo>
                <a:lnTo>
                  <a:pt x="1695116" y="4021811"/>
                </a:lnTo>
                <a:cubicBezTo>
                  <a:pt x="1695365" y="4021313"/>
                  <a:pt x="1695864" y="4021063"/>
                  <a:pt x="1696362" y="4021063"/>
                </a:cubicBezTo>
                <a:lnTo>
                  <a:pt x="1717382" y="4021063"/>
                </a:lnTo>
                <a:cubicBezTo>
                  <a:pt x="1717881" y="4021063"/>
                  <a:pt x="1718379" y="4021394"/>
                  <a:pt x="1718628" y="4021811"/>
                </a:cubicBezTo>
                <a:lnTo>
                  <a:pt x="1729179" y="4040089"/>
                </a:lnTo>
                <a:cubicBezTo>
                  <a:pt x="1729428" y="4040588"/>
                  <a:pt x="1729428" y="4041169"/>
                  <a:pt x="1729179" y="4041585"/>
                </a:cubicBezTo>
                <a:lnTo>
                  <a:pt x="1718626" y="4059864"/>
                </a:lnTo>
                <a:cubicBezTo>
                  <a:pt x="1718377" y="4060363"/>
                  <a:pt x="1717879" y="4060613"/>
                  <a:pt x="1717380" y="4060613"/>
                </a:cubicBezTo>
                <a:close/>
                <a:moveTo>
                  <a:pt x="1997307" y="4141257"/>
                </a:moveTo>
                <a:cubicBezTo>
                  <a:pt x="1996808" y="4141256"/>
                  <a:pt x="1996311" y="4140925"/>
                  <a:pt x="1996062" y="4140509"/>
                </a:cubicBezTo>
                <a:lnTo>
                  <a:pt x="1985677" y="4122480"/>
                </a:lnTo>
                <a:cubicBezTo>
                  <a:pt x="1985428" y="4121982"/>
                  <a:pt x="1985428" y="4121400"/>
                  <a:pt x="1985677" y="4120985"/>
                </a:cubicBezTo>
                <a:lnTo>
                  <a:pt x="1996145" y="4102957"/>
                </a:lnTo>
                <a:cubicBezTo>
                  <a:pt x="1996394" y="4102458"/>
                  <a:pt x="1996893" y="4102209"/>
                  <a:pt x="1997391" y="4102209"/>
                </a:cubicBezTo>
                <a:lnTo>
                  <a:pt x="2018244" y="4102209"/>
                </a:lnTo>
                <a:cubicBezTo>
                  <a:pt x="2018743" y="4102209"/>
                  <a:pt x="2019241" y="4102541"/>
                  <a:pt x="2019490" y="4102957"/>
                </a:cubicBezTo>
                <a:lnTo>
                  <a:pt x="2029875" y="4120985"/>
                </a:lnTo>
                <a:cubicBezTo>
                  <a:pt x="2030124" y="4121483"/>
                  <a:pt x="2030124" y="4122065"/>
                  <a:pt x="2029875" y="4122480"/>
                </a:cubicBezTo>
                <a:lnTo>
                  <a:pt x="2019407" y="4140509"/>
                </a:lnTo>
                <a:cubicBezTo>
                  <a:pt x="2019158" y="4141007"/>
                  <a:pt x="2018658" y="4141256"/>
                  <a:pt x="2018161" y="4141256"/>
                </a:cubicBezTo>
                <a:close/>
                <a:moveTo>
                  <a:pt x="2117655" y="4173537"/>
                </a:moveTo>
                <a:cubicBezTo>
                  <a:pt x="2117157" y="4173538"/>
                  <a:pt x="2116657" y="4173205"/>
                  <a:pt x="2116408" y="4172790"/>
                </a:cubicBezTo>
                <a:lnTo>
                  <a:pt x="2105858" y="4154512"/>
                </a:lnTo>
                <a:cubicBezTo>
                  <a:pt x="2105609" y="4154012"/>
                  <a:pt x="2105609" y="4153430"/>
                  <a:pt x="2105858" y="4153015"/>
                </a:cubicBezTo>
                <a:lnTo>
                  <a:pt x="2116409" y="4134736"/>
                </a:lnTo>
                <a:cubicBezTo>
                  <a:pt x="2116658" y="4134238"/>
                  <a:pt x="2117157" y="4133988"/>
                  <a:pt x="2117655" y="4133988"/>
                </a:cubicBezTo>
                <a:lnTo>
                  <a:pt x="2138675" y="4133988"/>
                </a:lnTo>
                <a:cubicBezTo>
                  <a:pt x="2139173" y="4133988"/>
                  <a:pt x="2139672" y="4134320"/>
                  <a:pt x="2139921" y="4134736"/>
                </a:cubicBezTo>
                <a:lnTo>
                  <a:pt x="2150471" y="4153014"/>
                </a:lnTo>
                <a:cubicBezTo>
                  <a:pt x="2150721" y="4153513"/>
                  <a:pt x="2150721" y="4154094"/>
                  <a:pt x="2150471" y="4154510"/>
                </a:cubicBezTo>
                <a:lnTo>
                  <a:pt x="2139920" y="4172789"/>
                </a:lnTo>
                <a:cubicBezTo>
                  <a:pt x="2139671" y="4173287"/>
                  <a:pt x="2139171" y="4173537"/>
                  <a:pt x="2138674" y="4173537"/>
                </a:cubicBezTo>
                <a:close/>
                <a:moveTo>
                  <a:pt x="1756519" y="4076847"/>
                </a:moveTo>
                <a:cubicBezTo>
                  <a:pt x="1756021" y="4076848"/>
                  <a:pt x="1755521" y="4076514"/>
                  <a:pt x="1755272" y="4076099"/>
                </a:cubicBezTo>
                <a:lnTo>
                  <a:pt x="1744722" y="4057822"/>
                </a:lnTo>
                <a:cubicBezTo>
                  <a:pt x="1744473" y="4057323"/>
                  <a:pt x="1744473" y="4056741"/>
                  <a:pt x="1744722" y="4056326"/>
                </a:cubicBezTo>
                <a:lnTo>
                  <a:pt x="1755273" y="4038048"/>
                </a:lnTo>
                <a:cubicBezTo>
                  <a:pt x="1755522" y="4037549"/>
                  <a:pt x="1756021" y="4037300"/>
                  <a:pt x="1756519" y="4037300"/>
                </a:cubicBezTo>
                <a:lnTo>
                  <a:pt x="1777538" y="4037299"/>
                </a:lnTo>
                <a:cubicBezTo>
                  <a:pt x="1778036" y="4037299"/>
                  <a:pt x="1778535" y="4037632"/>
                  <a:pt x="1778784" y="4038047"/>
                </a:cubicBezTo>
                <a:lnTo>
                  <a:pt x="1789335" y="4056325"/>
                </a:lnTo>
                <a:cubicBezTo>
                  <a:pt x="1789584" y="4056824"/>
                  <a:pt x="1789584" y="4057405"/>
                  <a:pt x="1789335" y="4057821"/>
                </a:cubicBezTo>
                <a:lnTo>
                  <a:pt x="1778783" y="4076099"/>
                </a:lnTo>
                <a:cubicBezTo>
                  <a:pt x="1778535" y="4076597"/>
                  <a:pt x="1778035" y="4076847"/>
                  <a:pt x="1777537" y="4076847"/>
                </a:cubicBezTo>
                <a:close/>
                <a:moveTo>
                  <a:pt x="853620" y="3834974"/>
                </a:moveTo>
                <a:cubicBezTo>
                  <a:pt x="853038" y="3834974"/>
                  <a:pt x="852539" y="3834725"/>
                  <a:pt x="852290" y="3834227"/>
                </a:cubicBezTo>
                <a:lnTo>
                  <a:pt x="841657" y="3815696"/>
                </a:lnTo>
                <a:cubicBezTo>
                  <a:pt x="841408" y="3815280"/>
                  <a:pt x="841408" y="3814699"/>
                  <a:pt x="841657" y="3814200"/>
                </a:cubicBezTo>
                <a:lnTo>
                  <a:pt x="852375" y="3795669"/>
                </a:lnTo>
                <a:cubicBezTo>
                  <a:pt x="852707" y="3795252"/>
                  <a:pt x="853207" y="3794921"/>
                  <a:pt x="853705" y="3794920"/>
                </a:cubicBezTo>
                <a:lnTo>
                  <a:pt x="875056" y="3794920"/>
                </a:lnTo>
                <a:cubicBezTo>
                  <a:pt x="875638" y="3794919"/>
                  <a:pt x="876137" y="3795168"/>
                  <a:pt x="876386" y="3795667"/>
                </a:cubicBezTo>
                <a:lnTo>
                  <a:pt x="887019" y="3814197"/>
                </a:lnTo>
                <a:cubicBezTo>
                  <a:pt x="887268" y="3814613"/>
                  <a:pt x="887267" y="3815194"/>
                  <a:pt x="887019" y="3815693"/>
                </a:cubicBezTo>
                <a:lnTo>
                  <a:pt x="876300" y="3834225"/>
                </a:lnTo>
                <a:cubicBezTo>
                  <a:pt x="875968" y="3834641"/>
                  <a:pt x="875469" y="3834973"/>
                  <a:pt x="874971" y="3834973"/>
                </a:cubicBezTo>
                <a:close/>
                <a:moveTo>
                  <a:pt x="2298179" y="4222144"/>
                </a:moveTo>
                <a:cubicBezTo>
                  <a:pt x="2297598" y="4222144"/>
                  <a:pt x="2297099" y="4221895"/>
                  <a:pt x="2296850" y="4221396"/>
                </a:cubicBezTo>
                <a:lnTo>
                  <a:pt x="2286299" y="4203035"/>
                </a:lnTo>
                <a:cubicBezTo>
                  <a:pt x="2286050" y="4202536"/>
                  <a:pt x="2286050" y="4202037"/>
                  <a:pt x="2286299" y="4201538"/>
                </a:cubicBezTo>
                <a:lnTo>
                  <a:pt x="2296851" y="4183177"/>
                </a:lnTo>
                <a:cubicBezTo>
                  <a:pt x="2297183" y="4182678"/>
                  <a:pt x="2297682" y="4182429"/>
                  <a:pt x="2298180" y="4182429"/>
                </a:cubicBezTo>
                <a:lnTo>
                  <a:pt x="2319365" y="4182429"/>
                </a:lnTo>
                <a:cubicBezTo>
                  <a:pt x="2319947" y="4182429"/>
                  <a:pt x="2320445" y="4182677"/>
                  <a:pt x="2320695" y="4183177"/>
                </a:cubicBezTo>
                <a:lnTo>
                  <a:pt x="2331246" y="4201538"/>
                </a:lnTo>
                <a:cubicBezTo>
                  <a:pt x="2331495" y="4202037"/>
                  <a:pt x="2331495" y="4202535"/>
                  <a:pt x="2331245" y="4203034"/>
                </a:cubicBezTo>
                <a:lnTo>
                  <a:pt x="2320694" y="4221395"/>
                </a:lnTo>
                <a:cubicBezTo>
                  <a:pt x="2320361" y="4221894"/>
                  <a:pt x="2319863" y="4222143"/>
                  <a:pt x="2319364" y="4222143"/>
                </a:cubicBezTo>
                <a:close/>
                <a:moveTo>
                  <a:pt x="2418446" y="4254411"/>
                </a:moveTo>
                <a:cubicBezTo>
                  <a:pt x="2417865" y="4254411"/>
                  <a:pt x="2417366" y="4254162"/>
                  <a:pt x="2417117" y="4253664"/>
                </a:cubicBezTo>
                <a:lnTo>
                  <a:pt x="2406401" y="4235051"/>
                </a:lnTo>
                <a:cubicBezTo>
                  <a:pt x="2406152" y="4234634"/>
                  <a:pt x="2406152" y="4234053"/>
                  <a:pt x="2406401" y="4233555"/>
                </a:cubicBezTo>
                <a:lnTo>
                  <a:pt x="2417119" y="4214941"/>
                </a:lnTo>
                <a:cubicBezTo>
                  <a:pt x="2417451" y="4214525"/>
                  <a:pt x="2417950" y="4214193"/>
                  <a:pt x="2418448" y="4214193"/>
                </a:cubicBezTo>
                <a:lnTo>
                  <a:pt x="2439884" y="4214191"/>
                </a:lnTo>
                <a:cubicBezTo>
                  <a:pt x="2440465" y="4214191"/>
                  <a:pt x="2440964" y="4214441"/>
                  <a:pt x="2441212" y="4214940"/>
                </a:cubicBezTo>
                <a:lnTo>
                  <a:pt x="2451929" y="4233552"/>
                </a:lnTo>
                <a:cubicBezTo>
                  <a:pt x="2452178" y="4233968"/>
                  <a:pt x="2452178" y="4234550"/>
                  <a:pt x="2451929" y="4235049"/>
                </a:cubicBezTo>
                <a:lnTo>
                  <a:pt x="2441210" y="4253662"/>
                </a:lnTo>
                <a:cubicBezTo>
                  <a:pt x="2440878" y="4254078"/>
                  <a:pt x="2440379" y="4254410"/>
                  <a:pt x="2439881" y="4254411"/>
                </a:cubicBezTo>
                <a:close/>
                <a:moveTo>
                  <a:pt x="2358191" y="4238538"/>
                </a:moveTo>
                <a:cubicBezTo>
                  <a:pt x="2357610" y="4238538"/>
                  <a:pt x="2357111" y="4238288"/>
                  <a:pt x="2356862" y="4237790"/>
                </a:cubicBezTo>
                <a:lnTo>
                  <a:pt x="2346145" y="4219180"/>
                </a:lnTo>
                <a:cubicBezTo>
                  <a:pt x="2345896" y="4218764"/>
                  <a:pt x="2345896" y="4218183"/>
                  <a:pt x="2346145" y="4217684"/>
                </a:cubicBezTo>
                <a:lnTo>
                  <a:pt x="2356863" y="4199074"/>
                </a:lnTo>
                <a:cubicBezTo>
                  <a:pt x="2357195" y="4198658"/>
                  <a:pt x="2357694" y="4198326"/>
                  <a:pt x="2358192" y="4198326"/>
                </a:cubicBezTo>
                <a:lnTo>
                  <a:pt x="2379627" y="4198326"/>
                </a:lnTo>
                <a:cubicBezTo>
                  <a:pt x="2380208" y="4198325"/>
                  <a:pt x="2380707" y="4198574"/>
                  <a:pt x="2380956" y="4199073"/>
                </a:cubicBezTo>
                <a:lnTo>
                  <a:pt x="2391673" y="4217683"/>
                </a:lnTo>
                <a:cubicBezTo>
                  <a:pt x="2391922" y="4218099"/>
                  <a:pt x="2391922" y="4218680"/>
                  <a:pt x="2391673" y="4219179"/>
                </a:cubicBezTo>
                <a:lnTo>
                  <a:pt x="2380955" y="4237790"/>
                </a:lnTo>
                <a:cubicBezTo>
                  <a:pt x="2380623" y="4238205"/>
                  <a:pt x="2380124" y="4238537"/>
                  <a:pt x="2379626" y="4238537"/>
                </a:cubicBezTo>
                <a:close/>
                <a:moveTo>
                  <a:pt x="1154142" y="3916289"/>
                </a:moveTo>
                <a:cubicBezTo>
                  <a:pt x="1153644" y="3916289"/>
                  <a:pt x="1153063" y="3916039"/>
                  <a:pt x="1152813" y="3915541"/>
                </a:cubicBezTo>
                <a:lnTo>
                  <a:pt x="1141765" y="3896346"/>
                </a:lnTo>
                <a:cubicBezTo>
                  <a:pt x="1141516" y="3895847"/>
                  <a:pt x="1141516" y="3895266"/>
                  <a:pt x="1141765" y="3894768"/>
                </a:cubicBezTo>
                <a:lnTo>
                  <a:pt x="1152899" y="3875571"/>
                </a:lnTo>
                <a:cubicBezTo>
                  <a:pt x="1153149" y="3875154"/>
                  <a:pt x="1153647" y="3874822"/>
                  <a:pt x="1154229" y="3874822"/>
                </a:cubicBezTo>
                <a:lnTo>
                  <a:pt x="1176412" y="3874820"/>
                </a:lnTo>
                <a:cubicBezTo>
                  <a:pt x="1176910" y="3874820"/>
                  <a:pt x="1177491" y="3875069"/>
                  <a:pt x="1177740" y="3875569"/>
                </a:cubicBezTo>
                <a:lnTo>
                  <a:pt x="1188789" y="3894764"/>
                </a:lnTo>
                <a:cubicBezTo>
                  <a:pt x="1189038" y="3895263"/>
                  <a:pt x="1189038" y="3895844"/>
                  <a:pt x="1188789" y="3896342"/>
                </a:cubicBezTo>
                <a:lnTo>
                  <a:pt x="1177654" y="3915540"/>
                </a:lnTo>
                <a:cubicBezTo>
                  <a:pt x="1177405" y="3915955"/>
                  <a:pt x="1176907" y="3916289"/>
                  <a:pt x="1176325" y="3916289"/>
                </a:cubicBezTo>
                <a:close/>
                <a:moveTo>
                  <a:pt x="1033549" y="3884653"/>
                </a:moveTo>
                <a:cubicBezTo>
                  <a:pt x="1032967" y="3884653"/>
                  <a:pt x="1032386" y="3884321"/>
                  <a:pt x="1032136" y="3883823"/>
                </a:cubicBezTo>
                <a:lnTo>
                  <a:pt x="1020839" y="3864296"/>
                </a:lnTo>
                <a:cubicBezTo>
                  <a:pt x="1020590" y="3863797"/>
                  <a:pt x="1020590" y="3863216"/>
                  <a:pt x="1020839" y="3862717"/>
                </a:cubicBezTo>
                <a:lnTo>
                  <a:pt x="1032138" y="3843190"/>
                </a:lnTo>
                <a:cubicBezTo>
                  <a:pt x="1032471" y="3842691"/>
                  <a:pt x="1032969" y="3842359"/>
                  <a:pt x="1033551" y="3842359"/>
                </a:cubicBezTo>
                <a:lnTo>
                  <a:pt x="1056148" y="3842358"/>
                </a:lnTo>
                <a:cubicBezTo>
                  <a:pt x="1056730" y="3842358"/>
                  <a:pt x="1057312" y="3842690"/>
                  <a:pt x="1057561" y="3843189"/>
                </a:cubicBezTo>
                <a:lnTo>
                  <a:pt x="1068859" y="3862715"/>
                </a:lnTo>
                <a:cubicBezTo>
                  <a:pt x="1069108" y="3863214"/>
                  <a:pt x="1069108" y="3863795"/>
                  <a:pt x="1068859" y="3864294"/>
                </a:cubicBezTo>
                <a:lnTo>
                  <a:pt x="1057559" y="3883821"/>
                </a:lnTo>
                <a:cubicBezTo>
                  <a:pt x="1057226" y="3884320"/>
                  <a:pt x="1056728" y="3884652"/>
                  <a:pt x="1056146" y="3884652"/>
                </a:cubicBezTo>
                <a:close/>
                <a:moveTo>
                  <a:pt x="2652359" y="4357852"/>
                </a:moveTo>
                <a:cubicBezTo>
                  <a:pt x="2652193" y="4357852"/>
                  <a:pt x="2651942" y="4357603"/>
                  <a:pt x="2651942" y="4357603"/>
                </a:cubicBezTo>
                <a:lnTo>
                  <a:pt x="2648454" y="4351538"/>
                </a:lnTo>
                <a:cubicBezTo>
                  <a:pt x="2648371" y="4351372"/>
                  <a:pt x="2648454" y="4351040"/>
                  <a:pt x="2648454" y="4351040"/>
                </a:cubicBezTo>
                <a:lnTo>
                  <a:pt x="2651943" y="4344975"/>
                </a:lnTo>
                <a:cubicBezTo>
                  <a:pt x="2652026" y="4344809"/>
                  <a:pt x="2652359" y="4344726"/>
                  <a:pt x="2652359" y="4344726"/>
                </a:cubicBezTo>
                <a:lnTo>
                  <a:pt x="2659337" y="4344726"/>
                </a:lnTo>
                <a:cubicBezTo>
                  <a:pt x="2659504" y="4344726"/>
                  <a:pt x="2659753" y="4344975"/>
                  <a:pt x="2659753" y="4344975"/>
                </a:cubicBezTo>
                <a:lnTo>
                  <a:pt x="2663242" y="4351040"/>
                </a:lnTo>
                <a:cubicBezTo>
                  <a:pt x="2663325" y="4351206"/>
                  <a:pt x="2663242" y="4351538"/>
                  <a:pt x="2663242" y="4351538"/>
                </a:cubicBezTo>
                <a:lnTo>
                  <a:pt x="2659753" y="4357603"/>
                </a:lnTo>
                <a:cubicBezTo>
                  <a:pt x="2659670" y="4357769"/>
                  <a:pt x="2659336" y="4357852"/>
                  <a:pt x="2659336" y="4357852"/>
                </a:cubicBezTo>
                <a:close/>
                <a:moveTo>
                  <a:pt x="663475" y="3830676"/>
                </a:moveTo>
                <a:cubicBezTo>
                  <a:pt x="663143" y="3830676"/>
                  <a:pt x="662727" y="3830261"/>
                  <a:pt x="662727" y="3830261"/>
                </a:cubicBezTo>
                <a:lnTo>
                  <a:pt x="656497" y="3819543"/>
                </a:lnTo>
                <a:cubicBezTo>
                  <a:pt x="656330" y="3819211"/>
                  <a:pt x="656497" y="3818629"/>
                  <a:pt x="656497" y="3818629"/>
                </a:cubicBezTo>
                <a:lnTo>
                  <a:pt x="662727" y="3807911"/>
                </a:lnTo>
                <a:cubicBezTo>
                  <a:pt x="662893" y="3807662"/>
                  <a:pt x="663476" y="3807496"/>
                  <a:pt x="663476" y="3807496"/>
                </a:cubicBezTo>
                <a:lnTo>
                  <a:pt x="675854" y="3807496"/>
                </a:lnTo>
                <a:cubicBezTo>
                  <a:pt x="676186" y="3807495"/>
                  <a:pt x="676602" y="3807911"/>
                  <a:pt x="676602" y="3807911"/>
                </a:cubicBezTo>
                <a:lnTo>
                  <a:pt x="682832" y="3818629"/>
                </a:lnTo>
                <a:cubicBezTo>
                  <a:pt x="682999" y="3818961"/>
                  <a:pt x="682833" y="3819542"/>
                  <a:pt x="682833" y="3819542"/>
                </a:cubicBezTo>
                <a:lnTo>
                  <a:pt x="676602" y="3830260"/>
                </a:lnTo>
                <a:cubicBezTo>
                  <a:pt x="676436" y="3830510"/>
                  <a:pt x="675853" y="3830675"/>
                  <a:pt x="675853" y="3830675"/>
                </a:cubicBezTo>
                <a:close/>
                <a:moveTo>
                  <a:pt x="3730065" y="4658622"/>
                </a:moveTo>
                <a:cubicBezTo>
                  <a:pt x="3729566" y="4658622"/>
                  <a:pt x="3728901" y="4657956"/>
                  <a:pt x="3728901" y="4657956"/>
                </a:cubicBezTo>
                <a:lnTo>
                  <a:pt x="3719681" y="4641920"/>
                </a:lnTo>
                <a:cubicBezTo>
                  <a:pt x="3719432" y="4641505"/>
                  <a:pt x="3719681" y="4640590"/>
                  <a:pt x="3719681" y="4640590"/>
                </a:cubicBezTo>
                <a:lnTo>
                  <a:pt x="3728903" y="4624552"/>
                </a:lnTo>
                <a:cubicBezTo>
                  <a:pt x="3729153" y="4624136"/>
                  <a:pt x="3729568" y="4623887"/>
                  <a:pt x="3730067" y="4623887"/>
                </a:cubicBezTo>
                <a:lnTo>
                  <a:pt x="3748593" y="4623886"/>
                </a:lnTo>
                <a:cubicBezTo>
                  <a:pt x="3749092" y="4623886"/>
                  <a:pt x="3749756" y="4624551"/>
                  <a:pt x="3749756" y="4624551"/>
                </a:cubicBezTo>
                <a:lnTo>
                  <a:pt x="3758977" y="4640588"/>
                </a:lnTo>
                <a:cubicBezTo>
                  <a:pt x="3759228" y="4641003"/>
                  <a:pt x="3758977" y="4641917"/>
                  <a:pt x="3758977" y="4641917"/>
                </a:cubicBezTo>
                <a:lnTo>
                  <a:pt x="3749754" y="4657955"/>
                </a:lnTo>
                <a:cubicBezTo>
                  <a:pt x="3749505" y="4658371"/>
                  <a:pt x="3749090" y="4658621"/>
                  <a:pt x="3748591" y="4658621"/>
                </a:cubicBezTo>
                <a:close/>
                <a:moveTo>
                  <a:pt x="1262184" y="3997734"/>
                </a:moveTo>
                <a:cubicBezTo>
                  <a:pt x="1261684" y="3997735"/>
                  <a:pt x="1261021" y="3997069"/>
                  <a:pt x="1261021" y="3997069"/>
                </a:cubicBezTo>
                <a:lnTo>
                  <a:pt x="1251550" y="3980700"/>
                </a:lnTo>
                <a:cubicBezTo>
                  <a:pt x="1251300" y="3980283"/>
                  <a:pt x="1251550" y="3979370"/>
                  <a:pt x="1251550" y="3979370"/>
                </a:cubicBezTo>
                <a:lnTo>
                  <a:pt x="1261022" y="3962999"/>
                </a:lnTo>
                <a:cubicBezTo>
                  <a:pt x="1261272" y="3962583"/>
                  <a:pt x="1261687" y="3962335"/>
                  <a:pt x="1262186" y="3962334"/>
                </a:cubicBezTo>
                <a:lnTo>
                  <a:pt x="1281128" y="3962333"/>
                </a:lnTo>
                <a:cubicBezTo>
                  <a:pt x="1281626" y="3962333"/>
                  <a:pt x="1282291" y="3962998"/>
                  <a:pt x="1282291" y="3962998"/>
                </a:cubicBezTo>
                <a:lnTo>
                  <a:pt x="1291761" y="3979367"/>
                </a:lnTo>
                <a:cubicBezTo>
                  <a:pt x="1292010" y="3979783"/>
                  <a:pt x="1291761" y="3980698"/>
                  <a:pt x="1291761" y="3980698"/>
                </a:cubicBezTo>
                <a:lnTo>
                  <a:pt x="1282289" y="3997068"/>
                </a:lnTo>
                <a:cubicBezTo>
                  <a:pt x="1282040" y="3997484"/>
                  <a:pt x="1281624" y="3997733"/>
                  <a:pt x="1281126" y="3997733"/>
                </a:cubicBezTo>
                <a:close/>
                <a:moveTo>
                  <a:pt x="3609265" y="4626980"/>
                </a:moveTo>
                <a:cubicBezTo>
                  <a:pt x="3608767" y="4626980"/>
                  <a:pt x="3608351" y="4626730"/>
                  <a:pt x="3608102" y="4626316"/>
                </a:cubicBezTo>
                <a:lnTo>
                  <a:pt x="3598466" y="4609696"/>
                </a:lnTo>
                <a:cubicBezTo>
                  <a:pt x="3598217" y="4609280"/>
                  <a:pt x="3598217" y="4608781"/>
                  <a:pt x="3598466" y="4608366"/>
                </a:cubicBezTo>
                <a:lnTo>
                  <a:pt x="3608104" y="4591746"/>
                </a:lnTo>
                <a:cubicBezTo>
                  <a:pt x="3608353" y="4591330"/>
                  <a:pt x="3608770" y="4591080"/>
                  <a:pt x="3609267" y="4591082"/>
                </a:cubicBezTo>
                <a:lnTo>
                  <a:pt x="3628460" y="4591080"/>
                </a:lnTo>
                <a:cubicBezTo>
                  <a:pt x="3628958" y="4591080"/>
                  <a:pt x="3629373" y="4591329"/>
                  <a:pt x="3629623" y="4591745"/>
                </a:cubicBezTo>
                <a:lnTo>
                  <a:pt x="3639259" y="4608363"/>
                </a:lnTo>
                <a:cubicBezTo>
                  <a:pt x="3639508" y="4608780"/>
                  <a:pt x="3639508" y="4609277"/>
                  <a:pt x="3639259" y="4609693"/>
                </a:cubicBezTo>
                <a:lnTo>
                  <a:pt x="3629620" y="4626314"/>
                </a:lnTo>
                <a:cubicBezTo>
                  <a:pt x="3629371" y="4626729"/>
                  <a:pt x="3628955" y="4626979"/>
                  <a:pt x="3628457" y="4626978"/>
                </a:cubicBezTo>
                <a:close/>
                <a:moveTo>
                  <a:pt x="3970387" y="4723817"/>
                </a:moveTo>
                <a:cubicBezTo>
                  <a:pt x="3969889" y="4723818"/>
                  <a:pt x="3969473" y="4723568"/>
                  <a:pt x="3969224" y="4723153"/>
                </a:cubicBezTo>
                <a:lnTo>
                  <a:pt x="3959588" y="4706451"/>
                </a:lnTo>
                <a:cubicBezTo>
                  <a:pt x="3959339" y="4706035"/>
                  <a:pt x="3959339" y="4705536"/>
                  <a:pt x="3959588" y="4705121"/>
                </a:cubicBezTo>
                <a:lnTo>
                  <a:pt x="3969226" y="4688417"/>
                </a:lnTo>
                <a:cubicBezTo>
                  <a:pt x="3969475" y="4688002"/>
                  <a:pt x="3969892" y="4687752"/>
                  <a:pt x="3970390" y="4687752"/>
                </a:cubicBezTo>
                <a:lnTo>
                  <a:pt x="3989748" y="4687751"/>
                </a:lnTo>
                <a:cubicBezTo>
                  <a:pt x="3990246" y="4687750"/>
                  <a:pt x="3990662" y="4688000"/>
                  <a:pt x="3990911" y="4688416"/>
                </a:cubicBezTo>
                <a:lnTo>
                  <a:pt x="4000547" y="4705118"/>
                </a:lnTo>
                <a:cubicBezTo>
                  <a:pt x="4000795" y="4705534"/>
                  <a:pt x="4000796" y="4706031"/>
                  <a:pt x="4000547" y="4706448"/>
                </a:cubicBezTo>
                <a:lnTo>
                  <a:pt x="3990908" y="4723152"/>
                </a:lnTo>
                <a:cubicBezTo>
                  <a:pt x="3990659" y="4723566"/>
                  <a:pt x="3990243" y="4723816"/>
                  <a:pt x="3989745" y="4723816"/>
                </a:cubicBezTo>
                <a:close/>
                <a:moveTo>
                  <a:pt x="3789853" y="4675484"/>
                </a:moveTo>
                <a:cubicBezTo>
                  <a:pt x="3789354" y="4675484"/>
                  <a:pt x="3788690" y="4674819"/>
                  <a:pt x="3788690" y="4674819"/>
                </a:cubicBezTo>
                <a:lnTo>
                  <a:pt x="3779136" y="4658286"/>
                </a:lnTo>
                <a:cubicBezTo>
                  <a:pt x="3778887" y="4657870"/>
                  <a:pt x="3779136" y="4656956"/>
                  <a:pt x="3779136" y="4656956"/>
                </a:cubicBezTo>
                <a:lnTo>
                  <a:pt x="3788691" y="4640421"/>
                </a:lnTo>
                <a:cubicBezTo>
                  <a:pt x="3788940" y="4640006"/>
                  <a:pt x="3789355" y="4639757"/>
                  <a:pt x="3789854" y="4639756"/>
                </a:cubicBezTo>
                <a:lnTo>
                  <a:pt x="3808962" y="4639756"/>
                </a:lnTo>
                <a:cubicBezTo>
                  <a:pt x="3809461" y="4639756"/>
                  <a:pt x="3810125" y="4640421"/>
                  <a:pt x="3810125" y="4640421"/>
                </a:cubicBezTo>
                <a:lnTo>
                  <a:pt x="3819678" y="4656954"/>
                </a:lnTo>
                <a:cubicBezTo>
                  <a:pt x="3819929" y="4657371"/>
                  <a:pt x="3819679" y="4658284"/>
                  <a:pt x="3819679" y="4658284"/>
                </a:cubicBezTo>
                <a:lnTo>
                  <a:pt x="3810124" y="4674819"/>
                </a:lnTo>
                <a:cubicBezTo>
                  <a:pt x="3809875" y="4675235"/>
                  <a:pt x="3809460" y="4675484"/>
                  <a:pt x="3808961" y="4675484"/>
                </a:cubicBezTo>
                <a:close/>
                <a:moveTo>
                  <a:pt x="3488836" y="4594924"/>
                </a:moveTo>
                <a:cubicBezTo>
                  <a:pt x="3488338" y="4594923"/>
                  <a:pt x="3487923" y="4594675"/>
                  <a:pt x="3487673" y="4594259"/>
                </a:cubicBezTo>
                <a:lnTo>
                  <a:pt x="3477954" y="4577390"/>
                </a:lnTo>
                <a:cubicBezTo>
                  <a:pt x="3477705" y="4576892"/>
                  <a:pt x="3477705" y="4576393"/>
                  <a:pt x="3477954" y="4575978"/>
                </a:cubicBezTo>
                <a:lnTo>
                  <a:pt x="3487676" y="4559108"/>
                </a:lnTo>
                <a:cubicBezTo>
                  <a:pt x="3487925" y="4558693"/>
                  <a:pt x="3488340" y="4558443"/>
                  <a:pt x="3488838" y="4558443"/>
                </a:cubicBezTo>
                <a:lnTo>
                  <a:pt x="3508280" y="4558442"/>
                </a:lnTo>
                <a:cubicBezTo>
                  <a:pt x="3508778" y="4558442"/>
                  <a:pt x="3509194" y="4558691"/>
                  <a:pt x="3509443" y="4559107"/>
                </a:cubicBezTo>
                <a:lnTo>
                  <a:pt x="3519162" y="4575975"/>
                </a:lnTo>
                <a:cubicBezTo>
                  <a:pt x="3519412" y="4576473"/>
                  <a:pt x="3519412" y="4576972"/>
                  <a:pt x="3519162" y="4577388"/>
                </a:cubicBezTo>
                <a:lnTo>
                  <a:pt x="3509440" y="4594257"/>
                </a:lnTo>
                <a:cubicBezTo>
                  <a:pt x="3509191" y="4594673"/>
                  <a:pt x="3508776" y="4594922"/>
                  <a:pt x="3508277" y="4594922"/>
                </a:cubicBezTo>
                <a:close/>
                <a:moveTo>
                  <a:pt x="3428675" y="4578812"/>
                </a:moveTo>
                <a:cubicBezTo>
                  <a:pt x="3428177" y="4578812"/>
                  <a:pt x="3427761" y="4578563"/>
                  <a:pt x="3427512" y="4578148"/>
                </a:cubicBezTo>
                <a:lnTo>
                  <a:pt x="3417875" y="4561447"/>
                </a:lnTo>
                <a:cubicBezTo>
                  <a:pt x="3417626" y="4561031"/>
                  <a:pt x="3417626" y="4560533"/>
                  <a:pt x="3417875" y="4560118"/>
                </a:cubicBezTo>
                <a:lnTo>
                  <a:pt x="3427513" y="4543415"/>
                </a:lnTo>
                <a:cubicBezTo>
                  <a:pt x="3427762" y="4543000"/>
                  <a:pt x="3428178" y="4542750"/>
                  <a:pt x="3428676" y="4542750"/>
                </a:cubicBezTo>
                <a:lnTo>
                  <a:pt x="3448034" y="4542750"/>
                </a:lnTo>
                <a:cubicBezTo>
                  <a:pt x="3448532" y="4542749"/>
                  <a:pt x="3448947" y="4542998"/>
                  <a:pt x="3449197" y="4543414"/>
                </a:cubicBezTo>
                <a:lnTo>
                  <a:pt x="3458834" y="4560115"/>
                </a:lnTo>
                <a:cubicBezTo>
                  <a:pt x="3459083" y="4560531"/>
                  <a:pt x="3459083" y="4561029"/>
                  <a:pt x="3458834" y="4561445"/>
                </a:cubicBezTo>
                <a:lnTo>
                  <a:pt x="3449196" y="4578147"/>
                </a:lnTo>
                <a:cubicBezTo>
                  <a:pt x="3448946" y="4578563"/>
                  <a:pt x="3448531" y="4578811"/>
                  <a:pt x="3448033" y="4578811"/>
                </a:cubicBezTo>
                <a:close/>
                <a:moveTo>
                  <a:pt x="1562855" y="4078958"/>
                </a:moveTo>
                <a:cubicBezTo>
                  <a:pt x="1562356" y="4078958"/>
                  <a:pt x="1561941" y="4078709"/>
                  <a:pt x="1561692" y="4078294"/>
                </a:cubicBezTo>
                <a:lnTo>
                  <a:pt x="1552055" y="4061677"/>
                </a:lnTo>
                <a:cubicBezTo>
                  <a:pt x="1551806" y="4061262"/>
                  <a:pt x="1551806" y="4060764"/>
                  <a:pt x="1552055" y="4060347"/>
                </a:cubicBezTo>
                <a:lnTo>
                  <a:pt x="1561692" y="4043731"/>
                </a:lnTo>
                <a:cubicBezTo>
                  <a:pt x="1561941" y="4043316"/>
                  <a:pt x="1562356" y="4043066"/>
                  <a:pt x="1562855" y="4043067"/>
                </a:cubicBezTo>
                <a:lnTo>
                  <a:pt x="1582046" y="4043066"/>
                </a:lnTo>
                <a:cubicBezTo>
                  <a:pt x="1582545" y="4043066"/>
                  <a:pt x="1582960" y="4043315"/>
                  <a:pt x="1583209" y="4043731"/>
                </a:cubicBezTo>
                <a:lnTo>
                  <a:pt x="1592847" y="4060347"/>
                </a:lnTo>
                <a:cubicBezTo>
                  <a:pt x="1593096" y="4060763"/>
                  <a:pt x="1593096" y="4061261"/>
                  <a:pt x="1592847" y="4061677"/>
                </a:cubicBezTo>
                <a:lnTo>
                  <a:pt x="1583209" y="4078294"/>
                </a:lnTo>
                <a:cubicBezTo>
                  <a:pt x="1582960" y="4078709"/>
                  <a:pt x="1582545" y="4078958"/>
                  <a:pt x="1582046" y="4078958"/>
                </a:cubicBezTo>
                <a:close/>
                <a:moveTo>
                  <a:pt x="3669362" y="4643440"/>
                </a:moveTo>
                <a:cubicBezTo>
                  <a:pt x="3668864" y="4643440"/>
                  <a:pt x="3668447" y="4643191"/>
                  <a:pt x="3668198" y="4642776"/>
                </a:cubicBezTo>
                <a:lnTo>
                  <a:pt x="3658562" y="4626160"/>
                </a:lnTo>
                <a:cubicBezTo>
                  <a:pt x="3658313" y="4625744"/>
                  <a:pt x="3658313" y="4625246"/>
                  <a:pt x="3658562" y="4624830"/>
                </a:cubicBezTo>
                <a:lnTo>
                  <a:pt x="3668199" y="4608214"/>
                </a:lnTo>
                <a:cubicBezTo>
                  <a:pt x="3668448" y="4607798"/>
                  <a:pt x="3668864" y="4607549"/>
                  <a:pt x="3669362" y="4607550"/>
                </a:cubicBezTo>
                <a:lnTo>
                  <a:pt x="3688554" y="4607549"/>
                </a:lnTo>
                <a:cubicBezTo>
                  <a:pt x="3689052" y="4607549"/>
                  <a:pt x="3689467" y="4607798"/>
                  <a:pt x="3689717" y="4608214"/>
                </a:cubicBezTo>
                <a:lnTo>
                  <a:pt x="3699354" y="4624830"/>
                </a:lnTo>
                <a:cubicBezTo>
                  <a:pt x="3699603" y="4625246"/>
                  <a:pt x="3699603" y="4625744"/>
                  <a:pt x="3699354" y="4626160"/>
                </a:cubicBezTo>
                <a:lnTo>
                  <a:pt x="3689717" y="4642776"/>
                </a:lnTo>
                <a:cubicBezTo>
                  <a:pt x="3689467" y="4643191"/>
                  <a:pt x="3689052" y="4643440"/>
                  <a:pt x="3688554" y="4643440"/>
                </a:cubicBezTo>
                <a:close/>
                <a:moveTo>
                  <a:pt x="2826713" y="4417660"/>
                </a:moveTo>
                <a:cubicBezTo>
                  <a:pt x="2826298" y="4417660"/>
                  <a:pt x="2825799" y="4417411"/>
                  <a:pt x="2825550" y="4416995"/>
                </a:cubicBezTo>
                <a:lnTo>
                  <a:pt x="2815748" y="4399961"/>
                </a:lnTo>
                <a:cubicBezTo>
                  <a:pt x="2815499" y="4399545"/>
                  <a:pt x="2815499" y="4398963"/>
                  <a:pt x="2815748" y="4398548"/>
                </a:cubicBezTo>
                <a:lnTo>
                  <a:pt x="2825552" y="4381512"/>
                </a:lnTo>
                <a:cubicBezTo>
                  <a:pt x="2825801" y="4381096"/>
                  <a:pt x="2826217" y="4380847"/>
                  <a:pt x="2826715" y="4380847"/>
                </a:cubicBezTo>
                <a:lnTo>
                  <a:pt x="2846322" y="4380845"/>
                </a:lnTo>
                <a:cubicBezTo>
                  <a:pt x="2846738" y="4380845"/>
                  <a:pt x="2847237" y="4381094"/>
                  <a:pt x="2847485" y="4381511"/>
                </a:cubicBezTo>
                <a:lnTo>
                  <a:pt x="2857288" y="4398545"/>
                </a:lnTo>
                <a:cubicBezTo>
                  <a:pt x="2857537" y="4398960"/>
                  <a:pt x="2857537" y="4399542"/>
                  <a:pt x="2857288" y="4399957"/>
                </a:cubicBezTo>
                <a:lnTo>
                  <a:pt x="2847483" y="4416994"/>
                </a:lnTo>
                <a:cubicBezTo>
                  <a:pt x="2847234" y="4417410"/>
                  <a:pt x="2846818" y="4417659"/>
                  <a:pt x="2846320" y="4417659"/>
                </a:cubicBezTo>
                <a:close/>
                <a:moveTo>
                  <a:pt x="2706390" y="4385474"/>
                </a:moveTo>
                <a:cubicBezTo>
                  <a:pt x="2705892" y="4385474"/>
                  <a:pt x="2705476" y="4385225"/>
                  <a:pt x="2705227" y="4384810"/>
                </a:cubicBezTo>
                <a:lnTo>
                  <a:pt x="2695590" y="4368110"/>
                </a:lnTo>
                <a:cubicBezTo>
                  <a:pt x="2695341" y="4367694"/>
                  <a:pt x="2695341" y="4367196"/>
                  <a:pt x="2695590" y="4366781"/>
                </a:cubicBezTo>
                <a:lnTo>
                  <a:pt x="2705227" y="4350081"/>
                </a:lnTo>
                <a:cubicBezTo>
                  <a:pt x="2705477" y="4349666"/>
                  <a:pt x="2705893" y="4349416"/>
                  <a:pt x="2706391" y="4349416"/>
                </a:cubicBezTo>
                <a:lnTo>
                  <a:pt x="2725748" y="4349416"/>
                </a:lnTo>
                <a:cubicBezTo>
                  <a:pt x="2726246" y="4349416"/>
                  <a:pt x="2726662" y="4349665"/>
                  <a:pt x="2726911" y="4350081"/>
                </a:cubicBezTo>
                <a:lnTo>
                  <a:pt x="2736549" y="4366780"/>
                </a:lnTo>
                <a:cubicBezTo>
                  <a:pt x="2736797" y="4367196"/>
                  <a:pt x="2736797" y="4367694"/>
                  <a:pt x="2736549" y="4368110"/>
                </a:cubicBezTo>
                <a:lnTo>
                  <a:pt x="2726911" y="4384810"/>
                </a:lnTo>
                <a:cubicBezTo>
                  <a:pt x="2726661" y="4385225"/>
                  <a:pt x="2726246" y="4385474"/>
                  <a:pt x="2725748" y="4385474"/>
                </a:cubicBezTo>
                <a:close/>
                <a:moveTo>
                  <a:pt x="2766472" y="4401654"/>
                </a:moveTo>
                <a:cubicBezTo>
                  <a:pt x="2765974" y="4401654"/>
                  <a:pt x="2765558" y="4401405"/>
                  <a:pt x="2765309" y="4400989"/>
                </a:cubicBezTo>
                <a:lnTo>
                  <a:pt x="2755590" y="4384039"/>
                </a:lnTo>
                <a:cubicBezTo>
                  <a:pt x="2755341" y="4383624"/>
                  <a:pt x="2755341" y="4383042"/>
                  <a:pt x="2755590" y="4382627"/>
                </a:cubicBezTo>
                <a:lnTo>
                  <a:pt x="2765394" y="4365676"/>
                </a:lnTo>
                <a:cubicBezTo>
                  <a:pt x="2765642" y="4365261"/>
                  <a:pt x="2766059" y="4365011"/>
                  <a:pt x="2766556" y="4365011"/>
                </a:cubicBezTo>
                <a:lnTo>
                  <a:pt x="2786081" y="4365011"/>
                </a:lnTo>
                <a:cubicBezTo>
                  <a:pt x="2786579" y="4365011"/>
                  <a:pt x="2786995" y="4365260"/>
                  <a:pt x="2787244" y="4365676"/>
                </a:cubicBezTo>
                <a:lnTo>
                  <a:pt x="2796963" y="4382626"/>
                </a:lnTo>
                <a:cubicBezTo>
                  <a:pt x="2797212" y="4383041"/>
                  <a:pt x="2797212" y="4383623"/>
                  <a:pt x="2796963" y="4384037"/>
                </a:cubicBezTo>
                <a:lnTo>
                  <a:pt x="2787160" y="4400988"/>
                </a:lnTo>
                <a:cubicBezTo>
                  <a:pt x="2786910" y="4401404"/>
                  <a:pt x="2786494" y="4401653"/>
                  <a:pt x="2785996" y="4401653"/>
                </a:cubicBezTo>
                <a:close/>
                <a:moveTo>
                  <a:pt x="2886901" y="4433926"/>
                </a:moveTo>
                <a:cubicBezTo>
                  <a:pt x="2886403" y="4433926"/>
                  <a:pt x="2885988" y="4433677"/>
                  <a:pt x="2885738" y="4433261"/>
                </a:cubicBezTo>
                <a:lnTo>
                  <a:pt x="2876018" y="4416395"/>
                </a:lnTo>
                <a:cubicBezTo>
                  <a:pt x="2875769" y="4415897"/>
                  <a:pt x="2875769" y="4415398"/>
                  <a:pt x="2876018" y="4414984"/>
                </a:cubicBezTo>
                <a:lnTo>
                  <a:pt x="2885738" y="4398117"/>
                </a:lnTo>
                <a:cubicBezTo>
                  <a:pt x="2885988" y="4397701"/>
                  <a:pt x="2886403" y="4397452"/>
                  <a:pt x="2886901" y="4397452"/>
                </a:cubicBezTo>
                <a:lnTo>
                  <a:pt x="2906342" y="4397452"/>
                </a:lnTo>
                <a:cubicBezTo>
                  <a:pt x="2906840" y="4397452"/>
                  <a:pt x="2907257" y="4397701"/>
                  <a:pt x="2907505" y="4398117"/>
                </a:cubicBezTo>
                <a:lnTo>
                  <a:pt x="2917225" y="4414983"/>
                </a:lnTo>
                <a:cubicBezTo>
                  <a:pt x="2917475" y="4415481"/>
                  <a:pt x="2917475" y="4415980"/>
                  <a:pt x="2917225" y="4416395"/>
                </a:cubicBezTo>
                <a:lnTo>
                  <a:pt x="2907505" y="4433261"/>
                </a:lnTo>
                <a:cubicBezTo>
                  <a:pt x="2907256" y="4433677"/>
                  <a:pt x="2906840" y="4433926"/>
                  <a:pt x="2906342" y="4433926"/>
                </a:cubicBezTo>
                <a:close/>
                <a:moveTo>
                  <a:pt x="3368295" y="4562926"/>
                </a:moveTo>
                <a:cubicBezTo>
                  <a:pt x="3367879" y="4562926"/>
                  <a:pt x="3367381" y="4562677"/>
                  <a:pt x="3367131" y="4562262"/>
                </a:cubicBezTo>
                <a:lnTo>
                  <a:pt x="3357246" y="4545143"/>
                </a:lnTo>
                <a:cubicBezTo>
                  <a:pt x="3356997" y="4544728"/>
                  <a:pt x="3356997" y="4544146"/>
                  <a:pt x="3357246" y="4543731"/>
                </a:cubicBezTo>
                <a:lnTo>
                  <a:pt x="3367133" y="4526611"/>
                </a:lnTo>
                <a:cubicBezTo>
                  <a:pt x="3367383" y="4526195"/>
                  <a:pt x="3367798" y="4525947"/>
                  <a:pt x="3368297" y="4525946"/>
                </a:cubicBezTo>
                <a:lnTo>
                  <a:pt x="3387987" y="4525945"/>
                </a:lnTo>
                <a:cubicBezTo>
                  <a:pt x="3388403" y="4525945"/>
                  <a:pt x="3388901" y="4526194"/>
                  <a:pt x="3389150" y="4526610"/>
                </a:cubicBezTo>
                <a:lnTo>
                  <a:pt x="3399036" y="4543728"/>
                </a:lnTo>
                <a:cubicBezTo>
                  <a:pt x="3399285" y="4544143"/>
                  <a:pt x="3399285" y="4544725"/>
                  <a:pt x="3399035" y="4545141"/>
                </a:cubicBezTo>
                <a:lnTo>
                  <a:pt x="3389148" y="4562260"/>
                </a:lnTo>
                <a:cubicBezTo>
                  <a:pt x="3388898" y="4562675"/>
                  <a:pt x="3388483" y="4562925"/>
                  <a:pt x="3387984" y="4562924"/>
                </a:cubicBezTo>
                <a:close/>
                <a:moveTo>
                  <a:pt x="3308104" y="4546816"/>
                </a:moveTo>
                <a:cubicBezTo>
                  <a:pt x="3307688" y="4546817"/>
                  <a:pt x="3307191" y="4546567"/>
                  <a:pt x="3306940" y="4546152"/>
                </a:cubicBezTo>
                <a:lnTo>
                  <a:pt x="3297055" y="4529033"/>
                </a:lnTo>
                <a:cubicBezTo>
                  <a:pt x="3296806" y="4528618"/>
                  <a:pt x="3296806" y="4528036"/>
                  <a:pt x="3297055" y="4527621"/>
                </a:cubicBezTo>
                <a:lnTo>
                  <a:pt x="3306943" y="4510502"/>
                </a:lnTo>
                <a:cubicBezTo>
                  <a:pt x="3307193" y="4510085"/>
                  <a:pt x="3307608" y="4509837"/>
                  <a:pt x="3308107" y="4509837"/>
                </a:cubicBezTo>
                <a:lnTo>
                  <a:pt x="3327797" y="4509835"/>
                </a:lnTo>
                <a:cubicBezTo>
                  <a:pt x="3328212" y="4509835"/>
                  <a:pt x="3328710" y="4510084"/>
                  <a:pt x="3328960" y="4510500"/>
                </a:cubicBezTo>
                <a:lnTo>
                  <a:pt x="3338845" y="4527618"/>
                </a:lnTo>
                <a:cubicBezTo>
                  <a:pt x="3339094" y="4528033"/>
                  <a:pt x="3339094" y="4528616"/>
                  <a:pt x="3338845" y="4529031"/>
                </a:cubicBezTo>
                <a:lnTo>
                  <a:pt x="3328957" y="4546151"/>
                </a:lnTo>
                <a:cubicBezTo>
                  <a:pt x="3328708" y="4546566"/>
                  <a:pt x="3328293" y="4546815"/>
                  <a:pt x="3327794" y="4546814"/>
                </a:cubicBezTo>
                <a:close/>
                <a:moveTo>
                  <a:pt x="3849812" y="4691984"/>
                </a:moveTo>
                <a:cubicBezTo>
                  <a:pt x="3849314" y="4691984"/>
                  <a:pt x="3848899" y="4691735"/>
                  <a:pt x="3848649" y="4691319"/>
                </a:cubicBezTo>
                <a:lnTo>
                  <a:pt x="3838930" y="4674369"/>
                </a:lnTo>
                <a:cubicBezTo>
                  <a:pt x="3838681" y="4673955"/>
                  <a:pt x="3838680" y="4673373"/>
                  <a:pt x="3838930" y="4672958"/>
                </a:cubicBezTo>
                <a:lnTo>
                  <a:pt x="3848733" y="4656008"/>
                </a:lnTo>
                <a:cubicBezTo>
                  <a:pt x="3848983" y="4655592"/>
                  <a:pt x="3849398" y="4655343"/>
                  <a:pt x="3849896" y="4655343"/>
                </a:cubicBezTo>
                <a:lnTo>
                  <a:pt x="3869420" y="4655342"/>
                </a:lnTo>
                <a:cubicBezTo>
                  <a:pt x="3869919" y="4655342"/>
                  <a:pt x="3870334" y="4655591"/>
                  <a:pt x="3870583" y="4656007"/>
                </a:cubicBezTo>
                <a:lnTo>
                  <a:pt x="3880303" y="4672956"/>
                </a:lnTo>
                <a:cubicBezTo>
                  <a:pt x="3880553" y="4673372"/>
                  <a:pt x="3880553" y="4673954"/>
                  <a:pt x="3880303" y="4674369"/>
                </a:cubicBezTo>
                <a:lnTo>
                  <a:pt x="3870499" y="4691318"/>
                </a:lnTo>
                <a:cubicBezTo>
                  <a:pt x="3870250" y="4691734"/>
                  <a:pt x="3869834" y="4691983"/>
                  <a:pt x="3869336" y="4691983"/>
                </a:cubicBezTo>
                <a:close/>
                <a:moveTo>
                  <a:pt x="4030331" y="4740363"/>
                </a:moveTo>
                <a:cubicBezTo>
                  <a:pt x="4029916" y="4740363"/>
                  <a:pt x="4029418" y="4740113"/>
                  <a:pt x="4029168" y="4739699"/>
                </a:cubicBezTo>
                <a:lnTo>
                  <a:pt x="4019283" y="4722580"/>
                </a:lnTo>
                <a:cubicBezTo>
                  <a:pt x="4019034" y="4722165"/>
                  <a:pt x="4019034" y="4721583"/>
                  <a:pt x="4019283" y="4721168"/>
                </a:cubicBezTo>
                <a:lnTo>
                  <a:pt x="4029171" y="4704049"/>
                </a:lnTo>
                <a:cubicBezTo>
                  <a:pt x="4029420" y="4703633"/>
                  <a:pt x="4029835" y="4703384"/>
                  <a:pt x="4030333" y="4703384"/>
                </a:cubicBezTo>
                <a:lnTo>
                  <a:pt x="4050024" y="4703382"/>
                </a:lnTo>
                <a:cubicBezTo>
                  <a:pt x="4050440" y="4703382"/>
                  <a:pt x="4050938" y="4703631"/>
                  <a:pt x="4051187" y="4704047"/>
                </a:cubicBezTo>
                <a:lnTo>
                  <a:pt x="4061073" y="4721165"/>
                </a:lnTo>
                <a:cubicBezTo>
                  <a:pt x="4061322" y="4721580"/>
                  <a:pt x="4061322" y="4722162"/>
                  <a:pt x="4061073" y="4722578"/>
                </a:cubicBezTo>
                <a:lnTo>
                  <a:pt x="4051185" y="4739697"/>
                </a:lnTo>
                <a:cubicBezTo>
                  <a:pt x="4050935" y="4740112"/>
                  <a:pt x="4050521" y="4740362"/>
                  <a:pt x="4050022" y="4740362"/>
                </a:cubicBezTo>
                <a:close/>
                <a:moveTo>
                  <a:pt x="3548867" y="4611403"/>
                </a:moveTo>
                <a:cubicBezTo>
                  <a:pt x="3548369" y="4611403"/>
                  <a:pt x="3547952" y="4611154"/>
                  <a:pt x="3547704" y="4610738"/>
                </a:cubicBezTo>
                <a:lnTo>
                  <a:pt x="3537984" y="4593789"/>
                </a:lnTo>
                <a:cubicBezTo>
                  <a:pt x="3537735" y="4593374"/>
                  <a:pt x="3537735" y="4592792"/>
                  <a:pt x="3537984" y="4592377"/>
                </a:cubicBezTo>
                <a:lnTo>
                  <a:pt x="3547787" y="4575428"/>
                </a:lnTo>
                <a:cubicBezTo>
                  <a:pt x="3548036" y="4575012"/>
                  <a:pt x="3548452" y="4574763"/>
                  <a:pt x="3548950" y="4574763"/>
                </a:cubicBezTo>
                <a:lnTo>
                  <a:pt x="3568474" y="4574763"/>
                </a:lnTo>
                <a:cubicBezTo>
                  <a:pt x="3568972" y="4574763"/>
                  <a:pt x="3569388" y="4575012"/>
                  <a:pt x="3569637" y="4575428"/>
                </a:cubicBezTo>
                <a:lnTo>
                  <a:pt x="3579357" y="4592377"/>
                </a:lnTo>
                <a:cubicBezTo>
                  <a:pt x="3579606" y="4592792"/>
                  <a:pt x="3579606" y="4593373"/>
                  <a:pt x="3579357" y="4593789"/>
                </a:cubicBezTo>
                <a:lnTo>
                  <a:pt x="3569554" y="4610738"/>
                </a:lnTo>
                <a:cubicBezTo>
                  <a:pt x="3569305" y="4611154"/>
                  <a:pt x="3568888" y="4611403"/>
                  <a:pt x="3568391" y="4611403"/>
                </a:cubicBezTo>
                <a:close/>
                <a:moveTo>
                  <a:pt x="3909916" y="4708364"/>
                </a:moveTo>
                <a:cubicBezTo>
                  <a:pt x="3909417" y="4708364"/>
                  <a:pt x="3908919" y="4708115"/>
                  <a:pt x="3908669" y="4707700"/>
                </a:cubicBezTo>
                <a:lnTo>
                  <a:pt x="3898784" y="4690500"/>
                </a:lnTo>
                <a:cubicBezTo>
                  <a:pt x="3898535" y="4690085"/>
                  <a:pt x="3898535" y="4689503"/>
                  <a:pt x="3898784" y="4689088"/>
                </a:cubicBezTo>
                <a:lnTo>
                  <a:pt x="3908671" y="4671888"/>
                </a:lnTo>
                <a:cubicBezTo>
                  <a:pt x="3908921" y="4671471"/>
                  <a:pt x="3909419" y="4671223"/>
                  <a:pt x="3909918" y="4671223"/>
                </a:cubicBezTo>
                <a:lnTo>
                  <a:pt x="3929774" y="4671222"/>
                </a:lnTo>
                <a:cubicBezTo>
                  <a:pt x="3930272" y="4671222"/>
                  <a:pt x="3930770" y="4671471"/>
                  <a:pt x="3931020" y="4671887"/>
                </a:cubicBezTo>
                <a:lnTo>
                  <a:pt x="3940905" y="4689086"/>
                </a:lnTo>
                <a:cubicBezTo>
                  <a:pt x="3941154" y="4689502"/>
                  <a:pt x="3941154" y="4690083"/>
                  <a:pt x="3940905" y="4690498"/>
                </a:cubicBezTo>
                <a:lnTo>
                  <a:pt x="3931018" y="4707699"/>
                </a:lnTo>
                <a:cubicBezTo>
                  <a:pt x="3930769" y="4708114"/>
                  <a:pt x="3930271" y="4708363"/>
                  <a:pt x="3929773" y="4708363"/>
                </a:cubicBezTo>
                <a:close/>
                <a:moveTo>
                  <a:pt x="4090434" y="4756896"/>
                </a:moveTo>
                <a:cubicBezTo>
                  <a:pt x="4089935" y="4756895"/>
                  <a:pt x="4089437" y="4756646"/>
                  <a:pt x="4089187" y="4756231"/>
                </a:cubicBezTo>
                <a:lnTo>
                  <a:pt x="4079302" y="4739033"/>
                </a:lnTo>
                <a:cubicBezTo>
                  <a:pt x="4079053" y="4738618"/>
                  <a:pt x="4079053" y="4738037"/>
                  <a:pt x="4079302" y="4737621"/>
                </a:cubicBezTo>
                <a:lnTo>
                  <a:pt x="4089188" y="4720423"/>
                </a:lnTo>
                <a:cubicBezTo>
                  <a:pt x="4089438" y="4720007"/>
                  <a:pt x="4089936" y="4719758"/>
                  <a:pt x="4090435" y="4719758"/>
                </a:cubicBezTo>
                <a:lnTo>
                  <a:pt x="4110291" y="4719757"/>
                </a:lnTo>
                <a:cubicBezTo>
                  <a:pt x="4110789" y="4719757"/>
                  <a:pt x="4111287" y="4720006"/>
                  <a:pt x="4111537" y="4720422"/>
                </a:cubicBezTo>
                <a:lnTo>
                  <a:pt x="4121423" y="4737620"/>
                </a:lnTo>
                <a:cubicBezTo>
                  <a:pt x="4121672" y="4738036"/>
                  <a:pt x="4121672" y="4738617"/>
                  <a:pt x="4121423" y="4739032"/>
                </a:cubicBezTo>
                <a:lnTo>
                  <a:pt x="4111536" y="4756231"/>
                </a:lnTo>
                <a:cubicBezTo>
                  <a:pt x="4111286" y="4756646"/>
                  <a:pt x="4110789" y="4756895"/>
                  <a:pt x="4110291" y="4756895"/>
                </a:cubicBezTo>
                <a:close/>
                <a:moveTo>
                  <a:pt x="3006978" y="4466625"/>
                </a:moveTo>
                <a:cubicBezTo>
                  <a:pt x="3006479" y="4466625"/>
                  <a:pt x="3005981" y="4466292"/>
                  <a:pt x="3005732" y="4465877"/>
                </a:cubicBezTo>
                <a:lnTo>
                  <a:pt x="2995762" y="4448512"/>
                </a:lnTo>
                <a:cubicBezTo>
                  <a:pt x="2995514" y="4448095"/>
                  <a:pt x="2995514" y="4447515"/>
                  <a:pt x="2995763" y="4447099"/>
                </a:cubicBezTo>
                <a:lnTo>
                  <a:pt x="3005815" y="4429733"/>
                </a:lnTo>
                <a:cubicBezTo>
                  <a:pt x="3006066" y="4429234"/>
                  <a:pt x="3006564" y="4428984"/>
                  <a:pt x="3007062" y="4428985"/>
                </a:cubicBezTo>
                <a:lnTo>
                  <a:pt x="3027085" y="4428984"/>
                </a:lnTo>
                <a:cubicBezTo>
                  <a:pt x="3027583" y="4428984"/>
                  <a:pt x="3028081" y="4429316"/>
                  <a:pt x="3028331" y="4429732"/>
                </a:cubicBezTo>
                <a:lnTo>
                  <a:pt x="3038299" y="4447096"/>
                </a:lnTo>
                <a:cubicBezTo>
                  <a:pt x="3038549" y="4447513"/>
                  <a:pt x="3038549" y="4448094"/>
                  <a:pt x="3038299" y="4448511"/>
                </a:cubicBezTo>
                <a:lnTo>
                  <a:pt x="3028246" y="4465876"/>
                </a:lnTo>
                <a:cubicBezTo>
                  <a:pt x="3027997" y="4466375"/>
                  <a:pt x="3027498" y="4466624"/>
                  <a:pt x="3027000" y="4466624"/>
                </a:cubicBezTo>
                <a:close/>
                <a:moveTo>
                  <a:pt x="3187566" y="4515033"/>
                </a:moveTo>
                <a:cubicBezTo>
                  <a:pt x="3187068" y="4515033"/>
                  <a:pt x="3186570" y="4514784"/>
                  <a:pt x="3186321" y="4514368"/>
                </a:cubicBezTo>
                <a:lnTo>
                  <a:pt x="3176352" y="4497087"/>
                </a:lnTo>
                <a:cubicBezTo>
                  <a:pt x="3176103" y="4496671"/>
                  <a:pt x="3176103" y="4496090"/>
                  <a:pt x="3176352" y="4495674"/>
                </a:cubicBezTo>
                <a:lnTo>
                  <a:pt x="3186321" y="4478393"/>
                </a:lnTo>
                <a:cubicBezTo>
                  <a:pt x="3186570" y="4477977"/>
                  <a:pt x="3187069" y="4477728"/>
                  <a:pt x="3187567" y="4477728"/>
                </a:cubicBezTo>
                <a:lnTo>
                  <a:pt x="3207507" y="4477728"/>
                </a:lnTo>
                <a:cubicBezTo>
                  <a:pt x="3208005" y="4477728"/>
                  <a:pt x="3208504" y="4477977"/>
                  <a:pt x="3208753" y="4478393"/>
                </a:cubicBezTo>
                <a:lnTo>
                  <a:pt x="3218722" y="4495674"/>
                </a:lnTo>
                <a:cubicBezTo>
                  <a:pt x="3218971" y="4496090"/>
                  <a:pt x="3218971" y="4496670"/>
                  <a:pt x="3218722" y="4497086"/>
                </a:cubicBezTo>
                <a:lnTo>
                  <a:pt x="3208753" y="4514368"/>
                </a:lnTo>
                <a:cubicBezTo>
                  <a:pt x="3208504" y="4514783"/>
                  <a:pt x="3208005" y="4515033"/>
                  <a:pt x="3207507" y="4515033"/>
                </a:cubicBezTo>
                <a:close/>
                <a:moveTo>
                  <a:pt x="3127342" y="4498912"/>
                </a:moveTo>
                <a:cubicBezTo>
                  <a:pt x="3126843" y="4498912"/>
                  <a:pt x="3126345" y="4498579"/>
                  <a:pt x="3126096" y="4498164"/>
                </a:cubicBezTo>
                <a:lnTo>
                  <a:pt x="3116126" y="4480799"/>
                </a:lnTo>
                <a:cubicBezTo>
                  <a:pt x="3115877" y="4480383"/>
                  <a:pt x="3115877" y="4479801"/>
                  <a:pt x="3116127" y="4479386"/>
                </a:cubicBezTo>
                <a:lnTo>
                  <a:pt x="3126179" y="4462020"/>
                </a:lnTo>
                <a:cubicBezTo>
                  <a:pt x="3126429" y="4461521"/>
                  <a:pt x="3126927" y="4461272"/>
                  <a:pt x="3127426" y="4461272"/>
                </a:cubicBezTo>
                <a:lnTo>
                  <a:pt x="3147449" y="4461271"/>
                </a:lnTo>
                <a:cubicBezTo>
                  <a:pt x="3147947" y="4461271"/>
                  <a:pt x="3148445" y="4461603"/>
                  <a:pt x="3148694" y="4462019"/>
                </a:cubicBezTo>
                <a:lnTo>
                  <a:pt x="3158663" y="4479384"/>
                </a:lnTo>
                <a:cubicBezTo>
                  <a:pt x="3158913" y="4479800"/>
                  <a:pt x="3158913" y="4480381"/>
                  <a:pt x="3158663" y="4480797"/>
                </a:cubicBezTo>
                <a:lnTo>
                  <a:pt x="3148610" y="4498163"/>
                </a:lnTo>
                <a:cubicBezTo>
                  <a:pt x="3148361" y="4498662"/>
                  <a:pt x="3147862" y="4498911"/>
                  <a:pt x="3147364" y="4498911"/>
                </a:cubicBezTo>
                <a:close/>
                <a:moveTo>
                  <a:pt x="3067172" y="4482808"/>
                </a:moveTo>
                <a:cubicBezTo>
                  <a:pt x="3066673" y="4482808"/>
                  <a:pt x="3066175" y="4482476"/>
                  <a:pt x="3065926" y="4482060"/>
                </a:cubicBezTo>
                <a:lnTo>
                  <a:pt x="3055874" y="4464612"/>
                </a:lnTo>
                <a:cubicBezTo>
                  <a:pt x="3055625" y="4464195"/>
                  <a:pt x="3055625" y="4463614"/>
                  <a:pt x="3055874" y="4463198"/>
                </a:cubicBezTo>
                <a:lnTo>
                  <a:pt x="3065928" y="4445750"/>
                </a:lnTo>
                <a:cubicBezTo>
                  <a:pt x="3066177" y="4445250"/>
                  <a:pt x="3066674" y="4445001"/>
                  <a:pt x="3067173" y="4445001"/>
                </a:cubicBezTo>
                <a:lnTo>
                  <a:pt x="3087279" y="4445000"/>
                </a:lnTo>
                <a:cubicBezTo>
                  <a:pt x="3087777" y="4445000"/>
                  <a:pt x="3088276" y="4445332"/>
                  <a:pt x="3088525" y="4445748"/>
                </a:cubicBezTo>
                <a:lnTo>
                  <a:pt x="3098577" y="4463197"/>
                </a:lnTo>
                <a:cubicBezTo>
                  <a:pt x="3098826" y="4463612"/>
                  <a:pt x="3098826" y="4464194"/>
                  <a:pt x="3098577" y="4464610"/>
                </a:cubicBezTo>
                <a:lnTo>
                  <a:pt x="3088523" y="4482059"/>
                </a:lnTo>
                <a:cubicBezTo>
                  <a:pt x="3088274" y="4482558"/>
                  <a:pt x="3087775" y="4482807"/>
                  <a:pt x="3087277" y="4482807"/>
                </a:cubicBezTo>
                <a:close/>
                <a:moveTo>
                  <a:pt x="3247695" y="4531239"/>
                </a:moveTo>
                <a:cubicBezTo>
                  <a:pt x="3247196" y="4531239"/>
                  <a:pt x="3246698" y="4530906"/>
                  <a:pt x="3246449" y="4530491"/>
                </a:cubicBezTo>
                <a:lnTo>
                  <a:pt x="3236479" y="4513127"/>
                </a:lnTo>
                <a:cubicBezTo>
                  <a:pt x="3236230" y="4512711"/>
                  <a:pt x="3236230" y="4512130"/>
                  <a:pt x="3236479" y="4511714"/>
                </a:cubicBezTo>
                <a:lnTo>
                  <a:pt x="3246532" y="4494350"/>
                </a:lnTo>
                <a:cubicBezTo>
                  <a:pt x="3246782" y="4493850"/>
                  <a:pt x="3247280" y="4493602"/>
                  <a:pt x="3247779" y="4493602"/>
                </a:cubicBezTo>
                <a:lnTo>
                  <a:pt x="3267801" y="4493601"/>
                </a:lnTo>
                <a:cubicBezTo>
                  <a:pt x="3268299" y="4493601"/>
                  <a:pt x="3268798" y="4493933"/>
                  <a:pt x="3269047" y="4494349"/>
                </a:cubicBezTo>
                <a:lnTo>
                  <a:pt x="3279015" y="4511713"/>
                </a:lnTo>
                <a:cubicBezTo>
                  <a:pt x="3279265" y="4512129"/>
                  <a:pt x="3279265" y="4512710"/>
                  <a:pt x="3279016" y="4513126"/>
                </a:cubicBezTo>
                <a:lnTo>
                  <a:pt x="3268963" y="4530491"/>
                </a:lnTo>
                <a:cubicBezTo>
                  <a:pt x="3268714" y="4530990"/>
                  <a:pt x="3268215" y="4531239"/>
                  <a:pt x="3267717" y="4531239"/>
                </a:cubicBezTo>
                <a:close/>
                <a:moveTo>
                  <a:pt x="2946612" y="4450797"/>
                </a:moveTo>
                <a:cubicBezTo>
                  <a:pt x="2946113" y="4450797"/>
                  <a:pt x="2945615" y="4450465"/>
                  <a:pt x="2945366" y="4450050"/>
                </a:cubicBezTo>
                <a:lnTo>
                  <a:pt x="2935230" y="4432435"/>
                </a:lnTo>
                <a:cubicBezTo>
                  <a:pt x="2934981" y="4432019"/>
                  <a:pt x="2934981" y="4431438"/>
                  <a:pt x="2935230" y="4431022"/>
                </a:cubicBezTo>
                <a:lnTo>
                  <a:pt x="2945450" y="4413408"/>
                </a:lnTo>
                <a:cubicBezTo>
                  <a:pt x="2945699" y="4412909"/>
                  <a:pt x="2946197" y="4412660"/>
                  <a:pt x="2946696" y="4412660"/>
                </a:cubicBezTo>
                <a:lnTo>
                  <a:pt x="2967050" y="4412659"/>
                </a:lnTo>
                <a:cubicBezTo>
                  <a:pt x="2967549" y="4412659"/>
                  <a:pt x="2968047" y="4412992"/>
                  <a:pt x="2968297" y="4413407"/>
                </a:cubicBezTo>
                <a:lnTo>
                  <a:pt x="2978431" y="4431021"/>
                </a:lnTo>
                <a:cubicBezTo>
                  <a:pt x="2978681" y="4431437"/>
                  <a:pt x="2978680" y="4432018"/>
                  <a:pt x="2978432" y="4432434"/>
                </a:cubicBezTo>
                <a:lnTo>
                  <a:pt x="2968212" y="4450049"/>
                </a:lnTo>
                <a:cubicBezTo>
                  <a:pt x="2967963" y="4450547"/>
                  <a:pt x="2967465" y="4450797"/>
                  <a:pt x="2966966" y="4450797"/>
                </a:cubicBezTo>
                <a:close/>
                <a:moveTo>
                  <a:pt x="2465062" y="4321992"/>
                </a:moveTo>
                <a:cubicBezTo>
                  <a:pt x="2464564" y="4321992"/>
                  <a:pt x="2464065" y="4321660"/>
                  <a:pt x="2463816" y="4321244"/>
                </a:cubicBezTo>
                <a:lnTo>
                  <a:pt x="2453515" y="4303379"/>
                </a:lnTo>
                <a:cubicBezTo>
                  <a:pt x="2453266" y="4302881"/>
                  <a:pt x="2453266" y="4302298"/>
                  <a:pt x="2453515" y="4301884"/>
                </a:cubicBezTo>
                <a:lnTo>
                  <a:pt x="2463818" y="4284017"/>
                </a:lnTo>
                <a:cubicBezTo>
                  <a:pt x="2464067" y="4283519"/>
                  <a:pt x="2464566" y="4283270"/>
                  <a:pt x="2465064" y="4283270"/>
                </a:cubicBezTo>
                <a:lnTo>
                  <a:pt x="2485751" y="4283269"/>
                </a:lnTo>
                <a:cubicBezTo>
                  <a:pt x="2486249" y="4283268"/>
                  <a:pt x="2486748" y="4283601"/>
                  <a:pt x="2486997" y="4284017"/>
                </a:cubicBezTo>
                <a:lnTo>
                  <a:pt x="2497298" y="4301881"/>
                </a:lnTo>
                <a:cubicBezTo>
                  <a:pt x="2497548" y="4302379"/>
                  <a:pt x="2497548" y="4302962"/>
                  <a:pt x="2497298" y="4303377"/>
                </a:cubicBezTo>
                <a:lnTo>
                  <a:pt x="2486995" y="4321242"/>
                </a:lnTo>
                <a:cubicBezTo>
                  <a:pt x="2486747" y="4321742"/>
                  <a:pt x="2486248" y="4321991"/>
                  <a:pt x="2485750" y="4321991"/>
                </a:cubicBezTo>
                <a:close/>
                <a:moveTo>
                  <a:pt x="1863050" y="4160821"/>
                </a:moveTo>
                <a:cubicBezTo>
                  <a:pt x="1862551" y="4160821"/>
                  <a:pt x="1862054" y="4160489"/>
                  <a:pt x="1861804" y="4160074"/>
                </a:cubicBezTo>
                <a:lnTo>
                  <a:pt x="1851420" y="4142041"/>
                </a:lnTo>
                <a:cubicBezTo>
                  <a:pt x="1851171" y="4141544"/>
                  <a:pt x="1851171" y="4140961"/>
                  <a:pt x="1851420" y="4140546"/>
                </a:cubicBezTo>
                <a:lnTo>
                  <a:pt x="1861890" y="4122513"/>
                </a:lnTo>
                <a:cubicBezTo>
                  <a:pt x="1862138" y="4122014"/>
                  <a:pt x="1862638" y="4121765"/>
                  <a:pt x="1863136" y="4121765"/>
                </a:cubicBezTo>
                <a:lnTo>
                  <a:pt x="1883989" y="4121764"/>
                </a:lnTo>
                <a:cubicBezTo>
                  <a:pt x="1884488" y="4121764"/>
                  <a:pt x="1884986" y="4122095"/>
                  <a:pt x="1885235" y="4122512"/>
                </a:cubicBezTo>
                <a:lnTo>
                  <a:pt x="1895619" y="4140543"/>
                </a:lnTo>
                <a:cubicBezTo>
                  <a:pt x="1895868" y="4141041"/>
                  <a:pt x="1895868" y="4141624"/>
                  <a:pt x="1895619" y="4142039"/>
                </a:cubicBezTo>
                <a:lnTo>
                  <a:pt x="1885150" y="4160073"/>
                </a:lnTo>
                <a:cubicBezTo>
                  <a:pt x="1884901" y="4160571"/>
                  <a:pt x="1884402" y="4160819"/>
                  <a:pt x="1883904" y="4160820"/>
                </a:cubicBezTo>
                <a:close/>
                <a:moveTo>
                  <a:pt x="1983438" y="4193102"/>
                </a:moveTo>
                <a:cubicBezTo>
                  <a:pt x="1982940" y="4193103"/>
                  <a:pt x="1982441" y="4192771"/>
                  <a:pt x="1982192" y="4192355"/>
                </a:cubicBezTo>
                <a:lnTo>
                  <a:pt x="1971725" y="4174239"/>
                </a:lnTo>
                <a:cubicBezTo>
                  <a:pt x="1971476" y="4173742"/>
                  <a:pt x="1971476" y="4173159"/>
                  <a:pt x="1971725" y="4172744"/>
                </a:cubicBezTo>
                <a:lnTo>
                  <a:pt x="1982194" y="4154627"/>
                </a:lnTo>
                <a:cubicBezTo>
                  <a:pt x="1982443" y="4154129"/>
                  <a:pt x="1982943" y="4153879"/>
                  <a:pt x="1983441" y="4153879"/>
                </a:cubicBezTo>
                <a:lnTo>
                  <a:pt x="2004378" y="4153877"/>
                </a:lnTo>
                <a:cubicBezTo>
                  <a:pt x="2004876" y="4153877"/>
                  <a:pt x="2005374" y="4154210"/>
                  <a:pt x="2005623" y="4154626"/>
                </a:cubicBezTo>
                <a:lnTo>
                  <a:pt x="2016090" y="4172740"/>
                </a:lnTo>
                <a:cubicBezTo>
                  <a:pt x="2016340" y="4173238"/>
                  <a:pt x="2016340" y="4173821"/>
                  <a:pt x="2016090" y="4174235"/>
                </a:cubicBezTo>
                <a:lnTo>
                  <a:pt x="2005620" y="4192353"/>
                </a:lnTo>
                <a:cubicBezTo>
                  <a:pt x="2005371" y="4192852"/>
                  <a:pt x="2004873" y="4193101"/>
                  <a:pt x="2004374" y="4193101"/>
                </a:cubicBezTo>
                <a:close/>
                <a:moveTo>
                  <a:pt x="2103794" y="4225413"/>
                </a:moveTo>
                <a:cubicBezTo>
                  <a:pt x="2103296" y="4225413"/>
                  <a:pt x="2102797" y="4225081"/>
                  <a:pt x="2102548" y="4224666"/>
                </a:cubicBezTo>
                <a:lnTo>
                  <a:pt x="2092081" y="4206551"/>
                </a:lnTo>
                <a:cubicBezTo>
                  <a:pt x="2091832" y="4206053"/>
                  <a:pt x="2091833" y="4205470"/>
                  <a:pt x="2092081" y="4205055"/>
                </a:cubicBezTo>
                <a:lnTo>
                  <a:pt x="2102550" y="4186939"/>
                </a:lnTo>
                <a:cubicBezTo>
                  <a:pt x="2102800" y="4186441"/>
                  <a:pt x="2103299" y="4186191"/>
                  <a:pt x="2103797" y="4186191"/>
                </a:cubicBezTo>
                <a:lnTo>
                  <a:pt x="2124733" y="4186190"/>
                </a:lnTo>
                <a:cubicBezTo>
                  <a:pt x="2125232" y="4186190"/>
                  <a:pt x="2125730" y="4186522"/>
                  <a:pt x="2125979" y="4186938"/>
                </a:cubicBezTo>
                <a:lnTo>
                  <a:pt x="2136446" y="4205053"/>
                </a:lnTo>
                <a:cubicBezTo>
                  <a:pt x="2136696" y="4205550"/>
                  <a:pt x="2136696" y="4206133"/>
                  <a:pt x="2136446" y="4206548"/>
                </a:cubicBezTo>
                <a:lnTo>
                  <a:pt x="2125977" y="4224665"/>
                </a:lnTo>
                <a:cubicBezTo>
                  <a:pt x="2125728" y="4225163"/>
                  <a:pt x="2125230" y="4225412"/>
                  <a:pt x="2124731" y="4225412"/>
                </a:cubicBezTo>
                <a:close/>
                <a:moveTo>
                  <a:pt x="1923271" y="4177050"/>
                </a:moveTo>
                <a:cubicBezTo>
                  <a:pt x="1922772" y="4177050"/>
                  <a:pt x="1922273" y="4176719"/>
                  <a:pt x="1922025" y="4176303"/>
                </a:cubicBezTo>
                <a:lnTo>
                  <a:pt x="1911640" y="4158356"/>
                </a:lnTo>
                <a:cubicBezTo>
                  <a:pt x="1911391" y="4157858"/>
                  <a:pt x="1911391" y="4157275"/>
                  <a:pt x="1911640" y="4156861"/>
                </a:cubicBezTo>
                <a:lnTo>
                  <a:pt x="1922026" y="4138913"/>
                </a:lnTo>
                <a:cubicBezTo>
                  <a:pt x="1922275" y="4138414"/>
                  <a:pt x="1922773" y="4138166"/>
                  <a:pt x="1923272" y="4138165"/>
                </a:cubicBezTo>
                <a:lnTo>
                  <a:pt x="1944042" y="4138164"/>
                </a:lnTo>
                <a:cubicBezTo>
                  <a:pt x="1944540" y="4138165"/>
                  <a:pt x="1945039" y="4138497"/>
                  <a:pt x="1945288" y="4138913"/>
                </a:cubicBezTo>
                <a:lnTo>
                  <a:pt x="1955672" y="4156860"/>
                </a:lnTo>
                <a:cubicBezTo>
                  <a:pt x="1955922" y="4157358"/>
                  <a:pt x="1955921" y="4157940"/>
                  <a:pt x="1955672" y="4158355"/>
                </a:cubicBezTo>
                <a:lnTo>
                  <a:pt x="1945287" y="4176302"/>
                </a:lnTo>
                <a:cubicBezTo>
                  <a:pt x="1945038" y="4176801"/>
                  <a:pt x="1944539" y="4177050"/>
                  <a:pt x="1944041" y="4177050"/>
                </a:cubicBezTo>
                <a:close/>
                <a:moveTo>
                  <a:pt x="2284438" y="4273855"/>
                </a:moveTo>
                <a:cubicBezTo>
                  <a:pt x="2283940" y="4273855"/>
                  <a:pt x="2283441" y="4273523"/>
                  <a:pt x="2283192" y="4273107"/>
                </a:cubicBezTo>
                <a:lnTo>
                  <a:pt x="2272890" y="4255245"/>
                </a:lnTo>
                <a:cubicBezTo>
                  <a:pt x="2272641" y="4254747"/>
                  <a:pt x="2272641" y="4254165"/>
                  <a:pt x="2272890" y="4253749"/>
                </a:cubicBezTo>
                <a:lnTo>
                  <a:pt x="2283193" y="4235886"/>
                </a:lnTo>
                <a:cubicBezTo>
                  <a:pt x="2283442" y="4235388"/>
                  <a:pt x="2283941" y="4235139"/>
                  <a:pt x="2284439" y="4235139"/>
                </a:cubicBezTo>
                <a:lnTo>
                  <a:pt x="2305126" y="4235139"/>
                </a:lnTo>
                <a:cubicBezTo>
                  <a:pt x="2305624" y="4235139"/>
                  <a:pt x="2306123" y="4235471"/>
                  <a:pt x="2306372" y="4235886"/>
                </a:cubicBezTo>
                <a:lnTo>
                  <a:pt x="2316673" y="4253749"/>
                </a:lnTo>
                <a:cubicBezTo>
                  <a:pt x="2316922" y="4254247"/>
                  <a:pt x="2316923" y="4254829"/>
                  <a:pt x="2316673" y="4255244"/>
                </a:cubicBezTo>
                <a:lnTo>
                  <a:pt x="2306371" y="4273107"/>
                </a:lnTo>
                <a:cubicBezTo>
                  <a:pt x="2306122" y="4273606"/>
                  <a:pt x="2305624" y="4273855"/>
                  <a:pt x="2305126" y="4273855"/>
                </a:cubicBezTo>
                <a:close/>
                <a:moveTo>
                  <a:pt x="2043547" y="4209366"/>
                </a:moveTo>
                <a:cubicBezTo>
                  <a:pt x="2043050" y="4209366"/>
                  <a:pt x="2042550" y="4209033"/>
                  <a:pt x="2042301" y="4208618"/>
                </a:cubicBezTo>
                <a:lnTo>
                  <a:pt x="2031752" y="4190337"/>
                </a:lnTo>
                <a:cubicBezTo>
                  <a:pt x="2031502" y="4189839"/>
                  <a:pt x="2031502" y="4189256"/>
                  <a:pt x="2031751" y="4188841"/>
                </a:cubicBezTo>
                <a:lnTo>
                  <a:pt x="2042304" y="4170559"/>
                </a:lnTo>
                <a:cubicBezTo>
                  <a:pt x="2042553" y="4170061"/>
                  <a:pt x="2043052" y="4169812"/>
                  <a:pt x="2043549" y="4169812"/>
                </a:cubicBezTo>
                <a:lnTo>
                  <a:pt x="2064569" y="4169810"/>
                </a:lnTo>
                <a:cubicBezTo>
                  <a:pt x="2065067" y="4169810"/>
                  <a:pt x="2065566" y="4170142"/>
                  <a:pt x="2065815" y="4170558"/>
                </a:cubicBezTo>
                <a:lnTo>
                  <a:pt x="2076365" y="4188839"/>
                </a:lnTo>
                <a:cubicBezTo>
                  <a:pt x="2076615" y="4189338"/>
                  <a:pt x="2076615" y="4189919"/>
                  <a:pt x="2076365" y="4190335"/>
                </a:cubicBezTo>
                <a:lnTo>
                  <a:pt x="2065813" y="4208616"/>
                </a:lnTo>
                <a:cubicBezTo>
                  <a:pt x="2065564" y="4209114"/>
                  <a:pt x="2065064" y="4209365"/>
                  <a:pt x="2064567" y="4209365"/>
                </a:cubicBezTo>
                <a:close/>
                <a:moveTo>
                  <a:pt x="2163957" y="4241630"/>
                </a:moveTo>
                <a:cubicBezTo>
                  <a:pt x="2163459" y="4241630"/>
                  <a:pt x="2162960" y="4241298"/>
                  <a:pt x="2162711" y="4240883"/>
                </a:cubicBezTo>
                <a:lnTo>
                  <a:pt x="2152244" y="4222769"/>
                </a:lnTo>
                <a:cubicBezTo>
                  <a:pt x="2151995" y="4222271"/>
                  <a:pt x="2151995" y="4221689"/>
                  <a:pt x="2152244" y="4221273"/>
                </a:cubicBezTo>
                <a:lnTo>
                  <a:pt x="2162713" y="4203158"/>
                </a:lnTo>
                <a:cubicBezTo>
                  <a:pt x="2162962" y="4202660"/>
                  <a:pt x="2163461" y="4202411"/>
                  <a:pt x="2163959" y="4202410"/>
                </a:cubicBezTo>
                <a:lnTo>
                  <a:pt x="2184895" y="4202410"/>
                </a:lnTo>
                <a:cubicBezTo>
                  <a:pt x="2185394" y="4202410"/>
                  <a:pt x="2185892" y="4202741"/>
                  <a:pt x="2186141" y="4203158"/>
                </a:cubicBezTo>
                <a:lnTo>
                  <a:pt x="2196608" y="4221271"/>
                </a:lnTo>
                <a:cubicBezTo>
                  <a:pt x="2196858" y="4221770"/>
                  <a:pt x="2196858" y="4222351"/>
                  <a:pt x="2196608" y="4222767"/>
                </a:cubicBezTo>
                <a:lnTo>
                  <a:pt x="2186139" y="4240882"/>
                </a:lnTo>
                <a:cubicBezTo>
                  <a:pt x="2185890" y="4241380"/>
                  <a:pt x="2185392" y="4241629"/>
                  <a:pt x="2184893" y="4241629"/>
                </a:cubicBezTo>
                <a:close/>
                <a:moveTo>
                  <a:pt x="1742569" y="4128909"/>
                </a:moveTo>
                <a:cubicBezTo>
                  <a:pt x="1742071" y="4128909"/>
                  <a:pt x="1741571" y="4128576"/>
                  <a:pt x="1741322" y="4128161"/>
                </a:cubicBezTo>
                <a:lnTo>
                  <a:pt x="1730772" y="4109883"/>
                </a:lnTo>
                <a:cubicBezTo>
                  <a:pt x="1730523" y="4109383"/>
                  <a:pt x="1730523" y="4108801"/>
                  <a:pt x="1730772" y="4108386"/>
                </a:cubicBezTo>
                <a:lnTo>
                  <a:pt x="1741323" y="4090107"/>
                </a:lnTo>
                <a:cubicBezTo>
                  <a:pt x="1741573" y="4089608"/>
                  <a:pt x="1742072" y="4089359"/>
                  <a:pt x="1742570" y="4089359"/>
                </a:cubicBezTo>
                <a:lnTo>
                  <a:pt x="1763589" y="4089358"/>
                </a:lnTo>
                <a:cubicBezTo>
                  <a:pt x="1764087" y="4089358"/>
                  <a:pt x="1764586" y="4089691"/>
                  <a:pt x="1764835" y="4090106"/>
                </a:cubicBezTo>
                <a:lnTo>
                  <a:pt x="1775385" y="4108385"/>
                </a:lnTo>
                <a:cubicBezTo>
                  <a:pt x="1775634" y="4108884"/>
                  <a:pt x="1775634" y="4109465"/>
                  <a:pt x="1775385" y="4109881"/>
                </a:cubicBezTo>
                <a:lnTo>
                  <a:pt x="1764834" y="4128161"/>
                </a:lnTo>
                <a:cubicBezTo>
                  <a:pt x="1764585" y="4128658"/>
                  <a:pt x="1764085" y="4128909"/>
                  <a:pt x="1763588" y="4128908"/>
                </a:cubicBezTo>
                <a:close/>
                <a:moveTo>
                  <a:pt x="2344429" y="4290186"/>
                </a:moveTo>
                <a:cubicBezTo>
                  <a:pt x="2343931" y="4290186"/>
                  <a:pt x="2343432" y="4289853"/>
                  <a:pt x="2343183" y="4289438"/>
                </a:cubicBezTo>
                <a:lnTo>
                  <a:pt x="2332632" y="4271160"/>
                </a:lnTo>
                <a:cubicBezTo>
                  <a:pt x="2332383" y="4270661"/>
                  <a:pt x="2332383" y="4270079"/>
                  <a:pt x="2332632" y="4269663"/>
                </a:cubicBezTo>
                <a:lnTo>
                  <a:pt x="2343184" y="4251384"/>
                </a:lnTo>
                <a:cubicBezTo>
                  <a:pt x="2343433" y="4250885"/>
                  <a:pt x="2343932" y="4250636"/>
                  <a:pt x="2344430" y="4250636"/>
                </a:cubicBezTo>
                <a:lnTo>
                  <a:pt x="2365449" y="4250635"/>
                </a:lnTo>
                <a:cubicBezTo>
                  <a:pt x="2365947" y="4250635"/>
                  <a:pt x="2366446" y="4250968"/>
                  <a:pt x="2366695" y="4251383"/>
                </a:cubicBezTo>
                <a:lnTo>
                  <a:pt x="2377246" y="4269662"/>
                </a:lnTo>
                <a:cubicBezTo>
                  <a:pt x="2377495" y="4270161"/>
                  <a:pt x="2377496" y="4270742"/>
                  <a:pt x="2377245" y="4271158"/>
                </a:cubicBezTo>
                <a:lnTo>
                  <a:pt x="2366694" y="4289437"/>
                </a:lnTo>
                <a:cubicBezTo>
                  <a:pt x="2366445" y="4289936"/>
                  <a:pt x="2365946" y="4290186"/>
                  <a:pt x="2365448" y="4290186"/>
                </a:cubicBezTo>
                <a:close/>
                <a:moveTo>
                  <a:pt x="2224093" y="4257943"/>
                </a:moveTo>
                <a:cubicBezTo>
                  <a:pt x="2223595" y="4257943"/>
                  <a:pt x="2223096" y="4257611"/>
                  <a:pt x="2222847" y="4257196"/>
                </a:cubicBezTo>
                <a:lnTo>
                  <a:pt x="2212379" y="4239083"/>
                </a:lnTo>
                <a:cubicBezTo>
                  <a:pt x="2212130" y="4238585"/>
                  <a:pt x="2212131" y="4238003"/>
                  <a:pt x="2212379" y="4237588"/>
                </a:cubicBezTo>
                <a:lnTo>
                  <a:pt x="2222847" y="4219476"/>
                </a:lnTo>
                <a:cubicBezTo>
                  <a:pt x="2223097" y="4218977"/>
                  <a:pt x="2223595" y="4218728"/>
                  <a:pt x="2224093" y="4218728"/>
                </a:cubicBezTo>
                <a:lnTo>
                  <a:pt x="2245030" y="4218728"/>
                </a:lnTo>
                <a:cubicBezTo>
                  <a:pt x="2245529" y="4218728"/>
                  <a:pt x="2246026" y="4219060"/>
                  <a:pt x="2246276" y="4219476"/>
                </a:cubicBezTo>
                <a:lnTo>
                  <a:pt x="2256743" y="4237587"/>
                </a:lnTo>
                <a:cubicBezTo>
                  <a:pt x="2256993" y="4238085"/>
                  <a:pt x="2256993" y="4238667"/>
                  <a:pt x="2256743" y="4239082"/>
                </a:cubicBezTo>
                <a:lnTo>
                  <a:pt x="2246275" y="4257195"/>
                </a:lnTo>
                <a:cubicBezTo>
                  <a:pt x="2246026" y="4257694"/>
                  <a:pt x="2245528" y="4257943"/>
                  <a:pt x="2245029" y="4257943"/>
                </a:cubicBezTo>
                <a:close/>
                <a:moveTo>
                  <a:pt x="1622217" y="4096673"/>
                </a:moveTo>
                <a:cubicBezTo>
                  <a:pt x="1621636" y="4096674"/>
                  <a:pt x="1621137" y="4096424"/>
                  <a:pt x="1620888" y="4095925"/>
                </a:cubicBezTo>
                <a:lnTo>
                  <a:pt x="1610338" y="4077562"/>
                </a:lnTo>
                <a:cubicBezTo>
                  <a:pt x="1610089" y="4077063"/>
                  <a:pt x="1610089" y="4076565"/>
                  <a:pt x="1610339" y="4076065"/>
                </a:cubicBezTo>
                <a:lnTo>
                  <a:pt x="1620891" y="4057701"/>
                </a:lnTo>
                <a:cubicBezTo>
                  <a:pt x="1621223" y="4057201"/>
                  <a:pt x="1621722" y="4056953"/>
                  <a:pt x="1622220" y="4056952"/>
                </a:cubicBezTo>
                <a:lnTo>
                  <a:pt x="1643406" y="4056951"/>
                </a:lnTo>
                <a:cubicBezTo>
                  <a:pt x="1643987" y="4056951"/>
                  <a:pt x="1644486" y="4057201"/>
                  <a:pt x="1644735" y="4057699"/>
                </a:cubicBezTo>
                <a:lnTo>
                  <a:pt x="1655285" y="4076062"/>
                </a:lnTo>
                <a:cubicBezTo>
                  <a:pt x="1655534" y="4076562"/>
                  <a:pt x="1655534" y="4077060"/>
                  <a:pt x="1655285" y="4077559"/>
                </a:cubicBezTo>
                <a:lnTo>
                  <a:pt x="1644733" y="4095924"/>
                </a:lnTo>
                <a:cubicBezTo>
                  <a:pt x="1644400" y="4096423"/>
                  <a:pt x="1643902" y="4096672"/>
                  <a:pt x="1643404" y="4096672"/>
                </a:cubicBezTo>
                <a:close/>
                <a:moveTo>
                  <a:pt x="1682368" y="4112836"/>
                </a:moveTo>
                <a:cubicBezTo>
                  <a:pt x="1681871" y="4112836"/>
                  <a:pt x="1681371" y="4112502"/>
                  <a:pt x="1681122" y="4112088"/>
                </a:cubicBezTo>
                <a:lnTo>
                  <a:pt x="1670572" y="4093809"/>
                </a:lnTo>
                <a:cubicBezTo>
                  <a:pt x="1670322" y="4093311"/>
                  <a:pt x="1670323" y="4092728"/>
                  <a:pt x="1670572" y="4092314"/>
                </a:cubicBezTo>
                <a:lnTo>
                  <a:pt x="1681123" y="4074035"/>
                </a:lnTo>
                <a:cubicBezTo>
                  <a:pt x="1681372" y="4073536"/>
                  <a:pt x="1681871" y="4073287"/>
                  <a:pt x="1682369" y="4073287"/>
                </a:cubicBezTo>
                <a:lnTo>
                  <a:pt x="1703388" y="4073286"/>
                </a:lnTo>
                <a:cubicBezTo>
                  <a:pt x="1703887" y="4073286"/>
                  <a:pt x="1704386" y="4073618"/>
                  <a:pt x="1704634" y="4074034"/>
                </a:cubicBezTo>
                <a:lnTo>
                  <a:pt x="1715186" y="4092312"/>
                </a:lnTo>
                <a:cubicBezTo>
                  <a:pt x="1715435" y="4092811"/>
                  <a:pt x="1715435" y="4093393"/>
                  <a:pt x="1715186" y="4093809"/>
                </a:cubicBezTo>
                <a:lnTo>
                  <a:pt x="1704633" y="4112087"/>
                </a:lnTo>
                <a:cubicBezTo>
                  <a:pt x="1704385" y="4112585"/>
                  <a:pt x="1703886" y="4112835"/>
                  <a:pt x="1703387" y="4112835"/>
                </a:cubicBezTo>
                <a:close/>
                <a:moveTo>
                  <a:pt x="1802728" y="4145137"/>
                </a:moveTo>
                <a:cubicBezTo>
                  <a:pt x="1802230" y="4145137"/>
                  <a:pt x="1801730" y="4144804"/>
                  <a:pt x="1801481" y="4144389"/>
                </a:cubicBezTo>
                <a:lnTo>
                  <a:pt x="1790931" y="4126111"/>
                </a:lnTo>
                <a:cubicBezTo>
                  <a:pt x="1790681" y="4125612"/>
                  <a:pt x="1790682" y="4125030"/>
                  <a:pt x="1790931" y="4124615"/>
                </a:cubicBezTo>
                <a:lnTo>
                  <a:pt x="1801482" y="4106337"/>
                </a:lnTo>
                <a:cubicBezTo>
                  <a:pt x="1801731" y="4105838"/>
                  <a:pt x="1802230" y="4105589"/>
                  <a:pt x="1802728" y="4105589"/>
                </a:cubicBezTo>
                <a:lnTo>
                  <a:pt x="1823747" y="4105589"/>
                </a:lnTo>
                <a:cubicBezTo>
                  <a:pt x="1824245" y="4105588"/>
                  <a:pt x="1824744" y="4105920"/>
                  <a:pt x="1824993" y="4106337"/>
                </a:cubicBezTo>
                <a:lnTo>
                  <a:pt x="1835544" y="4124614"/>
                </a:lnTo>
                <a:cubicBezTo>
                  <a:pt x="1835794" y="4125113"/>
                  <a:pt x="1835794" y="4125694"/>
                  <a:pt x="1835544" y="4126110"/>
                </a:cubicBezTo>
                <a:lnTo>
                  <a:pt x="1824992" y="4144388"/>
                </a:lnTo>
                <a:cubicBezTo>
                  <a:pt x="1824744" y="4144886"/>
                  <a:pt x="1824244" y="4145136"/>
                  <a:pt x="1823746" y="4145136"/>
                </a:cubicBezTo>
                <a:close/>
                <a:moveTo>
                  <a:pt x="1020234" y="3935624"/>
                </a:moveTo>
                <a:cubicBezTo>
                  <a:pt x="1019653" y="3935624"/>
                  <a:pt x="1019154" y="3935375"/>
                  <a:pt x="1018905" y="3934876"/>
                </a:cubicBezTo>
                <a:lnTo>
                  <a:pt x="1008271" y="3916431"/>
                </a:lnTo>
                <a:cubicBezTo>
                  <a:pt x="1008022" y="3916014"/>
                  <a:pt x="1008022" y="3915434"/>
                  <a:pt x="1008271" y="3914934"/>
                </a:cubicBezTo>
                <a:lnTo>
                  <a:pt x="1018906" y="3896489"/>
                </a:lnTo>
                <a:cubicBezTo>
                  <a:pt x="1019238" y="3895989"/>
                  <a:pt x="1019737" y="3895741"/>
                  <a:pt x="1020235" y="3895741"/>
                </a:cubicBezTo>
                <a:lnTo>
                  <a:pt x="1041504" y="3895740"/>
                </a:lnTo>
                <a:cubicBezTo>
                  <a:pt x="1042085" y="3895740"/>
                  <a:pt x="1042583" y="3895989"/>
                  <a:pt x="1042833" y="3896488"/>
                </a:cubicBezTo>
                <a:lnTo>
                  <a:pt x="1053467" y="3914933"/>
                </a:lnTo>
                <a:cubicBezTo>
                  <a:pt x="1053716" y="3915349"/>
                  <a:pt x="1053716" y="3915930"/>
                  <a:pt x="1053467" y="3916429"/>
                </a:cubicBezTo>
                <a:lnTo>
                  <a:pt x="1042832" y="3934875"/>
                </a:lnTo>
                <a:cubicBezTo>
                  <a:pt x="1042500" y="3935373"/>
                  <a:pt x="1042001" y="3935623"/>
                  <a:pt x="1041503" y="3935622"/>
                </a:cubicBezTo>
                <a:close/>
                <a:moveTo>
                  <a:pt x="959952" y="3919627"/>
                </a:moveTo>
                <a:cubicBezTo>
                  <a:pt x="959370" y="3919628"/>
                  <a:pt x="958871" y="3919379"/>
                  <a:pt x="958622" y="3918880"/>
                </a:cubicBezTo>
                <a:lnTo>
                  <a:pt x="947989" y="3900352"/>
                </a:lnTo>
                <a:cubicBezTo>
                  <a:pt x="947739" y="3899936"/>
                  <a:pt x="947740" y="3899355"/>
                  <a:pt x="947988" y="3898856"/>
                </a:cubicBezTo>
                <a:lnTo>
                  <a:pt x="958706" y="3880328"/>
                </a:lnTo>
                <a:cubicBezTo>
                  <a:pt x="959038" y="3879912"/>
                  <a:pt x="959537" y="3879580"/>
                  <a:pt x="960035" y="3879580"/>
                </a:cubicBezTo>
                <a:lnTo>
                  <a:pt x="981387" y="3879579"/>
                </a:lnTo>
                <a:cubicBezTo>
                  <a:pt x="981968" y="3879579"/>
                  <a:pt x="982467" y="3879829"/>
                  <a:pt x="982716" y="3880327"/>
                </a:cubicBezTo>
                <a:lnTo>
                  <a:pt x="993350" y="3898855"/>
                </a:lnTo>
                <a:cubicBezTo>
                  <a:pt x="993599" y="3899271"/>
                  <a:pt x="993598" y="3899852"/>
                  <a:pt x="993350" y="3900351"/>
                </a:cubicBezTo>
                <a:lnTo>
                  <a:pt x="982632" y="3918880"/>
                </a:lnTo>
                <a:cubicBezTo>
                  <a:pt x="982300" y="3919295"/>
                  <a:pt x="981801" y="3919627"/>
                  <a:pt x="981303" y="3919627"/>
                </a:cubicBezTo>
                <a:close/>
                <a:moveTo>
                  <a:pt x="899718" y="3903529"/>
                </a:moveTo>
                <a:cubicBezTo>
                  <a:pt x="899137" y="3903529"/>
                  <a:pt x="898638" y="3903281"/>
                  <a:pt x="898389" y="3902782"/>
                </a:cubicBezTo>
                <a:lnTo>
                  <a:pt x="887590" y="3884086"/>
                </a:lnTo>
                <a:cubicBezTo>
                  <a:pt x="887341" y="3883670"/>
                  <a:pt x="887341" y="3883089"/>
                  <a:pt x="887590" y="3882589"/>
                </a:cubicBezTo>
                <a:lnTo>
                  <a:pt x="898391" y="3863894"/>
                </a:lnTo>
                <a:cubicBezTo>
                  <a:pt x="898640" y="3863477"/>
                  <a:pt x="899222" y="3863146"/>
                  <a:pt x="899720" y="3863146"/>
                </a:cubicBezTo>
                <a:lnTo>
                  <a:pt x="921321" y="3863144"/>
                </a:lnTo>
                <a:cubicBezTo>
                  <a:pt x="921902" y="3863145"/>
                  <a:pt x="922401" y="3863394"/>
                  <a:pt x="922650" y="3863893"/>
                </a:cubicBezTo>
                <a:lnTo>
                  <a:pt x="933450" y="3882587"/>
                </a:lnTo>
                <a:cubicBezTo>
                  <a:pt x="933699" y="3883003"/>
                  <a:pt x="933699" y="3883585"/>
                  <a:pt x="933451" y="3884084"/>
                </a:cubicBezTo>
                <a:lnTo>
                  <a:pt x="922648" y="3902781"/>
                </a:lnTo>
                <a:cubicBezTo>
                  <a:pt x="922400" y="3903196"/>
                  <a:pt x="921817" y="3903528"/>
                  <a:pt x="921319" y="3903528"/>
                </a:cubicBezTo>
                <a:close/>
                <a:moveTo>
                  <a:pt x="2404422" y="4306748"/>
                </a:moveTo>
                <a:cubicBezTo>
                  <a:pt x="2403841" y="4306748"/>
                  <a:pt x="2403342" y="4306499"/>
                  <a:pt x="2403093" y="4306001"/>
                </a:cubicBezTo>
                <a:lnTo>
                  <a:pt x="2392377" y="4287389"/>
                </a:lnTo>
                <a:cubicBezTo>
                  <a:pt x="2392128" y="4286973"/>
                  <a:pt x="2392128" y="4286392"/>
                  <a:pt x="2392377" y="4285893"/>
                </a:cubicBezTo>
                <a:lnTo>
                  <a:pt x="2403095" y="4267282"/>
                </a:lnTo>
                <a:cubicBezTo>
                  <a:pt x="2403427" y="4266866"/>
                  <a:pt x="2403925" y="4266534"/>
                  <a:pt x="2404423" y="4266534"/>
                </a:cubicBezTo>
                <a:lnTo>
                  <a:pt x="2425859" y="4266533"/>
                </a:lnTo>
                <a:cubicBezTo>
                  <a:pt x="2426440" y="4266533"/>
                  <a:pt x="2426939" y="4266782"/>
                  <a:pt x="2427188" y="4267281"/>
                </a:cubicBezTo>
                <a:lnTo>
                  <a:pt x="2437904" y="4285892"/>
                </a:lnTo>
                <a:cubicBezTo>
                  <a:pt x="2438153" y="4286308"/>
                  <a:pt x="2438153" y="4286889"/>
                  <a:pt x="2437904" y="4287388"/>
                </a:cubicBezTo>
                <a:lnTo>
                  <a:pt x="2427187" y="4306000"/>
                </a:lnTo>
                <a:cubicBezTo>
                  <a:pt x="2426855" y="4306416"/>
                  <a:pt x="2426356" y="4306747"/>
                  <a:pt x="2425858" y="4306747"/>
                </a:cubicBezTo>
                <a:close/>
                <a:moveTo>
                  <a:pt x="719126" y="3855363"/>
                </a:moveTo>
                <a:cubicBezTo>
                  <a:pt x="718545" y="3855363"/>
                  <a:pt x="718046" y="3855113"/>
                  <a:pt x="717797" y="3854615"/>
                </a:cubicBezTo>
                <a:lnTo>
                  <a:pt x="706998" y="3835837"/>
                </a:lnTo>
                <a:cubicBezTo>
                  <a:pt x="706748" y="3835422"/>
                  <a:pt x="706749" y="3834840"/>
                  <a:pt x="706998" y="3834342"/>
                </a:cubicBezTo>
                <a:lnTo>
                  <a:pt x="717798" y="3815564"/>
                </a:lnTo>
                <a:cubicBezTo>
                  <a:pt x="718047" y="3815148"/>
                  <a:pt x="718629" y="3814816"/>
                  <a:pt x="719127" y="3814816"/>
                </a:cubicBezTo>
                <a:lnTo>
                  <a:pt x="740811" y="3814815"/>
                </a:lnTo>
                <a:cubicBezTo>
                  <a:pt x="741393" y="3814815"/>
                  <a:pt x="741891" y="3815064"/>
                  <a:pt x="742141" y="3815563"/>
                </a:cubicBezTo>
                <a:lnTo>
                  <a:pt x="752941" y="3834341"/>
                </a:lnTo>
                <a:cubicBezTo>
                  <a:pt x="753190" y="3834756"/>
                  <a:pt x="753190" y="3835337"/>
                  <a:pt x="752941" y="3835836"/>
                </a:cubicBezTo>
                <a:lnTo>
                  <a:pt x="742140" y="3854614"/>
                </a:lnTo>
                <a:cubicBezTo>
                  <a:pt x="741890" y="3855029"/>
                  <a:pt x="741308" y="3855363"/>
                  <a:pt x="740810" y="3855362"/>
                </a:cubicBezTo>
                <a:close/>
                <a:moveTo>
                  <a:pt x="839366" y="3887781"/>
                </a:moveTo>
                <a:cubicBezTo>
                  <a:pt x="838867" y="3887781"/>
                  <a:pt x="838286" y="3887532"/>
                  <a:pt x="838037" y="3887033"/>
                </a:cubicBezTo>
                <a:lnTo>
                  <a:pt x="827071" y="3868004"/>
                </a:lnTo>
                <a:cubicBezTo>
                  <a:pt x="826822" y="3867506"/>
                  <a:pt x="826822" y="3866925"/>
                  <a:pt x="827071" y="3866426"/>
                </a:cubicBezTo>
                <a:lnTo>
                  <a:pt x="838039" y="3847397"/>
                </a:lnTo>
                <a:cubicBezTo>
                  <a:pt x="838288" y="3846981"/>
                  <a:pt x="838786" y="3846649"/>
                  <a:pt x="839368" y="3846649"/>
                </a:cubicBezTo>
                <a:lnTo>
                  <a:pt x="861301" y="3846647"/>
                </a:lnTo>
                <a:cubicBezTo>
                  <a:pt x="861799" y="3846647"/>
                  <a:pt x="862381" y="3846897"/>
                  <a:pt x="862631" y="3847396"/>
                </a:cubicBezTo>
                <a:lnTo>
                  <a:pt x="873595" y="3866423"/>
                </a:lnTo>
                <a:cubicBezTo>
                  <a:pt x="873846" y="3866921"/>
                  <a:pt x="873845" y="3867504"/>
                  <a:pt x="873595" y="3868002"/>
                </a:cubicBezTo>
                <a:lnTo>
                  <a:pt x="862628" y="3887032"/>
                </a:lnTo>
                <a:cubicBezTo>
                  <a:pt x="862379" y="3887448"/>
                  <a:pt x="861880" y="3887780"/>
                  <a:pt x="861299" y="3887780"/>
                </a:cubicBezTo>
                <a:close/>
                <a:moveTo>
                  <a:pt x="1080073" y="3952344"/>
                </a:moveTo>
                <a:cubicBezTo>
                  <a:pt x="1079574" y="3952345"/>
                  <a:pt x="1078992" y="3952095"/>
                  <a:pt x="1078743" y="3951597"/>
                </a:cubicBezTo>
                <a:lnTo>
                  <a:pt x="1067860" y="3932653"/>
                </a:lnTo>
                <a:cubicBezTo>
                  <a:pt x="1067611" y="3932155"/>
                  <a:pt x="1067611" y="3931573"/>
                  <a:pt x="1067860" y="3931075"/>
                </a:cubicBezTo>
                <a:lnTo>
                  <a:pt x="1078828" y="3912130"/>
                </a:lnTo>
                <a:cubicBezTo>
                  <a:pt x="1079077" y="3911714"/>
                  <a:pt x="1079575" y="3911382"/>
                  <a:pt x="1080157" y="3911382"/>
                </a:cubicBezTo>
                <a:lnTo>
                  <a:pt x="1102007" y="3911381"/>
                </a:lnTo>
                <a:cubicBezTo>
                  <a:pt x="1102505" y="3911381"/>
                  <a:pt x="1103087" y="3911630"/>
                  <a:pt x="1103337" y="3912129"/>
                </a:cubicBezTo>
                <a:lnTo>
                  <a:pt x="1114219" y="3931073"/>
                </a:lnTo>
                <a:cubicBezTo>
                  <a:pt x="1114468" y="3931571"/>
                  <a:pt x="1114468" y="3932153"/>
                  <a:pt x="1114219" y="3932651"/>
                </a:cubicBezTo>
                <a:lnTo>
                  <a:pt x="1103251" y="3951596"/>
                </a:lnTo>
                <a:cubicBezTo>
                  <a:pt x="1103002" y="3952012"/>
                  <a:pt x="1102504" y="3952344"/>
                  <a:pt x="1101922" y="3952344"/>
                </a:cubicBezTo>
                <a:close/>
                <a:moveTo>
                  <a:pt x="779035" y="3871963"/>
                </a:moveTo>
                <a:cubicBezTo>
                  <a:pt x="778537" y="3871963"/>
                  <a:pt x="777954" y="3871714"/>
                  <a:pt x="777706" y="3871216"/>
                </a:cubicBezTo>
                <a:lnTo>
                  <a:pt x="766657" y="3852106"/>
                </a:lnTo>
                <a:cubicBezTo>
                  <a:pt x="766408" y="3851608"/>
                  <a:pt x="766408" y="3851026"/>
                  <a:pt x="766657" y="3850528"/>
                </a:cubicBezTo>
                <a:lnTo>
                  <a:pt x="777706" y="3831418"/>
                </a:lnTo>
                <a:cubicBezTo>
                  <a:pt x="777955" y="3831003"/>
                  <a:pt x="778454" y="3830670"/>
                  <a:pt x="779035" y="3830670"/>
                </a:cubicBezTo>
                <a:lnTo>
                  <a:pt x="801135" y="3830670"/>
                </a:lnTo>
                <a:cubicBezTo>
                  <a:pt x="801633" y="3830670"/>
                  <a:pt x="802215" y="3830919"/>
                  <a:pt x="802464" y="3831418"/>
                </a:cubicBezTo>
                <a:lnTo>
                  <a:pt x="813514" y="3850527"/>
                </a:lnTo>
                <a:cubicBezTo>
                  <a:pt x="813762" y="3851025"/>
                  <a:pt x="813762" y="3851607"/>
                  <a:pt x="813514" y="3852105"/>
                </a:cubicBezTo>
                <a:lnTo>
                  <a:pt x="802463" y="3871216"/>
                </a:lnTo>
                <a:cubicBezTo>
                  <a:pt x="802215" y="3871630"/>
                  <a:pt x="801716" y="3871962"/>
                  <a:pt x="801135" y="3871963"/>
                </a:cubicBezTo>
                <a:close/>
                <a:moveTo>
                  <a:pt x="1200335" y="3984866"/>
                </a:moveTo>
                <a:cubicBezTo>
                  <a:pt x="1199837" y="3984866"/>
                  <a:pt x="1199254" y="3984617"/>
                  <a:pt x="1199006" y="3984119"/>
                </a:cubicBezTo>
                <a:lnTo>
                  <a:pt x="1187957" y="3965009"/>
                </a:lnTo>
                <a:cubicBezTo>
                  <a:pt x="1187708" y="3964511"/>
                  <a:pt x="1187708" y="3963929"/>
                  <a:pt x="1187957" y="3963431"/>
                </a:cubicBezTo>
                <a:lnTo>
                  <a:pt x="1199006" y="3944322"/>
                </a:lnTo>
                <a:cubicBezTo>
                  <a:pt x="1199255" y="3943906"/>
                  <a:pt x="1199754" y="3943574"/>
                  <a:pt x="1200335" y="3943574"/>
                </a:cubicBezTo>
                <a:lnTo>
                  <a:pt x="1222435" y="3943574"/>
                </a:lnTo>
                <a:cubicBezTo>
                  <a:pt x="1222933" y="3943574"/>
                  <a:pt x="1223515" y="3943823"/>
                  <a:pt x="1223764" y="3944322"/>
                </a:cubicBezTo>
                <a:lnTo>
                  <a:pt x="1234814" y="3963431"/>
                </a:lnTo>
                <a:cubicBezTo>
                  <a:pt x="1235062" y="3963929"/>
                  <a:pt x="1235062" y="3964511"/>
                  <a:pt x="1234814" y="3965009"/>
                </a:cubicBezTo>
                <a:lnTo>
                  <a:pt x="1223763" y="3984119"/>
                </a:lnTo>
                <a:cubicBezTo>
                  <a:pt x="1223514" y="3984534"/>
                  <a:pt x="1223015" y="3984866"/>
                  <a:pt x="1222435" y="3984866"/>
                </a:cubicBezTo>
                <a:close/>
                <a:moveTo>
                  <a:pt x="1139981" y="3969166"/>
                </a:moveTo>
                <a:cubicBezTo>
                  <a:pt x="1139399" y="3969167"/>
                  <a:pt x="1138818" y="3968834"/>
                  <a:pt x="1138568" y="3968336"/>
                </a:cubicBezTo>
                <a:lnTo>
                  <a:pt x="1127353" y="3948895"/>
                </a:lnTo>
                <a:cubicBezTo>
                  <a:pt x="1127104" y="3948396"/>
                  <a:pt x="1127104" y="3947815"/>
                  <a:pt x="1127353" y="3947316"/>
                </a:cubicBezTo>
                <a:lnTo>
                  <a:pt x="1138568" y="3927874"/>
                </a:lnTo>
                <a:cubicBezTo>
                  <a:pt x="1138901" y="3927375"/>
                  <a:pt x="1139399" y="3927043"/>
                  <a:pt x="1139981" y="3927044"/>
                </a:cubicBezTo>
                <a:lnTo>
                  <a:pt x="1162495" y="3927043"/>
                </a:lnTo>
                <a:cubicBezTo>
                  <a:pt x="1163077" y="3927043"/>
                  <a:pt x="1163659" y="3927375"/>
                  <a:pt x="1163908" y="3927874"/>
                </a:cubicBezTo>
                <a:lnTo>
                  <a:pt x="1175124" y="3947315"/>
                </a:lnTo>
                <a:cubicBezTo>
                  <a:pt x="1175373" y="3947814"/>
                  <a:pt x="1175373" y="3948395"/>
                  <a:pt x="1175123" y="3948894"/>
                </a:cubicBezTo>
                <a:lnTo>
                  <a:pt x="1163908" y="3968335"/>
                </a:lnTo>
                <a:cubicBezTo>
                  <a:pt x="1163575" y="3968834"/>
                  <a:pt x="1163077" y="3969166"/>
                  <a:pt x="1162495" y="3969166"/>
                </a:cubicBezTo>
                <a:close/>
                <a:moveTo>
                  <a:pt x="2633832" y="4418352"/>
                </a:moveTo>
                <a:cubicBezTo>
                  <a:pt x="2633417" y="4418351"/>
                  <a:pt x="2632835" y="4417771"/>
                  <a:pt x="2632835" y="4417771"/>
                </a:cubicBezTo>
                <a:lnTo>
                  <a:pt x="2624695" y="4403644"/>
                </a:lnTo>
                <a:cubicBezTo>
                  <a:pt x="2624446" y="4403311"/>
                  <a:pt x="2624696" y="4402480"/>
                  <a:pt x="2624696" y="4402480"/>
                </a:cubicBezTo>
                <a:lnTo>
                  <a:pt x="2632838" y="4388352"/>
                </a:lnTo>
                <a:cubicBezTo>
                  <a:pt x="2633088" y="4388020"/>
                  <a:pt x="2633835" y="4387770"/>
                  <a:pt x="2633835" y="4387770"/>
                </a:cubicBezTo>
                <a:lnTo>
                  <a:pt x="2650119" y="4387769"/>
                </a:lnTo>
                <a:cubicBezTo>
                  <a:pt x="2650534" y="4387769"/>
                  <a:pt x="2651116" y="4388350"/>
                  <a:pt x="2651116" y="4388350"/>
                </a:cubicBezTo>
                <a:lnTo>
                  <a:pt x="2659256" y="4402477"/>
                </a:lnTo>
                <a:cubicBezTo>
                  <a:pt x="2659506" y="4402810"/>
                  <a:pt x="2659256" y="4403641"/>
                  <a:pt x="2659256" y="4403641"/>
                </a:cubicBezTo>
                <a:lnTo>
                  <a:pt x="2651114" y="4417769"/>
                </a:lnTo>
                <a:cubicBezTo>
                  <a:pt x="2650865" y="4418101"/>
                  <a:pt x="2650117" y="4418350"/>
                  <a:pt x="2650117" y="4418350"/>
                </a:cubicBezTo>
                <a:close/>
                <a:moveTo>
                  <a:pt x="1549439" y="4130064"/>
                </a:moveTo>
                <a:cubicBezTo>
                  <a:pt x="1549023" y="4130064"/>
                  <a:pt x="1548359" y="4129399"/>
                  <a:pt x="1548359" y="4129399"/>
                </a:cubicBezTo>
                <a:lnTo>
                  <a:pt x="1539303" y="4113613"/>
                </a:lnTo>
                <a:cubicBezTo>
                  <a:pt x="1539054" y="4113198"/>
                  <a:pt x="1539304" y="4112283"/>
                  <a:pt x="1539304" y="4112283"/>
                </a:cubicBezTo>
                <a:lnTo>
                  <a:pt x="1548443" y="4096497"/>
                </a:lnTo>
                <a:cubicBezTo>
                  <a:pt x="1548608" y="4096081"/>
                  <a:pt x="1549107" y="4095831"/>
                  <a:pt x="1549522" y="4095832"/>
                </a:cubicBezTo>
                <a:lnTo>
                  <a:pt x="1567717" y="4095831"/>
                </a:lnTo>
                <a:cubicBezTo>
                  <a:pt x="1568132" y="4095831"/>
                  <a:pt x="1568797" y="4096496"/>
                  <a:pt x="1568797" y="4096496"/>
                </a:cubicBezTo>
                <a:lnTo>
                  <a:pt x="1577853" y="4112283"/>
                </a:lnTo>
                <a:cubicBezTo>
                  <a:pt x="1578101" y="4112697"/>
                  <a:pt x="1577853" y="4113612"/>
                  <a:pt x="1577853" y="4113612"/>
                </a:cubicBezTo>
                <a:lnTo>
                  <a:pt x="1568712" y="4129399"/>
                </a:lnTo>
                <a:cubicBezTo>
                  <a:pt x="1568547" y="4129813"/>
                  <a:pt x="1568048" y="4130064"/>
                  <a:pt x="1567633" y="4130064"/>
                </a:cubicBezTo>
                <a:close/>
                <a:moveTo>
                  <a:pt x="2753091" y="4452732"/>
                </a:moveTo>
                <a:cubicBezTo>
                  <a:pt x="2752592" y="4452732"/>
                  <a:pt x="2751928" y="4452067"/>
                  <a:pt x="2751928" y="4452067"/>
                </a:cubicBezTo>
                <a:lnTo>
                  <a:pt x="2742706" y="4436114"/>
                </a:lnTo>
                <a:cubicBezTo>
                  <a:pt x="2742456" y="4435699"/>
                  <a:pt x="2742706" y="4434784"/>
                  <a:pt x="2742706" y="4434784"/>
                </a:cubicBezTo>
                <a:lnTo>
                  <a:pt x="2751929" y="4418830"/>
                </a:lnTo>
                <a:cubicBezTo>
                  <a:pt x="2752178" y="4418415"/>
                  <a:pt x="2752594" y="4418165"/>
                  <a:pt x="2753092" y="4418165"/>
                </a:cubicBezTo>
                <a:lnTo>
                  <a:pt x="2771536" y="4418164"/>
                </a:lnTo>
                <a:cubicBezTo>
                  <a:pt x="2772035" y="4418164"/>
                  <a:pt x="2772699" y="4418829"/>
                  <a:pt x="2772699" y="4418829"/>
                </a:cubicBezTo>
                <a:lnTo>
                  <a:pt x="2781920" y="4434783"/>
                </a:lnTo>
                <a:cubicBezTo>
                  <a:pt x="2782169" y="4435197"/>
                  <a:pt x="2781920" y="4436112"/>
                  <a:pt x="2781920" y="4436112"/>
                </a:cubicBezTo>
                <a:lnTo>
                  <a:pt x="2772697" y="4452066"/>
                </a:lnTo>
                <a:cubicBezTo>
                  <a:pt x="2772448" y="4452483"/>
                  <a:pt x="2772033" y="4452731"/>
                  <a:pt x="2771534" y="4452731"/>
                </a:cubicBezTo>
                <a:close/>
                <a:moveTo>
                  <a:pt x="3595539" y="4678720"/>
                </a:moveTo>
                <a:cubicBezTo>
                  <a:pt x="3595041" y="4678720"/>
                  <a:pt x="3594376" y="4678056"/>
                  <a:pt x="3594376" y="4678056"/>
                </a:cubicBezTo>
                <a:lnTo>
                  <a:pt x="3584989" y="4661853"/>
                </a:lnTo>
                <a:cubicBezTo>
                  <a:pt x="3584740" y="4661437"/>
                  <a:pt x="3584989" y="4660523"/>
                  <a:pt x="3584989" y="4660523"/>
                </a:cubicBezTo>
                <a:lnTo>
                  <a:pt x="3594378" y="4644319"/>
                </a:lnTo>
                <a:cubicBezTo>
                  <a:pt x="3594627" y="4643903"/>
                  <a:pt x="3595043" y="4643654"/>
                  <a:pt x="3595541" y="4643654"/>
                </a:cubicBezTo>
                <a:lnTo>
                  <a:pt x="3614234" y="4643654"/>
                </a:lnTo>
                <a:cubicBezTo>
                  <a:pt x="3614732" y="4643653"/>
                  <a:pt x="3615397" y="4644319"/>
                  <a:pt x="3615397" y="4644319"/>
                </a:cubicBezTo>
                <a:lnTo>
                  <a:pt x="3624784" y="4660521"/>
                </a:lnTo>
                <a:cubicBezTo>
                  <a:pt x="3625033" y="4660936"/>
                  <a:pt x="3624784" y="4661850"/>
                  <a:pt x="3624784" y="4661850"/>
                </a:cubicBezTo>
                <a:lnTo>
                  <a:pt x="3615395" y="4678056"/>
                </a:lnTo>
                <a:cubicBezTo>
                  <a:pt x="3615146" y="4678470"/>
                  <a:pt x="3614730" y="4678719"/>
                  <a:pt x="3614232" y="4678719"/>
                </a:cubicBezTo>
                <a:close/>
                <a:moveTo>
                  <a:pt x="3655716" y="4694973"/>
                </a:moveTo>
                <a:cubicBezTo>
                  <a:pt x="3655217" y="4694973"/>
                  <a:pt x="3654553" y="4694309"/>
                  <a:pt x="3654553" y="4694309"/>
                </a:cubicBezTo>
                <a:lnTo>
                  <a:pt x="3645166" y="4678022"/>
                </a:lnTo>
                <a:cubicBezTo>
                  <a:pt x="3644917" y="4677607"/>
                  <a:pt x="3645166" y="4676693"/>
                  <a:pt x="3645166" y="4676693"/>
                </a:cubicBezTo>
                <a:lnTo>
                  <a:pt x="3654554" y="4660407"/>
                </a:lnTo>
                <a:cubicBezTo>
                  <a:pt x="3654803" y="4659991"/>
                  <a:pt x="3655219" y="4659742"/>
                  <a:pt x="3655718" y="4659742"/>
                </a:cubicBezTo>
                <a:lnTo>
                  <a:pt x="3674494" y="4659741"/>
                </a:lnTo>
                <a:cubicBezTo>
                  <a:pt x="3674992" y="4659741"/>
                  <a:pt x="3675657" y="4660406"/>
                  <a:pt x="3675657" y="4660406"/>
                </a:cubicBezTo>
                <a:lnTo>
                  <a:pt x="3685044" y="4676691"/>
                </a:lnTo>
                <a:cubicBezTo>
                  <a:pt x="3685293" y="4677107"/>
                  <a:pt x="3685044" y="4678020"/>
                  <a:pt x="3685044" y="4678020"/>
                </a:cubicBezTo>
                <a:lnTo>
                  <a:pt x="3675655" y="4694308"/>
                </a:lnTo>
                <a:cubicBezTo>
                  <a:pt x="3675405" y="4694723"/>
                  <a:pt x="3674990" y="4694972"/>
                  <a:pt x="3674492" y="4694972"/>
                </a:cubicBezTo>
                <a:close/>
                <a:moveTo>
                  <a:pt x="3776050" y="4727277"/>
                </a:moveTo>
                <a:cubicBezTo>
                  <a:pt x="3775551" y="4727277"/>
                  <a:pt x="3774887" y="4726612"/>
                  <a:pt x="3774887" y="4726612"/>
                </a:cubicBezTo>
                <a:lnTo>
                  <a:pt x="3765500" y="4710411"/>
                </a:lnTo>
                <a:cubicBezTo>
                  <a:pt x="3765251" y="4709995"/>
                  <a:pt x="3765500" y="4709082"/>
                  <a:pt x="3765500" y="4709082"/>
                </a:cubicBezTo>
                <a:lnTo>
                  <a:pt x="3774888" y="4692880"/>
                </a:lnTo>
                <a:cubicBezTo>
                  <a:pt x="3775137" y="4692464"/>
                  <a:pt x="3775552" y="4692215"/>
                  <a:pt x="3776051" y="4692215"/>
                </a:cubicBezTo>
                <a:lnTo>
                  <a:pt x="3794744" y="4692214"/>
                </a:lnTo>
                <a:cubicBezTo>
                  <a:pt x="3795242" y="4692215"/>
                  <a:pt x="3795907" y="4692879"/>
                  <a:pt x="3795907" y="4692879"/>
                </a:cubicBezTo>
                <a:lnTo>
                  <a:pt x="3805295" y="4709081"/>
                </a:lnTo>
                <a:cubicBezTo>
                  <a:pt x="3805544" y="4709496"/>
                  <a:pt x="3805295" y="4710410"/>
                  <a:pt x="3805295" y="4710410"/>
                </a:cubicBezTo>
                <a:lnTo>
                  <a:pt x="3795907" y="4726612"/>
                </a:lnTo>
                <a:cubicBezTo>
                  <a:pt x="3795657" y="4727027"/>
                  <a:pt x="3795241" y="4727276"/>
                  <a:pt x="3794744" y="4727276"/>
                </a:cubicBezTo>
                <a:close/>
                <a:moveTo>
                  <a:pt x="3836145" y="4743613"/>
                </a:moveTo>
                <a:cubicBezTo>
                  <a:pt x="3835646" y="4743613"/>
                  <a:pt x="3834982" y="4742948"/>
                  <a:pt x="3834982" y="4742948"/>
                </a:cubicBezTo>
                <a:lnTo>
                  <a:pt x="3825511" y="4726581"/>
                </a:lnTo>
                <a:cubicBezTo>
                  <a:pt x="3825262" y="4726165"/>
                  <a:pt x="3825511" y="4725251"/>
                  <a:pt x="3825511" y="4725251"/>
                </a:cubicBezTo>
                <a:lnTo>
                  <a:pt x="3834982" y="4708884"/>
                </a:lnTo>
                <a:cubicBezTo>
                  <a:pt x="3835231" y="4708468"/>
                  <a:pt x="3835646" y="4708219"/>
                  <a:pt x="3836145" y="4708219"/>
                </a:cubicBezTo>
                <a:lnTo>
                  <a:pt x="3855087" y="4708219"/>
                </a:lnTo>
                <a:cubicBezTo>
                  <a:pt x="3855585" y="4708218"/>
                  <a:pt x="3856250" y="4708884"/>
                  <a:pt x="3856250" y="4708884"/>
                </a:cubicBezTo>
                <a:lnTo>
                  <a:pt x="3865721" y="4725250"/>
                </a:lnTo>
                <a:cubicBezTo>
                  <a:pt x="3865970" y="4725666"/>
                  <a:pt x="3865721" y="4726580"/>
                  <a:pt x="3865721" y="4726580"/>
                </a:cubicBezTo>
                <a:lnTo>
                  <a:pt x="3856249" y="4742947"/>
                </a:lnTo>
                <a:cubicBezTo>
                  <a:pt x="3856001" y="4743363"/>
                  <a:pt x="3855585" y="4743612"/>
                  <a:pt x="3855087" y="4743612"/>
                </a:cubicBezTo>
                <a:close/>
                <a:moveTo>
                  <a:pt x="3715676" y="4711339"/>
                </a:moveTo>
                <a:cubicBezTo>
                  <a:pt x="3715178" y="4711339"/>
                  <a:pt x="3714762" y="4711090"/>
                  <a:pt x="3714513" y="4710675"/>
                </a:cubicBezTo>
                <a:lnTo>
                  <a:pt x="3704877" y="4694056"/>
                </a:lnTo>
                <a:cubicBezTo>
                  <a:pt x="3704628" y="4693639"/>
                  <a:pt x="3704628" y="4693141"/>
                  <a:pt x="3704877" y="4692726"/>
                </a:cubicBezTo>
                <a:lnTo>
                  <a:pt x="3714516" y="4676105"/>
                </a:lnTo>
                <a:cubicBezTo>
                  <a:pt x="3714765" y="4675688"/>
                  <a:pt x="3715181" y="4675440"/>
                  <a:pt x="3715679" y="4675440"/>
                </a:cubicBezTo>
                <a:lnTo>
                  <a:pt x="3734871" y="4675439"/>
                </a:lnTo>
                <a:cubicBezTo>
                  <a:pt x="3735369" y="4675438"/>
                  <a:pt x="3735784" y="4675687"/>
                  <a:pt x="3736034" y="4676103"/>
                </a:cubicBezTo>
                <a:lnTo>
                  <a:pt x="3745670" y="4692722"/>
                </a:lnTo>
                <a:cubicBezTo>
                  <a:pt x="3745919" y="4693138"/>
                  <a:pt x="3745919" y="4693636"/>
                  <a:pt x="3745670" y="4694052"/>
                </a:cubicBezTo>
                <a:lnTo>
                  <a:pt x="3736032" y="4710674"/>
                </a:lnTo>
                <a:cubicBezTo>
                  <a:pt x="3735782" y="4711088"/>
                  <a:pt x="3735367" y="4711337"/>
                  <a:pt x="3734869" y="4711337"/>
                </a:cubicBezTo>
                <a:close/>
                <a:moveTo>
                  <a:pt x="3956444" y="4775992"/>
                </a:moveTo>
                <a:cubicBezTo>
                  <a:pt x="3955945" y="4775992"/>
                  <a:pt x="3955281" y="4775327"/>
                  <a:pt x="3955281" y="4775327"/>
                </a:cubicBezTo>
                <a:lnTo>
                  <a:pt x="3945727" y="4758793"/>
                </a:lnTo>
                <a:cubicBezTo>
                  <a:pt x="3945478" y="4758377"/>
                  <a:pt x="3945727" y="4757463"/>
                  <a:pt x="3945727" y="4757463"/>
                </a:cubicBezTo>
                <a:lnTo>
                  <a:pt x="3955282" y="4740929"/>
                </a:lnTo>
                <a:cubicBezTo>
                  <a:pt x="3955531" y="4740513"/>
                  <a:pt x="3955946" y="4740263"/>
                  <a:pt x="3956445" y="4740263"/>
                </a:cubicBezTo>
                <a:lnTo>
                  <a:pt x="3975553" y="4740263"/>
                </a:lnTo>
                <a:cubicBezTo>
                  <a:pt x="3976052" y="4740263"/>
                  <a:pt x="3976716" y="4740928"/>
                  <a:pt x="3976716" y="4740928"/>
                </a:cubicBezTo>
                <a:lnTo>
                  <a:pt x="3986270" y="4757462"/>
                </a:lnTo>
                <a:cubicBezTo>
                  <a:pt x="3986520" y="4757878"/>
                  <a:pt x="3986270" y="4758792"/>
                  <a:pt x="3986270" y="4758792"/>
                </a:cubicBezTo>
                <a:lnTo>
                  <a:pt x="3976715" y="4775326"/>
                </a:lnTo>
                <a:cubicBezTo>
                  <a:pt x="3976466" y="4775742"/>
                  <a:pt x="3976051" y="4775991"/>
                  <a:pt x="3975552" y="4775991"/>
                </a:cubicBezTo>
                <a:close/>
                <a:moveTo>
                  <a:pt x="4016541" y="4792318"/>
                </a:moveTo>
                <a:cubicBezTo>
                  <a:pt x="4016042" y="4792317"/>
                  <a:pt x="4015626" y="4792069"/>
                  <a:pt x="4015377" y="4791653"/>
                </a:cubicBezTo>
                <a:lnTo>
                  <a:pt x="4005741" y="4774952"/>
                </a:lnTo>
                <a:cubicBezTo>
                  <a:pt x="4005492" y="4774536"/>
                  <a:pt x="4005492" y="4774039"/>
                  <a:pt x="4005741" y="4773623"/>
                </a:cubicBezTo>
                <a:lnTo>
                  <a:pt x="4015379" y="4756922"/>
                </a:lnTo>
                <a:cubicBezTo>
                  <a:pt x="4015628" y="4756506"/>
                  <a:pt x="4016044" y="4756257"/>
                  <a:pt x="4016542" y="4756257"/>
                </a:cubicBezTo>
                <a:lnTo>
                  <a:pt x="4035900" y="4756256"/>
                </a:lnTo>
                <a:cubicBezTo>
                  <a:pt x="4036397" y="4756257"/>
                  <a:pt x="4036814" y="4756505"/>
                  <a:pt x="4037063" y="4756922"/>
                </a:cubicBezTo>
                <a:lnTo>
                  <a:pt x="4046700" y="4773622"/>
                </a:lnTo>
                <a:cubicBezTo>
                  <a:pt x="4046948" y="4774037"/>
                  <a:pt x="4046948" y="4774536"/>
                  <a:pt x="4046700" y="4774951"/>
                </a:cubicBezTo>
                <a:lnTo>
                  <a:pt x="4037062" y="4791652"/>
                </a:lnTo>
                <a:cubicBezTo>
                  <a:pt x="4036813" y="4792068"/>
                  <a:pt x="4036396" y="4792317"/>
                  <a:pt x="4035898" y="4792317"/>
                </a:cubicBezTo>
                <a:close/>
                <a:moveTo>
                  <a:pt x="3896164" y="4760080"/>
                </a:moveTo>
                <a:cubicBezTo>
                  <a:pt x="3895665" y="4760080"/>
                  <a:pt x="3895250" y="4759830"/>
                  <a:pt x="3895000" y="4759416"/>
                </a:cubicBezTo>
                <a:lnTo>
                  <a:pt x="3885364" y="4742715"/>
                </a:lnTo>
                <a:cubicBezTo>
                  <a:pt x="3885115" y="4742299"/>
                  <a:pt x="3885115" y="4741801"/>
                  <a:pt x="3885364" y="4741386"/>
                </a:cubicBezTo>
                <a:lnTo>
                  <a:pt x="3895001" y="4724685"/>
                </a:lnTo>
                <a:cubicBezTo>
                  <a:pt x="3895251" y="4724268"/>
                  <a:pt x="3895667" y="4724020"/>
                  <a:pt x="3896165" y="4724020"/>
                </a:cubicBezTo>
                <a:lnTo>
                  <a:pt x="3915523" y="4724019"/>
                </a:lnTo>
                <a:cubicBezTo>
                  <a:pt x="3916020" y="4724019"/>
                  <a:pt x="3916437" y="4724268"/>
                  <a:pt x="3916685" y="4724685"/>
                </a:cubicBezTo>
                <a:lnTo>
                  <a:pt x="3926323" y="4741384"/>
                </a:lnTo>
                <a:cubicBezTo>
                  <a:pt x="3926571" y="4741800"/>
                  <a:pt x="3926571" y="4742298"/>
                  <a:pt x="3926323" y="4742713"/>
                </a:cubicBezTo>
                <a:lnTo>
                  <a:pt x="3916684" y="4759415"/>
                </a:lnTo>
                <a:cubicBezTo>
                  <a:pt x="3916436" y="4759830"/>
                  <a:pt x="3916019" y="4760080"/>
                  <a:pt x="3915521" y="4760079"/>
                </a:cubicBezTo>
                <a:close/>
                <a:moveTo>
                  <a:pt x="3354402" y="4614920"/>
                </a:moveTo>
                <a:cubicBezTo>
                  <a:pt x="3353904" y="4614920"/>
                  <a:pt x="3353488" y="4614671"/>
                  <a:pt x="3353239" y="4614255"/>
                </a:cubicBezTo>
                <a:lnTo>
                  <a:pt x="3343520" y="4597304"/>
                </a:lnTo>
                <a:cubicBezTo>
                  <a:pt x="3343271" y="4596889"/>
                  <a:pt x="3343271" y="4596306"/>
                  <a:pt x="3343520" y="4595892"/>
                </a:cubicBezTo>
                <a:lnTo>
                  <a:pt x="3353325" y="4578939"/>
                </a:lnTo>
                <a:cubicBezTo>
                  <a:pt x="3353573" y="4578523"/>
                  <a:pt x="3353989" y="4578274"/>
                  <a:pt x="3354487" y="4578274"/>
                </a:cubicBezTo>
                <a:lnTo>
                  <a:pt x="3374012" y="4578273"/>
                </a:lnTo>
                <a:cubicBezTo>
                  <a:pt x="3374510" y="4578273"/>
                  <a:pt x="3374926" y="4578521"/>
                  <a:pt x="3375175" y="4578938"/>
                </a:cubicBezTo>
                <a:lnTo>
                  <a:pt x="3384894" y="4595889"/>
                </a:lnTo>
                <a:cubicBezTo>
                  <a:pt x="3385143" y="4596304"/>
                  <a:pt x="3385143" y="4596886"/>
                  <a:pt x="3384894" y="4597301"/>
                </a:cubicBezTo>
                <a:lnTo>
                  <a:pt x="3375089" y="4614254"/>
                </a:lnTo>
                <a:cubicBezTo>
                  <a:pt x="3374840" y="4614670"/>
                  <a:pt x="3374424" y="4614919"/>
                  <a:pt x="3373926" y="4614919"/>
                </a:cubicBezTo>
                <a:close/>
                <a:moveTo>
                  <a:pt x="3474730" y="4647339"/>
                </a:moveTo>
                <a:cubicBezTo>
                  <a:pt x="3474232" y="4647339"/>
                  <a:pt x="3473816" y="4647089"/>
                  <a:pt x="3473567" y="4646674"/>
                </a:cubicBezTo>
                <a:lnTo>
                  <a:pt x="3463847" y="4629724"/>
                </a:lnTo>
                <a:cubicBezTo>
                  <a:pt x="3463598" y="4629309"/>
                  <a:pt x="3463598" y="4628727"/>
                  <a:pt x="3463847" y="4628312"/>
                </a:cubicBezTo>
                <a:lnTo>
                  <a:pt x="3473651" y="4611362"/>
                </a:lnTo>
                <a:cubicBezTo>
                  <a:pt x="3473900" y="4610945"/>
                  <a:pt x="3474316" y="4610696"/>
                  <a:pt x="3474814" y="4610697"/>
                </a:cubicBezTo>
                <a:lnTo>
                  <a:pt x="3494338" y="4610696"/>
                </a:lnTo>
                <a:cubicBezTo>
                  <a:pt x="3494836" y="4610696"/>
                  <a:pt x="3495252" y="4610945"/>
                  <a:pt x="3495501" y="4611361"/>
                </a:cubicBezTo>
                <a:lnTo>
                  <a:pt x="3505220" y="4628311"/>
                </a:lnTo>
                <a:cubicBezTo>
                  <a:pt x="3505469" y="4628726"/>
                  <a:pt x="3505469" y="4629308"/>
                  <a:pt x="3505220" y="4629723"/>
                </a:cubicBezTo>
                <a:lnTo>
                  <a:pt x="3495417" y="4646673"/>
                </a:lnTo>
                <a:cubicBezTo>
                  <a:pt x="3495168" y="4647089"/>
                  <a:pt x="3494752" y="4647338"/>
                  <a:pt x="3494254" y="4647338"/>
                </a:cubicBezTo>
                <a:close/>
                <a:moveTo>
                  <a:pt x="2692305" y="4437791"/>
                </a:moveTo>
                <a:cubicBezTo>
                  <a:pt x="2691889" y="4437791"/>
                  <a:pt x="2691390" y="4437542"/>
                  <a:pt x="2691142" y="4437126"/>
                </a:cubicBezTo>
                <a:lnTo>
                  <a:pt x="2681339" y="4420093"/>
                </a:lnTo>
                <a:cubicBezTo>
                  <a:pt x="2681090" y="4419679"/>
                  <a:pt x="2681090" y="4419096"/>
                  <a:pt x="2681339" y="4418681"/>
                </a:cubicBezTo>
                <a:lnTo>
                  <a:pt x="2691142" y="4401648"/>
                </a:lnTo>
                <a:cubicBezTo>
                  <a:pt x="2691392" y="4401232"/>
                  <a:pt x="2691807" y="4400983"/>
                  <a:pt x="2692306" y="4400983"/>
                </a:cubicBezTo>
                <a:lnTo>
                  <a:pt x="2711913" y="4400982"/>
                </a:lnTo>
                <a:cubicBezTo>
                  <a:pt x="2712329" y="4400983"/>
                  <a:pt x="2712827" y="4401232"/>
                  <a:pt x="2713075" y="4401648"/>
                </a:cubicBezTo>
                <a:lnTo>
                  <a:pt x="2722879" y="4418680"/>
                </a:lnTo>
                <a:cubicBezTo>
                  <a:pt x="2723128" y="4419095"/>
                  <a:pt x="2723128" y="4419678"/>
                  <a:pt x="2722879" y="4420093"/>
                </a:cubicBezTo>
                <a:lnTo>
                  <a:pt x="2713075" y="4437125"/>
                </a:lnTo>
                <a:cubicBezTo>
                  <a:pt x="2712825" y="4437541"/>
                  <a:pt x="2712410" y="4437790"/>
                  <a:pt x="2711911" y="4437791"/>
                </a:cubicBezTo>
                <a:close/>
                <a:moveTo>
                  <a:pt x="2812641" y="4470093"/>
                </a:moveTo>
                <a:cubicBezTo>
                  <a:pt x="2812143" y="4470093"/>
                  <a:pt x="2811727" y="4469844"/>
                  <a:pt x="2811478" y="4469428"/>
                </a:cubicBezTo>
                <a:lnTo>
                  <a:pt x="2801758" y="4452480"/>
                </a:lnTo>
                <a:cubicBezTo>
                  <a:pt x="2801509" y="4452065"/>
                  <a:pt x="2801509" y="4451483"/>
                  <a:pt x="2801758" y="4451068"/>
                </a:cubicBezTo>
                <a:lnTo>
                  <a:pt x="2811562" y="4434119"/>
                </a:lnTo>
                <a:cubicBezTo>
                  <a:pt x="2811810" y="4433703"/>
                  <a:pt x="2812226" y="4433454"/>
                  <a:pt x="2812724" y="4433454"/>
                </a:cubicBezTo>
                <a:lnTo>
                  <a:pt x="2832249" y="4433454"/>
                </a:lnTo>
                <a:cubicBezTo>
                  <a:pt x="2832747" y="4433454"/>
                  <a:pt x="2833162" y="4433703"/>
                  <a:pt x="2833412" y="4434119"/>
                </a:cubicBezTo>
                <a:lnTo>
                  <a:pt x="2843131" y="4451067"/>
                </a:lnTo>
                <a:cubicBezTo>
                  <a:pt x="2843380" y="4451482"/>
                  <a:pt x="2843380" y="4452064"/>
                  <a:pt x="2843131" y="4452479"/>
                </a:cubicBezTo>
                <a:lnTo>
                  <a:pt x="2833328" y="4469428"/>
                </a:lnTo>
                <a:cubicBezTo>
                  <a:pt x="2833079" y="4469844"/>
                  <a:pt x="2832663" y="4470093"/>
                  <a:pt x="2832165" y="4470093"/>
                </a:cubicBezTo>
                <a:close/>
                <a:moveTo>
                  <a:pt x="3414516" y="4631399"/>
                </a:moveTo>
                <a:cubicBezTo>
                  <a:pt x="3414101" y="4631399"/>
                  <a:pt x="3413602" y="4631150"/>
                  <a:pt x="3413353" y="4630734"/>
                </a:cubicBezTo>
                <a:lnTo>
                  <a:pt x="3403550" y="4613702"/>
                </a:lnTo>
                <a:cubicBezTo>
                  <a:pt x="3403301" y="4613287"/>
                  <a:pt x="3403301" y="4612705"/>
                  <a:pt x="3403550" y="4612290"/>
                </a:cubicBezTo>
                <a:lnTo>
                  <a:pt x="3413353" y="4595258"/>
                </a:lnTo>
                <a:cubicBezTo>
                  <a:pt x="3413602" y="4594842"/>
                  <a:pt x="3414018" y="4594593"/>
                  <a:pt x="3414517" y="4594593"/>
                </a:cubicBezTo>
                <a:lnTo>
                  <a:pt x="3434123" y="4594593"/>
                </a:lnTo>
                <a:cubicBezTo>
                  <a:pt x="3434539" y="4594593"/>
                  <a:pt x="3435037" y="4594842"/>
                  <a:pt x="3435286" y="4595258"/>
                </a:cubicBezTo>
                <a:lnTo>
                  <a:pt x="3445090" y="4612289"/>
                </a:lnTo>
                <a:cubicBezTo>
                  <a:pt x="3445339" y="4612705"/>
                  <a:pt x="3445339" y="4613287"/>
                  <a:pt x="3445090" y="4613701"/>
                </a:cubicBezTo>
                <a:lnTo>
                  <a:pt x="3435286" y="4630734"/>
                </a:lnTo>
                <a:cubicBezTo>
                  <a:pt x="3435037" y="4631149"/>
                  <a:pt x="3434621" y="4631399"/>
                  <a:pt x="3434123" y="4631398"/>
                </a:cubicBezTo>
                <a:close/>
                <a:moveTo>
                  <a:pt x="3534879" y="4663689"/>
                </a:moveTo>
                <a:cubicBezTo>
                  <a:pt x="3534464" y="4663690"/>
                  <a:pt x="3533965" y="4663441"/>
                  <a:pt x="3533716" y="4663024"/>
                </a:cubicBezTo>
                <a:lnTo>
                  <a:pt x="3523913" y="4645993"/>
                </a:lnTo>
                <a:cubicBezTo>
                  <a:pt x="3523664" y="4645578"/>
                  <a:pt x="3523664" y="4644996"/>
                  <a:pt x="3523913" y="4644581"/>
                </a:cubicBezTo>
                <a:lnTo>
                  <a:pt x="3533716" y="4627549"/>
                </a:lnTo>
                <a:cubicBezTo>
                  <a:pt x="3533965" y="4627134"/>
                  <a:pt x="3534381" y="4626884"/>
                  <a:pt x="3534879" y="4626884"/>
                </a:cubicBezTo>
                <a:lnTo>
                  <a:pt x="3554486" y="4626884"/>
                </a:lnTo>
                <a:cubicBezTo>
                  <a:pt x="3554902" y="4626884"/>
                  <a:pt x="3555400" y="4627133"/>
                  <a:pt x="3555649" y="4627549"/>
                </a:cubicBezTo>
                <a:lnTo>
                  <a:pt x="3565453" y="4644581"/>
                </a:lnTo>
                <a:cubicBezTo>
                  <a:pt x="3565702" y="4644996"/>
                  <a:pt x="3565702" y="4645578"/>
                  <a:pt x="3565453" y="4645993"/>
                </a:cubicBezTo>
                <a:lnTo>
                  <a:pt x="3555649" y="4663024"/>
                </a:lnTo>
                <a:cubicBezTo>
                  <a:pt x="3555400" y="4663440"/>
                  <a:pt x="3554984" y="4663689"/>
                  <a:pt x="3554486" y="4663689"/>
                </a:cubicBezTo>
                <a:close/>
                <a:moveTo>
                  <a:pt x="3233890" y="4583041"/>
                </a:moveTo>
                <a:cubicBezTo>
                  <a:pt x="3233474" y="4583041"/>
                  <a:pt x="3232976" y="4582792"/>
                  <a:pt x="3232726" y="4582377"/>
                </a:cubicBezTo>
                <a:lnTo>
                  <a:pt x="3222840" y="4565259"/>
                </a:lnTo>
                <a:cubicBezTo>
                  <a:pt x="3222591" y="4564844"/>
                  <a:pt x="3222591" y="4564263"/>
                  <a:pt x="3222840" y="4563847"/>
                </a:cubicBezTo>
                <a:lnTo>
                  <a:pt x="3232727" y="4546731"/>
                </a:lnTo>
                <a:cubicBezTo>
                  <a:pt x="3232977" y="4546315"/>
                  <a:pt x="3233392" y="4546065"/>
                  <a:pt x="3233891" y="4546065"/>
                </a:cubicBezTo>
                <a:lnTo>
                  <a:pt x="3253581" y="4546065"/>
                </a:lnTo>
                <a:cubicBezTo>
                  <a:pt x="3253996" y="4546065"/>
                  <a:pt x="3254494" y="4546314"/>
                  <a:pt x="3254744" y="4546730"/>
                </a:cubicBezTo>
                <a:lnTo>
                  <a:pt x="3264630" y="4563846"/>
                </a:lnTo>
                <a:cubicBezTo>
                  <a:pt x="3264879" y="4564261"/>
                  <a:pt x="3264879" y="4564843"/>
                  <a:pt x="3264630" y="4565258"/>
                </a:cubicBezTo>
                <a:lnTo>
                  <a:pt x="3254742" y="4582376"/>
                </a:lnTo>
                <a:cubicBezTo>
                  <a:pt x="3254493" y="4582791"/>
                  <a:pt x="3254078" y="4583040"/>
                  <a:pt x="3253579" y="4583040"/>
                </a:cubicBezTo>
                <a:close/>
                <a:moveTo>
                  <a:pt x="3113566" y="4550833"/>
                </a:moveTo>
                <a:cubicBezTo>
                  <a:pt x="3113151" y="4550833"/>
                  <a:pt x="3112652" y="4550584"/>
                  <a:pt x="3112403" y="4550168"/>
                </a:cubicBezTo>
                <a:lnTo>
                  <a:pt x="3102600" y="4533137"/>
                </a:lnTo>
                <a:cubicBezTo>
                  <a:pt x="3102351" y="4532722"/>
                  <a:pt x="3102351" y="4532140"/>
                  <a:pt x="3102600" y="4531725"/>
                </a:cubicBezTo>
                <a:lnTo>
                  <a:pt x="3112403" y="4514694"/>
                </a:lnTo>
                <a:cubicBezTo>
                  <a:pt x="3112652" y="4514278"/>
                  <a:pt x="3113068" y="4514029"/>
                  <a:pt x="3113566" y="4514029"/>
                </a:cubicBezTo>
                <a:lnTo>
                  <a:pt x="3133173" y="4514029"/>
                </a:lnTo>
                <a:cubicBezTo>
                  <a:pt x="3133589" y="4514029"/>
                  <a:pt x="3134087" y="4514278"/>
                  <a:pt x="3134336" y="4514694"/>
                </a:cubicBezTo>
                <a:lnTo>
                  <a:pt x="3144140" y="4531725"/>
                </a:lnTo>
                <a:cubicBezTo>
                  <a:pt x="3144389" y="4532140"/>
                  <a:pt x="3144389" y="4532722"/>
                  <a:pt x="3144140" y="4533137"/>
                </a:cubicBezTo>
                <a:lnTo>
                  <a:pt x="3134336" y="4550168"/>
                </a:lnTo>
                <a:cubicBezTo>
                  <a:pt x="3134087" y="4550584"/>
                  <a:pt x="3133671" y="4550833"/>
                  <a:pt x="3133173" y="4550833"/>
                </a:cubicBezTo>
                <a:close/>
                <a:moveTo>
                  <a:pt x="3173603" y="4567008"/>
                </a:moveTo>
                <a:cubicBezTo>
                  <a:pt x="3173104" y="4567008"/>
                  <a:pt x="3172606" y="4566675"/>
                  <a:pt x="3172357" y="4566260"/>
                </a:cubicBezTo>
                <a:lnTo>
                  <a:pt x="3162388" y="4548893"/>
                </a:lnTo>
                <a:cubicBezTo>
                  <a:pt x="3162139" y="4548477"/>
                  <a:pt x="3162138" y="4547897"/>
                  <a:pt x="3162388" y="4547480"/>
                </a:cubicBezTo>
                <a:lnTo>
                  <a:pt x="3172441" y="4530112"/>
                </a:lnTo>
                <a:cubicBezTo>
                  <a:pt x="3172691" y="4529613"/>
                  <a:pt x="3173189" y="4529364"/>
                  <a:pt x="3173688" y="4529364"/>
                </a:cubicBezTo>
                <a:lnTo>
                  <a:pt x="3193711" y="4529363"/>
                </a:lnTo>
                <a:cubicBezTo>
                  <a:pt x="3194209" y="4529362"/>
                  <a:pt x="3194707" y="4529695"/>
                  <a:pt x="3194957" y="4530111"/>
                </a:cubicBezTo>
                <a:lnTo>
                  <a:pt x="3204924" y="4547478"/>
                </a:lnTo>
                <a:cubicBezTo>
                  <a:pt x="3205174" y="4547893"/>
                  <a:pt x="3205174" y="4548474"/>
                  <a:pt x="3204925" y="4548890"/>
                </a:cubicBezTo>
                <a:lnTo>
                  <a:pt x="3194871" y="4566258"/>
                </a:lnTo>
                <a:cubicBezTo>
                  <a:pt x="3194622" y="4566758"/>
                  <a:pt x="3194123" y="4567006"/>
                  <a:pt x="3193624" y="4567008"/>
                </a:cubicBezTo>
                <a:close/>
                <a:moveTo>
                  <a:pt x="2932868" y="4502548"/>
                </a:moveTo>
                <a:cubicBezTo>
                  <a:pt x="2932369" y="4502547"/>
                  <a:pt x="2931871" y="4502216"/>
                  <a:pt x="2931622" y="4501799"/>
                </a:cubicBezTo>
                <a:lnTo>
                  <a:pt x="2921570" y="4484349"/>
                </a:lnTo>
                <a:cubicBezTo>
                  <a:pt x="2921321" y="4483934"/>
                  <a:pt x="2921321" y="4483352"/>
                  <a:pt x="2921570" y="4482936"/>
                </a:cubicBezTo>
                <a:lnTo>
                  <a:pt x="2931625" y="4465484"/>
                </a:lnTo>
                <a:cubicBezTo>
                  <a:pt x="2931873" y="4464985"/>
                  <a:pt x="2932371" y="4464736"/>
                  <a:pt x="2932870" y="4464736"/>
                </a:cubicBezTo>
                <a:lnTo>
                  <a:pt x="2952976" y="4464735"/>
                </a:lnTo>
                <a:cubicBezTo>
                  <a:pt x="2953474" y="4464734"/>
                  <a:pt x="2953973" y="4465066"/>
                  <a:pt x="2954222" y="4465483"/>
                </a:cubicBezTo>
                <a:lnTo>
                  <a:pt x="2964274" y="4482933"/>
                </a:lnTo>
                <a:cubicBezTo>
                  <a:pt x="2964523" y="4483349"/>
                  <a:pt x="2964523" y="4483930"/>
                  <a:pt x="2964274" y="4484347"/>
                </a:cubicBezTo>
                <a:lnTo>
                  <a:pt x="2954219" y="4501797"/>
                </a:lnTo>
                <a:cubicBezTo>
                  <a:pt x="2953970" y="4502297"/>
                  <a:pt x="2953471" y="4502545"/>
                  <a:pt x="2952973" y="4502546"/>
                </a:cubicBezTo>
                <a:close/>
                <a:moveTo>
                  <a:pt x="3294026" y="4599445"/>
                </a:moveTo>
                <a:cubicBezTo>
                  <a:pt x="3293528" y="4599445"/>
                  <a:pt x="3293029" y="4599197"/>
                  <a:pt x="3292779" y="4598781"/>
                </a:cubicBezTo>
                <a:lnTo>
                  <a:pt x="3282894" y="4581583"/>
                </a:lnTo>
                <a:cubicBezTo>
                  <a:pt x="3282645" y="4581168"/>
                  <a:pt x="3282645" y="4580587"/>
                  <a:pt x="3282894" y="4580171"/>
                </a:cubicBezTo>
                <a:lnTo>
                  <a:pt x="3292780" y="4562974"/>
                </a:lnTo>
                <a:cubicBezTo>
                  <a:pt x="3293030" y="4562558"/>
                  <a:pt x="3293528" y="4562309"/>
                  <a:pt x="3294026" y="4562309"/>
                </a:cubicBezTo>
                <a:lnTo>
                  <a:pt x="3313883" y="4562309"/>
                </a:lnTo>
                <a:cubicBezTo>
                  <a:pt x="3314381" y="4562309"/>
                  <a:pt x="3314879" y="4562558"/>
                  <a:pt x="3315129" y="4562974"/>
                </a:cubicBezTo>
                <a:lnTo>
                  <a:pt x="3325015" y="4580171"/>
                </a:lnTo>
                <a:cubicBezTo>
                  <a:pt x="3325264" y="4580587"/>
                  <a:pt x="3325264" y="4581168"/>
                  <a:pt x="3325015" y="4581583"/>
                </a:cubicBezTo>
                <a:lnTo>
                  <a:pt x="3315128" y="4598781"/>
                </a:lnTo>
                <a:cubicBezTo>
                  <a:pt x="3314879" y="4599196"/>
                  <a:pt x="3314381" y="4599445"/>
                  <a:pt x="3313883" y="4599445"/>
                </a:cubicBezTo>
                <a:close/>
                <a:moveTo>
                  <a:pt x="2872649" y="4486542"/>
                </a:moveTo>
                <a:cubicBezTo>
                  <a:pt x="2872150" y="4486542"/>
                  <a:pt x="2871652" y="4486209"/>
                  <a:pt x="2871402" y="4485793"/>
                </a:cubicBezTo>
                <a:lnTo>
                  <a:pt x="2861351" y="4468344"/>
                </a:lnTo>
                <a:cubicBezTo>
                  <a:pt x="2861101" y="4467928"/>
                  <a:pt x="2861102" y="4467346"/>
                  <a:pt x="2861350" y="4466931"/>
                </a:cubicBezTo>
                <a:lnTo>
                  <a:pt x="2871405" y="4449481"/>
                </a:lnTo>
                <a:cubicBezTo>
                  <a:pt x="2871653" y="4448982"/>
                  <a:pt x="2872151" y="4448733"/>
                  <a:pt x="2872650" y="4448733"/>
                </a:cubicBezTo>
                <a:lnTo>
                  <a:pt x="2892756" y="4448732"/>
                </a:lnTo>
                <a:cubicBezTo>
                  <a:pt x="2893253" y="4448732"/>
                  <a:pt x="2893753" y="4449063"/>
                  <a:pt x="2894002" y="4449480"/>
                </a:cubicBezTo>
                <a:lnTo>
                  <a:pt x="2904054" y="4466929"/>
                </a:lnTo>
                <a:cubicBezTo>
                  <a:pt x="2904303" y="4467344"/>
                  <a:pt x="2904303" y="4467926"/>
                  <a:pt x="2904054" y="4468342"/>
                </a:cubicBezTo>
                <a:lnTo>
                  <a:pt x="2894000" y="4485792"/>
                </a:lnTo>
                <a:cubicBezTo>
                  <a:pt x="2893751" y="4486291"/>
                  <a:pt x="2893252" y="4486540"/>
                  <a:pt x="2892754" y="4486541"/>
                </a:cubicBezTo>
                <a:close/>
                <a:moveTo>
                  <a:pt x="2993014" y="4518880"/>
                </a:moveTo>
                <a:cubicBezTo>
                  <a:pt x="2992516" y="4518880"/>
                  <a:pt x="2992017" y="4518630"/>
                  <a:pt x="2991768" y="4518215"/>
                </a:cubicBezTo>
                <a:lnTo>
                  <a:pt x="2981799" y="4500933"/>
                </a:lnTo>
                <a:cubicBezTo>
                  <a:pt x="2981550" y="4500519"/>
                  <a:pt x="2981550" y="4499938"/>
                  <a:pt x="2981799" y="4499521"/>
                </a:cubicBezTo>
                <a:lnTo>
                  <a:pt x="2991768" y="4482241"/>
                </a:lnTo>
                <a:cubicBezTo>
                  <a:pt x="2992017" y="4481825"/>
                  <a:pt x="2992516" y="4481576"/>
                  <a:pt x="2993014" y="4481576"/>
                </a:cubicBezTo>
                <a:lnTo>
                  <a:pt x="3012954" y="4481576"/>
                </a:lnTo>
                <a:cubicBezTo>
                  <a:pt x="3013452" y="4481576"/>
                  <a:pt x="3013951" y="4481825"/>
                  <a:pt x="3014200" y="4482241"/>
                </a:cubicBezTo>
                <a:lnTo>
                  <a:pt x="3024169" y="4499521"/>
                </a:lnTo>
                <a:cubicBezTo>
                  <a:pt x="3024418" y="4499937"/>
                  <a:pt x="3024418" y="4500518"/>
                  <a:pt x="3024169" y="4500933"/>
                </a:cubicBezTo>
                <a:lnTo>
                  <a:pt x="3014200" y="4518215"/>
                </a:lnTo>
                <a:cubicBezTo>
                  <a:pt x="3013951" y="4518630"/>
                  <a:pt x="3013452" y="4518880"/>
                  <a:pt x="3012954" y="4518880"/>
                </a:cubicBezTo>
                <a:close/>
                <a:moveTo>
                  <a:pt x="3053147" y="4535151"/>
                </a:moveTo>
                <a:cubicBezTo>
                  <a:pt x="3052648" y="4535150"/>
                  <a:pt x="3052150" y="4534819"/>
                  <a:pt x="3051901" y="4534403"/>
                </a:cubicBezTo>
                <a:lnTo>
                  <a:pt x="3041848" y="4516956"/>
                </a:lnTo>
                <a:cubicBezTo>
                  <a:pt x="3041599" y="4516540"/>
                  <a:pt x="3041599" y="4515959"/>
                  <a:pt x="3041848" y="4515543"/>
                </a:cubicBezTo>
                <a:lnTo>
                  <a:pt x="3051902" y="4498096"/>
                </a:lnTo>
                <a:cubicBezTo>
                  <a:pt x="3052150" y="4497597"/>
                  <a:pt x="3052648" y="4497348"/>
                  <a:pt x="3053147" y="4497348"/>
                </a:cubicBezTo>
                <a:lnTo>
                  <a:pt x="3073252" y="4497348"/>
                </a:lnTo>
                <a:cubicBezTo>
                  <a:pt x="3073750" y="4497348"/>
                  <a:pt x="3074249" y="4497680"/>
                  <a:pt x="3074499" y="4498096"/>
                </a:cubicBezTo>
                <a:lnTo>
                  <a:pt x="3084551" y="4515542"/>
                </a:lnTo>
                <a:cubicBezTo>
                  <a:pt x="3084800" y="4515959"/>
                  <a:pt x="3084800" y="4516539"/>
                  <a:pt x="3084551" y="4516955"/>
                </a:cubicBezTo>
                <a:lnTo>
                  <a:pt x="3074498" y="4534402"/>
                </a:lnTo>
                <a:cubicBezTo>
                  <a:pt x="3074249" y="4534901"/>
                  <a:pt x="3073750" y="4535150"/>
                  <a:pt x="3073252" y="4535150"/>
                </a:cubicBezTo>
                <a:close/>
                <a:moveTo>
                  <a:pt x="1728721" y="4180736"/>
                </a:moveTo>
                <a:cubicBezTo>
                  <a:pt x="1728223" y="4180736"/>
                  <a:pt x="1727725" y="4180404"/>
                  <a:pt x="1727476" y="4179988"/>
                </a:cubicBezTo>
                <a:lnTo>
                  <a:pt x="1717009" y="4161873"/>
                </a:lnTo>
                <a:cubicBezTo>
                  <a:pt x="1716759" y="4161375"/>
                  <a:pt x="1716760" y="4160793"/>
                  <a:pt x="1717009" y="4160377"/>
                </a:cubicBezTo>
                <a:lnTo>
                  <a:pt x="1727478" y="4142261"/>
                </a:lnTo>
                <a:cubicBezTo>
                  <a:pt x="1727727" y="4141762"/>
                  <a:pt x="1728226" y="4141512"/>
                  <a:pt x="1728724" y="4141513"/>
                </a:cubicBezTo>
                <a:lnTo>
                  <a:pt x="1749661" y="4141511"/>
                </a:lnTo>
                <a:cubicBezTo>
                  <a:pt x="1750160" y="4141510"/>
                  <a:pt x="1750657" y="4141843"/>
                  <a:pt x="1750907" y="4142258"/>
                </a:cubicBezTo>
                <a:lnTo>
                  <a:pt x="1761373" y="4160375"/>
                </a:lnTo>
                <a:cubicBezTo>
                  <a:pt x="1761623" y="4160872"/>
                  <a:pt x="1761623" y="4161455"/>
                  <a:pt x="1761373" y="4161870"/>
                </a:cubicBezTo>
                <a:lnTo>
                  <a:pt x="1750904" y="4179987"/>
                </a:lnTo>
                <a:cubicBezTo>
                  <a:pt x="1750655" y="4180485"/>
                  <a:pt x="1750157" y="4180735"/>
                  <a:pt x="1749658" y="4180734"/>
                </a:cubicBezTo>
                <a:close/>
                <a:moveTo>
                  <a:pt x="645460" y="3890492"/>
                </a:moveTo>
                <a:cubicBezTo>
                  <a:pt x="644961" y="3890492"/>
                  <a:pt x="644463" y="3890160"/>
                  <a:pt x="644213" y="3889744"/>
                </a:cubicBezTo>
                <a:lnTo>
                  <a:pt x="633912" y="3871881"/>
                </a:lnTo>
                <a:cubicBezTo>
                  <a:pt x="633664" y="3871382"/>
                  <a:pt x="633664" y="3870801"/>
                  <a:pt x="633913" y="3870385"/>
                </a:cubicBezTo>
                <a:lnTo>
                  <a:pt x="644214" y="3852521"/>
                </a:lnTo>
                <a:cubicBezTo>
                  <a:pt x="644464" y="3852022"/>
                  <a:pt x="644962" y="3851773"/>
                  <a:pt x="645461" y="3851773"/>
                </a:cubicBezTo>
                <a:lnTo>
                  <a:pt x="666147" y="3851772"/>
                </a:lnTo>
                <a:cubicBezTo>
                  <a:pt x="666646" y="3851773"/>
                  <a:pt x="667144" y="3852104"/>
                  <a:pt x="667394" y="3852521"/>
                </a:cubicBezTo>
                <a:lnTo>
                  <a:pt x="677696" y="3870384"/>
                </a:lnTo>
                <a:cubicBezTo>
                  <a:pt x="677945" y="3870882"/>
                  <a:pt x="677945" y="3871464"/>
                  <a:pt x="677696" y="3871880"/>
                </a:cubicBezTo>
                <a:lnTo>
                  <a:pt x="667393" y="3889744"/>
                </a:lnTo>
                <a:cubicBezTo>
                  <a:pt x="667143" y="3890242"/>
                  <a:pt x="666646" y="3890491"/>
                  <a:pt x="666146" y="3890492"/>
                </a:cubicBezTo>
                <a:close/>
                <a:moveTo>
                  <a:pt x="2270353" y="4325959"/>
                </a:moveTo>
                <a:cubicBezTo>
                  <a:pt x="2269854" y="4325959"/>
                  <a:pt x="2269356" y="4325627"/>
                  <a:pt x="2269107" y="4325212"/>
                </a:cubicBezTo>
                <a:lnTo>
                  <a:pt x="2258723" y="4307180"/>
                </a:lnTo>
                <a:cubicBezTo>
                  <a:pt x="2258474" y="4306682"/>
                  <a:pt x="2258474" y="4306100"/>
                  <a:pt x="2258723" y="4305685"/>
                </a:cubicBezTo>
                <a:lnTo>
                  <a:pt x="2269192" y="4287654"/>
                </a:lnTo>
                <a:cubicBezTo>
                  <a:pt x="2269441" y="4287154"/>
                  <a:pt x="2269940" y="4286905"/>
                  <a:pt x="2270438" y="4286905"/>
                </a:cubicBezTo>
                <a:lnTo>
                  <a:pt x="2291291" y="4286904"/>
                </a:lnTo>
                <a:cubicBezTo>
                  <a:pt x="2291790" y="4286904"/>
                  <a:pt x="2292288" y="4287236"/>
                  <a:pt x="2292537" y="4287652"/>
                </a:cubicBezTo>
                <a:lnTo>
                  <a:pt x="2302921" y="4305683"/>
                </a:lnTo>
                <a:cubicBezTo>
                  <a:pt x="2303170" y="4306181"/>
                  <a:pt x="2303170" y="4306763"/>
                  <a:pt x="2302921" y="4307178"/>
                </a:cubicBezTo>
                <a:lnTo>
                  <a:pt x="2292452" y="4325211"/>
                </a:lnTo>
                <a:cubicBezTo>
                  <a:pt x="2292203" y="4325709"/>
                  <a:pt x="2291704" y="4325958"/>
                  <a:pt x="2291206" y="4325958"/>
                </a:cubicBezTo>
                <a:close/>
                <a:moveTo>
                  <a:pt x="1969479" y="4245341"/>
                </a:moveTo>
                <a:cubicBezTo>
                  <a:pt x="1968980" y="4245341"/>
                  <a:pt x="1968482" y="4245009"/>
                  <a:pt x="1968233" y="4244593"/>
                </a:cubicBezTo>
                <a:lnTo>
                  <a:pt x="1957849" y="4226646"/>
                </a:lnTo>
                <a:cubicBezTo>
                  <a:pt x="1957600" y="4226148"/>
                  <a:pt x="1957600" y="4225566"/>
                  <a:pt x="1957849" y="4225151"/>
                </a:cubicBezTo>
                <a:lnTo>
                  <a:pt x="1968234" y="4207204"/>
                </a:lnTo>
                <a:cubicBezTo>
                  <a:pt x="1968484" y="4206704"/>
                  <a:pt x="1968981" y="4206456"/>
                  <a:pt x="1969480" y="4206456"/>
                </a:cubicBezTo>
                <a:lnTo>
                  <a:pt x="1990250" y="4206455"/>
                </a:lnTo>
                <a:cubicBezTo>
                  <a:pt x="1990748" y="4206455"/>
                  <a:pt x="1991247" y="4206787"/>
                  <a:pt x="1991497" y="4207203"/>
                </a:cubicBezTo>
                <a:lnTo>
                  <a:pt x="2001881" y="4225150"/>
                </a:lnTo>
                <a:cubicBezTo>
                  <a:pt x="2002130" y="4225648"/>
                  <a:pt x="2002130" y="4226230"/>
                  <a:pt x="2001881" y="4226645"/>
                </a:cubicBezTo>
                <a:lnTo>
                  <a:pt x="1991496" y="4244592"/>
                </a:lnTo>
                <a:cubicBezTo>
                  <a:pt x="1991247" y="4245091"/>
                  <a:pt x="1990747" y="4245341"/>
                  <a:pt x="1990250" y="4245340"/>
                </a:cubicBezTo>
                <a:close/>
                <a:moveTo>
                  <a:pt x="1608417" y="4148608"/>
                </a:moveTo>
                <a:cubicBezTo>
                  <a:pt x="1607918" y="4148608"/>
                  <a:pt x="1607420" y="4148276"/>
                  <a:pt x="1607170" y="4147860"/>
                </a:cubicBezTo>
                <a:lnTo>
                  <a:pt x="1596869" y="4129997"/>
                </a:lnTo>
                <a:cubicBezTo>
                  <a:pt x="1596620" y="4129499"/>
                  <a:pt x="1596620" y="4128917"/>
                  <a:pt x="1596869" y="4128502"/>
                </a:cubicBezTo>
                <a:lnTo>
                  <a:pt x="1607170" y="4110639"/>
                </a:lnTo>
                <a:cubicBezTo>
                  <a:pt x="1607420" y="4110140"/>
                  <a:pt x="1607918" y="4109891"/>
                  <a:pt x="1608417" y="4109891"/>
                </a:cubicBezTo>
                <a:lnTo>
                  <a:pt x="1629103" y="4109890"/>
                </a:lnTo>
                <a:cubicBezTo>
                  <a:pt x="1629602" y="4109891"/>
                  <a:pt x="1630100" y="4110223"/>
                  <a:pt x="1630350" y="4110639"/>
                </a:cubicBezTo>
                <a:lnTo>
                  <a:pt x="1640652" y="4128501"/>
                </a:lnTo>
                <a:cubicBezTo>
                  <a:pt x="1640901" y="4128999"/>
                  <a:pt x="1640901" y="4129582"/>
                  <a:pt x="1640652" y="4129996"/>
                </a:cubicBezTo>
                <a:lnTo>
                  <a:pt x="1630350" y="4147859"/>
                </a:lnTo>
                <a:cubicBezTo>
                  <a:pt x="1630100" y="4148358"/>
                  <a:pt x="1629602" y="4148607"/>
                  <a:pt x="1629103" y="4148608"/>
                </a:cubicBezTo>
                <a:close/>
                <a:moveTo>
                  <a:pt x="1126832" y="4019568"/>
                </a:moveTo>
                <a:cubicBezTo>
                  <a:pt x="1126334" y="4019568"/>
                  <a:pt x="1125835" y="4019236"/>
                  <a:pt x="1125586" y="4018821"/>
                </a:cubicBezTo>
                <a:lnTo>
                  <a:pt x="1115119" y="4000706"/>
                </a:lnTo>
                <a:cubicBezTo>
                  <a:pt x="1114870" y="4000207"/>
                  <a:pt x="1114870" y="3999626"/>
                  <a:pt x="1115119" y="3999210"/>
                </a:cubicBezTo>
                <a:lnTo>
                  <a:pt x="1125588" y="3981095"/>
                </a:lnTo>
                <a:cubicBezTo>
                  <a:pt x="1125837" y="3980596"/>
                  <a:pt x="1126336" y="3980347"/>
                  <a:pt x="1126834" y="3980346"/>
                </a:cubicBezTo>
                <a:lnTo>
                  <a:pt x="1147771" y="3980345"/>
                </a:lnTo>
                <a:cubicBezTo>
                  <a:pt x="1148270" y="3980345"/>
                  <a:pt x="1148767" y="3980677"/>
                  <a:pt x="1149017" y="3981093"/>
                </a:cubicBezTo>
                <a:lnTo>
                  <a:pt x="1159483" y="3999208"/>
                </a:lnTo>
                <a:cubicBezTo>
                  <a:pt x="1159733" y="3999706"/>
                  <a:pt x="1159733" y="4000288"/>
                  <a:pt x="1159483" y="4000703"/>
                </a:cubicBezTo>
                <a:lnTo>
                  <a:pt x="1149014" y="4018819"/>
                </a:lnTo>
                <a:cubicBezTo>
                  <a:pt x="1148765" y="4019318"/>
                  <a:pt x="1148267" y="4019567"/>
                  <a:pt x="1147768" y="4019567"/>
                </a:cubicBezTo>
                <a:close/>
                <a:moveTo>
                  <a:pt x="1668508" y="4164710"/>
                </a:moveTo>
                <a:cubicBezTo>
                  <a:pt x="1668010" y="4164709"/>
                  <a:pt x="1667512" y="4164377"/>
                  <a:pt x="1667263" y="4163962"/>
                </a:cubicBezTo>
                <a:lnTo>
                  <a:pt x="1656796" y="4145847"/>
                </a:lnTo>
                <a:cubicBezTo>
                  <a:pt x="1656547" y="4145349"/>
                  <a:pt x="1656547" y="4144767"/>
                  <a:pt x="1656796" y="4144352"/>
                </a:cubicBezTo>
                <a:lnTo>
                  <a:pt x="1667265" y="4126236"/>
                </a:lnTo>
                <a:cubicBezTo>
                  <a:pt x="1667514" y="4125737"/>
                  <a:pt x="1668013" y="4125488"/>
                  <a:pt x="1668511" y="4125487"/>
                </a:cubicBezTo>
                <a:lnTo>
                  <a:pt x="1689447" y="4125487"/>
                </a:lnTo>
                <a:cubicBezTo>
                  <a:pt x="1689946" y="4125487"/>
                  <a:pt x="1690444" y="4125818"/>
                  <a:pt x="1690693" y="4126235"/>
                </a:cubicBezTo>
                <a:lnTo>
                  <a:pt x="1701160" y="4144349"/>
                </a:lnTo>
                <a:cubicBezTo>
                  <a:pt x="1701410" y="4144847"/>
                  <a:pt x="1701410" y="4145429"/>
                  <a:pt x="1701160" y="4145845"/>
                </a:cubicBezTo>
                <a:lnTo>
                  <a:pt x="1690691" y="4163961"/>
                </a:lnTo>
                <a:cubicBezTo>
                  <a:pt x="1690442" y="4164459"/>
                  <a:pt x="1689944" y="4164708"/>
                  <a:pt x="1689445" y="4164709"/>
                </a:cubicBezTo>
                <a:close/>
                <a:moveTo>
                  <a:pt x="1788837" y="4197042"/>
                </a:moveTo>
                <a:cubicBezTo>
                  <a:pt x="1788337" y="4197043"/>
                  <a:pt x="1787840" y="4196711"/>
                  <a:pt x="1787591" y="4196296"/>
                </a:cubicBezTo>
                <a:lnTo>
                  <a:pt x="1777206" y="4178264"/>
                </a:lnTo>
                <a:cubicBezTo>
                  <a:pt x="1776957" y="4177767"/>
                  <a:pt x="1776957" y="4177184"/>
                  <a:pt x="1777206" y="4176769"/>
                </a:cubicBezTo>
                <a:lnTo>
                  <a:pt x="1787675" y="4158739"/>
                </a:lnTo>
                <a:cubicBezTo>
                  <a:pt x="1787924" y="4158240"/>
                  <a:pt x="1788423" y="4157992"/>
                  <a:pt x="1788921" y="4157991"/>
                </a:cubicBezTo>
                <a:lnTo>
                  <a:pt x="1809774" y="4157991"/>
                </a:lnTo>
                <a:cubicBezTo>
                  <a:pt x="1810273" y="4157991"/>
                  <a:pt x="1810771" y="4158323"/>
                  <a:pt x="1811020" y="4158739"/>
                </a:cubicBezTo>
                <a:lnTo>
                  <a:pt x="1821405" y="4176768"/>
                </a:lnTo>
                <a:cubicBezTo>
                  <a:pt x="1821654" y="4177266"/>
                  <a:pt x="1821653" y="4177849"/>
                  <a:pt x="1821405" y="4178264"/>
                </a:cubicBezTo>
                <a:lnTo>
                  <a:pt x="1810936" y="4196295"/>
                </a:lnTo>
                <a:cubicBezTo>
                  <a:pt x="1810687" y="4196793"/>
                  <a:pt x="1810188" y="4197042"/>
                  <a:pt x="1809690" y="4197042"/>
                </a:cubicBezTo>
                <a:close/>
                <a:moveTo>
                  <a:pt x="2029554" y="4261589"/>
                </a:moveTo>
                <a:cubicBezTo>
                  <a:pt x="2029056" y="4261589"/>
                  <a:pt x="2028557" y="4261256"/>
                  <a:pt x="2028308" y="4260841"/>
                </a:cubicBezTo>
                <a:lnTo>
                  <a:pt x="2017758" y="4242562"/>
                </a:lnTo>
                <a:cubicBezTo>
                  <a:pt x="2017509" y="4242061"/>
                  <a:pt x="2017509" y="4241480"/>
                  <a:pt x="2017758" y="4241065"/>
                </a:cubicBezTo>
                <a:lnTo>
                  <a:pt x="2028310" y="4222784"/>
                </a:lnTo>
                <a:cubicBezTo>
                  <a:pt x="2028559" y="4222285"/>
                  <a:pt x="2029058" y="4222035"/>
                  <a:pt x="2029556" y="4222035"/>
                </a:cubicBezTo>
                <a:lnTo>
                  <a:pt x="2050576" y="4222034"/>
                </a:lnTo>
                <a:cubicBezTo>
                  <a:pt x="2051074" y="4222034"/>
                  <a:pt x="2051573" y="4222366"/>
                  <a:pt x="2051822" y="4222782"/>
                </a:cubicBezTo>
                <a:lnTo>
                  <a:pt x="2062372" y="4241062"/>
                </a:lnTo>
                <a:cubicBezTo>
                  <a:pt x="2062622" y="4241561"/>
                  <a:pt x="2062622" y="4242142"/>
                  <a:pt x="2062372" y="4242558"/>
                </a:cubicBezTo>
                <a:lnTo>
                  <a:pt x="2051819" y="4260840"/>
                </a:lnTo>
                <a:cubicBezTo>
                  <a:pt x="2051571" y="4261338"/>
                  <a:pt x="2051071" y="4261588"/>
                  <a:pt x="2050573" y="4261588"/>
                </a:cubicBezTo>
                <a:close/>
                <a:moveTo>
                  <a:pt x="2330554" y="4342265"/>
                </a:moveTo>
                <a:cubicBezTo>
                  <a:pt x="2330055" y="4342265"/>
                  <a:pt x="2329557" y="4341933"/>
                  <a:pt x="2329308" y="4341517"/>
                </a:cubicBezTo>
                <a:lnTo>
                  <a:pt x="2318923" y="4323572"/>
                </a:lnTo>
                <a:cubicBezTo>
                  <a:pt x="2318674" y="4323074"/>
                  <a:pt x="2318674" y="4322492"/>
                  <a:pt x="2318923" y="4322077"/>
                </a:cubicBezTo>
                <a:lnTo>
                  <a:pt x="2329308" y="4304132"/>
                </a:lnTo>
                <a:cubicBezTo>
                  <a:pt x="2329557" y="4303633"/>
                  <a:pt x="2330055" y="4303384"/>
                  <a:pt x="2330554" y="4303384"/>
                </a:cubicBezTo>
                <a:lnTo>
                  <a:pt x="2351324" y="4303383"/>
                </a:lnTo>
                <a:cubicBezTo>
                  <a:pt x="2351822" y="4303384"/>
                  <a:pt x="2352321" y="4303716"/>
                  <a:pt x="2352570" y="4304132"/>
                </a:cubicBezTo>
                <a:lnTo>
                  <a:pt x="2362955" y="4322077"/>
                </a:lnTo>
                <a:cubicBezTo>
                  <a:pt x="2363204" y="4322575"/>
                  <a:pt x="2363204" y="4323157"/>
                  <a:pt x="2362955" y="4323572"/>
                </a:cubicBezTo>
                <a:lnTo>
                  <a:pt x="2352570" y="4341517"/>
                </a:lnTo>
                <a:cubicBezTo>
                  <a:pt x="2352321" y="4342016"/>
                  <a:pt x="2351822" y="4342265"/>
                  <a:pt x="2351324" y="4342265"/>
                </a:cubicBezTo>
                <a:close/>
                <a:moveTo>
                  <a:pt x="1849009" y="4213250"/>
                </a:moveTo>
                <a:cubicBezTo>
                  <a:pt x="1848428" y="4213251"/>
                  <a:pt x="1847929" y="4213002"/>
                  <a:pt x="1847681" y="4212503"/>
                </a:cubicBezTo>
                <a:lnTo>
                  <a:pt x="1837131" y="4194139"/>
                </a:lnTo>
                <a:cubicBezTo>
                  <a:pt x="1836882" y="4193640"/>
                  <a:pt x="1836882" y="4193141"/>
                  <a:pt x="1837131" y="4192642"/>
                </a:cubicBezTo>
                <a:lnTo>
                  <a:pt x="1847684" y="4174276"/>
                </a:lnTo>
                <a:cubicBezTo>
                  <a:pt x="1848015" y="4173778"/>
                  <a:pt x="1848514" y="4173528"/>
                  <a:pt x="1849012" y="4173528"/>
                </a:cubicBezTo>
                <a:lnTo>
                  <a:pt x="1870198" y="4173527"/>
                </a:lnTo>
                <a:cubicBezTo>
                  <a:pt x="1870780" y="4173527"/>
                  <a:pt x="1871277" y="4173776"/>
                  <a:pt x="1871528" y="4174275"/>
                </a:cubicBezTo>
                <a:lnTo>
                  <a:pt x="1882078" y="4192639"/>
                </a:lnTo>
                <a:cubicBezTo>
                  <a:pt x="1882327" y="4193138"/>
                  <a:pt x="1882327" y="4193636"/>
                  <a:pt x="1882078" y="4194135"/>
                </a:cubicBezTo>
                <a:lnTo>
                  <a:pt x="1871525" y="4212501"/>
                </a:lnTo>
                <a:cubicBezTo>
                  <a:pt x="1871192" y="4213001"/>
                  <a:pt x="1870694" y="4213249"/>
                  <a:pt x="1870195" y="4213251"/>
                </a:cubicBezTo>
                <a:close/>
                <a:moveTo>
                  <a:pt x="1006399" y="3987488"/>
                </a:moveTo>
                <a:cubicBezTo>
                  <a:pt x="1005818" y="3987488"/>
                  <a:pt x="1005319" y="3987240"/>
                  <a:pt x="1005070" y="3986741"/>
                </a:cubicBezTo>
                <a:lnTo>
                  <a:pt x="994520" y="3968376"/>
                </a:lnTo>
                <a:cubicBezTo>
                  <a:pt x="994271" y="3967877"/>
                  <a:pt x="994271" y="3967379"/>
                  <a:pt x="994520" y="3966880"/>
                </a:cubicBezTo>
                <a:lnTo>
                  <a:pt x="1005073" y="3948514"/>
                </a:lnTo>
                <a:cubicBezTo>
                  <a:pt x="1005405" y="3948015"/>
                  <a:pt x="1005904" y="3947766"/>
                  <a:pt x="1006402" y="3947766"/>
                </a:cubicBezTo>
                <a:lnTo>
                  <a:pt x="1027588" y="3947764"/>
                </a:lnTo>
                <a:cubicBezTo>
                  <a:pt x="1028169" y="3947764"/>
                  <a:pt x="1028668" y="3948013"/>
                  <a:pt x="1028917" y="3948513"/>
                </a:cubicBezTo>
                <a:lnTo>
                  <a:pt x="1039467" y="3966876"/>
                </a:lnTo>
                <a:cubicBezTo>
                  <a:pt x="1039716" y="3967376"/>
                  <a:pt x="1039716" y="3967874"/>
                  <a:pt x="1039467" y="3968372"/>
                </a:cubicBezTo>
                <a:lnTo>
                  <a:pt x="1028914" y="3986739"/>
                </a:lnTo>
                <a:cubicBezTo>
                  <a:pt x="1028581" y="3987237"/>
                  <a:pt x="1028083" y="3987487"/>
                  <a:pt x="1027585" y="3987487"/>
                </a:cubicBezTo>
                <a:close/>
                <a:moveTo>
                  <a:pt x="1909196" y="4229430"/>
                </a:moveTo>
                <a:cubicBezTo>
                  <a:pt x="1908698" y="4229430"/>
                  <a:pt x="1908199" y="4229099"/>
                  <a:pt x="1907950" y="4228683"/>
                </a:cubicBezTo>
                <a:lnTo>
                  <a:pt x="1897482" y="4210570"/>
                </a:lnTo>
                <a:cubicBezTo>
                  <a:pt x="1897233" y="4210072"/>
                  <a:pt x="1897233" y="4209490"/>
                  <a:pt x="1897482" y="4209075"/>
                </a:cubicBezTo>
                <a:lnTo>
                  <a:pt x="1907950" y="4190962"/>
                </a:lnTo>
                <a:cubicBezTo>
                  <a:pt x="1908200" y="4190463"/>
                  <a:pt x="1908698" y="4190214"/>
                  <a:pt x="1909197" y="4190214"/>
                </a:cubicBezTo>
                <a:lnTo>
                  <a:pt x="1930133" y="4190214"/>
                </a:lnTo>
                <a:cubicBezTo>
                  <a:pt x="1930632" y="4190214"/>
                  <a:pt x="1931129" y="4190546"/>
                  <a:pt x="1931379" y="4190962"/>
                </a:cubicBezTo>
                <a:lnTo>
                  <a:pt x="1941846" y="4209074"/>
                </a:lnTo>
                <a:cubicBezTo>
                  <a:pt x="1942096" y="4209572"/>
                  <a:pt x="1942096" y="4210154"/>
                  <a:pt x="1941846" y="4210569"/>
                </a:cubicBezTo>
                <a:lnTo>
                  <a:pt x="1931378" y="4228683"/>
                </a:lnTo>
                <a:cubicBezTo>
                  <a:pt x="1931129" y="4229181"/>
                  <a:pt x="1930631" y="4229430"/>
                  <a:pt x="1930132" y="4229430"/>
                </a:cubicBezTo>
                <a:close/>
                <a:moveTo>
                  <a:pt x="2390681" y="4358460"/>
                </a:moveTo>
                <a:cubicBezTo>
                  <a:pt x="2390183" y="4358460"/>
                  <a:pt x="2389685" y="4358128"/>
                  <a:pt x="2389436" y="4357713"/>
                </a:cubicBezTo>
                <a:lnTo>
                  <a:pt x="2378968" y="4339600"/>
                </a:lnTo>
                <a:cubicBezTo>
                  <a:pt x="2378719" y="4339102"/>
                  <a:pt x="2378719" y="4338520"/>
                  <a:pt x="2378968" y="4338105"/>
                </a:cubicBezTo>
                <a:lnTo>
                  <a:pt x="2389436" y="4319993"/>
                </a:lnTo>
                <a:cubicBezTo>
                  <a:pt x="2389685" y="4319494"/>
                  <a:pt x="2390184" y="4319245"/>
                  <a:pt x="2390682" y="4319245"/>
                </a:cubicBezTo>
                <a:lnTo>
                  <a:pt x="2411619" y="4319244"/>
                </a:lnTo>
                <a:cubicBezTo>
                  <a:pt x="2412118" y="4319244"/>
                  <a:pt x="2412615" y="4319576"/>
                  <a:pt x="2412865" y="4319992"/>
                </a:cubicBezTo>
                <a:lnTo>
                  <a:pt x="2423332" y="4338105"/>
                </a:lnTo>
                <a:cubicBezTo>
                  <a:pt x="2423582" y="4338602"/>
                  <a:pt x="2423582" y="4339184"/>
                  <a:pt x="2423332" y="4339599"/>
                </a:cubicBezTo>
                <a:lnTo>
                  <a:pt x="2412864" y="4357713"/>
                </a:lnTo>
                <a:cubicBezTo>
                  <a:pt x="2412615" y="4358211"/>
                  <a:pt x="2412117" y="4358460"/>
                  <a:pt x="2411618" y="4358460"/>
                </a:cubicBezTo>
                <a:close/>
                <a:moveTo>
                  <a:pt x="825834" y="3939180"/>
                </a:moveTo>
                <a:cubicBezTo>
                  <a:pt x="825336" y="3939180"/>
                  <a:pt x="824838" y="3938848"/>
                  <a:pt x="824589" y="3938433"/>
                </a:cubicBezTo>
                <a:lnTo>
                  <a:pt x="814121" y="3920320"/>
                </a:lnTo>
                <a:cubicBezTo>
                  <a:pt x="813872" y="3919822"/>
                  <a:pt x="813872" y="3919240"/>
                  <a:pt x="814121" y="3918825"/>
                </a:cubicBezTo>
                <a:lnTo>
                  <a:pt x="824589" y="3900713"/>
                </a:lnTo>
                <a:cubicBezTo>
                  <a:pt x="824838" y="3900213"/>
                  <a:pt x="825337" y="3899964"/>
                  <a:pt x="825835" y="3899964"/>
                </a:cubicBezTo>
                <a:lnTo>
                  <a:pt x="846771" y="3899964"/>
                </a:lnTo>
                <a:cubicBezTo>
                  <a:pt x="847270" y="3899964"/>
                  <a:pt x="847768" y="3900296"/>
                  <a:pt x="848017" y="3900712"/>
                </a:cubicBezTo>
                <a:lnTo>
                  <a:pt x="858485" y="3918824"/>
                </a:lnTo>
                <a:cubicBezTo>
                  <a:pt x="858735" y="3919322"/>
                  <a:pt x="858735" y="3919904"/>
                  <a:pt x="858485" y="3920319"/>
                </a:cubicBezTo>
                <a:lnTo>
                  <a:pt x="848017" y="3938432"/>
                </a:lnTo>
                <a:cubicBezTo>
                  <a:pt x="847768" y="3938930"/>
                  <a:pt x="847270" y="3939179"/>
                  <a:pt x="846771" y="3939179"/>
                </a:cubicBezTo>
                <a:close/>
                <a:moveTo>
                  <a:pt x="946126" y="3971452"/>
                </a:moveTo>
                <a:cubicBezTo>
                  <a:pt x="945546" y="3971452"/>
                  <a:pt x="945047" y="3971203"/>
                  <a:pt x="944798" y="3970704"/>
                </a:cubicBezTo>
                <a:lnTo>
                  <a:pt x="934164" y="3952257"/>
                </a:lnTo>
                <a:cubicBezTo>
                  <a:pt x="933916" y="3951841"/>
                  <a:pt x="933916" y="3951260"/>
                  <a:pt x="934165" y="3950761"/>
                </a:cubicBezTo>
                <a:lnTo>
                  <a:pt x="944801" y="3932312"/>
                </a:lnTo>
                <a:cubicBezTo>
                  <a:pt x="945132" y="3931813"/>
                  <a:pt x="945632" y="3931563"/>
                  <a:pt x="946129" y="3931564"/>
                </a:cubicBezTo>
                <a:lnTo>
                  <a:pt x="967399" y="3931562"/>
                </a:lnTo>
                <a:cubicBezTo>
                  <a:pt x="967980" y="3931562"/>
                  <a:pt x="968478" y="3931811"/>
                  <a:pt x="968728" y="3932310"/>
                </a:cubicBezTo>
                <a:lnTo>
                  <a:pt x="979360" y="3950758"/>
                </a:lnTo>
                <a:cubicBezTo>
                  <a:pt x="979609" y="3951173"/>
                  <a:pt x="979610" y="3951754"/>
                  <a:pt x="979360" y="3952253"/>
                </a:cubicBezTo>
                <a:lnTo>
                  <a:pt x="968725" y="3970702"/>
                </a:lnTo>
                <a:cubicBezTo>
                  <a:pt x="968393" y="3971201"/>
                  <a:pt x="967894" y="3971451"/>
                  <a:pt x="967396" y="3971451"/>
                </a:cubicBezTo>
                <a:close/>
                <a:moveTo>
                  <a:pt x="885970" y="3955352"/>
                </a:moveTo>
                <a:cubicBezTo>
                  <a:pt x="885472" y="3955352"/>
                  <a:pt x="884972" y="3955019"/>
                  <a:pt x="884723" y="3954604"/>
                </a:cubicBezTo>
                <a:lnTo>
                  <a:pt x="874173" y="3936326"/>
                </a:lnTo>
                <a:cubicBezTo>
                  <a:pt x="873924" y="3935827"/>
                  <a:pt x="873924" y="3935245"/>
                  <a:pt x="874173" y="3934830"/>
                </a:cubicBezTo>
                <a:lnTo>
                  <a:pt x="884724" y="3916551"/>
                </a:lnTo>
                <a:cubicBezTo>
                  <a:pt x="884973" y="3916052"/>
                  <a:pt x="885472" y="3915803"/>
                  <a:pt x="885970" y="3915803"/>
                </a:cubicBezTo>
                <a:lnTo>
                  <a:pt x="906990" y="3915803"/>
                </a:lnTo>
                <a:cubicBezTo>
                  <a:pt x="907488" y="3915803"/>
                  <a:pt x="907986" y="3916135"/>
                  <a:pt x="908235" y="3916551"/>
                </a:cubicBezTo>
                <a:lnTo>
                  <a:pt x="918787" y="3934829"/>
                </a:lnTo>
                <a:cubicBezTo>
                  <a:pt x="919036" y="3935328"/>
                  <a:pt x="919036" y="3935909"/>
                  <a:pt x="918787" y="3936325"/>
                </a:cubicBezTo>
                <a:lnTo>
                  <a:pt x="908235" y="3954603"/>
                </a:lnTo>
                <a:cubicBezTo>
                  <a:pt x="907986" y="3955102"/>
                  <a:pt x="907487" y="3955352"/>
                  <a:pt x="906988" y="3955352"/>
                </a:cubicBezTo>
                <a:close/>
                <a:moveTo>
                  <a:pt x="2210088" y="4310154"/>
                </a:moveTo>
                <a:cubicBezTo>
                  <a:pt x="2209508" y="4310154"/>
                  <a:pt x="2209008" y="4309905"/>
                  <a:pt x="2208760" y="4309406"/>
                </a:cubicBezTo>
                <a:lnTo>
                  <a:pt x="2198209" y="4291043"/>
                </a:lnTo>
                <a:cubicBezTo>
                  <a:pt x="2197961" y="4290544"/>
                  <a:pt x="2197960" y="4290046"/>
                  <a:pt x="2198210" y="4289546"/>
                </a:cubicBezTo>
                <a:lnTo>
                  <a:pt x="2208762" y="4271183"/>
                </a:lnTo>
                <a:cubicBezTo>
                  <a:pt x="2209094" y="4270684"/>
                  <a:pt x="2209593" y="4270434"/>
                  <a:pt x="2210091" y="4270435"/>
                </a:cubicBezTo>
                <a:lnTo>
                  <a:pt x="2231276" y="4270433"/>
                </a:lnTo>
                <a:cubicBezTo>
                  <a:pt x="2231858" y="4270433"/>
                  <a:pt x="2232356" y="4270682"/>
                  <a:pt x="2232606" y="4271182"/>
                </a:cubicBezTo>
                <a:lnTo>
                  <a:pt x="2243156" y="4289545"/>
                </a:lnTo>
                <a:cubicBezTo>
                  <a:pt x="2243405" y="4290043"/>
                  <a:pt x="2243405" y="4290542"/>
                  <a:pt x="2243156" y="4291041"/>
                </a:cubicBezTo>
                <a:lnTo>
                  <a:pt x="2232604" y="4309404"/>
                </a:lnTo>
                <a:cubicBezTo>
                  <a:pt x="2232271" y="4309903"/>
                  <a:pt x="2231773" y="4310153"/>
                  <a:pt x="2231274" y="4310153"/>
                </a:cubicBezTo>
                <a:close/>
                <a:moveTo>
                  <a:pt x="1066541" y="4003779"/>
                </a:moveTo>
                <a:cubicBezTo>
                  <a:pt x="1065960" y="4003778"/>
                  <a:pt x="1065461" y="4003530"/>
                  <a:pt x="1065212" y="4003030"/>
                </a:cubicBezTo>
                <a:lnTo>
                  <a:pt x="1054662" y="3984668"/>
                </a:lnTo>
                <a:cubicBezTo>
                  <a:pt x="1054413" y="3984169"/>
                  <a:pt x="1054413" y="3983671"/>
                  <a:pt x="1054662" y="3983172"/>
                </a:cubicBezTo>
                <a:lnTo>
                  <a:pt x="1065214" y="3964808"/>
                </a:lnTo>
                <a:cubicBezTo>
                  <a:pt x="1065546" y="3964309"/>
                  <a:pt x="1066045" y="3964060"/>
                  <a:pt x="1066543" y="3964060"/>
                </a:cubicBezTo>
                <a:lnTo>
                  <a:pt x="1087729" y="3964058"/>
                </a:lnTo>
                <a:cubicBezTo>
                  <a:pt x="1088310" y="3964059"/>
                  <a:pt x="1088809" y="3964308"/>
                  <a:pt x="1089058" y="3964807"/>
                </a:cubicBezTo>
                <a:lnTo>
                  <a:pt x="1099608" y="3983170"/>
                </a:lnTo>
                <a:cubicBezTo>
                  <a:pt x="1099857" y="3983669"/>
                  <a:pt x="1099857" y="3984167"/>
                  <a:pt x="1099608" y="3984665"/>
                </a:cubicBezTo>
                <a:lnTo>
                  <a:pt x="1089056" y="4003029"/>
                </a:lnTo>
                <a:cubicBezTo>
                  <a:pt x="1088723" y="4003529"/>
                  <a:pt x="1088225" y="4003778"/>
                  <a:pt x="1087727" y="4003778"/>
                </a:cubicBezTo>
                <a:close/>
                <a:moveTo>
                  <a:pt x="2089666" y="4277992"/>
                </a:moveTo>
                <a:cubicBezTo>
                  <a:pt x="2089168" y="4277992"/>
                  <a:pt x="2088669" y="4277659"/>
                  <a:pt x="2088420" y="4277244"/>
                </a:cubicBezTo>
                <a:lnTo>
                  <a:pt x="2077869" y="4258967"/>
                </a:lnTo>
                <a:cubicBezTo>
                  <a:pt x="2077620" y="4258468"/>
                  <a:pt x="2077620" y="4257886"/>
                  <a:pt x="2077869" y="4257471"/>
                </a:cubicBezTo>
                <a:lnTo>
                  <a:pt x="2088420" y="4239194"/>
                </a:lnTo>
                <a:cubicBezTo>
                  <a:pt x="2088669" y="4238695"/>
                  <a:pt x="2089168" y="4238446"/>
                  <a:pt x="2089666" y="4238446"/>
                </a:cubicBezTo>
                <a:lnTo>
                  <a:pt x="2110685" y="4238446"/>
                </a:lnTo>
                <a:cubicBezTo>
                  <a:pt x="2111183" y="4238446"/>
                  <a:pt x="2111682" y="4238778"/>
                  <a:pt x="2111931" y="4239194"/>
                </a:cubicBezTo>
                <a:lnTo>
                  <a:pt x="2122482" y="4257471"/>
                </a:lnTo>
                <a:cubicBezTo>
                  <a:pt x="2122732" y="4257970"/>
                  <a:pt x="2122732" y="4258551"/>
                  <a:pt x="2122482" y="4258967"/>
                </a:cubicBezTo>
                <a:lnTo>
                  <a:pt x="2111931" y="4277244"/>
                </a:lnTo>
                <a:cubicBezTo>
                  <a:pt x="2111682" y="4277742"/>
                  <a:pt x="2111183" y="4277992"/>
                  <a:pt x="2110685" y="4277992"/>
                </a:cubicBezTo>
                <a:close/>
                <a:moveTo>
                  <a:pt x="2149750" y="4294133"/>
                </a:moveTo>
                <a:cubicBezTo>
                  <a:pt x="2149169" y="4294133"/>
                  <a:pt x="2148670" y="4293884"/>
                  <a:pt x="2148421" y="4293386"/>
                </a:cubicBezTo>
                <a:lnTo>
                  <a:pt x="2137788" y="4274855"/>
                </a:lnTo>
                <a:cubicBezTo>
                  <a:pt x="2137539" y="4274439"/>
                  <a:pt x="2137539" y="4273858"/>
                  <a:pt x="2137788" y="4273359"/>
                </a:cubicBezTo>
                <a:lnTo>
                  <a:pt x="2148507" y="4254828"/>
                </a:lnTo>
                <a:cubicBezTo>
                  <a:pt x="2148840" y="4254412"/>
                  <a:pt x="2149338" y="4254080"/>
                  <a:pt x="2149837" y="4254080"/>
                </a:cubicBezTo>
                <a:lnTo>
                  <a:pt x="2171188" y="4254078"/>
                </a:lnTo>
                <a:cubicBezTo>
                  <a:pt x="2171769" y="4254079"/>
                  <a:pt x="2172268" y="4254328"/>
                  <a:pt x="2172517" y="4254827"/>
                </a:cubicBezTo>
                <a:lnTo>
                  <a:pt x="2183150" y="4273356"/>
                </a:lnTo>
                <a:cubicBezTo>
                  <a:pt x="2183400" y="4273772"/>
                  <a:pt x="2183400" y="4274354"/>
                  <a:pt x="2183150" y="4274852"/>
                </a:cubicBezTo>
                <a:lnTo>
                  <a:pt x="2172432" y="4293384"/>
                </a:lnTo>
                <a:cubicBezTo>
                  <a:pt x="2172100" y="4293799"/>
                  <a:pt x="2171600" y="4294132"/>
                  <a:pt x="2171102" y="4294132"/>
                </a:cubicBezTo>
                <a:close/>
                <a:moveTo>
                  <a:pt x="765553" y="3923356"/>
                </a:moveTo>
                <a:cubicBezTo>
                  <a:pt x="764972" y="3923356"/>
                  <a:pt x="764473" y="3923107"/>
                  <a:pt x="764224" y="3922608"/>
                </a:cubicBezTo>
                <a:lnTo>
                  <a:pt x="753673" y="3904247"/>
                </a:lnTo>
                <a:cubicBezTo>
                  <a:pt x="753424" y="3903748"/>
                  <a:pt x="753424" y="3903250"/>
                  <a:pt x="753673" y="3902751"/>
                </a:cubicBezTo>
                <a:lnTo>
                  <a:pt x="764224" y="3884391"/>
                </a:lnTo>
                <a:cubicBezTo>
                  <a:pt x="764556" y="3883892"/>
                  <a:pt x="765055" y="3883643"/>
                  <a:pt x="765553" y="3883643"/>
                </a:cubicBezTo>
                <a:lnTo>
                  <a:pt x="786739" y="3883643"/>
                </a:lnTo>
                <a:cubicBezTo>
                  <a:pt x="787321" y="3883642"/>
                  <a:pt x="787819" y="3883891"/>
                  <a:pt x="788068" y="3884391"/>
                </a:cubicBezTo>
                <a:lnTo>
                  <a:pt x="798619" y="3902751"/>
                </a:lnTo>
                <a:cubicBezTo>
                  <a:pt x="798868" y="3903250"/>
                  <a:pt x="798868" y="3903748"/>
                  <a:pt x="798619" y="3904247"/>
                </a:cubicBezTo>
                <a:lnTo>
                  <a:pt x="788068" y="3922608"/>
                </a:lnTo>
                <a:cubicBezTo>
                  <a:pt x="787735" y="3923107"/>
                  <a:pt x="787237" y="3923356"/>
                  <a:pt x="786739" y="3923356"/>
                </a:cubicBezTo>
                <a:close/>
                <a:moveTo>
                  <a:pt x="705218" y="3907266"/>
                </a:moveTo>
                <a:cubicBezTo>
                  <a:pt x="704637" y="3907267"/>
                  <a:pt x="704139" y="3907017"/>
                  <a:pt x="703889" y="3906519"/>
                </a:cubicBezTo>
                <a:lnTo>
                  <a:pt x="693091" y="3887738"/>
                </a:lnTo>
                <a:cubicBezTo>
                  <a:pt x="692842" y="3887324"/>
                  <a:pt x="692842" y="3886741"/>
                  <a:pt x="693091" y="3886242"/>
                </a:cubicBezTo>
                <a:lnTo>
                  <a:pt x="703892" y="3867462"/>
                </a:lnTo>
                <a:cubicBezTo>
                  <a:pt x="704141" y="3867045"/>
                  <a:pt x="704723" y="3866713"/>
                  <a:pt x="705221" y="3866712"/>
                </a:cubicBezTo>
                <a:lnTo>
                  <a:pt x="726906" y="3866711"/>
                </a:lnTo>
                <a:cubicBezTo>
                  <a:pt x="727487" y="3866711"/>
                  <a:pt x="727985" y="3866960"/>
                  <a:pt x="728236" y="3867459"/>
                </a:cubicBezTo>
                <a:lnTo>
                  <a:pt x="739034" y="3886240"/>
                </a:lnTo>
                <a:cubicBezTo>
                  <a:pt x="739284" y="3886655"/>
                  <a:pt x="739283" y="3887237"/>
                  <a:pt x="739034" y="3887735"/>
                </a:cubicBezTo>
                <a:lnTo>
                  <a:pt x="728233" y="3906517"/>
                </a:lnTo>
                <a:cubicBezTo>
                  <a:pt x="727983" y="3906932"/>
                  <a:pt x="727401" y="3907266"/>
                  <a:pt x="726903" y="3907265"/>
                </a:cubicBezTo>
                <a:close/>
                <a:moveTo>
                  <a:pt x="2450641" y="4375000"/>
                </a:moveTo>
                <a:cubicBezTo>
                  <a:pt x="2450060" y="4375000"/>
                  <a:pt x="2449561" y="4374752"/>
                  <a:pt x="2449312" y="4374253"/>
                </a:cubicBezTo>
                <a:lnTo>
                  <a:pt x="2438596" y="4355642"/>
                </a:lnTo>
                <a:cubicBezTo>
                  <a:pt x="2438347" y="4355225"/>
                  <a:pt x="2438347" y="4354645"/>
                  <a:pt x="2438596" y="4354145"/>
                </a:cubicBezTo>
                <a:lnTo>
                  <a:pt x="2449314" y="4335534"/>
                </a:lnTo>
                <a:cubicBezTo>
                  <a:pt x="2449646" y="4335118"/>
                  <a:pt x="2450145" y="4334785"/>
                  <a:pt x="2450642" y="4334786"/>
                </a:cubicBezTo>
                <a:lnTo>
                  <a:pt x="2472078" y="4334785"/>
                </a:lnTo>
                <a:cubicBezTo>
                  <a:pt x="2472659" y="4334785"/>
                  <a:pt x="2473158" y="4335034"/>
                  <a:pt x="2473407" y="4335533"/>
                </a:cubicBezTo>
                <a:lnTo>
                  <a:pt x="2484123" y="4354144"/>
                </a:lnTo>
                <a:cubicBezTo>
                  <a:pt x="2484372" y="4354560"/>
                  <a:pt x="2484372" y="4355141"/>
                  <a:pt x="2484123" y="4355640"/>
                </a:cubicBezTo>
                <a:lnTo>
                  <a:pt x="2473405" y="4374253"/>
                </a:lnTo>
                <a:cubicBezTo>
                  <a:pt x="2473073" y="4374669"/>
                  <a:pt x="2472575" y="4375000"/>
                  <a:pt x="2472077" y="4375000"/>
                </a:cubicBezTo>
                <a:close/>
                <a:moveTo>
                  <a:pt x="1186510" y="4036606"/>
                </a:moveTo>
                <a:cubicBezTo>
                  <a:pt x="1186011" y="4036605"/>
                  <a:pt x="1185429" y="4036357"/>
                  <a:pt x="1185180" y="4035858"/>
                </a:cubicBezTo>
                <a:lnTo>
                  <a:pt x="1174298" y="4016912"/>
                </a:lnTo>
                <a:cubicBezTo>
                  <a:pt x="1174049" y="4016414"/>
                  <a:pt x="1174049" y="4015832"/>
                  <a:pt x="1174298" y="4015334"/>
                </a:cubicBezTo>
                <a:lnTo>
                  <a:pt x="1185267" y="3996388"/>
                </a:lnTo>
                <a:cubicBezTo>
                  <a:pt x="1185515" y="3995971"/>
                  <a:pt x="1186014" y="3995639"/>
                  <a:pt x="1186596" y="3995639"/>
                </a:cubicBezTo>
                <a:lnTo>
                  <a:pt x="1208446" y="3995638"/>
                </a:lnTo>
                <a:cubicBezTo>
                  <a:pt x="1208944" y="3995638"/>
                  <a:pt x="1209526" y="3995887"/>
                  <a:pt x="1209775" y="3996386"/>
                </a:cubicBezTo>
                <a:lnTo>
                  <a:pt x="1220657" y="4015331"/>
                </a:lnTo>
                <a:cubicBezTo>
                  <a:pt x="1220906" y="4015829"/>
                  <a:pt x="1220906" y="4016411"/>
                  <a:pt x="1220657" y="4016909"/>
                </a:cubicBezTo>
                <a:lnTo>
                  <a:pt x="1209689" y="4035856"/>
                </a:lnTo>
                <a:cubicBezTo>
                  <a:pt x="1209440" y="4036272"/>
                  <a:pt x="1208941" y="4036605"/>
                  <a:pt x="1208360" y="4036605"/>
                </a:cubicBezTo>
                <a:close/>
                <a:moveTo>
                  <a:pt x="1246433" y="4053374"/>
                </a:moveTo>
                <a:cubicBezTo>
                  <a:pt x="1245851" y="4053374"/>
                  <a:pt x="1245270" y="4053042"/>
                  <a:pt x="1245020" y="4052543"/>
                </a:cubicBezTo>
                <a:lnTo>
                  <a:pt x="1233805" y="4033100"/>
                </a:lnTo>
                <a:cubicBezTo>
                  <a:pt x="1233557" y="4032600"/>
                  <a:pt x="1233557" y="4032019"/>
                  <a:pt x="1233806" y="4031520"/>
                </a:cubicBezTo>
                <a:lnTo>
                  <a:pt x="1245022" y="4012076"/>
                </a:lnTo>
                <a:cubicBezTo>
                  <a:pt x="1245355" y="4011576"/>
                  <a:pt x="1245853" y="4011244"/>
                  <a:pt x="1246435" y="4011244"/>
                </a:cubicBezTo>
                <a:lnTo>
                  <a:pt x="1268949" y="4011244"/>
                </a:lnTo>
                <a:cubicBezTo>
                  <a:pt x="1269531" y="4011243"/>
                  <a:pt x="1270112" y="4011575"/>
                  <a:pt x="1270362" y="4012075"/>
                </a:cubicBezTo>
                <a:lnTo>
                  <a:pt x="1281576" y="4031518"/>
                </a:lnTo>
                <a:cubicBezTo>
                  <a:pt x="1281826" y="4032017"/>
                  <a:pt x="1281827" y="4032597"/>
                  <a:pt x="1281576" y="4033097"/>
                </a:cubicBezTo>
                <a:lnTo>
                  <a:pt x="1270360" y="4052542"/>
                </a:lnTo>
                <a:cubicBezTo>
                  <a:pt x="1270027" y="4053041"/>
                  <a:pt x="1269529" y="4053372"/>
                  <a:pt x="1268947" y="4053372"/>
                </a:cubicBezTo>
                <a:close/>
                <a:moveTo>
                  <a:pt x="1535971" y="4181373"/>
                </a:moveTo>
                <a:cubicBezTo>
                  <a:pt x="1535472" y="4181373"/>
                  <a:pt x="1534891" y="4180792"/>
                  <a:pt x="1534891" y="4180792"/>
                </a:cubicBezTo>
                <a:lnTo>
                  <a:pt x="1526334" y="4166004"/>
                </a:lnTo>
                <a:cubicBezTo>
                  <a:pt x="1526085" y="4165588"/>
                  <a:pt x="1526334" y="4164758"/>
                  <a:pt x="1526334" y="4164758"/>
                </a:cubicBezTo>
                <a:lnTo>
                  <a:pt x="1534891" y="4149969"/>
                </a:lnTo>
                <a:cubicBezTo>
                  <a:pt x="1535140" y="4149637"/>
                  <a:pt x="1535555" y="4149388"/>
                  <a:pt x="1535971" y="4149388"/>
                </a:cubicBezTo>
                <a:lnTo>
                  <a:pt x="1553085" y="4149388"/>
                </a:lnTo>
                <a:cubicBezTo>
                  <a:pt x="1553584" y="4149388"/>
                  <a:pt x="1554165" y="4149969"/>
                  <a:pt x="1554165" y="4149969"/>
                </a:cubicBezTo>
                <a:lnTo>
                  <a:pt x="1562722" y="4164758"/>
                </a:lnTo>
                <a:cubicBezTo>
                  <a:pt x="1562971" y="4165173"/>
                  <a:pt x="1562722" y="4166004"/>
                  <a:pt x="1562722" y="4166004"/>
                </a:cubicBezTo>
                <a:lnTo>
                  <a:pt x="1554165" y="4180792"/>
                </a:lnTo>
                <a:cubicBezTo>
                  <a:pt x="1553916" y="4181124"/>
                  <a:pt x="1553501" y="4181373"/>
                  <a:pt x="1553085" y="4181373"/>
                </a:cubicBezTo>
                <a:close/>
                <a:moveTo>
                  <a:pt x="3702192" y="4762777"/>
                </a:moveTo>
                <a:cubicBezTo>
                  <a:pt x="3701776" y="4762777"/>
                  <a:pt x="3701112" y="4762112"/>
                  <a:pt x="3701112" y="4762112"/>
                </a:cubicBezTo>
                <a:lnTo>
                  <a:pt x="3691974" y="4746242"/>
                </a:lnTo>
                <a:cubicBezTo>
                  <a:pt x="3691726" y="4745826"/>
                  <a:pt x="3691974" y="4744912"/>
                  <a:pt x="3691974" y="4744912"/>
                </a:cubicBezTo>
                <a:lnTo>
                  <a:pt x="3701113" y="4729041"/>
                </a:lnTo>
                <a:cubicBezTo>
                  <a:pt x="3701280" y="4728625"/>
                  <a:pt x="3701778" y="4728376"/>
                  <a:pt x="3702193" y="4728376"/>
                </a:cubicBezTo>
                <a:lnTo>
                  <a:pt x="3720471" y="4728375"/>
                </a:lnTo>
                <a:cubicBezTo>
                  <a:pt x="3720886" y="4728375"/>
                  <a:pt x="3721551" y="4729041"/>
                  <a:pt x="3721551" y="4729041"/>
                </a:cubicBezTo>
                <a:lnTo>
                  <a:pt x="3730689" y="4744911"/>
                </a:lnTo>
                <a:cubicBezTo>
                  <a:pt x="3730939" y="4745326"/>
                  <a:pt x="3730689" y="4746240"/>
                  <a:pt x="3730689" y="4746240"/>
                </a:cubicBezTo>
                <a:lnTo>
                  <a:pt x="3721550" y="4762111"/>
                </a:lnTo>
                <a:cubicBezTo>
                  <a:pt x="3721384" y="4762527"/>
                  <a:pt x="3720885" y="4762776"/>
                  <a:pt x="3720470" y="4762776"/>
                </a:cubicBezTo>
                <a:close/>
                <a:moveTo>
                  <a:pt x="3882681" y="4811199"/>
                </a:moveTo>
                <a:cubicBezTo>
                  <a:pt x="3882181" y="4811199"/>
                  <a:pt x="3881517" y="4810535"/>
                  <a:pt x="3881517" y="4810535"/>
                </a:cubicBezTo>
                <a:lnTo>
                  <a:pt x="3872296" y="4794580"/>
                </a:lnTo>
                <a:cubicBezTo>
                  <a:pt x="3872047" y="4794165"/>
                  <a:pt x="3872296" y="4793250"/>
                  <a:pt x="3872296" y="4793250"/>
                </a:cubicBezTo>
                <a:lnTo>
                  <a:pt x="3881520" y="4777294"/>
                </a:lnTo>
                <a:cubicBezTo>
                  <a:pt x="3881769" y="4776879"/>
                  <a:pt x="3882184" y="4776630"/>
                  <a:pt x="3882683" y="4776630"/>
                </a:cubicBezTo>
                <a:lnTo>
                  <a:pt x="3901126" y="4776628"/>
                </a:lnTo>
                <a:cubicBezTo>
                  <a:pt x="3901625" y="4776629"/>
                  <a:pt x="3902289" y="4777293"/>
                  <a:pt x="3902289" y="4777293"/>
                </a:cubicBezTo>
                <a:lnTo>
                  <a:pt x="3911510" y="4793247"/>
                </a:lnTo>
                <a:cubicBezTo>
                  <a:pt x="3911759" y="4793663"/>
                  <a:pt x="3911510" y="4794577"/>
                  <a:pt x="3911510" y="4794577"/>
                </a:cubicBezTo>
                <a:lnTo>
                  <a:pt x="3902286" y="4810533"/>
                </a:lnTo>
                <a:cubicBezTo>
                  <a:pt x="3902038" y="4810949"/>
                  <a:pt x="3901623" y="4811198"/>
                  <a:pt x="3901124" y="4811199"/>
                </a:cubicBezTo>
                <a:close/>
                <a:moveTo>
                  <a:pt x="2739169" y="4504907"/>
                </a:moveTo>
                <a:cubicBezTo>
                  <a:pt x="2738754" y="4504907"/>
                  <a:pt x="2738089" y="4504242"/>
                  <a:pt x="2738089" y="4504242"/>
                </a:cubicBezTo>
                <a:lnTo>
                  <a:pt x="2728951" y="4488373"/>
                </a:lnTo>
                <a:cubicBezTo>
                  <a:pt x="2728703" y="4487958"/>
                  <a:pt x="2728951" y="4487044"/>
                  <a:pt x="2728951" y="4487044"/>
                </a:cubicBezTo>
                <a:lnTo>
                  <a:pt x="2738090" y="4471175"/>
                </a:lnTo>
                <a:cubicBezTo>
                  <a:pt x="2738257" y="4470759"/>
                  <a:pt x="2738755" y="4470510"/>
                  <a:pt x="2739170" y="4470510"/>
                </a:cubicBezTo>
                <a:lnTo>
                  <a:pt x="2757448" y="4470510"/>
                </a:lnTo>
                <a:cubicBezTo>
                  <a:pt x="2757863" y="4470510"/>
                  <a:pt x="2758528" y="4471175"/>
                  <a:pt x="2758528" y="4471175"/>
                </a:cubicBezTo>
                <a:lnTo>
                  <a:pt x="2767665" y="4487044"/>
                </a:lnTo>
                <a:cubicBezTo>
                  <a:pt x="2767916" y="4487459"/>
                  <a:pt x="2767665" y="4488373"/>
                  <a:pt x="2767665" y="4488373"/>
                </a:cubicBezTo>
                <a:lnTo>
                  <a:pt x="2758527" y="4504242"/>
                </a:lnTo>
                <a:cubicBezTo>
                  <a:pt x="2758361" y="4504658"/>
                  <a:pt x="2757862" y="4504907"/>
                  <a:pt x="2757447" y="4504907"/>
                </a:cubicBezTo>
                <a:close/>
                <a:moveTo>
                  <a:pt x="3762208" y="4779169"/>
                </a:moveTo>
                <a:cubicBezTo>
                  <a:pt x="3761709" y="4779169"/>
                  <a:pt x="3761045" y="4778505"/>
                  <a:pt x="3761045" y="4778505"/>
                </a:cubicBezTo>
                <a:lnTo>
                  <a:pt x="3751741" y="4762384"/>
                </a:lnTo>
                <a:cubicBezTo>
                  <a:pt x="3751492" y="4761969"/>
                  <a:pt x="3751741" y="4761054"/>
                  <a:pt x="3751741" y="4761054"/>
                </a:cubicBezTo>
                <a:lnTo>
                  <a:pt x="3761047" y="4744933"/>
                </a:lnTo>
                <a:cubicBezTo>
                  <a:pt x="3761296" y="4744517"/>
                  <a:pt x="3761711" y="4744268"/>
                  <a:pt x="3762210" y="4744268"/>
                </a:cubicBezTo>
                <a:lnTo>
                  <a:pt x="3780819" y="4744267"/>
                </a:lnTo>
                <a:cubicBezTo>
                  <a:pt x="3781319" y="4744267"/>
                  <a:pt x="3781984" y="4744932"/>
                  <a:pt x="3781984" y="4744932"/>
                </a:cubicBezTo>
                <a:lnTo>
                  <a:pt x="3791287" y="4761052"/>
                </a:lnTo>
                <a:cubicBezTo>
                  <a:pt x="3791537" y="4761467"/>
                  <a:pt x="3791287" y="4762382"/>
                  <a:pt x="3791287" y="4762382"/>
                </a:cubicBezTo>
                <a:lnTo>
                  <a:pt x="3781981" y="4778504"/>
                </a:lnTo>
                <a:cubicBezTo>
                  <a:pt x="3781732" y="4778919"/>
                  <a:pt x="3781316" y="4779168"/>
                  <a:pt x="3780817" y="4779168"/>
                </a:cubicBezTo>
                <a:close/>
                <a:moveTo>
                  <a:pt x="3641762" y="4746962"/>
                </a:moveTo>
                <a:cubicBezTo>
                  <a:pt x="3641264" y="4746962"/>
                  <a:pt x="3640599" y="4746298"/>
                  <a:pt x="3640599" y="4746298"/>
                </a:cubicBezTo>
                <a:lnTo>
                  <a:pt x="3631212" y="4730094"/>
                </a:lnTo>
                <a:cubicBezTo>
                  <a:pt x="3630963" y="4729678"/>
                  <a:pt x="3631212" y="4728764"/>
                  <a:pt x="3631212" y="4728764"/>
                </a:cubicBezTo>
                <a:lnTo>
                  <a:pt x="3640601" y="4712560"/>
                </a:lnTo>
                <a:cubicBezTo>
                  <a:pt x="3640850" y="4712143"/>
                  <a:pt x="3641266" y="4711894"/>
                  <a:pt x="3641764" y="4711895"/>
                </a:cubicBezTo>
                <a:lnTo>
                  <a:pt x="3660457" y="4711893"/>
                </a:lnTo>
                <a:cubicBezTo>
                  <a:pt x="3660955" y="4711893"/>
                  <a:pt x="3661620" y="4712558"/>
                  <a:pt x="3661620" y="4712558"/>
                </a:cubicBezTo>
                <a:lnTo>
                  <a:pt x="3671007" y="4728761"/>
                </a:lnTo>
                <a:cubicBezTo>
                  <a:pt x="3671256" y="4729177"/>
                  <a:pt x="3671007" y="4730091"/>
                  <a:pt x="3671007" y="4730091"/>
                </a:cubicBezTo>
                <a:lnTo>
                  <a:pt x="3661618" y="4746296"/>
                </a:lnTo>
                <a:cubicBezTo>
                  <a:pt x="3661369" y="4746712"/>
                  <a:pt x="3660953" y="4746961"/>
                  <a:pt x="3660455" y="4746961"/>
                </a:cubicBezTo>
                <a:close/>
                <a:moveTo>
                  <a:pt x="3822308" y="4795390"/>
                </a:moveTo>
                <a:cubicBezTo>
                  <a:pt x="3821809" y="4795390"/>
                  <a:pt x="3821144" y="4794726"/>
                  <a:pt x="3821144" y="4794726"/>
                </a:cubicBezTo>
                <a:lnTo>
                  <a:pt x="3811757" y="4778522"/>
                </a:lnTo>
                <a:cubicBezTo>
                  <a:pt x="3811508" y="4778107"/>
                  <a:pt x="3811757" y="4777193"/>
                  <a:pt x="3811757" y="4777193"/>
                </a:cubicBezTo>
                <a:lnTo>
                  <a:pt x="3821146" y="4760989"/>
                </a:lnTo>
                <a:cubicBezTo>
                  <a:pt x="3821395" y="4760573"/>
                  <a:pt x="3821810" y="4760324"/>
                  <a:pt x="3822309" y="4760324"/>
                </a:cubicBezTo>
                <a:lnTo>
                  <a:pt x="3841003" y="4760323"/>
                </a:lnTo>
                <a:cubicBezTo>
                  <a:pt x="3841501" y="4760323"/>
                  <a:pt x="3842166" y="4760988"/>
                  <a:pt x="3842166" y="4760988"/>
                </a:cubicBezTo>
                <a:lnTo>
                  <a:pt x="3851553" y="4777191"/>
                </a:lnTo>
                <a:cubicBezTo>
                  <a:pt x="3851802" y="4777606"/>
                  <a:pt x="3851553" y="4778520"/>
                  <a:pt x="3851553" y="4778520"/>
                </a:cubicBezTo>
                <a:lnTo>
                  <a:pt x="3842164" y="4794725"/>
                </a:lnTo>
                <a:cubicBezTo>
                  <a:pt x="3841915" y="4795140"/>
                  <a:pt x="3841499" y="4795389"/>
                  <a:pt x="3841001" y="4795389"/>
                </a:cubicBezTo>
                <a:close/>
                <a:moveTo>
                  <a:pt x="3280631" y="4650336"/>
                </a:moveTo>
                <a:cubicBezTo>
                  <a:pt x="3280132" y="4650335"/>
                  <a:pt x="3279468" y="4649672"/>
                  <a:pt x="3279468" y="4649672"/>
                </a:cubicBezTo>
                <a:lnTo>
                  <a:pt x="3270081" y="4633384"/>
                </a:lnTo>
                <a:cubicBezTo>
                  <a:pt x="3269832" y="4632970"/>
                  <a:pt x="3270081" y="4632055"/>
                  <a:pt x="3270081" y="4632055"/>
                </a:cubicBezTo>
                <a:lnTo>
                  <a:pt x="3279470" y="4615768"/>
                </a:lnTo>
                <a:cubicBezTo>
                  <a:pt x="3279719" y="4615352"/>
                  <a:pt x="3280134" y="4615103"/>
                  <a:pt x="3280633" y="4615102"/>
                </a:cubicBezTo>
                <a:lnTo>
                  <a:pt x="3299409" y="4615102"/>
                </a:lnTo>
                <a:cubicBezTo>
                  <a:pt x="3299907" y="4615102"/>
                  <a:pt x="3300572" y="4615767"/>
                  <a:pt x="3300572" y="4615767"/>
                </a:cubicBezTo>
                <a:lnTo>
                  <a:pt x="3309959" y="4632054"/>
                </a:lnTo>
                <a:cubicBezTo>
                  <a:pt x="3310209" y="4632469"/>
                  <a:pt x="3309959" y="4633383"/>
                  <a:pt x="3309959" y="4633383"/>
                </a:cubicBezTo>
                <a:lnTo>
                  <a:pt x="3300571" y="4649670"/>
                </a:lnTo>
                <a:cubicBezTo>
                  <a:pt x="3300320" y="4650085"/>
                  <a:pt x="3299905" y="4650334"/>
                  <a:pt x="3299407" y="4650334"/>
                </a:cubicBezTo>
                <a:close/>
                <a:moveTo>
                  <a:pt x="2859263" y="4537460"/>
                </a:moveTo>
                <a:cubicBezTo>
                  <a:pt x="2858764" y="4537460"/>
                  <a:pt x="2858100" y="4536795"/>
                  <a:pt x="2858100" y="4536795"/>
                </a:cubicBezTo>
                <a:lnTo>
                  <a:pt x="2848630" y="4520425"/>
                </a:lnTo>
                <a:cubicBezTo>
                  <a:pt x="2848381" y="4520010"/>
                  <a:pt x="2848630" y="4519095"/>
                  <a:pt x="2848630" y="4519095"/>
                </a:cubicBezTo>
                <a:lnTo>
                  <a:pt x="2858103" y="4502724"/>
                </a:lnTo>
                <a:cubicBezTo>
                  <a:pt x="2858352" y="4502308"/>
                  <a:pt x="2858767" y="4502059"/>
                  <a:pt x="2859266" y="4502060"/>
                </a:cubicBezTo>
                <a:lnTo>
                  <a:pt x="2878208" y="4502058"/>
                </a:lnTo>
                <a:cubicBezTo>
                  <a:pt x="2878707" y="4502058"/>
                  <a:pt x="2879371" y="4502723"/>
                  <a:pt x="2879371" y="4502723"/>
                </a:cubicBezTo>
                <a:lnTo>
                  <a:pt x="2888841" y="4519093"/>
                </a:lnTo>
                <a:cubicBezTo>
                  <a:pt x="2889091" y="4519508"/>
                  <a:pt x="2888841" y="4520423"/>
                  <a:pt x="2888841" y="4520423"/>
                </a:cubicBezTo>
                <a:lnTo>
                  <a:pt x="2879368" y="4536793"/>
                </a:lnTo>
                <a:cubicBezTo>
                  <a:pt x="2879120" y="4537209"/>
                  <a:pt x="2878705" y="4537459"/>
                  <a:pt x="2878206" y="4537459"/>
                </a:cubicBezTo>
                <a:close/>
                <a:moveTo>
                  <a:pt x="3581508" y="4731086"/>
                </a:moveTo>
                <a:cubicBezTo>
                  <a:pt x="3581010" y="4731086"/>
                  <a:pt x="3580344" y="4730422"/>
                  <a:pt x="3580344" y="4730422"/>
                </a:cubicBezTo>
                <a:lnTo>
                  <a:pt x="3570957" y="4714220"/>
                </a:lnTo>
                <a:cubicBezTo>
                  <a:pt x="3570708" y="4713805"/>
                  <a:pt x="3570957" y="4712891"/>
                  <a:pt x="3570957" y="4712891"/>
                </a:cubicBezTo>
                <a:lnTo>
                  <a:pt x="3580345" y="4696690"/>
                </a:lnTo>
                <a:cubicBezTo>
                  <a:pt x="3580594" y="4696274"/>
                  <a:pt x="3581010" y="4696025"/>
                  <a:pt x="3581508" y="4696025"/>
                </a:cubicBezTo>
                <a:lnTo>
                  <a:pt x="3600201" y="4696025"/>
                </a:lnTo>
                <a:cubicBezTo>
                  <a:pt x="3600699" y="4696025"/>
                  <a:pt x="3601364" y="4696690"/>
                  <a:pt x="3601364" y="4696690"/>
                </a:cubicBezTo>
                <a:lnTo>
                  <a:pt x="3610752" y="4712891"/>
                </a:lnTo>
                <a:cubicBezTo>
                  <a:pt x="3611001" y="4713306"/>
                  <a:pt x="3610752" y="4714220"/>
                  <a:pt x="3610752" y="4714220"/>
                </a:cubicBezTo>
                <a:lnTo>
                  <a:pt x="3601364" y="4730422"/>
                </a:lnTo>
                <a:cubicBezTo>
                  <a:pt x="3601115" y="4730837"/>
                  <a:pt x="3600699" y="4731086"/>
                  <a:pt x="3600201" y="4731086"/>
                </a:cubicBezTo>
                <a:close/>
                <a:moveTo>
                  <a:pt x="2618549" y="4473067"/>
                </a:moveTo>
                <a:cubicBezTo>
                  <a:pt x="2618050" y="4473066"/>
                  <a:pt x="2617386" y="4472402"/>
                  <a:pt x="2617386" y="4472402"/>
                </a:cubicBezTo>
                <a:lnTo>
                  <a:pt x="2607998" y="4456117"/>
                </a:lnTo>
                <a:cubicBezTo>
                  <a:pt x="2607749" y="4455701"/>
                  <a:pt x="2607998" y="4454788"/>
                  <a:pt x="2607998" y="4454788"/>
                </a:cubicBezTo>
                <a:lnTo>
                  <a:pt x="2617387" y="4438502"/>
                </a:lnTo>
                <a:cubicBezTo>
                  <a:pt x="2617636" y="4438086"/>
                  <a:pt x="2618051" y="4437837"/>
                  <a:pt x="2618550" y="4437837"/>
                </a:cubicBezTo>
                <a:lnTo>
                  <a:pt x="2637326" y="4437836"/>
                </a:lnTo>
                <a:cubicBezTo>
                  <a:pt x="2637824" y="4437836"/>
                  <a:pt x="2638489" y="4438501"/>
                  <a:pt x="2638489" y="4438501"/>
                </a:cubicBezTo>
                <a:lnTo>
                  <a:pt x="2647877" y="4454786"/>
                </a:lnTo>
                <a:cubicBezTo>
                  <a:pt x="2648126" y="4455202"/>
                  <a:pt x="2647877" y="4456115"/>
                  <a:pt x="2647877" y="4456115"/>
                </a:cubicBezTo>
                <a:lnTo>
                  <a:pt x="2638488" y="4472402"/>
                </a:lnTo>
                <a:cubicBezTo>
                  <a:pt x="2638238" y="4472816"/>
                  <a:pt x="2637823" y="4473065"/>
                  <a:pt x="2637325" y="4473066"/>
                </a:cubicBezTo>
                <a:close/>
                <a:moveTo>
                  <a:pt x="2678608" y="4489441"/>
                </a:moveTo>
                <a:cubicBezTo>
                  <a:pt x="2678109" y="4489441"/>
                  <a:pt x="2677445" y="4488777"/>
                  <a:pt x="2677445" y="4488777"/>
                </a:cubicBezTo>
                <a:lnTo>
                  <a:pt x="2667974" y="4472410"/>
                </a:lnTo>
                <a:cubicBezTo>
                  <a:pt x="2667725" y="4471994"/>
                  <a:pt x="2667974" y="4471080"/>
                  <a:pt x="2667974" y="4471080"/>
                </a:cubicBezTo>
                <a:lnTo>
                  <a:pt x="2677445" y="4454714"/>
                </a:lnTo>
                <a:cubicBezTo>
                  <a:pt x="2677694" y="4454298"/>
                  <a:pt x="2678109" y="4454049"/>
                  <a:pt x="2678608" y="4454049"/>
                </a:cubicBezTo>
                <a:lnTo>
                  <a:pt x="2697550" y="4454049"/>
                </a:lnTo>
                <a:cubicBezTo>
                  <a:pt x="2698049" y="4454049"/>
                  <a:pt x="2698713" y="4454714"/>
                  <a:pt x="2698713" y="4454714"/>
                </a:cubicBezTo>
                <a:lnTo>
                  <a:pt x="2708184" y="4471080"/>
                </a:lnTo>
                <a:cubicBezTo>
                  <a:pt x="2708434" y="4471496"/>
                  <a:pt x="2708184" y="4472410"/>
                  <a:pt x="2708184" y="4472410"/>
                </a:cubicBezTo>
                <a:lnTo>
                  <a:pt x="2698713" y="4488776"/>
                </a:lnTo>
                <a:cubicBezTo>
                  <a:pt x="2698464" y="4489193"/>
                  <a:pt x="2698049" y="4489441"/>
                  <a:pt x="2697550" y="4489441"/>
                </a:cubicBezTo>
                <a:close/>
                <a:moveTo>
                  <a:pt x="3521172" y="4715230"/>
                </a:moveTo>
                <a:cubicBezTo>
                  <a:pt x="3520675" y="4715230"/>
                  <a:pt x="3520009" y="4714565"/>
                  <a:pt x="3520009" y="4714565"/>
                </a:cubicBezTo>
                <a:lnTo>
                  <a:pt x="3510456" y="4698031"/>
                </a:lnTo>
                <a:cubicBezTo>
                  <a:pt x="3510207" y="4697615"/>
                  <a:pt x="3510456" y="4696701"/>
                  <a:pt x="3510456" y="4696701"/>
                </a:cubicBezTo>
                <a:lnTo>
                  <a:pt x="3520011" y="4680166"/>
                </a:lnTo>
                <a:cubicBezTo>
                  <a:pt x="3520260" y="4679750"/>
                  <a:pt x="3520676" y="4679500"/>
                  <a:pt x="3521174" y="4679500"/>
                </a:cubicBezTo>
                <a:lnTo>
                  <a:pt x="3540282" y="4679500"/>
                </a:lnTo>
                <a:cubicBezTo>
                  <a:pt x="3540781" y="4679500"/>
                  <a:pt x="3541445" y="4680165"/>
                  <a:pt x="3541445" y="4680165"/>
                </a:cubicBezTo>
                <a:lnTo>
                  <a:pt x="3550999" y="4696699"/>
                </a:lnTo>
                <a:cubicBezTo>
                  <a:pt x="3551249" y="4697115"/>
                  <a:pt x="3550999" y="4698029"/>
                  <a:pt x="3550999" y="4698029"/>
                </a:cubicBezTo>
                <a:lnTo>
                  <a:pt x="3541444" y="4714565"/>
                </a:lnTo>
                <a:cubicBezTo>
                  <a:pt x="3541195" y="4714981"/>
                  <a:pt x="3540780" y="4715230"/>
                  <a:pt x="3540281" y="4715229"/>
                </a:cubicBezTo>
                <a:close/>
                <a:moveTo>
                  <a:pt x="2798866" y="4521745"/>
                </a:moveTo>
                <a:cubicBezTo>
                  <a:pt x="2798368" y="4521745"/>
                  <a:pt x="2797952" y="4521496"/>
                  <a:pt x="2797703" y="4521080"/>
                </a:cubicBezTo>
                <a:lnTo>
                  <a:pt x="2788067" y="4504463"/>
                </a:lnTo>
                <a:cubicBezTo>
                  <a:pt x="2787818" y="4504046"/>
                  <a:pt x="2787818" y="4503548"/>
                  <a:pt x="2788067" y="4503132"/>
                </a:cubicBezTo>
                <a:lnTo>
                  <a:pt x="2797705" y="4486513"/>
                </a:lnTo>
                <a:cubicBezTo>
                  <a:pt x="2797954" y="4486098"/>
                  <a:pt x="2798370" y="4485848"/>
                  <a:pt x="2798868" y="4485848"/>
                </a:cubicBezTo>
                <a:lnTo>
                  <a:pt x="2818060" y="4485847"/>
                </a:lnTo>
                <a:cubicBezTo>
                  <a:pt x="2818558" y="4485848"/>
                  <a:pt x="2818973" y="4486096"/>
                  <a:pt x="2819223" y="4486512"/>
                </a:cubicBezTo>
                <a:lnTo>
                  <a:pt x="2828860" y="4503130"/>
                </a:lnTo>
                <a:cubicBezTo>
                  <a:pt x="2829108" y="4503546"/>
                  <a:pt x="2829109" y="4504044"/>
                  <a:pt x="2828859" y="4504460"/>
                </a:cubicBezTo>
                <a:lnTo>
                  <a:pt x="2819221" y="4521080"/>
                </a:lnTo>
                <a:cubicBezTo>
                  <a:pt x="2818971" y="4521495"/>
                  <a:pt x="2818556" y="4521744"/>
                  <a:pt x="2818058" y="4521745"/>
                </a:cubicBezTo>
                <a:close/>
                <a:moveTo>
                  <a:pt x="3942454" y="4828203"/>
                </a:moveTo>
                <a:cubicBezTo>
                  <a:pt x="3941955" y="4828203"/>
                  <a:pt x="3941291" y="4827538"/>
                  <a:pt x="3941291" y="4827538"/>
                </a:cubicBezTo>
                <a:lnTo>
                  <a:pt x="3931737" y="4811005"/>
                </a:lnTo>
                <a:cubicBezTo>
                  <a:pt x="3931488" y="4810588"/>
                  <a:pt x="3931737" y="4809674"/>
                  <a:pt x="3931737" y="4809674"/>
                </a:cubicBezTo>
                <a:lnTo>
                  <a:pt x="3941292" y="4793141"/>
                </a:lnTo>
                <a:cubicBezTo>
                  <a:pt x="3941541" y="4792724"/>
                  <a:pt x="3941956" y="4792476"/>
                  <a:pt x="3942455" y="4792475"/>
                </a:cubicBezTo>
                <a:lnTo>
                  <a:pt x="3961563" y="4792475"/>
                </a:lnTo>
                <a:cubicBezTo>
                  <a:pt x="3962062" y="4792475"/>
                  <a:pt x="3962726" y="4793139"/>
                  <a:pt x="3962726" y="4793139"/>
                </a:cubicBezTo>
                <a:lnTo>
                  <a:pt x="3972279" y="4809674"/>
                </a:lnTo>
                <a:cubicBezTo>
                  <a:pt x="3972530" y="4810089"/>
                  <a:pt x="3972280" y="4811004"/>
                  <a:pt x="3972280" y="4811004"/>
                </a:cubicBezTo>
                <a:lnTo>
                  <a:pt x="3962725" y="4827537"/>
                </a:lnTo>
                <a:cubicBezTo>
                  <a:pt x="3962476" y="4827953"/>
                  <a:pt x="3962061" y="4828202"/>
                  <a:pt x="3961562" y="4828203"/>
                </a:cubicBezTo>
                <a:close/>
                <a:moveTo>
                  <a:pt x="2919244" y="4554075"/>
                </a:moveTo>
                <a:cubicBezTo>
                  <a:pt x="2918745" y="4554075"/>
                  <a:pt x="2918330" y="4553825"/>
                  <a:pt x="2918081" y="4553411"/>
                </a:cubicBezTo>
                <a:lnTo>
                  <a:pt x="2908445" y="4536709"/>
                </a:lnTo>
                <a:cubicBezTo>
                  <a:pt x="2908195" y="4536292"/>
                  <a:pt x="2908196" y="4535794"/>
                  <a:pt x="2908445" y="4535380"/>
                </a:cubicBezTo>
                <a:lnTo>
                  <a:pt x="2918083" y="4518676"/>
                </a:lnTo>
                <a:cubicBezTo>
                  <a:pt x="2918332" y="4518261"/>
                  <a:pt x="2918748" y="4518011"/>
                  <a:pt x="2919246" y="4518011"/>
                </a:cubicBezTo>
                <a:lnTo>
                  <a:pt x="2938604" y="4518010"/>
                </a:lnTo>
                <a:cubicBezTo>
                  <a:pt x="2939102" y="4518010"/>
                  <a:pt x="2939517" y="4518259"/>
                  <a:pt x="2939767" y="4518675"/>
                </a:cubicBezTo>
                <a:lnTo>
                  <a:pt x="2949403" y="4535377"/>
                </a:lnTo>
                <a:cubicBezTo>
                  <a:pt x="2949652" y="4535792"/>
                  <a:pt x="2949652" y="4536290"/>
                  <a:pt x="2949403" y="4536707"/>
                </a:cubicBezTo>
                <a:lnTo>
                  <a:pt x="2939765" y="4553410"/>
                </a:lnTo>
                <a:cubicBezTo>
                  <a:pt x="2939515" y="4553825"/>
                  <a:pt x="2939100" y="4554074"/>
                  <a:pt x="2938602" y="4554074"/>
                </a:cubicBezTo>
                <a:close/>
                <a:moveTo>
                  <a:pt x="3460953" y="4699227"/>
                </a:moveTo>
                <a:cubicBezTo>
                  <a:pt x="3460456" y="4699227"/>
                  <a:pt x="3459790" y="4698562"/>
                  <a:pt x="3459790" y="4698562"/>
                </a:cubicBezTo>
                <a:lnTo>
                  <a:pt x="3450237" y="4682029"/>
                </a:lnTo>
                <a:cubicBezTo>
                  <a:pt x="3449988" y="4681613"/>
                  <a:pt x="3450237" y="4680699"/>
                  <a:pt x="3450237" y="4680699"/>
                </a:cubicBezTo>
                <a:lnTo>
                  <a:pt x="3459792" y="4664166"/>
                </a:lnTo>
                <a:cubicBezTo>
                  <a:pt x="3460040" y="4663749"/>
                  <a:pt x="3460456" y="4663500"/>
                  <a:pt x="3460954" y="4663500"/>
                </a:cubicBezTo>
                <a:lnTo>
                  <a:pt x="3480063" y="4663500"/>
                </a:lnTo>
                <a:cubicBezTo>
                  <a:pt x="3480562" y="4663500"/>
                  <a:pt x="3481226" y="4664165"/>
                  <a:pt x="3481226" y="4664165"/>
                </a:cubicBezTo>
                <a:lnTo>
                  <a:pt x="3490779" y="4680698"/>
                </a:lnTo>
                <a:cubicBezTo>
                  <a:pt x="3491029" y="4681114"/>
                  <a:pt x="3490779" y="4682028"/>
                  <a:pt x="3490779" y="4682028"/>
                </a:cubicBezTo>
                <a:lnTo>
                  <a:pt x="3481224" y="4698562"/>
                </a:lnTo>
                <a:cubicBezTo>
                  <a:pt x="3480976" y="4698978"/>
                  <a:pt x="3480561" y="4699227"/>
                  <a:pt x="3480062" y="4699227"/>
                </a:cubicBezTo>
                <a:close/>
                <a:moveTo>
                  <a:pt x="3220186" y="4634721"/>
                </a:moveTo>
                <a:cubicBezTo>
                  <a:pt x="3219687" y="4634721"/>
                  <a:pt x="3219023" y="4634056"/>
                  <a:pt x="3219023" y="4634056"/>
                </a:cubicBezTo>
                <a:lnTo>
                  <a:pt x="3209553" y="4617607"/>
                </a:lnTo>
                <a:cubicBezTo>
                  <a:pt x="3209304" y="4617191"/>
                  <a:pt x="3209553" y="4616277"/>
                  <a:pt x="3209553" y="4616277"/>
                </a:cubicBezTo>
                <a:lnTo>
                  <a:pt x="3219107" y="4599828"/>
                </a:lnTo>
                <a:cubicBezTo>
                  <a:pt x="3219356" y="4599412"/>
                  <a:pt x="3219771" y="4599163"/>
                  <a:pt x="3220270" y="4599163"/>
                </a:cubicBezTo>
                <a:lnTo>
                  <a:pt x="3239295" y="4599163"/>
                </a:lnTo>
                <a:cubicBezTo>
                  <a:pt x="3239793" y="4599163"/>
                  <a:pt x="3240458" y="4599828"/>
                  <a:pt x="3240458" y="4599828"/>
                </a:cubicBezTo>
                <a:lnTo>
                  <a:pt x="3249929" y="4616277"/>
                </a:lnTo>
                <a:cubicBezTo>
                  <a:pt x="3250178" y="4616693"/>
                  <a:pt x="3249929" y="4617607"/>
                  <a:pt x="3249929" y="4617607"/>
                </a:cubicBezTo>
                <a:lnTo>
                  <a:pt x="3240374" y="4634056"/>
                </a:lnTo>
                <a:cubicBezTo>
                  <a:pt x="3240126" y="4634472"/>
                  <a:pt x="3239711" y="4634721"/>
                  <a:pt x="3239212" y="4634721"/>
                </a:cubicBezTo>
                <a:close/>
                <a:moveTo>
                  <a:pt x="3099688" y="4602629"/>
                </a:moveTo>
                <a:cubicBezTo>
                  <a:pt x="3099272" y="4602629"/>
                  <a:pt x="3098773" y="4602380"/>
                  <a:pt x="3098524" y="4601965"/>
                </a:cubicBezTo>
                <a:lnTo>
                  <a:pt x="3088722" y="4584930"/>
                </a:lnTo>
                <a:cubicBezTo>
                  <a:pt x="3088473" y="4584514"/>
                  <a:pt x="3088474" y="4583932"/>
                  <a:pt x="3088723" y="4583517"/>
                </a:cubicBezTo>
                <a:lnTo>
                  <a:pt x="3098527" y="4566481"/>
                </a:lnTo>
                <a:cubicBezTo>
                  <a:pt x="3098776" y="4566065"/>
                  <a:pt x="3099192" y="4565816"/>
                  <a:pt x="3099690" y="4565816"/>
                </a:cubicBezTo>
                <a:lnTo>
                  <a:pt x="3119297" y="4565815"/>
                </a:lnTo>
                <a:cubicBezTo>
                  <a:pt x="3119713" y="4565814"/>
                  <a:pt x="3120211" y="4566063"/>
                  <a:pt x="3120460" y="4566480"/>
                </a:cubicBezTo>
                <a:lnTo>
                  <a:pt x="3130263" y="4583515"/>
                </a:lnTo>
                <a:cubicBezTo>
                  <a:pt x="3130512" y="4583930"/>
                  <a:pt x="3130512" y="4584512"/>
                  <a:pt x="3130263" y="4584927"/>
                </a:cubicBezTo>
                <a:lnTo>
                  <a:pt x="3120458" y="4601963"/>
                </a:lnTo>
                <a:cubicBezTo>
                  <a:pt x="3120209" y="4602379"/>
                  <a:pt x="3119793" y="4602629"/>
                  <a:pt x="3119295" y="4602627"/>
                </a:cubicBezTo>
                <a:close/>
                <a:moveTo>
                  <a:pt x="3159859" y="4618815"/>
                </a:moveTo>
                <a:cubicBezTo>
                  <a:pt x="3159443" y="4618816"/>
                  <a:pt x="3158944" y="4618566"/>
                  <a:pt x="3158696" y="4618150"/>
                </a:cubicBezTo>
                <a:lnTo>
                  <a:pt x="3148893" y="4601116"/>
                </a:lnTo>
                <a:cubicBezTo>
                  <a:pt x="3148644" y="4600701"/>
                  <a:pt x="3148644" y="4600119"/>
                  <a:pt x="3148893" y="4599704"/>
                </a:cubicBezTo>
                <a:lnTo>
                  <a:pt x="3158697" y="4582669"/>
                </a:lnTo>
                <a:cubicBezTo>
                  <a:pt x="3158947" y="4582252"/>
                  <a:pt x="3159362" y="4582004"/>
                  <a:pt x="3159861" y="4582003"/>
                </a:cubicBezTo>
                <a:lnTo>
                  <a:pt x="3179468" y="4582002"/>
                </a:lnTo>
                <a:cubicBezTo>
                  <a:pt x="3179884" y="4582003"/>
                  <a:pt x="3180382" y="4582251"/>
                  <a:pt x="3180631" y="4582667"/>
                </a:cubicBezTo>
                <a:lnTo>
                  <a:pt x="3190434" y="4599702"/>
                </a:lnTo>
                <a:cubicBezTo>
                  <a:pt x="3190683" y="4600116"/>
                  <a:pt x="3190683" y="4600699"/>
                  <a:pt x="3190434" y="4601114"/>
                </a:cubicBezTo>
                <a:lnTo>
                  <a:pt x="3180629" y="4618149"/>
                </a:lnTo>
                <a:cubicBezTo>
                  <a:pt x="3180380" y="4618565"/>
                  <a:pt x="3179964" y="4618815"/>
                  <a:pt x="3179465" y="4618815"/>
                </a:cubicBezTo>
                <a:close/>
                <a:moveTo>
                  <a:pt x="2979138" y="4570665"/>
                </a:moveTo>
                <a:cubicBezTo>
                  <a:pt x="2978640" y="4570665"/>
                  <a:pt x="2978141" y="4570415"/>
                  <a:pt x="2977892" y="4570000"/>
                </a:cubicBezTo>
                <a:lnTo>
                  <a:pt x="2967924" y="4552715"/>
                </a:lnTo>
                <a:cubicBezTo>
                  <a:pt x="2967675" y="4552300"/>
                  <a:pt x="2967675" y="4551719"/>
                  <a:pt x="2967924" y="4551303"/>
                </a:cubicBezTo>
                <a:lnTo>
                  <a:pt x="2977895" y="4534017"/>
                </a:lnTo>
                <a:cubicBezTo>
                  <a:pt x="2978144" y="4533600"/>
                  <a:pt x="2978643" y="4533352"/>
                  <a:pt x="2979141" y="4533352"/>
                </a:cubicBezTo>
                <a:lnTo>
                  <a:pt x="2999081" y="4533350"/>
                </a:lnTo>
                <a:cubicBezTo>
                  <a:pt x="2999579" y="4533350"/>
                  <a:pt x="3000078" y="4533600"/>
                  <a:pt x="3000327" y="4534015"/>
                </a:cubicBezTo>
                <a:lnTo>
                  <a:pt x="3010295" y="4551300"/>
                </a:lnTo>
                <a:cubicBezTo>
                  <a:pt x="3010544" y="4551715"/>
                  <a:pt x="3010544" y="4552296"/>
                  <a:pt x="3010295" y="4552712"/>
                </a:cubicBezTo>
                <a:lnTo>
                  <a:pt x="3000324" y="4569998"/>
                </a:lnTo>
                <a:cubicBezTo>
                  <a:pt x="3000075" y="4570414"/>
                  <a:pt x="2999577" y="4570663"/>
                  <a:pt x="2999079" y="4570664"/>
                </a:cubicBezTo>
                <a:close/>
                <a:moveTo>
                  <a:pt x="3400528" y="4683604"/>
                </a:moveTo>
                <a:cubicBezTo>
                  <a:pt x="3400113" y="4683604"/>
                  <a:pt x="3399614" y="4683355"/>
                  <a:pt x="3399365" y="4682938"/>
                </a:cubicBezTo>
                <a:lnTo>
                  <a:pt x="3389562" y="4665907"/>
                </a:lnTo>
                <a:cubicBezTo>
                  <a:pt x="3389313" y="4665492"/>
                  <a:pt x="3389313" y="4664910"/>
                  <a:pt x="3389562" y="4664495"/>
                </a:cubicBezTo>
                <a:lnTo>
                  <a:pt x="3399365" y="4647464"/>
                </a:lnTo>
                <a:cubicBezTo>
                  <a:pt x="3399614" y="4647048"/>
                  <a:pt x="3400030" y="4646798"/>
                  <a:pt x="3400528" y="4646799"/>
                </a:cubicBezTo>
                <a:lnTo>
                  <a:pt x="3420135" y="4646799"/>
                </a:lnTo>
                <a:cubicBezTo>
                  <a:pt x="3420551" y="4646798"/>
                  <a:pt x="3421049" y="4647047"/>
                  <a:pt x="3421298" y="4647463"/>
                </a:cubicBezTo>
                <a:lnTo>
                  <a:pt x="3431102" y="4664495"/>
                </a:lnTo>
                <a:cubicBezTo>
                  <a:pt x="3431351" y="4664910"/>
                  <a:pt x="3431351" y="4665492"/>
                  <a:pt x="3431102" y="4665907"/>
                </a:cubicBezTo>
                <a:lnTo>
                  <a:pt x="3421298" y="4682938"/>
                </a:lnTo>
                <a:cubicBezTo>
                  <a:pt x="3421049" y="4683354"/>
                  <a:pt x="3420633" y="4683603"/>
                  <a:pt x="3420134" y="4683603"/>
                </a:cubicBezTo>
                <a:close/>
                <a:moveTo>
                  <a:pt x="3340282" y="4667558"/>
                </a:moveTo>
                <a:cubicBezTo>
                  <a:pt x="3339784" y="4667558"/>
                  <a:pt x="3339286" y="4667309"/>
                  <a:pt x="3339036" y="4666894"/>
                </a:cubicBezTo>
                <a:lnTo>
                  <a:pt x="3329150" y="4649694"/>
                </a:lnTo>
                <a:cubicBezTo>
                  <a:pt x="3328901" y="4649279"/>
                  <a:pt x="3328901" y="4648698"/>
                  <a:pt x="3329151" y="4648282"/>
                </a:cubicBezTo>
                <a:lnTo>
                  <a:pt x="3339037" y="4631082"/>
                </a:lnTo>
                <a:cubicBezTo>
                  <a:pt x="3339287" y="4630666"/>
                  <a:pt x="3339785" y="4630417"/>
                  <a:pt x="3340283" y="4630417"/>
                </a:cubicBezTo>
                <a:lnTo>
                  <a:pt x="3360141" y="4630416"/>
                </a:lnTo>
                <a:cubicBezTo>
                  <a:pt x="3360638" y="4630416"/>
                  <a:pt x="3361137" y="4630665"/>
                  <a:pt x="3361386" y="4631082"/>
                </a:cubicBezTo>
                <a:lnTo>
                  <a:pt x="3371272" y="4648281"/>
                </a:lnTo>
                <a:cubicBezTo>
                  <a:pt x="3371521" y="4648697"/>
                  <a:pt x="3371521" y="4649277"/>
                  <a:pt x="3371272" y="4649693"/>
                </a:cubicBezTo>
                <a:lnTo>
                  <a:pt x="3361385" y="4666893"/>
                </a:lnTo>
                <a:cubicBezTo>
                  <a:pt x="3361135" y="4667309"/>
                  <a:pt x="3360637" y="4667557"/>
                  <a:pt x="3360139" y="4667558"/>
                </a:cubicBezTo>
                <a:close/>
                <a:moveTo>
                  <a:pt x="1113265" y="4071043"/>
                </a:moveTo>
                <a:cubicBezTo>
                  <a:pt x="1112767" y="4071043"/>
                  <a:pt x="1112268" y="4070711"/>
                  <a:pt x="1112019" y="4070295"/>
                </a:cubicBezTo>
                <a:lnTo>
                  <a:pt x="1101968" y="4052846"/>
                </a:lnTo>
                <a:cubicBezTo>
                  <a:pt x="1101718" y="4052430"/>
                  <a:pt x="1101719" y="4051849"/>
                  <a:pt x="1101968" y="4051433"/>
                </a:cubicBezTo>
                <a:lnTo>
                  <a:pt x="1112021" y="4033983"/>
                </a:lnTo>
                <a:cubicBezTo>
                  <a:pt x="1112270" y="4033484"/>
                  <a:pt x="1112769" y="4033235"/>
                  <a:pt x="1113267" y="4033234"/>
                </a:cubicBezTo>
                <a:lnTo>
                  <a:pt x="1133373" y="4033233"/>
                </a:lnTo>
                <a:cubicBezTo>
                  <a:pt x="1133871" y="4033234"/>
                  <a:pt x="1134370" y="4033565"/>
                  <a:pt x="1134619" y="4033982"/>
                </a:cubicBezTo>
                <a:lnTo>
                  <a:pt x="1144671" y="4051430"/>
                </a:lnTo>
                <a:cubicBezTo>
                  <a:pt x="1144921" y="4051846"/>
                  <a:pt x="1144920" y="4052427"/>
                  <a:pt x="1144671" y="4052844"/>
                </a:cubicBezTo>
                <a:lnTo>
                  <a:pt x="1134617" y="4070294"/>
                </a:lnTo>
                <a:cubicBezTo>
                  <a:pt x="1134368" y="4070793"/>
                  <a:pt x="1133869" y="4071042"/>
                  <a:pt x="1133371" y="4071042"/>
                </a:cubicBezTo>
                <a:close/>
                <a:moveTo>
                  <a:pt x="4002169" y="4845271"/>
                </a:moveTo>
                <a:cubicBezTo>
                  <a:pt x="4001670" y="4845271"/>
                  <a:pt x="4001172" y="4844939"/>
                  <a:pt x="4000923" y="4844523"/>
                </a:cubicBezTo>
                <a:lnTo>
                  <a:pt x="3990870" y="4827076"/>
                </a:lnTo>
                <a:cubicBezTo>
                  <a:pt x="3990621" y="4826659"/>
                  <a:pt x="3990621" y="4826079"/>
                  <a:pt x="3990870" y="4825663"/>
                </a:cubicBezTo>
                <a:lnTo>
                  <a:pt x="4000924" y="4808215"/>
                </a:lnTo>
                <a:cubicBezTo>
                  <a:pt x="4001173" y="4807716"/>
                  <a:pt x="4001671" y="4807467"/>
                  <a:pt x="4002170" y="4807467"/>
                </a:cubicBezTo>
                <a:lnTo>
                  <a:pt x="4022275" y="4807466"/>
                </a:lnTo>
                <a:cubicBezTo>
                  <a:pt x="4022773" y="4807466"/>
                  <a:pt x="4023272" y="4807798"/>
                  <a:pt x="4023521" y="4808214"/>
                </a:cubicBezTo>
                <a:lnTo>
                  <a:pt x="4033573" y="4825662"/>
                </a:lnTo>
                <a:cubicBezTo>
                  <a:pt x="4033823" y="4826078"/>
                  <a:pt x="4033822" y="4826658"/>
                  <a:pt x="4033574" y="4827075"/>
                </a:cubicBezTo>
                <a:lnTo>
                  <a:pt x="4023520" y="4844523"/>
                </a:lnTo>
                <a:cubicBezTo>
                  <a:pt x="4023271" y="4845021"/>
                  <a:pt x="4022772" y="4845271"/>
                  <a:pt x="4022274" y="4845271"/>
                </a:cubicBezTo>
                <a:close/>
                <a:moveTo>
                  <a:pt x="3039158" y="4587273"/>
                </a:moveTo>
                <a:cubicBezTo>
                  <a:pt x="3038659" y="4587272"/>
                  <a:pt x="3038161" y="4586940"/>
                  <a:pt x="3037912" y="4586525"/>
                </a:cubicBezTo>
                <a:lnTo>
                  <a:pt x="3027942" y="4569161"/>
                </a:lnTo>
                <a:cubicBezTo>
                  <a:pt x="3027693" y="4568745"/>
                  <a:pt x="3027693" y="4568164"/>
                  <a:pt x="3027942" y="4567748"/>
                </a:cubicBezTo>
                <a:lnTo>
                  <a:pt x="3037994" y="4550385"/>
                </a:lnTo>
                <a:cubicBezTo>
                  <a:pt x="3038244" y="4549886"/>
                  <a:pt x="3038742" y="4549637"/>
                  <a:pt x="3039241" y="4549637"/>
                </a:cubicBezTo>
                <a:lnTo>
                  <a:pt x="3059263" y="4549637"/>
                </a:lnTo>
                <a:cubicBezTo>
                  <a:pt x="3059761" y="4549637"/>
                  <a:pt x="3060260" y="4549969"/>
                  <a:pt x="3060509" y="4550385"/>
                </a:cubicBezTo>
                <a:lnTo>
                  <a:pt x="3070478" y="4567748"/>
                </a:lnTo>
                <a:cubicBezTo>
                  <a:pt x="3070728" y="4568164"/>
                  <a:pt x="3070728" y="4568745"/>
                  <a:pt x="3070478" y="4569161"/>
                </a:cubicBezTo>
                <a:lnTo>
                  <a:pt x="3060425" y="4586524"/>
                </a:lnTo>
                <a:cubicBezTo>
                  <a:pt x="3060177" y="4587023"/>
                  <a:pt x="3059678" y="4587272"/>
                  <a:pt x="3059180" y="4587272"/>
                </a:cubicBezTo>
                <a:close/>
                <a:moveTo>
                  <a:pt x="1594498" y="4200417"/>
                </a:moveTo>
                <a:cubicBezTo>
                  <a:pt x="1594000" y="4200418"/>
                  <a:pt x="1593501" y="4200085"/>
                  <a:pt x="1593252" y="4199670"/>
                </a:cubicBezTo>
                <a:lnTo>
                  <a:pt x="1582951" y="4181888"/>
                </a:lnTo>
                <a:cubicBezTo>
                  <a:pt x="1582702" y="4181472"/>
                  <a:pt x="1582702" y="4180891"/>
                  <a:pt x="1582951" y="4180475"/>
                </a:cubicBezTo>
                <a:lnTo>
                  <a:pt x="1593254" y="4162692"/>
                </a:lnTo>
                <a:cubicBezTo>
                  <a:pt x="1593503" y="4162193"/>
                  <a:pt x="1594002" y="4161944"/>
                  <a:pt x="1594500" y="4161944"/>
                </a:cubicBezTo>
                <a:lnTo>
                  <a:pt x="1615021" y="4161943"/>
                </a:lnTo>
                <a:cubicBezTo>
                  <a:pt x="1615519" y="4161942"/>
                  <a:pt x="1616017" y="4162275"/>
                  <a:pt x="1616268" y="4162691"/>
                </a:cubicBezTo>
                <a:lnTo>
                  <a:pt x="1626569" y="4180474"/>
                </a:lnTo>
                <a:cubicBezTo>
                  <a:pt x="1626817" y="4180888"/>
                  <a:pt x="1626818" y="4181469"/>
                  <a:pt x="1626568" y="4181886"/>
                </a:cubicBezTo>
                <a:lnTo>
                  <a:pt x="1616266" y="4199669"/>
                </a:lnTo>
                <a:cubicBezTo>
                  <a:pt x="1616015" y="4200167"/>
                  <a:pt x="1615517" y="4200417"/>
                  <a:pt x="1615020" y="4200416"/>
                </a:cubicBezTo>
                <a:close/>
                <a:moveTo>
                  <a:pt x="571365" y="3926273"/>
                </a:moveTo>
                <a:cubicBezTo>
                  <a:pt x="570866" y="3926273"/>
                  <a:pt x="570368" y="3925941"/>
                  <a:pt x="570119" y="3925525"/>
                </a:cubicBezTo>
                <a:lnTo>
                  <a:pt x="559819" y="3907659"/>
                </a:lnTo>
                <a:cubicBezTo>
                  <a:pt x="559570" y="3907161"/>
                  <a:pt x="559570" y="3906579"/>
                  <a:pt x="559819" y="3906163"/>
                </a:cubicBezTo>
                <a:lnTo>
                  <a:pt x="570121" y="3888296"/>
                </a:lnTo>
                <a:cubicBezTo>
                  <a:pt x="570371" y="3887797"/>
                  <a:pt x="570869" y="3887548"/>
                  <a:pt x="571368" y="3887548"/>
                </a:cubicBezTo>
                <a:lnTo>
                  <a:pt x="592055" y="3887546"/>
                </a:lnTo>
                <a:cubicBezTo>
                  <a:pt x="592554" y="3887546"/>
                  <a:pt x="593052" y="3887878"/>
                  <a:pt x="593302" y="3888294"/>
                </a:cubicBezTo>
                <a:lnTo>
                  <a:pt x="603602" y="3906160"/>
                </a:lnTo>
                <a:cubicBezTo>
                  <a:pt x="603852" y="3906658"/>
                  <a:pt x="603852" y="3907240"/>
                  <a:pt x="603602" y="3907656"/>
                </a:cubicBezTo>
                <a:lnTo>
                  <a:pt x="593299" y="3925523"/>
                </a:lnTo>
                <a:cubicBezTo>
                  <a:pt x="593049" y="3926023"/>
                  <a:pt x="592551" y="3926272"/>
                  <a:pt x="592052" y="3926271"/>
                </a:cubicBezTo>
                <a:close/>
                <a:moveTo>
                  <a:pt x="2136218" y="4345627"/>
                </a:moveTo>
                <a:cubicBezTo>
                  <a:pt x="2135719" y="4345627"/>
                  <a:pt x="2135221" y="4345294"/>
                  <a:pt x="2134972" y="4344879"/>
                </a:cubicBezTo>
                <a:lnTo>
                  <a:pt x="2124753" y="4327181"/>
                </a:lnTo>
                <a:cubicBezTo>
                  <a:pt x="2124504" y="4326765"/>
                  <a:pt x="2124505" y="4326183"/>
                  <a:pt x="2124754" y="4325769"/>
                </a:cubicBezTo>
                <a:lnTo>
                  <a:pt x="2134973" y="4308070"/>
                </a:lnTo>
                <a:cubicBezTo>
                  <a:pt x="2135222" y="4307571"/>
                  <a:pt x="2135720" y="4307322"/>
                  <a:pt x="2136219" y="4307323"/>
                </a:cubicBezTo>
                <a:lnTo>
                  <a:pt x="2156656" y="4307322"/>
                </a:lnTo>
                <a:cubicBezTo>
                  <a:pt x="2157155" y="4307321"/>
                  <a:pt x="2157653" y="4307653"/>
                  <a:pt x="2157903" y="4308070"/>
                </a:cubicBezTo>
                <a:lnTo>
                  <a:pt x="2168121" y="4325767"/>
                </a:lnTo>
                <a:cubicBezTo>
                  <a:pt x="2168371" y="4326183"/>
                  <a:pt x="2168371" y="4326763"/>
                  <a:pt x="2168121" y="4327179"/>
                </a:cubicBezTo>
                <a:lnTo>
                  <a:pt x="2157902" y="4344878"/>
                </a:lnTo>
                <a:cubicBezTo>
                  <a:pt x="2157652" y="4345376"/>
                  <a:pt x="2157154" y="4345626"/>
                  <a:pt x="2156655" y="4345626"/>
                </a:cubicBezTo>
                <a:close/>
                <a:moveTo>
                  <a:pt x="2316676" y="4394056"/>
                </a:moveTo>
                <a:cubicBezTo>
                  <a:pt x="2316177" y="4394057"/>
                  <a:pt x="2315679" y="4393725"/>
                  <a:pt x="2315430" y="4393308"/>
                </a:cubicBezTo>
                <a:lnTo>
                  <a:pt x="2305047" y="4375359"/>
                </a:lnTo>
                <a:cubicBezTo>
                  <a:pt x="2304797" y="4374862"/>
                  <a:pt x="2304797" y="4374279"/>
                  <a:pt x="2305046" y="4373865"/>
                </a:cubicBezTo>
                <a:lnTo>
                  <a:pt x="2315433" y="4355914"/>
                </a:lnTo>
                <a:cubicBezTo>
                  <a:pt x="2315682" y="4355414"/>
                  <a:pt x="2316180" y="4355165"/>
                  <a:pt x="2316679" y="4355165"/>
                </a:cubicBezTo>
                <a:lnTo>
                  <a:pt x="2337449" y="4355164"/>
                </a:lnTo>
                <a:cubicBezTo>
                  <a:pt x="2337947" y="4355164"/>
                  <a:pt x="2338446" y="4355496"/>
                  <a:pt x="2338695" y="4355912"/>
                </a:cubicBezTo>
                <a:lnTo>
                  <a:pt x="2349079" y="4373861"/>
                </a:lnTo>
                <a:cubicBezTo>
                  <a:pt x="2349328" y="4374359"/>
                  <a:pt x="2349328" y="4374941"/>
                  <a:pt x="2349079" y="4375356"/>
                </a:cubicBezTo>
                <a:lnTo>
                  <a:pt x="2338693" y="4393307"/>
                </a:lnTo>
                <a:cubicBezTo>
                  <a:pt x="2338444" y="4393805"/>
                  <a:pt x="2337945" y="4394055"/>
                  <a:pt x="2337447" y="4394055"/>
                </a:cubicBezTo>
                <a:close/>
                <a:moveTo>
                  <a:pt x="2376843" y="4410253"/>
                </a:moveTo>
                <a:cubicBezTo>
                  <a:pt x="2376344" y="4410253"/>
                  <a:pt x="2375847" y="4409920"/>
                  <a:pt x="2375598" y="4409504"/>
                </a:cubicBezTo>
                <a:lnTo>
                  <a:pt x="2365214" y="4391557"/>
                </a:lnTo>
                <a:cubicBezTo>
                  <a:pt x="2364965" y="4391059"/>
                  <a:pt x="2364964" y="4390476"/>
                  <a:pt x="2365214" y="4390061"/>
                </a:cubicBezTo>
                <a:lnTo>
                  <a:pt x="2375600" y="4372112"/>
                </a:lnTo>
                <a:cubicBezTo>
                  <a:pt x="2375849" y="4371613"/>
                  <a:pt x="2376347" y="4371363"/>
                  <a:pt x="2376846" y="4371364"/>
                </a:cubicBezTo>
                <a:lnTo>
                  <a:pt x="2397616" y="4371362"/>
                </a:lnTo>
                <a:cubicBezTo>
                  <a:pt x="2398114" y="4371363"/>
                  <a:pt x="2398613" y="4371695"/>
                  <a:pt x="2398862" y="4372111"/>
                </a:cubicBezTo>
                <a:lnTo>
                  <a:pt x="2409246" y="4390059"/>
                </a:lnTo>
                <a:cubicBezTo>
                  <a:pt x="2409495" y="4390557"/>
                  <a:pt x="2409495" y="4391139"/>
                  <a:pt x="2409246" y="4391554"/>
                </a:cubicBezTo>
                <a:lnTo>
                  <a:pt x="2398860" y="4409504"/>
                </a:lnTo>
                <a:cubicBezTo>
                  <a:pt x="2398611" y="4410003"/>
                  <a:pt x="2398112" y="4410252"/>
                  <a:pt x="2397614" y="4410251"/>
                </a:cubicBezTo>
                <a:close/>
                <a:moveTo>
                  <a:pt x="1774927" y="4249040"/>
                </a:moveTo>
                <a:cubicBezTo>
                  <a:pt x="1774430" y="4249038"/>
                  <a:pt x="1773931" y="4248707"/>
                  <a:pt x="1773681" y="4248294"/>
                </a:cubicBezTo>
                <a:lnTo>
                  <a:pt x="1763215" y="4230177"/>
                </a:lnTo>
                <a:cubicBezTo>
                  <a:pt x="1762966" y="4229678"/>
                  <a:pt x="1762966" y="4229097"/>
                  <a:pt x="1763215" y="4228681"/>
                </a:cubicBezTo>
                <a:lnTo>
                  <a:pt x="1773684" y="4210564"/>
                </a:lnTo>
                <a:cubicBezTo>
                  <a:pt x="1773933" y="4210065"/>
                  <a:pt x="1774432" y="4209815"/>
                  <a:pt x="1774930" y="4209816"/>
                </a:cubicBezTo>
                <a:lnTo>
                  <a:pt x="1795867" y="4209814"/>
                </a:lnTo>
                <a:cubicBezTo>
                  <a:pt x="1796366" y="4209814"/>
                  <a:pt x="1796864" y="4210146"/>
                  <a:pt x="1797113" y="4210562"/>
                </a:cubicBezTo>
                <a:lnTo>
                  <a:pt x="1807580" y="4228676"/>
                </a:lnTo>
                <a:cubicBezTo>
                  <a:pt x="1807829" y="4229176"/>
                  <a:pt x="1807829" y="4229758"/>
                  <a:pt x="1807579" y="4230173"/>
                </a:cubicBezTo>
                <a:lnTo>
                  <a:pt x="1797110" y="4248291"/>
                </a:lnTo>
                <a:cubicBezTo>
                  <a:pt x="1796861" y="4248790"/>
                  <a:pt x="1796363" y="4249038"/>
                  <a:pt x="1795864" y="4249038"/>
                </a:cubicBezTo>
                <a:close/>
                <a:moveTo>
                  <a:pt x="932259" y="4023341"/>
                </a:moveTo>
                <a:cubicBezTo>
                  <a:pt x="931761" y="4023341"/>
                  <a:pt x="931262" y="4023008"/>
                  <a:pt x="931013" y="4022592"/>
                </a:cubicBezTo>
                <a:lnTo>
                  <a:pt x="920464" y="4004311"/>
                </a:lnTo>
                <a:cubicBezTo>
                  <a:pt x="920214" y="4003812"/>
                  <a:pt x="920214" y="4003230"/>
                  <a:pt x="920463" y="4002814"/>
                </a:cubicBezTo>
                <a:lnTo>
                  <a:pt x="931016" y="3984532"/>
                </a:lnTo>
                <a:cubicBezTo>
                  <a:pt x="931265" y="3984033"/>
                  <a:pt x="931764" y="3983783"/>
                  <a:pt x="932262" y="3983783"/>
                </a:cubicBezTo>
                <a:lnTo>
                  <a:pt x="953281" y="3983782"/>
                </a:lnTo>
                <a:cubicBezTo>
                  <a:pt x="953780" y="3983783"/>
                  <a:pt x="954279" y="3984114"/>
                  <a:pt x="954527" y="3984530"/>
                </a:cubicBezTo>
                <a:lnTo>
                  <a:pt x="965078" y="4002812"/>
                </a:lnTo>
                <a:cubicBezTo>
                  <a:pt x="965327" y="4003311"/>
                  <a:pt x="965327" y="4003892"/>
                  <a:pt x="965078" y="4004309"/>
                </a:cubicBezTo>
                <a:lnTo>
                  <a:pt x="954525" y="4022590"/>
                </a:lnTo>
                <a:cubicBezTo>
                  <a:pt x="954276" y="4023089"/>
                  <a:pt x="953777" y="4023339"/>
                  <a:pt x="953278" y="4023339"/>
                </a:cubicBezTo>
                <a:close/>
                <a:moveTo>
                  <a:pt x="1955443" y="4297578"/>
                </a:moveTo>
                <a:cubicBezTo>
                  <a:pt x="1954945" y="4297579"/>
                  <a:pt x="1954447" y="4297247"/>
                  <a:pt x="1954198" y="4296831"/>
                </a:cubicBezTo>
                <a:lnTo>
                  <a:pt x="1943730" y="4278717"/>
                </a:lnTo>
                <a:cubicBezTo>
                  <a:pt x="1943481" y="4278219"/>
                  <a:pt x="1943482" y="4277637"/>
                  <a:pt x="1943731" y="4277222"/>
                </a:cubicBezTo>
                <a:lnTo>
                  <a:pt x="1954199" y="4259107"/>
                </a:lnTo>
                <a:cubicBezTo>
                  <a:pt x="1954448" y="4258608"/>
                  <a:pt x="1954947" y="4258359"/>
                  <a:pt x="1955445" y="4258359"/>
                </a:cubicBezTo>
                <a:lnTo>
                  <a:pt x="1976382" y="4258358"/>
                </a:lnTo>
                <a:cubicBezTo>
                  <a:pt x="1976881" y="4258358"/>
                  <a:pt x="1977379" y="4258689"/>
                  <a:pt x="1977628" y="4259106"/>
                </a:cubicBezTo>
                <a:lnTo>
                  <a:pt x="1988095" y="4277220"/>
                </a:lnTo>
                <a:cubicBezTo>
                  <a:pt x="1988345" y="4277717"/>
                  <a:pt x="1988345" y="4278300"/>
                  <a:pt x="1988095" y="4278715"/>
                </a:cubicBezTo>
                <a:lnTo>
                  <a:pt x="1977626" y="4296830"/>
                </a:lnTo>
                <a:cubicBezTo>
                  <a:pt x="1977377" y="4297328"/>
                  <a:pt x="1976879" y="4297578"/>
                  <a:pt x="1976380" y="4297578"/>
                </a:cubicBezTo>
                <a:close/>
                <a:moveTo>
                  <a:pt x="1835011" y="4265402"/>
                </a:moveTo>
                <a:cubicBezTo>
                  <a:pt x="1834513" y="4265401"/>
                  <a:pt x="1834013" y="4265069"/>
                  <a:pt x="1833764" y="4264653"/>
                </a:cubicBezTo>
                <a:lnTo>
                  <a:pt x="1823214" y="4246374"/>
                </a:lnTo>
                <a:cubicBezTo>
                  <a:pt x="1822965" y="4245875"/>
                  <a:pt x="1822965" y="4245293"/>
                  <a:pt x="1823214" y="4244877"/>
                </a:cubicBezTo>
                <a:lnTo>
                  <a:pt x="1833766" y="4226597"/>
                </a:lnTo>
                <a:cubicBezTo>
                  <a:pt x="1834015" y="4226098"/>
                  <a:pt x="1834514" y="4225848"/>
                  <a:pt x="1835012" y="4225849"/>
                </a:cubicBezTo>
                <a:lnTo>
                  <a:pt x="1856032" y="4225848"/>
                </a:lnTo>
                <a:cubicBezTo>
                  <a:pt x="1856530" y="4225848"/>
                  <a:pt x="1857029" y="4226180"/>
                  <a:pt x="1857278" y="4226595"/>
                </a:cubicBezTo>
                <a:lnTo>
                  <a:pt x="1867828" y="4244876"/>
                </a:lnTo>
                <a:cubicBezTo>
                  <a:pt x="1868078" y="4245374"/>
                  <a:pt x="1868078" y="4245956"/>
                  <a:pt x="1867828" y="4246372"/>
                </a:cubicBezTo>
                <a:lnTo>
                  <a:pt x="1857276" y="4264652"/>
                </a:lnTo>
                <a:cubicBezTo>
                  <a:pt x="1857027" y="4265150"/>
                  <a:pt x="1856528" y="4265400"/>
                  <a:pt x="1856030" y="4265401"/>
                </a:cubicBezTo>
                <a:close/>
                <a:moveTo>
                  <a:pt x="751654" y="3975135"/>
                </a:moveTo>
                <a:cubicBezTo>
                  <a:pt x="751156" y="3975134"/>
                  <a:pt x="750657" y="3974801"/>
                  <a:pt x="750408" y="3974386"/>
                </a:cubicBezTo>
                <a:lnTo>
                  <a:pt x="739858" y="3956107"/>
                </a:lnTo>
                <a:cubicBezTo>
                  <a:pt x="739609" y="3955607"/>
                  <a:pt x="739609" y="3955025"/>
                  <a:pt x="739858" y="3954610"/>
                </a:cubicBezTo>
                <a:lnTo>
                  <a:pt x="750409" y="3936330"/>
                </a:lnTo>
                <a:cubicBezTo>
                  <a:pt x="750659" y="3935831"/>
                  <a:pt x="751158" y="3935581"/>
                  <a:pt x="751656" y="3935581"/>
                </a:cubicBezTo>
                <a:lnTo>
                  <a:pt x="772675" y="3935581"/>
                </a:lnTo>
                <a:cubicBezTo>
                  <a:pt x="773174" y="3935580"/>
                  <a:pt x="773672" y="3935913"/>
                  <a:pt x="773921" y="3936328"/>
                </a:cubicBezTo>
                <a:lnTo>
                  <a:pt x="784472" y="3954608"/>
                </a:lnTo>
                <a:cubicBezTo>
                  <a:pt x="784721" y="3955107"/>
                  <a:pt x="784721" y="3955689"/>
                  <a:pt x="784472" y="3956104"/>
                </a:cubicBezTo>
                <a:lnTo>
                  <a:pt x="773919" y="3974385"/>
                </a:lnTo>
                <a:cubicBezTo>
                  <a:pt x="773670" y="3974883"/>
                  <a:pt x="773172" y="3975134"/>
                  <a:pt x="772673" y="3975133"/>
                </a:cubicBezTo>
                <a:close/>
                <a:moveTo>
                  <a:pt x="1714641" y="4233231"/>
                </a:moveTo>
                <a:cubicBezTo>
                  <a:pt x="1714060" y="4233231"/>
                  <a:pt x="1713561" y="4232982"/>
                  <a:pt x="1713312" y="4232483"/>
                </a:cubicBezTo>
                <a:lnTo>
                  <a:pt x="1702762" y="4214119"/>
                </a:lnTo>
                <a:cubicBezTo>
                  <a:pt x="1702513" y="4213620"/>
                  <a:pt x="1702513" y="4213122"/>
                  <a:pt x="1702762" y="4212622"/>
                </a:cubicBezTo>
                <a:lnTo>
                  <a:pt x="1713315" y="4194257"/>
                </a:lnTo>
                <a:cubicBezTo>
                  <a:pt x="1713646" y="4193758"/>
                  <a:pt x="1714146" y="4193509"/>
                  <a:pt x="1714643" y="4193509"/>
                </a:cubicBezTo>
                <a:lnTo>
                  <a:pt x="1735829" y="4193508"/>
                </a:lnTo>
                <a:cubicBezTo>
                  <a:pt x="1736411" y="4193507"/>
                  <a:pt x="1736909" y="4193756"/>
                  <a:pt x="1737159" y="4194255"/>
                </a:cubicBezTo>
                <a:lnTo>
                  <a:pt x="1747709" y="4212619"/>
                </a:lnTo>
                <a:cubicBezTo>
                  <a:pt x="1747958" y="4213118"/>
                  <a:pt x="1747958" y="4213617"/>
                  <a:pt x="1747709" y="4214115"/>
                </a:cubicBezTo>
                <a:lnTo>
                  <a:pt x="1737156" y="4232481"/>
                </a:lnTo>
                <a:cubicBezTo>
                  <a:pt x="1736823" y="4232980"/>
                  <a:pt x="1736325" y="4233230"/>
                  <a:pt x="1735826" y="4233230"/>
                </a:cubicBezTo>
                <a:close/>
                <a:moveTo>
                  <a:pt x="1654444" y="4217118"/>
                </a:moveTo>
                <a:cubicBezTo>
                  <a:pt x="1653945" y="4217118"/>
                  <a:pt x="1653448" y="4216786"/>
                  <a:pt x="1653199" y="4216371"/>
                </a:cubicBezTo>
                <a:lnTo>
                  <a:pt x="1642814" y="4198342"/>
                </a:lnTo>
                <a:cubicBezTo>
                  <a:pt x="1642564" y="4197844"/>
                  <a:pt x="1642565" y="4197262"/>
                  <a:pt x="1642814" y="4196847"/>
                </a:cubicBezTo>
                <a:lnTo>
                  <a:pt x="1653282" y="4178819"/>
                </a:lnTo>
                <a:cubicBezTo>
                  <a:pt x="1653530" y="4178320"/>
                  <a:pt x="1654030" y="4178071"/>
                  <a:pt x="1654528" y="4178071"/>
                </a:cubicBezTo>
                <a:lnTo>
                  <a:pt x="1675380" y="4178071"/>
                </a:lnTo>
                <a:cubicBezTo>
                  <a:pt x="1675879" y="4178071"/>
                  <a:pt x="1676377" y="4178403"/>
                  <a:pt x="1676627" y="4178819"/>
                </a:cubicBezTo>
                <a:lnTo>
                  <a:pt x="1687012" y="4196847"/>
                </a:lnTo>
                <a:cubicBezTo>
                  <a:pt x="1687261" y="4197345"/>
                  <a:pt x="1687260" y="4197927"/>
                  <a:pt x="1687012" y="4198342"/>
                </a:cubicBezTo>
                <a:lnTo>
                  <a:pt x="1676544" y="4216371"/>
                </a:lnTo>
                <a:cubicBezTo>
                  <a:pt x="1676295" y="4216869"/>
                  <a:pt x="1675795" y="4217118"/>
                  <a:pt x="1675297" y="4217118"/>
                </a:cubicBezTo>
                <a:close/>
                <a:moveTo>
                  <a:pt x="1895192" y="4281639"/>
                </a:moveTo>
                <a:cubicBezTo>
                  <a:pt x="1894611" y="4281638"/>
                  <a:pt x="1894112" y="4281390"/>
                  <a:pt x="1893863" y="4280890"/>
                </a:cubicBezTo>
                <a:lnTo>
                  <a:pt x="1883313" y="4262526"/>
                </a:lnTo>
                <a:cubicBezTo>
                  <a:pt x="1883064" y="4262028"/>
                  <a:pt x="1883064" y="4261529"/>
                  <a:pt x="1883314" y="4261030"/>
                </a:cubicBezTo>
                <a:lnTo>
                  <a:pt x="1893866" y="4242666"/>
                </a:lnTo>
                <a:cubicBezTo>
                  <a:pt x="1894198" y="4242167"/>
                  <a:pt x="1894697" y="4241917"/>
                  <a:pt x="1895195" y="4241917"/>
                </a:cubicBezTo>
                <a:lnTo>
                  <a:pt x="1916380" y="4241916"/>
                </a:lnTo>
                <a:cubicBezTo>
                  <a:pt x="1916962" y="4241916"/>
                  <a:pt x="1917460" y="4242165"/>
                  <a:pt x="1917710" y="4242664"/>
                </a:cubicBezTo>
                <a:lnTo>
                  <a:pt x="1928260" y="4261027"/>
                </a:lnTo>
                <a:cubicBezTo>
                  <a:pt x="1928509" y="4261527"/>
                  <a:pt x="1928509" y="4262025"/>
                  <a:pt x="1928260" y="4262524"/>
                </a:cubicBezTo>
                <a:lnTo>
                  <a:pt x="1917708" y="4280888"/>
                </a:lnTo>
                <a:cubicBezTo>
                  <a:pt x="1917375" y="4281388"/>
                  <a:pt x="1916877" y="4281637"/>
                  <a:pt x="1916378" y="4281637"/>
                </a:cubicBezTo>
                <a:close/>
                <a:moveTo>
                  <a:pt x="992411" y="4039747"/>
                </a:moveTo>
                <a:cubicBezTo>
                  <a:pt x="991913" y="4039747"/>
                  <a:pt x="991414" y="4039415"/>
                  <a:pt x="991165" y="4039000"/>
                </a:cubicBezTo>
                <a:lnTo>
                  <a:pt x="980697" y="4020887"/>
                </a:lnTo>
                <a:cubicBezTo>
                  <a:pt x="980448" y="4020389"/>
                  <a:pt x="980448" y="4019807"/>
                  <a:pt x="980697" y="4019392"/>
                </a:cubicBezTo>
                <a:lnTo>
                  <a:pt x="991165" y="4001280"/>
                </a:lnTo>
                <a:cubicBezTo>
                  <a:pt x="991414" y="4000782"/>
                  <a:pt x="991913" y="4000532"/>
                  <a:pt x="992411" y="4000532"/>
                </a:cubicBezTo>
                <a:lnTo>
                  <a:pt x="1013348" y="4000532"/>
                </a:lnTo>
                <a:cubicBezTo>
                  <a:pt x="1013846" y="4000532"/>
                  <a:pt x="1014344" y="4000864"/>
                  <a:pt x="1014593" y="4001280"/>
                </a:cubicBezTo>
                <a:lnTo>
                  <a:pt x="1025061" y="4019392"/>
                </a:lnTo>
                <a:cubicBezTo>
                  <a:pt x="1025311" y="4019890"/>
                  <a:pt x="1025311" y="4020472"/>
                  <a:pt x="1025061" y="4020887"/>
                </a:cubicBezTo>
                <a:lnTo>
                  <a:pt x="1014593" y="4039000"/>
                </a:lnTo>
                <a:cubicBezTo>
                  <a:pt x="1014344" y="4039498"/>
                  <a:pt x="1013846" y="4039747"/>
                  <a:pt x="1013347" y="4039747"/>
                </a:cubicBezTo>
                <a:close/>
                <a:moveTo>
                  <a:pt x="2196125" y="4362321"/>
                </a:moveTo>
                <a:cubicBezTo>
                  <a:pt x="2195627" y="4362321"/>
                  <a:pt x="2195128" y="4361989"/>
                  <a:pt x="2194879" y="4361574"/>
                </a:cubicBezTo>
                <a:lnTo>
                  <a:pt x="2184411" y="4343462"/>
                </a:lnTo>
                <a:cubicBezTo>
                  <a:pt x="2184162" y="4342964"/>
                  <a:pt x="2184162" y="4342382"/>
                  <a:pt x="2184411" y="4341967"/>
                </a:cubicBezTo>
                <a:lnTo>
                  <a:pt x="2194879" y="4323855"/>
                </a:lnTo>
                <a:cubicBezTo>
                  <a:pt x="2195128" y="4323356"/>
                  <a:pt x="2195627" y="4323107"/>
                  <a:pt x="2196125" y="4323107"/>
                </a:cubicBezTo>
                <a:lnTo>
                  <a:pt x="2217061" y="4323107"/>
                </a:lnTo>
                <a:cubicBezTo>
                  <a:pt x="2217560" y="4323107"/>
                  <a:pt x="2218058" y="4323439"/>
                  <a:pt x="2218307" y="4323855"/>
                </a:cubicBezTo>
                <a:lnTo>
                  <a:pt x="2228775" y="4341967"/>
                </a:lnTo>
                <a:cubicBezTo>
                  <a:pt x="2229025" y="4342464"/>
                  <a:pt x="2229025" y="4343046"/>
                  <a:pt x="2228775" y="4343461"/>
                </a:cubicBezTo>
                <a:lnTo>
                  <a:pt x="2218307" y="4361574"/>
                </a:lnTo>
                <a:cubicBezTo>
                  <a:pt x="2218058" y="4362072"/>
                  <a:pt x="2217560" y="4362321"/>
                  <a:pt x="2217061" y="4362321"/>
                </a:cubicBezTo>
                <a:close/>
                <a:moveTo>
                  <a:pt x="1172942" y="4088176"/>
                </a:moveTo>
                <a:cubicBezTo>
                  <a:pt x="1172361" y="4088176"/>
                  <a:pt x="1171862" y="4087927"/>
                  <a:pt x="1171613" y="4087428"/>
                </a:cubicBezTo>
                <a:lnTo>
                  <a:pt x="1161063" y="4069065"/>
                </a:lnTo>
                <a:cubicBezTo>
                  <a:pt x="1160814" y="4068566"/>
                  <a:pt x="1160814" y="4068068"/>
                  <a:pt x="1161063" y="4067569"/>
                </a:cubicBezTo>
                <a:lnTo>
                  <a:pt x="1171615" y="4049205"/>
                </a:lnTo>
                <a:cubicBezTo>
                  <a:pt x="1171947" y="4048706"/>
                  <a:pt x="1172446" y="4048456"/>
                  <a:pt x="1172944" y="4048456"/>
                </a:cubicBezTo>
                <a:lnTo>
                  <a:pt x="1194130" y="4048455"/>
                </a:lnTo>
                <a:cubicBezTo>
                  <a:pt x="1194711" y="4048456"/>
                  <a:pt x="1195210" y="4048704"/>
                  <a:pt x="1195459" y="4049204"/>
                </a:cubicBezTo>
                <a:lnTo>
                  <a:pt x="1206010" y="4067566"/>
                </a:lnTo>
                <a:cubicBezTo>
                  <a:pt x="1206258" y="4068066"/>
                  <a:pt x="1206258" y="4068564"/>
                  <a:pt x="1206009" y="4069063"/>
                </a:cubicBezTo>
                <a:lnTo>
                  <a:pt x="1195457" y="4087427"/>
                </a:lnTo>
                <a:cubicBezTo>
                  <a:pt x="1195124" y="4087926"/>
                  <a:pt x="1194626" y="4088174"/>
                  <a:pt x="1194128" y="4088175"/>
                </a:cubicBezTo>
                <a:close/>
                <a:moveTo>
                  <a:pt x="2256232" y="4378458"/>
                </a:moveTo>
                <a:cubicBezTo>
                  <a:pt x="2255652" y="4378458"/>
                  <a:pt x="2255152" y="4378209"/>
                  <a:pt x="2254904" y="4377710"/>
                </a:cubicBezTo>
                <a:lnTo>
                  <a:pt x="2244270" y="4359263"/>
                </a:lnTo>
                <a:cubicBezTo>
                  <a:pt x="2244022" y="4358847"/>
                  <a:pt x="2244021" y="4358266"/>
                  <a:pt x="2244271" y="4357766"/>
                </a:cubicBezTo>
                <a:lnTo>
                  <a:pt x="2254906" y="4339319"/>
                </a:lnTo>
                <a:cubicBezTo>
                  <a:pt x="2255238" y="4338819"/>
                  <a:pt x="2255737" y="4338570"/>
                  <a:pt x="2256235" y="4338570"/>
                </a:cubicBezTo>
                <a:lnTo>
                  <a:pt x="2277504" y="4338569"/>
                </a:lnTo>
                <a:cubicBezTo>
                  <a:pt x="2278086" y="4338569"/>
                  <a:pt x="2278585" y="4338818"/>
                  <a:pt x="2278833" y="4339317"/>
                </a:cubicBezTo>
                <a:lnTo>
                  <a:pt x="2289466" y="4357763"/>
                </a:lnTo>
                <a:cubicBezTo>
                  <a:pt x="2289715" y="4358180"/>
                  <a:pt x="2289715" y="4358761"/>
                  <a:pt x="2289466" y="4359259"/>
                </a:cubicBezTo>
                <a:lnTo>
                  <a:pt x="2278831" y="4377708"/>
                </a:lnTo>
                <a:cubicBezTo>
                  <a:pt x="2278498" y="4378207"/>
                  <a:pt x="2278000" y="4378456"/>
                  <a:pt x="2277502" y="4378456"/>
                </a:cubicBezTo>
                <a:close/>
                <a:moveTo>
                  <a:pt x="2075731" y="4330096"/>
                </a:moveTo>
                <a:cubicBezTo>
                  <a:pt x="2075150" y="4330096"/>
                  <a:pt x="2074651" y="4329847"/>
                  <a:pt x="2074402" y="4329348"/>
                </a:cubicBezTo>
                <a:lnTo>
                  <a:pt x="2063852" y="4310985"/>
                </a:lnTo>
                <a:cubicBezTo>
                  <a:pt x="2063603" y="4310487"/>
                  <a:pt x="2063603" y="4309988"/>
                  <a:pt x="2063852" y="4309489"/>
                </a:cubicBezTo>
                <a:lnTo>
                  <a:pt x="2074404" y="4291125"/>
                </a:lnTo>
                <a:cubicBezTo>
                  <a:pt x="2074736" y="4290627"/>
                  <a:pt x="2075235" y="4290377"/>
                  <a:pt x="2075733" y="4290377"/>
                </a:cubicBezTo>
                <a:lnTo>
                  <a:pt x="2096918" y="4290377"/>
                </a:lnTo>
                <a:cubicBezTo>
                  <a:pt x="2097500" y="4290376"/>
                  <a:pt x="2097998" y="4290625"/>
                  <a:pt x="2098248" y="4291124"/>
                </a:cubicBezTo>
                <a:lnTo>
                  <a:pt x="2108799" y="4309486"/>
                </a:lnTo>
                <a:cubicBezTo>
                  <a:pt x="2109047" y="4309987"/>
                  <a:pt x="2109048" y="4310484"/>
                  <a:pt x="2108798" y="4310983"/>
                </a:cubicBezTo>
                <a:lnTo>
                  <a:pt x="2098247" y="4329346"/>
                </a:lnTo>
                <a:cubicBezTo>
                  <a:pt x="2097913" y="4329846"/>
                  <a:pt x="2097415" y="4330095"/>
                  <a:pt x="2096917" y="4330095"/>
                </a:cubicBezTo>
                <a:close/>
                <a:moveTo>
                  <a:pt x="811799" y="3991509"/>
                </a:moveTo>
                <a:cubicBezTo>
                  <a:pt x="811218" y="3991509"/>
                  <a:pt x="810719" y="3991260"/>
                  <a:pt x="810471" y="3990761"/>
                </a:cubicBezTo>
                <a:lnTo>
                  <a:pt x="799920" y="3972399"/>
                </a:lnTo>
                <a:cubicBezTo>
                  <a:pt x="799671" y="3971900"/>
                  <a:pt x="799671" y="3971401"/>
                  <a:pt x="799920" y="3970903"/>
                </a:cubicBezTo>
                <a:lnTo>
                  <a:pt x="810472" y="3952540"/>
                </a:lnTo>
                <a:cubicBezTo>
                  <a:pt x="810804" y="3952041"/>
                  <a:pt x="811303" y="3951792"/>
                  <a:pt x="811801" y="3951792"/>
                </a:cubicBezTo>
                <a:lnTo>
                  <a:pt x="832987" y="3951791"/>
                </a:lnTo>
                <a:cubicBezTo>
                  <a:pt x="833568" y="3951791"/>
                  <a:pt x="834067" y="3952040"/>
                  <a:pt x="834316" y="3952539"/>
                </a:cubicBezTo>
                <a:lnTo>
                  <a:pt x="844867" y="3970901"/>
                </a:lnTo>
                <a:cubicBezTo>
                  <a:pt x="845115" y="3971400"/>
                  <a:pt x="845116" y="3971898"/>
                  <a:pt x="844866" y="3972397"/>
                </a:cubicBezTo>
                <a:lnTo>
                  <a:pt x="834315" y="3990761"/>
                </a:lnTo>
                <a:cubicBezTo>
                  <a:pt x="833982" y="3991259"/>
                  <a:pt x="833484" y="3991508"/>
                  <a:pt x="832986" y="3991508"/>
                </a:cubicBezTo>
                <a:close/>
                <a:moveTo>
                  <a:pt x="691308" y="3959320"/>
                </a:moveTo>
                <a:cubicBezTo>
                  <a:pt x="690726" y="3959320"/>
                  <a:pt x="690228" y="3959071"/>
                  <a:pt x="689978" y="3958573"/>
                </a:cubicBezTo>
                <a:lnTo>
                  <a:pt x="679262" y="3939958"/>
                </a:lnTo>
                <a:cubicBezTo>
                  <a:pt x="679014" y="3939543"/>
                  <a:pt x="679013" y="3938962"/>
                  <a:pt x="679262" y="3938463"/>
                </a:cubicBezTo>
                <a:lnTo>
                  <a:pt x="689981" y="3919848"/>
                </a:lnTo>
                <a:cubicBezTo>
                  <a:pt x="690314" y="3919432"/>
                  <a:pt x="690812" y="3919100"/>
                  <a:pt x="691311" y="3919100"/>
                </a:cubicBezTo>
                <a:lnTo>
                  <a:pt x="712746" y="3919098"/>
                </a:lnTo>
                <a:cubicBezTo>
                  <a:pt x="713327" y="3919098"/>
                  <a:pt x="713826" y="3919347"/>
                  <a:pt x="714075" y="3919846"/>
                </a:cubicBezTo>
                <a:lnTo>
                  <a:pt x="724791" y="3938459"/>
                </a:lnTo>
                <a:cubicBezTo>
                  <a:pt x="725041" y="3938876"/>
                  <a:pt x="725041" y="3939457"/>
                  <a:pt x="724791" y="3939955"/>
                </a:cubicBezTo>
                <a:lnTo>
                  <a:pt x="714072" y="3958571"/>
                </a:lnTo>
                <a:cubicBezTo>
                  <a:pt x="713740" y="3958986"/>
                  <a:pt x="713241" y="3959318"/>
                  <a:pt x="712743" y="3959318"/>
                </a:cubicBezTo>
                <a:close/>
                <a:moveTo>
                  <a:pt x="2015497" y="4314143"/>
                </a:moveTo>
                <a:cubicBezTo>
                  <a:pt x="2014917" y="4314143"/>
                  <a:pt x="2014418" y="4313894"/>
                  <a:pt x="2014169" y="4313395"/>
                </a:cubicBezTo>
                <a:lnTo>
                  <a:pt x="2003618" y="4295034"/>
                </a:lnTo>
                <a:cubicBezTo>
                  <a:pt x="2003369" y="4294535"/>
                  <a:pt x="2003369" y="4294037"/>
                  <a:pt x="2003618" y="4293538"/>
                </a:cubicBezTo>
                <a:lnTo>
                  <a:pt x="2014169" y="4275177"/>
                </a:lnTo>
                <a:cubicBezTo>
                  <a:pt x="2014501" y="4274678"/>
                  <a:pt x="2015000" y="4274429"/>
                  <a:pt x="2015498" y="4274429"/>
                </a:cubicBezTo>
                <a:lnTo>
                  <a:pt x="2036683" y="4274429"/>
                </a:lnTo>
                <a:cubicBezTo>
                  <a:pt x="2037265" y="4274429"/>
                  <a:pt x="2037763" y="4274677"/>
                  <a:pt x="2038013" y="4275177"/>
                </a:cubicBezTo>
                <a:lnTo>
                  <a:pt x="2048564" y="4293538"/>
                </a:lnTo>
                <a:cubicBezTo>
                  <a:pt x="2048813" y="4294036"/>
                  <a:pt x="2048813" y="4294534"/>
                  <a:pt x="2048564" y="4295033"/>
                </a:cubicBezTo>
                <a:lnTo>
                  <a:pt x="2038013" y="4313395"/>
                </a:lnTo>
                <a:cubicBezTo>
                  <a:pt x="2037680" y="4313894"/>
                  <a:pt x="2037182" y="4314143"/>
                  <a:pt x="2036683" y="4314143"/>
                </a:cubicBezTo>
                <a:close/>
                <a:moveTo>
                  <a:pt x="871956" y="4007744"/>
                </a:moveTo>
                <a:cubicBezTo>
                  <a:pt x="871375" y="4007744"/>
                  <a:pt x="870876" y="4007495"/>
                  <a:pt x="870627" y="4006996"/>
                </a:cubicBezTo>
                <a:lnTo>
                  <a:pt x="860076" y="3988635"/>
                </a:lnTo>
                <a:cubicBezTo>
                  <a:pt x="859828" y="3988136"/>
                  <a:pt x="859828" y="3987638"/>
                  <a:pt x="860077" y="3987139"/>
                </a:cubicBezTo>
                <a:lnTo>
                  <a:pt x="870628" y="3968778"/>
                </a:lnTo>
                <a:cubicBezTo>
                  <a:pt x="870960" y="3968279"/>
                  <a:pt x="871459" y="3968030"/>
                  <a:pt x="871957" y="3968030"/>
                </a:cubicBezTo>
                <a:lnTo>
                  <a:pt x="893143" y="3968030"/>
                </a:lnTo>
                <a:cubicBezTo>
                  <a:pt x="893724" y="3968030"/>
                  <a:pt x="894223" y="3968279"/>
                  <a:pt x="894472" y="3968778"/>
                </a:cubicBezTo>
                <a:lnTo>
                  <a:pt x="905023" y="3987138"/>
                </a:lnTo>
                <a:cubicBezTo>
                  <a:pt x="905272" y="3987637"/>
                  <a:pt x="905272" y="3988135"/>
                  <a:pt x="905023" y="3988635"/>
                </a:cubicBezTo>
                <a:lnTo>
                  <a:pt x="894471" y="4006996"/>
                </a:lnTo>
                <a:cubicBezTo>
                  <a:pt x="894138" y="4007495"/>
                  <a:pt x="893641" y="4007743"/>
                  <a:pt x="893143" y="4007744"/>
                </a:cubicBezTo>
                <a:close/>
                <a:moveTo>
                  <a:pt x="1052375" y="4056184"/>
                </a:moveTo>
                <a:cubicBezTo>
                  <a:pt x="1051794" y="4056185"/>
                  <a:pt x="1051295" y="4055935"/>
                  <a:pt x="1051045" y="4055437"/>
                </a:cubicBezTo>
                <a:lnTo>
                  <a:pt x="1040412" y="4036908"/>
                </a:lnTo>
                <a:cubicBezTo>
                  <a:pt x="1040163" y="4036493"/>
                  <a:pt x="1040163" y="4035912"/>
                  <a:pt x="1040412" y="4035412"/>
                </a:cubicBezTo>
                <a:lnTo>
                  <a:pt x="1051130" y="4016884"/>
                </a:lnTo>
                <a:cubicBezTo>
                  <a:pt x="1051462" y="4016468"/>
                  <a:pt x="1051961" y="4016136"/>
                  <a:pt x="1052459" y="4016136"/>
                </a:cubicBezTo>
                <a:lnTo>
                  <a:pt x="1073811" y="4016135"/>
                </a:lnTo>
                <a:cubicBezTo>
                  <a:pt x="1074392" y="4016135"/>
                  <a:pt x="1074891" y="4016384"/>
                  <a:pt x="1075140" y="4016883"/>
                </a:cubicBezTo>
                <a:lnTo>
                  <a:pt x="1085774" y="4035410"/>
                </a:lnTo>
                <a:cubicBezTo>
                  <a:pt x="1086023" y="4035827"/>
                  <a:pt x="1086022" y="4036408"/>
                  <a:pt x="1085774" y="4036907"/>
                </a:cubicBezTo>
                <a:lnTo>
                  <a:pt x="1075056" y="4055436"/>
                </a:lnTo>
                <a:cubicBezTo>
                  <a:pt x="1074724" y="4055852"/>
                  <a:pt x="1074225" y="4056183"/>
                  <a:pt x="1073727" y="4056184"/>
                </a:cubicBezTo>
                <a:close/>
                <a:moveTo>
                  <a:pt x="631042" y="3943492"/>
                </a:moveTo>
                <a:cubicBezTo>
                  <a:pt x="630461" y="3943492"/>
                  <a:pt x="629963" y="3943243"/>
                  <a:pt x="629712" y="3942744"/>
                </a:cubicBezTo>
                <a:lnTo>
                  <a:pt x="618996" y="3924134"/>
                </a:lnTo>
                <a:cubicBezTo>
                  <a:pt x="618747" y="3923718"/>
                  <a:pt x="618747" y="3923137"/>
                  <a:pt x="618996" y="3922638"/>
                </a:cubicBezTo>
                <a:lnTo>
                  <a:pt x="629713" y="3904028"/>
                </a:lnTo>
                <a:cubicBezTo>
                  <a:pt x="630046" y="3903612"/>
                  <a:pt x="630544" y="3903280"/>
                  <a:pt x="631043" y="3903280"/>
                </a:cubicBezTo>
                <a:lnTo>
                  <a:pt x="652477" y="3903280"/>
                </a:lnTo>
                <a:cubicBezTo>
                  <a:pt x="653058" y="3903280"/>
                  <a:pt x="653557" y="3903529"/>
                  <a:pt x="653806" y="3904028"/>
                </a:cubicBezTo>
                <a:lnTo>
                  <a:pt x="664523" y="3922638"/>
                </a:lnTo>
                <a:cubicBezTo>
                  <a:pt x="664773" y="3923054"/>
                  <a:pt x="664773" y="3923635"/>
                  <a:pt x="664523" y="3924134"/>
                </a:cubicBezTo>
                <a:lnTo>
                  <a:pt x="653805" y="3942744"/>
                </a:lnTo>
                <a:cubicBezTo>
                  <a:pt x="653474" y="3943159"/>
                  <a:pt x="652975" y="3943491"/>
                  <a:pt x="652477" y="3943491"/>
                </a:cubicBezTo>
                <a:close/>
                <a:moveTo>
                  <a:pt x="1232826" y="4104826"/>
                </a:moveTo>
                <a:cubicBezTo>
                  <a:pt x="1232245" y="4104826"/>
                  <a:pt x="1231746" y="4104577"/>
                  <a:pt x="1231497" y="4104078"/>
                </a:cubicBezTo>
                <a:lnTo>
                  <a:pt x="1220697" y="4085385"/>
                </a:lnTo>
                <a:cubicBezTo>
                  <a:pt x="1220448" y="4084969"/>
                  <a:pt x="1220448" y="4084388"/>
                  <a:pt x="1220697" y="4083889"/>
                </a:cubicBezTo>
                <a:lnTo>
                  <a:pt x="1231498" y="4065196"/>
                </a:lnTo>
                <a:cubicBezTo>
                  <a:pt x="1231746" y="4064780"/>
                  <a:pt x="1232329" y="4064448"/>
                  <a:pt x="1232827" y="4064448"/>
                </a:cubicBezTo>
                <a:lnTo>
                  <a:pt x="1254428" y="4064447"/>
                </a:lnTo>
                <a:cubicBezTo>
                  <a:pt x="1255008" y="4064447"/>
                  <a:pt x="1255507" y="4064696"/>
                  <a:pt x="1255757" y="4065195"/>
                </a:cubicBezTo>
                <a:lnTo>
                  <a:pt x="1266557" y="4083888"/>
                </a:lnTo>
                <a:cubicBezTo>
                  <a:pt x="1266806" y="4084304"/>
                  <a:pt x="1266806" y="4084885"/>
                  <a:pt x="1266558" y="4085384"/>
                </a:cubicBezTo>
                <a:lnTo>
                  <a:pt x="1255756" y="4104078"/>
                </a:lnTo>
                <a:cubicBezTo>
                  <a:pt x="1255507" y="4104493"/>
                  <a:pt x="1254925" y="4104825"/>
                  <a:pt x="1254427" y="4104825"/>
                </a:cubicBezTo>
                <a:close/>
                <a:moveTo>
                  <a:pt x="1292718" y="4121353"/>
                </a:moveTo>
                <a:cubicBezTo>
                  <a:pt x="1292219" y="4121354"/>
                  <a:pt x="1291638" y="4121103"/>
                  <a:pt x="1291388" y="4120605"/>
                </a:cubicBezTo>
                <a:lnTo>
                  <a:pt x="1280340" y="4101410"/>
                </a:lnTo>
                <a:cubicBezTo>
                  <a:pt x="1280091" y="4100912"/>
                  <a:pt x="1280091" y="4100331"/>
                  <a:pt x="1280340" y="4099832"/>
                </a:cubicBezTo>
                <a:lnTo>
                  <a:pt x="1291474" y="4080637"/>
                </a:lnTo>
                <a:cubicBezTo>
                  <a:pt x="1291723" y="4080221"/>
                  <a:pt x="1292221" y="4079889"/>
                  <a:pt x="1292803" y="4079889"/>
                </a:cubicBezTo>
                <a:lnTo>
                  <a:pt x="1314986" y="4079888"/>
                </a:lnTo>
                <a:cubicBezTo>
                  <a:pt x="1315485" y="4079888"/>
                  <a:pt x="1316066" y="4080137"/>
                  <a:pt x="1316314" y="4080636"/>
                </a:cubicBezTo>
                <a:lnTo>
                  <a:pt x="1327364" y="4099829"/>
                </a:lnTo>
                <a:cubicBezTo>
                  <a:pt x="1327613" y="4100329"/>
                  <a:pt x="1327613" y="4100910"/>
                  <a:pt x="1327364" y="4101408"/>
                </a:cubicBezTo>
                <a:lnTo>
                  <a:pt x="1316229" y="4120604"/>
                </a:lnTo>
                <a:cubicBezTo>
                  <a:pt x="1315981" y="4121019"/>
                  <a:pt x="1315482" y="4121352"/>
                  <a:pt x="1314901" y="4121352"/>
                </a:cubicBezTo>
                <a:close/>
                <a:moveTo>
                  <a:pt x="1522620" y="4232183"/>
                </a:moveTo>
                <a:cubicBezTo>
                  <a:pt x="1522205" y="4232183"/>
                  <a:pt x="1521623" y="4231600"/>
                  <a:pt x="1521623" y="4231600"/>
                </a:cubicBezTo>
                <a:lnTo>
                  <a:pt x="1513566" y="4217641"/>
                </a:lnTo>
                <a:cubicBezTo>
                  <a:pt x="1513399" y="4217226"/>
                  <a:pt x="1513566" y="4216477"/>
                  <a:pt x="1513566" y="4216477"/>
                </a:cubicBezTo>
                <a:lnTo>
                  <a:pt x="1521624" y="4202516"/>
                </a:lnTo>
                <a:cubicBezTo>
                  <a:pt x="1521874" y="4202183"/>
                  <a:pt x="1522622" y="4201934"/>
                  <a:pt x="1522622" y="4201934"/>
                </a:cubicBezTo>
                <a:lnTo>
                  <a:pt x="1538656" y="4201934"/>
                </a:lnTo>
                <a:cubicBezTo>
                  <a:pt x="1539072" y="4201933"/>
                  <a:pt x="1539654" y="4202514"/>
                  <a:pt x="1539654" y="4202514"/>
                </a:cubicBezTo>
                <a:lnTo>
                  <a:pt x="1547711" y="4216475"/>
                </a:lnTo>
                <a:cubicBezTo>
                  <a:pt x="1547878" y="4216890"/>
                  <a:pt x="1547711" y="4217639"/>
                  <a:pt x="1547711" y="4217639"/>
                </a:cubicBezTo>
                <a:lnTo>
                  <a:pt x="1539652" y="4231600"/>
                </a:lnTo>
                <a:cubicBezTo>
                  <a:pt x="1539402" y="4231933"/>
                  <a:pt x="1538654" y="4232182"/>
                  <a:pt x="1538654" y="4232182"/>
                </a:cubicBezTo>
                <a:close/>
                <a:moveTo>
                  <a:pt x="2665238" y="4540322"/>
                </a:moveTo>
                <a:cubicBezTo>
                  <a:pt x="2664823" y="4540322"/>
                  <a:pt x="2664158" y="4539657"/>
                  <a:pt x="2664158" y="4539657"/>
                </a:cubicBezTo>
                <a:lnTo>
                  <a:pt x="2655187" y="4524118"/>
                </a:lnTo>
                <a:cubicBezTo>
                  <a:pt x="2654938" y="4523785"/>
                  <a:pt x="2655187" y="4522872"/>
                  <a:pt x="2655187" y="4522872"/>
                </a:cubicBezTo>
                <a:lnTo>
                  <a:pt x="2664160" y="4507331"/>
                </a:lnTo>
                <a:cubicBezTo>
                  <a:pt x="2664409" y="4506915"/>
                  <a:pt x="2664825" y="4506666"/>
                  <a:pt x="2665240" y="4506666"/>
                </a:cubicBezTo>
                <a:lnTo>
                  <a:pt x="2683103" y="4506665"/>
                </a:lnTo>
                <a:cubicBezTo>
                  <a:pt x="2683519" y="4506666"/>
                  <a:pt x="2684183" y="4507330"/>
                  <a:pt x="2684183" y="4507330"/>
                </a:cubicBezTo>
                <a:lnTo>
                  <a:pt x="2693155" y="4522869"/>
                </a:lnTo>
                <a:cubicBezTo>
                  <a:pt x="2693404" y="4523202"/>
                  <a:pt x="2693155" y="4524116"/>
                  <a:pt x="2693155" y="4524116"/>
                </a:cubicBezTo>
                <a:lnTo>
                  <a:pt x="2684180" y="4539655"/>
                </a:lnTo>
                <a:cubicBezTo>
                  <a:pt x="2683931" y="4540072"/>
                  <a:pt x="2683516" y="4540321"/>
                  <a:pt x="2683100" y="4540321"/>
                </a:cubicBezTo>
                <a:close/>
                <a:moveTo>
                  <a:pt x="3748515" y="4830745"/>
                </a:moveTo>
                <a:cubicBezTo>
                  <a:pt x="3748100" y="4830744"/>
                  <a:pt x="3747435" y="4830081"/>
                  <a:pt x="3747435" y="4830081"/>
                </a:cubicBezTo>
                <a:lnTo>
                  <a:pt x="3738381" y="4814375"/>
                </a:lnTo>
                <a:cubicBezTo>
                  <a:pt x="3738132" y="4814042"/>
                  <a:pt x="3738381" y="4813127"/>
                  <a:pt x="3738381" y="4813127"/>
                </a:cubicBezTo>
                <a:lnTo>
                  <a:pt x="3747438" y="4797421"/>
                </a:lnTo>
                <a:cubicBezTo>
                  <a:pt x="3747604" y="4797006"/>
                  <a:pt x="3748103" y="4796756"/>
                  <a:pt x="3748518" y="4796757"/>
                </a:cubicBezTo>
                <a:lnTo>
                  <a:pt x="3766629" y="4796756"/>
                </a:lnTo>
                <a:cubicBezTo>
                  <a:pt x="3767045" y="4796756"/>
                  <a:pt x="3767710" y="4797421"/>
                  <a:pt x="3767710" y="4797421"/>
                </a:cubicBezTo>
                <a:lnTo>
                  <a:pt x="3776763" y="4813126"/>
                </a:lnTo>
                <a:cubicBezTo>
                  <a:pt x="3777014" y="4813459"/>
                  <a:pt x="3776764" y="4814373"/>
                  <a:pt x="3776764" y="4814373"/>
                </a:cubicBezTo>
                <a:lnTo>
                  <a:pt x="3767707" y="4830080"/>
                </a:lnTo>
                <a:cubicBezTo>
                  <a:pt x="3767541" y="4830494"/>
                  <a:pt x="3767042" y="4830743"/>
                  <a:pt x="3766627" y="4830743"/>
                </a:cubicBezTo>
                <a:close/>
                <a:moveTo>
                  <a:pt x="3808517" y="4847240"/>
                </a:moveTo>
                <a:cubicBezTo>
                  <a:pt x="3808018" y="4847240"/>
                  <a:pt x="3807354" y="4846574"/>
                  <a:pt x="3807354" y="4846574"/>
                </a:cubicBezTo>
                <a:lnTo>
                  <a:pt x="3798132" y="4830620"/>
                </a:lnTo>
                <a:cubicBezTo>
                  <a:pt x="3797883" y="4830205"/>
                  <a:pt x="3798132" y="4829290"/>
                  <a:pt x="3798132" y="4829290"/>
                </a:cubicBezTo>
                <a:lnTo>
                  <a:pt x="3807356" y="4813335"/>
                </a:lnTo>
                <a:cubicBezTo>
                  <a:pt x="3807605" y="4812919"/>
                  <a:pt x="3808020" y="4812670"/>
                  <a:pt x="3808519" y="4812670"/>
                </a:cubicBezTo>
                <a:lnTo>
                  <a:pt x="3826962" y="4812669"/>
                </a:lnTo>
                <a:cubicBezTo>
                  <a:pt x="3827461" y="4812669"/>
                  <a:pt x="3828125" y="4813333"/>
                  <a:pt x="3828125" y="4813333"/>
                </a:cubicBezTo>
                <a:lnTo>
                  <a:pt x="3837346" y="4829288"/>
                </a:lnTo>
                <a:cubicBezTo>
                  <a:pt x="3837595" y="4829703"/>
                  <a:pt x="3837346" y="4830617"/>
                  <a:pt x="3837346" y="4830617"/>
                </a:cubicBezTo>
                <a:lnTo>
                  <a:pt x="3828123" y="4846573"/>
                </a:lnTo>
                <a:cubicBezTo>
                  <a:pt x="3827874" y="4846990"/>
                  <a:pt x="3827459" y="4847238"/>
                  <a:pt x="3826960" y="4847238"/>
                </a:cubicBezTo>
                <a:close/>
                <a:moveTo>
                  <a:pt x="3627901" y="4799154"/>
                </a:moveTo>
                <a:cubicBezTo>
                  <a:pt x="3627402" y="4799154"/>
                  <a:pt x="3626737" y="4798488"/>
                  <a:pt x="3626737" y="4798488"/>
                </a:cubicBezTo>
                <a:lnTo>
                  <a:pt x="3617517" y="4782454"/>
                </a:lnTo>
                <a:cubicBezTo>
                  <a:pt x="3617268" y="4782038"/>
                  <a:pt x="3617517" y="4781124"/>
                  <a:pt x="3617517" y="4781124"/>
                </a:cubicBezTo>
                <a:lnTo>
                  <a:pt x="3626738" y="4765088"/>
                </a:lnTo>
                <a:cubicBezTo>
                  <a:pt x="3626988" y="4764672"/>
                  <a:pt x="3627403" y="4764423"/>
                  <a:pt x="3627902" y="4764423"/>
                </a:cubicBezTo>
                <a:lnTo>
                  <a:pt x="3646429" y="4764422"/>
                </a:lnTo>
                <a:cubicBezTo>
                  <a:pt x="3646928" y="4764422"/>
                  <a:pt x="3647592" y="4765087"/>
                  <a:pt x="3647592" y="4765087"/>
                </a:cubicBezTo>
                <a:lnTo>
                  <a:pt x="3656813" y="4781123"/>
                </a:lnTo>
                <a:cubicBezTo>
                  <a:pt x="3657063" y="4781538"/>
                  <a:pt x="3656813" y="4782452"/>
                  <a:pt x="3656813" y="4782452"/>
                </a:cubicBezTo>
                <a:lnTo>
                  <a:pt x="3647591" y="4798488"/>
                </a:lnTo>
                <a:cubicBezTo>
                  <a:pt x="3647342" y="4798904"/>
                  <a:pt x="3646927" y="4799153"/>
                  <a:pt x="3646428" y="4799153"/>
                </a:cubicBezTo>
                <a:close/>
                <a:moveTo>
                  <a:pt x="3688011" y="4815332"/>
                </a:moveTo>
                <a:cubicBezTo>
                  <a:pt x="3687512" y="4815332"/>
                  <a:pt x="3686848" y="4814668"/>
                  <a:pt x="3686848" y="4814668"/>
                </a:cubicBezTo>
                <a:lnTo>
                  <a:pt x="3677543" y="4798549"/>
                </a:lnTo>
                <a:cubicBezTo>
                  <a:pt x="3677295" y="4798133"/>
                  <a:pt x="3677543" y="4797219"/>
                  <a:pt x="3677543" y="4797219"/>
                </a:cubicBezTo>
                <a:lnTo>
                  <a:pt x="3686850" y="4781100"/>
                </a:lnTo>
                <a:cubicBezTo>
                  <a:pt x="3687098" y="4780684"/>
                  <a:pt x="3687513" y="4780434"/>
                  <a:pt x="3688012" y="4780435"/>
                </a:cubicBezTo>
                <a:lnTo>
                  <a:pt x="3706622" y="4780434"/>
                </a:lnTo>
                <a:cubicBezTo>
                  <a:pt x="3707121" y="4780434"/>
                  <a:pt x="3707786" y="4781099"/>
                  <a:pt x="3707786" y="4781099"/>
                </a:cubicBezTo>
                <a:lnTo>
                  <a:pt x="3717090" y="4797218"/>
                </a:lnTo>
                <a:cubicBezTo>
                  <a:pt x="3717339" y="4797633"/>
                  <a:pt x="3717090" y="4798547"/>
                  <a:pt x="3717090" y="4798547"/>
                </a:cubicBezTo>
                <a:lnTo>
                  <a:pt x="3707784" y="4814668"/>
                </a:lnTo>
                <a:cubicBezTo>
                  <a:pt x="3707535" y="4815082"/>
                  <a:pt x="3707119" y="4815332"/>
                  <a:pt x="3706621" y="4815331"/>
                </a:cubicBezTo>
                <a:close/>
                <a:moveTo>
                  <a:pt x="3567553" y="4783167"/>
                </a:moveTo>
                <a:cubicBezTo>
                  <a:pt x="3567055" y="4783167"/>
                  <a:pt x="3566389" y="4782502"/>
                  <a:pt x="3566389" y="4782502"/>
                </a:cubicBezTo>
                <a:lnTo>
                  <a:pt x="3557002" y="4766300"/>
                </a:lnTo>
                <a:cubicBezTo>
                  <a:pt x="3556753" y="4765885"/>
                  <a:pt x="3557002" y="4764971"/>
                  <a:pt x="3557002" y="4764971"/>
                </a:cubicBezTo>
                <a:lnTo>
                  <a:pt x="3566391" y="4748768"/>
                </a:lnTo>
                <a:cubicBezTo>
                  <a:pt x="3566640" y="4748352"/>
                  <a:pt x="3567056" y="4748104"/>
                  <a:pt x="3567554" y="4748103"/>
                </a:cubicBezTo>
                <a:lnTo>
                  <a:pt x="3586247" y="4748103"/>
                </a:lnTo>
                <a:cubicBezTo>
                  <a:pt x="3586745" y="4748103"/>
                  <a:pt x="3587410" y="4748768"/>
                  <a:pt x="3587410" y="4748768"/>
                </a:cubicBezTo>
                <a:lnTo>
                  <a:pt x="3596797" y="4764970"/>
                </a:lnTo>
                <a:cubicBezTo>
                  <a:pt x="3597047" y="4765384"/>
                  <a:pt x="3596797" y="4766299"/>
                  <a:pt x="3596797" y="4766299"/>
                </a:cubicBezTo>
                <a:lnTo>
                  <a:pt x="3587409" y="4782502"/>
                </a:lnTo>
                <a:cubicBezTo>
                  <a:pt x="3587160" y="4782917"/>
                  <a:pt x="3586744" y="4783166"/>
                  <a:pt x="3586246" y="4783167"/>
                </a:cubicBezTo>
                <a:close/>
                <a:moveTo>
                  <a:pt x="3447138" y="4750932"/>
                </a:moveTo>
                <a:cubicBezTo>
                  <a:pt x="3446639" y="4750933"/>
                  <a:pt x="3445975" y="4750268"/>
                  <a:pt x="3445975" y="4750268"/>
                </a:cubicBezTo>
                <a:lnTo>
                  <a:pt x="3436505" y="4733898"/>
                </a:lnTo>
                <a:cubicBezTo>
                  <a:pt x="3436256" y="4733482"/>
                  <a:pt x="3436505" y="4732568"/>
                  <a:pt x="3436505" y="4732568"/>
                </a:cubicBezTo>
                <a:lnTo>
                  <a:pt x="3445977" y="4716198"/>
                </a:lnTo>
                <a:cubicBezTo>
                  <a:pt x="3446226" y="4715781"/>
                  <a:pt x="3446641" y="4715532"/>
                  <a:pt x="3447140" y="4715532"/>
                </a:cubicBezTo>
                <a:lnTo>
                  <a:pt x="3466083" y="4715531"/>
                </a:lnTo>
                <a:cubicBezTo>
                  <a:pt x="3466582" y="4715530"/>
                  <a:pt x="3467246" y="4716196"/>
                  <a:pt x="3467246" y="4716196"/>
                </a:cubicBezTo>
                <a:lnTo>
                  <a:pt x="3476716" y="4732565"/>
                </a:lnTo>
                <a:cubicBezTo>
                  <a:pt x="3476965" y="4732981"/>
                  <a:pt x="3476715" y="4733896"/>
                  <a:pt x="3476715" y="4733896"/>
                </a:cubicBezTo>
                <a:lnTo>
                  <a:pt x="3467243" y="4750267"/>
                </a:lnTo>
                <a:cubicBezTo>
                  <a:pt x="3466994" y="4750682"/>
                  <a:pt x="3466579" y="4750931"/>
                  <a:pt x="3466080" y="4750931"/>
                </a:cubicBezTo>
                <a:close/>
                <a:moveTo>
                  <a:pt x="3868532" y="4863854"/>
                </a:moveTo>
                <a:cubicBezTo>
                  <a:pt x="3868033" y="4863854"/>
                  <a:pt x="3867369" y="4863190"/>
                  <a:pt x="3867369" y="4863190"/>
                </a:cubicBezTo>
                <a:lnTo>
                  <a:pt x="3858064" y="4847072"/>
                </a:lnTo>
                <a:cubicBezTo>
                  <a:pt x="3857815" y="4846657"/>
                  <a:pt x="3858064" y="4845743"/>
                  <a:pt x="3858064" y="4845743"/>
                </a:cubicBezTo>
                <a:lnTo>
                  <a:pt x="3867369" y="4829625"/>
                </a:lnTo>
                <a:cubicBezTo>
                  <a:pt x="3867618" y="4829209"/>
                  <a:pt x="3868033" y="4828960"/>
                  <a:pt x="3868532" y="4828960"/>
                </a:cubicBezTo>
                <a:lnTo>
                  <a:pt x="3887141" y="4828960"/>
                </a:lnTo>
                <a:cubicBezTo>
                  <a:pt x="3887640" y="4828960"/>
                  <a:pt x="3888305" y="4829625"/>
                  <a:pt x="3888305" y="4829625"/>
                </a:cubicBezTo>
                <a:lnTo>
                  <a:pt x="3897610" y="4845742"/>
                </a:lnTo>
                <a:cubicBezTo>
                  <a:pt x="3897859" y="4846157"/>
                  <a:pt x="3897610" y="4847071"/>
                  <a:pt x="3897610" y="4847071"/>
                </a:cubicBezTo>
                <a:lnTo>
                  <a:pt x="3888305" y="4863190"/>
                </a:lnTo>
                <a:cubicBezTo>
                  <a:pt x="3888055" y="4863605"/>
                  <a:pt x="3887640" y="4863854"/>
                  <a:pt x="3887141" y="4863854"/>
                </a:cubicBezTo>
                <a:close/>
                <a:moveTo>
                  <a:pt x="2785062" y="4573640"/>
                </a:moveTo>
                <a:cubicBezTo>
                  <a:pt x="2784563" y="4573640"/>
                  <a:pt x="2783899" y="4572976"/>
                  <a:pt x="2783899" y="4572976"/>
                </a:cubicBezTo>
                <a:lnTo>
                  <a:pt x="2774429" y="4556607"/>
                </a:lnTo>
                <a:cubicBezTo>
                  <a:pt x="2774179" y="4556191"/>
                  <a:pt x="2774428" y="4555277"/>
                  <a:pt x="2774428" y="4555277"/>
                </a:cubicBezTo>
                <a:lnTo>
                  <a:pt x="2783900" y="4538908"/>
                </a:lnTo>
                <a:cubicBezTo>
                  <a:pt x="2784149" y="4538492"/>
                  <a:pt x="2784564" y="4538243"/>
                  <a:pt x="2785064" y="4538242"/>
                </a:cubicBezTo>
                <a:lnTo>
                  <a:pt x="2804006" y="4538242"/>
                </a:lnTo>
                <a:cubicBezTo>
                  <a:pt x="2804505" y="4538242"/>
                  <a:pt x="2805169" y="4538907"/>
                  <a:pt x="2805169" y="4538907"/>
                </a:cubicBezTo>
                <a:lnTo>
                  <a:pt x="2814639" y="4555275"/>
                </a:lnTo>
                <a:cubicBezTo>
                  <a:pt x="2814889" y="4555692"/>
                  <a:pt x="2814639" y="4556605"/>
                  <a:pt x="2814639" y="4556605"/>
                </a:cubicBezTo>
                <a:lnTo>
                  <a:pt x="2805167" y="4572975"/>
                </a:lnTo>
                <a:cubicBezTo>
                  <a:pt x="2804918" y="4573390"/>
                  <a:pt x="2804503" y="4573639"/>
                  <a:pt x="2804004" y="4573640"/>
                </a:cubicBezTo>
                <a:close/>
                <a:moveTo>
                  <a:pt x="3507217" y="4767233"/>
                </a:moveTo>
                <a:cubicBezTo>
                  <a:pt x="3506718" y="4767234"/>
                  <a:pt x="3506054" y="4766569"/>
                  <a:pt x="3506054" y="4766569"/>
                </a:cubicBezTo>
                <a:lnTo>
                  <a:pt x="3496584" y="4750116"/>
                </a:lnTo>
                <a:cubicBezTo>
                  <a:pt x="3496335" y="4749700"/>
                  <a:pt x="3496584" y="4748787"/>
                  <a:pt x="3496584" y="4748787"/>
                </a:cubicBezTo>
                <a:lnTo>
                  <a:pt x="3506139" y="4732333"/>
                </a:lnTo>
                <a:cubicBezTo>
                  <a:pt x="3506388" y="4731917"/>
                  <a:pt x="3506803" y="4731668"/>
                  <a:pt x="3507303" y="4731668"/>
                </a:cubicBezTo>
                <a:lnTo>
                  <a:pt x="3526328" y="4731667"/>
                </a:lnTo>
                <a:cubicBezTo>
                  <a:pt x="3526826" y="4731667"/>
                  <a:pt x="3527491" y="4732332"/>
                  <a:pt x="3527491" y="4732332"/>
                </a:cubicBezTo>
                <a:lnTo>
                  <a:pt x="3536961" y="4748784"/>
                </a:lnTo>
                <a:cubicBezTo>
                  <a:pt x="3537210" y="4749200"/>
                  <a:pt x="3536961" y="4750114"/>
                  <a:pt x="3536961" y="4750114"/>
                </a:cubicBezTo>
                <a:lnTo>
                  <a:pt x="3527405" y="4766568"/>
                </a:lnTo>
                <a:cubicBezTo>
                  <a:pt x="3527157" y="4766984"/>
                  <a:pt x="3526742" y="4767233"/>
                  <a:pt x="3526242" y="4767233"/>
                </a:cubicBezTo>
                <a:close/>
                <a:moveTo>
                  <a:pt x="3206224" y="4686681"/>
                </a:moveTo>
                <a:cubicBezTo>
                  <a:pt x="3205726" y="4686682"/>
                  <a:pt x="3205310" y="4686433"/>
                  <a:pt x="3205061" y="4686017"/>
                </a:cubicBezTo>
                <a:lnTo>
                  <a:pt x="3195425" y="4669398"/>
                </a:lnTo>
                <a:cubicBezTo>
                  <a:pt x="3195176" y="4668982"/>
                  <a:pt x="3195176" y="4668483"/>
                  <a:pt x="3195425" y="4668067"/>
                </a:cubicBezTo>
                <a:lnTo>
                  <a:pt x="3205063" y="4651447"/>
                </a:lnTo>
                <a:cubicBezTo>
                  <a:pt x="3205312" y="4651031"/>
                  <a:pt x="3205728" y="4650782"/>
                  <a:pt x="3206227" y="4650781"/>
                </a:cubicBezTo>
                <a:lnTo>
                  <a:pt x="3225419" y="4650780"/>
                </a:lnTo>
                <a:cubicBezTo>
                  <a:pt x="3225917" y="4650780"/>
                  <a:pt x="3226332" y="4651028"/>
                  <a:pt x="3226582" y="4651445"/>
                </a:cubicBezTo>
                <a:lnTo>
                  <a:pt x="3236218" y="4668065"/>
                </a:lnTo>
                <a:cubicBezTo>
                  <a:pt x="3236467" y="4668481"/>
                  <a:pt x="3236467" y="4668978"/>
                  <a:pt x="3236218" y="4669395"/>
                </a:cubicBezTo>
                <a:lnTo>
                  <a:pt x="3226579" y="4686016"/>
                </a:lnTo>
                <a:cubicBezTo>
                  <a:pt x="3226329" y="4686431"/>
                  <a:pt x="3225914" y="4686680"/>
                  <a:pt x="3225416" y="4686680"/>
                </a:cubicBezTo>
                <a:close/>
                <a:moveTo>
                  <a:pt x="3326647" y="4718977"/>
                </a:moveTo>
                <a:cubicBezTo>
                  <a:pt x="3326149" y="4718976"/>
                  <a:pt x="3325484" y="4718312"/>
                  <a:pt x="3325484" y="4718312"/>
                </a:cubicBezTo>
                <a:lnTo>
                  <a:pt x="3315931" y="4701777"/>
                </a:lnTo>
                <a:cubicBezTo>
                  <a:pt x="3315681" y="4701361"/>
                  <a:pt x="3315931" y="4700446"/>
                  <a:pt x="3315931" y="4700446"/>
                </a:cubicBezTo>
                <a:lnTo>
                  <a:pt x="3325486" y="4683911"/>
                </a:lnTo>
                <a:cubicBezTo>
                  <a:pt x="3325734" y="4683495"/>
                  <a:pt x="3326151" y="4683245"/>
                  <a:pt x="3326649" y="4683245"/>
                </a:cubicBezTo>
                <a:lnTo>
                  <a:pt x="3345757" y="4683245"/>
                </a:lnTo>
                <a:cubicBezTo>
                  <a:pt x="3346256" y="4683244"/>
                  <a:pt x="3346920" y="4683910"/>
                  <a:pt x="3346920" y="4683910"/>
                </a:cubicBezTo>
                <a:lnTo>
                  <a:pt x="3356473" y="4700444"/>
                </a:lnTo>
                <a:cubicBezTo>
                  <a:pt x="3356723" y="4700860"/>
                  <a:pt x="3356473" y="4701775"/>
                  <a:pt x="3356473" y="4701775"/>
                </a:cubicBezTo>
                <a:lnTo>
                  <a:pt x="3346918" y="4718310"/>
                </a:lnTo>
                <a:cubicBezTo>
                  <a:pt x="3346669" y="4718726"/>
                  <a:pt x="3346254" y="4718975"/>
                  <a:pt x="3345755" y="4718976"/>
                </a:cubicBezTo>
                <a:close/>
                <a:moveTo>
                  <a:pt x="2724724" y="4557853"/>
                </a:moveTo>
                <a:cubicBezTo>
                  <a:pt x="2724225" y="4557853"/>
                  <a:pt x="2723561" y="4557188"/>
                  <a:pt x="2723561" y="4557188"/>
                </a:cubicBezTo>
                <a:lnTo>
                  <a:pt x="2714090" y="4540739"/>
                </a:lnTo>
                <a:cubicBezTo>
                  <a:pt x="2713841" y="4540323"/>
                  <a:pt x="2714090" y="4539409"/>
                  <a:pt x="2714090" y="4539409"/>
                </a:cubicBezTo>
                <a:lnTo>
                  <a:pt x="2723644" y="4522959"/>
                </a:lnTo>
                <a:cubicBezTo>
                  <a:pt x="2723894" y="4522543"/>
                  <a:pt x="2724309" y="4522294"/>
                  <a:pt x="2724808" y="4522294"/>
                </a:cubicBezTo>
                <a:lnTo>
                  <a:pt x="2743832" y="4522294"/>
                </a:lnTo>
                <a:cubicBezTo>
                  <a:pt x="2744330" y="4522294"/>
                  <a:pt x="2744995" y="4522959"/>
                  <a:pt x="2744995" y="4522959"/>
                </a:cubicBezTo>
                <a:lnTo>
                  <a:pt x="2754466" y="4539408"/>
                </a:lnTo>
                <a:cubicBezTo>
                  <a:pt x="2754715" y="4539825"/>
                  <a:pt x="2754466" y="4540739"/>
                  <a:pt x="2754466" y="4540739"/>
                </a:cubicBezTo>
                <a:lnTo>
                  <a:pt x="2744912" y="4557188"/>
                </a:lnTo>
                <a:cubicBezTo>
                  <a:pt x="2744663" y="4557604"/>
                  <a:pt x="2744248" y="4557853"/>
                  <a:pt x="2743749" y="4557853"/>
                </a:cubicBezTo>
                <a:close/>
                <a:moveTo>
                  <a:pt x="3266366" y="4703065"/>
                </a:moveTo>
                <a:cubicBezTo>
                  <a:pt x="3265868" y="4703065"/>
                  <a:pt x="3265452" y="4702816"/>
                  <a:pt x="3265203" y="4702400"/>
                </a:cubicBezTo>
                <a:lnTo>
                  <a:pt x="3255567" y="4685699"/>
                </a:lnTo>
                <a:cubicBezTo>
                  <a:pt x="3255318" y="4685283"/>
                  <a:pt x="3255318" y="4684785"/>
                  <a:pt x="3255567" y="4684369"/>
                </a:cubicBezTo>
                <a:lnTo>
                  <a:pt x="3265205" y="4667668"/>
                </a:lnTo>
                <a:cubicBezTo>
                  <a:pt x="3265454" y="4667251"/>
                  <a:pt x="3265870" y="4667002"/>
                  <a:pt x="3266368" y="4667002"/>
                </a:cubicBezTo>
                <a:lnTo>
                  <a:pt x="3285726" y="4667001"/>
                </a:lnTo>
                <a:cubicBezTo>
                  <a:pt x="3286224" y="4667002"/>
                  <a:pt x="3286639" y="4667250"/>
                  <a:pt x="3286889" y="4667666"/>
                </a:cubicBezTo>
                <a:lnTo>
                  <a:pt x="3296526" y="4684368"/>
                </a:lnTo>
                <a:cubicBezTo>
                  <a:pt x="3296774" y="4684783"/>
                  <a:pt x="3296774" y="4685281"/>
                  <a:pt x="3296526" y="4685697"/>
                </a:cubicBezTo>
                <a:lnTo>
                  <a:pt x="3286887" y="4702399"/>
                </a:lnTo>
                <a:cubicBezTo>
                  <a:pt x="3286637" y="4702814"/>
                  <a:pt x="3286222" y="4703064"/>
                  <a:pt x="3285724" y="4703064"/>
                </a:cubicBezTo>
                <a:close/>
                <a:moveTo>
                  <a:pt x="3386736" y="4735329"/>
                </a:moveTo>
                <a:cubicBezTo>
                  <a:pt x="3386238" y="4735329"/>
                  <a:pt x="3385822" y="4735080"/>
                  <a:pt x="3385573" y="4734664"/>
                </a:cubicBezTo>
                <a:lnTo>
                  <a:pt x="3375937" y="4717963"/>
                </a:lnTo>
                <a:cubicBezTo>
                  <a:pt x="3375688" y="4717547"/>
                  <a:pt x="3375688" y="4717049"/>
                  <a:pt x="3375937" y="4716634"/>
                </a:cubicBezTo>
                <a:lnTo>
                  <a:pt x="3385575" y="4699932"/>
                </a:lnTo>
                <a:cubicBezTo>
                  <a:pt x="3385824" y="4699516"/>
                  <a:pt x="3386240" y="4699267"/>
                  <a:pt x="3386738" y="4699267"/>
                </a:cubicBezTo>
                <a:lnTo>
                  <a:pt x="3406096" y="4699265"/>
                </a:lnTo>
                <a:cubicBezTo>
                  <a:pt x="3406594" y="4699266"/>
                  <a:pt x="3407009" y="4699515"/>
                  <a:pt x="3407259" y="4699931"/>
                </a:cubicBezTo>
                <a:lnTo>
                  <a:pt x="3416896" y="4716632"/>
                </a:lnTo>
                <a:cubicBezTo>
                  <a:pt x="3417144" y="4717047"/>
                  <a:pt x="3417144" y="4717546"/>
                  <a:pt x="3416896" y="4717961"/>
                </a:cubicBezTo>
                <a:lnTo>
                  <a:pt x="3407257" y="4734664"/>
                </a:lnTo>
                <a:cubicBezTo>
                  <a:pt x="3407007" y="4735079"/>
                  <a:pt x="3406592" y="4735328"/>
                  <a:pt x="3406094" y="4735328"/>
                </a:cubicBezTo>
                <a:close/>
                <a:moveTo>
                  <a:pt x="2845005" y="4590281"/>
                </a:moveTo>
                <a:cubicBezTo>
                  <a:pt x="2844507" y="4590281"/>
                  <a:pt x="2844093" y="4590032"/>
                  <a:pt x="2843842" y="4589616"/>
                </a:cubicBezTo>
                <a:lnTo>
                  <a:pt x="2834123" y="4572749"/>
                </a:lnTo>
                <a:cubicBezTo>
                  <a:pt x="2833874" y="4572251"/>
                  <a:pt x="2833874" y="4571752"/>
                  <a:pt x="2834123" y="4571337"/>
                </a:cubicBezTo>
                <a:lnTo>
                  <a:pt x="2843844" y="4554469"/>
                </a:lnTo>
                <a:cubicBezTo>
                  <a:pt x="2844094" y="4554052"/>
                  <a:pt x="2844509" y="4553804"/>
                  <a:pt x="2845007" y="4553804"/>
                </a:cubicBezTo>
                <a:lnTo>
                  <a:pt x="2864448" y="4553803"/>
                </a:lnTo>
                <a:cubicBezTo>
                  <a:pt x="2864946" y="4553803"/>
                  <a:pt x="2865362" y="4554052"/>
                  <a:pt x="2865611" y="4554468"/>
                </a:cubicBezTo>
                <a:lnTo>
                  <a:pt x="2875331" y="4571335"/>
                </a:lnTo>
                <a:cubicBezTo>
                  <a:pt x="2875580" y="4571833"/>
                  <a:pt x="2875581" y="4572332"/>
                  <a:pt x="2875331" y="4572748"/>
                </a:cubicBezTo>
                <a:lnTo>
                  <a:pt x="2865610" y="4589616"/>
                </a:lnTo>
                <a:cubicBezTo>
                  <a:pt x="2865361" y="4590031"/>
                  <a:pt x="2864945" y="4590281"/>
                  <a:pt x="2864446" y="4590281"/>
                </a:cubicBezTo>
                <a:close/>
                <a:moveTo>
                  <a:pt x="2604188" y="4525899"/>
                </a:moveTo>
                <a:cubicBezTo>
                  <a:pt x="2603773" y="4525899"/>
                  <a:pt x="2603274" y="4525650"/>
                  <a:pt x="2603025" y="4525234"/>
                </a:cubicBezTo>
                <a:lnTo>
                  <a:pt x="2593223" y="4508200"/>
                </a:lnTo>
                <a:cubicBezTo>
                  <a:pt x="2592974" y="4507785"/>
                  <a:pt x="2592974" y="4507203"/>
                  <a:pt x="2593223" y="4506788"/>
                </a:cubicBezTo>
                <a:lnTo>
                  <a:pt x="2603027" y="4489754"/>
                </a:lnTo>
                <a:cubicBezTo>
                  <a:pt x="2603276" y="4489338"/>
                  <a:pt x="2603691" y="4489089"/>
                  <a:pt x="2604190" y="4489089"/>
                </a:cubicBezTo>
                <a:lnTo>
                  <a:pt x="2623797" y="4489088"/>
                </a:lnTo>
                <a:cubicBezTo>
                  <a:pt x="2624213" y="4489088"/>
                  <a:pt x="2624711" y="4489337"/>
                  <a:pt x="2624960" y="4489753"/>
                </a:cubicBezTo>
                <a:lnTo>
                  <a:pt x="2634763" y="4506786"/>
                </a:lnTo>
                <a:cubicBezTo>
                  <a:pt x="2635012" y="4507202"/>
                  <a:pt x="2635012" y="4507784"/>
                  <a:pt x="2634763" y="4508199"/>
                </a:cubicBezTo>
                <a:lnTo>
                  <a:pt x="2624958" y="4525233"/>
                </a:lnTo>
                <a:cubicBezTo>
                  <a:pt x="2624709" y="4525649"/>
                  <a:pt x="2624293" y="4525898"/>
                  <a:pt x="2623795" y="4525898"/>
                </a:cubicBezTo>
                <a:close/>
                <a:moveTo>
                  <a:pt x="3025485" y="4638814"/>
                </a:moveTo>
                <a:cubicBezTo>
                  <a:pt x="3025070" y="4638814"/>
                  <a:pt x="3024571" y="4638564"/>
                  <a:pt x="3024322" y="4638149"/>
                </a:cubicBezTo>
                <a:lnTo>
                  <a:pt x="3014519" y="4621116"/>
                </a:lnTo>
                <a:cubicBezTo>
                  <a:pt x="3014270" y="4620700"/>
                  <a:pt x="3014271" y="4620118"/>
                  <a:pt x="3014520" y="4619703"/>
                </a:cubicBezTo>
                <a:lnTo>
                  <a:pt x="3024323" y="4602669"/>
                </a:lnTo>
                <a:cubicBezTo>
                  <a:pt x="3024572" y="4602253"/>
                  <a:pt x="3024988" y="4602004"/>
                  <a:pt x="3025487" y="4602004"/>
                </a:cubicBezTo>
                <a:lnTo>
                  <a:pt x="3045093" y="4602003"/>
                </a:lnTo>
                <a:cubicBezTo>
                  <a:pt x="3045510" y="4602003"/>
                  <a:pt x="3046008" y="4602252"/>
                  <a:pt x="3046256" y="4602668"/>
                </a:cubicBezTo>
                <a:lnTo>
                  <a:pt x="3056060" y="4619701"/>
                </a:lnTo>
                <a:cubicBezTo>
                  <a:pt x="3056309" y="4620117"/>
                  <a:pt x="3056309" y="4620699"/>
                  <a:pt x="3056060" y="4621113"/>
                </a:cubicBezTo>
                <a:lnTo>
                  <a:pt x="3046255" y="4638147"/>
                </a:lnTo>
                <a:cubicBezTo>
                  <a:pt x="3046006" y="4638564"/>
                  <a:pt x="3045590" y="4638813"/>
                  <a:pt x="3045092" y="4638812"/>
                </a:cubicBezTo>
                <a:close/>
                <a:moveTo>
                  <a:pt x="2363377" y="4461411"/>
                </a:moveTo>
                <a:cubicBezTo>
                  <a:pt x="2362961" y="4461411"/>
                  <a:pt x="2362463" y="4461161"/>
                  <a:pt x="2362213" y="4460747"/>
                </a:cubicBezTo>
                <a:lnTo>
                  <a:pt x="2352328" y="4443627"/>
                </a:lnTo>
                <a:cubicBezTo>
                  <a:pt x="2352079" y="4443212"/>
                  <a:pt x="2352079" y="4442630"/>
                  <a:pt x="2352328" y="4442215"/>
                </a:cubicBezTo>
                <a:lnTo>
                  <a:pt x="2362216" y="4425095"/>
                </a:lnTo>
                <a:cubicBezTo>
                  <a:pt x="2362466" y="4424680"/>
                  <a:pt x="2362881" y="4424430"/>
                  <a:pt x="2363380" y="4424430"/>
                </a:cubicBezTo>
                <a:lnTo>
                  <a:pt x="2383069" y="4424430"/>
                </a:lnTo>
                <a:cubicBezTo>
                  <a:pt x="2383485" y="4424429"/>
                  <a:pt x="2383983" y="4424677"/>
                  <a:pt x="2384232" y="4425095"/>
                </a:cubicBezTo>
                <a:lnTo>
                  <a:pt x="2394118" y="4442212"/>
                </a:lnTo>
                <a:cubicBezTo>
                  <a:pt x="2394367" y="4442627"/>
                  <a:pt x="2394367" y="4443209"/>
                  <a:pt x="2394118" y="4443625"/>
                </a:cubicBezTo>
                <a:lnTo>
                  <a:pt x="2384230" y="4460744"/>
                </a:lnTo>
                <a:cubicBezTo>
                  <a:pt x="2383981" y="4461159"/>
                  <a:pt x="2383566" y="4461409"/>
                  <a:pt x="2383067" y="4461409"/>
                </a:cubicBezTo>
                <a:close/>
                <a:moveTo>
                  <a:pt x="2965293" y="4622711"/>
                </a:moveTo>
                <a:cubicBezTo>
                  <a:pt x="2964878" y="4622711"/>
                  <a:pt x="2964379" y="4622461"/>
                  <a:pt x="2964130" y="4622046"/>
                </a:cubicBezTo>
                <a:lnTo>
                  <a:pt x="2954327" y="4605013"/>
                </a:lnTo>
                <a:cubicBezTo>
                  <a:pt x="2954078" y="4604597"/>
                  <a:pt x="2954078" y="4604015"/>
                  <a:pt x="2954327" y="4603600"/>
                </a:cubicBezTo>
                <a:lnTo>
                  <a:pt x="2964131" y="4586566"/>
                </a:lnTo>
                <a:cubicBezTo>
                  <a:pt x="2964380" y="4586150"/>
                  <a:pt x="2964796" y="4585901"/>
                  <a:pt x="2965294" y="4585901"/>
                </a:cubicBezTo>
                <a:lnTo>
                  <a:pt x="2984901" y="4585900"/>
                </a:lnTo>
                <a:cubicBezTo>
                  <a:pt x="2985317" y="4585900"/>
                  <a:pt x="2985815" y="4586149"/>
                  <a:pt x="2986064" y="4586565"/>
                </a:cubicBezTo>
                <a:lnTo>
                  <a:pt x="2995868" y="4603598"/>
                </a:lnTo>
                <a:cubicBezTo>
                  <a:pt x="2996117" y="4604014"/>
                  <a:pt x="2996117" y="4604596"/>
                  <a:pt x="2995868" y="4605011"/>
                </a:cubicBezTo>
                <a:lnTo>
                  <a:pt x="2986063" y="4622044"/>
                </a:lnTo>
                <a:cubicBezTo>
                  <a:pt x="2985814" y="4622460"/>
                  <a:pt x="2985398" y="4622710"/>
                  <a:pt x="2984900" y="4622710"/>
                </a:cubicBezTo>
                <a:close/>
                <a:moveTo>
                  <a:pt x="3145824" y="4671193"/>
                </a:moveTo>
                <a:cubicBezTo>
                  <a:pt x="3145409" y="4671193"/>
                  <a:pt x="3144910" y="4670944"/>
                  <a:pt x="3144661" y="4670528"/>
                </a:cubicBezTo>
                <a:lnTo>
                  <a:pt x="3134858" y="4653496"/>
                </a:lnTo>
                <a:cubicBezTo>
                  <a:pt x="3134609" y="4653081"/>
                  <a:pt x="3134609" y="4652499"/>
                  <a:pt x="3134858" y="4652084"/>
                </a:cubicBezTo>
                <a:lnTo>
                  <a:pt x="3144662" y="4635052"/>
                </a:lnTo>
                <a:cubicBezTo>
                  <a:pt x="3144911" y="4634635"/>
                  <a:pt x="3145326" y="4634387"/>
                  <a:pt x="3145825" y="4634387"/>
                </a:cubicBezTo>
                <a:lnTo>
                  <a:pt x="3165431" y="4634386"/>
                </a:lnTo>
                <a:cubicBezTo>
                  <a:pt x="3165848" y="4634386"/>
                  <a:pt x="3166346" y="4634635"/>
                  <a:pt x="3166595" y="4635051"/>
                </a:cubicBezTo>
                <a:lnTo>
                  <a:pt x="3176398" y="4652083"/>
                </a:lnTo>
                <a:cubicBezTo>
                  <a:pt x="3176647" y="4652498"/>
                  <a:pt x="3176647" y="4653080"/>
                  <a:pt x="3176398" y="4653495"/>
                </a:cubicBezTo>
                <a:lnTo>
                  <a:pt x="3166594" y="4670527"/>
                </a:lnTo>
                <a:cubicBezTo>
                  <a:pt x="3166345" y="4670944"/>
                  <a:pt x="3165929" y="4671193"/>
                  <a:pt x="3165431" y="4671193"/>
                </a:cubicBezTo>
                <a:close/>
                <a:moveTo>
                  <a:pt x="3928206" y="4880848"/>
                </a:moveTo>
                <a:cubicBezTo>
                  <a:pt x="3927707" y="4880848"/>
                  <a:pt x="3927209" y="4880599"/>
                  <a:pt x="3926959" y="4880184"/>
                </a:cubicBezTo>
                <a:lnTo>
                  <a:pt x="3917075" y="4862982"/>
                </a:lnTo>
                <a:cubicBezTo>
                  <a:pt x="3916825" y="4862567"/>
                  <a:pt x="3916825" y="4861986"/>
                  <a:pt x="3917075" y="4861570"/>
                </a:cubicBezTo>
                <a:lnTo>
                  <a:pt x="3926962" y="4844368"/>
                </a:lnTo>
                <a:cubicBezTo>
                  <a:pt x="3927212" y="4843951"/>
                  <a:pt x="3927710" y="4843702"/>
                  <a:pt x="3928209" y="4843702"/>
                </a:cubicBezTo>
                <a:lnTo>
                  <a:pt x="3948065" y="4843701"/>
                </a:lnTo>
                <a:cubicBezTo>
                  <a:pt x="3948563" y="4843702"/>
                  <a:pt x="3949061" y="4843950"/>
                  <a:pt x="3949311" y="4844366"/>
                </a:cubicBezTo>
                <a:lnTo>
                  <a:pt x="3959196" y="4861567"/>
                </a:lnTo>
                <a:cubicBezTo>
                  <a:pt x="3959445" y="4861984"/>
                  <a:pt x="3959445" y="4862564"/>
                  <a:pt x="3959196" y="4862979"/>
                </a:cubicBezTo>
                <a:lnTo>
                  <a:pt x="3949309" y="4880182"/>
                </a:lnTo>
                <a:cubicBezTo>
                  <a:pt x="3949059" y="4880597"/>
                  <a:pt x="3948561" y="4880847"/>
                  <a:pt x="3948063" y="4880847"/>
                </a:cubicBezTo>
                <a:close/>
                <a:moveTo>
                  <a:pt x="3085551" y="4655250"/>
                </a:moveTo>
                <a:cubicBezTo>
                  <a:pt x="3085053" y="4655250"/>
                  <a:pt x="3084555" y="4655001"/>
                  <a:pt x="3084305" y="4654586"/>
                </a:cubicBezTo>
                <a:lnTo>
                  <a:pt x="3074419" y="4637386"/>
                </a:lnTo>
                <a:cubicBezTo>
                  <a:pt x="3074170" y="4636970"/>
                  <a:pt x="3074170" y="4636390"/>
                  <a:pt x="3074419" y="4635974"/>
                </a:cubicBezTo>
                <a:lnTo>
                  <a:pt x="3084306" y="4618774"/>
                </a:lnTo>
                <a:cubicBezTo>
                  <a:pt x="3084556" y="4618358"/>
                  <a:pt x="3085054" y="4618109"/>
                  <a:pt x="3085552" y="4618109"/>
                </a:cubicBezTo>
                <a:lnTo>
                  <a:pt x="3105409" y="4618108"/>
                </a:lnTo>
                <a:cubicBezTo>
                  <a:pt x="3105907" y="4618108"/>
                  <a:pt x="3106405" y="4618357"/>
                  <a:pt x="3106655" y="4618774"/>
                </a:cubicBezTo>
                <a:lnTo>
                  <a:pt x="3116541" y="4635972"/>
                </a:lnTo>
                <a:cubicBezTo>
                  <a:pt x="3116790" y="4636388"/>
                  <a:pt x="3116789" y="4636969"/>
                  <a:pt x="3116541" y="4637384"/>
                </a:cubicBezTo>
                <a:lnTo>
                  <a:pt x="3106654" y="4654584"/>
                </a:lnTo>
                <a:cubicBezTo>
                  <a:pt x="3106404" y="4655000"/>
                  <a:pt x="3105906" y="4655249"/>
                  <a:pt x="3105408" y="4655249"/>
                </a:cubicBezTo>
                <a:close/>
                <a:moveTo>
                  <a:pt x="2904979" y="4606918"/>
                </a:moveTo>
                <a:cubicBezTo>
                  <a:pt x="2904481" y="4606918"/>
                  <a:pt x="2903983" y="4606669"/>
                  <a:pt x="2903733" y="4606254"/>
                </a:cubicBezTo>
                <a:lnTo>
                  <a:pt x="2893848" y="4589055"/>
                </a:lnTo>
                <a:cubicBezTo>
                  <a:pt x="2893599" y="4588639"/>
                  <a:pt x="2893599" y="4588058"/>
                  <a:pt x="2893848" y="4587642"/>
                </a:cubicBezTo>
                <a:lnTo>
                  <a:pt x="2903734" y="4570444"/>
                </a:lnTo>
                <a:cubicBezTo>
                  <a:pt x="2903984" y="4570028"/>
                  <a:pt x="2904482" y="4569779"/>
                  <a:pt x="2904980" y="4569779"/>
                </a:cubicBezTo>
                <a:lnTo>
                  <a:pt x="2924837" y="4569778"/>
                </a:lnTo>
                <a:cubicBezTo>
                  <a:pt x="2925335" y="4569779"/>
                  <a:pt x="2925833" y="4570027"/>
                  <a:pt x="2926083" y="4570443"/>
                </a:cubicBezTo>
                <a:lnTo>
                  <a:pt x="2935969" y="4587641"/>
                </a:lnTo>
                <a:cubicBezTo>
                  <a:pt x="2936218" y="4588058"/>
                  <a:pt x="2936218" y="4588639"/>
                  <a:pt x="2935969" y="4589053"/>
                </a:cubicBezTo>
                <a:lnTo>
                  <a:pt x="2926082" y="4606253"/>
                </a:lnTo>
                <a:cubicBezTo>
                  <a:pt x="2925832" y="4606668"/>
                  <a:pt x="2925334" y="4606918"/>
                  <a:pt x="2924836" y="4606918"/>
                </a:cubicBezTo>
                <a:close/>
                <a:moveTo>
                  <a:pt x="1580609" y="4252403"/>
                </a:moveTo>
                <a:cubicBezTo>
                  <a:pt x="1580110" y="4252403"/>
                  <a:pt x="1579612" y="4252072"/>
                  <a:pt x="1579363" y="4251656"/>
                </a:cubicBezTo>
                <a:lnTo>
                  <a:pt x="1569228" y="4234041"/>
                </a:lnTo>
                <a:cubicBezTo>
                  <a:pt x="1568979" y="4233625"/>
                  <a:pt x="1568979" y="4233044"/>
                  <a:pt x="1569228" y="4232627"/>
                </a:cubicBezTo>
                <a:lnTo>
                  <a:pt x="1579448" y="4215012"/>
                </a:lnTo>
                <a:cubicBezTo>
                  <a:pt x="1579697" y="4214513"/>
                  <a:pt x="1580195" y="4214264"/>
                  <a:pt x="1580694" y="4214263"/>
                </a:cubicBezTo>
                <a:lnTo>
                  <a:pt x="1601048" y="4214262"/>
                </a:lnTo>
                <a:cubicBezTo>
                  <a:pt x="1601547" y="4214263"/>
                  <a:pt x="1602045" y="4214595"/>
                  <a:pt x="1602294" y="4215011"/>
                </a:cubicBezTo>
                <a:lnTo>
                  <a:pt x="1612430" y="4232625"/>
                </a:lnTo>
                <a:cubicBezTo>
                  <a:pt x="1612679" y="4233041"/>
                  <a:pt x="1612679" y="4233622"/>
                  <a:pt x="1612430" y="4234039"/>
                </a:cubicBezTo>
                <a:lnTo>
                  <a:pt x="1602209" y="4251656"/>
                </a:lnTo>
                <a:cubicBezTo>
                  <a:pt x="1601961" y="4252153"/>
                  <a:pt x="1601463" y="4252403"/>
                  <a:pt x="1600964" y="4252403"/>
                </a:cubicBezTo>
                <a:close/>
                <a:moveTo>
                  <a:pt x="557413" y="3978440"/>
                </a:moveTo>
                <a:cubicBezTo>
                  <a:pt x="556915" y="3978440"/>
                  <a:pt x="556416" y="3978107"/>
                  <a:pt x="556167" y="3977692"/>
                </a:cubicBezTo>
                <a:lnTo>
                  <a:pt x="545949" y="3959993"/>
                </a:lnTo>
                <a:cubicBezTo>
                  <a:pt x="545700" y="3959578"/>
                  <a:pt x="545700" y="3958997"/>
                  <a:pt x="545949" y="3958582"/>
                </a:cubicBezTo>
                <a:lnTo>
                  <a:pt x="556169" y="3940882"/>
                </a:lnTo>
                <a:cubicBezTo>
                  <a:pt x="556418" y="3940383"/>
                  <a:pt x="556917" y="3940134"/>
                  <a:pt x="557415" y="3940134"/>
                </a:cubicBezTo>
                <a:lnTo>
                  <a:pt x="577852" y="3940133"/>
                </a:lnTo>
                <a:cubicBezTo>
                  <a:pt x="578351" y="3940133"/>
                  <a:pt x="578849" y="3940465"/>
                  <a:pt x="579099" y="3940882"/>
                </a:cubicBezTo>
                <a:lnTo>
                  <a:pt x="589317" y="3958579"/>
                </a:lnTo>
                <a:cubicBezTo>
                  <a:pt x="589567" y="3958995"/>
                  <a:pt x="589567" y="3959576"/>
                  <a:pt x="589317" y="3959992"/>
                </a:cubicBezTo>
                <a:lnTo>
                  <a:pt x="579097" y="3977691"/>
                </a:lnTo>
                <a:cubicBezTo>
                  <a:pt x="578847" y="3978189"/>
                  <a:pt x="578350" y="3978439"/>
                  <a:pt x="577851" y="3978440"/>
                </a:cubicBezTo>
                <a:close/>
                <a:moveTo>
                  <a:pt x="1760931" y="4301186"/>
                </a:moveTo>
                <a:cubicBezTo>
                  <a:pt x="1760432" y="4301186"/>
                  <a:pt x="1759935" y="4300855"/>
                  <a:pt x="1759686" y="4300440"/>
                </a:cubicBezTo>
                <a:lnTo>
                  <a:pt x="1749302" y="4282406"/>
                </a:lnTo>
                <a:cubicBezTo>
                  <a:pt x="1749052" y="4281908"/>
                  <a:pt x="1749053" y="4281327"/>
                  <a:pt x="1749302" y="4280911"/>
                </a:cubicBezTo>
                <a:lnTo>
                  <a:pt x="1759771" y="4262878"/>
                </a:lnTo>
                <a:cubicBezTo>
                  <a:pt x="1760020" y="4262378"/>
                  <a:pt x="1760519" y="4262130"/>
                  <a:pt x="1761017" y="4262130"/>
                </a:cubicBezTo>
                <a:lnTo>
                  <a:pt x="1781871" y="4262129"/>
                </a:lnTo>
                <a:cubicBezTo>
                  <a:pt x="1782370" y="4262128"/>
                  <a:pt x="1782867" y="4262461"/>
                  <a:pt x="1783116" y="4262877"/>
                </a:cubicBezTo>
                <a:lnTo>
                  <a:pt x="1793500" y="4280908"/>
                </a:lnTo>
                <a:cubicBezTo>
                  <a:pt x="1793749" y="4281406"/>
                  <a:pt x="1793749" y="4281989"/>
                  <a:pt x="1793500" y="4282404"/>
                </a:cubicBezTo>
                <a:lnTo>
                  <a:pt x="1783031" y="4300438"/>
                </a:lnTo>
                <a:cubicBezTo>
                  <a:pt x="1782782" y="4300936"/>
                  <a:pt x="1782282" y="4301186"/>
                  <a:pt x="1781785" y="4301185"/>
                </a:cubicBezTo>
                <a:close/>
                <a:moveTo>
                  <a:pt x="1881319" y="4333468"/>
                </a:moveTo>
                <a:cubicBezTo>
                  <a:pt x="1880820" y="4333470"/>
                  <a:pt x="1880322" y="4333138"/>
                  <a:pt x="1880073" y="4332722"/>
                </a:cubicBezTo>
                <a:lnTo>
                  <a:pt x="1869606" y="4314606"/>
                </a:lnTo>
                <a:cubicBezTo>
                  <a:pt x="1869357" y="4314109"/>
                  <a:pt x="1869357" y="4313526"/>
                  <a:pt x="1869606" y="4313111"/>
                </a:cubicBezTo>
                <a:lnTo>
                  <a:pt x="1880075" y="4294994"/>
                </a:lnTo>
                <a:cubicBezTo>
                  <a:pt x="1880324" y="4294495"/>
                  <a:pt x="1880823" y="4294246"/>
                  <a:pt x="1881321" y="4294245"/>
                </a:cubicBezTo>
                <a:lnTo>
                  <a:pt x="1902258" y="4294244"/>
                </a:lnTo>
                <a:cubicBezTo>
                  <a:pt x="1902757" y="4294244"/>
                  <a:pt x="1903254" y="4294577"/>
                  <a:pt x="1903504" y="4294992"/>
                </a:cubicBezTo>
                <a:lnTo>
                  <a:pt x="1913971" y="4313107"/>
                </a:lnTo>
                <a:cubicBezTo>
                  <a:pt x="1914220" y="4313606"/>
                  <a:pt x="1914220" y="4314188"/>
                  <a:pt x="1913970" y="4314603"/>
                </a:cubicBezTo>
                <a:lnTo>
                  <a:pt x="1903501" y="4332720"/>
                </a:lnTo>
                <a:cubicBezTo>
                  <a:pt x="1903252" y="4333219"/>
                  <a:pt x="1902754" y="4333468"/>
                  <a:pt x="1902255" y="4333469"/>
                </a:cubicBezTo>
                <a:close/>
                <a:moveTo>
                  <a:pt x="918369" y="4075474"/>
                </a:moveTo>
                <a:cubicBezTo>
                  <a:pt x="917871" y="4075474"/>
                  <a:pt x="917372" y="4075142"/>
                  <a:pt x="917123" y="4074726"/>
                </a:cubicBezTo>
                <a:lnTo>
                  <a:pt x="906739" y="4056779"/>
                </a:lnTo>
                <a:cubicBezTo>
                  <a:pt x="906490" y="4056281"/>
                  <a:pt x="906490" y="4055698"/>
                  <a:pt x="906739" y="4055283"/>
                </a:cubicBezTo>
                <a:lnTo>
                  <a:pt x="917125" y="4037335"/>
                </a:lnTo>
                <a:cubicBezTo>
                  <a:pt x="917374" y="4036836"/>
                  <a:pt x="917873" y="4036587"/>
                  <a:pt x="918371" y="4036588"/>
                </a:cubicBezTo>
                <a:lnTo>
                  <a:pt x="939141" y="4036587"/>
                </a:lnTo>
                <a:cubicBezTo>
                  <a:pt x="939639" y="4036586"/>
                  <a:pt x="940138" y="4036919"/>
                  <a:pt x="940387" y="4037335"/>
                </a:cubicBezTo>
                <a:lnTo>
                  <a:pt x="950771" y="4055282"/>
                </a:lnTo>
                <a:cubicBezTo>
                  <a:pt x="951020" y="4055780"/>
                  <a:pt x="951020" y="4056362"/>
                  <a:pt x="950772" y="4056777"/>
                </a:cubicBezTo>
                <a:lnTo>
                  <a:pt x="940386" y="4074725"/>
                </a:lnTo>
                <a:cubicBezTo>
                  <a:pt x="940137" y="4075224"/>
                  <a:pt x="939638" y="4075473"/>
                  <a:pt x="939140" y="4075473"/>
                </a:cubicBezTo>
                <a:close/>
                <a:moveTo>
                  <a:pt x="2182211" y="4414165"/>
                </a:moveTo>
                <a:cubicBezTo>
                  <a:pt x="2181712" y="4414165"/>
                  <a:pt x="2181215" y="4413832"/>
                  <a:pt x="2180965" y="4413418"/>
                </a:cubicBezTo>
                <a:lnTo>
                  <a:pt x="2170581" y="4395386"/>
                </a:lnTo>
                <a:cubicBezTo>
                  <a:pt x="2170332" y="4394888"/>
                  <a:pt x="2170332" y="4394306"/>
                  <a:pt x="2170581" y="4393890"/>
                </a:cubicBezTo>
                <a:lnTo>
                  <a:pt x="2181050" y="4375858"/>
                </a:lnTo>
                <a:cubicBezTo>
                  <a:pt x="2181299" y="4375359"/>
                  <a:pt x="2181799" y="4375110"/>
                  <a:pt x="2182296" y="4375111"/>
                </a:cubicBezTo>
                <a:lnTo>
                  <a:pt x="2203150" y="4375110"/>
                </a:lnTo>
                <a:cubicBezTo>
                  <a:pt x="2203649" y="4375110"/>
                  <a:pt x="2204146" y="4375441"/>
                  <a:pt x="2204396" y="4375858"/>
                </a:cubicBezTo>
                <a:lnTo>
                  <a:pt x="2214780" y="4393888"/>
                </a:lnTo>
                <a:cubicBezTo>
                  <a:pt x="2215029" y="4394386"/>
                  <a:pt x="2215029" y="4394969"/>
                  <a:pt x="2214780" y="4395384"/>
                </a:cubicBezTo>
                <a:lnTo>
                  <a:pt x="2204311" y="4413416"/>
                </a:lnTo>
                <a:cubicBezTo>
                  <a:pt x="2204062" y="4413915"/>
                  <a:pt x="2203562" y="4414164"/>
                  <a:pt x="2203064" y="4414163"/>
                </a:cubicBezTo>
                <a:close/>
                <a:moveTo>
                  <a:pt x="2001709" y="4365806"/>
                </a:moveTo>
                <a:cubicBezTo>
                  <a:pt x="2001210" y="4365806"/>
                  <a:pt x="2000711" y="4365475"/>
                  <a:pt x="2000463" y="4365058"/>
                </a:cubicBezTo>
                <a:lnTo>
                  <a:pt x="1990079" y="4347111"/>
                </a:lnTo>
                <a:cubicBezTo>
                  <a:pt x="1989829" y="4346613"/>
                  <a:pt x="1989829" y="4346032"/>
                  <a:pt x="1990078" y="4345616"/>
                </a:cubicBezTo>
                <a:lnTo>
                  <a:pt x="2000464" y="4327669"/>
                </a:lnTo>
                <a:cubicBezTo>
                  <a:pt x="2000713" y="4327170"/>
                  <a:pt x="2001211" y="4326921"/>
                  <a:pt x="2001710" y="4326921"/>
                </a:cubicBezTo>
                <a:lnTo>
                  <a:pt x="2022480" y="4326921"/>
                </a:lnTo>
                <a:cubicBezTo>
                  <a:pt x="2022978" y="4326921"/>
                  <a:pt x="2023477" y="4327252"/>
                  <a:pt x="2023726" y="4327668"/>
                </a:cubicBezTo>
                <a:lnTo>
                  <a:pt x="2034111" y="4345615"/>
                </a:lnTo>
                <a:cubicBezTo>
                  <a:pt x="2034360" y="4346113"/>
                  <a:pt x="2034359" y="4346695"/>
                  <a:pt x="2034110" y="4347111"/>
                </a:cubicBezTo>
                <a:lnTo>
                  <a:pt x="2023725" y="4365058"/>
                </a:lnTo>
                <a:cubicBezTo>
                  <a:pt x="2023476" y="4365556"/>
                  <a:pt x="2022977" y="4365806"/>
                  <a:pt x="2022479" y="4365806"/>
                </a:cubicBezTo>
                <a:close/>
                <a:moveTo>
                  <a:pt x="737720" y="4027137"/>
                </a:moveTo>
                <a:cubicBezTo>
                  <a:pt x="737222" y="4027136"/>
                  <a:pt x="736723" y="4026803"/>
                  <a:pt x="736474" y="4026388"/>
                </a:cubicBezTo>
                <a:lnTo>
                  <a:pt x="725924" y="4008108"/>
                </a:lnTo>
                <a:cubicBezTo>
                  <a:pt x="725675" y="4007609"/>
                  <a:pt x="725675" y="4007025"/>
                  <a:pt x="725924" y="4006612"/>
                </a:cubicBezTo>
                <a:lnTo>
                  <a:pt x="736476" y="3988329"/>
                </a:lnTo>
                <a:cubicBezTo>
                  <a:pt x="736725" y="3987830"/>
                  <a:pt x="737224" y="3987581"/>
                  <a:pt x="737723" y="3987580"/>
                </a:cubicBezTo>
                <a:lnTo>
                  <a:pt x="758742" y="3987578"/>
                </a:lnTo>
                <a:cubicBezTo>
                  <a:pt x="759241" y="3987578"/>
                  <a:pt x="759739" y="3987910"/>
                  <a:pt x="759988" y="3988327"/>
                </a:cubicBezTo>
                <a:lnTo>
                  <a:pt x="770539" y="4006608"/>
                </a:lnTo>
                <a:cubicBezTo>
                  <a:pt x="770788" y="4007107"/>
                  <a:pt x="770788" y="4007688"/>
                  <a:pt x="770539" y="4008105"/>
                </a:cubicBezTo>
                <a:lnTo>
                  <a:pt x="759985" y="4026387"/>
                </a:lnTo>
                <a:cubicBezTo>
                  <a:pt x="759736" y="4026885"/>
                  <a:pt x="759238" y="4027135"/>
                  <a:pt x="758739" y="4027136"/>
                </a:cubicBezTo>
                <a:close/>
                <a:moveTo>
                  <a:pt x="797976" y="4043298"/>
                </a:moveTo>
                <a:cubicBezTo>
                  <a:pt x="797478" y="4043298"/>
                  <a:pt x="796979" y="4042966"/>
                  <a:pt x="796730" y="4042550"/>
                </a:cubicBezTo>
                <a:lnTo>
                  <a:pt x="786346" y="4024603"/>
                </a:lnTo>
                <a:cubicBezTo>
                  <a:pt x="786096" y="4024105"/>
                  <a:pt x="786096" y="4023523"/>
                  <a:pt x="786345" y="4023108"/>
                </a:cubicBezTo>
                <a:lnTo>
                  <a:pt x="796731" y="4005161"/>
                </a:lnTo>
                <a:cubicBezTo>
                  <a:pt x="796980" y="4004662"/>
                  <a:pt x="797479" y="4004413"/>
                  <a:pt x="797977" y="4004413"/>
                </a:cubicBezTo>
                <a:lnTo>
                  <a:pt x="818747" y="4004413"/>
                </a:lnTo>
                <a:cubicBezTo>
                  <a:pt x="819245" y="4004412"/>
                  <a:pt x="819744" y="4004745"/>
                  <a:pt x="819993" y="4005161"/>
                </a:cubicBezTo>
                <a:lnTo>
                  <a:pt x="830378" y="4023107"/>
                </a:lnTo>
                <a:cubicBezTo>
                  <a:pt x="830627" y="4023605"/>
                  <a:pt x="830627" y="4024187"/>
                  <a:pt x="830378" y="4024602"/>
                </a:cubicBezTo>
                <a:lnTo>
                  <a:pt x="819992" y="4042549"/>
                </a:lnTo>
                <a:cubicBezTo>
                  <a:pt x="819743" y="4043048"/>
                  <a:pt x="819244" y="4043297"/>
                  <a:pt x="818746" y="4043297"/>
                </a:cubicBezTo>
                <a:close/>
                <a:moveTo>
                  <a:pt x="677528" y="4011099"/>
                </a:moveTo>
                <a:cubicBezTo>
                  <a:pt x="677029" y="4011100"/>
                  <a:pt x="676532" y="4010768"/>
                  <a:pt x="676283" y="4010353"/>
                </a:cubicBezTo>
                <a:lnTo>
                  <a:pt x="665898" y="3992322"/>
                </a:lnTo>
                <a:cubicBezTo>
                  <a:pt x="665649" y="3991823"/>
                  <a:pt x="665649" y="3991242"/>
                  <a:pt x="665898" y="3990827"/>
                </a:cubicBezTo>
                <a:lnTo>
                  <a:pt x="676367" y="3972797"/>
                </a:lnTo>
                <a:cubicBezTo>
                  <a:pt x="676615" y="3972298"/>
                  <a:pt x="677115" y="3972049"/>
                  <a:pt x="677613" y="3972049"/>
                </a:cubicBezTo>
                <a:lnTo>
                  <a:pt x="698465" y="3972048"/>
                </a:lnTo>
                <a:cubicBezTo>
                  <a:pt x="698964" y="3972048"/>
                  <a:pt x="699462" y="3972380"/>
                  <a:pt x="699712" y="3972796"/>
                </a:cubicBezTo>
                <a:lnTo>
                  <a:pt x="710096" y="3990825"/>
                </a:lnTo>
                <a:cubicBezTo>
                  <a:pt x="710345" y="3991324"/>
                  <a:pt x="710345" y="3991906"/>
                  <a:pt x="710096" y="3992320"/>
                </a:cubicBezTo>
                <a:lnTo>
                  <a:pt x="699628" y="4010352"/>
                </a:lnTo>
                <a:cubicBezTo>
                  <a:pt x="699379" y="4010850"/>
                  <a:pt x="698879" y="4011099"/>
                  <a:pt x="698381" y="4011099"/>
                </a:cubicBezTo>
                <a:close/>
                <a:moveTo>
                  <a:pt x="858054" y="4059533"/>
                </a:moveTo>
                <a:cubicBezTo>
                  <a:pt x="857556" y="4059534"/>
                  <a:pt x="857057" y="4059200"/>
                  <a:pt x="856808" y="4058785"/>
                </a:cubicBezTo>
                <a:lnTo>
                  <a:pt x="846258" y="4040506"/>
                </a:lnTo>
                <a:cubicBezTo>
                  <a:pt x="846009" y="4040006"/>
                  <a:pt x="846009" y="4039424"/>
                  <a:pt x="846258" y="4039009"/>
                </a:cubicBezTo>
                <a:lnTo>
                  <a:pt x="856810" y="4020728"/>
                </a:lnTo>
                <a:cubicBezTo>
                  <a:pt x="857059" y="4020229"/>
                  <a:pt x="857558" y="4019980"/>
                  <a:pt x="858056" y="4019980"/>
                </a:cubicBezTo>
                <a:lnTo>
                  <a:pt x="879076" y="4019979"/>
                </a:lnTo>
                <a:cubicBezTo>
                  <a:pt x="879575" y="4019979"/>
                  <a:pt x="880072" y="4020311"/>
                  <a:pt x="880321" y="4020727"/>
                </a:cubicBezTo>
                <a:lnTo>
                  <a:pt x="890873" y="4039007"/>
                </a:lnTo>
                <a:cubicBezTo>
                  <a:pt x="891122" y="4039506"/>
                  <a:pt x="891122" y="4040087"/>
                  <a:pt x="890872" y="4040503"/>
                </a:cubicBezTo>
                <a:lnTo>
                  <a:pt x="880320" y="4058784"/>
                </a:lnTo>
                <a:cubicBezTo>
                  <a:pt x="880070" y="4059283"/>
                  <a:pt x="879572" y="4059532"/>
                  <a:pt x="879073" y="4059533"/>
                </a:cubicBezTo>
                <a:close/>
                <a:moveTo>
                  <a:pt x="2242375" y="4430462"/>
                </a:moveTo>
                <a:cubicBezTo>
                  <a:pt x="2241877" y="4430462"/>
                  <a:pt x="2241378" y="4430130"/>
                  <a:pt x="2241129" y="4429715"/>
                </a:cubicBezTo>
                <a:lnTo>
                  <a:pt x="2230662" y="4411601"/>
                </a:lnTo>
                <a:cubicBezTo>
                  <a:pt x="2230412" y="4411103"/>
                  <a:pt x="2230413" y="4410521"/>
                  <a:pt x="2230661" y="4410106"/>
                </a:cubicBezTo>
                <a:lnTo>
                  <a:pt x="2241130" y="4391992"/>
                </a:lnTo>
                <a:cubicBezTo>
                  <a:pt x="2241379" y="4391493"/>
                  <a:pt x="2241878" y="4391244"/>
                  <a:pt x="2242376" y="4391244"/>
                </a:cubicBezTo>
                <a:lnTo>
                  <a:pt x="2263313" y="4391243"/>
                </a:lnTo>
                <a:cubicBezTo>
                  <a:pt x="2263811" y="4391244"/>
                  <a:pt x="2264309" y="4391575"/>
                  <a:pt x="2264558" y="4391991"/>
                </a:cubicBezTo>
                <a:lnTo>
                  <a:pt x="2275026" y="4410104"/>
                </a:lnTo>
                <a:cubicBezTo>
                  <a:pt x="2275276" y="4410602"/>
                  <a:pt x="2275275" y="4411185"/>
                  <a:pt x="2275026" y="4411599"/>
                </a:cubicBezTo>
                <a:lnTo>
                  <a:pt x="2264557" y="4429714"/>
                </a:lnTo>
                <a:cubicBezTo>
                  <a:pt x="2264308" y="4430212"/>
                  <a:pt x="2263810" y="4430461"/>
                  <a:pt x="2263311" y="4430461"/>
                </a:cubicBezTo>
                <a:close/>
                <a:moveTo>
                  <a:pt x="1640470" y="4269204"/>
                </a:moveTo>
                <a:cubicBezTo>
                  <a:pt x="1639972" y="4269204"/>
                  <a:pt x="1639472" y="4268871"/>
                  <a:pt x="1639223" y="4268456"/>
                </a:cubicBezTo>
                <a:lnTo>
                  <a:pt x="1628673" y="4250176"/>
                </a:lnTo>
                <a:cubicBezTo>
                  <a:pt x="1628424" y="4249678"/>
                  <a:pt x="1628424" y="4249095"/>
                  <a:pt x="1628673" y="4248680"/>
                </a:cubicBezTo>
                <a:lnTo>
                  <a:pt x="1639225" y="4230400"/>
                </a:lnTo>
                <a:cubicBezTo>
                  <a:pt x="1639474" y="4229901"/>
                  <a:pt x="1639973" y="4229652"/>
                  <a:pt x="1640471" y="4229652"/>
                </a:cubicBezTo>
                <a:lnTo>
                  <a:pt x="1661491" y="4229651"/>
                </a:lnTo>
                <a:cubicBezTo>
                  <a:pt x="1661990" y="4229651"/>
                  <a:pt x="1662488" y="4229983"/>
                  <a:pt x="1662737" y="4230399"/>
                </a:cubicBezTo>
                <a:lnTo>
                  <a:pt x="1673288" y="4248678"/>
                </a:lnTo>
                <a:cubicBezTo>
                  <a:pt x="1673537" y="4249177"/>
                  <a:pt x="1673537" y="4249759"/>
                  <a:pt x="1673288" y="4250175"/>
                </a:cubicBezTo>
                <a:lnTo>
                  <a:pt x="1662735" y="4268455"/>
                </a:lnTo>
                <a:cubicBezTo>
                  <a:pt x="1662486" y="4268953"/>
                  <a:pt x="1661988" y="4269203"/>
                  <a:pt x="1661489" y="4269203"/>
                </a:cubicBezTo>
                <a:close/>
                <a:moveTo>
                  <a:pt x="2121990" y="4398252"/>
                </a:moveTo>
                <a:cubicBezTo>
                  <a:pt x="2121492" y="4398253"/>
                  <a:pt x="2120993" y="4397920"/>
                  <a:pt x="2120744" y="4397505"/>
                </a:cubicBezTo>
                <a:lnTo>
                  <a:pt x="2110277" y="4379392"/>
                </a:lnTo>
                <a:cubicBezTo>
                  <a:pt x="2110028" y="4378894"/>
                  <a:pt x="2110028" y="4378312"/>
                  <a:pt x="2110277" y="4377897"/>
                </a:cubicBezTo>
                <a:lnTo>
                  <a:pt x="2120745" y="4359784"/>
                </a:lnTo>
                <a:cubicBezTo>
                  <a:pt x="2120994" y="4359285"/>
                  <a:pt x="2121493" y="4359036"/>
                  <a:pt x="2121991" y="4359036"/>
                </a:cubicBezTo>
                <a:lnTo>
                  <a:pt x="2142928" y="4359035"/>
                </a:lnTo>
                <a:cubicBezTo>
                  <a:pt x="2143426" y="4359036"/>
                  <a:pt x="2143924" y="4359367"/>
                  <a:pt x="2144173" y="4359783"/>
                </a:cubicBezTo>
                <a:lnTo>
                  <a:pt x="2154641" y="4377896"/>
                </a:lnTo>
                <a:cubicBezTo>
                  <a:pt x="2154891" y="4378394"/>
                  <a:pt x="2154891" y="4378976"/>
                  <a:pt x="2154641" y="4379391"/>
                </a:cubicBezTo>
                <a:lnTo>
                  <a:pt x="2144172" y="4397505"/>
                </a:lnTo>
                <a:cubicBezTo>
                  <a:pt x="2143923" y="4398003"/>
                  <a:pt x="2143425" y="4398252"/>
                  <a:pt x="2142926" y="4398252"/>
                </a:cubicBezTo>
                <a:close/>
                <a:moveTo>
                  <a:pt x="2061764" y="4382123"/>
                </a:moveTo>
                <a:cubicBezTo>
                  <a:pt x="2061266" y="4382124"/>
                  <a:pt x="2060767" y="4381790"/>
                  <a:pt x="2060518" y="4381374"/>
                </a:cubicBezTo>
                <a:lnTo>
                  <a:pt x="2049968" y="4363096"/>
                </a:lnTo>
                <a:cubicBezTo>
                  <a:pt x="2049719" y="4362596"/>
                  <a:pt x="2049719" y="4362015"/>
                  <a:pt x="2049968" y="4361599"/>
                </a:cubicBezTo>
                <a:lnTo>
                  <a:pt x="2060520" y="4343319"/>
                </a:lnTo>
                <a:cubicBezTo>
                  <a:pt x="2060769" y="4342820"/>
                  <a:pt x="2061268" y="4342571"/>
                  <a:pt x="2061766" y="4342571"/>
                </a:cubicBezTo>
                <a:lnTo>
                  <a:pt x="2082785" y="4342570"/>
                </a:lnTo>
                <a:cubicBezTo>
                  <a:pt x="2083283" y="4342570"/>
                  <a:pt x="2083782" y="4342902"/>
                  <a:pt x="2084031" y="4343318"/>
                </a:cubicBezTo>
                <a:lnTo>
                  <a:pt x="2094581" y="4361598"/>
                </a:lnTo>
                <a:cubicBezTo>
                  <a:pt x="2094831" y="4362097"/>
                  <a:pt x="2094831" y="4362678"/>
                  <a:pt x="2094581" y="4363094"/>
                </a:cubicBezTo>
                <a:lnTo>
                  <a:pt x="2084029" y="4381374"/>
                </a:lnTo>
                <a:cubicBezTo>
                  <a:pt x="2083781" y="4381872"/>
                  <a:pt x="2083281" y="4382122"/>
                  <a:pt x="2082783" y="4382122"/>
                </a:cubicBezTo>
                <a:close/>
                <a:moveTo>
                  <a:pt x="2302498" y="4446676"/>
                </a:moveTo>
                <a:cubicBezTo>
                  <a:pt x="2302000" y="4446676"/>
                  <a:pt x="2301501" y="4446342"/>
                  <a:pt x="2301251" y="4445927"/>
                </a:cubicBezTo>
                <a:lnTo>
                  <a:pt x="2290701" y="4427649"/>
                </a:lnTo>
                <a:cubicBezTo>
                  <a:pt x="2290452" y="4427150"/>
                  <a:pt x="2290452" y="4426567"/>
                  <a:pt x="2290701" y="4426153"/>
                </a:cubicBezTo>
                <a:lnTo>
                  <a:pt x="2301253" y="4407873"/>
                </a:lnTo>
                <a:cubicBezTo>
                  <a:pt x="2301502" y="4407374"/>
                  <a:pt x="2302001" y="4407126"/>
                  <a:pt x="2302499" y="4407125"/>
                </a:cubicBezTo>
                <a:lnTo>
                  <a:pt x="2323518" y="4407125"/>
                </a:lnTo>
                <a:cubicBezTo>
                  <a:pt x="2324016" y="4407125"/>
                  <a:pt x="2324515" y="4407457"/>
                  <a:pt x="2324764" y="4407873"/>
                </a:cubicBezTo>
                <a:lnTo>
                  <a:pt x="2335315" y="4426151"/>
                </a:lnTo>
                <a:cubicBezTo>
                  <a:pt x="2335565" y="4426650"/>
                  <a:pt x="2335564" y="4427232"/>
                  <a:pt x="2335314" y="4427647"/>
                </a:cubicBezTo>
                <a:lnTo>
                  <a:pt x="2324763" y="4445927"/>
                </a:lnTo>
                <a:cubicBezTo>
                  <a:pt x="2324514" y="4446425"/>
                  <a:pt x="2324015" y="4446675"/>
                  <a:pt x="2323517" y="4446675"/>
                </a:cubicBezTo>
                <a:close/>
                <a:moveTo>
                  <a:pt x="1038575" y="4108055"/>
                </a:moveTo>
                <a:cubicBezTo>
                  <a:pt x="1038077" y="4108055"/>
                  <a:pt x="1037578" y="4107721"/>
                  <a:pt x="1037329" y="4107306"/>
                </a:cubicBezTo>
                <a:lnTo>
                  <a:pt x="1026779" y="4089028"/>
                </a:lnTo>
                <a:cubicBezTo>
                  <a:pt x="1026529" y="4088529"/>
                  <a:pt x="1026529" y="4087947"/>
                  <a:pt x="1026778" y="4087532"/>
                </a:cubicBezTo>
                <a:lnTo>
                  <a:pt x="1037330" y="4069253"/>
                </a:lnTo>
                <a:cubicBezTo>
                  <a:pt x="1037579" y="4068754"/>
                  <a:pt x="1038078" y="4068505"/>
                  <a:pt x="1038576" y="4068505"/>
                </a:cubicBezTo>
                <a:lnTo>
                  <a:pt x="1059595" y="4068505"/>
                </a:lnTo>
                <a:cubicBezTo>
                  <a:pt x="1060094" y="4068505"/>
                  <a:pt x="1060592" y="4068837"/>
                  <a:pt x="1060841" y="4069253"/>
                </a:cubicBezTo>
                <a:lnTo>
                  <a:pt x="1071393" y="4087531"/>
                </a:lnTo>
                <a:cubicBezTo>
                  <a:pt x="1071642" y="4088030"/>
                  <a:pt x="1071642" y="4088611"/>
                  <a:pt x="1071393" y="4089027"/>
                </a:cubicBezTo>
                <a:lnTo>
                  <a:pt x="1060840" y="4107306"/>
                </a:lnTo>
                <a:cubicBezTo>
                  <a:pt x="1060591" y="4107804"/>
                  <a:pt x="1060093" y="4108054"/>
                  <a:pt x="1059594" y="4108054"/>
                </a:cubicBezTo>
                <a:close/>
                <a:moveTo>
                  <a:pt x="1158934" y="4140359"/>
                </a:moveTo>
                <a:cubicBezTo>
                  <a:pt x="1158436" y="4140359"/>
                  <a:pt x="1157937" y="4140026"/>
                  <a:pt x="1157688" y="4139611"/>
                </a:cubicBezTo>
                <a:lnTo>
                  <a:pt x="1147138" y="4121334"/>
                </a:lnTo>
                <a:cubicBezTo>
                  <a:pt x="1146888" y="4120834"/>
                  <a:pt x="1146888" y="4120253"/>
                  <a:pt x="1147137" y="4119837"/>
                </a:cubicBezTo>
                <a:lnTo>
                  <a:pt x="1157689" y="4101559"/>
                </a:lnTo>
                <a:cubicBezTo>
                  <a:pt x="1157938" y="4101060"/>
                  <a:pt x="1158437" y="4100811"/>
                  <a:pt x="1158935" y="4100811"/>
                </a:cubicBezTo>
                <a:lnTo>
                  <a:pt x="1179954" y="4100811"/>
                </a:lnTo>
                <a:cubicBezTo>
                  <a:pt x="1180453" y="4100811"/>
                  <a:pt x="1180951" y="4101143"/>
                  <a:pt x="1181200" y="4101559"/>
                </a:cubicBezTo>
                <a:lnTo>
                  <a:pt x="1191752" y="4119837"/>
                </a:lnTo>
                <a:cubicBezTo>
                  <a:pt x="1192001" y="4120336"/>
                  <a:pt x="1192001" y="4120917"/>
                  <a:pt x="1191751" y="4121333"/>
                </a:cubicBezTo>
                <a:lnTo>
                  <a:pt x="1181199" y="4139611"/>
                </a:lnTo>
                <a:cubicBezTo>
                  <a:pt x="1180950" y="4140109"/>
                  <a:pt x="1180452" y="4140359"/>
                  <a:pt x="1179953" y="4140359"/>
                </a:cubicBezTo>
                <a:close/>
                <a:moveTo>
                  <a:pt x="978336" y="4091988"/>
                </a:moveTo>
                <a:cubicBezTo>
                  <a:pt x="977755" y="4091987"/>
                  <a:pt x="977256" y="4091738"/>
                  <a:pt x="977007" y="4091239"/>
                </a:cubicBezTo>
                <a:lnTo>
                  <a:pt x="966374" y="4072793"/>
                </a:lnTo>
                <a:cubicBezTo>
                  <a:pt x="966125" y="4072377"/>
                  <a:pt x="966125" y="4071796"/>
                  <a:pt x="966374" y="4071297"/>
                </a:cubicBezTo>
                <a:lnTo>
                  <a:pt x="977010" y="4052849"/>
                </a:lnTo>
                <a:cubicBezTo>
                  <a:pt x="977342" y="4052350"/>
                  <a:pt x="977841" y="4052101"/>
                  <a:pt x="978339" y="4052101"/>
                </a:cubicBezTo>
                <a:lnTo>
                  <a:pt x="999608" y="4052099"/>
                </a:lnTo>
                <a:cubicBezTo>
                  <a:pt x="1000189" y="4052099"/>
                  <a:pt x="1000687" y="4052348"/>
                  <a:pt x="1000937" y="4052847"/>
                </a:cubicBezTo>
                <a:lnTo>
                  <a:pt x="1011570" y="4071293"/>
                </a:lnTo>
                <a:cubicBezTo>
                  <a:pt x="1011819" y="4071710"/>
                  <a:pt x="1011819" y="4072291"/>
                  <a:pt x="1011570" y="4072790"/>
                </a:cubicBezTo>
                <a:lnTo>
                  <a:pt x="1000935" y="4091238"/>
                </a:lnTo>
                <a:cubicBezTo>
                  <a:pt x="1000603" y="4091737"/>
                  <a:pt x="1000104" y="4091986"/>
                  <a:pt x="999606" y="4091986"/>
                </a:cubicBezTo>
                <a:close/>
                <a:moveTo>
                  <a:pt x="1700628" y="4285525"/>
                </a:moveTo>
                <a:cubicBezTo>
                  <a:pt x="1700048" y="4285525"/>
                  <a:pt x="1699549" y="4285276"/>
                  <a:pt x="1699300" y="4284777"/>
                </a:cubicBezTo>
                <a:lnTo>
                  <a:pt x="1688749" y="4266414"/>
                </a:lnTo>
                <a:cubicBezTo>
                  <a:pt x="1688501" y="4265915"/>
                  <a:pt x="1688500" y="4265418"/>
                  <a:pt x="1688750" y="4264918"/>
                </a:cubicBezTo>
                <a:lnTo>
                  <a:pt x="1699301" y="4246555"/>
                </a:lnTo>
                <a:cubicBezTo>
                  <a:pt x="1699633" y="4246056"/>
                  <a:pt x="1700132" y="4245807"/>
                  <a:pt x="1700630" y="4245807"/>
                </a:cubicBezTo>
                <a:lnTo>
                  <a:pt x="1721815" y="4245806"/>
                </a:lnTo>
                <a:cubicBezTo>
                  <a:pt x="1722398" y="4245805"/>
                  <a:pt x="1722895" y="4246055"/>
                  <a:pt x="1723146" y="4246554"/>
                </a:cubicBezTo>
                <a:lnTo>
                  <a:pt x="1733696" y="4264916"/>
                </a:lnTo>
                <a:cubicBezTo>
                  <a:pt x="1733945" y="4265415"/>
                  <a:pt x="1733945" y="4265913"/>
                  <a:pt x="1733696" y="4266413"/>
                </a:cubicBezTo>
                <a:lnTo>
                  <a:pt x="1723144" y="4284776"/>
                </a:lnTo>
                <a:cubicBezTo>
                  <a:pt x="1722811" y="4285275"/>
                  <a:pt x="1722313" y="4285524"/>
                  <a:pt x="1721814" y="4285524"/>
                </a:cubicBezTo>
                <a:close/>
                <a:moveTo>
                  <a:pt x="1820996" y="4317798"/>
                </a:moveTo>
                <a:cubicBezTo>
                  <a:pt x="1820415" y="4317798"/>
                  <a:pt x="1819916" y="4317550"/>
                  <a:pt x="1819667" y="4317051"/>
                </a:cubicBezTo>
                <a:lnTo>
                  <a:pt x="1809117" y="4298688"/>
                </a:lnTo>
                <a:cubicBezTo>
                  <a:pt x="1808868" y="4298189"/>
                  <a:pt x="1808868" y="4297691"/>
                  <a:pt x="1809117" y="4297192"/>
                </a:cubicBezTo>
                <a:lnTo>
                  <a:pt x="1819669" y="4278828"/>
                </a:lnTo>
                <a:cubicBezTo>
                  <a:pt x="1820001" y="4278329"/>
                  <a:pt x="1820500" y="4278081"/>
                  <a:pt x="1820998" y="4278080"/>
                </a:cubicBezTo>
                <a:lnTo>
                  <a:pt x="1842183" y="4278080"/>
                </a:lnTo>
                <a:cubicBezTo>
                  <a:pt x="1842765" y="4278079"/>
                  <a:pt x="1843263" y="4278329"/>
                  <a:pt x="1843513" y="4278827"/>
                </a:cubicBezTo>
                <a:lnTo>
                  <a:pt x="1854063" y="4297190"/>
                </a:lnTo>
                <a:cubicBezTo>
                  <a:pt x="1854312" y="4297689"/>
                  <a:pt x="1854312" y="4298187"/>
                  <a:pt x="1854063" y="4298686"/>
                </a:cubicBezTo>
                <a:lnTo>
                  <a:pt x="1843511" y="4317049"/>
                </a:lnTo>
                <a:cubicBezTo>
                  <a:pt x="1843178" y="4317549"/>
                  <a:pt x="1842681" y="4317797"/>
                  <a:pt x="1842182" y="4317797"/>
                </a:cubicBezTo>
                <a:close/>
                <a:moveTo>
                  <a:pt x="617242" y="3995278"/>
                </a:moveTo>
                <a:cubicBezTo>
                  <a:pt x="616744" y="3995278"/>
                  <a:pt x="616245" y="3994945"/>
                  <a:pt x="615996" y="3994530"/>
                </a:cubicBezTo>
                <a:lnTo>
                  <a:pt x="605445" y="3976253"/>
                </a:lnTo>
                <a:cubicBezTo>
                  <a:pt x="605196" y="3975754"/>
                  <a:pt x="605196" y="3975172"/>
                  <a:pt x="605445" y="3974757"/>
                </a:cubicBezTo>
                <a:lnTo>
                  <a:pt x="615996" y="3956480"/>
                </a:lnTo>
                <a:cubicBezTo>
                  <a:pt x="616245" y="3955981"/>
                  <a:pt x="616744" y="3955732"/>
                  <a:pt x="617242" y="3955732"/>
                </a:cubicBezTo>
                <a:lnTo>
                  <a:pt x="638261" y="3955732"/>
                </a:lnTo>
                <a:cubicBezTo>
                  <a:pt x="638760" y="3955732"/>
                  <a:pt x="639258" y="3956064"/>
                  <a:pt x="639507" y="3956480"/>
                </a:cubicBezTo>
                <a:lnTo>
                  <a:pt x="650059" y="3974757"/>
                </a:lnTo>
                <a:cubicBezTo>
                  <a:pt x="650308" y="3975256"/>
                  <a:pt x="650308" y="3975837"/>
                  <a:pt x="650059" y="3976253"/>
                </a:cubicBezTo>
                <a:lnTo>
                  <a:pt x="639507" y="3994530"/>
                </a:lnTo>
                <a:cubicBezTo>
                  <a:pt x="639258" y="3995028"/>
                  <a:pt x="638760" y="3995278"/>
                  <a:pt x="638261" y="3995278"/>
                </a:cubicBezTo>
                <a:close/>
                <a:moveTo>
                  <a:pt x="1098723" y="4124418"/>
                </a:moveTo>
                <a:cubicBezTo>
                  <a:pt x="1098143" y="4124419"/>
                  <a:pt x="1097644" y="4124170"/>
                  <a:pt x="1097395" y="4123671"/>
                </a:cubicBezTo>
                <a:lnTo>
                  <a:pt x="1086844" y="4105310"/>
                </a:lnTo>
                <a:cubicBezTo>
                  <a:pt x="1086595" y="4104811"/>
                  <a:pt x="1086595" y="4104313"/>
                  <a:pt x="1086844" y="4103814"/>
                </a:cubicBezTo>
                <a:lnTo>
                  <a:pt x="1097395" y="4085453"/>
                </a:lnTo>
                <a:cubicBezTo>
                  <a:pt x="1097727" y="4084954"/>
                  <a:pt x="1098226" y="4084705"/>
                  <a:pt x="1098724" y="4084705"/>
                </a:cubicBezTo>
                <a:lnTo>
                  <a:pt x="1119910" y="4084705"/>
                </a:lnTo>
                <a:cubicBezTo>
                  <a:pt x="1120491" y="4084705"/>
                  <a:pt x="1120990" y="4084954"/>
                  <a:pt x="1121239" y="4085453"/>
                </a:cubicBezTo>
                <a:lnTo>
                  <a:pt x="1131790" y="4103813"/>
                </a:lnTo>
                <a:cubicBezTo>
                  <a:pt x="1132039" y="4104312"/>
                  <a:pt x="1132039" y="4104811"/>
                  <a:pt x="1131790" y="4105309"/>
                </a:cubicBezTo>
                <a:lnTo>
                  <a:pt x="1121239" y="4123671"/>
                </a:lnTo>
                <a:cubicBezTo>
                  <a:pt x="1120906" y="4124169"/>
                  <a:pt x="1120408" y="4124418"/>
                  <a:pt x="1119910" y="4124419"/>
                </a:cubicBezTo>
                <a:close/>
                <a:moveTo>
                  <a:pt x="1219037" y="4156658"/>
                </a:moveTo>
                <a:cubicBezTo>
                  <a:pt x="1218456" y="4156658"/>
                  <a:pt x="1217957" y="4156409"/>
                  <a:pt x="1217708" y="4155910"/>
                </a:cubicBezTo>
                <a:lnTo>
                  <a:pt x="1207074" y="4137465"/>
                </a:lnTo>
                <a:cubicBezTo>
                  <a:pt x="1206825" y="4137049"/>
                  <a:pt x="1206825" y="4136468"/>
                  <a:pt x="1207074" y="4135969"/>
                </a:cubicBezTo>
                <a:lnTo>
                  <a:pt x="1217709" y="4117524"/>
                </a:lnTo>
                <a:cubicBezTo>
                  <a:pt x="1218041" y="4117025"/>
                  <a:pt x="1218540" y="4116776"/>
                  <a:pt x="1219038" y="4116775"/>
                </a:cubicBezTo>
                <a:lnTo>
                  <a:pt x="1240307" y="4116775"/>
                </a:lnTo>
                <a:cubicBezTo>
                  <a:pt x="1240888" y="4116775"/>
                  <a:pt x="1241386" y="4117024"/>
                  <a:pt x="1241636" y="4117523"/>
                </a:cubicBezTo>
                <a:lnTo>
                  <a:pt x="1252270" y="4135968"/>
                </a:lnTo>
                <a:cubicBezTo>
                  <a:pt x="1252519" y="4136383"/>
                  <a:pt x="1252519" y="4136965"/>
                  <a:pt x="1252270" y="4137464"/>
                </a:cubicBezTo>
                <a:lnTo>
                  <a:pt x="1241635" y="4155909"/>
                </a:lnTo>
                <a:cubicBezTo>
                  <a:pt x="1241303" y="4156408"/>
                  <a:pt x="1240804" y="4156657"/>
                  <a:pt x="1240306" y="4156657"/>
                </a:cubicBezTo>
                <a:close/>
                <a:moveTo>
                  <a:pt x="1941255" y="4350243"/>
                </a:moveTo>
                <a:cubicBezTo>
                  <a:pt x="1940674" y="4350243"/>
                  <a:pt x="1940175" y="4349994"/>
                  <a:pt x="1939927" y="4349495"/>
                </a:cubicBezTo>
                <a:lnTo>
                  <a:pt x="1929292" y="4331051"/>
                </a:lnTo>
                <a:cubicBezTo>
                  <a:pt x="1929044" y="4330635"/>
                  <a:pt x="1929043" y="4330054"/>
                  <a:pt x="1929293" y="4329555"/>
                </a:cubicBezTo>
                <a:lnTo>
                  <a:pt x="1939927" y="4311111"/>
                </a:lnTo>
                <a:cubicBezTo>
                  <a:pt x="1940259" y="4310612"/>
                  <a:pt x="1940758" y="4310363"/>
                  <a:pt x="1941256" y="4310363"/>
                </a:cubicBezTo>
                <a:lnTo>
                  <a:pt x="1962525" y="4310362"/>
                </a:lnTo>
                <a:cubicBezTo>
                  <a:pt x="1963106" y="4310363"/>
                  <a:pt x="1963605" y="4310612"/>
                  <a:pt x="1963854" y="4311110"/>
                </a:cubicBezTo>
                <a:lnTo>
                  <a:pt x="1974488" y="4329555"/>
                </a:lnTo>
                <a:cubicBezTo>
                  <a:pt x="1974737" y="4329970"/>
                  <a:pt x="1974737" y="4330551"/>
                  <a:pt x="1974488" y="4331050"/>
                </a:cubicBezTo>
                <a:lnTo>
                  <a:pt x="1963854" y="4349495"/>
                </a:lnTo>
                <a:cubicBezTo>
                  <a:pt x="1963520" y="4349994"/>
                  <a:pt x="1963023" y="4350243"/>
                  <a:pt x="1962525" y="4350243"/>
                </a:cubicBezTo>
                <a:close/>
                <a:moveTo>
                  <a:pt x="1278895" y="4173397"/>
                </a:moveTo>
                <a:cubicBezTo>
                  <a:pt x="1278395" y="4173397"/>
                  <a:pt x="1277815" y="4173148"/>
                  <a:pt x="1277565" y="4172649"/>
                </a:cubicBezTo>
                <a:lnTo>
                  <a:pt x="1266599" y="4153622"/>
                </a:lnTo>
                <a:cubicBezTo>
                  <a:pt x="1266350" y="4153124"/>
                  <a:pt x="1266350" y="4152542"/>
                  <a:pt x="1266599" y="4152043"/>
                </a:cubicBezTo>
                <a:lnTo>
                  <a:pt x="1277567" y="4133015"/>
                </a:lnTo>
                <a:cubicBezTo>
                  <a:pt x="1277816" y="4132599"/>
                  <a:pt x="1278314" y="4132268"/>
                  <a:pt x="1278896" y="4132267"/>
                </a:cubicBezTo>
                <a:lnTo>
                  <a:pt x="1300829" y="4132266"/>
                </a:lnTo>
                <a:cubicBezTo>
                  <a:pt x="1301327" y="4132266"/>
                  <a:pt x="1301909" y="4132515"/>
                  <a:pt x="1302159" y="4133014"/>
                </a:cubicBezTo>
                <a:lnTo>
                  <a:pt x="1313124" y="4152042"/>
                </a:lnTo>
                <a:cubicBezTo>
                  <a:pt x="1313374" y="4152540"/>
                  <a:pt x="1313373" y="4153122"/>
                  <a:pt x="1313123" y="4153620"/>
                </a:cubicBezTo>
                <a:lnTo>
                  <a:pt x="1302157" y="4172648"/>
                </a:lnTo>
                <a:cubicBezTo>
                  <a:pt x="1301908" y="4173065"/>
                  <a:pt x="1301409" y="4173396"/>
                  <a:pt x="1300828" y="4173396"/>
                </a:cubicBezTo>
                <a:close/>
                <a:moveTo>
                  <a:pt x="1338372" y="4190746"/>
                </a:moveTo>
                <a:cubicBezTo>
                  <a:pt x="1337791" y="4190746"/>
                  <a:pt x="1337292" y="4190415"/>
                  <a:pt x="1336959" y="4189916"/>
                </a:cubicBezTo>
                <a:lnTo>
                  <a:pt x="1325246" y="4169641"/>
                </a:lnTo>
                <a:cubicBezTo>
                  <a:pt x="1324914" y="4169142"/>
                  <a:pt x="1324914" y="4168478"/>
                  <a:pt x="1325246" y="4167978"/>
                </a:cubicBezTo>
                <a:lnTo>
                  <a:pt x="1336962" y="4147702"/>
                </a:lnTo>
                <a:cubicBezTo>
                  <a:pt x="1337212" y="4147203"/>
                  <a:pt x="1337794" y="4146871"/>
                  <a:pt x="1338375" y="4146871"/>
                </a:cubicBezTo>
                <a:lnTo>
                  <a:pt x="1361803" y="4146869"/>
                </a:lnTo>
                <a:cubicBezTo>
                  <a:pt x="1362385" y="4146869"/>
                  <a:pt x="1362883" y="4147202"/>
                  <a:pt x="1363216" y="4147701"/>
                </a:cubicBezTo>
                <a:lnTo>
                  <a:pt x="1374929" y="4167976"/>
                </a:lnTo>
                <a:cubicBezTo>
                  <a:pt x="1375261" y="4168475"/>
                  <a:pt x="1375261" y="4169139"/>
                  <a:pt x="1374929" y="4169638"/>
                </a:cubicBezTo>
                <a:lnTo>
                  <a:pt x="1363214" y="4189914"/>
                </a:lnTo>
                <a:cubicBezTo>
                  <a:pt x="1362964" y="4190413"/>
                  <a:pt x="1362383" y="4190745"/>
                  <a:pt x="1361800" y="4190745"/>
                </a:cubicBezTo>
                <a:close/>
                <a:moveTo>
                  <a:pt x="1511152" y="4279828"/>
                </a:moveTo>
                <a:cubicBezTo>
                  <a:pt x="1510902" y="4279828"/>
                  <a:pt x="1510487" y="4279412"/>
                  <a:pt x="1510487" y="4279412"/>
                </a:cubicBezTo>
                <a:lnTo>
                  <a:pt x="1505004" y="4269857"/>
                </a:lnTo>
                <a:cubicBezTo>
                  <a:pt x="1504838" y="4269608"/>
                  <a:pt x="1505004" y="4269110"/>
                  <a:pt x="1505004" y="4269110"/>
                </a:cubicBezTo>
                <a:lnTo>
                  <a:pt x="1510488" y="4259553"/>
                </a:lnTo>
                <a:cubicBezTo>
                  <a:pt x="1510655" y="4259305"/>
                  <a:pt x="1511153" y="4259138"/>
                  <a:pt x="1511153" y="4259138"/>
                </a:cubicBezTo>
                <a:lnTo>
                  <a:pt x="1522118" y="4259138"/>
                </a:lnTo>
                <a:cubicBezTo>
                  <a:pt x="1522367" y="4259138"/>
                  <a:pt x="1522783" y="4259553"/>
                  <a:pt x="1522783" y="4259553"/>
                </a:cubicBezTo>
                <a:lnTo>
                  <a:pt x="1528266" y="4269109"/>
                </a:lnTo>
                <a:cubicBezTo>
                  <a:pt x="1528432" y="4269358"/>
                  <a:pt x="1528266" y="4269856"/>
                  <a:pt x="1528266" y="4269856"/>
                </a:cubicBezTo>
                <a:lnTo>
                  <a:pt x="1522783" y="4279411"/>
                </a:lnTo>
                <a:cubicBezTo>
                  <a:pt x="1522616" y="4279661"/>
                  <a:pt x="1522118" y="4279827"/>
                  <a:pt x="1522118" y="4279827"/>
                </a:cubicBezTo>
                <a:close/>
                <a:moveTo>
                  <a:pt x="2352531" y="4507780"/>
                </a:moveTo>
                <a:cubicBezTo>
                  <a:pt x="2352199" y="4507779"/>
                  <a:pt x="2351700" y="4507282"/>
                  <a:pt x="2351700" y="4507282"/>
                </a:cubicBezTo>
                <a:lnTo>
                  <a:pt x="2344971" y="4495648"/>
                </a:lnTo>
                <a:cubicBezTo>
                  <a:pt x="2344805" y="4495399"/>
                  <a:pt x="2344971" y="4494734"/>
                  <a:pt x="2344971" y="4494734"/>
                </a:cubicBezTo>
                <a:lnTo>
                  <a:pt x="2351701" y="4483101"/>
                </a:lnTo>
                <a:cubicBezTo>
                  <a:pt x="2351867" y="4482769"/>
                  <a:pt x="2352532" y="4482603"/>
                  <a:pt x="2352532" y="4482603"/>
                </a:cubicBezTo>
                <a:lnTo>
                  <a:pt x="2365991" y="4482602"/>
                </a:lnTo>
                <a:cubicBezTo>
                  <a:pt x="2366323" y="4482602"/>
                  <a:pt x="2366822" y="4483100"/>
                  <a:pt x="2366822" y="4483100"/>
                </a:cubicBezTo>
                <a:lnTo>
                  <a:pt x="2373551" y="4494733"/>
                </a:lnTo>
                <a:cubicBezTo>
                  <a:pt x="2373717" y="4494983"/>
                  <a:pt x="2373551" y="4495647"/>
                  <a:pt x="2373551" y="4495647"/>
                </a:cubicBezTo>
                <a:lnTo>
                  <a:pt x="2366821" y="4507281"/>
                </a:lnTo>
                <a:cubicBezTo>
                  <a:pt x="2366655" y="4507614"/>
                  <a:pt x="2365990" y="4507779"/>
                  <a:pt x="2365990" y="4507779"/>
                </a:cubicBezTo>
                <a:close/>
                <a:moveTo>
                  <a:pt x="1567972" y="4302174"/>
                </a:moveTo>
                <a:cubicBezTo>
                  <a:pt x="1567557" y="4302174"/>
                  <a:pt x="1566892" y="4301593"/>
                  <a:pt x="1566892" y="4301593"/>
                </a:cubicBezTo>
                <a:lnTo>
                  <a:pt x="1558086" y="4286388"/>
                </a:lnTo>
                <a:cubicBezTo>
                  <a:pt x="1557836" y="4285973"/>
                  <a:pt x="1558086" y="4285142"/>
                  <a:pt x="1558086" y="4285142"/>
                </a:cubicBezTo>
                <a:lnTo>
                  <a:pt x="1566892" y="4269937"/>
                </a:lnTo>
                <a:cubicBezTo>
                  <a:pt x="1567142" y="4269606"/>
                  <a:pt x="1567557" y="4269356"/>
                  <a:pt x="1567973" y="4269356"/>
                </a:cubicBezTo>
                <a:lnTo>
                  <a:pt x="1585585" y="4269356"/>
                </a:lnTo>
                <a:cubicBezTo>
                  <a:pt x="1586000" y="4269356"/>
                  <a:pt x="1586666" y="4269937"/>
                  <a:pt x="1586666" y="4269937"/>
                </a:cubicBezTo>
                <a:lnTo>
                  <a:pt x="1595472" y="4285142"/>
                </a:lnTo>
                <a:cubicBezTo>
                  <a:pt x="1595721" y="4285557"/>
                  <a:pt x="1595472" y="4286388"/>
                  <a:pt x="1595472" y="4286388"/>
                </a:cubicBezTo>
                <a:lnTo>
                  <a:pt x="1586665" y="4301593"/>
                </a:lnTo>
                <a:cubicBezTo>
                  <a:pt x="1586416" y="4301925"/>
                  <a:pt x="1586000" y="4302174"/>
                  <a:pt x="1585585" y="4302174"/>
                </a:cubicBezTo>
                <a:close/>
                <a:moveTo>
                  <a:pt x="2711494" y="4608670"/>
                </a:moveTo>
                <a:cubicBezTo>
                  <a:pt x="2711079" y="4608670"/>
                  <a:pt x="2710414" y="4608004"/>
                  <a:pt x="2710414" y="4608004"/>
                </a:cubicBezTo>
                <a:lnTo>
                  <a:pt x="2701525" y="4592550"/>
                </a:lnTo>
                <a:cubicBezTo>
                  <a:pt x="2701276" y="4592218"/>
                  <a:pt x="2701526" y="4591303"/>
                  <a:pt x="2701526" y="4591303"/>
                </a:cubicBezTo>
                <a:lnTo>
                  <a:pt x="2710415" y="4575848"/>
                </a:lnTo>
                <a:cubicBezTo>
                  <a:pt x="2710664" y="4575432"/>
                  <a:pt x="2711080" y="4575182"/>
                  <a:pt x="2711495" y="4575183"/>
                </a:cubicBezTo>
                <a:lnTo>
                  <a:pt x="2729274" y="4575182"/>
                </a:lnTo>
                <a:cubicBezTo>
                  <a:pt x="2729690" y="4575182"/>
                  <a:pt x="2730355" y="4575847"/>
                  <a:pt x="2730355" y="4575847"/>
                </a:cubicBezTo>
                <a:lnTo>
                  <a:pt x="2739244" y="4591301"/>
                </a:lnTo>
                <a:cubicBezTo>
                  <a:pt x="2739493" y="4591634"/>
                  <a:pt x="2739244" y="4592549"/>
                  <a:pt x="2739244" y="4592549"/>
                </a:cubicBezTo>
                <a:lnTo>
                  <a:pt x="2730353" y="4608004"/>
                </a:lnTo>
                <a:cubicBezTo>
                  <a:pt x="2730104" y="4608420"/>
                  <a:pt x="2729688" y="4608669"/>
                  <a:pt x="2729273" y="4608669"/>
                </a:cubicBezTo>
                <a:close/>
                <a:moveTo>
                  <a:pt x="2651287" y="4592622"/>
                </a:moveTo>
                <a:cubicBezTo>
                  <a:pt x="2650872" y="4592622"/>
                  <a:pt x="2650207" y="4591956"/>
                  <a:pt x="2650207" y="4591956"/>
                </a:cubicBezTo>
                <a:lnTo>
                  <a:pt x="2641318" y="4576503"/>
                </a:lnTo>
                <a:cubicBezTo>
                  <a:pt x="2641069" y="4576170"/>
                  <a:pt x="2641318" y="4575256"/>
                  <a:pt x="2641318" y="4575256"/>
                </a:cubicBezTo>
                <a:lnTo>
                  <a:pt x="2650207" y="4559802"/>
                </a:lnTo>
                <a:cubicBezTo>
                  <a:pt x="2650457" y="4559386"/>
                  <a:pt x="2650873" y="4559136"/>
                  <a:pt x="2651288" y="4559137"/>
                </a:cubicBezTo>
                <a:lnTo>
                  <a:pt x="2669067" y="4559136"/>
                </a:lnTo>
                <a:cubicBezTo>
                  <a:pt x="2669482" y="4559136"/>
                  <a:pt x="2670147" y="4559801"/>
                  <a:pt x="2670147" y="4559801"/>
                </a:cubicBezTo>
                <a:lnTo>
                  <a:pt x="2679036" y="4575254"/>
                </a:lnTo>
                <a:cubicBezTo>
                  <a:pt x="2679286" y="4575588"/>
                  <a:pt x="2679037" y="4576502"/>
                  <a:pt x="2679037" y="4576502"/>
                </a:cubicBezTo>
                <a:lnTo>
                  <a:pt x="2670146" y="4591956"/>
                </a:lnTo>
                <a:cubicBezTo>
                  <a:pt x="2669897" y="4592372"/>
                  <a:pt x="2669481" y="4592621"/>
                  <a:pt x="2669066" y="4592621"/>
                </a:cubicBezTo>
                <a:close/>
                <a:moveTo>
                  <a:pt x="3734573" y="4883013"/>
                </a:moveTo>
                <a:cubicBezTo>
                  <a:pt x="3734158" y="4883013"/>
                  <a:pt x="3733493" y="4882349"/>
                  <a:pt x="3733493" y="4882349"/>
                </a:cubicBezTo>
                <a:lnTo>
                  <a:pt x="3724522" y="4866728"/>
                </a:lnTo>
                <a:cubicBezTo>
                  <a:pt x="3724273" y="4866395"/>
                  <a:pt x="3724522" y="4865481"/>
                  <a:pt x="3724522" y="4865481"/>
                </a:cubicBezTo>
                <a:lnTo>
                  <a:pt x="3733495" y="4849860"/>
                </a:lnTo>
                <a:cubicBezTo>
                  <a:pt x="3733744" y="4849443"/>
                  <a:pt x="3734159" y="4849195"/>
                  <a:pt x="3734575" y="4849194"/>
                </a:cubicBezTo>
                <a:lnTo>
                  <a:pt x="3752603" y="4849194"/>
                </a:lnTo>
                <a:cubicBezTo>
                  <a:pt x="3753019" y="4849193"/>
                  <a:pt x="3753684" y="4849859"/>
                  <a:pt x="3753684" y="4849859"/>
                </a:cubicBezTo>
                <a:lnTo>
                  <a:pt x="3762655" y="4865479"/>
                </a:lnTo>
                <a:cubicBezTo>
                  <a:pt x="3762904" y="4865812"/>
                  <a:pt x="3762655" y="4866726"/>
                  <a:pt x="3762655" y="4866726"/>
                </a:cubicBezTo>
                <a:lnTo>
                  <a:pt x="3753682" y="4882348"/>
                </a:lnTo>
                <a:cubicBezTo>
                  <a:pt x="3753433" y="4882763"/>
                  <a:pt x="3753017" y="4883012"/>
                  <a:pt x="3752601" y="4883012"/>
                </a:cubicBezTo>
                <a:close/>
                <a:moveTo>
                  <a:pt x="3493657" y="4818722"/>
                </a:moveTo>
                <a:cubicBezTo>
                  <a:pt x="3493242" y="4818722"/>
                  <a:pt x="3492577" y="4818057"/>
                  <a:pt x="3492577" y="4818057"/>
                </a:cubicBezTo>
                <a:lnTo>
                  <a:pt x="3483522" y="4802271"/>
                </a:lnTo>
                <a:cubicBezTo>
                  <a:pt x="3483273" y="4801855"/>
                  <a:pt x="3483522" y="4800942"/>
                  <a:pt x="3483522" y="4800942"/>
                </a:cubicBezTo>
                <a:lnTo>
                  <a:pt x="3492662" y="4785154"/>
                </a:lnTo>
                <a:cubicBezTo>
                  <a:pt x="3492828" y="4784738"/>
                  <a:pt x="3493326" y="4784489"/>
                  <a:pt x="3493742" y="4784489"/>
                </a:cubicBezTo>
                <a:lnTo>
                  <a:pt x="3511936" y="4784488"/>
                </a:lnTo>
                <a:cubicBezTo>
                  <a:pt x="3512351" y="4784489"/>
                  <a:pt x="3513016" y="4785154"/>
                  <a:pt x="3513016" y="4785154"/>
                </a:cubicBezTo>
                <a:lnTo>
                  <a:pt x="3522072" y="4800940"/>
                </a:lnTo>
                <a:cubicBezTo>
                  <a:pt x="3522321" y="4801355"/>
                  <a:pt x="3522072" y="4802270"/>
                  <a:pt x="3522072" y="4802270"/>
                </a:cubicBezTo>
                <a:lnTo>
                  <a:pt x="3512932" y="4818057"/>
                </a:lnTo>
                <a:cubicBezTo>
                  <a:pt x="3512766" y="4818472"/>
                  <a:pt x="3512267" y="4818722"/>
                  <a:pt x="3511852" y="4818722"/>
                </a:cubicBezTo>
                <a:close/>
                <a:moveTo>
                  <a:pt x="3614018" y="4851101"/>
                </a:moveTo>
                <a:cubicBezTo>
                  <a:pt x="3613603" y="4851101"/>
                  <a:pt x="3612939" y="4850436"/>
                  <a:pt x="3612939" y="4850436"/>
                </a:cubicBezTo>
                <a:lnTo>
                  <a:pt x="3603800" y="4834567"/>
                </a:lnTo>
                <a:cubicBezTo>
                  <a:pt x="3603552" y="4834152"/>
                  <a:pt x="3603800" y="4833238"/>
                  <a:pt x="3603800" y="4833238"/>
                </a:cubicBezTo>
                <a:lnTo>
                  <a:pt x="3612939" y="4817368"/>
                </a:lnTo>
                <a:cubicBezTo>
                  <a:pt x="3613106" y="4816952"/>
                  <a:pt x="3613604" y="4816703"/>
                  <a:pt x="3614019" y="4816703"/>
                </a:cubicBezTo>
                <a:lnTo>
                  <a:pt x="3632297" y="4816702"/>
                </a:lnTo>
                <a:cubicBezTo>
                  <a:pt x="3632712" y="4816702"/>
                  <a:pt x="3633377" y="4817368"/>
                  <a:pt x="3633377" y="4817368"/>
                </a:cubicBezTo>
                <a:lnTo>
                  <a:pt x="3642515" y="4833237"/>
                </a:lnTo>
                <a:cubicBezTo>
                  <a:pt x="3642765" y="4833652"/>
                  <a:pt x="3642515" y="4834566"/>
                  <a:pt x="3642515" y="4834566"/>
                </a:cubicBezTo>
                <a:lnTo>
                  <a:pt x="3633377" y="4850435"/>
                </a:lnTo>
                <a:cubicBezTo>
                  <a:pt x="3633210" y="4850852"/>
                  <a:pt x="3632711" y="4851100"/>
                  <a:pt x="3632297" y="4851100"/>
                </a:cubicBezTo>
                <a:close/>
                <a:moveTo>
                  <a:pt x="2590847" y="4576966"/>
                </a:moveTo>
                <a:cubicBezTo>
                  <a:pt x="2590432" y="4576965"/>
                  <a:pt x="2589767" y="4576301"/>
                  <a:pt x="2589767" y="4576301"/>
                </a:cubicBezTo>
                <a:lnTo>
                  <a:pt x="2580629" y="4560432"/>
                </a:lnTo>
                <a:cubicBezTo>
                  <a:pt x="2580381" y="4560017"/>
                  <a:pt x="2580629" y="4559103"/>
                  <a:pt x="2580629" y="4559103"/>
                </a:cubicBezTo>
                <a:lnTo>
                  <a:pt x="2589768" y="4543233"/>
                </a:lnTo>
                <a:cubicBezTo>
                  <a:pt x="2589935" y="4542817"/>
                  <a:pt x="2590433" y="4542568"/>
                  <a:pt x="2590848" y="4542568"/>
                </a:cubicBezTo>
                <a:lnTo>
                  <a:pt x="2609126" y="4542568"/>
                </a:lnTo>
                <a:cubicBezTo>
                  <a:pt x="2609541" y="4542568"/>
                  <a:pt x="2610206" y="4543233"/>
                  <a:pt x="2610206" y="4543233"/>
                </a:cubicBezTo>
                <a:lnTo>
                  <a:pt x="2619344" y="4559102"/>
                </a:lnTo>
                <a:cubicBezTo>
                  <a:pt x="2619594" y="4559517"/>
                  <a:pt x="2619344" y="4560431"/>
                  <a:pt x="2619344" y="4560431"/>
                </a:cubicBezTo>
                <a:lnTo>
                  <a:pt x="2610205" y="4576300"/>
                </a:lnTo>
                <a:cubicBezTo>
                  <a:pt x="2610039" y="4576716"/>
                  <a:pt x="2609540" y="4576965"/>
                  <a:pt x="2609125" y="4576965"/>
                </a:cubicBezTo>
                <a:close/>
                <a:moveTo>
                  <a:pt x="2771385" y="4625422"/>
                </a:moveTo>
                <a:cubicBezTo>
                  <a:pt x="2770970" y="4625422"/>
                  <a:pt x="2770306" y="4624757"/>
                  <a:pt x="2770306" y="4624757"/>
                </a:cubicBezTo>
                <a:lnTo>
                  <a:pt x="2761167" y="4608888"/>
                </a:lnTo>
                <a:cubicBezTo>
                  <a:pt x="2760919" y="4608473"/>
                  <a:pt x="2761167" y="4607559"/>
                  <a:pt x="2761167" y="4607559"/>
                </a:cubicBezTo>
                <a:lnTo>
                  <a:pt x="2770306" y="4591691"/>
                </a:lnTo>
                <a:cubicBezTo>
                  <a:pt x="2770473" y="4591275"/>
                  <a:pt x="2770970" y="4591026"/>
                  <a:pt x="2771386" y="4591026"/>
                </a:cubicBezTo>
                <a:lnTo>
                  <a:pt x="2789663" y="4591026"/>
                </a:lnTo>
                <a:cubicBezTo>
                  <a:pt x="2790079" y="4591026"/>
                  <a:pt x="2790744" y="4591691"/>
                  <a:pt x="2790744" y="4591691"/>
                </a:cubicBezTo>
                <a:lnTo>
                  <a:pt x="2799882" y="4607559"/>
                </a:lnTo>
                <a:cubicBezTo>
                  <a:pt x="2800132" y="4607974"/>
                  <a:pt x="2799882" y="4608888"/>
                  <a:pt x="2799882" y="4608888"/>
                </a:cubicBezTo>
                <a:lnTo>
                  <a:pt x="2790744" y="4624756"/>
                </a:lnTo>
                <a:cubicBezTo>
                  <a:pt x="2790577" y="4625173"/>
                  <a:pt x="2790078" y="4625422"/>
                  <a:pt x="2789664" y="4625422"/>
                </a:cubicBezTo>
                <a:close/>
                <a:moveTo>
                  <a:pt x="2891578" y="4657745"/>
                </a:moveTo>
                <a:cubicBezTo>
                  <a:pt x="2891080" y="4657745"/>
                  <a:pt x="2890415" y="4657081"/>
                  <a:pt x="2890415" y="4657081"/>
                </a:cubicBezTo>
                <a:lnTo>
                  <a:pt x="2881028" y="4640876"/>
                </a:lnTo>
                <a:cubicBezTo>
                  <a:pt x="2880779" y="4640461"/>
                  <a:pt x="2881028" y="4639547"/>
                  <a:pt x="2881028" y="4639547"/>
                </a:cubicBezTo>
                <a:lnTo>
                  <a:pt x="2890417" y="4623342"/>
                </a:lnTo>
                <a:cubicBezTo>
                  <a:pt x="2890666" y="4622926"/>
                  <a:pt x="2891083" y="4622676"/>
                  <a:pt x="2891580" y="4622677"/>
                </a:cubicBezTo>
                <a:lnTo>
                  <a:pt x="2910274" y="4622676"/>
                </a:lnTo>
                <a:cubicBezTo>
                  <a:pt x="2910772" y="4622675"/>
                  <a:pt x="2911437" y="4623340"/>
                  <a:pt x="2911437" y="4623340"/>
                </a:cubicBezTo>
                <a:lnTo>
                  <a:pt x="2920824" y="4639544"/>
                </a:lnTo>
                <a:cubicBezTo>
                  <a:pt x="2921073" y="4639959"/>
                  <a:pt x="2920824" y="4640873"/>
                  <a:pt x="2920824" y="4640873"/>
                </a:cubicBezTo>
                <a:lnTo>
                  <a:pt x="2911434" y="4657080"/>
                </a:lnTo>
                <a:cubicBezTo>
                  <a:pt x="2911185" y="4657495"/>
                  <a:pt x="2910769" y="4657743"/>
                  <a:pt x="2910271" y="4657744"/>
                </a:cubicBezTo>
                <a:close/>
                <a:moveTo>
                  <a:pt x="2951740" y="4673966"/>
                </a:moveTo>
                <a:cubicBezTo>
                  <a:pt x="2951242" y="4673966"/>
                  <a:pt x="2950576" y="4673302"/>
                  <a:pt x="2950576" y="4673302"/>
                </a:cubicBezTo>
                <a:lnTo>
                  <a:pt x="2941189" y="4657098"/>
                </a:lnTo>
                <a:cubicBezTo>
                  <a:pt x="2940940" y="4656682"/>
                  <a:pt x="2941189" y="4655769"/>
                  <a:pt x="2941189" y="4655769"/>
                </a:cubicBezTo>
                <a:lnTo>
                  <a:pt x="2950578" y="4639565"/>
                </a:lnTo>
                <a:cubicBezTo>
                  <a:pt x="2950827" y="4639148"/>
                  <a:pt x="2951243" y="4638900"/>
                  <a:pt x="2951741" y="4638900"/>
                </a:cubicBezTo>
                <a:lnTo>
                  <a:pt x="2970435" y="4638898"/>
                </a:lnTo>
                <a:cubicBezTo>
                  <a:pt x="2970933" y="4638899"/>
                  <a:pt x="2971598" y="4639564"/>
                  <a:pt x="2971598" y="4639564"/>
                </a:cubicBezTo>
                <a:lnTo>
                  <a:pt x="2980985" y="4655766"/>
                </a:lnTo>
                <a:cubicBezTo>
                  <a:pt x="2981234" y="4656182"/>
                  <a:pt x="2980985" y="4657096"/>
                  <a:pt x="2980985" y="4657096"/>
                </a:cubicBezTo>
                <a:lnTo>
                  <a:pt x="2971596" y="4673301"/>
                </a:lnTo>
                <a:cubicBezTo>
                  <a:pt x="2971347" y="4673716"/>
                  <a:pt x="2970931" y="4673965"/>
                  <a:pt x="2970433" y="4673965"/>
                </a:cubicBezTo>
                <a:close/>
                <a:moveTo>
                  <a:pt x="3553534" y="4835487"/>
                </a:moveTo>
                <a:cubicBezTo>
                  <a:pt x="3553036" y="4835487"/>
                  <a:pt x="3552370" y="4834823"/>
                  <a:pt x="3552370" y="4834823"/>
                </a:cubicBezTo>
                <a:lnTo>
                  <a:pt x="3542982" y="4818622"/>
                </a:lnTo>
                <a:cubicBezTo>
                  <a:pt x="3542733" y="4818207"/>
                  <a:pt x="3542982" y="4817293"/>
                  <a:pt x="3542982" y="4817293"/>
                </a:cubicBezTo>
                <a:lnTo>
                  <a:pt x="3552370" y="4801093"/>
                </a:lnTo>
                <a:cubicBezTo>
                  <a:pt x="3552619" y="4800677"/>
                  <a:pt x="3553036" y="4800428"/>
                  <a:pt x="3553534" y="4800428"/>
                </a:cubicBezTo>
                <a:lnTo>
                  <a:pt x="3572226" y="4800428"/>
                </a:lnTo>
                <a:cubicBezTo>
                  <a:pt x="3572724" y="4800428"/>
                  <a:pt x="3573389" y="4801093"/>
                  <a:pt x="3573389" y="4801093"/>
                </a:cubicBezTo>
                <a:lnTo>
                  <a:pt x="3582777" y="4817293"/>
                </a:lnTo>
                <a:cubicBezTo>
                  <a:pt x="3583027" y="4817708"/>
                  <a:pt x="3582777" y="4818622"/>
                  <a:pt x="3582777" y="4818622"/>
                </a:cubicBezTo>
                <a:lnTo>
                  <a:pt x="3573389" y="4834823"/>
                </a:lnTo>
                <a:cubicBezTo>
                  <a:pt x="3573141" y="4835238"/>
                  <a:pt x="3572724" y="4835487"/>
                  <a:pt x="3572227" y="4835487"/>
                </a:cubicBezTo>
                <a:close/>
                <a:moveTo>
                  <a:pt x="3673904" y="4867748"/>
                </a:moveTo>
                <a:cubicBezTo>
                  <a:pt x="3673406" y="4867748"/>
                  <a:pt x="3672741" y="4867084"/>
                  <a:pt x="3672741" y="4867084"/>
                </a:cubicBezTo>
                <a:lnTo>
                  <a:pt x="3663353" y="4850883"/>
                </a:lnTo>
                <a:cubicBezTo>
                  <a:pt x="3663104" y="4850468"/>
                  <a:pt x="3663353" y="4849554"/>
                  <a:pt x="3663353" y="4849554"/>
                </a:cubicBezTo>
                <a:lnTo>
                  <a:pt x="3672741" y="4833354"/>
                </a:lnTo>
                <a:cubicBezTo>
                  <a:pt x="3672990" y="4832938"/>
                  <a:pt x="3673406" y="4832689"/>
                  <a:pt x="3673904" y="4832689"/>
                </a:cubicBezTo>
                <a:lnTo>
                  <a:pt x="3692597" y="4832689"/>
                </a:lnTo>
                <a:cubicBezTo>
                  <a:pt x="3693095" y="4832689"/>
                  <a:pt x="3693760" y="4833354"/>
                  <a:pt x="3693760" y="4833354"/>
                </a:cubicBezTo>
                <a:lnTo>
                  <a:pt x="3703148" y="4849554"/>
                </a:lnTo>
                <a:cubicBezTo>
                  <a:pt x="3703397" y="4849969"/>
                  <a:pt x="3703148" y="4850883"/>
                  <a:pt x="3703148" y="4850883"/>
                </a:cubicBezTo>
                <a:lnTo>
                  <a:pt x="3693760" y="4867084"/>
                </a:lnTo>
                <a:cubicBezTo>
                  <a:pt x="3693511" y="4867499"/>
                  <a:pt x="3693095" y="4867748"/>
                  <a:pt x="3692597" y="4867748"/>
                </a:cubicBezTo>
                <a:close/>
                <a:moveTo>
                  <a:pt x="2831254" y="4641992"/>
                </a:moveTo>
                <a:cubicBezTo>
                  <a:pt x="2830755" y="4641992"/>
                  <a:pt x="2830091" y="4641327"/>
                  <a:pt x="2830091" y="4641327"/>
                </a:cubicBezTo>
                <a:lnTo>
                  <a:pt x="2820621" y="4624960"/>
                </a:lnTo>
                <a:cubicBezTo>
                  <a:pt x="2820371" y="4624544"/>
                  <a:pt x="2820620" y="4623630"/>
                  <a:pt x="2820620" y="4623630"/>
                </a:cubicBezTo>
                <a:lnTo>
                  <a:pt x="2830092" y="4607261"/>
                </a:lnTo>
                <a:cubicBezTo>
                  <a:pt x="2830341" y="4606845"/>
                  <a:pt x="2830756" y="4606596"/>
                  <a:pt x="2831255" y="4606596"/>
                </a:cubicBezTo>
                <a:lnTo>
                  <a:pt x="2850197" y="4606595"/>
                </a:lnTo>
                <a:cubicBezTo>
                  <a:pt x="2850696" y="4606595"/>
                  <a:pt x="2851360" y="4607260"/>
                  <a:pt x="2851360" y="4607260"/>
                </a:cubicBezTo>
                <a:lnTo>
                  <a:pt x="2860831" y="4623628"/>
                </a:lnTo>
                <a:cubicBezTo>
                  <a:pt x="2861081" y="4624044"/>
                  <a:pt x="2860831" y="4624958"/>
                  <a:pt x="2860831" y="4624958"/>
                </a:cubicBezTo>
                <a:lnTo>
                  <a:pt x="2851359" y="4641326"/>
                </a:lnTo>
                <a:cubicBezTo>
                  <a:pt x="2851110" y="4641743"/>
                  <a:pt x="2850695" y="4641992"/>
                  <a:pt x="2850196" y="4641992"/>
                </a:cubicBezTo>
                <a:close/>
                <a:moveTo>
                  <a:pt x="3132087" y="4722769"/>
                </a:moveTo>
                <a:cubicBezTo>
                  <a:pt x="3131588" y="4722769"/>
                  <a:pt x="3130924" y="4722104"/>
                  <a:pt x="3130924" y="4722104"/>
                </a:cubicBezTo>
                <a:lnTo>
                  <a:pt x="3121454" y="4705653"/>
                </a:lnTo>
                <a:cubicBezTo>
                  <a:pt x="3121205" y="4705236"/>
                  <a:pt x="3121454" y="4704323"/>
                  <a:pt x="3121454" y="4704323"/>
                </a:cubicBezTo>
                <a:lnTo>
                  <a:pt x="3131009" y="4687871"/>
                </a:lnTo>
                <a:cubicBezTo>
                  <a:pt x="3131258" y="4687455"/>
                  <a:pt x="3131673" y="4687206"/>
                  <a:pt x="3132172" y="4687206"/>
                </a:cubicBezTo>
                <a:lnTo>
                  <a:pt x="3151197" y="4687205"/>
                </a:lnTo>
                <a:cubicBezTo>
                  <a:pt x="3151695" y="4687205"/>
                  <a:pt x="3152360" y="4687870"/>
                  <a:pt x="3152360" y="4687870"/>
                </a:cubicBezTo>
                <a:lnTo>
                  <a:pt x="3161830" y="4704321"/>
                </a:lnTo>
                <a:cubicBezTo>
                  <a:pt x="3162080" y="4704737"/>
                  <a:pt x="3161831" y="4705651"/>
                  <a:pt x="3161831" y="4705651"/>
                </a:cubicBezTo>
                <a:lnTo>
                  <a:pt x="3152276" y="4722103"/>
                </a:lnTo>
                <a:cubicBezTo>
                  <a:pt x="3152027" y="4722519"/>
                  <a:pt x="3151612" y="4722768"/>
                  <a:pt x="3151113" y="4722768"/>
                </a:cubicBezTo>
                <a:close/>
                <a:moveTo>
                  <a:pt x="3794142" y="4900219"/>
                </a:moveTo>
                <a:cubicBezTo>
                  <a:pt x="3793643" y="4900218"/>
                  <a:pt x="3792979" y="4899553"/>
                  <a:pt x="3792979" y="4899553"/>
                </a:cubicBezTo>
                <a:lnTo>
                  <a:pt x="3783426" y="4883019"/>
                </a:lnTo>
                <a:cubicBezTo>
                  <a:pt x="3783177" y="4882603"/>
                  <a:pt x="3783426" y="4881689"/>
                  <a:pt x="3783426" y="4881689"/>
                </a:cubicBezTo>
                <a:lnTo>
                  <a:pt x="3792981" y="4865154"/>
                </a:lnTo>
                <a:cubicBezTo>
                  <a:pt x="3793230" y="4864738"/>
                  <a:pt x="3793645" y="4864489"/>
                  <a:pt x="3794144" y="4864489"/>
                </a:cubicBezTo>
                <a:lnTo>
                  <a:pt x="3813252" y="4864488"/>
                </a:lnTo>
                <a:cubicBezTo>
                  <a:pt x="3813751" y="4864489"/>
                  <a:pt x="3814415" y="4865153"/>
                  <a:pt x="3814415" y="4865153"/>
                </a:cubicBezTo>
                <a:lnTo>
                  <a:pt x="3823968" y="4881687"/>
                </a:lnTo>
                <a:cubicBezTo>
                  <a:pt x="3824219" y="4882103"/>
                  <a:pt x="3823968" y="4883018"/>
                  <a:pt x="3823968" y="4883018"/>
                </a:cubicBezTo>
                <a:lnTo>
                  <a:pt x="3814413" y="4899552"/>
                </a:lnTo>
                <a:cubicBezTo>
                  <a:pt x="3814165" y="4899969"/>
                  <a:pt x="3813750" y="4900218"/>
                  <a:pt x="3813251" y="4900218"/>
                </a:cubicBezTo>
                <a:close/>
                <a:moveTo>
                  <a:pt x="3192274" y="4738970"/>
                </a:moveTo>
                <a:cubicBezTo>
                  <a:pt x="3191776" y="4738970"/>
                  <a:pt x="3191111" y="4738305"/>
                  <a:pt x="3191111" y="4738305"/>
                </a:cubicBezTo>
                <a:lnTo>
                  <a:pt x="3181558" y="4721771"/>
                </a:lnTo>
                <a:cubicBezTo>
                  <a:pt x="3181309" y="4721355"/>
                  <a:pt x="3181558" y="4720441"/>
                  <a:pt x="3181558" y="4720441"/>
                </a:cubicBezTo>
                <a:lnTo>
                  <a:pt x="3191113" y="4703907"/>
                </a:lnTo>
                <a:cubicBezTo>
                  <a:pt x="3191362" y="4703490"/>
                  <a:pt x="3191778" y="4703241"/>
                  <a:pt x="3192276" y="4703241"/>
                </a:cubicBezTo>
                <a:lnTo>
                  <a:pt x="3211384" y="4703240"/>
                </a:lnTo>
                <a:cubicBezTo>
                  <a:pt x="3211883" y="4703240"/>
                  <a:pt x="3212547" y="4703905"/>
                  <a:pt x="3212547" y="4703905"/>
                </a:cubicBezTo>
                <a:lnTo>
                  <a:pt x="3222100" y="4720439"/>
                </a:lnTo>
                <a:cubicBezTo>
                  <a:pt x="3222351" y="4720855"/>
                  <a:pt x="3222100" y="4721770"/>
                  <a:pt x="3222100" y="4721770"/>
                </a:cubicBezTo>
                <a:lnTo>
                  <a:pt x="3212545" y="4738304"/>
                </a:lnTo>
                <a:cubicBezTo>
                  <a:pt x="3212297" y="4738720"/>
                  <a:pt x="3211882" y="4738969"/>
                  <a:pt x="3211383" y="4738969"/>
                </a:cubicBezTo>
                <a:close/>
                <a:moveTo>
                  <a:pt x="3312630" y="4771288"/>
                </a:moveTo>
                <a:cubicBezTo>
                  <a:pt x="3312132" y="4771287"/>
                  <a:pt x="3311467" y="4770622"/>
                  <a:pt x="3311467" y="4770622"/>
                </a:cubicBezTo>
                <a:lnTo>
                  <a:pt x="3301914" y="4754089"/>
                </a:lnTo>
                <a:cubicBezTo>
                  <a:pt x="3301664" y="4753673"/>
                  <a:pt x="3301913" y="4752759"/>
                  <a:pt x="3301913" y="4752759"/>
                </a:cubicBezTo>
                <a:lnTo>
                  <a:pt x="3311468" y="4736226"/>
                </a:lnTo>
                <a:cubicBezTo>
                  <a:pt x="3311717" y="4735809"/>
                  <a:pt x="3312133" y="4735560"/>
                  <a:pt x="3312631" y="4735560"/>
                </a:cubicBezTo>
                <a:lnTo>
                  <a:pt x="3331739" y="4735560"/>
                </a:lnTo>
                <a:cubicBezTo>
                  <a:pt x="3332238" y="4735560"/>
                  <a:pt x="3332902" y="4736224"/>
                  <a:pt x="3332902" y="4736224"/>
                </a:cubicBezTo>
                <a:lnTo>
                  <a:pt x="3342456" y="4752758"/>
                </a:lnTo>
                <a:cubicBezTo>
                  <a:pt x="3342706" y="4753174"/>
                  <a:pt x="3342456" y="4754088"/>
                  <a:pt x="3342456" y="4754088"/>
                </a:cubicBezTo>
                <a:lnTo>
                  <a:pt x="3332901" y="4770622"/>
                </a:lnTo>
                <a:cubicBezTo>
                  <a:pt x="3332652" y="4771038"/>
                  <a:pt x="3332237" y="4771287"/>
                  <a:pt x="3331738" y="4771287"/>
                </a:cubicBezTo>
                <a:close/>
                <a:moveTo>
                  <a:pt x="3432974" y="4803571"/>
                </a:moveTo>
                <a:cubicBezTo>
                  <a:pt x="3432474" y="4803571"/>
                  <a:pt x="3431810" y="4802906"/>
                  <a:pt x="3431810" y="4802906"/>
                </a:cubicBezTo>
                <a:lnTo>
                  <a:pt x="3422340" y="4786457"/>
                </a:lnTo>
                <a:cubicBezTo>
                  <a:pt x="3422091" y="4786041"/>
                  <a:pt x="3422340" y="4785127"/>
                  <a:pt x="3422340" y="4785127"/>
                </a:cubicBezTo>
                <a:lnTo>
                  <a:pt x="3431894" y="4768678"/>
                </a:lnTo>
                <a:cubicBezTo>
                  <a:pt x="3432143" y="4768262"/>
                  <a:pt x="3432558" y="4768013"/>
                  <a:pt x="3433057" y="4768013"/>
                </a:cubicBezTo>
                <a:lnTo>
                  <a:pt x="3452082" y="4768013"/>
                </a:lnTo>
                <a:cubicBezTo>
                  <a:pt x="3452580" y="4768013"/>
                  <a:pt x="3453245" y="4768678"/>
                  <a:pt x="3453245" y="4768678"/>
                </a:cubicBezTo>
                <a:lnTo>
                  <a:pt x="3462716" y="4785127"/>
                </a:lnTo>
                <a:cubicBezTo>
                  <a:pt x="3462965" y="4785543"/>
                  <a:pt x="3462716" y="4786457"/>
                  <a:pt x="3462716" y="4786457"/>
                </a:cubicBezTo>
                <a:lnTo>
                  <a:pt x="3453162" y="4802906"/>
                </a:lnTo>
                <a:cubicBezTo>
                  <a:pt x="3452913" y="4803322"/>
                  <a:pt x="3452498" y="4803571"/>
                  <a:pt x="3451999" y="4803571"/>
                </a:cubicBezTo>
                <a:close/>
                <a:moveTo>
                  <a:pt x="3071831" y="4706848"/>
                </a:moveTo>
                <a:cubicBezTo>
                  <a:pt x="3071332" y="4706847"/>
                  <a:pt x="3070917" y="4706598"/>
                  <a:pt x="3070668" y="4706183"/>
                </a:cubicBezTo>
                <a:lnTo>
                  <a:pt x="3061031" y="4689481"/>
                </a:lnTo>
                <a:cubicBezTo>
                  <a:pt x="3060782" y="4689066"/>
                  <a:pt x="3060783" y="4688567"/>
                  <a:pt x="3061031" y="4688152"/>
                </a:cubicBezTo>
                <a:lnTo>
                  <a:pt x="3070669" y="4671450"/>
                </a:lnTo>
                <a:cubicBezTo>
                  <a:pt x="3070918" y="4671034"/>
                  <a:pt x="3071334" y="4670785"/>
                  <a:pt x="3071832" y="4670785"/>
                </a:cubicBezTo>
                <a:lnTo>
                  <a:pt x="3091190" y="4670784"/>
                </a:lnTo>
                <a:cubicBezTo>
                  <a:pt x="3091688" y="4670784"/>
                  <a:pt x="3092103" y="4671033"/>
                  <a:pt x="3092353" y="4671449"/>
                </a:cubicBezTo>
                <a:lnTo>
                  <a:pt x="3101990" y="4688151"/>
                </a:lnTo>
                <a:cubicBezTo>
                  <a:pt x="3102239" y="4688565"/>
                  <a:pt x="3102239" y="4689064"/>
                  <a:pt x="3101990" y="4689480"/>
                </a:cubicBezTo>
                <a:lnTo>
                  <a:pt x="3092352" y="4706183"/>
                </a:lnTo>
                <a:cubicBezTo>
                  <a:pt x="3092102" y="4706597"/>
                  <a:pt x="3091687" y="4706846"/>
                  <a:pt x="3091189" y="4706846"/>
                </a:cubicBezTo>
                <a:close/>
                <a:moveTo>
                  <a:pt x="3252420" y="4755251"/>
                </a:moveTo>
                <a:cubicBezTo>
                  <a:pt x="3251922" y="4755251"/>
                  <a:pt x="3251257" y="4754586"/>
                  <a:pt x="3251257" y="4754586"/>
                </a:cubicBezTo>
                <a:lnTo>
                  <a:pt x="3241703" y="4738053"/>
                </a:lnTo>
                <a:cubicBezTo>
                  <a:pt x="3241454" y="4737638"/>
                  <a:pt x="3241703" y="4736723"/>
                  <a:pt x="3241703" y="4736723"/>
                </a:cubicBezTo>
                <a:lnTo>
                  <a:pt x="3251258" y="4720191"/>
                </a:lnTo>
                <a:cubicBezTo>
                  <a:pt x="3251506" y="4719775"/>
                  <a:pt x="3251922" y="4719526"/>
                  <a:pt x="3252420" y="4719526"/>
                </a:cubicBezTo>
                <a:lnTo>
                  <a:pt x="3271528" y="4719526"/>
                </a:lnTo>
                <a:cubicBezTo>
                  <a:pt x="3272027" y="4719526"/>
                  <a:pt x="3272691" y="4720191"/>
                  <a:pt x="3272691" y="4720191"/>
                </a:cubicBezTo>
                <a:lnTo>
                  <a:pt x="3282245" y="4736723"/>
                </a:lnTo>
                <a:cubicBezTo>
                  <a:pt x="3282495" y="4737139"/>
                  <a:pt x="3282245" y="4738053"/>
                  <a:pt x="3282245" y="4738053"/>
                </a:cubicBezTo>
                <a:lnTo>
                  <a:pt x="3272691" y="4754585"/>
                </a:lnTo>
                <a:cubicBezTo>
                  <a:pt x="3272442" y="4755002"/>
                  <a:pt x="3272027" y="4755251"/>
                  <a:pt x="3271528" y="4755251"/>
                </a:cubicBezTo>
                <a:close/>
                <a:moveTo>
                  <a:pt x="483791" y="4013418"/>
                </a:moveTo>
                <a:cubicBezTo>
                  <a:pt x="483292" y="4013418"/>
                  <a:pt x="482876" y="4013169"/>
                  <a:pt x="482628" y="4012753"/>
                </a:cubicBezTo>
                <a:lnTo>
                  <a:pt x="472991" y="3996137"/>
                </a:lnTo>
                <a:cubicBezTo>
                  <a:pt x="472742" y="3995721"/>
                  <a:pt x="472742" y="3995223"/>
                  <a:pt x="472991" y="3994807"/>
                </a:cubicBezTo>
                <a:lnTo>
                  <a:pt x="482628" y="3978190"/>
                </a:lnTo>
                <a:cubicBezTo>
                  <a:pt x="482877" y="3977774"/>
                  <a:pt x="483292" y="3977525"/>
                  <a:pt x="483791" y="3977525"/>
                </a:cubicBezTo>
                <a:lnTo>
                  <a:pt x="502982" y="3977525"/>
                </a:lnTo>
                <a:cubicBezTo>
                  <a:pt x="503481" y="3977525"/>
                  <a:pt x="503897" y="3977774"/>
                  <a:pt x="504146" y="3978190"/>
                </a:cubicBezTo>
                <a:lnTo>
                  <a:pt x="513783" y="3994806"/>
                </a:lnTo>
                <a:cubicBezTo>
                  <a:pt x="514032" y="3995222"/>
                  <a:pt x="514032" y="3995720"/>
                  <a:pt x="513783" y="3996136"/>
                </a:cubicBezTo>
                <a:lnTo>
                  <a:pt x="504145" y="4012753"/>
                </a:lnTo>
                <a:cubicBezTo>
                  <a:pt x="503896" y="4013168"/>
                  <a:pt x="503481" y="4013417"/>
                  <a:pt x="502982" y="4013417"/>
                </a:cubicBezTo>
                <a:close/>
                <a:moveTo>
                  <a:pt x="3372646" y="4787577"/>
                </a:moveTo>
                <a:cubicBezTo>
                  <a:pt x="3372148" y="4787577"/>
                  <a:pt x="3371732" y="4787328"/>
                  <a:pt x="3371483" y="4786912"/>
                </a:cubicBezTo>
                <a:lnTo>
                  <a:pt x="3361763" y="4769961"/>
                </a:lnTo>
                <a:cubicBezTo>
                  <a:pt x="3361515" y="4769546"/>
                  <a:pt x="3361515" y="4768964"/>
                  <a:pt x="3361764" y="4768548"/>
                </a:cubicBezTo>
                <a:lnTo>
                  <a:pt x="3371568" y="4751596"/>
                </a:lnTo>
                <a:cubicBezTo>
                  <a:pt x="3371817" y="4751180"/>
                  <a:pt x="3372233" y="4750931"/>
                  <a:pt x="3372731" y="4750930"/>
                </a:cubicBezTo>
                <a:lnTo>
                  <a:pt x="3392256" y="4750929"/>
                </a:lnTo>
                <a:cubicBezTo>
                  <a:pt x="3392754" y="4750929"/>
                  <a:pt x="3393169" y="4751178"/>
                  <a:pt x="3393418" y="4751595"/>
                </a:cubicBezTo>
                <a:lnTo>
                  <a:pt x="3403138" y="4768546"/>
                </a:lnTo>
                <a:cubicBezTo>
                  <a:pt x="3403387" y="4768961"/>
                  <a:pt x="3403386" y="4769543"/>
                  <a:pt x="3403137" y="4769959"/>
                </a:cubicBezTo>
                <a:lnTo>
                  <a:pt x="3393333" y="4786911"/>
                </a:lnTo>
                <a:cubicBezTo>
                  <a:pt x="3393084" y="4787327"/>
                  <a:pt x="3392668" y="4787575"/>
                  <a:pt x="3392170" y="4787576"/>
                </a:cubicBezTo>
                <a:close/>
                <a:moveTo>
                  <a:pt x="3011423" y="4691064"/>
                </a:moveTo>
                <a:cubicBezTo>
                  <a:pt x="3011007" y="4691065"/>
                  <a:pt x="3010509" y="4690816"/>
                  <a:pt x="3010259" y="4690400"/>
                </a:cubicBezTo>
                <a:lnTo>
                  <a:pt x="3000374" y="4673282"/>
                </a:lnTo>
                <a:cubicBezTo>
                  <a:pt x="3000125" y="4672867"/>
                  <a:pt x="3000125" y="4672285"/>
                  <a:pt x="3000374" y="4671870"/>
                </a:cubicBezTo>
                <a:lnTo>
                  <a:pt x="3010261" y="4654752"/>
                </a:lnTo>
                <a:cubicBezTo>
                  <a:pt x="3010511" y="4654336"/>
                  <a:pt x="3010926" y="4654087"/>
                  <a:pt x="3011425" y="4654086"/>
                </a:cubicBezTo>
                <a:lnTo>
                  <a:pt x="3031115" y="4654085"/>
                </a:lnTo>
                <a:cubicBezTo>
                  <a:pt x="3031530" y="4654085"/>
                  <a:pt x="3032028" y="4654334"/>
                  <a:pt x="3032278" y="4654751"/>
                </a:cubicBezTo>
                <a:lnTo>
                  <a:pt x="3042164" y="4671868"/>
                </a:lnTo>
                <a:cubicBezTo>
                  <a:pt x="3042412" y="4672283"/>
                  <a:pt x="3042413" y="4672865"/>
                  <a:pt x="3042163" y="4673280"/>
                </a:cubicBezTo>
                <a:lnTo>
                  <a:pt x="3032276" y="4690399"/>
                </a:lnTo>
                <a:cubicBezTo>
                  <a:pt x="3032026" y="4690814"/>
                  <a:pt x="3031612" y="4691063"/>
                  <a:pt x="3031113" y="4691063"/>
                </a:cubicBezTo>
                <a:close/>
                <a:moveTo>
                  <a:pt x="3853941" y="4917037"/>
                </a:moveTo>
                <a:cubicBezTo>
                  <a:pt x="3853441" y="4917037"/>
                  <a:pt x="3852944" y="4916787"/>
                  <a:pt x="3852693" y="4916372"/>
                </a:cubicBezTo>
                <a:lnTo>
                  <a:pt x="3842725" y="4899089"/>
                </a:lnTo>
                <a:cubicBezTo>
                  <a:pt x="3842476" y="4898673"/>
                  <a:pt x="3842477" y="4898092"/>
                  <a:pt x="3842725" y="4897676"/>
                </a:cubicBezTo>
                <a:lnTo>
                  <a:pt x="3852695" y="4880392"/>
                </a:lnTo>
                <a:cubicBezTo>
                  <a:pt x="3852946" y="4879976"/>
                  <a:pt x="3853444" y="4879726"/>
                  <a:pt x="3853943" y="4879726"/>
                </a:cubicBezTo>
                <a:lnTo>
                  <a:pt x="3873882" y="4879725"/>
                </a:lnTo>
                <a:cubicBezTo>
                  <a:pt x="3874380" y="4879726"/>
                  <a:pt x="3874879" y="4879975"/>
                  <a:pt x="3875128" y="4880391"/>
                </a:cubicBezTo>
                <a:lnTo>
                  <a:pt x="3885096" y="4897674"/>
                </a:lnTo>
                <a:cubicBezTo>
                  <a:pt x="3885346" y="4898090"/>
                  <a:pt x="3885346" y="4898671"/>
                  <a:pt x="3885096" y="4899086"/>
                </a:cubicBezTo>
                <a:lnTo>
                  <a:pt x="3875126" y="4916371"/>
                </a:lnTo>
                <a:cubicBezTo>
                  <a:pt x="3874877" y="4916786"/>
                  <a:pt x="3874378" y="4917036"/>
                  <a:pt x="3873880" y="4917036"/>
                </a:cubicBezTo>
                <a:close/>
                <a:moveTo>
                  <a:pt x="964854" y="4143209"/>
                </a:moveTo>
                <a:cubicBezTo>
                  <a:pt x="964355" y="4143208"/>
                  <a:pt x="963857" y="4142876"/>
                  <a:pt x="963608" y="4142461"/>
                </a:cubicBezTo>
                <a:lnTo>
                  <a:pt x="953473" y="4124928"/>
                </a:lnTo>
                <a:cubicBezTo>
                  <a:pt x="953224" y="4124512"/>
                  <a:pt x="953224" y="4123932"/>
                  <a:pt x="953473" y="4123516"/>
                </a:cubicBezTo>
                <a:lnTo>
                  <a:pt x="963610" y="4105983"/>
                </a:lnTo>
                <a:cubicBezTo>
                  <a:pt x="963859" y="4105483"/>
                  <a:pt x="964357" y="4105234"/>
                  <a:pt x="964856" y="4105234"/>
                </a:cubicBezTo>
                <a:lnTo>
                  <a:pt x="985128" y="4105233"/>
                </a:lnTo>
                <a:cubicBezTo>
                  <a:pt x="985627" y="4105233"/>
                  <a:pt x="986125" y="4105565"/>
                  <a:pt x="986374" y="4105981"/>
                </a:cubicBezTo>
                <a:lnTo>
                  <a:pt x="996509" y="4123513"/>
                </a:lnTo>
                <a:cubicBezTo>
                  <a:pt x="996758" y="4123929"/>
                  <a:pt x="996758" y="4124510"/>
                  <a:pt x="996509" y="4124926"/>
                </a:cubicBezTo>
                <a:lnTo>
                  <a:pt x="986372" y="4142459"/>
                </a:lnTo>
                <a:cubicBezTo>
                  <a:pt x="986123" y="4142959"/>
                  <a:pt x="985625" y="4143207"/>
                  <a:pt x="985126" y="4143208"/>
                </a:cubicBezTo>
                <a:close/>
                <a:moveTo>
                  <a:pt x="2288685" y="4498522"/>
                </a:moveTo>
                <a:cubicBezTo>
                  <a:pt x="2288186" y="4498522"/>
                  <a:pt x="2287688" y="4498190"/>
                  <a:pt x="2287439" y="4497774"/>
                </a:cubicBezTo>
                <a:lnTo>
                  <a:pt x="2277055" y="4479826"/>
                </a:lnTo>
                <a:cubicBezTo>
                  <a:pt x="2276806" y="4479328"/>
                  <a:pt x="2276806" y="4478745"/>
                  <a:pt x="2277055" y="4478331"/>
                </a:cubicBezTo>
                <a:lnTo>
                  <a:pt x="2287441" y="4460382"/>
                </a:lnTo>
                <a:cubicBezTo>
                  <a:pt x="2287690" y="4459883"/>
                  <a:pt x="2288188" y="4459634"/>
                  <a:pt x="2288687" y="4459633"/>
                </a:cubicBezTo>
                <a:lnTo>
                  <a:pt x="2309457" y="4459633"/>
                </a:lnTo>
                <a:cubicBezTo>
                  <a:pt x="2309955" y="4459633"/>
                  <a:pt x="2310454" y="4459964"/>
                  <a:pt x="2310703" y="4460381"/>
                </a:cubicBezTo>
                <a:lnTo>
                  <a:pt x="2321087" y="4478328"/>
                </a:lnTo>
                <a:cubicBezTo>
                  <a:pt x="2321336" y="4478827"/>
                  <a:pt x="2321336" y="4479408"/>
                  <a:pt x="2321087" y="4479824"/>
                </a:cubicBezTo>
                <a:lnTo>
                  <a:pt x="2310701" y="4497772"/>
                </a:lnTo>
                <a:cubicBezTo>
                  <a:pt x="2310452" y="4498272"/>
                  <a:pt x="2309953" y="4498521"/>
                  <a:pt x="2309455" y="4498521"/>
                </a:cubicBezTo>
                <a:close/>
                <a:moveTo>
                  <a:pt x="2108061" y="4450153"/>
                </a:moveTo>
                <a:cubicBezTo>
                  <a:pt x="2107562" y="4450153"/>
                  <a:pt x="2107065" y="4449821"/>
                  <a:pt x="2106815" y="4449406"/>
                </a:cubicBezTo>
                <a:lnTo>
                  <a:pt x="2096431" y="4431373"/>
                </a:lnTo>
                <a:cubicBezTo>
                  <a:pt x="2096182" y="4430876"/>
                  <a:pt x="2096182" y="4430293"/>
                  <a:pt x="2096431" y="4429878"/>
                </a:cubicBezTo>
                <a:lnTo>
                  <a:pt x="2106901" y="4411845"/>
                </a:lnTo>
                <a:cubicBezTo>
                  <a:pt x="2107149" y="4411346"/>
                  <a:pt x="2107649" y="4411097"/>
                  <a:pt x="2108147" y="4411097"/>
                </a:cubicBezTo>
                <a:lnTo>
                  <a:pt x="2129000" y="4411095"/>
                </a:lnTo>
                <a:cubicBezTo>
                  <a:pt x="2129499" y="4411095"/>
                  <a:pt x="2129997" y="4411428"/>
                  <a:pt x="2130246" y="4411844"/>
                </a:cubicBezTo>
                <a:lnTo>
                  <a:pt x="2140630" y="4429876"/>
                </a:lnTo>
                <a:cubicBezTo>
                  <a:pt x="2140879" y="4430373"/>
                  <a:pt x="2140879" y="4430955"/>
                  <a:pt x="2140630" y="4431371"/>
                </a:cubicBezTo>
                <a:lnTo>
                  <a:pt x="2130161" y="4449404"/>
                </a:lnTo>
                <a:cubicBezTo>
                  <a:pt x="2129912" y="4449902"/>
                  <a:pt x="2129412" y="4450152"/>
                  <a:pt x="2128914" y="4450151"/>
                </a:cubicBezTo>
                <a:close/>
                <a:moveTo>
                  <a:pt x="2168220" y="4466378"/>
                </a:moveTo>
                <a:cubicBezTo>
                  <a:pt x="2167721" y="4466378"/>
                  <a:pt x="2167224" y="4466046"/>
                  <a:pt x="2166975" y="4465632"/>
                </a:cubicBezTo>
                <a:lnTo>
                  <a:pt x="2156590" y="4447600"/>
                </a:lnTo>
                <a:cubicBezTo>
                  <a:pt x="2156341" y="4447102"/>
                  <a:pt x="2156341" y="4446520"/>
                  <a:pt x="2156590" y="4446105"/>
                </a:cubicBezTo>
                <a:lnTo>
                  <a:pt x="2167059" y="4428074"/>
                </a:lnTo>
                <a:cubicBezTo>
                  <a:pt x="2167308" y="4427575"/>
                  <a:pt x="2167808" y="4427325"/>
                  <a:pt x="2168305" y="4427326"/>
                </a:cubicBezTo>
                <a:lnTo>
                  <a:pt x="2189159" y="4427325"/>
                </a:lnTo>
                <a:cubicBezTo>
                  <a:pt x="2189658" y="4427324"/>
                  <a:pt x="2190155" y="4427657"/>
                  <a:pt x="2190405" y="4428073"/>
                </a:cubicBezTo>
                <a:lnTo>
                  <a:pt x="2200789" y="4446103"/>
                </a:lnTo>
                <a:cubicBezTo>
                  <a:pt x="2201038" y="4446601"/>
                  <a:pt x="2201038" y="4447183"/>
                  <a:pt x="2200789" y="4447598"/>
                </a:cubicBezTo>
                <a:lnTo>
                  <a:pt x="2190320" y="4465631"/>
                </a:lnTo>
                <a:cubicBezTo>
                  <a:pt x="2190071" y="4466129"/>
                  <a:pt x="2189572" y="4466377"/>
                  <a:pt x="2189074" y="4466378"/>
                </a:cubicBezTo>
                <a:close/>
                <a:moveTo>
                  <a:pt x="663585" y="4063215"/>
                </a:moveTo>
                <a:cubicBezTo>
                  <a:pt x="663087" y="4063216"/>
                  <a:pt x="662588" y="4062884"/>
                  <a:pt x="662339" y="4062469"/>
                </a:cubicBezTo>
                <a:lnTo>
                  <a:pt x="651872" y="4044353"/>
                </a:lnTo>
                <a:cubicBezTo>
                  <a:pt x="651623" y="4043855"/>
                  <a:pt x="651623" y="4043273"/>
                  <a:pt x="651872" y="4042859"/>
                </a:cubicBezTo>
                <a:lnTo>
                  <a:pt x="662341" y="4024742"/>
                </a:lnTo>
                <a:cubicBezTo>
                  <a:pt x="662590" y="4024244"/>
                  <a:pt x="663089" y="4023994"/>
                  <a:pt x="663587" y="4023994"/>
                </a:cubicBezTo>
                <a:lnTo>
                  <a:pt x="684524" y="4023993"/>
                </a:lnTo>
                <a:cubicBezTo>
                  <a:pt x="685023" y="4023993"/>
                  <a:pt x="685521" y="4024324"/>
                  <a:pt x="685770" y="4024741"/>
                </a:cubicBezTo>
                <a:lnTo>
                  <a:pt x="696237" y="4042855"/>
                </a:lnTo>
                <a:cubicBezTo>
                  <a:pt x="696487" y="4043354"/>
                  <a:pt x="696487" y="4043935"/>
                  <a:pt x="696237" y="4044350"/>
                </a:cubicBezTo>
                <a:lnTo>
                  <a:pt x="685768" y="4062467"/>
                </a:lnTo>
                <a:cubicBezTo>
                  <a:pt x="685519" y="4062965"/>
                  <a:pt x="685021" y="4063214"/>
                  <a:pt x="684522" y="4063214"/>
                </a:cubicBezTo>
                <a:close/>
                <a:moveTo>
                  <a:pt x="844099" y="4111617"/>
                </a:moveTo>
                <a:cubicBezTo>
                  <a:pt x="843601" y="4111616"/>
                  <a:pt x="843101" y="4111283"/>
                  <a:pt x="842852" y="4110869"/>
                </a:cubicBezTo>
                <a:lnTo>
                  <a:pt x="832303" y="4092588"/>
                </a:lnTo>
                <a:cubicBezTo>
                  <a:pt x="832054" y="4092088"/>
                  <a:pt x="832054" y="4091506"/>
                  <a:pt x="832302" y="4091092"/>
                </a:cubicBezTo>
                <a:lnTo>
                  <a:pt x="842855" y="4072809"/>
                </a:lnTo>
                <a:cubicBezTo>
                  <a:pt x="843104" y="4072310"/>
                  <a:pt x="843603" y="4072061"/>
                  <a:pt x="844101" y="4072061"/>
                </a:cubicBezTo>
                <a:lnTo>
                  <a:pt x="865121" y="4072060"/>
                </a:lnTo>
                <a:cubicBezTo>
                  <a:pt x="865620" y="4072059"/>
                  <a:pt x="866118" y="4072392"/>
                  <a:pt x="866367" y="4072807"/>
                </a:cubicBezTo>
                <a:lnTo>
                  <a:pt x="876918" y="4091088"/>
                </a:lnTo>
                <a:cubicBezTo>
                  <a:pt x="877166" y="4091587"/>
                  <a:pt x="877166" y="4092169"/>
                  <a:pt x="876917" y="4092585"/>
                </a:cubicBezTo>
                <a:lnTo>
                  <a:pt x="866364" y="4110867"/>
                </a:lnTo>
                <a:cubicBezTo>
                  <a:pt x="866115" y="4111365"/>
                  <a:pt x="865617" y="4111615"/>
                  <a:pt x="865118" y="4111615"/>
                </a:cubicBezTo>
                <a:close/>
                <a:moveTo>
                  <a:pt x="1145039" y="4192285"/>
                </a:moveTo>
                <a:cubicBezTo>
                  <a:pt x="1144540" y="4192285"/>
                  <a:pt x="1144042" y="4191953"/>
                  <a:pt x="1143793" y="4191538"/>
                </a:cubicBezTo>
                <a:lnTo>
                  <a:pt x="1133409" y="4173507"/>
                </a:lnTo>
                <a:cubicBezTo>
                  <a:pt x="1133160" y="4173010"/>
                  <a:pt x="1133160" y="4172427"/>
                  <a:pt x="1133409" y="4172012"/>
                </a:cubicBezTo>
                <a:lnTo>
                  <a:pt x="1143877" y="4153982"/>
                </a:lnTo>
                <a:cubicBezTo>
                  <a:pt x="1144126" y="4153483"/>
                  <a:pt x="1144626" y="4153233"/>
                  <a:pt x="1145123" y="4153234"/>
                </a:cubicBezTo>
                <a:lnTo>
                  <a:pt x="1165976" y="4153233"/>
                </a:lnTo>
                <a:cubicBezTo>
                  <a:pt x="1166475" y="4153233"/>
                  <a:pt x="1166973" y="4153565"/>
                  <a:pt x="1167223" y="4153981"/>
                </a:cubicBezTo>
                <a:lnTo>
                  <a:pt x="1177607" y="4172011"/>
                </a:lnTo>
                <a:cubicBezTo>
                  <a:pt x="1177856" y="4172509"/>
                  <a:pt x="1177856" y="4173091"/>
                  <a:pt x="1177607" y="4173507"/>
                </a:cubicBezTo>
                <a:lnTo>
                  <a:pt x="1167139" y="4191537"/>
                </a:lnTo>
                <a:cubicBezTo>
                  <a:pt x="1166890" y="4192035"/>
                  <a:pt x="1166390" y="4192284"/>
                  <a:pt x="1165892" y="4192284"/>
                </a:cubicBezTo>
                <a:close/>
                <a:moveTo>
                  <a:pt x="1024647" y="4160036"/>
                </a:moveTo>
                <a:cubicBezTo>
                  <a:pt x="1024149" y="4160035"/>
                  <a:pt x="1023650" y="4159703"/>
                  <a:pt x="1023401" y="4159288"/>
                </a:cubicBezTo>
                <a:lnTo>
                  <a:pt x="1012851" y="4141008"/>
                </a:lnTo>
                <a:cubicBezTo>
                  <a:pt x="1012602" y="4140508"/>
                  <a:pt x="1012602" y="4139926"/>
                  <a:pt x="1012851" y="4139511"/>
                </a:cubicBezTo>
                <a:lnTo>
                  <a:pt x="1023403" y="4121229"/>
                </a:lnTo>
                <a:cubicBezTo>
                  <a:pt x="1023652" y="4120730"/>
                  <a:pt x="1024151" y="4120481"/>
                  <a:pt x="1024649" y="4120481"/>
                </a:cubicBezTo>
                <a:lnTo>
                  <a:pt x="1045669" y="4120480"/>
                </a:lnTo>
                <a:cubicBezTo>
                  <a:pt x="1046168" y="4120479"/>
                  <a:pt x="1046666" y="4120812"/>
                  <a:pt x="1046914" y="4121228"/>
                </a:cubicBezTo>
                <a:lnTo>
                  <a:pt x="1057466" y="4139508"/>
                </a:lnTo>
                <a:cubicBezTo>
                  <a:pt x="1057714" y="4140007"/>
                  <a:pt x="1057715" y="4140588"/>
                  <a:pt x="1057465" y="4141004"/>
                </a:cubicBezTo>
                <a:lnTo>
                  <a:pt x="1046912" y="4159286"/>
                </a:lnTo>
                <a:cubicBezTo>
                  <a:pt x="1046663" y="4159784"/>
                  <a:pt x="1046165" y="4160034"/>
                  <a:pt x="1045666" y="4160034"/>
                </a:cubicBezTo>
                <a:close/>
                <a:moveTo>
                  <a:pt x="904266" y="4127813"/>
                </a:moveTo>
                <a:cubicBezTo>
                  <a:pt x="903768" y="4127813"/>
                  <a:pt x="903269" y="4127480"/>
                  <a:pt x="903019" y="4127065"/>
                </a:cubicBezTo>
                <a:lnTo>
                  <a:pt x="892470" y="4108785"/>
                </a:lnTo>
                <a:cubicBezTo>
                  <a:pt x="892220" y="4108286"/>
                  <a:pt x="892221" y="4107703"/>
                  <a:pt x="892469" y="4107289"/>
                </a:cubicBezTo>
                <a:lnTo>
                  <a:pt x="903022" y="4089007"/>
                </a:lnTo>
                <a:cubicBezTo>
                  <a:pt x="903271" y="4088508"/>
                  <a:pt x="903770" y="4088259"/>
                  <a:pt x="904268" y="4088259"/>
                </a:cubicBezTo>
                <a:lnTo>
                  <a:pt x="925287" y="4088258"/>
                </a:lnTo>
                <a:cubicBezTo>
                  <a:pt x="925786" y="4088259"/>
                  <a:pt x="926284" y="4088590"/>
                  <a:pt x="926533" y="4089007"/>
                </a:cubicBezTo>
                <a:lnTo>
                  <a:pt x="937084" y="4107287"/>
                </a:lnTo>
                <a:cubicBezTo>
                  <a:pt x="937333" y="4107786"/>
                  <a:pt x="937333" y="4108367"/>
                  <a:pt x="937084" y="4108782"/>
                </a:cubicBezTo>
                <a:lnTo>
                  <a:pt x="926531" y="4127064"/>
                </a:lnTo>
                <a:cubicBezTo>
                  <a:pt x="926282" y="4127562"/>
                  <a:pt x="925784" y="4127812"/>
                  <a:pt x="925285" y="4127812"/>
                </a:cubicBezTo>
                <a:close/>
                <a:moveTo>
                  <a:pt x="1867239" y="4385869"/>
                </a:moveTo>
                <a:cubicBezTo>
                  <a:pt x="1866741" y="4385869"/>
                  <a:pt x="1866241" y="4385536"/>
                  <a:pt x="1865992" y="4385121"/>
                </a:cubicBezTo>
                <a:lnTo>
                  <a:pt x="1855442" y="4366841"/>
                </a:lnTo>
                <a:cubicBezTo>
                  <a:pt x="1855193" y="4366342"/>
                  <a:pt x="1855193" y="4365760"/>
                  <a:pt x="1855442" y="4365345"/>
                </a:cubicBezTo>
                <a:lnTo>
                  <a:pt x="1865994" y="4347064"/>
                </a:lnTo>
                <a:cubicBezTo>
                  <a:pt x="1866243" y="4346565"/>
                  <a:pt x="1866742" y="4346316"/>
                  <a:pt x="1867240" y="4346316"/>
                </a:cubicBezTo>
                <a:lnTo>
                  <a:pt x="1888260" y="4346315"/>
                </a:lnTo>
                <a:cubicBezTo>
                  <a:pt x="1888758" y="4346315"/>
                  <a:pt x="1889257" y="4346647"/>
                  <a:pt x="1889506" y="4347063"/>
                </a:cubicBezTo>
                <a:lnTo>
                  <a:pt x="1900056" y="4365343"/>
                </a:lnTo>
                <a:cubicBezTo>
                  <a:pt x="1900306" y="4365842"/>
                  <a:pt x="1900306" y="4366423"/>
                  <a:pt x="1900055" y="4366840"/>
                </a:cubicBezTo>
                <a:lnTo>
                  <a:pt x="1889504" y="4385119"/>
                </a:lnTo>
                <a:cubicBezTo>
                  <a:pt x="1889255" y="4385618"/>
                  <a:pt x="1888755" y="4385868"/>
                  <a:pt x="1888258" y="4385868"/>
                </a:cubicBezTo>
                <a:close/>
                <a:moveTo>
                  <a:pt x="603319" y="4047240"/>
                </a:moveTo>
                <a:cubicBezTo>
                  <a:pt x="602821" y="4047240"/>
                  <a:pt x="602322" y="4046907"/>
                  <a:pt x="602073" y="4046492"/>
                </a:cubicBezTo>
                <a:lnTo>
                  <a:pt x="591523" y="4028212"/>
                </a:lnTo>
                <a:cubicBezTo>
                  <a:pt x="591274" y="4027713"/>
                  <a:pt x="591274" y="4027131"/>
                  <a:pt x="591523" y="4026716"/>
                </a:cubicBezTo>
                <a:lnTo>
                  <a:pt x="602075" y="4008436"/>
                </a:lnTo>
                <a:cubicBezTo>
                  <a:pt x="602324" y="4007937"/>
                  <a:pt x="602823" y="4007688"/>
                  <a:pt x="603321" y="4007687"/>
                </a:cubicBezTo>
                <a:lnTo>
                  <a:pt x="624340" y="4007687"/>
                </a:lnTo>
                <a:cubicBezTo>
                  <a:pt x="624839" y="4007687"/>
                  <a:pt x="625337" y="4008019"/>
                  <a:pt x="625586" y="4008435"/>
                </a:cubicBezTo>
                <a:lnTo>
                  <a:pt x="636137" y="4026714"/>
                </a:lnTo>
                <a:cubicBezTo>
                  <a:pt x="636386" y="4027213"/>
                  <a:pt x="636386" y="4027794"/>
                  <a:pt x="636137" y="4028211"/>
                </a:cubicBezTo>
                <a:lnTo>
                  <a:pt x="625584" y="4046490"/>
                </a:lnTo>
                <a:cubicBezTo>
                  <a:pt x="625335" y="4046989"/>
                  <a:pt x="624837" y="4047239"/>
                  <a:pt x="624338" y="4047239"/>
                </a:cubicBezTo>
                <a:close/>
                <a:moveTo>
                  <a:pt x="543123" y="4031147"/>
                </a:moveTo>
                <a:cubicBezTo>
                  <a:pt x="542625" y="4031147"/>
                  <a:pt x="542126" y="4030814"/>
                  <a:pt x="541877" y="4030399"/>
                </a:cubicBezTo>
                <a:lnTo>
                  <a:pt x="531327" y="4012121"/>
                </a:lnTo>
                <a:cubicBezTo>
                  <a:pt x="531077" y="4011621"/>
                  <a:pt x="531078" y="4011039"/>
                  <a:pt x="531326" y="4010624"/>
                </a:cubicBezTo>
                <a:lnTo>
                  <a:pt x="541878" y="3992344"/>
                </a:lnTo>
                <a:cubicBezTo>
                  <a:pt x="542127" y="3991846"/>
                  <a:pt x="542626" y="3991596"/>
                  <a:pt x="543124" y="3991597"/>
                </a:cubicBezTo>
                <a:lnTo>
                  <a:pt x="564144" y="3991595"/>
                </a:lnTo>
                <a:cubicBezTo>
                  <a:pt x="564643" y="3991596"/>
                  <a:pt x="565141" y="3991927"/>
                  <a:pt x="565389" y="3992344"/>
                </a:cubicBezTo>
                <a:lnTo>
                  <a:pt x="575941" y="4010623"/>
                </a:lnTo>
                <a:cubicBezTo>
                  <a:pt x="576190" y="4011122"/>
                  <a:pt x="576190" y="4011703"/>
                  <a:pt x="575941" y="4012118"/>
                </a:cubicBezTo>
                <a:lnTo>
                  <a:pt x="565388" y="4030398"/>
                </a:lnTo>
                <a:cubicBezTo>
                  <a:pt x="565139" y="4030897"/>
                  <a:pt x="564641" y="4031147"/>
                  <a:pt x="564142" y="4031147"/>
                </a:cubicBezTo>
                <a:close/>
                <a:moveTo>
                  <a:pt x="1746843" y="4353701"/>
                </a:moveTo>
                <a:cubicBezTo>
                  <a:pt x="1746345" y="4353701"/>
                  <a:pt x="1745845" y="4353368"/>
                  <a:pt x="1745596" y="4352953"/>
                </a:cubicBezTo>
                <a:lnTo>
                  <a:pt x="1735046" y="4334675"/>
                </a:lnTo>
                <a:cubicBezTo>
                  <a:pt x="1734797" y="4334176"/>
                  <a:pt x="1734797" y="4333594"/>
                  <a:pt x="1735046" y="4333179"/>
                </a:cubicBezTo>
                <a:lnTo>
                  <a:pt x="1745598" y="4314898"/>
                </a:lnTo>
                <a:cubicBezTo>
                  <a:pt x="1745847" y="4314400"/>
                  <a:pt x="1746346" y="4314151"/>
                  <a:pt x="1746844" y="4314151"/>
                </a:cubicBezTo>
                <a:lnTo>
                  <a:pt x="1767863" y="4314150"/>
                </a:lnTo>
                <a:cubicBezTo>
                  <a:pt x="1768361" y="4314150"/>
                  <a:pt x="1768860" y="4314482"/>
                  <a:pt x="1769109" y="4314899"/>
                </a:cubicBezTo>
                <a:lnTo>
                  <a:pt x="1779660" y="4333177"/>
                </a:lnTo>
                <a:cubicBezTo>
                  <a:pt x="1779909" y="4333676"/>
                  <a:pt x="1779910" y="4334257"/>
                  <a:pt x="1779659" y="4334673"/>
                </a:cubicBezTo>
                <a:lnTo>
                  <a:pt x="1769108" y="4352953"/>
                </a:lnTo>
                <a:cubicBezTo>
                  <a:pt x="1768859" y="4353451"/>
                  <a:pt x="1768360" y="4353701"/>
                  <a:pt x="1767862" y="4353700"/>
                </a:cubicBezTo>
                <a:close/>
                <a:moveTo>
                  <a:pt x="2228324" y="4482747"/>
                </a:moveTo>
                <a:cubicBezTo>
                  <a:pt x="2227826" y="4482747"/>
                  <a:pt x="2227327" y="4482414"/>
                  <a:pt x="2227078" y="4481999"/>
                </a:cubicBezTo>
                <a:lnTo>
                  <a:pt x="2216528" y="4463721"/>
                </a:lnTo>
                <a:cubicBezTo>
                  <a:pt x="2216278" y="4463222"/>
                  <a:pt x="2216279" y="4462640"/>
                  <a:pt x="2216527" y="4462225"/>
                </a:cubicBezTo>
                <a:lnTo>
                  <a:pt x="2227079" y="4443946"/>
                </a:lnTo>
                <a:cubicBezTo>
                  <a:pt x="2227328" y="4443447"/>
                  <a:pt x="2227827" y="4443198"/>
                  <a:pt x="2228325" y="4443198"/>
                </a:cubicBezTo>
                <a:lnTo>
                  <a:pt x="2249344" y="4443197"/>
                </a:lnTo>
                <a:cubicBezTo>
                  <a:pt x="2249842" y="4443197"/>
                  <a:pt x="2250341" y="4443530"/>
                  <a:pt x="2250590" y="4443945"/>
                </a:cubicBezTo>
                <a:lnTo>
                  <a:pt x="2261141" y="4462224"/>
                </a:lnTo>
                <a:cubicBezTo>
                  <a:pt x="2261391" y="4462723"/>
                  <a:pt x="2261391" y="4463304"/>
                  <a:pt x="2261141" y="4463720"/>
                </a:cubicBezTo>
                <a:lnTo>
                  <a:pt x="2250589" y="4481999"/>
                </a:lnTo>
                <a:cubicBezTo>
                  <a:pt x="2250340" y="4482497"/>
                  <a:pt x="2249841" y="4482747"/>
                  <a:pt x="2249343" y="4482747"/>
                </a:cubicBezTo>
                <a:close/>
                <a:moveTo>
                  <a:pt x="1686669" y="4337623"/>
                </a:moveTo>
                <a:cubicBezTo>
                  <a:pt x="1686088" y="4337623"/>
                  <a:pt x="1685589" y="4337374"/>
                  <a:pt x="1685340" y="4336875"/>
                </a:cubicBezTo>
                <a:lnTo>
                  <a:pt x="1674790" y="4318511"/>
                </a:lnTo>
                <a:cubicBezTo>
                  <a:pt x="1674541" y="4318012"/>
                  <a:pt x="1674541" y="4317514"/>
                  <a:pt x="1674790" y="4317015"/>
                </a:cubicBezTo>
                <a:lnTo>
                  <a:pt x="1685342" y="4298651"/>
                </a:lnTo>
                <a:cubicBezTo>
                  <a:pt x="1685674" y="4298151"/>
                  <a:pt x="1686173" y="4297902"/>
                  <a:pt x="1686671" y="4297902"/>
                </a:cubicBezTo>
                <a:lnTo>
                  <a:pt x="1707857" y="4297901"/>
                </a:lnTo>
                <a:cubicBezTo>
                  <a:pt x="1708439" y="4297901"/>
                  <a:pt x="1708937" y="4298150"/>
                  <a:pt x="1709187" y="4298649"/>
                </a:cubicBezTo>
                <a:lnTo>
                  <a:pt x="1719737" y="4317013"/>
                </a:lnTo>
                <a:cubicBezTo>
                  <a:pt x="1719986" y="4317512"/>
                  <a:pt x="1719986" y="4318009"/>
                  <a:pt x="1719737" y="4318508"/>
                </a:cubicBezTo>
                <a:lnTo>
                  <a:pt x="1709185" y="4336873"/>
                </a:lnTo>
                <a:cubicBezTo>
                  <a:pt x="1708852" y="4337372"/>
                  <a:pt x="1708353" y="4337622"/>
                  <a:pt x="1707855" y="4337622"/>
                </a:cubicBezTo>
                <a:close/>
                <a:moveTo>
                  <a:pt x="1927390" y="4402129"/>
                </a:moveTo>
                <a:cubicBezTo>
                  <a:pt x="1926892" y="4402129"/>
                  <a:pt x="1926392" y="4401796"/>
                  <a:pt x="1926143" y="4401381"/>
                </a:cubicBezTo>
                <a:lnTo>
                  <a:pt x="1915593" y="4383103"/>
                </a:lnTo>
                <a:cubicBezTo>
                  <a:pt x="1915344" y="4382604"/>
                  <a:pt x="1915344" y="4382022"/>
                  <a:pt x="1915593" y="4381607"/>
                </a:cubicBezTo>
                <a:lnTo>
                  <a:pt x="1926144" y="4363328"/>
                </a:lnTo>
                <a:cubicBezTo>
                  <a:pt x="1926393" y="4362829"/>
                  <a:pt x="1926892" y="4362580"/>
                  <a:pt x="1927390" y="4362580"/>
                </a:cubicBezTo>
                <a:lnTo>
                  <a:pt x="1948410" y="4362580"/>
                </a:lnTo>
                <a:cubicBezTo>
                  <a:pt x="1948908" y="4362580"/>
                  <a:pt x="1949407" y="4362912"/>
                  <a:pt x="1949655" y="4363328"/>
                </a:cubicBezTo>
                <a:lnTo>
                  <a:pt x="1960206" y="4381606"/>
                </a:lnTo>
                <a:cubicBezTo>
                  <a:pt x="1960456" y="4382105"/>
                  <a:pt x="1960456" y="4382686"/>
                  <a:pt x="1960206" y="4383102"/>
                </a:cubicBezTo>
                <a:lnTo>
                  <a:pt x="1949655" y="4401381"/>
                </a:lnTo>
                <a:cubicBezTo>
                  <a:pt x="1949406" y="4401879"/>
                  <a:pt x="1948906" y="4402129"/>
                  <a:pt x="1948409" y="4402129"/>
                </a:cubicBezTo>
                <a:close/>
                <a:moveTo>
                  <a:pt x="2047797" y="4434396"/>
                </a:moveTo>
                <a:cubicBezTo>
                  <a:pt x="2047299" y="4434396"/>
                  <a:pt x="2046801" y="4434064"/>
                  <a:pt x="2046552" y="4433649"/>
                </a:cubicBezTo>
                <a:lnTo>
                  <a:pt x="2036084" y="4415537"/>
                </a:lnTo>
                <a:cubicBezTo>
                  <a:pt x="2035835" y="4415039"/>
                  <a:pt x="2035835" y="4414457"/>
                  <a:pt x="2036084" y="4414042"/>
                </a:cubicBezTo>
                <a:lnTo>
                  <a:pt x="2046551" y="4395931"/>
                </a:lnTo>
                <a:cubicBezTo>
                  <a:pt x="2046800" y="4395432"/>
                  <a:pt x="2047299" y="4395183"/>
                  <a:pt x="2047797" y="4395183"/>
                </a:cubicBezTo>
                <a:lnTo>
                  <a:pt x="2068734" y="4395183"/>
                </a:lnTo>
                <a:cubicBezTo>
                  <a:pt x="2069233" y="4395183"/>
                  <a:pt x="2069730" y="4395515"/>
                  <a:pt x="2069980" y="4395931"/>
                </a:cubicBezTo>
                <a:lnTo>
                  <a:pt x="2080447" y="4414042"/>
                </a:lnTo>
                <a:cubicBezTo>
                  <a:pt x="2080697" y="4414540"/>
                  <a:pt x="2080697" y="4415122"/>
                  <a:pt x="2080447" y="4415537"/>
                </a:cubicBezTo>
                <a:lnTo>
                  <a:pt x="2069979" y="4433649"/>
                </a:lnTo>
                <a:cubicBezTo>
                  <a:pt x="2069731" y="4434147"/>
                  <a:pt x="2069233" y="4434396"/>
                  <a:pt x="2068734" y="4434396"/>
                </a:cubicBezTo>
                <a:close/>
                <a:moveTo>
                  <a:pt x="1205188" y="4208629"/>
                </a:moveTo>
                <a:cubicBezTo>
                  <a:pt x="1204690" y="4208629"/>
                  <a:pt x="1204191" y="4208297"/>
                  <a:pt x="1203942" y="4207882"/>
                </a:cubicBezTo>
                <a:lnTo>
                  <a:pt x="1193474" y="4189770"/>
                </a:lnTo>
                <a:cubicBezTo>
                  <a:pt x="1193225" y="4189272"/>
                  <a:pt x="1193225" y="4188690"/>
                  <a:pt x="1193474" y="4188275"/>
                </a:cubicBezTo>
                <a:lnTo>
                  <a:pt x="1203942" y="4170164"/>
                </a:lnTo>
                <a:cubicBezTo>
                  <a:pt x="1204191" y="4169665"/>
                  <a:pt x="1204690" y="4169416"/>
                  <a:pt x="1205188" y="4169416"/>
                </a:cubicBezTo>
                <a:lnTo>
                  <a:pt x="1226124" y="4169416"/>
                </a:lnTo>
                <a:cubicBezTo>
                  <a:pt x="1226623" y="4169416"/>
                  <a:pt x="1227121" y="4169748"/>
                  <a:pt x="1227370" y="4170164"/>
                </a:cubicBezTo>
                <a:lnTo>
                  <a:pt x="1237838" y="4188275"/>
                </a:lnTo>
                <a:cubicBezTo>
                  <a:pt x="1238088" y="4188773"/>
                  <a:pt x="1238088" y="4189355"/>
                  <a:pt x="1237838" y="4189770"/>
                </a:cubicBezTo>
                <a:lnTo>
                  <a:pt x="1227370" y="4207882"/>
                </a:lnTo>
                <a:cubicBezTo>
                  <a:pt x="1227121" y="4208380"/>
                  <a:pt x="1226623" y="4208629"/>
                  <a:pt x="1226124" y="4208629"/>
                </a:cubicBezTo>
                <a:close/>
                <a:moveTo>
                  <a:pt x="723671" y="4079662"/>
                </a:moveTo>
                <a:cubicBezTo>
                  <a:pt x="723090" y="4079662"/>
                  <a:pt x="722591" y="4079413"/>
                  <a:pt x="722342" y="4078914"/>
                </a:cubicBezTo>
                <a:lnTo>
                  <a:pt x="711792" y="4060552"/>
                </a:lnTo>
                <a:cubicBezTo>
                  <a:pt x="711543" y="4060053"/>
                  <a:pt x="711543" y="4059555"/>
                  <a:pt x="711792" y="4059056"/>
                </a:cubicBezTo>
                <a:lnTo>
                  <a:pt x="722344" y="4040692"/>
                </a:lnTo>
                <a:cubicBezTo>
                  <a:pt x="722676" y="4040193"/>
                  <a:pt x="723175" y="4039944"/>
                  <a:pt x="723673" y="4039943"/>
                </a:cubicBezTo>
                <a:lnTo>
                  <a:pt x="744859" y="4039943"/>
                </a:lnTo>
                <a:cubicBezTo>
                  <a:pt x="745440" y="4039943"/>
                  <a:pt x="745939" y="4040192"/>
                  <a:pt x="746188" y="4040691"/>
                </a:cubicBezTo>
                <a:lnTo>
                  <a:pt x="756738" y="4059054"/>
                </a:lnTo>
                <a:cubicBezTo>
                  <a:pt x="756987" y="4059552"/>
                  <a:pt x="756987" y="4060050"/>
                  <a:pt x="756738" y="4060550"/>
                </a:cubicBezTo>
                <a:lnTo>
                  <a:pt x="746186" y="4078913"/>
                </a:lnTo>
                <a:cubicBezTo>
                  <a:pt x="745853" y="4079412"/>
                  <a:pt x="745355" y="4079661"/>
                  <a:pt x="744857" y="4079662"/>
                </a:cubicBezTo>
                <a:close/>
                <a:moveTo>
                  <a:pt x="1626454" y="4321606"/>
                </a:moveTo>
                <a:cubicBezTo>
                  <a:pt x="1625873" y="4321606"/>
                  <a:pt x="1625374" y="4321357"/>
                  <a:pt x="1625125" y="4320858"/>
                </a:cubicBezTo>
                <a:lnTo>
                  <a:pt x="1614575" y="4302495"/>
                </a:lnTo>
                <a:cubicBezTo>
                  <a:pt x="1614325" y="4301997"/>
                  <a:pt x="1614325" y="4301499"/>
                  <a:pt x="1614575" y="4300999"/>
                </a:cubicBezTo>
                <a:lnTo>
                  <a:pt x="1625126" y="4282637"/>
                </a:lnTo>
                <a:cubicBezTo>
                  <a:pt x="1625458" y="4282138"/>
                  <a:pt x="1625957" y="4281888"/>
                  <a:pt x="1626455" y="4281888"/>
                </a:cubicBezTo>
                <a:lnTo>
                  <a:pt x="1647641" y="4281888"/>
                </a:lnTo>
                <a:cubicBezTo>
                  <a:pt x="1648223" y="4281888"/>
                  <a:pt x="1648721" y="4282137"/>
                  <a:pt x="1648971" y="4282636"/>
                </a:cubicBezTo>
                <a:lnTo>
                  <a:pt x="1659521" y="4300998"/>
                </a:lnTo>
                <a:cubicBezTo>
                  <a:pt x="1659770" y="4301497"/>
                  <a:pt x="1659770" y="4301995"/>
                  <a:pt x="1659521" y="4302494"/>
                </a:cubicBezTo>
                <a:lnTo>
                  <a:pt x="1648969" y="4320857"/>
                </a:lnTo>
                <a:cubicBezTo>
                  <a:pt x="1648636" y="4321356"/>
                  <a:pt x="1648138" y="4321605"/>
                  <a:pt x="1647640" y="4321605"/>
                </a:cubicBezTo>
                <a:close/>
                <a:moveTo>
                  <a:pt x="1806989" y="4369980"/>
                </a:moveTo>
                <a:cubicBezTo>
                  <a:pt x="1806491" y="4369980"/>
                  <a:pt x="1805992" y="4369647"/>
                  <a:pt x="1805743" y="4369232"/>
                </a:cubicBezTo>
                <a:lnTo>
                  <a:pt x="1795192" y="4350955"/>
                </a:lnTo>
                <a:cubicBezTo>
                  <a:pt x="1794943" y="4350456"/>
                  <a:pt x="1794943" y="4349874"/>
                  <a:pt x="1795192" y="4349459"/>
                </a:cubicBezTo>
                <a:lnTo>
                  <a:pt x="1805743" y="4331182"/>
                </a:lnTo>
                <a:cubicBezTo>
                  <a:pt x="1805992" y="4330683"/>
                  <a:pt x="1806491" y="4330434"/>
                  <a:pt x="1806989" y="4330434"/>
                </a:cubicBezTo>
                <a:lnTo>
                  <a:pt x="1828008" y="4330434"/>
                </a:lnTo>
                <a:cubicBezTo>
                  <a:pt x="1828506" y="4330434"/>
                  <a:pt x="1829005" y="4330766"/>
                  <a:pt x="1829254" y="4331182"/>
                </a:cubicBezTo>
                <a:lnTo>
                  <a:pt x="1839805" y="4349459"/>
                </a:lnTo>
                <a:cubicBezTo>
                  <a:pt x="1840055" y="4349958"/>
                  <a:pt x="1840055" y="4350539"/>
                  <a:pt x="1839805" y="4350955"/>
                </a:cubicBezTo>
                <a:lnTo>
                  <a:pt x="1829254" y="4369232"/>
                </a:lnTo>
                <a:cubicBezTo>
                  <a:pt x="1829005" y="4369730"/>
                  <a:pt x="1828506" y="4369980"/>
                  <a:pt x="1828008" y="4369980"/>
                </a:cubicBezTo>
                <a:close/>
                <a:moveTo>
                  <a:pt x="1084686" y="4176576"/>
                </a:moveTo>
                <a:cubicBezTo>
                  <a:pt x="1084105" y="4176576"/>
                  <a:pt x="1083606" y="4176327"/>
                  <a:pt x="1083357" y="4175828"/>
                </a:cubicBezTo>
                <a:lnTo>
                  <a:pt x="1072723" y="4157383"/>
                </a:lnTo>
                <a:cubicBezTo>
                  <a:pt x="1072474" y="4156967"/>
                  <a:pt x="1072474" y="4156386"/>
                  <a:pt x="1072723" y="4155887"/>
                </a:cubicBezTo>
                <a:lnTo>
                  <a:pt x="1083358" y="4137442"/>
                </a:lnTo>
                <a:cubicBezTo>
                  <a:pt x="1083690" y="4136943"/>
                  <a:pt x="1084189" y="4136694"/>
                  <a:pt x="1084687" y="4136694"/>
                </a:cubicBezTo>
                <a:lnTo>
                  <a:pt x="1105956" y="4136693"/>
                </a:lnTo>
                <a:cubicBezTo>
                  <a:pt x="1106537" y="4136693"/>
                  <a:pt x="1107035" y="4136942"/>
                  <a:pt x="1107285" y="4137442"/>
                </a:cubicBezTo>
                <a:lnTo>
                  <a:pt x="1117919" y="4155886"/>
                </a:lnTo>
                <a:cubicBezTo>
                  <a:pt x="1118167" y="4156302"/>
                  <a:pt x="1118168" y="4156883"/>
                  <a:pt x="1117918" y="4157382"/>
                </a:cubicBezTo>
                <a:lnTo>
                  <a:pt x="1107284" y="4175828"/>
                </a:lnTo>
                <a:cubicBezTo>
                  <a:pt x="1106952" y="4176326"/>
                  <a:pt x="1106453" y="4176575"/>
                  <a:pt x="1105955" y="4176575"/>
                </a:cubicBezTo>
                <a:close/>
                <a:moveTo>
                  <a:pt x="1987526" y="4418535"/>
                </a:moveTo>
                <a:cubicBezTo>
                  <a:pt x="1986945" y="4418535"/>
                  <a:pt x="1986446" y="4418286"/>
                  <a:pt x="1986197" y="4417787"/>
                </a:cubicBezTo>
                <a:lnTo>
                  <a:pt x="1975646" y="4399427"/>
                </a:lnTo>
                <a:cubicBezTo>
                  <a:pt x="1975397" y="4398928"/>
                  <a:pt x="1975397" y="4398430"/>
                  <a:pt x="1975646" y="4397931"/>
                </a:cubicBezTo>
                <a:lnTo>
                  <a:pt x="1986197" y="4379570"/>
                </a:lnTo>
                <a:cubicBezTo>
                  <a:pt x="1986529" y="4379071"/>
                  <a:pt x="1987028" y="4378822"/>
                  <a:pt x="1987526" y="4378823"/>
                </a:cubicBezTo>
                <a:lnTo>
                  <a:pt x="2008711" y="4378822"/>
                </a:lnTo>
                <a:cubicBezTo>
                  <a:pt x="2009293" y="4378822"/>
                  <a:pt x="2009791" y="4379071"/>
                  <a:pt x="2010041" y="4379570"/>
                </a:cubicBezTo>
                <a:lnTo>
                  <a:pt x="2020592" y="4397931"/>
                </a:lnTo>
                <a:cubicBezTo>
                  <a:pt x="2020841" y="4398430"/>
                  <a:pt x="2020841" y="4398928"/>
                  <a:pt x="2020592" y="4399427"/>
                </a:cubicBezTo>
                <a:lnTo>
                  <a:pt x="2010041" y="4417787"/>
                </a:lnTo>
                <a:cubicBezTo>
                  <a:pt x="2009708" y="4418286"/>
                  <a:pt x="2009210" y="4418535"/>
                  <a:pt x="2008711" y="4418535"/>
                </a:cubicBezTo>
                <a:close/>
                <a:moveTo>
                  <a:pt x="783737" y="4096008"/>
                </a:moveTo>
                <a:cubicBezTo>
                  <a:pt x="783156" y="4096008"/>
                  <a:pt x="782657" y="4095759"/>
                  <a:pt x="782408" y="4095260"/>
                </a:cubicBezTo>
                <a:lnTo>
                  <a:pt x="771774" y="4076816"/>
                </a:lnTo>
                <a:cubicBezTo>
                  <a:pt x="771525" y="4076400"/>
                  <a:pt x="771525" y="4075819"/>
                  <a:pt x="771774" y="4075320"/>
                </a:cubicBezTo>
                <a:lnTo>
                  <a:pt x="782409" y="4056876"/>
                </a:lnTo>
                <a:cubicBezTo>
                  <a:pt x="782741" y="4056377"/>
                  <a:pt x="783240" y="4056128"/>
                  <a:pt x="783738" y="4056128"/>
                </a:cubicBezTo>
                <a:lnTo>
                  <a:pt x="805006" y="4056127"/>
                </a:lnTo>
                <a:cubicBezTo>
                  <a:pt x="805588" y="4056127"/>
                  <a:pt x="806086" y="4056376"/>
                  <a:pt x="806335" y="4056875"/>
                </a:cubicBezTo>
                <a:lnTo>
                  <a:pt x="816969" y="4075319"/>
                </a:lnTo>
                <a:cubicBezTo>
                  <a:pt x="817218" y="4075735"/>
                  <a:pt x="817218" y="4076317"/>
                  <a:pt x="816969" y="4076815"/>
                </a:cubicBezTo>
                <a:lnTo>
                  <a:pt x="806335" y="4095259"/>
                </a:lnTo>
                <a:cubicBezTo>
                  <a:pt x="806003" y="4095758"/>
                  <a:pt x="805504" y="4096007"/>
                  <a:pt x="805006" y="4096007"/>
                </a:cubicBezTo>
                <a:close/>
                <a:moveTo>
                  <a:pt x="1265125" y="4225175"/>
                </a:moveTo>
                <a:cubicBezTo>
                  <a:pt x="1264543" y="4225175"/>
                  <a:pt x="1264044" y="4224926"/>
                  <a:pt x="1263795" y="4224428"/>
                </a:cubicBezTo>
                <a:lnTo>
                  <a:pt x="1253161" y="4205901"/>
                </a:lnTo>
                <a:cubicBezTo>
                  <a:pt x="1252912" y="4205485"/>
                  <a:pt x="1252912" y="4204904"/>
                  <a:pt x="1253161" y="4204405"/>
                </a:cubicBezTo>
                <a:lnTo>
                  <a:pt x="1263878" y="4185879"/>
                </a:lnTo>
                <a:cubicBezTo>
                  <a:pt x="1264210" y="4185463"/>
                  <a:pt x="1264709" y="4185131"/>
                  <a:pt x="1265207" y="4185131"/>
                </a:cubicBezTo>
                <a:lnTo>
                  <a:pt x="1286559" y="4185131"/>
                </a:lnTo>
                <a:cubicBezTo>
                  <a:pt x="1287140" y="4185131"/>
                  <a:pt x="1287639" y="4185380"/>
                  <a:pt x="1287888" y="4185879"/>
                </a:cubicBezTo>
                <a:lnTo>
                  <a:pt x="1298522" y="4204405"/>
                </a:lnTo>
                <a:cubicBezTo>
                  <a:pt x="1298771" y="4204821"/>
                  <a:pt x="1298771" y="4205402"/>
                  <a:pt x="1298522" y="4205901"/>
                </a:cubicBezTo>
                <a:lnTo>
                  <a:pt x="1287805" y="4224428"/>
                </a:lnTo>
                <a:cubicBezTo>
                  <a:pt x="1287473" y="4224843"/>
                  <a:pt x="1286974" y="4225175"/>
                  <a:pt x="1286476" y="4225175"/>
                </a:cubicBezTo>
                <a:close/>
                <a:moveTo>
                  <a:pt x="1325267" y="4241410"/>
                </a:moveTo>
                <a:cubicBezTo>
                  <a:pt x="1324686" y="4241410"/>
                  <a:pt x="1324187" y="4241160"/>
                  <a:pt x="1323938" y="4240662"/>
                </a:cubicBezTo>
                <a:lnTo>
                  <a:pt x="1313139" y="4221884"/>
                </a:lnTo>
                <a:cubicBezTo>
                  <a:pt x="1312890" y="4221469"/>
                  <a:pt x="1312890" y="4220887"/>
                  <a:pt x="1313139" y="4220389"/>
                </a:cubicBezTo>
                <a:lnTo>
                  <a:pt x="1323940" y="4201611"/>
                </a:lnTo>
                <a:cubicBezTo>
                  <a:pt x="1324188" y="4201194"/>
                  <a:pt x="1324771" y="4200862"/>
                  <a:pt x="1325269" y="4200863"/>
                </a:cubicBezTo>
                <a:lnTo>
                  <a:pt x="1346953" y="4200862"/>
                </a:lnTo>
                <a:cubicBezTo>
                  <a:pt x="1347534" y="4200862"/>
                  <a:pt x="1348033" y="4201111"/>
                  <a:pt x="1348283" y="4201610"/>
                </a:cubicBezTo>
                <a:lnTo>
                  <a:pt x="1359082" y="4220388"/>
                </a:lnTo>
                <a:cubicBezTo>
                  <a:pt x="1359331" y="4220802"/>
                  <a:pt x="1359331" y="4221385"/>
                  <a:pt x="1359082" y="4221883"/>
                </a:cubicBezTo>
                <a:lnTo>
                  <a:pt x="1348282" y="4240662"/>
                </a:lnTo>
                <a:cubicBezTo>
                  <a:pt x="1348032" y="4241076"/>
                  <a:pt x="1347450" y="4241410"/>
                  <a:pt x="1346952" y="4241409"/>
                </a:cubicBezTo>
                <a:close/>
                <a:moveTo>
                  <a:pt x="1556100" y="4350544"/>
                </a:moveTo>
                <a:cubicBezTo>
                  <a:pt x="1555768" y="4350544"/>
                  <a:pt x="1555269" y="4350046"/>
                  <a:pt x="1555269" y="4350046"/>
                </a:cubicBezTo>
                <a:lnTo>
                  <a:pt x="1548540" y="4338331"/>
                </a:lnTo>
                <a:cubicBezTo>
                  <a:pt x="1548375" y="4337998"/>
                  <a:pt x="1548541" y="4337334"/>
                  <a:pt x="1548541" y="4337334"/>
                </a:cubicBezTo>
                <a:lnTo>
                  <a:pt x="1555270" y="4325618"/>
                </a:lnTo>
                <a:cubicBezTo>
                  <a:pt x="1555436" y="4325286"/>
                  <a:pt x="1556101" y="4325119"/>
                  <a:pt x="1556101" y="4325119"/>
                </a:cubicBezTo>
                <a:lnTo>
                  <a:pt x="1569643" y="4325119"/>
                </a:lnTo>
                <a:cubicBezTo>
                  <a:pt x="1569975" y="4325119"/>
                  <a:pt x="1570473" y="4325617"/>
                  <a:pt x="1570473" y="4325617"/>
                </a:cubicBezTo>
                <a:lnTo>
                  <a:pt x="1577203" y="4337333"/>
                </a:lnTo>
                <a:cubicBezTo>
                  <a:pt x="1577369" y="4337665"/>
                  <a:pt x="1577203" y="4338330"/>
                  <a:pt x="1577203" y="4338330"/>
                </a:cubicBezTo>
                <a:lnTo>
                  <a:pt x="1570472" y="4350046"/>
                </a:lnTo>
                <a:cubicBezTo>
                  <a:pt x="1570307" y="4350377"/>
                  <a:pt x="1569642" y="4350544"/>
                  <a:pt x="1569642" y="4350544"/>
                </a:cubicBezTo>
                <a:close/>
                <a:moveTo>
                  <a:pt x="2578812" y="4625412"/>
                </a:moveTo>
                <a:cubicBezTo>
                  <a:pt x="2578480" y="4625412"/>
                  <a:pt x="2577981" y="4624914"/>
                  <a:pt x="2577981" y="4624914"/>
                </a:cubicBezTo>
                <a:lnTo>
                  <a:pt x="2570837" y="4612618"/>
                </a:lnTo>
                <a:cubicBezTo>
                  <a:pt x="2570671" y="4612285"/>
                  <a:pt x="2570837" y="4611620"/>
                  <a:pt x="2570837" y="4611620"/>
                </a:cubicBezTo>
                <a:lnTo>
                  <a:pt x="2577981" y="4599324"/>
                </a:lnTo>
                <a:cubicBezTo>
                  <a:pt x="2578149" y="4598992"/>
                  <a:pt x="2578812" y="4598826"/>
                  <a:pt x="2578812" y="4598826"/>
                </a:cubicBezTo>
                <a:lnTo>
                  <a:pt x="2593019" y="4598825"/>
                </a:lnTo>
                <a:cubicBezTo>
                  <a:pt x="2593352" y="4598825"/>
                  <a:pt x="2593850" y="4599324"/>
                  <a:pt x="2593850" y="4599324"/>
                </a:cubicBezTo>
                <a:lnTo>
                  <a:pt x="2600995" y="4611620"/>
                </a:lnTo>
                <a:cubicBezTo>
                  <a:pt x="2601161" y="4611953"/>
                  <a:pt x="2600995" y="4612617"/>
                  <a:pt x="2600995" y="4612617"/>
                </a:cubicBezTo>
                <a:lnTo>
                  <a:pt x="2593850" y="4624914"/>
                </a:lnTo>
                <a:cubicBezTo>
                  <a:pt x="2593684" y="4625245"/>
                  <a:pt x="2593019" y="4625412"/>
                  <a:pt x="2593019" y="4625412"/>
                </a:cubicBezTo>
                <a:close/>
                <a:moveTo>
                  <a:pt x="2757729" y="4676840"/>
                </a:moveTo>
                <a:cubicBezTo>
                  <a:pt x="2757313" y="4676840"/>
                  <a:pt x="2756648" y="4676259"/>
                  <a:pt x="2756648" y="4676259"/>
                </a:cubicBezTo>
                <a:lnTo>
                  <a:pt x="2747842" y="4661054"/>
                </a:lnTo>
                <a:cubicBezTo>
                  <a:pt x="2747594" y="4660639"/>
                  <a:pt x="2747842" y="4659808"/>
                  <a:pt x="2747842" y="4659808"/>
                </a:cubicBezTo>
                <a:lnTo>
                  <a:pt x="2756649" y="4644603"/>
                </a:lnTo>
                <a:cubicBezTo>
                  <a:pt x="2756898" y="4644271"/>
                  <a:pt x="2757314" y="4644022"/>
                  <a:pt x="2757729" y="4644022"/>
                </a:cubicBezTo>
                <a:lnTo>
                  <a:pt x="2775342" y="4644021"/>
                </a:lnTo>
                <a:cubicBezTo>
                  <a:pt x="2775757" y="4644021"/>
                  <a:pt x="2776422" y="4644602"/>
                  <a:pt x="2776422" y="4644602"/>
                </a:cubicBezTo>
                <a:lnTo>
                  <a:pt x="2785228" y="4659807"/>
                </a:lnTo>
                <a:cubicBezTo>
                  <a:pt x="2785478" y="4660222"/>
                  <a:pt x="2785228" y="4661053"/>
                  <a:pt x="2785228" y="4661053"/>
                </a:cubicBezTo>
                <a:lnTo>
                  <a:pt x="2776421" y="4676259"/>
                </a:lnTo>
                <a:cubicBezTo>
                  <a:pt x="2776172" y="4676591"/>
                  <a:pt x="2775756" y="4676840"/>
                  <a:pt x="2775341" y="4676839"/>
                </a:cubicBezTo>
                <a:close/>
                <a:moveTo>
                  <a:pt x="3540069" y="4886674"/>
                </a:moveTo>
                <a:cubicBezTo>
                  <a:pt x="3539654" y="4886673"/>
                  <a:pt x="3538989" y="4886010"/>
                  <a:pt x="3538989" y="4886010"/>
                </a:cubicBezTo>
                <a:lnTo>
                  <a:pt x="3530018" y="4870387"/>
                </a:lnTo>
                <a:cubicBezTo>
                  <a:pt x="3529769" y="4870054"/>
                  <a:pt x="3530018" y="4869140"/>
                  <a:pt x="3530018" y="4869140"/>
                </a:cubicBezTo>
                <a:lnTo>
                  <a:pt x="3538992" y="4853516"/>
                </a:lnTo>
                <a:cubicBezTo>
                  <a:pt x="3539240" y="4853101"/>
                  <a:pt x="3539656" y="4852852"/>
                  <a:pt x="3540071" y="4852852"/>
                </a:cubicBezTo>
                <a:lnTo>
                  <a:pt x="3558100" y="4852850"/>
                </a:lnTo>
                <a:cubicBezTo>
                  <a:pt x="3558516" y="4852851"/>
                  <a:pt x="3559180" y="4853515"/>
                  <a:pt x="3559180" y="4853515"/>
                </a:cubicBezTo>
                <a:lnTo>
                  <a:pt x="3568152" y="4869137"/>
                </a:lnTo>
                <a:cubicBezTo>
                  <a:pt x="3568401" y="4869470"/>
                  <a:pt x="3568152" y="4870384"/>
                  <a:pt x="3568152" y="4870384"/>
                </a:cubicBezTo>
                <a:lnTo>
                  <a:pt x="3559178" y="4886008"/>
                </a:lnTo>
                <a:cubicBezTo>
                  <a:pt x="3558929" y="4886423"/>
                  <a:pt x="3558513" y="4886673"/>
                  <a:pt x="3558097" y="4886672"/>
                </a:cubicBezTo>
                <a:close/>
                <a:moveTo>
                  <a:pt x="3479904" y="4870609"/>
                </a:moveTo>
                <a:cubicBezTo>
                  <a:pt x="3479489" y="4870609"/>
                  <a:pt x="3478824" y="4869943"/>
                  <a:pt x="3478824" y="4869943"/>
                </a:cubicBezTo>
                <a:lnTo>
                  <a:pt x="3469935" y="4854491"/>
                </a:lnTo>
                <a:cubicBezTo>
                  <a:pt x="3469686" y="4854157"/>
                  <a:pt x="3469935" y="4853243"/>
                  <a:pt x="3469935" y="4853243"/>
                </a:cubicBezTo>
                <a:lnTo>
                  <a:pt x="3478824" y="4837790"/>
                </a:lnTo>
                <a:cubicBezTo>
                  <a:pt x="3479073" y="4837374"/>
                  <a:pt x="3479489" y="4837125"/>
                  <a:pt x="3479905" y="4837125"/>
                </a:cubicBezTo>
                <a:lnTo>
                  <a:pt x="3497684" y="4837125"/>
                </a:lnTo>
                <a:cubicBezTo>
                  <a:pt x="3498099" y="4837125"/>
                  <a:pt x="3498764" y="4837790"/>
                  <a:pt x="3498764" y="4837790"/>
                </a:cubicBezTo>
                <a:lnTo>
                  <a:pt x="3507653" y="4853243"/>
                </a:lnTo>
                <a:cubicBezTo>
                  <a:pt x="3507902" y="4853576"/>
                  <a:pt x="3507653" y="4854490"/>
                  <a:pt x="3507653" y="4854490"/>
                </a:cubicBezTo>
                <a:lnTo>
                  <a:pt x="3498763" y="4869943"/>
                </a:lnTo>
                <a:cubicBezTo>
                  <a:pt x="3498514" y="4870360"/>
                  <a:pt x="3498098" y="4870608"/>
                  <a:pt x="3497683" y="4870608"/>
                </a:cubicBezTo>
                <a:close/>
                <a:moveTo>
                  <a:pt x="2817752" y="4693226"/>
                </a:moveTo>
                <a:cubicBezTo>
                  <a:pt x="2817336" y="4693227"/>
                  <a:pt x="2816671" y="4692562"/>
                  <a:pt x="2816671" y="4692562"/>
                </a:cubicBezTo>
                <a:lnTo>
                  <a:pt x="2807617" y="4676857"/>
                </a:lnTo>
                <a:cubicBezTo>
                  <a:pt x="2807368" y="4676523"/>
                  <a:pt x="2807617" y="4675610"/>
                  <a:pt x="2807617" y="4675610"/>
                </a:cubicBezTo>
                <a:lnTo>
                  <a:pt x="2816674" y="4659903"/>
                </a:lnTo>
                <a:cubicBezTo>
                  <a:pt x="2816840" y="4659488"/>
                  <a:pt x="2817339" y="4659238"/>
                  <a:pt x="2817754" y="4659239"/>
                </a:cubicBezTo>
                <a:lnTo>
                  <a:pt x="2835866" y="4659236"/>
                </a:lnTo>
                <a:cubicBezTo>
                  <a:pt x="2836281" y="4659237"/>
                  <a:pt x="2836946" y="4659902"/>
                  <a:pt x="2836946" y="4659902"/>
                </a:cubicBezTo>
                <a:lnTo>
                  <a:pt x="2846000" y="4675607"/>
                </a:lnTo>
                <a:cubicBezTo>
                  <a:pt x="2846250" y="4675940"/>
                  <a:pt x="2846000" y="4676854"/>
                  <a:pt x="2846000" y="4676854"/>
                </a:cubicBezTo>
                <a:lnTo>
                  <a:pt x="2836944" y="4692560"/>
                </a:lnTo>
                <a:cubicBezTo>
                  <a:pt x="2836778" y="4692976"/>
                  <a:pt x="2836279" y="4693225"/>
                  <a:pt x="2835864" y="4693224"/>
                </a:cubicBezTo>
                <a:close/>
                <a:moveTo>
                  <a:pt x="2697296" y="4661179"/>
                </a:moveTo>
                <a:cubicBezTo>
                  <a:pt x="2696881" y="4661178"/>
                  <a:pt x="2696217" y="4660513"/>
                  <a:pt x="2696217" y="4660513"/>
                </a:cubicBezTo>
                <a:lnTo>
                  <a:pt x="2687079" y="4644642"/>
                </a:lnTo>
                <a:cubicBezTo>
                  <a:pt x="2686830" y="4644227"/>
                  <a:pt x="2687079" y="4643313"/>
                  <a:pt x="2687079" y="4643313"/>
                </a:cubicBezTo>
                <a:lnTo>
                  <a:pt x="2696218" y="4627441"/>
                </a:lnTo>
                <a:cubicBezTo>
                  <a:pt x="2696385" y="4627025"/>
                  <a:pt x="2696883" y="4626775"/>
                  <a:pt x="2697298" y="4626776"/>
                </a:cubicBezTo>
                <a:lnTo>
                  <a:pt x="2715577" y="4626774"/>
                </a:lnTo>
                <a:cubicBezTo>
                  <a:pt x="2715992" y="4626775"/>
                  <a:pt x="2716657" y="4627439"/>
                  <a:pt x="2716657" y="4627439"/>
                </a:cubicBezTo>
                <a:lnTo>
                  <a:pt x="2725794" y="4643311"/>
                </a:lnTo>
                <a:cubicBezTo>
                  <a:pt x="2726044" y="4643726"/>
                  <a:pt x="2725794" y="4644640"/>
                  <a:pt x="2725794" y="4644640"/>
                </a:cubicBezTo>
                <a:lnTo>
                  <a:pt x="2716655" y="4660512"/>
                </a:lnTo>
                <a:cubicBezTo>
                  <a:pt x="2716488" y="4660929"/>
                  <a:pt x="2715990" y="4661177"/>
                  <a:pt x="2715575" y="4661177"/>
                </a:cubicBezTo>
                <a:close/>
                <a:moveTo>
                  <a:pt x="3419528" y="4854713"/>
                </a:moveTo>
                <a:cubicBezTo>
                  <a:pt x="3419113" y="4854713"/>
                  <a:pt x="3418449" y="4854047"/>
                  <a:pt x="3418449" y="4854047"/>
                </a:cubicBezTo>
                <a:lnTo>
                  <a:pt x="3409311" y="4838177"/>
                </a:lnTo>
                <a:cubicBezTo>
                  <a:pt x="3409062" y="4837762"/>
                  <a:pt x="3409311" y="4836848"/>
                  <a:pt x="3409311" y="4836848"/>
                </a:cubicBezTo>
                <a:lnTo>
                  <a:pt x="3418451" y="4820975"/>
                </a:lnTo>
                <a:cubicBezTo>
                  <a:pt x="3418618" y="4820559"/>
                  <a:pt x="3419116" y="4820310"/>
                  <a:pt x="3419531" y="4820310"/>
                </a:cubicBezTo>
                <a:lnTo>
                  <a:pt x="3437809" y="4820309"/>
                </a:lnTo>
                <a:cubicBezTo>
                  <a:pt x="3438224" y="4820309"/>
                  <a:pt x="3438889" y="4820974"/>
                  <a:pt x="3438889" y="4820974"/>
                </a:cubicBezTo>
                <a:lnTo>
                  <a:pt x="3448026" y="4836845"/>
                </a:lnTo>
                <a:cubicBezTo>
                  <a:pt x="3448276" y="4837260"/>
                  <a:pt x="3448026" y="4838174"/>
                  <a:pt x="3448026" y="4838174"/>
                </a:cubicBezTo>
                <a:lnTo>
                  <a:pt x="3438887" y="4854046"/>
                </a:lnTo>
                <a:cubicBezTo>
                  <a:pt x="3438720" y="4854463"/>
                  <a:pt x="3438222" y="4854712"/>
                  <a:pt x="3437807" y="4854712"/>
                </a:cubicBezTo>
                <a:close/>
                <a:moveTo>
                  <a:pt x="3660232" y="4919373"/>
                </a:moveTo>
                <a:cubicBezTo>
                  <a:pt x="3659817" y="4919373"/>
                  <a:pt x="3659152" y="4918708"/>
                  <a:pt x="3659152" y="4918708"/>
                </a:cubicBezTo>
                <a:lnTo>
                  <a:pt x="3650014" y="4902838"/>
                </a:lnTo>
                <a:cubicBezTo>
                  <a:pt x="3649766" y="4902423"/>
                  <a:pt x="3650014" y="4901509"/>
                  <a:pt x="3650014" y="4901509"/>
                </a:cubicBezTo>
                <a:lnTo>
                  <a:pt x="3659153" y="4885639"/>
                </a:lnTo>
                <a:cubicBezTo>
                  <a:pt x="3659320" y="4885224"/>
                  <a:pt x="3659818" y="4884974"/>
                  <a:pt x="3660233" y="4884974"/>
                </a:cubicBezTo>
                <a:lnTo>
                  <a:pt x="3678511" y="4884974"/>
                </a:lnTo>
                <a:cubicBezTo>
                  <a:pt x="3678926" y="4884974"/>
                  <a:pt x="3679591" y="4885639"/>
                  <a:pt x="3679591" y="4885639"/>
                </a:cubicBezTo>
                <a:lnTo>
                  <a:pt x="3688729" y="4901508"/>
                </a:lnTo>
                <a:cubicBezTo>
                  <a:pt x="3688979" y="4901923"/>
                  <a:pt x="3688729" y="4902837"/>
                  <a:pt x="3688729" y="4902837"/>
                </a:cubicBezTo>
                <a:lnTo>
                  <a:pt x="3679590" y="4918707"/>
                </a:lnTo>
                <a:cubicBezTo>
                  <a:pt x="3679424" y="4919123"/>
                  <a:pt x="3678925" y="4919372"/>
                  <a:pt x="3678510" y="4919372"/>
                </a:cubicBezTo>
                <a:close/>
                <a:moveTo>
                  <a:pt x="3600002" y="4903273"/>
                </a:moveTo>
                <a:cubicBezTo>
                  <a:pt x="3599503" y="4903274"/>
                  <a:pt x="3598838" y="4902609"/>
                  <a:pt x="3598838" y="4902609"/>
                </a:cubicBezTo>
                <a:lnTo>
                  <a:pt x="3589619" y="4886571"/>
                </a:lnTo>
                <a:cubicBezTo>
                  <a:pt x="3589369" y="4886156"/>
                  <a:pt x="3589619" y="4885241"/>
                  <a:pt x="3589619" y="4885241"/>
                </a:cubicBezTo>
                <a:lnTo>
                  <a:pt x="3598841" y="4869203"/>
                </a:lnTo>
                <a:cubicBezTo>
                  <a:pt x="3599091" y="4868786"/>
                  <a:pt x="3599506" y="4868537"/>
                  <a:pt x="3600005" y="4868537"/>
                </a:cubicBezTo>
                <a:lnTo>
                  <a:pt x="3618532" y="4868536"/>
                </a:lnTo>
                <a:cubicBezTo>
                  <a:pt x="3619031" y="4868535"/>
                  <a:pt x="3619695" y="4869201"/>
                  <a:pt x="3619695" y="4869201"/>
                </a:cubicBezTo>
                <a:lnTo>
                  <a:pt x="3628915" y="4885239"/>
                </a:lnTo>
                <a:cubicBezTo>
                  <a:pt x="3629166" y="4885653"/>
                  <a:pt x="3628915" y="4886568"/>
                  <a:pt x="3628915" y="4886568"/>
                </a:cubicBezTo>
                <a:lnTo>
                  <a:pt x="3619692" y="4902607"/>
                </a:lnTo>
                <a:cubicBezTo>
                  <a:pt x="3619443" y="4903023"/>
                  <a:pt x="3619028" y="4903272"/>
                  <a:pt x="3618529" y="4903272"/>
                </a:cubicBezTo>
                <a:close/>
                <a:moveTo>
                  <a:pt x="2275846" y="4548618"/>
                </a:moveTo>
                <a:cubicBezTo>
                  <a:pt x="2275347" y="4548618"/>
                  <a:pt x="2274683" y="4547953"/>
                  <a:pt x="2274683" y="4547953"/>
                </a:cubicBezTo>
                <a:lnTo>
                  <a:pt x="2265461" y="4532000"/>
                </a:lnTo>
                <a:cubicBezTo>
                  <a:pt x="2265211" y="4531586"/>
                  <a:pt x="2265461" y="4530672"/>
                  <a:pt x="2265461" y="4530672"/>
                </a:cubicBezTo>
                <a:lnTo>
                  <a:pt x="2274684" y="4514719"/>
                </a:lnTo>
                <a:cubicBezTo>
                  <a:pt x="2274933" y="4514303"/>
                  <a:pt x="2275348" y="4514053"/>
                  <a:pt x="2275847" y="4514053"/>
                </a:cubicBezTo>
                <a:lnTo>
                  <a:pt x="2294290" y="4514053"/>
                </a:lnTo>
                <a:cubicBezTo>
                  <a:pt x="2294789" y="4514053"/>
                  <a:pt x="2295453" y="4514718"/>
                  <a:pt x="2295453" y="4514718"/>
                </a:cubicBezTo>
                <a:lnTo>
                  <a:pt x="2304674" y="4530671"/>
                </a:lnTo>
                <a:cubicBezTo>
                  <a:pt x="2304924" y="4531086"/>
                  <a:pt x="2304674" y="4532000"/>
                  <a:pt x="2304674" y="4532000"/>
                </a:cubicBezTo>
                <a:lnTo>
                  <a:pt x="2295452" y="4547952"/>
                </a:lnTo>
                <a:cubicBezTo>
                  <a:pt x="2295203" y="4548369"/>
                  <a:pt x="2294788" y="4548618"/>
                  <a:pt x="2294289" y="4548617"/>
                </a:cubicBezTo>
                <a:close/>
                <a:moveTo>
                  <a:pt x="3238834" y="4806702"/>
                </a:moveTo>
                <a:cubicBezTo>
                  <a:pt x="3238336" y="4806702"/>
                  <a:pt x="3237670" y="4806037"/>
                  <a:pt x="3237670" y="4806037"/>
                </a:cubicBezTo>
                <a:lnTo>
                  <a:pt x="3228450" y="4790001"/>
                </a:lnTo>
                <a:cubicBezTo>
                  <a:pt x="3228201" y="4789586"/>
                  <a:pt x="3228450" y="4788672"/>
                  <a:pt x="3228450" y="4788672"/>
                </a:cubicBezTo>
                <a:lnTo>
                  <a:pt x="3237672" y="4772635"/>
                </a:lnTo>
                <a:cubicBezTo>
                  <a:pt x="3237922" y="4772219"/>
                  <a:pt x="3238337" y="4771970"/>
                  <a:pt x="3238836" y="4771970"/>
                </a:cubicBezTo>
                <a:lnTo>
                  <a:pt x="3257362" y="4771970"/>
                </a:lnTo>
                <a:cubicBezTo>
                  <a:pt x="3257861" y="4771970"/>
                  <a:pt x="3258525" y="4772635"/>
                  <a:pt x="3258525" y="4772635"/>
                </a:cubicBezTo>
                <a:lnTo>
                  <a:pt x="3267747" y="4788670"/>
                </a:lnTo>
                <a:cubicBezTo>
                  <a:pt x="3267997" y="4789086"/>
                  <a:pt x="3267747" y="4790000"/>
                  <a:pt x="3267747" y="4790000"/>
                </a:cubicBezTo>
                <a:lnTo>
                  <a:pt x="3258524" y="4806036"/>
                </a:lnTo>
                <a:cubicBezTo>
                  <a:pt x="3258275" y="4806452"/>
                  <a:pt x="3257860" y="4806701"/>
                  <a:pt x="3257361" y="4806700"/>
                </a:cubicBezTo>
                <a:close/>
                <a:moveTo>
                  <a:pt x="470136" y="4064891"/>
                </a:moveTo>
                <a:cubicBezTo>
                  <a:pt x="469637" y="4064891"/>
                  <a:pt x="468973" y="4064226"/>
                  <a:pt x="468973" y="4064226"/>
                </a:cubicBezTo>
                <a:lnTo>
                  <a:pt x="459586" y="4048022"/>
                </a:lnTo>
                <a:cubicBezTo>
                  <a:pt x="459337" y="4047607"/>
                  <a:pt x="459586" y="4046693"/>
                  <a:pt x="459586" y="4046693"/>
                </a:cubicBezTo>
                <a:lnTo>
                  <a:pt x="468975" y="4030489"/>
                </a:lnTo>
                <a:cubicBezTo>
                  <a:pt x="469224" y="4030072"/>
                  <a:pt x="469639" y="4029823"/>
                  <a:pt x="470138" y="4029823"/>
                </a:cubicBezTo>
                <a:lnTo>
                  <a:pt x="488832" y="4029823"/>
                </a:lnTo>
                <a:cubicBezTo>
                  <a:pt x="489330" y="4029822"/>
                  <a:pt x="489995" y="4030488"/>
                  <a:pt x="489995" y="4030488"/>
                </a:cubicBezTo>
                <a:lnTo>
                  <a:pt x="499382" y="4046691"/>
                </a:lnTo>
                <a:cubicBezTo>
                  <a:pt x="499631" y="4047106"/>
                  <a:pt x="499382" y="4048020"/>
                  <a:pt x="499382" y="4048020"/>
                </a:cubicBezTo>
                <a:lnTo>
                  <a:pt x="489993" y="4064226"/>
                </a:lnTo>
                <a:cubicBezTo>
                  <a:pt x="489743" y="4064640"/>
                  <a:pt x="489328" y="4064889"/>
                  <a:pt x="488829" y="4064890"/>
                </a:cubicBezTo>
                <a:close/>
                <a:moveTo>
                  <a:pt x="2877637" y="4710007"/>
                </a:moveTo>
                <a:cubicBezTo>
                  <a:pt x="2877137" y="4710007"/>
                  <a:pt x="2876474" y="4709343"/>
                  <a:pt x="2876474" y="4709343"/>
                </a:cubicBezTo>
                <a:lnTo>
                  <a:pt x="2867169" y="4693223"/>
                </a:lnTo>
                <a:cubicBezTo>
                  <a:pt x="2866920" y="4692808"/>
                  <a:pt x="2867169" y="4691894"/>
                  <a:pt x="2867169" y="4691894"/>
                </a:cubicBezTo>
                <a:lnTo>
                  <a:pt x="2876475" y="4675774"/>
                </a:lnTo>
                <a:cubicBezTo>
                  <a:pt x="2876724" y="4675358"/>
                  <a:pt x="2877139" y="4675109"/>
                  <a:pt x="2877638" y="4675109"/>
                </a:cubicBezTo>
                <a:lnTo>
                  <a:pt x="2896247" y="4675109"/>
                </a:lnTo>
                <a:cubicBezTo>
                  <a:pt x="2896746" y="4675108"/>
                  <a:pt x="2897411" y="4675774"/>
                  <a:pt x="2897411" y="4675774"/>
                </a:cubicBezTo>
                <a:lnTo>
                  <a:pt x="2906715" y="4691892"/>
                </a:lnTo>
                <a:cubicBezTo>
                  <a:pt x="2906964" y="4692307"/>
                  <a:pt x="2906715" y="4693221"/>
                  <a:pt x="2906715" y="4693221"/>
                </a:cubicBezTo>
                <a:lnTo>
                  <a:pt x="2897410" y="4709342"/>
                </a:lnTo>
                <a:cubicBezTo>
                  <a:pt x="2897160" y="4709757"/>
                  <a:pt x="2896745" y="4710006"/>
                  <a:pt x="2896246" y="4710006"/>
                </a:cubicBezTo>
                <a:close/>
                <a:moveTo>
                  <a:pt x="2636822" y="4645530"/>
                </a:moveTo>
                <a:cubicBezTo>
                  <a:pt x="2636324" y="4645530"/>
                  <a:pt x="2635658" y="4644866"/>
                  <a:pt x="2635658" y="4644866"/>
                </a:cubicBezTo>
                <a:lnTo>
                  <a:pt x="2626272" y="4628662"/>
                </a:lnTo>
                <a:cubicBezTo>
                  <a:pt x="2626022" y="4628247"/>
                  <a:pt x="2626272" y="4627333"/>
                  <a:pt x="2626272" y="4627333"/>
                </a:cubicBezTo>
                <a:lnTo>
                  <a:pt x="2635660" y="4611129"/>
                </a:lnTo>
                <a:cubicBezTo>
                  <a:pt x="2635909" y="4610713"/>
                  <a:pt x="2636326" y="4610464"/>
                  <a:pt x="2636824" y="4610464"/>
                </a:cubicBezTo>
                <a:lnTo>
                  <a:pt x="2655517" y="4610464"/>
                </a:lnTo>
                <a:cubicBezTo>
                  <a:pt x="2656015" y="4610463"/>
                  <a:pt x="2656680" y="4611129"/>
                  <a:pt x="2656680" y="4611129"/>
                </a:cubicBezTo>
                <a:lnTo>
                  <a:pt x="2666067" y="4627331"/>
                </a:lnTo>
                <a:cubicBezTo>
                  <a:pt x="2666316" y="4627746"/>
                  <a:pt x="2666067" y="4628660"/>
                  <a:pt x="2666067" y="4628660"/>
                </a:cubicBezTo>
                <a:lnTo>
                  <a:pt x="2656678" y="4644865"/>
                </a:lnTo>
                <a:cubicBezTo>
                  <a:pt x="2656429" y="4645280"/>
                  <a:pt x="2656013" y="4645529"/>
                  <a:pt x="2655515" y="4645529"/>
                </a:cubicBezTo>
                <a:close/>
                <a:moveTo>
                  <a:pt x="3359053" y="4839063"/>
                </a:moveTo>
                <a:cubicBezTo>
                  <a:pt x="3358555" y="4839063"/>
                  <a:pt x="3357890" y="4838399"/>
                  <a:pt x="3357890" y="4838399"/>
                </a:cubicBezTo>
                <a:lnTo>
                  <a:pt x="3348503" y="4822196"/>
                </a:lnTo>
                <a:cubicBezTo>
                  <a:pt x="3348254" y="4821781"/>
                  <a:pt x="3348503" y="4820867"/>
                  <a:pt x="3348503" y="4820867"/>
                </a:cubicBezTo>
                <a:lnTo>
                  <a:pt x="3357891" y="4804664"/>
                </a:lnTo>
                <a:cubicBezTo>
                  <a:pt x="3358141" y="4804247"/>
                  <a:pt x="3358557" y="4803998"/>
                  <a:pt x="3359055" y="4803998"/>
                </a:cubicBezTo>
                <a:lnTo>
                  <a:pt x="3377748" y="4803998"/>
                </a:lnTo>
                <a:cubicBezTo>
                  <a:pt x="3378246" y="4803997"/>
                  <a:pt x="3378911" y="4804663"/>
                  <a:pt x="3378911" y="4804663"/>
                </a:cubicBezTo>
                <a:lnTo>
                  <a:pt x="3388298" y="4820864"/>
                </a:lnTo>
                <a:cubicBezTo>
                  <a:pt x="3388547" y="4821280"/>
                  <a:pt x="3388298" y="4822193"/>
                  <a:pt x="3388298" y="4822193"/>
                </a:cubicBezTo>
                <a:lnTo>
                  <a:pt x="3378909" y="4838398"/>
                </a:lnTo>
                <a:cubicBezTo>
                  <a:pt x="3378660" y="4838814"/>
                  <a:pt x="3378244" y="4839062"/>
                  <a:pt x="3377747" y="4839062"/>
                </a:cubicBezTo>
                <a:close/>
                <a:moveTo>
                  <a:pt x="3298830" y="4823074"/>
                </a:moveTo>
                <a:cubicBezTo>
                  <a:pt x="3298333" y="4823074"/>
                  <a:pt x="3297667" y="4822410"/>
                  <a:pt x="3297667" y="4822410"/>
                </a:cubicBezTo>
                <a:lnTo>
                  <a:pt x="3288280" y="4806208"/>
                </a:lnTo>
                <a:cubicBezTo>
                  <a:pt x="3288031" y="4805793"/>
                  <a:pt x="3288280" y="4804879"/>
                  <a:pt x="3288280" y="4804879"/>
                </a:cubicBezTo>
                <a:lnTo>
                  <a:pt x="3297668" y="4788678"/>
                </a:lnTo>
                <a:cubicBezTo>
                  <a:pt x="3297917" y="4788262"/>
                  <a:pt x="3298333" y="4788013"/>
                  <a:pt x="3298831" y="4788013"/>
                </a:cubicBezTo>
                <a:lnTo>
                  <a:pt x="3317524" y="4788012"/>
                </a:lnTo>
                <a:cubicBezTo>
                  <a:pt x="3318022" y="4788013"/>
                  <a:pt x="3318687" y="4788678"/>
                  <a:pt x="3318687" y="4788678"/>
                </a:cubicBezTo>
                <a:lnTo>
                  <a:pt x="3328075" y="4804878"/>
                </a:lnTo>
                <a:cubicBezTo>
                  <a:pt x="3328324" y="4805293"/>
                  <a:pt x="3328075" y="4806207"/>
                  <a:pt x="3328075" y="4806207"/>
                </a:cubicBezTo>
                <a:lnTo>
                  <a:pt x="3318686" y="4822410"/>
                </a:lnTo>
                <a:cubicBezTo>
                  <a:pt x="3318438" y="4822825"/>
                  <a:pt x="3318021" y="4823074"/>
                  <a:pt x="3317523" y="4823074"/>
                </a:cubicBezTo>
                <a:close/>
                <a:moveTo>
                  <a:pt x="3178418" y="4790826"/>
                </a:moveTo>
                <a:cubicBezTo>
                  <a:pt x="3177919" y="4790826"/>
                  <a:pt x="3177255" y="4790161"/>
                  <a:pt x="3177255" y="4790161"/>
                </a:cubicBezTo>
                <a:lnTo>
                  <a:pt x="3167785" y="4773792"/>
                </a:lnTo>
                <a:cubicBezTo>
                  <a:pt x="3167536" y="4773376"/>
                  <a:pt x="3167785" y="4772462"/>
                  <a:pt x="3167785" y="4772462"/>
                </a:cubicBezTo>
                <a:lnTo>
                  <a:pt x="3177257" y="4756092"/>
                </a:lnTo>
                <a:cubicBezTo>
                  <a:pt x="3177506" y="4755676"/>
                  <a:pt x="3177921" y="4755427"/>
                  <a:pt x="3178420" y="4755427"/>
                </a:cubicBezTo>
                <a:lnTo>
                  <a:pt x="3197363" y="4755426"/>
                </a:lnTo>
                <a:cubicBezTo>
                  <a:pt x="3197862" y="4755425"/>
                  <a:pt x="3198525" y="4756091"/>
                  <a:pt x="3198525" y="4756091"/>
                </a:cubicBezTo>
                <a:lnTo>
                  <a:pt x="3207996" y="4772460"/>
                </a:lnTo>
                <a:cubicBezTo>
                  <a:pt x="3208246" y="4772876"/>
                  <a:pt x="3207996" y="4773789"/>
                  <a:pt x="3207996" y="4773789"/>
                </a:cubicBezTo>
                <a:lnTo>
                  <a:pt x="3198523" y="4790159"/>
                </a:lnTo>
                <a:cubicBezTo>
                  <a:pt x="3198275" y="4790575"/>
                  <a:pt x="3197860" y="4790825"/>
                  <a:pt x="3197361" y="4790825"/>
                </a:cubicBezTo>
                <a:close/>
                <a:moveTo>
                  <a:pt x="2937639" y="4726448"/>
                </a:moveTo>
                <a:cubicBezTo>
                  <a:pt x="2937140" y="4726448"/>
                  <a:pt x="2936476" y="4725783"/>
                  <a:pt x="2936476" y="4725783"/>
                </a:cubicBezTo>
                <a:lnTo>
                  <a:pt x="2927006" y="4709416"/>
                </a:lnTo>
                <a:cubicBezTo>
                  <a:pt x="2926756" y="4708999"/>
                  <a:pt x="2927006" y="4708085"/>
                  <a:pt x="2927006" y="4708085"/>
                </a:cubicBezTo>
                <a:lnTo>
                  <a:pt x="2936477" y="4691718"/>
                </a:lnTo>
                <a:cubicBezTo>
                  <a:pt x="2936726" y="4691302"/>
                  <a:pt x="2937141" y="4691053"/>
                  <a:pt x="2937640" y="4691053"/>
                </a:cubicBezTo>
                <a:lnTo>
                  <a:pt x="2956582" y="4691052"/>
                </a:lnTo>
                <a:cubicBezTo>
                  <a:pt x="2957081" y="4691052"/>
                  <a:pt x="2957745" y="4691718"/>
                  <a:pt x="2957745" y="4691718"/>
                </a:cubicBezTo>
                <a:lnTo>
                  <a:pt x="2967216" y="4708085"/>
                </a:lnTo>
                <a:cubicBezTo>
                  <a:pt x="2967466" y="4708501"/>
                  <a:pt x="2967216" y="4709415"/>
                  <a:pt x="2967216" y="4709415"/>
                </a:cubicBezTo>
                <a:lnTo>
                  <a:pt x="2957744" y="4725782"/>
                </a:lnTo>
                <a:cubicBezTo>
                  <a:pt x="2957496" y="4726198"/>
                  <a:pt x="2957080" y="4726448"/>
                  <a:pt x="2956581" y="4726448"/>
                </a:cubicBezTo>
                <a:close/>
                <a:moveTo>
                  <a:pt x="3057918" y="4758830"/>
                </a:moveTo>
                <a:cubicBezTo>
                  <a:pt x="3057419" y="4758830"/>
                  <a:pt x="3056755" y="4758165"/>
                  <a:pt x="3056755" y="4758165"/>
                </a:cubicBezTo>
                <a:lnTo>
                  <a:pt x="3047284" y="4741715"/>
                </a:lnTo>
                <a:cubicBezTo>
                  <a:pt x="3047035" y="4741298"/>
                  <a:pt x="3047284" y="4740384"/>
                  <a:pt x="3047284" y="4740384"/>
                </a:cubicBezTo>
                <a:lnTo>
                  <a:pt x="3056839" y="4723933"/>
                </a:lnTo>
                <a:cubicBezTo>
                  <a:pt x="3057088" y="4723517"/>
                  <a:pt x="3057503" y="4723268"/>
                  <a:pt x="3058002" y="4723268"/>
                </a:cubicBezTo>
                <a:lnTo>
                  <a:pt x="3077027" y="4723267"/>
                </a:lnTo>
                <a:cubicBezTo>
                  <a:pt x="3077525" y="4723268"/>
                  <a:pt x="3078190" y="4723933"/>
                  <a:pt x="3078190" y="4723933"/>
                </a:cubicBezTo>
                <a:lnTo>
                  <a:pt x="3087661" y="4740383"/>
                </a:lnTo>
                <a:cubicBezTo>
                  <a:pt x="3087910" y="4740799"/>
                  <a:pt x="3087661" y="4741714"/>
                  <a:pt x="3087661" y="4741714"/>
                </a:cubicBezTo>
                <a:lnTo>
                  <a:pt x="3078106" y="4758164"/>
                </a:lnTo>
                <a:cubicBezTo>
                  <a:pt x="3077857" y="4758581"/>
                  <a:pt x="3077442" y="4758830"/>
                  <a:pt x="3076943" y="4758830"/>
                </a:cubicBezTo>
                <a:close/>
                <a:moveTo>
                  <a:pt x="2997643" y="4742976"/>
                </a:moveTo>
                <a:cubicBezTo>
                  <a:pt x="2997145" y="4742975"/>
                  <a:pt x="2996729" y="4742726"/>
                  <a:pt x="2996480" y="4742311"/>
                </a:cubicBezTo>
                <a:lnTo>
                  <a:pt x="2986844" y="4725610"/>
                </a:lnTo>
                <a:cubicBezTo>
                  <a:pt x="2986594" y="4725194"/>
                  <a:pt x="2986595" y="4724696"/>
                  <a:pt x="2986844" y="4724281"/>
                </a:cubicBezTo>
                <a:lnTo>
                  <a:pt x="2996481" y="4707580"/>
                </a:lnTo>
                <a:cubicBezTo>
                  <a:pt x="2996730" y="4707164"/>
                  <a:pt x="2997146" y="4706915"/>
                  <a:pt x="2997645" y="4706915"/>
                </a:cubicBezTo>
                <a:lnTo>
                  <a:pt x="3017002" y="4706914"/>
                </a:lnTo>
                <a:cubicBezTo>
                  <a:pt x="3017500" y="4706914"/>
                  <a:pt x="3017915" y="4707163"/>
                  <a:pt x="3018165" y="4707579"/>
                </a:cubicBezTo>
                <a:lnTo>
                  <a:pt x="3027802" y="4724280"/>
                </a:lnTo>
                <a:cubicBezTo>
                  <a:pt x="3028051" y="4724695"/>
                  <a:pt x="3028051" y="4725193"/>
                  <a:pt x="3027802" y="4725609"/>
                </a:cubicBezTo>
                <a:lnTo>
                  <a:pt x="3018164" y="4742310"/>
                </a:lnTo>
                <a:cubicBezTo>
                  <a:pt x="3017914" y="4742725"/>
                  <a:pt x="3017499" y="4742974"/>
                  <a:pt x="3017001" y="4742974"/>
                </a:cubicBezTo>
                <a:close/>
                <a:moveTo>
                  <a:pt x="3117852" y="4775504"/>
                </a:moveTo>
                <a:cubicBezTo>
                  <a:pt x="3117354" y="4775504"/>
                  <a:pt x="3116937" y="4775255"/>
                  <a:pt x="3116689" y="4774839"/>
                </a:cubicBezTo>
                <a:lnTo>
                  <a:pt x="3106968" y="4757891"/>
                </a:lnTo>
                <a:cubicBezTo>
                  <a:pt x="3106720" y="4757476"/>
                  <a:pt x="3106720" y="4756894"/>
                  <a:pt x="3106969" y="4756479"/>
                </a:cubicBezTo>
                <a:lnTo>
                  <a:pt x="3116772" y="4739531"/>
                </a:lnTo>
                <a:cubicBezTo>
                  <a:pt x="3117021" y="4739115"/>
                  <a:pt x="3117437" y="4738865"/>
                  <a:pt x="3117935" y="4738865"/>
                </a:cubicBezTo>
                <a:lnTo>
                  <a:pt x="3137459" y="4738865"/>
                </a:lnTo>
                <a:cubicBezTo>
                  <a:pt x="3137957" y="4738865"/>
                  <a:pt x="3138373" y="4739114"/>
                  <a:pt x="3138622" y="4739530"/>
                </a:cubicBezTo>
                <a:lnTo>
                  <a:pt x="3148342" y="4756479"/>
                </a:lnTo>
                <a:cubicBezTo>
                  <a:pt x="3148591" y="4756894"/>
                  <a:pt x="3148591" y="4757476"/>
                  <a:pt x="3148342" y="4757891"/>
                </a:cubicBezTo>
                <a:lnTo>
                  <a:pt x="3138539" y="4774839"/>
                </a:lnTo>
                <a:cubicBezTo>
                  <a:pt x="3138290" y="4775255"/>
                  <a:pt x="3137873" y="4775504"/>
                  <a:pt x="3137375" y="4775504"/>
                </a:cubicBezTo>
                <a:close/>
                <a:moveTo>
                  <a:pt x="1612941" y="4372934"/>
                </a:moveTo>
                <a:cubicBezTo>
                  <a:pt x="1612443" y="4372934"/>
                  <a:pt x="1611944" y="4372603"/>
                  <a:pt x="1611694" y="4372187"/>
                </a:cubicBezTo>
                <a:lnTo>
                  <a:pt x="1601643" y="4354740"/>
                </a:lnTo>
                <a:cubicBezTo>
                  <a:pt x="1601393" y="4354325"/>
                  <a:pt x="1601394" y="4353744"/>
                  <a:pt x="1601643" y="4353327"/>
                </a:cubicBezTo>
                <a:lnTo>
                  <a:pt x="1611695" y="4335881"/>
                </a:lnTo>
                <a:cubicBezTo>
                  <a:pt x="1611944" y="4335382"/>
                  <a:pt x="1612442" y="4335133"/>
                  <a:pt x="1612940" y="4335133"/>
                </a:cubicBezTo>
                <a:lnTo>
                  <a:pt x="1633047" y="4335133"/>
                </a:lnTo>
                <a:cubicBezTo>
                  <a:pt x="1633544" y="4335133"/>
                  <a:pt x="1634044" y="4335465"/>
                  <a:pt x="1634293" y="4335881"/>
                </a:cubicBezTo>
                <a:lnTo>
                  <a:pt x="1644346" y="4353327"/>
                </a:lnTo>
                <a:cubicBezTo>
                  <a:pt x="1644595" y="4353744"/>
                  <a:pt x="1644594" y="4354325"/>
                  <a:pt x="1644346" y="4354740"/>
                </a:cubicBezTo>
                <a:lnTo>
                  <a:pt x="1634292" y="4372187"/>
                </a:lnTo>
                <a:cubicBezTo>
                  <a:pt x="1634044" y="4372685"/>
                  <a:pt x="1633545" y="4372935"/>
                  <a:pt x="1633047" y="4372935"/>
                </a:cubicBezTo>
                <a:close/>
                <a:moveTo>
                  <a:pt x="3719338" y="4937372"/>
                </a:moveTo>
                <a:cubicBezTo>
                  <a:pt x="3718839" y="4937372"/>
                  <a:pt x="3718341" y="4937041"/>
                  <a:pt x="3718092" y="4936625"/>
                </a:cubicBezTo>
                <a:lnTo>
                  <a:pt x="3707956" y="4919010"/>
                </a:lnTo>
                <a:cubicBezTo>
                  <a:pt x="3707707" y="4918595"/>
                  <a:pt x="3707707" y="4918014"/>
                  <a:pt x="3707956" y="4917597"/>
                </a:cubicBezTo>
                <a:lnTo>
                  <a:pt x="3718176" y="4899982"/>
                </a:lnTo>
                <a:cubicBezTo>
                  <a:pt x="3718425" y="4899483"/>
                  <a:pt x="3718923" y="4899234"/>
                  <a:pt x="3719422" y="4899234"/>
                </a:cubicBezTo>
                <a:lnTo>
                  <a:pt x="3739776" y="4899233"/>
                </a:lnTo>
                <a:cubicBezTo>
                  <a:pt x="3740275" y="4899233"/>
                  <a:pt x="3740773" y="4899565"/>
                  <a:pt x="3741023" y="4899981"/>
                </a:cubicBezTo>
                <a:lnTo>
                  <a:pt x="3751158" y="4917596"/>
                </a:lnTo>
                <a:cubicBezTo>
                  <a:pt x="3751407" y="4918012"/>
                  <a:pt x="3751407" y="4918593"/>
                  <a:pt x="3751158" y="4919009"/>
                </a:cubicBezTo>
                <a:lnTo>
                  <a:pt x="3740938" y="4936625"/>
                </a:lnTo>
                <a:cubicBezTo>
                  <a:pt x="3740689" y="4937123"/>
                  <a:pt x="3740191" y="4937372"/>
                  <a:pt x="3739692" y="4937372"/>
                </a:cubicBezTo>
                <a:close/>
                <a:moveTo>
                  <a:pt x="1191300" y="4260379"/>
                </a:moveTo>
                <a:cubicBezTo>
                  <a:pt x="1190801" y="4260379"/>
                  <a:pt x="1190304" y="4260047"/>
                  <a:pt x="1190054" y="4259633"/>
                </a:cubicBezTo>
                <a:lnTo>
                  <a:pt x="1179671" y="4241599"/>
                </a:lnTo>
                <a:cubicBezTo>
                  <a:pt x="1179421" y="4241101"/>
                  <a:pt x="1179422" y="4240519"/>
                  <a:pt x="1179671" y="4240104"/>
                </a:cubicBezTo>
                <a:lnTo>
                  <a:pt x="1190140" y="4222070"/>
                </a:lnTo>
                <a:cubicBezTo>
                  <a:pt x="1190389" y="4221571"/>
                  <a:pt x="1190888" y="4221322"/>
                  <a:pt x="1191386" y="4221322"/>
                </a:cubicBezTo>
                <a:lnTo>
                  <a:pt x="1212239" y="4221320"/>
                </a:lnTo>
                <a:cubicBezTo>
                  <a:pt x="1212738" y="4221321"/>
                  <a:pt x="1213236" y="4221653"/>
                  <a:pt x="1213486" y="4222068"/>
                </a:cubicBezTo>
                <a:lnTo>
                  <a:pt x="1223869" y="4240101"/>
                </a:lnTo>
                <a:cubicBezTo>
                  <a:pt x="1224119" y="4240599"/>
                  <a:pt x="1224118" y="4241181"/>
                  <a:pt x="1223869" y="4241596"/>
                </a:cubicBezTo>
                <a:lnTo>
                  <a:pt x="1213400" y="4259630"/>
                </a:lnTo>
                <a:cubicBezTo>
                  <a:pt x="1213151" y="4260128"/>
                  <a:pt x="1212652" y="4260378"/>
                  <a:pt x="1212154" y="4260378"/>
                </a:cubicBezTo>
                <a:close/>
                <a:moveTo>
                  <a:pt x="2214456" y="4534569"/>
                </a:moveTo>
                <a:cubicBezTo>
                  <a:pt x="2213957" y="4534570"/>
                  <a:pt x="2213459" y="4534238"/>
                  <a:pt x="2213210" y="4533823"/>
                </a:cubicBezTo>
                <a:lnTo>
                  <a:pt x="2202826" y="4515790"/>
                </a:lnTo>
                <a:cubicBezTo>
                  <a:pt x="2202577" y="4515292"/>
                  <a:pt x="2202577" y="4514710"/>
                  <a:pt x="2202826" y="4514294"/>
                </a:cubicBezTo>
                <a:lnTo>
                  <a:pt x="2213296" y="4496261"/>
                </a:lnTo>
                <a:cubicBezTo>
                  <a:pt x="2213544" y="4495762"/>
                  <a:pt x="2214044" y="4495513"/>
                  <a:pt x="2214542" y="4495513"/>
                </a:cubicBezTo>
                <a:lnTo>
                  <a:pt x="2235395" y="4495511"/>
                </a:lnTo>
                <a:cubicBezTo>
                  <a:pt x="2235894" y="4495512"/>
                  <a:pt x="2236391" y="4495844"/>
                  <a:pt x="2236641" y="4496260"/>
                </a:cubicBezTo>
                <a:lnTo>
                  <a:pt x="2247025" y="4514292"/>
                </a:lnTo>
                <a:cubicBezTo>
                  <a:pt x="2247274" y="4514790"/>
                  <a:pt x="2247274" y="4515372"/>
                  <a:pt x="2247025" y="4515787"/>
                </a:cubicBezTo>
                <a:lnTo>
                  <a:pt x="2236555" y="4533821"/>
                </a:lnTo>
                <a:cubicBezTo>
                  <a:pt x="2236307" y="4534319"/>
                  <a:pt x="2235807" y="4534568"/>
                  <a:pt x="2235309" y="4534568"/>
                </a:cubicBezTo>
                <a:close/>
                <a:moveTo>
                  <a:pt x="1913523" y="4454026"/>
                </a:moveTo>
                <a:cubicBezTo>
                  <a:pt x="1913025" y="4454026"/>
                  <a:pt x="1912527" y="4453694"/>
                  <a:pt x="1912278" y="4453279"/>
                </a:cubicBezTo>
                <a:lnTo>
                  <a:pt x="1901811" y="4435164"/>
                </a:lnTo>
                <a:cubicBezTo>
                  <a:pt x="1901562" y="4434665"/>
                  <a:pt x="1901562" y="4434083"/>
                  <a:pt x="1901811" y="4433668"/>
                </a:cubicBezTo>
                <a:lnTo>
                  <a:pt x="1912280" y="4415552"/>
                </a:lnTo>
                <a:cubicBezTo>
                  <a:pt x="1912529" y="4415053"/>
                  <a:pt x="1913028" y="4414804"/>
                  <a:pt x="1913526" y="4414804"/>
                </a:cubicBezTo>
                <a:lnTo>
                  <a:pt x="1934463" y="4414803"/>
                </a:lnTo>
                <a:cubicBezTo>
                  <a:pt x="1934962" y="4414802"/>
                  <a:pt x="1935459" y="4415134"/>
                  <a:pt x="1935708" y="4415551"/>
                </a:cubicBezTo>
                <a:lnTo>
                  <a:pt x="1946175" y="4433665"/>
                </a:lnTo>
                <a:cubicBezTo>
                  <a:pt x="1946425" y="4434164"/>
                  <a:pt x="1946425" y="4434746"/>
                  <a:pt x="1946175" y="4435160"/>
                </a:cubicBezTo>
                <a:lnTo>
                  <a:pt x="1935706" y="4453278"/>
                </a:lnTo>
                <a:cubicBezTo>
                  <a:pt x="1935457" y="4453775"/>
                  <a:pt x="1934959" y="4454024"/>
                  <a:pt x="1934460" y="4454024"/>
                </a:cubicBezTo>
                <a:close/>
                <a:moveTo>
                  <a:pt x="1732943" y="4405640"/>
                </a:moveTo>
                <a:cubicBezTo>
                  <a:pt x="1732444" y="4405640"/>
                  <a:pt x="1731946" y="4405309"/>
                  <a:pt x="1731697" y="4404893"/>
                </a:cubicBezTo>
                <a:lnTo>
                  <a:pt x="1721313" y="4386862"/>
                </a:lnTo>
                <a:cubicBezTo>
                  <a:pt x="1721064" y="4386364"/>
                  <a:pt x="1721064" y="4385782"/>
                  <a:pt x="1721313" y="4385366"/>
                </a:cubicBezTo>
                <a:lnTo>
                  <a:pt x="1731782" y="4367335"/>
                </a:lnTo>
                <a:cubicBezTo>
                  <a:pt x="1732031" y="4366836"/>
                  <a:pt x="1732530" y="4366586"/>
                  <a:pt x="1733028" y="4366587"/>
                </a:cubicBezTo>
                <a:lnTo>
                  <a:pt x="1753881" y="4366586"/>
                </a:lnTo>
                <a:cubicBezTo>
                  <a:pt x="1754380" y="4366586"/>
                  <a:pt x="1754878" y="4366918"/>
                  <a:pt x="1755127" y="4367334"/>
                </a:cubicBezTo>
                <a:lnTo>
                  <a:pt x="1765512" y="4385364"/>
                </a:lnTo>
                <a:cubicBezTo>
                  <a:pt x="1765761" y="4385862"/>
                  <a:pt x="1765760" y="4386445"/>
                  <a:pt x="1765511" y="4386860"/>
                </a:cubicBezTo>
                <a:lnTo>
                  <a:pt x="1755043" y="4404892"/>
                </a:lnTo>
                <a:cubicBezTo>
                  <a:pt x="1754794" y="4405390"/>
                  <a:pt x="1754294" y="4405639"/>
                  <a:pt x="1753796" y="4405639"/>
                </a:cubicBezTo>
                <a:close/>
                <a:moveTo>
                  <a:pt x="709765" y="4131533"/>
                </a:moveTo>
                <a:cubicBezTo>
                  <a:pt x="709266" y="4131533"/>
                  <a:pt x="708769" y="4131201"/>
                  <a:pt x="708520" y="4130786"/>
                </a:cubicBezTo>
                <a:lnTo>
                  <a:pt x="698135" y="4112755"/>
                </a:lnTo>
                <a:cubicBezTo>
                  <a:pt x="697886" y="4112257"/>
                  <a:pt x="697886" y="4111675"/>
                  <a:pt x="698135" y="4111260"/>
                </a:cubicBezTo>
                <a:lnTo>
                  <a:pt x="708604" y="4093229"/>
                </a:lnTo>
                <a:cubicBezTo>
                  <a:pt x="708853" y="4092730"/>
                  <a:pt x="709352" y="4092481"/>
                  <a:pt x="709850" y="4092481"/>
                </a:cubicBezTo>
                <a:lnTo>
                  <a:pt x="730703" y="4092481"/>
                </a:lnTo>
                <a:cubicBezTo>
                  <a:pt x="731201" y="4092480"/>
                  <a:pt x="731700" y="4092812"/>
                  <a:pt x="731949" y="4093228"/>
                </a:cubicBezTo>
                <a:lnTo>
                  <a:pt x="742333" y="4111258"/>
                </a:lnTo>
                <a:cubicBezTo>
                  <a:pt x="742583" y="4111756"/>
                  <a:pt x="742582" y="4112339"/>
                  <a:pt x="742333" y="4112753"/>
                </a:cubicBezTo>
                <a:lnTo>
                  <a:pt x="731865" y="4130786"/>
                </a:lnTo>
                <a:cubicBezTo>
                  <a:pt x="731616" y="4131283"/>
                  <a:pt x="731116" y="4131532"/>
                  <a:pt x="730618" y="4131532"/>
                </a:cubicBezTo>
                <a:close/>
                <a:moveTo>
                  <a:pt x="890311" y="4179960"/>
                </a:moveTo>
                <a:cubicBezTo>
                  <a:pt x="889812" y="4179960"/>
                  <a:pt x="889315" y="4179628"/>
                  <a:pt x="889066" y="4179213"/>
                </a:cubicBezTo>
                <a:lnTo>
                  <a:pt x="878681" y="4161182"/>
                </a:lnTo>
                <a:cubicBezTo>
                  <a:pt x="878432" y="4160685"/>
                  <a:pt x="878432" y="4160102"/>
                  <a:pt x="878681" y="4159687"/>
                </a:cubicBezTo>
                <a:lnTo>
                  <a:pt x="889150" y="4141657"/>
                </a:lnTo>
                <a:cubicBezTo>
                  <a:pt x="889398" y="4141158"/>
                  <a:pt x="889898" y="4140909"/>
                  <a:pt x="890396" y="4140909"/>
                </a:cubicBezTo>
                <a:lnTo>
                  <a:pt x="911248" y="4140909"/>
                </a:lnTo>
                <a:cubicBezTo>
                  <a:pt x="911747" y="4140909"/>
                  <a:pt x="912246" y="4141240"/>
                  <a:pt x="912495" y="4141657"/>
                </a:cubicBezTo>
                <a:lnTo>
                  <a:pt x="922879" y="4159686"/>
                </a:lnTo>
                <a:cubicBezTo>
                  <a:pt x="923128" y="4160184"/>
                  <a:pt x="923128" y="4160766"/>
                  <a:pt x="922879" y="4161182"/>
                </a:cubicBezTo>
                <a:lnTo>
                  <a:pt x="912411" y="4179213"/>
                </a:lnTo>
                <a:cubicBezTo>
                  <a:pt x="912162" y="4179710"/>
                  <a:pt x="911663" y="4179959"/>
                  <a:pt x="911165" y="4179959"/>
                </a:cubicBezTo>
                <a:close/>
                <a:moveTo>
                  <a:pt x="1853309" y="4438003"/>
                </a:moveTo>
                <a:cubicBezTo>
                  <a:pt x="1852811" y="4438003"/>
                  <a:pt x="1852312" y="4437670"/>
                  <a:pt x="1852063" y="4437255"/>
                </a:cubicBezTo>
                <a:lnTo>
                  <a:pt x="1841596" y="4419141"/>
                </a:lnTo>
                <a:cubicBezTo>
                  <a:pt x="1841347" y="4418643"/>
                  <a:pt x="1841347" y="4418062"/>
                  <a:pt x="1841596" y="4417646"/>
                </a:cubicBezTo>
                <a:lnTo>
                  <a:pt x="1852064" y="4399532"/>
                </a:lnTo>
                <a:cubicBezTo>
                  <a:pt x="1852313" y="4399033"/>
                  <a:pt x="1852813" y="4398783"/>
                  <a:pt x="1853311" y="4398783"/>
                </a:cubicBezTo>
                <a:lnTo>
                  <a:pt x="1874247" y="4398783"/>
                </a:lnTo>
                <a:cubicBezTo>
                  <a:pt x="1874746" y="4398783"/>
                  <a:pt x="1875244" y="4399115"/>
                  <a:pt x="1875493" y="4399531"/>
                </a:cubicBezTo>
                <a:lnTo>
                  <a:pt x="1885960" y="4417644"/>
                </a:lnTo>
                <a:cubicBezTo>
                  <a:pt x="1886210" y="4418143"/>
                  <a:pt x="1886210" y="4418725"/>
                  <a:pt x="1885960" y="4419139"/>
                </a:cubicBezTo>
                <a:lnTo>
                  <a:pt x="1875491" y="4437255"/>
                </a:lnTo>
                <a:cubicBezTo>
                  <a:pt x="1875242" y="4437753"/>
                  <a:pt x="1874745" y="4438001"/>
                  <a:pt x="1874245" y="4438002"/>
                </a:cubicBezTo>
                <a:close/>
                <a:moveTo>
                  <a:pt x="589359" y="4099339"/>
                </a:moveTo>
                <a:cubicBezTo>
                  <a:pt x="588861" y="4099339"/>
                  <a:pt x="588362" y="4099006"/>
                  <a:pt x="588113" y="4098590"/>
                </a:cubicBezTo>
                <a:lnTo>
                  <a:pt x="577563" y="4080311"/>
                </a:lnTo>
                <a:cubicBezTo>
                  <a:pt x="577314" y="4079811"/>
                  <a:pt x="577314" y="4079230"/>
                  <a:pt x="577563" y="4078813"/>
                </a:cubicBezTo>
                <a:lnTo>
                  <a:pt x="588115" y="4060533"/>
                </a:lnTo>
                <a:cubicBezTo>
                  <a:pt x="588364" y="4060033"/>
                  <a:pt x="588863" y="4059785"/>
                  <a:pt x="589361" y="4059784"/>
                </a:cubicBezTo>
                <a:lnTo>
                  <a:pt x="610381" y="4059783"/>
                </a:lnTo>
                <a:cubicBezTo>
                  <a:pt x="610880" y="4059784"/>
                  <a:pt x="611378" y="4060116"/>
                  <a:pt x="611627" y="4060532"/>
                </a:cubicBezTo>
                <a:lnTo>
                  <a:pt x="622178" y="4078812"/>
                </a:lnTo>
                <a:cubicBezTo>
                  <a:pt x="622427" y="4079311"/>
                  <a:pt x="622427" y="4079892"/>
                  <a:pt x="622178" y="4080308"/>
                </a:cubicBezTo>
                <a:lnTo>
                  <a:pt x="611625" y="4098589"/>
                </a:lnTo>
                <a:cubicBezTo>
                  <a:pt x="611376" y="4099088"/>
                  <a:pt x="610877" y="4099338"/>
                  <a:pt x="610378" y="4099337"/>
                </a:cubicBezTo>
                <a:close/>
                <a:moveTo>
                  <a:pt x="2033854" y="4486432"/>
                </a:moveTo>
                <a:cubicBezTo>
                  <a:pt x="2033356" y="4486432"/>
                  <a:pt x="2032858" y="4486100"/>
                  <a:pt x="2032609" y="4485685"/>
                </a:cubicBezTo>
                <a:lnTo>
                  <a:pt x="2022141" y="4467571"/>
                </a:lnTo>
                <a:cubicBezTo>
                  <a:pt x="2021892" y="4467073"/>
                  <a:pt x="2021892" y="4466491"/>
                  <a:pt x="2022141" y="4466076"/>
                </a:cubicBezTo>
                <a:lnTo>
                  <a:pt x="2032609" y="4447963"/>
                </a:lnTo>
                <a:cubicBezTo>
                  <a:pt x="2032859" y="4447464"/>
                  <a:pt x="2033358" y="4447214"/>
                  <a:pt x="2033856" y="4447215"/>
                </a:cubicBezTo>
                <a:lnTo>
                  <a:pt x="2054792" y="4447214"/>
                </a:lnTo>
                <a:cubicBezTo>
                  <a:pt x="2055291" y="4447214"/>
                  <a:pt x="2055789" y="4447546"/>
                  <a:pt x="2056038" y="4447962"/>
                </a:cubicBezTo>
                <a:lnTo>
                  <a:pt x="2066505" y="4466075"/>
                </a:lnTo>
                <a:cubicBezTo>
                  <a:pt x="2066755" y="4466573"/>
                  <a:pt x="2066755" y="4467155"/>
                  <a:pt x="2066505" y="4467570"/>
                </a:cubicBezTo>
                <a:lnTo>
                  <a:pt x="2056037" y="4485684"/>
                </a:lnTo>
                <a:cubicBezTo>
                  <a:pt x="2055788" y="4486182"/>
                  <a:pt x="2055290" y="4486431"/>
                  <a:pt x="2054791" y="4486432"/>
                </a:cubicBezTo>
                <a:close/>
                <a:moveTo>
                  <a:pt x="2154194" y="4518727"/>
                </a:moveTo>
                <a:cubicBezTo>
                  <a:pt x="2153695" y="4518727"/>
                  <a:pt x="2153197" y="4518394"/>
                  <a:pt x="2152948" y="4517979"/>
                </a:cubicBezTo>
                <a:lnTo>
                  <a:pt x="2142563" y="4499950"/>
                </a:lnTo>
                <a:cubicBezTo>
                  <a:pt x="2142314" y="4499452"/>
                  <a:pt x="2142314" y="4498870"/>
                  <a:pt x="2142563" y="4498455"/>
                </a:cubicBezTo>
                <a:lnTo>
                  <a:pt x="2153031" y="4480427"/>
                </a:lnTo>
                <a:cubicBezTo>
                  <a:pt x="2153280" y="4479928"/>
                  <a:pt x="2153779" y="4479679"/>
                  <a:pt x="2154277" y="4479679"/>
                </a:cubicBezTo>
                <a:lnTo>
                  <a:pt x="2175130" y="4479679"/>
                </a:lnTo>
                <a:cubicBezTo>
                  <a:pt x="2175629" y="4479679"/>
                  <a:pt x="2176127" y="4480011"/>
                  <a:pt x="2176376" y="4480427"/>
                </a:cubicBezTo>
                <a:lnTo>
                  <a:pt x="2186761" y="4498455"/>
                </a:lnTo>
                <a:cubicBezTo>
                  <a:pt x="2187010" y="4498953"/>
                  <a:pt x="2187010" y="4499535"/>
                  <a:pt x="2186761" y="4499950"/>
                </a:cubicBezTo>
                <a:lnTo>
                  <a:pt x="2176293" y="4517979"/>
                </a:lnTo>
                <a:cubicBezTo>
                  <a:pt x="2176044" y="4518477"/>
                  <a:pt x="2175545" y="4518726"/>
                  <a:pt x="2175047" y="4518726"/>
                </a:cubicBezTo>
                <a:close/>
                <a:moveTo>
                  <a:pt x="1973637" y="4470369"/>
                </a:moveTo>
                <a:cubicBezTo>
                  <a:pt x="1973056" y="4470370"/>
                  <a:pt x="1972557" y="4470121"/>
                  <a:pt x="1972308" y="4469622"/>
                </a:cubicBezTo>
                <a:lnTo>
                  <a:pt x="1961758" y="4451257"/>
                </a:lnTo>
                <a:cubicBezTo>
                  <a:pt x="1961509" y="4450758"/>
                  <a:pt x="1961509" y="4450260"/>
                  <a:pt x="1961758" y="4449761"/>
                </a:cubicBezTo>
                <a:lnTo>
                  <a:pt x="1972311" y="4431395"/>
                </a:lnTo>
                <a:cubicBezTo>
                  <a:pt x="1972643" y="4430896"/>
                  <a:pt x="1973142" y="4430647"/>
                  <a:pt x="1973640" y="4430646"/>
                </a:cubicBezTo>
                <a:lnTo>
                  <a:pt x="1994825" y="4430645"/>
                </a:lnTo>
                <a:cubicBezTo>
                  <a:pt x="1995407" y="4430646"/>
                  <a:pt x="1995905" y="4430894"/>
                  <a:pt x="1996155" y="4431393"/>
                </a:cubicBezTo>
                <a:lnTo>
                  <a:pt x="2006705" y="4449758"/>
                </a:lnTo>
                <a:cubicBezTo>
                  <a:pt x="2006954" y="4450257"/>
                  <a:pt x="2006954" y="4450755"/>
                  <a:pt x="2006705" y="4451254"/>
                </a:cubicBezTo>
                <a:lnTo>
                  <a:pt x="1996152" y="4469620"/>
                </a:lnTo>
                <a:cubicBezTo>
                  <a:pt x="1995820" y="4470118"/>
                  <a:pt x="1995322" y="4470368"/>
                  <a:pt x="1994822" y="4470368"/>
                </a:cubicBezTo>
                <a:close/>
                <a:moveTo>
                  <a:pt x="529175" y="4083348"/>
                </a:moveTo>
                <a:cubicBezTo>
                  <a:pt x="528677" y="4083348"/>
                  <a:pt x="528179" y="4083016"/>
                  <a:pt x="527930" y="4082601"/>
                </a:cubicBezTo>
                <a:lnTo>
                  <a:pt x="517462" y="4064489"/>
                </a:lnTo>
                <a:cubicBezTo>
                  <a:pt x="517213" y="4063991"/>
                  <a:pt x="517213" y="4063409"/>
                  <a:pt x="517462" y="4062994"/>
                </a:cubicBezTo>
                <a:lnTo>
                  <a:pt x="527930" y="4044882"/>
                </a:lnTo>
                <a:cubicBezTo>
                  <a:pt x="528179" y="4044383"/>
                  <a:pt x="528678" y="4044134"/>
                  <a:pt x="529176" y="4044134"/>
                </a:cubicBezTo>
                <a:lnTo>
                  <a:pt x="550112" y="4044134"/>
                </a:lnTo>
                <a:cubicBezTo>
                  <a:pt x="550611" y="4044134"/>
                  <a:pt x="551109" y="4044466"/>
                  <a:pt x="551358" y="4044882"/>
                </a:cubicBezTo>
                <a:lnTo>
                  <a:pt x="561826" y="4062993"/>
                </a:lnTo>
                <a:cubicBezTo>
                  <a:pt x="562076" y="4063491"/>
                  <a:pt x="562076" y="4064073"/>
                  <a:pt x="561826" y="4064488"/>
                </a:cubicBezTo>
                <a:lnTo>
                  <a:pt x="551357" y="4082601"/>
                </a:lnTo>
                <a:cubicBezTo>
                  <a:pt x="551109" y="4083099"/>
                  <a:pt x="550611" y="4083349"/>
                  <a:pt x="550112" y="4083348"/>
                </a:cubicBezTo>
                <a:close/>
                <a:moveTo>
                  <a:pt x="1251374" y="4276862"/>
                </a:moveTo>
                <a:cubicBezTo>
                  <a:pt x="1250876" y="4276862"/>
                  <a:pt x="1250376" y="4276528"/>
                  <a:pt x="1250127" y="4276114"/>
                </a:cubicBezTo>
                <a:lnTo>
                  <a:pt x="1239577" y="4257835"/>
                </a:lnTo>
                <a:cubicBezTo>
                  <a:pt x="1239328" y="4257336"/>
                  <a:pt x="1239328" y="4256754"/>
                  <a:pt x="1239577" y="4256339"/>
                </a:cubicBezTo>
                <a:lnTo>
                  <a:pt x="1250128" y="4238059"/>
                </a:lnTo>
                <a:cubicBezTo>
                  <a:pt x="1250378" y="4237561"/>
                  <a:pt x="1250877" y="4237311"/>
                  <a:pt x="1251375" y="4237312"/>
                </a:cubicBezTo>
                <a:lnTo>
                  <a:pt x="1272394" y="4237311"/>
                </a:lnTo>
                <a:cubicBezTo>
                  <a:pt x="1272893" y="4237311"/>
                  <a:pt x="1273391" y="4237643"/>
                  <a:pt x="1273640" y="4238059"/>
                </a:cubicBezTo>
                <a:lnTo>
                  <a:pt x="1284191" y="4256337"/>
                </a:lnTo>
                <a:cubicBezTo>
                  <a:pt x="1284440" y="4256837"/>
                  <a:pt x="1284440" y="4257417"/>
                  <a:pt x="1284191" y="4257833"/>
                </a:cubicBezTo>
                <a:lnTo>
                  <a:pt x="1273639" y="4276113"/>
                </a:lnTo>
                <a:cubicBezTo>
                  <a:pt x="1273390" y="4276611"/>
                  <a:pt x="1272891" y="4276861"/>
                  <a:pt x="1272392" y="4276861"/>
                </a:cubicBezTo>
                <a:close/>
                <a:moveTo>
                  <a:pt x="2094006" y="4502688"/>
                </a:moveTo>
                <a:cubicBezTo>
                  <a:pt x="2093508" y="4502688"/>
                  <a:pt x="2093010" y="4502356"/>
                  <a:pt x="2092761" y="4501942"/>
                </a:cubicBezTo>
                <a:lnTo>
                  <a:pt x="2082293" y="4483829"/>
                </a:lnTo>
                <a:cubicBezTo>
                  <a:pt x="2082044" y="4483331"/>
                  <a:pt x="2082044" y="4482749"/>
                  <a:pt x="2082293" y="4482334"/>
                </a:cubicBezTo>
                <a:lnTo>
                  <a:pt x="2092761" y="4464223"/>
                </a:lnTo>
                <a:cubicBezTo>
                  <a:pt x="2093010" y="4463724"/>
                  <a:pt x="2093509" y="4463475"/>
                  <a:pt x="2094007" y="4463475"/>
                </a:cubicBezTo>
                <a:lnTo>
                  <a:pt x="2114943" y="4463475"/>
                </a:lnTo>
                <a:cubicBezTo>
                  <a:pt x="2115442" y="4463475"/>
                  <a:pt x="2115940" y="4463807"/>
                  <a:pt x="2116189" y="4464223"/>
                </a:cubicBezTo>
                <a:lnTo>
                  <a:pt x="2126657" y="4482334"/>
                </a:lnTo>
                <a:cubicBezTo>
                  <a:pt x="2126907" y="4482832"/>
                  <a:pt x="2126907" y="4483414"/>
                  <a:pt x="2126657" y="4483829"/>
                </a:cubicBezTo>
                <a:lnTo>
                  <a:pt x="2116189" y="4501941"/>
                </a:lnTo>
                <a:cubicBezTo>
                  <a:pt x="2115940" y="4502439"/>
                  <a:pt x="2115442" y="4502689"/>
                  <a:pt x="2114943" y="4502689"/>
                </a:cubicBezTo>
                <a:close/>
                <a:moveTo>
                  <a:pt x="1131025" y="4244665"/>
                </a:moveTo>
                <a:cubicBezTo>
                  <a:pt x="1130527" y="4244665"/>
                  <a:pt x="1130028" y="4244333"/>
                  <a:pt x="1129779" y="4243918"/>
                </a:cubicBezTo>
                <a:lnTo>
                  <a:pt x="1119311" y="4225806"/>
                </a:lnTo>
                <a:cubicBezTo>
                  <a:pt x="1119062" y="4225308"/>
                  <a:pt x="1119062" y="4224726"/>
                  <a:pt x="1119311" y="4224311"/>
                </a:cubicBezTo>
                <a:lnTo>
                  <a:pt x="1129779" y="4206200"/>
                </a:lnTo>
                <a:cubicBezTo>
                  <a:pt x="1130028" y="4205701"/>
                  <a:pt x="1130527" y="4205452"/>
                  <a:pt x="1131025" y="4205452"/>
                </a:cubicBezTo>
                <a:lnTo>
                  <a:pt x="1151961" y="4205452"/>
                </a:lnTo>
                <a:cubicBezTo>
                  <a:pt x="1152460" y="4205452"/>
                  <a:pt x="1152958" y="4205784"/>
                  <a:pt x="1153207" y="4206200"/>
                </a:cubicBezTo>
                <a:lnTo>
                  <a:pt x="1163675" y="4224311"/>
                </a:lnTo>
                <a:cubicBezTo>
                  <a:pt x="1163925" y="4224809"/>
                  <a:pt x="1163925" y="4225391"/>
                  <a:pt x="1163675" y="4225806"/>
                </a:cubicBezTo>
                <a:lnTo>
                  <a:pt x="1153207" y="4243918"/>
                </a:lnTo>
                <a:cubicBezTo>
                  <a:pt x="1152958" y="4244416"/>
                  <a:pt x="1152460" y="4244665"/>
                  <a:pt x="1151961" y="4244665"/>
                </a:cubicBezTo>
                <a:close/>
                <a:moveTo>
                  <a:pt x="950420" y="4196309"/>
                </a:moveTo>
                <a:cubicBezTo>
                  <a:pt x="949922" y="4196310"/>
                  <a:pt x="949423" y="4195976"/>
                  <a:pt x="949174" y="4195561"/>
                </a:cubicBezTo>
                <a:lnTo>
                  <a:pt x="938624" y="4177284"/>
                </a:lnTo>
                <a:cubicBezTo>
                  <a:pt x="938374" y="4176784"/>
                  <a:pt x="938375" y="4176202"/>
                  <a:pt x="938623" y="4175788"/>
                </a:cubicBezTo>
                <a:lnTo>
                  <a:pt x="949175" y="4157510"/>
                </a:lnTo>
                <a:cubicBezTo>
                  <a:pt x="949424" y="4157011"/>
                  <a:pt x="949923" y="4156762"/>
                  <a:pt x="950421" y="4156762"/>
                </a:cubicBezTo>
                <a:lnTo>
                  <a:pt x="971440" y="4156761"/>
                </a:lnTo>
                <a:cubicBezTo>
                  <a:pt x="971939" y="4156761"/>
                  <a:pt x="972437" y="4157093"/>
                  <a:pt x="972686" y="4157509"/>
                </a:cubicBezTo>
                <a:lnTo>
                  <a:pt x="983238" y="4175787"/>
                </a:lnTo>
                <a:cubicBezTo>
                  <a:pt x="983487" y="4176286"/>
                  <a:pt x="983487" y="4176867"/>
                  <a:pt x="983237" y="4177283"/>
                </a:cubicBezTo>
                <a:lnTo>
                  <a:pt x="972685" y="4195561"/>
                </a:lnTo>
                <a:cubicBezTo>
                  <a:pt x="972436" y="4196059"/>
                  <a:pt x="971938" y="4196309"/>
                  <a:pt x="971439" y="4196309"/>
                </a:cubicBezTo>
                <a:close/>
                <a:moveTo>
                  <a:pt x="1010592" y="4212490"/>
                </a:moveTo>
                <a:cubicBezTo>
                  <a:pt x="1010094" y="4212490"/>
                  <a:pt x="1009595" y="4212157"/>
                  <a:pt x="1009346" y="4211742"/>
                </a:cubicBezTo>
                <a:lnTo>
                  <a:pt x="998795" y="4193465"/>
                </a:lnTo>
                <a:cubicBezTo>
                  <a:pt x="998546" y="4192966"/>
                  <a:pt x="998546" y="4192384"/>
                  <a:pt x="998795" y="4191969"/>
                </a:cubicBezTo>
                <a:lnTo>
                  <a:pt x="1009346" y="4173692"/>
                </a:lnTo>
                <a:cubicBezTo>
                  <a:pt x="1009595" y="4173193"/>
                  <a:pt x="1010094" y="4172944"/>
                  <a:pt x="1010592" y="4172944"/>
                </a:cubicBezTo>
                <a:lnTo>
                  <a:pt x="1031611" y="4172944"/>
                </a:lnTo>
                <a:cubicBezTo>
                  <a:pt x="1032110" y="4172944"/>
                  <a:pt x="1032608" y="4173276"/>
                  <a:pt x="1032857" y="4173692"/>
                </a:cubicBezTo>
                <a:lnTo>
                  <a:pt x="1043409" y="4191969"/>
                </a:lnTo>
                <a:cubicBezTo>
                  <a:pt x="1043658" y="4192468"/>
                  <a:pt x="1043658" y="4193049"/>
                  <a:pt x="1043409" y="4193465"/>
                </a:cubicBezTo>
                <a:lnTo>
                  <a:pt x="1032857" y="4211742"/>
                </a:lnTo>
                <a:cubicBezTo>
                  <a:pt x="1032608" y="4212240"/>
                  <a:pt x="1032110" y="4212490"/>
                  <a:pt x="1031611" y="4212490"/>
                </a:cubicBezTo>
                <a:close/>
                <a:moveTo>
                  <a:pt x="830054" y="4164126"/>
                </a:moveTo>
                <a:cubicBezTo>
                  <a:pt x="829473" y="4164126"/>
                  <a:pt x="828974" y="4163877"/>
                  <a:pt x="828725" y="4163378"/>
                </a:cubicBezTo>
                <a:lnTo>
                  <a:pt x="818175" y="4145016"/>
                </a:lnTo>
                <a:cubicBezTo>
                  <a:pt x="817926" y="4144517"/>
                  <a:pt x="817926" y="4144019"/>
                  <a:pt x="818175" y="4143520"/>
                </a:cubicBezTo>
                <a:lnTo>
                  <a:pt x="828726" y="4125157"/>
                </a:lnTo>
                <a:cubicBezTo>
                  <a:pt x="829059" y="4124657"/>
                  <a:pt x="829557" y="4124408"/>
                  <a:pt x="830055" y="4124409"/>
                </a:cubicBezTo>
                <a:lnTo>
                  <a:pt x="851242" y="4124408"/>
                </a:lnTo>
                <a:cubicBezTo>
                  <a:pt x="851823" y="4124408"/>
                  <a:pt x="852321" y="4124656"/>
                  <a:pt x="852571" y="4125156"/>
                </a:cubicBezTo>
                <a:lnTo>
                  <a:pt x="863121" y="4143518"/>
                </a:lnTo>
                <a:cubicBezTo>
                  <a:pt x="863370" y="4144016"/>
                  <a:pt x="863370" y="4144515"/>
                  <a:pt x="863121" y="4145014"/>
                </a:cubicBezTo>
                <a:lnTo>
                  <a:pt x="852569" y="4163377"/>
                </a:lnTo>
                <a:cubicBezTo>
                  <a:pt x="852236" y="4163876"/>
                  <a:pt x="851738" y="4164125"/>
                  <a:pt x="851240" y="4164125"/>
                </a:cubicBezTo>
                <a:close/>
                <a:moveTo>
                  <a:pt x="1672653" y="4389929"/>
                </a:moveTo>
                <a:cubicBezTo>
                  <a:pt x="1672073" y="4389930"/>
                  <a:pt x="1671573" y="4389681"/>
                  <a:pt x="1671325" y="4389182"/>
                </a:cubicBezTo>
                <a:lnTo>
                  <a:pt x="1660774" y="4370819"/>
                </a:lnTo>
                <a:cubicBezTo>
                  <a:pt x="1660525" y="4370321"/>
                  <a:pt x="1660525" y="4369823"/>
                  <a:pt x="1660774" y="4369324"/>
                </a:cubicBezTo>
                <a:lnTo>
                  <a:pt x="1671326" y="4350962"/>
                </a:lnTo>
                <a:cubicBezTo>
                  <a:pt x="1671658" y="4350462"/>
                  <a:pt x="1672157" y="4350213"/>
                  <a:pt x="1672655" y="4350213"/>
                </a:cubicBezTo>
                <a:lnTo>
                  <a:pt x="1693840" y="4350212"/>
                </a:lnTo>
                <a:cubicBezTo>
                  <a:pt x="1694422" y="4350213"/>
                  <a:pt x="1694920" y="4350462"/>
                  <a:pt x="1695170" y="4350960"/>
                </a:cubicBezTo>
                <a:lnTo>
                  <a:pt x="1705721" y="4369322"/>
                </a:lnTo>
                <a:cubicBezTo>
                  <a:pt x="1705969" y="4369821"/>
                  <a:pt x="1705969" y="4370320"/>
                  <a:pt x="1705720" y="4370819"/>
                </a:cubicBezTo>
                <a:lnTo>
                  <a:pt x="1695169" y="4389181"/>
                </a:lnTo>
                <a:cubicBezTo>
                  <a:pt x="1694836" y="4389680"/>
                  <a:pt x="1694338" y="4389929"/>
                  <a:pt x="1693839" y="4389929"/>
                </a:cubicBezTo>
                <a:close/>
                <a:moveTo>
                  <a:pt x="1793026" y="4422184"/>
                </a:moveTo>
                <a:cubicBezTo>
                  <a:pt x="1792445" y="4422184"/>
                  <a:pt x="1791946" y="4421935"/>
                  <a:pt x="1791697" y="4421436"/>
                </a:cubicBezTo>
                <a:lnTo>
                  <a:pt x="1781147" y="4403074"/>
                </a:lnTo>
                <a:cubicBezTo>
                  <a:pt x="1780898" y="4402575"/>
                  <a:pt x="1780898" y="4402077"/>
                  <a:pt x="1781147" y="4401578"/>
                </a:cubicBezTo>
                <a:lnTo>
                  <a:pt x="1791698" y="4383216"/>
                </a:lnTo>
                <a:cubicBezTo>
                  <a:pt x="1792030" y="4382717"/>
                  <a:pt x="1792529" y="4382467"/>
                  <a:pt x="1793027" y="4382467"/>
                </a:cubicBezTo>
                <a:lnTo>
                  <a:pt x="1814212" y="4382467"/>
                </a:lnTo>
                <a:cubicBezTo>
                  <a:pt x="1814795" y="4382467"/>
                  <a:pt x="1815292" y="4382716"/>
                  <a:pt x="1815543" y="4383215"/>
                </a:cubicBezTo>
                <a:lnTo>
                  <a:pt x="1826093" y="4401576"/>
                </a:lnTo>
                <a:cubicBezTo>
                  <a:pt x="1826342" y="4402076"/>
                  <a:pt x="1826342" y="4402574"/>
                  <a:pt x="1826093" y="4403072"/>
                </a:cubicBezTo>
                <a:lnTo>
                  <a:pt x="1815541" y="4421435"/>
                </a:lnTo>
                <a:cubicBezTo>
                  <a:pt x="1815208" y="4421935"/>
                  <a:pt x="1814710" y="4422184"/>
                  <a:pt x="1814211" y="4422183"/>
                </a:cubicBezTo>
                <a:close/>
                <a:moveTo>
                  <a:pt x="649404" y="4115853"/>
                </a:moveTo>
                <a:cubicBezTo>
                  <a:pt x="648823" y="4115853"/>
                  <a:pt x="648324" y="4115604"/>
                  <a:pt x="648076" y="4115105"/>
                </a:cubicBezTo>
                <a:lnTo>
                  <a:pt x="637442" y="4096660"/>
                </a:lnTo>
                <a:cubicBezTo>
                  <a:pt x="637193" y="4096244"/>
                  <a:pt x="637193" y="4095663"/>
                  <a:pt x="637442" y="4095164"/>
                </a:cubicBezTo>
                <a:lnTo>
                  <a:pt x="648077" y="4076718"/>
                </a:lnTo>
                <a:cubicBezTo>
                  <a:pt x="648409" y="4076219"/>
                  <a:pt x="648908" y="4075970"/>
                  <a:pt x="649406" y="4075971"/>
                </a:cubicBezTo>
                <a:lnTo>
                  <a:pt x="670674" y="4075970"/>
                </a:lnTo>
                <a:cubicBezTo>
                  <a:pt x="671256" y="4075970"/>
                  <a:pt x="671754" y="4076219"/>
                  <a:pt x="672004" y="4076718"/>
                </a:cubicBezTo>
                <a:lnTo>
                  <a:pt x="682637" y="4095162"/>
                </a:lnTo>
                <a:cubicBezTo>
                  <a:pt x="682886" y="4095579"/>
                  <a:pt x="682886" y="4096160"/>
                  <a:pt x="682637" y="4096658"/>
                </a:cubicBezTo>
                <a:lnTo>
                  <a:pt x="672003" y="4115104"/>
                </a:lnTo>
                <a:cubicBezTo>
                  <a:pt x="671671" y="4115603"/>
                  <a:pt x="671172" y="4115852"/>
                  <a:pt x="670674" y="4115852"/>
                </a:cubicBezTo>
                <a:close/>
                <a:moveTo>
                  <a:pt x="1311446" y="4293273"/>
                </a:moveTo>
                <a:cubicBezTo>
                  <a:pt x="1310865" y="4293273"/>
                  <a:pt x="1310366" y="4293024"/>
                  <a:pt x="1310117" y="4292525"/>
                </a:cubicBezTo>
                <a:lnTo>
                  <a:pt x="1299483" y="4274080"/>
                </a:lnTo>
                <a:cubicBezTo>
                  <a:pt x="1299234" y="4273665"/>
                  <a:pt x="1299234" y="4273083"/>
                  <a:pt x="1299484" y="4272584"/>
                </a:cubicBezTo>
                <a:lnTo>
                  <a:pt x="1310118" y="4254139"/>
                </a:lnTo>
                <a:cubicBezTo>
                  <a:pt x="1310450" y="4253641"/>
                  <a:pt x="1310949" y="4253391"/>
                  <a:pt x="1311447" y="4253391"/>
                </a:cubicBezTo>
                <a:lnTo>
                  <a:pt x="1332716" y="4253391"/>
                </a:lnTo>
                <a:cubicBezTo>
                  <a:pt x="1333297" y="4253391"/>
                  <a:pt x="1333795" y="4253640"/>
                  <a:pt x="1334045" y="4254139"/>
                </a:cubicBezTo>
                <a:lnTo>
                  <a:pt x="1344679" y="4272583"/>
                </a:lnTo>
                <a:cubicBezTo>
                  <a:pt x="1344928" y="4272999"/>
                  <a:pt x="1344928" y="4273580"/>
                  <a:pt x="1344679" y="4274080"/>
                </a:cubicBezTo>
                <a:lnTo>
                  <a:pt x="1334044" y="4292524"/>
                </a:lnTo>
                <a:cubicBezTo>
                  <a:pt x="1333712" y="4293023"/>
                  <a:pt x="1333213" y="4293272"/>
                  <a:pt x="1332716" y="4293272"/>
                </a:cubicBezTo>
                <a:close/>
                <a:moveTo>
                  <a:pt x="769699" y="4148170"/>
                </a:moveTo>
                <a:cubicBezTo>
                  <a:pt x="769117" y="4148169"/>
                  <a:pt x="768618" y="4147920"/>
                  <a:pt x="768369" y="4147422"/>
                </a:cubicBezTo>
                <a:lnTo>
                  <a:pt x="757736" y="4128894"/>
                </a:lnTo>
                <a:cubicBezTo>
                  <a:pt x="757486" y="4128478"/>
                  <a:pt x="757487" y="4127896"/>
                  <a:pt x="757736" y="4127397"/>
                </a:cubicBezTo>
                <a:lnTo>
                  <a:pt x="768453" y="4108869"/>
                </a:lnTo>
                <a:cubicBezTo>
                  <a:pt x="768785" y="4108453"/>
                  <a:pt x="769285" y="4108121"/>
                  <a:pt x="769783" y="4108121"/>
                </a:cubicBezTo>
                <a:lnTo>
                  <a:pt x="791134" y="4108120"/>
                </a:lnTo>
                <a:cubicBezTo>
                  <a:pt x="791716" y="4108120"/>
                  <a:pt x="792215" y="4108369"/>
                  <a:pt x="792464" y="4108868"/>
                </a:cubicBezTo>
                <a:lnTo>
                  <a:pt x="803097" y="4127396"/>
                </a:lnTo>
                <a:cubicBezTo>
                  <a:pt x="803346" y="4127812"/>
                  <a:pt x="803346" y="4128393"/>
                  <a:pt x="803097" y="4128892"/>
                </a:cubicBezTo>
                <a:lnTo>
                  <a:pt x="792379" y="4147421"/>
                </a:lnTo>
                <a:cubicBezTo>
                  <a:pt x="792048" y="4147837"/>
                  <a:pt x="791548" y="4148169"/>
                  <a:pt x="791050" y="4148169"/>
                </a:cubicBezTo>
                <a:close/>
                <a:moveTo>
                  <a:pt x="1070590" y="4228955"/>
                </a:moveTo>
                <a:cubicBezTo>
                  <a:pt x="1070008" y="4228955"/>
                  <a:pt x="1069509" y="4228706"/>
                  <a:pt x="1069260" y="4228208"/>
                </a:cubicBezTo>
                <a:lnTo>
                  <a:pt x="1058626" y="4209681"/>
                </a:lnTo>
                <a:cubicBezTo>
                  <a:pt x="1058377" y="4209265"/>
                  <a:pt x="1058377" y="4208684"/>
                  <a:pt x="1058626" y="4208185"/>
                </a:cubicBezTo>
                <a:lnTo>
                  <a:pt x="1069343" y="4189659"/>
                </a:lnTo>
                <a:cubicBezTo>
                  <a:pt x="1069675" y="4189243"/>
                  <a:pt x="1070174" y="4188911"/>
                  <a:pt x="1070672" y="4188911"/>
                </a:cubicBezTo>
                <a:lnTo>
                  <a:pt x="1092024" y="4188911"/>
                </a:lnTo>
                <a:cubicBezTo>
                  <a:pt x="1092605" y="4188911"/>
                  <a:pt x="1093104" y="4189160"/>
                  <a:pt x="1093353" y="4189659"/>
                </a:cubicBezTo>
                <a:lnTo>
                  <a:pt x="1103987" y="4208186"/>
                </a:lnTo>
                <a:cubicBezTo>
                  <a:pt x="1104236" y="4208601"/>
                  <a:pt x="1104236" y="4209182"/>
                  <a:pt x="1103987" y="4209681"/>
                </a:cubicBezTo>
                <a:lnTo>
                  <a:pt x="1093270" y="4228208"/>
                </a:lnTo>
                <a:cubicBezTo>
                  <a:pt x="1092938" y="4228624"/>
                  <a:pt x="1092439" y="4228955"/>
                  <a:pt x="1091941" y="4228955"/>
                </a:cubicBezTo>
                <a:close/>
                <a:moveTo>
                  <a:pt x="1602144" y="4418981"/>
                </a:moveTo>
                <a:cubicBezTo>
                  <a:pt x="1601813" y="4418980"/>
                  <a:pt x="1601314" y="4418481"/>
                  <a:pt x="1601314" y="4418481"/>
                </a:cubicBezTo>
                <a:lnTo>
                  <a:pt x="1594419" y="4406601"/>
                </a:lnTo>
                <a:cubicBezTo>
                  <a:pt x="1594253" y="4406267"/>
                  <a:pt x="1594419" y="4405604"/>
                  <a:pt x="1594419" y="4405604"/>
                </a:cubicBezTo>
                <a:lnTo>
                  <a:pt x="1601315" y="4393721"/>
                </a:lnTo>
                <a:cubicBezTo>
                  <a:pt x="1601480" y="4393389"/>
                  <a:pt x="1602145" y="4393223"/>
                  <a:pt x="1602145" y="4393223"/>
                </a:cubicBezTo>
                <a:lnTo>
                  <a:pt x="1615853" y="4393223"/>
                </a:lnTo>
                <a:cubicBezTo>
                  <a:pt x="1616186" y="4393223"/>
                  <a:pt x="1616684" y="4393720"/>
                  <a:pt x="1616684" y="4393720"/>
                </a:cubicBezTo>
                <a:lnTo>
                  <a:pt x="1623580" y="4405603"/>
                </a:lnTo>
                <a:cubicBezTo>
                  <a:pt x="1623746" y="4405935"/>
                  <a:pt x="1623580" y="4406600"/>
                  <a:pt x="1623580" y="4406600"/>
                </a:cubicBezTo>
                <a:lnTo>
                  <a:pt x="1616683" y="4418481"/>
                </a:lnTo>
                <a:cubicBezTo>
                  <a:pt x="1616517" y="4418813"/>
                  <a:pt x="1615853" y="4418980"/>
                  <a:pt x="1615853" y="4418980"/>
                </a:cubicBezTo>
                <a:close/>
                <a:moveTo>
                  <a:pt x="2683905" y="4712312"/>
                </a:moveTo>
                <a:cubicBezTo>
                  <a:pt x="2683489" y="4712312"/>
                  <a:pt x="2682908" y="4711731"/>
                  <a:pt x="2682908" y="4711731"/>
                </a:cubicBezTo>
                <a:lnTo>
                  <a:pt x="2674434" y="4697024"/>
                </a:lnTo>
                <a:cubicBezTo>
                  <a:pt x="2674185" y="4696691"/>
                  <a:pt x="2674434" y="4695861"/>
                  <a:pt x="2674434" y="4695861"/>
                </a:cubicBezTo>
                <a:lnTo>
                  <a:pt x="2682909" y="4681152"/>
                </a:lnTo>
                <a:cubicBezTo>
                  <a:pt x="2683075" y="4680821"/>
                  <a:pt x="2683490" y="4680571"/>
                  <a:pt x="2683906" y="4680572"/>
                </a:cubicBezTo>
                <a:lnTo>
                  <a:pt x="2700854" y="4680571"/>
                </a:lnTo>
                <a:cubicBezTo>
                  <a:pt x="2701269" y="4680571"/>
                  <a:pt x="2701851" y="4681152"/>
                  <a:pt x="2701851" y="4681152"/>
                </a:cubicBezTo>
                <a:lnTo>
                  <a:pt x="2710324" y="4695860"/>
                </a:lnTo>
                <a:cubicBezTo>
                  <a:pt x="2710574" y="4696191"/>
                  <a:pt x="2710324" y="4697023"/>
                  <a:pt x="2710324" y="4697023"/>
                </a:cubicBezTo>
                <a:lnTo>
                  <a:pt x="2701850" y="4711730"/>
                </a:lnTo>
                <a:cubicBezTo>
                  <a:pt x="2701684" y="4712062"/>
                  <a:pt x="2701268" y="4712311"/>
                  <a:pt x="2700853" y="4712311"/>
                </a:cubicBezTo>
                <a:close/>
                <a:moveTo>
                  <a:pt x="2202303" y="4583528"/>
                </a:moveTo>
                <a:cubicBezTo>
                  <a:pt x="2201805" y="4583528"/>
                  <a:pt x="2201223" y="4582947"/>
                  <a:pt x="2201223" y="4582947"/>
                </a:cubicBezTo>
                <a:lnTo>
                  <a:pt x="2192667" y="4568159"/>
                </a:lnTo>
                <a:cubicBezTo>
                  <a:pt x="2192417" y="4567743"/>
                  <a:pt x="2192667" y="4566913"/>
                  <a:pt x="2192667" y="4566913"/>
                </a:cubicBezTo>
                <a:lnTo>
                  <a:pt x="2201224" y="4552124"/>
                </a:lnTo>
                <a:cubicBezTo>
                  <a:pt x="2201472" y="4551792"/>
                  <a:pt x="2201889" y="4551543"/>
                  <a:pt x="2202304" y="4551543"/>
                </a:cubicBezTo>
                <a:lnTo>
                  <a:pt x="2219418" y="4551543"/>
                </a:lnTo>
                <a:cubicBezTo>
                  <a:pt x="2219917" y="4551543"/>
                  <a:pt x="2220498" y="4552124"/>
                  <a:pt x="2220498" y="4552124"/>
                </a:cubicBezTo>
                <a:lnTo>
                  <a:pt x="2229055" y="4566913"/>
                </a:lnTo>
                <a:cubicBezTo>
                  <a:pt x="2229305" y="4567328"/>
                  <a:pt x="2229055" y="4568159"/>
                  <a:pt x="2229055" y="4568159"/>
                </a:cubicBezTo>
                <a:lnTo>
                  <a:pt x="2220498" y="4582947"/>
                </a:lnTo>
                <a:cubicBezTo>
                  <a:pt x="2220249" y="4583279"/>
                  <a:pt x="2219834" y="4583528"/>
                  <a:pt x="2219417" y="4583528"/>
                </a:cubicBezTo>
                <a:close/>
                <a:moveTo>
                  <a:pt x="3465810" y="4922834"/>
                </a:moveTo>
                <a:cubicBezTo>
                  <a:pt x="3465395" y="4922834"/>
                  <a:pt x="3464729" y="4922170"/>
                  <a:pt x="3464729" y="4922170"/>
                </a:cubicBezTo>
                <a:lnTo>
                  <a:pt x="3455676" y="4906465"/>
                </a:lnTo>
                <a:cubicBezTo>
                  <a:pt x="3455426" y="4906132"/>
                  <a:pt x="3455675" y="4905218"/>
                  <a:pt x="3455675" y="4905218"/>
                </a:cubicBezTo>
                <a:lnTo>
                  <a:pt x="3464732" y="4889512"/>
                </a:lnTo>
                <a:cubicBezTo>
                  <a:pt x="3464898" y="4889096"/>
                  <a:pt x="3465397" y="4888847"/>
                  <a:pt x="3465812" y="4888847"/>
                </a:cubicBezTo>
                <a:lnTo>
                  <a:pt x="3483924" y="4888846"/>
                </a:lnTo>
                <a:cubicBezTo>
                  <a:pt x="3484339" y="4888846"/>
                  <a:pt x="3485004" y="4889511"/>
                  <a:pt x="3485004" y="4889511"/>
                </a:cubicBezTo>
                <a:lnTo>
                  <a:pt x="3494058" y="4905215"/>
                </a:lnTo>
                <a:cubicBezTo>
                  <a:pt x="3494308" y="4905548"/>
                  <a:pt x="3494058" y="4906462"/>
                  <a:pt x="3494058" y="4906462"/>
                </a:cubicBezTo>
                <a:lnTo>
                  <a:pt x="3485002" y="4922169"/>
                </a:lnTo>
                <a:cubicBezTo>
                  <a:pt x="3484836" y="4922584"/>
                  <a:pt x="3484337" y="4922833"/>
                  <a:pt x="3483922" y="4922833"/>
                </a:cubicBezTo>
                <a:close/>
                <a:moveTo>
                  <a:pt x="3345484" y="4890641"/>
                </a:moveTo>
                <a:cubicBezTo>
                  <a:pt x="3345069" y="4890641"/>
                  <a:pt x="3344404" y="4889977"/>
                  <a:pt x="3344404" y="4889977"/>
                </a:cubicBezTo>
                <a:lnTo>
                  <a:pt x="3335432" y="4874356"/>
                </a:lnTo>
                <a:cubicBezTo>
                  <a:pt x="3335183" y="4874023"/>
                  <a:pt x="3335433" y="4873109"/>
                  <a:pt x="3335433" y="4873109"/>
                </a:cubicBezTo>
                <a:lnTo>
                  <a:pt x="3344405" y="4857489"/>
                </a:lnTo>
                <a:cubicBezTo>
                  <a:pt x="3344654" y="4857073"/>
                  <a:pt x="3345070" y="4856823"/>
                  <a:pt x="3345485" y="4856824"/>
                </a:cubicBezTo>
                <a:lnTo>
                  <a:pt x="3363513" y="4856824"/>
                </a:lnTo>
                <a:cubicBezTo>
                  <a:pt x="3363929" y="4856823"/>
                  <a:pt x="3364593" y="4857489"/>
                  <a:pt x="3364593" y="4857489"/>
                </a:cubicBezTo>
                <a:lnTo>
                  <a:pt x="3373566" y="4873108"/>
                </a:lnTo>
                <a:cubicBezTo>
                  <a:pt x="3373815" y="4873441"/>
                  <a:pt x="3373565" y="4874355"/>
                  <a:pt x="3373565" y="4874355"/>
                </a:cubicBezTo>
                <a:lnTo>
                  <a:pt x="3364592" y="4889976"/>
                </a:lnTo>
                <a:cubicBezTo>
                  <a:pt x="3364343" y="4890392"/>
                  <a:pt x="3363928" y="4890641"/>
                  <a:pt x="3363512" y="4890640"/>
                </a:cubicBezTo>
                <a:close/>
                <a:moveTo>
                  <a:pt x="2984351" y="4793938"/>
                </a:moveTo>
                <a:cubicBezTo>
                  <a:pt x="2983936" y="4793938"/>
                  <a:pt x="2983271" y="4793275"/>
                  <a:pt x="2983271" y="4793275"/>
                </a:cubicBezTo>
                <a:lnTo>
                  <a:pt x="2974299" y="4777654"/>
                </a:lnTo>
                <a:cubicBezTo>
                  <a:pt x="2974050" y="4777321"/>
                  <a:pt x="2974300" y="4776407"/>
                  <a:pt x="2974300" y="4776407"/>
                </a:cubicBezTo>
                <a:lnTo>
                  <a:pt x="2983272" y="4760788"/>
                </a:lnTo>
                <a:cubicBezTo>
                  <a:pt x="2983521" y="4760372"/>
                  <a:pt x="2983937" y="4760122"/>
                  <a:pt x="2984352" y="4760123"/>
                </a:cubicBezTo>
                <a:lnTo>
                  <a:pt x="3002380" y="4760122"/>
                </a:lnTo>
                <a:cubicBezTo>
                  <a:pt x="3002796" y="4760122"/>
                  <a:pt x="3003460" y="4760787"/>
                  <a:pt x="3003460" y="4760787"/>
                </a:cubicBezTo>
                <a:lnTo>
                  <a:pt x="3012433" y="4776406"/>
                </a:lnTo>
                <a:cubicBezTo>
                  <a:pt x="3012681" y="4776740"/>
                  <a:pt x="3012432" y="4777654"/>
                  <a:pt x="3012432" y="4777654"/>
                </a:cubicBezTo>
                <a:lnTo>
                  <a:pt x="3003459" y="4793274"/>
                </a:lnTo>
                <a:cubicBezTo>
                  <a:pt x="3003210" y="4793689"/>
                  <a:pt x="3002795" y="4793938"/>
                  <a:pt x="3002379" y="4793938"/>
                </a:cubicBezTo>
                <a:close/>
                <a:moveTo>
                  <a:pt x="3586205" y="4955240"/>
                </a:moveTo>
                <a:cubicBezTo>
                  <a:pt x="3585790" y="4955240"/>
                  <a:pt x="3585125" y="4954576"/>
                  <a:pt x="3585125" y="4954576"/>
                </a:cubicBezTo>
                <a:lnTo>
                  <a:pt x="3576153" y="4938956"/>
                </a:lnTo>
                <a:cubicBezTo>
                  <a:pt x="3575904" y="4938623"/>
                  <a:pt x="3576153" y="4937709"/>
                  <a:pt x="3576153" y="4937709"/>
                </a:cubicBezTo>
                <a:lnTo>
                  <a:pt x="3585125" y="4922090"/>
                </a:lnTo>
                <a:cubicBezTo>
                  <a:pt x="3585374" y="4921674"/>
                  <a:pt x="3585790" y="4921425"/>
                  <a:pt x="3586205" y="4921425"/>
                </a:cubicBezTo>
                <a:lnTo>
                  <a:pt x="3604233" y="4921425"/>
                </a:lnTo>
                <a:cubicBezTo>
                  <a:pt x="3604649" y="4921425"/>
                  <a:pt x="3605313" y="4922090"/>
                  <a:pt x="3605313" y="4922090"/>
                </a:cubicBezTo>
                <a:lnTo>
                  <a:pt x="3614286" y="4937708"/>
                </a:lnTo>
                <a:cubicBezTo>
                  <a:pt x="3614535" y="4938042"/>
                  <a:pt x="3614286" y="4938955"/>
                  <a:pt x="3614286" y="4938955"/>
                </a:cubicBezTo>
                <a:lnTo>
                  <a:pt x="3605313" y="4954575"/>
                </a:lnTo>
                <a:cubicBezTo>
                  <a:pt x="3605064" y="4954990"/>
                  <a:pt x="3604649" y="4955240"/>
                  <a:pt x="3604233" y="4955239"/>
                </a:cubicBezTo>
                <a:close/>
                <a:moveTo>
                  <a:pt x="2863961" y="4761749"/>
                </a:moveTo>
                <a:cubicBezTo>
                  <a:pt x="2863546" y="4761749"/>
                  <a:pt x="2862881" y="4761085"/>
                  <a:pt x="2862881" y="4761085"/>
                </a:cubicBezTo>
                <a:lnTo>
                  <a:pt x="2853909" y="4745466"/>
                </a:lnTo>
                <a:cubicBezTo>
                  <a:pt x="2853660" y="4745133"/>
                  <a:pt x="2853909" y="4744219"/>
                  <a:pt x="2853909" y="4744219"/>
                </a:cubicBezTo>
                <a:lnTo>
                  <a:pt x="2862881" y="4728600"/>
                </a:lnTo>
                <a:cubicBezTo>
                  <a:pt x="2863130" y="4728184"/>
                  <a:pt x="2863546" y="4727935"/>
                  <a:pt x="2863961" y="4727935"/>
                </a:cubicBezTo>
                <a:lnTo>
                  <a:pt x="2881989" y="4727935"/>
                </a:lnTo>
                <a:cubicBezTo>
                  <a:pt x="2882405" y="4727935"/>
                  <a:pt x="2883069" y="4728600"/>
                  <a:pt x="2883069" y="4728600"/>
                </a:cubicBezTo>
                <a:lnTo>
                  <a:pt x="2892042" y="4744218"/>
                </a:lnTo>
                <a:cubicBezTo>
                  <a:pt x="2892291" y="4744551"/>
                  <a:pt x="2892042" y="4745465"/>
                  <a:pt x="2892042" y="4745465"/>
                </a:cubicBezTo>
                <a:lnTo>
                  <a:pt x="2883069" y="4761085"/>
                </a:lnTo>
                <a:cubicBezTo>
                  <a:pt x="2882820" y="4761500"/>
                  <a:pt x="2882405" y="4761749"/>
                  <a:pt x="2881989" y="4761749"/>
                </a:cubicBezTo>
                <a:close/>
                <a:moveTo>
                  <a:pt x="2623072" y="4697442"/>
                </a:moveTo>
                <a:cubicBezTo>
                  <a:pt x="2622657" y="4697442"/>
                  <a:pt x="2621993" y="4696777"/>
                  <a:pt x="2621993" y="4696777"/>
                </a:cubicBezTo>
                <a:lnTo>
                  <a:pt x="2612855" y="4680908"/>
                </a:lnTo>
                <a:cubicBezTo>
                  <a:pt x="2612606" y="4680493"/>
                  <a:pt x="2612855" y="4679579"/>
                  <a:pt x="2612855" y="4679579"/>
                </a:cubicBezTo>
                <a:lnTo>
                  <a:pt x="2621993" y="4663710"/>
                </a:lnTo>
                <a:cubicBezTo>
                  <a:pt x="2622160" y="4663294"/>
                  <a:pt x="2622658" y="4663045"/>
                  <a:pt x="2623073" y="4663045"/>
                </a:cubicBezTo>
                <a:lnTo>
                  <a:pt x="2641351" y="4663044"/>
                </a:lnTo>
                <a:cubicBezTo>
                  <a:pt x="2641766" y="4663044"/>
                  <a:pt x="2642431" y="4663709"/>
                  <a:pt x="2642431" y="4663709"/>
                </a:cubicBezTo>
                <a:lnTo>
                  <a:pt x="2651569" y="4679578"/>
                </a:lnTo>
                <a:cubicBezTo>
                  <a:pt x="2651819" y="4679993"/>
                  <a:pt x="2651569" y="4680907"/>
                  <a:pt x="2651569" y="4680907"/>
                </a:cubicBezTo>
                <a:lnTo>
                  <a:pt x="2642431" y="4696777"/>
                </a:lnTo>
                <a:cubicBezTo>
                  <a:pt x="2642265" y="4697192"/>
                  <a:pt x="2641766" y="4697441"/>
                  <a:pt x="2641351" y="4697442"/>
                </a:cubicBezTo>
                <a:close/>
                <a:moveTo>
                  <a:pt x="3284981" y="4874993"/>
                </a:moveTo>
                <a:cubicBezTo>
                  <a:pt x="3284482" y="4874992"/>
                  <a:pt x="3283818" y="4874329"/>
                  <a:pt x="3283818" y="4874329"/>
                </a:cubicBezTo>
                <a:lnTo>
                  <a:pt x="3274514" y="4858208"/>
                </a:lnTo>
                <a:cubicBezTo>
                  <a:pt x="3274265" y="4857793"/>
                  <a:pt x="3274514" y="4856879"/>
                  <a:pt x="3274514" y="4856879"/>
                </a:cubicBezTo>
                <a:lnTo>
                  <a:pt x="3283820" y="4840758"/>
                </a:lnTo>
                <a:cubicBezTo>
                  <a:pt x="3284069" y="4840342"/>
                  <a:pt x="3284484" y="4840093"/>
                  <a:pt x="3284983" y="4840093"/>
                </a:cubicBezTo>
                <a:lnTo>
                  <a:pt x="3303592" y="4840092"/>
                </a:lnTo>
                <a:cubicBezTo>
                  <a:pt x="3304091" y="4840092"/>
                  <a:pt x="3304756" y="4840756"/>
                  <a:pt x="3304756" y="4840756"/>
                </a:cubicBezTo>
                <a:lnTo>
                  <a:pt x="3314060" y="4856876"/>
                </a:lnTo>
                <a:cubicBezTo>
                  <a:pt x="3314309" y="4857291"/>
                  <a:pt x="3314060" y="4858206"/>
                  <a:pt x="3314060" y="4858206"/>
                </a:cubicBezTo>
                <a:lnTo>
                  <a:pt x="3304754" y="4874328"/>
                </a:lnTo>
                <a:cubicBezTo>
                  <a:pt x="3304504" y="4874743"/>
                  <a:pt x="3304089" y="4874991"/>
                  <a:pt x="3303590" y="4874992"/>
                </a:cubicBezTo>
                <a:close/>
                <a:moveTo>
                  <a:pt x="3164655" y="4842801"/>
                </a:moveTo>
                <a:cubicBezTo>
                  <a:pt x="3164156" y="4842801"/>
                  <a:pt x="3163491" y="4842136"/>
                  <a:pt x="3163491" y="4842136"/>
                </a:cubicBezTo>
                <a:lnTo>
                  <a:pt x="3154270" y="4826101"/>
                </a:lnTo>
                <a:cubicBezTo>
                  <a:pt x="3154021" y="4825686"/>
                  <a:pt x="3154270" y="4824771"/>
                  <a:pt x="3154270" y="4824771"/>
                </a:cubicBezTo>
                <a:lnTo>
                  <a:pt x="3163492" y="4808736"/>
                </a:lnTo>
                <a:cubicBezTo>
                  <a:pt x="3163741" y="4808320"/>
                  <a:pt x="3164157" y="4808071"/>
                  <a:pt x="3164656" y="4808071"/>
                </a:cubicBezTo>
                <a:lnTo>
                  <a:pt x="3183182" y="4808071"/>
                </a:lnTo>
                <a:cubicBezTo>
                  <a:pt x="3183681" y="4808071"/>
                  <a:pt x="3184345" y="4808736"/>
                  <a:pt x="3184345" y="4808736"/>
                </a:cubicBezTo>
                <a:lnTo>
                  <a:pt x="3193566" y="4824771"/>
                </a:lnTo>
                <a:cubicBezTo>
                  <a:pt x="3193817" y="4825185"/>
                  <a:pt x="3193566" y="4826100"/>
                  <a:pt x="3193566" y="4826100"/>
                </a:cubicBezTo>
                <a:lnTo>
                  <a:pt x="3184344" y="4842136"/>
                </a:lnTo>
                <a:cubicBezTo>
                  <a:pt x="3184095" y="4842552"/>
                  <a:pt x="3183680" y="4842801"/>
                  <a:pt x="3183181" y="4842801"/>
                </a:cubicBezTo>
                <a:close/>
                <a:moveTo>
                  <a:pt x="3405271" y="4907322"/>
                </a:moveTo>
                <a:cubicBezTo>
                  <a:pt x="3404773" y="4907323"/>
                  <a:pt x="3404108" y="4906658"/>
                  <a:pt x="3404108" y="4906658"/>
                </a:cubicBezTo>
                <a:lnTo>
                  <a:pt x="3394721" y="4890455"/>
                </a:lnTo>
                <a:cubicBezTo>
                  <a:pt x="3394472" y="4890039"/>
                  <a:pt x="3394721" y="4889125"/>
                  <a:pt x="3394721" y="4889125"/>
                </a:cubicBezTo>
                <a:lnTo>
                  <a:pt x="3404110" y="4872921"/>
                </a:lnTo>
                <a:cubicBezTo>
                  <a:pt x="3404359" y="4872505"/>
                  <a:pt x="3404775" y="4872257"/>
                  <a:pt x="3405273" y="4872257"/>
                </a:cubicBezTo>
                <a:lnTo>
                  <a:pt x="3423966" y="4872255"/>
                </a:lnTo>
                <a:cubicBezTo>
                  <a:pt x="3424464" y="4872255"/>
                  <a:pt x="3425129" y="4872921"/>
                  <a:pt x="3425129" y="4872921"/>
                </a:cubicBezTo>
                <a:lnTo>
                  <a:pt x="3434517" y="4889123"/>
                </a:lnTo>
                <a:cubicBezTo>
                  <a:pt x="3434766" y="4889538"/>
                  <a:pt x="3434517" y="4890452"/>
                  <a:pt x="3434517" y="4890452"/>
                </a:cubicBezTo>
                <a:lnTo>
                  <a:pt x="3425127" y="4906658"/>
                </a:lnTo>
                <a:cubicBezTo>
                  <a:pt x="3424879" y="4907072"/>
                  <a:pt x="3424463" y="4907321"/>
                  <a:pt x="3423964" y="4907321"/>
                </a:cubicBezTo>
                <a:close/>
                <a:moveTo>
                  <a:pt x="2803437" y="4746178"/>
                </a:moveTo>
                <a:cubicBezTo>
                  <a:pt x="2802938" y="4746178"/>
                  <a:pt x="2802275" y="4745514"/>
                  <a:pt x="2802275" y="4745514"/>
                </a:cubicBezTo>
                <a:lnTo>
                  <a:pt x="2792969" y="4729396"/>
                </a:lnTo>
                <a:cubicBezTo>
                  <a:pt x="2792721" y="4728981"/>
                  <a:pt x="2792969" y="4728067"/>
                  <a:pt x="2792969" y="4728067"/>
                </a:cubicBezTo>
                <a:lnTo>
                  <a:pt x="2802275" y="4711949"/>
                </a:lnTo>
                <a:cubicBezTo>
                  <a:pt x="2802524" y="4711533"/>
                  <a:pt x="2802939" y="4711284"/>
                  <a:pt x="2803438" y="4711284"/>
                </a:cubicBezTo>
                <a:lnTo>
                  <a:pt x="2822047" y="4711284"/>
                </a:lnTo>
                <a:cubicBezTo>
                  <a:pt x="2822546" y="4711284"/>
                  <a:pt x="2823211" y="4711949"/>
                  <a:pt x="2823211" y="4711949"/>
                </a:cubicBezTo>
                <a:lnTo>
                  <a:pt x="2832515" y="4728066"/>
                </a:lnTo>
                <a:cubicBezTo>
                  <a:pt x="2832765" y="4728481"/>
                  <a:pt x="2832515" y="4729395"/>
                  <a:pt x="2832515" y="4729395"/>
                </a:cubicBezTo>
                <a:lnTo>
                  <a:pt x="2823211" y="4745514"/>
                </a:lnTo>
                <a:cubicBezTo>
                  <a:pt x="2822961" y="4745929"/>
                  <a:pt x="2822546" y="4746178"/>
                  <a:pt x="2822047" y="4746178"/>
                </a:cubicBezTo>
                <a:close/>
                <a:moveTo>
                  <a:pt x="3224655" y="4859156"/>
                </a:moveTo>
                <a:cubicBezTo>
                  <a:pt x="3224157" y="4859156"/>
                  <a:pt x="3223492" y="4858492"/>
                  <a:pt x="3223492" y="4858492"/>
                </a:cubicBezTo>
                <a:lnTo>
                  <a:pt x="3214104" y="4842291"/>
                </a:lnTo>
                <a:cubicBezTo>
                  <a:pt x="3213855" y="4841876"/>
                  <a:pt x="3214104" y="4840962"/>
                  <a:pt x="3214104" y="4840962"/>
                </a:cubicBezTo>
                <a:lnTo>
                  <a:pt x="3223492" y="4824762"/>
                </a:lnTo>
                <a:cubicBezTo>
                  <a:pt x="3223741" y="4824345"/>
                  <a:pt x="3224157" y="4824097"/>
                  <a:pt x="3224655" y="4824096"/>
                </a:cubicBezTo>
                <a:lnTo>
                  <a:pt x="3243348" y="4824096"/>
                </a:lnTo>
                <a:cubicBezTo>
                  <a:pt x="3243846" y="4824096"/>
                  <a:pt x="3244511" y="4824761"/>
                  <a:pt x="3244511" y="4824761"/>
                </a:cubicBezTo>
                <a:lnTo>
                  <a:pt x="3253899" y="4840962"/>
                </a:lnTo>
                <a:cubicBezTo>
                  <a:pt x="3254148" y="4841377"/>
                  <a:pt x="3253899" y="4842291"/>
                  <a:pt x="3253899" y="4842291"/>
                </a:cubicBezTo>
                <a:lnTo>
                  <a:pt x="3244511" y="4858492"/>
                </a:lnTo>
                <a:cubicBezTo>
                  <a:pt x="3244262" y="4858907"/>
                  <a:pt x="3243846" y="4859156"/>
                  <a:pt x="3243348" y="4859156"/>
                </a:cubicBezTo>
                <a:close/>
                <a:moveTo>
                  <a:pt x="2743165" y="4730143"/>
                </a:moveTo>
                <a:cubicBezTo>
                  <a:pt x="2742667" y="4730143"/>
                  <a:pt x="2742002" y="4729479"/>
                  <a:pt x="2742002" y="4729479"/>
                </a:cubicBezTo>
                <a:lnTo>
                  <a:pt x="2732614" y="4713278"/>
                </a:lnTo>
                <a:cubicBezTo>
                  <a:pt x="2732365" y="4712863"/>
                  <a:pt x="2732614" y="4711948"/>
                  <a:pt x="2732614" y="4711948"/>
                </a:cubicBezTo>
                <a:lnTo>
                  <a:pt x="2742002" y="4695748"/>
                </a:lnTo>
                <a:cubicBezTo>
                  <a:pt x="2742251" y="4695332"/>
                  <a:pt x="2742667" y="4695083"/>
                  <a:pt x="2743165" y="4695083"/>
                </a:cubicBezTo>
                <a:lnTo>
                  <a:pt x="2761858" y="4695083"/>
                </a:lnTo>
                <a:cubicBezTo>
                  <a:pt x="2762356" y="4695083"/>
                  <a:pt x="2763021" y="4695748"/>
                  <a:pt x="2763021" y="4695748"/>
                </a:cubicBezTo>
                <a:lnTo>
                  <a:pt x="2772409" y="4711948"/>
                </a:lnTo>
                <a:cubicBezTo>
                  <a:pt x="2772658" y="4712363"/>
                  <a:pt x="2772409" y="4713277"/>
                  <a:pt x="2772409" y="4713277"/>
                </a:cubicBezTo>
                <a:lnTo>
                  <a:pt x="2763021" y="4729479"/>
                </a:lnTo>
                <a:cubicBezTo>
                  <a:pt x="2762772" y="4729894"/>
                  <a:pt x="2762356" y="4730143"/>
                  <a:pt x="2761858" y="4730143"/>
                </a:cubicBezTo>
                <a:close/>
                <a:moveTo>
                  <a:pt x="3104175" y="4827016"/>
                </a:moveTo>
                <a:cubicBezTo>
                  <a:pt x="3103678" y="4827016"/>
                  <a:pt x="3103013" y="4826350"/>
                  <a:pt x="3103013" y="4826350"/>
                </a:cubicBezTo>
                <a:lnTo>
                  <a:pt x="3093460" y="4809814"/>
                </a:lnTo>
                <a:cubicBezTo>
                  <a:pt x="3093211" y="4809399"/>
                  <a:pt x="3093460" y="4808484"/>
                  <a:pt x="3093460" y="4808484"/>
                </a:cubicBezTo>
                <a:lnTo>
                  <a:pt x="3103016" y="4791947"/>
                </a:lnTo>
                <a:cubicBezTo>
                  <a:pt x="3103264" y="4791531"/>
                  <a:pt x="3103680" y="4791281"/>
                  <a:pt x="3104178" y="4791282"/>
                </a:cubicBezTo>
                <a:lnTo>
                  <a:pt x="3123287" y="4791279"/>
                </a:lnTo>
                <a:cubicBezTo>
                  <a:pt x="3123786" y="4791281"/>
                  <a:pt x="3124450" y="4791945"/>
                  <a:pt x="3124450" y="4791945"/>
                </a:cubicBezTo>
                <a:lnTo>
                  <a:pt x="3134002" y="4808482"/>
                </a:lnTo>
                <a:cubicBezTo>
                  <a:pt x="3134253" y="4808897"/>
                  <a:pt x="3134003" y="4809811"/>
                  <a:pt x="3134003" y="4809811"/>
                </a:cubicBezTo>
                <a:lnTo>
                  <a:pt x="3124447" y="4826349"/>
                </a:lnTo>
                <a:cubicBezTo>
                  <a:pt x="3124198" y="4826765"/>
                  <a:pt x="3123783" y="4827014"/>
                  <a:pt x="3123284" y="4827013"/>
                </a:cubicBezTo>
                <a:close/>
                <a:moveTo>
                  <a:pt x="2923651" y="4778652"/>
                </a:moveTo>
                <a:cubicBezTo>
                  <a:pt x="2923152" y="4778652"/>
                  <a:pt x="2922488" y="4777987"/>
                  <a:pt x="2922488" y="4777987"/>
                </a:cubicBezTo>
                <a:lnTo>
                  <a:pt x="2913018" y="4761620"/>
                </a:lnTo>
                <a:cubicBezTo>
                  <a:pt x="2912768" y="4761204"/>
                  <a:pt x="2913017" y="4760290"/>
                  <a:pt x="2913017" y="4760290"/>
                </a:cubicBezTo>
                <a:lnTo>
                  <a:pt x="2922489" y="4743923"/>
                </a:lnTo>
                <a:cubicBezTo>
                  <a:pt x="2922738" y="4743507"/>
                  <a:pt x="2923153" y="4743258"/>
                  <a:pt x="2923652" y="4743258"/>
                </a:cubicBezTo>
                <a:lnTo>
                  <a:pt x="2942594" y="4743258"/>
                </a:lnTo>
                <a:cubicBezTo>
                  <a:pt x="2943093" y="4743257"/>
                  <a:pt x="2943757" y="4743923"/>
                  <a:pt x="2943757" y="4743923"/>
                </a:cubicBezTo>
                <a:lnTo>
                  <a:pt x="2953228" y="4760290"/>
                </a:lnTo>
                <a:cubicBezTo>
                  <a:pt x="2953477" y="4760706"/>
                  <a:pt x="2953227" y="4761620"/>
                  <a:pt x="2953227" y="4761620"/>
                </a:cubicBezTo>
                <a:lnTo>
                  <a:pt x="2943756" y="4777987"/>
                </a:lnTo>
                <a:cubicBezTo>
                  <a:pt x="2943507" y="4778403"/>
                  <a:pt x="2943092" y="4778652"/>
                  <a:pt x="2942593" y="4778652"/>
                </a:cubicBezTo>
                <a:close/>
                <a:moveTo>
                  <a:pt x="3043928" y="4811121"/>
                </a:moveTo>
                <a:cubicBezTo>
                  <a:pt x="3043430" y="4811121"/>
                  <a:pt x="3042765" y="4810456"/>
                  <a:pt x="3042765" y="4810456"/>
                </a:cubicBezTo>
                <a:lnTo>
                  <a:pt x="3033211" y="4793923"/>
                </a:lnTo>
                <a:cubicBezTo>
                  <a:pt x="3032962" y="4793506"/>
                  <a:pt x="3033211" y="4792593"/>
                  <a:pt x="3033211" y="4792593"/>
                </a:cubicBezTo>
                <a:lnTo>
                  <a:pt x="3042766" y="4776059"/>
                </a:lnTo>
                <a:cubicBezTo>
                  <a:pt x="3043014" y="4775643"/>
                  <a:pt x="3043430" y="4775394"/>
                  <a:pt x="3043928" y="4775394"/>
                </a:cubicBezTo>
                <a:lnTo>
                  <a:pt x="3063037" y="4775393"/>
                </a:lnTo>
                <a:cubicBezTo>
                  <a:pt x="3063536" y="4775393"/>
                  <a:pt x="3064200" y="4776059"/>
                  <a:pt x="3064200" y="4776059"/>
                </a:cubicBezTo>
                <a:lnTo>
                  <a:pt x="3073753" y="4792591"/>
                </a:lnTo>
                <a:cubicBezTo>
                  <a:pt x="3074003" y="4793008"/>
                  <a:pt x="3073753" y="4793922"/>
                  <a:pt x="3073753" y="4793922"/>
                </a:cubicBezTo>
                <a:lnTo>
                  <a:pt x="3064199" y="4810455"/>
                </a:lnTo>
                <a:cubicBezTo>
                  <a:pt x="3063950" y="4810871"/>
                  <a:pt x="3063535" y="4811120"/>
                  <a:pt x="3063036" y="4811121"/>
                </a:cubicBezTo>
                <a:close/>
                <a:moveTo>
                  <a:pt x="3525343" y="4940275"/>
                </a:moveTo>
                <a:cubicBezTo>
                  <a:pt x="3524845" y="4940275"/>
                  <a:pt x="3524429" y="4940026"/>
                  <a:pt x="3524180" y="4939611"/>
                </a:cubicBezTo>
                <a:lnTo>
                  <a:pt x="3514544" y="4922910"/>
                </a:lnTo>
                <a:cubicBezTo>
                  <a:pt x="3514294" y="4922494"/>
                  <a:pt x="3514295" y="4921996"/>
                  <a:pt x="3514544" y="4921581"/>
                </a:cubicBezTo>
                <a:lnTo>
                  <a:pt x="3524181" y="4904880"/>
                </a:lnTo>
                <a:cubicBezTo>
                  <a:pt x="3524430" y="4904464"/>
                  <a:pt x="3524847" y="4904214"/>
                  <a:pt x="3525344" y="4904215"/>
                </a:cubicBezTo>
                <a:lnTo>
                  <a:pt x="3544702" y="4904214"/>
                </a:lnTo>
                <a:cubicBezTo>
                  <a:pt x="3545200" y="4904214"/>
                  <a:pt x="3545615" y="4904463"/>
                  <a:pt x="3545865" y="4904879"/>
                </a:cubicBezTo>
                <a:lnTo>
                  <a:pt x="3555502" y="4921580"/>
                </a:lnTo>
                <a:cubicBezTo>
                  <a:pt x="3555751" y="4921995"/>
                  <a:pt x="3555751" y="4922493"/>
                  <a:pt x="3555502" y="4922909"/>
                </a:cubicBezTo>
                <a:lnTo>
                  <a:pt x="3545864" y="4939610"/>
                </a:lnTo>
                <a:cubicBezTo>
                  <a:pt x="3545614" y="4940025"/>
                  <a:pt x="3545199" y="4940275"/>
                  <a:pt x="3544701" y="4940274"/>
                </a:cubicBezTo>
                <a:close/>
                <a:moveTo>
                  <a:pt x="455810" y="4117843"/>
                </a:moveTo>
                <a:cubicBezTo>
                  <a:pt x="455311" y="4117843"/>
                  <a:pt x="454896" y="4117594"/>
                  <a:pt x="454647" y="4117179"/>
                </a:cubicBezTo>
                <a:lnTo>
                  <a:pt x="445010" y="4100563"/>
                </a:lnTo>
                <a:cubicBezTo>
                  <a:pt x="444761" y="4100147"/>
                  <a:pt x="444761" y="4099649"/>
                  <a:pt x="445010" y="4099233"/>
                </a:cubicBezTo>
                <a:lnTo>
                  <a:pt x="454647" y="4082618"/>
                </a:lnTo>
                <a:cubicBezTo>
                  <a:pt x="454896" y="4082202"/>
                  <a:pt x="455311" y="4081953"/>
                  <a:pt x="455810" y="4081953"/>
                </a:cubicBezTo>
                <a:lnTo>
                  <a:pt x="475001" y="4081953"/>
                </a:lnTo>
                <a:cubicBezTo>
                  <a:pt x="475500" y="4081953"/>
                  <a:pt x="475915" y="4082202"/>
                  <a:pt x="476164" y="4082618"/>
                </a:cubicBezTo>
                <a:lnTo>
                  <a:pt x="485802" y="4099233"/>
                </a:lnTo>
                <a:cubicBezTo>
                  <a:pt x="486051" y="4099649"/>
                  <a:pt x="486051" y="4100147"/>
                  <a:pt x="485802" y="4100563"/>
                </a:cubicBezTo>
                <a:lnTo>
                  <a:pt x="476164" y="4117179"/>
                </a:lnTo>
                <a:cubicBezTo>
                  <a:pt x="475915" y="4117594"/>
                  <a:pt x="475500" y="4117843"/>
                  <a:pt x="475001" y="4117843"/>
                </a:cubicBezTo>
                <a:close/>
                <a:moveTo>
                  <a:pt x="1659317" y="4440891"/>
                </a:moveTo>
                <a:cubicBezTo>
                  <a:pt x="1658819" y="4440891"/>
                  <a:pt x="1658321" y="4440642"/>
                  <a:pt x="1658071" y="4440227"/>
                </a:cubicBezTo>
                <a:lnTo>
                  <a:pt x="1648186" y="4423028"/>
                </a:lnTo>
                <a:cubicBezTo>
                  <a:pt x="1647937" y="4422613"/>
                  <a:pt x="1647936" y="4422032"/>
                  <a:pt x="1648186" y="4421616"/>
                </a:cubicBezTo>
                <a:lnTo>
                  <a:pt x="1658072" y="4404417"/>
                </a:lnTo>
                <a:cubicBezTo>
                  <a:pt x="1658322" y="4404002"/>
                  <a:pt x="1658820" y="4403752"/>
                  <a:pt x="1659318" y="4403752"/>
                </a:cubicBezTo>
                <a:lnTo>
                  <a:pt x="1679175" y="4403752"/>
                </a:lnTo>
                <a:cubicBezTo>
                  <a:pt x="1679673" y="4403752"/>
                  <a:pt x="1680171" y="4404001"/>
                  <a:pt x="1680421" y="4404417"/>
                </a:cubicBezTo>
                <a:lnTo>
                  <a:pt x="1690307" y="4421615"/>
                </a:lnTo>
                <a:cubicBezTo>
                  <a:pt x="1690556" y="4422031"/>
                  <a:pt x="1690555" y="4422612"/>
                  <a:pt x="1690307" y="4423027"/>
                </a:cubicBezTo>
                <a:lnTo>
                  <a:pt x="1680420" y="4440227"/>
                </a:lnTo>
                <a:cubicBezTo>
                  <a:pt x="1680170" y="4440642"/>
                  <a:pt x="1679672" y="4440891"/>
                  <a:pt x="1679174" y="4440891"/>
                </a:cubicBezTo>
                <a:close/>
                <a:moveTo>
                  <a:pt x="936763" y="4247900"/>
                </a:moveTo>
                <a:cubicBezTo>
                  <a:pt x="936265" y="4247901"/>
                  <a:pt x="935766" y="4247567"/>
                  <a:pt x="935517" y="4247153"/>
                </a:cubicBezTo>
                <a:lnTo>
                  <a:pt x="925298" y="4229455"/>
                </a:lnTo>
                <a:cubicBezTo>
                  <a:pt x="925049" y="4229039"/>
                  <a:pt x="925049" y="4228458"/>
                  <a:pt x="925299" y="4228043"/>
                </a:cubicBezTo>
                <a:lnTo>
                  <a:pt x="935518" y="4210344"/>
                </a:lnTo>
                <a:cubicBezTo>
                  <a:pt x="935767" y="4209845"/>
                  <a:pt x="936266" y="4209596"/>
                  <a:pt x="936764" y="4209597"/>
                </a:cubicBezTo>
                <a:lnTo>
                  <a:pt x="957201" y="4209596"/>
                </a:lnTo>
                <a:cubicBezTo>
                  <a:pt x="957700" y="4209595"/>
                  <a:pt x="958198" y="4209928"/>
                  <a:pt x="958448" y="4210344"/>
                </a:cubicBezTo>
                <a:lnTo>
                  <a:pt x="968666" y="4228041"/>
                </a:lnTo>
                <a:cubicBezTo>
                  <a:pt x="968916" y="4228456"/>
                  <a:pt x="968916" y="4229038"/>
                  <a:pt x="968666" y="4229454"/>
                </a:cubicBezTo>
                <a:lnTo>
                  <a:pt x="958447" y="4247152"/>
                </a:lnTo>
                <a:cubicBezTo>
                  <a:pt x="958197" y="4247650"/>
                  <a:pt x="957699" y="4247900"/>
                  <a:pt x="957200" y="4247900"/>
                </a:cubicBezTo>
                <a:close/>
                <a:moveTo>
                  <a:pt x="996896" y="4264133"/>
                </a:moveTo>
                <a:cubicBezTo>
                  <a:pt x="996396" y="4264133"/>
                  <a:pt x="995899" y="4263801"/>
                  <a:pt x="995649" y="4263384"/>
                </a:cubicBezTo>
                <a:lnTo>
                  <a:pt x="985348" y="4245520"/>
                </a:lnTo>
                <a:cubicBezTo>
                  <a:pt x="985099" y="4245023"/>
                  <a:pt x="985100" y="4244440"/>
                  <a:pt x="985348" y="4244025"/>
                </a:cubicBezTo>
                <a:lnTo>
                  <a:pt x="995650" y="4226159"/>
                </a:lnTo>
                <a:cubicBezTo>
                  <a:pt x="995901" y="4225660"/>
                  <a:pt x="996398" y="4225412"/>
                  <a:pt x="996898" y="4225411"/>
                </a:cubicBezTo>
                <a:lnTo>
                  <a:pt x="1017584" y="4225410"/>
                </a:lnTo>
                <a:cubicBezTo>
                  <a:pt x="1018083" y="4225411"/>
                  <a:pt x="1018581" y="4225742"/>
                  <a:pt x="1018831" y="4226158"/>
                </a:cubicBezTo>
                <a:lnTo>
                  <a:pt x="1029132" y="4244023"/>
                </a:lnTo>
                <a:cubicBezTo>
                  <a:pt x="1029381" y="4244521"/>
                  <a:pt x="1029381" y="4245103"/>
                  <a:pt x="1029132" y="4245518"/>
                </a:cubicBezTo>
                <a:lnTo>
                  <a:pt x="1018829" y="4263384"/>
                </a:lnTo>
                <a:cubicBezTo>
                  <a:pt x="1018579" y="4263883"/>
                  <a:pt x="1018081" y="4264132"/>
                  <a:pt x="1017582" y="4264132"/>
                </a:cubicBezTo>
                <a:close/>
                <a:moveTo>
                  <a:pt x="2080168" y="4554480"/>
                </a:moveTo>
                <a:cubicBezTo>
                  <a:pt x="2079669" y="4554480"/>
                  <a:pt x="2079171" y="4554148"/>
                  <a:pt x="2078922" y="4553732"/>
                </a:cubicBezTo>
                <a:lnTo>
                  <a:pt x="2068538" y="4535784"/>
                </a:lnTo>
                <a:cubicBezTo>
                  <a:pt x="2068289" y="4535286"/>
                  <a:pt x="2068288" y="4534704"/>
                  <a:pt x="2068538" y="4534289"/>
                </a:cubicBezTo>
                <a:lnTo>
                  <a:pt x="2078924" y="4516340"/>
                </a:lnTo>
                <a:cubicBezTo>
                  <a:pt x="2079173" y="4515841"/>
                  <a:pt x="2079671" y="4515592"/>
                  <a:pt x="2080170" y="4515592"/>
                </a:cubicBezTo>
                <a:lnTo>
                  <a:pt x="2100940" y="4515591"/>
                </a:lnTo>
                <a:cubicBezTo>
                  <a:pt x="2101438" y="4515591"/>
                  <a:pt x="2101937" y="4515923"/>
                  <a:pt x="2102186" y="4516340"/>
                </a:cubicBezTo>
                <a:lnTo>
                  <a:pt x="2112570" y="4534287"/>
                </a:lnTo>
                <a:cubicBezTo>
                  <a:pt x="2112819" y="4534785"/>
                  <a:pt x="2112819" y="4535367"/>
                  <a:pt x="2112570" y="4535782"/>
                </a:cubicBezTo>
                <a:lnTo>
                  <a:pt x="2102184" y="4553731"/>
                </a:lnTo>
                <a:cubicBezTo>
                  <a:pt x="2101935" y="4554230"/>
                  <a:pt x="2101436" y="4554479"/>
                  <a:pt x="2100938" y="4554479"/>
                </a:cubicBezTo>
                <a:close/>
                <a:moveTo>
                  <a:pt x="1779190" y="4473874"/>
                </a:moveTo>
                <a:cubicBezTo>
                  <a:pt x="1778692" y="4473875"/>
                  <a:pt x="1778194" y="4473542"/>
                  <a:pt x="1777944" y="4473127"/>
                </a:cubicBezTo>
                <a:lnTo>
                  <a:pt x="1767478" y="4455010"/>
                </a:lnTo>
                <a:cubicBezTo>
                  <a:pt x="1767228" y="4454513"/>
                  <a:pt x="1767229" y="4453931"/>
                  <a:pt x="1767478" y="4453516"/>
                </a:cubicBezTo>
                <a:lnTo>
                  <a:pt x="1777947" y="4435398"/>
                </a:lnTo>
                <a:cubicBezTo>
                  <a:pt x="1778196" y="4434899"/>
                  <a:pt x="1778695" y="4434650"/>
                  <a:pt x="1779193" y="4434651"/>
                </a:cubicBezTo>
                <a:lnTo>
                  <a:pt x="1800130" y="4434649"/>
                </a:lnTo>
                <a:cubicBezTo>
                  <a:pt x="1800629" y="4434647"/>
                  <a:pt x="1801127" y="4434980"/>
                  <a:pt x="1801376" y="4435397"/>
                </a:cubicBezTo>
                <a:lnTo>
                  <a:pt x="1811842" y="4453511"/>
                </a:lnTo>
                <a:cubicBezTo>
                  <a:pt x="1812092" y="4454010"/>
                  <a:pt x="1812092" y="4454593"/>
                  <a:pt x="1811842" y="4455008"/>
                </a:cubicBezTo>
                <a:lnTo>
                  <a:pt x="1801372" y="4473126"/>
                </a:lnTo>
                <a:cubicBezTo>
                  <a:pt x="1801124" y="4473624"/>
                  <a:pt x="1800625" y="4473874"/>
                  <a:pt x="1800127" y="4473872"/>
                </a:cubicBezTo>
                <a:close/>
                <a:moveTo>
                  <a:pt x="1117132" y="4296514"/>
                </a:moveTo>
                <a:cubicBezTo>
                  <a:pt x="1116634" y="4296513"/>
                  <a:pt x="1116136" y="4296182"/>
                  <a:pt x="1115886" y="4295767"/>
                </a:cubicBezTo>
                <a:lnTo>
                  <a:pt x="1105420" y="4277651"/>
                </a:lnTo>
                <a:cubicBezTo>
                  <a:pt x="1105171" y="4277153"/>
                  <a:pt x="1105171" y="4276571"/>
                  <a:pt x="1105420" y="4276155"/>
                </a:cubicBezTo>
                <a:lnTo>
                  <a:pt x="1115889" y="4258039"/>
                </a:lnTo>
                <a:cubicBezTo>
                  <a:pt x="1116138" y="4257540"/>
                  <a:pt x="1116637" y="4257290"/>
                  <a:pt x="1117135" y="4257290"/>
                </a:cubicBezTo>
                <a:lnTo>
                  <a:pt x="1138072" y="4257289"/>
                </a:lnTo>
                <a:cubicBezTo>
                  <a:pt x="1138571" y="4257289"/>
                  <a:pt x="1139068" y="4257621"/>
                  <a:pt x="1139317" y="4258038"/>
                </a:cubicBezTo>
                <a:lnTo>
                  <a:pt x="1149784" y="4276152"/>
                </a:lnTo>
                <a:cubicBezTo>
                  <a:pt x="1150034" y="4276650"/>
                  <a:pt x="1150034" y="4277232"/>
                  <a:pt x="1149784" y="4277648"/>
                </a:cubicBezTo>
                <a:lnTo>
                  <a:pt x="1139315" y="4295765"/>
                </a:lnTo>
                <a:cubicBezTo>
                  <a:pt x="1139066" y="4296264"/>
                  <a:pt x="1138568" y="4296513"/>
                  <a:pt x="1138069" y="4296513"/>
                </a:cubicBezTo>
                <a:close/>
                <a:moveTo>
                  <a:pt x="1056945" y="4280389"/>
                </a:moveTo>
                <a:cubicBezTo>
                  <a:pt x="1056447" y="4280388"/>
                  <a:pt x="1055948" y="4280056"/>
                  <a:pt x="1055699" y="4279641"/>
                </a:cubicBezTo>
                <a:lnTo>
                  <a:pt x="1045232" y="4261526"/>
                </a:lnTo>
                <a:cubicBezTo>
                  <a:pt x="1044983" y="4261027"/>
                  <a:pt x="1044984" y="4260445"/>
                  <a:pt x="1045232" y="4260030"/>
                </a:cubicBezTo>
                <a:lnTo>
                  <a:pt x="1055702" y="4241914"/>
                </a:lnTo>
                <a:cubicBezTo>
                  <a:pt x="1055951" y="4241414"/>
                  <a:pt x="1056450" y="4241166"/>
                  <a:pt x="1056948" y="4241165"/>
                </a:cubicBezTo>
                <a:lnTo>
                  <a:pt x="1077885" y="4241163"/>
                </a:lnTo>
                <a:cubicBezTo>
                  <a:pt x="1078384" y="4241163"/>
                  <a:pt x="1078881" y="4241496"/>
                  <a:pt x="1079130" y="4241912"/>
                </a:cubicBezTo>
                <a:lnTo>
                  <a:pt x="1089597" y="4260026"/>
                </a:lnTo>
                <a:cubicBezTo>
                  <a:pt x="1089847" y="4260525"/>
                  <a:pt x="1089847" y="4261106"/>
                  <a:pt x="1089597" y="4261523"/>
                </a:cubicBezTo>
                <a:lnTo>
                  <a:pt x="1079128" y="4279639"/>
                </a:lnTo>
                <a:cubicBezTo>
                  <a:pt x="1078879" y="4280138"/>
                  <a:pt x="1078381" y="4280387"/>
                  <a:pt x="1077882" y="4280387"/>
                </a:cubicBezTo>
                <a:close/>
                <a:moveTo>
                  <a:pt x="515299" y="4135282"/>
                </a:moveTo>
                <a:cubicBezTo>
                  <a:pt x="514802" y="4135282"/>
                  <a:pt x="514302" y="4134950"/>
                  <a:pt x="514054" y="4134535"/>
                </a:cubicBezTo>
                <a:lnTo>
                  <a:pt x="503669" y="4116588"/>
                </a:lnTo>
                <a:cubicBezTo>
                  <a:pt x="503420" y="4116090"/>
                  <a:pt x="503420" y="4115507"/>
                  <a:pt x="503669" y="4115093"/>
                </a:cubicBezTo>
                <a:lnTo>
                  <a:pt x="514055" y="4097146"/>
                </a:lnTo>
                <a:cubicBezTo>
                  <a:pt x="514304" y="4096647"/>
                  <a:pt x="514802" y="4096398"/>
                  <a:pt x="515301" y="4096398"/>
                </a:cubicBezTo>
                <a:lnTo>
                  <a:pt x="536070" y="4096397"/>
                </a:lnTo>
                <a:cubicBezTo>
                  <a:pt x="536568" y="4096397"/>
                  <a:pt x="537067" y="4096729"/>
                  <a:pt x="537317" y="4097145"/>
                </a:cubicBezTo>
                <a:lnTo>
                  <a:pt x="547701" y="4115092"/>
                </a:lnTo>
                <a:cubicBezTo>
                  <a:pt x="547950" y="4115590"/>
                  <a:pt x="547950" y="4116172"/>
                  <a:pt x="547701" y="4116587"/>
                </a:cubicBezTo>
                <a:lnTo>
                  <a:pt x="537316" y="4134534"/>
                </a:lnTo>
                <a:cubicBezTo>
                  <a:pt x="537067" y="4135033"/>
                  <a:pt x="536568" y="4135282"/>
                  <a:pt x="536070" y="4135282"/>
                </a:cubicBezTo>
                <a:close/>
                <a:moveTo>
                  <a:pt x="2140320" y="4570737"/>
                </a:moveTo>
                <a:cubicBezTo>
                  <a:pt x="2139821" y="4570737"/>
                  <a:pt x="2139323" y="4570405"/>
                  <a:pt x="2139074" y="4569989"/>
                </a:cubicBezTo>
                <a:lnTo>
                  <a:pt x="2128689" y="4552043"/>
                </a:lnTo>
                <a:cubicBezTo>
                  <a:pt x="2128440" y="4551545"/>
                  <a:pt x="2128440" y="4550962"/>
                  <a:pt x="2128689" y="4550548"/>
                </a:cubicBezTo>
                <a:lnTo>
                  <a:pt x="2139075" y="4532601"/>
                </a:lnTo>
                <a:cubicBezTo>
                  <a:pt x="2139324" y="4532102"/>
                  <a:pt x="2139822" y="4531853"/>
                  <a:pt x="2140321" y="4531853"/>
                </a:cubicBezTo>
                <a:lnTo>
                  <a:pt x="2161091" y="4531853"/>
                </a:lnTo>
                <a:cubicBezTo>
                  <a:pt x="2161588" y="4531853"/>
                  <a:pt x="2162088" y="4532185"/>
                  <a:pt x="2162337" y="4532601"/>
                </a:cubicBezTo>
                <a:lnTo>
                  <a:pt x="2172721" y="4550547"/>
                </a:lnTo>
                <a:cubicBezTo>
                  <a:pt x="2172970" y="4551045"/>
                  <a:pt x="2172970" y="4551627"/>
                  <a:pt x="2172721" y="4552042"/>
                </a:cubicBezTo>
                <a:lnTo>
                  <a:pt x="2162336" y="4569989"/>
                </a:lnTo>
                <a:cubicBezTo>
                  <a:pt x="2162087" y="4570487"/>
                  <a:pt x="2161588" y="4570737"/>
                  <a:pt x="2161090" y="4570737"/>
                </a:cubicBezTo>
                <a:close/>
                <a:moveTo>
                  <a:pt x="1177272" y="4312734"/>
                </a:moveTo>
                <a:cubicBezTo>
                  <a:pt x="1176773" y="4312734"/>
                  <a:pt x="1176275" y="4312402"/>
                  <a:pt x="1176026" y="4311987"/>
                </a:cubicBezTo>
                <a:lnTo>
                  <a:pt x="1165641" y="4293956"/>
                </a:lnTo>
                <a:cubicBezTo>
                  <a:pt x="1165392" y="4293459"/>
                  <a:pt x="1165392" y="4292877"/>
                  <a:pt x="1165641" y="4292461"/>
                </a:cubicBezTo>
                <a:lnTo>
                  <a:pt x="1176110" y="4274431"/>
                </a:lnTo>
                <a:cubicBezTo>
                  <a:pt x="1176359" y="4273932"/>
                  <a:pt x="1176858" y="4273683"/>
                  <a:pt x="1177356" y="4273682"/>
                </a:cubicBezTo>
                <a:lnTo>
                  <a:pt x="1198209" y="4273682"/>
                </a:lnTo>
                <a:cubicBezTo>
                  <a:pt x="1198707" y="4273682"/>
                  <a:pt x="1199206" y="4274014"/>
                  <a:pt x="1199455" y="4274430"/>
                </a:cubicBezTo>
                <a:lnTo>
                  <a:pt x="1209840" y="4292459"/>
                </a:lnTo>
                <a:cubicBezTo>
                  <a:pt x="1210089" y="4292958"/>
                  <a:pt x="1210089" y="4293540"/>
                  <a:pt x="1209840" y="4293955"/>
                </a:cubicBezTo>
                <a:lnTo>
                  <a:pt x="1199371" y="4311986"/>
                </a:lnTo>
                <a:cubicBezTo>
                  <a:pt x="1199122" y="4312485"/>
                  <a:pt x="1198623" y="4312733"/>
                  <a:pt x="1198125" y="4312734"/>
                </a:cubicBezTo>
                <a:close/>
                <a:moveTo>
                  <a:pt x="1718946" y="4457963"/>
                </a:moveTo>
                <a:cubicBezTo>
                  <a:pt x="1718448" y="4457963"/>
                  <a:pt x="1717950" y="4457631"/>
                  <a:pt x="1717701" y="4457216"/>
                </a:cubicBezTo>
                <a:lnTo>
                  <a:pt x="1707233" y="4439102"/>
                </a:lnTo>
                <a:cubicBezTo>
                  <a:pt x="1706984" y="4438604"/>
                  <a:pt x="1706984" y="4438022"/>
                  <a:pt x="1707233" y="4437607"/>
                </a:cubicBezTo>
                <a:lnTo>
                  <a:pt x="1717702" y="4419494"/>
                </a:lnTo>
                <a:cubicBezTo>
                  <a:pt x="1717951" y="4418995"/>
                  <a:pt x="1718450" y="4418745"/>
                  <a:pt x="1718948" y="4418745"/>
                </a:cubicBezTo>
                <a:lnTo>
                  <a:pt x="1739884" y="4418745"/>
                </a:lnTo>
                <a:cubicBezTo>
                  <a:pt x="1740383" y="4418745"/>
                  <a:pt x="1740881" y="4419077"/>
                  <a:pt x="1741130" y="4419493"/>
                </a:cubicBezTo>
                <a:lnTo>
                  <a:pt x="1751597" y="4437606"/>
                </a:lnTo>
                <a:cubicBezTo>
                  <a:pt x="1751847" y="4438103"/>
                  <a:pt x="1751847" y="4438686"/>
                  <a:pt x="1751597" y="4439101"/>
                </a:cubicBezTo>
                <a:lnTo>
                  <a:pt x="1741129" y="4457215"/>
                </a:lnTo>
                <a:cubicBezTo>
                  <a:pt x="1740880" y="4457713"/>
                  <a:pt x="1740382" y="4457963"/>
                  <a:pt x="1739883" y="4457962"/>
                </a:cubicBezTo>
                <a:close/>
                <a:moveTo>
                  <a:pt x="816150" y="4216070"/>
                </a:moveTo>
                <a:cubicBezTo>
                  <a:pt x="815652" y="4216070"/>
                  <a:pt x="815153" y="4215738"/>
                  <a:pt x="814904" y="4215323"/>
                </a:cubicBezTo>
                <a:lnTo>
                  <a:pt x="804437" y="4197210"/>
                </a:lnTo>
                <a:cubicBezTo>
                  <a:pt x="804188" y="4196712"/>
                  <a:pt x="804188" y="4196129"/>
                  <a:pt x="804437" y="4195715"/>
                </a:cubicBezTo>
                <a:lnTo>
                  <a:pt x="814905" y="4177601"/>
                </a:lnTo>
                <a:cubicBezTo>
                  <a:pt x="815154" y="4177102"/>
                  <a:pt x="815653" y="4176853"/>
                  <a:pt x="816151" y="4176853"/>
                </a:cubicBezTo>
                <a:lnTo>
                  <a:pt x="837088" y="4176852"/>
                </a:lnTo>
                <a:cubicBezTo>
                  <a:pt x="837587" y="4176852"/>
                  <a:pt x="838084" y="4177184"/>
                  <a:pt x="838333" y="4177600"/>
                </a:cubicBezTo>
                <a:lnTo>
                  <a:pt x="848801" y="4195713"/>
                </a:lnTo>
                <a:cubicBezTo>
                  <a:pt x="849051" y="4196211"/>
                  <a:pt x="849051" y="4196793"/>
                  <a:pt x="848801" y="4197208"/>
                </a:cubicBezTo>
                <a:lnTo>
                  <a:pt x="838332" y="4215322"/>
                </a:lnTo>
                <a:cubicBezTo>
                  <a:pt x="838083" y="4215821"/>
                  <a:pt x="837585" y="4216070"/>
                  <a:pt x="837086" y="4216070"/>
                </a:cubicBezTo>
                <a:close/>
                <a:moveTo>
                  <a:pt x="635580" y="4167730"/>
                </a:moveTo>
                <a:cubicBezTo>
                  <a:pt x="635082" y="4167730"/>
                  <a:pt x="634584" y="4167398"/>
                  <a:pt x="634335" y="4166983"/>
                </a:cubicBezTo>
                <a:lnTo>
                  <a:pt x="623867" y="4148870"/>
                </a:lnTo>
                <a:cubicBezTo>
                  <a:pt x="623618" y="4148372"/>
                  <a:pt x="623618" y="4147790"/>
                  <a:pt x="623867" y="4147375"/>
                </a:cubicBezTo>
                <a:lnTo>
                  <a:pt x="634335" y="4129262"/>
                </a:lnTo>
                <a:cubicBezTo>
                  <a:pt x="634584" y="4128763"/>
                  <a:pt x="635083" y="4128514"/>
                  <a:pt x="635581" y="4128514"/>
                </a:cubicBezTo>
                <a:lnTo>
                  <a:pt x="656518" y="4128514"/>
                </a:lnTo>
                <a:cubicBezTo>
                  <a:pt x="657017" y="4128514"/>
                  <a:pt x="657514" y="4128846"/>
                  <a:pt x="657763" y="4129262"/>
                </a:cubicBezTo>
                <a:lnTo>
                  <a:pt x="668231" y="4147374"/>
                </a:lnTo>
                <a:cubicBezTo>
                  <a:pt x="668481" y="4147872"/>
                  <a:pt x="668481" y="4148454"/>
                  <a:pt x="668231" y="4148869"/>
                </a:cubicBezTo>
                <a:lnTo>
                  <a:pt x="657763" y="4166983"/>
                </a:lnTo>
                <a:cubicBezTo>
                  <a:pt x="657514" y="4167481"/>
                  <a:pt x="657016" y="4167730"/>
                  <a:pt x="656517" y="4167730"/>
                </a:cubicBezTo>
                <a:close/>
                <a:moveTo>
                  <a:pt x="1959631" y="4522547"/>
                </a:moveTo>
                <a:cubicBezTo>
                  <a:pt x="1959133" y="4522547"/>
                  <a:pt x="1958634" y="4522214"/>
                  <a:pt x="1958385" y="4521799"/>
                </a:cubicBezTo>
                <a:lnTo>
                  <a:pt x="1947834" y="4503520"/>
                </a:lnTo>
                <a:cubicBezTo>
                  <a:pt x="1947585" y="4503021"/>
                  <a:pt x="1947585" y="4502439"/>
                  <a:pt x="1947834" y="4502024"/>
                </a:cubicBezTo>
                <a:lnTo>
                  <a:pt x="1958386" y="4483744"/>
                </a:lnTo>
                <a:cubicBezTo>
                  <a:pt x="1958635" y="4483245"/>
                  <a:pt x="1959134" y="4482996"/>
                  <a:pt x="1959632" y="4482996"/>
                </a:cubicBezTo>
                <a:lnTo>
                  <a:pt x="1980651" y="4482995"/>
                </a:lnTo>
                <a:cubicBezTo>
                  <a:pt x="1981149" y="4482995"/>
                  <a:pt x="1981648" y="4483327"/>
                  <a:pt x="1981897" y="4483744"/>
                </a:cubicBezTo>
                <a:lnTo>
                  <a:pt x="1992448" y="4502023"/>
                </a:lnTo>
                <a:cubicBezTo>
                  <a:pt x="1992698" y="4502522"/>
                  <a:pt x="1992698" y="4503102"/>
                  <a:pt x="1992448" y="4503519"/>
                </a:cubicBezTo>
                <a:lnTo>
                  <a:pt x="1981896" y="4521798"/>
                </a:lnTo>
                <a:cubicBezTo>
                  <a:pt x="1981647" y="4522296"/>
                  <a:pt x="1981148" y="4522546"/>
                  <a:pt x="1980650" y="4522546"/>
                </a:cubicBezTo>
                <a:close/>
                <a:moveTo>
                  <a:pt x="1839282" y="4490352"/>
                </a:moveTo>
                <a:cubicBezTo>
                  <a:pt x="1838784" y="4490352"/>
                  <a:pt x="1838285" y="4490020"/>
                  <a:pt x="1838036" y="4489606"/>
                </a:cubicBezTo>
                <a:lnTo>
                  <a:pt x="1827568" y="4471493"/>
                </a:lnTo>
                <a:cubicBezTo>
                  <a:pt x="1827319" y="4470995"/>
                  <a:pt x="1827319" y="4470414"/>
                  <a:pt x="1827568" y="4469998"/>
                </a:cubicBezTo>
                <a:lnTo>
                  <a:pt x="1838036" y="4451887"/>
                </a:lnTo>
                <a:cubicBezTo>
                  <a:pt x="1838285" y="4451388"/>
                  <a:pt x="1838784" y="4451139"/>
                  <a:pt x="1839282" y="4451139"/>
                </a:cubicBezTo>
                <a:lnTo>
                  <a:pt x="1860218" y="4451140"/>
                </a:lnTo>
                <a:cubicBezTo>
                  <a:pt x="1860717" y="4451139"/>
                  <a:pt x="1861215" y="4451471"/>
                  <a:pt x="1861464" y="4451887"/>
                </a:cubicBezTo>
                <a:lnTo>
                  <a:pt x="1871932" y="4469998"/>
                </a:lnTo>
                <a:cubicBezTo>
                  <a:pt x="1872182" y="4470496"/>
                  <a:pt x="1872182" y="4471078"/>
                  <a:pt x="1871932" y="4471493"/>
                </a:cubicBezTo>
                <a:lnTo>
                  <a:pt x="1861464" y="4489605"/>
                </a:lnTo>
                <a:cubicBezTo>
                  <a:pt x="1861215" y="4490103"/>
                  <a:pt x="1860717" y="4490353"/>
                  <a:pt x="1860218" y="4490353"/>
                </a:cubicBezTo>
                <a:close/>
                <a:moveTo>
                  <a:pt x="1899397" y="4506461"/>
                </a:moveTo>
                <a:cubicBezTo>
                  <a:pt x="1898816" y="4506460"/>
                  <a:pt x="1898317" y="4506212"/>
                  <a:pt x="1898068" y="4505713"/>
                </a:cubicBezTo>
                <a:lnTo>
                  <a:pt x="1887435" y="4487266"/>
                </a:lnTo>
                <a:cubicBezTo>
                  <a:pt x="1887186" y="4486849"/>
                  <a:pt x="1887186" y="4486269"/>
                  <a:pt x="1887435" y="4485769"/>
                </a:cubicBezTo>
                <a:lnTo>
                  <a:pt x="1898071" y="4467320"/>
                </a:lnTo>
                <a:cubicBezTo>
                  <a:pt x="1898403" y="4466821"/>
                  <a:pt x="1898902" y="4466571"/>
                  <a:pt x="1899400" y="4466571"/>
                </a:cubicBezTo>
                <a:lnTo>
                  <a:pt x="1920669" y="4466570"/>
                </a:lnTo>
                <a:cubicBezTo>
                  <a:pt x="1921251" y="4466570"/>
                  <a:pt x="1921750" y="4466818"/>
                  <a:pt x="1921999" y="4467317"/>
                </a:cubicBezTo>
                <a:lnTo>
                  <a:pt x="1932631" y="4485766"/>
                </a:lnTo>
                <a:cubicBezTo>
                  <a:pt x="1932880" y="4486182"/>
                  <a:pt x="1932880" y="4486763"/>
                  <a:pt x="1932631" y="4487262"/>
                </a:cubicBezTo>
                <a:lnTo>
                  <a:pt x="1921996" y="4505710"/>
                </a:lnTo>
                <a:cubicBezTo>
                  <a:pt x="1921662" y="4506211"/>
                  <a:pt x="1921164" y="4506459"/>
                  <a:pt x="1920667" y="4506459"/>
                </a:cubicBezTo>
                <a:close/>
                <a:moveTo>
                  <a:pt x="876263" y="4232323"/>
                </a:moveTo>
                <a:cubicBezTo>
                  <a:pt x="875765" y="4232322"/>
                  <a:pt x="875265" y="4231990"/>
                  <a:pt x="875016" y="4231574"/>
                </a:cubicBezTo>
                <a:lnTo>
                  <a:pt x="864466" y="4213297"/>
                </a:lnTo>
                <a:cubicBezTo>
                  <a:pt x="864217" y="4212797"/>
                  <a:pt x="864217" y="4212215"/>
                  <a:pt x="864466" y="4211800"/>
                </a:cubicBezTo>
                <a:lnTo>
                  <a:pt x="875017" y="4193522"/>
                </a:lnTo>
                <a:cubicBezTo>
                  <a:pt x="875266" y="4193023"/>
                  <a:pt x="875765" y="4192774"/>
                  <a:pt x="876263" y="4192774"/>
                </a:cubicBezTo>
                <a:lnTo>
                  <a:pt x="897282" y="4192773"/>
                </a:lnTo>
                <a:cubicBezTo>
                  <a:pt x="897781" y="4192774"/>
                  <a:pt x="898279" y="4193106"/>
                  <a:pt x="898528" y="4193522"/>
                </a:cubicBezTo>
                <a:lnTo>
                  <a:pt x="909080" y="4211800"/>
                </a:lnTo>
                <a:cubicBezTo>
                  <a:pt x="909329" y="4212298"/>
                  <a:pt x="909329" y="4212879"/>
                  <a:pt x="909080" y="4213296"/>
                </a:cubicBezTo>
                <a:lnTo>
                  <a:pt x="898528" y="4231574"/>
                </a:lnTo>
                <a:cubicBezTo>
                  <a:pt x="898279" y="4232072"/>
                  <a:pt x="897781" y="4232322"/>
                  <a:pt x="897282" y="4232322"/>
                </a:cubicBezTo>
                <a:close/>
                <a:moveTo>
                  <a:pt x="1297515" y="4345264"/>
                </a:moveTo>
                <a:cubicBezTo>
                  <a:pt x="1296934" y="4345264"/>
                  <a:pt x="1296435" y="4345015"/>
                  <a:pt x="1296186" y="4344516"/>
                </a:cubicBezTo>
                <a:lnTo>
                  <a:pt x="1285553" y="4326069"/>
                </a:lnTo>
                <a:cubicBezTo>
                  <a:pt x="1285304" y="4325653"/>
                  <a:pt x="1285304" y="4325072"/>
                  <a:pt x="1285553" y="4324573"/>
                </a:cubicBezTo>
                <a:lnTo>
                  <a:pt x="1296189" y="4306125"/>
                </a:lnTo>
                <a:cubicBezTo>
                  <a:pt x="1296521" y="4305626"/>
                  <a:pt x="1297020" y="4305377"/>
                  <a:pt x="1297518" y="4305377"/>
                </a:cubicBezTo>
                <a:lnTo>
                  <a:pt x="1318787" y="4305375"/>
                </a:lnTo>
                <a:cubicBezTo>
                  <a:pt x="1319368" y="4305375"/>
                  <a:pt x="1319866" y="4305625"/>
                  <a:pt x="1320116" y="4306123"/>
                </a:cubicBezTo>
                <a:lnTo>
                  <a:pt x="1330749" y="4324570"/>
                </a:lnTo>
                <a:cubicBezTo>
                  <a:pt x="1330998" y="4324986"/>
                  <a:pt x="1330998" y="4325567"/>
                  <a:pt x="1330749" y="4326066"/>
                </a:cubicBezTo>
                <a:lnTo>
                  <a:pt x="1320114" y="4344514"/>
                </a:lnTo>
                <a:cubicBezTo>
                  <a:pt x="1319782" y="4345014"/>
                  <a:pt x="1319283" y="4345262"/>
                  <a:pt x="1318785" y="4345263"/>
                </a:cubicBezTo>
                <a:close/>
                <a:moveTo>
                  <a:pt x="2019783" y="4538799"/>
                </a:moveTo>
                <a:cubicBezTo>
                  <a:pt x="2019285" y="4538799"/>
                  <a:pt x="2018786" y="4538466"/>
                  <a:pt x="2018537" y="4538051"/>
                </a:cubicBezTo>
                <a:lnTo>
                  <a:pt x="2007986" y="4519774"/>
                </a:lnTo>
                <a:cubicBezTo>
                  <a:pt x="2007737" y="4519275"/>
                  <a:pt x="2007737" y="4518693"/>
                  <a:pt x="2007986" y="4518278"/>
                </a:cubicBezTo>
                <a:lnTo>
                  <a:pt x="2018537" y="4500001"/>
                </a:lnTo>
                <a:cubicBezTo>
                  <a:pt x="2018786" y="4499502"/>
                  <a:pt x="2019285" y="4499253"/>
                  <a:pt x="2019783" y="4499253"/>
                </a:cubicBezTo>
                <a:lnTo>
                  <a:pt x="2040802" y="4499252"/>
                </a:lnTo>
                <a:cubicBezTo>
                  <a:pt x="2041300" y="4499253"/>
                  <a:pt x="2041799" y="4499585"/>
                  <a:pt x="2042048" y="4500001"/>
                </a:cubicBezTo>
                <a:lnTo>
                  <a:pt x="2052599" y="4518278"/>
                </a:lnTo>
                <a:cubicBezTo>
                  <a:pt x="2052849" y="4518777"/>
                  <a:pt x="2052849" y="4519358"/>
                  <a:pt x="2052599" y="4519774"/>
                </a:cubicBezTo>
                <a:lnTo>
                  <a:pt x="2042048" y="4538051"/>
                </a:lnTo>
                <a:cubicBezTo>
                  <a:pt x="2041799" y="4538549"/>
                  <a:pt x="2041300" y="4538799"/>
                  <a:pt x="2040802" y="4538799"/>
                </a:cubicBezTo>
                <a:close/>
                <a:moveTo>
                  <a:pt x="1237362" y="4329154"/>
                </a:moveTo>
                <a:cubicBezTo>
                  <a:pt x="1236864" y="4329154"/>
                  <a:pt x="1236365" y="4328821"/>
                  <a:pt x="1236116" y="4328406"/>
                </a:cubicBezTo>
                <a:lnTo>
                  <a:pt x="1225565" y="4310129"/>
                </a:lnTo>
                <a:cubicBezTo>
                  <a:pt x="1225316" y="4309630"/>
                  <a:pt x="1225316" y="4309048"/>
                  <a:pt x="1225565" y="4308633"/>
                </a:cubicBezTo>
                <a:lnTo>
                  <a:pt x="1236116" y="4290355"/>
                </a:lnTo>
                <a:cubicBezTo>
                  <a:pt x="1236365" y="4289857"/>
                  <a:pt x="1236864" y="4289608"/>
                  <a:pt x="1237362" y="4289608"/>
                </a:cubicBezTo>
                <a:lnTo>
                  <a:pt x="1258381" y="4289608"/>
                </a:lnTo>
                <a:cubicBezTo>
                  <a:pt x="1258880" y="4289608"/>
                  <a:pt x="1259378" y="4289940"/>
                  <a:pt x="1259627" y="4290356"/>
                </a:cubicBezTo>
                <a:lnTo>
                  <a:pt x="1270179" y="4308633"/>
                </a:lnTo>
                <a:cubicBezTo>
                  <a:pt x="1270428" y="4309132"/>
                  <a:pt x="1270428" y="4309713"/>
                  <a:pt x="1270179" y="4310129"/>
                </a:cubicBezTo>
                <a:lnTo>
                  <a:pt x="1259627" y="4328406"/>
                </a:lnTo>
                <a:cubicBezTo>
                  <a:pt x="1259378" y="4328904"/>
                  <a:pt x="1258880" y="4329154"/>
                  <a:pt x="1258381" y="4329154"/>
                </a:cubicBezTo>
                <a:close/>
                <a:moveTo>
                  <a:pt x="695683" y="4184020"/>
                </a:moveTo>
                <a:cubicBezTo>
                  <a:pt x="695185" y="4184020"/>
                  <a:pt x="694686" y="4183687"/>
                  <a:pt x="694437" y="4183272"/>
                </a:cubicBezTo>
                <a:lnTo>
                  <a:pt x="683886" y="4164995"/>
                </a:lnTo>
                <a:cubicBezTo>
                  <a:pt x="683637" y="4164496"/>
                  <a:pt x="683637" y="4163914"/>
                  <a:pt x="683886" y="4163499"/>
                </a:cubicBezTo>
                <a:lnTo>
                  <a:pt x="694437" y="4145222"/>
                </a:lnTo>
                <a:cubicBezTo>
                  <a:pt x="694686" y="4144723"/>
                  <a:pt x="695185" y="4144474"/>
                  <a:pt x="695683" y="4144474"/>
                </a:cubicBezTo>
                <a:lnTo>
                  <a:pt x="716702" y="4144474"/>
                </a:lnTo>
                <a:cubicBezTo>
                  <a:pt x="717201" y="4144474"/>
                  <a:pt x="717699" y="4144806"/>
                  <a:pt x="717948" y="4145222"/>
                </a:cubicBezTo>
                <a:lnTo>
                  <a:pt x="728500" y="4163499"/>
                </a:lnTo>
                <a:cubicBezTo>
                  <a:pt x="728749" y="4163998"/>
                  <a:pt x="728749" y="4164579"/>
                  <a:pt x="728500" y="4164995"/>
                </a:cubicBezTo>
                <a:lnTo>
                  <a:pt x="717948" y="4183272"/>
                </a:lnTo>
                <a:cubicBezTo>
                  <a:pt x="717699" y="4183770"/>
                  <a:pt x="717201" y="4184020"/>
                  <a:pt x="716702" y="4184020"/>
                </a:cubicBezTo>
                <a:close/>
                <a:moveTo>
                  <a:pt x="575321" y="4151823"/>
                </a:moveTo>
                <a:cubicBezTo>
                  <a:pt x="574740" y="4151823"/>
                  <a:pt x="574241" y="4151575"/>
                  <a:pt x="573992" y="4151075"/>
                </a:cubicBezTo>
                <a:lnTo>
                  <a:pt x="563442" y="4132714"/>
                </a:lnTo>
                <a:cubicBezTo>
                  <a:pt x="563193" y="4132215"/>
                  <a:pt x="563193" y="4131717"/>
                  <a:pt x="563442" y="4131217"/>
                </a:cubicBezTo>
                <a:lnTo>
                  <a:pt x="573993" y="4112856"/>
                </a:lnTo>
                <a:cubicBezTo>
                  <a:pt x="574325" y="4112356"/>
                  <a:pt x="574824" y="4112107"/>
                  <a:pt x="575322" y="4112107"/>
                </a:cubicBezTo>
                <a:lnTo>
                  <a:pt x="596508" y="4112107"/>
                </a:lnTo>
                <a:cubicBezTo>
                  <a:pt x="597090" y="4112106"/>
                  <a:pt x="597588" y="4112355"/>
                  <a:pt x="597838" y="4112855"/>
                </a:cubicBezTo>
                <a:lnTo>
                  <a:pt x="608388" y="4131216"/>
                </a:lnTo>
                <a:cubicBezTo>
                  <a:pt x="608637" y="4131715"/>
                  <a:pt x="608637" y="4132213"/>
                  <a:pt x="608388" y="4132712"/>
                </a:cubicBezTo>
                <a:lnTo>
                  <a:pt x="597836" y="4151075"/>
                </a:lnTo>
                <a:cubicBezTo>
                  <a:pt x="597503" y="4151574"/>
                  <a:pt x="597006" y="4151823"/>
                  <a:pt x="596508" y="4151822"/>
                </a:cubicBezTo>
                <a:close/>
                <a:moveTo>
                  <a:pt x="755848" y="4200322"/>
                </a:moveTo>
                <a:cubicBezTo>
                  <a:pt x="755267" y="4200322"/>
                  <a:pt x="754768" y="4200073"/>
                  <a:pt x="754519" y="4199574"/>
                </a:cubicBezTo>
                <a:lnTo>
                  <a:pt x="743968" y="4181214"/>
                </a:lnTo>
                <a:cubicBezTo>
                  <a:pt x="743719" y="4180715"/>
                  <a:pt x="743719" y="4180217"/>
                  <a:pt x="743968" y="4179718"/>
                </a:cubicBezTo>
                <a:lnTo>
                  <a:pt x="754519" y="4161358"/>
                </a:lnTo>
                <a:cubicBezTo>
                  <a:pt x="754851" y="4160859"/>
                  <a:pt x="755350" y="4160610"/>
                  <a:pt x="755848" y="4160610"/>
                </a:cubicBezTo>
                <a:lnTo>
                  <a:pt x="777034" y="4160610"/>
                </a:lnTo>
                <a:cubicBezTo>
                  <a:pt x="777615" y="4160610"/>
                  <a:pt x="778114" y="4160859"/>
                  <a:pt x="778363" y="4161357"/>
                </a:cubicBezTo>
                <a:lnTo>
                  <a:pt x="788914" y="4179718"/>
                </a:lnTo>
                <a:cubicBezTo>
                  <a:pt x="789163" y="4180217"/>
                  <a:pt x="789163" y="4180715"/>
                  <a:pt x="788914" y="4181214"/>
                </a:cubicBezTo>
                <a:lnTo>
                  <a:pt x="778363" y="4199574"/>
                </a:lnTo>
                <a:cubicBezTo>
                  <a:pt x="778030" y="4200073"/>
                  <a:pt x="777532" y="4200322"/>
                  <a:pt x="777034" y="4200322"/>
                </a:cubicBezTo>
                <a:close/>
                <a:moveTo>
                  <a:pt x="1648813" y="4486494"/>
                </a:moveTo>
                <a:cubicBezTo>
                  <a:pt x="1648481" y="4486494"/>
                  <a:pt x="1647982" y="4485996"/>
                  <a:pt x="1647982" y="4485996"/>
                </a:cubicBezTo>
                <a:lnTo>
                  <a:pt x="1641503" y="4474695"/>
                </a:lnTo>
                <a:cubicBezTo>
                  <a:pt x="1641337" y="4474446"/>
                  <a:pt x="1641503" y="4473781"/>
                  <a:pt x="1641503" y="4473781"/>
                </a:cubicBezTo>
                <a:lnTo>
                  <a:pt x="1647984" y="4462479"/>
                </a:lnTo>
                <a:cubicBezTo>
                  <a:pt x="1648150" y="4462147"/>
                  <a:pt x="1648814" y="4461980"/>
                  <a:pt x="1648814" y="4461980"/>
                </a:cubicBezTo>
                <a:lnTo>
                  <a:pt x="1661858" y="4461979"/>
                </a:lnTo>
                <a:cubicBezTo>
                  <a:pt x="1662191" y="4461980"/>
                  <a:pt x="1662689" y="4462478"/>
                  <a:pt x="1662689" y="4462478"/>
                </a:cubicBezTo>
                <a:lnTo>
                  <a:pt x="1669168" y="4473779"/>
                </a:lnTo>
                <a:cubicBezTo>
                  <a:pt x="1669334" y="4474028"/>
                  <a:pt x="1669168" y="4474693"/>
                  <a:pt x="1669168" y="4474693"/>
                </a:cubicBezTo>
                <a:lnTo>
                  <a:pt x="1662687" y="4485995"/>
                </a:lnTo>
                <a:cubicBezTo>
                  <a:pt x="1662521" y="4486327"/>
                  <a:pt x="1661856" y="4486493"/>
                  <a:pt x="1661856" y="4486493"/>
                </a:cubicBezTo>
                <a:close/>
                <a:moveTo>
                  <a:pt x="2128745" y="4618378"/>
                </a:moveTo>
                <a:cubicBezTo>
                  <a:pt x="2128330" y="4618379"/>
                  <a:pt x="2127748" y="4617798"/>
                  <a:pt x="2127748" y="4617798"/>
                </a:cubicBezTo>
                <a:lnTo>
                  <a:pt x="2119691" y="4603753"/>
                </a:lnTo>
                <a:cubicBezTo>
                  <a:pt x="2119526" y="4603421"/>
                  <a:pt x="2119691" y="4602590"/>
                  <a:pt x="2119691" y="4602590"/>
                </a:cubicBezTo>
                <a:lnTo>
                  <a:pt x="2127750" y="4588546"/>
                </a:lnTo>
                <a:cubicBezTo>
                  <a:pt x="2128000" y="4588213"/>
                  <a:pt x="2128747" y="4587964"/>
                  <a:pt x="2128747" y="4587964"/>
                </a:cubicBezTo>
                <a:lnTo>
                  <a:pt x="2144949" y="4587962"/>
                </a:lnTo>
                <a:cubicBezTo>
                  <a:pt x="2145364" y="4587962"/>
                  <a:pt x="2145945" y="4588545"/>
                  <a:pt x="2145945" y="4588545"/>
                </a:cubicBezTo>
                <a:lnTo>
                  <a:pt x="2154004" y="4602588"/>
                </a:lnTo>
                <a:cubicBezTo>
                  <a:pt x="2154170" y="4602919"/>
                  <a:pt x="2154004" y="4603751"/>
                  <a:pt x="2154004" y="4603751"/>
                </a:cubicBezTo>
                <a:lnTo>
                  <a:pt x="2145944" y="4617796"/>
                </a:lnTo>
                <a:cubicBezTo>
                  <a:pt x="2145695" y="4618129"/>
                  <a:pt x="2144947" y="4618378"/>
                  <a:pt x="2144947" y="4618378"/>
                </a:cubicBezTo>
                <a:close/>
                <a:moveTo>
                  <a:pt x="2730432" y="4779931"/>
                </a:moveTo>
                <a:cubicBezTo>
                  <a:pt x="2730016" y="4779931"/>
                  <a:pt x="2729435" y="4779350"/>
                  <a:pt x="2729435" y="4779350"/>
                </a:cubicBezTo>
                <a:lnTo>
                  <a:pt x="2721211" y="4765057"/>
                </a:lnTo>
                <a:cubicBezTo>
                  <a:pt x="2720962" y="4764725"/>
                  <a:pt x="2721211" y="4763894"/>
                  <a:pt x="2721211" y="4763894"/>
                </a:cubicBezTo>
                <a:lnTo>
                  <a:pt x="2729438" y="4749599"/>
                </a:lnTo>
                <a:cubicBezTo>
                  <a:pt x="2729603" y="4749266"/>
                  <a:pt x="2730435" y="4749017"/>
                  <a:pt x="2730435" y="4749017"/>
                </a:cubicBezTo>
                <a:lnTo>
                  <a:pt x="2746884" y="4749016"/>
                </a:lnTo>
                <a:cubicBezTo>
                  <a:pt x="2747300" y="4749016"/>
                  <a:pt x="2747881" y="4749598"/>
                  <a:pt x="2747881" y="4749598"/>
                </a:cubicBezTo>
                <a:lnTo>
                  <a:pt x="2756105" y="4763891"/>
                </a:lnTo>
                <a:cubicBezTo>
                  <a:pt x="2756353" y="4764224"/>
                  <a:pt x="2756105" y="4765053"/>
                  <a:pt x="2756105" y="4765053"/>
                </a:cubicBezTo>
                <a:lnTo>
                  <a:pt x="2747879" y="4779349"/>
                </a:lnTo>
                <a:cubicBezTo>
                  <a:pt x="2747712" y="4779682"/>
                  <a:pt x="2746881" y="4779930"/>
                  <a:pt x="2746881" y="4779930"/>
                </a:cubicBezTo>
                <a:close/>
                <a:moveTo>
                  <a:pt x="3211185" y="4910271"/>
                </a:moveTo>
                <a:cubicBezTo>
                  <a:pt x="3210770" y="4910270"/>
                  <a:pt x="3210105" y="4909606"/>
                  <a:pt x="3210105" y="4909606"/>
                </a:cubicBezTo>
                <a:lnTo>
                  <a:pt x="3201134" y="4894066"/>
                </a:lnTo>
                <a:cubicBezTo>
                  <a:pt x="3200885" y="4893734"/>
                  <a:pt x="3201134" y="4892820"/>
                  <a:pt x="3201134" y="4892820"/>
                </a:cubicBezTo>
                <a:lnTo>
                  <a:pt x="3210107" y="4877280"/>
                </a:lnTo>
                <a:cubicBezTo>
                  <a:pt x="3210356" y="4876864"/>
                  <a:pt x="3210772" y="4876614"/>
                  <a:pt x="3211188" y="4876613"/>
                </a:cubicBezTo>
                <a:lnTo>
                  <a:pt x="3229050" y="4876613"/>
                </a:lnTo>
                <a:cubicBezTo>
                  <a:pt x="3229466" y="4876613"/>
                  <a:pt x="3230130" y="4877278"/>
                  <a:pt x="3230130" y="4877278"/>
                </a:cubicBezTo>
                <a:lnTo>
                  <a:pt x="3239102" y="4892817"/>
                </a:lnTo>
                <a:cubicBezTo>
                  <a:pt x="3239351" y="4893150"/>
                  <a:pt x="3239102" y="4894064"/>
                  <a:pt x="3239102" y="4894064"/>
                </a:cubicBezTo>
                <a:lnTo>
                  <a:pt x="3230127" y="4909604"/>
                </a:lnTo>
                <a:cubicBezTo>
                  <a:pt x="3229878" y="4910020"/>
                  <a:pt x="3229463" y="4910269"/>
                  <a:pt x="3229047" y="4910270"/>
                </a:cubicBezTo>
                <a:close/>
                <a:moveTo>
                  <a:pt x="2789858" y="4797468"/>
                </a:moveTo>
                <a:cubicBezTo>
                  <a:pt x="2789443" y="4797468"/>
                  <a:pt x="2788778" y="4796802"/>
                  <a:pt x="2788778" y="4796802"/>
                </a:cubicBezTo>
                <a:lnTo>
                  <a:pt x="2779807" y="4781265"/>
                </a:lnTo>
                <a:cubicBezTo>
                  <a:pt x="2779558" y="4780932"/>
                  <a:pt x="2779807" y="4780018"/>
                  <a:pt x="2779807" y="4780018"/>
                </a:cubicBezTo>
                <a:lnTo>
                  <a:pt x="2788780" y="4764478"/>
                </a:lnTo>
                <a:cubicBezTo>
                  <a:pt x="2789029" y="4764063"/>
                  <a:pt x="2789445" y="4763813"/>
                  <a:pt x="2789860" y="4763813"/>
                </a:cubicBezTo>
                <a:lnTo>
                  <a:pt x="2807722" y="4763812"/>
                </a:lnTo>
                <a:cubicBezTo>
                  <a:pt x="2808139" y="4763812"/>
                  <a:pt x="2808802" y="4764478"/>
                  <a:pt x="2808802" y="4764478"/>
                </a:cubicBezTo>
                <a:lnTo>
                  <a:pt x="2817775" y="4780016"/>
                </a:lnTo>
                <a:cubicBezTo>
                  <a:pt x="2818024" y="4780348"/>
                  <a:pt x="2817774" y="4781263"/>
                  <a:pt x="2817774" y="4781263"/>
                </a:cubicBezTo>
                <a:lnTo>
                  <a:pt x="2808800" y="4796801"/>
                </a:lnTo>
                <a:cubicBezTo>
                  <a:pt x="2808551" y="4797218"/>
                  <a:pt x="2808137" y="4797467"/>
                  <a:pt x="2807720" y="4797467"/>
                </a:cubicBezTo>
                <a:close/>
                <a:moveTo>
                  <a:pt x="3271364" y="4926516"/>
                </a:moveTo>
                <a:cubicBezTo>
                  <a:pt x="3270949" y="4926517"/>
                  <a:pt x="3270284" y="4925853"/>
                  <a:pt x="3270284" y="4925853"/>
                </a:cubicBezTo>
                <a:lnTo>
                  <a:pt x="3261313" y="4910230"/>
                </a:lnTo>
                <a:cubicBezTo>
                  <a:pt x="3261064" y="4909897"/>
                  <a:pt x="3261313" y="4908983"/>
                  <a:pt x="3261313" y="4908983"/>
                </a:cubicBezTo>
                <a:lnTo>
                  <a:pt x="3270287" y="4893360"/>
                </a:lnTo>
                <a:cubicBezTo>
                  <a:pt x="3270535" y="4892944"/>
                  <a:pt x="3270951" y="4892695"/>
                  <a:pt x="3271366" y="4892695"/>
                </a:cubicBezTo>
                <a:lnTo>
                  <a:pt x="3289395" y="4892693"/>
                </a:lnTo>
                <a:cubicBezTo>
                  <a:pt x="3289811" y="4892693"/>
                  <a:pt x="3290475" y="4893358"/>
                  <a:pt x="3290475" y="4893358"/>
                </a:cubicBezTo>
                <a:lnTo>
                  <a:pt x="3299447" y="4908980"/>
                </a:lnTo>
                <a:cubicBezTo>
                  <a:pt x="3299696" y="4909312"/>
                  <a:pt x="3299447" y="4910227"/>
                  <a:pt x="3299447" y="4910227"/>
                </a:cubicBezTo>
                <a:lnTo>
                  <a:pt x="3290473" y="4925851"/>
                </a:lnTo>
                <a:cubicBezTo>
                  <a:pt x="3290223" y="4926266"/>
                  <a:pt x="3289808" y="4926515"/>
                  <a:pt x="3289392" y="4926516"/>
                </a:cubicBezTo>
                <a:close/>
                <a:moveTo>
                  <a:pt x="2669452" y="4765339"/>
                </a:moveTo>
                <a:cubicBezTo>
                  <a:pt x="2669036" y="4765340"/>
                  <a:pt x="2668371" y="4764675"/>
                  <a:pt x="2668371" y="4764675"/>
                </a:cubicBezTo>
                <a:lnTo>
                  <a:pt x="2659400" y="4749138"/>
                </a:lnTo>
                <a:cubicBezTo>
                  <a:pt x="2659151" y="4748805"/>
                  <a:pt x="2659400" y="4747891"/>
                  <a:pt x="2659400" y="4747891"/>
                </a:cubicBezTo>
                <a:lnTo>
                  <a:pt x="2668373" y="4732354"/>
                </a:lnTo>
                <a:cubicBezTo>
                  <a:pt x="2668622" y="4731938"/>
                  <a:pt x="2669037" y="4731689"/>
                  <a:pt x="2669452" y="4731690"/>
                </a:cubicBezTo>
                <a:lnTo>
                  <a:pt x="2687315" y="4731689"/>
                </a:lnTo>
                <a:cubicBezTo>
                  <a:pt x="2687731" y="4731689"/>
                  <a:pt x="2688395" y="4732354"/>
                  <a:pt x="2688395" y="4732354"/>
                </a:cubicBezTo>
                <a:lnTo>
                  <a:pt x="2697367" y="4747891"/>
                </a:lnTo>
                <a:cubicBezTo>
                  <a:pt x="2697616" y="4748223"/>
                  <a:pt x="2697367" y="4749137"/>
                  <a:pt x="2697367" y="4749137"/>
                </a:cubicBezTo>
                <a:lnTo>
                  <a:pt x="2688394" y="4764674"/>
                </a:lnTo>
                <a:cubicBezTo>
                  <a:pt x="2688145" y="4765090"/>
                  <a:pt x="2687730" y="4765340"/>
                  <a:pt x="2687314" y="4765339"/>
                </a:cubicBezTo>
                <a:close/>
                <a:moveTo>
                  <a:pt x="2910143" y="4829907"/>
                </a:moveTo>
                <a:cubicBezTo>
                  <a:pt x="2909728" y="4829907"/>
                  <a:pt x="2909063" y="4829243"/>
                  <a:pt x="2909063" y="4829243"/>
                </a:cubicBezTo>
                <a:lnTo>
                  <a:pt x="2900009" y="4813539"/>
                </a:lnTo>
                <a:cubicBezTo>
                  <a:pt x="2899760" y="4813205"/>
                  <a:pt x="2900009" y="4812292"/>
                  <a:pt x="2900009" y="4812292"/>
                </a:cubicBezTo>
                <a:lnTo>
                  <a:pt x="2909065" y="4796587"/>
                </a:lnTo>
                <a:cubicBezTo>
                  <a:pt x="2909231" y="4796170"/>
                  <a:pt x="2909730" y="4795922"/>
                  <a:pt x="2910145" y="4795921"/>
                </a:cubicBezTo>
                <a:lnTo>
                  <a:pt x="2928257" y="4795920"/>
                </a:lnTo>
                <a:cubicBezTo>
                  <a:pt x="2928672" y="4795920"/>
                  <a:pt x="2929337" y="4796585"/>
                  <a:pt x="2929337" y="4796585"/>
                </a:cubicBezTo>
                <a:lnTo>
                  <a:pt x="2938391" y="4812290"/>
                </a:lnTo>
                <a:cubicBezTo>
                  <a:pt x="2938641" y="4812622"/>
                  <a:pt x="2938391" y="4813537"/>
                  <a:pt x="2938391" y="4813537"/>
                </a:cubicBezTo>
                <a:lnTo>
                  <a:pt x="2929335" y="4829242"/>
                </a:lnTo>
                <a:cubicBezTo>
                  <a:pt x="2929169" y="4829657"/>
                  <a:pt x="2928670" y="4829907"/>
                  <a:pt x="2928255" y="4829906"/>
                </a:cubicBezTo>
                <a:close/>
                <a:moveTo>
                  <a:pt x="3331402" y="4942863"/>
                </a:moveTo>
                <a:cubicBezTo>
                  <a:pt x="3330987" y="4942863"/>
                  <a:pt x="3330322" y="4942197"/>
                  <a:pt x="3330322" y="4942197"/>
                </a:cubicBezTo>
                <a:lnTo>
                  <a:pt x="3321184" y="4926327"/>
                </a:lnTo>
                <a:cubicBezTo>
                  <a:pt x="3320936" y="4925912"/>
                  <a:pt x="3321185" y="4924996"/>
                  <a:pt x="3321185" y="4924996"/>
                </a:cubicBezTo>
                <a:lnTo>
                  <a:pt x="3330324" y="4909124"/>
                </a:lnTo>
                <a:cubicBezTo>
                  <a:pt x="3330491" y="4908708"/>
                  <a:pt x="3330989" y="4908458"/>
                  <a:pt x="3331404" y="4908458"/>
                </a:cubicBezTo>
                <a:lnTo>
                  <a:pt x="3349682" y="4908458"/>
                </a:lnTo>
                <a:cubicBezTo>
                  <a:pt x="3350098" y="4908457"/>
                  <a:pt x="3350763" y="4909122"/>
                  <a:pt x="3350763" y="4909122"/>
                </a:cubicBezTo>
                <a:lnTo>
                  <a:pt x="3359900" y="4924993"/>
                </a:lnTo>
                <a:cubicBezTo>
                  <a:pt x="3360150" y="4925409"/>
                  <a:pt x="3359899" y="4926323"/>
                  <a:pt x="3359899" y="4926323"/>
                </a:cubicBezTo>
                <a:lnTo>
                  <a:pt x="3350760" y="4942197"/>
                </a:lnTo>
                <a:cubicBezTo>
                  <a:pt x="3350594" y="4942613"/>
                  <a:pt x="3350095" y="4942861"/>
                  <a:pt x="3349680" y="4942861"/>
                </a:cubicBezTo>
                <a:close/>
                <a:moveTo>
                  <a:pt x="3451842" y="4975199"/>
                </a:moveTo>
                <a:cubicBezTo>
                  <a:pt x="3451427" y="4975199"/>
                  <a:pt x="3450762" y="4974535"/>
                  <a:pt x="3450762" y="4974535"/>
                </a:cubicBezTo>
                <a:lnTo>
                  <a:pt x="3441790" y="4958915"/>
                </a:lnTo>
                <a:cubicBezTo>
                  <a:pt x="3441541" y="4958583"/>
                  <a:pt x="3441790" y="4957669"/>
                  <a:pt x="3441790" y="4957669"/>
                </a:cubicBezTo>
                <a:lnTo>
                  <a:pt x="3450762" y="4942050"/>
                </a:lnTo>
                <a:cubicBezTo>
                  <a:pt x="3451011" y="4941634"/>
                  <a:pt x="3451427" y="4941385"/>
                  <a:pt x="3451842" y="4941385"/>
                </a:cubicBezTo>
                <a:lnTo>
                  <a:pt x="3469870" y="4941385"/>
                </a:lnTo>
                <a:cubicBezTo>
                  <a:pt x="3470286" y="4941385"/>
                  <a:pt x="3470950" y="4942050"/>
                  <a:pt x="3470950" y="4942050"/>
                </a:cubicBezTo>
                <a:lnTo>
                  <a:pt x="3479923" y="4957668"/>
                </a:lnTo>
                <a:cubicBezTo>
                  <a:pt x="3480172" y="4958001"/>
                  <a:pt x="3479923" y="4958915"/>
                  <a:pt x="3479923" y="4958915"/>
                </a:cubicBezTo>
                <a:lnTo>
                  <a:pt x="3470950" y="4974535"/>
                </a:lnTo>
                <a:cubicBezTo>
                  <a:pt x="3470701" y="4974950"/>
                  <a:pt x="3470286" y="4975199"/>
                  <a:pt x="3469870" y="4975199"/>
                </a:cubicBezTo>
                <a:close/>
                <a:moveTo>
                  <a:pt x="3030451" y="4862299"/>
                </a:moveTo>
                <a:cubicBezTo>
                  <a:pt x="3030036" y="4862299"/>
                  <a:pt x="3029372" y="4861633"/>
                  <a:pt x="3029372" y="4861633"/>
                </a:cubicBezTo>
                <a:lnTo>
                  <a:pt x="3020234" y="4845763"/>
                </a:lnTo>
                <a:cubicBezTo>
                  <a:pt x="3019986" y="4845348"/>
                  <a:pt x="3020234" y="4844433"/>
                  <a:pt x="3020234" y="4844433"/>
                </a:cubicBezTo>
                <a:lnTo>
                  <a:pt x="3029374" y="4828562"/>
                </a:lnTo>
                <a:cubicBezTo>
                  <a:pt x="3029541" y="4828145"/>
                  <a:pt x="3030039" y="4827896"/>
                  <a:pt x="3030454" y="4827896"/>
                </a:cubicBezTo>
                <a:lnTo>
                  <a:pt x="3048732" y="4827895"/>
                </a:lnTo>
                <a:cubicBezTo>
                  <a:pt x="3049147" y="4827895"/>
                  <a:pt x="3049812" y="4828560"/>
                  <a:pt x="3049812" y="4828560"/>
                </a:cubicBezTo>
                <a:lnTo>
                  <a:pt x="3058949" y="4844432"/>
                </a:lnTo>
                <a:cubicBezTo>
                  <a:pt x="3059199" y="4844846"/>
                  <a:pt x="3058949" y="4845761"/>
                  <a:pt x="3058949" y="4845761"/>
                </a:cubicBezTo>
                <a:lnTo>
                  <a:pt x="3049810" y="4861633"/>
                </a:lnTo>
                <a:cubicBezTo>
                  <a:pt x="3049644" y="4862049"/>
                  <a:pt x="3049145" y="4862297"/>
                  <a:pt x="3048730" y="4862298"/>
                </a:cubicBezTo>
                <a:close/>
                <a:moveTo>
                  <a:pt x="382221" y="4152772"/>
                </a:moveTo>
                <a:cubicBezTo>
                  <a:pt x="381805" y="4152772"/>
                  <a:pt x="381141" y="4152106"/>
                  <a:pt x="381141" y="4152106"/>
                </a:cubicBezTo>
                <a:lnTo>
                  <a:pt x="372086" y="4136320"/>
                </a:lnTo>
                <a:cubicBezTo>
                  <a:pt x="371836" y="4135905"/>
                  <a:pt x="372085" y="4134991"/>
                  <a:pt x="372085" y="4134991"/>
                </a:cubicBezTo>
                <a:lnTo>
                  <a:pt x="381225" y="4119204"/>
                </a:lnTo>
                <a:cubicBezTo>
                  <a:pt x="381390" y="4118788"/>
                  <a:pt x="381889" y="4118539"/>
                  <a:pt x="382304" y="4118538"/>
                </a:cubicBezTo>
                <a:lnTo>
                  <a:pt x="400499" y="4118538"/>
                </a:lnTo>
                <a:cubicBezTo>
                  <a:pt x="400914" y="4118538"/>
                  <a:pt x="401579" y="4119203"/>
                  <a:pt x="401579" y="4119203"/>
                </a:cubicBezTo>
                <a:lnTo>
                  <a:pt x="410635" y="4134990"/>
                </a:lnTo>
                <a:cubicBezTo>
                  <a:pt x="410883" y="4135405"/>
                  <a:pt x="410635" y="4136319"/>
                  <a:pt x="410635" y="4136319"/>
                </a:cubicBezTo>
                <a:lnTo>
                  <a:pt x="401494" y="4152106"/>
                </a:lnTo>
                <a:cubicBezTo>
                  <a:pt x="401329" y="4152521"/>
                  <a:pt x="400830" y="4152771"/>
                  <a:pt x="400415" y="4152771"/>
                </a:cubicBezTo>
                <a:close/>
                <a:moveTo>
                  <a:pt x="2849829" y="4814072"/>
                </a:moveTo>
                <a:cubicBezTo>
                  <a:pt x="2849414" y="4814072"/>
                  <a:pt x="2848750" y="4813407"/>
                  <a:pt x="2848750" y="4813407"/>
                </a:cubicBezTo>
                <a:lnTo>
                  <a:pt x="2839695" y="4797622"/>
                </a:lnTo>
                <a:cubicBezTo>
                  <a:pt x="2839446" y="4797207"/>
                  <a:pt x="2839695" y="4796293"/>
                  <a:pt x="2839695" y="4796293"/>
                </a:cubicBezTo>
                <a:lnTo>
                  <a:pt x="2848834" y="4780507"/>
                </a:lnTo>
                <a:cubicBezTo>
                  <a:pt x="2849000" y="4780091"/>
                  <a:pt x="2849498" y="4779842"/>
                  <a:pt x="2849914" y="4779842"/>
                </a:cubicBezTo>
                <a:lnTo>
                  <a:pt x="2868108" y="4779842"/>
                </a:lnTo>
                <a:cubicBezTo>
                  <a:pt x="2868523" y="4779842"/>
                  <a:pt x="2869188" y="4780507"/>
                  <a:pt x="2869188" y="4780507"/>
                </a:cubicBezTo>
                <a:lnTo>
                  <a:pt x="2878244" y="4796292"/>
                </a:lnTo>
                <a:cubicBezTo>
                  <a:pt x="2878493" y="4796708"/>
                  <a:pt x="2878244" y="4797621"/>
                  <a:pt x="2878244" y="4797621"/>
                </a:cubicBezTo>
                <a:lnTo>
                  <a:pt x="2869104" y="4813407"/>
                </a:lnTo>
                <a:cubicBezTo>
                  <a:pt x="2868939" y="4813822"/>
                  <a:pt x="2868440" y="4814072"/>
                  <a:pt x="2868024" y="4814072"/>
                </a:cubicBezTo>
                <a:close/>
                <a:moveTo>
                  <a:pt x="3090505" y="4878785"/>
                </a:moveTo>
                <a:cubicBezTo>
                  <a:pt x="3090006" y="4878785"/>
                  <a:pt x="3089341" y="4878120"/>
                  <a:pt x="3089341" y="4878120"/>
                </a:cubicBezTo>
                <a:lnTo>
                  <a:pt x="3080121" y="4862084"/>
                </a:lnTo>
                <a:cubicBezTo>
                  <a:pt x="3079872" y="4861669"/>
                  <a:pt x="3080121" y="4860754"/>
                  <a:pt x="3080121" y="4860754"/>
                </a:cubicBezTo>
                <a:lnTo>
                  <a:pt x="3089342" y="4844718"/>
                </a:lnTo>
                <a:cubicBezTo>
                  <a:pt x="3089592" y="4844302"/>
                  <a:pt x="3090007" y="4844053"/>
                  <a:pt x="3090506" y="4844053"/>
                </a:cubicBezTo>
                <a:lnTo>
                  <a:pt x="3109033" y="4844052"/>
                </a:lnTo>
                <a:cubicBezTo>
                  <a:pt x="3109532" y="4844052"/>
                  <a:pt x="3110196" y="4844717"/>
                  <a:pt x="3110196" y="4844717"/>
                </a:cubicBezTo>
                <a:lnTo>
                  <a:pt x="3119417" y="4860753"/>
                </a:lnTo>
                <a:cubicBezTo>
                  <a:pt x="3119667" y="4861168"/>
                  <a:pt x="3119417" y="4862083"/>
                  <a:pt x="3119417" y="4862083"/>
                </a:cubicBezTo>
                <a:lnTo>
                  <a:pt x="3110194" y="4878119"/>
                </a:lnTo>
                <a:cubicBezTo>
                  <a:pt x="3109945" y="4878535"/>
                  <a:pt x="3109530" y="4878784"/>
                  <a:pt x="3109031" y="4878784"/>
                </a:cubicBezTo>
                <a:close/>
                <a:moveTo>
                  <a:pt x="2969994" y="4846583"/>
                </a:moveTo>
                <a:cubicBezTo>
                  <a:pt x="2969496" y="4846583"/>
                  <a:pt x="2968831" y="4845920"/>
                  <a:pt x="2968831" y="4845920"/>
                </a:cubicBezTo>
                <a:lnTo>
                  <a:pt x="2959444" y="4829715"/>
                </a:lnTo>
                <a:cubicBezTo>
                  <a:pt x="2959195" y="4829300"/>
                  <a:pt x="2959444" y="4828386"/>
                  <a:pt x="2959444" y="4828386"/>
                </a:cubicBezTo>
                <a:lnTo>
                  <a:pt x="2968833" y="4812182"/>
                </a:lnTo>
                <a:cubicBezTo>
                  <a:pt x="2969082" y="4811766"/>
                  <a:pt x="2969498" y="4811516"/>
                  <a:pt x="2969996" y="4811517"/>
                </a:cubicBezTo>
                <a:lnTo>
                  <a:pt x="2988689" y="4811516"/>
                </a:lnTo>
                <a:cubicBezTo>
                  <a:pt x="2989187" y="4811516"/>
                  <a:pt x="2989852" y="4812180"/>
                  <a:pt x="2989852" y="4812180"/>
                </a:cubicBezTo>
                <a:lnTo>
                  <a:pt x="2999240" y="4828383"/>
                </a:lnTo>
                <a:cubicBezTo>
                  <a:pt x="2999488" y="4828799"/>
                  <a:pt x="2999240" y="4829712"/>
                  <a:pt x="2999240" y="4829712"/>
                </a:cubicBezTo>
                <a:lnTo>
                  <a:pt x="2989850" y="4845918"/>
                </a:lnTo>
                <a:cubicBezTo>
                  <a:pt x="2989601" y="4846333"/>
                  <a:pt x="2989185" y="4846582"/>
                  <a:pt x="2988687" y="4846582"/>
                </a:cubicBezTo>
                <a:close/>
                <a:moveTo>
                  <a:pt x="3150666" y="4895008"/>
                </a:moveTo>
                <a:cubicBezTo>
                  <a:pt x="3150167" y="4895007"/>
                  <a:pt x="3149502" y="4894343"/>
                  <a:pt x="3149502" y="4894343"/>
                </a:cubicBezTo>
                <a:lnTo>
                  <a:pt x="3140281" y="4878308"/>
                </a:lnTo>
                <a:cubicBezTo>
                  <a:pt x="3140032" y="4877893"/>
                  <a:pt x="3140281" y="4876979"/>
                  <a:pt x="3140281" y="4876979"/>
                </a:cubicBezTo>
                <a:lnTo>
                  <a:pt x="3149503" y="4860944"/>
                </a:lnTo>
                <a:cubicBezTo>
                  <a:pt x="3149752" y="4860528"/>
                  <a:pt x="3150168" y="4860279"/>
                  <a:pt x="3150667" y="4860279"/>
                </a:cubicBezTo>
                <a:lnTo>
                  <a:pt x="3169193" y="4860278"/>
                </a:lnTo>
                <a:cubicBezTo>
                  <a:pt x="3169692" y="4860278"/>
                  <a:pt x="3170356" y="4860943"/>
                  <a:pt x="3170356" y="4860943"/>
                </a:cubicBezTo>
                <a:lnTo>
                  <a:pt x="3179578" y="4876978"/>
                </a:lnTo>
                <a:cubicBezTo>
                  <a:pt x="3179828" y="4877393"/>
                  <a:pt x="3179578" y="4878307"/>
                  <a:pt x="3179578" y="4878307"/>
                </a:cubicBezTo>
                <a:lnTo>
                  <a:pt x="3170355" y="4894342"/>
                </a:lnTo>
                <a:cubicBezTo>
                  <a:pt x="3170106" y="4894758"/>
                  <a:pt x="3169691" y="4895007"/>
                  <a:pt x="3169192" y="4895007"/>
                </a:cubicBezTo>
                <a:close/>
                <a:moveTo>
                  <a:pt x="441972" y="4169720"/>
                </a:moveTo>
                <a:cubicBezTo>
                  <a:pt x="441473" y="4169720"/>
                  <a:pt x="440809" y="4169055"/>
                  <a:pt x="440809" y="4169055"/>
                </a:cubicBezTo>
                <a:lnTo>
                  <a:pt x="431256" y="4152521"/>
                </a:lnTo>
                <a:cubicBezTo>
                  <a:pt x="431006" y="4152105"/>
                  <a:pt x="431255" y="4151191"/>
                  <a:pt x="431255" y="4151191"/>
                </a:cubicBezTo>
                <a:lnTo>
                  <a:pt x="440810" y="4134655"/>
                </a:lnTo>
                <a:cubicBezTo>
                  <a:pt x="441059" y="4134239"/>
                  <a:pt x="441474" y="4133990"/>
                  <a:pt x="441973" y="4133990"/>
                </a:cubicBezTo>
                <a:lnTo>
                  <a:pt x="461082" y="4133989"/>
                </a:lnTo>
                <a:cubicBezTo>
                  <a:pt x="461581" y="4133989"/>
                  <a:pt x="462245" y="4134654"/>
                  <a:pt x="462245" y="4134654"/>
                </a:cubicBezTo>
                <a:lnTo>
                  <a:pt x="471798" y="4151188"/>
                </a:lnTo>
                <a:cubicBezTo>
                  <a:pt x="472047" y="4151605"/>
                  <a:pt x="471798" y="4152519"/>
                  <a:pt x="471798" y="4152519"/>
                </a:cubicBezTo>
                <a:lnTo>
                  <a:pt x="462243" y="4169055"/>
                </a:lnTo>
                <a:cubicBezTo>
                  <a:pt x="461994" y="4169471"/>
                  <a:pt x="461579" y="4169720"/>
                  <a:pt x="461080" y="4169720"/>
                </a:cubicBezTo>
                <a:close/>
                <a:moveTo>
                  <a:pt x="1705850" y="4508422"/>
                </a:moveTo>
                <a:cubicBezTo>
                  <a:pt x="1705351" y="4508423"/>
                  <a:pt x="1704687" y="4507758"/>
                  <a:pt x="1704687" y="4507758"/>
                </a:cubicBezTo>
                <a:lnTo>
                  <a:pt x="1695217" y="4491308"/>
                </a:lnTo>
                <a:cubicBezTo>
                  <a:pt x="1694968" y="4490891"/>
                  <a:pt x="1695217" y="4489978"/>
                  <a:pt x="1695217" y="4489978"/>
                </a:cubicBezTo>
                <a:lnTo>
                  <a:pt x="1704771" y="4473527"/>
                </a:lnTo>
                <a:cubicBezTo>
                  <a:pt x="1705020" y="4473111"/>
                  <a:pt x="1705435" y="4472862"/>
                  <a:pt x="1705934" y="4472862"/>
                </a:cubicBezTo>
                <a:lnTo>
                  <a:pt x="1724959" y="4472862"/>
                </a:lnTo>
                <a:cubicBezTo>
                  <a:pt x="1725457" y="4472861"/>
                  <a:pt x="1726122" y="4473526"/>
                  <a:pt x="1726122" y="4473526"/>
                </a:cubicBezTo>
                <a:lnTo>
                  <a:pt x="1735593" y="4489977"/>
                </a:lnTo>
                <a:cubicBezTo>
                  <a:pt x="1735842" y="4490393"/>
                  <a:pt x="1735593" y="4491307"/>
                  <a:pt x="1735593" y="4491307"/>
                </a:cubicBezTo>
                <a:lnTo>
                  <a:pt x="1726038" y="4507757"/>
                </a:lnTo>
                <a:cubicBezTo>
                  <a:pt x="1725790" y="4508173"/>
                  <a:pt x="1725374" y="4508423"/>
                  <a:pt x="1724876" y="4508422"/>
                </a:cubicBezTo>
                <a:close/>
                <a:moveTo>
                  <a:pt x="2608629" y="4750381"/>
                </a:moveTo>
                <a:cubicBezTo>
                  <a:pt x="2608130" y="4750381"/>
                  <a:pt x="2607466" y="4749716"/>
                  <a:pt x="2607466" y="4749716"/>
                </a:cubicBezTo>
                <a:lnTo>
                  <a:pt x="2597995" y="4733266"/>
                </a:lnTo>
                <a:cubicBezTo>
                  <a:pt x="2597747" y="4732851"/>
                  <a:pt x="2597996" y="4731936"/>
                  <a:pt x="2597996" y="4731936"/>
                </a:cubicBezTo>
                <a:lnTo>
                  <a:pt x="2607550" y="4715487"/>
                </a:lnTo>
                <a:cubicBezTo>
                  <a:pt x="2607799" y="4715071"/>
                  <a:pt x="2608214" y="4714822"/>
                  <a:pt x="2608713" y="4714822"/>
                </a:cubicBezTo>
                <a:lnTo>
                  <a:pt x="2627738" y="4714821"/>
                </a:lnTo>
                <a:cubicBezTo>
                  <a:pt x="2628236" y="4714822"/>
                  <a:pt x="2628901" y="4715486"/>
                  <a:pt x="2628901" y="4715486"/>
                </a:cubicBezTo>
                <a:lnTo>
                  <a:pt x="2638372" y="4731936"/>
                </a:lnTo>
                <a:cubicBezTo>
                  <a:pt x="2638621" y="4732352"/>
                  <a:pt x="2638372" y="4733266"/>
                  <a:pt x="2638372" y="4733266"/>
                </a:cubicBezTo>
                <a:lnTo>
                  <a:pt x="2628817" y="4749715"/>
                </a:lnTo>
                <a:cubicBezTo>
                  <a:pt x="2628569" y="4750132"/>
                  <a:pt x="2628154" y="4750381"/>
                  <a:pt x="2627655" y="4750381"/>
                </a:cubicBezTo>
                <a:close/>
                <a:moveTo>
                  <a:pt x="3391056" y="4960088"/>
                </a:moveTo>
                <a:cubicBezTo>
                  <a:pt x="3390558" y="4960088"/>
                  <a:pt x="3389893" y="4959423"/>
                  <a:pt x="3389893" y="4959423"/>
                </a:cubicBezTo>
                <a:lnTo>
                  <a:pt x="3380340" y="4942890"/>
                </a:lnTo>
                <a:cubicBezTo>
                  <a:pt x="3380090" y="4942474"/>
                  <a:pt x="3380339" y="4941560"/>
                  <a:pt x="3380339" y="4941560"/>
                </a:cubicBezTo>
                <a:lnTo>
                  <a:pt x="3389894" y="4925027"/>
                </a:lnTo>
                <a:cubicBezTo>
                  <a:pt x="3390143" y="4924611"/>
                  <a:pt x="3390559" y="4924362"/>
                  <a:pt x="3391057" y="4924362"/>
                </a:cubicBezTo>
                <a:lnTo>
                  <a:pt x="3410165" y="4924362"/>
                </a:lnTo>
                <a:cubicBezTo>
                  <a:pt x="3410664" y="4924362"/>
                  <a:pt x="3411328" y="4925027"/>
                  <a:pt x="3411328" y="4925027"/>
                </a:cubicBezTo>
                <a:lnTo>
                  <a:pt x="3420881" y="4941559"/>
                </a:lnTo>
                <a:cubicBezTo>
                  <a:pt x="3421132" y="4941976"/>
                  <a:pt x="3420882" y="4942889"/>
                  <a:pt x="3420882" y="4942889"/>
                </a:cubicBezTo>
                <a:lnTo>
                  <a:pt x="3411327" y="4959423"/>
                </a:lnTo>
                <a:cubicBezTo>
                  <a:pt x="3411078" y="4959838"/>
                  <a:pt x="3410663" y="4960088"/>
                  <a:pt x="3410164" y="4960088"/>
                </a:cubicBezTo>
                <a:close/>
                <a:moveTo>
                  <a:pt x="2066771" y="4605524"/>
                </a:moveTo>
                <a:cubicBezTo>
                  <a:pt x="2066273" y="4605524"/>
                  <a:pt x="2065857" y="4605275"/>
                  <a:pt x="2065608" y="4604859"/>
                </a:cubicBezTo>
                <a:lnTo>
                  <a:pt x="2055888" y="4587909"/>
                </a:lnTo>
                <a:cubicBezTo>
                  <a:pt x="2055640" y="4587494"/>
                  <a:pt x="2055639" y="4586912"/>
                  <a:pt x="2055889" y="4586497"/>
                </a:cubicBezTo>
                <a:lnTo>
                  <a:pt x="2065693" y="4569546"/>
                </a:lnTo>
                <a:cubicBezTo>
                  <a:pt x="2065941" y="4569130"/>
                  <a:pt x="2066357" y="4568881"/>
                  <a:pt x="2066855" y="4568881"/>
                </a:cubicBezTo>
                <a:lnTo>
                  <a:pt x="2086380" y="4568880"/>
                </a:lnTo>
                <a:cubicBezTo>
                  <a:pt x="2086878" y="4568880"/>
                  <a:pt x="2087294" y="4569129"/>
                  <a:pt x="2087543" y="4569545"/>
                </a:cubicBezTo>
                <a:lnTo>
                  <a:pt x="2097262" y="4586495"/>
                </a:lnTo>
                <a:cubicBezTo>
                  <a:pt x="2097511" y="4586910"/>
                  <a:pt x="2097511" y="4587492"/>
                  <a:pt x="2097262" y="4587907"/>
                </a:cubicBezTo>
                <a:lnTo>
                  <a:pt x="2087458" y="4604858"/>
                </a:lnTo>
                <a:cubicBezTo>
                  <a:pt x="2087209" y="4605274"/>
                  <a:pt x="2086793" y="4605523"/>
                  <a:pt x="2086295" y="4605523"/>
                </a:cubicBezTo>
                <a:close/>
                <a:moveTo>
                  <a:pt x="2006030" y="4590421"/>
                </a:moveTo>
                <a:cubicBezTo>
                  <a:pt x="2005531" y="4590422"/>
                  <a:pt x="2005033" y="4590091"/>
                  <a:pt x="2004784" y="4589674"/>
                </a:cubicBezTo>
                <a:lnTo>
                  <a:pt x="1994400" y="4571725"/>
                </a:lnTo>
                <a:cubicBezTo>
                  <a:pt x="1994152" y="4571226"/>
                  <a:pt x="1994151" y="4570644"/>
                  <a:pt x="1994401" y="4570229"/>
                </a:cubicBezTo>
                <a:lnTo>
                  <a:pt x="2004787" y="4552278"/>
                </a:lnTo>
                <a:cubicBezTo>
                  <a:pt x="2005036" y="4551779"/>
                  <a:pt x="2005534" y="4551531"/>
                  <a:pt x="2006033" y="4551531"/>
                </a:cubicBezTo>
                <a:lnTo>
                  <a:pt x="2026803" y="4551529"/>
                </a:lnTo>
                <a:cubicBezTo>
                  <a:pt x="2027301" y="4551529"/>
                  <a:pt x="2027800" y="4551861"/>
                  <a:pt x="2028049" y="4552277"/>
                </a:cubicBezTo>
                <a:lnTo>
                  <a:pt x="2038433" y="4570226"/>
                </a:lnTo>
                <a:cubicBezTo>
                  <a:pt x="2038682" y="4570724"/>
                  <a:pt x="2038682" y="4571307"/>
                  <a:pt x="2038433" y="4571721"/>
                </a:cubicBezTo>
                <a:lnTo>
                  <a:pt x="2028047" y="4589672"/>
                </a:lnTo>
                <a:cubicBezTo>
                  <a:pt x="2027798" y="4590171"/>
                  <a:pt x="2027299" y="4590420"/>
                  <a:pt x="2026801" y="4590420"/>
                </a:cubicBezTo>
                <a:close/>
                <a:moveTo>
                  <a:pt x="862472" y="4284084"/>
                </a:moveTo>
                <a:cubicBezTo>
                  <a:pt x="861974" y="4284084"/>
                  <a:pt x="861475" y="4283752"/>
                  <a:pt x="861226" y="4283337"/>
                </a:cubicBezTo>
                <a:lnTo>
                  <a:pt x="850842" y="4265388"/>
                </a:lnTo>
                <a:cubicBezTo>
                  <a:pt x="850593" y="4264890"/>
                  <a:pt x="850593" y="4264308"/>
                  <a:pt x="850843" y="4263893"/>
                </a:cubicBezTo>
                <a:lnTo>
                  <a:pt x="861228" y="4245944"/>
                </a:lnTo>
                <a:cubicBezTo>
                  <a:pt x="861478" y="4245445"/>
                  <a:pt x="861977" y="4245196"/>
                  <a:pt x="862474" y="4245196"/>
                </a:cubicBezTo>
                <a:lnTo>
                  <a:pt x="883245" y="4245194"/>
                </a:lnTo>
                <a:cubicBezTo>
                  <a:pt x="883742" y="4245195"/>
                  <a:pt x="884241" y="4245527"/>
                  <a:pt x="884491" y="4245942"/>
                </a:cubicBezTo>
                <a:lnTo>
                  <a:pt x="894875" y="4263890"/>
                </a:lnTo>
                <a:cubicBezTo>
                  <a:pt x="895124" y="4264389"/>
                  <a:pt x="895124" y="4264971"/>
                  <a:pt x="894875" y="4265386"/>
                </a:cubicBezTo>
                <a:lnTo>
                  <a:pt x="884489" y="4283335"/>
                </a:lnTo>
                <a:cubicBezTo>
                  <a:pt x="884240" y="4283835"/>
                  <a:pt x="883741" y="4284084"/>
                  <a:pt x="883243" y="4284083"/>
                </a:cubicBezTo>
                <a:close/>
                <a:moveTo>
                  <a:pt x="1223525" y="4380858"/>
                </a:moveTo>
                <a:cubicBezTo>
                  <a:pt x="1223026" y="4380856"/>
                  <a:pt x="1222529" y="4380525"/>
                  <a:pt x="1222279" y="4380109"/>
                </a:cubicBezTo>
                <a:lnTo>
                  <a:pt x="1211896" y="4362077"/>
                </a:lnTo>
                <a:cubicBezTo>
                  <a:pt x="1211646" y="4361579"/>
                  <a:pt x="1211647" y="4360997"/>
                  <a:pt x="1211896" y="4360582"/>
                </a:cubicBezTo>
                <a:lnTo>
                  <a:pt x="1222365" y="4342548"/>
                </a:lnTo>
                <a:cubicBezTo>
                  <a:pt x="1222614" y="4342049"/>
                  <a:pt x="1223113" y="4341801"/>
                  <a:pt x="1223611" y="4341800"/>
                </a:cubicBezTo>
                <a:lnTo>
                  <a:pt x="1244464" y="4341799"/>
                </a:lnTo>
                <a:cubicBezTo>
                  <a:pt x="1244963" y="4341798"/>
                  <a:pt x="1245461" y="4342131"/>
                  <a:pt x="1245711" y="4342547"/>
                </a:cubicBezTo>
                <a:lnTo>
                  <a:pt x="1256095" y="4360579"/>
                </a:lnTo>
                <a:cubicBezTo>
                  <a:pt x="1256344" y="4361077"/>
                  <a:pt x="1256343" y="4361659"/>
                  <a:pt x="1256095" y="4362074"/>
                </a:cubicBezTo>
                <a:lnTo>
                  <a:pt x="1245625" y="4380107"/>
                </a:lnTo>
                <a:cubicBezTo>
                  <a:pt x="1245376" y="4380607"/>
                  <a:pt x="1244877" y="4380856"/>
                  <a:pt x="1244379" y="4380856"/>
                </a:cubicBezTo>
                <a:close/>
                <a:moveTo>
                  <a:pt x="1765198" y="4526011"/>
                </a:moveTo>
                <a:cubicBezTo>
                  <a:pt x="1764699" y="4526011"/>
                  <a:pt x="1764201" y="4525679"/>
                  <a:pt x="1763952" y="4525263"/>
                </a:cubicBezTo>
                <a:lnTo>
                  <a:pt x="1753568" y="4507230"/>
                </a:lnTo>
                <a:cubicBezTo>
                  <a:pt x="1753319" y="4506732"/>
                  <a:pt x="1753319" y="4506150"/>
                  <a:pt x="1753568" y="4505736"/>
                </a:cubicBezTo>
                <a:lnTo>
                  <a:pt x="1764038" y="4487702"/>
                </a:lnTo>
                <a:cubicBezTo>
                  <a:pt x="1764287" y="4487202"/>
                  <a:pt x="1764786" y="4486954"/>
                  <a:pt x="1765284" y="4486954"/>
                </a:cubicBezTo>
                <a:lnTo>
                  <a:pt x="1786137" y="4486952"/>
                </a:lnTo>
                <a:cubicBezTo>
                  <a:pt x="1786636" y="4486952"/>
                  <a:pt x="1787134" y="4487285"/>
                  <a:pt x="1787383" y="4487701"/>
                </a:cubicBezTo>
                <a:lnTo>
                  <a:pt x="1797767" y="4505732"/>
                </a:lnTo>
                <a:cubicBezTo>
                  <a:pt x="1798016" y="4506230"/>
                  <a:pt x="1798016" y="4506813"/>
                  <a:pt x="1797767" y="4507227"/>
                </a:cubicBezTo>
                <a:lnTo>
                  <a:pt x="1787297" y="4525261"/>
                </a:lnTo>
                <a:cubicBezTo>
                  <a:pt x="1787049" y="4525760"/>
                  <a:pt x="1786549" y="4526009"/>
                  <a:pt x="1786051" y="4526009"/>
                </a:cubicBezTo>
                <a:close/>
                <a:moveTo>
                  <a:pt x="1885548" y="4558349"/>
                </a:moveTo>
                <a:cubicBezTo>
                  <a:pt x="1885049" y="4558349"/>
                  <a:pt x="1884551" y="4558018"/>
                  <a:pt x="1884302" y="4557601"/>
                </a:cubicBezTo>
                <a:lnTo>
                  <a:pt x="1873918" y="4539571"/>
                </a:lnTo>
                <a:cubicBezTo>
                  <a:pt x="1873669" y="4539073"/>
                  <a:pt x="1873669" y="4538491"/>
                  <a:pt x="1873918" y="4538075"/>
                </a:cubicBezTo>
                <a:lnTo>
                  <a:pt x="1884387" y="4520043"/>
                </a:lnTo>
                <a:cubicBezTo>
                  <a:pt x="1884636" y="4519544"/>
                  <a:pt x="1885135" y="4519296"/>
                  <a:pt x="1885633" y="4519296"/>
                </a:cubicBezTo>
                <a:lnTo>
                  <a:pt x="1906486" y="4519294"/>
                </a:lnTo>
                <a:cubicBezTo>
                  <a:pt x="1906985" y="4519295"/>
                  <a:pt x="1907483" y="4519626"/>
                  <a:pt x="1907732" y="4520043"/>
                </a:cubicBezTo>
                <a:lnTo>
                  <a:pt x="1918116" y="4538073"/>
                </a:lnTo>
                <a:cubicBezTo>
                  <a:pt x="1918365" y="4538571"/>
                  <a:pt x="1918365" y="4539153"/>
                  <a:pt x="1918116" y="4539568"/>
                </a:cubicBezTo>
                <a:lnTo>
                  <a:pt x="1907647" y="4557600"/>
                </a:lnTo>
                <a:cubicBezTo>
                  <a:pt x="1907399" y="4558099"/>
                  <a:pt x="1906899" y="4558349"/>
                  <a:pt x="1906401" y="4558348"/>
                </a:cubicBezTo>
                <a:close/>
                <a:moveTo>
                  <a:pt x="922542" y="4300352"/>
                </a:moveTo>
                <a:cubicBezTo>
                  <a:pt x="922044" y="4300353"/>
                  <a:pt x="921545" y="4300019"/>
                  <a:pt x="921296" y="4299605"/>
                </a:cubicBezTo>
                <a:lnTo>
                  <a:pt x="910747" y="4281322"/>
                </a:lnTo>
                <a:cubicBezTo>
                  <a:pt x="910497" y="4280824"/>
                  <a:pt x="910498" y="4280242"/>
                  <a:pt x="910746" y="4279826"/>
                </a:cubicBezTo>
                <a:lnTo>
                  <a:pt x="921299" y="4261543"/>
                </a:lnTo>
                <a:cubicBezTo>
                  <a:pt x="921548" y="4261044"/>
                  <a:pt x="922047" y="4260796"/>
                  <a:pt x="922545" y="4260795"/>
                </a:cubicBezTo>
                <a:lnTo>
                  <a:pt x="943564" y="4260794"/>
                </a:lnTo>
                <a:cubicBezTo>
                  <a:pt x="944063" y="4260794"/>
                  <a:pt x="944561" y="4261127"/>
                  <a:pt x="944810" y="4261542"/>
                </a:cubicBezTo>
                <a:lnTo>
                  <a:pt x="955361" y="4279824"/>
                </a:lnTo>
                <a:cubicBezTo>
                  <a:pt x="955610" y="4280323"/>
                  <a:pt x="955610" y="4280904"/>
                  <a:pt x="955361" y="4281319"/>
                </a:cubicBezTo>
                <a:lnTo>
                  <a:pt x="944807" y="4299602"/>
                </a:lnTo>
                <a:cubicBezTo>
                  <a:pt x="944559" y="4300101"/>
                  <a:pt x="944060" y="4300350"/>
                  <a:pt x="943561" y="4300351"/>
                </a:cubicBezTo>
                <a:close/>
                <a:moveTo>
                  <a:pt x="1163311" y="4364914"/>
                </a:moveTo>
                <a:cubicBezTo>
                  <a:pt x="1162813" y="4364915"/>
                  <a:pt x="1162315" y="4364583"/>
                  <a:pt x="1162066" y="4364168"/>
                </a:cubicBezTo>
                <a:lnTo>
                  <a:pt x="1151598" y="4346053"/>
                </a:lnTo>
                <a:cubicBezTo>
                  <a:pt x="1151349" y="4345555"/>
                  <a:pt x="1151349" y="4344973"/>
                  <a:pt x="1151598" y="4344558"/>
                </a:cubicBezTo>
                <a:lnTo>
                  <a:pt x="1162067" y="4326443"/>
                </a:lnTo>
                <a:cubicBezTo>
                  <a:pt x="1162316" y="4325943"/>
                  <a:pt x="1162815" y="4325695"/>
                  <a:pt x="1163313" y="4325694"/>
                </a:cubicBezTo>
                <a:lnTo>
                  <a:pt x="1184250" y="4325694"/>
                </a:lnTo>
                <a:cubicBezTo>
                  <a:pt x="1184749" y="4325694"/>
                  <a:pt x="1185246" y="4326026"/>
                  <a:pt x="1185496" y="4326442"/>
                </a:cubicBezTo>
                <a:lnTo>
                  <a:pt x="1195963" y="4344556"/>
                </a:lnTo>
                <a:cubicBezTo>
                  <a:pt x="1196213" y="4345053"/>
                  <a:pt x="1196213" y="4345636"/>
                  <a:pt x="1195963" y="4346051"/>
                </a:cubicBezTo>
                <a:lnTo>
                  <a:pt x="1185494" y="4364166"/>
                </a:lnTo>
                <a:cubicBezTo>
                  <a:pt x="1185245" y="4364665"/>
                  <a:pt x="1184747" y="4364914"/>
                  <a:pt x="1184248" y="4364914"/>
                </a:cubicBezTo>
                <a:close/>
                <a:moveTo>
                  <a:pt x="1825325" y="4542356"/>
                </a:moveTo>
                <a:cubicBezTo>
                  <a:pt x="1824826" y="4542356"/>
                  <a:pt x="1824329" y="4542024"/>
                  <a:pt x="1824079" y="4541608"/>
                </a:cubicBezTo>
                <a:lnTo>
                  <a:pt x="1813695" y="4523579"/>
                </a:lnTo>
                <a:cubicBezTo>
                  <a:pt x="1813446" y="4523081"/>
                  <a:pt x="1813446" y="4522499"/>
                  <a:pt x="1813695" y="4522084"/>
                </a:cubicBezTo>
                <a:lnTo>
                  <a:pt x="1824163" y="4504054"/>
                </a:lnTo>
                <a:cubicBezTo>
                  <a:pt x="1824412" y="4503555"/>
                  <a:pt x="1824911" y="4503307"/>
                  <a:pt x="1825409" y="4503307"/>
                </a:cubicBezTo>
                <a:lnTo>
                  <a:pt x="1846262" y="4503306"/>
                </a:lnTo>
                <a:cubicBezTo>
                  <a:pt x="1846761" y="4503306"/>
                  <a:pt x="1847259" y="4503638"/>
                  <a:pt x="1847508" y="4504054"/>
                </a:cubicBezTo>
                <a:lnTo>
                  <a:pt x="1857893" y="4522083"/>
                </a:lnTo>
                <a:cubicBezTo>
                  <a:pt x="1858142" y="4522581"/>
                  <a:pt x="1858142" y="4523163"/>
                  <a:pt x="1857893" y="4523578"/>
                </a:cubicBezTo>
                <a:lnTo>
                  <a:pt x="1847424" y="4541607"/>
                </a:lnTo>
                <a:cubicBezTo>
                  <a:pt x="1847176" y="4542107"/>
                  <a:pt x="1846676" y="4542355"/>
                  <a:pt x="1846178" y="4542355"/>
                </a:cubicBezTo>
                <a:close/>
                <a:moveTo>
                  <a:pt x="741951" y="4252185"/>
                </a:moveTo>
                <a:cubicBezTo>
                  <a:pt x="741370" y="4252185"/>
                  <a:pt x="740871" y="4251937"/>
                  <a:pt x="740623" y="4251437"/>
                </a:cubicBezTo>
                <a:lnTo>
                  <a:pt x="730073" y="4233073"/>
                </a:lnTo>
                <a:cubicBezTo>
                  <a:pt x="729824" y="4232573"/>
                  <a:pt x="729824" y="4232076"/>
                  <a:pt x="730073" y="4231577"/>
                </a:cubicBezTo>
                <a:lnTo>
                  <a:pt x="740625" y="4213211"/>
                </a:lnTo>
                <a:cubicBezTo>
                  <a:pt x="740957" y="4212712"/>
                  <a:pt x="741456" y="4212463"/>
                  <a:pt x="741954" y="4212462"/>
                </a:cubicBezTo>
                <a:lnTo>
                  <a:pt x="763141" y="4212461"/>
                </a:lnTo>
                <a:cubicBezTo>
                  <a:pt x="763722" y="4212461"/>
                  <a:pt x="764220" y="4212710"/>
                  <a:pt x="764470" y="4213209"/>
                </a:cubicBezTo>
                <a:lnTo>
                  <a:pt x="775020" y="4231574"/>
                </a:lnTo>
                <a:cubicBezTo>
                  <a:pt x="775268" y="4232073"/>
                  <a:pt x="775269" y="4232571"/>
                  <a:pt x="775019" y="4233070"/>
                </a:cubicBezTo>
                <a:lnTo>
                  <a:pt x="764467" y="4251435"/>
                </a:lnTo>
                <a:cubicBezTo>
                  <a:pt x="764134" y="4251934"/>
                  <a:pt x="763636" y="4252184"/>
                  <a:pt x="763138" y="4252184"/>
                </a:cubicBezTo>
                <a:close/>
                <a:moveTo>
                  <a:pt x="802134" y="4268322"/>
                </a:moveTo>
                <a:cubicBezTo>
                  <a:pt x="801553" y="4268323"/>
                  <a:pt x="801054" y="4268074"/>
                  <a:pt x="800806" y="4267574"/>
                </a:cubicBezTo>
                <a:lnTo>
                  <a:pt x="790256" y="4249210"/>
                </a:lnTo>
                <a:cubicBezTo>
                  <a:pt x="790007" y="4248711"/>
                  <a:pt x="790007" y="4248213"/>
                  <a:pt x="790256" y="4247713"/>
                </a:cubicBezTo>
                <a:lnTo>
                  <a:pt x="800808" y="4229348"/>
                </a:lnTo>
                <a:cubicBezTo>
                  <a:pt x="801140" y="4228850"/>
                  <a:pt x="801639" y="4228600"/>
                  <a:pt x="802137" y="4228600"/>
                </a:cubicBezTo>
                <a:lnTo>
                  <a:pt x="823324" y="4228598"/>
                </a:lnTo>
                <a:cubicBezTo>
                  <a:pt x="823905" y="4228598"/>
                  <a:pt x="824404" y="4228847"/>
                  <a:pt x="824653" y="4229347"/>
                </a:cubicBezTo>
                <a:lnTo>
                  <a:pt x="835203" y="4247711"/>
                </a:lnTo>
                <a:cubicBezTo>
                  <a:pt x="835452" y="4248210"/>
                  <a:pt x="835452" y="4248709"/>
                  <a:pt x="835202" y="4249207"/>
                </a:cubicBezTo>
                <a:lnTo>
                  <a:pt x="824650" y="4267572"/>
                </a:lnTo>
                <a:cubicBezTo>
                  <a:pt x="824317" y="4268071"/>
                  <a:pt x="823819" y="4268321"/>
                  <a:pt x="823321" y="4268321"/>
                </a:cubicBezTo>
                <a:close/>
                <a:moveTo>
                  <a:pt x="681723" y="4236121"/>
                </a:moveTo>
                <a:cubicBezTo>
                  <a:pt x="681225" y="4236121"/>
                  <a:pt x="680725" y="4235788"/>
                  <a:pt x="680476" y="4235373"/>
                </a:cubicBezTo>
                <a:lnTo>
                  <a:pt x="669926" y="4217095"/>
                </a:lnTo>
                <a:cubicBezTo>
                  <a:pt x="669677" y="4216596"/>
                  <a:pt x="669677" y="4216015"/>
                  <a:pt x="669926" y="4215599"/>
                </a:cubicBezTo>
                <a:lnTo>
                  <a:pt x="680477" y="4197321"/>
                </a:lnTo>
                <a:cubicBezTo>
                  <a:pt x="680726" y="4196822"/>
                  <a:pt x="681225" y="4196573"/>
                  <a:pt x="681723" y="4196573"/>
                </a:cubicBezTo>
                <a:lnTo>
                  <a:pt x="702742" y="4196573"/>
                </a:lnTo>
                <a:cubicBezTo>
                  <a:pt x="703241" y="4196573"/>
                  <a:pt x="703739" y="4196905"/>
                  <a:pt x="703988" y="4197321"/>
                </a:cubicBezTo>
                <a:lnTo>
                  <a:pt x="714540" y="4215599"/>
                </a:lnTo>
                <a:cubicBezTo>
                  <a:pt x="714789" y="4216097"/>
                  <a:pt x="714789" y="4216679"/>
                  <a:pt x="714540" y="4217095"/>
                </a:cubicBezTo>
                <a:lnTo>
                  <a:pt x="703988" y="4235373"/>
                </a:lnTo>
                <a:cubicBezTo>
                  <a:pt x="703739" y="4235870"/>
                  <a:pt x="703241" y="4236121"/>
                  <a:pt x="702742" y="4236121"/>
                </a:cubicBezTo>
                <a:close/>
                <a:moveTo>
                  <a:pt x="1042851" y="4332938"/>
                </a:moveTo>
                <a:cubicBezTo>
                  <a:pt x="1042270" y="4332938"/>
                  <a:pt x="1041771" y="4332689"/>
                  <a:pt x="1041522" y="4332190"/>
                </a:cubicBezTo>
                <a:lnTo>
                  <a:pt x="1030972" y="4313827"/>
                </a:lnTo>
                <a:cubicBezTo>
                  <a:pt x="1030723" y="4313328"/>
                  <a:pt x="1030723" y="4312830"/>
                  <a:pt x="1030972" y="4312331"/>
                </a:cubicBezTo>
                <a:lnTo>
                  <a:pt x="1041524" y="4293968"/>
                </a:lnTo>
                <a:cubicBezTo>
                  <a:pt x="1041856" y="4293468"/>
                  <a:pt x="1042355" y="4293220"/>
                  <a:pt x="1042853" y="4293220"/>
                </a:cubicBezTo>
                <a:lnTo>
                  <a:pt x="1064039" y="4293219"/>
                </a:lnTo>
                <a:cubicBezTo>
                  <a:pt x="1064620" y="4293218"/>
                  <a:pt x="1065119" y="4293468"/>
                  <a:pt x="1065368" y="4293966"/>
                </a:cubicBezTo>
                <a:lnTo>
                  <a:pt x="1075918" y="4312329"/>
                </a:lnTo>
                <a:cubicBezTo>
                  <a:pt x="1076167" y="4312828"/>
                  <a:pt x="1076167" y="4313326"/>
                  <a:pt x="1075918" y="4313825"/>
                </a:cubicBezTo>
                <a:lnTo>
                  <a:pt x="1065366" y="4332189"/>
                </a:lnTo>
                <a:cubicBezTo>
                  <a:pt x="1065033" y="4332688"/>
                  <a:pt x="1064535" y="4332938"/>
                  <a:pt x="1064037" y="4332937"/>
                </a:cubicBezTo>
                <a:close/>
                <a:moveTo>
                  <a:pt x="982657" y="4316836"/>
                </a:moveTo>
                <a:cubicBezTo>
                  <a:pt x="982076" y="4316836"/>
                  <a:pt x="981577" y="4316587"/>
                  <a:pt x="981329" y="4316088"/>
                </a:cubicBezTo>
                <a:lnTo>
                  <a:pt x="970778" y="4297726"/>
                </a:lnTo>
                <a:cubicBezTo>
                  <a:pt x="970529" y="4297227"/>
                  <a:pt x="970529" y="4296729"/>
                  <a:pt x="970778" y="4296230"/>
                </a:cubicBezTo>
                <a:lnTo>
                  <a:pt x="981330" y="4277867"/>
                </a:lnTo>
                <a:cubicBezTo>
                  <a:pt x="981662" y="4277368"/>
                  <a:pt x="982161" y="4277119"/>
                  <a:pt x="982659" y="4277119"/>
                </a:cubicBezTo>
                <a:lnTo>
                  <a:pt x="1003845" y="4277118"/>
                </a:lnTo>
                <a:cubicBezTo>
                  <a:pt x="1004426" y="4277118"/>
                  <a:pt x="1004925" y="4277367"/>
                  <a:pt x="1005174" y="4277866"/>
                </a:cubicBezTo>
                <a:lnTo>
                  <a:pt x="1015725" y="4296228"/>
                </a:lnTo>
                <a:cubicBezTo>
                  <a:pt x="1015974" y="4296727"/>
                  <a:pt x="1015974" y="4297225"/>
                  <a:pt x="1015725" y="4297724"/>
                </a:cubicBezTo>
                <a:lnTo>
                  <a:pt x="1005173" y="4316087"/>
                </a:lnTo>
                <a:cubicBezTo>
                  <a:pt x="1004840" y="4316586"/>
                  <a:pt x="1004342" y="4316836"/>
                  <a:pt x="1003844" y="4316836"/>
                </a:cubicBezTo>
                <a:close/>
                <a:moveTo>
                  <a:pt x="501048" y="4187806"/>
                </a:moveTo>
                <a:cubicBezTo>
                  <a:pt x="500466" y="4187806"/>
                  <a:pt x="499967" y="4187558"/>
                  <a:pt x="499718" y="4187059"/>
                </a:cubicBezTo>
                <a:lnTo>
                  <a:pt x="489086" y="4168528"/>
                </a:lnTo>
                <a:cubicBezTo>
                  <a:pt x="488837" y="4168111"/>
                  <a:pt x="488837" y="4167531"/>
                  <a:pt x="489085" y="4167031"/>
                </a:cubicBezTo>
                <a:lnTo>
                  <a:pt x="499804" y="4148499"/>
                </a:lnTo>
                <a:cubicBezTo>
                  <a:pt x="500136" y="4148083"/>
                  <a:pt x="500636" y="4147751"/>
                  <a:pt x="501134" y="4147751"/>
                </a:cubicBezTo>
                <a:lnTo>
                  <a:pt x="522486" y="4147749"/>
                </a:lnTo>
                <a:cubicBezTo>
                  <a:pt x="523067" y="4147750"/>
                  <a:pt x="523566" y="4147998"/>
                  <a:pt x="523815" y="4148498"/>
                </a:cubicBezTo>
                <a:lnTo>
                  <a:pt x="534448" y="4167028"/>
                </a:lnTo>
                <a:cubicBezTo>
                  <a:pt x="534697" y="4167444"/>
                  <a:pt x="534697" y="4168025"/>
                  <a:pt x="534448" y="4168524"/>
                </a:cubicBezTo>
                <a:lnTo>
                  <a:pt x="523729" y="4187057"/>
                </a:lnTo>
                <a:cubicBezTo>
                  <a:pt x="523397" y="4187473"/>
                  <a:pt x="522897" y="4187805"/>
                  <a:pt x="522400" y="4187804"/>
                </a:cubicBezTo>
                <a:close/>
                <a:moveTo>
                  <a:pt x="1945567" y="4574893"/>
                </a:moveTo>
                <a:cubicBezTo>
                  <a:pt x="1944987" y="4574893"/>
                  <a:pt x="1944488" y="4574644"/>
                  <a:pt x="1944239" y="4574146"/>
                </a:cubicBezTo>
                <a:lnTo>
                  <a:pt x="1933605" y="4555699"/>
                </a:lnTo>
                <a:cubicBezTo>
                  <a:pt x="1933356" y="4555283"/>
                  <a:pt x="1933356" y="4554703"/>
                  <a:pt x="1933605" y="4554203"/>
                </a:cubicBezTo>
                <a:lnTo>
                  <a:pt x="1944241" y="4535756"/>
                </a:lnTo>
                <a:cubicBezTo>
                  <a:pt x="1944573" y="4535258"/>
                  <a:pt x="1945072" y="4535008"/>
                  <a:pt x="1945570" y="4535008"/>
                </a:cubicBezTo>
                <a:lnTo>
                  <a:pt x="1966839" y="4535007"/>
                </a:lnTo>
                <a:cubicBezTo>
                  <a:pt x="1967420" y="4535007"/>
                  <a:pt x="1967919" y="4535256"/>
                  <a:pt x="1968168" y="4535755"/>
                </a:cubicBezTo>
                <a:lnTo>
                  <a:pt x="1978801" y="4554201"/>
                </a:lnTo>
                <a:cubicBezTo>
                  <a:pt x="1979050" y="4554617"/>
                  <a:pt x="1979050" y="4555198"/>
                  <a:pt x="1978801" y="4555697"/>
                </a:cubicBezTo>
                <a:lnTo>
                  <a:pt x="1968166" y="4574144"/>
                </a:lnTo>
                <a:cubicBezTo>
                  <a:pt x="1967833" y="4574643"/>
                  <a:pt x="1967335" y="4574892"/>
                  <a:pt x="1966837" y="4574892"/>
                </a:cubicBezTo>
                <a:close/>
                <a:moveTo>
                  <a:pt x="621398" y="4220146"/>
                </a:moveTo>
                <a:cubicBezTo>
                  <a:pt x="620816" y="4220145"/>
                  <a:pt x="620317" y="4219896"/>
                  <a:pt x="620068" y="4219399"/>
                </a:cubicBezTo>
                <a:lnTo>
                  <a:pt x="609435" y="4200868"/>
                </a:lnTo>
                <a:cubicBezTo>
                  <a:pt x="609186" y="4200452"/>
                  <a:pt x="609186" y="4199871"/>
                  <a:pt x="609435" y="4199372"/>
                </a:cubicBezTo>
                <a:lnTo>
                  <a:pt x="620153" y="4180841"/>
                </a:lnTo>
                <a:cubicBezTo>
                  <a:pt x="620485" y="4180424"/>
                  <a:pt x="620985" y="4180093"/>
                  <a:pt x="621483" y="4180093"/>
                </a:cubicBezTo>
                <a:lnTo>
                  <a:pt x="642835" y="4180092"/>
                </a:lnTo>
                <a:cubicBezTo>
                  <a:pt x="643416" y="4180091"/>
                  <a:pt x="643915" y="4180341"/>
                  <a:pt x="644164" y="4180840"/>
                </a:cubicBezTo>
                <a:lnTo>
                  <a:pt x="654797" y="4199369"/>
                </a:lnTo>
                <a:cubicBezTo>
                  <a:pt x="655046" y="4199785"/>
                  <a:pt x="655046" y="4200366"/>
                  <a:pt x="654797" y="4200865"/>
                </a:cubicBezTo>
                <a:lnTo>
                  <a:pt x="644079" y="4219396"/>
                </a:lnTo>
                <a:cubicBezTo>
                  <a:pt x="643747" y="4219812"/>
                  <a:pt x="643247" y="4220144"/>
                  <a:pt x="642749" y="4220144"/>
                </a:cubicBezTo>
                <a:close/>
                <a:moveTo>
                  <a:pt x="1102940" y="4349193"/>
                </a:moveTo>
                <a:cubicBezTo>
                  <a:pt x="1102360" y="4349192"/>
                  <a:pt x="1101861" y="4348943"/>
                  <a:pt x="1101612" y="4348445"/>
                </a:cubicBezTo>
                <a:lnTo>
                  <a:pt x="1090978" y="4330000"/>
                </a:lnTo>
                <a:cubicBezTo>
                  <a:pt x="1090729" y="4329584"/>
                  <a:pt x="1090729" y="4329002"/>
                  <a:pt x="1090978" y="4328504"/>
                </a:cubicBezTo>
                <a:lnTo>
                  <a:pt x="1101613" y="4310059"/>
                </a:lnTo>
                <a:cubicBezTo>
                  <a:pt x="1101945" y="4309559"/>
                  <a:pt x="1102444" y="4309310"/>
                  <a:pt x="1102942" y="4309310"/>
                </a:cubicBezTo>
                <a:lnTo>
                  <a:pt x="1124211" y="4309309"/>
                </a:lnTo>
                <a:cubicBezTo>
                  <a:pt x="1124792" y="4309309"/>
                  <a:pt x="1125290" y="4309559"/>
                  <a:pt x="1125540" y="4310057"/>
                </a:cubicBezTo>
                <a:lnTo>
                  <a:pt x="1136173" y="4328502"/>
                </a:lnTo>
                <a:cubicBezTo>
                  <a:pt x="1136422" y="4328918"/>
                  <a:pt x="1136422" y="4329499"/>
                  <a:pt x="1136173" y="4329998"/>
                </a:cubicBezTo>
                <a:lnTo>
                  <a:pt x="1125539" y="4348443"/>
                </a:lnTo>
                <a:cubicBezTo>
                  <a:pt x="1125207" y="4348943"/>
                  <a:pt x="1124708" y="4349191"/>
                  <a:pt x="1124210" y="4349192"/>
                </a:cubicBezTo>
                <a:close/>
                <a:moveTo>
                  <a:pt x="1283546" y="4397628"/>
                </a:moveTo>
                <a:cubicBezTo>
                  <a:pt x="1282966" y="4397628"/>
                  <a:pt x="1282466" y="4397379"/>
                  <a:pt x="1282218" y="4396880"/>
                </a:cubicBezTo>
                <a:lnTo>
                  <a:pt x="1271667" y="4378520"/>
                </a:lnTo>
                <a:cubicBezTo>
                  <a:pt x="1271418" y="4378021"/>
                  <a:pt x="1271418" y="4377523"/>
                  <a:pt x="1271667" y="4377024"/>
                </a:cubicBezTo>
                <a:lnTo>
                  <a:pt x="1282218" y="4358664"/>
                </a:lnTo>
                <a:cubicBezTo>
                  <a:pt x="1282550" y="4358165"/>
                  <a:pt x="1283049" y="4357916"/>
                  <a:pt x="1283547" y="4357916"/>
                </a:cubicBezTo>
                <a:lnTo>
                  <a:pt x="1304733" y="4357916"/>
                </a:lnTo>
                <a:cubicBezTo>
                  <a:pt x="1305314" y="4357915"/>
                  <a:pt x="1305812" y="4358164"/>
                  <a:pt x="1306062" y="4358664"/>
                </a:cubicBezTo>
                <a:lnTo>
                  <a:pt x="1316613" y="4377024"/>
                </a:lnTo>
                <a:cubicBezTo>
                  <a:pt x="1316862" y="4377522"/>
                  <a:pt x="1316862" y="4378020"/>
                  <a:pt x="1316613" y="4378520"/>
                </a:cubicBezTo>
                <a:lnTo>
                  <a:pt x="1306062" y="4396880"/>
                </a:lnTo>
                <a:cubicBezTo>
                  <a:pt x="1305729" y="4397379"/>
                  <a:pt x="1305231" y="4397628"/>
                  <a:pt x="1304733" y="4397628"/>
                </a:cubicBezTo>
                <a:close/>
                <a:moveTo>
                  <a:pt x="561168" y="4204184"/>
                </a:moveTo>
                <a:cubicBezTo>
                  <a:pt x="560586" y="4204185"/>
                  <a:pt x="560087" y="4203936"/>
                  <a:pt x="559838" y="4203438"/>
                </a:cubicBezTo>
                <a:lnTo>
                  <a:pt x="549204" y="4184909"/>
                </a:lnTo>
                <a:cubicBezTo>
                  <a:pt x="548955" y="4184493"/>
                  <a:pt x="548955" y="4183912"/>
                  <a:pt x="549204" y="4183413"/>
                </a:cubicBezTo>
                <a:lnTo>
                  <a:pt x="559922" y="4164886"/>
                </a:lnTo>
                <a:cubicBezTo>
                  <a:pt x="560253" y="4164470"/>
                  <a:pt x="560753" y="4164138"/>
                  <a:pt x="561251" y="4164138"/>
                </a:cubicBezTo>
                <a:lnTo>
                  <a:pt x="582603" y="4164137"/>
                </a:lnTo>
                <a:cubicBezTo>
                  <a:pt x="583184" y="4164137"/>
                  <a:pt x="583683" y="4164386"/>
                  <a:pt x="583932" y="4164885"/>
                </a:cubicBezTo>
                <a:lnTo>
                  <a:pt x="594565" y="4183412"/>
                </a:lnTo>
                <a:cubicBezTo>
                  <a:pt x="594815" y="4183829"/>
                  <a:pt x="594814" y="4184409"/>
                  <a:pt x="594566" y="4184909"/>
                </a:cubicBezTo>
                <a:lnTo>
                  <a:pt x="583848" y="4203437"/>
                </a:lnTo>
                <a:cubicBezTo>
                  <a:pt x="583516" y="4203852"/>
                  <a:pt x="583017" y="4204184"/>
                  <a:pt x="582519" y="4204184"/>
                </a:cubicBezTo>
                <a:close/>
                <a:moveTo>
                  <a:pt x="2058545" y="4647133"/>
                </a:moveTo>
                <a:cubicBezTo>
                  <a:pt x="2058296" y="4647133"/>
                  <a:pt x="2058048" y="4646884"/>
                  <a:pt x="2058048" y="4646884"/>
                </a:cubicBezTo>
                <a:lnTo>
                  <a:pt x="2054060" y="4639905"/>
                </a:lnTo>
                <a:cubicBezTo>
                  <a:pt x="2053976" y="4639739"/>
                  <a:pt x="2054059" y="4639324"/>
                  <a:pt x="2054059" y="4639324"/>
                </a:cubicBezTo>
                <a:lnTo>
                  <a:pt x="2058048" y="4632345"/>
                </a:lnTo>
                <a:cubicBezTo>
                  <a:pt x="2058131" y="4632178"/>
                  <a:pt x="2058546" y="4632096"/>
                  <a:pt x="2058546" y="4632096"/>
                </a:cubicBezTo>
                <a:lnTo>
                  <a:pt x="2066605" y="4632096"/>
                </a:lnTo>
                <a:cubicBezTo>
                  <a:pt x="2066854" y="4632096"/>
                  <a:pt x="2067102" y="4632344"/>
                  <a:pt x="2067102" y="4632344"/>
                </a:cubicBezTo>
                <a:lnTo>
                  <a:pt x="2071090" y="4639324"/>
                </a:lnTo>
                <a:cubicBezTo>
                  <a:pt x="2071174" y="4639489"/>
                  <a:pt x="2071090" y="4639905"/>
                  <a:pt x="2071090" y="4639905"/>
                </a:cubicBezTo>
                <a:lnTo>
                  <a:pt x="2067102" y="4646884"/>
                </a:lnTo>
                <a:cubicBezTo>
                  <a:pt x="2067019" y="4647050"/>
                  <a:pt x="2066604" y="4647133"/>
                  <a:pt x="2066604" y="4647133"/>
                </a:cubicBezTo>
                <a:close/>
                <a:moveTo>
                  <a:pt x="1755406" y="4570433"/>
                </a:moveTo>
                <a:cubicBezTo>
                  <a:pt x="1755073" y="4570434"/>
                  <a:pt x="1754657" y="4570019"/>
                  <a:pt x="1754657" y="4570019"/>
                </a:cubicBezTo>
                <a:lnTo>
                  <a:pt x="1748427" y="4559301"/>
                </a:lnTo>
                <a:cubicBezTo>
                  <a:pt x="1748261" y="4558968"/>
                  <a:pt x="1748427" y="4558386"/>
                  <a:pt x="1748427" y="4558386"/>
                </a:cubicBezTo>
                <a:lnTo>
                  <a:pt x="1754658" y="4547667"/>
                </a:lnTo>
                <a:cubicBezTo>
                  <a:pt x="1754824" y="4547418"/>
                  <a:pt x="1755406" y="4547253"/>
                  <a:pt x="1755406" y="4547253"/>
                </a:cubicBezTo>
                <a:lnTo>
                  <a:pt x="1767784" y="4547252"/>
                </a:lnTo>
                <a:cubicBezTo>
                  <a:pt x="1768117" y="4547252"/>
                  <a:pt x="1768532" y="4547667"/>
                  <a:pt x="1768532" y="4547667"/>
                </a:cubicBezTo>
                <a:lnTo>
                  <a:pt x="1774763" y="4558385"/>
                </a:lnTo>
                <a:cubicBezTo>
                  <a:pt x="1774929" y="4558718"/>
                  <a:pt x="1774763" y="4559300"/>
                  <a:pt x="1774763" y="4559300"/>
                </a:cubicBezTo>
                <a:lnTo>
                  <a:pt x="1768532" y="4570018"/>
                </a:lnTo>
                <a:cubicBezTo>
                  <a:pt x="1768366" y="4570267"/>
                  <a:pt x="1767784" y="4570433"/>
                  <a:pt x="1767784" y="4570433"/>
                </a:cubicBezTo>
                <a:close/>
                <a:moveTo>
                  <a:pt x="1994902" y="4637364"/>
                </a:moveTo>
                <a:cubicBezTo>
                  <a:pt x="1994569" y="4637364"/>
                  <a:pt x="1993988" y="4636865"/>
                  <a:pt x="1993988" y="4636865"/>
                </a:cubicBezTo>
                <a:lnTo>
                  <a:pt x="1986511" y="4623903"/>
                </a:lnTo>
                <a:cubicBezTo>
                  <a:pt x="1986346" y="4623572"/>
                  <a:pt x="1986511" y="4622823"/>
                  <a:pt x="1986511" y="4622823"/>
                </a:cubicBezTo>
                <a:lnTo>
                  <a:pt x="1993989" y="4609862"/>
                </a:lnTo>
                <a:cubicBezTo>
                  <a:pt x="1994155" y="4609529"/>
                  <a:pt x="1994903" y="4609363"/>
                  <a:pt x="1994903" y="4609363"/>
                </a:cubicBezTo>
                <a:lnTo>
                  <a:pt x="2009857" y="4609362"/>
                </a:lnTo>
                <a:cubicBezTo>
                  <a:pt x="2010189" y="4609362"/>
                  <a:pt x="2010771" y="4609861"/>
                  <a:pt x="2010771" y="4609861"/>
                </a:cubicBezTo>
                <a:lnTo>
                  <a:pt x="2018248" y="4622823"/>
                </a:lnTo>
                <a:cubicBezTo>
                  <a:pt x="2018414" y="4623154"/>
                  <a:pt x="2018247" y="4623903"/>
                  <a:pt x="2018247" y="4623903"/>
                </a:cubicBezTo>
                <a:lnTo>
                  <a:pt x="2010770" y="4636864"/>
                </a:lnTo>
                <a:cubicBezTo>
                  <a:pt x="2010604" y="4637197"/>
                  <a:pt x="2009856" y="4637364"/>
                  <a:pt x="2009856" y="4637364"/>
                </a:cubicBezTo>
                <a:close/>
                <a:moveTo>
                  <a:pt x="1814049" y="4589417"/>
                </a:moveTo>
                <a:cubicBezTo>
                  <a:pt x="1813717" y="4589417"/>
                  <a:pt x="1813135" y="4588835"/>
                  <a:pt x="1813135" y="4588835"/>
                </a:cubicBezTo>
                <a:lnTo>
                  <a:pt x="1805326" y="4575373"/>
                </a:lnTo>
                <a:cubicBezTo>
                  <a:pt x="1805161" y="4575041"/>
                  <a:pt x="1805326" y="4574292"/>
                  <a:pt x="1805326" y="4574292"/>
                </a:cubicBezTo>
                <a:lnTo>
                  <a:pt x="1813137" y="4560831"/>
                </a:lnTo>
                <a:cubicBezTo>
                  <a:pt x="1813304" y="4560498"/>
                  <a:pt x="1814050" y="4560249"/>
                  <a:pt x="1814050" y="4560249"/>
                </a:cubicBezTo>
                <a:lnTo>
                  <a:pt x="1829587" y="4560247"/>
                </a:lnTo>
                <a:cubicBezTo>
                  <a:pt x="1829919" y="4560247"/>
                  <a:pt x="1830501" y="4560829"/>
                  <a:pt x="1830501" y="4560829"/>
                </a:cubicBezTo>
                <a:lnTo>
                  <a:pt x="1838309" y="4574290"/>
                </a:lnTo>
                <a:cubicBezTo>
                  <a:pt x="1838476" y="4574623"/>
                  <a:pt x="1838309" y="4575371"/>
                  <a:pt x="1838309" y="4575371"/>
                </a:cubicBezTo>
                <a:lnTo>
                  <a:pt x="1830499" y="4588834"/>
                </a:lnTo>
                <a:cubicBezTo>
                  <a:pt x="1830333" y="4589167"/>
                  <a:pt x="1829585" y="4589415"/>
                  <a:pt x="1829585" y="4589415"/>
                </a:cubicBezTo>
                <a:close/>
                <a:moveTo>
                  <a:pt x="1693669" y="4557284"/>
                </a:moveTo>
                <a:cubicBezTo>
                  <a:pt x="1693254" y="4557285"/>
                  <a:pt x="1692671" y="4556702"/>
                  <a:pt x="1692671" y="4556702"/>
                </a:cubicBezTo>
                <a:lnTo>
                  <a:pt x="1684863" y="4543158"/>
                </a:lnTo>
                <a:cubicBezTo>
                  <a:pt x="1684697" y="4542826"/>
                  <a:pt x="1684863" y="4542078"/>
                  <a:pt x="1684863" y="4542078"/>
                </a:cubicBezTo>
                <a:lnTo>
                  <a:pt x="1692673" y="4528533"/>
                </a:lnTo>
                <a:cubicBezTo>
                  <a:pt x="1692922" y="4528200"/>
                  <a:pt x="1693670" y="4527951"/>
                  <a:pt x="1693670" y="4527951"/>
                </a:cubicBezTo>
                <a:lnTo>
                  <a:pt x="1709373" y="4527950"/>
                </a:lnTo>
                <a:cubicBezTo>
                  <a:pt x="1709788" y="4527950"/>
                  <a:pt x="1710369" y="4528532"/>
                  <a:pt x="1710369" y="4528532"/>
                </a:cubicBezTo>
                <a:lnTo>
                  <a:pt x="1718179" y="4542076"/>
                </a:lnTo>
                <a:cubicBezTo>
                  <a:pt x="1718345" y="4542408"/>
                  <a:pt x="1718179" y="4543156"/>
                  <a:pt x="1718179" y="4543156"/>
                </a:cubicBezTo>
                <a:lnTo>
                  <a:pt x="1710368" y="4556701"/>
                </a:lnTo>
                <a:cubicBezTo>
                  <a:pt x="1710119" y="4557034"/>
                  <a:pt x="1709371" y="4557284"/>
                  <a:pt x="1709371" y="4557284"/>
                </a:cubicBezTo>
                <a:close/>
                <a:moveTo>
                  <a:pt x="1934285" y="4622040"/>
                </a:moveTo>
                <a:cubicBezTo>
                  <a:pt x="1933870" y="4622040"/>
                  <a:pt x="1933288" y="4621459"/>
                  <a:pt x="1933288" y="4621459"/>
                </a:cubicBezTo>
                <a:lnTo>
                  <a:pt x="1925396" y="4607833"/>
                </a:lnTo>
                <a:cubicBezTo>
                  <a:pt x="1925230" y="4607500"/>
                  <a:pt x="1925396" y="4606753"/>
                  <a:pt x="1925396" y="4606753"/>
                </a:cubicBezTo>
                <a:lnTo>
                  <a:pt x="1933289" y="4593127"/>
                </a:lnTo>
                <a:cubicBezTo>
                  <a:pt x="1933538" y="4592794"/>
                  <a:pt x="1934286" y="4592545"/>
                  <a:pt x="1934286" y="4592545"/>
                </a:cubicBezTo>
                <a:lnTo>
                  <a:pt x="1950071" y="4592545"/>
                </a:lnTo>
                <a:cubicBezTo>
                  <a:pt x="1950486" y="4592545"/>
                  <a:pt x="1951068" y="4593127"/>
                  <a:pt x="1951068" y="4593127"/>
                </a:cubicBezTo>
                <a:lnTo>
                  <a:pt x="1958960" y="4606753"/>
                </a:lnTo>
                <a:cubicBezTo>
                  <a:pt x="1959127" y="4607085"/>
                  <a:pt x="1958960" y="4607833"/>
                  <a:pt x="1958960" y="4607833"/>
                </a:cubicBezTo>
                <a:lnTo>
                  <a:pt x="1951067" y="4621459"/>
                </a:lnTo>
                <a:cubicBezTo>
                  <a:pt x="1950818" y="4621791"/>
                  <a:pt x="1950070" y="4622040"/>
                  <a:pt x="1950070" y="4622040"/>
                </a:cubicBezTo>
                <a:close/>
                <a:moveTo>
                  <a:pt x="1874053" y="4605986"/>
                </a:moveTo>
                <a:cubicBezTo>
                  <a:pt x="1873637" y="4605986"/>
                  <a:pt x="1873056" y="4605404"/>
                  <a:pt x="1873056" y="4605404"/>
                </a:cubicBezTo>
                <a:lnTo>
                  <a:pt x="1865080" y="4591611"/>
                </a:lnTo>
                <a:cubicBezTo>
                  <a:pt x="1864914" y="4591195"/>
                  <a:pt x="1865080" y="4590448"/>
                  <a:pt x="1865080" y="4590448"/>
                </a:cubicBezTo>
                <a:lnTo>
                  <a:pt x="1873057" y="4576654"/>
                </a:lnTo>
                <a:cubicBezTo>
                  <a:pt x="1873306" y="4576321"/>
                  <a:pt x="1874054" y="4576072"/>
                  <a:pt x="1874054" y="4576072"/>
                </a:cubicBezTo>
                <a:lnTo>
                  <a:pt x="1890005" y="4576072"/>
                </a:lnTo>
                <a:cubicBezTo>
                  <a:pt x="1890420" y="4576072"/>
                  <a:pt x="1891001" y="4576653"/>
                  <a:pt x="1891001" y="4576653"/>
                </a:cubicBezTo>
                <a:lnTo>
                  <a:pt x="1898976" y="4590447"/>
                </a:lnTo>
                <a:cubicBezTo>
                  <a:pt x="1899143" y="4590862"/>
                  <a:pt x="1898976" y="4591610"/>
                  <a:pt x="1898976" y="4591610"/>
                </a:cubicBezTo>
                <a:lnTo>
                  <a:pt x="1891000" y="4605403"/>
                </a:lnTo>
                <a:cubicBezTo>
                  <a:pt x="1890751" y="4605735"/>
                  <a:pt x="1890004" y="4605985"/>
                  <a:pt x="1890004" y="4605985"/>
                </a:cubicBezTo>
                <a:close/>
                <a:moveTo>
                  <a:pt x="2716406" y="4832278"/>
                </a:moveTo>
                <a:cubicBezTo>
                  <a:pt x="2715990" y="4832278"/>
                  <a:pt x="2715409" y="4831697"/>
                  <a:pt x="2715409" y="4831697"/>
                </a:cubicBezTo>
                <a:lnTo>
                  <a:pt x="2707184" y="4817405"/>
                </a:lnTo>
                <a:cubicBezTo>
                  <a:pt x="2706935" y="4817073"/>
                  <a:pt x="2707184" y="4816242"/>
                  <a:pt x="2707184" y="4816242"/>
                </a:cubicBezTo>
                <a:lnTo>
                  <a:pt x="2715410" y="4801951"/>
                </a:lnTo>
                <a:cubicBezTo>
                  <a:pt x="2715576" y="4801617"/>
                  <a:pt x="2716407" y="4801368"/>
                  <a:pt x="2716407" y="4801368"/>
                </a:cubicBezTo>
                <a:lnTo>
                  <a:pt x="2732856" y="4801368"/>
                </a:lnTo>
                <a:cubicBezTo>
                  <a:pt x="2733272" y="4801368"/>
                  <a:pt x="2733853" y="4801950"/>
                  <a:pt x="2733853" y="4801950"/>
                </a:cubicBezTo>
                <a:lnTo>
                  <a:pt x="2742078" y="4816241"/>
                </a:lnTo>
                <a:cubicBezTo>
                  <a:pt x="2742326" y="4816573"/>
                  <a:pt x="2742078" y="4817404"/>
                  <a:pt x="2742078" y="4817404"/>
                </a:cubicBezTo>
                <a:lnTo>
                  <a:pt x="2733852" y="4831696"/>
                </a:lnTo>
                <a:cubicBezTo>
                  <a:pt x="2733686" y="4832028"/>
                  <a:pt x="2732855" y="4832277"/>
                  <a:pt x="2732855" y="4832277"/>
                </a:cubicBezTo>
                <a:close/>
                <a:moveTo>
                  <a:pt x="2776521" y="4848440"/>
                </a:moveTo>
                <a:cubicBezTo>
                  <a:pt x="2776106" y="4848441"/>
                  <a:pt x="2775525" y="4847858"/>
                  <a:pt x="2775525" y="4847858"/>
                </a:cubicBezTo>
                <a:lnTo>
                  <a:pt x="2767217" y="4833483"/>
                </a:lnTo>
                <a:cubicBezTo>
                  <a:pt x="2766968" y="4833151"/>
                  <a:pt x="2767217" y="4832320"/>
                  <a:pt x="2767217" y="4832320"/>
                </a:cubicBezTo>
                <a:lnTo>
                  <a:pt x="2775526" y="4817945"/>
                </a:lnTo>
                <a:cubicBezTo>
                  <a:pt x="2775692" y="4817612"/>
                  <a:pt x="2776523" y="4817363"/>
                  <a:pt x="2776523" y="4817363"/>
                </a:cubicBezTo>
                <a:lnTo>
                  <a:pt x="2793138" y="4817362"/>
                </a:lnTo>
                <a:cubicBezTo>
                  <a:pt x="2793554" y="4817362"/>
                  <a:pt x="2794135" y="4817944"/>
                  <a:pt x="2794135" y="4817944"/>
                </a:cubicBezTo>
                <a:lnTo>
                  <a:pt x="2802443" y="4832319"/>
                </a:lnTo>
                <a:cubicBezTo>
                  <a:pt x="2802692" y="4832651"/>
                  <a:pt x="2802443" y="4833482"/>
                  <a:pt x="2802443" y="4833482"/>
                </a:cubicBezTo>
                <a:lnTo>
                  <a:pt x="2794134" y="4847858"/>
                </a:lnTo>
                <a:cubicBezTo>
                  <a:pt x="2793968" y="4848189"/>
                  <a:pt x="2793137" y="4848440"/>
                  <a:pt x="2793137" y="4848440"/>
                </a:cubicBezTo>
                <a:close/>
                <a:moveTo>
                  <a:pt x="3137303" y="4945841"/>
                </a:moveTo>
                <a:cubicBezTo>
                  <a:pt x="3136888" y="4945841"/>
                  <a:pt x="3136223" y="4945258"/>
                  <a:pt x="3136223" y="4945258"/>
                </a:cubicBezTo>
                <a:lnTo>
                  <a:pt x="3127583" y="4930301"/>
                </a:lnTo>
                <a:cubicBezTo>
                  <a:pt x="3127334" y="4929887"/>
                  <a:pt x="3127583" y="4929055"/>
                  <a:pt x="3127583" y="4929055"/>
                </a:cubicBezTo>
                <a:lnTo>
                  <a:pt x="3136224" y="4914098"/>
                </a:lnTo>
                <a:cubicBezTo>
                  <a:pt x="3136473" y="4913765"/>
                  <a:pt x="3136889" y="4913516"/>
                  <a:pt x="3137304" y="4913516"/>
                </a:cubicBezTo>
                <a:lnTo>
                  <a:pt x="3154584" y="4913515"/>
                </a:lnTo>
                <a:cubicBezTo>
                  <a:pt x="3155001" y="4913515"/>
                  <a:pt x="3155666" y="4914096"/>
                  <a:pt x="3155666" y="4914096"/>
                </a:cubicBezTo>
                <a:lnTo>
                  <a:pt x="3164305" y="4929053"/>
                </a:lnTo>
                <a:cubicBezTo>
                  <a:pt x="3164554" y="4929469"/>
                  <a:pt x="3164305" y="4930300"/>
                  <a:pt x="3164305" y="4930300"/>
                </a:cubicBezTo>
                <a:lnTo>
                  <a:pt x="3155664" y="4945258"/>
                </a:lnTo>
                <a:cubicBezTo>
                  <a:pt x="3155414" y="4945590"/>
                  <a:pt x="3154999" y="4945839"/>
                  <a:pt x="3154583" y="4945839"/>
                </a:cubicBezTo>
                <a:close/>
                <a:moveTo>
                  <a:pt x="3076948" y="4929968"/>
                </a:moveTo>
                <a:cubicBezTo>
                  <a:pt x="3076533" y="4929969"/>
                  <a:pt x="3075868" y="4929387"/>
                  <a:pt x="3075868" y="4929387"/>
                </a:cubicBezTo>
                <a:lnTo>
                  <a:pt x="3067063" y="4914180"/>
                </a:lnTo>
                <a:cubicBezTo>
                  <a:pt x="3066814" y="4913766"/>
                  <a:pt x="3067062" y="4912935"/>
                  <a:pt x="3067062" y="4912935"/>
                </a:cubicBezTo>
                <a:lnTo>
                  <a:pt x="3075870" y="4897728"/>
                </a:lnTo>
                <a:cubicBezTo>
                  <a:pt x="3076118" y="4897395"/>
                  <a:pt x="3076535" y="4897146"/>
                  <a:pt x="3076950" y="4897146"/>
                </a:cubicBezTo>
                <a:lnTo>
                  <a:pt x="3094563" y="4897145"/>
                </a:lnTo>
                <a:cubicBezTo>
                  <a:pt x="3094978" y="4897145"/>
                  <a:pt x="3095643" y="4897727"/>
                  <a:pt x="3095643" y="4897727"/>
                </a:cubicBezTo>
                <a:lnTo>
                  <a:pt x="3104448" y="4912932"/>
                </a:lnTo>
                <a:cubicBezTo>
                  <a:pt x="3104698" y="4913348"/>
                  <a:pt x="3104448" y="4914178"/>
                  <a:pt x="3104448" y="4914178"/>
                </a:cubicBezTo>
                <a:lnTo>
                  <a:pt x="3095641" y="4929386"/>
                </a:lnTo>
                <a:cubicBezTo>
                  <a:pt x="3095392" y="4929719"/>
                  <a:pt x="3094976" y="4929967"/>
                  <a:pt x="3094561" y="4929967"/>
                </a:cubicBezTo>
                <a:close/>
                <a:moveTo>
                  <a:pt x="2836116" y="4865726"/>
                </a:moveTo>
                <a:cubicBezTo>
                  <a:pt x="2835701" y="4865726"/>
                  <a:pt x="2835036" y="4865061"/>
                  <a:pt x="2835036" y="4865061"/>
                </a:cubicBezTo>
                <a:lnTo>
                  <a:pt x="2826230" y="4849689"/>
                </a:lnTo>
                <a:cubicBezTo>
                  <a:pt x="2825981" y="4849274"/>
                  <a:pt x="2826230" y="4848443"/>
                  <a:pt x="2826230" y="4848443"/>
                </a:cubicBezTo>
                <a:lnTo>
                  <a:pt x="2835120" y="4833072"/>
                </a:lnTo>
                <a:cubicBezTo>
                  <a:pt x="2835369" y="4832656"/>
                  <a:pt x="2835785" y="4832407"/>
                  <a:pt x="2836200" y="4832407"/>
                </a:cubicBezTo>
                <a:lnTo>
                  <a:pt x="2853896" y="4832406"/>
                </a:lnTo>
                <a:cubicBezTo>
                  <a:pt x="2854312" y="4832406"/>
                  <a:pt x="2854976" y="4833071"/>
                  <a:pt x="2854976" y="4833071"/>
                </a:cubicBezTo>
                <a:lnTo>
                  <a:pt x="2863782" y="4848442"/>
                </a:lnTo>
                <a:cubicBezTo>
                  <a:pt x="2864031" y="4848858"/>
                  <a:pt x="2863782" y="4849688"/>
                  <a:pt x="2863782" y="4849688"/>
                </a:cubicBezTo>
                <a:lnTo>
                  <a:pt x="2854892" y="4865060"/>
                </a:lnTo>
                <a:cubicBezTo>
                  <a:pt x="2854643" y="4865476"/>
                  <a:pt x="2854227" y="4865725"/>
                  <a:pt x="2853812" y="4865725"/>
                </a:cubicBezTo>
                <a:close/>
                <a:moveTo>
                  <a:pt x="3197160" y="4962708"/>
                </a:moveTo>
                <a:cubicBezTo>
                  <a:pt x="3196744" y="4962708"/>
                  <a:pt x="3196080" y="4962044"/>
                  <a:pt x="3196080" y="4962044"/>
                </a:cubicBezTo>
                <a:lnTo>
                  <a:pt x="3187108" y="4946423"/>
                </a:lnTo>
                <a:cubicBezTo>
                  <a:pt x="3186859" y="4946090"/>
                  <a:pt x="3187108" y="4945176"/>
                  <a:pt x="3187108" y="4945176"/>
                </a:cubicBezTo>
                <a:lnTo>
                  <a:pt x="3196081" y="4929555"/>
                </a:lnTo>
                <a:cubicBezTo>
                  <a:pt x="3196330" y="4929139"/>
                  <a:pt x="3196746" y="4928890"/>
                  <a:pt x="3197161" y="4928890"/>
                </a:cubicBezTo>
                <a:lnTo>
                  <a:pt x="3215189" y="4928889"/>
                </a:lnTo>
                <a:cubicBezTo>
                  <a:pt x="3215605" y="4928890"/>
                  <a:pt x="3216269" y="4929554"/>
                  <a:pt x="3216269" y="4929554"/>
                </a:cubicBezTo>
                <a:lnTo>
                  <a:pt x="3225241" y="4945175"/>
                </a:lnTo>
                <a:cubicBezTo>
                  <a:pt x="3225490" y="4945507"/>
                  <a:pt x="3225241" y="4946421"/>
                  <a:pt x="3225241" y="4946421"/>
                </a:cubicBezTo>
                <a:lnTo>
                  <a:pt x="3216268" y="4962043"/>
                </a:lnTo>
                <a:cubicBezTo>
                  <a:pt x="3216019" y="4962458"/>
                  <a:pt x="3215604" y="4962707"/>
                  <a:pt x="3215188" y="4962707"/>
                </a:cubicBezTo>
                <a:close/>
                <a:moveTo>
                  <a:pt x="2896111" y="4882091"/>
                </a:moveTo>
                <a:cubicBezTo>
                  <a:pt x="2895696" y="4882091"/>
                  <a:pt x="2895031" y="4881426"/>
                  <a:pt x="2895031" y="4881426"/>
                </a:cubicBezTo>
                <a:lnTo>
                  <a:pt x="2885977" y="4865638"/>
                </a:lnTo>
                <a:cubicBezTo>
                  <a:pt x="2885728" y="4865222"/>
                  <a:pt x="2885977" y="4864308"/>
                  <a:pt x="2885977" y="4864308"/>
                </a:cubicBezTo>
                <a:lnTo>
                  <a:pt x="2895117" y="4848519"/>
                </a:lnTo>
                <a:cubicBezTo>
                  <a:pt x="2895283" y="4848102"/>
                  <a:pt x="2895782" y="4847853"/>
                  <a:pt x="2896197" y="4847854"/>
                </a:cubicBezTo>
                <a:lnTo>
                  <a:pt x="2914392" y="4847851"/>
                </a:lnTo>
                <a:cubicBezTo>
                  <a:pt x="2914807" y="4847851"/>
                  <a:pt x="2915472" y="4848517"/>
                  <a:pt x="2915472" y="4848517"/>
                </a:cubicBezTo>
                <a:lnTo>
                  <a:pt x="2924527" y="4864306"/>
                </a:lnTo>
                <a:cubicBezTo>
                  <a:pt x="2924776" y="4864720"/>
                  <a:pt x="2924527" y="4865635"/>
                  <a:pt x="2924527" y="4865635"/>
                </a:cubicBezTo>
                <a:lnTo>
                  <a:pt x="2915386" y="4881424"/>
                </a:lnTo>
                <a:cubicBezTo>
                  <a:pt x="2915221" y="4881840"/>
                  <a:pt x="2914722" y="4882089"/>
                  <a:pt x="2914306" y="4882090"/>
                </a:cubicBezTo>
                <a:close/>
                <a:moveTo>
                  <a:pt x="3016407" y="4914632"/>
                </a:moveTo>
                <a:cubicBezTo>
                  <a:pt x="3015991" y="4914632"/>
                  <a:pt x="3015327" y="4913967"/>
                  <a:pt x="3015327" y="4913967"/>
                </a:cubicBezTo>
                <a:lnTo>
                  <a:pt x="3006272" y="4898182"/>
                </a:lnTo>
                <a:cubicBezTo>
                  <a:pt x="3006023" y="4897767"/>
                  <a:pt x="3006272" y="4896853"/>
                  <a:pt x="3006272" y="4896853"/>
                </a:cubicBezTo>
                <a:lnTo>
                  <a:pt x="3015411" y="4881068"/>
                </a:lnTo>
                <a:cubicBezTo>
                  <a:pt x="3015576" y="4880652"/>
                  <a:pt x="3016075" y="4880403"/>
                  <a:pt x="3016491" y="4880403"/>
                </a:cubicBezTo>
                <a:lnTo>
                  <a:pt x="3034685" y="4880403"/>
                </a:lnTo>
                <a:cubicBezTo>
                  <a:pt x="3035100" y="4880403"/>
                  <a:pt x="3035765" y="4881068"/>
                  <a:pt x="3035765" y="4881068"/>
                </a:cubicBezTo>
                <a:lnTo>
                  <a:pt x="3044821" y="4896853"/>
                </a:lnTo>
                <a:cubicBezTo>
                  <a:pt x="3045070" y="4897268"/>
                  <a:pt x="3044821" y="4898182"/>
                  <a:pt x="3044821" y="4898182"/>
                </a:cubicBezTo>
                <a:lnTo>
                  <a:pt x="3035681" y="4913967"/>
                </a:lnTo>
                <a:cubicBezTo>
                  <a:pt x="3035516" y="4914382"/>
                  <a:pt x="3035017" y="4914632"/>
                  <a:pt x="3034601" y="4914632"/>
                </a:cubicBezTo>
                <a:close/>
                <a:moveTo>
                  <a:pt x="2955980" y="4898975"/>
                </a:moveTo>
                <a:cubicBezTo>
                  <a:pt x="2955481" y="4898974"/>
                  <a:pt x="2954817" y="4898309"/>
                  <a:pt x="2954817" y="4898309"/>
                </a:cubicBezTo>
                <a:lnTo>
                  <a:pt x="2945429" y="4882024"/>
                </a:lnTo>
                <a:cubicBezTo>
                  <a:pt x="2945180" y="4881609"/>
                  <a:pt x="2945429" y="4880695"/>
                  <a:pt x="2945429" y="4880695"/>
                </a:cubicBezTo>
                <a:lnTo>
                  <a:pt x="2954818" y="4864409"/>
                </a:lnTo>
                <a:cubicBezTo>
                  <a:pt x="2955067" y="4863993"/>
                  <a:pt x="2955482" y="4863745"/>
                  <a:pt x="2955981" y="4863745"/>
                </a:cubicBezTo>
                <a:lnTo>
                  <a:pt x="2974757" y="4863744"/>
                </a:lnTo>
                <a:cubicBezTo>
                  <a:pt x="2975255" y="4863744"/>
                  <a:pt x="2975920" y="4864409"/>
                  <a:pt x="2975920" y="4864409"/>
                </a:cubicBezTo>
                <a:lnTo>
                  <a:pt x="2985307" y="4880693"/>
                </a:lnTo>
                <a:cubicBezTo>
                  <a:pt x="2985557" y="4881110"/>
                  <a:pt x="2985307" y="4882023"/>
                  <a:pt x="2985307" y="4882023"/>
                </a:cubicBezTo>
                <a:lnTo>
                  <a:pt x="2975919" y="4898309"/>
                </a:lnTo>
                <a:cubicBezTo>
                  <a:pt x="2975669" y="4898724"/>
                  <a:pt x="2975254" y="4898974"/>
                  <a:pt x="2974756" y="4898974"/>
                </a:cubicBezTo>
                <a:close/>
                <a:moveTo>
                  <a:pt x="2654901" y="4818434"/>
                </a:moveTo>
                <a:cubicBezTo>
                  <a:pt x="2654402" y="4818435"/>
                  <a:pt x="2653738" y="4817770"/>
                  <a:pt x="2653738" y="4817770"/>
                </a:cubicBezTo>
                <a:lnTo>
                  <a:pt x="2644268" y="4801317"/>
                </a:lnTo>
                <a:cubicBezTo>
                  <a:pt x="2644020" y="4800900"/>
                  <a:pt x="2644269" y="4799987"/>
                  <a:pt x="2644269" y="4799987"/>
                </a:cubicBezTo>
                <a:lnTo>
                  <a:pt x="2653824" y="4783533"/>
                </a:lnTo>
                <a:cubicBezTo>
                  <a:pt x="2654073" y="4783117"/>
                  <a:pt x="2654488" y="4782868"/>
                  <a:pt x="2654987" y="4782868"/>
                </a:cubicBezTo>
                <a:lnTo>
                  <a:pt x="2674012" y="4782866"/>
                </a:lnTo>
                <a:cubicBezTo>
                  <a:pt x="2674510" y="4782867"/>
                  <a:pt x="2675175" y="4783531"/>
                  <a:pt x="2675175" y="4783531"/>
                </a:cubicBezTo>
                <a:lnTo>
                  <a:pt x="2684645" y="4799984"/>
                </a:lnTo>
                <a:cubicBezTo>
                  <a:pt x="2684895" y="4800400"/>
                  <a:pt x="2684645" y="4801314"/>
                  <a:pt x="2684645" y="4801314"/>
                </a:cubicBezTo>
                <a:lnTo>
                  <a:pt x="2675090" y="4817768"/>
                </a:lnTo>
                <a:cubicBezTo>
                  <a:pt x="2674841" y="4818184"/>
                  <a:pt x="2674426" y="4818433"/>
                  <a:pt x="2673927" y="4818433"/>
                </a:cubicBezTo>
                <a:close/>
                <a:moveTo>
                  <a:pt x="427847" y="4222184"/>
                </a:moveTo>
                <a:cubicBezTo>
                  <a:pt x="427349" y="4222184"/>
                  <a:pt x="426934" y="4221935"/>
                  <a:pt x="426684" y="4221519"/>
                </a:cubicBezTo>
                <a:lnTo>
                  <a:pt x="416965" y="4204652"/>
                </a:lnTo>
                <a:cubicBezTo>
                  <a:pt x="416716" y="4204154"/>
                  <a:pt x="416716" y="4203655"/>
                  <a:pt x="416965" y="4203240"/>
                </a:cubicBezTo>
                <a:lnTo>
                  <a:pt x="426686" y="4186372"/>
                </a:lnTo>
                <a:cubicBezTo>
                  <a:pt x="426935" y="4185956"/>
                  <a:pt x="427351" y="4185706"/>
                  <a:pt x="427849" y="4185707"/>
                </a:cubicBezTo>
                <a:lnTo>
                  <a:pt x="447290" y="4185706"/>
                </a:lnTo>
                <a:cubicBezTo>
                  <a:pt x="447788" y="4185705"/>
                  <a:pt x="448204" y="4185955"/>
                  <a:pt x="448453" y="4186371"/>
                </a:cubicBezTo>
                <a:lnTo>
                  <a:pt x="458173" y="4203238"/>
                </a:lnTo>
                <a:cubicBezTo>
                  <a:pt x="458422" y="4203736"/>
                  <a:pt x="458423" y="4204235"/>
                  <a:pt x="458173" y="4204650"/>
                </a:cubicBezTo>
                <a:lnTo>
                  <a:pt x="448452" y="4221518"/>
                </a:lnTo>
                <a:cubicBezTo>
                  <a:pt x="448203" y="4221934"/>
                  <a:pt x="447787" y="4222183"/>
                  <a:pt x="447288" y="4222183"/>
                </a:cubicBezTo>
                <a:close/>
                <a:moveTo>
                  <a:pt x="367542" y="4206277"/>
                </a:moveTo>
                <a:cubicBezTo>
                  <a:pt x="367044" y="4206277"/>
                  <a:pt x="366629" y="4206028"/>
                  <a:pt x="366379" y="4205612"/>
                </a:cubicBezTo>
                <a:lnTo>
                  <a:pt x="356659" y="4188664"/>
                </a:lnTo>
                <a:cubicBezTo>
                  <a:pt x="356410" y="4188249"/>
                  <a:pt x="356410" y="4187667"/>
                  <a:pt x="356659" y="4187252"/>
                </a:cubicBezTo>
                <a:lnTo>
                  <a:pt x="366462" y="4170303"/>
                </a:lnTo>
                <a:cubicBezTo>
                  <a:pt x="366711" y="4169887"/>
                  <a:pt x="367127" y="4169638"/>
                  <a:pt x="367626" y="4169638"/>
                </a:cubicBezTo>
                <a:lnTo>
                  <a:pt x="387149" y="4169638"/>
                </a:lnTo>
                <a:cubicBezTo>
                  <a:pt x="387647" y="4169638"/>
                  <a:pt x="388063" y="4169887"/>
                  <a:pt x="388312" y="4170303"/>
                </a:cubicBezTo>
                <a:lnTo>
                  <a:pt x="398032" y="4187251"/>
                </a:lnTo>
                <a:cubicBezTo>
                  <a:pt x="398282" y="4187666"/>
                  <a:pt x="398282" y="4188248"/>
                  <a:pt x="398032" y="4188663"/>
                </a:cubicBezTo>
                <a:lnTo>
                  <a:pt x="388229" y="4205612"/>
                </a:lnTo>
                <a:cubicBezTo>
                  <a:pt x="387980" y="4206028"/>
                  <a:pt x="387564" y="4206277"/>
                  <a:pt x="387066" y="4206277"/>
                </a:cubicBezTo>
                <a:close/>
                <a:moveTo>
                  <a:pt x="3256187" y="4980892"/>
                </a:moveTo>
                <a:cubicBezTo>
                  <a:pt x="3255688" y="4980892"/>
                  <a:pt x="3255190" y="4980559"/>
                  <a:pt x="3254941" y="4980143"/>
                </a:cubicBezTo>
                <a:lnTo>
                  <a:pt x="3244806" y="4962613"/>
                </a:lnTo>
                <a:cubicBezTo>
                  <a:pt x="3244557" y="4962196"/>
                  <a:pt x="3244557" y="4961615"/>
                  <a:pt x="3244806" y="4961199"/>
                </a:cubicBezTo>
                <a:lnTo>
                  <a:pt x="3254943" y="4943667"/>
                </a:lnTo>
                <a:cubicBezTo>
                  <a:pt x="3255192" y="4943168"/>
                  <a:pt x="3255690" y="4942919"/>
                  <a:pt x="3256189" y="4942919"/>
                </a:cubicBezTo>
                <a:lnTo>
                  <a:pt x="3276460" y="4942918"/>
                </a:lnTo>
                <a:cubicBezTo>
                  <a:pt x="3276959" y="4942918"/>
                  <a:pt x="3277457" y="4943250"/>
                  <a:pt x="3277706" y="4943667"/>
                </a:cubicBezTo>
                <a:lnTo>
                  <a:pt x="3287841" y="4961198"/>
                </a:lnTo>
                <a:cubicBezTo>
                  <a:pt x="3288090" y="4961613"/>
                  <a:pt x="3288090" y="4962195"/>
                  <a:pt x="3287841" y="4962611"/>
                </a:cubicBezTo>
                <a:lnTo>
                  <a:pt x="3277705" y="4980143"/>
                </a:lnTo>
                <a:cubicBezTo>
                  <a:pt x="3277456" y="4980641"/>
                  <a:pt x="3276957" y="4980891"/>
                  <a:pt x="3276459" y="4980891"/>
                </a:cubicBezTo>
                <a:close/>
                <a:moveTo>
                  <a:pt x="1029057" y="4384614"/>
                </a:moveTo>
                <a:cubicBezTo>
                  <a:pt x="1028560" y="4384614"/>
                  <a:pt x="1028060" y="4384282"/>
                  <a:pt x="1027812" y="4383866"/>
                </a:cubicBezTo>
                <a:lnTo>
                  <a:pt x="1017428" y="4365918"/>
                </a:lnTo>
                <a:cubicBezTo>
                  <a:pt x="1017179" y="4365420"/>
                  <a:pt x="1017178" y="4364838"/>
                  <a:pt x="1017428" y="4364422"/>
                </a:cubicBezTo>
                <a:lnTo>
                  <a:pt x="1027814" y="4346473"/>
                </a:lnTo>
                <a:cubicBezTo>
                  <a:pt x="1028063" y="4345973"/>
                  <a:pt x="1028562" y="4345725"/>
                  <a:pt x="1029060" y="4345725"/>
                </a:cubicBezTo>
                <a:lnTo>
                  <a:pt x="1049830" y="4345723"/>
                </a:lnTo>
                <a:cubicBezTo>
                  <a:pt x="1050328" y="4345723"/>
                  <a:pt x="1050827" y="4346056"/>
                  <a:pt x="1051076" y="4346472"/>
                </a:cubicBezTo>
                <a:lnTo>
                  <a:pt x="1061460" y="4364420"/>
                </a:lnTo>
                <a:cubicBezTo>
                  <a:pt x="1061709" y="4364918"/>
                  <a:pt x="1061709" y="4365500"/>
                  <a:pt x="1061460" y="4365916"/>
                </a:cubicBezTo>
                <a:lnTo>
                  <a:pt x="1051074" y="4383865"/>
                </a:lnTo>
                <a:cubicBezTo>
                  <a:pt x="1050825" y="4384364"/>
                  <a:pt x="1050326" y="4384613"/>
                  <a:pt x="1049828" y="4384613"/>
                </a:cubicBezTo>
                <a:close/>
                <a:moveTo>
                  <a:pt x="487304" y="4239613"/>
                </a:moveTo>
                <a:cubicBezTo>
                  <a:pt x="486806" y="4239614"/>
                  <a:pt x="486308" y="4239281"/>
                  <a:pt x="486058" y="4238867"/>
                </a:cubicBezTo>
                <a:lnTo>
                  <a:pt x="475592" y="4220750"/>
                </a:lnTo>
                <a:cubicBezTo>
                  <a:pt x="475343" y="4220252"/>
                  <a:pt x="475343" y="4219671"/>
                  <a:pt x="475592" y="4219255"/>
                </a:cubicBezTo>
                <a:lnTo>
                  <a:pt x="486061" y="4201139"/>
                </a:lnTo>
                <a:cubicBezTo>
                  <a:pt x="486310" y="4200640"/>
                  <a:pt x="486809" y="4200390"/>
                  <a:pt x="487307" y="4200391"/>
                </a:cubicBezTo>
                <a:lnTo>
                  <a:pt x="508244" y="4200390"/>
                </a:lnTo>
                <a:cubicBezTo>
                  <a:pt x="508743" y="4200389"/>
                  <a:pt x="509240" y="4200722"/>
                  <a:pt x="509489" y="4201137"/>
                </a:cubicBezTo>
                <a:lnTo>
                  <a:pt x="519956" y="4219252"/>
                </a:lnTo>
                <a:cubicBezTo>
                  <a:pt x="520206" y="4219751"/>
                  <a:pt x="520206" y="4220333"/>
                  <a:pt x="519956" y="4220747"/>
                </a:cubicBezTo>
                <a:lnTo>
                  <a:pt x="509487" y="4238865"/>
                </a:lnTo>
                <a:cubicBezTo>
                  <a:pt x="509238" y="4239363"/>
                  <a:pt x="508740" y="4239612"/>
                  <a:pt x="508241" y="4239612"/>
                </a:cubicBezTo>
                <a:close/>
                <a:moveTo>
                  <a:pt x="1089147" y="4400877"/>
                </a:moveTo>
                <a:cubicBezTo>
                  <a:pt x="1088648" y="4400878"/>
                  <a:pt x="1088150" y="4400545"/>
                  <a:pt x="1087901" y="4400131"/>
                </a:cubicBezTo>
                <a:lnTo>
                  <a:pt x="1077517" y="4382098"/>
                </a:lnTo>
                <a:cubicBezTo>
                  <a:pt x="1077268" y="4381600"/>
                  <a:pt x="1077268" y="4381018"/>
                  <a:pt x="1077517" y="4380604"/>
                </a:cubicBezTo>
                <a:lnTo>
                  <a:pt x="1087986" y="4362571"/>
                </a:lnTo>
                <a:cubicBezTo>
                  <a:pt x="1088235" y="4362072"/>
                  <a:pt x="1088734" y="4361824"/>
                  <a:pt x="1089232" y="4361823"/>
                </a:cubicBezTo>
                <a:lnTo>
                  <a:pt x="1110085" y="4361822"/>
                </a:lnTo>
                <a:cubicBezTo>
                  <a:pt x="1110583" y="4361823"/>
                  <a:pt x="1111082" y="4362155"/>
                  <a:pt x="1111331" y="4362571"/>
                </a:cubicBezTo>
                <a:lnTo>
                  <a:pt x="1121715" y="4380601"/>
                </a:lnTo>
                <a:cubicBezTo>
                  <a:pt x="1121964" y="4381100"/>
                  <a:pt x="1121964" y="4381681"/>
                  <a:pt x="1121715" y="4382097"/>
                </a:cubicBezTo>
                <a:lnTo>
                  <a:pt x="1111247" y="4400129"/>
                </a:lnTo>
                <a:cubicBezTo>
                  <a:pt x="1110998" y="4400627"/>
                  <a:pt x="1110498" y="4400876"/>
                  <a:pt x="1110000" y="4400876"/>
                </a:cubicBezTo>
                <a:close/>
                <a:moveTo>
                  <a:pt x="667860" y="4288005"/>
                </a:moveTo>
                <a:cubicBezTo>
                  <a:pt x="667362" y="4288005"/>
                  <a:pt x="666863" y="4287673"/>
                  <a:pt x="666614" y="4287258"/>
                </a:cubicBezTo>
                <a:lnTo>
                  <a:pt x="656147" y="4269143"/>
                </a:lnTo>
                <a:cubicBezTo>
                  <a:pt x="655898" y="4268645"/>
                  <a:pt x="655898" y="4268062"/>
                  <a:pt x="656147" y="4267647"/>
                </a:cubicBezTo>
                <a:lnTo>
                  <a:pt x="666616" y="4249531"/>
                </a:lnTo>
                <a:cubicBezTo>
                  <a:pt x="666865" y="4249032"/>
                  <a:pt x="667364" y="4248783"/>
                  <a:pt x="667862" y="4248783"/>
                </a:cubicBezTo>
                <a:lnTo>
                  <a:pt x="688799" y="4248781"/>
                </a:lnTo>
                <a:cubicBezTo>
                  <a:pt x="689298" y="4248782"/>
                  <a:pt x="689796" y="4249114"/>
                  <a:pt x="690045" y="4249530"/>
                </a:cubicBezTo>
                <a:lnTo>
                  <a:pt x="700512" y="4267644"/>
                </a:lnTo>
                <a:cubicBezTo>
                  <a:pt x="700762" y="4268143"/>
                  <a:pt x="700762" y="4268724"/>
                  <a:pt x="700512" y="4269140"/>
                </a:cubicBezTo>
                <a:lnTo>
                  <a:pt x="690042" y="4287256"/>
                </a:lnTo>
                <a:cubicBezTo>
                  <a:pt x="689793" y="4287755"/>
                  <a:pt x="689295" y="4288004"/>
                  <a:pt x="688796" y="4288004"/>
                </a:cubicBezTo>
                <a:close/>
                <a:moveTo>
                  <a:pt x="728014" y="4304171"/>
                </a:moveTo>
                <a:cubicBezTo>
                  <a:pt x="727515" y="4304171"/>
                  <a:pt x="727018" y="4303839"/>
                  <a:pt x="726768" y="4303424"/>
                </a:cubicBezTo>
                <a:lnTo>
                  <a:pt x="716384" y="4285393"/>
                </a:lnTo>
                <a:cubicBezTo>
                  <a:pt x="716135" y="4284895"/>
                  <a:pt x="716135" y="4284313"/>
                  <a:pt x="716384" y="4283898"/>
                </a:cubicBezTo>
                <a:lnTo>
                  <a:pt x="726853" y="4265867"/>
                </a:lnTo>
                <a:cubicBezTo>
                  <a:pt x="727101" y="4265368"/>
                  <a:pt x="727601" y="4265119"/>
                  <a:pt x="728099" y="4265119"/>
                </a:cubicBezTo>
                <a:lnTo>
                  <a:pt x="748951" y="4265118"/>
                </a:lnTo>
                <a:cubicBezTo>
                  <a:pt x="749450" y="4265118"/>
                  <a:pt x="749948" y="4265451"/>
                  <a:pt x="750198" y="4265866"/>
                </a:cubicBezTo>
                <a:lnTo>
                  <a:pt x="760582" y="4283896"/>
                </a:lnTo>
                <a:cubicBezTo>
                  <a:pt x="760831" y="4284395"/>
                  <a:pt x="760831" y="4284976"/>
                  <a:pt x="760582" y="4285391"/>
                </a:cubicBezTo>
                <a:lnTo>
                  <a:pt x="750114" y="4303423"/>
                </a:lnTo>
                <a:cubicBezTo>
                  <a:pt x="749865" y="4303921"/>
                  <a:pt x="749365" y="4304170"/>
                  <a:pt x="748867" y="4304170"/>
                </a:cubicBezTo>
                <a:close/>
                <a:moveTo>
                  <a:pt x="1269704" y="4449342"/>
                </a:moveTo>
                <a:cubicBezTo>
                  <a:pt x="1269206" y="4449342"/>
                  <a:pt x="1268708" y="4449010"/>
                  <a:pt x="1268459" y="4448594"/>
                </a:cubicBezTo>
                <a:lnTo>
                  <a:pt x="1257991" y="4430480"/>
                </a:lnTo>
                <a:cubicBezTo>
                  <a:pt x="1257742" y="4429982"/>
                  <a:pt x="1257742" y="4429400"/>
                  <a:pt x="1257991" y="4428985"/>
                </a:cubicBezTo>
                <a:lnTo>
                  <a:pt x="1268460" y="4410870"/>
                </a:lnTo>
                <a:cubicBezTo>
                  <a:pt x="1268709" y="4410371"/>
                  <a:pt x="1269208" y="4410122"/>
                  <a:pt x="1269706" y="4410122"/>
                </a:cubicBezTo>
                <a:lnTo>
                  <a:pt x="1290643" y="4410121"/>
                </a:lnTo>
                <a:cubicBezTo>
                  <a:pt x="1291142" y="4410121"/>
                  <a:pt x="1291639" y="4410453"/>
                  <a:pt x="1291889" y="4410869"/>
                </a:cubicBezTo>
                <a:lnTo>
                  <a:pt x="1302356" y="4428982"/>
                </a:lnTo>
                <a:cubicBezTo>
                  <a:pt x="1302606" y="4429480"/>
                  <a:pt x="1302605" y="4430063"/>
                  <a:pt x="1302356" y="4430478"/>
                </a:cubicBezTo>
                <a:lnTo>
                  <a:pt x="1291887" y="4448593"/>
                </a:lnTo>
                <a:cubicBezTo>
                  <a:pt x="1291638" y="4449092"/>
                  <a:pt x="1291140" y="4449340"/>
                  <a:pt x="1290641" y="4449340"/>
                </a:cubicBezTo>
                <a:close/>
                <a:moveTo>
                  <a:pt x="547421" y="4255855"/>
                </a:moveTo>
                <a:cubicBezTo>
                  <a:pt x="546923" y="4255855"/>
                  <a:pt x="546424" y="4255522"/>
                  <a:pt x="546175" y="4255107"/>
                </a:cubicBezTo>
                <a:lnTo>
                  <a:pt x="535625" y="4236826"/>
                </a:lnTo>
                <a:cubicBezTo>
                  <a:pt x="535376" y="4236327"/>
                  <a:pt x="535376" y="4235746"/>
                  <a:pt x="535625" y="4235330"/>
                </a:cubicBezTo>
                <a:lnTo>
                  <a:pt x="546177" y="4217048"/>
                </a:lnTo>
                <a:cubicBezTo>
                  <a:pt x="546426" y="4216549"/>
                  <a:pt x="546925" y="4216301"/>
                  <a:pt x="547423" y="4216301"/>
                </a:cubicBezTo>
                <a:lnTo>
                  <a:pt x="568443" y="4216299"/>
                </a:lnTo>
                <a:cubicBezTo>
                  <a:pt x="568942" y="4216299"/>
                  <a:pt x="569440" y="4216631"/>
                  <a:pt x="569688" y="4217047"/>
                </a:cubicBezTo>
                <a:lnTo>
                  <a:pt x="580240" y="4235328"/>
                </a:lnTo>
                <a:cubicBezTo>
                  <a:pt x="580488" y="4235827"/>
                  <a:pt x="580488" y="4236408"/>
                  <a:pt x="580239" y="4236824"/>
                </a:cubicBezTo>
                <a:lnTo>
                  <a:pt x="569686" y="4255105"/>
                </a:lnTo>
                <a:cubicBezTo>
                  <a:pt x="569437" y="4255603"/>
                  <a:pt x="568939" y="4255854"/>
                  <a:pt x="568440" y="4255853"/>
                </a:cubicBezTo>
                <a:close/>
                <a:moveTo>
                  <a:pt x="1209501" y="4433277"/>
                </a:moveTo>
                <a:cubicBezTo>
                  <a:pt x="1209003" y="4433277"/>
                  <a:pt x="1208504" y="4432946"/>
                  <a:pt x="1208255" y="4432530"/>
                </a:cubicBezTo>
                <a:lnTo>
                  <a:pt x="1197787" y="4414417"/>
                </a:lnTo>
                <a:cubicBezTo>
                  <a:pt x="1197538" y="4413918"/>
                  <a:pt x="1197538" y="4413337"/>
                  <a:pt x="1197787" y="4412922"/>
                </a:cubicBezTo>
                <a:lnTo>
                  <a:pt x="1208256" y="4394808"/>
                </a:lnTo>
                <a:cubicBezTo>
                  <a:pt x="1208505" y="4394309"/>
                  <a:pt x="1209004" y="4394060"/>
                  <a:pt x="1209502" y="4394060"/>
                </a:cubicBezTo>
                <a:lnTo>
                  <a:pt x="1230438" y="4394059"/>
                </a:lnTo>
                <a:cubicBezTo>
                  <a:pt x="1230937" y="4394059"/>
                  <a:pt x="1231435" y="4394391"/>
                  <a:pt x="1231684" y="4394807"/>
                </a:cubicBezTo>
                <a:lnTo>
                  <a:pt x="1242151" y="4412920"/>
                </a:lnTo>
                <a:cubicBezTo>
                  <a:pt x="1242402" y="4413418"/>
                  <a:pt x="1242402" y="4414000"/>
                  <a:pt x="1242151" y="4414415"/>
                </a:cubicBezTo>
                <a:lnTo>
                  <a:pt x="1231683" y="4432530"/>
                </a:lnTo>
                <a:cubicBezTo>
                  <a:pt x="1231434" y="4433028"/>
                  <a:pt x="1230936" y="4433277"/>
                  <a:pt x="1230437" y="4433277"/>
                </a:cubicBezTo>
                <a:close/>
                <a:moveTo>
                  <a:pt x="968724" y="4368812"/>
                </a:moveTo>
                <a:cubicBezTo>
                  <a:pt x="968225" y="4368812"/>
                  <a:pt x="967727" y="4368480"/>
                  <a:pt x="967478" y="4368064"/>
                </a:cubicBezTo>
                <a:lnTo>
                  <a:pt x="957093" y="4350035"/>
                </a:lnTo>
                <a:cubicBezTo>
                  <a:pt x="956844" y="4349537"/>
                  <a:pt x="956844" y="4348956"/>
                  <a:pt x="957093" y="4348541"/>
                </a:cubicBezTo>
                <a:lnTo>
                  <a:pt x="967561" y="4330513"/>
                </a:lnTo>
                <a:cubicBezTo>
                  <a:pt x="967810" y="4330013"/>
                  <a:pt x="968309" y="4329765"/>
                  <a:pt x="968807" y="4329765"/>
                </a:cubicBezTo>
                <a:lnTo>
                  <a:pt x="989660" y="4329764"/>
                </a:lnTo>
                <a:cubicBezTo>
                  <a:pt x="990158" y="4329764"/>
                  <a:pt x="990657" y="4330096"/>
                  <a:pt x="990906" y="4330512"/>
                </a:cubicBezTo>
                <a:lnTo>
                  <a:pt x="1001291" y="4348541"/>
                </a:lnTo>
                <a:cubicBezTo>
                  <a:pt x="1001540" y="4349039"/>
                  <a:pt x="1001540" y="4349620"/>
                  <a:pt x="1001291" y="4350035"/>
                </a:cubicBezTo>
                <a:lnTo>
                  <a:pt x="990823" y="4368064"/>
                </a:lnTo>
                <a:cubicBezTo>
                  <a:pt x="990574" y="4368563"/>
                  <a:pt x="990075" y="4368812"/>
                  <a:pt x="989577" y="4368812"/>
                </a:cubicBezTo>
                <a:close/>
                <a:moveTo>
                  <a:pt x="848344" y="4336609"/>
                </a:moveTo>
                <a:cubicBezTo>
                  <a:pt x="847763" y="4336610"/>
                  <a:pt x="847264" y="4336360"/>
                  <a:pt x="847015" y="4335861"/>
                </a:cubicBezTo>
                <a:lnTo>
                  <a:pt x="836465" y="4317497"/>
                </a:lnTo>
                <a:cubicBezTo>
                  <a:pt x="836216" y="4316998"/>
                  <a:pt x="836217" y="4316499"/>
                  <a:pt x="836466" y="4316000"/>
                </a:cubicBezTo>
                <a:lnTo>
                  <a:pt x="847018" y="4297635"/>
                </a:lnTo>
                <a:cubicBezTo>
                  <a:pt x="847350" y="4297135"/>
                  <a:pt x="847849" y="4296886"/>
                  <a:pt x="848347" y="4296886"/>
                </a:cubicBezTo>
                <a:lnTo>
                  <a:pt x="869534" y="4296884"/>
                </a:lnTo>
                <a:cubicBezTo>
                  <a:pt x="870115" y="4296885"/>
                  <a:pt x="870613" y="4297134"/>
                  <a:pt x="870863" y="4297633"/>
                </a:cubicBezTo>
                <a:lnTo>
                  <a:pt x="881413" y="4315997"/>
                </a:lnTo>
                <a:cubicBezTo>
                  <a:pt x="881661" y="4316496"/>
                  <a:pt x="881661" y="4316994"/>
                  <a:pt x="881412" y="4317494"/>
                </a:cubicBezTo>
                <a:lnTo>
                  <a:pt x="870860" y="4335859"/>
                </a:lnTo>
                <a:cubicBezTo>
                  <a:pt x="870527" y="4336358"/>
                  <a:pt x="870029" y="4336607"/>
                  <a:pt x="869531" y="4336608"/>
                </a:cubicBezTo>
                <a:close/>
                <a:moveTo>
                  <a:pt x="788169" y="4320495"/>
                </a:moveTo>
                <a:cubicBezTo>
                  <a:pt x="787671" y="4320495"/>
                  <a:pt x="787173" y="4320164"/>
                  <a:pt x="786924" y="4319748"/>
                </a:cubicBezTo>
                <a:lnTo>
                  <a:pt x="776456" y="4301636"/>
                </a:lnTo>
                <a:cubicBezTo>
                  <a:pt x="776207" y="4301138"/>
                  <a:pt x="776207" y="4300556"/>
                  <a:pt x="776456" y="4300141"/>
                </a:cubicBezTo>
                <a:lnTo>
                  <a:pt x="786923" y="4282030"/>
                </a:lnTo>
                <a:cubicBezTo>
                  <a:pt x="787173" y="4281530"/>
                  <a:pt x="787671" y="4281281"/>
                  <a:pt x="788169" y="4281281"/>
                </a:cubicBezTo>
                <a:lnTo>
                  <a:pt x="809106" y="4281282"/>
                </a:lnTo>
                <a:cubicBezTo>
                  <a:pt x="809605" y="4281282"/>
                  <a:pt x="810102" y="4281613"/>
                  <a:pt x="810352" y="4282029"/>
                </a:cubicBezTo>
                <a:lnTo>
                  <a:pt x="820819" y="4300141"/>
                </a:lnTo>
                <a:cubicBezTo>
                  <a:pt x="821069" y="4300639"/>
                  <a:pt x="821069" y="4301221"/>
                  <a:pt x="820819" y="4301636"/>
                </a:cubicBezTo>
                <a:lnTo>
                  <a:pt x="810351" y="4319748"/>
                </a:lnTo>
                <a:cubicBezTo>
                  <a:pt x="810102" y="4320246"/>
                  <a:pt x="809605" y="4320495"/>
                  <a:pt x="809106" y="4320495"/>
                </a:cubicBezTo>
                <a:close/>
                <a:moveTo>
                  <a:pt x="908539" y="4352758"/>
                </a:moveTo>
                <a:cubicBezTo>
                  <a:pt x="908041" y="4352758"/>
                  <a:pt x="907543" y="4352426"/>
                  <a:pt x="907294" y="4352011"/>
                </a:cubicBezTo>
                <a:lnTo>
                  <a:pt x="896826" y="4333899"/>
                </a:lnTo>
                <a:cubicBezTo>
                  <a:pt x="896577" y="4333401"/>
                  <a:pt x="896577" y="4332819"/>
                  <a:pt x="896826" y="4332404"/>
                </a:cubicBezTo>
                <a:lnTo>
                  <a:pt x="907294" y="4314293"/>
                </a:lnTo>
                <a:cubicBezTo>
                  <a:pt x="907543" y="4313794"/>
                  <a:pt x="908042" y="4313545"/>
                  <a:pt x="908540" y="4313544"/>
                </a:cubicBezTo>
                <a:lnTo>
                  <a:pt x="929476" y="4313545"/>
                </a:lnTo>
                <a:cubicBezTo>
                  <a:pt x="929975" y="4313545"/>
                  <a:pt x="930473" y="4313876"/>
                  <a:pt x="930722" y="4314292"/>
                </a:cubicBezTo>
                <a:lnTo>
                  <a:pt x="941190" y="4332404"/>
                </a:lnTo>
                <a:cubicBezTo>
                  <a:pt x="941440" y="4332902"/>
                  <a:pt x="941440" y="4333484"/>
                  <a:pt x="941190" y="4333899"/>
                </a:cubicBezTo>
                <a:lnTo>
                  <a:pt x="930722" y="4352011"/>
                </a:lnTo>
                <a:cubicBezTo>
                  <a:pt x="930473" y="4352509"/>
                  <a:pt x="929975" y="4352758"/>
                  <a:pt x="929476" y="4352758"/>
                </a:cubicBezTo>
                <a:close/>
                <a:moveTo>
                  <a:pt x="1149213" y="4417476"/>
                </a:moveTo>
                <a:cubicBezTo>
                  <a:pt x="1148632" y="4417476"/>
                  <a:pt x="1148133" y="4417226"/>
                  <a:pt x="1147884" y="4416728"/>
                </a:cubicBezTo>
                <a:lnTo>
                  <a:pt x="1137334" y="4398367"/>
                </a:lnTo>
                <a:cubicBezTo>
                  <a:pt x="1137085" y="4397868"/>
                  <a:pt x="1137085" y="4397370"/>
                  <a:pt x="1137334" y="4396871"/>
                </a:cubicBezTo>
                <a:lnTo>
                  <a:pt x="1147885" y="4378509"/>
                </a:lnTo>
                <a:cubicBezTo>
                  <a:pt x="1148217" y="4378010"/>
                  <a:pt x="1148716" y="4377761"/>
                  <a:pt x="1149214" y="4377761"/>
                </a:cubicBezTo>
                <a:lnTo>
                  <a:pt x="1170400" y="4377761"/>
                </a:lnTo>
                <a:cubicBezTo>
                  <a:pt x="1170981" y="4377761"/>
                  <a:pt x="1171480" y="4378010"/>
                  <a:pt x="1171729" y="4378509"/>
                </a:cubicBezTo>
                <a:lnTo>
                  <a:pt x="1182280" y="4396870"/>
                </a:lnTo>
                <a:cubicBezTo>
                  <a:pt x="1182529" y="4397369"/>
                  <a:pt x="1182529" y="4397867"/>
                  <a:pt x="1182280" y="4398366"/>
                </a:cubicBezTo>
                <a:lnTo>
                  <a:pt x="1171728" y="4416727"/>
                </a:lnTo>
                <a:cubicBezTo>
                  <a:pt x="1171395" y="4417226"/>
                  <a:pt x="1170898" y="4417475"/>
                  <a:pt x="1170400" y="4417475"/>
                </a:cubicBezTo>
                <a:close/>
                <a:moveTo>
                  <a:pt x="607440" y="4272320"/>
                </a:moveTo>
                <a:cubicBezTo>
                  <a:pt x="606858" y="4272320"/>
                  <a:pt x="606360" y="4272071"/>
                  <a:pt x="606110" y="4271573"/>
                </a:cubicBezTo>
                <a:lnTo>
                  <a:pt x="595394" y="4252958"/>
                </a:lnTo>
                <a:cubicBezTo>
                  <a:pt x="595146" y="4252542"/>
                  <a:pt x="595146" y="4251960"/>
                  <a:pt x="595395" y="4251462"/>
                </a:cubicBezTo>
                <a:lnTo>
                  <a:pt x="606113" y="4232847"/>
                </a:lnTo>
                <a:cubicBezTo>
                  <a:pt x="606446" y="4232431"/>
                  <a:pt x="606944" y="4232098"/>
                  <a:pt x="607443" y="4232099"/>
                </a:cubicBezTo>
                <a:lnTo>
                  <a:pt x="628878" y="4232097"/>
                </a:lnTo>
                <a:cubicBezTo>
                  <a:pt x="629459" y="4232097"/>
                  <a:pt x="629958" y="4232346"/>
                  <a:pt x="630207" y="4232844"/>
                </a:cubicBezTo>
                <a:lnTo>
                  <a:pt x="640923" y="4251458"/>
                </a:lnTo>
                <a:cubicBezTo>
                  <a:pt x="641173" y="4251874"/>
                  <a:pt x="641173" y="4252456"/>
                  <a:pt x="640923" y="4252955"/>
                </a:cubicBezTo>
                <a:lnTo>
                  <a:pt x="630204" y="4271571"/>
                </a:lnTo>
                <a:cubicBezTo>
                  <a:pt x="629872" y="4271986"/>
                  <a:pt x="629373" y="4272318"/>
                  <a:pt x="628875" y="4272318"/>
                </a:cubicBezTo>
                <a:close/>
                <a:moveTo>
                  <a:pt x="1324224" y="4502180"/>
                </a:moveTo>
                <a:cubicBezTo>
                  <a:pt x="1324140" y="4502180"/>
                  <a:pt x="1323975" y="4502014"/>
                  <a:pt x="1323975" y="4502014"/>
                </a:cubicBezTo>
                <a:lnTo>
                  <a:pt x="1321814" y="4498192"/>
                </a:lnTo>
                <a:cubicBezTo>
                  <a:pt x="1321814" y="4498109"/>
                  <a:pt x="1321815" y="4497861"/>
                  <a:pt x="1321815" y="4497861"/>
                </a:cubicBezTo>
                <a:lnTo>
                  <a:pt x="1323975" y="4494038"/>
                </a:lnTo>
                <a:cubicBezTo>
                  <a:pt x="1323974" y="4493873"/>
                  <a:pt x="1324223" y="4493872"/>
                  <a:pt x="1324223" y="4493872"/>
                </a:cubicBezTo>
                <a:lnTo>
                  <a:pt x="1328627" y="4493873"/>
                </a:lnTo>
                <a:cubicBezTo>
                  <a:pt x="1328710" y="4493872"/>
                  <a:pt x="1328877" y="4494038"/>
                  <a:pt x="1328877" y="4494038"/>
                </a:cubicBezTo>
                <a:lnTo>
                  <a:pt x="1331036" y="4497860"/>
                </a:lnTo>
                <a:cubicBezTo>
                  <a:pt x="1331037" y="4497943"/>
                  <a:pt x="1331037" y="4498192"/>
                  <a:pt x="1331037" y="4498192"/>
                </a:cubicBezTo>
                <a:lnTo>
                  <a:pt x="1328877" y="4502014"/>
                </a:lnTo>
                <a:cubicBezTo>
                  <a:pt x="1328876" y="4502180"/>
                  <a:pt x="1328627" y="4502180"/>
                  <a:pt x="1328627" y="4502180"/>
                </a:cubicBezTo>
                <a:close/>
                <a:moveTo>
                  <a:pt x="3187531" y="5006571"/>
                </a:moveTo>
                <a:cubicBezTo>
                  <a:pt x="3187282" y="5006571"/>
                  <a:pt x="3186949" y="5006238"/>
                  <a:pt x="3186949" y="5006238"/>
                </a:cubicBezTo>
                <a:lnTo>
                  <a:pt x="3182297" y="4998180"/>
                </a:lnTo>
                <a:cubicBezTo>
                  <a:pt x="3182214" y="4997930"/>
                  <a:pt x="3182297" y="4997515"/>
                  <a:pt x="3182297" y="4997515"/>
                </a:cubicBezTo>
                <a:lnTo>
                  <a:pt x="3186949" y="4989455"/>
                </a:lnTo>
                <a:cubicBezTo>
                  <a:pt x="3187115" y="4989289"/>
                  <a:pt x="3187531" y="4989123"/>
                  <a:pt x="3187531" y="4989123"/>
                </a:cubicBezTo>
                <a:lnTo>
                  <a:pt x="3196753" y="4989123"/>
                </a:lnTo>
                <a:cubicBezTo>
                  <a:pt x="3197002" y="4989123"/>
                  <a:pt x="3197335" y="4989455"/>
                  <a:pt x="3197335" y="4989455"/>
                </a:cubicBezTo>
                <a:lnTo>
                  <a:pt x="3201987" y="4997515"/>
                </a:lnTo>
                <a:cubicBezTo>
                  <a:pt x="3202070" y="4997764"/>
                  <a:pt x="3201987" y="4998180"/>
                  <a:pt x="3201987" y="4998180"/>
                </a:cubicBezTo>
                <a:lnTo>
                  <a:pt x="3197334" y="5006239"/>
                </a:lnTo>
                <a:cubicBezTo>
                  <a:pt x="3197168" y="5006404"/>
                  <a:pt x="3196753" y="5006571"/>
                  <a:pt x="3196753" y="5006571"/>
                </a:cubicBezTo>
                <a:close/>
                <a:moveTo>
                  <a:pt x="2883395" y="4932067"/>
                </a:moveTo>
                <a:cubicBezTo>
                  <a:pt x="2882980" y="4932067"/>
                  <a:pt x="2882397" y="4931485"/>
                  <a:pt x="2882397" y="4931485"/>
                </a:cubicBezTo>
                <a:lnTo>
                  <a:pt x="2874589" y="4917944"/>
                </a:lnTo>
                <a:cubicBezTo>
                  <a:pt x="2874423" y="4917611"/>
                  <a:pt x="2874589" y="4916864"/>
                  <a:pt x="2874589" y="4916864"/>
                </a:cubicBezTo>
                <a:lnTo>
                  <a:pt x="2882398" y="4903321"/>
                </a:lnTo>
                <a:cubicBezTo>
                  <a:pt x="2882647" y="4902989"/>
                  <a:pt x="2883395" y="4902739"/>
                  <a:pt x="2883395" y="4902739"/>
                </a:cubicBezTo>
                <a:lnTo>
                  <a:pt x="2899097" y="4902739"/>
                </a:lnTo>
                <a:cubicBezTo>
                  <a:pt x="2899513" y="4902739"/>
                  <a:pt x="2900094" y="4903321"/>
                  <a:pt x="2900094" y="4903321"/>
                </a:cubicBezTo>
                <a:lnTo>
                  <a:pt x="2907903" y="4916863"/>
                </a:lnTo>
                <a:cubicBezTo>
                  <a:pt x="2908069" y="4917196"/>
                  <a:pt x="2907903" y="4917943"/>
                  <a:pt x="2907903" y="4917943"/>
                </a:cubicBezTo>
                <a:lnTo>
                  <a:pt x="2900093" y="4931485"/>
                </a:lnTo>
                <a:cubicBezTo>
                  <a:pt x="2899845" y="4931818"/>
                  <a:pt x="2899097" y="4932067"/>
                  <a:pt x="2899097" y="4932067"/>
                </a:cubicBezTo>
                <a:close/>
                <a:moveTo>
                  <a:pt x="2822692" y="4916874"/>
                </a:moveTo>
                <a:cubicBezTo>
                  <a:pt x="2822276" y="4916875"/>
                  <a:pt x="2821695" y="4916293"/>
                  <a:pt x="2821695" y="4916293"/>
                </a:cubicBezTo>
                <a:lnTo>
                  <a:pt x="2813386" y="4901920"/>
                </a:lnTo>
                <a:cubicBezTo>
                  <a:pt x="2813137" y="4901588"/>
                  <a:pt x="2813386" y="4900757"/>
                  <a:pt x="2813386" y="4900757"/>
                </a:cubicBezTo>
                <a:lnTo>
                  <a:pt x="2821695" y="4886385"/>
                </a:lnTo>
                <a:cubicBezTo>
                  <a:pt x="2821861" y="4886052"/>
                  <a:pt x="2822691" y="4885803"/>
                  <a:pt x="2822691" y="4885803"/>
                </a:cubicBezTo>
                <a:lnTo>
                  <a:pt x="2839307" y="4885803"/>
                </a:lnTo>
                <a:cubicBezTo>
                  <a:pt x="2839723" y="4885803"/>
                  <a:pt x="2840303" y="4886385"/>
                  <a:pt x="2840303" y="4886385"/>
                </a:cubicBezTo>
                <a:lnTo>
                  <a:pt x="2848612" y="4900757"/>
                </a:lnTo>
                <a:cubicBezTo>
                  <a:pt x="2848860" y="4901090"/>
                  <a:pt x="2848612" y="4901920"/>
                  <a:pt x="2848612" y="4901920"/>
                </a:cubicBezTo>
                <a:lnTo>
                  <a:pt x="2840304" y="4916293"/>
                </a:lnTo>
                <a:cubicBezTo>
                  <a:pt x="2840138" y="4916625"/>
                  <a:pt x="2839307" y="4916875"/>
                  <a:pt x="2839307" y="4916875"/>
                </a:cubicBezTo>
                <a:close/>
                <a:moveTo>
                  <a:pt x="2762076" y="4901598"/>
                </a:moveTo>
                <a:cubicBezTo>
                  <a:pt x="2761661" y="4901598"/>
                  <a:pt x="2760996" y="4901017"/>
                  <a:pt x="2760996" y="4901017"/>
                </a:cubicBezTo>
                <a:lnTo>
                  <a:pt x="2752273" y="4885896"/>
                </a:lnTo>
                <a:cubicBezTo>
                  <a:pt x="2752024" y="4885481"/>
                  <a:pt x="2752273" y="4884650"/>
                  <a:pt x="2752273" y="4884650"/>
                </a:cubicBezTo>
                <a:lnTo>
                  <a:pt x="2760996" y="4869530"/>
                </a:lnTo>
                <a:cubicBezTo>
                  <a:pt x="2761245" y="4869197"/>
                  <a:pt x="2761661" y="4868948"/>
                  <a:pt x="2762076" y="4868948"/>
                </a:cubicBezTo>
                <a:lnTo>
                  <a:pt x="2779606" y="4868948"/>
                </a:lnTo>
                <a:cubicBezTo>
                  <a:pt x="2780021" y="4868948"/>
                  <a:pt x="2780686" y="4869530"/>
                  <a:pt x="2780686" y="4869530"/>
                </a:cubicBezTo>
                <a:lnTo>
                  <a:pt x="2789409" y="4884650"/>
                </a:lnTo>
                <a:cubicBezTo>
                  <a:pt x="2789658" y="4885066"/>
                  <a:pt x="2789409" y="4885896"/>
                  <a:pt x="2789409" y="4885896"/>
                </a:cubicBezTo>
                <a:lnTo>
                  <a:pt x="2780686" y="4901017"/>
                </a:lnTo>
                <a:cubicBezTo>
                  <a:pt x="2780436" y="4901349"/>
                  <a:pt x="2780021" y="4901598"/>
                  <a:pt x="2779606" y="4901598"/>
                </a:cubicBezTo>
                <a:close/>
                <a:moveTo>
                  <a:pt x="2942392" y="4950296"/>
                </a:moveTo>
                <a:cubicBezTo>
                  <a:pt x="2941977" y="4950295"/>
                  <a:pt x="2941312" y="4949631"/>
                  <a:pt x="2941312" y="4949631"/>
                </a:cubicBezTo>
                <a:lnTo>
                  <a:pt x="2932258" y="4933928"/>
                </a:lnTo>
                <a:cubicBezTo>
                  <a:pt x="2932008" y="4933595"/>
                  <a:pt x="2932258" y="4932682"/>
                  <a:pt x="2932258" y="4932682"/>
                </a:cubicBezTo>
                <a:lnTo>
                  <a:pt x="2941314" y="4916976"/>
                </a:lnTo>
                <a:cubicBezTo>
                  <a:pt x="2941480" y="4916560"/>
                  <a:pt x="2941978" y="4916311"/>
                  <a:pt x="2942394" y="4916311"/>
                </a:cubicBezTo>
                <a:lnTo>
                  <a:pt x="2960506" y="4916310"/>
                </a:lnTo>
                <a:cubicBezTo>
                  <a:pt x="2960921" y="4916309"/>
                  <a:pt x="2961586" y="4916974"/>
                  <a:pt x="2961586" y="4916974"/>
                </a:cubicBezTo>
                <a:lnTo>
                  <a:pt x="2970640" y="4932679"/>
                </a:lnTo>
                <a:cubicBezTo>
                  <a:pt x="2970890" y="4933011"/>
                  <a:pt x="2970640" y="4933926"/>
                  <a:pt x="2970640" y="4933926"/>
                </a:cubicBezTo>
                <a:lnTo>
                  <a:pt x="2961584" y="4949630"/>
                </a:lnTo>
                <a:cubicBezTo>
                  <a:pt x="2961418" y="4950045"/>
                  <a:pt x="2960919" y="4950295"/>
                  <a:pt x="2960504" y="4950294"/>
                </a:cubicBezTo>
                <a:close/>
                <a:moveTo>
                  <a:pt x="3002633" y="4966454"/>
                </a:moveTo>
                <a:cubicBezTo>
                  <a:pt x="3002218" y="4966454"/>
                  <a:pt x="3001553" y="4965790"/>
                  <a:pt x="3001553" y="4965790"/>
                </a:cubicBezTo>
                <a:lnTo>
                  <a:pt x="2992581" y="4950171"/>
                </a:lnTo>
                <a:cubicBezTo>
                  <a:pt x="2992332" y="4949838"/>
                  <a:pt x="2992581" y="4948925"/>
                  <a:pt x="2992581" y="4948925"/>
                </a:cubicBezTo>
                <a:lnTo>
                  <a:pt x="3001553" y="4933304"/>
                </a:lnTo>
                <a:cubicBezTo>
                  <a:pt x="3001802" y="4932888"/>
                  <a:pt x="3002218" y="4932639"/>
                  <a:pt x="3002633" y="4932639"/>
                </a:cubicBezTo>
                <a:lnTo>
                  <a:pt x="3020661" y="4932639"/>
                </a:lnTo>
                <a:cubicBezTo>
                  <a:pt x="3021077" y="4932638"/>
                  <a:pt x="3021741" y="4933304"/>
                  <a:pt x="3021741" y="4933304"/>
                </a:cubicBezTo>
                <a:lnTo>
                  <a:pt x="3030714" y="4948924"/>
                </a:lnTo>
                <a:cubicBezTo>
                  <a:pt x="3030963" y="4949256"/>
                  <a:pt x="3030713" y="4950171"/>
                  <a:pt x="3030713" y="4950171"/>
                </a:cubicBezTo>
                <a:lnTo>
                  <a:pt x="3021741" y="4965790"/>
                </a:lnTo>
                <a:cubicBezTo>
                  <a:pt x="3021492" y="4966205"/>
                  <a:pt x="3021077" y="4966454"/>
                  <a:pt x="3020661" y="4966454"/>
                </a:cubicBezTo>
                <a:close/>
                <a:moveTo>
                  <a:pt x="414317" y="4273591"/>
                </a:moveTo>
                <a:cubicBezTo>
                  <a:pt x="413818" y="4273591"/>
                  <a:pt x="413154" y="4272926"/>
                  <a:pt x="413154" y="4272926"/>
                </a:cubicBezTo>
                <a:lnTo>
                  <a:pt x="403932" y="4256975"/>
                </a:lnTo>
                <a:cubicBezTo>
                  <a:pt x="403682" y="4256560"/>
                  <a:pt x="403932" y="4255646"/>
                  <a:pt x="403932" y="4255646"/>
                </a:cubicBezTo>
                <a:lnTo>
                  <a:pt x="413154" y="4239695"/>
                </a:lnTo>
                <a:cubicBezTo>
                  <a:pt x="413403" y="4239279"/>
                  <a:pt x="413818" y="4239030"/>
                  <a:pt x="414317" y="4239030"/>
                </a:cubicBezTo>
                <a:lnTo>
                  <a:pt x="432760" y="4239030"/>
                </a:lnTo>
                <a:cubicBezTo>
                  <a:pt x="433259" y="4239030"/>
                  <a:pt x="433923" y="4239695"/>
                  <a:pt x="433923" y="4239695"/>
                </a:cubicBezTo>
                <a:lnTo>
                  <a:pt x="443145" y="4255646"/>
                </a:lnTo>
                <a:cubicBezTo>
                  <a:pt x="443394" y="4256061"/>
                  <a:pt x="443145" y="4256975"/>
                  <a:pt x="443145" y="4256975"/>
                </a:cubicBezTo>
                <a:lnTo>
                  <a:pt x="433923" y="4272925"/>
                </a:lnTo>
                <a:cubicBezTo>
                  <a:pt x="433674" y="4273342"/>
                  <a:pt x="433259" y="4273591"/>
                  <a:pt x="432760" y="4273591"/>
                </a:cubicBezTo>
                <a:close/>
                <a:moveTo>
                  <a:pt x="3062300" y="4983443"/>
                </a:moveTo>
                <a:cubicBezTo>
                  <a:pt x="3061801" y="4983443"/>
                  <a:pt x="3061137" y="4982778"/>
                  <a:pt x="3061137" y="4982778"/>
                </a:cubicBezTo>
                <a:lnTo>
                  <a:pt x="3051666" y="4966411"/>
                </a:lnTo>
                <a:cubicBezTo>
                  <a:pt x="3051416" y="4965997"/>
                  <a:pt x="3051665" y="4965083"/>
                  <a:pt x="3051665" y="4965083"/>
                </a:cubicBezTo>
                <a:lnTo>
                  <a:pt x="3061137" y="4948716"/>
                </a:lnTo>
                <a:cubicBezTo>
                  <a:pt x="3061386" y="4948299"/>
                  <a:pt x="3061801" y="4948050"/>
                  <a:pt x="3062300" y="4948051"/>
                </a:cubicBezTo>
                <a:lnTo>
                  <a:pt x="3081242" y="4948049"/>
                </a:lnTo>
                <a:cubicBezTo>
                  <a:pt x="3081741" y="4948050"/>
                  <a:pt x="3082405" y="4948715"/>
                  <a:pt x="3082405" y="4948715"/>
                </a:cubicBezTo>
                <a:lnTo>
                  <a:pt x="3091876" y="4965082"/>
                </a:lnTo>
                <a:cubicBezTo>
                  <a:pt x="3092126" y="4965498"/>
                  <a:pt x="3091876" y="4966412"/>
                  <a:pt x="3091876" y="4966412"/>
                </a:cubicBezTo>
                <a:lnTo>
                  <a:pt x="3082404" y="4982778"/>
                </a:lnTo>
                <a:cubicBezTo>
                  <a:pt x="3082156" y="4983193"/>
                  <a:pt x="3081741" y="4983443"/>
                  <a:pt x="3081242" y="4983443"/>
                </a:cubicBezTo>
                <a:close/>
                <a:moveTo>
                  <a:pt x="2700876" y="4887204"/>
                </a:moveTo>
                <a:cubicBezTo>
                  <a:pt x="2700378" y="4887205"/>
                  <a:pt x="2699962" y="4886956"/>
                  <a:pt x="2699713" y="4886539"/>
                </a:cubicBezTo>
                <a:lnTo>
                  <a:pt x="2689993" y="4869591"/>
                </a:lnTo>
                <a:cubicBezTo>
                  <a:pt x="2689745" y="4869176"/>
                  <a:pt x="2689744" y="4868595"/>
                  <a:pt x="2689994" y="4868179"/>
                </a:cubicBezTo>
                <a:lnTo>
                  <a:pt x="2699797" y="4851229"/>
                </a:lnTo>
                <a:cubicBezTo>
                  <a:pt x="2700046" y="4850813"/>
                  <a:pt x="2700462" y="4850564"/>
                  <a:pt x="2700960" y="4850564"/>
                </a:cubicBezTo>
                <a:lnTo>
                  <a:pt x="2720485" y="4850563"/>
                </a:lnTo>
                <a:cubicBezTo>
                  <a:pt x="2720983" y="4850563"/>
                  <a:pt x="2721398" y="4850812"/>
                  <a:pt x="2721648" y="4851228"/>
                </a:cubicBezTo>
                <a:lnTo>
                  <a:pt x="2731367" y="4868178"/>
                </a:lnTo>
                <a:cubicBezTo>
                  <a:pt x="2731616" y="4868593"/>
                  <a:pt x="2731616" y="4869176"/>
                  <a:pt x="2731367" y="4869591"/>
                </a:cubicBezTo>
                <a:lnTo>
                  <a:pt x="2721563" y="4886539"/>
                </a:lnTo>
                <a:cubicBezTo>
                  <a:pt x="2721314" y="4886955"/>
                  <a:pt x="2720898" y="4887205"/>
                  <a:pt x="2720400" y="4887204"/>
                </a:cubicBezTo>
                <a:close/>
                <a:moveTo>
                  <a:pt x="3121802" y="5000935"/>
                </a:moveTo>
                <a:cubicBezTo>
                  <a:pt x="3121303" y="5000935"/>
                  <a:pt x="3120805" y="5000603"/>
                  <a:pt x="3120556" y="5000187"/>
                </a:cubicBezTo>
                <a:lnTo>
                  <a:pt x="3110420" y="4982658"/>
                </a:lnTo>
                <a:cubicBezTo>
                  <a:pt x="3110171" y="4982242"/>
                  <a:pt x="3110171" y="4981661"/>
                  <a:pt x="3110420" y="4981245"/>
                </a:cubicBezTo>
                <a:lnTo>
                  <a:pt x="3120555" y="4963716"/>
                </a:lnTo>
                <a:cubicBezTo>
                  <a:pt x="3120805" y="4963217"/>
                  <a:pt x="3121302" y="4962968"/>
                  <a:pt x="3121801" y="4962968"/>
                </a:cubicBezTo>
                <a:lnTo>
                  <a:pt x="3142073" y="4962968"/>
                </a:lnTo>
                <a:cubicBezTo>
                  <a:pt x="3142572" y="4962968"/>
                  <a:pt x="3143070" y="4963300"/>
                  <a:pt x="3143319" y="4963716"/>
                </a:cubicBezTo>
                <a:lnTo>
                  <a:pt x="3153455" y="4981245"/>
                </a:lnTo>
                <a:cubicBezTo>
                  <a:pt x="3153703" y="4981661"/>
                  <a:pt x="3153704" y="4982242"/>
                  <a:pt x="3153454" y="4982658"/>
                </a:cubicBezTo>
                <a:lnTo>
                  <a:pt x="3143319" y="5000187"/>
                </a:lnTo>
                <a:cubicBezTo>
                  <a:pt x="3143070" y="5000686"/>
                  <a:pt x="3142572" y="5000935"/>
                  <a:pt x="3142073" y="5000935"/>
                </a:cubicBezTo>
                <a:close/>
                <a:moveTo>
                  <a:pt x="1075373" y="4452834"/>
                </a:moveTo>
                <a:cubicBezTo>
                  <a:pt x="1074875" y="4452834"/>
                  <a:pt x="1074376" y="4452501"/>
                  <a:pt x="1074127" y="4452086"/>
                </a:cubicBezTo>
                <a:lnTo>
                  <a:pt x="1063908" y="4434391"/>
                </a:lnTo>
                <a:cubicBezTo>
                  <a:pt x="1063659" y="4433975"/>
                  <a:pt x="1063659" y="4433394"/>
                  <a:pt x="1063908" y="4432980"/>
                </a:cubicBezTo>
                <a:lnTo>
                  <a:pt x="1074127" y="4415283"/>
                </a:lnTo>
                <a:cubicBezTo>
                  <a:pt x="1074376" y="4414785"/>
                  <a:pt x="1074875" y="4414535"/>
                  <a:pt x="1075373" y="4414535"/>
                </a:cubicBezTo>
                <a:lnTo>
                  <a:pt x="1095810" y="4414535"/>
                </a:lnTo>
                <a:cubicBezTo>
                  <a:pt x="1096309" y="4414535"/>
                  <a:pt x="1096807" y="4414867"/>
                  <a:pt x="1097057" y="4415283"/>
                </a:cubicBezTo>
                <a:lnTo>
                  <a:pt x="1107275" y="4432980"/>
                </a:lnTo>
                <a:cubicBezTo>
                  <a:pt x="1107525" y="4433395"/>
                  <a:pt x="1107525" y="4433976"/>
                  <a:pt x="1107275" y="4434392"/>
                </a:cubicBezTo>
                <a:lnTo>
                  <a:pt x="1097057" y="4452087"/>
                </a:lnTo>
                <a:cubicBezTo>
                  <a:pt x="1096807" y="4452585"/>
                  <a:pt x="1096309" y="4452835"/>
                  <a:pt x="1095810" y="4452835"/>
                </a:cubicBezTo>
                <a:close/>
                <a:moveTo>
                  <a:pt x="533463" y="4307947"/>
                </a:moveTo>
                <a:cubicBezTo>
                  <a:pt x="532965" y="4307947"/>
                  <a:pt x="532466" y="4307613"/>
                  <a:pt x="532217" y="4307198"/>
                </a:cubicBezTo>
                <a:lnTo>
                  <a:pt x="521667" y="4288920"/>
                </a:lnTo>
                <a:cubicBezTo>
                  <a:pt x="521417" y="4288420"/>
                  <a:pt x="521418" y="4287840"/>
                  <a:pt x="521666" y="4287424"/>
                </a:cubicBezTo>
                <a:lnTo>
                  <a:pt x="532219" y="4269142"/>
                </a:lnTo>
                <a:cubicBezTo>
                  <a:pt x="532468" y="4268642"/>
                  <a:pt x="532967" y="4268393"/>
                  <a:pt x="533465" y="4268393"/>
                </a:cubicBezTo>
                <a:lnTo>
                  <a:pt x="554484" y="4268392"/>
                </a:lnTo>
                <a:cubicBezTo>
                  <a:pt x="554983" y="4268392"/>
                  <a:pt x="555481" y="4268724"/>
                  <a:pt x="555730" y="4269140"/>
                </a:cubicBezTo>
                <a:lnTo>
                  <a:pt x="566281" y="4287421"/>
                </a:lnTo>
                <a:cubicBezTo>
                  <a:pt x="566530" y="4287920"/>
                  <a:pt x="566530" y="4288501"/>
                  <a:pt x="566281" y="4288918"/>
                </a:cubicBezTo>
                <a:lnTo>
                  <a:pt x="555728" y="4307197"/>
                </a:lnTo>
                <a:cubicBezTo>
                  <a:pt x="555479" y="4307695"/>
                  <a:pt x="554981" y="4307946"/>
                  <a:pt x="554482" y="4307946"/>
                </a:cubicBezTo>
                <a:close/>
                <a:moveTo>
                  <a:pt x="834416" y="4388644"/>
                </a:moveTo>
                <a:cubicBezTo>
                  <a:pt x="833918" y="4388644"/>
                  <a:pt x="833419" y="4388312"/>
                  <a:pt x="833170" y="4387897"/>
                </a:cubicBezTo>
                <a:lnTo>
                  <a:pt x="822702" y="4369785"/>
                </a:lnTo>
                <a:cubicBezTo>
                  <a:pt x="822453" y="4369286"/>
                  <a:pt x="822453" y="4368705"/>
                  <a:pt x="822702" y="4368290"/>
                </a:cubicBezTo>
                <a:lnTo>
                  <a:pt x="833170" y="4350177"/>
                </a:lnTo>
                <a:cubicBezTo>
                  <a:pt x="833419" y="4349679"/>
                  <a:pt x="833918" y="4349429"/>
                  <a:pt x="834416" y="4349429"/>
                </a:cubicBezTo>
                <a:lnTo>
                  <a:pt x="855353" y="4349428"/>
                </a:lnTo>
                <a:cubicBezTo>
                  <a:pt x="855852" y="4349428"/>
                  <a:pt x="856350" y="4349760"/>
                  <a:pt x="856599" y="4350177"/>
                </a:cubicBezTo>
                <a:lnTo>
                  <a:pt x="867066" y="4368289"/>
                </a:lnTo>
                <a:cubicBezTo>
                  <a:pt x="867316" y="4368788"/>
                  <a:pt x="867316" y="4369369"/>
                  <a:pt x="867066" y="4369785"/>
                </a:cubicBezTo>
                <a:lnTo>
                  <a:pt x="856598" y="4387897"/>
                </a:lnTo>
                <a:cubicBezTo>
                  <a:pt x="856349" y="4388395"/>
                  <a:pt x="855851" y="4388644"/>
                  <a:pt x="855352" y="4388644"/>
                </a:cubicBezTo>
                <a:close/>
                <a:moveTo>
                  <a:pt x="1255718" y="4501539"/>
                </a:moveTo>
                <a:cubicBezTo>
                  <a:pt x="1255220" y="4501539"/>
                  <a:pt x="1254721" y="4501207"/>
                  <a:pt x="1254472" y="4500792"/>
                </a:cubicBezTo>
                <a:lnTo>
                  <a:pt x="1244004" y="4482680"/>
                </a:lnTo>
                <a:cubicBezTo>
                  <a:pt x="1243755" y="4482182"/>
                  <a:pt x="1243755" y="4481600"/>
                  <a:pt x="1244004" y="4481185"/>
                </a:cubicBezTo>
                <a:lnTo>
                  <a:pt x="1254472" y="4463073"/>
                </a:lnTo>
                <a:cubicBezTo>
                  <a:pt x="1254721" y="4462574"/>
                  <a:pt x="1255220" y="4462324"/>
                  <a:pt x="1255718" y="4462325"/>
                </a:cubicBezTo>
                <a:lnTo>
                  <a:pt x="1276655" y="4462323"/>
                </a:lnTo>
                <a:cubicBezTo>
                  <a:pt x="1277154" y="4462324"/>
                  <a:pt x="1277652" y="4462656"/>
                  <a:pt x="1277901" y="4463072"/>
                </a:cubicBezTo>
                <a:lnTo>
                  <a:pt x="1288368" y="4481185"/>
                </a:lnTo>
                <a:cubicBezTo>
                  <a:pt x="1288618" y="4481683"/>
                  <a:pt x="1288618" y="4482265"/>
                  <a:pt x="1288368" y="4482680"/>
                </a:cubicBezTo>
                <a:lnTo>
                  <a:pt x="1277900" y="4500792"/>
                </a:lnTo>
                <a:cubicBezTo>
                  <a:pt x="1277651" y="4501290"/>
                  <a:pt x="1277153" y="4501540"/>
                  <a:pt x="1276654" y="4501539"/>
                </a:cubicBezTo>
                <a:close/>
                <a:moveTo>
                  <a:pt x="593615" y="4324200"/>
                </a:moveTo>
                <a:cubicBezTo>
                  <a:pt x="593117" y="4324200"/>
                  <a:pt x="592618" y="4323867"/>
                  <a:pt x="592369" y="4323452"/>
                </a:cubicBezTo>
                <a:lnTo>
                  <a:pt x="581818" y="4305176"/>
                </a:lnTo>
                <a:cubicBezTo>
                  <a:pt x="581569" y="4304676"/>
                  <a:pt x="581569" y="4304095"/>
                  <a:pt x="581818" y="4303679"/>
                </a:cubicBezTo>
                <a:lnTo>
                  <a:pt x="592369" y="4285400"/>
                </a:lnTo>
                <a:cubicBezTo>
                  <a:pt x="592618" y="4284901"/>
                  <a:pt x="593117" y="4284652"/>
                  <a:pt x="593615" y="4284652"/>
                </a:cubicBezTo>
                <a:lnTo>
                  <a:pt x="614635" y="4284651"/>
                </a:lnTo>
                <a:cubicBezTo>
                  <a:pt x="615134" y="4284651"/>
                  <a:pt x="615632" y="4284983"/>
                  <a:pt x="615881" y="4285400"/>
                </a:cubicBezTo>
                <a:lnTo>
                  <a:pt x="626432" y="4303679"/>
                </a:lnTo>
                <a:cubicBezTo>
                  <a:pt x="626681" y="4304177"/>
                  <a:pt x="626681" y="4304759"/>
                  <a:pt x="626432" y="4305175"/>
                </a:cubicBezTo>
                <a:lnTo>
                  <a:pt x="615880" y="4323452"/>
                </a:lnTo>
                <a:cubicBezTo>
                  <a:pt x="615631" y="4323950"/>
                  <a:pt x="615133" y="4324200"/>
                  <a:pt x="614634" y="4324200"/>
                </a:cubicBezTo>
                <a:close/>
                <a:moveTo>
                  <a:pt x="954762" y="4420998"/>
                </a:moveTo>
                <a:cubicBezTo>
                  <a:pt x="954264" y="4420998"/>
                  <a:pt x="953765" y="4420667"/>
                  <a:pt x="953516" y="4420251"/>
                </a:cubicBezTo>
                <a:lnTo>
                  <a:pt x="943048" y="4402140"/>
                </a:lnTo>
                <a:cubicBezTo>
                  <a:pt x="942799" y="4401642"/>
                  <a:pt x="942799" y="4401061"/>
                  <a:pt x="943048" y="4400646"/>
                </a:cubicBezTo>
                <a:lnTo>
                  <a:pt x="953515" y="4382534"/>
                </a:lnTo>
                <a:cubicBezTo>
                  <a:pt x="953764" y="4382035"/>
                  <a:pt x="954263" y="4381786"/>
                  <a:pt x="954761" y="4381786"/>
                </a:cubicBezTo>
                <a:lnTo>
                  <a:pt x="975698" y="4381786"/>
                </a:lnTo>
                <a:cubicBezTo>
                  <a:pt x="976197" y="4381786"/>
                  <a:pt x="976694" y="4382118"/>
                  <a:pt x="976944" y="4382534"/>
                </a:cubicBezTo>
                <a:lnTo>
                  <a:pt x="987411" y="4400646"/>
                </a:lnTo>
                <a:cubicBezTo>
                  <a:pt x="987661" y="4401144"/>
                  <a:pt x="987661" y="4401726"/>
                  <a:pt x="987411" y="4402141"/>
                </a:cubicBezTo>
                <a:lnTo>
                  <a:pt x="976944" y="4420252"/>
                </a:lnTo>
                <a:cubicBezTo>
                  <a:pt x="976695" y="4420750"/>
                  <a:pt x="976197" y="4420999"/>
                  <a:pt x="975698" y="4420999"/>
                </a:cubicBezTo>
                <a:close/>
                <a:moveTo>
                  <a:pt x="1135313" y="4469406"/>
                </a:moveTo>
                <a:cubicBezTo>
                  <a:pt x="1134815" y="4469406"/>
                  <a:pt x="1134316" y="4469074"/>
                  <a:pt x="1134067" y="4468659"/>
                </a:cubicBezTo>
                <a:lnTo>
                  <a:pt x="1123599" y="4450547"/>
                </a:lnTo>
                <a:cubicBezTo>
                  <a:pt x="1123350" y="4450049"/>
                  <a:pt x="1123350" y="4449467"/>
                  <a:pt x="1123599" y="4449053"/>
                </a:cubicBezTo>
                <a:lnTo>
                  <a:pt x="1134067" y="4430941"/>
                </a:lnTo>
                <a:cubicBezTo>
                  <a:pt x="1134316" y="4430443"/>
                  <a:pt x="1134815" y="4430194"/>
                  <a:pt x="1135313" y="4430193"/>
                </a:cubicBezTo>
                <a:lnTo>
                  <a:pt x="1156249" y="4430193"/>
                </a:lnTo>
                <a:cubicBezTo>
                  <a:pt x="1156748" y="4430193"/>
                  <a:pt x="1157246" y="4430525"/>
                  <a:pt x="1157495" y="4430941"/>
                </a:cubicBezTo>
                <a:lnTo>
                  <a:pt x="1167963" y="4449053"/>
                </a:lnTo>
                <a:cubicBezTo>
                  <a:pt x="1168213" y="4449551"/>
                  <a:pt x="1168213" y="4450133"/>
                  <a:pt x="1167963" y="4450548"/>
                </a:cubicBezTo>
                <a:lnTo>
                  <a:pt x="1157495" y="4468659"/>
                </a:lnTo>
                <a:cubicBezTo>
                  <a:pt x="1157246" y="4469157"/>
                  <a:pt x="1156748" y="4469406"/>
                  <a:pt x="1156249" y="4469406"/>
                </a:cubicBezTo>
                <a:close/>
                <a:moveTo>
                  <a:pt x="1014903" y="4437148"/>
                </a:moveTo>
                <a:cubicBezTo>
                  <a:pt x="1014405" y="4437148"/>
                  <a:pt x="1013906" y="4436815"/>
                  <a:pt x="1013657" y="4436400"/>
                </a:cubicBezTo>
                <a:lnTo>
                  <a:pt x="1003106" y="4418124"/>
                </a:lnTo>
                <a:cubicBezTo>
                  <a:pt x="1002857" y="4417624"/>
                  <a:pt x="1002857" y="4417044"/>
                  <a:pt x="1003106" y="4416628"/>
                </a:cubicBezTo>
                <a:lnTo>
                  <a:pt x="1013657" y="4398350"/>
                </a:lnTo>
                <a:cubicBezTo>
                  <a:pt x="1013906" y="4397851"/>
                  <a:pt x="1014405" y="4397602"/>
                  <a:pt x="1014903" y="4397602"/>
                </a:cubicBezTo>
                <a:lnTo>
                  <a:pt x="1035922" y="4397601"/>
                </a:lnTo>
                <a:cubicBezTo>
                  <a:pt x="1036421" y="4397601"/>
                  <a:pt x="1036919" y="4397934"/>
                  <a:pt x="1037168" y="4398349"/>
                </a:cubicBezTo>
                <a:lnTo>
                  <a:pt x="1047720" y="4416628"/>
                </a:lnTo>
                <a:cubicBezTo>
                  <a:pt x="1047968" y="4417127"/>
                  <a:pt x="1047969" y="4417707"/>
                  <a:pt x="1047720" y="4418124"/>
                </a:cubicBezTo>
                <a:lnTo>
                  <a:pt x="1037168" y="4436400"/>
                </a:lnTo>
                <a:cubicBezTo>
                  <a:pt x="1036919" y="4436898"/>
                  <a:pt x="1036421" y="4437147"/>
                  <a:pt x="1035922" y="4437148"/>
                </a:cubicBezTo>
                <a:close/>
                <a:moveTo>
                  <a:pt x="473224" y="4292016"/>
                </a:moveTo>
                <a:cubicBezTo>
                  <a:pt x="472726" y="4292016"/>
                  <a:pt x="472226" y="4291683"/>
                  <a:pt x="471977" y="4291267"/>
                </a:cubicBezTo>
                <a:lnTo>
                  <a:pt x="461427" y="4272992"/>
                </a:lnTo>
                <a:cubicBezTo>
                  <a:pt x="461177" y="4272493"/>
                  <a:pt x="461178" y="4271911"/>
                  <a:pt x="461426" y="4271495"/>
                </a:cubicBezTo>
                <a:lnTo>
                  <a:pt x="471977" y="4253218"/>
                </a:lnTo>
                <a:cubicBezTo>
                  <a:pt x="472226" y="4252719"/>
                  <a:pt x="472725" y="4252470"/>
                  <a:pt x="473223" y="4252470"/>
                </a:cubicBezTo>
                <a:lnTo>
                  <a:pt x="494243" y="4252469"/>
                </a:lnTo>
                <a:cubicBezTo>
                  <a:pt x="494742" y="4252469"/>
                  <a:pt x="495240" y="4252802"/>
                  <a:pt x="495489" y="4253217"/>
                </a:cubicBezTo>
                <a:lnTo>
                  <a:pt x="506040" y="4271496"/>
                </a:lnTo>
                <a:cubicBezTo>
                  <a:pt x="506289" y="4271995"/>
                  <a:pt x="506289" y="4272576"/>
                  <a:pt x="506040" y="4272991"/>
                </a:cubicBezTo>
                <a:lnTo>
                  <a:pt x="495488" y="4291268"/>
                </a:lnTo>
                <a:cubicBezTo>
                  <a:pt x="495240" y="4291766"/>
                  <a:pt x="494741" y="4292016"/>
                  <a:pt x="494242" y="4292016"/>
                </a:cubicBezTo>
                <a:close/>
                <a:moveTo>
                  <a:pt x="713968" y="4356622"/>
                </a:moveTo>
                <a:cubicBezTo>
                  <a:pt x="713387" y="4356621"/>
                  <a:pt x="712888" y="4356373"/>
                  <a:pt x="712639" y="4355874"/>
                </a:cubicBezTo>
                <a:lnTo>
                  <a:pt x="702088" y="4337514"/>
                </a:lnTo>
                <a:cubicBezTo>
                  <a:pt x="701839" y="4337014"/>
                  <a:pt x="701839" y="4336517"/>
                  <a:pt x="702088" y="4336018"/>
                </a:cubicBezTo>
                <a:lnTo>
                  <a:pt x="712639" y="4317656"/>
                </a:lnTo>
                <a:cubicBezTo>
                  <a:pt x="712972" y="4317156"/>
                  <a:pt x="713470" y="4316908"/>
                  <a:pt x="713968" y="4316908"/>
                </a:cubicBezTo>
                <a:lnTo>
                  <a:pt x="735155" y="4316906"/>
                </a:lnTo>
                <a:cubicBezTo>
                  <a:pt x="735736" y="4316907"/>
                  <a:pt x="736234" y="4317155"/>
                  <a:pt x="736484" y="4317655"/>
                </a:cubicBezTo>
                <a:lnTo>
                  <a:pt x="747034" y="4336017"/>
                </a:lnTo>
                <a:cubicBezTo>
                  <a:pt x="747283" y="4336516"/>
                  <a:pt x="747283" y="4337014"/>
                  <a:pt x="747034" y="4337514"/>
                </a:cubicBezTo>
                <a:lnTo>
                  <a:pt x="736483" y="4355874"/>
                </a:lnTo>
                <a:cubicBezTo>
                  <a:pt x="736150" y="4356373"/>
                  <a:pt x="735652" y="4356622"/>
                  <a:pt x="735154" y="4356622"/>
                </a:cubicBezTo>
                <a:close/>
                <a:moveTo>
                  <a:pt x="1195457" y="4485638"/>
                </a:moveTo>
                <a:cubicBezTo>
                  <a:pt x="1194876" y="4485638"/>
                  <a:pt x="1194377" y="4485389"/>
                  <a:pt x="1194128" y="4484890"/>
                </a:cubicBezTo>
                <a:lnTo>
                  <a:pt x="1183577" y="4466531"/>
                </a:lnTo>
                <a:cubicBezTo>
                  <a:pt x="1183328" y="4466031"/>
                  <a:pt x="1183328" y="4465533"/>
                  <a:pt x="1183577" y="4465035"/>
                </a:cubicBezTo>
                <a:lnTo>
                  <a:pt x="1194129" y="4446672"/>
                </a:lnTo>
                <a:cubicBezTo>
                  <a:pt x="1194461" y="4446173"/>
                  <a:pt x="1194960" y="4445924"/>
                  <a:pt x="1195458" y="4445925"/>
                </a:cubicBezTo>
                <a:lnTo>
                  <a:pt x="1216644" y="4445923"/>
                </a:lnTo>
                <a:cubicBezTo>
                  <a:pt x="1217225" y="4445923"/>
                  <a:pt x="1217724" y="4446172"/>
                  <a:pt x="1217973" y="4446671"/>
                </a:cubicBezTo>
                <a:lnTo>
                  <a:pt x="1228524" y="4465034"/>
                </a:lnTo>
                <a:cubicBezTo>
                  <a:pt x="1228772" y="4465533"/>
                  <a:pt x="1228773" y="4466030"/>
                  <a:pt x="1228523" y="4466530"/>
                </a:cubicBezTo>
                <a:lnTo>
                  <a:pt x="1217972" y="4484890"/>
                </a:lnTo>
                <a:cubicBezTo>
                  <a:pt x="1217639" y="4485390"/>
                  <a:pt x="1217141" y="4485639"/>
                  <a:pt x="1216643" y="4485638"/>
                </a:cubicBezTo>
                <a:close/>
                <a:moveTo>
                  <a:pt x="894440" y="4405092"/>
                </a:moveTo>
                <a:cubicBezTo>
                  <a:pt x="893859" y="4405092"/>
                  <a:pt x="893360" y="4404843"/>
                  <a:pt x="893111" y="4404345"/>
                </a:cubicBezTo>
                <a:lnTo>
                  <a:pt x="882477" y="4385902"/>
                </a:lnTo>
                <a:cubicBezTo>
                  <a:pt x="882228" y="4385486"/>
                  <a:pt x="882228" y="4384905"/>
                  <a:pt x="882477" y="4384405"/>
                </a:cubicBezTo>
                <a:lnTo>
                  <a:pt x="893111" y="4365961"/>
                </a:lnTo>
                <a:cubicBezTo>
                  <a:pt x="893443" y="4365461"/>
                  <a:pt x="893942" y="4365212"/>
                  <a:pt x="894441" y="4365212"/>
                </a:cubicBezTo>
                <a:lnTo>
                  <a:pt x="915710" y="4365212"/>
                </a:lnTo>
                <a:cubicBezTo>
                  <a:pt x="916290" y="4365212"/>
                  <a:pt x="916788" y="4365461"/>
                  <a:pt x="917039" y="4365960"/>
                </a:cubicBezTo>
                <a:lnTo>
                  <a:pt x="927672" y="4384405"/>
                </a:lnTo>
                <a:cubicBezTo>
                  <a:pt x="927921" y="4384821"/>
                  <a:pt x="927921" y="4385402"/>
                  <a:pt x="927672" y="4385901"/>
                </a:cubicBezTo>
                <a:lnTo>
                  <a:pt x="917038" y="4404344"/>
                </a:lnTo>
                <a:cubicBezTo>
                  <a:pt x="916706" y="4404844"/>
                  <a:pt x="916207" y="4405092"/>
                  <a:pt x="915709" y="4405093"/>
                </a:cubicBezTo>
                <a:close/>
                <a:moveTo>
                  <a:pt x="773997" y="4372874"/>
                </a:moveTo>
                <a:cubicBezTo>
                  <a:pt x="773415" y="4372874"/>
                  <a:pt x="772916" y="4372626"/>
                  <a:pt x="772667" y="4372127"/>
                </a:cubicBezTo>
                <a:lnTo>
                  <a:pt x="762033" y="4353600"/>
                </a:lnTo>
                <a:cubicBezTo>
                  <a:pt x="761783" y="4353185"/>
                  <a:pt x="761784" y="4352603"/>
                  <a:pt x="762032" y="4352105"/>
                </a:cubicBezTo>
                <a:lnTo>
                  <a:pt x="772750" y="4333576"/>
                </a:lnTo>
                <a:cubicBezTo>
                  <a:pt x="773082" y="4333160"/>
                  <a:pt x="773582" y="4332828"/>
                  <a:pt x="774080" y="4332828"/>
                </a:cubicBezTo>
                <a:lnTo>
                  <a:pt x="795432" y="4332826"/>
                </a:lnTo>
                <a:cubicBezTo>
                  <a:pt x="796013" y="4332826"/>
                  <a:pt x="796512" y="4333075"/>
                  <a:pt x="796761" y="4333575"/>
                </a:cubicBezTo>
                <a:lnTo>
                  <a:pt x="807394" y="4352103"/>
                </a:lnTo>
                <a:cubicBezTo>
                  <a:pt x="807643" y="4352519"/>
                  <a:pt x="807643" y="4353100"/>
                  <a:pt x="807394" y="4353600"/>
                </a:cubicBezTo>
                <a:lnTo>
                  <a:pt x="796677" y="4372127"/>
                </a:lnTo>
                <a:cubicBezTo>
                  <a:pt x="796345" y="4372543"/>
                  <a:pt x="795845" y="4372875"/>
                  <a:pt x="795347" y="4372875"/>
                </a:cubicBezTo>
                <a:close/>
                <a:moveTo>
                  <a:pt x="653540" y="4340790"/>
                </a:moveTo>
                <a:cubicBezTo>
                  <a:pt x="652959" y="4340790"/>
                  <a:pt x="652460" y="4340542"/>
                  <a:pt x="652211" y="4340044"/>
                </a:cubicBezTo>
                <a:lnTo>
                  <a:pt x="641411" y="4321351"/>
                </a:lnTo>
                <a:cubicBezTo>
                  <a:pt x="641162" y="4320936"/>
                  <a:pt x="641162" y="4320354"/>
                  <a:pt x="641411" y="4319856"/>
                </a:cubicBezTo>
                <a:lnTo>
                  <a:pt x="652212" y="4301160"/>
                </a:lnTo>
                <a:cubicBezTo>
                  <a:pt x="652461" y="4300744"/>
                  <a:pt x="653043" y="4300412"/>
                  <a:pt x="653541" y="4300411"/>
                </a:cubicBezTo>
                <a:lnTo>
                  <a:pt x="675142" y="4300410"/>
                </a:lnTo>
                <a:cubicBezTo>
                  <a:pt x="675723" y="4300410"/>
                  <a:pt x="676222" y="4300659"/>
                  <a:pt x="676471" y="4301159"/>
                </a:cubicBezTo>
                <a:lnTo>
                  <a:pt x="687272" y="4319854"/>
                </a:lnTo>
                <a:cubicBezTo>
                  <a:pt x="687520" y="4320269"/>
                  <a:pt x="687520" y="4320850"/>
                  <a:pt x="687272" y="4321349"/>
                </a:cubicBezTo>
                <a:lnTo>
                  <a:pt x="676470" y="4340044"/>
                </a:lnTo>
                <a:cubicBezTo>
                  <a:pt x="676221" y="4340459"/>
                  <a:pt x="675639" y="4340791"/>
                  <a:pt x="675141" y="4340790"/>
                </a:cubicBezTo>
                <a:close/>
                <a:moveTo>
                  <a:pt x="2750134" y="4949863"/>
                </a:moveTo>
                <a:cubicBezTo>
                  <a:pt x="2749802" y="4949863"/>
                  <a:pt x="2749303" y="4949364"/>
                  <a:pt x="2749303" y="4949364"/>
                </a:cubicBezTo>
                <a:lnTo>
                  <a:pt x="2742574" y="4937733"/>
                </a:lnTo>
                <a:cubicBezTo>
                  <a:pt x="2742408" y="4937484"/>
                  <a:pt x="2742574" y="4936820"/>
                  <a:pt x="2742574" y="4936820"/>
                </a:cubicBezTo>
                <a:lnTo>
                  <a:pt x="2749303" y="4925191"/>
                </a:lnTo>
                <a:cubicBezTo>
                  <a:pt x="2749469" y="4924858"/>
                  <a:pt x="2750134" y="4924692"/>
                  <a:pt x="2750134" y="4924692"/>
                </a:cubicBezTo>
                <a:lnTo>
                  <a:pt x="2763592" y="4924692"/>
                </a:lnTo>
                <a:cubicBezTo>
                  <a:pt x="2763925" y="4924692"/>
                  <a:pt x="2764424" y="4925191"/>
                  <a:pt x="2764424" y="4925191"/>
                </a:cubicBezTo>
                <a:lnTo>
                  <a:pt x="2771153" y="4936821"/>
                </a:lnTo>
                <a:cubicBezTo>
                  <a:pt x="2771319" y="4937070"/>
                  <a:pt x="2771153" y="4937734"/>
                  <a:pt x="2771153" y="4937734"/>
                </a:cubicBezTo>
                <a:lnTo>
                  <a:pt x="2764424" y="4949365"/>
                </a:lnTo>
                <a:cubicBezTo>
                  <a:pt x="2764258" y="4949698"/>
                  <a:pt x="2763593" y="4949863"/>
                  <a:pt x="2763593" y="4949863"/>
                </a:cubicBezTo>
                <a:close/>
                <a:moveTo>
                  <a:pt x="2989388" y="5017219"/>
                </a:moveTo>
                <a:cubicBezTo>
                  <a:pt x="2988972" y="5017220"/>
                  <a:pt x="2988391" y="5016638"/>
                  <a:pt x="2988391" y="5016638"/>
                </a:cubicBezTo>
                <a:lnTo>
                  <a:pt x="2980166" y="5002350"/>
                </a:lnTo>
                <a:cubicBezTo>
                  <a:pt x="2979917" y="5002018"/>
                  <a:pt x="2980166" y="5001187"/>
                  <a:pt x="2980166" y="5001187"/>
                </a:cubicBezTo>
                <a:lnTo>
                  <a:pt x="2988390" y="4986901"/>
                </a:lnTo>
                <a:cubicBezTo>
                  <a:pt x="2988556" y="4986568"/>
                  <a:pt x="2989387" y="4986319"/>
                  <a:pt x="2989387" y="4986319"/>
                </a:cubicBezTo>
                <a:lnTo>
                  <a:pt x="3005836" y="4986319"/>
                </a:lnTo>
                <a:cubicBezTo>
                  <a:pt x="3006251" y="4986320"/>
                  <a:pt x="3006833" y="4986901"/>
                  <a:pt x="3006833" y="4986901"/>
                </a:cubicBezTo>
                <a:lnTo>
                  <a:pt x="3015058" y="5001189"/>
                </a:lnTo>
                <a:cubicBezTo>
                  <a:pt x="3015307" y="5001521"/>
                  <a:pt x="3015058" y="5002351"/>
                  <a:pt x="3015058" y="5002351"/>
                </a:cubicBezTo>
                <a:lnTo>
                  <a:pt x="3006834" y="5016639"/>
                </a:lnTo>
                <a:cubicBezTo>
                  <a:pt x="3006668" y="5016971"/>
                  <a:pt x="3005837" y="5017219"/>
                  <a:pt x="3005837" y="5017219"/>
                </a:cubicBezTo>
                <a:close/>
                <a:moveTo>
                  <a:pt x="401358" y="4323847"/>
                </a:moveTo>
                <a:cubicBezTo>
                  <a:pt x="400942" y="4323847"/>
                  <a:pt x="400361" y="4323266"/>
                  <a:pt x="400361" y="4323266"/>
                </a:cubicBezTo>
                <a:lnTo>
                  <a:pt x="392136" y="4308977"/>
                </a:lnTo>
                <a:cubicBezTo>
                  <a:pt x="391886" y="4308644"/>
                  <a:pt x="392136" y="4307813"/>
                  <a:pt x="392136" y="4307813"/>
                </a:cubicBezTo>
                <a:lnTo>
                  <a:pt x="400361" y="4293526"/>
                </a:lnTo>
                <a:cubicBezTo>
                  <a:pt x="400525" y="4293193"/>
                  <a:pt x="401358" y="4292944"/>
                  <a:pt x="401358" y="4292944"/>
                </a:cubicBezTo>
                <a:lnTo>
                  <a:pt x="417807" y="4292944"/>
                </a:lnTo>
                <a:cubicBezTo>
                  <a:pt x="418221" y="4292944"/>
                  <a:pt x="418803" y="4293526"/>
                  <a:pt x="418803" y="4293526"/>
                </a:cubicBezTo>
                <a:lnTo>
                  <a:pt x="427029" y="4307814"/>
                </a:lnTo>
                <a:cubicBezTo>
                  <a:pt x="427278" y="4308147"/>
                  <a:pt x="427029" y="4308977"/>
                  <a:pt x="427029" y="4308977"/>
                </a:cubicBezTo>
                <a:lnTo>
                  <a:pt x="418804" y="4323266"/>
                </a:lnTo>
                <a:cubicBezTo>
                  <a:pt x="418638" y="4323598"/>
                  <a:pt x="417807" y="4323847"/>
                  <a:pt x="417807" y="4323847"/>
                </a:cubicBezTo>
                <a:close/>
                <a:moveTo>
                  <a:pt x="2867847" y="4987059"/>
                </a:moveTo>
                <a:cubicBezTo>
                  <a:pt x="2867349" y="4987059"/>
                  <a:pt x="2866683" y="4986395"/>
                  <a:pt x="2866683" y="4986395"/>
                </a:cubicBezTo>
                <a:lnTo>
                  <a:pt x="2857295" y="4970195"/>
                </a:lnTo>
                <a:cubicBezTo>
                  <a:pt x="2857046" y="4969780"/>
                  <a:pt x="2857295" y="4968867"/>
                  <a:pt x="2857295" y="4968867"/>
                </a:cubicBezTo>
                <a:lnTo>
                  <a:pt x="2866682" y="4952669"/>
                </a:lnTo>
                <a:cubicBezTo>
                  <a:pt x="2866931" y="4952253"/>
                  <a:pt x="2867347" y="4952004"/>
                  <a:pt x="2867845" y="4952004"/>
                </a:cubicBezTo>
                <a:lnTo>
                  <a:pt x="2886538" y="4952004"/>
                </a:lnTo>
                <a:cubicBezTo>
                  <a:pt x="2887036" y="4952004"/>
                  <a:pt x="2887701" y="4952669"/>
                  <a:pt x="2887701" y="4952669"/>
                </a:cubicBezTo>
                <a:lnTo>
                  <a:pt x="2897090" y="4968868"/>
                </a:lnTo>
                <a:cubicBezTo>
                  <a:pt x="2897339" y="4969283"/>
                  <a:pt x="2897090" y="4970197"/>
                  <a:pt x="2897090" y="4970197"/>
                </a:cubicBezTo>
                <a:lnTo>
                  <a:pt x="2887702" y="4986396"/>
                </a:lnTo>
                <a:cubicBezTo>
                  <a:pt x="2887453" y="4986811"/>
                  <a:pt x="2887037" y="4987060"/>
                  <a:pt x="2886539" y="4987060"/>
                </a:cubicBezTo>
                <a:close/>
                <a:moveTo>
                  <a:pt x="2807439" y="4971391"/>
                </a:moveTo>
                <a:cubicBezTo>
                  <a:pt x="2806940" y="4971391"/>
                  <a:pt x="2806276" y="4970726"/>
                  <a:pt x="2806276" y="4970726"/>
                </a:cubicBezTo>
                <a:lnTo>
                  <a:pt x="2796805" y="4954277"/>
                </a:lnTo>
                <a:cubicBezTo>
                  <a:pt x="2796556" y="4953861"/>
                  <a:pt x="2796805" y="4952947"/>
                  <a:pt x="2796805" y="4952947"/>
                </a:cubicBezTo>
                <a:lnTo>
                  <a:pt x="2806359" y="4936498"/>
                </a:lnTo>
                <a:cubicBezTo>
                  <a:pt x="2806608" y="4936082"/>
                  <a:pt x="2807023" y="4935833"/>
                  <a:pt x="2807522" y="4935834"/>
                </a:cubicBezTo>
                <a:lnTo>
                  <a:pt x="2826547" y="4935833"/>
                </a:lnTo>
                <a:cubicBezTo>
                  <a:pt x="2827045" y="4935833"/>
                  <a:pt x="2827710" y="4936499"/>
                  <a:pt x="2827710" y="4936499"/>
                </a:cubicBezTo>
                <a:lnTo>
                  <a:pt x="2837181" y="4952947"/>
                </a:lnTo>
                <a:cubicBezTo>
                  <a:pt x="2837430" y="4953363"/>
                  <a:pt x="2837181" y="4954277"/>
                  <a:pt x="2837181" y="4954277"/>
                </a:cubicBezTo>
                <a:lnTo>
                  <a:pt x="2827627" y="4970726"/>
                </a:lnTo>
                <a:cubicBezTo>
                  <a:pt x="2827378" y="4971142"/>
                  <a:pt x="2826963" y="4971391"/>
                  <a:pt x="2826464" y="4971391"/>
                </a:cubicBezTo>
                <a:close/>
                <a:moveTo>
                  <a:pt x="2927721" y="5003816"/>
                </a:moveTo>
                <a:cubicBezTo>
                  <a:pt x="2927223" y="5003816"/>
                  <a:pt x="2926808" y="5003568"/>
                  <a:pt x="2926558" y="5003152"/>
                </a:cubicBezTo>
                <a:lnTo>
                  <a:pt x="2916838" y="4986289"/>
                </a:lnTo>
                <a:cubicBezTo>
                  <a:pt x="2916589" y="4985791"/>
                  <a:pt x="2916589" y="4985292"/>
                  <a:pt x="2916838" y="4984876"/>
                </a:cubicBezTo>
                <a:lnTo>
                  <a:pt x="2926557" y="4968015"/>
                </a:lnTo>
                <a:cubicBezTo>
                  <a:pt x="2926807" y="4967599"/>
                  <a:pt x="2927222" y="4967351"/>
                  <a:pt x="2927720" y="4967351"/>
                </a:cubicBezTo>
                <a:lnTo>
                  <a:pt x="2947161" y="4967351"/>
                </a:lnTo>
                <a:cubicBezTo>
                  <a:pt x="2947658" y="4967351"/>
                  <a:pt x="2948075" y="4967600"/>
                  <a:pt x="2948324" y="4968015"/>
                </a:cubicBezTo>
                <a:lnTo>
                  <a:pt x="2958044" y="4984878"/>
                </a:lnTo>
                <a:cubicBezTo>
                  <a:pt x="2958294" y="4985376"/>
                  <a:pt x="2958294" y="4985875"/>
                  <a:pt x="2958044" y="4986290"/>
                </a:cubicBezTo>
                <a:lnTo>
                  <a:pt x="2948325" y="5003152"/>
                </a:lnTo>
                <a:cubicBezTo>
                  <a:pt x="2948076" y="5003568"/>
                  <a:pt x="2947660" y="5003817"/>
                  <a:pt x="2947162" y="5003817"/>
                </a:cubicBezTo>
                <a:close/>
                <a:moveTo>
                  <a:pt x="1242375" y="4552527"/>
                </a:moveTo>
                <a:cubicBezTo>
                  <a:pt x="1241877" y="4552527"/>
                  <a:pt x="1241462" y="4552277"/>
                  <a:pt x="1241212" y="4551862"/>
                </a:cubicBezTo>
                <a:lnTo>
                  <a:pt x="1231492" y="4534914"/>
                </a:lnTo>
                <a:cubicBezTo>
                  <a:pt x="1231243" y="4534499"/>
                  <a:pt x="1231243" y="4533917"/>
                  <a:pt x="1231492" y="4533502"/>
                </a:cubicBezTo>
                <a:lnTo>
                  <a:pt x="1241295" y="4516554"/>
                </a:lnTo>
                <a:cubicBezTo>
                  <a:pt x="1241544" y="4516138"/>
                  <a:pt x="1241960" y="4515889"/>
                  <a:pt x="1242459" y="4515889"/>
                </a:cubicBezTo>
                <a:lnTo>
                  <a:pt x="1261982" y="4515889"/>
                </a:lnTo>
                <a:cubicBezTo>
                  <a:pt x="1262480" y="4515889"/>
                  <a:pt x="1262896" y="4516138"/>
                  <a:pt x="1263145" y="4516554"/>
                </a:cubicBezTo>
                <a:lnTo>
                  <a:pt x="1272865" y="4533502"/>
                </a:lnTo>
                <a:cubicBezTo>
                  <a:pt x="1273115" y="4533917"/>
                  <a:pt x="1273115" y="4534499"/>
                  <a:pt x="1272865" y="4534914"/>
                </a:cubicBezTo>
                <a:lnTo>
                  <a:pt x="1263062" y="4551862"/>
                </a:lnTo>
                <a:cubicBezTo>
                  <a:pt x="1262813" y="4552278"/>
                  <a:pt x="1262397" y="4552527"/>
                  <a:pt x="1261899" y="4552527"/>
                </a:cubicBezTo>
                <a:close/>
                <a:moveTo>
                  <a:pt x="880811" y="4456617"/>
                </a:moveTo>
                <a:cubicBezTo>
                  <a:pt x="880312" y="4456618"/>
                  <a:pt x="879814" y="4456285"/>
                  <a:pt x="879564" y="4455870"/>
                </a:cubicBezTo>
                <a:lnTo>
                  <a:pt x="869263" y="4438010"/>
                </a:lnTo>
                <a:cubicBezTo>
                  <a:pt x="869013" y="4437513"/>
                  <a:pt x="869014" y="4436931"/>
                  <a:pt x="869262" y="4436516"/>
                </a:cubicBezTo>
                <a:lnTo>
                  <a:pt x="879562" y="4418659"/>
                </a:lnTo>
                <a:cubicBezTo>
                  <a:pt x="879812" y="4418160"/>
                  <a:pt x="880310" y="4417911"/>
                  <a:pt x="880809" y="4417911"/>
                </a:cubicBezTo>
                <a:lnTo>
                  <a:pt x="901495" y="4417912"/>
                </a:lnTo>
                <a:cubicBezTo>
                  <a:pt x="901994" y="4417911"/>
                  <a:pt x="902492" y="4418243"/>
                  <a:pt x="902742" y="4418659"/>
                </a:cubicBezTo>
                <a:lnTo>
                  <a:pt x="913045" y="4436518"/>
                </a:lnTo>
                <a:cubicBezTo>
                  <a:pt x="913294" y="4437017"/>
                  <a:pt x="913294" y="4437598"/>
                  <a:pt x="913045" y="4438013"/>
                </a:cubicBezTo>
                <a:lnTo>
                  <a:pt x="902744" y="4455871"/>
                </a:lnTo>
                <a:cubicBezTo>
                  <a:pt x="902494" y="4456370"/>
                  <a:pt x="901996" y="4456618"/>
                  <a:pt x="901497" y="4456618"/>
                </a:cubicBezTo>
                <a:close/>
                <a:moveTo>
                  <a:pt x="940840" y="4472954"/>
                </a:moveTo>
                <a:cubicBezTo>
                  <a:pt x="940342" y="4472954"/>
                  <a:pt x="939844" y="4472622"/>
                  <a:pt x="939595" y="4472207"/>
                </a:cubicBezTo>
                <a:lnTo>
                  <a:pt x="929126" y="4454099"/>
                </a:lnTo>
                <a:cubicBezTo>
                  <a:pt x="928876" y="4453601"/>
                  <a:pt x="928877" y="4453019"/>
                  <a:pt x="929125" y="4452604"/>
                </a:cubicBezTo>
                <a:lnTo>
                  <a:pt x="939592" y="4434498"/>
                </a:lnTo>
                <a:cubicBezTo>
                  <a:pt x="939841" y="4433999"/>
                  <a:pt x="940340" y="4433751"/>
                  <a:pt x="940838" y="4433750"/>
                </a:cubicBezTo>
                <a:lnTo>
                  <a:pt x="961774" y="4433751"/>
                </a:lnTo>
                <a:cubicBezTo>
                  <a:pt x="962273" y="4433751"/>
                  <a:pt x="962771" y="4434082"/>
                  <a:pt x="963020" y="4434499"/>
                </a:cubicBezTo>
                <a:lnTo>
                  <a:pt x="973488" y="4452607"/>
                </a:lnTo>
                <a:cubicBezTo>
                  <a:pt x="973738" y="4453105"/>
                  <a:pt x="973738" y="4453687"/>
                  <a:pt x="973488" y="4454102"/>
                </a:cubicBezTo>
                <a:lnTo>
                  <a:pt x="963022" y="4472208"/>
                </a:lnTo>
                <a:cubicBezTo>
                  <a:pt x="962773" y="4472706"/>
                  <a:pt x="962275" y="4472955"/>
                  <a:pt x="961776" y="4472955"/>
                </a:cubicBezTo>
                <a:close/>
                <a:moveTo>
                  <a:pt x="1121379" y="4521409"/>
                </a:moveTo>
                <a:cubicBezTo>
                  <a:pt x="1120881" y="4521409"/>
                  <a:pt x="1120382" y="4521076"/>
                  <a:pt x="1120133" y="4520662"/>
                </a:cubicBezTo>
                <a:lnTo>
                  <a:pt x="1109665" y="4502552"/>
                </a:lnTo>
                <a:cubicBezTo>
                  <a:pt x="1109416" y="4502054"/>
                  <a:pt x="1109416" y="4501472"/>
                  <a:pt x="1109665" y="4501057"/>
                </a:cubicBezTo>
                <a:lnTo>
                  <a:pt x="1120131" y="4482950"/>
                </a:lnTo>
                <a:cubicBezTo>
                  <a:pt x="1120380" y="4482451"/>
                  <a:pt x="1120879" y="4482202"/>
                  <a:pt x="1121377" y="4482202"/>
                </a:cubicBezTo>
                <a:lnTo>
                  <a:pt x="1142313" y="4482203"/>
                </a:lnTo>
                <a:cubicBezTo>
                  <a:pt x="1142812" y="4482202"/>
                  <a:pt x="1143310" y="4482535"/>
                  <a:pt x="1143559" y="4482950"/>
                </a:cubicBezTo>
                <a:lnTo>
                  <a:pt x="1154028" y="4501059"/>
                </a:lnTo>
                <a:cubicBezTo>
                  <a:pt x="1154278" y="4501557"/>
                  <a:pt x="1154278" y="4502140"/>
                  <a:pt x="1154028" y="4502554"/>
                </a:cubicBezTo>
                <a:lnTo>
                  <a:pt x="1143561" y="4520662"/>
                </a:lnTo>
                <a:cubicBezTo>
                  <a:pt x="1143312" y="4521160"/>
                  <a:pt x="1142814" y="4521409"/>
                  <a:pt x="1142315" y="4521409"/>
                </a:cubicBezTo>
                <a:close/>
                <a:moveTo>
                  <a:pt x="459328" y="4344022"/>
                </a:moveTo>
                <a:cubicBezTo>
                  <a:pt x="458830" y="4344022"/>
                  <a:pt x="458331" y="4343690"/>
                  <a:pt x="458082" y="4343275"/>
                </a:cubicBezTo>
                <a:lnTo>
                  <a:pt x="447614" y="4325165"/>
                </a:lnTo>
                <a:cubicBezTo>
                  <a:pt x="447365" y="4324668"/>
                  <a:pt x="447365" y="4324085"/>
                  <a:pt x="447614" y="4323671"/>
                </a:cubicBezTo>
                <a:lnTo>
                  <a:pt x="458080" y="4305563"/>
                </a:lnTo>
                <a:cubicBezTo>
                  <a:pt x="458330" y="4305064"/>
                  <a:pt x="458828" y="4304816"/>
                  <a:pt x="459326" y="4304816"/>
                </a:cubicBezTo>
                <a:lnTo>
                  <a:pt x="480263" y="4304816"/>
                </a:lnTo>
                <a:cubicBezTo>
                  <a:pt x="480762" y="4304816"/>
                  <a:pt x="481259" y="4305148"/>
                  <a:pt x="481508" y="4305564"/>
                </a:cubicBezTo>
                <a:lnTo>
                  <a:pt x="491977" y="4323672"/>
                </a:lnTo>
                <a:cubicBezTo>
                  <a:pt x="492227" y="4324170"/>
                  <a:pt x="492227" y="4324752"/>
                  <a:pt x="491977" y="4325168"/>
                </a:cubicBezTo>
                <a:lnTo>
                  <a:pt x="481510" y="4343276"/>
                </a:lnTo>
                <a:cubicBezTo>
                  <a:pt x="481261" y="4343774"/>
                  <a:pt x="480763" y="4344023"/>
                  <a:pt x="480264" y="4344023"/>
                </a:cubicBezTo>
                <a:close/>
                <a:moveTo>
                  <a:pt x="820432" y="4440831"/>
                </a:moveTo>
                <a:cubicBezTo>
                  <a:pt x="819934" y="4440830"/>
                  <a:pt x="819436" y="4440499"/>
                  <a:pt x="819187" y="4440083"/>
                </a:cubicBezTo>
                <a:lnTo>
                  <a:pt x="808718" y="4421973"/>
                </a:lnTo>
                <a:cubicBezTo>
                  <a:pt x="808469" y="4421475"/>
                  <a:pt x="808470" y="4420893"/>
                  <a:pt x="808718" y="4420478"/>
                </a:cubicBezTo>
                <a:lnTo>
                  <a:pt x="819185" y="4402370"/>
                </a:lnTo>
                <a:cubicBezTo>
                  <a:pt x="819435" y="4401870"/>
                  <a:pt x="819933" y="4401622"/>
                  <a:pt x="820431" y="4401622"/>
                </a:cubicBezTo>
                <a:lnTo>
                  <a:pt x="841368" y="4401622"/>
                </a:lnTo>
                <a:cubicBezTo>
                  <a:pt x="841867" y="4401623"/>
                  <a:pt x="842364" y="4401954"/>
                  <a:pt x="842613" y="4402370"/>
                </a:cubicBezTo>
                <a:lnTo>
                  <a:pt x="853082" y="4420479"/>
                </a:lnTo>
                <a:cubicBezTo>
                  <a:pt x="853332" y="4420977"/>
                  <a:pt x="853332" y="4421559"/>
                  <a:pt x="853082" y="4421974"/>
                </a:cubicBezTo>
                <a:lnTo>
                  <a:pt x="842615" y="4440084"/>
                </a:lnTo>
                <a:cubicBezTo>
                  <a:pt x="842366" y="4440582"/>
                  <a:pt x="841868" y="4440831"/>
                  <a:pt x="841369" y="4440831"/>
                </a:cubicBezTo>
                <a:close/>
                <a:moveTo>
                  <a:pt x="1061151" y="4505440"/>
                </a:moveTo>
                <a:cubicBezTo>
                  <a:pt x="1060653" y="4505440"/>
                  <a:pt x="1060154" y="4505108"/>
                  <a:pt x="1059905" y="4504692"/>
                </a:cubicBezTo>
                <a:lnTo>
                  <a:pt x="1049437" y="4486581"/>
                </a:lnTo>
                <a:cubicBezTo>
                  <a:pt x="1049188" y="4486083"/>
                  <a:pt x="1049188" y="4485501"/>
                  <a:pt x="1049437" y="4485086"/>
                </a:cubicBezTo>
                <a:lnTo>
                  <a:pt x="1059904" y="4466975"/>
                </a:lnTo>
                <a:cubicBezTo>
                  <a:pt x="1060154" y="4466476"/>
                  <a:pt x="1060653" y="4466227"/>
                  <a:pt x="1061151" y="4466227"/>
                </a:cubicBezTo>
                <a:lnTo>
                  <a:pt x="1082087" y="4466228"/>
                </a:lnTo>
                <a:cubicBezTo>
                  <a:pt x="1082586" y="4466228"/>
                  <a:pt x="1083083" y="4466559"/>
                  <a:pt x="1083333" y="4466976"/>
                </a:cubicBezTo>
                <a:lnTo>
                  <a:pt x="1093801" y="4485086"/>
                </a:lnTo>
                <a:cubicBezTo>
                  <a:pt x="1094051" y="4485584"/>
                  <a:pt x="1094051" y="4486166"/>
                  <a:pt x="1093801" y="4486581"/>
                </a:cubicBezTo>
                <a:lnTo>
                  <a:pt x="1083333" y="4504692"/>
                </a:lnTo>
                <a:cubicBezTo>
                  <a:pt x="1083084" y="4505191"/>
                  <a:pt x="1082586" y="4505440"/>
                  <a:pt x="1082087" y="4505440"/>
                </a:cubicBezTo>
                <a:close/>
                <a:moveTo>
                  <a:pt x="639794" y="4392601"/>
                </a:moveTo>
                <a:cubicBezTo>
                  <a:pt x="639296" y="4392601"/>
                  <a:pt x="638797" y="4392267"/>
                  <a:pt x="638548" y="4391853"/>
                </a:cubicBezTo>
                <a:lnTo>
                  <a:pt x="627997" y="4373576"/>
                </a:lnTo>
                <a:cubicBezTo>
                  <a:pt x="627748" y="4373077"/>
                  <a:pt x="627748" y="4372496"/>
                  <a:pt x="627997" y="4372080"/>
                </a:cubicBezTo>
                <a:lnTo>
                  <a:pt x="638547" y="4353804"/>
                </a:lnTo>
                <a:cubicBezTo>
                  <a:pt x="638797" y="4353305"/>
                  <a:pt x="639295" y="4353056"/>
                  <a:pt x="639793" y="4353056"/>
                </a:cubicBezTo>
                <a:lnTo>
                  <a:pt x="660813" y="4353057"/>
                </a:lnTo>
                <a:cubicBezTo>
                  <a:pt x="661312" y="4353057"/>
                  <a:pt x="661810" y="4353388"/>
                  <a:pt x="662058" y="4353804"/>
                </a:cubicBezTo>
                <a:lnTo>
                  <a:pt x="672611" y="4372080"/>
                </a:lnTo>
                <a:cubicBezTo>
                  <a:pt x="672860" y="4372580"/>
                  <a:pt x="672860" y="4373161"/>
                  <a:pt x="672611" y="4373577"/>
                </a:cubicBezTo>
                <a:lnTo>
                  <a:pt x="662059" y="4391853"/>
                </a:lnTo>
                <a:cubicBezTo>
                  <a:pt x="661810" y="4392350"/>
                  <a:pt x="661312" y="4392600"/>
                  <a:pt x="660813" y="4392600"/>
                </a:cubicBezTo>
                <a:close/>
                <a:moveTo>
                  <a:pt x="519429" y="4360415"/>
                </a:moveTo>
                <a:cubicBezTo>
                  <a:pt x="518849" y="4360414"/>
                  <a:pt x="518349" y="4360166"/>
                  <a:pt x="518101" y="4359666"/>
                </a:cubicBezTo>
                <a:lnTo>
                  <a:pt x="507549" y="4341309"/>
                </a:lnTo>
                <a:cubicBezTo>
                  <a:pt x="507300" y="4340810"/>
                  <a:pt x="507300" y="4340312"/>
                  <a:pt x="507549" y="4339813"/>
                </a:cubicBezTo>
                <a:lnTo>
                  <a:pt x="518099" y="4321457"/>
                </a:lnTo>
                <a:cubicBezTo>
                  <a:pt x="518431" y="4320958"/>
                  <a:pt x="518930" y="4320709"/>
                  <a:pt x="519428" y="4320709"/>
                </a:cubicBezTo>
                <a:lnTo>
                  <a:pt x="540614" y="4320709"/>
                </a:lnTo>
                <a:cubicBezTo>
                  <a:pt x="541195" y="4320709"/>
                  <a:pt x="541693" y="4320958"/>
                  <a:pt x="541943" y="4321457"/>
                </a:cubicBezTo>
                <a:lnTo>
                  <a:pt x="552494" y="4339815"/>
                </a:lnTo>
                <a:cubicBezTo>
                  <a:pt x="552743" y="4340314"/>
                  <a:pt x="552743" y="4340812"/>
                  <a:pt x="552494" y="4341310"/>
                </a:cubicBezTo>
                <a:lnTo>
                  <a:pt x="541944" y="4359667"/>
                </a:lnTo>
                <a:cubicBezTo>
                  <a:pt x="541611" y="4360166"/>
                  <a:pt x="541113" y="4360415"/>
                  <a:pt x="540615" y="4360415"/>
                </a:cubicBezTo>
                <a:close/>
                <a:moveTo>
                  <a:pt x="579605" y="4376578"/>
                </a:moveTo>
                <a:cubicBezTo>
                  <a:pt x="579024" y="4376578"/>
                  <a:pt x="578525" y="4376329"/>
                  <a:pt x="578277" y="4375829"/>
                </a:cubicBezTo>
                <a:lnTo>
                  <a:pt x="567725" y="4357471"/>
                </a:lnTo>
                <a:cubicBezTo>
                  <a:pt x="567476" y="4356972"/>
                  <a:pt x="567476" y="4356474"/>
                  <a:pt x="567725" y="4355975"/>
                </a:cubicBezTo>
                <a:lnTo>
                  <a:pt x="578276" y="4337618"/>
                </a:lnTo>
                <a:cubicBezTo>
                  <a:pt x="578608" y="4337119"/>
                  <a:pt x="579107" y="4336870"/>
                  <a:pt x="579604" y="4336870"/>
                </a:cubicBezTo>
                <a:lnTo>
                  <a:pt x="600790" y="4336870"/>
                </a:lnTo>
                <a:cubicBezTo>
                  <a:pt x="601372" y="4336870"/>
                  <a:pt x="601870" y="4337119"/>
                  <a:pt x="602119" y="4337619"/>
                </a:cubicBezTo>
                <a:lnTo>
                  <a:pt x="612671" y="4355976"/>
                </a:lnTo>
                <a:cubicBezTo>
                  <a:pt x="612920" y="4356475"/>
                  <a:pt x="612920" y="4356973"/>
                  <a:pt x="612671" y="4357472"/>
                </a:cubicBezTo>
                <a:lnTo>
                  <a:pt x="602121" y="4375829"/>
                </a:lnTo>
                <a:cubicBezTo>
                  <a:pt x="601788" y="4376328"/>
                  <a:pt x="601290" y="4376577"/>
                  <a:pt x="600792" y="4376577"/>
                </a:cubicBezTo>
                <a:close/>
                <a:moveTo>
                  <a:pt x="760096" y="4424981"/>
                </a:moveTo>
                <a:cubicBezTo>
                  <a:pt x="759515" y="4424980"/>
                  <a:pt x="759016" y="4424732"/>
                  <a:pt x="758767" y="4424232"/>
                </a:cubicBezTo>
                <a:lnTo>
                  <a:pt x="748132" y="4405792"/>
                </a:lnTo>
                <a:cubicBezTo>
                  <a:pt x="747883" y="4405375"/>
                  <a:pt x="747883" y="4404795"/>
                  <a:pt x="748132" y="4404296"/>
                </a:cubicBezTo>
                <a:lnTo>
                  <a:pt x="758765" y="4385857"/>
                </a:lnTo>
                <a:cubicBezTo>
                  <a:pt x="759097" y="4385358"/>
                  <a:pt x="759596" y="4385109"/>
                  <a:pt x="760094" y="4385109"/>
                </a:cubicBezTo>
                <a:lnTo>
                  <a:pt x="781363" y="4385110"/>
                </a:lnTo>
                <a:cubicBezTo>
                  <a:pt x="781944" y="4385110"/>
                  <a:pt x="782442" y="4385358"/>
                  <a:pt x="782692" y="4385858"/>
                </a:cubicBezTo>
                <a:lnTo>
                  <a:pt x="793327" y="4404298"/>
                </a:lnTo>
                <a:cubicBezTo>
                  <a:pt x="793575" y="4404714"/>
                  <a:pt x="793576" y="4405295"/>
                  <a:pt x="793327" y="4405794"/>
                </a:cubicBezTo>
                <a:lnTo>
                  <a:pt x="782694" y="4424233"/>
                </a:lnTo>
                <a:cubicBezTo>
                  <a:pt x="782362" y="4424732"/>
                  <a:pt x="781862" y="4424980"/>
                  <a:pt x="781364" y="4424981"/>
                </a:cubicBezTo>
                <a:close/>
                <a:moveTo>
                  <a:pt x="699962" y="4408890"/>
                </a:moveTo>
                <a:cubicBezTo>
                  <a:pt x="699381" y="4408890"/>
                  <a:pt x="698882" y="4408641"/>
                  <a:pt x="698634" y="4408142"/>
                </a:cubicBezTo>
                <a:lnTo>
                  <a:pt x="688082" y="4389783"/>
                </a:lnTo>
                <a:cubicBezTo>
                  <a:pt x="687834" y="4389284"/>
                  <a:pt x="687833" y="4388786"/>
                  <a:pt x="688083" y="4388287"/>
                </a:cubicBezTo>
                <a:lnTo>
                  <a:pt x="698633" y="4369928"/>
                </a:lnTo>
                <a:cubicBezTo>
                  <a:pt x="698965" y="4369429"/>
                  <a:pt x="699464" y="4369180"/>
                  <a:pt x="699962" y="4369180"/>
                </a:cubicBezTo>
                <a:lnTo>
                  <a:pt x="721148" y="4369181"/>
                </a:lnTo>
                <a:cubicBezTo>
                  <a:pt x="721729" y="4369181"/>
                  <a:pt x="722228" y="4369430"/>
                  <a:pt x="722477" y="4369930"/>
                </a:cubicBezTo>
                <a:lnTo>
                  <a:pt x="733028" y="4388288"/>
                </a:lnTo>
                <a:cubicBezTo>
                  <a:pt x="733277" y="4388787"/>
                  <a:pt x="733277" y="4389284"/>
                  <a:pt x="733028" y="4389783"/>
                </a:cubicBezTo>
                <a:lnTo>
                  <a:pt x="722478" y="4408142"/>
                </a:lnTo>
                <a:cubicBezTo>
                  <a:pt x="722145" y="4408641"/>
                  <a:pt x="721647" y="4408890"/>
                  <a:pt x="721149" y="4408890"/>
                </a:cubicBezTo>
                <a:close/>
                <a:moveTo>
                  <a:pt x="1000812" y="4489596"/>
                </a:moveTo>
                <a:cubicBezTo>
                  <a:pt x="1000231" y="4489596"/>
                  <a:pt x="999733" y="4489347"/>
                  <a:pt x="999483" y="4488847"/>
                </a:cubicBezTo>
                <a:lnTo>
                  <a:pt x="988849" y="4470406"/>
                </a:lnTo>
                <a:cubicBezTo>
                  <a:pt x="988600" y="4469989"/>
                  <a:pt x="988600" y="4469409"/>
                  <a:pt x="988849" y="4468909"/>
                </a:cubicBezTo>
                <a:lnTo>
                  <a:pt x="999483" y="4450468"/>
                </a:lnTo>
                <a:cubicBezTo>
                  <a:pt x="999814" y="4449969"/>
                  <a:pt x="1000313" y="4449720"/>
                  <a:pt x="1000812" y="4449720"/>
                </a:cubicBezTo>
                <a:lnTo>
                  <a:pt x="1022081" y="4449721"/>
                </a:lnTo>
                <a:cubicBezTo>
                  <a:pt x="1022661" y="4449720"/>
                  <a:pt x="1023159" y="4449970"/>
                  <a:pt x="1023410" y="4450469"/>
                </a:cubicBezTo>
                <a:lnTo>
                  <a:pt x="1034044" y="4468910"/>
                </a:lnTo>
                <a:cubicBezTo>
                  <a:pt x="1034293" y="4469326"/>
                  <a:pt x="1034293" y="4469907"/>
                  <a:pt x="1034044" y="4470406"/>
                </a:cubicBezTo>
                <a:lnTo>
                  <a:pt x="1023410" y="4488848"/>
                </a:lnTo>
                <a:cubicBezTo>
                  <a:pt x="1023078" y="4489347"/>
                  <a:pt x="1022579" y="4489596"/>
                  <a:pt x="1022081" y="4489596"/>
                </a:cubicBezTo>
                <a:close/>
                <a:moveTo>
                  <a:pt x="1181367" y="4537991"/>
                </a:moveTo>
                <a:cubicBezTo>
                  <a:pt x="1180786" y="4537990"/>
                  <a:pt x="1180287" y="4537742"/>
                  <a:pt x="1180038" y="4537243"/>
                </a:cubicBezTo>
                <a:lnTo>
                  <a:pt x="1169404" y="4518800"/>
                </a:lnTo>
                <a:cubicBezTo>
                  <a:pt x="1169155" y="4518384"/>
                  <a:pt x="1169155" y="4517803"/>
                  <a:pt x="1169404" y="4517304"/>
                </a:cubicBezTo>
                <a:lnTo>
                  <a:pt x="1180037" y="4498863"/>
                </a:lnTo>
                <a:cubicBezTo>
                  <a:pt x="1180369" y="4498364"/>
                  <a:pt x="1180868" y="4498115"/>
                  <a:pt x="1181367" y="4498115"/>
                </a:cubicBezTo>
                <a:lnTo>
                  <a:pt x="1202635" y="4498115"/>
                </a:lnTo>
                <a:cubicBezTo>
                  <a:pt x="1203216" y="4498115"/>
                  <a:pt x="1203714" y="4498364"/>
                  <a:pt x="1203965" y="4498863"/>
                </a:cubicBezTo>
                <a:lnTo>
                  <a:pt x="1214599" y="4517305"/>
                </a:lnTo>
                <a:cubicBezTo>
                  <a:pt x="1214848" y="4517721"/>
                  <a:pt x="1214848" y="4518302"/>
                  <a:pt x="1214599" y="4518801"/>
                </a:cubicBezTo>
                <a:lnTo>
                  <a:pt x="1203965" y="4537243"/>
                </a:lnTo>
                <a:cubicBezTo>
                  <a:pt x="1203633" y="4537742"/>
                  <a:pt x="1203134" y="4537991"/>
                  <a:pt x="1202636" y="4537991"/>
                </a:cubicBezTo>
                <a:close/>
                <a:moveTo>
                  <a:pt x="388273" y="4374248"/>
                </a:moveTo>
                <a:cubicBezTo>
                  <a:pt x="387857" y="4374248"/>
                  <a:pt x="387359" y="4373748"/>
                  <a:pt x="387359" y="4373748"/>
                </a:cubicBezTo>
                <a:lnTo>
                  <a:pt x="379965" y="4360874"/>
                </a:lnTo>
                <a:cubicBezTo>
                  <a:pt x="379799" y="4360541"/>
                  <a:pt x="379965" y="4359794"/>
                  <a:pt x="379965" y="4359794"/>
                </a:cubicBezTo>
                <a:lnTo>
                  <a:pt x="387358" y="4346918"/>
                </a:lnTo>
                <a:cubicBezTo>
                  <a:pt x="387524" y="4346585"/>
                  <a:pt x="388272" y="4346420"/>
                  <a:pt x="388272" y="4346420"/>
                </a:cubicBezTo>
                <a:lnTo>
                  <a:pt x="403143" y="4346419"/>
                </a:lnTo>
                <a:cubicBezTo>
                  <a:pt x="403558" y="4346419"/>
                  <a:pt x="404058" y="4346916"/>
                  <a:pt x="404058" y="4346916"/>
                </a:cubicBezTo>
                <a:lnTo>
                  <a:pt x="411451" y="4359795"/>
                </a:lnTo>
                <a:cubicBezTo>
                  <a:pt x="411617" y="4360127"/>
                  <a:pt x="411451" y="4360874"/>
                  <a:pt x="411451" y="4360874"/>
                </a:cubicBezTo>
                <a:lnTo>
                  <a:pt x="404058" y="4373749"/>
                </a:lnTo>
                <a:cubicBezTo>
                  <a:pt x="403892" y="4374081"/>
                  <a:pt x="403144" y="4374247"/>
                  <a:pt x="403144" y="4374247"/>
                </a:cubicBezTo>
                <a:close/>
                <a:moveTo>
                  <a:pt x="1228989" y="4603622"/>
                </a:moveTo>
                <a:cubicBezTo>
                  <a:pt x="1228490" y="4603622"/>
                  <a:pt x="1227826" y="4602957"/>
                  <a:pt x="1227826" y="4602957"/>
                </a:cubicBezTo>
                <a:lnTo>
                  <a:pt x="1218604" y="4587006"/>
                </a:lnTo>
                <a:cubicBezTo>
                  <a:pt x="1218354" y="4586591"/>
                  <a:pt x="1218604" y="4585677"/>
                  <a:pt x="1218604" y="4585677"/>
                </a:cubicBezTo>
                <a:lnTo>
                  <a:pt x="1227826" y="4569726"/>
                </a:lnTo>
                <a:cubicBezTo>
                  <a:pt x="1228075" y="4569309"/>
                  <a:pt x="1228490" y="4569061"/>
                  <a:pt x="1228989" y="4569060"/>
                </a:cubicBezTo>
                <a:lnTo>
                  <a:pt x="1247432" y="4569061"/>
                </a:lnTo>
                <a:cubicBezTo>
                  <a:pt x="1247931" y="4569061"/>
                  <a:pt x="1248595" y="4569725"/>
                  <a:pt x="1248595" y="4569725"/>
                </a:cubicBezTo>
                <a:lnTo>
                  <a:pt x="1257817" y="4585678"/>
                </a:lnTo>
                <a:cubicBezTo>
                  <a:pt x="1258066" y="4586092"/>
                  <a:pt x="1257817" y="4587006"/>
                  <a:pt x="1257817" y="4587006"/>
                </a:cubicBezTo>
                <a:lnTo>
                  <a:pt x="1248595" y="4602956"/>
                </a:lnTo>
                <a:cubicBezTo>
                  <a:pt x="1248346" y="4603373"/>
                  <a:pt x="1247931" y="4603622"/>
                  <a:pt x="1247432" y="4603622"/>
                </a:cubicBezTo>
                <a:close/>
                <a:moveTo>
                  <a:pt x="565844" y="4428137"/>
                </a:moveTo>
                <a:cubicBezTo>
                  <a:pt x="565346" y="4428138"/>
                  <a:pt x="564847" y="4427805"/>
                  <a:pt x="564598" y="4427390"/>
                </a:cubicBezTo>
                <a:lnTo>
                  <a:pt x="554214" y="4409445"/>
                </a:lnTo>
                <a:cubicBezTo>
                  <a:pt x="553965" y="4408946"/>
                  <a:pt x="553964" y="4408365"/>
                  <a:pt x="554213" y="4407950"/>
                </a:cubicBezTo>
                <a:lnTo>
                  <a:pt x="564598" y="4390004"/>
                </a:lnTo>
                <a:cubicBezTo>
                  <a:pt x="564848" y="4389505"/>
                  <a:pt x="565346" y="4389257"/>
                  <a:pt x="565845" y="4389256"/>
                </a:cubicBezTo>
                <a:lnTo>
                  <a:pt x="586614" y="4389258"/>
                </a:lnTo>
                <a:cubicBezTo>
                  <a:pt x="587112" y="4389258"/>
                  <a:pt x="587611" y="4389590"/>
                  <a:pt x="587860" y="4390006"/>
                </a:cubicBezTo>
                <a:lnTo>
                  <a:pt x="598245" y="4407949"/>
                </a:lnTo>
                <a:cubicBezTo>
                  <a:pt x="598494" y="4408448"/>
                  <a:pt x="598494" y="4409029"/>
                  <a:pt x="598245" y="4409445"/>
                </a:cubicBezTo>
                <a:lnTo>
                  <a:pt x="587861" y="4427387"/>
                </a:lnTo>
                <a:cubicBezTo>
                  <a:pt x="587612" y="4427886"/>
                  <a:pt x="587113" y="4428136"/>
                  <a:pt x="586615" y="4428137"/>
                </a:cubicBezTo>
                <a:close/>
                <a:moveTo>
                  <a:pt x="1107421" y="4573498"/>
                </a:moveTo>
                <a:cubicBezTo>
                  <a:pt x="1106924" y="4573498"/>
                  <a:pt x="1106425" y="4573166"/>
                  <a:pt x="1106176" y="4572751"/>
                </a:cubicBezTo>
                <a:lnTo>
                  <a:pt x="1095708" y="4554640"/>
                </a:lnTo>
                <a:cubicBezTo>
                  <a:pt x="1095459" y="4554142"/>
                  <a:pt x="1095459" y="4553560"/>
                  <a:pt x="1095707" y="4553145"/>
                </a:cubicBezTo>
                <a:lnTo>
                  <a:pt x="1106175" y="4535035"/>
                </a:lnTo>
                <a:cubicBezTo>
                  <a:pt x="1106424" y="4534535"/>
                  <a:pt x="1106923" y="4534286"/>
                  <a:pt x="1107421" y="4534287"/>
                </a:cubicBezTo>
                <a:lnTo>
                  <a:pt x="1128357" y="4534288"/>
                </a:lnTo>
                <a:cubicBezTo>
                  <a:pt x="1128856" y="4534289"/>
                  <a:pt x="1129353" y="4534621"/>
                  <a:pt x="1129603" y="4535036"/>
                </a:cubicBezTo>
                <a:lnTo>
                  <a:pt x="1140071" y="4553145"/>
                </a:lnTo>
                <a:cubicBezTo>
                  <a:pt x="1140321" y="4553644"/>
                  <a:pt x="1140321" y="4554225"/>
                  <a:pt x="1140071" y="4554641"/>
                </a:cubicBezTo>
                <a:lnTo>
                  <a:pt x="1129604" y="4572749"/>
                </a:lnTo>
                <a:cubicBezTo>
                  <a:pt x="1129355" y="4573247"/>
                  <a:pt x="1128857" y="4573497"/>
                  <a:pt x="1128358" y="4573496"/>
                </a:cubicBezTo>
                <a:close/>
                <a:moveTo>
                  <a:pt x="746257" y="4476836"/>
                </a:moveTo>
                <a:cubicBezTo>
                  <a:pt x="745758" y="4476836"/>
                  <a:pt x="745260" y="4476504"/>
                  <a:pt x="745011" y="4476089"/>
                </a:cubicBezTo>
                <a:lnTo>
                  <a:pt x="734626" y="4458061"/>
                </a:lnTo>
                <a:cubicBezTo>
                  <a:pt x="734377" y="4457563"/>
                  <a:pt x="734377" y="4456981"/>
                  <a:pt x="734626" y="4456566"/>
                </a:cubicBezTo>
                <a:lnTo>
                  <a:pt x="745094" y="4438537"/>
                </a:lnTo>
                <a:cubicBezTo>
                  <a:pt x="745343" y="4438038"/>
                  <a:pt x="745842" y="4437788"/>
                  <a:pt x="746340" y="4437788"/>
                </a:cubicBezTo>
                <a:lnTo>
                  <a:pt x="767192" y="4437790"/>
                </a:lnTo>
                <a:cubicBezTo>
                  <a:pt x="767691" y="4437790"/>
                  <a:pt x="768189" y="4438122"/>
                  <a:pt x="768439" y="4438538"/>
                </a:cubicBezTo>
                <a:lnTo>
                  <a:pt x="778824" y="4456566"/>
                </a:lnTo>
                <a:cubicBezTo>
                  <a:pt x="779073" y="4457064"/>
                  <a:pt x="779072" y="4457646"/>
                  <a:pt x="778823" y="4458062"/>
                </a:cubicBezTo>
                <a:lnTo>
                  <a:pt x="768356" y="4476089"/>
                </a:lnTo>
                <a:cubicBezTo>
                  <a:pt x="768107" y="4476587"/>
                  <a:pt x="767608" y="4476835"/>
                  <a:pt x="767110" y="4476836"/>
                </a:cubicBezTo>
                <a:close/>
                <a:moveTo>
                  <a:pt x="926796" y="4525221"/>
                </a:moveTo>
                <a:cubicBezTo>
                  <a:pt x="926298" y="4525221"/>
                  <a:pt x="925799" y="4524888"/>
                  <a:pt x="925549" y="4524473"/>
                </a:cubicBezTo>
                <a:lnTo>
                  <a:pt x="914999" y="4506196"/>
                </a:lnTo>
                <a:cubicBezTo>
                  <a:pt x="914749" y="4505698"/>
                  <a:pt x="914750" y="4505116"/>
                  <a:pt x="914999" y="4504700"/>
                </a:cubicBezTo>
                <a:lnTo>
                  <a:pt x="925549" y="4486424"/>
                </a:lnTo>
                <a:cubicBezTo>
                  <a:pt x="925798" y="4485925"/>
                  <a:pt x="926297" y="4485675"/>
                  <a:pt x="926795" y="4485676"/>
                </a:cubicBezTo>
                <a:lnTo>
                  <a:pt x="947814" y="4485677"/>
                </a:lnTo>
                <a:cubicBezTo>
                  <a:pt x="948313" y="4485678"/>
                  <a:pt x="948811" y="4486009"/>
                  <a:pt x="949060" y="4486426"/>
                </a:cubicBezTo>
                <a:lnTo>
                  <a:pt x="959613" y="4504701"/>
                </a:lnTo>
                <a:cubicBezTo>
                  <a:pt x="959861" y="4505200"/>
                  <a:pt x="959862" y="4505780"/>
                  <a:pt x="959612" y="4506198"/>
                </a:cubicBezTo>
                <a:lnTo>
                  <a:pt x="949061" y="4524471"/>
                </a:lnTo>
                <a:cubicBezTo>
                  <a:pt x="948812" y="4524969"/>
                  <a:pt x="948314" y="4525220"/>
                  <a:pt x="947815" y="4525220"/>
                </a:cubicBezTo>
                <a:close/>
                <a:moveTo>
                  <a:pt x="505468" y="4412425"/>
                </a:moveTo>
                <a:cubicBezTo>
                  <a:pt x="504970" y="4412425"/>
                  <a:pt x="504471" y="4412092"/>
                  <a:pt x="504222" y="4411676"/>
                </a:cubicBezTo>
                <a:lnTo>
                  <a:pt x="493671" y="4393401"/>
                </a:lnTo>
                <a:cubicBezTo>
                  <a:pt x="493422" y="4392901"/>
                  <a:pt x="493422" y="4392322"/>
                  <a:pt x="493671" y="4391905"/>
                </a:cubicBezTo>
                <a:lnTo>
                  <a:pt x="504222" y="4373627"/>
                </a:lnTo>
                <a:cubicBezTo>
                  <a:pt x="504471" y="4373128"/>
                  <a:pt x="504970" y="4372880"/>
                  <a:pt x="505468" y="4372880"/>
                </a:cubicBezTo>
                <a:lnTo>
                  <a:pt x="526487" y="4372881"/>
                </a:lnTo>
                <a:cubicBezTo>
                  <a:pt x="526985" y="4372882"/>
                  <a:pt x="527484" y="4373214"/>
                  <a:pt x="527733" y="4373629"/>
                </a:cubicBezTo>
                <a:lnTo>
                  <a:pt x="538285" y="4391905"/>
                </a:lnTo>
                <a:cubicBezTo>
                  <a:pt x="538534" y="4392405"/>
                  <a:pt x="538534" y="4392986"/>
                  <a:pt x="538285" y="4393401"/>
                </a:cubicBezTo>
                <a:lnTo>
                  <a:pt x="527733" y="4411676"/>
                </a:lnTo>
                <a:cubicBezTo>
                  <a:pt x="527484" y="4412175"/>
                  <a:pt x="526986" y="4412425"/>
                  <a:pt x="526487" y="4412424"/>
                </a:cubicBezTo>
                <a:close/>
                <a:moveTo>
                  <a:pt x="445317" y="4396310"/>
                </a:moveTo>
                <a:cubicBezTo>
                  <a:pt x="444819" y="4396310"/>
                  <a:pt x="444321" y="4395978"/>
                  <a:pt x="444072" y="4395563"/>
                </a:cubicBezTo>
                <a:lnTo>
                  <a:pt x="433604" y="4377451"/>
                </a:lnTo>
                <a:cubicBezTo>
                  <a:pt x="433355" y="4376954"/>
                  <a:pt x="433355" y="4376372"/>
                  <a:pt x="433604" y="4375956"/>
                </a:cubicBezTo>
                <a:lnTo>
                  <a:pt x="444072" y="4357845"/>
                </a:lnTo>
                <a:cubicBezTo>
                  <a:pt x="444321" y="4357346"/>
                  <a:pt x="444820" y="4357097"/>
                  <a:pt x="445318" y="4357097"/>
                </a:cubicBezTo>
                <a:lnTo>
                  <a:pt x="466254" y="4357098"/>
                </a:lnTo>
                <a:cubicBezTo>
                  <a:pt x="466753" y="4357098"/>
                  <a:pt x="467250" y="4357430"/>
                  <a:pt x="467500" y="4357846"/>
                </a:cubicBezTo>
                <a:lnTo>
                  <a:pt x="477967" y="4375957"/>
                </a:lnTo>
                <a:cubicBezTo>
                  <a:pt x="478217" y="4376455"/>
                  <a:pt x="478217" y="4377037"/>
                  <a:pt x="477967" y="4377452"/>
                </a:cubicBezTo>
                <a:lnTo>
                  <a:pt x="467500" y="4395563"/>
                </a:lnTo>
                <a:cubicBezTo>
                  <a:pt x="467251" y="4396061"/>
                  <a:pt x="466753" y="4396310"/>
                  <a:pt x="466254" y="4396310"/>
                </a:cubicBezTo>
                <a:close/>
                <a:moveTo>
                  <a:pt x="625838" y="4444687"/>
                </a:moveTo>
                <a:cubicBezTo>
                  <a:pt x="625340" y="4444687"/>
                  <a:pt x="624841" y="4444353"/>
                  <a:pt x="624591" y="4443938"/>
                </a:cubicBezTo>
                <a:lnTo>
                  <a:pt x="614041" y="4425662"/>
                </a:lnTo>
                <a:cubicBezTo>
                  <a:pt x="613791" y="4425163"/>
                  <a:pt x="613792" y="4424583"/>
                  <a:pt x="614040" y="4424166"/>
                </a:cubicBezTo>
                <a:lnTo>
                  <a:pt x="624591" y="4405889"/>
                </a:lnTo>
                <a:cubicBezTo>
                  <a:pt x="624841" y="4405390"/>
                  <a:pt x="625340" y="4405141"/>
                  <a:pt x="625837" y="4405142"/>
                </a:cubicBezTo>
                <a:lnTo>
                  <a:pt x="646856" y="4405142"/>
                </a:lnTo>
                <a:cubicBezTo>
                  <a:pt x="647355" y="4405143"/>
                  <a:pt x="647853" y="4405475"/>
                  <a:pt x="648102" y="4405891"/>
                </a:cubicBezTo>
                <a:lnTo>
                  <a:pt x="658654" y="4424167"/>
                </a:lnTo>
                <a:cubicBezTo>
                  <a:pt x="658903" y="4424666"/>
                  <a:pt x="658903" y="4425247"/>
                  <a:pt x="658654" y="4425663"/>
                </a:cubicBezTo>
                <a:lnTo>
                  <a:pt x="648103" y="4443938"/>
                </a:lnTo>
                <a:cubicBezTo>
                  <a:pt x="647854" y="4444436"/>
                  <a:pt x="647356" y="4444686"/>
                  <a:pt x="646856" y="4444687"/>
                </a:cubicBezTo>
                <a:close/>
                <a:moveTo>
                  <a:pt x="866580" y="4509204"/>
                </a:moveTo>
                <a:cubicBezTo>
                  <a:pt x="866083" y="4509204"/>
                  <a:pt x="865583" y="4508872"/>
                  <a:pt x="865334" y="4508456"/>
                </a:cubicBezTo>
                <a:lnTo>
                  <a:pt x="854783" y="4490180"/>
                </a:lnTo>
                <a:cubicBezTo>
                  <a:pt x="854534" y="4489681"/>
                  <a:pt x="854534" y="4489100"/>
                  <a:pt x="854783" y="4488684"/>
                </a:cubicBezTo>
                <a:lnTo>
                  <a:pt x="865334" y="4470407"/>
                </a:lnTo>
                <a:cubicBezTo>
                  <a:pt x="865583" y="4469907"/>
                  <a:pt x="866082" y="4469658"/>
                  <a:pt x="866580" y="4469658"/>
                </a:cubicBezTo>
                <a:lnTo>
                  <a:pt x="887599" y="4469660"/>
                </a:lnTo>
                <a:cubicBezTo>
                  <a:pt x="888098" y="4469660"/>
                  <a:pt x="888596" y="4469992"/>
                  <a:pt x="888845" y="4470408"/>
                </a:cubicBezTo>
                <a:lnTo>
                  <a:pt x="899397" y="4488685"/>
                </a:lnTo>
                <a:cubicBezTo>
                  <a:pt x="899646" y="4489183"/>
                  <a:pt x="899646" y="4489765"/>
                  <a:pt x="899397" y="4490181"/>
                </a:cubicBezTo>
                <a:lnTo>
                  <a:pt x="888845" y="4508456"/>
                </a:lnTo>
                <a:cubicBezTo>
                  <a:pt x="888597" y="4508954"/>
                  <a:pt x="888098" y="4509204"/>
                  <a:pt x="887599" y="4509204"/>
                </a:cubicBezTo>
                <a:close/>
                <a:moveTo>
                  <a:pt x="986961" y="4541520"/>
                </a:moveTo>
                <a:cubicBezTo>
                  <a:pt x="986380" y="4541521"/>
                  <a:pt x="985882" y="4541271"/>
                  <a:pt x="985632" y="4540773"/>
                </a:cubicBezTo>
                <a:lnTo>
                  <a:pt x="975081" y="4522413"/>
                </a:lnTo>
                <a:cubicBezTo>
                  <a:pt x="974832" y="4521915"/>
                  <a:pt x="974832" y="4521417"/>
                  <a:pt x="975081" y="4520918"/>
                </a:cubicBezTo>
                <a:lnTo>
                  <a:pt x="985633" y="4502557"/>
                </a:lnTo>
                <a:cubicBezTo>
                  <a:pt x="985964" y="4502058"/>
                  <a:pt x="986463" y="4501811"/>
                  <a:pt x="986961" y="4501810"/>
                </a:cubicBezTo>
                <a:lnTo>
                  <a:pt x="1008147" y="4501812"/>
                </a:lnTo>
                <a:cubicBezTo>
                  <a:pt x="1008728" y="4501812"/>
                  <a:pt x="1009226" y="4502061"/>
                  <a:pt x="1009476" y="4502560"/>
                </a:cubicBezTo>
                <a:lnTo>
                  <a:pt x="1020027" y="4520919"/>
                </a:lnTo>
                <a:cubicBezTo>
                  <a:pt x="1020276" y="4521417"/>
                  <a:pt x="1020276" y="4521915"/>
                  <a:pt x="1020027" y="4522414"/>
                </a:cubicBezTo>
                <a:lnTo>
                  <a:pt x="1009477" y="4540771"/>
                </a:lnTo>
                <a:cubicBezTo>
                  <a:pt x="1009144" y="4541270"/>
                  <a:pt x="1008646" y="4541521"/>
                  <a:pt x="1008148" y="4541520"/>
                </a:cubicBezTo>
                <a:close/>
                <a:moveTo>
                  <a:pt x="1047147" y="4557647"/>
                </a:moveTo>
                <a:cubicBezTo>
                  <a:pt x="1046567" y="4557646"/>
                  <a:pt x="1046068" y="4557397"/>
                  <a:pt x="1045819" y="4556898"/>
                </a:cubicBezTo>
                <a:lnTo>
                  <a:pt x="1035268" y="4538539"/>
                </a:lnTo>
                <a:cubicBezTo>
                  <a:pt x="1035018" y="4538041"/>
                  <a:pt x="1035019" y="4537542"/>
                  <a:pt x="1035268" y="4537043"/>
                </a:cubicBezTo>
                <a:lnTo>
                  <a:pt x="1045818" y="4518684"/>
                </a:lnTo>
                <a:cubicBezTo>
                  <a:pt x="1046150" y="4518184"/>
                  <a:pt x="1046649" y="4517937"/>
                  <a:pt x="1047147" y="4517935"/>
                </a:cubicBezTo>
                <a:lnTo>
                  <a:pt x="1068333" y="4517938"/>
                </a:lnTo>
                <a:cubicBezTo>
                  <a:pt x="1068914" y="4517937"/>
                  <a:pt x="1069412" y="4518187"/>
                  <a:pt x="1069662" y="4518685"/>
                </a:cubicBezTo>
                <a:lnTo>
                  <a:pt x="1080213" y="4537044"/>
                </a:lnTo>
                <a:cubicBezTo>
                  <a:pt x="1080462" y="4537543"/>
                  <a:pt x="1080462" y="4538041"/>
                  <a:pt x="1080213" y="4538540"/>
                </a:cubicBezTo>
                <a:lnTo>
                  <a:pt x="1069663" y="4556896"/>
                </a:lnTo>
                <a:cubicBezTo>
                  <a:pt x="1069330" y="4557397"/>
                  <a:pt x="1068832" y="4557646"/>
                  <a:pt x="1068334" y="4557645"/>
                </a:cubicBezTo>
                <a:close/>
                <a:moveTo>
                  <a:pt x="686002" y="4460898"/>
                </a:moveTo>
                <a:cubicBezTo>
                  <a:pt x="685504" y="4460898"/>
                  <a:pt x="685005" y="4460565"/>
                  <a:pt x="684756" y="4460150"/>
                </a:cubicBezTo>
                <a:lnTo>
                  <a:pt x="674205" y="4441874"/>
                </a:lnTo>
                <a:cubicBezTo>
                  <a:pt x="673956" y="4441375"/>
                  <a:pt x="673956" y="4440794"/>
                  <a:pt x="674205" y="4440377"/>
                </a:cubicBezTo>
                <a:lnTo>
                  <a:pt x="684756" y="4422100"/>
                </a:lnTo>
                <a:cubicBezTo>
                  <a:pt x="685005" y="4421601"/>
                  <a:pt x="685504" y="4421352"/>
                  <a:pt x="686002" y="4421352"/>
                </a:cubicBezTo>
                <a:lnTo>
                  <a:pt x="707021" y="4421353"/>
                </a:lnTo>
                <a:cubicBezTo>
                  <a:pt x="707520" y="4421353"/>
                  <a:pt x="708018" y="4421685"/>
                  <a:pt x="708267" y="4422100"/>
                </a:cubicBezTo>
                <a:lnTo>
                  <a:pt x="718819" y="4440378"/>
                </a:lnTo>
                <a:cubicBezTo>
                  <a:pt x="719068" y="4440877"/>
                  <a:pt x="719068" y="4441458"/>
                  <a:pt x="718819" y="4441874"/>
                </a:cubicBezTo>
                <a:lnTo>
                  <a:pt x="708267" y="4460150"/>
                </a:lnTo>
                <a:cubicBezTo>
                  <a:pt x="708018" y="4460648"/>
                  <a:pt x="707520" y="4460898"/>
                  <a:pt x="707021" y="4460898"/>
                </a:cubicBezTo>
                <a:close/>
                <a:moveTo>
                  <a:pt x="806336" y="4493156"/>
                </a:moveTo>
                <a:cubicBezTo>
                  <a:pt x="805755" y="4493156"/>
                  <a:pt x="805256" y="4492907"/>
                  <a:pt x="805007" y="4492408"/>
                </a:cubicBezTo>
                <a:lnTo>
                  <a:pt x="794373" y="4473965"/>
                </a:lnTo>
                <a:cubicBezTo>
                  <a:pt x="794124" y="4473549"/>
                  <a:pt x="794124" y="4472969"/>
                  <a:pt x="794373" y="4472470"/>
                </a:cubicBezTo>
                <a:lnTo>
                  <a:pt x="805007" y="4454026"/>
                </a:lnTo>
                <a:cubicBezTo>
                  <a:pt x="805338" y="4453529"/>
                  <a:pt x="805838" y="4453279"/>
                  <a:pt x="806336" y="4453279"/>
                </a:cubicBezTo>
                <a:lnTo>
                  <a:pt x="827604" y="4453281"/>
                </a:lnTo>
                <a:cubicBezTo>
                  <a:pt x="828185" y="4453282"/>
                  <a:pt x="828683" y="4453531"/>
                  <a:pt x="828934" y="4454029"/>
                </a:cubicBezTo>
                <a:lnTo>
                  <a:pt x="839568" y="4472470"/>
                </a:lnTo>
                <a:cubicBezTo>
                  <a:pt x="839817" y="4472885"/>
                  <a:pt x="839817" y="4473468"/>
                  <a:pt x="839568" y="4473965"/>
                </a:cubicBezTo>
                <a:lnTo>
                  <a:pt x="828935" y="4492406"/>
                </a:lnTo>
                <a:cubicBezTo>
                  <a:pt x="828603" y="4492905"/>
                  <a:pt x="828103" y="4493155"/>
                  <a:pt x="827605" y="4493155"/>
                </a:cubicBezTo>
                <a:close/>
                <a:moveTo>
                  <a:pt x="1167488" y="4589928"/>
                </a:moveTo>
                <a:cubicBezTo>
                  <a:pt x="1166990" y="4589929"/>
                  <a:pt x="1166490" y="4589596"/>
                  <a:pt x="1166241" y="4589180"/>
                </a:cubicBezTo>
                <a:lnTo>
                  <a:pt x="1155691" y="4570904"/>
                </a:lnTo>
                <a:cubicBezTo>
                  <a:pt x="1155441" y="4570405"/>
                  <a:pt x="1155442" y="4569824"/>
                  <a:pt x="1155690" y="4569408"/>
                </a:cubicBezTo>
                <a:lnTo>
                  <a:pt x="1166241" y="4551131"/>
                </a:lnTo>
                <a:cubicBezTo>
                  <a:pt x="1166490" y="4550632"/>
                  <a:pt x="1166989" y="4550383"/>
                  <a:pt x="1167487" y="4550383"/>
                </a:cubicBezTo>
                <a:lnTo>
                  <a:pt x="1188506" y="4550383"/>
                </a:lnTo>
                <a:cubicBezTo>
                  <a:pt x="1189006" y="4550383"/>
                  <a:pt x="1189504" y="4550715"/>
                  <a:pt x="1189752" y="4551131"/>
                </a:cubicBezTo>
                <a:lnTo>
                  <a:pt x="1200304" y="4569408"/>
                </a:lnTo>
                <a:cubicBezTo>
                  <a:pt x="1200553" y="4569907"/>
                  <a:pt x="1200553" y="4570488"/>
                  <a:pt x="1200304" y="4570904"/>
                </a:cubicBezTo>
                <a:lnTo>
                  <a:pt x="1189752" y="4589181"/>
                </a:lnTo>
                <a:cubicBezTo>
                  <a:pt x="1189503" y="4589679"/>
                  <a:pt x="1189005" y="4589928"/>
                  <a:pt x="1188506" y="4589929"/>
                </a:cubicBezTo>
                <a:close/>
                <a:moveTo>
                  <a:pt x="373021" y="4428759"/>
                </a:moveTo>
                <a:cubicBezTo>
                  <a:pt x="372604" y="4428759"/>
                  <a:pt x="371940" y="4428177"/>
                  <a:pt x="371940" y="4428177"/>
                </a:cubicBezTo>
                <a:lnTo>
                  <a:pt x="363301" y="4413222"/>
                </a:lnTo>
                <a:cubicBezTo>
                  <a:pt x="363052" y="4412807"/>
                  <a:pt x="363301" y="4411975"/>
                  <a:pt x="363301" y="4411975"/>
                </a:cubicBezTo>
                <a:lnTo>
                  <a:pt x="371940" y="4397023"/>
                </a:lnTo>
                <a:cubicBezTo>
                  <a:pt x="372189" y="4396691"/>
                  <a:pt x="372604" y="4396442"/>
                  <a:pt x="373020" y="4396441"/>
                </a:cubicBezTo>
                <a:lnTo>
                  <a:pt x="390300" y="4396441"/>
                </a:lnTo>
                <a:cubicBezTo>
                  <a:pt x="390716" y="4396442"/>
                  <a:pt x="391380" y="4397024"/>
                  <a:pt x="391380" y="4397024"/>
                </a:cubicBezTo>
                <a:lnTo>
                  <a:pt x="400021" y="4411978"/>
                </a:lnTo>
                <a:cubicBezTo>
                  <a:pt x="400270" y="4412393"/>
                  <a:pt x="400021" y="4413224"/>
                  <a:pt x="400021" y="4413224"/>
                </a:cubicBezTo>
                <a:lnTo>
                  <a:pt x="391381" y="4428176"/>
                </a:lnTo>
                <a:cubicBezTo>
                  <a:pt x="391131" y="4428509"/>
                  <a:pt x="390717" y="4428759"/>
                  <a:pt x="390301" y="4428758"/>
                </a:cubicBezTo>
                <a:close/>
                <a:moveTo>
                  <a:pt x="432412" y="4446517"/>
                </a:moveTo>
                <a:cubicBezTo>
                  <a:pt x="431913" y="4446517"/>
                  <a:pt x="431249" y="4445852"/>
                  <a:pt x="431249" y="4445852"/>
                </a:cubicBezTo>
                <a:lnTo>
                  <a:pt x="421861" y="4429568"/>
                </a:lnTo>
                <a:cubicBezTo>
                  <a:pt x="421612" y="4429154"/>
                  <a:pt x="421861" y="4428239"/>
                  <a:pt x="421861" y="4428239"/>
                </a:cubicBezTo>
                <a:lnTo>
                  <a:pt x="431248" y="4411957"/>
                </a:lnTo>
                <a:cubicBezTo>
                  <a:pt x="431498" y="4411540"/>
                  <a:pt x="431913" y="4411291"/>
                  <a:pt x="432412" y="4411291"/>
                </a:cubicBezTo>
                <a:lnTo>
                  <a:pt x="451187" y="4411291"/>
                </a:lnTo>
                <a:cubicBezTo>
                  <a:pt x="451685" y="4411292"/>
                  <a:pt x="452351" y="4411956"/>
                  <a:pt x="452351" y="4411956"/>
                </a:cubicBezTo>
                <a:lnTo>
                  <a:pt x="461739" y="4428239"/>
                </a:lnTo>
                <a:cubicBezTo>
                  <a:pt x="461988" y="4428656"/>
                  <a:pt x="461739" y="4429569"/>
                  <a:pt x="461739" y="4429569"/>
                </a:cubicBezTo>
                <a:lnTo>
                  <a:pt x="452351" y="4445852"/>
                </a:lnTo>
                <a:cubicBezTo>
                  <a:pt x="452102" y="4446267"/>
                  <a:pt x="451686" y="4446518"/>
                  <a:pt x="451188" y="4446517"/>
                </a:cubicBezTo>
                <a:close/>
                <a:moveTo>
                  <a:pt x="1154290" y="4640523"/>
                </a:moveTo>
                <a:cubicBezTo>
                  <a:pt x="1153792" y="4640523"/>
                  <a:pt x="1153377" y="4640273"/>
                  <a:pt x="1153127" y="4639858"/>
                </a:cubicBezTo>
                <a:lnTo>
                  <a:pt x="1143407" y="4622909"/>
                </a:lnTo>
                <a:cubicBezTo>
                  <a:pt x="1143158" y="4622495"/>
                  <a:pt x="1143158" y="4621912"/>
                  <a:pt x="1143407" y="4621499"/>
                </a:cubicBezTo>
                <a:lnTo>
                  <a:pt x="1153209" y="4604552"/>
                </a:lnTo>
                <a:cubicBezTo>
                  <a:pt x="1153458" y="4604135"/>
                  <a:pt x="1153874" y="4603886"/>
                  <a:pt x="1154373" y="4603886"/>
                </a:cubicBezTo>
                <a:lnTo>
                  <a:pt x="1173896" y="4603887"/>
                </a:lnTo>
                <a:cubicBezTo>
                  <a:pt x="1174394" y="4603887"/>
                  <a:pt x="1174810" y="4604135"/>
                  <a:pt x="1175060" y="4604551"/>
                </a:cubicBezTo>
                <a:lnTo>
                  <a:pt x="1184779" y="4621499"/>
                </a:lnTo>
                <a:cubicBezTo>
                  <a:pt x="1185029" y="4621915"/>
                  <a:pt x="1185029" y="4622497"/>
                  <a:pt x="1184779" y="4622912"/>
                </a:cubicBezTo>
                <a:lnTo>
                  <a:pt x="1174976" y="4639859"/>
                </a:lnTo>
                <a:cubicBezTo>
                  <a:pt x="1174727" y="4640276"/>
                  <a:pt x="1174311" y="4640524"/>
                  <a:pt x="1173813" y="4640524"/>
                </a:cubicBezTo>
                <a:close/>
                <a:moveTo>
                  <a:pt x="973253" y="4593112"/>
                </a:moveTo>
                <a:cubicBezTo>
                  <a:pt x="972754" y="4593110"/>
                  <a:pt x="972256" y="4592780"/>
                  <a:pt x="972006" y="4592365"/>
                </a:cubicBezTo>
                <a:lnTo>
                  <a:pt x="961705" y="4574502"/>
                </a:lnTo>
                <a:cubicBezTo>
                  <a:pt x="961456" y="4574003"/>
                  <a:pt x="961456" y="4573421"/>
                  <a:pt x="961705" y="4573007"/>
                </a:cubicBezTo>
                <a:lnTo>
                  <a:pt x="972005" y="4555147"/>
                </a:lnTo>
                <a:cubicBezTo>
                  <a:pt x="972256" y="4554647"/>
                  <a:pt x="972754" y="4554399"/>
                  <a:pt x="973253" y="4554399"/>
                </a:cubicBezTo>
                <a:lnTo>
                  <a:pt x="993938" y="4554400"/>
                </a:lnTo>
                <a:cubicBezTo>
                  <a:pt x="994437" y="4554399"/>
                  <a:pt x="994936" y="4554730"/>
                  <a:pt x="995185" y="4555147"/>
                </a:cubicBezTo>
                <a:lnTo>
                  <a:pt x="1005487" y="4573008"/>
                </a:lnTo>
                <a:cubicBezTo>
                  <a:pt x="1005736" y="4573507"/>
                  <a:pt x="1005736" y="4574091"/>
                  <a:pt x="1005487" y="4574504"/>
                </a:cubicBezTo>
                <a:lnTo>
                  <a:pt x="995185" y="4592365"/>
                </a:lnTo>
                <a:cubicBezTo>
                  <a:pt x="994936" y="4592863"/>
                  <a:pt x="994438" y="4593113"/>
                  <a:pt x="993939" y="4593112"/>
                </a:cubicBezTo>
                <a:close/>
                <a:moveTo>
                  <a:pt x="672128" y="4512742"/>
                </a:moveTo>
                <a:cubicBezTo>
                  <a:pt x="671628" y="4512742"/>
                  <a:pt x="671131" y="4512410"/>
                  <a:pt x="670882" y="4511996"/>
                </a:cubicBezTo>
                <a:lnTo>
                  <a:pt x="660497" y="4493966"/>
                </a:lnTo>
                <a:cubicBezTo>
                  <a:pt x="660247" y="4493470"/>
                  <a:pt x="660248" y="4492886"/>
                  <a:pt x="660497" y="4492471"/>
                </a:cubicBezTo>
                <a:lnTo>
                  <a:pt x="670964" y="4474445"/>
                </a:lnTo>
                <a:cubicBezTo>
                  <a:pt x="671213" y="4473946"/>
                  <a:pt x="671713" y="4473697"/>
                  <a:pt x="672211" y="4473696"/>
                </a:cubicBezTo>
                <a:lnTo>
                  <a:pt x="693063" y="4473698"/>
                </a:lnTo>
                <a:cubicBezTo>
                  <a:pt x="693561" y="4473698"/>
                  <a:pt x="694060" y="4474030"/>
                  <a:pt x="694309" y="4474445"/>
                </a:cubicBezTo>
                <a:lnTo>
                  <a:pt x="704694" y="4492472"/>
                </a:lnTo>
                <a:cubicBezTo>
                  <a:pt x="704943" y="4492971"/>
                  <a:pt x="704943" y="4493553"/>
                  <a:pt x="704694" y="4493968"/>
                </a:cubicBezTo>
                <a:lnTo>
                  <a:pt x="694226" y="4511997"/>
                </a:lnTo>
                <a:cubicBezTo>
                  <a:pt x="693978" y="4512495"/>
                  <a:pt x="693478" y="4512743"/>
                  <a:pt x="692980" y="4512744"/>
                </a:cubicBezTo>
                <a:close/>
                <a:moveTo>
                  <a:pt x="1033215" y="4609552"/>
                </a:moveTo>
                <a:cubicBezTo>
                  <a:pt x="1032717" y="4609552"/>
                  <a:pt x="1032218" y="4609218"/>
                  <a:pt x="1031968" y="4608803"/>
                </a:cubicBezTo>
                <a:lnTo>
                  <a:pt x="1021418" y="4590525"/>
                </a:lnTo>
                <a:cubicBezTo>
                  <a:pt x="1021169" y="4590026"/>
                  <a:pt x="1021169" y="4589447"/>
                  <a:pt x="1021418" y="4589030"/>
                </a:cubicBezTo>
                <a:lnTo>
                  <a:pt x="1031968" y="4570755"/>
                </a:lnTo>
                <a:cubicBezTo>
                  <a:pt x="1032217" y="4570255"/>
                  <a:pt x="1032716" y="4570008"/>
                  <a:pt x="1033214" y="4570007"/>
                </a:cubicBezTo>
                <a:lnTo>
                  <a:pt x="1054233" y="4570008"/>
                </a:lnTo>
                <a:cubicBezTo>
                  <a:pt x="1054732" y="4570006"/>
                  <a:pt x="1055230" y="4570340"/>
                  <a:pt x="1055479" y="4570755"/>
                </a:cubicBezTo>
                <a:lnTo>
                  <a:pt x="1066031" y="4589032"/>
                </a:lnTo>
                <a:cubicBezTo>
                  <a:pt x="1066280" y="4589531"/>
                  <a:pt x="1066280" y="4590113"/>
                  <a:pt x="1066031" y="4590530"/>
                </a:cubicBezTo>
                <a:lnTo>
                  <a:pt x="1055479" y="4608804"/>
                </a:lnTo>
                <a:cubicBezTo>
                  <a:pt x="1055230" y="4609302"/>
                  <a:pt x="1054733" y="4609551"/>
                  <a:pt x="1054234" y="4609550"/>
                </a:cubicBezTo>
                <a:close/>
                <a:moveTo>
                  <a:pt x="1093429" y="4625718"/>
                </a:moveTo>
                <a:cubicBezTo>
                  <a:pt x="1092931" y="4625718"/>
                  <a:pt x="1092433" y="4625386"/>
                  <a:pt x="1092183" y="4624972"/>
                </a:cubicBezTo>
                <a:lnTo>
                  <a:pt x="1081716" y="4606859"/>
                </a:lnTo>
                <a:cubicBezTo>
                  <a:pt x="1081466" y="4606362"/>
                  <a:pt x="1081467" y="4605779"/>
                  <a:pt x="1081716" y="4605364"/>
                </a:cubicBezTo>
                <a:lnTo>
                  <a:pt x="1092183" y="4587254"/>
                </a:lnTo>
                <a:cubicBezTo>
                  <a:pt x="1092432" y="4586755"/>
                  <a:pt x="1092931" y="4586506"/>
                  <a:pt x="1093429" y="4586506"/>
                </a:cubicBezTo>
                <a:lnTo>
                  <a:pt x="1114365" y="4586507"/>
                </a:lnTo>
                <a:cubicBezTo>
                  <a:pt x="1114864" y="4586508"/>
                  <a:pt x="1115361" y="4586840"/>
                  <a:pt x="1115611" y="4587255"/>
                </a:cubicBezTo>
                <a:lnTo>
                  <a:pt x="1126079" y="4605365"/>
                </a:lnTo>
                <a:cubicBezTo>
                  <a:pt x="1126329" y="4605865"/>
                  <a:pt x="1126329" y="4606446"/>
                  <a:pt x="1126079" y="4606861"/>
                </a:cubicBezTo>
                <a:lnTo>
                  <a:pt x="1115611" y="4624973"/>
                </a:lnTo>
                <a:cubicBezTo>
                  <a:pt x="1115362" y="4625470"/>
                  <a:pt x="1114864" y="4625719"/>
                  <a:pt x="1114365" y="4625719"/>
                </a:cubicBezTo>
                <a:close/>
                <a:moveTo>
                  <a:pt x="852655" y="4561321"/>
                </a:moveTo>
                <a:cubicBezTo>
                  <a:pt x="852157" y="4561321"/>
                  <a:pt x="851658" y="4560990"/>
                  <a:pt x="851409" y="4560574"/>
                </a:cubicBezTo>
                <a:lnTo>
                  <a:pt x="840941" y="4542463"/>
                </a:lnTo>
                <a:cubicBezTo>
                  <a:pt x="840692" y="4541965"/>
                  <a:pt x="840692" y="4541384"/>
                  <a:pt x="840941" y="4540968"/>
                </a:cubicBezTo>
                <a:lnTo>
                  <a:pt x="851409" y="4522857"/>
                </a:lnTo>
                <a:cubicBezTo>
                  <a:pt x="851658" y="4522358"/>
                  <a:pt x="852157" y="4522109"/>
                  <a:pt x="852655" y="4522109"/>
                </a:cubicBezTo>
                <a:lnTo>
                  <a:pt x="873591" y="4522109"/>
                </a:lnTo>
                <a:cubicBezTo>
                  <a:pt x="874090" y="4522110"/>
                  <a:pt x="874588" y="4522441"/>
                  <a:pt x="874837" y="4522857"/>
                </a:cubicBezTo>
                <a:lnTo>
                  <a:pt x="885305" y="4540968"/>
                </a:lnTo>
                <a:cubicBezTo>
                  <a:pt x="885555" y="4541466"/>
                  <a:pt x="885555" y="4542047"/>
                  <a:pt x="885305" y="4542463"/>
                </a:cubicBezTo>
                <a:lnTo>
                  <a:pt x="874837" y="4560576"/>
                </a:lnTo>
                <a:cubicBezTo>
                  <a:pt x="874588" y="4561074"/>
                  <a:pt x="874090" y="4561323"/>
                  <a:pt x="873591" y="4561322"/>
                </a:cubicBezTo>
                <a:close/>
                <a:moveTo>
                  <a:pt x="912834" y="4577472"/>
                </a:moveTo>
                <a:cubicBezTo>
                  <a:pt x="912336" y="4577473"/>
                  <a:pt x="911838" y="4577140"/>
                  <a:pt x="911589" y="4576725"/>
                </a:cubicBezTo>
                <a:lnTo>
                  <a:pt x="901121" y="4558614"/>
                </a:lnTo>
                <a:cubicBezTo>
                  <a:pt x="900872" y="4558116"/>
                  <a:pt x="900872" y="4557534"/>
                  <a:pt x="901121" y="4557119"/>
                </a:cubicBezTo>
                <a:lnTo>
                  <a:pt x="911588" y="4539008"/>
                </a:lnTo>
                <a:cubicBezTo>
                  <a:pt x="911837" y="4538509"/>
                  <a:pt x="912336" y="4538260"/>
                  <a:pt x="912834" y="4538260"/>
                </a:cubicBezTo>
                <a:lnTo>
                  <a:pt x="933771" y="4538260"/>
                </a:lnTo>
                <a:cubicBezTo>
                  <a:pt x="934270" y="4538260"/>
                  <a:pt x="934767" y="4538592"/>
                  <a:pt x="935017" y="4539008"/>
                </a:cubicBezTo>
                <a:lnTo>
                  <a:pt x="945484" y="4557119"/>
                </a:lnTo>
                <a:cubicBezTo>
                  <a:pt x="945734" y="4557618"/>
                  <a:pt x="945734" y="4558199"/>
                  <a:pt x="945484" y="4558614"/>
                </a:cubicBezTo>
                <a:lnTo>
                  <a:pt x="935016" y="4576727"/>
                </a:lnTo>
                <a:cubicBezTo>
                  <a:pt x="934767" y="4577225"/>
                  <a:pt x="934269" y="4577474"/>
                  <a:pt x="933771" y="4577474"/>
                </a:cubicBezTo>
                <a:close/>
                <a:moveTo>
                  <a:pt x="551654" y="4480800"/>
                </a:moveTo>
                <a:cubicBezTo>
                  <a:pt x="551156" y="4480800"/>
                  <a:pt x="550657" y="4480467"/>
                  <a:pt x="550408" y="4480051"/>
                </a:cubicBezTo>
                <a:lnTo>
                  <a:pt x="539857" y="4461775"/>
                </a:lnTo>
                <a:cubicBezTo>
                  <a:pt x="539608" y="4461276"/>
                  <a:pt x="539608" y="4460696"/>
                  <a:pt x="539857" y="4460278"/>
                </a:cubicBezTo>
                <a:lnTo>
                  <a:pt x="550408" y="4442002"/>
                </a:lnTo>
                <a:cubicBezTo>
                  <a:pt x="550657" y="4441503"/>
                  <a:pt x="551156" y="4441254"/>
                  <a:pt x="551654" y="4441254"/>
                </a:cubicBezTo>
                <a:lnTo>
                  <a:pt x="572673" y="4441254"/>
                </a:lnTo>
                <a:cubicBezTo>
                  <a:pt x="573172" y="4441254"/>
                  <a:pt x="573670" y="4441586"/>
                  <a:pt x="573919" y="4442002"/>
                </a:cubicBezTo>
                <a:lnTo>
                  <a:pt x="584471" y="4460279"/>
                </a:lnTo>
                <a:cubicBezTo>
                  <a:pt x="584720" y="4460778"/>
                  <a:pt x="584720" y="4461359"/>
                  <a:pt x="584471" y="4461775"/>
                </a:cubicBezTo>
                <a:lnTo>
                  <a:pt x="573919" y="4480053"/>
                </a:lnTo>
                <a:cubicBezTo>
                  <a:pt x="573670" y="4480549"/>
                  <a:pt x="573172" y="4480799"/>
                  <a:pt x="572673" y="4480800"/>
                </a:cubicBezTo>
                <a:close/>
                <a:moveTo>
                  <a:pt x="491433" y="4464664"/>
                </a:moveTo>
                <a:cubicBezTo>
                  <a:pt x="490852" y="4464664"/>
                  <a:pt x="490354" y="4464415"/>
                  <a:pt x="490104" y="4463916"/>
                </a:cubicBezTo>
                <a:lnTo>
                  <a:pt x="479470" y="4445473"/>
                </a:lnTo>
                <a:cubicBezTo>
                  <a:pt x="479221" y="4445058"/>
                  <a:pt x="479221" y="4444477"/>
                  <a:pt x="479470" y="4443978"/>
                </a:cubicBezTo>
                <a:lnTo>
                  <a:pt x="490103" y="4425537"/>
                </a:lnTo>
                <a:cubicBezTo>
                  <a:pt x="490436" y="4425037"/>
                  <a:pt x="490934" y="4424789"/>
                  <a:pt x="491433" y="4424788"/>
                </a:cubicBezTo>
                <a:lnTo>
                  <a:pt x="512701" y="4424790"/>
                </a:lnTo>
                <a:cubicBezTo>
                  <a:pt x="513282" y="4424789"/>
                  <a:pt x="513781" y="4425038"/>
                  <a:pt x="514031" y="4425537"/>
                </a:cubicBezTo>
                <a:lnTo>
                  <a:pt x="524665" y="4443981"/>
                </a:lnTo>
                <a:cubicBezTo>
                  <a:pt x="524913" y="4444397"/>
                  <a:pt x="524913" y="4444978"/>
                  <a:pt x="524664" y="4445476"/>
                </a:cubicBezTo>
                <a:lnTo>
                  <a:pt x="514032" y="4463916"/>
                </a:lnTo>
                <a:cubicBezTo>
                  <a:pt x="513699" y="4464417"/>
                  <a:pt x="513200" y="4464666"/>
                  <a:pt x="512702" y="4464666"/>
                </a:cubicBezTo>
                <a:close/>
                <a:moveTo>
                  <a:pt x="732215" y="4529263"/>
                </a:moveTo>
                <a:cubicBezTo>
                  <a:pt x="731634" y="4529264"/>
                  <a:pt x="731136" y="4529014"/>
                  <a:pt x="730887" y="4528515"/>
                </a:cubicBezTo>
                <a:lnTo>
                  <a:pt x="720335" y="4510156"/>
                </a:lnTo>
                <a:cubicBezTo>
                  <a:pt x="720086" y="4509658"/>
                  <a:pt x="720086" y="4509160"/>
                  <a:pt x="720335" y="4508661"/>
                </a:cubicBezTo>
                <a:lnTo>
                  <a:pt x="730886" y="4490301"/>
                </a:lnTo>
                <a:cubicBezTo>
                  <a:pt x="731218" y="4489802"/>
                  <a:pt x="731717" y="4489554"/>
                  <a:pt x="732215" y="4489553"/>
                </a:cubicBezTo>
                <a:lnTo>
                  <a:pt x="753401" y="4489554"/>
                </a:lnTo>
                <a:cubicBezTo>
                  <a:pt x="753982" y="4489553"/>
                  <a:pt x="754481" y="4489802"/>
                  <a:pt x="754730" y="4490302"/>
                </a:cubicBezTo>
                <a:lnTo>
                  <a:pt x="765281" y="4508661"/>
                </a:lnTo>
                <a:cubicBezTo>
                  <a:pt x="765530" y="4509160"/>
                  <a:pt x="765530" y="4509658"/>
                  <a:pt x="765281" y="4510157"/>
                </a:cubicBezTo>
                <a:lnTo>
                  <a:pt x="754731" y="4528516"/>
                </a:lnTo>
                <a:cubicBezTo>
                  <a:pt x="754397" y="4529015"/>
                  <a:pt x="753899" y="4529265"/>
                  <a:pt x="753402" y="4529264"/>
                </a:cubicBezTo>
                <a:close/>
                <a:moveTo>
                  <a:pt x="792370" y="4545506"/>
                </a:moveTo>
                <a:cubicBezTo>
                  <a:pt x="791789" y="4545506"/>
                  <a:pt x="791290" y="4545257"/>
                  <a:pt x="791042" y="4544758"/>
                </a:cubicBezTo>
                <a:lnTo>
                  <a:pt x="780490" y="4526398"/>
                </a:lnTo>
                <a:cubicBezTo>
                  <a:pt x="780242" y="4525899"/>
                  <a:pt x="780241" y="4525401"/>
                  <a:pt x="780491" y="4524902"/>
                </a:cubicBezTo>
                <a:lnTo>
                  <a:pt x="791041" y="4506542"/>
                </a:lnTo>
                <a:cubicBezTo>
                  <a:pt x="791373" y="4506043"/>
                  <a:pt x="791872" y="4505794"/>
                  <a:pt x="792370" y="4505794"/>
                </a:cubicBezTo>
                <a:lnTo>
                  <a:pt x="813556" y="4505794"/>
                </a:lnTo>
                <a:cubicBezTo>
                  <a:pt x="814138" y="4505794"/>
                  <a:pt x="814636" y="4506043"/>
                  <a:pt x="814885" y="4506543"/>
                </a:cubicBezTo>
                <a:lnTo>
                  <a:pt x="825437" y="4524902"/>
                </a:lnTo>
                <a:cubicBezTo>
                  <a:pt x="825685" y="4525401"/>
                  <a:pt x="825686" y="4525899"/>
                  <a:pt x="825436" y="4526399"/>
                </a:cubicBezTo>
                <a:lnTo>
                  <a:pt x="814885" y="4544758"/>
                </a:lnTo>
                <a:cubicBezTo>
                  <a:pt x="814552" y="4545258"/>
                  <a:pt x="814055" y="4545506"/>
                  <a:pt x="813556" y="4545507"/>
                </a:cubicBezTo>
                <a:close/>
                <a:moveTo>
                  <a:pt x="611554" y="4497484"/>
                </a:moveTo>
                <a:cubicBezTo>
                  <a:pt x="610973" y="4497484"/>
                  <a:pt x="610474" y="4497236"/>
                  <a:pt x="610225" y="4496737"/>
                </a:cubicBezTo>
                <a:lnTo>
                  <a:pt x="599425" y="4478044"/>
                </a:lnTo>
                <a:cubicBezTo>
                  <a:pt x="599176" y="4477630"/>
                  <a:pt x="599176" y="4477047"/>
                  <a:pt x="599425" y="4476549"/>
                </a:cubicBezTo>
                <a:lnTo>
                  <a:pt x="610225" y="4457856"/>
                </a:lnTo>
                <a:cubicBezTo>
                  <a:pt x="610474" y="4457441"/>
                  <a:pt x="611056" y="4457108"/>
                  <a:pt x="611554" y="4457109"/>
                </a:cubicBezTo>
                <a:lnTo>
                  <a:pt x="633155" y="4457108"/>
                </a:lnTo>
                <a:cubicBezTo>
                  <a:pt x="633736" y="4457109"/>
                  <a:pt x="634235" y="4457358"/>
                  <a:pt x="634484" y="4457857"/>
                </a:cubicBezTo>
                <a:lnTo>
                  <a:pt x="645285" y="4476550"/>
                </a:lnTo>
                <a:cubicBezTo>
                  <a:pt x="645534" y="4476964"/>
                  <a:pt x="645534" y="4477546"/>
                  <a:pt x="645285" y="4478044"/>
                </a:cubicBezTo>
                <a:lnTo>
                  <a:pt x="634484" y="4496738"/>
                </a:lnTo>
                <a:cubicBezTo>
                  <a:pt x="634235" y="4497153"/>
                  <a:pt x="633653" y="4497484"/>
                  <a:pt x="633155" y="4497484"/>
                </a:cubicBezTo>
                <a:close/>
                <a:moveTo>
                  <a:pt x="421056" y="4493683"/>
                </a:moveTo>
                <a:cubicBezTo>
                  <a:pt x="420724" y="4493683"/>
                  <a:pt x="420225" y="4493185"/>
                  <a:pt x="420225" y="4493185"/>
                </a:cubicBezTo>
                <a:lnTo>
                  <a:pt x="413413" y="4481387"/>
                </a:lnTo>
                <a:cubicBezTo>
                  <a:pt x="413247" y="4481054"/>
                  <a:pt x="413414" y="4480389"/>
                  <a:pt x="413414" y="4480389"/>
                </a:cubicBezTo>
                <a:lnTo>
                  <a:pt x="420226" y="4468592"/>
                </a:lnTo>
                <a:cubicBezTo>
                  <a:pt x="420392" y="4468259"/>
                  <a:pt x="421057" y="4468094"/>
                  <a:pt x="421057" y="4468094"/>
                </a:cubicBezTo>
                <a:lnTo>
                  <a:pt x="434681" y="4468094"/>
                </a:lnTo>
                <a:cubicBezTo>
                  <a:pt x="435013" y="4468094"/>
                  <a:pt x="435512" y="4468592"/>
                  <a:pt x="435512" y="4468592"/>
                </a:cubicBezTo>
                <a:lnTo>
                  <a:pt x="442325" y="4480390"/>
                </a:lnTo>
                <a:cubicBezTo>
                  <a:pt x="442492" y="4480722"/>
                  <a:pt x="442324" y="4481388"/>
                  <a:pt x="442324" y="4481388"/>
                </a:cubicBezTo>
                <a:lnTo>
                  <a:pt x="435512" y="4493184"/>
                </a:lnTo>
                <a:cubicBezTo>
                  <a:pt x="435346" y="4493516"/>
                  <a:pt x="434681" y="4493683"/>
                  <a:pt x="434681" y="4493683"/>
                </a:cubicBezTo>
                <a:close/>
                <a:moveTo>
                  <a:pt x="1141080" y="4691285"/>
                </a:moveTo>
                <a:cubicBezTo>
                  <a:pt x="1140665" y="4691285"/>
                  <a:pt x="1140000" y="4690621"/>
                  <a:pt x="1140000" y="4690621"/>
                </a:cubicBezTo>
                <a:lnTo>
                  <a:pt x="1130946" y="4674916"/>
                </a:lnTo>
                <a:cubicBezTo>
                  <a:pt x="1130695" y="4674583"/>
                  <a:pt x="1130945" y="4673671"/>
                  <a:pt x="1130945" y="4673671"/>
                </a:cubicBezTo>
                <a:lnTo>
                  <a:pt x="1140002" y="4657967"/>
                </a:lnTo>
                <a:cubicBezTo>
                  <a:pt x="1140251" y="4657551"/>
                  <a:pt x="1140666" y="4657302"/>
                  <a:pt x="1141081" y="4657303"/>
                </a:cubicBezTo>
                <a:lnTo>
                  <a:pt x="1159193" y="4657301"/>
                </a:lnTo>
                <a:cubicBezTo>
                  <a:pt x="1159608" y="4657302"/>
                  <a:pt x="1160273" y="4657967"/>
                  <a:pt x="1160273" y="4657967"/>
                </a:cubicBezTo>
                <a:lnTo>
                  <a:pt x="1169328" y="4673669"/>
                </a:lnTo>
                <a:cubicBezTo>
                  <a:pt x="1169578" y="4674002"/>
                  <a:pt x="1169328" y="4674915"/>
                  <a:pt x="1169328" y="4674915"/>
                </a:cubicBezTo>
                <a:lnTo>
                  <a:pt x="1160272" y="4690620"/>
                </a:lnTo>
                <a:cubicBezTo>
                  <a:pt x="1160023" y="4691035"/>
                  <a:pt x="1159607" y="4691283"/>
                  <a:pt x="1159192" y="4691283"/>
                </a:cubicBezTo>
                <a:close/>
                <a:moveTo>
                  <a:pt x="477978" y="4515932"/>
                </a:moveTo>
                <a:cubicBezTo>
                  <a:pt x="477479" y="4515933"/>
                  <a:pt x="476981" y="4515601"/>
                  <a:pt x="476732" y="4515184"/>
                </a:cubicBezTo>
                <a:lnTo>
                  <a:pt x="466762" y="4497821"/>
                </a:lnTo>
                <a:cubicBezTo>
                  <a:pt x="466513" y="4497404"/>
                  <a:pt x="466513" y="4496823"/>
                  <a:pt x="466762" y="4496408"/>
                </a:cubicBezTo>
                <a:lnTo>
                  <a:pt x="476815" y="4479044"/>
                </a:lnTo>
                <a:cubicBezTo>
                  <a:pt x="477064" y="4478545"/>
                  <a:pt x="477562" y="4478296"/>
                  <a:pt x="478061" y="4478296"/>
                </a:cubicBezTo>
                <a:lnTo>
                  <a:pt x="498083" y="4478296"/>
                </a:lnTo>
                <a:cubicBezTo>
                  <a:pt x="498582" y="4478296"/>
                  <a:pt x="499080" y="4478628"/>
                  <a:pt x="499329" y="4479044"/>
                </a:cubicBezTo>
                <a:lnTo>
                  <a:pt x="509299" y="4496408"/>
                </a:lnTo>
                <a:cubicBezTo>
                  <a:pt x="509548" y="4496824"/>
                  <a:pt x="509548" y="4497405"/>
                  <a:pt x="509299" y="4497821"/>
                </a:cubicBezTo>
                <a:lnTo>
                  <a:pt x="499246" y="4515184"/>
                </a:lnTo>
                <a:cubicBezTo>
                  <a:pt x="498997" y="4515683"/>
                  <a:pt x="498498" y="4515932"/>
                  <a:pt x="498000" y="4515932"/>
                </a:cubicBezTo>
                <a:close/>
                <a:moveTo>
                  <a:pt x="1079601" y="4677571"/>
                </a:moveTo>
                <a:cubicBezTo>
                  <a:pt x="1079103" y="4677572"/>
                  <a:pt x="1078604" y="4677237"/>
                  <a:pt x="1078355" y="4676823"/>
                </a:cubicBezTo>
                <a:lnTo>
                  <a:pt x="1068054" y="4659043"/>
                </a:lnTo>
                <a:cubicBezTo>
                  <a:pt x="1067804" y="4658628"/>
                  <a:pt x="1067804" y="4658046"/>
                  <a:pt x="1068053" y="4657631"/>
                </a:cubicBezTo>
                <a:lnTo>
                  <a:pt x="1078356" y="4639851"/>
                </a:lnTo>
                <a:cubicBezTo>
                  <a:pt x="1078605" y="4639353"/>
                  <a:pt x="1079104" y="4639104"/>
                  <a:pt x="1079602" y="4639103"/>
                </a:cubicBezTo>
                <a:lnTo>
                  <a:pt x="1100122" y="4639103"/>
                </a:lnTo>
                <a:cubicBezTo>
                  <a:pt x="1100621" y="4639103"/>
                  <a:pt x="1101118" y="4639435"/>
                  <a:pt x="1101369" y="4639851"/>
                </a:cubicBezTo>
                <a:lnTo>
                  <a:pt x="1111671" y="4657630"/>
                </a:lnTo>
                <a:cubicBezTo>
                  <a:pt x="1111919" y="4658045"/>
                  <a:pt x="1111920" y="4658627"/>
                  <a:pt x="1111670" y="4659043"/>
                </a:cubicBezTo>
                <a:lnTo>
                  <a:pt x="1101368" y="4676823"/>
                </a:lnTo>
                <a:cubicBezTo>
                  <a:pt x="1101118" y="4677321"/>
                  <a:pt x="1100620" y="4677571"/>
                  <a:pt x="1100122" y="4677571"/>
                </a:cubicBezTo>
                <a:close/>
                <a:moveTo>
                  <a:pt x="658170" y="4564913"/>
                </a:moveTo>
                <a:cubicBezTo>
                  <a:pt x="657672" y="4564913"/>
                  <a:pt x="657174" y="4564579"/>
                  <a:pt x="656924" y="4564166"/>
                </a:cubicBezTo>
                <a:lnTo>
                  <a:pt x="646457" y="4546051"/>
                </a:lnTo>
                <a:cubicBezTo>
                  <a:pt x="646208" y="4545553"/>
                  <a:pt x="646208" y="4544971"/>
                  <a:pt x="646457" y="4544556"/>
                </a:cubicBezTo>
                <a:lnTo>
                  <a:pt x="656924" y="4526445"/>
                </a:lnTo>
                <a:cubicBezTo>
                  <a:pt x="657174" y="4525946"/>
                  <a:pt x="657673" y="4525696"/>
                  <a:pt x="658171" y="4525696"/>
                </a:cubicBezTo>
                <a:lnTo>
                  <a:pt x="679107" y="4525697"/>
                </a:lnTo>
                <a:cubicBezTo>
                  <a:pt x="679606" y="4525697"/>
                  <a:pt x="680104" y="4526028"/>
                  <a:pt x="680352" y="4526446"/>
                </a:cubicBezTo>
                <a:lnTo>
                  <a:pt x="690820" y="4544556"/>
                </a:lnTo>
                <a:cubicBezTo>
                  <a:pt x="691071" y="4545054"/>
                  <a:pt x="691070" y="4545636"/>
                  <a:pt x="690820" y="4546051"/>
                </a:cubicBezTo>
                <a:lnTo>
                  <a:pt x="680352" y="4564165"/>
                </a:lnTo>
                <a:cubicBezTo>
                  <a:pt x="680103" y="4564663"/>
                  <a:pt x="679605" y="4564913"/>
                  <a:pt x="679106" y="4564912"/>
                </a:cubicBezTo>
                <a:close/>
                <a:moveTo>
                  <a:pt x="537793" y="4532677"/>
                </a:moveTo>
                <a:cubicBezTo>
                  <a:pt x="537295" y="4532677"/>
                  <a:pt x="536797" y="4532345"/>
                  <a:pt x="536547" y="4531930"/>
                </a:cubicBezTo>
                <a:lnTo>
                  <a:pt x="526080" y="4513815"/>
                </a:lnTo>
                <a:cubicBezTo>
                  <a:pt x="525831" y="4513317"/>
                  <a:pt x="525832" y="4512735"/>
                  <a:pt x="526080" y="4512321"/>
                </a:cubicBezTo>
                <a:lnTo>
                  <a:pt x="536548" y="4494209"/>
                </a:lnTo>
                <a:cubicBezTo>
                  <a:pt x="536797" y="4493709"/>
                  <a:pt x="537296" y="4493460"/>
                  <a:pt x="537794" y="4493460"/>
                </a:cubicBezTo>
                <a:lnTo>
                  <a:pt x="558731" y="4493460"/>
                </a:lnTo>
                <a:cubicBezTo>
                  <a:pt x="559230" y="4493461"/>
                  <a:pt x="559727" y="4493793"/>
                  <a:pt x="559976" y="4494209"/>
                </a:cubicBezTo>
                <a:lnTo>
                  <a:pt x="570444" y="4512320"/>
                </a:lnTo>
                <a:cubicBezTo>
                  <a:pt x="570694" y="4512817"/>
                  <a:pt x="570694" y="4513400"/>
                  <a:pt x="570444" y="4513814"/>
                </a:cubicBezTo>
                <a:lnTo>
                  <a:pt x="559976" y="4531929"/>
                </a:lnTo>
                <a:cubicBezTo>
                  <a:pt x="559727" y="4532427"/>
                  <a:pt x="559229" y="4532676"/>
                  <a:pt x="558730" y="4532676"/>
                </a:cubicBezTo>
                <a:close/>
                <a:moveTo>
                  <a:pt x="959079" y="4645630"/>
                </a:moveTo>
                <a:cubicBezTo>
                  <a:pt x="958580" y="4645631"/>
                  <a:pt x="958082" y="4645298"/>
                  <a:pt x="957833" y="4644884"/>
                </a:cubicBezTo>
                <a:lnTo>
                  <a:pt x="947366" y="4626769"/>
                </a:lnTo>
                <a:cubicBezTo>
                  <a:pt x="947116" y="4626271"/>
                  <a:pt x="947117" y="4625690"/>
                  <a:pt x="947366" y="4625274"/>
                </a:cubicBezTo>
                <a:lnTo>
                  <a:pt x="957833" y="4607162"/>
                </a:lnTo>
                <a:cubicBezTo>
                  <a:pt x="958082" y="4606664"/>
                  <a:pt x="958581" y="4606415"/>
                  <a:pt x="959079" y="4606415"/>
                </a:cubicBezTo>
                <a:lnTo>
                  <a:pt x="980016" y="4606415"/>
                </a:lnTo>
                <a:cubicBezTo>
                  <a:pt x="980515" y="4606415"/>
                  <a:pt x="981012" y="4606747"/>
                  <a:pt x="981261" y="4607163"/>
                </a:cubicBezTo>
                <a:lnTo>
                  <a:pt x="991729" y="4625274"/>
                </a:lnTo>
                <a:cubicBezTo>
                  <a:pt x="991979" y="4625772"/>
                  <a:pt x="991979" y="4626353"/>
                  <a:pt x="991729" y="4626769"/>
                </a:cubicBezTo>
                <a:lnTo>
                  <a:pt x="981261" y="4644883"/>
                </a:lnTo>
                <a:cubicBezTo>
                  <a:pt x="981012" y="4645380"/>
                  <a:pt x="980514" y="4645630"/>
                  <a:pt x="980015" y="4645630"/>
                </a:cubicBezTo>
                <a:close/>
                <a:moveTo>
                  <a:pt x="597821" y="4549106"/>
                </a:moveTo>
                <a:cubicBezTo>
                  <a:pt x="597240" y="4549107"/>
                  <a:pt x="596741" y="4548858"/>
                  <a:pt x="596492" y="4548357"/>
                </a:cubicBezTo>
                <a:lnTo>
                  <a:pt x="585858" y="4529914"/>
                </a:lnTo>
                <a:cubicBezTo>
                  <a:pt x="585610" y="4529498"/>
                  <a:pt x="585610" y="4528916"/>
                  <a:pt x="585859" y="4528417"/>
                </a:cubicBezTo>
                <a:lnTo>
                  <a:pt x="596493" y="4509973"/>
                </a:lnTo>
                <a:cubicBezTo>
                  <a:pt x="596825" y="4509475"/>
                  <a:pt x="597324" y="4509226"/>
                  <a:pt x="597822" y="4509226"/>
                </a:cubicBezTo>
                <a:lnTo>
                  <a:pt x="619091" y="4509226"/>
                </a:lnTo>
                <a:cubicBezTo>
                  <a:pt x="619672" y="4509226"/>
                  <a:pt x="620170" y="4509475"/>
                  <a:pt x="620420" y="4509974"/>
                </a:cubicBezTo>
                <a:lnTo>
                  <a:pt x="631054" y="4528417"/>
                </a:lnTo>
                <a:cubicBezTo>
                  <a:pt x="631303" y="4528833"/>
                  <a:pt x="631303" y="4529414"/>
                  <a:pt x="631054" y="4529913"/>
                </a:cubicBezTo>
                <a:lnTo>
                  <a:pt x="620419" y="4548359"/>
                </a:lnTo>
                <a:cubicBezTo>
                  <a:pt x="620087" y="4548858"/>
                  <a:pt x="619588" y="4549106"/>
                  <a:pt x="619090" y="4549106"/>
                </a:cubicBezTo>
                <a:close/>
                <a:moveTo>
                  <a:pt x="1019181" y="4662017"/>
                </a:moveTo>
                <a:cubicBezTo>
                  <a:pt x="1018601" y="4662016"/>
                  <a:pt x="1018102" y="4661767"/>
                  <a:pt x="1017853" y="4661268"/>
                </a:cubicBezTo>
                <a:lnTo>
                  <a:pt x="1007302" y="4642907"/>
                </a:lnTo>
                <a:cubicBezTo>
                  <a:pt x="1007053" y="4642408"/>
                  <a:pt x="1007054" y="4641908"/>
                  <a:pt x="1007302" y="4641411"/>
                </a:cubicBezTo>
                <a:lnTo>
                  <a:pt x="1017853" y="4623050"/>
                </a:lnTo>
                <a:cubicBezTo>
                  <a:pt x="1018185" y="4622551"/>
                  <a:pt x="1018685" y="4622302"/>
                  <a:pt x="1019182" y="4622302"/>
                </a:cubicBezTo>
                <a:lnTo>
                  <a:pt x="1040368" y="4622302"/>
                </a:lnTo>
                <a:cubicBezTo>
                  <a:pt x="1040949" y="4622303"/>
                  <a:pt x="1041448" y="4622551"/>
                  <a:pt x="1041698" y="4623050"/>
                </a:cubicBezTo>
                <a:lnTo>
                  <a:pt x="1052249" y="4641410"/>
                </a:lnTo>
                <a:cubicBezTo>
                  <a:pt x="1052498" y="4641909"/>
                  <a:pt x="1052498" y="4642407"/>
                  <a:pt x="1052248" y="4642906"/>
                </a:cubicBezTo>
                <a:lnTo>
                  <a:pt x="1041697" y="4661268"/>
                </a:lnTo>
                <a:cubicBezTo>
                  <a:pt x="1041364" y="4661767"/>
                  <a:pt x="1040866" y="4662015"/>
                  <a:pt x="1040368" y="4662016"/>
                </a:cubicBezTo>
                <a:close/>
                <a:moveTo>
                  <a:pt x="778370" y="4597527"/>
                </a:moveTo>
                <a:cubicBezTo>
                  <a:pt x="777789" y="4597527"/>
                  <a:pt x="777290" y="4597278"/>
                  <a:pt x="777041" y="4596780"/>
                </a:cubicBezTo>
                <a:lnTo>
                  <a:pt x="766408" y="4578334"/>
                </a:lnTo>
                <a:cubicBezTo>
                  <a:pt x="766159" y="4577918"/>
                  <a:pt x="766159" y="4577337"/>
                  <a:pt x="766408" y="4576837"/>
                </a:cubicBezTo>
                <a:lnTo>
                  <a:pt x="777042" y="4558395"/>
                </a:lnTo>
                <a:cubicBezTo>
                  <a:pt x="777374" y="4557896"/>
                  <a:pt x="777873" y="4557646"/>
                  <a:pt x="778371" y="4557647"/>
                </a:cubicBezTo>
                <a:lnTo>
                  <a:pt x="799640" y="4557647"/>
                </a:lnTo>
                <a:cubicBezTo>
                  <a:pt x="800220" y="4557647"/>
                  <a:pt x="800719" y="4557896"/>
                  <a:pt x="800969" y="4558396"/>
                </a:cubicBezTo>
                <a:lnTo>
                  <a:pt x="811603" y="4576837"/>
                </a:lnTo>
                <a:cubicBezTo>
                  <a:pt x="811851" y="4577254"/>
                  <a:pt x="811852" y="4577835"/>
                  <a:pt x="811603" y="4578334"/>
                </a:cubicBezTo>
                <a:lnTo>
                  <a:pt x="800968" y="4596779"/>
                </a:lnTo>
                <a:cubicBezTo>
                  <a:pt x="800636" y="4597278"/>
                  <a:pt x="800137" y="4597528"/>
                  <a:pt x="799639" y="4597527"/>
                </a:cubicBezTo>
                <a:close/>
                <a:moveTo>
                  <a:pt x="838555" y="4613658"/>
                </a:moveTo>
                <a:cubicBezTo>
                  <a:pt x="837974" y="4613658"/>
                  <a:pt x="837475" y="4613409"/>
                  <a:pt x="837226" y="4612910"/>
                </a:cubicBezTo>
                <a:lnTo>
                  <a:pt x="826593" y="4594464"/>
                </a:lnTo>
                <a:cubicBezTo>
                  <a:pt x="826344" y="4594049"/>
                  <a:pt x="826344" y="4593467"/>
                  <a:pt x="826593" y="4592969"/>
                </a:cubicBezTo>
                <a:lnTo>
                  <a:pt x="837226" y="4574526"/>
                </a:lnTo>
                <a:cubicBezTo>
                  <a:pt x="837558" y="4574027"/>
                  <a:pt x="838057" y="4573777"/>
                  <a:pt x="838556" y="4573777"/>
                </a:cubicBezTo>
                <a:lnTo>
                  <a:pt x="859824" y="4573778"/>
                </a:lnTo>
                <a:cubicBezTo>
                  <a:pt x="860405" y="4573778"/>
                  <a:pt x="860903" y="4574027"/>
                  <a:pt x="861154" y="4574525"/>
                </a:cubicBezTo>
                <a:lnTo>
                  <a:pt x="871788" y="4592968"/>
                </a:lnTo>
                <a:cubicBezTo>
                  <a:pt x="872037" y="4593384"/>
                  <a:pt x="872037" y="4593965"/>
                  <a:pt x="871787" y="4594464"/>
                </a:cubicBezTo>
                <a:lnTo>
                  <a:pt x="861153" y="4612908"/>
                </a:lnTo>
                <a:cubicBezTo>
                  <a:pt x="860821" y="4613409"/>
                  <a:pt x="860322" y="4613657"/>
                  <a:pt x="859824" y="4613658"/>
                </a:cubicBezTo>
                <a:close/>
                <a:moveTo>
                  <a:pt x="898712" y="4629891"/>
                </a:moveTo>
                <a:cubicBezTo>
                  <a:pt x="898131" y="4629890"/>
                  <a:pt x="897633" y="4629642"/>
                  <a:pt x="897383" y="4629142"/>
                </a:cubicBezTo>
                <a:lnTo>
                  <a:pt x="886750" y="4610698"/>
                </a:lnTo>
                <a:cubicBezTo>
                  <a:pt x="886501" y="4610282"/>
                  <a:pt x="886501" y="4609700"/>
                  <a:pt x="886750" y="4609202"/>
                </a:cubicBezTo>
                <a:lnTo>
                  <a:pt x="897384" y="4590759"/>
                </a:lnTo>
                <a:cubicBezTo>
                  <a:pt x="897716" y="4590260"/>
                  <a:pt x="898215" y="4590011"/>
                  <a:pt x="898713" y="4590011"/>
                </a:cubicBezTo>
                <a:lnTo>
                  <a:pt x="919982" y="4590011"/>
                </a:lnTo>
                <a:cubicBezTo>
                  <a:pt x="920563" y="4590010"/>
                  <a:pt x="921061" y="4590260"/>
                  <a:pt x="921311" y="4590759"/>
                </a:cubicBezTo>
                <a:lnTo>
                  <a:pt x="931945" y="4609202"/>
                </a:lnTo>
                <a:cubicBezTo>
                  <a:pt x="932194" y="4609618"/>
                  <a:pt x="932194" y="4610199"/>
                  <a:pt x="931945" y="4610698"/>
                </a:cubicBezTo>
                <a:lnTo>
                  <a:pt x="921311" y="4629142"/>
                </a:lnTo>
                <a:cubicBezTo>
                  <a:pt x="920979" y="4629642"/>
                  <a:pt x="920479" y="4629890"/>
                  <a:pt x="919981" y="4629890"/>
                </a:cubicBezTo>
                <a:close/>
                <a:moveTo>
                  <a:pt x="717955" y="4581878"/>
                </a:moveTo>
                <a:cubicBezTo>
                  <a:pt x="717374" y="4581878"/>
                  <a:pt x="716875" y="4581630"/>
                  <a:pt x="716626" y="4581131"/>
                </a:cubicBezTo>
                <a:lnTo>
                  <a:pt x="705826" y="4562438"/>
                </a:lnTo>
                <a:cubicBezTo>
                  <a:pt x="705577" y="4562023"/>
                  <a:pt x="705577" y="4561441"/>
                  <a:pt x="705826" y="4560943"/>
                </a:cubicBezTo>
                <a:lnTo>
                  <a:pt x="716626" y="4542250"/>
                </a:lnTo>
                <a:cubicBezTo>
                  <a:pt x="716875" y="4541834"/>
                  <a:pt x="717457" y="4541502"/>
                  <a:pt x="717955" y="4541502"/>
                </a:cubicBezTo>
                <a:lnTo>
                  <a:pt x="739556" y="4541502"/>
                </a:lnTo>
                <a:cubicBezTo>
                  <a:pt x="740137" y="4541502"/>
                  <a:pt x="740636" y="4541751"/>
                  <a:pt x="740885" y="4542250"/>
                </a:cubicBezTo>
                <a:lnTo>
                  <a:pt x="751686" y="4560943"/>
                </a:lnTo>
                <a:cubicBezTo>
                  <a:pt x="751935" y="4561358"/>
                  <a:pt x="751935" y="4561939"/>
                  <a:pt x="751686" y="4562438"/>
                </a:cubicBezTo>
                <a:lnTo>
                  <a:pt x="740885" y="4581131"/>
                </a:lnTo>
                <a:cubicBezTo>
                  <a:pt x="740636" y="4581546"/>
                  <a:pt x="740054" y="4581878"/>
                  <a:pt x="739556" y="4581878"/>
                </a:cubicBezTo>
                <a:close/>
                <a:moveTo>
                  <a:pt x="467381" y="4561651"/>
                </a:moveTo>
                <a:cubicBezTo>
                  <a:pt x="467049" y="4561651"/>
                  <a:pt x="466549" y="4561155"/>
                  <a:pt x="466549" y="4561155"/>
                </a:cubicBezTo>
                <a:lnTo>
                  <a:pt x="459820" y="4549524"/>
                </a:lnTo>
                <a:cubicBezTo>
                  <a:pt x="459654" y="4549275"/>
                  <a:pt x="459820" y="4548610"/>
                  <a:pt x="459820" y="4548610"/>
                </a:cubicBezTo>
                <a:lnTo>
                  <a:pt x="466549" y="4536980"/>
                </a:lnTo>
                <a:cubicBezTo>
                  <a:pt x="466715" y="4536647"/>
                  <a:pt x="467380" y="4536482"/>
                  <a:pt x="467380" y="4536482"/>
                </a:cubicBezTo>
                <a:lnTo>
                  <a:pt x="480839" y="4536479"/>
                </a:lnTo>
                <a:cubicBezTo>
                  <a:pt x="481172" y="4536480"/>
                  <a:pt x="481669" y="4536980"/>
                  <a:pt x="481669" y="4536980"/>
                </a:cubicBezTo>
                <a:lnTo>
                  <a:pt x="488399" y="4548611"/>
                </a:lnTo>
                <a:cubicBezTo>
                  <a:pt x="488565" y="4548861"/>
                  <a:pt x="488399" y="4549525"/>
                  <a:pt x="488399" y="4549525"/>
                </a:cubicBezTo>
                <a:lnTo>
                  <a:pt x="481670" y="4561154"/>
                </a:lnTo>
                <a:cubicBezTo>
                  <a:pt x="481504" y="4561486"/>
                  <a:pt x="480840" y="4561651"/>
                  <a:pt x="480840" y="4561651"/>
                </a:cubicBezTo>
                <a:close/>
                <a:moveTo>
                  <a:pt x="1067581" y="4726264"/>
                </a:moveTo>
                <a:cubicBezTo>
                  <a:pt x="1067167" y="4726263"/>
                  <a:pt x="1066586" y="4725682"/>
                  <a:pt x="1066586" y="4725682"/>
                </a:cubicBezTo>
                <a:lnTo>
                  <a:pt x="1058277" y="4711225"/>
                </a:lnTo>
                <a:cubicBezTo>
                  <a:pt x="1058028" y="4710893"/>
                  <a:pt x="1058278" y="4710062"/>
                  <a:pt x="1058278" y="4710062"/>
                </a:cubicBezTo>
                <a:lnTo>
                  <a:pt x="1066585" y="4695608"/>
                </a:lnTo>
                <a:cubicBezTo>
                  <a:pt x="1066751" y="4695275"/>
                  <a:pt x="1067581" y="4695026"/>
                  <a:pt x="1067581" y="4695026"/>
                </a:cubicBezTo>
                <a:lnTo>
                  <a:pt x="1084280" y="4695026"/>
                </a:lnTo>
                <a:cubicBezTo>
                  <a:pt x="1084696" y="4695026"/>
                  <a:pt x="1085278" y="4695608"/>
                  <a:pt x="1085278" y="4695608"/>
                </a:cubicBezTo>
                <a:lnTo>
                  <a:pt x="1093586" y="4710063"/>
                </a:lnTo>
                <a:cubicBezTo>
                  <a:pt x="1093835" y="4710396"/>
                  <a:pt x="1093585" y="4711226"/>
                  <a:pt x="1093585" y="4711226"/>
                </a:cubicBezTo>
                <a:lnTo>
                  <a:pt x="1085277" y="4725682"/>
                </a:lnTo>
                <a:cubicBezTo>
                  <a:pt x="1085111" y="4726013"/>
                  <a:pt x="1084280" y="4726263"/>
                  <a:pt x="1084280" y="4726263"/>
                </a:cubicBezTo>
                <a:close/>
                <a:moveTo>
                  <a:pt x="1006092" y="4712357"/>
                </a:moveTo>
                <a:cubicBezTo>
                  <a:pt x="1005593" y="4712357"/>
                  <a:pt x="1005178" y="4712108"/>
                  <a:pt x="1004929" y="4711693"/>
                </a:cubicBezTo>
                <a:lnTo>
                  <a:pt x="995291" y="4695079"/>
                </a:lnTo>
                <a:cubicBezTo>
                  <a:pt x="995042" y="4694663"/>
                  <a:pt x="995042" y="4694165"/>
                  <a:pt x="995292" y="4693748"/>
                </a:cubicBezTo>
                <a:lnTo>
                  <a:pt x="1004928" y="4677134"/>
                </a:lnTo>
                <a:cubicBezTo>
                  <a:pt x="1005178" y="4676717"/>
                  <a:pt x="1005593" y="4676468"/>
                  <a:pt x="1006092" y="4676467"/>
                </a:cubicBezTo>
                <a:lnTo>
                  <a:pt x="1025283" y="4676467"/>
                </a:lnTo>
                <a:cubicBezTo>
                  <a:pt x="1025782" y="4676466"/>
                  <a:pt x="1026197" y="4676716"/>
                  <a:pt x="1026445" y="4677134"/>
                </a:cubicBezTo>
                <a:lnTo>
                  <a:pt x="1036084" y="4693749"/>
                </a:lnTo>
                <a:cubicBezTo>
                  <a:pt x="1036332" y="4694165"/>
                  <a:pt x="1036332" y="4694663"/>
                  <a:pt x="1036083" y="4695080"/>
                </a:cubicBezTo>
                <a:lnTo>
                  <a:pt x="1026446" y="4711694"/>
                </a:lnTo>
                <a:cubicBezTo>
                  <a:pt x="1026197" y="4712108"/>
                  <a:pt x="1025782" y="4712357"/>
                  <a:pt x="1025283" y="4712357"/>
                </a:cubicBezTo>
                <a:close/>
                <a:moveTo>
                  <a:pt x="524234" y="4584046"/>
                </a:moveTo>
                <a:cubicBezTo>
                  <a:pt x="523735" y="4584045"/>
                  <a:pt x="523237" y="4583713"/>
                  <a:pt x="522988" y="4583297"/>
                </a:cubicBezTo>
                <a:lnTo>
                  <a:pt x="513017" y="4565936"/>
                </a:lnTo>
                <a:cubicBezTo>
                  <a:pt x="512768" y="4565521"/>
                  <a:pt x="512768" y="4564939"/>
                  <a:pt x="513018" y="4564522"/>
                </a:cubicBezTo>
                <a:lnTo>
                  <a:pt x="523071" y="4547158"/>
                </a:lnTo>
                <a:cubicBezTo>
                  <a:pt x="523320" y="4546660"/>
                  <a:pt x="523818" y="4546412"/>
                  <a:pt x="524317" y="4546410"/>
                </a:cubicBezTo>
                <a:lnTo>
                  <a:pt x="544339" y="4546410"/>
                </a:lnTo>
                <a:cubicBezTo>
                  <a:pt x="544838" y="4546410"/>
                  <a:pt x="545336" y="4546740"/>
                  <a:pt x="545585" y="4547158"/>
                </a:cubicBezTo>
                <a:lnTo>
                  <a:pt x="555555" y="4564523"/>
                </a:lnTo>
                <a:cubicBezTo>
                  <a:pt x="555804" y="4564938"/>
                  <a:pt x="555803" y="4565521"/>
                  <a:pt x="555555" y="4565935"/>
                </a:cubicBezTo>
                <a:lnTo>
                  <a:pt x="545502" y="4583297"/>
                </a:lnTo>
                <a:cubicBezTo>
                  <a:pt x="545253" y="4583796"/>
                  <a:pt x="544754" y="4584045"/>
                  <a:pt x="544256" y="4584045"/>
                </a:cubicBezTo>
                <a:close/>
                <a:moveTo>
                  <a:pt x="704391" y="4633079"/>
                </a:moveTo>
                <a:cubicBezTo>
                  <a:pt x="703892" y="4633080"/>
                  <a:pt x="703395" y="4632748"/>
                  <a:pt x="703146" y="4632333"/>
                </a:cubicBezTo>
                <a:lnTo>
                  <a:pt x="692760" y="4614306"/>
                </a:lnTo>
                <a:cubicBezTo>
                  <a:pt x="692511" y="4613808"/>
                  <a:pt x="692511" y="4613227"/>
                  <a:pt x="692760" y="4612810"/>
                </a:cubicBezTo>
                <a:lnTo>
                  <a:pt x="703228" y="4594782"/>
                </a:lnTo>
                <a:cubicBezTo>
                  <a:pt x="703477" y="4594284"/>
                  <a:pt x="703976" y="4594035"/>
                  <a:pt x="704474" y="4594035"/>
                </a:cubicBezTo>
                <a:lnTo>
                  <a:pt x="725327" y="4594032"/>
                </a:lnTo>
                <a:cubicBezTo>
                  <a:pt x="725826" y="4594031"/>
                  <a:pt x="726325" y="4594361"/>
                  <a:pt x="726574" y="4594780"/>
                </a:cubicBezTo>
                <a:lnTo>
                  <a:pt x="736958" y="4612811"/>
                </a:lnTo>
                <a:cubicBezTo>
                  <a:pt x="737207" y="4613309"/>
                  <a:pt x="737207" y="4613891"/>
                  <a:pt x="736958" y="4614306"/>
                </a:cubicBezTo>
                <a:lnTo>
                  <a:pt x="726491" y="4632331"/>
                </a:lnTo>
                <a:cubicBezTo>
                  <a:pt x="726242" y="4632829"/>
                  <a:pt x="725743" y="4633078"/>
                  <a:pt x="725245" y="4633078"/>
                </a:cubicBezTo>
                <a:close/>
                <a:moveTo>
                  <a:pt x="764489" y="4649468"/>
                </a:moveTo>
                <a:cubicBezTo>
                  <a:pt x="763991" y="4649468"/>
                  <a:pt x="763492" y="4649135"/>
                  <a:pt x="763242" y="4648721"/>
                </a:cubicBezTo>
                <a:lnTo>
                  <a:pt x="752691" y="4630445"/>
                </a:lnTo>
                <a:cubicBezTo>
                  <a:pt x="752442" y="4629946"/>
                  <a:pt x="752442" y="4629365"/>
                  <a:pt x="752691" y="4628949"/>
                </a:cubicBezTo>
                <a:lnTo>
                  <a:pt x="763242" y="4610672"/>
                </a:lnTo>
                <a:cubicBezTo>
                  <a:pt x="763491" y="4610173"/>
                  <a:pt x="763990" y="4609923"/>
                  <a:pt x="764488" y="4609924"/>
                </a:cubicBezTo>
                <a:lnTo>
                  <a:pt x="785508" y="4609920"/>
                </a:lnTo>
                <a:cubicBezTo>
                  <a:pt x="786007" y="4609921"/>
                  <a:pt x="786505" y="4610253"/>
                  <a:pt x="786754" y="4610669"/>
                </a:cubicBezTo>
                <a:lnTo>
                  <a:pt x="797306" y="4628948"/>
                </a:lnTo>
                <a:cubicBezTo>
                  <a:pt x="797554" y="4629448"/>
                  <a:pt x="797554" y="4630028"/>
                  <a:pt x="797305" y="4630444"/>
                </a:cubicBezTo>
                <a:lnTo>
                  <a:pt x="786754" y="4648720"/>
                </a:lnTo>
                <a:cubicBezTo>
                  <a:pt x="786505" y="4649218"/>
                  <a:pt x="786006" y="4649469"/>
                  <a:pt x="785508" y="4649467"/>
                </a:cubicBezTo>
                <a:close/>
                <a:moveTo>
                  <a:pt x="945035" y="4697900"/>
                </a:moveTo>
                <a:cubicBezTo>
                  <a:pt x="944537" y="4697900"/>
                  <a:pt x="944037" y="4697567"/>
                  <a:pt x="943788" y="4697152"/>
                </a:cubicBezTo>
                <a:lnTo>
                  <a:pt x="933237" y="4678877"/>
                </a:lnTo>
                <a:cubicBezTo>
                  <a:pt x="932988" y="4678377"/>
                  <a:pt x="932988" y="4677797"/>
                  <a:pt x="933237" y="4677380"/>
                </a:cubicBezTo>
                <a:lnTo>
                  <a:pt x="943788" y="4659103"/>
                </a:lnTo>
                <a:cubicBezTo>
                  <a:pt x="944037" y="4658605"/>
                  <a:pt x="944536" y="4658356"/>
                  <a:pt x="945034" y="4658355"/>
                </a:cubicBezTo>
                <a:lnTo>
                  <a:pt x="966054" y="4658353"/>
                </a:lnTo>
                <a:cubicBezTo>
                  <a:pt x="966553" y="4658353"/>
                  <a:pt x="967051" y="4658686"/>
                  <a:pt x="967300" y="4659101"/>
                </a:cubicBezTo>
                <a:lnTo>
                  <a:pt x="977851" y="4677380"/>
                </a:lnTo>
                <a:cubicBezTo>
                  <a:pt x="978100" y="4677880"/>
                  <a:pt x="978100" y="4678460"/>
                  <a:pt x="977851" y="4678877"/>
                </a:cubicBezTo>
                <a:lnTo>
                  <a:pt x="967300" y="4697151"/>
                </a:lnTo>
                <a:cubicBezTo>
                  <a:pt x="967051" y="4697650"/>
                  <a:pt x="966552" y="4697900"/>
                  <a:pt x="966053" y="4697901"/>
                </a:cubicBezTo>
                <a:close/>
                <a:moveTo>
                  <a:pt x="644099" y="4617281"/>
                </a:moveTo>
                <a:cubicBezTo>
                  <a:pt x="643601" y="4617281"/>
                  <a:pt x="643102" y="4616949"/>
                  <a:pt x="642853" y="4616533"/>
                </a:cubicBezTo>
                <a:lnTo>
                  <a:pt x="632302" y="4598258"/>
                </a:lnTo>
                <a:cubicBezTo>
                  <a:pt x="632053" y="4597759"/>
                  <a:pt x="632053" y="4597178"/>
                  <a:pt x="632302" y="4596760"/>
                </a:cubicBezTo>
                <a:lnTo>
                  <a:pt x="642853" y="4578484"/>
                </a:lnTo>
                <a:cubicBezTo>
                  <a:pt x="643102" y="4577985"/>
                  <a:pt x="643600" y="4577737"/>
                  <a:pt x="644098" y="4577738"/>
                </a:cubicBezTo>
                <a:lnTo>
                  <a:pt x="665118" y="4577735"/>
                </a:lnTo>
                <a:cubicBezTo>
                  <a:pt x="665617" y="4577735"/>
                  <a:pt x="666115" y="4578067"/>
                  <a:pt x="666364" y="4578482"/>
                </a:cubicBezTo>
                <a:lnTo>
                  <a:pt x="676916" y="4596762"/>
                </a:lnTo>
                <a:cubicBezTo>
                  <a:pt x="677165" y="4597261"/>
                  <a:pt x="677165" y="4597842"/>
                  <a:pt x="676915" y="4598258"/>
                </a:cubicBezTo>
                <a:lnTo>
                  <a:pt x="666364" y="4616534"/>
                </a:lnTo>
                <a:cubicBezTo>
                  <a:pt x="666115" y="4617031"/>
                  <a:pt x="665617" y="4617281"/>
                  <a:pt x="665118" y="4617281"/>
                </a:cubicBezTo>
                <a:close/>
                <a:moveTo>
                  <a:pt x="583910" y="4601163"/>
                </a:moveTo>
                <a:cubicBezTo>
                  <a:pt x="583412" y="4601163"/>
                  <a:pt x="582913" y="4600830"/>
                  <a:pt x="582664" y="4600415"/>
                </a:cubicBezTo>
                <a:lnTo>
                  <a:pt x="572113" y="4582139"/>
                </a:lnTo>
                <a:cubicBezTo>
                  <a:pt x="571864" y="4581639"/>
                  <a:pt x="571864" y="4581059"/>
                  <a:pt x="572113" y="4580642"/>
                </a:cubicBezTo>
                <a:lnTo>
                  <a:pt x="582664" y="4562365"/>
                </a:lnTo>
                <a:cubicBezTo>
                  <a:pt x="582913" y="4561866"/>
                  <a:pt x="583411" y="4561618"/>
                  <a:pt x="583909" y="4561619"/>
                </a:cubicBezTo>
                <a:lnTo>
                  <a:pt x="604929" y="4561617"/>
                </a:lnTo>
                <a:cubicBezTo>
                  <a:pt x="605428" y="4561617"/>
                  <a:pt x="605926" y="4561947"/>
                  <a:pt x="606175" y="4562365"/>
                </a:cubicBezTo>
                <a:lnTo>
                  <a:pt x="616726" y="4580644"/>
                </a:lnTo>
                <a:cubicBezTo>
                  <a:pt x="616975" y="4581143"/>
                  <a:pt x="616975" y="4581724"/>
                  <a:pt x="616727" y="4582138"/>
                </a:cubicBezTo>
                <a:lnTo>
                  <a:pt x="606175" y="4600415"/>
                </a:lnTo>
                <a:cubicBezTo>
                  <a:pt x="605926" y="4600913"/>
                  <a:pt x="605428" y="4601163"/>
                  <a:pt x="604929" y="4601162"/>
                </a:cubicBezTo>
                <a:close/>
                <a:moveTo>
                  <a:pt x="884617" y="4682267"/>
                </a:moveTo>
                <a:cubicBezTo>
                  <a:pt x="884035" y="4682267"/>
                  <a:pt x="883536" y="4682018"/>
                  <a:pt x="883287" y="4681519"/>
                </a:cubicBezTo>
                <a:lnTo>
                  <a:pt x="872654" y="4662993"/>
                </a:lnTo>
                <a:cubicBezTo>
                  <a:pt x="872404" y="4662577"/>
                  <a:pt x="872405" y="4661996"/>
                  <a:pt x="872653" y="4661497"/>
                </a:cubicBezTo>
                <a:lnTo>
                  <a:pt x="883370" y="4642971"/>
                </a:lnTo>
                <a:cubicBezTo>
                  <a:pt x="883702" y="4642555"/>
                  <a:pt x="884202" y="4642223"/>
                  <a:pt x="884700" y="4642223"/>
                </a:cubicBezTo>
                <a:lnTo>
                  <a:pt x="906051" y="4642223"/>
                </a:lnTo>
                <a:cubicBezTo>
                  <a:pt x="906632" y="4642223"/>
                  <a:pt x="907132" y="4642472"/>
                  <a:pt x="907380" y="4642971"/>
                </a:cubicBezTo>
                <a:lnTo>
                  <a:pt x="918014" y="4661497"/>
                </a:lnTo>
                <a:cubicBezTo>
                  <a:pt x="918264" y="4661913"/>
                  <a:pt x="918263" y="4662494"/>
                  <a:pt x="918015" y="4662993"/>
                </a:cubicBezTo>
                <a:lnTo>
                  <a:pt x="907298" y="4681519"/>
                </a:lnTo>
                <a:cubicBezTo>
                  <a:pt x="906966" y="4681935"/>
                  <a:pt x="906466" y="4682267"/>
                  <a:pt x="905968" y="4682267"/>
                </a:cubicBezTo>
                <a:close/>
                <a:moveTo>
                  <a:pt x="824343" y="4666323"/>
                </a:moveTo>
                <a:cubicBezTo>
                  <a:pt x="823762" y="4666323"/>
                  <a:pt x="823263" y="4666074"/>
                  <a:pt x="823014" y="4665576"/>
                </a:cubicBezTo>
                <a:lnTo>
                  <a:pt x="812214" y="4646883"/>
                </a:lnTo>
                <a:cubicBezTo>
                  <a:pt x="811965" y="4646467"/>
                  <a:pt x="811965" y="4645885"/>
                  <a:pt x="812214" y="4645387"/>
                </a:cubicBezTo>
                <a:lnTo>
                  <a:pt x="823014" y="4626695"/>
                </a:lnTo>
                <a:cubicBezTo>
                  <a:pt x="823263" y="4626278"/>
                  <a:pt x="823845" y="4625946"/>
                  <a:pt x="824343" y="4625946"/>
                </a:cubicBezTo>
                <a:lnTo>
                  <a:pt x="845944" y="4625947"/>
                </a:lnTo>
                <a:cubicBezTo>
                  <a:pt x="846525" y="4625946"/>
                  <a:pt x="847024" y="4626196"/>
                  <a:pt x="847273" y="4626695"/>
                </a:cubicBezTo>
                <a:lnTo>
                  <a:pt x="858074" y="4645388"/>
                </a:lnTo>
                <a:cubicBezTo>
                  <a:pt x="858323" y="4645803"/>
                  <a:pt x="858323" y="4646384"/>
                  <a:pt x="858074" y="4646883"/>
                </a:cubicBezTo>
                <a:lnTo>
                  <a:pt x="847273" y="4665575"/>
                </a:lnTo>
                <a:cubicBezTo>
                  <a:pt x="847024" y="4665991"/>
                  <a:pt x="846442" y="4666322"/>
                  <a:pt x="845944" y="4666323"/>
                </a:cubicBezTo>
                <a:close/>
                <a:moveTo>
                  <a:pt x="513701" y="4629896"/>
                </a:moveTo>
                <a:cubicBezTo>
                  <a:pt x="513368" y="4629896"/>
                  <a:pt x="512870" y="4629396"/>
                  <a:pt x="512870" y="4629396"/>
                </a:cubicBezTo>
                <a:lnTo>
                  <a:pt x="506307" y="4618014"/>
                </a:lnTo>
                <a:cubicBezTo>
                  <a:pt x="506141" y="4617765"/>
                  <a:pt x="506307" y="4617101"/>
                  <a:pt x="506307" y="4617101"/>
                </a:cubicBezTo>
                <a:lnTo>
                  <a:pt x="512870" y="4605720"/>
                </a:lnTo>
                <a:cubicBezTo>
                  <a:pt x="513036" y="4605386"/>
                  <a:pt x="513701" y="4605220"/>
                  <a:pt x="513701" y="4605220"/>
                </a:cubicBezTo>
                <a:lnTo>
                  <a:pt x="526827" y="4605221"/>
                </a:lnTo>
                <a:cubicBezTo>
                  <a:pt x="527160" y="4605221"/>
                  <a:pt x="527658" y="4605719"/>
                  <a:pt x="527658" y="4605719"/>
                </a:cubicBezTo>
                <a:lnTo>
                  <a:pt x="534221" y="4617100"/>
                </a:lnTo>
                <a:cubicBezTo>
                  <a:pt x="534388" y="4617350"/>
                  <a:pt x="534221" y="4618014"/>
                  <a:pt x="534221" y="4618014"/>
                </a:cubicBezTo>
                <a:lnTo>
                  <a:pt x="527658" y="4629397"/>
                </a:lnTo>
                <a:cubicBezTo>
                  <a:pt x="527492" y="4629728"/>
                  <a:pt x="526827" y="4629895"/>
                  <a:pt x="526827" y="4629895"/>
                </a:cubicBezTo>
                <a:close/>
                <a:moveTo>
                  <a:pt x="932724" y="4746993"/>
                </a:moveTo>
                <a:cubicBezTo>
                  <a:pt x="932309" y="4746993"/>
                  <a:pt x="931644" y="4746412"/>
                  <a:pt x="931644" y="4746412"/>
                </a:cubicBezTo>
                <a:lnTo>
                  <a:pt x="922838" y="4731208"/>
                </a:lnTo>
                <a:cubicBezTo>
                  <a:pt x="922588" y="4730793"/>
                  <a:pt x="922838" y="4729962"/>
                  <a:pt x="922838" y="4729962"/>
                </a:cubicBezTo>
                <a:lnTo>
                  <a:pt x="931644" y="4714759"/>
                </a:lnTo>
                <a:cubicBezTo>
                  <a:pt x="931894" y="4714426"/>
                  <a:pt x="932309" y="4714177"/>
                  <a:pt x="932724" y="4714177"/>
                </a:cubicBezTo>
                <a:lnTo>
                  <a:pt x="950336" y="4714177"/>
                </a:lnTo>
                <a:cubicBezTo>
                  <a:pt x="950752" y="4714177"/>
                  <a:pt x="951417" y="4714759"/>
                  <a:pt x="951417" y="4714759"/>
                </a:cubicBezTo>
                <a:lnTo>
                  <a:pt x="960224" y="4729962"/>
                </a:lnTo>
                <a:cubicBezTo>
                  <a:pt x="960472" y="4730377"/>
                  <a:pt x="960224" y="4731208"/>
                  <a:pt x="960224" y="4731208"/>
                </a:cubicBezTo>
                <a:lnTo>
                  <a:pt x="951417" y="4746412"/>
                </a:lnTo>
                <a:cubicBezTo>
                  <a:pt x="951168" y="4746744"/>
                  <a:pt x="950752" y="4746993"/>
                  <a:pt x="950337" y="4746993"/>
                </a:cubicBezTo>
                <a:close/>
                <a:moveTo>
                  <a:pt x="571533" y="4650298"/>
                </a:moveTo>
                <a:cubicBezTo>
                  <a:pt x="571118" y="4650296"/>
                  <a:pt x="570453" y="4649632"/>
                  <a:pt x="570453" y="4649632"/>
                </a:cubicBezTo>
                <a:lnTo>
                  <a:pt x="561481" y="4634096"/>
                </a:lnTo>
                <a:cubicBezTo>
                  <a:pt x="561232" y="4633763"/>
                  <a:pt x="561482" y="4632848"/>
                  <a:pt x="561482" y="4632848"/>
                </a:cubicBezTo>
                <a:lnTo>
                  <a:pt x="570454" y="4617313"/>
                </a:lnTo>
                <a:cubicBezTo>
                  <a:pt x="570704" y="4616898"/>
                  <a:pt x="571118" y="4616648"/>
                  <a:pt x="571534" y="4616648"/>
                </a:cubicBezTo>
                <a:lnTo>
                  <a:pt x="589396" y="4616649"/>
                </a:lnTo>
                <a:cubicBezTo>
                  <a:pt x="589811" y="4616650"/>
                  <a:pt x="590476" y="4617315"/>
                  <a:pt x="590476" y="4617315"/>
                </a:cubicBezTo>
                <a:lnTo>
                  <a:pt x="599449" y="4632849"/>
                </a:lnTo>
                <a:cubicBezTo>
                  <a:pt x="599698" y="4633181"/>
                  <a:pt x="599449" y="4634095"/>
                  <a:pt x="599449" y="4634095"/>
                </a:cubicBezTo>
                <a:lnTo>
                  <a:pt x="590476" y="4649631"/>
                </a:lnTo>
                <a:cubicBezTo>
                  <a:pt x="590226" y="4650048"/>
                  <a:pt x="589812" y="4650295"/>
                  <a:pt x="589396" y="4650297"/>
                </a:cubicBezTo>
                <a:close/>
                <a:moveTo>
                  <a:pt x="992768" y="4763442"/>
                </a:moveTo>
                <a:cubicBezTo>
                  <a:pt x="992353" y="4763443"/>
                  <a:pt x="991688" y="4762777"/>
                  <a:pt x="991688" y="4762777"/>
                </a:cubicBezTo>
                <a:lnTo>
                  <a:pt x="982716" y="4747242"/>
                </a:lnTo>
                <a:cubicBezTo>
                  <a:pt x="982467" y="4746909"/>
                  <a:pt x="982716" y="4745995"/>
                  <a:pt x="982716" y="4745995"/>
                </a:cubicBezTo>
                <a:lnTo>
                  <a:pt x="991688" y="4730460"/>
                </a:lnTo>
                <a:cubicBezTo>
                  <a:pt x="991938" y="4730045"/>
                  <a:pt x="992353" y="4729796"/>
                  <a:pt x="992768" y="4729795"/>
                </a:cubicBezTo>
                <a:lnTo>
                  <a:pt x="1010631" y="4729796"/>
                </a:lnTo>
                <a:cubicBezTo>
                  <a:pt x="1011046" y="4729796"/>
                  <a:pt x="1011711" y="4730460"/>
                  <a:pt x="1011711" y="4730460"/>
                </a:cubicBezTo>
                <a:lnTo>
                  <a:pt x="1020683" y="4745995"/>
                </a:lnTo>
                <a:cubicBezTo>
                  <a:pt x="1020932" y="4746328"/>
                  <a:pt x="1020683" y="4747242"/>
                  <a:pt x="1020683" y="4747242"/>
                </a:cubicBezTo>
                <a:lnTo>
                  <a:pt x="1011711" y="4762778"/>
                </a:lnTo>
                <a:cubicBezTo>
                  <a:pt x="1011461" y="4763194"/>
                  <a:pt x="1011046" y="4763443"/>
                  <a:pt x="1010631" y="4763442"/>
                </a:cubicBezTo>
                <a:close/>
                <a:moveTo>
                  <a:pt x="871156" y="4733413"/>
                </a:moveTo>
                <a:cubicBezTo>
                  <a:pt x="870657" y="4733413"/>
                  <a:pt x="870159" y="4733080"/>
                  <a:pt x="869910" y="4732665"/>
                </a:cubicBezTo>
                <a:lnTo>
                  <a:pt x="859774" y="4715052"/>
                </a:lnTo>
                <a:cubicBezTo>
                  <a:pt x="859525" y="4714636"/>
                  <a:pt x="859525" y="4714055"/>
                  <a:pt x="859774" y="4713639"/>
                </a:cubicBezTo>
                <a:lnTo>
                  <a:pt x="869993" y="4696027"/>
                </a:lnTo>
                <a:cubicBezTo>
                  <a:pt x="870242" y="4695528"/>
                  <a:pt x="870740" y="4695279"/>
                  <a:pt x="871239" y="4695279"/>
                </a:cubicBezTo>
                <a:lnTo>
                  <a:pt x="891593" y="4695279"/>
                </a:lnTo>
                <a:cubicBezTo>
                  <a:pt x="892092" y="4695279"/>
                  <a:pt x="892590" y="4695611"/>
                  <a:pt x="892839" y="4696027"/>
                </a:cubicBezTo>
                <a:lnTo>
                  <a:pt x="902975" y="4713639"/>
                </a:lnTo>
                <a:cubicBezTo>
                  <a:pt x="903224" y="4714055"/>
                  <a:pt x="903224" y="4714636"/>
                  <a:pt x="902975" y="4715052"/>
                </a:cubicBezTo>
                <a:lnTo>
                  <a:pt x="892756" y="4732665"/>
                </a:lnTo>
                <a:cubicBezTo>
                  <a:pt x="892507" y="4733163"/>
                  <a:pt x="892009" y="4733412"/>
                  <a:pt x="891510" y="4733412"/>
                </a:cubicBezTo>
                <a:close/>
                <a:moveTo>
                  <a:pt x="630330" y="4669056"/>
                </a:moveTo>
                <a:cubicBezTo>
                  <a:pt x="629832" y="4669056"/>
                  <a:pt x="629333" y="4668723"/>
                  <a:pt x="629084" y="4668308"/>
                </a:cubicBezTo>
                <a:lnTo>
                  <a:pt x="618783" y="4650528"/>
                </a:lnTo>
                <a:cubicBezTo>
                  <a:pt x="618533" y="4650114"/>
                  <a:pt x="618534" y="4649532"/>
                  <a:pt x="618782" y="4649117"/>
                </a:cubicBezTo>
                <a:lnTo>
                  <a:pt x="629085" y="4631338"/>
                </a:lnTo>
                <a:cubicBezTo>
                  <a:pt x="629334" y="4630839"/>
                  <a:pt x="629833" y="4630590"/>
                  <a:pt x="630331" y="4630590"/>
                </a:cubicBezTo>
                <a:lnTo>
                  <a:pt x="650851" y="4630590"/>
                </a:lnTo>
                <a:cubicBezTo>
                  <a:pt x="651349" y="4630590"/>
                  <a:pt x="651847" y="4630922"/>
                  <a:pt x="652097" y="4631338"/>
                </a:cubicBezTo>
                <a:lnTo>
                  <a:pt x="662400" y="4649117"/>
                </a:lnTo>
                <a:cubicBezTo>
                  <a:pt x="662648" y="4649532"/>
                  <a:pt x="662649" y="4650114"/>
                  <a:pt x="662399" y="4650529"/>
                </a:cubicBezTo>
                <a:lnTo>
                  <a:pt x="652097" y="4668308"/>
                </a:lnTo>
                <a:cubicBezTo>
                  <a:pt x="651847" y="4668806"/>
                  <a:pt x="651350" y="4669055"/>
                  <a:pt x="650851" y="4669056"/>
                </a:cubicBezTo>
                <a:close/>
                <a:moveTo>
                  <a:pt x="810835" y="4717539"/>
                </a:moveTo>
                <a:cubicBezTo>
                  <a:pt x="810338" y="4717538"/>
                  <a:pt x="809838" y="4717207"/>
                  <a:pt x="809590" y="4716791"/>
                </a:cubicBezTo>
                <a:lnTo>
                  <a:pt x="799205" y="4698845"/>
                </a:lnTo>
                <a:cubicBezTo>
                  <a:pt x="798956" y="4698348"/>
                  <a:pt x="798956" y="4697765"/>
                  <a:pt x="799205" y="4697350"/>
                </a:cubicBezTo>
                <a:lnTo>
                  <a:pt x="809590" y="4679405"/>
                </a:lnTo>
                <a:cubicBezTo>
                  <a:pt x="809839" y="4678906"/>
                  <a:pt x="810338" y="4678657"/>
                  <a:pt x="810836" y="4678657"/>
                </a:cubicBezTo>
                <a:lnTo>
                  <a:pt x="831605" y="4678658"/>
                </a:lnTo>
                <a:cubicBezTo>
                  <a:pt x="832103" y="4678659"/>
                  <a:pt x="832602" y="4678990"/>
                  <a:pt x="832851" y="4679407"/>
                </a:cubicBezTo>
                <a:lnTo>
                  <a:pt x="843237" y="4697350"/>
                </a:lnTo>
                <a:cubicBezTo>
                  <a:pt x="843486" y="4697849"/>
                  <a:pt x="843485" y="4698431"/>
                  <a:pt x="843237" y="4698845"/>
                </a:cubicBezTo>
                <a:lnTo>
                  <a:pt x="832852" y="4716792"/>
                </a:lnTo>
                <a:cubicBezTo>
                  <a:pt x="832603" y="4717289"/>
                  <a:pt x="832104" y="4717539"/>
                  <a:pt x="831606" y="4717538"/>
                </a:cubicBezTo>
                <a:close/>
                <a:moveTo>
                  <a:pt x="750707" y="4701430"/>
                </a:moveTo>
                <a:cubicBezTo>
                  <a:pt x="750208" y="4701431"/>
                  <a:pt x="749710" y="4701099"/>
                  <a:pt x="749460" y="4700683"/>
                </a:cubicBezTo>
                <a:lnTo>
                  <a:pt x="739159" y="4682820"/>
                </a:lnTo>
                <a:cubicBezTo>
                  <a:pt x="738910" y="4682322"/>
                  <a:pt x="738910" y="4681740"/>
                  <a:pt x="739159" y="4681325"/>
                </a:cubicBezTo>
                <a:lnTo>
                  <a:pt x="749460" y="4663463"/>
                </a:lnTo>
                <a:cubicBezTo>
                  <a:pt x="749710" y="4662964"/>
                  <a:pt x="750208" y="4662714"/>
                  <a:pt x="750707" y="4662715"/>
                </a:cubicBezTo>
                <a:lnTo>
                  <a:pt x="771393" y="4662715"/>
                </a:lnTo>
                <a:cubicBezTo>
                  <a:pt x="771892" y="4662715"/>
                  <a:pt x="772390" y="4663047"/>
                  <a:pt x="772640" y="4663464"/>
                </a:cubicBezTo>
                <a:lnTo>
                  <a:pt x="782942" y="4681326"/>
                </a:lnTo>
                <a:cubicBezTo>
                  <a:pt x="783191" y="4681823"/>
                  <a:pt x="783191" y="4682405"/>
                  <a:pt x="782942" y="4682820"/>
                </a:cubicBezTo>
                <a:lnTo>
                  <a:pt x="772640" y="4700682"/>
                </a:lnTo>
                <a:cubicBezTo>
                  <a:pt x="772390" y="4701181"/>
                  <a:pt x="771892" y="4701431"/>
                  <a:pt x="771393" y="4701430"/>
                </a:cubicBezTo>
                <a:close/>
                <a:moveTo>
                  <a:pt x="690371" y="4685481"/>
                </a:moveTo>
                <a:cubicBezTo>
                  <a:pt x="689873" y="4685482"/>
                  <a:pt x="689375" y="4685150"/>
                  <a:pt x="689126" y="4684734"/>
                </a:cubicBezTo>
                <a:lnTo>
                  <a:pt x="678658" y="4666621"/>
                </a:lnTo>
                <a:cubicBezTo>
                  <a:pt x="678410" y="4666122"/>
                  <a:pt x="678409" y="4665542"/>
                  <a:pt x="678658" y="4665127"/>
                </a:cubicBezTo>
                <a:lnTo>
                  <a:pt x="689126" y="4647015"/>
                </a:lnTo>
                <a:cubicBezTo>
                  <a:pt x="689375" y="4646516"/>
                  <a:pt x="689874" y="4646267"/>
                  <a:pt x="690372" y="4646268"/>
                </a:cubicBezTo>
                <a:lnTo>
                  <a:pt x="711308" y="4646268"/>
                </a:lnTo>
                <a:cubicBezTo>
                  <a:pt x="711807" y="4646268"/>
                  <a:pt x="712304" y="4646600"/>
                  <a:pt x="712554" y="4647017"/>
                </a:cubicBezTo>
                <a:lnTo>
                  <a:pt x="723022" y="4665127"/>
                </a:lnTo>
                <a:cubicBezTo>
                  <a:pt x="723272" y="4665624"/>
                  <a:pt x="723272" y="4666207"/>
                  <a:pt x="723022" y="4666622"/>
                </a:cubicBezTo>
                <a:lnTo>
                  <a:pt x="712554" y="4684733"/>
                </a:lnTo>
                <a:cubicBezTo>
                  <a:pt x="712305" y="4685232"/>
                  <a:pt x="711807" y="4685481"/>
                  <a:pt x="711308" y="4685480"/>
                </a:cubicBezTo>
                <a:close/>
                <a:moveTo>
                  <a:pt x="620327" y="4713653"/>
                </a:moveTo>
                <a:cubicBezTo>
                  <a:pt x="620078" y="4713654"/>
                  <a:pt x="619580" y="4713238"/>
                  <a:pt x="619580" y="4713238"/>
                </a:cubicBezTo>
                <a:lnTo>
                  <a:pt x="613264" y="4702197"/>
                </a:lnTo>
                <a:cubicBezTo>
                  <a:pt x="613098" y="4701864"/>
                  <a:pt x="613264" y="4701283"/>
                  <a:pt x="613264" y="4701283"/>
                </a:cubicBezTo>
                <a:lnTo>
                  <a:pt x="619661" y="4690231"/>
                </a:lnTo>
                <a:cubicBezTo>
                  <a:pt x="619827" y="4689982"/>
                  <a:pt x="620409" y="4689816"/>
                  <a:pt x="620409" y="4689816"/>
                </a:cubicBezTo>
                <a:lnTo>
                  <a:pt x="633120" y="4689817"/>
                </a:lnTo>
                <a:cubicBezTo>
                  <a:pt x="633369" y="4689818"/>
                  <a:pt x="633867" y="4690232"/>
                  <a:pt x="633867" y="4690232"/>
                </a:cubicBezTo>
                <a:lnTo>
                  <a:pt x="640181" y="4701283"/>
                </a:lnTo>
                <a:cubicBezTo>
                  <a:pt x="640348" y="4701615"/>
                  <a:pt x="640181" y="4702196"/>
                  <a:pt x="640181" y="4702196"/>
                </a:cubicBezTo>
                <a:lnTo>
                  <a:pt x="633785" y="4713243"/>
                </a:lnTo>
                <a:cubicBezTo>
                  <a:pt x="633618" y="4713496"/>
                  <a:pt x="633037" y="4713661"/>
                  <a:pt x="633037" y="4713661"/>
                </a:cubicBezTo>
                <a:close/>
                <a:moveTo>
                  <a:pt x="679572" y="4731671"/>
                </a:moveTo>
                <a:cubicBezTo>
                  <a:pt x="679155" y="4731672"/>
                  <a:pt x="678657" y="4731175"/>
                  <a:pt x="678657" y="4731175"/>
                </a:cubicBezTo>
                <a:lnTo>
                  <a:pt x="671345" y="4718470"/>
                </a:lnTo>
                <a:cubicBezTo>
                  <a:pt x="671179" y="4718219"/>
                  <a:pt x="671345" y="4717472"/>
                  <a:pt x="671345" y="4717472"/>
                </a:cubicBezTo>
                <a:lnTo>
                  <a:pt x="678656" y="4704762"/>
                </a:lnTo>
                <a:cubicBezTo>
                  <a:pt x="678904" y="4704430"/>
                  <a:pt x="679569" y="4704265"/>
                  <a:pt x="679569" y="4704265"/>
                </a:cubicBezTo>
                <a:lnTo>
                  <a:pt x="694191" y="4704264"/>
                </a:lnTo>
                <a:cubicBezTo>
                  <a:pt x="694606" y="4704264"/>
                  <a:pt x="695104" y="4704763"/>
                  <a:pt x="695104" y="4704763"/>
                </a:cubicBezTo>
                <a:lnTo>
                  <a:pt x="702415" y="4717473"/>
                </a:lnTo>
                <a:cubicBezTo>
                  <a:pt x="702583" y="4717722"/>
                  <a:pt x="702415" y="4718472"/>
                  <a:pt x="702415" y="4718472"/>
                </a:cubicBezTo>
                <a:lnTo>
                  <a:pt x="695105" y="4731181"/>
                </a:lnTo>
                <a:cubicBezTo>
                  <a:pt x="694856" y="4731512"/>
                  <a:pt x="694192" y="4731679"/>
                  <a:pt x="694192" y="4731679"/>
                </a:cubicBezTo>
                <a:close/>
                <a:moveTo>
                  <a:pt x="799852" y="4764173"/>
                </a:moveTo>
                <a:cubicBezTo>
                  <a:pt x="799436" y="4764174"/>
                  <a:pt x="798937" y="4763677"/>
                  <a:pt x="798937" y="4763677"/>
                </a:cubicBezTo>
                <a:lnTo>
                  <a:pt x="791543" y="4750802"/>
                </a:lnTo>
                <a:cubicBezTo>
                  <a:pt x="791377" y="4750469"/>
                  <a:pt x="791543" y="4749722"/>
                  <a:pt x="791543" y="4749722"/>
                </a:cubicBezTo>
                <a:lnTo>
                  <a:pt x="798937" y="4736845"/>
                </a:lnTo>
                <a:cubicBezTo>
                  <a:pt x="799102" y="4736513"/>
                  <a:pt x="799850" y="4736347"/>
                  <a:pt x="799850" y="4736347"/>
                </a:cubicBezTo>
                <a:lnTo>
                  <a:pt x="814721" y="4736348"/>
                </a:lnTo>
                <a:cubicBezTo>
                  <a:pt x="815136" y="4736348"/>
                  <a:pt x="815636" y="4736846"/>
                  <a:pt x="815636" y="4736846"/>
                </a:cubicBezTo>
                <a:lnTo>
                  <a:pt x="823030" y="4749723"/>
                </a:lnTo>
                <a:cubicBezTo>
                  <a:pt x="823195" y="4750055"/>
                  <a:pt x="823029" y="4750804"/>
                  <a:pt x="823029" y="4750804"/>
                </a:cubicBezTo>
                <a:lnTo>
                  <a:pt x="815635" y="4763680"/>
                </a:lnTo>
                <a:cubicBezTo>
                  <a:pt x="815470" y="4764010"/>
                  <a:pt x="814722" y="4764177"/>
                  <a:pt x="814722" y="4764177"/>
                </a:cubicBezTo>
                <a:close/>
                <a:moveTo>
                  <a:pt x="739486" y="4748253"/>
                </a:moveTo>
                <a:cubicBezTo>
                  <a:pt x="739154" y="4748252"/>
                  <a:pt x="738572" y="4747753"/>
                  <a:pt x="738572" y="4747753"/>
                </a:cubicBezTo>
                <a:lnTo>
                  <a:pt x="731011" y="4734715"/>
                </a:lnTo>
                <a:cubicBezTo>
                  <a:pt x="730844" y="4734383"/>
                  <a:pt x="731010" y="4733636"/>
                  <a:pt x="731010" y="4733636"/>
                </a:cubicBezTo>
                <a:lnTo>
                  <a:pt x="738570" y="4720591"/>
                </a:lnTo>
                <a:cubicBezTo>
                  <a:pt x="738736" y="4720260"/>
                  <a:pt x="739484" y="4720093"/>
                  <a:pt x="739484" y="4720093"/>
                </a:cubicBezTo>
                <a:lnTo>
                  <a:pt x="754521" y="4720094"/>
                </a:lnTo>
                <a:cubicBezTo>
                  <a:pt x="754854" y="4720095"/>
                  <a:pt x="755435" y="4720593"/>
                  <a:pt x="755435" y="4720593"/>
                </a:cubicBezTo>
                <a:lnTo>
                  <a:pt x="762995" y="4733636"/>
                </a:lnTo>
                <a:cubicBezTo>
                  <a:pt x="763162" y="4733968"/>
                  <a:pt x="762995" y="4734716"/>
                  <a:pt x="762995" y="4734716"/>
                </a:cubicBezTo>
                <a:lnTo>
                  <a:pt x="755436" y="4747758"/>
                </a:lnTo>
                <a:cubicBezTo>
                  <a:pt x="755269" y="4748091"/>
                  <a:pt x="754521" y="4748256"/>
                  <a:pt x="754521" y="4748256"/>
                </a:cubicBezTo>
                <a:close/>
                <a:moveTo>
                  <a:pt x="859213" y="4781812"/>
                </a:moveTo>
                <a:cubicBezTo>
                  <a:pt x="858797" y="4781814"/>
                  <a:pt x="858215" y="4781232"/>
                  <a:pt x="858215" y="4781232"/>
                </a:cubicBezTo>
                <a:lnTo>
                  <a:pt x="849988" y="4766953"/>
                </a:lnTo>
                <a:cubicBezTo>
                  <a:pt x="849738" y="4766621"/>
                  <a:pt x="849988" y="4765791"/>
                  <a:pt x="849988" y="4765791"/>
                </a:cubicBezTo>
                <a:lnTo>
                  <a:pt x="858213" y="4751501"/>
                </a:lnTo>
                <a:cubicBezTo>
                  <a:pt x="858377" y="4751170"/>
                  <a:pt x="859209" y="4750921"/>
                  <a:pt x="859209" y="4750921"/>
                </a:cubicBezTo>
                <a:lnTo>
                  <a:pt x="875658" y="4750921"/>
                </a:lnTo>
                <a:cubicBezTo>
                  <a:pt x="876073" y="4750922"/>
                  <a:pt x="876655" y="4751504"/>
                  <a:pt x="876655" y="4751504"/>
                </a:cubicBezTo>
                <a:lnTo>
                  <a:pt x="884881" y="4765790"/>
                </a:lnTo>
                <a:cubicBezTo>
                  <a:pt x="885129" y="4766124"/>
                  <a:pt x="884880" y="4766954"/>
                  <a:pt x="884880" y="4766954"/>
                </a:cubicBezTo>
                <a:lnTo>
                  <a:pt x="876656" y="4781241"/>
                </a:lnTo>
                <a:cubicBezTo>
                  <a:pt x="876490" y="4781574"/>
                  <a:pt x="875659" y="4781823"/>
                  <a:pt x="875659" y="4781823"/>
                </a:cubicBezTo>
                <a:close/>
                <a:moveTo>
                  <a:pt x="558181" y="4701326"/>
                </a:moveTo>
                <a:cubicBezTo>
                  <a:pt x="557765" y="4701328"/>
                  <a:pt x="557183" y="4700749"/>
                  <a:pt x="557183" y="4700749"/>
                </a:cubicBezTo>
                <a:lnTo>
                  <a:pt x="548873" y="4686383"/>
                </a:lnTo>
                <a:cubicBezTo>
                  <a:pt x="548623" y="4686051"/>
                  <a:pt x="548873" y="4685220"/>
                  <a:pt x="548873" y="4685220"/>
                </a:cubicBezTo>
                <a:lnTo>
                  <a:pt x="557181" y="4670848"/>
                </a:lnTo>
                <a:cubicBezTo>
                  <a:pt x="557347" y="4670516"/>
                  <a:pt x="558178" y="4670267"/>
                  <a:pt x="558178" y="4670267"/>
                </a:cubicBezTo>
                <a:lnTo>
                  <a:pt x="574794" y="4670268"/>
                </a:lnTo>
                <a:cubicBezTo>
                  <a:pt x="575209" y="4670268"/>
                  <a:pt x="575790" y="4670850"/>
                  <a:pt x="575790" y="4670850"/>
                </a:cubicBezTo>
                <a:lnTo>
                  <a:pt x="584098" y="4685220"/>
                </a:lnTo>
                <a:cubicBezTo>
                  <a:pt x="584348" y="4685553"/>
                  <a:pt x="584098" y="4686383"/>
                  <a:pt x="584098" y="4686383"/>
                </a:cubicBezTo>
                <a:lnTo>
                  <a:pt x="575790" y="4700757"/>
                </a:lnTo>
                <a:cubicBezTo>
                  <a:pt x="575624" y="4701088"/>
                  <a:pt x="574795" y="4701336"/>
                  <a:pt x="574795" y="4701336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11576464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Fisk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9"/>
            <a:ext cx="4857544" cy="1099310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5" y="1895666"/>
            <a:ext cx="2857379" cy="439724"/>
          </a:xfrm>
        </p:spPr>
        <p:txBody>
          <a:bodyPr wrap="square">
            <a:spAutoFit/>
          </a:bodyPr>
          <a:lstStyle>
            <a:lvl1pPr marL="0" indent="0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5" name="Friform 4">
            <a:extLst>
              <a:ext uri="{FF2B5EF4-FFF2-40B4-BE49-F238E27FC236}">
                <a16:creationId xmlns:a16="http://schemas.microsoft.com/office/drawing/2014/main" id="{528E5F3F-4AED-8766-A9C4-FB67532DC4CF}"/>
              </a:ext>
            </a:extLst>
          </p:cNvPr>
          <p:cNvSpPr/>
          <p:nvPr userDrawn="1"/>
        </p:nvSpPr>
        <p:spPr>
          <a:xfrm flipH="1">
            <a:off x="4299173" y="1436342"/>
            <a:ext cx="6520047" cy="3328217"/>
          </a:xfrm>
          <a:custGeom>
            <a:avLst/>
            <a:gdLst>
              <a:gd name="connsiteX0" fmla="*/ 1766770 w 6545688"/>
              <a:gd name="connsiteY0" fmla="*/ 3328650 h 3341254"/>
              <a:gd name="connsiteX1" fmla="*/ 1773455 w 6545688"/>
              <a:gd name="connsiteY1" fmla="*/ 3328650 h 3341254"/>
              <a:gd name="connsiteX2" fmla="*/ 1773840 w 6545688"/>
              <a:gd name="connsiteY2" fmla="*/ 3328880 h 3341254"/>
              <a:gd name="connsiteX3" fmla="*/ 1777222 w 6545688"/>
              <a:gd name="connsiteY3" fmla="*/ 3334721 h 3341254"/>
              <a:gd name="connsiteX4" fmla="*/ 1777222 w 6545688"/>
              <a:gd name="connsiteY4" fmla="*/ 3335183 h 3341254"/>
              <a:gd name="connsiteX5" fmla="*/ 1773840 w 6545688"/>
              <a:gd name="connsiteY5" fmla="*/ 3341023 h 3341254"/>
              <a:gd name="connsiteX6" fmla="*/ 1773455 w 6545688"/>
              <a:gd name="connsiteY6" fmla="*/ 3341254 h 3341254"/>
              <a:gd name="connsiteX7" fmla="*/ 1766770 w 6545688"/>
              <a:gd name="connsiteY7" fmla="*/ 3341254 h 3341254"/>
              <a:gd name="connsiteX8" fmla="*/ 1766385 w 6545688"/>
              <a:gd name="connsiteY8" fmla="*/ 3341023 h 3341254"/>
              <a:gd name="connsiteX9" fmla="*/ 1763004 w 6545688"/>
              <a:gd name="connsiteY9" fmla="*/ 3335183 h 3341254"/>
              <a:gd name="connsiteX10" fmla="*/ 1763004 w 6545688"/>
              <a:gd name="connsiteY10" fmla="*/ 3334721 h 3341254"/>
              <a:gd name="connsiteX11" fmla="*/ 1766385 w 6545688"/>
              <a:gd name="connsiteY11" fmla="*/ 3328880 h 3341254"/>
              <a:gd name="connsiteX12" fmla="*/ 1766770 w 6545688"/>
              <a:gd name="connsiteY12" fmla="*/ 3328650 h 3341254"/>
              <a:gd name="connsiteX13" fmla="*/ 1856153 w 6545688"/>
              <a:gd name="connsiteY13" fmla="*/ 3245417 h 3341254"/>
              <a:gd name="connsiteX14" fmla="*/ 1867066 w 6545688"/>
              <a:gd name="connsiteY14" fmla="*/ 3245417 h 3341254"/>
              <a:gd name="connsiteX15" fmla="*/ 1867757 w 6545688"/>
              <a:gd name="connsiteY15" fmla="*/ 3245800 h 3341254"/>
              <a:gd name="connsiteX16" fmla="*/ 1873213 w 6545688"/>
              <a:gd name="connsiteY16" fmla="*/ 3255255 h 3341254"/>
              <a:gd name="connsiteX17" fmla="*/ 1873213 w 6545688"/>
              <a:gd name="connsiteY17" fmla="*/ 3256022 h 3341254"/>
              <a:gd name="connsiteX18" fmla="*/ 1867757 w 6545688"/>
              <a:gd name="connsiteY18" fmla="*/ 3265477 h 3341254"/>
              <a:gd name="connsiteX19" fmla="*/ 1867066 w 6545688"/>
              <a:gd name="connsiteY19" fmla="*/ 3265860 h 3341254"/>
              <a:gd name="connsiteX20" fmla="*/ 1856153 w 6545688"/>
              <a:gd name="connsiteY20" fmla="*/ 3265860 h 3341254"/>
              <a:gd name="connsiteX21" fmla="*/ 1855460 w 6545688"/>
              <a:gd name="connsiteY21" fmla="*/ 3265477 h 3341254"/>
              <a:gd name="connsiteX22" fmla="*/ 1850004 w 6545688"/>
              <a:gd name="connsiteY22" fmla="*/ 3256022 h 3341254"/>
              <a:gd name="connsiteX23" fmla="*/ 1850004 w 6545688"/>
              <a:gd name="connsiteY23" fmla="*/ 3255255 h 3341254"/>
              <a:gd name="connsiteX24" fmla="*/ 1855460 w 6545688"/>
              <a:gd name="connsiteY24" fmla="*/ 3245800 h 3341254"/>
              <a:gd name="connsiteX25" fmla="*/ 1856153 w 6545688"/>
              <a:gd name="connsiteY25" fmla="*/ 3245417 h 3341254"/>
              <a:gd name="connsiteX26" fmla="*/ 199278 w 6545688"/>
              <a:gd name="connsiteY26" fmla="*/ 3226280 h 3341254"/>
              <a:gd name="connsiteX27" fmla="*/ 230628 w 6545688"/>
              <a:gd name="connsiteY27" fmla="*/ 3226280 h 3341254"/>
              <a:gd name="connsiteX28" fmla="*/ 232549 w 6545688"/>
              <a:gd name="connsiteY28" fmla="*/ 3227356 h 3341254"/>
              <a:gd name="connsiteX29" fmla="*/ 248235 w 6545688"/>
              <a:gd name="connsiteY29" fmla="*/ 3254486 h 3341254"/>
              <a:gd name="connsiteX30" fmla="*/ 248235 w 6545688"/>
              <a:gd name="connsiteY30" fmla="*/ 3256715 h 3341254"/>
              <a:gd name="connsiteX31" fmla="*/ 232549 w 6545688"/>
              <a:gd name="connsiteY31" fmla="*/ 3283843 h 3341254"/>
              <a:gd name="connsiteX32" fmla="*/ 230628 w 6545688"/>
              <a:gd name="connsiteY32" fmla="*/ 3284919 h 3341254"/>
              <a:gd name="connsiteX33" fmla="*/ 199278 w 6545688"/>
              <a:gd name="connsiteY33" fmla="*/ 3284919 h 3341254"/>
              <a:gd name="connsiteX34" fmla="*/ 197358 w 6545688"/>
              <a:gd name="connsiteY34" fmla="*/ 3283843 h 3341254"/>
              <a:gd name="connsiteX35" fmla="*/ 181675 w 6545688"/>
              <a:gd name="connsiteY35" fmla="*/ 3256715 h 3341254"/>
              <a:gd name="connsiteX36" fmla="*/ 181675 w 6545688"/>
              <a:gd name="connsiteY36" fmla="*/ 3254486 h 3341254"/>
              <a:gd name="connsiteX37" fmla="*/ 197358 w 6545688"/>
              <a:gd name="connsiteY37" fmla="*/ 3227356 h 3341254"/>
              <a:gd name="connsiteX38" fmla="*/ 199278 w 6545688"/>
              <a:gd name="connsiteY38" fmla="*/ 3226280 h 3341254"/>
              <a:gd name="connsiteX39" fmla="*/ 289427 w 6545688"/>
              <a:gd name="connsiteY39" fmla="*/ 3223743 h 3341254"/>
              <a:gd name="connsiteX40" fmla="*/ 323477 w 6545688"/>
              <a:gd name="connsiteY40" fmla="*/ 3223743 h 3341254"/>
              <a:gd name="connsiteX41" fmla="*/ 325549 w 6545688"/>
              <a:gd name="connsiteY41" fmla="*/ 3224973 h 3341254"/>
              <a:gd name="connsiteX42" fmla="*/ 342536 w 6545688"/>
              <a:gd name="connsiteY42" fmla="*/ 3254486 h 3341254"/>
              <a:gd name="connsiteX43" fmla="*/ 342536 w 6545688"/>
              <a:gd name="connsiteY43" fmla="*/ 3256867 h 3341254"/>
              <a:gd name="connsiteX44" fmla="*/ 325473 w 6545688"/>
              <a:gd name="connsiteY44" fmla="*/ 3286379 h 3341254"/>
              <a:gd name="connsiteX45" fmla="*/ 323394 w 6545688"/>
              <a:gd name="connsiteY45" fmla="*/ 3287610 h 3341254"/>
              <a:gd name="connsiteX46" fmla="*/ 289348 w 6545688"/>
              <a:gd name="connsiteY46" fmla="*/ 3287610 h 3341254"/>
              <a:gd name="connsiteX47" fmla="*/ 287270 w 6545688"/>
              <a:gd name="connsiteY47" fmla="*/ 3286379 h 3341254"/>
              <a:gd name="connsiteX48" fmla="*/ 270290 w 6545688"/>
              <a:gd name="connsiteY48" fmla="*/ 3256867 h 3341254"/>
              <a:gd name="connsiteX49" fmla="*/ 270290 w 6545688"/>
              <a:gd name="connsiteY49" fmla="*/ 3254486 h 3341254"/>
              <a:gd name="connsiteX50" fmla="*/ 287352 w 6545688"/>
              <a:gd name="connsiteY50" fmla="*/ 3224973 h 3341254"/>
              <a:gd name="connsiteX51" fmla="*/ 289427 w 6545688"/>
              <a:gd name="connsiteY51" fmla="*/ 3223743 h 3341254"/>
              <a:gd name="connsiteX52" fmla="*/ 1946917 w 6545688"/>
              <a:gd name="connsiteY52" fmla="*/ 3164796 h 3341254"/>
              <a:gd name="connsiteX53" fmla="*/ 1959290 w 6545688"/>
              <a:gd name="connsiteY53" fmla="*/ 3164796 h 3341254"/>
              <a:gd name="connsiteX54" fmla="*/ 1960059 w 6545688"/>
              <a:gd name="connsiteY54" fmla="*/ 3165257 h 3341254"/>
              <a:gd name="connsiteX55" fmla="*/ 1966284 w 6545688"/>
              <a:gd name="connsiteY55" fmla="*/ 3176016 h 3341254"/>
              <a:gd name="connsiteX56" fmla="*/ 1966284 w 6545688"/>
              <a:gd name="connsiteY56" fmla="*/ 3176863 h 3341254"/>
              <a:gd name="connsiteX57" fmla="*/ 1960059 w 6545688"/>
              <a:gd name="connsiteY57" fmla="*/ 3187622 h 3341254"/>
              <a:gd name="connsiteX58" fmla="*/ 1959290 w 6545688"/>
              <a:gd name="connsiteY58" fmla="*/ 3188083 h 3341254"/>
              <a:gd name="connsiteX59" fmla="*/ 1946917 w 6545688"/>
              <a:gd name="connsiteY59" fmla="*/ 3188083 h 3341254"/>
              <a:gd name="connsiteX60" fmla="*/ 1946148 w 6545688"/>
              <a:gd name="connsiteY60" fmla="*/ 3187622 h 3341254"/>
              <a:gd name="connsiteX61" fmla="*/ 1939923 w 6545688"/>
              <a:gd name="connsiteY61" fmla="*/ 3176863 h 3341254"/>
              <a:gd name="connsiteX62" fmla="*/ 1939923 w 6545688"/>
              <a:gd name="connsiteY62" fmla="*/ 3176016 h 3341254"/>
              <a:gd name="connsiteX63" fmla="*/ 1946148 w 6545688"/>
              <a:gd name="connsiteY63" fmla="*/ 3165257 h 3341254"/>
              <a:gd name="connsiteX64" fmla="*/ 1946917 w 6545688"/>
              <a:gd name="connsiteY64" fmla="*/ 3164796 h 3341254"/>
              <a:gd name="connsiteX65" fmla="*/ 1853539 w 6545688"/>
              <a:gd name="connsiteY65" fmla="*/ 3161259 h 3341254"/>
              <a:gd name="connsiteX66" fmla="*/ 1869678 w 6545688"/>
              <a:gd name="connsiteY66" fmla="*/ 3161259 h 3341254"/>
              <a:gd name="connsiteX67" fmla="*/ 1870676 w 6545688"/>
              <a:gd name="connsiteY67" fmla="*/ 3161796 h 3341254"/>
              <a:gd name="connsiteX68" fmla="*/ 1878747 w 6545688"/>
              <a:gd name="connsiteY68" fmla="*/ 3175785 h 3341254"/>
              <a:gd name="connsiteX69" fmla="*/ 1878747 w 6545688"/>
              <a:gd name="connsiteY69" fmla="*/ 3176937 h 3341254"/>
              <a:gd name="connsiteX70" fmla="*/ 1870676 w 6545688"/>
              <a:gd name="connsiteY70" fmla="*/ 3190925 h 3341254"/>
              <a:gd name="connsiteX71" fmla="*/ 1869678 w 6545688"/>
              <a:gd name="connsiteY71" fmla="*/ 3191463 h 3341254"/>
              <a:gd name="connsiteX72" fmla="*/ 1853539 w 6545688"/>
              <a:gd name="connsiteY72" fmla="*/ 3191463 h 3341254"/>
              <a:gd name="connsiteX73" fmla="*/ 1852540 w 6545688"/>
              <a:gd name="connsiteY73" fmla="*/ 3190925 h 3341254"/>
              <a:gd name="connsiteX74" fmla="*/ 1844469 w 6545688"/>
              <a:gd name="connsiteY74" fmla="*/ 3176937 h 3341254"/>
              <a:gd name="connsiteX75" fmla="*/ 1844469 w 6545688"/>
              <a:gd name="connsiteY75" fmla="*/ 3175785 h 3341254"/>
              <a:gd name="connsiteX76" fmla="*/ 1852540 w 6545688"/>
              <a:gd name="connsiteY76" fmla="*/ 3161796 h 3341254"/>
              <a:gd name="connsiteX77" fmla="*/ 1853539 w 6545688"/>
              <a:gd name="connsiteY77" fmla="*/ 3161259 h 3341254"/>
              <a:gd name="connsiteX78" fmla="*/ 199893 w 6545688"/>
              <a:gd name="connsiteY78" fmla="*/ 3148271 h 3341254"/>
              <a:gd name="connsiteX79" fmla="*/ 229933 w 6545688"/>
              <a:gd name="connsiteY79" fmla="*/ 3148271 h 3341254"/>
              <a:gd name="connsiteX80" fmla="*/ 231790 w 6545688"/>
              <a:gd name="connsiteY80" fmla="*/ 3149348 h 3341254"/>
              <a:gd name="connsiteX81" fmla="*/ 246773 w 6545688"/>
              <a:gd name="connsiteY81" fmla="*/ 3175323 h 3341254"/>
              <a:gd name="connsiteX82" fmla="*/ 246773 w 6545688"/>
              <a:gd name="connsiteY82" fmla="*/ 3177476 h 3341254"/>
              <a:gd name="connsiteX83" fmla="*/ 231790 w 6545688"/>
              <a:gd name="connsiteY83" fmla="*/ 3203454 h 3341254"/>
              <a:gd name="connsiteX84" fmla="*/ 229933 w 6545688"/>
              <a:gd name="connsiteY84" fmla="*/ 3204528 h 3341254"/>
              <a:gd name="connsiteX85" fmla="*/ 199893 w 6545688"/>
              <a:gd name="connsiteY85" fmla="*/ 3204528 h 3341254"/>
              <a:gd name="connsiteX86" fmla="*/ 198046 w 6545688"/>
              <a:gd name="connsiteY86" fmla="*/ 3203454 h 3341254"/>
              <a:gd name="connsiteX87" fmla="*/ 183061 w 6545688"/>
              <a:gd name="connsiteY87" fmla="*/ 3177476 h 3341254"/>
              <a:gd name="connsiteX88" fmla="*/ 183061 w 6545688"/>
              <a:gd name="connsiteY88" fmla="*/ 3175323 h 3341254"/>
              <a:gd name="connsiteX89" fmla="*/ 198046 w 6545688"/>
              <a:gd name="connsiteY89" fmla="*/ 3149348 h 3341254"/>
              <a:gd name="connsiteX90" fmla="*/ 199893 w 6545688"/>
              <a:gd name="connsiteY90" fmla="*/ 3148271 h 3341254"/>
              <a:gd name="connsiteX91" fmla="*/ 381185 w 6545688"/>
              <a:gd name="connsiteY91" fmla="*/ 3145044 h 3341254"/>
              <a:gd name="connsiteX92" fmla="*/ 414620 w 6545688"/>
              <a:gd name="connsiteY92" fmla="*/ 3145044 h 3341254"/>
              <a:gd name="connsiteX93" fmla="*/ 416695 w 6545688"/>
              <a:gd name="connsiteY93" fmla="*/ 3146196 h 3341254"/>
              <a:gd name="connsiteX94" fmla="*/ 433373 w 6545688"/>
              <a:gd name="connsiteY94" fmla="*/ 3175171 h 3341254"/>
              <a:gd name="connsiteX95" fmla="*/ 433373 w 6545688"/>
              <a:gd name="connsiteY95" fmla="*/ 3177552 h 3341254"/>
              <a:gd name="connsiteX96" fmla="*/ 416615 w 6545688"/>
              <a:gd name="connsiteY96" fmla="*/ 3206527 h 3341254"/>
              <a:gd name="connsiteX97" fmla="*/ 414546 w 6545688"/>
              <a:gd name="connsiteY97" fmla="*/ 3207680 h 3341254"/>
              <a:gd name="connsiteX98" fmla="*/ 381107 w 6545688"/>
              <a:gd name="connsiteY98" fmla="*/ 3207680 h 3341254"/>
              <a:gd name="connsiteX99" fmla="*/ 379039 w 6545688"/>
              <a:gd name="connsiteY99" fmla="*/ 3206527 h 3341254"/>
              <a:gd name="connsiteX100" fmla="*/ 362363 w 6545688"/>
              <a:gd name="connsiteY100" fmla="*/ 3177552 h 3341254"/>
              <a:gd name="connsiteX101" fmla="*/ 362363 w 6545688"/>
              <a:gd name="connsiteY101" fmla="*/ 3175171 h 3341254"/>
              <a:gd name="connsiteX102" fmla="*/ 379110 w 6545688"/>
              <a:gd name="connsiteY102" fmla="*/ 3146196 h 3341254"/>
              <a:gd name="connsiteX103" fmla="*/ 381185 w 6545688"/>
              <a:gd name="connsiteY103" fmla="*/ 3145044 h 3341254"/>
              <a:gd name="connsiteX104" fmla="*/ 289427 w 6545688"/>
              <a:gd name="connsiteY104" fmla="*/ 3144506 h 3341254"/>
              <a:gd name="connsiteX105" fmla="*/ 323477 w 6545688"/>
              <a:gd name="connsiteY105" fmla="*/ 3144506 h 3341254"/>
              <a:gd name="connsiteX106" fmla="*/ 325549 w 6545688"/>
              <a:gd name="connsiteY106" fmla="*/ 3145737 h 3341254"/>
              <a:gd name="connsiteX107" fmla="*/ 342536 w 6545688"/>
              <a:gd name="connsiteY107" fmla="*/ 3175249 h 3341254"/>
              <a:gd name="connsiteX108" fmla="*/ 342536 w 6545688"/>
              <a:gd name="connsiteY108" fmla="*/ 3177630 h 3341254"/>
              <a:gd name="connsiteX109" fmla="*/ 325473 w 6545688"/>
              <a:gd name="connsiteY109" fmla="*/ 3207143 h 3341254"/>
              <a:gd name="connsiteX110" fmla="*/ 323394 w 6545688"/>
              <a:gd name="connsiteY110" fmla="*/ 3208373 h 3341254"/>
              <a:gd name="connsiteX111" fmla="*/ 289348 w 6545688"/>
              <a:gd name="connsiteY111" fmla="*/ 3208373 h 3341254"/>
              <a:gd name="connsiteX112" fmla="*/ 287270 w 6545688"/>
              <a:gd name="connsiteY112" fmla="*/ 3207143 h 3341254"/>
              <a:gd name="connsiteX113" fmla="*/ 270290 w 6545688"/>
              <a:gd name="connsiteY113" fmla="*/ 3177630 h 3341254"/>
              <a:gd name="connsiteX114" fmla="*/ 270290 w 6545688"/>
              <a:gd name="connsiteY114" fmla="*/ 3175249 h 3341254"/>
              <a:gd name="connsiteX115" fmla="*/ 287352 w 6545688"/>
              <a:gd name="connsiteY115" fmla="*/ 3145737 h 3341254"/>
              <a:gd name="connsiteX116" fmla="*/ 289427 w 6545688"/>
              <a:gd name="connsiteY116" fmla="*/ 3144506 h 3341254"/>
              <a:gd name="connsiteX117" fmla="*/ 2041678 w 6545688"/>
              <a:gd name="connsiteY117" fmla="*/ 3091784 h 3341254"/>
              <a:gd name="connsiteX118" fmla="*/ 2047366 w 6545688"/>
              <a:gd name="connsiteY118" fmla="*/ 3091784 h 3341254"/>
              <a:gd name="connsiteX119" fmla="*/ 2047750 w 6545688"/>
              <a:gd name="connsiteY119" fmla="*/ 3092016 h 3341254"/>
              <a:gd name="connsiteX120" fmla="*/ 2050594 w 6545688"/>
              <a:gd name="connsiteY120" fmla="*/ 3096933 h 3341254"/>
              <a:gd name="connsiteX121" fmla="*/ 2050594 w 6545688"/>
              <a:gd name="connsiteY121" fmla="*/ 3097319 h 3341254"/>
              <a:gd name="connsiteX122" fmla="*/ 2047750 w 6545688"/>
              <a:gd name="connsiteY122" fmla="*/ 3102236 h 3341254"/>
              <a:gd name="connsiteX123" fmla="*/ 2047366 w 6545688"/>
              <a:gd name="connsiteY123" fmla="*/ 3102467 h 3341254"/>
              <a:gd name="connsiteX124" fmla="*/ 2041678 w 6545688"/>
              <a:gd name="connsiteY124" fmla="*/ 3102467 h 3341254"/>
              <a:gd name="connsiteX125" fmla="*/ 2041295 w 6545688"/>
              <a:gd name="connsiteY125" fmla="*/ 3102236 h 3341254"/>
              <a:gd name="connsiteX126" fmla="*/ 2038451 w 6545688"/>
              <a:gd name="connsiteY126" fmla="*/ 3097319 h 3341254"/>
              <a:gd name="connsiteX127" fmla="*/ 2038451 w 6545688"/>
              <a:gd name="connsiteY127" fmla="*/ 3096933 h 3341254"/>
              <a:gd name="connsiteX128" fmla="*/ 2041295 w 6545688"/>
              <a:gd name="connsiteY128" fmla="*/ 3092016 h 3341254"/>
              <a:gd name="connsiteX129" fmla="*/ 2041678 w 6545688"/>
              <a:gd name="connsiteY129" fmla="*/ 3091784 h 3341254"/>
              <a:gd name="connsiteX130" fmla="*/ 3319462 w 6545688"/>
              <a:gd name="connsiteY130" fmla="*/ 3086172 h 3341254"/>
              <a:gd name="connsiteX131" fmla="*/ 3331144 w 6545688"/>
              <a:gd name="connsiteY131" fmla="*/ 3086172 h 3341254"/>
              <a:gd name="connsiteX132" fmla="*/ 3331835 w 6545688"/>
              <a:gd name="connsiteY132" fmla="*/ 3086556 h 3341254"/>
              <a:gd name="connsiteX133" fmla="*/ 3337676 w 6545688"/>
              <a:gd name="connsiteY133" fmla="*/ 3096624 h 3341254"/>
              <a:gd name="connsiteX134" fmla="*/ 3337676 w 6545688"/>
              <a:gd name="connsiteY134" fmla="*/ 3097471 h 3341254"/>
              <a:gd name="connsiteX135" fmla="*/ 3331835 w 6545688"/>
              <a:gd name="connsiteY135" fmla="*/ 3107538 h 3341254"/>
              <a:gd name="connsiteX136" fmla="*/ 3331144 w 6545688"/>
              <a:gd name="connsiteY136" fmla="*/ 3107922 h 3341254"/>
              <a:gd name="connsiteX137" fmla="*/ 3319462 w 6545688"/>
              <a:gd name="connsiteY137" fmla="*/ 3107922 h 3341254"/>
              <a:gd name="connsiteX138" fmla="*/ 3318772 w 6545688"/>
              <a:gd name="connsiteY138" fmla="*/ 3107538 h 3341254"/>
              <a:gd name="connsiteX139" fmla="*/ 3312929 w 6545688"/>
              <a:gd name="connsiteY139" fmla="*/ 3097471 h 3341254"/>
              <a:gd name="connsiteX140" fmla="*/ 3312929 w 6545688"/>
              <a:gd name="connsiteY140" fmla="*/ 3096624 h 3341254"/>
              <a:gd name="connsiteX141" fmla="*/ 3318772 w 6545688"/>
              <a:gd name="connsiteY141" fmla="*/ 3086556 h 3341254"/>
              <a:gd name="connsiteX142" fmla="*/ 3319462 w 6545688"/>
              <a:gd name="connsiteY142" fmla="*/ 3086172 h 3341254"/>
              <a:gd name="connsiteX143" fmla="*/ 3410304 w 6545688"/>
              <a:gd name="connsiteY143" fmla="*/ 3084944 h 3341254"/>
              <a:gd name="connsiteX144" fmla="*/ 3423292 w 6545688"/>
              <a:gd name="connsiteY144" fmla="*/ 3084944 h 3341254"/>
              <a:gd name="connsiteX145" fmla="*/ 3424061 w 6545688"/>
              <a:gd name="connsiteY145" fmla="*/ 3085405 h 3341254"/>
              <a:gd name="connsiteX146" fmla="*/ 3430516 w 6545688"/>
              <a:gd name="connsiteY146" fmla="*/ 3096626 h 3341254"/>
              <a:gd name="connsiteX147" fmla="*/ 3430516 w 6545688"/>
              <a:gd name="connsiteY147" fmla="*/ 3097548 h 3341254"/>
              <a:gd name="connsiteX148" fmla="*/ 3423983 w 6545688"/>
              <a:gd name="connsiteY148" fmla="*/ 3108769 h 3341254"/>
              <a:gd name="connsiteX149" fmla="*/ 3423214 w 6545688"/>
              <a:gd name="connsiteY149" fmla="*/ 3109230 h 3341254"/>
              <a:gd name="connsiteX150" fmla="*/ 3410226 w 6545688"/>
              <a:gd name="connsiteY150" fmla="*/ 3109230 h 3341254"/>
              <a:gd name="connsiteX151" fmla="*/ 3409458 w 6545688"/>
              <a:gd name="connsiteY151" fmla="*/ 3108769 h 3341254"/>
              <a:gd name="connsiteX152" fmla="*/ 3403003 w 6545688"/>
              <a:gd name="connsiteY152" fmla="*/ 3097548 h 3341254"/>
              <a:gd name="connsiteX153" fmla="*/ 3403003 w 6545688"/>
              <a:gd name="connsiteY153" fmla="*/ 3096626 h 3341254"/>
              <a:gd name="connsiteX154" fmla="*/ 3409535 w 6545688"/>
              <a:gd name="connsiteY154" fmla="*/ 3085405 h 3341254"/>
              <a:gd name="connsiteX155" fmla="*/ 3410304 w 6545688"/>
              <a:gd name="connsiteY155" fmla="*/ 3084944 h 3341254"/>
              <a:gd name="connsiteX156" fmla="*/ 1852232 w 6545688"/>
              <a:gd name="connsiteY156" fmla="*/ 3079640 h 3341254"/>
              <a:gd name="connsiteX157" fmla="*/ 1870908 w 6545688"/>
              <a:gd name="connsiteY157" fmla="*/ 3079640 h 3341254"/>
              <a:gd name="connsiteX158" fmla="*/ 1872061 w 6545688"/>
              <a:gd name="connsiteY158" fmla="*/ 3080331 h 3341254"/>
              <a:gd name="connsiteX159" fmla="*/ 1881359 w 6545688"/>
              <a:gd name="connsiteY159" fmla="*/ 3096470 h 3341254"/>
              <a:gd name="connsiteX160" fmla="*/ 1881359 w 6545688"/>
              <a:gd name="connsiteY160" fmla="*/ 3097778 h 3341254"/>
              <a:gd name="connsiteX161" fmla="*/ 1871985 w 6545688"/>
              <a:gd name="connsiteY161" fmla="*/ 3113917 h 3341254"/>
              <a:gd name="connsiteX162" fmla="*/ 1870830 w 6545688"/>
              <a:gd name="connsiteY162" fmla="*/ 3114609 h 3341254"/>
              <a:gd name="connsiteX163" fmla="*/ 1852156 w 6545688"/>
              <a:gd name="connsiteY163" fmla="*/ 3114609 h 3341254"/>
              <a:gd name="connsiteX164" fmla="*/ 1851002 w 6545688"/>
              <a:gd name="connsiteY164" fmla="*/ 3113917 h 3341254"/>
              <a:gd name="connsiteX165" fmla="*/ 1841703 w 6545688"/>
              <a:gd name="connsiteY165" fmla="*/ 3097778 h 3341254"/>
              <a:gd name="connsiteX166" fmla="*/ 1841703 w 6545688"/>
              <a:gd name="connsiteY166" fmla="*/ 3096470 h 3341254"/>
              <a:gd name="connsiteX167" fmla="*/ 1851080 w 6545688"/>
              <a:gd name="connsiteY167" fmla="*/ 3080331 h 3341254"/>
              <a:gd name="connsiteX168" fmla="*/ 1852232 w 6545688"/>
              <a:gd name="connsiteY168" fmla="*/ 3079640 h 3341254"/>
              <a:gd name="connsiteX169" fmla="*/ 381572 w 6545688"/>
              <a:gd name="connsiteY169" fmla="*/ 3066344 h 3341254"/>
              <a:gd name="connsiteX170" fmla="*/ 414388 w 6545688"/>
              <a:gd name="connsiteY170" fmla="*/ 3066344 h 3341254"/>
              <a:gd name="connsiteX171" fmla="*/ 416383 w 6545688"/>
              <a:gd name="connsiteY171" fmla="*/ 3067497 h 3341254"/>
              <a:gd name="connsiteX172" fmla="*/ 432836 w 6545688"/>
              <a:gd name="connsiteY172" fmla="*/ 3095933 h 3341254"/>
              <a:gd name="connsiteX173" fmla="*/ 432836 w 6545688"/>
              <a:gd name="connsiteY173" fmla="*/ 3098239 h 3341254"/>
              <a:gd name="connsiteX174" fmla="*/ 416383 w 6545688"/>
              <a:gd name="connsiteY174" fmla="*/ 3126676 h 3341254"/>
              <a:gd name="connsiteX175" fmla="*/ 414388 w 6545688"/>
              <a:gd name="connsiteY175" fmla="*/ 3127828 h 3341254"/>
              <a:gd name="connsiteX176" fmla="*/ 381572 w 6545688"/>
              <a:gd name="connsiteY176" fmla="*/ 3127828 h 3341254"/>
              <a:gd name="connsiteX177" fmla="*/ 379575 w 6545688"/>
              <a:gd name="connsiteY177" fmla="*/ 3126676 h 3341254"/>
              <a:gd name="connsiteX178" fmla="*/ 363128 w 6545688"/>
              <a:gd name="connsiteY178" fmla="*/ 3098239 h 3341254"/>
              <a:gd name="connsiteX179" fmla="*/ 363128 w 6545688"/>
              <a:gd name="connsiteY179" fmla="*/ 3095933 h 3341254"/>
              <a:gd name="connsiteX180" fmla="*/ 379575 w 6545688"/>
              <a:gd name="connsiteY180" fmla="*/ 3067497 h 3341254"/>
              <a:gd name="connsiteX181" fmla="*/ 381572 w 6545688"/>
              <a:gd name="connsiteY181" fmla="*/ 3066344 h 3341254"/>
              <a:gd name="connsiteX182" fmla="*/ 472490 w 6545688"/>
              <a:gd name="connsiteY182" fmla="*/ 3065346 h 3341254"/>
              <a:gd name="connsiteX183" fmla="*/ 506387 w 6545688"/>
              <a:gd name="connsiteY183" fmla="*/ 3065346 h 3341254"/>
              <a:gd name="connsiteX184" fmla="*/ 508462 w 6545688"/>
              <a:gd name="connsiteY184" fmla="*/ 3066576 h 3341254"/>
              <a:gd name="connsiteX185" fmla="*/ 525366 w 6545688"/>
              <a:gd name="connsiteY185" fmla="*/ 3095933 h 3341254"/>
              <a:gd name="connsiteX186" fmla="*/ 525366 w 6545688"/>
              <a:gd name="connsiteY186" fmla="*/ 3098315 h 3341254"/>
              <a:gd name="connsiteX187" fmla="*/ 508384 w 6545688"/>
              <a:gd name="connsiteY187" fmla="*/ 3127674 h 3341254"/>
              <a:gd name="connsiteX188" fmla="*/ 506307 w 6545688"/>
              <a:gd name="connsiteY188" fmla="*/ 3128904 h 3341254"/>
              <a:gd name="connsiteX189" fmla="*/ 472407 w 6545688"/>
              <a:gd name="connsiteY189" fmla="*/ 3128904 h 3341254"/>
              <a:gd name="connsiteX190" fmla="*/ 470338 w 6545688"/>
              <a:gd name="connsiteY190" fmla="*/ 3127674 h 3341254"/>
              <a:gd name="connsiteX191" fmla="*/ 453433 w 6545688"/>
              <a:gd name="connsiteY191" fmla="*/ 3098315 h 3341254"/>
              <a:gd name="connsiteX192" fmla="*/ 453433 w 6545688"/>
              <a:gd name="connsiteY192" fmla="*/ 3095933 h 3341254"/>
              <a:gd name="connsiteX193" fmla="*/ 470415 w 6545688"/>
              <a:gd name="connsiteY193" fmla="*/ 3066576 h 3341254"/>
              <a:gd name="connsiteX194" fmla="*/ 472490 w 6545688"/>
              <a:gd name="connsiteY194" fmla="*/ 3065346 h 3341254"/>
              <a:gd name="connsiteX195" fmla="*/ 289271 w 6545688"/>
              <a:gd name="connsiteY195" fmla="*/ 3064884 h 3341254"/>
              <a:gd name="connsiteX196" fmla="*/ 323623 w 6545688"/>
              <a:gd name="connsiteY196" fmla="*/ 3064884 h 3341254"/>
              <a:gd name="connsiteX197" fmla="*/ 325702 w 6545688"/>
              <a:gd name="connsiteY197" fmla="*/ 3066115 h 3341254"/>
              <a:gd name="connsiteX198" fmla="*/ 342842 w 6545688"/>
              <a:gd name="connsiteY198" fmla="*/ 3095857 h 3341254"/>
              <a:gd name="connsiteX199" fmla="*/ 342842 w 6545688"/>
              <a:gd name="connsiteY199" fmla="*/ 3098315 h 3341254"/>
              <a:gd name="connsiteX200" fmla="*/ 325624 w 6545688"/>
              <a:gd name="connsiteY200" fmla="*/ 3128060 h 3341254"/>
              <a:gd name="connsiteX201" fmla="*/ 323548 w 6545688"/>
              <a:gd name="connsiteY201" fmla="*/ 3129288 h 3341254"/>
              <a:gd name="connsiteX202" fmla="*/ 289192 w 6545688"/>
              <a:gd name="connsiteY202" fmla="*/ 3129288 h 3341254"/>
              <a:gd name="connsiteX203" fmla="*/ 287117 w 6545688"/>
              <a:gd name="connsiteY203" fmla="*/ 3128060 h 3341254"/>
              <a:gd name="connsiteX204" fmla="*/ 269982 w 6545688"/>
              <a:gd name="connsiteY204" fmla="*/ 3098315 h 3341254"/>
              <a:gd name="connsiteX205" fmla="*/ 269982 w 6545688"/>
              <a:gd name="connsiteY205" fmla="*/ 3095857 h 3341254"/>
              <a:gd name="connsiteX206" fmla="*/ 287202 w 6545688"/>
              <a:gd name="connsiteY206" fmla="*/ 3066115 h 3341254"/>
              <a:gd name="connsiteX207" fmla="*/ 289271 w 6545688"/>
              <a:gd name="connsiteY207" fmla="*/ 3064884 h 3341254"/>
              <a:gd name="connsiteX208" fmla="*/ 3230541 w 6545688"/>
              <a:gd name="connsiteY208" fmla="*/ 3011625 h 3341254"/>
              <a:gd name="connsiteX209" fmla="*/ 3237074 w 6545688"/>
              <a:gd name="connsiteY209" fmla="*/ 3011625 h 3341254"/>
              <a:gd name="connsiteX210" fmla="*/ 3237457 w 6545688"/>
              <a:gd name="connsiteY210" fmla="*/ 3011855 h 3341254"/>
              <a:gd name="connsiteX211" fmla="*/ 3240762 w 6545688"/>
              <a:gd name="connsiteY211" fmla="*/ 3017543 h 3341254"/>
              <a:gd name="connsiteX212" fmla="*/ 3240762 w 6545688"/>
              <a:gd name="connsiteY212" fmla="*/ 3018004 h 3341254"/>
              <a:gd name="connsiteX213" fmla="*/ 3237457 w 6545688"/>
              <a:gd name="connsiteY213" fmla="*/ 3023692 h 3341254"/>
              <a:gd name="connsiteX214" fmla="*/ 3237074 w 6545688"/>
              <a:gd name="connsiteY214" fmla="*/ 3023922 h 3341254"/>
              <a:gd name="connsiteX215" fmla="*/ 3230541 w 6545688"/>
              <a:gd name="connsiteY215" fmla="*/ 3023922 h 3341254"/>
              <a:gd name="connsiteX216" fmla="*/ 3230158 w 6545688"/>
              <a:gd name="connsiteY216" fmla="*/ 3023692 h 3341254"/>
              <a:gd name="connsiteX217" fmla="*/ 3226852 w 6545688"/>
              <a:gd name="connsiteY217" fmla="*/ 3018004 h 3341254"/>
              <a:gd name="connsiteX218" fmla="*/ 3226852 w 6545688"/>
              <a:gd name="connsiteY218" fmla="*/ 3017543 h 3341254"/>
              <a:gd name="connsiteX219" fmla="*/ 3230158 w 6545688"/>
              <a:gd name="connsiteY219" fmla="*/ 3011855 h 3341254"/>
              <a:gd name="connsiteX220" fmla="*/ 3230541 w 6545688"/>
              <a:gd name="connsiteY220" fmla="*/ 3011625 h 3341254"/>
              <a:gd name="connsiteX221" fmla="*/ 3139085 w 6545688"/>
              <a:gd name="connsiteY221" fmla="*/ 3011625 h 3341254"/>
              <a:gd name="connsiteX222" fmla="*/ 3145618 w 6545688"/>
              <a:gd name="connsiteY222" fmla="*/ 3011625 h 3341254"/>
              <a:gd name="connsiteX223" fmla="*/ 3146001 w 6545688"/>
              <a:gd name="connsiteY223" fmla="*/ 3011855 h 3341254"/>
              <a:gd name="connsiteX224" fmla="*/ 3149307 w 6545688"/>
              <a:gd name="connsiteY224" fmla="*/ 3017543 h 3341254"/>
              <a:gd name="connsiteX225" fmla="*/ 3149307 w 6545688"/>
              <a:gd name="connsiteY225" fmla="*/ 3018004 h 3341254"/>
              <a:gd name="connsiteX226" fmla="*/ 3146001 w 6545688"/>
              <a:gd name="connsiteY226" fmla="*/ 3023692 h 3341254"/>
              <a:gd name="connsiteX227" fmla="*/ 3145618 w 6545688"/>
              <a:gd name="connsiteY227" fmla="*/ 3023922 h 3341254"/>
              <a:gd name="connsiteX228" fmla="*/ 3139085 w 6545688"/>
              <a:gd name="connsiteY228" fmla="*/ 3023922 h 3341254"/>
              <a:gd name="connsiteX229" fmla="*/ 3138702 w 6545688"/>
              <a:gd name="connsiteY229" fmla="*/ 3023692 h 3341254"/>
              <a:gd name="connsiteX230" fmla="*/ 3135396 w 6545688"/>
              <a:gd name="connsiteY230" fmla="*/ 3018004 h 3341254"/>
              <a:gd name="connsiteX231" fmla="*/ 3135396 w 6545688"/>
              <a:gd name="connsiteY231" fmla="*/ 3017543 h 3341254"/>
              <a:gd name="connsiteX232" fmla="*/ 3138702 w 6545688"/>
              <a:gd name="connsiteY232" fmla="*/ 3011855 h 3341254"/>
              <a:gd name="connsiteX233" fmla="*/ 3139085 w 6545688"/>
              <a:gd name="connsiteY233" fmla="*/ 3011625 h 3341254"/>
              <a:gd name="connsiteX234" fmla="*/ 1858228 w 6545688"/>
              <a:gd name="connsiteY234" fmla="*/ 3011547 h 3341254"/>
              <a:gd name="connsiteX235" fmla="*/ 1864913 w 6545688"/>
              <a:gd name="connsiteY235" fmla="*/ 3011547 h 3341254"/>
              <a:gd name="connsiteX236" fmla="*/ 1865298 w 6545688"/>
              <a:gd name="connsiteY236" fmla="*/ 3011779 h 3341254"/>
              <a:gd name="connsiteX237" fmla="*/ 1868679 w 6545688"/>
              <a:gd name="connsiteY237" fmla="*/ 3017619 h 3341254"/>
              <a:gd name="connsiteX238" fmla="*/ 1868679 w 6545688"/>
              <a:gd name="connsiteY238" fmla="*/ 3018080 h 3341254"/>
              <a:gd name="connsiteX239" fmla="*/ 1865298 w 6545688"/>
              <a:gd name="connsiteY239" fmla="*/ 3023920 h 3341254"/>
              <a:gd name="connsiteX240" fmla="*/ 1864913 w 6545688"/>
              <a:gd name="connsiteY240" fmla="*/ 3024152 h 3341254"/>
              <a:gd name="connsiteX241" fmla="*/ 1858228 w 6545688"/>
              <a:gd name="connsiteY241" fmla="*/ 3024152 h 3341254"/>
              <a:gd name="connsiteX242" fmla="*/ 1857843 w 6545688"/>
              <a:gd name="connsiteY242" fmla="*/ 3023920 h 3341254"/>
              <a:gd name="connsiteX243" fmla="*/ 1854461 w 6545688"/>
              <a:gd name="connsiteY243" fmla="*/ 3018080 h 3341254"/>
              <a:gd name="connsiteX244" fmla="*/ 1854461 w 6545688"/>
              <a:gd name="connsiteY244" fmla="*/ 3017619 h 3341254"/>
              <a:gd name="connsiteX245" fmla="*/ 1857843 w 6545688"/>
              <a:gd name="connsiteY245" fmla="*/ 3011779 h 3341254"/>
              <a:gd name="connsiteX246" fmla="*/ 1858228 w 6545688"/>
              <a:gd name="connsiteY246" fmla="*/ 3011547 h 3341254"/>
              <a:gd name="connsiteX247" fmla="*/ 3413378 w 6545688"/>
              <a:gd name="connsiteY247" fmla="*/ 3011393 h 3341254"/>
              <a:gd name="connsiteX248" fmla="*/ 3420218 w 6545688"/>
              <a:gd name="connsiteY248" fmla="*/ 3011393 h 3341254"/>
              <a:gd name="connsiteX249" fmla="*/ 3420602 w 6545688"/>
              <a:gd name="connsiteY249" fmla="*/ 3011625 h 3341254"/>
              <a:gd name="connsiteX250" fmla="*/ 3424061 w 6545688"/>
              <a:gd name="connsiteY250" fmla="*/ 3017543 h 3341254"/>
              <a:gd name="connsiteX251" fmla="*/ 3424061 w 6545688"/>
              <a:gd name="connsiteY251" fmla="*/ 3018004 h 3341254"/>
              <a:gd name="connsiteX252" fmla="*/ 3420602 w 6545688"/>
              <a:gd name="connsiteY252" fmla="*/ 3023920 h 3341254"/>
              <a:gd name="connsiteX253" fmla="*/ 3420218 w 6545688"/>
              <a:gd name="connsiteY253" fmla="*/ 3024152 h 3341254"/>
              <a:gd name="connsiteX254" fmla="*/ 3413378 w 6545688"/>
              <a:gd name="connsiteY254" fmla="*/ 3024152 h 3341254"/>
              <a:gd name="connsiteX255" fmla="*/ 3412993 w 6545688"/>
              <a:gd name="connsiteY255" fmla="*/ 3023920 h 3341254"/>
              <a:gd name="connsiteX256" fmla="*/ 3409535 w 6545688"/>
              <a:gd name="connsiteY256" fmla="*/ 3018004 h 3341254"/>
              <a:gd name="connsiteX257" fmla="*/ 3409535 w 6545688"/>
              <a:gd name="connsiteY257" fmla="*/ 3017543 h 3341254"/>
              <a:gd name="connsiteX258" fmla="*/ 3412993 w 6545688"/>
              <a:gd name="connsiteY258" fmla="*/ 3011625 h 3341254"/>
              <a:gd name="connsiteX259" fmla="*/ 3413378 w 6545688"/>
              <a:gd name="connsiteY259" fmla="*/ 3011393 h 3341254"/>
              <a:gd name="connsiteX260" fmla="*/ 2041063 w 6545688"/>
              <a:gd name="connsiteY260" fmla="*/ 3011240 h 3341254"/>
              <a:gd name="connsiteX261" fmla="*/ 2048057 w 6545688"/>
              <a:gd name="connsiteY261" fmla="*/ 3011240 h 3341254"/>
              <a:gd name="connsiteX262" fmla="*/ 2048519 w 6545688"/>
              <a:gd name="connsiteY262" fmla="*/ 3011469 h 3341254"/>
              <a:gd name="connsiteX263" fmla="*/ 2052054 w 6545688"/>
              <a:gd name="connsiteY263" fmla="*/ 3017541 h 3341254"/>
              <a:gd name="connsiteX264" fmla="*/ 2052054 w 6545688"/>
              <a:gd name="connsiteY264" fmla="*/ 3018002 h 3341254"/>
              <a:gd name="connsiteX265" fmla="*/ 2048519 w 6545688"/>
              <a:gd name="connsiteY265" fmla="*/ 3024074 h 3341254"/>
              <a:gd name="connsiteX266" fmla="*/ 2048057 w 6545688"/>
              <a:gd name="connsiteY266" fmla="*/ 3024305 h 3341254"/>
              <a:gd name="connsiteX267" fmla="*/ 2041063 w 6545688"/>
              <a:gd name="connsiteY267" fmla="*/ 3024305 h 3341254"/>
              <a:gd name="connsiteX268" fmla="*/ 2040602 w 6545688"/>
              <a:gd name="connsiteY268" fmla="*/ 3024074 h 3341254"/>
              <a:gd name="connsiteX269" fmla="*/ 2037067 w 6545688"/>
              <a:gd name="connsiteY269" fmla="*/ 3018002 h 3341254"/>
              <a:gd name="connsiteX270" fmla="*/ 2037067 w 6545688"/>
              <a:gd name="connsiteY270" fmla="*/ 3017541 h 3341254"/>
              <a:gd name="connsiteX271" fmla="*/ 2040602 w 6545688"/>
              <a:gd name="connsiteY271" fmla="*/ 3011469 h 3341254"/>
              <a:gd name="connsiteX272" fmla="*/ 2041063 w 6545688"/>
              <a:gd name="connsiteY272" fmla="*/ 3011240 h 3341254"/>
              <a:gd name="connsiteX273" fmla="*/ 3320692 w 6545688"/>
              <a:gd name="connsiteY273" fmla="*/ 3009165 h 3341254"/>
              <a:gd name="connsiteX274" fmla="*/ 3329915 w 6545688"/>
              <a:gd name="connsiteY274" fmla="*/ 3009165 h 3341254"/>
              <a:gd name="connsiteX275" fmla="*/ 3330452 w 6545688"/>
              <a:gd name="connsiteY275" fmla="*/ 3009472 h 3341254"/>
              <a:gd name="connsiteX276" fmla="*/ 3335064 w 6545688"/>
              <a:gd name="connsiteY276" fmla="*/ 3017465 h 3341254"/>
              <a:gd name="connsiteX277" fmla="*/ 3335064 w 6545688"/>
              <a:gd name="connsiteY277" fmla="*/ 3018156 h 3341254"/>
              <a:gd name="connsiteX278" fmla="*/ 3330452 w 6545688"/>
              <a:gd name="connsiteY278" fmla="*/ 3026149 h 3341254"/>
              <a:gd name="connsiteX279" fmla="*/ 3329915 w 6545688"/>
              <a:gd name="connsiteY279" fmla="*/ 3026456 h 3341254"/>
              <a:gd name="connsiteX280" fmla="*/ 3320692 w 6545688"/>
              <a:gd name="connsiteY280" fmla="*/ 3026456 h 3341254"/>
              <a:gd name="connsiteX281" fmla="*/ 3320155 w 6545688"/>
              <a:gd name="connsiteY281" fmla="*/ 3026149 h 3341254"/>
              <a:gd name="connsiteX282" fmla="*/ 3315543 w 6545688"/>
              <a:gd name="connsiteY282" fmla="*/ 3018156 h 3341254"/>
              <a:gd name="connsiteX283" fmla="*/ 3315543 w 6545688"/>
              <a:gd name="connsiteY283" fmla="*/ 3017465 h 3341254"/>
              <a:gd name="connsiteX284" fmla="*/ 3320155 w 6545688"/>
              <a:gd name="connsiteY284" fmla="*/ 3009472 h 3341254"/>
              <a:gd name="connsiteX285" fmla="*/ 3320692 w 6545688"/>
              <a:gd name="connsiteY285" fmla="*/ 3009165 h 3341254"/>
              <a:gd name="connsiteX286" fmla="*/ 1947992 w 6545688"/>
              <a:gd name="connsiteY286" fmla="*/ 3008320 h 3341254"/>
              <a:gd name="connsiteX287" fmla="*/ 1958138 w 6545688"/>
              <a:gd name="connsiteY287" fmla="*/ 3008320 h 3341254"/>
              <a:gd name="connsiteX288" fmla="*/ 1958753 w 6545688"/>
              <a:gd name="connsiteY288" fmla="*/ 3008703 h 3341254"/>
              <a:gd name="connsiteX289" fmla="*/ 1963826 w 6545688"/>
              <a:gd name="connsiteY289" fmla="*/ 3017465 h 3341254"/>
              <a:gd name="connsiteX290" fmla="*/ 1963826 w 6545688"/>
              <a:gd name="connsiteY290" fmla="*/ 3018156 h 3341254"/>
              <a:gd name="connsiteX291" fmla="*/ 1958753 w 6545688"/>
              <a:gd name="connsiteY291" fmla="*/ 3026918 h 3341254"/>
              <a:gd name="connsiteX292" fmla="*/ 1958138 w 6545688"/>
              <a:gd name="connsiteY292" fmla="*/ 3027303 h 3341254"/>
              <a:gd name="connsiteX293" fmla="*/ 1947992 w 6545688"/>
              <a:gd name="connsiteY293" fmla="*/ 3027303 h 3341254"/>
              <a:gd name="connsiteX294" fmla="*/ 1947379 w 6545688"/>
              <a:gd name="connsiteY294" fmla="*/ 3026918 h 3341254"/>
              <a:gd name="connsiteX295" fmla="*/ 1942306 w 6545688"/>
              <a:gd name="connsiteY295" fmla="*/ 3018156 h 3341254"/>
              <a:gd name="connsiteX296" fmla="*/ 1942306 w 6545688"/>
              <a:gd name="connsiteY296" fmla="*/ 3017465 h 3341254"/>
              <a:gd name="connsiteX297" fmla="*/ 1947379 w 6545688"/>
              <a:gd name="connsiteY297" fmla="*/ 3008703 h 3341254"/>
              <a:gd name="connsiteX298" fmla="*/ 1947992 w 6545688"/>
              <a:gd name="connsiteY298" fmla="*/ 3008320 h 3341254"/>
              <a:gd name="connsiteX299" fmla="*/ 1399127 w 6545688"/>
              <a:gd name="connsiteY299" fmla="*/ 3008320 h 3341254"/>
              <a:gd name="connsiteX300" fmla="*/ 1409271 w 6545688"/>
              <a:gd name="connsiteY300" fmla="*/ 3008320 h 3341254"/>
              <a:gd name="connsiteX301" fmla="*/ 1409888 w 6545688"/>
              <a:gd name="connsiteY301" fmla="*/ 3008703 h 3341254"/>
              <a:gd name="connsiteX302" fmla="*/ 1414967 w 6545688"/>
              <a:gd name="connsiteY302" fmla="*/ 3017465 h 3341254"/>
              <a:gd name="connsiteX303" fmla="*/ 1414967 w 6545688"/>
              <a:gd name="connsiteY303" fmla="*/ 3018156 h 3341254"/>
              <a:gd name="connsiteX304" fmla="*/ 1409888 w 6545688"/>
              <a:gd name="connsiteY304" fmla="*/ 3026918 h 3341254"/>
              <a:gd name="connsiteX305" fmla="*/ 1409271 w 6545688"/>
              <a:gd name="connsiteY305" fmla="*/ 3027303 h 3341254"/>
              <a:gd name="connsiteX306" fmla="*/ 1399127 w 6545688"/>
              <a:gd name="connsiteY306" fmla="*/ 3027303 h 3341254"/>
              <a:gd name="connsiteX307" fmla="*/ 1398514 w 6545688"/>
              <a:gd name="connsiteY307" fmla="*/ 3026918 h 3341254"/>
              <a:gd name="connsiteX308" fmla="*/ 1393445 w 6545688"/>
              <a:gd name="connsiteY308" fmla="*/ 3018156 h 3341254"/>
              <a:gd name="connsiteX309" fmla="*/ 1393445 w 6545688"/>
              <a:gd name="connsiteY309" fmla="*/ 3017465 h 3341254"/>
              <a:gd name="connsiteX310" fmla="*/ 1398514 w 6545688"/>
              <a:gd name="connsiteY310" fmla="*/ 3008703 h 3341254"/>
              <a:gd name="connsiteX311" fmla="*/ 1399127 w 6545688"/>
              <a:gd name="connsiteY311" fmla="*/ 3008320 h 3341254"/>
              <a:gd name="connsiteX312" fmla="*/ 475262 w 6545688"/>
              <a:gd name="connsiteY312" fmla="*/ 2991258 h 3341254"/>
              <a:gd name="connsiteX313" fmla="*/ 503617 w 6545688"/>
              <a:gd name="connsiteY313" fmla="*/ 2991258 h 3341254"/>
              <a:gd name="connsiteX314" fmla="*/ 505386 w 6545688"/>
              <a:gd name="connsiteY314" fmla="*/ 2992256 h 3341254"/>
              <a:gd name="connsiteX315" fmla="*/ 519525 w 6545688"/>
              <a:gd name="connsiteY315" fmla="*/ 3016850 h 3341254"/>
              <a:gd name="connsiteX316" fmla="*/ 519525 w 6545688"/>
              <a:gd name="connsiteY316" fmla="*/ 3018849 h 3341254"/>
              <a:gd name="connsiteX317" fmla="*/ 505310 w 6545688"/>
              <a:gd name="connsiteY317" fmla="*/ 3043442 h 3341254"/>
              <a:gd name="connsiteX318" fmla="*/ 503541 w 6545688"/>
              <a:gd name="connsiteY318" fmla="*/ 3044441 h 3341254"/>
              <a:gd name="connsiteX319" fmla="*/ 475184 w 6545688"/>
              <a:gd name="connsiteY319" fmla="*/ 3044441 h 3341254"/>
              <a:gd name="connsiteX320" fmla="*/ 473413 w 6545688"/>
              <a:gd name="connsiteY320" fmla="*/ 3043442 h 3341254"/>
              <a:gd name="connsiteX321" fmla="*/ 459279 w 6545688"/>
              <a:gd name="connsiteY321" fmla="*/ 3018849 h 3341254"/>
              <a:gd name="connsiteX322" fmla="*/ 459279 w 6545688"/>
              <a:gd name="connsiteY322" fmla="*/ 3016850 h 3341254"/>
              <a:gd name="connsiteX323" fmla="*/ 473491 w 6545688"/>
              <a:gd name="connsiteY323" fmla="*/ 2992256 h 3341254"/>
              <a:gd name="connsiteX324" fmla="*/ 475262 w 6545688"/>
              <a:gd name="connsiteY324" fmla="*/ 2991258 h 3341254"/>
              <a:gd name="connsiteX325" fmla="*/ 289657 w 6545688"/>
              <a:gd name="connsiteY325" fmla="*/ 2986339 h 3341254"/>
              <a:gd name="connsiteX326" fmla="*/ 323242 w 6545688"/>
              <a:gd name="connsiteY326" fmla="*/ 2986339 h 3341254"/>
              <a:gd name="connsiteX327" fmla="*/ 325313 w 6545688"/>
              <a:gd name="connsiteY327" fmla="*/ 2987491 h 3341254"/>
              <a:gd name="connsiteX328" fmla="*/ 342071 w 6545688"/>
              <a:gd name="connsiteY328" fmla="*/ 3016620 h 3341254"/>
              <a:gd name="connsiteX329" fmla="*/ 342071 w 6545688"/>
              <a:gd name="connsiteY329" fmla="*/ 3019003 h 3341254"/>
              <a:gd name="connsiteX330" fmla="*/ 325239 w 6545688"/>
              <a:gd name="connsiteY330" fmla="*/ 3048130 h 3341254"/>
              <a:gd name="connsiteX331" fmla="*/ 323162 w 6545688"/>
              <a:gd name="connsiteY331" fmla="*/ 3049282 h 3341254"/>
              <a:gd name="connsiteX332" fmla="*/ 289575 w 6545688"/>
              <a:gd name="connsiteY332" fmla="*/ 3049282 h 3341254"/>
              <a:gd name="connsiteX333" fmla="*/ 287502 w 6545688"/>
              <a:gd name="connsiteY333" fmla="*/ 3048130 h 3341254"/>
              <a:gd name="connsiteX334" fmla="*/ 270751 w 6545688"/>
              <a:gd name="connsiteY334" fmla="*/ 3019003 h 3341254"/>
              <a:gd name="connsiteX335" fmla="*/ 270751 w 6545688"/>
              <a:gd name="connsiteY335" fmla="*/ 3016620 h 3341254"/>
              <a:gd name="connsiteX336" fmla="*/ 287580 w 6545688"/>
              <a:gd name="connsiteY336" fmla="*/ 2987491 h 3341254"/>
              <a:gd name="connsiteX337" fmla="*/ 289657 w 6545688"/>
              <a:gd name="connsiteY337" fmla="*/ 2986339 h 3341254"/>
              <a:gd name="connsiteX338" fmla="*/ 380575 w 6545688"/>
              <a:gd name="connsiteY338" fmla="*/ 2985340 h 3341254"/>
              <a:gd name="connsiteX339" fmla="*/ 415242 w 6545688"/>
              <a:gd name="connsiteY339" fmla="*/ 2985340 h 3341254"/>
              <a:gd name="connsiteX340" fmla="*/ 417388 w 6545688"/>
              <a:gd name="connsiteY340" fmla="*/ 2986570 h 3341254"/>
              <a:gd name="connsiteX341" fmla="*/ 434677 w 6545688"/>
              <a:gd name="connsiteY341" fmla="*/ 3016542 h 3341254"/>
              <a:gd name="connsiteX342" fmla="*/ 434677 w 6545688"/>
              <a:gd name="connsiteY342" fmla="*/ 3019003 h 3341254"/>
              <a:gd name="connsiteX343" fmla="*/ 417314 w 6545688"/>
              <a:gd name="connsiteY343" fmla="*/ 3048975 h 3341254"/>
              <a:gd name="connsiteX344" fmla="*/ 415161 w 6545688"/>
              <a:gd name="connsiteY344" fmla="*/ 3050205 h 3341254"/>
              <a:gd name="connsiteX345" fmla="*/ 380499 w 6545688"/>
              <a:gd name="connsiteY345" fmla="*/ 3050205 h 3341254"/>
              <a:gd name="connsiteX346" fmla="*/ 378343 w 6545688"/>
              <a:gd name="connsiteY346" fmla="*/ 3048975 h 3341254"/>
              <a:gd name="connsiteX347" fmla="*/ 361051 w 6545688"/>
              <a:gd name="connsiteY347" fmla="*/ 3019003 h 3341254"/>
              <a:gd name="connsiteX348" fmla="*/ 361051 w 6545688"/>
              <a:gd name="connsiteY348" fmla="*/ 3016542 h 3341254"/>
              <a:gd name="connsiteX349" fmla="*/ 378424 w 6545688"/>
              <a:gd name="connsiteY349" fmla="*/ 2986570 h 3341254"/>
              <a:gd name="connsiteX350" fmla="*/ 380575 w 6545688"/>
              <a:gd name="connsiteY350" fmla="*/ 2985340 h 3341254"/>
              <a:gd name="connsiteX351" fmla="*/ 3139469 w 6545688"/>
              <a:gd name="connsiteY351" fmla="*/ 2933233 h 3341254"/>
              <a:gd name="connsiteX352" fmla="*/ 3145157 w 6545688"/>
              <a:gd name="connsiteY352" fmla="*/ 2933233 h 3341254"/>
              <a:gd name="connsiteX353" fmla="*/ 3145540 w 6545688"/>
              <a:gd name="connsiteY353" fmla="*/ 2933465 h 3341254"/>
              <a:gd name="connsiteX354" fmla="*/ 3148384 w 6545688"/>
              <a:gd name="connsiteY354" fmla="*/ 2938382 h 3341254"/>
              <a:gd name="connsiteX355" fmla="*/ 3148384 w 6545688"/>
              <a:gd name="connsiteY355" fmla="*/ 2938767 h 3341254"/>
              <a:gd name="connsiteX356" fmla="*/ 3145540 w 6545688"/>
              <a:gd name="connsiteY356" fmla="*/ 2943685 h 3341254"/>
              <a:gd name="connsiteX357" fmla="*/ 3145157 w 6545688"/>
              <a:gd name="connsiteY357" fmla="*/ 2943916 h 3341254"/>
              <a:gd name="connsiteX358" fmla="*/ 3139469 w 6545688"/>
              <a:gd name="connsiteY358" fmla="*/ 2943916 h 3341254"/>
              <a:gd name="connsiteX359" fmla="*/ 3139085 w 6545688"/>
              <a:gd name="connsiteY359" fmla="*/ 2943685 h 3341254"/>
              <a:gd name="connsiteX360" fmla="*/ 3136241 w 6545688"/>
              <a:gd name="connsiteY360" fmla="*/ 2938767 h 3341254"/>
              <a:gd name="connsiteX361" fmla="*/ 3136241 w 6545688"/>
              <a:gd name="connsiteY361" fmla="*/ 2938382 h 3341254"/>
              <a:gd name="connsiteX362" fmla="*/ 3139085 w 6545688"/>
              <a:gd name="connsiteY362" fmla="*/ 2933465 h 3341254"/>
              <a:gd name="connsiteX363" fmla="*/ 3139469 w 6545688"/>
              <a:gd name="connsiteY363" fmla="*/ 2933233 h 3341254"/>
              <a:gd name="connsiteX364" fmla="*/ 1948455 w 6545688"/>
              <a:gd name="connsiteY364" fmla="*/ 2930006 h 3341254"/>
              <a:gd name="connsiteX365" fmla="*/ 1957600 w 6545688"/>
              <a:gd name="connsiteY365" fmla="*/ 2930006 h 3341254"/>
              <a:gd name="connsiteX366" fmla="*/ 1958138 w 6545688"/>
              <a:gd name="connsiteY366" fmla="*/ 2930313 h 3341254"/>
              <a:gd name="connsiteX367" fmla="*/ 1962673 w 6545688"/>
              <a:gd name="connsiteY367" fmla="*/ 2938230 h 3341254"/>
              <a:gd name="connsiteX368" fmla="*/ 1962673 w 6545688"/>
              <a:gd name="connsiteY368" fmla="*/ 2938843 h 3341254"/>
              <a:gd name="connsiteX369" fmla="*/ 1958138 w 6545688"/>
              <a:gd name="connsiteY369" fmla="*/ 2946760 h 3341254"/>
              <a:gd name="connsiteX370" fmla="*/ 1957600 w 6545688"/>
              <a:gd name="connsiteY370" fmla="*/ 2947068 h 3341254"/>
              <a:gd name="connsiteX371" fmla="*/ 1948455 w 6545688"/>
              <a:gd name="connsiteY371" fmla="*/ 2947068 h 3341254"/>
              <a:gd name="connsiteX372" fmla="*/ 1947918 w 6545688"/>
              <a:gd name="connsiteY372" fmla="*/ 2946760 h 3341254"/>
              <a:gd name="connsiteX373" fmla="*/ 1943382 w 6545688"/>
              <a:gd name="connsiteY373" fmla="*/ 2938843 h 3341254"/>
              <a:gd name="connsiteX374" fmla="*/ 1943382 w 6545688"/>
              <a:gd name="connsiteY374" fmla="*/ 2938230 h 3341254"/>
              <a:gd name="connsiteX375" fmla="*/ 1947918 w 6545688"/>
              <a:gd name="connsiteY375" fmla="*/ 2930313 h 3341254"/>
              <a:gd name="connsiteX376" fmla="*/ 1948455 w 6545688"/>
              <a:gd name="connsiteY376" fmla="*/ 2930006 h 3341254"/>
              <a:gd name="connsiteX377" fmla="*/ 2039835 w 6545688"/>
              <a:gd name="connsiteY377" fmla="*/ 2929544 h 3341254"/>
              <a:gd name="connsiteX378" fmla="*/ 2049364 w 6545688"/>
              <a:gd name="connsiteY378" fmla="*/ 2929544 h 3341254"/>
              <a:gd name="connsiteX379" fmla="*/ 2049979 w 6545688"/>
              <a:gd name="connsiteY379" fmla="*/ 2929852 h 3341254"/>
              <a:gd name="connsiteX380" fmla="*/ 2054744 w 6545688"/>
              <a:gd name="connsiteY380" fmla="*/ 2938152 h 3341254"/>
              <a:gd name="connsiteX381" fmla="*/ 2054744 w 6545688"/>
              <a:gd name="connsiteY381" fmla="*/ 2938843 h 3341254"/>
              <a:gd name="connsiteX382" fmla="*/ 2049979 w 6545688"/>
              <a:gd name="connsiteY382" fmla="*/ 2947144 h 3341254"/>
              <a:gd name="connsiteX383" fmla="*/ 2049364 w 6545688"/>
              <a:gd name="connsiteY383" fmla="*/ 2947451 h 3341254"/>
              <a:gd name="connsiteX384" fmla="*/ 2039835 w 6545688"/>
              <a:gd name="connsiteY384" fmla="*/ 2947451 h 3341254"/>
              <a:gd name="connsiteX385" fmla="*/ 2039220 w 6545688"/>
              <a:gd name="connsiteY385" fmla="*/ 2947144 h 3341254"/>
              <a:gd name="connsiteX386" fmla="*/ 2034454 w 6545688"/>
              <a:gd name="connsiteY386" fmla="*/ 2938843 h 3341254"/>
              <a:gd name="connsiteX387" fmla="*/ 2034454 w 6545688"/>
              <a:gd name="connsiteY387" fmla="*/ 2938152 h 3341254"/>
              <a:gd name="connsiteX388" fmla="*/ 2039220 w 6545688"/>
              <a:gd name="connsiteY388" fmla="*/ 2929852 h 3341254"/>
              <a:gd name="connsiteX389" fmla="*/ 2039835 w 6545688"/>
              <a:gd name="connsiteY389" fmla="*/ 2929544 h 3341254"/>
              <a:gd name="connsiteX390" fmla="*/ 1307516 w 6545688"/>
              <a:gd name="connsiteY390" fmla="*/ 2928775 h 3341254"/>
              <a:gd name="connsiteX391" fmla="*/ 1317969 w 6545688"/>
              <a:gd name="connsiteY391" fmla="*/ 2928775 h 3341254"/>
              <a:gd name="connsiteX392" fmla="*/ 1318590 w 6545688"/>
              <a:gd name="connsiteY392" fmla="*/ 2929161 h 3341254"/>
              <a:gd name="connsiteX393" fmla="*/ 1323811 w 6545688"/>
              <a:gd name="connsiteY393" fmla="*/ 2938228 h 3341254"/>
              <a:gd name="connsiteX394" fmla="*/ 1323811 w 6545688"/>
              <a:gd name="connsiteY394" fmla="*/ 2938997 h 3341254"/>
              <a:gd name="connsiteX395" fmla="*/ 1318590 w 6545688"/>
              <a:gd name="connsiteY395" fmla="*/ 2948066 h 3341254"/>
              <a:gd name="connsiteX396" fmla="*/ 1317969 w 6545688"/>
              <a:gd name="connsiteY396" fmla="*/ 2948450 h 3341254"/>
              <a:gd name="connsiteX397" fmla="*/ 1307516 w 6545688"/>
              <a:gd name="connsiteY397" fmla="*/ 2948450 h 3341254"/>
              <a:gd name="connsiteX398" fmla="*/ 1306903 w 6545688"/>
              <a:gd name="connsiteY398" fmla="*/ 2948066 h 3341254"/>
              <a:gd name="connsiteX399" fmla="*/ 1301676 w 6545688"/>
              <a:gd name="connsiteY399" fmla="*/ 2938997 h 3341254"/>
              <a:gd name="connsiteX400" fmla="*/ 1301676 w 6545688"/>
              <a:gd name="connsiteY400" fmla="*/ 2938228 h 3341254"/>
              <a:gd name="connsiteX401" fmla="*/ 1306903 w 6545688"/>
              <a:gd name="connsiteY401" fmla="*/ 2929161 h 3341254"/>
              <a:gd name="connsiteX402" fmla="*/ 1307516 w 6545688"/>
              <a:gd name="connsiteY402" fmla="*/ 2928775 h 3341254"/>
              <a:gd name="connsiteX403" fmla="*/ 3409845 w 6545688"/>
              <a:gd name="connsiteY403" fmla="*/ 2925548 h 3341254"/>
              <a:gd name="connsiteX404" fmla="*/ 3423755 w 6545688"/>
              <a:gd name="connsiteY404" fmla="*/ 2925548 h 3341254"/>
              <a:gd name="connsiteX405" fmla="*/ 3424601 w 6545688"/>
              <a:gd name="connsiteY405" fmla="*/ 2926009 h 3341254"/>
              <a:gd name="connsiteX406" fmla="*/ 3431516 w 6545688"/>
              <a:gd name="connsiteY406" fmla="*/ 2938074 h 3341254"/>
              <a:gd name="connsiteX407" fmla="*/ 3431516 w 6545688"/>
              <a:gd name="connsiteY407" fmla="*/ 2939075 h 3341254"/>
              <a:gd name="connsiteX408" fmla="*/ 3424601 w 6545688"/>
              <a:gd name="connsiteY408" fmla="*/ 2951140 h 3341254"/>
              <a:gd name="connsiteX409" fmla="*/ 3423755 w 6545688"/>
              <a:gd name="connsiteY409" fmla="*/ 2951601 h 3341254"/>
              <a:gd name="connsiteX410" fmla="*/ 3409845 w 6545688"/>
              <a:gd name="connsiteY410" fmla="*/ 2951601 h 3341254"/>
              <a:gd name="connsiteX411" fmla="*/ 3408998 w 6545688"/>
              <a:gd name="connsiteY411" fmla="*/ 2951140 h 3341254"/>
              <a:gd name="connsiteX412" fmla="*/ 3402083 w 6545688"/>
              <a:gd name="connsiteY412" fmla="*/ 2939075 h 3341254"/>
              <a:gd name="connsiteX413" fmla="*/ 3402083 w 6545688"/>
              <a:gd name="connsiteY413" fmla="*/ 2938074 h 3341254"/>
              <a:gd name="connsiteX414" fmla="*/ 3408998 w 6545688"/>
              <a:gd name="connsiteY414" fmla="*/ 2926009 h 3341254"/>
              <a:gd name="connsiteX415" fmla="*/ 3409845 w 6545688"/>
              <a:gd name="connsiteY415" fmla="*/ 2925548 h 3341254"/>
              <a:gd name="connsiteX416" fmla="*/ 3316774 w 6545688"/>
              <a:gd name="connsiteY416" fmla="*/ 2922472 h 3341254"/>
              <a:gd name="connsiteX417" fmla="*/ 3333912 w 6545688"/>
              <a:gd name="connsiteY417" fmla="*/ 2922472 h 3341254"/>
              <a:gd name="connsiteX418" fmla="*/ 3334988 w 6545688"/>
              <a:gd name="connsiteY418" fmla="*/ 2923087 h 3341254"/>
              <a:gd name="connsiteX419" fmla="*/ 3343597 w 6545688"/>
              <a:gd name="connsiteY419" fmla="*/ 2937997 h 3341254"/>
              <a:gd name="connsiteX420" fmla="*/ 3343597 w 6545688"/>
              <a:gd name="connsiteY420" fmla="*/ 2939227 h 3341254"/>
              <a:gd name="connsiteX421" fmla="*/ 3334988 w 6545688"/>
              <a:gd name="connsiteY421" fmla="*/ 2954136 h 3341254"/>
              <a:gd name="connsiteX422" fmla="*/ 3333912 w 6545688"/>
              <a:gd name="connsiteY422" fmla="*/ 2954751 h 3341254"/>
              <a:gd name="connsiteX423" fmla="*/ 3316774 w 6545688"/>
              <a:gd name="connsiteY423" fmla="*/ 2954751 h 3341254"/>
              <a:gd name="connsiteX424" fmla="*/ 3315697 w 6545688"/>
              <a:gd name="connsiteY424" fmla="*/ 2954136 h 3341254"/>
              <a:gd name="connsiteX425" fmla="*/ 3307089 w 6545688"/>
              <a:gd name="connsiteY425" fmla="*/ 2939227 h 3341254"/>
              <a:gd name="connsiteX426" fmla="*/ 3307089 w 6545688"/>
              <a:gd name="connsiteY426" fmla="*/ 2937997 h 3341254"/>
              <a:gd name="connsiteX427" fmla="*/ 3315697 w 6545688"/>
              <a:gd name="connsiteY427" fmla="*/ 2923087 h 3341254"/>
              <a:gd name="connsiteX428" fmla="*/ 3316774 w 6545688"/>
              <a:gd name="connsiteY428" fmla="*/ 2922472 h 3341254"/>
              <a:gd name="connsiteX429" fmla="*/ 3222856 w 6545688"/>
              <a:gd name="connsiteY429" fmla="*/ 2918092 h 3341254"/>
              <a:gd name="connsiteX430" fmla="*/ 3244683 w 6545688"/>
              <a:gd name="connsiteY430" fmla="*/ 2918092 h 3341254"/>
              <a:gd name="connsiteX431" fmla="*/ 3245989 w 6545688"/>
              <a:gd name="connsiteY431" fmla="*/ 2918861 h 3341254"/>
              <a:gd name="connsiteX432" fmla="*/ 3256902 w 6545688"/>
              <a:gd name="connsiteY432" fmla="*/ 2937767 h 3341254"/>
              <a:gd name="connsiteX433" fmla="*/ 3256902 w 6545688"/>
              <a:gd name="connsiteY433" fmla="*/ 2939305 h 3341254"/>
              <a:gd name="connsiteX434" fmla="*/ 3245989 w 6545688"/>
              <a:gd name="connsiteY434" fmla="*/ 2958210 h 3341254"/>
              <a:gd name="connsiteX435" fmla="*/ 3244683 w 6545688"/>
              <a:gd name="connsiteY435" fmla="*/ 2958979 h 3341254"/>
              <a:gd name="connsiteX436" fmla="*/ 3222856 w 6545688"/>
              <a:gd name="connsiteY436" fmla="*/ 2958979 h 3341254"/>
              <a:gd name="connsiteX437" fmla="*/ 3221549 w 6545688"/>
              <a:gd name="connsiteY437" fmla="*/ 2958210 h 3341254"/>
              <a:gd name="connsiteX438" fmla="*/ 3210637 w 6545688"/>
              <a:gd name="connsiteY438" fmla="*/ 2939305 h 3341254"/>
              <a:gd name="connsiteX439" fmla="*/ 3210637 w 6545688"/>
              <a:gd name="connsiteY439" fmla="*/ 2937767 h 3341254"/>
              <a:gd name="connsiteX440" fmla="*/ 3221549 w 6545688"/>
              <a:gd name="connsiteY440" fmla="*/ 2918861 h 3341254"/>
              <a:gd name="connsiteX441" fmla="*/ 3222856 w 6545688"/>
              <a:gd name="connsiteY441" fmla="*/ 2918092 h 3341254"/>
              <a:gd name="connsiteX442" fmla="*/ 567643 w 6545688"/>
              <a:gd name="connsiteY442" fmla="*/ 2913788 h 3341254"/>
              <a:gd name="connsiteX443" fmla="*/ 594078 w 6545688"/>
              <a:gd name="connsiteY443" fmla="*/ 2913788 h 3341254"/>
              <a:gd name="connsiteX444" fmla="*/ 595686 w 6545688"/>
              <a:gd name="connsiteY444" fmla="*/ 2914711 h 3341254"/>
              <a:gd name="connsiteX445" fmla="*/ 608913 w 6545688"/>
              <a:gd name="connsiteY445" fmla="*/ 2937613 h 3341254"/>
              <a:gd name="connsiteX446" fmla="*/ 608913 w 6545688"/>
              <a:gd name="connsiteY446" fmla="*/ 2939458 h 3341254"/>
              <a:gd name="connsiteX447" fmla="*/ 595686 w 6545688"/>
              <a:gd name="connsiteY447" fmla="*/ 2962360 h 3341254"/>
              <a:gd name="connsiteX448" fmla="*/ 594078 w 6545688"/>
              <a:gd name="connsiteY448" fmla="*/ 2963283 h 3341254"/>
              <a:gd name="connsiteX449" fmla="*/ 567643 w 6545688"/>
              <a:gd name="connsiteY449" fmla="*/ 2963283 h 3341254"/>
              <a:gd name="connsiteX450" fmla="*/ 566027 w 6545688"/>
              <a:gd name="connsiteY450" fmla="*/ 2962360 h 3341254"/>
              <a:gd name="connsiteX451" fmla="*/ 552802 w 6545688"/>
              <a:gd name="connsiteY451" fmla="*/ 2939458 h 3341254"/>
              <a:gd name="connsiteX452" fmla="*/ 552802 w 6545688"/>
              <a:gd name="connsiteY452" fmla="*/ 2937613 h 3341254"/>
              <a:gd name="connsiteX453" fmla="*/ 566027 w 6545688"/>
              <a:gd name="connsiteY453" fmla="*/ 2914711 h 3341254"/>
              <a:gd name="connsiteX454" fmla="*/ 567643 w 6545688"/>
              <a:gd name="connsiteY454" fmla="*/ 2913788 h 3341254"/>
              <a:gd name="connsiteX455" fmla="*/ 474803 w 6545688"/>
              <a:gd name="connsiteY455" fmla="*/ 2911098 h 3341254"/>
              <a:gd name="connsiteX456" fmla="*/ 504078 w 6545688"/>
              <a:gd name="connsiteY456" fmla="*/ 2911098 h 3341254"/>
              <a:gd name="connsiteX457" fmla="*/ 505846 w 6545688"/>
              <a:gd name="connsiteY457" fmla="*/ 2912097 h 3341254"/>
              <a:gd name="connsiteX458" fmla="*/ 520451 w 6545688"/>
              <a:gd name="connsiteY458" fmla="*/ 2937459 h 3341254"/>
              <a:gd name="connsiteX459" fmla="*/ 520451 w 6545688"/>
              <a:gd name="connsiteY459" fmla="*/ 2939534 h 3341254"/>
              <a:gd name="connsiteX460" fmla="*/ 505770 w 6545688"/>
              <a:gd name="connsiteY460" fmla="*/ 2964897 h 3341254"/>
              <a:gd name="connsiteX461" fmla="*/ 504006 w 6545688"/>
              <a:gd name="connsiteY461" fmla="*/ 2965895 h 3341254"/>
              <a:gd name="connsiteX462" fmla="*/ 474719 w 6545688"/>
              <a:gd name="connsiteY462" fmla="*/ 2965895 h 3341254"/>
              <a:gd name="connsiteX463" fmla="*/ 472952 w 6545688"/>
              <a:gd name="connsiteY463" fmla="*/ 2964897 h 3341254"/>
              <a:gd name="connsiteX464" fmla="*/ 458350 w 6545688"/>
              <a:gd name="connsiteY464" fmla="*/ 2939534 h 3341254"/>
              <a:gd name="connsiteX465" fmla="*/ 458350 w 6545688"/>
              <a:gd name="connsiteY465" fmla="*/ 2937459 h 3341254"/>
              <a:gd name="connsiteX466" fmla="*/ 473037 w 6545688"/>
              <a:gd name="connsiteY466" fmla="*/ 2912097 h 3341254"/>
              <a:gd name="connsiteX467" fmla="*/ 474803 w 6545688"/>
              <a:gd name="connsiteY467" fmla="*/ 2911098 h 3341254"/>
              <a:gd name="connsiteX468" fmla="*/ 290270 w 6545688"/>
              <a:gd name="connsiteY468" fmla="*/ 2908332 h 3341254"/>
              <a:gd name="connsiteX469" fmla="*/ 322551 w 6545688"/>
              <a:gd name="connsiteY469" fmla="*/ 2908332 h 3341254"/>
              <a:gd name="connsiteX470" fmla="*/ 324548 w 6545688"/>
              <a:gd name="connsiteY470" fmla="*/ 2909485 h 3341254"/>
              <a:gd name="connsiteX471" fmla="*/ 340689 w 6545688"/>
              <a:gd name="connsiteY471" fmla="*/ 2937459 h 3341254"/>
              <a:gd name="connsiteX472" fmla="*/ 340689 w 6545688"/>
              <a:gd name="connsiteY472" fmla="*/ 2939766 h 3341254"/>
              <a:gd name="connsiteX473" fmla="*/ 324548 w 6545688"/>
              <a:gd name="connsiteY473" fmla="*/ 2967741 h 3341254"/>
              <a:gd name="connsiteX474" fmla="*/ 322551 w 6545688"/>
              <a:gd name="connsiteY474" fmla="*/ 2968893 h 3341254"/>
              <a:gd name="connsiteX475" fmla="*/ 290270 w 6545688"/>
              <a:gd name="connsiteY475" fmla="*/ 2968893 h 3341254"/>
              <a:gd name="connsiteX476" fmla="*/ 288269 w 6545688"/>
              <a:gd name="connsiteY476" fmla="*/ 2967741 h 3341254"/>
              <a:gd name="connsiteX477" fmla="*/ 272136 w 6545688"/>
              <a:gd name="connsiteY477" fmla="*/ 2939766 h 3341254"/>
              <a:gd name="connsiteX478" fmla="*/ 272136 w 6545688"/>
              <a:gd name="connsiteY478" fmla="*/ 2937459 h 3341254"/>
              <a:gd name="connsiteX479" fmla="*/ 288269 w 6545688"/>
              <a:gd name="connsiteY479" fmla="*/ 2909485 h 3341254"/>
              <a:gd name="connsiteX480" fmla="*/ 290270 w 6545688"/>
              <a:gd name="connsiteY480" fmla="*/ 2908332 h 3341254"/>
              <a:gd name="connsiteX481" fmla="*/ 380421 w 6545688"/>
              <a:gd name="connsiteY481" fmla="*/ 2905796 h 3341254"/>
              <a:gd name="connsiteX482" fmla="*/ 415392 w 6545688"/>
              <a:gd name="connsiteY482" fmla="*/ 2905796 h 3341254"/>
              <a:gd name="connsiteX483" fmla="*/ 417543 w 6545688"/>
              <a:gd name="connsiteY483" fmla="*/ 2907026 h 3341254"/>
              <a:gd name="connsiteX484" fmla="*/ 434983 w 6545688"/>
              <a:gd name="connsiteY484" fmla="*/ 2937305 h 3341254"/>
              <a:gd name="connsiteX485" fmla="*/ 434983 w 6545688"/>
              <a:gd name="connsiteY485" fmla="*/ 2939766 h 3341254"/>
              <a:gd name="connsiteX486" fmla="*/ 417464 w 6545688"/>
              <a:gd name="connsiteY486" fmla="*/ 2970045 h 3341254"/>
              <a:gd name="connsiteX487" fmla="*/ 415314 w 6545688"/>
              <a:gd name="connsiteY487" fmla="*/ 2971276 h 3341254"/>
              <a:gd name="connsiteX488" fmla="*/ 380344 w 6545688"/>
              <a:gd name="connsiteY488" fmla="*/ 2971276 h 3341254"/>
              <a:gd name="connsiteX489" fmla="*/ 378195 w 6545688"/>
              <a:gd name="connsiteY489" fmla="*/ 2970045 h 3341254"/>
              <a:gd name="connsiteX490" fmla="*/ 360747 w 6545688"/>
              <a:gd name="connsiteY490" fmla="*/ 2939766 h 3341254"/>
              <a:gd name="connsiteX491" fmla="*/ 360747 w 6545688"/>
              <a:gd name="connsiteY491" fmla="*/ 2937305 h 3341254"/>
              <a:gd name="connsiteX492" fmla="*/ 378269 w 6545688"/>
              <a:gd name="connsiteY492" fmla="*/ 2907026 h 3341254"/>
              <a:gd name="connsiteX493" fmla="*/ 380421 w 6545688"/>
              <a:gd name="connsiteY493" fmla="*/ 2905796 h 3341254"/>
              <a:gd name="connsiteX494" fmla="*/ 2041832 w 6545688"/>
              <a:gd name="connsiteY494" fmla="*/ 2854226 h 3341254"/>
              <a:gd name="connsiteX495" fmla="*/ 2047213 w 6545688"/>
              <a:gd name="connsiteY495" fmla="*/ 2854226 h 3341254"/>
              <a:gd name="connsiteX496" fmla="*/ 2047518 w 6545688"/>
              <a:gd name="connsiteY496" fmla="*/ 2854380 h 3341254"/>
              <a:gd name="connsiteX497" fmla="*/ 2050208 w 6545688"/>
              <a:gd name="connsiteY497" fmla="*/ 2859067 h 3341254"/>
              <a:gd name="connsiteX498" fmla="*/ 2050208 w 6545688"/>
              <a:gd name="connsiteY498" fmla="*/ 2859453 h 3341254"/>
              <a:gd name="connsiteX499" fmla="*/ 2047518 w 6545688"/>
              <a:gd name="connsiteY499" fmla="*/ 2864140 h 3341254"/>
              <a:gd name="connsiteX500" fmla="*/ 2047213 w 6545688"/>
              <a:gd name="connsiteY500" fmla="*/ 2864294 h 3341254"/>
              <a:gd name="connsiteX501" fmla="*/ 2041832 w 6545688"/>
              <a:gd name="connsiteY501" fmla="*/ 2864294 h 3341254"/>
              <a:gd name="connsiteX502" fmla="*/ 2041525 w 6545688"/>
              <a:gd name="connsiteY502" fmla="*/ 2864140 h 3341254"/>
              <a:gd name="connsiteX503" fmla="*/ 2038834 w 6545688"/>
              <a:gd name="connsiteY503" fmla="*/ 2859453 h 3341254"/>
              <a:gd name="connsiteX504" fmla="*/ 2038834 w 6545688"/>
              <a:gd name="connsiteY504" fmla="*/ 2859067 h 3341254"/>
              <a:gd name="connsiteX505" fmla="*/ 2041525 w 6545688"/>
              <a:gd name="connsiteY505" fmla="*/ 2854380 h 3341254"/>
              <a:gd name="connsiteX506" fmla="*/ 2041832 w 6545688"/>
              <a:gd name="connsiteY506" fmla="*/ 2854226 h 3341254"/>
              <a:gd name="connsiteX507" fmla="*/ 3321383 w 6545688"/>
              <a:gd name="connsiteY507" fmla="*/ 2851997 h 3341254"/>
              <a:gd name="connsiteX508" fmla="*/ 3329146 w 6545688"/>
              <a:gd name="connsiteY508" fmla="*/ 2851997 h 3341254"/>
              <a:gd name="connsiteX509" fmla="*/ 3329608 w 6545688"/>
              <a:gd name="connsiteY509" fmla="*/ 2852305 h 3341254"/>
              <a:gd name="connsiteX510" fmla="*/ 3333451 w 6545688"/>
              <a:gd name="connsiteY510" fmla="*/ 2859067 h 3341254"/>
              <a:gd name="connsiteX511" fmla="*/ 3333451 w 6545688"/>
              <a:gd name="connsiteY511" fmla="*/ 2859607 h 3341254"/>
              <a:gd name="connsiteX512" fmla="*/ 3329530 w 6545688"/>
              <a:gd name="connsiteY512" fmla="*/ 2866369 h 3341254"/>
              <a:gd name="connsiteX513" fmla="*/ 3329070 w 6545688"/>
              <a:gd name="connsiteY513" fmla="*/ 2866677 h 3341254"/>
              <a:gd name="connsiteX514" fmla="*/ 3321307 w 6545688"/>
              <a:gd name="connsiteY514" fmla="*/ 2866677 h 3341254"/>
              <a:gd name="connsiteX515" fmla="*/ 3320846 w 6545688"/>
              <a:gd name="connsiteY515" fmla="*/ 2866369 h 3341254"/>
              <a:gd name="connsiteX516" fmla="*/ 3317003 w 6545688"/>
              <a:gd name="connsiteY516" fmla="*/ 2859607 h 3341254"/>
              <a:gd name="connsiteX517" fmla="*/ 3317003 w 6545688"/>
              <a:gd name="connsiteY517" fmla="*/ 2859067 h 3341254"/>
              <a:gd name="connsiteX518" fmla="*/ 3320924 w 6545688"/>
              <a:gd name="connsiteY518" fmla="*/ 2852305 h 3341254"/>
              <a:gd name="connsiteX519" fmla="*/ 3321383 w 6545688"/>
              <a:gd name="connsiteY519" fmla="*/ 2851997 h 3341254"/>
              <a:gd name="connsiteX520" fmla="*/ 3412379 w 6545688"/>
              <a:gd name="connsiteY520" fmla="*/ 2851152 h 3341254"/>
              <a:gd name="connsiteX521" fmla="*/ 3421065 w 6545688"/>
              <a:gd name="connsiteY521" fmla="*/ 2851152 h 3341254"/>
              <a:gd name="connsiteX522" fmla="*/ 3421602 w 6545688"/>
              <a:gd name="connsiteY522" fmla="*/ 2851460 h 3341254"/>
              <a:gd name="connsiteX523" fmla="*/ 3425906 w 6545688"/>
              <a:gd name="connsiteY523" fmla="*/ 2858991 h 3341254"/>
              <a:gd name="connsiteX524" fmla="*/ 3425906 w 6545688"/>
              <a:gd name="connsiteY524" fmla="*/ 2859607 h 3341254"/>
              <a:gd name="connsiteX525" fmla="*/ 3421602 w 6545688"/>
              <a:gd name="connsiteY525" fmla="*/ 2867138 h 3341254"/>
              <a:gd name="connsiteX526" fmla="*/ 3421065 w 6545688"/>
              <a:gd name="connsiteY526" fmla="*/ 2867446 h 3341254"/>
              <a:gd name="connsiteX527" fmla="*/ 3412379 w 6545688"/>
              <a:gd name="connsiteY527" fmla="*/ 2867446 h 3341254"/>
              <a:gd name="connsiteX528" fmla="*/ 3411842 w 6545688"/>
              <a:gd name="connsiteY528" fmla="*/ 2867138 h 3341254"/>
              <a:gd name="connsiteX529" fmla="*/ 3407538 w 6545688"/>
              <a:gd name="connsiteY529" fmla="*/ 2859607 h 3341254"/>
              <a:gd name="connsiteX530" fmla="*/ 3407538 w 6545688"/>
              <a:gd name="connsiteY530" fmla="*/ 2858991 h 3341254"/>
              <a:gd name="connsiteX531" fmla="*/ 3411842 w 6545688"/>
              <a:gd name="connsiteY531" fmla="*/ 2851460 h 3341254"/>
              <a:gd name="connsiteX532" fmla="*/ 3412379 w 6545688"/>
              <a:gd name="connsiteY532" fmla="*/ 2851152 h 3341254"/>
              <a:gd name="connsiteX533" fmla="*/ 3227852 w 6545688"/>
              <a:gd name="connsiteY533" fmla="*/ 2848077 h 3341254"/>
              <a:gd name="connsiteX534" fmla="*/ 3239764 w 6545688"/>
              <a:gd name="connsiteY534" fmla="*/ 2848077 h 3341254"/>
              <a:gd name="connsiteX535" fmla="*/ 3240457 w 6545688"/>
              <a:gd name="connsiteY535" fmla="*/ 2848462 h 3341254"/>
              <a:gd name="connsiteX536" fmla="*/ 3246450 w 6545688"/>
              <a:gd name="connsiteY536" fmla="*/ 2858836 h 3341254"/>
              <a:gd name="connsiteX537" fmla="*/ 3246450 w 6545688"/>
              <a:gd name="connsiteY537" fmla="*/ 2859682 h 3341254"/>
              <a:gd name="connsiteX538" fmla="*/ 3240457 w 6545688"/>
              <a:gd name="connsiteY538" fmla="*/ 2870058 h 3341254"/>
              <a:gd name="connsiteX539" fmla="*/ 3239764 w 6545688"/>
              <a:gd name="connsiteY539" fmla="*/ 2870441 h 3341254"/>
              <a:gd name="connsiteX540" fmla="*/ 3227852 w 6545688"/>
              <a:gd name="connsiteY540" fmla="*/ 2870441 h 3341254"/>
              <a:gd name="connsiteX541" fmla="*/ 3227159 w 6545688"/>
              <a:gd name="connsiteY541" fmla="*/ 2870058 h 3341254"/>
              <a:gd name="connsiteX542" fmla="*/ 3221167 w 6545688"/>
              <a:gd name="connsiteY542" fmla="*/ 2859682 h 3341254"/>
              <a:gd name="connsiteX543" fmla="*/ 3221167 w 6545688"/>
              <a:gd name="connsiteY543" fmla="*/ 2858836 h 3341254"/>
              <a:gd name="connsiteX544" fmla="*/ 3227159 w 6545688"/>
              <a:gd name="connsiteY544" fmla="*/ 2848462 h 3341254"/>
              <a:gd name="connsiteX545" fmla="*/ 3227852 w 6545688"/>
              <a:gd name="connsiteY545" fmla="*/ 2848077 h 3341254"/>
              <a:gd name="connsiteX546" fmla="*/ 1944611 w 6545688"/>
              <a:gd name="connsiteY546" fmla="*/ 2843467 h 3341254"/>
              <a:gd name="connsiteX547" fmla="*/ 1961519 w 6545688"/>
              <a:gd name="connsiteY547" fmla="*/ 2843467 h 3341254"/>
              <a:gd name="connsiteX548" fmla="*/ 1962518 w 6545688"/>
              <a:gd name="connsiteY548" fmla="*/ 2844082 h 3341254"/>
              <a:gd name="connsiteX549" fmla="*/ 1970972 w 6545688"/>
              <a:gd name="connsiteY549" fmla="*/ 2858684 h 3341254"/>
              <a:gd name="connsiteX550" fmla="*/ 1970972 w 6545688"/>
              <a:gd name="connsiteY550" fmla="*/ 2859914 h 3341254"/>
              <a:gd name="connsiteX551" fmla="*/ 1962518 w 6545688"/>
              <a:gd name="connsiteY551" fmla="*/ 2874516 h 3341254"/>
              <a:gd name="connsiteX552" fmla="*/ 1961519 w 6545688"/>
              <a:gd name="connsiteY552" fmla="*/ 2875131 h 3341254"/>
              <a:gd name="connsiteX553" fmla="*/ 1944611 w 6545688"/>
              <a:gd name="connsiteY553" fmla="*/ 2875131 h 3341254"/>
              <a:gd name="connsiteX554" fmla="*/ 1943612 w 6545688"/>
              <a:gd name="connsiteY554" fmla="*/ 2874516 h 3341254"/>
              <a:gd name="connsiteX555" fmla="*/ 1935158 w 6545688"/>
              <a:gd name="connsiteY555" fmla="*/ 2859914 h 3341254"/>
              <a:gd name="connsiteX556" fmla="*/ 1935158 w 6545688"/>
              <a:gd name="connsiteY556" fmla="*/ 2858684 h 3341254"/>
              <a:gd name="connsiteX557" fmla="*/ 1943612 w 6545688"/>
              <a:gd name="connsiteY557" fmla="*/ 2844082 h 3341254"/>
              <a:gd name="connsiteX558" fmla="*/ 1944611 w 6545688"/>
              <a:gd name="connsiteY558" fmla="*/ 2843467 h 3341254"/>
              <a:gd name="connsiteX559" fmla="*/ 568787 w 6545688"/>
              <a:gd name="connsiteY559" fmla="*/ 2836549 h 3341254"/>
              <a:gd name="connsiteX560" fmla="*/ 593003 w 6545688"/>
              <a:gd name="connsiteY560" fmla="*/ 2836549 h 3341254"/>
              <a:gd name="connsiteX561" fmla="*/ 594461 w 6545688"/>
              <a:gd name="connsiteY561" fmla="*/ 2837394 h 3341254"/>
              <a:gd name="connsiteX562" fmla="*/ 606526 w 6545688"/>
              <a:gd name="connsiteY562" fmla="*/ 2858376 h 3341254"/>
              <a:gd name="connsiteX563" fmla="*/ 606526 w 6545688"/>
              <a:gd name="connsiteY563" fmla="*/ 2860066 h 3341254"/>
              <a:gd name="connsiteX564" fmla="*/ 594379 w 6545688"/>
              <a:gd name="connsiteY564" fmla="*/ 2881048 h 3341254"/>
              <a:gd name="connsiteX565" fmla="*/ 592923 w 6545688"/>
              <a:gd name="connsiteY565" fmla="*/ 2881893 h 3341254"/>
              <a:gd name="connsiteX566" fmla="*/ 568713 w 6545688"/>
              <a:gd name="connsiteY566" fmla="*/ 2881893 h 3341254"/>
              <a:gd name="connsiteX567" fmla="*/ 567255 w 6545688"/>
              <a:gd name="connsiteY567" fmla="*/ 2881048 h 3341254"/>
              <a:gd name="connsiteX568" fmla="*/ 555190 w 6545688"/>
              <a:gd name="connsiteY568" fmla="*/ 2860066 h 3341254"/>
              <a:gd name="connsiteX569" fmla="*/ 555190 w 6545688"/>
              <a:gd name="connsiteY569" fmla="*/ 2858376 h 3341254"/>
              <a:gd name="connsiteX570" fmla="*/ 567335 w 6545688"/>
              <a:gd name="connsiteY570" fmla="*/ 2837394 h 3341254"/>
              <a:gd name="connsiteX571" fmla="*/ 568787 w 6545688"/>
              <a:gd name="connsiteY571" fmla="*/ 2836549 h 3341254"/>
              <a:gd name="connsiteX572" fmla="*/ 475105 w 6545688"/>
              <a:gd name="connsiteY572" fmla="*/ 2832399 h 3341254"/>
              <a:gd name="connsiteX573" fmla="*/ 503774 w 6545688"/>
              <a:gd name="connsiteY573" fmla="*/ 2832399 h 3341254"/>
              <a:gd name="connsiteX574" fmla="*/ 505538 w 6545688"/>
              <a:gd name="connsiteY574" fmla="*/ 2833397 h 3341254"/>
              <a:gd name="connsiteX575" fmla="*/ 519834 w 6545688"/>
              <a:gd name="connsiteY575" fmla="*/ 2858223 h 3341254"/>
              <a:gd name="connsiteX576" fmla="*/ 519834 w 6545688"/>
              <a:gd name="connsiteY576" fmla="*/ 2860220 h 3341254"/>
              <a:gd name="connsiteX577" fmla="*/ 505464 w 6545688"/>
              <a:gd name="connsiteY577" fmla="*/ 2885045 h 3341254"/>
              <a:gd name="connsiteX578" fmla="*/ 503695 w 6545688"/>
              <a:gd name="connsiteY578" fmla="*/ 2886043 h 3341254"/>
              <a:gd name="connsiteX579" fmla="*/ 475027 w 6545688"/>
              <a:gd name="connsiteY579" fmla="*/ 2886043 h 3341254"/>
              <a:gd name="connsiteX580" fmla="*/ 473259 w 6545688"/>
              <a:gd name="connsiteY580" fmla="*/ 2885045 h 3341254"/>
              <a:gd name="connsiteX581" fmla="*/ 458962 w 6545688"/>
              <a:gd name="connsiteY581" fmla="*/ 2860220 h 3341254"/>
              <a:gd name="connsiteX582" fmla="*/ 458962 w 6545688"/>
              <a:gd name="connsiteY582" fmla="*/ 2858223 h 3341254"/>
              <a:gd name="connsiteX583" fmla="*/ 473339 w 6545688"/>
              <a:gd name="connsiteY583" fmla="*/ 2833397 h 3341254"/>
              <a:gd name="connsiteX584" fmla="*/ 475105 w 6545688"/>
              <a:gd name="connsiteY584" fmla="*/ 2832399 h 3341254"/>
              <a:gd name="connsiteX585" fmla="*/ 290658 w 6545688"/>
              <a:gd name="connsiteY585" fmla="*/ 2829710 h 3341254"/>
              <a:gd name="connsiteX586" fmla="*/ 322165 w 6545688"/>
              <a:gd name="connsiteY586" fmla="*/ 2829710 h 3341254"/>
              <a:gd name="connsiteX587" fmla="*/ 324089 w 6545688"/>
              <a:gd name="connsiteY587" fmla="*/ 2830787 h 3341254"/>
              <a:gd name="connsiteX588" fmla="*/ 339844 w 6545688"/>
              <a:gd name="connsiteY588" fmla="*/ 2858071 h 3341254"/>
              <a:gd name="connsiteX589" fmla="*/ 339844 w 6545688"/>
              <a:gd name="connsiteY589" fmla="*/ 2860298 h 3341254"/>
              <a:gd name="connsiteX590" fmla="*/ 324089 w 6545688"/>
              <a:gd name="connsiteY590" fmla="*/ 2887581 h 3341254"/>
              <a:gd name="connsiteX591" fmla="*/ 322165 w 6545688"/>
              <a:gd name="connsiteY591" fmla="*/ 2888658 h 3341254"/>
              <a:gd name="connsiteX592" fmla="*/ 290658 w 6545688"/>
              <a:gd name="connsiteY592" fmla="*/ 2888658 h 3341254"/>
              <a:gd name="connsiteX593" fmla="*/ 288730 w 6545688"/>
              <a:gd name="connsiteY593" fmla="*/ 2887581 h 3341254"/>
              <a:gd name="connsiteX594" fmla="*/ 272982 w 6545688"/>
              <a:gd name="connsiteY594" fmla="*/ 2860298 h 3341254"/>
              <a:gd name="connsiteX595" fmla="*/ 272982 w 6545688"/>
              <a:gd name="connsiteY595" fmla="*/ 2858071 h 3341254"/>
              <a:gd name="connsiteX596" fmla="*/ 288730 w 6545688"/>
              <a:gd name="connsiteY596" fmla="*/ 2830787 h 3341254"/>
              <a:gd name="connsiteX597" fmla="*/ 290658 w 6545688"/>
              <a:gd name="connsiteY597" fmla="*/ 2829710 h 3341254"/>
              <a:gd name="connsiteX598" fmla="*/ 655711 w 6545688"/>
              <a:gd name="connsiteY598" fmla="*/ 2828019 h 3341254"/>
              <a:gd name="connsiteX599" fmla="*/ 688992 w 6545688"/>
              <a:gd name="connsiteY599" fmla="*/ 2828019 h 3341254"/>
              <a:gd name="connsiteX600" fmla="*/ 690984 w 6545688"/>
              <a:gd name="connsiteY600" fmla="*/ 2829171 h 3341254"/>
              <a:gd name="connsiteX601" fmla="*/ 707592 w 6545688"/>
              <a:gd name="connsiteY601" fmla="*/ 2857993 h 3341254"/>
              <a:gd name="connsiteX602" fmla="*/ 707592 w 6545688"/>
              <a:gd name="connsiteY602" fmla="*/ 2860375 h 3341254"/>
              <a:gd name="connsiteX603" fmla="*/ 690916 w 6545688"/>
              <a:gd name="connsiteY603" fmla="*/ 2889195 h 3341254"/>
              <a:gd name="connsiteX604" fmla="*/ 688911 w 6545688"/>
              <a:gd name="connsiteY604" fmla="*/ 2890347 h 3341254"/>
              <a:gd name="connsiteX605" fmla="*/ 655637 w 6545688"/>
              <a:gd name="connsiteY605" fmla="*/ 2890347 h 3341254"/>
              <a:gd name="connsiteX606" fmla="*/ 653640 w 6545688"/>
              <a:gd name="connsiteY606" fmla="*/ 2889195 h 3341254"/>
              <a:gd name="connsiteX607" fmla="*/ 637037 w 6545688"/>
              <a:gd name="connsiteY607" fmla="*/ 2860375 h 3341254"/>
              <a:gd name="connsiteX608" fmla="*/ 637037 w 6545688"/>
              <a:gd name="connsiteY608" fmla="*/ 2857993 h 3341254"/>
              <a:gd name="connsiteX609" fmla="*/ 653716 w 6545688"/>
              <a:gd name="connsiteY609" fmla="*/ 2829171 h 3341254"/>
              <a:gd name="connsiteX610" fmla="*/ 655711 w 6545688"/>
              <a:gd name="connsiteY610" fmla="*/ 2828019 h 3341254"/>
              <a:gd name="connsiteX611" fmla="*/ 381107 w 6545688"/>
              <a:gd name="connsiteY611" fmla="*/ 2827789 h 3341254"/>
              <a:gd name="connsiteX612" fmla="*/ 414699 w 6545688"/>
              <a:gd name="connsiteY612" fmla="*/ 2827789 h 3341254"/>
              <a:gd name="connsiteX613" fmla="*/ 416774 w 6545688"/>
              <a:gd name="connsiteY613" fmla="*/ 2828942 h 3341254"/>
              <a:gd name="connsiteX614" fmla="*/ 433529 w 6545688"/>
              <a:gd name="connsiteY614" fmla="*/ 2858071 h 3341254"/>
              <a:gd name="connsiteX615" fmla="*/ 433529 w 6545688"/>
              <a:gd name="connsiteY615" fmla="*/ 2860453 h 3341254"/>
              <a:gd name="connsiteX616" fmla="*/ 416695 w 6545688"/>
              <a:gd name="connsiteY616" fmla="*/ 2889580 h 3341254"/>
              <a:gd name="connsiteX617" fmla="*/ 414620 w 6545688"/>
              <a:gd name="connsiteY617" fmla="*/ 2890733 h 3341254"/>
              <a:gd name="connsiteX618" fmla="*/ 381035 w 6545688"/>
              <a:gd name="connsiteY618" fmla="*/ 2890733 h 3341254"/>
              <a:gd name="connsiteX619" fmla="*/ 378960 w 6545688"/>
              <a:gd name="connsiteY619" fmla="*/ 2889580 h 3341254"/>
              <a:gd name="connsiteX620" fmla="*/ 362209 w 6545688"/>
              <a:gd name="connsiteY620" fmla="*/ 2860453 h 3341254"/>
              <a:gd name="connsiteX621" fmla="*/ 362209 w 6545688"/>
              <a:gd name="connsiteY621" fmla="*/ 2858071 h 3341254"/>
              <a:gd name="connsiteX622" fmla="*/ 379039 w 6545688"/>
              <a:gd name="connsiteY622" fmla="*/ 2828942 h 3341254"/>
              <a:gd name="connsiteX623" fmla="*/ 381107 w 6545688"/>
              <a:gd name="connsiteY623" fmla="*/ 2827789 h 3341254"/>
              <a:gd name="connsiteX624" fmla="*/ 3412074 w 6545688"/>
              <a:gd name="connsiteY624" fmla="*/ 2771147 h 3341254"/>
              <a:gd name="connsiteX625" fmla="*/ 3421449 w 6545688"/>
              <a:gd name="connsiteY625" fmla="*/ 2771147 h 3341254"/>
              <a:gd name="connsiteX626" fmla="*/ 3421988 w 6545688"/>
              <a:gd name="connsiteY626" fmla="*/ 2771454 h 3341254"/>
              <a:gd name="connsiteX627" fmla="*/ 3426675 w 6545688"/>
              <a:gd name="connsiteY627" fmla="*/ 2779601 h 3341254"/>
              <a:gd name="connsiteX628" fmla="*/ 3426675 w 6545688"/>
              <a:gd name="connsiteY628" fmla="*/ 2780292 h 3341254"/>
              <a:gd name="connsiteX629" fmla="*/ 3421988 w 6545688"/>
              <a:gd name="connsiteY629" fmla="*/ 2788438 h 3341254"/>
              <a:gd name="connsiteX630" fmla="*/ 3421449 w 6545688"/>
              <a:gd name="connsiteY630" fmla="*/ 2788746 h 3341254"/>
              <a:gd name="connsiteX631" fmla="*/ 3412074 w 6545688"/>
              <a:gd name="connsiteY631" fmla="*/ 2788746 h 3341254"/>
              <a:gd name="connsiteX632" fmla="*/ 3411535 w 6545688"/>
              <a:gd name="connsiteY632" fmla="*/ 2788438 h 3341254"/>
              <a:gd name="connsiteX633" fmla="*/ 3406847 w 6545688"/>
              <a:gd name="connsiteY633" fmla="*/ 2780292 h 3341254"/>
              <a:gd name="connsiteX634" fmla="*/ 3406847 w 6545688"/>
              <a:gd name="connsiteY634" fmla="*/ 2779601 h 3341254"/>
              <a:gd name="connsiteX635" fmla="*/ 3411535 w 6545688"/>
              <a:gd name="connsiteY635" fmla="*/ 2771454 h 3341254"/>
              <a:gd name="connsiteX636" fmla="*/ 3412074 w 6545688"/>
              <a:gd name="connsiteY636" fmla="*/ 2771147 h 3341254"/>
              <a:gd name="connsiteX637" fmla="*/ 2039142 w 6545688"/>
              <a:gd name="connsiteY637" fmla="*/ 2769917 h 3341254"/>
              <a:gd name="connsiteX638" fmla="*/ 2049901 w 6545688"/>
              <a:gd name="connsiteY638" fmla="*/ 2769917 h 3341254"/>
              <a:gd name="connsiteX639" fmla="*/ 2050594 w 6545688"/>
              <a:gd name="connsiteY639" fmla="*/ 2770300 h 3341254"/>
              <a:gd name="connsiteX640" fmla="*/ 2055972 w 6545688"/>
              <a:gd name="connsiteY640" fmla="*/ 2779601 h 3341254"/>
              <a:gd name="connsiteX641" fmla="*/ 2055972 w 6545688"/>
              <a:gd name="connsiteY641" fmla="*/ 2780368 h 3341254"/>
              <a:gd name="connsiteX642" fmla="*/ 2050594 w 6545688"/>
              <a:gd name="connsiteY642" fmla="*/ 2789669 h 3341254"/>
              <a:gd name="connsiteX643" fmla="*/ 2049901 w 6545688"/>
              <a:gd name="connsiteY643" fmla="*/ 2790052 h 3341254"/>
              <a:gd name="connsiteX644" fmla="*/ 2039142 w 6545688"/>
              <a:gd name="connsiteY644" fmla="*/ 2790052 h 3341254"/>
              <a:gd name="connsiteX645" fmla="*/ 2038451 w 6545688"/>
              <a:gd name="connsiteY645" fmla="*/ 2789669 h 3341254"/>
              <a:gd name="connsiteX646" fmla="*/ 2033070 w 6545688"/>
              <a:gd name="connsiteY646" fmla="*/ 2780368 h 3341254"/>
              <a:gd name="connsiteX647" fmla="*/ 2033070 w 6545688"/>
              <a:gd name="connsiteY647" fmla="*/ 2779601 h 3341254"/>
              <a:gd name="connsiteX648" fmla="*/ 2038451 w 6545688"/>
              <a:gd name="connsiteY648" fmla="*/ 2770300 h 3341254"/>
              <a:gd name="connsiteX649" fmla="*/ 2039142 w 6545688"/>
              <a:gd name="connsiteY649" fmla="*/ 2769917 h 3341254"/>
              <a:gd name="connsiteX650" fmla="*/ 3227852 w 6545688"/>
              <a:gd name="connsiteY650" fmla="*/ 2768764 h 3341254"/>
              <a:gd name="connsiteX651" fmla="*/ 3239764 w 6545688"/>
              <a:gd name="connsiteY651" fmla="*/ 2768764 h 3341254"/>
              <a:gd name="connsiteX652" fmla="*/ 3240457 w 6545688"/>
              <a:gd name="connsiteY652" fmla="*/ 2769148 h 3341254"/>
              <a:gd name="connsiteX653" fmla="*/ 3246450 w 6545688"/>
              <a:gd name="connsiteY653" fmla="*/ 2779523 h 3341254"/>
              <a:gd name="connsiteX654" fmla="*/ 3246450 w 6545688"/>
              <a:gd name="connsiteY654" fmla="*/ 2780368 h 3341254"/>
              <a:gd name="connsiteX655" fmla="*/ 3240457 w 6545688"/>
              <a:gd name="connsiteY655" fmla="*/ 2790745 h 3341254"/>
              <a:gd name="connsiteX656" fmla="*/ 3239764 w 6545688"/>
              <a:gd name="connsiteY656" fmla="*/ 2791129 h 3341254"/>
              <a:gd name="connsiteX657" fmla="*/ 3227852 w 6545688"/>
              <a:gd name="connsiteY657" fmla="*/ 2791129 h 3341254"/>
              <a:gd name="connsiteX658" fmla="*/ 3227159 w 6545688"/>
              <a:gd name="connsiteY658" fmla="*/ 2790745 h 3341254"/>
              <a:gd name="connsiteX659" fmla="*/ 3221167 w 6545688"/>
              <a:gd name="connsiteY659" fmla="*/ 2780368 h 3341254"/>
              <a:gd name="connsiteX660" fmla="*/ 3221167 w 6545688"/>
              <a:gd name="connsiteY660" fmla="*/ 2779523 h 3341254"/>
              <a:gd name="connsiteX661" fmla="*/ 3227159 w 6545688"/>
              <a:gd name="connsiteY661" fmla="*/ 2769148 h 3341254"/>
              <a:gd name="connsiteX662" fmla="*/ 3227852 w 6545688"/>
              <a:gd name="connsiteY662" fmla="*/ 2768764 h 3341254"/>
              <a:gd name="connsiteX663" fmla="*/ 3318311 w 6545688"/>
              <a:gd name="connsiteY663" fmla="*/ 2766919 h 3341254"/>
              <a:gd name="connsiteX664" fmla="*/ 3332222 w 6545688"/>
              <a:gd name="connsiteY664" fmla="*/ 2766919 h 3341254"/>
              <a:gd name="connsiteX665" fmla="*/ 3333067 w 6545688"/>
              <a:gd name="connsiteY665" fmla="*/ 2767380 h 3341254"/>
              <a:gd name="connsiteX666" fmla="*/ 3339983 w 6545688"/>
              <a:gd name="connsiteY666" fmla="*/ 2779445 h 3341254"/>
              <a:gd name="connsiteX667" fmla="*/ 3339983 w 6545688"/>
              <a:gd name="connsiteY667" fmla="*/ 2780446 h 3341254"/>
              <a:gd name="connsiteX668" fmla="*/ 3333067 w 6545688"/>
              <a:gd name="connsiteY668" fmla="*/ 2792511 h 3341254"/>
              <a:gd name="connsiteX669" fmla="*/ 3332222 w 6545688"/>
              <a:gd name="connsiteY669" fmla="*/ 2792972 h 3341254"/>
              <a:gd name="connsiteX670" fmla="*/ 3318311 w 6545688"/>
              <a:gd name="connsiteY670" fmla="*/ 2792972 h 3341254"/>
              <a:gd name="connsiteX671" fmla="*/ 3317465 w 6545688"/>
              <a:gd name="connsiteY671" fmla="*/ 2792511 h 3341254"/>
              <a:gd name="connsiteX672" fmla="*/ 3310548 w 6545688"/>
              <a:gd name="connsiteY672" fmla="*/ 2780446 h 3341254"/>
              <a:gd name="connsiteX673" fmla="*/ 3310548 w 6545688"/>
              <a:gd name="connsiteY673" fmla="*/ 2779445 h 3341254"/>
              <a:gd name="connsiteX674" fmla="*/ 3317465 w 6545688"/>
              <a:gd name="connsiteY674" fmla="*/ 2767380 h 3341254"/>
              <a:gd name="connsiteX675" fmla="*/ 3318311 w 6545688"/>
              <a:gd name="connsiteY675" fmla="*/ 2766919 h 3341254"/>
              <a:gd name="connsiteX676" fmla="*/ 660858 w 6545688"/>
              <a:gd name="connsiteY676" fmla="*/ 2758389 h 3341254"/>
              <a:gd name="connsiteX677" fmla="*/ 683840 w 6545688"/>
              <a:gd name="connsiteY677" fmla="*/ 2758389 h 3341254"/>
              <a:gd name="connsiteX678" fmla="*/ 685226 w 6545688"/>
              <a:gd name="connsiteY678" fmla="*/ 2759234 h 3341254"/>
              <a:gd name="connsiteX679" fmla="*/ 696681 w 6545688"/>
              <a:gd name="connsiteY679" fmla="*/ 2779140 h 3341254"/>
              <a:gd name="connsiteX680" fmla="*/ 696681 w 6545688"/>
              <a:gd name="connsiteY680" fmla="*/ 2780753 h 3341254"/>
              <a:gd name="connsiteX681" fmla="*/ 685144 w 6545688"/>
              <a:gd name="connsiteY681" fmla="*/ 2800659 h 3341254"/>
              <a:gd name="connsiteX682" fmla="*/ 683766 w 6545688"/>
              <a:gd name="connsiteY682" fmla="*/ 2801504 h 3341254"/>
              <a:gd name="connsiteX683" fmla="*/ 660784 w 6545688"/>
              <a:gd name="connsiteY683" fmla="*/ 2801504 h 3341254"/>
              <a:gd name="connsiteX684" fmla="*/ 659402 w 6545688"/>
              <a:gd name="connsiteY684" fmla="*/ 2800659 h 3341254"/>
              <a:gd name="connsiteX685" fmla="*/ 647952 w 6545688"/>
              <a:gd name="connsiteY685" fmla="*/ 2780753 h 3341254"/>
              <a:gd name="connsiteX686" fmla="*/ 647952 w 6545688"/>
              <a:gd name="connsiteY686" fmla="*/ 2779140 h 3341254"/>
              <a:gd name="connsiteX687" fmla="*/ 659487 w 6545688"/>
              <a:gd name="connsiteY687" fmla="*/ 2759234 h 3341254"/>
              <a:gd name="connsiteX688" fmla="*/ 660858 w 6545688"/>
              <a:gd name="connsiteY688" fmla="*/ 2758389 h 3341254"/>
              <a:gd name="connsiteX689" fmla="*/ 568867 w 6545688"/>
              <a:gd name="connsiteY689" fmla="*/ 2757466 h 3341254"/>
              <a:gd name="connsiteX690" fmla="*/ 592923 w 6545688"/>
              <a:gd name="connsiteY690" fmla="*/ 2757466 h 3341254"/>
              <a:gd name="connsiteX691" fmla="*/ 594379 w 6545688"/>
              <a:gd name="connsiteY691" fmla="*/ 2758311 h 3341254"/>
              <a:gd name="connsiteX692" fmla="*/ 606378 w 6545688"/>
              <a:gd name="connsiteY692" fmla="*/ 2779140 h 3341254"/>
              <a:gd name="connsiteX693" fmla="*/ 606378 w 6545688"/>
              <a:gd name="connsiteY693" fmla="*/ 2780829 h 3341254"/>
              <a:gd name="connsiteX694" fmla="*/ 594307 w 6545688"/>
              <a:gd name="connsiteY694" fmla="*/ 2801658 h 3341254"/>
              <a:gd name="connsiteX695" fmla="*/ 592847 w 6545688"/>
              <a:gd name="connsiteY695" fmla="*/ 2802503 h 3341254"/>
              <a:gd name="connsiteX696" fmla="*/ 568787 w 6545688"/>
              <a:gd name="connsiteY696" fmla="*/ 2802503 h 3341254"/>
              <a:gd name="connsiteX697" fmla="*/ 567335 w 6545688"/>
              <a:gd name="connsiteY697" fmla="*/ 2801658 h 3341254"/>
              <a:gd name="connsiteX698" fmla="*/ 555342 w 6545688"/>
              <a:gd name="connsiteY698" fmla="*/ 2780829 h 3341254"/>
              <a:gd name="connsiteX699" fmla="*/ 555342 w 6545688"/>
              <a:gd name="connsiteY699" fmla="*/ 2779140 h 3341254"/>
              <a:gd name="connsiteX700" fmla="*/ 567407 w 6545688"/>
              <a:gd name="connsiteY700" fmla="*/ 2758311 h 3341254"/>
              <a:gd name="connsiteX701" fmla="*/ 568867 w 6545688"/>
              <a:gd name="connsiteY701" fmla="*/ 2757466 h 3341254"/>
              <a:gd name="connsiteX702" fmla="*/ 475262 w 6545688"/>
              <a:gd name="connsiteY702" fmla="*/ 2753394 h 3341254"/>
              <a:gd name="connsiteX703" fmla="*/ 503617 w 6545688"/>
              <a:gd name="connsiteY703" fmla="*/ 2753394 h 3341254"/>
              <a:gd name="connsiteX704" fmla="*/ 505386 w 6545688"/>
              <a:gd name="connsiteY704" fmla="*/ 2754392 h 3341254"/>
              <a:gd name="connsiteX705" fmla="*/ 519525 w 6545688"/>
              <a:gd name="connsiteY705" fmla="*/ 2778986 h 3341254"/>
              <a:gd name="connsiteX706" fmla="*/ 519525 w 6545688"/>
              <a:gd name="connsiteY706" fmla="*/ 2780985 h 3341254"/>
              <a:gd name="connsiteX707" fmla="*/ 505310 w 6545688"/>
              <a:gd name="connsiteY707" fmla="*/ 2805578 h 3341254"/>
              <a:gd name="connsiteX708" fmla="*/ 503541 w 6545688"/>
              <a:gd name="connsiteY708" fmla="*/ 2806577 h 3341254"/>
              <a:gd name="connsiteX709" fmla="*/ 475184 w 6545688"/>
              <a:gd name="connsiteY709" fmla="*/ 2806577 h 3341254"/>
              <a:gd name="connsiteX710" fmla="*/ 473413 w 6545688"/>
              <a:gd name="connsiteY710" fmla="*/ 2805578 h 3341254"/>
              <a:gd name="connsiteX711" fmla="*/ 459279 w 6545688"/>
              <a:gd name="connsiteY711" fmla="*/ 2780985 h 3341254"/>
              <a:gd name="connsiteX712" fmla="*/ 459279 w 6545688"/>
              <a:gd name="connsiteY712" fmla="*/ 2778986 h 3341254"/>
              <a:gd name="connsiteX713" fmla="*/ 473491 w 6545688"/>
              <a:gd name="connsiteY713" fmla="*/ 2754392 h 3341254"/>
              <a:gd name="connsiteX714" fmla="*/ 475262 w 6545688"/>
              <a:gd name="connsiteY714" fmla="*/ 2753394 h 3341254"/>
              <a:gd name="connsiteX715" fmla="*/ 291115 w 6545688"/>
              <a:gd name="connsiteY715" fmla="*/ 2751165 h 3341254"/>
              <a:gd name="connsiteX716" fmla="*/ 321860 w 6545688"/>
              <a:gd name="connsiteY716" fmla="*/ 2751165 h 3341254"/>
              <a:gd name="connsiteX717" fmla="*/ 323703 w 6545688"/>
              <a:gd name="connsiteY717" fmla="*/ 2752241 h 3341254"/>
              <a:gd name="connsiteX718" fmla="*/ 339076 w 6545688"/>
              <a:gd name="connsiteY718" fmla="*/ 2778910 h 3341254"/>
              <a:gd name="connsiteX719" fmla="*/ 339076 w 6545688"/>
              <a:gd name="connsiteY719" fmla="*/ 2781061 h 3341254"/>
              <a:gd name="connsiteX720" fmla="*/ 323703 w 6545688"/>
              <a:gd name="connsiteY720" fmla="*/ 2807729 h 3341254"/>
              <a:gd name="connsiteX721" fmla="*/ 321860 w 6545688"/>
              <a:gd name="connsiteY721" fmla="*/ 2808806 h 3341254"/>
              <a:gd name="connsiteX722" fmla="*/ 291115 w 6545688"/>
              <a:gd name="connsiteY722" fmla="*/ 2808806 h 3341254"/>
              <a:gd name="connsiteX723" fmla="*/ 289271 w 6545688"/>
              <a:gd name="connsiteY723" fmla="*/ 2807729 h 3341254"/>
              <a:gd name="connsiteX724" fmla="*/ 273901 w 6545688"/>
              <a:gd name="connsiteY724" fmla="*/ 2781061 h 3341254"/>
              <a:gd name="connsiteX725" fmla="*/ 273901 w 6545688"/>
              <a:gd name="connsiteY725" fmla="*/ 2778910 h 3341254"/>
              <a:gd name="connsiteX726" fmla="*/ 289271 w 6545688"/>
              <a:gd name="connsiteY726" fmla="*/ 2752241 h 3341254"/>
              <a:gd name="connsiteX727" fmla="*/ 291115 w 6545688"/>
              <a:gd name="connsiteY727" fmla="*/ 2751165 h 3341254"/>
              <a:gd name="connsiteX728" fmla="*/ 381185 w 6545688"/>
              <a:gd name="connsiteY728" fmla="*/ 2748628 h 3341254"/>
              <a:gd name="connsiteX729" fmla="*/ 414620 w 6545688"/>
              <a:gd name="connsiteY729" fmla="*/ 2748628 h 3341254"/>
              <a:gd name="connsiteX730" fmla="*/ 416695 w 6545688"/>
              <a:gd name="connsiteY730" fmla="*/ 2749781 h 3341254"/>
              <a:gd name="connsiteX731" fmla="*/ 433373 w 6545688"/>
              <a:gd name="connsiteY731" fmla="*/ 2778756 h 3341254"/>
              <a:gd name="connsiteX732" fmla="*/ 433373 w 6545688"/>
              <a:gd name="connsiteY732" fmla="*/ 2781139 h 3341254"/>
              <a:gd name="connsiteX733" fmla="*/ 416615 w 6545688"/>
              <a:gd name="connsiteY733" fmla="*/ 2810112 h 3341254"/>
              <a:gd name="connsiteX734" fmla="*/ 414546 w 6545688"/>
              <a:gd name="connsiteY734" fmla="*/ 2811264 h 3341254"/>
              <a:gd name="connsiteX735" fmla="*/ 381107 w 6545688"/>
              <a:gd name="connsiteY735" fmla="*/ 2811264 h 3341254"/>
              <a:gd name="connsiteX736" fmla="*/ 379039 w 6545688"/>
              <a:gd name="connsiteY736" fmla="*/ 2810112 h 3341254"/>
              <a:gd name="connsiteX737" fmla="*/ 362363 w 6545688"/>
              <a:gd name="connsiteY737" fmla="*/ 2781139 h 3341254"/>
              <a:gd name="connsiteX738" fmla="*/ 362363 w 6545688"/>
              <a:gd name="connsiteY738" fmla="*/ 2778756 h 3341254"/>
              <a:gd name="connsiteX739" fmla="*/ 379110 w 6545688"/>
              <a:gd name="connsiteY739" fmla="*/ 2749781 h 3341254"/>
              <a:gd name="connsiteX740" fmla="*/ 381185 w 6545688"/>
              <a:gd name="connsiteY740" fmla="*/ 2748628 h 3341254"/>
              <a:gd name="connsiteX741" fmla="*/ 3596832 w 6545688"/>
              <a:gd name="connsiteY741" fmla="*/ 2695213 h 3341254"/>
              <a:gd name="connsiteX742" fmla="*/ 3602673 w 6545688"/>
              <a:gd name="connsiteY742" fmla="*/ 2695213 h 3341254"/>
              <a:gd name="connsiteX743" fmla="*/ 3603058 w 6545688"/>
              <a:gd name="connsiteY743" fmla="*/ 2695443 h 3341254"/>
              <a:gd name="connsiteX744" fmla="*/ 3605977 w 6545688"/>
              <a:gd name="connsiteY744" fmla="*/ 2700516 h 3341254"/>
              <a:gd name="connsiteX745" fmla="*/ 3605977 w 6545688"/>
              <a:gd name="connsiteY745" fmla="*/ 2700901 h 3341254"/>
              <a:gd name="connsiteX746" fmla="*/ 3603058 w 6545688"/>
              <a:gd name="connsiteY746" fmla="*/ 2705972 h 3341254"/>
              <a:gd name="connsiteX747" fmla="*/ 3602673 w 6545688"/>
              <a:gd name="connsiteY747" fmla="*/ 2706204 h 3341254"/>
              <a:gd name="connsiteX748" fmla="*/ 3596832 w 6545688"/>
              <a:gd name="connsiteY748" fmla="*/ 2706204 h 3341254"/>
              <a:gd name="connsiteX749" fmla="*/ 3596447 w 6545688"/>
              <a:gd name="connsiteY749" fmla="*/ 2705972 h 3341254"/>
              <a:gd name="connsiteX750" fmla="*/ 3593527 w 6545688"/>
              <a:gd name="connsiteY750" fmla="*/ 2700901 h 3341254"/>
              <a:gd name="connsiteX751" fmla="*/ 3593527 w 6545688"/>
              <a:gd name="connsiteY751" fmla="*/ 2700516 h 3341254"/>
              <a:gd name="connsiteX752" fmla="*/ 3596447 w 6545688"/>
              <a:gd name="connsiteY752" fmla="*/ 2695443 h 3341254"/>
              <a:gd name="connsiteX753" fmla="*/ 3596832 w 6545688"/>
              <a:gd name="connsiteY753" fmla="*/ 2695213 h 3341254"/>
              <a:gd name="connsiteX754" fmla="*/ 1400974 w 6545688"/>
              <a:gd name="connsiteY754" fmla="*/ 2694676 h 3341254"/>
              <a:gd name="connsiteX755" fmla="*/ 1407422 w 6545688"/>
              <a:gd name="connsiteY755" fmla="*/ 2694676 h 3341254"/>
              <a:gd name="connsiteX756" fmla="*/ 1407815 w 6545688"/>
              <a:gd name="connsiteY756" fmla="*/ 2694906 h 3341254"/>
              <a:gd name="connsiteX757" fmla="*/ 1411042 w 6545688"/>
              <a:gd name="connsiteY757" fmla="*/ 2700440 h 3341254"/>
              <a:gd name="connsiteX758" fmla="*/ 1411042 w 6545688"/>
              <a:gd name="connsiteY758" fmla="*/ 2700901 h 3341254"/>
              <a:gd name="connsiteX759" fmla="*/ 1407815 w 6545688"/>
              <a:gd name="connsiteY759" fmla="*/ 2706436 h 3341254"/>
              <a:gd name="connsiteX760" fmla="*/ 1407422 w 6545688"/>
              <a:gd name="connsiteY760" fmla="*/ 2706665 h 3341254"/>
              <a:gd name="connsiteX761" fmla="*/ 1400974 w 6545688"/>
              <a:gd name="connsiteY761" fmla="*/ 2706665 h 3341254"/>
              <a:gd name="connsiteX762" fmla="*/ 1400589 w 6545688"/>
              <a:gd name="connsiteY762" fmla="*/ 2706436 h 3341254"/>
              <a:gd name="connsiteX763" fmla="*/ 1397362 w 6545688"/>
              <a:gd name="connsiteY763" fmla="*/ 2700901 h 3341254"/>
              <a:gd name="connsiteX764" fmla="*/ 1397362 w 6545688"/>
              <a:gd name="connsiteY764" fmla="*/ 2700440 h 3341254"/>
              <a:gd name="connsiteX765" fmla="*/ 1400589 w 6545688"/>
              <a:gd name="connsiteY765" fmla="*/ 2694906 h 3341254"/>
              <a:gd name="connsiteX766" fmla="*/ 1400974 w 6545688"/>
              <a:gd name="connsiteY766" fmla="*/ 2694676 h 3341254"/>
              <a:gd name="connsiteX767" fmla="*/ 3504989 w 6545688"/>
              <a:gd name="connsiteY767" fmla="*/ 2694522 h 3341254"/>
              <a:gd name="connsiteX768" fmla="*/ 3511523 w 6545688"/>
              <a:gd name="connsiteY768" fmla="*/ 2694522 h 3341254"/>
              <a:gd name="connsiteX769" fmla="*/ 3511906 w 6545688"/>
              <a:gd name="connsiteY769" fmla="*/ 2694754 h 3341254"/>
              <a:gd name="connsiteX770" fmla="*/ 3515211 w 6545688"/>
              <a:gd name="connsiteY770" fmla="*/ 2700440 h 3341254"/>
              <a:gd name="connsiteX771" fmla="*/ 3515211 w 6545688"/>
              <a:gd name="connsiteY771" fmla="*/ 2700901 h 3341254"/>
              <a:gd name="connsiteX772" fmla="*/ 3511906 w 6545688"/>
              <a:gd name="connsiteY772" fmla="*/ 2706589 h 3341254"/>
              <a:gd name="connsiteX773" fmla="*/ 3511523 w 6545688"/>
              <a:gd name="connsiteY773" fmla="*/ 2706819 h 3341254"/>
              <a:gd name="connsiteX774" fmla="*/ 3504989 w 6545688"/>
              <a:gd name="connsiteY774" fmla="*/ 2706819 h 3341254"/>
              <a:gd name="connsiteX775" fmla="*/ 3504606 w 6545688"/>
              <a:gd name="connsiteY775" fmla="*/ 2706589 h 3341254"/>
              <a:gd name="connsiteX776" fmla="*/ 3501300 w 6545688"/>
              <a:gd name="connsiteY776" fmla="*/ 2700901 h 3341254"/>
              <a:gd name="connsiteX777" fmla="*/ 3501300 w 6545688"/>
              <a:gd name="connsiteY777" fmla="*/ 2700440 h 3341254"/>
              <a:gd name="connsiteX778" fmla="*/ 3504606 w 6545688"/>
              <a:gd name="connsiteY778" fmla="*/ 2694754 h 3341254"/>
              <a:gd name="connsiteX779" fmla="*/ 3504989 w 6545688"/>
              <a:gd name="connsiteY779" fmla="*/ 2694522 h 3341254"/>
              <a:gd name="connsiteX780" fmla="*/ 3410997 w 6545688"/>
              <a:gd name="connsiteY780" fmla="*/ 2689911 h 3341254"/>
              <a:gd name="connsiteX781" fmla="*/ 3422525 w 6545688"/>
              <a:gd name="connsiteY781" fmla="*/ 2689911 h 3341254"/>
              <a:gd name="connsiteX782" fmla="*/ 3423216 w 6545688"/>
              <a:gd name="connsiteY782" fmla="*/ 2690294 h 3341254"/>
              <a:gd name="connsiteX783" fmla="*/ 3428980 w 6545688"/>
              <a:gd name="connsiteY783" fmla="*/ 2700286 h 3341254"/>
              <a:gd name="connsiteX784" fmla="*/ 3428980 w 6545688"/>
              <a:gd name="connsiteY784" fmla="*/ 2701131 h 3341254"/>
              <a:gd name="connsiteX785" fmla="*/ 3423216 w 6545688"/>
              <a:gd name="connsiteY785" fmla="*/ 2711123 h 3341254"/>
              <a:gd name="connsiteX786" fmla="*/ 3422525 w 6545688"/>
              <a:gd name="connsiteY786" fmla="*/ 2711507 h 3341254"/>
              <a:gd name="connsiteX787" fmla="*/ 3410997 w 6545688"/>
              <a:gd name="connsiteY787" fmla="*/ 2711507 h 3341254"/>
              <a:gd name="connsiteX788" fmla="*/ 3410304 w 6545688"/>
              <a:gd name="connsiteY788" fmla="*/ 2711123 h 3341254"/>
              <a:gd name="connsiteX789" fmla="*/ 3404540 w 6545688"/>
              <a:gd name="connsiteY789" fmla="*/ 2701131 h 3341254"/>
              <a:gd name="connsiteX790" fmla="*/ 3404540 w 6545688"/>
              <a:gd name="connsiteY790" fmla="*/ 2700286 h 3341254"/>
              <a:gd name="connsiteX791" fmla="*/ 3410304 w 6545688"/>
              <a:gd name="connsiteY791" fmla="*/ 2690294 h 3341254"/>
              <a:gd name="connsiteX792" fmla="*/ 3410997 w 6545688"/>
              <a:gd name="connsiteY792" fmla="*/ 2689911 h 3341254"/>
              <a:gd name="connsiteX793" fmla="*/ 2129293 w 6545688"/>
              <a:gd name="connsiteY793" fmla="*/ 2688067 h 3341254"/>
              <a:gd name="connsiteX794" fmla="*/ 2142742 w 6545688"/>
              <a:gd name="connsiteY794" fmla="*/ 2688067 h 3341254"/>
              <a:gd name="connsiteX795" fmla="*/ 2143587 w 6545688"/>
              <a:gd name="connsiteY795" fmla="*/ 2688529 h 3341254"/>
              <a:gd name="connsiteX796" fmla="*/ 2150274 w 6545688"/>
              <a:gd name="connsiteY796" fmla="*/ 2700133 h 3341254"/>
              <a:gd name="connsiteX797" fmla="*/ 2150274 w 6545688"/>
              <a:gd name="connsiteY797" fmla="*/ 2701055 h 3341254"/>
              <a:gd name="connsiteX798" fmla="*/ 2143511 w 6545688"/>
              <a:gd name="connsiteY798" fmla="*/ 2712661 h 3341254"/>
              <a:gd name="connsiteX799" fmla="*/ 2142665 w 6545688"/>
              <a:gd name="connsiteY799" fmla="*/ 2713122 h 3341254"/>
              <a:gd name="connsiteX800" fmla="*/ 2129215 w 6545688"/>
              <a:gd name="connsiteY800" fmla="*/ 2713122 h 3341254"/>
              <a:gd name="connsiteX801" fmla="*/ 2128371 w 6545688"/>
              <a:gd name="connsiteY801" fmla="*/ 2712661 h 3341254"/>
              <a:gd name="connsiteX802" fmla="*/ 2121684 w 6545688"/>
              <a:gd name="connsiteY802" fmla="*/ 2701055 h 3341254"/>
              <a:gd name="connsiteX803" fmla="*/ 2121684 w 6545688"/>
              <a:gd name="connsiteY803" fmla="*/ 2700133 h 3341254"/>
              <a:gd name="connsiteX804" fmla="*/ 2128447 w 6545688"/>
              <a:gd name="connsiteY804" fmla="*/ 2688529 h 3341254"/>
              <a:gd name="connsiteX805" fmla="*/ 2129293 w 6545688"/>
              <a:gd name="connsiteY805" fmla="*/ 2688067 h 3341254"/>
              <a:gd name="connsiteX806" fmla="*/ 3226007 w 6545688"/>
              <a:gd name="connsiteY806" fmla="*/ 2685992 h 3341254"/>
              <a:gd name="connsiteX807" fmla="*/ 3241686 w 6545688"/>
              <a:gd name="connsiteY807" fmla="*/ 2685992 h 3341254"/>
              <a:gd name="connsiteX808" fmla="*/ 3242608 w 6545688"/>
              <a:gd name="connsiteY808" fmla="*/ 2686530 h 3341254"/>
              <a:gd name="connsiteX809" fmla="*/ 3250447 w 6545688"/>
              <a:gd name="connsiteY809" fmla="*/ 2700133 h 3341254"/>
              <a:gd name="connsiteX810" fmla="*/ 3250447 w 6545688"/>
              <a:gd name="connsiteY810" fmla="*/ 2701209 h 3341254"/>
              <a:gd name="connsiteX811" fmla="*/ 3242608 w 6545688"/>
              <a:gd name="connsiteY811" fmla="*/ 2714812 h 3341254"/>
              <a:gd name="connsiteX812" fmla="*/ 3241686 w 6545688"/>
              <a:gd name="connsiteY812" fmla="*/ 2715351 h 3341254"/>
              <a:gd name="connsiteX813" fmla="*/ 3226007 w 6545688"/>
              <a:gd name="connsiteY813" fmla="*/ 2715351 h 3341254"/>
              <a:gd name="connsiteX814" fmla="*/ 3225085 w 6545688"/>
              <a:gd name="connsiteY814" fmla="*/ 2714812 h 3341254"/>
              <a:gd name="connsiteX815" fmla="*/ 3217246 w 6545688"/>
              <a:gd name="connsiteY815" fmla="*/ 2701209 h 3341254"/>
              <a:gd name="connsiteX816" fmla="*/ 3217246 w 6545688"/>
              <a:gd name="connsiteY816" fmla="*/ 2700133 h 3341254"/>
              <a:gd name="connsiteX817" fmla="*/ 3225085 w 6545688"/>
              <a:gd name="connsiteY817" fmla="*/ 2686530 h 3341254"/>
              <a:gd name="connsiteX818" fmla="*/ 3226007 w 6545688"/>
              <a:gd name="connsiteY818" fmla="*/ 2685992 h 3341254"/>
              <a:gd name="connsiteX819" fmla="*/ 3316618 w 6545688"/>
              <a:gd name="connsiteY819" fmla="*/ 2684301 h 3341254"/>
              <a:gd name="connsiteX820" fmla="*/ 3334065 w 6545688"/>
              <a:gd name="connsiteY820" fmla="*/ 2684301 h 3341254"/>
              <a:gd name="connsiteX821" fmla="*/ 3335143 w 6545688"/>
              <a:gd name="connsiteY821" fmla="*/ 2684916 h 3341254"/>
              <a:gd name="connsiteX822" fmla="*/ 3343902 w 6545688"/>
              <a:gd name="connsiteY822" fmla="*/ 2700057 h 3341254"/>
              <a:gd name="connsiteX823" fmla="*/ 3343902 w 6545688"/>
              <a:gd name="connsiteY823" fmla="*/ 2701285 h 3341254"/>
              <a:gd name="connsiteX824" fmla="*/ 3335143 w 6545688"/>
              <a:gd name="connsiteY824" fmla="*/ 2716426 h 3341254"/>
              <a:gd name="connsiteX825" fmla="*/ 3334065 w 6545688"/>
              <a:gd name="connsiteY825" fmla="*/ 2717041 h 3341254"/>
              <a:gd name="connsiteX826" fmla="*/ 3316618 w 6545688"/>
              <a:gd name="connsiteY826" fmla="*/ 2717041 h 3341254"/>
              <a:gd name="connsiteX827" fmla="*/ 3315543 w 6545688"/>
              <a:gd name="connsiteY827" fmla="*/ 2716426 h 3341254"/>
              <a:gd name="connsiteX828" fmla="*/ 3306782 w 6545688"/>
              <a:gd name="connsiteY828" fmla="*/ 2701285 h 3341254"/>
              <a:gd name="connsiteX829" fmla="*/ 3306782 w 6545688"/>
              <a:gd name="connsiteY829" fmla="*/ 2700057 h 3341254"/>
              <a:gd name="connsiteX830" fmla="*/ 3315543 w 6545688"/>
              <a:gd name="connsiteY830" fmla="*/ 2684916 h 3341254"/>
              <a:gd name="connsiteX831" fmla="*/ 3316618 w 6545688"/>
              <a:gd name="connsiteY831" fmla="*/ 2684301 h 3341254"/>
              <a:gd name="connsiteX832" fmla="*/ 662789 w 6545688"/>
              <a:gd name="connsiteY832" fmla="*/ 2682763 h 3341254"/>
              <a:gd name="connsiteX833" fmla="*/ 681924 w 6545688"/>
              <a:gd name="connsiteY833" fmla="*/ 2682763 h 3341254"/>
              <a:gd name="connsiteX834" fmla="*/ 683075 w 6545688"/>
              <a:gd name="connsiteY834" fmla="*/ 2683454 h 3341254"/>
              <a:gd name="connsiteX835" fmla="*/ 692609 w 6545688"/>
              <a:gd name="connsiteY835" fmla="*/ 2699979 h 3341254"/>
              <a:gd name="connsiteX836" fmla="*/ 692609 w 6545688"/>
              <a:gd name="connsiteY836" fmla="*/ 2701361 h 3341254"/>
              <a:gd name="connsiteX837" fmla="*/ 683075 w 6545688"/>
              <a:gd name="connsiteY837" fmla="*/ 2717886 h 3341254"/>
              <a:gd name="connsiteX838" fmla="*/ 681924 w 6545688"/>
              <a:gd name="connsiteY838" fmla="*/ 2718577 h 3341254"/>
              <a:gd name="connsiteX839" fmla="*/ 662789 w 6545688"/>
              <a:gd name="connsiteY839" fmla="*/ 2718577 h 3341254"/>
              <a:gd name="connsiteX840" fmla="*/ 661631 w 6545688"/>
              <a:gd name="connsiteY840" fmla="*/ 2717886 h 3341254"/>
              <a:gd name="connsiteX841" fmla="*/ 652102 w 6545688"/>
              <a:gd name="connsiteY841" fmla="*/ 2701361 h 3341254"/>
              <a:gd name="connsiteX842" fmla="*/ 652102 w 6545688"/>
              <a:gd name="connsiteY842" fmla="*/ 2699979 h 3341254"/>
              <a:gd name="connsiteX843" fmla="*/ 661631 w 6545688"/>
              <a:gd name="connsiteY843" fmla="*/ 2683454 h 3341254"/>
              <a:gd name="connsiteX844" fmla="*/ 662789 w 6545688"/>
              <a:gd name="connsiteY844" fmla="*/ 2682763 h 3341254"/>
              <a:gd name="connsiteX845" fmla="*/ 569710 w 6545688"/>
              <a:gd name="connsiteY845" fmla="*/ 2679689 h 3341254"/>
              <a:gd name="connsiteX846" fmla="*/ 592078 w 6545688"/>
              <a:gd name="connsiteY846" fmla="*/ 2679689 h 3341254"/>
              <a:gd name="connsiteX847" fmla="*/ 593461 w 6545688"/>
              <a:gd name="connsiteY847" fmla="*/ 2680458 h 3341254"/>
              <a:gd name="connsiteX848" fmla="*/ 604683 w 6545688"/>
              <a:gd name="connsiteY848" fmla="*/ 2699825 h 3341254"/>
              <a:gd name="connsiteX849" fmla="*/ 604683 w 6545688"/>
              <a:gd name="connsiteY849" fmla="*/ 2701439 h 3341254"/>
              <a:gd name="connsiteX850" fmla="*/ 593461 w 6545688"/>
              <a:gd name="connsiteY850" fmla="*/ 2720806 h 3341254"/>
              <a:gd name="connsiteX851" fmla="*/ 592078 w 6545688"/>
              <a:gd name="connsiteY851" fmla="*/ 2721574 h 3341254"/>
              <a:gd name="connsiteX852" fmla="*/ 569710 w 6545688"/>
              <a:gd name="connsiteY852" fmla="*/ 2721574 h 3341254"/>
              <a:gd name="connsiteX853" fmla="*/ 568328 w 6545688"/>
              <a:gd name="connsiteY853" fmla="*/ 2720806 h 3341254"/>
              <a:gd name="connsiteX854" fmla="*/ 557106 w 6545688"/>
              <a:gd name="connsiteY854" fmla="*/ 2701439 h 3341254"/>
              <a:gd name="connsiteX855" fmla="*/ 557106 w 6545688"/>
              <a:gd name="connsiteY855" fmla="*/ 2699825 h 3341254"/>
              <a:gd name="connsiteX856" fmla="*/ 568328 w 6545688"/>
              <a:gd name="connsiteY856" fmla="*/ 2680458 h 3341254"/>
              <a:gd name="connsiteX857" fmla="*/ 569710 w 6545688"/>
              <a:gd name="connsiteY857" fmla="*/ 2679689 h 3341254"/>
              <a:gd name="connsiteX858" fmla="*/ 474877 w 6545688"/>
              <a:gd name="connsiteY858" fmla="*/ 2673388 h 3341254"/>
              <a:gd name="connsiteX859" fmla="*/ 504000 w 6545688"/>
              <a:gd name="connsiteY859" fmla="*/ 2673388 h 3341254"/>
              <a:gd name="connsiteX860" fmla="*/ 505770 w 6545688"/>
              <a:gd name="connsiteY860" fmla="*/ 2674387 h 3341254"/>
              <a:gd name="connsiteX861" fmla="*/ 520293 w 6545688"/>
              <a:gd name="connsiteY861" fmla="*/ 2699595 h 3341254"/>
              <a:gd name="connsiteX862" fmla="*/ 520293 w 6545688"/>
              <a:gd name="connsiteY862" fmla="*/ 2701670 h 3341254"/>
              <a:gd name="connsiteX863" fmla="*/ 505688 w 6545688"/>
              <a:gd name="connsiteY863" fmla="*/ 2726879 h 3341254"/>
              <a:gd name="connsiteX864" fmla="*/ 503926 w 6545688"/>
              <a:gd name="connsiteY864" fmla="*/ 2727878 h 3341254"/>
              <a:gd name="connsiteX865" fmla="*/ 474803 w 6545688"/>
              <a:gd name="connsiteY865" fmla="*/ 2727878 h 3341254"/>
              <a:gd name="connsiteX866" fmla="*/ 473026 w 6545688"/>
              <a:gd name="connsiteY866" fmla="*/ 2726879 h 3341254"/>
              <a:gd name="connsiteX867" fmla="*/ 458506 w 6545688"/>
              <a:gd name="connsiteY867" fmla="*/ 2701670 h 3341254"/>
              <a:gd name="connsiteX868" fmla="*/ 458506 w 6545688"/>
              <a:gd name="connsiteY868" fmla="*/ 2699595 h 3341254"/>
              <a:gd name="connsiteX869" fmla="*/ 473111 w 6545688"/>
              <a:gd name="connsiteY869" fmla="*/ 2674387 h 3341254"/>
              <a:gd name="connsiteX870" fmla="*/ 474877 w 6545688"/>
              <a:gd name="connsiteY870" fmla="*/ 2673388 h 3341254"/>
              <a:gd name="connsiteX871" fmla="*/ 748019 w 6545688"/>
              <a:gd name="connsiteY871" fmla="*/ 2671005 h 3341254"/>
              <a:gd name="connsiteX872" fmla="*/ 779679 w 6545688"/>
              <a:gd name="connsiteY872" fmla="*/ 2671005 h 3341254"/>
              <a:gd name="connsiteX873" fmla="*/ 781598 w 6545688"/>
              <a:gd name="connsiteY873" fmla="*/ 2672158 h 3341254"/>
              <a:gd name="connsiteX874" fmla="*/ 797426 w 6545688"/>
              <a:gd name="connsiteY874" fmla="*/ 2699595 h 3341254"/>
              <a:gd name="connsiteX875" fmla="*/ 797426 w 6545688"/>
              <a:gd name="connsiteY875" fmla="*/ 2701824 h 3341254"/>
              <a:gd name="connsiteX876" fmla="*/ 781598 w 6545688"/>
              <a:gd name="connsiteY876" fmla="*/ 2729262 h 3341254"/>
              <a:gd name="connsiteX877" fmla="*/ 779679 w 6545688"/>
              <a:gd name="connsiteY877" fmla="*/ 2730414 h 3341254"/>
              <a:gd name="connsiteX878" fmla="*/ 748019 w 6545688"/>
              <a:gd name="connsiteY878" fmla="*/ 2730414 h 3341254"/>
              <a:gd name="connsiteX879" fmla="*/ 746096 w 6545688"/>
              <a:gd name="connsiteY879" fmla="*/ 2729262 h 3341254"/>
              <a:gd name="connsiteX880" fmla="*/ 730266 w 6545688"/>
              <a:gd name="connsiteY880" fmla="*/ 2701824 h 3341254"/>
              <a:gd name="connsiteX881" fmla="*/ 730266 w 6545688"/>
              <a:gd name="connsiteY881" fmla="*/ 2699595 h 3341254"/>
              <a:gd name="connsiteX882" fmla="*/ 746096 w 6545688"/>
              <a:gd name="connsiteY882" fmla="*/ 2672158 h 3341254"/>
              <a:gd name="connsiteX883" fmla="*/ 748019 w 6545688"/>
              <a:gd name="connsiteY883" fmla="*/ 2671005 h 3341254"/>
              <a:gd name="connsiteX884" fmla="*/ 290578 w 6545688"/>
              <a:gd name="connsiteY884" fmla="*/ 2671005 h 3341254"/>
              <a:gd name="connsiteX885" fmla="*/ 322245 w 6545688"/>
              <a:gd name="connsiteY885" fmla="*/ 2671005 h 3341254"/>
              <a:gd name="connsiteX886" fmla="*/ 324164 w 6545688"/>
              <a:gd name="connsiteY886" fmla="*/ 2672158 h 3341254"/>
              <a:gd name="connsiteX887" fmla="*/ 339998 w 6545688"/>
              <a:gd name="connsiteY887" fmla="*/ 2699595 h 3341254"/>
              <a:gd name="connsiteX888" fmla="*/ 339998 w 6545688"/>
              <a:gd name="connsiteY888" fmla="*/ 2701824 h 3341254"/>
              <a:gd name="connsiteX889" fmla="*/ 324164 w 6545688"/>
              <a:gd name="connsiteY889" fmla="*/ 2729262 h 3341254"/>
              <a:gd name="connsiteX890" fmla="*/ 322245 w 6545688"/>
              <a:gd name="connsiteY890" fmla="*/ 2730414 h 3341254"/>
              <a:gd name="connsiteX891" fmla="*/ 290578 w 6545688"/>
              <a:gd name="connsiteY891" fmla="*/ 2730414 h 3341254"/>
              <a:gd name="connsiteX892" fmla="*/ 288656 w 6545688"/>
              <a:gd name="connsiteY892" fmla="*/ 2729262 h 3341254"/>
              <a:gd name="connsiteX893" fmla="*/ 272823 w 6545688"/>
              <a:gd name="connsiteY893" fmla="*/ 2701824 h 3341254"/>
              <a:gd name="connsiteX894" fmla="*/ 272823 w 6545688"/>
              <a:gd name="connsiteY894" fmla="*/ 2699595 h 3341254"/>
              <a:gd name="connsiteX895" fmla="*/ 288656 w 6545688"/>
              <a:gd name="connsiteY895" fmla="*/ 2672158 h 3341254"/>
              <a:gd name="connsiteX896" fmla="*/ 290578 w 6545688"/>
              <a:gd name="connsiteY896" fmla="*/ 2671005 h 3341254"/>
              <a:gd name="connsiteX897" fmla="*/ 380803 w 6545688"/>
              <a:gd name="connsiteY897" fmla="*/ 2668623 h 3341254"/>
              <a:gd name="connsiteX898" fmla="*/ 415003 w 6545688"/>
              <a:gd name="connsiteY898" fmla="*/ 2668623 h 3341254"/>
              <a:gd name="connsiteX899" fmla="*/ 417078 w 6545688"/>
              <a:gd name="connsiteY899" fmla="*/ 2669853 h 3341254"/>
              <a:gd name="connsiteX900" fmla="*/ 434142 w 6545688"/>
              <a:gd name="connsiteY900" fmla="*/ 2699441 h 3341254"/>
              <a:gd name="connsiteX901" fmla="*/ 434142 w 6545688"/>
              <a:gd name="connsiteY901" fmla="*/ 2701824 h 3341254"/>
              <a:gd name="connsiteX902" fmla="*/ 416999 w 6545688"/>
              <a:gd name="connsiteY902" fmla="*/ 2731413 h 3341254"/>
              <a:gd name="connsiteX903" fmla="*/ 414925 w 6545688"/>
              <a:gd name="connsiteY903" fmla="*/ 2732643 h 3341254"/>
              <a:gd name="connsiteX904" fmla="*/ 380723 w 6545688"/>
              <a:gd name="connsiteY904" fmla="*/ 2732643 h 3341254"/>
              <a:gd name="connsiteX905" fmla="*/ 378650 w 6545688"/>
              <a:gd name="connsiteY905" fmla="*/ 2731413 h 3341254"/>
              <a:gd name="connsiteX906" fmla="*/ 361588 w 6545688"/>
              <a:gd name="connsiteY906" fmla="*/ 2701824 h 3341254"/>
              <a:gd name="connsiteX907" fmla="*/ 361588 w 6545688"/>
              <a:gd name="connsiteY907" fmla="*/ 2699441 h 3341254"/>
              <a:gd name="connsiteX908" fmla="*/ 378730 w 6545688"/>
              <a:gd name="connsiteY908" fmla="*/ 2669853 h 3341254"/>
              <a:gd name="connsiteX909" fmla="*/ 380803 w 6545688"/>
              <a:gd name="connsiteY909" fmla="*/ 2668623 h 3341254"/>
              <a:gd name="connsiteX910" fmla="*/ 3596677 w 6545688"/>
              <a:gd name="connsiteY910" fmla="*/ 2615669 h 3341254"/>
              <a:gd name="connsiteX911" fmla="*/ 3602825 w 6545688"/>
              <a:gd name="connsiteY911" fmla="*/ 2615669 h 3341254"/>
              <a:gd name="connsiteX912" fmla="*/ 3603210 w 6545688"/>
              <a:gd name="connsiteY912" fmla="*/ 2615901 h 3341254"/>
              <a:gd name="connsiteX913" fmla="*/ 3606283 w 6545688"/>
              <a:gd name="connsiteY913" fmla="*/ 2621203 h 3341254"/>
              <a:gd name="connsiteX914" fmla="*/ 3606283 w 6545688"/>
              <a:gd name="connsiteY914" fmla="*/ 2621665 h 3341254"/>
              <a:gd name="connsiteX915" fmla="*/ 3603210 w 6545688"/>
              <a:gd name="connsiteY915" fmla="*/ 2626967 h 3341254"/>
              <a:gd name="connsiteX916" fmla="*/ 3602825 w 6545688"/>
              <a:gd name="connsiteY916" fmla="*/ 2627197 h 3341254"/>
              <a:gd name="connsiteX917" fmla="*/ 3596677 w 6545688"/>
              <a:gd name="connsiteY917" fmla="*/ 2627197 h 3341254"/>
              <a:gd name="connsiteX918" fmla="*/ 3596291 w 6545688"/>
              <a:gd name="connsiteY918" fmla="*/ 2626967 h 3341254"/>
              <a:gd name="connsiteX919" fmla="*/ 3593217 w 6545688"/>
              <a:gd name="connsiteY919" fmla="*/ 2621665 h 3341254"/>
              <a:gd name="connsiteX920" fmla="*/ 3593217 w 6545688"/>
              <a:gd name="connsiteY920" fmla="*/ 2621203 h 3341254"/>
              <a:gd name="connsiteX921" fmla="*/ 3596291 w 6545688"/>
              <a:gd name="connsiteY921" fmla="*/ 2615901 h 3341254"/>
              <a:gd name="connsiteX922" fmla="*/ 3596677 w 6545688"/>
              <a:gd name="connsiteY922" fmla="*/ 2615669 h 3341254"/>
              <a:gd name="connsiteX923" fmla="*/ 2862332 w 6545688"/>
              <a:gd name="connsiteY923" fmla="*/ 2611058 h 3341254"/>
              <a:gd name="connsiteX924" fmla="*/ 2873398 w 6545688"/>
              <a:gd name="connsiteY924" fmla="*/ 2611058 h 3341254"/>
              <a:gd name="connsiteX925" fmla="*/ 2874089 w 6545688"/>
              <a:gd name="connsiteY925" fmla="*/ 2611441 h 3341254"/>
              <a:gd name="connsiteX926" fmla="*/ 2879623 w 6545688"/>
              <a:gd name="connsiteY926" fmla="*/ 2621050 h 3341254"/>
              <a:gd name="connsiteX927" fmla="*/ 2879623 w 6545688"/>
              <a:gd name="connsiteY927" fmla="*/ 2621817 h 3341254"/>
              <a:gd name="connsiteX928" fmla="*/ 2874089 w 6545688"/>
              <a:gd name="connsiteY928" fmla="*/ 2631423 h 3341254"/>
              <a:gd name="connsiteX929" fmla="*/ 2873398 w 6545688"/>
              <a:gd name="connsiteY929" fmla="*/ 2631808 h 3341254"/>
              <a:gd name="connsiteX930" fmla="*/ 2862332 w 6545688"/>
              <a:gd name="connsiteY930" fmla="*/ 2631808 h 3341254"/>
              <a:gd name="connsiteX931" fmla="*/ 2861641 w 6545688"/>
              <a:gd name="connsiteY931" fmla="*/ 2631423 h 3341254"/>
              <a:gd name="connsiteX932" fmla="*/ 2856106 w 6545688"/>
              <a:gd name="connsiteY932" fmla="*/ 2621817 h 3341254"/>
              <a:gd name="connsiteX933" fmla="*/ 2856106 w 6545688"/>
              <a:gd name="connsiteY933" fmla="*/ 2621050 h 3341254"/>
              <a:gd name="connsiteX934" fmla="*/ 2861641 w 6545688"/>
              <a:gd name="connsiteY934" fmla="*/ 2611441 h 3341254"/>
              <a:gd name="connsiteX935" fmla="*/ 2862332 w 6545688"/>
              <a:gd name="connsiteY935" fmla="*/ 2611058 h 3341254"/>
              <a:gd name="connsiteX936" fmla="*/ 2221748 w 6545688"/>
              <a:gd name="connsiteY936" fmla="*/ 2610596 h 3341254"/>
              <a:gd name="connsiteX937" fmla="*/ 2233275 w 6545688"/>
              <a:gd name="connsiteY937" fmla="*/ 2610596 h 3341254"/>
              <a:gd name="connsiteX938" fmla="*/ 2233968 w 6545688"/>
              <a:gd name="connsiteY938" fmla="*/ 2610980 h 3341254"/>
              <a:gd name="connsiteX939" fmla="*/ 2239732 w 6545688"/>
              <a:gd name="connsiteY939" fmla="*/ 2620972 h 3341254"/>
              <a:gd name="connsiteX940" fmla="*/ 2239732 w 6545688"/>
              <a:gd name="connsiteY940" fmla="*/ 2621817 h 3341254"/>
              <a:gd name="connsiteX941" fmla="*/ 2233968 w 6545688"/>
              <a:gd name="connsiteY941" fmla="*/ 2631808 h 3341254"/>
              <a:gd name="connsiteX942" fmla="*/ 2233275 w 6545688"/>
              <a:gd name="connsiteY942" fmla="*/ 2632192 h 3341254"/>
              <a:gd name="connsiteX943" fmla="*/ 2221748 w 6545688"/>
              <a:gd name="connsiteY943" fmla="*/ 2632192 h 3341254"/>
              <a:gd name="connsiteX944" fmla="*/ 2221057 w 6545688"/>
              <a:gd name="connsiteY944" fmla="*/ 2631808 h 3341254"/>
              <a:gd name="connsiteX945" fmla="*/ 2215292 w 6545688"/>
              <a:gd name="connsiteY945" fmla="*/ 2621817 h 3341254"/>
              <a:gd name="connsiteX946" fmla="*/ 2215292 w 6545688"/>
              <a:gd name="connsiteY946" fmla="*/ 2620972 h 3341254"/>
              <a:gd name="connsiteX947" fmla="*/ 2221057 w 6545688"/>
              <a:gd name="connsiteY947" fmla="*/ 2610980 h 3341254"/>
              <a:gd name="connsiteX948" fmla="*/ 2221748 w 6545688"/>
              <a:gd name="connsiteY948" fmla="*/ 2610596 h 3341254"/>
              <a:gd name="connsiteX949" fmla="*/ 3501532 w 6545688"/>
              <a:gd name="connsiteY949" fmla="*/ 2608829 h 3341254"/>
              <a:gd name="connsiteX950" fmla="*/ 3514981 w 6545688"/>
              <a:gd name="connsiteY950" fmla="*/ 2608829 h 3341254"/>
              <a:gd name="connsiteX951" fmla="*/ 3515826 w 6545688"/>
              <a:gd name="connsiteY951" fmla="*/ 2609290 h 3341254"/>
              <a:gd name="connsiteX952" fmla="*/ 3522513 w 6545688"/>
              <a:gd name="connsiteY952" fmla="*/ 2620896 h 3341254"/>
              <a:gd name="connsiteX953" fmla="*/ 3522513 w 6545688"/>
              <a:gd name="connsiteY953" fmla="*/ 2621817 h 3341254"/>
              <a:gd name="connsiteX954" fmla="*/ 3515750 w 6545688"/>
              <a:gd name="connsiteY954" fmla="*/ 2633422 h 3341254"/>
              <a:gd name="connsiteX955" fmla="*/ 3514903 w 6545688"/>
              <a:gd name="connsiteY955" fmla="*/ 2633884 h 3341254"/>
              <a:gd name="connsiteX956" fmla="*/ 3501454 w 6545688"/>
              <a:gd name="connsiteY956" fmla="*/ 2633884 h 3341254"/>
              <a:gd name="connsiteX957" fmla="*/ 3500610 w 6545688"/>
              <a:gd name="connsiteY957" fmla="*/ 2633422 h 3341254"/>
              <a:gd name="connsiteX958" fmla="*/ 3493923 w 6545688"/>
              <a:gd name="connsiteY958" fmla="*/ 2621817 h 3341254"/>
              <a:gd name="connsiteX959" fmla="*/ 3493923 w 6545688"/>
              <a:gd name="connsiteY959" fmla="*/ 2620896 h 3341254"/>
              <a:gd name="connsiteX960" fmla="*/ 3500685 w 6545688"/>
              <a:gd name="connsiteY960" fmla="*/ 2609290 h 3341254"/>
              <a:gd name="connsiteX961" fmla="*/ 3501532 w 6545688"/>
              <a:gd name="connsiteY961" fmla="*/ 2608829 h 3341254"/>
              <a:gd name="connsiteX962" fmla="*/ 1396439 w 6545688"/>
              <a:gd name="connsiteY962" fmla="*/ 2606831 h 3341254"/>
              <a:gd name="connsiteX963" fmla="*/ 1411965 w 6545688"/>
              <a:gd name="connsiteY963" fmla="*/ 2606831 h 3341254"/>
              <a:gd name="connsiteX964" fmla="*/ 1412889 w 6545688"/>
              <a:gd name="connsiteY964" fmla="*/ 2607369 h 3341254"/>
              <a:gd name="connsiteX965" fmla="*/ 1420649 w 6545688"/>
              <a:gd name="connsiteY965" fmla="*/ 2620820 h 3341254"/>
              <a:gd name="connsiteX966" fmla="*/ 1420649 w 6545688"/>
              <a:gd name="connsiteY966" fmla="*/ 2621894 h 3341254"/>
              <a:gd name="connsiteX967" fmla="*/ 1412889 w 6545688"/>
              <a:gd name="connsiteY967" fmla="*/ 2635344 h 3341254"/>
              <a:gd name="connsiteX968" fmla="*/ 1411965 w 6545688"/>
              <a:gd name="connsiteY968" fmla="*/ 2635883 h 3341254"/>
              <a:gd name="connsiteX969" fmla="*/ 1396439 w 6545688"/>
              <a:gd name="connsiteY969" fmla="*/ 2635883 h 3341254"/>
              <a:gd name="connsiteX970" fmla="*/ 1395516 w 6545688"/>
              <a:gd name="connsiteY970" fmla="*/ 2635344 h 3341254"/>
              <a:gd name="connsiteX971" fmla="*/ 1387753 w 6545688"/>
              <a:gd name="connsiteY971" fmla="*/ 2621894 h 3341254"/>
              <a:gd name="connsiteX972" fmla="*/ 1387753 w 6545688"/>
              <a:gd name="connsiteY972" fmla="*/ 2620820 h 3341254"/>
              <a:gd name="connsiteX973" fmla="*/ 1395516 w 6545688"/>
              <a:gd name="connsiteY973" fmla="*/ 2607369 h 3341254"/>
              <a:gd name="connsiteX974" fmla="*/ 1396439 w 6545688"/>
              <a:gd name="connsiteY974" fmla="*/ 2606831 h 3341254"/>
              <a:gd name="connsiteX975" fmla="*/ 664171 w 6545688"/>
              <a:gd name="connsiteY975" fmla="*/ 2605985 h 3341254"/>
              <a:gd name="connsiteX976" fmla="*/ 680614 w 6545688"/>
              <a:gd name="connsiteY976" fmla="*/ 2605985 h 3341254"/>
              <a:gd name="connsiteX977" fmla="*/ 681613 w 6545688"/>
              <a:gd name="connsiteY977" fmla="*/ 2606600 h 3341254"/>
              <a:gd name="connsiteX978" fmla="*/ 689839 w 6545688"/>
              <a:gd name="connsiteY978" fmla="*/ 2620818 h 3341254"/>
              <a:gd name="connsiteX979" fmla="*/ 689839 w 6545688"/>
              <a:gd name="connsiteY979" fmla="*/ 2621970 h 3341254"/>
              <a:gd name="connsiteX980" fmla="*/ 681613 w 6545688"/>
              <a:gd name="connsiteY980" fmla="*/ 2636188 h 3341254"/>
              <a:gd name="connsiteX981" fmla="*/ 680614 w 6545688"/>
              <a:gd name="connsiteY981" fmla="*/ 2636803 h 3341254"/>
              <a:gd name="connsiteX982" fmla="*/ 664171 w 6545688"/>
              <a:gd name="connsiteY982" fmla="*/ 2636803 h 3341254"/>
              <a:gd name="connsiteX983" fmla="*/ 663167 w 6545688"/>
              <a:gd name="connsiteY983" fmla="*/ 2636188 h 3341254"/>
              <a:gd name="connsiteX984" fmla="*/ 654948 w 6545688"/>
              <a:gd name="connsiteY984" fmla="*/ 2621970 h 3341254"/>
              <a:gd name="connsiteX985" fmla="*/ 654948 w 6545688"/>
              <a:gd name="connsiteY985" fmla="*/ 2620818 h 3341254"/>
              <a:gd name="connsiteX986" fmla="*/ 663167 w 6545688"/>
              <a:gd name="connsiteY986" fmla="*/ 2606600 h 3341254"/>
              <a:gd name="connsiteX987" fmla="*/ 664171 w 6545688"/>
              <a:gd name="connsiteY987" fmla="*/ 2605985 h 3341254"/>
              <a:gd name="connsiteX988" fmla="*/ 2310439 w 6545688"/>
              <a:gd name="connsiteY988" fmla="*/ 2605294 h 3341254"/>
              <a:gd name="connsiteX989" fmla="*/ 2327577 w 6545688"/>
              <a:gd name="connsiteY989" fmla="*/ 2605294 h 3341254"/>
              <a:gd name="connsiteX990" fmla="*/ 2328653 w 6545688"/>
              <a:gd name="connsiteY990" fmla="*/ 2605909 h 3341254"/>
              <a:gd name="connsiteX991" fmla="*/ 2337261 w 6545688"/>
              <a:gd name="connsiteY991" fmla="*/ 2620818 h 3341254"/>
              <a:gd name="connsiteX992" fmla="*/ 2337261 w 6545688"/>
              <a:gd name="connsiteY992" fmla="*/ 2622048 h 3341254"/>
              <a:gd name="connsiteX993" fmla="*/ 2328653 w 6545688"/>
              <a:gd name="connsiteY993" fmla="*/ 2636957 h 3341254"/>
              <a:gd name="connsiteX994" fmla="*/ 2327577 w 6545688"/>
              <a:gd name="connsiteY994" fmla="*/ 2637572 h 3341254"/>
              <a:gd name="connsiteX995" fmla="*/ 2310439 w 6545688"/>
              <a:gd name="connsiteY995" fmla="*/ 2637572 h 3341254"/>
              <a:gd name="connsiteX996" fmla="*/ 2309363 w 6545688"/>
              <a:gd name="connsiteY996" fmla="*/ 2636957 h 3341254"/>
              <a:gd name="connsiteX997" fmla="*/ 2300755 w 6545688"/>
              <a:gd name="connsiteY997" fmla="*/ 2622048 h 3341254"/>
              <a:gd name="connsiteX998" fmla="*/ 2300755 w 6545688"/>
              <a:gd name="connsiteY998" fmla="*/ 2620818 h 3341254"/>
              <a:gd name="connsiteX999" fmla="*/ 2309363 w 6545688"/>
              <a:gd name="connsiteY999" fmla="*/ 2605909 h 3341254"/>
              <a:gd name="connsiteX1000" fmla="*/ 2310439 w 6545688"/>
              <a:gd name="connsiteY1000" fmla="*/ 2605294 h 3341254"/>
              <a:gd name="connsiteX1001" fmla="*/ 2400590 w 6545688"/>
              <a:gd name="connsiteY1001" fmla="*/ 2602757 h 3341254"/>
              <a:gd name="connsiteX1002" fmla="*/ 2420419 w 6545688"/>
              <a:gd name="connsiteY1002" fmla="*/ 2602757 h 3341254"/>
              <a:gd name="connsiteX1003" fmla="*/ 2421649 w 6545688"/>
              <a:gd name="connsiteY1003" fmla="*/ 2603448 h 3341254"/>
              <a:gd name="connsiteX1004" fmla="*/ 2431563 w 6545688"/>
              <a:gd name="connsiteY1004" fmla="*/ 2620664 h 3341254"/>
              <a:gd name="connsiteX1005" fmla="*/ 2431563 w 6545688"/>
              <a:gd name="connsiteY1005" fmla="*/ 2622048 h 3341254"/>
              <a:gd name="connsiteX1006" fmla="*/ 2421649 w 6545688"/>
              <a:gd name="connsiteY1006" fmla="*/ 2639264 h 3341254"/>
              <a:gd name="connsiteX1007" fmla="*/ 2420419 w 6545688"/>
              <a:gd name="connsiteY1007" fmla="*/ 2639955 h 3341254"/>
              <a:gd name="connsiteX1008" fmla="*/ 2400590 w 6545688"/>
              <a:gd name="connsiteY1008" fmla="*/ 2639955 h 3341254"/>
              <a:gd name="connsiteX1009" fmla="*/ 2399360 w 6545688"/>
              <a:gd name="connsiteY1009" fmla="*/ 2639264 h 3341254"/>
              <a:gd name="connsiteX1010" fmla="*/ 2389446 w 6545688"/>
              <a:gd name="connsiteY1010" fmla="*/ 2622048 h 3341254"/>
              <a:gd name="connsiteX1011" fmla="*/ 2389446 w 6545688"/>
              <a:gd name="connsiteY1011" fmla="*/ 2620664 h 3341254"/>
              <a:gd name="connsiteX1012" fmla="*/ 2399360 w 6545688"/>
              <a:gd name="connsiteY1012" fmla="*/ 2603448 h 3341254"/>
              <a:gd name="connsiteX1013" fmla="*/ 2400590 w 6545688"/>
              <a:gd name="connsiteY1013" fmla="*/ 2602757 h 3341254"/>
              <a:gd name="connsiteX1014" fmla="*/ 753853 w 6545688"/>
              <a:gd name="connsiteY1014" fmla="*/ 2602681 h 3341254"/>
              <a:gd name="connsiteX1015" fmla="*/ 773835 w 6545688"/>
              <a:gd name="connsiteY1015" fmla="*/ 2602681 h 3341254"/>
              <a:gd name="connsiteX1016" fmla="*/ 775069 w 6545688"/>
              <a:gd name="connsiteY1016" fmla="*/ 2603372 h 3341254"/>
              <a:gd name="connsiteX1017" fmla="*/ 785059 w 6545688"/>
              <a:gd name="connsiteY1017" fmla="*/ 2620742 h 3341254"/>
              <a:gd name="connsiteX1018" fmla="*/ 785059 w 6545688"/>
              <a:gd name="connsiteY1018" fmla="*/ 2622126 h 3341254"/>
              <a:gd name="connsiteX1019" fmla="*/ 775069 w 6545688"/>
              <a:gd name="connsiteY1019" fmla="*/ 2639496 h 3341254"/>
              <a:gd name="connsiteX1020" fmla="*/ 773835 w 6545688"/>
              <a:gd name="connsiteY1020" fmla="*/ 2640187 h 3341254"/>
              <a:gd name="connsiteX1021" fmla="*/ 753853 w 6545688"/>
              <a:gd name="connsiteY1021" fmla="*/ 2640187 h 3341254"/>
              <a:gd name="connsiteX1022" fmla="*/ 752629 w 6545688"/>
              <a:gd name="connsiteY1022" fmla="*/ 2639496 h 3341254"/>
              <a:gd name="connsiteX1023" fmla="*/ 742633 w 6545688"/>
              <a:gd name="connsiteY1023" fmla="*/ 2622126 h 3341254"/>
              <a:gd name="connsiteX1024" fmla="*/ 742633 w 6545688"/>
              <a:gd name="connsiteY1024" fmla="*/ 2620742 h 3341254"/>
              <a:gd name="connsiteX1025" fmla="*/ 752629 w 6545688"/>
              <a:gd name="connsiteY1025" fmla="*/ 2603372 h 3341254"/>
              <a:gd name="connsiteX1026" fmla="*/ 753853 w 6545688"/>
              <a:gd name="connsiteY1026" fmla="*/ 2602681 h 3341254"/>
              <a:gd name="connsiteX1027" fmla="*/ 3406693 w 6545688"/>
              <a:gd name="connsiteY1027" fmla="*/ 2602528 h 3341254"/>
              <a:gd name="connsiteX1028" fmla="*/ 3426829 w 6545688"/>
              <a:gd name="connsiteY1028" fmla="*/ 2602528 h 3341254"/>
              <a:gd name="connsiteX1029" fmla="*/ 3428060 w 6545688"/>
              <a:gd name="connsiteY1029" fmla="*/ 2603219 h 3341254"/>
              <a:gd name="connsiteX1030" fmla="*/ 3438127 w 6545688"/>
              <a:gd name="connsiteY1030" fmla="*/ 2620666 h 3341254"/>
              <a:gd name="connsiteX1031" fmla="*/ 3438127 w 6545688"/>
              <a:gd name="connsiteY1031" fmla="*/ 2622126 h 3341254"/>
              <a:gd name="connsiteX1032" fmla="*/ 3428060 w 6545688"/>
              <a:gd name="connsiteY1032" fmla="*/ 2639572 h 3341254"/>
              <a:gd name="connsiteX1033" fmla="*/ 3426829 w 6545688"/>
              <a:gd name="connsiteY1033" fmla="*/ 2640263 h 3341254"/>
              <a:gd name="connsiteX1034" fmla="*/ 3406693 w 6545688"/>
              <a:gd name="connsiteY1034" fmla="*/ 2640263 h 3341254"/>
              <a:gd name="connsiteX1035" fmla="*/ 3405464 w 6545688"/>
              <a:gd name="connsiteY1035" fmla="*/ 2639572 h 3341254"/>
              <a:gd name="connsiteX1036" fmla="*/ 3395395 w 6545688"/>
              <a:gd name="connsiteY1036" fmla="*/ 2622126 h 3341254"/>
              <a:gd name="connsiteX1037" fmla="*/ 3395395 w 6545688"/>
              <a:gd name="connsiteY1037" fmla="*/ 2620666 h 3341254"/>
              <a:gd name="connsiteX1038" fmla="*/ 3405464 w 6545688"/>
              <a:gd name="connsiteY1038" fmla="*/ 2603219 h 3341254"/>
              <a:gd name="connsiteX1039" fmla="*/ 3406693 w 6545688"/>
              <a:gd name="connsiteY1039" fmla="*/ 2602528 h 3341254"/>
              <a:gd name="connsiteX1040" fmla="*/ 1302675 w 6545688"/>
              <a:gd name="connsiteY1040" fmla="*/ 2602528 h 3341254"/>
              <a:gd name="connsiteX1041" fmla="*/ 1322812 w 6545688"/>
              <a:gd name="connsiteY1041" fmla="*/ 2602528 h 3341254"/>
              <a:gd name="connsiteX1042" fmla="*/ 1324041 w 6545688"/>
              <a:gd name="connsiteY1042" fmla="*/ 2603219 h 3341254"/>
              <a:gd name="connsiteX1043" fmla="*/ 1334114 w 6545688"/>
              <a:gd name="connsiteY1043" fmla="*/ 2620666 h 3341254"/>
              <a:gd name="connsiteX1044" fmla="*/ 1334114 w 6545688"/>
              <a:gd name="connsiteY1044" fmla="*/ 2622126 h 3341254"/>
              <a:gd name="connsiteX1045" fmla="*/ 1324041 w 6545688"/>
              <a:gd name="connsiteY1045" fmla="*/ 2639572 h 3341254"/>
              <a:gd name="connsiteX1046" fmla="*/ 1322812 w 6545688"/>
              <a:gd name="connsiteY1046" fmla="*/ 2640263 h 3341254"/>
              <a:gd name="connsiteX1047" fmla="*/ 1302675 w 6545688"/>
              <a:gd name="connsiteY1047" fmla="*/ 2640263 h 3341254"/>
              <a:gd name="connsiteX1048" fmla="*/ 1301450 w 6545688"/>
              <a:gd name="connsiteY1048" fmla="*/ 2639572 h 3341254"/>
              <a:gd name="connsiteX1049" fmla="*/ 1291376 w 6545688"/>
              <a:gd name="connsiteY1049" fmla="*/ 2622126 h 3341254"/>
              <a:gd name="connsiteX1050" fmla="*/ 1291376 w 6545688"/>
              <a:gd name="connsiteY1050" fmla="*/ 2620666 h 3341254"/>
              <a:gd name="connsiteX1051" fmla="*/ 1301450 w 6545688"/>
              <a:gd name="connsiteY1051" fmla="*/ 2603219 h 3341254"/>
              <a:gd name="connsiteX1052" fmla="*/ 1302675 w 6545688"/>
              <a:gd name="connsiteY1052" fmla="*/ 2602528 h 3341254"/>
              <a:gd name="connsiteX1053" fmla="*/ 3314852 w 6545688"/>
              <a:gd name="connsiteY1053" fmla="*/ 2601836 h 3341254"/>
              <a:gd name="connsiteX1054" fmla="*/ 3335758 w 6545688"/>
              <a:gd name="connsiteY1054" fmla="*/ 2601836 h 3341254"/>
              <a:gd name="connsiteX1055" fmla="*/ 3337063 w 6545688"/>
              <a:gd name="connsiteY1055" fmla="*/ 2602605 h 3341254"/>
              <a:gd name="connsiteX1056" fmla="*/ 3347515 w 6545688"/>
              <a:gd name="connsiteY1056" fmla="*/ 2620742 h 3341254"/>
              <a:gd name="connsiteX1057" fmla="*/ 3347515 w 6545688"/>
              <a:gd name="connsiteY1057" fmla="*/ 2622204 h 3341254"/>
              <a:gd name="connsiteX1058" fmla="*/ 3337063 w 6545688"/>
              <a:gd name="connsiteY1058" fmla="*/ 2640340 h 3341254"/>
              <a:gd name="connsiteX1059" fmla="*/ 3335758 w 6545688"/>
              <a:gd name="connsiteY1059" fmla="*/ 2641109 h 3341254"/>
              <a:gd name="connsiteX1060" fmla="*/ 3314852 w 6545688"/>
              <a:gd name="connsiteY1060" fmla="*/ 2641109 h 3341254"/>
              <a:gd name="connsiteX1061" fmla="*/ 3313547 w 6545688"/>
              <a:gd name="connsiteY1061" fmla="*/ 2640340 h 3341254"/>
              <a:gd name="connsiteX1062" fmla="*/ 3303093 w 6545688"/>
              <a:gd name="connsiteY1062" fmla="*/ 2622204 h 3341254"/>
              <a:gd name="connsiteX1063" fmla="*/ 3303093 w 6545688"/>
              <a:gd name="connsiteY1063" fmla="*/ 2620742 h 3341254"/>
              <a:gd name="connsiteX1064" fmla="*/ 3313547 w 6545688"/>
              <a:gd name="connsiteY1064" fmla="*/ 2602605 h 3341254"/>
              <a:gd name="connsiteX1065" fmla="*/ 3314852 w 6545688"/>
              <a:gd name="connsiteY1065" fmla="*/ 2601836 h 3341254"/>
              <a:gd name="connsiteX1066" fmla="*/ 2490586 w 6545688"/>
              <a:gd name="connsiteY1066" fmla="*/ 2599991 h 3341254"/>
              <a:gd name="connsiteX1067" fmla="*/ 2513412 w 6545688"/>
              <a:gd name="connsiteY1067" fmla="*/ 2599991 h 3341254"/>
              <a:gd name="connsiteX1068" fmla="*/ 2514794 w 6545688"/>
              <a:gd name="connsiteY1068" fmla="*/ 2600836 h 3341254"/>
              <a:gd name="connsiteX1069" fmla="*/ 2526246 w 6545688"/>
              <a:gd name="connsiteY1069" fmla="*/ 2620664 h 3341254"/>
              <a:gd name="connsiteX1070" fmla="*/ 2526246 w 6545688"/>
              <a:gd name="connsiteY1070" fmla="*/ 2622278 h 3341254"/>
              <a:gd name="connsiteX1071" fmla="*/ 2514794 w 6545688"/>
              <a:gd name="connsiteY1071" fmla="*/ 2642108 h 3341254"/>
              <a:gd name="connsiteX1072" fmla="*/ 2513412 w 6545688"/>
              <a:gd name="connsiteY1072" fmla="*/ 2642953 h 3341254"/>
              <a:gd name="connsiteX1073" fmla="*/ 2490586 w 6545688"/>
              <a:gd name="connsiteY1073" fmla="*/ 2642953 h 3341254"/>
              <a:gd name="connsiteX1074" fmla="*/ 2489202 w 6545688"/>
              <a:gd name="connsiteY1074" fmla="*/ 2642108 h 3341254"/>
              <a:gd name="connsiteX1075" fmla="*/ 2477752 w 6545688"/>
              <a:gd name="connsiteY1075" fmla="*/ 2622278 h 3341254"/>
              <a:gd name="connsiteX1076" fmla="*/ 2477752 w 6545688"/>
              <a:gd name="connsiteY1076" fmla="*/ 2620664 h 3341254"/>
              <a:gd name="connsiteX1077" fmla="*/ 2489202 w 6545688"/>
              <a:gd name="connsiteY1077" fmla="*/ 2600836 h 3341254"/>
              <a:gd name="connsiteX1078" fmla="*/ 2490586 w 6545688"/>
              <a:gd name="connsiteY1078" fmla="*/ 2599991 h 3341254"/>
              <a:gd name="connsiteX1079" fmla="*/ 569254 w 6545688"/>
              <a:gd name="connsiteY1079" fmla="*/ 2599608 h 3341254"/>
              <a:gd name="connsiteX1080" fmla="*/ 592542 w 6545688"/>
              <a:gd name="connsiteY1080" fmla="*/ 2599608 h 3341254"/>
              <a:gd name="connsiteX1081" fmla="*/ 593998 w 6545688"/>
              <a:gd name="connsiteY1081" fmla="*/ 2600452 h 3341254"/>
              <a:gd name="connsiteX1082" fmla="*/ 605605 w 6545688"/>
              <a:gd name="connsiteY1082" fmla="*/ 2620666 h 3341254"/>
              <a:gd name="connsiteX1083" fmla="*/ 605605 w 6545688"/>
              <a:gd name="connsiteY1083" fmla="*/ 2622280 h 3341254"/>
              <a:gd name="connsiteX1084" fmla="*/ 593920 w 6545688"/>
              <a:gd name="connsiteY1084" fmla="*/ 2642491 h 3341254"/>
              <a:gd name="connsiteX1085" fmla="*/ 592464 w 6545688"/>
              <a:gd name="connsiteY1085" fmla="*/ 2643338 h 3341254"/>
              <a:gd name="connsiteX1086" fmla="*/ 569175 w 6545688"/>
              <a:gd name="connsiteY1086" fmla="*/ 2643338 h 3341254"/>
              <a:gd name="connsiteX1087" fmla="*/ 567717 w 6545688"/>
              <a:gd name="connsiteY1087" fmla="*/ 2642491 h 3341254"/>
              <a:gd name="connsiteX1088" fmla="*/ 556111 w 6545688"/>
              <a:gd name="connsiteY1088" fmla="*/ 2622280 h 3341254"/>
              <a:gd name="connsiteX1089" fmla="*/ 556111 w 6545688"/>
              <a:gd name="connsiteY1089" fmla="*/ 2620666 h 3341254"/>
              <a:gd name="connsiteX1090" fmla="*/ 567794 w 6545688"/>
              <a:gd name="connsiteY1090" fmla="*/ 2600452 h 3341254"/>
              <a:gd name="connsiteX1091" fmla="*/ 569254 w 6545688"/>
              <a:gd name="connsiteY1091" fmla="*/ 2599608 h 3341254"/>
              <a:gd name="connsiteX1092" fmla="*/ 1758085 w 6545688"/>
              <a:gd name="connsiteY1092" fmla="*/ 2598839 h 3341254"/>
              <a:gd name="connsiteX1093" fmla="*/ 1782141 w 6545688"/>
              <a:gd name="connsiteY1093" fmla="*/ 2598839 h 3341254"/>
              <a:gd name="connsiteX1094" fmla="*/ 1783601 w 6545688"/>
              <a:gd name="connsiteY1094" fmla="*/ 2599684 h 3341254"/>
              <a:gd name="connsiteX1095" fmla="*/ 1795590 w 6545688"/>
              <a:gd name="connsiteY1095" fmla="*/ 2620512 h 3341254"/>
              <a:gd name="connsiteX1096" fmla="*/ 1795590 w 6545688"/>
              <a:gd name="connsiteY1096" fmla="*/ 2622202 h 3341254"/>
              <a:gd name="connsiteX1097" fmla="*/ 1783523 w 6545688"/>
              <a:gd name="connsiteY1097" fmla="*/ 2643031 h 3341254"/>
              <a:gd name="connsiteX1098" fmla="*/ 1782063 w 6545688"/>
              <a:gd name="connsiteY1098" fmla="*/ 2643875 h 3341254"/>
              <a:gd name="connsiteX1099" fmla="*/ 1758009 w 6545688"/>
              <a:gd name="connsiteY1099" fmla="*/ 2643875 h 3341254"/>
              <a:gd name="connsiteX1100" fmla="*/ 1756547 w 6545688"/>
              <a:gd name="connsiteY1100" fmla="*/ 2643031 h 3341254"/>
              <a:gd name="connsiteX1101" fmla="*/ 1744558 w 6545688"/>
              <a:gd name="connsiteY1101" fmla="*/ 2622202 h 3341254"/>
              <a:gd name="connsiteX1102" fmla="*/ 1744558 w 6545688"/>
              <a:gd name="connsiteY1102" fmla="*/ 2620512 h 3341254"/>
              <a:gd name="connsiteX1103" fmla="*/ 1756625 w 6545688"/>
              <a:gd name="connsiteY1103" fmla="*/ 2599684 h 3341254"/>
              <a:gd name="connsiteX1104" fmla="*/ 1758085 w 6545688"/>
              <a:gd name="connsiteY1104" fmla="*/ 2598839 h 3341254"/>
              <a:gd name="connsiteX1105" fmla="*/ 2764034 w 6545688"/>
              <a:gd name="connsiteY1105" fmla="*/ 2598300 h 3341254"/>
              <a:gd name="connsiteX1106" fmla="*/ 2788705 w 6545688"/>
              <a:gd name="connsiteY1106" fmla="*/ 2598300 h 3341254"/>
              <a:gd name="connsiteX1107" fmla="*/ 2790241 w 6545688"/>
              <a:gd name="connsiteY1107" fmla="*/ 2599144 h 3341254"/>
              <a:gd name="connsiteX1108" fmla="*/ 2802538 w 6545688"/>
              <a:gd name="connsiteY1108" fmla="*/ 2620510 h 3341254"/>
              <a:gd name="connsiteX1109" fmla="*/ 2802538 w 6545688"/>
              <a:gd name="connsiteY1109" fmla="*/ 2622278 h 3341254"/>
              <a:gd name="connsiteX1110" fmla="*/ 2790241 w 6545688"/>
              <a:gd name="connsiteY1110" fmla="*/ 2643644 h 3341254"/>
              <a:gd name="connsiteX1111" fmla="*/ 2788705 w 6545688"/>
              <a:gd name="connsiteY1111" fmla="*/ 2644489 h 3341254"/>
              <a:gd name="connsiteX1112" fmla="*/ 2764034 w 6545688"/>
              <a:gd name="connsiteY1112" fmla="*/ 2644489 h 3341254"/>
              <a:gd name="connsiteX1113" fmla="*/ 2762498 w 6545688"/>
              <a:gd name="connsiteY1113" fmla="*/ 2643644 h 3341254"/>
              <a:gd name="connsiteX1114" fmla="*/ 2750199 w 6545688"/>
              <a:gd name="connsiteY1114" fmla="*/ 2622278 h 3341254"/>
              <a:gd name="connsiteX1115" fmla="*/ 2750199 w 6545688"/>
              <a:gd name="connsiteY1115" fmla="*/ 2620510 h 3341254"/>
              <a:gd name="connsiteX1116" fmla="*/ 2762498 w 6545688"/>
              <a:gd name="connsiteY1116" fmla="*/ 2599144 h 3341254"/>
              <a:gd name="connsiteX1117" fmla="*/ 2764034 w 6545688"/>
              <a:gd name="connsiteY1117" fmla="*/ 2598300 h 3341254"/>
              <a:gd name="connsiteX1118" fmla="*/ 2581043 w 6545688"/>
              <a:gd name="connsiteY1118" fmla="*/ 2598148 h 3341254"/>
              <a:gd name="connsiteX1119" fmla="*/ 2605868 w 6545688"/>
              <a:gd name="connsiteY1119" fmla="*/ 2598148 h 3341254"/>
              <a:gd name="connsiteX1120" fmla="*/ 2607406 w 6545688"/>
              <a:gd name="connsiteY1120" fmla="*/ 2598992 h 3341254"/>
              <a:gd name="connsiteX1121" fmla="*/ 2619778 w 6545688"/>
              <a:gd name="connsiteY1121" fmla="*/ 2620434 h 3341254"/>
              <a:gd name="connsiteX1122" fmla="*/ 2619778 w 6545688"/>
              <a:gd name="connsiteY1122" fmla="*/ 2622204 h 3341254"/>
              <a:gd name="connsiteX1123" fmla="*/ 2607406 w 6545688"/>
              <a:gd name="connsiteY1123" fmla="*/ 2643646 h 3341254"/>
              <a:gd name="connsiteX1124" fmla="*/ 2605868 w 6545688"/>
              <a:gd name="connsiteY1124" fmla="*/ 2644491 h 3341254"/>
              <a:gd name="connsiteX1125" fmla="*/ 2581043 w 6545688"/>
              <a:gd name="connsiteY1125" fmla="*/ 2644491 h 3341254"/>
              <a:gd name="connsiteX1126" fmla="*/ 2579507 w 6545688"/>
              <a:gd name="connsiteY1126" fmla="*/ 2643646 h 3341254"/>
              <a:gd name="connsiteX1127" fmla="*/ 2567133 w 6545688"/>
              <a:gd name="connsiteY1127" fmla="*/ 2622204 h 3341254"/>
              <a:gd name="connsiteX1128" fmla="*/ 2567133 w 6545688"/>
              <a:gd name="connsiteY1128" fmla="*/ 2620434 h 3341254"/>
              <a:gd name="connsiteX1129" fmla="*/ 2579507 w 6545688"/>
              <a:gd name="connsiteY1129" fmla="*/ 2598992 h 3341254"/>
              <a:gd name="connsiteX1130" fmla="*/ 2581043 w 6545688"/>
              <a:gd name="connsiteY1130" fmla="*/ 2598148 h 3341254"/>
              <a:gd name="connsiteX1131" fmla="*/ 2672347 w 6545688"/>
              <a:gd name="connsiteY1131" fmla="*/ 2597762 h 3341254"/>
              <a:gd name="connsiteX1132" fmla="*/ 2697555 w 6545688"/>
              <a:gd name="connsiteY1132" fmla="*/ 2597762 h 3341254"/>
              <a:gd name="connsiteX1133" fmla="*/ 2699094 w 6545688"/>
              <a:gd name="connsiteY1133" fmla="*/ 2598685 h 3341254"/>
              <a:gd name="connsiteX1134" fmla="*/ 2711695 w 6545688"/>
              <a:gd name="connsiteY1134" fmla="*/ 2620510 h 3341254"/>
              <a:gd name="connsiteX1135" fmla="*/ 2711695 w 6545688"/>
              <a:gd name="connsiteY1135" fmla="*/ 2622278 h 3341254"/>
              <a:gd name="connsiteX1136" fmla="*/ 2699094 w 6545688"/>
              <a:gd name="connsiteY1136" fmla="*/ 2644105 h 3341254"/>
              <a:gd name="connsiteX1137" fmla="*/ 2697555 w 6545688"/>
              <a:gd name="connsiteY1137" fmla="*/ 2645028 h 3341254"/>
              <a:gd name="connsiteX1138" fmla="*/ 2672347 w 6545688"/>
              <a:gd name="connsiteY1138" fmla="*/ 2645028 h 3341254"/>
              <a:gd name="connsiteX1139" fmla="*/ 2670811 w 6545688"/>
              <a:gd name="connsiteY1139" fmla="*/ 2644105 h 3341254"/>
              <a:gd name="connsiteX1140" fmla="*/ 2658206 w 6545688"/>
              <a:gd name="connsiteY1140" fmla="*/ 2622278 h 3341254"/>
              <a:gd name="connsiteX1141" fmla="*/ 2658206 w 6545688"/>
              <a:gd name="connsiteY1141" fmla="*/ 2620510 h 3341254"/>
              <a:gd name="connsiteX1142" fmla="*/ 2670811 w 6545688"/>
              <a:gd name="connsiteY1142" fmla="*/ 2598685 h 3341254"/>
              <a:gd name="connsiteX1143" fmla="*/ 2672347 w 6545688"/>
              <a:gd name="connsiteY1143" fmla="*/ 2597762 h 3341254"/>
              <a:gd name="connsiteX1144" fmla="*/ 290807 w 6545688"/>
              <a:gd name="connsiteY1144" fmla="*/ 2591998 h 3341254"/>
              <a:gd name="connsiteX1145" fmla="*/ 322165 w 6545688"/>
              <a:gd name="connsiteY1145" fmla="*/ 2591998 h 3341254"/>
              <a:gd name="connsiteX1146" fmla="*/ 324089 w 6545688"/>
              <a:gd name="connsiteY1146" fmla="*/ 2593075 h 3341254"/>
              <a:gd name="connsiteX1147" fmla="*/ 339761 w 6545688"/>
              <a:gd name="connsiteY1147" fmla="*/ 2620205 h 3341254"/>
              <a:gd name="connsiteX1148" fmla="*/ 339761 w 6545688"/>
              <a:gd name="connsiteY1148" fmla="*/ 2622432 h 3341254"/>
              <a:gd name="connsiteX1149" fmla="*/ 324089 w 6545688"/>
              <a:gd name="connsiteY1149" fmla="*/ 2649562 h 3341254"/>
              <a:gd name="connsiteX1150" fmla="*/ 322165 w 6545688"/>
              <a:gd name="connsiteY1150" fmla="*/ 2650638 h 3341254"/>
              <a:gd name="connsiteX1151" fmla="*/ 290807 w 6545688"/>
              <a:gd name="connsiteY1151" fmla="*/ 2650638 h 3341254"/>
              <a:gd name="connsiteX1152" fmla="*/ 288886 w 6545688"/>
              <a:gd name="connsiteY1152" fmla="*/ 2649562 h 3341254"/>
              <a:gd name="connsiteX1153" fmla="*/ 273210 w 6545688"/>
              <a:gd name="connsiteY1153" fmla="*/ 2622432 h 3341254"/>
              <a:gd name="connsiteX1154" fmla="*/ 273210 w 6545688"/>
              <a:gd name="connsiteY1154" fmla="*/ 2620205 h 3341254"/>
              <a:gd name="connsiteX1155" fmla="*/ 288886 w 6545688"/>
              <a:gd name="connsiteY1155" fmla="*/ 2593075 h 3341254"/>
              <a:gd name="connsiteX1156" fmla="*/ 290807 w 6545688"/>
              <a:gd name="connsiteY1156" fmla="*/ 2591998 h 3341254"/>
              <a:gd name="connsiteX1157" fmla="*/ 473415 w 6545688"/>
              <a:gd name="connsiteY1157" fmla="*/ 2591461 h 3341254"/>
              <a:gd name="connsiteX1158" fmla="*/ 505386 w 6545688"/>
              <a:gd name="connsiteY1158" fmla="*/ 2591461 h 3341254"/>
              <a:gd name="connsiteX1159" fmla="*/ 507304 w 6545688"/>
              <a:gd name="connsiteY1159" fmla="*/ 2592613 h 3341254"/>
              <a:gd name="connsiteX1160" fmla="*/ 523293 w 6545688"/>
              <a:gd name="connsiteY1160" fmla="*/ 2620281 h 3341254"/>
              <a:gd name="connsiteX1161" fmla="*/ 523293 w 6545688"/>
              <a:gd name="connsiteY1161" fmla="*/ 2622509 h 3341254"/>
              <a:gd name="connsiteX1162" fmla="*/ 507304 w 6545688"/>
              <a:gd name="connsiteY1162" fmla="*/ 2650177 h 3341254"/>
              <a:gd name="connsiteX1163" fmla="*/ 505386 w 6545688"/>
              <a:gd name="connsiteY1163" fmla="*/ 2651331 h 3341254"/>
              <a:gd name="connsiteX1164" fmla="*/ 473415 w 6545688"/>
              <a:gd name="connsiteY1164" fmla="*/ 2651331 h 3341254"/>
              <a:gd name="connsiteX1165" fmla="*/ 471496 w 6545688"/>
              <a:gd name="connsiteY1165" fmla="*/ 2650177 h 3341254"/>
              <a:gd name="connsiteX1166" fmla="*/ 455512 w 6545688"/>
              <a:gd name="connsiteY1166" fmla="*/ 2622509 h 3341254"/>
              <a:gd name="connsiteX1167" fmla="*/ 455512 w 6545688"/>
              <a:gd name="connsiteY1167" fmla="*/ 2620281 h 3341254"/>
              <a:gd name="connsiteX1168" fmla="*/ 471496 w 6545688"/>
              <a:gd name="connsiteY1168" fmla="*/ 2592613 h 3341254"/>
              <a:gd name="connsiteX1169" fmla="*/ 473415 w 6545688"/>
              <a:gd name="connsiteY1169" fmla="*/ 2591461 h 3341254"/>
              <a:gd name="connsiteX1170" fmla="*/ 381341 w 6545688"/>
              <a:gd name="connsiteY1170" fmla="*/ 2590307 h 3341254"/>
              <a:gd name="connsiteX1171" fmla="*/ 414464 w 6545688"/>
              <a:gd name="connsiteY1171" fmla="*/ 2590307 h 3341254"/>
              <a:gd name="connsiteX1172" fmla="*/ 416469 w 6545688"/>
              <a:gd name="connsiteY1172" fmla="*/ 2591459 h 3341254"/>
              <a:gd name="connsiteX1173" fmla="*/ 432988 w 6545688"/>
              <a:gd name="connsiteY1173" fmla="*/ 2620203 h 3341254"/>
              <a:gd name="connsiteX1174" fmla="*/ 432988 w 6545688"/>
              <a:gd name="connsiteY1174" fmla="*/ 2622585 h 3341254"/>
              <a:gd name="connsiteX1175" fmla="*/ 416383 w 6545688"/>
              <a:gd name="connsiteY1175" fmla="*/ 2651329 h 3341254"/>
              <a:gd name="connsiteX1176" fmla="*/ 414388 w 6545688"/>
              <a:gd name="connsiteY1176" fmla="*/ 2652481 h 3341254"/>
              <a:gd name="connsiteX1177" fmla="*/ 381263 w 6545688"/>
              <a:gd name="connsiteY1177" fmla="*/ 2652481 h 3341254"/>
              <a:gd name="connsiteX1178" fmla="*/ 379271 w 6545688"/>
              <a:gd name="connsiteY1178" fmla="*/ 2651329 h 3341254"/>
              <a:gd name="connsiteX1179" fmla="*/ 362742 w 6545688"/>
              <a:gd name="connsiteY1179" fmla="*/ 2622585 h 3341254"/>
              <a:gd name="connsiteX1180" fmla="*/ 362742 w 6545688"/>
              <a:gd name="connsiteY1180" fmla="*/ 2620203 h 3341254"/>
              <a:gd name="connsiteX1181" fmla="*/ 379345 w 6545688"/>
              <a:gd name="connsiteY1181" fmla="*/ 2591459 h 3341254"/>
              <a:gd name="connsiteX1182" fmla="*/ 381341 w 6545688"/>
              <a:gd name="connsiteY1182" fmla="*/ 2590307 h 3341254"/>
              <a:gd name="connsiteX1183" fmla="*/ 1491707 w 6545688"/>
              <a:gd name="connsiteY1183" fmla="*/ 2534665 h 3341254"/>
              <a:gd name="connsiteX1184" fmla="*/ 1499622 w 6545688"/>
              <a:gd name="connsiteY1184" fmla="*/ 2534665 h 3341254"/>
              <a:gd name="connsiteX1185" fmla="*/ 1500083 w 6545688"/>
              <a:gd name="connsiteY1185" fmla="*/ 2534972 h 3341254"/>
              <a:gd name="connsiteX1186" fmla="*/ 1504003 w 6545688"/>
              <a:gd name="connsiteY1186" fmla="*/ 2541813 h 3341254"/>
              <a:gd name="connsiteX1187" fmla="*/ 1504003 w 6545688"/>
              <a:gd name="connsiteY1187" fmla="*/ 2542350 h 3341254"/>
              <a:gd name="connsiteX1188" fmla="*/ 1500007 w 6545688"/>
              <a:gd name="connsiteY1188" fmla="*/ 2549190 h 3341254"/>
              <a:gd name="connsiteX1189" fmla="*/ 1499546 w 6545688"/>
              <a:gd name="connsiteY1189" fmla="*/ 2549498 h 3341254"/>
              <a:gd name="connsiteX1190" fmla="*/ 1491629 w 6545688"/>
              <a:gd name="connsiteY1190" fmla="*/ 2549498 h 3341254"/>
              <a:gd name="connsiteX1191" fmla="*/ 1491168 w 6545688"/>
              <a:gd name="connsiteY1191" fmla="*/ 2549190 h 3341254"/>
              <a:gd name="connsiteX1192" fmla="*/ 1487249 w 6545688"/>
              <a:gd name="connsiteY1192" fmla="*/ 2542350 h 3341254"/>
              <a:gd name="connsiteX1193" fmla="*/ 1487249 w 6545688"/>
              <a:gd name="connsiteY1193" fmla="*/ 2541813 h 3341254"/>
              <a:gd name="connsiteX1194" fmla="*/ 1491245 w 6545688"/>
              <a:gd name="connsiteY1194" fmla="*/ 2534972 h 3341254"/>
              <a:gd name="connsiteX1195" fmla="*/ 1491707 w 6545688"/>
              <a:gd name="connsiteY1195" fmla="*/ 2534665 h 3341254"/>
              <a:gd name="connsiteX1196" fmla="*/ 759317 w 6545688"/>
              <a:gd name="connsiteY1196" fmla="*/ 2533742 h 3341254"/>
              <a:gd name="connsiteX1197" fmla="*/ 768309 w 6545688"/>
              <a:gd name="connsiteY1197" fmla="*/ 2533742 h 3341254"/>
              <a:gd name="connsiteX1198" fmla="*/ 768842 w 6545688"/>
              <a:gd name="connsiteY1198" fmla="*/ 2534050 h 3341254"/>
              <a:gd name="connsiteX1199" fmla="*/ 773300 w 6545688"/>
              <a:gd name="connsiteY1199" fmla="*/ 2541811 h 3341254"/>
              <a:gd name="connsiteX1200" fmla="*/ 773300 w 6545688"/>
              <a:gd name="connsiteY1200" fmla="*/ 2542426 h 3341254"/>
              <a:gd name="connsiteX1201" fmla="*/ 768842 w 6545688"/>
              <a:gd name="connsiteY1201" fmla="*/ 2550189 h 3341254"/>
              <a:gd name="connsiteX1202" fmla="*/ 768309 w 6545688"/>
              <a:gd name="connsiteY1202" fmla="*/ 2550497 h 3341254"/>
              <a:gd name="connsiteX1203" fmla="*/ 759317 w 6545688"/>
              <a:gd name="connsiteY1203" fmla="*/ 2550497 h 3341254"/>
              <a:gd name="connsiteX1204" fmla="*/ 758780 w 6545688"/>
              <a:gd name="connsiteY1204" fmla="*/ 2550189 h 3341254"/>
              <a:gd name="connsiteX1205" fmla="*/ 754315 w 6545688"/>
              <a:gd name="connsiteY1205" fmla="*/ 2542426 h 3341254"/>
              <a:gd name="connsiteX1206" fmla="*/ 754315 w 6545688"/>
              <a:gd name="connsiteY1206" fmla="*/ 2541811 h 3341254"/>
              <a:gd name="connsiteX1207" fmla="*/ 758780 w 6545688"/>
              <a:gd name="connsiteY1207" fmla="*/ 2534050 h 3341254"/>
              <a:gd name="connsiteX1208" fmla="*/ 759317 w 6545688"/>
              <a:gd name="connsiteY1208" fmla="*/ 2533742 h 3341254"/>
              <a:gd name="connsiteX1209" fmla="*/ 3228851 w 6545688"/>
              <a:gd name="connsiteY1209" fmla="*/ 2532744 h 3341254"/>
              <a:gd name="connsiteX1210" fmla="*/ 3238843 w 6545688"/>
              <a:gd name="connsiteY1210" fmla="*/ 2532744 h 3341254"/>
              <a:gd name="connsiteX1211" fmla="*/ 3239458 w 6545688"/>
              <a:gd name="connsiteY1211" fmla="*/ 2533127 h 3341254"/>
              <a:gd name="connsiteX1212" fmla="*/ 3244453 w 6545688"/>
              <a:gd name="connsiteY1212" fmla="*/ 2541813 h 3341254"/>
              <a:gd name="connsiteX1213" fmla="*/ 3244453 w 6545688"/>
              <a:gd name="connsiteY1213" fmla="*/ 2542504 h 3341254"/>
              <a:gd name="connsiteX1214" fmla="*/ 3239458 w 6545688"/>
              <a:gd name="connsiteY1214" fmla="*/ 2551188 h 3341254"/>
              <a:gd name="connsiteX1215" fmla="*/ 3238843 w 6545688"/>
              <a:gd name="connsiteY1215" fmla="*/ 2551573 h 3341254"/>
              <a:gd name="connsiteX1216" fmla="*/ 3228851 w 6545688"/>
              <a:gd name="connsiteY1216" fmla="*/ 2551573 h 3341254"/>
              <a:gd name="connsiteX1217" fmla="*/ 3228236 w 6545688"/>
              <a:gd name="connsiteY1217" fmla="*/ 2551188 h 3341254"/>
              <a:gd name="connsiteX1218" fmla="*/ 3223241 w 6545688"/>
              <a:gd name="connsiteY1218" fmla="*/ 2542504 h 3341254"/>
              <a:gd name="connsiteX1219" fmla="*/ 3223241 w 6545688"/>
              <a:gd name="connsiteY1219" fmla="*/ 2541813 h 3341254"/>
              <a:gd name="connsiteX1220" fmla="*/ 3228236 w 6545688"/>
              <a:gd name="connsiteY1220" fmla="*/ 2533127 h 3341254"/>
              <a:gd name="connsiteX1221" fmla="*/ 3228851 w 6545688"/>
              <a:gd name="connsiteY1221" fmla="*/ 2532744 h 3341254"/>
              <a:gd name="connsiteX1222" fmla="*/ 1398975 w 6545688"/>
              <a:gd name="connsiteY1222" fmla="*/ 2532282 h 3341254"/>
              <a:gd name="connsiteX1223" fmla="*/ 1409425 w 6545688"/>
              <a:gd name="connsiteY1223" fmla="*/ 2532282 h 3341254"/>
              <a:gd name="connsiteX1224" fmla="*/ 1410038 w 6545688"/>
              <a:gd name="connsiteY1224" fmla="*/ 2532666 h 3341254"/>
              <a:gd name="connsiteX1225" fmla="*/ 1415265 w 6545688"/>
              <a:gd name="connsiteY1225" fmla="*/ 2541735 h 3341254"/>
              <a:gd name="connsiteX1226" fmla="*/ 1415265 w 6545688"/>
              <a:gd name="connsiteY1226" fmla="*/ 2542504 h 3341254"/>
              <a:gd name="connsiteX1227" fmla="*/ 1410038 w 6545688"/>
              <a:gd name="connsiteY1227" fmla="*/ 2551573 h 3341254"/>
              <a:gd name="connsiteX1228" fmla="*/ 1409425 w 6545688"/>
              <a:gd name="connsiteY1228" fmla="*/ 2551957 h 3341254"/>
              <a:gd name="connsiteX1229" fmla="*/ 1398975 w 6545688"/>
              <a:gd name="connsiteY1229" fmla="*/ 2551957 h 3341254"/>
              <a:gd name="connsiteX1230" fmla="*/ 1398356 w 6545688"/>
              <a:gd name="connsiteY1230" fmla="*/ 2551573 h 3341254"/>
              <a:gd name="connsiteX1231" fmla="*/ 1393137 w 6545688"/>
              <a:gd name="connsiteY1231" fmla="*/ 2542504 h 3341254"/>
              <a:gd name="connsiteX1232" fmla="*/ 1393137 w 6545688"/>
              <a:gd name="connsiteY1232" fmla="*/ 2541735 h 3341254"/>
              <a:gd name="connsiteX1233" fmla="*/ 1398356 w 6545688"/>
              <a:gd name="connsiteY1233" fmla="*/ 2532666 h 3341254"/>
              <a:gd name="connsiteX1234" fmla="*/ 1398975 w 6545688"/>
              <a:gd name="connsiteY1234" fmla="*/ 2532282 h 3341254"/>
              <a:gd name="connsiteX1235" fmla="*/ 2038910 w 6545688"/>
              <a:gd name="connsiteY1235" fmla="*/ 2531591 h 3341254"/>
              <a:gd name="connsiteX1236" fmla="*/ 2050133 w 6545688"/>
              <a:gd name="connsiteY1236" fmla="*/ 2531591 h 3341254"/>
              <a:gd name="connsiteX1237" fmla="*/ 2050824 w 6545688"/>
              <a:gd name="connsiteY1237" fmla="*/ 2531975 h 3341254"/>
              <a:gd name="connsiteX1238" fmla="*/ 2056434 w 6545688"/>
              <a:gd name="connsiteY1238" fmla="*/ 2541659 h 3341254"/>
              <a:gd name="connsiteX1239" fmla="*/ 2056434 w 6545688"/>
              <a:gd name="connsiteY1239" fmla="*/ 2542428 h 3341254"/>
              <a:gd name="connsiteX1240" fmla="*/ 2050824 w 6545688"/>
              <a:gd name="connsiteY1240" fmla="*/ 2552112 h 3341254"/>
              <a:gd name="connsiteX1241" fmla="*/ 2050133 w 6545688"/>
              <a:gd name="connsiteY1241" fmla="*/ 2552496 h 3341254"/>
              <a:gd name="connsiteX1242" fmla="*/ 2038910 w 6545688"/>
              <a:gd name="connsiteY1242" fmla="*/ 2552496 h 3341254"/>
              <a:gd name="connsiteX1243" fmla="*/ 2038219 w 6545688"/>
              <a:gd name="connsiteY1243" fmla="*/ 2552112 h 3341254"/>
              <a:gd name="connsiteX1244" fmla="*/ 2032609 w 6545688"/>
              <a:gd name="connsiteY1244" fmla="*/ 2542428 h 3341254"/>
              <a:gd name="connsiteX1245" fmla="*/ 2032609 w 6545688"/>
              <a:gd name="connsiteY1245" fmla="*/ 2541659 h 3341254"/>
              <a:gd name="connsiteX1246" fmla="*/ 2038219 w 6545688"/>
              <a:gd name="connsiteY1246" fmla="*/ 2531975 h 3341254"/>
              <a:gd name="connsiteX1247" fmla="*/ 2038910 w 6545688"/>
              <a:gd name="connsiteY1247" fmla="*/ 2531591 h 3341254"/>
              <a:gd name="connsiteX1248" fmla="*/ 665861 w 6545688"/>
              <a:gd name="connsiteY1248" fmla="*/ 2529977 h 3341254"/>
              <a:gd name="connsiteX1249" fmla="*/ 678849 w 6545688"/>
              <a:gd name="connsiteY1249" fmla="*/ 2529977 h 3341254"/>
              <a:gd name="connsiteX1250" fmla="*/ 679614 w 6545688"/>
              <a:gd name="connsiteY1250" fmla="*/ 2530439 h 3341254"/>
              <a:gd name="connsiteX1251" fmla="*/ 686067 w 6545688"/>
              <a:gd name="connsiteY1251" fmla="*/ 2541659 h 3341254"/>
              <a:gd name="connsiteX1252" fmla="*/ 686067 w 6545688"/>
              <a:gd name="connsiteY1252" fmla="*/ 2542582 h 3341254"/>
              <a:gd name="connsiteX1253" fmla="*/ 679540 w 6545688"/>
              <a:gd name="connsiteY1253" fmla="*/ 2553802 h 3341254"/>
              <a:gd name="connsiteX1254" fmla="*/ 678767 w 6545688"/>
              <a:gd name="connsiteY1254" fmla="*/ 2554263 h 3341254"/>
              <a:gd name="connsiteX1255" fmla="*/ 665777 w 6545688"/>
              <a:gd name="connsiteY1255" fmla="*/ 2554263 h 3341254"/>
              <a:gd name="connsiteX1256" fmla="*/ 665008 w 6545688"/>
              <a:gd name="connsiteY1256" fmla="*/ 2553802 h 3341254"/>
              <a:gd name="connsiteX1257" fmla="*/ 658557 w 6545688"/>
              <a:gd name="connsiteY1257" fmla="*/ 2542582 h 3341254"/>
              <a:gd name="connsiteX1258" fmla="*/ 658557 w 6545688"/>
              <a:gd name="connsiteY1258" fmla="*/ 2541659 h 3341254"/>
              <a:gd name="connsiteX1259" fmla="*/ 665096 w 6545688"/>
              <a:gd name="connsiteY1259" fmla="*/ 2530439 h 3341254"/>
              <a:gd name="connsiteX1260" fmla="*/ 665861 w 6545688"/>
              <a:gd name="connsiteY1260" fmla="*/ 2529977 h 3341254"/>
              <a:gd name="connsiteX1261" fmla="*/ 1305750 w 6545688"/>
              <a:gd name="connsiteY1261" fmla="*/ 2529131 h 3341254"/>
              <a:gd name="connsiteX1262" fmla="*/ 1319664 w 6545688"/>
              <a:gd name="connsiteY1262" fmla="*/ 2529131 h 3341254"/>
              <a:gd name="connsiteX1263" fmla="*/ 1320506 w 6545688"/>
              <a:gd name="connsiteY1263" fmla="*/ 2529592 h 3341254"/>
              <a:gd name="connsiteX1264" fmla="*/ 1327418 w 6545688"/>
              <a:gd name="connsiteY1264" fmla="*/ 2541657 h 3341254"/>
              <a:gd name="connsiteX1265" fmla="*/ 1327418 w 6545688"/>
              <a:gd name="connsiteY1265" fmla="*/ 2542658 h 3341254"/>
              <a:gd name="connsiteX1266" fmla="*/ 1320506 w 6545688"/>
              <a:gd name="connsiteY1266" fmla="*/ 2554723 h 3341254"/>
              <a:gd name="connsiteX1267" fmla="*/ 1319664 w 6545688"/>
              <a:gd name="connsiteY1267" fmla="*/ 2555184 h 3341254"/>
              <a:gd name="connsiteX1268" fmla="*/ 1305750 w 6545688"/>
              <a:gd name="connsiteY1268" fmla="*/ 2555184 h 3341254"/>
              <a:gd name="connsiteX1269" fmla="*/ 1304903 w 6545688"/>
              <a:gd name="connsiteY1269" fmla="*/ 2554723 h 3341254"/>
              <a:gd name="connsiteX1270" fmla="*/ 1297989 w 6545688"/>
              <a:gd name="connsiteY1270" fmla="*/ 2542658 h 3341254"/>
              <a:gd name="connsiteX1271" fmla="*/ 1297989 w 6545688"/>
              <a:gd name="connsiteY1271" fmla="*/ 2541657 h 3341254"/>
              <a:gd name="connsiteX1272" fmla="*/ 1304903 w 6545688"/>
              <a:gd name="connsiteY1272" fmla="*/ 2529592 h 3341254"/>
              <a:gd name="connsiteX1273" fmla="*/ 1305750 w 6545688"/>
              <a:gd name="connsiteY1273" fmla="*/ 2529131 h 3341254"/>
              <a:gd name="connsiteX1274" fmla="*/ 3591528 w 6545688"/>
              <a:gd name="connsiteY1274" fmla="*/ 2526748 h 3341254"/>
              <a:gd name="connsiteX1275" fmla="*/ 3607975 w 6545688"/>
              <a:gd name="connsiteY1275" fmla="*/ 2526748 h 3341254"/>
              <a:gd name="connsiteX1276" fmla="*/ 3608973 w 6545688"/>
              <a:gd name="connsiteY1276" fmla="*/ 2527363 h 3341254"/>
              <a:gd name="connsiteX1277" fmla="*/ 3617196 w 6545688"/>
              <a:gd name="connsiteY1277" fmla="*/ 2541581 h 3341254"/>
              <a:gd name="connsiteX1278" fmla="*/ 3617196 w 6545688"/>
              <a:gd name="connsiteY1278" fmla="*/ 2542734 h 3341254"/>
              <a:gd name="connsiteX1279" fmla="*/ 3608973 w 6545688"/>
              <a:gd name="connsiteY1279" fmla="*/ 2556952 h 3341254"/>
              <a:gd name="connsiteX1280" fmla="*/ 3607975 w 6545688"/>
              <a:gd name="connsiteY1280" fmla="*/ 2557567 h 3341254"/>
              <a:gd name="connsiteX1281" fmla="*/ 3591528 w 6545688"/>
              <a:gd name="connsiteY1281" fmla="*/ 2557567 h 3341254"/>
              <a:gd name="connsiteX1282" fmla="*/ 3590529 w 6545688"/>
              <a:gd name="connsiteY1282" fmla="*/ 2556952 h 3341254"/>
              <a:gd name="connsiteX1283" fmla="*/ 3582305 w 6545688"/>
              <a:gd name="connsiteY1283" fmla="*/ 2542734 h 3341254"/>
              <a:gd name="connsiteX1284" fmla="*/ 3582305 w 6545688"/>
              <a:gd name="connsiteY1284" fmla="*/ 2541581 h 3341254"/>
              <a:gd name="connsiteX1285" fmla="*/ 3590529 w 6545688"/>
              <a:gd name="connsiteY1285" fmla="*/ 2527363 h 3341254"/>
              <a:gd name="connsiteX1286" fmla="*/ 3591528 w 6545688"/>
              <a:gd name="connsiteY1286" fmla="*/ 2526748 h 3341254"/>
              <a:gd name="connsiteX1287" fmla="*/ 571707 w 6545688"/>
              <a:gd name="connsiteY1287" fmla="*/ 2524905 h 3341254"/>
              <a:gd name="connsiteX1288" fmla="*/ 590081 w 6545688"/>
              <a:gd name="connsiteY1288" fmla="*/ 2524905 h 3341254"/>
              <a:gd name="connsiteX1289" fmla="*/ 591236 w 6545688"/>
              <a:gd name="connsiteY1289" fmla="*/ 2525520 h 3341254"/>
              <a:gd name="connsiteX1290" fmla="*/ 600381 w 6545688"/>
              <a:gd name="connsiteY1290" fmla="*/ 2541429 h 3341254"/>
              <a:gd name="connsiteX1291" fmla="*/ 600381 w 6545688"/>
              <a:gd name="connsiteY1291" fmla="*/ 2542735 h 3341254"/>
              <a:gd name="connsiteX1292" fmla="*/ 591156 w 6545688"/>
              <a:gd name="connsiteY1292" fmla="*/ 2558643 h 3341254"/>
              <a:gd name="connsiteX1293" fmla="*/ 590003 w 6545688"/>
              <a:gd name="connsiteY1293" fmla="*/ 2559258 h 3341254"/>
              <a:gd name="connsiteX1294" fmla="*/ 571637 w 6545688"/>
              <a:gd name="connsiteY1294" fmla="*/ 2559258 h 3341254"/>
              <a:gd name="connsiteX1295" fmla="*/ 570475 w 6545688"/>
              <a:gd name="connsiteY1295" fmla="*/ 2558643 h 3341254"/>
              <a:gd name="connsiteX1296" fmla="*/ 561336 w 6545688"/>
              <a:gd name="connsiteY1296" fmla="*/ 2542735 h 3341254"/>
              <a:gd name="connsiteX1297" fmla="*/ 561336 w 6545688"/>
              <a:gd name="connsiteY1297" fmla="*/ 2541429 h 3341254"/>
              <a:gd name="connsiteX1298" fmla="*/ 570561 w 6545688"/>
              <a:gd name="connsiteY1298" fmla="*/ 2525520 h 3341254"/>
              <a:gd name="connsiteX1299" fmla="*/ 571707 w 6545688"/>
              <a:gd name="connsiteY1299" fmla="*/ 2524905 h 3341254"/>
              <a:gd name="connsiteX1300" fmla="*/ 1760467 w 6545688"/>
              <a:gd name="connsiteY1300" fmla="*/ 2524060 h 3341254"/>
              <a:gd name="connsiteX1301" fmla="*/ 1779758 w 6545688"/>
              <a:gd name="connsiteY1301" fmla="*/ 2524060 h 3341254"/>
              <a:gd name="connsiteX1302" fmla="*/ 1780911 w 6545688"/>
              <a:gd name="connsiteY1302" fmla="*/ 2524751 h 3341254"/>
              <a:gd name="connsiteX1303" fmla="*/ 1790519 w 6545688"/>
              <a:gd name="connsiteY1303" fmla="*/ 2541429 h 3341254"/>
              <a:gd name="connsiteX1304" fmla="*/ 1790519 w 6545688"/>
              <a:gd name="connsiteY1304" fmla="*/ 2542811 h 3341254"/>
              <a:gd name="connsiteX1305" fmla="*/ 1780911 w 6545688"/>
              <a:gd name="connsiteY1305" fmla="*/ 2559490 h 3341254"/>
              <a:gd name="connsiteX1306" fmla="*/ 1779758 w 6545688"/>
              <a:gd name="connsiteY1306" fmla="*/ 2560181 h 3341254"/>
              <a:gd name="connsiteX1307" fmla="*/ 1760467 w 6545688"/>
              <a:gd name="connsiteY1307" fmla="*/ 2560181 h 3341254"/>
              <a:gd name="connsiteX1308" fmla="*/ 1759315 w 6545688"/>
              <a:gd name="connsiteY1308" fmla="*/ 2559490 h 3341254"/>
              <a:gd name="connsiteX1309" fmla="*/ 1749708 w 6545688"/>
              <a:gd name="connsiteY1309" fmla="*/ 2542811 h 3341254"/>
              <a:gd name="connsiteX1310" fmla="*/ 1749708 w 6545688"/>
              <a:gd name="connsiteY1310" fmla="*/ 2541429 h 3341254"/>
              <a:gd name="connsiteX1311" fmla="*/ 1759315 w 6545688"/>
              <a:gd name="connsiteY1311" fmla="*/ 2524751 h 3341254"/>
              <a:gd name="connsiteX1312" fmla="*/ 1760467 w 6545688"/>
              <a:gd name="connsiteY1312" fmla="*/ 2524060 h 3341254"/>
              <a:gd name="connsiteX1313" fmla="*/ 2217138 w 6545688"/>
              <a:gd name="connsiteY1313" fmla="*/ 2522676 h 3341254"/>
              <a:gd name="connsiteX1314" fmla="*/ 2237889 w 6545688"/>
              <a:gd name="connsiteY1314" fmla="*/ 2522676 h 3341254"/>
              <a:gd name="connsiteX1315" fmla="*/ 2239117 w 6545688"/>
              <a:gd name="connsiteY1315" fmla="*/ 2523445 h 3341254"/>
              <a:gd name="connsiteX1316" fmla="*/ 2249493 w 6545688"/>
              <a:gd name="connsiteY1316" fmla="*/ 2541427 h 3341254"/>
              <a:gd name="connsiteX1317" fmla="*/ 2249493 w 6545688"/>
              <a:gd name="connsiteY1317" fmla="*/ 2542889 h 3341254"/>
              <a:gd name="connsiteX1318" fmla="*/ 2239117 w 6545688"/>
              <a:gd name="connsiteY1318" fmla="*/ 2560872 h 3341254"/>
              <a:gd name="connsiteX1319" fmla="*/ 2237889 w 6545688"/>
              <a:gd name="connsiteY1319" fmla="*/ 2561641 h 3341254"/>
              <a:gd name="connsiteX1320" fmla="*/ 2217138 w 6545688"/>
              <a:gd name="connsiteY1320" fmla="*/ 2561641 h 3341254"/>
              <a:gd name="connsiteX1321" fmla="*/ 2215908 w 6545688"/>
              <a:gd name="connsiteY1321" fmla="*/ 2560872 h 3341254"/>
              <a:gd name="connsiteX1322" fmla="*/ 2205532 w 6545688"/>
              <a:gd name="connsiteY1322" fmla="*/ 2542889 h 3341254"/>
              <a:gd name="connsiteX1323" fmla="*/ 2205532 w 6545688"/>
              <a:gd name="connsiteY1323" fmla="*/ 2541427 h 3341254"/>
              <a:gd name="connsiteX1324" fmla="*/ 2215908 w 6545688"/>
              <a:gd name="connsiteY1324" fmla="*/ 2523445 h 3341254"/>
              <a:gd name="connsiteX1325" fmla="*/ 2217138 w 6545688"/>
              <a:gd name="connsiteY1325" fmla="*/ 2522676 h 3341254"/>
              <a:gd name="connsiteX1326" fmla="*/ 2125143 w 6545688"/>
              <a:gd name="connsiteY1326" fmla="*/ 2521677 h 3341254"/>
              <a:gd name="connsiteX1327" fmla="*/ 2146971 w 6545688"/>
              <a:gd name="connsiteY1327" fmla="*/ 2521677 h 3341254"/>
              <a:gd name="connsiteX1328" fmla="*/ 2148277 w 6545688"/>
              <a:gd name="connsiteY1328" fmla="*/ 2522446 h 3341254"/>
              <a:gd name="connsiteX1329" fmla="*/ 2159189 w 6545688"/>
              <a:gd name="connsiteY1329" fmla="*/ 2541351 h 3341254"/>
              <a:gd name="connsiteX1330" fmla="*/ 2159189 w 6545688"/>
              <a:gd name="connsiteY1330" fmla="*/ 2542889 h 3341254"/>
              <a:gd name="connsiteX1331" fmla="*/ 2148277 w 6545688"/>
              <a:gd name="connsiteY1331" fmla="*/ 2561795 h 3341254"/>
              <a:gd name="connsiteX1332" fmla="*/ 2146971 w 6545688"/>
              <a:gd name="connsiteY1332" fmla="*/ 2562564 h 3341254"/>
              <a:gd name="connsiteX1333" fmla="*/ 2125143 w 6545688"/>
              <a:gd name="connsiteY1333" fmla="*/ 2562564 h 3341254"/>
              <a:gd name="connsiteX1334" fmla="*/ 2123837 w 6545688"/>
              <a:gd name="connsiteY1334" fmla="*/ 2561795 h 3341254"/>
              <a:gd name="connsiteX1335" fmla="*/ 2112922 w 6545688"/>
              <a:gd name="connsiteY1335" fmla="*/ 2542889 h 3341254"/>
              <a:gd name="connsiteX1336" fmla="*/ 2112922 w 6545688"/>
              <a:gd name="connsiteY1336" fmla="*/ 2541351 h 3341254"/>
              <a:gd name="connsiteX1337" fmla="*/ 2123837 w 6545688"/>
              <a:gd name="connsiteY1337" fmla="*/ 2522446 h 3341254"/>
              <a:gd name="connsiteX1338" fmla="*/ 2125143 w 6545688"/>
              <a:gd name="connsiteY1338" fmla="*/ 2521677 h 3341254"/>
              <a:gd name="connsiteX1339" fmla="*/ 2307903 w 6545688"/>
              <a:gd name="connsiteY1339" fmla="*/ 2521369 h 3341254"/>
              <a:gd name="connsiteX1340" fmla="*/ 2330037 w 6545688"/>
              <a:gd name="connsiteY1340" fmla="*/ 2521369 h 3341254"/>
              <a:gd name="connsiteX1341" fmla="*/ 2331421 w 6545688"/>
              <a:gd name="connsiteY1341" fmla="*/ 2522138 h 3341254"/>
              <a:gd name="connsiteX1342" fmla="*/ 2342488 w 6545688"/>
              <a:gd name="connsiteY1342" fmla="*/ 2541276 h 3341254"/>
              <a:gd name="connsiteX1343" fmla="*/ 2342488 w 6545688"/>
              <a:gd name="connsiteY1343" fmla="*/ 2542811 h 3341254"/>
              <a:gd name="connsiteX1344" fmla="*/ 2331421 w 6545688"/>
              <a:gd name="connsiteY1344" fmla="*/ 2561949 h 3341254"/>
              <a:gd name="connsiteX1345" fmla="*/ 2330037 w 6545688"/>
              <a:gd name="connsiteY1345" fmla="*/ 2562717 h 3341254"/>
              <a:gd name="connsiteX1346" fmla="*/ 2307903 w 6545688"/>
              <a:gd name="connsiteY1346" fmla="*/ 2562717 h 3341254"/>
              <a:gd name="connsiteX1347" fmla="*/ 2306520 w 6545688"/>
              <a:gd name="connsiteY1347" fmla="*/ 2561949 h 3341254"/>
              <a:gd name="connsiteX1348" fmla="*/ 2295452 w 6545688"/>
              <a:gd name="connsiteY1348" fmla="*/ 2542811 h 3341254"/>
              <a:gd name="connsiteX1349" fmla="*/ 2295452 w 6545688"/>
              <a:gd name="connsiteY1349" fmla="*/ 2541276 h 3341254"/>
              <a:gd name="connsiteX1350" fmla="*/ 2306520 w 6545688"/>
              <a:gd name="connsiteY1350" fmla="*/ 2522138 h 3341254"/>
              <a:gd name="connsiteX1351" fmla="*/ 2307903 w 6545688"/>
              <a:gd name="connsiteY1351" fmla="*/ 2521369 h 3341254"/>
              <a:gd name="connsiteX1352" fmla="*/ 3496766 w 6545688"/>
              <a:gd name="connsiteY1352" fmla="*/ 2520601 h 3341254"/>
              <a:gd name="connsiteX1353" fmla="*/ 3519745 w 6545688"/>
              <a:gd name="connsiteY1353" fmla="*/ 2520601 h 3341254"/>
              <a:gd name="connsiteX1354" fmla="*/ 3521129 w 6545688"/>
              <a:gd name="connsiteY1354" fmla="*/ 2521445 h 3341254"/>
              <a:gd name="connsiteX1355" fmla="*/ 3532581 w 6545688"/>
              <a:gd name="connsiteY1355" fmla="*/ 2541351 h 3341254"/>
              <a:gd name="connsiteX1356" fmla="*/ 3532581 w 6545688"/>
              <a:gd name="connsiteY1356" fmla="*/ 2542965 h 3341254"/>
              <a:gd name="connsiteX1357" fmla="*/ 3521051 w 6545688"/>
              <a:gd name="connsiteY1357" fmla="*/ 2562871 h 3341254"/>
              <a:gd name="connsiteX1358" fmla="*/ 3519669 w 6545688"/>
              <a:gd name="connsiteY1358" fmla="*/ 2563716 h 3341254"/>
              <a:gd name="connsiteX1359" fmla="*/ 3496689 w 6545688"/>
              <a:gd name="connsiteY1359" fmla="*/ 2563716 h 3341254"/>
              <a:gd name="connsiteX1360" fmla="*/ 3495305 w 6545688"/>
              <a:gd name="connsiteY1360" fmla="*/ 2562871 h 3341254"/>
              <a:gd name="connsiteX1361" fmla="*/ 3483853 w 6545688"/>
              <a:gd name="connsiteY1361" fmla="*/ 2542965 h 3341254"/>
              <a:gd name="connsiteX1362" fmla="*/ 3483853 w 6545688"/>
              <a:gd name="connsiteY1362" fmla="*/ 2541351 h 3341254"/>
              <a:gd name="connsiteX1363" fmla="*/ 3495383 w 6545688"/>
              <a:gd name="connsiteY1363" fmla="*/ 2521445 h 3341254"/>
              <a:gd name="connsiteX1364" fmla="*/ 3496766 w 6545688"/>
              <a:gd name="connsiteY1364" fmla="*/ 2520601 h 3341254"/>
              <a:gd name="connsiteX1365" fmla="*/ 1849774 w 6545688"/>
              <a:gd name="connsiteY1365" fmla="*/ 2519985 h 3341254"/>
              <a:gd name="connsiteX1366" fmla="*/ 1873369 w 6545688"/>
              <a:gd name="connsiteY1366" fmla="*/ 2519985 h 3341254"/>
              <a:gd name="connsiteX1367" fmla="*/ 1874829 w 6545688"/>
              <a:gd name="connsiteY1367" fmla="*/ 2520830 h 3341254"/>
              <a:gd name="connsiteX1368" fmla="*/ 1886586 w 6545688"/>
              <a:gd name="connsiteY1368" fmla="*/ 2541274 h 3341254"/>
              <a:gd name="connsiteX1369" fmla="*/ 1886586 w 6545688"/>
              <a:gd name="connsiteY1369" fmla="*/ 2542965 h 3341254"/>
              <a:gd name="connsiteX1370" fmla="*/ 1874751 w 6545688"/>
              <a:gd name="connsiteY1370" fmla="*/ 2563408 h 3341254"/>
              <a:gd name="connsiteX1371" fmla="*/ 1873291 w 6545688"/>
              <a:gd name="connsiteY1371" fmla="*/ 2564253 h 3341254"/>
              <a:gd name="connsiteX1372" fmla="*/ 1849696 w 6545688"/>
              <a:gd name="connsiteY1372" fmla="*/ 2564253 h 3341254"/>
              <a:gd name="connsiteX1373" fmla="*/ 1848236 w 6545688"/>
              <a:gd name="connsiteY1373" fmla="*/ 2563408 h 3341254"/>
              <a:gd name="connsiteX1374" fmla="*/ 1836478 w 6545688"/>
              <a:gd name="connsiteY1374" fmla="*/ 2542965 h 3341254"/>
              <a:gd name="connsiteX1375" fmla="*/ 1836478 w 6545688"/>
              <a:gd name="connsiteY1375" fmla="*/ 2541274 h 3341254"/>
              <a:gd name="connsiteX1376" fmla="*/ 1848314 w 6545688"/>
              <a:gd name="connsiteY1376" fmla="*/ 2520830 h 3341254"/>
              <a:gd name="connsiteX1377" fmla="*/ 1849774 w 6545688"/>
              <a:gd name="connsiteY1377" fmla="*/ 2519985 h 3341254"/>
              <a:gd name="connsiteX1378" fmla="*/ 3404694 w 6545688"/>
              <a:gd name="connsiteY1378" fmla="*/ 2519448 h 3341254"/>
              <a:gd name="connsiteX1379" fmla="*/ 3428902 w 6545688"/>
              <a:gd name="connsiteY1379" fmla="*/ 2519448 h 3341254"/>
              <a:gd name="connsiteX1380" fmla="*/ 3430363 w 6545688"/>
              <a:gd name="connsiteY1380" fmla="*/ 2520293 h 3341254"/>
              <a:gd name="connsiteX1381" fmla="*/ 3442429 w 6545688"/>
              <a:gd name="connsiteY1381" fmla="*/ 2541276 h 3341254"/>
              <a:gd name="connsiteX1382" fmla="*/ 3442429 w 6545688"/>
              <a:gd name="connsiteY1382" fmla="*/ 2542965 h 3341254"/>
              <a:gd name="connsiteX1383" fmla="*/ 3430286 w 6545688"/>
              <a:gd name="connsiteY1383" fmla="*/ 2563948 h 3341254"/>
              <a:gd name="connsiteX1384" fmla="*/ 3428826 w 6545688"/>
              <a:gd name="connsiteY1384" fmla="*/ 2564793 h 3341254"/>
              <a:gd name="connsiteX1385" fmla="*/ 3404616 w 6545688"/>
              <a:gd name="connsiteY1385" fmla="*/ 2564793 h 3341254"/>
              <a:gd name="connsiteX1386" fmla="*/ 3403157 w 6545688"/>
              <a:gd name="connsiteY1386" fmla="*/ 2563948 h 3341254"/>
              <a:gd name="connsiteX1387" fmla="*/ 3391089 w 6545688"/>
              <a:gd name="connsiteY1387" fmla="*/ 2542965 h 3341254"/>
              <a:gd name="connsiteX1388" fmla="*/ 3391089 w 6545688"/>
              <a:gd name="connsiteY1388" fmla="*/ 2541276 h 3341254"/>
              <a:gd name="connsiteX1389" fmla="*/ 3403232 w 6545688"/>
              <a:gd name="connsiteY1389" fmla="*/ 2520293 h 3341254"/>
              <a:gd name="connsiteX1390" fmla="*/ 3404694 w 6545688"/>
              <a:gd name="connsiteY1390" fmla="*/ 2519448 h 3341254"/>
              <a:gd name="connsiteX1391" fmla="*/ 2398284 w 6545688"/>
              <a:gd name="connsiteY1391" fmla="*/ 2519294 h 3341254"/>
              <a:gd name="connsiteX1392" fmla="*/ 2422646 w 6545688"/>
              <a:gd name="connsiteY1392" fmla="*/ 2519294 h 3341254"/>
              <a:gd name="connsiteX1393" fmla="*/ 2424105 w 6545688"/>
              <a:gd name="connsiteY1393" fmla="*/ 2520139 h 3341254"/>
              <a:gd name="connsiteX1394" fmla="*/ 2436248 w 6545688"/>
              <a:gd name="connsiteY1394" fmla="*/ 2541198 h 3341254"/>
              <a:gd name="connsiteX1395" fmla="*/ 2436248 w 6545688"/>
              <a:gd name="connsiteY1395" fmla="*/ 2542889 h 3341254"/>
              <a:gd name="connsiteX1396" fmla="*/ 2424105 w 6545688"/>
              <a:gd name="connsiteY1396" fmla="*/ 2563948 h 3341254"/>
              <a:gd name="connsiteX1397" fmla="*/ 2422646 w 6545688"/>
              <a:gd name="connsiteY1397" fmla="*/ 2564793 h 3341254"/>
              <a:gd name="connsiteX1398" fmla="*/ 2398284 w 6545688"/>
              <a:gd name="connsiteY1398" fmla="*/ 2564793 h 3341254"/>
              <a:gd name="connsiteX1399" fmla="*/ 2396822 w 6545688"/>
              <a:gd name="connsiteY1399" fmla="*/ 2563948 h 3341254"/>
              <a:gd name="connsiteX1400" fmla="*/ 2384679 w 6545688"/>
              <a:gd name="connsiteY1400" fmla="*/ 2542889 h 3341254"/>
              <a:gd name="connsiteX1401" fmla="*/ 2384679 w 6545688"/>
              <a:gd name="connsiteY1401" fmla="*/ 2541198 h 3341254"/>
              <a:gd name="connsiteX1402" fmla="*/ 2396822 w 6545688"/>
              <a:gd name="connsiteY1402" fmla="*/ 2520139 h 3341254"/>
              <a:gd name="connsiteX1403" fmla="*/ 2398284 w 6545688"/>
              <a:gd name="connsiteY1403" fmla="*/ 2519294 h 3341254"/>
              <a:gd name="connsiteX1404" fmla="*/ 1940922 w 6545688"/>
              <a:gd name="connsiteY1404" fmla="*/ 2519294 h 3341254"/>
              <a:gd name="connsiteX1405" fmla="*/ 1965284 w 6545688"/>
              <a:gd name="connsiteY1405" fmla="*/ 2519294 h 3341254"/>
              <a:gd name="connsiteX1406" fmla="*/ 1966744 w 6545688"/>
              <a:gd name="connsiteY1406" fmla="*/ 2520139 h 3341254"/>
              <a:gd name="connsiteX1407" fmla="*/ 1978887 w 6545688"/>
              <a:gd name="connsiteY1407" fmla="*/ 2541198 h 3341254"/>
              <a:gd name="connsiteX1408" fmla="*/ 1978887 w 6545688"/>
              <a:gd name="connsiteY1408" fmla="*/ 2542889 h 3341254"/>
              <a:gd name="connsiteX1409" fmla="*/ 1966744 w 6545688"/>
              <a:gd name="connsiteY1409" fmla="*/ 2563948 h 3341254"/>
              <a:gd name="connsiteX1410" fmla="*/ 1965284 w 6545688"/>
              <a:gd name="connsiteY1410" fmla="*/ 2564793 h 3341254"/>
              <a:gd name="connsiteX1411" fmla="*/ 1940922 w 6545688"/>
              <a:gd name="connsiteY1411" fmla="*/ 2564793 h 3341254"/>
              <a:gd name="connsiteX1412" fmla="*/ 1939460 w 6545688"/>
              <a:gd name="connsiteY1412" fmla="*/ 2563948 h 3341254"/>
              <a:gd name="connsiteX1413" fmla="*/ 1927317 w 6545688"/>
              <a:gd name="connsiteY1413" fmla="*/ 2542889 h 3341254"/>
              <a:gd name="connsiteX1414" fmla="*/ 1927317 w 6545688"/>
              <a:gd name="connsiteY1414" fmla="*/ 2541198 h 3341254"/>
              <a:gd name="connsiteX1415" fmla="*/ 1939460 w 6545688"/>
              <a:gd name="connsiteY1415" fmla="*/ 2520139 h 3341254"/>
              <a:gd name="connsiteX1416" fmla="*/ 1940922 w 6545688"/>
              <a:gd name="connsiteY1416" fmla="*/ 2519294 h 3341254"/>
              <a:gd name="connsiteX1417" fmla="*/ 2489587 w 6545688"/>
              <a:gd name="connsiteY1417" fmla="*/ 2519063 h 3341254"/>
              <a:gd name="connsiteX1418" fmla="*/ 2514259 w 6545688"/>
              <a:gd name="connsiteY1418" fmla="*/ 2519063 h 3341254"/>
              <a:gd name="connsiteX1419" fmla="*/ 2515794 w 6545688"/>
              <a:gd name="connsiteY1419" fmla="*/ 2519908 h 3341254"/>
              <a:gd name="connsiteX1420" fmla="*/ 2528091 w 6545688"/>
              <a:gd name="connsiteY1420" fmla="*/ 2541274 h 3341254"/>
              <a:gd name="connsiteX1421" fmla="*/ 2528091 w 6545688"/>
              <a:gd name="connsiteY1421" fmla="*/ 2543041 h 3341254"/>
              <a:gd name="connsiteX1422" fmla="*/ 2515794 w 6545688"/>
              <a:gd name="connsiteY1422" fmla="*/ 2564407 h 3341254"/>
              <a:gd name="connsiteX1423" fmla="*/ 2514259 w 6545688"/>
              <a:gd name="connsiteY1423" fmla="*/ 2565252 h 3341254"/>
              <a:gd name="connsiteX1424" fmla="*/ 2489587 w 6545688"/>
              <a:gd name="connsiteY1424" fmla="*/ 2565252 h 3341254"/>
              <a:gd name="connsiteX1425" fmla="*/ 2488050 w 6545688"/>
              <a:gd name="connsiteY1425" fmla="*/ 2564407 h 3341254"/>
              <a:gd name="connsiteX1426" fmla="*/ 2475755 w 6545688"/>
              <a:gd name="connsiteY1426" fmla="*/ 2543041 h 3341254"/>
              <a:gd name="connsiteX1427" fmla="*/ 2475755 w 6545688"/>
              <a:gd name="connsiteY1427" fmla="*/ 2541274 h 3341254"/>
              <a:gd name="connsiteX1428" fmla="*/ 2488050 w 6545688"/>
              <a:gd name="connsiteY1428" fmla="*/ 2519908 h 3341254"/>
              <a:gd name="connsiteX1429" fmla="*/ 2489587 w 6545688"/>
              <a:gd name="connsiteY1429" fmla="*/ 2519063 h 3341254"/>
              <a:gd name="connsiteX1430" fmla="*/ 3129940 w 6545688"/>
              <a:gd name="connsiteY1430" fmla="*/ 2518755 h 3341254"/>
              <a:gd name="connsiteX1431" fmla="*/ 3154842 w 6545688"/>
              <a:gd name="connsiteY1431" fmla="*/ 2518755 h 3341254"/>
              <a:gd name="connsiteX1432" fmla="*/ 3156379 w 6545688"/>
              <a:gd name="connsiteY1432" fmla="*/ 2519600 h 3341254"/>
              <a:gd name="connsiteX1433" fmla="*/ 3168827 w 6545688"/>
              <a:gd name="connsiteY1433" fmla="*/ 2541196 h 3341254"/>
              <a:gd name="connsiteX1434" fmla="*/ 3168827 w 6545688"/>
              <a:gd name="connsiteY1434" fmla="*/ 2542965 h 3341254"/>
              <a:gd name="connsiteX1435" fmla="*/ 3156379 w 6545688"/>
              <a:gd name="connsiteY1435" fmla="*/ 2564561 h 3341254"/>
              <a:gd name="connsiteX1436" fmla="*/ 3154842 w 6545688"/>
              <a:gd name="connsiteY1436" fmla="*/ 2565406 h 3341254"/>
              <a:gd name="connsiteX1437" fmla="*/ 3129940 w 6545688"/>
              <a:gd name="connsiteY1437" fmla="*/ 2565406 h 3341254"/>
              <a:gd name="connsiteX1438" fmla="*/ 3128402 w 6545688"/>
              <a:gd name="connsiteY1438" fmla="*/ 2564561 h 3341254"/>
              <a:gd name="connsiteX1439" fmla="*/ 3115952 w 6545688"/>
              <a:gd name="connsiteY1439" fmla="*/ 2542965 h 3341254"/>
              <a:gd name="connsiteX1440" fmla="*/ 3115952 w 6545688"/>
              <a:gd name="connsiteY1440" fmla="*/ 2541196 h 3341254"/>
              <a:gd name="connsiteX1441" fmla="*/ 3128402 w 6545688"/>
              <a:gd name="connsiteY1441" fmla="*/ 2519600 h 3341254"/>
              <a:gd name="connsiteX1442" fmla="*/ 3129940 w 6545688"/>
              <a:gd name="connsiteY1442" fmla="*/ 2518755 h 3341254"/>
              <a:gd name="connsiteX1443" fmla="*/ 2580508 w 6545688"/>
              <a:gd name="connsiteY1443" fmla="*/ 2517910 h 3341254"/>
              <a:gd name="connsiteX1444" fmla="*/ 2606329 w 6545688"/>
              <a:gd name="connsiteY1444" fmla="*/ 2517910 h 3341254"/>
              <a:gd name="connsiteX1445" fmla="*/ 2607943 w 6545688"/>
              <a:gd name="connsiteY1445" fmla="*/ 2518833 h 3341254"/>
              <a:gd name="connsiteX1446" fmla="*/ 2620856 w 6545688"/>
              <a:gd name="connsiteY1446" fmla="*/ 2541198 h 3341254"/>
              <a:gd name="connsiteX1447" fmla="*/ 2620856 w 6545688"/>
              <a:gd name="connsiteY1447" fmla="*/ 2543041 h 3341254"/>
              <a:gd name="connsiteX1448" fmla="*/ 2607943 w 6545688"/>
              <a:gd name="connsiteY1448" fmla="*/ 2565406 h 3341254"/>
              <a:gd name="connsiteX1449" fmla="*/ 2606329 w 6545688"/>
              <a:gd name="connsiteY1449" fmla="*/ 2566328 h 3341254"/>
              <a:gd name="connsiteX1450" fmla="*/ 2580508 w 6545688"/>
              <a:gd name="connsiteY1450" fmla="*/ 2566328 h 3341254"/>
              <a:gd name="connsiteX1451" fmla="*/ 2578892 w 6545688"/>
              <a:gd name="connsiteY1451" fmla="*/ 2565406 h 3341254"/>
              <a:gd name="connsiteX1452" fmla="*/ 2565982 w 6545688"/>
              <a:gd name="connsiteY1452" fmla="*/ 2543041 h 3341254"/>
              <a:gd name="connsiteX1453" fmla="*/ 2565982 w 6545688"/>
              <a:gd name="connsiteY1453" fmla="*/ 2541198 h 3341254"/>
              <a:gd name="connsiteX1454" fmla="*/ 2578892 w 6545688"/>
              <a:gd name="connsiteY1454" fmla="*/ 2518833 h 3341254"/>
              <a:gd name="connsiteX1455" fmla="*/ 2580508 w 6545688"/>
              <a:gd name="connsiteY1455" fmla="*/ 2517910 h 3341254"/>
              <a:gd name="connsiteX1456" fmla="*/ 3037867 w 6545688"/>
              <a:gd name="connsiteY1456" fmla="*/ 2517757 h 3341254"/>
              <a:gd name="connsiteX1457" fmla="*/ 3063845 w 6545688"/>
              <a:gd name="connsiteY1457" fmla="*/ 2517757 h 3341254"/>
              <a:gd name="connsiteX1458" fmla="*/ 3065458 w 6545688"/>
              <a:gd name="connsiteY1458" fmla="*/ 2518679 h 3341254"/>
              <a:gd name="connsiteX1459" fmla="*/ 3078446 w 6545688"/>
              <a:gd name="connsiteY1459" fmla="*/ 2541198 h 3341254"/>
              <a:gd name="connsiteX1460" fmla="*/ 3078446 w 6545688"/>
              <a:gd name="connsiteY1460" fmla="*/ 2543041 h 3341254"/>
              <a:gd name="connsiteX1461" fmla="*/ 3065458 w 6545688"/>
              <a:gd name="connsiteY1461" fmla="*/ 2565560 h 3341254"/>
              <a:gd name="connsiteX1462" fmla="*/ 3063845 w 6545688"/>
              <a:gd name="connsiteY1462" fmla="*/ 2566482 h 3341254"/>
              <a:gd name="connsiteX1463" fmla="*/ 3037867 w 6545688"/>
              <a:gd name="connsiteY1463" fmla="*/ 2566482 h 3341254"/>
              <a:gd name="connsiteX1464" fmla="*/ 3036254 w 6545688"/>
              <a:gd name="connsiteY1464" fmla="*/ 2565560 h 3341254"/>
              <a:gd name="connsiteX1465" fmla="*/ 3023266 w 6545688"/>
              <a:gd name="connsiteY1465" fmla="*/ 2543041 h 3341254"/>
              <a:gd name="connsiteX1466" fmla="*/ 3023266 w 6545688"/>
              <a:gd name="connsiteY1466" fmla="*/ 2541198 h 3341254"/>
              <a:gd name="connsiteX1467" fmla="*/ 3036254 w 6545688"/>
              <a:gd name="connsiteY1467" fmla="*/ 2518679 h 3341254"/>
              <a:gd name="connsiteX1468" fmla="*/ 3037867 w 6545688"/>
              <a:gd name="connsiteY1468" fmla="*/ 2517757 h 3341254"/>
              <a:gd name="connsiteX1469" fmla="*/ 2946410 w 6545688"/>
              <a:gd name="connsiteY1469" fmla="*/ 2517757 h 3341254"/>
              <a:gd name="connsiteX1470" fmla="*/ 2972387 w 6545688"/>
              <a:gd name="connsiteY1470" fmla="*/ 2517757 h 3341254"/>
              <a:gd name="connsiteX1471" fmla="*/ 2974001 w 6545688"/>
              <a:gd name="connsiteY1471" fmla="*/ 2518679 h 3341254"/>
              <a:gd name="connsiteX1472" fmla="*/ 2986989 w 6545688"/>
              <a:gd name="connsiteY1472" fmla="*/ 2541198 h 3341254"/>
              <a:gd name="connsiteX1473" fmla="*/ 2986989 w 6545688"/>
              <a:gd name="connsiteY1473" fmla="*/ 2543041 h 3341254"/>
              <a:gd name="connsiteX1474" fmla="*/ 2974001 w 6545688"/>
              <a:gd name="connsiteY1474" fmla="*/ 2565560 h 3341254"/>
              <a:gd name="connsiteX1475" fmla="*/ 2972387 w 6545688"/>
              <a:gd name="connsiteY1475" fmla="*/ 2566482 h 3341254"/>
              <a:gd name="connsiteX1476" fmla="*/ 2946410 w 6545688"/>
              <a:gd name="connsiteY1476" fmla="*/ 2566482 h 3341254"/>
              <a:gd name="connsiteX1477" fmla="*/ 2944796 w 6545688"/>
              <a:gd name="connsiteY1477" fmla="*/ 2565560 h 3341254"/>
              <a:gd name="connsiteX1478" fmla="*/ 2931806 w 6545688"/>
              <a:gd name="connsiteY1478" fmla="*/ 2543041 h 3341254"/>
              <a:gd name="connsiteX1479" fmla="*/ 2931806 w 6545688"/>
              <a:gd name="connsiteY1479" fmla="*/ 2541198 h 3341254"/>
              <a:gd name="connsiteX1480" fmla="*/ 2944796 w 6545688"/>
              <a:gd name="connsiteY1480" fmla="*/ 2518679 h 3341254"/>
              <a:gd name="connsiteX1481" fmla="*/ 2946410 w 6545688"/>
              <a:gd name="connsiteY1481" fmla="*/ 2517757 h 3341254"/>
              <a:gd name="connsiteX1482" fmla="*/ 2763343 w 6545688"/>
              <a:gd name="connsiteY1482" fmla="*/ 2517603 h 3341254"/>
              <a:gd name="connsiteX1483" fmla="*/ 2789474 w 6545688"/>
              <a:gd name="connsiteY1483" fmla="*/ 2517603 h 3341254"/>
              <a:gd name="connsiteX1484" fmla="*/ 2791088 w 6545688"/>
              <a:gd name="connsiteY1484" fmla="*/ 2518526 h 3341254"/>
              <a:gd name="connsiteX1485" fmla="*/ 2804153 w 6545688"/>
              <a:gd name="connsiteY1485" fmla="*/ 2541198 h 3341254"/>
              <a:gd name="connsiteX1486" fmla="*/ 2804153 w 6545688"/>
              <a:gd name="connsiteY1486" fmla="*/ 2543041 h 3341254"/>
              <a:gd name="connsiteX1487" fmla="*/ 2791088 w 6545688"/>
              <a:gd name="connsiteY1487" fmla="*/ 2565713 h 3341254"/>
              <a:gd name="connsiteX1488" fmla="*/ 2789474 w 6545688"/>
              <a:gd name="connsiteY1488" fmla="*/ 2566636 h 3341254"/>
              <a:gd name="connsiteX1489" fmla="*/ 2763343 w 6545688"/>
              <a:gd name="connsiteY1489" fmla="*/ 2566636 h 3341254"/>
              <a:gd name="connsiteX1490" fmla="*/ 2761729 w 6545688"/>
              <a:gd name="connsiteY1490" fmla="*/ 2565713 h 3341254"/>
              <a:gd name="connsiteX1491" fmla="*/ 2748665 w 6545688"/>
              <a:gd name="connsiteY1491" fmla="*/ 2543041 h 3341254"/>
              <a:gd name="connsiteX1492" fmla="*/ 2748665 w 6545688"/>
              <a:gd name="connsiteY1492" fmla="*/ 2541198 h 3341254"/>
              <a:gd name="connsiteX1493" fmla="*/ 2761729 w 6545688"/>
              <a:gd name="connsiteY1493" fmla="*/ 2518526 h 3341254"/>
              <a:gd name="connsiteX1494" fmla="*/ 2763343 w 6545688"/>
              <a:gd name="connsiteY1494" fmla="*/ 2517603 h 3341254"/>
              <a:gd name="connsiteX1495" fmla="*/ 2671885 w 6545688"/>
              <a:gd name="connsiteY1495" fmla="*/ 2517603 h 3341254"/>
              <a:gd name="connsiteX1496" fmla="*/ 2698016 w 6545688"/>
              <a:gd name="connsiteY1496" fmla="*/ 2517603 h 3341254"/>
              <a:gd name="connsiteX1497" fmla="*/ 2699631 w 6545688"/>
              <a:gd name="connsiteY1497" fmla="*/ 2518526 h 3341254"/>
              <a:gd name="connsiteX1498" fmla="*/ 2712696 w 6545688"/>
              <a:gd name="connsiteY1498" fmla="*/ 2541198 h 3341254"/>
              <a:gd name="connsiteX1499" fmla="*/ 2712696 w 6545688"/>
              <a:gd name="connsiteY1499" fmla="*/ 2543041 h 3341254"/>
              <a:gd name="connsiteX1500" fmla="*/ 2699631 w 6545688"/>
              <a:gd name="connsiteY1500" fmla="*/ 2565713 h 3341254"/>
              <a:gd name="connsiteX1501" fmla="*/ 2698016 w 6545688"/>
              <a:gd name="connsiteY1501" fmla="*/ 2566636 h 3341254"/>
              <a:gd name="connsiteX1502" fmla="*/ 2671885 w 6545688"/>
              <a:gd name="connsiteY1502" fmla="*/ 2566636 h 3341254"/>
              <a:gd name="connsiteX1503" fmla="*/ 2670271 w 6545688"/>
              <a:gd name="connsiteY1503" fmla="*/ 2565713 h 3341254"/>
              <a:gd name="connsiteX1504" fmla="*/ 2657206 w 6545688"/>
              <a:gd name="connsiteY1504" fmla="*/ 2543041 h 3341254"/>
              <a:gd name="connsiteX1505" fmla="*/ 2657206 w 6545688"/>
              <a:gd name="connsiteY1505" fmla="*/ 2541198 h 3341254"/>
              <a:gd name="connsiteX1506" fmla="*/ 2670271 w 6545688"/>
              <a:gd name="connsiteY1506" fmla="*/ 2518526 h 3341254"/>
              <a:gd name="connsiteX1507" fmla="*/ 2671885 w 6545688"/>
              <a:gd name="connsiteY1507" fmla="*/ 2517603 h 3341254"/>
              <a:gd name="connsiteX1508" fmla="*/ 842235 w 6545688"/>
              <a:gd name="connsiteY1508" fmla="*/ 2517603 h 3341254"/>
              <a:gd name="connsiteX1509" fmla="*/ 868372 w 6545688"/>
              <a:gd name="connsiteY1509" fmla="*/ 2517603 h 3341254"/>
              <a:gd name="connsiteX1510" fmla="*/ 869984 w 6545688"/>
              <a:gd name="connsiteY1510" fmla="*/ 2518526 h 3341254"/>
              <a:gd name="connsiteX1511" fmla="*/ 883052 w 6545688"/>
              <a:gd name="connsiteY1511" fmla="*/ 2541198 h 3341254"/>
              <a:gd name="connsiteX1512" fmla="*/ 883052 w 6545688"/>
              <a:gd name="connsiteY1512" fmla="*/ 2543041 h 3341254"/>
              <a:gd name="connsiteX1513" fmla="*/ 869984 w 6545688"/>
              <a:gd name="connsiteY1513" fmla="*/ 2565713 h 3341254"/>
              <a:gd name="connsiteX1514" fmla="*/ 868372 w 6545688"/>
              <a:gd name="connsiteY1514" fmla="*/ 2566636 h 3341254"/>
              <a:gd name="connsiteX1515" fmla="*/ 842235 w 6545688"/>
              <a:gd name="connsiteY1515" fmla="*/ 2566636 h 3341254"/>
              <a:gd name="connsiteX1516" fmla="*/ 840625 w 6545688"/>
              <a:gd name="connsiteY1516" fmla="*/ 2565713 h 3341254"/>
              <a:gd name="connsiteX1517" fmla="*/ 827560 w 6545688"/>
              <a:gd name="connsiteY1517" fmla="*/ 2543041 h 3341254"/>
              <a:gd name="connsiteX1518" fmla="*/ 827560 w 6545688"/>
              <a:gd name="connsiteY1518" fmla="*/ 2541198 h 3341254"/>
              <a:gd name="connsiteX1519" fmla="*/ 840625 w 6545688"/>
              <a:gd name="connsiteY1519" fmla="*/ 2518526 h 3341254"/>
              <a:gd name="connsiteX1520" fmla="*/ 842235 w 6545688"/>
              <a:gd name="connsiteY1520" fmla="*/ 2517603 h 3341254"/>
              <a:gd name="connsiteX1521" fmla="*/ 2854722 w 6545688"/>
              <a:gd name="connsiteY1521" fmla="*/ 2517527 h 3341254"/>
              <a:gd name="connsiteX1522" fmla="*/ 2881006 w 6545688"/>
              <a:gd name="connsiteY1522" fmla="*/ 2517527 h 3341254"/>
              <a:gd name="connsiteX1523" fmla="*/ 2882621 w 6545688"/>
              <a:gd name="connsiteY1523" fmla="*/ 2518450 h 3341254"/>
              <a:gd name="connsiteX1524" fmla="*/ 2895763 w 6545688"/>
              <a:gd name="connsiteY1524" fmla="*/ 2541198 h 3341254"/>
              <a:gd name="connsiteX1525" fmla="*/ 2895763 w 6545688"/>
              <a:gd name="connsiteY1525" fmla="*/ 2543043 h 3341254"/>
              <a:gd name="connsiteX1526" fmla="*/ 2882621 w 6545688"/>
              <a:gd name="connsiteY1526" fmla="*/ 2565791 h 3341254"/>
              <a:gd name="connsiteX1527" fmla="*/ 2881006 w 6545688"/>
              <a:gd name="connsiteY1527" fmla="*/ 2566714 h 3341254"/>
              <a:gd name="connsiteX1528" fmla="*/ 2854722 w 6545688"/>
              <a:gd name="connsiteY1528" fmla="*/ 2566714 h 3341254"/>
              <a:gd name="connsiteX1529" fmla="*/ 2853109 w 6545688"/>
              <a:gd name="connsiteY1529" fmla="*/ 2565791 h 3341254"/>
              <a:gd name="connsiteX1530" fmla="*/ 2839965 w 6545688"/>
              <a:gd name="connsiteY1530" fmla="*/ 2543043 h 3341254"/>
              <a:gd name="connsiteX1531" fmla="*/ 2839965 w 6545688"/>
              <a:gd name="connsiteY1531" fmla="*/ 2541198 h 3341254"/>
              <a:gd name="connsiteX1532" fmla="*/ 2853109 w 6545688"/>
              <a:gd name="connsiteY1532" fmla="*/ 2518450 h 3341254"/>
              <a:gd name="connsiteX1533" fmla="*/ 2854722 w 6545688"/>
              <a:gd name="connsiteY1533" fmla="*/ 2517527 h 3341254"/>
              <a:gd name="connsiteX1534" fmla="*/ 291423 w 6545688"/>
              <a:gd name="connsiteY1534" fmla="*/ 2513992 h 3341254"/>
              <a:gd name="connsiteX1535" fmla="*/ 321471 w 6545688"/>
              <a:gd name="connsiteY1535" fmla="*/ 2513992 h 3341254"/>
              <a:gd name="connsiteX1536" fmla="*/ 323318 w 6545688"/>
              <a:gd name="connsiteY1536" fmla="*/ 2515068 h 3341254"/>
              <a:gd name="connsiteX1537" fmla="*/ 338303 w 6545688"/>
              <a:gd name="connsiteY1537" fmla="*/ 2541044 h 3341254"/>
              <a:gd name="connsiteX1538" fmla="*/ 338303 w 6545688"/>
              <a:gd name="connsiteY1538" fmla="*/ 2543197 h 3341254"/>
              <a:gd name="connsiteX1539" fmla="*/ 323318 w 6545688"/>
              <a:gd name="connsiteY1539" fmla="*/ 2569174 h 3341254"/>
              <a:gd name="connsiteX1540" fmla="*/ 321471 w 6545688"/>
              <a:gd name="connsiteY1540" fmla="*/ 2570249 h 3341254"/>
              <a:gd name="connsiteX1541" fmla="*/ 291423 w 6545688"/>
              <a:gd name="connsiteY1541" fmla="*/ 2570249 h 3341254"/>
              <a:gd name="connsiteX1542" fmla="*/ 289575 w 6545688"/>
              <a:gd name="connsiteY1542" fmla="*/ 2569174 h 3341254"/>
              <a:gd name="connsiteX1543" fmla="*/ 274594 w 6545688"/>
              <a:gd name="connsiteY1543" fmla="*/ 2543197 h 3341254"/>
              <a:gd name="connsiteX1544" fmla="*/ 274594 w 6545688"/>
              <a:gd name="connsiteY1544" fmla="*/ 2541044 h 3341254"/>
              <a:gd name="connsiteX1545" fmla="*/ 289575 w 6545688"/>
              <a:gd name="connsiteY1545" fmla="*/ 2515068 h 3341254"/>
              <a:gd name="connsiteX1546" fmla="*/ 291423 w 6545688"/>
              <a:gd name="connsiteY1546" fmla="*/ 2513992 h 3341254"/>
              <a:gd name="connsiteX1547" fmla="*/ 474100 w 6545688"/>
              <a:gd name="connsiteY1547" fmla="*/ 2513453 h 3341254"/>
              <a:gd name="connsiteX1548" fmla="*/ 504693 w 6545688"/>
              <a:gd name="connsiteY1548" fmla="*/ 2513453 h 3341254"/>
              <a:gd name="connsiteX1549" fmla="*/ 506537 w 6545688"/>
              <a:gd name="connsiteY1549" fmla="*/ 2514529 h 3341254"/>
              <a:gd name="connsiteX1550" fmla="*/ 521837 w 6545688"/>
              <a:gd name="connsiteY1550" fmla="*/ 2541044 h 3341254"/>
              <a:gd name="connsiteX1551" fmla="*/ 521837 w 6545688"/>
              <a:gd name="connsiteY1551" fmla="*/ 2543195 h 3341254"/>
              <a:gd name="connsiteX1552" fmla="*/ 506537 w 6545688"/>
              <a:gd name="connsiteY1552" fmla="*/ 2569710 h 3341254"/>
              <a:gd name="connsiteX1553" fmla="*/ 504693 w 6545688"/>
              <a:gd name="connsiteY1553" fmla="*/ 2570786 h 3341254"/>
              <a:gd name="connsiteX1554" fmla="*/ 474100 w 6545688"/>
              <a:gd name="connsiteY1554" fmla="*/ 2570786 h 3341254"/>
              <a:gd name="connsiteX1555" fmla="*/ 472261 w 6545688"/>
              <a:gd name="connsiteY1555" fmla="*/ 2569710 h 3341254"/>
              <a:gd name="connsiteX1556" fmla="*/ 456968 w 6545688"/>
              <a:gd name="connsiteY1556" fmla="*/ 2543195 h 3341254"/>
              <a:gd name="connsiteX1557" fmla="*/ 456968 w 6545688"/>
              <a:gd name="connsiteY1557" fmla="*/ 2541044 h 3341254"/>
              <a:gd name="connsiteX1558" fmla="*/ 472261 w 6545688"/>
              <a:gd name="connsiteY1558" fmla="*/ 2514529 h 3341254"/>
              <a:gd name="connsiteX1559" fmla="*/ 474100 w 6545688"/>
              <a:gd name="connsiteY1559" fmla="*/ 2513453 h 3341254"/>
              <a:gd name="connsiteX1560" fmla="*/ 382421 w 6545688"/>
              <a:gd name="connsiteY1560" fmla="*/ 2512991 h 3341254"/>
              <a:gd name="connsiteX1561" fmla="*/ 413463 w 6545688"/>
              <a:gd name="connsiteY1561" fmla="*/ 2512991 h 3341254"/>
              <a:gd name="connsiteX1562" fmla="*/ 415392 w 6545688"/>
              <a:gd name="connsiteY1562" fmla="*/ 2514068 h 3341254"/>
              <a:gd name="connsiteX1563" fmla="*/ 430913 w 6545688"/>
              <a:gd name="connsiteY1563" fmla="*/ 2540966 h 3341254"/>
              <a:gd name="connsiteX1564" fmla="*/ 430913 w 6545688"/>
              <a:gd name="connsiteY1564" fmla="*/ 2543195 h 3341254"/>
              <a:gd name="connsiteX1565" fmla="*/ 415392 w 6545688"/>
              <a:gd name="connsiteY1565" fmla="*/ 2570095 h 3341254"/>
              <a:gd name="connsiteX1566" fmla="*/ 413463 w 6545688"/>
              <a:gd name="connsiteY1566" fmla="*/ 2571170 h 3341254"/>
              <a:gd name="connsiteX1567" fmla="*/ 382421 w 6545688"/>
              <a:gd name="connsiteY1567" fmla="*/ 2571170 h 3341254"/>
              <a:gd name="connsiteX1568" fmla="*/ 380499 w 6545688"/>
              <a:gd name="connsiteY1568" fmla="*/ 2570095 h 3341254"/>
              <a:gd name="connsiteX1569" fmla="*/ 364971 w 6545688"/>
              <a:gd name="connsiteY1569" fmla="*/ 2543195 h 3341254"/>
              <a:gd name="connsiteX1570" fmla="*/ 364971 w 6545688"/>
              <a:gd name="connsiteY1570" fmla="*/ 2540966 h 3341254"/>
              <a:gd name="connsiteX1571" fmla="*/ 380499 w 6545688"/>
              <a:gd name="connsiteY1571" fmla="*/ 2514068 h 3341254"/>
              <a:gd name="connsiteX1572" fmla="*/ 382421 w 6545688"/>
              <a:gd name="connsiteY1572" fmla="*/ 2512991 h 3341254"/>
              <a:gd name="connsiteX1573" fmla="*/ 3779053 w 6545688"/>
              <a:gd name="connsiteY1573" fmla="*/ 2455965 h 3341254"/>
              <a:gd name="connsiteX1574" fmla="*/ 3786355 w 6545688"/>
              <a:gd name="connsiteY1574" fmla="*/ 2455965 h 3341254"/>
              <a:gd name="connsiteX1575" fmla="*/ 3786816 w 6545688"/>
              <a:gd name="connsiteY1575" fmla="*/ 2456195 h 3341254"/>
              <a:gd name="connsiteX1576" fmla="*/ 3790504 w 6545688"/>
              <a:gd name="connsiteY1576" fmla="*/ 2462498 h 3341254"/>
              <a:gd name="connsiteX1577" fmla="*/ 3790504 w 6545688"/>
              <a:gd name="connsiteY1577" fmla="*/ 2463035 h 3341254"/>
              <a:gd name="connsiteX1578" fmla="*/ 3786816 w 6545688"/>
              <a:gd name="connsiteY1578" fmla="*/ 2469339 h 3341254"/>
              <a:gd name="connsiteX1579" fmla="*/ 3786355 w 6545688"/>
              <a:gd name="connsiteY1579" fmla="*/ 2469568 h 3341254"/>
              <a:gd name="connsiteX1580" fmla="*/ 3779053 w 6545688"/>
              <a:gd name="connsiteY1580" fmla="*/ 2469568 h 3341254"/>
              <a:gd name="connsiteX1581" fmla="*/ 3778591 w 6545688"/>
              <a:gd name="connsiteY1581" fmla="*/ 2469339 h 3341254"/>
              <a:gd name="connsiteX1582" fmla="*/ 3774902 w 6545688"/>
              <a:gd name="connsiteY1582" fmla="*/ 2463035 h 3341254"/>
              <a:gd name="connsiteX1583" fmla="*/ 3774902 w 6545688"/>
              <a:gd name="connsiteY1583" fmla="*/ 2462498 h 3341254"/>
              <a:gd name="connsiteX1584" fmla="*/ 3778591 w 6545688"/>
              <a:gd name="connsiteY1584" fmla="*/ 2456195 h 3341254"/>
              <a:gd name="connsiteX1585" fmla="*/ 3779053 w 6545688"/>
              <a:gd name="connsiteY1585" fmla="*/ 2455965 h 3341254"/>
              <a:gd name="connsiteX1586" fmla="*/ 2132213 w 6545688"/>
              <a:gd name="connsiteY1586" fmla="*/ 2455658 h 3341254"/>
              <a:gd name="connsiteX1587" fmla="*/ 2139823 w 6545688"/>
              <a:gd name="connsiteY1587" fmla="*/ 2455658 h 3341254"/>
              <a:gd name="connsiteX1588" fmla="*/ 2140282 w 6545688"/>
              <a:gd name="connsiteY1588" fmla="*/ 2455965 h 3341254"/>
              <a:gd name="connsiteX1589" fmla="*/ 2144125 w 6545688"/>
              <a:gd name="connsiteY1589" fmla="*/ 2462574 h 3341254"/>
              <a:gd name="connsiteX1590" fmla="*/ 2144125 w 6545688"/>
              <a:gd name="connsiteY1590" fmla="*/ 2463113 h 3341254"/>
              <a:gd name="connsiteX1591" fmla="*/ 2140282 w 6545688"/>
              <a:gd name="connsiteY1591" fmla="*/ 2469722 h 3341254"/>
              <a:gd name="connsiteX1592" fmla="*/ 2139823 w 6545688"/>
              <a:gd name="connsiteY1592" fmla="*/ 2470030 h 3341254"/>
              <a:gd name="connsiteX1593" fmla="*/ 2132213 w 6545688"/>
              <a:gd name="connsiteY1593" fmla="*/ 2470030 h 3341254"/>
              <a:gd name="connsiteX1594" fmla="*/ 2131752 w 6545688"/>
              <a:gd name="connsiteY1594" fmla="*/ 2469722 h 3341254"/>
              <a:gd name="connsiteX1595" fmla="*/ 2127909 w 6545688"/>
              <a:gd name="connsiteY1595" fmla="*/ 2463113 h 3341254"/>
              <a:gd name="connsiteX1596" fmla="*/ 2127909 w 6545688"/>
              <a:gd name="connsiteY1596" fmla="*/ 2462574 h 3341254"/>
              <a:gd name="connsiteX1597" fmla="*/ 2131752 w 6545688"/>
              <a:gd name="connsiteY1597" fmla="*/ 2455965 h 3341254"/>
              <a:gd name="connsiteX1598" fmla="*/ 2132213 w 6545688"/>
              <a:gd name="connsiteY1598" fmla="*/ 2455658 h 3341254"/>
              <a:gd name="connsiteX1599" fmla="*/ 1308746 w 6545688"/>
              <a:gd name="connsiteY1599" fmla="*/ 2455428 h 3341254"/>
              <a:gd name="connsiteX1600" fmla="*/ 1316663 w 6545688"/>
              <a:gd name="connsiteY1600" fmla="*/ 2455428 h 3341254"/>
              <a:gd name="connsiteX1601" fmla="*/ 1317119 w 6545688"/>
              <a:gd name="connsiteY1601" fmla="*/ 2455736 h 3341254"/>
              <a:gd name="connsiteX1602" fmla="*/ 1321039 w 6545688"/>
              <a:gd name="connsiteY1602" fmla="*/ 2462576 h 3341254"/>
              <a:gd name="connsiteX1603" fmla="*/ 1321039 w 6545688"/>
              <a:gd name="connsiteY1603" fmla="*/ 2463113 h 3341254"/>
              <a:gd name="connsiteX1604" fmla="*/ 1317045 w 6545688"/>
              <a:gd name="connsiteY1604" fmla="*/ 2469954 h 3341254"/>
              <a:gd name="connsiteX1605" fmla="*/ 1316587 w 6545688"/>
              <a:gd name="connsiteY1605" fmla="*/ 2470261 h 3341254"/>
              <a:gd name="connsiteX1606" fmla="*/ 1308668 w 6545688"/>
              <a:gd name="connsiteY1606" fmla="*/ 2470261 h 3341254"/>
              <a:gd name="connsiteX1607" fmla="*/ 1308209 w 6545688"/>
              <a:gd name="connsiteY1607" fmla="*/ 2469954 h 3341254"/>
              <a:gd name="connsiteX1608" fmla="*/ 1304290 w 6545688"/>
              <a:gd name="connsiteY1608" fmla="*/ 2463113 h 3341254"/>
              <a:gd name="connsiteX1609" fmla="*/ 1304290 w 6545688"/>
              <a:gd name="connsiteY1609" fmla="*/ 2462576 h 3341254"/>
              <a:gd name="connsiteX1610" fmla="*/ 1308285 w 6545688"/>
              <a:gd name="connsiteY1610" fmla="*/ 2455736 h 3341254"/>
              <a:gd name="connsiteX1611" fmla="*/ 1308746 w 6545688"/>
              <a:gd name="connsiteY1611" fmla="*/ 2455428 h 3341254"/>
              <a:gd name="connsiteX1612" fmla="*/ 2223285 w 6545688"/>
              <a:gd name="connsiteY1612" fmla="*/ 2454967 h 3341254"/>
              <a:gd name="connsiteX1613" fmla="*/ 2231664 w 6545688"/>
              <a:gd name="connsiteY1613" fmla="*/ 2454967 h 3341254"/>
              <a:gd name="connsiteX1614" fmla="*/ 2232201 w 6545688"/>
              <a:gd name="connsiteY1614" fmla="*/ 2455274 h 3341254"/>
              <a:gd name="connsiteX1615" fmla="*/ 2236351 w 6545688"/>
              <a:gd name="connsiteY1615" fmla="*/ 2462498 h 3341254"/>
              <a:gd name="connsiteX1616" fmla="*/ 2236351 w 6545688"/>
              <a:gd name="connsiteY1616" fmla="*/ 2463113 h 3341254"/>
              <a:gd name="connsiteX1617" fmla="*/ 2232201 w 6545688"/>
              <a:gd name="connsiteY1617" fmla="*/ 2470337 h 3341254"/>
              <a:gd name="connsiteX1618" fmla="*/ 2231664 w 6545688"/>
              <a:gd name="connsiteY1618" fmla="*/ 2470645 h 3341254"/>
              <a:gd name="connsiteX1619" fmla="*/ 2223285 w 6545688"/>
              <a:gd name="connsiteY1619" fmla="*/ 2470645 h 3341254"/>
              <a:gd name="connsiteX1620" fmla="*/ 2222748 w 6545688"/>
              <a:gd name="connsiteY1620" fmla="*/ 2470337 h 3341254"/>
              <a:gd name="connsiteX1621" fmla="*/ 2218598 w 6545688"/>
              <a:gd name="connsiteY1621" fmla="*/ 2463113 h 3341254"/>
              <a:gd name="connsiteX1622" fmla="*/ 2218598 w 6545688"/>
              <a:gd name="connsiteY1622" fmla="*/ 2462498 h 3341254"/>
              <a:gd name="connsiteX1623" fmla="*/ 2222748 w 6545688"/>
              <a:gd name="connsiteY1623" fmla="*/ 2455274 h 3341254"/>
              <a:gd name="connsiteX1624" fmla="*/ 2223285 w 6545688"/>
              <a:gd name="connsiteY1624" fmla="*/ 2454967 h 3341254"/>
              <a:gd name="connsiteX1625" fmla="*/ 758549 w 6545688"/>
              <a:gd name="connsiteY1625" fmla="*/ 2452892 h 3341254"/>
              <a:gd name="connsiteX1626" fmla="*/ 769152 w 6545688"/>
              <a:gd name="connsiteY1626" fmla="*/ 2452892 h 3341254"/>
              <a:gd name="connsiteX1627" fmla="*/ 769765 w 6545688"/>
              <a:gd name="connsiteY1627" fmla="*/ 2453275 h 3341254"/>
              <a:gd name="connsiteX1628" fmla="*/ 775069 w 6545688"/>
              <a:gd name="connsiteY1628" fmla="*/ 2462498 h 3341254"/>
              <a:gd name="connsiteX1629" fmla="*/ 775069 w 6545688"/>
              <a:gd name="connsiteY1629" fmla="*/ 2463267 h 3341254"/>
              <a:gd name="connsiteX1630" fmla="*/ 769765 w 6545688"/>
              <a:gd name="connsiteY1630" fmla="*/ 2472490 h 3341254"/>
              <a:gd name="connsiteX1631" fmla="*/ 769152 w 6545688"/>
              <a:gd name="connsiteY1631" fmla="*/ 2472874 h 3341254"/>
              <a:gd name="connsiteX1632" fmla="*/ 758549 w 6545688"/>
              <a:gd name="connsiteY1632" fmla="*/ 2472874 h 3341254"/>
              <a:gd name="connsiteX1633" fmla="*/ 757931 w 6545688"/>
              <a:gd name="connsiteY1633" fmla="*/ 2472490 h 3341254"/>
              <a:gd name="connsiteX1634" fmla="*/ 752629 w 6545688"/>
              <a:gd name="connsiteY1634" fmla="*/ 2463267 h 3341254"/>
              <a:gd name="connsiteX1635" fmla="*/ 752629 w 6545688"/>
              <a:gd name="connsiteY1635" fmla="*/ 2462498 h 3341254"/>
              <a:gd name="connsiteX1636" fmla="*/ 757931 w 6545688"/>
              <a:gd name="connsiteY1636" fmla="*/ 2453275 h 3341254"/>
              <a:gd name="connsiteX1637" fmla="*/ 758549 w 6545688"/>
              <a:gd name="connsiteY1637" fmla="*/ 2452892 h 3341254"/>
              <a:gd name="connsiteX1638" fmla="*/ 2312590 w 6545688"/>
              <a:gd name="connsiteY1638" fmla="*/ 2450817 h 3341254"/>
              <a:gd name="connsiteX1639" fmla="*/ 2325426 w 6545688"/>
              <a:gd name="connsiteY1639" fmla="*/ 2450817 h 3341254"/>
              <a:gd name="connsiteX1640" fmla="*/ 2326193 w 6545688"/>
              <a:gd name="connsiteY1640" fmla="*/ 2451278 h 3341254"/>
              <a:gd name="connsiteX1641" fmla="*/ 2332572 w 6545688"/>
              <a:gd name="connsiteY1641" fmla="*/ 2462422 h 3341254"/>
              <a:gd name="connsiteX1642" fmla="*/ 2332572 w 6545688"/>
              <a:gd name="connsiteY1642" fmla="*/ 2463343 h 3341254"/>
              <a:gd name="connsiteX1643" fmla="*/ 2326117 w 6545688"/>
              <a:gd name="connsiteY1643" fmla="*/ 2474487 h 3341254"/>
              <a:gd name="connsiteX1644" fmla="*/ 2325348 w 6545688"/>
              <a:gd name="connsiteY1644" fmla="*/ 2474949 h 3341254"/>
              <a:gd name="connsiteX1645" fmla="*/ 2312514 w 6545688"/>
              <a:gd name="connsiteY1645" fmla="*/ 2474949 h 3341254"/>
              <a:gd name="connsiteX1646" fmla="*/ 2311745 w 6545688"/>
              <a:gd name="connsiteY1646" fmla="*/ 2474487 h 3341254"/>
              <a:gd name="connsiteX1647" fmla="*/ 2305366 w 6545688"/>
              <a:gd name="connsiteY1647" fmla="*/ 2463343 h 3341254"/>
              <a:gd name="connsiteX1648" fmla="*/ 2305366 w 6545688"/>
              <a:gd name="connsiteY1648" fmla="*/ 2462422 h 3341254"/>
              <a:gd name="connsiteX1649" fmla="*/ 2311821 w 6545688"/>
              <a:gd name="connsiteY1649" fmla="*/ 2451278 h 3341254"/>
              <a:gd name="connsiteX1650" fmla="*/ 2312590 w 6545688"/>
              <a:gd name="connsiteY1650" fmla="*/ 2450817 h 3341254"/>
              <a:gd name="connsiteX1651" fmla="*/ 572171 w 6545688"/>
              <a:gd name="connsiteY1651" fmla="*/ 2446437 h 3341254"/>
              <a:gd name="connsiteX1652" fmla="*/ 589622 w 6545688"/>
              <a:gd name="connsiteY1652" fmla="*/ 2446437 h 3341254"/>
              <a:gd name="connsiteX1653" fmla="*/ 590691 w 6545688"/>
              <a:gd name="connsiteY1653" fmla="*/ 2447052 h 3341254"/>
              <a:gd name="connsiteX1654" fmla="*/ 599454 w 6545688"/>
              <a:gd name="connsiteY1654" fmla="*/ 2462193 h 3341254"/>
              <a:gd name="connsiteX1655" fmla="*/ 599454 w 6545688"/>
              <a:gd name="connsiteY1655" fmla="*/ 2463421 h 3341254"/>
              <a:gd name="connsiteX1656" fmla="*/ 590691 w 6545688"/>
              <a:gd name="connsiteY1656" fmla="*/ 2478562 h 3341254"/>
              <a:gd name="connsiteX1657" fmla="*/ 589622 w 6545688"/>
              <a:gd name="connsiteY1657" fmla="*/ 2479177 h 3341254"/>
              <a:gd name="connsiteX1658" fmla="*/ 572171 w 6545688"/>
              <a:gd name="connsiteY1658" fmla="*/ 2479177 h 3341254"/>
              <a:gd name="connsiteX1659" fmla="*/ 571098 w 6545688"/>
              <a:gd name="connsiteY1659" fmla="*/ 2478562 h 3341254"/>
              <a:gd name="connsiteX1660" fmla="*/ 562338 w 6545688"/>
              <a:gd name="connsiteY1660" fmla="*/ 2463421 h 3341254"/>
              <a:gd name="connsiteX1661" fmla="*/ 562338 w 6545688"/>
              <a:gd name="connsiteY1661" fmla="*/ 2462193 h 3341254"/>
              <a:gd name="connsiteX1662" fmla="*/ 571098 w 6545688"/>
              <a:gd name="connsiteY1662" fmla="*/ 2447052 h 3341254"/>
              <a:gd name="connsiteX1663" fmla="*/ 572171 w 6545688"/>
              <a:gd name="connsiteY1663" fmla="*/ 2446437 h 3341254"/>
              <a:gd name="connsiteX1664" fmla="*/ 2493122 w 6545688"/>
              <a:gd name="connsiteY1664" fmla="*/ 2446205 h 3341254"/>
              <a:gd name="connsiteX1665" fmla="*/ 2510876 w 6545688"/>
              <a:gd name="connsiteY1665" fmla="*/ 2446205 h 3341254"/>
              <a:gd name="connsiteX1666" fmla="*/ 2511950 w 6545688"/>
              <a:gd name="connsiteY1666" fmla="*/ 2446820 h 3341254"/>
              <a:gd name="connsiteX1667" fmla="*/ 2520866 w 6545688"/>
              <a:gd name="connsiteY1667" fmla="*/ 2462191 h 3341254"/>
              <a:gd name="connsiteX1668" fmla="*/ 2520866 w 6545688"/>
              <a:gd name="connsiteY1668" fmla="*/ 2463421 h 3341254"/>
              <a:gd name="connsiteX1669" fmla="*/ 2511950 w 6545688"/>
              <a:gd name="connsiteY1669" fmla="*/ 2478791 h 3341254"/>
              <a:gd name="connsiteX1670" fmla="*/ 2510876 w 6545688"/>
              <a:gd name="connsiteY1670" fmla="*/ 2479406 h 3341254"/>
              <a:gd name="connsiteX1671" fmla="*/ 2493122 w 6545688"/>
              <a:gd name="connsiteY1671" fmla="*/ 2479406 h 3341254"/>
              <a:gd name="connsiteX1672" fmla="*/ 2492046 w 6545688"/>
              <a:gd name="connsiteY1672" fmla="*/ 2478791 h 3341254"/>
              <a:gd name="connsiteX1673" fmla="*/ 2483131 w 6545688"/>
              <a:gd name="connsiteY1673" fmla="*/ 2463421 h 3341254"/>
              <a:gd name="connsiteX1674" fmla="*/ 2483131 w 6545688"/>
              <a:gd name="connsiteY1674" fmla="*/ 2462191 h 3341254"/>
              <a:gd name="connsiteX1675" fmla="*/ 2492046 w 6545688"/>
              <a:gd name="connsiteY1675" fmla="*/ 2446820 h 3341254"/>
              <a:gd name="connsiteX1676" fmla="*/ 2493122 w 6545688"/>
              <a:gd name="connsiteY1676" fmla="*/ 2446205 h 3341254"/>
              <a:gd name="connsiteX1677" fmla="*/ 1395281 w 6545688"/>
              <a:gd name="connsiteY1677" fmla="*/ 2446051 h 3341254"/>
              <a:gd name="connsiteX1678" fmla="*/ 1413195 w 6545688"/>
              <a:gd name="connsiteY1678" fmla="*/ 2446051 h 3341254"/>
              <a:gd name="connsiteX1679" fmla="*/ 1414270 w 6545688"/>
              <a:gd name="connsiteY1679" fmla="*/ 2446666 h 3341254"/>
              <a:gd name="connsiteX1680" fmla="*/ 1423185 w 6545688"/>
              <a:gd name="connsiteY1680" fmla="*/ 2462191 h 3341254"/>
              <a:gd name="connsiteX1681" fmla="*/ 1423185 w 6545688"/>
              <a:gd name="connsiteY1681" fmla="*/ 2463421 h 3341254"/>
              <a:gd name="connsiteX1682" fmla="*/ 1414194 w 6545688"/>
              <a:gd name="connsiteY1682" fmla="*/ 2478945 h 3341254"/>
              <a:gd name="connsiteX1683" fmla="*/ 1413117 w 6545688"/>
              <a:gd name="connsiteY1683" fmla="*/ 2479560 h 3341254"/>
              <a:gd name="connsiteX1684" fmla="*/ 1395201 w 6545688"/>
              <a:gd name="connsiteY1684" fmla="*/ 2479560 h 3341254"/>
              <a:gd name="connsiteX1685" fmla="*/ 1394132 w 6545688"/>
              <a:gd name="connsiteY1685" fmla="*/ 2478945 h 3341254"/>
              <a:gd name="connsiteX1686" fmla="*/ 1385217 w 6545688"/>
              <a:gd name="connsiteY1686" fmla="*/ 2463421 h 3341254"/>
              <a:gd name="connsiteX1687" fmla="*/ 1385217 w 6545688"/>
              <a:gd name="connsiteY1687" fmla="*/ 2462191 h 3341254"/>
              <a:gd name="connsiteX1688" fmla="*/ 1394210 w 6545688"/>
              <a:gd name="connsiteY1688" fmla="*/ 2446666 h 3341254"/>
              <a:gd name="connsiteX1689" fmla="*/ 1395281 w 6545688"/>
              <a:gd name="connsiteY1689" fmla="*/ 2446051 h 3341254"/>
              <a:gd name="connsiteX1690" fmla="*/ 2401357 w 6545688"/>
              <a:gd name="connsiteY1690" fmla="*/ 2445744 h 3341254"/>
              <a:gd name="connsiteX1691" fmla="*/ 2419572 w 6545688"/>
              <a:gd name="connsiteY1691" fmla="*/ 2445744 h 3341254"/>
              <a:gd name="connsiteX1692" fmla="*/ 2420648 w 6545688"/>
              <a:gd name="connsiteY1692" fmla="*/ 2446359 h 3341254"/>
              <a:gd name="connsiteX1693" fmla="*/ 2429717 w 6545688"/>
              <a:gd name="connsiteY1693" fmla="*/ 2462115 h 3341254"/>
              <a:gd name="connsiteX1694" fmla="*/ 2429717 w 6545688"/>
              <a:gd name="connsiteY1694" fmla="*/ 2463421 h 3341254"/>
              <a:gd name="connsiteX1695" fmla="*/ 2420572 w 6545688"/>
              <a:gd name="connsiteY1695" fmla="*/ 2479175 h 3341254"/>
              <a:gd name="connsiteX1696" fmla="*/ 2419496 w 6545688"/>
              <a:gd name="connsiteY1696" fmla="*/ 2479790 h 3341254"/>
              <a:gd name="connsiteX1697" fmla="*/ 2401281 w 6545688"/>
              <a:gd name="connsiteY1697" fmla="*/ 2479790 h 3341254"/>
              <a:gd name="connsiteX1698" fmla="*/ 2400205 w 6545688"/>
              <a:gd name="connsiteY1698" fmla="*/ 2479175 h 3341254"/>
              <a:gd name="connsiteX1699" fmla="*/ 2391135 w 6545688"/>
              <a:gd name="connsiteY1699" fmla="*/ 2463421 h 3341254"/>
              <a:gd name="connsiteX1700" fmla="*/ 2391135 w 6545688"/>
              <a:gd name="connsiteY1700" fmla="*/ 2462115 h 3341254"/>
              <a:gd name="connsiteX1701" fmla="*/ 2400281 w 6545688"/>
              <a:gd name="connsiteY1701" fmla="*/ 2446359 h 3341254"/>
              <a:gd name="connsiteX1702" fmla="*/ 2401357 w 6545688"/>
              <a:gd name="connsiteY1702" fmla="*/ 2445744 h 3341254"/>
              <a:gd name="connsiteX1703" fmla="*/ 2583272 w 6545688"/>
              <a:gd name="connsiteY1703" fmla="*/ 2443822 h 3341254"/>
              <a:gd name="connsiteX1704" fmla="*/ 2603561 w 6545688"/>
              <a:gd name="connsiteY1704" fmla="*/ 2443822 h 3341254"/>
              <a:gd name="connsiteX1705" fmla="*/ 2604792 w 6545688"/>
              <a:gd name="connsiteY1705" fmla="*/ 2444513 h 3341254"/>
              <a:gd name="connsiteX1706" fmla="*/ 2614937 w 6545688"/>
              <a:gd name="connsiteY1706" fmla="*/ 2462115 h 3341254"/>
              <a:gd name="connsiteX1707" fmla="*/ 2614937 w 6545688"/>
              <a:gd name="connsiteY1707" fmla="*/ 2463575 h 3341254"/>
              <a:gd name="connsiteX1708" fmla="*/ 2604792 w 6545688"/>
              <a:gd name="connsiteY1708" fmla="*/ 2481174 h 3341254"/>
              <a:gd name="connsiteX1709" fmla="*/ 2603561 w 6545688"/>
              <a:gd name="connsiteY1709" fmla="*/ 2481865 h 3341254"/>
              <a:gd name="connsiteX1710" fmla="*/ 2583272 w 6545688"/>
              <a:gd name="connsiteY1710" fmla="*/ 2481865 h 3341254"/>
              <a:gd name="connsiteX1711" fmla="*/ 2582042 w 6545688"/>
              <a:gd name="connsiteY1711" fmla="*/ 2481174 h 3341254"/>
              <a:gd name="connsiteX1712" fmla="*/ 2571898 w 6545688"/>
              <a:gd name="connsiteY1712" fmla="*/ 2463575 h 3341254"/>
              <a:gd name="connsiteX1713" fmla="*/ 2571898 w 6545688"/>
              <a:gd name="connsiteY1713" fmla="*/ 2462115 h 3341254"/>
              <a:gd name="connsiteX1714" fmla="*/ 2582042 w 6545688"/>
              <a:gd name="connsiteY1714" fmla="*/ 2444513 h 3341254"/>
              <a:gd name="connsiteX1715" fmla="*/ 2583272 w 6545688"/>
              <a:gd name="connsiteY1715" fmla="*/ 2443822 h 3341254"/>
              <a:gd name="connsiteX1716" fmla="*/ 844774 w 6545688"/>
              <a:gd name="connsiteY1716" fmla="*/ 2443131 h 3341254"/>
              <a:gd name="connsiteX1717" fmla="*/ 865842 w 6545688"/>
              <a:gd name="connsiteY1717" fmla="*/ 2443131 h 3341254"/>
              <a:gd name="connsiteX1718" fmla="*/ 867142 w 6545688"/>
              <a:gd name="connsiteY1718" fmla="*/ 2443900 h 3341254"/>
              <a:gd name="connsiteX1719" fmla="*/ 877673 w 6545688"/>
              <a:gd name="connsiteY1719" fmla="*/ 2462115 h 3341254"/>
              <a:gd name="connsiteX1720" fmla="*/ 877673 w 6545688"/>
              <a:gd name="connsiteY1720" fmla="*/ 2463575 h 3341254"/>
              <a:gd name="connsiteX1721" fmla="*/ 867142 w 6545688"/>
              <a:gd name="connsiteY1721" fmla="*/ 2481789 h 3341254"/>
              <a:gd name="connsiteX1722" fmla="*/ 865842 w 6545688"/>
              <a:gd name="connsiteY1722" fmla="*/ 2482558 h 3341254"/>
              <a:gd name="connsiteX1723" fmla="*/ 844774 w 6545688"/>
              <a:gd name="connsiteY1723" fmla="*/ 2482558 h 3341254"/>
              <a:gd name="connsiteX1724" fmla="*/ 843468 w 6545688"/>
              <a:gd name="connsiteY1724" fmla="*/ 2481789 h 3341254"/>
              <a:gd name="connsiteX1725" fmla="*/ 832938 w 6545688"/>
              <a:gd name="connsiteY1725" fmla="*/ 2463575 h 3341254"/>
              <a:gd name="connsiteX1726" fmla="*/ 832938 w 6545688"/>
              <a:gd name="connsiteY1726" fmla="*/ 2462115 h 3341254"/>
              <a:gd name="connsiteX1727" fmla="*/ 843468 w 6545688"/>
              <a:gd name="connsiteY1727" fmla="*/ 2443900 h 3341254"/>
              <a:gd name="connsiteX1728" fmla="*/ 844774 w 6545688"/>
              <a:gd name="connsiteY1728" fmla="*/ 2443131 h 3341254"/>
              <a:gd name="connsiteX1729" fmla="*/ 3680217 w 6545688"/>
              <a:gd name="connsiteY1729" fmla="*/ 2442285 h 3341254"/>
              <a:gd name="connsiteX1730" fmla="*/ 3702198 w 6545688"/>
              <a:gd name="connsiteY1730" fmla="*/ 2442285 h 3341254"/>
              <a:gd name="connsiteX1731" fmla="*/ 3703505 w 6545688"/>
              <a:gd name="connsiteY1731" fmla="*/ 2443054 h 3341254"/>
              <a:gd name="connsiteX1732" fmla="*/ 3714495 w 6545688"/>
              <a:gd name="connsiteY1732" fmla="*/ 2462037 h 3341254"/>
              <a:gd name="connsiteX1733" fmla="*/ 3714495 w 6545688"/>
              <a:gd name="connsiteY1733" fmla="*/ 2463573 h 3341254"/>
              <a:gd name="connsiteX1734" fmla="*/ 3703505 w 6545688"/>
              <a:gd name="connsiteY1734" fmla="*/ 2482556 h 3341254"/>
              <a:gd name="connsiteX1735" fmla="*/ 3702198 w 6545688"/>
              <a:gd name="connsiteY1735" fmla="*/ 2483325 h 3341254"/>
              <a:gd name="connsiteX1736" fmla="*/ 3680217 w 6545688"/>
              <a:gd name="connsiteY1736" fmla="*/ 2483325 h 3341254"/>
              <a:gd name="connsiteX1737" fmla="*/ 3678911 w 6545688"/>
              <a:gd name="connsiteY1737" fmla="*/ 2482556 h 3341254"/>
              <a:gd name="connsiteX1738" fmla="*/ 3667922 w 6545688"/>
              <a:gd name="connsiteY1738" fmla="*/ 2463573 h 3341254"/>
              <a:gd name="connsiteX1739" fmla="*/ 3667922 w 6545688"/>
              <a:gd name="connsiteY1739" fmla="*/ 2462037 h 3341254"/>
              <a:gd name="connsiteX1740" fmla="*/ 3678911 w 6545688"/>
              <a:gd name="connsiteY1740" fmla="*/ 2443054 h 3341254"/>
              <a:gd name="connsiteX1741" fmla="*/ 3680217 w 6545688"/>
              <a:gd name="connsiteY1741" fmla="*/ 2442285 h 3341254"/>
              <a:gd name="connsiteX1742" fmla="*/ 1484559 w 6545688"/>
              <a:gd name="connsiteY1742" fmla="*/ 2442133 h 3341254"/>
              <a:gd name="connsiteX1743" fmla="*/ 1506694 w 6545688"/>
              <a:gd name="connsiteY1743" fmla="*/ 2442133 h 3341254"/>
              <a:gd name="connsiteX1744" fmla="*/ 1508078 w 6545688"/>
              <a:gd name="connsiteY1744" fmla="*/ 2442902 h 3341254"/>
              <a:gd name="connsiteX1745" fmla="*/ 1519144 w 6545688"/>
              <a:gd name="connsiteY1745" fmla="*/ 2462039 h 3341254"/>
              <a:gd name="connsiteX1746" fmla="*/ 1519144 w 6545688"/>
              <a:gd name="connsiteY1746" fmla="*/ 2463575 h 3341254"/>
              <a:gd name="connsiteX1747" fmla="*/ 1508078 w 6545688"/>
              <a:gd name="connsiteY1747" fmla="*/ 2482712 h 3341254"/>
              <a:gd name="connsiteX1748" fmla="*/ 1506694 w 6545688"/>
              <a:gd name="connsiteY1748" fmla="*/ 2483481 h 3341254"/>
              <a:gd name="connsiteX1749" fmla="*/ 1484559 w 6545688"/>
              <a:gd name="connsiteY1749" fmla="*/ 2483481 h 3341254"/>
              <a:gd name="connsiteX1750" fmla="*/ 1483177 w 6545688"/>
              <a:gd name="connsiteY1750" fmla="*/ 2482712 h 3341254"/>
              <a:gd name="connsiteX1751" fmla="*/ 1472108 w 6545688"/>
              <a:gd name="connsiteY1751" fmla="*/ 2463575 h 3341254"/>
              <a:gd name="connsiteX1752" fmla="*/ 1472108 w 6545688"/>
              <a:gd name="connsiteY1752" fmla="*/ 2462039 h 3341254"/>
              <a:gd name="connsiteX1753" fmla="*/ 1483177 w 6545688"/>
              <a:gd name="connsiteY1753" fmla="*/ 2442902 h 3341254"/>
              <a:gd name="connsiteX1754" fmla="*/ 1484559 w 6545688"/>
              <a:gd name="connsiteY1754" fmla="*/ 2442133 h 3341254"/>
              <a:gd name="connsiteX1755" fmla="*/ 935544 w 6545688"/>
              <a:gd name="connsiteY1755" fmla="*/ 2441671 h 3341254"/>
              <a:gd name="connsiteX1756" fmla="*/ 958060 w 6545688"/>
              <a:gd name="connsiteY1756" fmla="*/ 2441671 h 3341254"/>
              <a:gd name="connsiteX1757" fmla="*/ 959441 w 6545688"/>
              <a:gd name="connsiteY1757" fmla="*/ 2442440 h 3341254"/>
              <a:gd name="connsiteX1758" fmla="*/ 970739 w 6545688"/>
              <a:gd name="connsiteY1758" fmla="*/ 2461961 h 3341254"/>
              <a:gd name="connsiteX1759" fmla="*/ 970739 w 6545688"/>
              <a:gd name="connsiteY1759" fmla="*/ 2463575 h 3341254"/>
              <a:gd name="connsiteX1760" fmla="*/ 959441 w 6545688"/>
              <a:gd name="connsiteY1760" fmla="*/ 2483095 h 3341254"/>
              <a:gd name="connsiteX1761" fmla="*/ 958060 w 6545688"/>
              <a:gd name="connsiteY1761" fmla="*/ 2483864 h 3341254"/>
              <a:gd name="connsiteX1762" fmla="*/ 935544 w 6545688"/>
              <a:gd name="connsiteY1762" fmla="*/ 2483864 h 3341254"/>
              <a:gd name="connsiteX1763" fmla="*/ 934154 w 6545688"/>
              <a:gd name="connsiteY1763" fmla="*/ 2483095 h 3341254"/>
              <a:gd name="connsiteX1764" fmla="*/ 922858 w 6545688"/>
              <a:gd name="connsiteY1764" fmla="*/ 2463575 h 3341254"/>
              <a:gd name="connsiteX1765" fmla="*/ 922858 w 6545688"/>
              <a:gd name="connsiteY1765" fmla="*/ 2461961 h 3341254"/>
              <a:gd name="connsiteX1766" fmla="*/ 934154 w 6545688"/>
              <a:gd name="connsiteY1766" fmla="*/ 2442440 h 3341254"/>
              <a:gd name="connsiteX1767" fmla="*/ 935544 w 6545688"/>
              <a:gd name="connsiteY1767" fmla="*/ 2441671 h 3341254"/>
              <a:gd name="connsiteX1768" fmla="*/ 478106 w 6545688"/>
              <a:gd name="connsiteY1768" fmla="*/ 2441594 h 3341254"/>
              <a:gd name="connsiteX1769" fmla="*/ 500777 w 6545688"/>
              <a:gd name="connsiteY1769" fmla="*/ 2441594 h 3341254"/>
              <a:gd name="connsiteX1770" fmla="*/ 502164 w 6545688"/>
              <a:gd name="connsiteY1770" fmla="*/ 2442362 h 3341254"/>
              <a:gd name="connsiteX1771" fmla="*/ 513534 w 6545688"/>
              <a:gd name="connsiteY1771" fmla="*/ 2462037 h 3341254"/>
              <a:gd name="connsiteX1772" fmla="*/ 513534 w 6545688"/>
              <a:gd name="connsiteY1772" fmla="*/ 2463651 h 3341254"/>
              <a:gd name="connsiteX1773" fmla="*/ 502164 w 6545688"/>
              <a:gd name="connsiteY1773" fmla="*/ 2483325 h 3341254"/>
              <a:gd name="connsiteX1774" fmla="*/ 500777 w 6545688"/>
              <a:gd name="connsiteY1774" fmla="*/ 2484094 h 3341254"/>
              <a:gd name="connsiteX1775" fmla="*/ 478106 w 6545688"/>
              <a:gd name="connsiteY1775" fmla="*/ 2484094 h 3341254"/>
              <a:gd name="connsiteX1776" fmla="*/ 476722 w 6545688"/>
              <a:gd name="connsiteY1776" fmla="*/ 2483325 h 3341254"/>
              <a:gd name="connsiteX1777" fmla="*/ 465346 w 6545688"/>
              <a:gd name="connsiteY1777" fmla="*/ 2463651 h 3341254"/>
              <a:gd name="connsiteX1778" fmla="*/ 465346 w 6545688"/>
              <a:gd name="connsiteY1778" fmla="*/ 2462037 h 3341254"/>
              <a:gd name="connsiteX1779" fmla="*/ 476722 w 6545688"/>
              <a:gd name="connsiteY1779" fmla="*/ 2442362 h 3341254"/>
              <a:gd name="connsiteX1780" fmla="*/ 478106 w 6545688"/>
              <a:gd name="connsiteY1780" fmla="*/ 2441594 h 3341254"/>
              <a:gd name="connsiteX1781" fmla="*/ 2673191 w 6545688"/>
              <a:gd name="connsiteY1781" fmla="*/ 2440825 h 3341254"/>
              <a:gd name="connsiteX1782" fmla="*/ 2696632 w 6545688"/>
              <a:gd name="connsiteY1782" fmla="*/ 2440825 h 3341254"/>
              <a:gd name="connsiteX1783" fmla="*/ 2698092 w 6545688"/>
              <a:gd name="connsiteY1783" fmla="*/ 2441669 h 3341254"/>
              <a:gd name="connsiteX1784" fmla="*/ 2709774 w 6545688"/>
              <a:gd name="connsiteY1784" fmla="*/ 2461959 h 3341254"/>
              <a:gd name="connsiteX1785" fmla="*/ 2709774 w 6545688"/>
              <a:gd name="connsiteY1785" fmla="*/ 2463651 h 3341254"/>
              <a:gd name="connsiteX1786" fmla="*/ 2698016 w 6545688"/>
              <a:gd name="connsiteY1786" fmla="*/ 2483940 h 3341254"/>
              <a:gd name="connsiteX1787" fmla="*/ 2696555 w 6545688"/>
              <a:gd name="connsiteY1787" fmla="*/ 2484785 h 3341254"/>
              <a:gd name="connsiteX1788" fmla="*/ 2673115 w 6545688"/>
              <a:gd name="connsiteY1788" fmla="*/ 2484785 h 3341254"/>
              <a:gd name="connsiteX1789" fmla="*/ 2671656 w 6545688"/>
              <a:gd name="connsiteY1789" fmla="*/ 2483940 h 3341254"/>
              <a:gd name="connsiteX1790" fmla="*/ 2659972 w 6545688"/>
              <a:gd name="connsiteY1790" fmla="*/ 2463651 h 3341254"/>
              <a:gd name="connsiteX1791" fmla="*/ 2659972 w 6545688"/>
              <a:gd name="connsiteY1791" fmla="*/ 2461959 h 3341254"/>
              <a:gd name="connsiteX1792" fmla="*/ 2671732 w 6545688"/>
              <a:gd name="connsiteY1792" fmla="*/ 2441669 h 3341254"/>
              <a:gd name="connsiteX1793" fmla="*/ 2673191 w 6545688"/>
              <a:gd name="connsiteY1793" fmla="*/ 2440825 h 3341254"/>
              <a:gd name="connsiteX1794" fmla="*/ 3496305 w 6545688"/>
              <a:gd name="connsiteY1794" fmla="*/ 2440441 h 3341254"/>
              <a:gd name="connsiteX1795" fmla="*/ 3520206 w 6545688"/>
              <a:gd name="connsiteY1795" fmla="*/ 2440441 h 3341254"/>
              <a:gd name="connsiteX1796" fmla="*/ 3521666 w 6545688"/>
              <a:gd name="connsiteY1796" fmla="*/ 2441286 h 3341254"/>
              <a:gd name="connsiteX1797" fmla="*/ 3533579 w 6545688"/>
              <a:gd name="connsiteY1797" fmla="*/ 2461961 h 3341254"/>
              <a:gd name="connsiteX1798" fmla="*/ 3533579 w 6545688"/>
              <a:gd name="connsiteY1798" fmla="*/ 2463651 h 3341254"/>
              <a:gd name="connsiteX1799" fmla="*/ 3521590 w 6545688"/>
              <a:gd name="connsiteY1799" fmla="*/ 2484326 h 3341254"/>
              <a:gd name="connsiteX1800" fmla="*/ 3520130 w 6545688"/>
              <a:gd name="connsiteY1800" fmla="*/ 2485170 h 3341254"/>
              <a:gd name="connsiteX1801" fmla="*/ 3496228 w 6545688"/>
              <a:gd name="connsiteY1801" fmla="*/ 2485170 h 3341254"/>
              <a:gd name="connsiteX1802" fmla="*/ 3494768 w 6545688"/>
              <a:gd name="connsiteY1802" fmla="*/ 2484326 h 3341254"/>
              <a:gd name="connsiteX1803" fmla="*/ 3482854 w 6545688"/>
              <a:gd name="connsiteY1803" fmla="*/ 2463651 h 3341254"/>
              <a:gd name="connsiteX1804" fmla="*/ 3482854 w 6545688"/>
              <a:gd name="connsiteY1804" fmla="*/ 2461961 h 3341254"/>
              <a:gd name="connsiteX1805" fmla="*/ 3494844 w 6545688"/>
              <a:gd name="connsiteY1805" fmla="*/ 2441286 h 3341254"/>
              <a:gd name="connsiteX1806" fmla="*/ 3496305 w 6545688"/>
              <a:gd name="connsiteY1806" fmla="*/ 2440441 h 3341254"/>
              <a:gd name="connsiteX1807" fmla="*/ 3587609 w 6545688"/>
              <a:gd name="connsiteY1807" fmla="*/ 2440134 h 3341254"/>
              <a:gd name="connsiteX1808" fmla="*/ 3611817 w 6545688"/>
              <a:gd name="connsiteY1808" fmla="*/ 2440134 h 3341254"/>
              <a:gd name="connsiteX1809" fmla="*/ 3613277 w 6545688"/>
              <a:gd name="connsiteY1809" fmla="*/ 2440978 h 3341254"/>
              <a:gd name="connsiteX1810" fmla="*/ 3625344 w 6545688"/>
              <a:gd name="connsiteY1810" fmla="*/ 2461961 h 3341254"/>
              <a:gd name="connsiteX1811" fmla="*/ 3625344 w 6545688"/>
              <a:gd name="connsiteY1811" fmla="*/ 2463651 h 3341254"/>
              <a:gd name="connsiteX1812" fmla="*/ 3613201 w 6545688"/>
              <a:gd name="connsiteY1812" fmla="*/ 2484633 h 3341254"/>
              <a:gd name="connsiteX1813" fmla="*/ 3611742 w 6545688"/>
              <a:gd name="connsiteY1813" fmla="*/ 2485478 h 3341254"/>
              <a:gd name="connsiteX1814" fmla="*/ 3587531 w 6545688"/>
              <a:gd name="connsiteY1814" fmla="*/ 2485478 h 3341254"/>
              <a:gd name="connsiteX1815" fmla="*/ 3586071 w 6545688"/>
              <a:gd name="connsiteY1815" fmla="*/ 2484633 h 3341254"/>
              <a:gd name="connsiteX1816" fmla="*/ 3574004 w 6545688"/>
              <a:gd name="connsiteY1816" fmla="*/ 2463651 h 3341254"/>
              <a:gd name="connsiteX1817" fmla="*/ 3574004 w 6545688"/>
              <a:gd name="connsiteY1817" fmla="*/ 2461961 h 3341254"/>
              <a:gd name="connsiteX1818" fmla="*/ 3586147 w 6545688"/>
              <a:gd name="connsiteY1818" fmla="*/ 2440978 h 3341254"/>
              <a:gd name="connsiteX1819" fmla="*/ 3587609 w 6545688"/>
              <a:gd name="connsiteY1819" fmla="*/ 2440134 h 3341254"/>
              <a:gd name="connsiteX1820" fmla="*/ 3404694 w 6545688"/>
              <a:gd name="connsiteY1820" fmla="*/ 2440134 h 3341254"/>
              <a:gd name="connsiteX1821" fmla="*/ 3428902 w 6545688"/>
              <a:gd name="connsiteY1821" fmla="*/ 2440134 h 3341254"/>
              <a:gd name="connsiteX1822" fmla="*/ 3430363 w 6545688"/>
              <a:gd name="connsiteY1822" fmla="*/ 2440978 h 3341254"/>
              <a:gd name="connsiteX1823" fmla="*/ 3442429 w 6545688"/>
              <a:gd name="connsiteY1823" fmla="*/ 2461961 h 3341254"/>
              <a:gd name="connsiteX1824" fmla="*/ 3442429 w 6545688"/>
              <a:gd name="connsiteY1824" fmla="*/ 2463651 h 3341254"/>
              <a:gd name="connsiteX1825" fmla="*/ 3430286 w 6545688"/>
              <a:gd name="connsiteY1825" fmla="*/ 2484633 h 3341254"/>
              <a:gd name="connsiteX1826" fmla="*/ 3428826 w 6545688"/>
              <a:gd name="connsiteY1826" fmla="*/ 2485478 h 3341254"/>
              <a:gd name="connsiteX1827" fmla="*/ 3404616 w 6545688"/>
              <a:gd name="connsiteY1827" fmla="*/ 2485478 h 3341254"/>
              <a:gd name="connsiteX1828" fmla="*/ 3403157 w 6545688"/>
              <a:gd name="connsiteY1828" fmla="*/ 2484633 h 3341254"/>
              <a:gd name="connsiteX1829" fmla="*/ 3391089 w 6545688"/>
              <a:gd name="connsiteY1829" fmla="*/ 2463651 h 3341254"/>
              <a:gd name="connsiteX1830" fmla="*/ 3391089 w 6545688"/>
              <a:gd name="connsiteY1830" fmla="*/ 2461961 h 3341254"/>
              <a:gd name="connsiteX1831" fmla="*/ 3403232 w 6545688"/>
              <a:gd name="connsiteY1831" fmla="*/ 2440978 h 3341254"/>
              <a:gd name="connsiteX1832" fmla="*/ 3404694 w 6545688"/>
              <a:gd name="connsiteY1832" fmla="*/ 2440134 h 3341254"/>
              <a:gd name="connsiteX1833" fmla="*/ 2764034 w 6545688"/>
              <a:gd name="connsiteY1833" fmla="*/ 2439750 h 3341254"/>
              <a:gd name="connsiteX1834" fmla="*/ 2788705 w 6545688"/>
              <a:gd name="connsiteY1834" fmla="*/ 2439750 h 3341254"/>
              <a:gd name="connsiteX1835" fmla="*/ 2790241 w 6545688"/>
              <a:gd name="connsiteY1835" fmla="*/ 2440595 h 3341254"/>
              <a:gd name="connsiteX1836" fmla="*/ 2802538 w 6545688"/>
              <a:gd name="connsiteY1836" fmla="*/ 2461961 h 3341254"/>
              <a:gd name="connsiteX1837" fmla="*/ 2802538 w 6545688"/>
              <a:gd name="connsiteY1837" fmla="*/ 2463728 h 3341254"/>
              <a:gd name="connsiteX1838" fmla="*/ 2790241 w 6545688"/>
              <a:gd name="connsiteY1838" fmla="*/ 2485094 h 3341254"/>
              <a:gd name="connsiteX1839" fmla="*/ 2788705 w 6545688"/>
              <a:gd name="connsiteY1839" fmla="*/ 2485939 h 3341254"/>
              <a:gd name="connsiteX1840" fmla="*/ 2764034 w 6545688"/>
              <a:gd name="connsiteY1840" fmla="*/ 2485939 h 3341254"/>
              <a:gd name="connsiteX1841" fmla="*/ 2762498 w 6545688"/>
              <a:gd name="connsiteY1841" fmla="*/ 2485094 h 3341254"/>
              <a:gd name="connsiteX1842" fmla="*/ 2750199 w 6545688"/>
              <a:gd name="connsiteY1842" fmla="*/ 2463728 h 3341254"/>
              <a:gd name="connsiteX1843" fmla="*/ 2750199 w 6545688"/>
              <a:gd name="connsiteY1843" fmla="*/ 2461961 h 3341254"/>
              <a:gd name="connsiteX1844" fmla="*/ 2762498 w 6545688"/>
              <a:gd name="connsiteY1844" fmla="*/ 2440595 h 3341254"/>
              <a:gd name="connsiteX1845" fmla="*/ 2764034 w 6545688"/>
              <a:gd name="connsiteY1845" fmla="*/ 2439750 h 3341254"/>
              <a:gd name="connsiteX1846" fmla="*/ 3312853 w 6545688"/>
              <a:gd name="connsiteY1846" fmla="*/ 2439443 h 3341254"/>
              <a:gd name="connsiteX1847" fmla="*/ 3337754 w 6545688"/>
              <a:gd name="connsiteY1847" fmla="*/ 2439443 h 3341254"/>
              <a:gd name="connsiteX1848" fmla="*/ 3339292 w 6545688"/>
              <a:gd name="connsiteY1848" fmla="*/ 2440287 h 3341254"/>
              <a:gd name="connsiteX1849" fmla="*/ 3351741 w 6545688"/>
              <a:gd name="connsiteY1849" fmla="*/ 2461883 h 3341254"/>
              <a:gd name="connsiteX1850" fmla="*/ 3351741 w 6545688"/>
              <a:gd name="connsiteY1850" fmla="*/ 2463652 h 3341254"/>
              <a:gd name="connsiteX1851" fmla="*/ 3339292 w 6545688"/>
              <a:gd name="connsiteY1851" fmla="*/ 2485248 h 3341254"/>
              <a:gd name="connsiteX1852" fmla="*/ 3337754 w 6545688"/>
              <a:gd name="connsiteY1852" fmla="*/ 2486093 h 3341254"/>
              <a:gd name="connsiteX1853" fmla="*/ 3312853 w 6545688"/>
              <a:gd name="connsiteY1853" fmla="*/ 2486093 h 3341254"/>
              <a:gd name="connsiteX1854" fmla="*/ 3311315 w 6545688"/>
              <a:gd name="connsiteY1854" fmla="*/ 2485248 h 3341254"/>
              <a:gd name="connsiteX1855" fmla="*/ 3298865 w 6545688"/>
              <a:gd name="connsiteY1855" fmla="*/ 2463652 h 3341254"/>
              <a:gd name="connsiteX1856" fmla="*/ 3298865 w 6545688"/>
              <a:gd name="connsiteY1856" fmla="*/ 2461883 h 3341254"/>
              <a:gd name="connsiteX1857" fmla="*/ 3311315 w 6545688"/>
              <a:gd name="connsiteY1857" fmla="*/ 2440287 h 3341254"/>
              <a:gd name="connsiteX1858" fmla="*/ 3312853 w 6545688"/>
              <a:gd name="connsiteY1858" fmla="*/ 2439443 h 3341254"/>
              <a:gd name="connsiteX1859" fmla="*/ 2854877 w 6545688"/>
              <a:gd name="connsiteY1859" fmla="*/ 2438520 h 3341254"/>
              <a:gd name="connsiteX1860" fmla="*/ 2880854 w 6545688"/>
              <a:gd name="connsiteY1860" fmla="*/ 2438520 h 3341254"/>
              <a:gd name="connsiteX1861" fmla="*/ 2882467 w 6545688"/>
              <a:gd name="connsiteY1861" fmla="*/ 2439443 h 3341254"/>
              <a:gd name="connsiteX1862" fmla="*/ 2895455 w 6545688"/>
              <a:gd name="connsiteY1862" fmla="*/ 2461961 h 3341254"/>
              <a:gd name="connsiteX1863" fmla="*/ 2895455 w 6545688"/>
              <a:gd name="connsiteY1863" fmla="*/ 2463804 h 3341254"/>
              <a:gd name="connsiteX1864" fmla="*/ 2882467 w 6545688"/>
              <a:gd name="connsiteY1864" fmla="*/ 2486323 h 3341254"/>
              <a:gd name="connsiteX1865" fmla="*/ 2880854 w 6545688"/>
              <a:gd name="connsiteY1865" fmla="*/ 2487245 h 3341254"/>
              <a:gd name="connsiteX1866" fmla="*/ 2854877 w 6545688"/>
              <a:gd name="connsiteY1866" fmla="*/ 2487245 h 3341254"/>
              <a:gd name="connsiteX1867" fmla="*/ 2853263 w 6545688"/>
              <a:gd name="connsiteY1867" fmla="*/ 2486323 h 3341254"/>
              <a:gd name="connsiteX1868" fmla="*/ 2840275 w 6545688"/>
              <a:gd name="connsiteY1868" fmla="*/ 2463804 h 3341254"/>
              <a:gd name="connsiteX1869" fmla="*/ 2840275 w 6545688"/>
              <a:gd name="connsiteY1869" fmla="*/ 2461961 h 3341254"/>
              <a:gd name="connsiteX1870" fmla="*/ 2853263 w 6545688"/>
              <a:gd name="connsiteY1870" fmla="*/ 2439443 h 3341254"/>
              <a:gd name="connsiteX1871" fmla="*/ 2854877 w 6545688"/>
              <a:gd name="connsiteY1871" fmla="*/ 2438520 h 3341254"/>
              <a:gd name="connsiteX1872" fmla="*/ 3220780 w 6545688"/>
              <a:gd name="connsiteY1872" fmla="*/ 2438366 h 3341254"/>
              <a:gd name="connsiteX1873" fmla="*/ 3246912 w 6545688"/>
              <a:gd name="connsiteY1873" fmla="*/ 2438366 h 3341254"/>
              <a:gd name="connsiteX1874" fmla="*/ 3248525 w 6545688"/>
              <a:gd name="connsiteY1874" fmla="*/ 2439289 h 3341254"/>
              <a:gd name="connsiteX1875" fmla="*/ 3261591 w 6545688"/>
              <a:gd name="connsiteY1875" fmla="*/ 2461961 h 3341254"/>
              <a:gd name="connsiteX1876" fmla="*/ 3261591 w 6545688"/>
              <a:gd name="connsiteY1876" fmla="*/ 2463804 h 3341254"/>
              <a:gd name="connsiteX1877" fmla="*/ 3248525 w 6545688"/>
              <a:gd name="connsiteY1877" fmla="*/ 2486477 h 3341254"/>
              <a:gd name="connsiteX1878" fmla="*/ 3246912 w 6545688"/>
              <a:gd name="connsiteY1878" fmla="*/ 2487399 h 3341254"/>
              <a:gd name="connsiteX1879" fmla="*/ 3220780 w 6545688"/>
              <a:gd name="connsiteY1879" fmla="*/ 2487399 h 3341254"/>
              <a:gd name="connsiteX1880" fmla="*/ 3219167 w 6545688"/>
              <a:gd name="connsiteY1880" fmla="*/ 2486477 h 3341254"/>
              <a:gd name="connsiteX1881" fmla="*/ 3206101 w 6545688"/>
              <a:gd name="connsiteY1881" fmla="*/ 2463804 h 3341254"/>
              <a:gd name="connsiteX1882" fmla="*/ 3206101 w 6545688"/>
              <a:gd name="connsiteY1882" fmla="*/ 2461961 h 3341254"/>
              <a:gd name="connsiteX1883" fmla="*/ 3219167 w 6545688"/>
              <a:gd name="connsiteY1883" fmla="*/ 2439289 h 3341254"/>
              <a:gd name="connsiteX1884" fmla="*/ 3220780 w 6545688"/>
              <a:gd name="connsiteY1884" fmla="*/ 2438366 h 3341254"/>
              <a:gd name="connsiteX1885" fmla="*/ 3129093 w 6545688"/>
              <a:gd name="connsiteY1885" fmla="*/ 2438059 h 3341254"/>
              <a:gd name="connsiteX1886" fmla="*/ 3155532 w 6545688"/>
              <a:gd name="connsiteY1886" fmla="*/ 2438059 h 3341254"/>
              <a:gd name="connsiteX1887" fmla="*/ 3157146 w 6545688"/>
              <a:gd name="connsiteY1887" fmla="*/ 2438981 h 3341254"/>
              <a:gd name="connsiteX1888" fmla="*/ 3170365 w 6545688"/>
              <a:gd name="connsiteY1888" fmla="*/ 2461883 h 3341254"/>
              <a:gd name="connsiteX1889" fmla="*/ 3170365 w 6545688"/>
              <a:gd name="connsiteY1889" fmla="*/ 2463728 h 3341254"/>
              <a:gd name="connsiteX1890" fmla="*/ 3157146 w 6545688"/>
              <a:gd name="connsiteY1890" fmla="*/ 2486630 h 3341254"/>
              <a:gd name="connsiteX1891" fmla="*/ 3155532 w 6545688"/>
              <a:gd name="connsiteY1891" fmla="*/ 2487553 h 3341254"/>
              <a:gd name="connsiteX1892" fmla="*/ 3129093 w 6545688"/>
              <a:gd name="connsiteY1892" fmla="*/ 2487553 h 3341254"/>
              <a:gd name="connsiteX1893" fmla="*/ 3127480 w 6545688"/>
              <a:gd name="connsiteY1893" fmla="*/ 2486630 h 3341254"/>
              <a:gd name="connsiteX1894" fmla="*/ 3114260 w 6545688"/>
              <a:gd name="connsiteY1894" fmla="*/ 2463728 h 3341254"/>
              <a:gd name="connsiteX1895" fmla="*/ 3114260 w 6545688"/>
              <a:gd name="connsiteY1895" fmla="*/ 2461883 h 3341254"/>
              <a:gd name="connsiteX1896" fmla="*/ 3127480 w 6545688"/>
              <a:gd name="connsiteY1896" fmla="*/ 2438981 h 3341254"/>
              <a:gd name="connsiteX1897" fmla="*/ 3129093 w 6545688"/>
              <a:gd name="connsiteY1897" fmla="*/ 2438059 h 3341254"/>
              <a:gd name="connsiteX1898" fmla="*/ 2946026 w 6545688"/>
              <a:gd name="connsiteY1898" fmla="*/ 2437751 h 3341254"/>
              <a:gd name="connsiteX1899" fmla="*/ 2972773 w 6545688"/>
              <a:gd name="connsiteY1899" fmla="*/ 2437751 h 3341254"/>
              <a:gd name="connsiteX1900" fmla="*/ 2974386 w 6545688"/>
              <a:gd name="connsiteY1900" fmla="*/ 2438674 h 3341254"/>
              <a:gd name="connsiteX1901" fmla="*/ 2987760 w 6545688"/>
              <a:gd name="connsiteY1901" fmla="*/ 2461807 h 3341254"/>
              <a:gd name="connsiteX1902" fmla="*/ 2987760 w 6545688"/>
              <a:gd name="connsiteY1902" fmla="*/ 2463728 h 3341254"/>
              <a:gd name="connsiteX1903" fmla="*/ 2974386 w 6545688"/>
              <a:gd name="connsiteY1903" fmla="*/ 2486860 h 3341254"/>
              <a:gd name="connsiteX1904" fmla="*/ 2972773 w 6545688"/>
              <a:gd name="connsiteY1904" fmla="*/ 2487783 h 3341254"/>
              <a:gd name="connsiteX1905" fmla="*/ 2946026 w 6545688"/>
              <a:gd name="connsiteY1905" fmla="*/ 2487783 h 3341254"/>
              <a:gd name="connsiteX1906" fmla="*/ 2944413 w 6545688"/>
              <a:gd name="connsiteY1906" fmla="*/ 2486860 h 3341254"/>
              <a:gd name="connsiteX1907" fmla="*/ 2931041 w 6545688"/>
              <a:gd name="connsiteY1907" fmla="*/ 2463728 h 3341254"/>
              <a:gd name="connsiteX1908" fmla="*/ 2931041 w 6545688"/>
              <a:gd name="connsiteY1908" fmla="*/ 2461807 h 3341254"/>
              <a:gd name="connsiteX1909" fmla="*/ 2944413 w 6545688"/>
              <a:gd name="connsiteY1909" fmla="*/ 2438674 h 3341254"/>
              <a:gd name="connsiteX1910" fmla="*/ 2946026 w 6545688"/>
              <a:gd name="connsiteY1910" fmla="*/ 2437751 h 3341254"/>
              <a:gd name="connsiteX1911" fmla="*/ 3037406 w 6545688"/>
              <a:gd name="connsiteY1911" fmla="*/ 2437675 h 3341254"/>
              <a:gd name="connsiteX1912" fmla="*/ 3064304 w 6545688"/>
              <a:gd name="connsiteY1912" fmla="*/ 2437675 h 3341254"/>
              <a:gd name="connsiteX1913" fmla="*/ 3065918 w 6545688"/>
              <a:gd name="connsiteY1913" fmla="*/ 2438598 h 3341254"/>
              <a:gd name="connsiteX1914" fmla="*/ 3079370 w 6545688"/>
              <a:gd name="connsiteY1914" fmla="*/ 2461883 h 3341254"/>
              <a:gd name="connsiteX1915" fmla="*/ 3079370 w 6545688"/>
              <a:gd name="connsiteY1915" fmla="*/ 2463804 h 3341254"/>
              <a:gd name="connsiteX1916" fmla="*/ 3065918 w 6545688"/>
              <a:gd name="connsiteY1916" fmla="*/ 2487092 h 3341254"/>
              <a:gd name="connsiteX1917" fmla="*/ 3064304 w 6545688"/>
              <a:gd name="connsiteY1917" fmla="*/ 2488014 h 3341254"/>
              <a:gd name="connsiteX1918" fmla="*/ 3037406 w 6545688"/>
              <a:gd name="connsiteY1918" fmla="*/ 2488014 h 3341254"/>
              <a:gd name="connsiteX1919" fmla="*/ 3035793 w 6545688"/>
              <a:gd name="connsiteY1919" fmla="*/ 2487092 h 3341254"/>
              <a:gd name="connsiteX1920" fmla="*/ 3022343 w 6545688"/>
              <a:gd name="connsiteY1920" fmla="*/ 2463804 h 3341254"/>
              <a:gd name="connsiteX1921" fmla="*/ 3022343 w 6545688"/>
              <a:gd name="connsiteY1921" fmla="*/ 2461883 h 3341254"/>
              <a:gd name="connsiteX1922" fmla="*/ 3035793 w 6545688"/>
              <a:gd name="connsiteY1922" fmla="*/ 2438598 h 3341254"/>
              <a:gd name="connsiteX1923" fmla="*/ 3037406 w 6545688"/>
              <a:gd name="connsiteY1923" fmla="*/ 2437675 h 3341254"/>
              <a:gd name="connsiteX1924" fmla="*/ 289657 w 6545688"/>
              <a:gd name="connsiteY1924" fmla="*/ 2431372 h 3341254"/>
              <a:gd name="connsiteX1925" fmla="*/ 323242 w 6545688"/>
              <a:gd name="connsiteY1925" fmla="*/ 2431372 h 3341254"/>
              <a:gd name="connsiteX1926" fmla="*/ 325313 w 6545688"/>
              <a:gd name="connsiteY1926" fmla="*/ 2432524 h 3341254"/>
              <a:gd name="connsiteX1927" fmla="*/ 342071 w 6545688"/>
              <a:gd name="connsiteY1927" fmla="*/ 2461653 h 3341254"/>
              <a:gd name="connsiteX1928" fmla="*/ 342071 w 6545688"/>
              <a:gd name="connsiteY1928" fmla="*/ 2464036 h 3341254"/>
              <a:gd name="connsiteX1929" fmla="*/ 325239 w 6545688"/>
              <a:gd name="connsiteY1929" fmla="*/ 2493163 h 3341254"/>
              <a:gd name="connsiteX1930" fmla="*/ 323162 w 6545688"/>
              <a:gd name="connsiteY1930" fmla="*/ 2494316 h 3341254"/>
              <a:gd name="connsiteX1931" fmla="*/ 289575 w 6545688"/>
              <a:gd name="connsiteY1931" fmla="*/ 2494316 h 3341254"/>
              <a:gd name="connsiteX1932" fmla="*/ 287502 w 6545688"/>
              <a:gd name="connsiteY1932" fmla="*/ 2493163 h 3341254"/>
              <a:gd name="connsiteX1933" fmla="*/ 270751 w 6545688"/>
              <a:gd name="connsiteY1933" fmla="*/ 2464036 h 3341254"/>
              <a:gd name="connsiteX1934" fmla="*/ 270751 w 6545688"/>
              <a:gd name="connsiteY1934" fmla="*/ 2461653 h 3341254"/>
              <a:gd name="connsiteX1935" fmla="*/ 287580 w 6545688"/>
              <a:gd name="connsiteY1935" fmla="*/ 2432524 h 3341254"/>
              <a:gd name="connsiteX1936" fmla="*/ 289657 w 6545688"/>
              <a:gd name="connsiteY1936" fmla="*/ 2431372 h 3341254"/>
              <a:gd name="connsiteX1937" fmla="*/ 380273 w 6545688"/>
              <a:gd name="connsiteY1937" fmla="*/ 2429836 h 3341254"/>
              <a:gd name="connsiteX1938" fmla="*/ 415546 w 6545688"/>
              <a:gd name="connsiteY1938" fmla="*/ 2429836 h 3341254"/>
              <a:gd name="connsiteX1939" fmla="*/ 417699 w 6545688"/>
              <a:gd name="connsiteY1939" fmla="*/ 2431066 h 3341254"/>
              <a:gd name="connsiteX1940" fmla="*/ 435295 w 6545688"/>
              <a:gd name="connsiteY1940" fmla="*/ 2461577 h 3341254"/>
              <a:gd name="connsiteX1941" fmla="*/ 435295 w 6545688"/>
              <a:gd name="connsiteY1941" fmla="*/ 2464036 h 3341254"/>
              <a:gd name="connsiteX1942" fmla="*/ 417699 w 6545688"/>
              <a:gd name="connsiteY1942" fmla="*/ 2494547 h 3341254"/>
              <a:gd name="connsiteX1943" fmla="*/ 415546 w 6545688"/>
              <a:gd name="connsiteY1943" fmla="*/ 2495777 h 3341254"/>
              <a:gd name="connsiteX1944" fmla="*/ 380273 w 6545688"/>
              <a:gd name="connsiteY1944" fmla="*/ 2495777 h 3341254"/>
              <a:gd name="connsiteX1945" fmla="*/ 378119 w 6545688"/>
              <a:gd name="connsiteY1945" fmla="*/ 2494547 h 3341254"/>
              <a:gd name="connsiteX1946" fmla="*/ 360514 w 6545688"/>
              <a:gd name="connsiteY1946" fmla="*/ 2464036 h 3341254"/>
              <a:gd name="connsiteX1947" fmla="*/ 360514 w 6545688"/>
              <a:gd name="connsiteY1947" fmla="*/ 2461577 h 3341254"/>
              <a:gd name="connsiteX1948" fmla="*/ 378119 w 6545688"/>
              <a:gd name="connsiteY1948" fmla="*/ 2431066 h 3341254"/>
              <a:gd name="connsiteX1949" fmla="*/ 380273 w 6545688"/>
              <a:gd name="connsiteY1949" fmla="*/ 2429836 h 3341254"/>
              <a:gd name="connsiteX1950" fmla="*/ 1401358 w 6545688"/>
              <a:gd name="connsiteY1950" fmla="*/ 2378266 h 3341254"/>
              <a:gd name="connsiteX1951" fmla="*/ 1407046 w 6545688"/>
              <a:gd name="connsiteY1951" fmla="*/ 2378266 h 3341254"/>
              <a:gd name="connsiteX1952" fmla="*/ 1407422 w 6545688"/>
              <a:gd name="connsiteY1952" fmla="*/ 2378498 h 3341254"/>
              <a:gd name="connsiteX1953" fmla="*/ 1410275 w 6545688"/>
              <a:gd name="connsiteY1953" fmla="*/ 2383415 h 3341254"/>
              <a:gd name="connsiteX1954" fmla="*/ 1410275 w 6545688"/>
              <a:gd name="connsiteY1954" fmla="*/ 2383801 h 3341254"/>
              <a:gd name="connsiteX1955" fmla="*/ 1407422 w 6545688"/>
              <a:gd name="connsiteY1955" fmla="*/ 2388720 h 3341254"/>
              <a:gd name="connsiteX1956" fmla="*/ 1407046 w 6545688"/>
              <a:gd name="connsiteY1956" fmla="*/ 2388949 h 3341254"/>
              <a:gd name="connsiteX1957" fmla="*/ 1401358 w 6545688"/>
              <a:gd name="connsiteY1957" fmla="*/ 2388949 h 3341254"/>
              <a:gd name="connsiteX1958" fmla="*/ 1400974 w 6545688"/>
              <a:gd name="connsiteY1958" fmla="*/ 2388720 h 3341254"/>
              <a:gd name="connsiteX1959" fmla="*/ 1398129 w 6545688"/>
              <a:gd name="connsiteY1959" fmla="*/ 2383801 h 3341254"/>
              <a:gd name="connsiteX1960" fmla="*/ 1398129 w 6545688"/>
              <a:gd name="connsiteY1960" fmla="*/ 2383415 h 3341254"/>
              <a:gd name="connsiteX1961" fmla="*/ 1400974 w 6545688"/>
              <a:gd name="connsiteY1961" fmla="*/ 2378498 h 3341254"/>
              <a:gd name="connsiteX1962" fmla="*/ 1401358 w 6545688"/>
              <a:gd name="connsiteY1962" fmla="*/ 2378266 h 3341254"/>
              <a:gd name="connsiteX1963" fmla="*/ 2407583 w 6545688"/>
              <a:gd name="connsiteY1963" fmla="*/ 2378113 h 3341254"/>
              <a:gd name="connsiteX1964" fmla="*/ 2413422 w 6545688"/>
              <a:gd name="connsiteY1964" fmla="*/ 2378113 h 3341254"/>
              <a:gd name="connsiteX1965" fmla="*/ 2413808 w 6545688"/>
              <a:gd name="connsiteY1965" fmla="*/ 2378342 h 3341254"/>
              <a:gd name="connsiteX1966" fmla="*/ 2416728 w 6545688"/>
              <a:gd name="connsiteY1966" fmla="*/ 2383415 h 3341254"/>
              <a:gd name="connsiteX1967" fmla="*/ 2416728 w 6545688"/>
              <a:gd name="connsiteY1967" fmla="*/ 2383801 h 3341254"/>
              <a:gd name="connsiteX1968" fmla="*/ 2413808 w 6545688"/>
              <a:gd name="connsiteY1968" fmla="*/ 2388872 h 3341254"/>
              <a:gd name="connsiteX1969" fmla="*/ 2413422 w 6545688"/>
              <a:gd name="connsiteY1969" fmla="*/ 2389103 h 3341254"/>
              <a:gd name="connsiteX1970" fmla="*/ 2407583 w 6545688"/>
              <a:gd name="connsiteY1970" fmla="*/ 2389103 h 3341254"/>
              <a:gd name="connsiteX1971" fmla="*/ 2407197 w 6545688"/>
              <a:gd name="connsiteY1971" fmla="*/ 2388872 h 3341254"/>
              <a:gd name="connsiteX1972" fmla="*/ 2404277 w 6545688"/>
              <a:gd name="connsiteY1972" fmla="*/ 2383801 h 3341254"/>
              <a:gd name="connsiteX1973" fmla="*/ 2404277 w 6545688"/>
              <a:gd name="connsiteY1973" fmla="*/ 2383415 h 3341254"/>
              <a:gd name="connsiteX1974" fmla="*/ 2407197 w 6545688"/>
              <a:gd name="connsiteY1974" fmla="*/ 2378342 h 3341254"/>
              <a:gd name="connsiteX1975" fmla="*/ 2407583 w 6545688"/>
              <a:gd name="connsiteY1975" fmla="*/ 2378113 h 3341254"/>
              <a:gd name="connsiteX1976" fmla="*/ 2498808 w 6545688"/>
              <a:gd name="connsiteY1976" fmla="*/ 2377651 h 3341254"/>
              <a:gd name="connsiteX1977" fmla="*/ 2505111 w 6545688"/>
              <a:gd name="connsiteY1977" fmla="*/ 2377651 h 3341254"/>
              <a:gd name="connsiteX1978" fmla="*/ 2505495 w 6545688"/>
              <a:gd name="connsiteY1978" fmla="*/ 2377881 h 3341254"/>
              <a:gd name="connsiteX1979" fmla="*/ 2508647 w 6545688"/>
              <a:gd name="connsiteY1979" fmla="*/ 2383339 h 3341254"/>
              <a:gd name="connsiteX1980" fmla="*/ 2508647 w 6545688"/>
              <a:gd name="connsiteY1980" fmla="*/ 2383799 h 3341254"/>
              <a:gd name="connsiteX1981" fmla="*/ 2505495 w 6545688"/>
              <a:gd name="connsiteY1981" fmla="*/ 2389257 h 3341254"/>
              <a:gd name="connsiteX1982" fmla="*/ 2505111 w 6545688"/>
              <a:gd name="connsiteY1982" fmla="*/ 2389487 h 3341254"/>
              <a:gd name="connsiteX1983" fmla="*/ 2498808 w 6545688"/>
              <a:gd name="connsiteY1983" fmla="*/ 2389487 h 3341254"/>
              <a:gd name="connsiteX1984" fmla="*/ 2498425 w 6545688"/>
              <a:gd name="connsiteY1984" fmla="*/ 2389257 h 3341254"/>
              <a:gd name="connsiteX1985" fmla="*/ 2495274 w 6545688"/>
              <a:gd name="connsiteY1985" fmla="*/ 2383799 h 3341254"/>
              <a:gd name="connsiteX1986" fmla="*/ 2495274 w 6545688"/>
              <a:gd name="connsiteY1986" fmla="*/ 2383339 h 3341254"/>
              <a:gd name="connsiteX1987" fmla="*/ 2498425 w 6545688"/>
              <a:gd name="connsiteY1987" fmla="*/ 2377881 h 3341254"/>
              <a:gd name="connsiteX1988" fmla="*/ 2498808 w 6545688"/>
              <a:gd name="connsiteY1988" fmla="*/ 2377651 h 3341254"/>
              <a:gd name="connsiteX1989" fmla="*/ 2588730 w 6545688"/>
              <a:gd name="connsiteY1989" fmla="*/ 2374731 h 3341254"/>
              <a:gd name="connsiteX1990" fmla="*/ 2598105 w 6545688"/>
              <a:gd name="connsiteY1990" fmla="*/ 2374731 h 3341254"/>
              <a:gd name="connsiteX1991" fmla="*/ 2598644 w 6545688"/>
              <a:gd name="connsiteY1991" fmla="*/ 2375039 h 3341254"/>
              <a:gd name="connsiteX1992" fmla="*/ 2603332 w 6545688"/>
              <a:gd name="connsiteY1992" fmla="*/ 2383186 h 3341254"/>
              <a:gd name="connsiteX1993" fmla="*/ 2603332 w 6545688"/>
              <a:gd name="connsiteY1993" fmla="*/ 2383877 h 3341254"/>
              <a:gd name="connsiteX1994" fmla="*/ 2598644 w 6545688"/>
              <a:gd name="connsiteY1994" fmla="*/ 2392023 h 3341254"/>
              <a:gd name="connsiteX1995" fmla="*/ 2598105 w 6545688"/>
              <a:gd name="connsiteY1995" fmla="*/ 2392331 h 3341254"/>
              <a:gd name="connsiteX1996" fmla="*/ 2588730 w 6545688"/>
              <a:gd name="connsiteY1996" fmla="*/ 2392331 h 3341254"/>
              <a:gd name="connsiteX1997" fmla="*/ 2588191 w 6545688"/>
              <a:gd name="connsiteY1997" fmla="*/ 2392023 h 3341254"/>
              <a:gd name="connsiteX1998" fmla="*/ 2583504 w 6545688"/>
              <a:gd name="connsiteY1998" fmla="*/ 2383877 h 3341254"/>
              <a:gd name="connsiteX1999" fmla="*/ 2583504 w 6545688"/>
              <a:gd name="connsiteY1999" fmla="*/ 2383186 h 3341254"/>
              <a:gd name="connsiteX2000" fmla="*/ 2588191 w 6545688"/>
              <a:gd name="connsiteY2000" fmla="*/ 2375039 h 3341254"/>
              <a:gd name="connsiteX2001" fmla="*/ 2588730 w 6545688"/>
              <a:gd name="connsiteY2001" fmla="*/ 2374731 h 3341254"/>
              <a:gd name="connsiteX2002" fmla="*/ 759010 w 6545688"/>
              <a:gd name="connsiteY2002" fmla="*/ 2374422 h 3341254"/>
              <a:gd name="connsiteX2003" fmla="*/ 768692 w 6545688"/>
              <a:gd name="connsiteY2003" fmla="*/ 2374422 h 3341254"/>
              <a:gd name="connsiteX2004" fmla="*/ 769304 w 6545688"/>
              <a:gd name="connsiteY2004" fmla="*/ 2374729 h 3341254"/>
              <a:gd name="connsiteX2005" fmla="*/ 774147 w 6545688"/>
              <a:gd name="connsiteY2005" fmla="*/ 2383106 h 3341254"/>
              <a:gd name="connsiteX2006" fmla="*/ 774147 w 6545688"/>
              <a:gd name="connsiteY2006" fmla="*/ 2383799 h 3341254"/>
              <a:gd name="connsiteX2007" fmla="*/ 769304 w 6545688"/>
              <a:gd name="connsiteY2007" fmla="*/ 2392175 h 3341254"/>
              <a:gd name="connsiteX2008" fmla="*/ 768692 w 6545688"/>
              <a:gd name="connsiteY2008" fmla="*/ 2392483 h 3341254"/>
              <a:gd name="connsiteX2009" fmla="*/ 759010 w 6545688"/>
              <a:gd name="connsiteY2009" fmla="*/ 2392483 h 3341254"/>
              <a:gd name="connsiteX2010" fmla="*/ 758391 w 6545688"/>
              <a:gd name="connsiteY2010" fmla="*/ 2392175 h 3341254"/>
              <a:gd name="connsiteX2011" fmla="*/ 753555 w 6545688"/>
              <a:gd name="connsiteY2011" fmla="*/ 2383799 h 3341254"/>
              <a:gd name="connsiteX2012" fmla="*/ 753555 w 6545688"/>
              <a:gd name="connsiteY2012" fmla="*/ 2383106 h 3341254"/>
              <a:gd name="connsiteX2013" fmla="*/ 758391 w 6545688"/>
              <a:gd name="connsiteY2013" fmla="*/ 2374729 h 3341254"/>
              <a:gd name="connsiteX2014" fmla="*/ 759010 w 6545688"/>
              <a:gd name="connsiteY2014" fmla="*/ 2374422 h 3341254"/>
              <a:gd name="connsiteX2015" fmla="*/ 849926 w 6545688"/>
              <a:gd name="connsiteY2015" fmla="*/ 2373501 h 3341254"/>
              <a:gd name="connsiteX2016" fmla="*/ 860681 w 6545688"/>
              <a:gd name="connsiteY2016" fmla="*/ 2373501 h 3341254"/>
              <a:gd name="connsiteX2017" fmla="*/ 861378 w 6545688"/>
              <a:gd name="connsiteY2017" fmla="*/ 2373887 h 3341254"/>
              <a:gd name="connsiteX2018" fmla="*/ 866761 w 6545688"/>
              <a:gd name="connsiteY2018" fmla="*/ 2383186 h 3341254"/>
              <a:gd name="connsiteX2019" fmla="*/ 866761 w 6545688"/>
              <a:gd name="connsiteY2019" fmla="*/ 2383954 h 3341254"/>
              <a:gd name="connsiteX2020" fmla="*/ 861378 w 6545688"/>
              <a:gd name="connsiteY2020" fmla="*/ 2393253 h 3341254"/>
              <a:gd name="connsiteX2021" fmla="*/ 860681 w 6545688"/>
              <a:gd name="connsiteY2021" fmla="*/ 2393637 h 3341254"/>
              <a:gd name="connsiteX2022" fmla="*/ 849926 w 6545688"/>
              <a:gd name="connsiteY2022" fmla="*/ 2393637 h 3341254"/>
              <a:gd name="connsiteX2023" fmla="*/ 849231 w 6545688"/>
              <a:gd name="connsiteY2023" fmla="*/ 2393253 h 3341254"/>
              <a:gd name="connsiteX2024" fmla="*/ 843851 w 6545688"/>
              <a:gd name="connsiteY2024" fmla="*/ 2383954 h 3341254"/>
              <a:gd name="connsiteX2025" fmla="*/ 843851 w 6545688"/>
              <a:gd name="connsiteY2025" fmla="*/ 2383186 h 3341254"/>
              <a:gd name="connsiteX2026" fmla="*/ 849231 w 6545688"/>
              <a:gd name="connsiteY2026" fmla="*/ 2373887 h 3341254"/>
              <a:gd name="connsiteX2027" fmla="*/ 849926 w 6545688"/>
              <a:gd name="connsiteY2027" fmla="*/ 2373501 h 3341254"/>
              <a:gd name="connsiteX2028" fmla="*/ 2679419 w 6545688"/>
              <a:gd name="connsiteY2028" fmla="*/ 2373194 h 3341254"/>
              <a:gd name="connsiteX2029" fmla="*/ 2690485 w 6545688"/>
              <a:gd name="connsiteY2029" fmla="*/ 2373194 h 3341254"/>
              <a:gd name="connsiteX2030" fmla="*/ 2691177 w 6545688"/>
              <a:gd name="connsiteY2030" fmla="*/ 2373577 h 3341254"/>
              <a:gd name="connsiteX2031" fmla="*/ 2696710 w 6545688"/>
              <a:gd name="connsiteY2031" fmla="*/ 2383186 h 3341254"/>
              <a:gd name="connsiteX2032" fmla="*/ 2696710 w 6545688"/>
              <a:gd name="connsiteY2032" fmla="*/ 2383953 h 3341254"/>
              <a:gd name="connsiteX2033" fmla="*/ 2691177 w 6545688"/>
              <a:gd name="connsiteY2033" fmla="*/ 2393561 h 3341254"/>
              <a:gd name="connsiteX2034" fmla="*/ 2690485 w 6545688"/>
              <a:gd name="connsiteY2034" fmla="*/ 2393944 h 3341254"/>
              <a:gd name="connsiteX2035" fmla="*/ 2679419 w 6545688"/>
              <a:gd name="connsiteY2035" fmla="*/ 2393944 h 3341254"/>
              <a:gd name="connsiteX2036" fmla="*/ 2678728 w 6545688"/>
              <a:gd name="connsiteY2036" fmla="*/ 2393561 h 3341254"/>
              <a:gd name="connsiteX2037" fmla="*/ 2673193 w 6545688"/>
              <a:gd name="connsiteY2037" fmla="*/ 2383953 h 3341254"/>
              <a:gd name="connsiteX2038" fmla="*/ 2673193 w 6545688"/>
              <a:gd name="connsiteY2038" fmla="*/ 2383186 h 3341254"/>
              <a:gd name="connsiteX2039" fmla="*/ 2678728 w 6545688"/>
              <a:gd name="connsiteY2039" fmla="*/ 2373577 h 3341254"/>
              <a:gd name="connsiteX2040" fmla="*/ 2679419 w 6545688"/>
              <a:gd name="connsiteY2040" fmla="*/ 2373194 h 3341254"/>
              <a:gd name="connsiteX2041" fmla="*/ 575326 w 6545688"/>
              <a:gd name="connsiteY2041" fmla="*/ 2373194 h 3341254"/>
              <a:gd name="connsiteX2042" fmla="*/ 586392 w 6545688"/>
              <a:gd name="connsiteY2042" fmla="*/ 2373194 h 3341254"/>
              <a:gd name="connsiteX2043" fmla="*/ 587085 w 6545688"/>
              <a:gd name="connsiteY2043" fmla="*/ 2373577 h 3341254"/>
              <a:gd name="connsiteX2044" fmla="*/ 592614 w 6545688"/>
              <a:gd name="connsiteY2044" fmla="*/ 2383186 h 3341254"/>
              <a:gd name="connsiteX2045" fmla="*/ 592614 w 6545688"/>
              <a:gd name="connsiteY2045" fmla="*/ 2383953 h 3341254"/>
              <a:gd name="connsiteX2046" fmla="*/ 587085 w 6545688"/>
              <a:gd name="connsiteY2046" fmla="*/ 2393561 h 3341254"/>
              <a:gd name="connsiteX2047" fmla="*/ 586392 w 6545688"/>
              <a:gd name="connsiteY2047" fmla="*/ 2393944 h 3341254"/>
              <a:gd name="connsiteX2048" fmla="*/ 575326 w 6545688"/>
              <a:gd name="connsiteY2048" fmla="*/ 2393944 h 3341254"/>
              <a:gd name="connsiteX2049" fmla="*/ 574633 w 6545688"/>
              <a:gd name="connsiteY2049" fmla="*/ 2393561 h 3341254"/>
              <a:gd name="connsiteX2050" fmla="*/ 569103 w 6545688"/>
              <a:gd name="connsiteY2050" fmla="*/ 2383953 h 3341254"/>
              <a:gd name="connsiteX2051" fmla="*/ 569103 w 6545688"/>
              <a:gd name="connsiteY2051" fmla="*/ 2383186 h 3341254"/>
              <a:gd name="connsiteX2052" fmla="*/ 574633 w 6545688"/>
              <a:gd name="connsiteY2052" fmla="*/ 2373577 h 3341254"/>
              <a:gd name="connsiteX2053" fmla="*/ 575326 w 6545688"/>
              <a:gd name="connsiteY2053" fmla="*/ 2373194 h 3341254"/>
              <a:gd name="connsiteX2054" fmla="*/ 2769183 w 6545688"/>
              <a:gd name="connsiteY2054" fmla="*/ 2370118 h 3341254"/>
              <a:gd name="connsiteX2055" fmla="*/ 2783554 w 6545688"/>
              <a:gd name="connsiteY2055" fmla="*/ 2370118 h 3341254"/>
              <a:gd name="connsiteX2056" fmla="*/ 2784399 w 6545688"/>
              <a:gd name="connsiteY2056" fmla="*/ 2370655 h 3341254"/>
              <a:gd name="connsiteX2057" fmla="*/ 2791547 w 6545688"/>
              <a:gd name="connsiteY2057" fmla="*/ 2383106 h 3341254"/>
              <a:gd name="connsiteX2058" fmla="*/ 2791547 w 6545688"/>
              <a:gd name="connsiteY2058" fmla="*/ 2384106 h 3341254"/>
              <a:gd name="connsiteX2059" fmla="*/ 2784399 w 6545688"/>
              <a:gd name="connsiteY2059" fmla="*/ 2396557 h 3341254"/>
              <a:gd name="connsiteX2060" fmla="*/ 2783554 w 6545688"/>
              <a:gd name="connsiteY2060" fmla="*/ 2397094 h 3341254"/>
              <a:gd name="connsiteX2061" fmla="*/ 2769183 w 6545688"/>
              <a:gd name="connsiteY2061" fmla="*/ 2397094 h 3341254"/>
              <a:gd name="connsiteX2062" fmla="*/ 2768338 w 6545688"/>
              <a:gd name="connsiteY2062" fmla="*/ 2396557 h 3341254"/>
              <a:gd name="connsiteX2063" fmla="*/ 2761190 w 6545688"/>
              <a:gd name="connsiteY2063" fmla="*/ 2384106 h 3341254"/>
              <a:gd name="connsiteX2064" fmla="*/ 2761190 w 6545688"/>
              <a:gd name="connsiteY2064" fmla="*/ 2383106 h 3341254"/>
              <a:gd name="connsiteX2065" fmla="*/ 2768338 w 6545688"/>
              <a:gd name="connsiteY2065" fmla="*/ 2370655 h 3341254"/>
              <a:gd name="connsiteX2066" fmla="*/ 2769183 w 6545688"/>
              <a:gd name="connsiteY2066" fmla="*/ 2370118 h 3341254"/>
              <a:gd name="connsiteX2067" fmla="*/ 2859104 w 6545688"/>
              <a:gd name="connsiteY2067" fmla="*/ 2367044 h 3341254"/>
              <a:gd name="connsiteX2068" fmla="*/ 2876704 w 6545688"/>
              <a:gd name="connsiteY2068" fmla="*/ 2367044 h 3341254"/>
              <a:gd name="connsiteX2069" fmla="*/ 2877780 w 6545688"/>
              <a:gd name="connsiteY2069" fmla="*/ 2367659 h 3341254"/>
              <a:gd name="connsiteX2070" fmla="*/ 2886618 w 6545688"/>
              <a:gd name="connsiteY2070" fmla="*/ 2382954 h 3341254"/>
              <a:gd name="connsiteX2071" fmla="*/ 2886618 w 6545688"/>
              <a:gd name="connsiteY2071" fmla="*/ 2384182 h 3341254"/>
              <a:gd name="connsiteX2072" fmla="*/ 2877780 w 6545688"/>
              <a:gd name="connsiteY2072" fmla="*/ 2399477 h 3341254"/>
              <a:gd name="connsiteX2073" fmla="*/ 2876704 w 6545688"/>
              <a:gd name="connsiteY2073" fmla="*/ 2400092 h 3341254"/>
              <a:gd name="connsiteX2074" fmla="*/ 2859104 w 6545688"/>
              <a:gd name="connsiteY2074" fmla="*/ 2400092 h 3341254"/>
              <a:gd name="connsiteX2075" fmla="*/ 2858028 w 6545688"/>
              <a:gd name="connsiteY2075" fmla="*/ 2399477 h 3341254"/>
              <a:gd name="connsiteX2076" fmla="*/ 2849190 w 6545688"/>
              <a:gd name="connsiteY2076" fmla="*/ 2384182 h 3341254"/>
              <a:gd name="connsiteX2077" fmla="*/ 2849190 w 6545688"/>
              <a:gd name="connsiteY2077" fmla="*/ 2382954 h 3341254"/>
              <a:gd name="connsiteX2078" fmla="*/ 2858028 w 6545688"/>
              <a:gd name="connsiteY2078" fmla="*/ 2367659 h 3341254"/>
              <a:gd name="connsiteX2079" fmla="*/ 2859104 w 6545688"/>
              <a:gd name="connsiteY2079" fmla="*/ 2367044 h 3341254"/>
              <a:gd name="connsiteX2080" fmla="*/ 1028460 w 6545688"/>
              <a:gd name="connsiteY2080" fmla="*/ 2365201 h 3341254"/>
              <a:gd name="connsiteX2081" fmla="*/ 1048052 w 6545688"/>
              <a:gd name="connsiteY2081" fmla="*/ 2365201 h 3341254"/>
              <a:gd name="connsiteX2082" fmla="*/ 1049283 w 6545688"/>
              <a:gd name="connsiteY2082" fmla="*/ 2365892 h 3341254"/>
              <a:gd name="connsiteX2083" fmla="*/ 1059045 w 6545688"/>
              <a:gd name="connsiteY2083" fmla="*/ 2382800 h 3341254"/>
              <a:gd name="connsiteX2084" fmla="*/ 1059045 w 6545688"/>
              <a:gd name="connsiteY2084" fmla="*/ 2384184 h 3341254"/>
              <a:gd name="connsiteX2085" fmla="*/ 1049283 w 6545688"/>
              <a:gd name="connsiteY2085" fmla="*/ 2401092 h 3341254"/>
              <a:gd name="connsiteX2086" fmla="*/ 1048052 w 6545688"/>
              <a:gd name="connsiteY2086" fmla="*/ 2401783 h 3341254"/>
              <a:gd name="connsiteX2087" fmla="*/ 1028460 w 6545688"/>
              <a:gd name="connsiteY2087" fmla="*/ 2401783 h 3341254"/>
              <a:gd name="connsiteX2088" fmla="*/ 1027231 w 6545688"/>
              <a:gd name="connsiteY2088" fmla="*/ 2401092 h 3341254"/>
              <a:gd name="connsiteX2089" fmla="*/ 1017467 w 6545688"/>
              <a:gd name="connsiteY2089" fmla="*/ 2384184 h 3341254"/>
              <a:gd name="connsiteX2090" fmla="*/ 1017467 w 6545688"/>
              <a:gd name="connsiteY2090" fmla="*/ 2382800 h 3341254"/>
              <a:gd name="connsiteX2091" fmla="*/ 1027231 w 6545688"/>
              <a:gd name="connsiteY2091" fmla="*/ 2365892 h 3341254"/>
              <a:gd name="connsiteX2092" fmla="*/ 1028460 w 6545688"/>
              <a:gd name="connsiteY2092" fmla="*/ 2365201 h 3341254"/>
              <a:gd name="connsiteX2093" fmla="*/ 2948487 w 6545688"/>
              <a:gd name="connsiteY2093" fmla="*/ 2363279 h 3341254"/>
              <a:gd name="connsiteX2094" fmla="*/ 2970158 w 6545688"/>
              <a:gd name="connsiteY2094" fmla="*/ 2363279 h 3341254"/>
              <a:gd name="connsiteX2095" fmla="*/ 2971466 w 6545688"/>
              <a:gd name="connsiteY2095" fmla="*/ 2364048 h 3341254"/>
              <a:gd name="connsiteX2096" fmla="*/ 2982301 w 6545688"/>
              <a:gd name="connsiteY2096" fmla="*/ 2382800 h 3341254"/>
              <a:gd name="connsiteX2097" fmla="*/ 2982301 w 6545688"/>
              <a:gd name="connsiteY2097" fmla="*/ 2384338 h 3341254"/>
              <a:gd name="connsiteX2098" fmla="*/ 2971466 w 6545688"/>
              <a:gd name="connsiteY2098" fmla="*/ 2403090 h 3341254"/>
              <a:gd name="connsiteX2099" fmla="*/ 2970158 w 6545688"/>
              <a:gd name="connsiteY2099" fmla="*/ 2403859 h 3341254"/>
              <a:gd name="connsiteX2100" fmla="*/ 2948487 w 6545688"/>
              <a:gd name="connsiteY2100" fmla="*/ 2403859 h 3341254"/>
              <a:gd name="connsiteX2101" fmla="*/ 2947179 w 6545688"/>
              <a:gd name="connsiteY2101" fmla="*/ 2403090 h 3341254"/>
              <a:gd name="connsiteX2102" fmla="*/ 2936344 w 6545688"/>
              <a:gd name="connsiteY2102" fmla="*/ 2384338 h 3341254"/>
              <a:gd name="connsiteX2103" fmla="*/ 2936344 w 6545688"/>
              <a:gd name="connsiteY2103" fmla="*/ 2382800 h 3341254"/>
              <a:gd name="connsiteX2104" fmla="*/ 2947179 w 6545688"/>
              <a:gd name="connsiteY2104" fmla="*/ 2364048 h 3341254"/>
              <a:gd name="connsiteX2105" fmla="*/ 2948487 w 6545688"/>
              <a:gd name="connsiteY2105" fmla="*/ 2363279 h 3341254"/>
              <a:gd name="connsiteX2106" fmla="*/ 477797 w 6545688"/>
              <a:gd name="connsiteY2106" fmla="*/ 2361742 h 3341254"/>
              <a:gd name="connsiteX2107" fmla="*/ 501086 w 6545688"/>
              <a:gd name="connsiteY2107" fmla="*/ 2361742 h 3341254"/>
              <a:gd name="connsiteX2108" fmla="*/ 502540 w 6545688"/>
              <a:gd name="connsiteY2108" fmla="*/ 2362587 h 3341254"/>
              <a:gd name="connsiteX2109" fmla="*/ 514150 w 6545688"/>
              <a:gd name="connsiteY2109" fmla="*/ 2382800 h 3341254"/>
              <a:gd name="connsiteX2110" fmla="*/ 514150 w 6545688"/>
              <a:gd name="connsiteY2110" fmla="*/ 2384414 h 3341254"/>
              <a:gd name="connsiteX2111" fmla="*/ 502470 w 6545688"/>
              <a:gd name="connsiteY2111" fmla="*/ 2404627 h 3341254"/>
              <a:gd name="connsiteX2112" fmla="*/ 501001 w 6545688"/>
              <a:gd name="connsiteY2112" fmla="*/ 2405472 h 3341254"/>
              <a:gd name="connsiteX2113" fmla="*/ 477721 w 6545688"/>
              <a:gd name="connsiteY2113" fmla="*/ 2405472 h 3341254"/>
              <a:gd name="connsiteX2114" fmla="*/ 476257 w 6545688"/>
              <a:gd name="connsiteY2114" fmla="*/ 2404627 h 3341254"/>
              <a:gd name="connsiteX2115" fmla="*/ 464653 w 6545688"/>
              <a:gd name="connsiteY2115" fmla="*/ 2384414 h 3341254"/>
              <a:gd name="connsiteX2116" fmla="*/ 464653 w 6545688"/>
              <a:gd name="connsiteY2116" fmla="*/ 2382800 h 3341254"/>
              <a:gd name="connsiteX2117" fmla="*/ 476337 w 6545688"/>
              <a:gd name="connsiteY2117" fmla="*/ 2362587 h 3341254"/>
              <a:gd name="connsiteX2118" fmla="*/ 477797 w 6545688"/>
              <a:gd name="connsiteY2118" fmla="*/ 2361742 h 3341254"/>
              <a:gd name="connsiteX2119" fmla="*/ 3038944 w 6545688"/>
              <a:gd name="connsiteY2119" fmla="*/ 2361280 h 3341254"/>
              <a:gd name="connsiteX2120" fmla="*/ 3062692 w 6545688"/>
              <a:gd name="connsiteY2120" fmla="*/ 2361280 h 3341254"/>
              <a:gd name="connsiteX2121" fmla="*/ 3064152 w 6545688"/>
              <a:gd name="connsiteY2121" fmla="*/ 2362125 h 3341254"/>
              <a:gd name="connsiteX2122" fmla="*/ 3075988 w 6545688"/>
              <a:gd name="connsiteY2122" fmla="*/ 2382722 h 3341254"/>
              <a:gd name="connsiteX2123" fmla="*/ 3075988 w 6545688"/>
              <a:gd name="connsiteY2123" fmla="*/ 2384414 h 3341254"/>
              <a:gd name="connsiteX2124" fmla="*/ 3064077 w 6545688"/>
              <a:gd name="connsiteY2124" fmla="*/ 2405011 h 3341254"/>
              <a:gd name="connsiteX2125" fmla="*/ 3062615 w 6545688"/>
              <a:gd name="connsiteY2125" fmla="*/ 2405856 h 3341254"/>
              <a:gd name="connsiteX2126" fmla="*/ 3038868 w 6545688"/>
              <a:gd name="connsiteY2126" fmla="*/ 2405856 h 3341254"/>
              <a:gd name="connsiteX2127" fmla="*/ 3037406 w 6545688"/>
              <a:gd name="connsiteY2127" fmla="*/ 2405011 h 3341254"/>
              <a:gd name="connsiteX2128" fmla="*/ 3025571 w 6545688"/>
              <a:gd name="connsiteY2128" fmla="*/ 2384414 h 3341254"/>
              <a:gd name="connsiteX2129" fmla="*/ 3025571 w 6545688"/>
              <a:gd name="connsiteY2129" fmla="*/ 2382722 h 3341254"/>
              <a:gd name="connsiteX2130" fmla="*/ 3037485 w 6545688"/>
              <a:gd name="connsiteY2130" fmla="*/ 2362125 h 3341254"/>
              <a:gd name="connsiteX2131" fmla="*/ 3038944 w 6545688"/>
              <a:gd name="connsiteY2131" fmla="*/ 2361280 h 3341254"/>
              <a:gd name="connsiteX2132" fmla="*/ 3770600 w 6545688"/>
              <a:gd name="connsiteY2132" fmla="*/ 2360897 h 3341254"/>
              <a:gd name="connsiteX2133" fmla="*/ 3794809 w 6545688"/>
              <a:gd name="connsiteY2133" fmla="*/ 2360897 h 3341254"/>
              <a:gd name="connsiteX2134" fmla="*/ 3796268 w 6545688"/>
              <a:gd name="connsiteY2134" fmla="*/ 2361742 h 3341254"/>
              <a:gd name="connsiteX2135" fmla="*/ 3808335 w 6545688"/>
              <a:gd name="connsiteY2135" fmla="*/ 2382724 h 3341254"/>
              <a:gd name="connsiteX2136" fmla="*/ 3808335 w 6545688"/>
              <a:gd name="connsiteY2136" fmla="*/ 2384414 h 3341254"/>
              <a:gd name="connsiteX2137" fmla="*/ 3796192 w 6545688"/>
              <a:gd name="connsiteY2137" fmla="*/ 2405396 h 3341254"/>
              <a:gd name="connsiteX2138" fmla="*/ 3794732 w 6545688"/>
              <a:gd name="connsiteY2138" fmla="*/ 2406241 h 3341254"/>
              <a:gd name="connsiteX2139" fmla="*/ 3770522 w 6545688"/>
              <a:gd name="connsiteY2139" fmla="*/ 2406241 h 3341254"/>
              <a:gd name="connsiteX2140" fmla="*/ 3769062 w 6545688"/>
              <a:gd name="connsiteY2140" fmla="*/ 2405396 h 3341254"/>
              <a:gd name="connsiteX2141" fmla="*/ 3756995 w 6545688"/>
              <a:gd name="connsiteY2141" fmla="*/ 2384414 h 3341254"/>
              <a:gd name="connsiteX2142" fmla="*/ 3756995 w 6545688"/>
              <a:gd name="connsiteY2142" fmla="*/ 2382724 h 3341254"/>
              <a:gd name="connsiteX2143" fmla="*/ 3769138 w 6545688"/>
              <a:gd name="connsiteY2143" fmla="*/ 2361742 h 3341254"/>
              <a:gd name="connsiteX2144" fmla="*/ 3770600 w 6545688"/>
              <a:gd name="connsiteY2144" fmla="*/ 2360897 h 3341254"/>
              <a:gd name="connsiteX2145" fmla="*/ 3587226 w 6545688"/>
              <a:gd name="connsiteY2145" fmla="*/ 2360050 h 3341254"/>
              <a:gd name="connsiteX2146" fmla="*/ 3612279 w 6545688"/>
              <a:gd name="connsiteY2146" fmla="*/ 2360050 h 3341254"/>
              <a:gd name="connsiteX2147" fmla="*/ 3613816 w 6545688"/>
              <a:gd name="connsiteY2147" fmla="*/ 2360973 h 3341254"/>
              <a:gd name="connsiteX2148" fmla="*/ 3626343 w 6545688"/>
              <a:gd name="connsiteY2148" fmla="*/ 2382722 h 3341254"/>
              <a:gd name="connsiteX2149" fmla="*/ 3626343 w 6545688"/>
              <a:gd name="connsiteY2149" fmla="*/ 2384490 h 3341254"/>
              <a:gd name="connsiteX2150" fmla="*/ 3613816 w 6545688"/>
              <a:gd name="connsiteY2150" fmla="*/ 2406239 h 3341254"/>
              <a:gd name="connsiteX2151" fmla="*/ 3612279 w 6545688"/>
              <a:gd name="connsiteY2151" fmla="*/ 2407162 h 3341254"/>
              <a:gd name="connsiteX2152" fmla="*/ 3587226 w 6545688"/>
              <a:gd name="connsiteY2152" fmla="*/ 2407162 h 3341254"/>
              <a:gd name="connsiteX2153" fmla="*/ 3585688 w 6545688"/>
              <a:gd name="connsiteY2153" fmla="*/ 2406239 h 3341254"/>
              <a:gd name="connsiteX2154" fmla="*/ 3573160 w 6545688"/>
              <a:gd name="connsiteY2154" fmla="*/ 2384490 h 3341254"/>
              <a:gd name="connsiteX2155" fmla="*/ 3573160 w 6545688"/>
              <a:gd name="connsiteY2155" fmla="*/ 2382722 h 3341254"/>
              <a:gd name="connsiteX2156" fmla="*/ 3585688 w 6545688"/>
              <a:gd name="connsiteY2156" fmla="*/ 2360973 h 3341254"/>
              <a:gd name="connsiteX2157" fmla="*/ 3587226 w 6545688"/>
              <a:gd name="connsiteY2157" fmla="*/ 2360050 h 3341254"/>
              <a:gd name="connsiteX2158" fmla="*/ 934234 w 6545688"/>
              <a:gd name="connsiteY2158" fmla="*/ 2359898 h 3341254"/>
              <a:gd name="connsiteX2159" fmla="*/ 959441 w 6545688"/>
              <a:gd name="connsiteY2159" fmla="*/ 2359898 h 3341254"/>
              <a:gd name="connsiteX2160" fmla="*/ 960980 w 6545688"/>
              <a:gd name="connsiteY2160" fmla="*/ 2360821 h 3341254"/>
              <a:gd name="connsiteX2161" fmla="*/ 973583 w 6545688"/>
              <a:gd name="connsiteY2161" fmla="*/ 2382646 h 3341254"/>
              <a:gd name="connsiteX2162" fmla="*/ 973583 w 6545688"/>
              <a:gd name="connsiteY2162" fmla="*/ 2384416 h 3341254"/>
              <a:gd name="connsiteX2163" fmla="*/ 960980 w 6545688"/>
              <a:gd name="connsiteY2163" fmla="*/ 2406241 h 3341254"/>
              <a:gd name="connsiteX2164" fmla="*/ 959441 w 6545688"/>
              <a:gd name="connsiteY2164" fmla="*/ 2407164 h 3341254"/>
              <a:gd name="connsiteX2165" fmla="*/ 934234 w 6545688"/>
              <a:gd name="connsiteY2165" fmla="*/ 2407164 h 3341254"/>
              <a:gd name="connsiteX2166" fmla="*/ 932700 w 6545688"/>
              <a:gd name="connsiteY2166" fmla="*/ 2406241 h 3341254"/>
              <a:gd name="connsiteX2167" fmla="*/ 920094 w 6545688"/>
              <a:gd name="connsiteY2167" fmla="*/ 2384416 h 3341254"/>
              <a:gd name="connsiteX2168" fmla="*/ 920094 w 6545688"/>
              <a:gd name="connsiteY2168" fmla="*/ 2382646 h 3341254"/>
              <a:gd name="connsiteX2169" fmla="*/ 932700 w 6545688"/>
              <a:gd name="connsiteY2169" fmla="*/ 2360821 h 3341254"/>
              <a:gd name="connsiteX2170" fmla="*/ 934234 w 6545688"/>
              <a:gd name="connsiteY2170" fmla="*/ 2359898 h 3341254"/>
              <a:gd name="connsiteX2171" fmla="*/ 3495612 w 6545688"/>
              <a:gd name="connsiteY2171" fmla="*/ 2359744 h 3341254"/>
              <a:gd name="connsiteX2172" fmla="*/ 3520975 w 6545688"/>
              <a:gd name="connsiteY2172" fmla="*/ 2359744 h 3341254"/>
              <a:gd name="connsiteX2173" fmla="*/ 3522513 w 6545688"/>
              <a:gd name="connsiteY2173" fmla="*/ 2360667 h 3341254"/>
              <a:gd name="connsiteX2174" fmla="*/ 3535193 w 6545688"/>
              <a:gd name="connsiteY2174" fmla="*/ 2382646 h 3341254"/>
              <a:gd name="connsiteX2175" fmla="*/ 3535193 w 6545688"/>
              <a:gd name="connsiteY2175" fmla="*/ 2384416 h 3341254"/>
              <a:gd name="connsiteX2176" fmla="*/ 3522513 w 6545688"/>
              <a:gd name="connsiteY2176" fmla="*/ 2406395 h 3341254"/>
              <a:gd name="connsiteX2177" fmla="*/ 3520975 w 6545688"/>
              <a:gd name="connsiteY2177" fmla="*/ 2407318 h 3341254"/>
              <a:gd name="connsiteX2178" fmla="*/ 3495612 w 6545688"/>
              <a:gd name="connsiteY2178" fmla="*/ 2407318 h 3341254"/>
              <a:gd name="connsiteX2179" fmla="*/ 3494077 w 6545688"/>
              <a:gd name="connsiteY2179" fmla="*/ 2406395 h 3341254"/>
              <a:gd name="connsiteX2180" fmla="*/ 3481395 w 6545688"/>
              <a:gd name="connsiteY2180" fmla="*/ 2384416 h 3341254"/>
              <a:gd name="connsiteX2181" fmla="*/ 3481395 w 6545688"/>
              <a:gd name="connsiteY2181" fmla="*/ 2382646 h 3341254"/>
              <a:gd name="connsiteX2182" fmla="*/ 3494077 w 6545688"/>
              <a:gd name="connsiteY2182" fmla="*/ 2360667 h 3341254"/>
              <a:gd name="connsiteX2183" fmla="*/ 3495612 w 6545688"/>
              <a:gd name="connsiteY2183" fmla="*/ 2359744 h 3341254"/>
              <a:gd name="connsiteX2184" fmla="*/ 3129555 w 6545688"/>
              <a:gd name="connsiteY2184" fmla="*/ 2359591 h 3341254"/>
              <a:gd name="connsiteX2185" fmla="*/ 3155071 w 6545688"/>
              <a:gd name="connsiteY2185" fmla="*/ 2359591 h 3341254"/>
              <a:gd name="connsiteX2186" fmla="*/ 3156607 w 6545688"/>
              <a:gd name="connsiteY2186" fmla="*/ 2360513 h 3341254"/>
              <a:gd name="connsiteX2187" fmla="*/ 3169365 w 6545688"/>
              <a:gd name="connsiteY2187" fmla="*/ 2382646 h 3341254"/>
              <a:gd name="connsiteX2188" fmla="*/ 3169365 w 6545688"/>
              <a:gd name="connsiteY2188" fmla="*/ 2384416 h 3341254"/>
              <a:gd name="connsiteX2189" fmla="*/ 3156607 w 6545688"/>
              <a:gd name="connsiteY2189" fmla="*/ 2406549 h 3341254"/>
              <a:gd name="connsiteX2190" fmla="*/ 3155071 w 6545688"/>
              <a:gd name="connsiteY2190" fmla="*/ 2407471 h 3341254"/>
              <a:gd name="connsiteX2191" fmla="*/ 3129555 w 6545688"/>
              <a:gd name="connsiteY2191" fmla="*/ 2407471 h 3341254"/>
              <a:gd name="connsiteX2192" fmla="*/ 3128017 w 6545688"/>
              <a:gd name="connsiteY2192" fmla="*/ 2406549 h 3341254"/>
              <a:gd name="connsiteX2193" fmla="*/ 3115259 w 6545688"/>
              <a:gd name="connsiteY2193" fmla="*/ 2384416 h 3341254"/>
              <a:gd name="connsiteX2194" fmla="*/ 3115259 w 6545688"/>
              <a:gd name="connsiteY2194" fmla="*/ 2382646 h 3341254"/>
              <a:gd name="connsiteX2195" fmla="*/ 3128017 w 6545688"/>
              <a:gd name="connsiteY2195" fmla="*/ 2360513 h 3341254"/>
              <a:gd name="connsiteX2196" fmla="*/ 3129555 w 6545688"/>
              <a:gd name="connsiteY2196" fmla="*/ 2359591 h 3341254"/>
              <a:gd name="connsiteX2197" fmla="*/ 3403849 w 6545688"/>
              <a:gd name="connsiteY2197" fmla="*/ 2359359 h 3341254"/>
              <a:gd name="connsiteX2198" fmla="*/ 3429671 w 6545688"/>
              <a:gd name="connsiteY2198" fmla="*/ 2359359 h 3341254"/>
              <a:gd name="connsiteX2199" fmla="*/ 3431285 w 6545688"/>
              <a:gd name="connsiteY2199" fmla="*/ 2360282 h 3341254"/>
              <a:gd name="connsiteX2200" fmla="*/ 3444197 w 6545688"/>
              <a:gd name="connsiteY2200" fmla="*/ 2382646 h 3341254"/>
              <a:gd name="connsiteX2201" fmla="*/ 3444197 w 6545688"/>
              <a:gd name="connsiteY2201" fmla="*/ 2384490 h 3341254"/>
              <a:gd name="connsiteX2202" fmla="*/ 3431285 w 6545688"/>
              <a:gd name="connsiteY2202" fmla="*/ 2406854 h 3341254"/>
              <a:gd name="connsiteX2203" fmla="*/ 3429671 w 6545688"/>
              <a:gd name="connsiteY2203" fmla="*/ 2407777 h 3341254"/>
              <a:gd name="connsiteX2204" fmla="*/ 3403849 w 6545688"/>
              <a:gd name="connsiteY2204" fmla="*/ 2407777 h 3341254"/>
              <a:gd name="connsiteX2205" fmla="*/ 3402234 w 6545688"/>
              <a:gd name="connsiteY2205" fmla="*/ 2406854 h 3341254"/>
              <a:gd name="connsiteX2206" fmla="*/ 3389324 w 6545688"/>
              <a:gd name="connsiteY2206" fmla="*/ 2384490 h 3341254"/>
              <a:gd name="connsiteX2207" fmla="*/ 3389324 w 6545688"/>
              <a:gd name="connsiteY2207" fmla="*/ 2382646 h 3341254"/>
              <a:gd name="connsiteX2208" fmla="*/ 3402234 w 6545688"/>
              <a:gd name="connsiteY2208" fmla="*/ 2360282 h 3341254"/>
              <a:gd name="connsiteX2209" fmla="*/ 3403849 w 6545688"/>
              <a:gd name="connsiteY2209" fmla="*/ 2359359 h 3341254"/>
              <a:gd name="connsiteX2210" fmla="*/ 3220934 w 6545688"/>
              <a:gd name="connsiteY2210" fmla="*/ 2359359 h 3341254"/>
              <a:gd name="connsiteX2211" fmla="*/ 3246759 w 6545688"/>
              <a:gd name="connsiteY2211" fmla="*/ 2359359 h 3341254"/>
              <a:gd name="connsiteX2212" fmla="*/ 3248372 w 6545688"/>
              <a:gd name="connsiteY2212" fmla="*/ 2360282 h 3341254"/>
              <a:gd name="connsiteX2213" fmla="*/ 3261284 w 6545688"/>
              <a:gd name="connsiteY2213" fmla="*/ 2382646 h 3341254"/>
              <a:gd name="connsiteX2214" fmla="*/ 3261284 w 6545688"/>
              <a:gd name="connsiteY2214" fmla="*/ 2384490 h 3341254"/>
              <a:gd name="connsiteX2215" fmla="*/ 3248372 w 6545688"/>
              <a:gd name="connsiteY2215" fmla="*/ 2406854 h 3341254"/>
              <a:gd name="connsiteX2216" fmla="*/ 3246759 w 6545688"/>
              <a:gd name="connsiteY2216" fmla="*/ 2407777 h 3341254"/>
              <a:gd name="connsiteX2217" fmla="*/ 3220934 w 6545688"/>
              <a:gd name="connsiteY2217" fmla="*/ 2407777 h 3341254"/>
              <a:gd name="connsiteX2218" fmla="*/ 3219320 w 6545688"/>
              <a:gd name="connsiteY2218" fmla="*/ 2406854 h 3341254"/>
              <a:gd name="connsiteX2219" fmla="*/ 3206411 w 6545688"/>
              <a:gd name="connsiteY2219" fmla="*/ 2384490 h 3341254"/>
              <a:gd name="connsiteX2220" fmla="*/ 3206411 w 6545688"/>
              <a:gd name="connsiteY2220" fmla="*/ 2382646 h 3341254"/>
              <a:gd name="connsiteX2221" fmla="*/ 3219320 w 6545688"/>
              <a:gd name="connsiteY2221" fmla="*/ 2360282 h 3341254"/>
              <a:gd name="connsiteX2222" fmla="*/ 3220934 w 6545688"/>
              <a:gd name="connsiteY2222" fmla="*/ 2359359 h 3341254"/>
              <a:gd name="connsiteX2223" fmla="*/ 3312238 w 6545688"/>
              <a:gd name="connsiteY2223" fmla="*/ 2359051 h 3341254"/>
              <a:gd name="connsiteX2224" fmla="*/ 3338369 w 6545688"/>
              <a:gd name="connsiteY2224" fmla="*/ 2359051 h 3341254"/>
              <a:gd name="connsiteX2225" fmla="*/ 3339983 w 6545688"/>
              <a:gd name="connsiteY2225" fmla="*/ 2359974 h 3341254"/>
              <a:gd name="connsiteX2226" fmla="*/ 3353049 w 6545688"/>
              <a:gd name="connsiteY2226" fmla="*/ 2382646 h 3341254"/>
              <a:gd name="connsiteX2227" fmla="*/ 3353049 w 6545688"/>
              <a:gd name="connsiteY2227" fmla="*/ 2384492 h 3341254"/>
              <a:gd name="connsiteX2228" fmla="*/ 3339983 w 6545688"/>
              <a:gd name="connsiteY2228" fmla="*/ 2407162 h 3341254"/>
              <a:gd name="connsiteX2229" fmla="*/ 3338369 w 6545688"/>
              <a:gd name="connsiteY2229" fmla="*/ 2408085 h 3341254"/>
              <a:gd name="connsiteX2230" fmla="*/ 3312238 w 6545688"/>
              <a:gd name="connsiteY2230" fmla="*/ 2408085 h 3341254"/>
              <a:gd name="connsiteX2231" fmla="*/ 3310625 w 6545688"/>
              <a:gd name="connsiteY2231" fmla="*/ 2407162 h 3341254"/>
              <a:gd name="connsiteX2232" fmla="*/ 3297561 w 6545688"/>
              <a:gd name="connsiteY2232" fmla="*/ 2384492 h 3341254"/>
              <a:gd name="connsiteX2233" fmla="*/ 3297561 w 6545688"/>
              <a:gd name="connsiteY2233" fmla="*/ 2382646 h 3341254"/>
              <a:gd name="connsiteX2234" fmla="*/ 3310625 w 6545688"/>
              <a:gd name="connsiteY2234" fmla="*/ 2359974 h 3341254"/>
              <a:gd name="connsiteX2235" fmla="*/ 3312238 w 6545688"/>
              <a:gd name="connsiteY2235" fmla="*/ 2359051 h 3341254"/>
              <a:gd name="connsiteX2236" fmla="*/ 3677989 w 6545688"/>
              <a:gd name="connsiteY2236" fmla="*/ 2358744 h 3341254"/>
              <a:gd name="connsiteX2237" fmla="*/ 3704427 w 6545688"/>
              <a:gd name="connsiteY2237" fmla="*/ 2358744 h 3341254"/>
              <a:gd name="connsiteX2238" fmla="*/ 3706041 w 6545688"/>
              <a:gd name="connsiteY2238" fmla="*/ 2359667 h 3341254"/>
              <a:gd name="connsiteX2239" fmla="*/ 3719260 w 6545688"/>
              <a:gd name="connsiteY2239" fmla="*/ 2382568 h 3341254"/>
              <a:gd name="connsiteX2240" fmla="*/ 3719260 w 6545688"/>
              <a:gd name="connsiteY2240" fmla="*/ 2384414 h 3341254"/>
              <a:gd name="connsiteX2241" fmla="*/ 3706041 w 6545688"/>
              <a:gd name="connsiteY2241" fmla="*/ 2407316 h 3341254"/>
              <a:gd name="connsiteX2242" fmla="*/ 3704427 w 6545688"/>
              <a:gd name="connsiteY2242" fmla="*/ 2408238 h 3341254"/>
              <a:gd name="connsiteX2243" fmla="*/ 3677989 w 6545688"/>
              <a:gd name="connsiteY2243" fmla="*/ 2408238 h 3341254"/>
              <a:gd name="connsiteX2244" fmla="*/ 3676375 w 6545688"/>
              <a:gd name="connsiteY2244" fmla="*/ 2407316 h 3341254"/>
              <a:gd name="connsiteX2245" fmla="*/ 3663157 w 6545688"/>
              <a:gd name="connsiteY2245" fmla="*/ 2384414 h 3341254"/>
              <a:gd name="connsiteX2246" fmla="*/ 3663157 w 6545688"/>
              <a:gd name="connsiteY2246" fmla="*/ 2382568 h 3341254"/>
              <a:gd name="connsiteX2247" fmla="*/ 3676375 w 6545688"/>
              <a:gd name="connsiteY2247" fmla="*/ 2359667 h 3341254"/>
              <a:gd name="connsiteX2248" fmla="*/ 3677989 w 6545688"/>
              <a:gd name="connsiteY2248" fmla="*/ 2358744 h 3341254"/>
              <a:gd name="connsiteX2249" fmla="*/ 760318 w 6545688"/>
              <a:gd name="connsiteY2249" fmla="*/ 2297568 h 3341254"/>
              <a:gd name="connsiteX2250" fmla="*/ 767462 w 6545688"/>
              <a:gd name="connsiteY2250" fmla="*/ 2297568 h 3341254"/>
              <a:gd name="connsiteX2251" fmla="*/ 767922 w 6545688"/>
              <a:gd name="connsiteY2251" fmla="*/ 2297799 h 3341254"/>
              <a:gd name="connsiteX2252" fmla="*/ 771534 w 6545688"/>
              <a:gd name="connsiteY2252" fmla="*/ 2304025 h 3341254"/>
              <a:gd name="connsiteX2253" fmla="*/ 771534 w 6545688"/>
              <a:gd name="connsiteY2253" fmla="*/ 2304562 h 3341254"/>
              <a:gd name="connsiteX2254" fmla="*/ 767922 w 6545688"/>
              <a:gd name="connsiteY2254" fmla="*/ 2310787 h 3341254"/>
              <a:gd name="connsiteX2255" fmla="*/ 767462 w 6545688"/>
              <a:gd name="connsiteY2255" fmla="*/ 2311017 h 3341254"/>
              <a:gd name="connsiteX2256" fmla="*/ 760318 w 6545688"/>
              <a:gd name="connsiteY2256" fmla="*/ 2311017 h 3341254"/>
              <a:gd name="connsiteX2257" fmla="*/ 759853 w 6545688"/>
              <a:gd name="connsiteY2257" fmla="*/ 2310787 h 3341254"/>
              <a:gd name="connsiteX2258" fmla="*/ 756234 w 6545688"/>
              <a:gd name="connsiteY2258" fmla="*/ 2304562 h 3341254"/>
              <a:gd name="connsiteX2259" fmla="*/ 756234 w 6545688"/>
              <a:gd name="connsiteY2259" fmla="*/ 2304025 h 3341254"/>
              <a:gd name="connsiteX2260" fmla="*/ 759853 w 6545688"/>
              <a:gd name="connsiteY2260" fmla="*/ 2297799 h 3341254"/>
              <a:gd name="connsiteX2261" fmla="*/ 760318 w 6545688"/>
              <a:gd name="connsiteY2261" fmla="*/ 2297568 h 3341254"/>
              <a:gd name="connsiteX2262" fmla="*/ 2864021 w 6545688"/>
              <a:gd name="connsiteY2262" fmla="*/ 2296955 h 3341254"/>
              <a:gd name="connsiteX2263" fmla="*/ 2871785 w 6545688"/>
              <a:gd name="connsiteY2263" fmla="*/ 2296955 h 3341254"/>
              <a:gd name="connsiteX2264" fmla="*/ 2872246 w 6545688"/>
              <a:gd name="connsiteY2264" fmla="*/ 2297262 h 3341254"/>
              <a:gd name="connsiteX2265" fmla="*/ 2876088 w 6545688"/>
              <a:gd name="connsiteY2265" fmla="*/ 2304025 h 3341254"/>
              <a:gd name="connsiteX2266" fmla="*/ 2876088 w 6545688"/>
              <a:gd name="connsiteY2266" fmla="*/ 2304564 h 3341254"/>
              <a:gd name="connsiteX2267" fmla="*/ 2872168 w 6545688"/>
              <a:gd name="connsiteY2267" fmla="*/ 2311326 h 3341254"/>
              <a:gd name="connsiteX2268" fmla="*/ 2871707 w 6545688"/>
              <a:gd name="connsiteY2268" fmla="*/ 2311634 h 3341254"/>
              <a:gd name="connsiteX2269" fmla="*/ 2863946 w 6545688"/>
              <a:gd name="connsiteY2269" fmla="*/ 2311634 h 3341254"/>
              <a:gd name="connsiteX2270" fmla="*/ 2863484 w 6545688"/>
              <a:gd name="connsiteY2270" fmla="*/ 2311326 h 3341254"/>
              <a:gd name="connsiteX2271" fmla="*/ 2859642 w 6545688"/>
              <a:gd name="connsiteY2271" fmla="*/ 2304564 h 3341254"/>
              <a:gd name="connsiteX2272" fmla="*/ 2859642 w 6545688"/>
              <a:gd name="connsiteY2272" fmla="*/ 2304025 h 3341254"/>
              <a:gd name="connsiteX2273" fmla="*/ 2863561 w 6545688"/>
              <a:gd name="connsiteY2273" fmla="*/ 2297262 h 3341254"/>
              <a:gd name="connsiteX2274" fmla="*/ 2864021 w 6545688"/>
              <a:gd name="connsiteY2274" fmla="*/ 2296955 h 3341254"/>
              <a:gd name="connsiteX2275" fmla="*/ 575863 w 6545688"/>
              <a:gd name="connsiteY2275" fmla="*/ 2294878 h 3341254"/>
              <a:gd name="connsiteX2276" fmla="*/ 585855 w 6545688"/>
              <a:gd name="connsiteY2276" fmla="*/ 2294878 h 3341254"/>
              <a:gd name="connsiteX2277" fmla="*/ 586466 w 6545688"/>
              <a:gd name="connsiteY2277" fmla="*/ 2295261 h 3341254"/>
              <a:gd name="connsiteX2278" fmla="*/ 591461 w 6545688"/>
              <a:gd name="connsiteY2278" fmla="*/ 2303947 h 3341254"/>
              <a:gd name="connsiteX2279" fmla="*/ 591461 w 6545688"/>
              <a:gd name="connsiteY2279" fmla="*/ 2304638 h 3341254"/>
              <a:gd name="connsiteX2280" fmla="*/ 586466 w 6545688"/>
              <a:gd name="connsiteY2280" fmla="*/ 2313324 h 3341254"/>
              <a:gd name="connsiteX2281" fmla="*/ 585855 w 6545688"/>
              <a:gd name="connsiteY2281" fmla="*/ 2313707 h 3341254"/>
              <a:gd name="connsiteX2282" fmla="*/ 575863 w 6545688"/>
              <a:gd name="connsiteY2282" fmla="*/ 2313707 h 3341254"/>
              <a:gd name="connsiteX2283" fmla="*/ 575244 w 6545688"/>
              <a:gd name="connsiteY2283" fmla="*/ 2313324 h 3341254"/>
              <a:gd name="connsiteX2284" fmla="*/ 570251 w 6545688"/>
              <a:gd name="connsiteY2284" fmla="*/ 2304638 h 3341254"/>
              <a:gd name="connsiteX2285" fmla="*/ 570251 w 6545688"/>
              <a:gd name="connsiteY2285" fmla="*/ 2303947 h 3341254"/>
              <a:gd name="connsiteX2286" fmla="*/ 575244 w 6545688"/>
              <a:gd name="connsiteY2286" fmla="*/ 2295261 h 3341254"/>
              <a:gd name="connsiteX2287" fmla="*/ 575863 w 6545688"/>
              <a:gd name="connsiteY2287" fmla="*/ 2294878 h 3341254"/>
              <a:gd name="connsiteX2288" fmla="*/ 1216134 w 6545688"/>
              <a:gd name="connsiteY2288" fmla="*/ 2294572 h 3341254"/>
              <a:gd name="connsiteX2289" fmla="*/ 1226436 w 6545688"/>
              <a:gd name="connsiteY2289" fmla="*/ 2294572 h 3341254"/>
              <a:gd name="connsiteX2290" fmla="*/ 1227049 w 6545688"/>
              <a:gd name="connsiteY2290" fmla="*/ 2294955 h 3341254"/>
              <a:gd name="connsiteX2291" fmla="*/ 1232196 w 6545688"/>
              <a:gd name="connsiteY2291" fmla="*/ 2303871 h 3341254"/>
              <a:gd name="connsiteX2292" fmla="*/ 1232196 w 6545688"/>
              <a:gd name="connsiteY2292" fmla="*/ 2304564 h 3341254"/>
              <a:gd name="connsiteX2293" fmla="*/ 1227049 w 6545688"/>
              <a:gd name="connsiteY2293" fmla="*/ 2313477 h 3341254"/>
              <a:gd name="connsiteX2294" fmla="*/ 1226436 w 6545688"/>
              <a:gd name="connsiteY2294" fmla="*/ 2313863 h 3341254"/>
              <a:gd name="connsiteX2295" fmla="*/ 1216134 w 6545688"/>
              <a:gd name="connsiteY2295" fmla="*/ 2313863 h 3341254"/>
              <a:gd name="connsiteX2296" fmla="*/ 1215521 w 6545688"/>
              <a:gd name="connsiteY2296" fmla="*/ 2313477 h 3341254"/>
              <a:gd name="connsiteX2297" fmla="*/ 1210372 w 6545688"/>
              <a:gd name="connsiteY2297" fmla="*/ 2304564 h 3341254"/>
              <a:gd name="connsiteX2298" fmla="*/ 1210372 w 6545688"/>
              <a:gd name="connsiteY2298" fmla="*/ 2303871 h 3341254"/>
              <a:gd name="connsiteX2299" fmla="*/ 1215521 w 6545688"/>
              <a:gd name="connsiteY2299" fmla="*/ 2294955 h 3341254"/>
              <a:gd name="connsiteX2300" fmla="*/ 1216134 w 6545688"/>
              <a:gd name="connsiteY2300" fmla="*/ 2294572 h 3341254"/>
              <a:gd name="connsiteX2301" fmla="*/ 4142728 w 6545688"/>
              <a:gd name="connsiteY2301" fmla="*/ 2293188 h 3341254"/>
              <a:gd name="connsiteX2302" fmla="*/ 4154487 w 6545688"/>
              <a:gd name="connsiteY2302" fmla="*/ 2293188 h 3341254"/>
              <a:gd name="connsiteX2303" fmla="*/ 4155178 w 6545688"/>
              <a:gd name="connsiteY2303" fmla="*/ 2293571 h 3341254"/>
              <a:gd name="connsiteX2304" fmla="*/ 4161096 w 6545688"/>
              <a:gd name="connsiteY2304" fmla="*/ 2303793 h 3341254"/>
              <a:gd name="connsiteX2305" fmla="*/ 4161096 w 6545688"/>
              <a:gd name="connsiteY2305" fmla="*/ 2304640 h 3341254"/>
              <a:gd name="connsiteX2306" fmla="*/ 4155178 w 6545688"/>
              <a:gd name="connsiteY2306" fmla="*/ 2314860 h 3341254"/>
              <a:gd name="connsiteX2307" fmla="*/ 4154487 w 6545688"/>
              <a:gd name="connsiteY2307" fmla="*/ 2315245 h 3341254"/>
              <a:gd name="connsiteX2308" fmla="*/ 4142728 w 6545688"/>
              <a:gd name="connsiteY2308" fmla="*/ 2315245 h 3341254"/>
              <a:gd name="connsiteX2309" fmla="*/ 4142037 w 6545688"/>
              <a:gd name="connsiteY2309" fmla="*/ 2314860 h 3341254"/>
              <a:gd name="connsiteX2310" fmla="*/ 4136119 w 6545688"/>
              <a:gd name="connsiteY2310" fmla="*/ 2304640 h 3341254"/>
              <a:gd name="connsiteX2311" fmla="*/ 4136119 w 6545688"/>
              <a:gd name="connsiteY2311" fmla="*/ 2303793 h 3341254"/>
              <a:gd name="connsiteX2312" fmla="*/ 4142037 w 6545688"/>
              <a:gd name="connsiteY2312" fmla="*/ 2293571 h 3341254"/>
              <a:gd name="connsiteX2313" fmla="*/ 4142728 w 6545688"/>
              <a:gd name="connsiteY2313" fmla="*/ 2293188 h 3341254"/>
              <a:gd name="connsiteX2314" fmla="*/ 1032376 w 6545688"/>
              <a:gd name="connsiteY2314" fmla="*/ 2293034 h 3341254"/>
              <a:gd name="connsiteX2315" fmla="*/ 1044288 w 6545688"/>
              <a:gd name="connsiteY2315" fmla="*/ 2293034 h 3341254"/>
              <a:gd name="connsiteX2316" fmla="*/ 1044986 w 6545688"/>
              <a:gd name="connsiteY2316" fmla="*/ 2293418 h 3341254"/>
              <a:gd name="connsiteX2317" fmla="*/ 1050974 w 6545688"/>
              <a:gd name="connsiteY2317" fmla="*/ 2303793 h 3341254"/>
              <a:gd name="connsiteX2318" fmla="*/ 1050974 w 6545688"/>
              <a:gd name="connsiteY2318" fmla="*/ 2304640 h 3341254"/>
              <a:gd name="connsiteX2319" fmla="*/ 1044986 w 6545688"/>
              <a:gd name="connsiteY2319" fmla="*/ 2315015 h 3341254"/>
              <a:gd name="connsiteX2320" fmla="*/ 1044288 w 6545688"/>
              <a:gd name="connsiteY2320" fmla="*/ 2315399 h 3341254"/>
              <a:gd name="connsiteX2321" fmla="*/ 1032376 w 6545688"/>
              <a:gd name="connsiteY2321" fmla="*/ 2315399 h 3341254"/>
              <a:gd name="connsiteX2322" fmla="*/ 1031683 w 6545688"/>
              <a:gd name="connsiteY2322" fmla="*/ 2315015 h 3341254"/>
              <a:gd name="connsiteX2323" fmla="*/ 1025693 w 6545688"/>
              <a:gd name="connsiteY2323" fmla="*/ 2304640 h 3341254"/>
              <a:gd name="connsiteX2324" fmla="*/ 1025693 w 6545688"/>
              <a:gd name="connsiteY2324" fmla="*/ 2303793 h 3341254"/>
              <a:gd name="connsiteX2325" fmla="*/ 1031683 w 6545688"/>
              <a:gd name="connsiteY2325" fmla="*/ 2293418 h 3341254"/>
              <a:gd name="connsiteX2326" fmla="*/ 1032376 w 6545688"/>
              <a:gd name="connsiteY2326" fmla="*/ 2293034 h 3341254"/>
              <a:gd name="connsiteX2327" fmla="*/ 665707 w 6545688"/>
              <a:gd name="connsiteY2327" fmla="*/ 2291804 h 3341254"/>
              <a:gd name="connsiteX2328" fmla="*/ 678999 w 6545688"/>
              <a:gd name="connsiteY2328" fmla="*/ 2291804 h 3341254"/>
              <a:gd name="connsiteX2329" fmla="*/ 679849 w 6545688"/>
              <a:gd name="connsiteY2329" fmla="*/ 2292265 h 3341254"/>
              <a:gd name="connsiteX2330" fmla="*/ 686448 w 6545688"/>
              <a:gd name="connsiteY2330" fmla="*/ 2303793 h 3341254"/>
              <a:gd name="connsiteX2331" fmla="*/ 686448 w 6545688"/>
              <a:gd name="connsiteY2331" fmla="*/ 2304716 h 3341254"/>
              <a:gd name="connsiteX2332" fmla="*/ 679767 w 6545688"/>
              <a:gd name="connsiteY2332" fmla="*/ 2316244 h 3341254"/>
              <a:gd name="connsiteX2333" fmla="*/ 678923 w 6545688"/>
              <a:gd name="connsiteY2333" fmla="*/ 2316705 h 3341254"/>
              <a:gd name="connsiteX2334" fmla="*/ 665633 w 6545688"/>
              <a:gd name="connsiteY2334" fmla="*/ 2316705 h 3341254"/>
              <a:gd name="connsiteX2335" fmla="*/ 664782 w 6545688"/>
              <a:gd name="connsiteY2335" fmla="*/ 2316244 h 3341254"/>
              <a:gd name="connsiteX2336" fmla="*/ 658176 w 6545688"/>
              <a:gd name="connsiteY2336" fmla="*/ 2304716 h 3341254"/>
              <a:gd name="connsiteX2337" fmla="*/ 658176 w 6545688"/>
              <a:gd name="connsiteY2337" fmla="*/ 2303793 h 3341254"/>
              <a:gd name="connsiteX2338" fmla="*/ 664864 w 6545688"/>
              <a:gd name="connsiteY2338" fmla="*/ 2292265 h 3341254"/>
              <a:gd name="connsiteX2339" fmla="*/ 665707 w 6545688"/>
              <a:gd name="connsiteY2339" fmla="*/ 2291804 h 3341254"/>
              <a:gd name="connsiteX2340" fmla="*/ 2952560 w 6545688"/>
              <a:gd name="connsiteY2340" fmla="*/ 2291496 h 3341254"/>
              <a:gd name="connsiteX2341" fmla="*/ 2966162 w 6545688"/>
              <a:gd name="connsiteY2341" fmla="*/ 2291496 h 3341254"/>
              <a:gd name="connsiteX2342" fmla="*/ 2967007 w 6545688"/>
              <a:gd name="connsiteY2342" fmla="*/ 2291958 h 3341254"/>
              <a:gd name="connsiteX2343" fmla="*/ 2973769 w 6545688"/>
              <a:gd name="connsiteY2343" fmla="*/ 2303717 h 3341254"/>
              <a:gd name="connsiteX2344" fmla="*/ 2973769 w 6545688"/>
              <a:gd name="connsiteY2344" fmla="*/ 2304716 h 3341254"/>
              <a:gd name="connsiteX2345" fmla="*/ 2967007 w 6545688"/>
              <a:gd name="connsiteY2345" fmla="*/ 2316473 h 3341254"/>
              <a:gd name="connsiteX2346" fmla="*/ 2966162 w 6545688"/>
              <a:gd name="connsiteY2346" fmla="*/ 2316935 h 3341254"/>
              <a:gd name="connsiteX2347" fmla="*/ 2952560 w 6545688"/>
              <a:gd name="connsiteY2347" fmla="*/ 2316935 h 3341254"/>
              <a:gd name="connsiteX2348" fmla="*/ 2951712 w 6545688"/>
              <a:gd name="connsiteY2348" fmla="*/ 2316473 h 3341254"/>
              <a:gd name="connsiteX2349" fmla="*/ 2944950 w 6545688"/>
              <a:gd name="connsiteY2349" fmla="*/ 2304716 h 3341254"/>
              <a:gd name="connsiteX2350" fmla="*/ 2944950 w 6545688"/>
              <a:gd name="connsiteY2350" fmla="*/ 2303717 h 3341254"/>
              <a:gd name="connsiteX2351" fmla="*/ 2951712 w 6545688"/>
              <a:gd name="connsiteY2351" fmla="*/ 2291958 h 3341254"/>
              <a:gd name="connsiteX2352" fmla="*/ 2952560 w 6545688"/>
              <a:gd name="connsiteY2352" fmla="*/ 2291496 h 3341254"/>
              <a:gd name="connsiteX2353" fmla="*/ 3958353 w 6545688"/>
              <a:gd name="connsiteY2353" fmla="*/ 2290576 h 3341254"/>
              <a:gd name="connsiteX2354" fmla="*/ 3972956 w 6545688"/>
              <a:gd name="connsiteY2354" fmla="*/ 2290576 h 3341254"/>
              <a:gd name="connsiteX2355" fmla="*/ 3973879 w 6545688"/>
              <a:gd name="connsiteY2355" fmla="*/ 2291113 h 3341254"/>
              <a:gd name="connsiteX2356" fmla="*/ 3981179 w 6545688"/>
              <a:gd name="connsiteY2356" fmla="*/ 2303795 h 3341254"/>
              <a:gd name="connsiteX2357" fmla="*/ 3981179 w 6545688"/>
              <a:gd name="connsiteY2357" fmla="*/ 2304794 h 3341254"/>
              <a:gd name="connsiteX2358" fmla="*/ 3973879 w 6545688"/>
              <a:gd name="connsiteY2358" fmla="*/ 2317474 h 3341254"/>
              <a:gd name="connsiteX2359" fmla="*/ 3972956 w 6545688"/>
              <a:gd name="connsiteY2359" fmla="*/ 2318013 h 3341254"/>
              <a:gd name="connsiteX2360" fmla="*/ 3958353 w 6545688"/>
              <a:gd name="connsiteY2360" fmla="*/ 2318013 h 3341254"/>
              <a:gd name="connsiteX2361" fmla="*/ 3957432 w 6545688"/>
              <a:gd name="connsiteY2361" fmla="*/ 2317474 h 3341254"/>
              <a:gd name="connsiteX2362" fmla="*/ 3950130 w 6545688"/>
              <a:gd name="connsiteY2362" fmla="*/ 2304794 h 3341254"/>
              <a:gd name="connsiteX2363" fmla="*/ 3950130 w 6545688"/>
              <a:gd name="connsiteY2363" fmla="*/ 2303795 h 3341254"/>
              <a:gd name="connsiteX2364" fmla="*/ 3957432 w 6545688"/>
              <a:gd name="connsiteY2364" fmla="*/ 2291113 h 3341254"/>
              <a:gd name="connsiteX2365" fmla="*/ 3958353 w 6545688"/>
              <a:gd name="connsiteY2365" fmla="*/ 2290576 h 3341254"/>
              <a:gd name="connsiteX2366" fmla="*/ 3041864 w 6545688"/>
              <a:gd name="connsiteY2366" fmla="*/ 2287500 h 3341254"/>
              <a:gd name="connsiteX2367" fmla="*/ 3059771 w 6545688"/>
              <a:gd name="connsiteY2367" fmla="*/ 2287500 h 3341254"/>
              <a:gd name="connsiteX2368" fmla="*/ 3060848 w 6545688"/>
              <a:gd name="connsiteY2368" fmla="*/ 2288115 h 3341254"/>
              <a:gd name="connsiteX2369" fmla="*/ 3069762 w 6545688"/>
              <a:gd name="connsiteY2369" fmla="*/ 2303639 h 3341254"/>
              <a:gd name="connsiteX2370" fmla="*/ 3069762 w 6545688"/>
              <a:gd name="connsiteY2370" fmla="*/ 2304870 h 3341254"/>
              <a:gd name="connsiteX2371" fmla="*/ 3060770 w 6545688"/>
              <a:gd name="connsiteY2371" fmla="*/ 2320394 h 3341254"/>
              <a:gd name="connsiteX2372" fmla="*/ 3059695 w 6545688"/>
              <a:gd name="connsiteY2372" fmla="*/ 2321009 h 3341254"/>
              <a:gd name="connsiteX2373" fmla="*/ 3041786 w 6545688"/>
              <a:gd name="connsiteY2373" fmla="*/ 2321009 h 3341254"/>
              <a:gd name="connsiteX2374" fmla="*/ 3040711 w 6545688"/>
              <a:gd name="connsiteY2374" fmla="*/ 2320394 h 3341254"/>
              <a:gd name="connsiteX2375" fmla="*/ 3031796 w 6545688"/>
              <a:gd name="connsiteY2375" fmla="*/ 2304870 h 3341254"/>
              <a:gd name="connsiteX2376" fmla="*/ 3031796 w 6545688"/>
              <a:gd name="connsiteY2376" fmla="*/ 2303639 h 3341254"/>
              <a:gd name="connsiteX2377" fmla="*/ 3040788 w 6545688"/>
              <a:gd name="connsiteY2377" fmla="*/ 2288115 h 3341254"/>
              <a:gd name="connsiteX2378" fmla="*/ 3041864 w 6545688"/>
              <a:gd name="connsiteY2378" fmla="*/ 2287500 h 3341254"/>
              <a:gd name="connsiteX2379" fmla="*/ 480102 w 6545688"/>
              <a:gd name="connsiteY2379" fmla="*/ 2286809 h 3341254"/>
              <a:gd name="connsiteX2380" fmla="*/ 498777 w 6545688"/>
              <a:gd name="connsiteY2380" fmla="*/ 2286809 h 3341254"/>
              <a:gd name="connsiteX2381" fmla="*/ 499926 w 6545688"/>
              <a:gd name="connsiteY2381" fmla="*/ 2287500 h 3341254"/>
              <a:gd name="connsiteX2382" fmla="*/ 509227 w 6545688"/>
              <a:gd name="connsiteY2382" fmla="*/ 2303639 h 3341254"/>
              <a:gd name="connsiteX2383" fmla="*/ 509227 w 6545688"/>
              <a:gd name="connsiteY2383" fmla="*/ 2304947 h 3341254"/>
              <a:gd name="connsiteX2384" fmla="*/ 499859 w 6545688"/>
              <a:gd name="connsiteY2384" fmla="*/ 2321087 h 3341254"/>
              <a:gd name="connsiteX2385" fmla="*/ 498699 w 6545688"/>
              <a:gd name="connsiteY2385" fmla="*/ 2321778 h 3341254"/>
              <a:gd name="connsiteX2386" fmla="*/ 480024 w 6545688"/>
              <a:gd name="connsiteY2386" fmla="*/ 2321778 h 3341254"/>
              <a:gd name="connsiteX2387" fmla="*/ 478871 w 6545688"/>
              <a:gd name="connsiteY2387" fmla="*/ 2321087 h 3341254"/>
              <a:gd name="connsiteX2388" fmla="*/ 469569 w 6545688"/>
              <a:gd name="connsiteY2388" fmla="*/ 2304947 h 3341254"/>
              <a:gd name="connsiteX2389" fmla="*/ 469569 w 6545688"/>
              <a:gd name="connsiteY2389" fmla="*/ 2303639 h 3341254"/>
              <a:gd name="connsiteX2390" fmla="*/ 478949 w 6545688"/>
              <a:gd name="connsiteY2390" fmla="*/ 2287500 h 3341254"/>
              <a:gd name="connsiteX2391" fmla="*/ 480102 w 6545688"/>
              <a:gd name="connsiteY2391" fmla="*/ 2286809 h 3341254"/>
              <a:gd name="connsiteX2392" fmla="*/ 1119532 w 6545688"/>
              <a:gd name="connsiteY2392" fmla="*/ 2285117 h 3341254"/>
              <a:gd name="connsiteX2393" fmla="*/ 1139975 w 6545688"/>
              <a:gd name="connsiteY2393" fmla="*/ 2285117 h 3341254"/>
              <a:gd name="connsiteX2394" fmla="*/ 1141203 w 6545688"/>
              <a:gd name="connsiteY2394" fmla="*/ 2285808 h 3341254"/>
              <a:gd name="connsiteX2395" fmla="*/ 1151427 w 6545688"/>
              <a:gd name="connsiteY2395" fmla="*/ 2303563 h 3341254"/>
              <a:gd name="connsiteX2396" fmla="*/ 1151427 w 6545688"/>
              <a:gd name="connsiteY2396" fmla="*/ 2305023 h 3341254"/>
              <a:gd name="connsiteX2397" fmla="*/ 1141203 w 6545688"/>
              <a:gd name="connsiteY2397" fmla="*/ 2322776 h 3341254"/>
              <a:gd name="connsiteX2398" fmla="*/ 1139975 w 6545688"/>
              <a:gd name="connsiteY2398" fmla="*/ 2323467 h 3341254"/>
              <a:gd name="connsiteX2399" fmla="*/ 1119532 w 6545688"/>
              <a:gd name="connsiteY2399" fmla="*/ 2323467 h 3341254"/>
              <a:gd name="connsiteX2400" fmla="*/ 1118300 w 6545688"/>
              <a:gd name="connsiteY2400" fmla="*/ 2322776 h 3341254"/>
              <a:gd name="connsiteX2401" fmla="*/ 1108082 w 6545688"/>
              <a:gd name="connsiteY2401" fmla="*/ 2305023 h 3341254"/>
              <a:gd name="connsiteX2402" fmla="*/ 1108082 w 6545688"/>
              <a:gd name="connsiteY2402" fmla="*/ 2303563 h 3341254"/>
              <a:gd name="connsiteX2403" fmla="*/ 1118300 w 6545688"/>
              <a:gd name="connsiteY2403" fmla="*/ 2285808 h 3341254"/>
              <a:gd name="connsiteX2404" fmla="*/ 1119532 w 6545688"/>
              <a:gd name="connsiteY2404" fmla="*/ 2285117 h 3341254"/>
              <a:gd name="connsiteX2405" fmla="*/ 3131400 w 6545688"/>
              <a:gd name="connsiteY2405" fmla="*/ 2283811 h 3341254"/>
              <a:gd name="connsiteX2406" fmla="*/ 3153227 w 6545688"/>
              <a:gd name="connsiteY2406" fmla="*/ 2283811 h 3341254"/>
              <a:gd name="connsiteX2407" fmla="*/ 3154533 w 6545688"/>
              <a:gd name="connsiteY2407" fmla="*/ 2284580 h 3341254"/>
              <a:gd name="connsiteX2408" fmla="*/ 3165446 w 6545688"/>
              <a:gd name="connsiteY2408" fmla="*/ 2303486 h 3341254"/>
              <a:gd name="connsiteX2409" fmla="*/ 3165446 w 6545688"/>
              <a:gd name="connsiteY2409" fmla="*/ 2305023 h 3341254"/>
              <a:gd name="connsiteX2410" fmla="*/ 3154533 w 6545688"/>
              <a:gd name="connsiteY2410" fmla="*/ 2323929 h 3341254"/>
              <a:gd name="connsiteX2411" fmla="*/ 3153227 w 6545688"/>
              <a:gd name="connsiteY2411" fmla="*/ 2324698 h 3341254"/>
              <a:gd name="connsiteX2412" fmla="*/ 3131400 w 6545688"/>
              <a:gd name="connsiteY2412" fmla="*/ 2324698 h 3341254"/>
              <a:gd name="connsiteX2413" fmla="*/ 3130094 w 6545688"/>
              <a:gd name="connsiteY2413" fmla="*/ 2323929 h 3341254"/>
              <a:gd name="connsiteX2414" fmla="*/ 3119179 w 6545688"/>
              <a:gd name="connsiteY2414" fmla="*/ 2305023 h 3341254"/>
              <a:gd name="connsiteX2415" fmla="*/ 3119179 w 6545688"/>
              <a:gd name="connsiteY2415" fmla="*/ 2303486 h 3341254"/>
              <a:gd name="connsiteX2416" fmla="*/ 3130094 w 6545688"/>
              <a:gd name="connsiteY2416" fmla="*/ 2284580 h 3341254"/>
              <a:gd name="connsiteX2417" fmla="*/ 3131400 w 6545688"/>
              <a:gd name="connsiteY2417" fmla="*/ 2283811 h 3341254"/>
              <a:gd name="connsiteX2418" fmla="*/ 4228036 w 6545688"/>
              <a:gd name="connsiteY2418" fmla="*/ 2281736 h 3341254"/>
              <a:gd name="connsiteX2419" fmla="*/ 4252092 w 6545688"/>
              <a:gd name="connsiteY2419" fmla="*/ 2281736 h 3341254"/>
              <a:gd name="connsiteX2420" fmla="*/ 4253553 w 6545688"/>
              <a:gd name="connsiteY2420" fmla="*/ 2282581 h 3341254"/>
              <a:gd name="connsiteX2421" fmla="*/ 4265541 w 6545688"/>
              <a:gd name="connsiteY2421" fmla="*/ 2303410 h 3341254"/>
              <a:gd name="connsiteX2422" fmla="*/ 4265541 w 6545688"/>
              <a:gd name="connsiteY2422" fmla="*/ 2305099 h 3341254"/>
              <a:gd name="connsiteX2423" fmla="*/ 4253476 w 6545688"/>
              <a:gd name="connsiteY2423" fmla="*/ 2325928 h 3341254"/>
              <a:gd name="connsiteX2424" fmla="*/ 4252014 w 6545688"/>
              <a:gd name="connsiteY2424" fmla="*/ 2326773 h 3341254"/>
              <a:gd name="connsiteX2425" fmla="*/ 4227960 w 6545688"/>
              <a:gd name="connsiteY2425" fmla="*/ 2326773 h 3341254"/>
              <a:gd name="connsiteX2426" fmla="*/ 4226500 w 6545688"/>
              <a:gd name="connsiteY2426" fmla="*/ 2325928 h 3341254"/>
              <a:gd name="connsiteX2427" fmla="*/ 4214512 w 6545688"/>
              <a:gd name="connsiteY2427" fmla="*/ 2305099 h 3341254"/>
              <a:gd name="connsiteX2428" fmla="*/ 4214512 w 6545688"/>
              <a:gd name="connsiteY2428" fmla="*/ 2303410 h 3341254"/>
              <a:gd name="connsiteX2429" fmla="*/ 4226576 w 6545688"/>
              <a:gd name="connsiteY2429" fmla="*/ 2282581 h 3341254"/>
              <a:gd name="connsiteX2430" fmla="*/ 4228036 w 6545688"/>
              <a:gd name="connsiteY2430" fmla="*/ 2281736 h 3341254"/>
              <a:gd name="connsiteX2431" fmla="*/ 3221627 w 6545688"/>
              <a:gd name="connsiteY2431" fmla="*/ 2281428 h 3341254"/>
              <a:gd name="connsiteX2432" fmla="*/ 3245989 w 6545688"/>
              <a:gd name="connsiteY2432" fmla="*/ 2281428 h 3341254"/>
              <a:gd name="connsiteX2433" fmla="*/ 3247449 w 6545688"/>
              <a:gd name="connsiteY2433" fmla="*/ 2282273 h 3341254"/>
              <a:gd name="connsiteX2434" fmla="*/ 3259592 w 6545688"/>
              <a:gd name="connsiteY2434" fmla="*/ 2303332 h 3341254"/>
              <a:gd name="connsiteX2435" fmla="*/ 3259592 w 6545688"/>
              <a:gd name="connsiteY2435" fmla="*/ 2305023 h 3341254"/>
              <a:gd name="connsiteX2436" fmla="*/ 3247449 w 6545688"/>
              <a:gd name="connsiteY2436" fmla="*/ 2326082 h 3341254"/>
              <a:gd name="connsiteX2437" fmla="*/ 3245989 w 6545688"/>
              <a:gd name="connsiteY2437" fmla="*/ 2326927 h 3341254"/>
              <a:gd name="connsiteX2438" fmla="*/ 3221627 w 6545688"/>
              <a:gd name="connsiteY2438" fmla="*/ 2326927 h 3341254"/>
              <a:gd name="connsiteX2439" fmla="*/ 3220165 w 6545688"/>
              <a:gd name="connsiteY2439" fmla="*/ 2326082 h 3341254"/>
              <a:gd name="connsiteX2440" fmla="*/ 3208022 w 6545688"/>
              <a:gd name="connsiteY2440" fmla="*/ 2305023 h 3341254"/>
              <a:gd name="connsiteX2441" fmla="*/ 3208022 w 6545688"/>
              <a:gd name="connsiteY2441" fmla="*/ 2303332 h 3341254"/>
              <a:gd name="connsiteX2442" fmla="*/ 3220165 w 6545688"/>
              <a:gd name="connsiteY2442" fmla="*/ 2282273 h 3341254"/>
              <a:gd name="connsiteX2443" fmla="*/ 3221627 w 6545688"/>
              <a:gd name="connsiteY2443" fmla="*/ 2281428 h 3341254"/>
              <a:gd name="connsiteX2444" fmla="*/ 3770293 w 6545688"/>
              <a:gd name="connsiteY2444" fmla="*/ 2281045 h 3341254"/>
              <a:gd name="connsiteX2445" fmla="*/ 3795116 w 6545688"/>
              <a:gd name="connsiteY2445" fmla="*/ 2281045 h 3341254"/>
              <a:gd name="connsiteX2446" fmla="*/ 3796654 w 6545688"/>
              <a:gd name="connsiteY2446" fmla="*/ 2281890 h 3341254"/>
              <a:gd name="connsiteX2447" fmla="*/ 3809026 w 6545688"/>
              <a:gd name="connsiteY2447" fmla="*/ 2303332 h 3341254"/>
              <a:gd name="connsiteX2448" fmla="*/ 3809026 w 6545688"/>
              <a:gd name="connsiteY2448" fmla="*/ 2305101 h 3341254"/>
              <a:gd name="connsiteX2449" fmla="*/ 3796654 w 6545688"/>
              <a:gd name="connsiteY2449" fmla="*/ 2326543 h 3341254"/>
              <a:gd name="connsiteX2450" fmla="*/ 3795116 w 6545688"/>
              <a:gd name="connsiteY2450" fmla="*/ 2327388 h 3341254"/>
              <a:gd name="connsiteX2451" fmla="*/ 3770293 w 6545688"/>
              <a:gd name="connsiteY2451" fmla="*/ 2327388 h 3341254"/>
              <a:gd name="connsiteX2452" fmla="*/ 3768755 w 6545688"/>
              <a:gd name="connsiteY2452" fmla="*/ 2326543 h 3341254"/>
              <a:gd name="connsiteX2453" fmla="*/ 3756383 w 6545688"/>
              <a:gd name="connsiteY2453" fmla="*/ 2305101 h 3341254"/>
              <a:gd name="connsiteX2454" fmla="*/ 3756383 w 6545688"/>
              <a:gd name="connsiteY2454" fmla="*/ 2303332 h 3341254"/>
              <a:gd name="connsiteX2455" fmla="*/ 3768755 w 6545688"/>
              <a:gd name="connsiteY2455" fmla="*/ 2281890 h 3341254"/>
              <a:gd name="connsiteX2456" fmla="*/ 3770293 w 6545688"/>
              <a:gd name="connsiteY2456" fmla="*/ 2281045 h 3341254"/>
              <a:gd name="connsiteX2457" fmla="*/ 3678679 w 6545688"/>
              <a:gd name="connsiteY2457" fmla="*/ 2280737 h 3341254"/>
              <a:gd name="connsiteX2458" fmla="*/ 3703734 w 6545688"/>
              <a:gd name="connsiteY2458" fmla="*/ 2280737 h 3341254"/>
              <a:gd name="connsiteX2459" fmla="*/ 3705273 w 6545688"/>
              <a:gd name="connsiteY2459" fmla="*/ 2281660 h 3341254"/>
              <a:gd name="connsiteX2460" fmla="*/ 3717801 w 6545688"/>
              <a:gd name="connsiteY2460" fmla="*/ 2303410 h 3341254"/>
              <a:gd name="connsiteX2461" fmla="*/ 3717801 w 6545688"/>
              <a:gd name="connsiteY2461" fmla="*/ 2305177 h 3341254"/>
              <a:gd name="connsiteX2462" fmla="*/ 3705273 w 6545688"/>
              <a:gd name="connsiteY2462" fmla="*/ 2326927 h 3341254"/>
              <a:gd name="connsiteX2463" fmla="*/ 3703734 w 6545688"/>
              <a:gd name="connsiteY2463" fmla="*/ 2327849 h 3341254"/>
              <a:gd name="connsiteX2464" fmla="*/ 3678679 w 6545688"/>
              <a:gd name="connsiteY2464" fmla="*/ 2327849 h 3341254"/>
              <a:gd name="connsiteX2465" fmla="*/ 3677144 w 6545688"/>
              <a:gd name="connsiteY2465" fmla="*/ 2326927 h 3341254"/>
              <a:gd name="connsiteX2466" fmla="*/ 3664618 w 6545688"/>
              <a:gd name="connsiteY2466" fmla="*/ 2305177 h 3341254"/>
              <a:gd name="connsiteX2467" fmla="*/ 3664618 w 6545688"/>
              <a:gd name="connsiteY2467" fmla="*/ 2303410 h 3341254"/>
              <a:gd name="connsiteX2468" fmla="*/ 3677144 w 6545688"/>
              <a:gd name="connsiteY2468" fmla="*/ 2281660 h 3341254"/>
              <a:gd name="connsiteX2469" fmla="*/ 3678679 w 6545688"/>
              <a:gd name="connsiteY2469" fmla="*/ 2280737 h 3341254"/>
              <a:gd name="connsiteX2470" fmla="*/ 3312777 w 6545688"/>
              <a:gd name="connsiteY2470" fmla="*/ 2280737 h 3341254"/>
              <a:gd name="connsiteX2471" fmla="*/ 3337830 w 6545688"/>
              <a:gd name="connsiteY2471" fmla="*/ 2280737 h 3341254"/>
              <a:gd name="connsiteX2472" fmla="*/ 3339368 w 6545688"/>
              <a:gd name="connsiteY2472" fmla="*/ 2281660 h 3341254"/>
              <a:gd name="connsiteX2473" fmla="*/ 3351896 w 6545688"/>
              <a:gd name="connsiteY2473" fmla="*/ 2303410 h 3341254"/>
              <a:gd name="connsiteX2474" fmla="*/ 3351896 w 6545688"/>
              <a:gd name="connsiteY2474" fmla="*/ 2305177 h 3341254"/>
              <a:gd name="connsiteX2475" fmla="*/ 3339368 w 6545688"/>
              <a:gd name="connsiteY2475" fmla="*/ 2326927 h 3341254"/>
              <a:gd name="connsiteX2476" fmla="*/ 3337830 w 6545688"/>
              <a:gd name="connsiteY2476" fmla="*/ 2327849 h 3341254"/>
              <a:gd name="connsiteX2477" fmla="*/ 3312777 w 6545688"/>
              <a:gd name="connsiteY2477" fmla="*/ 2327849 h 3341254"/>
              <a:gd name="connsiteX2478" fmla="*/ 3311240 w 6545688"/>
              <a:gd name="connsiteY2478" fmla="*/ 2326927 h 3341254"/>
              <a:gd name="connsiteX2479" fmla="*/ 3298711 w 6545688"/>
              <a:gd name="connsiteY2479" fmla="*/ 2305177 h 3341254"/>
              <a:gd name="connsiteX2480" fmla="*/ 3298711 w 6545688"/>
              <a:gd name="connsiteY2480" fmla="*/ 2303410 h 3341254"/>
              <a:gd name="connsiteX2481" fmla="*/ 3311240 w 6545688"/>
              <a:gd name="connsiteY2481" fmla="*/ 2281660 h 3341254"/>
              <a:gd name="connsiteX2482" fmla="*/ 3312777 w 6545688"/>
              <a:gd name="connsiteY2482" fmla="*/ 2280737 h 3341254"/>
              <a:gd name="connsiteX2483" fmla="*/ 3403849 w 6545688"/>
              <a:gd name="connsiteY2483" fmla="*/ 2280046 h 3341254"/>
              <a:gd name="connsiteX2484" fmla="*/ 3429671 w 6545688"/>
              <a:gd name="connsiteY2484" fmla="*/ 2280046 h 3341254"/>
              <a:gd name="connsiteX2485" fmla="*/ 3431285 w 6545688"/>
              <a:gd name="connsiteY2485" fmla="*/ 2280969 h 3341254"/>
              <a:gd name="connsiteX2486" fmla="*/ 3444197 w 6545688"/>
              <a:gd name="connsiteY2486" fmla="*/ 2303334 h 3341254"/>
              <a:gd name="connsiteX2487" fmla="*/ 3444197 w 6545688"/>
              <a:gd name="connsiteY2487" fmla="*/ 2305177 h 3341254"/>
              <a:gd name="connsiteX2488" fmla="*/ 3431285 w 6545688"/>
              <a:gd name="connsiteY2488" fmla="*/ 2327542 h 3341254"/>
              <a:gd name="connsiteX2489" fmla="*/ 3429671 w 6545688"/>
              <a:gd name="connsiteY2489" fmla="*/ 2328464 h 3341254"/>
              <a:gd name="connsiteX2490" fmla="*/ 3403849 w 6545688"/>
              <a:gd name="connsiteY2490" fmla="*/ 2328464 h 3341254"/>
              <a:gd name="connsiteX2491" fmla="*/ 3402234 w 6545688"/>
              <a:gd name="connsiteY2491" fmla="*/ 2327542 h 3341254"/>
              <a:gd name="connsiteX2492" fmla="*/ 3389324 w 6545688"/>
              <a:gd name="connsiteY2492" fmla="*/ 2305177 h 3341254"/>
              <a:gd name="connsiteX2493" fmla="*/ 3389324 w 6545688"/>
              <a:gd name="connsiteY2493" fmla="*/ 2303334 h 3341254"/>
              <a:gd name="connsiteX2494" fmla="*/ 3402234 w 6545688"/>
              <a:gd name="connsiteY2494" fmla="*/ 2280969 h 3341254"/>
              <a:gd name="connsiteX2495" fmla="*/ 3403849 w 6545688"/>
              <a:gd name="connsiteY2495" fmla="*/ 2280046 h 3341254"/>
              <a:gd name="connsiteX2496" fmla="*/ 3586762 w 6545688"/>
              <a:gd name="connsiteY2496" fmla="*/ 2279893 h 3341254"/>
              <a:gd name="connsiteX2497" fmla="*/ 3612740 w 6545688"/>
              <a:gd name="connsiteY2497" fmla="*/ 2279893 h 3341254"/>
              <a:gd name="connsiteX2498" fmla="*/ 3614354 w 6545688"/>
              <a:gd name="connsiteY2498" fmla="*/ 2280815 h 3341254"/>
              <a:gd name="connsiteX2499" fmla="*/ 3627341 w 6545688"/>
              <a:gd name="connsiteY2499" fmla="*/ 2303334 h 3341254"/>
              <a:gd name="connsiteX2500" fmla="*/ 3627341 w 6545688"/>
              <a:gd name="connsiteY2500" fmla="*/ 2305177 h 3341254"/>
              <a:gd name="connsiteX2501" fmla="*/ 3614354 w 6545688"/>
              <a:gd name="connsiteY2501" fmla="*/ 2327695 h 3341254"/>
              <a:gd name="connsiteX2502" fmla="*/ 3612740 w 6545688"/>
              <a:gd name="connsiteY2502" fmla="*/ 2328618 h 3341254"/>
              <a:gd name="connsiteX2503" fmla="*/ 3586762 w 6545688"/>
              <a:gd name="connsiteY2503" fmla="*/ 2328618 h 3341254"/>
              <a:gd name="connsiteX2504" fmla="*/ 3585149 w 6545688"/>
              <a:gd name="connsiteY2504" fmla="*/ 2327695 h 3341254"/>
              <a:gd name="connsiteX2505" fmla="*/ 3572160 w 6545688"/>
              <a:gd name="connsiteY2505" fmla="*/ 2305177 h 3341254"/>
              <a:gd name="connsiteX2506" fmla="*/ 3572160 w 6545688"/>
              <a:gd name="connsiteY2506" fmla="*/ 2303334 h 3341254"/>
              <a:gd name="connsiteX2507" fmla="*/ 3585149 w 6545688"/>
              <a:gd name="connsiteY2507" fmla="*/ 2280815 h 3341254"/>
              <a:gd name="connsiteX2508" fmla="*/ 3586762 w 6545688"/>
              <a:gd name="connsiteY2508" fmla="*/ 2279893 h 3341254"/>
              <a:gd name="connsiteX2509" fmla="*/ 3494997 w 6545688"/>
              <a:gd name="connsiteY2509" fmla="*/ 2279507 h 3341254"/>
              <a:gd name="connsiteX2510" fmla="*/ 3521436 w 6545688"/>
              <a:gd name="connsiteY2510" fmla="*/ 2279507 h 3341254"/>
              <a:gd name="connsiteX2511" fmla="*/ 3523050 w 6545688"/>
              <a:gd name="connsiteY2511" fmla="*/ 2280430 h 3341254"/>
              <a:gd name="connsiteX2512" fmla="*/ 3536270 w 6545688"/>
              <a:gd name="connsiteY2512" fmla="*/ 2303332 h 3341254"/>
              <a:gd name="connsiteX2513" fmla="*/ 3536270 w 6545688"/>
              <a:gd name="connsiteY2513" fmla="*/ 2305177 h 3341254"/>
              <a:gd name="connsiteX2514" fmla="*/ 3523050 w 6545688"/>
              <a:gd name="connsiteY2514" fmla="*/ 2328079 h 3341254"/>
              <a:gd name="connsiteX2515" fmla="*/ 3521436 w 6545688"/>
              <a:gd name="connsiteY2515" fmla="*/ 2329002 h 3341254"/>
              <a:gd name="connsiteX2516" fmla="*/ 3494997 w 6545688"/>
              <a:gd name="connsiteY2516" fmla="*/ 2329002 h 3341254"/>
              <a:gd name="connsiteX2517" fmla="*/ 3493384 w 6545688"/>
              <a:gd name="connsiteY2517" fmla="*/ 2328079 h 3341254"/>
              <a:gd name="connsiteX2518" fmla="*/ 3480166 w 6545688"/>
              <a:gd name="connsiteY2518" fmla="*/ 2305177 h 3341254"/>
              <a:gd name="connsiteX2519" fmla="*/ 3480166 w 6545688"/>
              <a:gd name="connsiteY2519" fmla="*/ 2303332 h 3341254"/>
              <a:gd name="connsiteX2520" fmla="*/ 3493384 w 6545688"/>
              <a:gd name="connsiteY2520" fmla="*/ 2280430 h 3341254"/>
              <a:gd name="connsiteX2521" fmla="*/ 3494997 w 6545688"/>
              <a:gd name="connsiteY2521" fmla="*/ 2279507 h 3341254"/>
              <a:gd name="connsiteX2522" fmla="*/ 201733 w 6545688"/>
              <a:gd name="connsiteY2522" fmla="*/ 2279507 h 3341254"/>
              <a:gd name="connsiteX2523" fmla="*/ 228173 w 6545688"/>
              <a:gd name="connsiteY2523" fmla="*/ 2279507 h 3341254"/>
              <a:gd name="connsiteX2524" fmla="*/ 229783 w 6545688"/>
              <a:gd name="connsiteY2524" fmla="*/ 2280430 h 3341254"/>
              <a:gd name="connsiteX2525" fmla="*/ 243007 w 6545688"/>
              <a:gd name="connsiteY2525" fmla="*/ 2303332 h 3341254"/>
              <a:gd name="connsiteX2526" fmla="*/ 243007 w 6545688"/>
              <a:gd name="connsiteY2526" fmla="*/ 2305177 h 3341254"/>
              <a:gd name="connsiteX2527" fmla="*/ 229783 w 6545688"/>
              <a:gd name="connsiteY2527" fmla="*/ 2328079 h 3341254"/>
              <a:gd name="connsiteX2528" fmla="*/ 228173 w 6545688"/>
              <a:gd name="connsiteY2528" fmla="*/ 2329002 h 3341254"/>
              <a:gd name="connsiteX2529" fmla="*/ 201733 w 6545688"/>
              <a:gd name="connsiteY2529" fmla="*/ 2329002 h 3341254"/>
              <a:gd name="connsiteX2530" fmla="*/ 200119 w 6545688"/>
              <a:gd name="connsiteY2530" fmla="*/ 2328079 h 3341254"/>
              <a:gd name="connsiteX2531" fmla="*/ 186898 w 6545688"/>
              <a:gd name="connsiteY2531" fmla="*/ 2305177 h 3341254"/>
              <a:gd name="connsiteX2532" fmla="*/ 186898 w 6545688"/>
              <a:gd name="connsiteY2532" fmla="*/ 2303332 h 3341254"/>
              <a:gd name="connsiteX2533" fmla="*/ 200119 w 6545688"/>
              <a:gd name="connsiteY2533" fmla="*/ 2280430 h 3341254"/>
              <a:gd name="connsiteX2534" fmla="*/ 201733 w 6545688"/>
              <a:gd name="connsiteY2534" fmla="*/ 2279507 h 3341254"/>
              <a:gd name="connsiteX2535" fmla="*/ 3860210 w 6545688"/>
              <a:gd name="connsiteY2535" fmla="*/ 2278125 h 3341254"/>
              <a:gd name="connsiteX2536" fmla="*/ 3888109 w 6545688"/>
              <a:gd name="connsiteY2536" fmla="*/ 2278125 h 3341254"/>
              <a:gd name="connsiteX2537" fmla="*/ 3889799 w 6545688"/>
              <a:gd name="connsiteY2537" fmla="*/ 2279124 h 3341254"/>
              <a:gd name="connsiteX2538" fmla="*/ 3903787 w 6545688"/>
              <a:gd name="connsiteY2538" fmla="*/ 2303334 h 3341254"/>
              <a:gd name="connsiteX2539" fmla="*/ 3903787 w 6545688"/>
              <a:gd name="connsiteY2539" fmla="*/ 2305331 h 3341254"/>
              <a:gd name="connsiteX2540" fmla="*/ 3889799 w 6545688"/>
              <a:gd name="connsiteY2540" fmla="*/ 2329541 h 3341254"/>
              <a:gd name="connsiteX2541" fmla="*/ 3888109 w 6545688"/>
              <a:gd name="connsiteY2541" fmla="*/ 2330539 h 3341254"/>
              <a:gd name="connsiteX2542" fmla="*/ 3860210 w 6545688"/>
              <a:gd name="connsiteY2542" fmla="*/ 2330539 h 3341254"/>
              <a:gd name="connsiteX2543" fmla="*/ 3858520 w 6545688"/>
              <a:gd name="connsiteY2543" fmla="*/ 2329541 h 3341254"/>
              <a:gd name="connsiteX2544" fmla="*/ 3844532 w 6545688"/>
              <a:gd name="connsiteY2544" fmla="*/ 2305331 h 3341254"/>
              <a:gd name="connsiteX2545" fmla="*/ 3844532 w 6545688"/>
              <a:gd name="connsiteY2545" fmla="*/ 2303334 h 3341254"/>
              <a:gd name="connsiteX2546" fmla="*/ 3858520 w 6545688"/>
              <a:gd name="connsiteY2546" fmla="*/ 2279124 h 3341254"/>
              <a:gd name="connsiteX2547" fmla="*/ 3860210 w 6545688"/>
              <a:gd name="connsiteY2547" fmla="*/ 2278125 h 3341254"/>
              <a:gd name="connsiteX2548" fmla="*/ 289112 w 6545688"/>
              <a:gd name="connsiteY2548" fmla="*/ 2271822 h 3341254"/>
              <a:gd name="connsiteX2549" fmla="*/ 323779 w 6545688"/>
              <a:gd name="connsiteY2549" fmla="*/ 2271822 h 3341254"/>
              <a:gd name="connsiteX2550" fmla="*/ 325930 w 6545688"/>
              <a:gd name="connsiteY2550" fmla="*/ 2273052 h 3341254"/>
              <a:gd name="connsiteX2551" fmla="*/ 343228 w 6545688"/>
              <a:gd name="connsiteY2551" fmla="*/ 2303024 h 3341254"/>
              <a:gd name="connsiteX2552" fmla="*/ 343228 w 6545688"/>
              <a:gd name="connsiteY2552" fmla="*/ 2305485 h 3341254"/>
              <a:gd name="connsiteX2553" fmla="*/ 325850 w 6545688"/>
              <a:gd name="connsiteY2553" fmla="*/ 2335459 h 3341254"/>
              <a:gd name="connsiteX2554" fmla="*/ 323703 w 6545688"/>
              <a:gd name="connsiteY2554" fmla="*/ 2336687 h 3341254"/>
              <a:gd name="connsiteX2555" fmla="*/ 289046 w 6545688"/>
              <a:gd name="connsiteY2555" fmla="*/ 2336687 h 3341254"/>
              <a:gd name="connsiteX2556" fmla="*/ 286887 w 6545688"/>
              <a:gd name="connsiteY2556" fmla="*/ 2335459 h 3341254"/>
              <a:gd name="connsiteX2557" fmla="*/ 269597 w 6545688"/>
              <a:gd name="connsiteY2557" fmla="*/ 2305485 h 3341254"/>
              <a:gd name="connsiteX2558" fmla="*/ 269597 w 6545688"/>
              <a:gd name="connsiteY2558" fmla="*/ 2303024 h 3341254"/>
              <a:gd name="connsiteX2559" fmla="*/ 286965 w 6545688"/>
              <a:gd name="connsiteY2559" fmla="*/ 2273052 h 3341254"/>
              <a:gd name="connsiteX2560" fmla="*/ 289112 w 6545688"/>
              <a:gd name="connsiteY2560" fmla="*/ 2271822 h 3341254"/>
              <a:gd name="connsiteX2561" fmla="*/ 380421 w 6545688"/>
              <a:gd name="connsiteY2561" fmla="*/ 2271514 h 3341254"/>
              <a:gd name="connsiteX2562" fmla="*/ 415392 w 6545688"/>
              <a:gd name="connsiteY2562" fmla="*/ 2271514 h 3341254"/>
              <a:gd name="connsiteX2563" fmla="*/ 417543 w 6545688"/>
              <a:gd name="connsiteY2563" fmla="*/ 2272745 h 3341254"/>
              <a:gd name="connsiteX2564" fmla="*/ 434983 w 6545688"/>
              <a:gd name="connsiteY2564" fmla="*/ 2303024 h 3341254"/>
              <a:gd name="connsiteX2565" fmla="*/ 434983 w 6545688"/>
              <a:gd name="connsiteY2565" fmla="*/ 2305485 h 3341254"/>
              <a:gd name="connsiteX2566" fmla="*/ 417464 w 6545688"/>
              <a:gd name="connsiteY2566" fmla="*/ 2335764 h 3341254"/>
              <a:gd name="connsiteX2567" fmla="*/ 415314 w 6545688"/>
              <a:gd name="connsiteY2567" fmla="*/ 2336994 h 3341254"/>
              <a:gd name="connsiteX2568" fmla="*/ 380344 w 6545688"/>
              <a:gd name="connsiteY2568" fmla="*/ 2336994 h 3341254"/>
              <a:gd name="connsiteX2569" fmla="*/ 378195 w 6545688"/>
              <a:gd name="connsiteY2569" fmla="*/ 2335764 h 3341254"/>
              <a:gd name="connsiteX2570" fmla="*/ 360747 w 6545688"/>
              <a:gd name="connsiteY2570" fmla="*/ 2305485 h 3341254"/>
              <a:gd name="connsiteX2571" fmla="*/ 360747 w 6545688"/>
              <a:gd name="connsiteY2571" fmla="*/ 2303024 h 3341254"/>
              <a:gd name="connsiteX2572" fmla="*/ 378269 w 6545688"/>
              <a:gd name="connsiteY2572" fmla="*/ 2272745 h 3341254"/>
              <a:gd name="connsiteX2573" fmla="*/ 380421 w 6545688"/>
              <a:gd name="connsiteY2573" fmla="*/ 2271514 h 3341254"/>
              <a:gd name="connsiteX2574" fmla="*/ 2955863 w 6545688"/>
              <a:gd name="connsiteY2574" fmla="*/ 2218409 h 3341254"/>
              <a:gd name="connsiteX2575" fmla="*/ 2962857 w 6545688"/>
              <a:gd name="connsiteY2575" fmla="*/ 2218409 h 3341254"/>
              <a:gd name="connsiteX2576" fmla="*/ 2963318 w 6545688"/>
              <a:gd name="connsiteY2576" fmla="*/ 2218641 h 3341254"/>
              <a:gd name="connsiteX2577" fmla="*/ 2966853 w 6545688"/>
              <a:gd name="connsiteY2577" fmla="*/ 2224710 h 3341254"/>
              <a:gd name="connsiteX2578" fmla="*/ 2966853 w 6545688"/>
              <a:gd name="connsiteY2578" fmla="*/ 2225171 h 3341254"/>
              <a:gd name="connsiteX2579" fmla="*/ 2963318 w 6545688"/>
              <a:gd name="connsiteY2579" fmla="*/ 2231245 h 3341254"/>
              <a:gd name="connsiteX2580" fmla="*/ 2962857 w 6545688"/>
              <a:gd name="connsiteY2580" fmla="*/ 2231475 h 3341254"/>
              <a:gd name="connsiteX2581" fmla="*/ 2955863 w 6545688"/>
              <a:gd name="connsiteY2581" fmla="*/ 2231475 h 3341254"/>
              <a:gd name="connsiteX2582" fmla="*/ 2955401 w 6545688"/>
              <a:gd name="connsiteY2582" fmla="*/ 2231245 h 3341254"/>
              <a:gd name="connsiteX2583" fmla="*/ 2951867 w 6545688"/>
              <a:gd name="connsiteY2583" fmla="*/ 2225171 h 3341254"/>
              <a:gd name="connsiteX2584" fmla="*/ 2951867 w 6545688"/>
              <a:gd name="connsiteY2584" fmla="*/ 2224710 h 3341254"/>
              <a:gd name="connsiteX2585" fmla="*/ 2955401 w 6545688"/>
              <a:gd name="connsiteY2585" fmla="*/ 2218641 h 3341254"/>
              <a:gd name="connsiteX2586" fmla="*/ 2955863 w 6545688"/>
              <a:gd name="connsiteY2586" fmla="*/ 2218409 h 3341254"/>
              <a:gd name="connsiteX2587" fmla="*/ 577401 w 6545688"/>
              <a:gd name="connsiteY2587" fmla="*/ 2218409 h 3341254"/>
              <a:gd name="connsiteX2588" fmla="*/ 584391 w 6545688"/>
              <a:gd name="connsiteY2588" fmla="*/ 2218409 h 3341254"/>
              <a:gd name="connsiteX2589" fmla="*/ 584853 w 6545688"/>
              <a:gd name="connsiteY2589" fmla="*/ 2218641 h 3341254"/>
              <a:gd name="connsiteX2590" fmla="*/ 588390 w 6545688"/>
              <a:gd name="connsiteY2590" fmla="*/ 2224710 h 3341254"/>
              <a:gd name="connsiteX2591" fmla="*/ 588390 w 6545688"/>
              <a:gd name="connsiteY2591" fmla="*/ 2225171 h 3341254"/>
              <a:gd name="connsiteX2592" fmla="*/ 584853 w 6545688"/>
              <a:gd name="connsiteY2592" fmla="*/ 2231245 h 3341254"/>
              <a:gd name="connsiteX2593" fmla="*/ 584391 w 6545688"/>
              <a:gd name="connsiteY2593" fmla="*/ 2231475 h 3341254"/>
              <a:gd name="connsiteX2594" fmla="*/ 577401 w 6545688"/>
              <a:gd name="connsiteY2594" fmla="*/ 2231475 h 3341254"/>
              <a:gd name="connsiteX2595" fmla="*/ 576936 w 6545688"/>
              <a:gd name="connsiteY2595" fmla="*/ 2231245 h 3341254"/>
              <a:gd name="connsiteX2596" fmla="*/ 573399 w 6545688"/>
              <a:gd name="connsiteY2596" fmla="*/ 2225171 h 3341254"/>
              <a:gd name="connsiteX2597" fmla="*/ 573399 w 6545688"/>
              <a:gd name="connsiteY2597" fmla="*/ 2224710 h 3341254"/>
              <a:gd name="connsiteX2598" fmla="*/ 576936 w 6545688"/>
              <a:gd name="connsiteY2598" fmla="*/ 2218641 h 3341254"/>
              <a:gd name="connsiteX2599" fmla="*/ 577401 w 6545688"/>
              <a:gd name="connsiteY2599" fmla="*/ 2218409 h 3341254"/>
              <a:gd name="connsiteX2600" fmla="*/ 943072 w 6545688"/>
              <a:gd name="connsiteY2600" fmla="*/ 2217948 h 3341254"/>
              <a:gd name="connsiteX2601" fmla="*/ 950525 w 6545688"/>
              <a:gd name="connsiteY2601" fmla="*/ 2217948 h 3341254"/>
              <a:gd name="connsiteX2602" fmla="*/ 950986 w 6545688"/>
              <a:gd name="connsiteY2602" fmla="*/ 2218179 h 3341254"/>
              <a:gd name="connsiteX2603" fmla="*/ 954757 w 6545688"/>
              <a:gd name="connsiteY2603" fmla="*/ 2224634 h 3341254"/>
              <a:gd name="connsiteX2604" fmla="*/ 954757 w 6545688"/>
              <a:gd name="connsiteY2604" fmla="*/ 2225171 h 3341254"/>
              <a:gd name="connsiteX2605" fmla="*/ 950986 w 6545688"/>
              <a:gd name="connsiteY2605" fmla="*/ 2231628 h 3341254"/>
              <a:gd name="connsiteX2606" fmla="*/ 950525 w 6545688"/>
              <a:gd name="connsiteY2606" fmla="*/ 2231858 h 3341254"/>
              <a:gd name="connsiteX2607" fmla="*/ 943072 w 6545688"/>
              <a:gd name="connsiteY2607" fmla="*/ 2231858 h 3341254"/>
              <a:gd name="connsiteX2608" fmla="*/ 942610 w 6545688"/>
              <a:gd name="connsiteY2608" fmla="*/ 2231628 h 3341254"/>
              <a:gd name="connsiteX2609" fmla="*/ 938851 w 6545688"/>
              <a:gd name="connsiteY2609" fmla="*/ 2225171 h 3341254"/>
              <a:gd name="connsiteX2610" fmla="*/ 938851 w 6545688"/>
              <a:gd name="connsiteY2610" fmla="*/ 2224634 h 3341254"/>
              <a:gd name="connsiteX2611" fmla="*/ 942610 w 6545688"/>
              <a:gd name="connsiteY2611" fmla="*/ 2218179 h 3341254"/>
              <a:gd name="connsiteX2612" fmla="*/ 943072 w 6545688"/>
              <a:gd name="connsiteY2612" fmla="*/ 2217948 h 3341254"/>
              <a:gd name="connsiteX2613" fmla="*/ 666322 w 6545688"/>
              <a:gd name="connsiteY2613" fmla="*/ 2213644 h 3341254"/>
              <a:gd name="connsiteX2614" fmla="*/ 678383 w 6545688"/>
              <a:gd name="connsiteY2614" fmla="*/ 2213644 h 3341254"/>
              <a:gd name="connsiteX2615" fmla="*/ 679152 w 6545688"/>
              <a:gd name="connsiteY2615" fmla="*/ 2214105 h 3341254"/>
              <a:gd name="connsiteX2616" fmla="*/ 685226 w 6545688"/>
              <a:gd name="connsiteY2616" fmla="*/ 2224556 h 3341254"/>
              <a:gd name="connsiteX2617" fmla="*/ 685226 w 6545688"/>
              <a:gd name="connsiteY2617" fmla="*/ 2225403 h 3341254"/>
              <a:gd name="connsiteX2618" fmla="*/ 679152 w 6545688"/>
              <a:gd name="connsiteY2618" fmla="*/ 2235854 h 3341254"/>
              <a:gd name="connsiteX2619" fmla="*/ 678383 w 6545688"/>
              <a:gd name="connsiteY2619" fmla="*/ 2236316 h 3341254"/>
              <a:gd name="connsiteX2620" fmla="*/ 666322 w 6545688"/>
              <a:gd name="connsiteY2620" fmla="*/ 2236316 h 3341254"/>
              <a:gd name="connsiteX2621" fmla="*/ 665551 w 6545688"/>
              <a:gd name="connsiteY2621" fmla="*/ 2235854 h 3341254"/>
              <a:gd name="connsiteX2622" fmla="*/ 659487 w 6545688"/>
              <a:gd name="connsiteY2622" fmla="*/ 2225403 h 3341254"/>
              <a:gd name="connsiteX2623" fmla="*/ 659487 w 6545688"/>
              <a:gd name="connsiteY2623" fmla="*/ 2224556 h 3341254"/>
              <a:gd name="connsiteX2624" fmla="*/ 665551 w 6545688"/>
              <a:gd name="connsiteY2624" fmla="*/ 2214105 h 3341254"/>
              <a:gd name="connsiteX2625" fmla="*/ 666322 w 6545688"/>
              <a:gd name="connsiteY2625" fmla="*/ 2213644 h 3341254"/>
              <a:gd name="connsiteX2626" fmla="*/ 3044017 w 6545688"/>
              <a:gd name="connsiteY2626" fmla="*/ 2212260 h 3341254"/>
              <a:gd name="connsiteX2627" fmla="*/ 3057619 w 6545688"/>
              <a:gd name="connsiteY2627" fmla="*/ 2212260 h 3341254"/>
              <a:gd name="connsiteX2628" fmla="*/ 3058464 w 6545688"/>
              <a:gd name="connsiteY2628" fmla="*/ 2212721 h 3341254"/>
              <a:gd name="connsiteX2629" fmla="*/ 3065227 w 6545688"/>
              <a:gd name="connsiteY2629" fmla="*/ 2224480 h 3341254"/>
              <a:gd name="connsiteX2630" fmla="*/ 3065227 w 6545688"/>
              <a:gd name="connsiteY2630" fmla="*/ 2225479 h 3341254"/>
              <a:gd name="connsiteX2631" fmla="*/ 3058464 w 6545688"/>
              <a:gd name="connsiteY2631" fmla="*/ 2237237 h 3341254"/>
              <a:gd name="connsiteX2632" fmla="*/ 3057619 w 6545688"/>
              <a:gd name="connsiteY2632" fmla="*/ 2237698 h 3341254"/>
              <a:gd name="connsiteX2633" fmla="*/ 3044017 w 6545688"/>
              <a:gd name="connsiteY2633" fmla="*/ 2237698 h 3341254"/>
              <a:gd name="connsiteX2634" fmla="*/ 3043170 w 6545688"/>
              <a:gd name="connsiteY2634" fmla="*/ 2237237 h 3341254"/>
              <a:gd name="connsiteX2635" fmla="*/ 3036407 w 6545688"/>
              <a:gd name="connsiteY2635" fmla="*/ 2225479 h 3341254"/>
              <a:gd name="connsiteX2636" fmla="*/ 3036407 w 6545688"/>
              <a:gd name="connsiteY2636" fmla="*/ 2224480 h 3341254"/>
              <a:gd name="connsiteX2637" fmla="*/ 3043170 w 6545688"/>
              <a:gd name="connsiteY2637" fmla="*/ 2212721 h 3341254"/>
              <a:gd name="connsiteX2638" fmla="*/ 3044017 w 6545688"/>
              <a:gd name="connsiteY2638" fmla="*/ 2212260 h 3341254"/>
              <a:gd name="connsiteX2639" fmla="*/ 4415102 w 6545688"/>
              <a:gd name="connsiteY2639" fmla="*/ 2210031 h 3341254"/>
              <a:gd name="connsiteX2640" fmla="*/ 4431087 w 6545688"/>
              <a:gd name="connsiteY2640" fmla="*/ 2210031 h 3341254"/>
              <a:gd name="connsiteX2641" fmla="*/ 4432088 w 6545688"/>
              <a:gd name="connsiteY2641" fmla="*/ 2210568 h 3341254"/>
              <a:gd name="connsiteX2642" fmla="*/ 4440080 w 6545688"/>
              <a:gd name="connsiteY2642" fmla="*/ 2224403 h 3341254"/>
              <a:gd name="connsiteX2643" fmla="*/ 4440080 w 6545688"/>
              <a:gd name="connsiteY2643" fmla="*/ 2225555 h 3341254"/>
              <a:gd name="connsiteX2644" fmla="*/ 4432088 w 6545688"/>
              <a:gd name="connsiteY2644" fmla="*/ 2239389 h 3341254"/>
              <a:gd name="connsiteX2645" fmla="*/ 4431087 w 6545688"/>
              <a:gd name="connsiteY2645" fmla="*/ 2239927 h 3341254"/>
              <a:gd name="connsiteX2646" fmla="*/ 4415102 w 6545688"/>
              <a:gd name="connsiteY2646" fmla="*/ 2239927 h 3341254"/>
              <a:gd name="connsiteX2647" fmla="*/ 4414103 w 6545688"/>
              <a:gd name="connsiteY2647" fmla="*/ 2239389 h 3341254"/>
              <a:gd name="connsiteX2648" fmla="*/ 4406110 w 6545688"/>
              <a:gd name="connsiteY2648" fmla="*/ 2225555 h 3341254"/>
              <a:gd name="connsiteX2649" fmla="*/ 4406110 w 6545688"/>
              <a:gd name="connsiteY2649" fmla="*/ 2224403 h 3341254"/>
              <a:gd name="connsiteX2650" fmla="*/ 4414103 w 6545688"/>
              <a:gd name="connsiteY2650" fmla="*/ 2210568 h 3341254"/>
              <a:gd name="connsiteX2651" fmla="*/ 4415102 w 6545688"/>
              <a:gd name="connsiteY2651" fmla="*/ 2210031 h 3341254"/>
              <a:gd name="connsiteX2652" fmla="*/ 847008 w 6545688"/>
              <a:gd name="connsiteY2652" fmla="*/ 2209416 h 3341254"/>
              <a:gd name="connsiteX2653" fmla="*/ 863607 w 6545688"/>
              <a:gd name="connsiteY2653" fmla="*/ 2209416 h 3341254"/>
              <a:gd name="connsiteX2654" fmla="*/ 864606 w 6545688"/>
              <a:gd name="connsiteY2654" fmla="*/ 2210031 h 3341254"/>
              <a:gd name="connsiteX2655" fmla="*/ 872904 w 6545688"/>
              <a:gd name="connsiteY2655" fmla="*/ 2224403 h 3341254"/>
              <a:gd name="connsiteX2656" fmla="*/ 872904 w 6545688"/>
              <a:gd name="connsiteY2656" fmla="*/ 2225555 h 3341254"/>
              <a:gd name="connsiteX2657" fmla="*/ 864606 w 6545688"/>
              <a:gd name="connsiteY2657" fmla="*/ 2239927 h 3341254"/>
              <a:gd name="connsiteX2658" fmla="*/ 863607 w 6545688"/>
              <a:gd name="connsiteY2658" fmla="*/ 2240542 h 3341254"/>
              <a:gd name="connsiteX2659" fmla="*/ 847008 w 6545688"/>
              <a:gd name="connsiteY2659" fmla="*/ 2240542 h 3341254"/>
              <a:gd name="connsiteX2660" fmla="*/ 846009 w 6545688"/>
              <a:gd name="connsiteY2660" fmla="*/ 2239927 h 3341254"/>
              <a:gd name="connsiteX2661" fmla="*/ 837702 w 6545688"/>
              <a:gd name="connsiteY2661" fmla="*/ 2225555 h 3341254"/>
              <a:gd name="connsiteX2662" fmla="*/ 837702 w 6545688"/>
              <a:gd name="connsiteY2662" fmla="*/ 2224403 h 3341254"/>
              <a:gd name="connsiteX2663" fmla="*/ 846009 w 6545688"/>
              <a:gd name="connsiteY2663" fmla="*/ 2210031 h 3341254"/>
              <a:gd name="connsiteX2664" fmla="*/ 847008 w 6545688"/>
              <a:gd name="connsiteY2664" fmla="*/ 2209416 h 3341254"/>
              <a:gd name="connsiteX2665" fmla="*/ 4140270 w 6545688"/>
              <a:gd name="connsiteY2665" fmla="*/ 2209340 h 3341254"/>
              <a:gd name="connsiteX2666" fmla="*/ 4157024 w 6545688"/>
              <a:gd name="connsiteY2666" fmla="*/ 2209340 h 3341254"/>
              <a:gd name="connsiteX2667" fmla="*/ 4158022 w 6545688"/>
              <a:gd name="connsiteY2667" fmla="*/ 2209955 h 3341254"/>
              <a:gd name="connsiteX2668" fmla="*/ 4166399 w 6545688"/>
              <a:gd name="connsiteY2668" fmla="*/ 2224480 h 3341254"/>
              <a:gd name="connsiteX2669" fmla="*/ 4166399 w 6545688"/>
              <a:gd name="connsiteY2669" fmla="*/ 2225633 h 3341254"/>
              <a:gd name="connsiteX2670" fmla="*/ 4158022 w 6545688"/>
              <a:gd name="connsiteY2670" fmla="*/ 2240158 h 3341254"/>
              <a:gd name="connsiteX2671" fmla="*/ 4157024 w 6545688"/>
              <a:gd name="connsiteY2671" fmla="*/ 2240774 h 3341254"/>
              <a:gd name="connsiteX2672" fmla="*/ 4140270 w 6545688"/>
              <a:gd name="connsiteY2672" fmla="*/ 2240774 h 3341254"/>
              <a:gd name="connsiteX2673" fmla="*/ 4139269 w 6545688"/>
              <a:gd name="connsiteY2673" fmla="*/ 2240158 h 3341254"/>
              <a:gd name="connsiteX2674" fmla="*/ 4130892 w 6545688"/>
              <a:gd name="connsiteY2674" fmla="*/ 2225633 h 3341254"/>
              <a:gd name="connsiteX2675" fmla="*/ 4130892 w 6545688"/>
              <a:gd name="connsiteY2675" fmla="*/ 2224480 h 3341254"/>
              <a:gd name="connsiteX2676" fmla="*/ 4139269 w 6545688"/>
              <a:gd name="connsiteY2676" fmla="*/ 2209955 h 3341254"/>
              <a:gd name="connsiteX2677" fmla="*/ 4140270 w 6545688"/>
              <a:gd name="connsiteY2677" fmla="*/ 2209340 h 3341254"/>
              <a:gd name="connsiteX2678" fmla="*/ 755006 w 6545688"/>
              <a:gd name="connsiteY2678" fmla="*/ 2208341 h 3341254"/>
              <a:gd name="connsiteX2679" fmla="*/ 772759 w 6545688"/>
              <a:gd name="connsiteY2679" fmla="*/ 2208341 h 3341254"/>
              <a:gd name="connsiteX2680" fmla="*/ 773835 w 6545688"/>
              <a:gd name="connsiteY2680" fmla="*/ 2208956 h 3341254"/>
              <a:gd name="connsiteX2681" fmla="*/ 782753 w 6545688"/>
              <a:gd name="connsiteY2681" fmla="*/ 2224327 h 3341254"/>
              <a:gd name="connsiteX2682" fmla="*/ 782753 w 6545688"/>
              <a:gd name="connsiteY2682" fmla="*/ 2225557 h 3341254"/>
              <a:gd name="connsiteX2683" fmla="*/ 773835 w 6545688"/>
              <a:gd name="connsiteY2683" fmla="*/ 2240927 h 3341254"/>
              <a:gd name="connsiteX2684" fmla="*/ 772759 w 6545688"/>
              <a:gd name="connsiteY2684" fmla="*/ 2241542 h 3341254"/>
              <a:gd name="connsiteX2685" fmla="*/ 755006 w 6545688"/>
              <a:gd name="connsiteY2685" fmla="*/ 2241542 h 3341254"/>
              <a:gd name="connsiteX2686" fmla="*/ 753933 w 6545688"/>
              <a:gd name="connsiteY2686" fmla="*/ 2240927 h 3341254"/>
              <a:gd name="connsiteX2687" fmla="*/ 745018 w 6545688"/>
              <a:gd name="connsiteY2687" fmla="*/ 2225557 h 3341254"/>
              <a:gd name="connsiteX2688" fmla="*/ 745018 w 6545688"/>
              <a:gd name="connsiteY2688" fmla="*/ 2224327 h 3341254"/>
              <a:gd name="connsiteX2689" fmla="*/ 753933 w 6545688"/>
              <a:gd name="connsiteY2689" fmla="*/ 2208956 h 3341254"/>
              <a:gd name="connsiteX2690" fmla="*/ 755006 w 6545688"/>
              <a:gd name="connsiteY2690" fmla="*/ 2208341 h 3341254"/>
              <a:gd name="connsiteX2691" fmla="*/ 4047968 w 6545688"/>
              <a:gd name="connsiteY2691" fmla="*/ 2207802 h 3341254"/>
              <a:gd name="connsiteX2692" fmla="*/ 4066335 w 6545688"/>
              <a:gd name="connsiteY2692" fmla="*/ 2207802 h 3341254"/>
              <a:gd name="connsiteX2693" fmla="*/ 4067487 w 6545688"/>
              <a:gd name="connsiteY2693" fmla="*/ 2208417 h 3341254"/>
              <a:gd name="connsiteX2694" fmla="*/ 4076634 w 6545688"/>
              <a:gd name="connsiteY2694" fmla="*/ 2224327 h 3341254"/>
              <a:gd name="connsiteX2695" fmla="*/ 4076634 w 6545688"/>
              <a:gd name="connsiteY2695" fmla="*/ 2225633 h 3341254"/>
              <a:gd name="connsiteX2696" fmla="*/ 4067411 w 6545688"/>
              <a:gd name="connsiteY2696" fmla="*/ 2241541 h 3341254"/>
              <a:gd name="connsiteX2697" fmla="*/ 4066257 w 6545688"/>
              <a:gd name="connsiteY2697" fmla="*/ 2242156 h 3341254"/>
              <a:gd name="connsiteX2698" fmla="*/ 4047891 w 6545688"/>
              <a:gd name="connsiteY2698" fmla="*/ 2242156 h 3341254"/>
              <a:gd name="connsiteX2699" fmla="*/ 4046737 w 6545688"/>
              <a:gd name="connsiteY2699" fmla="*/ 2241541 h 3341254"/>
              <a:gd name="connsiteX2700" fmla="*/ 4037592 w 6545688"/>
              <a:gd name="connsiteY2700" fmla="*/ 2225633 h 3341254"/>
              <a:gd name="connsiteX2701" fmla="*/ 4037592 w 6545688"/>
              <a:gd name="connsiteY2701" fmla="*/ 2224327 h 3341254"/>
              <a:gd name="connsiteX2702" fmla="*/ 4046814 w 6545688"/>
              <a:gd name="connsiteY2702" fmla="*/ 2208417 h 3341254"/>
              <a:gd name="connsiteX2703" fmla="*/ 4047968 w 6545688"/>
              <a:gd name="connsiteY2703" fmla="*/ 2207802 h 3341254"/>
              <a:gd name="connsiteX2704" fmla="*/ 3133168 w 6545688"/>
              <a:gd name="connsiteY2704" fmla="*/ 2207802 h 3341254"/>
              <a:gd name="connsiteX2705" fmla="*/ 3151536 w 6545688"/>
              <a:gd name="connsiteY2705" fmla="*/ 2207802 h 3341254"/>
              <a:gd name="connsiteX2706" fmla="*/ 3152688 w 6545688"/>
              <a:gd name="connsiteY2706" fmla="*/ 2208417 h 3341254"/>
              <a:gd name="connsiteX2707" fmla="*/ 3161833 w 6545688"/>
              <a:gd name="connsiteY2707" fmla="*/ 2224327 h 3341254"/>
              <a:gd name="connsiteX2708" fmla="*/ 3161833 w 6545688"/>
              <a:gd name="connsiteY2708" fmla="*/ 2225633 h 3341254"/>
              <a:gd name="connsiteX2709" fmla="*/ 3152613 w 6545688"/>
              <a:gd name="connsiteY2709" fmla="*/ 2241541 h 3341254"/>
              <a:gd name="connsiteX2710" fmla="*/ 3151460 w 6545688"/>
              <a:gd name="connsiteY2710" fmla="*/ 2242156 h 3341254"/>
              <a:gd name="connsiteX2711" fmla="*/ 3133091 w 6545688"/>
              <a:gd name="connsiteY2711" fmla="*/ 2242156 h 3341254"/>
              <a:gd name="connsiteX2712" fmla="*/ 3131937 w 6545688"/>
              <a:gd name="connsiteY2712" fmla="*/ 2241541 h 3341254"/>
              <a:gd name="connsiteX2713" fmla="*/ 3122792 w 6545688"/>
              <a:gd name="connsiteY2713" fmla="*/ 2225633 h 3341254"/>
              <a:gd name="connsiteX2714" fmla="*/ 3122792 w 6545688"/>
              <a:gd name="connsiteY2714" fmla="*/ 2224327 h 3341254"/>
              <a:gd name="connsiteX2715" fmla="*/ 3132015 w 6545688"/>
              <a:gd name="connsiteY2715" fmla="*/ 2208417 h 3341254"/>
              <a:gd name="connsiteX2716" fmla="*/ 3133168 w 6545688"/>
              <a:gd name="connsiteY2716" fmla="*/ 2207802 h 3341254"/>
              <a:gd name="connsiteX2717" fmla="*/ 479412 w 6545688"/>
              <a:gd name="connsiteY2717" fmla="*/ 2206266 h 3341254"/>
              <a:gd name="connsiteX2718" fmla="*/ 499391 w 6545688"/>
              <a:gd name="connsiteY2718" fmla="*/ 2206266 h 3341254"/>
              <a:gd name="connsiteX2719" fmla="*/ 500623 w 6545688"/>
              <a:gd name="connsiteY2719" fmla="*/ 2206957 h 3341254"/>
              <a:gd name="connsiteX2720" fmla="*/ 510613 w 6545688"/>
              <a:gd name="connsiteY2720" fmla="*/ 2224327 h 3341254"/>
              <a:gd name="connsiteX2721" fmla="*/ 510613 w 6545688"/>
              <a:gd name="connsiteY2721" fmla="*/ 2225711 h 3341254"/>
              <a:gd name="connsiteX2722" fmla="*/ 500623 w 6545688"/>
              <a:gd name="connsiteY2722" fmla="*/ 2243078 h 3341254"/>
              <a:gd name="connsiteX2723" fmla="*/ 499391 w 6545688"/>
              <a:gd name="connsiteY2723" fmla="*/ 2243771 h 3341254"/>
              <a:gd name="connsiteX2724" fmla="*/ 479412 w 6545688"/>
              <a:gd name="connsiteY2724" fmla="*/ 2243771 h 3341254"/>
              <a:gd name="connsiteX2725" fmla="*/ 478182 w 6545688"/>
              <a:gd name="connsiteY2725" fmla="*/ 2243078 h 3341254"/>
              <a:gd name="connsiteX2726" fmla="*/ 468181 w 6545688"/>
              <a:gd name="connsiteY2726" fmla="*/ 2225711 h 3341254"/>
              <a:gd name="connsiteX2727" fmla="*/ 468181 w 6545688"/>
              <a:gd name="connsiteY2727" fmla="*/ 2224327 h 3341254"/>
              <a:gd name="connsiteX2728" fmla="*/ 478182 w 6545688"/>
              <a:gd name="connsiteY2728" fmla="*/ 2206957 h 3341254"/>
              <a:gd name="connsiteX2729" fmla="*/ 479412 w 6545688"/>
              <a:gd name="connsiteY2729" fmla="*/ 2206266 h 3341254"/>
              <a:gd name="connsiteX2730" fmla="*/ 3955127 w 6545688"/>
              <a:gd name="connsiteY2730" fmla="*/ 2205265 h 3341254"/>
              <a:gd name="connsiteX2731" fmla="*/ 3976184 w 6545688"/>
              <a:gd name="connsiteY2731" fmla="*/ 2205265 h 3341254"/>
              <a:gd name="connsiteX2732" fmla="*/ 3977492 w 6545688"/>
              <a:gd name="connsiteY2732" fmla="*/ 2206034 h 3341254"/>
              <a:gd name="connsiteX2733" fmla="*/ 3988019 w 6545688"/>
              <a:gd name="connsiteY2733" fmla="*/ 2224249 h 3341254"/>
              <a:gd name="connsiteX2734" fmla="*/ 3988019 w 6545688"/>
              <a:gd name="connsiteY2734" fmla="*/ 2225709 h 3341254"/>
              <a:gd name="connsiteX2735" fmla="*/ 3977492 w 6545688"/>
              <a:gd name="connsiteY2735" fmla="*/ 2243923 h 3341254"/>
              <a:gd name="connsiteX2736" fmla="*/ 3976184 w 6545688"/>
              <a:gd name="connsiteY2736" fmla="*/ 2244692 h 3341254"/>
              <a:gd name="connsiteX2737" fmla="*/ 3955127 w 6545688"/>
              <a:gd name="connsiteY2737" fmla="*/ 2244692 h 3341254"/>
              <a:gd name="connsiteX2738" fmla="*/ 3953821 w 6545688"/>
              <a:gd name="connsiteY2738" fmla="*/ 2243923 h 3341254"/>
              <a:gd name="connsiteX2739" fmla="*/ 3943290 w 6545688"/>
              <a:gd name="connsiteY2739" fmla="*/ 2225709 h 3341254"/>
              <a:gd name="connsiteX2740" fmla="*/ 3943290 w 6545688"/>
              <a:gd name="connsiteY2740" fmla="*/ 2224249 h 3341254"/>
              <a:gd name="connsiteX2741" fmla="*/ 3953821 w 6545688"/>
              <a:gd name="connsiteY2741" fmla="*/ 2206034 h 3341254"/>
              <a:gd name="connsiteX2742" fmla="*/ 3955127 w 6545688"/>
              <a:gd name="connsiteY2742" fmla="*/ 2205265 h 3341254"/>
              <a:gd name="connsiteX2743" fmla="*/ 3222780 w 6545688"/>
              <a:gd name="connsiteY2743" fmla="*/ 2204421 h 3341254"/>
              <a:gd name="connsiteX2744" fmla="*/ 3244761 w 6545688"/>
              <a:gd name="connsiteY2744" fmla="*/ 2204421 h 3341254"/>
              <a:gd name="connsiteX2745" fmla="*/ 3246067 w 6545688"/>
              <a:gd name="connsiteY2745" fmla="*/ 2205189 h 3341254"/>
              <a:gd name="connsiteX2746" fmla="*/ 3257057 w 6545688"/>
              <a:gd name="connsiteY2746" fmla="*/ 2224173 h 3341254"/>
              <a:gd name="connsiteX2747" fmla="*/ 3257057 w 6545688"/>
              <a:gd name="connsiteY2747" fmla="*/ 2225709 h 3341254"/>
              <a:gd name="connsiteX2748" fmla="*/ 3246067 w 6545688"/>
              <a:gd name="connsiteY2748" fmla="*/ 2244692 h 3341254"/>
              <a:gd name="connsiteX2749" fmla="*/ 3244761 w 6545688"/>
              <a:gd name="connsiteY2749" fmla="*/ 2245461 h 3341254"/>
              <a:gd name="connsiteX2750" fmla="*/ 3222780 w 6545688"/>
              <a:gd name="connsiteY2750" fmla="*/ 2245461 h 3341254"/>
              <a:gd name="connsiteX2751" fmla="*/ 3221473 w 6545688"/>
              <a:gd name="connsiteY2751" fmla="*/ 2244692 h 3341254"/>
              <a:gd name="connsiteX2752" fmla="*/ 3210484 w 6545688"/>
              <a:gd name="connsiteY2752" fmla="*/ 2225709 h 3341254"/>
              <a:gd name="connsiteX2753" fmla="*/ 3210484 w 6545688"/>
              <a:gd name="connsiteY2753" fmla="*/ 2224173 h 3341254"/>
              <a:gd name="connsiteX2754" fmla="*/ 3221473 w 6545688"/>
              <a:gd name="connsiteY2754" fmla="*/ 2205189 h 3341254"/>
              <a:gd name="connsiteX2755" fmla="*/ 3222780 w 6545688"/>
              <a:gd name="connsiteY2755" fmla="*/ 2204421 h 3341254"/>
              <a:gd name="connsiteX2756" fmla="*/ 3862823 w 6545688"/>
              <a:gd name="connsiteY2756" fmla="*/ 2203730 h 3341254"/>
              <a:gd name="connsiteX2757" fmla="*/ 3885495 w 6545688"/>
              <a:gd name="connsiteY2757" fmla="*/ 2203730 h 3341254"/>
              <a:gd name="connsiteX2758" fmla="*/ 3886879 w 6545688"/>
              <a:gd name="connsiteY2758" fmla="*/ 2204498 h 3341254"/>
              <a:gd name="connsiteX2759" fmla="*/ 3898253 w 6545688"/>
              <a:gd name="connsiteY2759" fmla="*/ 2224173 h 3341254"/>
              <a:gd name="connsiteX2760" fmla="*/ 3898253 w 6545688"/>
              <a:gd name="connsiteY2760" fmla="*/ 2225787 h 3341254"/>
              <a:gd name="connsiteX2761" fmla="*/ 3886879 w 6545688"/>
              <a:gd name="connsiteY2761" fmla="*/ 2245461 h 3341254"/>
              <a:gd name="connsiteX2762" fmla="*/ 3885495 w 6545688"/>
              <a:gd name="connsiteY2762" fmla="*/ 2246230 h 3341254"/>
              <a:gd name="connsiteX2763" fmla="*/ 3862823 w 6545688"/>
              <a:gd name="connsiteY2763" fmla="*/ 2246230 h 3341254"/>
              <a:gd name="connsiteX2764" fmla="*/ 3861441 w 6545688"/>
              <a:gd name="connsiteY2764" fmla="*/ 2245461 h 3341254"/>
              <a:gd name="connsiteX2765" fmla="*/ 3850067 w 6545688"/>
              <a:gd name="connsiteY2765" fmla="*/ 2225787 h 3341254"/>
              <a:gd name="connsiteX2766" fmla="*/ 3850067 w 6545688"/>
              <a:gd name="connsiteY2766" fmla="*/ 2224173 h 3341254"/>
              <a:gd name="connsiteX2767" fmla="*/ 3861441 w 6545688"/>
              <a:gd name="connsiteY2767" fmla="*/ 2204498 h 3341254"/>
              <a:gd name="connsiteX2768" fmla="*/ 3862823 w 6545688"/>
              <a:gd name="connsiteY2768" fmla="*/ 2203730 h 3341254"/>
              <a:gd name="connsiteX2769" fmla="*/ 4319803 w 6545688"/>
              <a:gd name="connsiteY2769" fmla="*/ 2202885 h 3341254"/>
              <a:gd name="connsiteX2770" fmla="*/ 4343398 w 6545688"/>
              <a:gd name="connsiteY2770" fmla="*/ 2202885 h 3341254"/>
              <a:gd name="connsiteX2771" fmla="*/ 4344856 w 6545688"/>
              <a:gd name="connsiteY2771" fmla="*/ 2203730 h 3341254"/>
              <a:gd name="connsiteX2772" fmla="*/ 4356616 w 6545688"/>
              <a:gd name="connsiteY2772" fmla="*/ 2224173 h 3341254"/>
              <a:gd name="connsiteX2773" fmla="*/ 4356616 w 6545688"/>
              <a:gd name="connsiteY2773" fmla="*/ 2225864 h 3341254"/>
              <a:gd name="connsiteX2774" fmla="*/ 4344780 w 6545688"/>
              <a:gd name="connsiteY2774" fmla="*/ 2246308 h 3341254"/>
              <a:gd name="connsiteX2775" fmla="*/ 4343320 w 6545688"/>
              <a:gd name="connsiteY2775" fmla="*/ 2247153 h 3341254"/>
              <a:gd name="connsiteX2776" fmla="*/ 4319725 w 6545688"/>
              <a:gd name="connsiteY2776" fmla="*/ 2247153 h 3341254"/>
              <a:gd name="connsiteX2777" fmla="*/ 4318265 w 6545688"/>
              <a:gd name="connsiteY2777" fmla="*/ 2246308 h 3341254"/>
              <a:gd name="connsiteX2778" fmla="*/ 4306506 w 6545688"/>
              <a:gd name="connsiteY2778" fmla="*/ 2225864 h 3341254"/>
              <a:gd name="connsiteX2779" fmla="*/ 4306506 w 6545688"/>
              <a:gd name="connsiteY2779" fmla="*/ 2224173 h 3341254"/>
              <a:gd name="connsiteX2780" fmla="*/ 4318343 w 6545688"/>
              <a:gd name="connsiteY2780" fmla="*/ 2203730 h 3341254"/>
              <a:gd name="connsiteX2781" fmla="*/ 4319803 w 6545688"/>
              <a:gd name="connsiteY2781" fmla="*/ 2202885 h 3341254"/>
              <a:gd name="connsiteX2782" fmla="*/ 3313237 w 6545688"/>
              <a:gd name="connsiteY2782" fmla="*/ 2202423 h 3341254"/>
              <a:gd name="connsiteX2783" fmla="*/ 3337293 w 6545688"/>
              <a:gd name="connsiteY2783" fmla="*/ 2202423 h 3341254"/>
              <a:gd name="connsiteX2784" fmla="*/ 3338753 w 6545688"/>
              <a:gd name="connsiteY2784" fmla="*/ 2203268 h 3341254"/>
              <a:gd name="connsiteX2785" fmla="*/ 3350742 w 6545688"/>
              <a:gd name="connsiteY2785" fmla="*/ 2224095 h 3341254"/>
              <a:gd name="connsiteX2786" fmla="*/ 3350742 w 6545688"/>
              <a:gd name="connsiteY2786" fmla="*/ 2225787 h 3341254"/>
              <a:gd name="connsiteX2787" fmla="*/ 3338676 w 6545688"/>
              <a:gd name="connsiteY2787" fmla="*/ 2246615 h 3341254"/>
              <a:gd name="connsiteX2788" fmla="*/ 3337215 w 6545688"/>
              <a:gd name="connsiteY2788" fmla="*/ 2247460 h 3341254"/>
              <a:gd name="connsiteX2789" fmla="*/ 3313161 w 6545688"/>
              <a:gd name="connsiteY2789" fmla="*/ 2247460 h 3341254"/>
              <a:gd name="connsiteX2790" fmla="*/ 3311699 w 6545688"/>
              <a:gd name="connsiteY2790" fmla="*/ 2246615 h 3341254"/>
              <a:gd name="connsiteX2791" fmla="*/ 3299710 w 6545688"/>
              <a:gd name="connsiteY2791" fmla="*/ 2225787 h 3341254"/>
              <a:gd name="connsiteX2792" fmla="*/ 3299710 w 6545688"/>
              <a:gd name="connsiteY2792" fmla="*/ 2224095 h 3341254"/>
              <a:gd name="connsiteX2793" fmla="*/ 3311777 w 6545688"/>
              <a:gd name="connsiteY2793" fmla="*/ 2203268 h 3341254"/>
              <a:gd name="connsiteX2794" fmla="*/ 3313237 w 6545688"/>
              <a:gd name="connsiteY2794" fmla="*/ 2202423 h 3341254"/>
              <a:gd name="connsiteX2795" fmla="*/ 4227730 w 6545688"/>
              <a:gd name="connsiteY2795" fmla="*/ 2201884 h 3341254"/>
              <a:gd name="connsiteX2796" fmla="*/ 4252402 w 6545688"/>
              <a:gd name="connsiteY2796" fmla="*/ 2201884 h 3341254"/>
              <a:gd name="connsiteX2797" fmla="*/ 4253938 w 6545688"/>
              <a:gd name="connsiteY2797" fmla="*/ 2202729 h 3341254"/>
              <a:gd name="connsiteX2798" fmla="*/ 4266234 w 6545688"/>
              <a:gd name="connsiteY2798" fmla="*/ 2224095 h 3341254"/>
              <a:gd name="connsiteX2799" fmla="*/ 4266234 w 6545688"/>
              <a:gd name="connsiteY2799" fmla="*/ 2225863 h 3341254"/>
              <a:gd name="connsiteX2800" fmla="*/ 4253938 w 6545688"/>
              <a:gd name="connsiteY2800" fmla="*/ 2247228 h 3341254"/>
              <a:gd name="connsiteX2801" fmla="*/ 4252402 w 6545688"/>
              <a:gd name="connsiteY2801" fmla="*/ 2248073 h 3341254"/>
              <a:gd name="connsiteX2802" fmla="*/ 4227730 w 6545688"/>
              <a:gd name="connsiteY2802" fmla="*/ 2248073 h 3341254"/>
              <a:gd name="connsiteX2803" fmla="*/ 4226195 w 6545688"/>
              <a:gd name="connsiteY2803" fmla="*/ 2247228 h 3341254"/>
              <a:gd name="connsiteX2804" fmla="*/ 4213896 w 6545688"/>
              <a:gd name="connsiteY2804" fmla="*/ 2225863 h 3341254"/>
              <a:gd name="connsiteX2805" fmla="*/ 4213896 w 6545688"/>
              <a:gd name="connsiteY2805" fmla="*/ 2224095 h 3341254"/>
              <a:gd name="connsiteX2806" fmla="*/ 4226195 w 6545688"/>
              <a:gd name="connsiteY2806" fmla="*/ 2202729 h 3341254"/>
              <a:gd name="connsiteX2807" fmla="*/ 4227730 w 6545688"/>
              <a:gd name="connsiteY2807" fmla="*/ 2201884 h 3341254"/>
              <a:gd name="connsiteX2808" fmla="*/ 3404464 w 6545688"/>
              <a:gd name="connsiteY2808" fmla="*/ 2201884 h 3341254"/>
              <a:gd name="connsiteX2809" fmla="*/ 3429136 w 6545688"/>
              <a:gd name="connsiteY2809" fmla="*/ 2201884 h 3341254"/>
              <a:gd name="connsiteX2810" fmla="*/ 3430672 w 6545688"/>
              <a:gd name="connsiteY2810" fmla="*/ 2202729 h 3341254"/>
              <a:gd name="connsiteX2811" fmla="*/ 3442968 w 6545688"/>
              <a:gd name="connsiteY2811" fmla="*/ 2224095 h 3341254"/>
              <a:gd name="connsiteX2812" fmla="*/ 3442968 w 6545688"/>
              <a:gd name="connsiteY2812" fmla="*/ 2225863 h 3341254"/>
              <a:gd name="connsiteX2813" fmla="*/ 3430672 w 6545688"/>
              <a:gd name="connsiteY2813" fmla="*/ 2247228 h 3341254"/>
              <a:gd name="connsiteX2814" fmla="*/ 3429136 w 6545688"/>
              <a:gd name="connsiteY2814" fmla="*/ 2248073 h 3341254"/>
              <a:gd name="connsiteX2815" fmla="*/ 3404464 w 6545688"/>
              <a:gd name="connsiteY2815" fmla="*/ 2248073 h 3341254"/>
              <a:gd name="connsiteX2816" fmla="*/ 3402927 w 6545688"/>
              <a:gd name="connsiteY2816" fmla="*/ 2247228 h 3341254"/>
              <a:gd name="connsiteX2817" fmla="*/ 3390630 w 6545688"/>
              <a:gd name="connsiteY2817" fmla="*/ 2225863 h 3341254"/>
              <a:gd name="connsiteX2818" fmla="*/ 3390630 w 6545688"/>
              <a:gd name="connsiteY2818" fmla="*/ 2224095 h 3341254"/>
              <a:gd name="connsiteX2819" fmla="*/ 3402927 w 6545688"/>
              <a:gd name="connsiteY2819" fmla="*/ 2202729 h 3341254"/>
              <a:gd name="connsiteX2820" fmla="*/ 3404464 w 6545688"/>
              <a:gd name="connsiteY2820" fmla="*/ 2201884 h 3341254"/>
              <a:gd name="connsiteX2821" fmla="*/ 3770215 w 6545688"/>
              <a:gd name="connsiteY2821" fmla="*/ 2201501 h 3341254"/>
              <a:gd name="connsiteX2822" fmla="*/ 3795268 w 6545688"/>
              <a:gd name="connsiteY2822" fmla="*/ 2201501 h 3341254"/>
              <a:gd name="connsiteX2823" fmla="*/ 3796806 w 6545688"/>
              <a:gd name="connsiteY2823" fmla="*/ 2202423 h 3341254"/>
              <a:gd name="connsiteX2824" fmla="*/ 3809332 w 6545688"/>
              <a:gd name="connsiteY2824" fmla="*/ 2224173 h 3341254"/>
              <a:gd name="connsiteX2825" fmla="*/ 3809332 w 6545688"/>
              <a:gd name="connsiteY2825" fmla="*/ 2225940 h 3341254"/>
              <a:gd name="connsiteX2826" fmla="*/ 3796806 w 6545688"/>
              <a:gd name="connsiteY2826" fmla="*/ 2247690 h 3341254"/>
              <a:gd name="connsiteX2827" fmla="*/ 3795268 w 6545688"/>
              <a:gd name="connsiteY2827" fmla="*/ 2248613 h 3341254"/>
              <a:gd name="connsiteX2828" fmla="*/ 3770215 w 6545688"/>
              <a:gd name="connsiteY2828" fmla="*/ 2248613 h 3341254"/>
              <a:gd name="connsiteX2829" fmla="*/ 3768677 w 6545688"/>
              <a:gd name="connsiteY2829" fmla="*/ 2247690 h 3341254"/>
              <a:gd name="connsiteX2830" fmla="*/ 3756149 w 6545688"/>
              <a:gd name="connsiteY2830" fmla="*/ 2225940 h 3341254"/>
              <a:gd name="connsiteX2831" fmla="*/ 3756149 w 6545688"/>
              <a:gd name="connsiteY2831" fmla="*/ 2224173 h 3341254"/>
              <a:gd name="connsiteX2832" fmla="*/ 3768677 w 6545688"/>
              <a:gd name="connsiteY2832" fmla="*/ 2202423 h 3341254"/>
              <a:gd name="connsiteX2833" fmla="*/ 3770215 w 6545688"/>
              <a:gd name="connsiteY2833" fmla="*/ 2201501 h 3341254"/>
              <a:gd name="connsiteX2834" fmla="*/ 3678220 w 6545688"/>
              <a:gd name="connsiteY2834" fmla="*/ 2200654 h 3341254"/>
              <a:gd name="connsiteX2835" fmla="*/ 3704197 w 6545688"/>
              <a:gd name="connsiteY2835" fmla="*/ 2200654 h 3341254"/>
              <a:gd name="connsiteX2836" fmla="*/ 3705811 w 6545688"/>
              <a:gd name="connsiteY2836" fmla="*/ 2201577 h 3341254"/>
              <a:gd name="connsiteX2837" fmla="*/ 3718799 w 6545688"/>
              <a:gd name="connsiteY2837" fmla="*/ 2224095 h 3341254"/>
              <a:gd name="connsiteX2838" fmla="*/ 3718799 w 6545688"/>
              <a:gd name="connsiteY2838" fmla="*/ 2225938 h 3341254"/>
              <a:gd name="connsiteX2839" fmla="*/ 3705811 w 6545688"/>
              <a:gd name="connsiteY2839" fmla="*/ 2248457 h 3341254"/>
              <a:gd name="connsiteX2840" fmla="*/ 3704197 w 6545688"/>
              <a:gd name="connsiteY2840" fmla="*/ 2249380 h 3341254"/>
              <a:gd name="connsiteX2841" fmla="*/ 3678220 w 6545688"/>
              <a:gd name="connsiteY2841" fmla="*/ 2249380 h 3341254"/>
              <a:gd name="connsiteX2842" fmla="*/ 3676606 w 6545688"/>
              <a:gd name="connsiteY2842" fmla="*/ 2248457 h 3341254"/>
              <a:gd name="connsiteX2843" fmla="*/ 3663618 w 6545688"/>
              <a:gd name="connsiteY2843" fmla="*/ 2225938 h 3341254"/>
              <a:gd name="connsiteX2844" fmla="*/ 3663618 w 6545688"/>
              <a:gd name="connsiteY2844" fmla="*/ 2224095 h 3341254"/>
              <a:gd name="connsiteX2845" fmla="*/ 3676606 w 6545688"/>
              <a:gd name="connsiteY2845" fmla="*/ 2201577 h 3341254"/>
              <a:gd name="connsiteX2846" fmla="*/ 3678220 w 6545688"/>
              <a:gd name="connsiteY2846" fmla="*/ 2200654 h 3341254"/>
              <a:gd name="connsiteX2847" fmla="*/ 3494997 w 6545688"/>
              <a:gd name="connsiteY2847" fmla="*/ 2200194 h 3341254"/>
              <a:gd name="connsiteX2848" fmla="*/ 3521436 w 6545688"/>
              <a:gd name="connsiteY2848" fmla="*/ 2200194 h 3341254"/>
              <a:gd name="connsiteX2849" fmla="*/ 3523050 w 6545688"/>
              <a:gd name="connsiteY2849" fmla="*/ 2201117 h 3341254"/>
              <a:gd name="connsiteX2850" fmla="*/ 3536270 w 6545688"/>
              <a:gd name="connsiteY2850" fmla="*/ 2224019 h 3341254"/>
              <a:gd name="connsiteX2851" fmla="*/ 3536270 w 6545688"/>
              <a:gd name="connsiteY2851" fmla="*/ 2225864 h 3341254"/>
              <a:gd name="connsiteX2852" fmla="*/ 3523050 w 6545688"/>
              <a:gd name="connsiteY2852" fmla="*/ 2248766 h 3341254"/>
              <a:gd name="connsiteX2853" fmla="*/ 3521436 w 6545688"/>
              <a:gd name="connsiteY2853" fmla="*/ 2249689 h 3341254"/>
              <a:gd name="connsiteX2854" fmla="*/ 3494997 w 6545688"/>
              <a:gd name="connsiteY2854" fmla="*/ 2249689 h 3341254"/>
              <a:gd name="connsiteX2855" fmla="*/ 3493384 w 6545688"/>
              <a:gd name="connsiteY2855" fmla="*/ 2248766 h 3341254"/>
              <a:gd name="connsiteX2856" fmla="*/ 3480166 w 6545688"/>
              <a:gd name="connsiteY2856" fmla="*/ 2225864 h 3341254"/>
              <a:gd name="connsiteX2857" fmla="*/ 3480166 w 6545688"/>
              <a:gd name="connsiteY2857" fmla="*/ 2224019 h 3341254"/>
              <a:gd name="connsiteX2858" fmla="*/ 3493384 w 6545688"/>
              <a:gd name="connsiteY2858" fmla="*/ 2201117 h 3341254"/>
              <a:gd name="connsiteX2859" fmla="*/ 3494997 w 6545688"/>
              <a:gd name="connsiteY2859" fmla="*/ 2200194 h 3341254"/>
              <a:gd name="connsiteX2860" fmla="*/ 3586455 w 6545688"/>
              <a:gd name="connsiteY2860" fmla="*/ 2200041 h 3341254"/>
              <a:gd name="connsiteX2861" fmla="*/ 3613046 w 6545688"/>
              <a:gd name="connsiteY2861" fmla="*/ 2200041 h 3341254"/>
              <a:gd name="connsiteX2862" fmla="*/ 3614661 w 6545688"/>
              <a:gd name="connsiteY2862" fmla="*/ 2200963 h 3341254"/>
              <a:gd name="connsiteX2863" fmla="*/ 3627957 w 6545688"/>
              <a:gd name="connsiteY2863" fmla="*/ 2224019 h 3341254"/>
              <a:gd name="connsiteX2864" fmla="*/ 3627957 w 6545688"/>
              <a:gd name="connsiteY2864" fmla="*/ 2225864 h 3341254"/>
              <a:gd name="connsiteX2865" fmla="*/ 3614661 w 6545688"/>
              <a:gd name="connsiteY2865" fmla="*/ 2248920 h 3341254"/>
              <a:gd name="connsiteX2866" fmla="*/ 3613046 w 6545688"/>
              <a:gd name="connsiteY2866" fmla="*/ 2249843 h 3341254"/>
              <a:gd name="connsiteX2867" fmla="*/ 3586455 w 6545688"/>
              <a:gd name="connsiteY2867" fmla="*/ 2249843 h 3341254"/>
              <a:gd name="connsiteX2868" fmla="*/ 3584841 w 6545688"/>
              <a:gd name="connsiteY2868" fmla="*/ 2248920 h 3341254"/>
              <a:gd name="connsiteX2869" fmla="*/ 3571545 w 6545688"/>
              <a:gd name="connsiteY2869" fmla="*/ 2225864 h 3341254"/>
              <a:gd name="connsiteX2870" fmla="*/ 3571545 w 6545688"/>
              <a:gd name="connsiteY2870" fmla="*/ 2224019 h 3341254"/>
              <a:gd name="connsiteX2871" fmla="*/ 3584841 w 6545688"/>
              <a:gd name="connsiteY2871" fmla="*/ 2200963 h 3341254"/>
              <a:gd name="connsiteX2872" fmla="*/ 3586455 w 6545688"/>
              <a:gd name="connsiteY2872" fmla="*/ 2200041 h 3341254"/>
              <a:gd name="connsiteX2873" fmla="*/ 199735 w 6545688"/>
              <a:gd name="connsiteY2873" fmla="*/ 2196428 h 3341254"/>
              <a:gd name="connsiteX2874" fmla="*/ 230170 w 6545688"/>
              <a:gd name="connsiteY2874" fmla="*/ 2196428 h 3341254"/>
              <a:gd name="connsiteX2875" fmla="*/ 232012 w 6545688"/>
              <a:gd name="connsiteY2875" fmla="*/ 2197504 h 3341254"/>
              <a:gd name="connsiteX2876" fmla="*/ 247233 w 6545688"/>
              <a:gd name="connsiteY2876" fmla="*/ 2223865 h 3341254"/>
              <a:gd name="connsiteX2877" fmla="*/ 247233 w 6545688"/>
              <a:gd name="connsiteY2877" fmla="*/ 2226016 h 3341254"/>
              <a:gd name="connsiteX2878" fmla="*/ 232012 w 6545688"/>
              <a:gd name="connsiteY2878" fmla="*/ 2252377 h 3341254"/>
              <a:gd name="connsiteX2879" fmla="*/ 230170 w 6545688"/>
              <a:gd name="connsiteY2879" fmla="*/ 2253454 h 3341254"/>
              <a:gd name="connsiteX2880" fmla="*/ 199735 w 6545688"/>
              <a:gd name="connsiteY2880" fmla="*/ 2253454 h 3341254"/>
              <a:gd name="connsiteX2881" fmla="*/ 197890 w 6545688"/>
              <a:gd name="connsiteY2881" fmla="*/ 2252377 h 3341254"/>
              <a:gd name="connsiteX2882" fmla="*/ 182675 w 6545688"/>
              <a:gd name="connsiteY2882" fmla="*/ 2226016 h 3341254"/>
              <a:gd name="connsiteX2883" fmla="*/ 182675 w 6545688"/>
              <a:gd name="connsiteY2883" fmla="*/ 2223865 h 3341254"/>
              <a:gd name="connsiteX2884" fmla="*/ 197890 w 6545688"/>
              <a:gd name="connsiteY2884" fmla="*/ 2197504 h 3341254"/>
              <a:gd name="connsiteX2885" fmla="*/ 199735 w 6545688"/>
              <a:gd name="connsiteY2885" fmla="*/ 2196428 h 3341254"/>
              <a:gd name="connsiteX2886" fmla="*/ 289348 w 6545688"/>
              <a:gd name="connsiteY2886" fmla="*/ 2192969 h 3341254"/>
              <a:gd name="connsiteX2887" fmla="*/ 323548 w 6545688"/>
              <a:gd name="connsiteY2887" fmla="*/ 2192969 h 3341254"/>
              <a:gd name="connsiteX2888" fmla="*/ 325624 w 6545688"/>
              <a:gd name="connsiteY2888" fmla="*/ 2194199 h 3341254"/>
              <a:gd name="connsiteX2889" fmla="*/ 342688 w 6545688"/>
              <a:gd name="connsiteY2889" fmla="*/ 2223787 h 3341254"/>
              <a:gd name="connsiteX2890" fmla="*/ 342688 w 6545688"/>
              <a:gd name="connsiteY2890" fmla="*/ 2226170 h 3341254"/>
              <a:gd name="connsiteX2891" fmla="*/ 325549 w 6545688"/>
              <a:gd name="connsiteY2891" fmla="*/ 2255759 h 3341254"/>
              <a:gd name="connsiteX2892" fmla="*/ 323477 w 6545688"/>
              <a:gd name="connsiteY2892" fmla="*/ 2256989 h 3341254"/>
              <a:gd name="connsiteX2893" fmla="*/ 289271 w 6545688"/>
              <a:gd name="connsiteY2893" fmla="*/ 2256989 h 3341254"/>
              <a:gd name="connsiteX2894" fmla="*/ 287202 w 6545688"/>
              <a:gd name="connsiteY2894" fmla="*/ 2255759 h 3341254"/>
              <a:gd name="connsiteX2895" fmla="*/ 270131 w 6545688"/>
              <a:gd name="connsiteY2895" fmla="*/ 2226170 h 3341254"/>
              <a:gd name="connsiteX2896" fmla="*/ 270131 w 6545688"/>
              <a:gd name="connsiteY2896" fmla="*/ 2223787 h 3341254"/>
              <a:gd name="connsiteX2897" fmla="*/ 287270 w 6545688"/>
              <a:gd name="connsiteY2897" fmla="*/ 2194199 h 3341254"/>
              <a:gd name="connsiteX2898" fmla="*/ 289348 w 6545688"/>
              <a:gd name="connsiteY2898" fmla="*/ 2192969 h 3341254"/>
              <a:gd name="connsiteX2899" fmla="*/ 380192 w 6545688"/>
              <a:gd name="connsiteY2899" fmla="*/ 2191663 h 3341254"/>
              <a:gd name="connsiteX2900" fmla="*/ 415698 w 6545688"/>
              <a:gd name="connsiteY2900" fmla="*/ 2191663 h 3341254"/>
              <a:gd name="connsiteX2901" fmla="*/ 417849 w 6545688"/>
              <a:gd name="connsiteY2901" fmla="*/ 2192893 h 3341254"/>
              <a:gd name="connsiteX2902" fmla="*/ 435604 w 6545688"/>
              <a:gd name="connsiteY2902" fmla="*/ 2223711 h 3341254"/>
              <a:gd name="connsiteX2903" fmla="*/ 435604 w 6545688"/>
              <a:gd name="connsiteY2903" fmla="*/ 2226248 h 3341254"/>
              <a:gd name="connsiteX2904" fmla="*/ 417849 w 6545688"/>
              <a:gd name="connsiteY2904" fmla="*/ 2257067 h 3341254"/>
              <a:gd name="connsiteX2905" fmla="*/ 415698 w 6545688"/>
              <a:gd name="connsiteY2905" fmla="*/ 2258295 h 3341254"/>
              <a:gd name="connsiteX2906" fmla="*/ 380192 w 6545688"/>
              <a:gd name="connsiteY2906" fmla="*/ 2258295 h 3341254"/>
              <a:gd name="connsiteX2907" fmla="*/ 378037 w 6545688"/>
              <a:gd name="connsiteY2907" fmla="*/ 2257067 h 3341254"/>
              <a:gd name="connsiteX2908" fmla="*/ 360286 w 6545688"/>
              <a:gd name="connsiteY2908" fmla="*/ 2226248 h 3341254"/>
              <a:gd name="connsiteX2909" fmla="*/ 360286 w 6545688"/>
              <a:gd name="connsiteY2909" fmla="*/ 2223711 h 3341254"/>
              <a:gd name="connsiteX2910" fmla="*/ 378037 w 6545688"/>
              <a:gd name="connsiteY2910" fmla="*/ 2192893 h 3341254"/>
              <a:gd name="connsiteX2911" fmla="*/ 380192 w 6545688"/>
              <a:gd name="connsiteY2911" fmla="*/ 2191663 h 3341254"/>
              <a:gd name="connsiteX2912" fmla="*/ 1218674 w 6545688"/>
              <a:gd name="connsiteY2912" fmla="*/ 2140786 h 3341254"/>
              <a:gd name="connsiteX2913" fmla="*/ 1223897 w 6545688"/>
              <a:gd name="connsiteY2913" fmla="*/ 2140786 h 3341254"/>
              <a:gd name="connsiteX2914" fmla="*/ 1224211 w 6545688"/>
              <a:gd name="connsiteY2914" fmla="*/ 2140940 h 3341254"/>
              <a:gd name="connsiteX2915" fmla="*/ 1226819 w 6545688"/>
              <a:gd name="connsiteY2915" fmla="*/ 2145473 h 3341254"/>
              <a:gd name="connsiteX2916" fmla="*/ 1226819 w 6545688"/>
              <a:gd name="connsiteY2916" fmla="*/ 2145859 h 3341254"/>
              <a:gd name="connsiteX2917" fmla="*/ 1224211 w 6545688"/>
              <a:gd name="connsiteY2917" fmla="*/ 2150392 h 3341254"/>
              <a:gd name="connsiteX2918" fmla="*/ 1223897 w 6545688"/>
              <a:gd name="connsiteY2918" fmla="*/ 2150546 h 3341254"/>
              <a:gd name="connsiteX2919" fmla="*/ 1218674 w 6545688"/>
              <a:gd name="connsiteY2919" fmla="*/ 2150546 h 3341254"/>
              <a:gd name="connsiteX2920" fmla="*/ 1218363 w 6545688"/>
              <a:gd name="connsiteY2920" fmla="*/ 2150392 h 3341254"/>
              <a:gd name="connsiteX2921" fmla="*/ 1215749 w 6545688"/>
              <a:gd name="connsiteY2921" fmla="*/ 2145859 h 3341254"/>
              <a:gd name="connsiteX2922" fmla="*/ 1215749 w 6545688"/>
              <a:gd name="connsiteY2922" fmla="*/ 2145473 h 3341254"/>
              <a:gd name="connsiteX2923" fmla="*/ 1218363 w 6545688"/>
              <a:gd name="connsiteY2923" fmla="*/ 2140940 h 3341254"/>
              <a:gd name="connsiteX2924" fmla="*/ 1218674 w 6545688"/>
              <a:gd name="connsiteY2924" fmla="*/ 2140786 h 3341254"/>
              <a:gd name="connsiteX2925" fmla="*/ 577634 w 6545688"/>
              <a:gd name="connsiteY2925" fmla="*/ 2139709 h 3341254"/>
              <a:gd name="connsiteX2926" fmla="*/ 584085 w 6545688"/>
              <a:gd name="connsiteY2926" fmla="*/ 2139709 h 3341254"/>
              <a:gd name="connsiteX2927" fmla="*/ 584471 w 6545688"/>
              <a:gd name="connsiteY2927" fmla="*/ 2139941 h 3341254"/>
              <a:gd name="connsiteX2928" fmla="*/ 587697 w 6545688"/>
              <a:gd name="connsiteY2928" fmla="*/ 2145473 h 3341254"/>
              <a:gd name="connsiteX2929" fmla="*/ 587697 w 6545688"/>
              <a:gd name="connsiteY2929" fmla="*/ 2145935 h 3341254"/>
              <a:gd name="connsiteX2930" fmla="*/ 584471 w 6545688"/>
              <a:gd name="connsiteY2930" fmla="*/ 2151469 h 3341254"/>
              <a:gd name="connsiteX2931" fmla="*/ 584085 w 6545688"/>
              <a:gd name="connsiteY2931" fmla="*/ 2151699 h 3341254"/>
              <a:gd name="connsiteX2932" fmla="*/ 577634 w 6545688"/>
              <a:gd name="connsiteY2932" fmla="*/ 2151699 h 3341254"/>
              <a:gd name="connsiteX2933" fmla="*/ 577251 w 6545688"/>
              <a:gd name="connsiteY2933" fmla="*/ 2151469 h 3341254"/>
              <a:gd name="connsiteX2934" fmla="*/ 574023 w 6545688"/>
              <a:gd name="connsiteY2934" fmla="*/ 2145935 h 3341254"/>
              <a:gd name="connsiteX2935" fmla="*/ 574023 w 6545688"/>
              <a:gd name="connsiteY2935" fmla="*/ 2145473 h 3341254"/>
              <a:gd name="connsiteX2936" fmla="*/ 577251 w 6545688"/>
              <a:gd name="connsiteY2936" fmla="*/ 2139941 h 3341254"/>
              <a:gd name="connsiteX2937" fmla="*/ 577634 w 6545688"/>
              <a:gd name="connsiteY2937" fmla="*/ 2139709 h 3341254"/>
              <a:gd name="connsiteX2938" fmla="*/ 3046092 w 6545688"/>
              <a:gd name="connsiteY2938" fmla="*/ 2136712 h 3341254"/>
              <a:gd name="connsiteX2939" fmla="*/ 3055620 w 6545688"/>
              <a:gd name="connsiteY2939" fmla="*/ 2136712 h 3341254"/>
              <a:gd name="connsiteX2940" fmla="*/ 3056235 w 6545688"/>
              <a:gd name="connsiteY2940" fmla="*/ 2137019 h 3341254"/>
              <a:gd name="connsiteX2941" fmla="*/ 3061001 w 6545688"/>
              <a:gd name="connsiteY2941" fmla="*/ 2145320 h 3341254"/>
              <a:gd name="connsiteX2942" fmla="*/ 3061001 w 6545688"/>
              <a:gd name="connsiteY2942" fmla="*/ 2146011 h 3341254"/>
              <a:gd name="connsiteX2943" fmla="*/ 3056235 w 6545688"/>
              <a:gd name="connsiteY2943" fmla="*/ 2154311 h 3341254"/>
              <a:gd name="connsiteX2944" fmla="*/ 3055620 w 6545688"/>
              <a:gd name="connsiteY2944" fmla="*/ 2154619 h 3341254"/>
              <a:gd name="connsiteX2945" fmla="*/ 3046092 w 6545688"/>
              <a:gd name="connsiteY2945" fmla="*/ 2154619 h 3341254"/>
              <a:gd name="connsiteX2946" fmla="*/ 3045477 w 6545688"/>
              <a:gd name="connsiteY2946" fmla="*/ 2154311 h 3341254"/>
              <a:gd name="connsiteX2947" fmla="*/ 3040711 w 6545688"/>
              <a:gd name="connsiteY2947" fmla="*/ 2146011 h 3341254"/>
              <a:gd name="connsiteX2948" fmla="*/ 3040711 w 6545688"/>
              <a:gd name="connsiteY2948" fmla="*/ 2145320 h 3341254"/>
              <a:gd name="connsiteX2949" fmla="*/ 3045477 w 6545688"/>
              <a:gd name="connsiteY2949" fmla="*/ 2137019 h 3341254"/>
              <a:gd name="connsiteX2950" fmla="*/ 3046092 w 6545688"/>
              <a:gd name="connsiteY2950" fmla="*/ 2136712 h 3341254"/>
              <a:gd name="connsiteX2951" fmla="*/ 1122907 w 6545688"/>
              <a:gd name="connsiteY2951" fmla="*/ 2132793 h 3341254"/>
              <a:gd name="connsiteX2952" fmla="*/ 1136673 w 6545688"/>
              <a:gd name="connsiteY2952" fmla="*/ 2132793 h 3341254"/>
              <a:gd name="connsiteX2953" fmla="*/ 1137516 w 6545688"/>
              <a:gd name="connsiteY2953" fmla="*/ 2133254 h 3341254"/>
              <a:gd name="connsiteX2954" fmla="*/ 1144351 w 6545688"/>
              <a:gd name="connsiteY2954" fmla="*/ 2145166 h 3341254"/>
              <a:gd name="connsiteX2955" fmla="*/ 1144351 w 6545688"/>
              <a:gd name="connsiteY2955" fmla="*/ 2146166 h 3341254"/>
              <a:gd name="connsiteX2956" fmla="*/ 1137516 w 6545688"/>
              <a:gd name="connsiteY2956" fmla="*/ 2158078 h 3341254"/>
              <a:gd name="connsiteX2957" fmla="*/ 1136673 w 6545688"/>
              <a:gd name="connsiteY2957" fmla="*/ 2158539 h 3341254"/>
              <a:gd name="connsiteX2958" fmla="*/ 1122907 w 6545688"/>
              <a:gd name="connsiteY2958" fmla="*/ 2158539 h 3341254"/>
              <a:gd name="connsiteX2959" fmla="*/ 1122066 w 6545688"/>
              <a:gd name="connsiteY2959" fmla="*/ 2158078 h 3341254"/>
              <a:gd name="connsiteX2960" fmla="*/ 1115228 w 6545688"/>
              <a:gd name="connsiteY2960" fmla="*/ 2146166 h 3341254"/>
              <a:gd name="connsiteX2961" fmla="*/ 1115228 w 6545688"/>
              <a:gd name="connsiteY2961" fmla="*/ 2145166 h 3341254"/>
              <a:gd name="connsiteX2962" fmla="*/ 1122066 w 6545688"/>
              <a:gd name="connsiteY2962" fmla="*/ 2133254 h 3341254"/>
              <a:gd name="connsiteX2963" fmla="*/ 1122907 w 6545688"/>
              <a:gd name="connsiteY2963" fmla="*/ 2132793 h 3341254"/>
              <a:gd name="connsiteX2964" fmla="*/ 3134474 w 6545688"/>
              <a:gd name="connsiteY2964" fmla="*/ 2131024 h 3341254"/>
              <a:gd name="connsiteX2965" fmla="*/ 3150152 w 6545688"/>
              <a:gd name="connsiteY2965" fmla="*/ 2131024 h 3341254"/>
              <a:gd name="connsiteX2966" fmla="*/ 3151074 w 6545688"/>
              <a:gd name="connsiteY2966" fmla="*/ 2131561 h 3341254"/>
              <a:gd name="connsiteX2967" fmla="*/ 3158913 w 6545688"/>
              <a:gd name="connsiteY2967" fmla="*/ 2145166 h 3341254"/>
              <a:gd name="connsiteX2968" fmla="*/ 3158913 w 6545688"/>
              <a:gd name="connsiteY2968" fmla="*/ 2146240 h 3341254"/>
              <a:gd name="connsiteX2969" fmla="*/ 3151074 w 6545688"/>
              <a:gd name="connsiteY2969" fmla="*/ 2159843 h 3341254"/>
              <a:gd name="connsiteX2970" fmla="*/ 3150152 w 6545688"/>
              <a:gd name="connsiteY2970" fmla="*/ 2160382 h 3341254"/>
              <a:gd name="connsiteX2971" fmla="*/ 3134474 w 6545688"/>
              <a:gd name="connsiteY2971" fmla="*/ 2160382 h 3341254"/>
              <a:gd name="connsiteX2972" fmla="*/ 3133551 w 6545688"/>
              <a:gd name="connsiteY2972" fmla="*/ 2159843 h 3341254"/>
              <a:gd name="connsiteX2973" fmla="*/ 3125712 w 6545688"/>
              <a:gd name="connsiteY2973" fmla="*/ 2146240 h 3341254"/>
              <a:gd name="connsiteX2974" fmla="*/ 3125712 w 6545688"/>
              <a:gd name="connsiteY2974" fmla="*/ 2145166 h 3341254"/>
              <a:gd name="connsiteX2975" fmla="*/ 3133551 w 6545688"/>
              <a:gd name="connsiteY2975" fmla="*/ 2131561 h 3341254"/>
              <a:gd name="connsiteX2976" fmla="*/ 3134474 w 6545688"/>
              <a:gd name="connsiteY2976" fmla="*/ 2131024 h 3341254"/>
              <a:gd name="connsiteX2977" fmla="*/ 938308 w 6545688"/>
              <a:gd name="connsiteY2977" fmla="*/ 2129871 h 3341254"/>
              <a:gd name="connsiteX2978" fmla="*/ 955218 w 6545688"/>
              <a:gd name="connsiteY2978" fmla="*/ 2129871 h 3341254"/>
              <a:gd name="connsiteX2979" fmla="*/ 956213 w 6545688"/>
              <a:gd name="connsiteY2979" fmla="*/ 2130486 h 3341254"/>
              <a:gd name="connsiteX2980" fmla="*/ 964665 w 6545688"/>
              <a:gd name="connsiteY2980" fmla="*/ 2145088 h 3341254"/>
              <a:gd name="connsiteX2981" fmla="*/ 964665 w 6545688"/>
              <a:gd name="connsiteY2981" fmla="*/ 2146318 h 3341254"/>
              <a:gd name="connsiteX2982" fmla="*/ 956213 w 6545688"/>
              <a:gd name="connsiteY2982" fmla="*/ 2160920 h 3341254"/>
              <a:gd name="connsiteX2983" fmla="*/ 955218 w 6545688"/>
              <a:gd name="connsiteY2983" fmla="*/ 2161535 h 3341254"/>
              <a:gd name="connsiteX2984" fmla="*/ 938308 w 6545688"/>
              <a:gd name="connsiteY2984" fmla="*/ 2161535 h 3341254"/>
              <a:gd name="connsiteX2985" fmla="*/ 937311 w 6545688"/>
              <a:gd name="connsiteY2985" fmla="*/ 2160920 h 3341254"/>
              <a:gd name="connsiteX2986" fmla="*/ 928856 w 6545688"/>
              <a:gd name="connsiteY2986" fmla="*/ 2146318 h 3341254"/>
              <a:gd name="connsiteX2987" fmla="*/ 928856 w 6545688"/>
              <a:gd name="connsiteY2987" fmla="*/ 2145088 h 3341254"/>
              <a:gd name="connsiteX2988" fmla="*/ 937311 w 6545688"/>
              <a:gd name="connsiteY2988" fmla="*/ 2130486 h 3341254"/>
              <a:gd name="connsiteX2989" fmla="*/ 938308 w 6545688"/>
              <a:gd name="connsiteY2989" fmla="*/ 2129871 h 3341254"/>
              <a:gd name="connsiteX2990" fmla="*/ 1029306 w 6545688"/>
              <a:gd name="connsiteY2990" fmla="*/ 2128797 h 3341254"/>
              <a:gd name="connsiteX2991" fmla="*/ 1047363 w 6545688"/>
              <a:gd name="connsiteY2991" fmla="*/ 2128797 h 3341254"/>
              <a:gd name="connsiteX2992" fmla="*/ 1048436 w 6545688"/>
              <a:gd name="connsiteY2992" fmla="*/ 2129412 h 3341254"/>
              <a:gd name="connsiteX2993" fmla="*/ 1057429 w 6545688"/>
              <a:gd name="connsiteY2993" fmla="*/ 2145090 h 3341254"/>
              <a:gd name="connsiteX2994" fmla="*/ 1057429 w 6545688"/>
              <a:gd name="connsiteY2994" fmla="*/ 2146396 h 3341254"/>
              <a:gd name="connsiteX2995" fmla="*/ 1048365 w 6545688"/>
              <a:gd name="connsiteY2995" fmla="*/ 2162074 h 3341254"/>
              <a:gd name="connsiteX2996" fmla="*/ 1047287 w 6545688"/>
              <a:gd name="connsiteY2996" fmla="*/ 2162689 h 3341254"/>
              <a:gd name="connsiteX2997" fmla="*/ 1029225 w 6545688"/>
              <a:gd name="connsiteY2997" fmla="*/ 2162689 h 3341254"/>
              <a:gd name="connsiteX2998" fmla="*/ 1028148 w 6545688"/>
              <a:gd name="connsiteY2998" fmla="*/ 2162074 h 3341254"/>
              <a:gd name="connsiteX2999" fmla="*/ 1019155 w 6545688"/>
              <a:gd name="connsiteY2999" fmla="*/ 2146396 h 3341254"/>
              <a:gd name="connsiteX3000" fmla="*/ 1019155 w 6545688"/>
              <a:gd name="connsiteY3000" fmla="*/ 2145090 h 3341254"/>
              <a:gd name="connsiteX3001" fmla="*/ 1028228 w 6545688"/>
              <a:gd name="connsiteY3001" fmla="*/ 2129412 h 3341254"/>
              <a:gd name="connsiteX3002" fmla="*/ 1029306 w 6545688"/>
              <a:gd name="connsiteY3002" fmla="*/ 2128797 h 3341254"/>
              <a:gd name="connsiteX3003" fmla="*/ 846086 w 6545688"/>
              <a:gd name="connsiteY3003" fmla="*/ 2128335 h 3341254"/>
              <a:gd name="connsiteX3004" fmla="*/ 864608 w 6545688"/>
              <a:gd name="connsiteY3004" fmla="*/ 2128335 h 3341254"/>
              <a:gd name="connsiteX3005" fmla="*/ 865760 w 6545688"/>
              <a:gd name="connsiteY3005" fmla="*/ 2129026 h 3341254"/>
              <a:gd name="connsiteX3006" fmla="*/ 874979 w 6545688"/>
              <a:gd name="connsiteY3006" fmla="*/ 2145090 h 3341254"/>
              <a:gd name="connsiteX3007" fmla="*/ 874979 w 6545688"/>
              <a:gd name="connsiteY3007" fmla="*/ 2146396 h 3341254"/>
              <a:gd name="connsiteX3008" fmla="*/ 865680 w 6545688"/>
              <a:gd name="connsiteY3008" fmla="*/ 2162459 h 3341254"/>
              <a:gd name="connsiteX3009" fmla="*/ 864528 w 6545688"/>
              <a:gd name="connsiteY3009" fmla="*/ 2163150 h 3341254"/>
              <a:gd name="connsiteX3010" fmla="*/ 846009 w 6545688"/>
              <a:gd name="connsiteY3010" fmla="*/ 2163150 h 3341254"/>
              <a:gd name="connsiteX3011" fmla="*/ 844853 w 6545688"/>
              <a:gd name="connsiteY3011" fmla="*/ 2162459 h 3341254"/>
              <a:gd name="connsiteX3012" fmla="*/ 835632 w 6545688"/>
              <a:gd name="connsiteY3012" fmla="*/ 2146396 h 3341254"/>
              <a:gd name="connsiteX3013" fmla="*/ 835632 w 6545688"/>
              <a:gd name="connsiteY3013" fmla="*/ 2145090 h 3341254"/>
              <a:gd name="connsiteX3014" fmla="*/ 844931 w 6545688"/>
              <a:gd name="connsiteY3014" fmla="*/ 2129026 h 3341254"/>
              <a:gd name="connsiteX3015" fmla="*/ 846086 w 6545688"/>
              <a:gd name="connsiteY3015" fmla="*/ 2128335 h 3341254"/>
              <a:gd name="connsiteX3016" fmla="*/ 3224393 w 6545688"/>
              <a:gd name="connsiteY3016" fmla="*/ 2128028 h 3341254"/>
              <a:gd name="connsiteX3017" fmla="*/ 3243223 w 6545688"/>
              <a:gd name="connsiteY3017" fmla="*/ 2128028 h 3341254"/>
              <a:gd name="connsiteX3018" fmla="*/ 3244375 w 6545688"/>
              <a:gd name="connsiteY3018" fmla="*/ 2128719 h 3341254"/>
              <a:gd name="connsiteX3019" fmla="*/ 3253752 w 6545688"/>
              <a:gd name="connsiteY3019" fmla="*/ 2145012 h 3341254"/>
              <a:gd name="connsiteX3020" fmla="*/ 3253752 w 6545688"/>
              <a:gd name="connsiteY3020" fmla="*/ 2146320 h 3341254"/>
              <a:gd name="connsiteX3021" fmla="*/ 3244375 w 6545688"/>
              <a:gd name="connsiteY3021" fmla="*/ 2162613 h 3341254"/>
              <a:gd name="connsiteX3022" fmla="*/ 3243223 w 6545688"/>
              <a:gd name="connsiteY3022" fmla="*/ 2163304 h 3341254"/>
              <a:gd name="connsiteX3023" fmla="*/ 3224393 w 6545688"/>
              <a:gd name="connsiteY3023" fmla="*/ 2163304 h 3341254"/>
              <a:gd name="connsiteX3024" fmla="*/ 3223241 w 6545688"/>
              <a:gd name="connsiteY3024" fmla="*/ 2162613 h 3341254"/>
              <a:gd name="connsiteX3025" fmla="*/ 3213865 w 6545688"/>
              <a:gd name="connsiteY3025" fmla="*/ 2146320 h 3341254"/>
              <a:gd name="connsiteX3026" fmla="*/ 3213865 w 6545688"/>
              <a:gd name="connsiteY3026" fmla="*/ 2145012 h 3341254"/>
              <a:gd name="connsiteX3027" fmla="*/ 3223241 w 6545688"/>
              <a:gd name="connsiteY3027" fmla="*/ 2128719 h 3341254"/>
              <a:gd name="connsiteX3028" fmla="*/ 3224393 w 6545688"/>
              <a:gd name="connsiteY3028" fmla="*/ 2128028 h 3341254"/>
              <a:gd name="connsiteX3029" fmla="*/ 754398 w 6545688"/>
              <a:gd name="connsiteY3029" fmla="*/ 2128028 h 3341254"/>
              <a:gd name="connsiteX3030" fmla="*/ 773224 w 6545688"/>
              <a:gd name="connsiteY3030" fmla="*/ 2128028 h 3341254"/>
              <a:gd name="connsiteX3031" fmla="*/ 774377 w 6545688"/>
              <a:gd name="connsiteY3031" fmla="*/ 2128719 h 3341254"/>
              <a:gd name="connsiteX3032" fmla="*/ 783753 w 6545688"/>
              <a:gd name="connsiteY3032" fmla="*/ 2145012 h 3341254"/>
              <a:gd name="connsiteX3033" fmla="*/ 783753 w 6545688"/>
              <a:gd name="connsiteY3033" fmla="*/ 2146320 h 3341254"/>
              <a:gd name="connsiteX3034" fmla="*/ 774301 w 6545688"/>
              <a:gd name="connsiteY3034" fmla="*/ 2162613 h 3341254"/>
              <a:gd name="connsiteX3035" fmla="*/ 773148 w 6545688"/>
              <a:gd name="connsiteY3035" fmla="*/ 2163304 h 3341254"/>
              <a:gd name="connsiteX3036" fmla="*/ 754315 w 6545688"/>
              <a:gd name="connsiteY3036" fmla="*/ 2163304 h 3341254"/>
              <a:gd name="connsiteX3037" fmla="*/ 753170 w 6545688"/>
              <a:gd name="connsiteY3037" fmla="*/ 2162613 h 3341254"/>
              <a:gd name="connsiteX3038" fmla="*/ 743788 w 6545688"/>
              <a:gd name="connsiteY3038" fmla="*/ 2146320 h 3341254"/>
              <a:gd name="connsiteX3039" fmla="*/ 743788 w 6545688"/>
              <a:gd name="connsiteY3039" fmla="*/ 2145012 h 3341254"/>
              <a:gd name="connsiteX3040" fmla="*/ 753248 w 6545688"/>
              <a:gd name="connsiteY3040" fmla="*/ 2128719 h 3341254"/>
              <a:gd name="connsiteX3041" fmla="*/ 754398 w 6545688"/>
              <a:gd name="connsiteY3041" fmla="*/ 2128028 h 3341254"/>
              <a:gd name="connsiteX3042" fmla="*/ 4138579 w 6545688"/>
              <a:gd name="connsiteY3042" fmla="*/ 2126798 h 3341254"/>
              <a:gd name="connsiteX3043" fmla="*/ 4158715 w 6545688"/>
              <a:gd name="connsiteY3043" fmla="*/ 2126798 h 3341254"/>
              <a:gd name="connsiteX3044" fmla="*/ 4159945 w 6545688"/>
              <a:gd name="connsiteY3044" fmla="*/ 2127489 h 3341254"/>
              <a:gd name="connsiteX3045" fmla="*/ 4170013 w 6545688"/>
              <a:gd name="connsiteY3045" fmla="*/ 2144936 h 3341254"/>
              <a:gd name="connsiteX3046" fmla="*/ 4170013 w 6545688"/>
              <a:gd name="connsiteY3046" fmla="*/ 2146396 h 3341254"/>
              <a:gd name="connsiteX3047" fmla="*/ 4159945 w 6545688"/>
              <a:gd name="connsiteY3047" fmla="*/ 2163842 h 3341254"/>
              <a:gd name="connsiteX3048" fmla="*/ 4158715 w 6545688"/>
              <a:gd name="connsiteY3048" fmla="*/ 2164533 h 3341254"/>
              <a:gd name="connsiteX3049" fmla="*/ 4138579 w 6545688"/>
              <a:gd name="connsiteY3049" fmla="*/ 2164533 h 3341254"/>
              <a:gd name="connsiteX3050" fmla="*/ 4137349 w 6545688"/>
              <a:gd name="connsiteY3050" fmla="*/ 2163842 h 3341254"/>
              <a:gd name="connsiteX3051" fmla="*/ 4127281 w 6545688"/>
              <a:gd name="connsiteY3051" fmla="*/ 2146396 h 3341254"/>
              <a:gd name="connsiteX3052" fmla="*/ 4127281 w 6545688"/>
              <a:gd name="connsiteY3052" fmla="*/ 2144936 h 3341254"/>
              <a:gd name="connsiteX3053" fmla="*/ 4137349 w 6545688"/>
              <a:gd name="connsiteY3053" fmla="*/ 2127489 h 3341254"/>
              <a:gd name="connsiteX3054" fmla="*/ 4138579 w 6545688"/>
              <a:gd name="connsiteY3054" fmla="*/ 2126798 h 3341254"/>
              <a:gd name="connsiteX3055" fmla="*/ 4046738 w 6545688"/>
              <a:gd name="connsiteY3055" fmla="*/ 2126260 h 3341254"/>
              <a:gd name="connsiteX3056" fmla="*/ 4067490 w 6545688"/>
              <a:gd name="connsiteY3056" fmla="*/ 2126260 h 3341254"/>
              <a:gd name="connsiteX3057" fmla="*/ 4068718 w 6545688"/>
              <a:gd name="connsiteY3057" fmla="*/ 2127029 h 3341254"/>
              <a:gd name="connsiteX3058" fmla="*/ 4079093 w 6545688"/>
              <a:gd name="connsiteY3058" fmla="*/ 2145012 h 3341254"/>
              <a:gd name="connsiteX3059" fmla="*/ 4079093 w 6545688"/>
              <a:gd name="connsiteY3059" fmla="*/ 2146474 h 3341254"/>
              <a:gd name="connsiteX3060" fmla="*/ 4068718 w 6545688"/>
              <a:gd name="connsiteY3060" fmla="*/ 2164457 h 3341254"/>
              <a:gd name="connsiteX3061" fmla="*/ 4067490 w 6545688"/>
              <a:gd name="connsiteY3061" fmla="*/ 2165226 h 3341254"/>
              <a:gd name="connsiteX3062" fmla="*/ 4046738 w 6545688"/>
              <a:gd name="connsiteY3062" fmla="*/ 2165226 h 3341254"/>
              <a:gd name="connsiteX3063" fmla="*/ 4045509 w 6545688"/>
              <a:gd name="connsiteY3063" fmla="*/ 2164457 h 3341254"/>
              <a:gd name="connsiteX3064" fmla="*/ 4035133 w 6545688"/>
              <a:gd name="connsiteY3064" fmla="*/ 2146474 h 3341254"/>
              <a:gd name="connsiteX3065" fmla="*/ 4035133 w 6545688"/>
              <a:gd name="connsiteY3065" fmla="*/ 2145012 h 3341254"/>
              <a:gd name="connsiteX3066" fmla="*/ 4045509 w 6545688"/>
              <a:gd name="connsiteY3066" fmla="*/ 2127029 h 3341254"/>
              <a:gd name="connsiteX3067" fmla="*/ 4046738 w 6545688"/>
              <a:gd name="connsiteY3067" fmla="*/ 2126260 h 3341254"/>
              <a:gd name="connsiteX3068" fmla="*/ 478484 w 6545688"/>
              <a:gd name="connsiteY3068" fmla="*/ 2125260 h 3341254"/>
              <a:gd name="connsiteX3069" fmla="*/ 500311 w 6545688"/>
              <a:gd name="connsiteY3069" fmla="*/ 2125260 h 3341254"/>
              <a:gd name="connsiteX3070" fmla="*/ 501621 w 6545688"/>
              <a:gd name="connsiteY3070" fmla="*/ 2126029 h 3341254"/>
              <a:gd name="connsiteX3071" fmla="*/ 512530 w 6545688"/>
              <a:gd name="connsiteY3071" fmla="*/ 2144934 h 3341254"/>
              <a:gd name="connsiteX3072" fmla="*/ 512530 w 6545688"/>
              <a:gd name="connsiteY3072" fmla="*/ 2146472 h 3341254"/>
              <a:gd name="connsiteX3073" fmla="*/ 501621 w 6545688"/>
              <a:gd name="connsiteY3073" fmla="*/ 2165377 h 3341254"/>
              <a:gd name="connsiteX3074" fmla="*/ 500311 w 6545688"/>
              <a:gd name="connsiteY3074" fmla="*/ 2166146 h 3341254"/>
              <a:gd name="connsiteX3075" fmla="*/ 478484 w 6545688"/>
              <a:gd name="connsiteY3075" fmla="*/ 2166146 h 3341254"/>
              <a:gd name="connsiteX3076" fmla="*/ 477176 w 6545688"/>
              <a:gd name="connsiteY3076" fmla="*/ 2165377 h 3341254"/>
              <a:gd name="connsiteX3077" fmla="*/ 466263 w 6545688"/>
              <a:gd name="connsiteY3077" fmla="*/ 2146472 h 3341254"/>
              <a:gd name="connsiteX3078" fmla="*/ 466263 w 6545688"/>
              <a:gd name="connsiteY3078" fmla="*/ 2144934 h 3341254"/>
              <a:gd name="connsiteX3079" fmla="*/ 477176 w 6545688"/>
              <a:gd name="connsiteY3079" fmla="*/ 2126029 h 3341254"/>
              <a:gd name="connsiteX3080" fmla="*/ 478484 w 6545688"/>
              <a:gd name="connsiteY3080" fmla="*/ 2125260 h 3341254"/>
              <a:gd name="connsiteX3081" fmla="*/ 3314236 w 6545688"/>
              <a:gd name="connsiteY3081" fmla="*/ 2124952 h 3341254"/>
              <a:gd name="connsiteX3082" fmla="*/ 3336370 w 6545688"/>
              <a:gd name="connsiteY3082" fmla="*/ 2124952 h 3341254"/>
              <a:gd name="connsiteX3083" fmla="*/ 3337754 w 6545688"/>
              <a:gd name="connsiteY3083" fmla="*/ 2125721 h 3341254"/>
              <a:gd name="connsiteX3084" fmla="*/ 3348821 w 6545688"/>
              <a:gd name="connsiteY3084" fmla="*/ 2144858 h 3341254"/>
              <a:gd name="connsiteX3085" fmla="*/ 3348821 w 6545688"/>
              <a:gd name="connsiteY3085" fmla="*/ 2146394 h 3341254"/>
              <a:gd name="connsiteX3086" fmla="*/ 3337754 w 6545688"/>
              <a:gd name="connsiteY3086" fmla="*/ 2165531 h 3341254"/>
              <a:gd name="connsiteX3087" fmla="*/ 3336370 w 6545688"/>
              <a:gd name="connsiteY3087" fmla="*/ 2166300 h 3341254"/>
              <a:gd name="connsiteX3088" fmla="*/ 3314236 w 6545688"/>
              <a:gd name="connsiteY3088" fmla="*/ 2166300 h 3341254"/>
              <a:gd name="connsiteX3089" fmla="*/ 3312853 w 6545688"/>
              <a:gd name="connsiteY3089" fmla="*/ 2165531 h 3341254"/>
              <a:gd name="connsiteX3090" fmla="*/ 3301785 w 6545688"/>
              <a:gd name="connsiteY3090" fmla="*/ 2146394 h 3341254"/>
              <a:gd name="connsiteX3091" fmla="*/ 3301785 w 6545688"/>
              <a:gd name="connsiteY3091" fmla="*/ 2144858 h 3341254"/>
              <a:gd name="connsiteX3092" fmla="*/ 3312853 w 6545688"/>
              <a:gd name="connsiteY3092" fmla="*/ 2125721 h 3341254"/>
              <a:gd name="connsiteX3093" fmla="*/ 3314236 w 6545688"/>
              <a:gd name="connsiteY3093" fmla="*/ 2124952 h 3341254"/>
              <a:gd name="connsiteX3094" fmla="*/ 661245 w 6545688"/>
              <a:gd name="connsiteY3094" fmla="*/ 2124952 h 3341254"/>
              <a:gd name="connsiteX3095" fmla="*/ 683382 w 6545688"/>
              <a:gd name="connsiteY3095" fmla="*/ 2124952 h 3341254"/>
              <a:gd name="connsiteX3096" fmla="*/ 684761 w 6545688"/>
              <a:gd name="connsiteY3096" fmla="*/ 2125721 h 3341254"/>
              <a:gd name="connsiteX3097" fmla="*/ 695831 w 6545688"/>
              <a:gd name="connsiteY3097" fmla="*/ 2144858 h 3341254"/>
              <a:gd name="connsiteX3098" fmla="*/ 695831 w 6545688"/>
              <a:gd name="connsiteY3098" fmla="*/ 2146394 h 3341254"/>
              <a:gd name="connsiteX3099" fmla="*/ 684761 w 6545688"/>
              <a:gd name="connsiteY3099" fmla="*/ 2165531 h 3341254"/>
              <a:gd name="connsiteX3100" fmla="*/ 683382 w 6545688"/>
              <a:gd name="connsiteY3100" fmla="*/ 2166300 h 3341254"/>
              <a:gd name="connsiteX3101" fmla="*/ 661245 w 6545688"/>
              <a:gd name="connsiteY3101" fmla="*/ 2166300 h 3341254"/>
              <a:gd name="connsiteX3102" fmla="*/ 659861 w 6545688"/>
              <a:gd name="connsiteY3102" fmla="*/ 2165531 h 3341254"/>
              <a:gd name="connsiteX3103" fmla="*/ 648797 w 6545688"/>
              <a:gd name="connsiteY3103" fmla="*/ 2146394 h 3341254"/>
              <a:gd name="connsiteX3104" fmla="*/ 648797 w 6545688"/>
              <a:gd name="connsiteY3104" fmla="*/ 2144858 h 3341254"/>
              <a:gd name="connsiteX3105" fmla="*/ 659861 w 6545688"/>
              <a:gd name="connsiteY3105" fmla="*/ 2125721 h 3341254"/>
              <a:gd name="connsiteX3106" fmla="*/ 661245 w 6545688"/>
              <a:gd name="connsiteY3106" fmla="*/ 2124952 h 3341254"/>
              <a:gd name="connsiteX3107" fmla="*/ 4503407 w 6545688"/>
              <a:gd name="connsiteY3107" fmla="*/ 2124876 h 3341254"/>
              <a:gd name="connsiteX3108" fmla="*/ 4525697 w 6545688"/>
              <a:gd name="connsiteY3108" fmla="*/ 2124876 h 3341254"/>
              <a:gd name="connsiteX3109" fmla="*/ 4527078 w 6545688"/>
              <a:gd name="connsiteY3109" fmla="*/ 2125645 h 3341254"/>
              <a:gd name="connsiteX3110" fmla="*/ 4538222 w 6545688"/>
              <a:gd name="connsiteY3110" fmla="*/ 2144936 h 3341254"/>
              <a:gd name="connsiteX3111" fmla="*/ 4538222 w 6545688"/>
              <a:gd name="connsiteY3111" fmla="*/ 2146472 h 3341254"/>
              <a:gd name="connsiteX3112" fmla="*/ 4527078 w 6545688"/>
              <a:gd name="connsiteY3112" fmla="*/ 2165763 h 3341254"/>
              <a:gd name="connsiteX3113" fmla="*/ 4525697 w 6545688"/>
              <a:gd name="connsiteY3113" fmla="*/ 2166532 h 3341254"/>
              <a:gd name="connsiteX3114" fmla="*/ 4503407 w 6545688"/>
              <a:gd name="connsiteY3114" fmla="*/ 2166532 h 3341254"/>
              <a:gd name="connsiteX3115" fmla="*/ 4502023 w 6545688"/>
              <a:gd name="connsiteY3115" fmla="*/ 2165763 h 3341254"/>
              <a:gd name="connsiteX3116" fmla="*/ 4490879 w 6545688"/>
              <a:gd name="connsiteY3116" fmla="*/ 2146472 h 3341254"/>
              <a:gd name="connsiteX3117" fmla="*/ 4490879 w 6545688"/>
              <a:gd name="connsiteY3117" fmla="*/ 2144936 h 3341254"/>
              <a:gd name="connsiteX3118" fmla="*/ 4502023 w 6545688"/>
              <a:gd name="connsiteY3118" fmla="*/ 2125645 h 3341254"/>
              <a:gd name="connsiteX3119" fmla="*/ 4503407 w 6545688"/>
              <a:gd name="connsiteY3119" fmla="*/ 2124876 h 3341254"/>
              <a:gd name="connsiteX3120" fmla="*/ 4411644 w 6545688"/>
              <a:gd name="connsiteY3120" fmla="*/ 2124261 h 3341254"/>
              <a:gd name="connsiteX3121" fmla="*/ 4434470 w 6545688"/>
              <a:gd name="connsiteY3121" fmla="*/ 2124261 h 3341254"/>
              <a:gd name="connsiteX3122" fmla="*/ 4435852 w 6545688"/>
              <a:gd name="connsiteY3122" fmla="*/ 2125106 h 3341254"/>
              <a:gd name="connsiteX3123" fmla="*/ 4447304 w 6545688"/>
              <a:gd name="connsiteY3123" fmla="*/ 2144934 h 3341254"/>
              <a:gd name="connsiteX3124" fmla="*/ 4447304 w 6545688"/>
              <a:gd name="connsiteY3124" fmla="*/ 2146550 h 3341254"/>
              <a:gd name="connsiteX3125" fmla="*/ 4435852 w 6545688"/>
              <a:gd name="connsiteY3125" fmla="*/ 2166378 h 3341254"/>
              <a:gd name="connsiteX3126" fmla="*/ 4434470 w 6545688"/>
              <a:gd name="connsiteY3126" fmla="*/ 2167223 h 3341254"/>
              <a:gd name="connsiteX3127" fmla="*/ 4411644 w 6545688"/>
              <a:gd name="connsiteY3127" fmla="*/ 2167223 h 3341254"/>
              <a:gd name="connsiteX3128" fmla="*/ 4410260 w 6545688"/>
              <a:gd name="connsiteY3128" fmla="*/ 2166378 h 3341254"/>
              <a:gd name="connsiteX3129" fmla="*/ 4398809 w 6545688"/>
              <a:gd name="connsiteY3129" fmla="*/ 2146550 h 3341254"/>
              <a:gd name="connsiteX3130" fmla="*/ 4398809 w 6545688"/>
              <a:gd name="connsiteY3130" fmla="*/ 2144934 h 3341254"/>
              <a:gd name="connsiteX3131" fmla="*/ 4410260 w 6545688"/>
              <a:gd name="connsiteY3131" fmla="*/ 2125106 h 3341254"/>
              <a:gd name="connsiteX3132" fmla="*/ 4411644 w 6545688"/>
              <a:gd name="connsiteY3132" fmla="*/ 2124261 h 3341254"/>
              <a:gd name="connsiteX3133" fmla="*/ 4228651 w 6545688"/>
              <a:gd name="connsiteY3133" fmla="*/ 2124183 h 3341254"/>
              <a:gd name="connsiteX3134" fmla="*/ 4251631 w 6545688"/>
              <a:gd name="connsiteY3134" fmla="*/ 2124183 h 3341254"/>
              <a:gd name="connsiteX3135" fmla="*/ 4253015 w 6545688"/>
              <a:gd name="connsiteY3135" fmla="*/ 2125028 h 3341254"/>
              <a:gd name="connsiteX3136" fmla="*/ 4264467 w 6545688"/>
              <a:gd name="connsiteY3136" fmla="*/ 2144934 h 3341254"/>
              <a:gd name="connsiteX3137" fmla="*/ 4264467 w 6545688"/>
              <a:gd name="connsiteY3137" fmla="*/ 2146548 h 3341254"/>
              <a:gd name="connsiteX3138" fmla="*/ 4252937 w 6545688"/>
              <a:gd name="connsiteY3138" fmla="*/ 2166454 h 3341254"/>
              <a:gd name="connsiteX3139" fmla="*/ 4251555 w 6545688"/>
              <a:gd name="connsiteY3139" fmla="*/ 2167299 h 3341254"/>
              <a:gd name="connsiteX3140" fmla="*/ 4228576 w 6545688"/>
              <a:gd name="connsiteY3140" fmla="*/ 2167299 h 3341254"/>
              <a:gd name="connsiteX3141" fmla="*/ 4227191 w 6545688"/>
              <a:gd name="connsiteY3141" fmla="*/ 2166454 h 3341254"/>
              <a:gd name="connsiteX3142" fmla="*/ 4215739 w 6545688"/>
              <a:gd name="connsiteY3142" fmla="*/ 2146548 h 3341254"/>
              <a:gd name="connsiteX3143" fmla="*/ 4215739 w 6545688"/>
              <a:gd name="connsiteY3143" fmla="*/ 2144934 h 3341254"/>
              <a:gd name="connsiteX3144" fmla="*/ 4227269 w 6545688"/>
              <a:gd name="connsiteY3144" fmla="*/ 2125028 h 3341254"/>
              <a:gd name="connsiteX3145" fmla="*/ 4228651 w 6545688"/>
              <a:gd name="connsiteY3145" fmla="*/ 2124183 h 3341254"/>
              <a:gd name="connsiteX3146" fmla="*/ 3953973 w 6545688"/>
              <a:gd name="connsiteY3146" fmla="*/ 2123724 h 3341254"/>
              <a:gd name="connsiteX3147" fmla="*/ 3977414 w 6545688"/>
              <a:gd name="connsiteY3147" fmla="*/ 2123724 h 3341254"/>
              <a:gd name="connsiteX3148" fmla="*/ 3978874 w 6545688"/>
              <a:gd name="connsiteY3148" fmla="*/ 2124569 h 3341254"/>
              <a:gd name="connsiteX3149" fmla="*/ 3990555 w 6545688"/>
              <a:gd name="connsiteY3149" fmla="*/ 2144858 h 3341254"/>
              <a:gd name="connsiteX3150" fmla="*/ 3990555 w 6545688"/>
              <a:gd name="connsiteY3150" fmla="*/ 2146550 h 3341254"/>
              <a:gd name="connsiteX3151" fmla="*/ 3978798 w 6545688"/>
              <a:gd name="connsiteY3151" fmla="*/ 2166839 h 3341254"/>
              <a:gd name="connsiteX3152" fmla="*/ 3977338 w 6545688"/>
              <a:gd name="connsiteY3152" fmla="*/ 2167684 h 3341254"/>
              <a:gd name="connsiteX3153" fmla="*/ 3953897 w 6545688"/>
              <a:gd name="connsiteY3153" fmla="*/ 2167684 h 3341254"/>
              <a:gd name="connsiteX3154" fmla="*/ 3952437 w 6545688"/>
              <a:gd name="connsiteY3154" fmla="*/ 2166839 h 3341254"/>
              <a:gd name="connsiteX3155" fmla="*/ 3940755 w 6545688"/>
              <a:gd name="connsiteY3155" fmla="*/ 2146550 h 3341254"/>
              <a:gd name="connsiteX3156" fmla="*/ 3940755 w 6545688"/>
              <a:gd name="connsiteY3156" fmla="*/ 2144858 h 3341254"/>
              <a:gd name="connsiteX3157" fmla="*/ 3952513 w 6545688"/>
              <a:gd name="connsiteY3157" fmla="*/ 2124569 h 3341254"/>
              <a:gd name="connsiteX3158" fmla="*/ 3953973 w 6545688"/>
              <a:gd name="connsiteY3158" fmla="*/ 2123724 h 3341254"/>
              <a:gd name="connsiteX3159" fmla="*/ 4319649 w 6545688"/>
              <a:gd name="connsiteY3159" fmla="*/ 2123338 h 3341254"/>
              <a:gd name="connsiteX3160" fmla="*/ 4343550 w 6545688"/>
              <a:gd name="connsiteY3160" fmla="*/ 2123338 h 3341254"/>
              <a:gd name="connsiteX3161" fmla="*/ 4345010 w 6545688"/>
              <a:gd name="connsiteY3161" fmla="*/ 2124183 h 3341254"/>
              <a:gd name="connsiteX3162" fmla="*/ 4356924 w 6545688"/>
              <a:gd name="connsiteY3162" fmla="*/ 2144858 h 3341254"/>
              <a:gd name="connsiteX3163" fmla="*/ 4356924 w 6545688"/>
              <a:gd name="connsiteY3163" fmla="*/ 2146548 h 3341254"/>
              <a:gd name="connsiteX3164" fmla="*/ 4344934 w 6545688"/>
              <a:gd name="connsiteY3164" fmla="*/ 2167223 h 3341254"/>
              <a:gd name="connsiteX3165" fmla="*/ 4343474 w 6545688"/>
              <a:gd name="connsiteY3165" fmla="*/ 2168068 h 3341254"/>
              <a:gd name="connsiteX3166" fmla="*/ 4319571 w 6545688"/>
              <a:gd name="connsiteY3166" fmla="*/ 2168068 h 3341254"/>
              <a:gd name="connsiteX3167" fmla="*/ 4318112 w 6545688"/>
              <a:gd name="connsiteY3167" fmla="*/ 2167223 h 3341254"/>
              <a:gd name="connsiteX3168" fmla="*/ 4306199 w 6545688"/>
              <a:gd name="connsiteY3168" fmla="*/ 2146548 h 3341254"/>
              <a:gd name="connsiteX3169" fmla="*/ 4306199 w 6545688"/>
              <a:gd name="connsiteY3169" fmla="*/ 2144858 h 3341254"/>
              <a:gd name="connsiteX3170" fmla="*/ 4318187 w 6545688"/>
              <a:gd name="connsiteY3170" fmla="*/ 2124183 h 3341254"/>
              <a:gd name="connsiteX3171" fmla="*/ 4319649 w 6545688"/>
              <a:gd name="connsiteY3171" fmla="*/ 2123338 h 3341254"/>
              <a:gd name="connsiteX3172" fmla="*/ 3404770 w 6545688"/>
              <a:gd name="connsiteY3172" fmla="*/ 2123185 h 3341254"/>
              <a:gd name="connsiteX3173" fmla="*/ 3428826 w 6545688"/>
              <a:gd name="connsiteY3173" fmla="*/ 2123185 h 3341254"/>
              <a:gd name="connsiteX3174" fmla="*/ 3430286 w 6545688"/>
              <a:gd name="connsiteY3174" fmla="*/ 2124030 h 3341254"/>
              <a:gd name="connsiteX3175" fmla="*/ 3442276 w 6545688"/>
              <a:gd name="connsiteY3175" fmla="*/ 2144856 h 3341254"/>
              <a:gd name="connsiteX3176" fmla="*/ 3442276 w 6545688"/>
              <a:gd name="connsiteY3176" fmla="*/ 2146548 h 3341254"/>
              <a:gd name="connsiteX3177" fmla="*/ 3430210 w 6545688"/>
              <a:gd name="connsiteY3177" fmla="*/ 2167377 h 3341254"/>
              <a:gd name="connsiteX3178" fmla="*/ 3428748 w 6545688"/>
              <a:gd name="connsiteY3178" fmla="*/ 2168221 h 3341254"/>
              <a:gd name="connsiteX3179" fmla="*/ 3404694 w 6545688"/>
              <a:gd name="connsiteY3179" fmla="*/ 2168221 h 3341254"/>
              <a:gd name="connsiteX3180" fmla="*/ 3403235 w 6545688"/>
              <a:gd name="connsiteY3180" fmla="*/ 2167377 h 3341254"/>
              <a:gd name="connsiteX3181" fmla="*/ 3391245 w 6545688"/>
              <a:gd name="connsiteY3181" fmla="*/ 2146548 h 3341254"/>
              <a:gd name="connsiteX3182" fmla="*/ 3391245 w 6545688"/>
              <a:gd name="connsiteY3182" fmla="*/ 2144856 h 3341254"/>
              <a:gd name="connsiteX3183" fmla="*/ 3403310 w 6545688"/>
              <a:gd name="connsiteY3183" fmla="*/ 2124030 h 3341254"/>
              <a:gd name="connsiteX3184" fmla="*/ 3404770 w 6545688"/>
              <a:gd name="connsiteY3184" fmla="*/ 2123185 h 3341254"/>
              <a:gd name="connsiteX3185" fmla="*/ 3861746 w 6545688"/>
              <a:gd name="connsiteY3185" fmla="*/ 2122494 h 3341254"/>
              <a:gd name="connsiteX3186" fmla="*/ 3886571 w 6545688"/>
              <a:gd name="connsiteY3186" fmla="*/ 2122494 h 3341254"/>
              <a:gd name="connsiteX3187" fmla="*/ 3888109 w 6545688"/>
              <a:gd name="connsiteY3187" fmla="*/ 2123338 h 3341254"/>
              <a:gd name="connsiteX3188" fmla="*/ 3900483 w 6545688"/>
              <a:gd name="connsiteY3188" fmla="*/ 2144782 h 3341254"/>
              <a:gd name="connsiteX3189" fmla="*/ 3900483 w 6545688"/>
              <a:gd name="connsiteY3189" fmla="*/ 2146550 h 3341254"/>
              <a:gd name="connsiteX3190" fmla="*/ 3888109 w 6545688"/>
              <a:gd name="connsiteY3190" fmla="*/ 2167992 h 3341254"/>
              <a:gd name="connsiteX3191" fmla="*/ 3886571 w 6545688"/>
              <a:gd name="connsiteY3191" fmla="*/ 2168837 h 3341254"/>
              <a:gd name="connsiteX3192" fmla="*/ 3861746 w 6545688"/>
              <a:gd name="connsiteY3192" fmla="*/ 2168837 h 3341254"/>
              <a:gd name="connsiteX3193" fmla="*/ 3860210 w 6545688"/>
              <a:gd name="connsiteY3193" fmla="*/ 2167992 h 3341254"/>
              <a:gd name="connsiteX3194" fmla="*/ 3847837 w 6545688"/>
              <a:gd name="connsiteY3194" fmla="*/ 2146550 h 3341254"/>
              <a:gd name="connsiteX3195" fmla="*/ 3847837 w 6545688"/>
              <a:gd name="connsiteY3195" fmla="*/ 2144782 h 3341254"/>
              <a:gd name="connsiteX3196" fmla="*/ 3860210 w 6545688"/>
              <a:gd name="connsiteY3196" fmla="*/ 2123338 h 3341254"/>
              <a:gd name="connsiteX3197" fmla="*/ 3861746 w 6545688"/>
              <a:gd name="connsiteY3197" fmla="*/ 2122494 h 3341254"/>
              <a:gd name="connsiteX3198" fmla="*/ 3495153 w 6545688"/>
              <a:gd name="connsiteY3198" fmla="*/ 2121034 h 3341254"/>
              <a:gd name="connsiteX3199" fmla="*/ 3521436 w 6545688"/>
              <a:gd name="connsiteY3199" fmla="*/ 2121034 h 3341254"/>
              <a:gd name="connsiteX3200" fmla="*/ 3523050 w 6545688"/>
              <a:gd name="connsiteY3200" fmla="*/ 2121956 h 3341254"/>
              <a:gd name="connsiteX3201" fmla="*/ 3536193 w 6545688"/>
              <a:gd name="connsiteY3201" fmla="*/ 2144704 h 3341254"/>
              <a:gd name="connsiteX3202" fmla="*/ 3536193 w 6545688"/>
              <a:gd name="connsiteY3202" fmla="*/ 2146550 h 3341254"/>
              <a:gd name="connsiteX3203" fmla="*/ 3523050 w 6545688"/>
              <a:gd name="connsiteY3203" fmla="*/ 2169298 h 3341254"/>
              <a:gd name="connsiteX3204" fmla="*/ 3521436 w 6545688"/>
              <a:gd name="connsiteY3204" fmla="*/ 2170221 h 3341254"/>
              <a:gd name="connsiteX3205" fmla="*/ 3495153 w 6545688"/>
              <a:gd name="connsiteY3205" fmla="*/ 2170221 h 3341254"/>
              <a:gd name="connsiteX3206" fmla="*/ 3493539 w 6545688"/>
              <a:gd name="connsiteY3206" fmla="*/ 2169298 h 3341254"/>
              <a:gd name="connsiteX3207" fmla="*/ 3480396 w 6545688"/>
              <a:gd name="connsiteY3207" fmla="*/ 2146550 h 3341254"/>
              <a:gd name="connsiteX3208" fmla="*/ 3480396 w 6545688"/>
              <a:gd name="connsiteY3208" fmla="*/ 2144704 h 3341254"/>
              <a:gd name="connsiteX3209" fmla="*/ 3493539 w 6545688"/>
              <a:gd name="connsiteY3209" fmla="*/ 2121956 h 3341254"/>
              <a:gd name="connsiteX3210" fmla="*/ 3495153 w 6545688"/>
              <a:gd name="connsiteY3210" fmla="*/ 2121034 h 3341254"/>
              <a:gd name="connsiteX3211" fmla="*/ 3769370 w 6545688"/>
              <a:gd name="connsiteY3211" fmla="*/ 2120802 h 3341254"/>
              <a:gd name="connsiteX3212" fmla="*/ 3795961 w 6545688"/>
              <a:gd name="connsiteY3212" fmla="*/ 2120802 h 3341254"/>
              <a:gd name="connsiteX3213" fmla="*/ 3797574 w 6545688"/>
              <a:gd name="connsiteY3213" fmla="*/ 2121725 h 3341254"/>
              <a:gd name="connsiteX3214" fmla="*/ 3810872 w 6545688"/>
              <a:gd name="connsiteY3214" fmla="*/ 2144780 h 3341254"/>
              <a:gd name="connsiteX3215" fmla="*/ 3810872 w 6545688"/>
              <a:gd name="connsiteY3215" fmla="*/ 2146626 h 3341254"/>
              <a:gd name="connsiteX3216" fmla="*/ 3797574 w 6545688"/>
              <a:gd name="connsiteY3216" fmla="*/ 2169681 h 3341254"/>
              <a:gd name="connsiteX3217" fmla="*/ 3795961 w 6545688"/>
              <a:gd name="connsiteY3217" fmla="*/ 2170604 h 3341254"/>
              <a:gd name="connsiteX3218" fmla="*/ 3769370 w 6545688"/>
              <a:gd name="connsiteY3218" fmla="*/ 2170604 h 3341254"/>
              <a:gd name="connsiteX3219" fmla="*/ 3767756 w 6545688"/>
              <a:gd name="connsiteY3219" fmla="*/ 2169681 h 3341254"/>
              <a:gd name="connsiteX3220" fmla="*/ 3754461 w 6545688"/>
              <a:gd name="connsiteY3220" fmla="*/ 2146626 h 3341254"/>
              <a:gd name="connsiteX3221" fmla="*/ 3754461 w 6545688"/>
              <a:gd name="connsiteY3221" fmla="*/ 2144780 h 3341254"/>
              <a:gd name="connsiteX3222" fmla="*/ 3767756 w 6545688"/>
              <a:gd name="connsiteY3222" fmla="*/ 2121725 h 3341254"/>
              <a:gd name="connsiteX3223" fmla="*/ 3769370 w 6545688"/>
              <a:gd name="connsiteY3223" fmla="*/ 2120802 h 3341254"/>
              <a:gd name="connsiteX3224" fmla="*/ 3586377 w 6545688"/>
              <a:gd name="connsiteY3224" fmla="*/ 2120650 h 3341254"/>
              <a:gd name="connsiteX3225" fmla="*/ 3613123 w 6545688"/>
              <a:gd name="connsiteY3225" fmla="*/ 2120650 h 3341254"/>
              <a:gd name="connsiteX3226" fmla="*/ 3614737 w 6545688"/>
              <a:gd name="connsiteY3226" fmla="*/ 2121573 h 3341254"/>
              <a:gd name="connsiteX3227" fmla="*/ 3628110 w 6545688"/>
              <a:gd name="connsiteY3227" fmla="*/ 2144706 h 3341254"/>
              <a:gd name="connsiteX3228" fmla="*/ 3628110 w 6545688"/>
              <a:gd name="connsiteY3228" fmla="*/ 2146628 h 3341254"/>
              <a:gd name="connsiteX3229" fmla="*/ 3614737 w 6545688"/>
              <a:gd name="connsiteY3229" fmla="*/ 2169761 h 3341254"/>
              <a:gd name="connsiteX3230" fmla="*/ 3613123 w 6545688"/>
              <a:gd name="connsiteY3230" fmla="*/ 2170682 h 3341254"/>
              <a:gd name="connsiteX3231" fmla="*/ 3586377 w 6545688"/>
              <a:gd name="connsiteY3231" fmla="*/ 2170682 h 3341254"/>
              <a:gd name="connsiteX3232" fmla="*/ 3584763 w 6545688"/>
              <a:gd name="connsiteY3232" fmla="*/ 2169761 h 3341254"/>
              <a:gd name="connsiteX3233" fmla="*/ 3571392 w 6545688"/>
              <a:gd name="connsiteY3233" fmla="*/ 2146628 h 3341254"/>
              <a:gd name="connsiteX3234" fmla="*/ 3571392 w 6545688"/>
              <a:gd name="connsiteY3234" fmla="*/ 2144706 h 3341254"/>
              <a:gd name="connsiteX3235" fmla="*/ 3584763 w 6545688"/>
              <a:gd name="connsiteY3235" fmla="*/ 2121573 h 3341254"/>
              <a:gd name="connsiteX3236" fmla="*/ 3586377 w 6545688"/>
              <a:gd name="connsiteY3236" fmla="*/ 2120650 h 3341254"/>
              <a:gd name="connsiteX3237" fmla="*/ 3677451 w 6545688"/>
              <a:gd name="connsiteY3237" fmla="*/ 2119957 h 3341254"/>
              <a:gd name="connsiteX3238" fmla="*/ 3704964 w 6545688"/>
              <a:gd name="connsiteY3238" fmla="*/ 2119957 h 3341254"/>
              <a:gd name="connsiteX3239" fmla="*/ 3706654 w 6545688"/>
              <a:gd name="connsiteY3239" fmla="*/ 2120956 h 3341254"/>
              <a:gd name="connsiteX3240" fmla="*/ 3720411 w 6545688"/>
              <a:gd name="connsiteY3240" fmla="*/ 2144782 h 3341254"/>
              <a:gd name="connsiteX3241" fmla="*/ 3720411 w 6545688"/>
              <a:gd name="connsiteY3241" fmla="*/ 2146704 h 3341254"/>
              <a:gd name="connsiteX3242" fmla="*/ 3706654 w 6545688"/>
              <a:gd name="connsiteY3242" fmla="*/ 2170528 h 3341254"/>
              <a:gd name="connsiteX3243" fmla="*/ 3704964 w 6545688"/>
              <a:gd name="connsiteY3243" fmla="*/ 2171527 h 3341254"/>
              <a:gd name="connsiteX3244" fmla="*/ 3677451 w 6545688"/>
              <a:gd name="connsiteY3244" fmla="*/ 2171527 h 3341254"/>
              <a:gd name="connsiteX3245" fmla="*/ 3675760 w 6545688"/>
              <a:gd name="connsiteY3245" fmla="*/ 2170528 h 3341254"/>
              <a:gd name="connsiteX3246" fmla="*/ 3662003 w 6545688"/>
              <a:gd name="connsiteY3246" fmla="*/ 2146704 h 3341254"/>
              <a:gd name="connsiteX3247" fmla="*/ 3662003 w 6545688"/>
              <a:gd name="connsiteY3247" fmla="*/ 2144782 h 3341254"/>
              <a:gd name="connsiteX3248" fmla="*/ 3675760 w 6545688"/>
              <a:gd name="connsiteY3248" fmla="*/ 2120956 h 3341254"/>
              <a:gd name="connsiteX3249" fmla="*/ 3677451 w 6545688"/>
              <a:gd name="connsiteY3249" fmla="*/ 2119957 h 3341254"/>
              <a:gd name="connsiteX3250" fmla="*/ 199120 w 6545688"/>
              <a:gd name="connsiteY3250" fmla="*/ 2116037 h 3341254"/>
              <a:gd name="connsiteX3251" fmla="*/ 230788 w 6545688"/>
              <a:gd name="connsiteY3251" fmla="*/ 2116037 h 3341254"/>
              <a:gd name="connsiteX3252" fmla="*/ 232705 w 6545688"/>
              <a:gd name="connsiteY3252" fmla="*/ 2117189 h 3341254"/>
              <a:gd name="connsiteX3253" fmla="*/ 248541 w 6545688"/>
              <a:gd name="connsiteY3253" fmla="*/ 2144627 h 3341254"/>
              <a:gd name="connsiteX3254" fmla="*/ 248541 w 6545688"/>
              <a:gd name="connsiteY3254" fmla="*/ 2146855 h 3341254"/>
              <a:gd name="connsiteX3255" fmla="*/ 232705 w 6545688"/>
              <a:gd name="connsiteY3255" fmla="*/ 2174293 h 3341254"/>
              <a:gd name="connsiteX3256" fmla="*/ 230788 w 6545688"/>
              <a:gd name="connsiteY3256" fmla="*/ 2175445 h 3341254"/>
              <a:gd name="connsiteX3257" fmla="*/ 199120 w 6545688"/>
              <a:gd name="connsiteY3257" fmla="*/ 2175445 h 3341254"/>
              <a:gd name="connsiteX3258" fmla="*/ 197201 w 6545688"/>
              <a:gd name="connsiteY3258" fmla="*/ 2174293 h 3341254"/>
              <a:gd name="connsiteX3259" fmla="*/ 181367 w 6545688"/>
              <a:gd name="connsiteY3259" fmla="*/ 2146855 h 3341254"/>
              <a:gd name="connsiteX3260" fmla="*/ 181367 w 6545688"/>
              <a:gd name="connsiteY3260" fmla="*/ 2144627 h 3341254"/>
              <a:gd name="connsiteX3261" fmla="*/ 197201 w 6545688"/>
              <a:gd name="connsiteY3261" fmla="*/ 2117189 h 3341254"/>
              <a:gd name="connsiteX3262" fmla="*/ 199120 w 6545688"/>
              <a:gd name="connsiteY3262" fmla="*/ 2116037 h 3341254"/>
              <a:gd name="connsiteX3263" fmla="*/ 380646 w 6545688"/>
              <a:gd name="connsiteY3263" fmla="*/ 2113348 h 3341254"/>
              <a:gd name="connsiteX3264" fmla="*/ 415161 w 6545688"/>
              <a:gd name="connsiteY3264" fmla="*/ 2113348 h 3341254"/>
              <a:gd name="connsiteX3265" fmla="*/ 417240 w 6545688"/>
              <a:gd name="connsiteY3265" fmla="*/ 2114579 h 3341254"/>
              <a:gd name="connsiteX3266" fmla="*/ 434446 w 6545688"/>
              <a:gd name="connsiteY3266" fmla="*/ 2144475 h 3341254"/>
              <a:gd name="connsiteX3267" fmla="*/ 434446 w 6545688"/>
              <a:gd name="connsiteY3267" fmla="*/ 2146933 h 3341254"/>
              <a:gd name="connsiteX3268" fmla="*/ 417156 w 6545688"/>
              <a:gd name="connsiteY3268" fmla="*/ 2176831 h 3341254"/>
              <a:gd name="connsiteX3269" fmla="*/ 415083 w 6545688"/>
              <a:gd name="connsiteY3269" fmla="*/ 2178060 h 3341254"/>
              <a:gd name="connsiteX3270" fmla="*/ 380575 w 6545688"/>
              <a:gd name="connsiteY3270" fmla="*/ 2178060 h 3341254"/>
              <a:gd name="connsiteX3271" fmla="*/ 378500 w 6545688"/>
              <a:gd name="connsiteY3271" fmla="*/ 2176831 h 3341254"/>
              <a:gd name="connsiteX3272" fmla="*/ 361286 w 6545688"/>
              <a:gd name="connsiteY3272" fmla="*/ 2146933 h 3341254"/>
              <a:gd name="connsiteX3273" fmla="*/ 361286 w 6545688"/>
              <a:gd name="connsiteY3273" fmla="*/ 2144475 h 3341254"/>
              <a:gd name="connsiteX3274" fmla="*/ 378576 w 6545688"/>
              <a:gd name="connsiteY3274" fmla="*/ 2114579 h 3341254"/>
              <a:gd name="connsiteX3275" fmla="*/ 380646 w 6545688"/>
              <a:gd name="connsiteY3275" fmla="*/ 2113348 h 3341254"/>
              <a:gd name="connsiteX3276" fmla="*/ 288810 w 6545688"/>
              <a:gd name="connsiteY3276" fmla="*/ 2112504 h 3341254"/>
              <a:gd name="connsiteX3277" fmla="*/ 324164 w 6545688"/>
              <a:gd name="connsiteY3277" fmla="*/ 2112504 h 3341254"/>
              <a:gd name="connsiteX3278" fmla="*/ 326315 w 6545688"/>
              <a:gd name="connsiteY3278" fmla="*/ 2113734 h 3341254"/>
              <a:gd name="connsiteX3279" fmla="*/ 343993 w 6545688"/>
              <a:gd name="connsiteY3279" fmla="*/ 2144399 h 3341254"/>
              <a:gd name="connsiteX3280" fmla="*/ 343993 w 6545688"/>
              <a:gd name="connsiteY3280" fmla="*/ 2146935 h 3341254"/>
              <a:gd name="connsiteX3281" fmla="*/ 326315 w 6545688"/>
              <a:gd name="connsiteY3281" fmla="*/ 2177600 h 3341254"/>
              <a:gd name="connsiteX3282" fmla="*/ 324164 w 6545688"/>
              <a:gd name="connsiteY3282" fmla="*/ 2178829 h 3341254"/>
              <a:gd name="connsiteX3283" fmla="*/ 288810 w 6545688"/>
              <a:gd name="connsiteY3283" fmla="*/ 2178829 h 3341254"/>
              <a:gd name="connsiteX3284" fmla="*/ 286657 w 6545688"/>
              <a:gd name="connsiteY3284" fmla="*/ 2177600 h 3341254"/>
              <a:gd name="connsiteX3285" fmla="*/ 268978 w 6545688"/>
              <a:gd name="connsiteY3285" fmla="*/ 2146935 h 3341254"/>
              <a:gd name="connsiteX3286" fmla="*/ 268978 w 6545688"/>
              <a:gd name="connsiteY3286" fmla="*/ 2144399 h 3341254"/>
              <a:gd name="connsiteX3287" fmla="*/ 286657 w 6545688"/>
              <a:gd name="connsiteY3287" fmla="*/ 2113734 h 3341254"/>
              <a:gd name="connsiteX3288" fmla="*/ 288810 w 6545688"/>
              <a:gd name="connsiteY3288" fmla="*/ 2112504 h 3341254"/>
              <a:gd name="connsiteX3289" fmla="*/ 1401197 w 6545688"/>
              <a:gd name="connsiteY3289" fmla="*/ 2060778 h 3341254"/>
              <a:gd name="connsiteX3290" fmla="*/ 1407200 w 6545688"/>
              <a:gd name="connsiteY3290" fmla="*/ 2060778 h 3341254"/>
              <a:gd name="connsiteX3291" fmla="*/ 1407581 w 6545688"/>
              <a:gd name="connsiteY3291" fmla="*/ 2061010 h 3341254"/>
              <a:gd name="connsiteX3292" fmla="*/ 1410577 w 6545688"/>
              <a:gd name="connsiteY3292" fmla="*/ 2066159 h 3341254"/>
              <a:gd name="connsiteX3293" fmla="*/ 1410577 w 6545688"/>
              <a:gd name="connsiteY3293" fmla="*/ 2066542 h 3341254"/>
              <a:gd name="connsiteX3294" fmla="*/ 1407581 w 6545688"/>
              <a:gd name="connsiteY3294" fmla="*/ 2071693 h 3341254"/>
              <a:gd name="connsiteX3295" fmla="*/ 1407200 w 6545688"/>
              <a:gd name="connsiteY3295" fmla="*/ 2071923 h 3341254"/>
              <a:gd name="connsiteX3296" fmla="*/ 1401197 w 6545688"/>
              <a:gd name="connsiteY3296" fmla="*/ 2071923 h 3341254"/>
              <a:gd name="connsiteX3297" fmla="*/ 1400824 w 6545688"/>
              <a:gd name="connsiteY3297" fmla="*/ 2071693 h 3341254"/>
              <a:gd name="connsiteX3298" fmla="*/ 1397821 w 6545688"/>
              <a:gd name="connsiteY3298" fmla="*/ 2066542 h 3341254"/>
              <a:gd name="connsiteX3299" fmla="*/ 1397821 w 6545688"/>
              <a:gd name="connsiteY3299" fmla="*/ 2066159 h 3341254"/>
              <a:gd name="connsiteX3300" fmla="*/ 1400824 w 6545688"/>
              <a:gd name="connsiteY3300" fmla="*/ 2061010 h 3341254"/>
              <a:gd name="connsiteX3301" fmla="*/ 1401197 w 6545688"/>
              <a:gd name="connsiteY3301" fmla="*/ 2060778 h 3341254"/>
              <a:gd name="connsiteX3302" fmla="*/ 577709 w 6545688"/>
              <a:gd name="connsiteY3302" fmla="*/ 2060549 h 3341254"/>
              <a:gd name="connsiteX3303" fmla="*/ 584014 w 6545688"/>
              <a:gd name="connsiteY3303" fmla="*/ 2060549 h 3341254"/>
              <a:gd name="connsiteX3304" fmla="*/ 584391 w 6545688"/>
              <a:gd name="connsiteY3304" fmla="*/ 2060778 h 3341254"/>
              <a:gd name="connsiteX3305" fmla="*/ 587545 w 6545688"/>
              <a:gd name="connsiteY3305" fmla="*/ 2066237 h 3341254"/>
              <a:gd name="connsiteX3306" fmla="*/ 587545 w 6545688"/>
              <a:gd name="connsiteY3306" fmla="*/ 2066696 h 3341254"/>
              <a:gd name="connsiteX3307" fmla="*/ 584391 w 6545688"/>
              <a:gd name="connsiteY3307" fmla="*/ 2072154 h 3341254"/>
              <a:gd name="connsiteX3308" fmla="*/ 584014 w 6545688"/>
              <a:gd name="connsiteY3308" fmla="*/ 2072384 h 3341254"/>
              <a:gd name="connsiteX3309" fmla="*/ 577709 w 6545688"/>
              <a:gd name="connsiteY3309" fmla="*/ 2072384 h 3341254"/>
              <a:gd name="connsiteX3310" fmla="*/ 577327 w 6545688"/>
              <a:gd name="connsiteY3310" fmla="*/ 2072154 h 3341254"/>
              <a:gd name="connsiteX3311" fmla="*/ 574170 w 6545688"/>
              <a:gd name="connsiteY3311" fmla="*/ 2066696 h 3341254"/>
              <a:gd name="connsiteX3312" fmla="*/ 574170 w 6545688"/>
              <a:gd name="connsiteY3312" fmla="*/ 2066237 h 3341254"/>
              <a:gd name="connsiteX3313" fmla="*/ 577327 w 6545688"/>
              <a:gd name="connsiteY3313" fmla="*/ 2060778 h 3341254"/>
              <a:gd name="connsiteX3314" fmla="*/ 577709 w 6545688"/>
              <a:gd name="connsiteY3314" fmla="*/ 2060549 h 3341254"/>
              <a:gd name="connsiteX3315" fmla="*/ 3230311 w 6545688"/>
              <a:gd name="connsiteY3315" fmla="*/ 2059858 h 3341254"/>
              <a:gd name="connsiteX3316" fmla="*/ 3237305 w 6545688"/>
              <a:gd name="connsiteY3316" fmla="*/ 2059858 h 3341254"/>
              <a:gd name="connsiteX3317" fmla="*/ 3237767 w 6545688"/>
              <a:gd name="connsiteY3317" fmla="*/ 2060089 h 3341254"/>
              <a:gd name="connsiteX3318" fmla="*/ 3241302 w 6545688"/>
              <a:gd name="connsiteY3318" fmla="*/ 2066159 h 3341254"/>
              <a:gd name="connsiteX3319" fmla="*/ 3241302 w 6545688"/>
              <a:gd name="connsiteY3319" fmla="*/ 2066620 h 3341254"/>
              <a:gd name="connsiteX3320" fmla="*/ 3237767 w 6545688"/>
              <a:gd name="connsiteY3320" fmla="*/ 2072694 h 3341254"/>
              <a:gd name="connsiteX3321" fmla="*/ 3237305 w 6545688"/>
              <a:gd name="connsiteY3321" fmla="*/ 2072923 h 3341254"/>
              <a:gd name="connsiteX3322" fmla="*/ 3230311 w 6545688"/>
              <a:gd name="connsiteY3322" fmla="*/ 2072923 h 3341254"/>
              <a:gd name="connsiteX3323" fmla="*/ 3229850 w 6545688"/>
              <a:gd name="connsiteY3323" fmla="*/ 2072694 h 3341254"/>
              <a:gd name="connsiteX3324" fmla="*/ 3226315 w 6545688"/>
              <a:gd name="connsiteY3324" fmla="*/ 2066620 h 3341254"/>
              <a:gd name="connsiteX3325" fmla="*/ 3226315 w 6545688"/>
              <a:gd name="connsiteY3325" fmla="*/ 2066159 h 3341254"/>
              <a:gd name="connsiteX3326" fmla="*/ 3229850 w 6545688"/>
              <a:gd name="connsiteY3326" fmla="*/ 2060089 h 3341254"/>
              <a:gd name="connsiteX3327" fmla="*/ 3230311 w 6545688"/>
              <a:gd name="connsiteY3327" fmla="*/ 2059858 h 3341254"/>
              <a:gd name="connsiteX3328" fmla="*/ 1309130 w 6545688"/>
              <a:gd name="connsiteY3328" fmla="*/ 2059704 h 3341254"/>
              <a:gd name="connsiteX3329" fmla="*/ 1316283 w 6545688"/>
              <a:gd name="connsiteY3329" fmla="*/ 2059704 h 3341254"/>
              <a:gd name="connsiteX3330" fmla="*/ 1316739 w 6545688"/>
              <a:gd name="connsiteY3330" fmla="*/ 2059934 h 3341254"/>
              <a:gd name="connsiteX3331" fmla="*/ 1320348 w 6545688"/>
              <a:gd name="connsiteY3331" fmla="*/ 2066159 h 3341254"/>
              <a:gd name="connsiteX3332" fmla="*/ 1320348 w 6545688"/>
              <a:gd name="connsiteY3332" fmla="*/ 2066698 h 3341254"/>
              <a:gd name="connsiteX3333" fmla="*/ 1316739 w 6545688"/>
              <a:gd name="connsiteY3333" fmla="*/ 2072923 h 3341254"/>
              <a:gd name="connsiteX3334" fmla="*/ 1316283 w 6545688"/>
              <a:gd name="connsiteY3334" fmla="*/ 2073153 h 3341254"/>
              <a:gd name="connsiteX3335" fmla="*/ 1309130 w 6545688"/>
              <a:gd name="connsiteY3335" fmla="*/ 2073153 h 3341254"/>
              <a:gd name="connsiteX3336" fmla="*/ 1308672 w 6545688"/>
              <a:gd name="connsiteY3336" fmla="*/ 2072923 h 3341254"/>
              <a:gd name="connsiteX3337" fmla="*/ 1305055 w 6545688"/>
              <a:gd name="connsiteY3337" fmla="*/ 2066698 h 3341254"/>
              <a:gd name="connsiteX3338" fmla="*/ 1305055 w 6545688"/>
              <a:gd name="connsiteY3338" fmla="*/ 2066159 h 3341254"/>
              <a:gd name="connsiteX3339" fmla="*/ 1308672 w 6545688"/>
              <a:gd name="connsiteY3339" fmla="*/ 2059934 h 3341254"/>
              <a:gd name="connsiteX3340" fmla="*/ 1309130 w 6545688"/>
              <a:gd name="connsiteY3340" fmla="*/ 2059704 h 3341254"/>
              <a:gd name="connsiteX3341" fmla="*/ 3136012 w 6545688"/>
              <a:gd name="connsiteY3341" fmla="*/ 2054553 h 3341254"/>
              <a:gd name="connsiteX3342" fmla="*/ 3148692 w 6545688"/>
              <a:gd name="connsiteY3342" fmla="*/ 2054553 h 3341254"/>
              <a:gd name="connsiteX3343" fmla="*/ 3149461 w 6545688"/>
              <a:gd name="connsiteY3343" fmla="*/ 2055014 h 3341254"/>
              <a:gd name="connsiteX3344" fmla="*/ 3155840 w 6545688"/>
              <a:gd name="connsiteY3344" fmla="*/ 2066005 h 3341254"/>
              <a:gd name="connsiteX3345" fmla="*/ 3155840 w 6545688"/>
              <a:gd name="connsiteY3345" fmla="*/ 2066928 h 3341254"/>
              <a:gd name="connsiteX3346" fmla="*/ 3149461 w 6545688"/>
              <a:gd name="connsiteY3346" fmla="*/ 2077916 h 3341254"/>
              <a:gd name="connsiteX3347" fmla="*/ 3148692 w 6545688"/>
              <a:gd name="connsiteY3347" fmla="*/ 2078378 h 3341254"/>
              <a:gd name="connsiteX3348" fmla="*/ 3136012 w 6545688"/>
              <a:gd name="connsiteY3348" fmla="*/ 2078378 h 3341254"/>
              <a:gd name="connsiteX3349" fmla="*/ 3135242 w 6545688"/>
              <a:gd name="connsiteY3349" fmla="*/ 2077916 h 3341254"/>
              <a:gd name="connsiteX3350" fmla="*/ 3128863 w 6545688"/>
              <a:gd name="connsiteY3350" fmla="*/ 2066928 h 3341254"/>
              <a:gd name="connsiteX3351" fmla="*/ 3128863 w 6545688"/>
              <a:gd name="connsiteY3351" fmla="*/ 2066005 h 3341254"/>
              <a:gd name="connsiteX3352" fmla="*/ 3135242 w 6545688"/>
              <a:gd name="connsiteY3352" fmla="*/ 2055014 h 3341254"/>
              <a:gd name="connsiteX3353" fmla="*/ 3136012 w 6545688"/>
              <a:gd name="connsiteY3353" fmla="*/ 2054553 h 3341254"/>
              <a:gd name="connsiteX3354" fmla="*/ 847616 w 6545688"/>
              <a:gd name="connsiteY3354" fmla="*/ 2052019 h 3341254"/>
              <a:gd name="connsiteX3355" fmla="*/ 862990 w 6545688"/>
              <a:gd name="connsiteY3355" fmla="*/ 2052019 h 3341254"/>
              <a:gd name="connsiteX3356" fmla="*/ 863913 w 6545688"/>
              <a:gd name="connsiteY3356" fmla="*/ 2052556 h 3341254"/>
              <a:gd name="connsiteX3357" fmla="*/ 871600 w 6545688"/>
              <a:gd name="connsiteY3357" fmla="*/ 2065853 h 3341254"/>
              <a:gd name="connsiteX3358" fmla="*/ 871600 w 6545688"/>
              <a:gd name="connsiteY3358" fmla="*/ 2066928 h 3341254"/>
              <a:gd name="connsiteX3359" fmla="*/ 863913 w 6545688"/>
              <a:gd name="connsiteY3359" fmla="*/ 2080225 h 3341254"/>
              <a:gd name="connsiteX3360" fmla="*/ 862990 w 6545688"/>
              <a:gd name="connsiteY3360" fmla="*/ 2080762 h 3341254"/>
              <a:gd name="connsiteX3361" fmla="*/ 847616 w 6545688"/>
              <a:gd name="connsiteY3361" fmla="*/ 2080762 h 3341254"/>
              <a:gd name="connsiteX3362" fmla="*/ 846695 w 6545688"/>
              <a:gd name="connsiteY3362" fmla="*/ 2080225 h 3341254"/>
              <a:gd name="connsiteX3363" fmla="*/ 839014 w 6545688"/>
              <a:gd name="connsiteY3363" fmla="*/ 2066928 h 3341254"/>
              <a:gd name="connsiteX3364" fmla="*/ 839014 w 6545688"/>
              <a:gd name="connsiteY3364" fmla="*/ 2065853 h 3341254"/>
              <a:gd name="connsiteX3365" fmla="*/ 846695 w 6545688"/>
              <a:gd name="connsiteY3365" fmla="*/ 2052556 h 3341254"/>
              <a:gd name="connsiteX3366" fmla="*/ 847616 w 6545688"/>
              <a:gd name="connsiteY3366" fmla="*/ 2052019 h 3341254"/>
              <a:gd name="connsiteX3367" fmla="*/ 938308 w 6545688"/>
              <a:gd name="connsiteY3367" fmla="*/ 2050481 h 3341254"/>
              <a:gd name="connsiteX3368" fmla="*/ 955292 w 6545688"/>
              <a:gd name="connsiteY3368" fmla="*/ 2050481 h 3341254"/>
              <a:gd name="connsiteX3369" fmla="*/ 956371 w 6545688"/>
              <a:gd name="connsiteY3369" fmla="*/ 2051096 h 3341254"/>
              <a:gd name="connsiteX3370" fmla="*/ 964903 w 6545688"/>
              <a:gd name="connsiteY3370" fmla="*/ 2065851 h 3341254"/>
              <a:gd name="connsiteX3371" fmla="*/ 964903 w 6545688"/>
              <a:gd name="connsiteY3371" fmla="*/ 2067082 h 3341254"/>
              <a:gd name="connsiteX3372" fmla="*/ 956371 w 6545688"/>
              <a:gd name="connsiteY3372" fmla="*/ 2081837 h 3341254"/>
              <a:gd name="connsiteX3373" fmla="*/ 955292 w 6545688"/>
              <a:gd name="connsiteY3373" fmla="*/ 2082452 h 3341254"/>
              <a:gd name="connsiteX3374" fmla="*/ 938308 w 6545688"/>
              <a:gd name="connsiteY3374" fmla="*/ 2082452 h 3341254"/>
              <a:gd name="connsiteX3375" fmla="*/ 937230 w 6545688"/>
              <a:gd name="connsiteY3375" fmla="*/ 2081837 h 3341254"/>
              <a:gd name="connsiteX3376" fmla="*/ 928696 w 6545688"/>
              <a:gd name="connsiteY3376" fmla="*/ 2067082 h 3341254"/>
              <a:gd name="connsiteX3377" fmla="*/ 928696 w 6545688"/>
              <a:gd name="connsiteY3377" fmla="*/ 2065851 h 3341254"/>
              <a:gd name="connsiteX3378" fmla="*/ 937230 w 6545688"/>
              <a:gd name="connsiteY3378" fmla="*/ 2051096 h 3341254"/>
              <a:gd name="connsiteX3379" fmla="*/ 938308 w 6545688"/>
              <a:gd name="connsiteY3379" fmla="*/ 2050481 h 3341254"/>
              <a:gd name="connsiteX3380" fmla="*/ 1029458 w 6545688"/>
              <a:gd name="connsiteY3380" fmla="*/ 2049790 h 3341254"/>
              <a:gd name="connsiteX3381" fmla="*/ 1047209 w 6545688"/>
              <a:gd name="connsiteY3381" fmla="*/ 2049790 h 3341254"/>
              <a:gd name="connsiteX3382" fmla="*/ 1048290 w 6545688"/>
              <a:gd name="connsiteY3382" fmla="*/ 2050405 h 3341254"/>
              <a:gd name="connsiteX3383" fmla="*/ 1057209 w 6545688"/>
              <a:gd name="connsiteY3383" fmla="*/ 2065775 h 3341254"/>
              <a:gd name="connsiteX3384" fmla="*/ 1057209 w 6545688"/>
              <a:gd name="connsiteY3384" fmla="*/ 2067006 h 3341254"/>
              <a:gd name="connsiteX3385" fmla="*/ 1048290 w 6545688"/>
              <a:gd name="connsiteY3385" fmla="*/ 2082376 h 3341254"/>
              <a:gd name="connsiteX3386" fmla="*/ 1047209 w 6545688"/>
              <a:gd name="connsiteY3386" fmla="*/ 2082991 h 3341254"/>
              <a:gd name="connsiteX3387" fmla="*/ 1029458 w 6545688"/>
              <a:gd name="connsiteY3387" fmla="*/ 2082991 h 3341254"/>
              <a:gd name="connsiteX3388" fmla="*/ 1028380 w 6545688"/>
              <a:gd name="connsiteY3388" fmla="*/ 2082376 h 3341254"/>
              <a:gd name="connsiteX3389" fmla="*/ 1019466 w 6545688"/>
              <a:gd name="connsiteY3389" fmla="*/ 2067006 h 3341254"/>
              <a:gd name="connsiteX3390" fmla="*/ 1019466 w 6545688"/>
              <a:gd name="connsiteY3390" fmla="*/ 2065775 h 3341254"/>
              <a:gd name="connsiteX3391" fmla="*/ 1028380 w 6545688"/>
              <a:gd name="connsiteY3391" fmla="*/ 2050405 h 3341254"/>
              <a:gd name="connsiteX3392" fmla="*/ 1029458 w 6545688"/>
              <a:gd name="connsiteY3392" fmla="*/ 2049790 h 3341254"/>
              <a:gd name="connsiteX3393" fmla="*/ 1212216 w 6545688"/>
              <a:gd name="connsiteY3393" fmla="*/ 2049482 h 3341254"/>
              <a:gd name="connsiteX3394" fmla="*/ 1230280 w 6545688"/>
              <a:gd name="connsiteY3394" fmla="*/ 2049482 h 3341254"/>
              <a:gd name="connsiteX3395" fmla="*/ 1231355 w 6545688"/>
              <a:gd name="connsiteY3395" fmla="*/ 2050097 h 3341254"/>
              <a:gd name="connsiteX3396" fmla="*/ 1240346 w 6545688"/>
              <a:gd name="connsiteY3396" fmla="*/ 2065775 h 3341254"/>
              <a:gd name="connsiteX3397" fmla="*/ 1240346 w 6545688"/>
              <a:gd name="connsiteY3397" fmla="*/ 2067082 h 3341254"/>
              <a:gd name="connsiteX3398" fmla="*/ 1231279 w 6545688"/>
              <a:gd name="connsiteY3398" fmla="*/ 2082760 h 3341254"/>
              <a:gd name="connsiteX3399" fmla="*/ 1230198 w 6545688"/>
              <a:gd name="connsiteY3399" fmla="*/ 2083375 h 3341254"/>
              <a:gd name="connsiteX3400" fmla="*/ 1212144 w 6545688"/>
              <a:gd name="connsiteY3400" fmla="*/ 2083375 h 3341254"/>
              <a:gd name="connsiteX3401" fmla="*/ 1211061 w 6545688"/>
              <a:gd name="connsiteY3401" fmla="*/ 2082760 h 3341254"/>
              <a:gd name="connsiteX3402" fmla="*/ 1202070 w 6545688"/>
              <a:gd name="connsiteY3402" fmla="*/ 2067082 h 3341254"/>
              <a:gd name="connsiteX3403" fmla="*/ 1202070 w 6545688"/>
              <a:gd name="connsiteY3403" fmla="*/ 2065775 h 3341254"/>
              <a:gd name="connsiteX3404" fmla="*/ 1211139 w 6545688"/>
              <a:gd name="connsiteY3404" fmla="*/ 2050097 h 3341254"/>
              <a:gd name="connsiteX3405" fmla="*/ 1212216 w 6545688"/>
              <a:gd name="connsiteY3405" fmla="*/ 2049482 h 3341254"/>
              <a:gd name="connsiteX3406" fmla="*/ 2675267 w 6545688"/>
              <a:gd name="connsiteY3406" fmla="*/ 2048330 h 3341254"/>
              <a:gd name="connsiteX3407" fmla="*/ 2694557 w 6545688"/>
              <a:gd name="connsiteY3407" fmla="*/ 2048330 h 3341254"/>
              <a:gd name="connsiteX3408" fmla="*/ 2695712 w 6545688"/>
              <a:gd name="connsiteY3408" fmla="*/ 2049021 h 3341254"/>
              <a:gd name="connsiteX3409" fmla="*/ 2705318 w 6545688"/>
              <a:gd name="connsiteY3409" fmla="*/ 2065699 h 3341254"/>
              <a:gd name="connsiteX3410" fmla="*/ 2705318 w 6545688"/>
              <a:gd name="connsiteY3410" fmla="*/ 2067082 h 3341254"/>
              <a:gd name="connsiteX3411" fmla="*/ 2695712 w 6545688"/>
              <a:gd name="connsiteY3411" fmla="*/ 2083760 h 3341254"/>
              <a:gd name="connsiteX3412" fmla="*/ 2694557 w 6545688"/>
              <a:gd name="connsiteY3412" fmla="*/ 2084451 h 3341254"/>
              <a:gd name="connsiteX3413" fmla="*/ 2675267 w 6545688"/>
              <a:gd name="connsiteY3413" fmla="*/ 2084451 h 3341254"/>
              <a:gd name="connsiteX3414" fmla="*/ 2674114 w 6545688"/>
              <a:gd name="connsiteY3414" fmla="*/ 2083760 h 3341254"/>
              <a:gd name="connsiteX3415" fmla="*/ 2664508 w 6545688"/>
              <a:gd name="connsiteY3415" fmla="*/ 2067082 h 3341254"/>
              <a:gd name="connsiteX3416" fmla="*/ 2664508 w 6545688"/>
              <a:gd name="connsiteY3416" fmla="*/ 2065699 h 3341254"/>
              <a:gd name="connsiteX3417" fmla="*/ 2674114 w 6545688"/>
              <a:gd name="connsiteY3417" fmla="*/ 2049021 h 3341254"/>
              <a:gd name="connsiteX3418" fmla="*/ 2675267 w 6545688"/>
              <a:gd name="connsiteY3418" fmla="*/ 2048330 h 3341254"/>
              <a:gd name="connsiteX3419" fmla="*/ 1120149 w 6545688"/>
              <a:gd name="connsiteY3419" fmla="*/ 2048330 h 3341254"/>
              <a:gd name="connsiteX3420" fmla="*/ 1139436 w 6545688"/>
              <a:gd name="connsiteY3420" fmla="*/ 2048330 h 3341254"/>
              <a:gd name="connsiteX3421" fmla="*/ 1140586 w 6545688"/>
              <a:gd name="connsiteY3421" fmla="*/ 2049021 h 3341254"/>
              <a:gd name="connsiteX3422" fmla="*/ 1150197 w 6545688"/>
              <a:gd name="connsiteY3422" fmla="*/ 2065699 h 3341254"/>
              <a:gd name="connsiteX3423" fmla="*/ 1150197 w 6545688"/>
              <a:gd name="connsiteY3423" fmla="*/ 2067082 h 3341254"/>
              <a:gd name="connsiteX3424" fmla="*/ 1140586 w 6545688"/>
              <a:gd name="connsiteY3424" fmla="*/ 2083760 h 3341254"/>
              <a:gd name="connsiteX3425" fmla="*/ 1139436 w 6545688"/>
              <a:gd name="connsiteY3425" fmla="*/ 2084451 h 3341254"/>
              <a:gd name="connsiteX3426" fmla="*/ 1120149 w 6545688"/>
              <a:gd name="connsiteY3426" fmla="*/ 2084451 h 3341254"/>
              <a:gd name="connsiteX3427" fmla="*/ 1118985 w 6545688"/>
              <a:gd name="connsiteY3427" fmla="*/ 2083760 h 3341254"/>
              <a:gd name="connsiteX3428" fmla="*/ 1109382 w 6545688"/>
              <a:gd name="connsiteY3428" fmla="*/ 2067082 h 3341254"/>
              <a:gd name="connsiteX3429" fmla="*/ 1109382 w 6545688"/>
              <a:gd name="connsiteY3429" fmla="*/ 2065699 h 3341254"/>
              <a:gd name="connsiteX3430" fmla="*/ 1118985 w 6545688"/>
              <a:gd name="connsiteY3430" fmla="*/ 2049021 h 3341254"/>
              <a:gd name="connsiteX3431" fmla="*/ 1120149 w 6545688"/>
              <a:gd name="connsiteY3431" fmla="*/ 2048330 h 3341254"/>
              <a:gd name="connsiteX3432" fmla="*/ 3315004 w 6545688"/>
              <a:gd name="connsiteY3432" fmla="*/ 2047100 h 3341254"/>
              <a:gd name="connsiteX3433" fmla="*/ 3335602 w 6545688"/>
              <a:gd name="connsiteY3433" fmla="*/ 2047100 h 3341254"/>
              <a:gd name="connsiteX3434" fmla="*/ 3336832 w 6545688"/>
              <a:gd name="connsiteY3434" fmla="*/ 2047791 h 3341254"/>
              <a:gd name="connsiteX3435" fmla="*/ 3347131 w 6545688"/>
              <a:gd name="connsiteY3435" fmla="*/ 2065622 h 3341254"/>
              <a:gd name="connsiteX3436" fmla="*/ 3347131 w 6545688"/>
              <a:gd name="connsiteY3436" fmla="*/ 2067082 h 3341254"/>
              <a:gd name="connsiteX3437" fmla="*/ 3336832 w 6545688"/>
              <a:gd name="connsiteY3437" fmla="*/ 2084912 h 3341254"/>
              <a:gd name="connsiteX3438" fmla="*/ 3335602 w 6545688"/>
              <a:gd name="connsiteY3438" fmla="*/ 2085603 h 3341254"/>
              <a:gd name="connsiteX3439" fmla="*/ 3315004 w 6545688"/>
              <a:gd name="connsiteY3439" fmla="*/ 2085603 h 3341254"/>
              <a:gd name="connsiteX3440" fmla="*/ 3313776 w 6545688"/>
              <a:gd name="connsiteY3440" fmla="*/ 2084912 h 3341254"/>
              <a:gd name="connsiteX3441" fmla="*/ 3303476 w 6545688"/>
              <a:gd name="connsiteY3441" fmla="*/ 2067082 h 3341254"/>
              <a:gd name="connsiteX3442" fmla="*/ 3303476 w 6545688"/>
              <a:gd name="connsiteY3442" fmla="*/ 2065622 h 3341254"/>
              <a:gd name="connsiteX3443" fmla="*/ 3313776 w 6545688"/>
              <a:gd name="connsiteY3443" fmla="*/ 2047791 h 3341254"/>
              <a:gd name="connsiteX3444" fmla="*/ 3315004 w 6545688"/>
              <a:gd name="connsiteY3444" fmla="*/ 2047100 h 3341254"/>
              <a:gd name="connsiteX3445" fmla="*/ 4686628 w 6545688"/>
              <a:gd name="connsiteY3445" fmla="*/ 2046101 h 3341254"/>
              <a:gd name="connsiteX3446" fmla="*/ 4708302 w 6545688"/>
              <a:gd name="connsiteY3446" fmla="*/ 2046101 h 3341254"/>
              <a:gd name="connsiteX3447" fmla="*/ 4709608 w 6545688"/>
              <a:gd name="connsiteY3447" fmla="*/ 2046870 h 3341254"/>
              <a:gd name="connsiteX3448" fmla="*/ 4720445 w 6545688"/>
              <a:gd name="connsiteY3448" fmla="*/ 2065622 h 3341254"/>
              <a:gd name="connsiteX3449" fmla="*/ 4720445 w 6545688"/>
              <a:gd name="connsiteY3449" fmla="*/ 2067159 h 3341254"/>
              <a:gd name="connsiteX3450" fmla="*/ 4709608 w 6545688"/>
              <a:gd name="connsiteY3450" fmla="*/ 2085911 h 3341254"/>
              <a:gd name="connsiteX3451" fmla="*/ 4708302 w 6545688"/>
              <a:gd name="connsiteY3451" fmla="*/ 2086680 h 3341254"/>
              <a:gd name="connsiteX3452" fmla="*/ 4686628 w 6545688"/>
              <a:gd name="connsiteY3452" fmla="*/ 2086680 h 3341254"/>
              <a:gd name="connsiteX3453" fmla="*/ 4685322 w 6545688"/>
              <a:gd name="connsiteY3453" fmla="*/ 2085911 h 3341254"/>
              <a:gd name="connsiteX3454" fmla="*/ 4674485 w 6545688"/>
              <a:gd name="connsiteY3454" fmla="*/ 2067159 h 3341254"/>
              <a:gd name="connsiteX3455" fmla="*/ 4674485 w 6545688"/>
              <a:gd name="connsiteY3455" fmla="*/ 2065622 h 3341254"/>
              <a:gd name="connsiteX3456" fmla="*/ 4685322 w 6545688"/>
              <a:gd name="connsiteY3456" fmla="*/ 2046870 h 3341254"/>
              <a:gd name="connsiteX3457" fmla="*/ 4686628 w 6545688"/>
              <a:gd name="connsiteY3457" fmla="*/ 2046101 h 3341254"/>
              <a:gd name="connsiteX3458" fmla="*/ 661553 w 6545688"/>
              <a:gd name="connsiteY3458" fmla="*/ 2046101 h 3341254"/>
              <a:gd name="connsiteX3459" fmla="*/ 683228 w 6545688"/>
              <a:gd name="connsiteY3459" fmla="*/ 2046101 h 3341254"/>
              <a:gd name="connsiteX3460" fmla="*/ 684533 w 6545688"/>
              <a:gd name="connsiteY3460" fmla="*/ 2046870 h 3341254"/>
              <a:gd name="connsiteX3461" fmla="*/ 695369 w 6545688"/>
              <a:gd name="connsiteY3461" fmla="*/ 2065622 h 3341254"/>
              <a:gd name="connsiteX3462" fmla="*/ 695369 w 6545688"/>
              <a:gd name="connsiteY3462" fmla="*/ 2067159 h 3341254"/>
              <a:gd name="connsiteX3463" fmla="*/ 684533 w 6545688"/>
              <a:gd name="connsiteY3463" fmla="*/ 2085911 h 3341254"/>
              <a:gd name="connsiteX3464" fmla="*/ 683228 w 6545688"/>
              <a:gd name="connsiteY3464" fmla="*/ 2086680 h 3341254"/>
              <a:gd name="connsiteX3465" fmla="*/ 661553 w 6545688"/>
              <a:gd name="connsiteY3465" fmla="*/ 2086680 h 3341254"/>
              <a:gd name="connsiteX3466" fmla="*/ 660256 w 6545688"/>
              <a:gd name="connsiteY3466" fmla="*/ 2085911 h 3341254"/>
              <a:gd name="connsiteX3467" fmla="*/ 649410 w 6545688"/>
              <a:gd name="connsiteY3467" fmla="*/ 2067159 h 3341254"/>
              <a:gd name="connsiteX3468" fmla="*/ 649410 w 6545688"/>
              <a:gd name="connsiteY3468" fmla="*/ 2065622 h 3341254"/>
              <a:gd name="connsiteX3469" fmla="*/ 660256 w 6545688"/>
              <a:gd name="connsiteY3469" fmla="*/ 2046870 h 3341254"/>
              <a:gd name="connsiteX3470" fmla="*/ 661553 w 6545688"/>
              <a:gd name="connsiteY3470" fmla="*/ 2046101 h 3341254"/>
              <a:gd name="connsiteX3471" fmla="*/ 478328 w 6545688"/>
              <a:gd name="connsiteY3471" fmla="*/ 2045562 h 3341254"/>
              <a:gd name="connsiteX3472" fmla="*/ 500549 w 6545688"/>
              <a:gd name="connsiteY3472" fmla="*/ 2045562 h 3341254"/>
              <a:gd name="connsiteX3473" fmla="*/ 501925 w 6545688"/>
              <a:gd name="connsiteY3473" fmla="*/ 2046331 h 3341254"/>
              <a:gd name="connsiteX3474" fmla="*/ 513070 w 6545688"/>
              <a:gd name="connsiteY3474" fmla="*/ 2065622 h 3341254"/>
              <a:gd name="connsiteX3475" fmla="*/ 513070 w 6545688"/>
              <a:gd name="connsiteY3475" fmla="*/ 2067157 h 3341254"/>
              <a:gd name="connsiteX3476" fmla="*/ 501925 w 6545688"/>
              <a:gd name="connsiteY3476" fmla="*/ 2086448 h 3341254"/>
              <a:gd name="connsiteX3477" fmla="*/ 500549 w 6545688"/>
              <a:gd name="connsiteY3477" fmla="*/ 2087217 h 3341254"/>
              <a:gd name="connsiteX3478" fmla="*/ 478328 w 6545688"/>
              <a:gd name="connsiteY3478" fmla="*/ 2087217 h 3341254"/>
              <a:gd name="connsiteX3479" fmla="*/ 476954 w 6545688"/>
              <a:gd name="connsiteY3479" fmla="*/ 2086448 h 3341254"/>
              <a:gd name="connsiteX3480" fmla="*/ 465808 w 6545688"/>
              <a:gd name="connsiteY3480" fmla="*/ 2067157 h 3341254"/>
              <a:gd name="connsiteX3481" fmla="*/ 465808 w 6545688"/>
              <a:gd name="connsiteY3481" fmla="*/ 2065622 h 3341254"/>
              <a:gd name="connsiteX3482" fmla="*/ 476954 w 6545688"/>
              <a:gd name="connsiteY3482" fmla="*/ 2046331 h 3341254"/>
              <a:gd name="connsiteX3483" fmla="*/ 478328 w 6545688"/>
              <a:gd name="connsiteY3483" fmla="*/ 2045562 h 3341254"/>
              <a:gd name="connsiteX3484" fmla="*/ 4503407 w 6545688"/>
              <a:gd name="connsiteY3484" fmla="*/ 2045408 h 3341254"/>
              <a:gd name="connsiteX3485" fmla="*/ 4525772 w 6545688"/>
              <a:gd name="connsiteY3485" fmla="*/ 2045408 h 3341254"/>
              <a:gd name="connsiteX3486" fmla="*/ 4527156 w 6545688"/>
              <a:gd name="connsiteY3486" fmla="*/ 2046177 h 3341254"/>
              <a:gd name="connsiteX3487" fmla="*/ 4538376 w 6545688"/>
              <a:gd name="connsiteY3487" fmla="*/ 2065544 h 3341254"/>
              <a:gd name="connsiteX3488" fmla="*/ 4538376 w 6545688"/>
              <a:gd name="connsiteY3488" fmla="*/ 2067157 h 3341254"/>
              <a:gd name="connsiteX3489" fmla="*/ 4527156 w 6545688"/>
              <a:gd name="connsiteY3489" fmla="*/ 2086526 h 3341254"/>
              <a:gd name="connsiteX3490" fmla="*/ 4525772 w 6545688"/>
              <a:gd name="connsiteY3490" fmla="*/ 2087293 h 3341254"/>
              <a:gd name="connsiteX3491" fmla="*/ 4503407 w 6545688"/>
              <a:gd name="connsiteY3491" fmla="*/ 2087293 h 3341254"/>
              <a:gd name="connsiteX3492" fmla="*/ 4502025 w 6545688"/>
              <a:gd name="connsiteY3492" fmla="*/ 2086526 h 3341254"/>
              <a:gd name="connsiteX3493" fmla="*/ 4490805 w 6545688"/>
              <a:gd name="connsiteY3493" fmla="*/ 2067157 h 3341254"/>
              <a:gd name="connsiteX3494" fmla="*/ 4490805 w 6545688"/>
              <a:gd name="connsiteY3494" fmla="*/ 2065544 h 3341254"/>
              <a:gd name="connsiteX3495" fmla="*/ 4502025 w 6545688"/>
              <a:gd name="connsiteY3495" fmla="*/ 2046177 h 3341254"/>
              <a:gd name="connsiteX3496" fmla="*/ 4503407 w 6545688"/>
              <a:gd name="connsiteY3496" fmla="*/ 2045408 h 3341254"/>
              <a:gd name="connsiteX3497" fmla="*/ 4594787 w 6545688"/>
              <a:gd name="connsiteY3497" fmla="*/ 2045254 h 3341254"/>
              <a:gd name="connsiteX3498" fmla="*/ 4617305 w 6545688"/>
              <a:gd name="connsiteY3498" fmla="*/ 2045254 h 3341254"/>
              <a:gd name="connsiteX3499" fmla="*/ 4618688 w 6545688"/>
              <a:gd name="connsiteY3499" fmla="*/ 2046023 h 3341254"/>
              <a:gd name="connsiteX3500" fmla="*/ 4629986 w 6545688"/>
              <a:gd name="connsiteY3500" fmla="*/ 2065544 h 3341254"/>
              <a:gd name="connsiteX3501" fmla="*/ 4629986 w 6545688"/>
              <a:gd name="connsiteY3501" fmla="*/ 2067157 h 3341254"/>
              <a:gd name="connsiteX3502" fmla="*/ 4618688 w 6545688"/>
              <a:gd name="connsiteY3502" fmla="*/ 2086678 h 3341254"/>
              <a:gd name="connsiteX3503" fmla="*/ 4617305 w 6545688"/>
              <a:gd name="connsiteY3503" fmla="*/ 2087447 h 3341254"/>
              <a:gd name="connsiteX3504" fmla="*/ 4594787 w 6545688"/>
              <a:gd name="connsiteY3504" fmla="*/ 2087447 h 3341254"/>
              <a:gd name="connsiteX3505" fmla="*/ 4593403 w 6545688"/>
              <a:gd name="connsiteY3505" fmla="*/ 2086678 h 3341254"/>
              <a:gd name="connsiteX3506" fmla="*/ 4582107 w 6545688"/>
              <a:gd name="connsiteY3506" fmla="*/ 2067157 h 3341254"/>
              <a:gd name="connsiteX3507" fmla="*/ 4582107 w 6545688"/>
              <a:gd name="connsiteY3507" fmla="*/ 2065544 h 3341254"/>
              <a:gd name="connsiteX3508" fmla="*/ 4593403 w 6545688"/>
              <a:gd name="connsiteY3508" fmla="*/ 2046023 h 3341254"/>
              <a:gd name="connsiteX3509" fmla="*/ 4594787 w 6545688"/>
              <a:gd name="connsiteY3509" fmla="*/ 2045254 h 3341254"/>
              <a:gd name="connsiteX3510" fmla="*/ 4411718 w 6545688"/>
              <a:gd name="connsiteY3510" fmla="*/ 2045178 h 3341254"/>
              <a:gd name="connsiteX3511" fmla="*/ 4434391 w 6545688"/>
              <a:gd name="connsiteY3511" fmla="*/ 2045178 h 3341254"/>
              <a:gd name="connsiteX3512" fmla="*/ 4435774 w 6545688"/>
              <a:gd name="connsiteY3512" fmla="*/ 2045947 h 3341254"/>
              <a:gd name="connsiteX3513" fmla="*/ 4447148 w 6545688"/>
              <a:gd name="connsiteY3513" fmla="*/ 2065622 h 3341254"/>
              <a:gd name="connsiteX3514" fmla="*/ 4447148 w 6545688"/>
              <a:gd name="connsiteY3514" fmla="*/ 2067235 h 3341254"/>
              <a:gd name="connsiteX3515" fmla="*/ 4435774 w 6545688"/>
              <a:gd name="connsiteY3515" fmla="*/ 2086910 h 3341254"/>
              <a:gd name="connsiteX3516" fmla="*/ 4434391 w 6545688"/>
              <a:gd name="connsiteY3516" fmla="*/ 2087679 h 3341254"/>
              <a:gd name="connsiteX3517" fmla="*/ 4411718 w 6545688"/>
              <a:gd name="connsiteY3517" fmla="*/ 2087679 h 3341254"/>
              <a:gd name="connsiteX3518" fmla="*/ 4410336 w 6545688"/>
              <a:gd name="connsiteY3518" fmla="*/ 2086910 h 3341254"/>
              <a:gd name="connsiteX3519" fmla="*/ 4398962 w 6545688"/>
              <a:gd name="connsiteY3519" fmla="*/ 2067235 h 3341254"/>
              <a:gd name="connsiteX3520" fmla="*/ 4398962 w 6545688"/>
              <a:gd name="connsiteY3520" fmla="*/ 2065622 h 3341254"/>
              <a:gd name="connsiteX3521" fmla="*/ 4410336 w 6545688"/>
              <a:gd name="connsiteY3521" fmla="*/ 2045947 h 3341254"/>
              <a:gd name="connsiteX3522" fmla="*/ 4411718 w 6545688"/>
              <a:gd name="connsiteY3522" fmla="*/ 2045178 h 3341254"/>
              <a:gd name="connsiteX3523" fmla="*/ 752545 w 6545688"/>
              <a:gd name="connsiteY3523" fmla="*/ 2045178 h 3341254"/>
              <a:gd name="connsiteX3524" fmla="*/ 775221 w 6545688"/>
              <a:gd name="connsiteY3524" fmla="*/ 2045178 h 3341254"/>
              <a:gd name="connsiteX3525" fmla="*/ 776605 w 6545688"/>
              <a:gd name="connsiteY3525" fmla="*/ 2045947 h 3341254"/>
              <a:gd name="connsiteX3526" fmla="*/ 787978 w 6545688"/>
              <a:gd name="connsiteY3526" fmla="*/ 2065622 h 3341254"/>
              <a:gd name="connsiteX3527" fmla="*/ 787978 w 6545688"/>
              <a:gd name="connsiteY3527" fmla="*/ 2067235 h 3341254"/>
              <a:gd name="connsiteX3528" fmla="*/ 776605 w 6545688"/>
              <a:gd name="connsiteY3528" fmla="*/ 2086910 h 3341254"/>
              <a:gd name="connsiteX3529" fmla="*/ 775221 w 6545688"/>
              <a:gd name="connsiteY3529" fmla="*/ 2087679 h 3341254"/>
              <a:gd name="connsiteX3530" fmla="*/ 752545 w 6545688"/>
              <a:gd name="connsiteY3530" fmla="*/ 2087679 h 3341254"/>
              <a:gd name="connsiteX3531" fmla="*/ 751171 w 6545688"/>
              <a:gd name="connsiteY3531" fmla="*/ 2086910 h 3341254"/>
              <a:gd name="connsiteX3532" fmla="*/ 739797 w 6545688"/>
              <a:gd name="connsiteY3532" fmla="*/ 2067235 h 3341254"/>
              <a:gd name="connsiteX3533" fmla="*/ 739797 w 6545688"/>
              <a:gd name="connsiteY3533" fmla="*/ 2065622 h 3341254"/>
              <a:gd name="connsiteX3534" fmla="*/ 751171 w 6545688"/>
              <a:gd name="connsiteY3534" fmla="*/ 2045947 h 3341254"/>
              <a:gd name="connsiteX3535" fmla="*/ 752545 w 6545688"/>
              <a:gd name="connsiteY3535" fmla="*/ 2045178 h 3341254"/>
              <a:gd name="connsiteX3536" fmla="*/ 3405233 w 6545688"/>
              <a:gd name="connsiteY3536" fmla="*/ 2044717 h 3341254"/>
              <a:gd name="connsiteX3537" fmla="*/ 3428367 w 6545688"/>
              <a:gd name="connsiteY3537" fmla="*/ 2044717 h 3341254"/>
              <a:gd name="connsiteX3538" fmla="*/ 3429749 w 6545688"/>
              <a:gd name="connsiteY3538" fmla="*/ 2045562 h 3341254"/>
              <a:gd name="connsiteX3539" fmla="*/ 3441279 w 6545688"/>
              <a:gd name="connsiteY3539" fmla="*/ 2065622 h 3341254"/>
              <a:gd name="connsiteX3540" fmla="*/ 3441279 w 6545688"/>
              <a:gd name="connsiteY3540" fmla="*/ 2067235 h 3341254"/>
              <a:gd name="connsiteX3541" fmla="*/ 3429673 w 6545688"/>
              <a:gd name="connsiteY3541" fmla="*/ 2087295 h 3341254"/>
              <a:gd name="connsiteX3542" fmla="*/ 3428289 w 6545688"/>
              <a:gd name="connsiteY3542" fmla="*/ 2088140 h 3341254"/>
              <a:gd name="connsiteX3543" fmla="*/ 3405155 w 6545688"/>
              <a:gd name="connsiteY3543" fmla="*/ 2088140 h 3341254"/>
              <a:gd name="connsiteX3544" fmla="*/ 3403773 w 6545688"/>
              <a:gd name="connsiteY3544" fmla="*/ 2087295 h 3341254"/>
              <a:gd name="connsiteX3545" fmla="*/ 3392246 w 6545688"/>
              <a:gd name="connsiteY3545" fmla="*/ 2067235 h 3341254"/>
              <a:gd name="connsiteX3546" fmla="*/ 3392246 w 6545688"/>
              <a:gd name="connsiteY3546" fmla="*/ 2065622 h 3341254"/>
              <a:gd name="connsiteX3547" fmla="*/ 3403849 w 6545688"/>
              <a:gd name="connsiteY3547" fmla="*/ 2045562 h 3341254"/>
              <a:gd name="connsiteX3548" fmla="*/ 3405233 w 6545688"/>
              <a:gd name="connsiteY3548" fmla="*/ 2044717 h 3341254"/>
              <a:gd name="connsiteX3549" fmla="*/ 4319725 w 6545688"/>
              <a:gd name="connsiteY3549" fmla="*/ 2044180 h 3341254"/>
              <a:gd name="connsiteX3550" fmla="*/ 4343474 w 6545688"/>
              <a:gd name="connsiteY3550" fmla="*/ 2044180 h 3341254"/>
              <a:gd name="connsiteX3551" fmla="*/ 4344934 w 6545688"/>
              <a:gd name="connsiteY3551" fmla="*/ 2045024 h 3341254"/>
              <a:gd name="connsiteX3552" fmla="*/ 4356769 w 6545688"/>
              <a:gd name="connsiteY3552" fmla="*/ 2065622 h 3341254"/>
              <a:gd name="connsiteX3553" fmla="*/ 4356769 w 6545688"/>
              <a:gd name="connsiteY3553" fmla="*/ 2067313 h 3341254"/>
              <a:gd name="connsiteX3554" fmla="*/ 4344856 w 6545688"/>
              <a:gd name="connsiteY3554" fmla="*/ 2087910 h 3341254"/>
              <a:gd name="connsiteX3555" fmla="*/ 4343398 w 6545688"/>
              <a:gd name="connsiteY3555" fmla="*/ 2088755 h 3341254"/>
              <a:gd name="connsiteX3556" fmla="*/ 4319649 w 6545688"/>
              <a:gd name="connsiteY3556" fmla="*/ 2088755 h 3341254"/>
              <a:gd name="connsiteX3557" fmla="*/ 4318190 w 6545688"/>
              <a:gd name="connsiteY3557" fmla="*/ 2087910 h 3341254"/>
              <a:gd name="connsiteX3558" fmla="*/ 4306354 w 6545688"/>
              <a:gd name="connsiteY3558" fmla="*/ 2067313 h 3341254"/>
              <a:gd name="connsiteX3559" fmla="*/ 4306354 w 6545688"/>
              <a:gd name="connsiteY3559" fmla="*/ 2065622 h 3341254"/>
              <a:gd name="connsiteX3560" fmla="*/ 4318265 w 6545688"/>
              <a:gd name="connsiteY3560" fmla="*/ 2045024 h 3341254"/>
              <a:gd name="connsiteX3561" fmla="*/ 4319725 w 6545688"/>
              <a:gd name="connsiteY3561" fmla="*/ 2044180 h 3341254"/>
              <a:gd name="connsiteX3562" fmla="*/ 2581197 w 6545688"/>
              <a:gd name="connsiteY3562" fmla="*/ 2043487 h 3341254"/>
              <a:gd name="connsiteX3563" fmla="*/ 2605714 w 6545688"/>
              <a:gd name="connsiteY3563" fmla="*/ 2043487 h 3341254"/>
              <a:gd name="connsiteX3564" fmla="*/ 2607174 w 6545688"/>
              <a:gd name="connsiteY3564" fmla="*/ 2044332 h 3341254"/>
              <a:gd name="connsiteX3565" fmla="*/ 2619393 w 6545688"/>
              <a:gd name="connsiteY3565" fmla="*/ 2065544 h 3341254"/>
              <a:gd name="connsiteX3566" fmla="*/ 2619393 w 6545688"/>
              <a:gd name="connsiteY3566" fmla="*/ 2067311 h 3341254"/>
              <a:gd name="connsiteX3567" fmla="*/ 2607174 w 6545688"/>
              <a:gd name="connsiteY3567" fmla="*/ 2088523 h 3341254"/>
              <a:gd name="connsiteX3568" fmla="*/ 2605714 w 6545688"/>
              <a:gd name="connsiteY3568" fmla="*/ 2089368 h 3341254"/>
              <a:gd name="connsiteX3569" fmla="*/ 2581197 w 6545688"/>
              <a:gd name="connsiteY3569" fmla="*/ 2089368 h 3341254"/>
              <a:gd name="connsiteX3570" fmla="*/ 2579737 w 6545688"/>
              <a:gd name="connsiteY3570" fmla="*/ 2088523 h 3341254"/>
              <a:gd name="connsiteX3571" fmla="*/ 2567518 w 6545688"/>
              <a:gd name="connsiteY3571" fmla="*/ 2067311 h 3341254"/>
              <a:gd name="connsiteX3572" fmla="*/ 2567518 w 6545688"/>
              <a:gd name="connsiteY3572" fmla="*/ 2065544 h 3341254"/>
              <a:gd name="connsiteX3573" fmla="*/ 2579737 w 6545688"/>
              <a:gd name="connsiteY3573" fmla="*/ 2044332 h 3341254"/>
              <a:gd name="connsiteX3574" fmla="*/ 2581197 w 6545688"/>
              <a:gd name="connsiteY3574" fmla="*/ 2043487 h 3341254"/>
              <a:gd name="connsiteX3575" fmla="*/ 3495842 w 6545688"/>
              <a:gd name="connsiteY3575" fmla="*/ 2043179 h 3341254"/>
              <a:gd name="connsiteX3576" fmla="*/ 3520667 w 6545688"/>
              <a:gd name="connsiteY3576" fmla="*/ 2043179 h 3341254"/>
              <a:gd name="connsiteX3577" fmla="*/ 3522206 w 6545688"/>
              <a:gd name="connsiteY3577" fmla="*/ 2044024 h 3341254"/>
              <a:gd name="connsiteX3578" fmla="*/ 3534578 w 6545688"/>
              <a:gd name="connsiteY3578" fmla="*/ 2065468 h 3341254"/>
              <a:gd name="connsiteX3579" fmla="*/ 3534578 w 6545688"/>
              <a:gd name="connsiteY3579" fmla="*/ 2067235 h 3341254"/>
              <a:gd name="connsiteX3580" fmla="*/ 3522206 w 6545688"/>
              <a:gd name="connsiteY3580" fmla="*/ 2088677 h 3341254"/>
              <a:gd name="connsiteX3581" fmla="*/ 3520667 w 6545688"/>
              <a:gd name="connsiteY3581" fmla="*/ 2089522 h 3341254"/>
              <a:gd name="connsiteX3582" fmla="*/ 3495842 w 6545688"/>
              <a:gd name="connsiteY3582" fmla="*/ 2089522 h 3341254"/>
              <a:gd name="connsiteX3583" fmla="*/ 3494307 w 6545688"/>
              <a:gd name="connsiteY3583" fmla="*/ 2088677 h 3341254"/>
              <a:gd name="connsiteX3584" fmla="*/ 3481932 w 6545688"/>
              <a:gd name="connsiteY3584" fmla="*/ 2067235 h 3341254"/>
              <a:gd name="connsiteX3585" fmla="*/ 3481932 w 6545688"/>
              <a:gd name="connsiteY3585" fmla="*/ 2065468 h 3341254"/>
              <a:gd name="connsiteX3586" fmla="*/ 3494307 w 6545688"/>
              <a:gd name="connsiteY3586" fmla="*/ 2044024 h 3341254"/>
              <a:gd name="connsiteX3587" fmla="*/ 3495842 w 6545688"/>
              <a:gd name="connsiteY3587" fmla="*/ 2043179 h 3341254"/>
              <a:gd name="connsiteX3588" fmla="*/ 4227577 w 6545688"/>
              <a:gd name="connsiteY3588" fmla="*/ 2042873 h 3341254"/>
              <a:gd name="connsiteX3589" fmla="*/ 4252630 w 6545688"/>
              <a:gd name="connsiteY3589" fmla="*/ 2042873 h 3341254"/>
              <a:gd name="connsiteX3590" fmla="*/ 4254168 w 6545688"/>
              <a:gd name="connsiteY3590" fmla="*/ 2043796 h 3341254"/>
              <a:gd name="connsiteX3591" fmla="*/ 4266694 w 6545688"/>
              <a:gd name="connsiteY3591" fmla="*/ 2065546 h 3341254"/>
              <a:gd name="connsiteX3592" fmla="*/ 4266694 w 6545688"/>
              <a:gd name="connsiteY3592" fmla="*/ 2067313 h 3341254"/>
              <a:gd name="connsiteX3593" fmla="*/ 4254168 w 6545688"/>
              <a:gd name="connsiteY3593" fmla="*/ 2089063 h 3341254"/>
              <a:gd name="connsiteX3594" fmla="*/ 4252630 w 6545688"/>
              <a:gd name="connsiteY3594" fmla="*/ 2089985 h 3341254"/>
              <a:gd name="connsiteX3595" fmla="*/ 4227577 w 6545688"/>
              <a:gd name="connsiteY3595" fmla="*/ 2089985 h 3341254"/>
              <a:gd name="connsiteX3596" fmla="*/ 4226039 w 6545688"/>
              <a:gd name="connsiteY3596" fmla="*/ 2089063 h 3341254"/>
              <a:gd name="connsiteX3597" fmla="*/ 4213511 w 6545688"/>
              <a:gd name="connsiteY3597" fmla="*/ 2067313 h 3341254"/>
              <a:gd name="connsiteX3598" fmla="*/ 4213511 w 6545688"/>
              <a:gd name="connsiteY3598" fmla="*/ 2065546 h 3341254"/>
              <a:gd name="connsiteX3599" fmla="*/ 4226039 w 6545688"/>
              <a:gd name="connsiteY3599" fmla="*/ 2043796 h 3341254"/>
              <a:gd name="connsiteX3600" fmla="*/ 4227577 w 6545688"/>
              <a:gd name="connsiteY3600" fmla="*/ 2042873 h 3341254"/>
              <a:gd name="connsiteX3601" fmla="*/ 3678220 w 6545688"/>
              <a:gd name="connsiteY3601" fmla="*/ 2042027 h 3341254"/>
              <a:gd name="connsiteX3602" fmla="*/ 3704197 w 6545688"/>
              <a:gd name="connsiteY3602" fmla="*/ 2042027 h 3341254"/>
              <a:gd name="connsiteX3603" fmla="*/ 3705811 w 6545688"/>
              <a:gd name="connsiteY3603" fmla="*/ 2042949 h 3341254"/>
              <a:gd name="connsiteX3604" fmla="*/ 3718799 w 6545688"/>
              <a:gd name="connsiteY3604" fmla="*/ 2065468 h 3341254"/>
              <a:gd name="connsiteX3605" fmla="*/ 3718799 w 6545688"/>
              <a:gd name="connsiteY3605" fmla="*/ 2067311 h 3341254"/>
              <a:gd name="connsiteX3606" fmla="*/ 3705811 w 6545688"/>
              <a:gd name="connsiteY3606" fmla="*/ 2089830 h 3341254"/>
              <a:gd name="connsiteX3607" fmla="*/ 3704197 w 6545688"/>
              <a:gd name="connsiteY3607" fmla="*/ 2090752 h 3341254"/>
              <a:gd name="connsiteX3608" fmla="*/ 3678220 w 6545688"/>
              <a:gd name="connsiteY3608" fmla="*/ 2090752 h 3341254"/>
              <a:gd name="connsiteX3609" fmla="*/ 3676606 w 6545688"/>
              <a:gd name="connsiteY3609" fmla="*/ 2089830 h 3341254"/>
              <a:gd name="connsiteX3610" fmla="*/ 3663618 w 6545688"/>
              <a:gd name="connsiteY3610" fmla="*/ 2067311 h 3341254"/>
              <a:gd name="connsiteX3611" fmla="*/ 3663618 w 6545688"/>
              <a:gd name="connsiteY3611" fmla="*/ 2065468 h 3341254"/>
              <a:gd name="connsiteX3612" fmla="*/ 3676606 w 6545688"/>
              <a:gd name="connsiteY3612" fmla="*/ 2042949 h 3341254"/>
              <a:gd name="connsiteX3613" fmla="*/ 3678220 w 6545688"/>
              <a:gd name="connsiteY3613" fmla="*/ 2042027 h 3341254"/>
              <a:gd name="connsiteX3614" fmla="*/ 3586762 w 6545688"/>
              <a:gd name="connsiteY3614" fmla="*/ 2042027 h 3341254"/>
              <a:gd name="connsiteX3615" fmla="*/ 3612740 w 6545688"/>
              <a:gd name="connsiteY3615" fmla="*/ 2042027 h 3341254"/>
              <a:gd name="connsiteX3616" fmla="*/ 3614354 w 6545688"/>
              <a:gd name="connsiteY3616" fmla="*/ 2042949 h 3341254"/>
              <a:gd name="connsiteX3617" fmla="*/ 3627341 w 6545688"/>
              <a:gd name="connsiteY3617" fmla="*/ 2065468 h 3341254"/>
              <a:gd name="connsiteX3618" fmla="*/ 3627341 w 6545688"/>
              <a:gd name="connsiteY3618" fmla="*/ 2067311 h 3341254"/>
              <a:gd name="connsiteX3619" fmla="*/ 3614354 w 6545688"/>
              <a:gd name="connsiteY3619" fmla="*/ 2089830 h 3341254"/>
              <a:gd name="connsiteX3620" fmla="*/ 3612740 w 6545688"/>
              <a:gd name="connsiteY3620" fmla="*/ 2090752 h 3341254"/>
              <a:gd name="connsiteX3621" fmla="*/ 3586762 w 6545688"/>
              <a:gd name="connsiteY3621" fmla="*/ 2090752 h 3341254"/>
              <a:gd name="connsiteX3622" fmla="*/ 3585149 w 6545688"/>
              <a:gd name="connsiteY3622" fmla="*/ 2089830 h 3341254"/>
              <a:gd name="connsiteX3623" fmla="*/ 3572160 w 6545688"/>
              <a:gd name="connsiteY3623" fmla="*/ 2067311 h 3341254"/>
              <a:gd name="connsiteX3624" fmla="*/ 3572160 w 6545688"/>
              <a:gd name="connsiteY3624" fmla="*/ 2065468 h 3341254"/>
              <a:gd name="connsiteX3625" fmla="*/ 3585149 w 6545688"/>
              <a:gd name="connsiteY3625" fmla="*/ 2042949 h 3341254"/>
              <a:gd name="connsiteX3626" fmla="*/ 3586762 w 6545688"/>
              <a:gd name="connsiteY3626" fmla="*/ 2042027 h 3341254"/>
              <a:gd name="connsiteX3627" fmla="*/ 4043970 w 6545688"/>
              <a:gd name="connsiteY3627" fmla="*/ 2041797 h 3341254"/>
              <a:gd name="connsiteX3628" fmla="*/ 4070254 w 6545688"/>
              <a:gd name="connsiteY3628" fmla="*/ 2041797 h 3341254"/>
              <a:gd name="connsiteX3629" fmla="*/ 4071869 w 6545688"/>
              <a:gd name="connsiteY3629" fmla="*/ 2042720 h 3341254"/>
              <a:gd name="connsiteX3630" fmla="*/ 4085011 w 6545688"/>
              <a:gd name="connsiteY3630" fmla="*/ 2065468 h 3341254"/>
              <a:gd name="connsiteX3631" fmla="*/ 4085011 w 6545688"/>
              <a:gd name="connsiteY3631" fmla="*/ 2067313 h 3341254"/>
              <a:gd name="connsiteX3632" fmla="*/ 4071869 w 6545688"/>
              <a:gd name="connsiteY3632" fmla="*/ 2090061 h 3341254"/>
              <a:gd name="connsiteX3633" fmla="*/ 4070254 w 6545688"/>
              <a:gd name="connsiteY3633" fmla="*/ 2090984 h 3341254"/>
              <a:gd name="connsiteX3634" fmla="*/ 4043970 w 6545688"/>
              <a:gd name="connsiteY3634" fmla="*/ 2090984 h 3341254"/>
              <a:gd name="connsiteX3635" fmla="*/ 4042357 w 6545688"/>
              <a:gd name="connsiteY3635" fmla="*/ 2090061 h 3341254"/>
              <a:gd name="connsiteX3636" fmla="*/ 4029215 w 6545688"/>
              <a:gd name="connsiteY3636" fmla="*/ 2067313 h 3341254"/>
              <a:gd name="connsiteX3637" fmla="*/ 4029215 w 6545688"/>
              <a:gd name="connsiteY3637" fmla="*/ 2065468 h 3341254"/>
              <a:gd name="connsiteX3638" fmla="*/ 4042357 w 6545688"/>
              <a:gd name="connsiteY3638" fmla="*/ 2042720 h 3341254"/>
              <a:gd name="connsiteX3639" fmla="*/ 4043970 w 6545688"/>
              <a:gd name="connsiteY3639" fmla="*/ 2041797 h 3341254"/>
              <a:gd name="connsiteX3640" fmla="*/ 4135426 w 6545688"/>
              <a:gd name="connsiteY3640" fmla="*/ 2041643 h 3341254"/>
              <a:gd name="connsiteX3641" fmla="*/ 4161866 w 6545688"/>
              <a:gd name="connsiteY3641" fmla="*/ 2041643 h 3341254"/>
              <a:gd name="connsiteX3642" fmla="*/ 4163479 w 6545688"/>
              <a:gd name="connsiteY3642" fmla="*/ 2042566 h 3341254"/>
              <a:gd name="connsiteX3643" fmla="*/ 4176698 w 6545688"/>
              <a:gd name="connsiteY3643" fmla="*/ 2065468 h 3341254"/>
              <a:gd name="connsiteX3644" fmla="*/ 4176698 w 6545688"/>
              <a:gd name="connsiteY3644" fmla="*/ 2067313 h 3341254"/>
              <a:gd name="connsiteX3645" fmla="*/ 4163479 w 6545688"/>
              <a:gd name="connsiteY3645" fmla="*/ 2090215 h 3341254"/>
              <a:gd name="connsiteX3646" fmla="*/ 4161866 w 6545688"/>
              <a:gd name="connsiteY3646" fmla="*/ 2091138 h 3341254"/>
              <a:gd name="connsiteX3647" fmla="*/ 4135426 w 6545688"/>
              <a:gd name="connsiteY3647" fmla="*/ 2091138 h 3341254"/>
              <a:gd name="connsiteX3648" fmla="*/ 4133812 w 6545688"/>
              <a:gd name="connsiteY3648" fmla="*/ 2090215 h 3341254"/>
              <a:gd name="connsiteX3649" fmla="*/ 4120593 w 6545688"/>
              <a:gd name="connsiteY3649" fmla="*/ 2067313 h 3341254"/>
              <a:gd name="connsiteX3650" fmla="*/ 4120593 w 6545688"/>
              <a:gd name="connsiteY3650" fmla="*/ 2065468 h 3341254"/>
              <a:gd name="connsiteX3651" fmla="*/ 4133812 w 6545688"/>
              <a:gd name="connsiteY3651" fmla="*/ 2042566 h 3341254"/>
              <a:gd name="connsiteX3652" fmla="*/ 4135426 w 6545688"/>
              <a:gd name="connsiteY3652" fmla="*/ 2041643 h 3341254"/>
              <a:gd name="connsiteX3653" fmla="*/ 3769447 w 6545688"/>
              <a:gd name="connsiteY3653" fmla="*/ 2041643 h 3341254"/>
              <a:gd name="connsiteX3654" fmla="*/ 3795885 w 6545688"/>
              <a:gd name="connsiteY3654" fmla="*/ 2041643 h 3341254"/>
              <a:gd name="connsiteX3655" fmla="*/ 3797498 w 6545688"/>
              <a:gd name="connsiteY3655" fmla="*/ 2042566 h 3341254"/>
              <a:gd name="connsiteX3656" fmla="*/ 3810718 w 6545688"/>
              <a:gd name="connsiteY3656" fmla="*/ 2065468 h 3341254"/>
              <a:gd name="connsiteX3657" fmla="*/ 3810718 w 6545688"/>
              <a:gd name="connsiteY3657" fmla="*/ 2067313 h 3341254"/>
              <a:gd name="connsiteX3658" fmla="*/ 3797498 w 6545688"/>
              <a:gd name="connsiteY3658" fmla="*/ 2090215 h 3341254"/>
              <a:gd name="connsiteX3659" fmla="*/ 3795885 w 6545688"/>
              <a:gd name="connsiteY3659" fmla="*/ 2091138 h 3341254"/>
              <a:gd name="connsiteX3660" fmla="*/ 3769447 w 6545688"/>
              <a:gd name="connsiteY3660" fmla="*/ 2091138 h 3341254"/>
              <a:gd name="connsiteX3661" fmla="*/ 3767832 w 6545688"/>
              <a:gd name="connsiteY3661" fmla="*/ 2090215 h 3341254"/>
              <a:gd name="connsiteX3662" fmla="*/ 3754613 w 6545688"/>
              <a:gd name="connsiteY3662" fmla="*/ 2067313 h 3341254"/>
              <a:gd name="connsiteX3663" fmla="*/ 3754613 w 6545688"/>
              <a:gd name="connsiteY3663" fmla="*/ 2065468 h 3341254"/>
              <a:gd name="connsiteX3664" fmla="*/ 3767832 w 6545688"/>
              <a:gd name="connsiteY3664" fmla="*/ 2042566 h 3341254"/>
              <a:gd name="connsiteX3665" fmla="*/ 3769447 w 6545688"/>
              <a:gd name="connsiteY3665" fmla="*/ 2041643 h 3341254"/>
              <a:gd name="connsiteX3666" fmla="*/ 3860596 w 6545688"/>
              <a:gd name="connsiteY3666" fmla="*/ 2040950 h 3341254"/>
              <a:gd name="connsiteX3667" fmla="*/ 3887802 w 6545688"/>
              <a:gd name="connsiteY3667" fmla="*/ 2040950 h 3341254"/>
              <a:gd name="connsiteX3668" fmla="*/ 3889492 w 6545688"/>
              <a:gd name="connsiteY3668" fmla="*/ 2041949 h 3341254"/>
              <a:gd name="connsiteX3669" fmla="*/ 3903097 w 6545688"/>
              <a:gd name="connsiteY3669" fmla="*/ 2065468 h 3341254"/>
              <a:gd name="connsiteX3670" fmla="*/ 3903097 w 6545688"/>
              <a:gd name="connsiteY3670" fmla="*/ 2067389 h 3341254"/>
              <a:gd name="connsiteX3671" fmla="*/ 3889492 w 6545688"/>
              <a:gd name="connsiteY3671" fmla="*/ 2090906 h 3341254"/>
              <a:gd name="connsiteX3672" fmla="*/ 3887802 w 6545688"/>
              <a:gd name="connsiteY3672" fmla="*/ 2091905 h 3341254"/>
              <a:gd name="connsiteX3673" fmla="*/ 3860596 w 6545688"/>
              <a:gd name="connsiteY3673" fmla="*/ 2091905 h 3341254"/>
              <a:gd name="connsiteX3674" fmla="*/ 3858905 w 6545688"/>
              <a:gd name="connsiteY3674" fmla="*/ 2090906 h 3341254"/>
              <a:gd name="connsiteX3675" fmla="*/ 3845301 w 6545688"/>
              <a:gd name="connsiteY3675" fmla="*/ 2067389 h 3341254"/>
              <a:gd name="connsiteX3676" fmla="*/ 3845301 w 6545688"/>
              <a:gd name="connsiteY3676" fmla="*/ 2065468 h 3341254"/>
              <a:gd name="connsiteX3677" fmla="*/ 3858905 w 6545688"/>
              <a:gd name="connsiteY3677" fmla="*/ 2041949 h 3341254"/>
              <a:gd name="connsiteX3678" fmla="*/ 3860596 w 6545688"/>
              <a:gd name="connsiteY3678" fmla="*/ 2040950 h 3341254"/>
              <a:gd name="connsiteX3679" fmla="*/ 3951824 w 6545688"/>
              <a:gd name="connsiteY3679" fmla="*/ 2040413 h 3341254"/>
              <a:gd name="connsiteX3680" fmla="*/ 3979567 w 6545688"/>
              <a:gd name="connsiteY3680" fmla="*/ 2040413 h 3341254"/>
              <a:gd name="connsiteX3681" fmla="*/ 3981258 w 6545688"/>
              <a:gd name="connsiteY3681" fmla="*/ 2041412 h 3341254"/>
              <a:gd name="connsiteX3682" fmla="*/ 3995170 w 6545688"/>
              <a:gd name="connsiteY3682" fmla="*/ 2065468 h 3341254"/>
              <a:gd name="connsiteX3683" fmla="*/ 3995170 w 6545688"/>
              <a:gd name="connsiteY3683" fmla="*/ 2067465 h 3341254"/>
              <a:gd name="connsiteX3684" fmla="*/ 3981258 w 6545688"/>
              <a:gd name="connsiteY3684" fmla="*/ 2091521 h 3341254"/>
              <a:gd name="connsiteX3685" fmla="*/ 3979567 w 6545688"/>
              <a:gd name="connsiteY3685" fmla="*/ 2092520 h 3341254"/>
              <a:gd name="connsiteX3686" fmla="*/ 3951824 w 6545688"/>
              <a:gd name="connsiteY3686" fmla="*/ 2092520 h 3341254"/>
              <a:gd name="connsiteX3687" fmla="*/ 3950132 w 6545688"/>
              <a:gd name="connsiteY3687" fmla="*/ 2091521 h 3341254"/>
              <a:gd name="connsiteX3688" fmla="*/ 3936222 w 6545688"/>
              <a:gd name="connsiteY3688" fmla="*/ 2067465 h 3341254"/>
              <a:gd name="connsiteX3689" fmla="*/ 3936222 w 6545688"/>
              <a:gd name="connsiteY3689" fmla="*/ 2065468 h 3341254"/>
              <a:gd name="connsiteX3690" fmla="*/ 3950132 w 6545688"/>
              <a:gd name="connsiteY3690" fmla="*/ 2041412 h 3341254"/>
              <a:gd name="connsiteX3691" fmla="*/ 3951824 w 6545688"/>
              <a:gd name="connsiteY3691" fmla="*/ 2040413 h 3341254"/>
              <a:gd name="connsiteX3692" fmla="*/ 2487972 w 6545688"/>
              <a:gd name="connsiteY3692" fmla="*/ 2040105 h 3341254"/>
              <a:gd name="connsiteX3693" fmla="*/ 2516024 w 6545688"/>
              <a:gd name="connsiteY3693" fmla="*/ 2040105 h 3341254"/>
              <a:gd name="connsiteX3694" fmla="*/ 2517716 w 6545688"/>
              <a:gd name="connsiteY3694" fmla="*/ 2041104 h 3341254"/>
              <a:gd name="connsiteX3695" fmla="*/ 2531702 w 6545688"/>
              <a:gd name="connsiteY3695" fmla="*/ 2065390 h 3341254"/>
              <a:gd name="connsiteX3696" fmla="*/ 2531702 w 6545688"/>
              <a:gd name="connsiteY3696" fmla="*/ 2067389 h 3341254"/>
              <a:gd name="connsiteX3697" fmla="*/ 2517638 w 6545688"/>
              <a:gd name="connsiteY3697" fmla="*/ 2091675 h 3341254"/>
              <a:gd name="connsiteX3698" fmla="*/ 2515948 w 6545688"/>
              <a:gd name="connsiteY3698" fmla="*/ 2092674 h 3341254"/>
              <a:gd name="connsiteX3699" fmla="*/ 2487896 w 6545688"/>
              <a:gd name="connsiteY3699" fmla="*/ 2092674 h 3341254"/>
              <a:gd name="connsiteX3700" fmla="*/ 2486204 w 6545688"/>
              <a:gd name="connsiteY3700" fmla="*/ 2091675 h 3341254"/>
              <a:gd name="connsiteX3701" fmla="*/ 2472218 w 6545688"/>
              <a:gd name="connsiteY3701" fmla="*/ 2067389 h 3341254"/>
              <a:gd name="connsiteX3702" fmla="*/ 2472218 w 6545688"/>
              <a:gd name="connsiteY3702" fmla="*/ 2065390 h 3341254"/>
              <a:gd name="connsiteX3703" fmla="*/ 2486282 w 6545688"/>
              <a:gd name="connsiteY3703" fmla="*/ 2041104 h 3341254"/>
              <a:gd name="connsiteX3704" fmla="*/ 2487972 w 6545688"/>
              <a:gd name="connsiteY3704" fmla="*/ 2040105 h 3341254"/>
              <a:gd name="connsiteX3705" fmla="*/ 382876 w 6545688"/>
              <a:gd name="connsiteY3705" fmla="*/ 2038260 h 3341254"/>
              <a:gd name="connsiteX3706" fmla="*/ 412932 w 6545688"/>
              <a:gd name="connsiteY3706" fmla="*/ 2038260 h 3341254"/>
              <a:gd name="connsiteX3707" fmla="*/ 414779 w 6545688"/>
              <a:gd name="connsiteY3707" fmla="*/ 2039336 h 3341254"/>
              <a:gd name="connsiteX3708" fmla="*/ 429766 w 6545688"/>
              <a:gd name="connsiteY3708" fmla="*/ 2065312 h 3341254"/>
              <a:gd name="connsiteX3709" fmla="*/ 429766 w 6545688"/>
              <a:gd name="connsiteY3709" fmla="*/ 2067465 h 3341254"/>
              <a:gd name="connsiteX3710" fmla="*/ 414779 w 6545688"/>
              <a:gd name="connsiteY3710" fmla="*/ 2093442 h 3341254"/>
              <a:gd name="connsiteX3711" fmla="*/ 412932 w 6545688"/>
              <a:gd name="connsiteY3711" fmla="*/ 2094517 h 3341254"/>
              <a:gd name="connsiteX3712" fmla="*/ 382876 w 6545688"/>
              <a:gd name="connsiteY3712" fmla="*/ 2094517 h 3341254"/>
              <a:gd name="connsiteX3713" fmla="*/ 381040 w 6545688"/>
              <a:gd name="connsiteY3713" fmla="*/ 2093442 h 3341254"/>
              <a:gd name="connsiteX3714" fmla="*/ 366050 w 6545688"/>
              <a:gd name="connsiteY3714" fmla="*/ 2067465 h 3341254"/>
              <a:gd name="connsiteX3715" fmla="*/ 366050 w 6545688"/>
              <a:gd name="connsiteY3715" fmla="*/ 2065312 h 3341254"/>
              <a:gd name="connsiteX3716" fmla="*/ 381040 w 6545688"/>
              <a:gd name="connsiteY3716" fmla="*/ 2039336 h 3341254"/>
              <a:gd name="connsiteX3717" fmla="*/ 382876 w 6545688"/>
              <a:gd name="connsiteY3717" fmla="*/ 2038260 h 3341254"/>
              <a:gd name="connsiteX3718" fmla="*/ 198046 w 6545688"/>
              <a:gd name="connsiteY3718" fmla="*/ 2034649 h 3341254"/>
              <a:gd name="connsiteX3719" fmla="*/ 231934 w 6545688"/>
              <a:gd name="connsiteY3719" fmla="*/ 2034649 h 3341254"/>
              <a:gd name="connsiteX3720" fmla="*/ 234009 w 6545688"/>
              <a:gd name="connsiteY3720" fmla="*/ 2035879 h 3341254"/>
              <a:gd name="connsiteX3721" fmla="*/ 250918 w 6545688"/>
              <a:gd name="connsiteY3721" fmla="*/ 2065236 h 3341254"/>
              <a:gd name="connsiteX3722" fmla="*/ 250918 w 6545688"/>
              <a:gd name="connsiteY3722" fmla="*/ 2067619 h 3341254"/>
              <a:gd name="connsiteX3723" fmla="*/ 233939 w 6545688"/>
              <a:gd name="connsiteY3723" fmla="*/ 2096978 h 3341254"/>
              <a:gd name="connsiteX3724" fmla="*/ 231864 w 6545688"/>
              <a:gd name="connsiteY3724" fmla="*/ 2098208 h 3341254"/>
              <a:gd name="connsiteX3725" fmla="*/ 197968 w 6545688"/>
              <a:gd name="connsiteY3725" fmla="*/ 2098208 h 3341254"/>
              <a:gd name="connsiteX3726" fmla="*/ 195893 w 6545688"/>
              <a:gd name="connsiteY3726" fmla="*/ 2096978 h 3341254"/>
              <a:gd name="connsiteX3727" fmla="*/ 178986 w 6545688"/>
              <a:gd name="connsiteY3727" fmla="*/ 2067619 h 3341254"/>
              <a:gd name="connsiteX3728" fmla="*/ 178986 w 6545688"/>
              <a:gd name="connsiteY3728" fmla="*/ 2065236 h 3341254"/>
              <a:gd name="connsiteX3729" fmla="*/ 195967 w 6545688"/>
              <a:gd name="connsiteY3729" fmla="*/ 2035879 h 3341254"/>
              <a:gd name="connsiteX3730" fmla="*/ 198046 w 6545688"/>
              <a:gd name="connsiteY3730" fmla="*/ 2034649 h 3341254"/>
              <a:gd name="connsiteX3731" fmla="*/ 289112 w 6545688"/>
              <a:gd name="connsiteY3731" fmla="*/ 2033958 h 3341254"/>
              <a:gd name="connsiteX3732" fmla="*/ 323779 w 6545688"/>
              <a:gd name="connsiteY3732" fmla="*/ 2033958 h 3341254"/>
              <a:gd name="connsiteX3733" fmla="*/ 325930 w 6545688"/>
              <a:gd name="connsiteY3733" fmla="*/ 2035188 h 3341254"/>
              <a:gd name="connsiteX3734" fmla="*/ 343228 w 6545688"/>
              <a:gd name="connsiteY3734" fmla="*/ 2065160 h 3341254"/>
              <a:gd name="connsiteX3735" fmla="*/ 343228 w 6545688"/>
              <a:gd name="connsiteY3735" fmla="*/ 2067621 h 3341254"/>
              <a:gd name="connsiteX3736" fmla="*/ 325850 w 6545688"/>
              <a:gd name="connsiteY3736" fmla="*/ 2097595 h 3341254"/>
              <a:gd name="connsiteX3737" fmla="*/ 323703 w 6545688"/>
              <a:gd name="connsiteY3737" fmla="*/ 2098823 h 3341254"/>
              <a:gd name="connsiteX3738" fmla="*/ 289046 w 6545688"/>
              <a:gd name="connsiteY3738" fmla="*/ 2098823 h 3341254"/>
              <a:gd name="connsiteX3739" fmla="*/ 286887 w 6545688"/>
              <a:gd name="connsiteY3739" fmla="*/ 2097595 h 3341254"/>
              <a:gd name="connsiteX3740" fmla="*/ 269597 w 6545688"/>
              <a:gd name="connsiteY3740" fmla="*/ 2067621 h 3341254"/>
              <a:gd name="connsiteX3741" fmla="*/ 269597 w 6545688"/>
              <a:gd name="connsiteY3741" fmla="*/ 2065160 h 3341254"/>
              <a:gd name="connsiteX3742" fmla="*/ 286965 w 6545688"/>
              <a:gd name="connsiteY3742" fmla="*/ 2035188 h 3341254"/>
              <a:gd name="connsiteX3743" fmla="*/ 289112 w 6545688"/>
              <a:gd name="connsiteY3743" fmla="*/ 2033958 h 3341254"/>
              <a:gd name="connsiteX3744" fmla="*/ 2590881 w 6545688"/>
              <a:gd name="connsiteY3744" fmla="*/ 1982388 h 3341254"/>
              <a:gd name="connsiteX3745" fmla="*/ 2595952 w 6545688"/>
              <a:gd name="connsiteY3745" fmla="*/ 1982388 h 3341254"/>
              <a:gd name="connsiteX3746" fmla="*/ 2596261 w 6545688"/>
              <a:gd name="connsiteY3746" fmla="*/ 1982542 h 3341254"/>
              <a:gd name="connsiteX3747" fmla="*/ 2598796 w 6545688"/>
              <a:gd name="connsiteY3747" fmla="*/ 1986922 h 3341254"/>
              <a:gd name="connsiteX3748" fmla="*/ 2598796 w 6545688"/>
              <a:gd name="connsiteY3748" fmla="*/ 1987307 h 3341254"/>
              <a:gd name="connsiteX3749" fmla="*/ 2596261 w 6545688"/>
              <a:gd name="connsiteY3749" fmla="*/ 1991687 h 3341254"/>
              <a:gd name="connsiteX3750" fmla="*/ 2595952 w 6545688"/>
              <a:gd name="connsiteY3750" fmla="*/ 1991841 h 3341254"/>
              <a:gd name="connsiteX3751" fmla="*/ 2590881 w 6545688"/>
              <a:gd name="connsiteY3751" fmla="*/ 1991841 h 3341254"/>
              <a:gd name="connsiteX3752" fmla="*/ 2590574 w 6545688"/>
              <a:gd name="connsiteY3752" fmla="*/ 1991687 h 3341254"/>
              <a:gd name="connsiteX3753" fmla="*/ 2588037 w 6545688"/>
              <a:gd name="connsiteY3753" fmla="*/ 1987307 h 3341254"/>
              <a:gd name="connsiteX3754" fmla="*/ 2588037 w 6545688"/>
              <a:gd name="connsiteY3754" fmla="*/ 1986922 h 3341254"/>
              <a:gd name="connsiteX3755" fmla="*/ 2590574 w 6545688"/>
              <a:gd name="connsiteY3755" fmla="*/ 1982542 h 3341254"/>
              <a:gd name="connsiteX3756" fmla="*/ 2590881 w 6545688"/>
              <a:gd name="connsiteY3756" fmla="*/ 1982388 h 3341254"/>
              <a:gd name="connsiteX3757" fmla="*/ 1491783 w 6545688"/>
              <a:gd name="connsiteY3757" fmla="*/ 1979852 h 3341254"/>
              <a:gd name="connsiteX3758" fmla="*/ 1499546 w 6545688"/>
              <a:gd name="connsiteY3758" fmla="*/ 1979852 h 3341254"/>
              <a:gd name="connsiteX3759" fmla="*/ 1500007 w 6545688"/>
              <a:gd name="connsiteY3759" fmla="*/ 1980160 h 3341254"/>
              <a:gd name="connsiteX3760" fmla="*/ 1503850 w 6545688"/>
              <a:gd name="connsiteY3760" fmla="*/ 1986922 h 3341254"/>
              <a:gd name="connsiteX3761" fmla="*/ 1503850 w 6545688"/>
              <a:gd name="connsiteY3761" fmla="*/ 1987461 h 3341254"/>
              <a:gd name="connsiteX3762" fmla="*/ 1499929 w 6545688"/>
              <a:gd name="connsiteY3762" fmla="*/ 1994224 h 3341254"/>
              <a:gd name="connsiteX3763" fmla="*/ 1499470 w 6545688"/>
              <a:gd name="connsiteY3763" fmla="*/ 1994531 h 3341254"/>
              <a:gd name="connsiteX3764" fmla="*/ 1491707 w 6545688"/>
              <a:gd name="connsiteY3764" fmla="*/ 1994531 h 3341254"/>
              <a:gd name="connsiteX3765" fmla="*/ 1491245 w 6545688"/>
              <a:gd name="connsiteY3765" fmla="*/ 1994224 h 3341254"/>
              <a:gd name="connsiteX3766" fmla="*/ 1487403 w 6545688"/>
              <a:gd name="connsiteY3766" fmla="*/ 1987461 h 3341254"/>
              <a:gd name="connsiteX3767" fmla="*/ 1487403 w 6545688"/>
              <a:gd name="connsiteY3767" fmla="*/ 1986922 h 3341254"/>
              <a:gd name="connsiteX3768" fmla="*/ 1491323 w 6545688"/>
              <a:gd name="connsiteY3768" fmla="*/ 1980160 h 3341254"/>
              <a:gd name="connsiteX3769" fmla="*/ 1491783 w 6545688"/>
              <a:gd name="connsiteY3769" fmla="*/ 1979852 h 3341254"/>
              <a:gd name="connsiteX3770" fmla="*/ 942227 w 6545688"/>
              <a:gd name="connsiteY3770" fmla="*/ 1978622 h 3341254"/>
              <a:gd name="connsiteX3771" fmla="*/ 951376 w 6545688"/>
              <a:gd name="connsiteY3771" fmla="*/ 1978622 h 3341254"/>
              <a:gd name="connsiteX3772" fmla="*/ 951913 w 6545688"/>
              <a:gd name="connsiteY3772" fmla="*/ 1978929 h 3341254"/>
              <a:gd name="connsiteX3773" fmla="*/ 956445 w 6545688"/>
              <a:gd name="connsiteY3773" fmla="*/ 1986846 h 3341254"/>
              <a:gd name="connsiteX3774" fmla="*/ 956445 w 6545688"/>
              <a:gd name="connsiteY3774" fmla="*/ 1987459 h 3341254"/>
              <a:gd name="connsiteX3775" fmla="*/ 951913 w 6545688"/>
              <a:gd name="connsiteY3775" fmla="*/ 1995376 h 3341254"/>
              <a:gd name="connsiteX3776" fmla="*/ 951376 w 6545688"/>
              <a:gd name="connsiteY3776" fmla="*/ 1995684 h 3341254"/>
              <a:gd name="connsiteX3777" fmla="*/ 942227 w 6545688"/>
              <a:gd name="connsiteY3777" fmla="*/ 1995684 h 3341254"/>
              <a:gd name="connsiteX3778" fmla="*/ 941688 w 6545688"/>
              <a:gd name="connsiteY3778" fmla="*/ 1995376 h 3341254"/>
              <a:gd name="connsiteX3779" fmla="*/ 937156 w 6545688"/>
              <a:gd name="connsiteY3779" fmla="*/ 1987459 h 3341254"/>
              <a:gd name="connsiteX3780" fmla="*/ 937156 w 6545688"/>
              <a:gd name="connsiteY3780" fmla="*/ 1986846 h 3341254"/>
              <a:gd name="connsiteX3781" fmla="*/ 941688 w 6545688"/>
              <a:gd name="connsiteY3781" fmla="*/ 1978929 h 3341254"/>
              <a:gd name="connsiteX3782" fmla="*/ 942227 w 6545688"/>
              <a:gd name="connsiteY3782" fmla="*/ 1978622 h 3341254"/>
              <a:gd name="connsiteX3783" fmla="*/ 1033684 w 6545688"/>
              <a:gd name="connsiteY3783" fmla="*/ 1978468 h 3341254"/>
              <a:gd name="connsiteX3784" fmla="*/ 1042909 w 6545688"/>
              <a:gd name="connsiteY3784" fmla="*/ 1978468 h 3341254"/>
              <a:gd name="connsiteX3785" fmla="*/ 1043441 w 6545688"/>
              <a:gd name="connsiteY3785" fmla="*/ 1978776 h 3341254"/>
              <a:gd name="connsiteX3786" fmla="*/ 1048052 w 6545688"/>
              <a:gd name="connsiteY3786" fmla="*/ 1986768 h 3341254"/>
              <a:gd name="connsiteX3787" fmla="*/ 1048052 w 6545688"/>
              <a:gd name="connsiteY3787" fmla="*/ 1987459 h 3341254"/>
              <a:gd name="connsiteX3788" fmla="*/ 1043441 w 6545688"/>
              <a:gd name="connsiteY3788" fmla="*/ 1995452 h 3341254"/>
              <a:gd name="connsiteX3789" fmla="*/ 1042909 w 6545688"/>
              <a:gd name="connsiteY3789" fmla="*/ 1995760 h 3341254"/>
              <a:gd name="connsiteX3790" fmla="*/ 1033684 w 6545688"/>
              <a:gd name="connsiteY3790" fmla="*/ 1995760 h 3341254"/>
              <a:gd name="connsiteX3791" fmla="*/ 1033143 w 6545688"/>
              <a:gd name="connsiteY3791" fmla="*/ 1995452 h 3341254"/>
              <a:gd name="connsiteX3792" fmla="*/ 1028536 w 6545688"/>
              <a:gd name="connsiteY3792" fmla="*/ 1987459 h 3341254"/>
              <a:gd name="connsiteX3793" fmla="*/ 1028536 w 6545688"/>
              <a:gd name="connsiteY3793" fmla="*/ 1986768 h 3341254"/>
              <a:gd name="connsiteX3794" fmla="*/ 1033143 w 6545688"/>
              <a:gd name="connsiteY3794" fmla="*/ 1978776 h 3341254"/>
              <a:gd name="connsiteX3795" fmla="*/ 1033684 w 6545688"/>
              <a:gd name="connsiteY3795" fmla="*/ 1978468 h 3341254"/>
              <a:gd name="connsiteX3796" fmla="*/ 573864 w 6545688"/>
              <a:gd name="connsiteY3796" fmla="*/ 1974010 h 3341254"/>
              <a:gd name="connsiteX3797" fmla="*/ 587926 w 6545688"/>
              <a:gd name="connsiteY3797" fmla="*/ 1974010 h 3341254"/>
              <a:gd name="connsiteX3798" fmla="*/ 588779 w 6545688"/>
              <a:gd name="connsiteY3798" fmla="*/ 1974472 h 3341254"/>
              <a:gd name="connsiteX3799" fmla="*/ 595767 w 6545688"/>
              <a:gd name="connsiteY3799" fmla="*/ 1986615 h 3341254"/>
              <a:gd name="connsiteX3800" fmla="*/ 595767 w 6545688"/>
              <a:gd name="connsiteY3800" fmla="*/ 1987613 h 3341254"/>
              <a:gd name="connsiteX3801" fmla="*/ 588779 w 6545688"/>
              <a:gd name="connsiteY3801" fmla="*/ 1999756 h 3341254"/>
              <a:gd name="connsiteX3802" fmla="*/ 587926 w 6545688"/>
              <a:gd name="connsiteY3802" fmla="*/ 2000217 h 3341254"/>
              <a:gd name="connsiteX3803" fmla="*/ 573864 w 6545688"/>
              <a:gd name="connsiteY3803" fmla="*/ 2000217 h 3341254"/>
              <a:gd name="connsiteX3804" fmla="*/ 573021 w 6545688"/>
              <a:gd name="connsiteY3804" fmla="*/ 1999756 h 3341254"/>
              <a:gd name="connsiteX3805" fmla="*/ 566027 w 6545688"/>
              <a:gd name="connsiteY3805" fmla="*/ 1987613 h 3341254"/>
              <a:gd name="connsiteX3806" fmla="*/ 566027 w 6545688"/>
              <a:gd name="connsiteY3806" fmla="*/ 1986615 h 3341254"/>
              <a:gd name="connsiteX3807" fmla="*/ 573021 w 6545688"/>
              <a:gd name="connsiteY3807" fmla="*/ 1974472 h 3341254"/>
              <a:gd name="connsiteX3808" fmla="*/ 573864 w 6545688"/>
              <a:gd name="connsiteY3808" fmla="*/ 1974010 h 3341254"/>
              <a:gd name="connsiteX3809" fmla="*/ 1213907 w 6545688"/>
              <a:gd name="connsiteY3809" fmla="*/ 1973243 h 3341254"/>
              <a:gd name="connsiteX3810" fmla="*/ 1228668 w 6545688"/>
              <a:gd name="connsiteY3810" fmla="*/ 1973243 h 3341254"/>
              <a:gd name="connsiteX3811" fmla="*/ 1229583 w 6545688"/>
              <a:gd name="connsiteY3811" fmla="*/ 1973780 h 3341254"/>
              <a:gd name="connsiteX3812" fmla="*/ 1236963 w 6545688"/>
              <a:gd name="connsiteY3812" fmla="*/ 1986616 h 3341254"/>
              <a:gd name="connsiteX3813" fmla="*/ 1236963 w 6545688"/>
              <a:gd name="connsiteY3813" fmla="*/ 1987691 h 3341254"/>
              <a:gd name="connsiteX3814" fmla="*/ 1229583 w 6545688"/>
              <a:gd name="connsiteY3814" fmla="*/ 2000527 h 3341254"/>
              <a:gd name="connsiteX3815" fmla="*/ 1228668 w 6545688"/>
              <a:gd name="connsiteY3815" fmla="*/ 2001064 h 3341254"/>
              <a:gd name="connsiteX3816" fmla="*/ 1213907 w 6545688"/>
              <a:gd name="connsiteY3816" fmla="*/ 2001064 h 3341254"/>
              <a:gd name="connsiteX3817" fmla="*/ 1212986 w 6545688"/>
              <a:gd name="connsiteY3817" fmla="*/ 2000527 h 3341254"/>
              <a:gd name="connsiteX3818" fmla="*/ 1205607 w 6545688"/>
              <a:gd name="connsiteY3818" fmla="*/ 1987691 h 3341254"/>
              <a:gd name="connsiteX3819" fmla="*/ 1205607 w 6545688"/>
              <a:gd name="connsiteY3819" fmla="*/ 1986616 h 3341254"/>
              <a:gd name="connsiteX3820" fmla="*/ 1212986 w 6545688"/>
              <a:gd name="connsiteY3820" fmla="*/ 1973780 h 3341254"/>
              <a:gd name="connsiteX3821" fmla="*/ 1213907 w 6545688"/>
              <a:gd name="connsiteY3821" fmla="*/ 1973243 h 3341254"/>
              <a:gd name="connsiteX3822" fmla="*/ 3499916 w 6545688"/>
              <a:gd name="connsiteY3822" fmla="*/ 1971628 h 3341254"/>
              <a:gd name="connsiteX3823" fmla="*/ 3516518 w 6545688"/>
              <a:gd name="connsiteY3823" fmla="*/ 1971628 h 3341254"/>
              <a:gd name="connsiteX3824" fmla="*/ 3517516 w 6545688"/>
              <a:gd name="connsiteY3824" fmla="*/ 1972243 h 3341254"/>
              <a:gd name="connsiteX3825" fmla="*/ 3525818 w 6545688"/>
              <a:gd name="connsiteY3825" fmla="*/ 1986615 h 3341254"/>
              <a:gd name="connsiteX3826" fmla="*/ 3525818 w 6545688"/>
              <a:gd name="connsiteY3826" fmla="*/ 1987767 h 3341254"/>
              <a:gd name="connsiteX3827" fmla="*/ 3517516 w 6545688"/>
              <a:gd name="connsiteY3827" fmla="*/ 2002139 h 3341254"/>
              <a:gd name="connsiteX3828" fmla="*/ 3516518 w 6545688"/>
              <a:gd name="connsiteY3828" fmla="*/ 2002754 h 3341254"/>
              <a:gd name="connsiteX3829" fmla="*/ 3499916 w 6545688"/>
              <a:gd name="connsiteY3829" fmla="*/ 2002754 h 3341254"/>
              <a:gd name="connsiteX3830" fmla="*/ 3498918 w 6545688"/>
              <a:gd name="connsiteY3830" fmla="*/ 2002139 h 3341254"/>
              <a:gd name="connsiteX3831" fmla="*/ 3490617 w 6545688"/>
              <a:gd name="connsiteY3831" fmla="*/ 1987767 h 3341254"/>
              <a:gd name="connsiteX3832" fmla="*/ 3490617 w 6545688"/>
              <a:gd name="connsiteY3832" fmla="*/ 1986615 h 3341254"/>
              <a:gd name="connsiteX3833" fmla="*/ 3498918 w 6545688"/>
              <a:gd name="connsiteY3833" fmla="*/ 1972243 h 3341254"/>
              <a:gd name="connsiteX3834" fmla="*/ 3499916 w 6545688"/>
              <a:gd name="connsiteY3834" fmla="*/ 1971628 h 3341254"/>
              <a:gd name="connsiteX3835" fmla="*/ 1121375 w 6545688"/>
              <a:gd name="connsiteY3835" fmla="*/ 1971474 h 3341254"/>
              <a:gd name="connsiteX3836" fmla="*/ 1138130 w 6545688"/>
              <a:gd name="connsiteY3836" fmla="*/ 1971474 h 3341254"/>
              <a:gd name="connsiteX3837" fmla="*/ 1139128 w 6545688"/>
              <a:gd name="connsiteY3837" fmla="*/ 1972089 h 3341254"/>
              <a:gd name="connsiteX3838" fmla="*/ 1147503 w 6545688"/>
              <a:gd name="connsiteY3838" fmla="*/ 1986615 h 3341254"/>
              <a:gd name="connsiteX3839" fmla="*/ 1147503 w 6545688"/>
              <a:gd name="connsiteY3839" fmla="*/ 1987767 h 3341254"/>
              <a:gd name="connsiteX3840" fmla="*/ 1139128 w 6545688"/>
              <a:gd name="connsiteY3840" fmla="*/ 2002293 h 3341254"/>
              <a:gd name="connsiteX3841" fmla="*/ 1138130 w 6545688"/>
              <a:gd name="connsiteY3841" fmla="*/ 2002908 h 3341254"/>
              <a:gd name="connsiteX3842" fmla="*/ 1121375 w 6545688"/>
              <a:gd name="connsiteY3842" fmla="*/ 2002908 h 3341254"/>
              <a:gd name="connsiteX3843" fmla="*/ 1120373 w 6545688"/>
              <a:gd name="connsiteY3843" fmla="*/ 2002293 h 3341254"/>
              <a:gd name="connsiteX3844" fmla="*/ 1112002 w 6545688"/>
              <a:gd name="connsiteY3844" fmla="*/ 1987767 h 3341254"/>
              <a:gd name="connsiteX3845" fmla="*/ 1112002 w 6545688"/>
              <a:gd name="connsiteY3845" fmla="*/ 1986615 h 3341254"/>
              <a:gd name="connsiteX3846" fmla="*/ 1120373 w 6545688"/>
              <a:gd name="connsiteY3846" fmla="*/ 1972089 h 3341254"/>
              <a:gd name="connsiteX3847" fmla="*/ 1121375 w 6545688"/>
              <a:gd name="connsiteY3847" fmla="*/ 1971474 h 3341254"/>
              <a:gd name="connsiteX3848" fmla="*/ 1395744 w 6545688"/>
              <a:gd name="connsiteY3848" fmla="*/ 1971320 h 3341254"/>
              <a:gd name="connsiteX3849" fmla="*/ 1412650 w 6545688"/>
              <a:gd name="connsiteY3849" fmla="*/ 1971320 h 3341254"/>
              <a:gd name="connsiteX3850" fmla="*/ 1413655 w 6545688"/>
              <a:gd name="connsiteY3850" fmla="*/ 1971935 h 3341254"/>
              <a:gd name="connsiteX3851" fmla="*/ 1422103 w 6545688"/>
              <a:gd name="connsiteY3851" fmla="*/ 1986537 h 3341254"/>
              <a:gd name="connsiteX3852" fmla="*/ 1422103 w 6545688"/>
              <a:gd name="connsiteY3852" fmla="*/ 1987767 h 3341254"/>
              <a:gd name="connsiteX3853" fmla="*/ 1413655 w 6545688"/>
              <a:gd name="connsiteY3853" fmla="*/ 2002368 h 3341254"/>
              <a:gd name="connsiteX3854" fmla="*/ 1412650 w 6545688"/>
              <a:gd name="connsiteY3854" fmla="*/ 2002984 h 3341254"/>
              <a:gd name="connsiteX3855" fmla="*/ 1395744 w 6545688"/>
              <a:gd name="connsiteY3855" fmla="*/ 2002984 h 3341254"/>
              <a:gd name="connsiteX3856" fmla="*/ 1394753 w 6545688"/>
              <a:gd name="connsiteY3856" fmla="*/ 2002368 h 3341254"/>
              <a:gd name="connsiteX3857" fmla="*/ 1386289 w 6545688"/>
              <a:gd name="connsiteY3857" fmla="*/ 1987767 h 3341254"/>
              <a:gd name="connsiteX3858" fmla="*/ 1386289 w 6545688"/>
              <a:gd name="connsiteY3858" fmla="*/ 1986537 h 3341254"/>
              <a:gd name="connsiteX3859" fmla="*/ 1394753 w 6545688"/>
              <a:gd name="connsiteY3859" fmla="*/ 1971935 h 3341254"/>
              <a:gd name="connsiteX3860" fmla="*/ 1395744 w 6545688"/>
              <a:gd name="connsiteY3860" fmla="*/ 1971320 h 3341254"/>
              <a:gd name="connsiteX3861" fmla="*/ 1303447 w 6545688"/>
              <a:gd name="connsiteY3861" fmla="*/ 1969784 h 3341254"/>
              <a:gd name="connsiteX3862" fmla="*/ 1321965 w 6545688"/>
              <a:gd name="connsiteY3862" fmla="*/ 1969784 h 3341254"/>
              <a:gd name="connsiteX3863" fmla="*/ 1323116 w 6545688"/>
              <a:gd name="connsiteY3863" fmla="*/ 1970475 h 3341254"/>
              <a:gd name="connsiteX3864" fmla="*/ 1332345 w 6545688"/>
              <a:gd name="connsiteY3864" fmla="*/ 1986539 h 3341254"/>
              <a:gd name="connsiteX3865" fmla="*/ 1332345 w 6545688"/>
              <a:gd name="connsiteY3865" fmla="*/ 1987845 h 3341254"/>
              <a:gd name="connsiteX3866" fmla="*/ 1323040 w 6545688"/>
              <a:gd name="connsiteY3866" fmla="*/ 2003908 h 3341254"/>
              <a:gd name="connsiteX3867" fmla="*/ 1321888 w 6545688"/>
              <a:gd name="connsiteY3867" fmla="*/ 2004599 h 3341254"/>
              <a:gd name="connsiteX3868" fmla="*/ 1303368 w 6545688"/>
              <a:gd name="connsiteY3868" fmla="*/ 2004599 h 3341254"/>
              <a:gd name="connsiteX3869" fmla="*/ 1302215 w 6545688"/>
              <a:gd name="connsiteY3869" fmla="*/ 2003908 h 3341254"/>
              <a:gd name="connsiteX3870" fmla="*/ 1292996 w 6545688"/>
              <a:gd name="connsiteY3870" fmla="*/ 1987845 h 3341254"/>
              <a:gd name="connsiteX3871" fmla="*/ 1292996 w 6545688"/>
              <a:gd name="connsiteY3871" fmla="*/ 1986539 h 3341254"/>
              <a:gd name="connsiteX3872" fmla="*/ 1302289 w 6545688"/>
              <a:gd name="connsiteY3872" fmla="*/ 1970475 h 3341254"/>
              <a:gd name="connsiteX3873" fmla="*/ 1303447 w 6545688"/>
              <a:gd name="connsiteY3873" fmla="*/ 1969784 h 3341254"/>
              <a:gd name="connsiteX3874" fmla="*/ 4688010 w 6545688"/>
              <a:gd name="connsiteY3874" fmla="*/ 1969323 h 3341254"/>
              <a:gd name="connsiteX3875" fmla="*/ 4706994 w 6545688"/>
              <a:gd name="connsiteY3875" fmla="*/ 1969323 h 3341254"/>
              <a:gd name="connsiteX3876" fmla="*/ 4708146 w 6545688"/>
              <a:gd name="connsiteY3876" fmla="*/ 1970014 h 3341254"/>
              <a:gd name="connsiteX3877" fmla="*/ 4717601 w 6545688"/>
              <a:gd name="connsiteY3877" fmla="*/ 1986461 h 3341254"/>
              <a:gd name="connsiteX3878" fmla="*/ 4717601 w 6545688"/>
              <a:gd name="connsiteY3878" fmla="*/ 1987767 h 3341254"/>
              <a:gd name="connsiteX3879" fmla="*/ 4708146 w 6545688"/>
              <a:gd name="connsiteY3879" fmla="*/ 2004214 h 3341254"/>
              <a:gd name="connsiteX3880" fmla="*/ 4706994 w 6545688"/>
              <a:gd name="connsiteY3880" fmla="*/ 2004907 h 3341254"/>
              <a:gd name="connsiteX3881" fmla="*/ 4688010 w 6545688"/>
              <a:gd name="connsiteY3881" fmla="*/ 2004907 h 3341254"/>
              <a:gd name="connsiteX3882" fmla="*/ 4686858 w 6545688"/>
              <a:gd name="connsiteY3882" fmla="*/ 2004214 h 3341254"/>
              <a:gd name="connsiteX3883" fmla="*/ 4677405 w 6545688"/>
              <a:gd name="connsiteY3883" fmla="*/ 1987767 h 3341254"/>
              <a:gd name="connsiteX3884" fmla="*/ 4677405 w 6545688"/>
              <a:gd name="connsiteY3884" fmla="*/ 1986461 h 3341254"/>
              <a:gd name="connsiteX3885" fmla="*/ 4686858 w 6545688"/>
              <a:gd name="connsiteY3885" fmla="*/ 1970014 h 3341254"/>
              <a:gd name="connsiteX3886" fmla="*/ 4688010 w 6545688"/>
              <a:gd name="connsiteY3886" fmla="*/ 1969323 h 3341254"/>
              <a:gd name="connsiteX3887" fmla="*/ 4596401 w 6545688"/>
              <a:gd name="connsiteY3887" fmla="*/ 1969091 h 3341254"/>
              <a:gd name="connsiteX3888" fmla="*/ 4615692 w 6545688"/>
              <a:gd name="connsiteY3888" fmla="*/ 1969091 h 3341254"/>
              <a:gd name="connsiteX3889" fmla="*/ 4616844 w 6545688"/>
              <a:gd name="connsiteY3889" fmla="*/ 1969782 h 3341254"/>
              <a:gd name="connsiteX3890" fmla="*/ 4626453 w 6545688"/>
              <a:gd name="connsiteY3890" fmla="*/ 1986461 h 3341254"/>
              <a:gd name="connsiteX3891" fmla="*/ 4626453 w 6545688"/>
              <a:gd name="connsiteY3891" fmla="*/ 1987843 h 3341254"/>
              <a:gd name="connsiteX3892" fmla="*/ 4616844 w 6545688"/>
              <a:gd name="connsiteY3892" fmla="*/ 2004521 h 3341254"/>
              <a:gd name="connsiteX3893" fmla="*/ 4615692 w 6545688"/>
              <a:gd name="connsiteY3893" fmla="*/ 2005212 h 3341254"/>
              <a:gd name="connsiteX3894" fmla="*/ 4596401 w 6545688"/>
              <a:gd name="connsiteY3894" fmla="*/ 2005212 h 3341254"/>
              <a:gd name="connsiteX3895" fmla="*/ 4595248 w 6545688"/>
              <a:gd name="connsiteY3895" fmla="*/ 2004521 h 3341254"/>
              <a:gd name="connsiteX3896" fmla="*/ 4585642 w 6545688"/>
              <a:gd name="connsiteY3896" fmla="*/ 1987843 h 3341254"/>
              <a:gd name="connsiteX3897" fmla="*/ 4585642 w 6545688"/>
              <a:gd name="connsiteY3897" fmla="*/ 1986461 h 3341254"/>
              <a:gd name="connsiteX3898" fmla="*/ 4595248 w 6545688"/>
              <a:gd name="connsiteY3898" fmla="*/ 1969782 h 3341254"/>
              <a:gd name="connsiteX3899" fmla="*/ 4596401 w 6545688"/>
              <a:gd name="connsiteY3899" fmla="*/ 1969091 h 3341254"/>
              <a:gd name="connsiteX3900" fmla="*/ 4779238 w 6545688"/>
              <a:gd name="connsiteY3900" fmla="*/ 1968939 h 3341254"/>
              <a:gd name="connsiteX3901" fmla="*/ 4798683 w 6545688"/>
              <a:gd name="connsiteY3901" fmla="*/ 1968939 h 3341254"/>
              <a:gd name="connsiteX3902" fmla="*/ 4799835 w 6545688"/>
              <a:gd name="connsiteY3902" fmla="*/ 1969630 h 3341254"/>
              <a:gd name="connsiteX3903" fmla="*/ 4809519 w 6545688"/>
              <a:gd name="connsiteY3903" fmla="*/ 1986463 h 3341254"/>
              <a:gd name="connsiteX3904" fmla="*/ 4809519 w 6545688"/>
              <a:gd name="connsiteY3904" fmla="*/ 1987845 h 3341254"/>
              <a:gd name="connsiteX3905" fmla="*/ 4799835 w 6545688"/>
              <a:gd name="connsiteY3905" fmla="*/ 2004677 h 3341254"/>
              <a:gd name="connsiteX3906" fmla="*/ 4798683 w 6545688"/>
              <a:gd name="connsiteY3906" fmla="*/ 2005368 h 3341254"/>
              <a:gd name="connsiteX3907" fmla="*/ 4779238 w 6545688"/>
              <a:gd name="connsiteY3907" fmla="*/ 2005368 h 3341254"/>
              <a:gd name="connsiteX3908" fmla="*/ 4778086 w 6545688"/>
              <a:gd name="connsiteY3908" fmla="*/ 2004677 h 3341254"/>
              <a:gd name="connsiteX3909" fmla="*/ 4768402 w 6545688"/>
              <a:gd name="connsiteY3909" fmla="*/ 1987845 h 3341254"/>
              <a:gd name="connsiteX3910" fmla="*/ 4768402 w 6545688"/>
              <a:gd name="connsiteY3910" fmla="*/ 1986463 h 3341254"/>
              <a:gd name="connsiteX3911" fmla="*/ 4778086 w 6545688"/>
              <a:gd name="connsiteY3911" fmla="*/ 1969630 h 3341254"/>
              <a:gd name="connsiteX3912" fmla="*/ 4779238 w 6545688"/>
              <a:gd name="connsiteY3912" fmla="*/ 1968939 h 3341254"/>
              <a:gd name="connsiteX3913" fmla="*/ 4870618 w 6545688"/>
              <a:gd name="connsiteY3913" fmla="*/ 1968630 h 3341254"/>
              <a:gd name="connsiteX3914" fmla="*/ 4890295 w 6545688"/>
              <a:gd name="connsiteY3914" fmla="*/ 1968630 h 3341254"/>
              <a:gd name="connsiteX3915" fmla="*/ 4891522 w 6545688"/>
              <a:gd name="connsiteY3915" fmla="*/ 1969321 h 3341254"/>
              <a:gd name="connsiteX3916" fmla="*/ 4901361 w 6545688"/>
              <a:gd name="connsiteY3916" fmla="*/ 1986383 h 3341254"/>
              <a:gd name="connsiteX3917" fmla="*/ 4901361 w 6545688"/>
              <a:gd name="connsiteY3917" fmla="*/ 1987767 h 3341254"/>
              <a:gd name="connsiteX3918" fmla="*/ 4891522 w 6545688"/>
              <a:gd name="connsiteY3918" fmla="*/ 2004829 h 3341254"/>
              <a:gd name="connsiteX3919" fmla="*/ 4890295 w 6545688"/>
              <a:gd name="connsiteY3919" fmla="*/ 2005520 h 3341254"/>
              <a:gd name="connsiteX3920" fmla="*/ 4870618 w 6545688"/>
              <a:gd name="connsiteY3920" fmla="*/ 2005520 h 3341254"/>
              <a:gd name="connsiteX3921" fmla="*/ 4869389 w 6545688"/>
              <a:gd name="connsiteY3921" fmla="*/ 2004829 h 3341254"/>
              <a:gd name="connsiteX3922" fmla="*/ 4859551 w 6545688"/>
              <a:gd name="connsiteY3922" fmla="*/ 1987767 h 3341254"/>
              <a:gd name="connsiteX3923" fmla="*/ 4859551 w 6545688"/>
              <a:gd name="connsiteY3923" fmla="*/ 1986383 h 3341254"/>
              <a:gd name="connsiteX3924" fmla="*/ 4869389 w 6545688"/>
              <a:gd name="connsiteY3924" fmla="*/ 1969321 h 3341254"/>
              <a:gd name="connsiteX3925" fmla="*/ 4870618 w 6545688"/>
              <a:gd name="connsiteY3925" fmla="*/ 1968630 h 3341254"/>
              <a:gd name="connsiteX3926" fmla="*/ 479253 w 6545688"/>
              <a:gd name="connsiteY3926" fmla="*/ 1968093 h 3341254"/>
              <a:gd name="connsiteX3927" fmla="*/ 499548 w 6545688"/>
              <a:gd name="connsiteY3927" fmla="*/ 1968093 h 3341254"/>
              <a:gd name="connsiteX3928" fmla="*/ 500777 w 6545688"/>
              <a:gd name="connsiteY3928" fmla="*/ 1968784 h 3341254"/>
              <a:gd name="connsiteX3929" fmla="*/ 510916 w 6545688"/>
              <a:gd name="connsiteY3929" fmla="*/ 1986385 h 3341254"/>
              <a:gd name="connsiteX3930" fmla="*/ 510916 w 6545688"/>
              <a:gd name="connsiteY3930" fmla="*/ 1987845 h 3341254"/>
              <a:gd name="connsiteX3931" fmla="*/ 500777 w 6545688"/>
              <a:gd name="connsiteY3931" fmla="*/ 2005444 h 3341254"/>
              <a:gd name="connsiteX3932" fmla="*/ 499548 w 6545688"/>
              <a:gd name="connsiteY3932" fmla="*/ 2006135 h 3341254"/>
              <a:gd name="connsiteX3933" fmla="*/ 479253 w 6545688"/>
              <a:gd name="connsiteY3933" fmla="*/ 2006135 h 3341254"/>
              <a:gd name="connsiteX3934" fmla="*/ 478030 w 6545688"/>
              <a:gd name="connsiteY3934" fmla="*/ 2005444 h 3341254"/>
              <a:gd name="connsiteX3935" fmla="*/ 467879 w 6545688"/>
              <a:gd name="connsiteY3935" fmla="*/ 1987845 h 3341254"/>
              <a:gd name="connsiteX3936" fmla="*/ 467879 w 6545688"/>
              <a:gd name="connsiteY3936" fmla="*/ 1986385 h 3341254"/>
              <a:gd name="connsiteX3937" fmla="*/ 478030 w 6545688"/>
              <a:gd name="connsiteY3937" fmla="*/ 1968784 h 3341254"/>
              <a:gd name="connsiteX3938" fmla="*/ 479253 w 6545688"/>
              <a:gd name="connsiteY3938" fmla="*/ 1968093 h 3341254"/>
              <a:gd name="connsiteX3939" fmla="*/ 3406232 w 6545688"/>
              <a:gd name="connsiteY3939" fmla="*/ 1967401 h 3341254"/>
              <a:gd name="connsiteX3940" fmla="*/ 3427288 w 6545688"/>
              <a:gd name="connsiteY3940" fmla="*/ 1967401 h 3341254"/>
              <a:gd name="connsiteX3941" fmla="*/ 3428597 w 6545688"/>
              <a:gd name="connsiteY3941" fmla="*/ 1968170 h 3341254"/>
              <a:gd name="connsiteX3942" fmla="*/ 3439124 w 6545688"/>
              <a:gd name="connsiteY3942" fmla="*/ 1986385 h 3341254"/>
              <a:gd name="connsiteX3943" fmla="*/ 3439124 w 6545688"/>
              <a:gd name="connsiteY3943" fmla="*/ 1987845 h 3341254"/>
              <a:gd name="connsiteX3944" fmla="*/ 3428597 w 6545688"/>
              <a:gd name="connsiteY3944" fmla="*/ 2006059 h 3341254"/>
              <a:gd name="connsiteX3945" fmla="*/ 3427288 w 6545688"/>
              <a:gd name="connsiteY3945" fmla="*/ 2006828 h 3341254"/>
              <a:gd name="connsiteX3946" fmla="*/ 3406232 w 6545688"/>
              <a:gd name="connsiteY3946" fmla="*/ 2006828 h 3341254"/>
              <a:gd name="connsiteX3947" fmla="*/ 3404924 w 6545688"/>
              <a:gd name="connsiteY3947" fmla="*/ 2006059 h 3341254"/>
              <a:gd name="connsiteX3948" fmla="*/ 3394395 w 6545688"/>
              <a:gd name="connsiteY3948" fmla="*/ 1987845 h 3341254"/>
              <a:gd name="connsiteX3949" fmla="*/ 3394395 w 6545688"/>
              <a:gd name="connsiteY3949" fmla="*/ 1986385 h 3341254"/>
              <a:gd name="connsiteX3950" fmla="*/ 3404924 w 6545688"/>
              <a:gd name="connsiteY3950" fmla="*/ 1968170 h 3341254"/>
              <a:gd name="connsiteX3951" fmla="*/ 3406232 w 6545688"/>
              <a:gd name="connsiteY3951" fmla="*/ 1967401 h 3341254"/>
              <a:gd name="connsiteX3952" fmla="*/ 3223087 w 6545688"/>
              <a:gd name="connsiteY3952" fmla="*/ 1967094 h 3341254"/>
              <a:gd name="connsiteX3953" fmla="*/ 3244452 w 6545688"/>
              <a:gd name="connsiteY3953" fmla="*/ 1967094 h 3341254"/>
              <a:gd name="connsiteX3954" fmla="*/ 3245759 w 6545688"/>
              <a:gd name="connsiteY3954" fmla="*/ 1967863 h 3341254"/>
              <a:gd name="connsiteX3955" fmla="*/ 3256440 w 6545688"/>
              <a:gd name="connsiteY3955" fmla="*/ 1986385 h 3341254"/>
              <a:gd name="connsiteX3956" fmla="*/ 3256440 w 6545688"/>
              <a:gd name="connsiteY3956" fmla="*/ 1987923 h 3341254"/>
              <a:gd name="connsiteX3957" fmla="*/ 3245759 w 6545688"/>
              <a:gd name="connsiteY3957" fmla="*/ 2006445 h 3341254"/>
              <a:gd name="connsiteX3958" fmla="*/ 3244452 w 6545688"/>
              <a:gd name="connsiteY3958" fmla="*/ 2007212 h 3341254"/>
              <a:gd name="connsiteX3959" fmla="*/ 3223087 w 6545688"/>
              <a:gd name="connsiteY3959" fmla="*/ 2007212 h 3341254"/>
              <a:gd name="connsiteX3960" fmla="*/ 3221782 w 6545688"/>
              <a:gd name="connsiteY3960" fmla="*/ 2006445 h 3341254"/>
              <a:gd name="connsiteX3961" fmla="*/ 3211099 w 6545688"/>
              <a:gd name="connsiteY3961" fmla="*/ 1987923 h 3341254"/>
              <a:gd name="connsiteX3962" fmla="*/ 3211099 w 6545688"/>
              <a:gd name="connsiteY3962" fmla="*/ 1986385 h 3341254"/>
              <a:gd name="connsiteX3963" fmla="*/ 3221782 w 6545688"/>
              <a:gd name="connsiteY3963" fmla="*/ 1967863 h 3341254"/>
              <a:gd name="connsiteX3964" fmla="*/ 3223087 w 6545688"/>
              <a:gd name="connsiteY3964" fmla="*/ 1967094 h 3341254"/>
              <a:gd name="connsiteX3965" fmla="*/ 4503560 w 6545688"/>
              <a:gd name="connsiteY3965" fmla="*/ 1966557 h 3341254"/>
              <a:gd name="connsiteX3966" fmla="*/ 4525540 w 6545688"/>
              <a:gd name="connsiteY3966" fmla="*/ 1966557 h 3341254"/>
              <a:gd name="connsiteX3967" fmla="*/ 4526847 w 6545688"/>
              <a:gd name="connsiteY3967" fmla="*/ 1967326 h 3341254"/>
              <a:gd name="connsiteX3968" fmla="*/ 4537837 w 6545688"/>
              <a:gd name="connsiteY3968" fmla="*/ 1986307 h 3341254"/>
              <a:gd name="connsiteX3969" fmla="*/ 4537837 w 6545688"/>
              <a:gd name="connsiteY3969" fmla="*/ 1987845 h 3341254"/>
              <a:gd name="connsiteX3970" fmla="*/ 4526847 w 6545688"/>
              <a:gd name="connsiteY3970" fmla="*/ 2006828 h 3341254"/>
              <a:gd name="connsiteX3971" fmla="*/ 4525540 w 6545688"/>
              <a:gd name="connsiteY3971" fmla="*/ 2007597 h 3341254"/>
              <a:gd name="connsiteX3972" fmla="*/ 4503560 w 6545688"/>
              <a:gd name="connsiteY3972" fmla="*/ 2007597 h 3341254"/>
              <a:gd name="connsiteX3973" fmla="*/ 4502253 w 6545688"/>
              <a:gd name="connsiteY3973" fmla="*/ 2006828 h 3341254"/>
              <a:gd name="connsiteX3974" fmla="*/ 4491264 w 6545688"/>
              <a:gd name="connsiteY3974" fmla="*/ 1987845 h 3341254"/>
              <a:gd name="connsiteX3975" fmla="*/ 4491264 w 6545688"/>
              <a:gd name="connsiteY3975" fmla="*/ 1986307 h 3341254"/>
              <a:gd name="connsiteX3976" fmla="*/ 4502253 w 6545688"/>
              <a:gd name="connsiteY3976" fmla="*/ 1967326 h 3341254"/>
              <a:gd name="connsiteX3977" fmla="*/ 4503560 w 6545688"/>
              <a:gd name="connsiteY3977" fmla="*/ 1966557 h 3341254"/>
              <a:gd name="connsiteX3978" fmla="*/ 3588686 w 6545688"/>
              <a:gd name="connsiteY3978" fmla="*/ 1966403 h 3341254"/>
              <a:gd name="connsiteX3979" fmla="*/ 3610819 w 6545688"/>
              <a:gd name="connsiteY3979" fmla="*/ 1966403 h 3341254"/>
              <a:gd name="connsiteX3980" fmla="*/ 3612203 w 6545688"/>
              <a:gd name="connsiteY3980" fmla="*/ 1967172 h 3341254"/>
              <a:gd name="connsiteX3981" fmla="*/ 3623269 w 6545688"/>
              <a:gd name="connsiteY3981" fmla="*/ 1986309 h 3341254"/>
              <a:gd name="connsiteX3982" fmla="*/ 3623269 w 6545688"/>
              <a:gd name="connsiteY3982" fmla="*/ 1987845 h 3341254"/>
              <a:gd name="connsiteX3983" fmla="*/ 3612203 w 6545688"/>
              <a:gd name="connsiteY3983" fmla="*/ 2006982 h 3341254"/>
              <a:gd name="connsiteX3984" fmla="*/ 3610819 w 6545688"/>
              <a:gd name="connsiteY3984" fmla="*/ 2007751 h 3341254"/>
              <a:gd name="connsiteX3985" fmla="*/ 3588686 w 6545688"/>
              <a:gd name="connsiteY3985" fmla="*/ 2007751 h 3341254"/>
              <a:gd name="connsiteX3986" fmla="*/ 3587302 w 6545688"/>
              <a:gd name="connsiteY3986" fmla="*/ 2006982 h 3341254"/>
              <a:gd name="connsiteX3987" fmla="*/ 3576235 w 6545688"/>
              <a:gd name="connsiteY3987" fmla="*/ 1987845 h 3341254"/>
              <a:gd name="connsiteX3988" fmla="*/ 3576235 w 6545688"/>
              <a:gd name="connsiteY3988" fmla="*/ 1986309 h 3341254"/>
              <a:gd name="connsiteX3989" fmla="*/ 3587302 w 6545688"/>
              <a:gd name="connsiteY3989" fmla="*/ 1967172 h 3341254"/>
              <a:gd name="connsiteX3990" fmla="*/ 3588686 w 6545688"/>
              <a:gd name="connsiteY3990" fmla="*/ 1966403 h 3341254"/>
              <a:gd name="connsiteX3991" fmla="*/ 752707 w 6545688"/>
              <a:gd name="connsiteY3991" fmla="*/ 1966171 h 3341254"/>
              <a:gd name="connsiteX3992" fmla="*/ 775069 w 6545688"/>
              <a:gd name="connsiteY3992" fmla="*/ 1966171 h 3341254"/>
              <a:gd name="connsiteX3993" fmla="*/ 776446 w 6545688"/>
              <a:gd name="connsiteY3993" fmla="*/ 1966940 h 3341254"/>
              <a:gd name="connsiteX3994" fmla="*/ 787672 w 6545688"/>
              <a:gd name="connsiteY3994" fmla="*/ 1986307 h 3341254"/>
              <a:gd name="connsiteX3995" fmla="*/ 787672 w 6545688"/>
              <a:gd name="connsiteY3995" fmla="*/ 1987921 h 3341254"/>
              <a:gd name="connsiteX3996" fmla="*/ 776446 w 6545688"/>
              <a:gd name="connsiteY3996" fmla="*/ 2007289 h 3341254"/>
              <a:gd name="connsiteX3997" fmla="*/ 775069 w 6545688"/>
              <a:gd name="connsiteY3997" fmla="*/ 2008056 h 3341254"/>
              <a:gd name="connsiteX3998" fmla="*/ 752707 w 6545688"/>
              <a:gd name="connsiteY3998" fmla="*/ 2008056 h 3341254"/>
              <a:gd name="connsiteX3999" fmla="*/ 751321 w 6545688"/>
              <a:gd name="connsiteY3999" fmla="*/ 2007289 h 3341254"/>
              <a:gd name="connsiteX4000" fmla="*/ 740101 w 6545688"/>
              <a:gd name="connsiteY4000" fmla="*/ 1987921 h 3341254"/>
              <a:gd name="connsiteX4001" fmla="*/ 740101 w 6545688"/>
              <a:gd name="connsiteY4001" fmla="*/ 1986307 h 3341254"/>
              <a:gd name="connsiteX4002" fmla="*/ 751321 w 6545688"/>
              <a:gd name="connsiteY4002" fmla="*/ 1966940 h 3341254"/>
              <a:gd name="connsiteX4003" fmla="*/ 752707 w 6545688"/>
              <a:gd name="connsiteY4003" fmla="*/ 1966171 h 3341254"/>
              <a:gd name="connsiteX4004" fmla="*/ 4411490 w 6545688"/>
              <a:gd name="connsiteY4004" fmla="*/ 1965402 h 3341254"/>
              <a:gd name="connsiteX4005" fmla="*/ 4434624 w 6545688"/>
              <a:gd name="connsiteY4005" fmla="*/ 1965402 h 3341254"/>
              <a:gd name="connsiteX4006" fmla="*/ 4436006 w 6545688"/>
              <a:gd name="connsiteY4006" fmla="*/ 1966247 h 3341254"/>
              <a:gd name="connsiteX4007" fmla="*/ 4447536 w 6545688"/>
              <a:gd name="connsiteY4007" fmla="*/ 1986307 h 3341254"/>
              <a:gd name="connsiteX4008" fmla="*/ 4447536 w 6545688"/>
              <a:gd name="connsiteY4008" fmla="*/ 1987921 h 3341254"/>
              <a:gd name="connsiteX4009" fmla="*/ 4435930 w 6545688"/>
              <a:gd name="connsiteY4009" fmla="*/ 2007980 h 3341254"/>
              <a:gd name="connsiteX4010" fmla="*/ 4434547 w 6545688"/>
              <a:gd name="connsiteY4010" fmla="*/ 2008825 h 3341254"/>
              <a:gd name="connsiteX4011" fmla="*/ 4411413 w 6545688"/>
              <a:gd name="connsiteY4011" fmla="*/ 2008825 h 3341254"/>
              <a:gd name="connsiteX4012" fmla="*/ 4410030 w 6545688"/>
              <a:gd name="connsiteY4012" fmla="*/ 2007980 h 3341254"/>
              <a:gd name="connsiteX4013" fmla="*/ 4398503 w 6545688"/>
              <a:gd name="connsiteY4013" fmla="*/ 1987921 h 3341254"/>
              <a:gd name="connsiteX4014" fmla="*/ 4398503 w 6545688"/>
              <a:gd name="connsiteY4014" fmla="*/ 1986307 h 3341254"/>
              <a:gd name="connsiteX4015" fmla="*/ 4410107 w 6545688"/>
              <a:gd name="connsiteY4015" fmla="*/ 1966247 h 3341254"/>
              <a:gd name="connsiteX4016" fmla="*/ 4411490 w 6545688"/>
              <a:gd name="connsiteY4016" fmla="*/ 1965402 h 3341254"/>
              <a:gd name="connsiteX4017" fmla="*/ 4045277 w 6545688"/>
              <a:gd name="connsiteY4017" fmla="*/ 1964865 h 3341254"/>
              <a:gd name="connsiteX4018" fmla="*/ 4069025 w 6545688"/>
              <a:gd name="connsiteY4018" fmla="*/ 1964865 h 3341254"/>
              <a:gd name="connsiteX4019" fmla="*/ 4070486 w 6545688"/>
              <a:gd name="connsiteY4019" fmla="*/ 1965710 h 3341254"/>
              <a:gd name="connsiteX4020" fmla="*/ 4082321 w 6545688"/>
              <a:gd name="connsiteY4020" fmla="*/ 1986307 h 3341254"/>
              <a:gd name="connsiteX4021" fmla="*/ 4082321 w 6545688"/>
              <a:gd name="connsiteY4021" fmla="*/ 1987999 h 3341254"/>
              <a:gd name="connsiteX4022" fmla="*/ 4070409 w 6545688"/>
              <a:gd name="connsiteY4022" fmla="*/ 2008596 h 3341254"/>
              <a:gd name="connsiteX4023" fmla="*/ 4068947 w 6545688"/>
              <a:gd name="connsiteY4023" fmla="*/ 2009440 h 3341254"/>
              <a:gd name="connsiteX4024" fmla="*/ 4045201 w 6545688"/>
              <a:gd name="connsiteY4024" fmla="*/ 2009440 h 3341254"/>
              <a:gd name="connsiteX4025" fmla="*/ 4043739 w 6545688"/>
              <a:gd name="connsiteY4025" fmla="*/ 2008596 h 3341254"/>
              <a:gd name="connsiteX4026" fmla="*/ 4031904 w 6545688"/>
              <a:gd name="connsiteY4026" fmla="*/ 1987999 h 3341254"/>
              <a:gd name="connsiteX4027" fmla="*/ 4031904 w 6545688"/>
              <a:gd name="connsiteY4027" fmla="*/ 1986307 h 3341254"/>
              <a:gd name="connsiteX4028" fmla="*/ 4043817 w 6545688"/>
              <a:gd name="connsiteY4028" fmla="*/ 1965710 h 3341254"/>
              <a:gd name="connsiteX4029" fmla="*/ 4045277 w 6545688"/>
              <a:gd name="connsiteY4029" fmla="*/ 1964865 h 3341254"/>
              <a:gd name="connsiteX4030" fmla="*/ 843392 w 6545688"/>
              <a:gd name="connsiteY4030" fmla="*/ 1964711 h 3341254"/>
              <a:gd name="connsiteX4031" fmla="*/ 867294 w 6545688"/>
              <a:gd name="connsiteY4031" fmla="*/ 1964711 h 3341254"/>
              <a:gd name="connsiteX4032" fmla="*/ 868758 w 6545688"/>
              <a:gd name="connsiteY4032" fmla="*/ 1965556 h 3341254"/>
              <a:gd name="connsiteX4033" fmla="*/ 880665 w 6545688"/>
              <a:gd name="connsiteY4033" fmla="*/ 1986231 h 3341254"/>
              <a:gd name="connsiteX4034" fmla="*/ 880665 w 6545688"/>
              <a:gd name="connsiteY4034" fmla="*/ 1987921 h 3341254"/>
              <a:gd name="connsiteX4035" fmla="*/ 868678 w 6545688"/>
              <a:gd name="connsiteY4035" fmla="*/ 2008596 h 3341254"/>
              <a:gd name="connsiteX4036" fmla="*/ 867216 w 6545688"/>
              <a:gd name="connsiteY4036" fmla="*/ 2009440 h 3341254"/>
              <a:gd name="connsiteX4037" fmla="*/ 843316 w 6545688"/>
              <a:gd name="connsiteY4037" fmla="*/ 2009440 h 3341254"/>
              <a:gd name="connsiteX4038" fmla="*/ 841856 w 6545688"/>
              <a:gd name="connsiteY4038" fmla="*/ 2008596 h 3341254"/>
              <a:gd name="connsiteX4039" fmla="*/ 829941 w 6545688"/>
              <a:gd name="connsiteY4039" fmla="*/ 1987921 h 3341254"/>
              <a:gd name="connsiteX4040" fmla="*/ 829941 w 6545688"/>
              <a:gd name="connsiteY4040" fmla="*/ 1986231 h 3341254"/>
              <a:gd name="connsiteX4041" fmla="*/ 841939 w 6545688"/>
              <a:gd name="connsiteY4041" fmla="*/ 1965556 h 3341254"/>
              <a:gd name="connsiteX4042" fmla="*/ 843392 w 6545688"/>
              <a:gd name="connsiteY4042" fmla="*/ 1964711 h 3341254"/>
              <a:gd name="connsiteX4043" fmla="*/ 3130247 w 6545688"/>
              <a:gd name="connsiteY4043" fmla="*/ 1964482 h 3341254"/>
              <a:gd name="connsiteX4044" fmla="*/ 3154456 w 6545688"/>
              <a:gd name="connsiteY4044" fmla="*/ 1964482 h 3341254"/>
              <a:gd name="connsiteX4045" fmla="*/ 3155916 w 6545688"/>
              <a:gd name="connsiteY4045" fmla="*/ 1965326 h 3341254"/>
              <a:gd name="connsiteX4046" fmla="*/ 3167983 w 6545688"/>
              <a:gd name="connsiteY4046" fmla="*/ 1986309 h 3341254"/>
              <a:gd name="connsiteX4047" fmla="*/ 3167983 w 6545688"/>
              <a:gd name="connsiteY4047" fmla="*/ 1987999 h 3341254"/>
              <a:gd name="connsiteX4048" fmla="*/ 3155840 w 6545688"/>
              <a:gd name="connsiteY4048" fmla="*/ 2008981 h 3341254"/>
              <a:gd name="connsiteX4049" fmla="*/ 3154380 w 6545688"/>
              <a:gd name="connsiteY4049" fmla="*/ 2009826 h 3341254"/>
              <a:gd name="connsiteX4050" fmla="*/ 3130170 w 6545688"/>
              <a:gd name="connsiteY4050" fmla="*/ 2009826 h 3341254"/>
              <a:gd name="connsiteX4051" fmla="*/ 3128710 w 6545688"/>
              <a:gd name="connsiteY4051" fmla="*/ 2008981 h 3341254"/>
              <a:gd name="connsiteX4052" fmla="*/ 3116643 w 6545688"/>
              <a:gd name="connsiteY4052" fmla="*/ 1987999 h 3341254"/>
              <a:gd name="connsiteX4053" fmla="*/ 3116643 w 6545688"/>
              <a:gd name="connsiteY4053" fmla="*/ 1986309 h 3341254"/>
              <a:gd name="connsiteX4054" fmla="*/ 3128786 w 6545688"/>
              <a:gd name="connsiteY4054" fmla="*/ 1965326 h 3341254"/>
              <a:gd name="connsiteX4055" fmla="*/ 3130247 w 6545688"/>
              <a:gd name="connsiteY4055" fmla="*/ 1964482 h 3341254"/>
              <a:gd name="connsiteX4056" fmla="*/ 4319264 w 6545688"/>
              <a:gd name="connsiteY4056" fmla="*/ 1964020 h 3341254"/>
              <a:gd name="connsiteX4057" fmla="*/ 4343933 w 6545688"/>
              <a:gd name="connsiteY4057" fmla="*/ 1964020 h 3341254"/>
              <a:gd name="connsiteX4058" fmla="*/ 4345471 w 6545688"/>
              <a:gd name="connsiteY4058" fmla="*/ 1964865 h 3341254"/>
              <a:gd name="connsiteX4059" fmla="*/ 4357768 w 6545688"/>
              <a:gd name="connsiteY4059" fmla="*/ 1986231 h 3341254"/>
              <a:gd name="connsiteX4060" fmla="*/ 4357768 w 6545688"/>
              <a:gd name="connsiteY4060" fmla="*/ 1987999 h 3341254"/>
              <a:gd name="connsiteX4061" fmla="*/ 4345471 w 6545688"/>
              <a:gd name="connsiteY4061" fmla="*/ 2009365 h 3341254"/>
              <a:gd name="connsiteX4062" fmla="*/ 4343933 w 6545688"/>
              <a:gd name="connsiteY4062" fmla="*/ 2010209 h 3341254"/>
              <a:gd name="connsiteX4063" fmla="*/ 4319264 w 6545688"/>
              <a:gd name="connsiteY4063" fmla="*/ 2010209 h 3341254"/>
              <a:gd name="connsiteX4064" fmla="*/ 4317727 w 6545688"/>
              <a:gd name="connsiteY4064" fmla="*/ 2009365 h 3341254"/>
              <a:gd name="connsiteX4065" fmla="*/ 4305431 w 6545688"/>
              <a:gd name="connsiteY4065" fmla="*/ 1987999 h 3341254"/>
              <a:gd name="connsiteX4066" fmla="*/ 4305431 w 6545688"/>
              <a:gd name="connsiteY4066" fmla="*/ 1986231 h 3341254"/>
              <a:gd name="connsiteX4067" fmla="*/ 4317727 w 6545688"/>
              <a:gd name="connsiteY4067" fmla="*/ 1964865 h 3341254"/>
              <a:gd name="connsiteX4068" fmla="*/ 4319264 w 6545688"/>
              <a:gd name="connsiteY4068" fmla="*/ 1964020 h 3341254"/>
              <a:gd name="connsiteX4069" fmla="*/ 3953282 w 6545688"/>
              <a:gd name="connsiteY4069" fmla="*/ 1964020 h 3341254"/>
              <a:gd name="connsiteX4070" fmla="*/ 3977954 w 6545688"/>
              <a:gd name="connsiteY4070" fmla="*/ 1964020 h 3341254"/>
              <a:gd name="connsiteX4071" fmla="*/ 3979489 w 6545688"/>
              <a:gd name="connsiteY4071" fmla="*/ 1964865 h 3341254"/>
              <a:gd name="connsiteX4072" fmla="*/ 3991786 w 6545688"/>
              <a:gd name="connsiteY4072" fmla="*/ 1986231 h 3341254"/>
              <a:gd name="connsiteX4073" fmla="*/ 3991786 w 6545688"/>
              <a:gd name="connsiteY4073" fmla="*/ 1987999 h 3341254"/>
              <a:gd name="connsiteX4074" fmla="*/ 3979489 w 6545688"/>
              <a:gd name="connsiteY4074" fmla="*/ 2009365 h 3341254"/>
              <a:gd name="connsiteX4075" fmla="*/ 3977954 w 6545688"/>
              <a:gd name="connsiteY4075" fmla="*/ 2010209 h 3341254"/>
              <a:gd name="connsiteX4076" fmla="*/ 3953282 w 6545688"/>
              <a:gd name="connsiteY4076" fmla="*/ 2010209 h 3341254"/>
              <a:gd name="connsiteX4077" fmla="*/ 3951746 w 6545688"/>
              <a:gd name="connsiteY4077" fmla="*/ 2009365 h 3341254"/>
              <a:gd name="connsiteX4078" fmla="*/ 3939447 w 6545688"/>
              <a:gd name="connsiteY4078" fmla="*/ 1987999 h 3341254"/>
              <a:gd name="connsiteX4079" fmla="*/ 3939447 w 6545688"/>
              <a:gd name="connsiteY4079" fmla="*/ 1986231 h 3341254"/>
              <a:gd name="connsiteX4080" fmla="*/ 3951746 w 6545688"/>
              <a:gd name="connsiteY4080" fmla="*/ 1964865 h 3341254"/>
              <a:gd name="connsiteX4081" fmla="*/ 3953282 w 6545688"/>
              <a:gd name="connsiteY4081" fmla="*/ 1964020 h 3341254"/>
              <a:gd name="connsiteX4082" fmla="*/ 4227653 w 6545688"/>
              <a:gd name="connsiteY4082" fmla="*/ 1963866 h 3341254"/>
              <a:gd name="connsiteX4083" fmla="*/ 4252478 w 6545688"/>
              <a:gd name="connsiteY4083" fmla="*/ 1963866 h 3341254"/>
              <a:gd name="connsiteX4084" fmla="*/ 4254016 w 6545688"/>
              <a:gd name="connsiteY4084" fmla="*/ 1964711 h 3341254"/>
              <a:gd name="connsiteX4085" fmla="*/ 4266388 w 6545688"/>
              <a:gd name="connsiteY4085" fmla="*/ 1986155 h 3341254"/>
              <a:gd name="connsiteX4086" fmla="*/ 4266388 w 6545688"/>
              <a:gd name="connsiteY4086" fmla="*/ 1987923 h 3341254"/>
              <a:gd name="connsiteX4087" fmla="*/ 4254016 w 6545688"/>
              <a:gd name="connsiteY4087" fmla="*/ 2009365 h 3341254"/>
              <a:gd name="connsiteX4088" fmla="*/ 4252478 w 6545688"/>
              <a:gd name="connsiteY4088" fmla="*/ 2010209 h 3341254"/>
              <a:gd name="connsiteX4089" fmla="*/ 4227653 w 6545688"/>
              <a:gd name="connsiteY4089" fmla="*/ 2010209 h 3341254"/>
              <a:gd name="connsiteX4090" fmla="*/ 4226117 w 6545688"/>
              <a:gd name="connsiteY4090" fmla="*/ 2009365 h 3341254"/>
              <a:gd name="connsiteX4091" fmla="*/ 4213742 w 6545688"/>
              <a:gd name="connsiteY4091" fmla="*/ 1987923 h 3341254"/>
              <a:gd name="connsiteX4092" fmla="*/ 4213742 w 6545688"/>
              <a:gd name="connsiteY4092" fmla="*/ 1986155 h 3341254"/>
              <a:gd name="connsiteX4093" fmla="*/ 4226117 w 6545688"/>
              <a:gd name="connsiteY4093" fmla="*/ 1964711 h 3341254"/>
              <a:gd name="connsiteX4094" fmla="*/ 4227653 w 6545688"/>
              <a:gd name="connsiteY4094" fmla="*/ 1963866 h 3341254"/>
              <a:gd name="connsiteX4095" fmla="*/ 4136197 w 6545688"/>
              <a:gd name="connsiteY4095" fmla="*/ 1963866 h 3341254"/>
              <a:gd name="connsiteX4096" fmla="*/ 4161020 w 6545688"/>
              <a:gd name="connsiteY4096" fmla="*/ 1963866 h 3341254"/>
              <a:gd name="connsiteX4097" fmla="*/ 4162558 w 6545688"/>
              <a:gd name="connsiteY4097" fmla="*/ 1964711 h 3341254"/>
              <a:gd name="connsiteX4098" fmla="*/ 4174931 w 6545688"/>
              <a:gd name="connsiteY4098" fmla="*/ 1986155 h 3341254"/>
              <a:gd name="connsiteX4099" fmla="*/ 4174931 w 6545688"/>
              <a:gd name="connsiteY4099" fmla="*/ 1987923 h 3341254"/>
              <a:gd name="connsiteX4100" fmla="*/ 4162558 w 6545688"/>
              <a:gd name="connsiteY4100" fmla="*/ 2009365 h 3341254"/>
              <a:gd name="connsiteX4101" fmla="*/ 4161020 w 6545688"/>
              <a:gd name="connsiteY4101" fmla="*/ 2010209 h 3341254"/>
              <a:gd name="connsiteX4102" fmla="*/ 4136197 w 6545688"/>
              <a:gd name="connsiteY4102" fmla="*/ 2010209 h 3341254"/>
              <a:gd name="connsiteX4103" fmla="*/ 4134659 w 6545688"/>
              <a:gd name="connsiteY4103" fmla="*/ 2009365 h 3341254"/>
              <a:gd name="connsiteX4104" fmla="*/ 4122286 w 6545688"/>
              <a:gd name="connsiteY4104" fmla="*/ 1987923 h 3341254"/>
              <a:gd name="connsiteX4105" fmla="*/ 4122286 w 6545688"/>
              <a:gd name="connsiteY4105" fmla="*/ 1986155 h 3341254"/>
              <a:gd name="connsiteX4106" fmla="*/ 4134659 w 6545688"/>
              <a:gd name="connsiteY4106" fmla="*/ 1964711 h 3341254"/>
              <a:gd name="connsiteX4107" fmla="*/ 4136197 w 6545688"/>
              <a:gd name="connsiteY4107" fmla="*/ 1963866 h 3341254"/>
              <a:gd name="connsiteX4108" fmla="*/ 659945 w 6545688"/>
              <a:gd name="connsiteY4108" fmla="*/ 1963789 h 3341254"/>
              <a:gd name="connsiteX4109" fmla="*/ 684836 w 6545688"/>
              <a:gd name="connsiteY4109" fmla="*/ 1963789 h 3341254"/>
              <a:gd name="connsiteX4110" fmla="*/ 686384 w 6545688"/>
              <a:gd name="connsiteY4110" fmla="*/ 1964633 h 3341254"/>
              <a:gd name="connsiteX4111" fmla="*/ 698830 w 6545688"/>
              <a:gd name="connsiteY4111" fmla="*/ 1986231 h 3341254"/>
              <a:gd name="connsiteX4112" fmla="*/ 698830 w 6545688"/>
              <a:gd name="connsiteY4112" fmla="*/ 1987999 h 3341254"/>
              <a:gd name="connsiteX4113" fmla="*/ 686384 w 6545688"/>
              <a:gd name="connsiteY4113" fmla="*/ 2009594 h 3341254"/>
              <a:gd name="connsiteX4114" fmla="*/ 684836 w 6545688"/>
              <a:gd name="connsiteY4114" fmla="*/ 2010439 h 3341254"/>
              <a:gd name="connsiteX4115" fmla="*/ 659945 w 6545688"/>
              <a:gd name="connsiteY4115" fmla="*/ 2010439 h 3341254"/>
              <a:gd name="connsiteX4116" fmla="*/ 658403 w 6545688"/>
              <a:gd name="connsiteY4116" fmla="*/ 2009594 h 3341254"/>
              <a:gd name="connsiteX4117" fmla="*/ 645955 w 6545688"/>
              <a:gd name="connsiteY4117" fmla="*/ 1987999 h 3341254"/>
              <a:gd name="connsiteX4118" fmla="*/ 645955 w 6545688"/>
              <a:gd name="connsiteY4118" fmla="*/ 1986231 h 3341254"/>
              <a:gd name="connsiteX4119" fmla="*/ 658403 w 6545688"/>
              <a:gd name="connsiteY4119" fmla="*/ 1964633 h 3341254"/>
              <a:gd name="connsiteX4120" fmla="*/ 659945 w 6545688"/>
              <a:gd name="connsiteY4120" fmla="*/ 1963789 h 3341254"/>
              <a:gd name="connsiteX4121" fmla="*/ 385105 w 6545688"/>
              <a:gd name="connsiteY4121" fmla="*/ 1963098 h 3341254"/>
              <a:gd name="connsiteX4122" fmla="*/ 410779 w 6545688"/>
              <a:gd name="connsiteY4122" fmla="*/ 1963098 h 3341254"/>
              <a:gd name="connsiteX4123" fmla="*/ 412313 w 6545688"/>
              <a:gd name="connsiteY4123" fmla="*/ 1964020 h 3341254"/>
              <a:gd name="connsiteX4124" fmla="*/ 425147 w 6545688"/>
              <a:gd name="connsiteY4124" fmla="*/ 1986231 h 3341254"/>
              <a:gd name="connsiteX4125" fmla="*/ 425147 w 6545688"/>
              <a:gd name="connsiteY4125" fmla="*/ 1988074 h 3341254"/>
              <a:gd name="connsiteX4126" fmla="*/ 412313 w 6545688"/>
              <a:gd name="connsiteY4126" fmla="*/ 2010287 h 3341254"/>
              <a:gd name="connsiteX4127" fmla="*/ 410779 w 6545688"/>
              <a:gd name="connsiteY4127" fmla="*/ 2011208 h 3341254"/>
              <a:gd name="connsiteX4128" fmla="*/ 385105 w 6545688"/>
              <a:gd name="connsiteY4128" fmla="*/ 2011208 h 3341254"/>
              <a:gd name="connsiteX4129" fmla="*/ 383573 w 6545688"/>
              <a:gd name="connsiteY4129" fmla="*/ 2010287 h 3341254"/>
              <a:gd name="connsiteX4130" fmla="*/ 370733 w 6545688"/>
              <a:gd name="connsiteY4130" fmla="*/ 1988074 h 3341254"/>
              <a:gd name="connsiteX4131" fmla="*/ 370733 w 6545688"/>
              <a:gd name="connsiteY4131" fmla="*/ 1986231 h 3341254"/>
              <a:gd name="connsiteX4132" fmla="*/ 383573 w 6545688"/>
              <a:gd name="connsiteY4132" fmla="*/ 1964020 h 3341254"/>
              <a:gd name="connsiteX4133" fmla="*/ 385105 w 6545688"/>
              <a:gd name="connsiteY4133" fmla="*/ 1963098 h 3341254"/>
              <a:gd name="connsiteX4134" fmla="*/ 3769600 w 6545688"/>
              <a:gd name="connsiteY4134" fmla="*/ 1962636 h 3341254"/>
              <a:gd name="connsiteX4135" fmla="*/ 3795731 w 6545688"/>
              <a:gd name="connsiteY4135" fmla="*/ 1962636 h 3341254"/>
              <a:gd name="connsiteX4136" fmla="*/ 3797345 w 6545688"/>
              <a:gd name="connsiteY4136" fmla="*/ 1963559 h 3341254"/>
              <a:gd name="connsiteX4137" fmla="*/ 3810410 w 6545688"/>
              <a:gd name="connsiteY4137" fmla="*/ 1986231 h 3341254"/>
              <a:gd name="connsiteX4138" fmla="*/ 3810410 w 6545688"/>
              <a:gd name="connsiteY4138" fmla="*/ 1988074 h 3341254"/>
              <a:gd name="connsiteX4139" fmla="*/ 3797345 w 6545688"/>
              <a:gd name="connsiteY4139" fmla="*/ 2010747 h 3341254"/>
              <a:gd name="connsiteX4140" fmla="*/ 3795731 w 6545688"/>
              <a:gd name="connsiteY4140" fmla="*/ 2011669 h 3341254"/>
              <a:gd name="connsiteX4141" fmla="*/ 3769600 w 6545688"/>
              <a:gd name="connsiteY4141" fmla="*/ 2011669 h 3341254"/>
              <a:gd name="connsiteX4142" fmla="*/ 3767986 w 6545688"/>
              <a:gd name="connsiteY4142" fmla="*/ 2010747 h 3341254"/>
              <a:gd name="connsiteX4143" fmla="*/ 3754922 w 6545688"/>
              <a:gd name="connsiteY4143" fmla="*/ 1988074 h 3341254"/>
              <a:gd name="connsiteX4144" fmla="*/ 3754922 w 6545688"/>
              <a:gd name="connsiteY4144" fmla="*/ 1986231 h 3341254"/>
              <a:gd name="connsiteX4145" fmla="*/ 3767986 w 6545688"/>
              <a:gd name="connsiteY4145" fmla="*/ 1963559 h 3341254"/>
              <a:gd name="connsiteX4146" fmla="*/ 3769600 w 6545688"/>
              <a:gd name="connsiteY4146" fmla="*/ 1962636 h 3341254"/>
              <a:gd name="connsiteX4147" fmla="*/ 2946258 w 6545688"/>
              <a:gd name="connsiteY4147" fmla="*/ 1962482 h 3341254"/>
              <a:gd name="connsiteX4148" fmla="*/ 2972541 w 6545688"/>
              <a:gd name="connsiteY4148" fmla="*/ 1962482 h 3341254"/>
              <a:gd name="connsiteX4149" fmla="*/ 2974155 w 6545688"/>
              <a:gd name="connsiteY4149" fmla="*/ 1963405 h 3341254"/>
              <a:gd name="connsiteX4150" fmla="*/ 2987298 w 6545688"/>
              <a:gd name="connsiteY4150" fmla="*/ 1986153 h 3341254"/>
              <a:gd name="connsiteX4151" fmla="*/ 2987298 w 6545688"/>
              <a:gd name="connsiteY4151" fmla="*/ 1987999 h 3341254"/>
              <a:gd name="connsiteX4152" fmla="*/ 2974155 w 6545688"/>
              <a:gd name="connsiteY4152" fmla="*/ 2010747 h 3341254"/>
              <a:gd name="connsiteX4153" fmla="*/ 2972541 w 6545688"/>
              <a:gd name="connsiteY4153" fmla="*/ 2011669 h 3341254"/>
              <a:gd name="connsiteX4154" fmla="*/ 2946258 w 6545688"/>
              <a:gd name="connsiteY4154" fmla="*/ 2011669 h 3341254"/>
              <a:gd name="connsiteX4155" fmla="*/ 2944644 w 6545688"/>
              <a:gd name="connsiteY4155" fmla="*/ 2010747 h 3341254"/>
              <a:gd name="connsiteX4156" fmla="*/ 2931501 w 6545688"/>
              <a:gd name="connsiteY4156" fmla="*/ 1987999 h 3341254"/>
              <a:gd name="connsiteX4157" fmla="*/ 2931501 w 6545688"/>
              <a:gd name="connsiteY4157" fmla="*/ 1986153 h 3341254"/>
              <a:gd name="connsiteX4158" fmla="*/ 2944644 w 6545688"/>
              <a:gd name="connsiteY4158" fmla="*/ 1963405 h 3341254"/>
              <a:gd name="connsiteX4159" fmla="*/ 2946258 w 6545688"/>
              <a:gd name="connsiteY4159" fmla="*/ 1962482 h 3341254"/>
              <a:gd name="connsiteX4160" fmla="*/ 3860979 w 6545688"/>
              <a:gd name="connsiteY4160" fmla="*/ 1962329 h 3341254"/>
              <a:gd name="connsiteX4161" fmla="*/ 3887418 w 6545688"/>
              <a:gd name="connsiteY4161" fmla="*/ 1962329 h 3341254"/>
              <a:gd name="connsiteX4162" fmla="*/ 3889033 w 6545688"/>
              <a:gd name="connsiteY4162" fmla="*/ 1963251 h 3341254"/>
              <a:gd name="connsiteX4163" fmla="*/ 3902251 w 6545688"/>
              <a:gd name="connsiteY4163" fmla="*/ 1986153 h 3341254"/>
              <a:gd name="connsiteX4164" fmla="*/ 3902251 w 6545688"/>
              <a:gd name="connsiteY4164" fmla="*/ 1987999 h 3341254"/>
              <a:gd name="connsiteX4165" fmla="*/ 3889033 w 6545688"/>
              <a:gd name="connsiteY4165" fmla="*/ 2010900 h 3341254"/>
              <a:gd name="connsiteX4166" fmla="*/ 3887418 w 6545688"/>
              <a:gd name="connsiteY4166" fmla="*/ 2011823 h 3341254"/>
              <a:gd name="connsiteX4167" fmla="*/ 3860979 w 6545688"/>
              <a:gd name="connsiteY4167" fmla="*/ 2011823 h 3341254"/>
              <a:gd name="connsiteX4168" fmla="*/ 3859366 w 6545688"/>
              <a:gd name="connsiteY4168" fmla="*/ 2010900 h 3341254"/>
              <a:gd name="connsiteX4169" fmla="*/ 3846148 w 6545688"/>
              <a:gd name="connsiteY4169" fmla="*/ 1987999 h 3341254"/>
              <a:gd name="connsiteX4170" fmla="*/ 3846148 w 6545688"/>
              <a:gd name="connsiteY4170" fmla="*/ 1986153 h 3341254"/>
              <a:gd name="connsiteX4171" fmla="*/ 3859366 w 6545688"/>
              <a:gd name="connsiteY4171" fmla="*/ 1963251 h 3341254"/>
              <a:gd name="connsiteX4172" fmla="*/ 3860979 w 6545688"/>
              <a:gd name="connsiteY4172" fmla="*/ 1962329 h 3341254"/>
              <a:gd name="connsiteX4173" fmla="*/ 2671732 w 6545688"/>
              <a:gd name="connsiteY4173" fmla="*/ 1962329 h 3341254"/>
              <a:gd name="connsiteX4174" fmla="*/ 2698170 w 6545688"/>
              <a:gd name="connsiteY4174" fmla="*/ 1962329 h 3341254"/>
              <a:gd name="connsiteX4175" fmla="*/ 2699784 w 6545688"/>
              <a:gd name="connsiteY4175" fmla="*/ 1963251 h 3341254"/>
              <a:gd name="connsiteX4176" fmla="*/ 2713003 w 6545688"/>
              <a:gd name="connsiteY4176" fmla="*/ 1986153 h 3341254"/>
              <a:gd name="connsiteX4177" fmla="*/ 2713003 w 6545688"/>
              <a:gd name="connsiteY4177" fmla="*/ 1987999 h 3341254"/>
              <a:gd name="connsiteX4178" fmla="*/ 2699784 w 6545688"/>
              <a:gd name="connsiteY4178" fmla="*/ 2010900 h 3341254"/>
              <a:gd name="connsiteX4179" fmla="*/ 2698170 w 6545688"/>
              <a:gd name="connsiteY4179" fmla="*/ 2011823 h 3341254"/>
              <a:gd name="connsiteX4180" fmla="*/ 2671732 w 6545688"/>
              <a:gd name="connsiteY4180" fmla="*/ 2011823 h 3341254"/>
              <a:gd name="connsiteX4181" fmla="*/ 2670118 w 6545688"/>
              <a:gd name="connsiteY4181" fmla="*/ 2010900 h 3341254"/>
              <a:gd name="connsiteX4182" fmla="*/ 2656900 w 6545688"/>
              <a:gd name="connsiteY4182" fmla="*/ 1987999 h 3341254"/>
              <a:gd name="connsiteX4183" fmla="*/ 2656900 w 6545688"/>
              <a:gd name="connsiteY4183" fmla="*/ 1986153 h 3341254"/>
              <a:gd name="connsiteX4184" fmla="*/ 2670118 w 6545688"/>
              <a:gd name="connsiteY4184" fmla="*/ 1963251 h 3341254"/>
              <a:gd name="connsiteX4185" fmla="*/ 2671732 w 6545688"/>
              <a:gd name="connsiteY4185" fmla="*/ 1962329 h 3341254"/>
              <a:gd name="connsiteX4186" fmla="*/ 3311855 w 6545688"/>
              <a:gd name="connsiteY4186" fmla="*/ 1961945 h 3341254"/>
              <a:gd name="connsiteX4187" fmla="*/ 3338753 w 6545688"/>
              <a:gd name="connsiteY4187" fmla="*/ 1961945 h 3341254"/>
              <a:gd name="connsiteX4188" fmla="*/ 3340366 w 6545688"/>
              <a:gd name="connsiteY4188" fmla="*/ 1962868 h 3341254"/>
              <a:gd name="connsiteX4189" fmla="*/ 3353818 w 6545688"/>
              <a:gd name="connsiteY4189" fmla="*/ 1986155 h 3341254"/>
              <a:gd name="connsiteX4190" fmla="*/ 3353818 w 6545688"/>
              <a:gd name="connsiteY4190" fmla="*/ 1988076 h 3341254"/>
              <a:gd name="connsiteX4191" fmla="*/ 3340366 w 6545688"/>
              <a:gd name="connsiteY4191" fmla="*/ 2011362 h 3341254"/>
              <a:gd name="connsiteX4192" fmla="*/ 3338753 w 6545688"/>
              <a:gd name="connsiteY4192" fmla="*/ 2012284 h 3341254"/>
              <a:gd name="connsiteX4193" fmla="*/ 3311855 w 6545688"/>
              <a:gd name="connsiteY4193" fmla="*/ 2012284 h 3341254"/>
              <a:gd name="connsiteX4194" fmla="*/ 3310241 w 6545688"/>
              <a:gd name="connsiteY4194" fmla="*/ 2011362 h 3341254"/>
              <a:gd name="connsiteX4195" fmla="*/ 3296790 w 6545688"/>
              <a:gd name="connsiteY4195" fmla="*/ 1988076 h 3341254"/>
              <a:gd name="connsiteX4196" fmla="*/ 3296790 w 6545688"/>
              <a:gd name="connsiteY4196" fmla="*/ 1986155 h 3341254"/>
              <a:gd name="connsiteX4197" fmla="*/ 3310241 w 6545688"/>
              <a:gd name="connsiteY4197" fmla="*/ 1962868 h 3341254"/>
              <a:gd name="connsiteX4198" fmla="*/ 3311855 w 6545688"/>
              <a:gd name="connsiteY4198" fmla="*/ 1961945 h 3341254"/>
              <a:gd name="connsiteX4199" fmla="*/ 2854415 w 6545688"/>
              <a:gd name="connsiteY4199" fmla="*/ 1961945 h 3341254"/>
              <a:gd name="connsiteX4200" fmla="*/ 2881313 w 6545688"/>
              <a:gd name="connsiteY4200" fmla="*/ 1961945 h 3341254"/>
              <a:gd name="connsiteX4201" fmla="*/ 2882927 w 6545688"/>
              <a:gd name="connsiteY4201" fmla="*/ 1962868 h 3341254"/>
              <a:gd name="connsiteX4202" fmla="*/ 2896378 w 6545688"/>
              <a:gd name="connsiteY4202" fmla="*/ 1986155 h 3341254"/>
              <a:gd name="connsiteX4203" fmla="*/ 2896378 w 6545688"/>
              <a:gd name="connsiteY4203" fmla="*/ 1988076 h 3341254"/>
              <a:gd name="connsiteX4204" fmla="*/ 2882927 w 6545688"/>
              <a:gd name="connsiteY4204" fmla="*/ 2011362 h 3341254"/>
              <a:gd name="connsiteX4205" fmla="*/ 2881313 w 6545688"/>
              <a:gd name="connsiteY4205" fmla="*/ 2012284 h 3341254"/>
              <a:gd name="connsiteX4206" fmla="*/ 2854415 w 6545688"/>
              <a:gd name="connsiteY4206" fmla="*/ 2012284 h 3341254"/>
              <a:gd name="connsiteX4207" fmla="*/ 2852801 w 6545688"/>
              <a:gd name="connsiteY4207" fmla="*/ 2011362 h 3341254"/>
              <a:gd name="connsiteX4208" fmla="*/ 2839352 w 6545688"/>
              <a:gd name="connsiteY4208" fmla="*/ 1988076 h 3341254"/>
              <a:gd name="connsiteX4209" fmla="*/ 2839352 w 6545688"/>
              <a:gd name="connsiteY4209" fmla="*/ 1986155 h 3341254"/>
              <a:gd name="connsiteX4210" fmla="*/ 2852801 w 6545688"/>
              <a:gd name="connsiteY4210" fmla="*/ 1962868 h 3341254"/>
              <a:gd name="connsiteX4211" fmla="*/ 2854415 w 6545688"/>
              <a:gd name="connsiteY4211" fmla="*/ 1961945 h 3341254"/>
              <a:gd name="connsiteX4212" fmla="*/ 3037022 w 6545688"/>
              <a:gd name="connsiteY4212" fmla="*/ 1961098 h 3341254"/>
              <a:gd name="connsiteX4213" fmla="*/ 3064766 w 6545688"/>
              <a:gd name="connsiteY4213" fmla="*/ 1961098 h 3341254"/>
              <a:gd name="connsiteX4214" fmla="*/ 3066458 w 6545688"/>
              <a:gd name="connsiteY4214" fmla="*/ 1962097 h 3341254"/>
              <a:gd name="connsiteX4215" fmla="*/ 3080368 w 6545688"/>
              <a:gd name="connsiteY4215" fmla="*/ 1986153 h 3341254"/>
              <a:gd name="connsiteX4216" fmla="*/ 3080368 w 6545688"/>
              <a:gd name="connsiteY4216" fmla="*/ 1988150 h 3341254"/>
              <a:gd name="connsiteX4217" fmla="*/ 3066458 w 6545688"/>
              <a:gd name="connsiteY4217" fmla="*/ 2012207 h 3341254"/>
              <a:gd name="connsiteX4218" fmla="*/ 3064766 w 6545688"/>
              <a:gd name="connsiteY4218" fmla="*/ 2013205 h 3341254"/>
              <a:gd name="connsiteX4219" fmla="*/ 3037022 w 6545688"/>
              <a:gd name="connsiteY4219" fmla="*/ 2013205 h 3341254"/>
              <a:gd name="connsiteX4220" fmla="*/ 3035331 w 6545688"/>
              <a:gd name="connsiteY4220" fmla="*/ 2012207 h 3341254"/>
              <a:gd name="connsiteX4221" fmla="*/ 3021420 w 6545688"/>
              <a:gd name="connsiteY4221" fmla="*/ 1988150 h 3341254"/>
              <a:gd name="connsiteX4222" fmla="*/ 3021420 w 6545688"/>
              <a:gd name="connsiteY4222" fmla="*/ 1986153 h 3341254"/>
              <a:gd name="connsiteX4223" fmla="*/ 3035331 w 6545688"/>
              <a:gd name="connsiteY4223" fmla="*/ 1962097 h 3341254"/>
              <a:gd name="connsiteX4224" fmla="*/ 3037022 w 6545688"/>
              <a:gd name="connsiteY4224" fmla="*/ 1961098 h 3341254"/>
              <a:gd name="connsiteX4225" fmla="*/ 2762423 w 6545688"/>
              <a:gd name="connsiteY4225" fmla="*/ 1960793 h 3341254"/>
              <a:gd name="connsiteX4226" fmla="*/ 2790473 w 6545688"/>
              <a:gd name="connsiteY4226" fmla="*/ 1960793 h 3341254"/>
              <a:gd name="connsiteX4227" fmla="*/ 2792164 w 6545688"/>
              <a:gd name="connsiteY4227" fmla="*/ 1961791 h 3341254"/>
              <a:gd name="connsiteX4228" fmla="*/ 2806151 w 6545688"/>
              <a:gd name="connsiteY4228" fmla="*/ 1986077 h 3341254"/>
              <a:gd name="connsiteX4229" fmla="*/ 2806151 w 6545688"/>
              <a:gd name="connsiteY4229" fmla="*/ 1988076 h 3341254"/>
              <a:gd name="connsiteX4230" fmla="*/ 2792086 w 6545688"/>
              <a:gd name="connsiteY4230" fmla="*/ 2012362 h 3341254"/>
              <a:gd name="connsiteX4231" fmla="*/ 2790397 w 6545688"/>
              <a:gd name="connsiteY4231" fmla="*/ 2013361 h 3341254"/>
              <a:gd name="connsiteX4232" fmla="*/ 2762344 w 6545688"/>
              <a:gd name="connsiteY4232" fmla="*/ 2013361 h 3341254"/>
              <a:gd name="connsiteX4233" fmla="*/ 2760654 w 6545688"/>
              <a:gd name="connsiteY4233" fmla="*/ 2012362 h 3341254"/>
              <a:gd name="connsiteX4234" fmla="*/ 2746667 w 6545688"/>
              <a:gd name="connsiteY4234" fmla="*/ 1988076 h 3341254"/>
              <a:gd name="connsiteX4235" fmla="*/ 2746667 w 6545688"/>
              <a:gd name="connsiteY4235" fmla="*/ 1986077 h 3341254"/>
              <a:gd name="connsiteX4236" fmla="*/ 2760731 w 6545688"/>
              <a:gd name="connsiteY4236" fmla="*/ 1961791 h 3341254"/>
              <a:gd name="connsiteX4237" fmla="*/ 2762423 w 6545688"/>
              <a:gd name="connsiteY4237" fmla="*/ 1960793 h 3341254"/>
              <a:gd name="connsiteX4238" fmla="*/ 3677068 w 6545688"/>
              <a:gd name="connsiteY4238" fmla="*/ 1960561 h 3341254"/>
              <a:gd name="connsiteX4239" fmla="*/ 3705428 w 6545688"/>
              <a:gd name="connsiteY4239" fmla="*/ 1960561 h 3341254"/>
              <a:gd name="connsiteX4240" fmla="*/ 3707195 w 6545688"/>
              <a:gd name="connsiteY4240" fmla="*/ 1961560 h 3341254"/>
              <a:gd name="connsiteX4241" fmla="*/ 3721335 w 6545688"/>
              <a:gd name="connsiteY4241" fmla="*/ 1986153 h 3341254"/>
              <a:gd name="connsiteX4242" fmla="*/ 3721335 w 6545688"/>
              <a:gd name="connsiteY4242" fmla="*/ 1988152 h 3341254"/>
              <a:gd name="connsiteX4243" fmla="*/ 3707117 w 6545688"/>
              <a:gd name="connsiteY4243" fmla="*/ 2012746 h 3341254"/>
              <a:gd name="connsiteX4244" fmla="*/ 3705351 w 6545688"/>
              <a:gd name="connsiteY4244" fmla="*/ 2013744 h 3341254"/>
              <a:gd name="connsiteX4245" fmla="*/ 3676990 w 6545688"/>
              <a:gd name="connsiteY4245" fmla="*/ 2013744 h 3341254"/>
              <a:gd name="connsiteX4246" fmla="*/ 3675223 w 6545688"/>
              <a:gd name="connsiteY4246" fmla="*/ 2012746 h 3341254"/>
              <a:gd name="connsiteX4247" fmla="*/ 3661082 w 6545688"/>
              <a:gd name="connsiteY4247" fmla="*/ 1988152 h 3341254"/>
              <a:gd name="connsiteX4248" fmla="*/ 3661082 w 6545688"/>
              <a:gd name="connsiteY4248" fmla="*/ 1986153 h 3341254"/>
              <a:gd name="connsiteX4249" fmla="*/ 3675301 w 6545688"/>
              <a:gd name="connsiteY4249" fmla="*/ 1961560 h 3341254"/>
              <a:gd name="connsiteX4250" fmla="*/ 3677068 w 6545688"/>
              <a:gd name="connsiteY4250" fmla="*/ 1960561 h 3341254"/>
              <a:gd name="connsiteX4251" fmla="*/ 108817 w 6545688"/>
              <a:gd name="connsiteY4251" fmla="*/ 1959716 h 3341254"/>
              <a:gd name="connsiteX4252" fmla="*/ 138098 w 6545688"/>
              <a:gd name="connsiteY4252" fmla="*/ 1959716 h 3341254"/>
              <a:gd name="connsiteX4253" fmla="*/ 139863 w 6545688"/>
              <a:gd name="connsiteY4253" fmla="*/ 1960715 h 3341254"/>
              <a:gd name="connsiteX4254" fmla="*/ 154469 w 6545688"/>
              <a:gd name="connsiteY4254" fmla="*/ 1986077 h 3341254"/>
              <a:gd name="connsiteX4255" fmla="*/ 154469 w 6545688"/>
              <a:gd name="connsiteY4255" fmla="*/ 1988152 h 3341254"/>
              <a:gd name="connsiteX4256" fmla="*/ 139788 w 6545688"/>
              <a:gd name="connsiteY4256" fmla="*/ 2013515 h 3341254"/>
              <a:gd name="connsiteX4257" fmla="*/ 138026 w 6545688"/>
              <a:gd name="connsiteY4257" fmla="*/ 2014513 h 3341254"/>
              <a:gd name="connsiteX4258" fmla="*/ 108739 w 6545688"/>
              <a:gd name="connsiteY4258" fmla="*/ 2014513 h 3341254"/>
              <a:gd name="connsiteX4259" fmla="*/ 106970 w 6545688"/>
              <a:gd name="connsiteY4259" fmla="*/ 2013515 h 3341254"/>
              <a:gd name="connsiteX4260" fmla="*/ 92372 w 6545688"/>
              <a:gd name="connsiteY4260" fmla="*/ 1988152 h 3341254"/>
              <a:gd name="connsiteX4261" fmla="*/ 92372 w 6545688"/>
              <a:gd name="connsiteY4261" fmla="*/ 1986077 h 3341254"/>
              <a:gd name="connsiteX4262" fmla="*/ 107047 w 6545688"/>
              <a:gd name="connsiteY4262" fmla="*/ 1960715 h 3341254"/>
              <a:gd name="connsiteX4263" fmla="*/ 108817 w 6545688"/>
              <a:gd name="connsiteY4263" fmla="*/ 1959716 h 3341254"/>
              <a:gd name="connsiteX4264" fmla="*/ 198123 w 6545688"/>
              <a:gd name="connsiteY4264" fmla="*/ 1955488 h 3341254"/>
              <a:gd name="connsiteX4265" fmla="*/ 231864 w 6545688"/>
              <a:gd name="connsiteY4265" fmla="*/ 1955488 h 3341254"/>
              <a:gd name="connsiteX4266" fmla="*/ 233939 w 6545688"/>
              <a:gd name="connsiteY4266" fmla="*/ 1956718 h 3341254"/>
              <a:gd name="connsiteX4267" fmla="*/ 250768 w 6545688"/>
              <a:gd name="connsiteY4267" fmla="*/ 1985922 h 3341254"/>
              <a:gd name="connsiteX4268" fmla="*/ 250768 w 6545688"/>
              <a:gd name="connsiteY4268" fmla="*/ 1988304 h 3341254"/>
              <a:gd name="connsiteX4269" fmla="*/ 233863 w 6545688"/>
              <a:gd name="connsiteY4269" fmla="*/ 2017509 h 3341254"/>
              <a:gd name="connsiteX4270" fmla="*/ 231790 w 6545688"/>
              <a:gd name="connsiteY4270" fmla="*/ 2018739 h 3341254"/>
              <a:gd name="connsiteX4271" fmla="*/ 198046 w 6545688"/>
              <a:gd name="connsiteY4271" fmla="*/ 2018739 h 3341254"/>
              <a:gd name="connsiteX4272" fmla="*/ 195967 w 6545688"/>
              <a:gd name="connsiteY4272" fmla="*/ 2017509 h 3341254"/>
              <a:gd name="connsiteX4273" fmla="*/ 179142 w 6545688"/>
              <a:gd name="connsiteY4273" fmla="*/ 1988304 h 3341254"/>
              <a:gd name="connsiteX4274" fmla="*/ 179142 w 6545688"/>
              <a:gd name="connsiteY4274" fmla="*/ 1985922 h 3341254"/>
              <a:gd name="connsiteX4275" fmla="*/ 196050 w 6545688"/>
              <a:gd name="connsiteY4275" fmla="*/ 1956718 h 3341254"/>
              <a:gd name="connsiteX4276" fmla="*/ 198123 w 6545688"/>
              <a:gd name="connsiteY4276" fmla="*/ 1955488 h 3341254"/>
              <a:gd name="connsiteX4277" fmla="*/ 288810 w 6545688"/>
              <a:gd name="connsiteY4277" fmla="*/ 1954106 h 3341254"/>
              <a:gd name="connsiteX4278" fmla="*/ 324089 w 6545688"/>
              <a:gd name="connsiteY4278" fmla="*/ 1954106 h 3341254"/>
              <a:gd name="connsiteX4279" fmla="*/ 326240 w 6545688"/>
              <a:gd name="connsiteY4279" fmla="*/ 1955336 h 3341254"/>
              <a:gd name="connsiteX4280" fmla="*/ 343833 w 6545688"/>
              <a:gd name="connsiteY4280" fmla="*/ 1985848 h 3341254"/>
              <a:gd name="connsiteX4281" fmla="*/ 343833 w 6545688"/>
              <a:gd name="connsiteY4281" fmla="*/ 1988306 h 3341254"/>
              <a:gd name="connsiteX4282" fmla="*/ 326240 w 6545688"/>
              <a:gd name="connsiteY4282" fmla="*/ 2018817 h 3341254"/>
              <a:gd name="connsiteX4283" fmla="*/ 324089 w 6545688"/>
              <a:gd name="connsiteY4283" fmla="*/ 2020048 h 3341254"/>
              <a:gd name="connsiteX4284" fmla="*/ 288810 w 6545688"/>
              <a:gd name="connsiteY4284" fmla="*/ 2020048 h 3341254"/>
              <a:gd name="connsiteX4285" fmla="*/ 286657 w 6545688"/>
              <a:gd name="connsiteY4285" fmla="*/ 2018817 h 3341254"/>
              <a:gd name="connsiteX4286" fmla="*/ 269058 w 6545688"/>
              <a:gd name="connsiteY4286" fmla="*/ 1988306 h 3341254"/>
              <a:gd name="connsiteX4287" fmla="*/ 269058 w 6545688"/>
              <a:gd name="connsiteY4287" fmla="*/ 1985848 h 3341254"/>
              <a:gd name="connsiteX4288" fmla="*/ 286657 w 6545688"/>
              <a:gd name="connsiteY4288" fmla="*/ 1955336 h 3341254"/>
              <a:gd name="connsiteX4289" fmla="*/ 288810 w 6545688"/>
              <a:gd name="connsiteY4289" fmla="*/ 1954106 h 3341254"/>
              <a:gd name="connsiteX4290" fmla="*/ 1584470 w 6545688"/>
              <a:gd name="connsiteY4290" fmla="*/ 1902844 h 3341254"/>
              <a:gd name="connsiteX4291" fmla="*/ 1589851 w 6545688"/>
              <a:gd name="connsiteY4291" fmla="*/ 1902844 h 3341254"/>
              <a:gd name="connsiteX4292" fmla="*/ 1590157 w 6545688"/>
              <a:gd name="connsiteY4292" fmla="*/ 1902998 h 3341254"/>
              <a:gd name="connsiteX4293" fmla="*/ 1592847 w 6545688"/>
              <a:gd name="connsiteY4293" fmla="*/ 1907685 h 3341254"/>
              <a:gd name="connsiteX4294" fmla="*/ 1592847 w 6545688"/>
              <a:gd name="connsiteY4294" fmla="*/ 1908071 h 3341254"/>
              <a:gd name="connsiteX4295" fmla="*/ 1590157 w 6545688"/>
              <a:gd name="connsiteY4295" fmla="*/ 1912758 h 3341254"/>
              <a:gd name="connsiteX4296" fmla="*/ 1589851 w 6545688"/>
              <a:gd name="connsiteY4296" fmla="*/ 1912912 h 3341254"/>
              <a:gd name="connsiteX4297" fmla="*/ 1584470 w 6545688"/>
              <a:gd name="connsiteY4297" fmla="*/ 1912912 h 3341254"/>
              <a:gd name="connsiteX4298" fmla="*/ 1584163 w 6545688"/>
              <a:gd name="connsiteY4298" fmla="*/ 1912758 h 3341254"/>
              <a:gd name="connsiteX4299" fmla="*/ 1581473 w 6545688"/>
              <a:gd name="connsiteY4299" fmla="*/ 1908071 h 3341254"/>
              <a:gd name="connsiteX4300" fmla="*/ 1581473 w 6545688"/>
              <a:gd name="connsiteY4300" fmla="*/ 1907685 h 3341254"/>
              <a:gd name="connsiteX4301" fmla="*/ 1584163 w 6545688"/>
              <a:gd name="connsiteY4301" fmla="*/ 1902998 h 3341254"/>
              <a:gd name="connsiteX4302" fmla="*/ 1584470 w 6545688"/>
              <a:gd name="connsiteY4302" fmla="*/ 1902844 h 3341254"/>
              <a:gd name="connsiteX4303" fmla="*/ 1124760 w 6545688"/>
              <a:gd name="connsiteY4303" fmla="*/ 1898462 h 3341254"/>
              <a:gd name="connsiteX4304" fmla="*/ 1134752 w 6545688"/>
              <a:gd name="connsiteY4304" fmla="*/ 1898462 h 3341254"/>
              <a:gd name="connsiteX4305" fmla="*/ 1135360 w 6545688"/>
              <a:gd name="connsiteY4305" fmla="*/ 1898848 h 3341254"/>
              <a:gd name="connsiteX4306" fmla="*/ 1140356 w 6545688"/>
              <a:gd name="connsiteY4306" fmla="*/ 1907532 h 3341254"/>
              <a:gd name="connsiteX4307" fmla="*/ 1140356 w 6545688"/>
              <a:gd name="connsiteY4307" fmla="*/ 1908223 h 3341254"/>
              <a:gd name="connsiteX4308" fmla="*/ 1135360 w 6545688"/>
              <a:gd name="connsiteY4308" fmla="*/ 1916908 h 3341254"/>
              <a:gd name="connsiteX4309" fmla="*/ 1134752 w 6545688"/>
              <a:gd name="connsiteY4309" fmla="*/ 1917292 h 3341254"/>
              <a:gd name="connsiteX4310" fmla="*/ 1124760 w 6545688"/>
              <a:gd name="connsiteY4310" fmla="*/ 1917292 h 3341254"/>
              <a:gd name="connsiteX4311" fmla="*/ 1124141 w 6545688"/>
              <a:gd name="connsiteY4311" fmla="*/ 1916908 h 3341254"/>
              <a:gd name="connsiteX4312" fmla="*/ 1119148 w 6545688"/>
              <a:gd name="connsiteY4312" fmla="*/ 1908223 h 3341254"/>
              <a:gd name="connsiteX4313" fmla="*/ 1119148 w 6545688"/>
              <a:gd name="connsiteY4313" fmla="*/ 1907532 h 3341254"/>
              <a:gd name="connsiteX4314" fmla="*/ 1124141 w 6545688"/>
              <a:gd name="connsiteY4314" fmla="*/ 1898848 h 3341254"/>
              <a:gd name="connsiteX4315" fmla="*/ 1124760 w 6545688"/>
              <a:gd name="connsiteY4315" fmla="*/ 1898462 h 3341254"/>
              <a:gd name="connsiteX4316" fmla="*/ 5058066 w 6545688"/>
              <a:gd name="connsiteY4316" fmla="*/ 1897771 h 3341254"/>
              <a:gd name="connsiteX4317" fmla="*/ 5068826 w 6545688"/>
              <a:gd name="connsiteY4317" fmla="*/ 1897771 h 3341254"/>
              <a:gd name="connsiteX4318" fmla="*/ 5069518 w 6545688"/>
              <a:gd name="connsiteY4318" fmla="*/ 1898155 h 3341254"/>
              <a:gd name="connsiteX4319" fmla="*/ 5074897 w 6545688"/>
              <a:gd name="connsiteY4319" fmla="*/ 1907456 h 3341254"/>
              <a:gd name="connsiteX4320" fmla="*/ 5074897 w 6545688"/>
              <a:gd name="connsiteY4320" fmla="*/ 1908223 h 3341254"/>
              <a:gd name="connsiteX4321" fmla="*/ 5069518 w 6545688"/>
              <a:gd name="connsiteY4321" fmla="*/ 1917523 h 3341254"/>
              <a:gd name="connsiteX4322" fmla="*/ 5068826 w 6545688"/>
              <a:gd name="connsiteY4322" fmla="*/ 1917907 h 3341254"/>
              <a:gd name="connsiteX4323" fmla="*/ 5058066 w 6545688"/>
              <a:gd name="connsiteY4323" fmla="*/ 1917907 h 3341254"/>
              <a:gd name="connsiteX4324" fmla="*/ 5057376 w 6545688"/>
              <a:gd name="connsiteY4324" fmla="*/ 1917523 h 3341254"/>
              <a:gd name="connsiteX4325" fmla="*/ 5051995 w 6545688"/>
              <a:gd name="connsiteY4325" fmla="*/ 1908223 h 3341254"/>
              <a:gd name="connsiteX4326" fmla="*/ 5051995 w 6545688"/>
              <a:gd name="connsiteY4326" fmla="*/ 1907456 h 3341254"/>
              <a:gd name="connsiteX4327" fmla="*/ 5057376 w 6545688"/>
              <a:gd name="connsiteY4327" fmla="*/ 1898155 h 3341254"/>
              <a:gd name="connsiteX4328" fmla="*/ 5058066 w 6545688"/>
              <a:gd name="connsiteY4328" fmla="*/ 1897771 h 3341254"/>
              <a:gd name="connsiteX4329" fmla="*/ 1215603 w 6545688"/>
              <a:gd name="connsiteY4329" fmla="*/ 1897388 h 3341254"/>
              <a:gd name="connsiteX4330" fmla="*/ 1226821 w 6545688"/>
              <a:gd name="connsiteY4330" fmla="*/ 1897388 h 3341254"/>
              <a:gd name="connsiteX4331" fmla="*/ 1227518 w 6545688"/>
              <a:gd name="connsiteY4331" fmla="*/ 1897771 h 3341254"/>
              <a:gd name="connsiteX4332" fmla="*/ 1233120 w 6545688"/>
              <a:gd name="connsiteY4332" fmla="*/ 1907456 h 3341254"/>
              <a:gd name="connsiteX4333" fmla="*/ 1233120 w 6545688"/>
              <a:gd name="connsiteY4333" fmla="*/ 1908225 h 3341254"/>
              <a:gd name="connsiteX4334" fmla="*/ 1227518 w 6545688"/>
              <a:gd name="connsiteY4334" fmla="*/ 1917907 h 3341254"/>
              <a:gd name="connsiteX4335" fmla="*/ 1226821 w 6545688"/>
              <a:gd name="connsiteY4335" fmla="*/ 1918292 h 3341254"/>
              <a:gd name="connsiteX4336" fmla="*/ 1215603 w 6545688"/>
              <a:gd name="connsiteY4336" fmla="*/ 1918292 h 3341254"/>
              <a:gd name="connsiteX4337" fmla="*/ 1214910 w 6545688"/>
              <a:gd name="connsiteY4337" fmla="*/ 1917907 h 3341254"/>
              <a:gd name="connsiteX4338" fmla="*/ 1209300 w 6545688"/>
              <a:gd name="connsiteY4338" fmla="*/ 1908225 h 3341254"/>
              <a:gd name="connsiteX4339" fmla="*/ 1209300 w 6545688"/>
              <a:gd name="connsiteY4339" fmla="*/ 1907456 h 3341254"/>
              <a:gd name="connsiteX4340" fmla="*/ 1214910 w 6545688"/>
              <a:gd name="connsiteY4340" fmla="*/ 1897771 h 3341254"/>
              <a:gd name="connsiteX4341" fmla="*/ 1215603 w 6545688"/>
              <a:gd name="connsiteY4341" fmla="*/ 1897388 h 3341254"/>
              <a:gd name="connsiteX4342" fmla="*/ 4598476 w 6545688"/>
              <a:gd name="connsiteY4342" fmla="*/ 1893697 h 3341254"/>
              <a:gd name="connsiteX4343" fmla="*/ 4613539 w 6545688"/>
              <a:gd name="connsiteY4343" fmla="*/ 1893697 h 3341254"/>
              <a:gd name="connsiteX4344" fmla="*/ 4614461 w 6545688"/>
              <a:gd name="connsiteY4344" fmla="*/ 1894234 h 3341254"/>
              <a:gd name="connsiteX4345" fmla="*/ 4621993 w 6545688"/>
              <a:gd name="connsiteY4345" fmla="*/ 1907300 h 3341254"/>
              <a:gd name="connsiteX4346" fmla="*/ 4621993 w 6545688"/>
              <a:gd name="connsiteY4346" fmla="*/ 1908376 h 3341254"/>
              <a:gd name="connsiteX4347" fmla="*/ 4614461 w 6545688"/>
              <a:gd name="connsiteY4347" fmla="*/ 1921442 h 3341254"/>
              <a:gd name="connsiteX4348" fmla="*/ 4613539 w 6545688"/>
              <a:gd name="connsiteY4348" fmla="*/ 1921979 h 3341254"/>
              <a:gd name="connsiteX4349" fmla="*/ 4598476 w 6545688"/>
              <a:gd name="connsiteY4349" fmla="*/ 1921979 h 3341254"/>
              <a:gd name="connsiteX4350" fmla="*/ 4597553 w 6545688"/>
              <a:gd name="connsiteY4350" fmla="*/ 1921442 h 3341254"/>
              <a:gd name="connsiteX4351" fmla="*/ 4590022 w 6545688"/>
              <a:gd name="connsiteY4351" fmla="*/ 1908376 h 3341254"/>
              <a:gd name="connsiteX4352" fmla="*/ 4590022 w 6545688"/>
              <a:gd name="connsiteY4352" fmla="*/ 1907300 h 3341254"/>
              <a:gd name="connsiteX4353" fmla="*/ 4597553 w 6545688"/>
              <a:gd name="connsiteY4353" fmla="*/ 1894234 h 3341254"/>
              <a:gd name="connsiteX4354" fmla="*/ 4598476 w 6545688"/>
              <a:gd name="connsiteY4354" fmla="*/ 1893697 h 3341254"/>
              <a:gd name="connsiteX4355" fmla="*/ 1304981 w 6545688"/>
              <a:gd name="connsiteY4355" fmla="*/ 1893314 h 3341254"/>
              <a:gd name="connsiteX4356" fmla="*/ 1320506 w 6545688"/>
              <a:gd name="connsiteY4356" fmla="*/ 1893314 h 3341254"/>
              <a:gd name="connsiteX4357" fmla="*/ 1321423 w 6545688"/>
              <a:gd name="connsiteY4357" fmla="*/ 1893851 h 3341254"/>
              <a:gd name="connsiteX4358" fmla="*/ 1329187 w 6545688"/>
              <a:gd name="connsiteY4358" fmla="*/ 1907302 h 3341254"/>
              <a:gd name="connsiteX4359" fmla="*/ 1329187 w 6545688"/>
              <a:gd name="connsiteY4359" fmla="*/ 1908376 h 3341254"/>
              <a:gd name="connsiteX4360" fmla="*/ 1321423 w 6545688"/>
              <a:gd name="connsiteY4360" fmla="*/ 1921827 h 3341254"/>
              <a:gd name="connsiteX4361" fmla="*/ 1320506 w 6545688"/>
              <a:gd name="connsiteY4361" fmla="*/ 1922365 h 3341254"/>
              <a:gd name="connsiteX4362" fmla="*/ 1304981 w 6545688"/>
              <a:gd name="connsiteY4362" fmla="*/ 1922365 h 3341254"/>
              <a:gd name="connsiteX4363" fmla="*/ 1304057 w 6545688"/>
              <a:gd name="connsiteY4363" fmla="*/ 1921827 h 3341254"/>
              <a:gd name="connsiteX4364" fmla="*/ 1296295 w 6545688"/>
              <a:gd name="connsiteY4364" fmla="*/ 1908376 h 3341254"/>
              <a:gd name="connsiteX4365" fmla="*/ 1296295 w 6545688"/>
              <a:gd name="connsiteY4365" fmla="*/ 1907302 h 3341254"/>
              <a:gd name="connsiteX4366" fmla="*/ 1304057 w 6545688"/>
              <a:gd name="connsiteY4366" fmla="*/ 1893851 h 3341254"/>
              <a:gd name="connsiteX4367" fmla="*/ 1304981 w 6545688"/>
              <a:gd name="connsiteY4367" fmla="*/ 1893314 h 3341254"/>
              <a:gd name="connsiteX4368" fmla="*/ 4689011 w 6545688"/>
              <a:gd name="connsiteY4368" fmla="*/ 1891929 h 3341254"/>
              <a:gd name="connsiteX4369" fmla="*/ 4705997 w 6545688"/>
              <a:gd name="connsiteY4369" fmla="*/ 1891929 h 3341254"/>
              <a:gd name="connsiteX4370" fmla="*/ 4707072 w 6545688"/>
              <a:gd name="connsiteY4370" fmla="*/ 1892545 h 3341254"/>
              <a:gd name="connsiteX4371" fmla="*/ 4715604 w 6545688"/>
              <a:gd name="connsiteY4371" fmla="*/ 1907300 h 3341254"/>
              <a:gd name="connsiteX4372" fmla="*/ 4715604 w 6545688"/>
              <a:gd name="connsiteY4372" fmla="*/ 1908530 h 3341254"/>
              <a:gd name="connsiteX4373" fmla="*/ 4707072 w 6545688"/>
              <a:gd name="connsiteY4373" fmla="*/ 1923285 h 3341254"/>
              <a:gd name="connsiteX4374" fmla="*/ 4705997 w 6545688"/>
              <a:gd name="connsiteY4374" fmla="*/ 1923901 h 3341254"/>
              <a:gd name="connsiteX4375" fmla="*/ 4689011 w 6545688"/>
              <a:gd name="connsiteY4375" fmla="*/ 1923901 h 3341254"/>
              <a:gd name="connsiteX4376" fmla="*/ 4687935 w 6545688"/>
              <a:gd name="connsiteY4376" fmla="*/ 1923285 h 3341254"/>
              <a:gd name="connsiteX4377" fmla="*/ 4679404 w 6545688"/>
              <a:gd name="connsiteY4377" fmla="*/ 1908530 h 3341254"/>
              <a:gd name="connsiteX4378" fmla="*/ 4679404 w 6545688"/>
              <a:gd name="connsiteY4378" fmla="*/ 1907300 h 3341254"/>
              <a:gd name="connsiteX4379" fmla="*/ 4687935 w 6545688"/>
              <a:gd name="connsiteY4379" fmla="*/ 1892545 h 3341254"/>
              <a:gd name="connsiteX4380" fmla="*/ 4689011 w 6545688"/>
              <a:gd name="connsiteY4380" fmla="*/ 1891929 h 3341254"/>
              <a:gd name="connsiteX4381" fmla="*/ 1487173 w 6545688"/>
              <a:gd name="connsiteY4381" fmla="*/ 1891929 h 3341254"/>
              <a:gd name="connsiteX4382" fmla="*/ 1504157 w 6545688"/>
              <a:gd name="connsiteY4382" fmla="*/ 1891929 h 3341254"/>
              <a:gd name="connsiteX4383" fmla="*/ 1505234 w 6545688"/>
              <a:gd name="connsiteY4383" fmla="*/ 1892545 h 3341254"/>
              <a:gd name="connsiteX4384" fmla="*/ 1513766 w 6545688"/>
              <a:gd name="connsiteY4384" fmla="*/ 1907300 h 3341254"/>
              <a:gd name="connsiteX4385" fmla="*/ 1513766 w 6545688"/>
              <a:gd name="connsiteY4385" fmla="*/ 1908530 h 3341254"/>
              <a:gd name="connsiteX4386" fmla="*/ 1505234 w 6545688"/>
              <a:gd name="connsiteY4386" fmla="*/ 1923285 h 3341254"/>
              <a:gd name="connsiteX4387" fmla="*/ 1504157 w 6545688"/>
              <a:gd name="connsiteY4387" fmla="*/ 1923901 h 3341254"/>
              <a:gd name="connsiteX4388" fmla="*/ 1487173 w 6545688"/>
              <a:gd name="connsiteY4388" fmla="*/ 1923901 h 3341254"/>
              <a:gd name="connsiteX4389" fmla="*/ 1486097 w 6545688"/>
              <a:gd name="connsiteY4389" fmla="*/ 1923285 h 3341254"/>
              <a:gd name="connsiteX4390" fmla="*/ 1477567 w 6545688"/>
              <a:gd name="connsiteY4390" fmla="*/ 1908530 h 3341254"/>
              <a:gd name="connsiteX4391" fmla="*/ 1477567 w 6545688"/>
              <a:gd name="connsiteY4391" fmla="*/ 1907300 h 3341254"/>
              <a:gd name="connsiteX4392" fmla="*/ 1486097 w 6545688"/>
              <a:gd name="connsiteY4392" fmla="*/ 1892545 h 3341254"/>
              <a:gd name="connsiteX4393" fmla="*/ 1487173 w 6545688"/>
              <a:gd name="connsiteY4393" fmla="*/ 1891929 h 3341254"/>
              <a:gd name="connsiteX4394" fmla="*/ 4505944 w 6545688"/>
              <a:gd name="connsiteY4394" fmla="*/ 1891622 h 3341254"/>
              <a:gd name="connsiteX4395" fmla="*/ 4523236 w 6545688"/>
              <a:gd name="connsiteY4395" fmla="*/ 1891622 h 3341254"/>
              <a:gd name="connsiteX4396" fmla="*/ 4524312 w 6545688"/>
              <a:gd name="connsiteY4396" fmla="*/ 1892237 h 3341254"/>
              <a:gd name="connsiteX4397" fmla="*/ 4532998 w 6545688"/>
              <a:gd name="connsiteY4397" fmla="*/ 1907224 h 3341254"/>
              <a:gd name="connsiteX4398" fmla="*/ 4532998 w 6545688"/>
              <a:gd name="connsiteY4398" fmla="*/ 1908452 h 3341254"/>
              <a:gd name="connsiteX4399" fmla="*/ 4524312 w 6545688"/>
              <a:gd name="connsiteY4399" fmla="*/ 1923439 h 3341254"/>
              <a:gd name="connsiteX4400" fmla="*/ 4523236 w 6545688"/>
              <a:gd name="connsiteY4400" fmla="*/ 1924054 h 3341254"/>
              <a:gd name="connsiteX4401" fmla="*/ 4505944 w 6545688"/>
              <a:gd name="connsiteY4401" fmla="*/ 1924054 h 3341254"/>
              <a:gd name="connsiteX4402" fmla="*/ 4504867 w 6545688"/>
              <a:gd name="connsiteY4402" fmla="*/ 1923439 h 3341254"/>
              <a:gd name="connsiteX4403" fmla="*/ 4496184 w 6545688"/>
              <a:gd name="connsiteY4403" fmla="*/ 1908452 h 3341254"/>
              <a:gd name="connsiteX4404" fmla="*/ 4496184 w 6545688"/>
              <a:gd name="connsiteY4404" fmla="*/ 1907224 h 3341254"/>
              <a:gd name="connsiteX4405" fmla="*/ 4504867 w 6545688"/>
              <a:gd name="connsiteY4405" fmla="*/ 1892237 h 3341254"/>
              <a:gd name="connsiteX4406" fmla="*/ 4505944 w 6545688"/>
              <a:gd name="connsiteY4406" fmla="*/ 1891622 h 3341254"/>
              <a:gd name="connsiteX4407" fmla="*/ 572250 w 6545688"/>
              <a:gd name="connsiteY4407" fmla="*/ 1891622 h 3341254"/>
              <a:gd name="connsiteX4408" fmla="*/ 589536 w 6545688"/>
              <a:gd name="connsiteY4408" fmla="*/ 1891622 h 3341254"/>
              <a:gd name="connsiteX4409" fmla="*/ 590620 w 6545688"/>
              <a:gd name="connsiteY4409" fmla="*/ 1892237 h 3341254"/>
              <a:gd name="connsiteX4410" fmla="*/ 599302 w 6545688"/>
              <a:gd name="connsiteY4410" fmla="*/ 1907224 h 3341254"/>
              <a:gd name="connsiteX4411" fmla="*/ 599302 w 6545688"/>
              <a:gd name="connsiteY4411" fmla="*/ 1908452 h 3341254"/>
              <a:gd name="connsiteX4412" fmla="*/ 590620 w 6545688"/>
              <a:gd name="connsiteY4412" fmla="*/ 1923439 h 3341254"/>
              <a:gd name="connsiteX4413" fmla="*/ 589536 w 6545688"/>
              <a:gd name="connsiteY4413" fmla="*/ 1924054 h 3341254"/>
              <a:gd name="connsiteX4414" fmla="*/ 572250 w 6545688"/>
              <a:gd name="connsiteY4414" fmla="*/ 1924054 h 3341254"/>
              <a:gd name="connsiteX4415" fmla="*/ 571176 w 6545688"/>
              <a:gd name="connsiteY4415" fmla="*/ 1923439 h 3341254"/>
              <a:gd name="connsiteX4416" fmla="*/ 562490 w 6545688"/>
              <a:gd name="connsiteY4416" fmla="*/ 1908452 h 3341254"/>
              <a:gd name="connsiteX4417" fmla="*/ 562490 w 6545688"/>
              <a:gd name="connsiteY4417" fmla="*/ 1907224 h 3341254"/>
              <a:gd name="connsiteX4418" fmla="*/ 571176 w 6545688"/>
              <a:gd name="connsiteY4418" fmla="*/ 1892237 h 3341254"/>
              <a:gd name="connsiteX4419" fmla="*/ 572250 w 6545688"/>
              <a:gd name="connsiteY4419" fmla="*/ 1891622 h 3341254"/>
              <a:gd name="connsiteX4420" fmla="*/ 4962461 w 6545688"/>
              <a:gd name="connsiteY4420" fmla="*/ 1890086 h 3341254"/>
              <a:gd name="connsiteX4421" fmla="*/ 4981442 w 6545688"/>
              <a:gd name="connsiteY4421" fmla="*/ 1890086 h 3341254"/>
              <a:gd name="connsiteX4422" fmla="*/ 4982597 w 6545688"/>
              <a:gd name="connsiteY4422" fmla="*/ 1890777 h 3341254"/>
              <a:gd name="connsiteX4423" fmla="*/ 4992049 w 6545688"/>
              <a:gd name="connsiteY4423" fmla="*/ 1907224 h 3341254"/>
              <a:gd name="connsiteX4424" fmla="*/ 4992049 w 6545688"/>
              <a:gd name="connsiteY4424" fmla="*/ 1908530 h 3341254"/>
              <a:gd name="connsiteX4425" fmla="*/ 4982597 w 6545688"/>
              <a:gd name="connsiteY4425" fmla="*/ 1924977 h 3341254"/>
              <a:gd name="connsiteX4426" fmla="*/ 4981442 w 6545688"/>
              <a:gd name="connsiteY4426" fmla="*/ 1925670 h 3341254"/>
              <a:gd name="connsiteX4427" fmla="*/ 4962461 w 6545688"/>
              <a:gd name="connsiteY4427" fmla="*/ 1925670 h 3341254"/>
              <a:gd name="connsiteX4428" fmla="*/ 4961306 w 6545688"/>
              <a:gd name="connsiteY4428" fmla="*/ 1924977 h 3341254"/>
              <a:gd name="connsiteX4429" fmla="*/ 4951854 w 6545688"/>
              <a:gd name="connsiteY4429" fmla="*/ 1908530 h 3341254"/>
              <a:gd name="connsiteX4430" fmla="*/ 4951854 w 6545688"/>
              <a:gd name="connsiteY4430" fmla="*/ 1907224 h 3341254"/>
              <a:gd name="connsiteX4431" fmla="*/ 4961306 w 6545688"/>
              <a:gd name="connsiteY4431" fmla="*/ 1890777 h 3341254"/>
              <a:gd name="connsiteX4432" fmla="*/ 4962461 w 6545688"/>
              <a:gd name="connsiteY4432" fmla="*/ 1890086 h 3341254"/>
              <a:gd name="connsiteX4433" fmla="*/ 4779470 w 6545688"/>
              <a:gd name="connsiteY4433" fmla="*/ 1890086 h 3341254"/>
              <a:gd name="connsiteX4434" fmla="*/ 4798452 w 6545688"/>
              <a:gd name="connsiteY4434" fmla="*/ 1890086 h 3341254"/>
              <a:gd name="connsiteX4435" fmla="*/ 4799605 w 6545688"/>
              <a:gd name="connsiteY4435" fmla="*/ 1890777 h 3341254"/>
              <a:gd name="connsiteX4436" fmla="*/ 4809058 w 6545688"/>
              <a:gd name="connsiteY4436" fmla="*/ 1907224 h 3341254"/>
              <a:gd name="connsiteX4437" fmla="*/ 4809058 w 6545688"/>
              <a:gd name="connsiteY4437" fmla="*/ 1908530 h 3341254"/>
              <a:gd name="connsiteX4438" fmla="*/ 4799605 w 6545688"/>
              <a:gd name="connsiteY4438" fmla="*/ 1924977 h 3341254"/>
              <a:gd name="connsiteX4439" fmla="*/ 4798452 w 6545688"/>
              <a:gd name="connsiteY4439" fmla="*/ 1925670 h 3341254"/>
              <a:gd name="connsiteX4440" fmla="*/ 4779470 w 6545688"/>
              <a:gd name="connsiteY4440" fmla="*/ 1925670 h 3341254"/>
              <a:gd name="connsiteX4441" fmla="*/ 4778315 w 6545688"/>
              <a:gd name="connsiteY4441" fmla="*/ 1924977 h 3341254"/>
              <a:gd name="connsiteX4442" fmla="*/ 4768863 w 6545688"/>
              <a:gd name="connsiteY4442" fmla="*/ 1908530 h 3341254"/>
              <a:gd name="connsiteX4443" fmla="*/ 4768863 w 6545688"/>
              <a:gd name="connsiteY4443" fmla="*/ 1907224 h 3341254"/>
              <a:gd name="connsiteX4444" fmla="*/ 4778315 w 6545688"/>
              <a:gd name="connsiteY4444" fmla="*/ 1890777 h 3341254"/>
              <a:gd name="connsiteX4445" fmla="*/ 4779470 w 6545688"/>
              <a:gd name="connsiteY4445" fmla="*/ 1890086 h 3341254"/>
              <a:gd name="connsiteX4446" fmla="*/ 1394753 w 6545688"/>
              <a:gd name="connsiteY4446" fmla="*/ 1890086 h 3341254"/>
              <a:gd name="connsiteX4447" fmla="*/ 1413727 w 6545688"/>
              <a:gd name="connsiteY4447" fmla="*/ 1890086 h 3341254"/>
              <a:gd name="connsiteX4448" fmla="*/ 1414881 w 6545688"/>
              <a:gd name="connsiteY4448" fmla="*/ 1890777 h 3341254"/>
              <a:gd name="connsiteX4449" fmla="*/ 1424336 w 6545688"/>
              <a:gd name="connsiteY4449" fmla="*/ 1907224 h 3341254"/>
              <a:gd name="connsiteX4450" fmla="*/ 1424336 w 6545688"/>
              <a:gd name="connsiteY4450" fmla="*/ 1908530 h 3341254"/>
              <a:gd name="connsiteX4451" fmla="*/ 1414881 w 6545688"/>
              <a:gd name="connsiteY4451" fmla="*/ 1924977 h 3341254"/>
              <a:gd name="connsiteX4452" fmla="*/ 1413727 w 6545688"/>
              <a:gd name="connsiteY4452" fmla="*/ 1925670 h 3341254"/>
              <a:gd name="connsiteX4453" fmla="*/ 1394753 w 6545688"/>
              <a:gd name="connsiteY4453" fmla="*/ 1925670 h 3341254"/>
              <a:gd name="connsiteX4454" fmla="*/ 1393593 w 6545688"/>
              <a:gd name="connsiteY4454" fmla="*/ 1924977 h 3341254"/>
              <a:gd name="connsiteX4455" fmla="*/ 1384138 w 6545688"/>
              <a:gd name="connsiteY4455" fmla="*/ 1908530 h 3341254"/>
              <a:gd name="connsiteX4456" fmla="*/ 1384138 w 6545688"/>
              <a:gd name="connsiteY4456" fmla="*/ 1907224 h 3341254"/>
              <a:gd name="connsiteX4457" fmla="*/ 1393593 w 6545688"/>
              <a:gd name="connsiteY4457" fmla="*/ 1890777 h 3341254"/>
              <a:gd name="connsiteX4458" fmla="*/ 1394753 w 6545688"/>
              <a:gd name="connsiteY4458" fmla="*/ 1890086 h 3341254"/>
              <a:gd name="connsiteX4459" fmla="*/ 4870696 w 6545688"/>
              <a:gd name="connsiteY4459" fmla="*/ 1889547 h 3341254"/>
              <a:gd name="connsiteX4460" fmla="*/ 4890295 w 6545688"/>
              <a:gd name="connsiteY4460" fmla="*/ 1889547 h 3341254"/>
              <a:gd name="connsiteX4461" fmla="*/ 4891522 w 6545688"/>
              <a:gd name="connsiteY4461" fmla="*/ 1890238 h 3341254"/>
              <a:gd name="connsiteX4462" fmla="*/ 4901283 w 6545688"/>
              <a:gd name="connsiteY4462" fmla="*/ 1907146 h 3341254"/>
              <a:gd name="connsiteX4463" fmla="*/ 4901283 w 6545688"/>
              <a:gd name="connsiteY4463" fmla="*/ 1908530 h 3341254"/>
              <a:gd name="connsiteX4464" fmla="*/ 4891522 w 6545688"/>
              <a:gd name="connsiteY4464" fmla="*/ 1925438 h 3341254"/>
              <a:gd name="connsiteX4465" fmla="*/ 4890295 w 6545688"/>
              <a:gd name="connsiteY4465" fmla="*/ 1926129 h 3341254"/>
              <a:gd name="connsiteX4466" fmla="*/ 4870696 w 6545688"/>
              <a:gd name="connsiteY4466" fmla="*/ 1926129 h 3341254"/>
              <a:gd name="connsiteX4467" fmla="*/ 4869465 w 6545688"/>
              <a:gd name="connsiteY4467" fmla="*/ 1925438 h 3341254"/>
              <a:gd name="connsiteX4468" fmla="*/ 4859705 w 6545688"/>
              <a:gd name="connsiteY4468" fmla="*/ 1908530 h 3341254"/>
              <a:gd name="connsiteX4469" fmla="*/ 4859705 w 6545688"/>
              <a:gd name="connsiteY4469" fmla="*/ 1907146 h 3341254"/>
              <a:gd name="connsiteX4470" fmla="*/ 4869465 w 6545688"/>
              <a:gd name="connsiteY4470" fmla="*/ 1890238 h 3341254"/>
              <a:gd name="connsiteX4471" fmla="*/ 4870696 w 6545688"/>
              <a:gd name="connsiteY4471" fmla="*/ 1889547 h 3341254"/>
              <a:gd name="connsiteX4472" fmla="*/ 3681063 w 6545688"/>
              <a:gd name="connsiteY4472" fmla="*/ 1888780 h 3341254"/>
              <a:gd name="connsiteX4473" fmla="*/ 3701352 w 6545688"/>
              <a:gd name="connsiteY4473" fmla="*/ 1888780 h 3341254"/>
              <a:gd name="connsiteX4474" fmla="*/ 3702582 w 6545688"/>
              <a:gd name="connsiteY4474" fmla="*/ 1889471 h 3341254"/>
              <a:gd name="connsiteX4475" fmla="*/ 3712726 w 6545688"/>
              <a:gd name="connsiteY4475" fmla="*/ 1907070 h 3341254"/>
              <a:gd name="connsiteX4476" fmla="*/ 3712726 w 6545688"/>
              <a:gd name="connsiteY4476" fmla="*/ 1908530 h 3341254"/>
              <a:gd name="connsiteX4477" fmla="*/ 3702582 w 6545688"/>
              <a:gd name="connsiteY4477" fmla="*/ 1926131 h 3341254"/>
              <a:gd name="connsiteX4478" fmla="*/ 3701352 w 6545688"/>
              <a:gd name="connsiteY4478" fmla="*/ 1926822 h 3341254"/>
              <a:gd name="connsiteX4479" fmla="*/ 3681063 w 6545688"/>
              <a:gd name="connsiteY4479" fmla="*/ 1926822 h 3341254"/>
              <a:gd name="connsiteX4480" fmla="*/ 3679834 w 6545688"/>
              <a:gd name="connsiteY4480" fmla="*/ 1926131 h 3341254"/>
              <a:gd name="connsiteX4481" fmla="*/ 3669688 w 6545688"/>
              <a:gd name="connsiteY4481" fmla="*/ 1908530 h 3341254"/>
              <a:gd name="connsiteX4482" fmla="*/ 3669688 w 6545688"/>
              <a:gd name="connsiteY4482" fmla="*/ 1907070 h 3341254"/>
              <a:gd name="connsiteX4483" fmla="*/ 3679834 w 6545688"/>
              <a:gd name="connsiteY4483" fmla="*/ 1889471 h 3341254"/>
              <a:gd name="connsiteX4484" fmla="*/ 3681063 w 6545688"/>
              <a:gd name="connsiteY4484" fmla="*/ 1888780 h 3341254"/>
              <a:gd name="connsiteX4485" fmla="*/ 662246 w 6545688"/>
              <a:gd name="connsiteY4485" fmla="*/ 1888780 h 3341254"/>
              <a:gd name="connsiteX4486" fmla="*/ 682535 w 6545688"/>
              <a:gd name="connsiteY4486" fmla="*/ 1888780 h 3341254"/>
              <a:gd name="connsiteX4487" fmla="*/ 683766 w 6545688"/>
              <a:gd name="connsiteY4487" fmla="*/ 1889471 h 3341254"/>
              <a:gd name="connsiteX4488" fmla="*/ 693915 w 6545688"/>
              <a:gd name="connsiteY4488" fmla="*/ 1907070 h 3341254"/>
              <a:gd name="connsiteX4489" fmla="*/ 693915 w 6545688"/>
              <a:gd name="connsiteY4489" fmla="*/ 1908530 h 3341254"/>
              <a:gd name="connsiteX4490" fmla="*/ 683766 w 6545688"/>
              <a:gd name="connsiteY4490" fmla="*/ 1926131 h 3341254"/>
              <a:gd name="connsiteX4491" fmla="*/ 682535 w 6545688"/>
              <a:gd name="connsiteY4491" fmla="*/ 1926822 h 3341254"/>
              <a:gd name="connsiteX4492" fmla="*/ 662246 w 6545688"/>
              <a:gd name="connsiteY4492" fmla="*/ 1926822 h 3341254"/>
              <a:gd name="connsiteX4493" fmla="*/ 661018 w 6545688"/>
              <a:gd name="connsiteY4493" fmla="*/ 1926131 h 3341254"/>
              <a:gd name="connsiteX4494" fmla="*/ 650872 w 6545688"/>
              <a:gd name="connsiteY4494" fmla="*/ 1908530 h 3341254"/>
              <a:gd name="connsiteX4495" fmla="*/ 650872 w 6545688"/>
              <a:gd name="connsiteY4495" fmla="*/ 1907070 h 3341254"/>
              <a:gd name="connsiteX4496" fmla="*/ 661018 w 6545688"/>
              <a:gd name="connsiteY4496" fmla="*/ 1889471 h 3341254"/>
              <a:gd name="connsiteX4497" fmla="*/ 662246 w 6545688"/>
              <a:gd name="connsiteY4497" fmla="*/ 1888780 h 3341254"/>
              <a:gd name="connsiteX4498" fmla="*/ 3955358 w 6545688"/>
              <a:gd name="connsiteY4498" fmla="*/ 1888548 h 3341254"/>
              <a:gd name="connsiteX4499" fmla="*/ 3975954 w 6545688"/>
              <a:gd name="connsiteY4499" fmla="*/ 1888548 h 3341254"/>
              <a:gd name="connsiteX4500" fmla="*/ 3977184 w 6545688"/>
              <a:gd name="connsiteY4500" fmla="*/ 1889239 h 3341254"/>
              <a:gd name="connsiteX4501" fmla="*/ 3987482 w 6545688"/>
              <a:gd name="connsiteY4501" fmla="*/ 1907070 h 3341254"/>
              <a:gd name="connsiteX4502" fmla="*/ 3987482 w 6545688"/>
              <a:gd name="connsiteY4502" fmla="*/ 1908530 h 3341254"/>
              <a:gd name="connsiteX4503" fmla="*/ 3977184 w 6545688"/>
              <a:gd name="connsiteY4503" fmla="*/ 1926361 h 3341254"/>
              <a:gd name="connsiteX4504" fmla="*/ 3975954 w 6545688"/>
              <a:gd name="connsiteY4504" fmla="*/ 1927052 h 3341254"/>
              <a:gd name="connsiteX4505" fmla="*/ 3955358 w 6545688"/>
              <a:gd name="connsiteY4505" fmla="*/ 1927052 h 3341254"/>
              <a:gd name="connsiteX4506" fmla="*/ 3954129 w 6545688"/>
              <a:gd name="connsiteY4506" fmla="*/ 1926361 h 3341254"/>
              <a:gd name="connsiteX4507" fmla="*/ 3943829 w 6545688"/>
              <a:gd name="connsiteY4507" fmla="*/ 1908530 h 3341254"/>
              <a:gd name="connsiteX4508" fmla="*/ 3943829 w 6545688"/>
              <a:gd name="connsiteY4508" fmla="*/ 1907070 h 3341254"/>
              <a:gd name="connsiteX4509" fmla="*/ 3954129 w 6545688"/>
              <a:gd name="connsiteY4509" fmla="*/ 1889239 h 3341254"/>
              <a:gd name="connsiteX4510" fmla="*/ 3955358 w 6545688"/>
              <a:gd name="connsiteY4510" fmla="*/ 1888548 h 3341254"/>
              <a:gd name="connsiteX4511" fmla="*/ 4138272 w 6545688"/>
              <a:gd name="connsiteY4511" fmla="*/ 1888394 h 3341254"/>
              <a:gd name="connsiteX4512" fmla="*/ 4159023 w 6545688"/>
              <a:gd name="connsiteY4512" fmla="*/ 1888394 h 3341254"/>
              <a:gd name="connsiteX4513" fmla="*/ 4160251 w 6545688"/>
              <a:gd name="connsiteY4513" fmla="*/ 1889163 h 3341254"/>
              <a:gd name="connsiteX4514" fmla="*/ 4170627 w 6545688"/>
              <a:gd name="connsiteY4514" fmla="*/ 1907146 h 3341254"/>
              <a:gd name="connsiteX4515" fmla="*/ 4170627 w 6545688"/>
              <a:gd name="connsiteY4515" fmla="*/ 1908608 h 3341254"/>
              <a:gd name="connsiteX4516" fmla="*/ 4160251 w 6545688"/>
              <a:gd name="connsiteY4516" fmla="*/ 1926591 h 3341254"/>
              <a:gd name="connsiteX4517" fmla="*/ 4159023 w 6545688"/>
              <a:gd name="connsiteY4517" fmla="*/ 1927360 h 3341254"/>
              <a:gd name="connsiteX4518" fmla="*/ 4138272 w 6545688"/>
              <a:gd name="connsiteY4518" fmla="*/ 1927360 h 3341254"/>
              <a:gd name="connsiteX4519" fmla="*/ 4137042 w 6545688"/>
              <a:gd name="connsiteY4519" fmla="*/ 1926591 h 3341254"/>
              <a:gd name="connsiteX4520" fmla="*/ 4126666 w 6545688"/>
              <a:gd name="connsiteY4520" fmla="*/ 1908608 h 3341254"/>
              <a:gd name="connsiteX4521" fmla="*/ 4126666 w 6545688"/>
              <a:gd name="connsiteY4521" fmla="*/ 1907146 h 3341254"/>
              <a:gd name="connsiteX4522" fmla="*/ 4137042 w 6545688"/>
              <a:gd name="connsiteY4522" fmla="*/ 1889163 h 3341254"/>
              <a:gd name="connsiteX4523" fmla="*/ 4138272 w 6545688"/>
              <a:gd name="connsiteY4523" fmla="*/ 1888394 h 3341254"/>
              <a:gd name="connsiteX4524" fmla="*/ 479023 w 6545688"/>
              <a:gd name="connsiteY4524" fmla="*/ 1888394 h 3341254"/>
              <a:gd name="connsiteX4525" fmla="*/ 499782 w 6545688"/>
              <a:gd name="connsiteY4525" fmla="*/ 1888394 h 3341254"/>
              <a:gd name="connsiteX4526" fmla="*/ 501001 w 6545688"/>
              <a:gd name="connsiteY4526" fmla="*/ 1889163 h 3341254"/>
              <a:gd name="connsiteX4527" fmla="*/ 511382 w 6545688"/>
              <a:gd name="connsiteY4527" fmla="*/ 1907146 h 3341254"/>
              <a:gd name="connsiteX4528" fmla="*/ 511382 w 6545688"/>
              <a:gd name="connsiteY4528" fmla="*/ 1908608 h 3341254"/>
              <a:gd name="connsiteX4529" fmla="*/ 501001 w 6545688"/>
              <a:gd name="connsiteY4529" fmla="*/ 1926591 h 3341254"/>
              <a:gd name="connsiteX4530" fmla="*/ 499782 w 6545688"/>
              <a:gd name="connsiteY4530" fmla="*/ 1927360 h 3341254"/>
              <a:gd name="connsiteX4531" fmla="*/ 479023 w 6545688"/>
              <a:gd name="connsiteY4531" fmla="*/ 1927360 h 3341254"/>
              <a:gd name="connsiteX4532" fmla="*/ 477797 w 6545688"/>
              <a:gd name="connsiteY4532" fmla="*/ 1926591 h 3341254"/>
              <a:gd name="connsiteX4533" fmla="*/ 467417 w 6545688"/>
              <a:gd name="connsiteY4533" fmla="*/ 1908608 h 3341254"/>
              <a:gd name="connsiteX4534" fmla="*/ 467417 w 6545688"/>
              <a:gd name="connsiteY4534" fmla="*/ 1907146 h 3341254"/>
              <a:gd name="connsiteX4535" fmla="*/ 477797 w 6545688"/>
              <a:gd name="connsiteY4535" fmla="*/ 1889163 h 3341254"/>
              <a:gd name="connsiteX4536" fmla="*/ 479023 w 6545688"/>
              <a:gd name="connsiteY4536" fmla="*/ 1888394 h 3341254"/>
              <a:gd name="connsiteX4537" fmla="*/ 4320800 w 6545688"/>
              <a:gd name="connsiteY4537" fmla="*/ 1887703 h 3341254"/>
              <a:gd name="connsiteX4538" fmla="*/ 4342320 w 6545688"/>
              <a:gd name="connsiteY4538" fmla="*/ 1887703 h 3341254"/>
              <a:gd name="connsiteX4539" fmla="*/ 4343626 w 6545688"/>
              <a:gd name="connsiteY4539" fmla="*/ 1888472 h 3341254"/>
              <a:gd name="connsiteX4540" fmla="*/ 4354385 w 6545688"/>
              <a:gd name="connsiteY4540" fmla="*/ 1907070 h 3341254"/>
              <a:gd name="connsiteX4541" fmla="*/ 4354385 w 6545688"/>
              <a:gd name="connsiteY4541" fmla="*/ 1908608 h 3341254"/>
              <a:gd name="connsiteX4542" fmla="*/ 4343626 w 6545688"/>
              <a:gd name="connsiteY4542" fmla="*/ 1927206 h 3341254"/>
              <a:gd name="connsiteX4543" fmla="*/ 4342320 w 6545688"/>
              <a:gd name="connsiteY4543" fmla="*/ 1927975 h 3341254"/>
              <a:gd name="connsiteX4544" fmla="*/ 4320800 w 6545688"/>
              <a:gd name="connsiteY4544" fmla="*/ 1927975 h 3341254"/>
              <a:gd name="connsiteX4545" fmla="*/ 4319494 w 6545688"/>
              <a:gd name="connsiteY4545" fmla="*/ 1927206 h 3341254"/>
              <a:gd name="connsiteX4546" fmla="*/ 4308735 w 6545688"/>
              <a:gd name="connsiteY4546" fmla="*/ 1908608 h 3341254"/>
              <a:gd name="connsiteX4547" fmla="*/ 4308735 w 6545688"/>
              <a:gd name="connsiteY4547" fmla="*/ 1907070 h 3341254"/>
              <a:gd name="connsiteX4548" fmla="*/ 4319494 w 6545688"/>
              <a:gd name="connsiteY4548" fmla="*/ 1888472 h 3341254"/>
              <a:gd name="connsiteX4549" fmla="*/ 4320800 w 6545688"/>
              <a:gd name="connsiteY4549" fmla="*/ 1887703 h 3341254"/>
              <a:gd name="connsiteX4550" fmla="*/ 3863440 w 6545688"/>
              <a:gd name="connsiteY4550" fmla="*/ 1887703 h 3341254"/>
              <a:gd name="connsiteX4551" fmla="*/ 3884960 w 6545688"/>
              <a:gd name="connsiteY4551" fmla="*/ 1887703 h 3341254"/>
              <a:gd name="connsiteX4552" fmla="*/ 3886267 w 6545688"/>
              <a:gd name="connsiteY4552" fmla="*/ 1888472 h 3341254"/>
              <a:gd name="connsiteX4553" fmla="*/ 3897025 w 6545688"/>
              <a:gd name="connsiteY4553" fmla="*/ 1907070 h 3341254"/>
              <a:gd name="connsiteX4554" fmla="*/ 3897025 w 6545688"/>
              <a:gd name="connsiteY4554" fmla="*/ 1908608 h 3341254"/>
              <a:gd name="connsiteX4555" fmla="*/ 3886267 w 6545688"/>
              <a:gd name="connsiteY4555" fmla="*/ 1927206 h 3341254"/>
              <a:gd name="connsiteX4556" fmla="*/ 3884960 w 6545688"/>
              <a:gd name="connsiteY4556" fmla="*/ 1927975 h 3341254"/>
              <a:gd name="connsiteX4557" fmla="*/ 3863440 w 6545688"/>
              <a:gd name="connsiteY4557" fmla="*/ 1927975 h 3341254"/>
              <a:gd name="connsiteX4558" fmla="*/ 3862134 w 6545688"/>
              <a:gd name="connsiteY4558" fmla="*/ 1927206 h 3341254"/>
              <a:gd name="connsiteX4559" fmla="*/ 3851375 w 6545688"/>
              <a:gd name="connsiteY4559" fmla="*/ 1908608 h 3341254"/>
              <a:gd name="connsiteX4560" fmla="*/ 3851375 w 6545688"/>
              <a:gd name="connsiteY4560" fmla="*/ 1907070 h 3341254"/>
              <a:gd name="connsiteX4561" fmla="*/ 3862134 w 6545688"/>
              <a:gd name="connsiteY4561" fmla="*/ 1888472 h 3341254"/>
              <a:gd name="connsiteX4562" fmla="*/ 3863440 w 6545688"/>
              <a:gd name="connsiteY4562" fmla="*/ 1887703 h 3341254"/>
              <a:gd name="connsiteX4563" fmla="*/ 4046199 w 6545688"/>
              <a:gd name="connsiteY4563" fmla="*/ 1887396 h 3341254"/>
              <a:gd name="connsiteX4564" fmla="*/ 4068027 w 6545688"/>
              <a:gd name="connsiteY4564" fmla="*/ 1887396 h 3341254"/>
              <a:gd name="connsiteX4565" fmla="*/ 4069334 w 6545688"/>
              <a:gd name="connsiteY4565" fmla="*/ 1888165 h 3341254"/>
              <a:gd name="connsiteX4566" fmla="*/ 4080245 w 6545688"/>
              <a:gd name="connsiteY4566" fmla="*/ 1907070 h 3341254"/>
              <a:gd name="connsiteX4567" fmla="*/ 4080245 w 6545688"/>
              <a:gd name="connsiteY4567" fmla="*/ 1908608 h 3341254"/>
              <a:gd name="connsiteX4568" fmla="*/ 4069334 w 6545688"/>
              <a:gd name="connsiteY4568" fmla="*/ 1927513 h 3341254"/>
              <a:gd name="connsiteX4569" fmla="*/ 4068027 w 6545688"/>
              <a:gd name="connsiteY4569" fmla="*/ 1928282 h 3341254"/>
              <a:gd name="connsiteX4570" fmla="*/ 4046199 w 6545688"/>
              <a:gd name="connsiteY4570" fmla="*/ 1928282 h 3341254"/>
              <a:gd name="connsiteX4571" fmla="*/ 4044894 w 6545688"/>
              <a:gd name="connsiteY4571" fmla="*/ 1927513 h 3341254"/>
              <a:gd name="connsiteX4572" fmla="*/ 4033981 w 6545688"/>
              <a:gd name="connsiteY4572" fmla="*/ 1908608 h 3341254"/>
              <a:gd name="connsiteX4573" fmla="*/ 4033981 w 6545688"/>
              <a:gd name="connsiteY4573" fmla="*/ 1907070 h 3341254"/>
              <a:gd name="connsiteX4574" fmla="*/ 4044894 w 6545688"/>
              <a:gd name="connsiteY4574" fmla="*/ 1888165 h 3341254"/>
              <a:gd name="connsiteX4575" fmla="*/ 4046199 w 6545688"/>
              <a:gd name="connsiteY4575" fmla="*/ 1887396 h 3341254"/>
              <a:gd name="connsiteX4576" fmla="*/ 4228729 w 6545688"/>
              <a:gd name="connsiteY4576" fmla="*/ 1886473 h 3341254"/>
              <a:gd name="connsiteX4577" fmla="*/ 4251555 w 6545688"/>
              <a:gd name="connsiteY4577" fmla="*/ 1886473 h 3341254"/>
              <a:gd name="connsiteX4578" fmla="*/ 4252937 w 6545688"/>
              <a:gd name="connsiteY4578" fmla="*/ 1887318 h 3341254"/>
              <a:gd name="connsiteX4579" fmla="*/ 4264389 w 6545688"/>
              <a:gd name="connsiteY4579" fmla="*/ 1907146 h 3341254"/>
              <a:gd name="connsiteX4580" fmla="*/ 4264389 w 6545688"/>
              <a:gd name="connsiteY4580" fmla="*/ 1908762 h 3341254"/>
              <a:gd name="connsiteX4581" fmla="*/ 4252937 w 6545688"/>
              <a:gd name="connsiteY4581" fmla="*/ 1928590 h 3341254"/>
              <a:gd name="connsiteX4582" fmla="*/ 4251555 w 6545688"/>
              <a:gd name="connsiteY4582" fmla="*/ 1929435 h 3341254"/>
              <a:gd name="connsiteX4583" fmla="*/ 4228729 w 6545688"/>
              <a:gd name="connsiteY4583" fmla="*/ 1929435 h 3341254"/>
              <a:gd name="connsiteX4584" fmla="*/ 4227345 w 6545688"/>
              <a:gd name="connsiteY4584" fmla="*/ 1928590 h 3341254"/>
              <a:gd name="connsiteX4585" fmla="*/ 4215893 w 6545688"/>
              <a:gd name="connsiteY4585" fmla="*/ 1908762 h 3341254"/>
              <a:gd name="connsiteX4586" fmla="*/ 4215893 w 6545688"/>
              <a:gd name="connsiteY4586" fmla="*/ 1907146 h 3341254"/>
              <a:gd name="connsiteX4587" fmla="*/ 4227345 w 6545688"/>
              <a:gd name="connsiteY4587" fmla="*/ 1887318 h 3341254"/>
              <a:gd name="connsiteX4588" fmla="*/ 4228729 w 6545688"/>
              <a:gd name="connsiteY4588" fmla="*/ 1886473 h 3341254"/>
              <a:gd name="connsiteX4589" fmla="*/ 3771138 w 6545688"/>
              <a:gd name="connsiteY4589" fmla="*/ 1886166 h 3341254"/>
              <a:gd name="connsiteX4590" fmla="*/ 3794272 w 6545688"/>
              <a:gd name="connsiteY4590" fmla="*/ 1886166 h 3341254"/>
              <a:gd name="connsiteX4591" fmla="*/ 3795653 w 6545688"/>
              <a:gd name="connsiteY4591" fmla="*/ 1887010 h 3341254"/>
              <a:gd name="connsiteX4592" fmla="*/ 3807181 w 6545688"/>
              <a:gd name="connsiteY4592" fmla="*/ 1907070 h 3341254"/>
              <a:gd name="connsiteX4593" fmla="*/ 3807181 w 6545688"/>
              <a:gd name="connsiteY4593" fmla="*/ 1908684 h 3341254"/>
              <a:gd name="connsiteX4594" fmla="*/ 3795577 w 6545688"/>
              <a:gd name="connsiteY4594" fmla="*/ 1928744 h 3341254"/>
              <a:gd name="connsiteX4595" fmla="*/ 3794193 w 6545688"/>
              <a:gd name="connsiteY4595" fmla="*/ 1929589 h 3341254"/>
              <a:gd name="connsiteX4596" fmla="*/ 3771060 w 6545688"/>
              <a:gd name="connsiteY4596" fmla="*/ 1929589 h 3341254"/>
              <a:gd name="connsiteX4597" fmla="*/ 3769678 w 6545688"/>
              <a:gd name="connsiteY4597" fmla="*/ 1928744 h 3341254"/>
              <a:gd name="connsiteX4598" fmla="*/ 3758149 w 6545688"/>
              <a:gd name="connsiteY4598" fmla="*/ 1908684 h 3341254"/>
              <a:gd name="connsiteX4599" fmla="*/ 3758149 w 6545688"/>
              <a:gd name="connsiteY4599" fmla="*/ 1907070 h 3341254"/>
              <a:gd name="connsiteX4600" fmla="*/ 3769753 w 6545688"/>
              <a:gd name="connsiteY4600" fmla="*/ 1887010 h 3341254"/>
              <a:gd name="connsiteX4601" fmla="*/ 3771138 w 6545688"/>
              <a:gd name="connsiteY4601" fmla="*/ 1886166 h 3341254"/>
              <a:gd name="connsiteX4602" fmla="*/ 2764034 w 6545688"/>
              <a:gd name="connsiteY4602" fmla="*/ 1884783 h 3341254"/>
              <a:gd name="connsiteX4603" fmla="*/ 2788705 w 6545688"/>
              <a:gd name="connsiteY4603" fmla="*/ 1884783 h 3341254"/>
              <a:gd name="connsiteX4604" fmla="*/ 2790241 w 6545688"/>
              <a:gd name="connsiteY4604" fmla="*/ 1885628 h 3341254"/>
              <a:gd name="connsiteX4605" fmla="*/ 2802538 w 6545688"/>
              <a:gd name="connsiteY4605" fmla="*/ 1906994 h 3341254"/>
              <a:gd name="connsiteX4606" fmla="*/ 2802538 w 6545688"/>
              <a:gd name="connsiteY4606" fmla="*/ 1908762 h 3341254"/>
              <a:gd name="connsiteX4607" fmla="*/ 2790241 w 6545688"/>
              <a:gd name="connsiteY4607" fmla="*/ 1930128 h 3341254"/>
              <a:gd name="connsiteX4608" fmla="*/ 2788705 w 6545688"/>
              <a:gd name="connsiteY4608" fmla="*/ 1930973 h 3341254"/>
              <a:gd name="connsiteX4609" fmla="*/ 2764034 w 6545688"/>
              <a:gd name="connsiteY4609" fmla="*/ 1930973 h 3341254"/>
              <a:gd name="connsiteX4610" fmla="*/ 2762498 w 6545688"/>
              <a:gd name="connsiteY4610" fmla="*/ 1930128 h 3341254"/>
              <a:gd name="connsiteX4611" fmla="*/ 2750199 w 6545688"/>
              <a:gd name="connsiteY4611" fmla="*/ 1908762 h 3341254"/>
              <a:gd name="connsiteX4612" fmla="*/ 2750199 w 6545688"/>
              <a:gd name="connsiteY4612" fmla="*/ 1906994 h 3341254"/>
              <a:gd name="connsiteX4613" fmla="*/ 2762498 w 6545688"/>
              <a:gd name="connsiteY4613" fmla="*/ 1885628 h 3341254"/>
              <a:gd name="connsiteX4614" fmla="*/ 2764034 w 6545688"/>
              <a:gd name="connsiteY4614" fmla="*/ 1884783 h 3341254"/>
              <a:gd name="connsiteX4615" fmla="*/ 2855492 w 6545688"/>
              <a:gd name="connsiteY4615" fmla="*/ 1884474 h 3341254"/>
              <a:gd name="connsiteX4616" fmla="*/ 2880392 w 6545688"/>
              <a:gd name="connsiteY4616" fmla="*/ 1884474 h 3341254"/>
              <a:gd name="connsiteX4617" fmla="*/ 2881930 w 6545688"/>
              <a:gd name="connsiteY4617" fmla="*/ 1885319 h 3341254"/>
              <a:gd name="connsiteX4618" fmla="*/ 2894379 w 6545688"/>
              <a:gd name="connsiteY4618" fmla="*/ 1906916 h 3341254"/>
              <a:gd name="connsiteX4619" fmla="*/ 2894379 w 6545688"/>
              <a:gd name="connsiteY4619" fmla="*/ 1908684 h 3341254"/>
              <a:gd name="connsiteX4620" fmla="*/ 2881930 w 6545688"/>
              <a:gd name="connsiteY4620" fmla="*/ 1930280 h 3341254"/>
              <a:gd name="connsiteX4621" fmla="*/ 2880392 w 6545688"/>
              <a:gd name="connsiteY4621" fmla="*/ 1931124 h 3341254"/>
              <a:gd name="connsiteX4622" fmla="*/ 2855492 w 6545688"/>
              <a:gd name="connsiteY4622" fmla="*/ 1931124 h 3341254"/>
              <a:gd name="connsiteX4623" fmla="*/ 2853954 w 6545688"/>
              <a:gd name="connsiteY4623" fmla="*/ 1930280 h 3341254"/>
              <a:gd name="connsiteX4624" fmla="*/ 2841503 w 6545688"/>
              <a:gd name="connsiteY4624" fmla="*/ 1908684 h 3341254"/>
              <a:gd name="connsiteX4625" fmla="*/ 2841503 w 6545688"/>
              <a:gd name="connsiteY4625" fmla="*/ 1906916 h 3341254"/>
              <a:gd name="connsiteX4626" fmla="*/ 2853954 w 6545688"/>
              <a:gd name="connsiteY4626" fmla="*/ 1885319 h 3341254"/>
              <a:gd name="connsiteX4627" fmla="*/ 2855492 w 6545688"/>
              <a:gd name="connsiteY4627" fmla="*/ 1884474 h 3341254"/>
              <a:gd name="connsiteX4628" fmla="*/ 751321 w 6545688"/>
              <a:gd name="connsiteY4628" fmla="*/ 1884322 h 3341254"/>
              <a:gd name="connsiteX4629" fmla="*/ 776372 w 6545688"/>
              <a:gd name="connsiteY4629" fmla="*/ 1884322 h 3341254"/>
              <a:gd name="connsiteX4630" fmla="*/ 777919 w 6545688"/>
              <a:gd name="connsiteY4630" fmla="*/ 1885245 h 3341254"/>
              <a:gd name="connsiteX4631" fmla="*/ 790442 w 6545688"/>
              <a:gd name="connsiteY4631" fmla="*/ 1906994 h 3341254"/>
              <a:gd name="connsiteX4632" fmla="*/ 790442 w 6545688"/>
              <a:gd name="connsiteY4632" fmla="*/ 1908762 h 3341254"/>
              <a:gd name="connsiteX4633" fmla="*/ 777919 w 6545688"/>
              <a:gd name="connsiteY4633" fmla="*/ 1930511 h 3341254"/>
              <a:gd name="connsiteX4634" fmla="*/ 776372 w 6545688"/>
              <a:gd name="connsiteY4634" fmla="*/ 1931434 h 3341254"/>
              <a:gd name="connsiteX4635" fmla="*/ 751321 w 6545688"/>
              <a:gd name="connsiteY4635" fmla="*/ 1931434 h 3341254"/>
              <a:gd name="connsiteX4636" fmla="*/ 749785 w 6545688"/>
              <a:gd name="connsiteY4636" fmla="*/ 1930511 h 3341254"/>
              <a:gd name="connsiteX4637" fmla="*/ 737257 w 6545688"/>
              <a:gd name="connsiteY4637" fmla="*/ 1908762 h 3341254"/>
              <a:gd name="connsiteX4638" fmla="*/ 737257 w 6545688"/>
              <a:gd name="connsiteY4638" fmla="*/ 1906994 h 3341254"/>
              <a:gd name="connsiteX4639" fmla="*/ 749785 w 6545688"/>
              <a:gd name="connsiteY4639" fmla="*/ 1885245 h 3341254"/>
              <a:gd name="connsiteX4640" fmla="*/ 751321 w 6545688"/>
              <a:gd name="connsiteY4640" fmla="*/ 1884322 h 3341254"/>
              <a:gd name="connsiteX4641" fmla="*/ 3495612 w 6545688"/>
              <a:gd name="connsiteY4641" fmla="*/ 1884090 h 3341254"/>
              <a:gd name="connsiteX4642" fmla="*/ 3520975 w 6545688"/>
              <a:gd name="connsiteY4642" fmla="*/ 1884090 h 3341254"/>
              <a:gd name="connsiteX4643" fmla="*/ 3522513 w 6545688"/>
              <a:gd name="connsiteY4643" fmla="*/ 1885013 h 3341254"/>
              <a:gd name="connsiteX4644" fmla="*/ 3535193 w 6545688"/>
              <a:gd name="connsiteY4644" fmla="*/ 1906994 h 3341254"/>
              <a:gd name="connsiteX4645" fmla="*/ 3535193 w 6545688"/>
              <a:gd name="connsiteY4645" fmla="*/ 1908762 h 3341254"/>
              <a:gd name="connsiteX4646" fmla="*/ 3522513 w 6545688"/>
              <a:gd name="connsiteY4646" fmla="*/ 1930741 h 3341254"/>
              <a:gd name="connsiteX4647" fmla="*/ 3520975 w 6545688"/>
              <a:gd name="connsiteY4647" fmla="*/ 1931664 h 3341254"/>
              <a:gd name="connsiteX4648" fmla="*/ 3495612 w 6545688"/>
              <a:gd name="connsiteY4648" fmla="*/ 1931664 h 3341254"/>
              <a:gd name="connsiteX4649" fmla="*/ 3494077 w 6545688"/>
              <a:gd name="connsiteY4649" fmla="*/ 1930741 h 3341254"/>
              <a:gd name="connsiteX4650" fmla="*/ 3481395 w 6545688"/>
              <a:gd name="connsiteY4650" fmla="*/ 1908762 h 3341254"/>
              <a:gd name="connsiteX4651" fmla="*/ 3481395 w 6545688"/>
              <a:gd name="connsiteY4651" fmla="*/ 1906994 h 3341254"/>
              <a:gd name="connsiteX4652" fmla="*/ 3494077 w 6545688"/>
              <a:gd name="connsiteY4652" fmla="*/ 1885013 h 3341254"/>
              <a:gd name="connsiteX4653" fmla="*/ 3495612 w 6545688"/>
              <a:gd name="connsiteY4653" fmla="*/ 1884090 h 3341254"/>
              <a:gd name="connsiteX4654" fmla="*/ 2946486 w 6545688"/>
              <a:gd name="connsiteY4654" fmla="*/ 1883629 h 3341254"/>
              <a:gd name="connsiteX4655" fmla="*/ 2972309 w 6545688"/>
              <a:gd name="connsiteY4655" fmla="*/ 1883629 h 3341254"/>
              <a:gd name="connsiteX4656" fmla="*/ 2973923 w 6545688"/>
              <a:gd name="connsiteY4656" fmla="*/ 1884552 h 3341254"/>
              <a:gd name="connsiteX4657" fmla="*/ 2986835 w 6545688"/>
              <a:gd name="connsiteY4657" fmla="*/ 1906916 h 3341254"/>
              <a:gd name="connsiteX4658" fmla="*/ 2986835 w 6545688"/>
              <a:gd name="connsiteY4658" fmla="*/ 1908760 h 3341254"/>
              <a:gd name="connsiteX4659" fmla="*/ 2973923 w 6545688"/>
              <a:gd name="connsiteY4659" fmla="*/ 1931124 h 3341254"/>
              <a:gd name="connsiteX4660" fmla="*/ 2972309 w 6545688"/>
              <a:gd name="connsiteY4660" fmla="*/ 1932047 h 3341254"/>
              <a:gd name="connsiteX4661" fmla="*/ 2946486 w 6545688"/>
              <a:gd name="connsiteY4661" fmla="*/ 1932047 h 3341254"/>
              <a:gd name="connsiteX4662" fmla="*/ 2944872 w 6545688"/>
              <a:gd name="connsiteY4662" fmla="*/ 1931124 h 3341254"/>
              <a:gd name="connsiteX4663" fmla="*/ 2931960 w 6545688"/>
              <a:gd name="connsiteY4663" fmla="*/ 1908760 h 3341254"/>
              <a:gd name="connsiteX4664" fmla="*/ 2931960 w 6545688"/>
              <a:gd name="connsiteY4664" fmla="*/ 1906916 h 3341254"/>
              <a:gd name="connsiteX4665" fmla="*/ 2944872 w 6545688"/>
              <a:gd name="connsiteY4665" fmla="*/ 1884552 h 3341254"/>
              <a:gd name="connsiteX4666" fmla="*/ 2946486 w 6545688"/>
              <a:gd name="connsiteY4666" fmla="*/ 1883629 h 3341254"/>
              <a:gd name="connsiteX4667" fmla="*/ 4409645 w 6545688"/>
              <a:gd name="connsiteY4667" fmla="*/ 1882631 h 3341254"/>
              <a:gd name="connsiteX4668" fmla="*/ 4436543 w 6545688"/>
              <a:gd name="connsiteY4668" fmla="*/ 1882631 h 3341254"/>
              <a:gd name="connsiteX4669" fmla="*/ 4438157 w 6545688"/>
              <a:gd name="connsiteY4669" fmla="*/ 1883553 h 3341254"/>
              <a:gd name="connsiteX4670" fmla="*/ 4451607 w 6545688"/>
              <a:gd name="connsiteY4670" fmla="*/ 1906840 h 3341254"/>
              <a:gd name="connsiteX4671" fmla="*/ 4451607 w 6545688"/>
              <a:gd name="connsiteY4671" fmla="*/ 1908762 h 3341254"/>
              <a:gd name="connsiteX4672" fmla="*/ 4438157 w 6545688"/>
              <a:gd name="connsiteY4672" fmla="*/ 1932047 h 3341254"/>
              <a:gd name="connsiteX4673" fmla="*/ 4436543 w 6545688"/>
              <a:gd name="connsiteY4673" fmla="*/ 1932970 h 3341254"/>
              <a:gd name="connsiteX4674" fmla="*/ 4409645 w 6545688"/>
              <a:gd name="connsiteY4674" fmla="*/ 1932970 h 3341254"/>
              <a:gd name="connsiteX4675" fmla="*/ 4408031 w 6545688"/>
              <a:gd name="connsiteY4675" fmla="*/ 1932047 h 3341254"/>
              <a:gd name="connsiteX4676" fmla="*/ 4394580 w 6545688"/>
              <a:gd name="connsiteY4676" fmla="*/ 1908762 h 3341254"/>
              <a:gd name="connsiteX4677" fmla="*/ 4394580 w 6545688"/>
              <a:gd name="connsiteY4677" fmla="*/ 1906840 h 3341254"/>
              <a:gd name="connsiteX4678" fmla="*/ 4408031 w 6545688"/>
              <a:gd name="connsiteY4678" fmla="*/ 1883553 h 3341254"/>
              <a:gd name="connsiteX4679" fmla="*/ 4409645 w 6545688"/>
              <a:gd name="connsiteY4679" fmla="*/ 1882631 h 3341254"/>
              <a:gd name="connsiteX4680" fmla="*/ 384188 w 6545688"/>
              <a:gd name="connsiteY4680" fmla="*/ 1882093 h 3341254"/>
              <a:gd name="connsiteX4681" fmla="*/ 411700 w 6545688"/>
              <a:gd name="connsiteY4681" fmla="*/ 1882093 h 3341254"/>
              <a:gd name="connsiteX4682" fmla="*/ 413393 w 6545688"/>
              <a:gd name="connsiteY4682" fmla="*/ 1883092 h 3341254"/>
              <a:gd name="connsiteX4683" fmla="*/ 427148 w 6545688"/>
              <a:gd name="connsiteY4683" fmla="*/ 1906918 h 3341254"/>
              <a:gd name="connsiteX4684" fmla="*/ 427148 w 6545688"/>
              <a:gd name="connsiteY4684" fmla="*/ 1908840 h 3341254"/>
              <a:gd name="connsiteX4685" fmla="*/ 413393 w 6545688"/>
              <a:gd name="connsiteY4685" fmla="*/ 1932664 h 3341254"/>
              <a:gd name="connsiteX4686" fmla="*/ 411700 w 6545688"/>
              <a:gd name="connsiteY4686" fmla="*/ 1933663 h 3341254"/>
              <a:gd name="connsiteX4687" fmla="*/ 384188 w 6545688"/>
              <a:gd name="connsiteY4687" fmla="*/ 1933663 h 3341254"/>
              <a:gd name="connsiteX4688" fmla="*/ 382493 w 6545688"/>
              <a:gd name="connsiteY4688" fmla="*/ 1932664 h 3341254"/>
              <a:gd name="connsiteX4689" fmla="*/ 368742 w 6545688"/>
              <a:gd name="connsiteY4689" fmla="*/ 1908840 h 3341254"/>
              <a:gd name="connsiteX4690" fmla="*/ 368742 w 6545688"/>
              <a:gd name="connsiteY4690" fmla="*/ 1906918 h 3341254"/>
              <a:gd name="connsiteX4691" fmla="*/ 382493 w 6545688"/>
              <a:gd name="connsiteY4691" fmla="*/ 1883092 h 3341254"/>
              <a:gd name="connsiteX4692" fmla="*/ 384188 w 6545688"/>
              <a:gd name="connsiteY4692" fmla="*/ 1882093 h 3341254"/>
              <a:gd name="connsiteX4693" fmla="*/ 3128480 w 6545688"/>
              <a:gd name="connsiteY4693" fmla="*/ 1881786 h 3341254"/>
              <a:gd name="connsiteX4694" fmla="*/ 3156223 w 6545688"/>
              <a:gd name="connsiteY4694" fmla="*/ 1881786 h 3341254"/>
              <a:gd name="connsiteX4695" fmla="*/ 3157915 w 6545688"/>
              <a:gd name="connsiteY4695" fmla="*/ 1882784 h 3341254"/>
              <a:gd name="connsiteX4696" fmla="*/ 3171825 w 6545688"/>
              <a:gd name="connsiteY4696" fmla="*/ 1906840 h 3341254"/>
              <a:gd name="connsiteX4697" fmla="*/ 3171825 w 6545688"/>
              <a:gd name="connsiteY4697" fmla="*/ 1908838 h 3341254"/>
              <a:gd name="connsiteX4698" fmla="*/ 3157915 w 6545688"/>
              <a:gd name="connsiteY4698" fmla="*/ 1932894 h 3341254"/>
              <a:gd name="connsiteX4699" fmla="*/ 3156223 w 6545688"/>
              <a:gd name="connsiteY4699" fmla="*/ 1933893 h 3341254"/>
              <a:gd name="connsiteX4700" fmla="*/ 3128480 w 6545688"/>
              <a:gd name="connsiteY4700" fmla="*/ 1933893 h 3341254"/>
              <a:gd name="connsiteX4701" fmla="*/ 3126788 w 6545688"/>
              <a:gd name="connsiteY4701" fmla="*/ 1932894 h 3341254"/>
              <a:gd name="connsiteX4702" fmla="*/ 3112879 w 6545688"/>
              <a:gd name="connsiteY4702" fmla="*/ 1908838 h 3341254"/>
              <a:gd name="connsiteX4703" fmla="*/ 3112879 w 6545688"/>
              <a:gd name="connsiteY4703" fmla="*/ 1906840 h 3341254"/>
              <a:gd name="connsiteX4704" fmla="*/ 3126788 w 6545688"/>
              <a:gd name="connsiteY4704" fmla="*/ 1882784 h 3341254"/>
              <a:gd name="connsiteX4705" fmla="*/ 3128480 w 6545688"/>
              <a:gd name="connsiteY4705" fmla="*/ 1881786 h 3341254"/>
              <a:gd name="connsiteX4706" fmla="*/ 292575 w 6545688"/>
              <a:gd name="connsiteY4706" fmla="*/ 1881786 h 3341254"/>
              <a:gd name="connsiteX4707" fmla="*/ 320316 w 6545688"/>
              <a:gd name="connsiteY4707" fmla="*/ 1881786 h 3341254"/>
              <a:gd name="connsiteX4708" fmla="*/ 322012 w 6545688"/>
              <a:gd name="connsiteY4708" fmla="*/ 1882784 h 3341254"/>
              <a:gd name="connsiteX4709" fmla="*/ 335924 w 6545688"/>
              <a:gd name="connsiteY4709" fmla="*/ 1906840 h 3341254"/>
              <a:gd name="connsiteX4710" fmla="*/ 335924 w 6545688"/>
              <a:gd name="connsiteY4710" fmla="*/ 1908838 h 3341254"/>
              <a:gd name="connsiteX4711" fmla="*/ 322012 w 6545688"/>
              <a:gd name="connsiteY4711" fmla="*/ 1932894 h 3341254"/>
              <a:gd name="connsiteX4712" fmla="*/ 320316 w 6545688"/>
              <a:gd name="connsiteY4712" fmla="*/ 1933893 h 3341254"/>
              <a:gd name="connsiteX4713" fmla="*/ 292575 w 6545688"/>
              <a:gd name="connsiteY4713" fmla="*/ 1933893 h 3341254"/>
              <a:gd name="connsiteX4714" fmla="*/ 290887 w 6545688"/>
              <a:gd name="connsiteY4714" fmla="*/ 1932894 h 3341254"/>
              <a:gd name="connsiteX4715" fmla="*/ 276975 w 6545688"/>
              <a:gd name="connsiteY4715" fmla="*/ 1908838 h 3341254"/>
              <a:gd name="connsiteX4716" fmla="*/ 276975 w 6545688"/>
              <a:gd name="connsiteY4716" fmla="*/ 1906840 h 3341254"/>
              <a:gd name="connsiteX4717" fmla="*/ 290887 w 6545688"/>
              <a:gd name="connsiteY4717" fmla="*/ 1882784 h 3341254"/>
              <a:gd name="connsiteX4718" fmla="*/ 292575 w 6545688"/>
              <a:gd name="connsiteY4718" fmla="*/ 1881786 h 3341254"/>
              <a:gd name="connsiteX4719" fmla="*/ 3311315 w 6545688"/>
              <a:gd name="connsiteY4719" fmla="*/ 1881554 h 3341254"/>
              <a:gd name="connsiteX4720" fmla="*/ 3339368 w 6545688"/>
              <a:gd name="connsiteY4720" fmla="*/ 1881554 h 3341254"/>
              <a:gd name="connsiteX4721" fmla="*/ 3341059 w 6545688"/>
              <a:gd name="connsiteY4721" fmla="*/ 1882553 h 3341254"/>
              <a:gd name="connsiteX4722" fmla="*/ 3355047 w 6545688"/>
              <a:gd name="connsiteY4722" fmla="*/ 1906839 h 3341254"/>
              <a:gd name="connsiteX4723" fmla="*/ 3355047 w 6545688"/>
              <a:gd name="connsiteY4723" fmla="*/ 1908838 h 3341254"/>
              <a:gd name="connsiteX4724" fmla="*/ 3340982 w 6545688"/>
              <a:gd name="connsiteY4724" fmla="*/ 1933124 h 3341254"/>
              <a:gd name="connsiteX4725" fmla="*/ 3339292 w 6545688"/>
              <a:gd name="connsiteY4725" fmla="*/ 1934122 h 3341254"/>
              <a:gd name="connsiteX4726" fmla="*/ 3311240 w 6545688"/>
              <a:gd name="connsiteY4726" fmla="*/ 1934122 h 3341254"/>
              <a:gd name="connsiteX4727" fmla="*/ 3309548 w 6545688"/>
              <a:gd name="connsiteY4727" fmla="*/ 1933124 h 3341254"/>
              <a:gd name="connsiteX4728" fmla="*/ 3295561 w 6545688"/>
              <a:gd name="connsiteY4728" fmla="*/ 1908838 h 3341254"/>
              <a:gd name="connsiteX4729" fmla="*/ 3295561 w 6545688"/>
              <a:gd name="connsiteY4729" fmla="*/ 1906839 h 3341254"/>
              <a:gd name="connsiteX4730" fmla="*/ 3309626 w 6545688"/>
              <a:gd name="connsiteY4730" fmla="*/ 1882553 h 3341254"/>
              <a:gd name="connsiteX4731" fmla="*/ 3311315 w 6545688"/>
              <a:gd name="connsiteY4731" fmla="*/ 1881554 h 3341254"/>
              <a:gd name="connsiteX4732" fmla="*/ 3585380 w 6545688"/>
              <a:gd name="connsiteY4732" fmla="*/ 1881017 h 3341254"/>
              <a:gd name="connsiteX4733" fmla="*/ 3614046 w 6545688"/>
              <a:gd name="connsiteY4733" fmla="*/ 1881017 h 3341254"/>
              <a:gd name="connsiteX4734" fmla="*/ 3615814 w 6545688"/>
              <a:gd name="connsiteY4734" fmla="*/ 1882015 h 3341254"/>
              <a:gd name="connsiteX4735" fmla="*/ 3630110 w 6545688"/>
              <a:gd name="connsiteY4735" fmla="*/ 1906840 h 3341254"/>
              <a:gd name="connsiteX4736" fmla="*/ 3630110 w 6545688"/>
              <a:gd name="connsiteY4736" fmla="*/ 1908838 h 3341254"/>
              <a:gd name="connsiteX4737" fmla="*/ 3615738 w 6545688"/>
              <a:gd name="connsiteY4737" fmla="*/ 1933663 h 3341254"/>
              <a:gd name="connsiteX4738" fmla="*/ 3613971 w 6545688"/>
              <a:gd name="connsiteY4738" fmla="*/ 1934661 h 3341254"/>
              <a:gd name="connsiteX4739" fmla="*/ 3585303 w 6545688"/>
              <a:gd name="connsiteY4739" fmla="*/ 1934661 h 3341254"/>
              <a:gd name="connsiteX4740" fmla="*/ 3583536 w 6545688"/>
              <a:gd name="connsiteY4740" fmla="*/ 1933663 h 3341254"/>
              <a:gd name="connsiteX4741" fmla="*/ 3569242 w 6545688"/>
              <a:gd name="connsiteY4741" fmla="*/ 1908838 h 3341254"/>
              <a:gd name="connsiteX4742" fmla="*/ 3569242 w 6545688"/>
              <a:gd name="connsiteY4742" fmla="*/ 1906840 h 3341254"/>
              <a:gd name="connsiteX4743" fmla="*/ 3583614 w 6545688"/>
              <a:gd name="connsiteY4743" fmla="*/ 1882015 h 3341254"/>
              <a:gd name="connsiteX4744" fmla="*/ 3585380 w 6545688"/>
              <a:gd name="connsiteY4744" fmla="*/ 1881017 h 3341254"/>
              <a:gd name="connsiteX4745" fmla="*/ 108971 w 6545688"/>
              <a:gd name="connsiteY4745" fmla="*/ 1880709 h 3341254"/>
              <a:gd name="connsiteX4746" fmla="*/ 137946 w 6545688"/>
              <a:gd name="connsiteY4746" fmla="*/ 1880709 h 3341254"/>
              <a:gd name="connsiteX4747" fmla="*/ 139714 w 6545688"/>
              <a:gd name="connsiteY4747" fmla="*/ 1881708 h 3341254"/>
              <a:gd name="connsiteX4748" fmla="*/ 154161 w 6545688"/>
              <a:gd name="connsiteY4748" fmla="*/ 1906840 h 3341254"/>
              <a:gd name="connsiteX4749" fmla="*/ 154161 w 6545688"/>
              <a:gd name="connsiteY4749" fmla="*/ 1908916 h 3341254"/>
              <a:gd name="connsiteX4750" fmla="*/ 139638 w 6545688"/>
              <a:gd name="connsiteY4750" fmla="*/ 1934046 h 3341254"/>
              <a:gd name="connsiteX4751" fmla="*/ 137870 w 6545688"/>
              <a:gd name="connsiteY4751" fmla="*/ 1935045 h 3341254"/>
              <a:gd name="connsiteX4752" fmla="*/ 108891 w 6545688"/>
              <a:gd name="connsiteY4752" fmla="*/ 1935045 h 3341254"/>
              <a:gd name="connsiteX4753" fmla="*/ 107124 w 6545688"/>
              <a:gd name="connsiteY4753" fmla="*/ 1934046 h 3341254"/>
              <a:gd name="connsiteX4754" fmla="*/ 92679 w 6545688"/>
              <a:gd name="connsiteY4754" fmla="*/ 1908916 h 3341254"/>
              <a:gd name="connsiteX4755" fmla="*/ 92679 w 6545688"/>
              <a:gd name="connsiteY4755" fmla="*/ 1906840 h 3341254"/>
              <a:gd name="connsiteX4756" fmla="*/ 107203 w 6545688"/>
              <a:gd name="connsiteY4756" fmla="*/ 1881708 h 3341254"/>
              <a:gd name="connsiteX4757" fmla="*/ 108971 w 6545688"/>
              <a:gd name="connsiteY4757" fmla="*/ 1880709 h 3341254"/>
              <a:gd name="connsiteX4758" fmla="*/ 3036178 w 6545688"/>
              <a:gd name="connsiteY4758" fmla="*/ 1880402 h 3341254"/>
              <a:gd name="connsiteX4759" fmla="*/ 3065458 w 6545688"/>
              <a:gd name="connsiteY4759" fmla="*/ 1880402 h 3341254"/>
              <a:gd name="connsiteX4760" fmla="*/ 3067226 w 6545688"/>
              <a:gd name="connsiteY4760" fmla="*/ 1881400 h 3341254"/>
              <a:gd name="connsiteX4761" fmla="*/ 3081829 w 6545688"/>
              <a:gd name="connsiteY4761" fmla="*/ 1906763 h 3341254"/>
              <a:gd name="connsiteX4762" fmla="*/ 3081829 w 6545688"/>
              <a:gd name="connsiteY4762" fmla="*/ 1908838 h 3341254"/>
              <a:gd name="connsiteX4763" fmla="*/ 3067150 w 6545688"/>
              <a:gd name="connsiteY4763" fmla="*/ 1934200 h 3341254"/>
              <a:gd name="connsiteX4764" fmla="*/ 3065383 w 6545688"/>
              <a:gd name="connsiteY4764" fmla="*/ 1935199 h 3341254"/>
              <a:gd name="connsiteX4765" fmla="*/ 3036100 w 6545688"/>
              <a:gd name="connsiteY4765" fmla="*/ 1935199 h 3341254"/>
              <a:gd name="connsiteX4766" fmla="*/ 3034332 w 6545688"/>
              <a:gd name="connsiteY4766" fmla="*/ 1934200 h 3341254"/>
              <a:gd name="connsiteX4767" fmla="*/ 3019731 w 6545688"/>
              <a:gd name="connsiteY4767" fmla="*/ 1908838 h 3341254"/>
              <a:gd name="connsiteX4768" fmla="*/ 3019731 w 6545688"/>
              <a:gd name="connsiteY4768" fmla="*/ 1906763 h 3341254"/>
              <a:gd name="connsiteX4769" fmla="*/ 3034410 w 6545688"/>
              <a:gd name="connsiteY4769" fmla="*/ 1881400 h 3341254"/>
              <a:gd name="connsiteX4770" fmla="*/ 3036178 w 6545688"/>
              <a:gd name="connsiteY4770" fmla="*/ 1880402 h 3341254"/>
              <a:gd name="connsiteX4771" fmla="*/ 3219090 w 6545688"/>
              <a:gd name="connsiteY4771" fmla="*/ 1880248 h 3341254"/>
              <a:gd name="connsiteX4772" fmla="*/ 3248525 w 6545688"/>
              <a:gd name="connsiteY4772" fmla="*/ 1880248 h 3341254"/>
              <a:gd name="connsiteX4773" fmla="*/ 3250293 w 6545688"/>
              <a:gd name="connsiteY4773" fmla="*/ 1881324 h 3341254"/>
              <a:gd name="connsiteX4774" fmla="*/ 3264972 w 6545688"/>
              <a:gd name="connsiteY4774" fmla="*/ 1906840 h 3341254"/>
              <a:gd name="connsiteX4775" fmla="*/ 3264972 w 6545688"/>
              <a:gd name="connsiteY4775" fmla="*/ 1908916 h 3341254"/>
              <a:gd name="connsiteX4776" fmla="*/ 3250215 w 6545688"/>
              <a:gd name="connsiteY4776" fmla="*/ 1934430 h 3341254"/>
              <a:gd name="connsiteX4777" fmla="*/ 3248448 w 6545688"/>
              <a:gd name="connsiteY4777" fmla="*/ 1935506 h 3341254"/>
              <a:gd name="connsiteX4778" fmla="*/ 3219013 w 6545688"/>
              <a:gd name="connsiteY4778" fmla="*/ 1935506 h 3341254"/>
              <a:gd name="connsiteX4779" fmla="*/ 3217246 w 6545688"/>
              <a:gd name="connsiteY4779" fmla="*/ 1934430 h 3341254"/>
              <a:gd name="connsiteX4780" fmla="*/ 3202567 w 6545688"/>
              <a:gd name="connsiteY4780" fmla="*/ 1908916 h 3341254"/>
              <a:gd name="connsiteX4781" fmla="*/ 3202567 w 6545688"/>
              <a:gd name="connsiteY4781" fmla="*/ 1906840 h 3341254"/>
              <a:gd name="connsiteX4782" fmla="*/ 3217321 w 6545688"/>
              <a:gd name="connsiteY4782" fmla="*/ 1881324 h 3341254"/>
              <a:gd name="connsiteX4783" fmla="*/ 3219090 w 6545688"/>
              <a:gd name="connsiteY4783" fmla="*/ 1880248 h 3341254"/>
              <a:gd name="connsiteX4784" fmla="*/ 840316 w 6545688"/>
              <a:gd name="connsiteY4784" fmla="*/ 1879711 h 3341254"/>
              <a:gd name="connsiteX4785" fmla="*/ 870370 w 6545688"/>
              <a:gd name="connsiteY4785" fmla="*/ 1879711 h 3341254"/>
              <a:gd name="connsiteX4786" fmla="*/ 872213 w 6545688"/>
              <a:gd name="connsiteY4786" fmla="*/ 1880787 h 3341254"/>
              <a:gd name="connsiteX4787" fmla="*/ 887202 w 6545688"/>
              <a:gd name="connsiteY4787" fmla="*/ 1906763 h 3341254"/>
              <a:gd name="connsiteX4788" fmla="*/ 887202 w 6545688"/>
              <a:gd name="connsiteY4788" fmla="*/ 1908916 h 3341254"/>
              <a:gd name="connsiteX4789" fmla="*/ 872213 w 6545688"/>
              <a:gd name="connsiteY4789" fmla="*/ 1934893 h 3341254"/>
              <a:gd name="connsiteX4790" fmla="*/ 870370 w 6545688"/>
              <a:gd name="connsiteY4790" fmla="*/ 1935968 h 3341254"/>
              <a:gd name="connsiteX4791" fmla="*/ 840316 w 6545688"/>
              <a:gd name="connsiteY4791" fmla="*/ 1935968 h 3341254"/>
              <a:gd name="connsiteX4792" fmla="*/ 838474 w 6545688"/>
              <a:gd name="connsiteY4792" fmla="*/ 1934893 h 3341254"/>
              <a:gd name="connsiteX4793" fmla="*/ 823484 w 6545688"/>
              <a:gd name="connsiteY4793" fmla="*/ 1908916 h 3341254"/>
              <a:gd name="connsiteX4794" fmla="*/ 823484 w 6545688"/>
              <a:gd name="connsiteY4794" fmla="*/ 1906763 h 3341254"/>
              <a:gd name="connsiteX4795" fmla="*/ 838474 w 6545688"/>
              <a:gd name="connsiteY4795" fmla="*/ 1880787 h 3341254"/>
              <a:gd name="connsiteX4796" fmla="*/ 840316 w 6545688"/>
              <a:gd name="connsiteY4796" fmla="*/ 1879711 h 3341254"/>
              <a:gd name="connsiteX4797" fmla="*/ 3401159 w 6545688"/>
              <a:gd name="connsiteY4797" fmla="*/ 1878634 h 3341254"/>
              <a:gd name="connsiteX4798" fmla="*/ 3432361 w 6545688"/>
              <a:gd name="connsiteY4798" fmla="*/ 1878634 h 3341254"/>
              <a:gd name="connsiteX4799" fmla="*/ 3434283 w 6545688"/>
              <a:gd name="connsiteY4799" fmla="*/ 1879711 h 3341254"/>
              <a:gd name="connsiteX4800" fmla="*/ 3449885 w 6545688"/>
              <a:gd name="connsiteY4800" fmla="*/ 1906763 h 3341254"/>
              <a:gd name="connsiteX4801" fmla="*/ 3449885 w 6545688"/>
              <a:gd name="connsiteY4801" fmla="*/ 1908992 h 3341254"/>
              <a:gd name="connsiteX4802" fmla="*/ 3434283 w 6545688"/>
              <a:gd name="connsiteY4802" fmla="*/ 1936044 h 3341254"/>
              <a:gd name="connsiteX4803" fmla="*/ 3432361 w 6545688"/>
              <a:gd name="connsiteY4803" fmla="*/ 1937120 h 3341254"/>
              <a:gd name="connsiteX4804" fmla="*/ 3401159 w 6545688"/>
              <a:gd name="connsiteY4804" fmla="*/ 1937120 h 3341254"/>
              <a:gd name="connsiteX4805" fmla="*/ 3399239 w 6545688"/>
              <a:gd name="connsiteY4805" fmla="*/ 1936044 h 3341254"/>
              <a:gd name="connsiteX4806" fmla="*/ 3383636 w 6545688"/>
              <a:gd name="connsiteY4806" fmla="*/ 1908992 h 3341254"/>
              <a:gd name="connsiteX4807" fmla="*/ 3383636 w 6545688"/>
              <a:gd name="connsiteY4807" fmla="*/ 1906763 h 3341254"/>
              <a:gd name="connsiteX4808" fmla="*/ 3399239 w 6545688"/>
              <a:gd name="connsiteY4808" fmla="*/ 1879711 h 3341254"/>
              <a:gd name="connsiteX4809" fmla="*/ 3401159 w 6545688"/>
              <a:gd name="connsiteY4809" fmla="*/ 1878634 h 3341254"/>
              <a:gd name="connsiteX4810" fmla="*/ 197660 w 6545688"/>
              <a:gd name="connsiteY4810" fmla="*/ 1875407 h 3341254"/>
              <a:gd name="connsiteX4811" fmla="*/ 232320 w 6545688"/>
              <a:gd name="connsiteY4811" fmla="*/ 1875407 h 3341254"/>
              <a:gd name="connsiteX4812" fmla="*/ 234478 w 6545688"/>
              <a:gd name="connsiteY4812" fmla="*/ 1876637 h 3341254"/>
              <a:gd name="connsiteX4813" fmla="*/ 251764 w 6545688"/>
              <a:gd name="connsiteY4813" fmla="*/ 1906609 h 3341254"/>
              <a:gd name="connsiteX4814" fmla="*/ 251764 w 6545688"/>
              <a:gd name="connsiteY4814" fmla="*/ 1909069 h 3341254"/>
              <a:gd name="connsiteX4815" fmla="*/ 234397 w 6545688"/>
              <a:gd name="connsiteY4815" fmla="*/ 1939043 h 3341254"/>
              <a:gd name="connsiteX4816" fmla="*/ 232247 w 6545688"/>
              <a:gd name="connsiteY4816" fmla="*/ 1940272 h 3341254"/>
              <a:gd name="connsiteX4817" fmla="*/ 197586 w 6545688"/>
              <a:gd name="connsiteY4817" fmla="*/ 1940272 h 3341254"/>
              <a:gd name="connsiteX4818" fmla="*/ 195433 w 6545688"/>
              <a:gd name="connsiteY4818" fmla="*/ 1939043 h 3341254"/>
              <a:gd name="connsiteX4819" fmla="*/ 178138 w 6545688"/>
              <a:gd name="connsiteY4819" fmla="*/ 1909069 h 3341254"/>
              <a:gd name="connsiteX4820" fmla="*/ 178138 w 6545688"/>
              <a:gd name="connsiteY4820" fmla="*/ 1906609 h 3341254"/>
              <a:gd name="connsiteX4821" fmla="*/ 195511 w 6545688"/>
              <a:gd name="connsiteY4821" fmla="*/ 1876637 h 3341254"/>
              <a:gd name="connsiteX4822" fmla="*/ 197660 w 6545688"/>
              <a:gd name="connsiteY4822" fmla="*/ 1875407 h 3341254"/>
              <a:gd name="connsiteX4823" fmla="*/ 1674927 w 6545688"/>
              <a:gd name="connsiteY4823" fmla="*/ 1821532 h 3341254"/>
              <a:gd name="connsiteX4824" fmla="*/ 1682383 w 6545688"/>
              <a:gd name="connsiteY4824" fmla="*/ 1821532 h 3341254"/>
              <a:gd name="connsiteX4825" fmla="*/ 1682844 w 6545688"/>
              <a:gd name="connsiteY4825" fmla="*/ 1821762 h 3341254"/>
              <a:gd name="connsiteX4826" fmla="*/ 1686611 w 6545688"/>
              <a:gd name="connsiteY4826" fmla="*/ 1828219 h 3341254"/>
              <a:gd name="connsiteX4827" fmla="*/ 1686611 w 6545688"/>
              <a:gd name="connsiteY4827" fmla="*/ 1828756 h 3341254"/>
              <a:gd name="connsiteX4828" fmla="*/ 1682844 w 6545688"/>
              <a:gd name="connsiteY4828" fmla="*/ 1835213 h 3341254"/>
              <a:gd name="connsiteX4829" fmla="*/ 1682383 w 6545688"/>
              <a:gd name="connsiteY4829" fmla="*/ 1835443 h 3341254"/>
              <a:gd name="connsiteX4830" fmla="*/ 1674927 w 6545688"/>
              <a:gd name="connsiteY4830" fmla="*/ 1835443 h 3341254"/>
              <a:gd name="connsiteX4831" fmla="*/ 1674468 w 6545688"/>
              <a:gd name="connsiteY4831" fmla="*/ 1835213 h 3341254"/>
              <a:gd name="connsiteX4832" fmla="*/ 1670701 w 6545688"/>
              <a:gd name="connsiteY4832" fmla="*/ 1828756 h 3341254"/>
              <a:gd name="connsiteX4833" fmla="*/ 1670701 w 6545688"/>
              <a:gd name="connsiteY4833" fmla="*/ 1828219 h 3341254"/>
              <a:gd name="connsiteX4834" fmla="*/ 1674468 w 6545688"/>
              <a:gd name="connsiteY4834" fmla="*/ 1821762 h 3341254"/>
              <a:gd name="connsiteX4835" fmla="*/ 1674927 w 6545688"/>
              <a:gd name="connsiteY4835" fmla="*/ 1821532 h 3341254"/>
              <a:gd name="connsiteX4836" fmla="*/ 1217444 w 6545688"/>
              <a:gd name="connsiteY4836" fmla="*/ 1821454 h 3341254"/>
              <a:gd name="connsiteX4837" fmla="*/ 1225055 w 6545688"/>
              <a:gd name="connsiteY4837" fmla="*/ 1821454 h 3341254"/>
              <a:gd name="connsiteX4838" fmla="*/ 1225517 w 6545688"/>
              <a:gd name="connsiteY4838" fmla="*/ 1821762 h 3341254"/>
              <a:gd name="connsiteX4839" fmla="*/ 1229354 w 6545688"/>
              <a:gd name="connsiteY4839" fmla="*/ 1828371 h 3341254"/>
              <a:gd name="connsiteX4840" fmla="*/ 1229354 w 6545688"/>
              <a:gd name="connsiteY4840" fmla="*/ 1828910 h 3341254"/>
              <a:gd name="connsiteX4841" fmla="*/ 1225517 w 6545688"/>
              <a:gd name="connsiteY4841" fmla="*/ 1835519 h 3341254"/>
              <a:gd name="connsiteX4842" fmla="*/ 1225055 w 6545688"/>
              <a:gd name="connsiteY4842" fmla="*/ 1835826 h 3341254"/>
              <a:gd name="connsiteX4843" fmla="*/ 1217444 w 6545688"/>
              <a:gd name="connsiteY4843" fmla="*/ 1835826 h 3341254"/>
              <a:gd name="connsiteX4844" fmla="*/ 1216983 w 6545688"/>
              <a:gd name="connsiteY4844" fmla="*/ 1835519 h 3341254"/>
              <a:gd name="connsiteX4845" fmla="*/ 1213142 w 6545688"/>
              <a:gd name="connsiteY4845" fmla="*/ 1828910 h 3341254"/>
              <a:gd name="connsiteX4846" fmla="*/ 1213142 w 6545688"/>
              <a:gd name="connsiteY4846" fmla="*/ 1828371 h 3341254"/>
              <a:gd name="connsiteX4847" fmla="*/ 1216983 w 6545688"/>
              <a:gd name="connsiteY4847" fmla="*/ 1821762 h 3341254"/>
              <a:gd name="connsiteX4848" fmla="*/ 1217444 w 6545688"/>
              <a:gd name="connsiteY4848" fmla="*/ 1821454 h 3341254"/>
              <a:gd name="connsiteX4849" fmla="*/ 119420 w 6545688"/>
              <a:gd name="connsiteY4849" fmla="*/ 1820993 h 3341254"/>
              <a:gd name="connsiteX4850" fmla="*/ 127496 w 6545688"/>
              <a:gd name="connsiteY4850" fmla="*/ 1820993 h 3341254"/>
              <a:gd name="connsiteX4851" fmla="*/ 127954 w 6545688"/>
              <a:gd name="connsiteY4851" fmla="*/ 1821301 h 3341254"/>
              <a:gd name="connsiteX4852" fmla="*/ 131956 w 6545688"/>
              <a:gd name="connsiteY4852" fmla="*/ 1828295 h 3341254"/>
              <a:gd name="connsiteX4853" fmla="*/ 131956 w 6545688"/>
              <a:gd name="connsiteY4853" fmla="*/ 1828832 h 3341254"/>
              <a:gd name="connsiteX4854" fmla="*/ 127880 w 6545688"/>
              <a:gd name="connsiteY4854" fmla="*/ 1835826 h 3341254"/>
              <a:gd name="connsiteX4855" fmla="*/ 127413 w 6545688"/>
              <a:gd name="connsiteY4855" fmla="*/ 1836134 h 3341254"/>
              <a:gd name="connsiteX4856" fmla="*/ 119348 w 6545688"/>
              <a:gd name="connsiteY4856" fmla="*/ 1836134 h 3341254"/>
              <a:gd name="connsiteX4857" fmla="*/ 118881 w 6545688"/>
              <a:gd name="connsiteY4857" fmla="*/ 1835826 h 3341254"/>
              <a:gd name="connsiteX4858" fmla="*/ 114892 w 6545688"/>
              <a:gd name="connsiteY4858" fmla="*/ 1828832 h 3341254"/>
              <a:gd name="connsiteX4859" fmla="*/ 114892 w 6545688"/>
              <a:gd name="connsiteY4859" fmla="*/ 1828295 h 3341254"/>
              <a:gd name="connsiteX4860" fmla="*/ 118965 w 6545688"/>
              <a:gd name="connsiteY4860" fmla="*/ 1821301 h 3341254"/>
              <a:gd name="connsiteX4861" fmla="*/ 119420 w 6545688"/>
              <a:gd name="connsiteY4861" fmla="*/ 1820993 h 3341254"/>
              <a:gd name="connsiteX4862" fmla="*/ 2954789 w 6545688"/>
              <a:gd name="connsiteY4862" fmla="*/ 1819994 h 3341254"/>
              <a:gd name="connsiteX4863" fmla="*/ 2963933 w 6545688"/>
              <a:gd name="connsiteY4863" fmla="*/ 1819994 h 3341254"/>
              <a:gd name="connsiteX4864" fmla="*/ 2964470 w 6545688"/>
              <a:gd name="connsiteY4864" fmla="*/ 1820302 h 3341254"/>
              <a:gd name="connsiteX4865" fmla="*/ 2969006 w 6545688"/>
              <a:gd name="connsiteY4865" fmla="*/ 1828219 h 3341254"/>
              <a:gd name="connsiteX4866" fmla="*/ 2969006 w 6545688"/>
              <a:gd name="connsiteY4866" fmla="*/ 1828832 h 3341254"/>
              <a:gd name="connsiteX4867" fmla="*/ 2964470 w 6545688"/>
              <a:gd name="connsiteY4867" fmla="*/ 1836749 h 3341254"/>
              <a:gd name="connsiteX4868" fmla="*/ 2963933 w 6545688"/>
              <a:gd name="connsiteY4868" fmla="*/ 1837056 h 3341254"/>
              <a:gd name="connsiteX4869" fmla="*/ 2954789 w 6545688"/>
              <a:gd name="connsiteY4869" fmla="*/ 1837056 h 3341254"/>
              <a:gd name="connsiteX4870" fmla="*/ 2954251 w 6545688"/>
              <a:gd name="connsiteY4870" fmla="*/ 1836749 h 3341254"/>
              <a:gd name="connsiteX4871" fmla="*/ 2949716 w 6545688"/>
              <a:gd name="connsiteY4871" fmla="*/ 1828832 h 3341254"/>
              <a:gd name="connsiteX4872" fmla="*/ 2949716 w 6545688"/>
              <a:gd name="connsiteY4872" fmla="*/ 1828219 h 3341254"/>
              <a:gd name="connsiteX4873" fmla="*/ 2954251 w 6545688"/>
              <a:gd name="connsiteY4873" fmla="*/ 1820302 h 3341254"/>
              <a:gd name="connsiteX4874" fmla="*/ 2954789 w 6545688"/>
              <a:gd name="connsiteY4874" fmla="*/ 1819994 h 3341254"/>
              <a:gd name="connsiteX4875" fmla="*/ 4052502 w 6545688"/>
              <a:gd name="connsiteY4875" fmla="*/ 1819763 h 3341254"/>
              <a:gd name="connsiteX4876" fmla="*/ 4061880 w 6545688"/>
              <a:gd name="connsiteY4876" fmla="*/ 1819763 h 3341254"/>
              <a:gd name="connsiteX4877" fmla="*/ 4062417 w 6545688"/>
              <a:gd name="connsiteY4877" fmla="*/ 1820070 h 3341254"/>
              <a:gd name="connsiteX4878" fmla="*/ 4067105 w 6545688"/>
              <a:gd name="connsiteY4878" fmla="*/ 1828217 h 3341254"/>
              <a:gd name="connsiteX4879" fmla="*/ 4067105 w 6545688"/>
              <a:gd name="connsiteY4879" fmla="*/ 1828908 h 3341254"/>
              <a:gd name="connsiteX4880" fmla="*/ 4062417 w 6545688"/>
              <a:gd name="connsiteY4880" fmla="*/ 1837055 h 3341254"/>
              <a:gd name="connsiteX4881" fmla="*/ 4061880 w 6545688"/>
              <a:gd name="connsiteY4881" fmla="*/ 1837362 h 3341254"/>
              <a:gd name="connsiteX4882" fmla="*/ 4052502 w 6545688"/>
              <a:gd name="connsiteY4882" fmla="*/ 1837362 h 3341254"/>
              <a:gd name="connsiteX4883" fmla="*/ 4051963 w 6545688"/>
              <a:gd name="connsiteY4883" fmla="*/ 1837055 h 3341254"/>
              <a:gd name="connsiteX4884" fmla="*/ 4047276 w 6545688"/>
              <a:gd name="connsiteY4884" fmla="*/ 1828908 h 3341254"/>
              <a:gd name="connsiteX4885" fmla="*/ 4047276 w 6545688"/>
              <a:gd name="connsiteY4885" fmla="*/ 1828217 h 3341254"/>
              <a:gd name="connsiteX4886" fmla="*/ 4051963 w 6545688"/>
              <a:gd name="connsiteY4886" fmla="*/ 1820070 h 3341254"/>
              <a:gd name="connsiteX4887" fmla="*/ 4052502 w 6545688"/>
              <a:gd name="connsiteY4887" fmla="*/ 1819763 h 3341254"/>
              <a:gd name="connsiteX4888" fmla="*/ 1307056 w 6545688"/>
              <a:gd name="connsiteY4888" fmla="*/ 1817919 h 3341254"/>
              <a:gd name="connsiteX4889" fmla="*/ 1318432 w 6545688"/>
              <a:gd name="connsiteY4889" fmla="*/ 1817919 h 3341254"/>
              <a:gd name="connsiteX4890" fmla="*/ 1319120 w 6545688"/>
              <a:gd name="connsiteY4890" fmla="*/ 1818303 h 3341254"/>
              <a:gd name="connsiteX4891" fmla="*/ 1324809 w 6545688"/>
              <a:gd name="connsiteY4891" fmla="*/ 1828141 h 3341254"/>
              <a:gd name="connsiteX4892" fmla="*/ 1324809 w 6545688"/>
              <a:gd name="connsiteY4892" fmla="*/ 1828910 h 3341254"/>
              <a:gd name="connsiteX4893" fmla="*/ 1319120 w 6545688"/>
              <a:gd name="connsiteY4893" fmla="*/ 1838748 h 3341254"/>
              <a:gd name="connsiteX4894" fmla="*/ 1318432 w 6545688"/>
              <a:gd name="connsiteY4894" fmla="*/ 1839132 h 3341254"/>
              <a:gd name="connsiteX4895" fmla="*/ 1307056 w 6545688"/>
              <a:gd name="connsiteY4895" fmla="*/ 1839132 h 3341254"/>
              <a:gd name="connsiteX4896" fmla="*/ 1306367 w 6545688"/>
              <a:gd name="connsiteY4896" fmla="*/ 1838748 h 3341254"/>
              <a:gd name="connsiteX4897" fmla="*/ 1300681 w 6545688"/>
              <a:gd name="connsiteY4897" fmla="*/ 1828910 h 3341254"/>
              <a:gd name="connsiteX4898" fmla="*/ 1300681 w 6545688"/>
              <a:gd name="connsiteY4898" fmla="*/ 1828141 h 3341254"/>
              <a:gd name="connsiteX4899" fmla="*/ 1306367 w 6545688"/>
              <a:gd name="connsiteY4899" fmla="*/ 1818303 h 3341254"/>
              <a:gd name="connsiteX4900" fmla="*/ 1307056 w 6545688"/>
              <a:gd name="connsiteY4900" fmla="*/ 1817919 h 3341254"/>
              <a:gd name="connsiteX4901" fmla="*/ 4142728 w 6545688"/>
              <a:gd name="connsiteY4901" fmla="*/ 1817534 h 3341254"/>
              <a:gd name="connsiteX4902" fmla="*/ 4154487 w 6545688"/>
              <a:gd name="connsiteY4902" fmla="*/ 1817534 h 3341254"/>
              <a:gd name="connsiteX4903" fmla="*/ 4155178 w 6545688"/>
              <a:gd name="connsiteY4903" fmla="*/ 1817917 h 3341254"/>
              <a:gd name="connsiteX4904" fmla="*/ 4161096 w 6545688"/>
              <a:gd name="connsiteY4904" fmla="*/ 1828139 h 3341254"/>
              <a:gd name="connsiteX4905" fmla="*/ 4161096 w 6545688"/>
              <a:gd name="connsiteY4905" fmla="*/ 1828986 h 3341254"/>
              <a:gd name="connsiteX4906" fmla="*/ 4155178 w 6545688"/>
              <a:gd name="connsiteY4906" fmla="*/ 1839208 h 3341254"/>
              <a:gd name="connsiteX4907" fmla="*/ 4154487 w 6545688"/>
              <a:gd name="connsiteY4907" fmla="*/ 1839591 h 3341254"/>
              <a:gd name="connsiteX4908" fmla="*/ 4142728 w 6545688"/>
              <a:gd name="connsiteY4908" fmla="*/ 1839591 h 3341254"/>
              <a:gd name="connsiteX4909" fmla="*/ 4142037 w 6545688"/>
              <a:gd name="connsiteY4909" fmla="*/ 1839208 h 3341254"/>
              <a:gd name="connsiteX4910" fmla="*/ 4136119 w 6545688"/>
              <a:gd name="connsiteY4910" fmla="*/ 1828986 h 3341254"/>
              <a:gd name="connsiteX4911" fmla="*/ 4136119 w 6545688"/>
              <a:gd name="connsiteY4911" fmla="*/ 1828139 h 3341254"/>
              <a:gd name="connsiteX4912" fmla="*/ 4142037 w 6545688"/>
              <a:gd name="connsiteY4912" fmla="*/ 1817917 h 3341254"/>
              <a:gd name="connsiteX4913" fmla="*/ 4142728 w 6545688"/>
              <a:gd name="connsiteY4913" fmla="*/ 1817534 h 3341254"/>
              <a:gd name="connsiteX4914" fmla="*/ 3868281 w 6545688"/>
              <a:gd name="connsiteY4914" fmla="*/ 1817534 h 3341254"/>
              <a:gd name="connsiteX4915" fmla="*/ 3880041 w 6545688"/>
              <a:gd name="connsiteY4915" fmla="*/ 1817534 h 3341254"/>
              <a:gd name="connsiteX4916" fmla="*/ 3880732 w 6545688"/>
              <a:gd name="connsiteY4916" fmla="*/ 1817917 h 3341254"/>
              <a:gd name="connsiteX4917" fmla="*/ 3886649 w 6545688"/>
              <a:gd name="connsiteY4917" fmla="*/ 1828139 h 3341254"/>
              <a:gd name="connsiteX4918" fmla="*/ 3886649 w 6545688"/>
              <a:gd name="connsiteY4918" fmla="*/ 1828986 h 3341254"/>
              <a:gd name="connsiteX4919" fmla="*/ 3880732 w 6545688"/>
              <a:gd name="connsiteY4919" fmla="*/ 1839208 h 3341254"/>
              <a:gd name="connsiteX4920" fmla="*/ 3880041 w 6545688"/>
              <a:gd name="connsiteY4920" fmla="*/ 1839591 h 3341254"/>
              <a:gd name="connsiteX4921" fmla="*/ 3868281 w 6545688"/>
              <a:gd name="connsiteY4921" fmla="*/ 1839591 h 3341254"/>
              <a:gd name="connsiteX4922" fmla="*/ 3867590 w 6545688"/>
              <a:gd name="connsiteY4922" fmla="*/ 1839208 h 3341254"/>
              <a:gd name="connsiteX4923" fmla="*/ 3861672 w 6545688"/>
              <a:gd name="connsiteY4923" fmla="*/ 1828986 h 3341254"/>
              <a:gd name="connsiteX4924" fmla="*/ 3861672 w 6545688"/>
              <a:gd name="connsiteY4924" fmla="*/ 1828139 h 3341254"/>
              <a:gd name="connsiteX4925" fmla="*/ 3867590 w 6545688"/>
              <a:gd name="connsiteY4925" fmla="*/ 1817917 h 3341254"/>
              <a:gd name="connsiteX4926" fmla="*/ 3868281 w 6545688"/>
              <a:gd name="connsiteY4926" fmla="*/ 1817534 h 3341254"/>
              <a:gd name="connsiteX4927" fmla="*/ 4964612 w 6545688"/>
              <a:gd name="connsiteY4927" fmla="*/ 1814692 h 3341254"/>
              <a:gd name="connsiteX4928" fmla="*/ 4979368 w 6545688"/>
              <a:gd name="connsiteY4928" fmla="*/ 1814692 h 3341254"/>
              <a:gd name="connsiteX4929" fmla="*/ 4980290 w 6545688"/>
              <a:gd name="connsiteY4929" fmla="*/ 1815229 h 3341254"/>
              <a:gd name="connsiteX4930" fmla="*/ 4987667 w 6545688"/>
              <a:gd name="connsiteY4930" fmla="*/ 1828065 h 3341254"/>
              <a:gd name="connsiteX4931" fmla="*/ 4987667 w 6545688"/>
              <a:gd name="connsiteY4931" fmla="*/ 1829140 h 3341254"/>
              <a:gd name="connsiteX4932" fmla="*/ 4980290 w 6545688"/>
              <a:gd name="connsiteY4932" fmla="*/ 1841976 h 3341254"/>
              <a:gd name="connsiteX4933" fmla="*/ 4979368 w 6545688"/>
              <a:gd name="connsiteY4933" fmla="*/ 1842513 h 3341254"/>
              <a:gd name="connsiteX4934" fmla="*/ 4964612 w 6545688"/>
              <a:gd name="connsiteY4934" fmla="*/ 1842513 h 3341254"/>
              <a:gd name="connsiteX4935" fmla="*/ 4963689 w 6545688"/>
              <a:gd name="connsiteY4935" fmla="*/ 1841976 h 3341254"/>
              <a:gd name="connsiteX4936" fmla="*/ 4956311 w 6545688"/>
              <a:gd name="connsiteY4936" fmla="*/ 1829140 h 3341254"/>
              <a:gd name="connsiteX4937" fmla="*/ 4956311 w 6545688"/>
              <a:gd name="connsiteY4937" fmla="*/ 1828065 h 3341254"/>
              <a:gd name="connsiteX4938" fmla="*/ 4963689 w 6545688"/>
              <a:gd name="connsiteY4938" fmla="*/ 1815229 h 3341254"/>
              <a:gd name="connsiteX4939" fmla="*/ 4964612 w 6545688"/>
              <a:gd name="connsiteY4939" fmla="*/ 1814692 h 3341254"/>
              <a:gd name="connsiteX4940" fmla="*/ 1579783 w 6545688"/>
              <a:gd name="connsiteY4940" fmla="*/ 1814692 h 3341254"/>
              <a:gd name="connsiteX4941" fmla="*/ 1594538 w 6545688"/>
              <a:gd name="connsiteY4941" fmla="*/ 1814692 h 3341254"/>
              <a:gd name="connsiteX4942" fmla="*/ 1595461 w 6545688"/>
              <a:gd name="connsiteY4942" fmla="*/ 1815229 h 3341254"/>
              <a:gd name="connsiteX4943" fmla="*/ 1602839 w 6545688"/>
              <a:gd name="connsiteY4943" fmla="*/ 1828065 h 3341254"/>
              <a:gd name="connsiteX4944" fmla="*/ 1602839 w 6545688"/>
              <a:gd name="connsiteY4944" fmla="*/ 1829140 h 3341254"/>
              <a:gd name="connsiteX4945" fmla="*/ 1595461 w 6545688"/>
              <a:gd name="connsiteY4945" fmla="*/ 1841976 h 3341254"/>
              <a:gd name="connsiteX4946" fmla="*/ 1594538 w 6545688"/>
              <a:gd name="connsiteY4946" fmla="*/ 1842513 h 3341254"/>
              <a:gd name="connsiteX4947" fmla="*/ 1579783 w 6545688"/>
              <a:gd name="connsiteY4947" fmla="*/ 1842513 h 3341254"/>
              <a:gd name="connsiteX4948" fmla="*/ 1578860 w 6545688"/>
              <a:gd name="connsiteY4948" fmla="*/ 1841976 h 3341254"/>
              <a:gd name="connsiteX4949" fmla="*/ 1571483 w 6545688"/>
              <a:gd name="connsiteY4949" fmla="*/ 1829140 h 3341254"/>
              <a:gd name="connsiteX4950" fmla="*/ 1571483 w 6545688"/>
              <a:gd name="connsiteY4950" fmla="*/ 1828065 h 3341254"/>
              <a:gd name="connsiteX4951" fmla="*/ 1578860 w 6545688"/>
              <a:gd name="connsiteY4951" fmla="*/ 1815229 h 3341254"/>
              <a:gd name="connsiteX4952" fmla="*/ 1579783 w 6545688"/>
              <a:gd name="connsiteY4952" fmla="*/ 1814692 h 3341254"/>
              <a:gd name="connsiteX4953" fmla="*/ 3958125 w 6545688"/>
              <a:gd name="connsiteY4953" fmla="*/ 1814460 h 3341254"/>
              <a:gd name="connsiteX4954" fmla="*/ 3973188 w 6545688"/>
              <a:gd name="connsiteY4954" fmla="*/ 1814460 h 3341254"/>
              <a:gd name="connsiteX4955" fmla="*/ 3974110 w 6545688"/>
              <a:gd name="connsiteY4955" fmla="*/ 1814998 h 3341254"/>
              <a:gd name="connsiteX4956" fmla="*/ 3981642 w 6545688"/>
              <a:gd name="connsiteY4956" fmla="*/ 1828063 h 3341254"/>
              <a:gd name="connsiteX4957" fmla="*/ 3981642 w 6545688"/>
              <a:gd name="connsiteY4957" fmla="*/ 1829140 h 3341254"/>
              <a:gd name="connsiteX4958" fmla="*/ 3974110 w 6545688"/>
              <a:gd name="connsiteY4958" fmla="*/ 1842205 h 3341254"/>
              <a:gd name="connsiteX4959" fmla="*/ 3973188 w 6545688"/>
              <a:gd name="connsiteY4959" fmla="*/ 1842743 h 3341254"/>
              <a:gd name="connsiteX4960" fmla="*/ 3958125 w 6545688"/>
              <a:gd name="connsiteY4960" fmla="*/ 1842743 h 3341254"/>
              <a:gd name="connsiteX4961" fmla="*/ 3957202 w 6545688"/>
              <a:gd name="connsiteY4961" fmla="*/ 1842205 h 3341254"/>
              <a:gd name="connsiteX4962" fmla="*/ 3949671 w 6545688"/>
              <a:gd name="connsiteY4962" fmla="*/ 1829140 h 3341254"/>
              <a:gd name="connsiteX4963" fmla="*/ 3949671 w 6545688"/>
              <a:gd name="connsiteY4963" fmla="*/ 1828063 h 3341254"/>
              <a:gd name="connsiteX4964" fmla="*/ 3957202 w 6545688"/>
              <a:gd name="connsiteY4964" fmla="*/ 1814998 h 3341254"/>
              <a:gd name="connsiteX4965" fmla="*/ 3958125 w 6545688"/>
              <a:gd name="connsiteY4965" fmla="*/ 1814460 h 3341254"/>
              <a:gd name="connsiteX4966" fmla="*/ 1396591 w 6545688"/>
              <a:gd name="connsiteY4966" fmla="*/ 1814306 h 3341254"/>
              <a:gd name="connsiteX4967" fmla="*/ 1411813 w 6545688"/>
              <a:gd name="connsiteY4967" fmla="*/ 1814306 h 3341254"/>
              <a:gd name="connsiteX4968" fmla="*/ 1412734 w 6545688"/>
              <a:gd name="connsiteY4968" fmla="*/ 1814844 h 3341254"/>
              <a:gd name="connsiteX4969" fmla="*/ 1420337 w 6545688"/>
              <a:gd name="connsiteY4969" fmla="*/ 1828063 h 3341254"/>
              <a:gd name="connsiteX4970" fmla="*/ 1420337 w 6545688"/>
              <a:gd name="connsiteY4970" fmla="*/ 1829140 h 3341254"/>
              <a:gd name="connsiteX4971" fmla="*/ 1412734 w 6545688"/>
              <a:gd name="connsiteY4971" fmla="*/ 1842359 h 3341254"/>
              <a:gd name="connsiteX4972" fmla="*/ 1411813 w 6545688"/>
              <a:gd name="connsiteY4972" fmla="*/ 1842896 h 3341254"/>
              <a:gd name="connsiteX4973" fmla="*/ 1396591 w 6545688"/>
              <a:gd name="connsiteY4973" fmla="*/ 1842896 h 3341254"/>
              <a:gd name="connsiteX4974" fmla="*/ 1395666 w 6545688"/>
              <a:gd name="connsiteY4974" fmla="*/ 1842359 h 3341254"/>
              <a:gd name="connsiteX4975" fmla="*/ 1388064 w 6545688"/>
              <a:gd name="connsiteY4975" fmla="*/ 1829140 h 3341254"/>
              <a:gd name="connsiteX4976" fmla="*/ 1388064 w 6545688"/>
              <a:gd name="connsiteY4976" fmla="*/ 1828063 h 3341254"/>
              <a:gd name="connsiteX4977" fmla="*/ 1395666 w 6545688"/>
              <a:gd name="connsiteY4977" fmla="*/ 1814844 h 3341254"/>
              <a:gd name="connsiteX4978" fmla="*/ 1396591 w 6545688"/>
              <a:gd name="connsiteY4978" fmla="*/ 1814306 h 3341254"/>
              <a:gd name="connsiteX4979" fmla="*/ 5055452 w 6545688"/>
              <a:gd name="connsiteY4979" fmla="*/ 1813615 h 3341254"/>
              <a:gd name="connsiteX4980" fmla="*/ 5071438 w 6545688"/>
              <a:gd name="connsiteY4980" fmla="*/ 1813615 h 3341254"/>
              <a:gd name="connsiteX4981" fmla="*/ 5072438 w 6545688"/>
              <a:gd name="connsiteY4981" fmla="*/ 1814153 h 3341254"/>
              <a:gd name="connsiteX4982" fmla="*/ 5080431 w 6545688"/>
              <a:gd name="connsiteY4982" fmla="*/ 1827987 h 3341254"/>
              <a:gd name="connsiteX4983" fmla="*/ 5080431 w 6545688"/>
              <a:gd name="connsiteY4983" fmla="*/ 1829140 h 3341254"/>
              <a:gd name="connsiteX4984" fmla="*/ 5072438 w 6545688"/>
              <a:gd name="connsiteY4984" fmla="*/ 1842974 h 3341254"/>
              <a:gd name="connsiteX4985" fmla="*/ 5071438 w 6545688"/>
              <a:gd name="connsiteY4985" fmla="*/ 1843511 h 3341254"/>
              <a:gd name="connsiteX4986" fmla="*/ 5055452 w 6545688"/>
              <a:gd name="connsiteY4986" fmla="*/ 1843511 h 3341254"/>
              <a:gd name="connsiteX4987" fmla="*/ 5054454 w 6545688"/>
              <a:gd name="connsiteY4987" fmla="*/ 1842974 h 3341254"/>
              <a:gd name="connsiteX4988" fmla="*/ 5046461 w 6545688"/>
              <a:gd name="connsiteY4988" fmla="*/ 1829140 h 3341254"/>
              <a:gd name="connsiteX4989" fmla="*/ 5046461 w 6545688"/>
              <a:gd name="connsiteY4989" fmla="*/ 1827987 h 3341254"/>
              <a:gd name="connsiteX4990" fmla="*/ 5054454 w 6545688"/>
              <a:gd name="connsiteY4990" fmla="*/ 1814153 h 3341254"/>
              <a:gd name="connsiteX4991" fmla="*/ 5055452 w 6545688"/>
              <a:gd name="connsiteY4991" fmla="*/ 1813615 h 3341254"/>
              <a:gd name="connsiteX4992" fmla="*/ 4871235 w 6545688"/>
              <a:gd name="connsiteY4992" fmla="*/ 1811233 h 3341254"/>
              <a:gd name="connsiteX4993" fmla="*/ 4889755 w 6545688"/>
              <a:gd name="connsiteY4993" fmla="*/ 1811233 h 3341254"/>
              <a:gd name="connsiteX4994" fmla="*/ 4890910 w 6545688"/>
              <a:gd name="connsiteY4994" fmla="*/ 1811924 h 3341254"/>
              <a:gd name="connsiteX4995" fmla="*/ 4900130 w 6545688"/>
              <a:gd name="connsiteY4995" fmla="*/ 1827987 h 3341254"/>
              <a:gd name="connsiteX4996" fmla="*/ 4900130 w 6545688"/>
              <a:gd name="connsiteY4996" fmla="*/ 1829293 h 3341254"/>
              <a:gd name="connsiteX4997" fmla="*/ 4890832 w 6545688"/>
              <a:gd name="connsiteY4997" fmla="*/ 1845357 h 3341254"/>
              <a:gd name="connsiteX4998" fmla="*/ 4889679 w 6545688"/>
              <a:gd name="connsiteY4998" fmla="*/ 1846048 h 3341254"/>
              <a:gd name="connsiteX4999" fmla="*/ 4871157 w 6545688"/>
              <a:gd name="connsiteY4999" fmla="*/ 1846048 h 3341254"/>
              <a:gd name="connsiteX5000" fmla="*/ 4870004 w 6545688"/>
              <a:gd name="connsiteY5000" fmla="*/ 1845357 h 3341254"/>
              <a:gd name="connsiteX5001" fmla="*/ 4860782 w 6545688"/>
              <a:gd name="connsiteY5001" fmla="*/ 1829293 h 3341254"/>
              <a:gd name="connsiteX5002" fmla="*/ 4860782 w 6545688"/>
              <a:gd name="connsiteY5002" fmla="*/ 1827987 h 3341254"/>
              <a:gd name="connsiteX5003" fmla="*/ 4870080 w 6545688"/>
              <a:gd name="connsiteY5003" fmla="*/ 1811924 h 3341254"/>
              <a:gd name="connsiteX5004" fmla="*/ 4871235 w 6545688"/>
              <a:gd name="connsiteY5004" fmla="*/ 1811233 h 3341254"/>
              <a:gd name="connsiteX5005" fmla="*/ 4779623 w 6545688"/>
              <a:gd name="connsiteY5005" fmla="*/ 1811079 h 3341254"/>
              <a:gd name="connsiteX5006" fmla="*/ 4798299 w 6545688"/>
              <a:gd name="connsiteY5006" fmla="*/ 1811079 h 3341254"/>
              <a:gd name="connsiteX5007" fmla="*/ 4799452 w 6545688"/>
              <a:gd name="connsiteY5007" fmla="*/ 1811770 h 3341254"/>
              <a:gd name="connsiteX5008" fmla="*/ 4808751 w 6545688"/>
              <a:gd name="connsiteY5008" fmla="*/ 1827909 h 3341254"/>
              <a:gd name="connsiteX5009" fmla="*/ 4808751 w 6545688"/>
              <a:gd name="connsiteY5009" fmla="*/ 1829217 h 3341254"/>
              <a:gd name="connsiteX5010" fmla="*/ 4799376 w 6545688"/>
              <a:gd name="connsiteY5010" fmla="*/ 1845357 h 3341254"/>
              <a:gd name="connsiteX5011" fmla="*/ 4798223 w 6545688"/>
              <a:gd name="connsiteY5011" fmla="*/ 1846048 h 3341254"/>
              <a:gd name="connsiteX5012" fmla="*/ 4779548 w 6545688"/>
              <a:gd name="connsiteY5012" fmla="*/ 1846048 h 3341254"/>
              <a:gd name="connsiteX5013" fmla="*/ 4778393 w 6545688"/>
              <a:gd name="connsiteY5013" fmla="*/ 1845357 h 3341254"/>
              <a:gd name="connsiteX5014" fmla="*/ 4769094 w 6545688"/>
              <a:gd name="connsiteY5014" fmla="*/ 1829217 h 3341254"/>
              <a:gd name="connsiteX5015" fmla="*/ 4769094 w 6545688"/>
              <a:gd name="connsiteY5015" fmla="*/ 1827909 h 3341254"/>
              <a:gd name="connsiteX5016" fmla="*/ 4778471 w 6545688"/>
              <a:gd name="connsiteY5016" fmla="*/ 1811770 h 3341254"/>
              <a:gd name="connsiteX5017" fmla="*/ 4779623 w 6545688"/>
              <a:gd name="connsiteY5017" fmla="*/ 1811079 h 3341254"/>
              <a:gd name="connsiteX5018" fmla="*/ 571557 w 6545688"/>
              <a:gd name="connsiteY5018" fmla="*/ 1811079 h 3341254"/>
              <a:gd name="connsiteX5019" fmla="*/ 590233 w 6545688"/>
              <a:gd name="connsiteY5019" fmla="*/ 1811079 h 3341254"/>
              <a:gd name="connsiteX5020" fmla="*/ 591385 w 6545688"/>
              <a:gd name="connsiteY5020" fmla="*/ 1811770 h 3341254"/>
              <a:gd name="connsiteX5021" fmla="*/ 600684 w 6545688"/>
              <a:gd name="connsiteY5021" fmla="*/ 1827909 h 3341254"/>
              <a:gd name="connsiteX5022" fmla="*/ 600684 w 6545688"/>
              <a:gd name="connsiteY5022" fmla="*/ 1829217 h 3341254"/>
              <a:gd name="connsiteX5023" fmla="*/ 591311 w 6545688"/>
              <a:gd name="connsiteY5023" fmla="*/ 1845357 h 3341254"/>
              <a:gd name="connsiteX5024" fmla="*/ 590157 w 6545688"/>
              <a:gd name="connsiteY5024" fmla="*/ 1846048 h 3341254"/>
              <a:gd name="connsiteX5025" fmla="*/ 571481 w 6545688"/>
              <a:gd name="connsiteY5025" fmla="*/ 1846048 h 3341254"/>
              <a:gd name="connsiteX5026" fmla="*/ 570333 w 6545688"/>
              <a:gd name="connsiteY5026" fmla="*/ 1845357 h 3341254"/>
              <a:gd name="connsiteX5027" fmla="*/ 561034 w 6545688"/>
              <a:gd name="connsiteY5027" fmla="*/ 1829217 h 3341254"/>
              <a:gd name="connsiteX5028" fmla="*/ 561034 w 6545688"/>
              <a:gd name="connsiteY5028" fmla="*/ 1827909 h 3341254"/>
              <a:gd name="connsiteX5029" fmla="*/ 570405 w 6545688"/>
              <a:gd name="connsiteY5029" fmla="*/ 1811770 h 3341254"/>
              <a:gd name="connsiteX5030" fmla="*/ 571557 w 6545688"/>
              <a:gd name="connsiteY5030" fmla="*/ 1811079 h 3341254"/>
              <a:gd name="connsiteX5031" fmla="*/ 5145374 w 6545688"/>
              <a:gd name="connsiteY5031" fmla="*/ 1810618 h 3341254"/>
              <a:gd name="connsiteX5032" fmla="*/ 5164511 w 6545688"/>
              <a:gd name="connsiteY5032" fmla="*/ 1810618 h 3341254"/>
              <a:gd name="connsiteX5033" fmla="*/ 5165663 w 6545688"/>
              <a:gd name="connsiteY5033" fmla="*/ 1811309 h 3341254"/>
              <a:gd name="connsiteX5034" fmla="*/ 5175194 w 6545688"/>
              <a:gd name="connsiteY5034" fmla="*/ 1827833 h 3341254"/>
              <a:gd name="connsiteX5035" fmla="*/ 5175194 w 6545688"/>
              <a:gd name="connsiteY5035" fmla="*/ 1829217 h 3341254"/>
              <a:gd name="connsiteX5036" fmla="*/ 5165663 w 6545688"/>
              <a:gd name="connsiteY5036" fmla="*/ 1845740 h 3341254"/>
              <a:gd name="connsiteX5037" fmla="*/ 5164511 w 6545688"/>
              <a:gd name="connsiteY5037" fmla="*/ 1846431 h 3341254"/>
              <a:gd name="connsiteX5038" fmla="*/ 5145374 w 6545688"/>
              <a:gd name="connsiteY5038" fmla="*/ 1846431 h 3341254"/>
              <a:gd name="connsiteX5039" fmla="*/ 5144221 w 6545688"/>
              <a:gd name="connsiteY5039" fmla="*/ 1845740 h 3341254"/>
              <a:gd name="connsiteX5040" fmla="*/ 5134691 w 6545688"/>
              <a:gd name="connsiteY5040" fmla="*/ 1829217 h 3341254"/>
              <a:gd name="connsiteX5041" fmla="*/ 5134691 w 6545688"/>
              <a:gd name="connsiteY5041" fmla="*/ 1827833 h 3341254"/>
              <a:gd name="connsiteX5042" fmla="*/ 5144221 w 6545688"/>
              <a:gd name="connsiteY5042" fmla="*/ 1811309 h 3341254"/>
              <a:gd name="connsiteX5043" fmla="*/ 5145374 w 6545688"/>
              <a:gd name="connsiteY5043" fmla="*/ 1810618 h 3341254"/>
              <a:gd name="connsiteX5044" fmla="*/ 4687705 w 6545688"/>
              <a:gd name="connsiteY5044" fmla="*/ 1810080 h 3341254"/>
              <a:gd name="connsiteX5045" fmla="*/ 4707381 w 6545688"/>
              <a:gd name="connsiteY5045" fmla="*/ 1810080 h 3341254"/>
              <a:gd name="connsiteX5046" fmla="*/ 4708609 w 6545688"/>
              <a:gd name="connsiteY5046" fmla="*/ 1810771 h 3341254"/>
              <a:gd name="connsiteX5047" fmla="*/ 4718448 w 6545688"/>
              <a:gd name="connsiteY5047" fmla="*/ 1827833 h 3341254"/>
              <a:gd name="connsiteX5048" fmla="*/ 4718448 w 6545688"/>
              <a:gd name="connsiteY5048" fmla="*/ 1829217 h 3341254"/>
              <a:gd name="connsiteX5049" fmla="*/ 4708609 w 6545688"/>
              <a:gd name="connsiteY5049" fmla="*/ 1846280 h 3341254"/>
              <a:gd name="connsiteX5050" fmla="*/ 4707381 w 6545688"/>
              <a:gd name="connsiteY5050" fmla="*/ 1846971 h 3341254"/>
              <a:gd name="connsiteX5051" fmla="*/ 4687705 w 6545688"/>
              <a:gd name="connsiteY5051" fmla="*/ 1846971 h 3341254"/>
              <a:gd name="connsiteX5052" fmla="*/ 4686476 w 6545688"/>
              <a:gd name="connsiteY5052" fmla="*/ 1846280 h 3341254"/>
              <a:gd name="connsiteX5053" fmla="*/ 4676638 w 6545688"/>
              <a:gd name="connsiteY5053" fmla="*/ 1829217 h 3341254"/>
              <a:gd name="connsiteX5054" fmla="*/ 4676638 w 6545688"/>
              <a:gd name="connsiteY5054" fmla="*/ 1827833 h 3341254"/>
              <a:gd name="connsiteX5055" fmla="*/ 4686476 w 6545688"/>
              <a:gd name="connsiteY5055" fmla="*/ 1810771 h 3341254"/>
              <a:gd name="connsiteX5056" fmla="*/ 4687705 w 6545688"/>
              <a:gd name="connsiteY5056" fmla="*/ 1810080 h 3341254"/>
              <a:gd name="connsiteX5057" fmla="*/ 1485635 w 6545688"/>
              <a:gd name="connsiteY5057" fmla="*/ 1809695 h 3341254"/>
              <a:gd name="connsiteX5058" fmla="*/ 1505771 w 6545688"/>
              <a:gd name="connsiteY5058" fmla="*/ 1809695 h 3341254"/>
              <a:gd name="connsiteX5059" fmla="*/ 1507001 w 6545688"/>
              <a:gd name="connsiteY5059" fmla="*/ 1810386 h 3341254"/>
              <a:gd name="connsiteX5060" fmla="*/ 1517069 w 6545688"/>
              <a:gd name="connsiteY5060" fmla="*/ 1827833 h 3341254"/>
              <a:gd name="connsiteX5061" fmla="*/ 1517069 w 6545688"/>
              <a:gd name="connsiteY5061" fmla="*/ 1829293 h 3341254"/>
              <a:gd name="connsiteX5062" fmla="*/ 1507001 w 6545688"/>
              <a:gd name="connsiteY5062" fmla="*/ 1846739 h 3341254"/>
              <a:gd name="connsiteX5063" fmla="*/ 1505771 w 6545688"/>
              <a:gd name="connsiteY5063" fmla="*/ 1847430 h 3341254"/>
              <a:gd name="connsiteX5064" fmla="*/ 1485635 w 6545688"/>
              <a:gd name="connsiteY5064" fmla="*/ 1847430 h 3341254"/>
              <a:gd name="connsiteX5065" fmla="*/ 1484405 w 6545688"/>
              <a:gd name="connsiteY5065" fmla="*/ 1846739 h 3341254"/>
              <a:gd name="connsiteX5066" fmla="*/ 1474337 w 6545688"/>
              <a:gd name="connsiteY5066" fmla="*/ 1829293 h 3341254"/>
              <a:gd name="connsiteX5067" fmla="*/ 1474337 w 6545688"/>
              <a:gd name="connsiteY5067" fmla="*/ 1827833 h 3341254"/>
              <a:gd name="connsiteX5068" fmla="*/ 1484405 w 6545688"/>
              <a:gd name="connsiteY5068" fmla="*/ 1810386 h 3341254"/>
              <a:gd name="connsiteX5069" fmla="*/ 1485635 w 6545688"/>
              <a:gd name="connsiteY5069" fmla="*/ 1809695 h 3341254"/>
              <a:gd name="connsiteX5070" fmla="*/ 662246 w 6545688"/>
              <a:gd name="connsiteY5070" fmla="*/ 1809541 h 3341254"/>
              <a:gd name="connsiteX5071" fmla="*/ 682535 w 6545688"/>
              <a:gd name="connsiteY5071" fmla="*/ 1809541 h 3341254"/>
              <a:gd name="connsiteX5072" fmla="*/ 683766 w 6545688"/>
              <a:gd name="connsiteY5072" fmla="*/ 1810232 h 3341254"/>
              <a:gd name="connsiteX5073" fmla="*/ 693915 w 6545688"/>
              <a:gd name="connsiteY5073" fmla="*/ 1827833 h 3341254"/>
              <a:gd name="connsiteX5074" fmla="*/ 693915 w 6545688"/>
              <a:gd name="connsiteY5074" fmla="*/ 1829293 h 3341254"/>
              <a:gd name="connsiteX5075" fmla="*/ 683766 w 6545688"/>
              <a:gd name="connsiteY5075" fmla="*/ 1846893 h 3341254"/>
              <a:gd name="connsiteX5076" fmla="*/ 682535 w 6545688"/>
              <a:gd name="connsiteY5076" fmla="*/ 1847584 h 3341254"/>
              <a:gd name="connsiteX5077" fmla="*/ 662246 w 6545688"/>
              <a:gd name="connsiteY5077" fmla="*/ 1847584 h 3341254"/>
              <a:gd name="connsiteX5078" fmla="*/ 661018 w 6545688"/>
              <a:gd name="connsiteY5078" fmla="*/ 1846893 h 3341254"/>
              <a:gd name="connsiteX5079" fmla="*/ 650872 w 6545688"/>
              <a:gd name="connsiteY5079" fmla="*/ 1829293 h 3341254"/>
              <a:gd name="connsiteX5080" fmla="*/ 650872 w 6545688"/>
              <a:gd name="connsiteY5080" fmla="*/ 1827833 h 3341254"/>
              <a:gd name="connsiteX5081" fmla="*/ 661018 w 6545688"/>
              <a:gd name="connsiteY5081" fmla="*/ 1810232 h 3341254"/>
              <a:gd name="connsiteX5082" fmla="*/ 662246 w 6545688"/>
              <a:gd name="connsiteY5082" fmla="*/ 1809541 h 3341254"/>
              <a:gd name="connsiteX5083" fmla="*/ 479253 w 6545688"/>
              <a:gd name="connsiteY5083" fmla="*/ 1809541 h 3341254"/>
              <a:gd name="connsiteX5084" fmla="*/ 499548 w 6545688"/>
              <a:gd name="connsiteY5084" fmla="*/ 1809541 h 3341254"/>
              <a:gd name="connsiteX5085" fmla="*/ 500777 w 6545688"/>
              <a:gd name="connsiteY5085" fmla="*/ 1810232 h 3341254"/>
              <a:gd name="connsiteX5086" fmla="*/ 510916 w 6545688"/>
              <a:gd name="connsiteY5086" fmla="*/ 1827833 h 3341254"/>
              <a:gd name="connsiteX5087" fmla="*/ 510916 w 6545688"/>
              <a:gd name="connsiteY5087" fmla="*/ 1829293 h 3341254"/>
              <a:gd name="connsiteX5088" fmla="*/ 500777 w 6545688"/>
              <a:gd name="connsiteY5088" fmla="*/ 1846893 h 3341254"/>
              <a:gd name="connsiteX5089" fmla="*/ 499548 w 6545688"/>
              <a:gd name="connsiteY5089" fmla="*/ 1847584 h 3341254"/>
              <a:gd name="connsiteX5090" fmla="*/ 479253 w 6545688"/>
              <a:gd name="connsiteY5090" fmla="*/ 1847584 h 3341254"/>
              <a:gd name="connsiteX5091" fmla="*/ 478030 w 6545688"/>
              <a:gd name="connsiteY5091" fmla="*/ 1846893 h 3341254"/>
              <a:gd name="connsiteX5092" fmla="*/ 467879 w 6545688"/>
              <a:gd name="connsiteY5092" fmla="*/ 1829293 h 3341254"/>
              <a:gd name="connsiteX5093" fmla="*/ 467879 w 6545688"/>
              <a:gd name="connsiteY5093" fmla="*/ 1827833 h 3341254"/>
              <a:gd name="connsiteX5094" fmla="*/ 478030 w 6545688"/>
              <a:gd name="connsiteY5094" fmla="*/ 1810232 h 3341254"/>
              <a:gd name="connsiteX5095" fmla="*/ 479253 w 6545688"/>
              <a:gd name="connsiteY5095" fmla="*/ 1809541 h 3341254"/>
              <a:gd name="connsiteX5096" fmla="*/ 387258 w 6545688"/>
              <a:gd name="connsiteY5096" fmla="*/ 1808543 h 3341254"/>
              <a:gd name="connsiteX5097" fmla="*/ 408628 w 6545688"/>
              <a:gd name="connsiteY5097" fmla="*/ 1808543 h 3341254"/>
              <a:gd name="connsiteX5098" fmla="*/ 409932 w 6545688"/>
              <a:gd name="connsiteY5098" fmla="*/ 1809311 h 3341254"/>
              <a:gd name="connsiteX5099" fmla="*/ 420619 w 6545688"/>
              <a:gd name="connsiteY5099" fmla="*/ 1827833 h 3341254"/>
              <a:gd name="connsiteX5100" fmla="*/ 420619 w 6545688"/>
              <a:gd name="connsiteY5100" fmla="*/ 1829369 h 3341254"/>
              <a:gd name="connsiteX5101" fmla="*/ 409932 w 6545688"/>
              <a:gd name="connsiteY5101" fmla="*/ 1847891 h 3341254"/>
              <a:gd name="connsiteX5102" fmla="*/ 408628 w 6545688"/>
              <a:gd name="connsiteY5102" fmla="*/ 1848660 h 3341254"/>
              <a:gd name="connsiteX5103" fmla="*/ 387258 w 6545688"/>
              <a:gd name="connsiteY5103" fmla="*/ 1848660 h 3341254"/>
              <a:gd name="connsiteX5104" fmla="*/ 385950 w 6545688"/>
              <a:gd name="connsiteY5104" fmla="*/ 1847891 h 3341254"/>
              <a:gd name="connsiteX5105" fmla="*/ 375269 w 6545688"/>
              <a:gd name="connsiteY5105" fmla="*/ 1829369 h 3341254"/>
              <a:gd name="connsiteX5106" fmla="*/ 375269 w 6545688"/>
              <a:gd name="connsiteY5106" fmla="*/ 1827833 h 3341254"/>
              <a:gd name="connsiteX5107" fmla="*/ 385950 w 6545688"/>
              <a:gd name="connsiteY5107" fmla="*/ 1809311 h 3341254"/>
              <a:gd name="connsiteX5108" fmla="*/ 387258 w 6545688"/>
              <a:gd name="connsiteY5108" fmla="*/ 1808543 h 3341254"/>
              <a:gd name="connsiteX5109" fmla="*/ 4594787 w 6545688"/>
              <a:gd name="connsiteY5109" fmla="*/ 1807466 h 3341254"/>
              <a:gd name="connsiteX5110" fmla="*/ 4617305 w 6545688"/>
              <a:gd name="connsiteY5110" fmla="*/ 1807466 h 3341254"/>
              <a:gd name="connsiteX5111" fmla="*/ 4618688 w 6545688"/>
              <a:gd name="connsiteY5111" fmla="*/ 1808235 h 3341254"/>
              <a:gd name="connsiteX5112" fmla="*/ 4629986 w 6545688"/>
              <a:gd name="connsiteY5112" fmla="*/ 1827756 h 3341254"/>
              <a:gd name="connsiteX5113" fmla="*/ 4629986 w 6545688"/>
              <a:gd name="connsiteY5113" fmla="*/ 1829369 h 3341254"/>
              <a:gd name="connsiteX5114" fmla="*/ 4618688 w 6545688"/>
              <a:gd name="connsiteY5114" fmla="*/ 1848890 h 3341254"/>
              <a:gd name="connsiteX5115" fmla="*/ 4617305 w 6545688"/>
              <a:gd name="connsiteY5115" fmla="*/ 1849659 h 3341254"/>
              <a:gd name="connsiteX5116" fmla="*/ 4594787 w 6545688"/>
              <a:gd name="connsiteY5116" fmla="*/ 1849659 h 3341254"/>
              <a:gd name="connsiteX5117" fmla="*/ 4593403 w 6545688"/>
              <a:gd name="connsiteY5117" fmla="*/ 1848890 h 3341254"/>
              <a:gd name="connsiteX5118" fmla="*/ 4582107 w 6545688"/>
              <a:gd name="connsiteY5118" fmla="*/ 1829369 h 3341254"/>
              <a:gd name="connsiteX5119" fmla="*/ 4582107 w 6545688"/>
              <a:gd name="connsiteY5119" fmla="*/ 1827756 h 3341254"/>
              <a:gd name="connsiteX5120" fmla="*/ 4593403 w 6545688"/>
              <a:gd name="connsiteY5120" fmla="*/ 1808235 h 3341254"/>
              <a:gd name="connsiteX5121" fmla="*/ 4594787 w 6545688"/>
              <a:gd name="connsiteY5121" fmla="*/ 1807466 h 3341254"/>
              <a:gd name="connsiteX5122" fmla="*/ 4502485 w 6545688"/>
              <a:gd name="connsiteY5122" fmla="*/ 1806006 h 3341254"/>
              <a:gd name="connsiteX5123" fmla="*/ 4526541 w 6545688"/>
              <a:gd name="connsiteY5123" fmla="*/ 1806006 h 3341254"/>
              <a:gd name="connsiteX5124" fmla="*/ 4528001 w 6545688"/>
              <a:gd name="connsiteY5124" fmla="*/ 1806851 h 3341254"/>
              <a:gd name="connsiteX5125" fmla="*/ 4539990 w 6545688"/>
              <a:gd name="connsiteY5125" fmla="*/ 1827680 h 3341254"/>
              <a:gd name="connsiteX5126" fmla="*/ 4539990 w 6545688"/>
              <a:gd name="connsiteY5126" fmla="*/ 1829369 h 3341254"/>
              <a:gd name="connsiteX5127" fmla="*/ 4527923 w 6545688"/>
              <a:gd name="connsiteY5127" fmla="*/ 1850198 h 3341254"/>
              <a:gd name="connsiteX5128" fmla="*/ 4526464 w 6545688"/>
              <a:gd name="connsiteY5128" fmla="*/ 1851043 h 3341254"/>
              <a:gd name="connsiteX5129" fmla="*/ 4502409 w 6545688"/>
              <a:gd name="connsiteY5129" fmla="*/ 1851043 h 3341254"/>
              <a:gd name="connsiteX5130" fmla="*/ 4500949 w 6545688"/>
              <a:gd name="connsiteY5130" fmla="*/ 1850198 h 3341254"/>
              <a:gd name="connsiteX5131" fmla="*/ 4488958 w 6545688"/>
              <a:gd name="connsiteY5131" fmla="*/ 1829369 h 3341254"/>
              <a:gd name="connsiteX5132" fmla="*/ 4488958 w 6545688"/>
              <a:gd name="connsiteY5132" fmla="*/ 1827680 h 3341254"/>
              <a:gd name="connsiteX5133" fmla="*/ 4501025 w 6545688"/>
              <a:gd name="connsiteY5133" fmla="*/ 1806851 h 3341254"/>
              <a:gd name="connsiteX5134" fmla="*/ 4502485 w 6545688"/>
              <a:gd name="connsiteY5134" fmla="*/ 1806006 h 3341254"/>
              <a:gd name="connsiteX5135" fmla="*/ 4319496 w 6545688"/>
              <a:gd name="connsiteY5135" fmla="*/ 1805930 h 3341254"/>
              <a:gd name="connsiteX5136" fmla="*/ 4343704 w 6545688"/>
              <a:gd name="connsiteY5136" fmla="*/ 1805930 h 3341254"/>
              <a:gd name="connsiteX5137" fmla="*/ 4345164 w 6545688"/>
              <a:gd name="connsiteY5137" fmla="*/ 1806775 h 3341254"/>
              <a:gd name="connsiteX5138" fmla="*/ 4357231 w 6545688"/>
              <a:gd name="connsiteY5138" fmla="*/ 1827758 h 3341254"/>
              <a:gd name="connsiteX5139" fmla="*/ 4357231 w 6545688"/>
              <a:gd name="connsiteY5139" fmla="*/ 1829447 h 3341254"/>
              <a:gd name="connsiteX5140" fmla="*/ 4345088 w 6545688"/>
              <a:gd name="connsiteY5140" fmla="*/ 1850430 h 3341254"/>
              <a:gd name="connsiteX5141" fmla="*/ 4343628 w 6545688"/>
              <a:gd name="connsiteY5141" fmla="*/ 1851275 h 3341254"/>
              <a:gd name="connsiteX5142" fmla="*/ 4319418 w 6545688"/>
              <a:gd name="connsiteY5142" fmla="*/ 1851275 h 3341254"/>
              <a:gd name="connsiteX5143" fmla="*/ 4317958 w 6545688"/>
              <a:gd name="connsiteY5143" fmla="*/ 1850430 h 3341254"/>
              <a:gd name="connsiteX5144" fmla="*/ 4305893 w 6545688"/>
              <a:gd name="connsiteY5144" fmla="*/ 1829447 h 3341254"/>
              <a:gd name="connsiteX5145" fmla="*/ 4305893 w 6545688"/>
              <a:gd name="connsiteY5145" fmla="*/ 1827758 h 3341254"/>
              <a:gd name="connsiteX5146" fmla="*/ 4318034 w 6545688"/>
              <a:gd name="connsiteY5146" fmla="*/ 1806775 h 3341254"/>
              <a:gd name="connsiteX5147" fmla="*/ 4319496 w 6545688"/>
              <a:gd name="connsiteY5147" fmla="*/ 1805930 h 3341254"/>
              <a:gd name="connsiteX5148" fmla="*/ 4410107 w 6545688"/>
              <a:gd name="connsiteY5148" fmla="*/ 1804239 h 3341254"/>
              <a:gd name="connsiteX5149" fmla="*/ 4436084 w 6545688"/>
              <a:gd name="connsiteY5149" fmla="*/ 1804239 h 3341254"/>
              <a:gd name="connsiteX5150" fmla="*/ 4437698 w 6545688"/>
              <a:gd name="connsiteY5150" fmla="*/ 1805161 h 3341254"/>
              <a:gd name="connsiteX5151" fmla="*/ 4450685 w 6545688"/>
              <a:gd name="connsiteY5151" fmla="*/ 1827680 h 3341254"/>
              <a:gd name="connsiteX5152" fmla="*/ 4450685 w 6545688"/>
              <a:gd name="connsiteY5152" fmla="*/ 1829523 h 3341254"/>
              <a:gd name="connsiteX5153" fmla="*/ 4437698 w 6545688"/>
              <a:gd name="connsiteY5153" fmla="*/ 1852042 h 3341254"/>
              <a:gd name="connsiteX5154" fmla="*/ 4436084 w 6545688"/>
              <a:gd name="connsiteY5154" fmla="*/ 1852964 h 3341254"/>
              <a:gd name="connsiteX5155" fmla="*/ 4410107 w 6545688"/>
              <a:gd name="connsiteY5155" fmla="*/ 1852964 h 3341254"/>
              <a:gd name="connsiteX5156" fmla="*/ 4408493 w 6545688"/>
              <a:gd name="connsiteY5156" fmla="*/ 1852042 h 3341254"/>
              <a:gd name="connsiteX5157" fmla="*/ 4395503 w 6545688"/>
              <a:gd name="connsiteY5157" fmla="*/ 1829523 h 3341254"/>
              <a:gd name="connsiteX5158" fmla="*/ 4395503 w 6545688"/>
              <a:gd name="connsiteY5158" fmla="*/ 1827680 h 3341254"/>
              <a:gd name="connsiteX5159" fmla="*/ 4408493 w 6545688"/>
              <a:gd name="connsiteY5159" fmla="*/ 1805161 h 3341254"/>
              <a:gd name="connsiteX5160" fmla="*/ 4410107 w 6545688"/>
              <a:gd name="connsiteY5160" fmla="*/ 1804239 h 3341254"/>
              <a:gd name="connsiteX5161" fmla="*/ 4225885 w 6545688"/>
              <a:gd name="connsiteY5161" fmla="*/ 1801856 h 3341254"/>
              <a:gd name="connsiteX5162" fmla="*/ 4254399 w 6545688"/>
              <a:gd name="connsiteY5162" fmla="*/ 1801856 h 3341254"/>
              <a:gd name="connsiteX5163" fmla="*/ 4256167 w 6545688"/>
              <a:gd name="connsiteY5163" fmla="*/ 1802855 h 3341254"/>
              <a:gd name="connsiteX5164" fmla="*/ 4270385 w 6545688"/>
              <a:gd name="connsiteY5164" fmla="*/ 1827526 h 3341254"/>
              <a:gd name="connsiteX5165" fmla="*/ 4270385 w 6545688"/>
              <a:gd name="connsiteY5165" fmla="*/ 1829523 h 3341254"/>
              <a:gd name="connsiteX5166" fmla="*/ 4256089 w 6545688"/>
              <a:gd name="connsiteY5166" fmla="*/ 1854194 h 3341254"/>
              <a:gd name="connsiteX5167" fmla="*/ 4254323 w 6545688"/>
              <a:gd name="connsiteY5167" fmla="*/ 1855193 h 3341254"/>
              <a:gd name="connsiteX5168" fmla="*/ 4225810 w 6545688"/>
              <a:gd name="connsiteY5168" fmla="*/ 1855193 h 3341254"/>
              <a:gd name="connsiteX5169" fmla="*/ 4224042 w 6545688"/>
              <a:gd name="connsiteY5169" fmla="*/ 1854194 h 3341254"/>
              <a:gd name="connsiteX5170" fmla="*/ 4209824 w 6545688"/>
              <a:gd name="connsiteY5170" fmla="*/ 1829523 h 3341254"/>
              <a:gd name="connsiteX5171" fmla="*/ 4209824 w 6545688"/>
              <a:gd name="connsiteY5171" fmla="*/ 1827526 h 3341254"/>
              <a:gd name="connsiteX5172" fmla="*/ 4224118 w 6545688"/>
              <a:gd name="connsiteY5172" fmla="*/ 1802855 h 3341254"/>
              <a:gd name="connsiteX5173" fmla="*/ 4225885 w 6545688"/>
              <a:gd name="connsiteY5173" fmla="*/ 1801856 h 3341254"/>
              <a:gd name="connsiteX5174" fmla="*/ 3036637 w 6545688"/>
              <a:gd name="connsiteY5174" fmla="*/ 1801856 h 3341254"/>
              <a:gd name="connsiteX5175" fmla="*/ 3065151 w 6545688"/>
              <a:gd name="connsiteY5175" fmla="*/ 1801856 h 3341254"/>
              <a:gd name="connsiteX5176" fmla="*/ 3066918 w 6545688"/>
              <a:gd name="connsiteY5176" fmla="*/ 1802855 h 3341254"/>
              <a:gd name="connsiteX5177" fmla="*/ 3081137 w 6545688"/>
              <a:gd name="connsiteY5177" fmla="*/ 1827526 h 3341254"/>
              <a:gd name="connsiteX5178" fmla="*/ 3081137 w 6545688"/>
              <a:gd name="connsiteY5178" fmla="*/ 1829523 h 3341254"/>
              <a:gd name="connsiteX5179" fmla="*/ 3066843 w 6545688"/>
              <a:gd name="connsiteY5179" fmla="*/ 1854194 h 3341254"/>
              <a:gd name="connsiteX5180" fmla="*/ 3065075 w 6545688"/>
              <a:gd name="connsiteY5180" fmla="*/ 1855193 h 3341254"/>
              <a:gd name="connsiteX5181" fmla="*/ 3036561 w 6545688"/>
              <a:gd name="connsiteY5181" fmla="*/ 1855193 h 3341254"/>
              <a:gd name="connsiteX5182" fmla="*/ 3034794 w 6545688"/>
              <a:gd name="connsiteY5182" fmla="*/ 1854194 h 3341254"/>
              <a:gd name="connsiteX5183" fmla="*/ 3020576 w 6545688"/>
              <a:gd name="connsiteY5183" fmla="*/ 1829523 h 3341254"/>
              <a:gd name="connsiteX5184" fmla="*/ 3020576 w 6545688"/>
              <a:gd name="connsiteY5184" fmla="*/ 1827526 h 3341254"/>
              <a:gd name="connsiteX5185" fmla="*/ 3034869 w 6545688"/>
              <a:gd name="connsiteY5185" fmla="*/ 1802855 h 3341254"/>
              <a:gd name="connsiteX5186" fmla="*/ 3036637 w 6545688"/>
              <a:gd name="connsiteY5186" fmla="*/ 1801856 h 3341254"/>
              <a:gd name="connsiteX5187" fmla="*/ 3768292 w 6545688"/>
              <a:gd name="connsiteY5187" fmla="*/ 1801548 h 3341254"/>
              <a:gd name="connsiteX5188" fmla="*/ 3797113 w 6545688"/>
              <a:gd name="connsiteY5188" fmla="*/ 1801548 h 3341254"/>
              <a:gd name="connsiteX5189" fmla="*/ 3798881 w 6545688"/>
              <a:gd name="connsiteY5189" fmla="*/ 1802547 h 3341254"/>
              <a:gd name="connsiteX5190" fmla="*/ 3813252 w 6545688"/>
              <a:gd name="connsiteY5190" fmla="*/ 1827526 h 3341254"/>
              <a:gd name="connsiteX5191" fmla="*/ 3813252 w 6545688"/>
              <a:gd name="connsiteY5191" fmla="*/ 1829601 h 3341254"/>
              <a:gd name="connsiteX5192" fmla="*/ 3798803 w 6545688"/>
              <a:gd name="connsiteY5192" fmla="*/ 1854578 h 3341254"/>
              <a:gd name="connsiteX5193" fmla="*/ 3797035 w 6545688"/>
              <a:gd name="connsiteY5193" fmla="*/ 1855577 h 3341254"/>
              <a:gd name="connsiteX5194" fmla="*/ 3768216 w 6545688"/>
              <a:gd name="connsiteY5194" fmla="*/ 1855577 h 3341254"/>
              <a:gd name="connsiteX5195" fmla="*/ 3766448 w 6545688"/>
              <a:gd name="connsiteY5195" fmla="*/ 1854578 h 3341254"/>
              <a:gd name="connsiteX5196" fmla="*/ 3752076 w 6545688"/>
              <a:gd name="connsiteY5196" fmla="*/ 1829601 h 3341254"/>
              <a:gd name="connsiteX5197" fmla="*/ 3752076 w 6545688"/>
              <a:gd name="connsiteY5197" fmla="*/ 1827526 h 3341254"/>
              <a:gd name="connsiteX5198" fmla="*/ 3766525 w 6545688"/>
              <a:gd name="connsiteY5198" fmla="*/ 1802547 h 3341254"/>
              <a:gd name="connsiteX5199" fmla="*/ 3768292 w 6545688"/>
              <a:gd name="connsiteY5199" fmla="*/ 1801548 h 3341254"/>
              <a:gd name="connsiteX5200" fmla="*/ 3127558 w 6545688"/>
              <a:gd name="connsiteY5200" fmla="*/ 1800857 h 3341254"/>
              <a:gd name="connsiteX5201" fmla="*/ 3157146 w 6545688"/>
              <a:gd name="connsiteY5201" fmla="*/ 1800857 h 3341254"/>
              <a:gd name="connsiteX5202" fmla="*/ 3158913 w 6545688"/>
              <a:gd name="connsiteY5202" fmla="*/ 1801934 h 3341254"/>
              <a:gd name="connsiteX5203" fmla="*/ 3173670 w 6545688"/>
              <a:gd name="connsiteY5203" fmla="*/ 1827526 h 3341254"/>
              <a:gd name="connsiteX5204" fmla="*/ 3173670 w 6545688"/>
              <a:gd name="connsiteY5204" fmla="*/ 1829601 h 3341254"/>
              <a:gd name="connsiteX5205" fmla="*/ 3158837 w 6545688"/>
              <a:gd name="connsiteY5205" fmla="*/ 1855193 h 3341254"/>
              <a:gd name="connsiteX5206" fmla="*/ 3157071 w 6545688"/>
              <a:gd name="connsiteY5206" fmla="*/ 1856270 h 3341254"/>
              <a:gd name="connsiteX5207" fmla="*/ 3127480 w 6545688"/>
              <a:gd name="connsiteY5207" fmla="*/ 1856270 h 3341254"/>
              <a:gd name="connsiteX5208" fmla="*/ 3125712 w 6545688"/>
              <a:gd name="connsiteY5208" fmla="*/ 1855193 h 3341254"/>
              <a:gd name="connsiteX5209" fmla="*/ 3110957 w 6545688"/>
              <a:gd name="connsiteY5209" fmla="*/ 1829601 h 3341254"/>
              <a:gd name="connsiteX5210" fmla="*/ 3110957 w 6545688"/>
              <a:gd name="connsiteY5210" fmla="*/ 1827526 h 3341254"/>
              <a:gd name="connsiteX5211" fmla="*/ 3125790 w 6545688"/>
              <a:gd name="connsiteY5211" fmla="*/ 1801934 h 3341254"/>
              <a:gd name="connsiteX5212" fmla="*/ 3127558 w 6545688"/>
              <a:gd name="connsiteY5212" fmla="*/ 1800857 h 3341254"/>
              <a:gd name="connsiteX5213" fmla="*/ 3583918 w 6545688"/>
              <a:gd name="connsiteY5213" fmla="*/ 1798860 h 3341254"/>
              <a:gd name="connsiteX5214" fmla="*/ 3615582 w 6545688"/>
              <a:gd name="connsiteY5214" fmla="*/ 1798860 h 3341254"/>
              <a:gd name="connsiteX5215" fmla="*/ 3617504 w 6545688"/>
              <a:gd name="connsiteY5215" fmla="*/ 1800012 h 3341254"/>
              <a:gd name="connsiteX5216" fmla="*/ 3633338 w 6545688"/>
              <a:gd name="connsiteY5216" fmla="*/ 1827450 h 3341254"/>
              <a:gd name="connsiteX5217" fmla="*/ 3633338 w 6545688"/>
              <a:gd name="connsiteY5217" fmla="*/ 1829679 h 3341254"/>
              <a:gd name="connsiteX5218" fmla="*/ 3617504 w 6545688"/>
              <a:gd name="connsiteY5218" fmla="*/ 1857116 h 3341254"/>
              <a:gd name="connsiteX5219" fmla="*/ 3615582 w 6545688"/>
              <a:gd name="connsiteY5219" fmla="*/ 1858269 h 3341254"/>
              <a:gd name="connsiteX5220" fmla="*/ 3583918 w 6545688"/>
              <a:gd name="connsiteY5220" fmla="*/ 1858269 h 3341254"/>
              <a:gd name="connsiteX5221" fmla="*/ 3581997 w 6545688"/>
              <a:gd name="connsiteY5221" fmla="*/ 1857116 h 3341254"/>
              <a:gd name="connsiteX5222" fmla="*/ 3566165 w 6545688"/>
              <a:gd name="connsiteY5222" fmla="*/ 1829679 h 3341254"/>
              <a:gd name="connsiteX5223" fmla="*/ 3566165 w 6545688"/>
              <a:gd name="connsiteY5223" fmla="*/ 1827450 h 3341254"/>
              <a:gd name="connsiteX5224" fmla="*/ 3581997 w 6545688"/>
              <a:gd name="connsiteY5224" fmla="*/ 1800012 h 3341254"/>
              <a:gd name="connsiteX5225" fmla="*/ 3583918 w 6545688"/>
              <a:gd name="connsiteY5225" fmla="*/ 1798860 h 3341254"/>
              <a:gd name="connsiteX5226" fmla="*/ 3218014 w 6545688"/>
              <a:gd name="connsiteY5226" fmla="*/ 1798860 h 3341254"/>
              <a:gd name="connsiteX5227" fmla="*/ 3249678 w 6545688"/>
              <a:gd name="connsiteY5227" fmla="*/ 1798860 h 3341254"/>
              <a:gd name="connsiteX5228" fmla="*/ 3251599 w 6545688"/>
              <a:gd name="connsiteY5228" fmla="*/ 1800012 h 3341254"/>
              <a:gd name="connsiteX5229" fmla="*/ 3267433 w 6545688"/>
              <a:gd name="connsiteY5229" fmla="*/ 1827450 h 3341254"/>
              <a:gd name="connsiteX5230" fmla="*/ 3267433 w 6545688"/>
              <a:gd name="connsiteY5230" fmla="*/ 1829679 h 3341254"/>
              <a:gd name="connsiteX5231" fmla="*/ 3251599 w 6545688"/>
              <a:gd name="connsiteY5231" fmla="*/ 1857116 h 3341254"/>
              <a:gd name="connsiteX5232" fmla="*/ 3249678 w 6545688"/>
              <a:gd name="connsiteY5232" fmla="*/ 1858269 h 3341254"/>
              <a:gd name="connsiteX5233" fmla="*/ 3218014 w 6545688"/>
              <a:gd name="connsiteY5233" fmla="*/ 1858269 h 3341254"/>
              <a:gd name="connsiteX5234" fmla="*/ 3216094 w 6545688"/>
              <a:gd name="connsiteY5234" fmla="*/ 1857116 h 3341254"/>
              <a:gd name="connsiteX5235" fmla="*/ 3200261 w 6545688"/>
              <a:gd name="connsiteY5235" fmla="*/ 1829679 h 3341254"/>
              <a:gd name="connsiteX5236" fmla="*/ 3200261 w 6545688"/>
              <a:gd name="connsiteY5236" fmla="*/ 1827450 h 3341254"/>
              <a:gd name="connsiteX5237" fmla="*/ 3216094 w 6545688"/>
              <a:gd name="connsiteY5237" fmla="*/ 1800012 h 3341254"/>
              <a:gd name="connsiteX5238" fmla="*/ 3218014 w 6545688"/>
              <a:gd name="connsiteY5238" fmla="*/ 1798860 h 3341254"/>
              <a:gd name="connsiteX5239" fmla="*/ 747863 w 6545688"/>
              <a:gd name="connsiteY5239" fmla="*/ 1798628 h 3341254"/>
              <a:gd name="connsiteX5240" fmla="*/ 779829 w 6545688"/>
              <a:gd name="connsiteY5240" fmla="*/ 1798628 h 3341254"/>
              <a:gd name="connsiteX5241" fmla="*/ 781756 w 6545688"/>
              <a:gd name="connsiteY5241" fmla="*/ 1799781 h 3341254"/>
              <a:gd name="connsiteX5242" fmla="*/ 797744 w 6545688"/>
              <a:gd name="connsiteY5242" fmla="*/ 1827448 h 3341254"/>
              <a:gd name="connsiteX5243" fmla="*/ 797744 w 6545688"/>
              <a:gd name="connsiteY5243" fmla="*/ 1829679 h 3341254"/>
              <a:gd name="connsiteX5244" fmla="*/ 781756 w 6545688"/>
              <a:gd name="connsiteY5244" fmla="*/ 1857346 h 3341254"/>
              <a:gd name="connsiteX5245" fmla="*/ 779829 w 6545688"/>
              <a:gd name="connsiteY5245" fmla="*/ 1858498 h 3341254"/>
              <a:gd name="connsiteX5246" fmla="*/ 747863 w 6545688"/>
              <a:gd name="connsiteY5246" fmla="*/ 1858498 h 3341254"/>
              <a:gd name="connsiteX5247" fmla="*/ 745944 w 6545688"/>
              <a:gd name="connsiteY5247" fmla="*/ 1857346 h 3341254"/>
              <a:gd name="connsiteX5248" fmla="*/ 729953 w 6545688"/>
              <a:gd name="connsiteY5248" fmla="*/ 1829679 h 3341254"/>
              <a:gd name="connsiteX5249" fmla="*/ 729953 w 6545688"/>
              <a:gd name="connsiteY5249" fmla="*/ 1827448 h 3341254"/>
              <a:gd name="connsiteX5250" fmla="*/ 745944 w 6545688"/>
              <a:gd name="connsiteY5250" fmla="*/ 1799781 h 3341254"/>
              <a:gd name="connsiteX5251" fmla="*/ 747863 w 6545688"/>
              <a:gd name="connsiteY5251" fmla="*/ 1798628 h 3341254"/>
              <a:gd name="connsiteX5252" fmla="*/ 198735 w 6545688"/>
              <a:gd name="connsiteY5252" fmla="*/ 1798167 h 3341254"/>
              <a:gd name="connsiteX5253" fmla="*/ 231169 w 6545688"/>
              <a:gd name="connsiteY5253" fmla="*/ 1798167 h 3341254"/>
              <a:gd name="connsiteX5254" fmla="*/ 233166 w 6545688"/>
              <a:gd name="connsiteY5254" fmla="*/ 1799320 h 3341254"/>
              <a:gd name="connsiteX5255" fmla="*/ 249387 w 6545688"/>
              <a:gd name="connsiteY5255" fmla="*/ 1827372 h 3341254"/>
              <a:gd name="connsiteX5256" fmla="*/ 249387 w 6545688"/>
              <a:gd name="connsiteY5256" fmla="*/ 1829677 h 3341254"/>
              <a:gd name="connsiteX5257" fmla="*/ 233166 w 6545688"/>
              <a:gd name="connsiteY5257" fmla="*/ 1857729 h 3341254"/>
              <a:gd name="connsiteX5258" fmla="*/ 231169 w 6545688"/>
              <a:gd name="connsiteY5258" fmla="*/ 1858882 h 3341254"/>
              <a:gd name="connsiteX5259" fmla="*/ 198735 w 6545688"/>
              <a:gd name="connsiteY5259" fmla="*/ 1858882 h 3341254"/>
              <a:gd name="connsiteX5260" fmla="*/ 196736 w 6545688"/>
              <a:gd name="connsiteY5260" fmla="*/ 1857729 h 3341254"/>
              <a:gd name="connsiteX5261" fmla="*/ 180524 w 6545688"/>
              <a:gd name="connsiteY5261" fmla="*/ 1829677 h 3341254"/>
              <a:gd name="connsiteX5262" fmla="*/ 180524 w 6545688"/>
              <a:gd name="connsiteY5262" fmla="*/ 1827372 h 3341254"/>
              <a:gd name="connsiteX5263" fmla="*/ 196736 w 6545688"/>
              <a:gd name="connsiteY5263" fmla="*/ 1799320 h 3341254"/>
              <a:gd name="connsiteX5264" fmla="*/ 198735 w 6545688"/>
              <a:gd name="connsiteY5264" fmla="*/ 1798167 h 3341254"/>
              <a:gd name="connsiteX5265" fmla="*/ 3491924 w 6545688"/>
              <a:gd name="connsiteY5265" fmla="*/ 1798091 h 3341254"/>
              <a:gd name="connsiteX5266" fmla="*/ 3524510 w 6545688"/>
              <a:gd name="connsiteY5266" fmla="*/ 1798091 h 3341254"/>
              <a:gd name="connsiteX5267" fmla="*/ 3526509 w 6545688"/>
              <a:gd name="connsiteY5267" fmla="*/ 1799244 h 3341254"/>
              <a:gd name="connsiteX5268" fmla="*/ 3542802 w 6545688"/>
              <a:gd name="connsiteY5268" fmla="*/ 1827450 h 3341254"/>
              <a:gd name="connsiteX5269" fmla="*/ 3542802 w 6545688"/>
              <a:gd name="connsiteY5269" fmla="*/ 1829755 h 3341254"/>
              <a:gd name="connsiteX5270" fmla="*/ 3526509 w 6545688"/>
              <a:gd name="connsiteY5270" fmla="*/ 1857961 h 3341254"/>
              <a:gd name="connsiteX5271" fmla="*/ 3524510 w 6545688"/>
              <a:gd name="connsiteY5271" fmla="*/ 1859114 h 3341254"/>
              <a:gd name="connsiteX5272" fmla="*/ 3491924 w 6545688"/>
              <a:gd name="connsiteY5272" fmla="*/ 1859114 h 3341254"/>
              <a:gd name="connsiteX5273" fmla="*/ 3489926 w 6545688"/>
              <a:gd name="connsiteY5273" fmla="*/ 1857961 h 3341254"/>
              <a:gd name="connsiteX5274" fmla="*/ 3473633 w 6545688"/>
              <a:gd name="connsiteY5274" fmla="*/ 1829755 h 3341254"/>
              <a:gd name="connsiteX5275" fmla="*/ 3473633 w 6545688"/>
              <a:gd name="connsiteY5275" fmla="*/ 1827450 h 3341254"/>
              <a:gd name="connsiteX5276" fmla="*/ 3489926 w 6545688"/>
              <a:gd name="connsiteY5276" fmla="*/ 1799244 h 3341254"/>
              <a:gd name="connsiteX5277" fmla="*/ 3491924 w 6545688"/>
              <a:gd name="connsiteY5277" fmla="*/ 1798091 h 3341254"/>
              <a:gd name="connsiteX5278" fmla="*/ 3674839 w 6545688"/>
              <a:gd name="connsiteY5278" fmla="*/ 1797937 h 3341254"/>
              <a:gd name="connsiteX5279" fmla="*/ 3707579 w 6545688"/>
              <a:gd name="connsiteY5279" fmla="*/ 1797937 h 3341254"/>
              <a:gd name="connsiteX5280" fmla="*/ 3709576 w 6545688"/>
              <a:gd name="connsiteY5280" fmla="*/ 1799090 h 3341254"/>
              <a:gd name="connsiteX5281" fmla="*/ 3725947 w 6545688"/>
              <a:gd name="connsiteY5281" fmla="*/ 1827450 h 3341254"/>
              <a:gd name="connsiteX5282" fmla="*/ 3725947 w 6545688"/>
              <a:gd name="connsiteY5282" fmla="*/ 1829755 h 3341254"/>
              <a:gd name="connsiteX5283" fmla="*/ 3709576 w 6545688"/>
              <a:gd name="connsiteY5283" fmla="*/ 1858115 h 3341254"/>
              <a:gd name="connsiteX5284" fmla="*/ 3707579 w 6545688"/>
              <a:gd name="connsiteY5284" fmla="*/ 1859267 h 3341254"/>
              <a:gd name="connsiteX5285" fmla="*/ 3674839 w 6545688"/>
              <a:gd name="connsiteY5285" fmla="*/ 1859267 h 3341254"/>
              <a:gd name="connsiteX5286" fmla="*/ 3672840 w 6545688"/>
              <a:gd name="connsiteY5286" fmla="*/ 1858115 h 3341254"/>
              <a:gd name="connsiteX5287" fmla="*/ 3656471 w 6545688"/>
              <a:gd name="connsiteY5287" fmla="*/ 1829755 h 3341254"/>
              <a:gd name="connsiteX5288" fmla="*/ 3656471 w 6545688"/>
              <a:gd name="connsiteY5288" fmla="*/ 1827450 h 3341254"/>
              <a:gd name="connsiteX5289" fmla="*/ 3672840 w 6545688"/>
              <a:gd name="connsiteY5289" fmla="*/ 1799090 h 3341254"/>
              <a:gd name="connsiteX5290" fmla="*/ 3674839 w 6545688"/>
              <a:gd name="connsiteY5290" fmla="*/ 1797937 h 3341254"/>
              <a:gd name="connsiteX5291" fmla="*/ 3308935 w 6545688"/>
              <a:gd name="connsiteY5291" fmla="*/ 1797937 h 3341254"/>
              <a:gd name="connsiteX5292" fmla="*/ 3341675 w 6545688"/>
              <a:gd name="connsiteY5292" fmla="*/ 1797937 h 3341254"/>
              <a:gd name="connsiteX5293" fmla="*/ 3343672 w 6545688"/>
              <a:gd name="connsiteY5293" fmla="*/ 1799090 h 3341254"/>
              <a:gd name="connsiteX5294" fmla="*/ 3360043 w 6545688"/>
              <a:gd name="connsiteY5294" fmla="*/ 1827450 h 3341254"/>
              <a:gd name="connsiteX5295" fmla="*/ 3360043 w 6545688"/>
              <a:gd name="connsiteY5295" fmla="*/ 1829755 h 3341254"/>
              <a:gd name="connsiteX5296" fmla="*/ 3343672 w 6545688"/>
              <a:gd name="connsiteY5296" fmla="*/ 1858115 h 3341254"/>
              <a:gd name="connsiteX5297" fmla="*/ 3341675 w 6545688"/>
              <a:gd name="connsiteY5297" fmla="*/ 1859267 h 3341254"/>
              <a:gd name="connsiteX5298" fmla="*/ 3308935 w 6545688"/>
              <a:gd name="connsiteY5298" fmla="*/ 1859267 h 3341254"/>
              <a:gd name="connsiteX5299" fmla="*/ 3306935 w 6545688"/>
              <a:gd name="connsiteY5299" fmla="*/ 1858115 h 3341254"/>
              <a:gd name="connsiteX5300" fmla="*/ 3290566 w 6545688"/>
              <a:gd name="connsiteY5300" fmla="*/ 1829755 h 3341254"/>
              <a:gd name="connsiteX5301" fmla="*/ 3290566 w 6545688"/>
              <a:gd name="connsiteY5301" fmla="*/ 1827450 h 3341254"/>
              <a:gd name="connsiteX5302" fmla="*/ 3306935 w 6545688"/>
              <a:gd name="connsiteY5302" fmla="*/ 1799090 h 3341254"/>
              <a:gd name="connsiteX5303" fmla="*/ 3308935 w 6545688"/>
              <a:gd name="connsiteY5303" fmla="*/ 1797937 h 3341254"/>
              <a:gd name="connsiteX5304" fmla="*/ 3400239 w 6545688"/>
              <a:gd name="connsiteY5304" fmla="*/ 1797476 h 3341254"/>
              <a:gd name="connsiteX5305" fmla="*/ 3433363 w 6545688"/>
              <a:gd name="connsiteY5305" fmla="*/ 1797476 h 3341254"/>
              <a:gd name="connsiteX5306" fmla="*/ 3435361 w 6545688"/>
              <a:gd name="connsiteY5306" fmla="*/ 1798628 h 3341254"/>
              <a:gd name="connsiteX5307" fmla="*/ 3451885 w 6545688"/>
              <a:gd name="connsiteY5307" fmla="*/ 1827372 h 3341254"/>
              <a:gd name="connsiteX5308" fmla="*/ 3451885 w 6545688"/>
              <a:gd name="connsiteY5308" fmla="*/ 1829755 h 3341254"/>
              <a:gd name="connsiteX5309" fmla="*/ 3435283 w 6545688"/>
              <a:gd name="connsiteY5309" fmla="*/ 1858498 h 3341254"/>
              <a:gd name="connsiteX5310" fmla="*/ 3433285 w 6545688"/>
              <a:gd name="connsiteY5310" fmla="*/ 1859651 h 3341254"/>
              <a:gd name="connsiteX5311" fmla="*/ 3400161 w 6545688"/>
              <a:gd name="connsiteY5311" fmla="*/ 1859651 h 3341254"/>
              <a:gd name="connsiteX5312" fmla="*/ 3398161 w 6545688"/>
              <a:gd name="connsiteY5312" fmla="*/ 1858498 h 3341254"/>
              <a:gd name="connsiteX5313" fmla="*/ 3381638 w 6545688"/>
              <a:gd name="connsiteY5313" fmla="*/ 1829755 h 3341254"/>
              <a:gd name="connsiteX5314" fmla="*/ 3381638 w 6545688"/>
              <a:gd name="connsiteY5314" fmla="*/ 1827372 h 3341254"/>
              <a:gd name="connsiteX5315" fmla="*/ 3398239 w 6545688"/>
              <a:gd name="connsiteY5315" fmla="*/ 1798628 h 3341254"/>
              <a:gd name="connsiteX5316" fmla="*/ 3400239 w 6545688"/>
              <a:gd name="connsiteY5316" fmla="*/ 1797476 h 3341254"/>
              <a:gd name="connsiteX5317" fmla="*/ 289271 w 6545688"/>
              <a:gd name="connsiteY5317" fmla="*/ 1796400 h 3341254"/>
              <a:gd name="connsiteX5318" fmla="*/ 323623 w 6545688"/>
              <a:gd name="connsiteY5318" fmla="*/ 1796400 h 3341254"/>
              <a:gd name="connsiteX5319" fmla="*/ 325702 w 6545688"/>
              <a:gd name="connsiteY5319" fmla="*/ 1797630 h 3341254"/>
              <a:gd name="connsiteX5320" fmla="*/ 342842 w 6545688"/>
              <a:gd name="connsiteY5320" fmla="*/ 1827372 h 3341254"/>
              <a:gd name="connsiteX5321" fmla="*/ 342842 w 6545688"/>
              <a:gd name="connsiteY5321" fmla="*/ 1829831 h 3341254"/>
              <a:gd name="connsiteX5322" fmla="*/ 325624 w 6545688"/>
              <a:gd name="connsiteY5322" fmla="*/ 1859573 h 3341254"/>
              <a:gd name="connsiteX5323" fmla="*/ 323548 w 6545688"/>
              <a:gd name="connsiteY5323" fmla="*/ 1860803 h 3341254"/>
              <a:gd name="connsiteX5324" fmla="*/ 289192 w 6545688"/>
              <a:gd name="connsiteY5324" fmla="*/ 1860803 h 3341254"/>
              <a:gd name="connsiteX5325" fmla="*/ 287117 w 6545688"/>
              <a:gd name="connsiteY5325" fmla="*/ 1859573 h 3341254"/>
              <a:gd name="connsiteX5326" fmla="*/ 269982 w 6545688"/>
              <a:gd name="connsiteY5326" fmla="*/ 1829831 h 3341254"/>
              <a:gd name="connsiteX5327" fmla="*/ 269982 w 6545688"/>
              <a:gd name="connsiteY5327" fmla="*/ 1827372 h 3341254"/>
              <a:gd name="connsiteX5328" fmla="*/ 287202 w 6545688"/>
              <a:gd name="connsiteY5328" fmla="*/ 1797630 h 3341254"/>
              <a:gd name="connsiteX5329" fmla="*/ 289271 w 6545688"/>
              <a:gd name="connsiteY5329" fmla="*/ 1796400 h 3341254"/>
              <a:gd name="connsiteX5330" fmla="*/ 4053960 w 6545688"/>
              <a:gd name="connsiteY5330" fmla="*/ 1743370 h 3341254"/>
              <a:gd name="connsiteX5331" fmla="*/ 4060264 w 6545688"/>
              <a:gd name="connsiteY5331" fmla="*/ 1743370 h 3341254"/>
              <a:gd name="connsiteX5332" fmla="*/ 4060647 w 6545688"/>
              <a:gd name="connsiteY5332" fmla="*/ 1743602 h 3341254"/>
              <a:gd name="connsiteX5333" fmla="*/ 4063799 w 6545688"/>
              <a:gd name="connsiteY5333" fmla="*/ 1749058 h 3341254"/>
              <a:gd name="connsiteX5334" fmla="*/ 4063799 w 6545688"/>
              <a:gd name="connsiteY5334" fmla="*/ 1749517 h 3341254"/>
              <a:gd name="connsiteX5335" fmla="*/ 4060647 w 6545688"/>
              <a:gd name="connsiteY5335" fmla="*/ 1754976 h 3341254"/>
              <a:gd name="connsiteX5336" fmla="*/ 4060264 w 6545688"/>
              <a:gd name="connsiteY5336" fmla="*/ 1755205 h 3341254"/>
              <a:gd name="connsiteX5337" fmla="*/ 4053960 w 6545688"/>
              <a:gd name="connsiteY5337" fmla="*/ 1755205 h 3341254"/>
              <a:gd name="connsiteX5338" fmla="*/ 4053578 w 6545688"/>
              <a:gd name="connsiteY5338" fmla="*/ 1754976 h 3341254"/>
              <a:gd name="connsiteX5339" fmla="*/ 4050425 w 6545688"/>
              <a:gd name="connsiteY5339" fmla="*/ 1749517 h 3341254"/>
              <a:gd name="connsiteX5340" fmla="*/ 4050425 w 6545688"/>
              <a:gd name="connsiteY5340" fmla="*/ 1749058 h 3341254"/>
              <a:gd name="connsiteX5341" fmla="*/ 4053578 w 6545688"/>
              <a:gd name="connsiteY5341" fmla="*/ 1743602 h 3341254"/>
              <a:gd name="connsiteX5342" fmla="*/ 4053960 w 6545688"/>
              <a:gd name="connsiteY5342" fmla="*/ 1743370 h 3341254"/>
              <a:gd name="connsiteX5343" fmla="*/ 1766693 w 6545688"/>
              <a:gd name="connsiteY5343" fmla="*/ 1742833 h 3341254"/>
              <a:gd name="connsiteX5344" fmla="*/ 1773533 w 6545688"/>
              <a:gd name="connsiteY5344" fmla="*/ 1742833 h 3341254"/>
              <a:gd name="connsiteX5345" fmla="*/ 1773916 w 6545688"/>
              <a:gd name="connsiteY5345" fmla="*/ 1743064 h 3341254"/>
              <a:gd name="connsiteX5346" fmla="*/ 1777376 w 6545688"/>
              <a:gd name="connsiteY5346" fmla="*/ 1748982 h 3341254"/>
              <a:gd name="connsiteX5347" fmla="*/ 1777376 w 6545688"/>
              <a:gd name="connsiteY5347" fmla="*/ 1749443 h 3341254"/>
              <a:gd name="connsiteX5348" fmla="*/ 1773916 w 6545688"/>
              <a:gd name="connsiteY5348" fmla="*/ 1755359 h 3341254"/>
              <a:gd name="connsiteX5349" fmla="*/ 1773533 w 6545688"/>
              <a:gd name="connsiteY5349" fmla="*/ 1755591 h 3341254"/>
              <a:gd name="connsiteX5350" fmla="*/ 1766693 w 6545688"/>
              <a:gd name="connsiteY5350" fmla="*/ 1755591 h 3341254"/>
              <a:gd name="connsiteX5351" fmla="*/ 1766309 w 6545688"/>
              <a:gd name="connsiteY5351" fmla="*/ 1755359 h 3341254"/>
              <a:gd name="connsiteX5352" fmla="*/ 1762850 w 6545688"/>
              <a:gd name="connsiteY5352" fmla="*/ 1749443 h 3341254"/>
              <a:gd name="connsiteX5353" fmla="*/ 1762850 w 6545688"/>
              <a:gd name="connsiteY5353" fmla="*/ 1748982 h 3341254"/>
              <a:gd name="connsiteX5354" fmla="*/ 1766309 w 6545688"/>
              <a:gd name="connsiteY5354" fmla="*/ 1743064 h 3341254"/>
              <a:gd name="connsiteX5355" fmla="*/ 1766693 w 6545688"/>
              <a:gd name="connsiteY5355" fmla="*/ 1742833 h 3341254"/>
              <a:gd name="connsiteX5356" fmla="*/ 5059912 w 6545688"/>
              <a:gd name="connsiteY5356" fmla="*/ 1742679 h 3341254"/>
              <a:gd name="connsiteX5357" fmla="*/ 5066906 w 6545688"/>
              <a:gd name="connsiteY5357" fmla="*/ 1742679 h 3341254"/>
              <a:gd name="connsiteX5358" fmla="*/ 5067367 w 6545688"/>
              <a:gd name="connsiteY5358" fmla="*/ 1742909 h 3341254"/>
              <a:gd name="connsiteX5359" fmla="*/ 5070902 w 6545688"/>
              <a:gd name="connsiteY5359" fmla="*/ 1748980 h 3341254"/>
              <a:gd name="connsiteX5360" fmla="*/ 5070902 w 6545688"/>
              <a:gd name="connsiteY5360" fmla="*/ 1749442 h 3341254"/>
              <a:gd name="connsiteX5361" fmla="*/ 5067367 w 6545688"/>
              <a:gd name="connsiteY5361" fmla="*/ 1755513 h 3341254"/>
              <a:gd name="connsiteX5362" fmla="*/ 5066906 w 6545688"/>
              <a:gd name="connsiteY5362" fmla="*/ 1755745 h 3341254"/>
              <a:gd name="connsiteX5363" fmla="*/ 5059912 w 6545688"/>
              <a:gd name="connsiteY5363" fmla="*/ 1755745 h 3341254"/>
              <a:gd name="connsiteX5364" fmla="*/ 5059450 w 6545688"/>
              <a:gd name="connsiteY5364" fmla="*/ 1755513 h 3341254"/>
              <a:gd name="connsiteX5365" fmla="*/ 5055915 w 6545688"/>
              <a:gd name="connsiteY5365" fmla="*/ 1749442 h 3341254"/>
              <a:gd name="connsiteX5366" fmla="*/ 5055915 w 6545688"/>
              <a:gd name="connsiteY5366" fmla="*/ 1748980 h 3341254"/>
              <a:gd name="connsiteX5367" fmla="*/ 5059450 w 6545688"/>
              <a:gd name="connsiteY5367" fmla="*/ 1742909 h 3341254"/>
              <a:gd name="connsiteX5368" fmla="*/ 5059912 w 6545688"/>
              <a:gd name="connsiteY5368" fmla="*/ 1742679 h 3341254"/>
              <a:gd name="connsiteX5369" fmla="*/ 1309057 w 6545688"/>
              <a:gd name="connsiteY5369" fmla="*/ 1742447 h 3341254"/>
              <a:gd name="connsiteX5370" fmla="*/ 1316355 w 6545688"/>
              <a:gd name="connsiteY5370" fmla="*/ 1742447 h 3341254"/>
              <a:gd name="connsiteX5371" fmla="*/ 1316813 w 6545688"/>
              <a:gd name="connsiteY5371" fmla="*/ 1742679 h 3341254"/>
              <a:gd name="connsiteX5372" fmla="*/ 1320506 w 6545688"/>
              <a:gd name="connsiteY5372" fmla="*/ 1748980 h 3341254"/>
              <a:gd name="connsiteX5373" fmla="*/ 1320506 w 6545688"/>
              <a:gd name="connsiteY5373" fmla="*/ 1749517 h 3341254"/>
              <a:gd name="connsiteX5374" fmla="*/ 1316813 w 6545688"/>
              <a:gd name="connsiteY5374" fmla="*/ 1755821 h 3341254"/>
              <a:gd name="connsiteX5375" fmla="*/ 1316355 w 6545688"/>
              <a:gd name="connsiteY5375" fmla="*/ 1756050 h 3341254"/>
              <a:gd name="connsiteX5376" fmla="*/ 1309057 w 6545688"/>
              <a:gd name="connsiteY5376" fmla="*/ 1756050 h 3341254"/>
              <a:gd name="connsiteX5377" fmla="*/ 1308590 w 6545688"/>
              <a:gd name="connsiteY5377" fmla="*/ 1755821 h 3341254"/>
              <a:gd name="connsiteX5378" fmla="*/ 1304903 w 6545688"/>
              <a:gd name="connsiteY5378" fmla="*/ 1749517 h 3341254"/>
              <a:gd name="connsiteX5379" fmla="*/ 1304903 w 6545688"/>
              <a:gd name="connsiteY5379" fmla="*/ 1748980 h 3341254"/>
              <a:gd name="connsiteX5380" fmla="*/ 1308590 w 6545688"/>
              <a:gd name="connsiteY5380" fmla="*/ 1742679 h 3341254"/>
              <a:gd name="connsiteX5381" fmla="*/ 1309057 w 6545688"/>
              <a:gd name="connsiteY5381" fmla="*/ 1742447 h 3341254"/>
              <a:gd name="connsiteX5382" fmla="*/ 4966455 w 6545688"/>
              <a:gd name="connsiteY5382" fmla="*/ 1739066 h 3341254"/>
              <a:gd name="connsiteX5383" fmla="*/ 4977370 w 6545688"/>
              <a:gd name="connsiteY5383" fmla="*/ 1739066 h 3341254"/>
              <a:gd name="connsiteX5384" fmla="*/ 4978061 w 6545688"/>
              <a:gd name="connsiteY5384" fmla="*/ 1739450 h 3341254"/>
              <a:gd name="connsiteX5385" fmla="*/ 4983517 w 6545688"/>
              <a:gd name="connsiteY5385" fmla="*/ 1748904 h 3341254"/>
              <a:gd name="connsiteX5386" fmla="*/ 4983517 w 6545688"/>
              <a:gd name="connsiteY5386" fmla="*/ 1749671 h 3341254"/>
              <a:gd name="connsiteX5387" fmla="*/ 4978061 w 6545688"/>
              <a:gd name="connsiteY5387" fmla="*/ 1759126 h 3341254"/>
              <a:gd name="connsiteX5388" fmla="*/ 4977370 w 6545688"/>
              <a:gd name="connsiteY5388" fmla="*/ 1759509 h 3341254"/>
              <a:gd name="connsiteX5389" fmla="*/ 4966455 w 6545688"/>
              <a:gd name="connsiteY5389" fmla="*/ 1759509 h 3341254"/>
              <a:gd name="connsiteX5390" fmla="*/ 4965764 w 6545688"/>
              <a:gd name="connsiteY5390" fmla="*/ 1759126 h 3341254"/>
              <a:gd name="connsiteX5391" fmla="*/ 4960308 w 6545688"/>
              <a:gd name="connsiteY5391" fmla="*/ 1749671 h 3341254"/>
              <a:gd name="connsiteX5392" fmla="*/ 4960308 w 6545688"/>
              <a:gd name="connsiteY5392" fmla="*/ 1748904 h 3341254"/>
              <a:gd name="connsiteX5393" fmla="*/ 4965764 w 6545688"/>
              <a:gd name="connsiteY5393" fmla="*/ 1739450 h 3341254"/>
              <a:gd name="connsiteX5394" fmla="*/ 4966455 w 6545688"/>
              <a:gd name="connsiteY5394" fmla="*/ 1739066 h 3341254"/>
              <a:gd name="connsiteX5395" fmla="*/ 5149371 w 6545688"/>
              <a:gd name="connsiteY5395" fmla="*/ 1738912 h 3341254"/>
              <a:gd name="connsiteX5396" fmla="*/ 5160437 w 6545688"/>
              <a:gd name="connsiteY5396" fmla="*/ 1738912 h 3341254"/>
              <a:gd name="connsiteX5397" fmla="*/ 5161128 w 6545688"/>
              <a:gd name="connsiteY5397" fmla="*/ 1739296 h 3341254"/>
              <a:gd name="connsiteX5398" fmla="*/ 5166662 w 6545688"/>
              <a:gd name="connsiteY5398" fmla="*/ 1748904 h 3341254"/>
              <a:gd name="connsiteX5399" fmla="*/ 5166662 w 6545688"/>
              <a:gd name="connsiteY5399" fmla="*/ 1749671 h 3341254"/>
              <a:gd name="connsiteX5400" fmla="*/ 5161128 w 6545688"/>
              <a:gd name="connsiteY5400" fmla="*/ 1759278 h 3341254"/>
              <a:gd name="connsiteX5401" fmla="*/ 5160437 w 6545688"/>
              <a:gd name="connsiteY5401" fmla="*/ 1759663 h 3341254"/>
              <a:gd name="connsiteX5402" fmla="*/ 5149371 w 6545688"/>
              <a:gd name="connsiteY5402" fmla="*/ 1759663 h 3341254"/>
              <a:gd name="connsiteX5403" fmla="*/ 5148679 w 6545688"/>
              <a:gd name="connsiteY5403" fmla="*/ 1759278 h 3341254"/>
              <a:gd name="connsiteX5404" fmla="*/ 5143145 w 6545688"/>
              <a:gd name="connsiteY5404" fmla="*/ 1749671 h 3341254"/>
              <a:gd name="connsiteX5405" fmla="*/ 5143145 w 6545688"/>
              <a:gd name="connsiteY5405" fmla="*/ 1748904 h 3341254"/>
              <a:gd name="connsiteX5406" fmla="*/ 5148679 w 6545688"/>
              <a:gd name="connsiteY5406" fmla="*/ 1739296 h 3341254"/>
              <a:gd name="connsiteX5407" fmla="*/ 5149371 w 6545688"/>
              <a:gd name="connsiteY5407" fmla="*/ 1738912 h 3341254"/>
              <a:gd name="connsiteX5408" fmla="*/ 1672083 w 6545688"/>
              <a:gd name="connsiteY5408" fmla="*/ 1736991 h 3341254"/>
              <a:gd name="connsiteX5409" fmla="*/ 1685225 w 6545688"/>
              <a:gd name="connsiteY5409" fmla="*/ 1736991 h 3341254"/>
              <a:gd name="connsiteX5410" fmla="*/ 1685994 w 6545688"/>
              <a:gd name="connsiteY5410" fmla="*/ 1737452 h 3341254"/>
              <a:gd name="connsiteX5411" fmla="*/ 1692527 w 6545688"/>
              <a:gd name="connsiteY5411" fmla="*/ 1748826 h 3341254"/>
              <a:gd name="connsiteX5412" fmla="*/ 1692527 w 6545688"/>
              <a:gd name="connsiteY5412" fmla="*/ 1749749 h 3341254"/>
              <a:gd name="connsiteX5413" fmla="*/ 1685918 w 6545688"/>
              <a:gd name="connsiteY5413" fmla="*/ 1761123 h 3341254"/>
              <a:gd name="connsiteX5414" fmla="*/ 1685149 w 6545688"/>
              <a:gd name="connsiteY5414" fmla="*/ 1761584 h 3341254"/>
              <a:gd name="connsiteX5415" fmla="*/ 1672008 w 6545688"/>
              <a:gd name="connsiteY5415" fmla="*/ 1761584 h 3341254"/>
              <a:gd name="connsiteX5416" fmla="*/ 1671239 w 6545688"/>
              <a:gd name="connsiteY5416" fmla="*/ 1761123 h 3341254"/>
              <a:gd name="connsiteX5417" fmla="*/ 1664706 w 6545688"/>
              <a:gd name="connsiteY5417" fmla="*/ 1749749 h 3341254"/>
              <a:gd name="connsiteX5418" fmla="*/ 1664706 w 6545688"/>
              <a:gd name="connsiteY5418" fmla="*/ 1748826 h 3341254"/>
              <a:gd name="connsiteX5419" fmla="*/ 1671315 w 6545688"/>
              <a:gd name="connsiteY5419" fmla="*/ 1737452 h 3341254"/>
              <a:gd name="connsiteX5420" fmla="*/ 1672083 w 6545688"/>
              <a:gd name="connsiteY5420" fmla="*/ 1736991 h 3341254"/>
              <a:gd name="connsiteX5421" fmla="*/ 4233341 w 6545688"/>
              <a:gd name="connsiteY5421" fmla="*/ 1736683 h 3341254"/>
              <a:gd name="connsiteX5422" fmla="*/ 4246790 w 6545688"/>
              <a:gd name="connsiteY5422" fmla="*/ 1736683 h 3341254"/>
              <a:gd name="connsiteX5423" fmla="*/ 4247635 w 6545688"/>
              <a:gd name="connsiteY5423" fmla="*/ 1737145 h 3341254"/>
              <a:gd name="connsiteX5424" fmla="*/ 4254321 w 6545688"/>
              <a:gd name="connsiteY5424" fmla="*/ 1748750 h 3341254"/>
              <a:gd name="connsiteX5425" fmla="*/ 4254321 w 6545688"/>
              <a:gd name="connsiteY5425" fmla="*/ 1749671 h 3341254"/>
              <a:gd name="connsiteX5426" fmla="*/ 4247559 w 6545688"/>
              <a:gd name="connsiteY5426" fmla="*/ 1761277 h 3341254"/>
              <a:gd name="connsiteX5427" fmla="*/ 4246712 w 6545688"/>
              <a:gd name="connsiteY5427" fmla="*/ 1761738 h 3341254"/>
              <a:gd name="connsiteX5428" fmla="*/ 4233263 w 6545688"/>
              <a:gd name="connsiteY5428" fmla="*/ 1761738 h 3341254"/>
              <a:gd name="connsiteX5429" fmla="*/ 4232418 w 6545688"/>
              <a:gd name="connsiteY5429" fmla="*/ 1761277 h 3341254"/>
              <a:gd name="connsiteX5430" fmla="*/ 4225732 w 6545688"/>
              <a:gd name="connsiteY5430" fmla="*/ 1749671 h 3341254"/>
              <a:gd name="connsiteX5431" fmla="*/ 4225732 w 6545688"/>
              <a:gd name="connsiteY5431" fmla="*/ 1748750 h 3341254"/>
              <a:gd name="connsiteX5432" fmla="*/ 4232494 w 6545688"/>
              <a:gd name="connsiteY5432" fmla="*/ 1737145 h 3341254"/>
              <a:gd name="connsiteX5433" fmla="*/ 4233341 w 6545688"/>
              <a:gd name="connsiteY5433" fmla="*/ 1736683 h 3341254"/>
              <a:gd name="connsiteX5434" fmla="*/ 1397286 w 6545688"/>
              <a:gd name="connsiteY5434" fmla="*/ 1736300 h 3341254"/>
              <a:gd name="connsiteX5435" fmla="*/ 1411194 w 6545688"/>
              <a:gd name="connsiteY5435" fmla="*/ 1736300 h 3341254"/>
              <a:gd name="connsiteX5436" fmla="*/ 1412039 w 6545688"/>
              <a:gd name="connsiteY5436" fmla="*/ 1736761 h 3341254"/>
              <a:gd name="connsiteX5437" fmla="*/ 1418959 w 6545688"/>
              <a:gd name="connsiteY5437" fmla="*/ 1748826 h 3341254"/>
              <a:gd name="connsiteX5438" fmla="*/ 1418959 w 6545688"/>
              <a:gd name="connsiteY5438" fmla="*/ 1749827 h 3341254"/>
              <a:gd name="connsiteX5439" fmla="*/ 1412039 w 6545688"/>
              <a:gd name="connsiteY5439" fmla="*/ 1761892 h 3341254"/>
              <a:gd name="connsiteX5440" fmla="*/ 1411194 w 6545688"/>
              <a:gd name="connsiteY5440" fmla="*/ 1762353 h 3341254"/>
              <a:gd name="connsiteX5441" fmla="*/ 1397286 w 6545688"/>
              <a:gd name="connsiteY5441" fmla="*/ 1762353 h 3341254"/>
              <a:gd name="connsiteX5442" fmla="*/ 1396439 w 6545688"/>
              <a:gd name="connsiteY5442" fmla="*/ 1761892 h 3341254"/>
              <a:gd name="connsiteX5443" fmla="*/ 1389519 w 6545688"/>
              <a:gd name="connsiteY5443" fmla="*/ 1749827 h 3341254"/>
              <a:gd name="connsiteX5444" fmla="*/ 1389519 w 6545688"/>
              <a:gd name="connsiteY5444" fmla="*/ 1748826 h 3341254"/>
              <a:gd name="connsiteX5445" fmla="*/ 1396439 w 6545688"/>
              <a:gd name="connsiteY5445" fmla="*/ 1736761 h 3341254"/>
              <a:gd name="connsiteX5446" fmla="*/ 1397286 w 6545688"/>
              <a:gd name="connsiteY5446" fmla="*/ 1736300 h 3341254"/>
              <a:gd name="connsiteX5447" fmla="*/ 5238982 w 6545688"/>
              <a:gd name="connsiteY5447" fmla="*/ 1735299 h 3341254"/>
              <a:gd name="connsiteX5448" fmla="*/ 5253893 w 6545688"/>
              <a:gd name="connsiteY5448" fmla="*/ 1735299 h 3341254"/>
              <a:gd name="connsiteX5449" fmla="*/ 5254816 w 6545688"/>
              <a:gd name="connsiteY5449" fmla="*/ 1735837 h 3341254"/>
              <a:gd name="connsiteX5450" fmla="*/ 5262270 w 6545688"/>
              <a:gd name="connsiteY5450" fmla="*/ 1748749 h 3341254"/>
              <a:gd name="connsiteX5451" fmla="*/ 5262270 w 6545688"/>
              <a:gd name="connsiteY5451" fmla="*/ 1749825 h 3341254"/>
              <a:gd name="connsiteX5452" fmla="*/ 5254816 w 6545688"/>
              <a:gd name="connsiteY5452" fmla="*/ 1762737 h 3341254"/>
              <a:gd name="connsiteX5453" fmla="*/ 5253893 w 6545688"/>
              <a:gd name="connsiteY5453" fmla="*/ 1763274 h 3341254"/>
              <a:gd name="connsiteX5454" fmla="*/ 5238982 w 6545688"/>
              <a:gd name="connsiteY5454" fmla="*/ 1763274 h 3341254"/>
              <a:gd name="connsiteX5455" fmla="*/ 5238062 w 6545688"/>
              <a:gd name="connsiteY5455" fmla="*/ 1762737 h 3341254"/>
              <a:gd name="connsiteX5456" fmla="*/ 5230606 w 6545688"/>
              <a:gd name="connsiteY5456" fmla="*/ 1749825 h 3341254"/>
              <a:gd name="connsiteX5457" fmla="*/ 5230606 w 6545688"/>
              <a:gd name="connsiteY5457" fmla="*/ 1748749 h 3341254"/>
              <a:gd name="connsiteX5458" fmla="*/ 5238062 w 6545688"/>
              <a:gd name="connsiteY5458" fmla="*/ 1735837 h 3341254"/>
              <a:gd name="connsiteX5459" fmla="*/ 5238982 w 6545688"/>
              <a:gd name="connsiteY5459" fmla="*/ 1735299 h 3341254"/>
              <a:gd name="connsiteX5460" fmla="*/ 3958202 w 6545688"/>
              <a:gd name="connsiteY5460" fmla="*/ 1735299 h 3341254"/>
              <a:gd name="connsiteX5461" fmla="*/ 3973112 w 6545688"/>
              <a:gd name="connsiteY5461" fmla="*/ 1735299 h 3341254"/>
              <a:gd name="connsiteX5462" fmla="*/ 3974033 w 6545688"/>
              <a:gd name="connsiteY5462" fmla="*/ 1735837 h 3341254"/>
              <a:gd name="connsiteX5463" fmla="*/ 3981488 w 6545688"/>
              <a:gd name="connsiteY5463" fmla="*/ 1748749 h 3341254"/>
              <a:gd name="connsiteX5464" fmla="*/ 3981488 w 6545688"/>
              <a:gd name="connsiteY5464" fmla="*/ 1749825 h 3341254"/>
              <a:gd name="connsiteX5465" fmla="*/ 3974033 w 6545688"/>
              <a:gd name="connsiteY5465" fmla="*/ 1762737 h 3341254"/>
              <a:gd name="connsiteX5466" fmla="*/ 3973112 w 6545688"/>
              <a:gd name="connsiteY5466" fmla="*/ 1763274 h 3341254"/>
              <a:gd name="connsiteX5467" fmla="*/ 3958202 w 6545688"/>
              <a:gd name="connsiteY5467" fmla="*/ 1763274 h 3341254"/>
              <a:gd name="connsiteX5468" fmla="*/ 3957280 w 6545688"/>
              <a:gd name="connsiteY5468" fmla="*/ 1762737 h 3341254"/>
              <a:gd name="connsiteX5469" fmla="*/ 3949825 w 6545688"/>
              <a:gd name="connsiteY5469" fmla="*/ 1749825 h 3341254"/>
              <a:gd name="connsiteX5470" fmla="*/ 3949825 w 6545688"/>
              <a:gd name="connsiteY5470" fmla="*/ 1748749 h 3341254"/>
              <a:gd name="connsiteX5471" fmla="*/ 3957280 w 6545688"/>
              <a:gd name="connsiteY5471" fmla="*/ 1735837 h 3341254"/>
              <a:gd name="connsiteX5472" fmla="*/ 3958202 w 6545688"/>
              <a:gd name="connsiteY5472" fmla="*/ 1735299 h 3341254"/>
              <a:gd name="connsiteX5473" fmla="*/ 1488250 w 6545688"/>
              <a:gd name="connsiteY5473" fmla="*/ 1735299 h 3341254"/>
              <a:gd name="connsiteX5474" fmla="*/ 1503159 w 6545688"/>
              <a:gd name="connsiteY5474" fmla="*/ 1735299 h 3341254"/>
              <a:gd name="connsiteX5475" fmla="*/ 1504081 w 6545688"/>
              <a:gd name="connsiteY5475" fmla="*/ 1735837 h 3341254"/>
              <a:gd name="connsiteX5476" fmla="*/ 1511535 w 6545688"/>
              <a:gd name="connsiteY5476" fmla="*/ 1748749 h 3341254"/>
              <a:gd name="connsiteX5477" fmla="*/ 1511535 w 6545688"/>
              <a:gd name="connsiteY5477" fmla="*/ 1749825 h 3341254"/>
              <a:gd name="connsiteX5478" fmla="*/ 1504081 w 6545688"/>
              <a:gd name="connsiteY5478" fmla="*/ 1762737 h 3341254"/>
              <a:gd name="connsiteX5479" fmla="*/ 1503159 w 6545688"/>
              <a:gd name="connsiteY5479" fmla="*/ 1763274 h 3341254"/>
              <a:gd name="connsiteX5480" fmla="*/ 1488250 w 6545688"/>
              <a:gd name="connsiteY5480" fmla="*/ 1763274 h 3341254"/>
              <a:gd name="connsiteX5481" fmla="*/ 1487327 w 6545688"/>
              <a:gd name="connsiteY5481" fmla="*/ 1762737 h 3341254"/>
              <a:gd name="connsiteX5482" fmla="*/ 1479871 w 6545688"/>
              <a:gd name="connsiteY5482" fmla="*/ 1749825 h 3341254"/>
              <a:gd name="connsiteX5483" fmla="*/ 1479871 w 6545688"/>
              <a:gd name="connsiteY5483" fmla="*/ 1748749 h 3341254"/>
              <a:gd name="connsiteX5484" fmla="*/ 1487327 w 6545688"/>
              <a:gd name="connsiteY5484" fmla="*/ 1735837 h 3341254"/>
              <a:gd name="connsiteX5485" fmla="*/ 1488250 w 6545688"/>
              <a:gd name="connsiteY5485" fmla="*/ 1735299 h 3341254"/>
              <a:gd name="connsiteX5486" fmla="*/ 5329747 w 6545688"/>
              <a:gd name="connsiteY5486" fmla="*/ 1733993 h 3341254"/>
              <a:gd name="connsiteX5487" fmla="*/ 5346040 w 6545688"/>
              <a:gd name="connsiteY5487" fmla="*/ 1733993 h 3341254"/>
              <a:gd name="connsiteX5488" fmla="*/ 5347039 w 6545688"/>
              <a:gd name="connsiteY5488" fmla="*/ 1734531 h 3341254"/>
              <a:gd name="connsiteX5489" fmla="*/ 5355187 w 6545688"/>
              <a:gd name="connsiteY5489" fmla="*/ 1748595 h 3341254"/>
              <a:gd name="connsiteX5490" fmla="*/ 5355187 w 6545688"/>
              <a:gd name="connsiteY5490" fmla="*/ 1749749 h 3341254"/>
              <a:gd name="connsiteX5491" fmla="*/ 5347039 w 6545688"/>
              <a:gd name="connsiteY5491" fmla="*/ 1763813 h 3341254"/>
              <a:gd name="connsiteX5492" fmla="*/ 5346040 w 6545688"/>
              <a:gd name="connsiteY5492" fmla="*/ 1764351 h 3341254"/>
              <a:gd name="connsiteX5493" fmla="*/ 5329747 w 6545688"/>
              <a:gd name="connsiteY5493" fmla="*/ 1764351 h 3341254"/>
              <a:gd name="connsiteX5494" fmla="*/ 5328748 w 6545688"/>
              <a:gd name="connsiteY5494" fmla="*/ 1763813 h 3341254"/>
              <a:gd name="connsiteX5495" fmla="*/ 5320602 w 6545688"/>
              <a:gd name="connsiteY5495" fmla="*/ 1749749 h 3341254"/>
              <a:gd name="connsiteX5496" fmla="*/ 5320602 w 6545688"/>
              <a:gd name="connsiteY5496" fmla="*/ 1748595 h 3341254"/>
              <a:gd name="connsiteX5497" fmla="*/ 5328748 w 6545688"/>
              <a:gd name="connsiteY5497" fmla="*/ 1734531 h 3341254"/>
              <a:gd name="connsiteX5498" fmla="*/ 5329747 w 6545688"/>
              <a:gd name="connsiteY5498" fmla="*/ 1733993 h 3341254"/>
              <a:gd name="connsiteX5499" fmla="*/ 571637 w 6545688"/>
              <a:gd name="connsiteY5499" fmla="*/ 1731918 h 3341254"/>
              <a:gd name="connsiteX5500" fmla="*/ 590157 w 6545688"/>
              <a:gd name="connsiteY5500" fmla="*/ 1731918 h 3341254"/>
              <a:gd name="connsiteX5501" fmla="*/ 591311 w 6545688"/>
              <a:gd name="connsiteY5501" fmla="*/ 1732609 h 3341254"/>
              <a:gd name="connsiteX5502" fmla="*/ 600529 w 6545688"/>
              <a:gd name="connsiteY5502" fmla="*/ 1748673 h 3341254"/>
              <a:gd name="connsiteX5503" fmla="*/ 600529 w 6545688"/>
              <a:gd name="connsiteY5503" fmla="*/ 1749979 h 3341254"/>
              <a:gd name="connsiteX5504" fmla="*/ 591236 w 6545688"/>
              <a:gd name="connsiteY5504" fmla="*/ 1766042 h 3341254"/>
              <a:gd name="connsiteX5505" fmla="*/ 590081 w 6545688"/>
              <a:gd name="connsiteY5505" fmla="*/ 1766733 h 3341254"/>
              <a:gd name="connsiteX5506" fmla="*/ 571557 w 6545688"/>
              <a:gd name="connsiteY5506" fmla="*/ 1766733 h 3341254"/>
              <a:gd name="connsiteX5507" fmla="*/ 570405 w 6545688"/>
              <a:gd name="connsiteY5507" fmla="*/ 1766042 h 3341254"/>
              <a:gd name="connsiteX5508" fmla="*/ 561178 w 6545688"/>
              <a:gd name="connsiteY5508" fmla="*/ 1749979 h 3341254"/>
              <a:gd name="connsiteX5509" fmla="*/ 561178 w 6545688"/>
              <a:gd name="connsiteY5509" fmla="*/ 1748673 h 3341254"/>
              <a:gd name="connsiteX5510" fmla="*/ 570475 w 6545688"/>
              <a:gd name="connsiteY5510" fmla="*/ 1732609 h 3341254"/>
              <a:gd name="connsiteX5511" fmla="*/ 571637 w 6545688"/>
              <a:gd name="connsiteY5511" fmla="*/ 1731918 h 3341254"/>
              <a:gd name="connsiteX5512" fmla="*/ 1577784 w 6545688"/>
              <a:gd name="connsiteY5512" fmla="*/ 1731764 h 3341254"/>
              <a:gd name="connsiteX5513" fmla="*/ 1596460 w 6545688"/>
              <a:gd name="connsiteY5513" fmla="*/ 1731764 h 3341254"/>
              <a:gd name="connsiteX5514" fmla="*/ 1597612 w 6545688"/>
              <a:gd name="connsiteY5514" fmla="*/ 1732455 h 3341254"/>
              <a:gd name="connsiteX5515" fmla="*/ 1606911 w 6545688"/>
              <a:gd name="connsiteY5515" fmla="*/ 1748595 h 3341254"/>
              <a:gd name="connsiteX5516" fmla="*/ 1606911 w 6545688"/>
              <a:gd name="connsiteY5516" fmla="*/ 1749903 h 3341254"/>
              <a:gd name="connsiteX5517" fmla="*/ 1597536 w 6545688"/>
              <a:gd name="connsiteY5517" fmla="*/ 1766042 h 3341254"/>
              <a:gd name="connsiteX5518" fmla="*/ 1596382 w 6545688"/>
              <a:gd name="connsiteY5518" fmla="*/ 1766733 h 3341254"/>
              <a:gd name="connsiteX5519" fmla="*/ 1577706 w 6545688"/>
              <a:gd name="connsiteY5519" fmla="*/ 1766733 h 3341254"/>
              <a:gd name="connsiteX5520" fmla="*/ 1576554 w 6545688"/>
              <a:gd name="connsiteY5520" fmla="*/ 1766042 h 3341254"/>
              <a:gd name="connsiteX5521" fmla="*/ 1567255 w 6545688"/>
              <a:gd name="connsiteY5521" fmla="*/ 1749903 h 3341254"/>
              <a:gd name="connsiteX5522" fmla="*/ 1567255 w 6545688"/>
              <a:gd name="connsiteY5522" fmla="*/ 1748595 h 3341254"/>
              <a:gd name="connsiteX5523" fmla="*/ 1576631 w 6545688"/>
              <a:gd name="connsiteY5523" fmla="*/ 1732455 h 3341254"/>
              <a:gd name="connsiteX5524" fmla="*/ 1577784 w 6545688"/>
              <a:gd name="connsiteY5524" fmla="*/ 1731764 h 3341254"/>
              <a:gd name="connsiteX5525" fmla="*/ 388490 w 6545688"/>
              <a:gd name="connsiteY5525" fmla="*/ 1731611 h 3341254"/>
              <a:gd name="connsiteX5526" fmla="*/ 407322 w 6545688"/>
              <a:gd name="connsiteY5526" fmla="*/ 1731611 h 3341254"/>
              <a:gd name="connsiteX5527" fmla="*/ 408476 w 6545688"/>
              <a:gd name="connsiteY5527" fmla="*/ 1732302 h 3341254"/>
              <a:gd name="connsiteX5528" fmla="*/ 417849 w 6545688"/>
              <a:gd name="connsiteY5528" fmla="*/ 1748595 h 3341254"/>
              <a:gd name="connsiteX5529" fmla="*/ 417849 w 6545688"/>
              <a:gd name="connsiteY5529" fmla="*/ 1749903 h 3341254"/>
              <a:gd name="connsiteX5530" fmla="*/ 408398 w 6545688"/>
              <a:gd name="connsiteY5530" fmla="*/ 1766196 h 3341254"/>
              <a:gd name="connsiteX5531" fmla="*/ 407238 w 6545688"/>
              <a:gd name="connsiteY5531" fmla="*/ 1766887 h 3341254"/>
              <a:gd name="connsiteX5532" fmla="*/ 388411 w 6545688"/>
              <a:gd name="connsiteY5532" fmla="*/ 1766887 h 3341254"/>
              <a:gd name="connsiteX5533" fmla="*/ 387258 w 6545688"/>
              <a:gd name="connsiteY5533" fmla="*/ 1766196 h 3341254"/>
              <a:gd name="connsiteX5534" fmla="*/ 377880 w 6545688"/>
              <a:gd name="connsiteY5534" fmla="*/ 1749903 h 3341254"/>
              <a:gd name="connsiteX5535" fmla="*/ 377880 w 6545688"/>
              <a:gd name="connsiteY5535" fmla="*/ 1748595 h 3341254"/>
              <a:gd name="connsiteX5536" fmla="*/ 387338 w 6545688"/>
              <a:gd name="connsiteY5536" fmla="*/ 1732302 h 3341254"/>
              <a:gd name="connsiteX5537" fmla="*/ 388490 w 6545688"/>
              <a:gd name="connsiteY5537" fmla="*/ 1731611 h 3341254"/>
              <a:gd name="connsiteX5538" fmla="*/ 479635 w 6545688"/>
              <a:gd name="connsiteY5538" fmla="*/ 1731073 h 3341254"/>
              <a:gd name="connsiteX5539" fmla="*/ 499083 w 6545688"/>
              <a:gd name="connsiteY5539" fmla="*/ 1731073 h 3341254"/>
              <a:gd name="connsiteX5540" fmla="*/ 500237 w 6545688"/>
              <a:gd name="connsiteY5540" fmla="*/ 1731764 h 3341254"/>
              <a:gd name="connsiteX5541" fmla="*/ 509922 w 6545688"/>
              <a:gd name="connsiteY5541" fmla="*/ 1748597 h 3341254"/>
              <a:gd name="connsiteX5542" fmla="*/ 509922 w 6545688"/>
              <a:gd name="connsiteY5542" fmla="*/ 1749979 h 3341254"/>
              <a:gd name="connsiteX5543" fmla="*/ 500237 w 6545688"/>
              <a:gd name="connsiteY5543" fmla="*/ 1766811 h 3341254"/>
              <a:gd name="connsiteX5544" fmla="*/ 499083 w 6545688"/>
              <a:gd name="connsiteY5544" fmla="*/ 1767502 h 3341254"/>
              <a:gd name="connsiteX5545" fmla="*/ 479635 w 6545688"/>
              <a:gd name="connsiteY5545" fmla="*/ 1767502 h 3341254"/>
              <a:gd name="connsiteX5546" fmla="*/ 478484 w 6545688"/>
              <a:gd name="connsiteY5546" fmla="*/ 1766811 h 3341254"/>
              <a:gd name="connsiteX5547" fmla="*/ 468805 w 6545688"/>
              <a:gd name="connsiteY5547" fmla="*/ 1749979 h 3341254"/>
              <a:gd name="connsiteX5548" fmla="*/ 468805 w 6545688"/>
              <a:gd name="connsiteY5548" fmla="*/ 1748597 h 3341254"/>
              <a:gd name="connsiteX5549" fmla="*/ 478484 w 6545688"/>
              <a:gd name="connsiteY5549" fmla="*/ 1731764 h 3341254"/>
              <a:gd name="connsiteX5550" fmla="*/ 479635 w 6545688"/>
              <a:gd name="connsiteY5550" fmla="*/ 1731073 h 3341254"/>
              <a:gd name="connsiteX5551" fmla="*/ 4870696 w 6545688"/>
              <a:gd name="connsiteY5551" fmla="*/ 1730920 h 3341254"/>
              <a:gd name="connsiteX5552" fmla="*/ 4890295 w 6545688"/>
              <a:gd name="connsiteY5552" fmla="*/ 1730920 h 3341254"/>
              <a:gd name="connsiteX5553" fmla="*/ 4891522 w 6545688"/>
              <a:gd name="connsiteY5553" fmla="*/ 1731611 h 3341254"/>
              <a:gd name="connsiteX5554" fmla="*/ 4901283 w 6545688"/>
              <a:gd name="connsiteY5554" fmla="*/ 1748519 h 3341254"/>
              <a:gd name="connsiteX5555" fmla="*/ 4901283 w 6545688"/>
              <a:gd name="connsiteY5555" fmla="*/ 1749903 h 3341254"/>
              <a:gd name="connsiteX5556" fmla="*/ 4891522 w 6545688"/>
              <a:gd name="connsiteY5556" fmla="*/ 1766811 h 3341254"/>
              <a:gd name="connsiteX5557" fmla="*/ 4890295 w 6545688"/>
              <a:gd name="connsiteY5557" fmla="*/ 1767502 h 3341254"/>
              <a:gd name="connsiteX5558" fmla="*/ 4870696 w 6545688"/>
              <a:gd name="connsiteY5558" fmla="*/ 1767502 h 3341254"/>
              <a:gd name="connsiteX5559" fmla="*/ 4869465 w 6545688"/>
              <a:gd name="connsiteY5559" fmla="*/ 1766811 h 3341254"/>
              <a:gd name="connsiteX5560" fmla="*/ 4859705 w 6545688"/>
              <a:gd name="connsiteY5560" fmla="*/ 1749903 h 3341254"/>
              <a:gd name="connsiteX5561" fmla="*/ 4859705 w 6545688"/>
              <a:gd name="connsiteY5561" fmla="*/ 1748519 h 3341254"/>
              <a:gd name="connsiteX5562" fmla="*/ 4869465 w 6545688"/>
              <a:gd name="connsiteY5562" fmla="*/ 1731611 h 3341254"/>
              <a:gd name="connsiteX5563" fmla="*/ 4870696 w 6545688"/>
              <a:gd name="connsiteY5563" fmla="*/ 1730920 h 3341254"/>
              <a:gd name="connsiteX5564" fmla="*/ 4504714 w 6545688"/>
              <a:gd name="connsiteY5564" fmla="*/ 1730920 h 3341254"/>
              <a:gd name="connsiteX5565" fmla="*/ 4524312 w 6545688"/>
              <a:gd name="connsiteY5565" fmla="*/ 1730920 h 3341254"/>
              <a:gd name="connsiteX5566" fmla="*/ 4525540 w 6545688"/>
              <a:gd name="connsiteY5566" fmla="*/ 1731611 h 3341254"/>
              <a:gd name="connsiteX5567" fmla="*/ 4535301 w 6545688"/>
              <a:gd name="connsiteY5567" fmla="*/ 1748519 h 3341254"/>
              <a:gd name="connsiteX5568" fmla="*/ 4535301 w 6545688"/>
              <a:gd name="connsiteY5568" fmla="*/ 1749903 h 3341254"/>
              <a:gd name="connsiteX5569" fmla="*/ 4525540 w 6545688"/>
              <a:gd name="connsiteY5569" fmla="*/ 1766811 h 3341254"/>
              <a:gd name="connsiteX5570" fmla="*/ 4524312 w 6545688"/>
              <a:gd name="connsiteY5570" fmla="*/ 1767502 h 3341254"/>
              <a:gd name="connsiteX5571" fmla="*/ 4504714 w 6545688"/>
              <a:gd name="connsiteY5571" fmla="*/ 1767502 h 3341254"/>
              <a:gd name="connsiteX5572" fmla="*/ 4503483 w 6545688"/>
              <a:gd name="connsiteY5572" fmla="*/ 1766811 h 3341254"/>
              <a:gd name="connsiteX5573" fmla="*/ 4493723 w 6545688"/>
              <a:gd name="connsiteY5573" fmla="*/ 1749903 h 3341254"/>
              <a:gd name="connsiteX5574" fmla="*/ 4493723 w 6545688"/>
              <a:gd name="connsiteY5574" fmla="*/ 1748519 h 3341254"/>
              <a:gd name="connsiteX5575" fmla="*/ 4503483 w 6545688"/>
              <a:gd name="connsiteY5575" fmla="*/ 1731611 h 3341254"/>
              <a:gd name="connsiteX5576" fmla="*/ 4504714 w 6545688"/>
              <a:gd name="connsiteY5576" fmla="*/ 1730920 h 3341254"/>
              <a:gd name="connsiteX5577" fmla="*/ 4778777 w 6545688"/>
              <a:gd name="connsiteY5577" fmla="*/ 1730075 h 3341254"/>
              <a:gd name="connsiteX5578" fmla="*/ 4799220 w 6545688"/>
              <a:gd name="connsiteY5578" fmla="*/ 1730075 h 3341254"/>
              <a:gd name="connsiteX5579" fmla="*/ 4800450 w 6545688"/>
              <a:gd name="connsiteY5579" fmla="*/ 1730766 h 3341254"/>
              <a:gd name="connsiteX5580" fmla="*/ 4810672 w 6545688"/>
              <a:gd name="connsiteY5580" fmla="*/ 1748521 h 3341254"/>
              <a:gd name="connsiteX5581" fmla="*/ 4810672 w 6545688"/>
              <a:gd name="connsiteY5581" fmla="*/ 1749981 h 3341254"/>
              <a:gd name="connsiteX5582" fmla="*/ 4800450 w 6545688"/>
              <a:gd name="connsiteY5582" fmla="*/ 1767734 h 3341254"/>
              <a:gd name="connsiteX5583" fmla="*/ 4799220 w 6545688"/>
              <a:gd name="connsiteY5583" fmla="*/ 1768425 h 3341254"/>
              <a:gd name="connsiteX5584" fmla="*/ 4778777 w 6545688"/>
              <a:gd name="connsiteY5584" fmla="*/ 1768425 h 3341254"/>
              <a:gd name="connsiteX5585" fmla="*/ 4777546 w 6545688"/>
              <a:gd name="connsiteY5585" fmla="*/ 1767734 h 3341254"/>
              <a:gd name="connsiteX5586" fmla="*/ 4767325 w 6545688"/>
              <a:gd name="connsiteY5586" fmla="*/ 1749981 h 3341254"/>
              <a:gd name="connsiteX5587" fmla="*/ 4767325 w 6545688"/>
              <a:gd name="connsiteY5587" fmla="*/ 1748521 h 3341254"/>
              <a:gd name="connsiteX5588" fmla="*/ 4777546 w 6545688"/>
              <a:gd name="connsiteY5588" fmla="*/ 1730766 h 3341254"/>
              <a:gd name="connsiteX5589" fmla="*/ 4778777 w 6545688"/>
              <a:gd name="connsiteY5589" fmla="*/ 1730075 h 3341254"/>
              <a:gd name="connsiteX5590" fmla="*/ 4686322 w 6545688"/>
              <a:gd name="connsiteY5590" fmla="*/ 1728307 h 3341254"/>
              <a:gd name="connsiteX5591" fmla="*/ 4708685 w 6545688"/>
              <a:gd name="connsiteY5591" fmla="*/ 1728307 h 3341254"/>
              <a:gd name="connsiteX5592" fmla="*/ 4710069 w 6545688"/>
              <a:gd name="connsiteY5592" fmla="*/ 1729076 h 3341254"/>
              <a:gd name="connsiteX5593" fmla="*/ 4721289 w 6545688"/>
              <a:gd name="connsiteY5593" fmla="*/ 1748443 h 3341254"/>
              <a:gd name="connsiteX5594" fmla="*/ 4721289 w 6545688"/>
              <a:gd name="connsiteY5594" fmla="*/ 1750057 h 3341254"/>
              <a:gd name="connsiteX5595" fmla="*/ 4710069 w 6545688"/>
              <a:gd name="connsiteY5595" fmla="*/ 1769423 h 3341254"/>
              <a:gd name="connsiteX5596" fmla="*/ 4708685 w 6545688"/>
              <a:gd name="connsiteY5596" fmla="*/ 1770192 h 3341254"/>
              <a:gd name="connsiteX5597" fmla="*/ 4686322 w 6545688"/>
              <a:gd name="connsiteY5597" fmla="*/ 1770192 h 3341254"/>
              <a:gd name="connsiteX5598" fmla="*/ 4684939 w 6545688"/>
              <a:gd name="connsiteY5598" fmla="*/ 1769423 h 3341254"/>
              <a:gd name="connsiteX5599" fmla="*/ 4673719 w 6545688"/>
              <a:gd name="connsiteY5599" fmla="*/ 1750057 h 3341254"/>
              <a:gd name="connsiteX5600" fmla="*/ 4673719 w 6545688"/>
              <a:gd name="connsiteY5600" fmla="*/ 1748443 h 3341254"/>
              <a:gd name="connsiteX5601" fmla="*/ 4684939 w 6545688"/>
              <a:gd name="connsiteY5601" fmla="*/ 1729076 h 3341254"/>
              <a:gd name="connsiteX5602" fmla="*/ 4686322 w 6545688"/>
              <a:gd name="connsiteY5602" fmla="*/ 1728307 h 3341254"/>
              <a:gd name="connsiteX5603" fmla="*/ 4594709 w 6545688"/>
              <a:gd name="connsiteY5603" fmla="*/ 1728000 h 3341254"/>
              <a:gd name="connsiteX5604" fmla="*/ 4617381 w 6545688"/>
              <a:gd name="connsiteY5604" fmla="*/ 1728000 h 3341254"/>
              <a:gd name="connsiteX5605" fmla="*/ 4618766 w 6545688"/>
              <a:gd name="connsiteY5605" fmla="*/ 1728769 h 3341254"/>
              <a:gd name="connsiteX5606" fmla="*/ 4630139 w 6545688"/>
              <a:gd name="connsiteY5606" fmla="*/ 1748443 h 3341254"/>
              <a:gd name="connsiteX5607" fmla="*/ 4630139 w 6545688"/>
              <a:gd name="connsiteY5607" fmla="*/ 1750057 h 3341254"/>
              <a:gd name="connsiteX5608" fmla="*/ 4618766 w 6545688"/>
              <a:gd name="connsiteY5608" fmla="*/ 1769731 h 3341254"/>
              <a:gd name="connsiteX5609" fmla="*/ 4617381 w 6545688"/>
              <a:gd name="connsiteY5609" fmla="*/ 1770500 h 3341254"/>
              <a:gd name="connsiteX5610" fmla="*/ 4594709 w 6545688"/>
              <a:gd name="connsiteY5610" fmla="*/ 1770500 h 3341254"/>
              <a:gd name="connsiteX5611" fmla="*/ 4593327 w 6545688"/>
              <a:gd name="connsiteY5611" fmla="*/ 1769731 h 3341254"/>
              <a:gd name="connsiteX5612" fmla="*/ 4581951 w 6545688"/>
              <a:gd name="connsiteY5612" fmla="*/ 1750057 h 3341254"/>
              <a:gd name="connsiteX5613" fmla="*/ 4581951 w 6545688"/>
              <a:gd name="connsiteY5613" fmla="*/ 1748443 h 3341254"/>
              <a:gd name="connsiteX5614" fmla="*/ 4593327 w 6545688"/>
              <a:gd name="connsiteY5614" fmla="*/ 1728769 h 3341254"/>
              <a:gd name="connsiteX5615" fmla="*/ 4594709 w 6545688"/>
              <a:gd name="connsiteY5615" fmla="*/ 1728000 h 3341254"/>
              <a:gd name="connsiteX5616" fmla="*/ 4319649 w 6545688"/>
              <a:gd name="connsiteY5616" fmla="*/ 1726923 h 3341254"/>
              <a:gd name="connsiteX5617" fmla="*/ 4343550 w 6545688"/>
              <a:gd name="connsiteY5617" fmla="*/ 1726923 h 3341254"/>
              <a:gd name="connsiteX5618" fmla="*/ 4345010 w 6545688"/>
              <a:gd name="connsiteY5618" fmla="*/ 1727768 h 3341254"/>
              <a:gd name="connsiteX5619" fmla="*/ 4356924 w 6545688"/>
              <a:gd name="connsiteY5619" fmla="*/ 1748443 h 3341254"/>
              <a:gd name="connsiteX5620" fmla="*/ 4356924 w 6545688"/>
              <a:gd name="connsiteY5620" fmla="*/ 1750133 h 3341254"/>
              <a:gd name="connsiteX5621" fmla="*/ 4344934 w 6545688"/>
              <a:gd name="connsiteY5621" fmla="*/ 1770808 h 3341254"/>
              <a:gd name="connsiteX5622" fmla="*/ 4343474 w 6545688"/>
              <a:gd name="connsiteY5622" fmla="*/ 1771652 h 3341254"/>
              <a:gd name="connsiteX5623" fmla="*/ 4319571 w 6545688"/>
              <a:gd name="connsiteY5623" fmla="*/ 1771652 h 3341254"/>
              <a:gd name="connsiteX5624" fmla="*/ 4318112 w 6545688"/>
              <a:gd name="connsiteY5624" fmla="*/ 1770808 h 3341254"/>
              <a:gd name="connsiteX5625" fmla="*/ 4306199 w 6545688"/>
              <a:gd name="connsiteY5625" fmla="*/ 1750133 h 3341254"/>
              <a:gd name="connsiteX5626" fmla="*/ 4306199 w 6545688"/>
              <a:gd name="connsiteY5626" fmla="*/ 1748443 h 3341254"/>
              <a:gd name="connsiteX5627" fmla="*/ 4318187 w 6545688"/>
              <a:gd name="connsiteY5627" fmla="*/ 1727768 h 3341254"/>
              <a:gd name="connsiteX5628" fmla="*/ 4319649 w 6545688"/>
              <a:gd name="connsiteY5628" fmla="*/ 1726923 h 3341254"/>
              <a:gd name="connsiteX5629" fmla="*/ 3404311 w 6545688"/>
              <a:gd name="connsiteY5629" fmla="*/ 1725925 h 3341254"/>
              <a:gd name="connsiteX5630" fmla="*/ 3429212 w 6545688"/>
              <a:gd name="connsiteY5630" fmla="*/ 1725925 h 3341254"/>
              <a:gd name="connsiteX5631" fmla="*/ 3430749 w 6545688"/>
              <a:gd name="connsiteY5631" fmla="*/ 1726769 h 3341254"/>
              <a:gd name="connsiteX5632" fmla="*/ 3443200 w 6545688"/>
              <a:gd name="connsiteY5632" fmla="*/ 1748365 h 3341254"/>
              <a:gd name="connsiteX5633" fmla="*/ 3443200 w 6545688"/>
              <a:gd name="connsiteY5633" fmla="*/ 1750133 h 3341254"/>
              <a:gd name="connsiteX5634" fmla="*/ 3430749 w 6545688"/>
              <a:gd name="connsiteY5634" fmla="*/ 1771730 h 3341254"/>
              <a:gd name="connsiteX5635" fmla="*/ 3429212 w 6545688"/>
              <a:gd name="connsiteY5635" fmla="*/ 1772575 h 3341254"/>
              <a:gd name="connsiteX5636" fmla="*/ 3404311 w 6545688"/>
              <a:gd name="connsiteY5636" fmla="*/ 1772575 h 3341254"/>
              <a:gd name="connsiteX5637" fmla="*/ 3402775 w 6545688"/>
              <a:gd name="connsiteY5637" fmla="*/ 1771730 h 3341254"/>
              <a:gd name="connsiteX5638" fmla="*/ 3390324 w 6545688"/>
              <a:gd name="connsiteY5638" fmla="*/ 1750133 h 3341254"/>
              <a:gd name="connsiteX5639" fmla="*/ 3390324 w 6545688"/>
              <a:gd name="connsiteY5639" fmla="*/ 1748365 h 3341254"/>
              <a:gd name="connsiteX5640" fmla="*/ 3402775 w 6545688"/>
              <a:gd name="connsiteY5640" fmla="*/ 1726769 h 3341254"/>
              <a:gd name="connsiteX5641" fmla="*/ 3404311 w 6545688"/>
              <a:gd name="connsiteY5641" fmla="*/ 1725925 h 3341254"/>
              <a:gd name="connsiteX5642" fmla="*/ 4135504 w 6545688"/>
              <a:gd name="connsiteY5642" fmla="*/ 1724618 h 3341254"/>
              <a:gd name="connsiteX5643" fmla="*/ 4161788 w 6545688"/>
              <a:gd name="connsiteY5643" fmla="*/ 1724618 h 3341254"/>
              <a:gd name="connsiteX5644" fmla="*/ 4163401 w 6545688"/>
              <a:gd name="connsiteY5644" fmla="*/ 1725541 h 3341254"/>
              <a:gd name="connsiteX5645" fmla="*/ 4176545 w 6545688"/>
              <a:gd name="connsiteY5645" fmla="*/ 1748289 h 3341254"/>
              <a:gd name="connsiteX5646" fmla="*/ 4176545 w 6545688"/>
              <a:gd name="connsiteY5646" fmla="*/ 1750135 h 3341254"/>
              <a:gd name="connsiteX5647" fmla="*/ 4163401 w 6545688"/>
              <a:gd name="connsiteY5647" fmla="*/ 1772883 h 3341254"/>
              <a:gd name="connsiteX5648" fmla="*/ 4161788 w 6545688"/>
              <a:gd name="connsiteY5648" fmla="*/ 1773805 h 3341254"/>
              <a:gd name="connsiteX5649" fmla="*/ 4135504 w 6545688"/>
              <a:gd name="connsiteY5649" fmla="*/ 1773805 h 3341254"/>
              <a:gd name="connsiteX5650" fmla="*/ 4133890 w 6545688"/>
              <a:gd name="connsiteY5650" fmla="*/ 1772883 h 3341254"/>
              <a:gd name="connsiteX5651" fmla="*/ 4120747 w 6545688"/>
              <a:gd name="connsiteY5651" fmla="*/ 1750135 h 3341254"/>
              <a:gd name="connsiteX5652" fmla="*/ 4120747 w 6545688"/>
              <a:gd name="connsiteY5652" fmla="*/ 1748289 h 3341254"/>
              <a:gd name="connsiteX5653" fmla="*/ 4133890 w 6545688"/>
              <a:gd name="connsiteY5653" fmla="*/ 1725541 h 3341254"/>
              <a:gd name="connsiteX5654" fmla="*/ 4135504 w 6545688"/>
              <a:gd name="connsiteY5654" fmla="*/ 1724618 h 3341254"/>
              <a:gd name="connsiteX5655" fmla="*/ 659098 w 6545688"/>
              <a:gd name="connsiteY5655" fmla="*/ 1724387 h 3341254"/>
              <a:gd name="connsiteX5656" fmla="*/ 685687 w 6545688"/>
              <a:gd name="connsiteY5656" fmla="*/ 1724387 h 3341254"/>
              <a:gd name="connsiteX5657" fmla="*/ 687301 w 6545688"/>
              <a:gd name="connsiteY5657" fmla="*/ 1725309 h 3341254"/>
              <a:gd name="connsiteX5658" fmla="*/ 700600 w 6545688"/>
              <a:gd name="connsiteY5658" fmla="*/ 1748365 h 3341254"/>
              <a:gd name="connsiteX5659" fmla="*/ 700600 w 6545688"/>
              <a:gd name="connsiteY5659" fmla="*/ 1750210 h 3341254"/>
              <a:gd name="connsiteX5660" fmla="*/ 687301 w 6545688"/>
              <a:gd name="connsiteY5660" fmla="*/ 1773266 h 3341254"/>
              <a:gd name="connsiteX5661" fmla="*/ 685687 w 6545688"/>
              <a:gd name="connsiteY5661" fmla="*/ 1774189 h 3341254"/>
              <a:gd name="connsiteX5662" fmla="*/ 659098 w 6545688"/>
              <a:gd name="connsiteY5662" fmla="*/ 1774189 h 3341254"/>
              <a:gd name="connsiteX5663" fmla="*/ 657481 w 6545688"/>
              <a:gd name="connsiteY5663" fmla="*/ 1773266 h 3341254"/>
              <a:gd name="connsiteX5664" fmla="*/ 644183 w 6545688"/>
              <a:gd name="connsiteY5664" fmla="*/ 1750210 h 3341254"/>
              <a:gd name="connsiteX5665" fmla="*/ 644183 w 6545688"/>
              <a:gd name="connsiteY5665" fmla="*/ 1748365 h 3341254"/>
              <a:gd name="connsiteX5666" fmla="*/ 657481 w 6545688"/>
              <a:gd name="connsiteY5666" fmla="*/ 1725309 h 3341254"/>
              <a:gd name="connsiteX5667" fmla="*/ 659098 w 6545688"/>
              <a:gd name="connsiteY5667" fmla="*/ 1724387 h 3341254"/>
              <a:gd name="connsiteX5668" fmla="*/ 108278 w 6545688"/>
              <a:gd name="connsiteY5668" fmla="*/ 1720698 h 3341254"/>
              <a:gd name="connsiteX5669" fmla="*/ 138713 w 6545688"/>
              <a:gd name="connsiteY5669" fmla="*/ 1720698 h 3341254"/>
              <a:gd name="connsiteX5670" fmla="*/ 140558 w 6545688"/>
              <a:gd name="connsiteY5670" fmla="*/ 1721774 h 3341254"/>
              <a:gd name="connsiteX5671" fmla="*/ 155781 w 6545688"/>
              <a:gd name="connsiteY5671" fmla="*/ 1748135 h 3341254"/>
              <a:gd name="connsiteX5672" fmla="*/ 155781 w 6545688"/>
              <a:gd name="connsiteY5672" fmla="*/ 1750286 h 3341254"/>
              <a:gd name="connsiteX5673" fmla="*/ 140558 w 6545688"/>
              <a:gd name="connsiteY5673" fmla="*/ 1776647 h 3341254"/>
              <a:gd name="connsiteX5674" fmla="*/ 138713 w 6545688"/>
              <a:gd name="connsiteY5674" fmla="*/ 1777724 h 3341254"/>
              <a:gd name="connsiteX5675" fmla="*/ 108278 w 6545688"/>
              <a:gd name="connsiteY5675" fmla="*/ 1777724 h 3341254"/>
              <a:gd name="connsiteX5676" fmla="*/ 106438 w 6545688"/>
              <a:gd name="connsiteY5676" fmla="*/ 1776647 h 3341254"/>
              <a:gd name="connsiteX5677" fmla="*/ 91220 w 6545688"/>
              <a:gd name="connsiteY5677" fmla="*/ 1750286 h 3341254"/>
              <a:gd name="connsiteX5678" fmla="*/ 91220 w 6545688"/>
              <a:gd name="connsiteY5678" fmla="*/ 1748135 h 3341254"/>
              <a:gd name="connsiteX5679" fmla="*/ 106438 w 6545688"/>
              <a:gd name="connsiteY5679" fmla="*/ 1721774 h 3341254"/>
              <a:gd name="connsiteX5680" fmla="*/ 108278 w 6545688"/>
              <a:gd name="connsiteY5680" fmla="*/ 1720698 h 3341254"/>
              <a:gd name="connsiteX5681" fmla="*/ 4407185 w 6545688"/>
              <a:gd name="connsiteY5681" fmla="*/ 1719468 h 3341254"/>
              <a:gd name="connsiteX5682" fmla="*/ 4439002 w 6545688"/>
              <a:gd name="connsiteY5682" fmla="*/ 1719468 h 3341254"/>
              <a:gd name="connsiteX5683" fmla="*/ 4440925 w 6545688"/>
              <a:gd name="connsiteY5683" fmla="*/ 1720620 h 3341254"/>
              <a:gd name="connsiteX5684" fmla="*/ 4456833 w 6545688"/>
              <a:gd name="connsiteY5684" fmla="*/ 1748133 h 3341254"/>
              <a:gd name="connsiteX5685" fmla="*/ 4456833 w 6545688"/>
              <a:gd name="connsiteY5685" fmla="*/ 1750364 h 3341254"/>
              <a:gd name="connsiteX5686" fmla="*/ 4440925 w 6545688"/>
              <a:gd name="connsiteY5686" fmla="*/ 1777878 h 3341254"/>
              <a:gd name="connsiteX5687" fmla="*/ 4439002 w 6545688"/>
              <a:gd name="connsiteY5687" fmla="*/ 1779030 h 3341254"/>
              <a:gd name="connsiteX5688" fmla="*/ 4407185 w 6545688"/>
              <a:gd name="connsiteY5688" fmla="*/ 1779030 h 3341254"/>
              <a:gd name="connsiteX5689" fmla="*/ 4405263 w 6545688"/>
              <a:gd name="connsiteY5689" fmla="*/ 1777878 h 3341254"/>
              <a:gd name="connsiteX5690" fmla="*/ 4389355 w 6545688"/>
              <a:gd name="connsiteY5690" fmla="*/ 1750364 h 3341254"/>
              <a:gd name="connsiteX5691" fmla="*/ 4389355 w 6545688"/>
              <a:gd name="connsiteY5691" fmla="*/ 1748133 h 3341254"/>
              <a:gd name="connsiteX5692" fmla="*/ 4405263 w 6545688"/>
              <a:gd name="connsiteY5692" fmla="*/ 1720620 h 3341254"/>
              <a:gd name="connsiteX5693" fmla="*/ 4407185 w 6545688"/>
              <a:gd name="connsiteY5693" fmla="*/ 1719468 h 3341254"/>
              <a:gd name="connsiteX5694" fmla="*/ 198968 w 6545688"/>
              <a:gd name="connsiteY5694" fmla="*/ 1719314 h 3341254"/>
              <a:gd name="connsiteX5695" fmla="*/ 230941 w 6545688"/>
              <a:gd name="connsiteY5695" fmla="*/ 1719314 h 3341254"/>
              <a:gd name="connsiteX5696" fmla="*/ 232859 w 6545688"/>
              <a:gd name="connsiteY5696" fmla="*/ 1720466 h 3341254"/>
              <a:gd name="connsiteX5697" fmla="*/ 248844 w 6545688"/>
              <a:gd name="connsiteY5697" fmla="*/ 1748133 h 3341254"/>
              <a:gd name="connsiteX5698" fmla="*/ 248844 w 6545688"/>
              <a:gd name="connsiteY5698" fmla="*/ 1750364 h 3341254"/>
              <a:gd name="connsiteX5699" fmla="*/ 232859 w 6545688"/>
              <a:gd name="connsiteY5699" fmla="*/ 1778031 h 3341254"/>
              <a:gd name="connsiteX5700" fmla="*/ 230941 w 6545688"/>
              <a:gd name="connsiteY5700" fmla="*/ 1779184 h 3341254"/>
              <a:gd name="connsiteX5701" fmla="*/ 198968 w 6545688"/>
              <a:gd name="connsiteY5701" fmla="*/ 1779184 h 3341254"/>
              <a:gd name="connsiteX5702" fmla="*/ 197045 w 6545688"/>
              <a:gd name="connsiteY5702" fmla="*/ 1778031 h 3341254"/>
              <a:gd name="connsiteX5703" fmla="*/ 181060 w 6545688"/>
              <a:gd name="connsiteY5703" fmla="*/ 1750364 h 3341254"/>
              <a:gd name="connsiteX5704" fmla="*/ 181060 w 6545688"/>
              <a:gd name="connsiteY5704" fmla="*/ 1748133 h 3341254"/>
              <a:gd name="connsiteX5705" fmla="*/ 197045 w 6545688"/>
              <a:gd name="connsiteY5705" fmla="*/ 1720466 h 3341254"/>
              <a:gd name="connsiteX5706" fmla="*/ 198968 w 6545688"/>
              <a:gd name="connsiteY5706" fmla="*/ 1719314 h 3341254"/>
              <a:gd name="connsiteX5707" fmla="*/ 3583536 w 6545688"/>
              <a:gd name="connsiteY5707" fmla="*/ 1718930 h 3341254"/>
              <a:gd name="connsiteX5708" fmla="*/ 3615967 w 6545688"/>
              <a:gd name="connsiteY5708" fmla="*/ 1718930 h 3341254"/>
              <a:gd name="connsiteX5709" fmla="*/ 3617967 w 6545688"/>
              <a:gd name="connsiteY5709" fmla="*/ 1720083 h 3341254"/>
              <a:gd name="connsiteX5710" fmla="*/ 3634182 w 6545688"/>
              <a:gd name="connsiteY5710" fmla="*/ 1748135 h 3341254"/>
              <a:gd name="connsiteX5711" fmla="*/ 3634182 w 6545688"/>
              <a:gd name="connsiteY5711" fmla="*/ 1750440 h 3341254"/>
              <a:gd name="connsiteX5712" fmla="*/ 3617967 w 6545688"/>
              <a:gd name="connsiteY5712" fmla="*/ 1778493 h 3341254"/>
              <a:gd name="connsiteX5713" fmla="*/ 3615967 w 6545688"/>
              <a:gd name="connsiteY5713" fmla="*/ 1779645 h 3341254"/>
              <a:gd name="connsiteX5714" fmla="*/ 3583536 w 6545688"/>
              <a:gd name="connsiteY5714" fmla="*/ 1779645 h 3341254"/>
              <a:gd name="connsiteX5715" fmla="*/ 3581536 w 6545688"/>
              <a:gd name="connsiteY5715" fmla="*/ 1778493 h 3341254"/>
              <a:gd name="connsiteX5716" fmla="*/ 3565321 w 6545688"/>
              <a:gd name="connsiteY5716" fmla="*/ 1750440 h 3341254"/>
              <a:gd name="connsiteX5717" fmla="*/ 3565321 w 6545688"/>
              <a:gd name="connsiteY5717" fmla="*/ 1748135 h 3341254"/>
              <a:gd name="connsiteX5718" fmla="*/ 3581536 w 6545688"/>
              <a:gd name="connsiteY5718" fmla="*/ 1720083 h 3341254"/>
              <a:gd name="connsiteX5719" fmla="*/ 3583536 w 6545688"/>
              <a:gd name="connsiteY5719" fmla="*/ 1718930 h 3341254"/>
              <a:gd name="connsiteX5720" fmla="*/ 3857830 w 6545688"/>
              <a:gd name="connsiteY5720" fmla="*/ 1718623 h 3341254"/>
              <a:gd name="connsiteX5721" fmla="*/ 3890570 w 6545688"/>
              <a:gd name="connsiteY5721" fmla="*/ 1718623 h 3341254"/>
              <a:gd name="connsiteX5722" fmla="*/ 3892567 w 6545688"/>
              <a:gd name="connsiteY5722" fmla="*/ 1719775 h 3341254"/>
              <a:gd name="connsiteX5723" fmla="*/ 3908938 w 6545688"/>
              <a:gd name="connsiteY5723" fmla="*/ 1748135 h 3341254"/>
              <a:gd name="connsiteX5724" fmla="*/ 3908938 w 6545688"/>
              <a:gd name="connsiteY5724" fmla="*/ 1750440 h 3341254"/>
              <a:gd name="connsiteX5725" fmla="*/ 3892567 w 6545688"/>
              <a:gd name="connsiteY5725" fmla="*/ 1778800 h 3341254"/>
              <a:gd name="connsiteX5726" fmla="*/ 3890570 w 6545688"/>
              <a:gd name="connsiteY5726" fmla="*/ 1779953 h 3341254"/>
              <a:gd name="connsiteX5727" fmla="*/ 3857830 w 6545688"/>
              <a:gd name="connsiteY5727" fmla="*/ 1779953 h 3341254"/>
              <a:gd name="connsiteX5728" fmla="*/ 3855831 w 6545688"/>
              <a:gd name="connsiteY5728" fmla="*/ 1778800 h 3341254"/>
              <a:gd name="connsiteX5729" fmla="*/ 3839462 w 6545688"/>
              <a:gd name="connsiteY5729" fmla="*/ 1750440 h 3341254"/>
              <a:gd name="connsiteX5730" fmla="*/ 3839462 w 6545688"/>
              <a:gd name="connsiteY5730" fmla="*/ 1748135 h 3341254"/>
              <a:gd name="connsiteX5731" fmla="*/ 3855831 w 6545688"/>
              <a:gd name="connsiteY5731" fmla="*/ 1719775 h 3341254"/>
              <a:gd name="connsiteX5732" fmla="*/ 3857830 w 6545688"/>
              <a:gd name="connsiteY5732" fmla="*/ 1718623 h 3341254"/>
              <a:gd name="connsiteX5733" fmla="*/ 3766142 w 6545688"/>
              <a:gd name="connsiteY5733" fmla="*/ 1718239 h 3341254"/>
              <a:gd name="connsiteX5734" fmla="*/ 3799266 w 6545688"/>
              <a:gd name="connsiteY5734" fmla="*/ 1718239 h 3341254"/>
              <a:gd name="connsiteX5735" fmla="*/ 3801265 w 6545688"/>
              <a:gd name="connsiteY5735" fmla="*/ 1719392 h 3341254"/>
              <a:gd name="connsiteX5736" fmla="*/ 3817788 w 6545688"/>
              <a:gd name="connsiteY5736" fmla="*/ 1748135 h 3341254"/>
              <a:gd name="connsiteX5737" fmla="*/ 3817788 w 6545688"/>
              <a:gd name="connsiteY5737" fmla="*/ 1750518 h 3341254"/>
              <a:gd name="connsiteX5738" fmla="*/ 3801187 w 6545688"/>
              <a:gd name="connsiteY5738" fmla="*/ 1779262 h 3341254"/>
              <a:gd name="connsiteX5739" fmla="*/ 3799188 w 6545688"/>
              <a:gd name="connsiteY5739" fmla="*/ 1780414 h 3341254"/>
              <a:gd name="connsiteX5740" fmla="*/ 3766065 w 6545688"/>
              <a:gd name="connsiteY5740" fmla="*/ 1780414 h 3341254"/>
              <a:gd name="connsiteX5741" fmla="*/ 3764067 w 6545688"/>
              <a:gd name="connsiteY5741" fmla="*/ 1779262 h 3341254"/>
              <a:gd name="connsiteX5742" fmla="*/ 3747543 w 6545688"/>
              <a:gd name="connsiteY5742" fmla="*/ 1750518 h 3341254"/>
              <a:gd name="connsiteX5743" fmla="*/ 3747543 w 6545688"/>
              <a:gd name="connsiteY5743" fmla="*/ 1748135 h 3341254"/>
              <a:gd name="connsiteX5744" fmla="*/ 3764144 w 6545688"/>
              <a:gd name="connsiteY5744" fmla="*/ 1719392 h 3341254"/>
              <a:gd name="connsiteX5745" fmla="*/ 3766142 w 6545688"/>
              <a:gd name="connsiteY5745" fmla="*/ 1718239 h 3341254"/>
              <a:gd name="connsiteX5746" fmla="*/ 3674531 w 6545688"/>
              <a:gd name="connsiteY5746" fmla="*/ 1717932 h 3341254"/>
              <a:gd name="connsiteX5747" fmla="*/ 3707962 w 6545688"/>
              <a:gd name="connsiteY5747" fmla="*/ 1717932 h 3341254"/>
              <a:gd name="connsiteX5748" fmla="*/ 3710037 w 6545688"/>
              <a:gd name="connsiteY5748" fmla="*/ 1719084 h 3341254"/>
              <a:gd name="connsiteX5749" fmla="*/ 3726716 w 6545688"/>
              <a:gd name="connsiteY5749" fmla="*/ 1748059 h 3341254"/>
              <a:gd name="connsiteX5750" fmla="*/ 3726716 w 6545688"/>
              <a:gd name="connsiteY5750" fmla="*/ 1750442 h 3341254"/>
              <a:gd name="connsiteX5751" fmla="*/ 3709961 w 6545688"/>
              <a:gd name="connsiteY5751" fmla="*/ 1779415 h 3341254"/>
              <a:gd name="connsiteX5752" fmla="*/ 3707886 w 6545688"/>
              <a:gd name="connsiteY5752" fmla="*/ 1780568 h 3341254"/>
              <a:gd name="connsiteX5753" fmla="*/ 3674455 w 6545688"/>
              <a:gd name="connsiteY5753" fmla="*/ 1780568 h 3341254"/>
              <a:gd name="connsiteX5754" fmla="*/ 3672380 w 6545688"/>
              <a:gd name="connsiteY5754" fmla="*/ 1779415 h 3341254"/>
              <a:gd name="connsiteX5755" fmla="*/ 3655702 w 6545688"/>
              <a:gd name="connsiteY5755" fmla="*/ 1750442 h 3341254"/>
              <a:gd name="connsiteX5756" fmla="*/ 3655702 w 6545688"/>
              <a:gd name="connsiteY5756" fmla="*/ 1748059 h 3341254"/>
              <a:gd name="connsiteX5757" fmla="*/ 3672457 w 6545688"/>
              <a:gd name="connsiteY5757" fmla="*/ 1719084 h 3341254"/>
              <a:gd name="connsiteX5758" fmla="*/ 3674531 w 6545688"/>
              <a:gd name="connsiteY5758" fmla="*/ 1717932 h 3341254"/>
              <a:gd name="connsiteX5759" fmla="*/ 289657 w 6545688"/>
              <a:gd name="connsiteY5759" fmla="*/ 1717778 h 3341254"/>
              <a:gd name="connsiteX5760" fmla="*/ 323242 w 6545688"/>
              <a:gd name="connsiteY5760" fmla="*/ 1717778 h 3341254"/>
              <a:gd name="connsiteX5761" fmla="*/ 325313 w 6545688"/>
              <a:gd name="connsiteY5761" fmla="*/ 1718930 h 3341254"/>
              <a:gd name="connsiteX5762" fmla="*/ 342071 w 6545688"/>
              <a:gd name="connsiteY5762" fmla="*/ 1748058 h 3341254"/>
              <a:gd name="connsiteX5763" fmla="*/ 342071 w 6545688"/>
              <a:gd name="connsiteY5763" fmla="*/ 1750442 h 3341254"/>
              <a:gd name="connsiteX5764" fmla="*/ 325239 w 6545688"/>
              <a:gd name="connsiteY5764" fmla="*/ 1779569 h 3341254"/>
              <a:gd name="connsiteX5765" fmla="*/ 323162 w 6545688"/>
              <a:gd name="connsiteY5765" fmla="*/ 1780722 h 3341254"/>
              <a:gd name="connsiteX5766" fmla="*/ 289575 w 6545688"/>
              <a:gd name="connsiteY5766" fmla="*/ 1780722 h 3341254"/>
              <a:gd name="connsiteX5767" fmla="*/ 287502 w 6545688"/>
              <a:gd name="connsiteY5767" fmla="*/ 1779569 h 3341254"/>
              <a:gd name="connsiteX5768" fmla="*/ 270751 w 6545688"/>
              <a:gd name="connsiteY5768" fmla="*/ 1750442 h 3341254"/>
              <a:gd name="connsiteX5769" fmla="*/ 270751 w 6545688"/>
              <a:gd name="connsiteY5769" fmla="*/ 1748058 h 3341254"/>
              <a:gd name="connsiteX5770" fmla="*/ 287580 w 6545688"/>
              <a:gd name="connsiteY5770" fmla="*/ 1718930 h 3341254"/>
              <a:gd name="connsiteX5771" fmla="*/ 289657 w 6545688"/>
              <a:gd name="connsiteY5771" fmla="*/ 1717778 h 3341254"/>
              <a:gd name="connsiteX5772" fmla="*/ 3491309 w 6545688"/>
              <a:gd name="connsiteY5772" fmla="*/ 1717546 h 3341254"/>
              <a:gd name="connsiteX5773" fmla="*/ 3525203 w 6545688"/>
              <a:gd name="connsiteY5773" fmla="*/ 1717546 h 3341254"/>
              <a:gd name="connsiteX5774" fmla="*/ 3527279 w 6545688"/>
              <a:gd name="connsiteY5774" fmla="*/ 1718777 h 3341254"/>
              <a:gd name="connsiteX5775" fmla="*/ 3544186 w 6545688"/>
              <a:gd name="connsiteY5775" fmla="*/ 1748133 h 3341254"/>
              <a:gd name="connsiteX5776" fmla="*/ 3544186 w 6545688"/>
              <a:gd name="connsiteY5776" fmla="*/ 1750516 h 3341254"/>
              <a:gd name="connsiteX5777" fmla="*/ 3527200 w 6545688"/>
              <a:gd name="connsiteY5777" fmla="*/ 1779875 h 3341254"/>
              <a:gd name="connsiteX5778" fmla="*/ 3525125 w 6545688"/>
              <a:gd name="connsiteY5778" fmla="*/ 1781105 h 3341254"/>
              <a:gd name="connsiteX5779" fmla="*/ 3491233 w 6545688"/>
              <a:gd name="connsiteY5779" fmla="*/ 1781105 h 3341254"/>
              <a:gd name="connsiteX5780" fmla="*/ 3489158 w 6545688"/>
              <a:gd name="connsiteY5780" fmla="*/ 1779875 h 3341254"/>
              <a:gd name="connsiteX5781" fmla="*/ 3472249 w 6545688"/>
              <a:gd name="connsiteY5781" fmla="*/ 1750516 h 3341254"/>
              <a:gd name="connsiteX5782" fmla="*/ 3472249 w 6545688"/>
              <a:gd name="connsiteY5782" fmla="*/ 1748133 h 3341254"/>
              <a:gd name="connsiteX5783" fmla="*/ 3489235 w 6545688"/>
              <a:gd name="connsiteY5783" fmla="*/ 1718777 h 3341254"/>
              <a:gd name="connsiteX5784" fmla="*/ 3491309 w 6545688"/>
              <a:gd name="connsiteY5784" fmla="*/ 1717546 h 3341254"/>
              <a:gd name="connsiteX5785" fmla="*/ 5243594 w 6545688"/>
              <a:gd name="connsiteY5785" fmla="*/ 1664824 h 3341254"/>
              <a:gd name="connsiteX5786" fmla="*/ 5249128 w 6545688"/>
              <a:gd name="connsiteY5786" fmla="*/ 1664824 h 3341254"/>
              <a:gd name="connsiteX5787" fmla="*/ 5249436 w 6545688"/>
              <a:gd name="connsiteY5787" fmla="*/ 1665054 h 3341254"/>
              <a:gd name="connsiteX5788" fmla="*/ 5252202 w 6545688"/>
              <a:gd name="connsiteY5788" fmla="*/ 1669819 h 3341254"/>
              <a:gd name="connsiteX5789" fmla="*/ 5252202 w 6545688"/>
              <a:gd name="connsiteY5789" fmla="*/ 1670205 h 3341254"/>
              <a:gd name="connsiteX5790" fmla="*/ 5249436 w 6545688"/>
              <a:gd name="connsiteY5790" fmla="*/ 1674970 h 3341254"/>
              <a:gd name="connsiteX5791" fmla="*/ 5249128 w 6545688"/>
              <a:gd name="connsiteY5791" fmla="*/ 1675200 h 3341254"/>
              <a:gd name="connsiteX5792" fmla="*/ 5243594 w 6545688"/>
              <a:gd name="connsiteY5792" fmla="*/ 1675200 h 3341254"/>
              <a:gd name="connsiteX5793" fmla="*/ 5243286 w 6545688"/>
              <a:gd name="connsiteY5793" fmla="*/ 1674970 h 3341254"/>
              <a:gd name="connsiteX5794" fmla="*/ 5240520 w 6545688"/>
              <a:gd name="connsiteY5794" fmla="*/ 1670205 h 3341254"/>
              <a:gd name="connsiteX5795" fmla="*/ 5240520 w 6545688"/>
              <a:gd name="connsiteY5795" fmla="*/ 1669819 h 3341254"/>
              <a:gd name="connsiteX5796" fmla="*/ 5243286 w 6545688"/>
              <a:gd name="connsiteY5796" fmla="*/ 1665054 h 3341254"/>
              <a:gd name="connsiteX5797" fmla="*/ 5243594 w 6545688"/>
              <a:gd name="connsiteY5797" fmla="*/ 1664824 h 3341254"/>
              <a:gd name="connsiteX5798" fmla="*/ 1400739 w 6545688"/>
              <a:gd name="connsiteY5798" fmla="*/ 1663442 h 3341254"/>
              <a:gd name="connsiteX5799" fmla="*/ 1407733 w 6545688"/>
              <a:gd name="connsiteY5799" fmla="*/ 1663442 h 3341254"/>
              <a:gd name="connsiteX5800" fmla="*/ 1408193 w 6545688"/>
              <a:gd name="connsiteY5800" fmla="*/ 1663672 h 3341254"/>
              <a:gd name="connsiteX5801" fmla="*/ 1411731 w 6545688"/>
              <a:gd name="connsiteY5801" fmla="*/ 1669743 h 3341254"/>
              <a:gd name="connsiteX5802" fmla="*/ 1411731 w 6545688"/>
              <a:gd name="connsiteY5802" fmla="*/ 1670205 h 3341254"/>
              <a:gd name="connsiteX5803" fmla="*/ 1408193 w 6545688"/>
              <a:gd name="connsiteY5803" fmla="*/ 1676276 h 3341254"/>
              <a:gd name="connsiteX5804" fmla="*/ 1407733 w 6545688"/>
              <a:gd name="connsiteY5804" fmla="*/ 1676508 h 3341254"/>
              <a:gd name="connsiteX5805" fmla="*/ 1400739 w 6545688"/>
              <a:gd name="connsiteY5805" fmla="*/ 1676508 h 3341254"/>
              <a:gd name="connsiteX5806" fmla="*/ 1400281 w 6545688"/>
              <a:gd name="connsiteY5806" fmla="*/ 1676276 h 3341254"/>
              <a:gd name="connsiteX5807" fmla="*/ 1396745 w 6545688"/>
              <a:gd name="connsiteY5807" fmla="*/ 1670205 h 3341254"/>
              <a:gd name="connsiteX5808" fmla="*/ 1396745 w 6545688"/>
              <a:gd name="connsiteY5808" fmla="*/ 1669743 h 3341254"/>
              <a:gd name="connsiteX5809" fmla="*/ 1400281 w 6545688"/>
              <a:gd name="connsiteY5809" fmla="*/ 1663672 h 3341254"/>
              <a:gd name="connsiteX5810" fmla="*/ 1400739 w 6545688"/>
              <a:gd name="connsiteY5810" fmla="*/ 1663442 h 3341254"/>
              <a:gd name="connsiteX5811" fmla="*/ 1948993 w 6545688"/>
              <a:gd name="connsiteY5811" fmla="*/ 1662288 h 3341254"/>
              <a:gd name="connsiteX5812" fmla="*/ 1957215 w 6545688"/>
              <a:gd name="connsiteY5812" fmla="*/ 1662288 h 3341254"/>
              <a:gd name="connsiteX5813" fmla="*/ 1957754 w 6545688"/>
              <a:gd name="connsiteY5813" fmla="*/ 1662596 h 3341254"/>
              <a:gd name="connsiteX5814" fmla="*/ 1961827 w 6545688"/>
              <a:gd name="connsiteY5814" fmla="*/ 1669743 h 3341254"/>
              <a:gd name="connsiteX5815" fmla="*/ 1961827 w 6545688"/>
              <a:gd name="connsiteY5815" fmla="*/ 1670357 h 3341254"/>
              <a:gd name="connsiteX5816" fmla="*/ 1957754 w 6545688"/>
              <a:gd name="connsiteY5816" fmla="*/ 1677505 h 3341254"/>
              <a:gd name="connsiteX5817" fmla="*/ 1957215 w 6545688"/>
              <a:gd name="connsiteY5817" fmla="*/ 1677812 h 3341254"/>
              <a:gd name="connsiteX5818" fmla="*/ 1948993 w 6545688"/>
              <a:gd name="connsiteY5818" fmla="*/ 1677812 h 3341254"/>
              <a:gd name="connsiteX5819" fmla="*/ 1948453 w 6545688"/>
              <a:gd name="connsiteY5819" fmla="*/ 1677505 h 3341254"/>
              <a:gd name="connsiteX5820" fmla="*/ 1944381 w 6545688"/>
              <a:gd name="connsiteY5820" fmla="*/ 1670357 h 3341254"/>
              <a:gd name="connsiteX5821" fmla="*/ 1944381 w 6545688"/>
              <a:gd name="connsiteY5821" fmla="*/ 1669743 h 3341254"/>
              <a:gd name="connsiteX5822" fmla="*/ 1948453 w 6545688"/>
              <a:gd name="connsiteY5822" fmla="*/ 1662596 h 3341254"/>
              <a:gd name="connsiteX5823" fmla="*/ 1948993 w 6545688"/>
              <a:gd name="connsiteY5823" fmla="*/ 1662288 h 3341254"/>
              <a:gd name="connsiteX5824" fmla="*/ 4510170 w 6545688"/>
              <a:gd name="connsiteY5824" fmla="*/ 1661904 h 3341254"/>
              <a:gd name="connsiteX5825" fmla="*/ 4518856 w 6545688"/>
              <a:gd name="connsiteY5825" fmla="*/ 1661904 h 3341254"/>
              <a:gd name="connsiteX5826" fmla="*/ 4519393 w 6545688"/>
              <a:gd name="connsiteY5826" fmla="*/ 1662212 h 3341254"/>
              <a:gd name="connsiteX5827" fmla="*/ 4523697 w 6545688"/>
              <a:gd name="connsiteY5827" fmla="*/ 1669743 h 3341254"/>
              <a:gd name="connsiteX5828" fmla="*/ 4523697 w 6545688"/>
              <a:gd name="connsiteY5828" fmla="*/ 1670359 h 3341254"/>
              <a:gd name="connsiteX5829" fmla="*/ 4519393 w 6545688"/>
              <a:gd name="connsiteY5829" fmla="*/ 1677890 h 3341254"/>
              <a:gd name="connsiteX5830" fmla="*/ 4518856 w 6545688"/>
              <a:gd name="connsiteY5830" fmla="*/ 1678198 h 3341254"/>
              <a:gd name="connsiteX5831" fmla="*/ 4510170 w 6545688"/>
              <a:gd name="connsiteY5831" fmla="*/ 1678198 h 3341254"/>
              <a:gd name="connsiteX5832" fmla="*/ 4509633 w 6545688"/>
              <a:gd name="connsiteY5832" fmla="*/ 1677890 h 3341254"/>
              <a:gd name="connsiteX5833" fmla="*/ 4505329 w 6545688"/>
              <a:gd name="connsiteY5833" fmla="*/ 1670359 h 3341254"/>
              <a:gd name="connsiteX5834" fmla="*/ 4505329 w 6545688"/>
              <a:gd name="connsiteY5834" fmla="*/ 1669743 h 3341254"/>
              <a:gd name="connsiteX5835" fmla="*/ 4509633 w 6545688"/>
              <a:gd name="connsiteY5835" fmla="*/ 1662212 h 3341254"/>
              <a:gd name="connsiteX5836" fmla="*/ 4510170 w 6545688"/>
              <a:gd name="connsiteY5836" fmla="*/ 1661904 h 3341254"/>
              <a:gd name="connsiteX5837" fmla="*/ 4052578 w 6545688"/>
              <a:gd name="connsiteY5837" fmla="*/ 1661443 h 3341254"/>
              <a:gd name="connsiteX5838" fmla="*/ 4061723 w 6545688"/>
              <a:gd name="connsiteY5838" fmla="*/ 1661443 h 3341254"/>
              <a:gd name="connsiteX5839" fmla="*/ 4062261 w 6545688"/>
              <a:gd name="connsiteY5839" fmla="*/ 1661751 h 3341254"/>
              <a:gd name="connsiteX5840" fmla="*/ 4066796 w 6545688"/>
              <a:gd name="connsiteY5840" fmla="*/ 1669668 h 3341254"/>
              <a:gd name="connsiteX5841" fmla="*/ 4066796 w 6545688"/>
              <a:gd name="connsiteY5841" fmla="*/ 1670281 h 3341254"/>
              <a:gd name="connsiteX5842" fmla="*/ 4062261 w 6545688"/>
              <a:gd name="connsiteY5842" fmla="*/ 1678198 h 3341254"/>
              <a:gd name="connsiteX5843" fmla="*/ 4061723 w 6545688"/>
              <a:gd name="connsiteY5843" fmla="*/ 1678505 h 3341254"/>
              <a:gd name="connsiteX5844" fmla="*/ 4052578 w 6545688"/>
              <a:gd name="connsiteY5844" fmla="*/ 1678505 h 3341254"/>
              <a:gd name="connsiteX5845" fmla="*/ 4052039 w 6545688"/>
              <a:gd name="connsiteY5845" fmla="*/ 1678198 h 3341254"/>
              <a:gd name="connsiteX5846" fmla="*/ 4047505 w 6545688"/>
              <a:gd name="connsiteY5846" fmla="*/ 1670281 h 3341254"/>
              <a:gd name="connsiteX5847" fmla="*/ 4047505 w 6545688"/>
              <a:gd name="connsiteY5847" fmla="*/ 1669668 h 3341254"/>
              <a:gd name="connsiteX5848" fmla="*/ 4052039 w 6545688"/>
              <a:gd name="connsiteY5848" fmla="*/ 1661751 h 3341254"/>
              <a:gd name="connsiteX5849" fmla="*/ 4052578 w 6545688"/>
              <a:gd name="connsiteY5849" fmla="*/ 1661443 h 3341254"/>
              <a:gd name="connsiteX5850" fmla="*/ 1856996 w 6545688"/>
              <a:gd name="connsiteY5850" fmla="*/ 1661289 h 3341254"/>
              <a:gd name="connsiteX5851" fmla="*/ 1866219 w 6545688"/>
              <a:gd name="connsiteY5851" fmla="*/ 1661289 h 3341254"/>
              <a:gd name="connsiteX5852" fmla="*/ 1866756 w 6545688"/>
              <a:gd name="connsiteY5852" fmla="*/ 1661597 h 3341254"/>
              <a:gd name="connsiteX5853" fmla="*/ 1871368 w 6545688"/>
              <a:gd name="connsiteY5853" fmla="*/ 1669590 h 3341254"/>
              <a:gd name="connsiteX5854" fmla="*/ 1871368 w 6545688"/>
              <a:gd name="connsiteY5854" fmla="*/ 1670281 h 3341254"/>
              <a:gd name="connsiteX5855" fmla="*/ 1866756 w 6545688"/>
              <a:gd name="connsiteY5855" fmla="*/ 1678274 h 3341254"/>
              <a:gd name="connsiteX5856" fmla="*/ 1866219 w 6545688"/>
              <a:gd name="connsiteY5856" fmla="*/ 1678581 h 3341254"/>
              <a:gd name="connsiteX5857" fmla="*/ 1856996 w 6545688"/>
              <a:gd name="connsiteY5857" fmla="*/ 1678581 h 3341254"/>
              <a:gd name="connsiteX5858" fmla="*/ 1856459 w 6545688"/>
              <a:gd name="connsiteY5858" fmla="*/ 1678274 h 3341254"/>
              <a:gd name="connsiteX5859" fmla="*/ 1851847 w 6545688"/>
              <a:gd name="connsiteY5859" fmla="*/ 1670281 h 3341254"/>
              <a:gd name="connsiteX5860" fmla="*/ 1851847 w 6545688"/>
              <a:gd name="connsiteY5860" fmla="*/ 1669590 h 3341254"/>
              <a:gd name="connsiteX5861" fmla="*/ 1856459 w 6545688"/>
              <a:gd name="connsiteY5861" fmla="*/ 1661597 h 3341254"/>
              <a:gd name="connsiteX5862" fmla="*/ 1856996 w 6545688"/>
              <a:gd name="connsiteY5862" fmla="*/ 1661289 h 3341254"/>
              <a:gd name="connsiteX5863" fmla="*/ 4143421 w 6545688"/>
              <a:gd name="connsiteY5863" fmla="*/ 1660213 h 3341254"/>
              <a:gd name="connsiteX5864" fmla="*/ 4153872 w 6545688"/>
              <a:gd name="connsiteY5864" fmla="*/ 1660213 h 3341254"/>
              <a:gd name="connsiteX5865" fmla="*/ 4154487 w 6545688"/>
              <a:gd name="connsiteY5865" fmla="*/ 1660598 h 3341254"/>
              <a:gd name="connsiteX5866" fmla="*/ 4159714 w 6545688"/>
              <a:gd name="connsiteY5866" fmla="*/ 1669666 h 3341254"/>
              <a:gd name="connsiteX5867" fmla="*/ 4159714 w 6545688"/>
              <a:gd name="connsiteY5867" fmla="*/ 1670435 h 3341254"/>
              <a:gd name="connsiteX5868" fmla="*/ 4154487 w 6545688"/>
              <a:gd name="connsiteY5868" fmla="*/ 1679504 h 3341254"/>
              <a:gd name="connsiteX5869" fmla="*/ 4153872 w 6545688"/>
              <a:gd name="connsiteY5869" fmla="*/ 1679887 h 3341254"/>
              <a:gd name="connsiteX5870" fmla="*/ 4143421 w 6545688"/>
              <a:gd name="connsiteY5870" fmla="*/ 1679887 h 3341254"/>
              <a:gd name="connsiteX5871" fmla="*/ 4142806 w 6545688"/>
              <a:gd name="connsiteY5871" fmla="*/ 1679504 h 3341254"/>
              <a:gd name="connsiteX5872" fmla="*/ 4137579 w 6545688"/>
              <a:gd name="connsiteY5872" fmla="*/ 1670435 h 3341254"/>
              <a:gd name="connsiteX5873" fmla="*/ 4137579 w 6545688"/>
              <a:gd name="connsiteY5873" fmla="*/ 1669666 h 3341254"/>
              <a:gd name="connsiteX5874" fmla="*/ 4142806 w 6545688"/>
              <a:gd name="connsiteY5874" fmla="*/ 1660598 h 3341254"/>
              <a:gd name="connsiteX5875" fmla="*/ 4143421 w 6545688"/>
              <a:gd name="connsiteY5875" fmla="*/ 1660213 h 3341254"/>
              <a:gd name="connsiteX5876" fmla="*/ 5332361 w 6545688"/>
              <a:gd name="connsiteY5876" fmla="*/ 1659676 h 3341254"/>
              <a:gd name="connsiteX5877" fmla="*/ 5343428 w 6545688"/>
              <a:gd name="connsiteY5877" fmla="*/ 1659676 h 3341254"/>
              <a:gd name="connsiteX5878" fmla="*/ 5344119 w 6545688"/>
              <a:gd name="connsiteY5878" fmla="*/ 1660061 h 3341254"/>
              <a:gd name="connsiteX5879" fmla="*/ 5349653 w 6545688"/>
              <a:gd name="connsiteY5879" fmla="*/ 1669668 h 3341254"/>
              <a:gd name="connsiteX5880" fmla="*/ 5349653 w 6545688"/>
              <a:gd name="connsiteY5880" fmla="*/ 1670435 h 3341254"/>
              <a:gd name="connsiteX5881" fmla="*/ 5344119 w 6545688"/>
              <a:gd name="connsiteY5881" fmla="*/ 1680043 h 3341254"/>
              <a:gd name="connsiteX5882" fmla="*/ 5343428 w 6545688"/>
              <a:gd name="connsiteY5882" fmla="*/ 1680426 h 3341254"/>
              <a:gd name="connsiteX5883" fmla="*/ 5332361 w 6545688"/>
              <a:gd name="connsiteY5883" fmla="*/ 1680426 h 3341254"/>
              <a:gd name="connsiteX5884" fmla="*/ 5331670 w 6545688"/>
              <a:gd name="connsiteY5884" fmla="*/ 1680043 h 3341254"/>
              <a:gd name="connsiteX5885" fmla="*/ 5326136 w 6545688"/>
              <a:gd name="connsiteY5885" fmla="*/ 1670435 h 3341254"/>
              <a:gd name="connsiteX5886" fmla="*/ 5326136 w 6545688"/>
              <a:gd name="connsiteY5886" fmla="*/ 1669668 h 3341254"/>
              <a:gd name="connsiteX5887" fmla="*/ 5331670 w 6545688"/>
              <a:gd name="connsiteY5887" fmla="*/ 1660061 h 3341254"/>
              <a:gd name="connsiteX5888" fmla="*/ 5332361 w 6545688"/>
              <a:gd name="connsiteY5888" fmla="*/ 1659676 h 3341254"/>
              <a:gd name="connsiteX5889" fmla="*/ 4417252 w 6545688"/>
              <a:gd name="connsiteY5889" fmla="*/ 1659214 h 3341254"/>
              <a:gd name="connsiteX5890" fmla="*/ 4428782 w 6545688"/>
              <a:gd name="connsiteY5890" fmla="*/ 1659214 h 3341254"/>
              <a:gd name="connsiteX5891" fmla="*/ 4429473 w 6545688"/>
              <a:gd name="connsiteY5891" fmla="*/ 1659600 h 3341254"/>
              <a:gd name="connsiteX5892" fmla="*/ 4435237 w 6545688"/>
              <a:gd name="connsiteY5892" fmla="*/ 1669590 h 3341254"/>
              <a:gd name="connsiteX5893" fmla="*/ 4435237 w 6545688"/>
              <a:gd name="connsiteY5893" fmla="*/ 1670435 h 3341254"/>
              <a:gd name="connsiteX5894" fmla="*/ 4429473 w 6545688"/>
              <a:gd name="connsiteY5894" fmla="*/ 1680426 h 3341254"/>
              <a:gd name="connsiteX5895" fmla="*/ 4428782 w 6545688"/>
              <a:gd name="connsiteY5895" fmla="*/ 1680810 h 3341254"/>
              <a:gd name="connsiteX5896" fmla="*/ 4417252 w 6545688"/>
              <a:gd name="connsiteY5896" fmla="*/ 1680810 h 3341254"/>
              <a:gd name="connsiteX5897" fmla="*/ 4416561 w 6545688"/>
              <a:gd name="connsiteY5897" fmla="*/ 1680426 h 3341254"/>
              <a:gd name="connsiteX5898" fmla="*/ 4410797 w 6545688"/>
              <a:gd name="connsiteY5898" fmla="*/ 1670435 h 3341254"/>
              <a:gd name="connsiteX5899" fmla="*/ 4410797 w 6545688"/>
              <a:gd name="connsiteY5899" fmla="*/ 1669590 h 3341254"/>
              <a:gd name="connsiteX5900" fmla="*/ 4416561 w 6545688"/>
              <a:gd name="connsiteY5900" fmla="*/ 1659600 h 3341254"/>
              <a:gd name="connsiteX5901" fmla="*/ 4417252 w 6545688"/>
              <a:gd name="connsiteY5901" fmla="*/ 1659214 h 3341254"/>
              <a:gd name="connsiteX5902" fmla="*/ 1763465 w 6545688"/>
              <a:gd name="connsiteY5902" fmla="*/ 1657523 h 3341254"/>
              <a:gd name="connsiteX5903" fmla="*/ 1776760 w 6545688"/>
              <a:gd name="connsiteY5903" fmla="*/ 1657523 h 3341254"/>
              <a:gd name="connsiteX5904" fmla="*/ 1777607 w 6545688"/>
              <a:gd name="connsiteY5904" fmla="*/ 1657984 h 3341254"/>
              <a:gd name="connsiteX5905" fmla="*/ 1784216 w 6545688"/>
              <a:gd name="connsiteY5905" fmla="*/ 1669512 h 3341254"/>
              <a:gd name="connsiteX5906" fmla="*/ 1784216 w 6545688"/>
              <a:gd name="connsiteY5906" fmla="*/ 1670435 h 3341254"/>
              <a:gd name="connsiteX5907" fmla="*/ 1777529 w 6545688"/>
              <a:gd name="connsiteY5907" fmla="*/ 1681962 h 3341254"/>
              <a:gd name="connsiteX5908" fmla="*/ 1776684 w 6545688"/>
              <a:gd name="connsiteY5908" fmla="*/ 1682424 h 3341254"/>
              <a:gd name="connsiteX5909" fmla="*/ 1763389 w 6545688"/>
              <a:gd name="connsiteY5909" fmla="*/ 1682424 h 3341254"/>
              <a:gd name="connsiteX5910" fmla="*/ 1762542 w 6545688"/>
              <a:gd name="connsiteY5910" fmla="*/ 1681962 h 3341254"/>
              <a:gd name="connsiteX5911" fmla="*/ 1755934 w 6545688"/>
              <a:gd name="connsiteY5911" fmla="*/ 1670435 h 3341254"/>
              <a:gd name="connsiteX5912" fmla="*/ 1755934 w 6545688"/>
              <a:gd name="connsiteY5912" fmla="*/ 1669512 h 3341254"/>
              <a:gd name="connsiteX5913" fmla="*/ 1762620 w 6545688"/>
              <a:gd name="connsiteY5913" fmla="*/ 1657984 h 3341254"/>
              <a:gd name="connsiteX5914" fmla="*/ 1763465 w 6545688"/>
              <a:gd name="connsiteY5914" fmla="*/ 1657523 h 3341254"/>
              <a:gd name="connsiteX5915" fmla="*/ 5056684 w 6545688"/>
              <a:gd name="connsiteY5915" fmla="*/ 1657369 h 3341254"/>
              <a:gd name="connsiteX5916" fmla="*/ 5070133 w 6545688"/>
              <a:gd name="connsiteY5916" fmla="*/ 1657369 h 3341254"/>
              <a:gd name="connsiteX5917" fmla="*/ 5070978 w 6545688"/>
              <a:gd name="connsiteY5917" fmla="*/ 1657830 h 3341254"/>
              <a:gd name="connsiteX5918" fmla="*/ 5077665 w 6545688"/>
              <a:gd name="connsiteY5918" fmla="*/ 1669436 h 3341254"/>
              <a:gd name="connsiteX5919" fmla="*/ 5077665 w 6545688"/>
              <a:gd name="connsiteY5919" fmla="*/ 1670357 h 3341254"/>
              <a:gd name="connsiteX5920" fmla="*/ 5070902 w 6545688"/>
              <a:gd name="connsiteY5920" fmla="*/ 1681962 h 3341254"/>
              <a:gd name="connsiteX5921" fmla="*/ 5070056 w 6545688"/>
              <a:gd name="connsiteY5921" fmla="*/ 1682424 h 3341254"/>
              <a:gd name="connsiteX5922" fmla="*/ 5056607 w 6545688"/>
              <a:gd name="connsiteY5922" fmla="*/ 1682424 h 3341254"/>
              <a:gd name="connsiteX5923" fmla="*/ 5055762 w 6545688"/>
              <a:gd name="connsiteY5923" fmla="*/ 1681962 h 3341254"/>
              <a:gd name="connsiteX5924" fmla="*/ 5049075 w 6545688"/>
              <a:gd name="connsiteY5924" fmla="*/ 1670357 h 3341254"/>
              <a:gd name="connsiteX5925" fmla="*/ 5049075 w 6545688"/>
              <a:gd name="connsiteY5925" fmla="*/ 1669436 h 3341254"/>
              <a:gd name="connsiteX5926" fmla="*/ 5055838 w 6545688"/>
              <a:gd name="connsiteY5926" fmla="*/ 1657830 h 3341254"/>
              <a:gd name="connsiteX5927" fmla="*/ 5056684 w 6545688"/>
              <a:gd name="connsiteY5927" fmla="*/ 1657369 h 3341254"/>
              <a:gd name="connsiteX5928" fmla="*/ 4324644 w 6545688"/>
              <a:gd name="connsiteY5928" fmla="*/ 1656985 h 3341254"/>
              <a:gd name="connsiteX5929" fmla="*/ 4338555 w 6545688"/>
              <a:gd name="connsiteY5929" fmla="*/ 1656985 h 3341254"/>
              <a:gd name="connsiteX5930" fmla="*/ 4339400 w 6545688"/>
              <a:gd name="connsiteY5930" fmla="*/ 1657447 h 3341254"/>
              <a:gd name="connsiteX5931" fmla="*/ 4346316 w 6545688"/>
              <a:gd name="connsiteY5931" fmla="*/ 1669512 h 3341254"/>
              <a:gd name="connsiteX5932" fmla="*/ 4346316 w 6545688"/>
              <a:gd name="connsiteY5932" fmla="*/ 1670512 h 3341254"/>
              <a:gd name="connsiteX5933" fmla="*/ 4339400 w 6545688"/>
              <a:gd name="connsiteY5933" fmla="*/ 1682577 h 3341254"/>
              <a:gd name="connsiteX5934" fmla="*/ 4338555 w 6545688"/>
              <a:gd name="connsiteY5934" fmla="*/ 1683039 h 3341254"/>
              <a:gd name="connsiteX5935" fmla="*/ 4324644 w 6545688"/>
              <a:gd name="connsiteY5935" fmla="*/ 1683039 h 3341254"/>
              <a:gd name="connsiteX5936" fmla="*/ 4323798 w 6545688"/>
              <a:gd name="connsiteY5936" fmla="*/ 1682577 h 3341254"/>
              <a:gd name="connsiteX5937" fmla="*/ 4316881 w 6545688"/>
              <a:gd name="connsiteY5937" fmla="*/ 1670512 h 3341254"/>
              <a:gd name="connsiteX5938" fmla="*/ 4316881 w 6545688"/>
              <a:gd name="connsiteY5938" fmla="*/ 1669512 h 3341254"/>
              <a:gd name="connsiteX5939" fmla="*/ 4323798 w 6545688"/>
              <a:gd name="connsiteY5939" fmla="*/ 1657447 h 3341254"/>
              <a:gd name="connsiteX5940" fmla="*/ 4324644 w 6545688"/>
              <a:gd name="connsiteY5940" fmla="*/ 1656985 h 3341254"/>
              <a:gd name="connsiteX5941" fmla="*/ 5421896 w 6545688"/>
              <a:gd name="connsiteY5941" fmla="*/ 1655987 h 3341254"/>
              <a:gd name="connsiteX5942" fmla="*/ 5436807 w 6545688"/>
              <a:gd name="connsiteY5942" fmla="*/ 1655987 h 3341254"/>
              <a:gd name="connsiteX5943" fmla="*/ 5437729 w 6545688"/>
              <a:gd name="connsiteY5943" fmla="*/ 1656524 h 3341254"/>
              <a:gd name="connsiteX5944" fmla="*/ 5445183 w 6545688"/>
              <a:gd name="connsiteY5944" fmla="*/ 1669436 h 3341254"/>
              <a:gd name="connsiteX5945" fmla="*/ 5445183 w 6545688"/>
              <a:gd name="connsiteY5945" fmla="*/ 1670512 h 3341254"/>
              <a:gd name="connsiteX5946" fmla="*/ 5437729 w 6545688"/>
              <a:gd name="connsiteY5946" fmla="*/ 1683424 h 3341254"/>
              <a:gd name="connsiteX5947" fmla="*/ 5436807 w 6545688"/>
              <a:gd name="connsiteY5947" fmla="*/ 1683961 h 3341254"/>
              <a:gd name="connsiteX5948" fmla="*/ 5421896 w 6545688"/>
              <a:gd name="connsiteY5948" fmla="*/ 1683961 h 3341254"/>
              <a:gd name="connsiteX5949" fmla="*/ 5420975 w 6545688"/>
              <a:gd name="connsiteY5949" fmla="*/ 1683424 h 3341254"/>
              <a:gd name="connsiteX5950" fmla="*/ 5413520 w 6545688"/>
              <a:gd name="connsiteY5950" fmla="*/ 1670512 h 3341254"/>
              <a:gd name="connsiteX5951" fmla="*/ 5413520 w 6545688"/>
              <a:gd name="connsiteY5951" fmla="*/ 1669436 h 3341254"/>
              <a:gd name="connsiteX5952" fmla="*/ 5420975 w 6545688"/>
              <a:gd name="connsiteY5952" fmla="*/ 1656524 h 3341254"/>
              <a:gd name="connsiteX5953" fmla="*/ 5421896 w 6545688"/>
              <a:gd name="connsiteY5953" fmla="*/ 1655987 h 3341254"/>
              <a:gd name="connsiteX5954" fmla="*/ 1488094 w 6545688"/>
              <a:gd name="connsiteY5954" fmla="*/ 1655755 h 3341254"/>
              <a:gd name="connsiteX5955" fmla="*/ 1503312 w 6545688"/>
              <a:gd name="connsiteY5955" fmla="*/ 1655755 h 3341254"/>
              <a:gd name="connsiteX5956" fmla="*/ 1504233 w 6545688"/>
              <a:gd name="connsiteY5956" fmla="*/ 1656292 h 3341254"/>
              <a:gd name="connsiteX5957" fmla="*/ 1511842 w 6545688"/>
              <a:gd name="connsiteY5957" fmla="*/ 1669512 h 3341254"/>
              <a:gd name="connsiteX5958" fmla="*/ 1511842 w 6545688"/>
              <a:gd name="connsiteY5958" fmla="*/ 1670588 h 3341254"/>
              <a:gd name="connsiteX5959" fmla="*/ 1504233 w 6545688"/>
              <a:gd name="connsiteY5959" fmla="*/ 1683808 h 3341254"/>
              <a:gd name="connsiteX5960" fmla="*/ 1503312 w 6545688"/>
              <a:gd name="connsiteY5960" fmla="*/ 1684345 h 3341254"/>
              <a:gd name="connsiteX5961" fmla="*/ 1488094 w 6545688"/>
              <a:gd name="connsiteY5961" fmla="*/ 1684345 h 3341254"/>
              <a:gd name="connsiteX5962" fmla="*/ 1487173 w 6545688"/>
              <a:gd name="connsiteY5962" fmla="*/ 1683808 h 3341254"/>
              <a:gd name="connsiteX5963" fmla="*/ 1479564 w 6545688"/>
              <a:gd name="connsiteY5963" fmla="*/ 1670588 h 3341254"/>
              <a:gd name="connsiteX5964" fmla="*/ 1479564 w 6545688"/>
              <a:gd name="connsiteY5964" fmla="*/ 1669512 h 3341254"/>
              <a:gd name="connsiteX5965" fmla="*/ 1487173 w 6545688"/>
              <a:gd name="connsiteY5965" fmla="*/ 1656292 h 3341254"/>
              <a:gd name="connsiteX5966" fmla="*/ 1488094 w 6545688"/>
              <a:gd name="connsiteY5966" fmla="*/ 1655755 h 3341254"/>
              <a:gd name="connsiteX5967" fmla="*/ 1578860 w 6545688"/>
              <a:gd name="connsiteY5967" fmla="*/ 1654449 h 3341254"/>
              <a:gd name="connsiteX5968" fmla="*/ 1595461 w 6545688"/>
              <a:gd name="connsiteY5968" fmla="*/ 1654449 h 3341254"/>
              <a:gd name="connsiteX5969" fmla="*/ 1596460 w 6545688"/>
              <a:gd name="connsiteY5969" fmla="*/ 1655064 h 3341254"/>
              <a:gd name="connsiteX5970" fmla="*/ 1604760 w 6545688"/>
              <a:gd name="connsiteY5970" fmla="*/ 1669436 h 3341254"/>
              <a:gd name="connsiteX5971" fmla="*/ 1604760 w 6545688"/>
              <a:gd name="connsiteY5971" fmla="*/ 1670588 h 3341254"/>
              <a:gd name="connsiteX5972" fmla="*/ 1596460 w 6545688"/>
              <a:gd name="connsiteY5972" fmla="*/ 1684960 h 3341254"/>
              <a:gd name="connsiteX5973" fmla="*/ 1595461 w 6545688"/>
              <a:gd name="connsiteY5973" fmla="*/ 1685575 h 3341254"/>
              <a:gd name="connsiteX5974" fmla="*/ 1578860 w 6545688"/>
              <a:gd name="connsiteY5974" fmla="*/ 1685575 h 3341254"/>
              <a:gd name="connsiteX5975" fmla="*/ 1577862 w 6545688"/>
              <a:gd name="connsiteY5975" fmla="*/ 1684960 h 3341254"/>
              <a:gd name="connsiteX5976" fmla="*/ 1569561 w 6545688"/>
              <a:gd name="connsiteY5976" fmla="*/ 1670588 h 3341254"/>
              <a:gd name="connsiteX5977" fmla="*/ 1569561 w 6545688"/>
              <a:gd name="connsiteY5977" fmla="*/ 1669436 h 3341254"/>
              <a:gd name="connsiteX5978" fmla="*/ 1577862 w 6545688"/>
              <a:gd name="connsiteY5978" fmla="*/ 1655064 h 3341254"/>
              <a:gd name="connsiteX5979" fmla="*/ 1578860 w 6545688"/>
              <a:gd name="connsiteY5979" fmla="*/ 1654449 h 3341254"/>
              <a:gd name="connsiteX5980" fmla="*/ 4962690 w 6545688"/>
              <a:gd name="connsiteY5980" fmla="*/ 1652605 h 3341254"/>
              <a:gd name="connsiteX5981" fmla="*/ 4981212 w 6545688"/>
              <a:gd name="connsiteY5981" fmla="*/ 1652605 h 3341254"/>
              <a:gd name="connsiteX5982" fmla="*/ 4982365 w 6545688"/>
              <a:gd name="connsiteY5982" fmla="*/ 1653297 h 3341254"/>
              <a:gd name="connsiteX5983" fmla="*/ 4991588 w 6545688"/>
              <a:gd name="connsiteY5983" fmla="*/ 1669360 h 3341254"/>
              <a:gd name="connsiteX5984" fmla="*/ 4991588 w 6545688"/>
              <a:gd name="connsiteY5984" fmla="*/ 1670666 h 3341254"/>
              <a:gd name="connsiteX5985" fmla="*/ 4982287 w 6545688"/>
              <a:gd name="connsiteY5985" fmla="*/ 1686730 h 3341254"/>
              <a:gd name="connsiteX5986" fmla="*/ 4981135 w 6545688"/>
              <a:gd name="connsiteY5986" fmla="*/ 1687421 h 3341254"/>
              <a:gd name="connsiteX5987" fmla="*/ 4962613 w 6545688"/>
              <a:gd name="connsiteY5987" fmla="*/ 1687421 h 3341254"/>
              <a:gd name="connsiteX5988" fmla="*/ 4961460 w 6545688"/>
              <a:gd name="connsiteY5988" fmla="*/ 1686730 h 3341254"/>
              <a:gd name="connsiteX5989" fmla="*/ 4952237 w 6545688"/>
              <a:gd name="connsiteY5989" fmla="*/ 1670666 h 3341254"/>
              <a:gd name="connsiteX5990" fmla="*/ 4952237 w 6545688"/>
              <a:gd name="connsiteY5990" fmla="*/ 1669360 h 3341254"/>
              <a:gd name="connsiteX5991" fmla="*/ 4961536 w 6545688"/>
              <a:gd name="connsiteY5991" fmla="*/ 1653297 h 3341254"/>
              <a:gd name="connsiteX5992" fmla="*/ 4962690 w 6545688"/>
              <a:gd name="connsiteY5992" fmla="*/ 1652605 h 3341254"/>
              <a:gd name="connsiteX5993" fmla="*/ 5145604 w 6545688"/>
              <a:gd name="connsiteY5993" fmla="*/ 1652528 h 3341254"/>
              <a:gd name="connsiteX5994" fmla="*/ 5164279 w 6545688"/>
              <a:gd name="connsiteY5994" fmla="*/ 1652528 h 3341254"/>
              <a:gd name="connsiteX5995" fmla="*/ 5165432 w 6545688"/>
              <a:gd name="connsiteY5995" fmla="*/ 1653219 h 3341254"/>
              <a:gd name="connsiteX5996" fmla="*/ 5174731 w 6545688"/>
              <a:gd name="connsiteY5996" fmla="*/ 1669358 h 3341254"/>
              <a:gd name="connsiteX5997" fmla="*/ 5174731 w 6545688"/>
              <a:gd name="connsiteY5997" fmla="*/ 1670666 h 3341254"/>
              <a:gd name="connsiteX5998" fmla="*/ 5165356 w 6545688"/>
              <a:gd name="connsiteY5998" fmla="*/ 1686805 h 3341254"/>
              <a:gd name="connsiteX5999" fmla="*/ 5164203 w 6545688"/>
              <a:gd name="connsiteY5999" fmla="*/ 1687497 h 3341254"/>
              <a:gd name="connsiteX6000" fmla="*/ 5145528 w 6545688"/>
              <a:gd name="connsiteY6000" fmla="*/ 1687497 h 3341254"/>
              <a:gd name="connsiteX6001" fmla="*/ 5144373 w 6545688"/>
              <a:gd name="connsiteY6001" fmla="*/ 1686805 h 3341254"/>
              <a:gd name="connsiteX6002" fmla="*/ 5135074 w 6545688"/>
              <a:gd name="connsiteY6002" fmla="*/ 1670666 h 3341254"/>
              <a:gd name="connsiteX6003" fmla="*/ 5135074 w 6545688"/>
              <a:gd name="connsiteY6003" fmla="*/ 1669358 h 3341254"/>
              <a:gd name="connsiteX6004" fmla="*/ 5144451 w 6545688"/>
              <a:gd name="connsiteY6004" fmla="*/ 1653219 h 3341254"/>
              <a:gd name="connsiteX6005" fmla="*/ 5145604 w 6545688"/>
              <a:gd name="connsiteY6005" fmla="*/ 1652528 h 3341254"/>
              <a:gd name="connsiteX6006" fmla="*/ 1669088 w 6545688"/>
              <a:gd name="connsiteY6006" fmla="*/ 1652066 h 3341254"/>
              <a:gd name="connsiteX6007" fmla="*/ 1688225 w 6545688"/>
              <a:gd name="connsiteY6007" fmla="*/ 1652066 h 3341254"/>
              <a:gd name="connsiteX6008" fmla="*/ 1689377 w 6545688"/>
              <a:gd name="connsiteY6008" fmla="*/ 1652757 h 3341254"/>
              <a:gd name="connsiteX6009" fmla="*/ 1698908 w 6545688"/>
              <a:gd name="connsiteY6009" fmla="*/ 1669282 h 3341254"/>
              <a:gd name="connsiteX6010" fmla="*/ 1698908 w 6545688"/>
              <a:gd name="connsiteY6010" fmla="*/ 1670666 h 3341254"/>
              <a:gd name="connsiteX6011" fmla="*/ 1689377 w 6545688"/>
              <a:gd name="connsiteY6011" fmla="*/ 1687189 h 3341254"/>
              <a:gd name="connsiteX6012" fmla="*/ 1688225 w 6545688"/>
              <a:gd name="connsiteY6012" fmla="*/ 1687880 h 3341254"/>
              <a:gd name="connsiteX6013" fmla="*/ 1669088 w 6545688"/>
              <a:gd name="connsiteY6013" fmla="*/ 1687880 h 3341254"/>
              <a:gd name="connsiteX6014" fmla="*/ 1667935 w 6545688"/>
              <a:gd name="connsiteY6014" fmla="*/ 1687189 h 3341254"/>
              <a:gd name="connsiteX6015" fmla="*/ 1658405 w 6545688"/>
              <a:gd name="connsiteY6015" fmla="*/ 1670666 h 3341254"/>
              <a:gd name="connsiteX6016" fmla="*/ 1658405 w 6545688"/>
              <a:gd name="connsiteY6016" fmla="*/ 1669282 h 3341254"/>
              <a:gd name="connsiteX6017" fmla="*/ 1667935 w 6545688"/>
              <a:gd name="connsiteY6017" fmla="*/ 1652757 h 3341254"/>
              <a:gd name="connsiteX6018" fmla="*/ 1669088 w 6545688"/>
              <a:gd name="connsiteY6018" fmla="*/ 1652066 h 3341254"/>
              <a:gd name="connsiteX6019" fmla="*/ 388107 w 6545688"/>
              <a:gd name="connsiteY6019" fmla="*/ 1651683 h 3341254"/>
              <a:gd name="connsiteX6020" fmla="*/ 407711 w 6545688"/>
              <a:gd name="connsiteY6020" fmla="*/ 1651683 h 3341254"/>
              <a:gd name="connsiteX6021" fmla="*/ 408935 w 6545688"/>
              <a:gd name="connsiteY6021" fmla="*/ 1652374 h 3341254"/>
              <a:gd name="connsiteX6022" fmla="*/ 418696 w 6545688"/>
              <a:gd name="connsiteY6022" fmla="*/ 1669282 h 3341254"/>
              <a:gd name="connsiteX6023" fmla="*/ 418696 w 6545688"/>
              <a:gd name="connsiteY6023" fmla="*/ 1670666 h 3341254"/>
              <a:gd name="connsiteX6024" fmla="*/ 408935 w 6545688"/>
              <a:gd name="connsiteY6024" fmla="*/ 1687574 h 3341254"/>
              <a:gd name="connsiteX6025" fmla="*/ 407711 w 6545688"/>
              <a:gd name="connsiteY6025" fmla="*/ 1688265 h 3341254"/>
              <a:gd name="connsiteX6026" fmla="*/ 388107 w 6545688"/>
              <a:gd name="connsiteY6026" fmla="*/ 1688265 h 3341254"/>
              <a:gd name="connsiteX6027" fmla="*/ 386880 w 6545688"/>
              <a:gd name="connsiteY6027" fmla="*/ 1687574 h 3341254"/>
              <a:gd name="connsiteX6028" fmla="*/ 377114 w 6545688"/>
              <a:gd name="connsiteY6028" fmla="*/ 1670666 h 3341254"/>
              <a:gd name="connsiteX6029" fmla="*/ 377114 w 6545688"/>
              <a:gd name="connsiteY6029" fmla="*/ 1669282 h 3341254"/>
              <a:gd name="connsiteX6030" fmla="*/ 386880 w 6545688"/>
              <a:gd name="connsiteY6030" fmla="*/ 1652374 h 3341254"/>
              <a:gd name="connsiteX6031" fmla="*/ 388107 w 6545688"/>
              <a:gd name="connsiteY6031" fmla="*/ 1651683 h 3341254"/>
              <a:gd name="connsiteX6032" fmla="*/ 478642 w 6545688"/>
              <a:gd name="connsiteY6032" fmla="*/ 1649837 h 3341254"/>
              <a:gd name="connsiteX6033" fmla="*/ 500159 w 6545688"/>
              <a:gd name="connsiteY6033" fmla="*/ 1649837 h 3341254"/>
              <a:gd name="connsiteX6034" fmla="*/ 501466 w 6545688"/>
              <a:gd name="connsiteY6034" fmla="*/ 1650606 h 3341254"/>
              <a:gd name="connsiteX6035" fmla="*/ 512225 w 6545688"/>
              <a:gd name="connsiteY6035" fmla="*/ 1669204 h 3341254"/>
              <a:gd name="connsiteX6036" fmla="*/ 512225 w 6545688"/>
              <a:gd name="connsiteY6036" fmla="*/ 1670742 h 3341254"/>
              <a:gd name="connsiteX6037" fmla="*/ 501466 w 6545688"/>
              <a:gd name="connsiteY6037" fmla="*/ 1689340 h 3341254"/>
              <a:gd name="connsiteX6038" fmla="*/ 500159 w 6545688"/>
              <a:gd name="connsiteY6038" fmla="*/ 1690109 h 3341254"/>
              <a:gd name="connsiteX6039" fmla="*/ 478642 w 6545688"/>
              <a:gd name="connsiteY6039" fmla="*/ 1690109 h 3341254"/>
              <a:gd name="connsiteX6040" fmla="*/ 477337 w 6545688"/>
              <a:gd name="connsiteY6040" fmla="*/ 1689340 h 3341254"/>
              <a:gd name="connsiteX6041" fmla="*/ 466567 w 6545688"/>
              <a:gd name="connsiteY6041" fmla="*/ 1670742 h 3341254"/>
              <a:gd name="connsiteX6042" fmla="*/ 466567 w 6545688"/>
              <a:gd name="connsiteY6042" fmla="*/ 1669204 h 3341254"/>
              <a:gd name="connsiteX6043" fmla="*/ 477337 w 6545688"/>
              <a:gd name="connsiteY6043" fmla="*/ 1650606 h 3341254"/>
              <a:gd name="connsiteX6044" fmla="*/ 478642 w 6545688"/>
              <a:gd name="connsiteY6044" fmla="*/ 1649837 h 3341254"/>
              <a:gd name="connsiteX6045" fmla="*/ 4869465 w 6545688"/>
              <a:gd name="connsiteY6045" fmla="*/ 1649454 h 3341254"/>
              <a:gd name="connsiteX6046" fmla="*/ 4891447 w 6545688"/>
              <a:gd name="connsiteY6046" fmla="*/ 1649454 h 3341254"/>
              <a:gd name="connsiteX6047" fmla="*/ 4892753 w 6545688"/>
              <a:gd name="connsiteY6047" fmla="*/ 1650223 h 3341254"/>
              <a:gd name="connsiteX6048" fmla="*/ 4903743 w 6545688"/>
              <a:gd name="connsiteY6048" fmla="*/ 1669206 h 3341254"/>
              <a:gd name="connsiteX6049" fmla="*/ 4903743 w 6545688"/>
              <a:gd name="connsiteY6049" fmla="*/ 1670742 h 3341254"/>
              <a:gd name="connsiteX6050" fmla="*/ 4892753 w 6545688"/>
              <a:gd name="connsiteY6050" fmla="*/ 1689725 h 3341254"/>
              <a:gd name="connsiteX6051" fmla="*/ 4891447 w 6545688"/>
              <a:gd name="connsiteY6051" fmla="*/ 1690494 h 3341254"/>
              <a:gd name="connsiteX6052" fmla="*/ 4869465 w 6545688"/>
              <a:gd name="connsiteY6052" fmla="*/ 1690494 h 3341254"/>
              <a:gd name="connsiteX6053" fmla="*/ 4868159 w 6545688"/>
              <a:gd name="connsiteY6053" fmla="*/ 1689725 h 3341254"/>
              <a:gd name="connsiteX6054" fmla="*/ 4857169 w 6545688"/>
              <a:gd name="connsiteY6054" fmla="*/ 1670742 h 3341254"/>
              <a:gd name="connsiteX6055" fmla="*/ 4857169 w 6545688"/>
              <a:gd name="connsiteY6055" fmla="*/ 1669206 h 3341254"/>
              <a:gd name="connsiteX6056" fmla="*/ 4868159 w 6545688"/>
              <a:gd name="connsiteY6056" fmla="*/ 1650223 h 3341254"/>
              <a:gd name="connsiteX6057" fmla="*/ 4869465 w 6545688"/>
              <a:gd name="connsiteY6057" fmla="*/ 1649454 h 3341254"/>
              <a:gd name="connsiteX6058" fmla="*/ 4594865 w 6545688"/>
              <a:gd name="connsiteY6058" fmla="*/ 1649146 h 3341254"/>
              <a:gd name="connsiteX6059" fmla="*/ 4617154 w 6545688"/>
              <a:gd name="connsiteY6059" fmla="*/ 1649146 h 3341254"/>
              <a:gd name="connsiteX6060" fmla="*/ 4618536 w 6545688"/>
              <a:gd name="connsiteY6060" fmla="*/ 1649915 h 3341254"/>
              <a:gd name="connsiteX6061" fmla="*/ 4629680 w 6545688"/>
              <a:gd name="connsiteY6061" fmla="*/ 1669206 h 3341254"/>
              <a:gd name="connsiteX6062" fmla="*/ 4629680 w 6545688"/>
              <a:gd name="connsiteY6062" fmla="*/ 1670742 h 3341254"/>
              <a:gd name="connsiteX6063" fmla="*/ 4618536 w 6545688"/>
              <a:gd name="connsiteY6063" fmla="*/ 1690033 h 3341254"/>
              <a:gd name="connsiteX6064" fmla="*/ 4617154 w 6545688"/>
              <a:gd name="connsiteY6064" fmla="*/ 1690802 h 3341254"/>
              <a:gd name="connsiteX6065" fmla="*/ 4594865 w 6545688"/>
              <a:gd name="connsiteY6065" fmla="*/ 1690802 h 3341254"/>
              <a:gd name="connsiteX6066" fmla="*/ 4593481 w 6545688"/>
              <a:gd name="connsiteY6066" fmla="*/ 1690033 h 3341254"/>
              <a:gd name="connsiteX6067" fmla="*/ 4582337 w 6545688"/>
              <a:gd name="connsiteY6067" fmla="*/ 1670742 h 3341254"/>
              <a:gd name="connsiteX6068" fmla="*/ 4582337 w 6545688"/>
              <a:gd name="connsiteY6068" fmla="*/ 1669206 h 3341254"/>
              <a:gd name="connsiteX6069" fmla="*/ 4593481 w 6545688"/>
              <a:gd name="connsiteY6069" fmla="*/ 1649915 h 3341254"/>
              <a:gd name="connsiteX6070" fmla="*/ 4594865 w 6545688"/>
              <a:gd name="connsiteY6070" fmla="*/ 1649146 h 3341254"/>
              <a:gd name="connsiteX6071" fmla="*/ 4777854 w 6545688"/>
              <a:gd name="connsiteY6071" fmla="*/ 1648993 h 3341254"/>
              <a:gd name="connsiteX6072" fmla="*/ 4800219 w 6545688"/>
              <a:gd name="connsiteY6072" fmla="*/ 1648993 h 3341254"/>
              <a:gd name="connsiteX6073" fmla="*/ 4801603 w 6545688"/>
              <a:gd name="connsiteY6073" fmla="*/ 1649762 h 3341254"/>
              <a:gd name="connsiteX6074" fmla="*/ 4812823 w 6545688"/>
              <a:gd name="connsiteY6074" fmla="*/ 1669128 h 3341254"/>
              <a:gd name="connsiteX6075" fmla="*/ 4812823 w 6545688"/>
              <a:gd name="connsiteY6075" fmla="*/ 1670742 h 3341254"/>
              <a:gd name="connsiteX6076" fmla="*/ 4801603 w 6545688"/>
              <a:gd name="connsiteY6076" fmla="*/ 1690109 h 3341254"/>
              <a:gd name="connsiteX6077" fmla="*/ 4800219 w 6545688"/>
              <a:gd name="connsiteY6077" fmla="*/ 1690878 h 3341254"/>
              <a:gd name="connsiteX6078" fmla="*/ 4777854 w 6545688"/>
              <a:gd name="connsiteY6078" fmla="*/ 1690878 h 3341254"/>
              <a:gd name="connsiteX6079" fmla="*/ 4776472 w 6545688"/>
              <a:gd name="connsiteY6079" fmla="*/ 1690109 h 3341254"/>
              <a:gd name="connsiteX6080" fmla="*/ 4765250 w 6545688"/>
              <a:gd name="connsiteY6080" fmla="*/ 1670742 h 3341254"/>
              <a:gd name="connsiteX6081" fmla="*/ 4765250 w 6545688"/>
              <a:gd name="connsiteY6081" fmla="*/ 1669128 h 3341254"/>
              <a:gd name="connsiteX6082" fmla="*/ 4776472 w 6545688"/>
              <a:gd name="connsiteY6082" fmla="*/ 1649762 h 3341254"/>
              <a:gd name="connsiteX6083" fmla="*/ 4777854 w 6545688"/>
              <a:gd name="connsiteY6083" fmla="*/ 1648993 h 3341254"/>
              <a:gd name="connsiteX6084" fmla="*/ 4686013 w 6545688"/>
              <a:gd name="connsiteY6084" fmla="*/ 1648455 h 3341254"/>
              <a:gd name="connsiteX6085" fmla="*/ 4708993 w 6545688"/>
              <a:gd name="connsiteY6085" fmla="*/ 1648455 h 3341254"/>
              <a:gd name="connsiteX6086" fmla="*/ 4710377 w 6545688"/>
              <a:gd name="connsiteY6086" fmla="*/ 1649300 h 3341254"/>
              <a:gd name="connsiteX6087" fmla="*/ 4721829 w 6545688"/>
              <a:gd name="connsiteY6087" fmla="*/ 1669206 h 3341254"/>
              <a:gd name="connsiteX6088" fmla="*/ 4721829 w 6545688"/>
              <a:gd name="connsiteY6088" fmla="*/ 1670820 h 3341254"/>
              <a:gd name="connsiteX6089" fmla="*/ 4710299 w 6545688"/>
              <a:gd name="connsiteY6089" fmla="*/ 1690726 h 3341254"/>
              <a:gd name="connsiteX6090" fmla="*/ 4708917 w 6545688"/>
              <a:gd name="connsiteY6090" fmla="*/ 1691571 h 3341254"/>
              <a:gd name="connsiteX6091" fmla="*/ 4685937 w 6545688"/>
              <a:gd name="connsiteY6091" fmla="*/ 1691571 h 3341254"/>
              <a:gd name="connsiteX6092" fmla="*/ 4684553 w 6545688"/>
              <a:gd name="connsiteY6092" fmla="*/ 1690726 h 3341254"/>
              <a:gd name="connsiteX6093" fmla="*/ 4673101 w 6545688"/>
              <a:gd name="connsiteY6093" fmla="*/ 1670820 h 3341254"/>
              <a:gd name="connsiteX6094" fmla="*/ 4673101 w 6545688"/>
              <a:gd name="connsiteY6094" fmla="*/ 1669206 h 3341254"/>
              <a:gd name="connsiteX6095" fmla="*/ 4684631 w 6545688"/>
              <a:gd name="connsiteY6095" fmla="*/ 1649300 h 3341254"/>
              <a:gd name="connsiteX6096" fmla="*/ 4686013 w 6545688"/>
              <a:gd name="connsiteY6096" fmla="*/ 1648455 h 3341254"/>
              <a:gd name="connsiteX6097" fmla="*/ 292807 w 6545688"/>
              <a:gd name="connsiteY6097" fmla="*/ 1644535 h 3341254"/>
              <a:gd name="connsiteX6098" fmla="*/ 320016 w 6545688"/>
              <a:gd name="connsiteY6098" fmla="*/ 1644535 h 3341254"/>
              <a:gd name="connsiteX6099" fmla="*/ 321706 w 6545688"/>
              <a:gd name="connsiteY6099" fmla="*/ 1645533 h 3341254"/>
              <a:gd name="connsiteX6100" fmla="*/ 335313 w 6545688"/>
              <a:gd name="connsiteY6100" fmla="*/ 1669052 h 3341254"/>
              <a:gd name="connsiteX6101" fmla="*/ 335313 w 6545688"/>
              <a:gd name="connsiteY6101" fmla="*/ 1670974 h 3341254"/>
              <a:gd name="connsiteX6102" fmla="*/ 321706 w 6545688"/>
              <a:gd name="connsiteY6102" fmla="*/ 1694491 h 3341254"/>
              <a:gd name="connsiteX6103" fmla="*/ 320016 w 6545688"/>
              <a:gd name="connsiteY6103" fmla="*/ 1695489 h 3341254"/>
              <a:gd name="connsiteX6104" fmla="*/ 292807 w 6545688"/>
              <a:gd name="connsiteY6104" fmla="*/ 1695489 h 3341254"/>
              <a:gd name="connsiteX6105" fmla="*/ 291115 w 6545688"/>
              <a:gd name="connsiteY6105" fmla="*/ 1694491 h 3341254"/>
              <a:gd name="connsiteX6106" fmla="*/ 277514 w 6545688"/>
              <a:gd name="connsiteY6106" fmla="*/ 1670974 h 3341254"/>
              <a:gd name="connsiteX6107" fmla="*/ 277514 w 6545688"/>
              <a:gd name="connsiteY6107" fmla="*/ 1669052 h 3341254"/>
              <a:gd name="connsiteX6108" fmla="*/ 291115 w 6545688"/>
              <a:gd name="connsiteY6108" fmla="*/ 1645533 h 3341254"/>
              <a:gd name="connsiteX6109" fmla="*/ 292807 w 6545688"/>
              <a:gd name="connsiteY6109" fmla="*/ 1644535 h 3341254"/>
              <a:gd name="connsiteX6110" fmla="*/ 566179 w 6545688"/>
              <a:gd name="connsiteY6110" fmla="*/ 1642460 h 3341254"/>
              <a:gd name="connsiteX6111" fmla="*/ 595608 w 6545688"/>
              <a:gd name="connsiteY6111" fmla="*/ 1642460 h 3341254"/>
              <a:gd name="connsiteX6112" fmla="*/ 597385 w 6545688"/>
              <a:gd name="connsiteY6112" fmla="*/ 1643536 h 3341254"/>
              <a:gd name="connsiteX6113" fmla="*/ 612064 w 6545688"/>
              <a:gd name="connsiteY6113" fmla="*/ 1669052 h 3341254"/>
              <a:gd name="connsiteX6114" fmla="*/ 612064 w 6545688"/>
              <a:gd name="connsiteY6114" fmla="*/ 1671127 h 3341254"/>
              <a:gd name="connsiteX6115" fmla="*/ 597297 w 6545688"/>
              <a:gd name="connsiteY6115" fmla="*/ 1696642 h 3341254"/>
              <a:gd name="connsiteX6116" fmla="*/ 595532 w 6545688"/>
              <a:gd name="connsiteY6116" fmla="*/ 1697718 h 3341254"/>
              <a:gd name="connsiteX6117" fmla="*/ 566103 w 6545688"/>
              <a:gd name="connsiteY6117" fmla="*/ 1697718 h 3341254"/>
              <a:gd name="connsiteX6118" fmla="*/ 564332 w 6545688"/>
              <a:gd name="connsiteY6118" fmla="*/ 1696642 h 3341254"/>
              <a:gd name="connsiteX6119" fmla="*/ 549662 w 6545688"/>
              <a:gd name="connsiteY6119" fmla="*/ 1671127 h 3341254"/>
              <a:gd name="connsiteX6120" fmla="*/ 549662 w 6545688"/>
              <a:gd name="connsiteY6120" fmla="*/ 1669052 h 3341254"/>
              <a:gd name="connsiteX6121" fmla="*/ 564407 w 6545688"/>
              <a:gd name="connsiteY6121" fmla="*/ 1643536 h 3341254"/>
              <a:gd name="connsiteX6122" fmla="*/ 566179 w 6545688"/>
              <a:gd name="connsiteY6122" fmla="*/ 1642460 h 3341254"/>
              <a:gd name="connsiteX6123" fmla="*/ 108430 w 6545688"/>
              <a:gd name="connsiteY6123" fmla="*/ 1641845 h 3341254"/>
              <a:gd name="connsiteX6124" fmla="*/ 138481 w 6545688"/>
              <a:gd name="connsiteY6124" fmla="*/ 1641845 h 3341254"/>
              <a:gd name="connsiteX6125" fmla="*/ 140330 w 6545688"/>
              <a:gd name="connsiteY6125" fmla="*/ 1642921 h 3341254"/>
              <a:gd name="connsiteX6126" fmla="*/ 155317 w 6545688"/>
              <a:gd name="connsiteY6126" fmla="*/ 1668897 h 3341254"/>
              <a:gd name="connsiteX6127" fmla="*/ 155317 w 6545688"/>
              <a:gd name="connsiteY6127" fmla="*/ 1671050 h 3341254"/>
              <a:gd name="connsiteX6128" fmla="*/ 140330 w 6545688"/>
              <a:gd name="connsiteY6128" fmla="*/ 1697027 h 3341254"/>
              <a:gd name="connsiteX6129" fmla="*/ 138481 w 6545688"/>
              <a:gd name="connsiteY6129" fmla="*/ 1698102 h 3341254"/>
              <a:gd name="connsiteX6130" fmla="*/ 108430 w 6545688"/>
              <a:gd name="connsiteY6130" fmla="*/ 1698102 h 3341254"/>
              <a:gd name="connsiteX6131" fmla="*/ 106588 w 6545688"/>
              <a:gd name="connsiteY6131" fmla="*/ 1697027 h 3341254"/>
              <a:gd name="connsiteX6132" fmla="*/ 91599 w 6545688"/>
              <a:gd name="connsiteY6132" fmla="*/ 1671050 h 3341254"/>
              <a:gd name="connsiteX6133" fmla="*/ 91599 w 6545688"/>
              <a:gd name="connsiteY6133" fmla="*/ 1668897 h 3341254"/>
              <a:gd name="connsiteX6134" fmla="*/ 106588 w 6545688"/>
              <a:gd name="connsiteY6134" fmla="*/ 1642921 h 3341254"/>
              <a:gd name="connsiteX6135" fmla="*/ 108430 w 6545688"/>
              <a:gd name="connsiteY6135" fmla="*/ 1641845 h 3341254"/>
              <a:gd name="connsiteX6136" fmla="*/ 3767523 w 6545688"/>
              <a:gd name="connsiteY6136" fmla="*/ 1641461 h 3341254"/>
              <a:gd name="connsiteX6137" fmla="*/ 3797958 w 6545688"/>
              <a:gd name="connsiteY6137" fmla="*/ 1641461 h 3341254"/>
              <a:gd name="connsiteX6138" fmla="*/ 3799803 w 6545688"/>
              <a:gd name="connsiteY6138" fmla="*/ 1642538 h 3341254"/>
              <a:gd name="connsiteX6139" fmla="*/ 3815020 w 6545688"/>
              <a:gd name="connsiteY6139" fmla="*/ 1668899 h 3341254"/>
              <a:gd name="connsiteX6140" fmla="*/ 3815020 w 6545688"/>
              <a:gd name="connsiteY6140" fmla="*/ 1671050 h 3341254"/>
              <a:gd name="connsiteX6141" fmla="*/ 3799803 w 6545688"/>
              <a:gd name="connsiteY6141" fmla="*/ 1697411 h 3341254"/>
              <a:gd name="connsiteX6142" fmla="*/ 3797958 w 6545688"/>
              <a:gd name="connsiteY6142" fmla="*/ 1698487 h 3341254"/>
              <a:gd name="connsiteX6143" fmla="*/ 3767523 w 6545688"/>
              <a:gd name="connsiteY6143" fmla="*/ 1698487 h 3341254"/>
              <a:gd name="connsiteX6144" fmla="*/ 3765679 w 6545688"/>
              <a:gd name="connsiteY6144" fmla="*/ 1697411 h 3341254"/>
              <a:gd name="connsiteX6145" fmla="*/ 3750463 w 6545688"/>
              <a:gd name="connsiteY6145" fmla="*/ 1671050 h 3341254"/>
              <a:gd name="connsiteX6146" fmla="*/ 3750463 w 6545688"/>
              <a:gd name="connsiteY6146" fmla="*/ 1668899 h 3341254"/>
              <a:gd name="connsiteX6147" fmla="*/ 3765679 w 6545688"/>
              <a:gd name="connsiteY6147" fmla="*/ 1642538 h 3341254"/>
              <a:gd name="connsiteX6148" fmla="*/ 3767523 w 6545688"/>
              <a:gd name="connsiteY6148" fmla="*/ 1641461 h 3341254"/>
              <a:gd name="connsiteX6149" fmla="*/ 1296449 w 6545688"/>
              <a:gd name="connsiteY6149" fmla="*/ 1639462 h 3341254"/>
              <a:gd name="connsiteX6150" fmla="*/ 1329034 w 6545688"/>
              <a:gd name="connsiteY6150" fmla="*/ 1639462 h 3341254"/>
              <a:gd name="connsiteX6151" fmla="*/ 1331037 w 6545688"/>
              <a:gd name="connsiteY6151" fmla="*/ 1640614 h 3341254"/>
              <a:gd name="connsiteX6152" fmla="*/ 1347324 w 6545688"/>
              <a:gd name="connsiteY6152" fmla="*/ 1668821 h 3341254"/>
              <a:gd name="connsiteX6153" fmla="*/ 1347324 w 6545688"/>
              <a:gd name="connsiteY6153" fmla="*/ 1671126 h 3341254"/>
              <a:gd name="connsiteX6154" fmla="*/ 1331037 w 6545688"/>
              <a:gd name="connsiteY6154" fmla="*/ 1699332 h 3341254"/>
              <a:gd name="connsiteX6155" fmla="*/ 1329034 w 6545688"/>
              <a:gd name="connsiteY6155" fmla="*/ 1700484 h 3341254"/>
              <a:gd name="connsiteX6156" fmla="*/ 1296449 w 6545688"/>
              <a:gd name="connsiteY6156" fmla="*/ 1700484 h 3341254"/>
              <a:gd name="connsiteX6157" fmla="*/ 1294456 w 6545688"/>
              <a:gd name="connsiteY6157" fmla="*/ 1699332 h 3341254"/>
              <a:gd name="connsiteX6158" fmla="*/ 1278159 w 6545688"/>
              <a:gd name="connsiteY6158" fmla="*/ 1671126 h 3341254"/>
              <a:gd name="connsiteX6159" fmla="*/ 1278159 w 6545688"/>
              <a:gd name="connsiteY6159" fmla="*/ 1668821 h 3341254"/>
              <a:gd name="connsiteX6160" fmla="*/ 1294456 w 6545688"/>
              <a:gd name="connsiteY6160" fmla="*/ 1640614 h 3341254"/>
              <a:gd name="connsiteX6161" fmla="*/ 1296449 w 6545688"/>
              <a:gd name="connsiteY6161" fmla="*/ 1639462 h 3341254"/>
              <a:gd name="connsiteX6162" fmla="*/ 198663 w 6545688"/>
              <a:gd name="connsiteY6162" fmla="*/ 1639462 h 3341254"/>
              <a:gd name="connsiteX6163" fmla="*/ 231247 w 6545688"/>
              <a:gd name="connsiteY6163" fmla="*/ 1639462 h 3341254"/>
              <a:gd name="connsiteX6164" fmla="*/ 233242 w 6545688"/>
              <a:gd name="connsiteY6164" fmla="*/ 1640614 h 3341254"/>
              <a:gd name="connsiteX6165" fmla="*/ 249541 w 6545688"/>
              <a:gd name="connsiteY6165" fmla="*/ 1668821 h 3341254"/>
              <a:gd name="connsiteX6166" fmla="*/ 249541 w 6545688"/>
              <a:gd name="connsiteY6166" fmla="*/ 1671126 h 3341254"/>
              <a:gd name="connsiteX6167" fmla="*/ 233242 w 6545688"/>
              <a:gd name="connsiteY6167" fmla="*/ 1699332 h 3341254"/>
              <a:gd name="connsiteX6168" fmla="*/ 231247 w 6545688"/>
              <a:gd name="connsiteY6168" fmla="*/ 1700484 h 3341254"/>
              <a:gd name="connsiteX6169" fmla="*/ 198663 w 6545688"/>
              <a:gd name="connsiteY6169" fmla="*/ 1700484 h 3341254"/>
              <a:gd name="connsiteX6170" fmla="*/ 196664 w 6545688"/>
              <a:gd name="connsiteY6170" fmla="*/ 1699332 h 3341254"/>
              <a:gd name="connsiteX6171" fmla="*/ 180368 w 6545688"/>
              <a:gd name="connsiteY6171" fmla="*/ 1671126 h 3341254"/>
              <a:gd name="connsiteX6172" fmla="*/ 180368 w 6545688"/>
              <a:gd name="connsiteY6172" fmla="*/ 1668821 h 3341254"/>
              <a:gd name="connsiteX6173" fmla="*/ 196664 w 6545688"/>
              <a:gd name="connsiteY6173" fmla="*/ 1640614 h 3341254"/>
              <a:gd name="connsiteX6174" fmla="*/ 198663 w 6545688"/>
              <a:gd name="connsiteY6174" fmla="*/ 1639462 h 3341254"/>
              <a:gd name="connsiteX6175" fmla="*/ 3857444 w 6545688"/>
              <a:gd name="connsiteY6175" fmla="*/ 1638617 h 3341254"/>
              <a:gd name="connsiteX6176" fmla="*/ 3890877 w 6545688"/>
              <a:gd name="connsiteY6176" fmla="*/ 1638617 h 3341254"/>
              <a:gd name="connsiteX6177" fmla="*/ 3892951 w 6545688"/>
              <a:gd name="connsiteY6177" fmla="*/ 1639770 h 3341254"/>
              <a:gd name="connsiteX6178" fmla="*/ 3909629 w 6545688"/>
              <a:gd name="connsiteY6178" fmla="*/ 1668745 h 3341254"/>
              <a:gd name="connsiteX6179" fmla="*/ 3909629 w 6545688"/>
              <a:gd name="connsiteY6179" fmla="*/ 1671127 h 3341254"/>
              <a:gd name="connsiteX6180" fmla="*/ 3892875 w 6545688"/>
              <a:gd name="connsiteY6180" fmla="*/ 1700101 h 3341254"/>
              <a:gd name="connsiteX6181" fmla="*/ 3890799 w 6545688"/>
              <a:gd name="connsiteY6181" fmla="*/ 1701253 h 3341254"/>
              <a:gd name="connsiteX6182" fmla="*/ 3857368 w 6545688"/>
              <a:gd name="connsiteY6182" fmla="*/ 1701253 h 3341254"/>
              <a:gd name="connsiteX6183" fmla="*/ 3855293 w 6545688"/>
              <a:gd name="connsiteY6183" fmla="*/ 1700101 h 3341254"/>
              <a:gd name="connsiteX6184" fmla="*/ 3838616 w 6545688"/>
              <a:gd name="connsiteY6184" fmla="*/ 1671127 h 3341254"/>
              <a:gd name="connsiteX6185" fmla="*/ 3838616 w 6545688"/>
              <a:gd name="connsiteY6185" fmla="*/ 1668745 h 3341254"/>
              <a:gd name="connsiteX6186" fmla="*/ 3855369 w 6545688"/>
              <a:gd name="connsiteY6186" fmla="*/ 1639770 h 3341254"/>
              <a:gd name="connsiteX6187" fmla="*/ 3857444 w 6545688"/>
              <a:gd name="connsiteY6187" fmla="*/ 1638617 h 3341254"/>
              <a:gd name="connsiteX6188" fmla="*/ 4237030 w 6545688"/>
              <a:gd name="connsiteY6188" fmla="*/ 1584973 h 3341254"/>
              <a:gd name="connsiteX6189" fmla="*/ 4243177 w 6545688"/>
              <a:gd name="connsiteY6189" fmla="*/ 1584973 h 3341254"/>
              <a:gd name="connsiteX6190" fmla="*/ 4243562 w 6545688"/>
              <a:gd name="connsiteY6190" fmla="*/ 1585204 h 3341254"/>
              <a:gd name="connsiteX6191" fmla="*/ 4246636 w 6545688"/>
              <a:gd name="connsiteY6191" fmla="*/ 1590507 h 3341254"/>
              <a:gd name="connsiteX6192" fmla="*/ 4246636 w 6545688"/>
              <a:gd name="connsiteY6192" fmla="*/ 1590968 h 3341254"/>
              <a:gd name="connsiteX6193" fmla="*/ 4243562 w 6545688"/>
              <a:gd name="connsiteY6193" fmla="*/ 1596271 h 3341254"/>
              <a:gd name="connsiteX6194" fmla="*/ 4243177 w 6545688"/>
              <a:gd name="connsiteY6194" fmla="*/ 1596500 h 3341254"/>
              <a:gd name="connsiteX6195" fmla="*/ 4237030 w 6545688"/>
              <a:gd name="connsiteY6195" fmla="*/ 1596500 h 3341254"/>
              <a:gd name="connsiteX6196" fmla="*/ 4236645 w 6545688"/>
              <a:gd name="connsiteY6196" fmla="*/ 1596271 h 3341254"/>
              <a:gd name="connsiteX6197" fmla="*/ 4233570 w 6545688"/>
              <a:gd name="connsiteY6197" fmla="*/ 1590968 h 3341254"/>
              <a:gd name="connsiteX6198" fmla="*/ 4233570 w 6545688"/>
              <a:gd name="connsiteY6198" fmla="*/ 1590507 h 3341254"/>
              <a:gd name="connsiteX6199" fmla="*/ 4236645 w 6545688"/>
              <a:gd name="connsiteY6199" fmla="*/ 1585204 h 3341254"/>
              <a:gd name="connsiteX6200" fmla="*/ 4237030 w 6545688"/>
              <a:gd name="connsiteY6200" fmla="*/ 1584973 h 3341254"/>
              <a:gd name="connsiteX6201" fmla="*/ 5333514 w 6545688"/>
              <a:gd name="connsiteY6201" fmla="*/ 1582590 h 3341254"/>
              <a:gd name="connsiteX6202" fmla="*/ 5342199 w 6545688"/>
              <a:gd name="connsiteY6202" fmla="*/ 1582590 h 3341254"/>
              <a:gd name="connsiteX6203" fmla="*/ 5342737 w 6545688"/>
              <a:gd name="connsiteY6203" fmla="*/ 1582897 h 3341254"/>
              <a:gd name="connsiteX6204" fmla="*/ 5347041 w 6545688"/>
              <a:gd name="connsiteY6204" fmla="*/ 1590429 h 3341254"/>
              <a:gd name="connsiteX6205" fmla="*/ 5347041 w 6545688"/>
              <a:gd name="connsiteY6205" fmla="*/ 1591044 h 3341254"/>
              <a:gd name="connsiteX6206" fmla="*/ 5342737 w 6545688"/>
              <a:gd name="connsiteY6206" fmla="*/ 1598575 h 3341254"/>
              <a:gd name="connsiteX6207" fmla="*/ 5342199 w 6545688"/>
              <a:gd name="connsiteY6207" fmla="*/ 1598883 h 3341254"/>
              <a:gd name="connsiteX6208" fmla="*/ 5333514 w 6545688"/>
              <a:gd name="connsiteY6208" fmla="*/ 1598883 h 3341254"/>
              <a:gd name="connsiteX6209" fmla="*/ 5332976 w 6545688"/>
              <a:gd name="connsiteY6209" fmla="*/ 1598575 h 3341254"/>
              <a:gd name="connsiteX6210" fmla="*/ 5328672 w 6545688"/>
              <a:gd name="connsiteY6210" fmla="*/ 1591044 h 3341254"/>
              <a:gd name="connsiteX6211" fmla="*/ 5328672 w 6545688"/>
              <a:gd name="connsiteY6211" fmla="*/ 1590429 h 3341254"/>
              <a:gd name="connsiteX6212" fmla="*/ 5332976 w 6545688"/>
              <a:gd name="connsiteY6212" fmla="*/ 1582897 h 3341254"/>
              <a:gd name="connsiteX6213" fmla="*/ 5333514 w 6545688"/>
              <a:gd name="connsiteY6213" fmla="*/ 1582590 h 3341254"/>
              <a:gd name="connsiteX6214" fmla="*/ 1948683 w 6545688"/>
              <a:gd name="connsiteY6214" fmla="*/ 1582590 h 3341254"/>
              <a:gd name="connsiteX6215" fmla="*/ 1957369 w 6545688"/>
              <a:gd name="connsiteY6215" fmla="*/ 1582590 h 3341254"/>
              <a:gd name="connsiteX6216" fmla="*/ 1957906 w 6545688"/>
              <a:gd name="connsiteY6216" fmla="*/ 1582897 h 3341254"/>
              <a:gd name="connsiteX6217" fmla="*/ 1962210 w 6545688"/>
              <a:gd name="connsiteY6217" fmla="*/ 1590429 h 3341254"/>
              <a:gd name="connsiteX6218" fmla="*/ 1962210 w 6545688"/>
              <a:gd name="connsiteY6218" fmla="*/ 1591044 h 3341254"/>
              <a:gd name="connsiteX6219" fmla="*/ 1957906 w 6545688"/>
              <a:gd name="connsiteY6219" fmla="*/ 1598575 h 3341254"/>
              <a:gd name="connsiteX6220" fmla="*/ 1957369 w 6545688"/>
              <a:gd name="connsiteY6220" fmla="*/ 1598883 h 3341254"/>
              <a:gd name="connsiteX6221" fmla="*/ 1948683 w 6545688"/>
              <a:gd name="connsiteY6221" fmla="*/ 1598883 h 3341254"/>
              <a:gd name="connsiteX6222" fmla="*/ 1948146 w 6545688"/>
              <a:gd name="connsiteY6222" fmla="*/ 1598575 h 3341254"/>
              <a:gd name="connsiteX6223" fmla="*/ 1943842 w 6545688"/>
              <a:gd name="connsiteY6223" fmla="*/ 1591044 h 3341254"/>
              <a:gd name="connsiteX6224" fmla="*/ 1943842 w 6545688"/>
              <a:gd name="connsiteY6224" fmla="*/ 1590429 h 3341254"/>
              <a:gd name="connsiteX6225" fmla="*/ 1948146 w 6545688"/>
              <a:gd name="connsiteY6225" fmla="*/ 1582897 h 3341254"/>
              <a:gd name="connsiteX6226" fmla="*/ 1948683 w 6545688"/>
              <a:gd name="connsiteY6226" fmla="*/ 1582590 h 3341254"/>
              <a:gd name="connsiteX6227" fmla="*/ 5515660 w 6545688"/>
              <a:gd name="connsiteY6227" fmla="*/ 1581054 h 3341254"/>
              <a:gd name="connsiteX6228" fmla="*/ 5525957 w 6545688"/>
              <a:gd name="connsiteY6228" fmla="*/ 1581054 h 3341254"/>
              <a:gd name="connsiteX6229" fmla="*/ 5526573 w 6545688"/>
              <a:gd name="connsiteY6229" fmla="*/ 1581437 h 3341254"/>
              <a:gd name="connsiteX6230" fmla="*/ 5531723 w 6545688"/>
              <a:gd name="connsiteY6230" fmla="*/ 1590353 h 3341254"/>
              <a:gd name="connsiteX6231" fmla="*/ 5531723 w 6545688"/>
              <a:gd name="connsiteY6231" fmla="*/ 1591046 h 3341254"/>
              <a:gd name="connsiteX6232" fmla="*/ 5526573 w 6545688"/>
              <a:gd name="connsiteY6232" fmla="*/ 1599959 h 3341254"/>
              <a:gd name="connsiteX6233" fmla="*/ 5525957 w 6545688"/>
              <a:gd name="connsiteY6233" fmla="*/ 1600345 h 3341254"/>
              <a:gd name="connsiteX6234" fmla="*/ 5515660 w 6545688"/>
              <a:gd name="connsiteY6234" fmla="*/ 1600345 h 3341254"/>
              <a:gd name="connsiteX6235" fmla="*/ 5515045 w 6545688"/>
              <a:gd name="connsiteY6235" fmla="*/ 1599959 h 3341254"/>
              <a:gd name="connsiteX6236" fmla="*/ 5509896 w 6545688"/>
              <a:gd name="connsiteY6236" fmla="*/ 1591046 h 3341254"/>
              <a:gd name="connsiteX6237" fmla="*/ 5509896 w 6545688"/>
              <a:gd name="connsiteY6237" fmla="*/ 1590353 h 3341254"/>
              <a:gd name="connsiteX6238" fmla="*/ 5515045 w 6545688"/>
              <a:gd name="connsiteY6238" fmla="*/ 1581437 h 3341254"/>
              <a:gd name="connsiteX6239" fmla="*/ 5515660 w 6545688"/>
              <a:gd name="connsiteY6239" fmla="*/ 1581054 h 3341254"/>
              <a:gd name="connsiteX6240" fmla="*/ 1855999 w 6545688"/>
              <a:gd name="connsiteY6240" fmla="*/ 1580207 h 3341254"/>
              <a:gd name="connsiteX6241" fmla="*/ 1867219 w 6545688"/>
              <a:gd name="connsiteY6241" fmla="*/ 1580207 h 3341254"/>
              <a:gd name="connsiteX6242" fmla="*/ 1867910 w 6545688"/>
              <a:gd name="connsiteY6242" fmla="*/ 1580591 h 3341254"/>
              <a:gd name="connsiteX6243" fmla="*/ 1873520 w 6545688"/>
              <a:gd name="connsiteY6243" fmla="*/ 1590275 h 3341254"/>
              <a:gd name="connsiteX6244" fmla="*/ 1873520 w 6545688"/>
              <a:gd name="connsiteY6244" fmla="*/ 1591044 h 3341254"/>
              <a:gd name="connsiteX6245" fmla="*/ 1867910 w 6545688"/>
              <a:gd name="connsiteY6245" fmla="*/ 1600726 h 3341254"/>
              <a:gd name="connsiteX6246" fmla="*/ 1867219 w 6545688"/>
              <a:gd name="connsiteY6246" fmla="*/ 1601112 h 3341254"/>
              <a:gd name="connsiteX6247" fmla="*/ 1855999 w 6545688"/>
              <a:gd name="connsiteY6247" fmla="*/ 1601112 h 3341254"/>
              <a:gd name="connsiteX6248" fmla="*/ 1855306 w 6545688"/>
              <a:gd name="connsiteY6248" fmla="*/ 1600726 h 3341254"/>
              <a:gd name="connsiteX6249" fmla="*/ 1849696 w 6545688"/>
              <a:gd name="connsiteY6249" fmla="*/ 1591044 h 3341254"/>
              <a:gd name="connsiteX6250" fmla="*/ 1849696 w 6545688"/>
              <a:gd name="connsiteY6250" fmla="*/ 1590275 h 3341254"/>
              <a:gd name="connsiteX6251" fmla="*/ 1855306 w 6545688"/>
              <a:gd name="connsiteY6251" fmla="*/ 1580591 h 3341254"/>
              <a:gd name="connsiteX6252" fmla="*/ 1855999 w 6545688"/>
              <a:gd name="connsiteY6252" fmla="*/ 1580207 h 3341254"/>
              <a:gd name="connsiteX6253" fmla="*/ 1490017 w 6545688"/>
              <a:gd name="connsiteY6253" fmla="*/ 1580207 h 3341254"/>
              <a:gd name="connsiteX6254" fmla="*/ 1501237 w 6545688"/>
              <a:gd name="connsiteY6254" fmla="*/ 1580207 h 3341254"/>
              <a:gd name="connsiteX6255" fmla="*/ 1501928 w 6545688"/>
              <a:gd name="connsiteY6255" fmla="*/ 1580591 h 3341254"/>
              <a:gd name="connsiteX6256" fmla="*/ 1507538 w 6545688"/>
              <a:gd name="connsiteY6256" fmla="*/ 1590275 h 3341254"/>
              <a:gd name="connsiteX6257" fmla="*/ 1507538 w 6545688"/>
              <a:gd name="connsiteY6257" fmla="*/ 1591044 h 3341254"/>
              <a:gd name="connsiteX6258" fmla="*/ 1501928 w 6545688"/>
              <a:gd name="connsiteY6258" fmla="*/ 1600726 h 3341254"/>
              <a:gd name="connsiteX6259" fmla="*/ 1501237 w 6545688"/>
              <a:gd name="connsiteY6259" fmla="*/ 1601112 h 3341254"/>
              <a:gd name="connsiteX6260" fmla="*/ 1490017 w 6545688"/>
              <a:gd name="connsiteY6260" fmla="*/ 1601112 h 3341254"/>
              <a:gd name="connsiteX6261" fmla="*/ 1489324 w 6545688"/>
              <a:gd name="connsiteY6261" fmla="*/ 1600726 h 3341254"/>
              <a:gd name="connsiteX6262" fmla="*/ 1483714 w 6545688"/>
              <a:gd name="connsiteY6262" fmla="*/ 1591044 h 3341254"/>
              <a:gd name="connsiteX6263" fmla="*/ 1483714 w 6545688"/>
              <a:gd name="connsiteY6263" fmla="*/ 1590275 h 3341254"/>
              <a:gd name="connsiteX6264" fmla="*/ 1489324 w 6545688"/>
              <a:gd name="connsiteY6264" fmla="*/ 1580591 h 3341254"/>
              <a:gd name="connsiteX6265" fmla="*/ 1490017 w 6545688"/>
              <a:gd name="connsiteY6265" fmla="*/ 1580207 h 3341254"/>
              <a:gd name="connsiteX6266" fmla="*/ 4507941 w 6545688"/>
              <a:gd name="connsiteY6266" fmla="*/ 1578364 h 3341254"/>
              <a:gd name="connsiteX6267" fmla="*/ 4521084 w 6545688"/>
              <a:gd name="connsiteY6267" fmla="*/ 1578364 h 3341254"/>
              <a:gd name="connsiteX6268" fmla="*/ 4521851 w 6545688"/>
              <a:gd name="connsiteY6268" fmla="*/ 1578825 h 3341254"/>
              <a:gd name="connsiteX6269" fmla="*/ 4528384 w 6545688"/>
              <a:gd name="connsiteY6269" fmla="*/ 1590199 h 3341254"/>
              <a:gd name="connsiteX6270" fmla="*/ 4528384 w 6545688"/>
              <a:gd name="connsiteY6270" fmla="*/ 1591122 h 3341254"/>
              <a:gd name="connsiteX6271" fmla="*/ 4521776 w 6545688"/>
              <a:gd name="connsiteY6271" fmla="*/ 1602496 h 3341254"/>
              <a:gd name="connsiteX6272" fmla="*/ 4521007 w 6545688"/>
              <a:gd name="connsiteY6272" fmla="*/ 1602957 h 3341254"/>
              <a:gd name="connsiteX6273" fmla="*/ 4507865 w 6545688"/>
              <a:gd name="connsiteY6273" fmla="*/ 1602957 h 3341254"/>
              <a:gd name="connsiteX6274" fmla="*/ 4507097 w 6545688"/>
              <a:gd name="connsiteY6274" fmla="*/ 1602496 h 3341254"/>
              <a:gd name="connsiteX6275" fmla="*/ 4500563 w 6545688"/>
              <a:gd name="connsiteY6275" fmla="*/ 1591122 h 3341254"/>
              <a:gd name="connsiteX6276" fmla="*/ 4500563 w 6545688"/>
              <a:gd name="connsiteY6276" fmla="*/ 1590199 h 3341254"/>
              <a:gd name="connsiteX6277" fmla="*/ 4507172 w 6545688"/>
              <a:gd name="connsiteY6277" fmla="*/ 1578825 h 3341254"/>
              <a:gd name="connsiteX6278" fmla="*/ 4507941 w 6545688"/>
              <a:gd name="connsiteY6278" fmla="*/ 1578364 h 3341254"/>
              <a:gd name="connsiteX6279" fmla="*/ 5422435 w 6545688"/>
              <a:gd name="connsiteY6279" fmla="*/ 1577825 h 3341254"/>
              <a:gd name="connsiteX6280" fmla="*/ 5436191 w 6545688"/>
              <a:gd name="connsiteY6280" fmla="*/ 1577825 h 3341254"/>
              <a:gd name="connsiteX6281" fmla="*/ 5437036 w 6545688"/>
              <a:gd name="connsiteY6281" fmla="*/ 1578286 h 3341254"/>
              <a:gd name="connsiteX6282" fmla="*/ 5443877 w 6545688"/>
              <a:gd name="connsiteY6282" fmla="*/ 1590197 h 3341254"/>
              <a:gd name="connsiteX6283" fmla="*/ 5443877 w 6545688"/>
              <a:gd name="connsiteY6283" fmla="*/ 1591198 h 3341254"/>
              <a:gd name="connsiteX6284" fmla="*/ 5437036 w 6545688"/>
              <a:gd name="connsiteY6284" fmla="*/ 1603109 h 3341254"/>
              <a:gd name="connsiteX6285" fmla="*/ 5436191 w 6545688"/>
              <a:gd name="connsiteY6285" fmla="*/ 1603570 h 3341254"/>
              <a:gd name="connsiteX6286" fmla="*/ 5422435 w 6545688"/>
              <a:gd name="connsiteY6286" fmla="*/ 1603570 h 3341254"/>
              <a:gd name="connsiteX6287" fmla="*/ 5421589 w 6545688"/>
              <a:gd name="connsiteY6287" fmla="*/ 1603109 h 3341254"/>
              <a:gd name="connsiteX6288" fmla="*/ 5414750 w 6545688"/>
              <a:gd name="connsiteY6288" fmla="*/ 1591198 h 3341254"/>
              <a:gd name="connsiteX6289" fmla="*/ 5414750 w 6545688"/>
              <a:gd name="connsiteY6289" fmla="*/ 1590197 h 3341254"/>
              <a:gd name="connsiteX6290" fmla="*/ 5421589 w 6545688"/>
              <a:gd name="connsiteY6290" fmla="*/ 1578286 h 3341254"/>
              <a:gd name="connsiteX6291" fmla="*/ 5422435 w 6545688"/>
              <a:gd name="connsiteY6291" fmla="*/ 1577825 h 3341254"/>
              <a:gd name="connsiteX6292" fmla="*/ 1579783 w 6545688"/>
              <a:gd name="connsiteY6292" fmla="*/ 1576826 h 3341254"/>
              <a:gd name="connsiteX6293" fmla="*/ 1594538 w 6545688"/>
              <a:gd name="connsiteY6293" fmla="*/ 1576826 h 3341254"/>
              <a:gd name="connsiteX6294" fmla="*/ 1595461 w 6545688"/>
              <a:gd name="connsiteY6294" fmla="*/ 1577363 h 3341254"/>
              <a:gd name="connsiteX6295" fmla="*/ 1602839 w 6545688"/>
              <a:gd name="connsiteY6295" fmla="*/ 1590199 h 3341254"/>
              <a:gd name="connsiteX6296" fmla="*/ 1602839 w 6545688"/>
              <a:gd name="connsiteY6296" fmla="*/ 1591274 h 3341254"/>
              <a:gd name="connsiteX6297" fmla="*/ 1595461 w 6545688"/>
              <a:gd name="connsiteY6297" fmla="*/ 1604110 h 3341254"/>
              <a:gd name="connsiteX6298" fmla="*/ 1594538 w 6545688"/>
              <a:gd name="connsiteY6298" fmla="*/ 1604647 h 3341254"/>
              <a:gd name="connsiteX6299" fmla="*/ 1579783 w 6545688"/>
              <a:gd name="connsiteY6299" fmla="*/ 1604647 h 3341254"/>
              <a:gd name="connsiteX6300" fmla="*/ 1578860 w 6545688"/>
              <a:gd name="connsiteY6300" fmla="*/ 1604110 h 3341254"/>
              <a:gd name="connsiteX6301" fmla="*/ 1571483 w 6545688"/>
              <a:gd name="connsiteY6301" fmla="*/ 1591274 h 3341254"/>
              <a:gd name="connsiteX6302" fmla="*/ 1571483 w 6545688"/>
              <a:gd name="connsiteY6302" fmla="*/ 1590199 h 3341254"/>
              <a:gd name="connsiteX6303" fmla="*/ 1578860 w 6545688"/>
              <a:gd name="connsiteY6303" fmla="*/ 1577363 h 3341254"/>
              <a:gd name="connsiteX6304" fmla="*/ 1579783 w 6545688"/>
              <a:gd name="connsiteY6304" fmla="*/ 1576826 h 3341254"/>
              <a:gd name="connsiteX6305" fmla="*/ 5604657 w 6545688"/>
              <a:gd name="connsiteY6305" fmla="*/ 1576289 h 3341254"/>
              <a:gd name="connsiteX6306" fmla="*/ 5620027 w 6545688"/>
              <a:gd name="connsiteY6306" fmla="*/ 1576289 h 3341254"/>
              <a:gd name="connsiteX6307" fmla="*/ 5620950 w 6545688"/>
              <a:gd name="connsiteY6307" fmla="*/ 1576826 h 3341254"/>
              <a:gd name="connsiteX6308" fmla="*/ 5628635 w 6545688"/>
              <a:gd name="connsiteY6308" fmla="*/ 1590123 h 3341254"/>
              <a:gd name="connsiteX6309" fmla="*/ 5628635 w 6545688"/>
              <a:gd name="connsiteY6309" fmla="*/ 1591198 h 3341254"/>
              <a:gd name="connsiteX6310" fmla="*/ 5620950 w 6545688"/>
              <a:gd name="connsiteY6310" fmla="*/ 1604495 h 3341254"/>
              <a:gd name="connsiteX6311" fmla="*/ 5620027 w 6545688"/>
              <a:gd name="connsiteY6311" fmla="*/ 1605032 h 3341254"/>
              <a:gd name="connsiteX6312" fmla="*/ 5604657 w 6545688"/>
              <a:gd name="connsiteY6312" fmla="*/ 1605032 h 3341254"/>
              <a:gd name="connsiteX6313" fmla="*/ 5603734 w 6545688"/>
              <a:gd name="connsiteY6313" fmla="*/ 1604495 h 3341254"/>
              <a:gd name="connsiteX6314" fmla="*/ 5596049 w 6545688"/>
              <a:gd name="connsiteY6314" fmla="*/ 1591198 h 3341254"/>
              <a:gd name="connsiteX6315" fmla="*/ 5596049 w 6545688"/>
              <a:gd name="connsiteY6315" fmla="*/ 1590123 h 3341254"/>
              <a:gd name="connsiteX6316" fmla="*/ 5603734 w 6545688"/>
              <a:gd name="connsiteY6316" fmla="*/ 1576826 h 3341254"/>
              <a:gd name="connsiteX6317" fmla="*/ 5604657 w 6545688"/>
              <a:gd name="connsiteY6317" fmla="*/ 1576289 h 3341254"/>
              <a:gd name="connsiteX6318" fmla="*/ 5238292 w 6545688"/>
              <a:gd name="connsiteY6318" fmla="*/ 1575598 h 3341254"/>
              <a:gd name="connsiteX6319" fmla="*/ 5254431 w 6545688"/>
              <a:gd name="connsiteY6319" fmla="*/ 1575598 h 3341254"/>
              <a:gd name="connsiteX6320" fmla="*/ 5255430 w 6545688"/>
              <a:gd name="connsiteY6320" fmla="*/ 1576135 h 3341254"/>
              <a:gd name="connsiteX6321" fmla="*/ 5263500 w 6545688"/>
              <a:gd name="connsiteY6321" fmla="*/ 1590123 h 3341254"/>
              <a:gd name="connsiteX6322" fmla="*/ 5263500 w 6545688"/>
              <a:gd name="connsiteY6322" fmla="*/ 1591276 h 3341254"/>
              <a:gd name="connsiteX6323" fmla="*/ 5255430 w 6545688"/>
              <a:gd name="connsiteY6323" fmla="*/ 1605264 h 3341254"/>
              <a:gd name="connsiteX6324" fmla="*/ 5254431 w 6545688"/>
              <a:gd name="connsiteY6324" fmla="*/ 1605801 h 3341254"/>
              <a:gd name="connsiteX6325" fmla="*/ 5238292 w 6545688"/>
              <a:gd name="connsiteY6325" fmla="*/ 1605801 h 3341254"/>
              <a:gd name="connsiteX6326" fmla="*/ 5237293 w 6545688"/>
              <a:gd name="connsiteY6326" fmla="*/ 1605264 h 3341254"/>
              <a:gd name="connsiteX6327" fmla="*/ 5229222 w 6545688"/>
              <a:gd name="connsiteY6327" fmla="*/ 1591276 h 3341254"/>
              <a:gd name="connsiteX6328" fmla="*/ 5229222 w 6545688"/>
              <a:gd name="connsiteY6328" fmla="*/ 1590123 h 3341254"/>
              <a:gd name="connsiteX6329" fmla="*/ 5237293 w 6545688"/>
              <a:gd name="connsiteY6329" fmla="*/ 1576135 h 3341254"/>
              <a:gd name="connsiteX6330" fmla="*/ 5238292 w 6545688"/>
              <a:gd name="connsiteY6330" fmla="*/ 1575598 h 3341254"/>
              <a:gd name="connsiteX6331" fmla="*/ 1761698 w 6545688"/>
              <a:gd name="connsiteY6331" fmla="*/ 1575058 h 3341254"/>
              <a:gd name="connsiteX6332" fmla="*/ 1778452 w 6545688"/>
              <a:gd name="connsiteY6332" fmla="*/ 1575058 h 3341254"/>
              <a:gd name="connsiteX6333" fmla="*/ 1779451 w 6545688"/>
              <a:gd name="connsiteY6333" fmla="*/ 1575674 h 3341254"/>
              <a:gd name="connsiteX6334" fmla="*/ 1787827 w 6545688"/>
              <a:gd name="connsiteY6334" fmla="*/ 1590199 h 3341254"/>
              <a:gd name="connsiteX6335" fmla="*/ 1787827 w 6545688"/>
              <a:gd name="connsiteY6335" fmla="*/ 1591352 h 3341254"/>
              <a:gd name="connsiteX6336" fmla="*/ 1779451 w 6545688"/>
              <a:gd name="connsiteY6336" fmla="*/ 1605877 h 3341254"/>
              <a:gd name="connsiteX6337" fmla="*/ 1778452 w 6545688"/>
              <a:gd name="connsiteY6337" fmla="*/ 1606492 h 3341254"/>
              <a:gd name="connsiteX6338" fmla="*/ 1761698 w 6545688"/>
              <a:gd name="connsiteY6338" fmla="*/ 1606492 h 3341254"/>
              <a:gd name="connsiteX6339" fmla="*/ 1760697 w 6545688"/>
              <a:gd name="connsiteY6339" fmla="*/ 1605877 h 3341254"/>
              <a:gd name="connsiteX6340" fmla="*/ 1752321 w 6545688"/>
              <a:gd name="connsiteY6340" fmla="*/ 1591352 h 3341254"/>
              <a:gd name="connsiteX6341" fmla="*/ 1752321 w 6545688"/>
              <a:gd name="connsiteY6341" fmla="*/ 1590199 h 3341254"/>
              <a:gd name="connsiteX6342" fmla="*/ 1760697 w 6545688"/>
              <a:gd name="connsiteY6342" fmla="*/ 1575674 h 3341254"/>
              <a:gd name="connsiteX6343" fmla="*/ 1761698 w 6545688"/>
              <a:gd name="connsiteY6343" fmla="*/ 1575058 h 3341254"/>
              <a:gd name="connsiteX6344" fmla="*/ 5054763 w 6545688"/>
              <a:gd name="connsiteY6344" fmla="*/ 1574367 h 3341254"/>
              <a:gd name="connsiteX6345" fmla="*/ 5072209 w 6545688"/>
              <a:gd name="connsiteY6345" fmla="*/ 1574367 h 3341254"/>
              <a:gd name="connsiteX6346" fmla="*/ 5073285 w 6545688"/>
              <a:gd name="connsiteY6346" fmla="*/ 1574982 h 3341254"/>
              <a:gd name="connsiteX6347" fmla="*/ 5082045 w 6545688"/>
              <a:gd name="connsiteY6347" fmla="*/ 1590123 h 3341254"/>
              <a:gd name="connsiteX6348" fmla="*/ 5082045 w 6545688"/>
              <a:gd name="connsiteY6348" fmla="*/ 1591352 h 3341254"/>
              <a:gd name="connsiteX6349" fmla="*/ 5073285 w 6545688"/>
              <a:gd name="connsiteY6349" fmla="*/ 1606492 h 3341254"/>
              <a:gd name="connsiteX6350" fmla="*/ 5072209 w 6545688"/>
              <a:gd name="connsiteY6350" fmla="*/ 1607107 h 3341254"/>
              <a:gd name="connsiteX6351" fmla="*/ 5054763 w 6545688"/>
              <a:gd name="connsiteY6351" fmla="*/ 1607107 h 3341254"/>
              <a:gd name="connsiteX6352" fmla="*/ 5053687 w 6545688"/>
              <a:gd name="connsiteY6352" fmla="*/ 1606492 h 3341254"/>
              <a:gd name="connsiteX6353" fmla="*/ 5044925 w 6545688"/>
              <a:gd name="connsiteY6353" fmla="*/ 1591352 h 3341254"/>
              <a:gd name="connsiteX6354" fmla="*/ 5044925 w 6545688"/>
              <a:gd name="connsiteY6354" fmla="*/ 1590123 h 3341254"/>
              <a:gd name="connsiteX6355" fmla="*/ 5053687 w 6545688"/>
              <a:gd name="connsiteY6355" fmla="*/ 1574982 h 3341254"/>
              <a:gd name="connsiteX6356" fmla="*/ 5054763 w 6545688"/>
              <a:gd name="connsiteY6356" fmla="*/ 1574367 h 3341254"/>
              <a:gd name="connsiteX6357" fmla="*/ 1669856 w 6545688"/>
              <a:gd name="connsiteY6357" fmla="*/ 1574214 h 3341254"/>
              <a:gd name="connsiteX6358" fmla="*/ 1687456 w 6545688"/>
              <a:gd name="connsiteY6358" fmla="*/ 1574214 h 3341254"/>
              <a:gd name="connsiteX6359" fmla="*/ 1688532 w 6545688"/>
              <a:gd name="connsiteY6359" fmla="*/ 1574829 h 3341254"/>
              <a:gd name="connsiteX6360" fmla="*/ 1697370 w 6545688"/>
              <a:gd name="connsiteY6360" fmla="*/ 1590123 h 3341254"/>
              <a:gd name="connsiteX6361" fmla="*/ 1697370 w 6545688"/>
              <a:gd name="connsiteY6361" fmla="*/ 1591352 h 3341254"/>
              <a:gd name="connsiteX6362" fmla="*/ 1688532 w 6545688"/>
              <a:gd name="connsiteY6362" fmla="*/ 1606646 h 3341254"/>
              <a:gd name="connsiteX6363" fmla="*/ 1687456 w 6545688"/>
              <a:gd name="connsiteY6363" fmla="*/ 1607261 h 3341254"/>
              <a:gd name="connsiteX6364" fmla="*/ 1669856 w 6545688"/>
              <a:gd name="connsiteY6364" fmla="*/ 1607261 h 3341254"/>
              <a:gd name="connsiteX6365" fmla="*/ 1668780 w 6545688"/>
              <a:gd name="connsiteY6365" fmla="*/ 1606646 h 3341254"/>
              <a:gd name="connsiteX6366" fmla="*/ 1659942 w 6545688"/>
              <a:gd name="connsiteY6366" fmla="*/ 1591352 h 3341254"/>
              <a:gd name="connsiteX6367" fmla="*/ 1659942 w 6545688"/>
              <a:gd name="connsiteY6367" fmla="*/ 1590123 h 3341254"/>
              <a:gd name="connsiteX6368" fmla="*/ 1668780 w 6545688"/>
              <a:gd name="connsiteY6368" fmla="*/ 1574829 h 3341254"/>
              <a:gd name="connsiteX6369" fmla="*/ 1669856 w 6545688"/>
              <a:gd name="connsiteY6369" fmla="*/ 1574214 h 3341254"/>
              <a:gd name="connsiteX6370" fmla="*/ 5146065 w 6545688"/>
              <a:gd name="connsiteY6370" fmla="*/ 1574060 h 3341254"/>
              <a:gd name="connsiteX6371" fmla="*/ 5163820 w 6545688"/>
              <a:gd name="connsiteY6371" fmla="*/ 1574060 h 3341254"/>
              <a:gd name="connsiteX6372" fmla="*/ 5164894 w 6545688"/>
              <a:gd name="connsiteY6372" fmla="*/ 1574675 h 3341254"/>
              <a:gd name="connsiteX6373" fmla="*/ 5173810 w 6545688"/>
              <a:gd name="connsiteY6373" fmla="*/ 1590045 h 3341254"/>
              <a:gd name="connsiteX6374" fmla="*/ 5173810 w 6545688"/>
              <a:gd name="connsiteY6374" fmla="*/ 1591276 h 3341254"/>
              <a:gd name="connsiteX6375" fmla="*/ 5164894 w 6545688"/>
              <a:gd name="connsiteY6375" fmla="*/ 1606646 h 3341254"/>
              <a:gd name="connsiteX6376" fmla="*/ 5163820 w 6545688"/>
              <a:gd name="connsiteY6376" fmla="*/ 1607261 h 3341254"/>
              <a:gd name="connsiteX6377" fmla="*/ 5146065 w 6545688"/>
              <a:gd name="connsiteY6377" fmla="*/ 1607261 h 3341254"/>
              <a:gd name="connsiteX6378" fmla="*/ 5144990 w 6545688"/>
              <a:gd name="connsiteY6378" fmla="*/ 1606646 h 3341254"/>
              <a:gd name="connsiteX6379" fmla="*/ 5136075 w 6545688"/>
              <a:gd name="connsiteY6379" fmla="*/ 1591276 h 3341254"/>
              <a:gd name="connsiteX6380" fmla="*/ 5136075 w 6545688"/>
              <a:gd name="connsiteY6380" fmla="*/ 1590045 h 3341254"/>
              <a:gd name="connsiteX6381" fmla="*/ 5144990 w 6545688"/>
              <a:gd name="connsiteY6381" fmla="*/ 1574675 h 3341254"/>
              <a:gd name="connsiteX6382" fmla="*/ 5146065 w 6545688"/>
              <a:gd name="connsiteY6382" fmla="*/ 1574060 h 3341254"/>
              <a:gd name="connsiteX6383" fmla="*/ 4413488 w 6545688"/>
              <a:gd name="connsiteY6383" fmla="*/ 1572830 h 3341254"/>
              <a:gd name="connsiteX6384" fmla="*/ 4432625 w 6545688"/>
              <a:gd name="connsiteY6384" fmla="*/ 1572830 h 3341254"/>
              <a:gd name="connsiteX6385" fmla="*/ 4433777 w 6545688"/>
              <a:gd name="connsiteY6385" fmla="*/ 1573521 h 3341254"/>
              <a:gd name="connsiteX6386" fmla="*/ 4443308 w 6545688"/>
              <a:gd name="connsiteY6386" fmla="*/ 1590045 h 3341254"/>
              <a:gd name="connsiteX6387" fmla="*/ 4443308 w 6545688"/>
              <a:gd name="connsiteY6387" fmla="*/ 1591429 h 3341254"/>
              <a:gd name="connsiteX6388" fmla="*/ 4433777 w 6545688"/>
              <a:gd name="connsiteY6388" fmla="*/ 1607952 h 3341254"/>
              <a:gd name="connsiteX6389" fmla="*/ 4432625 w 6545688"/>
              <a:gd name="connsiteY6389" fmla="*/ 1608643 h 3341254"/>
              <a:gd name="connsiteX6390" fmla="*/ 4413488 w 6545688"/>
              <a:gd name="connsiteY6390" fmla="*/ 1608643 h 3341254"/>
              <a:gd name="connsiteX6391" fmla="*/ 4412336 w 6545688"/>
              <a:gd name="connsiteY6391" fmla="*/ 1607952 h 3341254"/>
              <a:gd name="connsiteX6392" fmla="*/ 4402805 w 6545688"/>
              <a:gd name="connsiteY6392" fmla="*/ 1591429 h 3341254"/>
              <a:gd name="connsiteX6393" fmla="*/ 4402805 w 6545688"/>
              <a:gd name="connsiteY6393" fmla="*/ 1590045 h 3341254"/>
              <a:gd name="connsiteX6394" fmla="*/ 4412336 w 6545688"/>
              <a:gd name="connsiteY6394" fmla="*/ 1573521 h 3341254"/>
              <a:gd name="connsiteX6395" fmla="*/ 4413488 w 6545688"/>
              <a:gd name="connsiteY6395" fmla="*/ 1572830 h 3341254"/>
              <a:gd name="connsiteX6396" fmla="*/ 4961997 w 6545688"/>
              <a:gd name="connsiteY6396" fmla="*/ 1571985 h 3341254"/>
              <a:gd name="connsiteX6397" fmla="*/ 4981979 w 6545688"/>
              <a:gd name="connsiteY6397" fmla="*/ 1571985 h 3341254"/>
              <a:gd name="connsiteX6398" fmla="*/ 4983210 w 6545688"/>
              <a:gd name="connsiteY6398" fmla="*/ 1572676 h 3341254"/>
              <a:gd name="connsiteX6399" fmla="*/ 4993202 w 6545688"/>
              <a:gd name="connsiteY6399" fmla="*/ 1590045 h 3341254"/>
              <a:gd name="connsiteX6400" fmla="*/ 4993202 w 6545688"/>
              <a:gd name="connsiteY6400" fmla="*/ 1591429 h 3341254"/>
              <a:gd name="connsiteX6401" fmla="*/ 4983210 w 6545688"/>
              <a:gd name="connsiteY6401" fmla="*/ 1608797 h 3341254"/>
              <a:gd name="connsiteX6402" fmla="*/ 4981979 w 6545688"/>
              <a:gd name="connsiteY6402" fmla="*/ 1609490 h 3341254"/>
              <a:gd name="connsiteX6403" fmla="*/ 4961997 w 6545688"/>
              <a:gd name="connsiteY6403" fmla="*/ 1609490 h 3341254"/>
              <a:gd name="connsiteX6404" fmla="*/ 4960767 w 6545688"/>
              <a:gd name="connsiteY6404" fmla="*/ 1608797 h 3341254"/>
              <a:gd name="connsiteX6405" fmla="*/ 4950777 w 6545688"/>
              <a:gd name="connsiteY6405" fmla="*/ 1591429 h 3341254"/>
              <a:gd name="connsiteX6406" fmla="*/ 4950777 w 6545688"/>
              <a:gd name="connsiteY6406" fmla="*/ 1590045 h 3341254"/>
              <a:gd name="connsiteX6407" fmla="*/ 4960767 w 6545688"/>
              <a:gd name="connsiteY6407" fmla="*/ 1572676 h 3341254"/>
              <a:gd name="connsiteX6408" fmla="*/ 4961997 w 6545688"/>
              <a:gd name="connsiteY6408" fmla="*/ 1571985 h 3341254"/>
              <a:gd name="connsiteX6409" fmla="*/ 4595941 w 6545688"/>
              <a:gd name="connsiteY6409" fmla="*/ 1571831 h 3341254"/>
              <a:gd name="connsiteX6410" fmla="*/ 4616077 w 6545688"/>
              <a:gd name="connsiteY6410" fmla="*/ 1571831 h 3341254"/>
              <a:gd name="connsiteX6411" fmla="*/ 4617307 w 6545688"/>
              <a:gd name="connsiteY6411" fmla="*/ 1572522 h 3341254"/>
              <a:gd name="connsiteX6412" fmla="*/ 4627375 w 6545688"/>
              <a:gd name="connsiteY6412" fmla="*/ 1589969 h 3341254"/>
              <a:gd name="connsiteX6413" fmla="*/ 4627375 w 6545688"/>
              <a:gd name="connsiteY6413" fmla="*/ 1591429 h 3341254"/>
              <a:gd name="connsiteX6414" fmla="*/ 4617307 w 6545688"/>
              <a:gd name="connsiteY6414" fmla="*/ 1608875 h 3341254"/>
              <a:gd name="connsiteX6415" fmla="*/ 4616077 w 6545688"/>
              <a:gd name="connsiteY6415" fmla="*/ 1609566 h 3341254"/>
              <a:gd name="connsiteX6416" fmla="*/ 4595941 w 6545688"/>
              <a:gd name="connsiteY6416" fmla="*/ 1609566 h 3341254"/>
              <a:gd name="connsiteX6417" fmla="*/ 4594711 w 6545688"/>
              <a:gd name="connsiteY6417" fmla="*/ 1608875 h 3341254"/>
              <a:gd name="connsiteX6418" fmla="*/ 4584643 w 6545688"/>
              <a:gd name="connsiteY6418" fmla="*/ 1591429 h 3341254"/>
              <a:gd name="connsiteX6419" fmla="*/ 4584643 w 6545688"/>
              <a:gd name="connsiteY6419" fmla="*/ 1589969 h 3341254"/>
              <a:gd name="connsiteX6420" fmla="*/ 4594711 w 6545688"/>
              <a:gd name="connsiteY6420" fmla="*/ 1572522 h 3341254"/>
              <a:gd name="connsiteX6421" fmla="*/ 4595941 w 6545688"/>
              <a:gd name="connsiteY6421" fmla="*/ 1571831 h 3341254"/>
              <a:gd name="connsiteX6422" fmla="*/ 4870004 w 6545688"/>
              <a:gd name="connsiteY6422" fmla="*/ 1571140 h 3341254"/>
              <a:gd name="connsiteX6423" fmla="*/ 4890910 w 6545688"/>
              <a:gd name="connsiteY6423" fmla="*/ 1571140 h 3341254"/>
              <a:gd name="connsiteX6424" fmla="*/ 4892215 w 6545688"/>
              <a:gd name="connsiteY6424" fmla="*/ 1571909 h 3341254"/>
              <a:gd name="connsiteX6425" fmla="*/ 4902667 w 6545688"/>
              <a:gd name="connsiteY6425" fmla="*/ 1590045 h 3341254"/>
              <a:gd name="connsiteX6426" fmla="*/ 4902667 w 6545688"/>
              <a:gd name="connsiteY6426" fmla="*/ 1591505 h 3341254"/>
              <a:gd name="connsiteX6427" fmla="*/ 4892215 w 6545688"/>
              <a:gd name="connsiteY6427" fmla="*/ 1609644 h 3341254"/>
              <a:gd name="connsiteX6428" fmla="*/ 4890910 w 6545688"/>
              <a:gd name="connsiteY6428" fmla="*/ 1610413 h 3341254"/>
              <a:gd name="connsiteX6429" fmla="*/ 4870004 w 6545688"/>
              <a:gd name="connsiteY6429" fmla="*/ 1610413 h 3341254"/>
              <a:gd name="connsiteX6430" fmla="*/ 4868699 w 6545688"/>
              <a:gd name="connsiteY6430" fmla="*/ 1609644 h 3341254"/>
              <a:gd name="connsiteX6431" fmla="*/ 4858245 w 6545688"/>
              <a:gd name="connsiteY6431" fmla="*/ 1591505 h 3341254"/>
              <a:gd name="connsiteX6432" fmla="*/ 4858245 w 6545688"/>
              <a:gd name="connsiteY6432" fmla="*/ 1590045 h 3341254"/>
              <a:gd name="connsiteX6433" fmla="*/ 4868699 w 6545688"/>
              <a:gd name="connsiteY6433" fmla="*/ 1571909 h 3341254"/>
              <a:gd name="connsiteX6434" fmla="*/ 4870004 w 6545688"/>
              <a:gd name="connsiteY6434" fmla="*/ 1571140 h 3341254"/>
              <a:gd name="connsiteX6435" fmla="*/ 4687013 w 6545688"/>
              <a:gd name="connsiteY6435" fmla="*/ 1570986 h 3341254"/>
              <a:gd name="connsiteX6436" fmla="*/ 4708070 w 6545688"/>
              <a:gd name="connsiteY6436" fmla="*/ 1570986 h 3341254"/>
              <a:gd name="connsiteX6437" fmla="*/ 4709379 w 6545688"/>
              <a:gd name="connsiteY6437" fmla="*/ 1571755 h 3341254"/>
              <a:gd name="connsiteX6438" fmla="*/ 4719907 w 6545688"/>
              <a:gd name="connsiteY6438" fmla="*/ 1589969 h 3341254"/>
              <a:gd name="connsiteX6439" fmla="*/ 4719907 w 6545688"/>
              <a:gd name="connsiteY6439" fmla="*/ 1591429 h 3341254"/>
              <a:gd name="connsiteX6440" fmla="*/ 4709379 w 6545688"/>
              <a:gd name="connsiteY6440" fmla="*/ 1609644 h 3341254"/>
              <a:gd name="connsiteX6441" fmla="*/ 4708070 w 6545688"/>
              <a:gd name="connsiteY6441" fmla="*/ 1610413 h 3341254"/>
              <a:gd name="connsiteX6442" fmla="*/ 4687013 w 6545688"/>
              <a:gd name="connsiteY6442" fmla="*/ 1610413 h 3341254"/>
              <a:gd name="connsiteX6443" fmla="*/ 4685705 w 6545688"/>
              <a:gd name="connsiteY6443" fmla="*/ 1609644 h 3341254"/>
              <a:gd name="connsiteX6444" fmla="*/ 4675178 w 6545688"/>
              <a:gd name="connsiteY6444" fmla="*/ 1591429 h 3341254"/>
              <a:gd name="connsiteX6445" fmla="*/ 4675178 w 6545688"/>
              <a:gd name="connsiteY6445" fmla="*/ 1589969 h 3341254"/>
              <a:gd name="connsiteX6446" fmla="*/ 4685705 w 6545688"/>
              <a:gd name="connsiteY6446" fmla="*/ 1571755 h 3341254"/>
              <a:gd name="connsiteX6447" fmla="*/ 4687013 w 6545688"/>
              <a:gd name="connsiteY6447" fmla="*/ 1570986 h 3341254"/>
              <a:gd name="connsiteX6448" fmla="*/ 4777854 w 6545688"/>
              <a:gd name="connsiteY6448" fmla="*/ 1569756 h 3341254"/>
              <a:gd name="connsiteX6449" fmla="*/ 4800219 w 6545688"/>
              <a:gd name="connsiteY6449" fmla="*/ 1569756 h 3341254"/>
              <a:gd name="connsiteX6450" fmla="*/ 4801603 w 6545688"/>
              <a:gd name="connsiteY6450" fmla="*/ 1570525 h 3341254"/>
              <a:gd name="connsiteX6451" fmla="*/ 4812823 w 6545688"/>
              <a:gd name="connsiteY6451" fmla="*/ 1589892 h 3341254"/>
              <a:gd name="connsiteX6452" fmla="*/ 4812823 w 6545688"/>
              <a:gd name="connsiteY6452" fmla="*/ 1591505 h 3341254"/>
              <a:gd name="connsiteX6453" fmla="*/ 4801603 w 6545688"/>
              <a:gd name="connsiteY6453" fmla="*/ 1610872 h 3341254"/>
              <a:gd name="connsiteX6454" fmla="*/ 4800219 w 6545688"/>
              <a:gd name="connsiteY6454" fmla="*/ 1611641 h 3341254"/>
              <a:gd name="connsiteX6455" fmla="*/ 4777854 w 6545688"/>
              <a:gd name="connsiteY6455" fmla="*/ 1611641 h 3341254"/>
              <a:gd name="connsiteX6456" fmla="*/ 4776472 w 6545688"/>
              <a:gd name="connsiteY6456" fmla="*/ 1610872 h 3341254"/>
              <a:gd name="connsiteX6457" fmla="*/ 4765250 w 6545688"/>
              <a:gd name="connsiteY6457" fmla="*/ 1591505 h 3341254"/>
              <a:gd name="connsiteX6458" fmla="*/ 4765250 w 6545688"/>
              <a:gd name="connsiteY6458" fmla="*/ 1589892 h 3341254"/>
              <a:gd name="connsiteX6459" fmla="*/ 4776472 w 6545688"/>
              <a:gd name="connsiteY6459" fmla="*/ 1570525 h 3341254"/>
              <a:gd name="connsiteX6460" fmla="*/ 4777854 w 6545688"/>
              <a:gd name="connsiteY6460" fmla="*/ 1569756 h 3341254"/>
              <a:gd name="connsiteX6461" fmla="*/ 386335 w 6545688"/>
              <a:gd name="connsiteY6461" fmla="*/ 1568987 h 3341254"/>
              <a:gd name="connsiteX6462" fmla="*/ 409475 w 6545688"/>
              <a:gd name="connsiteY6462" fmla="*/ 1568987 h 3341254"/>
              <a:gd name="connsiteX6463" fmla="*/ 410855 w 6545688"/>
              <a:gd name="connsiteY6463" fmla="*/ 1569832 h 3341254"/>
              <a:gd name="connsiteX6464" fmla="*/ 422381 w 6545688"/>
              <a:gd name="connsiteY6464" fmla="*/ 1589892 h 3341254"/>
              <a:gd name="connsiteX6465" fmla="*/ 422381 w 6545688"/>
              <a:gd name="connsiteY6465" fmla="*/ 1591505 h 3341254"/>
              <a:gd name="connsiteX6466" fmla="*/ 410781 w 6545688"/>
              <a:gd name="connsiteY6466" fmla="*/ 1611565 h 3341254"/>
              <a:gd name="connsiteX6467" fmla="*/ 409389 w 6545688"/>
              <a:gd name="connsiteY6467" fmla="*/ 1612410 h 3341254"/>
              <a:gd name="connsiteX6468" fmla="*/ 386265 w 6545688"/>
              <a:gd name="connsiteY6468" fmla="*/ 1612410 h 3341254"/>
              <a:gd name="connsiteX6469" fmla="*/ 384883 w 6545688"/>
              <a:gd name="connsiteY6469" fmla="*/ 1611565 h 3341254"/>
              <a:gd name="connsiteX6470" fmla="*/ 373348 w 6545688"/>
              <a:gd name="connsiteY6470" fmla="*/ 1591505 h 3341254"/>
              <a:gd name="connsiteX6471" fmla="*/ 373348 w 6545688"/>
              <a:gd name="connsiteY6471" fmla="*/ 1589892 h 3341254"/>
              <a:gd name="connsiteX6472" fmla="*/ 384953 w 6545688"/>
              <a:gd name="connsiteY6472" fmla="*/ 1569832 h 3341254"/>
              <a:gd name="connsiteX6473" fmla="*/ 386335 w 6545688"/>
              <a:gd name="connsiteY6473" fmla="*/ 1568987 h 3341254"/>
              <a:gd name="connsiteX6474" fmla="*/ 294576 w 6545688"/>
              <a:gd name="connsiteY6474" fmla="*/ 1568450 h 3341254"/>
              <a:gd name="connsiteX6475" fmla="*/ 318325 w 6545688"/>
              <a:gd name="connsiteY6475" fmla="*/ 1568450 h 3341254"/>
              <a:gd name="connsiteX6476" fmla="*/ 319787 w 6545688"/>
              <a:gd name="connsiteY6476" fmla="*/ 1569295 h 3341254"/>
              <a:gd name="connsiteX6477" fmla="*/ 331616 w 6545688"/>
              <a:gd name="connsiteY6477" fmla="*/ 1589892 h 3341254"/>
              <a:gd name="connsiteX6478" fmla="*/ 331616 w 6545688"/>
              <a:gd name="connsiteY6478" fmla="*/ 1591583 h 3341254"/>
              <a:gd name="connsiteX6479" fmla="*/ 319707 w 6545688"/>
              <a:gd name="connsiteY6479" fmla="*/ 1612180 h 3341254"/>
              <a:gd name="connsiteX6480" fmla="*/ 318245 w 6545688"/>
              <a:gd name="connsiteY6480" fmla="*/ 1613025 h 3341254"/>
              <a:gd name="connsiteX6481" fmla="*/ 294498 w 6545688"/>
              <a:gd name="connsiteY6481" fmla="*/ 1613025 h 3341254"/>
              <a:gd name="connsiteX6482" fmla="*/ 293036 w 6545688"/>
              <a:gd name="connsiteY6482" fmla="*/ 1612180 h 3341254"/>
              <a:gd name="connsiteX6483" fmla="*/ 281203 w 6545688"/>
              <a:gd name="connsiteY6483" fmla="*/ 1591583 h 3341254"/>
              <a:gd name="connsiteX6484" fmla="*/ 281203 w 6545688"/>
              <a:gd name="connsiteY6484" fmla="*/ 1589892 h 3341254"/>
              <a:gd name="connsiteX6485" fmla="*/ 293120 w 6545688"/>
              <a:gd name="connsiteY6485" fmla="*/ 1569295 h 3341254"/>
              <a:gd name="connsiteX6486" fmla="*/ 294576 w 6545688"/>
              <a:gd name="connsiteY6486" fmla="*/ 1568450 h 3341254"/>
              <a:gd name="connsiteX6487" fmla="*/ 475949 w 6545688"/>
              <a:gd name="connsiteY6487" fmla="*/ 1565528 h 3341254"/>
              <a:gd name="connsiteX6488" fmla="*/ 502850 w 6545688"/>
              <a:gd name="connsiteY6488" fmla="*/ 1565528 h 3341254"/>
              <a:gd name="connsiteX6489" fmla="*/ 504461 w 6545688"/>
              <a:gd name="connsiteY6489" fmla="*/ 1566451 h 3341254"/>
              <a:gd name="connsiteX6490" fmla="*/ 517915 w 6545688"/>
              <a:gd name="connsiteY6490" fmla="*/ 1589738 h 3341254"/>
              <a:gd name="connsiteX6491" fmla="*/ 517915 w 6545688"/>
              <a:gd name="connsiteY6491" fmla="*/ 1591659 h 3341254"/>
              <a:gd name="connsiteX6492" fmla="*/ 504461 w 6545688"/>
              <a:gd name="connsiteY6492" fmla="*/ 1614946 h 3341254"/>
              <a:gd name="connsiteX6493" fmla="*/ 502850 w 6545688"/>
              <a:gd name="connsiteY6493" fmla="*/ 1615867 h 3341254"/>
              <a:gd name="connsiteX6494" fmla="*/ 475949 w 6545688"/>
              <a:gd name="connsiteY6494" fmla="*/ 1615867 h 3341254"/>
              <a:gd name="connsiteX6495" fmla="*/ 474338 w 6545688"/>
              <a:gd name="connsiteY6495" fmla="*/ 1614946 h 3341254"/>
              <a:gd name="connsiteX6496" fmla="*/ 460888 w 6545688"/>
              <a:gd name="connsiteY6496" fmla="*/ 1591659 h 3341254"/>
              <a:gd name="connsiteX6497" fmla="*/ 460888 w 6545688"/>
              <a:gd name="connsiteY6497" fmla="*/ 1589738 h 3341254"/>
              <a:gd name="connsiteX6498" fmla="*/ 474338 w 6545688"/>
              <a:gd name="connsiteY6498" fmla="*/ 1566451 h 3341254"/>
              <a:gd name="connsiteX6499" fmla="*/ 475949 w 6545688"/>
              <a:gd name="connsiteY6499" fmla="*/ 1565528 h 3341254"/>
              <a:gd name="connsiteX6500" fmla="*/ 3951129 w 6545688"/>
              <a:gd name="connsiteY6500" fmla="*/ 1563453 h 3341254"/>
              <a:gd name="connsiteX6501" fmla="*/ 3980258 w 6545688"/>
              <a:gd name="connsiteY6501" fmla="*/ 1563453 h 3341254"/>
              <a:gd name="connsiteX6502" fmla="*/ 3982025 w 6545688"/>
              <a:gd name="connsiteY6502" fmla="*/ 1564451 h 3341254"/>
              <a:gd name="connsiteX6503" fmla="*/ 3996551 w 6545688"/>
              <a:gd name="connsiteY6503" fmla="*/ 1589660 h 3341254"/>
              <a:gd name="connsiteX6504" fmla="*/ 3996551 w 6545688"/>
              <a:gd name="connsiteY6504" fmla="*/ 1591735 h 3341254"/>
              <a:gd name="connsiteX6505" fmla="*/ 3981948 w 6545688"/>
              <a:gd name="connsiteY6505" fmla="*/ 1616944 h 3341254"/>
              <a:gd name="connsiteX6506" fmla="*/ 3980180 w 6545688"/>
              <a:gd name="connsiteY6506" fmla="*/ 1617942 h 3341254"/>
              <a:gd name="connsiteX6507" fmla="*/ 3951053 w 6545688"/>
              <a:gd name="connsiteY6507" fmla="*/ 1617942 h 3341254"/>
              <a:gd name="connsiteX6508" fmla="*/ 3949285 w 6545688"/>
              <a:gd name="connsiteY6508" fmla="*/ 1616944 h 3341254"/>
              <a:gd name="connsiteX6509" fmla="*/ 3934760 w 6545688"/>
              <a:gd name="connsiteY6509" fmla="*/ 1591735 h 3341254"/>
              <a:gd name="connsiteX6510" fmla="*/ 3934760 w 6545688"/>
              <a:gd name="connsiteY6510" fmla="*/ 1589660 h 3341254"/>
              <a:gd name="connsiteX6511" fmla="*/ 3949361 w 6545688"/>
              <a:gd name="connsiteY6511" fmla="*/ 1564451 h 3341254"/>
              <a:gd name="connsiteX6512" fmla="*/ 3951129 w 6545688"/>
              <a:gd name="connsiteY6512" fmla="*/ 1563453 h 3341254"/>
              <a:gd name="connsiteX6513" fmla="*/ 1389452 w 6545688"/>
              <a:gd name="connsiteY6513" fmla="*/ 1562993 h 3341254"/>
              <a:gd name="connsiteX6514" fmla="*/ 1419029 w 6545688"/>
              <a:gd name="connsiteY6514" fmla="*/ 1562993 h 3341254"/>
              <a:gd name="connsiteX6515" fmla="*/ 1420803 w 6545688"/>
              <a:gd name="connsiteY6515" fmla="*/ 1564070 h 3341254"/>
              <a:gd name="connsiteX6516" fmla="*/ 1435526 w 6545688"/>
              <a:gd name="connsiteY6516" fmla="*/ 1589662 h 3341254"/>
              <a:gd name="connsiteX6517" fmla="*/ 1435526 w 6545688"/>
              <a:gd name="connsiteY6517" fmla="*/ 1591737 h 3341254"/>
              <a:gd name="connsiteX6518" fmla="*/ 1420725 w 6545688"/>
              <a:gd name="connsiteY6518" fmla="*/ 1617329 h 3341254"/>
              <a:gd name="connsiteX6519" fmla="*/ 1418959 w 6545688"/>
              <a:gd name="connsiteY6519" fmla="*/ 1618405 h 3341254"/>
              <a:gd name="connsiteX6520" fmla="*/ 1389369 w 6545688"/>
              <a:gd name="connsiteY6520" fmla="*/ 1618405 h 3341254"/>
              <a:gd name="connsiteX6521" fmla="*/ 1387601 w 6545688"/>
              <a:gd name="connsiteY6521" fmla="*/ 1617329 h 3341254"/>
              <a:gd name="connsiteX6522" fmla="*/ 1372846 w 6545688"/>
              <a:gd name="connsiteY6522" fmla="*/ 1591737 h 3341254"/>
              <a:gd name="connsiteX6523" fmla="*/ 1372846 w 6545688"/>
              <a:gd name="connsiteY6523" fmla="*/ 1589662 h 3341254"/>
              <a:gd name="connsiteX6524" fmla="*/ 1387681 w 6545688"/>
              <a:gd name="connsiteY6524" fmla="*/ 1564070 h 3341254"/>
              <a:gd name="connsiteX6525" fmla="*/ 1389452 w 6545688"/>
              <a:gd name="connsiteY6525" fmla="*/ 1562993 h 3341254"/>
              <a:gd name="connsiteX6526" fmla="*/ 108430 w 6545688"/>
              <a:gd name="connsiteY6526" fmla="*/ 1562454 h 3341254"/>
              <a:gd name="connsiteX6527" fmla="*/ 138565 w 6545688"/>
              <a:gd name="connsiteY6527" fmla="*/ 1562454 h 3341254"/>
              <a:gd name="connsiteX6528" fmla="*/ 140407 w 6545688"/>
              <a:gd name="connsiteY6528" fmla="*/ 1563531 h 3341254"/>
              <a:gd name="connsiteX6529" fmla="*/ 155468 w 6545688"/>
              <a:gd name="connsiteY6529" fmla="*/ 1589660 h 3341254"/>
              <a:gd name="connsiteX6530" fmla="*/ 155468 w 6545688"/>
              <a:gd name="connsiteY6530" fmla="*/ 1591813 h 3341254"/>
              <a:gd name="connsiteX6531" fmla="*/ 140407 w 6545688"/>
              <a:gd name="connsiteY6531" fmla="*/ 1617942 h 3341254"/>
              <a:gd name="connsiteX6532" fmla="*/ 138565 w 6545688"/>
              <a:gd name="connsiteY6532" fmla="*/ 1619019 h 3341254"/>
              <a:gd name="connsiteX6533" fmla="*/ 108430 w 6545688"/>
              <a:gd name="connsiteY6533" fmla="*/ 1619019 h 3341254"/>
              <a:gd name="connsiteX6534" fmla="*/ 106588 w 6545688"/>
              <a:gd name="connsiteY6534" fmla="*/ 1617942 h 3341254"/>
              <a:gd name="connsiteX6535" fmla="*/ 91527 w 6545688"/>
              <a:gd name="connsiteY6535" fmla="*/ 1591813 h 3341254"/>
              <a:gd name="connsiteX6536" fmla="*/ 91527 w 6545688"/>
              <a:gd name="connsiteY6536" fmla="*/ 1589660 h 3341254"/>
              <a:gd name="connsiteX6537" fmla="*/ 106588 w 6545688"/>
              <a:gd name="connsiteY6537" fmla="*/ 1563531 h 3341254"/>
              <a:gd name="connsiteX6538" fmla="*/ 108430 w 6545688"/>
              <a:gd name="connsiteY6538" fmla="*/ 1562454 h 3341254"/>
              <a:gd name="connsiteX6539" fmla="*/ 1296449 w 6545688"/>
              <a:gd name="connsiteY6539" fmla="*/ 1560225 h 3341254"/>
              <a:gd name="connsiteX6540" fmla="*/ 1329034 w 6545688"/>
              <a:gd name="connsiteY6540" fmla="*/ 1560225 h 3341254"/>
              <a:gd name="connsiteX6541" fmla="*/ 1331037 w 6545688"/>
              <a:gd name="connsiteY6541" fmla="*/ 1561378 h 3341254"/>
              <a:gd name="connsiteX6542" fmla="*/ 1347324 w 6545688"/>
              <a:gd name="connsiteY6542" fmla="*/ 1589584 h 3341254"/>
              <a:gd name="connsiteX6543" fmla="*/ 1347324 w 6545688"/>
              <a:gd name="connsiteY6543" fmla="*/ 1591889 h 3341254"/>
              <a:gd name="connsiteX6544" fmla="*/ 1331037 w 6545688"/>
              <a:gd name="connsiteY6544" fmla="*/ 1620095 h 3341254"/>
              <a:gd name="connsiteX6545" fmla="*/ 1329034 w 6545688"/>
              <a:gd name="connsiteY6545" fmla="*/ 1621248 h 3341254"/>
              <a:gd name="connsiteX6546" fmla="*/ 1296449 w 6545688"/>
              <a:gd name="connsiteY6546" fmla="*/ 1621248 h 3341254"/>
              <a:gd name="connsiteX6547" fmla="*/ 1294456 w 6545688"/>
              <a:gd name="connsiteY6547" fmla="*/ 1620095 h 3341254"/>
              <a:gd name="connsiteX6548" fmla="*/ 1278159 w 6545688"/>
              <a:gd name="connsiteY6548" fmla="*/ 1591889 h 3341254"/>
              <a:gd name="connsiteX6549" fmla="*/ 1278159 w 6545688"/>
              <a:gd name="connsiteY6549" fmla="*/ 1589584 h 3341254"/>
              <a:gd name="connsiteX6550" fmla="*/ 1294456 w 6545688"/>
              <a:gd name="connsiteY6550" fmla="*/ 1561378 h 3341254"/>
              <a:gd name="connsiteX6551" fmla="*/ 1296449 w 6545688"/>
              <a:gd name="connsiteY6551" fmla="*/ 1560225 h 3341254"/>
              <a:gd name="connsiteX6552" fmla="*/ 197968 w 6545688"/>
              <a:gd name="connsiteY6552" fmla="*/ 1558841 h 3341254"/>
              <a:gd name="connsiteX6553" fmla="*/ 232012 w 6545688"/>
              <a:gd name="connsiteY6553" fmla="*/ 1558841 h 3341254"/>
              <a:gd name="connsiteX6554" fmla="*/ 234085 w 6545688"/>
              <a:gd name="connsiteY6554" fmla="*/ 1560071 h 3341254"/>
              <a:gd name="connsiteX6555" fmla="*/ 251075 w 6545688"/>
              <a:gd name="connsiteY6555" fmla="*/ 1589584 h 3341254"/>
              <a:gd name="connsiteX6556" fmla="*/ 251075 w 6545688"/>
              <a:gd name="connsiteY6556" fmla="*/ 1591965 h 3341254"/>
              <a:gd name="connsiteX6557" fmla="*/ 234009 w 6545688"/>
              <a:gd name="connsiteY6557" fmla="*/ 1621477 h 3341254"/>
              <a:gd name="connsiteX6558" fmla="*/ 231934 w 6545688"/>
              <a:gd name="connsiteY6558" fmla="*/ 1622708 h 3341254"/>
              <a:gd name="connsiteX6559" fmla="*/ 197890 w 6545688"/>
              <a:gd name="connsiteY6559" fmla="*/ 1622708 h 3341254"/>
              <a:gd name="connsiteX6560" fmla="*/ 195817 w 6545688"/>
              <a:gd name="connsiteY6560" fmla="*/ 1621477 h 3341254"/>
              <a:gd name="connsiteX6561" fmla="*/ 178836 w 6545688"/>
              <a:gd name="connsiteY6561" fmla="*/ 1591965 h 3341254"/>
              <a:gd name="connsiteX6562" fmla="*/ 178836 w 6545688"/>
              <a:gd name="connsiteY6562" fmla="*/ 1589584 h 3341254"/>
              <a:gd name="connsiteX6563" fmla="*/ 195893 w 6545688"/>
              <a:gd name="connsiteY6563" fmla="*/ 1560071 h 3341254"/>
              <a:gd name="connsiteX6564" fmla="*/ 197968 w 6545688"/>
              <a:gd name="connsiteY6564" fmla="*/ 1558841 h 3341254"/>
              <a:gd name="connsiteX6565" fmla="*/ 4328947 w 6545688"/>
              <a:gd name="connsiteY6565" fmla="*/ 1506505 h 3341254"/>
              <a:gd name="connsiteX6566" fmla="*/ 4334173 w 6545688"/>
              <a:gd name="connsiteY6566" fmla="*/ 1506505 h 3341254"/>
              <a:gd name="connsiteX6567" fmla="*/ 4334481 w 6545688"/>
              <a:gd name="connsiteY6567" fmla="*/ 1506658 h 3341254"/>
              <a:gd name="connsiteX6568" fmla="*/ 4337093 w 6545688"/>
              <a:gd name="connsiteY6568" fmla="*/ 1511192 h 3341254"/>
              <a:gd name="connsiteX6569" fmla="*/ 4337093 w 6545688"/>
              <a:gd name="connsiteY6569" fmla="*/ 1511578 h 3341254"/>
              <a:gd name="connsiteX6570" fmla="*/ 4334481 w 6545688"/>
              <a:gd name="connsiteY6570" fmla="*/ 1516111 h 3341254"/>
              <a:gd name="connsiteX6571" fmla="*/ 4334173 w 6545688"/>
              <a:gd name="connsiteY6571" fmla="*/ 1516265 h 3341254"/>
              <a:gd name="connsiteX6572" fmla="*/ 4328947 w 6545688"/>
              <a:gd name="connsiteY6572" fmla="*/ 1516265 h 3341254"/>
              <a:gd name="connsiteX6573" fmla="*/ 4328639 w 6545688"/>
              <a:gd name="connsiteY6573" fmla="*/ 1516111 h 3341254"/>
              <a:gd name="connsiteX6574" fmla="*/ 4326026 w 6545688"/>
              <a:gd name="connsiteY6574" fmla="*/ 1511578 h 3341254"/>
              <a:gd name="connsiteX6575" fmla="*/ 4326026 w 6545688"/>
              <a:gd name="connsiteY6575" fmla="*/ 1511192 h 3341254"/>
              <a:gd name="connsiteX6576" fmla="*/ 4328639 w 6545688"/>
              <a:gd name="connsiteY6576" fmla="*/ 1506658 h 3341254"/>
              <a:gd name="connsiteX6577" fmla="*/ 4328947 w 6545688"/>
              <a:gd name="connsiteY6577" fmla="*/ 1506505 h 3341254"/>
              <a:gd name="connsiteX6578" fmla="*/ 2041908 w 6545688"/>
              <a:gd name="connsiteY6578" fmla="*/ 1506505 h 3341254"/>
              <a:gd name="connsiteX6579" fmla="*/ 2047135 w 6545688"/>
              <a:gd name="connsiteY6579" fmla="*/ 1506505 h 3341254"/>
              <a:gd name="connsiteX6580" fmla="*/ 2047442 w 6545688"/>
              <a:gd name="connsiteY6580" fmla="*/ 1506658 h 3341254"/>
              <a:gd name="connsiteX6581" fmla="*/ 2050055 w 6545688"/>
              <a:gd name="connsiteY6581" fmla="*/ 1511192 h 3341254"/>
              <a:gd name="connsiteX6582" fmla="*/ 2050055 w 6545688"/>
              <a:gd name="connsiteY6582" fmla="*/ 1511578 h 3341254"/>
              <a:gd name="connsiteX6583" fmla="*/ 2047442 w 6545688"/>
              <a:gd name="connsiteY6583" fmla="*/ 1516111 h 3341254"/>
              <a:gd name="connsiteX6584" fmla="*/ 2047135 w 6545688"/>
              <a:gd name="connsiteY6584" fmla="*/ 1516265 h 3341254"/>
              <a:gd name="connsiteX6585" fmla="*/ 2041908 w 6545688"/>
              <a:gd name="connsiteY6585" fmla="*/ 1516265 h 3341254"/>
              <a:gd name="connsiteX6586" fmla="*/ 2041601 w 6545688"/>
              <a:gd name="connsiteY6586" fmla="*/ 1516111 h 3341254"/>
              <a:gd name="connsiteX6587" fmla="*/ 2038988 w 6545688"/>
              <a:gd name="connsiteY6587" fmla="*/ 1511578 h 3341254"/>
              <a:gd name="connsiteX6588" fmla="*/ 2038988 w 6545688"/>
              <a:gd name="connsiteY6588" fmla="*/ 1511192 h 3341254"/>
              <a:gd name="connsiteX6589" fmla="*/ 2041601 w 6545688"/>
              <a:gd name="connsiteY6589" fmla="*/ 1506658 h 3341254"/>
              <a:gd name="connsiteX6590" fmla="*/ 2041908 w 6545688"/>
              <a:gd name="connsiteY6590" fmla="*/ 1506505 h 3341254"/>
              <a:gd name="connsiteX6591" fmla="*/ 5517581 w 6545688"/>
              <a:gd name="connsiteY6591" fmla="*/ 1505428 h 3341254"/>
              <a:gd name="connsiteX6592" fmla="*/ 5524036 w 6545688"/>
              <a:gd name="connsiteY6592" fmla="*/ 1505428 h 3341254"/>
              <a:gd name="connsiteX6593" fmla="*/ 5524420 w 6545688"/>
              <a:gd name="connsiteY6593" fmla="*/ 1505658 h 3341254"/>
              <a:gd name="connsiteX6594" fmla="*/ 5527649 w 6545688"/>
              <a:gd name="connsiteY6594" fmla="*/ 1511192 h 3341254"/>
              <a:gd name="connsiteX6595" fmla="*/ 5527649 w 6545688"/>
              <a:gd name="connsiteY6595" fmla="*/ 1511653 h 3341254"/>
              <a:gd name="connsiteX6596" fmla="*/ 5524420 w 6545688"/>
              <a:gd name="connsiteY6596" fmla="*/ 1517188 h 3341254"/>
              <a:gd name="connsiteX6597" fmla="*/ 5524036 w 6545688"/>
              <a:gd name="connsiteY6597" fmla="*/ 1517417 h 3341254"/>
              <a:gd name="connsiteX6598" fmla="*/ 5517581 w 6545688"/>
              <a:gd name="connsiteY6598" fmla="*/ 1517417 h 3341254"/>
              <a:gd name="connsiteX6599" fmla="*/ 5517196 w 6545688"/>
              <a:gd name="connsiteY6599" fmla="*/ 1517188 h 3341254"/>
              <a:gd name="connsiteX6600" fmla="*/ 5513969 w 6545688"/>
              <a:gd name="connsiteY6600" fmla="*/ 1511653 h 3341254"/>
              <a:gd name="connsiteX6601" fmla="*/ 5513969 w 6545688"/>
              <a:gd name="connsiteY6601" fmla="*/ 1511192 h 3341254"/>
              <a:gd name="connsiteX6602" fmla="*/ 5517196 w 6545688"/>
              <a:gd name="connsiteY6602" fmla="*/ 1505658 h 3341254"/>
              <a:gd name="connsiteX6603" fmla="*/ 5517581 w 6545688"/>
              <a:gd name="connsiteY6603" fmla="*/ 1505428 h 3341254"/>
              <a:gd name="connsiteX6604" fmla="*/ 1948761 w 6545688"/>
              <a:gd name="connsiteY6604" fmla="*/ 1503431 h 3341254"/>
              <a:gd name="connsiteX6605" fmla="*/ 1957291 w 6545688"/>
              <a:gd name="connsiteY6605" fmla="*/ 1503431 h 3341254"/>
              <a:gd name="connsiteX6606" fmla="*/ 1957830 w 6545688"/>
              <a:gd name="connsiteY6606" fmla="*/ 1503739 h 3341254"/>
              <a:gd name="connsiteX6607" fmla="*/ 1962056 w 6545688"/>
              <a:gd name="connsiteY6607" fmla="*/ 1511116 h 3341254"/>
              <a:gd name="connsiteX6608" fmla="*/ 1962056 w 6545688"/>
              <a:gd name="connsiteY6608" fmla="*/ 1511731 h 3341254"/>
              <a:gd name="connsiteX6609" fmla="*/ 1957830 w 6545688"/>
              <a:gd name="connsiteY6609" fmla="*/ 1519109 h 3341254"/>
              <a:gd name="connsiteX6610" fmla="*/ 1957291 w 6545688"/>
              <a:gd name="connsiteY6610" fmla="*/ 1519417 h 3341254"/>
              <a:gd name="connsiteX6611" fmla="*/ 1948761 w 6545688"/>
              <a:gd name="connsiteY6611" fmla="*/ 1519417 h 3341254"/>
              <a:gd name="connsiteX6612" fmla="*/ 1948222 w 6545688"/>
              <a:gd name="connsiteY6612" fmla="*/ 1519109 h 3341254"/>
              <a:gd name="connsiteX6613" fmla="*/ 1943996 w 6545688"/>
              <a:gd name="connsiteY6613" fmla="*/ 1511731 h 3341254"/>
              <a:gd name="connsiteX6614" fmla="*/ 1943996 w 6545688"/>
              <a:gd name="connsiteY6614" fmla="*/ 1511116 h 3341254"/>
              <a:gd name="connsiteX6615" fmla="*/ 1948222 w 6545688"/>
              <a:gd name="connsiteY6615" fmla="*/ 1503739 h 3341254"/>
              <a:gd name="connsiteX6616" fmla="*/ 1948761 w 6545688"/>
              <a:gd name="connsiteY6616" fmla="*/ 1503431 h 3341254"/>
              <a:gd name="connsiteX6617" fmla="*/ 4510094 w 6545688"/>
              <a:gd name="connsiteY6617" fmla="*/ 1503199 h 3341254"/>
              <a:gd name="connsiteX6618" fmla="*/ 4518932 w 6545688"/>
              <a:gd name="connsiteY6618" fmla="*/ 1503199 h 3341254"/>
              <a:gd name="connsiteX6619" fmla="*/ 4519469 w 6545688"/>
              <a:gd name="connsiteY6619" fmla="*/ 1503507 h 3341254"/>
              <a:gd name="connsiteX6620" fmla="*/ 4523851 w 6545688"/>
              <a:gd name="connsiteY6620" fmla="*/ 1511116 h 3341254"/>
              <a:gd name="connsiteX6621" fmla="*/ 4523851 w 6545688"/>
              <a:gd name="connsiteY6621" fmla="*/ 1511729 h 3341254"/>
              <a:gd name="connsiteX6622" fmla="*/ 4519469 w 6545688"/>
              <a:gd name="connsiteY6622" fmla="*/ 1519339 h 3341254"/>
              <a:gd name="connsiteX6623" fmla="*/ 4518932 w 6545688"/>
              <a:gd name="connsiteY6623" fmla="*/ 1519646 h 3341254"/>
              <a:gd name="connsiteX6624" fmla="*/ 4510094 w 6545688"/>
              <a:gd name="connsiteY6624" fmla="*/ 1519646 h 3341254"/>
              <a:gd name="connsiteX6625" fmla="*/ 4509555 w 6545688"/>
              <a:gd name="connsiteY6625" fmla="*/ 1519339 h 3341254"/>
              <a:gd name="connsiteX6626" fmla="*/ 4505175 w 6545688"/>
              <a:gd name="connsiteY6626" fmla="*/ 1511729 h 3341254"/>
              <a:gd name="connsiteX6627" fmla="*/ 4505175 w 6545688"/>
              <a:gd name="connsiteY6627" fmla="*/ 1511116 h 3341254"/>
              <a:gd name="connsiteX6628" fmla="*/ 4509555 w 6545688"/>
              <a:gd name="connsiteY6628" fmla="*/ 1503507 h 3341254"/>
              <a:gd name="connsiteX6629" fmla="*/ 4510094 w 6545688"/>
              <a:gd name="connsiteY6629" fmla="*/ 1503199 h 3341254"/>
              <a:gd name="connsiteX6630" fmla="*/ 4601013 w 6545688"/>
              <a:gd name="connsiteY6630" fmla="*/ 1502047 h 3341254"/>
              <a:gd name="connsiteX6631" fmla="*/ 4611004 w 6545688"/>
              <a:gd name="connsiteY6631" fmla="*/ 1502047 h 3341254"/>
              <a:gd name="connsiteX6632" fmla="*/ 4611619 w 6545688"/>
              <a:gd name="connsiteY6632" fmla="*/ 1502430 h 3341254"/>
              <a:gd name="connsiteX6633" fmla="*/ 4616614 w 6545688"/>
              <a:gd name="connsiteY6633" fmla="*/ 1511116 h 3341254"/>
              <a:gd name="connsiteX6634" fmla="*/ 4616614 w 6545688"/>
              <a:gd name="connsiteY6634" fmla="*/ 1511807 h 3341254"/>
              <a:gd name="connsiteX6635" fmla="*/ 4611619 w 6545688"/>
              <a:gd name="connsiteY6635" fmla="*/ 1520491 h 3341254"/>
              <a:gd name="connsiteX6636" fmla="*/ 4611004 w 6545688"/>
              <a:gd name="connsiteY6636" fmla="*/ 1520876 h 3341254"/>
              <a:gd name="connsiteX6637" fmla="*/ 4601013 w 6545688"/>
              <a:gd name="connsiteY6637" fmla="*/ 1520876 h 3341254"/>
              <a:gd name="connsiteX6638" fmla="*/ 4600397 w 6545688"/>
              <a:gd name="connsiteY6638" fmla="*/ 1520491 h 3341254"/>
              <a:gd name="connsiteX6639" fmla="*/ 4595403 w 6545688"/>
              <a:gd name="connsiteY6639" fmla="*/ 1511807 h 3341254"/>
              <a:gd name="connsiteX6640" fmla="*/ 4595403 w 6545688"/>
              <a:gd name="connsiteY6640" fmla="*/ 1511116 h 3341254"/>
              <a:gd name="connsiteX6641" fmla="*/ 4600397 w 6545688"/>
              <a:gd name="connsiteY6641" fmla="*/ 1502430 h 3341254"/>
              <a:gd name="connsiteX6642" fmla="*/ 4601013 w 6545688"/>
              <a:gd name="connsiteY6642" fmla="*/ 1502047 h 3341254"/>
              <a:gd name="connsiteX6643" fmla="*/ 1581319 w 6545688"/>
              <a:gd name="connsiteY6643" fmla="*/ 1500509 h 3341254"/>
              <a:gd name="connsiteX6644" fmla="*/ 1593000 w 6545688"/>
              <a:gd name="connsiteY6644" fmla="*/ 1500509 h 3341254"/>
              <a:gd name="connsiteX6645" fmla="*/ 1593692 w 6545688"/>
              <a:gd name="connsiteY6645" fmla="*/ 1500893 h 3341254"/>
              <a:gd name="connsiteX6646" fmla="*/ 1599533 w 6545688"/>
              <a:gd name="connsiteY6646" fmla="*/ 1510960 h 3341254"/>
              <a:gd name="connsiteX6647" fmla="*/ 1599533 w 6545688"/>
              <a:gd name="connsiteY6647" fmla="*/ 1511807 h 3341254"/>
              <a:gd name="connsiteX6648" fmla="*/ 1593692 w 6545688"/>
              <a:gd name="connsiteY6648" fmla="*/ 1521875 h 3341254"/>
              <a:gd name="connsiteX6649" fmla="*/ 1593000 w 6545688"/>
              <a:gd name="connsiteY6649" fmla="*/ 1522259 h 3341254"/>
              <a:gd name="connsiteX6650" fmla="*/ 1581319 w 6545688"/>
              <a:gd name="connsiteY6650" fmla="*/ 1522259 h 3341254"/>
              <a:gd name="connsiteX6651" fmla="*/ 1580628 w 6545688"/>
              <a:gd name="connsiteY6651" fmla="*/ 1521875 h 3341254"/>
              <a:gd name="connsiteX6652" fmla="*/ 1574786 w 6545688"/>
              <a:gd name="connsiteY6652" fmla="*/ 1511807 h 3341254"/>
              <a:gd name="connsiteX6653" fmla="*/ 1574786 w 6545688"/>
              <a:gd name="connsiteY6653" fmla="*/ 1510960 h 3341254"/>
              <a:gd name="connsiteX6654" fmla="*/ 1580628 w 6545688"/>
              <a:gd name="connsiteY6654" fmla="*/ 1500893 h 3341254"/>
              <a:gd name="connsiteX6655" fmla="*/ 1581319 w 6545688"/>
              <a:gd name="connsiteY6655" fmla="*/ 1500509 h 3341254"/>
              <a:gd name="connsiteX6656" fmla="*/ 5331978 w 6545688"/>
              <a:gd name="connsiteY6656" fmla="*/ 1500202 h 3341254"/>
              <a:gd name="connsiteX6657" fmla="*/ 5343889 w 6545688"/>
              <a:gd name="connsiteY6657" fmla="*/ 1500202 h 3341254"/>
              <a:gd name="connsiteX6658" fmla="*/ 5344582 w 6545688"/>
              <a:gd name="connsiteY6658" fmla="*/ 1500585 h 3341254"/>
              <a:gd name="connsiteX6659" fmla="*/ 5350576 w 6545688"/>
              <a:gd name="connsiteY6659" fmla="*/ 1510960 h 3341254"/>
              <a:gd name="connsiteX6660" fmla="*/ 5350576 w 6545688"/>
              <a:gd name="connsiteY6660" fmla="*/ 1511807 h 3341254"/>
              <a:gd name="connsiteX6661" fmla="*/ 5344582 w 6545688"/>
              <a:gd name="connsiteY6661" fmla="*/ 1522183 h 3341254"/>
              <a:gd name="connsiteX6662" fmla="*/ 5343889 w 6545688"/>
              <a:gd name="connsiteY6662" fmla="*/ 1522566 h 3341254"/>
              <a:gd name="connsiteX6663" fmla="*/ 5331978 w 6545688"/>
              <a:gd name="connsiteY6663" fmla="*/ 1522566 h 3341254"/>
              <a:gd name="connsiteX6664" fmla="*/ 5331285 w 6545688"/>
              <a:gd name="connsiteY6664" fmla="*/ 1522183 h 3341254"/>
              <a:gd name="connsiteX6665" fmla="*/ 5325291 w 6545688"/>
              <a:gd name="connsiteY6665" fmla="*/ 1511807 h 3341254"/>
              <a:gd name="connsiteX6666" fmla="*/ 5325291 w 6545688"/>
              <a:gd name="connsiteY6666" fmla="*/ 1510960 h 3341254"/>
              <a:gd name="connsiteX6667" fmla="*/ 5331285 w 6545688"/>
              <a:gd name="connsiteY6667" fmla="*/ 1500585 h 3341254"/>
              <a:gd name="connsiteX6668" fmla="*/ 5331978 w 6545688"/>
              <a:gd name="connsiteY6668" fmla="*/ 1500202 h 3341254"/>
              <a:gd name="connsiteX6669" fmla="*/ 5697343 w 6545688"/>
              <a:gd name="connsiteY6669" fmla="*/ 1499281 h 3341254"/>
              <a:gd name="connsiteX6670" fmla="*/ 5710331 w 6545688"/>
              <a:gd name="connsiteY6670" fmla="*/ 1499281 h 3341254"/>
              <a:gd name="connsiteX6671" fmla="*/ 5711100 w 6545688"/>
              <a:gd name="connsiteY6671" fmla="*/ 1499742 h 3341254"/>
              <a:gd name="connsiteX6672" fmla="*/ 5717554 w 6545688"/>
              <a:gd name="connsiteY6672" fmla="*/ 1510962 h 3341254"/>
              <a:gd name="connsiteX6673" fmla="*/ 5717554 w 6545688"/>
              <a:gd name="connsiteY6673" fmla="*/ 1511885 h 3341254"/>
              <a:gd name="connsiteX6674" fmla="*/ 5711022 w 6545688"/>
              <a:gd name="connsiteY6674" fmla="*/ 1523105 h 3341254"/>
              <a:gd name="connsiteX6675" fmla="*/ 5710255 w 6545688"/>
              <a:gd name="connsiteY6675" fmla="*/ 1523567 h 3341254"/>
              <a:gd name="connsiteX6676" fmla="*/ 5697265 w 6545688"/>
              <a:gd name="connsiteY6676" fmla="*/ 1523567 h 3341254"/>
              <a:gd name="connsiteX6677" fmla="*/ 5696496 w 6545688"/>
              <a:gd name="connsiteY6677" fmla="*/ 1523105 h 3341254"/>
              <a:gd name="connsiteX6678" fmla="*/ 5690041 w 6545688"/>
              <a:gd name="connsiteY6678" fmla="*/ 1511885 h 3341254"/>
              <a:gd name="connsiteX6679" fmla="*/ 5690041 w 6545688"/>
              <a:gd name="connsiteY6679" fmla="*/ 1510962 h 3341254"/>
              <a:gd name="connsiteX6680" fmla="*/ 5696574 w 6545688"/>
              <a:gd name="connsiteY6680" fmla="*/ 1499742 h 3341254"/>
              <a:gd name="connsiteX6681" fmla="*/ 5697343 w 6545688"/>
              <a:gd name="connsiteY6681" fmla="*/ 1499281 h 3341254"/>
              <a:gd name="connsiteX6682" fmla="*/ 5605424 w 6545688"/>
              <a:gd name="connsiteY6682" fmla="*/ 1498588 h 3341254"/>
              <a:gd name="connsiteX6683" fmla="*/ 5619181 w 6545688"/>
              <a:gd name="connsiteY6683" fmla="*/ 1498588 h 3341254"/>
              <a:gd name="connsiteX6684" fmla="*/ 5620027 w 6545688"/>
              <a:gd name="connsiteY6684" fmla="*/ 1499049 h 3341254"/>
              <a:gd name="connsiteX6685" fmla="*/ 5626868 w 6545688"/>
              <a:gd name="connsiteY6685" fmla="*/ 1510960 h 3341254"/>
              <a:gd name="connsiteX6686" fmla="*/ 5626868 w 6545688"/>
              <a:gd name="connsiteY6686" fmla="*/ 1511961 h 3341254"/>
              <a:gd name="connsiteX6687" fmla="*/ 5620027 w 6545688"/>
              <a:gd name="connsiteY6687" fmla="*/ 1523872 h 3341254"/>
              <a:gd name="connsiteX6688" fmla="*/ 5619181 w 6545688"/>
              <a:gd name="connsiteY6688" fmla="*/ 1524334 h 3341254"/>
              <a:gd name="connsiteX6689" fmla="*/ 5605424 w 6545688"/>
              <a:gd name="connsiteY6689" fmla="*/ 1524334 h 3341254"/>
              <a:gd name="connsiteX6690" fmla="*/ 5604579 w 6545688"/>
              <a:gd name="connsiteY6690" fmla="*/ 1523872 h 3341254"/>
              <a:gd name="connsiteX6691" fmla="*/ 5597739 w 6545688"/>
              <a:gd name="connsiteY6691" fmla="*/ 1511961 h 3341254"/>
              <a:gd name="connsiteX6692" fmla="*/ 5597739 w 6545688"/>
              <a:gd name="connsiteY6692" fmla="*/ 1510960 h 3341254"/>
              <a:gd name="connsiteX6693" fmla="*/ 5604579 w 6545688"/>
              <a:gd name="connsiteY6693" fmla="*/ 1499049 h 3341254"/>
              <a:gd name="connsiteX6694" fmla="*/ 5605424 w 6545688"/>
              <a:gd name="connsiteY6694" fmla="*/ 1498588 h 3341254"/>
              <a:gd name="connsiteX6695" fmla="*/ 4690393 w 6545688"/>
              <a:gd name="connsiteY6695" fmla="*/ 1498126 h 3341254"/>
              <a:gd name="connsiteX6696" fmla="*/ 4704613 w 6545688"/>
              <a:gd name="connsiteY6696" fmla="*/ 1498126 h 3341254"/>
              <a:gd name="connsiteX6697" fmla="*/ 4705458 w 6545688"/>
              <a:gd name="connsiteY6697" fmla="*/ 1498664 h 3341254"/>
              <a:gd name="connsiteX6698" fmla="*/ 4712528 w 6545688"/>
              <a:gd name="connsiteY6698" fmla="*/ 1510960 h 3341254"/>
              <a:gd name="connsiteX6699" fmla="*/ 4712528 w 6545688"/>
              <a:gd name="connsiteY6699" fmla="*/ 1511961 h 3341254"/>
              <a:gd name="connsiteX6700" fmla="*/ 4705458 w 6545688"/>
              <a:gd name="connsiteY6700" fmla="*/ 1524258 h 3341254"/>
              <a:gd name="connsiteX6701" fmla="*/ 4704613 w 6545688"/>
              <a:gd name="connsiteY6701" fmla="*/ 1524795 h 3341254"/>
              <a:gd name="connsiteX6702" fmla="*/ 4690393 w 6545688"/>
              <a:gd name="connsiteY6702" fmla="*/ 1524795 h 3341254"/>
              <a:gd name="connsiteX6703" fmla="*/ 4689548 w 6545688"/>
              <a:gd name="connsiteY6703" fmla="*/ 1524258 h 3341254"/>
              <a:gd name="connsiteX6704" fmla="*/ 4682478 w 6545688"/>
              <a:gd name="connsiteY6704" fmla="*/ 1511961 h 3341254"/>
              <a:gd name="connsiteX6705" fmla="*/ 4682478 w 6545688"/>
              <a:gd name="connsiteY6705" fmla="*/ 1510960 h 3341254"/>
              <a:gd name="connsiteX6706" fmla="*/ 4689548 w 6545688"/>
              <a:gd name="connsiteY6706" fmla="*/ 1498664 h 3341254"/>
              <a:gd name="connsiteX6707" fmla="*/ 4690393 w 6545688"/>
              <a:gd name="connsiteY6707" fmla="*/ 1498126 h 3341254"/>
              <a:gd name="connsiteX6708" fmla="*/ 5239138 w 6545688"/>
              <a:gd name="connsiteY6708" fmla="*/ 1497743 h 3341254"/>
              <a:gd name="connsiteX6709" fmla="*/ 5253740 w 6545688"/>
              <a:gd name="connsiteY6709" fmla="*/ 1497743 h 3341254"/>
              <a:gd name="connsiteX6710" fmla="*/ 5254662 w 6545688"/>
              <a:gd name="connsiteY6710" fmla="*/ 1498280 h 3341254"/>
              <a:gd name="connsiteX6711" fmla="*/ 5261962 w 6545688"/>
              <a:gd name="connsiteY6711" fmla="*/ 1510962 h 3341254"/>
              <a:gd name="connsiteX6712" fmla="*/ 5261962 w 6545688"/>
              <a:gd name="connsiteY6712" fmla="*/ 1511961 h 3341254"/>
              <a:gd name="connsiteX6713" fmla="*/ 5254662 w 6545688"/>
              <a:gd name="connsiteY6713" fmla="*/ 1524641 h 3341254"/>
              <a:gd name="connsiteX6714" fmla="*/ 5253740 w 6545688"/>
              <a:gd name="connsiteY6714" fmla="*/ 1525180 h 3341254"/>
              <a:gd name="connsiteX6715" fmla="*/ 5239138 w 6545688"/>
              <a:gd name="connsiteY6715" fmla="*/ 1525180 h 3341254"/>
              <a:gd name="connsiteX6716" fmla="*/ 5238215 w 6545688"/>
              <a:gd name="connsiteY6716" fmla="*/ 1524641 h 3341254"/>
              <a:gd name="connsiteX6717" fmla="*/ 5230914 w 6545688"/>
              <a:gd name="connsiteY6717" fmla="*/ 1511961 h 3341254"/>
              <a:gd name="connsiteX6718" fmla="*/ 5230914 w 6545688"/>
              <a:gd name="connsiteY6718" fmla="*/ 1510962 h 3341254"/>
              <a:gd name="connsiteX6719" fmla="*/ 5238215 w 6545688"/>
              <a:gd name="connsiteY6719" fmla="*/ 1498280 h 3341254"/>
              <a:gd name="connsiteX6720" fmla="*/ 5239138 w 6545688"/>
              <a:gd name="connsiteY6720" fmla="*/ 1497743 h 3341254"/>
              <a:gd name="connsiteX6721" fmla="*/ 1671316 w 6545688"/>
              <a:gd name="connsiteY6721" fmla="*/ 1497743 h 3341254"/>
              <a:gd name="connsiteX6722" fmla="*/ 1685920 w 6545688"/>
              <a:gd name="connsiteY6722" fmla="*/ 1497743 h 3341254"/>
              <a:gd name="connsiteX6723" fmla="*/ 1686842 w 6545688"/>
              <a:gd name="connsiteY6723" fmla="*/ 1498280 h 3341254"/>
              <a:gd name="connsiteX6724" fmla="*/ 1694142 w 6545688"/>
              <a:gd name="connsiteY6724" fmla="*/ 1510962 h 3341254"/>
              <a:gd name="connsiteX6725" fmla="*/ 1694142 w 6545688"/>
              <a:gd name="connsiteY6725" fmla="*/ 1511961 h 3341254"/>
              <a:gd name="connsiteX6726" fmla="*/ 1686842 w 6545688"/>
              <a:gd name="connsiteY6726" fmla="*/ 1524641 h 3341254"/>
              <a:gd name="connsiteX6727" fmla="*/ 1685920 w 6545688"/>
              <a:gd name="connsiteY6727" fmla="*/ 1525180 h 3341254"/>
              <a:gd name="connsiteX6728" fmla="*/ 1671316 w 6545688"/>
              <a:gd name="connsiteY6728" fmla="*/ 1525180 h 3341254"/>
              <a:gd name="connsiteX6729" fmla="*/ 1670396 w 6545688"/>
              <a:gd name="connsiteY6729" fmla="*/ 1524641 h 3341254"/>
              <a:gd name="connsiteX6730" fmla="*/ 1663094 w 6545688"/>
              <a:gd name="connsiteY6730" fmla="*/ 1511961 h 3341254"/>
              <a:gd name="connsiteX6731" fmla="*/ 1663094 w 6545688"/>
              <a:gd name="connsiteY6731" fmla="*/ 1510962 h 3341254"/>
              <a:gd name="connsiteX6732" fmla="*/ 1670396 w 6545688"/>
              <a:gd name="connsiteY6732" fmla="*/ 1498280 h 3341254"/>
              <a:gd name="connsiteX6733" fmla="*/ 1671316 w 6545688"/>
              <a:gd name="connsiteY6733" fmla="*/ 1497743 h 3341254"/>
              <a:gd name="connsiteX6734" fmla="*/ 5421896 w 6545688"/>
              <a:gd name="connsiteY6734" fmla="*/ 1497435 h 3341254"/>
              <a:gd name="connsiteX6735" fmla="*/ 5436807 w 6545688"/>
              <a:gd name="connsiteY6735" fmla="*/ 1497435 h 3341254"/>
              <a:gd name="connsiteX6736" fmla="*/ 5437729 w 6545688"/>
              <a:gd name="connsiteY6736" fmla="*/ 1497973 h 3341254"/>
              <a:gd name="connsiteX6737" fmla="*/ 5445183 w 6545688"/>
              <a:gd name="connsiteY6737" fmla="*/ 1510885 h 3341254"/>
              <a:gd name="connsiteX6738" fmla="*/ 5445183 w 6545688"/>
              <a:gd name="connsiteY6738" fmla="*/ 1511961 h 3341254"/>
              <a:gd name="connsiteX6739" fmla="*/ 5437729 w 6545688"/>
              <a:gd name="connsiteY6739" fmla="*/ 1524873 h 3341254"/>
              <a:gd name="connsiteX6740" fmla="*/ 5436807 w 6545688"/>
              <a:gd name="connsiteY6740" fmla="*/ 1525410 h 3341254"/>
              <a:gd name="connsiteX6741" fmla="*/ 5421896 w 6545688"/>
              <a:gd name="connsiteY6741" fmla="*/ 1525410 h 3341254"/>
              <a:gd name="connsiteX6742" fmla="*/ 5420975 w 6545688"/>
              <a:gd name="connsiteY6742" fmla="*/ 1524873 h 3341254"/>
              <a:gd name="connsiteX6743" fmla="*/ 5413520 w 6545688"/>
              <a:gd name="connsiteY6743" fmla="*/ 1511961 h 3341254"/>
              <a:gd name="connsiteX6744" fmla="*/ 5413520 w 6545688"/>
              <a:gd name="connsiteY6744" fmla="*/ 1510885 h 3341254"/>
              <a:gd name="connsiteX6745" fmla="*/ 5420975 w 6545688"/>
              <a:gd name="connsiteY6745" fmla="*/ 1497973 h 3341254"/>
              <a:gd name="connsiteX6746" fmla="*/ 5421896 w 6545688"/>
              <a:gd name="connsiteY6746" fmla="*/ 1497435 h 3341254"/>
              <a:gd name="connsiteX6747" fmla="*/ 1853385 w 6545688"/>
              <a:gd name="connsiteY6747" fmla="*/ 1496051 h 3341254"/>
              <a:gd name="connsiteX6748" fmla="*/ 1869832 w 6545688"/>
              <a:gd name="connsiteY6748" fmla="*/ 1496051 h 3341254"/>
              <a:gd name="connsiteX6749" fmla="*/ 1870830 w 6545688"/>
              <a:gd name="connsiteY6749" fmla="*/ 1496667 h 3341254"/>
              <a:gd name="connsiteX6750" fmla="*/ 1879053 w 6545688"/>
              <a:gd name="connsiteY6750" fmla="*/ 1510885 h 3341254"/>
              <a:gd name="connsiteX6751" fmla="*/ 1879053 w 6545688"/>
              <a:gd name="connsiteY6751" fmla="*/ 1512037 h 3341254"/>
              <a:gd name="connsiteX6752" fmla="*/ 1870830 w 6545688"/>
              <a:gd name="connsiteY6752" fmla="*/ 1526255 h 3341254"/>
              <a:gd name="connsiteX6753" fmla="*/ 1869832 w 6545688"/>
              <a:gd name="connsiteY6753" fmla="*/ 1526870 h 3341254"/>
              <a:gd name="connsiteX6754" fmla="*/ 1853385 w 6545688"/>
              <a:gd name="connsiteY6754" fmla="*/ 1526870 h 3341254"/>
              <a:gd name="connsiteX6755" fmla="*/ 1852384 w 6545688"/>
              <a:gd name="connsiteY6755" fmla="*/ 1526255 h 3341254"/>
              <a:gd name="connsiteX6756" fmla="*/ 1844162 w 6545688"/>
              <a:gd name="connsiteY6756" fmla="*/ 1512037 h 3341254"/>
              <a:gd name="connsiteX6757" fmla="*/ 1844162 w 6545688"/>
              <a:gd name="connsiteY6757" fmla="*/ 1510885 h 3341254"/>
              <a:gd name="connsiteX6758" fmla="*/ 1852384 w 6545688"/>
              <a:gd name="connsiteY6758" fmla="*/ 1496667 h 3341254"/>
              <a:gd name="connsiteX6759" fmla="*/ 1853385 w 6545688"/>
              <a:gd name="connsiteY6759" fmla="*/ 1496051 h 3341254"/>
              <a:gd name="connsiteX6760" fmla="*/ 1761851 w 6545688"/>
              <a:gd name="connsiteY6760" fmla="*/ 1496051 h 3341254"/>
              <a:gd name="connsiteX6761" fmla="*/ 1778298 w 6545688"/>
              <a:gd name="connsiteY6761" fmla="*/ 1496051 h 3341254"/>
              <a:gd name="connsiteX6762" fmla="*/ 1779297 w 6545688"/>
              <a:gd name="connsiteY6762" fmla="*/ 1496667 h 3341254"/>
              <a:gd name="connsiteX6763" fmla="*/ 1787519 w 6545688"/>
              <a:gd name="connsiteY6763" fmla="*/ 1510885 h 3341254"/>
              <a:gd name="connsiteX6764" fmla="*/ 1787519 w 6545688"/>
              <a:gd name="connsiteY6764" fmla="*/ 1512037 h 3341254"/>
              <a:gd name="connsiteX6765" fmla="*/ 1779297 w 6545688"/>
              <a:gd name="connsiteY6765" fmla="*/ 1526255 h 3341254"/>
              <a:gd name="connsiteX6766" fmla="*/ 1778298 w 6545688"/>
              <a:gd name="connsiteY6766" fmla="*/ 1526870 h 3341254"/>
              <a:gd name="connsiteX6767" fmla="*/ 1761851 w 6545688"/>
              <a:gd name="connsiteY6767" fmla="*/ 1526870 h 3341254"/>
              <a:gd name="connsiteX6768" fmla="*/ 1760851 w 6545688"/>
              <a:gd name="connsiteY6768" fmla="*/ 1526255 h 3341254"/>
              <a:gd name="connsiteX6769" fmla="*/ 1752628 w 6545688"/>
              <a:gd name="connsiteY6769" fmla="*/ 1512037 h 3341254"/>
              <a:gd name="connsiteX6770" fmla="*/ 1752628 w 6545688"/>
              <a:gd name="connsiteY6770" fmla="*/ 1510885 h 3341254"/>
              <a:gd name="connsiteX6771" fmla="*/ 1760851 w 6545688"/>
              <a:gd name="connsiteY6771" fmla="*/ 1496667 h 3341254"/>
              <a:gd name="connsiteX6772" fmla="*/ 1761851 w 6545688"/>
              <a:gd name="connsiteY6772" fmla="*/ 1496051 h 3341254"/>
              <a:gd name="connsiteX6773" fmla="*/ 5146219 w 6545688"/>
              <a:gd name="connsiteY6773" fmla="*/ 1495053 h 3341254"/>
              <a:gd name="connsiteX6774" fmla="*/ 5163666 w 6545688"/>
              <a:gd name="connsiteY6774" fmla="*/ 1495053 h 3341254"/>
              <a:gd name="connsiteX6775" fmla="*/ 5164743 w 6545688"/>
              <a:gd name="connsiteY6775" fmla="*/ 1495668 h 3341254"/>
              <a:gd name="connsiteX6776" fmla="*/ 5173502 w 6545688"/>
              <a:gd name="connsiteY6776" fmla="*/ 1510809 h 3341254"/>
              <a:gd name="connsiteX6777" fmla="*/ 5173502 w 6545688"/>
              <a:gd name="connsiteY6777" fmla="*/ 1512037 h 3341254"/>
              <a:gd name="connsiteX6778" fmla="*/ 5164743 w 6545688"/>
              <a:gd name="connsiteY6778" fmla="*/ 1527178 h 3341254"/>
              <a:gd name="connsiteX6779" fmla="*/ 5163666 w 6545688"/>
              <a:gd name="connsiteY6779" fmla="*/ 1527793 h 3341254"/>
              <a:gd name="connsiteX6780" fmla="*/ 5146219 w 6545688"/>
              <a:gd name="connsiteY6780" fmla="*/ 1527793 h 3341254"/>
              <a:gd name="connsiteX6781" fmla="*/ 5145144 w 6545688"/>
              <a:gd name="connsiteY6781" fmla="*/ 1527178 h 3341254"/>
              <a:gd name="connsiteX6782" fmla="*/ 5136382 w 6545688"/>
              <a:gd name="connsiteY6782" fmla="*/ 1512037 h 3341254"/>
              <a:gd name="connsiteX6783" fmla="*/ 5136382 w 6545688"/>
              <a:gd name="connsiteY6783" fmla="*/ 1510809 h 3341254"/>
              <a:gd name="connsiteX6784" fmla="*/ 5145144 w 6545688"/>
              <a:gd name="connsiteY6784" fmla="*/ 1495668 h 3341254"/>
              <a:gd name="connsiteX6785" fmla="*/ 5146219 w 6545688"/>
              <a:gd name="connsiteY6785" fmla="*/ 1495053 h 3341254"/>
              <a:gd name="connsiteX6786" fmla="*/ 5053609 w 6545688"/>
              <a:gd name="connsiteY6786" fmla="*/ 1493131 h 3341254"/>
              <a:gd name="connsiteX6787" fmla="*/ 5073207 w 6545688"/>
              <a:gd name="connsiteY6787" fmla="*/ 1493131 h 3341254"/>
              <a:gd name="connsiteX6788" fmla="*/ 5074436 w 6545688"/>
              <a:gd name="connsiteY6788" fmla="*/ 1493823 h 3341254"/>
              <a:gd name="connsiteX6789" fmla="*/ 5084196 w 6545688"/>
              <a:gd name="connsiteY6789" fmla="*/ 1510731 h 3341254"/>
              <a:gd name="connsiteX6790" fmla="*/ 5084196 w 6545688"/>
              <a:gd name="connsiteY6790" fmla="*/ 1512115 h 3341254"/>
              <a:gd name="connsiteX6791" fmla="*/ 5074436 w 6545688"/>
              <a:gd name="connsiteY6791" fmla="*/ 1529023 h 3341254"/>
              <a:gd name="connsiteX6792" fmla="*/ 5073207 w 6545688"/>
              <a:gd name="connsiteY6792" fmla="*/ 1529714 h 3341254"/>
              <a:gd name="connsiteX6793" fmla="*/ 5053609 w 6545688"/>
              <a:gd name="connsiteY6793" fmla="*/ 1529714 h 3341254"/>
              <a:gd name="connsiteX6794" fmla="*/ 5052378 w 6545688"/>
              <a:gd name="connsiteY6794" fmla="*/ 1529023 h 3341254"/>
              <a:gd name="connsiteX6795" fmla="*/ 5042618 w 6545688"/>
              <a:gd name="connsiteY6795" fmla="*/ 1512115 h 3341254"/>
              <a:gd name="connsiteX6796" fmla="*/ 5042618 w 6545688"/>
              <a:gd name="connsiteY6796" fmla="*/ 1510731 h 3341254"/>
              <a:gd name="connsiteX6797" fmla="*/ 5052378 w 6545688"/>
              <a:gd name="connsiteY6797" fmla="*/ 1493823 h 3341254"/>
              <a:gd name="connsiteX6798" fmla="*/ 5053609 w 6545688"/>
              <a:gd name="connsiteY6798" fmla="*/ 1493131 h 3341254"/>
              <a:gd name="connsiteX6799" fmla="*/ 1485867 w 6545688"/>
              <a:gd name="connsiteY6799" fmla="*/ 1493131 h 3341254"/>
              <a:gd name="connsiteX6800" fmla="*/ 1505465 w 6545688"/>
              <a:gd name="connsiteY6800" fmla="*/ 1493131 h 3341254"/>
              <a:gd name="connsiteX6801" fmla="*/ 1506694 w 6545688"/>
              <a:gd name="connsiteY6801" fmla="*/ 1493823 h 3341254"/>
              <a:gd name="connsiteX6802" fmla="*/ 1516454 w 6545688"/>
              <a:gd name="connsiteY6802" fmla="*/ 1510731 h 3341254"/>
              <a:gd name="connsiteX6803" fmla="*/ 1516454 w 6545688"/>
              <a:gd name="connsiteY6803" fmla="*/ 1512115 h 3341254"/>
              <a:gd name="connsiteX6804" fmla="*/ 1506694 w 6545688"/>
              <a:gd name="connsiteY6804" fmla="*/ 1529023 h 3341254"/>
              <a:gd name="connsiteX6805" fmla="*/ 1505465 w 6545688"/>
              <a:gd name="connsiteY6805" fmla="*/ 1529714 h 3341254"/>
              <a:gd name="connsiteX6806" fmla="*/ 1485867 w 6545688"/>
              <a:gd name="connsiteY6806" fmla="*/ 1529714 h 3341254"/>
              <a:gd name="connsiteX6807" fmla="*/ 1484637 w 6545688"/>
              <a:gd name="connsiteY6807" fmla="*/ 1529023 h 3341254"/>
              <a:gd name="connsiteX6808" fmla="*/ 1474876 w 6545688"/>
              <a:gd name="connsiteY6808" fmla="*/ 1512115 h 3341254"/>
              <a:gd name="connsiteX6809" fmla="*/ 1474876 w 6545688"/>
              <a:gd name="connsiteY6809" fmla="*/ 1510731 h 3341254"/>
              <a:gd name="connsiteX6810" fmla="*/ 1484637 w 6545688"/>
              <a:gd name="connsiteY6810" fmla="*/ 1493823 h 3341254"/>
              <a:gd name="connsiteX6811" fmla="*/ 1485867 w 6545688"/>
              <a:gd name="connsiteY6811" fmla="*/ 1493131 h 3341254"/>
              <a:gd name="connsiteX6812" fmla="*/ 4779085 w 6545688"/>
              <a:gd name="connsiteY6812" fmla="*/ 1492824 h 3341254"/>
              <a:gd name="connsiteX6813" fmla="*/ 4798912 w 6545688"/>
              <a:gd name="connsiteY6813" fmla="*/ 1492824 h 3341254"/>
              <a:gd name="connsiteX6814" fmla="*/ 4800143 w 6545688"/>
              <a:gd name="connsiteY6814" fmla="*/ 1493515 h 3341254"/>
              <a:gd name="connsiteX6815" fmla="*/ 4810057 w 6545688"/>
              <a:gd name="connsiteY6815" fmla="*/ 1510731 h 3341254"/>
              <a:gd name="connsiteX6816" fmla="*/ 4810057 w 6545688"/>
              <a:gd name="connsiteY6816" fmla="*/ 1512115 h 3341254"/>
              <a:gd name="connsiteX6817" fmla="*/ 4800143 w 6545688"/>
              <a:gd name="connsiteY6817" fmla="*/ 1529331 h 3341254"/>
              <a:gd name="connsiteX6818" fmla="*/ 4798912 w 6545688"/>
              <a:gd name="connsiteY6818" fmla="*/ 1530022 h 3341254"/>
              <a:gd name="connsiteX6819" fmla="*/ 4779085 w 6545688"/>
              <a:gd name="connsiteY6819" fmla="*/ 1530022 h 3341254"/>
              <a:gd name="connsiteX6820" fmla="*/ 4777854 w 6545688"/>
              <a:gd name="connsiteY6820" fmla="*/ 1529331 h 3341254"/>
              <a:gd name="connsiteX6821" fmla="*/ 4767940 w 6545688"/>
              <a:gd name="connsiteY6821" fmla="*/ 1512115 h 3341254"/>
              <a:gd name="connsiteX6822" fmla="*/ 4767940 w 6545688"/>
              <a:gd name="connsiteY6822" fmla="*/ 1510731 h 3341254"/>
              <a:gd name="connsiteX6823" fmla="*/ 4777854 w 6545688"/>
              <a:gd name="connsiteY6823" fmla="*/ 1493515 h 3341254"/>
              <a:gd name="connsiteX6824" fmla="*/ 4779085 w 6545688"/>
              <a:gd name="connsiteY6824" fmla="*/ 1492824 h 3341254"/>
              <a:gd name="connsiteX6825" fmla="*/ 4961768 w 6545688"/>
              <a:gd name="connsiteY6825" fmla="*/ 1492287 h 3341254"/>
              <a:gd name="connsiteX6826" fmla="*/ 4982211 w 6545688"/>
              <a:gd name="connsiteY6826" fmla="*/ 1492287 h 3341254"/>
              <a:gd name="connsiteX6827" fmla="*/ 4983441 w 6545688"/>
              <a:gd name="connsiteY6827" fmla="*/ 1492978 h 3341254"/>
              <a:gd name="connsiteX6828" fmla="*/ 4993663 w 6545688"/>
              <a:gd name="connsiteY6828" fmla="*/ 1510731 h 3341254"/>
              <a:gd name="connsiteX6829" fmla="*/ 4993663 w 6545688"/>
              <a:gd name="connsiteY6829" fmla="*/ 1512193 h 3341254"/>
              <a:gd name="connsiteX6830" fmla="*/ 4983441 w 6545688"/>
              <a:gd name="connsiteY6830" fmla="*/ 1529946 h 3341254"/>
              <a:gd name="connsiteX6831" fmla="*/ 4982211 w 6545688"/>
              <a:gd name="connsiteY6831" fmla="*/ 1530637 h 3341254"/>
              <a:gd name="connsiteX6832" fmla="*/ 4961768 w 6545688"/>
              <a:gd name="connsiteY6832" fmla="*/ 1530637 h 3341254"/>
              <a:gd name="connsiteX6833" fmla="*/ 4960538 w 6545688"/>
              <a:gd name="connsiteY6833" fmla="*/ 1529946 h 3341254"/>
              <a:gd name="connsiteX6834" fmla="*/ 4950316 w 6545688"/>
              <a:gd name="connsiteY6834" fmla="*/ 1512193 h 3341254"/>
              <a:gd name="connsiteX6835" fmla="*/ 4950316 w 6545688"/>
              <a:gd name="connsiteY6835" fmla="*/ 1510731 h 3341254"/>
              <a:gd name="connsiteX6836" fmla="*/ 4960538 w 6545688"/>
              <a:gd name="connsiteY6836" fmla="*/ 1492978 h 3341254"/>
              <a:gd name="connsiteX6837" fmla="*/ 4961768 w 6545688"/>
              <a:gd name="connsiteY6837" fmla="*/ 1492287 h 3341254"/>
              <a:gd name="connsiteX6838" fmla="*/ 4870156 w 6545688"/>
              <a:gd name="connsiteY6838" fmla="*/ 1492133 h 3341254"/>
              <a:gd name="connsiteX6839" fmla="*/ 4890754 w 6545688"/>
              <a:gd name="connsiteY6839" fmla="*/ 1492133 h 3341254"/>
              <a:gd name="connsiteX6840" fmla="*/ 4891984 w 6545688"/>
              <a:gd name="connsiteY6840" fmla="*/ 1492824 h 3341254"/>
              <a:gd name="connsiteX6841" fmla="*/ 4902282 w 6545688"/>
              <a:gd name="connsiteY6841" fmla="*/ 1510655 h 3341254"/>
              <a:gd name="connsiteX6842" fmla="*/ 4902282 w 6545688"/>
              <a:gd name="connsiteY6842" fmla="*/ 1512115 h 3341254"/>
              <a:gd name="connsiteX6843" fmla="*/ 4891984 w 6545688"/>
              <a:gd name="connsiteY6843" fmla="*/ 1529946 h 3341254"/>
              <a:gd name="connsiteX6844" fmla="*/ 4890754 w 6545688"/>
              <a:gd name="connsiteY6844" fmla="*/ 1530637 h 3341254"/>
              <a:gd name="connsiteX6845" fmla="*/ 4870156 w 6545688"/>
              <a:gd name="connsiteY6845" fmla="*/ 1530637 h 3341254"/>
              <a:gd name="connsiteX6846" fmla="*/ 4868928 w 6545688"/>
              <a:gd name="connsiteY6846" fmla="*/ 1529946 h 3341254"/>
              <a:gd name="connsiteX6847" fmla="*/ 4858629 w 6545688"/>
              <a:gd name="connsiteY6847" fmla="*/ 1512115 h 3341254"/>
              <a:gd name="connsiteX6848" fmla="*/ 4858629 w 6545688"/>
              <a:gd name="connsiteY6848" fmla="*/ 1510655 h 3341254"/>
              <a:gd name="connsiteX6849" fmla="*/ 4868928 w 6545688"/>
              <a:gd name="connsiteY6849" fmla="*/ 1492824 h 3341254"/>
              <a:gd name="connsiteX6850" fmla="*/ 4870156 w 6545688"/>
              <a:gd name="connsiteY6850" fmla="*/ 1492133 h 3341254"/>
              <a:gd name="connsiteX6851" fmla="*/ 294117 w 6545688"/>
              <a:gd name="connsiteY6851" fmla="*/ 1488366 h 3341254"/>
              <a:gd name="connsiteX6852" fmla="*/ 318784 w 6545688"/>
              <a:gd name="connsiteY6852" fmla="*/ 1488366 h 3341254"/>
              <a:gd name="connsiteX6853" fmla="*/ 320316 w 6545688"/>
              <a:gd name="connsiteY6853" fmla="*/ 1489211 h 3341254"/>
              <a:gd name="connsiteX6854" fmla="*/ 332619 w 6545688"/>
              <a:gd name="connsiteY6854" fmla="*/ 1510577 h 3341254"/>
              <a:gd name="connsiteX6855" fmla="*/ 332619 w 6545688"/>
              <a:gd name="connsiteY6855" fmla="*/ 1512345 h 3341254"/>
              <a:gd name="connsiteX6856" fmla="*/ 320316 w 6545688"/>
              <a:gd name="connsiteY6856" fmla="*/ 1533710 h 3341254"/>
              <a:gd name="connsiteX6857" fmla="*/ 318784 w 6545688"/>
              <a:gd name="connsiteY6857" fmla="*/ 1534555 h 3341254"/>
              <a:gd name="connsiteX6858" fmla="*/ 294117 w 6545688"/>
              <a:gd name="connsiteY6858" fmla="*/ 1534555 h 3341254"/>
              <a:gd name="connsiteX6859" fmla="*/ 292575 w 6545688"/>
              <a:gd name="connsiteY6859" fmla="*/ 1533710 h 3341254"/>
              <a:gd name="connsiteX6860" fmla="*/ 280275 w 6545688"/>
              <a:gd name="connsiteY6860" fmla="*/ 1512345 h 3341254"/>
              <a:gd name="connsiteX6861" fmla="*/ 280275 w 6545688"/>
              <a:gd name="connsiteY6861" fmla="*/ 1510577 h 3341254"/>
              <a:gd name="connsiteX6862" fmla="*/ 292575 w 6545688"/>
              <a:gd name="connsiteY6862" fmla="*/ 1489211 h 3341254"/>
              <a:gd name="connsiteX6863" fmla="*/ 294117 w 6545688"/>
              <a:gd name="connsiteY6863" fmla="*/ 1488366 h 3341254"/>
              <a:gd name="connsiteX6864" fmla="*/ 384032 w 6545688"/>
              <a:gd name="connsiteY6864" fmla="*/ 1485368 h 3341254"/>
              <a:gd name="connsiteX6865" fmla="*/ 411779 w 6545688"/>
              <a:gd name="connsiteY6865" fmla="*/ 1485368 h 3341254"/>
              <a:gd name="connsiteX6866" fmla="*/ 413463 w 6545688"/>
              <a:gd name="connsiteY6866" fmla="*/ 1486367 h 3341254"/>
              <a:gd name="connsiteX6867" fmla="*/ 427380 w 6545688"/>
              <a:gd name="connsiteY6867" fmla="*/ 1510423 h 3341254"/>
              <a:gd name="connsiteX6868" fmla="*/ 427380 w 6545688"/>
              <a:gd name="connsiteY6868" fmla="*/ 1512420 h 3341254"/>
              <a:gd name="connsiteX6869" fmla="*/ 413463 w 6545688"/>
              <a:gd name="connsiteY6869" fmla="*/ 1536477 h 3341254"/>
              <a:gd name="connsiteX6870" fmla="*/ 411779 w 6545688"/>
              <a:gd name="connsiteY6870" fmla="*/ 1537475 h 3341254"/>
              <a:gd name="connsiteX6871" fmla="*/ 384032 w 6545688"/>
              <a:gd name="connsiteY6871" fmla="*/ 1537475 h 3341254"/>
              <a:gd name="connsiteX6872" fmla="*/ 382339 w 6545688"/>
              <a:gd name="connsiteY6872" fmla="*/ 1536477 h 3341254"/>
              <a:gd name="connsiteX6873" fmla="*/ 368430 w 6545688"/>
              <a:gd name="connsiteY6873" fmla="*/ 1512420 h 3341254"/>
              <a:gd name="connsiteX6874" fmla="*/ 368430 w 6545688"/>
              <a:gd name="connsiteY6874" fmla="*/ 1510423 h 3341254"/>
              <a:gd name="connsiteX6875" fmla="*/ 382339 w 6545688"/>
              <a:gd name="connsiteY6875" fmla="*/ 1486367 h 3341254"/>
              <a:gd name="connsiteX6876" fmla="*/ 384032 w 6545688"/>
              <a:gd name="connsiteY6876" fmla="*/ 1485368 h 3341254"/>
              <a:gd name="connsiteX6877" fmla="*/ 3859595 w 6545688"/>
              <a:gd name="connsiteY6877" fmla="*/ 1484140 h 3341254"/>
              <a:gd name="connsiteX6878" fmla="*/ 3888724 w 6545688"/>
              <a:gd name="connsiteY6878" fmla="*/ 1484140 h 3341254"/>
              <a:gd name="connsiteX6879" fmla="*/ 3890492 w 6545688"/>
              <a:gd name="connsiteY6879" fmla="*/ 1485139 h 3341254"/>
              <a:gd name="connsiteX6880" fmla="*/ 3905018 w 6545688"/>
              <a:gd name="connsiteY6880" fmla="*/ 1510347 h 3341254"/>
              <a:gd name="connsiteX6881" fmla="*/ 3905018 w 6545688"/>
              <a:gd name="connsiteY6881" fmla="*/ 1512422 h 3341254"/>
              <a:gd name="connsiteX6882" fmla="*/ 3890414 w 6545688"/>
              <a:gd name="connsiteY6882" fmla="*/ 1537631 h 3341254"/>
              <a:gd name="connsiteX6883" fmla="*/ 3888647 w 6545688"/>
              <a:gd name="connsiteY6883" fmla="*/ 1538630 h 3341254"/>
              <a:gd name="connsiteX6884" fmla="*/ 3859520 w 6545688"/>
              <a:gd name="connsiteY6884" fmla="*/ 1538630 h 3341254"/>
              <a:gd name="connsiteX6885" fmla="*/ 3857752 w 6545688"/>
              <a:gd name="connsiteY6885" fmla="*/ 1537631 h 3341254"/>
              <a:gd name="connsiteX6886" fmla="*/ 3843226 w 6545688"/>
              <a:gd name="connsiteY6886" fmla="*/ 1512422 h 3341254"/>
              <a:gd name="connsiteX6887" fmla="*/ 3843226 w 6545688"/>
              <a:gd name="connsiteY6887" fmla="*/ 1510347 h 3341254"/>
              <a:gd name="connsiteX6888" fmla="*/ 3857828 w 6545688"/>
              <a:gd name="connsiteY6888" fmla="*/ 1485139 h 3341254"/>
              <a:gd name="connsiteX6889" fmla="*/ 3859595 w 6545688"/>
              <a:gd name="connsiteY6889" fmla="*/ 1484140 h 3341254"/>
              <a:gd name="connsiteX6890" fmla="*/ 1389676 w 6545688"/>
              <a:gd name="connsiteY6890" fmla="*/ 1484140 h 3341254"/>
              <a:gd name="connsiteX6891" fmla="*/ 1418802 w 6545688"/>
              <a:gd name="connsiteY6891" fmla="*/ 1484140 h 3341254"/>
              <a:gd name="connsiteX6892" fmla="*/ 1420571 w 6545688"/>
              <a:gd name="connsiteY6892" fmla="*/ 1485139 h 3341254"/>
              <a:gd name="connsiteX6893" fmla="*/ 1435066 w 6545688"/>
              <a:gd name="connsiteY6893" fmla="*/ 1510347 h 3341254"/>
              <a:gd name="connsiteX6894" fmla="*/ 1435066 w 6545688"/>
              <a:gd name="connsiteY6894" fmla="*/ 1512422 h 3341254"/>
              <a:gd name="connsiteX6895" fmla="*/ 1420497 w 6545688"/>
              <a:gd name="connsiteY6895" fmla="*/ 1537631 h 3341254"/>
              <a:gd name="connsiteX6896" fmla="*/ 1418729 w 6545688"/>
              <a:gd name="connsiteY6896" fmla="*/ 1538630 h 3341254"/>
              <a:gd name="connsiteX6897" fmla="*/ 1389598 w 6545688"/>
              <a:gd name="connsiteY6897" fmla="*/ 1538630 h 3341254"/>
              <a:gd name="connsiteX6898" fmla="*/ 1387827 w 6545688"/>
              <a:gd name="connsiteY6898" fmla="*/ 1537631 h 3341254"/>
              <a:gd name="connsiteX6899" fmla="*/ 1373309 w 6545688"/>
              <a:gd name="connsiteY6899" fmla="*/ 1512422 h 3341254"/>
              <a:gd name="connsiteX6900" fmla="*/ 1373309 w 6545688"/>
              <a:gd name="connsiteY6900" fmla="*/ 1510347 h 3341254"/>
              <a:gd name="connsiteX6901" fmla="*/ 1387909 w 6545688"/>
              <a:gd name="connsiteY6901" fmla="*/ 1485139 h 3341254"/>
              <a:gd name="connsiteX6902" fmla="*/ 1389676 w 6545688"/>
              <a:gd name="connsiteY6902" fmla="*/ 1484140 h 3341254"/>
              <a:gd name="connsiteX6903" fmla="*/ 199278 w 6545688"/>
              <a:gd name="connsiteY6903" fmla="*/ 1482065 h 3341254"/>
              <a:gd name="connsiteX6904" fmla="*/ 230628 w 6545688"/>
              <a:gd name="connsiteY6904" fmla="*/ 1482065 h 3341254"/>
              <a:gd name="connsiteX6905" fmla="*/ 232549 w 6545688"/>
              <a:gd name="connsiteY6905" fmla="*/ 1483141 h 3341254"/>
              <a:gd name="connsiteX6906" fmla="*/ 248235 w 6545688"/>
              <a:gd name="connsiteY6906" fmla="*/ 1510271 h 3341254"/>
              <a:gd name="connsiteX6907" fmla="*/ 248235 w 6545688"/>
              <a:gd name="connsiteY6907" fmla="*/ 1512500 h 3341254"/>
              <a:gd name="connsiteX6908" fmla="*/ 232549 w 6545688"/>
              <a:gd name="connsiteY6908" fmla="*/ 1539630 h 3341254"/>
              <a:gd name="connsiteX6909" fmla="*/ 230628 w 6545688"/>
              <a:gd name="connsiteY6909" fmla="*/ 1540705 h 3341254"/>
              <a:gd name="connsiteX6910" fmla="*/ 199278 w 6545688"/>
              <a:gd name="connsiteY6910" fmla="*/ 1540705 h 3341254"/>
              <a:gd name="connsiteX6911" fmla="*/ 197358 w 6545688"/>
              <a:gd name="connsiteY6911" fmla="*/ 1539630 h 3341254"/>
              <a:gd name="connsiteX6912" fmla="*/ 181675 w 6545688"/>
              <a:gd name="connsiteY6912" fmla="*/ 1512500 h 3341254"/>
              <a:gd name="connsiteX6913" fmla="*/ 181675 w 6545688"/>
              <a:gd name="connsiteY6913" fmla="*/ 1510271 h 3341254"/>
              <a:gd name="connsiteX6914" fmla="*/ 197358 w 6545688"/>
              <a:gd name="connsiteY6914" fmla="*/ 1483141 h 3341254"/>
              <a:gd name="connsiteX6915" fmla="*/ 199278 w 6545688"/>
              <a:gd name="connsiteY6915" fmla="*/ 1482065 h 3341254"/>
              <a:gd name="connsiteX6916" fmla="*/ 107124 w 6545688"/>
              <a:gd name="connsiteY6916" fmla="*/ 1480681 h 3341254"/>
              <a:gd name="connsiteX6917" fmla="*/ 139940 w 6545688"/>
              <a:gd name="connsiteY6917" fmla="*/ 1480681 h 3341254"/>
              <a:gd name="connsiteX6918" fmla="*/ 141946 w 6545688"/>
              <a:gd name="connsiteY6918" fmla="*/ 1481833 h 3341254"/>
              <a:gd name="connsiteX6919" fmla="*/ 158391 w 6545688"/>
              <a:gd name="connsiteY6919" fmla="*/ 1510269 h 3341254"/>
              <a:gd name="connsiteX6920" fmla="*/ 158391 w 6545688"/>
              <a:gd name="connsiteY6920" fmla="*/ 1512576 h 3341254"/>
              <a:gd name="connsiteX6921" fmla="*/ 141946 w 6545688"/>
              <a:gd name="connsiteY6921" fmla="*/ 1541012 h 3341254"/>
              <a:gd name="connsiteX6922" fmla="*/ 139940 w 6545688"/>
              <a:gd name="connsiteY6922" fmla="*/ 1542165 h 3341254"/>
              <a:gd name="connsiteX6923" fmla="*/ 107124 w 6545688"/>
              <a:gd name="connsiteY6923" fmla="*/ 1542165 h 3341254"/>
              <a:gd name="connsiteX6924" fmla="*/ 105130 w 6545688"/>
              <a:gd name="connsiteY6924" fmla="*/ 1541012 h 3341254"/>
              <a:gd name="connsiteX6925" fmla="*/ 88685 w 6545688"/>
              <a:gd name="connsiteY6925" fmla="*/ 1512576 h 3341254"/>
              <a:gd name="connsiteX6926" fmla="*/ 88685 w 6545688"/>
              <a:gd name="connsiteY6926" fmla="*/ 1510269 h 3341254"/>
              <a:gd name="connsiteX6927" fmla="*/ 105130 w 6545688"/>
              <a:gd name="connsiteY6927" fmla="*/ 1481833 h 3341254"/>
              <a:gd name="connsiteX6928" fmla="*/ 107124 w 6545688"/>
              <a:gd name="connsiteY6928" fmla="*/ 1480681 h 3341254"/>
              <a:gd name="connsiteX6929" fmla="*/ 2590881 w 6545688"/>
              <a:gd name="connsiteY6929" fmla="*/ 1427422 h 3341254"/>
              <a:gd name="connsiteX6930" fmla="*/ 2595952 w 6545688"/>
              <a:gd name="connsiteY6930" fmla="*/ 1427422 h 3341254"/>
              <a:gd name="connsiteX6931" fmla="*/ 2596261 w 6545688"/>
              <a:gd name="connsiteY6931" fmla="*/ 1427575 h 3341254"/>
              <a:gd name="connsiteX6932" fmla="*/ 2598796 w 6545688"/>
              <a:gd name="connsiteY6932" fmla="*/ 1431955 h 3341254"/>
              <a:gd name="connsiteX6933" fmla="*/ 2598796 w 6545688"/>
              <a:gd name="connsiteY6933" fmla="*/ 1432341 h 3341254"/>
              <a:gd name="connsiteX6934" fmla="*/ 2596261 w 6545688"/>
              <a:gd name="connsiteY6934" fmla="*/ 1436721 h 3341254"/>
              <a:gd name="connsiteX6935" fmla="*/ 2595952 w 6545688"/>
              <a:gd name="connsiteY6935" fmla="*/ 1436874 h 3341254"/>
              <a:gd name="connsiteX6936" fmla="*/ 2590881 w 6545688"/>
              <a:gd name="connsiteY6936" fmla="*/ 1436874 h 3341254"/>
              <a:gd name="connsiteX6937" fmla="*/ 2590574 w 6545688"/>
              <a:gd name="connsiteY6937" fmla="*/ 1436721 h 3341254"/>
              <a:gd name="connsiteX6938" fmla="*/ 2588037 w 6545688"/>
              <a:gd name="connsiteY6938" fmla="*/ 1432341 h 3341254"/>
              <a:gd name="connsiteX6939" fmla="*/ 2588037 w 6545688"/>
              <a:gd name="connsiteY6939" fmla="*/ 1431955 h 3341254"/>
              <a:gd name="connsiteX6940" fmla="*/ 2590574 w 6545688"/>
              <a:gd name="connsiteY6940" fmla="*/ 1427575 h 3341254"/>
              <a:gd name="connsiteX6941" fmla="*/ 2590881 w 6545688"/>
              <a:gd name="connsiteY6941" fmla="*/ 1427422 h 3341254"/>
              <a:gd name="connsiteX6942" fmla="*/ 2224977 w 6545688"/>
              <a:gd name="connsiteY6942" fmla="*/ 1427422 h 3341254"/>
              <a:gd name="connsiteX6943" fmla="*/ 2230048 w 6545688"/>
              <a:gd name="connsiteY6943" fmla="*/ 1427422 h 3341254"/>
              <a:gd name="connsiteX6944" fmla="*/ 2230357 w 6545688"/>
              <a:gd name="connsiteY6944" fmla="*/ 1427575 h 3341254"/>
              <a:gd name="connsiteX6945" fmla="*/ 2232892 w 6545688"/>
              <a:gd name="connsiteY6945" fmla="*/ 1431955 h 3341254"/>
              <a:gd name="connsiteX6946" fmla="*/ 2232892 w 6545688"/>
              <a:gd name="connsiteY6946" fmla="*/ 1432341 h 3341254"/>
              <a:gd name="connsiteX6947" fmla="*/ 2230357 w 6545688"/>
              <a:gd name="connsiteY6947" fmla="*/ 1436721 h 3341254"/>
              <a:gd name="connsiteX6948" fmla="*/ 2230048 w 6545688"/>
              <a:gd name="connsiteY6948" fmla="*/ 1436874 h 3341254"/>
              <a:gd name="connsiteX6949" fmla="*/ 2224977 w 6545688"/>
              <a:gd name="connsiteY6949" fmla="*/ 1436874 h 3341254"/>
              <a:gd name="connsiteX6950" fmla="*/ 2224669 w 6545688"/>
              <a:gd name="connsiteY6950" fmla="*/ 1436721 h 3341254"/>
              <a:gd name="connsiteX6951" fmla="*/ 2222133 w 6545688"/>
              <a:gd name="connsiteY6951" fmla="*/ 1432341 h 3341254"/>
              <a:gd name="connsiteX6952" fmla="*/ 2222133 w 6545688"/>
              <a:gd name="connsiteY6952" fmla="*/ 1431955 h 3341254"/>
              <a:gd name="connsiteX6953" fmla="*/ 2224669 w 6545688"/>
              <a:gd name="connsiteY6953" fmla="*/ 1427575 h 3341254"/>
              <a:gd name="connsiteX6954" fmla="*/ 2224977 w 6545688"/>
              <a:gd name="connsiteY6954" fmla="*/ 1427422 h 3341254"/>
              <a:gd name="connsiteX6955" fmla="*/ 4511861 w 6545688"/>
              <a:gd name="connsiteY6955" fmla="*/ 1427114 h 3341254"/>
              <a:gd name="connsiteX6956" fmla="*/ 4517242 w 6545688"/>
              <a:gd name="connsiteY6956" fmla="*/ 1427114 h 3341254"/>
              <a:gd name="connsiteX6957" fmla="*/ 4517548 w 6545688"/>
              <a:gd name="connsiteY6957" fmla="*/ 1427268 h 3341254"/>
              <a:gd name="connsiteX6958" fmla="*/ 4520238 w 6545688"/>
              <a:gd name="connsiteY6958" fmla="*/ 1431955 h 3341254"/>
              <a:gd name="connsiteX6959" fmla="*/ 4520238 w 6545688"/>
              <a:gd name="connsiteY6959" fmla="*/ 1432341 h 3341254"/>
              <a:gd name="connsiteX6960" fmla="*/ 4517548 w 6545688"/>
              <a:gd name="connsiteY6960" fmla="*/ 1437028 h 3341254"/>
              <a:gd name="connsiteX6961" fmla="*/ 4517242 w 6545688"/>
              <a:gd name="connsiteY6961" fmla="*/ 1437182 h 3341254"/>
              <a:gd name="connsiteX6962" fmla="*/ 4511861 w 6545688"/>
              <a:gd name="connsiteY6962" fmla="*/ 1437182 h 3341254"/>
              <a:gd name="connsiteX6963" fmla="*/ 4511554 w 6545688"/>
              <a:gd name="connsiteY6963" fmla="*/ 1437028 h 3341254"/>
              <a:gd name="connsiteX6964" fmla="*/ 4508864 w 6545688"/>
              <a:gd name="connsiteY6964" fmla="*/ 1432341 h 3341254"/>
              <a:gd name="connsiteX6965" fmla="*/ 4508864 w 6545688"/>
              <a:gd name="connsiteY6965" fmla="*/ 1431955 h 3341254"/>
              <a:gd name="connsiteX6966" fmla="*/ 4511554 w 6545688"/>
              <a:gd name="connsiteY6966" fmla="*/ 1427268 h 3341254"/>
              <a:gd name="connsiteX6967" fmla="*/ 4511861 w 6545688"/>
              <a:gd name="connsiteY6967" fmla="*/ 1427114 h 3341254"/>
              <a:gd name="connsiteX6968" fmla="*/ 4603010 w 6545688"/>
              <a:gd name="connsiteY6968" fmla="*/ 1426575 h 3341254"/>
              <a:gd name="connsiteX6969" fmla="*/ 4609005 w 6545688"/>
              <a:gd name="connsiteY6969" fmla="*/ 1426575 h 3341254"/>
              <a:gd name="connsiteX6970" fmla="*/ 4609389 w 6545688"/>
              <a:gd name="connsiteY6970" fmla="*/ 1426805 h 3341254"/>
              <a:gd name="connsiteX6971" fmla="*/ 4612386 w 6545688"/>
              <a:gd name="connsiteY6971" fmla="*/ 1431955 h 3341254"/>
              <a:gd name="connsiteX6972" fmla="*/ 4612386 w 6545688"/>
              <a:gd name="connsiteY6972" fmla="*/ 1432339 h 3341254"/>
              <a:gd name="connsiteX6973" fmla="*/ 4609389 w 6545688"/>
              <a:gd name="connsiteY6973" fmla="*/ 1437488 h 3341254"/>
              <a:gd name="connsiteX6974" fmla="*/ 4609005 w 6545688"/>
              <a:gd name="connsiteY6974" fmla="*/ 1437719 h 3341254"/>
              <a:gd name="connsiteX6975" fmla="*/ 4603010 w 6545688"/>
              <a:gd name="connsiteY6975" fmla="*/ 1437719 h 3341254"/>
              <a:gd name="connsiteX6976" fmla="*/ 4602626 w 6545688"/>
              <a:gd name="connsiteY6976" fmla="*/ 1437488 h 3341254"/>
              <a:gd name="connsiteX6977" fmla="*/ 4599628 w 6545688"/>
              <a:gd name="connsiteY6977" fmla="*/ 1432339 h 3341254"/>
              <a:gd name="connsiteX6978" fmla="*/ 4599628 w 6545688"/>
              <a:gd name="connsiteY6978" fmla="*/ 1431955 h 3341254"/>
              <a:gd name="connsiteX6979" fmla="*/ 4602626 w 6545688"/>
              <a:gd name="connsiteY6979" fmla="*/ 1426805 h 3341254"/>
              <a:gd name="connsiteX6980" fmla="*/ 4603010 w 6545688"/>
              <a:gd name="connsiteY6980" fmla="*/ 1426575 h 3341254"/>
              <a:gd name="connsiteX6981" fmla="*/ 2041525 w 6545688"/>
              <a:gd name="connsiteY6981" fmla="*/ 1426575 h 3341254"/>
              <a:gd name="connsiteX6982" fmla="*/ 2047520 w 6545688"/>
              <a:gd name="connsiteY6982" fmla="*/ 1426575 h 3341254"/>
              <a:gd name="connsiteX6983" fmla="*/ 2047904 w 6545688"/>
              <a:gd name="connsiteY6983" fmla="*/ 1426805 h 3341254"/>
              <a:gd name="connsiteX6984" fmla="*/ 2050901 w 6545688"/>
              <a:gd name="connsiteY6984" fmla="*/ 1431955 h 3341254"/>
              <a:gd name="connsiteX6985" fmla="*/ 2050901 w 6545688"/>
              <a:gd name="connsiteY6985" fmla="*/ 1432339 h 3341254"/>
              <a:gd name="connsiteX6986" fmla="*/ 2047904 w 6545688"/>
              <a:gd name="connsiteY6986" fmla="*/ 1437488 h 3341254"/>
              <a:gd name="connsiteX6987" fmla="*/ 2047520 w 6545688"/>
              <a:gd name="connsiteY6987" fmla="*/ 1437719 h 3341254"/>
              <a:gd name="connsiteX6988" fmla="*/ 2041525 w 6545688"/>
              <a:gd name="connsiteY6988" fmla="*/ 1437719 h 3341254"/>
              <a:gd name="connsiteX6989" fmla="*/ 2041141 w 6545688"/>
              <a:gd name="connsiteY6989" fmla="*/ 1437488 h 3341254"/>
              <a:gd name="connsiteX6990" fmla="*/ 2038143 w 6545688"/>
              <a:gd name="connsiteY6990" fmla="*/ 1432339 h 3341254"/>
              <a:gd name="connsiteX6991" fmla="*/ 2038143 w 6545688"/>
              <a:gd name="connsiteY6991" fmla="*/ 1431955 h 3341254"/>
              <a:gd name="connsiteX6992" fmla="*/ 2041141 w 6545688"/>
              <a:gd name="connsiteY6992" fmla="*/ 1426805 h 3341254"/>
              <a:gd name="connsiteX6993" fmla="*/ 2041525 w 6545688"/>
              <a:gd name="connsiteY6993" fmla="*/ 1426575 h 3341254"/>
              <a:gd name="connsiteX6994" fmla="*/ 3962581 w 6545688"/>
              <a:gd name="connsiteY6994" fmla="*/ 1426421 h 3341254"/>
              <a:gd name="connsiteX6995" fmla="*/ 3968730 w 6545688"/>
              <a:gd name="connsiteY6995" fmla="*/ 1426421 h 3341254"/>
              <a:gd name="connsiteX6996" fmla="*/ 3969115 w 6545688"/>
              <a:gd name="connsiteY6996" fmla="*/ 1426651 h 3341254"/>
              <a:gd name="connsiteX6997" fmla="*/ 3972189 w 6545688"/>
              <a:gd name="connsiteY6997" fmla="*/ 1431955 h 3341254"/>
              <a:gd name="connsiteX6998" fmla="*/ 3972189 w 6545688"/>
              <a:gd name="connsiteY6998" fmla="*/ 1432417 h 3341254"/>
              <a:gd name="connsiteX6999" fmla="*/ 3969115 w 6545688"/>
              <a:gd name="connsiteY6999" fmla="*/ 1437719 h 3341254"/>
              <a:gd name="connsiteX7000" fmla="*/ 3968730 w 6545688"/>
              <a:gd name="connsiteY7000" fmla="*/ 1437949 h 3341254"/>
              <a:gd name="connsiteX7001" fmla="*/ 3962581 w 6545688"/>
              <a:gd name="connsiteY7001" fmla="*/ 1437949 h 3341254"/>
              <a:gd name="connsiteX7002" fmla="*/ 3962198 w 6545688"/>
              <a:gd name="connsiteY7002" fmla="*/ 1437719 h 3341254"/>
              <a:gd name="connsiteX7003" fmla="*/ 3959124 w 6545688"/>
              <a:gd name="connsiteY7003" fmla="*/ 1432417 h 3341254"/>
              <a:gd name="connsiteX7004" fmla="*/ 3959124 w 6545688"/>
              <a:gd name="connsiteY7004" fmla="*/ 1431955 h 3341254"/>
              <a:gd name="connsiteX7005" fmla="*/ 3962198 w 6545688"/>
              <a:gd name="connsiteY7005" fmla="*/ 1426651 h 3341254"/>
              <a:gd name="connsiteX7006" fmla="*/ 3962581 w 6545688"/>
              <a:gd name="connsiteY7006" fmla="*/ 1426421 h 3341254"/>
              <a:gd name="connsiteX7007" fmla="*/ 4694313 w 6545688"/>
              <a:gd name="connsiteY7007" fmla="*/ 1426267 h 3341254"/>
              <a:gd name="connsiteX7008" fmla="*/ 4700616 w 6545688"/>
              <a:gd name="connsiteY7008" fmla="*/ 1426267 h 3341254"/>
              <a:gd name="connsiteX7009" fmla="*/ 4701000 w 6545688"/>
              <a:gd name="connsiteY7009" fmla="*/ 1426497 h 3341254"/>
              <a:gd name="connsiteX7010" fmla="*/ 4704151 w 6545688"/>
              <a:gd name="connsiteY7010" fmla="*/ 1431955 h 3341254"/>
              <a:gd name="connsiteX7011" fmla="*/ 4704151 w 6545688"/>
              <a:gd name="connsiteY7011" fmla="*/ 1432415 h 3341254"/>
              <a:gd name="connsiteX7012" fmla="*/ 4701000 w 6545688"/>
              <a:gd name="connsiteY7012" fmla="*/ 1437873 h 3341254"/>
              <a:gd name="connsiteX7013" fmla="*/ 4700616 w 6545688"/>
              <a:gd name="connsiteY7013" fmla="*/ 1438103 h 3341254"/>
              <a:gd name="connsiteX7014" fmla="*/ 4694313 w 6545688"/>
              <a:gd name="connsiteY7014" fmla="*/ 1438103 h 3341254"/>
              <a:gd name="connsiteX7015" fmla="*/ 4693930 w 6545688"/>
              <a:gd name="connsiteY7015" fmla="*/ 1437873 h 3341254"/>
              <a:gd name="connsiteX7016" fmla="*/ 4690779 w 6545688"/>
              <a:gd name="connsiteY7016" fmla="*/ 1432415 h 3341254"/>
              <a:gd name="connsiteX7017" fmla="*/ 4690779 w 6545688"/>
              <a:gd name="connsiteY7017" fmla="*/ 1431955 h 3341254"/>
              <a:gd name="connsiteX7018" fmla="*/ 4693930 w 6545688"/>
              <a:gd name="connsiteY7018" fmla="*/ 1426497 h 3341254"/>
              <a:gd name="connsiteX7019" fmla="*/ 4694313 w 6545688"/>
              <a:gd name="connsiteY7019" fmla="*/ 1426267 h 3341254"/>
              <a:gd name="connsiteX7020" fmla="*/ 2132521 w 6545688"/>
              <a:gd name="connsiteY7020" fmla="*/ 1425576 h 3341254"/>
              <a:gd name="connsiteX7021" fmla="*/ 2139515 w 6545688"/>
              <a:gd name="connsiteY7021" fmla="*/ 1425576 h 3341254"/>
              <a:gd name="connsiteX7022" fmla="*/ 2139976 w 6545688"/>
              <a:gd name="connsiteY7022" fmla="*/ 1425806 h 3341254"/>
              <a:gd name="connsiteX7023" fmla="*/ 2143511 w 6545688"/>
              <a:gd name="connsiteY7023" fmla="*/ 1431878 h 3341254"/>
              <a:gd name="connsiteX7024" fmla="*/ 2143511 w 6545688"/>
              <a:gd name="connsiteY7024" fmla="*/ 1432339 h 3341254"/>
              <a:gd name="connsiteX7025" fmla="*/ 2139976 w 6545688"/>
              <a:gd name="connsiteY7025" fmla="*/ 1438410 h 3341254"/>
              <a:gd name="connsiteX7026" fmla="*/ 2139515 w 6545688"/>
              <a:gd name="connsiteY7026" fmla="*/ 1438642 h 3341254"/>
              <a:gd name="connsiteX7027" fmla="*/ 2132521 w 6545688"/>
              <a:gd name="connsiteY7027" fmla="*/ 1438642 h 3341254"/>
              <a:gd name="connsiteX7028" fmla="*/ 2132059 w 6545688"/>
              <a:gd name="connsiteY7028" fmla="*/ 1438410 h 3341254"/>
              <a:gd name="connsiteX7029" fmla="*/ 2128524 w 6545688"/>
              <a:gd name="connsiteY7029" fmla="*/ 1432339 h 3341254"/>
              <a:gd name="connsiteX7030" fmla="*/ 2128524 w 6545688"/>
              <a:gd name="connsiteY7030" fmla="*/ 1431878 h 3341254"/>
              <a:gd name="connsiteX7031" fmla="*/ 2132059 w 6545688"/>
              <a:gd name="connsiteY7031" fmla="*/ 1425806 h 3341254"/>
              <a:gd name="connsiteX7032" fmla="*/ 2132521 w 6545688"/>
              <a:gd name="connsiteY7032" fmla="*/ 1425576 h 3341254"/>
              <a:gd name="connsiteX7033" fmla="*/ 1583164 w 6545688"/>
              <a:gd name="connsiteY7033" fmla="*/ 1424731 h 3341254"/>
              <a:gd name="connsiteX7034" fmla="*/ 1591079 w 6545688"/>
              <a:gd name="connsiteY7034" fmla="*/ 1424731 h 3341254"/>
              <a:gd name="connsiteX7035" fmla="*/ 1591541 w 6545688"/>
              <a:gd name="connsiteY7035" fmla="*/ 1425039 h 3341254"/>
              <a:gd name="connsiteX7036" fmla="*/ 1595461 w 6545688"/>
              <a:gd name="connsiteY7036" fmla="*/ 1431879 h 3341254"/>
              <a:gd name="connsiteX7037" fmla="*/ 1595461 w 6545688"/>
              <a:gd name="connsiteY7037" fmla="*/ 1432417 h 3341254"/>
              <a:gd name="connsiteX7038" fmla="*/ 1591465 w 6545688"/>
              <a:gd name="connsiteY7038" fmla="*/ 1439257 h 3341254"/>
              <a:gd name="connsiteX7039" fmla="*/ 1591003 w 6545688"/>
              <a:gd name="connsiteY7039" fmla="*/ 1439565 h 3341254"/>
              <a:gd name="connsiteX7040" fmla="*/ 1583086 w 6545688"/>
              <a:gd name="connsiteY7040" fmla="*/ 1439565 h 3341254"/>
              <a:gd name="connsiteX7041" fmla="*/ 1582627 w 6545688"/>
              <a:gd name="connsiteY7041" fmla="*/ 1439257 h 3341254"/>
              <a:gd name="connsiteX7042" fmla="*/ 1578706 w 6545688"/>
              <a:gd name="connsiteY7042" fmla="*/ 1432417 h 3341254"/>
              <a:gd name="connsiteX7043" fmla="*/ 1578706 w 6545688"/>
              <a:gd name="connsiteY7043" fmla="*/ 1431879 h 3341254"/>
              <a:gd name="connsiteX7044" fmla="*/ 1582703 w 6545688"/>
              <a:gd name="connsiteY7044" fmla="*/ 1425039 h 3341254"/>
              <a:gd name="connsiteX7045" fmla="*/ 1583164 w 6545688"/>
              <a:gd name="connsiteY7045" fmla="*/ 1424731 h 3341254"/>
              <a:gd name="connsiteX7046" fmla="*/ 4784465 w 6545688"/>
              <a:gd name="connsiteY7046" fmla="*/ 1423731 h 3341254"/>
              <a:gd name="connsiteX7047" fmla="*/ 4793458 w 6545688"/>
              <a:gd name="connsiteY7047" fmla="*/ 1423731 h 3341254"/>
              <a:gd name="connsiteX7048" fmla="*/ 4793995 w 6545688"/>
              <a:gd name="connsiteY7048" fmla="*/ 1424039 h 3341254"/>
              <a:gd name="connsiteX7049" fmla="*/ 4798453 w 6545688"/>
              <a:gd name="connsiteY7049" fmla="*/ 1431802 h 3341254"/>
              <a:gd name="connsiteX7050" fmla="*/ 4798453 w 6545688"/>
              <a:gd name="connsiteY7050" fmla="*/ 1432415 h 3341254"/>
              <a:gd name="connsiteX7051" fmla="*/ 4793995 w 6545688"/>
              <a:gd name="connsiteY7051" fmla="*/ 1440178 h 3341254"/>
              <a:gd name="connsiteX7052" fmla="*/ 4793458 w 6545688"/>
              <a:gd name="connsiteY7052" fmla="*/ 1440485 h 3341254"/>
              <a:gd name="connsiteX7053" fmla="*/ 4784465 w 6545688"/>
              <a:gd name="connsiteY7053" fmla="*/ 1440485 h 3341254"/>
              <a:gd name="connsiteX7054" fmla="*/ 4783927 w 6545688"/>
              <a:gd name="connsiteY7054" fmla="*/ 1440178 h 3341254"/>
              <a:gd name="connsiteX7055" fmla="*/ 4779470 w 6545688"/>
              <a:gd name="connsiteY7055" fmla="*/ 1432415 h 3341254"/>
              <a:gd name="connsiteX7056" fmla="*/ 4779470 w 6545688"/>
              <a:gd name="connsiteY7056" fmla="*/ 1431802 h 3341254"/>
              <a:gd name="connsiteX7057" fmla="*/ 4783927 w 6545688"/>
              <a:gd name="connsiteY7057" fmla="*/ 1424039 h 3341254"/>
              <a:gd name="connsiteX7058" fmla="*/ 4784465 w 6545688"/>
              <a:gd name="connsiteY7058" fmla="*/ 1423731 h 3341254"/>
              <a:gd name="connsiteX7059" fmla="*/ 4875231 w 6545688"/>
              <a:gd name="connsiteY7059" fmla="*/ 1422349 h 3341254"/>
              <a:gd name="connsiteX7060" fmla="*/ 4885683 w 6545688"/>
              <a:gd name="connsiteY7060" fmla="*/ 1422349 h 3341254"/>
              <a:gd name="connsiteX7061" fmla="*/ 4886298 w 6545688"/>
              <a:gd name="connsiteY7061" fmla="*/ 1422732 h 3341254"/>
              <a:gd name="connsiteX7062" fmla="*/ 4891524 w 6545688"/>
              <a:gd name="connsiteY7062" fmla="*/ 1431802 h 3341254"/>
              <a:gd name="connsiteX7063" fmla="*/ 4891524 w 6545688"/>
              <a:gd name="connsiteY7063" fmla="*/ 1432570 h 3341254"/>
              <a:gd name="connsiteX7064" fmla="*/ 4886298 w 6545688"/>
              <a:gd name="connsiteY7064" fmla="*/ 1441640 h 3341254"/>
              <a:gd name="connsiteX7065" fmla="*/ 4885683 w 6545688"/>
              <a:gd name="connsiteY7065" fmla="*/ 1442023 h 3341254"/>
              <a:gd name="connsiteX7066" fmla="*/ 4875231 w 6545688"/>
              <a:gd name="connsiteY7066" fmla="*/ 1442023 h 3341254"/>
              <a:gd name="connsiteX7067" fmla="*/ 4874616 w 6545688"/>
              <a:gd name="connsiteY7067" fmla="*/ 1441640 h 3341254"/>
              <a:gd name="connsiteX7068" fmla="*/ 4869389 w 6545688"/>
              <a:gd name="connsiteY7068" fmla="*/ 1432570 h 3341254"/>
              <a:gd name="connsiteX7069" fmla="*/ 4869389 w 6545688"/>
              <a:gd name="connsiteY7069" fmla="*/ 1431802 h 3341254"/>
              <a:gd name="connsiteX7070" fmla="*/ 4874616 w 6545688"/>
              <a:gd name="connsiteY7070" fmla="*/ 1422732 h 3341254"/>
              <a:gd name="connsiteX7071" fmla="*/ 4875231 w 6545688"/>
              <a:gd name="connsiteY7071" fmla="*/ 1422349 h 3341254"/>
              <a:gd name="connsiteX7072" fmla="*/ 5423204 w 6545688"/>
              <a:gd name="connsiteY7072" fmla="*/ 1420503 h 3341254"/>
              <a:gd name="connsiteX7073" fmla="*/ 5435576 w 6545688"/>
              <a:gd name="connsiteY7073" fmla="*/ 1420503 h 3341254"/>
              <a:gd name="connsiteX7074" fmla="*/ 5436345 w 6545688"/>
              <a:gd name="connsiteY7074" fmla="*/ 1420965 h 3341254"/>
              <a:gd name="connsiteX7075" fmla="*/ 5442570 w 6545688"/>
              <a:gd name="connsiteY7075" fmla="*/ 1431724 h 3341254"/>
              <a:gd name="connsiteX7076" fmla="*/ 5442570 w 6545688"/>
              <a:gd name="connsiteY7076" fmla="*/ 1432570 h 3341254"/>
              <a:gd name="connsiteX7077" fmla="*/ 5436345 w 6545688"/>
              <a:gd name="connsiteY7077" fmla="*/ 1443329 h 3341254"/>
              <a:gd name="connsiteX7078" fmla="*/ 5435576 w 6545688"/>
              <a:gd name="connsiteY7078" fmla="*/ 1443791 h 3341254"/>
              <a:gd name="connsiteX7079" fmla="*/ 5423204 w 6545688"/>
              <a:gd name="connsiteY7079" fmla="*/ 1443791 h 3341254"/>
              <a:gd name="connsiteX7080" fmla="*/ 5422435 w 6545688"/>
              <a:gd name="connsiteY7080" fmla="*/ 1443329 h 3341254"/>
              <a:gd name="connsiteX7081" fmla="*/ 5416209 w 6545688"/>
              <a:gd name="connsiteY7081" fmla="*/ 1432570 h 3341254"/>
              <a:gd name="connsiteX7082" fmla="*/ 5416209 w 6545688"/>
              <a:gd name="connsiteY7082" fmla="*/ 1431724 h 3341254"/>
              <a:gd name="connsiteX7083" fmla="*/ 5422435 w 6545688"/>
              <a:gd name="connsiteY7083" fmla="*/ 1420965 h 3341254"/>
              <a:gd name="connsiteX7084" fmla="*/ 5423204 w 6545688"/>
              <a:gd name="connsiteY7084" fmla="*/ 1420503 h 3341254"/>
              <a:gd name="connsiteX7085" fmla="*/ 1763695 w 6545688"/>
              <a:gd name="connsiteY7085" fmla="*/ 1420120 h 3341254"/>
              <a:gd name="connsiteX7086" fmla="*/ 1776531 w 6545688"/>
              <a:gd name="connsiteY7086" fmla="*/ 1420120 h 3341254"/>
              <a:gd name="connsiteX7087" fmla="*/ 1777300 w 6545688"/>
              <a:gd name="connsiteY7087" fmla="*/ 1420581 h 3341254"/>
              <a:gd name="connsiteX7088" fmla="*/ 1783677 w 6545688"/>
              <a:gd name="connsiteY7088" fmla="*/ 1431726 h 3341254"/>
              <a:gd name="connsiteX7089" fmla="*/ 1783677 w 6545688"/>
              <a:gd name="connsiteY7089" fmla="*/ 1432646 h 3341254"/>
              <a:gd name="connsiteX7090" fmla="*/ 1777222 w 6545688"/>
              <a:gd name="connsiteY7090" fmla="*/ 1443791 h 3341254"/>
              <a:gd name="connsiteX7091" fmla="*/ 1776453 w 6545688"/>
              <a:gd name="connsiteY7091" fmla="*/ 1444252 h 3341254"/>
              <a:gd name="connsiteX7092" fmla="*/ 1763619 w 6545688"/>
              <a:gd name="connsiteY7092" fmla="*/ 1444252 h 3341254"/>
              <a:gd name="connsiteX7093" fmla="*/ 1762850 w 6545688"/>
              <a:gd name="connsiteY7093" fmla="*/ 1443791 h 3341254"/>
              <a:gd name="connsiteX7094" fmla="*/ 1756471 w 6545688"/>
              <a:gd name="connsiteY7094" fmla="*/ 1432646 h 3341254"/>
              <a:gd name="connsiteX7095" fmla="*/ 1756471 w 6545688"/>
              <a:gd name="connsiteY7095" fmla="*/ 1431726 h 3341254"/>
              <a:gd name="connsiteX7096" fmla="*/ 1762928 w 6545688"/>
              <a:gd name="connsiteY7096" fmla="*/ 1420581 h 3341254"/>
              <a:gd name="connsiteX7097" fmla="*/ 1763695 w 6545688"/>
              <a:gd name="connsiteY7097" fmla="*/ 1420120 h 3341254"/>
              <a:gd name="connsiteX7098" fmla="*/ 4050579 w 6545688"/>
              <a:gd name="connsiteY7098" fmla="*/ 1419812 h 3341254"/>
              <a:gd name="connsiteX7099" fmla="*/ 4063723 w 6545688"/>
              <a:gd name="connsiteY7099" fmla="*/ 1419812 h 3341254"/>
              <a:gd name="connsiteX7100" fmla="*/ 4064490 w 6545688"/>
              <a:gd name="connsiteY7100" fmla="*/ 1420274 h 3341254"/>
              <a:gd name="connsiteX7101" fmla="*/ 4071023 w 6545688"/>
              <a:gd name="connsiteY7101" fmla="*/ 1431648 h 3341254"/>
              <a:gd name="connsiteX7102" fmla="*/ 4071023 w 6545688"/>
              <a:gd name="connsiteY7102" fmla="*/ 1432570 h 3341254"/>
              <a:gd name="connsiteX7103" fmla="*/ 4064414 w 6545688"/>
              <a:gd name="connsiteY7103" fmla="*/ 1443945 h 3341254"/>
              <a:gd name="connsiteX7104" fmla="*/ 4063645 w 6545688"/>
              <a:gd name="connsiteY7104" fmla="*/ 1444406 h 3341254"/>
              <a:gd name="connsiteX7105" fmla="*/ 4050504 w 6545688"/>
              <a:gd name="connsiteY7105" fmla="*/ 1444406 h 3341254"/>
              <a:gd name="connsiteX7106" fmla="*/ 4049734 w 6545688"/>
              <a:gd name="connsiteY7106" fmla="*/ 1443945 h 3341254"/>
              <a:gd name="connsiteX7107" fmla="*/ 4043202 w 6545688"/>
              <a:gd name="connsiteY7107" fmla="*/ 1432570 h 3341254"/>
              <a:gd name="connsiteX7108" fmla="*/ 4043202 w 6545688"/>
              <a:gd name="connsiteY7108" fmla="*/ 1431648 h 3341254"/>
              <a:gd name="connsiteX7109" fmla="*/ 4049810 w 6545688"/>
              <a:gd name="connsiteY7109" fmla="*/ 1420274 h 3341254"/>
              <a:gd name="connsiteX7110" fmla="*/ 4050579 w 6545688"/>
              <a:gd name="connsiteY7110" fmla="*/ 1419812 h 3341254"/>
              <a:gd name="connsiteX7111" fmla="*/ 5788569 w 6545688"/>
              <a:gd name="connsiteY7111" fmla="*/ 1419583 h 3341254"/>
              <a:gd name="connsiteX7112" fmla="*/ 5802020 w 6545688"/>
              <a:gd name="connsiteY7112" fmla="*/ 1419583 h 3341254"/>
              <a:gd name="connsiteX7113" fmla="*/ 5802865 w 6545688"/>
              <a:gd name="connsiteY7113" fmla="*/ 1420044 h 3341254"/>
              <a:gd name="connsiteX7114" fmla="*/ 5809551 w 6545688"/>
              <a:gd name="connsiteY7114" fmla="*/ 1431648 h 3341254"/>
              <a:gd name="connsiteX7115" fmla="*/ 5809551 w 6545688"/>
              <a:gd name="connsiteY7115" fmla="*/ 1432570 h 3341254"/>
              <a:gd name="connsiteX7116" fmla="*/ 5802789 w 6545688"/>
              <a:gd name="connsiteY7116" fmla="*/ 1444176 h 3341254"/>
              <a:gd name="connsiteX7117" fmla="*/ 5801944 w 6545688"/>
              <a:gd name="connsiteY7117" fmla="*/ 1444637 h 3341254"/>
              <a:gd name="connsiteX7118" fmla="*/ 5788493 w 6545688"/>
              <a:gd name="connsiteY7118" fmla="*/ 1444637 h 3341254"/>
              <a:gd name="connsiteX7119" fmla="*/ 5787648 w 6545688"/>
              <a:gd name="connsiteY7119" fmla="*/ 1444176 h 3341254"/>
              <a:gd name="connsiteX7120" fmla="*/ 5780962 w 6545688"/>
              <a:gd name="connsiteY7120" fmla="*/ 1432570 h 3341254"/>
              <a:gd name="connsiteX7121" fmla="*/ 5780962 w 6545688"/>
              <a:gd name="connsiteY7121" fmla="*/ 1431648 h 3341254"/>
              <a:gd name="connsiteX7122" fmla="*/ 5787724 w 6545688"/>
              <a:gd name="connsiteY7122" fmla="*/ 1420044 h 3341254"/>
              <a:gd name="connsiteX7123" fmla="*/ 5788569 w 6545688"/>
              <a:gd name="connsiteY7123" fmla="*/ 1419583 h 3341254"/>
              <a:gd name="connsiteX7124" fmla="*/ 1671856 w 6545688"/>
              <a:gd name="connsiteY7124" fmla="*/ 1419429 h 3341254"/>
              <a:gd name="connsiteX7125" fmla="*/ 1685459 w 6545688"/>
              <a:gd name="connsiteY7125" fmla="*/ 1419429 h 3341254"/>
              <a:gd name="connsiteX7126" fmla="*/ 1686303 w 6545688"/>
              <a:gd name="connsiteY7126" fmla="*/ 1419890 h 3341254"/>
              <a:gd name="connsiteX7127" fmla="*/ 1693066 w 6545688"/>
              <a:gd name="connsiteY7127" fmla="*/ 1431650 h 3341254"/>
              <a:gd name="connsiteX7128" fmla="*/ 1693066 w 6545688"/>
              <a:gd name="connsiteY7128" fmla="*/ 1432648 h 3341254"/>
              <a:gd name="connsiteX7129" fmla="*/ 1686303 w 6545688"/>
              <a:gd name="connsiteY7129" fmla="*/ 1444406 h 3341254"/>
              <a:gd name="connsiteX7130" fmla="*/ 1685459 w 6545688"/>
              <a:gd name="connsiteY7130" fmla="*/ 1444867 h 3341254"/>
              <a:gd name="connsiteX7131" fmla="*/ 1671856 w 6545688"/>
              <a:gd name="connsiteY7131" fmla="*/ 1444867 h 3341254"/>
              <a:gd name="connsiteX7132" fmla="*/ 1671009 w 6545688"/>
              <a:gd name="connsiteY7132" fmla="*/ 1444406 h 3341254"/>
              <a:gd name="connsiteX7133" fmla="*/ 1664246 w 6545688"/>
              <a:gd name="connsiteY7133" fmla="*/ 1432648 h 3341254"/>
              <a:gd name="connsiteX7134" fmla="*/ 1664246 w 6545688"/>
              <a:gd name="connsiteY7134" fmla="*/ 1431650 h 3341254"/>
              <a:gd name="connsiteX7135" fmla="*/ 1671009 w 6545688"/>
              <a:gd name="connsiteY7135" fmla="*/ 1419890 h 3341254"/>
              <a:gd name="connsiteX7136" fmla="*/ 1671856 w 6545688"/>
              <a:gd name="connsiteY7136" fmla="*/ 1419429 h 3341254"/>
              <a:gd name="connsiteX7137" fmla="*/ 5605272 w 6545688"/>
              <a:gd name="connsiteY7137" fmla="*/ 1418968 h 3341254"/>
              <a:gd name="connsiteX7138" fmla="*/ 5619336 w 6545688"/>
              <a:gd name="connsiteY7138" fmla="*/ 1418968 h 3341254"/>
              <a:gd name="connsiteX7139" fmla="*/ 5620183 w 6545688"/>
              <a:gd name="connsiteY7139" fmla="*/ 1419429 h 3341254"/>
              <a:gd name="connsiteX7140" fmla="*/ 5627175 w 6545688"/>
              <a:gd name="connsiteY7140" fmla="*/ 1431572 h 3341254"/>
              <a:gd name="connsiteX7141" fmla="*/ 5627175 w 6545688"/>
              <a:gd name="connsiteY7141" fmla="*/ 1432570 h 3341254"/>
              <a:gd name="connsiteX7142" fmla="*/ 5620183 w 6545688"/>
              <a:gd name="connsiteY7142" fmla="*/ 1444713 h 3341254"/>
              <a:gd name="connsiteX7143" fmla="*/ 5619336 w 6545688"/>
              <a:gd name="connsiteY7143" fmla="*/ 1445175 h 3341254"/>
              <a:gd name="connsiteX7144" fmla="*/ 5605272 w 6545688"/>
              <a:gd name="connsiteY7144" fmla="*/ 1445175 h 3341254"/>
              <a:gd name="connsiteX7145" fmla="*/ 5604427 w 6545688"/>
              <a:gd name="connsiteY7145" fmla="*/ 1444713 h 3341254"/>
              <a:gd name="connsiteX7146" fmla="*/ 5597433 w 6545688"/>
              <a:gd name="connsiteY7146" fmla="*/ 1432570 h 3341254"/>
              <a:gd name="connsiteX7147" fmla="*/ 5597433 w 6545688"/>
              <a:gd name="connsiteY7147" fmla="*/ 1431572 h 3341254"/>
              <a:gd name="connsiteX7148" fmla="*/ 5604427 w 6545688"/>
              <a:gd name="connsiteY7148" fmla="*/ 1419429 h 3341254"/>
              <a:gd name="connsiteX7149" fmla="*/ 5605272 w 6545688"/>
              <a:gd name="connsiteY7149" fmla="*/ 1418968 h 3341254"/>
              <a:gd name="connsiteX7150" fmla="*/ 5330670 w 6545688"/>
              <a:gd name="connsiteY7150" fmla="*/ 1418736 h 3341254"/>
              <a:gd name="connsiteX7151" fmla="*/ 5345041 w 6545688"/>
              <a:gd name="connsiteY7151" fmla="*/ 1418736 h 3341254"/>
              <a:gd name="connsiteX7152" fmla="*/ 5345886 w 6545688"/>
              <a:gd name="connsiteY7152" fmla="*/ 1419273 h 3341254"/>
              <a:gd name="connsiteX7153" fmla="*/ 5353034 w 6545688"/>
              <a:gd name="connsiteY7153" fmla="*/ 1431724 h 3341254"/>
              <a:gd name="connsiteX7154" fmla="*/ 5353034 w 6545688"/>
              <a:gd name="connsiteY7154" fmla="*/ 1432724 h 3341254"/>
              <a:gd name="connsiteX7155" fmla="*/ 5345886 w 6545688"/>
              <a:gd name="connsiteY7155" fmla="*/ 1445175 h 3341254"/>
              <a:gd name="connsiteX7156" fmla="*/ 5345041 w 6545688"/>
              <a:gd name="connsiteY7156" fmla="*/ 1445712 h 3341254"/>
              <a:gd name="connsiteX7157" fmla="*/ 5330670 w 6545688"/>
              <a:gd name="connsiteY7157" fmla="*/ 1445712 h 3341254"/>
              <a:gd name="connsiteX7158" fmla="*/ 5329825 w 6545688"/>
              <a:gd name="connsiteY7158" fmla="*/ 1445175 h 3341254"/>
              <a:gd name="connsiteX7159" fmla="*/ 5322677 w 6545688"/>
              <a:gd name="connsiteY7159" fmla="*/ 1432724 h 3341254"/>
              <a:gd name="connsiteX7160" fmla="*/ 5322677 w 6545688"/>
              <a:gd name="connsiteY7160" fmla="*/ 1431724 h 3341254"/>
              <a:gd name="connsiteX7161" fmla="*/ 5329825 w 6545688"/>
              <a:gd name="connsiteY7161" fmla="*/ 1419273 h 3341254"/>
              <a:gd name="connsiteX7162" fmla="*/ 5330670 w 6545688"/>
              <a:gd name="connsiteY7162" fmla="*/ 1418736 h 3341254"/>
              <a:gd name="connsiteX7163" fmla="*/ 5238982 w 6545688"/>
              <a:gd name="connsiteY7163" fmla="*/ 1418121 h 3341254"/>
              <a:gd name="connsiteX7164" fmla="*/ 5253893 w 6545688"/>
              <a:gd name="connsiteY7164" fmla="*/ 1418121 h 3341254"/>
              <a:gd name="connsiteX7165" fmla="*/ 5254816 w 6545688"/>
              <a:gd name="connsiteY7165" fmla="*/ 1418658 h 3341254"/>
              <a:gd name="connsiteX7166" fmla="*/ 5262270 w 6545688"/>
              <a:gd name="connsiteY7166" fmla="*/ 1431570 h 3341254"/>
              <a:gd name="connsiteX7167" fmla="*/ 5262270 w 6545688"/>
              <a:gd name="connsiteY7167" fmla="*/ 1432646 h 3341254"/>
              <a:gd name="connsiteX7168" fmla="*/ 5254816 w 6545688"/>
              <a:gd name="connsiteY7168" fmla="*/ 1445558 h 3341254"/>
              <a:gd name="connsiteX7169" fmla="*/ 5253893 w 6545688"/>
              <a:gd name="connsiteY7169" fmla="*/ 1446096 h 3341254"/>
              <a:gd name="connsiteX7170" fmla="*/ 5238982 w 6545688"/>
              <a:gd name="connsiteY7170" fmla="*/ 1446096 h 3341254"/>
              <a:gd name="connsiteX7171" fmla="*/ 5238062 w 6545688"/>
              <a:gd name="connsiteY7171" fmla="*/ 1445558 h 3341254"/>
              <a:gd name="connsiteX7172" fmla="*/ 5230606 w 6545688"/>
              <a:gd name="connsiteY7172" fmla="*/ 1432646 h 3341254"/>
              <a:gd name="connsiteX7173" fmla="*/ 5230606 w 6545688"/>
              <a:gd name="connsiteY7173" fmla="*/ 1431570 h 3341254"/>
              <a:gd name="connsiteX7174" fmla="*/ 5238062 w 6545688"/>
              <a:gd name="connsiteY7174" fmla="*/ 1418658 h 3341254"/>
              <a:gd name="connsiteX7175" fmla="*/ 5238982 w 6545688"/>
              <a:gd name="connsiteY7175" fmla="*/ 1418121 h 3341254"/>
              <a:gd name="connsiteX7176" fmla="*/ 5696192 w 6545688"/>
              <a:gd name="connsiteY7176" fmla="*/ 1417891 h 3341254"/>
              <a:gd name="connsiteX7177" fmla="*/ 5711409 w 6545688"/>
              <a:gd name="connsiteY7177" fmla="*/ 1417891 h 3341254"/>
              <a:gd name="connsiteX7178" fmla="*/ 5712332 w 6545688"/>
              <a:gd name="connsiteY7178" fmla="*/ 1418428 h 3341254"/>
              <a:gd name="connsiteX7179" fmla="*/ 5719939 w 6545688"/>
              <a:gd name="connsiteY7179" fmla="*/ 1431648 h 3341254"/>
              <a:gd name="connsiteX7180" fmla="*/ 5719939 w 6545688"/>
              <a:gd name="connsiteY7180" fmla="*/ 1432724 h 3341254"/>
              <a:gd name="connsiteX7181" fmla="*/ 5712332 w 6545688"/>
              <a:gd name="connsiteY7181" fmla="*/ 1445944 h 3341254"/>
              <a:gd name="connsiteX7182" fmla="*/ 5711409 w 6545688"/>
              <a:gd name="connsiteY7182" fmla="*/ 1446481 h 3341254"/>
              <a:gd name="connsiteX7183" fmla="*/ 5696192 w 6545688"/>
              <a:gd name="connsiteY7183" fmla="*/ 1446481 h 3341254"/>
              <a:gd name="connsiteX7184" fmla="*/ 5695270 w 6545688"/>
              <a:gd name="connsiteY7184" fmla="*/ 1445944 h 3341254"/>
              <a:gd name="connsiteX7185" fmla="*/ 5687660 w 6545688"/>
              <a:gd name="connsiteY7185" fmla="*/ 1432724 h 3341254"/>
              <a:gd name="connsiteX7186" fmla="*/ 5687660 w 6545688"/>
              <a:gd name="connsiteY7186" fmla="*/ 1431648 h 3341254"/>
              <a:gd name="connsiteX7187" fmla="*/ 5695270 w 6545688"/>
              <a:gd name="connsiteY7187" fmla="*/ 1418428 h 3341254"/>
              <a:gd name="connsiteX7188" fmla="*/ 5696192 w 6545688"/>
              <a:gd name="connsiteY7188" fmla="*/ 1417891 h 3341254"/>
              <a:gd name="connsiteX7189" fmla="*/ 5513276 w 6545688"/>
              <a:gd name="connsiteY7189" fmla="*/ 1417891 h 3341254"/>
              <a:gd name="connsiteX7190" fmla="*/ 5528494 w 6545688"/>
              <a:gd name="connsiteY7190" fmla="*/ 1417891 h 3341254"/>
              <a:gd name="connsiteX7191" fmla="*/ 5529415 w 6545688"/>
              <a:gd name="connsiteY7191" fmla="*/ 1418428 h 3341254"/>
              <a:gd name="connsiteX7192" fmla="*/ 5537024 w 6545688"/>
              <a:gd name="connsiteY7192" fmla="*/ 1431648 h 3341254"/>
              <a:gd name="connsiteX7193" fmla="*/ 5537024 w 6545688"/>
              <a:gd name="connsiteY7193" fmla="*/ 1432724 h 3341254"/>
              <a:gd name="connsiteX7194" fmla="*/ 5529415 w 6545688"/>
              <a:gd name="connsiteY7194" fmla="*/ 1445944 h 3341254"/>
              <a:gd name="connsiteX7195" fmla="*/ 5528494 w 6545688"/>
              <a:gd name="connsiteY7195" fmla="*/ 1446481 h 3341254"/>
              <a:gd name="connsiteX7196" fmla="*/ 5513276 w 6545688"/>
              <a:gd name="connsiteY7196" fmla="*/ 1446481 h 3341254"/>
              <a:gd name="connsiteX7197" fmla="*/ 5512354 w 6545688"/>
              <a:gd name="connsiteY7197" fmla="*/ 1445944 h 3341254"/>
              <a:gd name="connsiteX7198" fmla="*/ 5504745 w 6545688"/>
              <a:gd name="connsiteY7198" fmla="*/ 1432724 h 3341254"/>
              <a:gd name="connsiteX7199" fmla="*/ 5504745 w 6545688"/>
              <a:gd name="connsiteY7199" fmla="*/ 1431648 h 3341254"/>
              <a:gd name="connsiteX7200" fmla="*/ 5512354 w 6545688"/>
              <a:gd name="connsiteY7200" fmla="*/ 1418428 h 3341254"/>
              <a:gd name="connsiteX7201" fmla="*/ 5513276 w 6545688"/>
              <a:gd name="connsiteY7201" fmla="*/ 1417891 h 3341254"/>
              <a:gd name="connsiteX7202" fmla="*/ 1853922 w 6545688"/>
              <a:gd name="connsiteY7202" fmla="*/ 1417737 h 3341254"/>
              <a:gd name="connsiteX7203" fmla="*/ 1869293 w 6545688"/>
              <a:gd name="connsiteY7203" fmla="*/ 1417737 h 3341254"/>
              <a:gd name="connsiteX7204" fmla="*/ 1870215 w 6545688"/>
              <a:gd name="connsiteY7204" fmla="*/ 1418275 h 3341254"/>
              <a:gd name="connsiteX7205" fmla="*/ 1877900 w 6545688"/>
              <a:gd name="connsiteY7205" fmla="*/ 1431572 h 3341254"/>
              <a:gd name="connsiteX7206" fmla="*/ 1877900 w 6545688"/>
              <a:gd name="connsiteY7206" fmla="*/ 1432646 h 3341254"/>
              <a:gd name="connsiteX7207" fmla="*/ 1870215 w 6545688"/>
              <a:gd name="connsiteY7207" fmla="*/ 1445944 h 3341254"/>
              <a:gd name="connsiteX7208" fmla="*/ 1869293 w 6545688"/>
              <a:gd name="connsiteY7208" fmla="*/ 1446481 h 3341254"/>
              <a:gd name="connsiteX7209" fmla="*/ 1853922 w 6545688"/>
              <a:gd name="connsiteY7209" fmla="*/ 1446481 h 3341254"/>
              <a:gd name="connsiteX7210" fmla="*/ 1852999 w 6545688"/>
              <a:gd name="connsiteY7210" fmla="*/ 1445944 h 3341254"/>
              <a:gd name="connsiteX7211" fmla="*/ 1845314 w 6545688"/>
              <a:gd name="connsiteY7211" fmla="*/ 1432646 h 3341254"/>
              <a:gd name="connsiteX7212" fmla="*/ 1845314 w 6545688"/>
              <a:gd name="connsiteY7212" fmla="*/ 1431572 h 3341254"/>
              <a:gd name="connsiteX7213" fmla="*/ 1852999 w 6545688"/>
              <a:gd name="connsiteY7213" fmla="*/ 1418275 h 3341254"/>
              <a:gd name="connsiteX7214" fmla="*/ 1853922 w 6545688"/>
              <a:gd name="connsiteY7214" fmla="*/ 1417737 h 3341254"/>
              <a:gd name="connsiteX7215" fmla="*/ 1944689 w 6545688"/>
              <a:gd name="connsiteY7215" fmla="*/ 1416507 h 3341254"/>
              <a:gd name="connsiteX7216" fmla="*/ 1961443 w 6545688"/>
              <a:gd name="connsiteY7216" fmla="*/ 1416507 h 3341254"/>
              <a:gd name="connsiteX7217" fmla="*/ 1962442 w 6545688"/>
              <a:gd name="connsiteY7217" fmla="*/ 1417122 h 3341254"/>
              <a:gd name="connsiteX7218" fmla="*/ 1970818 w 6545688"/>
              <a:gd name="connsiteY7218" fmla="*/ 1431648 h 3341254"/>
              <a:gd name="connsiteX7219" fmla="*/ 1970818 w 6545688"/>
              <a:gd name="connsiteY7219" fmla="*/ 1432800 h 3341254"/>
              <a:gd name="connsiteX7220" fmla="*/ 1962442 w 6545688"/>
              <a:gd name="connsiteY7220" fmla="*/ 1447326 h 3341254"/>
              <a:gd name="connsiteX7221" fmla="*/ 1961443 w 6545688"/>
              <a:gd name="connsiteY7221" fmla="*/ 1447941 h 3341254"/>
              <a:gd name="connsiteX7222" fmla="*/ 1944689 w 6545688"/>
              <a:gd name="connsiteY7222" fmla="*/ 1447941 h 3341254"/>
              <a:gd name="connsiteX7223" fmla="*/ 1943688 w 6545688"/>
              <a:gd name="connsiteY7223" fmla="*/ 1447326 h 3341254"/>
              <a:gd name="connsiteX7224" fmla="*/ 1935312 w 6545688"/>
              <a:gd name="connsiteY7224" fmla="*/ 1432800 h 3341254"/>
              <a:gd name="connsiteX7225" fmla="*/ 1935312 w 6545688"/>
              <a:gd name="connsiteY7225" fmla="*/ 1431648 h 3341254"/>
              <a:gd name="connsiteX7226" fmla="*/ 1943688 w 6545688"/>
              <a:gd name="connsiteY7226" fmla="*/ 1417122 h 3341254"/>
              <a:gd name="connsiteX7227" fmla="*/ 1944689 w 6545688"/>
              <a:gd name="connsiteY7227" fmla="*/ 1416507 h 3341254"/>
              <a:gd name="connsiteX7228" fmla="*/ 5145679 w 6545688"/>
              <a:gd name="connsiteY7228" fmla="*/ 1414817 h 3341254"/>
              <a:gd name="connsiteX7229" fmla="*/ 5164201 w 6545688"/>
              <a:gd name="connsiteY7229" fmla="*/ 1414817 h 3341254"/>
              <a:gd name="connsiteX7230" fmla="*/ 5165356 w 6545688"/>
              <a:gd name="connsiteY7230" fmla="*/ 1415508 h 3341254"/>
              <a:gd name="connsiteX7231" fmla="*/ 5174577 w 6545688"/>
              <a:gd name="connsiteY7231" fmla="*/ 1431572 h 3341254"/>
              <a:gd name="connsiteX7232" fmla="*/ 5174577 w 6545688"/>
              <a:gd name="connsiteY7232" fmla="*/ 1432878 h 3341254"/>
              <a:gd name="connsiteX7233" fmla="*/ 5165278 w 6545688"/>
              <a:gd name="connsiteY7233" fmla="*/ 1448941 h 3341254"/>
              <a:gd name="connsiteX7234" fmla="*/ 5164126 w 6545688"/>
              <a:gd name="connsiteY7234" fmla="*/ 1449633 h 3341254"/>
              <a:gd name="connsiteX7235" fmla="*/ 5145604 w 6545688"/>
              <a:gd name="connsiteY7235" fmla="*/ 1449633 h 3341254"/>
              <a:gd name="connsiteX7236" fmla="*/ 5144451 w 6545688"/>
              <a:gd name="connsiteY7236" fmla="*/ 1448941 h 3341254"/>
              <a:gd name="connsiteX7237" fmla="*/ 5135229 w 6545688"/>
              <a:gd name="connsiteY7237" fmla="*/ 1432878 h 3341254"/>
              <a:gd name="connsiteX7238" fmla="*/ 5135229 w 6545688"/>
              <a:gd name="connsiteY7238" fmla="*/ 1431572 h 3341254"/>
              <a:gd name="connsiteX7239" fmla="*/ 5144527 w 6545688"/>
              <a:gd name="connsiteY7239" fmla="*/ 1415508 h 3341254"/>
              <a:gd name="connsiteX7240" fmla="*/ 5145679 w 6545688"/>
              <a:gd name="connsiteY7240" fmla="*/ 1414817 h 3341254"/>
              <a:gd name="connsiteX7241" fmla="*/ 5053455 w 6545688"/>
              <a:gd name="connsiteY7241" fmla="*/ 1413357 h 3341254"/>
              <a:gd name="connsiteX7242" fmla="*/ 5073439 w 6545688"/>
              <a:gd name="connsiteY7242" fmla="*/ 1413357 h 3341254"/>
              <a:gd name="connsiteX7243" fmla="*/ 5074667 w 6545688"/>
              <a:gd name="connsiteY7243" fmla="*/ 1414048 h 3341254"/>
              <a:gd name="connsiteX7244" fmla="*/ 5084659 w 6545688"/>
              <a:gd name="connsiteY7244" fmla="*/ 1431418 h 3341254"/>
              <a:gd name="connsiteX7245" fmla="*/ 5084659 w 6545688"/>
              <a:gd name="connsiteY7245" fmla="*/ 1432802 h 3341254"/>
              <a:gd name="connsiteX7246" fmla="*/ 5074667 w 6545688"/>
              <a:gd name="connsiteY7246" fmla="*/ 1450170 h 3341254"/>
              <a:gd name="connsiteX7247" fmla="*/ 5073439 w 6545688"/>
              <a:gd name="connsiteY7247" fmla="*/ 1450863 h 3341254"/>
              <a:gd name="connsiteX7248" fmla="*/ 5053455 w 6545688"/>
              <a:gd name="connsiteY7248" fmla="*/ 1450863 h 3341254"/>
              <a:gd name="connsiteX7249" fmla="*/ 5052227 w 6545688"/>
              <a:gd name="connsiteY7249" fmla="*/ 1450170 h 3341254"/>
              <a:gd name="connsiteX7250" fmla="*/ 5042235 w 6545688"/>
              <a:gd name="connsiteY7250" fmla="*/ 1432802 h 3341254"/>
              <a:gd name="connsiteX7251" fmla="*/ 5042235 w 6545688"/>
              <a:gd name="connsiteY7251" fmla="*/ 1431418 h 3341254"/>
              <a:gd name="connsiteX7252" fmla="*/ 5052227 w 6545688"/>
              <a:gd name="connsiteY7252" fmla="*/ 1414048 h 3341254"/>
              <a:gd name="connsiteX7253" fmla="*/ 5053455 w 6545688"/>
              <a:gd name="connsiteY7253" fmla="*/ 1413357 h 3341254"/>
              <a:gd name="connsiteX7254" fmla="*/ 4961614 w 6545688"/>
              <a:gd name="connsiteY7254" fmla="*/ 1412664 h 3341254"/>
              <a:gd name="connsiteX7255" fmla="*/ 4982365 w 6545688"/>
              <a:gd name="connsiteY7255" fmla="*/ 1412664 h 3341254"/>
              <a:gd name="connsiteX7256" fmla="*/ 4983593 w 6545688"/>
              <a:gd name="connsiteY7256" fmla="*/ 1413433 h 3341254"/>
              <a:gd name="connsiteX7257" fmla="*/ 4993969 w 6545688"/>
              <a:gd name="connsiteY7257" fmla="*/ 1431416 h 3341254"/>
              <a:gd name="connsiteX7258" fmla="*/ 4993969 w 6545688"/>
              <a:gd name="connsiteY7258" fmla="*/ 1432878 h 3341254"/>
              <a:gd name="connsiteX7259" fmla="*/ 4983593 w 6545688"/>
              <a:gd name="connsiteY7259" fmla="*/ 1450861 h 3341254"/>
              <a:gd name="connsiteX7260" fmla="*/ 4982365 w 6545688"/>
              <a:gd name="connsiteY7260" fmla="*/ 1451630 h 3341254"/>
              <a:gd name="connsiteX7261" fmla="*/ 4961614 w 6545688"/>
              <a:gd name="connsiteY7261" fmla="*/ 1451630 h 3341254"/>
              <a:gd name="connsiteX7262" fmla="*/ 4960384 w 6545688"/>
              <a:gd name="connsiteY7262" fmla="*/ 1450861 h 3341254"/>
              <a:gd name="connsiteX7263" fmla="*/ 4950008 w 6545688"/>
              <a:gd name="connsiteY7263" fmla="*/ 1432878 h 3341254"/>
              <a:gd name="connsiteX7264" fmla="*/ 4950008 w 6545688"/>
              <a:gd name="connsiteY7264" fmla="*/ 1431416 h 3341254"/>
              <a:gd name="connsiteX7265" fmla="*/ 4960384 w 6545688"/>
              <a:gd name="connsiteY7265" fmla="*/ 1413433 h 3341254"/>
              <a:gd name="connsiteX7266" fmla="*/ 4961614 w 6545688"/>
              <a:gd name="connsiteY7266" fmla="*/ 1412664 h 3341254"/>
              <a:gd name="connsiteX7267" fmla="*/ 19359 w 6545688"/>
              <a:gd name="connsiteY7267" fmla="*/ 1408361 h 3341254"/>
              <a:gd name="connsiteX7268" fmla="*/ 44727 w 6545688"/>
              <a:gd name="connsiteY7268" fmla="*/ 1408361 h 3341254"/>
              <a:gd name="connsiteX7269" fmla="*/ 46257 w 6545688"/>
              <a:gd name="connsiteY7269" fmla="*/ 1409283 h 3341254"/>
              <a:gd name="connsiteX7270" fmla="*/ 58937 w 6545688"/>
              <a:gd name="connsiteY7270" fmla="*/ 1431262 h 3341254"/>
              <a:gd name="connsiteX7271" fmla="*/ 58937 w 6545688"/>
              <a:gd name="connsiteY7271" fmla="*/ 1433032 h 3341254"/>
              <a:gd name="connsiteX7272" fmla="*/ 46257 w 6545688"/>
              <a:gd name="connsiteY7272" fmla="*/ 1455011 h 3341254"/>
              <a:gd name="connsiteX7273" fmla="*/ 44727 w 6545688"/>
              <a:gd name="connsiteY7273" fmla="*/ 1455934 h 3341254"/>
              <a:gd name="connsiteX7274" fmla="*/ 19359 w 6545688"/>
              <a:gd name="connsiteY7274" fmla="*/ 1455934 h 3341254"/>
              <a:gd name="connsiteX7275" fmla="*/ 17825 w 6545688"/>
              <a:gd name="connsiteY7275" fmla="*/ 1455011 h 3341254"/>
              <a:gd name="connsiteX7276" fmla="*/ 5144 w 6545688"/>
              <a:gd name="connsiteY7276" fmla="*/ 1433032 h 3341254"/>
              <a:gd name="connsiteX7277" fmla="*/ 5144 w 6545688"/>
              <a:gd name="connsiteY7277" fmla="*/ 1431262 h 3341254"/>
              <a:gd name="connsiteX7278" fmla="*/ 17825 w 6545688"/>
              <a:gd name="connsiteY7278" fmla="*/ 1409283 h 3341254"/>
              <a:gd name="connsiteX7279" fmla="*/ 19359 w 6545688"/>
              <a:gd name="connsiteY7279" fmla="*/ 1408361 h 3341254"/>
              <a:gd name="connsiteX7280" fmla="*/ 3861133 w 6545688"/>
              <a:gd name="connsiteY7280" fmla="*/ 1407669 h 3341254"/>
              <a:gd name="connsiteX7281" fmla="*/ 3887264 w 6545688"/>
              <a:gd name="connsiteY7281" fmla="*/ 1407669 h 3341254"/>
              <a:gd name="connsiteX7282" fmla="*/ 3888878 w 6545688"/>
              <a:gd name="connsiteY7282" fmla="*/ 1408592 h 3341254"/>
              <a:gd name="connsiteX7283" fmla="*/ 3901944 w 6545688"/>
              <a:gd name="connsiteY7283" fmla="*/ 1431264 h 3341254"/>
              <a:gd name="connsiteX7284" fmla="*/ 3901944 w 6545688"/>
              <a:gd name="connsiteY7284" fmla="*/ 1433108 h 3341254"/>
              <a:gd name="connsiteX7285" fmla="*/ 3888878 w 6545688"/>
              <a:gd name="connsiteY7285" fmla="*/ 1455780 h 3341254"/>
              <a:gd name="connsiteX7286" fmla="*/ 3887264 w 6545688"/>
              <a:gd name="connsiteY7286" fmla="*/ 1456703 h 3341254"/>
              <a:gd name="connsiteX7287" fmla="*/ 3861133 w 6545688"/>
              <a:gd name="connsiteY7287" fmla="*/ 1456703 h 3341254"/>
              <a:gd name="connsiteX7288" fmla="*/ 3859520 w 6545688"/>
              <a:gd name="connsiteY7288" fmla="*/ 1455780 h 3341254"/>
              <a:gd name="connsiteX7289" fmla="*/ 3846454 w 6545688"/>
              <a:gd name="connsiteY7289" fmla="*/ 1433108 h 3341254"/>
              <a:gd name="connsiteX7290" fmla="*/ 3846454 w 6545688"/>
              <a:gd name="connsiteY7290" fmla="*/ 1431264 h 3341254"/>
              <a:gd name="connsiteX7291" fmla="*/ 3859520 w 6545688"/>
              <a:gd name="connsiteY7291" fmla="*/ 1408592 h 3341254"/>
              <a:gd name="connsiteX7292" fmla="*/ 3861133 w 6545688"/>
              <a:gd name="connsiteY7292" fmla="*/ 1407669 h 3341254"/>
              <a:gd name="connsiteX7293" fmla="*/ 1390519 w 6545688"/>
              <a:gd name="connsiteY7293" fmla="*/ 1406363 h 3341254"/>
              <a:gd name="connsiteX7294" fmla="*/ 1417959 w 6545688"/>
              <a:gd name="connsiteY7294" fmla="*/ 1406363 h 3341254"/>
              <a:gd name="connsiteX7295" fmla="*/ 1419648 w 6545688"/>
              <a:gd name="connsiteY7295" fmla="*/ 1407362 h 3341254"/>
              <a:gd name="connsiteX7296" fmla="*/ 1433405 w 6545688"/>
              <a:gd name="connsiteY7296" fmla="*/ 1431186 h 3341254"/>
              <a:gd name="connsiteX7297" fmla="*/ 1433405 w 6545688"/>
              <a:gd name="connsiteY7297" fmla="*/ 1433108 h 3341254"/>
              <a:gd name="connsiteX7298" fmla="*/ 1419648 w 6545688"/>
              <a:gd name="connsiteY7298" fmla="*/ 1456934 h 3341254"/>
              <a:gd name="connsiteX7299" fmla="*/ 1417959 w 6545688"/>
              <a:gd name="connsiteY7299" fmla="*/ 1457933 h 3341254"/>
              <a:gd name="connsiteX7300" fmla="*/ 1390519 w 6545688"/>
              <a:gd name="connsiteY7300" fmla="*/ 1457933 h 3341254"/>
              <a:gd name="connsiteX7301" fmla="*/ 1388835 w 6545688"/>
              <a:gd name="connsiteY7301" fmla="*/ 1456934 h 3341254"/>
              <a:gd name="connsiteX7302" fmla="*/ 1375077 w 6545688"/>
              <a:gd name="connsiteY7302" fmla="*/ 1433108 h 3341254"/>
              <a:gd name="connsiteX7303" fmla="*/ 1375077 w 6545688"/>
              <a:gd name="connsiteY7303" fmla="*/ 1431186 h 3341254"/>
              <a:gd name="connsiteX7304" fmla="*/ 1388835 w 6545688"/>
              <a:gd name="connsiteY7304" fmla="*/ 1407362 h 3341254"/>
              <a:gd name="connsiteX7305" fmla="*/ 1390519 w 6545688"/>
              <a:gd name="connsiteY7305" fmla="*/ 1406363 h 3341254"/>
              <a:gd name="connsiteX7306" fmla="*/ 200502 w 6545688"/>
              <a:gd name="connsiteY7306" fmla="*/ 1404979 h 3341254"/>
              <a:gd name="connsiteX7307" fmla="*/ 229480 w 6545688"/>
              <a:gd name="connsiteY7307" fmla="*/ 1404979 h 3341254"/>
              <a:gd name="connsiteX7308" fmla="*/ 231247 w 6545688"/>
              <a:gd name="connsiteY7308" fmla="*/ 1405978 h 3341254"/>
              <a:gd name="connsiteX7309" fmla="*/ 245699 w 6545688"/>
              <a:gd name="connsiteY7309" fmla="*/ 1431111 h 3341254"/>
              <a:gd name="connsiteX7310" fmla="*/ 245699 w 6545688"/>
              <a:gd name="connsiteY7310" fmla="*/ 1433186 h 3341254"/>
              <a:gd name="connsiteX7311" fmla="*/ 231169 w 6545688"/>
              <a:gd name="connsiteY7311" fmla="*/ 1458316 h 3341254"/>
              <a:gd name="connsiteX7312" fmla="*/ 229400 w 6545688"/>
              <a:gd name="connsiteY7312" fmla="*/ 1459315 h 3341254"/>
              <a:gd name="connsiteX7313" fmla="*/ 200423 w 6545688"/>
              <a:gd name="connsiteY7313" fmla="*/ 1459315 h 3341254"/>
              <a:gd name="connsiteX7314" fmla="*/ 198663 w 6545688"/>
              <a:gd name="connsiteY7314" fmla="*/ 1458316 h 3341254"/>
              <a:gd name="connsiteX7315" fmla="*/ 184215 w 6545688"/>
              <a:gd name="connsiteY7315" fmla="*/ 1433186 h 3341254"/>
              <a:gd name="connsiteX7316" fmla="*/ 184215 w 6545688"/>
              <a:gd name="connsiteY7316" fmla="*/ 1431111 h 3341254"/>
              <a:gd name="connsiteX7317" fmla="*/ 198735 w 6545688"/>
              <a:gd name="connsiteY7317" fmla="*/ 1405978 h 3341254"/>
              <a:gd name="connsiteX7318" fmla="*/ 200502 w 6545688"/>
              <a:gd name="connsiteY7318" fmla="*/ 1404979 h 3341254"/>
              <a:gd name="connsiteX7319" fmla="*/ 291499 w 6545688"/>
              <a:gd name="connsiteY7319" fmla="*/ 1404134 h 3341254"/>
              <a:gd name="connsiteX7320" fmla="*/ 321400 w 6545688"/>
              <a:gd name="connsiteY7320" fmla="*/ 1404134 h 3341254"/>
              <a:gd name="connsiteX7321" fmla="*/ 323246 w 6545688"/>
              <a:gd name="connsiteY7321" fmla="*/ 1405211 h 3341254"/>
              <a:gd name="connsiteX7322" fmla="*/ 338147 w 6545688"/>
              <a:gd name="connsiteY7322" fmla="*/ 1431111 h 3341254"/>
              <a:gd name="connsiteX7323" fmla="*/ 338147 w 6545688"/>
              <a:gd name="connsiteY7323" fmla="*/ 1433186 h 3341254"/>
              <a:gd name="connsiteX7324" fmla="*/ 323246 w 6545688"/>
              <a:gd name="connsiteY7324" fmla="*/ 1459085 h 3341254"/>
              <a:gd name="connsiteX7325" fmla="*/ 321400 w 6545688"/>
              <a:gd name="connsiteY7325" fmla="*/ 1460162 h 3341254"/>
              <a:gd name="connsiteX7326" fmla="*/ 291499 w 6545688"/>
              <a:gd name="connsiteY7326" fmla="*/ 1460162 h 3341254"/>
              <a:gd name="connsiteX7327" fmla="*/ 289657 w 6545688"/>
              <a:gd name="connsiteY7327" fmla="*/ 1459085 h 3341254"/>
              <a:gd name="connsiteX7328" fmla="*/ 274746 w 6545688"/>
              <a:gd name="connsiteY7328" fmla="*/ 1433186 h 3341254"/>
              <a:gd name="connsiteX7329" fmla="*/ 274746 w 6545688"/>
              <a:gd name="connsiteY7329" fmla="*/ 1431111 h 3341254"/>
              <a:gd name="connsiteX7330" fmla="*/ 289657 w 6545688"/>
              <a:gd name="connsiteY7330" fmla="*/ 1405211 h 3341254"/>
              <a:gd name="connsiteX7331" fmla="*/ 291499 w 6545688"/>
              <a:gd name="connsiteY7331" fmla="*/ 1404134 h 3341254"/>
              <a:gd name="connsiteX7332" fmla="*/ 1480179 w 6545688"/>
              <a:gd name="connsiteY7332" fmla="*/ 1403058 h 3341254"/>
              <a:gd name="connsiteX7333" fmla="*/ 1511229 w 6545688"/>
              <a:gd name="connsiteY7333" fmla="*/ 1403058 h 3341254"/>
              <a:gd name="connsiteX7334" fmla="*/ 1513151 w 6545688"/>
              <a:gd name="connsiteY7334" fmla="*/ 1404134 h 3341254"/>
              <a:gd name="connsiteX7335" fmla="*/ 1528675 w 6545688"/>
              <a:gd name="connsiteY7335" fmla="*/ 1431033 h 3341254"/>
              <a:gd name="connsiteX7336" fmla="*/ 1528675 w 6545688"/>
              <a:gd name="connsiteY7336" fmla="*/ 1433262 h 3341254"/>
              <a:gd name="connsiteX7337" fmla="*/ 1513151 w 6545688"/>
              <a:gd name="connsiteY7337" fmla="*/ 1460162 h 3341254"/>
              <a:gd name="connsiteX7338" fmla="*/ 1511229 w 6545688"/>
              <a:gd name="connsiteY7338" fmla="*/ 1461236 h 3341254"/>
              <a:gd name="connsiteX7339" fmla="*/ 1480179 w 6545688"/>
              <a:gd name="connsiteY7339" fmla="*/ 1461236 h 3341254"/>
              <a:gd name="connsiteX7340" fmla="*/ 1478257 w 6545688"/>
              <a:gd name="connsiteY7340" fmla="*/ 1460162 h 3341254"/>
              <a:gd name="connsiteX7341" fmla="*/ 1462733 w 6545688"/>
              <a:gd name="connsiteY7341" fmla="*/ 1433262 h 3341254"/>
              <a:gd name="connsiteX7342" fmla="*/ 1462733 w 6545688"/>
              <a:gd name="connsiteY7342" fmla="*/ 1431033 h 3341254"/>
              <a:gd name="connsiteX7343" fmla="*/ 1478257 w 6545688"/>
              <a:gd name="connsiteY7343" fmla="*/ 1404134 h 3341254"/>
              <a:gd name="connsiteX7344" fmla="*/ 1480179 w 6545688"/>
              <a:gd name="connsiteY7344" fmla="*/ 1403058 h 3341254"/>
              <a:gd name="connsiteX7345" fmla="*/ 106740 w 6545688"/>
              <a:gd name="connsiteY7345" fmla="*/ 1400829 h 3341254"/>
              <a:gd name="connsiteX7346" fmla="*/ 140175 w 6545688"/>
              <a:gd name="connsiteY7346" fmla="*/ 1400829 h 3341254"/>
              <a:gd name="connsiteX7347" fmla="*/ 142250 w 6545688"/>
              <a:gd name="connsiteY7347" fmla="*/ 1401981 h 3341254"/>
              <a:gd name="connsiteX7348" fmla="*/ 158925 w 6545688"/>
              <a:gd name="connsiteY7348" fmla="*/ 1430957 h 3341254"/>
              <a:gd name="connsiteX7349" fmla="*/ 158925 w 6545688"/>
              <a:gd name="connsiteY7349" fmla="*/ 1433337 h 3341254"/>
              <a:gd name="connsiteX7350" fmla="*/ 142172 w 6545688"/>
              <a:gd name="connsiteY7350" fmla="*/ 1462313 h 3341254"/>
              <a:gd name="connsiteX7351" fmla="*/ 140097 w 6545688"/>
              <a:gd name="connsiteY7351" fmla="*/ 1463465 h 3341254"/>
              <a:gd name="connsiteX7352" fmla="*/ 106664 w 6545688"/>
              <a:gd name="connsiteY7352" fmla="*/ 1463465 h 3341254"/>
              <a:gd name="connsiteX7353" fmla="*/ 104589 w 6545688"/>
              <a:gd name="connsiteY7353" fmla="*/ 1462313 h 3341254"/>
              <a:gd name="connsiteX7354" fmla="*/ 87912 w 6545688"/>
              <a:gd name="connsiteY7354" fmla="*/ 1433337 h 3341254"/>
              <a:gd name="connsiteX7355" fmla="*/ 87912 w 6545688"/>
              <a:gd name="connsiteY7355" fmla="*/ 1430957 h 3341254"/>
              <a:gd name="connsiteX7356" fmla="*/ 104665 w 6545688"/>
              <a:gd name="connsiteY7356" fmla="*/ 1401981 h 3341254"/>
              <a:gd name="connsiteX7357" fmla="*/ 106740 w 6545688"/>
              <a:gd name="connsiteY7357" fmla="*/ 1400829 h 3341254"/>
              <a:gd name="connsiteX7358" fmla="*/ 2133519 w 6545688"/>
              <a:gd name="connsiteY7358" fmla="*/ 1348107 h 3341254"/>
              <a:gd name="connsiteX7359" fmla="*/ 2138592 w 6545688"/>
              <a:gd name="connsiteY7359" fmla="*/ 1348107 h 3341254"/>
              <a:gd name="connsiteX7360" fmla="*/ 2138900 w 6545688"/>
              <a:gd name="connsiteY7360" fmla="*/ 1348261 h 3341254"/>
              <a:gd name="connsiteX7361" fmla="*/ 2141434 w 6545688"/>
              <a:gd name="connsiteY7361" fmla="*/ 1352641 h 3341254"/>
              <a:gd name="connsiteX7362" fmla="*/ 2141434 w 6545688"/>
              <a:gd name="connsiteY7362" fmla="*/ 1353026 h 3341254"/>
              <a:gd name="connsiteX7363" fmla="*/ 2138900 w 6545688"/>
              <a:gd name="connsiteY7363" fmla="*/ 1357406 h 3341254"/>
              <a:gd name="connsiteX7364" fmla="*/ 2138592 w 6545688"/>
              <a:gd name="connsiteY7364" fmla="*/ 1357560 h 3341254"/>
              <a:gd name="connsiteX7365" fmla="*/ 2133519 w 6545688"/>
              <a:gd name="connsiteY7365" fmla="*/ 1357560 h 3341254"/>
              <a:gd name="connsiteX7366" fmla="*/ 2133212 w 6545688"/>
              <a:gd name="connsiteY7366" fmla="*/ 1357406 h 3341254"/>
              <a:gd name="connsiteX7367" fmla="*/ 2130675 w 6545688"/>
              <a:gd name="connsiteY7367" fmla="*/ 1353026 h 3341254"/>
              <a:gd name="connsiteX7368" fmla="*/ 2130675 w 6545688"/>
              <a:gd name="connsiteY7368" fmla="*/ 1352641 h 3341254"/>
              <a:gd name="connsiteX7369" fmla="*/ 2133212 w 6545688"/>
              <a:gd name="connsiteY7369" fmla="*/ 1348261 h 3341254"/>
              <a:gd name="connsiteX7370" fmla="*/ 2133519 w 6545688"/>
              <a:gd name="connsiteY7370" fmla="*/ 1348107 h 3341254"/>
              <a:gd name="connsiteX7371" fmla="*/ 2499194 w 6545688"/>
              <a:gd name="connsiteY7371" fmla="*/ 1347646 h 3341254"/>
              <a:gd name="connsiteX7372" fmla="*/ 2504728 w 6545688"/>
              <a:gd name="connsiteY7372" fmla="*/ 1347646 h 3341254"/>
              <a:gd name="connsiteX7373" fmla="*/ 2505036 w 6545688"/>
              <a:gd name="connsiteY7373" fmla="*/ 1347875 h 3341254"/>
              <a:gd name="connsiteX7374" fmla="*/ 2507802 w 6545688"/>
              <a:gd name="connsiteY7374" fmla="*/ 1352641 h 3341254"/>
              <a:gd name="connsiteX7375" fmla="*/ 2507802 w 6545688"/>
              <a:gd name="connsiteY7375" fmla="*/ 1353026 h 3341254"/>
              <a:gd name="connsiteX7376" fmla="*/ 2505036 w 6545688"/>
              <a:gd name="connsiteY7376" fmla="*/ 1357791 h 3341254"/>
              <a:gd name="connsiteX7377" fmla="*/ 2504728 w 6545688"/>
              <a:gd name="connsiteY7377" fmla="*/ 1358021 h 3341254"/>
              <a:gd name="connsiteX7378" fmla="*/ 2499194 w 6545688"/>
              <a:gd name="connsiteY7378" fmla="*/ 1358021 h 3341254"/>
              <a:gd name="connsiteX7379" fmla="*/ 2498888 w 6545688"/>
              <a:gd name="connsiteY7379" fmla="*/ 1357791 h 3341254"/>
              <a:gd name="connsiteX7380" fmla="*/ 2496120 w 6545688"/>
              <a:gd name="connsiteY7380" fmla="*/ 1353026 h 3341254"/>
              <a:gd name="connsiteX7381" fmla="*/ 2496120 w 6545688"/>
              <a:gd name="connsiteY7381" fmla="*/ 1352641 h 3341254"/>
              <a:gd name="connsiteX7382" fmla="*/ 2498888 w 6545688"/>
              <a:gd name="connsiteY7382" fmla="*/ 1347875 h 3341254"/>
              <a:gd name="connsiteX7383" fmla="*/ 2499194 w 6545688"/>
              <a:gd name="connsiteY7383" fmla="*/ 1347646 h 3341254"/>
              <a:gd name="connsiteX7384" fmla="*/ 1675620 w 6545688"/>
              <a:gd name="connsiteY7384" fmla="*/ 1347262 h 3341254"/>
              <a:gd name="connsiteX7385" fmla="*/ 1681616 w 6545688"/>
              <a:gd name="connsiteY7385" fmla="*/ 1347262 h 3341254"/>
              <a:gd name="connsiteX7386" fmla="*/ 1681999 w 6545688"/>
              <a:gd name="connsiteY7386" fmla="*/ 1347492 h 3341254"/>
              <a:gd name="connsiteX7387" fmla="*/ 1684997 w 6545688"/>
              <a:gd name="connsiteY7387" fmla="*/ 1352643 h 3341254"/>
              <a:gd name="connsiteX7388" fmla="*/ 1684997 w 6545688"/>
              <a:gd name="connsiteY7388" fmla="*/ 1353026 h 3341254"/>
              <a:gd name="connsiteX7389" fmla="*/ 1681999 w 6545688"/>
              <a:gd name="connsiteY7389" fmla="*/ 1358175 h 3341254"/>
              <a:gd name="connsiteX7390" fmla="*/ 1681616 w 6545688"/>
              <a:gd name="connsiteY7390" fmla="*/ 1358407 h 3341254"/>
              <a:gd name="connsiteX7391" fmla="*/ 1675620 w 6545688"/>
              <a:gd name="connsiteY7391" fmla="*/ 1358407 h 3341254"/>
              <a:gd name="connsiteX7392" fmla="*/ 1675237 w 6545688"/>
              <a:gd name="connsiteY7392" fmla="*/ 1358175 h 3341254"/>
              <a:gd name="connsiteX7393" fmla="*/ 1672239 w 6545688"/>
              <a:gd name="connsiteY7393" fmla="*/ 1353026 h 3341254"/>
              <a:gd name="connsiteX7394" fmla="*/ 1672239 w 6545688"/>
              <a:gd name="connsiteY7394" fmla="*/ 1352643 h 3341254"/>
              <a:gd name="connsiteX7395" fmla="*/ 1675237 w 6545688"/>
              <a:gd name="connsiteY7395" fmla="*/ 1347492 h 3341254"/>
              <a:gd name="connsiteX7396" fmla="*/ 1675620 w 6545688"/>
              <a:gd name="connsiteY7396" fmla="*/ 1347262 h 3341254"/>
              <a:gd name="connsiteX7397" fmla="*/ 4877305 w 6545688"/>
              <a:gd name="connsiteY7397" fmla="*/ 1346955 h 3341254"/>
              <a:gd name="connsiteX7398" fmla="*/ 4883607 w 6545688"/>
              <a:gd name="connsiteY7398" fmla="*/ 1346955 h 3341254"/>
              <a:gd name="connsiteX7399" fmla="*/ 4883991 w 6545688"/>
              <a:gd name="connsiteY7399" fmla="*/ 1347184 h 3341254"/>
              <a:gd name="connsiteX7400" fmla="*/ 4887142 w 6545688"/>
              <a:gd name="connsiteY7400" fmla="*/ 1352643 h 3341254"/>
              <a:gd name="connsiteX7401" fmla="*/ 4887142 w 6545688"/>
              <a:gd name="connsiteY7401" fmla="*/ 1353102 h 3341254"/>
              <a:gd name="connsiteX7402" fmla="*/ 4883991 w 6545688"/>
              <a:gd name="connsiteY7402" fmla="*/ 1358560 h 3341254"/>
              <a:gd name="connsiteX7403" fmla="*/ 4883607 w 6545688"/>
              <a:gd name="connsiteY7403" fmla="*/ 1358790 h 3341254"/>
              <a:gd name="connsiteX7404" fmla="*/ 4877305 w 6545688"/>
              <a:gd name="connsiteY7404" fmla="*/ 1358790 h 3341254"/>
              <a:gd name="connsiteX7405" fmla="*/ 4876921 w 6545688"/>
              <a:gd name="connsiteY7405" fmla="*/ 1358560 h 3341254"/>
              <a:gd name="connsiteX7406" fmla="*/ 4873769 w 6545688"/>
              <a:gd name="connsiteY7406" fmla="*/ 1353102 h 3341254"/>
              <a:gd name="connsiteX7407" fmla="*/ 4873769 w 6545688"/>
              <a:gd name="connsiteY7407" fmla="*/ 1352643 h 3341254"/>
              <a:gd name="connsiteX7408" fmla="*/ 4876921 w 6545688"/>
              <a:gd name="connsiteY7408" fmla="*/ 1347184 h 3341254"/>
              <a:gd name="connsiteX7409" fmla="*/ 4877305 w 6545688"/>
              <a:gd name="connsiteY7409" fmla="*/ 1346955 h 3341254"/>
              <a:gd name="connsiteX7410" fmla="*/ 1766463 w 6545688"/>
              <a:gd name="connsiteY7410" fmla="*/ 1346032 h 3341254"/>
              <a:gd name="connsiteX7411" fmla="*/ 1773764 w 6545688"/>
              <a:gd name="connsiteY7411" fmla="*/ 1346032 h 3341254"/>
              <a:gd name="connsiteX7412" fmla="*/ 1774226 w 6545688"/>
              <a:gd name="connsiteY7412" fmla="*/ 1346262 h 3341254"/>
              <a:gd name="connsiteX7413" fmla="*/ 1777915 w 6545688"/>
              <a:gd name="connsiteY7413" fmla="*/ 1352565 h 3341254"/>
              <a:gd name="connsiteX7414" fmla="*/ 1777915 w 6545688"/>
              <a:gd name="connsiteY7414" fmla="*/ 1353102 h 3341254"/>
              <a:gd name="connsiteX7415" fmla="*/ 1774226 w 6545688"/>
              <a:gd name="connsiteY7415" fmla="*/ 1359405 h 3341254"/>
              <a:gd name="connsiteX7416" fmla="*/ 1773764 w 6545688"/>
              <a:gd name="connsiteY7416" fmla="*/ 1359635 h 3341254"/>
              <a:gd name="connsiteX7417" fmla="*/ 1766463 w 6545688"/>
              <a:gd name="connsiteY7417" fmla="*/ 1359635 h 3341254"/>
              <a:gd name="connsiteX7418" fmla="*/ 1766001 w 6545688"/>
              <a:gd name="connsiteY7418" fmla="*/ 1359405 h 3341254"/>
              <a:gd name="connsiteX7419" fmla="*/ 1762313 w 6545688"/>
              <a:gd name="connsiteY7419" fmla="*/ 1353102 h 3341254"/>
              <a:gd name="connsiteX7420" fmla="*/ 1762313 w 6545688"/>
              <a:gd name="connsiteY7420" fmla="*/ 1352565 h 3341254"/>
              <a:gd name="connsiteX7421" fmla="*/ 1766001 w 6545688"/>
              <a:gd name="connsiteY7421" fmla="*/ 1346262 h 3341254"/>
              <a:gd name="connsiteX7422" fmla="*/ 1766463 w 6545688"/>
              <a:gd name="connsiteY7422" fmla="*/ 1346032 h 3341254"/>
              <a:gd name="connsiteX7423" fmla="*/ 4967378 w 6545688"/>
              <a:gd name="connsiteY7423" fmla="*/ 1344340 h 3341254"/>
              <a:gd name="connsiteX7424" fmla="*/ 4976524 w 6545688"/>
              <a:gd name="connsiteY7424" fmla="*/ 1344340 h 3341254"/>
              <a:gd name="connsiteX7425" fmla="*/ 4977061 w 6545688"/>
              <a:gd name="connsiteY7425" fmla="*/ 1344648 h 3341254"/>
              <a:gd name="connsiteX7426" fmla="*/ 4981596 w 6545688"/>
              <a:gd name="connsiteY7426" fmla="*/ 1352565 h 3341254"/>
              <a:gd name="connsiteX7427" fmla="*/ 4981596 w 6545688"/>
              <a:gd name="connsiteY7427" fmla="*/ 1353178 h 3341254"/>
              <a:gd name="connsiteX7428" fmla="*/ 4977061 w 6545688"/>
              <a:gd name="connsiteY7428" fmla="*/ 1361095 h 3341254"/>
              <a:gd name="connsiteX7429" fmla="*/ 4976524 w 6545688"/>
              <a:gd name="connsiteY7429" fmla="*/ 1361402 h 3341254"/>
              <a:gd name="connsiteX7430" fmla="*/ 4967378 w 6545688"/>
              <a:gd name="connsiteY7430" fmla="*/ 1361402 h 3341254"/>
              <a:gd name="connsiteX7431" fmla="*/ 4966841 w 6545688"/>
              <a:gd name="connsiteY7431" fmla="*/ 1361095 h 3341254"/>
              <a:gd name="connsiteX7432" fmla="*/ 4962305 w 6545688"/>
              <a:gd name="connsiteY7432" fmla="*/ 1353178 h 3341254"/>
              <a:gd name="connsiteX7433" fmla="*/ 4962305 w 6545688"/>
              <a:gd name="connsiteY7433" fmla="*/ 1352565 h 3341254"/>
              <a:gd name="connsiteX7434" fmla="*/ 4966841 w 6545688"/>
              <a:gd name="connsiteY7434" fmla="*/ 1344648 h 3341254"/>
              <a:gd name="connsiteX7435" fmla="*/ 4967378 w 6545688"/>
              <a:gd name="connsiteY7435" fmla="*/ 1344340 h 3341254"/>
              <a:gd name="connsiteX7436" fmla="*/ 2222670 w 6545688"/>
              <a:gd name="connsiteY7436" fmla="*/ 1343725 h 3341254"/>
              <a:gd name="connsiteX7437" fmla="*/ 2232355 w 6545688"/>
              <a:gd name="connsiteY7437" fmla="*/ 1343725 h 3341254"/>
              <a:gd name="connsiteX7438" fmla="*/ 2232970 w 6545688"/>
              <a:gd name="connsiteY7438" fmla="*/ 1344033 h 3341254"/>
              <a:gd name="connsiteX7439" fmla="*/ 2237811 w 6545688"/>
              <a:gd name="connsiteY7439" fmla="*/ 1352409 h 3341254"/>
              <a:gd name="connsiteX7440" fmla="*/ 2237811 w 6545688"/>
              <a:gd name="connsiteY7440" fmla="*/ 1353102 h 3341254"/>
              <a:gd name="connsiteX7441" fmla="*/ 2232970 w 6545688"/>
              <a:gd name="connsiteY7441" fmla="*/ 1361478 h 3341254"/>
              <a:gd name="connsiteX7442" fmla="*/ 2232355 w 6545688"/>
              <a:gd name="connsiteY7442" fmla="*/ 1361786 h 3341254"/>
              <a:gd name="connsiteX7443" fmla="*/ 2222670 w 6545688"/>
              <a:gd name="connsiteY7443" fmla="*/ 1361786 h 3341254"/>
              <a:gd name="connsiteX7444" fmla="*/ 2222055 w 6545688"/>
              <a:gd name="connsiteY7444" fmla="*/ 1361478 h 3341254"/>
              <a:gd name="connsiteX7445" fmla="*/ 2217214 w 6545688"/>
              <a:gd name="connsiteY7445" fmla="*/ 1353102 h 3341254"/>
              <a:gd name="connsiteX7446" fmla="*/ 2217214 w 6545688"/>
              <a:gd name="connsiteY7446" fmla="*/ 1352409 h 3341254"/>
              <a:gd name="connsiteX7447" fmla="*/ 2222055 w 6545688"/>
              <a:gd name="connsiteY7447" fmla="*/ 1344033 h 3341254"/>
              <a:gd name="connsiteX7448" fmla="*/ 2222670 w 6545688"/>
              <a:gd name="connsiteY7448" fmla="*/ 1343725 h 3341254"/>
              <a:gd name="connsiteX7449" fmla="*/ 1856382 w 6545688"/>
              <a:gd name="connsiteY7449" fmla="*/ 1343034 h 3341254"/>
              <a:gd name="connsiteX7450" fmla="*/ 1866834 w 6545688"/>
              <a:gd name="connsiteY7450" fmla="*/ 1343034 h 3341254"/>
              <a:gd name="connsiteX7451" fmla="*/ 1867449 w 6545688"/>
              <a:gd name="connsiteY7451" fmla="*/ 1343418 h 3341254"/>
              <a:gd name="connsiteX7452" fmla="*/ 1872676 w 6545688"/>
              <a:gd name="connsiteY7452" fmla="*/ 1352487 h 3341254"/>
              <a:gd name="connsiteX7453" fmla="*/ 1872676 w 6545688"/>
              <a:gd name="connsiteY7453" fmla="*/ 1353256 h 3341254"/>
              <a:gd name="connsiteX7454" fmla="*/ 1867449 w 6545688"/>
              <a:gd name="connsiteY7454" fmla="*/ 1362325 h 3341254"/>
              <a:gd name="connsiteX7455" fmla="*/ 1866834 w 6545688"/>
              <a:gd name="connsiteY7455" fmla="*/ 1362709 h 3341254"/>
              <a:gd name="connsiteX7456" fmla="*/ 1856382 w 6545688"/>
              <a:gd name="connsiteY7456" fmla="*/ 1362709 h 3341254"/>
              <a:gd name="connsiteX7457" fmla="*/ 1855767 w 6545688"/>
              <a:gd name="connsiteY7457" fmla="*/ 1362325 h 3341254"/>
              <a:gd name="connsiteX7458" fmla="*/ 1850541 w 6545688"/>
              <a:gd name="connsiteY7458" fmla="*/ 1353256 h 3341254"/>
              <a:gd name="connsiteX7459" fmla="*/ 1850541 w 6545688"/>
              <a:gd name="connsiteY7459" fmla="*/ 1352487 h 3341254"/>
              <a:gd name="connsiteX7460" fmla="*/ 1855767 w 6545688"/>
              <a:gd name="connsiteY7460" fmla="*/ 1343418 h 3341254"/>
              <a:gd name="connsiteX7461" fmla="*/ 1856382 w 6545688"/>
              <a:gd name="connsiteY7461" fmla="*/ 1343034 h 3341254"/>
              <a:gd name="connsiteX7462" fmla="*/ 2038757 w 6545688"/>
              <a:gd name="connsiteY7462" fmla="*/ 1342112 h 3341254"/>
              <a:gd name="connsiteX7463" fmla="*/ 2050284 w 6545688"/>
              <a:gd name="connsiteY7463" fmla="*/ 1342112 h 3341254"/>
              <a:gd name="connsiteX7464" fmla="*/ 2050977 w 6545688"/>
              <a:gd name="connsiteY7464" fmla="*/ 1342495 h 3341254"/>
              <a:gd name="connsiteX7465" fmla="*/ 2056741 w 6545688"/>
              <a:gd name="connsiteY7465" fmla="*/ 1352487 h 3341254"/>
              <a:gd name="connsiteX7466" fmla="*/ 2056741 w 6545688"/>
              <a:gd name="connsiteY7466" fmla="*/ 1353332 h 3341254"/>
              <a:gd name="connsiteX7467" fmla="*/ 2050977 w 6545688"/>
              <a:gd name="connsiteY7467" fmla="*/ 1363324 h 3341254"/>
              <a:gd name="connsiteX7468" fmla="*/ 2050284 w 6545688"/>
              <a:gd name="connsiteY7468" fmla="*/ 1363707 h 3341254"/>
              <a:gd name="connsiteX7469" fmla="*/ 2038757 w 6545688"/>
              <a:gd name="connsiteY7469" fmla="*/ 1363707 h 3341254"/>
              <a:gd name="connsiteX7470" fmla="*/ 2038065 w 6545688"/>
              <a:gd name="connsiteY7470" fmla="*/ 1363324 h 3341254"/>
              <a:gd name="connsiteX7471" fmla="*/ 2032302 w 6545688"/>
              <a:gd name="connsiteY7471" fmla="*/ 1353332 h 3341254"/>
              <a:gd name="connsiteX7472" fmla="*/ 2032302 w 6545688"/>
              <a:gd name="connsiteY7472" fmla="*/ 1352487 h 3341254"/>
              <a:gd name="connsiteX7473" fmla="*/ 2038065 w 6545688"/>
              <a:gd name="connsiteY7473" fmla="*/ 1342495 h 3341254"/>
              <a:gd name="connsiteX7474" fmla="*/ 2038757 w 6545688"/>
              <a:gd name="connsiteY7474" fmla="*/ 1342112 h 3341254"/>
              <a:gd name="connsiteX7475" fmla="*/ 5057606 w 6545688"/>
              <a:gd name="connsiteY7475" fmla="*/ 1341958 h 3341254"/>
              <a:gd name="connsiteX7476" fmla="*/ 5069287 w 6545688"/>
              <a:gd name="connsiteY7476" fmla="*/ 1341958 h 3341254"/>
              <a:gd name="connsiteX7477" fmla="*/ 5069978 w 6545688"/>
              <a:gd name="connsiteY7477" fmla="*/ 1342341 h 3341254"/>
              <a:gd name="connsiteX7478" fmla="*/ 5075820 w 6545688"/>
              <a:gd name="connsiteY7478" fmla="*/ 1352409 h 3341254"/>
              <a:gd name="connsiteX7479" fmla="*/ 5075820 w 6545688"/>
              <a:gd name="connsiteY7479" fmla="*/ 1353256 h 3341254"/>
              <a:gd name="connsiteX7480" fmla="*/ 5069978 w 6545688"/>
              <a:gd name="connsiteY7480" fmla="*/ 1363324 h 3341254"/>
              <a:gd name="connsiteX7481" fmla="*/ 5069287 w 6545688"/>
              <a:gd name="connsiteY7481" fmla="*/ 1363707 h 3341254"/>
              <a:gd name="connsiteX7482" fmla="*/ 5057606 w 6545688"/>
              <a:gd name="connsiteY7482" fmla="*/ 1363707 h 3341254"/>
              <a:gd name="connsiteX7483" fmla="*/ 5056914 w 6545688"/>
              <a:gd name="connsiteY7483" fmla="*/ 1363324 h 3341254"/>
              <a:gd name="connsiteX7484" fmla="*/ 5051072 w 6545688"/>
              <a:gd name="connsiteY7484" fmla="*/ 1353256 h 3341254"/>
              <a:gd name="connsiteX7485" fmla="*/ 5051072 w 6545688"/>
              <a:gd name="connsiteY7485" fmla="*/ 1352409 h 3341254"/>
              <a:gd name="connsiteX7486" fmla="*/ 5056914 w 6545688"/>
              <a:gd name="connsiteY7486" fmla="*/ 1342341 h 3341254"/>
              <a:gd name="connsiteX7487" fmla="*/ 5057606 w 6545688"/>
              <a:gd name="connsiteY7487" fmla="*/ 1341958 h 3341254"/>
              <a:gd name="connsiteX7488" fmla="*/ 5514967 w 6545688"/>
              <a:gd name="connsiteY7488" fmla="*/ 1341804 h 3341254"/>
              <a:gd name="connsiteX7489" fmla="*/ 5526726 w 6545688"/>
              <a:gd name="connsiteY7489" fmla="*/ 1341804 h 3341254"/>
              <a:gd name="connsiteX7490" fmla="*/ 5527418 w 6545688"/>
              <a:gd name="connsiteY7490" fmla="*/ 1342188 h 3341254"/>
              <a:gd name="connsiteX7491" fmla="*/ 5533336 w 6545688"/>
              <a:gd name="connsiteY7491" fmla="*/ 1352409 h 3341254"/>
              <a:gd name="connsiteX7492" fmla="*/ 5533336 w 6545688"/>
              <a:gd name="connsiteY7492" fmla="*/ 1353256 h 3341254"/>
              <a:gd name="connsiteX7493" fmla="*/ 5527418 w 6545688"/>
              <a:gd name="connsiteY7493" fmla="*/ 1363478 h 3341254"/>
              <a:gd name="connsiteX7494" fmla="*/ 5526726 w 6545688"/>
              <a:gd name="connsiteY7494" fmla="*/ 1363861 h 3341254"/>
              <a:gd name="connsiteX7495" fmla="*/ 5514967 w 6545688"/>
              <a:gd name="connsiteY7495" fmla="*/ 1363861 h 3341254"/>
              <a:gd name="connsiteX7496" fmla="*/ 5514276 w 6545688"/>
              <a:gd name="connsiteY7496" fmla="*/ 1363478 h 3341254"/>
              <a:gd name="connsiteX7497" fmla="*/ 5508359 w 6545688"/>
              <a:gd name="connsiteY7497" fmla="*/ 1353256 h 3341254"/>
              <a:gd name="connsiteX7498" fmla="*/ 5508359 w 6545688"/>
              <a:gd name="connsiteY7498" fmla="*/ 1352409 h 3341254"/>
              <a:gd name="connsiteX7499" fmla="*/ 5514276 w 6545688"/>
              <a:gd name="connsiteY7499" fmla="*/ 1342188 h 3341254"/>
              <a:gd name="connsiteX7500" fmla="*/ 5514967 w 6545688"/>
              <a:gd name="connsiteY7500" fmla="*/ 1341804 h 3341254"/>
              <a:gd name="connsiteX7501" fmla="*/ 5880641 w 6545688"/>
              <a:gd name="connsiteY7501" fmla="*/ 1341421 h 3341254"/>
              <a:gd name="connsiteX7502" fmla="*/ 5892862 w 6545688"/>
              <a:gd name="connsiteY7502" fmla="*/ 1341421 h 3341254"/>
              <a:gd name="connsiteX7503" fmla="*/ 5893631 w 6545688"/>
              <a:gd name="connsiteY7503" fmla="*/ 1341882 h 3341254"/>
              <a:gd name="connsiteX7504" fmla="*/ 5899778 w 6545688"/>
              <a:gd name="connsiteY7504" fmla="*/ 1352487 h 3341254"/>
              <a:gd name="connsiteX7505" fmla="*/ 5899778 w 6545688"/>
              <a:gd name="connsiteY7505" fmla="*/ 1353334 h 3341254"/>
              <a:gd name="connsiteX7506" fmla="*/ 5893631 w 6545688"/>
              <a:gd name="connsiteY7506" fmla="*/ 1363939 h 3341254"/>
              <a:gd name="connsiteX7507" fmla="*/ 5892862 w 6545688"/>
              <a:gd name="connsiteY7507" fmla="*/ 1364400 h 3341254"/>
              <a:gd name="connsiteX7508" fmla="*/ 5880641 w 6545688"/>
              <a:gd name="connsiteY7508" fmla="*/ 1364400 h 3341254"/>
              <a:gd name="connsiteX7509" fmla="*/ 5879872 w 6545688"/>
              <a:gd name="connsiteY7509" fmla="*/ 1363939 h 3341254"/>
              <a:gd name="connsiteX7510" fmla="*/ 5873725 w 6545688"/>
              <a:gd name="connsiteY7510" fmla="*/ 1353334 h 3341254"/>
              <a:gd name="connsiteX7511" fmla="*/ 5873725 w 6545688"/>
              <a:gd name="connsiteY7511" fmla="*/ 1352487 h 3341254"/>
              <a:gd name="connsiteX7512" fmla="*/ 5879872 w 6545688"/>
              <a:gd name="connsiteY7512" fmla="*/ 1341882 h 3341254"/>
              <a:gd name="connsiteX7513" fmla="*/ 5880641 w 6545688"/>
              <a:gd name="connsiteY7513" fmla="*/ 1341421 h 3341254"/>
              <a:gd name="connsiteX7514" fmla="*/ 5697651 w 6545688"/>
              <a:gd name="connsiteY7514" fmla="*/ 1341267 h 3341254"/>
              <a:gd name="connsiteX7515" fmla="*/ 5710023 w 6545688"/>
              <a:gd name="connsiteY7515" fmla="*/ 1341267 h 3341254"/>
              <a:gd name="connsiteX7516" fmla="*/ 5710792 w 6545688"/>
              <a:gd name="connsiteY7516" fmla="*/ 1341728 h 3341254"/>
              <a:gd name="connsiteX7517" fmla="*/ 5717018 w 6545688"/>
              <a:gd name="connsiteY7517" fmla="*/ 1352487 h 3341254"/>
              <a:gd name="connsiteX7518" fmla="*/ 5717018 w 6545688"/>
              <a:gd name="connsiteY7518" fmla="*/ 1353332 h 3341254"/>
              <a:gd name="connsiteX7519" fmla="*/ 5710792 w 6545688"/>
              <a:gd name="connsiteY7519" fmla="*/ 1364093 h 3341254"/>
              <a:gd name="connsiteX7520" fmla="*/ 5710023 w 6545688"/>
              <a:gd name="connsiteY7520" fmla="*/ 1364554 h 3341254"/>
              <a:gd name="connsiteX7521" fmla="*/ 5697651 w 6545688"/>
              <a:gd name="connsiteY7521" fmla="*/ 1364554 h 3341254"/>
              <a:gd name="connsiteX7522" fmla="*/ 5696881 w 6545688"/>
              <a:gd name="connsiteY7522" fmla="*/ 1364093 h 3341254"/>
              <a:gd name="connsiteX7523" fmla="*/ 5690656 w 6545688"/>
              <a:gd name="connsiteY7523" fmla="*/ 1353332 h 3341254"/>
              <a:gd name="connsiteX7524" fmla="*/ 5690656 w 6545688"/>
              <a:gd name="connsiteY7524" fmla="*/ 1352487 h 3341254"/>
              <a:gd name="connsiteX7525" fmla="*/ 5696881 w 6545688"/>
              <a:gd name="connsiteY7525" fmla="*/ 1341728 h 3341254"/>
              <a:gd name="connsiteX7526" fmla="*/ 5697651 w 6545688"/>
              <a:gd name="connsiteY7526" fmla="*/ 1341267 h 3341254"/>
              <a:gd name="connsiteX7527" fmla="*/ 5788954 w 6545688"/>
              <a:gd name="connsiteY7527" fmla="*/ 1340959 h 3341254"/>
              <a:gd name="connsiteX7528" fmla="*/ 5801634 w 6545688"/>
              <a:gd name="connsiteY7528" fmla="*/ 1340959 h 3341254"/>
              <a:gd name="connsiteX7529" fmla="*/ 5802403 w 6545688"/>
              <a:gd name="connsiteY7529" fmla="*/ 1341421 h 3341254"/>
              <a:gd name="connsiteX7530" fmla="*/ 5808783 w 6545688"/>
              <a:gd name="connsiteY7530" fmla="*/ 1352411 h 3341254"/>
              <a:gd name="connsiteX7531" fmla="*/ 5808783 w 6545688"/>
              <a:gd name="connsiteY7531" fmla="*/ 1353332 h 3341254"/>
              <a:gd name="connsiteX7532" fmla="*/ 5802403 w 6545688"/>
              <a:gd name="connsiteY7532" fmla="*/ 1364322 h 3341254"/>
              <a:gd name="connsiteX7533" fmla="*/ 5801634 w 6545688"/>
              <a:gd name="connsiteY7533" fmla="*/ 1364784 h 3341254"/>
              <a:gd name="connsiteX7534" fmla="*/ 5788954 w 6545688"/>
              <a:gd name="connsiteY7534" fmla="*/ 1364784 h 3341254"/>
              <a:gd name="connsiteX7535" fmla="*/ 5788185 w 6545688"/>
              <a:gd name="connsiteY7535" fmla="*/ 1364322 h 3341254"/>
              <a:gd name="connsiteX7536" fmla="*/ 5781806 w 6545688"/>
              <a:gd name="connsiteY7536" fmla="*/ 1353332 h 3341254"/>
              <a:gd name="connsiteX7537" fmla="*/ 5781806 w 6545688"/>
              <a:gd name="connsiteY7537" fmla="*/ 1352411 h 3341254"/>
              <a:gd name="connsiteX7538" fmla="*/ 5788185 w 6545688"/>
              <a:gd name="connsiteY7538" fmla="*/ 1341421 h 3341254"/>
              <a:gd name="connsiteX7539" fmla="*/ 5788954 w 6545688"/>
              <a:gd name="connsiteY7539" fmla="*/ 1340959 h 3341254"/>
              <a:gd name="connsiteX7540" fmla="*/ 5331514 w 6545688"/>
              <a:gd name="connsiteY7540" fmla="*/ 1340959 h 3341254"/>
              <a:gd name="connsiteX7541" fmla="*/ 5344197 w 6545688"/>
              <a:gd name="connsiteY7541" fmla="*/ 1340959 h 3341254"/>
              <a:gd name="connsiteX7542" fmla="*/ 5344966 w 6545688"/>
              <a:gd name="connsiteY7542" fmla="*/ 1341421 h 3341254"/>
              <a:gd name="connsiteX7543" fmla="*/ 5351345 w 6545688"/>
              <a:gd name="connsiteY7543" fmla="*/ 1352411 h 3341254"/>
              <a:gd name="connsiteX7544" fmla="*/ 5351345 w 6545688"/>
              <a:gd name="connsiteY7544" fmla="*/ 1353332 h 3341254"/>
              <a:gd name="connsiteX7545" fmla="*/ 5344966 w 6545688"/>
              <a:gd name="connsiteY7545" fmla="*/ 1364322 h 3341254"/>
              <a:gd name="connsiteX7546" fmla="*/ 5344197 w 6545688"/>
              <a:gd name="connsiteY7546" fmla="*/ 1364784 h 3341254"/>
              <a:gd name="connsiteX7547" fmla="*/ 5331514 w 6545688"/>
              <a:gd name="connsiteY7547" fmla="*/ 1364784 h 3341254"/>
              <a:gd name="connsiteX7548" fmla="*/ 5330747 w 6545688"/>
              <a:gd name="connsiteY7548" fmla="*/ 1364322 h 3341254"/>
              <a:gd name="connsiteX7549" fmla="*/ 5324368 w 6545688"/>
              <a:gd name="connsiteY7549" fmla="*/ 1353332 h 3341254"/>
              <a:gd name="connsiteX7550" fmla="*/ 5324368 w 6545688"/>
              <a:gd name="connsiteY7550" fmla="*/ 1352411 h 3341254"/>
              <a:gd name="connsiteX7551" fmla="*/ 5330747 w 6545688"/>
              <a:gd name="connsiteY7551" fmla="*/ 1341421 h 3341254"/>
              <a:gd name="connsiteX7552" fmla="*/ 5331514 w 6545688"/>
              <a:gd name="connsiteY7552" fmla="*/ 1340959 h 3341254"/>
              <a:gd name="connsiteX7553" fmla="*/ 5422896 w 6545688"/>
              <a:gd name="connsiteY7553" fmla="*/ 1340652 h 3341254"/>
              <a:gd name="connsiteX7554" fmla="*/ 5435884 w 6545688"/>
              <a:gd name="connsiteY7554" fmla="*/ 1340652 h 3341254"/>
              <a:gd name="connsiteX7555" fmla="*/ 5436653 w 6545688"/>
              <a:gd name="connsiteY7555" fmla="*/ 1341113 h 3341254"/>
              <a:gd name="connsiteX7556" fmla="*/ 5443108 w 6545688"/>
              <a:gd name="connsiteY7556" fmla="*/ 1352333 h 3341254"/>
              <a:gd name="connsiteX7557" fmla="*/ 5443108 w 6545688"/>
              <a:gd name="connsiteY7557" fmla="*/ 1353256 h 3341254"/>
              <a:gd name="connsiteX7558" fmla="*/ 5436575 w 6545688"/>
              <a:gd name="connsiteY7558" fmla="*/ 1364476 h 3341254"/>
              <a:gd name="connsiteX7559" fmla="*/ 5435808 w 6545688"/>
              <a:gd name="connsiteY7559" fmla="*/ 1364938 h 3341254"/>
              <a:gd name="connsiteX7560" fmla="*/ 5422818 w 6545688"/>
              <a:gd name="connsiteY7560" fmla="*/ 1364938 h 3341254"/>
              <a:gd name="connsiteX7561" fmla="*/ 5422049 w 6545688"/>
              <a:gd name="connsiteY7561" fmla="*/ 1364476 h 3341254"/>
              <a:gd name="connsiteX7562" fmla="*/ 5415594 w 6545688"/>
              <a:gd name="connsiteY7562" fmla="*/ 1353256 h 3341254"/>
              <a:gd name="connsiteX7563" fmla="*/ 5415594 w 6545688"/>
              <a:gd name="connsiteY7563" fmla="*/ 1352333 h 3341254"/>
              <a:gd name="connsiteX7564" fmla="*/ 5422127 w 6545688"/>
              <a:gd name="connsiteY7564" fmla="*/ 1341113 h 3341254"/>
              <a:gd name="connsiteX7565" fmla="*/ 5422896 w 6545688"/>
              <a:gd name="connsiteY7565" fmla="*/ 1340652 h 3341254"/>
              <a:gd name="connsiteX7566" fmla="*/ 5605272 w 6545688"/>
              <a:gd name="connsiteY7566" fmla="*/ 1339729 h 3341254"/>
              <a:gd name="connsiteX7567" fmla="*/ 5619336 w 6545688"/>
              <a:gd name="connsiteY7567" fmla="*/ 1339729 h 3341254"/>
              <a:gd name="connsiteX7568" fmla="*/ 5620183 w 6545688"/>
              <a:gd name="connsiteY7568" fmla="*/ 1340190 h 3341254"/>
              <a:gd name="connsiteX7569" fmla="*/ 5627175 w 6545688"/>
              <a:gd name="connsiteY7569" fmla="*/ 1352333 h 3341254"/>
              <a:gd name="connsiteX7570" fmla="*/ 5627175 w 6545688"/>
              <a:gd name="connsiteY7570" fmla="*/ 1353332 h 3341254"/>
              <a:gd name="connsiteX7571" fmla="*/ 5620183 w 6545688"/>
              <a:gd name="connsiteY7571" fmla="*/ 1365475 h 3341254"/>
              <a:gd name="connsiteX7572" fmla="*/ 5619336 w 6545688"/>
              <a:gd name="connsiteY7572" fmla="*/ 1365936 h 3341254"/>
              <a:gd name="connsiteX7573" fmla="*/ 5605272 w 6545688"/>
              <a:gd name="connsiteY7573" fmla="*/ 1365936 h 3341254"/>
              <a:gd name="connsiteX7574" fmla="*/ 5604427 w 6545688"/>
              <a:gd name="connsiteY7574" fmla="*/ 1365475 h 3341254"/>
              <a:gd name="connsiteX7575" fmla="*/ 5597433 w 6545688"/>
              <a:gd name="connsiteY7575" fmla="*/ 1353332 h 3341254"/>
              <a:gd name="connsiteX7576" fmla="*/ 5597433 w 6545688"/>
              <a:gd name="connsiteY7576" fmla="*/ 1352333 h 3341254"/>
              <a:gd name="connsiteX7577" fmla="*/ 5604427 w 6545688"/>
              <a:gd name="connsiteY7577" fmla="*/ 1340190 h 3341254"/>
              <a:gd name="connsiteX7578" fmla="*/ 5605272 w 6545688"/>
              <a:gd name="connsiteY7578" fmla="*/ 1339729 h 3341254"/>
              <a:gd name="connsiteX7579" fmla="*/ 1944535 w 6545688"/>
              <a:gd name="connsiteY7579" fmla="*/ 1336733 h 3341254"/>
              <a:gd name="connsiteX7580" fmla="*/ 1961673 w 6545688"/>
              <a:gd name="connsiteY7580" fmla="*/ 1336733 h 3341254"/>
              <a:gd name="connsiteX7581" fmla="*/ 1962749 w 6545688"/>
              <a:gd name="connsiteY7581" fmla="*/ 1337348 h 3341254"/>
              <a:gd name="connsiteX7582" fmla="*/ 1971357 w 6545688"/>
              <a:gd name="connsiteY7582" fmla="*/ 1352257 h 3341254"/>
              <a:gd name="connsiteX7583" fmla="*/ 1971357 w 6545688"/>
              <a:gd name="connsiteY7583" fmla="*/ 1353488 h 3341254"/>
              <a:gd name="connsiteX7584" fmla="*/ 1962749 w 6545688"/>
              <a:gd name="connsiteY7584" fmla="*/ 1368397 h 3341254"/>
              <a:gd name="connsiteX7585" fmla="*/ 1961673 w 6545688"/>
              <a:gd name="connsiteY7585" fmla="*/ 1369012 h 3341254"/>
              <a:gd name="connsiteX7586" fmla="*/ 1944535 w 6545688"/>
              <a:gd name="connsiteY7586" fmla="*/ 1369012 h 3341254"/>
              <a:gd name="connsiteX7587" fmla="*/ 1943458 w 6545688"/>
              <a:gd name="connsiteY7587" fmla="*/ 1368397 h 3341254"/>
              <a:gd name="connsiteX7588" fmla="*/ 1934850 w 6545688"/>
              <a:gd name="connsiteY7588" fmla="*/ 1353488 h 3341254"/>
              <a:gd name="connsiteX7589" fmla="*/ 1934850 w 6545688"/>
              <a:gd name="connsiteY7589" fmla="*/ 1352257 h 3341254"/>
              <a:gd name="connsiteX7590" fmla="*/ 1943458 w 6545688"/>
              <a:gd name="connsiteY7590" fmla="*/ 1337348 h 3341254"/>
              <a:gd name="connsiteX7591" fmla="*/ 1944535 w 6545688"/>
              <a:gd name="connsiteY7591" fmla="*/ 1336733 h 3341254"/>
              <a:gd name="connsiteX7592" fmla="*/ 5146065 w 6545688"/>
              <a:gd name="connsiteY7592" fmla="*/ 1336194 h 3341254"/>
              <a:gd name="connsiteX7593" fmla="*/ 5163820 w 6545688"/>
              <a:gd name="connsiteY7593" fmla="*/ 1336194 h 3341254"/>
              <a:gd name="connsiteX7594" fmla="*/ 5164894 w 6545688"/>
              <a:gd name="connsiteY7594" fmla="*/ 1336809 h 3341254"/>
              <a:gd name="connsiteX7595" fmla="*/ 5173810 w 6545688"/>
              <a:gd name="connsiteY7595" fmla="*/ 1352179 h 3341254"/>
              <a:gd name="connsiteX7596" fmla="*/ 5173810 w 6545688"/>
              <a:gd name="connsiteY7596" fmla="*/ 1353410 h 3341254"/>
              <a:gd name="connsiteX7597" fmla="*/ 5164894 w 6545688"/>
              <a:gd name="connsiteY7597" fmla="*/ 1368780 h 3341254"/>
              <a:gd name="connsiteX7598" fmla="*/ 5163820 w 6545688"/>
              <a:gd name="connsiteY7598" fmla="*/ 1369395 h 3341254"/>
              <a:gd name="connsiteX7599" fmla="*/ 5146065 w 6545688"/>
              <a:gd name="connsiteY7599" fmla="*/ 1369395 h 3341254"/>
              <a:gd name="connsiteX7600" fmla="*/ 5144990 w 6545688"/>
              <a:gd name="connsiteY7600" fmla="*/ 1368780 h 3341254"/>
              <a:gd name="connsiteX7601" fmla="*/ 5136075 w 6545688"/>
              <a:gd name="connsiteY7601" fmla="*/ 1353410 h 3341254"/>
              <a:gd name="connsiteX7602" fmla="*/ 5136075 w 6545688"/>
              <a:gd name="connsiteY7602" fmla="*/ 1352179 h 3341254"/>
              <a:gd name="connsiteX7603" fmla="*/ 5144990 w 6545688"/>
              <a:gd name="connsiteY7603" fmla="*/ 1336809 h 3341254"/>
              <a:gd name="connsiteX7604" fmla="*/ 5146065 w 6545688"/>
              <a:gd name="connsiteY7604" fmla="*/ 1336194 h 3341254"/>
              <a:gd name="connsiteX7605" fmla="*/ 5235987 w 6545688"/>
              <a:gd name="connsiteY7605" fmla="*/ 1333274 h 3341254"/>
              <a:gd name="connsiteX7606" fmla="*/ 5256891 w 6545688"/>
              <a:gd name="connsiteY7606" fmla="*/ 1333274 h 3341254"/>
              <a:gd name="connsiteX7607" fmla="*/ 5258197 w 6545688"/>
              <a:gd name="connsiteY7607" fmla="*/ 1334043 h 3341254"/>
              <a:gd name="connsiteX7608" fmla="*/ 5268649 w 6545688"/>
              <a:gd name="connsiteY7608" fmla="*/ 1352179 h 3341254"/>
              <a:gd name="connsiteX7609" fmla="*/ 5268649 w 6545688"/>
              <a:gd name="connsiteY7609" fmla="*/ 1353641 h 3341254"/>
              <a:gd name="connsiteX7610" fmla="*/ 5258197 w 6545688"/>
              <a:gd name="connsiteY7610" fmla="*/ 1371778 h 3341254"/>
              <a:gd name="connsiteX7611" fmla="*/ 5256891 w 6545688"/>
              <a:gd name="connsiteY7611" fmla="*/ 1372547 h 3341254"/>
              <a:gd name="connsiteX7612" fmla="*/ 5235987 w 6545688"/>
              <a:gd name="connsiteY7612" fmla="*/ 1372547 h 3341254"/>
              <a:gd name="connsiteX7613" fmla="*/ 5234680 w 6545688"/>
              <a:gd name="connsiteY7613" fmla="*/ 1371778 h 3341254"/>
              <a:gd name="connsiteX7614" fmla="*/ 5224228 w 6545688"/>
              <a:gd name="connsiteY7614" fmla="*/ 1353641 h 3341254"/>
              <a:gd name="connsiteX7615" fmla="*/ 5224228 w 6545688"/>
              <a:gd name="connsiteY7615" fmla="*/ 1352179 h 3341254"/>
              <a:gd name="connsiteX7616" fmla="*/ 5234680 w 6545688"/>
              <a:gd name="connsiteY7616" fmla="*/ 1334043 h 3341254"/>
              <a:gd name="connsiteX7617" fmla="*/ 5235987 w 6545688"/>
              <a:gd name="connsiteY7617" fmla="*/ 1333274 h 3341254"/>
              <a:gd name="connsiteX7618" fmla="*/ 1482254 w 6545688"/>
              <a:gd name="connsiteY7618" fmla="*/ 1327818 h 3341254"/>
              <a:gd name="connsiteX7619" fmla="*/ 1509000 w 6545688"/>
              <a:gd name="connsiteY7619" fmla="*/ 1327818 h 3341254"/>
              <a:gd name="connsiteX7620" fmla="*/ 1510614 w 6545688"/>
              <a:gd name="connsiteY7620" fmla="*/ 1328740 h 3341254"/>
              <a:gd name="connsiteX7621" fmla="*/ 1523987 w 6545688"/>
              <a:gd name="connsiteY7621" fmla="*/ 1351874 h 3341254"/>
              <a:gd name="connsiteX7622" fmla="*/ 1523987 w 6545688"/>
              <a:gd name="connsiteY7622" fmla="*/ 1353795 h 3341254"/>
              <a:gd name="connsiteX7623" fmla="*/ 1510614 w 6545688"/>
              <a:gd name="connsiteY7623" fmla="*/ 1376927 h 3341254"/>
              <a:gd name="connsiteX7624" fmla="*/ 1509000 w 6545688"/>
              <a:gd name="connsiteY7624" fmla="*/ 1377849 h 3341254"/>
              <a:gd name="connsiteX7625" fmla="*/ 1482254 w 6545688"/>
              <a:gd name="connsiteY7625" fmla="*/ 1377849 h 3341254"/>
              <a:gd name="connsiteX7626" fmla="*/ 1480640 w 6545688"/>
              <a:gd name="connsiteY7626" fmla="*/ 1376927 h 3341254"/>
              <a:gd name="connsiteX7627" fmla="*/ 1467267 w 6545688"/>
              <a:gd name="connsiteY7627" fmla="*/ 1353795 h 3341254"/>
              <a:gd name="connsiteX7628" fmla="*/ 1467267 w 6545688"/>
              <a:gd name="connsiteY7628" fmla="*/ 1351874 h 3341254"/>
              <a:gd name="connsiteX7629" fmla="*/ 1480640 w 6545688"/>
              <a:gd name="connsiteY7629" fmla="*/ 1328740 h 3341254"/>
              <a:gd name="connsiteX7630" fmla="*/ 1482254 w 6545688"/>
              <a:gd name="connsiteY7630" fmla="*/ 1327818 h 3341254"/>
              <a:gd name="connsiteX7631" fmla="*/ 3860750 w 6545688"/>
              <a:gd name="connsiteY7631" fmla="*/ 1327664 h 3341254"/>
              <a:gd name="connsiteX7632" fmla="*/ 3887648 w 6545688"/>
              <a:gd name="connsiteY7632" fmla="*/ 1327664 h 3341254"/>
              <a:gd name="connsiteX7633" fmla="*/ 3889262 w 6545688"/>
              <a:gd name="connsiteY7633" fmla="*/ 1328586 h 3341254"/>
              <a:gd name="connsiteX7634" fmla="*/ 3902713 w 6545688"/>
              <a:gd name="connsiteY7634" fmla="*/ 1351874 h 3341254"/>
              <a:gd name="connsiteX7635" fmla="*/ 3902713 w 6545688"/>
              <a:gd name="connsiteY7635" fmla="*/ 1353795 h 3341254"/>
              <a:gd name="connsiteX7636" fmla="*/ 3889262 w 6545688"/>
              <a:gd name="connsiteY7636" fmla="*/ 1377082 h 3341254"/>
              <a:gd name="connsiteX7637" fmla="*/ 3887648 w 6545688"/>
              <a:gd name="connsiteY7637" fmla="*/ 1378003 h 3341254"/>
              <a:gd name="connsiteX7638" fmla="*/ 3860750 w 6545688"/>
              <a:gd name="connsiteY7638" fmla="*/ 1378003 h 3341254"/>
              <a:gd name="connsiteX7639" fmla="*/ 3859136 w 6545688"/>
              <a:gd name="connsiteY7639" fmla="*/ 1377082 h 3341254"/>
              <a:gd name="connsiteX7640" fmla="*/ 3845687 w 6545688"/>
              <a:gd name="connsiteY7640" fmla="*/ 1353795 h 3341254"/>
              <a:gd name="connsiteX7641" fmla="*/ 3845687 w 6545688"/>
              <a:gd name="connsiteY7641" fmla="*/ 1351874 h 3341254"/>
              <a:gd name="connsiteX7642" fmla="*/ 3859136 w 6545688"/>
              <a:gd name="connsiteY7642" fmla="*/ 1328586 h 3341254"/>
              <a:gd name="connsiteX7643" fmla="*/ 3860750 w 6545688"/>
              <a:gd name="connsiteY7643" fmla="*/ 1327664 h 3341254"/>
              <a:gd name="connsiteX7644" fmla="*/ 1572789 w 6545688"/>
              <a:gd name="connsiteY7644" fmla="*/ 1325972 h 3341254"/>
              <a:gd name="connsiteX7645" fmla="*/ 1601455 w 6545688"/>
              <a:gd name="connsiteY7645" fmla="*/ 1325972 h 3341254"/>
              <a:gd name="connsiteX7646" fmla="*/ 1603222 w 6545688"/>
              <a:gd name="connsiteY7646" fmla="*/ 1326971 h 3341254"/>
              <a:gd name="connsiteX7647" fmla="*/ 1617518 w 6545688"/>
              <a:gd name="connsiteY7647" fmla="*/ 1351796 h 3341254"/>
              <a:gd name="connsiteX7648" fmla="*/ 1617518 w 6545688"/>
              <a:gd name="connsiteY7648" fmla="*/ 1353793 h 3341254"/>
              <a:gd name="connsiteX7649" fmla="*/ 1603146 w 6545688"/>
              <a:gd name="connsiteY7649" fmla="*/ 1378618 h 3341254"/>
              <a:gd name="connsiteX7650" fmla="*/ 1601379 w 6545688"/>
              <a:gd name="connsiteY7650" fmla="*/ 1379617 h 3341254"/>
              <a:gd name="connsiteX7651" fmla="*/ 1572711 w 6545688"/>
              <a:gd name="connsiteY7651" fmla="*/ 1379617 h 3341254"/>
              <a:gd name="connsiteX7652" fmla="*/ 1570943 w 6545688"/>
              <a:gd name="connsiteY7652" fmla="*/ 1378618 h 3341254"/>
              <a:gd name="connsiteX7653" fmla="*/ 1556649 w 6545688"/>
              <a:gd name="connsiteY7653" fmla="*/ 1353793 h 3341254"/>
              <a:gd name="connsiteX7654" fmla="*/ 1556649 w 6545688"/>
              <a:gd name="connsiteY7654" fmla="*/ 1351796 h 3341254"/>
              <a:gd name="connsiteX7655" fmla="*/ 1571021 w 6545688"/>
              <a:gd name="connsiteY7655" fmla="*/ 1326971 h 3341254"/>
              <a:gd name="connsiteX7656" fmla="*/ 1572789 w 6545688"/>
              <a:gd name="connsiteY7656" fmla="*/ 1325972 h 3341254"/>
              <a:gd name="connsiteX7657" fmla="*/ 17054 w 6545688"/>
              <a:gd name="connsiteY7657" fmla="*/ 1324898 h 3341254"/>
              <a:gd name="connsiteX7658" fmla="*/ 46946 w 6545688"/>
              <a:gd name="connsiteY7658" fmla="*/ 1324898 h 3341254"/>
              <a:gd name="connsiteX7659" fmla="*/ 48795 w 6545688"/>
              <a:gd name="connsiteY7659" fmla="*/ 1325974 h 3341254"/>
              <a:gd name="connsiteX7660" fmla="*/ 63702 w 6545688"/>
              <a:gd name="connsiteY7660" fmla="*/ 1351874 h 3341254"/>
              <a:gd name="connsiteX7661" fmla="*/ 63702 w 6545688"/>
              <a:gd name="connsiteY7661" fmla="*/ 1353949 h 3341254"/>
              <a:gd name="connsiteX7662" fmla="*/ 48795 w 6545688"/>
              <a:gd name="connsiteY7662" fmla="*/ 1379849 h 3341254"/>
              <a:gd name="connsiteX7663" fmla="*/ 46946 w 6545688"/>
              <a:gd name="connsiteY7663" fmla="*/ 1380925 h 3341254"/>
              <a:gd name="connsiteX7664" fmla="*/ 17054 w 6545688"/>
              <a:gd name="connsiteY7664" fmla="*/ 1380925 h 3341254"/>
              <a:gd name="connsiteX7665" fmla="*/ 15208 w 6545688"/>
              <a:gd name="connsiteY7665" fmla="*/ 1379849 h 3341254"/>
              <a:gd name="connsiteX7666" fmla="*/ 294 w 6545688"/>
              <a:gd name="connsiteY7666" fmla="*/ 1353949 h 3341254"/>
              <a:gd name="connsiteX7667" fmla="*/ 294 w 6545688"/>
              <a:gd name="connsiteY7667" fmla="*/ 1351874 h 3341254"/>
              <a:gd name="connsiteX7668" fmla="*/ 15208 w 6545688"/>
              <a:gd name="connsiteY7668" fmla="*/ 1325974 h 3341254"/>
              <a:gd name="connsiteX7669" fmla="*/ 17054 w 6545688"/>
              <a:gd name="connsiteY7669" fmla="*/ 1324898 h 3341254"/>
              <a:gd name="connsiteX7670" fmla="*/ 107047 w 6545688"/>
              <a:gd name="connsiteY7670" fmla="*/ 1321900 h 3341254"/>
              <a:gd name="connsiteX7671" fmla="*/ 140017 w 6545688"/>
              <a:gd name="connsiteY7671" fmla="*/ 1321900 h 3341254"/>
              <a:gd name="connsiteX7672" fmla="*/ 142016 w 6545688"/>
              <a:gd name="connsiteY7672" fmla="*/ 1323052 h 3341254"/>
              <a:gd name="connsiteX7673" fmla="*/ 158543 w 6545688"/>
              <a:gd name="connsiteY7673" fmla="*/ 1351642 h 3341254"/>
              <a:gd name="connsiteX7674" fmla="*/ 158543 w 6545688"/>
              <a:gd name="connsiteY7674" fmla="*/ 1353949 h 3341254"/>
              <a:gd name="connsiteX7675" fmla="*/ 142016 w 6545688"/>
              <a:gd name="connsiteY7675" fmla="*/ 1382539 h 3341254"/>
              <a:gd name="connsiteX7676" fmla="*/ 140017 w 6545688"/>
              <a:gd name="connsiteY7676" fmla="*/ 1383691 h 3341254"/>
              <a:gd name="connsiteX7677" fmla="*/ 107047 w 6545688"/>
              <a:gd name="connsiteY7677" fmla="*/ 1383691 h 3341254"/>
              <a:gd name="connsiteX7678" fmla="*/ 105048 w 6545688"/>
              <a:gd name="connsiteY7678" fmla="*/ 1382539 h 3341254"/>
              <a:gd name="connsiteX7679" fmla="*/ 88526 w 6545688"/>
              <a:gd name="connsiteY7679" fmla="*/ 1353949 h 3341254"/>
              <a:gd name="connsiteX7680" fmla="*/ 88526 w 6545688"/>
              <a:gd name="connsiteY7680" fmla="*/ 1351642 h 3341254"/>
              <a:gd name="connsiteX7681" fmla="*/ 105048 w 6545688"/>
              <a:gd name="connsiteY7681" fmla="*/ 1323052 h 3341254"/>
              <a:gd name="connsiteX7682" fmla="*/ 107047 w 6545688"/>
              <a:gd name="connsiteY7682" fmla="*/ 1321900 h 3341254"/>
              <a:gd name="connsiteX7683" fmla="*/ 5518272 w 6545688"/>
              <a:gd name="connsiteY7683" fmla="*/ 1268793 h 3341254"/>
              <a:gd name="connsiteX7684" fmla="*/ 5523345 w 6545688"/>
              <a:gd name="connsiteY7684" fmla="*/ 1268793 h 3341254"/>
              <a:gd name="connsiteX7685" fmla="*/ 5523651 w 6545688"/>
              <a:gd name="connsiteY7685" fmla="*/ 1268946 h 3341254"/>
              <a:gd name="connsiteX7686" fmla="*/ 5526187 w 6545688"/>
              <a:gd name="connsiteY7686" fmla="*/ 1273328 h 3341254"/>
              <a:gd name="connsiteX7687" fmla="*/ 5526187 w 6545688"/>
              <a:gd name="connsiteY7687" fmla="*/ 1273712 h 3341254"/>
              <a:gd name="connsiteX7688" fmla="*/ 5523651 w 6545688"/>
              <a:gd name="connsiteY7688" fmla="*/ 1278091 h 3341254"/>
              <a:gd name="connsiteX7689" fmla="*/ 5523345 w 6545688"/>
              <a:gd name="connsiteY7689" fmla="*/ 1278245 h 3341254"/>
              <a:gd name="connsiteX7690" fmla="*/ 5518272 w 6545688"/>
              <a:gd name="connsiteY7690" fmla="*/ 1278245 h 3341254"/>
              <a:gd name="connsiteX7691" fmla="*/ 5517965 w 6545688"/>
              <a:gd name="connsiteY7691" fmla="*/ 1278091 h 3341254"/>
              <a:gd name="connsiteX7692" fmla="*/ 5515428 w 6545688"/>
              <a:gd name="connsiteY7692" fmla="*/ 1273712 h 3341254"/>
              <a:gd name="connsiteX7693" fmla="*/ 5515428 w 6545688"/>
              <a:gd name="connsiteY7693" fmla="*/ 1273328 h 3341254"/>
              <a:gd name="connsiteX7694" fmla="*/ 5517965 w 6545688"/>
              <a:gd name="connsiteY7694" fmla="*/ 1268946 h 3341254"/>
              <a:gd name="connsiteX7695" fmla="*/ 5518272 w 6545688"/>
              <a:gd name="connsiteY7695" fmla="*/ 1268793 h 3341254"/>
              <a:gd name="connsiteX7696" fmla="*/ 4877919 w 6545688"/>
              <a:gd name="connsiteY7696" fmla="*/ 1268793 h 3341254"/>
              <a:gd name="connsiteX7697" fmla="*/ 4882990 w 6545688"/>
              <a:gd name="connsiteY7697" fmla="*/ 1268793 h 3341254"/>
              <a:gd name="connsiteX7698" fmla="*/ 4883300 w 6545688"/>
              <a:gd name="connsiteY7698" fmla="*/ 1268946 h 3341254"/>
              <a:gd name="connsiteX7699" fmla="*/ 4885834 w 6545688"/>
              <a:gd name="connsiteY7699" fmla="*/ 1273328 h 3341254"/>
              <a:gd name="connsiteX7700" fmla="*/ 4885834 w 6545688"/>
              <a:gd name="connsiteY7700" fmla="*/ 1273712 h 3341254"/>
              <a:gd name="connsiteX7701" fmla="*/ 4883300 w 6545688"/>
              <a:gd name="connsiteY7701" fmla="*/ 1278091 h 3341254"/>
              <a:gd name="connsiteX7702" fmla="*/ 4882990 w 6545688"/>
              <a:gd name="connsiteY7702" fmla="*/ 1278245 h 3341254"/>
              <a:gd name="connsiteX7703" fmla="*/ 4877919 w 6545688"/>
              <a:gd name="connsiteY7703" fmla="*/ 1278245 h 3341254"/>
              <a:gd name="connsiteX7704" fmla="*/ 4877612 w 6545688"/>
              <a:gd name="connsiteY7704" fmla="*/ 1278091 h 3341254"/>
              <a:gd name="connsiteX7705" fmla="*/ 4875075 w 6545688"/>
              <a:gd name="connsiteY7705" fmla="*/ 1273712 h 3341254"/>
              <a:gd name="connsiteX7706" fmla="*/ 4875075 w 6545688"/>
              <a:gd name="connsiteY7706" fmla="*/ 1273328 h 3341254"/>
              <a:gd name="connsiteX7707" fmla="*/ 4877612 w 6545688"/>
              <a:gd name="connsiteY7707" fmla="*/ 1268946 h 3341254"/>
              <a:gd name="connsiteX7708" fmla="*/ 4877919 w 6545688"/>
              <a:gd name="connsiteY7708" fmla="*/ 1268793 h 3341254"/>
              <a:gd name="connsiteX7709" fmla="*/ 2773718 w 6545688"/>
              <a:gd name="connsiteY7709" fmla="*/ 1268563 h 3341254"/>
              <a:gd name="connsiteX7710" fmla="*/ 2779097 w 6545688"/>
              <a:gd name="connsiteY7710" fmla="*/ 1268563 h 3341254"/>
              <a:gd name="connsiteX7711" fmla="*/ 2779405 w 6545688"/>
              <a:gd name="connsiteY7711" fmla="*/ 1268717 h 3341254"/>
              <a:gd name="connsiteX7712" fmla="*/ 2782094 w 6545688"/>
              <a:gd name="connsiteY7712" fmla="*/ 1273404 h 3341254"/>
              <a:gd name="connsiteX7713" fmla="*/ 2782094 w 6545688"/>
              <a:gd name="connsiteY7713" fmla="*/ 1273789 h 3341254"/>
              <a:gd name="connsiteX7714" fmla="*/ 2779405 w 6545688"/>
              <a:gd name="connsiteY7714" fmla="*/ 1278477 h 3341254"/>
              <a:gd name="connsiteX7715" fmla="*/ 2779097 w 6545688"/>
              <a:gd name="connsiteY7715" fmla="*/ 1278631 h 3341254"/>
              <a:gd name="connsiteX7716" fmla="*/ 2773718 w 6545688"/>
              <a:gd name="connsiteY7716" fmla="*/ 1278631 h 3341254"/>
              <a:gd name="connsiteX7717" fmla="*/ 2773411 w 6545688"/>
              <a:gd name="connsiteY7717" fmla="*/ 1278477 h 3341254"/>
              <a:gd name="connsiteX7718" fmla="*/ 2770720 w 6545688"/>
              <a:gd name="connsiteY7718" fmla="*/ 1273789 h 3341254"/>
              <a:gd name="connsiteX7719" fmla="*/ 2770720 w 6545688"/>
              <a:gd name="connsiteY7719" fmla="*/ 1273404 h 3341254"/>
              <a:gd name="connsiteX7720" fmla="*/ 2773411 w 6545688"/>
              <a:gd name="connsiteY7720" fmla="*/ 1268717 h 3341254"/>
              <a:gd name="connsiteX7721" fmla="*/ 2773718 w 6545688"/>
              <a:gd name="connsiteY7721" fmla="*/ 1268563 h 3341254"/>
              <a:gd name="connsiteX7722" fmla="*/ 2499272 w 6545688"/>
              <a:gd name="connsiteY7722" fmla="*/ 1268563 h 3341254"/>
              <a:gd name="connsiteX7723" fmla="*/ 2504652 w 6545688"/>
              <a:gd name="connsiteY7723" fmla="*/ 1268563 h 3341254"/>
              <a:gd name="connsiteX7724" fmla="*/ 2504958 w 6545688"/>
              <a:gd name="connsiteY7724" fmla="*/ 1268717 h 3341254"/>
              <a:gd name="connsiteX7725" fmla="*/ 2507648 w 6545688"/>
              <a:gd name="connsiteY7725" fmla="*/ 1273404 h 3341254"/>
              <a:gd name="connsiteX7726" fmla="*/ 2507648 w 6545688"/>
              <a:gd name="connsiteY7726" fmla="*/ 1273789 h 3341254"/>
              <a:gd name="connsiteX7727" fmla="*/ 2504958 w 6545688"/>
              <a:gd name="connsiteY7727" fmla="*/ 1278477 h 3341254"/>
              <a:gd name="connsiteX7728" fmla="*/ 2504652 w 6545688"/>
              <a:gd name="connsiteY7728" fmla="*/ 1278631 h 3341254"/>
              <a:gd name="connsiteX7729" fmla="*/ 2499272 w 6545688"/>
              <a:gd name="connsiteY7729" fmla="*/ 1278631 h 3341254"/>
              <a:gd name="connsiteX7730" fmla="*/ 2498964 w 6545688"/>
              <a:gd name="connsiteY7730" fmla="*/ 1278477 h 3341254"/>
              <a:gd name="connsiteX7731" fmla="*/ 2496274 w 6545688"/>
              <a:gd name="connsiteY7731" fmla="*/ 1273789 h 3341254"/>
              <a:gd name="connsiteX7732" fmla="*/ 2496274 w 6545688"/>
              <a:gd name="connsiteY7732" fmla="*/ 1273404 h 3341254"/>
              <a:gd name="connsiteX7733" fmla="*/ 2498964 w 6545688"/>
              <a:gd name="connsiteY7733" fmla="*/ 1268717 h 3341254"/>
              <a:gd name="connsiteX7734" fmla="*/ 2499272 w 6545688"/>
              <a:gd name="connsiteY7734" fmla="*/ 1268563 h 3341254"/>
              <a:gd name="connsiteX7735" fmla="*/ 2590266 w 6545688"/>
              <a:gd name="connsiteY7735" fmla="*/ 1267718 h 3341254"/>
              <a:gd name="connsiteX7736" fmla="*/ 2596567 w 6545688"/>
              <a:gd name="connsiteY7736" fmla="*/ 1267718 h 3341254"/>
              <a:gd name="connsiteX7737" fmla="*/ 2596953 w 6545688"/>
              <a:gd name="connsiteY7737" fmla="*/ 1267948 h 3341254"/>
              <a:gd name="connsiteX7738" fmla="*/ 2600104 w 6545688"/>
              <a:gd name="connsiteY7738" fmla="*/ 1273406 h 3341254"/>
              <a:gd name="connsiteX7739" fmla="*/ 2600104 w 6545688"/>
              <a:gd name="connsiteY7739" fmla="*/ 1273865 h 3341254"/>
              <a:gd name="connsiteX7740" fmla="*/ 2596953 w 6545688"/>
              <a:gd name="connsiteY7740" fmla="*/ 1279324 h 3341254"/>
              <a:gd name="connsiteX7741" fmla="*/ 2596567 w 6545688"/>
              <a:gd name="connsiteY7741" fmla="*/ 1279553 h 3341254"/>
              <a:gd name="connsiteX7742" fmla="*/ 2590266 w 6545688"/>
              <a:gd name="connsiteY7742" fmla="*/ 1279553 h 3341254"/>
              <a:gd name="connsiteX7743" fmla="*/ 2589883 w 6545688"/>
              <a:gd name="connsiteY7743" fmla="*/ 1279324 h 3341254"/>
              <a:gd name="connsiteX7744" fmla="*/ 2586731 w 6545688"/>
              <a:gd name="connsiteY7744" fmla="*/ 1273865 h 3341254"/>
              <a:gd name="connsiteX7745" fmla="*/ 2586731 w 6545688"/>
              <a:gd name="connsiteY7745" fmla="*/ 1273406 h 3341254"/>
              <a:gd name="connsiteX7746" fmla="*/ 2589883 w 6545688"/>
              <a:gd name="connsiteY7746" fmla="*/ 1267948 h 3341254"/>
              <a:gd name="connsiteX7747" fmla="*/ 2590266 w 6545688"/>
              <a:gd name="connsiteY7747" fmla="*/ 1267718 h 3341254"/>
              <a:gd name="connsiteX7748" fmla="*/ 2315819 w 6545688"/>
              <a:gd name="connsiteY7748" fmla="*/ 1267718 h 3341254"/>
              <a:gd name="connsiteX7749" fmla="*/ 2322123 w 6545688"/>
              <a:gd name="connsiteY7749" fmla="*/ 1267718 h 3341254"/>
              <a:gd name="connsiteX7750" fmla="*/ 2322506 w 6545688"/>
              <a:gd name="connsiteY7750" fmla="*/ 1267948 h 3341254"/>
              <a:gd name="connsiteX7751" fmla="*/ 2325658 w 6545688"/>
              <a:gd name="connsiteY7751" fmla="*/ 1273406 h 3341254"/>
              <a:gd name="connsiteX7752" fmla="*/ 2325658 w 6545688"/>
              <a:gd name="connsiteY7752" fmla="*/ 1273865 h 3341254"/>
              <a:gd name="connsiteX7753" fmla="*/ 2322506 w 6545688"/>
              <a:gd name="connsiteY7753" fmla="*/ 1279324 h 3341254"/>
              <a:gd name="connsiteX7754" fmla="*/ 2322123 w 6545688"/>
              <a:gd name="connsiteY7754" fmla="*/ 1279553 h 3341254"/>
              <a:gd name="connsiteX7755" fmla="*/ 2315819 w 6545688"/>
              <a:gd name="connsiteY7755" fmla="*/ 1279553 h 3341254"/>
              <a:gd name="connsiteX7756" fmla="*/ 2315436 w 6545688"/>
              <a:gd name="connsiteY7756" fmla="*/ 1279324 h 3341254"/>
              <a:gd name="connsiteX7757" fmla="*/ 2312284 w 6545688"/>
              <a:gd name="connsiteY7757" fmla="*/ 1273865 h 3341254"/>
              <a:gd name="connsiteX7758" fmla="*/ 2312284 w 6545688"/>
              <a:gd name="connsiteY7758" fmla="*/ 1273406 h 3341254"/>
              <a:gd name="connsiteX7759" fmla="*/ 2315436 w 6545688"/>
              <a:gd name="connsiteY7759" fmla="*/ 1267948 h 3341254"/>
              <a:gd name="connsiteX7760" fmla="*/ 2315819 w 6545688"/>
              <a:gd name="connsiteY7760" fmla="*/ 1267718 h 3341254"/>
              <a:gd name="connsiteX7761" fmla="*/ 1766539 w 6545688"/>
              <a:gd name="connsiteY7761" fmla="*/ 1266871 h 3341254"/>
              <a:gd name="connsiteX7762" fmla="*/ 1773687 w 6545688"/>
              <a:gd name="connsiteY7762" fmla="*/ 1266871 h 3341254"/>
              <a:gd name="connsiteX7763" fmla="*/ 1774148 w 6545688"/>
              <a:gd name="connsiteY7763" fmla="*/ 1267103 h 3341254"/>
              <a:gd name="connsiteX7764" fmla="*/ 1777761 w 6545688"/>
              <a:gd name="connsiteY7764" fmla="*/ 1273328 h 3341254"/>
              <a:gd name="connsiteX7765" fmla="*/ 1777761 w 6545688"/>
              <a:gd name="connsiteY7765" fmla="*/ 1273865 h 3341254"/>
              <a:gd name="connsiteX7766" fmla="*/ 1774148 w 6545688"/>
              <a:gd name="connsiteY7766" fmla="*/ 1280091 h 3341254"/>
              <a:gd name="connsiteX7767" fmla="*/ 1773687 w 6545688"/>
              <a:gd name="connsiteY7767" fmla="*/ 1280320 h 3341254"/>
              <a:gd name="connsiteX7768" fmla="*/ 1766539 w 6545688"/>
              <a:gd name="connsiteY7768" fmla="*/ 1280320 h 3341254"/>
              <a:gd name="connsiteX7769" fmla="*/ 1766079 w 6545688"/>
              <a:gd name="connsiteY7769" fmla="*/ 1280091 h 3341254"/>
              <a:gd name="connsiteX7770" fmla="*/ 1762466 w 6545688"/>
              <a:gd name="connsiteY7770" fmla="*/ 1273865 h 3341254"/>
              <a:gd name="connsiteX7771" fmla="*/ 1762466 w 6545688"/>
              <a:gd name="connsiteY7771" fmla="*/ 1273328 h 3341254"/>
              <a:gd name="connsiteX7772" fmla="*/ 1766079 w 6545688"/>
              <a:gd name="connsiteY7772" fmla="*/ 1267103 h 3341254"/>
              <a:gd name="connsiteX7773" fmla="*/ 1766539 w 6545688"/>
              <a:gd name="connsiteY7773" fmla="*/ 1266871 h 3341254"/>
              <a:gd name="connsiteX7774" fmla="*/ 4144266 w 6545688"/>
              <a:gd name="connsiteY7774" fmla="*/ 1265489 h 3341254"/>
              <a:gd name="connsiteX7775" fmla="*/ 4152951 w 6545688"/>
              <a:gd name="connsiteY7775" fmla="*/ 1265489 h 3341254"/>
              <a:gd name="connsiteX7776" fmla="*/ 4153489 w 6545688"/>
              <a:gd name="connsiteY7776" fmla="*/ 1265797 h 3341254"/>
              <a:gd name="connsiteX7777" fmla="*/ 4157793 w 6545688"/>
              <a:gd name="connsiteY7777" fmla="*/ 1273328 h 3341254"/>
              <a:gd name="connsiteX7778" fmla="*/ 4157793 w 6545688"/>
              <a:gd name="connsiteY7778" fmla="*/ 1273943 h 3341254"/>
              <a:gd name="connsiteX7779" fmla="*/ 4153489 w 6545688"/>
              <a:gd name="connsiteY7779" fmla="*/ 1281475 h 3341254"/>
              <a:gd name="connsiteX7780" fmla="*/ 4152951 w 6545688"/>
              <a:gd name="connsiteY7780" fmla="*/ 1281782 h 3341254"/>
              <a:gd name="connsiteX7781" fmla="*/ 4144266 w 6545688"/>
              <a:gd name="connsiteY7781" fmla="*/ 1281782 h 3341254"/>
              <a:gd name="connsiteX7782" fmla="*/ 4143728 w 6545688"/>
              <a:gd name="connsiteY7782" fmla="*/ 1281475 h 3341254"/>
              <a:gd name="connsiteX7783" fmla="*/ 4139424 w 6545688"/>
              <a:gd name="connsiteY7783" fmla="*/ 1273943 h 3341254"/>
              <a:gd name="connsiteX7784" fmla="*/ 4139424 w 6545688"/>
              <a:gd name="connsiteY7784" fmla="*/ 1273328 h 3341254"/>
              <a:gd name="connsiteX7785" fmla="*/ 4143728 w 6545688"/>
              <a:gd name="connsiteY7785" fmla="*/ 1265797 h 3341254"/>
              <a:gd name="connsiteX7786" fmla="*/ 4144266 w 6545688"/>
              <a:gd name="connsiteY7786" fmla="*/ 1265489 h 3341254"/>
              <a:gd name="connsiteX7787" fmla="*/ 2222902 w 6545688"/>
              <a:gd name="connsiteY7787" fmla="*/ 1265028 h 3341254"/>
              <a:gd name="connsiteX7788" fmla="*/ 2232047 w 6545688"/>
              <a:gd name="connsiteY7788" fmla="*/ 1265028 h 3341254"/>
              <a:gd name="connsiteX7789" fmla="*/ 2232584 w 6545688"/>
              <a:gd name="connsiteY7789" fmla="*/ 1265335 h 3341254"/>
              <a:gd name="connsiteX7790" fmla="*/ 2237120 w 6545688"/>
              <a:gd name="connsiteY7790" fmla="*/ 1273252 h 3341254"/>
              <a:gd name="connsiteX7791" fmla="*/ 2237120 w 6545688"/>
              <a:gd name="connsiteY7791" fmla="*/ 1273865 h 3341254"/>
              <a:gd name="connsiteX7792" fmla="*/ 2232584 w 6545688"/>
              <a:gd name="connsiteY7792" fmla="*/ 1281782 h 3341254"/>
              <a:gd name="connsiteX7793" fmla="*/ 2232047 w 6545688"/>
              <a:gd name="connsiteY7793" fmla="*/ 1282090 h 3341254"/>
              <a:gd name="connsiteX7794" fmla="*/ 2222902 w 6545688"/>
              <a:gd name="connsiteY7794" fmla="*/ 1282090 h 3341254"/>
              <a:gd name="connsiteX7795" fmla="*/ 2222363 w 6545688"/>
              <a:gd name="connsiteY7795" fmla="*/ 1281782 h 3341254"/>
              <a:gd name="connsiteX7796" fmla="*/ 2217829 w 6545688"/>
              <a:gd name="connsiteY7796" fmla="*/ 1273865 h 3341254"/>
              <a:gd name="connsiteX7797" fmla="*/ 2217829 w 6545688"/>
              <a:gd name="connsiteY7797" fmla="*/ 1273252 h 3341254"/>
              <a:gd name="connsiteX7798" fmla="*/ 2222363 w 6545688"/>
              <a:gd name="connsiteY7798" fmla="*/ 1265335 h 3341254"/>
              <a:gd name="connsiteX7799" fmla="*/ 2222902 w 6545688"/>
              <a:gd name="connsiteY7799" fmla="*/ 1265028 h 3341254"/>
              <a:gd name="connsiteX7800" fmla="*/ 5241826 w 6545688"/>
              <a:gd name="connsiteY7800" fmla="*/ 1264874 h 3341254"/>
              <a:gd name="connsiteX7801" fmla="*/ 5251049 w 6545688"/>
              <a:gd name="connsiteY7801" fmla="*/ 1264874 h 3341254"/>
              <a:gd name="connsiteX7802" fmla="*/ 5251587 w 6545688"/>
              <a:gd name="connsiteY7802" fmla="*/ 1265182 h 3341254"/>
              <a:gd name="connsiteX7803" fmla="*/ 5256198 w 6545688"/>
              <a:gd name="connsiteY7803" fmla="*/ 1273174 h 3341254"/>
              <a:gd name="connsiteX7804" fmla="*/ 5256198 w 6545688"/>
              <a:gd name="connsiteY7804" fmla="*/ 1273865 h 3341254"/>
              <a:gd name="connsiteX7805" fmla="*/ 5251587 w 6545688"/>
              <a:gd name="connsiteY7805" fmla="*/ 1281858 h 3341254"/>
              <a:gd name="connsiteX7806" fmla="*/ 5251049 w 6545688"/>
              <a:gd name="connsiteY7806" fmla="*/ 1282166 h 3341254"/>
              <a:gd name="connsiteX7807" fmla="*/ 5241826 w 6545688"/>
              <a:gd name="connsiteY7807" fmla="*/ 1282166 h 3341254"/>
              <a:gd name="connsiteX7808" fmla="*/ 5241289 w 6545688"/>
              <a:gd name="connsiteY7808" fmla="*/ 1281858 h 3341254"/>
              <a:gd name="connsiteX7809" fmla="*/ 5236678 w 6545688"/>
              <a:gd name="connsiteY7809" fmla="*/ 1273865 h 3341254"/>
              <a:gd name="connsiteX7810" fmla="*/ 5236678 w 6545688"/>
              <a:gd name="connsiteY7810" fmla="*/ 1273174 h 3341254"/>
              <a:gd name="connsiteX7811" fmla="*/ 5241289 w 6545688"/>
              <a:gd name="connsiteY7811" fmla="*/ 1265182 h 3341254"/>
              <a:gd name="connsiteX7812" fmla="*/ 5241826 w 6545688"/>
              <a:gd name="connsiteY7812" fmla="*/ 1264874 h 3341254"/>
              <a:gd name="connsiteX7813" fmla="*/ 5150139 w 6545688"/>
              <a:gd name="connsiteY7813" fmla="*/ 1264642 h 3341254"/>
              <a:gd name="connsiteX7814" fmla="*/ 5159668 w 6545688"/>
              <a:gd name="connsiteY7814" fmla="*/ 1264642 h 3341254"/>
              <a:gd name="connsiteX7815" fmla="*/ 5160283 w 6545688"/>
              <a:gd name="connsiteY7815" fmla="*/ 1264950 h 3341254"/>
              <a:gd name="connsiteX7816" fmla="*/ 5165048 w 6545688"/>
              <a:gd name="connsiteY7816" fmla="*/ 1273250 h 3341254"/>
              <a:gd name="connsiteX7817" fmla="*/ 5165048 w 6545688"/>
              <a:gd name="connsiteY7817" fmla="*/ 1273941 h 3341254"/>
              <a:gd name="connsiteX7818" fmla="*/ 5160283 w 6545688"/>
              <a:gd name="connsiteY7818" fmla="*/ 1282242 h 3341254"/>
              <a:gd name="connsiteX7819" fmla="*/ 5159668 w 6545688"/>
              <a:gd name="connsiteY7819" fmla="*/ 1282549 h 3341254"/>
              <a:gd name="connsiteX7820" fmla="*/ 5150139 w 6545688"/>
              <a:gd name="connsiteY7820" fmla="*/ 1282549 h 3341254"/>
              <a:gd name="connsiteX7821" fmla="*/ 5149524 w 6545688"/>
              <a:gd name="connsiteY7821" fmla="*/ 1282242 h 3341254"/>
              <a:gd name="connsiteX7822" fmla="*/ 5144759 w 6545688"/>
              <a:gd name="connsiteY7822" fmla="*/ 1273941 h 3341254"/>
              <a:gd name="connsiteX7823" fmla="*/ 5144759 w 6545688"/>
              <a:gd name="connsiteY7823" fmla="*/ 1273250 h 3341254"/>
              <a:gd name="connsiteX7824" fmla="*/ 5149524 w 6545688"/>
              <a:gd name="connsiteY7824" fmla="*/ 1264950 h 3341254"/>
              <a:gd name="connsiteX7825" fmla="*/ 5150139 w 6545688"/>
              <a:gd name="connsiteY7825" fmla="*/ 1264642 h 3341254"/>
              <a:gd name="connsiteX7826" fmla="*/ 5607269 w 6545688"/>
              <a:gd name="connsiteY7826" fmla="*/ 1264027 h 3341254"/>
              <a:gd name="connsiteX7827" fmla="*/ 5617413 w 6545688"/>
              <a:gd name="connsiteY7827" fmla="*/ 1264027 h 3341254"/>
              <a:gd name="connsiteX7828" fmla="*/ 5618028 w 6545688"/>
              <a:gd name="connsiteY7828" fmla="*/ 1264411 h 3341254"/>
              <a:gd name="connsiteX7829" fmla="*/ 5623101 w 6545688"/>
              <a:gd name="connsiteY7829" fmla="*/ 1273172 h 3341254"/>
              <a:gd name="connsiteX7830" fmla="*/ 5623101 w 6545688"/>
              <a:gd name="connsiteY7830" fmla="*/ 1273865 h 3341254"/>
              <a:gd name="connsiteX7831" fmla="*/ 5618028 w 6545688"/>
              <a:gd name="connsiteY7831" fmla="*/ 1282627 h 3341254"/>
              <a:gd name="connsiteX7832" fmla="*/ 5617413 w 6545688"/>
              <a:gd name="connsiteY7832" fmla="*/ 1283011 h 3341254"/>
              <a:gd name="connsiteX7833" fmla="*/ 5607269 w 6545688"/>
              <a:gd name="connsiteY7833" fmla="*/ 1283011 h 3341254"/>
              <a:gd name="connsiteX7834" fmla="*/ 5606654 w 6545688"/>
              <a:gd name="connsiteY7834" fmla="*/ 1282627 h 3341254"/>
              <a:gd name="connsiteX7835" fmla="*/ 5601581 w 6545688"/>
              <a:gd name="connsiteY7835" fmla="*/ 1273865 h 3341254"/>
              <a:gd name="connsiteX7836" fmla="*/ 5601581 w 6545688"/>
              <a:gd name="connsiteY7836" fmla="*/ 1273172 h 3341254"/>
              <a:gd name="connsiteX7837" fmla="*/ 5606654 w 6545688"/>
              <a:gd name="connsiteY7837" fmla="*/ 1264411 h 3341254"/>
              <a:gd name="connsiteX7838" fmla="*/ 5607269 w 6545688"/>
              <a:gd name="connsiteY7838" fmla="*/ 1264027 h 3341254"/>
              <a:gd name="connsiteX7839" fmla="*/ 5790106 w 6545688"/>
              <a:gd name="connsiteY7839" fmla="*/ 1263951 h 3341254"/>
              <a:gd name="connsiteX7840" fmla="*/ 5800404 w 6545688"/>
              <a:gd name="connsiteY7840" fmla="*/ 1263951 h 3341254"/>
              <a:gd name="connsiteX7841" fmla="*/ 5801019 w 6545688"/>
              <a:gd name="connsiteY7841" fmla="*/ 1264335 h 3341254"/>
              <a:gd name="connsiteX7842" fmla="*/ 5806170 w 6545688"/>
              <a:gd name="connsiteY7842" fmla="*/ 1273250 h 3341254"/>
              <a:gd name="connsiteX7843" fmla="*/ 5806170 w 6545688"/>
              <a:gd name="connsiteY7843" fmla="*/ 1273943 h 3341254"/>
              <a:gd name="connsiteX7844" fmla="*/ 5801019 w 6545688"/>
              <a:gd name="connsiteY7844" fmla="*/ 1282857 h 3341254"/>
              <a:gd name="connsiteX7845" fmla="*/ 5800404 w 6545688"/>
              <a:gd name="connsiteY7845" fmla="*/ 1283242 h 3341254"/>
              <a:gd name="connsiteX7846" fmla="*/ 5790106 w 6545688"/>
              <a:gd name="connsiteY7846" fmla="*/ 1283242 h 3341254"/>
              <a:gd name="connsiteX7847" fmla="*/ 5789491 w 6545688"/>
              <a:gd name="connsiteY7847" fmla="*/ 1282857 h 3341254"/>
              <a:gd name="connsiteX7848" fmla="*/ 5784343 w 6545688"/>
              <a:gd name="connsiteY7848" fmla="*/ 1273943 h 3341254"/>
              <a:gd name="connsiteX7849" fmla="*/ 5784343 w 6545688"/>
              <a:gd name="connsiteY7849" fmla="*/ 1273250 h 3341254"/>
              <a:gd name="connsiteX7850" fmla="*/ 5789491 w 6545688"/>
              <a:gd name="connsiteY7850" fmla="*/ 1264335 h 3341254"/>
              <a:gd name="connsiteX7851" fmla="*/ 5790106 w 6545688"/>
              <a:gd name="connsiteY7851" fmla="*/ 1263951 h 3341254"/>
              <a:gd name="connsiteX7852" fmla="*/ 5973020 w 6545688"/>
              <a:gd name="connsiteY7852" fmla="*/ 1263797 h 3341254"/>
              <a:gd name="connsiteX7853" fmla="*/ 5983473 w 6545688"/>
              <a:gd name="connsiteY7853" fmla="*/ 1263797 h 3341254"/>
              <a:gd name="connsiteX7854" fmla="*/ 5984088 w 6545688"/>
              <a:gd name="connsiteY7854" fmla="*/ 1264181 h 3341254"/>
              <a:gd name="connsiteX7855" fmla="*/ 5989313 w 6545688"/>
              <a:gd name="connsiteY7855" fmla="*/ 1273250 h 3341254"/>
              <a:gd name="connsiteX7856" fmla="*/ 5989313 w 6545688"/>
              <a:gd name="connsiteY7856" fmla="*/ 1274019 h 3341254"/>
              <a:gd name="connsiteX7857" fmla="*/ 5984088 w 6545688"/>
              <a:gd name="connsiteY7857" fmla="*/ 1283088 h 3341254"/>
              <a:gd name="connsiteX7858" fmla="*/ 5983473 w 6545688"/>
              <a:gd name="connsiteY7858" fmla="*/ 1283472 h 3341254"/>
              <a:gd name="connsiteX7859" fmla="*/ 5973020 w 6545688"/>
              <a:gd name="connsiteY7859" fmla="*/ 1283472 h 3341254"/>
              <a:gd name="connsiteX7860" fmla="*/ 5972405 w 6545688"/>
              <a:gd name="connsiteY7860" fmla="*/ 1283088 h 3341254"/>
              <a:gd name="connsiteX7861" fmla="*/ 5967180 w 6545688"/>
              <a:gd name="connsiteY7861" fmla="*/ 1274019 h 3341254"/>
              <a:gd name="connsiteX7862" fmla="*/ 5967180 w 6545688"/>
              <a:gd name="connsiteY7862" fmla="*/ 1273250 h 3341254"/>
              <a:gd name="connsiteX7863" fmla="*/ 5972405 w 6545688"/>
              <a:gd name="connsiteY7863" fmla="*/ 1264181 h 3341254"/>
              <a:gd name="connsiteX7864" fmla="*/ 5973020 w 6545688"/>
              <a:gd name="connsiteY7864" fmla="*/ 1263797 h 3341254"/>
              <a:gd name="connsiteX7865" fmla="*/ 1947607 w 6545688"/>
              <a:gd name="connsiteY7865" fmla="*/ 1263336 h 3341254"/>
              <a:gd name="connsiteX7866" fmla="*/ 1958521 w 6545688"/>
              <a:gd name="connsiteY7866" fmla="*/ 1263336 h 3341254"/>
              <a:gd name="connsiteX7867" fmla="*/ 1959212 w 6545688"/>
              <a:gd name="connsiteY7867" fmla="*/ 1263720 h 3341254"/>
              <a:gd name="connsiteX7868" fmla="*/ 1964669 w 6545688"/>
              <a:gd name="connsiteY7868" fmla="*/ 1273174 h 3341254"/>
              <a:gd name="connsiteX7869" fmla="*/ 1964669 w 6545688"/>
              <a:gd name="connsiteY7869" fmla="*/ 1273941 h 3341254"/>
              <a:gd name="connsiteX7870" fmla="*/ 1959212 w 6545688"/>
              <a:gd name="connsiteY7870" fmla="*/ 1283396 h 3341254"/>
              <a:gd name="connsiteX7871" fmla="*/ 1958521 w 6545688"/>
              <a:gd name="connsiteY7871" fmla="*/ 1283779 h 3341254"/>
              <a:gd name="connsiteX7872" fmla="*/ 1947607 w 6545688"/>
              <a:gd name="connsiteY7872" fmla="*/ 1283779 h 3341254"/>
              <a:gd name="connsiteX7873" fmla="*/ 1946916 w 6545688"/>
              <a:gd name="connsiteY7873" fmla="*/ 1283396 h 3341254"/>
              <a:gd name="connsiteX7874" fmla="*/ 1941459 w 6545688"/>
              <a:gd name="connsiteY7874" fmla="*/ 1273941 h 3341254"/>
              <a:gd name="connsiteX7875" fmla="*/ 1941459 w 6545688"/>
              <a:gd name="connsiteY7875" fmla="*/ 1273174 h 3341254"/>
              <a:gd name="connsiteX7876" fmla="*/ 1946916 w 6545688"/>
              <a:gd name="connsiteY7876" fmla="*/ 1263720 h 3341254"/>
              <a:gd name="connsiteX7877" fmla="*/ 1947607 w 6545688"/>
              <a:gd name="connsiteY7877" fmla="*/ 1263336 h 3341254"/>
              <a:gd name="connsiteX7878" fmla="*/ 1856153 w 6545688"/>
              <a:gd name="connsiteY7878" fmla="*/ 1263336 h 3341254"/>
              <a:gd name="connsiteX7879" fmla="*/ 1867066 w 6545688"/>
              <a:gd name="connsiteY7879" fmla="*/ 1263336 h 3341254"/>
              <a:gd name="connsiteX7880" fmla="*/ 1867757 w 6545688"/>
              <a:gd name="connsiteY7880" fmla="*/ 1263720 h 3341254"/>
              <a:gd name="connsiteX7881" fmla="*/ 1873213 w 6545688"/>
              <a:gd name="connsiteY7881" fmla="*/ 1273174 h 3341254"/>
              <a:gd name="connsiteX7882" fmla="*/ 1873213 w 6545688"/>
              <a:gd name="connsiteY7882" fmla="*/ 1273941 h 3341254"/>
              <a:gd name="connsiteX7883" fmla="*/ 1867757 w 6545688"/>
              <a:gd name="connsiteY7883" fmla="*/ 1283396 h 3341254"/>
              <a:gd name="connsiteX7884" fmla="*/ 1867066 w 6545688"/>
              <a:gd name="connsiteY7884" fmla="*/ 1283779 h 3341254"/>
              <a:gd name="connsiteX7885" fmla="*/ 1856153 w 6545688"/>
              <a:gd name="connsiteY7885" fmla="*/ 1283779 h 3341254"/>
              <a:gd name="connsiteX7886" fmla="*/ 1855460 w 6545688"/>
              <a:gd name="connsiteY7886" fmla="*/ 1283396 h 3341254"/>
              <a:gd name="connsiteX7887" fmla="*/ 1850004 w 6545688"/>
              <a:gd name="connsiteY7887" fmla="*/ 1273941 h 3341254"/>
              <a:gd name="connsiteX7888" fmla="*/ 1850004 w 6545688"/>
              <a:gd name="connsiteY7888" fmla="*/ 1273174 h 3341254"/>
              <a:gd name="connsiteX7889" fmla="*/ 1855460 w 6545688"/>
              <a:gd name="connsiteY7889" fmla="*/ 1263720 h 3341254"/>
              <a:gd name="connsiteX7890" fmla="*/ 1856153 w 6545688"/>
              <a:gd name="connsiteY7890" fmla="*/ 1263336 h 3341254"/>
              <a:gd name="connsiteX7891" fmla="*/ 2129753 w 6545688"/>
              <a:gd name="connsiteY7891" fmla="*/ 1261800 h 3341254"/>
              <a:gd name="connsiteX7892" fmla="*/ 2142281 w 6545688"/>
              <a:gd name="connsiteY7892" fmla="*/ 1261800 h 3341254"/>
              <a:gd name="connsiteX7893" fmla="*/ 2143048 w 6545688"/>
              <a:gd name="connsiteY7893" fmla="*/ 1262262 h 3341254"/>
              <a:gd name="connsiteX7894" fmla="*/ 2149351 w 6545688"/>
              <a:gd name="connsiteY7894" fmla="*/ 1273098 h 3341254"/>
              <a:gd name="connsiteX7895" fmla="*/ 2149351 w 6545688"/>
              <a:gd name="connsiteY7895" fmla="*/ 1274021 h 3341254"/>
              <a:gd name="connsiteX7896" fmla="*/ 2143048 w 6545688"/>
              <a:gd name="connsiteY7896" fmla="*/ 1284856 h 3341254"/>
              <a:gd name="connsiteX7897" fmla="*/ 2142281 w 6545688"/>
              <a:gd name="connsiteY7897" fmla="*/ 1285317 h 3341254"/>
              <a:gd name="connsiteX7898" fmla="*/ 2129753 w 6545688"/>
              <a:gd name="connsiteY7898" fmla="*/ 1285317 h 3341254"/>
              <a:gd name="connsiteX7899" fmla="*/ 2128986 w 6545688"/>
              <a:gd name="connsiteY7899" fmla="*/ 1284856 h 3341254"/>
              <a:gd name="connsiteX7900" fmla="*/ 2122683 w 6545688"/>
              <a:gd name="connsiteY7900" fmla="*/ 1274021 h 3341254"/>
              <a:gd name="connsiteX7901" fmla="*/ 2122683 w 6545688"/>
              <a:gd name="connsiteY7901" fmla="*/ 1273098 h 3341254"/>
              <a:gd name="connsiteX7902" fmla="*/ 2128986 w 6545688"/>
              <a:gd name="connsiteY7902" fmla="*/ 1262262 h 3341254"/>
              <a:gd name="connsiteX7903" fmla="*/ 2129753 w 6545688"/>
              <a:gd name="connsiteY7903" fmla="*/ 1261800 h 3341254"/>
              <a:gd name="connsiteX7904" fmla="*/ 5697419 w 6545688"/>
              <a:gd name="connsiteY7904" fmla="*/ 1261569 h 3341254"/>
              <a:gd name="connsiteX7905" fmla="*/ 5710255 w 6545688"/>
              <a:gd name="connsiteY7905" fmla="*/ 1261569 h 3341254"/>
              <a:gd name="connsiteX7906" fmla="*/ 5711022 w 6545688"/>
              <a:gd name="connsiteY7906" fmla="*/ 1262030 h 3341254"/>
              <a:gd name="connsiteX7907" fmla="*/ 5717403 w 6545688"/>
              <a:gd name="connsiteY7907" fmla="*/ 1273174 h 3341254"/>
              <a:gd name="connsiteX7908" fmla="*/ 5717403 w 6545688"/>
              <a:gd name="connsiteY7908" fmla="*/ 1274095 h 3341254"/>
              <a:gd name="connsiteX7909" fmla="*/ 5710946 w 6545688"/>
              <a:gd name="connsiteY7909" fmla="*/ 1285239 h 3341254"/>
              <a:gd name="connsiteX7910" fmla="*/ 5710177 w 6545688"/>
              <a:gd name="connsiteY7910" fmla="*/ 1285701 h 3341254"/>
              <a:gd name="connsiteX7911" fmla="*/ 5697341 w 6545688"/>
              <a:gd name="connsiteY7911" fmla="*/ 1285701 h 3341254"/>
              <a:gd name="connsiteX7912" fmla="*/ 5696574 w 6545688"/>
              <a:gd name="connsiteY7912" fmla="*/ 1285239 h 3341254"/>
              <a:gd name="connsiteX7913" fmla="*/ 5690195 w 6545688"/>
              <a:gd name="connsiteY7913" fmla="*/ 1274095 h 3341254"/>
              <a:gd name="connsiteX7914" fmla="*/ 5690195 w 6545688"/>
              <a:gd name="connsiteY7914" fmla="*/ 1273174 h 3341254"/>
              <a:gd name="connsiteX7915" fmla="*/ 5696650 w 6545688"/>
              <a:gd name="connsiteY7915" fmla="*/ 1262030 h 3341254"/>
              <a:gd name="connsiteX7916" fmla="*/ 5697419 w 6545688"/>
              <a:gd name="connsiteY7916" fmla="*/ 1261569 h 3341254"/>
              <a:gd name="connsiteX7917" fmla="*/ 5880026 w 6545688"/>
              <a:gd name="connsiteY7917" fmla="*/ 1260954 h 3341254"/>
              <a:gd name="connsiteX7918" fmla="*/ 5893475 w 6545688"/>
              <a:gd name="connsiteY7918" fmla="*/ 1260954 h 3341254"/>
              <a:gd name="connsiteX7919" fmla="*/ 5894320 w 6545688"/>
              <a:gd name="connsiteY7919" fmla="*/ 1261415 h 3341254"/>
              <a:gd name="connsiteX7920" fmla="*/ 5901007 w 6545688"/>
              <a:gd name="connsiteY7920" fmla="*/ 1273021 h 3341254"/>
              <a:gd name="connsiteX7921" fmla="*/ 5901007 w 6545688"/>
              <a:gd name="connsiteY7921" fmla="*/ 1273941 h 3341254"/>
              <a:gd name="connsiteX7922" fmla="*/ 5894245 w 6545688"/>
              <a:gd name="connsiteY7922" fmla="*/ 1285547 h 3341254"/>
              <a:gd name="connsiteX7923" fmla="*/ 5893397 w 6545688"/>
              <a:gd name="connsiteY7923" fmla="*/ 1286008 h 3341254"/>
              <a:gd name="connsiteX7924" fmla="*/ 5879948 w 6545688"/>
              <a:gd name="connsiteY7924" fmla="*/ 1286008 h 3341254"/>
              <a:gd name="connsiteX7925" fmla="*/ 5879104 w 6545688"/>
              <a:gd name="connsiteY7925" fmla="*/ 1285547 h 3341254"/>
              <a:gd name="connsiteX7926" fmla="*/ 5872417 w 6545688"/>
              <a:gd name="connsiteY7926" fmla="*/ 1273941 h 3341254"/>
              <a:gd name="connsiteX7927" fmla="*/ 5872417 w 6545688"/>
              <a:gd name="connsiteY7927" fmla="*/ 1273021 h 3341254"/>
              <a:gd name="connsiteX7928" fmla="*/ 5879179 w 6545688"/>
              <a:gd name="connsiteY7928" fmla="*/ 1261415 h 3341254"/>
              <a:gd name="connsiteX7929" fmla="*/ 5880026 w 6545688"/>
              <a:gd name="connsiteY7929" fmla="*/ 1260954 h 3341254"/>
              <a:gd name="connsiteX7930" fmla="*/ 2036759 w 6545688"/>
              <a:gd name="connsiteY7930" fmla="*/ 1259032 h 3341254"/>
              <a:gd name="connsiteX7931" fmla="*/ 2052284 w 6545688"/>
              <a:gd name="connsiteY7931" fmla="*/ 1259032 h 3341254"/>
              <a:gd name="connsiteX7932" fmla="*/ 2053206 w 6545688"/>
              <a:gd name="connsiteY7932" fmla="*/ 1259569 h 3341254"/>
              <a:gd name="connsiteX7933" fmla="*/ 2060969 w 6545688"/>
              <a:gd name="connsiteY7933" fmla="*/ 1273021 h 3341254"/>
              <a:gd name="connsiteX7934" fmla="*/ 2060969 w 6545688"/>
              <a:gd name="connsiteY7934" fmla="*/ 1274095 h 3341254"/>
              <a:gd name="connsiteX7935" fmla="*/ 2053206 w 6545688"/>
              <a:gd name="connsiteY7935" fmla="*/ 1287546 h 3341254"/>
              <a:gd name="connsiteX7936" fmla="*/ 2052284 w 6545688"/>
              <a:gd name="connsiteY7936" fmla="*/ 1288083 h 3341254"/>
              <a:gd name="connsiteX7937" fmla="*/ 2036759 w 6545688"/>
              <a:gd name="connsiteY7937" fmla="*/ 1288083 h 3341254"/>
              <a:gd name="connsiteX7938" fmla="*/ 2035839 w 6545688"/>
              <a:gd name="connsiteY7938" fmla="*/ 1287546 h 3341254"/>
              <a:gd name="connsiteX7939" fmla="*/ 2028075 w 6545688"/>
              <a:gd name="connsiteY7939" fmla="*/ 1274095 h 3341254"/>
              <a:gd name="connsiteX7940" fmla="*/ 2028075 w 6545688"/>
              <a:gd name="connsiteY7940" fmla="*/ 1273021 h 3341254"/>
              <a:gd name="connsiteX7941" fmla="*/ 2035839 w 6545688"/>
              <a:gd name="connsiteY7941" fmla="*/ 1259569 h 3341254"/>
              <a:gd name="connsiteX7942" fmla="*/ 2036759 w 6545688"/>
              <a:gd name="connsiteY7942" fmla="*/ 1259032 h 3341254"/>
              <a:gd name="connsiteX7943" fmla="*/ 5329056 w 6545688"/>
              <a:gd name="connsiteY7943" fmla="*/ 1257035 h 3341254"/>
              <a:gd name="connsiteX7944" fmla="*/ 5346655 w 6545688"/>
              <a:gd name="connsiteY7944" fmla="*/ 1257035 h 3341254"/>
              <a:gd name="connsiteX7945" fmla="*/ 5347732 w 6545688"/>
              <a:gd name="connsiteY7945" fmla="*/ 1257650 h 3341254"/>
              <a:gd name="connsiteX7946" fmla="*/ 5356569 w 6545688"/>
              <a:gd name="connsiteY7946" fmla="*/ 1272945 h 3341254"/>
              <a:gd name="connsiteX7947" fmla="*/ 5356569 w 6545688"/>
              <a:gd name="connsiteY7947" fmla="*/ 1274173 h 3341254"/>
              <a:gd name="connsiteX7948" fmla="*/ 5347732 w 6545688"/>
              <a:gd name="connsiteY7948" fmla="*/ 1289467 h 3341254"/>
              <a:gd name="connsiteX7949" fmla="*/ 5346655 w 6545688"/>
              <a:gd name="connsiteY7949" fmla="*/ 1290083 h 3341254"/>
              <a:gd name="connsiteX7950" fmla="*/ 5329056 w 6545688"/>
              <a:gd name="connsiteY7950" fmla="*/ 1290083 h 3341254"/>
              <a:gd name="connsiteX7951" fmla="*/ 5327980 w 6545688"/>
              <a:gd name="connsiteY7951" fmla="*/ 1289467 h 3341254"/>
              <a:gd name="connsiteX7952" fmla="*/ 5319142 w 6545688"/>
              <a:gd name="connsiteY7952" fmla="*/ 1274173 h 3341254"/>
              <a:gd name="connsiteX7953" fmla="*/ 5319142 w 6545688"/>
              <a:gd name="connsiteY7953" fmla="*/ 1272945 h 3341254"/>
              <a:gd name="connsiteX7954" fmla="*/ 5327980 w 6545688"/>
              <a:gd name="connsiteY7954" fmla="*/ 1257650 h 3341254"/>
              <a:gd name="connsiteX7955" fmla="*/ 5329056 w 6545688"/>
              <a:gd name="connsiteY7955" fmla="*/ 1257035 h 3341254"/>
              <a:gd name="connsiteX7956" fmla="*/ 3954204 w 6545688"/>
              <a:gd name="connsiteY7956" fmla="*/ 1252038 h 3341254"/>
              <a:gd name="connsiteX7957" fmla="*/ 3977184 w 6545688"/>
              <a:gd name="connsiteY7957" fmla="*/ 1252038 h 3341254"/>
              <a:gd name="connsiteX7958" fmla="*/ 3978569 w 6545688"/>
              <a:gd name="connsiteY7958" fmla="*/ 1252883 h 3341254"/>
              <a:gd name="connsiteX7959" fmla="*/ 3990020 w 6545688"/>
              <a:gd name="connsiteY7959" fmla="*/ 1272789 h 3341254"/>
              <a:gd name="connsiteX7960" fmla="*/ 3990020 w 6545688"/>
              <a:gd name="connsiteY7960" fmla="*/ 1274403 h 3341254"/>
              <a:gd name="connsiteX7961" fmla="*/ 3978491 w 6545688"/>
              <a:gd name="connsiteY7961" fmla="*/ 1294309 h 3341254"/>
              <a:gd name="connsiteX7962" fmla="*/ 3977108 w 6545688"/>
              <a:gd name="connsiteY7962" fmla="*/ 1295154 h 3341254"/>
              <a:gd name="connsiteX7963" fmla="*/ 3954129 w 6545688"/>
              <a:gd name="connsiteY7963" fmla="*/ 1295154 h 3341254"/>
              <a:gd name="connsiteX7964" fmla="*/ 3952744 w 6545688"/>
              <a:gd name="connsiteY7964" fmla="*/ 1294309 h 3341254"/>
              <a:gd name="connsiteX7965" fmla="*/ 3941295 w 6545688"/>
              <a:gd name="connsiteY7965" fmla="*/ 1274403 h 3341254"/>
              <a:gd name="connsiteX7966" fmla="*/ 3941295 w 6545688"/>
              <a:gd name="connsiteY7966" fmla="*/ 1272789 h 3341254"/>
              <a:gd name="connsiteX7967" fmla="*/ 3952822 w 6545688"/>
              <a:gd name="connsiteY7967" fmla="*/ 1252883 h 3341254"/>
              <a:gd name="connsiteX7968" fmla="*/ 3954204 w 6545688"/>
              <a:gd name="connsiteY7968" fmla="*/ 1252038 h 3341254"/>
              <a:gd name="connsiteX7969" fmla="*/ 18901 w 6545688"/>
              <a:gd name="connsiteY7969" fmla="*/ 1248964 h 3341254"/>
              <a:gd name="connsiteX7970" fmla="*/ 45182 w 6545688"/>
              <a:gd name="connsiteY7970" fmla="*/ 1248964 h 3341254"/>
              <a:gd name="connsiteX7971" fmla="*/ 46800 w 6545688"/>
              <a:gd name="connsiteY7971" fmla="*/ 1249887 h 3341254"/>
              <a:gd name="connsiteX7972" fmla="*/ 59945 w 6545688"/>
              <a:gd name="connsiteY7972" fmla="*/ 1272635 h 3341254"/>
              <a:gd name="connsiteX7973" fmla="*/ 59945 w 6545688"/>
              <a:gd name="connsiteY7973" fmla="*/ 1274480 h 3341254"/>
              <a:gd name="connsiteX7974" fmla="*/ 46800 w 6545688"/>
              <a:gd name="connsiteY7974" fmla="*/ 1297229 h 3341254"/>
              <a:gd name="connsiteX7975" fmla="*/ 45182 w 6545688"/>
              <a:gd name="connsiteY7975" fmla="*/ 1298151 h 3341254"/>
              <a:gd name="connsiteX7976" fmla="*/ 18901 w 6545688"/>
              <a:gd name="connsiteY7976" fmla="*/ 1298151 h 3341254"/>
              <a:gd name="connsiteX7977" fmla="*/ 17285 w 6545688"/>
              <a:gd name="connsiteY7977" fmla="*/ 1297229 h 3341254"/>
              <a:gd name="connsiteX7978" fmla="*/ 4140 w 6545688"/>
              <a:gd name="connsiteY7978" fmla="*/ 1274480 h 3341254"/>
              <a:gd name="connsiteX7979" fmla="*/ 4140 w 6545688"/>
              <a:gd name="connsiteY7979" fmla="*/ 1272635 h 3341254"/>
              <a:gd name="connsiteX7980" fmla="*/ 17285 w 6545688"/>
              <a:gd name="connsiteY7980" fmla="*/ 1249887 h 3341254"/>
              <a:gd name="connsiteX7981" fmla="*/ 18901 w 6545688"/>
              <a:gd name="connsiteY7981" fmla="*/ 1248964 h 3341254"/>
              <a:gd name="connsiteX7982" fmla="*/ 3860442 w 6545688"/>
              <a:gd name="connsiteY7982" fmla="*/ 1247812 h 3341254"/>
              <a:gd name="connsiteX7983" fmla="*/ 3887956 w 6545688"/>
              <a:gd name="connsiteY7983" fmla="*/ 1247812 h 3341254"/>
              <a:gd name="connsiteX7984" fmla="*/ 3889645 w 6545688"/>
              <a:gd name="connsiteY7984" fmla="*/ 1248811 h 3341254"/>
              <a:gd name="connsiteX7985" fmla="*/ 3903404 w 6545688"/>
              <a:gd name="connsiteY7985" fmla="*/ 1272635 h 3341254"/>
              <a:gd name="connsiteX7986" fmla="*/ 3903404 w 6545688"/>
              <a:gd name="connsiteY7986" fmla="*/ 1274556 h 3341254"/>
              <a:gd name="connsiteX7987" fmla="*/ 3889645 w 6545688"/>
              <a:gd name="connsiteY7987" fmla="*/ 1298383 h 3341254"/>
              <a:gd name="connsiteX7988" fmla="*/ 3887956 w 6545688"/>
              <a:gd name="connsiteY7988" fmla="*/ 1299382 h 3341254"/>
              <a:gd name="connsiteX7989" fmla="*/ 3860442 w 6545688"/>
              <a:gd name="connsiteY7989" fmla="*/ 1299382 h 3341254"/>
              <a:gd name="connsiteX7990" fmla="*/ 3858751 w 6545688"/>
              <a:gd name="connsiteY7990" fmla="*/ 1298383 h 3341254"/>
              <a:gd name="connsiteX7991" fmla="*/ 3844994 w 6545688"/>
              <a:gd name="connsiteY7991" fmla="*/ 1274556 h 3341254"/>
              <a:gd name="connsiteX7992" fmla="*/ 3844994 w 6545688"/>
              <a:gd name="connsiteY7992" fmla="*/ 1272635 h 3341254"/>
              <a:gd name="connsiteX7993" fmla="*/ 3858751 w 6545688"/>
              <a:gd name="connsiteY7993" fmla="*/ 1248811 h 3341254"/>
              <a:gd name="connsiteX7994" fmla="*/ 3860442 w 6545688"/>
              <a:gd name="connsiteY7994" fmla="*/ 1247812 h 3341254"/>
              <a:gd name="connsiteX7995" fmla="*/ 2224516 w 6545688"/>
              <a:gd name="connsiteY7995" fmla="*/ 1188711 h 3341254"/>
              <a:gd name="connsiteX7996" fmla="*/ 2230511 w 6545688"/>
              <a:gd name="connsiteY7996" fmla="*/ 1188711 h 3341254"/>
              <a:gd name="connsiteX7997" fmla="*/ 2230895 w 6545688"/>
              <a:gd name="connsiteY7997" fmla="*/ 1188941 h 3341254"/>
              <a:gd name="connsiteX7998" fmla="*/ 2233892 w 6545688"/>
              <a:gd name="connsiteY7998" fmla="*/ 1194091 h 3341254"/>
              <a:gd name="connsiteX7999" fmla="*/ 2233892 w 6545688"/>
              <a:gd name="connsiteY7999" fmla="*/ 1194475 h 3341254"/>
              <a:gd name="connsiteX8000" fmla="*/ 2230895 w 6545688"/>
              <a:gd name="connsiteY8000" fmla="*/ 1199624 h 3341254"/>
              <a:gd name="connsiteX8001" fmla="*/ 2230511 w 6545688"/>
              <a:gd name="connsiteY8001" fmla="*/ 1199855 h 3341254"/>
              <a:gd name="connsiteX8002" fmla="*/ 2224516 w 6545688"/>
              <a:gd name="connsiteY8002" fmla="*/ 1199855 h 3341254"/>
              <a:gd name="connsiteX8003" fmla="*/ 2224132 w 6545688"/>
              <a:gd name="connsiteY8003" fmla="*/ 1199624 h 3341254"/>
              <a:gd name="connsiteX8004" fmla="*/ 2221134 w 6545688"/>
              <a:gd name="connsiteY8004" fmla="*/ 1194475 h 3341254"/>
              <a:gd name="connsiteX8005" fmla="*/ 2221134 w 6545688"/>
              <a:gd name="connsiteY8005" fmla="*/ 1194091 h 3341254"/>
              <a:gd name="connsiteX8006" fmla="*/ 2224132 w 6545688"/>
              <a:gd name="connsiteY8006" fmla="*/ 1188941 h 3341254"/>
              <a:gd name="connsiteX8007" fmla="*/ 2224516 w 6545688"/>
              <a:gd name="connsiteY8007" fmla="*/ 1188711 h 3341254"/>
              <a:gd name="connsiteX8008" fmla="*/ 1858458 w 6545688"/>
              <a:gd name="connsiteY8008" fmla="*/ 1188403 h 3341254"/>
              <a:gd name="connsiteX8009" fmla="*/ 1864761 w 6545688"/>
              <a:gd name="connsiteY8009" fmla="*/ 1188403 h 3341254"/>
              <a:gd name="connsiteX8010" fmla="*/ 1865144 w 6545688"/>
              <a:gd name="connsiteY8010" fmla="*/ 1188633 h 3341254"/>
              <a:gd name="connsiteX8011" fmla="*/ 1868296 w 6545688"/>
              <a:gd name="connsiteY8011" fmla="*/ 1194091 h 3341254"/>
              <a:gd name="connsiteX8012" fmla="*/ 1868296 w 6545688"/>
              <a:gd name="connsiteY8012" fmla="*/ 1194553 h 3341254"/>
              <a:gd name="connsiteX8013" fmla="*/ 1865144 w 6545688"/>
              <a:gd name="connsiteY8013" fmla="*/ 1200009 h 3341254"/>
              <a:gd name="connsiteX8014" fmla="*/ 1864761 w 6545688"/>
              <a:gd name="connsiteY8014" fmla="*/ 1200239 h 3341254"/>
              <a:gd name="connsiteX8015" fmla="*/ 1858458 w 6545688"/>
              <a:gd name="connsiteY8015" fmla="*/ 1200239 h 3341254"/>
              <a:gd name="connsiteX8016" fmla="*/ 1858074 w 6545688"/>
              <a:gd name="connsiteY8016" fmla="*/ 1200009 h 3341254"/>
              <a:gd name="connsiteX8017" fmla="*/ 1854923 w 6545688"/>
              <a:gd name="connsiteY8017" fmla="*/ 1194553 h 3341254"/>
              <a:gd name="connsiteX8018" fmla="*/ 1854923 w 6545688"/>
              <a:gd name="connsiteY8018" fmla="*/ 1194091 h 3341254"/>
              <a:gd name="connsiteX8019" fmla="*/ 1858074 w 6545688"/>
              <a:gd name="connsiteY8019" fmla="*/ 1188633 h 3341254"/>
              <a:gd name="connsiteX8020" fmla="*/ 1858458 w 6545688"/>
              <a:gd name="connsiteY8020" fmla="*/ 1188403 h 3341254"/>
              <a:gd name="connsiteX8021" fmla="*/ 2407199 w 6545688"/>
              <a:gd name="connsiteY8021" fmla="*/ 1188096 h 3341254"/>
              <a:gd name="connsiteX8022" fmla="*/ 2413732 w 6545688"/>
              <a:gd name="connsiteY8022" fmla="*/ 1188096 h 3341254"/>
              <a:gd name="connsiteX8023" fmla="*/ 2414115 w 6545688"/>
              <a:gd name="connsiteY8023" fmla="*/ 1188327 h 3341254"/>
              <a:gd name="connsiteX8024" fmla="*/ 2417421 w 6545688"/>
              <a:gd name="connsiteY8024" fmla="*/ 1194013 h 3341254"/>
              <a:gd name="connsiteX8025" fmla="*/ 2417421 w 6545688"/>
              <a:gd name="connsiteY8025" fmla="*/ 1194475 h 3341254"/>
              <a:gd name="connsiteX8026" fmla="*/ 2414115 w 6545688"/>
              <a:gd name="connsiteY8026" fmla="*/ 1200163 h 3341254"/>
              <a:gd name="connsiteX8027" fmla="*/ 2413732 w 6545688"/>
              <a:gd name="connsiteY8027" fmla="*/ 1200393 h 3341254"/>
              <a:gd name="connsiteX8028" fmla="*/ 2407199 w 6545688"/>
              <a:gd name="connsiteY8028" fmla="*/ 1200393 h 3341254"/>
              <a:gd name="connsiteX8029" fmla="*/ 2406816 w 6545688"/>
              <a:gd name="connsiteY8029" fmla="*/ 1200163 h 3341254"/>
              <a:gd name="connsiteX8030" fmla="*/ 2403510 w 6545688"/>
              <a:gd name="connsiteY8030" fmla="*/ 1194475 h 3341254"/>
              <a:gd name="connsiteX8031" fmla="*/ 2403510 w 6545688"/>
              <a:gd name="connsiteY8031" fmla="*/ 1194013 h 3341254"/>
              <a:gd name="connsiteX8032" fmla="*/ 2406816 w 6545688"/>
              <a:gd name="connsiteY8032" fmla="*/ 1188327 h 3341254"/>
              <a:gd name="connsiteX8033" fmla="*/ 2407199 w 6545688"/>
              <a:gd name="connsiteY8033" fmla="*/ 1188096 h 3341254"/>
              <a:gd name="connsiteX8034" fmla="*/ 2315512 w 6545688"/>
              <a:gd name="connsiteY8034" fmla="*/ 1187712 h 3341254"/>
              <a:gd name="connsiteX8035" fmla="*/ 2322506 w 6545688"/>
              <a:gd name="connsiteY8035" fmla="*/ 1187712 h 3341254"/>
              <a:gd name="connsiteX8036" fmla="*/ 2322967 w 6545688"/>
              <a:gd name="connsiteY8036" fmla="*/ 1187942 h 3341254"/>
              <a:gd name="connsiteX8037" fmla="*/ 2326502 w 6545688"/>
              <a:gd name="connsiteY8037" fmla="*/ 1194013 h 3341254"/>
              <a:gd name="connsiteX8038" fmla="*/ 2326502 w 6545688"/>
              <a:gd name="connsiteY8038" fmla="*/ 1194475 h 3341254"/>
              <a:gd name="connsiteX8039" fmla="*/ 2322967 w 6545688"/>
              <a:gd name="connsiteY8039" fmla="*/ 1200546 h 3341254"/>
              <a:gd name="connsiteX8040" fmla="*/ 2322506 w 6545688"/>
              <a:gd name="connsiteY8040" fmla="*/ 1200778 h 3341254"/>
              <a:gd name="connsiteX8041" fmla="*/ 2315512 w 6545688"/>
              <a:gd name="connsiteY8041" fmla="*/ 1200778 h 3341254"/>
              <a:gd name="connsiteX8042" fmla="*/ 2315051 w 6545688"/>
              <a:gd name="connsiteY8042" fmla="*/ 1200546 h 3341254"/>
              <a:gd name="connsiteX8043" fmla="*/ 2311515 w 6545688"/>
              <a:gd name="connsiteY8043" fmla="*/ 1194475 h 3341254"/>
              <a:gd name="connsiteX8044" fmla="*/ 2311515 w 6545688"/>
              <a:gd name="connsiteY8044" fmla="*/ 1194013 h 3341254"/>
              <a:gd name="connsiteX8045" fmla="*/ 2315051 w 6545688"/>
              <a:gd name="connsiteY8045" fmla="*/ 1187942 h 3341254"/>
              <a:gd name="connsiteX8046" fmla="*/ 2315512 w 6545688"/>
              <a:gd name="connsiteY8046" fmla="*/ 1187712 h 3341254"/>
              <a:gd name="connsiteX8047" fmla="*/ 1766617 w 6545688"/>
              <a:gd name="connsiteY8047" fmla="*/ 1187712 h 3341254"/>
              <a:gd name="connsiteX8048" fmla="*/ 1773611 w 6545688"/>
              <a:gd name="connsiteY8048" fmla="*/ 1187712 h 3341254"/>
              <a:gd name="connsiteX8049" fmla="*/ 1774072 w 6545688"/>
              <a:gd name="connsiteY8049" fmla="*/ 1187942 h 3341254"/>
              <a:gd name="connsiteX8050" fmla="*/ 1777607 w 6545688"/>
              <a:gd name="connsiteY8050" fmla="*/ 1194013 h 3341254"/>
              <a:gd name="connsiteX8051" fmla="*/ 1777607 w 6545688"/>
              <a:gd name="connsiteY8051" fmla="*/ 1194475 h 3341254"/>
              <a:gd name="connsiteX8052" fmla="*/ 1774072 w 6545688"/>
              <a:gd name="connsiteY8052" fmla="*/ 1200546 h 3341254"/>
              <a:gd name="connsiteX8053" fmla="*/ 1773611 w 6545688"/>
              <a:gd name="connsiteY8053" fmla="*/ 1200778 h 3341254"/>
              <a:gd name="connsiteX8054" fmla="*/ 1766617 w 6545688"/>
              <a:gd name="connsiteY8054" fmla="*/ 1200778 h 3341254"/>
              <a:gd name="connsiteX8055" fmla="*/ 1766155 w 6545688"/>
              <a:gd name="connsiteY8055" fmla="*/ 1200546 h 3341254"/>
              <a:gd name="connsiteX8056" fmla="*/ 1762620 w 6545688"/>
              <a:gd name="connsiteY8056" fmla="*/ 1194475 h 3341254"/>
              <a:gd name="connsiteX8057" fmla="*/ 1762620 w 6545688"/>
              <a:gd name="connsiteY8057" fmla="*/ 1194013 h 3341254"/>
              <a:gd name="connsiteX8058" fmla="*/ 1766155 w 6545688"/>
              <a:gd name="connsiteY8058" fmla="*/ 1187942 h 3341254"/>
              <a:gd name="connsiteX8059" fmla="*/ 1766617 w 6545688"/>
              <a:gd name="connsiteY8059" fmla="*/ 1187712 h 3341254"/>
              <a:gd name="connsiteX8060" fmla="*/ 2040526 w 6545688"/>
              <a:gd name="connsiteY8060" fmla="*/ 1186712 h 3341254"/>
              <a:gd name="connsiteX8061" fmla="*/ 2048595 w 6545688"/>
              <a:gd name="connsiteY8061" fmla="*/ 1186712 h 3341254"/>
              <a:gd name="connsiteX8062" fmla="*/ 2049056 w 6545688"/>
              <a:gd name="connsiteY8062" fmla="*/ 1187019 h 3341254"/>
              <a:gd name="connsiteX8063" fmla="*/ 2053052 w 6545688"/>
              <a:gd name="connsiteY8063" fmla="*/ 1194013 h 3341254"/>
              <a:gd name="connsiteX8064" fmla="*/ 2053052 w 6545688"/>
              <a:gd name="connsiteY8064" fmla="*/ 1194551 h 3341254"/>
              <a:gd name="connsiteX8065" fmla="*/ 2048978 w 6545688"/>
              <a:gd name="connsiteY8065" fmla="*/ 1201545 h 3341254"/>
              <a:gd name="connsiteX8066" fmla="*/ 2048517 w 6545688"/>
              <a:gd name="connsiteY8066" fmla="*/ 1201852 h 3341254"/>
              <a:gd name="connsiteX8067" fmla="*/ 2040448 w 6545688"/>
              <a:gd name="connsiteY8067" fmla="*/ 1201852 h 3341254"/>
              <a:gd name="connsiteX8068" fmla="*/ 2039987 w 6545688"/>
              <a:gd name="connsiteY8068" fmla="*/ 1201545 h 3341254"/>
              <a:gd name="connsiteX8069" fmla="*/ 2035990 w 6545688"/>
              <a:gd name="connsiteY8069" fmla="*/ 1194551 h 3341254"/>
              <a:gd name="connsiteX8070" fmla="*/ 2035990 w 6545688"/>
              <a:gd name="connsiteY8070" fmla="*/ 1194013 h 3341254"/>
              <a:gd name="connsiteX8071" fmla="*/ 2040065 w 6545688"/>
              <a:gd name="connsiteY8071" fmla="*/ 1187019 h 3341254"/>
              <a:gd name="connsiteX8072" fmla="*/ 2040526 w 6545688"/>
              <a:gd name="connsiteY8072" fmla="*/ 1186712 h 3341254"/>
              <a:gd name="connsiteX8073" fmla="*/ 6156780 w 6545688"/>
              <a:gd name="connsiteY8073" fmla="*/ 1186021 h 3341254"/>
              <a:gd name="connsiteX8074" fmla="*/ 6165617 w 6545688"/>
              <a:gd name="connsiteY8074" fmla="*/ 1186021 h 3341254"/>
              <a:gd name="connsiteX8075" fmla="*/ 6166154 w 6545688"/>
              <a:gd name="connsiteY8075" fmla="*/ 1186328 h 3341254"/>
              <a:gd name="connsiteX8076" fmla="*/ 6170537 w 6545688"/>
              <a:gd name="connsiteY8076" fmla="*/ 1193938 h 3341254"/>
              <a:gd name="connsiteX8077" fmla="*/ 6170537 w 6545688"/>
              <a:gd name="connsiteY8077" fmla="*/ 1194551 h 3341254"/>
              <a:gd name="connsiteX8078" fmla="*/ 6166154 w 6545688"/>
              <a:gd name="connsiteY8078" fmla="*/ 1202160 h 3341254"/>
              <a:gd name="connsiteX8079" fmla="*/ 6165617 w 6545688"/>
              <a:gd name="connsiteY8079" fmla="*/ 1202468 h 3341254"/>
              <a:gd name="connsiteX8080" fmla="*/ 6156780 w 6545688"/>
              <a:gd name="connsiteY8080" fmla="*/ 1202468 h 3341254"/>
              <a:gd name="connsiteX8081" fmla="*/ 6156243 w 6545688"/>
              <a:gd name="connsiteY8081" fmla="*/ 1202160 h 3341254"/>
              <a:gd name="connsiteX8082" fmla="*/ 6151860 w 6545688"/>
              <a:gd name="connsiteY8082" fmla="*/ 1194551 h 3341254"/>
              <a:gd name="connsiteX8083" fmla="*/ 6151860 w 6545688"/>
              <a:gd name="connsiteY8083" fmla="*/ 1193938 h 3341254"/>
              <a:gd name="connsiteX8084" fmla="*/ 6156243 w 6545688"/>
              <a:gd name="connsiteY8084" fmla="*/ 1186328 h 3341254"/>
              <a:gd name="connsiteX8085" fmla="*/ 6156780 w 6545688"/>
              <a:gd name="connsiteY8085" fmla="*/ 1186021 h 3341254"/>
              <a:gd name="connsiteX8086" fmla="*/ 5699186 w 6545688"/>
              <a:gd name="connsiteY8086" fmla="*/ 1185791 h 3341254"/>
              <a:gd name="connsiteX8087" fmla="*/ 5708334 w 6545688"/>
              <a:gd name="connsiteY8087" fmla="*/ 1185791 h 3341254"/>
              <a:gd name="connsiteX8088" fmla="*/ 5708871 w 6545688"/>
              <a:gd name="connsiteY8088" fmla="*/ 1186099 h 3341254"/>
              <a:gd name="connsiteX8089" fmla="*/ 5713407 w 6545688"/>
              <a:gd name="connsiteY8089" fmla="*/ 1194015 h 3341254"/>
              <a:gd name="connsiteX8090" fmla="*/ 5713407 w 6545688"/>
              <a:gd name="connsiteY8090" fmla="*/ 1194629 h 3341254"/>
              <a:gd name="connsiteX8091" fmla="*/ 5708871 w 6545688"/>
              <a:gd name="connsiteY8091" fmla="*/ 1202545 h 3341254"/>
              <a:gd name="connsiteX8092" fmla="*/ 5708334 w 6545688"/>
              <a:gd name="connsiteY8092" fmla="*/ 1202853 h 3341254"/>
              <a:gd name="connsiteX8093" fmla="*/ 5699186 w 6545688"/>
              <a:gd name="connsiteY8093" fmla="*/ 1202853 h 3341254"/>
              <a:gd name="connsiteX8094" fmla="*/ 5698649 w 6545688"/>
              <a:gd name="connsiteY8094" fmla="*/ 1202545 h 3341254"/>
              <a:gd name="connsiteX8095" fmla="*/ 5694115 w 6545688"/>
              <a:gd name="connsiteY8095" fmla="*/ 1194629 h 3341254"/>
              <a:gd name="connsiteX8096" fmla="*/ 5694115 w 6545688"/>
              <a:gd name="connsiteY8096" fmla="*/ 1194015 h 3341254"/>
              <a:gd name="connsiteX8097" fmla="*/ 5698649 w 6545688"/>
              <a:gd name="connsiteY8097" fmla="*/ 1186099 h 3341254"/>
              <a:gd name="connsiteX8098" fmla="*/ 5699186 w 6545688"/>
              <a:gd name="connsiteY8098" fmla="*/ 1185791 h 3341254"/>
              <a:gd name="connsiteX8099" fmla="*/ 5333205 w 6545688"/>
              <a:gd name="connsiteY8099" fmla="*/ 1185483 h 3341254"/>
              <a:gd name="connsiteX8100" fmla="*/ 5342583 w 6545688"/>
              <a:gd name="connsiteY8100" fmla="*/ 1185483 h 3341254"/>
              <a:gd name="connsiteX8101" fmla="*/ 5343120 w 6545688"/>
              <a:gd name="connsiteY8101" fmla="*/ 1185791 h 3341254"/>
              <a:gd name="connsiteX8102" fmla="*/ 5347808 w 6545688"/>
              <a:gd name="connsiteY8102" fmla="*/ 1193938 h 3341254"/>
              <a:gd name="connsiteX8103" fmla="*/ 5347808 w 6545688"/>
              <a:gd name="connsiteY8103" fmla="*/ 1194629 h 3341254"/>
              <a:gd name="connsiteX8104" fmla="*/ 5343120 w 6545688"/>
              <a:gd name="connsiteY8104" fmla="*/ 1202775 h 3341254"/>
              <a:gd name="connsiteX8105" fmla="*/ 5342583 w 6545688"/>
              <a:gd name="connsiteY8105" fmla="*/ 1203083 h 3341254"/>
              <a:gd name="connsiteX8106" fmla="*/ 5333205 w 6545688"/>
              <a:gd name="connsiteY8106" fmla="*/ 1203083 h 3341254"/>
              <a:gd name="connsiteX8107" fmla="*/ 5332667 w 6545688"/>
              <a:gd name="connsiteY8107" fmla="*/ 1202775 h 3341254"/>
              <a:gd name="connsiteX8108" fmla="*/ 5327980 w 6545688"/>
              <a:gd name="connsiteY8108" fmla="*/ 1194629 h 3341254"/>
              <a:gd name="connsiteX8109" fmla="*/ 5327980 w 6545688"/>
              <a:gd name="connsiteY8109" fmla="*/ 1193938 h 3341254"/>
              <a:gd name="connsiteX8110" fmla="*/ 5332667 w 6545688"/>
              <a:gd name="connsiteY8110" fmla="*/ 1185791 h 3341254"/>
              <a:gd name="connsiteX8111" fmla="*/ 5333205 w 6545688"/>
              <a:gd name="connsiteY8111" fmla="*/ 1185483 h 3341254"/>
              <a:gd name="connsiteX8112" fmla="*/ 5881872 w 6545688"/>
              <a:gd name="connsiteY8112" fmla="*/ 1185022 h 3341254"/>
              <a:gd name="connsiteX8113" fmla="*/ 5891708 w 6545688"/>
              <a:gd name="connsiteY8113" fmla="*/ 1185022 h 3341254"/>
              <a:gd name="connsiteX8114" fmla="*/ 5892323 w 6545688"/>
              <a:gd name="connsiteY8114" fmla="*/ 1185406 h 3341254"/>
              <a:gd name="connsiteX8115" fmla="*/ 5897242 w 6545688"/>
              <a:gd name="connsiteY8115" fmla="*/ 1193938 h 3341254"/>
              <a:gd name="connsiteX8116" fmla="*/ 5897242 w 6545688"/>
              <a:gd name="connsiteY8116" fmla="*/ 1194629 h 3341254"/>
              <a:gd name="connsiteX8117" fmla="*/ 5892323 w 6545688"/>
              <a:gd name="connsiteY8117" fmla="*/ 1203161 h 3341254"/>
              <a:gd name="connsiteX8118" fmla="*/ 5891708 w 6545688"/>
              <a:gd name="connsiteY8118" fmla="*/ 1203544 h 3341254"/>
              <a:gd name="connsiteX8119" fmla="*/ 5881872 w 6545688"/>
              <a:gd name="connsiteY8119" fmla="*/ 1203544 h 3341254"/>
              <a:gd name="connsiteX8120" fmla="*/ 5881256 w 6545688"/>
              <a:gd name="connsiteY8120" fmla="*/ 1203161 h 3341254"/>
              <a:gd name="connsiteX8121" fmla="*/ 5876337 w 6545688"/>
              <a:gd name="connsiteY8121" fmla="*/ 1194629 h 3341254"/>
              <a:gd name="connsiteX8122" fmla="*/ 5876337 w 6545688"/>
              <a:gd name="connsiteY8122" fmla="*/ 1193938 h 3341254"/>
              <a:gd name="connsiteX8123" fmla="*/ 5881256 w 6545688"/>
              <a:gd name="connsiteY8123" fmla="*/ 1185406 h 3341254"/>
              <a:gd name="connsiteX8124" fmla="*/ 5881872 w 6545688"/>
              <a:gd name="connsiteY8124" fmla="*/ 1185022 h 3341254"/>
              <a:gd name="connsiteX8125" fmla="*/ 5790031 w 6545688"/>
              <a:gd name="connsiteY8125" fmla="*/ 1184483 h 3341254"/>
              <a:gd name="connsiteX8126" fmla="*/ 5800482 w 6545688"/>
              <a:gd name="connsiteY8126" fmla="*/ 1184483 h 3341254"/>
              <a:gd name="connsiteX8127" fmla="*/ 5801097 w 6545688"/>
              <a:gd name="connsiteY8127" fmla="*/ 1184866 h 3341254"/>
              <a:gd name="connsiteX8128" fmla="*/ 5806324 w 6545688"/>
              <a:gd name="connsiteY8128" fmla="*/ 1193936 h 3341254"/>
              <a:gd name="connsiteX8129" fmla="*/ 5806324 w 6545688"/>
              <a:gd name="connsiteY8129" fmla="*/ 1194705 h 3341254"/>
              <a:gd name="connsiteX8130" fmla="*/ 5801097 w 6545688"/>
              <a:gd name="connsiteY8130" fmla="*/ 1203774 h 3341254"/>
              <a:gd name="connsiteX8131" fmla="*/ 5800482 w 6545688"/>
              <a:gd name="connsiteY8131" fmla="*/ 1204157 h 3341254"/>
              <a:gd name="connsiteX8132" fmla="*/ 5790031 w 6545688"/>
              <a:gd name="connsiteY8132" fmla="*/ 1204157 h 3341254"/>
              <a:gd name="connsiteX8133" fmla="*/ 5789416 w 6545688"/>
              <a:gd name="connsiteY8133" fmla="*/ 1203774 h 3341254"/>
              <a:gd name="connsiteX8134" fmla="*/ 5784189 w 6545688"/>
              <a:gd name="connsiteY8134" fmla="*/ 1194705 h 3341254"/>
              <a:gd name="connsiteX8135" fmla="*/ 5784189 w 6545688"/>
              <a:gd name="connsiteY8135" fmla="*/ 1193936 h 3341254"/>
              <a:gd name="connsiteX8136" fmla="*/ 5789416 w 6545688"/>
              <a:gd name="connsiteY8136" fmla="*/ 1184866 h 3341254"/>
              <a:gd name="connsiteX8137" fmla="*/ 5790031 w 6545688"/>
              <a:gd name="connsiteY8137" fmla="*/ 1184483 h 3341254"/>
              <a:gd name="connsiteX8138" fmla="*/ 6064170 w 6545688"/>
              <a:gd name="connsiteY8138" fmla="*/ 1183946 h 3341254"/>
              <a:gd name="connsiteX8139" fmla="*/ 6075236 w 6545688"/>
              <a:gd name="connsiteY8139" fmla="*/ 1183946 h 3341254"/>
              <a:gd name="connsiteX8140" fmla="*/ 6075927 w 6545688"/>
              <a:gd name="connsiteY8140" fmla="*/ 1184329 h 3341254"/>
              <a:gd name="connsiteX8141" fmla="*/ 6081464 w 6545688"/>
              <a:gd name="connsiteY8141" fmla="*/ 1193938 h 3341254"/>
              <a:gd name="connsiteX8142" fmla="*/ 6081464 w 6545688"/>
              <a:gd name="connsiteY8142" fmla="*/ 1194705 h 3341254"/>
              <a:gd name="connsiteX8143" fmla="*/ 6075927 w 6545688"/>
              <a:gd name="connsiteY8143" fmla="*/ 1204313 h 3341254"/>
              <a:gd name="connsiteX8144" fmla="*/ 6075236 w 6545688"/>
              <a:gd name="connsiteY8144" fmla="*/ 1204696 h 3341254"/>
              <a:gd name="connsiteX8145" fmla="*/ 6064170 w 6545688"/>
              <a:gd name="connsiteY8145" fmla="*/ 1204696 h 3341254"/>
              <a:gd name="connsiteX8146" fmla="*/ 6063479 w 6545688"/>
              <a:gd name="connsiteY8146" fmla="*/ 1204313 h 3341254"/>
              <a:gd name="connsiteX8147" fmla="*/ 6057944 w 6545688"/>
              <a:gd name="connsiteY8147" fmla="*/ 1194705 h 3341254"/>
              <a:gd name="connsiteX8148" fmla="*/ 6057944 w 6545688"/>
              <a:gd name="connsiteY8148" fmla="*/ 1193938 h 3341254"/>
              <a:gd name="connsiteX8149" fmla="*/ 6063479 w 6545688"/>
              <a:gd name="connsiteY8149" fmla="*/ 1184329 h 3341254"/>
              <a:gd name="connsiteX8150" fmla="*/ 6064170 w 6545688"/>
              <a:gd name="connsiteY8150" fmla="*/ 1183946 h 3341254"/>
              <a:gd name="connsiteX8151" fmla="*/ 5972175 w 6545688"/>
              <a:gd name="connsiteY8151" fmla="*/ 1182793 h 3341254"/>
              <a:gd name="connsiteX8152" fmla="*/ 5984396 w 6545688"/>
              <a:gd name="connsiteY8152" fmla="*/ 1182793 h 3341254"/>
              <a:gd name="connsiteX8153" fmla="*/ 5985164 w 6545688"/>
              <a:gd name="connsiteY8153" fmla="*/ 1183255 h 3341254"/>
              <a:gd name="connsiteX8154" fmla="*/ 5991312 w 6545688"/>
              <a:gd name="connsiteY8154" fmla="*/ 1193860 h 3341254"/>
              <a:gd name="connsiteX8155" fmla="*/ 5991312 w 6545688"/>
              <a:gd name="connsiteY8155" fmla="*/ 1194706 h 3341254"/>
              <a:gd name="connsiteX8156" fmla="*/ 5985164 w 6545688"/>
              <a:gd name="connsiteY8156" fmla="*/ 1205312 h 3341254"/>
              <a:gd name="connsiteX8157" fmla="*/ 5984396 w 6545688"/>
              <a:gd name="connsiteY8157" fmla="*/ 1205773 h 3341254"/>
              <a:gd name="connsiteX8158" fmla="*/ 5972175 w 6545688"/>
              <a:gd name="connsiteY8158" fmla="*/ 1205773 h 3341254"/>
              <a:gd name="connsiteX8159" fmla="*/ 5971406 w 6545688"/>
              <a:gd name="connsiteY8159" fmla="*/ 1205312 h 3341254"/>
              <a:gd name="connsiteX8160" fmla="*/ 5965258 w 6545688"/>
              <a:gd name="connsiteY8160" fmla="*/ 1194706 h 3341254"/>
              <a:gd name="connsiteX8161" fmla="*/ 5965258 w 6545688"/>
              <a:gd name="connsiteY8161" fmla="*/ 1193860 h 3341254"/>
              <a:gd name="connsiteX8162" fmla="*/ 5971406 w 6545688"/>
              <a:gd name="connsiteY8162" fmla="*/ 1183255 h 3341254"/>
              <a:gd name="connsiteX8163" fmla="*/ 5972175 w 6545688"/>
              <a:gd name="connsiteY8163" fmla="*/ 1182793 h 3341254"/>
              <a:gd name="connsiteX8164" fmla="*/ 1946840 w 6545688"/>
              <a:gd name="connsiteY8164" fmla="*/ 1182562 h 3341254"/>
              <a:gd name="connsiteX8165" fmla="*/ 1959368 w 6545688"/>
              <a:gd name="connsiteY8165" fmla="*/ 1182562 h 3341254"/>
              <a:gd name="connsiteX8166" fmla="*/ 1960135 w 6545688"/>
              <a:gd name="connsiteY8166" fmla="*/ 1183023 h 3341254"/>
              <a:gd name="connsiteX8167" fmla="*/ 1966438 w 6545688"/>
              <a:gd name="connsiteY8167" fmla="*/ 1193860 h 3341254"/>
              <a:gd name="connsiteX8168" fmla="*/ 1966438 w 6545688"/>
              <a:gd name="connsiteY8168" fmla="*/ 1194782 h 3341254"/>
              <a:gd name="connsiteX8169" fmla="*/ 1960135 w 6545688"/>
              <a:gd name="connsiteY8169" fmla="*/ 1205617 h 3341254"/>
              <a:gd name="connsiteX8170" fmla="*/ 1959368 w 6545688"/>
              <a:gd name="connsiteY8170" fmla="*/ 1206079 h 3341254"/>
              <a:gd name="connsiteX8171" fmla="*/ 1946840 w 6545688"/>
              <a:gd name="connsiteY8171" fmla="*/ 1206079 h 3341254"/>
              <a:gd name="connsiteX8172" fmla="*/ 1946071 w 6545688"/>
              <a:gd name="connsiteY8172" fmla="*/ 1205617 h 3341254"/>
              <a:gd name="connsiteX8173" fmla="*/ 1939769 w 6545688"/>
              <a:gd name="connsiteY8173" fmla="*/ 1194782 h 3341254"/>
              <a:gd name="connsiteX8174" fmla="*/ 1939769 w 6545688"/>
              <a:gd name="connsiteY8174" fmla="*/ 1193860 h 3341254"/>
              <a:gd name="connsiteX8175" fmla="*/ 1946071 w 6545688"/>
              <a:gd name="connsiteY8175" fmla="*/ 1183023 h 3341254"/>
              <a:gd name="connsiteX8176" fmla="*/ 1946840 w 6545688"/>
              <a:gd name="connsiteY8176" fmla="*/ 1182562 h 3341254"/>
              <a:gd name="connsiteX8177" fmla="*/ 2129293 w 6545688"/>
              <a:gd name="connsiteY8177" fmla="*/ 1181717 h 3341254"/>
              <a:gd name="connsiteX8178" fmla="*/ 2142742 w 6545688"/>
              <a:gd name="connsiteY8178" fmla="*/ 1181717 h 3341254"/>
              <a:gd name="connsiteX8179" fmla="*/ 2143587 w 6545688"/>
              <a:gd name="connsiteY8179" fmla="*/ 1182178 h 3341254"/>
              <a:gd name="connsiteX8180" fmla="*/ 2150274 w 6545688"/>
              <a:gd name="connsiteY8180" fmla="*/ 1193784 h 3341254"/>
              <a:gd name="connsiteX8181" fmla="*/ 2150274 w 6545688"/>
              <a:gd name="connsiteY8181" fmla="*/ 1194705 h 3341254"/>
              <a:gd name="connsiteX8182" fmla="*/ 2143511 w 6545688"/>
              <a:gd name="connsiteY8182" fmla="*/ 1206310 h 3341254"/>
              <a:gd name="connsiteX8183" fmla="*/ 2142665 w 6545688"/>
              <a:gd name="connsiteY8183" fmla="*/ 1206772 h 3341254"/>
              <a:gd name="connsiteX8184" fmla="*/ 2129215 w 6545688"/>
              <a:gd name="connsiteY8184" fmla="*/ 1206772 h 3341254"/>
              <a:gd name="connsiteX8185" fmla="*/ 2128371 w 6545688"/>
              <a:gd name="connsiteY8185" fmla="*/ 1206310 h 3341254"/>
              <a:gd name="connsiteX8186" fmla="*/ 2121684 w 6545688"/>
              <a:gd name="connsiteY8186" fmla="*/ 1194705 h 3341254"/>
              <a:gd name="connsiteX8187" fmla="*/ 2121684 w 6545688"/>
              <a:gd name="connsiteY8187" fmla="*/ 1193784 h 3341254"/>
              <a:gd name="connsiteX8188" fmla="*/ 2128447 w 6545688"/>
              <a:gd name="connsiteY8188" fmla="*/ 1182178 h 3341254"/>
              <a:gd name="connsiteX8189" fmla="*/ 2129293 w 6545688"/>
              <a:gd name="connsiteY8189" fmla="*/ 1181717 h 3341254"/>
              <a:gd name="connsiteX8190" fmla="*/ 5513276 w 6545688"/>
              <a:gd name="connsiteY8190" fmla="*/ 1180025 h 3341254"/>
              <a:gd name="connsiteX8191" fmla="*/ 5528494 w 6545688"/>
              <a:gd name="connsiteY8191" fmla="*/ 1180025 h 3341254"/>
              <a:gd name="connsiteX8192" fmla="*/ 5529415 w 6545688"/>
              <a:gd name="connsiteY8192" fmla="*/ 1180562 h 3341254"/>
              <a:gd name="connsiteX8193" fmla="*/ 5537024 w 6545688"/>
              <a:gd name="connsiteY8193" fmla="*/ 1193782 h 3341254"/>
              <a:gd name="connsiteX8194" fmla="*/ 5537024 w 6545688"/>
              <a:gd name="connsiteY8194" fmla="*/ 1194858 h 3341254"/>
              <a:gd name="connsiteX8195" fmla="*/ 5529415 w 6545688"/>
              <a:gd name="connsiteY8195" fmla="*/ 1208078 h 3341254"/>
              <a:gd name="connsiteX8196" fmla="*/ 5528494 w 6545688"/>
              <a:gd name="connsiteY8196" fmla="*/ 1208615 h 3341254"/>
              <a:gd name="connsiteX8197" fmla="*/ 5513276 w 6545688"/>
              <a:gd name="connsiteY8197" fmla="*/ 1208615 h 3341254"/>
              <a:gd name="connsiteX8198" fmla="*/ 5512354 w 6545688"/>
              <a:gd name="connsiteY8198" fmla="*/ 1208078 h 3341254"/>
              <a:gd name="connsiteX8199" fmla="*/ 5504745 w 6545688"/>
              <a:gd name="connsiteY8199" fmla="*/ 1194858 h 3341254"/>
              <a:gd name="connsiteX8200" fmla="*/ 5504745 w 6545688"/>
              <a:gd name="connsiteY8200" fmla="*/ 1193782 h 3341254"/>
              <a:gd name="connsiteX8201" fmla="*/ 5512354 w 6545688"/>
              <a:gd name="connsiteY8201" fmla="*/ 1180562 h 3341254"/>
              <a:gd name="connsiteX8202" fmla="*/ 5513276 w 6545688"/>
              <a:gd name="connsiteY8202" fmla="*/ 1180025 h 3341254"/>
              <a:gd name="connsiteX8203" fmla="*/ 5421589 w 6545688"/>
              <a:gd name="connsiteY8203" fmla="*/ 1179718 h 3341254"/>
              <a:gd name="connsiteX8204" fmla="*/ 5437114 w 6545688"/>
              <a:gd name="connsiteY8204" fmla="*/ 1179718 h 3341254"/>
              <a:gd name="connsiteX8205" fmla="*/ 5438035 w 6545688"/>
              <a:gd name="connsiteY8205" fmla="*/ 1180255 h 3341254"/>
              <a:gd name="connsiteX8206" fmla="*/ 5445798 w 6545688"/>
              <a:gd name="connsiteY8206" fmla="*/ 1193706 h 3341254"/>
              <a:gd name="connsiteX8207" fmla="*/ 5445798 w 6545688"/>
              <a:gd name="connsiteY8207" fmla="*/ 1194780 h 3341254"/>
              <a:gd name="connsiteX8208" fmla="*/ 5438035 w 6545688"/>
              <a:gd name="connsiteY8208" fmla="*/ 1208232 h 3341254"/>
              <a:gd name="connsiteX8209" fmla="*/ 5437114 w 6545688"/>
              <a:gd name="connsiteY8209" fmla="*/ 1208769 h 3341254"/>
              <a:gd name="connsiteX8210" fmla="*/ 5421589 w 6545688"/>
              <a:gd name="connsiteY8210" fmla="*/ 1208769 h 3341254"/>
              <a:gd name="connsiteX8211" fmla="*/ 5420665 w 6545688"/>
              <a:gd name="connsiteY8211" fmla="*/ 1208232 h 3341254"/>
              <a:gd name="connsiteX8212" fmla="*/ 5412904 w 6545688"/>
              <a:gd name="connsiteY8212" fmla="*/ 1194780 h 3341254"/>
              <a:gd name="connsiteX8213" fmla="*/ 5412904 w 6545688"/>
              <a:gd name="connsiteY8213" fmla="*/ 1193706 h 3341254"/>
              <a:gd name="connsiteX8214" fmla="*/ 5420665 w 6545688"/>
              <a:gd name="connsiteY8214" fmla="*/ 1180255 h 3341254"/>
              <a:gd name="connsiteX8215" fmla="*/ 5421589 w 6545688"/>
              <a:gd name="connsiteY8215" fmla="*/ 1179718 h 3341254"/>
              <a:gd name="connsiteX8216" fmla="*/ 4138885 w 6545688"/>
              <a:gd name="connsiteY8216" fmla="*/ 1176107 h 3341254"/>
              <a:gd name="connsiteX8217" fmla="*/ 4158330 w 6545688"/>
              <a:gd name="connsiteY8217" fmla="*/ 1176107 h 3341254"/>
              <a:gd name="connsiteX8218" fmla="*/ 4159482 w 6545688"/>
              <a:gd name="connsiteY8218" fmla="*/ 1176798 h 3341254"/>
              <a:gd name="connsiteX8219" fmla="*/ 4169167 w 6545688"/>
              <a:gd name="connsiteY8219" fmla="*/ 1193630 h 3341254"/>
              <a:gd name="connsiteX8220" fmla="*/ 4169167 w 6545688"/>
              <a:gd name="connsiteY8220" fmla="*/ 1195012 h 3341254"/>
              <a:gd name="connsiteX8221" fmla="*/ 4159482 w 6545688"/>
              <a:gd name="connsiteY8221" fmla="*/ 1211844 h 3341254"/>
              <a:gd name="connsiteX8222" fmla="*/ 4158330 w 6545688"/>
              <a:gd name="connsiteY8222" fmla="*/ 1212535 h 3341254"/>
              <a:gd name="connsiteX8223" fmla="*/ 4138885 w 6545688"/>
              <a:gd name="connsiteY8223" fmla="*/ 1212535 h 3341254"/>
              <a:gd name="connsiteX8224" fmla="*/ 4137733 w 6545688"/>
              <a:gd name="connsiteY8224" fmla="*/ 1211844 h 3341254"/>
              <a:gd name="connsiteX8225" fmla="*/ 4128048 w 6545688"/>
              <a:gd name="connsiteY8225" fmla="*/ 1195012 h 3341254"/>
              <a:gd name="connsiteX8226" fmla="*/ 4128048 w 6545688"/>
              <a:gd name="connsiteY8226" fmla="*/ 1193630 h 3341254"/>
              <a:gd name="connsiteX8227" fmla="*/ 4137733 w 6545688"/>
              <a:gd name="connsiteY8227" fmla="*/ 1176798 h 3341254"/>
              <a:gd name="connsiteX8228" fmla="*/ 4138885 w 6545688"/>
              <a:gd name="connsiteY8228" fmla="*/ 1176107 h 3341254"/>
              <a:gd name="connsiteX8229" fmla="*/ 3859827 w 6545688"/>
              <a:gd name="connsiteY8229" fmla="*/ 1167423 h 3341254"/>
              <a:gd name="connsiteX8230" fmla="*/ 3888493 w 6545688"/>
              <a:gd name="connsiteY8230" fmla="*/ 1167423 h 3341254"/>
              <a:gd name="connsiteX8231" fmla="*/ 3890260 w 6545688"/>
              <a:gd name="connsiteY8231" fmla="*/ 1168421 h 3341254"/>
              <a:gd name="connsiteX8232" fmla="*/ 3904556 w 6545688"/>
              <a:gd name="connsiteY8232" fmla="*/ 1193246 h 3341254"/>
              <a:gd name="connsiteX8233" fmla="*/ 3904556 w 6545688"/>
              <a:gd name="connsiteY8233" fmla="*/ 1195244 h 3341254"/>
              <a:gd name="connsiteX8234" fmla="*/ 3890185 w 6545688"/>
              <a:gd name="connsiteY8234" fmla="*/ 1220069 h 3341254"/>
              <a:gd name="connsiteX8235" fmla="*/ 3888417 w 6545688"/>
              <a:gd name="connsiteY8235" fmla="*/ 1221067 h 3341254"/>
              <a:gd name="connsiteX8236" fmla="*/ 3859749 w 6545688"/>
              <a:gd name="connsiteY8236" fmla="*/ 1221067 h 3341254"/>
              <a:gd name="connsiteX8237" fmla="*/ 3857982 w 6545688"/>
              <a:gd name="connsiteY8237" fmla="*/ 1220069 h 3341254"/>
              <a:gd name="connsiteX8238" fmla="*/ 3843688 w 6545688"/>
              <a:gd name="connsiteY8238" fmla="*/ 1195244 h 3341254"/>
              <a:gd name="connsiteX8239" fmla="*/ 3843688 w 6545688"/>
              <a:gd name="connsiteY8239" fmla="*/ 1193246 h 3341254"/>
              <a:gd name="connsiteX8240" fmla="*/ 3858059 w 6545688"/>
              <a:gd name="connsiteY8240" fmla="*/ 1168421 h 3341254"/>
              <a:gd name="connsiteX8241" fmla="*/ 3859827 w 6545688"/>
              <a:gd name="connsiteY8241" fmla="*/ 1167423 h 3341254"/>
              <a:gd name="connsiteX8242" fmla="*/ 2498657 w 6545688"/>
              <a:gd name="connsiteY8242" fmla="*/ 1108705 h 3341254"/>
              <a:gd name="connsiteX8243" fmla="*/ 2505341 w 6545688"/>
              <a:gd name="connsiteY8243" fmla="*/ 1108705 h 3341254"/>
              <a:gd name="connsiteX8244" fmla="*/ 2505727 w 6545688"/>
              <a:gd name="connsiteY8244" fmla="*/ 1108935 h 3341254"/>
              <a:gd name="connsiteX8245" fmla="*/ 2509108 w 6545688"/>
              <a:gd name="connsiteY8245" fmla="*/ 1114777 h 3341254"/>
              <a:gd name="connsiteX8246" fmla="*/ 2509108 w 6545688"/>
              <a:gd name="connsiteY8246" fmla="*/ 1115238 h 3341254"/>
              <a:gd name="connsiteX8247" fmla="*/ 2505727 w 6545688"/>
              <a:gd name="connsiteY8247" fmla="*/ 1121080 h 3341254"/>
              <a:gd name="connsiteX8248" fmla="*/ 2505341 w 6545688"/>
              <a:gd name="connsiteY8248" fmla="*/ 1121310 h 3341254"/>
              <a:gd name="connsiteX8249" fmla="*/ 2498657 w 6545688"/>
              <a:gd name="connsiteY8249" fmla="*/ 1121310 h 3341254"/>
              <a:gd name="connsiteX8250" fmla="*/ 2498271 w 6545688"/>
              <a:gd name="connsiteY8250" fmla="*/ 1121080 h 3341254"/>
              <a:gd name="connsiteX8251" fmla="*/ 2494890 w 6545688"/>
              <a:gd name="connsiteY8251" fmla="*/ 1115238 h 3341254"/>
              <a:gd name="connsiteX8252" fmla="*/ 2494890 w 6545688"/>
              <a:gd name="connsiteY8252" fmla="*/ 1114777 h 3341254"/>
              <a:gd name="connsiteX8253" fmla="*/ 2498271 w 6545688"/>
              <a:gd name="connsiteY8253" fmla="*/ 1108935 h 3341254"/>
              <a:gd name="connsiteX8254" fmla="*/ 2498657 w 6545688"/>
              <a:gd name="connsiteY8254" fmla="*/ 1108705 h 3341254"/>
              <a:gd name="connsiteX8255" fmla="*/ 1857613 w 6545688"/>
              <a:gd name="connsiteY8255" fmla="*/ 1107553 h 3341254"/>
              <a:gd name="connsiteX8256" fmla="*/ 1865528 w 6545688"/>
              <a:gd name="connsiteY8256" fmla="*/ 1107553 h 3341254"/>
              <a:gd name="connsiteX8257" fmla="*/ 1865989 w 6545688"/>
              <a:gd name="connsiteY8257" fmla="*/ 1107860 h 3341254"/>
              <a:gd name="connsiteX8258" fmla="*/ 1869910 w 6545688"/>
              <a:gd name="connsiteY8258" fmla="*/ 1114701 h 3341254"/>
              <a:gd name="connsiteX8259" fmla="*/ 1869910 w 6545688"/>
              <a:gd name="connsiteY8259" fmla="*/ 1115238 h 3341254"/>
              <a:gd name="connsiteX8260" fmla="*/ 1865913 w 6545688"/>
              <a:gd name="connsiteY8260" fmla="*/ 1122078 h 3341254"/>
              <a:gd name="connsiteX8261" fmla="*/ 1865452 w 6545688"/>
              <a:gd name="connsiteY8261" fmla="*/ 1122386 h 3341254"/>
              <a:gd name="connsiteX8262" fmla="*/ 1857535 w 6545688"/>
              <a:gd name="connsiteY8262" fmla="*/ 1122386 h 3341254"/>
              <a:gd name="connsiteX8263" fmla="*/ 1857075 w 6545688"/>
              <a:gd name="connsiteY8263" fmla="*/ 1122078 h 3341254"/>
              <a:gd name="connsiteX8264" fmla="*/ 1853155 w 6545688"/>
              <a:gd name="connsiteY8264" fmla="*/ 1115238 h 3341254"/>
              <a:gd name="connsiteX8265" fmla="*/ 1853155 w 6545688"/>
              <a:gd name="connsiteY8265" fmla="*/ 1114701 h 3341254"/>
              <a:gd name="connsiteX8266" fmla="*/ 1857151 w 6545688"/>
              <a:gd name="connsiteY8266" fmla="*/ 1107860 h 3341254"/>
              <a:gd name="connsiteX8267" fmla="*/ 1857613 w 6545688"/>
              <a:gd name="connsiteY8267" fmla="*/ 1107553 h 3341254"/>
              <a:gd name="connsiteX8268" fmla="*/ 2405969 w 6545688"/>
              <a:gd name="connsiteY8268" fmla="*/ 1106630 h 3341254"/>
              <a:gd name="connsiteX8269" fmla="*/ 2414962 w 6545688"/>
              <a:gd name="connsiteY8269" fmla="*/ 1106630 h 3341254"/>
              <a:gd name="connsiteX8270" fmla="*/ 2415499 w 6545688"/>
              <a:gd name="connsiteY8270" fmla="*/ 1106938 h 3341254"/>
              <a:gd name="connsiteX8271" fmla="*/ 2419957 w 6545688"/>
              <a:gd name="connsiteY8271" fmla="*/ 1114699 h 3341254"/>
              <a:gd name="connsiteX8272" fmla="*/ 2419957 w 6545688"/>
              <a:gd name="connsiteY8272" fmla="*/ 1115314 h 3341254"/>
              <a:gd name="connsiteX8273" fmla="*/ 2415499 w 6545688"/>
              <a:gd name="connsiteY8273" fmla="*/ 1123077 h 3341254"/>
              <a:gd name="connsiteX8274" fmla="*/ 2414962 w 6545688"/>
              <a:gd name="connsiteY8274" fmla="*/ 1123385 h 3341254"/>
              <a:gd name="connsiteX8275" fmla="*/ 2405969 w 6545688"/>
              <a:gd name="connsiteY8275" fmla="*/ 1123385 h 3341254"/>
              <a:gd name="connsiteX8276" fmla="*/ 2405432 w 6545688"/>
              <a:gd name="connsiteY8276" fmla="*/ 1123077 h 3341254"/>
              <a:gd name="connsiteX8277" fmla="*/ 2400974 w 6545688"/>
              <a:gd name="connsiteY8277" fmla="*/ 1115314 h 3341254"/>
              <a:gd name="connsiteX8278" fmla="*/ 2400974 w 6545688"/>
              <a:gd name="connsiteY8278" fmla="*/ 1114699 h 3341254"/>
              <a:gd name="connsiteX8279" fmla="*/ 2405432 w 6545688"/>
              <a:gd name="connsiteY8279" fmla="*/ 1106938 h 3341254"/>
              <a:gd name="connsiteX8280" fmla="*/ 2405969 w 6545688"/>
              <a:gd name="connsiteY8280" fmla="*/ 1106630 h 3341254"/>
              <a:gd name="connsiteX8281" fmla="*/ 2314511 w 6545688"/>
              <a:gd name="connsiteY8281" fmla="*/ 1106630 h 3341254"/>
              <a:gd name="connsiteX8282" fmla="*/ 2323505 w 6545688"/>
              <a:gd name="connsiteY8282" fmla="*/ 1106630 h 3341254"/>
              <a:gd name="connsiteX8283" fmla="*/ 2324042 w 6545688"/>
              <a:gd name="connsiteY8283" fmla="*/ 1106938 h 3341254"/>
              <a:gd name="connsiteX8284" fmla="*/ 2328500 w 6545688"/>
              <a:gd name="connsiteY8284" fmla="*/ 1114699 h 3341254"/>
              <a:gd name="connsiteX8285" fmla="*/ 2328500 w 6545688"/>
              <a:gd name="connsiteY8285" fmla="*/ 1115314 h 3341254"/>
              <a:gd name="connsiteX8286" fmla="*/ 2324042 w 6545688"/>
              <a:gd name="connsiteY8286" fmla="*/ 1123077 h 3341254"/>
              <a:gd name="connsiteX8287" fmla="*/ 2323505 w 6545688"/>
              <a:gd name="connsiteY8287" fmla="*/ 1123385 h 3341254"/>
              <a:gd name="connsiteX8288" fmla="*/ 2314511 w 6545688"/>
              <a:gd name="connsiteY8288" fmla="*/ 1123385 h 3341254"/>
              <a:gd name="connsiteX8289" fmla="*/ 2313974 w 6545688"/>
              <a:gd name="connsiteY8289" fmla="*/ 1123077 h 3341254"/>
              <a:gd name="connsiteX8290" fmla="*/ 2309516 w 6545688"/>
              <a:gd name="connsiteY8290" fmla="*/ 1115314 h 3341254"/>
              <a:gd name="connsiteX8291" fmla="*/ 2309516 w 6545688"/>
              <a:gd name="connsiteY8291" fmla="*/ 1114699 h 3341254"/>
              <a:gd name="connsiteX8292" fmla="*/ 2313974 w 6545688"/>
              <a:gd name="connsiteY8292" fmla="*/ 1106938 h 3341254"/>
              <a:gd name="connsiteX8293" fmla="*/ 2314511 w 6545688"/>
              <a:gd name="connsiteY8293" fmla="*/ 1106630 h 3341254"/>
              <a:gd name="connsiteX8294" fmla="*/ 2039835 w 6545688"/>
              <a:gd name="connsiteY8294" fmla="*/ 1106015 h 3341254"/>
              <a:gd name="connsiteX8295" fmla="*/ 2049364 w 6545688"/>
              <a:gd name="connsiteY8295" fmla="*/ 1106015 h 3341254"/>
              <a:gd name="connsiteX8296" fmla="*/ 2049979 w 6545688"/>
              <a:gd name="connsiteY8296" fmla="*/ 1106323 h 3341254"/>
              <a:gd name="connsiteX8297" fmla="*/ 2054744 w 6545688"/>
              <a:gd name="connsiteY8297" fmla="*/ 1114623 h 3341254"/>
              <a:gd name="connsiteX8298" fmla="*/ 2054744 w 6545688"/>
              <a:gd name="connsiteY8298" fmla="*/ 1115314 h 3341254"/>
              <a:gd name="connsiteX8299" fmla="*/ 2049979 w 6545688"/>
              <a:gd name="connsiteY8299" fmla="*/ 1123614 h 3341254"/>
              <a:gd name="connsiteX8300" fmla="*/ 2049364 w 6545688"/>
              <a:gd name="connsiteY8300" fmla="*/ 1123922 h 3341254"/>
              <a:gd name="connsiteX8301" fmla="*/ 2039835 w 6545688"/>
              <a:gd name="connsiteY8301" fmla="*/ 1123922 h 3341254"/>
              <a:gd name="connsiteX8302" fmla="*/ 2039220 w 6545688"/>
              <a:gd name="connsiteY8302" fmla="*/ 1123614 h 3341254"/>
              <a:gd name="connsiteX8303" fmla="*/ 2034454 w 6545688"/>
              <a:gd name="connsiteY8303" fmla="*/ 1115314 h 3341254"/>
              <a:gd name="connsiteX8304" fmla="*/ 2034454 w 6545688"/>
              <a:gd name="connsiteY8304" fmla="*/ 1114623 h 3341254"/>
              <a:gd name="connsiteX8305" fmla="*/ 2039220 w 6545688"/>
              <a:gd name="connsiteY8305" fmla="*/ 1106323 h 3341254"/>
              <a:gd name="connsiteX8306" fmla="*/ 2039835 w 6545688"/>
              <a:gd name="connsiteY8306" fmla="*/ 1106015 h 3341254"/>
              <a:gd name="connsiteX8307" fmla="*/ 5973251 w 6545688"/>
              <a:gd name="connsiteY8307" fmla="*/ 1105632 h 3341254"/>
              <a:gd name="connsiteX8308" fmla="*/ 5983244 w 6545688"/>
              <a:gd name="connsiteY8308" fmla="*/ 1105632 h 3341254"/>
              <a:gd name="connsiteX8309" fmla="*/ 5983859 w 6545688"/>
              <a:gd name="connsiteY8309" fmla="*/ 1106015 h 3341254"/>
              <a:gd name="connsiteX8310" fmla="*/ 5988853 w 6545688"/>
              <a:gd name="connsiteY8310" fmla="*/ 1114701 h 3341254"/>
              <a:gd name="connsiteX8311" fmla="*/ 5988853 w 6545688"/>
              <a:gd name="connsiteY8311" fmla="*/ 1115392 h 3341254"/>
              <a:gd name="connsiteX8312" fmla="*/ 5983859 w 6545688"/>
              <a:gd name="connsiteY8312" fmla="*/ 1124076 h 3341254"/>
              <a:gd name="connsiteX8313" fmla="*/ 5983244 w 6545688"/>
              <a:gd name="connsiteY8313" fmla="*/ 1124461 h 3341254"/>
              <a:gd name="connsiteX8314" fmla="*/ 5973251 w 6545688"/>
              <a:gd name="connsiteY8314" fmla="*/ 1124461 h 3341254"/>
              <a:gd name="connsiteX8315" fmla="*/ 5972636 w 6545688"/>
              <a:gd name="connsiteY8315" fmla="*/ 1124076 h 3341254"/>
              <a:gd name="connsiteX8316" fmla="*/ 5967641 w 6545688"/>
              <a:gd name="connsiteY8316" fmla="*/ 1115392 h 3341254"/>
              <a:gd name="connsiteX8317" fmla="*/ 5967641 w 6545688"/>
              <a:gd name="connsiteY8317" fmla="*/ 1114701 h 3341254"/>
              <a:gd name="connsiteX8318" fmla="*/ 5972636 w 6545688"/>
              <a:gd name="connsiteY8318" fmla="*/ 1106015 h 3341254"/>
              <a:gd name="connsiteX8319" fmla="*/ 5973251 w 6545688"/>
              <a:gd name="connsiteY8319" fmla="*/ 1105632 h 3341254"/>
              <a:gd name="connsiteX8320" fmla="*/ 6064553 w 6545688"/>
              <a:gd name="connsiteY8320" fmla="*/ 1105324 h 3341254"/>
              <a:gd name="connsiteX8321" fmla="*/ 6074851 w 6545688"/>
              <a:gd name="connsiteY8321" fmla="*/ 1105324 h 3341254"/>
              <a:gd name="connsiteX8322" fmla="*/ 6075468 w 6545688"/>
              <a:gd name="connsiteY8322" fmla="*/ 1105707 h 3341254"/>
              <a:gd name="connsiteX8323" fmla="*/ 6080617 w 6545688"/>
              <a:gd name="connsiteY8323" fmla="*/ 1114623 h 3341254"/>
              <a:gd name="connsiteX8324" fmla="*/ 6080617 w 6545688"/>
              <a:gd name="connsiteY8324" fmla="*/ 1115316 h 3341254"/>
              <a:gd name="connsiteX8325" fmla="*/ 6075468 w 6545688"/>
              <a:gd name="connsiteY8325" fmla="*/ 1124229 h 3341254"/>
              <a:gd name="connsiteX8326" fmla="*/ 6074851 w 6545688"/>
              <a:gd name="connsiteY8326" fmla="*/ 1124615 h 3341254"/>
              <a:gd name="connsiteX8327" fmla="*/ 6064553 w 6545688"/>
              <a:gd name="connsiteY8327" fmla="*/ 1124615 h 3341254"/>
              <a:gd name="connsiteX8328" fmla="*/ 6063938 w 6545688"/>
              <a:gd name="connsiteY8328" fmla="*/ 1124229 h 3341254"/>
              <a:gd name="connsiteX8329" fmla="*/ 6058790 w 6545688"/>
              <a:gd name="connsiteY8329" fmla="*/ 1115316 h 3341254"/>
              <a:gd name="connsiteX8330" fmla="*/ 6058790 w 6545688"/>
              <a:gd name="connsiteY8330" fmla="*/ 1114623 h 3341254"/>
              <a:gd name="connsiteX8331" fmla="*/ 6063938 w 6545688"/>
              <a:gd name="connsiteY8331" fmla="*/ 1105707 h 3341254"/>
              <a:gd name="connsiteX8332" fmla="*/ 6064553 w 6545688"/>
              <a:gd name="connsiteY8332" fmla="*/ 1105324 h 3341254"/>
              <a:gd name="connsiteX8333" fmla="*/ 5790106 w 6545688"/>
              <a:gd name="connsiteY8333" fmla="*/ 1105324 h 3341254"/>
              <a:gd name="connsiteX8334" fmla="*/ 5800404 w 6545688"/>
              <a:gd name="connsiteY8334" fmla="*/ 1105324 h 3341254"/>
              <a:gd name="connsiteX8335" fmla="*/ 5801019 w 6545688"/>
              <a:gd name="connsiteY8335" fmla="*/ 1105707 h 3341254"/>
              <a:gd name="connsiteX8336" fmla="*/ 5806170 w 6545688"/>
              <a:gd name="connsiteY8336" fmla="*/ 1114623 h 3341254"/>
              <a:gd name="connsiteX8337" fmla="*/ 5806170 w 6545688"/>
              <a:gd name="connsiteY8337" fmla="*/ 1115316 h 3341254"/>
              <a:gd name="connsiteX8338" fmla="*/ 5801019 w 6545688"/>
              <a:gd name="connsiteY8338" fmla="*/ 1124229 h 3341254"/>
              <a:gd name="connsiteX8339" fmla="*/ 5800404 w 6545688"/>
              <a:gd name="connsiteY8339" fmla="*/ 1124615 h 3341254"/>
              <a:gd name="connsiteX8340" fmla="*/ 5790106 w 6545688"/>
              <a:gd name="connsiteY8340" fmla="*/ 1124615 h 3341254"/>
              <a:gd name="connsiteX8341" fmla="*/ 5789491 w 6545688"/>
              <a:gd name="connsiteY8341" fmla="*/ 1124229 h 3341254"/>
              <a:gd name="connsiteX8342" fmla="*/ 5784343 w 6545688"/>
              <a:gd name="connsiteY8342" fmla="*/ 1115316 h 3341254"/>
              <a:gd name="connsiteX8343" fmla="*/ 5784343 w 6545688"/>
              <a:gd name="connsiteY8343" fmla="*/ 1114623 h 3341254"/>
              <a:gd name="connsiteX8344" fmla="*/ 5789491 w 6545688"/>
              <a:gd name="connsiteY8344" fmla="*/ 1105707 h 3341254"/>
              <a:gd name="connsiteX8345" fmla="*/ 5790106 w 6545688"/>
              <a:gd name="connsiteY8345" fmla="*/ 1105324 h 3341254"/>
              <a:gd name="connsiteX8346" fmla="*/ 6155781 w 6545688"/>
              <a:gd name="connsiteY8346" fmla="*/ 1104785 h 3341254"/>
              <a:gd name="connsiteX8347" fmla="*/ 6166696 w 6545688"/>
              <a:gd name="connsiteY8347" fmla="*/ 1104785 h 3341254"/>
              <a:gd name="connsiteX8348" fmla="*/ 6167387 w 6545688"/>
              <a:gd name="connsiteY8348" fmla="*/ 1105168 h 3341254"/>
              <a:gd name="connsiteX8349" fmla="*/ 6172843 w 6545688"/>
              <a:gd name="connsiteY8349" fmla="*/ 1114623 h 3341254"/>
              <a:gd name="connsiteX8350" fmla="*/ 6172843 w 6545688"/>
              <a:gd name="connsiteY8350" fmla="*/ 1115390 h 3341254"/>
              <a:gd name="connsiteX8351" fmla="*/ 6167387 w 6545688"/>
              <a:gd name="connsiteY8351" fmla="*/ 1124845 h 3341254"/>
              <a:gd name="connsiteX8352" fmla="*/ 6166696 w 6545688"/>
              <a:gd name="connsiteY8352" fmla="*/ 1125228 h 3341254"/>
              <a:gd name="connsiteX8353" fmla="*/ 6155781 w 6545688"/>
              <a:gd name="connsiteY8353" fmla="*/ 1125228 h 3341254"/>
              <a:gd name="connsiteX8354" fmla="*/ 6155090 w 6545688"/>
              <a:gd name="connsiteY8354" fmla="*/ 1124845 h 3341254"/>
              <a:gd name="connsiteX8355" fmla="*/ 6149634 w 6545688"/>
              <a:gd name="connsiteY8355" fmla="*/ 1115390 h 3341254"/>
              <a:gd name="connsiteX8356" fmla="*/ 6149634 w 6545688"/>
              <a:gd name="connsiteY8356" fmla="*/ 1114623 h 3341254"/>
              <a:gd name="connsiteX8357" fmla="*/ 6155090 w 6545688"/>
              <a:gd name="connsiteY8357" fmla="*/ 1105168 h 3341254"/>
              <a:gd name="connsiteX8358" fmla="*/ 6155781 w 6545688"/>
              <a:gd name="connsiteY8358" fmla="*/ 1104785 h 3341254"/>
              <a:gd name="connsiteX8359" fmla="*/ 5332438 w 6545688"/>
              <a:gd name="connsiteY8359" fmla="*/ 1104785 h 3341254"/>
              <a:gd name="connsiteX8360" fmla="*/ 5343352 w 6545688"/>
              <a:gd name="connsiteY8360" fmla="*/ 1104785 h 3341254"/>
              <a:gd name="connsiteX8361" fmla="*/ 5344043 w 6545688"/>
              <a:gd name="connsiteY8361" fmla="*/ 1105168 h 3341254"/>
              <a:gd name="connsiteX8362" fmla="*/ 5349499 w 6545688"/>
              <a:gd name="connsiteY8362" fmla="*/ 1114623 h 3341254"/>
              <a:gd name="connsiteX8363" fmla="*/ 5349499 w 6545688"/>
              <a:gd name="connsiteY8363" fmla="*/ 1115390 h 3341254"/>
              <a:gd name="connsiteX8364" fmla="*/ 5344043 w 6545688"/>
              <a:gd name="connsiteY8364" fmla="*/ 1124845 h 3341254"/>
              <a:gd name="connsiteX8365" fmla="*/ 5343352 w 6545688"/>
              <a:gd name="connsiteY8365" fmla="*/ 1125228 h 3341254"/>
              <a:gd name="connsiteX8366" fmla="*/ 5332438 w 6545688"/>
              <a:gd name="connsiteY8366" fmla="*/ 1125228 h 3341254"/>
              <a:gd name="connsiteX8367" fmla="*/ 5331746 w 6545688"/>
              <a:gd name="connsiteY8367" fmla="*/ 1124845 h 3341254"/>
              <a:gd name="connsiteX8368" fmla="*/ 5326290 w 6545688"/>
              <a:gd name="connsiteY8368" fmla="*/ 1115390 h 3341254"/>
              <a:gd name="connsiteX8369" fmla="*/ 5326290 w 6545688"/>
              <a:gd name="connsiteY8369" fmla="*/ 1114623 h 3341254"/>
              <a:gd name="connsiteX8370" fmla="*/ 5331746 w 6545688"/>
              <a:gd name="connsiteY8370" fmla="*/ 1105168 h 3341254"/>
              <a:gd name="connsiteX8371" fmla="*/ 5332438 w 6545688"/>
              <a:gd name="connsiteY8371" fmla="*/ 1104785 h 3341254"/>
              <a:gd name="connsiteX8372" fmla="*/ 1947379 w 6545688"/>
              <a:gd name="connsiteY8372" fmla="*/ 1104401 h 3341254"/>
              <a:gd name="connsiteX8373" fmla="*/ 1958753 w 6545688"/>
              <a:gd name="connsiteY8373" fmla="*/ 1104401 h 3341254"/>
              <a:gd name="connsiteX8374" fmla="*/ 1959446 w 6545688"/>
              <a:gd name="connsiteY8374" fmla="*/ 1104785 h 3341254"/>
              <a:gd name="connsiteX8375" fmla="*/ 1965132 w 6545688"/>
              <a:gd name="connsiteY8375" fmla="*/ 1114623 h 3341254"/>
              <a:gd name="connsiteX8376" fmla="*/ 1965132 w 6545688"/>
              <a:gd name="connsiteY8376" fmla="*/ 1115392 h 3341254"/>
              <a:gd name="connsiteX8377" fmla="*/ 1959446 w 6545688"/>
              <a:gd name="connsiteY8377" fmla="*/ 1125228 h 3341254"/>
              <a:gd name="connsiteX8378" fmla="*/ 1958753 w 6545688"/>
              <a:gd name="connsiteY8378" fmla="*/ 1125614 h 3341254"/>
              <a:gd name="connsiteX8379" fmla="*/ 1947379 w 6545688"/>
              <a:gd name="connsiteY8379" fmla="*/ 1125614 h 3341254"/>
              <a:gd name="connsiteX8380" fmla="*/ 1946688 w 6545688"/>
              <a:gd name="connsiteY8380" fmla="*/ 1125228 h 3341254"/>
              <a:gd name="connsiteX8381" fmla="*/ 1941000 w 6545688"/>
              <a:gd name="connsiteY8381" fmla="*/ 1115392 h 3341254"/>
              <a:gd name="connsiteX8382" fmla="*/ 1941000 w 6545688"/>
              <a:gd name="connsiteY8382" fmla="*/ 1114623 h 3341254"/>
              <a:gd name="connsiteX8383" fmla="*/ 1946688 w 6545688"/>
              <a:gd name="connsiteY8383" fmla="*/ 1104785 h 3341254"/>
              <a:gd name="connsiteX8384" fmla="*/ 1947379 w 6545688"/>
              <a:gd name="connsiteY8384" fmla="*/ 1104401 h 3341254"/>
              <a:gd name="connsiteX8385" fmla="*/ 2221672 w 6545688"/>
              <a:gd name="connsiteY8385" fmla="*/ 1104094 h 3341254"/>
              <a:gd name="connsiteX8386" fmla="*/ 2233353 w 6545688"/>
              <a:gd name="connsiteY8386" fmla="*/ 1104094 h 3341254"/>
              <a:gd name="connsiteX8387" fmla="*/ 2234044 w 6545688"/>
              <a:gd name="connsiteY8387" fmla="*/ 1104477 h 3341254"/>
              <a:gd name="connsiteX8388" fmla="*/ 2239886 w 6545688"/>
              <a:gd name="connsiteY8388" fmla="*/ 1114547 h 3341254"/>
              <a:gd name="connsiteX8389" fmla="*/ 2239886 w 6545688"/>
              <a:gd name="connsiteY8389" fmla="*/ 1115392 h 3341254"/>
              <a:gd name="connsiteX8390" fmla="*/ 2234044 w 6545688"/>
              <a:gd name="connsiteY8390" fmla="*/ 1125460 h 3341254"/>
              <a:gd name="connsiteX8391" fmla="*/ 2233353 w 6545688"/>
              <a:gd name="connsiteY8391" fmla="*/ 1125843 h 3341254"/>
              <a:gd name="connsiteX8392" fmla="*/ 2221672 w 6545688"/>
              <a:gd name="connsiteY8392" fmla="*/ 1125843 h 3341254"/>
              <a:gd name="connsiteX8393" fmla="*/ 2220980 w 6545688"/>
              <a:gd name="connsiteY8393" fmla="*/ 1125460 h 3341254"/>
              <a:gd name="connsiteX8394" fmla="*/ 2215139 w 6545688"/>
              <a:gd name="connsiteY8394" fmla="*/ 1115392 h 3341254"/>
              <a:gd name="connsiteX8395" fmla="*/ 2215139 w 6545688"/>
              <a:gd name="connsiteY8395" fmla="*/ 1114547 h 3341254"/>
              <a:gd name="connsiteX8396" fmla="*/ 2220980 w 6545688"/>
              <a:gd name="connsiteY8396" fmla="*/ 1104477 h 3341254"/>
              <a:gd name="connsiteX8397" fmla="*/ 2221672 w 6545688"/>
              <a:gd name="connsiteY8397" fmla="*/ 1104094 h 3341254"/>
              <a:gd name="connsiteX8398" fmla="*/ 5880796 w 6545688"/>
              <a:gd name="connsiteY8398" fmla="*/ 1103786 h 3341254"/>
              <a:gd name="connsiteX8399" fmla="*/ 5892706 w 6545688"/>
              <a:gd name="connsiteY8399" fmla="*/ 1103786 h 3341254"/>
              <a:gd name="connsiteX8400" fmla="*/ 5893399 w 6545688"/>
              <a:gd name="connsiteY8400" fmla="*/ 1104170 h 3341254"/>
              <a:gd name="connsiteX8401" fmla="*/ 5899393 w 6545688"/>
              <a:gd name="connsiteY8401" fmla="*/ 1114545 h 3341254"/>
              <a:gd name="connsiteX8402" fmla="*/ 5899393 w 6545688"/>
              <a:gd name="connsiteY8402" fmla="*/ 1115392 h 3341254"/>
              <a:gd name="connsiteX8403" fmla="*/ 5893399 w 6545688"/>
              <a:gd name="connsiteY8403" fmla="*/ 1125767 h 3341254"/>
              <a:gd name="connsiteX8404" fmla="*/ 5892706 w 6545688"/>
              <a:gd name="connsiteY8404" fmla="*/ 1126151 h 3341254"/>
              <a:gd name="connsiteX8405" fmla="*/ 5880796 w 6545688"/>
              <a:gd name="connsiteY8405" fmla="*/ 1126151 h 3341254"/>
              <a:gd name="connsiteX8406" fmla="*/ 5880102 w 6545688"/>
              <a:gd name="connsiteY8406" fmla="*/ 1125767 h 3341254"/>
              <a:gd name="connsiteX8407" fmla="*/ 5874109 w 6545688"/>
              <a:gd name="connsiteY8407" fmla="*/ 1115392 h 3341254"/>
              <a:gd name="connsiteX8408" fmla="*/ 5874109 w 6545688"/>
              <a:gd name="connsiteY8408" fmla="*/ 1114545 h 3341254"/>
              <a:gd name="connsiteX8409" fmla="*/ 5880102 w 6545688"/>
              <a:gd name="connsiteY8409" fmla="*/ 1104170 h 3341254"/>
              <a:gd name="connsiteX8410" fmla="*/ 5880796 w 6545688"/>
              <a:gd name="connsiteY8410" fmla="*/ 1103786 h 3341254"/>
              <a:gd name="connsiteX8411" fmla="*/ 2129984 w 6545688"/>
              <a:gd name="connsiteY8411" fmla="*/ 1103710 h 3341254"/>
              <a:gd name="connsiteX8412" fmla="*/ 2142050 w 6545688"/>
              <a:gd name="connsiteY8412" fmla="*/ 1103710 h 3341254"/>
              <a:gd name="connsiteX8413" fmla="*/ 2142818 w 6545688"/>
              <a:gd name="connsiteY8413" fmla="*/ 1104172 h 3341254"/>
              <a:gd name="connsiteX8414" fmla="*/ 2148890 w 6545688"/>
              <a:gd name="connsiteY8414" fmla="*/ 1114623 h 3341254"/>
              <a:gd name="connsiteX8415" fmla="*/ 2148890 w 6545688"/>
              <a:gd name="connsiteY8415" fmla="*/ 1115470 h 3341254"/>
              <a:gd name="connsiteX8416" fmla="*/ 2142818 w 6545688"/>
              <a:gd name="connsiteY8416" fmla="*/ 1125921 h 3341254"/>
              <a:gd name="connsiteX8417" fmla="*/ 2142050 w 6545688"/>
              <a:gd name="connsiteY8417" fmla="*/ 1126382 h 3341254"/>
              <a:gd name="connsiteX8418" fmla="*/ 2129984 w 6545688"/>
              <a:gd name="connsiteY8418" fmla="*/ 1126382 h 3341254"/>
              <a:gd name="connsiteX8419" fmla="*/ 2129215 w 6545688"/>
              <a:gd name="connsiteY8419" fmla="*/ 1125921 h 3341254"/>
              <a:gd name="connsiteX8420" fmla="*/ 2123144 w 6545688"/>
              <a:gd name="connsiteY8420" fmla="*/ 1115470 h 3341254"/>
              <a:gd name="connsiteX8421" fmla="*/ 2123144 w 6545688"/>
              <a:gd name="connsiteY8421" fmla="*/ 1114623 h 3341254"/>
              <a:gd name="connsiteX8422" fmla="*/ 2129215 w 6545688"/>
              <a:gd name="connsiteY8422" fmla="*/ 1104172 h 3341254"/>
              <a:gd name="connsiteX8423" fmla="*/ 2129984 w 6545688"/>
              <a:gd name="connsiteY8423" fmla="*/ 1103710 h 3341254"/>
              <a:gd name="connsiteX8424" fmla="*/ 5420513 w 6545688"/>
              <a:gd name="connsiteY8424" fmla="*/ 1098330 h 3341254"/>
              <a:gd name="connsiteX8425" fmla="*/ 5438267 w 6545688"/>
              <a:gd name="connsiteY8425" fmla="*/ 1098330 h 3341254"/>
              <a:gd name="connsiteX8426" fmla="*/ 5439343 w 6545688"/>
              <a:gd name="connsiteY8426" fmla="*/ 1098945 h 3341254"/>
              <a:gd name="connsiteX8427" fmla="*/ 5448258 w 6545688"/>
              <a:gd name="connsiteY8427" fmla="*/ 1114315 h 3341254"/>
              <a:gd name="connsiteX8428" fmla="*/ 5448258 w 6545688"/>
              <a:gd name="connsiteY8428" fmla="*/ 1115546 h 3341254"/>
              <a:gd name="connsiteX8429" fmla="*/ 5439343 w 6545688"/>
              <a:gd name="connsiteY8429" fmla="*/ 1130916 h 3341254"/>
              <a:gd name="connsiteX8430" fmla="*/ 5438267 w 6545688"/>
              <a:gd name="connsiteY8430" fmla="*/ 1131531 h 3341254"/>
              <a:gd name="connsiteX8431" fmla="*/ 5420513 w 6545688"/>
              <a:gd name="connsiteY8431" fmla="*/ 1131531 h 3341254"/>
              <a:gd name="connsiteX8432" fmla="*/ 5419437 w 6545688"/>
              <a:gd name="connsiteY8432" fmla="*/ 1130916 h 3341254"/>
              <a:gd name="connsiteX8433" fmla="*/ 5410522 w 6545688"/>
              <a:gd name="connsiteY8433" fmla="*/ 1115546 h 3341254"/>
              <a:gd name="connsiteX8434" fmla="*/ 5410522 w 6545688"/>
              <a:gd name="connsiteY8434" fmla="*/ 1114315 h 3341254"/>
              <a:gd name="connsiteX8435" fmla="*/ 5419437 w 6545688"/>
              <a:gd name="connsiteY8435" fmla="*/ 1098945 h 3341254"/>
              <a:gd name="connsiteX8436" fmla="*/ 5420513 w 6545688"/>
              <a:gd name="connsiteY8436" fmla="*/ 1098330 h 3341254"/>
              <a:gd name="connsiteX8437" fmla="*/ 5602813 w 6545688"/>
              <a:gd name="connsiteY8437" fmla="*/ 1097253 h 3341254"/>
              <a:gd name="connsiteX8438" fmla="*/ 5621795 w 6545688"/>
              <a:gd name="connsiteY8438" fmla="*/ 1097253 h 3341254"/>
              <a:gd name="connsiteX8439" fmla="*/ 5622949 w 6545688"/>
              <a:gd name="connsiteY8439" fmla="*/ 1097944 h 3341254"/>
              <a:gd name="connsiteX8440" fmla="*/ 5632402 w 6545688"/>
              <a:gd name="connsiteY8440" fmla="*/ 1114391 h 3341254"/>
              <a:gd name="connsiteX8441" fmla="*/ 5632402 w 6545688"/>
              <a:gd name="connsiteY8441" fmla="*/ 1115698 h 3341254"/>
              <a:gd name="connsiteX8442" fmla="*/ 5622949 w 6545688"/>
              <a:gd name="connsiteY8442" fmla="*/ 1132144 h 3341254"/>
              <a:gd name="connsiteX8443" fmla="*/ 5621795 w 6545688"/>
              <a:gd name="connsiteY8443" fmla="*/ 1132837 h 3341254"/>
              <a:gd name="connsiteX8444" fmla="*/ 5602813 w 6545688"/>
              <a:gd name="connsiteY8444" fmla="*/ 1132837 h 3341254"/>
              <a:gd name="connsiteX8445" fmla="*/ 5601659 w 6545688"/>
              <a:gd name="connsiteY8445" fmla="*/ 1132144 h 3341254"/>
              <a:gd name="connsiteX8446" fmla="*/ 5592207 w 6545688"/>
              <a:gd name="connsiteY8446" fmla="*/ 1115698 h 3341254"/>
              <a:gd name="connsiteX8447" fmla="*/ 5592207 w 6545688"/>
              <a:gd name="connsiteY8447" fmla="*/ 1114391 h 3341254"/>
              <a:gd name="connsiteX8448" fmla="*/ 5601659 w 6545688"/>
              <a:gd name="connsiteY8448" fmla="*/ 1097944 h 3341254"/>
              <a:gd name="connsiteX8449" fmla="*/ 5602813 w 6545688"/>
              <a:gd name="connsiteY8449" fmla="*/ 1097253 h 3341254"/>
              <a:gd name="connsiteX8450" fmla="*/ 4136967 w 6545688"/>
              <a:gd name="connsiteY8450" fmla="*/ 1093181 h 3341254"/>
              <a:gd name="connsiteX8451" fmla="*/ 4160253 w 6545688"/>
              <a:gd name="connsiteY8451" fmla="*/ 1093181 h 3341254"/>
              <a:gd name="connsiteX8452" fmla="*/ 4161714 w 6545688"/>
              <a:gd name="connsiteY8452" fmla="*/ 1094026 h 3341254"/>
              <a:gd name="connsiteX8453" fmla="*/ 4173317 w 6545688"/>
              <a:gd name="connsiteY8453" fmla="*/ 1114239 h 3341254"/>
              <a:gd name="connsiteX8454" fmla="*/ 4173317 w 6545688"/>
              <a:gd name="connsiteY8454" fmla="*/ 1115853 h 3341254"/>
              <a:gd name="connsiteX8455" fmla="*/ 4161636 w 6545688"/>
              <a:gd name="connsiteY8455" fmla="*/ 1136065 h 3341254"/>
              <a:gd name="connsiteX8456" fmla="*/ 4160175 w 6545688"/>
              <a:gd name="connsiteY8456" fmla="*/ 1136912 h 3341254"/>
              <a:gd name="connsiteX8457" fmla="*/ 4136889 w 6545688"/>
              <a:gd name="connsiteY8457" fmla="*/ 1136912 h 3341254"/>
              <a:gd name="connsiteX8458" fmla="*/ 4135428 w 6545688"/>
              <a:gd name="connsiteY8458" fmla="*/ 1136065 h 3341254"/>
              <a:gd name="connsiteX8459" fmla="*/ 4123824 w 6545688"/>
              <a:gd name="connsiteY8459" fmla="*/ 1115853 h 3341254"/>
              <a:gd name="connsiteX8460" fmla="*/ 4123824 w 6545688"/>
              <a:gd name="connsiteY8460" fmla="*/ 1114239 h 3341254"/>
              <a:gd name="connsiteX8461" fmla="*/ 4135506 w 6545688"/>
              <a:gd name="connsiteY8461" fmla="*/ 1094026 h 3341254"/>
              <a:gd name="connsiteX8462" fmla="*/ 4136967 w 6545688"/>
              <a:gd name="connsiteY8462" fmla="*/ 1093181 h 3341254"/>
              <a:gd name="connsiteX8463" fmla="*/ 3859442 w 6545688"/>
              <a:gd name="connsiteY8463" fmla="*/ 1087417 h 3341254"/>
              <a:gd name="connsiteX8464" fmla="*/ 3888878 w 6545688"/>
              <a:gd name="connsiteY8464" fmla="*/ 1087417 h 3341254"/>
              <a:gd name="connsiteX8465" fmla="*/ 3890646 w 6545688"/>
              <a:gd name="connsiteY8465" fmla="*/ 1088494 h 3341254"/>
              <a:gd name="connsiteX8466" fmla="*/ 3905325 w 6545688"/>
              <a:gd name="connsiteY8466" fmla="*/ 1114008 h 3341254"/>
              <a:gd name="connsiteX8467" fmla="*/ 3905325 w 6545688"/>
              <a:gd name="connsiteY8467" fmla="*/ 1116083 h 3341254"/>
              <a:gd name="connsiteX8468" fmla="*/ 3890568 w 6545688"/>
              <a:gd name="connsiteY8468" fmla="*/ 1141599 h 3341254"/>
              <a:gd name="connsiteX8469" fmla="*/ 3888800 w 6545688"/>
              <a:gd name="connsiteY8469" fmla="*/ 1142676 h 3341254"/>
              <a:gd name="connsiteX8470" fmla="*/ 3859366 w 6545688"/>
              <a:gd name="connsiteY8470" fmla="*/ 1142676 h 3341254"/>
              <a:gd name="connsiteX8471" fmla="*/ 3857598 w 6545688"/>
              <a:gd name="connsiteY8471" fmla="*/ 1141599 h 3341254"/>
              <a:gd name="connsiteX8472" fmla="*/ 3842919 w 6545688"/>
              <a:gd name="connsiteY8472" fmla="*/ 1116083 h 3341254"/>
              <a:gd name="connsiteX8473" fmla="*/ 3842919 w 6545688"/>
              <a:gd name="connsiteY8473" fmla="*/ 1114008 h 3341254"/>
              <a:gd name="connsiteX8474" fmla="*/ 3857674 w 6545688"/>
              <a:gd name="connsiteY8474" fmla="*/ 1088494 h 3341254"/>
              <a:gd name="connsiteX8475" fmla="*/ 3859442 w 6545688"/>
              <a:gd name="connsiteY8475" fmla="*/ 1087417 h 3341254"/>
              <a:gd name="connsiteX8476" fmla="*/ 2682338 w 6545688"/>
              <a:gd name="connsiteY8476" fmla="*/ 1030851 h 3341254"/>
              <a:gd name="connsiteX8477" fmla="*/ 2687566 w 6545688"/>
              <a:gd name="connsiteY8477" fmla="*/ 1030851 h 3341254"/>
              <a:gd name="connsiteX8478" fmla="*/ 2687873 w 6545688"/>
              <a:gd name="connsiteY8478" fmla="*/ 1031004 h 3341254"/>
              <a:gd name="connsiteX8479" fmla="*/ 2690485 w 6545688"/>
              <a:gd name="connsiteY8479" fmla="*/ 1035538 h 3341254"/>
              <a:gd name="connsiteX8480" fmla="*/ 2690485 w 6545688"/>
              <a:gd name="connsiteY8480" fmla="*/ 1035923 h 3341254"/>
              <a:gd name="connsiteX8481" fmla="*/ 2687873 w 6545688"/>
              <a:gd name="connsiteY8481" fmla="*/ 1040457 h 3341254"/>
              <a:gd name="connsiteX8482" fmla="*/ 2687566 w 6545688"/>
              <a:gd name="connsiteY8482" fmla="*/ 1040611 h 3341254"/>
              <a:gd name="connsiteX8483" fmla="*/ 2682338 w 6545688"/>
              <a:gd name="connsiteY8483" fmla="*/ 1040611 h 3341254"/>
              <a:gd name="connsiteX8484" fmla="*/ 2682031 w 6545688"/>
              <a:gd name="connsiteY8484" fmla="*/ 1040457 h 3341254"/>
              <a:gd name="connsiteX8485" fmla="*/ 2679419 w 6545688"/>
              <a:gd name="connsiteY8485" fmla="*/ 1035923 h 3341254"/>
              <a:gd name="connsiteX8486" fmla="*/ 2679419 w 6545688"/>
              <a:gd name="connsiteY8486" fmla="*/ 1035538 h 3341254"/>
              <a:gd name="connsiteX8487" fmla="*/ 2682031 w 6545688"/>
              <a:gd name="connsiteY8487" fmla="*/ 1031004 h 3341254"/>
              <a:gd name="connsiteX8488" fmla="*/ 2682338 w 6545688"/>
              <a:gd name="connsiteY8488" fmla="*/ 1030851 h 3341254"/>
              <a:gd name="connsiteX8489" fmla="*/ 2224899 w 6545688"/>
              <a:gd name="connsiteY8489" fmla="*/ 1030851 h 3341254"/>
              <a:gd name="connsiteX8490" fmla="*/ 2230126 w 6545688"/>
              <a:gd name="connsiteY8490" fmla="*/ 1030851 h 3341254"/>
              <a:gd name="connsiteX8491" fmla="*/ 2230433 w 6545688"/>
              <a:gd name="connsiteY8491" fmla="*/ 1031004 h 3341254"/>
              <a:gd name="connsiteX8492" fmla="*/ 2233046 w 6545688"/>
              <a:gd name="connsiteY8492" fmla="*/ 1035538 h 3341254"/>
              <a:gd name="connsiteX8493" fmla="*/ 2233046 w 6545688"/>
              <a:gd name="connsiteY8493" fmla="*/ 1035923 h 3341254"/>
              <a:gd name="connsiteX8494" fmla="*/ 2230433 w 6545688"/>
              <a:gd name="connsiteY8494" fmla="*/ 1040457 h 3341254"/>
              <a:gd name="connsiteX8495" fmla="*/ 2230126 w 6545688"/>
              <a:gd name="connsiteY8495" fmla="*/ 1040611 h 3341254"/>
              <a:gd name="connsiteX8496" fmla="*/ 2224899 w 6545688"/>
              <a:gd name="connsiteY8496" fmla="*/ 1040611 h 3341254"/>
              <a:gd name="connsiteX8497" fmla="*/ 2224592 w 6545688"/>
              <a:gd name="connsiteY8497" fmla="*/ 1040457 h 3341254"/>
              <a:gd name="connsiteX8498" fmla="*/ 2221979 w 6545688"/>
              <a:gd name="connsiteY8498" fmla="*/ 1035923 h 3341254"/>
              <a:gd name="connsiteX8499" fmla="*/ 2221979 w 6545688"/>
              <a:gd name="connsiteY8499" fmla="*/ 1035538 h 3341254"/>
              <a:gd name="connsiteX8500" fmla="*/ 2224592 w 6545688"/>
              <a:gd name="connsiteY8500" fmla="*/ 1031004 h 3341254"/>
              <a:gd name="connsiteX8501" fmla="*/ 2224899 w 6545688"/>
              <a:gd name="connsiteY8501" fmla="*/ 1030851 h 3341254"/>
              <a:gd name="connsiteX8502" fmla="*/ 2590727 w 6545688"/>
              <a:gd name="connsiteY8502" fmla="*/ 1030697 h 3341254"/>
              <a:gd name="connsiteX8503" fmla="*/ 2596106 w 6545688"/>
              <a:gd name="connsiteY8503" fmla="*/ 1030697 h 3341254"/>
              <a:gd name="connsiteX8504" fmla="*/ 2596413 w 6545688"/>
              <a:gd name="connsiteY8504" fmla="*/ 1030851 h 3341254"/>
              <a:gd name="connsiteX8505" fmla="*/ 2599104 w 6545688"/>
              <a:gd name="connsiteY8505" fmla="*/ 1035538 h 3341254"/>
              <a:gd name="connsiteX8506" fmla="*/ 2599104 w 6545688"/>
              <a:gd name="connsiteY8506" fmla="*/ 1035923 h 3341254"/>
              <a:gd name="connsiteX8507" fmla="*/ 2596413 w 6545688"/>
              <a:gd name="connsiteY8507" fmla="*/ 1040611 h 3341254"/>
              <a:gd name="connsiteX8508" fmla="*/ 2596106 w 6545688"/>
              <a:gd name="connsiteY8508" fmla="*/ 1040765 h 3341254"/>
              <a:gd name="connsiteX8509" fmla="*/ 2590727 w 6545688"/>
              <a:gd name="connsiteY8509" fmla="*/ 1040765 h 3341254"/>
              <a:gd name="connsiteX8510" fmla="*/ 2590420 w 6545688"/>
              <a:gd name="connsiteY8510" fmla="*/ 1040611 h 3341254"/>
              <a:gd name="connsiteX8511" fmla="*/ 2587730 w 6545688"/>
              <a:gd name="connsiteY8511" fmla="*/ 1035923 h 3341254"/>
              <a:gd name="connsiteX8512" fmla="*/ 2587730 w 6545688"/>
              <a:gd name="connsiteY8512" fmla="*/ 1035538 h 3341254"/>
              <a:gd name="connsiteX8513" fmla="*/ 2590420 w 6545688"/>
              <a:gd name="connsiteY8513" fmla="*/ 1030851 h 3341254"/>
              <a:gd name="connsiteX8514" fmla="*/ 2590727 w 6545688"/>
              <a:gd name="connsiteY8514" fmla="*/ 1030697 h 3341254"/>
              <a:gd name="connsiteX8515" fmla="*/ 3779668 w 6545688"/>
              <a:gd name="connsiteY8515" fmla="*/ 1030160 h 3341254"/>
              <a:gd name="connsiteX8516" fmla="*/ 3785663 w 6545688"/>
              <a:gd name="connsiteY8516" fmla="*/ 1030160 h 3341254"/>
              <a:gd name="connsiteX8517" fmla="*/ 3786047 w 6545688"/>
              <a:gd name="connsiteY8517" fmla="*/ 1030389 h 3341254"/>
              <a:gd name="connsiteX8518" fmla="*/ 3789044 w 6545688"/>
              <a:gd name="connsiteY8518" fmla="*/ 1035540 h 3341254"/>
              <a:gd name="connsiteX8519" fmla="*/ 3789044 w 6545688"/>
              <a:gd name="connsiteY8519" fmla="*/ 1035923 h 3341254"/>
              <a:gd name="connsiteX8520" fmla="*/ 3786047 w 6545688"/>
              <a:gd name="connsiteY8520" fmla="*/ 1041072 h 3341254"/>
              <a:gd name="connsiteX8521" fmla="*/ 3785663 w 6545688"/>
              <a:gd name="connsiteY8521" fmla="*/ 1041304 h 3341254"/>
              <a:gd name="connsiteX8522" fmla="*/ 3779668 w 6545688"/>
              <a:gd name="connsiteY8522" fmla="*/ 1041304 h 3341254"/>
              <a:gd name="connsiteX8523" fmla="*/ 3779284 w 6545688"/>
              <a:gd name="connsiteY8523" fmla="*/ 1041072 h 3341254"/>
              <a:gd name="connsiteX8524" fmla="*/ 3776286 w 6545688"/>
              <a:gd name="connsiteY8524" fmla="*/ 1035923 h 3341254"/>
              <a:gd name="connsiteX8525" fmla="*/ 3776286 w 6545688"/>
              <a:gd name="connsiteY8525" fmla="*/ 1035540 h 3341254"/>
              <a:gd name="connsiteX8526" fmla="*/ 3779284 w 6545688"/>
              <a:gd name="connsiteY8526" fmla="*/ 1030389 h 3341254"/>
              <a:gd name="connsiteX8527" fmla="*/ 3779668 w 6545688"/>
              <a:gd name="connsiteY8527" fmla="*/ 1030160 h 3341254"/>
              <a:gd name="connsiteX8528" fmla="*/ 2041295 w 6545688"/>
              <a:gd name="connsiteY8528" fmla="*/ 1029698 h 3341254"/>
              <a:gd name="connsiteX8529" fmla="*/ 2047750 w 6545688"/>
              <a:gd name="connsiteY8529" fmla="*/ 1029698 h 3341254"/>
              <a:gd name="connsiteX8530" fmla="*/ 2048133 w 6545688"/>
              <a:gd name="connsiteY8530" fmla="*/ 1029928 h 3341254"/>
              <a:gd name="connsiteX8531" fmla="*/ 2051363 w 6545688"/>
              <a:gd name="connsiteY8531" fmla="*/ 1035462 h 3341254"/>
              <a:gd name="connsiteX8532" fmla="*/ 2051363 w 6545688"/>
              <a:gd name="connsiteY8532" fmla="*/ 1035923 h 3341254"/>
              <a:gd name="connsiteX8533" fmla="*/ 2048133 w 6545688"/>
              <a:gd name="connsiteY8533" fmla="*/ 1041458 h 3341254"/>
              <a:gd name="connsiteX8534" fmla="*/ 2047750 w 6545688"/>
              <a:gd name="connsiteY8534" fmla="*/ 1041687 h 3341254"/>
              <a:gd name="connsiteX8535" fmla="*/ 2041295 w 6545688"/>
              <a:gd name="connsiteY8535" fmla="*/ 1041687 h 3341254"/>
              <a:gd name="connsiteX8536" fmla="*/ 2040909 w 6545688"/>
              <a:gd name="connsiteY8536" fmla="*/ 1041458 h 3341254"/>
              <a:gd name="connsiteX8537" fmla="*/ 2037682 w 6545688"/>
              <a:gd name="connsiteY8537" fmla="*/ 1035923 h 3341254"/>
              <a:gd name="connsiteX8538" fmla="*/ 2037682 w 6545688"/>
              <a:gd name="connsiteY8538" fmla="*/ 1035462 h 3341254"/>
              <a:gd name="connsiteX8539" fmla="*/ 2040909 w 6545688"/>
              <a:gd name="connsiteY8539" fmla="*/ 1029928 h 3341254"/>
              <a:gd name="connsiteX8540" fmla="*/ 2041295 w 6545688"/>
              <a:gd name="connsiteY8540" fmla="*/ 1029698 h 3341254"/>
              <a:gd name="connsiteX8541" fmla="*/ 6340464 w 6545688"/>
              <a:gd name="connsiteY8541" fmla="*/ 1028700 h 3341254"/>
              <a:gd name="connsiteX8542" fmla="*/ 6347917 w 6545688"/>
              <a:gd name="connsiteY8542" fmla="*/ 1028700 h 3341254"/>
              <a:gd name="connsiteX8543" fmla="*/ 6348379 w 6545688"/>
              <a:gd name="connsiteY8543" fmla="*/ 1028929 h 3341254"/>
              <a:gd name="connsiteX8544" fmla="*/ 6352145 w 6545688"/>
              <a:gd name="connsiteY8544" fmla="*/ 1035386 h 3341254"/>
              <a:gd name="connsiteX8545" fmla="*/ 6352145 w 6545688"/>
              <a:gd name="connsiteY8545" fmla="*/ 1035923 h 3341254"/>
              <a:gd name="connsiteX8546" fmla="*/ 6348379 w 6545688"/>
              <a:gd name="connsiteY8546" fmla="*/ 1042380 h 3341254"/>
              <a:gd name="connsiteX8547" fmla="*/ 6347917 w 6545688"/>
              <a:gd name="connsiteY8547" fmla="*/ 1042610 h 3341254"/>
              <a:gd name="connsiteX8548" fmla="*/ 6340464 w 6545688"/>
              <a:gd name="connsiteY8548" fmla="*/ 1042610 h 3341254"/>
              <a:gd name="connsiteX8549" fmla="*/ 6340003 w 6545688"/>
              <a:gd name="connsiteY8549" fmla="*/ 1042380 h 3341254"/>
              <a:gd name="connsiteX8550" fmla="*/ 6336236 w 6545688"/>
              <a:gd name="connsiteY8550" fmla="*/ 1035923 h 3341254"/>
              <a:gd name="connsiteX8551" fmla="*/ 6336236 w 6545688"/>
              <a:gd name="connsiteY8551" fmla="*/ 1035386 h 3341254"/>
              <a:gd name="connsiteX8552" fmla="*/ 6340003 w 6545688"/>
              <a:gd name="connsiteY8552" fmla="*/ 1028929 h 3341254"/>
              <a:gd name="connsiteX8553" fmla="*/ 6340464 w 6545688"/>
              <a:gd name="connsiteY8553" fmla="*/ 1028700 h 3341254"/>
              <a:gd name="connsiteX8554" fmla="*/ 2315280 w 6545688"/>
              <a:gd name="connsiteY8554" fmla="*/ 1028700 h 3341254"/>
              <a:gd name="connsiteX8555" fmla="*/ 2322736 w 6545688"/>
              <a:gd name="connsiteY8555" fmla="*/ 1028700 h 3341254"/>
              <a:gd name="connsiteX8556" fmla="*/ 2323197 w 6545688"/>
              <a:gd name="connsiteY8556" fmla="*/ 1028929 h 3341254"/>
              <a:gd name="connsiteX8557" fmla="*/ 2326962 w 6545688"/>
              <a:gd name="connsiteY8557" fmla="*/ 1035386 h 3341254"/>
              <a:gd name="connsiteX8558" fmla="*/ 2326962 w 6545688"/>
              <a:gd name="connsiteY8558" fmla="*/ 1035923 h 3341254"/>
              <a:gd name="connsiteX8559" fmla="*/ 2323197 w 6545688"/>
              <a:gd name="connsiteY8559" fmla="*/ 1042380 h 3341254"/>
              <a:gd name="connsiteX8560" fmla="*/ 2322736 w 6545688"/>
              <a:gd name="connsiteY8560" fmla="*/ 1042610 h 3341254"/>
              <a:gd name="connsiteX8561" fmla="*/ 2315280 w 6545688"/>
              <a:gd name="connsiteY8561" fmla="*/ 1042610 h 3341254"/>
              <a:gd name="connsiteX8562" fmla="*/ 2314821 w 6545688"/>
              <a:gd name="connsiteY8562" fmla="*/ 1042380 h 3341254"/>
              <a:gd name="connsiteX8563" fmla="*/ 2311054 w 6545688"/>
              <a:gd name="connsiteY8563" fmla="*/ 1035923 h 3341254"/>
              <a:gd name="connsiteX8564" fmla="*/ 2311054 w 6545688"/>
              <a:gd name="connsiteY8564" fmla="*/ 1035386 h 3341254"/>
              <a:gd name="connsiteX8565" fmla="*/ 2314821 w 6545688"/>
              <a:gd name="connsiteY8565" fmla="*/ 1028929 h 3341254"/>
              <a:gd name="connsiteX8566" fmla="*/ 2315280 w 6545688"/>
              <a:gd name="connsiteY8566" fmla="*/ 1028700 h 3341254"/>
              <a:gd name="connsiteX8567" fmla="*/ 1949068 w 6545688"/>
              <a:gd name="connsiteY8567" fmla="*/ 1028160 h 3341254"/>
              <a:gd name="connsiteX8568" fmla="*/ 1957139 w 6545688"/>
              <a:gd name="connsiteY8568" fmla="*/ 1028160 h 3341254"/>
              <a:gd name="connsiteX8569" fmla="*/ 1957600 w 6545688"/>
              <a:gd name="connsiteY8569" fmla="*/ 1028468 h 3341254"/>
              <a:gd name="connsiteX8570" fmla="*/ 1961597 w 6545688"/>
              <a:gd name="connsiteY8570" fmla="*/ 1035462 h 3341254"/>
              <a:gd name="connsiteX8571" fmla="*/ 1961597 w 6545688"/>
              <a:gd name="connsiteY8571" fmla="*/ 1035999 h 3341254"/>
              <a:gd name="connsiteX8572" fmla="*/ 1957523 w 6545688"/>
              <a:gd name="connsiteY8572" fmla="*/ 1042994 h 3341254"/>
              <a:gd name="connsiteX8573" fmla="*/ 1957061 w 6545688"/>
              <a:gd name="connsiteY8573" fmla="*/ 1043301 h 3341254"/>
              <a:gd name="connsiteX8574" fmla="*/ 1948993 w 6545688"/>
              <a:gd name="connsiteY8574" fmla="*/ 1043301 h 3341254"/>
              <a:gd name="connsiteX8575" fmla="*/ 1948531 w 6545688"/>
              <a:gd name="connsiteY8575" fmla="*/ 1042994 h 3341254"/>
              <a:gd name="connsiteX8576" fmla="*/ 1944535 w 6545688"/>
              <a:gd name="connsiteY8576" fmla="*/ 1035999 h 3341254"/>
              <a:gd name="connsiteX8577" fmla="*/ 1944535 w 6545688"/>
              <a:gd name="connsiteY8577" fmla="*/ 1035462 h 3341254"/>
              <a:gd name="connsiteX8578" fmla="*/ 1948607 w 6545688"/>
              <a:gd name="connsiteY8578" fmla="*/ 1028468 h 3341254"/>
              <a:gd name="connsiteX8579" fmla="*/ 1949068 w 6545688"/>
              <a:gd name="connsiteY8579" fmla="*/ 1028160 h 3341254"/>
              <a:gd name="connsiteX8580" fmla="*/ 6156626 w 6545688"/>
              <a:gd name="connsiteY8580" fmla="*/ 1027162 h 3341254"/>
              <a:gd name="connsiteX8581" fmla="*/ 6165773 w 6545688"/>
              <a:gd name="connsiteY8581" fmla="*/ 1027162 h 3341254"/>
              <a:gd name="connsiteX8582" fmla="*/ 6166310 w 6545688"/>
              <a:gd name="connsiteY8582" fmla="*/ 1027469 h 3341254"/>
              <a:gd name="connsiteX8583" fmla="*/ 6170846 w 6545688"/>
              <a:gd name="connsiteY8583" fmla="*/ 1035384 h 3341254"/>
              <a:gd name="connsiteX8584" fmla="*/ 6170846 w 6545688"/>
              <a:gd name="connsiteY8584" fmla="*/ 1035999 h 3341254"/>
              <a:gd name="connsiteX8585" fmla="*/ 6166310 w 6545688"/>
              <a:gd name="connsiteY8585" fmla="*/ 1043916 h 3341254"/>
              <a:gd name="connsiteX8586" fmla="*/ 6165773 w 6545688"/>
              <a:gd name="connsiteY8586" fmla="*/ 1044224 h 3341254"/>
              <a:gd name="connsiteX8587" fmla="*/ 6156626 w 6545688"/>
              <a:gd name="connsiteY8587" fmla="*/ 1044224 h 3341254"/>
              <a:gd name="connsiteX8588" fmla="*/ 6156088 w 6545688"/>
              <a:gd name="connsiteY8588" fmla="*/ 1043916 h 3341254"/>
              <a:gd name="connsiteX8589" fmla="*/ 6151555 w 6545688"/>
              <a:gd name="connsiteY8589" fmla="*/ 1035999 h 3341254"/>
              <a:gd name="connsiteX8590" fmla="*/ 6151555 w 6545688"/>
              <a:gd name="connsiteY8590" fmla="*/ 1035384 h 3341254"/>
              <a:gd name="connsiteX8591" fmla="*/ 6156088 w 6545688"/>
              <a:gd name="connsiteY8591" fmla="*/ 1027469 h 3341254"/>
              <a:gd name="connsiteX8592" fmla="*/ 6156626 w 6545688"/>
              <a:gd name="connsiteY8592" fmla="*/ 1027162 h 3341254"/>
              <a:gd name="connsiteX8593" fmla="*/ 6248083 w 6545688"/>
              <a:gd name="connsiteY8593" fmla="*/ 1027008 h 3341254"/>
              <a:gd name="connsiteX8594" fmla="*/ 6257306 w 6545688"/>
              <a:gd name="connsiteY8594" fmla="*/ 1027008 h 3341254"/>
              <a:gd name="connsiteX8595" fmla="*/ 6257844 w 6545688"/>
              <a:gd name="connsiteY8595" fmla="*/ 1027316 h 3341254"/>
              <a:gd name="connsiteX8596" fmla="*/ 6262455 w 6545688"/>
              <a:gd name="connsiteY8596" fmla="*/ 1035308 h 3341254"/>
              <a:gd name="connsiteX8597" fmla="*/ 6262455 w 6545688"/>
              <a:gd name="connsiteY8597" fmla="*/ 1035999 h 3341254"/>
              <a:gd name="connsiteX8598" fmla="*/ 6257844 w 6545688"/>
              <a:gd name="connsiteY8598" fmla="*/ 1043992 h 3341254"/>
              <a:gd name="connsiteX8599" fmla="*/ 6257306 w 6545688"/>
              <a:gd name="connsiteY8599" fmla="*/ 1044300 h 3341254"/>
              <a:gd name="connsiteX8600" fmla="*/ 6248083 w 6545688"/>
              <a:gd name="connsiteY8600" fmla="*/ 1044300 h 3341254"/>
              <a:gd name="connsiteX8601" fmla="*/ 6247546 w 6545688"/>
              <a:gd name="connsiteY8601" fmla="*/ 1043992 h 3341254"/>
              <a:gd name="connsiteX8602" fmla="*/ 6242935 w 6545688"/>
              <a:gd name="connsiteY8602" fmla="*/ 1035999 h 3341254"/>
              <a:gd name="connsiteX8603" fmla="*/ 6242935 w 6545688"/>
              <a:gd name="connsiteY8603" fmla="*/ 1035308 h 3341254"/>
              <a:gd name="connsiteX8604" fmla="*/ 6247546 w 6545688"/>
              <a:gd name="connsiteY8604" fmla="*/ 1027316 h 3341254"/>
              <a:gd name="connsiteX8605" fmla="*/ 6248083 w 6545688"/>
              <a:gd name="connsiteY8605" fmla="*/ 1027008 h 3341254"/>
              <a:gd name="connsiteX8606" fmla="*/ 6064707 w 6545688"/>
              <a:gd name="connsiteY8606" fmla="*/ 1026317 h 3341254"/>
              <a:gd name="connsiteX8607" fmla="*/ 6074699 w 6545688"/>
              <a:gd name="connsiteY8607" fmla="*/ 1026317 h 3341254"/>
              <a:gd name="connsiteX8608" fmla="*/ 6075314 w 6545688"/>
              <a:gd name="connsiteY8608" fmla="*/ 1026700 h 3341254"/>
              <a:gd name="connsiteX8609" fmla="*/ 6080309 w 6545688"/>
              <a:gd name="connsiteY8609" fmla="*/ 1035386 h 3341254"/>
              <a:gd name="connsiteX8610" fmla="*/ 6080309 w 6545688"/>
              <a:gd name="connsiteY8610" fmla="*/ 1036077 h 3341254"/>
              <a:gd name="connsiteX8611" fmla="*/ 6075314 w 6545688"/>
              <a:gd name="connsiteY8611" fmla="*/ 1044761 h 3341254"/>
              <a:gd name="connsiteX8612" fmla="*/ 6074699 w 6545688"/>
              <a:gd name="connsiteY8612" fmla="*/ 1045146 h 3341254"/>
              <a:gd name="connsiteX8613" fmla="*/ 6064707 w 6545688"/>
              <a:gd name="connsiteY8613" fmla="*/ 1045146 h 3341254"/>
              <a:gd name="connsiteX8614" fmla="*/ 6064092 w 6545688"/>
              <a:gd name="connsiteY8614" fmla="*/ 1044761 h 3341254"/>
              <a:gd name="connsiteX8615" fmla="*/ 6059097 w 6545688"/>
              <a:gd name="connsiteY8615" fmla="*/ 1036077 h 3341254"/>
              <a:gd name="connsiteX8616" fmla="*/ 6059097 w 6545688"/>
              <a:gd name="connsiteY8616" fmla="*/ 1035386 h 3341254"/>
              <a:gd name="connsiteX8617" fmla="*/ 6064092 w 6545688"/>
              <a:gd name="connsiteY8617" fmla="*/ 1026700 h 3341254"/>
              <a:gd name="connsiteX8618" fmla="*/ 6064707 w 6545688"/>
              <a:gd name="connsiteY8618" fmla="*/ 1026317 h 3341254"/>
              <a:gd name="connsiteX8619" fmla="*/ 2130907 w 6545688"/>
              <a:gd name="connsiteY8619" fmla="*/ 1026087 h 3341254"/>
              <a:gd name="connsiteX8620" fmla="*/ 2141205 w 6545688"/>
              <a:gd name="connsiteY8620" fmla="*/ 1026087 h 3341254"/>
              <a:gd name="connsiteX8621" fmla="*/ 2141820 w 6545688"/>
              <a:gd name="connsiteY8621" fmla="*/ 1026471 h 3341254"/>
              <a:gd name="connsiteX8622" fmla="*/ 2146971 w 6545688"/>
              <a:gd name="connsiteY8622" fmla="*/ 1035386 h 3341254"/>
              <a:gd name="connsiteX8623" fmla="*/ 2146971 w 6545688"/>
              <a:gd name="connsiteY8623" fmla="*/ 1036079 h 3341254"/>
              <a:gd name="connsiteX8624" fmla="*/ 2141820 w 6545688"/>
              <a:gd name="connsiteY8624" fmla="*/ 1044993 h 3341254"/>
              <a:gd name="connsiteX8625" fmla="*/ 2141205 w 6545688"/>
              <a:gd name="connsiteY8625" fmla="*/ 1045378 h 3341254"/>
              <a:gd name="connsiteX8626" fmla="*/ 2130907 w 6545688"/>
              <a:gd name="connsiteY8626" fmla="*/ 1045378 h 3341254"/>
              <a:gd name="connsiteX8627" fmla="*/ 2130292 w 6545688"/>
              <a:gd name="connsiteY8627" fmla="*/ 1044993 h 3341254"/>
              <a:gd name="connsiteX8628" fmla="*/ 2125143 w 6545688"/>
              <a:gd name="connsiteY8628" fmla="*/ 1036079 h 3341254"/>
              <a:gd name="connsiteX8629" fmla="*/ 2125143 w 6545688"/>
              <a:gd name="connsiteY8629" fmla="*/ 1035386 h 3341254"/>
              <a:gd name="connsiteX8630" fmla="*/ 2130292 w 6545688"/>
              <a:gd name="connsiteY8630" fmla="*/ 1026471 h 3341254"/>
              <a:gd name="connsiteX8631" fmla="*/ 2130907 w 6545688"/>
              <a:gd name="connsiteY8631" fmla="*/ 1026087 h 3341254"/>
              <a:gd name="connsiteX8632" fmla="*/ 5424048 w 6545688"/>
              <a:gd name="connsiteY8632" fmla="*/ 1025780 h 3341254"/>
              <a:gd name="connsiteX8633" fmla="*/ 5434656 w 6545688"/>
              <a:gd name="connsiteY8633" fmla="*/ 1025780 h 3341254"/>
              <a:gd name="connsiteX8634" fmla="*/ 5435269 w 6545688"/>
              <a:gd name="connsiteY8634" fmla="*/ 1026163 h 3341254"/>
              <a:gd name="connsiteX8635" fmla="*/ 5440573 w 6545688"/>
              <a:gd name="connsiteY8635" fmla="*/ 1035386 h 3341254"/>
              <a:gd name="connsiteX8636" fmla="*/ 5440573 w 6545688"/>
              <a:gd name="connsiteY8636" fmla="*/ 1036155 h 3341254"/>
              <a:gd name="connsiteX8637" fmla="*/ 5435269 w 6545688"/>
              <a:gd name="connsiteY8637" fmla="*/ 1045378 h 3341254"/>
              <a:gd name="connsiteX8638" fmla="*/ 5434656 w 6545688"/>
              <a:gd name="connsiteY8638" fmla="*/ 1045762 h 3341254"/>
              <a:gd name="connsiteX8639" fmla="*/ 5424048 w 6545688"/>
              <a:gd name="connsiteY8639" fmla="*/ 1045762 h 3341254"/>
              <a:gd name="connsiteX8640" fmla="*/ 5423433 w 6545688"/>
              <a:gd name="connsiteY8640" fmla="*/ 1045378 h 3341254"/>
              <a:gd name="connsiteX8641" fmla="*/ 5418131 w 6545688"/>
              <a:gd name="connsiteY8641" fmla="*/ 1036155 h 3341254"/>
              <a:gd name="connsiteX8642" fmla="*/ 5418131 w 6545688"/>
              <a:gd name="connsiteY8642" fmla="*/ 1035386 h 3341254"/>
              <a:gd name="connsiteX8643" fmla="*/ 5423433 w 6545688"/>
              <a:gd name="connsiteY8643" fmla="*/ 1026163 h 3341254"/>
              <a:gd name="connsiteX8644" fmla="*/ 5424048 w 6545688"/>
              <a:gd name="connsiteY8644" fmla="*/ 1025780 h 3341254"/>
              <a:gd name="connsiteX8645" fmla="*/ 5972483 w 6545688"/>
              <a:gd name="connsiteY8645" fmla="*/ 1024933 h 3341254"/>
              <a:gd name="connsiteX8646" fmla="*/ 5984011 w 6545688"/>
              <a:gd name="connsiteY8646" fmla="*/ 1024933 h 3341254"/>
              <a:gd name="connsiteX8647" fmla="*/ 5984703 w 6545688"/>
              <a:gd name="connsiteY8647" fmla="*/ 1025316 h 3341254"/>
              <a:gd name="connsiteX8648" fmla="*/ 5990467 w 6545688"/>
              <a:gd name="connsiteY8648" fmla="*/ 1035308 h 3341254"/>
              <a:gd name="connsiteX8649" fmla="*/ 5990467 w 6545688"/>
              <a:gd name="connsiteY8649" fmla="*/ 1036153 h 3341254"/>
              <a:gd name="connsiteX8650" fmla="*/ 5984703 w 6545688"/>
              <a:gd name="connsiteY8650" fmla="*/ 1046145 h 3341254"/>
              <a:gd name="connsiteX8651" fmla="*/ 5984011 w 6545688"/>
              <a:gd name="connsiteY8651" fmla="*/ 1046529 h 3341254"/>
              <a:gd name="connsiteX8652" fmla="*/ 5972483 w 6545688"/>
              <a:gd name="connsiteY8652" fmla="*/ 1046529 h 3341254"/>
              <a:gd name="connsiteX8653" fmla="*/ 5971791 w 6545688"/>
              <a:gd name="connsiteY8653" fmla="*/ 1046145 h 3341254"/>
              <a:gd name="connsiteX8654" fmla="*/ 5966027 w 6545688"/>
              <a:gd name="connsiteY8654" fmla="*/ 1036153 h 3341254"/>
              <a:gd name="connsiteX8655" fmla="*/ 5966027 w 6545688"/>
              <a:gd name="connsiteY8655" fmla="*/ 1035308 h 3341254"/>
              <a:gd name="connsiteX8656" fmla="*/ 5971791 w 6545688"/>
              <a:gd name="connsiteY8656" fmla="*/ 1025316 h 3341254"/>
              <a:gd name="connsiteX8657" fmla="*/ 5972483 w 6545688"/>
              <a:gd name="connsiteY8657" fmla="*/ 1024933 h 3341254"/>
              <a:gd name="connsiteX8658" fmla="*/ 5880796 w 6545688"/>
              <a:gd name="connsiteY8658" fmla="*/ 1024549 h 3341254"/>
              <a:gd name="connsiteX8659" fmla="*/ 5892706 w 6545688"/>
              <a:gd name="connsiteY8659" fmla="*/ 1024549 h 3341254"/>
              <a:gd name="connsiteX8660" fmla="*/ 5893399 w 6545688"/>
              <a:gd name="connsiteY8660" fmla="*/ 1024933 h 3341254"/>
              <a:gd name="connsiteX8661" fmla="*/ 5899393 w 6545688"/>
              <a:gd name="connsiteY8661" fmla="*/ 1035308 h 3341254"/>
              <a:gd name="connsiteX8662" fmla="*/ 5899393 w 6545688"/>
              <a:gd name="connsiteY8662" fmla="*/ 1036155 h 3341254"/>
              <a:gd name="connsiteX8663" fmla="*/ 5893399 w 6545688"/>
              <a:gd name="connsiteY8663" fmla="*/ 1046531 h 3341254"/>
              <a:gd name="connsiteX8664" fmla="*/ 5892706 w 6545688"/>
              <a:gd name="connsiteY8664" fmla="*/ 1046914 h 3341254"/>
              <a:gd name="connsiteX8665" fmla="*/ 5880796 w 6545688"/>
              <a:gd name="connsiteY8665" fmla="*/ 1046914 h 3341254"/>
              <a:gd name="connsiteX8666" fmla="*/ 5880102 w 6545688"/>
              <a:gd name="connsiteY8666" fmla="*/ 1046531 h 3341254"/>
              <a:gd name="connsiteX8667" fmla="*/ 5874109 w 6545688"/>
              <a:gd name="connsiteY8667" fmla="*/ 1036155 h 3341254"/>
              <a:gd name="connsiteX8668" fmla="*/ 5874109 w 6545688"/>
              <a:gd name="connsiteY8668" fmla="*/ 1035308 h 3341254"/>
              <a:gd name="connsiteX8669" fmla="*/ 5880102 w 6545688"/>
              <a:gd name="connsiteY8669" fmla="*/ 1024933 h 3341254"/>
              <a:gd name="connsiteX8670" fmla="*/ 5880796 w 6545688"/>
              <a:gd name="connsiteY8670" fmla="*/ 1024549 h 3341254"/>
              <a:gd name="connsiteX8671" fmla="*/ 2495735 w 6545688"/>
              <a:gd name="connsiteY8671" fmla="*/ 1023934 h 3341254"/>
              <a:gd name="connsiteX8672" fmla="*/ 2508263 w 6545688"/>
              <a:gd name="connsiteY8672" fmla="*/ 1023934 h 3341254"/>
              <a:gd name="connsiteX8673" fmla="*/ 2509030 w 6545688"/>
              <a:gd name="connsiteY8673" fmla="*/ 1024396 h 3341254"/>
              <a:gd name="connsiteX8674" fmla="*/ 2515333 w 6545688"/>
              <a:gd name="connsiteY8674" fmla="*/ 1035232 h 3341254"/>
              <a:gd name="connsiteX8675" fmla="*/ 2515333 w 6545688"/>
              <a:gd name="connsiteY8675" fmla="*/ 1036155 h 3341254"/>
              <a:gd name="connsiteX8676" fmla="*/ 2509030 w 6545688"/>
              <a:gd name="connsiteY8676" fmla="*/ 1046990 h 3341254"/>
              <a:gd name="connsiteX8677" fmla="*/ 2508263 w 6545688"/>
              <a:gd name="connsiteY8677" fmla="*/ 1047451 h 3341254"/>
              <a:gd name="connsiteX8678" fmla="*/ 2495735 w 6545688"/>
              <a:gd name="connsiteY8678" fmla="*/ 1047451 h 3341254"/>
              <a:gd name="connsiteX8679" fmla="*/ 2494968 w 6545688"/>
              <a:gd name="connsiteY8679" fmla="*/ 1046990 h 3341254"/>
              <a:gd name="connsiteX8680" fmla="*/ 2488665 w 6545688"/>
              <a:gd name="connsiteY8680" fmla="*/ 1036155 h 3341254"/>
              <a:gd name="connsiteX8681" fmla="*/ 2488665 w 6545688"/>
              <a:gd name="connsiteY8681" fmla="*/ 1035232 h 3341254"/>
              <a:gd name="connsiteX8682" fmla="*/ 2494968 w 6545688"/>
              <a:gd name="connsiteY8682" fmla="*/ 1024396 h 3341254"/>
              <a:gd name="connsiteX8683" fmla="*/ 2495735 w 6545688"/>
              <a:gd name="connsiteY8683" fmla="*/ 1023934 h 3341254"/>
              <a:gd name="connsiteX8684" fmla="*/ 4050657 w 6545688"/>
              <a:gd name="connsiteY8684" fmla="*/ 1023551 h 3341254"/>
              <a:gd name="connsiteX8685" fmla="*/ 4063645 w 6545688"/>
              <a:gd name="connsiteY8685" fmla="*/ 1023551 h 3341254"/>
              <a:gd name="connsiteX8686" fmla="*/ 4064414 w 6545688"/>
              <a:gd name="connsiteY8686" fmla="*/ 1024012 h 3341254"/>
              <a:gd name="connsiteX8687" fmla="*/ 4070869 w 6545688"/>
              <a:gd name="connsiteY8687" fmla="*/ 1035232 h 3341254"/>
              <a:gd name="connsiteX8688" fmla="*/ 4070869 w 6545688"/>
              <a:gd name="connsiteY8688" fmla="*/ 1036155 h 3341254"/>
              <a:gd name="connsiteX8689" fmla="*/ 4064336 w 6545688"/>
              <a:gd name="connsiteY8689" fmla="*/ 1047375 h 3341254"/>
              <a:gd name="connsiteX8690" fmla="*/ 4063569 w 6545688"/>
              <a:gd name="connsiteY8690" fmla="*/ 1047837 h 3341254"/>
              <a:gd name="connsiteX8691" fmla="*/ 4050579 w 6545688"/>
              <a:gd name="connsiteY8691" fmla="*/ 1047837 h 3341254"/>
              <a:gd name="connsiteX8692" fmla="*/ 4049812 w 6545688"/>
              <a:gd name="connsiteY8692" fmla="*/ 1047375 h 3341254"/>
              <a:gd name="connsiteX8693" fmla="*/ 4043355 w 6545688"/>
              <a:gd name="connsiteY8693" fmla="*/ 1036155 h 3341254"/>
              <a:gd name="connsiteX8694" fmla="*/ 4043355 w 6545688"/>
              <a:gd name="connsiteY8694" fmla="*/ 1035232 h 3341254"/>
              <a:gd name="connsiteX8695" fmla="*/ 4049888 w 6545688"/>
              <a:gd name="connsiteY8695" fmla="*/ 1024012 h 3341254"/>
              <a:gd name="connsiteX8696" fmla="*/ 4050657 w 6545688"/>
              <a:gd name="connsiteY8696" fmla="*/ 1023551 h 3341254"/>
              <a:gd name="connsiteX8697" fmla="*/ 2403894 w 6545688"/>
              <a:gd name="connsiteY8697" fmla="*/ 1023397 h 3341254"/>
              <a:gd name="connsiteX8698" fmla="*/ 2417035 w 6545688"/>
              <a:gd name="connsiteY8698" fmla="*/ 1023397 h 3341254"/>
              <a:gd name="connsiteX8699" fmla="*/ 2417804 w 6545688"/>
              <a:gd name="connsiteY8699" fmla="*/ 1023858 h 3341254"/>
              <a:gd name="connsiteX8700" fmla="*/ 2424337 w 6545688"/>
              <a:gd name="connsiteY8700" fmla="*/ 1035232 h 3341254"/>
              <a:gd name="connsiteX8701" fmla="*/ 2424337 w 6545688"/>
              <a:gd name="connsiteY8701" fmla="*/ 1036155 h 3341254"/>
              <a:gd name="connsiteX8702" fmla="*/ 2417728 w 6545688"/>
              <a:gd name="connsiteY8702" fmla="*/ 1047529 h 3341254"/>
              <a:gd name="connsiteX8703" fmla="*/ 2416959 w 6545688"/>
              <a:gd name="connsiteY8703" fmla="*/ 1047990 h 3341254"/>
              <a:gd name="connsiteX8704" fmla="*/ 2403818 w 6545688"/>
              <a:gd name="connsiteY8704" fmla="*/ 1047990 h 3341254"/>
              <a:gd name="connsiteX8705" fmla="*/ 2403049 w 6545688"/>
              <a:gd name="connsiteY8705" fmla="*/ 1047529 h 3341254"/>
              <a:gd name="connsiteX8706" fmla="*/ 2396516 w 6545688"/>
              <a:gd name="connsiteY8706" fmla="*/ 1036155 h 3341254"/>
              <a:gd name="connsiteX8707" fmla="*/ 2396516 w 6545688"/>
              <a:gd name="connsiteY8707" fmla="*/ 1035232 h 3341254"/>
              <a:gd name="connsiteX8708" fmla="*/ 2403125 w 6545688"/>
              <a:gd name="connsiteY8708" fmla="*/ 1023858 h 3341254"/>
              <a:gd name="connsiteX8709" fmla="*/ 2403894 w 6545688"/>
              <a:gd name="connsiteY8709" fmla="*/ 1023397 h 3341254"/>
              <a:gd name="connsiteX8710" fmla="*/ 5512047 w 6545688"/>
              <a:gd name="connsiteY8710" fmla="*/ 1019247 h 3341254"/>
              <a:gd name="connsiteX8711" fmla="*/ 5529646 w 6545688"/>
              <a:gd name="connsiteY8711" fmla="*/ 1019247 h 3341254"/>
              <a:gd name="connsiteX8712" fmla="*/ 5530723 w 6545688"/>
              <a:gd name="connsiteY8712" fmla="*/ 1019862 h 3341254"/>
              <a:gd name="connsiteX8713" fmla="*/ 5539560 w 6545688"/>
              <a:gd name="connsiteY8713" fmla="*/ 1035156 h 3341254"/>
              <a:gd name="connsiteX8714" fmla="*/ 5539560 w 6545688"/>
              <a:gd name="connsiteY8714" fmla="*/ 1036385 h 3341254"/>
              <a:gd name="connsiteX8715" fmla="*/ 5530723 w 6545688"/>
              <a:gd name="connsiteY8715" fmla="*/ 1051679 h 3341254"/>
              <a:gd name="connsiteX8716" fmla="*/ 5529646 w 6545688"/>
              <a:gd name="connsiteY8716" fmla="*/ 1052294 h 3341254"/>
              <a:gd name="connsiteX8717" fmla="*/ 5512047 w 6545688"/>
              <a:gd name="connsiteY8717" fmla="*/ 1052294 h 3341254"/>
              <a:gd name="connsiteX8718" fmla="*/ 5510970 w 6545688"/>
              <a:gd name="connsiteY8718" fmla="*/ 1051679 h 3341254"/>
              <a:gd name="connsiteX8719" fmla="*/ 5502133 w 6545688"/>
              <a:gd name="connsiteY8719" fmla="*/ 1036385 h 3341254"/>
              <a:gd name="connsiteX8720" fmla="*/ 5502133 w 6545688"/>
              <a:gd name="connsiteY8720" fmla="*/ 1035156 h 3341254"/>
              <a:gd name="connsiteX8721" fmla="*/ 5510970 w 6545688"/>
              <a:gd name="connsiteY8721" fmla="*/ 1019862 h 3341254"/>
              <a:gd name="connsiteX8722" fmla="*/ 5512047 w 6545688"/>
              <a:gd name="connsiteY8722" fmla="*/ 1019247 h 3341254"/>
              <a:gd name="connsiteX8723" fmla="*/ 5694730 w 6545688"/>
              <a:gd name="connsiteY8723" fmla="*/ 1018632 h 3341254"/>
              <a:gd name="connsiteX8724" fmla="*/ 5712945 w 6545688"/>
              <a:gd name="connsiteY8724" fmla="*/ 1018632 h 3341254"/>
              <a:gd name="connsiteX8725" fmla="*/ 5714022 w 6545688"/>
              <a:gd name="connsiteY8725" fmla="*/ 1019247 h 3341254"/>
              <a:gd name="connsiteX8726" fmla="*/ 5723091 w 6545688"/>
              <a:gd name="connsiteY8726" fmla="*/ 1035003 h 3341254"/>
              <a:gd name="connsiteX8727" fmla="*/ 5723091 w 6545688"/>
              <a:gd name="connsiteY8727" fmla="*/ 1036309 h 3341254"/>
              <a:gd name="connsiteX8728" fmla="*/ 5713944 w 6545688"/>
              <a:gd name="connsiteY8728" fmla="*/ 1052063 h 3341254"/>
              <a:gd name="connsiteX8729" fmla="*/ 5712869 w 6545688"/>
              <a:gd name="connsiteY8729" fmla="*/ 1052678 h 3341254"/>
              <a:gd name="connsiteX8730" fmla="*/ 5694653 w 6545688"/>
              <a:gd name="connsiteY8730" fmla="*/ 1052678 h 3341254"/>
              <a:gd name="connsiteX8731" fmla="*/ 5693578 w 6545688"/>
              <a:gd name="connsiteY8731" fmla="*/ 1052063 h 3341254"/>
              <a:gd name="connsiteX8732" fmla="*/ 5684509 w 6545688"/>
              <a:gd name="connsiteY8732" fmla="*/ 1036309 h 3341254"/>
              <a:gd name="connsiteX8733" fmla="*/ 5684509 w 6545688"/>
              <a:gd name="connsiteY8733" fmla="*/ 1035003 h 3341254"/>
              <a:gd name="connsiteX8734" fmla="*/ 5693654 w 6545688"/>
              <a:gd name="connsiteY8734" fmla="*/ 1019247 h 3341254"/>
              <a:gd name="connsiteX8735" fmla="*/ 5694730 w 6545688"/>
              <a:gd name="connsiteY8735" fmla="*/ 1018632 h 3341254"/>
              <a:gd name="connsiteX8736" fmla="*/ 1850233 w 6545688"/>
              <a:gd name="connsiteY8736" fmla="*/ 1014482 h 3341254"/>
              <a:gd name="connsiteX8737" fmla="*/ 1872905 w 6545688"/>
              <a:gd name="connsiteY8737" fmla="*/ 1014482 h 3341254"/>
              <a:gd name="connsiteX8738" fmla="*/ 1874289 w 6545688"/>
              <a:gd name="connsiteY8738" fmla="*/ 1015250 h 3341254"/>
              <a:gd name="connsiteX8739" fmla="*/ 1885663 w 6545688"/>
              <a:gd name="connsiteY8739" fmla="*/ 1034925 h 3341254"/>
              <a:gd name="connsiteX8740" fmla="*/ 1885663 w 6545688"/>
              <a:gd name="connsiteY8740" fmla="*/ 1036539 h 3341254"/>
              <a:gd name="connsiteX8741" fmla="*/ 1874289 w 6545688"/>
              <a:gd name="connsiteY8741" fmla="*/ 1056213 h 3341254"/>
              <a:gd name="connsiteX8742" fmla="*/ 1872905 w 6545688"/>
              <a:gd name="connsiteY8742" fmla="*/ 1056982 h 3341254"/>
              <a:gd name="connsiteX8743" fmla="*/ 1850233 w 6545688"/>
              <a:gd name="connsiteY8743" fmla="*/ 1056982 h 3341254"/>
              <a:gd name="connsiteX8744" fmla="*/ 1848851 w 6545688"/>
              <a:gd name="connsiteY8744" fmla="*/ 1056213 h 3341254"/>
              <a:gd name="connsiteX8745" fmla="*/ 1837475 w 6545688"/>
              <a:gd name="connsiteY8745" fmla="*/ 1036539 h 3341254"/>
              <a:gd name="connsiteX8746" fmla="*/ 1837475 w 6545688"/>
              <a:gd name="connsiteY8746" fmla="*/ 1034925 h 3341254"/>
              <a:gd name="connsiteX8747" fmla="*/ 1848851 w 6545688"/>
              <a:gd name="connsiteY8747" fmla="*/ 1015250 h 3341254"/>
              <a:gd name="connsiteX8748" fmla="*/ 1850233 w 6545688"/>
              <a:gd name="connsiteY8748" fmla="*/ 1014482 h 3341254"/>
              <a:gd name="connsiteX8749" fmla="*/ 4136889 w 6545688"/>
              <a:gd name="connsiteY8749" fmla="*/ 1013789 h 3341254"/>
              <a:gd name="connsiteX8750" fmla="*/ 4160329 w 6545688"/>
              <a:gd name="connsiteY8750" fmla="*/ 1013789 h 3341254"/>
              <a:gd name="connsiteX8751" fmla="*/ 4161789 w 6545688"/>
              <a:gd name="connsiteY8751" fmla="*/ 1014633 h 3341254"/>
              <a:gd name="connsiteX8752" fmla="*/ 4173471 w 6545688"/>
              <a:gd name="connsiteY8752" fmla="*/ 1034923 h 3341254"/>
              <a:gd name="connsiteX8753" fmla="*/ 4173471 w 6545688"/>
              <a:gd name="connsiteY8753" fmla="*/ 1036615 h 3341254"/>
              <a:gd name="connsiteX8754" fmla="*/ 4161714 w 6545688"/>
              <a:gd name="connsiteY8754" fmla="*/ 1056904 h 3341254"/>
              <a:gd name="connsiteX8755" fmla="*/ 4160251 w 6545688"/>
              <a:gd name="connsiteY8755" fmla="*/ 1057749 h 3341254"/>
              <a:gd name="connsiteX8756" fmla="*/ 4136812 w 6545688"/>
              <a:gd name="connsiteY8756" fmla="*/ 1057749 h 3341254"/>
              <a:gd name="connsiteX8757" fmla="*/ 4135352 w 6545688"/>
              <a:gd name="connsiteY8757" fmla="*/ 1056904 h 3341254"/>
              <a:gd name="connsiteX8758" fmla="*/ 4123669 w 6545688"/>
              <a:gd name="connsiteY8758" fmla="*/ 1036615 h 3341254"/>
              <a:gd name="connsiteX8759" fmla="*/ 4123669 w 6545688"/>
              <a:gd name="connsiteY8759" fmla="*/ 1034923 h 3341254"/>
              <a:gd name="connsiteX8760" fmla="*/ 4135428 w 6545688"/>
              <a:gd name="connsiteY8760" fmla="*/ 1014633 h 3341254"/>
              <a:gd name="connsiteX8761" fmla="*/ 4136889 w 6545688"/>
              <a:gd name="connsiteY8761" fmla="*/ 1013789 h 3341254"/>
              <a:gd name="connsiteX8762" fmla="*/ 3952974 w 6545688"/>
              <a:gd name="connsiteY8762" fmla="*/ 1011945 h 3341254"/>
              <a:gd name="connsiteX8763" fmla="*/ 3978337 w 6545688"/>
              <a:gd name="connsiteY8763" fmla="*/ 1011945 h 3341254"/>
              <a:gd name="connsiteX8764" fmla="*/ 3979874 w 6545688"/>
              <a:gd name="connsiteY8764" fmla="*/ 1012868 h 3341254"/>
              <a:gd name="connsiteX8765" fmla="*/ 3992555 w 6545688"/>
              <a:gd name="connsiteY8765" fmla="*/ 1034847 h 3341254"/>
              <a:gd name="connsiteX8766" fmla="*/ 3992555 w 6545688"/>
              <a:gd name="connsiteY8766" fmla="*/ 1036615 h 3341254"/>
              <a:gd name="connsiteX8767" fmla="*/ 3979874 w 6545688"/>
              <a:gd name="connsiteY8767" fmla="*/ 1058596 h 3341254"/>
              <a:gd name="connsiteX8768" fmla="*/ 3978337 w 6545688"/>
              <a:gd name="connsiteY8768" fmla="*/ 1059518 h 3341254"/>
              <a:gd name="connsiteX8769" fmla="*/ 3952974 w 6545688"/>
              <a:gd name="connsiteY8769" fmla="*/ 1059518 h 3341254"/>
              <a:gd name="connsiteX8770" fmla="*/ 3951438 w 6545688"/>
              <a:gd name="connsiteY8770" fmla="*/ 1058596 h 3341254"/>
              <a:gd name="connsiteX8771" fmla="*/ 3938756 w 6545688"/>
              <a:gd name="connsiteY8771" fmla="*/ 1036615 h 3341254"/>
              <a:gd name="connsiteX8772" fmla="*/ 3938756 w 6545688"/>
              <a:gd name="connsiteY8772" fmla="*/ 1034847 h 3341254"/>
              <a:gd name="connsiteX8773" fmla="*/ 3951438 w 6545688"/>
              <a:gd name="connsiteY8773" fmla="*/ 1012868 h 3341254"/>
              <a:gd name="connsiteX8774" fmla="*/ 3952974 w 6545688"/>
              <a:gd name="connsiteY8774" fmla="*/ 1011945 h 3341254"/>
              <a:gd name="connsiteX8775" fmla="*/ 3857830 w 6545688"/>
              <a:gd name="connsiteY8775" fmla="*/ 1005105 h 3341254"/>
              <a:gd name="connsiteX8776" fmla="*/ 3890570 w 6545688"/>
              <a:gd name="connsiteY8776" fmla="*/ 1005105 h 3341254"/>
              <a:gd name="connsiteX8777" fmla="*/ 3892567 w 6545688"/>
              <a:gd name="connsiteY8777" fmla="*/ 1006257 h 3341254"/>
              <a:gd name="connsiteX8778" fmla="*/ 3908938 w 6545688"/>
              <a:gd name="connsiteY8778" fmla="*/ 1034617 h 3341254"/>
              <a:gd name="connsiteX8779" fmla="*/ 3908938 w 6545688"/>
              <a:gd name="connsiteY8779" fmla="*/ 1036922 h 3341254"/>
              <a:gd name="connsiteX8780" fmla="*/ 3892567 w 6545688"/>
              <a:gd name="connsiteY8780" fmla="*/ 1065282 h 3341254"/>
              <a:gd name="connsiteX8781" fmla="*/ 3890570 w 6545688"/>
              <a:gd name="connsiteY8781" fmla="*/ 1066435 h 3341254"/>
              <a:gd name="connsiteX8782" fmla="*/ 3857830 w 6545688"/>
              <a:gd name="connsiteY8782" fmla="*/ 1066435 h 3341254"/>
              <a:gd name="connsiteX8783" fmla="*/ 3855831 w 6545688"/>
              <a:gd name="connsiteY8783" fmla="*/ 1065282 h 3341254"/>
              <a:gd name="connsiteX8784" fmla="*/ 3839462 w 6545688"/>
              <a:gd name="connsiteY8784" fmla="*/ 1036922 h 3341254"/>
              <a:gd name="connsiteX8785" fmla="*/ 3839462 w 6545688"/>
              <a:gd name="connsiteY8785" fmla="*/ 1034617 h 3341254"/>
              <a:gd name="connsiteX8786" fmla="*/ 3855831 w 6545688"/>
              <a:gd name="connsiteY8786" fmla="*/ 1006257 h 3341254"/>
              <a:gd name="connsiteX8787" fmla="*/ 3857830 w 6545688"/>
              <a:gd name="connsiteY8787" fmla="*/ 1005105 h 3341254"/>
              <a:gd name="connsiteX8788" fmla="*/ 2407736 w 6545688"/>
              <a:gd name="connsiteY8788" fmla="*/ 951230 h 3341254"/>
              <a:gd name="connsiteX8789" fmla="*/ 2413271 w 6545688"/>
              <a:gd name="connsiteY8789" fmla="*/ 951230 h 3341254"/>
              <a:gd name="connsiteX8790" fmla="*/ 2413578 w 6545688"/>
              <a:gd name="connsiteY8790" fmla="*/ 951460 h 3341254"/>
              <a:gd name="connsiteX8791" fmla="*/ 2416344 w 6545688"/>
              <a:gd name="connsiteY8791" fmla="*/ 956225 h 3341254"/>
              <a:gd name="connsiteX8792" fmla="*/ 2416344 w 6545688"/>
              <a:gd name="connsiteY8792" fmla="*/ 956611 h 3341254"/>
              <a:gd name="connsiteX8793" fmla="*/ 2413578 w 6545688"/>
              <a:gd name="connsiteY8793" fmla="*/ 961374 h 3341254"/>
              <a:gd name="connsiteX8794" fmla="*/ 2413271 w 6545688"/>
              <a:gd name="connsiteY8794" fmla="*/ 961606 h 3341254"/>
              <a:gd name="connsiteX8795" fmla="*/ 2407736 w 6545688"/>
              <a:gd name="connsiteY8795" fmla="*/ 961606 h 3341254"/>
              <a:gd name="connsiteX8796" fmla="*/ 2407429 w 6545688"/>
              <a:gd name="connsiteY8796" fmla="*/ 961374 h 3341254"/>
              <a:gd name="connsiteX8797" fmla="*/ 2404662 w 6545688"/>
              <a:gd name="connsiteY8797" fmla="*/ 956611 h 3341254"/>
              <a:gd name="connsiteX8798" fmla="*/ 2404662 w 6545688"/>
              <a:gd name="connsiteY8798" fmla="*/ 956225 h 3341254"/>
              <a:gd name="connsiteX8799" fmla="*/ 2407429 w 6545688"/>
              <a:gd name="connsiteY8799" fmla="*/ 951460 h 3341254"/>
              <a:gd name="connsiteX8800" fmla="*/ 2407736 w 6545688"/>
              <a:gd name="connsiteY8800" fmla="*/ 951230 h 3341254"/>
              <a:gd name="connsiteX8801" fmla="*/ 5792028 w 6545688"/>
              <a:gd name="connsiteY8801" fmla="*/ 950308 h 3341254"/>
              <a:gd name="connsiteX8802" fmla="*/ 5798561 w 6545688"/>
              <a:gd name="connsiteY8802" fmla="*/ 950308 h 3341254"/>
              <a:gd name="connsiteX8803" fmla="*/ 5798944 w 6545688"/>
              <a:gd name="connsiteY8803" fmla="*/ 950537 h 3341254"/>
              <a:gd name="connsiteX8804" fmla="*/ 5802249 w 6545688"/>
              <a:gd name="connsiteY8804" fmla="*/ 956225 h 3341254"/>
              <a:gd name="connsiteX8805" fmla="*/ 5802249 w 6545688"/>
              <a:gd name="connsiteY8805" fmla="*/ 956687 h 3341254"/>
              <a:gd name="connsiteX8806" fmla="*/ 5798944 w 6545688"/>
              <a:gd name="connsiteY8806" fmla="*/ 962373 h 3341254"/>
              <a:gd name="connsiteX8807" fmla="*/ 5798561 w 6545688"/>
              <a:gd name="connsiteY8807" fmla="*/ 962604 h 3341254"/>
              <a:gd name="connsiteX8808" fmla="*/ 5792028 w 6545688"/>
              <a:gd name="connsiteY8808" fmla="*/ 962604 h 3341254"/>
              <a:gd name="connsiteX8809" fmla="*/ 5791642 w 6545688"/>
              <a:gd name="connsiteY8809" fmla="*/ 962373 h 3341254"/>
              <a:gd name="connsiteX8810" fmla="*/ 5788339 w 6545688"/>
              <a:gd name="connsiteY8810" fmla="*/ 956687 h 3341254"/>
              <a:gd name="connsiteX8811" fmla="*/ 5788339 w 6545688"/>
              <a:gd name="connsiteY8811" fmla="*/ 956225 h 3341254"/>
              <a:gd name="connsiteX8812" fmla="*/ 5791642 w 6545688"/>
              <a:gd name="connsiteY8812" fmla="*/ 950537 h 3341254"/>
              <a:gd name="connsiteX8813" fmla="*/ 5792028 w 6545688"/>
              <a:gd name="connsiteY8813" fmla="*/ 950308 h 3341254"/>
              <a:gd name="connsiteX8814" fmla="*/ 4510939 w 6545688"/>
              <a:gd name="connsiteY8814" fmla="*/ 949617 h 3341254"/>
              <a:gd name="connsiteX8815" fmla="*/ 4518241 w 6545688"/>
              <a:gd name="connsiteY8815" fmla="*/ 949617 h 3341254"/>
              <a:gd name="connsiteX8816" fmla="*/ 4518702 w 6545688"/>
              <a:gd name="connsiteY8816" fmla="*/ 949846 h 3341254"/>
              <a:gd name="connsiteX8817" fmla="*/ 4522391 w 6545688"/>
              <a:gd name="connsiteY8817" fmla="*/ 956149 h 3341254"/>
              <a:gd name="connsiteX8818" fmla="*/ 4522391 w 6545688"/>
              <a:gd name="connsiteY8818" fmla="*/ 956687 h 3341254"/>
              <a:gd name="connsiteX8819" fmla="*/ 4518702 w 6545688"/>
              <a:gd name="connsiteY8819" fmla="*/ 962990 h 3341254"/>
              <a:gd name="connsiteX8820" fmla="*/ 4518241 w 6545688"/>
              <a:gd name="connsiteY8820" fmla="*/ 963220 h 3341254"/>
              <a:gd name="connsiteX8821" fmla="*/ 4510939 w 6545688"/>
              <a:gd name="connsiteY8821" fmla="*/ 963220 h 3341254"/>
              <a:gd name="connsiteX8822" fmla="*/ 4510477 w 6545688"/>
              <a:gd name="connsiteY8822" fmla="*/ 962990 h 3341254"/>
              <a:gd name="connsiteX8823" fmla="*/ 4506789 w 6545688"/>
              <a:gd name="connsiteY8823" fmla="*/ 956687 h 3341254"/>
              <a:gd name="connsiteX8824" fmla="*/ 4506789 w 6545688"/>
              <a:gd name="connsiteY8824" fmla="*/ 956149 h 3341254"/>
              <a:gd name="connsiteX8825" fmla="*/ 4510477 w 6545688"/>
              <a:gd name="connsiteY8825" fmla="*/ 949846 h 3341254"/>
              <a:gd name="connsiteX8826" fmla="*/ 4510939 w 6545688"/>
              <a:gd name="connsiteY8826" fmla="*/ 949617 h 3341254"/>
              <a:gd name="connsiteX8827" fmla="*/ 2315358 w 6545688"/>
              <a:gd name="connsiteY8827" fmla="*/ 949617 h 3341254"/>
              <a:gd name="connsiteX8828" fmla="*/ 2322660 w 6545688"/>
              <a:gd name="connsiteY8828" fmla="*/ 949617 h 3341254"/>
              <a:gd name="connsiteX8829" fmla="*/ 2323121 w 6545688"/>
              <a:gd name="connsiteY8829" fmla="*/ 949846 h 3341254"/>
              <a:gd name="connsiteX8830" fmla="*/ 2326810 w 6545688"/>
              <a:gd name="connsiteY8830" fmla="*/ 956149 h 3341254"/>
              <a:gd name="connsiteX8831" fmla="*/ 2326810 w 6545688"/>
              <a:gd name="connsiteY8831" fmla="*/ 956687 h 3341254"/>
              <a:gd name="connsiteX8832" fmla="*/ 2323121 w 6545688"/>
              <a:gd name="connsiteY8832" fmla="*/ 962990 h 3341254"/>
              <a:gd name="connsiteX8833" fmla="*/ 2322660 w 6545688"/>
              <a:gd name="connsiteY8833" fmla="*/ 963220 h 3341254"/>
              <a:gd name="connsiteX8834" fmla="*/ 2315358 w 6545688"/>
              <a:gd name="connsiteY8834" fmla="*/ 963220 h 3341254"/>
              <a:gd name="connsiteX8835" fmla="*/ 2314897 w 6545688"/>
              <a:gd name="connsiteY8835" fmla="*/ 962990 h 3341254"/>
              <a:gd name="connsiteX8836" fmla="*/ 2311208 w 6545688"/>
              <a:gd name="connsiteY8836" fmla="*/ 956687 h 3341254"/>
              <a:gd name="connsiteX8837" fmla="*/ 2311208 w 6545688"/>
              <a:gd name="connsiteY8837" fmla="*/ 956149 h 3341254"/>
              <a:gd name="connsiteX8838" fmla="*/ 2314897 w 6545688"/>
              <a:gd name="connsiteY8838" fmla="*/ 949846 h 3341254"/>
              <a:gd name="connsiteX8839" fmla="*/ 2315358 w 6545688"/>
              <a:gd name="connsiteY8839" fmla="*/ 949617 h 3341254"/>
              <a:gd name="connsiteX8840" fmla="*/ 5608422 w 6545688"/>
              <a:gd name="connsiteY8840" fmla="*/ 949155 h 3341254"/>
              <a:gd name="connsiteX8841" fmla="*/ 5616185 w 6545688"/>
              <a:gd name="connsiteY8841" fmla="*/ 949155 h 3341254"/>
              <a:gd name="connsiteX8842" fmla="*/ 5616644 w 6545688"/>
              <a:gd name="connsiteY8842" fmla="*/ 949463 h 3341254"/>
              <a:gd name="connsiteX8843" fmla="*/ 5620489 w 6545688"/>
              <a:gd name="connsiteY8843" fmla="*/ 956225 h 3341254"/>
              <a:gd name="connsiteX8844" fmla="*/ 5620489 w 6545688"/>
              <a:gd name="connsiteY8844" fmla="*/ 956765 h 3341254"/>
              <a:gd name="connsiteX8845" fmla="*/ 5616569 w 6545688"/>
              <a:gd name="connsiteY8845" fmla="*/ 963527 h 3341254"/>
              <a:gd name="connsiteX8846" fmla="*/ 5616107 w 6545688"/>
              <a:gd name="connsiteY8846" fmla="*/ 963835 h 3341254"/>
              <a:gd name="connsiteX8847" fmla="*/ 5608346 w 6545688"/>
              <a:gd name="connsiteY8847" fmla="*/ 963835 h 3341254"/>
              <a:gd name="connsiteX8848" fmla="*/ 5607884 w 6545688"/>
              <a:gd name="connsiteY8848" fmla="*/ 963527 h 3341254"/>
              <a:gd name="connsiteX8849" fmla="*/ 5604042 w 6545688"/>
              <a:gd name="connsiteY8849" fmla="*/ 956765 h 3341254"/>
              <a:gd name="connsiteX8850" fmla="*/ 5604042 w 6545688"/>
              <a:gd name="connsiteY8850" fmla="*/ 956225 h 3341254"/>
              <a:gd name="connsiteX8851" fmla="*/ 5607960 w 6545688"/>
              <a:gd name="connsiteY8851" fmla="*/ 949463 h 3341254"/>
              <a:gd name="connsiteX8852" fmla="*/ 5608422 w 6545688"/>
              <a:gd name="connsiteY8852" fmla="*/ 949155 h 3341254"/>
              <a:gd name="connsiteX8853" fmla="*/ 2040602 w 6545688"/>
              <a:gd name="connsiteY8853" fmla="*/ 949001 h 3341254"/>
              <a:gd name="connsiteX8854" fmla="*/ 2048517 w 6545688"/>
              <a:gd name="connsiteY8854" fmla="*/ 949001 h 3341254"/>
              <a:gd name="connsiteX8855" fmla="*/ 2048978 w 6545688"/>
              <a:gd name="connsiteY8855" fmla="*/ 949309 h 3341254"/>
              <a:gd name="connsiteX8856" fmla="*/ 2052899 w 6545688"/>
              <a:gd name="connsiteY8856" fmla="*/ 956149 h 3341254"/>
              <a:gd name="connsiteX8857" fmla="*/ 2052899 w 6545688"/>
              <a:gd name="connsiteY8857" fmla="*/ 956687 h 3341254"/>
              <a:gd name="connsiteX8858" fmla="*/ 2048902 w 6545688"/>
              <a:gd name="connsiteY8858" fmla="*/ 963527 h 3341254"/>
              <a:gd name="connsiteX8859" fmla="*/ 2048441 w 6545688"/>
              <a:gd name="connsiteY8859" fmla="*/ 963835 h 3341254"/>
              <a:gd name="connsiteX8860" fmla="*/ 2040524 w 6545688"/>
              <a:gd name="connsiteY8860" fmla="*/ 963835 h 3341254"/>
              <a:gd name="connsiteX8861" fmla="*/ 2040065 w 6545688"/>
              <a:gd name="connsiteY8861" fmla="*/ 963527 h 3341254"/>
              <a:gd name="connsiteX8862" fmla="*/ 2036144 w 6545688"/>
              <a:gd name="connsiteY8862" fmla="*/ 956687 h 3341254"/>
              <a:gd name="connsiteX8863" fmla="*/ 2036144 w 6545688"/>
              <a:gd name="connsiteY8863" fmla="*/ 956149 h 3341254"/>
              <a:gd name="connsiteX8864" fmla="*/ 2040141 w 6545688"/>
              <a:gd name="connsiteY8864" fmla="*/ 949309 h 3341254"/>
              <a:gd name="connsiteX8865" fmla="*/ 2040602 w 6545688"/>
              <a:gd name="connsiteY8865" fmla="*/ 949001 h 3341254"/>
              <a:gd name="connsiteX8866" fmla="*/ 2772258 w 6545688"/>
              <a:gd name="connsiteY8866" fmla="*/ 948770 h 3341254"/>
              <a:gd name="connsiteX8867" fmla="*/ 2780481 w 6545688"/>
              <a:gd name="connsiteY8867" fmla="*/ 948770 h 3341254"/>
              <a:gd name="connsiteX8868" fmla="*/ 2781020 w 6545688"/>
              <a:gd name="connsiteY8868" fmla="*/ 949077 h 3341254"/>
              <a:gd name="connsiteX8869" fmla="*/ 2785093 w 6545688"/>
              <a:gd name="connsiteY8869" fmla="*/ 956225 h 3341254"/>
              <a:gd name="connsiteX8870" fmla="*/ 2785093 w 6545688"/>
              <a:gd name="connsiteY8870" fmla="*/ 956839 h 3341254"/>
              <a:gd name="connsiteX8871" fmla="*/ 2781020 w 6545688"/>
              <a:gd name="connsiteY8871" fmla="*/ 963987 h 3341254"/>
              <a:gd name="connsiteX8872" fmla="*/ 2780481 w 6545688"/>
              <a:gd name="connsiteY8872" fmla="*/ 964294 h 3341254"/>
              <a:gd name="connsiteX8873" fmla="*/ 2772258 w 6545688"/>
              <a:gd name="connsiteY8873" fmla="*/ 964294 h 3341254"/>
              <a:gd name="connsiteX8874" fmla="*/ 2771721 w 6545688"/>
              <a:gd name="connsiteY8874" fmla="*/ 963987 h 3341254"/>
              <a:gd name="connsiteX8875" fmla="*/ 2767647 w 6545688"/>
              <a:gd name="connsiteY8875" fmla="*/ 956839 h 3341254"/>
              <a:gd name="connsiteX8876" fmla="*/ 2767647 w 6545688"/>
              <a:gd name="connsiteY8876" fmla="*/ 956225 h 3341254"/>
              <a:gd name="connsiteX8877" fmla="*/ 2771721 w 6545688"/>
              <a:gd name="connsiteY8877" fmla="*/ 949077 h 3341254"/>
              <a:gd name="connsiteX8878" fmla="*/ 2772258 w 6545688"/>
              <a:gd name="connsiteY8878" fmla="*/ 948770 h 3341254"/>
              <a:gd name="connsiteX8879" fmla="*/ 6339925 w 6545688"/>
              <a:gd name="connsiteY8879" fmla="*/ 948462 h 3341254"/>
              <a:gd name="connsiteX8880" fmla="*/ 6348454 w 6545688"/>
              <a:gd name="connsiteY8880" fmla="*/ 948462 h 3341254"/>
              <a:gd name="connsiteX8881" fmla="*/ 6348994 w 6545688"/>
              <a:gd name="connsiteY8881" fmla="*/ 948770 h 3341254"/>
              <a:gd name="connsiteX8882" fmla="*/ 6353220 w 6545688"/>
              <a:gd name="connsiteY8882" fmla="*/ 956148 h 3341254"/>
              <a:gd name="connsiteX8883" fmla="*/ 6353220 w 6545688"/>
              <a:gd name="connsiteY8883" fmla="*/ 956763 h 3341254"/>
              <a:gd name="connsiteX8884" fmla="*/ 6348994 w 6545688"/>
              <a:gd name="connsiteY8884" fmla="*/ 964140 h 3341254"/>
              <a:gd name="connsiteX8885" fmla="*/ 6348454 w 6545688"/>
              <a:gd name="connsiteY8885" fmla="*/ 964448 h 3341254"/>
              <a:gd name="connsiteX8886" fmla="*/ 6339925 w 6545688"/>
              <a:gd name="connsiteY8886" fmla="*/ 964448 h 3341254"/>
              <a:gd name="connsiteX8887" fmla="*/ 6339385 w 6545688"/>
              <a:gd name="connsiteY8887" fmla="*/ 964140 h 3341254"/>
              <a:gd name="connsiteX8888" fmla="*/ 6335159 w 6545688"/>
              <a:gd name="connsiteY8888" fmla="*/ 956763 h 3341254"/>
              <a:gd name="connsiteX8889" fmla="*/ 6335159 w 6545688"/>
              <a:gd name="connsiteY8889" fmla="*/ 956148 h 3341254"/>
              <a:gd name="connsiteX8890" fmla="*/ 6339385 w 6545688"/>
              <a:gd name="connsiteY8890" fmla="*/ 948770 h 3341254"/>
              <a:gd name="connsiteX8891" fmla="*/ 6339925 w 6545688"/>
              <a:gd name="connsiteY8891" fmla="*/ 948462 h 3341254"/>
              <a:gd name="connsiteX8892" fmla="*/ 4693239 w 6545688"/>
              <a:gd name="connsiteY8892" fmla="*/ 948462 h 3341254"/>
              <a:gd name="connsiteX8893" fmla="*/ 4701769 w 6545688"/>
              <a:gd name="connsiteY8893" fmla="*/ 948462 h 3341254"/>
              <a:gd name="connsiteX8894" fmla="*/ 4702308 w 6545688"/>
              <a:gd name="connsiteY8894" fmla="*/ 948770 h 3341254"/>
              <a:gd name="connsiteX8895" fmla="*/ 4706535 w 6545688"/>
              <a:gd name="connsiteY8895" fmla="*/ 956148 h 3341254"/>
              <a:gd name="connsiteX8896" fmla="*/ 4706535 w 6545688"/>
              <a:gd name="connsiteY8896" fmla="*/ 956763 h 3341254"/>
              <a:gd name="connsiteX8897" fmla="*/ 4702308 w 6545688"/>
              <a:gd name="connsiteY8897" fmla="*/ 964140 h 3341254"/>
              <a:gd name="connsiteX8898" fmla="*/ 4701769 w 6545688"/>
              <a:gd name="connsiteY8898" fmla="*/ 964448 h 3341254"/>
              <a:gd name="connsiteX8899" fmla="*/ 4693239 w 6545688"/>
              <a:gd name="connsiteY8899" fmla="*/ 964448 h 3341254"/>
              <a:gd name="connsiteX8900" fmla="*/ 4692700 w 6545688"/>
              <a:gd name="connsiteY8900" fmla="*/ 964140 h 3341254"/>
              <a:gd name="connsiteX8901" fmla="*/ 4688473 w 6545688"/>
              <a:gd name="connsiteY8901" fmla="*/ 956763 h 3341254"/>
              <a:gd name="connsiteX8902" fmla="*/ 4688473 w 6545688"/>
              <a:gd name="connsiteY8902" fmla="*/ 956148 h 3341254"/>
              <a:gd name="connsiteX8903" fmla="*/ 4692700 w 6545688"/>
              <a:gd name="connsiteY8903" fmla="*/ 948770 h 3341254"/>
              <a:gd name="connsiteX8904" fmla="*/ 4693239 w 6545688"/>
              <a:gd name="connsiteY8904" fmla="*/ 948462 h 3341254"/>
              <a:gd name="connsiteX8905" fmla="*/ 4418712 w 6545688"/>
              <a:gd name="connsiteY8905" fmla="*/ 948309 h 3341254"/>
              <a:gd name="connsiteX8906" fmla="*/ 4427398 w 6545688"/>
              <a:gd name="connsiteY8906" fmla="*/ 948309 h 3341254"/>
              <a:gd name="connsiteX8907" fmla="*/ 4427935 w 6545688"/>
              <a:gd name="connsiteY8907" fmla="*/ 948616 h 3341254"/>
              <a:gd name="connsiteX8908" fmla="*/ 4432240 w 6545688"/>
              <a:gd name="connsiteY8908" fmla="*/ 956148 h 3341254"/>
              <a:gd name="connsiteX8909" fmla="*/ 4432240 w 6545688"/>
              <a:gd name="connsiteY8909" fmla="*/ 956763 h 3341254"/>
              <a:gd name="connsiteX8910" fmla="*/ 4427935 w 6545688"/>
              <a:gd name="connsiteY8910" fmla="*/ 964294 h 3341254"/>
              <a:gd name="connsiteX8911" fmla="*/ 4427398 w 6545688"/>
              <a:gd name="connsiteY8911" fmla="*/ 964602 h 3341254"/>
              <a:gd name="connsiteX8912" fmla="*/ 4418712 w 6545688"/>
              <a:gd name="connsiteY8912" fmla="*/ 964602 h 3341254"/>
              <a:gd name="connsiteX8913" fmla="*/ 4418175 w 6545688"/>
              <a:gd name="connsiteY8913" fmla="*/ 964294 h 3341254"/>
              <a:gd name="connsiteX8914" fmla="*/ 4413871 w 6545688"/>
              <a:gd name="connsiteY8914" fmla="*/ 956763 h 3341254"/>
              <a:gd name="connsiteX8915" fmla="*/ 4413871 w 6545688"/>
              <a:gd name="connsiteY8915" fmla="*/ 956148 h 3341254"/>
              <a:gd name="connsiteX8916" fmla="*/ 4418175 w 6545688"/>
              <a:gd name="connsiteY8916" fmla="*/ 948616 h 3341254"/>
              <a:gd name="connsiteX8917" fmla="*/ 4418712 w 6545688"/>
              <a:gd name="connsiteY8917" fmla="*/ 948309 h 3341254"/>
              <a:gd name="connsiteX8918" fmla="*/ 6248238 w 6545688"/>
              <a:gd name="connsiteY8918" fmla="*/ 948157 h 3341254"/>
              <a:gd name="connsiteX8919" fmla="*/ 6257075 w 6545688"/>
              <a:gd name="connsiteY8919" fmla="*/ 948157 h 3341254"/>
              <a:gd name="connsiteX8920" fmla="*/ 6257612 w 6545688"/>
              <a:gd name="connsiteY8920" fmla="*/ 948464 h 3341254"/>
              <a:gd name="connsiteX8921" fmla="*/ 6261994 w 6545688"/>
              <a:gd name="connsiteY8921" fmla="*/ 956073 h 3341254"/>
              <a:gd name="connsiteX8922" fmla="*/ 6261994 w 6545688"/>
              <a:gd name="connsiteY8922" fmla="*/ 956687 h 3341254"/>
              <a:gd name="connsiteX8923" fmla="*/ 6257612 w 6545688"/>
              <a:gd name="connsiteY8923" fmla="*/ 964296 h 3341254"/>
              <a:gd name="connsiteX8924" fmla="*/ 6257075 w 6545688"/>
              <a:gd name="connsiteY8924" fmla="*/ 964604 h 3341254"/>
              <a:gd name="connsiteX8925" fmla="*/ 6248238 w 6545688"/>
              <a:gd name="connsiteY8925" fmla="*/ 964604 h 3341254"/>
              <a:gd name="connsiteX8926" fmla="*/ 6247700 w 6545688"/>
              <a:gd name="connsiteY8926" fmla="*/ 964296 h 3341254"/>
              <a:gd name="connsiteX8927" fmla="*/ 6243318 w 6545688"/>
              <a:gd name="connsiteY8927" fmla="*/ 956687 h 3341254"/>
              <a:gd name="connsiteX8928" fmla="*/ 6243318 w 6545688"/>
              <a:gd name="connsiteY8928" fmla="*/ 956073 h 3341254"/>
              <a:gd name="connsiteX8929" fmla="*/ 6247700 w 6545688"/>
              <a:gd name="connsiteY8929" fmla="*/ 948464 h 3341254"/>
              <a:gd name="connsiteX8930" fmla="*/ 6248238 w 6545688"/>
              <a:gd name="connsiteY8930" fmla="*/ 948157 h 3341254"/>
              <a:gd name="connsiteX8931" fmla="*/ 6156626 w 6545688"/>
              <a:gd name="connsiteY8931" fmla="*/ 947771 h 3341254"/>
              <a:gd name="connsiteX8932" fmla="*/ 6165849 w 6545688"/>
              <a:gd name="connsiteY8932" fmla="*/ 947771 h 3341254"/>
              <a:gd name="connsiteX8933" fmla="*/ 6166386 w 6545688"/>
              <a:gd name="connsiteY8933" fmla="*/ 948079 h 3341254"/>
              <a:gd name="connsiteX8934" fmla="*/ 6170998 w 6545688"/>
              <a:gd name="connsiteY8934" fmla="*/ 956072 h 3341254"/>
              <a:gd name="connsiteX8935" fmla="*/ 6170998 w 6545688"/>
              <a:gd name="connsiteY8935" fmla="*/ 956763 h 3341254"/>
              <a:gd name="connsiteX8936" fmla="*/ 6166386 w 6545688"/>
              <a:gd name="connsiteY8936" fmla="*/ 964755 h 3341254"/>
              <a:gd name="connsiteX8937" fmla="*/ 6165849 w 6545688"/>
              <a:gd name="connsiteY8937" fmla="*/ 965063 h 3341254"/>
              <a:gd name="connsiteX8938" fmla="*/ 6156626 w 6545688"/>
              <a:gd name="connsiteY8938" fmla="*/ 965063 h 3341254"/>
              <a:gd name="connsiteX8939" fmla="*/ 6156088 w 6545688"/>
              <a:gd name="connsiteY8939" fmla="*/ 964755 h 3341254"/>
              <a:gd name="connsiteX8940" fmla="*/ 6151477 w 6545688"/>
              <a:gd name="connsiteY8940" fmla="*/ 956763 h 3341254"/>
              <a:gd name="connsiteX8941" fmla="*/ 6151477 w 6545688"/>
              <a:gd name="connsiteY8941" fmla="*/ 956072 h 3341254"/>
              <a:gd name="connsiteX8942" fmla="*/ 6156088 w 6545688"/>
              <a:gd name="connsiteY8942" fmla="*/ 948079 h 3341254"/>
              <a:gd name="connsiteX8943" fmla="*/ 6156626 w 6545688"/>
              <a:gd name="connsiteY8943" fmla="*/ 947771 h 3341254"/>
              <a:gd name="connsiteX8944" fmla="*/ 2497273 w 6545688"/>
              <a:gd name="connsiteY8944" fmla="*/ 947617 h 3341254"/>
              <a:gd name="connsiteX8945" fmla="*/ 2506648 w 6545688"/>
              <a:gd name="connsiteY8945" fmla="*/ 947617 h 3341254"/>
              <a:gd name="connsiteX8946" fmla="*/ 2507187 w 6545688"/>
              <a:gd name="connsiteY8946" fmla="*/ 947925 h 3341254"/>
              <a:gd name="connsiteX8947" fmla="*/ 2511874 w 6545688"/>
              <a:gd name="connsiteY8947" fmla="*/ 956072 h 3341254"/>
              <a:gd name="connsiteX8948" fmla="*/ 2511874 w 6545688"/>
              <a:gd name="connsiteY8948" fmla="*/ 956763 h 3341254"/>
              <a:gd name="connsiteX8949" fmla="*/ 2507187 w 6545688"/>
              <a:gd name="connsiteY8949" fmla="*/ 964909 h 3341254"/>
              <a:gd name="connsiteX8950" fmla="*/ 2506648 w 6545688"/>
              <a:gd name="connsiteY8950" fmla="*/ 965217 h 3341254"/>
              <a:gd name="connsiteX8951" fmla="*/ 2497273 w 6545688"/>
              <a:gd name="connsiteY8951" fmla="*/ 965217 h 3341254"/>
              <a:gd name="connsiteX8952" fmla="*/ 2496733 w 6545688"/>
              <a:gd name="connsiteY8952" fmla="*/ 964909 h 3341254"/>
              <a:gd name="connsiteX8953" fmla="*/ 2492046 w 6545688"/>
              <a:gd name="connsiteY8953" fmla="*/ 956763 h 3341254"/>
              <a:gd name="connsiteX8954" fmla="*/ 2492046 w 6545688"/>
              <a:gd name="connsiteY8954" fmla="*/ 956072 h 3341254"/>
              <a:gd name="connsiteX8955" fmla="*/ 2496733 w 6545688"/>
              <a:gd name="connsiteY8955" fmla="*/ 947925 h 3341254"/>
              <a:gd name="connsiteX8956" fmla="*/ 2497273 w 6545688"/>
              <a:gd name="connsiteY8956" fmla="*/ 947617 h 3341254"/>
              <a:gd name="connsiteX8957" fmla="*/ 5698495 w 6545688"/>
              <a:gd name="connsiteY8957" fmla="*/ 946541 h 3341254"/>
              <a:gd name="connsiteX8958" fmla="*/ 5709100 w 6545688"/>
              <a:gd name="connsiteY8958" fmla="*/ 946541 h 3341254"/>
              <a:gd name="connsiteX8959" fmla="*/ 5709717 w 6545688"/>
              <a:gd name="connsiteY8959" fmla="*/ 946925 h 3341254"/>
              <a:gd name="connsiteX8960" fmla="*/ 5715020 w 6545688"/>
              <a:gd name="connsiteY8960" fmla="*/ 956148 h 3341254"/>
              <a:gd name="connsiteX8961" fmla="*/ 5715020 w 6545688"/>
              <a:gd name="connsiteY8961" fmla="*/ 956916 h 3341254"/>
              <a:gd name="connsiteX8962" fmla="*/ 5709717 w 6545688"/>
              <a:gd name="connsiteY8962" fmla="*/ 966139 h 3341254"/>
              <a:gd name="connsiteX8963" fmla="*/ 5709100 w 6545688"/>
              <a:gd name="connsiteY8963" fmla="*/ 966523 h 3341254"/>
              <a:gd name="connsiteX8964" fmla="*/ 5698495 w 6545688"/>
              <a:gd name="connsiteY8964" fmla="*/ 966523 h 3341254"/>
              <a:gd name="connsiteX8965" fmla="*/ 5697880 w 6545688"/>
              <a:gd name="connsiteY8965" fmla="*/ 966139 h 3341254"/>
              <a:gd name="connsiteX8966" fmla="*/ 5692577 w 6545688"/>
              <a:gd name="connsiteY8966" fmla="*/ 956916 h 3341254"/>
              <a:gd name="connsiteX8967" fmla="*/ 5692577 w 6545688"/>
              <a:gd name="connsiteY8967" fmla="*/ 956148 h 3341254"/>
              <a:gd name="connsiteX8968" fmla="*/ 5697880 w 6545688"/>
              <a:gd name="connsiteY8968" fmla="*/ 946925 h 3341254"/>
              <a:gd name="connsiteX8969" fmla="*/ 5698495 w 6545688"/>
              <a:gd name="connsiteY8969" fmla="*/ 946541 h 3341254"/>
              <a:gd name="connsiteX8970" fmla="*/ 6064246 w 6545688"/>
              <a:gd name="connsiteY8970" fmla="*/ 946235 h 3341254"/>
              <a:gd name="connsiteX8971" fmla="*/ 6075161 w 6545688"/>
              <a:gd name="connsiteY8971" fmla="*/ 946235 h 3341254"/>
              <a:gd name="connsiteX8972" fmla="*/ 6075851 w 6545688"/>
              <a:gd name="connsiteY8972" fmla="*/ 946619 h 3341254"/>
              <a:gd name="connsiteX8973" fmla="*/ 6081308 w 6545688"/>
              <a:gd name="connsiteY8973" fmla="*/ 956073 h 3341254"/>
              <a:gd name="connsiteX8974" fmla="*/ 6081308 w 6545688"/>
              <a:gd name="connsiteY8974" fmla="*/ 956840 h 3341254"/>
              <a:gd name="connsiteX8975" fmla="*/ 6075851 w 6545688"/>
              <a:gd name="connsiteY8975" fmla="*/ 966295 h 3341254"/>
              <a:gd name="connsiteX8976" fmla="*/ 6075161 w 6545688"/>
              <a:gd name="connsiteY8976" fmla="*/ 966679 h 3341254"/>
              <a:gd name="connsiteX8977" fmla="*/ 6064246 w 6545688"/>
              <a:gd name="connsiteY8977" fmla="*/ 966679 h 3341254"/>
              <a:gd name="connsiteX8978" fmla="*/ 6063554 w 6545688"/>
              <a:gd name="connsiteY8978" fmla="*/ 966295 h 3341254"/>
              <a:gd name="connsiteX8979" fmla="*/ 6058098 w 6545688"/>
              <a:gd name="connsiteY8979" fmla="*/ 956840 h 3341254"/>
              <a:gd name="connsiteX8980" fmla="*/ 6058098 w 6545688"/>
              <a:gd name="connsiteY8980" fmla="*/ 956073 h 3341254"/>
              <a:gd name="connsiteX8981" fmla="*/ 6063554 w 6545688"/>
              <a:gd name="connsiteY8981" fmla="*/ 946619 h 3341254"/>
              <a:gd name="connsiteX8982" fmla="*/ 6064246 w 6545688"/>
              <a:gd name="connsiteY8982" fmla="*/ 946235 h 3341254"/>
              <a:gd name="connsiteX8983" fmla="*/ 5515274 w 6545688"/>
              <a:gd name="connsiteY8983" fmla="*/ 946082 h 3341254"/>
              <a:gd name="connsiteX8984" fmla="*/ 5526341 w 6545688"/>
              <a:gd name="connsiteY8984" fmla="*/ 946082 h 3341254"/>
              <a:gd name="connsiteX8985" fmla="*/ 5527034 w 6545688"/>
              <a:gd name="connsiteY8985" fmla="*/ 946465 h 3341254"/>
              <a:gd name="connsiteX8986" fmla="*/ 5532566 w 6545688"/>
              <a:gd name="connsiteY8986" fmla="*/ 956073 h 3341254"/>
              <a:gd name="connsiteX8987" fmla="*/ 5532566 w 6545688"/>
              <a:gd name="connsiteY8987" fmla="*/ 956840 h 3341254"/>
              <a:gd name="connsiteX8988" fmla="*/ 5527034 w 6545688"/>
              <a:gd name="connsiteY8988" fmla="*/ 966449 h 3341254"/>
              <a:gd name="connsiteX8989" fmla="*/ 5526341 w 6545688"/>
              <a:gd name="connsiteY8989" fmla="*/ 966832 h 3341254"/>
              <a:gd name="connsiteX8990" fmla="*/ 5515274 w 6545688"/>
              <a:gd name="connsiteY8990" fmla="*/ 966832 h 3341254"/>
              <a:gd name="connsiteX8991" fmla="*/ 5514583 w 6545688"/>
              <a:gd name="connsiteY8991" fmla="*/ 966449 h 3341254"/>
              <a:gd name="connsiteX8992" fmla="*/ 5509049 w 6545688"/>
              <a:gd name="connsiteY8992" fmla="*/ 956840 h 3341254"/>
              <a:gd name="connsiteX8993" fmla="*/ 5509049 w 6545688"/>
              <a:gd name="connsiteY8993" fmla="*/ 956073 h 3341254"/>
              <a:gd name="connsiteX8994" fmla="*/ 5514583 w 6545688"/>
              <a:gd name="connsiteY8994" fmla="*/ 946465 h 3341254"/>
              <a:gd name="connsiteX8995" fmla="*/ 5515274 w 6545688"/>
              <a:gd name="connsiteY8995" fmla="*/ 946082 h 3341254"/>
              <a:gd name="connsiteX8996" fmla="*/ 2130138 w 6545688"/>
              <a:gd name="connsiteY8996" fmla="*/ 945542 h 3341254"/>
              <a:gd name="connsiteX8997" fmla="*/ 2141820 w 6545688"/>
              <a:gd name="connsiteY8997" fmla="*/ 945542 h 3341254"/>
              <a:gd name="connsiteX8998" fmla="*/ 2142511 w 6545688"/>
              <a:gd name="connsiteY8998" fmla="*/ 945926 h 3341254"/>
              <a:gd name="connsiteX8999" fmla="*/ 2148353 w 6545688"/>
              <a:gd name="connsiteY8999" fmla="*/ 955996 h 3341254"/>
              <a:gd name="connsiteX9000" fmla="*/ 2148353 w 6545688"/>
              <a:gd name="connsiteY9000" fmla="*/ 956840 h 3341254"/>
              <a:gd name="connsiteX9001" fmla="*/ 2142511 w 6545688"/>
              <a:gd name="connsiteY9001" fmla="*/ 966908 h 3341254"/>
              <a:gd name="connsiteX9002" fmla="*/ 2141820 w 6545688"/>
              <a:gd name="connsiteY9002" fmla="*/ 967292 h 3341254"/>
              <a:gd name="connsiteX9003" fmla="*/ 2130138 w 6545688"/>
              <a:gd name="connsiteY9003" fmla="*/ 967292 h 3341254"/>
              <a:gd name="connsiteX9004" fmla="*/ 2129447 w 6545688"/>
              <a:gd name="connsiteY9004" fmla="*/ 966908 h 3341254"/>
              <a:gd name="connsiteX9005" fmla="*/ 2123605 w 6545688"/>
              <a:gd name="connsiteY9005" fmla="*/ 956840 h 3341254"/>
              <a:gd name="connsiteX9006" fmla="*/ 2123605 w 6545688"/>
              <a:gd name="connsiteY9006" fmla="*/ 955996 h 3341254"/>
              <a:gd name="connsiteX9007" fmla="*/ 2129447 w 6545688"/>
              <a:gd name="connsiteY9007" fmla="*/ 945926 h 3341254"/>
              <a:gd name="connsiteX9008" fmla="*/ 2130138 w 6545688"/>
              <a:gd name="connsiteY9008" fmla="*/ 945542 h 3341254"/>
              <a:gd name="connsiteX9009" fmla="*/ 2221286 w 6545688"/>
              <a:gd name="connsiteY9009" fmla="*/ 944698 h 3341254"/>
              <a:gd name="connsiteX9010" fmla="*/ 2233815 w 6545688"/>
              <a:gd name="connsiteY9010" fmla="*/ 944698 h 3341254"/>
              <a:gd name="connsiteX9011" fmla="*/ 2234584 w 6545688"/>
              <a:gd name="connsiteY9011" fmla="*/ 945159 h 3341254"/>
              <a:gd name="connsiteX9012" fmla="*/ 2240884 w 6545688"/>
              <a:gd name="connsiteY9012" fmla="*/ 955996 h 3341254"/>
              <a:gd name="connsiteX9013" fmla="*/ 2240884 w 6545688"/>
              <a:gd name="connsiteY9013" fmla="*/ 956918 h 3341254"/>
              <a:gd name="connsiteX9014" fmla="*/ 2234584 w 6545688"/>
              <a:gd name="connsiteY9014" fmla="*/ 967753 h 3341254"/>
              <a:gd name="connsiteX9015" fmla="*/ 2233815 w 6545688"/>
              <a:gd name="connsiteY9015" fmla="*/ 968215 h 3341254"/>
              <a:gd name="connsiteX9016" fmla="*/ 2221286 w 6545688"/>
              <a:gd name="connsiteY9016" fmla="*/ 968215 h 3341254"/>
              <a:gd name="connsiteX9017" fmla="*/ 2220519 w 6545688"/>
              <a:gd name="connsiteY9017" fmla="*/ 967753 h 3341254"/>
              <a:gd name="connsiteX9018" fmla="*/ 2214216 w 6545688"/>
              <a:gd name="connsiteY9018" fmla="*/ 956918 h 3341254"/>
              <a:gd name="connsiteX9019" fmla="*/ 2214216 w 6545688"/>
              <a:gd name="connsiteY9019" fmla="*/ 955996 h 3341254"/>
              <a:gd name="connsiteX9020" fmla="*/ 2220519 w 6545688"/>
              <a:gd name="connsiteY9020" fmla="*/ 945159 h 3341254"/>
              <a:gd name="connsiteX9021" fmla="*/ 2221286 w 6545688"/>
              <a:gd name="connsiteY9021" fmla="*/ 944698 h 3341254"/>
              <a:gd name="connsiteX9022" fmla="*/ 3867742 w 6545688"/>
              <a:gd name="connsiteY9022" fmla="*/ 944390 h 3341254"/>
              <a:gd name="connsiteX9023" fmla="*/ 3880579 w 6545688"/>
              <a:gd name="connsiteY9023" fmla="*/ 944390 h 3341254"/>
              <a:gd name="connsiteX9024" fmla="*/ 3881345 w 6545688"/>
              <a:gd name="connsiteY9024" fmla="*/ 944851 h 3341254"/>
              <a:gd name="connsiteX9025" fmla="*/ 3887724 w 6545688"/>
              <a:gd name="connsiteY9025" fmla="*/ 955996 h 3341254"/>
              <a:gd name="connsiteX9026" fmla="*/ 3887724 w 6545688"/>
              <a:gd name="connsiteY9026" fmla="*/ 956916 h 3341254"/>
              <a:gd name="connsiteX9027" fmla="*/ 3881269 w 6545688"/>
              <a:gd name="connsiteY9027" fmla="*/ 968061 h 3341254"/>
              <a:gd name="connsiteX9028" fmla="*/ 3880501 w 6545688"/>
              <a:gd name="connsiteY9028" fmla="*/ 968522 h 3341254"/>
              <a:gd name="connsiteX9029" fmla="*/ 3867666 w 6545688"/>
              <a:gd name="connsiteY9029" fmla="*/ 968522 h 3341254"/>
              <a:gd name="connsiteX9030" fmla="*/ 3866897 w 6545688"/>
              <a:gd name="connsiteY9030" fmla="*/ 968061 h 3341254"/>
              <a:gd name="connsiteX9031" fmla="*/ 3860518 w 6545688"/>
              <a:gd name="connsiteY9031" fmla="*/ 956916 h 3341254"/>
              <a:gd name="connsiteX9032" fmla="*/ 3860518 w 6545688"/>
              <a:gd name="connsiteY9032" fmla="*/ 955996 h 3341254"/>
              <a:gd name="connsiteX9033" fmla="*/ 3866974 w 6545688"/>
              <a:gd name="connsiteY9033" fmla="*/ 944851 h 3341254"/>
              <a:gd name="connsiteX9034" fmla="*/ 3867742 w 6545688"/>
              <a:gd name="connsiteY9034" fmla="*/ 944390 h 3341254"/>
              <a:gd name="connsiteX9035" fmla="*/ 2586807 w 6545688"/>
              <a:gd name="connsiteY9035" fmla="*/ 944006 h 3341254"/>
              <a:gd name="connsiteX9036" fmla="*/ 2600104 w 6545688"/>
              <a:gd name="connsiteY9036" fmla="*/ 944006 h 3341254"/>
              <a:gd name="connsiteX9037" fmla="*/ 2600949 w 6545688"/>
              <a:gd name="connsiteY9037" fmla="*/ 944468 h 3341254"/>
              <a:gd name="connsiteX9038" fmla="*/ 2607558 w 6545688"/>
              <a:gd name="connsiteY9038" fmla="*/ 955996 h 3341254"/>
              <a:gd name="connsiteX9039" fmla="*/ 2607558 w 6545688"/>
              <a:gd name="connsiteY9039" fmla="*/ 956918 h 3341254"/>
              <a:gd name="connsiteX9040" fmla="*/ 2600871 w 6545688"/>
              <a:gd name="connsiteY9040" fmla="*/ 968446 h 3341254"/>
              <a:gd name="connsiteX9041" fmla="*/ 2600026 w 6545688"/>
              <a:gd name="connsiteY9041" fmla="*/ 968908 h 3341254"/>
              <a:gd name="connsiteX9042" fmla="*/ 2586731 w 6545688"/>
              <a:gd name="connsiteY9042" fmla="*/ 968908 h 3341254"/>
              <a:gd name="connsiteX9043" fmla="*/ 2585884 w 6545688"/>
              <a:gd name="connsiteY9043" fmla="*/ 968446 h 3341254"/>
              <a:gd name="connsiteX9044" fmla="*/ 2579276 w 6545688"/>
              <a:gd name="connsiteY9044" fmla="*/ 956918 h 3341254"/>
              <a:gd name="connsiteX9045" fmla="*/ 2579276 w 6545688"/>
              <a:gd name="connsiteY9045" fmla="*/ 955996 h 3341254"/>
              <a:gd name="connsiteX9046" fmla="*/ 2585962 w 6545688"/>
              <a:gd name="connsiteY9046" fmla="*/ 944468 h 3341254"/>
              <a:gd name="connsiteX9047" fmla="*/ 2586807 w 6545688"/>
              <a:gd name="connsiteY9047" fmla="*/ 944006 h 3341254"/>
              <a:gd name="connsiteX9048" fmla="*/ 2678188 w 6545688"/>
              <a:gd name="connsiteY9048" fmla="*/ 943853 h 3341254"/>
              <a:gd name="connsiteX9049" fmla="*/ 2691637 w 6545688"/>
              <a:gd name="connsiteY9049" fmla="*/ 943853 h 3341254"/>
              <a:gd name="connsiteX9050" fmla="*/ 2692482 w 6545688"/>
              <a:gd name="connsiteY9050" fmla="*/ 944314 h 3341254"/>
              <a:gd name="connsiteX9051" fmla="*/ 2699169 w 6545688"/>
              <a:gd name="connsiteY9051" fmla="*/ 955920 h 3341254"/>
              <a:gd name="connsiteX9052" fmla="*/ 2699169 w 6545688"/>
              <a:gd name="connsiteY9052" fmla="*/ 956840 h 3341254"/>
              <a:gd name="connsiteX9053" fmla="*/ 2692406 w 6545688"/>
              <a:gd name="connsiteY9053" fmla="*/ 968446 h 3341254"/>
              <a:gd name="connsiteX9054" fmla="*/ 2691560 w 6545688"/>
              <a:gd name="connsiteY9054" fmla="*/ 968908 h 3341254"/>
              <a:gd name="connsiteX9055" fmla="*/ 2678110 w 6545688"/>
              <a:gd name="connsiteY9055" fmla="*/ 968908 h 3341254"/>
              <a:gd name="connsiteX9056" fmla="*/ 2677266 w 6545688"/>
              <a:gd name="connsiteY9056" fmla="*/ 968446 h 3341254"/>
              <a:gd name="connsiteX9057" fmla="*/ 2670579 w 6545688"/>
              <a:gd name="connsiteY9057" fmla="*/ 956840 h 3341254"/>
              <a:gd name="connsiteX9058" fmla="*/ 2670579 w 6545688"/>
              <a:gd name="connsiteY9058" fmla="*/ 955920 h 3341254"/>
              <a:gd name="connsiteX9059" fmla="*/ 2677342 w 6545688"/>
              <a:gd name="connsiteY9059" fmla="*/ 944314 h 3341254"/>
              <a:gd name="connsiteX9060" fmla="*/ 2678188 w 6545688"/>
              <a:gd name="connsiteY9060" fmla="*/ 943853 h 3341254"/>
              <a:gd name="connsiteX9061" fmla="*/ 4049734 w 6545688"/>
              <a:gd name="connsiteY9061" fmla="*/ 942469 h 3341254"/>
              <a:gd name="connsiteX9062" fmla="*/ 4064646 w 6545688"/>
              <a:gd name="connsiteY9062" fmla="*/ 942469 h 3341254"/>
              <a:gd name="connsiteX9063" fmla="*/ 4065568 w 6545688"/>
              <a:gd name="connsiteY9063" fmla="*/ 943006 h 3341254"/>
              <a:gd name="connsiteX9064" fmla="*/ 4073022 w 6545688"/>
              <a:gd name="connsiteY9064" fmla="*/ 955918 h 3341254"/>
              <a:gd name="connsiteX9065" fmla="*/ 4073022 w 6545688"/>
              <a:gd name="connsiteY9065" fmla="*/ 956994 h 3341254"/>
              <a:gd name="connsiteX9066" fmla="*/ 4065568 w 6545688"/>
              <a:gd name="connsiteY9066" fmla="*/ 969906 h 3341254"/>
              <a:gd name="connsiteX9067" fmla="*/ 4064646 w 6545688"/>
              <a:gd name="connsiteY9067" fmla="*/ 970443 h 3341254"/>
              <a:gd name="connsiteX9068" fmla="*/ 4049734 w 6545688"/>
              <a:gd name="connsiteY9068" fmla="*/ 970443 h 3341254"/>
              <a:gd name="connsiteX9069" fmla="*/ 4048814 w 6545688"/>
              <a:gd name="connsiteY9069" fmla="*/ 969906 h 3341254"/>
              <a:gd name="connsiteX9070" fmla="*/ 4041358 w 6545688"/>
              <a:gd name="connsiteY9070" fmla="*/ 956994 h 3341254"/>
              <a:gd name="connsiteX9071" fmla="*/ 4041358 w 6545688"/>
              <a:gd name="connsiteY9071" fmla="*/ 955918 h 3341254"/>
              <a:gd name="connsiteX9072" fmla="*/ 4048814 w 6545688"/>
              <a:gd name="connsiteY9072" fmla="*/ 943006 h 3341254"/>
              <a:gd name="connsiteX9073" fmla="*/ 4049734 w 6545688"/>
              <a:gd name="connsiteY9073" fmla="*/ 942469 h 3341254"/>
              <a:gd name="connsiteX9074" fmla="*/ 5970637 w 6545688"/>
              <a:gd name="connsiteY9074" fmla="*/ 942161 h 3341254"/>
              <a:gd name="connsiteX9075" fmla="*/ 5985856 w 6545688"/>
              <a:gd name="connsiteY9075" fmla="*/ 942161 h 3341254"/>
              <a:gd name="connsiteX9076" fmla="*/ 5986777 w 6545688"/>
              <a:gd name="connsiteY9076" fmla="*/ 942698 h 3341254"/>
              <a:gd name="connsiteX9077" fmla="*/ 5994386 w 6545688"/>
              <a:gd name="connsiteY9077" fmla="*/ 955918 h 3341254"/>
              <a:gd name="connsiteX9078" fmla="*/ 5994386 w 6545688"/>
              <a:gd name="connsiteY9078" fmla="*/ 956994 h 3341254"/>
              <a:gd name="connsiteX9079" fmla="*/ 5986777 w 6545688"/>
              <a:gd name="connsiteY9079" fmla="*/ 970214 h 3341254"/>
              <a:gd name="connsiteX9080" fmla="*/ 5985856 w 6545688"/>
              <a:gd name="connsiteY9080" fmla="*/ 970751 h 3341254"/>
              <a:gd name="connsiteX9081" fmla="*/ 5970637 w 6545688"/>
              <a:gd name="connsiteY9081" fmla="*/ 970751 h 3341254"/>
              <a:gd name="connsiteX9082" fmla="*/ 5969717 w 6545688"/>
              <a:gd name="connsiteY9082" fmla="*/ 970214 h 3341254"/>
              <a:gd name="connsiteX9083" fmla="*/ 5962107 w 6545688"/>
              <a:gd name="connsiteY9083" fmla="*/ 956994 h 3341254"/>
              <a:gd name="connsiteX9084" fmla="*/ 5962107 w 6545688"/>
              <a:gd name="connsiteY9084" fmla="*/ 955918 h 3341254"/>
              <a:gd name="connsiteX9085" fmla="*/ 5969717 w 6545688"/>
              <a:gd name="connsiteY9085" fmla="*/ 942698 h 3341254"/>
              <a:gd name="connsiteX9086" fmla="*/ 5970637 w 6545688"/>
              <a:gd name="connsiteY9086" fmla="*/ 942161 h 3341254"/>
              <a:gd name="connsiteX9087" fmla="*/ 1943151 w 6545688"/>
              <a:gd name="connsiteY9087" fmla="*/ 937857 h 3341254"/>
              <a:gd name="connsiteX9088" fmla="*/ 1962979 w 6545688"/>
              <a:gd name="connsiteY9088" fmla="*/ 937857 h 3341254"/>
              <a:gd name="connsiteX9089" fmla="*/ 1964209 w 6545688"/>
              <a:gd name="connsiteY9089" fmla="*/ 938548 h 3341254"/>
              <a:gd name="connsiteX9090" fmla="*/ 1974123 w 6545688"/>
              <a:gd name="connsiteY9090" fmla="*/ 955764 h 3341254"/>
              <a:gd name="connsiteX9091" fmla="*/ 1974123 w 6545688"/>
              <a:gd name="connsiteY9091" fmla="*/ 957148 h 3341254"/>
              <a:gd name="connsiteX9092" fmla="*/ 1964209 w 6545688"/>
              <a:gd name="connsiteY9092" fmla="*/ 974364 h 3341254"/>
              <a:gd name="connsiteX9093" fmla="*/ 1962979 w 6545688"/>
              <a:gd name="connsiteY9093" fmla="*/ 975055 h 3341254"/>
              <a:gd name="connsiteX9094" fmla="*/ 1943151 w 6545688"/>
              <a:gd name="connsiteY9094" fmla="*/ 975055 h 3341254"/>
              <a:gd name="connsiteX9095" fmla="*/ 1941921 w 6545688"/>
              <a:gd name="connsiteY9095" fmla="*/ 974364 h 3341254"/>
              <a:gd name="connsiteX9096" fmla="*/ 1932006 w 6545688"/>
              <a:gd name="connsiteY9096" fmla="*/ 957148 h 3341254"/>
              <a:gd name="connsiteX9097" fmla="*/ 1932006 w 6545688"/>
              <a:gd name="connsiteY9097" fmla="*/ 955764 h 3341254"/>
              <a:gd name="connsiteX9098" fmla="*/ 1941921 w 6545688"/>
              <a:gd name="connsiteY9098" fmla="*/ 938548 h 3341254"/>
              <a:gd name="connsiteX9099" fmla="*/ 1943151 w 6545688"/>
              <a:gd name="connsiteY9099" fmla="*/ 937857 h 3341254"/>
              <a:gd name="connsiteX9100" fmla="*/ 1850924 w 6545688"/>
              <a:gd name="connsiteY9100" fmla="*/ 936397 h 3341254"/>
              <a:gd name="connsiteX9101" fmla="*/ 1872290 w 6545688"/>
              <a:gd name="connsiteY9101" fmla="*/ 936397 h 3341254"/>
              <a:gd name="connsiteX9102" fmla="*/ 1873596 w 6545688"/>
              <a:gd name="connsiteY9102" fmla="*/ 937166 h 3341254"/>
              <a:gd name="connsiteX9103" fmla="*/ 1884279 w 6545688"/>
              <a:gd name="connsiteY9103" fmla="*/ 955688 h 3341254"/>
              <a:gd name="connsiteX9104" fmla="*/ 1884279 w 6545688"/>
              <a:gd name="connsiteY9104" fmla="*/ 957226 h 3341254"/>
              <a:gd name="connsiteX9105" fmla="*/ 1873596 w 6545688"/>
              <a:gd name="connsiteY9105" fmla="*/ 975748 h 3341254"/>
              <a:gd name="connsiteX9106" fmla="*/ 1872290 w 6545688"/>
              <a:gd name="connsiteY9106" fmla="*/ 976515 h 3341254"/>
              <a:gd name="connsiteX9107" fmla="*/ 1850924 w 6545688"/>
              <a:gd name="connsiteY9107" fmla="*/ 976515 h 3341254"/>
              <a:gd name="connsiteX9108" fmla="*/ 1849618 w 6545688"/>
              <a:gd name="connsiteY9108" fmla="*/ 975748 h 3341254"/>
              <a:gd name="connsiteX9109" fmla="*/ 1838935 w 6545688"/>
              <a:gd name="connsiteY9109" fmla="*/ 957226 h 3341254"/>
              <a:gd name="connsiteX9110" fmla="*/ 1838935 w 6545688"/>
              <a:gd name="connsiteY9110" fmla="*/ 955688 h 3341254"/>
              <a:gd name="connsiteX9111" fmla="*/ 1849618 w 6545688"/>
              <a:gd name="connsiteY9111" fmla="*/ 937166 h 3341254"/>
              <a:gd name="connsiteX9112" fmla="*/ 1850924 w 6545688"/>
              <a:gd name="connsiteY9112" fmla="*/ 936397 h 3341254"/>
              <a:gd name="connsiteX9113" fmla="*/ 4136197 w 6545688"/>
              <a:gd name="connsiteY9113" fmla="*/ 933246 h 3341254"/>
              <a:gd name="connsiteX9114" fmla="*/ 4161020 w 6545688"/>
              <a:gd name="connsiteY9114" fmla="*/ 933246 h 3341254"/>
              <a:gd name="connsiteX9115" fmla="*/ 4162558 w 6545688"/>
              <a:gd name="connsiteY9115" fmla="*/ 934090 h 3341254"/>
              <a:gd name="connsiteX9116" fmla="*/ 4174931 w 6545688"/>
              <a:gd name="connsiteY9116" fmla="*/ 955534 h 3341254"/>
              <a:gd name="connsiteX9117" fmla="*/ 4174931 w 6545688"/>
              <a:gd name="connsiteY9117" fmla="*/ 957302 h 3341254"/>
              <a:gd name="connsiteX9118" fmla="*/ 4162558 w 6545688"/>
              <a:gd name="connsiteY9118" fmla="*/ 978744 h 3341254"/>
              <a:gd name="connsiteX9119" fmla="*/ 4161020 w 6545688"/>
              <a:gd name="connsiteY9119" fmla="*/ 979589 h 3341254"/>
              <a:gd name="connsiteX9120" fmla="*/ 4136197 w 6545688"/>
              <a:gd name="connsiteY9120" fmla="*/ 979589 h 3341254"/>
              <a:gd name="connsiteX9121" fmla="*/ 4134659 w 6545688"/>
              <a:gd name="connsiteY9121" fmla="*/ 978744 h 3341254"/>
              <a:gd name="connsiteX9122" fmla="*/ 4122286 w 6545688"/>
              <a:gd name="connsiteY9122" fmla="*/ 957302 h 3341254"/>
              <a:gd name="connsiteX9123" fmla="*/ 4122286 w 6545688"/>
              <a:gd name="connsiteY9123" fmla="*/ 955534 h 3341254"/>
              <a:gd name="connsiteX9124" fmla="*/ 4134659 w 6545688"/>
              <a:gd name="connsiteY9124" fmla="*/ 934090 h 3341254"/>
              <a:gd name="connsiteX9125" fmla="*/ 4136197 w 6545688"/>
              <a:gd name="connsiteY9125" fmla="*/ 933246 h 3341254"/>
              <a:gd name="connsiteX9126" fmla="*/ 3950516 w 6545688"/>
              <a:gd name="connsiteY9126" fmla="*/ 928019 h 3341254"/>
              <a:gd name="connsiteX9127" fmla="*/ 3980798 w 6545688"/>
              <a:gd name="connsiteY9127" fmla="*/ 928019 h 3341254"/>
              <a:gd name="connsiteX9128" fmla="*/ 3982641 w 6545688"/>
              <a:gd name="connsiteY9128" fmla="*/ 929095 h 3341254"/>
              <a:gd name="connsiteX9129" fmla="*/ 3997781 w 6545688"/>
              <a:gd name="connsiteY9129" fmla="*/ 955379 h 3341254"/>
              <a:gd name="connsiteX9130" fmla="*/ 3997781 w 6545688"/>
              <a:gd name="connsiteY9130" fmla="*/ 957532 h 3341254"/>
              <a:gd name="connsiteX9131" fmla="*/ 3982641 w 6545688"/>
              <a:gd name="connsiteY9131" fmla="*/ 983815 h 3341254"/>
              <a:gd name="connsiteX9132" fmla="*/ 3980798 w 6545688"/>
              <a:gd name="connsiteY9132" fmla="*/ 984891 h 3341254"/>
              <a:gd name="connsiteX9133" fmla="*/ 3950516 w 6545688"/>
              <a:gd name="connsiteY9133" fmla="*/ 984891 h 3341254"/>
              <a:gd name="connsiteX9134" fmla="*/ 3948670 w 6545688"/>
              <a:gd name="connsiteY9134" fmla="*/ 983815 h 3341254"/>
              <a:gd name="connsiteX9135" fmla="*/ 3933531 w 6545688"/>
              <a:gd name="connsiteY9135" fmla="*/ 957532 h 3341254"/>
              <a:gd name="connsiteX9136" fmla="*/ 3933531 w 6545688"/>
              <a:gd name="connsiteY9136" fmla="*/ 955379 h 3341254"/>
              <a:gd name="connsiteX9137" fmla="*/ 3948670 w 6545688"/>
              <a:gd name="connsiteY9137" fmla="*/ 929095 h 3341254"/>
              <a:gd name="connsiteX9138" fmla="*/ 3950516 w 6545688"/>
              <a:gd name="connsiteY9138" fmla="*/ 928019 h 3341254"/>
              <a:gd name="connsiteX9139" fmla="*/ 3048167 w 6545688"/>
              <a:gd name="connsiteY9139" fmla="*/ 872147 h 3341254"/>
              <a:gd name="connsiteX9140" fmla="*/ 3053547 w 6545688"/>
              <a:gd name="connsiteY9140" fmla="*/ 872147 h 3341254"/>
              <a:gd name="connsiteX9141" fmla="*/ 3053853 w 6545688"/>
              <a:gd name="connsiteY9141" fmla="*/ 872301 h 3341254"/>
              <a:gd name="connsiteX9142" fmla="*/ 3056543 w 6545688"/>
              <a:gd name="connsiteY9142" fmla="*/ 876989 h 3341254"/>
              <a:gd name="connsiteX9143" fmla="*/ 3056543 w 6545688"/>
              <a:gd name="connsiteY9143" fmla="*/ 877374 h 3341254"/>
              <a:gd name="connsiteX9144" fmla="*/ 3053853 w 6545688"/>
              <a:gd name="connsiteY9144" fmla="*/ 882061 h 3341254"/>
              <a:gd name="connsiteX9145" fmla="*/ 3053547 w 6545688"/>
              <a:gd name="connsiteY9145" fmla="*/ 882215 h 3341254"/>
              <a:gd name="connsiteX9146" fmla="*/ 3048167 w 6545688"/>
              <a:gd name="connsiteY9146" fmla="*/ 882215 h 3341254"/>
              <a:gd name="connsiteX9147" fmla="*/ 3047859 w 6545688"/>
              <a:gd name="connsiteY9147" fmla="*/ 882061 h 3341254"/>
              <a:gd name="connsiteX9148" fmla="*/ 3045169 w 6545688"/>
              <a:gd name="connsiteY9148" fmla="*/ 877374 h 3341254"/>
              <a:gd name="connsiteX9149" fmla="*/ 3045169 w 6545688"/>
              <a:gd name="connsiteY9149" fmla="*/ 876989 h 3341254"/>
              <a:gd name="connsiteX9150" fmla="*/ 3047859 w 6545688"/>
              <a:gd name="connsiteY9150" fmla="*/ 872301 h 3341254"/>
              <a:gd name="connsiteX9151" fmla="*/ 3048167 w 6545688"/>
              <a:gd name="connsiteY9151" fmla="*/ 872147 h 3341254"/>
              <a:gd name="connsiteX9152" fmla="*/ 2590574 w 6545688"/>
              <a:gd name="connsiteY9152" fmla="*/ 871840 h 3341254"/>
              <a:gd name="connsiteX9153" fmla="*/ 2596261 w 6545688"/>
              <a:gd name="connsiteY9153" fmla="*/ 871840 h 3341254"/>
              <a:gd name="connsiteX9154" fmla="*/ 2596645 w 6545688"/>
              <a:gd name="connsiteY9154" fmla="*/ 872070 h 3341254"/>
              <a:gd name="connsiteX9155" fmla="*/ 2599489 w 6545688"/>
              <a:gd name="connsiteY9155" fmla="*/ 876989 h 3341254"/>
              <a:gd name="connsiteX9156" fmla="*/ 2599489 w 6545688"/>
              <a:gd name="connsiteY9156" fmla="*/ 877374 h 3341254"/>
              <a:gd name="connsiteX9157" fmla="*/ 2596645 w 6545688"/>
              <a:gd name="connsiteY9157" fmla="*/ 882293 h 3341254"/>
              <a:gd name="connsiteX9158" fmla="*/ 2596261 w 6545688"/>
              <a:gd name="connsiteY9158" fmla="*/ 882523 h 3341254"/>
              <a:gd name="connsiteX9159" fmla="*/ 2590574 w 6545688"/>
              <a:gd name="connsiteY9159" fmla="*/ 882523 h 3341254"/>
              <a:gd name="connsiteX9160" fmla="*/ 2590190 w 6545688"/>
              <a:gd name="connsiteY9160" fmla="*/ 882293 h 3341254"/>
              <a:gd name="connsiteX9161" fmla="*/ 2587346 w 6545688"/>
              <a:gd name="connsiteY9161" fmla="*/ 877374 h 3341254"/>
              <a:gd name="connsiteX9162" fmla="*/ 2587346 w 6545688"/>
              <a:gd name="connsiteY9162" fmla="*/ 876989 h 3341254"/>
              <a:gd name="connsiteX9163" fmla="*/ 2590190 w 6545688"/>
              <a:gd name="connsiteY9163" fmla="*/ 872070 h 3341254"/>
              <a:gd name="connsiteX9164" fmla="*/ 2590574 w 6545688"/>
              <a:gd name="connsiteY9164" fmla="*/ 871840 h 3341254"/>
              <a:gd name="connsiteX9165" fmla="*/ 4786078 w 6545688"/>
              <a:gd name="connsiteY9165" fmla="*/ 871686 h 3341254"/>
              <a:gd name="connsiteX9166" fmla="*/ 4791918 w 6545688"/>
              <a:gd name="connsiteY9166" fmla="*/ 871686 h 3341254"/>
              <a:gd name="connsiteX9167" fmla="*/ 4792304 w 6545688"/>
              <a:gd name="connsiteY9167" fmla="*/ 871916 h 3341254"/>
              <a:gd name="connsiteX9168" fmla="*/ 4795224 w 6545688"/>
              <a:gd name="connsiteY9168" fmla="*/ 876989 h 3341254"/>
              <a:gd name="connsiteX9169" fmla="*/ 4795224 w 6545688"/>
              <a:gd name="connsiteY9169" fmla="*/ 877374 h 3341254"/>
              <a:gd name="connsiteX9170" fmla="*/ 4792304 w 6545688"/>
              <a:gd name="connsiteY9170" fmla="*/ 882445 h 3341254"/>
              <a:gd name="connsiteX9171" fmla="*/ 4791918 w 6545688"/>
              <a:gd name="connsiteY9171" fmla="*/ 882677 h 3341254"/>
              <a:gd name="connsiteX9172" fmla="*/ 4786078 w 6545688"/>
              <a:gd name="connsiteY9172" fmla="*/ 882677 h 3341254"/>
              <a:gd name="connsiteX9173" fmla="*/ 4785693 w 6545688"/>
              <a:gd name="connsiteY9173" fmla="*/ 882445 h 3341254"/>
              <a:gd name="connsiteX9174" fmla="*/ 4782773 w 6545688"/>
              <a:gd name="connsiteY9174" fmla="*/ 877374 h 3341254"/>
              <a:gd name="connsiteX9175" fmla="*/ 4782773 w 6545688"/>
              <a:gd name="connsiteY9175" fmla="*/ 876989 h 3341254"/>
              <a:gd name="connsiteX9176" fmla="*/ 4785693 w 6545688"/>
              <a:gd name="connsiteY9176" fmla="*/ 871916 h 3341254"/>
              <a:gd name="connsiteX9177" fmla="*/ 4786078 w 6545688"/>
              <a:gd name="connsiteY9177" fmla="*/ 871686 h 3341254"/>
              <a:gd name="connsiteX9178" fmla="*/ 2133058 w 6545688"/>
              <a:gd name="connsiteY9178" fmla="*/ 871532 h 3341254"/>
              <a:gd name="connsiteX9179" fmla="*/ 2139054 w 6545688"/>
              <a:gd name="connsiteY9179" fmla="*/ 871532 h 3341254"/>
              <a:gd name="connsiteX9180" fmla="*/ 2139437 w 6545688"/>
              <a:gd name="connsiteY9180" fmla="*/ 871762 h 3341254"/>
              <a:gd name="connsiteX9181" fmla="*/ 2142435 w 6545688"/>
              <a:gd name="connsiteY9181" fmla="*/ 876913 h 3341254"/>
              <a:gd name="connsiteX9182" fmla="*/ 2142435 w 6545688"/>
              <a:gd name="connsiteY9182" fmla="*/ 877296 h 3341254"/>
              <a:gd name="connsiteX9183" fmla="*/ 2139437 w 6545688"/>
              <a:gd name="connsiteY9183" fmla="*/ 882445 h 3341254"/>
              <a:gd name="connsiteX9184" fmla="*/ 2139054 w 6545688"/>
              <a:gd name="connsiteY9184" fmla="*/ 882677 h 3341254"/>
              <a:gd name="connsiteX9185" fmla="*/ 2133058 w 6545688"/>
              <a:gd name="connsiteY9185" fmla="*/ 882677 h 3341254"/>
              <a:gd name="connsiteX9186" fmla="*/ 2132675 w 6545688"/>
              <a:gd name="connsiteY9186" fmla="*/ 882445 h 3341254"/>
              <a:gd name="connsiteX9187" fmla="*/ 2129677 w 6545688"/>
              <a:gd name="connsiteY9187" fmla="*/ 877296 h 3341254"/>
              <a:gd name="connsiteX9188" fmla="*/ 2129677 w 6545688"/>
              <a:gd name="connsiteY9188" fmla="*/ 876913 h 3341254"/>
              <a:gd name="connsiteX9189" fmla="*/ 2132675 w 6545688"/>
              <a:gd name="connsiteY9189" fmla="*/ 871762 h 3341254"/>
              <a:gd name="connsiteX9190" fmla="*/ 2133058 w 6545688"/>
              <a:gd name="connsiteY9190" fmla="*/ 871532 h 3341254"/>
              <a:gd name="connsiteX9191" fmla="*/ 6432151 w 6545688"/>
              <a:gd name="connsiteY9191" fmla="*/ 870610 h 3341254"/>
              <a:gd name="connsiteX9192" fmla="*/ 6439145 w 6545688"/>
              <a:gd name="connsiteY9192" fmla="*/ 870610 h 3341254"/>
              <a:gd name="connsiteX9193" fmla="*/ 6439606 w 6545688"/>
              <a:gd name="connsiteY9193" fmla="*/ 870839 h 3341254"/>
              <a:gd name="connsiteX9194" fmla="*/ 6443141 w 6545688"/>
              <a:gd name="connsiteY9194" fmla="*/ 876911 h 3341254"/>
              <a:gd name="connsiteX9195" fmla="*/ 6443141 w 6545688"/>
              <a:gd name="connsiteY9195" fmla="*/ 877372 h 3341254"/>
              <a:gd name="connsiteX9196" fmla="*/ 6439606 w 6545688"/>
              <a:gd name="connsiteY9196" fmla="*/ 883444 h 3341254"/>
              <a:gd name="connsiteX9197" fmla="*/ 6439145 w 6545688"/>
              <a:gd name="connsiteY9197" fmla="*/ 883675 h 3341254"/>
              <a:gd name="connsiteX9198" fmla="*/ 6432151 w 6545688"/>
              <a:gd name="connsiteY9198" fmla="*/ 883675 h 3341254"/>
              <a:gd name="connsiteX9199" fmla="*/ 6431689 w 6545688"/>
              <a:gd name="connsiteY9199" fmla="*/ 883444 h 3341254"/>
              <a:gd name="connsiteX9200" fmla="*/ 6428154 w 6545688"/>
              <a:gd name="connsiteY9200" fmla="*/ 877372 h 3341254"/>
              <a:gd name="connsiteX9201" fmla="*/ 6428154 w 6545688"/>
              <a:gd name="connsiteY9201" fmla="*/ 876911 h 3341254"/>
              <a:gd name="connsiteX9202" fmla="*/ 6431689 w 6545688"/>
              <a:gd name="connsiteY9202" fmla="*/ 870839 h 3341254"/>
              <a:gd name="connsiteX9203" fmla="*/ 6432151 w 6545688"/>
              <a:gd name="connsiteY9203" fmla="*/ 870610 h 3341254"/>
              <a:gd name="connsiteX9204" fmla="*/ 6340540 w 6545688"/>
              <a:gd name="connsiteY9204" fmla="*/ 870302 h 3341254"/>
              <a:gd name="connsiteX9205" fmla="*/ 6347842 w 6545688"/>
              <a:gd name="connsiteY9205" fmla="*/ 870302 h 3341254"/>
              <a:gd name="connsiteX9206" fmla="*/ 6348303 w 6545688"/>
              <a:gd name="connsiteY9206" fmla="*/ 870532 h 3341254"/>
              <a:gd name="connsiteX9207" fmla="*/ 6351991 w 6545688"/>
              <a:gd name="connsiteY9207" fmla="*/ 876835 h 3341254"/>
              <a:gd name="connsiteX9208" fmla="*/ 6351991 w 6545688"/>
              <a:gd name="connsiteY9208" fmla="*/ 877372 h 3341254"/>
              <a:gd name="connsiteX9209" fmla="*/ 6348303 w 6545688"/>
              <a:gd name="connsiteY9209" fmla="*/ 883675 h 3341254"/>
              <a:gd name="connsiteX9210" fmla="*/ 6347842 w 6545688"/>
              <a:gd name="connsiteY9210" fmla="*/ 883905 h 3341254"/>
              <a:gd name="connsiteX9211" fmla="*/ 6340540 w 6545688"/>
              <a:gd name="connsiteY9211" fmla="*/ 883905 h 3341254"/>
              <a:gd name="connsiteX9212" fmla="*/ 6340078 w 6545688"/>
              <a:gd name="connsiteY9212" fmla="*/ 883675 h 3341254"/>
              <a:gd name="connsiteX9213" fmla="*/ 6336389 w 6545688"/>
              <a:gd name="connsiteY9213" fmla="*/ 877372 h 3341254"/>
              <a:gd name="connsiteX9214" fmla="*/ 6336389 w 6545688"/>
              <a:gd name="connsiteY9214" fmla="*/ 876835 h 3341254"/>
              <a:gd name="connsiteX9215" fmla="*/ 6340078 w 6545688"/>
              <a:gd name="connsiteY9215" fmla="*/ 870532 h 3341254"/>
              <a:gd name="connsiteX9216" fmla="*/ 6340540 w 6545688"/>
              <a:gd name="connsiteY9216" fmla="*/ 870302 h 3341254"/>
              <a:gd name="connsiteX9217" fmla="*/ 2864021 w 6545688"/>
              <a:gd name="connsiteY9217" fmla="*/ 869841 h 3341254"/>
              <a:gd name="connsiteX9218" fmla="*/ 2871785 w 6545688"/>
              <a:gd name="connsiteY9218" fmla="*/ 869841 h 3341254"/>
              <a:gd name="connsiteX9219" fmla="*/ 2872246 w 6545688"/>
              <a:gd name="connsiteY9219" fmla="*/ 870148 h 3341254"/>
              <a:gd name="connsiteX9220" fmla="*/ 2876088 w 6545688"/>
              <a:gd name="connsiteY9220" fmla="*/ 876911 h 3341254"/>
              <a:gd name="connsiteX9221" fmla="*/ 2876088 w 6545688"/>
              <a:gd name="connsiteY9221" fmla="*/ 877450 h 3341254"/>
              <a:gd name="connsiteX9222" fmla="*/ 2872168 w 6545688"/>
              <a:gd name="connsiteY9222" fmla="*/ 884213 h 3341254"/>
              <a:gd name="connsiteX9223" fmla="*/ 2871707 w 6545688"/>
              <a:gd name="connsiteY9223" fmla="*/ 884520 h 3341254"/>
              <a:gd name="connsiteX9224" fmla="*/ 2863946 w 6545688"/>
              <a:gd name="connsiteY9224" fmla="*/ 884520 h 3341254"/>
              <a:gd name="connsiteX9225" fmla="*/ 2863484 w 6545688"/>
              <a:gd name="connsiteY9225" fmla="*/ 884213 h 3341254"/>
              <a:gd name="connsiteX9226" fmla="*/ 2859642 w 6545688"/>
              <a:gd name="connsiteY9226" fmla="*/ 877450 h 3341254"/>
              <a:gd name="connsiteX9227" fmla="*/ 2859642 w 6545688"/>
              <a:gd name="connsiteY9227" fmla="*/ 876911 h 3341254"/>
              <a:gd name="connsiteX9228" fmla="*/ 2863561 w 6545688"/>
              <a:gd name="connsiteY9228" fmla="*/ 870148 h 3341254"/>
              <a:gd name="connsiteX9229" fmla="*/ 2864021 w 6545688"/>
              <a:gd name="connsiteY9229" fmla="*/ 869841 h 3341254"/>
              <a:gd name="connsiteX9230" fmla="*/ 6248698 w 6545688"/>
              <a:gd name="connsiteY9230" fmla="*/ 869765 h 3341254"/>
              <a:gd name="connsiteX9231" fmla="*/ 6256614 w 6545688"/>
              <a:gd name="connsiteY9231" fmla="*/ 869765 h 3341254"/>
              <a:gd name="connsiteX9232" fmla="*/ 6257077 w 6545688"/>
              <a:gd name="connsiteY9232" fmla="*/ 870072 h 3341254"/>
              <a:gd name="connsiteX9233" fmla="*/ 6260995 w 6545688"/>
              <a:gd name="connsiteY9233" fmla="*/ 876913 h 3341254"/>
              <a:gd name="connsiteX9234" fmla="*/ 6260995 w 6545688"/>
              <a:gd name="connsiteY9234" fmla="*/ 877450 h 3341254"/>
              <a:gd name="connsiteX9235" fmla="*/ 6256999 w 6545688"/>
              <a:gd name="connsiteY9235" fmla="*/ 884290 h 3341254"/>
              <a:gd name="connsiteX9236" fmla="*/ 6256537 w 6545688"/>
              <a:gd name="connsiteY9236" fmla="*/ 884598 h 3341254"/>
              <a:gd name="connsiteX9237" fmla="*/ 6248623 w 6545688"/>
              <a:gd name="connsiteY9237" fmla="*/ 884598 h 3341254"/>
              <a:gd name="connsiteX9238" fmla="*/ 6248161 w 6545688"/>
              <a:gd name="connsiteY9238" fmla="*/ 884290 h 3341254"/>
              <a:gd name="connsiteX9239" fmla="*/ 6244241 w 6545688"/>
              <a:gd name="connsiteY9239" fmla="*/ 877450 h 3341254"/>
              <a:gd name="connsiteX9240" fmla="*/ 6244241 w 6545688"/>
              <a:gd name="connsiteY9240" fmla="*/ 876913 h 3341254"/>
              <a:gd name="connsiteX9241" fmla="*/ 6248238 w 6545688"/>
              <a:gd name="connsiteY9241" fmla="*/ 870072 h 3341254"/>
              <a:gd name="connsiteX9242" fmla="*/ 6248698 w 6545688"/>
              <a:gd name="connsiteY9242" fmla="*/ 869765 h 3341254"/>
              <a:gd name="connsiteX9243" fmla="*/ 4327257 w 6545688"/>
              <a:gd name="connsiteY9243" fmla="*/ 869072 h 3341254"/>
              <a:gd name="connsiteX9244" fmla="*/ 4335942 w 6545688"/>
              <a:gd name="connsiteY9244" fmla="*/ 869072 h 3341254"/>
              <a:gd name="connsiteX9245" fmla="*/ 4336480 w 6545688"/>
              <a:gd name="connsiteY9245" fmla="*/ 869379 h 3341254"/>
              <a:gd name="connsiteX9246" fmla="*/ 4340784 w 6545688"/>
              <a:gd name="connsiteY9246" fmla="*/ 876911 h 3341254"/>
              <a:gd name="connsiteX9247" fmla="*/ 4340784 w 6545688"/>
              <a:gd name="connsiteY9247" fmla="*/ 877526 h 3341254"/>
              <a:gd name="connsiteX9248" fmla="*/ 4336480 w 6545688"/>
              <a:gd name="connsiteY9248" fmla="*/ 885057 h 3341254"/>
              <a:gd name="connsiteX9249" fmla="*/ 4335942 w 6545688"/>
              <a:gd name="connsiteY9249" fmla="*/ 885365 h 3341254"/>
              <a:gd name="connsiteX9250" fmla="*/ 4327257 w 6545688"/>
              <a:gd name="connsiteY9250" fmla="*/ 885365 h 3341254"/>
              <a:gd name="connsiteX9251" fmla="*/ 4326719 w 6545688"/>
              <a:gd name="connsiteY9251" fmla="*/ 885057 h 3341254"/>
              <a:gd name="connsiteX9252" fmla="*/ 4322415 w 6545688"/>
              <a:gd name="connsiteY9252" fmla="*/ 877526 h 3341254"/>
              <a:gd name="connsiteX9253" fmla="*/ 4322415 w 6545688"/>
              <a:gd name="connsiteY9253" fmla="*/ 876911 h 3341254"/>
              <a:gd name="connsiteX9254" fmla="*/ 4326719 w 6545688"/>
              <a:gd name="connsiteY9254" fmla="*/ 869379 h 3341254"/>
              <a:gd name="connsiteX9255" fmla="*/ 4327257 w 6545688"/>
              <a:gd name="connsiteY9255" fmla="*/ 869072 h 3341254"/>
              <a:gd name="connsiteX9256" fmla="*/ 3229235 w 6545688"/>
              <a:gd name="connsiteY9256" fmla="*/ 868457 h 3341254"/>
              <a:gd name="connsiteX9257" fmla="*/ 3238458 w 6545688"/>
              <a:gd name="connsiteY9257" fmla="*/ 868457 h 3341254"/>
              <a:gd name="connsiteX9258" fmla="*/ 3238995 w 6545688"/>
              <a:gd name="connsiteY9258" fmla="*/ 868764 h 3341254"/>
              <a:gd name="connsiteX9259" fmla="*/ 3243606 w 6545688"/>
              <a:gd name="connsiteY9259" fmla="*/ 876757 h 3341254"/>
              <a:gd name="connsiteX9260" fmla="*/ 3243606 w 6545688"/>
              <a:gd name="connsiteY9260" fmla="*/ 877448 h 3341254"/>
              <a:gd name="connsiteX9261" fmla="*/ 3238995 w 6545688"/>
              <a:gd name="connsiteY9261" fmla="*/ 885441 h 3341254"/>
              <a:gd name="connsiteX9262" fmla="*/ 3238458 w 6545688"/>
              <a:gd name="connsiteY9262" fmla="*/ 885748 h 3341254"/>
              <a:gd name="connsiteX9263" fmla="*/ 3229235 w 6545688"/>
              <a:gd name="connsiteY9263" fmla="*/ 885748 h 3341254"/>
              <a:gd name="connsiteX9264" fmla="*/ 3228697 w 6545688"/>
              <a:gd name="connsiteY9264" fmla="*/ 885441 h 3341254"/>
              <a:gd name="connsiteX9265" fmla="*/ 3224086 w 6545688"/>
              <a:gd name="connsiteY9265" fmla="*/ 877448 h 3341254"/>
              <a:gd name="connsiteX9266" fmla="*/ 3224086 w 6545688"/>
              <a:gd name="connsiteY9266" fmla="*/ 876757 h 3341254"/>
              <a:gd name="connsiteX9267" fmla="*/ 3228697 w 6545688"/>
              <a:gd name="connsiteY9267" fmla="*/ 868764 h 3341254"/>
              <a:gd name="connsiteX9268" fmla="*/ 3229235 w 6545688"/>
              <a:gd name="connsiteY9268" fmla="*/ 868457 h 3341254"/>
              <a:gd name="connsiteX9269" fmla="*/ 5882101 w 6545688"/>
              <a:gd name="connsiteY9269" fmla="*/ 868305 h 3341254"/>
              <a:gd name="connsiteX9270" fmla="*/ 5891479 w 6545688"/>
              <a:gd name="connsiteY9270" fmla="*/ 868305 h 3341254"/>
              <a:gd name="connsiteX9271" fmla="*/ 5892017 w 6545688"/>
              <a:gd name="connsiteY9271" fmla="*/ 868612 h 3341254"/>
              <a:gd name="connsiteX9272" fmla="*/ 5896705 w 6545688"/>
              <a:gd name="connsiteY9272" fmla="*/ 876759 h 3341254"/>
              <a:gd name="connsiteX9273" fmla="*/ 5896705 w 6545688"/>
              <a:gd name="connsiteY9273" fmla="*/ 877450 h 3341254"/>
              <a:gd name="connsiteX9274" fmla="*/ 5892017 w 6545688"/>
              <a:gd name="connsiteY9274" fmla="*/ 885597 h 3341254"/>
              <a:gd name="connsiteX9275" fmla="*/ 5891479 w 6545688"/>
              <a:gd name="connsiteY9275" fmla="*/ 885904 h 3341254"/>
              <a:gd name="connsiteX9276" fmla="*/ 5882101 w 6545688"/>
              <a:gd name="connsiteY9276" fmla="*/ 885904 h 3341254"/>
              <a:gd name="connsiteX9277" fmla="*/ 5881564 w 6545688"/>
              <a:gd name="connsiteY9277" fmla="*/ 885597 h 3341254"/>
              <a:gd name="connsiteX9278" fmla="*/ 5876877 w 6545688"/>
              <a:gd name="connsiteY9278" fmla="*/ 877450 h 3341254"/>
              <a:gd name="connsiteX9279" fmla="*/ 5876877 w 6545688"/>
              <a:gd name="connsiteY9279" fmla="*/ 876759 h 3341254"/>
              <a:gd name="connsiteX9280" fmla="*/ 5881564 w 6545688"/>
              <a:gd name="connsiteY9280" fmla="*/ 868612 h 3341254"/>
              <a:gd name="connsiteX9281" fmla="*/ 5882101 w 6545688"/>
              <a:gd name="connsiteY9281" fmla="*/ 868305 h 3341254"/>
              <a:gd name="connsiteX9282" fmla="*/ 6156166 w 6545688"/>
              <a:gd name="connsiteY9282" fmla="*/ 867612 h 3341254"/>
              <a:gd name="connsiteX9283" fmla="*/ 6166310 w 6545688"/>
              <a:gd name="connsiteY9283" fmla="*/ 867612 h 3341254"/>
              <a:gd name="connsiteX9284" fmla="*/ 6166926 w 6545688"/>
              <a:gd name="connsiteY9284" fmla="*/ 867995 h 3341254"/>
              <a:gd name="connsiteX9285" fmla="*/ 6171996 w 6545688"/>
              <a:gd name="connsiteY9285" fmla="*/ 876757 h 3341254"/>
              <a:gd name="connsiteX9286" fmla="*/ 6171996 w 6545688"/>
              <a:gd name="connsiteY9286" fmla="*/ 877450 h 3341254"/>
              <a:gd name="connsiteX9287" fmla="*/ 6166926 w 6545688"/>
              <a:gd name="connsiteY9287" fmla="*/ 886210 h 3341254"/>
              <a:gd name="connsiteX9288" fmla="*/ 6166310 w 6545688"/>
              <a:gd name="connsiteY9288" fmla="*/ 886595 h 3341254"/>
              <a:gd name="connsiteX9289" fmla="*/ 6156166 w 6545688"/>
              <a:gd name="connsiteY9289" fmla="*/ 886595 h 3341254"/>
              <a:gd name="connsiteX9290" fmla="*/ 6155549 w 6545688"/>
              <a:gd name="connsiteY9290" fmla="*/ 886210 h 3341254"/>
              <a:gd name="connsiteX9291" fmla="*/ 6150478 w 6545688"/>
              <a:gd name="connsiteY9291" fmla="*/ 877450 h 3341254"/>
              <a:gd name="connsiteX9292" fmla="*/ 6150478 w 6545688"/>
              <a:gd name="connsiteY9292" fmla="*/ 876757 h 3341254"/>
              <a:gd name="connsiteX9293" fmla="*/ 6155549 w 6545688"/>
              <a:gd name="connsiteY9293" fmla="*/ 867995 h 3341254"/>
              <a:gd name="connsiteX9294" fmla="*/ 6156166 w 6545688"/>
              <a:gd name="connsiteY9294" fmla="*/ 867612 h 3341254"/>
              <a:gd name="connsiteX9295" fmla="*/ 2313513 w 6545688"/>
              <a:gd name="connsiteY9295" fmla="*/ 866921 h 3341254"/>
              <a:gd name="connsiteX9296" fmla="*/ 2324427 w 6545688"/>
              <a:gd name="connsiteY9296" fmla="*/ 866921 h 3341254"/>
              <a:gd name="connsiteX9297" fmla="*/ 2325118 w 6545688"/>
              <a:gd name="connsiteY9297" fmla="*/ 867304 h 3341254"/>
              <a:gd name="connsiteX9298" fmla="*/ 2330575 w 6545688"/>
              <a:gd name="connsiteY9298" fmla="*/ 876759 h 3341254"/>
              <a:gd name="connsiteX9299" fmla="*/ 2330575 w 6545688"/>
              <a:gd name="connsiteY9299" fmla="*/ 877526 h 3341254"/>
              <a:gd name="connsiteX9300" fmla="*/ 2325118 w 6545688"/>
              <a:gd name="connsiteY9300" fmla="*/ 886981 h 3341254"/>
              <a:gd name="connsiteX9301" fmla="*/ 2324427 w 6545688"/>
              <a:gd name="connsiteY9301" fmla="*/ 887364 h 3341254"/>
              <a:gd name="connsiteX9302" fmla="*/ 2313513 w 6545688"/>
              <a:gd name="connsiteY9302" fmla="*/ 887364 h 3341254"/>
              <a:gd name="connsiteX9303" fmla="*/ 2312822 w 6545688"/>
              <a:gd name="connsiteY9303" fmla="*/ 886981 h 3341254"/>
              <a:gd name="connsiteX9304" fmla="*/ 2307365 w 6545688"/>
              <a:gd name="connsiteY9304" fmla="*/ 877526 h 3341254"/>
              <a:gd name="connsiteX9305" fmla="*/ 2307365 w 6545688"/>
              <a:gd name="connsiteY9305" fmla="*/ 876759 h 3341254"/>
              <a:gd name="connsiteX9306" fmla="*/ 2312822 w 6545688"/>
              <a:gd name="connsiteY9306" fmla="*/ 867304 h 3341254"/>
              <a:gd name="connsiteX9307" fmla="*/ 2313513 w 6545688"/>
              <a:gd name="connsiteY9307" fmla="*/ 866921 h 3341254"/>
              <a:gd name="connsiteX9308" fmla="*/ 1947457 w 6545688"/>
              <a:gd name="connsiteY9308" fmla="*/ 866689 h 3341254"/>
              <a:gd name="connsiteX9309" fmla="*/ 1958677 w 6545688"/>
              <a:gd name="connsiteY9309" fmla="*/ 866689 h 3341254"/>
              <a:gd name="connsiteX9310" fmla="*/ 1959368 w 6545688"/>
              <a:gd name="connsiteY9310" fmla="*/ 867073 h 3341254"/>
              <a:gd name="connsiteX9311" fmla="*/ 1964978 w 6545688"/>
              <a:gd name="connsiteY9311" fmla="*/ 876757 h 3341254"/>
              <a:gd name="connsiteX9312" fmla="*/ 1964978 w 6545688"/>
              <a:gd name="connsiteY9312" fmla="*/ 877526 h 3341254"/>
              <a:gd name="connsiteX9313" fmla="*/ 1959368 w 6545688"/>
              <a:gd name="connsiteY9313" fmla="*/ 887208 h 3341254"/>
              <a:gd name="connsiteX9314" fmla="*/ 1958677 w 6545688"/>
              <a:gd name="connsiteY9314" fmla="*/ 887594 h 3341254"/>
              <a:gd name="connsiteX9315" fmla="*/ 1947457 w 6545688"/>
              <a:gd name="connsiteY9315" fmla="*/ 887594 h 3341254"/>
              <a:gd name="connsiteX9316" fmla="*/ 1946764 w 6545688"/>
              <a:gd name="connsiteY9316" fmla="*/ 887208 h 3341254"/>
              <a:gd name="connsiteX9317" fmla="*/ 1941154 w 6545688"/>
              <a:gd name="connsiteY9317" fmla="*/ 877526 h 3341254"/>
              <a:gd name="connsiteX9318" fmla="*/ 1941154 w 6545688"/>
              <a:gd name="connsiteY9318" fmla="*/ 876757 h 3341254"/>
              <a:gd name="connsiteX9319" fmla="*/ 1946764 w 6545688"/>
              <a:gd name="connsiteY9319" fmla="*/ 867073 h 3341254"/>
              <a:gd name="connsiteX9320" fmla="*/ 1947457 w 6545688"/>
              <a:gd name="connsiteY9320" fmla="*/ 866689 h 3341254"/>
              <a:gd name="connsiteX9321" fmla="*/ 4508864 w 6545688"/>
              <a:gd name="connsiteY9321" fmla="*/ 866535 h 3341254"/>
              <a:gd name="connsiteX9322" fmla="*/ 4520238 w 6545688"/>
              <a:gd name="connsiteY9322" fmla="*/ 866535 h 3341254"/>
              <a:gd name="connsiteX9323" fmla="*/ 4520931 w 6545688"/>
              <a:gd name="connsiteY9323" fmla="*/ 866919 h 3341254"/>
              <a:gd name="connsiteX9324" fmla="*/ 4526617 w 6545688"/>
              <a:gd name="connsiteY9324" fmla="*/ 876757 h 3341254"/>
              <a:gd name="connsiteX9325" fmla="*/ 4526617 w 6545688"/>
              <a:gd name="connsiteY9325" fmla="*/ 877526 h 3341254"/>
              <a:gd name="connsiteX9326" fmla="*/ 4520931 w 6545688"/>
              <a:gd name="connsiteY9326" fmla="*/ 887364 h 3341254"/>
              <a:gd name="connsiteX9327" fmla="*/ 4520238 w 6545688"/>
              <a:gd name="connsiteY9327" fmla="*/ 887748 h 3341254"/>
              <a:gd name="connsiteX9328" fmla="*/ 4508864 w 6545688"/>
              <a:gd name="connsiteY9328" fmla="*/ 887748 h 3341254"/>
              <a:gd name="connsiteX9329" fmla="*/ 4508171 w 6545688"/>
              <a:gd name="connsiteY9329" fmla="*/ 887364 h 3341254"/>
              <a:gd name="connsiteX9330" fmla="*/ 4502485 w 6545688"/>
              <a:gd name="connsiteY9330" fmla="*/ 877526 h 3341254"/>
              <a:gd name="connsiteX9331" fmla="*/ 4502485 w 6545688"/>
              <a:gd name="connsiteY9331" fmla="*/ 876757 h 3341254"/>
              <a:gd name="connsiteX9332" fmla="*/ 4508171 w 6545688"/>
              <a:gd name="connsiteY9332" fmla="*/ 866919 h 3341254"/>
              <a:gd name="connsiteX9333" fmla="*/ 4508864 w 6545688"/>
              <a:gd name="connsiteY9333" fmla="*/ 866535 h 3341254"/>
              <a:gd name="connsiteX9334" fmla="*/ 3868511 w 6545688"/>
              <a:gd name="connsiteY9334" fmla="*/ 866535 h 3341254"/>
              <a:gd name="connsiteX9335" fmla="*/ 3879885 w 6545688"/>
              <a:gd name="connsiteY9335" fmla="*/ 866535 h 3341254"/>
              <a:gd name="connsiteX9336" fmla="*/ 3880579 w 6545688"/>
              <a:gd name="connsiteY9336" fmla="*/ 866919 h 3341254"/>
              <a:gd name="connsiteX9337" fmla="*/ 3886264 w 6545688"/>
              <a:gd name="connsiteY9337" fmla="*/ 876757 h 3341254"/>
              <a:gd name="connsiteX9338" fmla="*/ 3886264 w 6545688"/>
              <a:gd name="connsiteY9338" fmla="*/ 877526 h 3341254"/>
              <a:gd name="connsiteX9339" fmla="*/ 3880579 w 6545688"/>
              <a:gd name="connsiteY9339" fmla="*/ 887364 h 3341254"/>
              <a:gd name="connsiteX9340" fmla="*/ 3879885 w 6545688"/>
              <a:gd name="connsiteY9340" fmla="*/ 887748 h 3341254"/>
              <a:gd name="connsiteX9341" fmla="*/ 3868511 w 6545688"/>
              <a:gd name="connsiteY9341" fmla="*/ 887748 h 3341254"/>
              <a:gd name="connsiteX9342" fmla="*/ 3867820 w 6545688"/>
              <a:gd name="connsiteY9342" fmla="*/ 887364 h 3341254"/>
              <a:gd name="connsiteX9343" fmla="*/ 3862132 w 6545688"/>
              <a:gd name="connsiteY9343" fmla="*/ 877526 h 3341254"/>
              <a:gd name="connsiteX9344" fmla="*/ 3862132 w 6545688"/>
              <a:gd name="connsiteY9344" fmla="*/ 876757 h 3341254"/>
              <a:gd name="connsiteX9345" fmla="*/ 3867820 w 6545688"/>
              <a:gd name="connsiteY9345" fmla="*/ 866919 h 3341254"/>
              <a:gd name="connsiteX9346" fmla="*/ 3868511 w 6545688"/>
              <a:gd name="connsiteY9346" fmla="*/ 866535 h 3341254"/>
              <a:gd name="connsiteX9347" fmla="*/ 2953636 w 6545688"/>
              <a:gd name="connsiteY9347" fmla="*/ 866535 h 3341254"/>
              <a:gd name="connsiteX9348" fmla="*/ 2965010 w 6545688"/>
              <a:gd name="connsiteY9348" fmla="*/ 866535 h 3341254"/>
              <a:gd name="connsiteX9349" fmla="*/ 2965703 w 6545688"/>
              <a:gd name="connsiteY9349" fmla="*/ 866919 h 3341254"/>
              <a:gd name="connsiteX9350" fmla="*/ 2971389 w 6545688"/>
              <a:gd name="connsiteY9350" fmla="*/ 876757 h 3341254"/>
              <a:gd name="connsiteX9351" fmla="*/ 2971389 w 6545688"/>
              <a:gd name="connsiteY9351" fmla="*/ 877526 h 3341254"/>
              <a:gd name="connsiteX9352" fmla="*/ 2965703 w 6545688"/>
              <a:gd name="connsiteY9352" fmla="*/ 887364 h 3341254"/>
              <a:gd name="connsiteX9353" fmla="*/ 2965010 w 6545688"/>
              <a:gd name="connsiteY9353" fmla="*/ 887748 h 3341254"/>
              <a:gd name="connsiteX9354" fmla="*/ 2953636 w 6545688"/>
              <a:gd name="connsiteY9354" fmla="*/ 887748 h 3341254"/>
              <a:gd name="connsiteX9355" fmla="*/ 2952945 w 6545688"/>
              <a:gd name="connsiteY9355" fmla="*/ 887364 h 3341254"/>
              <a:gd name="connsiteX9356" fmla="*/ 2947257 w 6545688"/>
              <a:gd name="connsiteY9356" fmla="*/ 877526 h 3341254"/>
              <a:gd name="connsiteX9357" fmla="*/ 2947257 w 6545688"/>
              <a:gd name="connsiteY9357" fmla="*/ 876757 h 3341254"/>
              <a:gd name="connsiteX9358" fmla="*/ 2952945 w 6545688"/>
              <a:gd name="connsiteY9358" fmla="*/ 866919 h 3341254"/>
              <a:gd name="connsiteX9359" fmla="*/ 2953636 w 6545688"/>
              <a:gd name="connsiteY9359" fmla="*/ 866535 h 3341254"/>
              <a:gd name="connsiteX9360" fmla="*/ 2221748 w 6545688"/>
              <a:gd name="connsiteY9360" fmla="*/ 866382 h 3341254"/>
              <a:gd name="connsiteX9361" fmla="*/ 2233275 w 6545688"/>
              <a:gd name="connsiteY9361" fmla="*/ 866382 h 3341254"/>
              <a:gd name="connsiteX9362" fmla="*/ 2233968 w 6545688"/>
              <a:gd name="connsiteY9362" fmla="*/ 866765 h 3341254"/>
              <a:gd name="connsiteX9363" fmla="*/ 2239732 w 6545688"/>
              <a:gd name="connsiteY9363" fmla="*/ 876757 h 3341254"/>
              <a:gd name="connsiteX9364" fmla="*/ 2239732 w 6545688"/>
              <a:gd name="connsiteY9364" fmla="*/ 877602 h 3341254"/>
              <a:gd name="connsiteX9365" fmla="*/ 2233968 w 6545688"/>
              <a:gd name="connsiteY9365" fmla="*/ 887594 h 3341254"/>
              <a:gd name="connsiteX9366" fmla="*/ 2233275 w 6545688"/>
              <a:gd name="connsiteY9366" fmla="*/ 887977 h 3341254"/>
              <a:gd name="connsiteX9367" fmla="*/ 2221748 w 6545688"/>
              <a:gd name="connsiteY9367" fmla="*/ 887977 h 3341254"/>
              <a:gd name="connsiteX9368" fmla="*/ 2221057 w 6545688"/>
              <a:gd name="connsiteY9368" fmla="*/ 887594 h 3341254"/>
              <a:gd name="connsiteX9369" fmla="*/ 2215292 w 6545688"/>
              <a:gd name="connsiteY9369" fmla="*/ 877602 h 3341254"/>
              <a:gd name="connsiteX9370" fmla="*/ 2215292 w 6545688"/>
              <a:gd name="connsiteY9370" fmla="*/ 876757 h 3341254"/>
              <a:gd name="connsiteX9371" fmla="*/ 2221057 w 6545688"/>
              <a:gd name="connsiteY9371" fmla="*/ 866765 h 3341254"/>
              <a:gd name="connsiteX9372" fmla="*/ 2221748 w 6545688"/>
              <a:gd name="connsiteY9372" fmla="*/ 866382 h 3341254"/>
              <a:gd name="connsiteX9373" fmla="*/ 6063864 w 6545688"/>
              <a:gd name="connsiteY9373" fmla="*/ 866230 h 3341254"/>
              <a:gd name="connsiteX9374" fmla="*/ 6075546 w 6545688"/>
              <a:gd name="connsiteY9374" fmla="*/ 866230 h 3341254"/>
              <a:gd name="connsiteX9375" fmla="*/ 6076237 w 6545688"/>
              <a:gd name="connsiteY9375" fmla="*/ 866613 h 3341254"/>
              <a:gd name="connsiteX9376" fmla="*/ 6082078 w 6545688"/>
              <a:gd name="connsiteY9376" fmla="*/ 876681 h 3341254"/>
              <a:gd name="connsiteX9377" fmla="*/ 6082078 w 6545688"/>
              <a:gd name="connsiteY9377" fmla="*/ 877528 h 3341254"/>
              <a:gd name="connsiteX9378" fmla="*/ 6076237 w 6545688"/>
              <a:gd name="connsiteY9378" fmla="*/ 887596 h 3341254"/>
              <a:gd name="connsiteX9379" fmla="*/ 6075546 w 6545688"/>
              <a:gd name="connsiteY9379" fmla="*/ 887979 h 3341254"/>
              <a:gd name="connsiteX9380" fmla="*/ 6063864 w 6545688"/>
              <a:gd name="connsiteY9380" fmla="*/ 887979 h 3341254"/>
              <a:gd name="connsiteX9381" fmla="*/ 6063173 w 6545688"/>
              <a:gd name="connsiteY9381" fmla="*/ 887596 h 3341254"/>
              <a:gd name="connsiteX9382" fmla="*/ 6057331 w 6545688"/>
              <a:gd name="connsiteY9382" fmla="*/ 877528 h 3341254"/>
              <a:gd name="connsiteX9383" fmla="*/ 6057331 w 6545688"/>
              <a:gd name="connsiteY9383" fmla="*/ 876681 h 3341254"/>
              <a:gd name="connsiteX9384" fmla="*/ 6063173 w 6545688"/>
              <a:gd name="connsiteY9384" fmla="*/ 866613 h 3341254"/>
              <a:gd name="connsiteX9385" fmla="*/ 6063864 w 6545688"/>
              <a:gd name="connsiteY9385" fmla="*/ 866230 h 3341254"/>
              <a:gd name="connsiteX9386" fmla="*/ 1855230 w 6545688"/>
              <a:gd name="connsiteY9386" fmla="*/ 865229 h 3341254"/>
              <a:gd name="connsiteX9387" fmla="*/ 1867910 w 6545688"/>
              <a:gd name="connsiteY9387" fmla="*/ 865229 h 3341254"/>
              <a:gd name="connsiteX9388" fmla="*/ 1868679 w 6545688"/>
              <a:gd name="connsiteY9388" fmla="*/ 865691 h 3341254"/>
              <a:gd name="connsiteX9389" fmla="*/ 1875058 w 6545688"/>
              <a:gd name="connsiteY9389" fmla="*/ 876681 h 3341254"/>
              <a:gd name="connsiteX9390" fmla="*/ 1875058 w 6545688"/>
              <a:gd name="connsiteY9390" fmla="*/ 877602 h 3341254"/>
              <a:gd name="connsiteX9391" fmla="*/ 1868679 w 6545688"/>
              <a:gd name="connsiteY9391" fmla="*/ 888592 h 3341254"/>
              <a:gd name="connsiteX9392" fmla="*/ 1867910 w 6545688"/>
              <a:gd name="connsiteY9392" fmla="*/ 889054 h 3341254"/>
              <a:gd name="connsiteX9393" fmla="*/ 1855230 w 6545688"/>
              <a:gd name="connsiteY9393" fmla="*/ 889054 h 3341254"/>
              <a:gd name="connsiteX9394" fmla="*/ 1854461 w 6545688"/>
              <a:gd name="connsiteY9394" fmla="*/ 888592 h 3341254"/>
              <a:gd name="connsiteX9395" fmla="*/ 1848082 w 6545688"/>
              <a:gd name="connsiteY9395" fmla="*/ 877602 h 3341254"/>
              <a:gd name="connsiteX9396" fmla="*/ 1848082 w 6545688"/>
              <a:gd name="connsiteY9396" fmla="*/ 876681 h 3341254"/>
              <a:gd name="connsiteX9397" fmla="*/ 1854461 w 6545688"/>
              <a:gd name="connsiteY9397" fmla="*/ 865691 h 3341254"/>
              <a:gd name="connsiteX9398" fmla="*/ 1855230 w 6545688"/>
              <a:gd name="connsiteY9398" fmla="*/ 865229 h 3341254"/>
              <a:gd name="connsiteX9399" fmla="*/ 2769798 w 6545688"/>
              <a:gd name="connsiteY9399" fmla="*/ 864846 h 3341254"/>
              <a:gd name="connsiteX9400" fmla="*/ 2782939 w 6545688"/>
              <a:gd name="connsiteY9400" fmla="*/ 864846 h 3341254"/>
              <a:gd name="connsiteX9401" fmla="*/ 2783708 w 6545688"/>
              <a:gd name="connsiteY9401" fmla="*/ 865307 h 3341254"/>
              <a:gd name="connsiteX9402" fmla="*/ 2790241 w 6545688"/>
              <a:gd name="connsiteY9402" fmla="*/ 876681 h 3341254"/>
              <a:gd name="connsiteX9403" fmla="*/ 2790241 w 6545688"/>
              <a:gd name="connsiteY9403" fmla="*/ 877604 h 3341254"/>
              <a:gd name="connsiteX9404" fmla="*/ 2783632 w 6545688"/>
              <a:gd name="connsiteY9404" fmla="*/ 888978 h 3341254"/>
              <a:gd name="connsiteX9405" fmla="*/ 2782864 w 6545688"/>
              <a:gd name="connsiteY9405" fmla="*/ 889439 h 3341254"/>
              <a:gd name="connsiteX9406" fmla="*/ 2769722 w 6545688"/>
              <a:gd name="connsiteY9406" fmla="*/ 889439 h 3341254"/>
              <a:gd name="connsiteX9407" fmla="*/ 2768953 w 6545688"/>
              <a:gd name="connsiteY9407" fmla="*/ 888978 h 3341254"/>
              <a:gd name="connsiteX9408" fmla="*/ 2762420 w 6545688"/>
              <a:gd name="connsiteY9408" fmla="*/ 877604 h 3341254"/>
              <a:gd name="connsiteX9409" fmla="*/ 2762420 w 6545688"/>
              <a:gd name="connsiteY9409" fmla="*/ 876681 h 3341254"/>
              <a:gd name="connsiteX9410" fmla="*/ 2769029 w 6545688"/>
              <a:gd name="connsiteY9410" fmla="*/ 865307 h 3341254"/>
              <a:gd name="connsiteX9411" fmla="*/ 2769798 w 6545688"/>
              <a:gd name="connsiteY9411" fmla="*/ 864846 h 3341254"/>
              <a:gd name="connsiteX9412" fmla="*/ 5605119 w 6545688"/>
              <a:gd name="connsiteY9412" fmla="*/ 863615 h 3341254"/>
              <a:gd name="connsiteX9413" fmla="*/ 5619566 w 6545688"/>
              <a:gd name="connsiteY9413" fmla="*/ 863615 h 3341254"/>
              <a:gd name="connsiteX9414" fmla="*/ 5620489 w 6545688"/>
              <a:gd name="connsiteY9414" fmla="*/ 864153 h 3341254"/>
              <a:gd name="connsiteX9415" fmla="*/ 5627715 w 6545688"/>
              <a:gd name="connsiteY9415" fmla="*/ 876681 h 3341254"/>
              <a:gd name="connsiteX9416" fmla="*/ 5627715 w 6545688"/>
              <a:gd name="connsiteY9416" fmla="*/ 877680 h 3341254"/>
              <a:gd name="connsiteX9417" fmla="*/ 5620489 w 6545688"/>
              <a:gd name="connsiteY9417" fmla="*/ 890206 h 3341254"/>
              <a:gd name="connsiteX9418" fmla="*/ 5619566 w 6545688"/>
              <a:gd name="connsiteY9418" fmla="*/ 890745 h 3341254"/>
              <a:gd name="connsiteX9419" fmla="*/ 5605119 w 6545688"/>
              <a:gd name="connsiteY9419" fmla="*/ 890745 h 3341254"/>
              <a:gd name="connsiteX9420" fmla="*/ 5604196 w 6545688"/>
              <a:gd name="connsiteY9420" fmla="*/ 890206 h 3341254"/>
              <a:gd name="connsiteX9421" fmla="*/ 5596972 w 6545688"/>
              <a:gd name="connsiteY9421" fmla="*/ 877680 h 3341254"/>
              <a:gd name="connsiteX9422" fmla="*/ 5596972 w 6545688"/>
              <a:gd name="connsiteY9422" fmla="*/ 876681 h 3341254"/>
              <a:gd name="connsiteX9423" fmla="*/ 5604196 w 6545688"/>
              <a:gd name="connsiteY9423" fmla="*/ 864153 h 3341254"/>
              <a:gd name="connsiteX9424" fmla="*/ 5605119 w 6545688"/>
              <a:gd name="connsiteY9424" fmla="*/ 863615 h 3341254"/>
              <a:gd name="connsiteX9425" fmla="*/ 2036989 w 6545688"/>
              <a:gd name="connsiteY9425" fmla="*/ 862847 h 3341254"/>
              <a:gd name="connsiteX9426" fmla="*/ 2052208 w 6545688"/>
              <a:gd name="connsiteY9426" fmla="*/ 862847 h 3341254"/>
              <a:gd name="connsiteX9427" fmla="*/ 2053130 w 6545688"/>
              <a:gd name="connsiteY9427" fmla="*/ 863384 h 3341254"/>
              <a:gd name="connsiteX9428" fmla="*/ 2060738 w 6545688"/>
              <a:gd name="connsiteY9428" fmla="*/ 876603 h 3341254"/>
              <a:gd name="connsiteX9429" fmla="*/ 2060738 w 6545688"/>
              <a:gd name="connsiteY9429" fmla="*/ 877680 h 3341254"/>
              <a:gd name="connsiteX9430" fmla="*/ 2053130 w 6545688"/>
              <a:gd name="connsiteY9430" fmla="*/ 890899 h 3341254"/>
              <a:gd name="connsiteX9431" fmla="*/ 2052208 w 6545688"/>
              <a:gd name="connsiteY9431" fmla="*/ 891436 h 3341254"/>
              <a:gd name="connsiteX9432" fmla="*/ 2036989 w 6545688"/>
              <a:gd name="connsiteY9432" fmla="*/ 891436 h 3341254"/>
              <a:gd name="connsiteX9433" fmla="*/ 2036068 w 6545688"/>
              <a:gd name="connsiteY9433" fmla="*/ 890899 h 3341254"/>
              <a:gd name="connsiteX9434" fmla="*/ 2028459 w 6545688"/>
              <a:gd name="connsiteY9434" fmla="*/ 877680 h 3341254"/>
              <a:gd name="connsiteX9435" fmla="*/ 2028459 w 6545688"/>
              <a:gd name="connsiteY9435" fmla="*/ 876603 h 3341254"/>
              <a:gd name="connsiteX9436" fmla="*/ 2036068 w 6545688"/>
              <a:gd name="connsiteY9436" fmla="*/ 863384 h 3341254"/>
              <a:gd name="connsiteX9437" fmla="*/ 2036989 w 6545688"/>
              <a:gd name="connsiteY9437" fmla="*/ 862847 h 3341254"/>
              <a:gd name="connsiteX9438" fmla="*/ 4414562 w 6545688"/>
              <a:gd name="connsiteY9438" fmla="*/ 861233 h 3341254"/>
              <a:gd name="connsiteX9439" fmla="*/ 4431548 w 6545688"/>
              <a:gd name="connsiteY9439" fmla="*/ 861233 h 3341254"/>
              <a:gd name="connsiteX9440" fmla="*/ 4432623 w 6545688"/>
              <a:gd name="connsiteY9440" fmla="*/ 861848 h 3341254"/>
              <a:gd name="connsiteX9441" fmla="*/ 4441155 w 6545688"/>
              <a:gd name="connsiteY9441" fmla="*/ 876603 h 3341254"/>
              <a:gd name="connsiteX9442" fmla="*/ 4441155 w 6545688"/>
              <a:gd name="connsiteY9442" fmla="*/ 877833 h 3341254"/>
              <a:gd name="connsiteX9443" fmla="*/ 4432623 w 6545688"/>
              <a:gd name="connsiteY9443" fmla="*/ 892589 h 3341254"/>
              <a:gd name="connsiteX9444" fmla="*/ 4431548 w 6545688"/>
              <a:gd name="connsiteY9444" fmla="*/ 893204 h 3341254"/>
              <a:gd name="connsiteX9445" fmla="*/ 4414562 w 6545688"/>
              <a:gd name="connsiteY9445" fmla="*/ 893204 h 3341254"/>
              <a:gd name="connsiteX9446" fmla="*/ 4413488 w 6545688"/>
              <a:gd name="connsiteY9446" fmla="*/ 892589 h 3341254"/>
              <a:gd name="connsiteX9447" fmla="*/ 4404956 w 6545688"/>
              <a:gd name="connsiteY9447" fmla="*/ 877833 h 3341254"/>
              <a:gd name="connsiteX9448" fmla="*/ 4404956 w 6545688"/>
              <a:gd name="connsiteY9448" fmla="*/ 876603 h 3341254"/>
              <a:gd name="connsiteX9449" fmla="*/ 4413488 w 6545688"/>
              <a:gd name="connsiteY9449" fmla="*/ 861848 h 3341254"/>
              <a:gd name="connsiteX9450" fmla="*/ 4414562 w 6545688"/>
              <a:gd name="connsiteY9450" fmla="*/ 861233 h 3341254"/>
              <a:gd name="connsiteX9451" fmla="*/ 2401281 w 6545688"/>
              <a:gd name="connsiteY9451" fmla="*/ 859927 h 3341254"/>
              <a:gd name="connsiteX9452" fmla="*/ 2419650 w 6545688"/>
              <a:gd name="connsiteY9452" fmla="*/ 859927 h 3341254"/>
              <a:gd name="connsiteX9453" fmla="*/ 2420802 w 6545688"/>
              <a:gd name="connsiteY9453" fmla="*/ 860542 h 3341254"/>
              <a:gd name="connsiteX9454" fmla="*/ 2429949 w 6545688"/>
              <a:gd name="connsiteY9454" fmla="*/ 876449 h 3341254"/>
              <a:gd name="connsiteX9455" fmla="*/ 2429949 w 6545688"/>
              <a:gd name="connsiteY9455" fmla="*/ 877758 h 3341254"/>
              <a:gd name="connsiteX9456" fmla="*/ 2420726 w 6545688"/>
              <a:gd name="connsiteY9456" fmla="*/ 893665 h 3341254"/>
              <a:gd name="connsiteX9457" fmla="*/ 2419574 w 6545688"/>
              <a:gd name="connsiteY9457" fmla="*/ 894280 h 3341254"/>
              <a:gd name="connsiteX9458" fmla="*/ 2401205 w 6545688"/>
              <a:gd name="connsiteY9458" fmla="*/ 894280 h 3341254"/>
              <a:gd name="connsiteX9459" fmla="*/ 2400051 w 6545688"/>
              <a:gd name="connsiteY9459" fmla="*/ 893665 h 3341254"/>
              <a:gd name="connsiteX9460" fmla="*/ 2390906 w 6545688"/>
              <a:gd name="connsiteY9460" fmla="*/ 877758 h 3341254"/>
              <a:gd name="connsiteX9461" fmla="*/ 2390906 w 6545688"/>
              <a:gd name="connsiteY9461" fmla="*/ 876449 h 3341254"/>
              <a:gd name="connsiteX9462" fmla="*/ 2400129 w 6545688"/>
              <a:gd name="connsiteY9462" fmla="*/ 860542 h 3341254"/>
              <a:gd name="connsiteX9463" fmla="*/ 2401281 w 6545688"/>
              <a:gd name="connsiteY9463" fmla="*/ 859927 h 3341254"/>
              <a:gd name="connsiteX9464" fmla="*/ 4688244 w 6545688"/>
              <a:gd name="connsiteY9464" fmla="*/ 859773 h 3341254"/>
              <a:gd name="connsiteX9465" fmla="*/ 4706764 w 6545688"/>
              <a:gd name="connsiteY9465" fmla="*/ 859773 h 3341254"/>
              <a:gd name="connsiteX9466" fmla="*/ 4707918 w 6545688"/>
              <a:gd name="connsiteY9466" fmla="*/ 860464 h 3341254"/>
              <a:gd name="connsiteX9467" fmla="*/ 4717139 w 6545688"/>
              <a:gd name="connsiteY9467" fmla="*/ 876527 h 3341254"/>
              <a:gd name="connsiteX9468" fmla="*/ 4717139 w 6545688"/>
              <a:gd name="connsiteY9468" fmla="*/ 877833 h 3341254"/>
              <a:gd name="connsiteX9469" fmla="*/ 4707840 w 6545688"/>
              <a:gd name="connsiteY9469" fmla="*/ 893897 h 3341254"/>
              <a:gd name="connsiteX9470" fmla="*/ 4706688 w 6545688"/>
              <a:gd name="connsiteY9470" fmla="*/ 894588 h 3341254"/>
              <a:gd name="connsiteX9471" fmla="*/ 4688166 w 6545688"/>
              <a:gd name="connsiteY9471" fmla="*/ 894588 h 3341254"/>
              <a:gd name="connsiteX9472" fmla="*/ 4687013 w 6545688"/>
              <a:gd name="connsiteY9472" fmla="*/ 893897 h 3341254"/>
              <a:gd name="connsiteX9473" fmla="*/ 4677790 w 6545688"/>
              <a:gd name="connsiteY9473" fmla="*/ 877833 h 3341254"/>
              <a:gd name="connsiteX9474" fmla="*/ 4677790 w 6545688"/>
              <a:gd name="connsiteY9474" fmla="*/ 876527 h 3341254"/>
              <a:gd name="connsiteX9475" fmla="*/ 4687089 w 6545688"/>
              <a:gd name="connsiteY9475" fmla="*/ 860464 h 3341254"/>
              <a:gd name="connsiteX9476" fmla="*/ 4688244 w 6545688"/>
              <a:gd name="connsiteY9476" fmla="*/ 859773 h 3341254"/>
              <a:gd name="connsiteX9477" fmla="*/ 4136812 w 6545688"/>
              <a:gd name="connsiteY9477" fmla="*/ 855085 h 3341254"/>
              <a:gd name="connsiteX9478" fmla="*/ 4160405 w 6545688"/>
              <a:gd name="connsiteY9478" fmla="*/ 855085 h 3341254"/>
              <a:gd name="connsiteX9479" fmla="*/ 4161866 w 6545688"/>
              <a:gd name="connsiteY9479" fmla="*/ 855930 h 3341254"/>
              <a:gd name="connsiteX9480" fmla="*/ 4173624 w 6545688"/>
              <a:gd name="connsiteY9480" fmla="*/ 876373 h 3341254"/>
              <a:gd name="connsiteX9481" fmla="*/ 4173624 w 6545688"/>
              <a:gd name="connsiteY9481" fmla="*/ 878065 h 3341254"/>
              <a:gd name="connsiteX9482" fmla="*/ 4161789 w 6545688"/>
              <a:gd name="connsiteY9482" fmla="*/ 898508 h 3341254"/>
              <a:gd name="connsiteX9483" fmla="*/ 4160329 w 6545688"/>
              <a:gd name="connsiteY9483" fmla="*/ 899353 h 3341254"/>
              <a:gd name="connsiteX9484" fmla="*/ 4136734 w 6545688"/>
              <a:gd name="connsiteY9484" fmla="*/ 899353 h 3341254"/>
              <a:gd name="connsiteX9485" fmla="*/ 4135274 w 6545688"/>
              <a:gd name="connsiteY9485" fmla="*/ 898508 h 3341254"/>
              <a:gd name="connsiteX9486" fmla="*/ 4123515 w 6545688"/>
              <a:gd name="connsiteY9486" fmla="*/ 878065 h 3341254"/>
              <a:gd name="connsiteX9487" fmla="*/ 4123515 w 6545688"/>
              <a:gd name="connsiteY9487" fmla="*/ 876373 h 3341254"/>
              <a:gd name="connsiteX9488" fmla="*/ 4135352 w 6545688"/>
              <a:gd name="connsiteY9488" fmla="*/ 855930 h 3341254"/>
              <a:gd name="connsiteX9489" fmla="*/ 4136812 w 6545688"/>
              <a:gd name="connsiteY9489" fmla="*/ 855085 h 3341254"/>
              <a:gd name="connsiteX9490" fmla="*/ 3953667 w 6545688"/>
              <a:gd name="connsiteY9490" fmla="*/ 854624 h 3341254"/>
              <a:gd name="connsiteX9491" fmla="*/ 3977723 w 6545688"/>
              <a:gd name="connsiteY9491" fmla="*/ 854624 h 3341254"/>
              <a:gd name="connsiteX9492" fmla="*/ 3979184 w 6545688"/>
              <a:gd name="connsiteY9492" fmla="*/ 855469 h 3341254"/>
              <a:gd name="connsiteX9493" fmla="*/ 3991172 w 6545688"/>
              <a:gd name="connsiteY9493" fmla="*/ 876298 h 3341254"/>
              <a:gd name="connsiteX9494" fmla="*/ 3991172 w 6545688"/>
              <a:gd name="connsiteY9494" fmla="*/ 877987 h 3341254"/>
              <a:gd name="connsiteX9495" fmla="*/ 3979106 w 6545688"/>
              <a:gd name="connsiteY9495" fmla="*/ 898816 h 3341254"/>
              <a:gd name="connsiteX9496" fmla="*/ 3977646 w 6545688"/>
              <a:gd name="connsiteY9496" fmla="*/ 899661 h 3341254"/>
              <a:gd name="connsiteX9497" fmla="*/ 3953592 w 6545688"/>
              <a:gd name="connsiteY9497" fmla="*/ 899661 h 3341254"/>
              <a:gd name="connsiteX9498" fmla="*/ 3952129 w 6545688"/>
              <a:gd name="connsiteY9498" fmla="*/ 898816 h 3341254"/>
              <a:gd name="connsiteX9499" fmla="*/ 3940140 w 6545688"/>
              <a:gd name="connsiteY9499" fmla="*/ 877987 h 3341254"/>
              <a:gd name="connsiteX9500" fmla="*/ 3940140 w 6545688"/>
              <a:gd name="connsiteY9500" fmla="*/ 876298 h 3341254"/>
              <a:gd name="connsiteX9501" fmla="*/ 3952207 w 6545688"/>
              <a:gd name="connsiteY9501" fmla="*/ 855469 h 3341254"/>
              <a:gd name="connsiteX9502" fmla="*/ 3953667 w 6545688"/>
              <a:gd name="connsiteY9502" fmla="*/ 854624 h 3341254"/>
              <a:gd name="connsiteX9503" fmla="*/ 4877919 w 6545688"/>
              <a:gd name="connsiteY9503" fmla="*/ 793140 h 3341254"/>
              <a:gd name="connsiteX9504" fmla="*/ 4882990 w 6545688"/>
              <a:gd name="connsiteY9504" fmla="*/ 793140 h 3341254"/>
              <a:gd name="connsiteX9505" fmla="*/ 4883300 w 6545688"/>
              <a:gd name="connsiteY9505" fmla="*/ 793294 h 3341254"/>
              <a:gd name="connsiteX9506" fmla="*/ 4885834 w 6545688"/>
              <a:gd name="connsiteY9506" fmla="*/ 797674 h 3341254"/>
              <a:gd name="connsiteX9507" fmla="*/ 4885834 w 6545688"/>
              <a:gd name="connsiteY9507" fmla="*/ 798059 h 3341254"/>
              <a:gd name="connsiteX9508" fmla="*/ 4883300 w 6545688"/>
              <a:gd name="connsiteY9508" fmla="*/ 802439 h 3341254"/>
              <a:gd name="connsiteX9509" fmla="*/ 4882990 w 6545688"/>
              <a:gd name="connsiteY9509" fmla="*/ 802593 h 3341254"/>
              <a:gd name="connsiteX9510" fmla="*/ 4877919 w 6545688"/>
              <a:gd name="connsiteY9510" fmla="*/ 802593 h 3341254"/>
              <a:gd name="connsiteX9511" fmla="*/ 4877612 w 6545688"/>
              <a:gd name="connsiteY9511" fmla="*/ 802439 h 3341254"/>
              <a:gd name="connsiteX9512" fmla="*/ 4875075 w 6545688"/>
              <a:gd name="connsiteY9512" fmla="*/ 798059 h 3341254"/>
              <a:gd name="connsiteX9513" fmla="*/ 4875075 w 6545688"/>
              <a:gd name="connsiteY9513" fmla="*/ 797674 h 3341254"/>
              <a:gd name="connsiteX9514" fmla="*/ 4877612 w 6545688"/>
              <a:gd name="connsiteY9514" fmla="*/ 793294 h 3341254"/>
              <a:gd name="connsiteX9515" fmla="*/ 4877919 w 6545688"/>
              <a:gd name="connsiteY9515" fmla="*/ 793140 h 3341254"/>
              <a:gd name="connsiteX9516" fmla="*/ 5609574 w 6545688"/>
              <a:gd name="connsiteY9516" fmla="*/ 792679 h 3341254"/>
              <a:gd name="connsiteX9517" fmla="*/ 5615108 w 6545688"/>
              <a:gd name="connsiteY9517" fmla="*/ 792679 h 3341254"/>
              <a:gd name="connsiteX9518" fmla="*/ 5615416 w 6545688"/>
              <a:gd name="connsiteY9518" fmla="*/ 792909 h 3341254"/>
              <a:gd name="connsiteX9519" fmla="*/ 5618182 w 6545688"/>
              <a:gd name="connsiteY9519" fmla="*/ 797674 h 3341254"/>
              <a:gd name="connsiteX9520" fmla="*/ 5618182 w 6545688"/>
              <a:gd name="connsiteY9520" fmla="*/ 798059 h 3341254"/>
              <a:gd name="connsiteX9521" fmla="*/ 5615416 w 6545688"/>
              <a:gd name="connsiteY9521" fmla="*/ 802825 h 3341254"/>
              <a:gd name="connsiteX9522" fmla="*/ 5615108 w 6545688"/>
              <a:gd name="connsiteY9522" fmla="*/ 803054 h 3341254"/>
              <a:gd name="connsiteX9523" fmla="*/ 5609574 w 6545688"/>
              <a:gd name="connsiteY9523" fmla="*/ 803054 h 3341254"/>
              <a:gd name="connsiteX9524" fmla="*/ 5609266 w 6545688"/>
              <a:gd name="connsiteY9524" fmla="*/ 802825 h 3341254"/>
              <a:gd name="connsiteX9525" fmla="*/ 5606500 w 6545688"/>
              <a:gd name="connsiteY9525" fmla="*/ 798059 h 3341254"/>
              <a:gd name="connsiteX9526" fmla="*/ 5606500 w 6545688"/>
              <a:gd name="connsiteY9526" fmla="*/ 797674 h 3341254"/>
              <a:gd name="connsiteX9527" fmla="*/ 5609266 w 6545688"/>
              <a:gd name="connsiteY9527" fmla="*/ 792909 h 3341254"/>
              <a:gd name="connsiteX9528" fmla="*/ 5609574 w 6545688"/>
              <a:gd name="connsiteY9528" fmla="*/ 792679 h 3341254"/>
              <a:gd name="connsiteX9529" fmla="*/ 5243594 w 6545688"/>
              <a:gd name="connsiteY9529" fmla="*/ 792679 h 3341254"/>
              <a:gd name="connsiteX9530" fmla="*/ 5249128 w 6545688"/>
              <a:gd name="connsiteY9530" fmla="*/ 792679 h 3341254"/>
              <a:gd name="connsiteX9531" fmla="*/ 5249436 w 6545688"/>
              <a:gd name="connsiteY9531" fmla="*/ 792909 h 3341254"/>
              <a:gd name="connsiteX9532" fmla="*/ 5252202 w 6545688"/>
              <a:gd name="connsiteY9532" fmla="*/ 797674 h 3341254"/>
              <a:gd name="connsiteX9533" fmla="*/ 5252202 w 6545688"/>
              <a:gd name="connsiteY9533" fmla="*/ 798059 h 3341254"/>
              <a:gd name="connsiteX9534" fmla="*/ 5249436 w 6545688"/>
              <a:gd name="connsiteY9534" fmla="*/ 802825 h 3341254"/>
              <a:gd name="connsiteX9535" fmla="*/ 5249128 w 6545688"/>
              <a:gd name="connsiteY9535" fmla="*/ 803054 h 3341254"/>
              <a:gd name="connsiteX9536" fmla="*/ 5243594 w 6545688"/>
              <a:gd name="connsiteY9536" fmla="*/ 803054 h 3341254"/>
              <a:gd name="connsiteX9537" fmla="*/ 5243286 w 6545688"/>
              <a:gd name="connsiteY9537" fmla="*/ 802825 h 3341254"/>
              <a:gd name="connsiteX9538" fmla="*/ 5240520 w 6545688"/>
              <a:gd name="connsiteY9538" fmla="*/ 798059 h 3341254"/>
              <a:gd name="connsiteX9539" fmla="*/ 5240520 w 6545688"/>
              <a:gd name="connsiteY9539" fmla="*/ 797674 h 3341254"/>
              <a:gd name="connsiteX9540" fmla="*/ 5243286 w 6545688"/>
              <a:gd name="connsiteY9540" fmla="*/ 792909 h 3341254"/>
              <a:gd name="connsiteX9541" fmla="*/ 5243594 w 6545688"/>
              <a:gd name="connsiteY9541" fmla="*/ 792679 h 3341254"/>
              <a:gd name="connsiteX9542" fmla="*/ 3413915 w 6545688"/>
              <a:gd name="connsiteY9542" fmla="*/ 792525 h 3341254"/>
              <a:gd name="connsiteX9543" fmla="*/ 3419603 w 6545688"/>
              <a:gd name="connsiteY9543" fmla="*/ 792525 h 3341254"/>
              <a:gd name="connsiteX9544" fmla="*/ 3419987 w 6545688"/>
              <a:gd name="connsiteY9544" fmla="*/ 792755 h 3341254"/>
              <a:gd name="connsiteX9545" fmla="*/ 3422831 w 6545688"/>
              <a:gd name="connsiteY9545" fmla="*/ 797674 h 3341254"/>
              <a:gd name="connsiteX9546" fmla="*/ 3422831 w 6545688"/>
              <a:gd name="connsiteY9546" fmla="*/ 798059 h 3341254"/>
              <a:gd name="connsiteX9547" fmla="*/ 3419987 w 6545688"/>
              <a:gd name="connsiteY9547" fmla="*/ 802977 h 3341254"/>
              <a:gd name="connsiteX9548" fmla="*/ 3419603 w 6545688"/>
              <a:gd name="connsiteY9548" fmla="*/ 803208 h 3341254"/>
              <a:gd name="connsiteX9549" fmla="*/ 3413915 w 6545688"/>
              <a:gd name="connsiteY9549" fmla="*/ 803208 h 3341254"/>
              <a:gd name="connsiteX9550" fmla="*/ 3413533 w 6545688"/>
              <a:gd name="connsiteY9550" fmla="*/ 802977 h 3341254"/>
              <a:gd name="connsiteX9551" fmla="*/ 3410689 w 6545688"/>
              <a:gd name="connsiteY9551" fmla="*/ 798059 h 3341254"/>
              <a:gd name="connsiteX9552" fmla="*/ 3410689 w 6545688"/>
              <a:gd name="connsiteY9552" fmla="*/ 797674 h 3341254"/>
              <a:gd name="connsiteX9553" fmla="*/ 3413533 w 6545688"/>
              <a:gd name="connsiteY9553" fmla="*/ 792755 h 3341254"/>
              <a:gd name="connsiteX9554" fmla="*/ 3413915 w 6545688"/>
              <a:gd name="connsiteY9554" fmla="*/ 792525 h 3341254"/>
              <a:gd name="connsiteX9555" fmla="*/ 6158010 w 6545688"/>
              <a:gd name="connsiteY9555" fmla="*/ 791988 h 3341254"/>
              <a:gd name="connsiteX9556" fmla="*/ 6164311 w 6545688"/>
              <a:gd name="connsiteY9556" fmla="*/ 791988 h 3341254"/>
              <a:gd name="connsiteX9557" fmla="*/ 6164697 w 6545688"/>
              <a:gd name="connsiteY9557" fmla="*/ 792218 h 3341254"/>
              <a:gd name="connsiteX9558" fmla="*/ 6167848 w 6545688"/>
              <a:gd name="connsiteY9558" fmla="*/ 797676 h 3341254"/>
              <a:gd name="connsiteX9559" fmla="*/ 6167848 w 6545688"/>
              <a:gd name="connsiteY9559" fmla="*/ 798135 h 3341254"/>
              <a:gd name="connsiteX9560" fmla="*/ 6164697 w 6545688"/>
              <a:gd name="connsiteY9560" fmla="*/ 803594 h 3341254"/>
              <a:gd name="connsiteX9561" fmla="*/ 6164311 w 6545688"/>
              <a:gd name="connsiteY9561" fmla="*/ 803823 h 3341254"/>
              <a:gd name="connsiteX9562" fmla="*/ 6158010 w 6545688"/>
              <a:gd name="connsiteY9562" fmla="*/ 803823 h 3341254"/>
              <a:gd name="connsiteX9563" fmla="*/ 6157624 w 6545688"/>
              <a:gd name="connsiteY9563" fmla="*/ 803594 h 3341254"/>
              <a:gd name="connsiteX9564" fmla="*/ 6154475 w 6545688"/>
              <a:gd name="connsiteY9564" fmla="*/ 798135 h 3341254"/>
              <a:gd name="connsiteX9565" fmla="*/ 6154475 w 6545688"/>
              <a:gd name="connsiteY9565" fmla="*/ 797676 h 3341254"/>
              <a:gd name="connsiteX9566" fmla="*/ 6157624 w 6545688"/>
              <a:gd name="connsiteY9566" fmla="*/ 792218 h 3341254"/>
              <a:gd name="connsiteX9567" fmla="*/ 6158010 w 6545688"/>
              <a:gd name="connsiteY9567" fmla="*/ 791988 h 3341254"/>
              <a:gd name="connsiteX9568" fmla="*/ 6432381 w 6545688"/>
              <a:gd name="connsiteY9568" fmla="*/ 791834 h 3341254"/>
              <a:gd name="connsiteX9569" fmla="*/ 6438835 w 6545688"/>
              <a:gd name="connsiteY9569" fmla="*/ 791834 h 3341254"/>
              <a:gd name="connsiteX9570" fmla="*/ 6439219 w 6545688"/>
              <a:gd name="connsiteY9570" fmla="*/ 792064 h 3341254"/>
              <a:gd name="connsiteX9571" fmla="*/ 6442448 w 6545688"/>
              <a:gd name="connsiteY9571" fmla="*/ 797598 h 3341254"/>
              <a:gd name="connsiteX9572" fmla="*/ 6442448 w 6545688"/>
              <a:gd name="connsiteY9572" fmla="*/ 798059 h 3341254"/>
              <a:gd name="connsiteX9573" fmla="*/ 6439219 w 6545688"/>
              <a:gd name="connsiteY9573" fmla="*/ 803594 h 3341254"/>
              <a:gd name="connsiteX9574" fmla="*/ 6438835 w 6545688"/>
              <a:gd name="connsiteY9574" fmla="*/ 803823 h 3341254"/>
              <a:gd name="connsiteX9575" fmla="*/ 6432381 w 6545688"/>
              <a:gd name="connsiteY9575" fmla="*/ 803823 h 3341254"/>
              <a:gd name="connsiteX9576" fmla="*/ 6431995 w 6545688"/>
              <a:gd name="connsiteY9576" fmla="*/ 803594 h 3341254"/>
              <a:gd name="connsiteX9577" fmla="*/ 6428768 w 6545688"/>
              <a:gd name="connsiteY9577" fmla="*/ 798059 h 3341254"/>
              <a:gd name="connsiteX9578" fmla="*/ 6428768 w 6545688"/>
              <a:gd name="connsiteY9578" fmla="*/ 797598 h 3341254"/>
              <a:gd name="connsiteX9579" fmla="*/ 6431995 w 6545688"/>
              <a:gd name="connsiteY9579" fmla="*/ 792064 h 3341254"/>
              <a:gd name="connsiteX9580" fmla="*/ 6432381 w 6545688"/>
              <a:gd name="connsiteY9580" fmla="*/ 791834 h 3341254"/>
              <a:gd name="connsiteX9581" fmla="*/ 3596447 w 6545688"/>
              <a:gd name="connsiteY9581" fmla="*/ 791680 h 3341254"/>
              <a:gd name="connsiteX9582" fmla="*/ 3602980 w 6545688"/>
              <a:gd name="connsiteY9582" fmla="*/ 791680 h 3341254"/>
              <a:gd name="connsiteX9583" fmla="*/ 3603363 w 6545688"/>
              <a:gd name="connsiteY9583" fmla="*/ 791910 h 3341254"/>
              <a:gd name="connsiteX9584" fmla="*/ 3606669 w 6545688"/>
              <a:gd name="connsiteY9584" fmla="*/ 797598 h 3341254"/>
              <a:gd name="connsiteX9585" fmla="*/ 3606669 w 6545688"/>
              <a:gd name="connsiteY9585" fmla="*/ 798059 h 3341254"/>
              <a:gd name="connsiteX9586" fmla="*/ 3603363 w 6545688"/>
              <a:gd name="connsiteY9586" fmla="*/ 803747 h 3341254"/>
              <a:gd name="connsiteX9587" fmla="*/ 3602980 w 6545688"/>
              <a:gd name="connsiteY9587" fmla="*/ 803977 h 3341254"/>
              <a:gd name="connsiteX9588" fmla="*/ 3596447 w 6545688"/>
              <a:gd name="connsiteY9588" fmla="*/ 803977 h 3341254"/>
              <a:gd name="connsiteX9589" fmla="*/ 3596063 w 6545688"/>
              <a:gd name="connsiteY9589" fmla="*/ 803747 h 3341254"/>
              <a:gd name="connsiteX9590" fmla="*/ 3592758 w 6545688"/>
              <a:gd name="connsiteY9590" fmla="*/ 798059 h 3341254"/>
              <a:gd name="connsiteX9591" fmla="*/ 3592758 w 6545688"/>
              <a:gd name="connsiteY9591" fmla="*/ 797598 h 3341254"/>
              <a:gd name="connsiteX9592" fmla="*/ 3596063 w 6545688"/>
              <a:gd name="connsiteY9592" fmla="*/ 791910 h 3341254"/>
              <a:gd name="connsiteX9593" fmla="*/ 3596447 w 6545688"/>
              <a:gd name="connsiteY9593" fmla="*/ 791680 h 3341254"/>
              <a:gd name="connsiteX9594" fmla="*/ 6340769 w 6545688"/>
              <a:gd name="connsiteY9594" fmla="*/ 791449 h 3341254"/>
              <a:gd name="connsiteX9595" fmla="*/ 6347610 w 6545688"/>
              <a:gd name="connsiteY9595" fmla="*/ 791449 h 3341254"/>
              <a:gd name="connsiteX9596" fmla="*/ 6347994 w 6545688"/>
              <a:gd name="connsiteY9596" fmla="*/ 791678 h 3341254"/>
              <a:gd name="connsiteX9597" fmla="*/ 6351452 w 6545688"/>
              <a:gd name="connsiteY9597" fmla="*/ 797596 h 3341254"/>
              <a:gd name="connsiteX9598" fmla="*/ 6351452 w 6545688"/>
              <a:gd name="connsiteY9598" fmla="*/ 798058 h 3341254"/>
              <a:gd name="connsiteX9599" fmla="*/ 6347994 w 6545688"/>
              <a:gd name="connsiteY9599" fmla="*/ 803975 h 3341254"/>
              <a:gd name="connsiteX9600" fmla="*/ 6347610 w 6545688"/>
              <a:gd name="connsiteY9600" fmla="*/ 804207 h 3341254"/>
              <a:gd name="connsiteX9601" fmla="*/ 6340769 w 6545688"/>
              <a:gd name="connsiteY9601" fmla="*/ 804207 h 3341254"/>
              <a:gd name="connsiteX9602" fmla="*/ 6340384 w 6545688"/>
              <a:gd name="connsiteY9602" fmla="*/ 803975 h 3341254"/>
              <a:gd name="connsiteX9603" fmla="*/ 6336927 w 6545688"/>
              <a:gd name="connsiteY9603" fmla="*/ 798058 h 3341254"/>
              <a:gd name="connsiteX9604" fmla="*/ 6336927 w 6545688"/>
              <a:gd name="connsiteY9604" fmla="*/ 797596 h 3341254"/>
              <a:gd name="connsiteX9605" fmla="*/ 6340384 w 6545688"/>
              <a:gd name="connsiteY9605" fmla="*/ 791678 h 3341254"/>
              <a:gd name="connsiteX9606" fmla="*/ 6340769 w 6545688"/>
              <a:gd name="connsiteY9606" fmla="*/ 791449 h 3341254"/>
              <a:gd name="connsiteX9607" fmla="*/ 3870510 w 6545688"/>
              <a:gd name="connsiteY9607" fmla="*/ 790987 h 3341254"/>
              <a:gd name="connsiteX9608" fmla="*/ 3877812 w 6545688"/>
              <a:gd name="connsiteY9608" fmla="*/ 790987 h 3341254"/>
              <a:gd name="connsiteX9609" fmla="*/ 3878273 w 6545688"/>
              <a:gd name="connsiteY9609" fmla="*/ 791217 h 3341254"/>
              <a:gd name="connsiteX9610" fmla="*/ 3881962 w 6545688"/>
              <a:gd name="connsiteY9610" fmla="*/ 797520 h 3341254"/>
              <a:gd name="connsiteX9611" fmla="*/ 3881962 w 6545688"/>
              <a:gd name="connsiteY9611" fmla="*/ 798058 h 3341254"/>
              <a:gd name="connsiteX9612" fmla="*/ 3878273 w 6545688"/>
              <a:gd name="connsiteY9612" fmla="*/ 804361 h 3341254"/>
              <a:gd name="connsiteX9613" fmla="*/ 3877812 w 6545688"/>
              <a:gd name="connsiteY9613" fmla="*/ 804590 h 3341254"/>
              <a:gd name="connsiteX9614" fmla="*/ 3870510 w 6545688"/>
              <a:gd name="connsiteY9614" fmla="*/ 804590 h 3341254"/>
              <a:gd name="connsiteX9615" fmla="*/ 3870049 w 6545688"/>
              <a:gd name="connsiteY9615" fmla="*/ 804361 h 3341254"/>
              <a:gd name="connsiteX9616" fmla="*/ 3866360 w 6545688"/>
              <a:gd name="connsiteY9616" fmla="*/ 798058 h 3341254"/>
              <a:gd name="connsiteX9617" fmla="*/ 3866360 w 6545688"/>
              <a:gd name="connsiteY9617" fmla="*/ 797520 h 3341254"/>
              <a:gd name="connsiteX9618" fmla="*/ 3870049 w 6545688"/>
              <a:gd name="connsiteY9618" fmla="*/ 791217 h 3341254"/>
              <a:gd name="connsiteX9619" fmla="*/ 3870510 w 6545688"/>
              <a:gd name="connsiteY9619" fmla="*/ 790987 h 3341254"/>
              <a:gd name="connsiteX9620" fmla="*/ 2772488 w 6545688"/>
              <a:gd name="connsiteY9620" fmla="*/ 790604 h 3341254"/>
              <a:gd name="connsiteX9621" fmla="*/ 2780251 w 6545688"/>
              <a:gd name="connsiteY9621" fmla="*/ 790604 h 3341254"/>
              <a:gd name="connsiteX9622" fmla="*/ 2780712 w 6545688"/>
              <a:gd name="connsiteY9622" fmla="*/ 790911 h 3341254"/>
              <a:gd name="connsiteX9623" fmla="*/ 2784556 w 6545688"/>
              <a:gd name="connsiteY9623" fmla="*/ 797674 h 3341254"/>
              <a:gd name="connsiteX9624" fmla="*/ 2784556 w 6545688"/>
              <a:gd name="connsiteY9624" fmla="*/ 798213 h 3341254"/>
              <a:gd name="connsiteX9625" fmla="*/ 2780635 w 6545688"/>
              <a:gd name="connsiteY9625" fmla="*/ 804976 h 3341254"/>
              <a:gd name="connsiteX9626" fmla="*/ 2780176 w 6545688"/>
              <a:gd name="connsiteY9626" fmla="*/ 805283 h 3341254"/>
              <a:gd name="connsiteX9627" fmla="*/ 2772412 w 6545688"/>
              <a:gd name="connsiteY9627" fmla="*/ 805283 h 3341254"/>
              <a:gd name="connsiteX9628" fmla="*/ 2771951 w 6545688"/>
              <a:gd name="connsiteY9628" fmla="*/ 804976 h 3341254"/>
              <a:gd name="connsiteX9629" fmla="*/ 2768108 w 6545688"/>
              <a:gd name="connsiteY9629" fmla="*/ 798213 h 3341254"/>
              <a:gd name="connsiteX9630" fmla="*/ 2768108 w 6545688"/>
              <a:gd name="connsiteY9630" fmla="*/ 797674 h 3341254"/>
              <a:gd name="connsiteX9631" fmla="*/ 2772029 w 6545688"/>
              <a:gd name="connsiteY9631" fmla="*/ 790911 h 3341254"/>
              <a:gd name="connsiteX9632" fmla="*/ 2772488 w 6545688"/>
              <a:gd name="connsiteY9632" fmla="*/ 790604 h 3341254"/>
              <a:gd name="connsiteX9633" fmla="*/ 6248698 w 6545688"/>
              <a:gd name="connsiteY9633" fmla="*/ 790450 h 3341254"/>
              <a:gd name="connsiteX9634" fmla="*/ 6256614 w 6545688"/>
              <a:gd name="connsiteY9634" fmla="*/ 790450 h 3341254"/>
              <a:gd name="connsiteX9635" fmla="*/ 6257077 w 6545688"/>
              <a:gd name="connsiteY9635" fmla="*/ 790758 h 3341254"/>
              <a:gd name="connsiteX9636" fmla="*/ 6260995 w 6545688"/>
              <a:gd name="connsiteY9636" fmla="*/ 797598 h 3341254"/>
              <a:gd name="connsiteX9637" fmla="*/ 6260995 w 6545688"/>
              <a:gd name="connsiteY9637" fmla="*/ 798135 h 3341254"/>
              <a:gd name="connsiteX9638" fmla="*/ 6256999 w 6545688"/>
              <a:gd name="connsiteY9638" fmla="*/ 804976 h 3341254"/>
              <a:gd name="connsiteX9639" fmla="*/ 6256537 w 6545688"/>
              <a:gd name="connsiteY9639" fmla="*/ 805283 h 3341254"/>
              <a:gd name="connsiteX9640" fmla="*/ 6248623 w 6545688"/>
              <a:gd name="connsiteY9640" fmla="*/ 805283 h 3341254"/>
              <a:gd name="connsiteX9641" fmla="*/ 6248161 w 6545688"/>
              <a:gd name="connsiteY9641" fmla="*/ 804976 h 3341254"/>
              <a:gd name="connsiteX9642" fmla="*/ 6244241 w 6545688"/>
              <a:gd name="connsiteY9642" fmla="*/ 798135 h 3341254"/>
              <a:gd name="connsiteX9643" fmla="*/ 6244241 w 6545688"/>
              <a:gd name="connsiteY9643" fmla="*/ 797598 h 3341254"/>
              <a:gd name="connsiteX9644" fmla="*/ 6248238 w 6545688"/>
              <a:gd name="connsiteY9644" fmla="*/ 790758 h 3341254"/>
              <a:gd name="connsiteX9645" fmla="*/ 6248698 w 6545688"/>
              <a:gd name="connsiteY9645" fmla="*/ 790450 h 3341254"/>
              <a:gd name="connsiteX9646" fmla="*/ 3687289 w 6545688"/>
              <a:gd name="connsiteY9646" fmla="*/ 790450 h 3341254"/>
              <a:gd name="connsiteX9647" fmla="*/ 3695205 w 6545688"/>
              <a:gd name="connsiteY9647" fmla="*/ 790450 h 3341254"/>
              <a:gd name="connsiteX9648" fmla="*/ 3695666 w 6545688"/>
              <a:gd name="connsiteY9648" fmla="*/ 790758 h 3341254"/>
              <a:gd name="connsiteX9649" fmla="*/ 3699586 w 6545688"/>
              <a:gd name="connsiteY9649" fmla="*/ 797598 h 3341254"/>
              <a:gd name="connsiteX9650" fmla="*/ 3699586 w 6545688"/>
              <a:gd name="connsiteY9650" fmla="*/ 798135 h 3341254"/>
              <a:gd name="connsiteX9651" fmla="*/ 3695590 w 6545688"/>
              <a:gd name="connsiteY9651" fmla="*/ 804976 h 3341254"/>
              <a:gd name="connsiteX9652" fmla="*/ 3695128 w 6545688"/>
              <a:gd name="connsiteY9652" fmla="*/ 805283 h 3341254"/>
              <a:gd name="connsiteX9653" fmla="*/ 3687211 w 6545688"/>
              <a:gd name="connsiteY9653" fmla="*/ 805283 h 3341254"/>
              <a:gd name="connsiteX9654" fmla="*/ 3686752 w 6545688"/>
              <a:gd name="connsiteY9654" fmla="*/ 804976 h 3341254"/>
              <a:gd name="connsiteX9655" fmla="*/ 3682832 w 6545688"/>
              <a:gd name="connsiteY9655" fmla="*/ 798135 h 3341254"/>
              <a:gd name="connsiteX9656" fmla="*/ 3682832 w 6545688"/>
              <a:gd name="connsiteY9656" fmla="*/ 797598 h 3341254"/>
              <a:gd name="connsiteX9657" fmla="*/ 3686828 w 6545688"/>
              <a:gd name="connsiteY9657" fmla="*/ 790758 h 3341254"/>
              <a:gd name="connsiteX9658" fmla="*/ 3687289 w 6545688"/>
              <a:gd name="connsiteY9658" fmla="*/ 790450 h 3341254"/>
              <a:gd name="connsiteX9659" fmla="*/ 5699649 w 6545688"/>
              <a:gd name="connsiteY9659" fmla="*/ 790143 h 3341254"/>
              <a:gd name="connsiteX9660" fmla="*/ 5707872 w 6545688"/>
              <a:gd name="connsiteY9660" fmla="*/ 790143 h 3341254"/>
              <a:gd name="connsiteX9661" fmla="*/ 5708412 w 6545688"/>
              <a:gd name="connsiteY9661" fmla="*/ 790450 h 3341254"/>
              <a:gd name="connsiteX9662" fmla="*/ 5712483 w 6545688"/>
              <a:gd name="connsiteY9662" fmla="*/ 797598 h 3341254"/>
              <a:gd name="connsiteX9663" fmla="*/ 5712483 w 6545688"/>
              <a:gd name="connsiteY9663" fmla="*/ 798213 h 3341254"/>
              <a:gd name="connsiteX9664" fmla="*/ 5708412 w 6545688"/>
              <a:gd name="connsiteY9664" fmla="*/ 805359 h 3341254"/>
              <a:gd name="connsiteX9665" fmla="*/ 5707872 w 6545688"/>
              <a:gd name="connsiteY9665" fmla="*/ 805667 h 3341254"/>
              <a:gd name="connsiteX9666" fmla="*/ 5699649 w 6545688"/>
              <a:gd name="connsiteY9666" fmla="*/ 805667 h 3341254"/>
              <a:gd name="connsiteX9667" fmla="*/ 5699112 w 6545688"/>
              <a:gd name="connsiteY9667" fmla="*/ 805359 h 3341254"/>
              <a:gd name="connsiteX9668" fmla="*/ 5695038 w 6545688"/>
              <a:gd name="connsiteY9668" fmla="*/ 798213 h 3341254"/>
              <a:gd name="connsiteX9669" fmla="*/ 5695038 w 6545688"/>
              <a:gd name="connsiteY9669" fmla="*/ 797598 h 3341254"/>
              <a:gd name="connsiteX9670" fmla="*/ 5699112 w 6545688"/>
              <a:gd name="connsiteY9670" fmla="*/ 790450 h 3341254"/>
              <a:gd name="connsiteX9671" fmla="*/ 5699649 w 6545688"/>
              <a:gd name="connsiteY9671" fmla="*/ 790143 h 3341254"/>
              <a:gd name="connsiteX9672" fmla="*/ 5790951 w 6545688"/>
              <a:gd name="connsiteY9672" fmla="*/ 789759 h 3341254"/>
              <a:gd name="connsiteX9673" fmla="*/ 5799637 w 6545688"/>
              <a:gd name="connsiteY9673" fmla="*/ 789759 h 3341254"/>
              <a:gd name="connsiteX9674" fmla="*/ 5800174 w 6545688"/>
              <a:gd name="connsiteY9674" fmla="*/ 790067 h 3341254"/>
              <a:gd name="connsiteX9675" fmla="*/ 5804478 w 6545688"/>
              <a:gd name="connsiteY9675" fmla="*/ 797598 h 3341254"/>
              <a:gd name="connsiteX9676" fmla="*/ 5804478 w 6545688"/>
              <a:gd name="connsiteY9676" fmla="*/ 798213 h 3341254"/>
              <a:gd name="connsiteX9677" fmla="*/ 5800174 w 6545688"/>
              <a:gd name="connsiteY9677" fmla="*/ 805745 h 3341254"/>
              <a:gd name="connsiteX9678" fmla="*/ 5799637 w 6545688"/>
              <a:gd name="connsiteY9678" fmla="*/ 806052 h 3341254"/>
              <a:gd name="connsiteX9679" fmla="*/ 5790951 w 6545688"/>
              <a:gd name="connsiteY9679" fmla="*/ 806052 h 3341254"/>
              <a:gd name="connsiteX9680" fmla="*/ 5790414 w 6545688"/>
              <a:gd name="connsiteY9680" fmla="*/ 805745 h 3341254"/>
              <a:gd name="connsiteX9681" fmla="*/ 5786110 w 6545688"/>
              <a:gd name="connsiteY9681" fmla="*/ 798213 h 3341254"/>
              <a:gd name="connsiteX9682" fmla="*/ 5786110 w 6545688"/>
              <a:gd name="connsiteY9682" fmla="*/ 797598 h 3341254"/>
              <a:gd name="connsiteX9683" fmla="*/ 5790414 w 6545688"/>
              <a:gd name="connsiteY9683" fmla="*/ 790067 h 3341254"/>
              <a:gd name="connsiteX9684" fmla="*/ 5790951 w 6545688"/>
              <a:gd name="connsiteY9684" fmla="*/ 789759 h 3341254"/>
              <a:gd name="connsiteX9685" fmla="*/ 3320922 w 6545688"/>
              <a:gd name="connsiteY9685" fmla="*/ 789759 h 3341254"/>
              <a:gd name="connsiteX9686" fmla="*/ 3329608 w 6545688"/>
              <a:gd name="connsiteY9686" fmla="*/ 789759 h 3341254"/>
              <a:gd name="connsiteX9687" fmla="*/ 3330145 w 6545688"/>
              <a:gd name="connsiteY9687" fmla="*/ 790067 h 3341254"/>
              <a:gd name="connsiteX9688" fmla="*/ 3334449 w 6545688"/>
              <a:gd name="connsiteY9688" fmla="*/ 797598 h 3341254"/>
              <a:gd name="connsiteX9689" fmla="*/ 3334449 w 6545688"/>
              <a:gd name="connsiteY9689" fmla="*/ 798213 h 3341254"/>
              <a:gd name="connsiteX9690" fmla="*/ 3330145 w 6545688"/>
              <a:gd name="connsiteY9690" fmla="*/ 805745 h 3341254"/>
              <a:gd name="connsiteX9691" fmla="*/ 3329608 w 6545688"/>
              <a:gd name="connsiteY9691" fmla="*/ 806052 h 3341254"/>
              <a:gd name="connsiteX9692" fmla="*/ 3320922 w 6545688"/>
              <a:gd name="connsiteY9692" fmla="*/ 806052 h 3341254"/>
              <a:gd name="connsiteX9693" fmla="*/ 3320385 w 6545688"/>
              <a:gd name="connsiteY9693" fmla="*/ 805745 h 3341254"/>
              <a:gd name="connsiteX9694" fmla="*/ 3316081 w 6545688"/>
              <a:gd name="connsiteY9694" fmla="*/ 798213 h 3341254"/>
              <a:gd name="connsiteX9695" fmla="*/ 3316081 w 6545688"/>
              <a:gd name="connsiteY9695" fmla="*/ 797598 h 3341254"/>
              <a:gd name="connsiteX9696" fmla="*/ 3320385 w 6545688"/>
              <a:gd name="connsiteY9696" fmla="*/ 790067 h 3341254"/>
              <a:gd name="connsiteX9697" fmla="*/ 3320922 w 6545688"/>
              <a:gd name="connsiteY9697" fmla="*/ 789759 h 3341254"/>
              <a:gd name="connsiteX9698" fmla="*/ 3137933 w 6545688"/>
              <a:gd name="connsiteY9698" fmla="*/ 789605 h 3341254"/>
              <a:gd name="connsiteX9699" fmla="*/ 3146770 w 6545688"/>
              <a:gd name="connsiteY9699" fmla="*/ 789605 h 3341254"/>
              <a:gd name="connsiteX9700" fmla="*/ 3147310 w 6545688"/>
              <a:gd name="connsiteY9700" fmla="*/ 789913 h 3341254"/>
              <a:gd name="connsiteX9701" fmla="*/ 3151689 w 6545688"/>
              <a:gd name="connsiteY9701" fmla="*/ 797522 h 3341254"/>
              <a:gd name="connsiteX9702" fmla="*/ 3151689 w 6545688"/>
              <a:gd name="connsiteY9702" fmla="*/ 798135 h 3341254"/>
              <a:gd name="connsiteX9703" fmla="*/ 3147310 w 6545688"/>
              <a:gd name="connsiteY9703" fmla="*/ 805745 h 3341254"/>
              <a:gd name="connsiteX9704" fmla="*/ 3146770 w 6545688"/>
              <a:gd name="connsiteY9704" fmla="*/ 806052 h 3341254"/>
              <a:gd name="connsiteX9705" fmla="*/ 3137933 w 6545688"/>
              <a:gd name="connsiteY9705" fmla="*/ 806052 h 3341254"/>
              <a:gd name="connsiteX9706" fmla="*/ 3137394 w 6545688"/>
              <a:gd name="connsiteY9706" fmla="*/ 805745 h 3341254"/>
              <a:gd name="connsiteX9707" fmla="*/ 3133014 w 6545688"/>
              <a:gd name="connsiteY9707" fmla="*/ 798135 h 3341254"/>
              <a:gd name="connsiteX9708" fmla="*/ 3133014 w 6545688"/>
              <a:gd name="connsiteY9708" fmla="*/ 797522 h 3341254"/>
              <a:gd name="connsiteX9709" fmla="*/ 3137394 w 6545688"/>
              <a:gd name="connsiteY9709" fmla="*/ 789913 h 3341254"/>
              <a:gd name="connsiteX9710" fmla="*/ 3137933 w 6545688"/>
              <a:gd name="connsiteY9710" fmla="*/ 789605 h 3341254"/>
              <a:gd name="connsiteX9711" fmla="*/ 3778131 w 6545688"/>
              <a:gd name="connsiteY9711" fmla="*/ 789220 h 3341254"/>
              <a:gd name="connsiteX9712" fmla="*/ 3787353 w 6545688"/>
              <a:gd name="connsiteY9712" fmla="*/ 789220 h 3341254"/>
              <a:gd name="connsiteX9713" fmla="*/ 3787890 w 6545688"/>
              <a:gd name="connsiteY9713" fmla="*/ 789527 h 3341254"/>
              <a:gd name="connsiteX9714" fmla="*/ 3792502 w 6545688"/>
              <a:gd name="connsiteY9714" fmla="*/ 797520 h 3341254"/>
              <a:gd name="connsiteX9715" fmla="*/ 3792502 w 6545688"/>
              <a:gd name="connsiteY9715" fmla="*/ 798211 h 3341254"/>
              <a:gd name="connsiteX9716" fmla="*/ 3787890 w 6545688"/>
              <a:gd name="connsiteY9716" fmla="*/ 806204 h 3341254"/>
              <a:gd name="connsiteX9717" fmla="*/ 3787353 w 6545688"/>
              <a:gd name="connsiteY9717" fmla="*/ 806512 h 3341254"/>
              <a:gd name="connsiteX9718" fmla="*/ 3778131 w 6545688"/>
              <a:gd name="connsiteY9718" fmla="*/ 806512 h 3341254"/>
              <a:gd name="connsiteX9719" fmla="*/ 3777592 w 6545688"/>
              <a:gd name="connsiteY9719" fmla="*/ 806204 h 3341254"/>
              <a:gd name="connsiteX9720" fmla="*/ 3772981 w 6545688"/>
              <a:gd name="connsiteY9720" fmla="*/ 798211 h 3341254"/>
              <a:gd name="connsiteX9721" fmla="*/ 3772981 w 6545688"/>
              <a:gd name="connsiteY9721" fmla="*/ 797520 h 3341254"/>
              <a:gd name="connsiteX9722" fmla="*/ 3777592 w 6545688"/>
              <a:gd name="connsiteY9722" fmla="*/ 789527 h 3341254"/>
              <a:gd name="connsiteX9723" fmla="*/ 3778131 w 6545688"/>
              <a:gd name="connsiteY9723" fmla="*/ 789220 h 3341254"/>
              <a:gd name="connsiteX9724" fmla="*/ 4052117 w 6545688"/>
              <a:gd name="connsiteY9724" fmla="*/ 788529 h 3341254"/>
              <a:gd name="connsiteX9725" fmla="*/ 4062109 w 6545688"/>
              <a:gd name="connsiteY9725" fmla="*/ 788529 h 3341254"/>
              <a:gd name="connsiteX9726" fmla="*/ 4062724 w 6545688"/>
              <a:gd name="connsiteY9726" fmla="*/ 788912 h 3341254"/>
              <a:gd name="connsiteX9727" fmla="*/ 4067720 w 6545688"/>
              <a:gd name="connsiteY9727" fmla="*/ 797598 h 3341254"/>
              <a:gd name="connsiteX9728" fmla="*/ 4067720 w 6545688"/>
              <a:gd name="connsiteY9728" fmla="*/ 798289 h 3341254"/>
              <a:gd name="connsiteX9729" fmla="*/ 4062724 w 6545688"/>
              <a:gd name="connsiteY9729" fmla="*/ 806973 h 3341254"/>
              <a:gd name="connsiteX9730" fmla="*/ 4062109 w 6545688"/>
              <a:gd name="connsiteY9730" fmla="*/ 807358 h 3341254"/>
              <a:gd name="connsiteX9731" fmla="*/ 4052117 w 6545688"/>
              <a:gd name="connsiteY9731" fmla="*/ 807358 h 3341254"/>
              <a:gd name="connsiteX9732" fmla="*/ 4051502 w 6545688"/>
              <a:gd name="connsiteY9732" fmla="*/ 806973 h 3341254"/>
              <a:gd name="connsiteX9733" fmla="*/ 4046507 w 6545688"/>
              <a:gd name="connsiteY9733" fmla="*/ 798289 h 3341254"/>
              <a:gd name="connsiteX9734" fmla="*/ 4046507 w 6545688"/>
              <a:gd name="connsiteY9734" fmla="*/ 797598 h 3341254"/>
              <a:gd name="connsiteX9735" fmla="*/ 4051502 w 6545688"/>
              <a:gd name="connsiteY9735" fmla="*/ 788912 h 3341254"/>
              <a:gd name="connsiteX9736" fmla="*/ 4052117 w 6545688"/>
              <a:gd name="connsiteY9736" fmla="*/ 788529 h 3341254"/>
              <a:gd name="connsiteX9737" fmla="*/ 3228621 w 6545688"/>
              <a:gd name="connsiteY9737" fmla="*/ 788068 h 3341254"/>
              <a:gd name="connsiteX9738" fmla="*/ 3239073 w 6545688"/>
              <a:gd name="connsiteY9738" fmla="*/ 788068 h 3341254"/>
              <a:gd name="connsiteX9739" fmla="*/ 3239688 w 6545688"/>
              <a:gd name="connsiteY9739" fmla="*/ 788451 h 3341254"/>
              <a:gd name="connsiteX9740" fmla="*/ 3244915 w 6545688"/>
              <a:gd name="connsiteY9740" fmla="*/ 797520 h 3341254"/>
              <a:gd name="connsiteX9741" fmla="*/ 3244915 w 6545688"/>
              <a:gd name="connsiteY9741" fmla="*/ 798289 h 3341254"/>
              <a:gd name="connsiteX9742" fmla="*/ 3239688 w 6545688"/>
              <a:gd name="connsiteY9742" fmla="*/ 807358 h 3341254"/>
              <a:gd name="connsiteX9743" fmla="*/ 3239073 w 6545688"/>
              <a:gd name="connsiteY9743" fmla="*/ 807742 h 3341254"/>
              <a:gd name="connsiteX9744" fmla="*/ 3228621 w 6545688"/>
              <a:gd name="connsiteY9744" fmla="*/ 807742 h 3341254"/>
              <a:gd name="connsiteX9745" fmla="*/ 3228007 w 6545688"/>
              <a:gd name="connsiteY9745" fmla="*/ 807358 h 3341254"/>
              <a:gd name="connsiteX9746" fmla="*/ 3222780 w 6545688"/>
              <a:gd name="connsiteY9746" fmla="*/ 798289 h 3341254"/>
              <a:gd name="connsiteX9747" fmla="*/ 3222780 w 6545688"/>
              <a:gd name="connsiteY9747" fmla="*/ 797520 h 3341254"/>
              <a:gd name="connsiteX9748" fmla="*/ 3228007 w 6545688"/>
              <a:gd name="connsiteY9748" fmla="*/ 788451 h 3341254"/>
              <a:gd name="connsiteX9749" fmla="*/ 3228621 w 6545688"/>
              <a:gd name="connsiteY9749" fmla="*/ 788068 h 3341254"/>
              <a:gd name="connsiteX9750" fmla="*/ 2953863 w 6545688"/>
              <a:gd name="connsiteY9750" fmla="*/ 787684 h 3341254"/>
              <a:gd name="connsiteX9751" fmla="*/ 2964778 w 6545688"/>
              <a:gd name="connsiteY9751" fmla="*/ 787684 h 3341254"/>
              <a:gd name="connsiteX9752" fmla="*/ 2965469 w 6545688"/>
              <a:gd name="connsiteY9752" fmla="*/ 788068 h 3341254"/>
              <a:gd name="connsiteX9753" fmla="*/ 2970925 w 6545688"/>
              <a:gd name="connsiteY9753" fmla="*/ 797522 h 3341254"/>
              <a:gd name="connsiteX9754" fmla="*/ 2970925 w 6545688"/>
              <a:gd name="connsiteY9754" fmla="*/ 798289 h 3341254"/>
              <a:gd name="connsiteX9755" fmla="*/ 2965469 w 6545688"/>
              <a:gd name="connsiteY9755" fmla="*/ 807744 h 3341254"/>
              <a:gd name="connsiteX9756" fmla="*/ 2964778 w 6545688"/>
              <a:gd name="connsiteY9756" fmla="*/ 808127 h 3341254"/>
              <a:gd name="connsiteX9757" fmla="*/ 2953863 w 6545688"/>
              <a:gd name="connsiteY9757" fmla="*/ 808127 h 3341254"/>
              <a:gd name="connsiteX9758" fmla="*/ 2953172 w 6545688"/>
              <a:gd name="connsiteY9758" fmla="*/ 807744 h 3341254"/>
              <a:gd name="connsiteX9759" fmla="*/ 2947716 w 6545688"/>
              <a:gd name="connsiteY9759" fmla="*/ 798289 h 3341254"/>
              <a:gd name="connsiteX9760" fmla="*/ 2947716 w 6545688"/>
              <a:gd name="connsiteY9760" fmla="*/ 797522 h 3341254"/>
              <a:gd name="connsiteX9761" fmla="*/ 2953172 w 6545688"/>
              <a:gd name="connsiteY9761" fmla="*/ 788068 h 3341254"/>
              <a:gd name="connsiteX9762" fmla="*/ 2953863 w 6545688"/>
              <a:gd name="connsiteY9762" fmla="*/ 787684 h 3341254"/>
              <a:gd name="connsiteX9763" fmla="*/ 2587806 w 6545688"/>
              <a:gd name="connsiteY9763" fmla="*/ 787376 h 3341254"/>
              <a:gd name="connsiteX9764" fmla="*/ 2599028 w 6545688"/>
              <a:gd name="connsiteY9764" fmla="*/ 787376 h 3341254"/>
              <a:gd name="connsiteX9765" fmla="*/ 2599719 w 6545688"/>
              <a:gd name="connsiteY9765" fmla="*/ 787760 h 3341254"/>
              <a:gd name="connsiteX9766" fmla="*/ 2605329 w 6545688"/>
              <a:gd name="connsiteY9766" fmla="*/ 797444 h 3341254"/>
              <a:gd name="connsiteX9767" fmla="*/ 2605329 w 6545688"/>
              <a:gd name="connsiteY9767" fmla="*/ 798213 h 3341254"/>
              <a:gd name="connsiteX9768" fmla="*/ 2599719 w 6545688"/>
              <a:gd name="connsiteY9768" fmla="*/ 807898 h 3341254"/>
              <a:gd name="connsiteX9769" fmla="*/ 2599028 w 6545688"/>
              <a:gd name="connsiteY9769" fmla="*/ 808281 h 3341254"/>
              <a:gd name="connsiteX9770" fmla="*/ 2587806 w 6545688"/>
              <a:gd name="connsiteY9770" fmla="*/ 808281 h 3341254"/>
              <a:gd name="connsiteX9771" fmla="*/ 2587115 w 6545688"/>
              <a:gd name="connsiteY9771" fmla="*/ 807898 h 3341254"/>
              <a:gd name="connsiteX9772" fmla="*/ 2581504 w 6545688"/>
              <a:gd name="connsiteY9772" fmla="*/ 798213 h 3341254"/>
              <a:gd name="connsiteX9773" fmla="*/ 2581504 w 6545688"/>
              <a:gd name="connsiteY9773" fmla="*/ 797444 h 3341254"/>
              <a:gd name="connsiteX9774" fmla="*/ 2587115 w 6545688"/>
              <a:gd name="connsiteY9774" fmla="*/ 787760 h 3341254"/>
              <a:gd name="connsiteX9775" fmla="*/ 2587806 w 6545688"/>
              <a:gd name="connsiteY9775" fmla="*/ 787376 h 3341254"/>
              <a:gd name="connsiteX9776" fmla="*/ 2679109 w 6545688"/>
              <a:gd name="connsiteY9776" fmla="*/ 787069 h 3341254"/>
              <a:gd name="connsiteX9777" fmla="*/ 2690637 w 6545688"/>
              <a:gd name="connsiteY9777" fmla="*/ 787069 h 3341254"/>
              <a:gd name="connsiteX9778" fmla="*/ 2691330 w 6545688"/>
              <a:gd name="connsiteY9778" fmla="*/ 787452 h 3341254"/>
              <a:gd name="connsiteX9779" fmla="*/ 2697094 w 6545688"/>
              <a:gd name="connsiteY9779" fmla="*/ 797444 h 3341254"/>
              <a:gd name="connsiteX9780" fmla="*/ 2697094 w 6545688"/>
              <a:gd name="connsiteY9780" fmla="*/ 798289 h 3341254"/>
              <a:gd name="connsiteX9781" fmla="*/ 2691330 w 6545688"/>
              <a:gd name="connsiteY9781" fmla="*/ 808281 h 3341254"/>
              <a:gd name="connsiteX9782" fmla="*/ 2690637 w 6545688"/>
              <a:gd name="connsiteY9782" fmla="*/ 808665 h 3341254"/>
              <a:gd name="connsiteX9783" fmla="*/ 2679109 w 6545688"/>
              <a:gd name="connsiteY9783" fmla="*/ 808665 h 3341254"/>
              <a:gd name="connsiteX9784" fmla="*/ 2678418 w 6545688"/>
              <a:gd name="connsiteY9784" fmla="*/ 808281 h 3341254"/>
              <a:gd name="connsiteX9785" fmla="*/ 2672654 w 6545688"/>
              <a:gd name="connsiteY9785" fmla="*/ 798289 h 3341254"/>
              <a:gd name="connsiteX9786" fmla="*/ 2672654 w 6545688"/>
              <a:gd name="connsiteY9786" fmla="*/ 797444 h 3341254"/>
              <a:gd name="connsiteX9787" fmla="*/ 2678418 w 6545688"/>
              <a:gd name="connsiteY9787" fmla="*/ 787452 h 3341254"/>
              <a:gd name="connsiteX9788" fmla="*/ 2679109 w 6545688"/>
              <a:gd name="connsiteY9788" fmla="*/ 787069 h 3341254"/>
              <a:gd name="connsiteX9789" fmla="*/ 1855460 w 6545688"/>
              <a:gd name="connsiteY9789" fmla="*/ 786376 h 3341254"/>
              <a:gd name="connsiteX9790" fmla="*/ 1867681 w 6545688"/>
              <a:gd name="connsiteY9790" fmla="*/ 786376 h 3341254"/>
              <a:gd name="connsiteX9791" fmla="*/ 1868450 w 6545688"/>
              <a:gd name="connsiteY9791" fmla="*/ 786837 h 3341254"/>
              <a:gd name="connsiteX9792" fmla="*/ 1874597 w 6545688"/>
              <a:gd name="connsiteY9792" fmla="*/ 797442 h 3341254"/>
              <a:gd name="connsiteX9793" fmla="*/ 1874597 w 6545688"/>
              <a:gd name="connsiteY9793" fmla="*/ 798289 h 3341254"/>
              <a:gd name="connsiteX9794" fmla="*/ 1868450 w 6545688"/>
              <a:gd name="connsiteY9794" fmla="*/ 808894 h 3341254"/>
              <a:gd name="connsiteX9795" fmla="*/ 1867681 w 6545688"/>
              <a:gd name="connsiteY9795" fmla="*/ 809356 h 3341254"/>
              <a:gd name="connsiteX9796" fmla="*/ 1855460 w 6545688"/>
              <a:gd name="connsiteY9796" fmla="*/ 809356 h 3341254"/>
              <a:gd name="connsiteX9797" fmla="*/ 1854693 w 6545688"/>
              <a:gd name="connsiteY9797" fmla="*/ 808894 h 3341254"/>
              <a:gd name="connsiteX9798" fmla="*/ 1848543 w 6545688"/>
              <a:gd name="connsiteY9798" fmla="*/ 798289 h 3341254"/>
              <a:gd name="connsiteX9799" fmla="*/ 1848543 w 6545688"/>
              <a:gd name="connsiteY9799" fmla="*/ 797442 h 3341254"/>
              <a:gd name="connsiteX9800" fmla="*/ 1854693 w 6545688"/>
              <a:gd name="connsiteY9800" fmla="*/ 786837 h 3341254"/>
              <a:gd name="connsiteX9801" fmla="*/ 1855460 w 6545688"/>
              <a:gd name="connsiteY9801" fmla="*/ 786376 h 3341254"/>
              <a:gd name="connsiteX9802" fmla="*/ 2038221 w 6545688"/>
              <a:gd name="connsiteY9802" fmla="*/ 785992 h 3341254"/>
              <a:gd name="connsiteX9803" fmla="*/ 2050901 w 6545688"/>
              <a:gd name="connsiteY9803" fmla="*/ 785992 h 3341254"/>
              <a:gd name="connsiteX9804" fmla="*/ 2051670 w 6545688"/>
              <a:gd name="connsiteY9804" fmla="*/ 786454 h 3341254"/>
              <a:gd name="connsiteX9805" fmla="*/ 2058049 w 6545688"/>
              <a:gd name="connsiteY9805" fmla="*/ 797444 h 3341254"/>
              <a:gd name="connsiteX9806" fmla="*/ 2058049 w 6545688"/>
              <a:gd name="connsiteY9806" fmla="*/ 798365 h 3341254"/>
              <a:gd name="connsiteX9807" fmla="*/ 2051670 w 6545688"/>
              <a:gd name="connsiteY9807" fmla="*/ 809356 h 3341254"/>
              <a:gd name="connsiteX9808" fmla="*/ 2050901 w 6545688"/>
              <a:gd name="connsiteY9808" fmla="*/ 809817 h 3341254"/>
              <a:gd name="connsiteX9809" fmla="*/ 2038221 w 6545688"/>
              <a:gd name="connsiteY9809" fmla="*/ 809817 h 3341254"/>
              <a:gd name="connsiteX9810" fmla="*/ 2037452 w 6545688"/>
              <a:gd name="connsiteY9810" fmla="*/ 809356 h 3341254"/>
              <a:gd name="connsiteX9811" fmla="*/ 2031073 w 6545688"/>
              <a:gd name="connsiteY9811" fmla="*/ 798365 h 3341254"/>
              <a:gd name="connsiteX9812" fmla="*/ 2031073 w 6545688"/>
              <a:gd name="connsiteY9812" fmla="*/ 797444 h 3341254"/>
              <a:gd name="connsiteX9813" fmla="*/ 2037452 w 6545688"/>
              <a:gd name="connsiteY9813" fmla="*/ 786454 h 3341254"/>
              <a:gd name="connsiteX9814" fmla="*/ 2038221 w 6545688"/>
              <a:gd name="connsiteY9814" fmla="*/ 785992 h 3341254"/>
              <a:gd name="connsiteX9815" fmla="*/ 2312207 w 6545688"/>
              <a:gd name="connsiteY9815" fmla="*/ 785148 h 3341254"/>
              <a:gd name="connsiteX9816" fmla="*/ 2325809 w 6545688"/>
              <a:gd name="connsiteY9816" fmla="*/ 785148 h 3341254"/>
              <a:gd name="connsiteX9817" fmla="*/ 2326654 w 6545688"/>
              <a:gd name="connsiteY9817" fmla="*/ 785609 h 3341254"/>
              <a:gd name="connsiteX9818" fmla="*/ 2333417 w 6545688"/>
              <a:gd name="connsiteY9818" fmla="*/ 797368 h 3341254"/>
              <a:gd name="connsiteX9819" fmla="*/ 2333417 w 6545688"/>
              <a:gd name="connsiteY9819" fmla="*/ 798367 h 3341254"/>
              <a:gd name="connsiteX9820" fmla="*/ 2326654 w 6545688"/>
              <a:gd name="connsiteY9820" fmla="*/ 810125 h 3341254"/>
              <a:gd name="connsiteX9821" fmla="*/ 2325809 w 6545688"/>
              <a:gd name="connsiteY9821" fmla="*/ 810586 h 3341254"/>
              <a:gd name="connsiteX9822" fmla="*/ 2312207 w 6545688"/>
              <a:gd name="connsiteY9822" fmla="*/ 810586 h 3341254"/>
              <a:gd name="connsiteX9823" fmla="*/ 2311360 w 6545688"/>
              <a:gd name="connsiteY9823" fmla="*/ 810125 h 3341254"/>
              <a:gd name="connsiteX9824" fmla="*/ 2304597 w 6545688"/>
              <a:gd name="connsiteY9824" fmla="*/ 798367 h 3341254"/>
              <a:gd name="connsiteX9825" fmla="*/ 2304597 w 6545688"/>
              <a:gd name="connsiteY9825" fmla="*/ 797368 h 3341254"/>
              <a:gd name="connsiteX9826" fmla="*/ 2311360 w 6545688"/>
              <a:gd name="connsiteY9826" fmla="*/ 785609 h 3341254"/>
              <a:gd name="connsiteX9827" fmla="*/ 2312207 w 6545688"/>
              <a:gd name="connsiteY9827" fmla="*/ 785148 h 3341254"/>
              <a:gd name="connsiteX9828" fmla="*/ 1946302 w 6545688"/>
              <a:gd name="connsiteY9828" fmla="*/ 785148 h 3341254"/>
              <a:gd name="connsiteX9829" fmla="*/ 1959905 w 6545688"/>
              <a:gd name="connsiteY9829" fmla="*/ 785148 h 3341254"/>
              <a:gd name="connsiteX9830" fmla="*/ 1960750 w 6545688"/>
              <a:gd name="connsiteY9830" fmla="*/ 785609 h 3341254"/>
              <a:gd name="connsiteX9831" fmla="*/ 1967513 w 6545688"/>
              <a:gd name="connsiteY9831" fmla="*/ 797368 h 3341254"/>
              <a:gd name="connsiteX9832" fmla="*/ 1967513 w 6545688"/>
              <a:gd name="connsiteY9832" fmla="*/ 798367 h 3341254"/>
              <a:gd name="connsiteX9833" fmla="*/ 1960750 w 6545688"/>
              <a:gd name="connsiteY9833" fmla="*/ 810125 h 3341254"/>
              <a:gd name="connsiteX9834" fmla="*/ 1959905 w 6545688"/>
              <a:gd name="connsiteY9834" fmla="*/ 810586 h 3341254"/>
              <a:gd name="connsiteX9835" fmla="*/ 1946302 w 6545688"/>
              <a:gd name="connsiteY9835" fmla="*/ 810586 h 3341254"/>
              <a:gd name="connsiteX9836" fmla="*/ 1945455 w 6545688"/>
              <a:gd name="connsiteY9836" fmla="*/ 810125 h 3341254"/>
              <a:gd name="connsiteX9837" fmla="*/ 1938693 w 6545688"/>
              <a:gd name="connsiteY9837" fmla="*/ 798367 h 3341254"/>
              <a:gd name="connsiteX9838" fmla="*/ 1938693 w 6545688"/>
              <a:gd name="connsiteY9838" fmla="*/ 797368 h 3341254"/>
              <a:gd name="connsiteX9839" fmla="*/ 1945455 w 6545688"/>
              <a:gd name="connsiteY9839" fmla="*/ 785609 h 3341254"/>
              <a:gd name="connsiteX9840" fmla="*/ 1946302 w 6545688"/>
              <a:gd name="connsiteY9840" fmla="*/ 785148 h 3341254"/>
              <a:gd name="connsiteX9841" fmla="*/ 3043939 w 6545688"/>
              <a:gd name="connsiteY9841" fmla="*/ 784994 h 3341254"/>
              <a:gd name="connsiteX9842" fmla="*/ 3057695 w 6545688"/>
              <a:gd name="connsiteY9842" fmla="*/ 784994 h 3341254"/>
              <a:gd name="connsiteX9843" fmla="*/ 3058541 w 6545688"/>
              <a:gd name="connsiteY9843" fmla="*/ 785455 h 3341254"/>
              <a:gd name="connsiteX9844" fmla="*/ 3065381 w 6545688"/>
              <a:gd name="connsiteY9844" fmla="*/ 797366 h 3341254"/>
              <a:gd name="connsiteX9845" fmla="*/ 3065381 w 6545688"/>
              <a:gd name="connsiteY9845" fmla="*/ 798367 h 3341254"/>
              <a:gd name="connsiteX9846" fmla="*/ 3058541 w 6545688"/>
              <a:gd name="connsiteY9846" fmla="*/ 810278 h 3341254"/>
              <a:gd name="connsiteX9847" fmla="*/ 3057695 w 6545688"/>
              <a:gd name="connsiteY9847" fmla="*/ 810740 h 3341254"/>
              <a:gd name="connsiteX9848" fmla="*/ 3043939 w 6545688"/>
              <a:gd name="connsiteY9848" fmla="*/ 810740 h 3341254"/>
              <a:gd name="connsiteX9849" fmla="*/ 3043094 w 6545688"/>
              <a:gd name="connsiteY9849" fmla="*/ 810278 h 3341254"/>
              <a:gd name="connsiteX9850" fmla="*/ 3036254 w 6545688"/>
              <a:gd name="connsiteY9850" fmla="*/ 798367 h 3341254"/>
              <a:gd name="connsiteX9851" fmla="*/ 3036254 w 6545688"/>
              <a:gd name="connsiteY9851" fmla="*/ 797366 h 3341254"/>
              <a:gd name="connsiteX9852" fmla="*/ 3043094 w 6545688"/>
              <a:gd name="connsiteY9852" fmla="*/ 785455 h 3341254"/>
              <a:gd name="connsiteX9853" fmla="*/ 3043939 w 6545688"/>
              <a:gd name="connsiteY9853" fmla="*/ 784994 h 3341254"/>
              <a:gd name="connsiteX9854" fmla="*/ 2403510 w 6545688"/>
              <a:gd name="connsiteY9854" fmla="*/ 784840 h 3341254"/>
              <a:gd name="connsiteX9855" fmla="*/ 2417421 w 6545688"/>
              <a:gd name="connsiteY9855" fmla="*/ 784840 h 3341254"/>
              <a:gd name="connsiteX9856" fmla="*/ 2418266 w 6545688"/>
              <a:gd name="connsiteY9856" fmla="*/ 785301 h 3341254"/>
              <a:gd name="connsiteX9857" fmla="*/ 2425182 w 6545688"/>
              <a:gd name="connsiteY9857" fmla="*/ 797366 h 3341254"/>
              <a:gd name="connsiteX9858" fmla="*/ 2425182 w 6545688"/>
              <a:gd name="connsiteY9858" fmla="*/ 798367 h 3341254"/>
              <a:gd name="connsiteX9859" fmla="*/ 2418266 w 6545688"/>
              <a:gd name="connsiteY9859" fmla="*/ 810432 h 3341254"/>
              <a:gd name="connsiteX9860" fmla="*/ 2417421 w 6545688"/>
              <a:gd name="connsiteY9860" fmla="*/ 810893 h 3341254"/>
              <a:gd name="connsiteX9861" fmla="*/ 2403510 w 6545688"/>
              <a:gd name="connsiteY9861" fmla="*/ 810893 h 3341254"/>
              <a:gd name="connsiteX9862" fmla="*/ 2402664 w 6545688"/>
              <a:gd name="connsiteY9862" fmla="*/ 810432 h 3341254"/>
              <a:gd name="connsiteX9863" fmla="*/ 2395747 w 6545688"/>
              <a:gd name="connsiteY9863" fmla="*/ 798367 h 3341254"/>
              <a:gd name="connsiteX9864" fmla="*/ 2395747 w 6545688"/>
              <a:gd name="connsiteY9864" fmla="*/ 797366 h 3341254"/>
              <a:gd name="connsiteX9865" fmla="*/ 2402664 w 6545688"/>
              <a:gd name="connsiteY9865" fmla="*/ 785301 h 3341254"/>
              <a:gd name="connsiteX9866" fmla="*/ 2403510 w 6545688"/>
              <a:gd name="connsiteY9866" fmla="*/ 784840 h 3341254"/>
              <a:gd name="connsiteX9867" fmla="*/ 2220441 w 6545688"/>
              <a:gd name="connsiteY9867" fmla="*/ 784686 h 3341254"/>
              <a:gd name="connsiteX9868" fmla="*/ 2234506 w 6545688"/>
              <a:gd name="connsiteY9868" fmla="*/ 784686 h 3341254"/>
              <a:gd name="connsiteX9869" fmla="*/ 2235351 w 6545688"/>
              <a:gd name="connsiteY9869" fmla="*/ 785148 h 3341254"/>
              <a:gd name="connsiteX9870" fmla="*/ 2242345 w 6545688"/>
              <a:gd name="connsiteY9870" fmla="*/ 797291 h 3341254"/>
              <a:gd name="connsiteX9871" fmla="*/ 2242345 w 6545688"/>
              <a:gd name="connsiteY9871" fmla="*/ 798289 h 3341254"/>
              <a:gd name="connsiteX9872" fmla="*/ 2235351 w 6545688"/>
              <a:gd name="connsiteY9872" fmla="*/ 810432 h 3341254"/>
              <a:gd name="connsiteX9873" fmla="*/ 2234506 w 6545688"/>
              <a:gd name="connsiteY9873" fmla="*/ 810893 h 3341254"/>
              <a:gd name="connsiteX9874" fmla="*/ 2220441 w 6545688"/>
              <a:gd name="connsiteY9874" fmla="*/ 810893 h 3341254"/>
              <a:gd name="connsiteX9875" fmla="*/ 2219597 w 6545688"/>
              <a:gd name="connsiteY9875" fmla="*/ 810432 h 3341254"/>
              <a:gd name="connsiteX9876" fmla="*/ 2212602 w 6545688"/>
              <a:gd name="connsiteY9876" fmla="*/ 798289 h 3341254"/>
              <a:gd name="connsiteX9877" fmla="*/ 2212602 w 6545688"/>
              <a:gd name="connsiteY9877" fmla="*/ 797291 h 3341254"/>
              <a:gd name="connsiteX9878" fmla="*/ 2219597 w 6545688"/>
              <a:gd name="connsiteY9878" fmla="*/ 785148 h 3341254"/>
              <a:gd name="connsiteX9879" fmla="*/ 2220441 w 6545688"/>
              <a:gd name="connsiteY9879" fmla="*/ 784686 h 3341254"/>
              <a:gd name="connsiteX9880" fmla="*/ 4781467 w 6545688"/>
              <a:gd name="connsiteY9880" fmla="*/ 783764 h 3341254"/>
              <a:gd name="connsiteX9881" fmla="*/ 4796530 w 6545688"/>
              <a:gd name="connsiteY9881" fmla="*/ 783764 h 3341254"/>
              <a:gd name="connsiteX9882" fmla="*/ 4797452 w 6545688"/>
              <a:gd name="connsiteY9882" fmla="*/ 784301 h 3341254"/>
              <a:gd name="connsiteX9883" fmla="*/ 4804984 w 6545688"/>
              <a:gd name="connsiteY9883" fmla="*/ 797366 h 3341254"/>
              <a:gd name="connsiteX9884" fmla="*/ 4804984 w 6545688"/>
              <a:gd name="connsiteY9884" fmla="*/ 798443 h 3341254"/>
              <a:gd name="connsiteX9885" fmla="*/ 4797452 w 6545688"/>
              <a:gd name="connsiteY9885" fmla="*/ 811509 h 3341254"/>
              <a:gd name="connsiteX9886" fmla="*/ 4796530 w 6545688"/>
              <a:gd name="connsiteY9886" fmla="*/ 812046 h 3341254"/>
              <a:gd name="connsiteX9887" fmla="*/ 4781467 w 6545688"/>
              <a:gd name="connsiteY9887" fmla="*/ 812046 h 3341254"/>
              <a:gd name="connsiteX9888" fmla="*/ 4780544 w 6545688"/>
              <a:gd name="connsiteY9888" fmla="*/ 811509 h 3341254"/>
              <a:gd name="connsiteX9889" fmla="*/ 4773013 w 6545688"/>
              <a:gd name="connsiteY9889" fmla="*/ 798443 h 3341254"/>
              <a:gd name="connsiteX9890" fmla="*/ 4773013 w 6545688"/>
              <a:gd name="connsiteY9890" fmla="*/ 797366 h 3341254"/>
              <a:gd name="connsiteX9891" fmla="*/ 4780544 w 6545688"/>
              <a:gd name="connsiteY9891" fmla="*/ 784301 h 3341254"/>
              <a:gd name="connsiteX9892" fmla="*/ 4781467 w 6545688"/>
              <a:gd name="connsiteY9892" fmla="*/ 783764 h 3341254"/>
              <a:gd name="connsiteX9893" fmla="*/ 4505175 w 6545688"/>
              <a:gd name="connsiteY9893" fmla="*/ 780382 h 3341254"/>
              <a:gd name="connsiteX9894" fmla="*/ 4523851 w 6545688"/>
              <a:gd name="connsiteY9894" fmla="*/ 780382 h 3341254"/>
              <a:gd name="connsiteX9895" fmla="*/ 4525003 w 6545688"/>
              <a:gd name="connsiteY9895" fmla="*/ 781073 h 3341254"/>
              <a:gd name="connsiteX9896" fmla="*/ 4534303 w 6545688"/>
              <a:gd name="connsiteY9896" fmla="*/ 797213 h 3341254"/>
              <a:gd name="connsiteX9897" fmla="*/ 4534303 w 6545688"/>
              <a:gd name="connsiteY9897" fmla="*/ 798521 h 3341254"/>
              <a:gd name="connsiteX9898" fmla="*/ 4524927 w 6545688"/>
              <a:gd name="connsiteY9898" fmla="*/ 814660 h 3341254"/>
              <a:gd name="connsiteX9899" fmla="*/ 4523773 w 6545688"/>
              <a:gd name="connsiteY9899" fmla="*/ 815351 h 3341254"/>
              <a:gd name="connsiteX9900" fmla="*/ 4505099 w 6545688"/>
              <a:gd name="connsiteY9900" fmla="*/ 815351 h 3341254"/>
              <a:gd name="connsiteX9901" fmla="*/ 4503945 w 6545688"/>
              <a:gd name="connsiteY9901" fmla="*/ 814660 h 3341254"/>
              <a:gd name="connsiteX9902" fmla="*/ 4494646 w 6545688"/>
              <a:gd name="connsiteY9902" fmla="*/ 798521 h 3341254"/>
              <a:gd name="connsiteX9903" fmla="*/ 4494646 w 6545688"/>
              <a:gd name="connsiteY9903" fmla="*/ 797213 h 3341254"/>
              <a:gd name="connsiteX9904" fmla="*/ 4504023 w 6545688"/>
              <a:gd name="connsiteY9904" fmla="*/ 781073 h 3341254"/>
              <a:gd name="connsiteX9905" fmla="*/ 4505175 w 6545688"/>
              <a:gd name="connsiteY9905" fmla="*/ 780382 h 3341254"/>
              <a:gd name="connsiteX9906" fmla="*/ 4413180 w 6545688"/>
              <a:gd name="connsiteY9906" fmla="*/ 779230 h 3341254"/>
              <a:gd name="connsiteX9907" fmla="*/ 4433008 w 6545688"/>
              <a:gd name="connsiteY9907" fmla="*/ 779230 h 3341254"/>
              <a:gd name="connsiteX9908" fmla="*/ 4434238 w 6545688"/>
              <a:gd name="connsiteY9908" fmla="*/ 779921 h 3341254"/>
              <a:gd name="connsiteX9909" fmla="*/ 4444153 w 6545688"/>
              <a:gd name="connsiteY9909" fmla="*/ 797137 h 3341254"/>
              <a:gd name="connsiteX9910" fmla="*/ 4444153 w 6545688"/>
              <a:gd name="connsiteY9910" fmla="*/ 798521 h 3341254"/>
              <a:gd name="connsiteX9911" fmla="*/ 4434238 w 6545688"/>
              <a:gd name="connsiteY9911" fmla="*/ 815737 h 3341254"/>
              <a:gd name="connsiteX9912" fmla="*/ 4433008 w 6545688"/>
              <a:gd name="connsiteY9912" fmla="*/ 816428 h 3341254"/>
              <a:gd name="connsiteX9913" fmla="*/ 4413180 w 6545688"/>
              <a:gd name="connsiteY9913" fmla="*/ 816428 h 3341254"/>
              <a:gd name="connsiteX9914" fmla="*/ 4411950 w 6545688"/>
              <a:gd name="connsiteY9914" fmla="*/ 815737 h 3341254"/>
              <a:gd name="connsiteX9915" fmla="*/ 4402036 w 6545688"/>
              <a:gd name="connsiteY9915" fmla="*/ 798521 h 3341254"/>
              <a:gd name="connsiteX9916" fmla="*/ 4402036 w 6545688"/>
              <a:gd name="connsiteY9916" fmla="*/ 797137 h 3341254"/>
              <a:gd name="connsiteX9917" fmla="*/ 4411950 w 6545688"/>
              <a:gd name="connsiteY9917" fmla="*/ 779921 h 3341254"/>
              <a:gd name="connsiteX9918" fmla="*/ 4413180 w 6545688"/>
              <a:gd name="connsiteY9918" fmla="*/ 779230 h 3341254"/>
              <a:gd name="connsiteX9919" fmla="*/ 4686474 w 6545688"/>
              <a:gd name="connsiteY9919" fmla="*/ 777309 h 3341254"/>
              <a:gd name="connsiteX9920" fmla="*/ 4708455 w 6545688"/>
              <a:gd name="connsiteY9920" fmla="*/ 777309 h 3341254"/>
              <a:gd name="connsiteX9921" fmla="*/ 4709762 w 6545688"/>
              <a:gd name="connsiteY9921" fmla="*/ 778077 h 3341254"/>
              <a:gd name="connsiteX9922" fmla="*/ 4720752 w 6545688"/>
              <a:gd name="connsiteY9922" fmla="*/ 797061 h 3341254"/>
              <a:gd name="connsiteX9923" fmla="*/ 4720752 w 6545688"/>
              <a:gd name="connsiteY9923" fmla="*/ 798597 h 3341254"/>
              <a:gd name="connsiteX9924" fmla="*/ 4709762 w 6545688"/>
              <a:gd name="connsiteY9924" fmla="*/ 817580 h 3341254"/>
              <a:gd name="connsiteX9925" fmla="*/ 4708455 w 6545688"/>
              <a:gd name="connsiteY9925" fmla="*/ 818349 h 3341254"/>
              <a:gd name="connsiteX9926" fmla="*/ 4686474 w 6545688"/>
              <a:gd name="connsiteY9926" fmla="*/ 818349 h 3341254"/>
              <a:gd name="connsiteX9927" fmla="*/ 4685169 w 6545688"/>
              <a:gd name="connsiteY9927" fmla="*/ 817580 h 3341254"/>
              <a:gd name="connsiteX9928" fmla="*/ 4674178 w 6545688"/>
              <a:gd name="connsiteY9928" fmla="*/ 798597 h 3341254"/>
              <a:gd name="connsiteX9929" fmla="*/ 4674178 w 6545688"/>
              <a:gd name="connsiteY9929" fmla="*/ 797061 h 3341254"/>
              <a:gd name="connsiteX9930" fmla="*/ 4685169 w 6545688"/>
              <a:gd name="connsiteY9930" fmla="*/ 778077 h 3341254"/>
              <a:gd name="connsiteX9931" fmla="*/ 4686474 w 6545688"/>
              <a:gd name="connsiteY9931" fmla="*/ 777309 h 3341254"/>
              <a:gd name="connsiteX9932" fmla="*/ 2124758 w 6545688"/>
              <a:gd name="connsiteY9932" fmla="*/ 776769 h 3341254"/>
              <a:gd name="connsiteX9933" fmla="*/ 2147276 w 6545688"/>
              <a:gd name="connsiteY9933" fmla="*/ 776769 h 3341254"/>
              <a:gd name="connsiteX9934" fmla="*/ 2148660 w 6545688"/>
              <a:gd name="connsiteY9934" fmla="*/ 777538 h 3341254"/>
              <a:gd name="connsiteX9935" fmla="*/ 2159956 w 6545688"/>
              <a:gd name="connsiteY9935" fmla="*/ 797059 h 3341254"/>
              <a:gd name="connsiteX9936" fmla="*/ 2159956 w 6545688"/>
              <a:gd name="connsiteY9936" fmla="*/ 798673 h 3341254"/>
              <a:gd name="connsiteX9937" fmla="*/ 2148660 w 6545688"/>
              <a:gd name="connsiteY9937" fmla="*/ 818193 h 3341254"/>
              <a:gd name="connsiteX9938" fmla="*/ 2147276 w 6545688"/>
              <a:gd name="connsiteY9938" fmla="*/ 818962 h 3341254"/>
              <a:gd name="connsiteX9939" fmla="*/ 2124758 w 6545688"/>
              <a:gd name="connsiteY9939" fmla="*/ 818962 h 3341254"/>
              <a:gd name="connsiteX9940" fmla="*/ 2123374 w 6545688"/>
              <a:gd name="connsiteY9940" fmla="*/ 818193 h 3341254"/>
              <a:gd name="connsiteX9941" fmla="*/ 2112078 w 6545688"/>
              <a:gd name="connsiteY9941" fmla="*/ 798673 h 3341254"/>
              <a:gd name="connsiteX9942" fmla="*/ 2112078 w 6545688"/>
              <a:gd name="connsiteY9942" fmla="*/ 797059 h 3341254"/>
              <a:gd name="connsiteX9943" fmla="*/ 2123374 w 6545688"/>
              <a:gd name="connsiteY9943" fmla="*/ 777538 h 3341254"/>
              <a:gd name="connsiteX9944" fmla="*/ 2124758 w 6545688"/>
              <a:gd name="connsiteY9944" fmla="*/ 776769 h 3341254"/>
              <a:gd name="connsiteX9945" fmla="*/ 4135274 w 6545688"/>
              <a:gd name="connsiteY9945" fmla="*/ 772851 h 3341254"/>
              <a:gd name="connsiteX9946" fmla="*/ 4162021 w 6545688"/>
              <a:gd name="connsiteY9946" fmla="*/ 772851 h 3341254"/>
              <a:gd name="connsiteX9947" fmla="*/ 4163634 w 6545688"/>
              <a:gd name="connsiteY9947" fmla="*/ 773774 h 3341254"/>
              <a:gd name="connsiteX9948" fmla="*/ 4177008 w 6545688"/>
              <a:gd name="connsiteY9948" fmla="*/ 796907 h 3341254"/>
              <a:gd name="connsiteX9949" fmla="*/ 4177008 w 6545688"/>
              <a:gd name="connsiteY9949" fmla="*/ 798828 h 3341254"/>
              <a:gd name="connsiteX9950" fmla="*/ 4163634 w 6545688"/>
              <a:gd name="connsiteY9950" fmla="*/ 821962 h 3341254"/>
              <a:gd name="connsiteX9951" fmla="*/ 4162021 w 6545688"/>
              <a:gd name="connsiteY9951" fmla="*/ 822883 h 3341254"/>
              <a:gd name="connsiteX9952" fmla="*/ 4135274 w 6545688"/>
              <a:gd name="connsiteY9952" fmla="*/ 822883 h 3341254"/>
              <a:gd name="connsiteX9953" fmla="*/ 4133660 w 6545688"/>
              <a:gd name="connsiteY9953" fmla="*/ 821962 h 3341254"/>
              <a:gd name="connsiteX9954" fmla="*/ 4120288 w 6545688"/>
              <a:gd name="connsiteY9954" fmla="*/ 798828 h 3341254"/>
              <a:gd name="connsiteX9955" fmla="*/ 4120288 w 6545688"/>
              <a:gd name="connsiteY9955" fmla="*/ 796907 h 3341254"/>
              <a:gd name="connsiteX9956" fmla="*/ 4133660 w 6545688"/>
              <a:gd name="connsiteY9956" fmla="*/ 773774 h 3341254"/>
              <a:gd name="connsiteX9957" fmla="*/ 4135274 w 6545688"/>
              <a:gd name="connsiteY9957" fmla="*/ 772851 h 3341254"/>
              <a:gd name="connsiteX9958" fmla="*/ 3948441 w 6545688"/>
              <a:gd name="connsiteY9958" fmla="*/ 765549 h 3341254"/>
              <a:gd name="connsiteX9959" fmla="*/ 3982948 w 6545688"/>
              <a:gd name="connsiteY9959" fmla="*/ 765549 h 3341254"/>
              <a:gd name="connsiteX9960" fmla="*/ 3985023 w 6545688"/>
              <a:gd name="connsiteY9960" fmla="*/ 766779 h 3341254"/>
              <a:gd name="connsiteX9961" fmla="*/ 4002237 w 6545688"/>
              <a:gd name="connsiteY9961" fmla="*/ 796675 h 3341254"/>
              <a:gd name="connsiteX9962" fmla="*/ 4002237 w 6545688"/>
              <a:gd name="connsiteY9962" fmla="*/ 799134 h 3341254"/>
              <a:gd name="connsiteX9963" fmla="*/ 3984945 w 6545688"/>
              <a:gd name="connsiteY9963" fmla="*/ 829032 h 3341254"/>
              <a:gd name="connsiteX9964" fmla="*/ 3982870 w 6545688"/>
              <a:gd name="connsiteY9964" fmla="*/ 830260 h 3341254"/>
              <a:gd name="connsiteX9965" fmla="*/ 3948363 w 6545688"/>
              <a:gd name="connsiteY9965" fmla="*/ 830260 h 3341254"/>
              <a:gd name="connsiteX9966" fmla="*/ 3946288 w 6545688"/>
              <a:gd name="connsiteY9966" fmla="*/ 829032 h 3341254"/>
              <a:gd name="connsiteX9967" fmla="*/ 3929072 w 6545688"/>
              <a:gd name="connsiteY9967" fmla="*/ 799134 h 3341254"/>
              <a:gd name="connsiteX9968" fmla="*/ 3929072 w 6545688"/>
              <a:gd name="connsiteY9968" fmla="*/ 796675 h 3341254"/>
              <a:gd name="connsiteX9969" fmla="*/ 3946364 w 6545688"/>
              <a:gd name="connsiteY9969" fmla="*/ 766779 h 3341254"/>
              <a:gd name="connsiteX9970" fmla="*/ 3948441 w 6545688"/>
              <a:gd name="connsiteY9970" fmla="*/ 765549 h 3341254"/>
              <a:gd name="connsiteX9971" fmla="*/ 6524451 w 6545688"/>
              <a:gd name="connsiteY9971" fmla="*/ 713518 h 3341254"/>
              <a:gd name="connsiteX9972" fmla="*/ 6529832 w 6545688"/>
              <a:gd name="connsiteY9972" fmla="*/ 713518 h 3341254"/>
              <a:gd name="connsiteX9973" fmla="*/ 6530139 w 6545688"/>
              <a:gd name="connsiteY9973" fmla="*/ 713672 h 3341254"/>
              <a:gd name="connsiteX9974" fmla="*/ 6532829 w 6545688"/>
              <a:gd name="connsiteY9974" fmla="*/ 718359 h 3341254"/>
              <a:gd name="connsiteX9975" fmla="*/ 6532829 w 6545688"/>
              <a:gd name="connsiteY9975" fmla="*/ 718745 h 3341254"/>
              <a:gd name="connsiteX9976" fmla="*/ 6530139 w 6545688"/>
              <a:gd name="connsiteY9976" fmla="*/ 723432 h 3341254"/>
              <a:gd name="connsiteX9977" fmla="*/ 6529832 w 6545688"/>
              <a:gd name="connsiteY9977" fmla="*/ 723586 h 3341254"/>
              <a:gd name="connsiteX9978" fmla="*/ 6524451 w 6545688"/>
              <a:gd name="connsiteY9978" fmla="*/ 723586 h 3341254"/>
              <a:gd name="connsiteX9979" fmla="*/ 6524146 w 6545688"/>
              <a:gd name="connsiteY9979" fmla="*/ 723432 h 3341254"/>
              <a:gd name="connsiteX9980" fmla="*/ 6521455 w 6545688"/>
              <a:gd name="connsiteY9980" fmla="*/ 718745 h 3341254"/>
              <a:gd name="connsiteX9981" fmla="*/ 6521455 w 6545688"/>
              <a:gd name="connsiteY9981" fmla="*/ 718359 h 3341254"/>
              <a:gd name="connsiteX9982" fmla="*/ 6524146 w 6545688"/>
              <a:gd name="connsiteY9982" fmla="*/ 713672 h 3341254"/>
              <a:gd name="connsiteX9983" fmla="*/ 6524451 w 6545688"/>
              <a:gd name="connsiteY9983" fmla="*/ 713518 h 3341254"/>
              <a:gd name="connsiteX9984" fmla="*/ 6341384 w 6545688"/>
              <a:gd name="connsiteY9984" fmla="*/ 713442 h 3341254"/>
              <a:gd name="connsiteX9985" fmla="*/ 6346919 w 6545688"/>
              <a:gd name="connsiteY9985" fmla="*/ 713442 h 3341254"/>
              <a:gd name="connsiteX9986" fmla="*/ 6347226 w 6545688"/>
              <a:gd name="connsiteY9986" fmla="*/ 713672 h 3341254"/>
              <a:gd name="connsiteX9987" fmla="*/ 6349992 w 6545688"/>
              <a:gd name="connsiteY9987" fmla="*/ 718437 h 3341254"/>
              <a:gd name="connsiteX9988" fmla="*/ 6349992 w 6545688"/>
              <a:gd name="connsiteY9988" fmla="*/ 718823 h 3341254"/>
              <a:gd name="connsiteX9989" fmla="*/ 6347226 w 6545688"/>
              <a:gd name="connsiteY9989" fmla="*/ 723588 h 3341254"/>
              <a:gd name="connsiteX9990" fmla="*/ 6346919 w 6545688"/>
              <a:gd name="connsiteY9990" fmla="*/ 723818 h 3341254"/>
              <a:gd name="connsiteX9991" fmla="*/ 6341384 w 6545688"/>
              <a:gd name="connsiteY9991" fmla="*/ 723818 h 3341254"/>
              <a:gd name="connsiteX9992" fmla="*/ 6341077 w 6545688"/>
              <a:gd name="connsiteY9992" fmla="*/ 723588 h 3341254"/>
              <a:gd name="connsiteX9993" fmla="*/ 6338311 w 6545688"/>
              <a:gd name="connsiteY9993" fmla="*/ 718823 h 3341254"/>
              <a:gd name="connsiteX9994" fmla="*/ 6338311 w 6545688"/>
              <a:gd name="connsiteY9994" fmla="*/ 718437 h 3341254"/>
              <a:gd name="connsiteX9995" fmla="*/ 6341077 w 6545688"/>
              <a:gd name="connsiteY9995" fmla="*/ 713672 h 3341254"/>
              <a:gd name="connsiteX9996" fmla="*/ 6341384 w 6545688"/>
              <a:gd name="connsiteY9996" fmla="*/ 713442 h 3341254"/>
              <a:gd name="connsiteX9997" fmla="*/ 6432610 w 6545688"/>
              <a:gd name="connsiteY9997" fmla="*/ 712981 h 3341254"/>
              <a:gd name="connsiteX9998" fmla="*/ 6438606 w 6545688"/>
              <a:gd name="connsiteY9998" fmla="*/ 712981 h 3341254"/>
              <a:gd name="connsiteX9999" fmla="*/ 6438989 w 6545688"/>
              <a:gd name="connsiteY9999" fmla="*/ 713211 h 3341254"/>
              <a:gd name="connsiteX10000" fmla="*/ 6441987 w 6545688"/>
              <a:gd name="connsiteY10000" fmla="*/ 718361 h 3341254"/>
              <a:gd name="connsiteX10001" fmla="*/ 6441987 w 6545688"/>
              <a:gd name="connsiteY10001" fmla="*/ 718745 h 3341254"/>
              <a:gd name="connsiteX10002" fmla="*/ 6438989 w 6545688"/>
              <a:gd name="connsiteY10002" fmla="*/ 723894 h 3341254"/>
              <a:gd name="connsiteX10003" fmla="*/ 6438606 w 6545688"/>
              <a:gd name="connsiteY10003" fmla="*/ 724125 h 3341254"/>
              <a:gd name="connsiteX10004" fmla="*/ 6432610 w 6545688"/>
              <a:gd name="connsiteY10004" fmla="*/ 724125 h 3341254"/>
              <a:gd name="connsiteX10005" fmla="*/ 6432225 w 6545688"/>
              <a:gd name="connsiteY10005" fmla="*/ 723894 h 3341254"/>
              <a:gd name="connsiteX10006" fmla="*/ 6429229 w 6545688"/>
              <a:gd name="connsiteY10006" fmla="*/ 718745 h 3341254"/>
              <a:gd name="connsiteX10007" fmla="*/ 6429229 w 6545688"/>
              <a:gd name="connsiteY10007" fmla="*/ 718361 h 3341254"/>
              <a:gd name="connsiteX10008" fmla="*/ 6432225 w 6545688"/>
              <a:gd name="connsiteY10008" fmla="*/ 713211 h 3341254"/>
              <a:gd name="connsiteX10009" fmla="*/ 6432610 w 6545688"/>
              <a:gd name="connsiteY10009" fmla="*/ 712981 h 3341254"/>
              <a:gd name="connsiteX10010" fmla="*/ 2956170 w 6545688"/>
              <a:gd name="connsiteY10010" fmla="*/ 712673 h 3341254"/>
              <a:gd name="connsiteX10011" fmla="*/ 2962471 w 6545688"/>
              <a:gd name="connsiteY10011" fmla="*/ 712673 h 3341254"/>
              <a:gd name="connsiteX10012" fmla="*/ 2962857 w 6545688"/>
              <a:gd name="connsiteY10012" fmla="*/ 712903 h 3341254"/>
              <a:gd name="connsiteX10013" fmla="*/ 2966009 w 6545688"/>
              <a:gd name="connsiteY10013" fmla="*/ 718361 h 3341254"/>
              <a:gd name="connsiteX10014" fmla="*/ 2966009 w 6545688"/>
              <a:gd name="connsiteY10014" fmla="*/ 718821 h 3341254"/>
              <a:gd name="connsiteX10015" fmla="*/ 2962857 w 6545688"/>
              <a:gd name="connsiteY10015" fmla="*/ 724279 h 3341254"/>
              <a:gd name="connsiteX10016" fmla="*/ 2962471 w 6545688"/>
              <a:gd name="connsiteY10016" fmla="*/ 724509 h 3341254"/>
              <a:gd name="connsiteX10017" fmla="*/ 2956170 w 6545688"/>
              <a:gd name="connsiteY10017" fmla="*/ 724509 h 3341254"/>
              <a:gd name="connsiteX10018" fmla="*/ 2955787 w 6545688"/>
              <a:gd name="connsiteY10018" fmla="*/ 724279 h 3341254"/>
              <a:gd name="connsiteX10019" fmla="*/ 2952635 w 6545688"/>
              <a:gd name="connsiteY10019" fmla="*/ 718821 h 3341254"/>
              <a:gd name="connsiteX10020" fmla="*/ 2952635 w 6545688"/>
              <a:gd name="connsiteY10020" fmla="*/ 718361 h 3341254"/>
              <a:gd name="connsiteX10021" fmla="*/ 2955787 w 6545688"/>
              <a:gd name="connsiteY10021" fmla="*/ 712903 h 3341254"/>
              <a:gd name="connsiteX10022" fmla="*/ 2956170 w 6545688"/>
              <a:gd name="connsiteY10022" fmla="*/ 712673 h 3341254"/>
              <a:gd name="connsiteX10023" fmla="*/ 3230465 w 6545688"/>
              <a:gd name="connsiteY10023" fmla="*/ 712290 h 3341254"/>
              <a:gd name="connsiteX10024" fmla="*/ 3237151 w 6545688"/>
              <a:gd name="connsiteY10024" fmla="*/ 712290 h 3341254"/>
              <a:gd name="connsiteX10025" fmla="*/ 3237535 w 6545688"/>
              <a:gd name="connsiteY10025" fmla="*/ 712520 h 3341254"/>
              <a:gd name="connsiteX10026" fmla="*/ 3240916 w 6545688"/>
              <a:gd name="connsiteY10026" fmla="*/ 718361 h 3341254"/>
              <a:gd name="connsiteX10027" fmla="*/ 3240916 w 6545688"/>
              <a:gd name="connsiteY10027" fmla="*/ 718823 h 3341254"/>
              <a:gd name="connsiteX10028" fmla="*/ 3237535 w 6545688"/>
              <a:gd name="connsiteY10028" fmla="*/ 724663 h 3341254"/>
              <a:gd name="connsiteX10029" fmla="*/ 3237151 w 6545688"/>
              <a:gd name="connsiteY10029" fmla="*/ 724894 h 3341254"/>
              <a:gd name="connsiteX10030" fmla="*/ 3230465 w 6545688"/>
              <a:gd name="connsiteY10030" fmla="*/ 724894 h 3341254"/>
              <a:gd name="connsiteX10031" fmla="*/ 3230079 w 6545688"/>
              <a:gd name="connsiteY10031" fmla="*/ 724663 h 3341254"/>
              <a:gd name="connsiteX10032" fmla="*/ 3226698 w 6545688"/>
              <a:gd name="connsiteY10032" fmla="*/ 718823 h 3341254"/>
              <a:gd name="connsiteX10033" fmla="*/ 3226698 w 6545688"/>
              <a:gd name="connsiteY10033" fmla="*/ 718361 h 3341254"/>
              <a:gd name="connsiteX10034" fmla="*/ 3230079 w 6545688"/>
              <a:gd name="connsiteY10034" fmla="*/ 712520 h 3341254"/>
              <a:gd name="connsiteX10035" fmla="*/ 3230465 w 6545688"/>
              <a:gd name="connsiteY10035" fmla="*/ 712290 h 3341254"/>
              <a:gd name="connsiteX10036" fmla="*/ 4968377 w 6545688"/>
              <a:gd name="connsiteY10036" fmla="*/ 711904 h 3341254"/>
              <a:gd name="connsiteX10037" fmla="*/ 4975524 w 6545688"/>
              <a:gd name="connsiteY10037" fmla="*/ 711904 h 3341254"/>
              <a:gd name="connsiteX10038" fmla="*/ 4975986 w 6545688"/>
              <a:gd name="connsiteY10038" fmla="*/ 712134 h 3341254"/>
              <a:gd name="connsiteX10039" fmla="*/ 4979599 w 6545688"/>
              <a:gd name="connsiteY10039" fmla="*/ 718359 h 3341254"/>
              <a:gd name="connsiteX10040" fmla="*/ 4979599 w 6545688"/>
              <a:gd name="connsiteY10040" fmla="*/ 718899 h 3341254"/>
              <a:gd name="connsiteX10041" fmla="*/ 4975986 w 6545688"/>
              <a:gd name="connsiteY10041" fmla="*/ 725124 h 3341254"/>
              <a:gd name="connsiteX10042" fmla="*/ 4975524 w 6545688"/>
              <a:gd name="connsiteY10042" fmla="*/ 725354 h 3341254"/>
              <a:gd name="connsiteX10043" fmla="*/ 4968377 w 6545688"/>
              <a:gd name="connsiteY10043" fmla="*/ 725354 h 3341254"/>
              <a:gd name="connsiteX10044" fmla="*/ 4967918 w 6545688"/>
              <a:gd name="connsiteY10044" fmla="*/ 725124 h 3341254"/>
              <a:gd name="connsiteX10045" fmla="*/ 4964304 w 6545688"/>
              <a:gd name="connsiteY10045" fmla="*/ 718899 h 3341254"/>
              <a:gd name="connsiteX10046" fmla="*/ 4964304 w 6545688"/>
              <a:gd name="connsiteY10046" fmla="*/ 718359 h 3341254"/>
              <a:gd name="connsiteX10047" fmla="*/ 4967918 w 6545688"/>
              <a:gd name="connsiteY10047" fmla="*/ 712134 h 3341254"/>
              <a:gd name="connsiteX10048" fmla="*/ 4968377 w 6545688"/>
              <a:gd name="connsiteY10048" fmla="*/ 711904 h 3341254"/>
              <a:gd name="connsiteX10049" fmla="*/ 3870356 w 6545688"/>
              <a:gd name="connsiteY10049" fmla="*/ 711443 h 3341254"/>
              <a:gd name="connsiteX10050" fmla="*/ 3877965 w 6545688"/>
              <a:gd name="connsiteY10050" fmla="*/ 711443 h 3341254"/>
              <a:gd name="connsiteX10051" fmla="*/ 3878428 w 6545688"/>
              <a:gd name="connsiteY10051" fmla="*/ 711751 h 3341254"/>
              <a:gd name="connsiteX10052" fmla="*/ 3882269 w 6545688"/>
              <a:gd name="connsiteY10052" fmla="*/ 718359 h 3341254"/>
              <a:gd name="connsiteX10053" fmla="*/ 3882269 w 6545688"/>
              <a:gd name="connsiteY10053" fmla="*/ 718899 h 3341254"/>
              <a:gd name="connsiteX10054" fmla="*/ 3878428 w 6545688"/>
              <a:gd name="connsiteY10054" fmla="*/ 725507 h 3341254"/>
              <a:gd name="connsiteX10055" fmla="*/ 3877965 w 6545688"/>
              <a:gd name="connsiteY10055" fmla="*/ 725815 h 3341254"/>
              <a:gd name="connsiteX10056" fmla="*/ 3870356 w 6545688"/>
              <a:gd name="connsiteY10056" fmla="*/ 725815 h 3341254"/>
              <a:gd name="connsiteX10057" fmla="*/ 3869896 w 6545688"/>
              <a:gd name="connsiteY10057" fmla="*/ 725507 h 3341254"/>
              <a:gd name="connsiteX10058" fmla="*/ 3866052 w 6545688"/>
              <a:gd name="connsiteY10058" fmla="*/ 718899 h 3341254"/>
              <a:gd name="connsiteX10059" fmla="*/ 3866052 w 6545688"/>
              <a:gd name="connsiteY10059" fmla="*/ 718359 h 3341254"/>
              <a:gd name="connsiteX10060" fmla="*/ 3869896 w 6545688"/>
              <a:gd name="connsiteY10060" fmla="*/ 711751 h 3341254"/>
              <a:gd name="connsiteX10061" fmla="*/ 3870356 w 6545688"/>
              <a:gd name="connsiteY10061" fmla="*/ 711443 h 3341254"/>
              <a:gd name="connsiteX10062" fmla="*/ 2864099 w 6545688"/>
              <a:gd name="connsiteY10062" fmla="*/ 711443 h 3341254"/>
              <a:gd name="connsiteX10063" fmla="*/ 2871709 w 6545688"/>
              <a:gd name="connsiteY10063" fmla="*/ 711443 h 3341254"/>
              <a:gd name="connsiteX10064" fmla="*/ 2872168 w 6545688"/>
              <a:gd name="connsiteY10064" fmla="*/ 711751 h 3341254"/>
              <a:gd name="connsiteX10065" fmla="*/ 2876011 w 6545688"/>
              <a:gd name="connsiteY10065" fmla="*/ 718359 h 3341254"/>
              <a:gd name="connsiteX10066" fmla="*/ 2876011 w 6545688"/>
              <a:gd name="connsiteY10066" fmla="*/ 718899 h 3341254"/>
              <a:gd name="connsiteX10067" fmla="*/ 2872168 w 6545688"/>
              <a:gd name="connsiteY10067" fmla="*/ 725507 h 3341254"/>
              <a:gd name="connsiteX10068" fmla="*/ 2871709 w 6545688"/>
              <a:gd name="connsiteY10068" fmla="*/ 725815 h 3341254"/>
              <a:gd name="connsiteX10069" fmla="*/ 2864099 w 6545688"/>
              <a:gd name="connsiteY10069" fmla="*/ 725815 h 3341254"/>
              <a:gd name="connsiteX10070" fmla="*/ 2863638 w 6545688"/>
              <a:gd name="connsiteY10070" fmla="*/ 725507 h 3341254"/>
              <a:gd name="connsiteX10071" fmla="*/ 2859795 w 6545688"/>
              <a:gd name="connsiteY10071" fmla="*/ 718899 h 3341254"/>
              <a:gd name="connsiteX10072" fmla="*/ 2859795 w 6545688"/>
              <a:gd name="connsiteY10072" fmla="*/ 718359 h 3341254"/>
              <a:gd name="connsiteX10073" fmla="*/ 2863638 w 6545688"/>
              <a:gd name="connsiteY10073" fmla="*/ 711751 h 3341254"/>
              <a:gd name="connsiteX10074" fmla="*/ 2864099 w 6545688"/>
              <a:gd name="connsiteY10074" fmla="*/ 711443 h 3341254"/>
              <a:gd name="connsiteX10075" fmla="*/ 5516964 w 6545688"/>
              <a:gd name="connsiteY10075" fmla="*/ 711289 h 3341254"/>
              <a:gd name="connsiteX10076" fmla="*/ 5524727 w 6545688"/>
              <a:gd name="connsiteY10076" fmla="*/ 711289 h 3341254"/>
              <a:gd name="connsiteX10077" fmla="*/ 5525189 w 6545688"/>
              <a:gd name="connsiteY10077" fmla="*/ 711597 h 3341254"/>
              <a:gd name="connsiteX10078" fmla="*/ 5529031 w 6545688"/>
              <a:gd name="connsiteY10078" fmla="*/ 718359 h 3341254"/>
              <a:gd name="connsiteX10079" fmla="*/ 5529031 w 6545688"/>
              <a:gd name="connsiteY10079" fmla="*/ 718899 h 3341254"/>
              <a:gd name="connsiteX10080" fmla="*/ 5525111 w 6545688"/>
              <a:gd name="connsiteY10080" fmla="*/ 725661 h 3341254"/>
              <a:gd name="connsiteX10081" fmla="*/ 5524649 w 6545688"/>
              <a:gd name="connsiteY10081" fmla="*/ 725969 h 3341254"/>
              <a:gd name="connsiteX10082" fmla="*/ 5516888 w 6545688"/>
              <a:gd name="connsiteY10082" fmla="*/ 725969 h 3341254"/>
              <a:gd name="connsiteX10083" fmla="*/ 5516427 w 6545688"/>
              <a:gd name="connsiteY10083" fmla="*/ 725661 h 3341254"/>
              <a:gd name="connsiteX10084" fmla="*/ 5512584 w 6545688"/>
              <a:gd name="connsiteY10084" fmla="*/ 718899 h 3341254"/>
              <a:gd name="connsiteX10085" fmla="*/ 5512584 w 6545688"/>
              <a:gd name="connsiteY10085" fmla="*/ 718359 h 3341254"/>
              <a:gd name="connsiteX10086" fmla="*/ 5516505 w 6545688"/>
              <a:gd name="connsiteY10086" fmla="*/ 711597 h 3341254"/>
              <a:gd name="connsiteX10087" fmla="*/ 5516964 w 6545688"/>
              <a:gd name="connsiteY10087" fmla="*/ 711289 h 3341254"/>
              <a:gd name="connsiteX10088" fmla="*/ 5882639 w 6545688"/>
              <a:gd name="connsiteY10088" fmla="*/ 710906 h 3341254"/>
              <a:gd name="connsiteX10089" fmla="*/ 5890863 w 6545688"/>
              <a:gd name="connsiteY10089" fmla="*/ 710906 h 3341254"/>
              <a:gd name="connsiteX10090" fmla="*/ 5891400 w 6545688"/>
              <a:gd name="connsiteY10090" fmla="*/ 711213 h 3341254"/>
              <a:gd name="connsiteX10091" fmla="*/ 5895473 w 6545688"/>
              <a:gd name="connsiteY10091" fmla="*/ 718361 h 3341254"/>
              <a:gd name="connsiteX10092" fmla="*/ 5895473 w 6545688"/>
              <a:gd name="connsiteY10092" fmla="*/ 718976 h 3341254"/>
              <a:gd name="connsiteX10093" fmla="*/ 5891400 w 6545688"/>
              <a:gd name="connsiteY10093" fmla="*/ 726123 h 3341254"/>
              <a:gd name="connsiteX10094" fmla="*/ 5890863 w 6545688"/>
              <a:gd name="connsiteY10094" fmla="*/ 726430 h 3341254"/>
              <a:gd name="connsiteX10095" fmla="*/ 5882639 w 6545688"/>
              <a:gd name="connsiteY10095" fmla="*/ 726430 h 3341254"/>
              <a:gd name="connsiteX10096" fmla="*/ 5882101 w 6545688"/>
              <a:gd name="connsiteY10096" fmla="*/ 726123 h 3341254"/>
              <a:gd name="connsiteX10097" fmla="*/ 5878027 w 6545688"/>
              <a:gd name="connsiteY10097" fmla="*/ 718976 h 3341254"/>
              <a:gd name="connsiteX10098" fmla="*/ 5878027 w 6545688"/>
              <a:gd name="connsiteY10098" fmla="*/ 718361 h 3341254"/>
              <a:gd name="connsiteX10099" fmla="*/ 5882101 w 6545688"/>
              <a:gd name="connsiteY10099" fmla="*/ 711213 h 3341254"/>
              <a:gd name="connsiteX10100" fmla="*/ 5882639 w 6545688"/>
              <a:gd name="connsiteY10100" fmla="*/ 710906 h 3341254"/>
              <a:gd name="connsiteX10101" fmla="*/ 2497119 w 6545688"/>
              <a:gd name="connsiteY10101" fmla="*/ 709522 h 3341254"/>
              <a:gd name="connsiteX10102" fmla="*/ 2506803 w 6545688"/>
              <a:gd name="connsiteY10102" fmla="*/ 709522 h 3341254"/>
              <a:gd name="connsiteX10103" fmla="*/ 2507418 w 6545688"/>
              <a:gd name="connsiteY10103" fmla="*/ 709829 h 3341254"/>
              <a:gd name="connsiteX10104" fmla="*/ 2512260 w 6545688"/>
              <a:gd name="connsiteY10104" fmla="*/ 718206 h 3341254"/>
              <a:gd name="connsiteX10105" fmla="*/ 2512260 w 6545688"/>
              <a:gd name="connsiteY10105" fmla="*/ 718899 h 3341254"/>
              <a:gd name="connsiteX10106" fmla="*/ 2507418 w 6545688"/>
              <a:gd name="connsiteY10106" fmla="*/ 727275 h 3341254"/>
              <a:gd name="connsiteX10107" fmla="*/ 2506803 w 6545688"/>
              <a:gd name="connsiteY10107" fmla="*/ 727582 h 3341254"/>
              <a:gd name="connsiteX10108" fmla="*/ 2497119 w 6545688"/>
              <a:gd name="connsiteY10108" fmla="*/ 727582 h 3341254"/>
              <a:gd name="connsiteX10109" fmla="*/ 2496504 w 6545688"/>
              <a:gd name="connsiteY10109" fmla="*/ 727275 h 3341254"/>
              <a:gd name="connsiteX10110" fmla="*/ 2491663 w 6545688"/>
              <a:gd name="connsiteY10110" fmla="*/ 718899 h 3341254"/>
              <a:gd name="connsiteX10111" fmla="*/ 2491663 w 6545688"/>
              <a:gd name="connsiteY10111" fmla="*/ 718206 h 3341254"/>
              <a:gd name="connsiteX10112" fmla="*/ 2496504 w 6545688"/>
              <a:gd name="connsiteY10112" fmla="*/ 709829 h 3341254"/>
              <a:gd name="connsiteX10113" fmla="*/ 2497119 w 6545688"/>
              <a:gd name="connsiteY10113" fmla="*/ 709522 h 3341254"/>
              <a:gd name="connsiteX10114" fmla="*/ 2404585 w 6545688"/>
              <a:gd name="connsiteY10114" fmla="*/ 707525 h 3341254"/>
              <a:gd name="connsiteX10115" fmla="*/ 2416344 w 6545688"/>
              <a:gd name="connsiteY10115" fmla="*/ 707525 h 3341254"/>
              <a:gd name="connsiteX10116" fmla="*/ 2417035 w 6545688"/>
              <a:gd name="connsiteY10116" fmla="*/ 707908 h 3341254"/>
              <a:gd name="connsiteX10117" fmla="*/ 2422953 w 6545688"/>
              <a:gd name="connsiteY10117" fmla="*/ 718130 h 3341254"/>
              <a:gd name="connsiteX10118" fmla="*/ 2422953 w 6545688"/>
              <a:gd name="connsiteY10118" fmla="*/ 718976 h 3341254"/>
              <a:gd name="connsiteX10119" fmla="*/ 2417035 w 6545688"/>
              <a:gd name="connsiteY10119" fmla="*/ 729198 h 3341254"/>
              <a:gd name="connsiteX10120" fmla="*/ 2416344 w 6545688"/>
              <a:gd name="connsiteY10120" fmla="*/ 729582 h 3341254"/>
              <a:gd name="connsiteX10121" fmla="*/ 2404585 w 6545688"/>
              <a:gd name="connsiteY10121" fmla="*/ 729582 h 3341254"/>
              <a:gd name="connsiteX10122" fmla="*/ 2403894 w 6545688"/>
              <a:gd name="connsiteY10122" fmla="*/ 729198 h 3341254"/>
              <a:gd name="connsiteX10123" fmla="*/ 2397976 w 6545688"/>
              <a:gd name="connsiteY10123" fmla="*/ 718976 h 3341254"/>
              <a:gd name="connsiteX10124" fmla="*/ 2397976 w 6545688"/>
              <a:gd name="connsiteY10124" fmla="*/ 718130 h 3341254"/>
              <a:gd name="connsiteX10125" fmla="*/ 2403894 w 6545688"/>
              <a:gd name="connsiteY10125" fmla="*/ 707908 h 3341254"/>
              <a:gd name="connsiteX10126" fmla="*/ 2404585 w 6545688"/>
              <a:gd name="connsiteY10126" fmla="*/ 707525 h 3341254"/>
              <a:gd name="connsiteX10127" fmla="*/ 2770259 w 6545688"/>
              <a:gd name="connsiteY10127" fmla="*/ 706985 h 3341254"/>
              <a:gd name="connsiteX10128" fmla="*/ 2782632 w 6545688"/>
              <a:gd name="connsiteY10128" fmla="*/ 706985 h 3341254"/>
              <a:gd name="connsiteX10129" fmla="*/ 2783401 w 6545688"/>
              <a:gd name="connsiteY10129" fmla="*/ 707447 h 3341254"/>
              <a:gd name="connsiteX10130" fmla="*/ 2789626 w 6545688"/>
              <a:gd name="connsiteY10130" fmla="*/ 718206 h 3341254"/>
              <a:gd name="connsiteX10131" fmla="*/ 2789626 w 6545688"/>
              <a:gd name="connsiteY10131" fmla="*/ 719051 h 3341254"/>
              <a:gd name="connsiteX10132" fmla="*/ 2783401 w 6545688"/>
              <a:gd name="connsiteY10132" fmla="*/ 729811 h 3341254"/>
              <a:gd name="connsiteX10133" fmla="*/ 2782632 w 6545688"/>
              <a:gd name="connsiteY10133" fmla="*/ 730273 h 3341254"/>
              <a:gd name="connsiteX10134" fmla="*/ 2770259 w 6545688"/>
              <a:gd name="connsiteY10134" fmla="*/ 730273 h 3341254"/>
              <a:gd name="connsiteX10135" fmla="*/ 2769490 w 6545688"/>
              <a:gd name="connsiteY10135" fmla="*/ 729811 h 3341254"/>
              <a:gd name="connsiteX10136" fmla="*/ 2763265 w 6545688"/>
              <a:gd name="connsiteY10136" fmla="*/ 719051 h 3341254"/>
              <a:gd name="connsiteX10137" fmla="*/ 2763265 w 6545688"/>
              <a:gd name="connsiteY10137" fmla="*/ 718206 h 3341254"/>
              <a:gd name="connsiteX10138" fmla="*/ 2769490 w 6545688"/>
              <a:gd name="connsiteY10138" fmla="*/ 707447 h 3341254"/>
              <a:gd name="connsiteX10139" fmla="*/ 2770259 w 6545688"/>
              <a:gd name="connsiteY10139" fmla="*/ 706985 h 3341254"/>
              <a:gd name="connsiteX10140" fmla="*/ 3776440 w 6545688"/>
              <a:gd name="connsiteY10140" fmla="*/ 706832 h 3341254"/>
              <a:gd name="connsiteX10141" fmla="*/ 3788968 w 6545688"/>
              <a:gd name="connsiteY10141" fmla="*/ 706832 h 3341254"/>
              <a:gd name="connsiteX10142" fmla="*/ 3789736 w 6545688"/>
              <a:gd name="connsiteY10142" fmla="*/ 707293 h 3341254"/>
              <a:gd name="connsiteX10143" fmla="*/ 3796039 w 6545688"/>
              <a:gd name="connsiteY10143" fmla="*/ 718130 h 3341254"/>
              <a:gd name="connsiteX10144" fmla="*/ 3796039 w 6545688"/>
              <a:gd name="connsiteY10144" fmla="*/ 719052 h 3341254"/>
              <a:gd name="connsiteX10145" fmla="*/ 3789736 w 6545688"/>
              <a:gd name="connsiteY10145" fmla="*/ 729887 h 3341254"/>
              <a:gd name="connsiteX10146" fmla="*/ 3788968 w 6545688"/>
              <a:gd name="connsiteY10146" fmla="*/ 730349 h 3341254"/>
              <a:gd name="connsiteX10147" fmla="*/ 3776440 w 6545688"/>
              <a:gd name="connsiteY10147" fmla="*/ 730349 h 3341254"/>
              <a:gd name="connsiteX10148" fmla="*/ 3775672 w 6545688"/>
              <a:gd name="connsiteY10148" fmla="*/ 729887 h 3341254"/>
              <a:gd name="connsiteX10149" fmla="*/ 3769370 w 6545688"/>
              <a:gd name="connsiteY10149" fmla="*/ 719052 h 3341254"/>
              <a:gd name="connsiteX10150" fmla="*/ 3769370 w 6545688"/>
              <a:gd name="connsiteY10150" fmla="*/ 718130 h 3341254"/>
              <a:gd name="connsiteX10151" fmla="*/ 3775672 w 6545688"/>
              <a:gd name="connsiteY10151" fmla="*/ 707293 h 3341254"/>
              <a:gd name="connsiteX10152" fmla="*/ 3776440 w 6545688"/>
              <a:gd name="connsiteY10152" fmla="*/ 706832 h 3341254"/>
              <a:gd name="connsiteX10153" fmla="*/ 2678496 w 6545688"/>
              <a:gd name="connsiteY10153" fmla="*/ 706526 h 3341254"/>
              <a:gd name="connsiteX10154" fmla="*/ 2691332 w 6545688"/>
              <a:gd name="connsiteY10154" fmla="*/ 706526 h 3341254"/>
              <a:gd name="connsiteX10155" fmla="*/ 2692099 w 6545688"/>
              <a:gd name="connsiteY10155" fmla="*/ 706987 h 3341254"/>
              <a:gd name="connsiteX10156" fmla="*/ 2698479 w 6545688"/>
              <a:gd name="connsiteY10156" fmla="*/ 718132 h 3341254"/>
              <a:gd name="connsiteX10157" fmla="*/ 2698479 w 6545688"/>
              <a:gd name="connsiteY10157" fmla="*/ 719052 h 3341254"/>
              <a:gd name="connsiteX10158" fmla="*/ 2692023 w 6545688"/>
              <a:gd name="connsiteY10158" fmla="*/ 730197 h 3341254"/>
              <a:gd name="connsiteX10159" fmla="*/ 2691254 w 6545688"/>
              <a:gd name="connsiteY10159" fmla="*/ 730658 h 3341254"/>
              <a:gd name="connsiteX10160" fmla="*/ 2678420 w 6545688"/>
              <a:gd name="connsiteY10160" fmla="*/ 730658 h 3341254"/>
              <a:gd name="connsiteX10161" fmla="*/ 2677651 w 6545688"/>
              <a:gd name="connsiteY10161" fmla="*/ 730197 h 3341254"/>
              <a:gd name="connsiteX10162" fmla="*/ 2671273 w 6545688"/>
              <a:gd name="connsiteY10162" fmla="*/ 719052 h 3341254"/>
              <a:gd name="connsiteX10163" fmla="*/ 2671273 w 6545688"/>
              <a:gd name="connsiteY10163" fmla="*/ 718132 h 3341254"/>
              <a:gd name="connsiteX10164" fmla="*/ 2677727 w 6545688"/>
              <a:gd name="connsiteY10164" fmla="*/ 706987 h 3341254"/>
              <a:gd name="connsiteX10165" fmla="*/ 2678496 w 6545688"/>
              <a:gd name="connsiteY10165" fmla="*/ 706526 h 3341254"/>
              <a:gd name="connsiteX10166" fmla="*/ 3318772 w 6545688"/>
              <a:gd name="connsiteY10166" fmla="*/ 706448 h 3341254"/>
              <a:gd name="connsiteX10167" fmla="*/ 3331759 w 6545688"/>
              <a:gd name="connsiteY10167" fmla="*/ 706448 h 3341254"/>
              <a:gd name="connsiteX10168" fmla="*/ 3332527 w 6545688"/>
              <a:gd name="connsiteY10168" fmla="*/ 706909 h 3341254"/>
              <a:gd name="connsiteX10169" fmla="*/ 3338983 w 6545688"/>
              <a:gd name="connsiteY10169" fmla="*/ 718130 h 3341254"/>
              <a:gd name="connsiteX10170" fmla="*/ 3338983 w 6545688"/>
              <a:gd name="connsiteY10170" fmla="*/ 719052 h 3341254"/>
              <a:gd name="connsiteX10171" fmla="*/ 3332450 w 6545688"/>
              <a:gd name="connsiteY10171" fmla="*/ 730273 h 3341254"/>
              <a:gd name="connsiteX10172" fmla="*/ 3331683 w 6545688"/>
              <a:gd name="connsiteY10172" fmla="*/ 730734 h 3341254"/>
              <a:gd name="connsiteX10173" fmla="*/ 3318694 w 6545688"/>
              <a:gd name="connsiteY10173" fmla="*/ 730734 h 3341254"/>
              <a:gd name="connsiteX10174" fmla="*/ 3317924 w 6545688"/>
              <a:gd name="connsiteY10174" fmla="*/ 730273 h 3341254"/>
              <a:gd name="connsiteX10175" fmla="*/ 3311469 w 6545688"/>
              <a:gd name="connsiteY10175" fmla="*/ 719052 h 3341254"/>
              <a:gd name="connsiteX10176" fmla="*/ 3311469 w 6545688"/>
              <a:gd name="connsiteY10176" fmla="*/ 718130 h 3341254"/>
              <a:gd name="connsiteX10177" fmla="*/ 3318002 w 6545688"/>
              <a:gd name="connsiteY10177" fmla="*/ 706909 h 3341254"/>
              <a:gd name="connsiteX10178" fmla="*/ 3318772 w 6545688"/>
              <a:gd name="connsiteY10178" fmla="*/ 706448 h 3341254"/>
              <a:gd name="connsiteX10179" fmla="*/ 3410228 w 6545688"/>
              <a:gd name="connsiteY10179" fmla="*/ 706294 h 3341254"/>
              <a:gd name="connsiteX10180" fmla="*/ 3423370 w 6545688"/>
              <a:gd name="connsiteY10180" fmla="*/ 706294 h 3341254"/>
              <a:gd name="connsiteX10181" fmla="*/ 3424139 w 6545688"/>
              <a:gd name="connsiteY10181" fmla="*/ 706756 h 3341254"/>
              <a:gd name="connsiteX10182" fmla="*/ 3430672 w 6545688"/>
              <a:gd name="connsiteY10182" fmla="*/ 718130 h 3341254"/>
              <a:gd name="connsiteX10183" fmla="*/ 3430672 w 6545688"/>
              <a:gd name="connsiteY10183" fmla="*/ 719052 h 3341254"/>
              <a:gd name="connsiteX10184" fmla="*/ 3424063 w 6545688"/>
              <a:gd name="connsiteY10184" fmla="*/ 730426 h 3341254"/>
              <a:gd name="connsiteX10185" fmla="*/ 3423294 w 6545688"/>
              <a:gd name="connsiteY10185" fmla="*/ 730888 h 3341254"/>
              <a:gd name="connsiteX10186" fmla="*/ 3410152 w 6545688"/>
              <a:gd name="connsiteY10186" fmla="*/ 730888 h 3341254"/>
              <a:gd name="connsiteX10187" fmla="*/ 3409383 w 6545688"/>
              <a:gd name="connsiteY10187" fmla="*/ 730426 h 3341254"/>
              <a:gd name="connsiteX10188" fmla="*/ 3402851 w 6545688"/>
              <a:gd name="connsiteY10188" fmla="*/ 719052 h 3341254"/>
              <a:gd name="connsiteX10189" fmla="*/ 3402851 w 6545688"/>
              <a:gd name="connsiteY10189" fmla="*/ 718130 h 3341254"/>
              <a:gd name="connsiteX10190" fmla="*/ 3409459 w 6545688"/>
              <a:gd name="connsiteY10190" fmla="*/ 706756 h 3341254"/>
              <a:gd name="connsiteX10191" fmla="*/ 3410228 w 6545688"/>
              <a:gd name="connsiteY10191" fmla="*/ 706294 h 3341254"/>
              <a:gd name="connsiteX10192" fmla="*/ 3135472 w 6545688"/>
              <a:gd name="connsiteY10192" fmla="*/ 705679 h 3341254"/>
              <a:gd name="connsiteX10193" fmla="*/ 3149229 w 6545688"/>
              <a:gd name="connsiteY10193" fmla="*/ 705679 h 3341254"/>
              <a:gd name="connsiteX10194" fmla="*/ 3150076 w 6545688"/>
              <a:gd name="connsiteY10194" fmla="*/ 706141 h 3341254"/>
              <a:gd name="connsiteX10195" fmla="*/ 3156914 w 6545688"/>
              <a:gd name="connsiteY10195" fmla="*/ 718054 h 3341254"/>
              <a:gd name="connsiteX10196" fmla="*/ 3156914 w 6545688"/>
              <a:gd name="connsiteY10196" fmla="*/ 719052 h 3341254"/>
              <a:gd name="connsiteX10197" fmla="*/ 3150076 w 6545688"/>
              <a:gd name="connsiteY10197" fmla="*/ 730964 h 3341254"/>
              <a:gd name="connsiteX10198" fmla="*/ 3149229 w 6545688"/>
              <a:gd name="connsiteY10198" fmla="*/ 731425 h 3341254"/>
              <a:gd name="connsiteX10199" fmla="*/ 3135472 w 6545688"/>
              <a:gd name="connsiteY10199" fmla="*/ 731425 h 3341254"/>
              <a:gd name="connsiteX10200" fmla="*/ 3134627 w 6545688"/>
              <a:gd name="connsiteY10200" fmla="*/ 730964 h 3341254"/>
              <a:gd name="connsiteX10201" fmla="*/ 3127787 w 6545688"/>
              <a:gd name="connsiteY10201" fmla="*/ 719052 h 3341254"/>
              <a:gd name="connsiteX10202" fmla="*/ 3127787 w 6545688"/>
              <a:gd name="connsiteY10202" fmla="*/ 718054 h 3341254"/>
              <a:gd name="connsiteX10203" fmla="*/ 3134627 w 6545688"/>
              <a:gd name="connsiteY10203" fmla="*/ 706141 h 3341254"/>
              <a:gd name="connsiteX10204" fmla="*/ 3135472 w 6545688"/>
              <a:gd name="connsiteY10204" fmla="*/ 705679 h 3341254"/>
              <a:gd name="connsiteX10205" fmla="*/ 3043863 w 6545688"/>
              <a:gd name="connsiteY10205" fmla="*/ 705603 h 3341254"/>
              <a:gd name="connsiteX10206" fmla="*/ 3057774 w 6545688"/>
              <a:gd name="connsiteY10206" fmla="*/ 705603 h 3341254"/>
              <a:gd name="connsiteX10207" fmla="*/ 3058618 w 6545688"/>
              <a:gd name="connsiteY10207" fmla="*/ 706065 h 3341254"/>
              <a:gd name="connsiteX10208" fmla="*/ 3065534 w 6545688"/>
              <a:gd name="connsiteY10208" fmla="*/ 718130 h 3341254"/>
              <a:gd name="connsiteX10209" fmla="*/ 3065534 w 6545688"/>
              <a:gd name="connsiteY10209" fmla="*/ 719130 h 3341254"/>
              <a:gd name="connsiteX10210" fmla="*/ 3058618 w 6545688"/>
              <a:gd name="connsiteY10210" fmla="*/ 731195 h 3341254"/>
              <a:gd name="connsiteX10211" fmla="*/ 3057774 w 6545688"/>
              <a:gd name="connsiteY10211" fmla="*/ 731657 h 3341254"/>
              <a:gd name="connsiteX10212" fmla="*/ 3043863 w 6545688"/>
              <a:gd name="connsiteY10212" fmla="*/ 731657 h 3341254"/>
              <a:gd name="connsiteX10213" fmla="*/ 3043016 w 6545688"/>
              <a:gd name="connsiteY10213" fmla="*/ 731195 h 3341254"/>
              <a:gd name="connsiteX10214" fmla="*/ 3036100 w 6545688"/>
              <a:gd name="connsiteY10214" fmla="*/ 719130 h 3341254"/>
              <a:gd name="connsiteX10215" fmla="*/ 3036100 w 6545688"/>
              <a:gd name="connsiteY10215" fmla="*/ 718130 h 3341254"/>
              <a:gd name="connsiteX10216" fmla="*/ 3043016 w 6545688"/>
              <a:gd name="connsiteY10216" fmla="*/ 706065 h 3341254"/>
              <a:gd name="connsiteX10217" fmla="*/ 3043863 w 6545688"/>
              <a:gd name="connsiteY10217" fmla="*/ 705603 h 3341254"/>
              <a:gd name="connsiteX10218" fmla="*/ 5696576 w 6545688"/>
              <a:gd name="connsiteY10218" fmla="*/ 704988 h 3341254"/>
              <a:gd name="connsiteX10219" fmla="*/ 5711024 w 6545688"/>
              <a:gd name="connsiteY10219" fmla="*/ 704988 h 3341254"/>
              <a:gd name="connsiteX10220" fmla="*/ 5711946 w 6545688"/>
              <a:gd name="connsiteY10220" fmla="*/ 705525 h 3341254"/>
              <a:gd name="connsiteX10221" fmla="*/ 5719172 w 6545688"/>
              <a:gd name="connsiteY10221" fmla="*/ 718054 h 3341254"/>
              <a:gd name="connsiteX10222" fmla="*/ 5719172 w 6545688"/>
              <a:gd name="connsiteY10222" fmla="*/ 719052 h 3341254"/>
              <a:gd name="connsiteX10223" fmla="*/ 5711946 w 6545688"/>
              <a:gd name="connsiteY10223" fmla="*/ 731579 h 3341254"/>
              <a:gd name="connsiteX10224" fmla="*/ 5711024 w 6545688"/>
              <a:gd name="connsiteY10224" fmla="*/ 732118 h 3341254"/>
              <a:gd name="connsiteX10225" fmla="*/ 5696576 w 6545688"/>
              <a:gd name="connsiteY10225" fmla="*/ 732118 h 3341254"/>
              <a:gd name="connsiteX10226" fmla="*/ 5695653 w 6545688"/>
              <a:gd name="connsiteY10226" fmla="*/ 731579 h 3341254"/>
              <a:gd name="connsiteX10227" fmla="*/ 5688430 w 6545688"/>
              <a:gd name="connsiteY10227" fmla="*/ 719052 h 3341254"/>
              <a:gd name="connsiteX10228" fmla="*/ 5688430 w 6545688"/>
              <a:gd name="connsiteY10228" fmla="*/ 718054 h 3341254"/>
              <a:gd name="connsiteX10229" fmla="*/ 5695653 w 6545688"/>
              <a:gd name="connsiteY10229" fmla="*/ 705525 h 3341254"/>
              <a:gd name="connsiteX10230" fmla="*/ 5696576 w 6545688"/>
              <a:gd name="connsiteY10230" fmla="*/ 704988 h 3341254"/>
              <a:gd name="connsiteX10231" fmla="*/ 1945765 w 6545688"/>
              <a:gd name="connsiteY10231" fmla="*/ 704910 h 3341254"/>
              <a:gd name="connsiteX10232" fmla="*/ 1960367 w 6545688"/>
              <a:gd name="connsiteY10232" fmla="*/ 704910 h 3341254"/>
              <a:gd name="connsiteX10233" fmla="*/ 1961289 w 6545688"/>
              <a:gd name="connsiteY10233" fmla="*/ 705448 h 3341254"/>
              <a:gd name="connsiteX10234" fmla="*/ 1968591 w 6545688"/>
              <a:gd name="connsiteY10234" fmla="*/ 718130 h 3341254"/>
              <a:gd name="connsiteX10235" fmla="*/ 1968591 w 6545688"/>
              <a:gd name="connsiteY10235" fmla="*/ 719128 h 3341254"/>
              <a:gd name="connsiteX10236" fmla="*/ 1961289 w 6545688"/>
              <a:gd name="connsiteY10236" fmla="*/ 731809 h 3341254"/>
              <a:gd name="connsiteX10237" fmla="*/ 1960367 w 6545688"/>
              <a:gd name="connsiteY10237" fmla="*/ 732348 h 3341254"/>
              <a:gd name="connsiteX10238" fmla="*/ 1945765 w 6545688"/>
              <a:gd name="connsiteY10238" fmla="*/ 732348 h 3341254"/>
              <a:gd name="connsiteX10239" fmla="*/ 1944842 w 6545688"/>
              <a:gd name="connsiteY10239" fmla="*/ 731809 h 3341254"/>
              <a:gd name="connsiteX10240" fmla="*/ 1937541 w 6545688"/>
              <a:gd name="connsiteY10240" fmla="*/ 719128 h 3341254"/>
              <a:gd name="connsiteX10241" fmla="*/ 1937541 w 6545688"/>
              <a:gd name="connsiteY10241" fmla="*/ 718130 h 3341254"/>
              <a:gd name="connsiteX10242" fmla="*/ 1944842 w 6545688"/>
              <a:gd name="connsiteY10242" fmla="*/ 705448 h 3341254"/>
              <a:gd name="connsiteX10243" fmla="*/ 1945765 w 6545688"/>
              <a:gd name="connsiteY10243" fmla="*/ 704910 h 3341254"/>
              <a:gd name="connsiteX10244" fmla="*/ 3683830 w 6545688"/>
              <a:gd name="connsiteY10244" fmla="*/ 704757 h 3341254"/>
              <a:gd name="connsiteX10245" fmla="*/ 3698585 w 6545688"/>
              <a:gd name="connsiteY10245" fmla="*/ 704757 h 3341254"/>
              <a:gd name="connsiteX10246" fmla="*/ 3699508 w 6545688"/>
              <a:gd name="connsiteY10246" fmla="*/ 705294 h 3341254"/>
              <a:gd name="connsiteX10247" fmla="*/ 3706886 w 6545688"/>
              <a:gd name="connsiteY10247" fmla="*/ 718130 h 3341254"/>
              <a:gd name="connsiteX10248" fmla="*/ 3706886 w 6545688"/>
              <a:gd name="connsiteY10248" fmla="*/ 719204 h 3341254"/>
              <a:gd name="connsiteX10249" fmla="*/ 3699508 w 6545688"/>
              <a:gd name="connsiteY10249" fmla="*/ 732040 h 3341254"/>
              <a:gd name="connsiteX10250" fmla="*/ 3698585 w 6545688"/>
              <a:gd name="connsiteY10250" fmla="*/ 732577 h 3341254"/>
              <a:gd name="connsiteX10251" fmla="*/ 3683830 w 6545688"/>
              <a:gd name="connsiteY10251" fmla="*/ 732577 h 3341254"/>
              <a:gd name="connsiteX10252" fmla="*/ 3682907 w 6545688"/>
              <a:gd name="connsiteY10252" fmla="*/ 732040 h 3341254"/>
              <a:gd name="connsiteX10253" fmla="*/ 3675530 w 6545688"/>
              <a:gd name="connsiteY10253" fmla="*/ 719204 h 3341254"/>
              <a:gd name="connsiteX10254" fmla="*/ 3675530 w 6545688"/>
              <a:gd name="connsiteY10254" fmla="*/ 718130 h 3341254"/>
              <a:gd name="connsiteX10255" fmla="*/ 3682907 w 6545688"/>
              <a:gd name="connsiteY10255" fmla="*/ 705294 h 3341254"/>
              <a:gd name="connsiteX10256" fmla="*/ 3683830 w 6545688"/>
              <a:gd name="connsiteY10256" fmla="*/ 704757 h 3341254"/>
              <a:gd name="connsiteX10257" fmla="*/ 2585810 w 6545688"/>
              <a:gd name="connsiteY10257" fmla="*/ 704297 h 3341254"/>
              <a:gd name="connsiteX10258" fmla="*/ 2601027 w 6545688"/>
              <a:gd name="connsiteY10258" fmla="*/ 704297 h 3341254"/>
              <a:gd name="connsiteX10259" fmla="*/ 2601948 w 6545688"/>
              <a:gd name="connsiteY10259" fmla="*/ 704834 h 3341254"/>
              <a:gd name="connsiteX10260" fmla="*/ 2609557 w 6545688"/>
              <a:gd name="connsiteY10260" fmla="*/ 718054 h 3341254"/>
              <a:gd name="connsiteX10261" fmla="*/ 2609557 w 6545688"/>
              <a:gd name="connsiteY10261" fmla="*/ 719130 h 3341254"/>
              <a:gd name="connsiteX10262" fmla="*/ 2601948 w 6545688"/>
              <a:gd name="connsiteY10262" fmla="*/ 732350 h 3341254"/>
              <a:gd name="connsiteX10263" fmla="*/ 2601027 w 6545688"/>
              <a:gd name="connsiteY10263" fmla="*/ 732887 h 3341254"/>
              <a:gd name="connsiteX10264" fmla="*/ 2585810 w 6545688"/>
              <a:gd name="connsiteY10264" fmla="*/ 732887 h 3341254"/>
              <a:gd name="connsiteX10265" fmla="*/ 2584888 w 6545688"/>
              <a:gd name="connsiteY10265" fmla="*/ 732350 h 3341254"/>
              <a:gd name="connsiteX10266" fmla="*/ 2577278 w 6545688"/>
              <a:gd name="connsiteY10266" fmla="*/ 719130 h 3341254"/>
              <a:gd name="connsiteX10267" fmla="*/ 2577278 w 6545688"/>
              <a:gd name="connsiteY10267" fmla="*/ 718054 h 3341254"/>
              <a:gd name="connsiteX10268" fmla="*/ 2584888 w 6545688"/>
              <a:gd name="connsiteY10268" fmla="*/ 704834 h 3341254"/>
              <a:gd name="connsiteX10269" fmla="*/ 2585810 w 6545688"/>
              <a:gd name="connsiteY10269" fmla="*/ 704297 h 3341254"/>
              <a:gd name="connsiteX10270" fmla="*/ 2128141 w 6545688"/>
              <a:gd name="connsiteY10270" fmla="*/ 703758 h 3341254"/>
              <a:gd name="connsiteX10271" fmla="*/ 2143973 w 6545688"/>
              <a:gd name="connsiteY10271" fmla="*/ 703758 h 3341254"/>
              <a:gd name="connsiteX10272" fmla="*/ 2144971 w 6545688"/>
              <a:gd name="connsiteY10272" fmla="*/ 704295 h 3341254"/>
              <a:gd name="connsiteX10273" fmla="*/ 2152888 w 6545688"/>
              <a:gd name="connsiteY10273" fmla="*/ 717976 h 3341254"/>
              <a:gd name="connsiteX10274" fmla="*/ 2152888 w 6545688"/>
              <a:gd name="connsiteY10274" fmla="*/ 719128 h 3341254"/>
              <a:gd name="connsiteX10275" fmla="*/ 2144971 w 6545688"/>
              <a:gd name="connsiteY10275" fmla="*/ 732809 h 3341254"/>
              <a:gd name="connsiteX10276" fmla="*/ 2143973 w 6545688"/>
              <a:gd name="connsiteY10276" fmla="*/ 733346 h 3341254"/>
              <a:gd name="connsiteX10277" fmla="*/ 2128141 w 6545688"/>
              <a:gd name="connsiteY10277" fmla="*/ 733346 h 3341254"/>
              <a:gd name="connsiteX10278" fmla="*/ 2127140 w 6545688"/>
              <a:gd name="connsiteY10278" fmla="*/ 732809 h 3341254"/>
              <a:gd name="connsiteX10279" fmla="*/ 2119226 w 6545688"/>
              <a:gd name="connsiteY10279" fmla="*/ 719128 h 3341254"/>
              <a:gd name="connsiteX10280" fmla="*/ 2119226 w 6545688"/>
              <a:gd name="connsiteY10280" fmla="*/ 717976 h 3341254"/>
              <a:gd name="connsiteX10281" fmla="*/ 2127140 w 6545688"/>
              <a:gd name="connsiteY10281" fmla="*/ 704295 h 3341254"/>
              <a:gd name="connsiteX10282" fmla="*/ 2128141 w 6545688"/>
              <a:gd name="connsiteY10282" fmla="*/ 703758 h 3341254"/>
              <a:gd name="connsiteX10283" fmla="*/ 4872156 w 6545688"/>
              <a:gd name="connsiteY10283" fmla="*/ 703067 h 3341254"/>
              <a:gd name="connsiteX10284" fmla="*/ 4888756 w 6545688"/>
              <a:gd name="connsiteY10284" fmla="*/ 703067 h 3341254"/>
              <a:gd name="connsiteX10285" fmla="*/ 4889755 w 6545688"/>
              <a:gd name="connsiteY10285" fmla="*/ 703682 h 3341254"/>
              <a:gd name="connsiteX10286" fmla="*/ 4898055 w 6545688"/>
              <a:gd name="connsiteY10286" fmla="*/ 718054 h 3341254"/>
              <a:gd name="connsiteX10287" fmla="*/ 4898055 w 6545688"/>
              <a:gd name="connsiteY10287" fmla="*/ 719206 h 3341254"/>
              <a:gd name="connsiteX10288" fmla="*/ 4889755 w 6545688"/>
              <a:gd name="connsiteY10288" fmla="*/ 733578 h 3341254"/>
              <a:gd name="connsiteX10289" fmla="*/ 4888756 w 6545688"/>
              <a:gd name="connsiteY10289" fmla="*/ 734193 h 3341254"/>
              <a:gd name="connsiteX10290" fmla="*/ 4872156 w 6545688"/>
              <a:gd name="connsiteY10290" fmla="*/ 734193 h 3341254"/>
              <a:gd name="connsiteX10291" fmla="*/ 4871157 w 6545688"/>
              <a:gd name="connsiteY10291" fmla="*/ 733578 h 3341254"/>
              <a:gd name="connsiteX10292" fmla="*/ 4862857 w 6545688"/>
              <a:gd name="connsiteY10292" fmla="*/ 719206 h 3341254"/>
              <a:gd name="connsiteX10293" fmla="*/ 4862857 w 6545688"/>
              <a:gd name="connsiteY10293" fmla="*/ 718054 h 3341254"/>
              <a:gd name="connsiteX10294" fmla="*/ 4871157 w 6545688"/>
              <a:gd name="connsiteY10294" fmla="*/ 703682 h 3341254"/>
              <a:gd name="connsiteX10295" fmla="*/ 4872156 w 6545688"/>
              <a:gd name="connsiteY10295" fmla="*/ 703067 h 3341254"/>
              <a:gd name="connsiteX10296" fmla="*/ 3591218 w 6545688"/>
              <a:gd name="connsiteY10296" fmla="*/ 702528 h 3341254"/>
              <a:gd name="connsiteX10297" fmla="*/ 3608358 w 6545688"/>
              <a:gd name="connsiteY10297" fmla="*/ 702528 h 3341254"/>
              <a:gd name="connsiteX10298" fmla="*/ 3609435 w 6545688"/>
              <a:gd name="connsiteY10298" fmla="*/ 703143 h 3341254"/>
              <a:gd name="connsiteX10299" fmla="*/ 3618043 w 6545688"/>
              <a:gd name="connsiteY10299" fmla="*/ 718052 h 3341254"/>
              <a:gd name="connsiteX10300" fmla="*/ 3618043 w 6545688"/>
              <a:gd name="connsiteY10300" fmla="*/ 719282 h 3341254"/>
              <a:gd name="connsiteX10301" fmla="*/ 3609435 w 6545688"/>
              <a:gd name="connsiteY10301" fmla="*/ 734191 h 3341254"/>
              <a:gd name="connsiteX10302" fmla="*/ 3608358 w 6545688"/>
              <a:gd name="connsiteY10302" fmla="*/ 734806 h 3341254"/>
              <a:gd name="connsiteX10303" fmla="*/ 3591218 w 6545688"/>
              <a:gd name="connsiteY10303" fmla="*/ 734806 h 3341254"/>
              <a:gd name="connsiteX10304" fmla="*/ 3590144 w 6545688"/>
              <a:gd name="connsiteY10304" fmla="*/ 734191 h 3341254"/>
              <a:gd name="connsiteX10305" fmla="*/ 3581536 w 6545688"/>
              <a:gd name="connsiteY10305" fmla="*/ 719282 h 3341254"/>
              <a:gd name="connsiteX10306" fmla="*/ 3581536 w 6545688"/>
              <a:gd name="connsiteY10306" fmla="*/ 718052 h 3341254"/>
              <a:gd name="connsiteX10307" fmla="*/ 3590144 w 6545688"/>
              <a:gd name="connsiteY10307" fmla="*/ 703143 h 3341254"/>
              <a:gd name="connsiteX10308" fmla="*/ 3591218 w 6545688"/>
              <a:gd name="connsiteY10308" fmla="*/ 702528 h 3341254"/>
              <a:gd name="connsiteX10309" fmla="*/ 4414410 w 6545688"/>
              <a:gd name="connsiteY10309" fmla="*/ 702374 h 3341254"/>
              <a:gd name="connsiteX10310" fmla="*/ 4431704 w 6545688"/>
              <a:gd name="connsiteY10310" fmla="*/ 702374 h 3341254"/>
              <a:gd name="connsiteX10311" fmla="*/ 4432779 w 6545688"/>
              <a:gd name="connsiteY10311" fmla="*/ 702989 h 3341254"/>
              <a:gd name="connsiteX10312" fmla="*/ 4441462 w 6545688"/>
              <a:gd name="connsiteY10312" fmla="*/ 717976 h 3341254"/>
              <a:gd name="connsiteX10313" fmla="*/ 4441462 w 6545688"/>
              <a:gd name="connsiteY10313" fmla="*/ 719204 h 3341254"/>
              <a:gd name="connsiteX10314" fmla="*/ 4432779 w 6545688"/>
              <a:gd name="connsiteY10314" fmla="*/ 734191 h 3341254"/>
              <a:gd name="connsiteX10315" fmla="*/ 4431704 w 6545688"/>
              <a:gd name="connsiteY10315" fmla="*/ 734806 h 3341254"/>
              <a:gd name="connsiteX10316" fmla="*/ 4414410 w 6545688"/>
              <a:gd name="connsiteY10316" fmla="*/ 734806 h 3341254"/>
              <a:gd name="connsiteX10317" fmla="*/ 4413334 w 6545688"/>
              <a:gd name="connsiteY10317" fmla="*/ 734191 h 3341254"/>
              <a:gd name="connsiteX10318" fmla="*/ 4404650 w 6545688"/>
              <a:gd name="connsiteY10318" fmla="*/ 719204 h 3341254"/>
              <a:gd name="connsiteX10319" fmla="*/ 4404650 w 6545688"/>
              <a:gd name="connsiteY10319" fmla="*/ 717976 h 3341254"/>
              <a:gd name="connsiteX10320" fmla="*/ 4413334 w 6545688"/>
              <a:gd name="connsiteY10320" fmla="*/ 702989 h 3341254"/>
              <a:gd name="connsiteX10321" fmla="*/ 4414410 w 6545688"/>
              <a:gd name="connsiteY10321" fmla="*/ 702374 h 3341254"/>
              <a:gd name="connsiteX10322" fmla="*/ 2310053 w 6545688"/>
              <a:gd name="connsiteY10322" fmla="*/ 701761 h 3341254"/>
              <a:gd name="connsiteX10323" fmla="*/ 2327960 w 6545688"/>
              <a:gd name="connsiteY10323" fmla="*/ 701761 h 3341254"/>
              <a:gd name="connsiteX10324" fmla="*/ 2329037 w 6545688"/>
              <a:gd name="connsiteY10324" fmla="*/ 702376 h 3341254"/>
              <a:gd name="connsiteX10325" fmla="*/ 2337952 w 6545688"/>
              <a:gd name="connsiteY10325" fmla="*/ 717900 h 3341254"/>
              <a:gd name="connsiteX10326" fmla="*/ 2337952 w 6545688"/>
              <a:gd name="connsiteY10326" fmla="*/ 719130 h 3341254"/>
              <a:gd name="connsiteX10327" fmla="*/ 2328959 w 6545688"/>
              <a:gd name="connsiteY10327" fmla="*/ 734654 h 3341254"/>
              <a:gd name="connsiteX10328" fmla="*/ 2327885 w 6545688"/>
              <a:gd name="connsiteY10328" fmla="*/ 735270 h 3341254"/>
              <a:gd name="connsiteX10329" fmla="*/ 2309978 w 6545688"/>
              <a:gd name="connsiteY10329" fmla="*/ 735270 h 3341254"/>
              <a:gd name="connsiteX10330" fmla="*/ 2308901 w 6545688"/>
              <a:gd name="connsiteY10330" fmla="*/ 734654 h 3341254"/>
              <a:gd name="connsiteX10331" fmla="*/ 2299986 w 6545688"/>
              <a:gd name="connsiteY10331" fmla="*/ 719130 h 3341254"/>
              <a:gd name="connsiteX10332" fmla="*/ 2299986 w 6545688"/>
              <a:gd name="connsiteY10332" fmla="*/ 717900 h 3341254"/>
              <a:gd name="connsiteX10333" fmla="*/ 2308977 w 6545688"/>
              <a:gd name="connsiteY10333" fmla="*/ 702376 h 3341254"/>
              <a:gd name="connsiteX10334" fmla="*/ 2310053 w 6545688"/>
              <a:gd name="connsiteY10334" fmla="*/ 701761 h 3341254"/>
              <a:gd name="connsiteX10335" fmla="*/ 5328826 w 6545688"/>
              <a:gd name="connsiteY10335" fmla="*/ 701683 h 3341254"/>
              <a:gd name="connsiteX10336" fmla="*/ 5346887 w 6545688"/>
              <a:gd name="connsiteY10336" fmla="*/ 701683 h 3341254"/>
              <a:gd name="connsiteX10337" fmla="*/ 5347961 w 6545688"/>
              <a:gd name="connsiteY10337" fmla="*/ 702298 h 3341254"/>
              <a:gd name="connsiteX10338" fmla="*/ 5356955 w 6545688"/>
              <a:gd name="connsiteY10338" fmla="*/ 717976 h 3341254"/>
              <a:gd name="connsiteX10339" fmla="*/ 5356955 w 6545688"/>
              <a:gd name="connsiteY10339" fmla="*/ 719282 h 3341254"/>
              <a:gd name="connsiteX10340" fmla="*/ 5347885 w 6545688"/>
              <a:gd name="connsiteY10340" fmla="*/ 734960 h 3341254"/>
              <a:gd name="connsiteX10341" fmla="*/ 5346809 w 6545688"/>
              <a:gd name="connsiteY10341" fmla="*/ 735575 h 3341254"/>
              <a:gd name="connsiteX10342" fmla="*/ 5328748 w 6545688"/>
              <a:gd name="connsiteY10342" fmla="*/ 735575 h 3341254"/>
              <a:gd name="connsiteX10343" fmla="*/ 5327672 w 6545688"/>
              <a:gd name="connsiteY10343" fmla="*/ 734960 h 3341254"/>
              <a:gd name="connsiteX10344" fmla="*/ 5318680 w 6545688"/>
              <a:gd name="connsiteY10344" fmla="*/ 719282 h 3341254"/>
              <a:gd name="connsiteX10345" fmla="*/ 5318680 w 6545688"/>
              <a:gd name="connsiteY10345" fmla="*/ 717976 h 3341254"/>
              <a:gd name="connsiteX10346" fmla="*/ 5327750 w 6545688"/>
              <a:gd name="connsiteY10346" fmla="*/ 702298 h 3341254"/>
              <a:gd name="connsiteX10347" fmla="*/ 5328826 w 6545688"/>
              <a:gd name="connsiteY10347" fmla="*/ 701683 h 3341254"/>
              <a:gd name="connsiteX10348" fmla="*/ 5236985 w 6545688"/>
              <a:gd name="connsiteY10348" fmla="*/ 700992 h 3341254"/>
              <a:gd name="connsiteX10349" fmla="*/ 5255815 w 6545688"/>
              <a:gd name="connsiteY10349" fmla="*/ 700992 h 3341254"/>
              <a:gd name="connsiteX10350" fmla="*/ 5256967 w 6545688"/>
              <a:gd name="connsiteY10350" fmla="*/ 701683 h 3341254"/>
              <a:gd name="connsiteX10351" fmla="*/ 5266344 w 6545688"/>
              <a:gd name="connsiteY10351" fmla="*/ 717976 h 3341254"/>
              <a:gd name="connsiteX10352" fmla="*/ 5266344 w 6545688"/>
              <a:gd name="connsiteY10352" fmla="*/ 719282 h 3341254"/>
              <a:gd name="connsiteX10353" fmla="*/ 5256967 w 6545688"/>
              <a:gd name="connsiteY10353" fmla="*/ 735577 h 3341254"/>
              <a:gd name="connsiteX10354" fmla="*/ 5255815 w 6545688"/>
              <a:gd name="connsiteY10354" fmla="*/ 736268 h 3341254"/>
              <a:gd name="connsiteX10355" fmla="*/ 5236985 w 6545688"/>
              <a:gd name="connsiteY10355" fmla="*/ 736268 h 3341254"/>
              <a:gd name="connsiteX10356" fmla="*/ 5235833 w 6545688"/>
              <a:gd name="connsiteY10356" fmla="*/ 735577 h 3341254"/>
              <a:gd name="connsiteX10357" fmla="*/ 5226456 w 6545688"/>
              <a:gd name="connsiteY10357" fmla="*/ 719282 h 3341254"/>
              <a:gd name="connsiteX10358" fmla="*/ 5226456 w 6545688"/>
              <a:gd name="connsiteY10358" fmla="*/ 717976 h 3341254"/>
              <a:gd name="connsiteX10359" fmla="*/ 5235833 w 6545688"/>
              <a:gd name="connsiteY10359" fmla="*/ 701683 h 3341254"/>
              <a:gd name="connsiteX10360" fmla="*/ 5236985 w 6545688"/>
              <a:gd name="connsiteY10360" fmla="*/ 700992 h 3341254"/>
              <a:gd name="connsiteX10361" fmla="*/ 5145066 w 6545688"/>
              <a:gd name="connsiteY10361" fmla="*/ 700147 h 3341254"/>
              <a:gd name="connsiteX10362" fmla="*/ 5164743 w 6545688"/>
              <a:gd name="connsiteY10362" fmla="*/ 700147 h 3341254"/>
              <a:gd name="connsiteX10363" fmla="*/ 5165971 w 6545688"/>
              <a:gd name="connsiteY10363" fmla="*/ 700838 h 3341254"/>
              <a:gd name="connsiteX10364" fmla="*/ 5175809 w 6545688"/>
              <a:gd name="connsiteY10364" fmla="*/ 717900 h 3341254"/>
              <a:gd name="connsiteX10365" fmla="*/ 5175809 w 6545688"/>
              <a:gd name="connsiteY10365" fmla="*/ 719284 h 3341254"/>
              <a:gd name="connsiteX10366" fmla="*/ 5165971 w 6545688"/>
              <a:gd name="connsiteY10366" fmla="*/ 736346 h 3341254"/>
              <a:gd name="connsiteX10367" fmla="*/ 5164743 w 6545688"/>
              <a:gd name="connsiteY10367" fmla="*/ 737037 h 3341254"/>
              <a:gd name="connsiteX10368" fmla="*/ 5145066 w 6545688"/>
              <a:gd name="connsiteY10368" fmla="*/ 737037 h 3341254"/>
              <a:gd name="connsiteX10369" fmla="*/ 5143838 w 6545688"/>
              <a:gd name="connsiteY10369" fmla="*/ 736346 h 3341254"/>
              <a:gd name="connsiteX10370" fmla="*/ 5134000 w 6545688"/>
              <a:gd name="connsiteY10370" fmla="*/ 719284 h 3341254"/>
              <a:gd name="connsiteX10371" fmla="*/ 5134000 w 6545688"/>
              <a:gd name="connsiteY10371" fmla="*/ 717900 h 3341254"/>
              <a:gd name="connsiteX10372" fmla="*/ 5143838 w 6545688"/>
              <a:gd name="connsiteY10372" fmla="*/ 700838 h 3341254"/>
              <a:gd name="connsiteX10373" fmla="*/ 5145066 w 6545688"/>
              <a:gd name="connsiteY10373" fmla="*/ 700147 h 3341254"/>
              <a:gd name="connsiteX10374" fmla="*/ 5053609 w 6545688"/>
              <a:gd name="connsiteY10374" fmla="*/ 700147 h 3341254"/>
              <a:gd name="connsiteX10375" fmla="*/ 5073285 w 6545688"/>
              <a:gd name="connsiteY10375" fmla="*/ 700147 h 3341254"/>
              <a:gd name="connsiteX10376" fmla="*/ 5074514 w 6545688"/>
              <a:gd name="connsiteY10376" fmla="*/ 700838 h 3341254"/>
              <a:gd name="connsiteX10377" fmla="*/ 5084352 w 6545688"/>
              <a:gd name="connsiteY10377" fmla="*/ 717900 h 3341254"/>
              <a:gd name="connsiteX10378" fmla="*/ 5084352 w 6545688"/>
              <a:gd name="connsiteY10378" fmla="*/ 719284 h 3341254"/>
              <a:gd name="connsiteX10379" fmla="*/ 5074514 w 6545688"/>
              <a:gd name="connsiteY10379" fmla="*/ 736346 h 3341254"/>
              <a:gd name="connsiteX10380" fmla="*/ 5073285 w 6545688"/>
              <a:gd name="connsiteY10380" fmla="*/ 737037 h 3341254"/>
              <a:gd name="connsiteX10381" fmla="*/ 5053609 w 6545688"/>
              <a:gd name="connsiteY10381" fmla="*/ 737037 h 3341254"/>
              <a:gd name="connsiteX10382" fmla="*/ 5052381 w 6545688"/>
              <a:gd name="connsiteY10382" fmla="*/ 736346 h 3341254"/>
              <a:gd name="connsiteX10383" fmla="*/ 5042542 w 6545688"/>
              <a:gd name="connsiteY10383" fmla="*/ 719284 h 3341254"/>
              <a:gd name="connsiteX10384" fmla="*/ 5042542 w 6545688"/>
              <a:gd name="connsiteY10384" fmla="*/ 717900 h 3341254"/>
              <a:gd name="connsiteX10385" fmla="*/ 5052381 w 6545688"/>
              <a:gd name="connsiteY10385" fmla="*/ 700838 h 3341254"/>
              <a:gd name="connsiteX10386" fmla="*/ 5053609 w 6545688"/>
              <a:gd name="connsiteY10386" fmla="*/ 700147 h 3341254"/>
              <a:gd name="connsiteX10387" fmla="*/ 5419283 w 6545688"/>
              <a:gd name="connsiteY10387" fmla="*/ 699686 h 3341254"/>
              <a:gd name="connsiteX10388" fmla="*/ 5439419 w 6545688"/>
              <a:gd name="connsiteY10388" fmla="*/ 699686 h 3341254"/>
              <a:gd name="connsiteX10389" fmla="*/ 5440649 w 6545688"/>
              <a:gd name="connsiteY10389" fmla="*/ 700377 h 3341254"/>
              <a:gd name="connsiteX10390" fmla="*/ 5450715 w 6545688"/>
              <a:gd name="connsiteY10390" fmla="*/ 717824 h 3341254"/>
              <a:gd name="connsiteX10391" fmla="*/ 5450715 w 6545688"/>
              <a:gd name="connsiteY10391" fmla="*/ 719284 h 3341254"/>
              <a:gd name="connsiteX10392" fmla="*/ 5440649 w 6545688"/>
              <a:gd name="connsiteY10392" fmla="*/ 736730 h 3341254"/>
              <a:gd name="connsiteX10393" fmla="*/ 5439419 w 6545688"/>
              <a:gd name="connsiteY10393" fmla="*/ 737421 h 3341254"/>
              <a:gd name="connsiteX10394" fmla="*/ 5419283 w 6545688"/>
              <a:gd name="connsiteY10394" fmla="*/ 737421 h 3341254"/>
              <a:gd name="connsiteX10395" fmla="*/ 5418053 w 6545688"/>
              <a:gd name="connsiteY10395" fmla="*/ 736730 h 3341254"/>
              <a:gd name="connsiteX10396" fmla="*/ 5407985 w 6545688"/>
              <a:gd name="connsiteY10396" fmla="*/ 719284 h 3341254"/>
              <a:gd name="connsiteX10397" fmla="*/ 5407985 w 6545688"/>
              <a:gd name="connsiteY10397" fmla="*/ 717824 h 3341254"/>
              <a:gd name="connsiteX10398" fmla="*/ 5418053 w 6545688"/>
              <a:gd name="connsiteY10398" fmla="*/ 700377 h 3341254"/>
              <a:gd name="connsiteX10399" fmla="*/ 5419283 w 6545688"/>
              <a:gd name="connsiteY10399" fmla="*/ 699686 h 3341254"/>
              <a:gd name="connsiteX10400" fmla="*/ 4595788 w 6545688"/>
              <a:gd name="connsiteY10400" fmla="*/ 699454 h 3341254"/>
              <a:gd name="connsiteX10401" fmla="*/ 4616231 w 6545688"/>
              <a:gd name="connsiteY10401" fmla="*/ 699454 h 3341254"/>
              <a:gd name="connsiteX10402" fmla="*/ 4617461 w 6545688"/>
              <a:gd name="connsiteY10402" fmla="*/ 700145 h 3341254"/>
              <a:gd name="connsiteX10403" fmla="*/ 4627683 w 6545688"/>
              <a:gd name="connsiteY10403" fmla="*/ 717898 h 3341254"/>
              <a:gd name="connsiteX10404" fmla="*/ 4627683 w 6545688"/>
              <a:gd name="connsiteY10404" fmla="*/ 719360 h 3341254"/>
              <a:gd name="connsiteX10405" fmla="*/ 4617461 w 6545688"/>
              <a:gd name="connsiteY10405" fmla="*/ 737113 h 3341254"/>
              <a:gd name="connsiteX10406" fmla="*/ 4616231 w 6545688"/>
              <a:gd name="connsiteY10406" fmla="*/ 737804 h 3341254"/>
              <a:gd name="connsiteX10407" fmla="*/ 4595788 w 6545688"/>
              <a:gd name="connsiteY10407" fmla="*/ 737804 h 3341254"/>
              <a:gd name="connsiteX10408" fmla="*/ 4594557 w 6545688"/>
              <a:gd name="connsiteY10408" fmla="*/ 737113 h 3341254"/>
              <a:gd name="connsiteX10409" fmla="*/ 4584336 w 6545688"/>
              <a:gd name="connsiteY10409" fmla="*/ 719360 h 3341254"/>
              <a:gd name="connsiteX10410" fmla="*/ 4584336 w 6545688"/>
              <a:gd name="connsiteY10410" fmla="*/ 717898 h 3341254"/>
              <a:gd name="connsiteX10411" fmla="*/ 4594557 w 6545688"/>
              <a:gd name="connsiteY10411" fmla="*/ 700145 h 3341254"/>
              <a:gd name="connsiteX10412" fmla="*/ 4595788 w 6545688"/>
              <a:gd name="connsiteY10412" fmla="*/ 699454 h 3341254"/>
              <a:gd name="connsiteX10413" fmla="*/ 3955205 w 6545688"/>
              <a:gd name="connsiteY10413" fmla="*/ 698993 h 3341254"/>
              <a:gd name="connsiteX10414" fmla="*/ 3976110 w 6545688"/>
              <a:gd name="connsiteY10414" fmla="*/ 698993 h 3341254"/>
              <a:gd name="connsiteX10415" fmla="*/ 3977416 w 6545688"/>
              <a:gd name="connsiteY10415" fmla="*/ 699762 h 3341254"/>
              <a:gd name="connsiteX10416" fmla="*/ 3987867 w 6545688"/>
              <a:gd name="connsiteY10416" fmla="*/ 717898 h 3341254"/>
              <a:gd name="connsiteX10417" fmla="*/ 3987867 w 6545688"/>
              <a:gd name="connsiteY10417" fmla="*/ 719360 h 3341254"/>
              <a:gd name="connsiteX10418" fmla="*/ 3977416 w 6545688"/>
              <a:gd name="connsiteY10418" fmla="*/ 737497 h 3341254"/>
              <a:gd name="connsiteX10419" fmla="*/ 3976110 w 6545688"/>
              <a:gd name="connsiteY10419" fmla="*/ 738265 h 3341254"/>
              <a:gd name="connsiteX10420" fmla="*/ 3955205 w 6545688"/>
              <a:gd name="connsiteY10420" fmla="*/ 738265 h 3341254"/>
              <a:gd name="connsiteX10421" fmla="*/ 3953897 w 6545688"/>
              <a:gd name="connsiteY10421" fmla="*/ 737497 h 3341254"/>
              <a:gd name="connsiteX10422" fmla="*/ 3943446 w 6545688"/>
              <a:gd name="connsiteY10422" fmla="*/ 719360 h 3341254"/>
              <a:gd name="connsiteX10423" fmla="*/ 3943446 w 6545688"/>
              <a:gd name="connsiteY10423" fmla="*/ 717898 h 3341254"/>
              <a:gd name="connsiteX10424" fmla="*/ 3953897 w 6545688"/>
              <a:gd name="connsiteY10424" fmla="*/ 699762 h 3341254"/>
              <a:gd name="connsiteX10425" fmla="*/ 3955205 w 6545688"/>
              <a:gd name="connsiteY10425" fmla="*/ 698993 h 3341254"/>
              <a:gd name="connsiteX10426" fmla="*/ 4778315 w 6545688"/>
              <a:gd name="connsiteY10426" fmla="*/ 698609 h 3341254"/>
              <a:gd name="connsiteX10427" fmla="*/ 4799681 w 6545688"/>
              <a:gd name="connsiteY10427" fmla="*/ 698609 h 3341254"/>
              <a:gd name="connsiteX10428" fmla="*/ 4800988 w 6545688"/>
              <a:gd name="connsiteY10428" fmla="*/ 699378 h 3341254"/>
              <a:gd name="connsiteX10429" fmla="*/ 4811670 w 6545688"/>
              <a:gd name="connsiteY10429" fmla="*/ 717900 h 3341254"/>
              <a:gd name="connsiteX10430" fmla="*/ 4811670 w 6545688"/>
              <a:gd name="connsiteY10430" fmla="*/ 719436 h 3341254"/>
              <a:gd name="connsiteX10431" fmla="*/ 4800988 w 6545688"/>
              <a:gd name="connsiteY10431" fmla="*/ 737958 h 3341254"/>
              <a:gd name="connsiteX10432" fmla="*/ 4799681 w 6545688"/>
              <a:gd name="connsiteY10432" fmla="*/ 738727 h 3341254"/>
              <a:gd name="connsiteX10433" fmla="*/ 4778315 w 6545688"/>
              <a:gd name="connsiteY10433" fmla="*/ 738727 h 3341254"/>
              <a:gd name="connsiteX10434" fmla="*/ 4777009 w 6545688"/>
              <a:gd name="connsiteY10434" fmla="*/ 737958 h 3341254"/>
              <a:gd name="connsiteX10435" fmla="*/ 4766326 w 6545688"/>
              <a:gd name="connsiteY10435" fmla="*/ 719436 h 3341254"/>
              <a:gd name="connsiteX10436" fmla="*/ 4766326 w 6545688"/>
              <a:gd name="connsiteY10436" fmla="*/ 717900 h 3341254"/>
              <a:gd name="connsiteX10437" fmla="*/ 4777009 w 6545688"/>
              <a:gd name="connsiteY10437" fmla="*/ 699378 h 3341254"/>
              <a:gd name="connsiteX10438" fmla="*/ 4778315 w 6545688"/>
              <a:gd name="connsiteY10438" fmla="*/ 698609 h 3341254"/>
              <a:gd name="connsiteX10439" fmla="*/ 4320800 w 6545688"/>
              <a:gd name="connsiteY10439" fmla="*/ 698455 h 3341254"/>
              <a:gd name="connsiteX10440" fmla="*/ 4342320 w 6545688"/>
              <a:gd name="connsiteY10440" fmla="*/ 698455 h 3341254"/>
              <a:gd name="connsiteX10441" fmla="*/ 4343626 w 6545688"/>
              <a:gd name="connsiteY10441" fmla="*/ 699224 h 3341254"/>
              <a:gd name="connsiteX10442" fmla="*/ 4354385 w 6545688"/>
              <a:gd name="connsiteY10442" fmla="*/ 717822 h 3341254"/>
              <a:gd name="connsiteX10443" fmla="*/ 4354385 w 6545688"/>
              <a:gd name="connsiteY10443" fmla="*/ 719360 h 3341254"/>
              <a:gd name="connsiteX10444" fmla="*/ 4343626 w 6545688"/>
              <a:gd name="connsiteY10444" fmla="*/ 737958 h 3341254"/>
              <a:gd name="connsiteX10445" fmla="*/ 4342320 w 6545688"/>
              <a:gd name="connsiteY10445" fmla="*/ 738727 h 3341254"/>
              <a:gd name="connsiteX10446" fmla="*/ 4320800 w 6545688"/>
              <a:gd name="connsiteY10446" fmla="*/ 738727 h 3341254"/>
              <a:gd name="connsiteX10447" fmla="*/ 4319494 w 6545688"/>
              <a:gd name="connsiteY10447" fmla="*/ 737958 h 3341254"/>
              <a:gd name="connsiteX10448" fmla="*/ 4308735 w 6545688"/>
              <a:gd name="connsiteY10448" fmla="*/ 719360 h 3341254"/>
              <a:gd name="connsiteX10449" fmla="*/ 4308735 w 6545688"/>
              <a:gd name="connsiteY10449" fmla="*/ 717822 h 3341254"/>
              <a:gd name="connsiteX10450" fmla="*/ 4319494 w 6545688"/>
              <a:gd name="connsiteY10450" fmla="*/ 699224 h 3341254"/>
              <a:gd name="connsiteX10451" fmla="*/ 4320800 w 6545688"/>
              <a:gd name="connsiteY10451" fmla="*/ 698455 h 3341254"/>
              <a:gd name="connsiteX10452" fmla="*/ 4503254 w 6545688"/>
              <a:gd name="connsiteY10452" fmla="*/ 697303 h 3341254"/>
              <a:gd name="connsiteX10453" fmla="*/ 4525926 w 6545688"/>
              <a:gd name="connsiteY10453" fmla="*/ 697303 h 3341254"/>
              <a:gd name="connsiteX10454" fmla="*/ 4527310 w 6545688"/>
              <a:gd name="connsiteY10454" fmla="*/ 698072 h 3341254"/>
              <a:gd name="connsiteX10455" fmla="*/ 4538684 w 6545688"/>
              <a:gd name="connsiteY10455" fmla="*/ 717746 h 3341254"/>
              <a:gd name="connsiteX10456" fmla="*/ 4538684 w 6545688"/>
              <a:gd name="connsiteY10456" fmla="*/ 719360 h 3341254"/>
              <a:gd name="connsiteX10457" fmla="*/ 4527310 w 6545688"/>
              <a:gd name="connsiteY10457" fmla="*/ 739034 h 3341254"/>
              <a:gd name="connsiteX10458" fmla="*/ 4525926 w 6545688"/>
              <a:gd name="connsiteY10458" fmla="*/ 739803 h 3341254"/>
              <a:gd name="connsiteX10459" fmla="*/ 4503254 w 6545688"/>
              <a:gd name="connsiteY10459" fmla="*/ 739803 h 3341254"/>
              <a:gd name="connsiteX10460" fmla="*/ 4501872 w 6545688"/>
              <a:gd name="connsiteY10460" fmla="*/ 739034 h 3341254"/>
              <a:gd name="connsiteX10461" fmla="*/ 4490496 w 6545688"/>
              <a:gd name="connsiteY10461" fmla="*/ 719360 h 3341254"/>
              <a:gd name="connsiteX10462" fmla="*/ 4490496 w 6545688"/>
              <a:gd name="connsiteY10462" fmla="*/ 717746 h 3341254"/>
              <a:gd name="connsiteX10463" fmla="*/ 4501872 w 6545688"/>
              <a:gd name="connsiteY10463" fmla="*/ 698072 h 3341254"/>
              <a:gd name="connsiteX10464" fmla="*/ 4503254 w 6545688"/>
              <a:gd name="connsiteY10464" fmla="*/ 697303 h 3341254"/>
              <a:gd name="connsiteX10465" fmla="*/ 2032839 w 6545688"/>
              <a:gd name="connsiteY10465" fmla="*/ 696610 h 3341254"/>
              <a:gd name="connsiteX10466" fmla="*/ 2056280 w 6545688"/>
              <a:gd name="connsiteY10466" fmla="*/ 696610 h 3341254"/>
              <a:gd name="connsiteX10467" fmla="*/ 2057740 w 6545688"/>
              <a:gd name="connsiteY10467" fmla="*/ 697455 h 3341254"/>
              <a:gd name="connsiteX10468" fmla="*/ 2069421 w 6545688"/>
              <a:gd name="connsiteY10468" fmla="*/ 717744 h 3341254"/>
              <a:gd name="connsiteX10469" fmla="*/ 2069421 w 6545688"/>
              <a:gd name="connsiteY10469" fmla="*/ 719436 h 3341254"/>
              <a:gd name="connsiteX10470" fmla="*/ 2057664 w 6545688"/>
              <a:gd name="connsiteY10470" fmla="*/ 739725 h 3341254"/>
              <a:gd name="connsiteX10471" fmla="*/ 2056202 w 6545688"/>
              <a:gd name="connsiteY10471" fmla="*/ 740570 h 3341254"/>
              <a:gd name="connsiteX10472" fmla="*/ 2032763 w 6545688"/>
              <a:gd name="connsiteY10472" fmla="*/ 740570 h 3341254"/>
              <a:gd name="connsiteX10473" fmla="*/ 2031303 w 6545688"/>
              <a:gd name="connsiteY10473" fmla="*/ 739725 h 3341254"/>
              <a:gd name="connsiteX10474" fmla="*/ 2019619 w 6545688"/>
              <a:gd name="connsiteY10474" fmla="*/ 719436 h 3341254"/>
              <a:gd name="connsiteX10475" fmla="*/ 2019619 w 6545688"/>
              <a:gd name="connsiteY10475" fmla="*/ 717744 h 3341254"/>
              <a:gd name="connsiteX10476" fmla="*/ 2031379 w 6545688"/>
              <a:gd name="connsiteY10476" fmla="*/ 697455 h 3341254"/>
              <a:gd name="connsiteX10477" fmla="*/ 2032839 w 6545688"/>
              <a:gd name="connsiteY10477" fmla="*/ 696610 h 3341254"/>
              <a:gd name="connsiteX10478" fmla="*/ 4685169 w 6545688"/>
              <a:gd name="connsiteY10478" fmla="*/ 695535 h 3341254"/>
              <a:gd name="connsiteX10479" fmla="*/ 4709839 w 6545688"/>
              <a:gd name="connsiteY10479" fmla="*/ 695535 h 3341254"/>
              <a:gd name="connsiteX10480" fmla="*/ 4711375 w 6545688"/>
              <a:gd name="connsiteY10480" fmla="*/ 696380 h 3341254"/>
              <a:gd name="connsiteX10481" fmla="*/ 4723673 w 6545688"/>
              <a:gd name="connsiteY10481" fmla="*/ 717746 h 3341254"/>
              <a:gd name="connsiteX10482" fmla="*/ 4723673 w 6545688"/>
              <a:gd name="connsiteY10482" fmla="*/ 719514 h 3341254"/>
              <a:gd name="connsiteX10483" fmla="*/ 4711375 w 6545688"/>
              <a:gd name="connsiteY10483" fmla="*/ 740880 h 3341254"/>
              <a:gd name="connsiteX10484" fmla="*/ 4709839 w 6545688"/>
              <a:gd name="connsiteY10484" fmla="*/ 741725 h 3341254"/>
              <a:gd name="connsiteX10485" fmla="*/ 4685169 w 6545688"/>
              <a:gd name="connsiteY10485" fmla="*/ 741725 h 3341254"/>
              <a:gd name="connsiteX10486" fmla="*/ 4683630 w 6545688"/>
              <a:gd name="connsiteY10486" fmla="*/ 740880 h 3341254"/>
              <a:gd name="connsiteX10487" fmla="*/ 4671335 w 6545688"/>
              <a:gd name="connsiteY10487" fmla="*/ 719514 h 3341254"/>
              <a:gd name="connsiteX10488" fmla="*/ 4671335 w 6545688"/>
              <a:gd name="connsiteY10488" fmla="*/ 717746 h 3341254"/>
              <a:gd name="connsiteX10489" fmla="*/ 4683630 w 6545688"/>
              <a:gd name="connsiteY10489" fmla="*/ 696380 h 3341254"/>
              <a:gd name="connsiteX10490" fmla="*/ 4685169 w 6545688"/>
              <a:gd name="connsiteY10490" fmla="*/ 695535 h 3341254"/>
              <a:gd name="connsiteX10491" fmla="*/ 4227499 w 6545688"/>
              <a:gd name="connsiteY10491" fmla="*/ 694920 h 3341254"/>
              <a:gd name="connsiteX10492" fmla="*/ 4252707 w 6545688"/>
              <a:gd name="connsiteY10492" fmla="*/ 694920 h 3341254"/>
              <a:gd name="connsiteX10493" fmla="*/ 4254243 w 6545688"/>
              <a:gd name="connsiteY10493" fmla="*/ 695843 h 3341254"/>
              <a:gd name="connsiteX10494" fmla="*/ 4266848 w 6545688"/>
              <a:gd name="connsiteY10494" fmla="*/ 717668 h 3341254"/>
              <a:gd name="connsiteX10495" fmla="*/ 4266848 w 6545688"/>
              <a:gd name="connsiteY10495" fmla="*/ 719438 h 3341254"/>
              <a:gd name="connsiteX10496" fmla="*/ 4254243 w 6545688"/>
              <a:gd name="connsiteY10496" fmla="*/ 741263 h 3341254"/>
              <a:gd name="connsiteX10497" fmla="*/ 4252707 w 6545688"/>
              <a:gd name="connsiteY10497" fmla="*/ 742186 h 3341254"/>
              <a:gd name="connsiteX10498" fmla="*/ 4227499 w 6545688"/>
              <a:gd name="connsiteY10498" fmla="*/ 742186 h 3341254"/>
              <a:gd name="connsiteX10499" fmla="*/ 4225962 w 6545688"/>
              <a:gd name="connsiteY10499" fmla="*/ 741263 h 3341254"/>
              <a:gd name="connsiteX10500" fmla="*/ 4213357 w 6545688"/>
              <a:gd name="connsiteY10500" fmla="*/ 719438 h 3341254"/>
              <a:gd name="connsiteX10501" fmla="*/ 4213357 w 6545688"/>
              <a:gd name="connsiteY10501" fmla="*/ 717668 h 3341254"/>
              <a:gd name="connsiteX10502" fmla="*/ 4225962 w 6545688"/>
              <a:gd name="connsiteY10502" fmla="*/ 695843 h 3341254"/>
              <a:gd name="connsiteX10503" fmla="*/ 4227499 w 6545688"/>
              <a:gd name="connsiteY10503" fmla="*/ 694920 h 3341254"/>
              <a:gd name="connsiteX10504" fmla="*/ 2214909 w 6545688"/>
              <a:gd name="connsiteY10504" fmla="*/ 694920 h 3341254"/>
              <a:gd name="connsiteX10505" fmla="*/ 2240118 w 6545688"/>
              <a:gd name="connsiteY10505" fmla="*/ 694920 h 3341254"/>
              <a:gd name="connsiteX10506" fmla="*/ 2241654 w 6545688"/>
              <a:gd name="connsiteY10506" fmla="*/ 695843 h 3341254"/>
              <a:gd name="connsiteX10507" fmla="*/ 2254258 w 6545688"/>
              <a:gd name="connsiteY10507" fmla="*/ 717668 h 3341254"/>
              <a:gd name="connsiteX10508" fmla="*/ 2254258 w 6545688"/>
              <a:gd name="connsiteY10508" fmla="*/ 719438 h 3341254"/>
              <a:gd name="connsiteX10509" fmla="*/ 2241654 w 6545688"/>
              <a:gd name="connsiteY10509" fmla="*/ 741263 h 3341254"/>
              <a:gd name="connsiteX10510" fmla="*/ 2240118 w 6545688"/>
              <a:gd name="connsiteY10510" fmla="*/ 742186 h 3341254"/>
              <a:gd name="connsiteX10511" fmla="*/ 2214909 w 6545688"/>
              <a:gd name="connsiteY10511" fmla="*/ 742186 h 3341254"/>
              <a:gd name="connsiteX10512" fmla="*/ 2213371 w 6545688"/>
              <a:gd name="connsiteY10512" fmla="*/ 741263 h 3341254"/>
              <a:gd name="connsiteX10513" fmla="*/ 2200767 w 6545688"/>
              <a:gd name="connsiteY10513" fmla="*/ 719438 h 3341254"/>
              <a:gd name="connsiteX10514" fmla="*/ 2200767 w 6545688"/>
              <a:gd name="connsiteY10514" fmla="*/ 717668 h 3341254"/>
              <a:gd name="connsiteX10515" fmla="*/ 2213371 w 6545688"/>
              <a:gd name="connsiteY10515" fmla="*/ 695843 h 3341254"/>
              <a:gd name="connsiteX10516" fmla="*/ 2214909 w 6545688"/>
              <a:gd name="connsiteY10516" fmla="*/ 694920 h 3341254"/>
              <a:gd name="connsiteX10517" fmla="*/ 4044200 w 6545688"/>
              <a:gd name="connsiteY10517" fmla="*/ 694381 h 3341254"/>
              <a:gd name="connsiteX10518" fmla="*/ 4070024 w 6545688"/>
              <a:gd name="connsiteY10518" fmla="*/ 694381 h 3341254"/>
              <a:gd name="connsiteX10519" fmla="*/ 4071638 w 6545688"/>
              <a:gd name="connsiteY10519" fmla="*/ 695304 h 3341254"/>
              <a:gd name="connsiteX10520" fmla="*/ 4084550 w 6545688"/>
              <a:gd name="connsiteY10520" fmla="*/ 717668 h 3341254"/>
              <a:gd name="connsiteX10521" fmla="*/ 4084550 w 6545688"/>
              <a:gd name="connsiteY10521" fmla="*/ 719512 h 3341254"/>
              <a:gd name="connsiteX10522" fmla="*/ 4071638 w 6545688"/>
              <a:gd name="connsiteY10522" fmla="*/ 741876 h 3341254"/>
              <a:gd name="connsiteX10523" fmla="*/ 4070024 w 6545688"/>
              <a:gd name="connsiteY10523" fmla="*/ 742799 h 3341254"/>
              <a:gd name="connsiteX10524" fmla="*/ 4044200 w 6545688"/>
              <a:gd name="connsiteY10524" fmla="*/ 742799 h 3341254"/>
              <a:gd name="connsiteX10525" fmla="*/ 4042587 w 6545688"/>
              <a:gd name="connsiteY10525" fmla="*/ 741876 h 3341254"/>
              <a:gd name="connsiteX10526" fmla="*/ 4029676 w 6545688"/>
              <a:gd name="connsiteY10526" fmla="*/ 719512 h 3341254"/>
              <a:gd name="connsiteX10527" fmla="*/ 4029676 w 6545688"/>
              <a:gd name="connsiteY10527" fmla="*/ 717668 h 3341254"/>
              <a:gd name="connsiteX10528" fmla="*/ 4042587 w 6545688"/>
              <a:gd name="connsiteY10528" fmla="*/ 695304 h 3341254"/>
              <a:gd name="connsiteX10529" fmla="*/ 4044200 w 6545688"/>
              <a:gd name="connsiteY10529" fmla="*/ 694381 h 3341254"/>
              <a:gd name="connsiteX10530" fmla="*/ 4135120 w 6545688"/>
              <a:gd name="connsiteY10530" fmla="*/ 693229 h 3341254"/>
              <a:gd name="connsiteX10531" fmla="*/ 4162173 w 6545688"/>
              <a:gd name="connsiteY10531" fmla="*/ 693229 h 3341254"/>
              <a:gd name="connsiteX10532" fmla="*/ 4163786 w 6545688"/>
              <a:gd name="connsiteY10532" fmla="*/ 694151 h 3341254"/>
              <a:gd name="connsiteX10533" fmla="*/ 4177313 w 6545688"/>
              <a:gd name="connsiteY10533" fmla="*/ 717592 h 3341254"/>
              <a:gd name="connsiteX10534" fmla="*/ 4177313 w 6545688"/>
              <a:gd name="connsiteY10534" fmla="*/ 719514 h 3341254"/>
              <a:gd name="connsiteX10535" fmla="*/ 4163786 w 6545688"/>
              <a:gd name="connsiteY10535" fmla="*/ 742953 h 3341254"/>
              <a:gd name="connsiteX10536" fmla="*/ 4162173 w 6545688"/>
              <a:gd name="connsiteY10536" fmla="*/ 743876 h 3341254"/>
              <a:gd name="connsiteX10537" fmla="*/ 4135120 w 6545688"/>
              <a:gd name="connsiteY10537" fmla="*/ 743876 h 3341254"/>
              <a:gd name="connsiteX10538" fmla="*/ 4133505 w 6545688"/>
              <a:gd name="connsiteY10538" fmla="*/ 742953 h 3341254"/>
              <a:gd name="connsiteX10539" fmla="*/ 4119980 w 6545688"/>
              <a:gd name="connsiteY10539" fmla="*/ 719514 h 3341254"/>
              <a:gd name="connsiteX10540" fmla="*/ 4119980 w 6545688"/>
              <a:gd name="connsiteY10540" fmla="*/ 717592 h 3341254"/>
              <a:gd name="connsiteX10541" fmla="*/ 4133505 w 6545688"/>
              <a:gd name="connsiteY10541" fmla="*/ 694151 h 3341254"/>
              <a:gd name="connsiteX10542" fmla="*/ 4135120 w 6545688"/>
              <a:gd name="connsiteY10542" fmla="*/ 693229 h 3341254"/>
              <a:gd name="connsiteX10543" fmla="*/ 3046783 w 6545688"/>
              <a:gd name="connsiteY10543" fmla="*/ 631745 h 3341254"/>
              <a:gd name="connsiteX10544" fmla="*/ 3054851 w 6545688"/>
              <a:gd name="connsiteY10544" fmla="*/ 631745 h 3341254"/>
              <a:gd name="connsiteX10545" fmla="*/ 3055313 w 6545688"/>
              <a:gd name="connsiteY10545" fmla="*/ 632053 h 3341254"/>
              <a:gd name="connsiteX10546" fmla="*/ 3059309 w 6545688"/>
              <a:gd name="connsiteY10546" fmla="*/ 639047 h 3341254"/>
              <a:gd name="connsiteX10547" fmla="*/ 3059309 w 6545688"/>
              <a:gd name="connsiteY10547" fmla="*/ 639584 h 3341254"/>
              <a:gd name="connsiteX10548" fmla="*/ 3055313 w 6545688"/>
              <a:gd name="connsiteY10548" fmla="*/ 646578 h 3341254"/>
              <a:gd name="connsiteX10549" fmla="*/ 3054851 w 6545688"/>
              <a:gd name="connsiteY10549" fmla="*/ 646886 h 3341254"/>
              <a:gd name="connsiteX10550" fmla="*/ 3046783 w 6545688"/>
              <a:gd name="connsiteY10550" fmla="*/ 646886 h 3341254"/>
              <a:gd name="connsiteX10551" fmla="*/ 3046321 w 6545688"/>
              <a:gd name="connsiteY10551" fmla="*/ 646578 h 3341254"/>
              <a:gd name="connsiteX10552" fmla="*/ 3042325 w 6545688"/>
              <a:gd name="connsiteY10552" fmla="*/ 639584 h 3341254"/>
              <a:gd name="connsiteX10553" fmla="*/ 3042325 w 6545688"/>
              <a:gd name="connsiteY10553" fmla="*/ 639047 h 3341254"/>
              <a:gd name="connsiteX10554" fmla="*/ 3046321 w 6545688"/>
              <a:gd name="connsiteY10554" fmla="*/ 632053 h 3341254"/>
              <a:gd name="connsiteX10555" fmla="*/ 3046783 w 6545688"/>
              <a:gd name="connsiteY10555" fmla="*/ 631745 h 3341254"/>
              <a:gd name="connsiteX10556" fmla="*/ 5882487 w 6545688"/>
              <a:gd name="connsiteY10556" fmla="*/ 631362 h 3341254"/>
              <a:gd name="connsiteX10557" fmla="*/ 5891017 w 6545688"/>
              <a:gd name="connsiteY10557" fmla="*/ 631362 h 3341254"/>
              <a:gd name="connsiteX10558" fmla="*/ 5891554 w 6545688"/>
              <a:gd name="connsiteY10558" fmla="*/ 631669 h 3341254"/>
              <a:gd name="connsiteX10559" fmla="*/ 5895782 w 6545688"/>
              <a:gd name="connsiteY10559" fmla="*/ 639047 h 3341254"/>
              <a:gd name="connsiteX10560" fmla="*/ 5895782 w 6545688"/>
              <a:gd name="connsiteY10560" fmla="*/ 639662 h 3341254"/>
              <a:gd name="connsiteX10561" fmla="*/ 5891554 w 6545688"/>
              <a:gd name="connsiteY10561" fmla="*/ 647040 h 3341254"/>
              <a:gd name="connsiteX10562" fmla="*/ 5891017 w 6545688"/>
              <a:gd name="connsiteY10562" fmla="*/ 647347 h 3341254"/>
              <a:gd name="connsiteX10563" fmla="*/ 5882487 w 6545688"/>
              <a:gd name="connsiteY10563" fmla="*/ 647347 h 3341254"/>
              <a:gd name="connsiteX10564" fmla="*/ 5881948 w 6545688"/>
              <a:gd name="connsiteY10564" fmla="*/ 647040 h 3341254"/>
              <a:gd name="connsiteX10565" fmla="*/ 5877721 w 6545688"/>
              <a:gd name="connsiteY10565" fmla="*/ 639662 h 3341254"/>
              <a:gd name="connsiteX10566" fmla="*/ 5877721 w 6545688"/>
              <a:gd name="connsiteY10566" fmla="*/ 639047 h 3341254"/>
              <a:gd name="connsiteX10567" fmla="*/ 5881948 w 6545688"/>
              <a:gd name="connsiteY10567" fmla="*/ 631669 h 3341254"/>
              <a:gd name="connsiteX10568" fmla="*/ 5882487 w 6545688"/>
              <a:gd name="connsiteY10568" fmla="*/ 631362 h 3341254"/>
              <a:gd name="connsiteX10569" fmla="*/ 2039527 w 6545688"/>
              <a:gd name="connsiteY10569" fmla="*/ 629902 h 3341254"/>
              <a:gd name="connsiteX10570" fmla="*/ 2049519 w 6545688"/>
              <a:gd name="connsiteY10570" fmla="*/ 629902 h 3341254"/>
              <a:gd name="connsiteX10571" fmla="*/ 2050134 w 6545688"/>
              <a:gd name="connsiteY10571" fmla="*/ 630285 h 3341254"/>
              <a:gd name="connsiteX10572" fmla="*/ 2055129 w 6545688"/>
              <a:gd name="connsiteY10572" fmla="*/ 638971 h 3341254"/>
              <a:gd name="connsiteX10573" fmla="*/ 2055129 w 6545688"/>
              <a:gd name="connsiteY10573" fmla="*/ 639662 h 3341254"/>
              <a:gd name="connsiteX10574" fmla="*/ 2050134 w 6545688"/>
              <a:gd name="connsiteY10574" fmla="*/ 648346 h 3341254"/>
              <a:gd name="connsiteX10575" fmla="*/ 2049519 w 6545688"/>
              <a:gd name="connsiteY10575" fmla="*/ 648731 h 3341254"/>
              <a:gd name="connsiteX10576" fmla="*/ 2039527 w 6545688"/>
              <a:gd name="connsiteY10576" fmla="*/ 648731 h 3341254"/>
              <a:gd name="connsiteX10577" fmla="*/ 2038912 w 6545688"/>
              <a:gd name="connsiteY10577" fmla="*/ 648346 h 3341254"/>
              <a:gd name="connsiteX10578" fmla="*/ 2033917 w 6545688"/>
              <a:gd name="connsiteY10578" fmla="*/ 639662 h 3341254"/>
              <a:gd name="connsiteX10579" fmla="*/ 2033917 w 6545688"/>
              <a:gd name="connsiteY10579" fmla="*/ 638971 h 3341254"/>
              <a:gd name="connsiteX10580" fmla="*/ 2038912 w 6545688"/>
              <a:gd name="connsiteY10580" fmla="*/ 630285 h 3341254"/>
              <a:gd name="connsiteX10581" fmla="*/ 2039527 w 6545688"/>
              <a:gd name="connsiteY10581" fmla="*/ 629902 h 3341254"/>
              <a:gd name="connsiteX10582" fmla="*/ 2770951 w 6545688"/>
              <a:gd name="connsiteY10582" fmla="*/ 629055 h 3341254"/>
              <a:gd name="connsiteX10583" fmla="*/ 2781865 w 6545688"/>
              <a:gd name="connsiteY10583" fmla="*/ 629055 h 3341254"/>
              <a:gd name="connsiteX10584" fmla="*/ 2782557 w 6545688"/>
              <a:gd name="connsiteY10584" fmla="*/ 629438 h 3341254"/>
              <a:gd name="connsiteX10585" fmla="*/ 2788012 w 6545688"/>
              <a:gd name="connsiteY10585" fmla="*/ 638893 h 3341254"/>
              <a:gd name="connsiteX10586" fmla="*/ 2788012 w 6545688"/>
              <a:gd name="connsiteY10586" fmla="*/ 639660 h 3341254"/>
              <a:gd name="connsiteX10587" fmla="*/ 2782557 w 6545688"/>
              <a:gd name="connsiteY10587" fmla="*/ 649115 h 3341254"/>
              <a:gd name="connsiteX10588" fmla="*/ 2781865 w 6545688"/>
              <a:gd name="connsiteY10588" fmla="*/ 649498 h 3341254"/>
              <a:gd name="connsiteX10589" fmla="*/ 2770951 w 6545688"/>
              <a:gd name="connsiteY10589" fmla="*/ 649498 h 3341254"/>
              <a:gd name="connsiteX10590" fmla="*/ 2770259 w 6545688"/>
              <a:gd name="connsiteY10590" fmla="*/ 649115 h 3341254"/>
              <a:gd name="connsiteX10591" fmla="*/ 2764803 w 6545688"/>
              <a:gd name="connsiteY10591" fmla="*/ 639660 h 3341254"/>
              <a:gd name="connsiteX10592" fmla="*/ 2764803 w 6545688"/>
              <a:gd name="connsiteY10592" fmla="*/ 638893 h 3341254"/>
              <a:gd name="connsiteX10593" fmla="*/ 2770259 w 6545688"/>
              <a:gd name="connsiteY10593" fmla="*/ 629438 h 3341254"/>
              <a:gd name="connsiteX10594" fmla="*/ 2770951 w 6545688"/>
              <a:gd name="connsiteY10594" fmla="*/ 629055 h 3341254"/>
              <a:gd name="connsiteX10595" fmla="*/ 3685366 w 6545688"/>
              <a:gd name="connsiteY10595" fmla="*/ 628288 h 3341254"/>
              <a:gd name="connsiteX10596" fmla="*/ 3697125 w 6545688"/>
              <a:gd name="connsiteY10596" fmla="*/ 628288 h 3341254"/>
              <a:gd name="connsiteX10597" fmla="*/ 3697817 w 6545688"/>
              <a:gd name="connsiteY10597" fmla="*/ 628671 h 3341254"/>
              <a:gd name="connsiteX10598" fmla="*/ 3703734 w 6545688"/>
              <a:gd name="connsiteY10598" fmla="*/ 638893 h 3341254"/>
              <a:gd name="connsiteX10599" fmla="*/ 3703734 w 6545688"/>
              <a:gd name="connsiteY10599" fmla="*/ 639740 h 3341254"/>
              <a:gd name="connsiteX10600" fmla="*/ 3697817 w 6545688"/>
              <a:gd name="connsiteY10600" fmla="*/ 649961 h 3341254"/>
              <a:gd name="connsiteX10601" fmla="*/ 3697125 w 6545688"/>
              <a:gd name="connsiteY10601" fmla="*/ 650345 h 3341254"/>
              <a:gd name="connsiteX10602" fmla="*/ 3685366 w 6545688"/>
              <a:gd name="connsiteY10602" fmla="*/ 650345 h 3341254"/>
              <a:gd name="connsiteX10603" fmla="*/ 3684675 w 6545688"/>
              <a:gd name="connsiteY10603" fmla="*/ 649961 h 3341254"/>
              <a:gd name="connsiteX10604" fmla="*/ 3678757 w 6545688"/>
              <a:gd name="connsiteY10604" fmla="*/ 639740 h 3341254"/>
              <a:gd name="connsiteX10605" fmla="*/ 3678757 w 6545688"/>
              <a:gd name="connsiteY10605" fmla="*/ 638893 h 3341254"/>
              <a:gd name="connsiteX10606" fmla="*/ 3684675 w 6545688"/>
              <a:gd name="connsiteY10606" fmla="*/ 628671 h 3341254"/>
              <a:gd name="connsiteX10607" fmla="*/ 3685366 w 6545688"/>
              <a:gd name="connsiteY10607" fmla="*/ 628288 h 3341254"/>
              <a:gd name="connsiteX10608" fmla="*/ 2129831 w 6545688"/>
              <a:gd name="connsiteY10608" fmla="*/ 627673 h 3341254"/>
              <a:gd name="connsiteX10609" fmla="*/ 2142203 w 6545688"/>
              <a:gd name="connsiteY10609" fmla="*/ 627673 h 3341254"/>
              <a:gd name="connsiteX10610" fmla="*/ 2142972 w 6545688"/>
              <a:gd name="connsiteY10610" fmla="*/ 628134 h 3341254"/>
              <a:gd name="connsiteX10611" fmla="*/ 2149197 w 6545688"/>
              <a:gd name="connsiteY10611" fmla="*/ 638893 h 3341254"/>
              <a:gd name="connsiteX10612" fmla="*/ 2149197 w 6545688"/>
              <a:gd name="connsiteY10612" fmla="*/ 639740 h 3341254"/>
              <a:gd name="connsiteX10613" fmla="*/ 2142972 w 6545688"/>
              <a:gd name="connsiteY10613" fmla="*/ 650499 h 3341254"/>
              <a:gd name="connsiteX10614" fmla="*/ 2142203 w 6545688"/>
              <a:gd name="connsiteY10614" fmla="*/ 650960 h 3341254"/>
              <a:gd name="connsiteX10615" fmla="*/ 2129831 w 6545688"/>
              <a:gd name="connsiteY10615" fmla="*/ 650960 h 3341254"/>
              <a:gd name="connsiteX10616" fmla="*/ 2129062 w 6545688"/>
              <a:gd name="connsiteY10616" fmla="*/ 650499 h 3341254"/>
              <a:gd name="connsiteX10617" fmla="*/ 2122836 w 6545688"/>
              <a:gd name="connsiteY10617" fmla="*/ 639740 h 3341254"/>
              <a:gd name="connsiteX10618" fmla="*/ 2122836 w 6545688"/>
              <a:gd name="connsiteY10618" fmla="*/ 638893 h 3341254"/>
              <a:gd name="connsiteX10619" fmla="*/ 2129062 w 6545688"/>
              <a:gd name="connsiteY10619" fmla="*/ 628134 h 3341254"/>
              <a:gd name="connsiteX10620" fmla="*/ 2129831 w 6545688"/>
              <a:gd name="connsiteY10620" fmla="*/ 627673 h 3341254"/>
              <a:gd name="connsiteX10621" fmla="*/ 3227470 w 6545688"/>
              <a:gd name="connsiteY10621" fmla="*/ 627441 h 3341254"/>
              <a:gd name="connsiteX10622" fmla="*/ 3240149 w 6545688"/>
              <a:gd name="connsiteY10622" fmla="*/ 627441 h 3341254"/>
              <a:gd name="connsiteX10623" fmla="*/ 3240919 w 6545688"/>
              <a:gd name="connsiteY10623" fmla="*/ 627902 h 3341254"/>
              <a:gd name="connsiteX10624" fmla="*/ 3247297 w 6545688"/>
              <a:gd name="connsiteY10624" fmla="*/ 638893 h 3341254"/>
              <a:gd name="connsiteX10625" fmla="*/ 3247297 w 6545688"/>
              <a:gd name="connsiteY10625" fmla="*/ 639814 h 3341254"/>
              <a:gd name="connsiteX10626" fmla="*/ 3240919 w 6545688"/>
              <a:gd name="connsiteY10626" fmla="*/ 650804 h 3341254"/>
              <a:gd name="connsiteX10627" fmla="*/ 3240149 w 6545688"/>
              <a:gd name="connsiteY10627" fmla="*/ 651266 h 3341254"/>
              <a:gd name="connsiteX10628" fmla="*/ 3227470 w 6545688"/>
              <a:gd name="connsiteY10628" fmla="*/ 651266 h 3341254"/>
              <a:gd name="connsiteX10629" fmla="*/ 3226700 w 6545688"/>
              <a:gd name="connsiteY10629" fmla="*/ 650804 h 3341254"/>
              <a:gd name="connsiteX10630" fmla="*/ 3220321 w 6545688"/>
              <a:gd name="connsiteY10630" fmla="*/ 639814 h 3341254"/>
              <a:gd name="connsiteX10631" fmla="*/ 3220321 w 6545688"/>
              <a:gd name="connsiteY10631" fmla="*/ 638893 h 3341254"/>
              <a:gd name="connsiteX10632" fmla="*/ 3226700 w 6545688"/>
              <a:gd name="connsiteY10632" fmla="*/ 627902 h 3341254"/>
              <a:gd name="connsiteX10633" fmla="*/ 3227470 w 6545688"/>
              <a:gd name="connsiteY10633" fmla="*/ 627441 h 3341254"/>
              <a:gd name="connsiteX10634" fmla="*/ 2404048 w 6545688"/>
              <a:gd name="connsiteY10634" fmla="*/ 627287 h 3341254"/>
              <a:gd name="connsiteX10635" fmla="*/ 2416883 w 6545688"/>
              <a:gd name="connsiteY10635" fmla="*/ 627287 h 3341254"/>
              <a:gd name="connsiteX10636" fmla="*/ 2417652 w 6545688"/>
              <a:gd name="connsiteY10636" fmla="*/ 627749 h 3341254"/>
              <a:gd name="connsiteX10637" fmla="*/ 2424029 w 6545688"/>
              <a:gd name="connsiteY10637" fmla="*/ 638893 h 3341254"/>
              <a:gd name="connsiteX10638" fmla="*/ 2424029 w 6545688"/>
              <a:gd name="connsiteY10638" fmla="*/ 639814 h 3341254"/>
              <a:gd name="connsiteX10639" fmla="*/ 2417575 w 6545688"/>
              <a:gd name="connsiteY10639" fmla="*/ 650958 h 3341254"/>
              <a:gd name="connsiteX10640" fmla="*/ 2416806 w 6545688"/>
              <a:gd name="connsiteY10640" fmla="*/ 651419 h 3341254"/>
              <a:gd name="connsiteX10641" fmla="*/ 2403972 w 6545688"/>
              <a:gd name="connsiteY10641" fmla="*/ 651419 h 3341254"/>
              <a:gd name="connsiteX10642" fmla="*/ 2403203 w 6545688"/>
              <a:gd name="connsiteY10642" fmla="*/ 650958 h 3341254"/>
              <a:gd name="connsiteX10643" fmla="*/ 2396823 w 6545688"/>
              <a:gd name="connsiteY10643" fmla="*/ 639814 h 3341254"/>
              <a:gd name="connsiteX10644" fmla="*/ 2396823 w 6545688"/>
              <a:gd name="connsiteY10644" fmla="*/ 638893 h 3341254"/>
              <a:gd name="connsiteX10645" fmla="*/ 2403281 w 6545688"/>
              <a:gd name="connsiteY10645" fmla="*/ 627749 h 3341254"/>
              <a:gd name="connsiteX10646" fmla="*/ 2404048 w 6545688"/>
              <a:gd name="connsiteY10646" fmla="*/ 627287 h 3341254"/>
              <a:gd name="connsiteX10647" fmla="*/ 5788722 w 6545688"/>
              <a:gd name="connsiteY10647" fmla="*/ 626980 h 3341254"/>
              <a:gd name="connsiteX10648" fmla="*/ 5801866 w 6545688"/>
              <a:gd name="connsiteY10648" fmla="*/ 626980 h 3341254"/>
              <a:gd name="connsiteX10649" fmla="*/ 5802633 w 6545688"/>
              <a:gd name="connsiteY10649" fmla="*/ 627441 h 3341254"/>
              <a:gd name="connsiteX10650" fmla="*/ 5809166 w 6545688"/>
              <a:gd name="connsiteY10650" fmla="*/ 638815 h 3341254"/>
              <a:gd name="connsiteX10651" fmla="*/ 5809166 w 6545688"/>
              <a:gd name="connsiteY10651" fmla="*/ 639738 h 3341254"/>
              <a:gd name="connsiteX10652" fmla="*/ 5802557 w 6545688"/>
              <a:gd name="connsiteY10652" fmla="*/ 651112 h 3341254"/>
              <a:gd name="connsiteX10653" fmla="*/ 5801788 w 6545688"/>
              <a:gd name="connsiteY10653" fmla="*/ 651573 h 3341254"/>
              <a:gd name="connsiteX10654" fmla="*/ 5788647 w 6545688"/>
              <a:gd name="connsiteY10654" fmla="*/ 651573 h 3341254"/>
              <a:gd name="connsiteX10655" fmla="*/ 5787878 w 6545688"/>
              <a:gd name="connsiteY10655" fmla="*/ 651112 h 3341254"/>
              <a:gd name="connsiteX10656" fmla="*/ 5781345 w 6545688"/>
              <a:gd name="connsiteY10656" fmla="*/ 639738 h 3341254"/>
              <a:gd name="connsiteX10657" fmla="*/ 5781345 w 6545688"/>
              <a:gd name="connsiteY10657" fmla="*/ 638815 h 3341254"/>
              <a:gd name="connsiteX10658" fmla="*/ 5787954 w 6545688"/>
              <a:gd name="connsiteY10658" fmla="*/ 627441 h 3341254"/>
              <a:gd name="connsiteX10659" fmla="*/ 5788722 w 6545688"/>
              <a:gd name="connsiteY10659" fmla="*/ 626980 h 3341254"/>
              <a:gd name="connsiteX10660" fmla="*/ 3318463 w 6545688"/>
              <a:gd name="connsiteY10660" fmla="*/ 626596 h 3341254"/>
              <a:gd name="connsiteX10661" fmla="*/ 3332066 w 6545688"/>
              <a:gd name="connsiteY10661" fmla="*/ 626596 h 3341254"/>
              <a:gd name="connsiteX10662" fmla="*/ 3332911 w 6545688"/>
              <a:gd name="connsiteY10662" fmla="*/ 627058 h 3341254"/>
              <a:gd name="connsiteX10663" fmla="*/ 3339674 w 6545688"/>
              <a:gd name="connsiteY10663" fmla="*/ 638817 h 3341254"/>
              <a:gd name="connsiteX10664" fmla="*/ 3339674 w 6545688"/>
              <a:gd name="connsiteY10664" fmla="*/ 639816 h 3341254"/>
              <a:gd name="connsiteX10665" fmla="*/ 3332911 w 6545688"/>
              <a:gd name="connsiteY10665" fmla="*/ 651573 h 3341254"/>
              <a:gd name="connsiteX10666" fmla="*/ 3332066 w 6545688"/>
              <a:gd name="connsiteY10666" fmla="*/ 652035 h 3341254"/>
              <a:gd name="connsiteX10667" fmla="*/ 3318463 w 6545688"/>
              <a:gd name="connsiteY10667" fmla="*/ 652035 h 3341254"/>
              <a:gd name="connsiteX10668" fmla="*/ 3317616 w 6545688"/>
              <a:gd name="connsiteY10668" fmla="*/ 651573 h 3341254"/>
              <a:gd name="connsiteX10669" fmla="*/ 3310855 w 6545688"/>
              <a:gd name="connsiteY10669" fmla="*/ 639816 h 3341254"/>
              <a:gd name="connsiteX10670" fmla="*/ 3310855 w 6545688"/>
              <a:gd name="connsiteY10670" fmla="*/ 638817 h 3341254"/>
              <a:gd name="connsiteX10671" fmla="*/ 3317616 w 6545688"/>
              <a:gd name="connsiteY10671" fmla="*/ 627058 h 3341254"/>
              <a:gd name="connsiteX10672" fmla="*/ 3318463 w 6545688"/>
              <a:gd name="connsiteY10672" fmla="*/ 626596 h 3341254"/>
              <a:gd name="connsiteX10673" fmla="*/ 3409306 w 6545688"/>
              <a:gd name="connsiteY10673" fmla="*/ 625290 h 3341254"/>
              <a:gd name="connsiteX10674" fmla="*/ 3424217 w 6545688"/>
              <a:gd name="connsiteY10674" fmla="*/ 625290 h 3341254"/>
              <a:gd name="connsiteX10675" fmla="*/ 3425138 w 6545688"/>
              <a:gd name="connsiteY10675" fmla="*/ 625827 h 3341254"/>
              <a:gd name="connsiteX10676" fmla="*/ 3432593 w 6545688"/>
              <a:gd name="connsiteY10676" fmla="*/ 638739 h 3341254"/>
              <a:gd name="connsiteX10677" fmla="*/ 3432593 w 6545688"/>
              <a:gd name="connsiteY10677" fmla="*/ 639816 h 3341254"/>
              <a:gd name="connsiteX10678" fmla="*/ 3425138 w 6545688"/>
              <a:gd name="connsiteY10678" fmla="*/ 652728 h 3341254"/>
              <a:gd name="connsiteX10679" fmla="*/ 3424217 w 6545688"/>
              <a:gd name="connsiteY10679" fmla="*/ 653265 h 3341254"/>
              <a:gd name="connsiteX10680" fmla="*/ 3409306 w 6545688"/>
              <a:gd name="connsiteY10680" fmla="*/ 653265 h 3341254"/>
              <a:gd name="connsiteX10681" fmla="*/ 3408386 w 6545688"/>
              <a:gd name="connsiteY10681" fmla="*/ 652728 h 3341254"/>
              <a:gd name="connsiteX10682" fmla="*/ 3400929 w 6545688"/>
              <a:gd name="connsiteY10682" fmla="*/ 639816 h 3341254"/>
              <a:gd name="connsiteX10683" fmla="*/ 3400929 w 6545688"/>
              <a:gd name="connsiteY10683" fmla="*/ 638739 h 3341254"/>
              <a:gd name="connsiteX10684" fmla="*/ 3408386 w 6545688"/>
              <a:gd name="connsiteY10684" fmla="*/ 625827 h 3341254"/>
              <a:gd name="connsiteX10685" fmla="*/ 3409306 w 6545688"/>
              <a:gd name="connsiteY10685" fmla="*/ 625290 h 3341254"/>
              <a:gd name="connsiteX10686" fmla="*/ 3774748 w 6545688"/>
              <a:gd name="connsiteY10686" fmla="*/ 624443 h 3341254"/>
              <a:gd name="connsiteX10687" fmla="*/ 3790580 w 6545688"/>
              <a:gd name="connsiteY10687" fmla="*/ 624443 h 3341254"/>
              <a:gd name="connsiteX10688" fmla="*/ 3791580 w 6545688"/>
              <a:gd name="connsiteY10688" fmla="*/ 624981 h 3341254"/>
              <a:gd name="connsiteX10689" fmla="*/ 3799496 w 6545688"/>
              <a:gd name="connsiteY10689" fmla="*/ 638661 h 3341254"/>
              <a:gd name="connsiteX10690" fmla="*/ 3799496 w 6545688"/>
              <a:gd name="connsiteY10690" fmla="*/ 639814 h 3341254"/>
              <a:gd name="connsiteX10691" fmla="*/ 3791580 w 6545688"/>
              <a:gd name="connsiteY10691" fmla="*/ 653495 h 3341254"/>
              <a:gd name="connsiteX10692" fmla="*/ 3790580 w 6545688"/>
              <a:gd name="connsiteY10692" fmla="*/ 654032 h 3341254"/>
              <a:gd name="connsiteX10693" fmla="*/ 3774748 w 6545688"/>
              <a:gd name="connsiteY10693" fmla="*/ 654032 h 3341254"/>
              <a:gd name="connsiteX10694" fmla="*/ 3773748 w 6545688"/>
              <a:gd name="connsiteY10694" fmla="*/ 653495 h 3341254"/>
              <a:gd name="connsiteX10695" fmla="*/ 3765833 w 6545688"/>
              <a:gd name="connsiteY10695" fmla="*/ 639814 h 3341254"/>
              <a:gd name="connsiteX10696" fmla="*/ 3765833 w 6545688"/>
              <a:gd name="connsiteY10696" fmla="*/ 638661 h 3341254"/>
              <a:gd name="connsiteX10697" fmla="*/ 3773748 w 6545688"/>
              <a:gd name="connsiteY10697" fmla="*/ 624981 h 3341254"/>
              <a:gd name="connsiteX10698" fmla="*/ 3774748 w 6545688"/>
              <a:gd name="connsiteY10698" fmla="*/ 624443 h 3341254"/>
              <a:gd name="connsiteX10699" fmla="*/ 3865898 w 6545688"/>
              <a:gd name="connsiteY10699" fmla="*/ 623752 h 3341254"/>
              <a:gd name="connsiteX10700" fmla="*/ 3882499 w 6545688"/>
              <a:gd name="connsiteY10700" fmla="*/ 623752 h 3341254"/>
              <a:gd name="connsiteX10701" fmla="*/ 3883498 w 6545688"/>
              <a:gd name="connsiteY10701" fmla="*/ 624367 h 3341254"/>
              <a:gd name="connsiteX10702" fmla="*/ 3891800 w 6545688"/>
              <a:gd name="connsiteY10702" fmla="*/ 638739 h 3341254"/>
              <a:gd name="connsiteX10703" fmla="*/ 3891800 w 6545688"/>
              <a:gd name="connsiteY10703" fmla="*/ 639892 h 3341254"/>
              <a:gd name="connsiteX10704" fmla="*/ 3883498 w 6545688"/>
              <a:gd name="connsiteY10704" fmla="*/ 654263 h 3341254"/>
              <a:gd name="connsiteX10705" fmla="*/ 3882499 w 6545688"/>
              <a:gd name="connsiteY10705" fmla="*/ 654879 h 3341254"/>
              <a:gd name="connsiteX10706" fmla="*/ 3865898 w 6545688"/>
              <a:gd name="connsiteY10706" fmla="*/ 654879 h 3341254"/>
              <a:gd name="connsiteX10707" fmla="*/ 3864900 w 6545688"/>
              <a:gd name="connsiteY10707" fmla="*/ 654263 h 3341254"/>
              <a:gd name="connsiteX10708" fmla="*/ 3856600 w 6545688"/>
              <a:gd name="connsiteY10708" fmla="*/ 639892 h 3341254"/>
              <a:gd name="connsiteX10709" fmla="*/ 3856600 w 6545688"/>
              <a:gd name="connsiteY10709" fmla="*/ 638739 h 3341254"/>
              <a:gd name="connsiteX10710" fmla="*/ 3864900 w 6545688"/>
              <a:gd name="connsiteY10710" fmla="*/ 624367 h 3341254"/>
              <a:gd name="connsiteX10711" fmla="*/ 3865898 w 6545688"/>
              <a:gd name="connsiteY10711" fmla="*/ 623752 h 3341254"/>
              <a:gd name="connsiteX10712" fmla="*/ 2858875 w 6545688"/>
              <a:gd name="connsiteY10712" fmla="*/ 622370 h 3341254"/>
              <a:gd name="connsiteX10713" fmla="*/ 2876936 w 6545688"/>
              <a:gd name="connsiteY10713" fmla="*/ 622370 h 3341254"/>
              <a:gd name="connsiteX10714" fmla="*/ 2878010 w 6545688"/>
              <a:gd name="connsiteY10714" fmla="*/ 622985 h 3341254"/>
              <a:gd name="connsiteX10715" fmla="*/ 2887003 w 6545688"/>
              <a:gd name="connsiteY10715" fmla="*/ 638663 h 3341254"/>
              <a:gd name="connsiteX10716" fmla="*/ 2887003 w 6545688"/>
              <a:gd name="connsiteY10716" fmla="*/ 639969 h 3341254"/>
              <a:gd name="connsiteX10717" fmla="*/ 2877934 w 6545688"/>
              <a:gd name="connsiteY10717" fmla="*/ 655647 h 3341254"/>
              <a:gd name="connsiteX10718" fmla="*/ 2876857 w 6545688"/>
              <a:gd name="connsiteY10718" fmla="*/ 656263 h 3341254"/>
              <a:gd name="connsiteX10719" fmla="*/ 2858797 w 6545688"/>
              <a:gd name="connsiteY10719" fmla="*/ 656263 h 3341254"/>
              <a:gd name="connsiteX10720" fmla="*/ 2857721 w 6545688"/>
              <a:gd name="connsiteY10720" fmla="*/ 655647 h 3341254"/>
              <a:gd name="connsiteX10721" fmla="*/ 2848730 w 6545688"/>
              <a:gd name="connsiteY10721" fmla="*/ 639969 h 3341254"/>
              <a:gd name="connsiteX10722" fmla="*/ 2848730 w 6545688"/>
              <a:gd name="connsiteY10722" fmla="*/ 638663 h 3341254"/>
              <a:gd name="connsiteX10723" fmla="*/ 2857799 w 6545688"/>
              <a:gd name="connsiteY10723" fmla="*/ 622985 h 3341254"/>
              <a:gd name="connsiteX10724" fmla="*/ 2858875 w 6545688"/>
              <a:gd name="connsiteY10724" fmla="*/ 622370 h 3341254"/>
              <a:gd name="connsiteX10725" fmla="*/ 1943766 w 6545688"/>
              <a:gd name="connsiteY10725" fmla="*/ 621831 h 3341254"/>
              <a:gd name="connsiteX10726" fmla="*/ 1962442 w 6545688"/>
              <a:gd name="connsiteY10726" fmla="*/ 621831 h 3341254"/>
              <a:gd name="connsiteX10727" fmla="*/ 1963594 w 6545688"/>
              <a:gd name="connsiteY10727" fmla="*/ 622522 h 3341254"/>
              <a:gd name="connsiteX10728" fmla="*/ 1972893 w 6545688"/>
              <a:gd name="connsiteY10728" fmla="*/ 638661 h 3341254"/>
              <a:gd name="connsiteX10729" fmla="*/ 1972893 w 6545688"/>
              <a:gd name="connsiteY10729" fmla="*/ 639969 h 3341254"/>
              <a:gd name="connsiteX10730" fmla="*/ 1963518 w 6545688"/>
              <a:gd name="connsiteY10730" fmla="*/ 656109 h 3341254"/>
              <a:gd name="connsiteX10731" fmla="*/ 1962364 w 6545688"/>
              <a:gd name="connsiteY10731" fmla="*/ 656800 h 3341254"/>
              <a:gd name="connsiteX10732" fmla="*/ 1943688 w 6545688"/>
              <a:gd name="connsiteY10732" fmla="*/ 656800 h 3341254"/>
              <a:gd name="connsiteX10733" fmla="*/ 1942536 w 6545688"/>
              <a:gd name="connsiteY10733" fmla="*/ 656109 h 3341254"/>
              <a:gd name="connsiteX10734" fmla="*/ 1933237 w 6545688"/>
              <a:gd name="connsiteY10734" fmla="*/ 639969 h 3341254"/>
              <a:gd name="connsiteX10735" fmla="*/ 1933237 w 6545688"/>
              <a:gd name="connsiteY10735" fmla="*/ 638661 h 3341254"/>
              <a:gd name="connsiteX10736" fmla="*/ 1942613 w 6545688"/>
              <a:gd name="connsiteY10736" fmla="*/ 622522 h 3341254"/>
              <a:gd name="connsiteX10737" fmla="*/ 1943766 w 6545688"/>
              <a:gd name="connsiteY10737" fmla="*/ 621831 h 3341254"/>
              <a:gd name="connsiteX10738" fmla="*/ 5602890 w 6545688"/>
              <a:gd name="connsiteY10738" fmla="*/ 621677 h 3341254"/>
              <a:gd name="connsiteX10739" fmla="*/ 5621719 w 6545688"/>
              <a:gd name="connsiteY10739" fmla="*/ 621677 h 3341254"/>
              <a:gd name="connsiteX10740" fmla="*/ 5622871 w 6545688"/>
              <a:gd name="connsiteY10740" fmla="*/ 622368 h 3341254"/>
              <a:gd name="connsiteX10741" fmla="*/ 5632248 w 6545688"/>
              <a:gd name="connsiteY10741" fmla="*/ 638661 h 3341254"/>
              <a:gd name="connsiteX10742" fmla="*/ 5632248 w 6545688"/>
              <a:gd name="connsiteY10742" fmla="*/ 639969 h 3341254"/>
              <a:gd name="connsiteX10743" fmla="*/ 5622871 w 6545688"/>
              <a:gd name="connsiteY10743" fmla="*/ 656263 h 3341254"/>
              <a:gd name="connsiteX10744" fmla="*/ 5621719 w 6545688"/>
              <a:gd name="connsiteY10744" fmla="*/ 656954 h 3341254"/>
              <a:gd name="connsiteX10745" fmla="*/ 5602890 w 6545688"/>
              <a:gd name="connsiteY10745" fmla="*/ 656954 h 3341254"/>
              <a:gd name="connsiteX10746" fmla="*/ 5601737 w 6545688"/>
              <a:gd name="connsiteY10746" fmla="*/ 656263 h 3341254"/>
              <a:gd name="connsiteX10747" fmla="*/ 5592360 w 6545688"/>
              <a:gd name="connsiteY10747" fmla="*/ 639969 h 3341254"/>
              <a:gd name="connsiteX10748" fmla="*/ 5592360 w 6545688"/>
              <a:gd name="connsiteY10748" fmla="*/ 638661 h 3341254"/>
              <a:gd name="connsiteX10749" fmla="*/ 5601737 w 6545688"/>
              <a:gd name="connsiteY10749" fmla="*/ 622368 h 3341254"/>
              <a:gd name="connsiteX10750" fmla="*/ 5602890 w 6545688"/>
              <a:gd name="connsiteY10750" fmla="*/ 621677 h 3341254"/>
              <a:gd name="connsiteX10751" fmla="*/ 5053840 w 6545688"/>
              <a:gd name="connsiteY10751" fmla="*/ 621370 h 3341254"/>
              <a:gd name="connsiteX10752" fmla="*/ 5072977 w 6545688"/>
              <a:gd name="connsiteY10752" fmla="*/ 621370 h 3341254"/>
              <a:gd name="connsiteX10753" fmla="*/ 5074130 w 6545688"/>
              <a:gd name="connsiteY10753" fmla="*/ 622061 h 3341254"/>
              <a:gd name="connsiteX10754" fmla="*/ 5083660 w 6545688"/>
              <a:gd name="connsiteY10754" fmla="*/ 638585 h 3341254"/>
              <a:gd name="connsiteX10755" fmla="*/ 5083660 w 6545688"/>
              <a:gd name="connsiteY10755" fmla="*/ 639969 h 3341254"/>
              <a:gd name="connsiteX10756" fmla="*/ 5074130 w 6545688"/>
              <a:gd name="connsiteY10756" fmla="*/ 656492 h 3341254"/>
              <a:gd name="connsiteX10757" fmla="*/ 5072977 w 6545688"/>
              <a:gd name="connsiteY10757" fmla="*/ 657183 h 3341254"/>
              <a:gd name="connsiteX10758" fmla="*/ 5053840 w 6545688"/>
              <a:gd name="connsiteY10758" fmla="*/ 657183 h 3341254"/>
              <a:gd name="connsiteX10759" fmla="*/ 5052688 w 6545688"/>
              <a:gd name="connsiteY10759" fmla="*/ 656492 h 3341254"/>
              <a:gd name="connsiteX10760" fmla="*/ 5043157 w 6545688"/>
              <a:gd name="connsiteY10760" fmla="*/ 639969 h 3341254"/>
              <a:gd name="connsiteX10761" fmla="*/ 5043157 w 6545688"/>
              <a:gd name="connsiteY10761" fmla="*/ 638585 h 3341254"/>
              <a:gd name="connsiteX10762" fmla="*/ 5052688 w 6545688"/>
              <a:gd name="connsiteY10762" fmla="*/ 622061 h 3341254"/>
              <a:gd name="connsiteX10763" fmla="*/ 5053840 w 6545688"/>
              <a:gd name="connsiteY10763" fmla="*/ 621370 h 3341254"/>
              <a:gd name="connsiteX10764" fmla="*/ 5511047 w 6545688"/>
              <a:gd name="connsiteY10764" fmla="*/ 620832 h 3341254"/>
              <a:gd name="connsiteX10765" fmla="*/ 5530723 w 6545688"/>
              <a:gd name="connsiteY10765" fmla="*/ 620832 h 3341254"/>
              <a:gd name="connsiteX10766" fmla="*/ 5531953 w 6545688"/>
              <a:gd name="connsiteY10766" fmla="*/ 621523 h 3341254"/>
              <a:gd name="connsiteX10767" fmla="*/ 5541790 w 6545688"/>
              <a:gd name="connsiteY10767" fmla="*/ 638585 h 3341254"/>
              <a:gd name="connsiteX10768" fmla="*/ 5541790 w 6545688"/>
              <a:gd name="connsiteY10768" fmla="*/ 639969 h 3341254"/>
              <a:gd name="connsiteX10769" fmla="*/ 5531953 w 6545688"/>
              <a:gd name="connsiteY10769" fmla="*/ 657031 h 3341254"/>
              <a:gd name="connsiteX10770" fmla="*/ 5530723 w 6545688"/>
              <a:gd name="connsiteY10770" fmla="*/ 657723 h 3341254"/>
              <a:gd name="connsiteX10771" fmla="*/ 5511047 w 6545688"/>
              <a:gd name="connsiteY10771" fmla="*/ 657723 h 3341254"/>
              <a:gd name="connsiteX10772" fmla="*/ 5509818 w 6545688"/>
              <a:gd name="connsiteY10772" fmla="*/ 657031 h 3341254"/>
              <a:gd name="connsiteX10773" fmla="*/ 5499980 w 6545688"/>
              <a:gd name="connsiteY10773" fmla="*/ 639969 h 3341254"/>
              <a:gd name="connsiteX10774" fmla="*/ 5499980 w 6545688"/>
              <a:gd name="connsiteY10774" fmla="*/ 638585 h 3341254"/>
              <a:gd name="connsiteX10775" fmla="*/ 5509818 w 6545688"/>
              <a:gd name="connsiteY10775" fmla="*/ 621523 h 3341254"/>
              <a:gd name="connsiteX10776" fmla="*/ 5511047 w 6545688"/>
              <a:gd name="connsiteY10776" fmla="*/ 620832 h 3341254"/>
              <a:gd name="connsiteX10777" fmla="*/ 4962075 w 6545688"/>
              <a:gd name="connsiteY10777" fmla="*/ 620679 h 3341254"/>
              <a:gd name="connsiteX10778" fmla="*/ 4981903 w 6545688"/>
              <a:gd name="connsiteY10778" fmla="*/ 620679 h 3341254"/>
              <a:gd name="connsiteX10779" fmla="*/ 4983134 w 6545688"/>
              <a:gd name="connsiteY10779" fmla="*/ 621370 h 3341254"/>
              <a:gd name="connsiteX10780" fmla="*/ 4993048 w 6545688"/>
              <a:gd name="connsiteY10780" fmla="*/ 638585 h 3341254"/>
              <a:gd name="connsiteX10781" fmla="*/ 4993048 w 6545688"/>
              <a:gd name="connsiteY10781" fmla="*/ 639969 h 3341254"/>
              <a:gd name="connsiteX10782" fmla="*/ 4983134 w 6545688"/>
              <a:gd name="connsiteY10782" fmla="*/ 657185 h 3341254"/>
              <a:gd name="connsiteX10783" fmla="*/ 4981903 w 6545688"/>
              <a:gd name="connsiteY10783" fmla="*/ 657876 h 3341254"/>
              <a:gd name="connsiteX10784" fmla="*/ 4962075 w 6545688"/>
              <a:gd name="connsiteY10784" fmla="*/ 657876 h 3341254"/>
              <a:gd name="connsiteX10785" fmla="*/ 4960845 w 6545688"/>
              <a:gd name="connsiteY10785" fmla="*/ 657185 h 3341254"/>
              <a:gd name="connsiteX10786" fmla="*/ 4950931 w 6545688"/>
              <a:gd name="connsiteY10786" fmla="*/ 639969 h 3341254"/>
              <a:gd name="connsiteX10787" fmla="*/ 4950931 w 6545688"/>
              <a:gd name="connsiteY10787" fmla="*/ 638585 h 3341254"/>
              <a:gd name="connsiteX10788" fmla="*/ 4960845 w 6545688"/>
              <a:gd name="connsiteY10788" fmla="*/ 621370 h 3341254"/>
              <a:gd name="connsiteX10789" fmla="*/ 4962075 w 6545688"/>
              <a:gd name="connsiteY10789" fmla="*/ 620679 h 3341254"/>
              <a:gd name="connsiteX10790" fmla="*/ 4047276 w 6545688"/>
              <a:gd name="connsiteY10790" fmla="*/ 620679 h 3341254"/>
              <a:gd name="connsiteX10791" fmla="*/ 4067105 w 6545688"/>
              <a:gd name="connsiteY10791" fmla="*/ 620679 h 3341254"/>
              <a:gd name="connsiteX10792" fmla="*/ 4068334 w 6545688"/>
              <a:gd name="connsiteY10792" fmla="*/ 621370 h 3341254"/>
              <a:gd name="connsiteX10793" fmla="*/ 4078248 w 6545688"/>
              <a:gd name="connsiteY10793" fmla="*/ 638585 h 3341254"/>
              <a:gd name="connsiteX10794" fmla="*/ 4078248 w 6545688"/>
              <a:gd name="connsiteY10794" fmla="*/ 639969 h 3341254"/>
              <a:gd name="connsiteX10795" fmla="*/ 4068334 w 6545688"/>
              <a:gd name="connsiteY10795" fmla="*/ 657185 h 3341254"/>
              <a:gd name="connsiteX10796" fmla="*/ 4067105 w 6545688"/>
              <a:gd name="connsiteY10796" fmla="*/ 657876 h 3341254"/>
              <a:gd name="connsiteX10797" fmla="*/ 4047276 w 6545688"/>
              <a:gd name="connsiteY10797" fmla="*/ 657876 h 3341254"/>
              <a:gd name="connsiteX10798" fmla="*/ 4046046 w 6545688"/>
              <a:gd name="connsiteY10798" fmla="*/ 657185 h 3341254"/>
              <a:gd name="connsiteX10799" fmla="*/ 4036131 w 6545688"/>
              <a:gd name="connsiteY10799" fmla="*/ 639969 h 3341254"/>
              <a:gd name="connsiteX10800" fmla="*/ 4036131 w 6545688"/>
              <a:gd name="connsiteY10800" fmla="*/ 638585 h 3341254"/>
              <a:gd name="connsiteX10801" fmla="*/ 4046046 w 6545688"/>
              <a:gd name="connsiteY10801" fmla="*/ 621370 h 3341254"/>
              <a:gd name="connsiteX10802" fmla="*/ 4047276 w 6545688"/>
              <a:gd name="connsiteY10802" fmla="*/ 620679 h 3341254"/>
              <a:gd name="connsiteX10803" fmla="*/ 3132399 w 6545688"/>
              <a:gd name="connsiteY10803" fmla="*/ 620679 h 3341254"/>
              <a:gd name="connsiteX10804" fmla="*/ 3152227 w 6545688"/>
              <a:gd name="connsiteY10804" fmla="*/ 620679 h 3341254"/>
              <a:gd name="connsiteX10805" fmla="*/ 3153457 w 6545688"/>
              <a:gd name="connsiteY10805" fmla="*/ 621370 h 3341254"/>
              <a:gd name="connsiteX10806" fmla="*/ 3163371 w 6545688"/>
              <a:gd name="connsiteY10806" fmla="*/ 638585 h 3341254"/>
              <a:gd name="connsiteX10807" fmla="*/ 3163371 w 6545688"/>
              <a:gd name="connsiteY10807" fmla="*/ 639969 h 3341254"/>
              <a:gd name="connsiteX10808" fmla="*/ 3153457 w 6545688"/>
              <a:gd name="connsiteY10808" fmla="*/ 657185 h 3341254"/>
              <a:gd name="connsiteX10809" fmla="*/ 3152227 w 6545688"/>
              <a:gd name="connsiteY10809" fmla="*/ 657876 h 3341254"/>
              <a:gd name="connsiteX10810" fmla="*/ 3132399 w 6545688"/>
              <a:gd name="connsiteY10810" fmla="*/ 657876 h 3341254"/>
              <a:gd name="connsiteX10811" fmla="*/ 3131168 w 6545688"/>
              <a:gd name="connsiteY10811" fmla="*/ 657185 h 3341254"/>
              <a:gd name="connsiteX10812" fmla="*/ 3121254 w 6545688"/>
              <a:gd name="connsiteY10812" fmla="*/ 639969 h 3341254"/>
              <a:gd name="connsiteX10813" fmla="*/ 3121254 w 6545688"/>
              <a:gd name="connsiteY10813" fmla="*/ 638585 h 3341254"/>
              <a:gd name="connsiteX10814" fmla="*/ 3131168 w 6545688"/>
              <a:gd name="connsiteY10814" fmla="*/ 621370 h 3341254"/>
              <a:gd name="connsiteX10815" fmla="*/ 3132399 w 6545688"/>
              <a:gd name="connsiteY10815" fmla="*/ 620679 h 3341254"/>
              <a:gd name="connsiteX10816" fmla="*/ 3955664 w 6545688"/>
              <a:gd name="connsiteY10816" fmla="*/ 620525 h 3341254"/>
              <a:gd name="connsiteX10817" fmla="*/ 3975647 w 6545688"/>
              <a:gd name="connsiteY10817" fmla="*/ 620525 h 3341254"/>
              <a:gd name="connsiteX10818" fmla="*/ 3976877 w 6545688"/>
              <a:gd name="connsiteY10818" fmla="*/ 621216 h 3341254"/>
              <a:gd name="connsiteX10819" fmla="*/ 3986869 w 6545688"/>
              <a:gd name="connsiteY10819" fmla="*/ 638585 h 3341254"/>
              <a:gd name="connsiteX10820" fmla="*/ 3986869 w 6545688"/>
              <a:gd name="connsiteY10820" fmla="*/ 639969 h 3341254"/>
              <a:gd name="connsiteX10821" fmla="*/ 3976877 w 6545688"/>
              <a:gd name="connsiteY10821" fmla="*/ 657337 h 3341254"/>
              <a:gd name="connsiteX10822" fmla="*/ 3975647 w 6545688"/>
              <a:gd name="connsiteY10822" fmla="*/ 658030 h 3341254"/>
              <a:gd name="connsiteX10823" fmla="*/ 3955664 w 6545688"/>
              <a:gd name="connsiteY10823" fmla="*/ 658030 h 3341254"/>
              <a:gd name="connsiteX10824" fmla="*/ 3954434 w 6545688"/>
              <a:gd name="connsiteY10824" fmla="*/ 657337 h 3341254"/>
              <a:gd name="connsiteX10825" fmla="*/ 3944444 w 6545688"/>
              <a:gd name="connsiteY10825" fmla="*/ 639969 h 3341254"/>
              <a:gd name="connsiteX10826" fmla="*/ 3944444 w 6545688"/>
              <a:gd name="connsiteY10826" fmla="*/ 638585 h 3341254"/>
              <a:gd name="connsiteX10827" fmla="*/ 3954434 w 6545688"/>
              <a:gd name="connsiteY10827" fmla="*/ 621216 h 3341254"/>
              <a:gd name="connsiteX10828" fmla="*/ 3955664 w 6545688"/>
              <a:gd name="connsiteY10828" fmla="*/ 620525 h 3341254"/>
              <a:gd name="connsiteX10829" fmla="*/ 3498303 w 6545688"/>
              <a:gd name="connsiteY10829" fmla="*/ 620525 h 3341254"/>
              <a:gd name="connsiteX10830" fmla="*/ 3518285 w 6545688"/>
              <a:gd name="connsiteY10830" fmla="*/ 620525 h 3341254"/>
              <a:gd name="connsiteX10831" fmla="*/ 3519515 w 6545688"/>
              <a:gd name="connsiteY10831" fmla="*/ 621216 h 3341254"/>
              <a:gd name="connsiteX10832" fmla="*/ 3529507 w 6545688"/>
              <a:gd name="connsiteY10832" fmla="*/ 638585 h 3341254"/>
              <a:gd name="connsiteX10833" fmla="*/ 3529507 w 6545688"/>
              <a:gd name="connsiteY10833" fmla="*/ 639969 h 3341254"/>
              <a:gd name="connsiteX10834" fmla="*/ 3519515 w 6545688"/>
              <a:gd name="connsiteY10834" fmla="*/ 657337 h 3341254"/>
              <a:gd name="connsiteX10835" fmla="*/ 3518285 w 6545688"/>
              <a:gd name="connsiteY10835" fmla="*/ 658030 h 3341254"/>
              <a:gd name="connsiteX10836" fmla="*/ 3498303 w 6545688"/>
              <a:gd name="connsiteY10836" fmla="*/ 658030 h 3341254"/>
              <a:gd name="connsiteX10837" fmla="*/ 3497072 w 6545688"/>
              <a:gd name="connsiteY10837" fmla="*/ 657337 h 3341254"/>
              <a:gd name="connsiteX10838" fmla="*/ 3487083 w 6545688"/>
              <a:gd name="connsiteY10838" fmla="*/ 639969 h 3341254"/>
              <a:gd name="connsiteX10839" fmla="*/ 3487083 w 6545688"/>
              <a:gd name="connsiteY10839" fmla="*/ 638585 h 3341254"/>
              <a:gd name="connsiteX10840" fmla="*/ 3497072 w 6545688"/>
              <a:gd name="connsiteY10840" fmla="*/ 621216 h 3341254"/>
              <a:gd name="connsiteX10841" fmla="*/ 3498303 w 6545688"/>
              <a:gd name="connsiteY10841" fmla="*/ 620525 h 3341254"/>
              <a:gd name="connsiteX10842" fmla="*/ 3589606 w 6545688"/>
              <a:gd name="connsiteY10842" fmla="*/ 620295 h 3341254"/>
              <a:gd name="connsiteX10843" fmla="*/ 3609896 w 6545688"/>
              <a:gd name="connsiteY10843" fmla="*/ 620295 h 3341254"/>
              <a:gd name="connsiteX10844" fmla="*/ 3611127 w 6545688"/>
              <a:gd name="connsiteY10844" fmla="*/ 620986 h 3341254"/>
              <a:gd name="connsiteX10845" fmla="*/ 3621272 w 6545688"/>
              <a:gd name="connsiteY10845" fmla="*/ 638585 h 3341254"/>
              <a:gd name="connsiteX10846" fmla="*/ 3621272 w 6545688"/>
              <a:gd name="connsiteY10846" fmla="*/ 640047 h 3341254"/>
              <a:gd name="connsiteX10847" fmla="*/ 3611127 w 6545688"/>
              <a:gd name="connsiteY10847" fmla="*/ 657647 h 3341254"/>
              <a:gd name="connsiteX10848" fmla="*/ 3609896 w 6545688"/>
              <a:gd name="connsiteY10848" fmla="*/ 658338 h 3341254"/>
              <a:gd name="connsiteX10849" fmla="*/ 3589606 w 6545688"/>
              <a:gd name="connsiteY10849" fmla="*/ 658338 h 3341254"/>
              <a:gd name="connsiteX10850" fmla="*/ 3588378 w 6545688"/>
              <a:gd name="connsiteY10850" fmla="*/ 657647 h 3341254"/>
              <a:gd name="connsiteX10851" fmla="*/ 3578233 w 6545688"/>
              <a:gd name="connsiteY10851" fmla="*/ 640047 h 3341254"/>
              <a:gd name="connsiteX10852" fmla="*/ 3578233 w 6545688"/>
              <a:gd name="connsiteY10852" fmla="*/ 638585 h 3341254"/>
              <a:gd name="connsiteX10853" fmla="*/ 3588378 w 6545688"/>
              <a:gd name="connsiteY10853" fmla="*/ 620986 h 3341254"/>
              <a:gd name="connsiteX10854" fmla="*/ 3589606 w 6545688"/>
              <a:gd name="connsiteY10854" fmla="*/ 620295 h 3341254"/>
              <a:gd name="connsiteX10855" fmla="*/ 5418131 w 6545688"/>
              <a:gd name="connsiteY10855" fmla="*/ 618142 h 3341254"/>
              <a:gd name="connsiteX10856" fmla="*/ 5440649 w 6545688"/>
              <a:gd name="connsiteY10856" fmla="*/ 618142 h 3341254"/>
              <a:gd name="connsiteX10857" fmla="*/ 5442031 w 6545688"/>
              <a:gd name="connsiteY10857" fmla="*/ 618911 h 3341254"/>
              <a:gd name="connsiteX10858" fmla="*/ 5453329 w 6545688"/>
              <a:gd name="connsiteY10858" fmla="*/ 638432 h 3341254"/>
              <a:gd name="connsiteX10859" fmla="*/ 5453329 w 6545688"/>
              <a:gd name="connsiteY10859" fmla="*/ 640045 h 3341254"/>
              <a:gd name="connsiteX10860" fmla="*/ 5442031 w 6545688"/>
              <a:gd name="connsiteY10860" fmla="*/ 659566 h 3341254"/>
              <a:gd name="connsiteX10861" fmla="*/ 5440649 w 6545688"/>
              <a:gd name="connsiteY10861" fmla="*/ 660335 h 3341254"/>
              <a:gd name="connsiteX10862" fmla="*/ 5418131 w 6545688"/>
              <a:gd name="connsiteY10862" fmla="*/ 660335 h 3341254"/>
              <a:gd name="connsiteX10863" fmla="*/ 5416747 w 6545688"/>
              <a:gd name="connsiteY10863" fmla="*/ 659566 h 3341254"/>
              <a:gd name="connsiteX10864" fmla="*/ 5405449 w 6545688"/>
              <a:gd name="connsiteY10864" fmla="*/ 640045 h 3341254"/>
              <a:gd name="connsiteX10865" fmla="*/ 5405449 w 6545688"/>
              <a:gd name="connsiteY10865" fmla="*/ 638432 h 3341254"/>
              <a:gd name="connsiteX10866" fmla="*/ 5416747 w 6545688"/>
              <a:gd name="connsiteY10866" fmla="*/ 618911 h 3341254"/>
              <a:gd name="connsiteX10867" fmla="*/ 5418131 w 6545688"/>
              <a:gd name="connsiteY10867" fmla="*/ 618142 h 3341254"/>
              <a:gd name="connsiteX10868" fmla="*/ 5235140 w 6545688"/>
              <a:gd name="connsiteY10868" fmla="*/ 618142 h 3341254"/>
              <a:gd name="connsiteX10869" fmla="*/ 5257659 w 6545688"/>
              <a:gd name="connsiteY10869" fmla="*/ 618142 h 3341254"/>
              <a:gd name="connsiteX10870" fmla="*/ 5259040 w 6545688"/>
              <a:gd name="connsiteY10870" fmla="*/ 618911 h 3341254"/>
              <a:gd name="connsiteX10871" fmla="*/ 5270338 w 6545688"/>
              <a:gd name="connsiteY10871" fmla="*/ 638432 h 3341254"/>
              <a:gd name="connsiteX10872" fmla="*/ 5270338 w 6545688"/>
              <a:gd name="connsiteY10872" fmla="*/ 640045 h 3341254"/>
              <a:gd name="connsiteX10873" fmla="*/ 5259040 w 6545688"/>
              <a:gd name="connsiteY10873" fmla="*/ 659566 h 3341254"/>
              <a:gd name="connsiteX10874" fmla="*/ 5257659 w 6545688"/>
              <a:gd name="connsiteY10874" fmla="*/ 660335 h 3341254"/>
              <a:gd name="connsiteX10875" fmla="*/ 5235140 w 6545688"/>
              <a:gd name="connsiteY10875" fmla="*/ 660335 h 3341254"/>
              <a:gd name="connsiteX10876" fmla="*/ 5233756 w 6545688"/>
              <a:gd name="connsiteY10876" fmla="*/ 659566 h 3341254"/>
              <a:gd name="connsiteX10877" fmla="*/ 5222458 w 6545688"/>
              <a:gd name="connsiteY10877" fmla="*/ 640045 h 3341254"/>
              <a:gd name="connsiteX10878" fmla="*/ 5222458 w 6545688"/>
              <a:gd name="connsiteY10878" fmla="*/ 638432 h 3341254"/>
              <a:gd name="connsiteX10879" fmla="*/ 5233756 w 6545688"/>
              <a:gd name="connsiteY10879" fmla="*/ 618911 h 3341254"/>
              <a:gd name="connsiteX10880" fmla="*/ 5235140 w 6545688"/>
              <a:gd name="connsiteY10880" fmla="*/ 618142 h 3341254"/>
              <a:gd name="connsiteX10881" fmla="*/ 4777085 w 6545688"/>
              <a:gd name="connsiteY10881" fmla="*/ 617066 h 3341254"/>
              <a:gd name="connsiteX10882" fmla="*/ 4800834 w 6545688"/>
              <a:gd name="connsiteY10882" fmla="*/ 617066 h 3341254"/>
              <a:gd name="connsiteX10883" fmla="*/ 4802294 w 6545688"/>
              <a:gd name="connsiteY10883" fmla="*/ 617910 h 3341254"/>
              <a:gd name="connsiteX10884" fmla="*/ 4814129 w 6545688"/>
              <a:gd name="connsiteY10884" fmla="*/ 638508 h 3341254"/>
              <a:gd name="connsiteX10885" fmla="*/ 4814129 w 6545688"/>
              <a:gd name="connsiteY10885" fmla="*/ 640199 h 3341254"/>
              <a:gd name="connsiteX10886" fmla="*/ 4802218 w 6545688"/>
              <a:gd name="connsiteY10886" fmla="*/ 660796 h 3341254"/>
              <a:gd name="connsiteX10887" fmla="*/ 4800756 w 6545688"/>
              <a:gd name="connsiteY10887" fmla="*/ 661641 h 3341254"/>
              <a:gd name="connsiteX10888" fmla="*/ 4777009 w 6545688"/>
              <a:gd name="connsiteY10888" fmla="*/ 661641 h 3341254"/>
              <a:gd name="connsiteX10889" fmla="*/ 4775549 w 6545688"/>
              <a:gd name="connsiteY10889" fmla="*/ 660796 h 3341254"/>
              <a:gd name="connsiteX10890" fmla="*/ 4763712 w 6545688"/>
              <a:gd name="connsiteY10890" fmla="*/ 640199 h 3341254"/>
              <a:gd name="connsiteX10891" fmla="*/ 4763712 w 6545688"/>
              <a:gd name="connsiteY10891" fmla="*/ 638508 h 3341254"/>
              <a:gd name="connsiteX10892" fmla="*/ 4775625 w 6545688"/>
              <a:gd name="connsiteY10892" fmla="*/ 617910 h 3341254"/>
              <a:gd name="connsiteX10893" fmla="*/ 4777085 w 6545688"/>
              <a:gd name="connsiteY10893" fmla="*/ 617066 h 3341254"/>
              <a:gd name="connsiteX10894" fmla="*/ 2307058 w 6545688"/>
              <a:gd name="connsiteY10894" fmla="*/ 616912 h 3341254"/>
              <a:gd name="connsiteX10895" fmla="*/ 2330958 w 6545688"/>
              <a:gd name="connsiteY10895" fmla="*/ 616912 h 3341254"/>
              <a:gd name="connsiteX10896" fmla="*/ 2332418 w 6545688"/>
              <a:gd name="connsiteY10896" fmla="*/ 617757 h 3341254"/>
              <a:gd name="connsiteX10897" fmla="*/ 2344331 w 6545688"/>
              <a:gd name="connsiteY10897" fmla="*/ 638432 h 3341254"/>
              <a:gd name="connsiteX10898" fmla="*/ 2344331 w 6545688"/>
              <a:gd name="connsiteY10898" fmla="*/ 640121 h 3341254"/>
              <a:gd name="connsiteX10899" fmla="*/ 2332342 w 6545688"/>
              <a:gd name="connsiteY10899" fmla="*/ 660796 h 3341254"/>
              <a:gd name="connsiteX10900" fmla="*/ 2330882 w 6545688"/>
              <a:gd name="connsiteY10900" fmla="*/ 661641 h 3341254"/>
              <a:gd name="connsiteX10901" fmla="*/ 2306980 w 6545688"/>
              <a:gd name="connsiteY10901" fmla="*/ 661641 h 3341254"/>
              <a:gd name="connsiteX10902" fmla="*/ 2305520 w 6545688"/>
              <a:gd name="connsiteY10902" fmla="*/ 660796 h 3341254"/>
              <a:gd name="connsiteX10903" fmla="*/ 2293607 w 6545688"/>
              <a:gd name="connsiteY10903" fmla="*/ 640121 h 3341254"/>
              <a:gd name="connsiteX10904" fmla="*/ 2293607 w 6545688"/>
              <a:gd name="connsiteY10904" fmla="*/ 638432 h 3341254"/>
              <a:gd name="connsiteX10905" fmla="*/ 2305596 w 6545688"/>
              <a:gd name="connsiteY10905" fmla="*/ 617757 h 3341254"/>
              <a:gd name="connsiteX10906" fmla="*/ 2307058 w 6545688"/>
              <a:gd name="connsiteY10906" fmla="*/ 616912 h 3341254"/>
              <a:gd name="connsiteX10907" fmla="*/ 4868159 w 6545688"/>
              <a:gd name="connsiteY10907" fmla="*/ 616221 h 3341254"/>
              <a:gd name="connsiteX10908" fmla="*/ 4892830 w 6545688"/>
              <a:gd name="connsiteY10908" fmla="*/ 616221 h 3341254"/>
              <a:gd name="connsiteX10909" fmla="*/ 4894366 w 6545688"/>
              <a:gd name="connsiteY10909" fmla="*/ 617066 h 3341254"/>
              <a:gd name="connsiteX10910" fmla="*/ 4906663 w 6545688"/>
              <a:gd name="connsiteY10910" fmla="*/ 638432 h 3341254"/>
              <a:gd name="connsiteX10911" fmla="*/ 4906663 w 6545688"/>
              <a:gd name="connsiteY10911" fmla="*/ 640199 h 3341254"/>
              <a:gd name="connsiteX10912" fmla="*/ 4894366 w 6545688"/>
              <a:gd name="connsiteY10912" fmla="*/ 661565 h 3341254"/>
              <a:gd name="connsiteX10913" fmla="*/ 4892830 w 6545688"/>
              <a:gd name="connsiteY10913" fmla="*/ 662410 h 3341254"/>
              <a:gd name="connsiteX10914" fmla="*/ 4868159 w 6545688"/>
              <a:gd name="connsiteY10914" fmla="*/ 662410 h 3341254"/>
              <a:gd name="connsiteX10915" fmla="*/ 4866621 w 6545688"/>
              <a:gd name="connsiteY10915" fmla="*/ 661565 h 3341254"/>
              <a:gd name="connsiteX10916" fmla="*/ 4854326 w 6545688"/>
              <a:gd name="connsiteY10916" fmla="*/ 640199 h 3341254"/>
              <a:gd name="connsiteX10917" fmla="*/ 4854326 w 6545688"/>
              <a:gd name="connsiteY10917" fmla="*/ 638432 h 3341254"/>
              <a:gd name="connsiteX10918" fmla="*/ 4866621 w 6545688"/>
              <a:gd name="connsiteY10918" fmla="*/ 617066 h 3341254"/>
              <a:gd name="connsiteX10919" fmla="*/ 4868159 w 6545688"/>
              <a:gd name="connsiteY10919" fmla="*/ 616221 h 3341254"/>
              <a:gd name="connsiteX10920" fmla="*/ 4685014 w 6545688"/>
              <a:gd name="connsiteY10920" fmla="*/ 615759 h 3341254"/>
              <a:gd name="connsiteX10921" fmla="*/ 4710069 w 6545688"/>
              <a:gd name="connsiteY10921" fmla="*/ 615759 h 3341254"/>
              <a:gd name="connsiteX10922" fmla="*/ 4711607 w 6545688"/>
              <a:gd name="connsiteY10922" fmla="*/ 616682 h 3341254"/>
              <a:gd name="connsiteX10923" fmla="*/ 4724136 w 6545688"/>
              <a:gd name="connsiteY10923" fmla="*/ 638432 h 3341254"/>
              <a:gd name="connsiteX10924" fmla="*/ 4724136 w 6545688"/>
              <a:gd name="connsiteY10924" fmla="*/ 640199 h 3341254"/>
              <a:gd name="connsiteX10925" fmla="*/ 4711607 w 6545688"/>
              <a:gd name="connsiteY10925" fmla="*/ 661949 h 3341254"/>
              <a:gd name="connsiteX10926" fmla="*/ 4710069 w 6545688"/>
              <a:gd name="connsiteY10926" fmla="*/ 662871 h 3341254"/>
              <a:gd name="connsiteX10927" fmla="*/ 4685014 w 6545688"/>
              <a:gd name="connsiteY10927" fmla="*/ 662871 h 3341254"/>
              <a:gd name="connsiteX10928" fmla="*/ 4683478 w 6545688"/>
              <a:gd name="connsiteY10928" fmla="*/ 661949 h 3341254"/>
              <a:gd name="connsiteX10929" fmla="*/ 4670952 w 6545688"/>
              <a:gd name="connsiteY10929" fmla="*/ 640199 h 3341254"/>
              <a:gd name="connsiteX10930" fmla="*/ 4670952 w 6545688"/>
              <a:gd name="connsiteY10930" fmla="*/ 638432 h 3341254"/>
              <a:gd name="connsiteX10931" fmla="*/ 4683478 w 6545688"/>
              <a:gd name="connsiteY10931" fmla="*/ 616682 h 3341254"/>
              <a:gd name="connsiteX10932" fmla="*/ 4685014 w 6545688"/>
              <a:gd name="connsiteY10932" fmla="*/ 615759 h 3341254"/>
              <a:gd name="connsiteX10933" fmla="*/ 4318341 w 6545688"/>
              <a:gd name="connsiteY10933" fmla="*/ 614529 h 3341254"/>
              <a:gd name="connsiteX10934" fmla="*/ 4344780 w 6545688"/>
              <a:gd name="connsiteY10934" fmla="*/ 614529 h 3341254"/>
              <a:gd name="connsiteX10935" fmla="*/ 4346394 w 6545688"/>
              <a:gd name="connsiteY10935" fmla="*/ 615452 h 3341254"/>
              <a:gd name="connsiteX10936" fmla="*/ 4359613 w 6545688"/>
              <a:gd name="connsiteY10936" fmla="*/ 638354 h 3341254"/>
              <a:gd name="connsiteX10937" fmla="*/ 4359613 w 6545688"/>
              <a:gd name="connsiteY10937" fmla="*/ 640199 h 3341254"/>
              <a:gd name="connsiteX10938" fmla="*/ 4346394 w 6545688"/>
              <a:gd name="connsiteY10938" fmla="*/ 663101 h 3341254"/>
              <a:gd name="connsiteX10939" fmla="*/ 4344780 w 6545688"/>
              <a:gd name="connsiteY10939" fmla="*/ 664024 h 3341254"/>
              <a:gd name="connsiteX10940" fmla="*/ 4318341 w 6545688"/>
              <a:gd name="connsiteY10940" fmla="*/ 664024 h 3341254"/>
              <a:gd name="connsiteX10941" fmla="*/ 4316728 w 6545688"/>
              <a:gd name="connsiteY10941" fmla="*/ 663101 h 3341254"/>
              <a:gd name="connsiteX10942" fmla="*/ 4303510 w 6545688"/>
              <a:gd name="connsiteY10942" fmla="*/ 640199 h 3341254"/>
              <a:gd name="connsiteX10943" fmla="*/ 4303510 w 6545688"/>
              <a:gd name="connsiteY10943" fmla="*/ 638354 h 3341254"/>
              <a:gd name="connsiteX10944" fmla="*/ 4316728 w 6545688"/>
              <a:gd name="connsiteY10944" fmla="*/ 615452 h 3341254"/>
              <a:gd name="connsiteX10945" fmla="*/ 4318341 w 6545688"/>
              <a:gd name="connsiteY10945" fmla="*/ 614529 h 3341254"/>
              <a:gd name="connsiteX10946" fmla="*/ 4592404 w 6545688"/>
              <a:gd name="connsiteY10946" fmla="*/ 613838 h 3341254"/>
              <a:gd name="connsiteX10947" fmla="*/ 4619612 w 6545688"/>
              <a:gd name="connsiteY10947" fmla="*/ 613838 h 3341254"/>
              <a:gd name="connsiteX10948" fmla="*/ 4621302 w 6545688"/>
              <a:gd name="connsiteY10948" fmla="*/ 614837 h 3341254"/>
              <a:gd name="connsiteX10949" fmla="*/ 4634907 w 6545688"/>
              <a:gd name="connsiteY10949" fmla="*/ 638354 h 3341254"/>
              <a:gd name="connsiteX10950" fmla="*/ 4634907 w 6545688"/>
              <a:gd name="connsiteY10950" fmla="*/ 640275 h 3341254"/>
              <a:gd name="connsiteX10951" fmla="*/ 4621302 w 6545688"/>
              <a:gd name="connsiteY10951" fmla="*/ 663794 h 3341254"/>
              <a:gd name="connsiteX10952" fmla="*/ 4619612 w 6545688"/>
              <a:gd name="connsiteY10952" fmla="*/ 664793 h 3341254"/>
              <a:gd name="connsiteX10953" fmla="*/ 4592404 w 6545688"/>
              <a:gd name="connsiteY10953" fmla="*/ 664793 h 3341254"/>
              <a:gd name="connsiteX10954" fmla="*/ 4590715 w 6545688"/>
              <a:gd name="connsiteY10954" fmla="*/ 663794 h 3341254"/>
              <a:gd name="connsiteX10955" fmla="*/ 4577112 w 6545688"/>
              <a:gd name="connsiteY10955" fmla="*/ 640275 h 3341254"/>
              <a:gd name="connsiteX10956" fmla="*/ 4577112 w 6545688"/>
              <a:gd name="connsiteY10956" fmla="*/ 638354 h 3341254"/>
              <a:gd name="connsiteX10957" fmla="*/ 4590715 w 6545688"/>
              <a:gd name="connsiteY10957" fmla="*/ 614837 h 3341254"/>
              <a:gd name="connsiteX10958" fmla="*/ 4592404 w 6545688"/>
              <a:gd name="connsiteY10958" fmla="*/ 613838 h 3341254"/>
              <a:gd name="connsiteX10959" fmla="*/ 5141224 w 6545688"/>
              <a:gd name="connsiteY10959" fmla="*/ 613684 h 3341254"/>
              <a:gd name="connsiteX10960" fmla="*/ 5168586 w 6545688"/>
              <a:gd name="connsiteY10960" fmla="*/ 613684 h 3341254"/>
              <a:gd name="connsiteX10961" fmla="*/ 5170275 w 6545688"/>
              <a:gd name="connsiteY10961" fmla="*/ 614683 h 3341254"/>
              <a:gd name="connsiteX10962" fmla="*/ 5183956 w 6545688"/>
              <a:gd name="connsiteY10962" fmla="*/ 638354 h 3341254"/>
              <a:gd name="connsiteX10963" fmla="*/ 5183956 w 6545688"/>
              <a:gd name="connsiteY10963" fmla="*/ 640275 h 3341254"/>
              <a:gd name="connsiteX10964" fmla="*/ 5170275 w 6545688"/>
              <a:gd name="connsiteY10964" fmla="*/ 663948 h 3341254"/>
              <a:gd name="connsiteX10965" fmla="*/ 5168586 w 6545688"/>
              <a:gd name="connsiteY10965" fmla="*/ 664946 h 3341254"/>
              <a:gd name="connsiteX10966" fmla="*/ 5141224 w 6545688"/>
              <a:gd name="connsiteY10966" fmla="*/ 664946 h 3341254"/>
              <a:gd name="connsiteX10967" fmla="*/ 5139532 w 6545688"/>
              <a:gd name="connsiteY10967" fmla="*/ 663948 h 3341254"/>
              <a:gd name="connsiteX10968" fmla="*/ 5125853 w 6545688"/>
              <a:gd name="connsiteY10968" fmla="*/ 640275 h 3341254"/>
              <a:gd name="connsiteX10969" fmla="*/ 5125853 w 6545688"/>
              <a:gd name="connsiteY10969" fmla="*/ 638354 h 3341254"/>
              <a:gd name="connsiteX10970" fmla="*/ 5139532 w 6545688"/>
              <a:gd name="connsiteY10970" fmla="*/ 614683 h 3341254"/>
              <a:gd name="connsiteX10971" fmla="*/ 5141224 w 6545688"/>
              <a:gd name="connsiteY10971" fmla="*/ 613684 h 3341254"/>
              <a:gd name="connsiteX10972" fmla="*/ 4409337 w 6545688"/>
              <a:gd name="connsiteY10972" fmla="*/ 613684 h 3341254"/>
              <a:gd name="connsiteX10973" fmla="*/ 4436698 w 6545688"/>
              <a:gd name="connsiteY10973" fmla="*/ 613684 h 3341254"/>
              <a:gd name="connsiteX10974" fmla="*/ 4438389 w 6545688"/>
              <a:gd name="connsiteY10974" fmla="*/ 614683 h 3341254"/>
              <a:gd name="connsiteX10975" fmla="*/ 4452069 w 6545688"/>
              <a:gd name="connsiteY10975" fmla="*/ 638354 h 3341254"/>
              <a:gd name="connsiteX10976" fmla="*/ 4452069 w 6545688"/>
              <a:gd name="connsiteY10976" fmla="*/ 640275 h 3341254"/>
              <a:gd name="connsiteX10977" fmla="*/ 4438389 w 6545688"/>
              <a:gd name="connsiteY10977" fmla="*/ 663948 h 3341254"/>
              <a:gd name="connsiteX10978" fmla="*/ 4436698 w 6545688"/>
              <a:gd name="connsiteY10978" fmla="*/ 664946 h 3341254"/>
              <a:gd name="connsiteX10979" fmla="*/ 4409337 w 6545688"/>
              <a:gd name="connsiteY10979" fmla="*/ 664946 h 3341254"/>
              <a:gd name="connsiteX10980" fmla="*/ 4407648 w 6545688"/>
              <a:gd name="connsiteY10980" fmla="*/ 663948 h 3341254"/>
              <a:gd name="connsiteX10981" fmla="*/ 4393967 w 6545688"/>
              <a:gd name="connsiteY10981" fmla="*/ 640275 h 3341254"/>
              <a:gd name="connsiteX10982" fmla="*/ 4393967 w 6545688"/>
              <a:gd name="connsiteY10982" fmla="*/ 638354 h 3341254"/>
              <a:gd name="connsiteX10983" fmla="*/ 4407648 w 6545688"/>
              <a:gd name="connsiteY10983" fmla="*/ 614683 h 3341254"/>
              <a:gd name="connsiteX10984" fmla="*/ 4409337 w 6545688"/>
              <a:gd name="connsiteY10984" fmla="*/ 613684 h 3341254"/>
              <a:gd name="connsiteX10985" fmla="*/ 4226347 w 6545688"/>
              <a:gd name="connsiteY10985" fmla="*/ 613531 h 3341254"/>
              <a:gd name="connsiteX10986" fmla="*/ 4253860 w 6545688"/>
              <a:gd name="connsiteY10986" fmla="*/ 613531 h 3341254"/>
              <a:gd name="connsiteX10987" fmla="*/ 4255550 w 6545688"/>
              <a:gd name="connsiteY10987" fmla="*/ 614529 h 3341254"/>
              <a:gd name="connsiteX10988" fmla="*/ 4269308 w 6545688"/>
              <a:gd name="connsiteY10988" fmla="*/ 638354 h 3341254"/>
              <a:gd name="connsiteX10989" fmla="*/ 4269308 w 6545688"/>
              <a:gd name="connsiteY10989" fmla="*/ 640275 h 3341254"/>
              <a:gd name="connsiteX10990" fmla="*/ 4255550 w 6545688"/>
              <a:gd name="connsiteY10990" fmla="*/ 664102 h 3341254"/>
              <a:gd name="connsiteX10991" fmla="*/ 4253860 w 6545688"/>
              <a:gd name="connsiteY10991" fmla="*/ 665100 h 3341254"/>
              <a:gd name="connsiteX10992" fmla="*/ 4226347 w 6545688"/>
              <a:gd name="connsiteY10992" fmla="*/ 665100 h 3341254"/>
              <a:gd name="connsiteX10993" fmla="*/ 4224655 w 6545688"/>
              <a:gd name="connsiteY10993" fmla="*/ 664102 h 3341254"/>
              <a:gd name="connsiteX10994" fmla="*/ 4210898 w 6545688"/>
              <a:gd name="connsiteY10994" fmla="*/ 640275 h 3341254"/>
              <a:gd name="connsiteX10995" fmla="*/ 4210898 w 6545688"/>
              <a:gd name="connsiteY10995" fmla="*/ 638354 h 3341254"/>
              <a:gd name="connsiteX10996" fmla="*/ 4224655 w 6545688"/>
              <a:gd name="connsiteY10996" fmla="*/ 614529 h 3341254"/>
              <a:gd name="connsiteX10997" fmla="*/ 4226347 w 6545688"/>
              <a:gd name="connsiteY10997" fmla="*/ 613531 h 3341254"/>
              <a:gd name="connsiteX10998" fmla="*/ 4134276 w 6545688"/>
              <a:gd name="connsiteY10998" fmla="*/ 612454 h 3341254"/>
              <a:gd name="connsiteX10999" fmla="*/ 4162941 w 6545688"/>
              <a:gd name="connsiteY10999" fmla="*/ 612454 h 3341254"/>
              <a:gd name="connsiteX11000" fmla="*/ 4164711 w 6545688"/>
              <a:gd name="connsiteY11000" fmla="*/ 613453 h 3341254"/>
              <a:gd name="connsiteX11001" fmla="*/ 4179005 w 6545688"/>
              <a:gd name="connsiteY11001" fmla="*/ 638278 h 3341254"/>
              <a:gd name="connsiteX11002" fmla="*/ 4179005 w 6545688"/>
              <a:gd name="connsiteY11002" fmla="*/ 640275 h 3341254"/>
              <a:gd name="connsiteX11003" fmla="*/ 4164633 w 6545688"/>
              <a:gd name="connsiteY11003" fmla="*/ 665100 h 3341254"/>
              <a:gd name="connsiteX11004" fmla="*/ 4162866 w 6545688"/>
              <a:gd name="connsiteY11004" fmla="*/ 666099 h 3341254"/>
              <a:gd name="connsiteX11005" fmla="*/ 4134198 w 6545688"/>
              <a:gd name="connsiteY11005" fmla="*/ 666099 h 3341254"/>
              <a:gd name="connsiteX11006" fmla="*/ 4132430 w 6545688"/>
              <a:gd name="connsiteY11006" fmla="*/ 665100 h 3341254"/>
              <a:gd name="connsiteX11007" fmla="*/ 4118137 w 6545688"/>
              <a:gd name="connsiteY11007" fmla="*/ 640275 h 3341254"/>
              <a:gd name="connsiteX11008" fmla="*/ 4118137 w 6545688"/>
              <a:gd name="connsiteY11008" fmla="*/ 638278 h 3341254"/>
              <a:gd name="connsiteX11009" fmla="*/ 4132508 w 6545688"/>
              <a:gd name="connsiteY11009" fmla="*/ 613453 h 3341254"/>
              <a:gd name="connsiteX11010" fmla="*/ 4134276 w 6545688"/>
              <a:gd name="connsiteY11010" fmla="*/ 612454 h 3341254"/>
              <a:gd name="connsiteX11011" fmla="*/ 4499487 w 6545688"/>
              <a:gd name="connsiteY11011" fmla="*/ 611148 h 3341254"/>
              <a:gd name="connsiteX11012" fmla="*/ 4529537 w 6545688"/>
              <a:gd name="connsiteY11012" fmla="*/ 611148 h 3341254"/>
              <a:gd name="connsiteX11013" fmla="*/ 4531382 w 6545688"/>
              <a:gd name="connsiteY11013" fmla="*/ 612224 h 3341254"/>
              <a:gd name="connsiteX11014" fmla="*/ 4546369 w 6545688"/>
              <a:gd name="connsiteY11014" fmla="*/ 638200 h 3341254"/>
              <a:gd name="connsiteX11015" fmla="*/ 4546369 w 6545688"/>
              <a:gd name="connsiteY11015" fmla="*/ 640353 h 3341254"/>
              <a:gd name="connsiteX11016" fmla="*/ 4531382 w 6545688"/>
              <a:gd name="connsiteY11016" fmla="*/ 666330 h 3341254"/>
              <a:gd name="connsiteX11017" fmla="*/ 4529537 w 6545688"/>
              <a:gd name="connsiteY11017" fmla="*/ 667405 h 3341254"/>
              <a:gd name="connsiteX11018" fmla="*/ 4499487 w 6545688"/>
              <a:gd name="connsiteY11018" fmla="*/ 667405 h 3341254"/>
              <a:gd name="connsiteX11019" fmla="*/ 4497643 w 6545688"/>
              <a:gd name="connsiteY11019" fmla="*/ 666330 h 3341254"/>
              <a:gd name="connsiteX11020" fmla="*/ 4482657 w 6545688"/>
              <a:gd name="connsiteY11020" fmla="*/ 640353 h 3341254"/>
              <a:gd name="connsiteX11021" fmla="*/ 4482657 w 6545688"/>
              <a:gd name="connsiteY11021" fmla="*/ 638200 h 3341254"/>
              <a:gd name="connsiteX11022" fmla="*/ 4497643 w 6545688"/>
              <a:gd name="connsiteY11022" fmla="*/ 612224 h 3341254"/>
              <a:gd name="connsiteX11023" fmla="*/ 4499487 w 6545688"/>
              <a:gd name="connsiteY11023" fmla="*/ 611148 h 3341254"/>
              <a:gd name="connsiteX11024" fmla="*/ 2212448 w 6545688"/>
              <a:gd name="connsiteY11024" fmla="*/ 611148 h 3341254"/>
              <a:gd name="connsiteX11025" fmla="*/ 2242498 w 6545688"/>
              <a:gd name="connsiteY11025" fmla="*/ 611148 h 3341254"/>
              <a:gd name="connsiteX11026" fmla="*/ 2244344 w 6545688"/>
              <a:gd name="connsiteY11026" fmla="*/ 612224 h 3341254"/>
              <a:gd name="connsiteX11027" fmla="*/ 2259331 w 6545688"/>
              <a:gd name="connsiteY11027" fmla="*/ 638200 h 3341254"/>
              <a:gd name="connsiteX11028" fmla="*/ 2259331 w 6545688"/>
              <a:gd name="connsiteY11028" fmla="*/ 640353 h 3341254"/>
              <a:gd name="connsiteX11029" fmla="*/ 2244344 w 6545688"/>
              <a:gd name="connsiteY11029" fmla="*/ 666330 h 3341254"/>
              <a:gd name="connsiteX11030" fmla="*/ 2242498 w 6545688"/>
              <a:gd name="connsiteY11030" fmla="*/ 667405 h 3341254"/>
              <a:gd name="connsiteX11031" fmla="*/ 2212448 w 6545688"/>
              <a:gd name="connsiteY11031" fmla="*/ 667405 h 3341254"/>
              <a:gd name="connsiteX11032" fmla="*/ 2210605 w 6545688"/>
              <a:gd name="connsiteY11032" fmla="*/ 666330 h 3341254"/>
              <a:gd name="connsiteX11033" fmla="*/ 2195618 w 6545688"/>
              <a:gd name="connsiteY11033" fmla="*/ 640353 h 3341254"/>
              <a:gd name="connsiteX11034" fmla="*/ 2195618 w 6545688"/>
              <a:gd name="connsiteY11034" fmla="*/ 638200 h 3341254"/>
              <a:gd name="connsiteX11035" fmla="*/ 2210605 w 6545688"/>
              <a:gd name="connsiteY11035" fmla="*/ 612224 h 3341254"/>
              <a:gd name="connsiteX11036" fmla="*/ 2212448 w 6545688"/>
              <a:gd name="connsiteY11036" fmla="*/ 611148 h 3341254"/>
              <a:gd name="connsiteX11037" fmla="*/ 5320063 w 6545688"/>
              <a:gd name="connsiteY11037" fmla="*/ 605845 h 3341254"/>
              <a:gd name="connsiteX11038" fmla="*/ 5355724 w 6545688"/>
              <a:gd name="connsiteY11038" fmla="*/ 605845 h 3341254"/>
              <a:gd name="connsiteX11039" fmla="*/ 5357875 w 6545688"/>
              <a:gd name="connsiteY11039" fmla="*/ 607076 h 3341254"/>
              <a:gd name="connsiteX11040" fmla="*/ 5375706 w 6545688"/>
              <a:gd name="connsiteY11040" fmla="*/ 637970 h 3341254"/>
              <a:gd name="connsiteX11041" fmla="*/ 5375706 w 6545688"/>
              <a:gd name="connsiteY11041" fmla="*/ 640507 h 3341254"/>
              <a:gd name="connsiteX11042" fmla="*/ 5357875 w 6545688"/>
              <a:gd name="connsiteY11042" fmla="*/ 671403 h 3341254"/>
              <a:gd name="connsiteX11043" fmla="*/ 5355724 w 6545688"/>
              <a:gd name="connsiteY11043" fmla="*/ 672632 h 3341254"/>
              <a:gd name="connsiteX11044" fmla="*/ 5320063 w 6545688"/>
              <a:gd name="connsiteY11044" fmla="*/ 672632 h 3341254"/>
              <a:gd name="connsiteX11045" fmla="*/ 5317912 w 6545688"/>
              <a:gd name="connsiteY11045" fmla="*/ 671403 h 3341254"/>
              <a:gd name="connsiteX11046" fmla="*/ 5300081 w 6545688"/>
              <a:gd name="connsiteY11046" fmla="*/ 640507 h 3341254"/>
              <a:gd name="connsiteX11047" fmla="*/ 5300081 w 6545688"/>
              <a:gd name="connsiteY11047" fmla="*/ 637970 h 3341254"/>
              <a:gd name="connsiteX11048" fmla="*/ 5317912 w 6545688"/>
              <a:gd name="connsiteY11048" fmla="*/ 607076 h 3341254"/>
              <a:gd name="connsiteX11049" fmla="*/ 5320063 w 6545688"/>
              <a:gd name="connsiteY11049" fmla="*/ 605845 h 3341254"/>
              <a:gd name="connsiteX11050" fmla="*/ 2682183 w 6545688"/>
              <a:gd name="connsiteY11050" fmla="*/ 554813 h 3341254"/>
              <a:gd name="connsiteX11051" fmla="*/ 2687718 w 6545688"/>
              <a:gd name="connsiteY11051" fmla="*/ 554813 h 3341254"/>
              <a:gd name="connsiteX11052" fmla="*/ 2688025 w 6545688"/>
              <a:gd name="connsiteY11052" fmla="*/ 555043 h 3341254"/>
              <a:gd name="connsiteX11053" fmla="*/ 2690791 w 6545688"/>
              <a:gd name="connsiteY11053" fmla="*/ 559808 h 3341254"/>
              <a:gd name="connsiteX11054" fmla="*/ 2690791 w 6545688"/>
              <a:gd name="connsiteY11054" fmla="*/ 560194 h 3341254"/>
              <a:gd name="connsiteX11055" fmla="*/ 2688025 w 6545688"/>
              <a:gd name="connsiteY11055" fmla="*/ 564959 h 3341254"/>
              <a:gd name="connsiteX11056" fmla="*/ 2687718 w 6545688"/>
              <a:gd name="connsiteY11056" fmla="*/ 565189 h 3341254"/>
              <a:gd name="connsiteX11057" fmla="*/ 2682183 w 6545688"/>
              <a:gd name="connsiteY11057" fmla="*/ 565189 h 3341254"/>
              <a:gd name="connsiteX11058" fmla="*/ 2681877 w 6545688"/>
              <a:gd name="connsiteY11058" fmla="*/ 564959 h 3341254"/>
              <a:gd name="connsiteX11059" fmla="*/ 2679109 w 6545688"/>
              <a:gd name="connsiteY11059" fmla="*/ 560194 h 3341254"/>
              <a:gd name="connsiteX11060" fmla="*/ 2679109 w 6545688"/>
              <a:gd name="connsiteY11060" fmla="*/ 559808 h 3341254"/>
              <a:gd name="connsiteX11061" fmla="*/ 2681877 w 6545688"/>
              <a:gd name="connsiteY11061" fmla="*/ 555043 h 3341254"/>
              <a:gd name="connsiteX11062" fmla="*/ 2682183 w 6545688"/>
              <a:gd name="connsiteY11062" fmla="*/ 554813 h 3341254"/>
              <a:gd name="connsiteX11063" fmla="*/ 2041295 w 6545688"/>
              <a:gd name="connsiteY11063" fmla="*/ 553968 h 3341254"/>
              <a:gd name="connsiteX11064" fmla="*/ 2047750 w 6545688"/>
              <a:gd name="connsiteY11064" fmla="*/ 553968 h 3341254"/>
              <a:gd name="connsiteX11065" fmla="*/ 2048133 w 6545688"/>
              <a:gd name="connsiteY11065" fmla="*/ 554198 h 3341254"/>
              <a:gd name="connsiteX11066" fmla="*/ 2051363 w 6545688"/>
              <a:gd name="connsiteY11066" fmla="*/ 559732 h 3341254"/>
              <a:gd name="connsiteX11067" fmla="*/ 2051363 w 6545688"/>
              <a:gd name="connsiteY11067" fmla="*/ 560194 h 3341254"/>
              <a:gd name="connsiteX11068" fmla="*/ 2048133 w 6545688"/>
              <a:gd name="connsiteY11068" fmla="*/ 565728 h 3341254"/>
              <a:gd name="connsiteX11069" fmla="*/ 2047750 w 6545688"/>
              <a:gd name="connsiteY11069" fmla="*/ 565957 h 3341254"/>
              <a:gd name="connsiteX11070" fmla="*/ 2041295 w 6545688"/>
              <a:gd name="connsiteY11070" fmla="*/ 565957 h 3341254"/>
              <a:gd name="connsiteX11071" fmla="*/ 2040909 w 6545688"/>
              <a:gd name="connsiteY11071" fmla="*/ 565728 h 3341254"/>
              <a:gd name="connsiteX11072" fmla="*/ 2037682 w 6545688"/>
              <a:gd name="connsiteY11072" fmla="*/ 560194 h 3341254"/>
              <a:gd name="connsiteX11073" fmla="*/ 2037682 w 6545688"/>
              <a:gd name="connsiteY11073" fmla="*/ 559732 h 3341254"/>
              <a:gd name="connsiteX11074" fmla="*/ 2040909 w 6545688"/>
              <a:gd name="connsiteY11074" fmla="*/ 554198 h 3341254"/>
              <a:gd name="connsiteX11075" fmla="*/ 2041295 w 6545688"/>
              <a:gd name="connsiteY11075" fmla="*/ 553968 h 3341254"/>
              <a:gd name="connsiteX11076" fmla="*/ 3413533 w 6545688"/>
              <a:gd name="connsiteY11076" fmla="*/ 553892 h 3341254"/>
              <a:gd name="connsiteX11077" fmla="*/ 3420065 w 6545688"/>
              <a:gd name="connsiteY11077" fmla="*/ 553892 h 3341254"/>
              <a:gd name="connsiteX11078" fmla="*/ 3420448 w 6545688"/>
              <a:gd name="connsiteY11078" fmla="*/ 554122 h 3341254"/>
              <a:gd name="connsiteX11079" fmla="*/ 3423753 w 6545688"/>
              <a:gd name="connsiteY11079" fmla="*/ 559810 h 3341254"/>
              <a:gd name="connsiteX11080" fmla="*/ 3423753 w 6545688"/>
              <a:gd name="connsiteY11080" fmla="*/ 560271 h 3341254"/>
              <a:gd name="connsiteX11081" fmla="*/ 3420448 w 6545688"/>
              <a:gd name="connsiteY11081" fmla="*/ 565959 h 3341254"/>
              <a:gd name="connsiteX11082" fmla="*/ 3420065 w 6545688"/>
              <a:gd name="connsiteY11082" fmla="*/ 566189 h 3341254"/>
              <a:gd name="connsiteX11083" fmla="*/ 3413533 w 6545688"/>
              <a:gd name="connsiteY11083" fmla="*/ 566189 h 3341254"/>
              <a:gd name="connsiteX11084" fmla="*/ 3413148 w 6545688"/>
              <a:gd name="connsiteY11084" fmla="*/ 565959 h 3341254"/>
              <a:gd name="connsiteX11085" fmla="*/ 3409843 w 6545688"/>
              <a:gd name="connsiteY11085" fmla="*/ 560271 h 3341254"/>
              <a:gd name="connsiteX11086" fmla="*/ 3409843 w 6545688"/>
              <a:gd name="connsiteY11086" fmla="*/ 559810 h 3341254"/>
              <a:gd name="connsiteX11087" fmla="*/ 3413148 w 6545688"/>
              <a:gd name="connsiteY11087" fmla="*/ 554122 h 3341254"/>
              <a:gd name="connsiteX11088" fmla="*/ 3413533 w 6545688"/>
              <a:gd name="connsiteY11088" fmla="*/ 553892 h 3341254"/>
              <a:gd name="connsiteX11089" fmla="*/ 3046551 w 6545688"/>
              <a:gd name="connsiteY11089" fmla="*/ 552047 h 3341254"/>
              <a:gd name="connsiteX11090" fmla="*/ 3055082 w 6545688"/>
              <a:gd name="connsiteY11090" fmla="*/ 552047 h 3341254"/>
              <a:gd name="connsiteX11091" fmla="*/ 3055620 w 6545688"/>
              <a:gd name="connsiteY11091" fmla="*/ 552355 h 3341254"/>
              <a:gd name="connsiteX11092" fmla="*/ 3059846 w 6545688"/>
              <a:gd name="connsiteY11092" fmla="*/ 559732 h 3341254"/>
              <a:gd name="connsiteX11093" fmla="*/ 3059846 w 6545688"/>
              <a:gd name="connsiteY11093" fmla="*/ 560347 h 3341254"/>
              <a:gd name="connsiteX11094" fmla="*/ 3055620 w 6545688"/>
              <a:gd name="connsiteY11094" fmla="*/ 567725 h 3341254"/>
              <a:gd name="connsiteX11095" fmla="*/ 3055082 w 6545688"/>
              <a:gd name="connsiteY11095" fmla="*/ 568033 h 3341254"/>
              <a:gd name="connsiteX11096" fmla="*/ 3046551 w 6545688"/>
              <a:gd name="connsiteY11096" fmla="*/ 568033 h 3341254"/>
              <a:gd name="connsiteX11097" fmla="*/ 3046013 w 6545688"/>
              <a:gd name="connsiteY11097" fmla="*/ 567725 h 3341254"/>
              <a:gd name="connsiteX11098" fmla="*/ 3041786 w 6545688"/>
              <a:gd name="connsiteY11098" fmla="*/ 560347 h 3341254"/>
              <a:gd name="connsiteX11099" fmla="*/ 3041786 w 6545688"/>
              <a:gd name="connsiteY11099" fmla="*/ 559732 h 3341254"/>
              <a:gd name="connsiteX11100" fmla="*/ 3046013 w 6545688"/>
              <a:gd name="connsiteY11100" fmla="*/ 552355 h 3341254"/>
              <a:gd name="connsiteX11101" fmla="*/ 3046551 w 6545688"/>
              <a:gd name="connsiteY11101" fmla="*/ 552047 h 3341254"/>
              <a:gd name="connsiteX11102" fmla="*/ 2771411 w 6545688"/>
              <a:gd name="connsiteY11102" fmla="*/ 550665 h 3341254"/>
              <a:gd name="connsiteX11103" fmla="*/ 2781403 w 6545688"/>
              <a:gd name="connsiteY11103" fmla="*/ 550665 h 3341254"/>
              <a:gd name="connsiteX11104" fmla="*/ 2782019 w 6545688"/>
              <a:gd name="connsiteY11104" fmla="*/ 551048 h 3341254"/>
              <a:gd name="connsiteX11105" fmla="*/ 2787014 w 6545688"/>
              <a:gd name="connsiteY11105" fmla="*/ 559734 h 3341254"/>
              <a:gd name="connsiteX11106" fmla="*/ 2787014 w 6545688"/>
              <a:gd name="connsiteY11106" fmla="*/ 560425 h 3341254"/>
              <a:gd name="connsiteX11107" fmla="*/ 2782019 w 6545688"/>
              <a:gd name="connsiteY11107" fmla="*/ 569109 h 3341254"/>
              <a:gd name="connsiteX11108" fmla="*/ 2781403 w 6545688"/>
              <a:gd name="connsiteY11108" fmla="*/ 569494 h 3341254"/>
              <a:gd name="connsiteX11109" fmla="*/ 2771411 w 6545688"/>
              <a:gd name="connsiteY11109" fmla="*/ 569494 h 3341254"/>
              <a:gd name="connsiteX11110" fmla="*/ 2770796 w 6545688"/>
              <a:gd name="connsiteY11110" fmla="*/ 569109 h 3341254"/>
              <a:gd name="connsiteX11111" fmla="*/ 2765801 w 6545688"/>
              <a:gd name="connsiteY11111" fmla="*/ 560425 h 3341254"/>
              <a:gd name="connsiteX11112" fmla="*/ 2765801 w 6545688"/>
              <a:gd name="connsiteY11112" fmla="*/ 559734 h 3341254"/>
              <a:gd name="connsiteX11113" fmla="*/ 2770796 w 6545688"/>
              <a:gd name="connsiteY11113" fmla="*/ 551048 h 3341254"/>
              <a:gd name="connsiteX11114" fmla="*/ 2771411 w 6545688"/>
              <a:gd name="connsiteY11114" fmla="*/ 550665 h 3341254"/>
              <a:gd name="connsiteX11115" fmla="*/ 5972329 w 6545688"/>
              <a:gd name="connsiteY11115" fmla="*/ 548819 h 3341254"/>
              <a:gd name="connsiteX11116" fmla="*/ 5984242 w 6545688"/>
              <a:gd name="connsiteY11116" fmla="*/ 548819 h 3341254"/>
              <a:gd name="connsiteX11117" fmla="*/ 5984933 w 6545688"/>
              <a:gd name="connsiteY11117" fmla="*/ 549203 h 3341254"/>
              <a:gd name="connsiteX11118" fmla="*/ 5990928 w 6545688"/>
              <a:gd name="connsiteY11118" fmla="*/ 559578 h 3341254"/>
              <a:gd name="connsiteX11119" fmla="*/ 5990928 w 6545688"/>
              <a:gd name="connsiteY11119" fmla="*/ 560425 h 3341254"/>
              <a:gd name="connsiteX11120" fmla="*/ 5984933 w 6545688"/>
              <a:gd name="connsiteY11120" fmla="*/ 570801 h 3341254"/>
              <a:gd name="connsiteX11121" fmla="*/ 5984242 w 6545688"/>
              <a:gd name="connsiteY11121" fmla="*/ 571184 h 3341254"/>
              <a:gd name="connsiteX11122" fmla="*/ 5972329 w 6545688"/>
              <a:gd name="connsiteY11122" fmla="*/ 571184 h 3341254"/>
              <a:gd name="connsiteX11123" fmla="*/ 5971638 w 6545688"/>
              <a:gd name="connsiteY11123" fmla="*/ 570801 h 3341254"/>
              <a:gd name="connsiteX11124" fmla="*/ 5965642 w 6545688"/>
              <a:gd name="connsiteY11124" fmla="*/ 560425 h 3341254"/>
              <a:gd name="connsiteX11125" fmla="*/ 5965642 w 6545688"/>
              <a:gd name="connsiteY11125" fmla="*/ 559578 h 3341254"/>
              <a:gd name="connsiteX11126" fmla="*/ 5971638 w 6545688"/>
              <a:gd name="connsiteY11126" fmla="*/ 549203 h 3341254"/>
              <a:gd name="connsiteX11127" fmla="*/ 5972329 w 6545688"/>
              <a:gd name="connsiteY11127" fmla="*/ 548819 h 3341254"/>
              <a:gd name="connsiteX11128" fmla="*/ 2587500 w 6545688"/>
              <a:gd name="connsiteY11128" fmla="*/ 548819 h 3341254"/>
              <a:gd name="connsiteX11129" fmla="*/ 2599411 w 6545688"/>
              <a:gd name="connsiteY11129" fmla="*/ 548819 h 3341254"/>
              <a:gd name="connsiteX11130" fmla="*/ 2600104 w 6545688"/>
              <a:gd name="connsiteY11130" fmla="*/ 549203 h 3341254"/>
              <a:gd name="connsiteX11131" fmla="*/ 2606098 w 6545688"/>
              <a:gd name="connsiteY11131" fmla="*/ 559578 h 3341254"/>
              <a:gd name="connsiteX11132" fmla="*/ 2606098 w 6545688"/>
              <a:gd name="connsiteY11132" fmla="*/ 560425 h 3341254"/>
              <a:gd name="connsiteX11133" fmla="*/ 2600104 w 6545688"/>
              <a:gd name="connsiteY11133" fmla="*/ 570801 h 3341254"/>
              <a:gd name="connsiteX11134" fmla="*/ 2599411 w 6545688"/>
              <a:gd name="connsiteY11134" fmla="*/ 571184 h 3341254"/>
              <a:gd name="connsiteX11135" fmla="*/ 2587500 w 6545688"/>
              <a:gd name="connsiteY11135" fmla="*/ 571184 h 3341254"/>
              <a:gd name="connsiteX11136" fmla="*/ 2586807 w 6545688"/>
              <a:gd name="connsiteY11136" fmla="*/ 570801 h 3341254"/>
              <a:gd name="connsiteX11137" fmla="*/ 2580813 w 6545688"/>
              <a:gd name="connsiteY11137" fmla="*/ 560425 h 3341254"/>
              <a:gd name="connsiteX11138" fmla="*/ 2580813 w 6545688"/>
              <a:gd name="connsiteY11138" fmla="*/ 559578 h 3341254"/>
              <a:gd name="connsiteX11139" fmla="*/ 2586807 w 6545688"/>
              <a:gd name="connsiteY11139" fmla="*/ 549203 h 3341254"/>
              <a:gd name="connsiteX11140" fmla="*/ 2587500 w 6545688"/>
              <a:gd name="connsiteY11140" fmla="*/ 548819 h 3341254"/>
              <a:gd name="connsiteX11141" fmla="*/ 3959429 w 6545688"/>
              <a:gd name="connsiteY11141" fmla="*/ 548282 h 3341254"/>
              <a:gd name="connsiteX11142" fmla="*/ 3971958 w 6545688"/>
              <a:gd name="connsiteY11142" fmla="*/ 548282 h 3341254"/>
              <a:gd name="connsiteX11143" fmla="*/ 3972725 w 6545688"/>
              <a:gd name="connsiteY11143" fmla="*/ 548744 h 3341254"/>
              <a:gd name="connsiteX11144" fmla="*/ 3979028 w 6545688"/>
              <a:gd name="connsiteY11144" fmla="*/ 559580 h 3341254"/>
              <a:gd name="connsiteX11145" fmla="*/ 3979028 w 6545688"/>
              <a:gd name="connsiteY11145" fmla="*/ 560503 h 3341254"/>
              <a:gd name="connsiteX11146" fmla="*/ 3972725 w 6545688"/>
              <a:gd name="connsiteY11146" fmla="*/ 571338 h 3341254"/>
              <a:gd name="connsiteX11147" fmla="*/ 3971958 w 6545688"/>
              <a:gd name="connsiteY11147" fmla="*/ 571799 h 3341254"/>
              <a:gd name="connsiteX11148" fmla="*/ 3959429 w 6545688"/>
              <a:gd name="connsiteY11148" fmla="*/ 571799 h 3341254"/>
              <a:gd name="connsiteX11149" fmla="*/ 3958661 w 6545688"/>
              <a:gd name="connsiteY11149" fmla="*/ 571338 h 3341254"/>
              <a:gd name="connsiteX11150" fmla="*/ 3952359 w 6545688"/>
              <a:gd name="connsiteY11150" fmla="*/ 560503 h 3341254"/>
              <a:gd name="connsiteX11151" fmla="*/ 3952359 w 6545688"/>
              <a:gd name="connsiteY11151" fmla="*/ 559580 h 3341254"/>
              <a:gd name="connsiteX11152" fmla="*/ 3958661 w 6545688"/>
              <a:gd name="connsiteY11152" fmla="*/ 548744 h 3341254"/>
              <a:gd name="connsiteX11153" fmla="*/ 3959429 w 6545688"/>
              <a:gd name="connsiteY11153" fmla="*/ 548282 h 3341254"/>
              <a:gd name="connsiteX11154" fmla="*/ 1946764 w 6545688"/>
              <a:gd name="connsiteY11154" fmla="*/ 548128 h 3341254"/>
              <a:gd name="connsiteX11155" fmla="*/ 1959444 w 6545688"/>
              <a:gd name="connsiteY11155" fmla="*/ 548128 h 3341254"/>
              <a:gd name="connsiteX11156" fmla="*/ 1960213 w 6545688"/>
              <a:gd name="connsiteY11156" fmla="*/ 548590 h 3341254"/>
              <a:gd name="connsiteX11157" fmla="*/ 1966592 w 6545688"/>
              <a:gd name="connsiteY11157" fmla="*/ 559580 h 3341254"/>
              <a:gd name="connsiteX11158" fmla="*/ 1966592 w 6545688"/>
              <a:gd name="connsiteY11158" fmla="*/ 560503 h 3341254"/>
              <a:gd name="connsiteX11159" fmla="*/ 1960213 w 6545688"/>
              <a:gd name="connsiteY11159" fmla="*/ 571492 h 3341254"/>
              <a:gd name="connsiteX11160" fmla="*/ 1959444 w 6545688"/>
              <a:gd name="connsiteY11160" fmla="*/ 571953 h 3341254"/>
              <a:gd name="connsiteX11161" fmla="*/ 1946764 w 6545688"/>
              <a:gd name="connsiteY11161" fmla="*/ 571953 h 3341254"/>
              <a:gd name="connsiteX11162" fmla="*/ 1945995 w 6545688"/>
              <a:gd name="connsiteY11162" fmla="*/ 571492 h 3341254"/>
              <a:gd name="connsiteX11163" fmla="*/ 1939616 w 6545688"/>
              <a:gd name="connsiteY11163" fmla="*/ 560503 h 3341254"/>
              <a:gd name="connsiteX11164" fmla="*/ 1939616 w 6545688"/>
              <a:gd name="connsiteY11164" fmla="*/ 559580 h 3341254"/>
              <a:gd name="connsiteX11165" fmla="*/ 1945995 w 6545688"/>
              <a:gd name="connsiteY11165" fmla="*/ 548590 h 3341254"/>
              <a:gd name="connsiteX11166" fmla="*/ 1946764 w 6545688"/>
              <a:gd name="connsiteY11166" fmla="*/ 548128 h 3341254"/>
              <a:gd name="connsiteX11167" fmla="*/ 5605887 w 6545688"/>
              <a:gd name="connsiteY11167" fmla="*/ 547975 h 3341254"/>
              <a:gd name="connsiteX11168" fmla="*/ 5618721 w 6545688"/>
              <a:gd name="connsiteY11168" fmla="*/ 547975 h 3341254"/>
              <a:gd name="connsiteX11169" fmla="*/ 5619488 w 6545688"/>
              <a:gd name="connsiteY11169" fmla="*/ 548436 h 3341254"/>
              <a:gd name="connsiteX11170" fmla="*/ 5625869 w 6545688"/>
              <a:gd name="connsiteY11170" fmla="*/ 559580 h 3341254"/>
              <a:gd name="connsiteX11171" fmla="*/ 5625869 w 6545688"/>
              <a:gd name="connsiteY11171" fmla="*/ 560501 h 3341254"/>
              <a:gd name="connsiteX11172" fmla="*/ 5619413 w 6545688"/>
              <a:gd name="connsiteY11172" fmla="*/ 571645 h 3341254"/>
              <a:gd name="connsiteX11173" fmla="*/ 5618643 w 6545688"/>
              <a:gd name="connsiteY11173" fmla="*/ 572107 h 3341254"/>
              <a:gd name="connsiteX11174" fmla="*/ 5605809 w 6545688"/>
              <a:gd name="connsiteY11174" fmla="*/ 572107 h 3341254"/>
              <a:gd name="connsiteX11175" fmla="*/ 5605040 w 6545688"/>
              <a:gd name="connsiteY11175" fmla="*/ 571645 h 3341254"/>
              <a:gd name="connsiteX11176" fmla="*/ 5598661 w 6545688"/>
              <a:gd name="connsiteY11176" fmla="*/ 560501 h 3341254"/>
              <a:gd name="connsiteX11177" fmla="*/ 5598661 w 6545688"/>
              <a:gd name="connsiteY11177" fmla="*/ 559580 h 3341254"/>
              <a:gd name="connsiteX11178" fmla="*/ 5605116 w 6545688"/>
              <a:gd name="connsiteY11178" fmla="*/ 548436 h 3341254"/>
              <a:gd name="connsiteX11179" fmla="*/ 5605887 w 6545688"/>
              <a:gd name="connsiteY11179" fmla="*/ 547975 h 3341254"/>
              <a:gd name="connsiteX11180" fmla="*/ 3775979 w 6545688"/>
              <a:gd name="connsiteY11180" fmla="*/ 547435 h 3341254"/>
              <a:gd name="connsiteX11181" fmla="*/ 3789429 w 6545688"/>
              <a:gd name="connsiteY11181" fmla="*/ 547435 h 3341254"/>
              <a:gd name="connsiteX11182" fmla="*/ 3790273 w 6545688"/>
              <a:gd name="connsiteY11182" fmla="*/ 547897 h 3341254"/>
              <a:gd name="connsiteX11183" fmla="*/ 3796959 w 6545688"/>
              <a:gd name="connsiteY11183" fmla="*/ 559502 h 3341254"/>
              <a:gd name="connsiteX11184" fmla="*/ 3796959 w 6545688"/>
              <a:gd name="connsiteY11184" fmla="*/ 560423 h 3341254"/>
              <a:gd name="connsiteX11185" fmla="*/ 3790197 w 6545688"/>
              <a:gd name="connsiteY11185" fmla="*/ 572029 h 3341254"/>
              <a:gd name="connsiteX11186" fmla="*/ 3789351 w 6545688"/>
              <a:gd name="connsiteY11186" fmla="*/ 572490 h 3341254"/>
              <a:gd name="connsiteX11187" fmla="*/ 3775901 w 6545688"/>
              <a:gd name="connsiteY11187" fmla="*/ 572490 h 3341254"/>
              <a:gd name="connsiteX11188" fmla="*/ 3775057 w 6545688"/>
              <a:gd name="connsiteY11188" fmla="*/ 572029 h 3341254"/>
              <a:gd name="connsiteX11189" fmla="*/ 3768369 w 6545688"/>
              <a:gd name="connsiteY11189" fmla="*/ 560423 h 3341254"/>
              <a:gd name="connsiteX11190" fmla="*/ 3768369 w 6545688"/>
              <a:gd name="connsiteY11190" fmla="*/ 559502 h 3341254"/>
              <a:gd name="connsiteX11191" fmla="*/ 3775132 w 6545688"/>
              <a:gd name="connsiteY11191" fmla="*/ 547897 h 3341254"/>
              <a:gd name="connsiteX11192" fmla="*/ 3775979 w 6545688"/>
              <a:gd name="connsiteY11192" fmla="*/ 547435 h 3341254"/>
              <a:gd name="connsiteX11193" fmla="*/ 3591913 w 6545688"/>
              <a:gd name="connsiteY11193" fmla="*/ 545360 h 3341254"/>
              <a:gd name="connsiteX11194" fmla="*/ 3607591 w 6545688"/>
              <a:gd name="connsiteY11194" fmla="*/ 545360 h 3341254"/>
              <a:gd name="connsiteX11195" fmla="*/ 3608514 w 6545688"/>
              <a:gd name="connsiteY11195" fmla="*/ 545898 h 3341254"/>
              <a:gd name="connsiteX11196" fmla="*/ 3616353 w 6545688"/>
              <a:gd name="connsiteY11196" fmla="*/ 559502 h 3341254"/>
              <a:gd name="connsiteX11197" fmla="*/ 3616353 w 6545688"/>
              <a:gd name="connsiteY11197" fmla="*/ 560577 h 3341254"/>
              <a:gd name="connsiteX11198" fmla="*/ 3608514 w 6545688"/>
              <a:gd name="connsiteY11198" fmla="*/ 574180 h 3341254"/>
              <a:gd name="connsiteX11199" fmla="*/ 3607591 w 6545688"/>
              <a:gd name="connsiteY11199" fmla="*/ 574719 h 3341254"/>
              <a:gd name="connsiteX11200" fmla="*/ 3591913 w 6545688"/>
              <a:gd name="connsiteY11200" fmla="*/ 574719 h 3341254"/>
              <a:gd name="connsiteX11201" fmla="*/ 3590990 w 6545688"/>
              <a:gd name="connsiteY11201" fmla="*/ 574180 h 3341254"/>
              <a:gd name="connsiteX11202" fmla="*/ 3583151 w 6545688"/>
              <a:gd name="connsiteY11202" fmla="*/ 560577 h 3341254"/>
              <a:gd name="connsiteX11203" fmla="*/ 3583151 w 6545688"/>
              <a:gd name="connsiteY11203" fmla="*/ 559502 h 3341254"/>
              <a:gd name="connsiteX11204" fmla="*/ 3590990 w 6545688"/>
              <a:gd name="connsiteY11204" fmla="*/ 545898 h 3341254"/>
              <a:gd name="connsiteX11205" fmla="*/ 3591913 w 6545688"/>
              <a:gd name="connsiteY11205" fmla="*/ 545360 h 3341254"/>
              <a:gd name="connsiteX11206" fmla="*/ 2128063 w 6545688"/>
              <a:gd name="connsiteY11206" fmla="*/ 545053 h 3341254"/>
              <a:gd name="connsiteX11207" fmla="*/ 2144049 w 6545688"/>
              <a:gd name="connsiteY11207" fmla="*/ 545053 h 3341254"/>
              <a:gd name="connsiteX11208" fmla="*/ 2145049 w 6545688"/>
              <a:gd name="connsiteY11208" fmla="*/ 545590 h 3341254"/>
              <a:gd name="connsiteX11209" fmla="*/ 2153042 w 6545688"/>
              <a:gd name="connsiteY11209" fmla="*/ 559425 h 3341254"/>
              <a:gd name="connsiteX11210" fmla="*/ 2153042 w 6545688"/>
              <a:gd name="connsiteY11210" fmla="*/ 560577 h 3341254"/>
              <a:gd name="connsiteX11211" fmla="*/ 2145049 w 6545688"/>
              <a:gd name="connsiteY11211" fmla="*/ 574412 h 3341254"/>
              <a:gd name="connsiteX11212" fmla="*/ 2144049 w 6545688"/>
              <a:gd name="connsiteY11212" fmla="*/ 574949 h 3341254"/>
              <a:gd name="connsiteX11213" fmla="*/ 2128063 w 6545688"/>
              <a:gd name="connsiteY11213" fmla="*/ 574949 h 3341254"/>
              <a:gd name="connsiteX11214" fmla="*/ 2127065 w 6545688"/>
              <a:gd name="connsiteY11214" fmla="*/ 574412 h 3341254"/>
              <a:gd name="connsiteX11215" fmla="*/ 2119072 w 6545688"/>
              <a:gd name="connsiteY11215" fmla="*/ 560577 h 3341254"/>
              <a:gd name="connsiteX11216" fmla="*/ 2119072 w 6545688"/>
              <a:gd name="connsiteY11216" fmla="*/ 559425 h 3341254"/>
              <a:gd name="connsiteX11217" fmla="*/ 2127065 w 6545688"/>
              <a:gd name="connsiteY11217" fmla="*/ 545590 h 3341254"/>
              <a:gd name="connsiteX11218" fmla="*/ 2128063 w 6545688"/>
              <a:gd name="connsiteY11218" fmla="*/ 545053 h 3341254"/>
              <a:gd name="connsiteX11219" fmla="*/ 3225316 w 6545688"/>
              <a:gd name="connsiteY11219" fmla="*/ 544054 h 3341254"/>
              <a:gd name="connsiteX11220" fmla="*/ 3242302 w 6545688"/>
              <a:gd name="connsiteY11220" fmla="*/ 544054 h 3341254"/>
              <a:gd name="connsiteX11221" fmla="*/ 3243377 w 6545688"/>
              <a:gd name="connsiteY11221" fmla="*/ 544669 h 3341254"/>
              <a:gd name="connsiteX11222" fmla="*/ 3251909 w 6545688"/>
              <a:gd name="connsiteY11222" fmla="*/ 559425 h 3341254"/>
              <a:gd name="connsiteX11223" fmla="*/ 3251909 w 6545688"/>
              <a:gd name="connsiteY11223" fmla="*/ 560655 h 3341254"/>
              <a:gd name="connsiteX11224" fmla="*/ 3243377 w 6545688"/>
              <a:gd name="connsiteY11224" fmla="*/ 575410 h 3341254"/>
              <a:gd name="connsiteX11225" fmla="*/ 3242302 w 6545688"/>
              <a:gd name="connsiteY11225" fmla="*/ 576025 h 3341254"/>
              <a:gd name="connsiteX11226" fmla="*/ 3225316 w 6545688"/>
              <a:gd name="connsiteY11226" fmla="*/ 576025 h 3341254"/>
              <a:gd name="connsiteX11227" fmla="*/ 3224240 w 6545688"/>
              <a:gd name="connsiteY11227" fmla="*/ 575410 h 3341254"/>
              <a:gd name="connsiteX11228" fmla="*/ 3215709 w 6545688"/>
              <a:gd name="connsiteY11228" fmla="*/ 560655 h 3341254"/>
              <a:gd name="connsiteX11229" fmla="*/ 3215709 w 6545688"/>
              <a:gd name="connsiteY11229" fmla="*/ 559425 h 3341254"/>
              <a:gd name="connsiteX11230" fmla="*/ 3224240 w 6545688"/>
              <a:gd name="connsiteY11230" fmla="*/ 544669 h 3341254"/>
              <a:gd name="connsiteX11231" fmla="*/ 3225316 w 6545688"/>
              <a:gd name="connsiteY11231" fmla="*/ 544054 h 3341254"/>
              <a:gd name="connsiteX11232" fmla="*/ 2310515 w 6545688"/>
              <a:gd name="connsiteY11232" fmla="*/ 544054 h 3341254"/>
              <a:gd name="connsiteX11233" fmla="*/ 2327499 w 6545688"/>
              <a:gd name="connsiteY11233" fmla="*/ 544054 h 3341254"/>
              <a:gd name="connsiteX11234" fmla="*/ 2328576 w 6545688"/>
              <a:gd name="connsiteY11234" fmla="*/ 544669 h 3341254"/>
              <a:gd name="connsiteX11235" fmla="*/ 2337108 w 6545688"/>
              <a:gd name="connsiteY11235" fmla="*/ 559425 h 3341254"/>
              <a:gd name="connsiteX11236" fmla="*/ 2337108 w 6545688"/>
              <a:gd name="connsiteY11236" fmla="*/ 560655 h 3341254"/>
              <a:gd name="connsiteX11237" fmla="*/ 2328576 w 6545688"/>
              <a:gd name="connsiteY11237" fmla="*/ 575410 h 3341254"/>
              <a:gd name="connsiteX11238" fmla="*/ 2327499 w 6545688"/>
              <a:gd name="connsiteY11238" fmla="*/ 576025 h 3341254"/>
              <a:gd name="connsiteX11239" fmla="*/ 2310515 w 6545688"/>
              <a:gd name="connsiteY11239" fmla="*/ 576025 h 3341254"/>
              <a:gd name="connsiteX11240" fmla="*/ 2309439 w 6545688"/>
              <a:gd name="connsiteY11240" fmla="*/ 575410 h 3341254"/>
              <a:gd name="connsiteX11241" fmla="*/ 2300908 w 6545688"/>
              <a:gd name="connsiteY11241" fmla="*/ 560655 h 3341254"/>
              <a:gd name="connsiteX11242" fmla="*/ 2300908 w 6545688"/>
              <a:gd name="connsiteY11242" fmla="*/ 559425 h 3341254"/>
              <a:gd name="connsiteX11243" fmla="*/ 2309439 w 6545688"/>
              <a:gd name="connsiteY11243" fmla="*/ 544669 h 3341254"/>
              <a:gd name="connsiteX11244" fmla="*/ 2310515 w 6545688"/>
              <a:gd name="connsiteY11244" fmla="*/ 544054 h 3341254"/>
              <a:gd name="connsiteX11245" fmla="*/ 5329286 w 6545688"/>
              <a:gd name="connsiteY11245" fmla="*/ 543824 h 3341254"/>
              <a:gd name="connsiteX11246" fmla="*/ 5346580 w 6545688"/>
              <a:gd name="connsiteY11246" fmla="*/ 543824 h 3341254"/>
              <a:gd name="connsiteX11247" fmla="*/ 5347654 w 6545688"/>
              <a:gd name="connsiteY11247" fmla="*/ 544440 h 3341254"/>
              <a:gd name="connsiteX11248" fmla="*/ 5356338 w 6545688"/>
              <a:gd name="connsiteY11248" fmla="*/ 559426 h 3341254"/>
              <a:gd name="connsiteX11249" fmla="*/ 5356338 w 6545688"/>
              <a:gd name="connsiteY11249" fmla="*/ 560655 h 3341254"/>
              <a:gd name="connsiteX11250" fmla="*/ 5347654 w 6545688"/>
              <a:gd name="connsiteY11250" fmla="*/ 575642 h 3341254"/>
              <a:gd name="connsiteX11251" fmla="*/ 5346580 w 6545688"/>
              <a:gd name="connsiteY11251" fmla="*/ 576257 h 3341254"/>
              <a:gd name="connsiteX11252" fmla="*/ 5329286 w 6545688"/>
              <a:gd name="connsiteY11252" fmla="*/ 576257 h 3341254"/>
              <a:gd name="connsiteX11253" fmla="*/ 5328211 w 6545688"/>
              <a:gd name="connsiteY11253" fmla="*/ 575642 h 3341254"/>
              <a:gd name="connsiteX11254" fmla="*/ 5319526 w 6545688"/>
              <a:gd name="connsiteY11254" fmla="*/ 560655 h 3341254"/>
              <a:gd name="connsiteX11255" fmla="*/ 5319526 w 6545688"/>
              <a:gd name="connsiteY11255" fmla="*/ 559426 h 3341254"/>
              <a:gd name="connsiteX11256" fmla="*/ 5328211 w 6545688"/>
              <a:gd name="connsiteY11256" fmla="*/ 544440 h 3341254"/>
              <a:gd name="connsiteX11257" fmla="*/ 5329286 w 6545688"/>
              <a:gd name="connsiteY11257" fmla="*/ 543824 h 3341254"/>
              <a:gd name="connsiteX11258" fmla="*/ 2492969 w 6545688"/>
              <a:gd name="connsiteY11258" fmla="*/ 543056 h 3341254"/>
              <a:gd name="connsiteX11259" fmla="*/ 2511029 w 6545688"/>
              <a:gd name="connsiteY11259" fmla="*/ 543056 h 3341254"/>
              <a:gd name="connsiteX11260" fmla="*/ 2512106 w 6545688"/>
              <a:gd name="connsiteY11260" fmla="*/ 543671 h 3341254"/>
              <a:gd name="connsiteX11261" fmla="*/ 2521097 w 6545688"/>
              <a:gd name="connsiteY11261" fmla="*/ 559349 h 3341254"/>
              <a:gd name="connsiteX11262" fmla="*/ 2521097 w 6545688"/>
              <a:gd name="connsiteY11262" fmla="*/ 560655 h 3341254"/>
              <a:gd name="connsiteX11263" fmla="*/ 2512028 w 6545688"/>
              <a:gd name="connsiteY11263" fmla="*/ 576333 h 3341254"/>
              <a:gd name="connsiteX11264" fmla="*/ 2510952 w 6545688"/>
              <a:gd name="connsiteY11264" fmla="*/ 576948 h 3341254"/>
              <a:gd name="connsiteX11265" fmla="*/ 2492891 w 6545688"/>
              <a:gd name="connsiteY11265" fmla="*/ 576948 h 3341254"/>
              <a:gd name="connsiteX11266" fmla="*/ 2491814 w 6545688"/>
              <a:gd name="connsiteY11266" fmla="*/ 576333 h 3341254"/>
              <a:gd name="connsiteX11267" fmla="*/ 2482823 w 6545688"/>
              <a:gd name="connsiteY11267" fmla="*/ 560655 h 3341254"/>
              <a:gd name="connsiteX11268" fmla="*/ 2482823 w 6545688"/>
              <a:gd name="connsiteY11268" fmla="*/ 559349 h 3341254"/>
              <a:gd name="connsiteX11269" fmla="*/ 2491892 w 6545688"/>
              <a:gd name="connsiteY11269" fmla="*/ 543671 h 3341254"/>
              <a:gd name="connsiteX11270" fmla="*/ 2492969 w 6545688"/>
              <a:gd name="connsiteY11270" fmla="*/ 543056 h 3341254"/>
              <a:gd name="connsiteX11271" fmla="*/ 2950023 w 6545688"/>
              <a:gd name="connsiteY11271" fmla="*/ 542516 h 3341254"/>
              <a:gd name="connsiteX11272" fmla="*/ 2968698 w 6545688"/>
              <a:gd name="connsiteY11272" fmla="*/ 542516 h 3341254"/>
              <a:gd name="connsiteX11273" fmla="*/ 2969851 w 6545688"/>
              <a:gd name="connsiteY11273" fmla="*/ 543207 h 3341254"/>
              <a:gd name="connsiteX11274" fmla="*/ 2979150 w 6545688"/>
              <a:gd name="connsiteY11274" fmla="*/ 559347 h 3341254"/>
              <a:gd name="connsiteX11275" fmla="*/ 2979150 w 6545688"/>
              <a:gd name="connsiteY11275" fmla="*/ 560655 h 3341254"/>
              <a:gd name="connsiteX11276" fmla="*/ 2969775 w 6545688"/>
              <a:gd name="connsiteY11276" fmla="*/ 576794 h 3341254"/>
              <a:gd name="connsiteX11277" fmla="*/ 2968622 w 6545688"/>
              <a:gd name="connsiteY11277" fmla="*/ 577485 h 3341254"/>
              <a:gd name="connsiteX11278" fmla="*/ 2949945 w 6545688"/>
              <a:gd name="connsiteY11278" fmla="*/ 577485 h 3341254"/>
              <a:gd name="connsiteX11279" fmla="*/ 2948792 w 6545688"/>
              <a:gd name="connsiteY11279" fmla="*/ 576794 h 3341254"/>
              <a:gd name="connsiteX11280" fmla="*/ 2939493 w 6545688"/>
              <a:gd name="connsiteY11280" fmla="*/ 560655 h 3341254"/>
              <a:gd name="connsiteX11281" fmla="*/ 2939493 w 6545688"/>
              <a:gd name="connsiteY11281" fmla="*/ 559347 h 3341254"/>
              <a:gd name="connsiteX11282" fmla="*/ 2948870 w 6545688"/>
              <a:gd name="connsiteY11282" fmla="*/ 543207 h 3341254"/>
              <a:gd name="connsiteX11283" fmla="*/ 2950023 w 6545688"/>
              <a:gd name="connsiteY11283" fmla="*/ 542516 h 3341254"/>
              <a:gd name="connsiteX11284" fmla="*/ 5053994 w 6545688"/>
              <a:gd name="connsiteY11284" fmla="*/ 542364 h 3341254"/>
              <a:gd name="connsiteX11285" fmla="*/ 5072824 w 6545688"/>
              <a:gd name="connsiteY11285" fmla="*/ 542364 h 3341254"/>
              <a:gd name="connsiteX11286" fmla="*/ 5073977 w 6545688"/>
              <a:gd name="connsiteY11286" fmla="*/ 543056 h 3341254"/>
              <a:gd name="connsiteX11287" fmla="*/ 5083353 w 6545688"/>
              <a:gd name="connsiteY11287" fmla="*/ 559349 h 3341254"/>
              <a:gd name="connsiteX11288" fmla="*/ 5083353 w 6545688"/>
              <a:gd name="connsiteY11288" fmla="*/ 560657 h 3341254"/>
              <a:gd name="connsiteX11289" fmla="*/ 5073977 w 6545688"/>
              <a:gd name="connsiteY11289" fmla="*/ 576950 h 3341254"/>
              <a:gd name="connsiteX11290" fmla="*/ 5072824 w 6545688"/>
              <a:gd name="connsiteY11290" fmla="*/ 577641 h 3341254"/>
              <a:gd name="connsiteX11291" fmla="*/ 5053994 w 6545688"/>
              <a:gd name="connsiteY11291" fmla="*/ 577641 h 3341254"/>
              <a:gd name="connsiteX11292" fmla="*/ 5052842 w 6545688"/>
              <a:gd name="connsiteY11292" fmla="*/ 576950 h 3341254"/>
              <a:gd name="connsiteX11293" fmla="*/ 5043465 w 6545688"/>
              <a:gd name="connsiteY11293" fmla="*/ 560657 h 3341254"/>
              <a:gd name="connsiteX11294" fmla="*/ 5043465 w 6545688"/>
              <a:gd name="connsiteY11294" fmla="*/ 559349 h 3341254"/>
              <a:gd name="connsiteX11295" fmla="*/ 5052842 w 6545688"/>
              <a:gd name="connsiteY11295" fmla="*/ 543056 h 3341254"/>
              <a:gd name="connsiteX11296" fmla="*/ 5053994 w 6545688"/>
              <a:gd name="connsiteY11296" fmla="*/ 542364 h 3341254"/>
              <a:gd name="connsiteX11297" fmla="*/ 3864208 w 6545688"/>
              <a:gd name="connsiteY11297" fmla="*/ 541288 h 3341254"/>
              <a:gd name="connsiteX11298" fmla="*/ 3884191 w 6545688"/>
              <a:gd name="connsiteY11298" fmla="*/ 541288 h 3341254"/>
              <a:gd name="connsiteX11299" fmla="*/ 3885419 w 6545688"/>
              <a:gd name="connsiteY11299" fmla="*/ 541979 h 3341254"/>
              <a:gd name="connsiteX11300" fmla="*/ 3895411 w 6545688"/>
              <a:gd name="connsiteY11300" fmla="*/ 559349 h 3341254"/>
              <a:gd name="connsiteX11301" fmla="*/ 3895411 w 6545688"/>
              <a:gd name="connsiteY11301" fmla="*/ 560733 h 3341254"/>
              <a:gd name="connsiteX11302" fmla="*/ 3885419 w 6545688"/>
              <a:gd name="connsiteY11302" fmla="*/ 578100 h 3341254"/>
              <a:gd name="connsiteX11303" fmla="*/ 3884191 w 6545688"/>
              <a:gd name="connsiteY11303" fmla="*/ 578793 h 3341254"/>
              <a:gd name="connsiteX11304" fmla="*/ 3864208 w 6545688"/>
              <a:gd name="connsiteY11304" fmla="*/ 578793 h 3341254"/>
              <a:gd name="connsiteX11305" fmla="*/ 3862979 w 6545688"/>
              <a:gd name="connsiteY11305" fmla="*/ 578100 h 3341254"/>
              <a:gd name="connsiteX11306" fmla="*/ 3852987 w 6545688"/>
              <a:gd name="connsiteY11306" fmla="*/ 560733 h 3341254"/>
              <a:gd name="connsiteX11307" fmla="*/ 3852987 w 6545688"/>
              <a:gd name="connsiteY11307" fmla="*/ 559349 h 3341254"/>
              <a:gd name="connsiteX11308" fmla="*/ 3862979 w 6545688"/>
              <a:gd name="connsiteY11308" fmla="*/ 541979 h 3341254"/>
              <a:gd name="connsiteX11309" fmla="*/ 3864208 w 6545688"/>
              <a:gd name="connsiteY11309" fmla="*/ 541288 h 3341254"/>
              <a:gd name="connsiteX11310" fmla="*/ 4961844 w 6545688"/>
              <a:gd name="connsiteY11310" fmla="*/ 540980 h 3341254"/>
              <a:gd name="connsiteX11311" fmla="*/ 4982134 w 6545688"/>
              <a:gd name="connsiteY11311" fmla="*/ 540980 h 3341254"/>
              <a:gd name="connsiteX11312" fmla="*/ 4983363 w 6545688"/>
              <a:gd name="connsiteY11312" fmla="*/ 541672 h 3341254"/>
              <a:gd name="connsiteX11313" fmla="*/ 4993510 w 6545688"/>
              <a:gd name="connsiteY11313" fmla="*/ 559273 h 3341254"/>
              <a:gd name="connsiteX11314" fmla="*/ 4993510 w 6545688"/>
              <a:gd name="connsiteY11314" fmla="*/ 560733 h 3341254"/>
              <a:gd name="connsiteX11315" fmla="*/ 4983363 w 6545688"/>
              <a:gd name="connsiteY11315" fmla="*/ 578332 h 3341254"/>
              <a:gd name="connsiteX11316" fmla="*/ 4982134 w 6545688"/>
              <a:gd name="connsiteY11316" fmla="*/ 579023 h 3341254"/>
              <a:gd name="connsiteX11317" fmla="*/ 4961844 w 6545688"/>
              <a:gd name="connsiteY11317" fmla="*/ 579023 h 3341254"/>
              <a:gd name="connsiteX11318" fmla="*/ 4960616 w 6545688"/>
              <a:gd name="connsiteY11318" fmla="*/ 578332 h 3341254"/>
              <a:gd name="connsiteX11319" fmla="*/ 4950470 w 6545688"/>
              <a:gd name="connsiteY11319" fmla="*/ 560733 h 3341254"/>
              <a:gd name="connsiteX11320" fmla="*/ 4950470 w 6545688"/>
              <a:gd name="connsiteY11320" fmla="*/ 559273 h 3341254"/>
              <a:gd name="connsiteX11321" fmla="*/ 4960616 w 6545688"/>
              <a:gd name="connsiteY11321" fmla="*/ 541672 h 3341254"/>
              <a:gd name="connsiteX11322" fmla="*/ 4961844 w 6545688"/>
              <a:gd name="connsiteY11322" fmla="*/ 540980 h 3341254"/>
              <a:gd name="connsiteX11323" fmla="*/ 3498149 w 6545688"/>
              <a:gd name="connsiteY11323" fmla="*/ 540980 h 3341254"/>
              <a:gd name="connsiteX11324" fmla="*/ 3518438 w 6545688"/>
              <a:gd name="connsiteY11324" fmla="*/ 540980 h 3341254"/>
              <a:gd name="connsiteX11325" fmla="*/ 3519669 w 6545688"/>
              <a:gd name="connsiteY11325" fmla="*/ 541672 h 3341254"/>
              <a:gd name="connsiteX11326" fmla="*/ 3529814 w 6545688"/>
              <a:gd name="connsiteY11326" fmla="*/ 559273 h 3341254"/>
              <a:gd name="connsiteX11327" fmla="*/ 3529814 w 6545688"/>
              <a:gd name="connsiteY11327" fmla="*/ 560733 h 3341254"/>
              <a:gd name="connsiteX11328" fmla="*/ 3519669 w 6545688"/>
              <a:gd name="connsiteY11328" fmla="*/ 578332 h 3341254"/>
              <a:gd name="connsiteX11329" fmla="*/ 3518438 w 6545688"/>
              <a:gd name="connsiteY11329" fmla="*/ 579023 h 3341254"/>
              <a:gd name="connsiteX11330" fmla="*/ 3498149 w 6545688"/>
              <a:gd name="connsiteY11330" fmla="*/ 579023 h 3341254"/>
              <a:gd name="connsiteX11331" fmla="*/ 3496921 w 6545688"/>
              <a:gd name="connsiteY11331" fmla="*/ 578332 h 3341254"/>
              <a:gd name="connsiteX11332" fmla="*/ 3486775 w 6545688"/>
              <a:gd name="connsiteY11332" fmla="*/ 560733 h 3341254"/>
              <a:gd name="connsiteX11333" fmla="*/ 3486775 w 6545688"/>
              <a:gd name="connsiteY11333" fmla="*/ 559273 h 3341254"/>
              <a:gd name="connsiteX11334" fmla="*/ 3496921 w 6545688"/>
              <a:gd name="connsiteY11334" fmla="*/ 541672 h 3341254"/>
              <a:gd name="connsiteX11335" fmla="*/ 3498149 w 6545688"/>
              <a:gd name="connsiteY11335" fmla="*/ 540980 h 3341254"/>
              <a:gd name="connsiteX11336" fmla="*/ 3131244 w 6545688"/>
              <a:gd name="connsiteY11336" fmla="*/ 539289 h 3341254"/>
              <a:gd name="connsiteX11337" fmla="*/ 3153379 w 6545688"/>
              <a:gd name="connsiteY11337" fmla="*/ 539289 h 3341254"/>
              <a:gd name="connsiteX11338" fmla="*/ 3154764 w 6545688"/>
              <a:gd name="connsiteY11338" fmla="*/ 540058 h 3341254"/>
              <a:gd name="connsiteX11339" fmla="*/ 3165830 w 6545688"/>
              <a:gd name="connsiteY11339" fmla="*/ 559195 h 3341254"/>
              <a:gd name="connsiteX11340" fmla="*/ 3165830 w 6545688"/>
              <a:gd name="connsiteY11340" fmla="*/ 560731 h 3341254"/>
              <a:gd name="connsiteX11341" fmla="*/ 3154764 w 6545688"/>
              <a:gd name="connsiteY11341" fmla="*/ 579868 h 3341254"/>
              <a:gd name="connsiteX11342" fmla="*/ 3153379 w 6545688"/>
              <a:gd name="connsiteY11342" fmla="*/ 580637 h 3341254"/>
              <a:gd name="connsiteX11343" fmla="*/ 3131244 w 6545688"/>
              <a:gd name="connsiteY11343" fmla="*/ 580637 h 3341254"/>
              <a:gd name="connsiteX11344" fmla="*/ 3129862 w 6545688"/>
              <a:gd name="connsiteY11344" fmla="*/ 579868 h 3341254"/>
              <a:gd name="connsiteX11345" fmla="*/ 3118794 w 6545688"/>
              <a:gd name="connsiteY11345" fmla="*/ 560731 h 3341254"/>
              <a:gd name="connsiteX11346" fmla="*/ 3118794 w 6545688"/>
              <a:gd name="connsiteY11346" fmla="*/ 559195 h 3341254"/>
              <a:gd name="connsiteX11347" fmla="*/ 3129862 w 6545688"/>
              <a:gd name="connsiteY11347" fmla="*/ 540058 h 3341254"/>
              <a:gd name="connsiteX11348" fmla="*/ 3131244 w 6545688"/>
              <a:gd name="connsiteY11348" fmla="*/ 539289 h 3341254"/>
              <a:gd name="connsiteX11349" fmla="*/ 3679680 w 6545688"/>
              <a:gd name="connsiteY11349" fmla="*/ 538368 h 3341254"/>
              <a:gd name="connsiteX11350" fmla="*/ 3702813 w 6545688"/>
              <a:gd name="connsiteY11350" fmla="*/ 538368 h 3341254"/>
              <a:gd name="connsiteX11351" fmla="*/ 3704196 w 6545688"/>
              <a:gd name="connsiteY11351" fmla="*/ 539213 h 3341254"/>
              <a:gd name="connsiteX11352" fmla="*/ 3715723 w 6545688"/>
              <a:gd name="connsiteY11352" fmla="*/ 559273 h 3341254"/>
              <a:gd name="connsiteX11353" fmla="*/ 3715723 w 6545688"/>
              <a:gd name="connsiteY11353" fmla="*/ 560886 h 3341254"/>
              <a:gd name="connsiteX11354" fmla="*/ 3704120 w 6545688"/>
              <a:gd name="connsiteY11354" fmla="*/ 580946 h 3341254"/>
              <a:gd name="connsiteX11355" fmla="*/ 3702736 w 6545688"/>
              <a:gd name="connsiteY11355" fmla="*/ 581791 h 3341254"/>
              <a:gd name="connsiteX11356" fmla="*/ 3679602 w 6545688"/>
              <a:gd name="connsiteY11356" fmla="*/ 581791 h 3341254"/>
              <a:gd name="connsiteX11357" fmla="*/ 3678220 w 6545688"/>
              <a:gd name="connsiteY11357" fmla="*/ 580946 h 3341254"/>
              <a:gd name="connsiteX11358" fmla="*/ 3666691 w 6545688"/>
              <a:gd name="connsiteY11358" fmla="*/ 560886 h 3341254"/>
              <a:gd name="connsiteX11359" fmla="*/ 3666691 w 6545688"/>
              <a:gd name="connsiteY11359" fmla="*/ 559273 h 3341254"/>
              <a:gd name="connsiteX11360" fmla="*/ 3678297 w 6545688"/>
              <a:gd name="connsiteY11360" fmla="*/ 539213 h 3341254"/>
              <a:gd name="connsiteX11361" fmla="*/ 3679680 w 6545688"/>
              <a:gd name="connsiteY11361" fmla="*/ 538368 h 3341254"/>
              <a:gd name="connsiteX11362" fmla="*/ 4777165 w 6545688"/>
              <a:gd name="connsiteY11362" fmla="*/ 537907 h 3341254"/>
              <a:gd name="connsiteX11363" fmla="*/ 4800758 w 6545688"/>
              <a:gd name="connsiteY11363" fmla="*/ 537907 h 3341254"/>
              <a:gd name="connsiteX11364" fmla="*/ 4802218 w 6545688"/>
              <a:gd name="connsiteY11364" fmla="*/ 538752 h 3341254"/>
              <a:gd name="connsiteX11365" fmla="*/ 4813977 w 6545688"/>
              <a:gd name="connsiteY11365" fmla="*/ 559195 h 3341254"/>
              <a:gd name="connsiteX11366" fmla="*/ 4813977 w 6545688"/>
              <a:gd name="connsiteY11366" fmla="*/ 560886 h 3341254"/>
              <a:gd name="connsiteX11367" fmla="*/ 4802142 w 6545688"/>
              <a:gd name="connsiteY11367" fmla="*/ 581330 h 3341254"/>
              <a:gd name="connsiteX11368" fmla="*/ 4800682 w 6545688"/>
              <a:gd name="connsiteY11368" fmla="*/ 582175 h 3341254"/>
              <a:gd name="connsiteX11369" fmla="*/ 4777087 w 6545688"/>
              <a:gd name="connsiteY11369" fmla="*/ 582175 h 3341254"/>
              <a:gd name="connsiteX11370" fmla="*/ 4775627 w 6545688"/>
              <a:gd name="connsiteY11370" fmla="*/ 581330 h 3341254"/>
              <a:gd name="connsiteX11371" fmla="*/ 4763868 w 6545688"/>
              <a:gd name="connsiteY11371" fmla="*/ 560886 h 3341254"/>
              <a:gd name="connsiteX11372" fmla="*/ 4763868 w 6545688"/>
              <a:gd name="connsiteY11372" fmla="*/ 559195 h 3341254"/>
              <a:gd name="connsiteX11373" fmla="*/ 4775705 w 6545688"/>
              <a:gd name="connsiteY11373" fmla="*/ 538752 h 3341254"/>
              <a:gd name="connsiteX11374" fmla="*/ 4777165 w 6545688"/>
              <a:gd name="connsiteY11374" fmla="*/ 537907 h 3341254"/>
              <a:gd name="connsiteX11375" fmla="*/ 2398669 w 6545688"/>
              <a:gd name="connsiteY11375" fmla="*/ 537907 h 3341254"/>
              <a:gd name="connsiteX11376" fmla="*/ 2422264 w 6545688"/>
              <a:gd name="connsiteY11376" fmla="*/ 537907 h 3341254"/>
              <a:gd name="connsiteX11377" fmla="*/ 2423724 w 6545688"/>
              <a:gd name="connsiteY11377" fmla="*/ 538752 h 3341254"/>
              <a:gd name="connsiteX11378" fmla="*/ 2435481 w 6545688"/>
              <a:gd name="connsiteY11378" fmla="*/ 559195 h 3341254"/>
              <a:gd name="connsiteX11379" fmla="*/ 2435481 w 6545688"/>
              <a:gd name="connsiteY11379" fmla="*/ 560886 h 3341254"/>
              <a:gd name="connsiteX11380" fmla="*/ 2423646 w 6545688"/>
              <a:gd name="connsiteY11380" fmla="*/ 581330 h 3341254"/>
              <a:gd name="connsiteX11381" fmla="*/ 2422186 w 6545688"/>
              <a:gd name="connsiteY11381" fmla="*/ 582175 h 3341254"/>
              <a:gd name="connsiteX11382" fmla="*/ 2398591 w 6545688"/>
              <a:gd name="connsiteY11382" fmla="*/ 582175 h 3341254"/>
              <a:gd name="connsiteX11383" fmla="*/ 2397131 w 6545688"/>
              <a:gd name="connsiteY11383" fmla="*/ 581330 h 3341254"/>
              <a:gd name="connsiteX11384" fmla="*/ 2385373 w 6545688"/>
              <a:gd name="connsiteY11384" fmla="*/ 560886 h 3341254"/>
              <a:gd name="connsiteX11385" fmla="*/ 2385373 w 6545688"/>
              <a:gd name="connsiteY11385" fmla="*/ 559195 h 3341254"/>
              <a:gd name="connsiteX11386" fmla="*/ 2397209 w 6545688"/>
              <a:gd name="connsiteY11386" fmla="*/ 538752 h 3341254"/>
              <a:gd name="connsiteX11387" fmla="*/ 2398669 w 6545688"/>
              <a:gd name="connsiteY11387" fmla="*/ 537907 h 3341254"/>
              <a:gd name="connsiteX11388" fmla="*/ 4868621 w 6545688"/>
              <a:gd name="connsiteY11388" fmla="*/ 537753 h 3341254"/>
              <a:gd name="connsiteX11389" fmla="*/ 4892369 w 6545688"/>
              <a:gd name="connsiteY11389" fmla="*/ 537753 h 3341254"/>
              <a:gd name="connsiteX11390" fmla="*/ 4893829 w 6545688"/>
              <a:gd name="connsiteY11390" fmla="*/ 538598 h 3341254"/>
              <a:gd name="connsiteX11391" fmla="*/ 4905664 w 6545688"/>
              <a:gd name="connsiteY11391" fmla="*/ 559195 h 3341254"/>
              <a:gd name="connsiteX11392" fmla="*/ 4905664 w 6545688"/>
              <a:gd name="connsiteY11392" fmla="*/ 560886 h 3341254"/>
              <a:gd name="connsiteX11393" fmla="*/ 4893754 w 6545688"/>
              <a:gd name="connsiteY11393" fmla="*/ 581484 h 3341254"/>
              <a:gd name="connsiteX11394" fmla="*/ 4892291 w 6545688"/>
              <a:gd name="connsiteY11394" fmla="*/ 582328 h 3341254"/>
              <a:gd name="connsiteX11395" fmla="*/ 4868545 w 6545688"/>
              <a:gd name="connsiteY11395" fmla="*/ 582328 h 3341254"/>
              <a:gd name="connsiteX11396" fmla="*/ 4867083 w 6545688"/>
              <a:gd name="connsiteY11396" fmla="*/ 581484 h 3341254"/>
              <a:gd name="connsiteX11397" fmla="*/ 4855247 w 6545688"/>
              <a:gd name="connsiteY11397" fmla="*/ 560886 h 3341254"/>
              <a:gd name="connsiteX11398" fmla="*/ 4855247 w 6545688"/>
              <a:gd name="connsiteY11398" fmla="*/ 559195 h 3341254"/>
              <a:gd name="connsiteX11399" fmla="*/ 4867161 w 6545688"/>
              <a:gd name="connsiteY11399" fmla="*/ 538598 h 3341254"/>
              <a:gd name="connsiteX11400" fmla="*/ 4868621 w 6545688"/>
              <a:gd name="connsiteY11400" fmla="*/ 537753 h 3341254"/>
              <a:gd name="connsiteX11401" fmla="*/ 2215139 w 6545688"/>
              <a:gd name="connsiteY11401" fmla="*/ 536906 h 3341254"/>
              <a:gd name="connsiteX11402" fmla="*/ 2239810 w 6545688"/>
              <a:gd name="connsiteY11402" fmla="*/ 536906 h 3341254"/>
              <a:gd name="connsiteX11403" fmla="*/ 2241346 w 6545688"/>
              <a:gd name="connsiteY11403" fmla="*/ 537751 h 3341254"/>
              <a:gd name="connsiteX11404" fmla="*/ 2253643 w 6545688"/>
              <a:gd name="connsiteY11404" fmla="*/ 559117 h 3341254"/>
              <a:gd name="connsiteX11405" fmla="*/ 2253643 w 6545688"/>
              <a:gd name="connsiteY11405" fmla="*/ 560885 h 3341254"/>
              <a:gd name="connsiteX11406" fmla="*/ 2241346 w 6545688"/>
              <a:gd name="connsiteY11406" fmla="*/ 582251 h 3341254"/>
              <a:gd name="connsiteX11407" fmla="*/ 2239810 w 6545688"/>
              <a:gd name="connsiteY11407" fmla="*/ 583095 h 3341254"/>
              <a:gd name="connsiteX11408" fmla="*/ 2215139 w 6545688"/>
              <a:gd name="connsiteY11408" fmla="*/ 583095 h 3341254"/>
              <a:gd name="connsiteX11409" fmla="*/ 2213601 w 6545688"/>
              <a:gd name="connsiteY11409" fmla="*/ 582251 h 3341254"/>
              <a:gd name="connsiteX11410" fmla="*/ 2201304 w 6545688"/>
              <a:gd name="connsiteY11410" fmla="*/ 560885 h 3341254"/>
              <a:gd name="connsiteX11411" fmla="*/ 2201304 w 6545688"/>
              <a:gd name="connsiteY11411" fmla="*/ 559117 h 3341254"/>
              <a:gd name="connsiteX11412" fmla="*/ 2213601 w 6545688"/>
              <a:gd name="connsiteY11412" fmla="*/ 537751 h 3341254"/>
              <a:gd name="connsiteX11413" fmla="*/ 2215139 w 6545688"/>
              <a:gd name="connsiteY11413" fmla="*/ 536906 h 3341254"/>
              <a:gd name="connsiteX11414" fmla="*/ 4043587 w 6545688"/>
              <a:gd name="connsiteY11414" fmla="*/ 534677 h 3341254"/>
              <a:gd name="connsiteX11415" fmla="*/ 4070639 w 6545688"/>
              <a:gd name="connsiteY11415" fmla="*/ 534677 h 3341254"/>
              <a:gd name="connsiteX11416" fmla="*/ 4072253 w 6545688"/>
              <a:gd name="connsiteY11416" fmla="*/ 535600 h 3341254"/>
              <a:gd name="connsiteX11417" fmla="*/ 4085780 w 6545688"/>
              <a:gd name="connsiteY11417" fmla="*/ 559041 h 3341254"/>
              <a:gd name="connsiteX11418" fmla="*/ 4085780 w 6545688"/>
              <a:gd name="connsiteY11418" fmla="*/ 560962 h 3341254"/>
              <a:gd name="connsiteX11419" fmla="*/ 4072253 w 6545688"/>
              <a:gd name="connsiteY11419" fmla="*/ 584402 h 3341254"/>
              <a:gd name="connsiteX11420" fmla="*/ 4070639 w 6545688"/>
              <a:gd name="connsiteY11420" fmla="*/ 585324 h 3341254"/>
              <a:gd name="connsiteX11421" fmla="*/ 4043587 w 6545688"/>
              <a:gd name="connsiteY11421" fmla="*/ 585324 h 3341254"/>
              <a:gd name="connsiteX11422" fmla="*/ 4041973 w 6545688"/>
              <a:gd name="connsiteY11422" fmla="*/ 584402 h 3341254"/>
              <a:gd name="connsiteX11423" fmla="*/ 4028446 w 6545688"/>
              <a:gd name="connsiteY11423" fmla="*/ 560962 h 3341254"/>
              <a:gd name="connsiteX11424" fmla="*/ 4028446 w 6545688"/>
              <a:gd name="connsiteY11424" fmla="*/ 559041 h 3341254"/>
              <a:gd name="connsiteX11425" fmla="*/ 4041973 w 6545688"/>
              <a:gd name="connsiteY11425" fmla="*/ 535600 h 3341254"/>
              <a:gd name="connsiteX11426" fmla="*/ 4043587 w 6545688"/>
              <a:gd name="connsiteY11426" fmla="*/ 534677 h 3341254"/>
              <a:gd name="connsiteX11427" fmla="*/ 4226347 w 6545688"/>
              <a:gd name="connsiteY11427" fmla="*/ 534294 h 3341254"/>
              <a:gd name="connsiteX11428" fmla="*/ 4253860 w 6545688"/>
              <a:gd name="connsiteY11428" fmla="*/ 534294 h 3341254"/>
              <a:gd name="connsiteX11429" fmla="*/ 4255550 w 6545688"/>
              <a:gd name="connsiteY11429" fmla="*/ 535292 h 3341254"/>
              <a:gd name="connsiteX11430" fmla="*/ 4269308 w 6545688"/>
              <a:gd name="connsiteY11430" fmla="*/ 559117 h 3341254"/>
              <a:gd name="connsiteX11431" fmla="*/ 4269308 w 6545688"/>
              <a:gd name="connsiteY11431" fmla="*/ 561038 h 3341254"/>
              <a:gd name="connsiteX11432" fmla="*/ 4255550 w 6545688"/>
              <a:gd name="connsiteY11432" fmla="*/ 584865 h 3341254"/>
              <a:gd name="connsiteX11433" fmla="*/ 4253860 w 6545688"/>
              <a:gd name="connsiteY11433" fmla="*/ 585863 h 3341254"/>
              <a:gd name="connsiteX11434" fmla="*/ 4226347 w 6545688"/>
              <a:gd name="connsiteY11434" fmla="*/ 585863 h 3341254"/>
              <a:gd name="connsiteX11435" fmla="*/ 4224655 w 6545688"/>
              <a:gd name="connsiteY11435" fmla="*/ 584865 h 3341254"/>
              <a:gd name="connsiteX11436" fmla="*/ 4210898 w 6545688"/>
              <a:gd name="connsiteY11436" fmla="*/ 561038 h 3341254"/>
              <a:gd name="connsiteX11437" fmla="*/ 4210898 w 6545688"/>
              <a:gd name="connsiteY11437" fmla="*/ 559117 h 3341254"/>
              <a:gd name="connsiteX11438" fmla="*/ 4224655 w 6545688"/>
              <a:gd name="connsiteY11438" fmla="*/ 535292 h 3341254"/>
              <a:gd name="connsiteX11439" fmla="*/ 4226347 w 6545688"/>
              <a:gd name="connsiteY11439" fmla="*/ 534294 h 3341254"/>
              <a:gd name="connsiteX11440" fmla="*/ 5506589 w 6545688"/>
              <a:gd name="connsiteY11440" fmla="*/ 533295 h 3341254"/>
              <a:gd name="connsiteX11441" fmla="*/ 5535103 w 6545688"/>
              <a:gd name="connsiteY11441" fmla="*/ 533295 h 3341254"/>
              <a:gd name="connsiteX11442" fmla="*/ 5536870 w 6545688"/>
              <a:gd name="connsiteY11442" fmla="*/ 534294 h 3341254"/>
              <a:gd name="connsiteX11443" fmla="*/ 5551088 w 6545688"/>
              <a:gd name="connsiteY11443" fmla="*/ 558965 h 3341254"/>
              <a:gd name="connsiteX11444" fmla="*/ 5551088 w 6545688"/>
              <a:gd name="connsiteY11444" fmla="*/ 560962 h 3341254"/>
              <a:gd name="connsiteX11445" fmla="*/ 5536794 w 6545688"/>
              <a:gd name="connsiteY11445" fmla="*/ 585634 h 3341254"/>
              <a:gd name="connsiteX11446" fmla="*/ 5535025 w 6545688"/>
              <a:gd name="connsiteY11446" fmla="*/ 586632 h 3341254"/>
              <a:gd name="connsiteX11447" fmla="*/ 5506513 w 6545688"/>
              <a:gd name="connsiteY11447" fmla="*/ 586632 h 3341254"/>
              <a:gd name="connsiteX11448" fmla="*/ 5504745 w 6545688"/>
              <a:gd name="connsiteY11448" fmla="*/ 585634 h 3341254"/>
              <a:gd name="connsiteX11449" fmla="*/ 5490527 w 6545688"/>
              <a:gd name="connsiteY11449" fmla="*/ 560962 h 3341254"/>
              <a:gd name="connsiteX11450" fmla="*/ 5490527 w 6545688"/>
              <a:gd name="connsiteY11450" fmla="*/ 558965 h 3341254"/>
              <a:gd name="connsiteX11451" fmla="*/ 5504822 w 6545688"/>
              <a:gd name="connsiteY11451" fmla="*/ 534294 h 3341254"/>
              <a:gd name="connsiteX11452" fmla="*/ 5506589 w 6545688"/>
              <a:gd name="connsiteY11452" fmla="*/ 533295 h 3341254"/>
              <a:gd name="connsiteX11453" fmla="*/ 4499948 w 6545688"/>
              <a:gd name="connsiteY11453" fmla="*/ 532756 h 3341254"/>
              <a:gd name="connsiteX11454" fmla="*/ 4529078 w 6545688"/>
              <a:gd name="connsiteY11454" fmla="*/ 532756 h 3341254"/>
              <a:gd name="connsiteX11455" fmla="*/ 4530845 w 6545688"/>
              <a:gd name="connsiteY11455" fmla="*/ 533755 h 3341254"/>
              <a:gd name="connsiteX11456" fmla="*/ 4545370 w 6545688"/>
              <a:gd name="connsiteY11456" fmla="*/ 558963 h 3341254"/>
              <a:gd name="connsiteX11457" fmla="*/ 4545370 w 6545688"/>
              <a:gd name="connsiteY11457" fmla="*/ 561038 h 3341254"/>
              <a:gd name="connsiteX11458" fmla="*/ 4530767 w 6545688"/>
              <a:gd name="connsiteY11458" fmla="*/ 586247 h 3341254"/>
              <a:gd name="connsiteX11459" fmla="*/ 4529000 w 6545688"/>
              <a:gd name="connsiteY11459" fmla="*/ 587246 h 3341254"/>
              <a:gd name="connsiteX11460" fmla="*/ 4499872 w 6545688"/>
              <a:gd name="connsiteY11460" fmla="*/ 587246 h 3341254"/>
              <a:gd name="connsiteX11461" fmla="*/ 4498105 w 6545688"/>
              <a:gd name="connsiteY11461" fmla="*/ 586247 h 3341254"/>
              <a:gd name="connsiteX11462" fmla="*/ 4483579 w 6545688"/>
              <a:gd name="connsiteY11462" fmla="*/ 561038 h 3341254"/>
              <a:gd name="connsiteX11463" fmla="*/ 4483579 w 6545688"/>
              <a:gd name="connsiteY11463" fmla="*/ 558963 h 3341254"/>
              <a:gd name="connsiteX11464" fmla="*/ 4498181 w 6545688"/>
              <a:gd name="connsiteY11464" fmla="*/ 533755 h 3341254"/>
              <a:gd name="connsiteX11465" fmla="*/ 4499948 w 6545688"/>
              <a:gd name="connsiteY11465" fmla="*/ 532756 h 3341254"/>
              <a:gd name="connsiteX11466" fmla="*/ 4682785 w 6545688"/>
              <a:gd name="connsiteY11466" fmla="*/ 532448 h 3341254"/>
              <a:gd name="connsiteX11467" fmla="*/ 4712223 w 6545688"/>
              <a:gd name="connsiteY11467" fmla="*/ 532448 h 3341254"/>
              <a:gd name="connsiteX11468" fmla="*/ 4713990 w 6545688"/>
              <a:gd name="connsiteY11468" fmla="*/ 533525 h 3341254"/>
              <a:gd name="connsiteX11469" fmla="*/ 4728669 w 6545688"/>
              <a:gd name="connsiteY11469" fmla="*/ 559041 h 3341254"/>
              <a:gd name="connsiteX11470" fmla="*/ 4728669 w 6545688"/>
              <a:gd name="connsiteY11470" fmla="*/ 561116 h 3341254"/>
              <a:gd name="connsiteX11471" fmla="*/ 4713912 w 6545688"/>
              <a:gd name="connsiteY11471" fmla="*/ 586630 h 3341254"/>
              <a:gd name="connsiteX11472" fmla="*/ 4712144 w 6545688"/>
              <a:gd name="connsiteY11472" fmla="*/ 587707 h 3341254"/>
              <a:gd name="connsiteX11473" fmla="*/ 4682710 w 6545688"/>
              <a:gd name="connsiteY11473" fmla="*/ 587707 h 3341254"/>
              <a:gd name="connsiteX11474" fmla="*/ 4680942 w 6545688"/>
              <a:gd name="connsiteY11474" fmla="*/ 586630 h 3341254"/>
              <a:gd name="connsiteX11475" fmla="*/ 4666263 w 6545688"/>
              <a:gd name="connsiteY11475" fmla="*/ 561116 h 3341254"/>
              <a:gd name="connsiteX11476" fmla="*/ 4666263 w 6545688"/>
              <a:gd name="connsiteY11476" fmla="*/ 559041 h 3341254"/>
              <a:gd name="connsiteX11477" fmla="*/ 4681018 w 6545688"/>
              <a:gd name="connsiteY11477" fmla="*/ 533525 h 3341254"/>
              <a:gd name="connsiteX11478" fmla="*/ 4682785 w 6545688"/>
              <a:gd name="connsiteY11478" fmla="*/ 532448 h 3341254"/>
              <a:gd name="connsiteX11479" fmla="*/ 4408261 w 6545688"/>
              <a:gd name="connsiteY11479" fmla="*/ 532295 h 3341254"/>
              <a:gd name="connsiteX11480" fmla="*/ 4437850 w 6545688"/>
              <a:gd name="connsiteY11480" fmla="*/ 532295 h 3341254"/>
              <a:gd name="connsiteX11481" fmla="*/ 4439617 w 6545688"/>
              <a:gd name="connsiteY11481" fmla="*/ 533371 h 3341254"/>
              <a:gd name="connsiteX11482" fmla="*/ 4454373 w 6545688"/>
              <a:gd name="connsiteY11482" fmla="*/ 558963 h 3341254"/>
              <a:gd name="connsiteX11483" fmla="*/ 4454373 w 6545688"/>
              <a:gd name="connsiteY11483" fmla="*/ 561038 h 3341254"/>
              <a:gd name="connsiteX11484" fmla="*/ 4439542 w 6545688"/>
              <a:gd name="connsiteY11484" fmla="*/ 586630 h 3341254"/>
              <a:gd name="connsiteX11485" fmla="*/ 4437774 w 6545688"/>
              <a:gd name="connsiteY11485" fmla="*/ 587707 h 3341254"/>
              <a:gd name="connsiteX11486" fmla="*/ 4408183 w 6545688"/>
              <a:gd name="connsiteY11486" fmla="*/ 587707 h 3341254"/>
              <a:gd name="connsiteX11487" fmla="*/ 4406416 w 6545688"/>
              <a:gd name="connsiteY11487" fmla="*/ 586630 h 3341254"/>
              <a:gd name="connsiteX11488" fmla="*/ 4391660 w 6545688"/>
              <a:gd name="connsiteY11488" fmla="*/ 561038 h 3341254"/>
              <a:gd name="connsiteX11489" fmla="*/ 4391660 w 6545688"/>
              <a:gd name="connsiteY11489" fmla="*/ 558963 h 3341254"/>
              <a:gd name="connsiteX11490" fmla="*/ 4406493 w 6545688"/>
              <a:gd name="connsiteY11490" fmla="*/ 533371 h 3341254"/>
              <a:gd name="connsiteX11491" fmla="*/ 4408261 w 6545688"/>
              <a:gd name="connsiteY11491" fmla="*/ 532295 h 3341254"/>
              <a:gd name="connsiteX11492" fmla="*/ 4316036 w 6545688"/>
              <a:gd name="connsiteY11492" fmla="*/ 530913 h 3341254"/>
              <a:gd name="connsiteX11493" fmla="*/ 4347085 w 6545688"/>
              <a:gd name="connsiteY11493" fmla="*/ 530913 h 3341254"/>
              <a:gd name="connsiteX11494" fmla="*/ 4349006 w 6545688"/>
              <a:gd name="connsiteY11494" fmla="*/ 531989 h 3341254"/>
              <a:gd name="connsiteX11495" fmla="*/ 4364532 w 6545688"/>
              <a:gd name="connsiteY11495" fmla="*/ 558887 h 3341254"/>
              <a:gd name="connsiteX11496" fmla="*/ 4364532 w 6545688"/>
              <a:gd name="connsiteY11496" fmla="*/ 561116 h 3341254"/>
              <a:gd name="connsiteX11497" fmla="*/ 4349006 w 6545688"/>
              <a:gd name="connsiteY11497" fmla="*/ 588016 h 3341254"/>
              <a:gd name="connsiteX11498" fmla="*/ 4347085 w 6545688"/>
              <a:gd name="connsiteY11498" fmla="*/ 589091 h 3341254"/>
              <a:gd name="connsiteX11499" fmla="*/ 4316036 w 6545688"/>
              <a:gd name="connsiteY11499" fmla="*/ 589091 h 3341254"/>
              <a:gd name="connsiteX11500" fmla="*/ 4314115 w 6545688"/>
              <a:gd name="connsiteY11500" fmla="*/ 588016 h 3341254"/>
              <a:gd name="connsiteX11501" fmla="*/ 4298591 w 6545688"/>
              <a:gd name="connsiteY11501" fmla="*/ 561116 h 3341254"/>
              <a:gd name="connsiteX11502" fmla="*/ 4298591 w 6545688"/>
              <a:gd name="connsiteY11502" fmla="*/ 558887 h 3341254"/>
              <a:gd name="connsiteX11503" fmla="*/ 4314115 w 6545688"/>
              <a:gd name="connsiteY11503" fmla="*/ 531989 h 3341254"/>
              <a:gd name="connsiteX11504" fmla="*/ 4316036 w 6545688"/>
              <a:gd name="connsiteY11504" fmla="*/ 530913 h 3341254"/>
              <a:gd name="connsiteX11505" fmla="*/ 5139225 w 6545688"/>
              <a:gd name="connsiteY11505" fmla="*/ 530605 h 3341254"/>
              <a:gd name="connsiteX11506" fmla="*/ 5170581 w 6545688"/>
              <a:gd name="connsiteY11506" fmla="*/ 530605 h 3341254"/>
              <a:gd name="connsiteX11507" fmla="*/ 5172502 w 6545688"/>
              <a:gd name="connsiteY11507" fmla="*/ 531681 h 3341254"/>
              <a:gd name="connsiteX11508" fmla="*/ 5188182 w 6545688"/>
              <a:gd name="connsiteY11508" fmla="*/ 558811 h 3341254"/>
              <a:gd name="connsiteX11509" fmla="*/ 5188182 w 6545688"/>
              <a:gd name="connsiteY11509" fmla="*/ 561040 h 3341254"/>
              <a:gd name="connsiteX11510" fmla="*/ 5172502 w 6545688"/>
              <a:gd name="connsiteY11510" fmla="*/ 588168 h 3341254"/>
              <a:gd name="connsiteX11511" fmla="*/ 5170581 w 6545688"/>
              <a:gd name="connsiteY11511" fmla="*/ 589245 h 3341254"/>
              <a:gd name="connsiteX11512" fmla="*/ 5139225 w 6545688"/>
              <a:gd name="connsiteY11512" fmla="*/ 589245 h 3341254"/>
              <a:gd name="connsiteX11513" fmla="*/ 5137303 w 6545688"/>
              <a:gd name="connsiteY11513" fmla="*/ 588168 h 3341254"/>
              <a:gd name="connsiteX11514" fmla="*/ 5121625 w 6545688"/>
              <a:gd name="connsiteY11514" fmla="*/ 561040 h 3341254"/>
              <a:gd name="connsiteX11515" fmla="*/ 5121625 w 6545688"/>
              <a:gd name="connsiteY11515" fmla="*/ 558811 h 3341254"/>
              <a:gd name="connsiteX11516" fmla="*/ 5137303 w 6545688"/>
              <a:gd name="connsiteY11516" fmla="*/ 531681 h 3341254"/>
              <a:gd name="connsiteX11517" fmla="*/ 5139225 w 6545688"/>
              <a:gd name="connsiteY11517" fmla="*/ 530605 h 3341254"/>
              <a:gd name="connsiteX11518" fmla="*/ 4590176 w 6545688"/>
              <a:gd name="connsiteY11518" fmla="*/ 530373 h 3341254"/>
              <a:gd name="connsiteX11519" fmla="*/ 4621839 w 6545688"/>
              <a:gd name="connsiteY11519" fmla="*/ 530373 h 3341254"/>
              <a:gd name="connsiteX11520" fmla="*/ 4623761 w 6545688"/>
              <a:gd name="connsiteY11520" fmla="*/ 531526 h 3341254"/>
              <a:gd name="connsiteX11521" fmla="*/ 4639592 w 6545688"/>
              <a:gd name="connsiteY11521" fmla="*/ 558963 h 3341254"/>
              <a:gd name="connsiteX11522" fmla="*/ 4639592 w 6545688"/>
              <a:gd name="connsiteY11522" fmla="*/ 561192 h 3341254"/>
              <a:gd name="connsiteX11523" fmla="*/ 4623761 w 6545688"/>
              <a:gd name="connsiteY11523" fmla="*/ 588630 h 3341254"/>
              <a:gd name="connsiteX11524" fmla="*/ 4621839 w 6545688"/>
              <a:gd name="connsiteY11524" fmla="*/ 589782 h 3341254"/>
              <a:gd name="connsiteX11525" fmla="*/ 4590176 w 6545688"/>
              <a:gd name="connsiteY11525" fmla="*/ 589782 h 3341254"/>
              <a:gd name="connsiteX11526" fmla="*/ 4588254 w 6545688"/>
              <a:gd name="connsiteY11526" fmla="*/ 588630 h 3341254"/>
              <a:gd name="connsiteX11527" fmla="*/ 4572422 w 6545688"/>
              <a:gd name="connsiteY11527" fmla="*/ 561192 h 3341254"/>
              <a:gd name="connsiteX11528" fmla="*/ 4572422 w 6545688"/>
              <a:gd name="connsiteY11528" fmla="*/ 558963 h 3341254"/>
              <a:gd name="connsiteX11529" fmla="*/ 4588254 w 6545688"/>
              <a:gd name="connsiteY11529" fmla="*/ 531526 h 3341254"/>
              <a:gd name="connsiteX11530" fmla="*/ 4590176 w 6545688"/>
              <a:gd name="connsiteY11530" fmla="*/ 530373 h 3341254"/>
              <a:gd name="connsiteX11531" fmla="*/ 4132736 w 6545688"/>
              <a:gd name="connsiteY11531" fmla="*/ 530222 h 3341254"/>
              <a:gd name="connsiteX11532" fmla="*/ 4164555 w 6545688"/>
              <a:gd name="connsiteY11532" fmla="*/ 530222 h 3341254"/>
              <a:gd name="connsiteX11533" fmla="*/ 4166476 w 6545688"/>
              <a:gd name="connsiteY11533" fmla="*/ 531374 h 3341254"/>
              <a:gd name="connsiteX11534" fmla="*/ 4182384 w 6545688"/>
              <a:gd name="connsiteY11534" fmla="*/ 558965 h 3341254"/>
              <a:gd name="connsiteX11535" fmla="*/ 4182384 w 6545688"/>
              <a:gd name="connsiteY11535" fmla="*/ 561194 h 3341254"/>
              <a:gd name="connsiteX11536" fmla="*/ 4166476 w 6545688"/>
              <a:gd name="connsiteY11536" fmla="*/ 588785 h 3341254"/>
              <a:gd name="connsiteX11537" fmla="*/ 4164555 w 6545688"/>
              <a:gd name="connsiteY11537" fmla="*/ 589938 h 3341254"/>
              <a:gd name="connsiteX11538" fmla="*/ 4132736 w 6545688"/>
              <a:gd name="connsiteY11538" fmla="*/ 589938 h 3341254"/>
              <a:gd name="connsiteX11539" fmla="*/ 4130815 w 6545688"/>
              <a:gd name="connsiteY11539" fmla="*/ 588785 h 3341254"/>
              <a:gd name="connsiteX11540" fmla="*/ 4114907 w 6545688"/>
              <a:gd name="connsiteY11540" fmla="*/ 561194 h 3341254"/>
              <a:gd name="connsiteX11541" fmla="*/ 4114907 w 6545688"/>
              <a:gd name="connsiteY11541" fmla="*/ 558965 h 3341254"/>
              <a:gd name="connsiteX11542" fmla="*/ 4130815 w 6545688"/>
              <a:gd name="connsiteY11542" fmla="*/ 531374 h 3341254"/>
              <a:gd name="connsiteX11543" fmla="*/ 4132736 w 6545688"/>
              <a:gd name="connsiteY11543" fmla="*/ 530222 h 3341254"/>
              <a:gd name="connsiteX11544" fmla="*/ 5412904 w 6545688"/>
              <a:gd name="connsiteY11544" fmla="*/ 529067 h 3341254"/>
              <a:gd name="connsiteX11545" fmla="*/ 5445876 w 6545688"/>
              <a:gd name="connsiteY11545" fmla="*/ 529067 h 3341254"/>
              <a:gd name="connsiteX11546" fmla="*/ 5447873 w 6545688"/>
              <a:gd name="connsiteY11546" fmla="*/ 530220 h 3341254"/>
              <a:gd name="connsiteX11547" fmla="*/ 5464398 w 6545688"/>
              <a:gd name="connsiteY11547" fmla="*/ 558809 h 3341254"/>
              <a:gd name="connsiteX11548" fmla="*/ 5464398 w 6545688"/>
              <a:gd name="connsiteY11548" fmla="*/ 561116 h 3341254"/>
              <a:gd name="connsiteX11549" fmla="*/ 5447873 w 6545688"/>
              <a:gd name="connsiteY11549" fmla="*/ 589706 h 3341254"/>
              <a:gd name="connsiteX11550" fmla="*/ 5445876 w 6545688"/>
              <a:gd name="connsiteY11550" fmla="*/ 590858 h 3341254"/>
              <a:gd name="connsiteX11551" fmla="*/ 5412904 w 6545688"/>
              <a:gd name="connsiteY11551" fmla="*/ 590858 h 3341254"/>
              <a:gd name="connsiteX11552" fmla="*/ 5410907 w 6545688"/>
              <a:gd name="connsiteY11552" fmla="*/ 589706 h 3341254"/>
              <a:gd name="connsiteX11553" fmla="*/ 5394383 w 6545688"/>
              <a:gd name="connsiteY11553" fmla="*/ 561116 h 3341254"/>
              <a:gd name="connsiteX11554" fmla="*/ 5394383 w 6545688"/>
              <a:gd name="connsiteY11554" fmla="*/ 558809 h 3341254"/>
              <a:gd name="connsiteX11555" fmla="*/ 5410907 w 6545688"/>
              <a:gd name="connsiteY11555" fmla="*/ 530220 h 3341254"/>
              <a:gd name="connsiteX11556" fmla="*/ 5412904 w 6545688"/>
              <a:gd name="connsiteY11556" fmla="*/ 529067 h 3341254"/>
              <a:gd name="connsiteX11557" fmla="*/ 5228222 w 6545688"/>
              <a:gd name="connsiteY11557" fmla="*/ 525918 h 3341254"/>
              <a:gd name="connsiteX11558" fmla="*/ 5264650 w 6545688"/>
              <a:gd name="connsiteY11558" fmla="*/ 525918 h 3341254"/>
              <a:gd name="connsiteX11559" fmla="*/ 5266879 w 6545688"/>
              <a:gd name="connsiteY11559" fmla="*/ 527224 h 3341254"/>
              <a:gd name="connsiteX11560" fmla="*/ 5285094 w 6545688"/>
              <a:gd name="connsiteY11560" fmla="*/ 558811 h 3341254"/>
              <a:gd name="connsiteX11561" fmla="*/ 5285094 w 6545688"/>
              <a:gd name="connsiteY11561" fmla="*/ 561424 h 3341254"/>
              <a:gd name="connsiteX11562" fmla="*/ 5266879 w 6545688"/>
              <a:gd name="connsiteY11562" fmla="*/ 593011 h 3341254"/>
              <a:gd name="connsiteX11563" fmla="*/ 5264650 w 6545688"/>
              <a:gd name="connsiteY11563" fmla="*/ 594318 h 3341254"/>
              <a:gd name="connsiteX11564" fmla="*/ 5228222 w 6545688"/>
              <a:gd name="connsiteY11564" fmla="*/ 594318 h 3341254"/>
              <a:gd name="connsiteX11565" fmla="*/ 5225993 w 6545688"/>
              <a:gd name="connsiteY11565" fmla="*/ 593011 h 3341254"/>
              <a:gd name="connsiteX11566" fmla="*/ 5207779 w 6545688"/>
              <a:gd name="connsiteY11566" fmla="*/ 561424 h 3341254"/>
              <a:gd name="connsiteX11567" fmla="*/ 5207779 w 6545688"/>
              <a:gd name="connsiteY11567" fmla="*/ 558811 h 3341254"/>
              <a:gd name="connsiteX11568" fmla="*/ 5225993 w 6545688"/>
              <a:gd name="connsiteY11568" fmla="*/ 527224 h 3341254"/>
              <a:gd name="connsiteX11569" fmla="*/ 5228222 w 6545688"/>
              <a:gd name="connsiteY11569" fmla="*/ 525918 h 3341254"/>
              <a:gd name="connsiteX11570" fmla="*/ 3139085 w 6545688"/>
              <a:gd name="connsiteY11570" fmla="*/ 474578 h 3341254"/>
              <a:gd name="connsiteX11571" fmla="*/ 3145618 w 6545688"/>
              <a:gd name="connsiteY11571" fmla="*/ 474578 h 3341254"/>
              <a:gd name="connsiteX11572" fmla="*/ 3146001 w 6545688"/>
              <a:gd name="connsiteY11572" fmla="*/ 474807 h 3341254"/>
              <a:gd name="connsiteX11573" fmla="*/ 3149307 w 6545688"/>
              <a:gd name="connsiteY11573" fmla="*/ 480495 h 3341254"/>
              <a:gd name="connsiteX11574" fmla="*/ 3149307 w 6545688"/>
              <a:gd name="connsiteY11574" fmla="*/ 480957 h 3341254"/>
              <a:gd name="connsiteX11575" fmla="*/ 3146001 w 6545688"/>
              <a:gd name="connsiteY11575" fmla="*/ 486645 h 3341254"/>
              <a:gd name="connsiteX11576" fmla="*/ 3145618 w 6545688"/>
              <a:gd name="connsiteY11576" fmla="*/ 486874 h 3341254"/>
              <a:gd name="connsiteX11577" fmla="*/ 3139085 w 6545688"/>
              <a:gd name="connsiteY11577" fmla="*/ 486874 h 3341254"/>
              <a:gd name="connsiteX11578" fmla="*/ 3138702 w 6545688"/>
              <a:gd name="connsiteY11578" fmla="*/ 486645 h 3341254"/>
              <a:gd name="connsiteX11579" fmla="*/ 3135396 w 6545688"/>
              <a:gd name="connsiteY11579" fmla="*/ 480957 h 3341254"/>
              <a:gd name="connsiteX11580" fmla="*/ 3135396 w 6545688"/>
              <a:gd name="connsiteY11580" fmla="*/ 480495 h 3341254"/>
              <a:gd name="connsiteX11581" fmla="*/ 3138702 w 6545688"/>
              <a:gd name="connsiteY11581" fmla="*/ 474807 h 3341254"/>
              <a:gd name="connsiteX11582" fmla="*/ 3139085 w 6545688"/>
              <a:gd name="connsiteY11582" fmla="*/ 474578 h 3341254"/>
              <a:gd name="connsiteX11583" fmla="*/ 6157856 w 6545688"/>
              <a:gd name="connsiteY11583" fmla="*/ 474424 h 3341254"/>
              <a:gd name="connsiteX11584" fmla="*/ 6164541 w 6545688"/>
              <a:gd name="connsiteY11584" fmla="*/ 474424 h 3341254"/>
              <a:gd name="connsiteX11585" fmla="*/ 6164926 w 6545688"/>
              <a:gd name="connsiteY11585" fmla="*/ 474654 h 3341254"/>
              <a:gd name="connsiteX11586" fmla="*/ 6168307 w 6545688"/>
              <a:gd name="connsiteY11586" fmla="*/ 480495 h 3341254"/>
              <a:gd name="connsiteX11587" fmla="*/ 6168307 w 6545688"/>
              <a:gd name="connsiteY11587" fmla="*/ 480957 h 3341254"/>
              <a:gd name="connsiteX11588" fmla="*/ 6164926 w 6545688"/>
              <a:gd name="connsiteY11588" fmla="*/ 486797 h 3341254"/>
              <a:gd name="connsiteX11589" fmla="*/ 6164541 w 6545688"/>
              <a:gd name="connsiteY11589" fmla="*/ 487028 h 3341254"/>
              <a:gd name="connsiteX11590" fmla="*/ 6157856 w 6545688"/>
              <a:gd name="connsiteY11590" fmla="*/ 487028 h 3341254"/>
              <a:gd name="connsiteX11591" fmla="*/ 6157471 w 6545688"/>
              <a:gd name="connsiteY11591" fmla="*/ 486797 h 3341254"/>
              <a:gd name="connsiteX11592" fmla="*/ 6154089 w 6545688"/>
              <a:gd name="connsiteY11592" fmla="*/ 480957 h 3341254"/>
              <a:gd name="connsiteX11593" fmla="*/ 6154089 w 6545688"/>
              <a:gd name="connsiteY11593" fmla="*/ 480495 h 3341254"/>
              <a:gd name="connsiteX11594" fmla="*/ 6157471 w 6545688"/>
              <a:gd name="connsiteY11594" fmla="*/ 474654 h 3341254"/>
              <a:gd name="connsiteX11595" fmla="*/ 6157856 w 6545688"/>
              <a:gd name="connsiteY11595" fmla="*/ 474424 h 3341254"/>
              <a:gd name="connsiteX11596" fmla="*/ 2406816 w 6545688"/>
              <a:gd name="connsiteY11596" fmla="*/ 473887 h 3341254"/>
              <a:gd name="connsiteX11597" fmla="*/ 2414117 w 6545688"/>
              <a:gd name="connsiteY11597" fmla="*/ 473887 h 3341254"/>
              <a:gd name="connsiteX11598" fmla="*/ 2414579 w 6545688"/>
              <a:gd name="connsiteY11598" fmla="*/ 474116 h 3341254"/>
              <a:gd name="connsiteX11599" fmla="*/ 2418267 w 6545688"/>
              <a:gd name="connsiteY11599" fmla="*/ 480419 h 3341254"/>
              <a:gd name="connsiteX11600" fmla="*/ 2418267 w 6545688"/>
              <a:gd name="connsiteY11600" fmla="*/ 480957 h 3341254"/>
              <a:gd name="connsiteX11601" fmla="*/ 2414579 w 6545688"/>
              <a:gd name="connsiteY11601" fmla="*/ 487260 h 3341254"/>
              <a:gd name="connsiteX11602" fmla="*/ 2414117 w 6545688"/>
              <a:gd name="connsiteY11602" fmla="*/ 487490 h 3341254"/>
              <a:gd name="connsiteX11603" fmla="*/ 2406816 w 6545688"/>
              <a:gd name="connsiteY11603" fmla="*/ 487490 h 3341254"/>
              <a:gd name="connsiteX11604" fmla="*/ 2406354 w 6545688"/>
              <a:gd name="connsiteY11604" fmla="*/ 487260 h 3341254"/>
              <a:gd name="connsiteX11605" fmla="*/ 2402665 w 6545688"/>
              <a:gd name="connsiteY11605" fmla="*/ 480957 h 3341254"/>
              <a:gd name="connsiteX11606" fmla="*/ 2402665 w 6545688"/>
              <a:gd name="connsiteY11606" fmla="*/ 480419 h 3341254"/>
              <a:gd name="connsiteX11607" fmla="*/ 2406354 w 6545688"/>
              <a:gd name="connsiteY11607" fmla="*/ 474116 h 3341254"/>
              <a:gd name="connsiteX11608" fmla="*/ 2406816 w 6545688"/>
              <a:gd name="connsiteY11608" fmla="*/ 473887 h 3341254"/>
              <a:gd name="connsiteX11609" fmla="*/ 3321383 w 6545688"/>
              <a:gd name="connsiteY11609" fmla="*/ 473425 h 3341254"/>
              <a:gd name="connsiteX11610" fmla="*/ 3329146 w 6545688"/>
              <a:gd name="connsiteY11610" fmla="*/ 473425 h 3341254"/>
              <a:gd name="connsiteX11611" fmla="*/ 3329608 w 6545688"/>
              <a:gd name="connsiteY11611" fmla="*/ 473733 h 3341254"/>
              <a:gd name="connsiteX11612" fmla="*/ 3333451 w 6545688"/>
              <a:gd name="connsiteY11612" fmla="*/ 480495 h 3341254"/>
              <a:gd name="connsiteX11613" fmla="*/ 3333451 w 6545688"/>
              <a:gd name="connsiteY11613" fmla="*/ 481035 h 3341254"/>
              <a:gd name="connsiteX11614" fmla="*/ 3329530 w 6545688"/>
              <a:gd name="connsiteY11614" fmla="*/ 487797 h 3341254"/>
              <a:gd name="connsiteX11615" fmla="*/ 3329070 w 6545688"/>
              <a:gd name="connsiteY11615" fmla="*/ 488105 h 3341254"/>
              <a:gd name="connsiteX11616" fmla="*/ 3321307 w 6545688"/>
              <a:gd name="connsiteY11616" fmla="*/ 488105 h 3341254"/>
              <a:gd name="connsiteX11617" fmla="*/ 3320846 w 6545688"/>
              <a:gd name="connsiteY11617" fmla="*/ 487797 h 3341254"/>
              <a:gd name="connsiteX11618" fmla="*/ 3317003 w 6545688"/>
              <a:gd name="connsiteY11618" fmla="*/ 481035 h 3341254"/>
              <a:gd name="connsiteX11619" fmla="*/ 3317003 w 6545688"/>
              <a:gd name="connsiteY11619" fmla="*/ 480495 h 3341254"/>
              <a:gd name="connsiteX11620" fmla="*/ 3320924 w 6545688"/>
              <a:gd name="connsiteY11620" fmla="*/ 473733 h 3341254"/>
              <a:gd name="connsiteX11621" fmla="*/ 3321383 w 6545688"/>
              <a:gd name="connsiteY11621" fmla="*/ 473425 h 3341254"/>
              <a:gd name="connsiteX11622" fmla="*/ 3046629 w 6545688"/>
              <a:gd name="connsiteY11622" fmla="*/ 472886 h 3341254"/>
              <a:gd name="connsiteX11623" fmla="*/ 3055008 w 6545688"/>
              <a:gd name="connsiteY11623" fmla="*/ 472886 h 3341254"/>
              <a:gd name="connsiteX11624" fmla="*/ 3055545 w 6545688"/>
              <a:gd name="connsiteY11624" fmla="*/ 473194 h 3341254"/>
              <a:gd name="connsiteX11625" fmla="*/ 3059695 w 6545688"/>
              <a:gd name="connsiteY11625" fmla="*/ 480418 h 3341254"/>
              <a:gd name="connsiteX11626" fmla="*/ 3059695 w 6545688"/>
              <a:gd name="connsiteY11626" fmla="*/ 481033 h 3341254"/>
              <a:gd name="connsiteX11627" fmla="*/ 3055545 w 6545688"/>
              <a:gd name="connsiteY11627" fmla="*/ 488257 h 3341254"/>
              <a:gd name="connsiteX11628" fmla="*/ 3055008 w 6545688"/>
              <a:gd name="connsiteY11628" fmla="*/ 488564 h 3341254"/>
              <a:gd name="connsiteX11629" fmla="*/ 3046629 w 6545688"/>
              <a:gd name="connsiteY11629" fmla="*/ 488564 h 3341254"/>
              <a:gd name="connsiteX11630" fmla="*/ 3046092 w 6545688"/>
              <a:gd name="connsiteY11630" fmla="*/ 488257 h 3341254"/>
              <a:gd name="connsiteX11631" fmla="*/ 3041941 w 6545688"/>
              <a:gd name="connsiteY11631" fmla="*/ 481033 h 3341254"/>
              <a:gd name="connsiteX11632" fmla="*/ 3041941 w 6545688"/>
              <a:gd name="connsiteY11632" fmla="*/ 480418 h 3341254"/>
              <a:gd name="connsiteX11633" fmla="*/ 3046092 w 6545688"/>
              <a:gd name="connsiteY11633" fmla="*/ 473194 h 3341254"/>
              <a:gd name="connsiteX11634" fmla="*/ 3046629 w 6545688"/>
              <a:gd name="connsiteY11634" fmla="*/ 472886 h 3341254"/>
              <a:gd name="connsiteX11635" fmla="*/ 2131598 w 6545688"/>
              <a:gd name="connsiteY11635" fmla="*/ 472503 h 3341254"/>
              <a:gd name="connsiteX11636" fmla="*/ 2140436 w 6545688"/>
              <a:gd name="connsiteY11636" fmla="*/ 472503 h 3341254"/>
              <a:gd name="connsiteX11637" fmla="*/ 2140975 w 6545688"/>
              <a:gd name="connsiteY11637" fmla="*/ 472810 h 3341254"/>
              <a:gd name="connsiteX11638" fmla="*/ 2145355 w 6545688"/>
              <a:gd name="connsiteY11638" fmla="*/ 480419 h 3341254"/>
              <a:gd name="connsiteX11639" fmla="*/ 2145355 w 6545688"/>
              <a:gd name="connsiteY11639" fmla="*/ 481033 h 3341254"/>
              <a:gd name="connsiteX11640" fmla="*/ 2140975 w 6545688"/>
              <a:gd name="connsiteY11640" fmla="*/ 488642 h 3341254"/>
              <a:gd name="connsiteX11641" fmla="*/ 2140436 w 6545688"/>
              <a:gd name="connsiteY11641" fmla="*/ 488950 h 3341254"/>
              <a:gd name="connsiteX11642" fmla="*/ 2131598 w 6545688"/>
              <a:gd name="connsiteY11642" fmla="*/ 488950 h 3341254"/>
              <a:gd name="connsiteX11643" fmla="*/ 2131059 w 6545688"/>
              <a:gd name="connsiteY11643" fmla="*/ 488642 h 3341254"/>
              <a:gd name="connsiteX11644" fmla="*/ 2126679 w 6545688"/>
              <a:gd name="connsiteY11644" fmla="*/ 481033 h 3341254"/>
              <a:gd name="connsiteX11645" fmla="*/ 2126679 w 6545688"/>
              <a:gd name="connsiteY11645" fmla="*/ 480419 h 3341254"/>
              <a:gd name="connsiteX11646" fmla="*/ 2131059 w 6545688"/>
              <a:gd name="connsiteY11646" fmla="*/ 472810 h 3341254"/>
              <a:gd name="connsiteX11647" fmla="*/ 2131598 w 6545688"/>
              <a:gd name="connsiteY11647" fmla="*/ 472503 h 3341254"/>
              <a:gd name="connsiteX11648" fmla="*/ 4052578 w 6545688"/>
              <a:gd name="connsiteY11648" fmla="*/ 472195 h 3341254"/>
              <a:gd name="connsiteX11649" fmla="*/ 4061723 w 6545688"/>
              <a:gd name="connsiteY11649" fmla="*/ 472195 h 3341254"/>
              <a:gd name="connsiteX11650" fmla="*/ 4062261 w 6545688"/>
              <a:gd name="connsiteY11650" fmla="*/ 472503 h 3341254"/>
              <a:gd name="connsiteX11651" fmla="*/ 4066796 w 6545688"/>
              <a:gd name="connsiteY11651" fmla="*/ 480419 h 3341254"/>
              <a:gd name="connsiteX11652" fmla="*/ 4066796 w 6545688"/>
              <a:gd name="connsiteY11652" fmla="*/ 481033 h 3341254"/>
              <a:gd name="connsiteX11653" fmla="*/ 4062261 w 6545688"/>
              <a:gd name="connsiteY11653" fmla="*/ 488950 h 3341254"/>
              <a:gd name="connsiteX11654" fmla="*/ 4061723 w 6545688"/>
              <a:gd name="connsiteY11654" fmla="*/ 489257 h 3341254"/>
              <a:gd name="connsiteX11655" fmla="*/ 4052578 w 6545688"/>
              <a:gd name="connsiteY11655" fmla="*/ 489257 h 3341254"/>
              <a:gd name="connsiteX11656" fmla="*/ 4052039 w 6545688"/>
              <a:gd name="connsiteY11656" fmla="*/ 488950 h 3341254"/>
              <a:gd name="connsiteX11657" fmla="*/ 4047505 w 6545688"/>
              <a:gd name="connsiteY11657" fmla="*/ 481033 h 3341254"/>
              <a:gd name="connsiteX11658" fmla="*/ 4047505 w 6545688"/>
              <a:gd name="connsiteY11658" fmla="*/ 480419 h 3341254"/>
              <a:gd name="connsiteX11659" fmla="*/ 4052039 w 6545688"/>
              <a:gd name="connsiteY11659" fmla="*/ 472503 h 3341254"/>
              <a:gd name="connsiteX11660" fmla="*/ 4052578 w 6545688"/>
              <a:gd name="connsiteY11660" fmla="*/ 472195 h 3341254"/>
              <a:gd name="connsiteX11661" fmla="*/ 3778132 w 6545688"/>
              <a:gd name="connsiteY11661" fmla="*/ 472195 h 3341254"/>
              <a:gd name="connsiteX11662" fmla="*/ 3787277 w 6545688"/>
              <a:gd name="connsiteY11662" fmla="*/ 472195 h 3341254"/>
              <a:gd name="connsiteX11663" fmla="*/ 3787814 w 6545688"/>
              <a:gd name="connsiteY11663" fmla="*/ 472503 h 3341254"/>
              <a:gd name="connsiteX11664" fmla="*/ 3792350 w 6545688"/>
              <a:gd name="connsiteY11664" fmla="*/ 480419 h 3341254"/>
              <a:gd name="connsiteX11665" fmla="*/ 3792350 w 6545688"/>
              <a:gd name="connsiteY11665" fmla="*/ 481033 h 3341254"/>
              <a:gd name="connsiteX11666" fmla="*/ 3787814 w 6545688"/>
              <a:gd name="connsiteY11666" fmla="*/ 488950 h 3341254"/>
              <a:gd name="connsiteX11667" fmla="*/ 3787277 w 6545688"/>
              <a:gd name="connsiteY11667" fmla="*/ 489257 h 3341254"/>
              <a:gd name="connsiteX11668" fmla="*/ 3778132 w 6545688"/>
              <a:gd name="connsiteY11668" fmla="*/ 489257 h 3341254"/>
              <a:gd name="connsiteX11669" fmla="*/ 3777592 w 6545688"/>
              <a:gd name="connsiteY11669" fmla="*/ 488950 h 3341254"/>
              <a:gd name="connsiteX11670" fmla="*/ 3773059 w 6545688"/>
              <a:gd name="connsiteY11670" fmla="*/ 481033 h 3341254"/>
              <a:gd name="connsiteX11671" fmla="*/ 3773059 w 6545688"/>
              <a:gd name="connsiteY11671" fmla="*/ 480419 h 3341254"/>
              <a:gd name="connsiteX11672" fmla="*/ 3777592 w 6545688"/>
              <a:gd name="connsiteY11672" fmla="*/ 472503 h 3341254"/>
              <a:gd name="connsiteX11673" fmla="*/ 3778132 w 6545688"/>
              <a:gd name="connsiteY11673" fmla="*/ 472195 h 3341254"/>
              <a:gd name="connsiteX11674" fmla="*/ 5699112 w 6545688"/>
              <a:gd name="connsiteY11674" fmla="*/ 471887 h 3341254"/>
              <a:gd name="connsiteX11675" fmla="*/ 5708489 w 6545688"/>
              <a:gd name="connsiteY11675" fmla="*/ 471887 h 3341254"/>
              <a:gd name="connsiteX11676" fmla="*/ 5709026 w 6545688"/>
              <a:gd name="connsiteY11676" fmla="*/ 472195 h 3341254"/>
              <a:gd name="connsiteX11677" fmla="*/ 5713714 w 6545688"/>
              <a:gd name="connsiteY11677" fmla="*/ 480342 h 3341254"/>
              <a:gd name="connsiteX11678" fmla="*/ 5713714 w 6545688"/>
              <a:gd name="connsiteY11678" fmla="*/ 481033 h 3341254"/>
              <a:gd name="connsiteX11679" fmla="*/ 5709026 w 6545688"/>
              <a:gd name="connsiteY11679" fmla="*/ 489179 h 3341254"/>
              <a:gd name="connsiteX11680" fmla="*/ 5708489 w 6545688"/>
              <a:gd name="connsiteY11680" fmla="*/ 489487 h 3341254"/>
              <a:gd name="connsiteX11681" fmla="*/ 5699112 w 6545688"/>
              <a:gd name="connsiteY11681" fmla="*/ 489487 h 3341254"/>
              <a:gd name="connsiteX11682" fmla="*/ 5698573 w 6545688"/>
              <a:gd name="connsiteY11682" fmla="*/ 489179 h 3341254"/>
              <a:gd name="connsiteX11683" fmla="*/ 5693886 w 6545688"/>
              <a:gd name="connsiteY11683" fmla="*/ 481033 h 3341254"/>
              <a:gd name="connsiteX11684" fmla="*/ 5693886 w 6545688"/>
              <a:gd name="connsiteY11684" fmla="*/ 480342 h 3341254"/>
              <a:gd name="connsiteX11685" fmla="*/ 5698573 w 6545688"/>
              <a:gd name="connsiteY11685" fmla="*/ 472195 h 3341254"/>
              <a:gd name="connsiteX11686" fmla="*/ 5699112 w 6545688"/>
              <a:gd name="connsiteY11686" fmla="*/ 471887 h 3341254"/>
              <a:gd name="connsiteX11687" fmla="*/ 3503607 w 6545688"/>
              <a:gd name="connsiteY11687" fmla="*/ 471887 h 3341254"/>
              <a:gd name="connsiteX11688" fmla="*/ 3512982 w 6545688"/>
              <a:gd name="connsiteY11688" fmla="*/ 471887 h 3341254"/>
              <a:gd name="connsiteX11689" fmla="*/ 3513521 w 6545688"/>
              <a:gd name="connsiteY11689" fmla="*/ 472195 h 3341254"/>
              <a:gd name="connsiteX11690" fmla="*/ 3518209 w 6545688"/>
              <a:gd name="connsiteY11690" fmla="*/ 480342 h 3341254"/>
              <a:gd name="connsiteX11691" fmla="*/ 3518209 w 6545688"/>
              <a:gd name="connsiteY11691" fmla="*/ 481033 h 3341254"/>
              <a:gd name="connsiteX11692" fmla="*/ 3513521 w 6545688"/>
              <a:gd name="connsiteY11692" fmla="*/ 489179 h 3341254"/>
              <a:gd name="connsiteX11693" fmla="*/ 3512982 w 6545688"/>
              <a:gd name="connsiteY11693" fmla="*/ 489487 h 3341254"/>
              <a:gd name="connsiteX11694" fmla="*/ 3503607 w 6545688"/>
              <a:gd name="connsiteY11694" fmla="*/ 489487 h 3341254"/>
              <a:gd name="connsiteX11695" fmla="*/ 3503069 w 6545688"/>
              <a:gd name="connsiteY11695" fmla="*/ 489179 h 3341254"/>
              <a:gd name="connsiteX11696" fmla="*/ 3498381 w 6545688"/>
              <a:gd name="connsiteY11696" fmla="*/ 481033 h 3341254"/>
              <a:gd name="connsiteX11697" fmla="*/ 3498381 w 6545688"/>
              <a:gd name="connsiteY11697" fmla="*/ 480342 h 3341254"/>
              <a:gd name="connsiteX11698" fmla="*/ 3503069 w 6545688"/>
              <a:gd name="connsiteY11698" fmla="*/ 472195 h 3341254"/>
              <a:gd name="connsiteX11699" fmla="*/ 3503607 w 6545688"/>
              <a:gd name="connsiteY11699" fmla="*/ 471887 h 3341254"/>
              <a:gd name="connsiteX11700" fmla="*/ 3229005 w 6545688"/>
              <a:gd name="connsiteY11700" fmla="*/ 471658 h 3341254"/>
              <a:gd name="connsiteX11701" fmla="*/ 3238690 w 6545688"/>
              <a:gd name="connsiteY11701" fmla="*/ 471658 h 3341254"/>
              <a:gd name="connsiteX11702" fmla="*/ 3239305 w 6545688"/>
              <a:gd name="connsiteY11702" fmla="*/ 471965 h 3341254"/>
              <a:gd name="connsiteX11703" fmla="*/ 3244146 w 6545688"/>
              <a:gd name="connsiteY11703" fmla="*/ 480342 h 3341254"/>
              <a:gd name="connsiteX11704" fmla="*/ 3244146 w 6545688"/>
              <a:gd name="connsiteY11704" fmla="*/ 481035 h 3341254"/>
              <a:gd name="connsiteX11705" fmla="*/ 3239305 w 6545688"/>
              <a:gd name="connsiteY11705" fmla="*/ 489411 h 3341254"/>
              <a:gd name="connsiteX11706" fmla="*/ 3238690 w 6545688"/>
              <a:gd name="connsiteY11706" fmla="*/ 489718 h 3341254"/>
              <a:gd name="connsiteX11707" fmla="*/ 3229005 w 6545688"/>
              <a:gd name="connsiteY11707" fmla="*/ 489718 h 3341254"/>
              <a:gd name="connsiteX11708" fmla="*/ 3228390 w 6545688"/>
              <a:gd name="connsiteY11708" fmla="*/ 489411 h 3341254"/>
              <a:gd name="connsiteX11709" fmla="*/ 3223548 w 6545688"/>
              <a:gd name="connsiteY11709" fmla="*/ 481035 h 3341254"/>
              <a:gd name="connsiteX11710" fmla="*/ 3223548 w 6545688"/>
              <a:gd name="connsiteY11710" fmla="*/ 480342 h 3341254"/>
              <a:gd name="connsiteX11711" fmla="*/ 3228390 w 6545688"/>
              <a:gd name="connsiteY11711" fmla="*/ 471965 h 3341254"/>
              <a:gd name="connsiteX11712" fmla="*/ 3229005 w 6545688"/>
              <a:gd name="connsiteY11712" fmla="*/ 471658 h 3341254"/>
              <a:gd name="connsiteX11713" fmla="*/ 1947379 w 6545688"/>
              <a:gd name="connsiteY11713" fmla="*/ 470120 h 3341254"/>
              <a:gd name="connsiteX11714" fmla="*/ 1958753 w 6545688"/>
              <a:gd name="connsiteY11714" fmla="*/ 470120 h 3341254"/>
              <a:gd name="connsiteX11715" fmla="*/ 1959446 w 6545688"/>
              <a:gd name="connsiteY11715" fmla="*/ 470503 h 3341254"/>
              <a:gd name="connsiteX11716" fmla="*/ 1965132 w 6545688"/>
              <a:gd name="connsiteY11716" fmla="*/ 480342 h 3341254"/>
              <a:gd name="connsiteX11717" fmla="*/ 1965132 w 6545688"/>
              <a:gd name="connsiteY11717" fmla="*/ 481111 h 3341254"/>
              <a:gd name="connsiteX11718" fmla="*/ 1959446 w 6545688"/>
              <a:gd name="connsiteY11718" fmla="*/ 490947 h 3341254"/>
              <a:gd name="connsiteX11719" fmla="*/ 1958753 w 6545688"/>
              <a:gd name="connsiteY11719" fmla="*/ 491332 h 3341254"/>
              <a:gd name="connsiteX11720" fmla="*/ 1947379 w 6545688"/>
              <a:gd name="connsiteY11720" fmla="*/ 491332 h 3341254"/>
              <a:gd name="connsiteX11721" fmla="*/ 1946688 w 6545688"/>
              <a:gd name="connsiteY11721" fmla="*/ 490947 h 3341254"/>
              <a:gd name="connsiteX11722" fmla="*/ 1941000 w 6545688"/>
              <a:gd name="connsiteY11722" fmla="*/ 481111 h 3341254"/>
              <a:gd name="connsiteX11723" fmla="*/ 1941000 w 6545688"/>
              <a:gd name="connsiteY11723" fmla="*/ 480342 h 3341254"/>
              <a:gd name="connsiteX11724" fmla="*/ 1946688 w 6545688"/>
              <a:gd name="connsiteY11724" fmla="*/ 470503 h 3341254"/>
              <a:gd name="connsiteX11725" fmla="*/ 1947379 w 6545688"/>
              <a:gd name="connsiteY11725" fmla="*/ 470120 h 3341254"/>
              <a:gd name="connsiteX11726" fmla="*/ 2312668 w 6545688"/>
              <a:gd name="connsiteY11726" fmla="*/ 468814 h 3341254"/>
              <a:gd name="connsiteX11727" fmla="*/ 2325348 w 6545688"/>
              <a:gd name="connsiteY11727" fmla="*/ 468814 h 3341254"/>
              <a:gd name="connsiteX11728" fmla="*/ 2326117 w 6545688"/>
              <a:gd name="connsiteY11728" fmla="*/ 469275 h 3341254"/>
              <a:gd name="connsiteX11729" fmla="*/ 2332496 w 6545688"/>
              <a:gd name="connsiteY11729" fmla="*/ 480266 h 3341254"/>
              <a:gd name="connsiteX11730" fmla="*/ 2332496 w 6545688"/>
              <a:gd name="connsiteY11730" fmla="*/ 481188 h 3341254"/>
              <a:gd name="connsiteX11731" fmla="*/ 2326117 w 6545688"/>
              <a:gd name="connsiteY11731" fmla="*/ 492177 h 3341254"/>
              <a:gd name="connsiteX11732" fmla="*/ 2325348 w 6545688"/>
              <a:gd name="connsiteY11732" fmla="*/ 492638 h 3341254"/>
              <a:gd name="connsiteX11733" fmla="*/ 2312668 w 6545688"/>
              <a:gd name="connsiteY11733" fmla="*/ 492638 h 3341254"/>
              <a:gd name="connsiteX11734" fmla="*/ 2311899 w 6545688"/>
              <a:gd name="connsiteY11734" fmla="*/ 492177 h 3341254"/>
              <a:gd name="connsiteX11735" fmla="*/ 2305520 w 6545688"/>
              <a:gd name="connsiteY11735" fmla="*/ 481188 h 3341254"/>
              <a:gd name="connsiteX11736" fmla="*/ 2305520 w 6545688"/>
              <a:gd name="connsiteY11736" fmla="*/ 480266 h 3341254"/>
              <a:gd name="connsiteX11737" fmla="*/ 2311899 w 6545688"/>
              <a:gd name="connsiteY11737" fmla="*/ 469275 h 3341254"/>
              <a:gd name="connsiteX11738" fmla="*/ 2312668 w 6545688"/>
              <a:gd name="connsiteY11738" fmla="*/ 468814 h 3341254"/>
              <a:gd name="connsiteX11739" fmla="*/ 6062787 w 6545688"/>
              <a:gd name="connsiteY11739" fmla="*/ 467737 h 3341254"/>
              <a:gd name="connsiteX11740" fmla="*/ 6076698 w 6545688"/>
              <a:gd name="connsiteY11740" fmla="*/ 467737 h 3341254"/>
              <a:gd name="connsiteX11741" fmla="*/ 6077543 w 6545688"/>
              <a:gd name="connsiteY11741" fmla="*/ 468199 h 3341254"/>
              <a:gd name="connsiteX11742" fmla="*/ 6084459 w 6545688"/>
              <a:gd name="connsiteY11742" fmla="*/ 480264 h 3341254"/>
              <a:gd name="connsiteX11743" fmla="*/ 6084459 w 6545688"/>
              <a:gd name="connsiteY11743" fmla="*/ 481264 h 3341254"/>
              <a:gd name="connsiteX11744" fmla="*/ 6077543 w 6545688"/>
              <a:gd name="connsiteY11744" fmla="*/ 493329 h 3341254"/>
              <a:gd name="connsiteX11745" fmla="*/ 6076698 w 6545688"/>
              <a:gd name="connsiteY11745" fmla="*/ 493791 h 3341254"/>
              <a:gd name="connsiteX11746" fmla="*/ 6062787 w 6545688"/>
              <a:gd name="connsiteY11746" fmla="*/ 493791 h 3341254"/>
              <a:gd name="connsiteX11747" fmla="*/ 6061941 w 6545688"/>
              <a:gd name="connsiteY11747" fmla="*/ 493329 h 3341254"/>
              <a:gd name="connsiteX11748" fmla="*/ 6055024 w 6545688"/>
              <a:gd name="connsiteY11748" fmla="*/ 481264 h 3341254"/>
              <a:gd name="connsiteX11749" fmla="*/ 6055024 w 6545688"/>
              <a:gd name="connsiteY11749" fmla="*/ 480264 h 3341254"/>
              <a:gd name="connsiteX11750" fmla="*/ 6061941 w 6545688"/>
              <a:gd name="connsiteY11750" fmla="*/ 468199 h 3341254"/>
              <a:gd name="connsiteX11751" fmla="*/ 6062787 w 6545688"/>
              <a:gd name="connsiteY11751" fmla="*/ 467737 h 3341254"/>
              <a:gd name="connsiteX11752" fmla="*/ 2037528 w 6545688"/>
              <a:gd name="connsiteY11752" fmla="*/ 467584 h 3341254"/>
              <a:gd name="connsiteX11753" fmla="*/ 2051592 w 6545688"/>
              <a:gd name="connsiteY11753" fmla="*/ 467584 h 3341254"/>
              <a:gd name="connsiteX11754" fmla="*/ 2052437 w 6545688"/>
              <a:gd name="connsiteY11754" fmla="*/ 468045 h 3341254"/>
              <a:gd name="connsiteX11755" fmla="*/ 2059431 w 6545688"/>
              <a:gd name="connsiteY11755" fmla="*/ 480188 h 3341254"/>
              <a:gd name="connsiteX11756" fmla="*/ 2059431 w 6545688"/>
              <a:gd name="connsiteY11756" fmla="*/ 481186 h 3341254"/>
              <a:gd name="connsiteX11757" fmla="*/ 2052437 w 6545688"/>
              <a:gd name="connsiteY11757" fmla="*/ 493329 h 3341254"/>
              <a:gd name="connsiteX11758" fmla="*/ 2051592 w 6545688"/>
              <a:gd name="connsiteY11758" fmla="*/ 493791 h 3341254"/>
              <a:gd name="connsiteX11759" fmla="*/ 2037528 w 6545688"/>
              <a:gd name="connsiteY11759" fmla="*/ 493791 h 3341254"/>
              <a:gd name="connsiteX11760" fmla="*/ 2036683 w 6545688"/>
              <a:gd name="connsiteY11760" fmla="*/ 493329 h 3341254"/>
              <a:gd name="connsiteX11761" fmla="*/ 2029689 w 6545688"/>
              <a:gd name="connsiteY11761" fmla="*/ 481186 h 3341254"/>
              <a:gd name="connsiteX11762" fmla="*/ 2029689 w 6545688"/>
              <a:gd name="connsiteY11762" fmla="*/ 480188 h 3341254"/>
              <a:gd name="connsiteX11763" fmla="*/ 2036683 w 6545688"/>
              <a:gd name="connsiteY11763" fmla="*/ 468045 h 3341254"/>
              <a:gd name="connsiteX11764" fmla="*/ 2037528 w 6545688"/>
              <a:gd name="connsiteY11764" fmla="*/ 467584 h 3341254"/>
              <a:gd name="connsiteX11765" fmla="*/ 2951945 w 6545688"/>
              <a:gd name="connsiteY11765" fmla="*/ 466739 h 3341254"/>
              <a:gd name="connsiteX11766" fmla="*/ 2966855 w 6545688"/>
              <a:gd name="connsiteY11766" fmla="*/ 466739 h 3341254"/>
              <a:gd name="connsiteX11767" fmla="*/ 2967776 w 6545688"/>
              <a:gd name="connsiteY11767" fmla="*/ 467276 h 3341254"/>
              <a:gd name="connsiteX11768" fmla="*/ 2975231 w 6545688"/>
              <a:gd name="connsiteY11768" fmla="*/ 480188 h 3341254"/>
              <a:gd name="connsiteX11769" fmla="*/ 2975231 w 6545688"/>
              <a:gd name="connsiteY11769" fmla="*/ 481264 h 3341254"/>
              <a:gd name="connsiteX11770" fmla="*/ 2967776 w 6545688"/>
              <a:gd name="connsiteY11770" fmla="*/ 494176 h 3341254"/>
              <a:gd name="connsiteX11771" fmla="*/ 2966855 w 6545688"/>
              <a:gd name="connsiteY11771" fmla="*/ 494713 h 3341254"/>
              <a:gd name="connsiteX11772" fmla="*/ 2951945 w 6545688"/>
              <a:gd name="connsiteY11772" fmla="*/ 494713 h 3341254"/>
              <a:gd name="connsiteX11773" fmla="*/ 2951023 w 6545688"/>
              <a:gd name="connsiteY11773" fmla="*/ 494176 h 3341254"/>
              <a:gd name="connsiteX11774" fmla="*/ 2943568 w 6545688"/>
              <a:gd name="connsiteY11774" fmla="*/ 481264 h 3341254"/>
              <a:gd name="connsiteX11775" fmla="*/ 2943568 w 6545688"/>
              <a:gd name="connsiteY11775" fmla="*/ 480188 h 3341254"/>
              <a:gd name="connsiteX11776" fmla="*/ 2951023 w 6545688"/>
              <a:gd name="connsiteY11776" fmla="*/ 467276 h 3341254"/>
              <a:gd name="connsiteX11777" fmla="*/ 2951945 w 6545688"/>
              <a:gd name="connsiteY11777" fmla="*/ 466739 h 3341254"/>
              <a:gd name="connsiteX11778" fmla="*/ 2768108 w 6545688"/>
              <a:gd name="connsiteY11778" fmla="*/ 465201 h 3341254"/>
              <a:gd name="connsiteX11779" fmla="*/ 2784709 w 6545688"/>
              <a:gd name="connsiteY11779" fmla="*/ 465201 h 3341254"/>
              <a:gd name="connsiteX11780" fmla="*/ 2785708 w 6545688"/>
              <a:gd name="connsiteY11780" fmla="*/ 465816 h 3341254"/>
              <a:gd name="connsiteX11781" fmla="*/ 2794008 w 6545688"/>
              <a:gd name="connsiteY11781" fmla="*/ 480188 h 3341254"/>
              <a:gd name="connsiteX11782" fmla="*/ 2794008 w 6545688"/>
              <a:gd name="connsiteY11782" fmla="*/ 481340 h 3341254"/>
              <a:gd name="connsiteX11783" fmla="*/ 2785708 w 6545688"/>
              <a:gd name="connsiteY11783" fmla="*/ 495712 h 3341254"/>
              <a:gd name="connsiteX11784" fmla="*/ 2784709 w 6545688"/>
              <a:gd name="connsiteY11784" fmla="*/ 496327 h 3341254"/>
              <a:gd name="connsiteX11785" fmla="*/ 2768108 w 6545688"/>
              <a:gd name="connsiteY11785" fmla="*/ 496327 h 3341254"/>
              <a:gd name="connsiteX11786" fmla="*/ 2767109 w 6545688"/>
              <a:gd name="connsiteY11786" fmla="*/ 495712 h 3341254"/>
              <a:gd name="connsiteX11787" fmla="*/ 2758809 w 6545688"/>
              <a:gd name="connsiteY11787" fmla="*/ 481340 h 3341254"/>
              <a:gd name="connsiteX11788" fmla="*/ 2758809 w 6545688"/>
              <a:gd name="connsiteY11788" fmla="*/ 480188 h 3341254"/>
              <a:gd name="connsiteX11789" fmla="*/ 2767109 w 6545688"/>
              <a:gd name="connsiteY11789" fmla="*/ 465816 h 3341254"/>
              <a:gd name="connsiteX11790" fmla="*/ 2768108 w 6545688"/>
              <a:gd name="connsiteY11790" fmla="*/ 465201 h 3341254"/>
              <a:gd name="connsiteX11791" fmla="*/ 2676346 w 6545688"/>
              <a:gd name="connsiteY11791" fmla="*/ 464664 h 3341254"/>
              <a:gd name="connsiteX11792" fmla="*/ 2693484 w 6545688"/>
              <a:gd name="connsiteY11792" fmla="*/ 464664 h 3341254"/>
              <a:gd name="connsiteX11793" fmla="*/ 2694559 w 6545688"/>
              <a:gd name="connsiteY11793" fmla="*/ 465279 h 3341254"/>
              <a:gd name="connsiteX11794" fmla="*/ 2703167 w 6545688"/>
              <a:gd name="connsiteY11794" fmla="*/ 480188 h 3341254"/>
              <a:gd name="connsiteX11795" fmla="*/ 2703167 w 6545688"/>
              <a:gd name="connsiteY11795" fmla="*/ 481418 h 3341254"/>
              <a:gd name="connsiteX11796" fmla="*/ 2694559 w 6545688"/>
              <a:gd name="connsiteY11796" fmla="*/ 496327 h 3341254"/>
              <a:gd name="connsiteX11797" fmla="*/ 2693484 w 6545688"/>
              <a:gd name="connsiteY11797" fmla="*/ 496942 h 3341254"/>
              <a:gd name="connsiteX11798" fmla="*/ 2676346 w 6545688"/>
              <a:gd name="connsiteY11798" fmla="*/ 496942 h 3341254"/>
              <a:gd name="connsiteX11799" fmla="*/ 2675268 w 6545688"/>
              <a:gd name="connsiteY11799" fmla="*/ 496327 h 3341254"/>
              <a:gd name="connsiteX11800" fmla="*/ 2666660 w 6545688"/>
              <a:gd name="connsiteY11800" fmla="*/ 481418 h 3341254"/>
              <a:gd name="connsiteX11801" fmla="*/ 2666660 w 6545688"/>
              <a:gd name="connsiteY11801" fmla="*/ 480188 h 3341254"/>
              <a:gd name="connsiteX11802" fmla="*/ 2675268 w 6545688"/>
              <a:gd name="connsiteY11802" fmla="*/ 465279 h 3341254"/>
              <a:gd name="connsiteX11803" fmla="*/ 2676346 w 6545688"/>
              <a:gd name="connsiteY11803" fmla="*/ 464664 h 3341254"/>
              <a:gd name="connsiteX11804" fmla="*/ 2858643 w 6545688"/>
              <a:gd name="connsiteY11804" fmla="*/ 463357 h 3341254"/>
              <a:gd name="connsiteX11805" fmla="*/ 2877163 w 6545688"/>
              <a:gd name="connsiteY11805" fmla="*/ 463357 h 3341254"/>
              <a:gd name="connsiteX11806" fmla="*/ 2878317 w 6545688"/>
              <a:gd name="connsiteY11806" fmla="*/ 464048 h 3341254"/>
              <a:gd name="connsiteX11807" fmla="*/ 2887538 w 6545688"/>
              <a:gd name="connsiteY11807" fmla="*/ 480112 h 3341254"/>
              <a:gd name="connsiteX11808" fmla="*/ 2887538 w 6545688"/>
              <a:gd name="connsiteY11808" fmla="*/ 481418 h 3341254"/>
              <a:gd name="connsiteX11809" fmla="*/ 2878239 w 6545688"/>
              <a:gd name="connsiteY11809" fmla="*/ 497481 h 3341254"/>
              <a:gd name="connsiteX11810" fmla="*/ 2877088 w 6545688"/>
              <a:gd name="connsiteY11810" fmla="*/ 498173 h 3341254"/>
              <a:gd name="connsiteX11811" fmla="*/ 2858565 w 6545688"/>
              <a:gd name="connsiteY11811" fmla="*/ 498173 h 3341254"/>
              <a:gd name="connsiteX11812" fmla="*/ 2857413 w 6545688"/>
              <a:gd name="connsiteY11812" fmla="*/ 497481 h 3341254"/>
              <a:gd name="connsiteX11813" fmla="*/ 2848190 w 6545688"/>
              <a:gd name="connsiteY11813" fmla="*/ 481418 h 3341254"/>
              <a:gd name="connsiteX11814" fmla="*/ 2848190 w 6545688"/>
              <a:gd name="connsiteY11814" fmla="*/ 480112 h 3341254"/>
              <a:gd name="connsiteX11815" fmla="*/ 2857489 w 6545688"/>
              <a:gd name="connsiteY11815" fmla="*/ 464048 h 3341254"/>
              <a:gd name="connsiteX11816" fmla="*/ 2858643 w 6545688"/>
              <a:gd name="connsiteY11816" fmla="*/ 463357 h 3341254"/>
              <a:gd name="connsiteX11817" fmla="*/ 5877336 w 6545688"/>
              <a:gd name="connsiteY11817" fmla="*/ 463126 h 3341254"/>
              <a:gd name="connsiteX11818" fmla="*/ 5896166 w 6545688"/>
              <a:gd name="connsiteY11818" fmla="*/ 463126 h 3341254"/>
              <a:gd name="connsiteX11819" fmla="*/ 5897318 w 6545688"/>
              <a:gd name="connsiteY11819" fmla="*/ 463817 h 3341254"/>
              <a:gd name="connsiteX11820" fmla="*/ 5906695 w 6545688"/>
              <a:gd name="connsiteY11820" fmla="*/ 480110 h 3341254"/>
              <a:gd name="connsiteX11821" fmla="*/ 5906695 w 6545688"/>
              <a:gd name="connsiteY11821" fmla="*/ 481418 h 3341254"/>
              <a:gd name="connsiteX11822" fmla="*/ 5897318 w 6545688"/>
              <a:gd name="connsiteY11822" fmla="*/ 497711 h 3341254"/>
              <a:gd name="connsiteX11823" fmla="*/ 5896166 w 6545688"/>
              <a:gd name="connsiteY11823" fmla="*/ 498402 h 3341254"/>
              <a:gd name="connsiteX11824" fmla="*/ 5877336 w 6545688"/>
              <a:gd name="connsiteY11824" fmla="*/ 498402 h 3341254"/>
              <a:gd name="connsiteX11825" fmla="*/ 5876184 w 6545688"/>
              <a:gd name="connsiteY11825" fmla="*/ 497711 h 3341254"/>
              <a:gd name="connsiteX11826" fmla="*/ 5866807 w 6545688"/>
              <a:gd name="connsiteY11826" fmla="*/ 481418 h 3341254"/>
              <a:gd name="connsiteX11827" fmla="*/ 5866807 w 6545688"/>
              <a:gd name="connsiteY11827" fmla="*/ 480110 h 3341254"/>
              <a:gd name="connsiteX11828" fmla="*/ 5876184 w 6545688"/>
              <a:gd name="connsiteY11828" fmla="*/ 463817 h 3341254"/>
              <a:gd name="connsiteX11829" fmla="*/ 5877336 w 6545688"/>
              <a:gd name="connsiteY11829" fmla="*/ 463126 h 3341254"/>
              <a:gd name="connsiteX11830" fmla="*/ 3589990 w 6545688"/>
              <a:gd name="connsiteY11830" fmla="*/ 462513 h 3341254"/>
              <a:gd name="connsiteX11831" fmla="*/ 3609435 w 6545688"/>
              <a:gd name="connsiteY11831" fmla="*/ 462513 h 3341254"/>
              <a:gd name="connsiteX11832" fmla="*/ 3610587 w 6545688"/>
              <a:gd name="connsiteY11832" fmla="*/ 463204 h 3341254"/>
              <a:gd name="connsiteX11833" fmla="*/ 3620271 w 6545688"/>
              <a:gd name="connsiteY11833" fmla="*/ 480036 h 3341254"/>
              <a:gd name="connsiteX11834" fmla="*/ 3620271 w 6545688"/>
              <a:gd name="connsiteY11834" fmla="*/ 481418 h 3341254"/>
              <a:gd name="connsiteX11835" fmla="*/ 3610587 w 6545688"/>
              <a:gd name="connsiteY11835" fmla="*/ 498250 h 3341254"/>
              <a:gd name="connsiteX11836" fmla="*/ 3609435 w 6545688"/>
              <a:gd name="connsiteY11836" fmla="*/ 498941 h 3341254"/>
              <a:gd name="connsiteX11837" fmla="*/ 3589990 w 6545688"/>
              <a:gd name="connsiteY11837" fmla="*/ 498941 h 3341254"/>
              <a:gd name="connsiteX11838" fmla="*/ 3588838 w 6545688"/>
              <a:gd name="connsiteY11838" fmla="*/ 498250 h 3341254"/>
              <a:gd name="connsiteX11839" fmla="*/ 3579153 w 6545688"/>
              <a:gd name="connsiteY11839" fmla="*/ 481418 h 3341254"/>
              <a:gd name="connsiteX11840" fmla="*/ 3579153 w 6545688"/>
              <a:gd name="connsiteY11840" fmla="*/ 480036 h 3341254"/>
              <a:gd name="connsiteX11841" fmla="*/ 3588838 w 6545688"/>
              <a:gd name="connsiteY11841" fmla="*/ 463204 h 3341254"/>
              <a:gd name="connsiteX11842" fmla="*/ 3589990 w 6545688"/>
              <a:gd name="connsiteY11842" fmla="*/ 462513 h 3341254"/>
              <a:gd name="connsiteX11843" fmla="*/ 2583657 w 6545688"/>
              <a:gd name="connsiteY11843" fmla="*/ 462281 h 3341254"/>
              <a:gd name="connsiteX11844" fmla="*/ 2603332 w 6545688"/>
              <a:gd name="connsiteY11844" fmla="*/ 462281 h 3341254"/>
              <a:gd name="connsiteX11845" fmla="*/ 2604562 w 6545688"/>
              <a:gd name="connsiteY11845" fmla="*/ 462972 h 3341254"/>
              <a:gd name="connsiteX11846" fmla="*/ 2614400 w 6545688"/>
              <a:gd name="connsiteY11846" fmla="*/ 480034 h 3341254"/>
              <a:gd name="connsiteX11847" fmla="*/ 2614400 w 6545688"/>
              <a:gd name="connsiteY11847" fmla="*/ 481418 h 3341254"/>
              <a:gd name="connsiteX11848" fmla="*/ 2604562 w 6545688"/>
              <a:gd name="connsiteY11848" fmla="*/ 498480 h 3341254"/>
              <a:gd name="connsiteX11849" fmla="*/ 2603332 w 6545688"/>
              <a:gd name="connsiteY11849" fmla="*/ 499171 h 3341254"/>
              <a:gd name="connsiteX11850" fmla="*/ 2583657 w 6545688"/>
              <a:gd name="connsiteY11850" fmla="*/ 499171 h 3341254"/>
              <a:gd name="connsiteX11851" fmla="*/ 2582429 w 6545688"/>
              <a:gd name="connsiteY11851" fmla="*/ 498480 h 3341254"/>
              <a:gd name="connsiteX11852" fmla="*/ 2572591 w 6545688"/>
              <a:gd name="connsiteY11852" fmla="*/ 481418 h 3341254"/>
              <a:gd name="connsiteX11853" fmla="*/ 2572591 w 6545688"/>
              <a:gd name="connsiteY11853" fmla="*/ 480034 h 3341254"/>
              <a:gd name="connsiteX11854" fmla="*/ 2582429 w 6545688"/>
              <a:gd name="connsiteY11854" fmla="*/ 462972 h 3341254"/>
              <a:gd name="connsiteX11855" fmla="*/ 2583657 w 6545688"/>
              <a:gd name="connsiteY11855" fmla="*/ 462281 h 3341254"/>
              <a:gd name="connsiteX11856" fmla="*/ 4138502 w 6545688"/>
              <a:gd name="connsiteY11856" fmla="*/ 461744 h 3341254"/>
              <a:gd name="connsiteX11857" fmla="*/ 4158792 w 6545688"/>
              <a:gd name="connsiteY11857" fmla="*/ 461744 h 3341254"/>
              <a:gd name="connsiteX11858" fmla="*/ 4160022 w 6545688"/>
              <a:gd name="connsiteY11858" fmla="*/ 462435 h 3341254"/>
              <a:gd name="connsiteX11859" fmla="*/ 4170168 w 6545688"/>
              <a:gd name="connsiteY11859" fmla="*/ 480036 h 3341254"/>
              <a:gd name="connsiteX11860" fmla="*/ 4170168 w 6545688"/>
              <a:gd name="connsiteY11860" fmla="*/ 481496 h 3341254"/>
              <a:gd name="connsiteX11861" fmla="*/ 4160022 w 6545688"/>
              <a:gd name="connsiteY11861" fmla="*/ 499095 h 3341254"/>
              <a:gd name="connsiteX11862" fmla="*/ 4158792 w 6545688"/>
              <a:gd name="connsiteY11862" fmla="*/ 499786 h 3341254"/>
              <a:gd name="connsiteX11863" fmla="*/ 4138502 w 6545688"/>
              <a:gd name="connsiteY11863" fmla="*/ 499786 h 3341254"/>
              <a:gd name="connsiteX11864" fmla="*/ 4137274 w 6545688"/>
              <a:gd name="connsiteY11864" fmla="*/ 499095 h 3341254"/>
              <a:gd name="connsiteX11865" fmla="*/ 4127128 w 6545688"/>
              <a:gd name="connsiteY11865" fmla="*/ 481496 h 3341254"/>
              <a:gd name="connsiteX11866" fmla="*/ 4127128 w 6545688"/>
              <a:gd name="connsiteY11866" fmla="*/ 480036 h 3341254"/>
              <a:gd name="connsiteX11867" fmla="*/ 4137274 w 6545688"/>
              <a:gd name="connsiteY11867" fmla="*/ 462435 h 3341254"/>
              <a:gd name="connsiteX11868" fmla="*/ 4138502 w 6545688"/>
              <a:gd name="connsiteY11868" fmla="*/ 461744 h 3341254"/>
              <a:gd name="connsiteX11869" fmla="*/ 3680908 w 6545688"/>
              <a:gd name="connsiteY11869" fmla="*/ 461436 h 3341254"/>
              <a:gd name="connsiteX11870" fmla="*/ 3701505 w 6545688"/>
              <a:gd name="connsiteY11870" fmla="*/ 461436 h 3341254"/>
              <a:gd name="connsiteX11871" fmla="*/ 3702736 w 6545688"/>
              <a:gd name="connsiteY11871" fmla="*/ 462127 h 3341254"/>
              <a:gd name="connsiteX11872" fmla="*/ 3713033 w 6545688"/>
              <a:gd name="connsiteY11872" fmla="*/ 479958 h 3341254"/>
              <a:gd name="connsiteX11873" fmla="*/ 3713033 w 6545688"/>
              <a:gd name="connsiteY11873" fmla="*/ 481418 h 3341254"/>
              <a:gd name="connsiteX11874" fmla="*/ 3702736 w 6545688"/>
              <a:gd name="connsiteY11874" fmla="*/ 499249 h 3341254"/>
              <a:gd name="connsiteX11875" fmla="*/ 3701505 w 6545688"/>
              <a:gd name="connsiteY11875" fmla="*/ 499940 h 3341254"/>
              <a:gd name="connsiteX11876" fmla="*/ 3680908 w 6545688"/>
              <a:gd name="connsiteY11876" fmla="*/ 499940 h 3341254"/>
              <a:gd name="connsiteX11877" fmla="*/ 3679680 w 6545688"/>
              <a:gd name="connsiteY11877" fmla="*/ 499249 h 3341254"/>
              <a:gd name="connsiteX11878" fmla="*/ 3669380 w 6545688"/>
              <a:gd name="connsiteY11878" fmla="*/ 481418 h 3341254"/>
              <a:gd name="connsiteX11879" fmla="*/ 3669380 w 6545688"/>
              <a:gd name="connsiteY11879" fmla="*/ 479958 h 3341254"/>
              <a:gd name="connsiteX11880" fmla="*/ 3679680 w 6545688"/>
              <a:gd name="connsiteY11880" fmla="*/ 462127 h 3341254"/>
              <a:gd name="connsiteX11881" fmla="*/ 3680908 w 6545688"/>
              <a:gd name="connsiteY11881" fmla="*/ 461436 h 3341254"/>
              <a:gd name="connsiteX11882" fmla="*/ 5053071 w 6545688"/>
              <a:gd name="connsiteY11882" fmla="*/ 461282 h 3341254"/>
              <a:gd name="connsiteX11883" fmla="*/ 5073822 w 6545688"/>
              <a:gd name="connsiteY11883" fmla="*/ 461282 h 3341254"/>
              <a:gd name="connsiteX11884" fmla="*/ 5075051 w 6545688"/>
              <a:gd name="connsiteY11884" fmla="*/ 462051 h 3341254"/>
              <a:gd name="connsiteX11885" fmla="*/ 5085427 w 6545688"/>
              <a:gd name="connsiteY11885" fmla="*/ 480034 h 3341254"/>
              <a:gd name="connsiteX11886" fmla="*/ 5085427 w 6545688"/>
              <a:gd name="connsiteY11886" fmla="*/ 481496 h 3341254"/>
              <a:gd name="connsiteX11887" fmla="*/ 5075051 w 6545688"/>
              <a:gd name="connsiteY11887" fmla="*/ 499479 h 3341254"/>
              <a:gd name="connsiteX11888" fmla="*/ 5073822 w 6545688"/>
              <a:gd name="connsiteY11888" fmla="*/ 500248 h 3341254"/>
              <a:gd name="connsiteX11889" fmla="*/ 5053071 w 6545688"/>
              <a:gd name="connsiteY11889" fmla="*/ 500248 h 3341254"/>
              <a:gd name="connsiteX11890" fmla="*/ 5051841 w 6545688"/>
              <a:gd name="connsiteY11890" fmla="*/ 499479 h 3341254"/>
              <a:gd name="connsiteX11891" fmla="*/ 5041466 w 6545688"/>
              <a:gd name="connsiteY11891" fmla="*/ 481496 h 3341254"/>
              <a:gd name="connsiteX11892" fmla="*/ 5041466 w 6545688"/>
              <a:gd name="connsiteY11892" fmla="*/ 480034 h 3341254"/>
              <a:gd name="connsiteX11893" fmla="*/ 5051841 w 6545688"/>
              <a:gd name="connsiteY11893" fmla="*/ 462051 h 3341254"/>
              <a:gd name="connsiteX11894" fmla="*/ 5053071 w 6545688"/>
              <a:gd name="connsiteY11894" fmla="*/ 461282 h 3341254"/>
              <a:gd name="connsiteX11895" fmla="*/ 5601429 w 6545688"/>
              <a:gd name="connsiteY11895" fmla="*/ 460284 h 3341254"/>
              <a:gd name="connsiteX11896" fmla="*/ 5623257 w 6545688"/>
              <a:gd name="connsiteY11896" fmla="*/ 460284 h 3341254"/>
              <a:gd name="connsiteX11897" fmla="*/ 5624563 w 6545688"/>
              <a:gd name="connsiteY11897" fmla="*/ 461053 h 3341254"/>
              <a:gd name="connsiteX11898" fmla="*/ 5635476 w 6545688"/>
              <a:gd name="connsiteY11898" fmla="*/ 479958 h 3341254"/>
              <a:gd name="connsiteX11899" fmla="*/ 5635476 w 6545688"/>
              <a:gd name="connsiteY11899" fmla="*/ 481496 h 3341254"/>
              <a:gd name="connsiteX11900" fmla="*/ 5624563 w 6545688"/>
              <a:gd name="connsiteY11900" fmla="*/ 500401 h 3341254"/>
              <a:gd name="connsiteX11901" fmla="*/ 5623257 w 6545688"/>
              <a:gd name="connsiteY11901" fmla="*/ 501170 h 3341254"/>
              <a:gd name="connsiteX11902" fmla="*/ 5601429 w 6545688"/>
              <a:gd name="connsiteY11902" fmla="*/ 501170 h 3341254"/>
              <a:gd name="connsiteX11903" fmla="*/ 5600124 w 6545688"/>
              <a:gd name="connsiteY11903" fmla="*/ 500401 h 3341254"/>
              <a:gd name="connsiteX11904" fmla="*/ 5589211 w 6545688"/>
              <a:gd name="connsiteY11904" fmla="*/ 481496 h 3341254"/>
              <a:gd name="connsiteX11905" fmla="*/ 5589211 w 6545688"/>
              <a:gd name="connsiteY11905" fmla="*/ 479958 h 3341254"/>
              <a:gd name="connsiteX11906" fmla="*/ 5600124 w 6545688"/>
              <a:gd name="connsiteY11906" fmla="*/ 461053 h 3341254"/>
              <a:gd name="connsiteX11907" fmla="*/ 5601429 w 6545688"/>
              <a:gd name="connsiteY11907" fmla="*/ 460284 h 3341254"/>
              <a:gd name="connsiteX11908" fmla="*/ 3405461 w 6545688"/>
              <a:gd name="connsiteY11908" fmla="*/ 459437 h 3341254"/>
              <a:gd name="connsiteX11909" fmla="*/ 3428134 w 6545688"/>
              <a:gd name="connsiteY11909" fmla="*/ 459437 h 3341254"/>
              <a:gd name="connsiteX11910" fmla="*/ 3429517 w 6545688"/>
              <a:gd name="connsiteY11910" fmla="*/ 460206 h 3341254"/>
              <a:gd name="connsiteX11911" fmla="*/ 3440891 w 6545688"/>
              <a:gd name="connsiteY11911" fmla="*/ 479880 h 3341254"/>
              <a:gd name="connsiteX11912" fmla="*/ 3440891 w 6545688"/>
              <a:gd name="connsiteY11912" fmla="*/ 481494 h 3341254"/>
              <a:gd name="connsiteX11913" fmla="*/ 3429517 w 6545688"/>
              <a:gd name="connsiteY11913" fmla="*/ 501168 h 3341254"/>
              <a:gd name="connsiteX11914" fmla="*/ 3428134 w 6545688"/>
              <a:gd name="connsiteY11914" fmla="*/ 501937 h 3341254"/>
              <a:gd name="connsiteX11915" fmla="*/ 3405461 w 6545688"/>
              <a:gd name="connsiteY11915" fmla="*/ 501937 h 3341254"/>
              <a:gd name="connsiteX11916" fmla="*/ 3404079 w 6545688"/>
              <a:gd name="connsiteY11916" fmla="*/ 501168 h 3341254"/>
              <a:gd name="connsiteX11917" fmla="*/ 3392705 w 6545688"/>
              <a:gd name="connsiteY11917" fmla="*/ 481494 h 3341254"/>
              <a:gd name="connsiteX11918" fmla="*/ 3392705 w 6545688"/>
              <a:gd name="connsiteY11918" fmla="*/ 479880 h 3341254"/>
              <a:gd name="connsiteX11919" fmla="*/ 3404079 w 6545688"/>
              <a:gd name="connsiteY11919" fmla="*/ 460206 h 3341254"/>
              <a:gd name="connsiteX11920" fmla="*/ 3405461 w 6545688"/>
              <a:gd name="connsiteY11920" fmla="*/ 459437 h 3341254"/>
              <a:gd name="connsiteX11921" fmla="*/ 3954204 w 6545688"/>
              <a:gd name="connsiteY11921" fmla="*/ 459207 h 3341254"/>
              <a:gd name="connsiteX11922" fmla="*/ 3977184 w 6545688"/>
              <a:gd name="connsiteY11922" fmla="*/ 459207 h 3341254"/>
              <a:gd name="connsiteX11923" fmla="*/ 3978569 w 6545688"/>
              <a:gd name="connsiteY11923" fmla="*/ 460052 h 3341254"/>
              <a:gd name="connsiteX11924" fmla="*/ 3990020 w 6545688"/>
              <a:gd name="connsiteY11924" fmla="*/ 479958 h 3341254"/>
              <a:gd name="connsiteX11925" fmla="*/ 3990020 w 6545688"/>
              <a:gd name="connsiteY11925" fmla="*/ 481572 h 3341254"/>
              <a:gd name="connsiteX11926" fmla="*/ 3978491 w 6545688"/>
              <a:gd name="connsiteY11926" fmla="*/ 501478 h 3341254"/>
              <a:gd name="connsiteX11927" fmla="*/ 3977108 w 6545688"/>
              <a:gd name="connsiteY11927" fmla="*/ 502323 h 3341254"/>
              <a:gd name="connsiteX11928" fmla="*/ 3954129 w 6545688"/>
              <a:gd name="connsiteY11928" fmla="*/ 502323 h 3341254"/>
              <a:gd name="connsiteX11929" fmla="*/ 3952744 w 6545688"/>
              <a:gd name="connsiteY11929" fmla="*/ 501478 h 3341254"/>
              <a:gd name="connsiteX11930" fmla="*/ 3941295 w 6545688"/>
              <a:gd name="connsiteY11930" fmla="*/ 481572 h 3341254"/>
              <a:gd name="connsiteX11931" fmla="*/ 3941295 w 6545688"/>
              <a:gd name="connsiteY11931" fmla="*/ 479958 h 3341254"/>
              <a:gd name="connsiteX11932" fmla="*/ 3952822 w 6545688"/>
              <a:gd name="connsiteY11932" fmla="*/ 460052 h 3341254"/>
              <a:gd name="connsiteX11933" fmla="*/ 3954204 w 6545688"/>
              <a:gd name="connsiteY11933" fmla="*/ 459207 h 3341254"/>
              <a:gd name="connsiteX11934" fmla="*/ 2489663 w 6545688"/>
              <a:gd name="connsiteY11934" fmla="*/ 457823 h 3341254"/>
              <a:gd name="connsiteX11935" fmla="*/ 2514181 w 6545688"/>
              <a:gd name="connsiteY11935" fmla="*/ 457823 h 3341254"/>
              <a:gd name="connsiteX11936" fmla="*/ 2515641 w 6545688"/>
              <a:gd name="connsiteY11936" fmla="*/ 458668 h 3341254"/>
              <a:gd name="connsiteX11937" fmla="*/ 2527860 w 6545688"/>
              <a:gd name="connsiteY11937" fmla="*/ 479880 h 3341254"/>
              <a:gd name="connsiteX11938" fmla="*/ 2527860 w 6545688"/>
              <a:gd name="connsiteY11938" fmla="*/ 481648 h 3341254"/>
              <a:gd name="connsiteX11939" fmla="*/ 2515641 w 6545688"/>
              <a:gd name="connsiteY11939" fmla="*/ 502860 h 3341254"/>
              <a:gd name="connsiteX11940" fmla="*/ 2514181 w 6545688"/>
              <a:gd name="connsiteY11940" fmla="*/ 503705 h 3341254"/>
              <a:gd name="connsiteX11941" fmla="*/ 2489663 w 6545688"/>
              <a:gd name="connsiteY11941" fmla="*/ 503705 h 3341254"/>
              <a:gd name="connsiteX11942" fmla="*/ 2488203 w 6545688"/>
              <a:gd name="connsiteY11942" fmla="*/ 502860 h 3341254"/>
              <a:gd name="connsiteX11943" fmla="*/ 2475983 w 6545688"/>
              <a:gd name="connsiteY11943" fmla="*/ 481648 h 3341254"/>
              <a:gd name="connsiteX11944" fmla="*/ 2475983 w 6545688"/>
              <a:gd name="connsiteY11944" fmla="*/ 479880 h 3341254"/>
              <a:gd name="connsiteX11945" fmla="*/ 2488203 w 6545688"/>
              <a:gd name="connsiteY11945" fmla="*/ 458668 h 3341254"/>
              <a:gd name="connsiteX11946" fmla="*/ 2489663 w 6545688"/>
              <a:gd name="connsiteY11946" fmla="*/ 457823 h 3341254"/>
              <a:gd name="connsiteX11947" fmla="*/ 2214678 w 6545688"/>
              <a:gd name="connsiteY11947" fmla="*/ 456671 h 3341254"/>
              <a:gd name="connsiteX11948" fmla="*/ 2240347 w 6545688"/>
              <a:gd name="connsiteY11948" fmla="*/ 456671 h 3341254"/>
              <a:gd name="connsiteX11949" fmla="*/ 2241885 w 6545688"/>
              <a:gd name="connsiteY11949" fmla="*/ 457594 h 3341254"/>
              <a:gd name="connsiteX11950" fmla="*/ 2254719 w 6545688"/>
              <a:gd name="connsiteY11950" fmla="*/ 479804 h 3341254"/>
              <a:gd name="connsiteX11951" fmla="*/ 2254719 w 6545688"/>
              <a:gd name="connsiteY11951" fmla="*/ 481648 h 3341254"/>
              <a:gd name="connsiteX11952" fmla="*/ 2241885 w 6545688"/>
              <a:gd name="connsiteY11952" fmla="*/ 503859 h 3341254"/>
              <a:gd name="connsiteX11953" fmla="*/ 2240347 w 6545688"/>
              <a:gd name="connsiteY11953" fmla="*/ 504781 h 3341254"/>
              <a:gd name="connsiteX11954" fmla="*/ 2214678 w 6545688"/>
              <a:gd name="connsiteY11954" fmla="*/ 504781 h 3341254"/>
              <a:gd name="connsiteX11955" fmla="*/ 2213141 w 6545688"/>
              <a:gd name="connsiteY11955" fmla="*/ 503859 h 3341254"/>
              <a:gd name="connsiteX11956" fmla="*/ 2200306 w 6545688"/>
              <a:gd name="connsiteY11956" fmla="*/ 481648 h 3341254"/>
              <a:gd name="connsiteX11957" fmla="*/ 2200306 w 6545688"/>
              <a:gd name="connsiteY11957" fmla="*/ 479804 h 3341254"/>
              <a:gd name="connsiteX11958" fmla="*/ 2213141 w 6545688"/>
              <a:gd name="connsiteY11958" fmla="*/ 457594 h 3341254"/>
              <a:gd name="connsiteX11959" fmla="*/ 2214678 w 6545688"/>
              <a:gd name="connsiteY11959" fmla="*/ 456671 h 3341254"/>
              <a:gd name="connsiteX11960" fmla="*/ 4958770 w 6545688"/>
              <a:gd name="connsiteY11960" fmla="*/ 455980 h 3341254"/>
              <a:gd name="connsiteX11961" fmla="*/ 4985209 w 6545688"/>
              <a:gd name="connsiteY11961" fmla="*/ 455980 h 3341254"/>
              <a:gd name="connsiteX11962" fmla="*/ 4986823 w 6545688"/>
              <a:gd name="connsiteY11962" fmla="*/ 456902 h 3341254"/>
              <a:gd name="connsiteX11963" fmla="*/ 5000042 w 6545688"/>
              <a:gd name="connsiteY11963" fmla="*/ 479804 h 3341254"/>
              <a:gd name="connsiteX11964" fmla="*/ 5000042 w 6545688"/>
              <a:gd name="connsiteY11964" fmla="*/ 481650 h 3341254"/>
              <a:gd name="connsiteX11965" fmla="*/ 4986823 w 6545688"/>
              <a:gd name="connsiteY11965" fmla="*/ 504552 h 3341254"/>
              <a:gd name="connsiteX11966" fmla="*/ 4985209 w 6545688"/>
              <a:gd name="connsiteY11966" fmla="*/ 505474 h 3341254"/>
              <a:gd name="connsiteX11967" fmla="*/ 4958770 w 6545688"/>
              <a:gd name="connsiteY11967" fmla="*/ 505474 h 3341254"/>
              <a:gd name="connsiteX11968" fmla="*/ 4957157 w 6545688"/>
              <a:gd name="connsiteY11968" fmla="*/ 504552 h 3341254"/>
              <a:gd name="connsiteX11969" fmla="*/ 4943937 w 6545688"/>
              <a:gd name="connsiteY11969" fmla="*/ 481650 h 3341254"/>
              <a:gd name="connsiteX11970" fmla="*/ 4943937 w 6545688"/>
              <a:gd name="connsiteY11970" fmla="*/ 479804 h 3341254"/>
              <a:gd name="connsiteX11971" fmla="*/ 4957157 w 6545688"/>
              <a:gd name="connsiteY11971" fmla="*/ 456902 h 3341254"/>
              <a:gd name="connsiteX11972" fmla="*/ 4958770 w 6545688"/>
              <a:gd name="connsiteY11972" fmla="*/ 455980 h 3341254"/>
              <a:gd name="connsiteX11973" fmla="*/ 3860596 w 6545688"/>
              <a:gd name="connsiteY11973" fmla="*/ 455287 h 3341254"/>
              <a:gd name="connsiteX11974" fmla="*/ 3887802 w 6545688"/>
              <a:gd name="connsiteY11974" fmla="*/ 455287 h 3341254"/>
              <a:gd name="connsiteX11975" fmla="*/ 3889492 w 6545688"/>
              <a:gd name="connsiteY11975" fmla="*/ 456209 h 3341254"/>
              <a:gd name="connsiteX11976" fmla="*/ 3903097 w 6545688"/>
              <a:gd name="connsiteY11976" fmla="*/ 479726 h 3341254"/>
              <a:gd name="connsiteX11977" fmla="*/ 3903097 w 6545688"/>
              <a:gd name="connsiteY11977" fmla="*/ 481648 h 3341254"/>
              <a:gd name="connsiteX11978" fmla="*/ 3889492 w 6545688"/>
              <a:gd name="connsiteY11978" fmla="*/ 505165 h 3341254"/>
              <a:gd name="connsiteX11979" fmla="*/ 3887802 w 6545688"/>
              <a:gd name="connsiteY11979" fmla="*/ 506087 h 3341254"/>
              <a:gd name="connsiteX11980" fmla="*/ 3860596 w 6545688"/>
              <a:gd name="connsiteY11980" fmla="*/ 506087 h 3341254"/>
              <a:gd name="connsiteX11981" fmla="*/ 3858905 w 6545688"/>
              <a:gd name="connsiteY11981" fmla="*/ 505165 h 3341254"/>
              <a:gd name="connsiteX11982" fmla="*/ 3845301 w 6545688"/>
              <a:gd name="connsiteY11982" fmla="*/ 481648 h 3341254"/>
              <a:gd name="connsiteX11983" fmla="*/ 3845301 w 6545688"/>
              <a:gd name="connsiteY11983" fmla="*/ 479726 h 3341254"/>
              <a:gd name="connsiteX11984" fmla="*/ 3858905 w 6545688"/>
              <a:gd name="connsiteY11984" fmla="*/ 456209 h 3341254"/>
              <a:gd name="connsiteX11985" fmla="*/ 3860596 w 6545688"/>
              <a:gd name="connsiteY11985" fmla="*/ 455287 h 3341254"/>
              <a:gd name="connsiteX11986" fmla="*/ 5506361 w 6545688"/>
              <a:gd name="connsiteY11986" fmla="*/ 453597 h 3341254"/>
              <a:gd name="connsiteX11987" fmla="*/ 5535334 w 6545688"/>
              <a:gd name="connsiteY11987" fmla="*/ 453597 h 3341254"/>
              <a:gd name="connsiteX11988" fmla="*/ 5537102 w 6545688"/>
              <a:gd name="connsiteY11988" fmla="*/ 454596 h 3341254"/>
              <a:gd name="connsiteX11989" fmla="*/ 5551551 w 6545688"/>
              <a:gd name="connsiteY11989" fmla="*/ 479728 h 3341254"/>
              <a:gd name="connsiteX11990" fmla="*/ 5551551 w 6545688"/>
              <a:gd name="connsiteY11990" fmla="*/ 481803 h 3341254"/>
              <a:gd name="connsiteX11991" fmla="*/ 5537026 w 6545688"/>
              <a:gd name="connsiteY11991" fmla="*/ 506934 h 3341254"/>
              <a:gd name="connsiteX11992" fmla="*/ 5535258 w 6545688"/>
              <a:gd name="connsiteY11992" fmla="*/ 507933 h 3341254"/>
              <a:gd name="connsiteX11993" fmla="*/ 5506283 w 6545688"/>
              <a:gd name="connsiteY11993" fmla="*/ 507933 h 3341254"/>
              <a:gd name="connsiteX11994" fmla="*/ 5504515 w 6545688"/>
              <a:gd name="connsiteY11994" fmla="*/ 506934 h 3341254"/>
              <a:gd name="connsiteX11995" fmla="*/ 5490068 w 6545688"/>
              <a:gd name="connsiteY11995" fmla="*/ 481803 h 3341254"/>
              <a:gd name="connsiteX11996" fmla="*/ 5490068 w 6545688"/>
              <a:gd name="connsiteY11996" fmla="*/ 479728 h 3341254"/>
              <a:gd name="connsiteX11997" fmla="*/ 5504593 w 6545688"/>
              <a:gd name="connsiteY11997" fmla="*/ 454596 h 3341254"/>
              <a:gd name="connsiteX11998" fmla="*/ 5506361 w 6545688"/>
              <a:gd name="connsiteY11998" fmla="*/ 453597 h 3341254"/>
              <a:gd name="connsiteX11999" fmla="*/ 4865930 w 6545688"/>
              <a:gd name="connsiteY11999" fmla="*/ 453443 h 3341254"/>
              <a:gd name="connsiteX12000" fmla="*/ 4895059 w 6545688"/>
              <a:gd name="connsiteY12000" fmla="*/ 453443 h 3341254"/>
              <a:gd name="connsiteX12001" fmla="*/ 4896827 w 6545688"/>
              <a:gd name="connsiteY12001" fmla="*/ 454442 h 3341254"/>
              <a:gd name="connsiteX12002" fmla="*/ 4911352 w 6545688"/>
              <a:gd name="connsiteY12002" fmla="*/ 479651 h 3341254"/>
              <a:gd name="connsiteX12003" fmla="*/ 4911352 w 6545688"/>
              <a:gd name="connsiteY12003" fmla="*/ 481726 h 3341254"/>
              <a:gd name="connsiteX12004" fmla="*/ 4896749 w 6545688"/>
              <a:gd name="connsiteY12004" fmla="*/ 506934 h 3341254"/>
              <a:gd name="connsiteX12005" fmla="*/ 4894981 w 6545688"/>
              <a:gd name="connsiteY12005" fmla="*/ 507933 h 3341254"/>
              <a:gd name="connsiteX12006" fmla="*/ 4865855 w 6545688"/>
              <a:gd name="connsiteY12006" fmla="*/ 507933 h 3341254"/>
              <a:gd name="connsiteX12007" fmla="*/ 4864087 w 6545688"/>
              <a:gd name="connsiteY12007" fmla="*/ 506934 h 3341254"/>
              <a:gd name="connsiteX12008" fmla="*/ 4849561 w 6545688"/>
              <a:gd name="connsiteY12008" fmla="*/ 481726 h 3341254"/>
              <a:gd name="connsiteX12009" fmla="*/ 4849561 w 6545688"/>
              <a:gd name="connsiteY12009" fmla="*/ 479651 h 3341254"/>
              <a:gd name="connsiteX12010" fmla="*/ 4864163 w 6545688"/>
              <a:gd name="connsiteY12010" fmla="*/ 454442 h 3341254"/>
              <a:gd name="connsiteX12011" fmla="*/ 4865930 w 6545688"/>
              <a:gd name="connsiteY12011" fmla="*/ 453443 h 3341254"/>
              <a:gd name="connsiteX12012" fmla="*/ 4590561 w 6545688"/>
              <a:gd name="connsiteY12012" fmla="*/ 451752 h 3341254"/>
              <a:gd name="connsiteX12013" fmla="*/ 4621456 w 6545688"/>
              <a:gd name="connsiteY12013" fmla="*/ 451752 h 3341254"/>
              <a:gd name="connsiteX12014" fmla="*/ 4623377 w 6545688"/>
              <a:gd name="connsiteY12014" fmla="*/ 452828 h 3341254"/>
              <a:gd name="connsiteX12015" fmla="*/ 4638825 w 6545688"/>
              <a:gd name="connsiteY12015" fmla="*/ 479573 h 3341254"/>
              <a:gd name="connsiteX12016" fmla="*/ 4638825 w 6545688"/>
              <a:gd name="connsiteY12016" fmla="*/ 481726 h 3341254"/>
              <a:gd name="connsiteX12017" fmla="*/ 4623377 w 6545688"/>
              <a:gd name="connsiteY12017" fmla="*/ 508470 h 3341254"/>
              <a:gd name="connsiteX12018" fmla="*/ 4621456 w 6545688"/>
              <a:gd name="connsiteY12018" fmla="*/ 509547 h 3341254"/>
              <a:gd name="connsiteX12019" fmla="*/ 4590561 w 6545688"/>
              <a:gd name="connsiteY12019" fmla="*/ 509547 h 3341254"/>
              <a:gd name="connsiteX12020" fmla="*/ 4588640 w 6545688"/>
              <a:gd name="connsiteY12020" fmla="*/ 508470 h 3341254"/>
              <a:gd name="connsiteX12021" fmla="*/ 4573191 w 6545688"/>
              <a:gd name="connsiteY12021" fmla="*/ 481726 h 3341254"/>
              <a:gd name="connsiteX12022" fmla="*/ 4573191 w 6545688"/>
              <a:gd name="connsiteY12022" fmla="*/ 479573 h 3341254"/>
              <a:gd name="connsiteX12023" fmla="*/ 4588640 w 6545688"/>
              <a:gd name="connsiteY12023" fmla="*/ 452828 h 3341254"/>
              <a:gd name="connsiteX12024" fmla="*/ 4590561 w 6545688"/>
              <a:gd name="connsiteY12024" fmla="*/ 451752 h 3341254"/>
              <a:gd name="connsiteX12025" fmla="*/ 4224579 w 6545688"/>
              <a:gd name="connsiteY12025" fmla="*/ 451598 h 3341254"/>
              <a:gd name="connsiteX12026" fmla="*/ 4255627 w 6545688"/>
              <a:gd name="connsiteY12026" fmla="*/ 451598 h 3341254"/>
              <a:gd name="connsiteX12027" fmla="*/ 4257549 w 6545688"/>
              <a:gd name="connsiteY12027" fmla="*/ 452674 h 3341254"/>
              <a:gd name="connsiteX12028" fmla="*/ 4273075 w 6545688"/>
              <a:gd name="connsiteY12028" fmla="*/ 479573 h 3341254"/>
              <a:gd name="connsiteX12029" fmla="*/ 4273075 w 6545688"/>
              <a:gd name="connsiteY12029" fmla="*/ 481802 h 3341254"/>
              <a:gd name="connsiteX12030" fmla="*/ 4257549 w 6545688"/>
              <a:gd name="connsiteY12030" fmla="*/ 508702 h 3341254"/>
              <a:gd name="connsiteX12031" fmla="*/ 4255627 w 6545688"/>
              <a:gd name="connsiteY12031" fmla="*/ 509776 h 3341254"/>
              <a:gd name="connsiteX12032" fmla="*/ 4224579 w 6545688"/>
              <a:gd name="connsiteY12032" fmla="*/ 509776 h 3341254"/>
              <a:gd name="connsiteX12033" fmla="*/ 4222658 w 6545688"/>
              <a:gd name="connsiteY12033" fmla="*/ 508702 h 3341254"/>
              <a:gd name="connsiteX12034" fmla="*/ 4207133 w 6545688"/>
              <a:gd name="connsiteY12034" fmla="*/ 481802 h 3341254"/>
              <a:gd name="connsiteX12035" fmla="*/ 4207133 w 6545688"/>
              <a:gd name="connsiteY12035" fmla="*/ 479573 h 3341254"/>
              <a:gd name="connsiteX12036" fmla="*/ 4222658 w 6545688"/>
              <a:gd name="connsiteY12036" fmla="*/ 452674 h 3341254"/>
              <a:gd name="connsiteX12037" fmla="*/ 4224579 w 6545688"/>
              <a:gd name="connsiteY12037" fmla="*/ 451598 h 3341254"/>
              <a:gd name="connsiteX12038" fmla="*/ 4773397 w 6545688"/>
              <a:gd name="connsiteY12038" fmla="*/ 451522 h 3341254"/>
              <a:gd name="connsiteX12039" fmla="*/ 4804600 w 6545688"/>
              <a:gd name="connsiteY12039" fmla="*/ 451522 h 3341254"/>
              <a:gd name="connsiteX12040" fmla="*/ 4806522 w 6545688"/>
              <a:gd name="connsiteY12040" fmla="*/ 452598 h 3341254"/>
              <a:gd name="connsiteX12041" fmla="*/ 4822124 w 6545688"/>
              <a:gd name="connsiteY12041" fmla="*/ 479651 h 3341254"/>
              <a:gd name="connsiteX12042" fmla="*/ 4822124 w 6545688"/>
              <a:gd name="connsiteY12042" fmla="*/ 481879 h 3341254"/>
              <a:gd name="connsiteX12043" fmla="*/ 4806522 w 6545688"/>
              <a:gd name="connsiteY12043" fmla="*/ 508931 h 3341254"/>
              <a:gd name="connsiteX12044" fmla="*/ 4804600 w 6545688"/>
              <a:gd name="connsiteY12044" fmla="*/ 510008 h 3341254"/>
              <a:gd name="connsiteX12045" fmla="*/ 4773397 w 6545688"/>
              <a:gd name="connsiteY12045" fmla="*/ 510008 h 3341254"/>
              <a:gd name="connsiteX12046" fmla="*/ 4771475 w 6545688"/>
              <a:gd name="connsiteY12046" fmla="*/ 508931 h 3341254"/>
              <a:gd name="connsiteX12047" fmla="*/ 4755875 w 6545688"/>
              <a:gd name="connsiteY12047" fmla="*/ 481879 h 3341254"/>
              <a:gd name="connsiteX12048" fmla="*/ 4755875 w 6545688"/>
              <a:gd name="connsiteY12048" fmla="*/ 479651 h 3341254"/>
              <a:gd name="connsiteX12049" fmla="*/ 4771475 w 6545688"/>
              <a:gd name="connsiteY12049" fmla="*/ 452598 h 3341254"/>
              <a:gd name="connsiteX12050" fmla="*/ 4773397 w 6545688"/>
              <a:gd name="connsiteY12050" fmla="*/ 451522 h 3341254"/>
              <a:gd name="connsiteX12051" fmla="*/ 4315883 w 6545688"/>
              <a:gd name="connsiteY12051" fmla="*/ 451368 h 3341254"/>
              <a:gd name="connsiteX12052" fmla="*/ 4347241 w 6545688"/>
              <a:gd name="connsiteY12052" fmla="*/ 451368 h 3341254"/>
              <a:gd name="connsiteX12053" fmla="*/ 4349162 w 6545688"/>
              <a:gd name="connsiteY12053" fmla="*/ 452445 h 3341254"/>
              <a:gd name="connsiteX12054" fmla="*/ 4364840 w 6545688"/>
              <a:gd name="connsiteY12054" fmla="*/ 479575 h 3341254"/>
              <a:gd name="connsiteX12055" fmla="*/ 4364840 w 6545688"/>
              <a:gd name="connsiteY12055" fmla="*/ 481803 h 3341254"/>
              <a:gd name="connsiteX12056" fmla="*/ 4349162 w 6545688"/>
              <a:gd name="connsiteY12056" fmla="*/ 508931 h 3341254"/>
              <a:gd name="connsiteX12057" fmla="*/ 4347241 w 6545688"/>
              <a:gd name="connsiteY12057" fmla="*/ 510008 h 3341254"/>
              <a:gd name="connsiteX12058" fmla="*/ 4315883 w 6545688"/>
              <a:gd name="connsiteY12058" fmla="*/ 510008 h 3341254"/>
              <a:gd name="connsiteX12059" fmla="*/ 4313961 w 6545688"/>
              <a:gd name="connsiteY12059" fmla="*/ 508931 h 3341254"/>
              <a:gd name="connsiteX12060" fmla="*/ 4298283 w 6545688"/>
              <a:gd name="connsiteY12060" fmla="*/ 481803 h 3341254"/>
              <a:gd name="connsiteX12061" fmla="*/ 4298283 w 6545688"/>
              <a:gd name="connsiteY12061" fmla="*/ 479575 h 3341254"/>
              <a:gd name="connsiteX12062" fmla="*/ 4313961 w 6545688"/>
              <a:gd name="connsiteY12062" fmla="*/ 452445 h 3341254"/>
              <a:gd name="connsiteX12063" fmla="*/ 4315883 w 6545688"/>
              <a:gd name="connsiteY12063" fmla="*/ 451368 h 3341254"/>
              <a:gd name="connsiteX12064" fmla="*/ 5413595 w 6545688"/>
              <a:gd name="connsiteY12064" fmla="*/ 451214 h 3341254"/>
              <a:gd name="connsiteX12065" fmla="*/ 5445107 w 6545688"/>
              <a:gd name="connsiteY12065" fmla="*/ 451214 h 3341254"/>
              <a:gd name="connsiteX12066" fmla="*/ 5447029 w 6545688"/>
              <a:gd name="connsiteY12066" fmla="*/ 452291 h 3341254"/>
              <a:gd name="connsiteX12067" fmla="*/ 5462784 w 6545688"/>
              <a:gd name="connsiteY12067" fmla="*/ 479575 h 3341254"/>
              <a:gd name="connsiteX12068" fmla="*/ 5462784 w 6545688"/>
              <a:gd name="connsiteY12068" fmla="*/ 481802 h 3341254"/>
              <a:gd name="connsiteX12069" fmla="*/ 5447029 w 6545688"/>
              <a:gd name="connsiteY12069" fmla="*/ 509085 h 3341254"/>
              <a:gd name="connsiteX12070" fmla="*/ 5445107 w 6545688"/>
              <a:gd name="connsiteY12070" fmla="*/ 510162 h 3341254"/>
              <a:gd name="connsiteX12071" fmla="*/ 5413595 w 6545688"/>
              <a:gd name="connsiteY12071" fmla="*/ 510162 h 3341254"/>
              <a:gd name="connsiteX12072" fmla="*/ 5411674 w 6545688"/>
              <a:gd name="connsiteY12072" fmla="*/ 509085 h 3341254"/>
              <a:gd name="connsiteX12073" fmla="*/ 5395920 w 6545688"/>
              <a:gd name="connsiteY12073" fmla="*/ 481802 h 3341254"/>
              <a:gd name="connsiteX12074" fmla="*/ 5395920 w 6545688"/>
              <a:gd name="connsiteY12074" fmla="*/ 479575 h 3341254"/>
              <a:gd name="connsiteX12075" fmla="*/ 5411674 w 6545688"/>
              <a:gd name="connsiteY12075" fmla="*/ 452291 h 3341254"/>
              <a:gd name="connsiteX12076" fmla="*/ 5413595 w 6545688"/>
              <a:gd name="connsiteY12076" fmla="*/ 451214 h 3341254"/>
              <a:gd name="connsiteX12077" fmla="*/ 4681710 w 6545688"/>
              <a:gd name="connsiteY12077" fmla="*/ 451061 h 3341254"/>
              <a:gd name="connsiteX12078" fmla="*/ 4713373 w 6545688"/>
              <a:gd name="connsiteY12078" fmla="*/ 451061 h 3341254"/>
              <a:gd name="connsiteX12079" fmla="*/ 4715294 w 6545688"/>
              <a:gd name="connsiteY12079" fmla="*/ 452213 h 3341254"/>
              <a:gd name="connsiteX12080" fmla="*/ 4731126 w 6545688"/>
              <a:gd name="connsiteY12080" fmla="*/ 479651 h 3341254"/>
              <a:gd name="connsiteX12081" fmla="*/ 4731126 w 6545688"/>
              <a:gd name="connsiteY12081" fmla="*/ 481879 h 3341254"/>
              <a:gd name="connsiteX12082" fmla="*/ 4715294 w 6545688"/>
              <a:gd name="connsiteY12082" fmla="*/ 509317 h 3341254"/>
              <a:gd name="connsiteX12083" fmla="*/ 4713373 w 6545688"/>
              <a:gd name="connsiteY12083" fmla="*/ 510469 h 3341254"/>
              <a:gd name="connsiteX12084" fmla="*/ 4681710 w 6545688"/>
              <a:gd name="connsiteY12084" fmla="*/ 510469 h 3341254"/>
              <a:gd name="connsiteX12085" fmla="*/ 4679788 w 6545688"/>
              <a:gd name="connsiteY12085" fmla="*/ 509317 h 3341254"/>
              <a:gd name="connsiteX12086" fmla="*/ 4663956 w 6545688"/>
              <a:gd name="connsiteY12086" fmla="*/ 481879 h 3341254"/>
              <a:gd name="connsiteX12087" fmla="*/ 4663956 w 6545688"/>
              <a:gd name="connsiteY12087" fmla="*/ 479651 h 3341254"/>
              <a:gd name="connsiteX12088" fmla="*/ 4679788 w 6545688"/>
              <a:gd name="connsiteY12088" fmla="*/ 452213 h 3341254"/>
              <a:gd name="connsiteX12089" fmla="*/ 4681710 w 6545688"/>
              <a:gd name="connsiteY12089" fmla="*/ 451061 h 3341254"/>
              <a:gd name="connsiteX12090" fmla="*/ 4498029 w 6545688"/>
              <a:gd name="connsiteY12090" fmla="*/ 449677 h 3341254"/>
              <a:gd name="connsiteX12091" fmla="*/ 4531152 w 6545688"/>
              <a:gd name="connsiteY12091" fmla="*/ 449677 h 3341254"/>
              <a:gd name="connsiteX12092" fmla="*/ 4533152 w 6545688"/>
              <a:gd name="connsiteY12092" fmla="*/ 450829 h 3341254"/>
              <a:gd name="connsiteX12093" fmla="*/ 4549674 w 6545688"/>
              <a:gd name="connsiteY12093" fmla="*/ 479573 h 3341254"/>
              <a:gd name="connsiteX12094" fmla="*/ 4549674 w 6545688"/>
              <a:gd name="connsiteY12094" fmla="*/ 481879 h 3341254"/>
              <a:gd name="connsiteX12095" fmla="*/ 4533074 w 6545688"/>
              <a:gd name="connsiteY12095" fmla="*/ 510623 h 3341254"/>
              <a:gd name="connsiteX12096" fmla="*/ 4531076 w 6545688"/>
              <a:gd name="connsiteY12096" fmla="*/ 511775 h 3341254"/>
              <a:gd name="connsiteX12097" fmla="*/ 4497951 w 6545688"/>
              <a:gd name="connsiteY12097" fmla="*/ 511775 h 3341254"/>
              <a:gd name="connsiteX12098" fmla="*/ 4495954 w 6545688"/>
              <a:gd name="connsiteY12098" fmla="*/ 510623 h 3341254"/>
              <a:gd name="connsiteX12099" fmla="*/ 4479429 w 6545688"/>
              <a:gd name="connsiteY12099" fmla="*/ 481879 h 3341254"/>
              <a:gd name="connsiteX12100" fmla="*/ 4479429 w 6545688"/>
              <a:gd name="connsiteY12100" fmla="*/ 479573 h 3341254"/>
              <a:gd name="connsiteX12101" fmla="*/ 4496030 w 6545688"/>
              <a:gd name="connsiteY12101" fmla="*/ 450829 h 3341254"/>
              <a:gd name="connsiteX12102" fmla="*/ 4498029 w 6545688"/>
              <a:gd name="connsiteY12102" fmla="*/ 449677 h 3341254"/>
              <a:gd name="connsiteX12103" fmla="*/ 4406496 w 6545688"/>
              <a:gd name="connsiteY12103" fmla="*/ 449677 h 3341254"/>
              <a:gd name="connsiteX12104" fmla="*/ 4439619 w 6545688"/>
              <a:gd name="connsiteY12104" fmla="*/ 449677 h 3341254"/>
              <a:gd name="connsiteX12105" fmla="*/ 4441618 w 6545688"/>
              <a:gd name="connsiteY12105" fmla="*/ 450829 h 3341254"/>
              <a:gd name="connsiteX12106" fmla="*/ 4458141 w 6545688"/>
              <a:gd name="connsiteY12106" fmla="*/ 479573 h 3341254"/>
              <a:gd name="connsiteX12107" fmla="*/ 4458141 w 6545688"/>
              <a:gd name="connsiteY12107" fmla="*/ 481879 h 3341254"/>
              <a:gd name="connsiteX12108" fmla="*/ 4441540 w 6545688"/>
              <a:gd name="connsiteY12108" fmla="*/ 510623 h 3341254"/>
              <a:gd name="connsiteX12109" fmla="*/ 4439542 w 6545688"/>
              <a:gd name="connsiteY12109" fmla="*/ 511775 h 3341254"/>
              <a:gd name="connsiteX12110" fmla="*/ 4406418 w 6545688"/>
              <a:gd name="connsiteY12110" fmla="*/ 511775 h 3341254"/>
              <a:gd name="connsiteX12111" fmla="*/ 4404419 w 6545688"/>
              <a:gd name="connsiteY12111" fmla="*/ 510623 h 3341254"/>
              <a:gd name="connsiteX12112" fmla="*/ 4387896 w 6545688"/>
              <a:gd name="connsiteY12112" fmla="*/ 481879 h 3341254"/>
              <a:gd name="connsiteX12113" fmla="*/ 4387896 w 6545688"/>
              <a:gd name="connsiteY12113" fmla="*/ 479573 h 3341254"/>
              <a:gd name="connsiteX12114" fmla="*/ 4404496 w 6545688"/>
              <a:gd name="connsiteY12114" fmla="*/ 450829 h 3341254"/>
              <a:gd name="connsiteX12115" fmla="*/ 4406496 w 6545688"/>
              <a:gd name="connsiteY12115" fmla="*/ 449677 h 3341254"/>
              <a:gd name="connsiteX12116" fmla="*/ 5320063 w 6545688"/>
              <a:gd name="connsiteY12116" fmla="*/ 447294 h 3341254"/>
              <a:gd name="connsiteX12117" fmla="*/ 5355724 w 6545688"/>
              <a:gd name="connsiteY12117" fmla="*/ 447294 h 3341254"/>
              <a:gd name="connsiteX12118" fmla="*/ 5357875 w 6545688"/>
              <a:gd name="connsiteY12118" fmla="*/ 448524 h 3341254"/>
              <a:gd name="connsiteX12119" fmla="*/ 5375706 w 6545688"/>
              <a:gd name="connsiteY12119" fmla="*/ 479419 h 3341254"/>
              <a:gd name="connsiteX12120" fmla="*/ 5375706 w 6545688"/>
              <a:gd name="connsiteY12120" fmla="*/ 481955 h 3341254"/>
              <a:gd name="connsiteX12121" fmla="*/ 5357875 w 6545688"/>
              <a:gd name="connsiteY12121" fmla="*/ 512852 h 3341254"/>
              <a:gd name="connsiteX12122" fmla="*/ 5355724 w 6545688"/>
              <a:gd name="connsiteY12122" fmla="*/ 514080 h 3341254"/>
              <a:gd name="connsiteX12123" fmla="*/ 5320063 w 6545688"/>
              <a:gd name="connsiteY12123" fmla="*/ 514080 h 3341254"/>
              <a:gd name="connsiteX12124" fmla="*/ 5317912 w 6545688"/>
              <a:gd name="connsiteY12124" fmla="*/ 512852 h 3341254"/>
              <a:gd name="connsiteX12125" fmla="*/ 5300081 w 6545688"/>
              <a:gd name="connsiteY12125" fmla="*/ 481955 h 3341254"/>
              <a:gd name="connsiteX12126" fmla="*/ 5300081 w 6545688"/>
              <a:gd name="connsiteY12126" fmla="*/ 479419 h 3341254"/>
              <a:gd name="connsiteX12127" fmla="*/ 5317912 w 6545688"/>
              <a:gd name="connsiteY12127" fmla="*/ 448524 h 3341254"/>
              <a:gd name="connsiteX12128" fmla="*/ 5320063 w 6545688"/>
              <a:gd name="connsiteY12128" fmla="*/ 447294 h 3341254"/>
              <a:gd name="connsiteX12129" fmla="*/ 5228607 w 6545688"/>
              <a:gd name="connsiteY12129" fmla="*/ 447294 h 3341254"/>
              <a:gd name="connsiteX12130" fmla="*/ 5264269 w 6545688"/>
              <a:gd name="connsiteY12130" fmla="*/ 447294 h 3341254"/>
              <a:gd name="connsiteX12131" fmla="*/ 5266420 w 6545688"/>
              <a:gd name="connsiteY12131" fmla="*/ 448524 h 3341254"/>
              <a:gd name="connsiteX12132" fmla="*/ 5284251 w 6545688"/>
              <a:gd name="connsiteY12132" fmla="*/ 479419 h 3341254"/>
              <a:gd name="connsiteX12133" fmla="*/ 5284251 w 6545688"/>
              <a:gd name="connsiteY12133" fmla="*/ 481955 h 3341254"/>
              <a:gd name="connsiteX12134" fmla="*/ 5266420 w 6545688"/>
              <a:gd name="connsiteY12134" fmla="*/ 512852 h 3341254"/>
              <a:gd name="connsiteX12135" fmla="*/ 5264269 w 6545688"/>
              <a:gd name="connsiteY12135" fmla="*/ 514080 h 3341254"/>
              <a:gd name="connsiteX12136" fmla="*/ 5228607 w 6545688"/>
              <a:gd name="connsiteY12136" fmla="*/ 514080 h 3341254"/>
              <a:gd name="connsiteX12137" fmla="*/ 5226456 w 6545688"/>
              <a:gd name="connsiteY12137" fmla="*/ 512852 h 3341254"/>
              <a:gd name="connsiteX12138" fmla="*/ 5208625 w 6545688"/>
              <a:gd name="connsiteY12138" fmla="*/ 481955 h 3341254"/>
              <a:gd name="connsiteX12139" fmla="*/ 5208625 w 6545688"/>
              <a:gd name="connsiteY12139" fmla="*/ 479419 h 3341254"/>
              <a:gd name="connsiteX12140" fmla="*/ 5226456 w 6545688"/>
              <a:gd name="connsiteY12140" fmla="*/ 448524 h 3341254"/>
              <a:gd name="connsiteX12141" fmla="*/ 5228607 w 6545688"/>
              <a:gd name="connsiteY12141" fmla="*/ 447294 h 3341254"/>
              <a:gd name="connsiteX12142" fmla="*/ 5243672 w 6545688"/>
              <a:gd name="connsiteY12142" fmla="*/ 396417 h 3341254"/>
              <a:gd name="connsiteX12143" fmla="*/ 5249050 w 6545688"/>
              <a:gd name="connsiteY12143" fmla="*/ 396417 h 3341254"/>
              <a:gd name="connsiteX12144" fmla="*/ 5249358 w 6545688"/>
              <a:gd name="connsiteY12144" fmla="*/ 396571 h 3341254"/>
              <a:gd name="connsiteX12145" fmla="*/ 5252049 w 6545688"/>
              <a:gd name="connsiteY12145" fmla="*/ 401259 h 3341254"/>
              <a:gd name="connsiteX12146" fmla="*/ 5252049 w 6545688"/>
              <a:gd name="connsiteY12146" fmla="*/ 401644 h 3341254"/>
              <a:gd name="connsiteX12147" fmla="*/ 5249358 w 6545688"/>
              <a:gd name="connsiteY12147" fmla="*/ 406331 h 3341254"/>
              <a:gd name="connsiteX12148" fmla="*/ 5249050 w 6545688"/>
              <a:gd name="connsiteY12148" fmla="*/ 406485 h 3341254"/>
              <a:gd name="connsiteX12149" fmla="*/ 5243672 w 6545688"/>
              <a:gd name="connsiteY12149" fmla="*/ 406485 h 3341254"/>
              <a:gd name="connsiteX12150" fmla="*/ 5243364 w 6545688"/>
              <a:gd name="connsiteY12150" fmla="*/ 406331 h 3341254"/>
              <a:gd name="connsiteX12151" fmla="*/ 5240674 w 6545688"/>
              <a:gd name="connsiteY12151" fmla="*/ 401644 h 3341254"/>
              <a:gd name="connsiteX12152" fmla="*/ 5240674 w 6545688"/>
              <a:gd name="connsiteY12152" fmla="*/ 401259 h 3341254"/>
              <a:gd name="connsiteX12153" fmla="*/ 5243364 w 6545688"/>
              <a:gd name="connsiteY12153" fmla="*/ 396571 h 3341254"/>
              <a:gd name="connsiteX12154" fmla="*/ 5243672 w 6545688"/>
              <a:gd name="connsiteY12154" fmla="*/ 396417 h 3341254"/>
              <a:gd name="connsiteX12155" fmla="*/ 2407814 w 6545688"/>
              <a:gd name="connsiteY12155" fmla="*/ 396417 h 3341254"/>
              <a:gd name="connsiteX12156" fmla="*/ 2413194 w 6545688"/>
              <a:gd name="connsiteY12156" fmla="*/ 396417 h 3341254"/>
              <a:gd name="connsiteX12157" fmla="*/ 2413500 w 6545688"/>
              <a:gd name="connsiteY12157" fmla="*/ 396571 h 3341254"/>
              <a:gd name="connsiteX12158" fmla="*/ 2416191 w 6545688"/>
              <a:gd name="connsiteY12158" fmla="*/ 401259 h 3341254"/>
              <a:gd name="connsiteX12159" fmla="*/ 2416191 w 6545688"/>
              <a:gd name="connsiteY12159" fmla="*/ 401644 h 3341254"/>
              <a:gd name="connsiteX12160" fmla="*/ 2413500 w 6545688"/>
              <a:gd name="connsiteY12160" fmla="*/ 406331 h 3341254"/>
              <a:gd name="connsiteX12161" fmla="*/ 2413194 w 6545688"/>
              <a:gd name="connsiteY12161" fmla="*/ 406485 h 3341254"/>
              <a:gd name="connsiteX12162" fmla="*/ 2407814 w 6545688"/>
              <a:gd name="connsiteY12162" fmla="*/ 406485 h 3341254"/>
              <a:gd name="connsiteX12163" fmla="*/ 2407506 w 6545688"/>
              <a:gd name="connsiteY12163" fmla="*/ 406331 h 3341254"/>
              <a:gd name="connsiteX12164" fmla="*/ 2404816 w 6545688"/>
              <a:gd name="connsiteY12164" fmla="*/ 401644 h 3341254"/>
              <a:gd name="connsiteX12165" fmla="*/ 2404816 w 6545688"/>
              <a:gd name="connsiteY12165" fmla="*/ 401259 h 3341254"/>
              <a:gd name="connsiteX12166" fmla="*/ 2407506 w 6545688"/>
              <a:gd name="connsiteY12166" fmla="*/ 396571 h 3341254"/>
              <a:gd name="connsiteX12167" fmla="*/ 2407814 w 6545688"/>
              <a:gd name="connsiteY12167" fmla="*/ 396417 h 3341254"/>
              <a:gd name="connsiteX12168" fmla="*/ 3779897 w 6545688"/>
              <a:gd name="connsiteY12168" fmla="*/ 396264 h 3341254"/>
              <a:gd name="connsiteX12169" fmla="*/ 3785431 w 6545688"/>
              <a:gd name="connsiteY12169" fmla="*/ 396264 h 3341254"/>
              <a:gd name="connsiteX12170" fmla="*/ 3785739 w 6545688"/>
              <a:gd name="connsiteY12170" fmla="*/ 396493 h 3341254"/>
              <a:gd name="connsiteX12171" fmla="*/ 3788505 w 6545688"/>
              <a:gd name="connsiteY12171" fmla="*/ 401259 h 3341254"/>
              <a:gd name="connsiteX12172" fmla="*/ 3788505 w 6545688"/>
              <a:gd name="connsiteY12172" fmla="*/ 401644 h 3341254"/>
              <a:gd name="connsiteX12173" fmla="*/ 3785739 w 6545688"/>
              <a:gd name="connsiteY12173" fmla="*/ 406409 h 3341254"/>
              <a:gd name="connsiteX12174" fmla="*/ 3785431 w 6545688"/>
              <a:gd name="connsiteY12174" fmla="*/ 406639 h 3341254"/>
              <a:gd name="connsiteX12175" fmla="*/ 3779897 w 6545688"/>
              <a:gd name="connsiteY12175" fmla="*/ 406639 h 3341254"/>
              <a:gd name="connsiteX12176" fmla="*/ 3779590 w 6545688"/>
              <a:gd name="connsiteY12176" fmla="*/ 406409 h 3341254"/>
              <a:gd name="connsiteX12177" fmla="*/ 3776824 w 6545688"/>
              <a:gd name="connsiteY12177" fmla="*/ 401644 h 3341254"/>
              <a:gd name="connsiteX12178" fmla="*/ 3776824 w 6545688"/>
              <a:gd name="connsiteY12178" fmla="*/ 401259 h 3341254"/>
              <a:gd name="connsiteX12179" fmla="*/ 3779590 w 6545688"/>
              <a:gd name="connsiteY12179" fmla="*/ 396493 h 3341254"/>
              <a:gd name="connsiteX12180" fmla="*/ 3779897 w 6545688"/>
              <a:gd name="connsiteY12180" fmla="*/ 396264 h 3341254"/>
              <a:gd name="connsiteX12181" fmla="*/ 2133058 w 6545688"/>
              <a:gd name="connsiteY12181" fmla="*/ 395878 h 3341254"/>
              <a:gd name="connsiteX12182" fmla="*/ 2139054 w 6545688"/>
              <a:gd name="connsiteY12182" fmla="*/ 395878 h 3341254"/>
              <a:gd name="connsiteX12183" fmla="*/ 2139437 w 6545688"/>
              <a:gd name="connsiteY12183" fmla="*/ 396108 h 3341254"/>
              <a:gd name="connsiteX12184" fmla="*/ 2142435 w 6545688"/>
              <a:gd name="connsiteY12184" fmla="*/ 401259 h 3341254"/>
              <a:gd name="connsiteX12185" fmla="*/ 2142435 w 6545688"/>
              <a:gd name="connsiteY12185" fmla="*/ 401720 h 3341254"/>
              <a:gd name="connsiteX12186" fmla="*/ 2139437 w 6545688"/>
              <a:gd name="connsiteY12186" fmla="*/ 406869 h 3341254"/>
              <a:gd name="connsiteX12187" fmla="*/ 2139054 w 6545688"/>
              <a:gd name="connsiteY12187" fmla="*/ 407099 h 3341254"/>
              <a:gd name="connsiteX12188" fmla="*/ 2133058 w 6545688"/>
              <a:gd name="connsiteY12188" fmla="*/ 407099 h 3341254"/>
              <a:gd name="connsiteX12189" fmla="*/ 2132675 w 6545688"/>
              <a:gd name="connsiteY12189" fmla="*/ 406869 h 3341254"/>
              <a:gd name="connsiteX12190" fmla="*/ 2129677 w 6545688"/>
              <a:gd name="connsiteY12190" fmla="*/ 401720 h 3341254"/>
              <a:gd name="connsiteX12191" fmla="*/ 2129677 w 6545688"/>
              <a:gd name="connsiteY12191" fmla="*/ 401259 h 3341254"/>
              <a:gd name="connsiteX12192" fmla="*/ 2132675 w 6545688"/>
              <a:gd name="connsiteY12192" fmla="*/ 396108 h 3341254"/>
              <a:gd name="connsiteX12193" fmla="*/ 2133058 w 6545688"/>
              <a:gd name="connsiteY12193" fmla="*/ 395878 h 3341254"/>
              <a:gd name="connsiteX12194" fmla="*/ 5151367 w 6545688"/>
              <a:gd name="connsiteY12194" fmla="*/ 394726 h 3341254"/>
              <a:gd name="connsiteX12195" fmla="*/ 5158515 w 6545688"/>
              <a:gd name="connsiteY12195" fmla="*/ 394726 h 3341254"/>
              <a:gd name="connsiteX12196" fmla="*/ 5158977 w 6545688"/>
              <a:gd name="connsiteY12196" fmla="*/ 394956 h 3341254"/>
              <a:gd name="connsiteX12197" fmla="*/ 5162590 w 6545688"/>
              <a:gd name="connsiteY12197" fmla="*/ 401181 h 3341254"/>
              <a:gd name="connsiteX12198" fmla="*/ 5162590 w 6545688"/>
              <a:gd name="connsiteY12198" fmla="*/ 401720 h 3341254"/>
              <a:gd name="connsiteX12199" fmla="*/ 5158977 w 6545688"/>
              <a:gd name="connsiteY12199" fmla="*/ 407945 h 3341254"/>
              <a:gd name="connsiteX12200" fmla="*/ 5158515 w 6545688"/>
              <a:gd name="connsiteY12200" fmla="*/ 408175 h 3341254"/>
              <a:gd name="connsiteX12201" fmla="*/ 5151367 w 6545688"/>
              <a:gd name="connsiteY12201" fmla="*/ 408175 h 3341254"/>
              <a:gd name="connsiteX12202" fmla="*/ 5150908 w 6545688"/>
              <a:gd name="connsiteY12202" fmla="*/ 407945 h 3341254"/>
              <a:gd name="connsiteX12203" fmla="*/ 5147295 w 6545688"/>
              <a:gd name="connsiteY12203" fmla="*/ 401720 h 3341254"/>
              <a:gd name="connsiteX12204" fmla="*/ 5147295 w 6545688"/>
              <a:gd name="connsiteY12204" fmla="*/ 401181 h 3341254"/>
              <a:gd name="connsiteX12205" fmla="*/ 5150908 w 6545688"/>
              <a:gd name="connsiteY12205" fmla="*/ 394956 h 3341254"/>
              <a:gd name="connsiteX12206" fmla="*/ 5151367 w 6545688"/>
              <a:gd name="connsiteY12206" fmla="*/ 394726 h 3341254"/>
              <a:gd name="connsiteX12207" fmla="*/ 6523299 w 6545688"/>
              <a:gd name="connsiteY12207" fmla="*/ 394342 h 3341254"/>
              <a:gd name="connsiteX12208" fmla="*/ 6530908 w 6545688"/>
              <a:gd name="connsiteY12208" fmla="*/ 394342 h 3341254"/>
              <a:gd name="connsiteX12209" fmla="*/ 6531368 w 6545688"/>
              <a:gd name="connsiteY12209" fmla="*/ 394650 h 3341254"/>
              <a:gd name="connsiteX12210" fmla="*/ 6535210 w 6545688"/>
              <a:gd name="connsiteY12210" fmla="*/ 401259 h 3341254"/>
              <a:gd name="connsiteX12211" fmla="*/ 6535210 w 6545688"/>
              <a:gd name="connsiteY12211" fmla="*/ 401798 h 3341254"/>
              <a:gd name="connsiteX12212" fmla="*/ 6531368 w 6545688"/>
              <a:gd name="connsiteY12212" fmla="*/ 408407 h 3341254"/>
              <a:gd name="connsiteX12213" fmla="*/ 6530908 w 6545688"/>
              <a:gd name="connsiteY12213" fmla="*/ 408714 h 3341254"/>
              <a:gd name="connsiteX12214" fmla="*/ 6523299 w 6545688"/>
              <a:gd name="connsiteY12214" fmla="*/ 408714 h 3341254"/>
              <a:gd name="connsiteX12215" fmla="*/ 6522838 w 6545688"/>
              <a:gd name="connsiteY12215" fmla="*/ 408407 h 3341254"/>
              <a:gd name="connsiteX12216" fmla="*/ 6518995 w 6545688"/>
              <a:gd name="connsiteY12216" fmla="*/ 401798 h 3341254"/>
              <a:gd name="connsiteX12217" fmla="*/ 6518995 w 6545688"/>
              <a:gd name="connsiteY12217" fmla="*/ 401259 h 3341254"/>
              <a:gd name="connsiteX12218" fmla="*/ 6522838 w 6545688"/>
              <a:gd name="connsiteY12218" fmla="*/ 394650 h 3341254"/>
              <a:gd name="connsiteX12219" fmla="*/ 6523299 w 6545688"/>
              <a:gd name="connsiteY12219" fmla="*/ 394342 h 3341254"/>
              <a:gd name="connsiteX12220" fmla="*/ 2955018 w 6545688"/>
              <a:gd name="connsiteY12220" fmla="*/ 393342 h 3341254"/>
              <a:gd name="connsiteX12221" fmla="*/ 2963703 w 6545688"/>
              <a:gd name="connsiteY12221" fmla="*/ 393342 h 3341254"/>
              <a:gd name="connsiteX12222" fmla="*/ 2964241 w 6545688"/>
              <a:gd name="connsiteY12222" fmla="*/ 393649 h 3341254"/>
              <a:gd name="connsiteX12223" fmla="*/ 2968545 w 6545688"/>
              <a:gd name="connsiteY12223" fmla="*/ 401181 h 3341254"/>
              <a:gd name="connsiteX12224" fmla="*/ 2968545 w 6545688"/>
              <a:gd name="connsiteY12224" fmla="*/ 401796 h 3341254"/>
              <a:gd name="connsiteX12225" fmla="*/ 2964241 w 6545688"/>
              <a:gd name="connsiteY12225" fmla="*/ 409327 h 3341254"/>
              <a:gd name="connsiteX12226" fmla="*/ 2963703 w 6545688"/>
              <a:gd name="connsiteY12226" fmla="*/ 409635 h 3341254"/>
              <a:gd name="connsiteX12227" fmla="*/ 2955018 w 6545688"/>
              <a:gd name="connsiteY12227" fmla="*/ 409635 h 3341254"/>
              <a:gd name="connsiteX12228" fmla="*/ 2954480 w 6545688"/>
              <a:gd name="connsiteY12228" fmla="*/ 409327 h 3341254"/>
              <a:gd name="connsiteX12229" fmla="*/ 2950176 w 6545688"/>
              <a:gd name="connsiteY12229" fmla="*/ 401796 h 3341254"/>
              <a:gd name="connsiteX12230" fmla="*/ 2950176 w 6545688"/>
              <a:gd name="connsiteY12230" fmla="*/ 401181 h 3341254"/>
              <a:gd name="connsiteX12231" fmla="*/ 2954480 w 6545688"/>
              <a:gd name="connsiteY12231" fmla="*/ 393649 h 3341254"/>
              <a:gd name="connsiteX12232" fmla="*/ 2955018 w 6545688"/>
              <a:gd name="connsiteY12232" fmla="*/ 393342 h 3341254"/>
              <a:gd name="connsiteX12233" fmla="*/ 2496965 w 6545688"/>
              <a:gd name="connsiteY12233" fmla="*/ 392113 h 3341254"/>
              <a:gd name="connsiteX12234" fmla="*/ 2506957 w 6545688"/>
              <a:gd name="connsiteY12234" fmla="*/ 392113 h 3341254"/>
              <a:gd name="connsiteX12235" fmla="*/ 2507570 w 6545688"/>
              <a:gd name="connsiteY12235" fmla="*/ 392497 h 3341254"/>
              <a:gd name="connsiteX12236" fmla="*/ 2512567 w 6545688"/>
              <a:gd name="connsiteY12236" fmla="*/ 401183 h 3341254"/>
              <a:gd name="connsiteX12237" fmla="*/ 2512567 w 6545688"/>
              <a:gd name="connsiteY12237" fmla="*/ 401874 h 3341254"/>
              <a:gd name="connsiteX12238" fmla="*/ 2507570 w 6545688"/>
              <a:gd name="connsiteY12238" fmla="*/ 410558 h 3341254"/>
              <a:gd name="connsiteX12239" fmla="*/ 2506957 w 6545688"/>
              <a:gd name="connsiteY12239" fmla="*/ 410943 h 3341254"/>
              <a:gd name="connsiteX12240" fmla="*/ 2496965 w 6545688"/>
              <a:gd name="connsiteY12240" fmla="*/ 410943 h 3341254"/>
              <a:gd name="connsiteX12241" fmla="*/ 2496350 w 6545688"/>
              <a:gd name="connsiteY12241" fmla="*/ 410558 h 3341254"/>
              <a:gd name="connsiteX12242" fmla="*/ 2491355 w 6545688"/>
              <a:gd name="connsiteY12242" fmla="*/ 401874 h 3341254"/>
              <a:gd name="connsiteX12243" fmla="*/ 2491355 w 6545688"/>
              <a:gd name="connsiteY12243" fmla="*/ 401183 h 3341254"/>
              <a:gd name="connsiteX12244" fmla="*/ 2496350 w 6545688"/>
              <a:gd name="connsiteY12244" fmla="*/ 392497 h 3341254"/>
              <a:gd name="connsiteX12245" fmla="*/ 2496965 w 6545688"/>
              <a:gd name="connsiteY12245" fmla="*/ 392113 h 3341254"/>
              <a:gd name="connsiteX12246" fmla="*/ 6247546 w 6545688"/>
              <a:gd name="connsiteY12246" fmla="*/ 391806 h 3341254"/>
              <a:gd name="connsiteX12247" fmla="*/ 6257844 w 6545688"/>
              <a:gd name="connsiteY12247" fmla="*/ 391806 h 3341254"/>
              <a:gd name="connsiteX12248" fmla="*/ 6258459 w 6545688"/>
              <a:gd name="connsiteY12248" fmla="*/ 392189 h 3341254"/>
              <a:gd name="connsiteX12249" fmla="*/ 6263609 w 6545688"/>
              <a:gd name="connsiteY12249" fmla="*/ 401105 h 3341254"/>
              <a:gd name="connsiteX12250" fmla="*/ 6263609 w 6545688"/>
              <a:gd name="connsiteY12250" fmla="*/ 401798 h 3341254"/>
              <a:gd name="connsiteX12251" fmla="*/ 6258459 w 6545688"/>
              <a:gd name="connsiteY12251" fmla="*/ 410711 h 3341254"/>
              <a:gd name="connsiteX12252" fmla="*/ 6257844 w 6545688"/>
              <a:gd name="connsiteY12252" fmla="*/ 411097 h 3341254"/>
              <a:gd name="connsiteX12253" fmla="*/ 6247546 w 6545688"/>
              <a:gd name="connsiteY12253" fmla="*/ 411097 h 3341254"/>
              <a:gd name="connsiteX12254" fmla="*/ 6246931 w 6545688"/>
              <a:gd name="connsiteY12254" fmla="*/ 410711 h 3341254"/>
              <a:gd name="connsiteX12255" fmla="*/ 6241783 w 6545688"/>
              <a:gd name="connsiteY12255" fmla="*/ 401798 h 3341254"/>
              <a:gd name="connsiteX12256" fmla="*/ 6241783 w 6545688"/>
              <a:gd name="connsiteY12256" fmla="*/ 401105 h 3341254"/>
              <a:gd name="connsiteX12257" fmla="*/ 6246931 w 6545688"/>
              <a:gd name="connsiteY12257" fmla="*/ 392189 h 3341254"/>
              <a:gd name="connsiteX12258" fmla="*/ 6247546 w 6545688"/>
              <a:gd name="connsiteY12258" fmla="*/ 391806 h 3341254"/>
              <a:gd name="connsiteX12259" fmla="*/ 2313205 w 6545688"/>
              <a:gd name="connsiteY12259" fmla="*/ 390653 h 3341254"/>
              <a:gd name="connsiteX12260" fmla="*/ 2324733 w 6545688"/>
              <a:gd name="connsiteY12260" fmla="*/ 390653 h 3341254"/>
              <a:gd name="connsiteX12261" fmla="*/ 2325426 w 6545688"/>
              <a:gd name="connsiteY12261" fmla="*/ 391037 h 3341254"/>
              <a:gd name="connsiteX12262" fmla="*/ 2331190 w 6545688"/>
              <a:gd name="connsiteY12262" fmla="*/ 401029 h 3341254"/>
              <a:gd name="connsiteX12263" fmla="*/ 2331190 w 6545688"/>
              <a:gd name="connsiteY12263" fmla="*/ 401874 h 3341254"/>
              <a:gd name="connsiteX12264" fmla="*/ 2325426 w 6545688"/>
              <a:gd name="connsiteY12264" fmla="*/ 411866 h 3341254"/>
              <a:gd name="connsiteX12265" fmla="*/ 2324733 w 6545688"/>
              <a:gd name="connsiteY12265" fmla="*/ 412249 h 3341254"/>
              <a:gd name="connsiteX12266" fmla="*/ 2313205 w 6545688"/>
              <a:gd name="connsiteY12266" fmla="*/ 412249 h 3341254"/>
              <a:gd name="connsiteX12267" fmla="*/ 2312514 w 6545688"/>
              <a:gd name="connsiteY12267" fmla="*/ 411866 h 3341254"/>
              <a:gd name="connsiteX12268" fmla="*/ 2306750 w 6545688"/>
              <a:gd name="connsiteY12268" fmla="*/ 401874 h 3341254"/>
              <a:gd name="connsiteX12269" fmla="*/ 2306750 w 6545688"/>
              <a:gd name="connsiteY12269" fmla="*/ 401029 h 3341254"/>
              <a:gd name="connsiteX12270" fmla="*/ 2312514 w 6545688"/>
              <a:gd name="connsiteY12270" fmla="*/ 391037 h 3341254"/>
              <a:gd name="connsiteX12271" fmla="*/ 2313205 w 6545688"/>
              <a:gd name="connsiteY12271" fmla="*/ 390653 h 3341254"/>
              <a:gd name="connsiteX12272" fmla="*/ 3318925 w 6545688"/>
              <a:gd name="connsiteY12272" fmla="*/ 389577 h 3341254"/>
              <a:gd name="connsiteX12273" fmla="*/ 3331605 w 6545688"/>
              <a:gd name="connsiteY12273" fmla="*/ 389577 h 3341254"/>
              <a:gd name="connsiteX12274" fmla="*/ 3332374 w 6545688"/>
              <a:gd name="connsiteY12274" fmla="*/ 390038 h 3341254"/>
              <a:gd name="connsiteX12275" fmla="*/ 3338753 w 6545688"/>
              <a:gd name="connsiteY12275" fmla="*/ 401029 h 3341254"/>
              <a:gd name="connsiteX12276" fmla="*/ 3338753 w 6545688"/>
              <a:gd name="connsiteY12276" fmla="*/ 401952 h 3341254"/>
              <a:gd name="connsiteX12277" fmla="*/ 3332374 w 6545688"/>
              <a:gd name="connsiteY12277" fmla="*/ 412940 h 3341254"/>
              <a:gd name="connsiteX12278" fmla="*/ 3331605 w 6545688"/>
              <a:gd name="connsiteY12278" fmla="*/ 413402 h 3341254"/>
              <a:gd name="connsiteX12279" fmla="*/ 3318925 w 6545688"/>
              <a:gd name="connsiteY12279" fmla="*/ 413402 h 3341254"/>
              <a:gd name="connsiteX12280" fmla="*/ 3318156 w 6545688"/>
              <a:gd name="connsiteY12280" fmla="*/ 412940 h 3341254"/>
              <a:gd name="connsiteX12281" fmla="*/ 3311777 w 6545688"/>
              <a:gd name="connsiteY12281" fmla="*/ 401952 h 3341254"/>
              <a:gd name="connsiteX12282" fmla="*/ 3311777 w 6545688"/>
              <a:gd name="connsiteY12282" fmla="*/ 401029 h 3341254"/>
              <a:gd name="connsiteX12283" fmla="*/ 3318156 w 6545688"/>
              <a:gd name="connsiteY12283" fmla="*/ 390038 h 3341254"/>
              <a:gd name="connsiteX12284" fmla="*/ 3318925 w 6545688"/>
              <a:gd name="connsiteY12284" fmla="*/ 389577 h 3341254"/>
              <a:gd name="connsiteX12285" fmla="*/ 2860103 w 6545688"/>
              <a:gd name="connsiteY12285" fmla="*/ 386887 h 3341254"/>
              <a:gd name="connsiteX12286" fmla="*/ 2875627 w 6545688"/>
              <a:gd name="connsiteY12286" fmla="*/ 386887 h 3341254"/>
              <a:gd name="connsiteX12287" fmla="*/ 2876551 w 6545688"/>
              <a:gd name="connsiteY12287" fmla="*/ 387424 h 3341254"/>
              <a:gd name="connsiteX12288" fmla="*/ 2884313 w 6545688"/>
              <a:gd name="connsiteY12288" fmla="*/ 400875 h 3341254"/>
              <a:gd name="connsiteX12289" fmla="*/ 2884313 w 6545688"/>
              <a:gd name="connsiteY12289" fmla="*/ 401950 h 3341254"/>
              <a:gd name="connsiteX12290" fmla="*/ 2876551 w 6545688"/>
              <a:gd name="connsiteY12290" fmla="*/ 415401 h 3341254"/>
              <a:gd name="connsiteX12291" fmla="*/ 2875627 w 6545688"/>
              <a:gd name="connsiteY12291" fmla="*/ 415938 h 3341254"/>
              <a:gd name="connsiteX12292" fmla="*/ 2860103 w 6545688"/>
              <a:gd name="connsiteY12292" fmla="*/ 415938 h 3341254"/>
              <a:gd name="connsiteX12293" fmla="*/ 2859180 w 6545688"/>
              <a:gd name="connsiteY12293" fmla="*/ 415401 h 3341254"/>
              <a:gd name="connsiteX12294" fmla="*/ 2851419 w 6545688"/>
              <a:gd name="connsiteY12294" fmla="*/ 401950 h 3341254"/>
              <a:gd name="connsiteX12295" fmla="*/ 2851419 w 6545688"/>
              <a:gd name="connsiteY12295" fmla="*/ 400875 h 3341254"/>
              <a:gd name="connsiteX12296" fmla="*/ 2859180 w 6545688"/>
              <a:gd name="connsiteY12296" fmla="*/ 387424 h 3341254"/>
              <a:gd name="connsiteX12297" fmla="*/ 2860103 w 6545688"/>
              <a:gd name="connsiteY12297" fmla="*/ 386887 h 3341254"/>
              <a:gd name="connsiteX12298" fmla="*/ 3134320 w 6545688"/>
              <a:gd name="connsiteY12298" fmla="*/ 386503 h 3341254"/>
              <a:gd name="connsiteX12299" fmla="*/ 3150306 w 6545688"/>
              <a:gd name="connsiteY12299" fmla="*/ 386503 h 3341254"/>
              <a:gd name="connsiteX12300" fmla="*/ 3151306 w 6545688"/>
              <a:gd name="connsiteY12300" fmla="*/ 387041 h 3341254"/>
              <a:gd name="connsiteX12301" fmla="*/ 3159299 w 6545688"/>
              <a:gd name="connsiteY12301" fmla="*/ 400875 h 3341254"/>
              <a:gd name="connsiteX12302" fmla="*/ 3159299 w 6545688"/>
              <a:gd name="connsiteY12302" fmla="*/ 402028 h 3341254"/>
              <a:gd name="connsiteX12303" fmla="*/ 3151306 w 6545688"/>
              <a:gd name="connsiteY12303" fmla="*/ 415862 h 3341254"/>
              <a:gd name="connsiteX12304" fmla="*/ 3150306 w 6545688"/>
              <a:gd name="connsiteY12304" fmla="*/ 416399 h 3341254"/>
              <a:gd name="connsiteX12305" fmla="*/ 3134320 w 6545688"/>
              <a:gd name="connsiteY12305" fmla="*/ 416399 h 3341254"/>
              <a:gd name="connsiteX12306" fmla="*/ 3133321 w 6545688"/>
              <a:gd name="connsiteY12306" fmla="*/ 415862 h 3341254"/>
              <a:gd name="connsiteX12307" fmla="*/ 3125329 w 6545688"/>
              <a:gd name="connsiteY12307" fmla="*/ 402028 h 3341254"/>
              <a:gd name="connsiteX12308" fmla="*/ 3125329 w 6545688"/>
              <a:gd name="connsiteY12308" fmla="*/ 400875 h 3341254"/>
              <a:gd name="connsiteX12309" fmla="*/ 3133321 w 6545688"/>
              <a:gd name="connsiteY12309" fmla="*/ 387041 h 3341254"/>
              <a:gd name="connsiteX12310" fmla="*/ 3134320 w 6545688"/>
              <a:gd name="connsiteY12310" fmla="*/ 386503 h 3341254"/>
              <a:gd name="connsiteX12311" fmla="*/ 5787187 w 6545688"/>
              <a:gd name="connsiteY12311" fmla="*/ 386350 h 3341254"/>
              <a:gd name="connsiteX12312" fmla="*/ 5803326 w 6545688"/>
              <a:gd name="connsiteY12312" fmla="*/ 386350 h 3341254"/>
              <a:gd name="connsiteX12313" fmla="*/ 5804325 w 6545688"/>
              <a:gd name="connsiteY12313" fmla="*/ 386887 h 3341254"/>
              <a:gd name="connsiteX12314" fmla="*/ 5812395 w 6545688"/>
              <a:gd name="connsiteY12314" fmla="*/ 400875 h 3341254"/>
              <a:gd name="connsiteX12315" fmla="*/ 5812395 w 6545688"/>
              <a:gd name="connsiteY12315" fmla="*/ 402028 h 3341254"/>
              <a:gd name="connsiteX12316" fmla="*/ 5804325 w 6545688"/>
              <a:gd name="connsiteY12316" fmla="*/ 416016 h 3341254"/>
              <a:gd name="connsiteX12317" fmla="*/ 5803326 w 6545688"/>
              <a:gd name="connsiteY12317" fmla="*/ 416553 h 3341254"/>
              <a:gd name="connsiteX12318" fmla="*/ 5787187 w 6545688"/>
              <a:gd name="connsiteY12318" fmla="*/ 416553 h 3341254"/>
              <a:gd name="connsiteX12319" fmla="*/ 5786188 w 6545688"/>
              <a:gd name="connsiteY12319" fmla="*/ 416016 h 3341254"/>
              <a:gd name="connsiteX12320" fmla="*/ 5778118 w 6545688"/>
              <a:gd name="connsiteY12320" fmla="*/ 402028 h 3341254"/>
              <a:gd name="connsiteX12321" fmla="*/ 5778118 w 6545688"/>
              <a:gd name="connsiteY12321" fmla="*/ 400875 h 3341254"/>
              <a:gd name="connsiteX12322" fmla="*/ 5786188 w 6545688"/>
              <a:gd name="connsiteY12322" fmla="*/ 386887 h 3341254"/>
              <a:gd name="connsiteX12323" fmla="*/ 5787187 w 6545688"/>
              <a:gd name="connsiteY12323" fmla="*/ 386350 h 3341254"/>
              <a:gd name="connsiteX12324" fmla="*/ 6152784 w 6545688"/>
              <a:gd name="connsiteY12324" fmla="*/ 385810 h 3341254"/>
              <a:gd name="connsiteX12325" fmla="*/ 6169538 w 6545688"/>
              <a:gd name="connsiteY12325" fmla="*/ 385810 h 3341254"/>
              <a:gd name="connsiteX12326" fmla="*/ 6170537 w 6545688"/>
              <a:gd name="connsiteY12326" fmla="*/ 386425 h 3341254"/>
              <a:gd name="connsiteX12327" fmla="*/ 6178913 w 6545688"/>
              <a:gd name="connsiteY12327" fmla="*/ 400951 h 3341254"/>
              <a:gd name="connsiteX12328" fmla="*/ 6178913 w 6545688"/>
              <a:gd name="connsiteY12328" fmla="*/ 402103 h 3341254"/>
              <a:gd name="connsiteX12329" fmla="*/ 6170537 w 6545688"/>
              <a:gd name="connsiteY12329" fmla="*/ 416629 h 3341254"/>
              <a:gd name="connsiteX12330" fmla="*/ 6169538 w 6545688"/>
              <a:gd name="connsiteY12330" fmla="*/ 417244 h 3341254"/>
              <a:gd name="connsiteX12331" fmla="*/ 6152784 w 6545688"/>
              <a:gd name="connsiteY12331" fmla="*/ 417244 h 3341254"/>
              <a:gd name="connsiteX12332" fmla="*/ 6151783 w 6545688"/>
              <a:gd name="connsiteY12332" fmla="*/ 416629 h 3341254"/>
              <a:gd name="connsiteX12333" fmla="*/ 6143406 w 6545688"/>
              <a:gd name="connsiteY12333" fmla="*/ 402103 h 3341254"/>
              <a:gd name="connsiteX12334" fmla="*/ 6143406 w 6545688"/>
              <a:gd name="connsiteY12334" fmla="*/ 400951 h 3341254"/>
              <a:gd name="connsiteX12335" fmla="*/ 6151783 w 6545688"/>
              <a:gd name="connsiteY12335" fmla="*/ 386425 h 3341254"/>
              <a:gd name="connsiteX12336" fmla="*/ 6152784 w 6545688"/>
              <a:gd name="connsiteY12336" fmla="*/ 385810 h 3341254"/>
              <a:gd name="connsiteX12337" fmla="*/ 2036068 w 6545688"/>
              <a:gd name="connsiteY12337" fmla="*/ 385503 h 3341254"/>
              <a:gd name="connsiteX12338" fmla="*/ 2053054 w 6545688"/>
              <a:gd name="connsiteY12338" fmla="*/ 385503 h 3341254"/>
              <a:gd name="connsiteX12339" fmla="*/ 2054129 w 6545688"/>
              <a:gd name="connsiteY12339" fmla="*/ 386118 h 3341254"/>
              <a:gd name="connsiteX12340" fmla="*/ 2062661 w 6545688"/>
              <a:gd name="connsiteY12340" fmla="*/ 400873 h 3341254"/>
              <a:gd name="connsiteX12341" fmla="*/ 2062661 w 6545688"/>
              <a:gd name="connsiteY12341" fmla="*/ 402103 h 3341254"/>
              <a:gd name="connsiteX12342" fmla="*/ 2054129 w 6545688"/>
              <a:gd name="connsiteY12342" fmla="*/ 416859 h 3341254"/>
              <a:gd name="connsiteX12343" fmla="*/ 2053054 w 6545688"/>
              <a:gd name="connsiteY12343" fmla="*/ 417474 h 3341254"/>
              <a:gd name="connsiteX12344" fmla="*/ 2036068 w 6545688"/>
              <a:gd name="connsiteY12344" fmla="*/ 417474 h 3341254"/>
              <a:gd name="connsiteX12345" fmla="*/ 2034992 w 6545688"/>
              <a:gd name="connsiteY12345" fmla="*/ 416859 h 3341254"/>
              <a:gd name="connsiteX12346" fmla="*/ 2026462 w 6545688"/>
              <a:gd name="connsiteY12346" fmla="*/ 402103 h 3341254"/>
              <a:gd name="connsiteX12347" fmla="*/ 2026462 w 6545688"/>
              <a:gd name="connsiteY12347" fmla="*/ 400873 h 3341254"/>
              <a:gd name="connsiteX12348" fmla="*/ 2034992 w 6545688"/>
              <a:gd name="connsiteY12348" fmla="*/ 386118 h 3341254"/>
              <a:gd name="connsiteX12349" fmla="*/ 2036068 w 6545688"/>
              <a:gd name="connsiteY12349" fmla="*/ 385503 h 3341254"/>
              <a:gd name="connsiteX12350" fmla="*/ 3590222 w 6545688"/>
              <a:gd name="connsiteY12350" fmla="*/ 383659 h 3341254"/>
              <a:gd name="connsiteX12351" fmla="*/ 3609203 w 6545688"/>
              <a:gd name="connsiteY12351" fmla="*/ 383659 h 3341254"/>
              <a:gd name="connsiteX12352" fmla="*/ 3610357 w 6545688"/>
              <a:gd name="connsiteY12352" fmla="*/ 384350 h 3341254"/>
              <a:gd name="connsiteX12353" fmla="*/ 3619811 w 6545688"/>
              <a:gd name="connsiteY12353" fmla="*/ 400797 h 3341254"/>
              <a:gd name="connsiteX12354" fmla="*/ 3619811 w 6545688"/>
              <a:gd name="connsiteY12354" fmla="*/ 402103 h 3341254"/>
              <a:gd name="connsiteX12355" fmla="*/ 3610357 w 6545688"/>
              <a:gd name="connsiteY12355" fmla="*/ 418552 h 3341254"/>
              <a:gd name="connsiteX12356" fmla="*/ 3609203 w 6545688"/>
              <a:gd name="connsiteY12356" fmla="*/ 419243 h 3341254"/>
              <a:gd name="connsiteX12357" fmla="*/ 3590222 w 6545688"/>
              <a:gd name="connsiteY12357" fmla="*/ 419243 h 3341254"/>
              <a:gd name="connsiteX12358" fmla="*/ 3589068 w 6545688"/>
              <a:gd name="connsiteY12358" fmla="*/ 418552 h 3341254"/>
              <a:gd name="connsiteX12359" fmla="*/ 3579615 w 6545688"/>
              <a:gd name="connsiteY12359" fmla="*/ 402103 h 3341254"/>
              <a:gd name="connsiteX12360" fmla="*/ 3579615 w 6545688"/>
              <a:gd name="connsiteY12360" fmla="*/ 400797 h 3341254"/>
              <a:gd name="connsiteX12361" fmla="*/ 3589068 w 6545688"/>
              <a:gd name="connsiteY12361" fmla="*/ 384350 h 3341254"/>
              <a:gd name="connsiteX12362" fmla="*/ 3590222 w 6545688"/>
              <a:gd name="connsiteY12362" fmla="*/ 383659 h 3341254"/>
              <a:gd name="connsiteX12363" fmla="*/ 5419745 w 6545688"/>
              <a:gd name="connsiteY12363" fmla="*/ 383506 h 3341254"/>
              <a:gd name="connsiteX12364" fmla="*/ 5438882 w 6545688"/>
              <a:gd name="connsiteY12364" fmla="*/ 383506 h 3341254"/>
              <a:gd name="connsiteX12365" fmla="*/ 5440034 w 6545688"/>
              <a:gd name="connsiteY12365" fmla="*/ 384197 h 3341254"/>
              <a:gd name="connsiteX12366" fmla="*/ 5449563 w 6545688"/>
              <a:gd name="connsiteY12366" fmla="*/ 400721 h 3341254"/>
              <a:gd name="connsiteX12367" fmla="*/ 5449563 w 6545688"/>
              <a:gd name="connsiteY12367" fmla="*/ 402103 h 3341254"/>
              <a:gd name="connsiteX12368" fmla="*/ 5440034 w 6545688"/>
              <a:gd name="connsiteY12368" fmla="*/ 418628 h 3341254"/>
              <a:gd name="connsiteX12369" fmla="*/ 5438882 w 6545688"/>
              <a:gd name="connsiteY12369" fmla="*/ 419319 h 3341254"/>
              <a:gd name="connsiteX12370" fmla="*/ 5419745 w 6545688"/>
              <a:gd name="connsiteY12370" fmla="*/ 419319 h 3341254"/>
              <a:gd name="connsiteX12371" fmla="*/ 5418593 w 6545688"/>
              <a:gd name="connsiteY12371" fmla="*/ 418628 h 3341254"/>
              <a:gd name="connsiteX12372" fmla="*/ 5409062 w 6545688"/>
              <a:gd name="connsiteY12372" fmla="*/ 402103 h 3341254"/>
              <a:gd name="connsiteX12373" fmla="*/ 5409062 w 6545688"/>
              <a:gd name="connsiteY12373" fmla="*/ 400721 h 3341254"/>
              <a:gd name="connsiteX12374" fmla="*/ 5418593 w 6545688"/>
              <a:gd name="connsiteY12374" fmla="*/ 384197 h 3341254"/>
              <a:gd name="connsiteX12375" fmla="*/ 5419745 w 6545688"/>
              <a:gd name="connsiteY12375" fmla="*/ 383506 h 3341254"/>
              <a:gd name="connsiteX12376" fmla="*/ 5876875 w 6545688"/>
              <a:gd name="connsiteY12376" fmla="*/ 382813 h 3341254"/>
              <a:gd name="connsiteX12377" fmla="*/ 5896703 w 6545688"/>
              <a:gd name="connsiteY12377" fmla="*/ 382813 h 3341254"/>
              <a:gd name="connsiteX12378" fmla="*/ 5897933 w 6545688"/>
              <a:gd name="connsiteY12378" fmla="*/ 383504 h 3341254"/>
              <a:gd name="connsiteX12379" fmla="*/ 5907847 w 6545688"/>
              <a:gd name="connsiteY12379" fmla="*/ 400719 h 3341254"/>
              <a:gd name="connsiteX12380" fmla="*/ 5907847 w 6545688"/>
              <a:gd name="connsiteY12380" fmla="*/ 402103 h 3341254"/>
              <a:gd name="connsiteX12381" fmla="*/ 5897933 w 6545688"/>
              <a:gd name="connsiteY12381" fmla="*/ 419319 h 3341254"/>
              <a:gd name="connsiteX12382" fmla="*/ 5896703 w 6545688"/>
              <a:gd name="connsiteY12382" fmla="*/ 420010 h 3341254"/>
              <a:gd name="connsiteX12383" fmla="*/ 5876875 w 6545688"/>
              <a:gd name="connsiteY12383" fmla="*/ 420010 h 3341254"/>
              <a:gd name="connsiteX12384" fmla="*/ 5875645 w 6545688"/>
              <a:gd name="connsiteY12384" fmla="*/ 419319 h 3341254"/>
              <a:gd name="connsiteX12385" fmla="*/ 5865730 w 6545688"/>
              <a:gd name="connsiteY12385" fmla="*/ 402103 h 3341254"/>
              <a:gd name="connsiteX12386" fmla="*/ 5865730 w 6545688"/>
              <a:gd name="connsiteY12386" fmla="*/ 400719 h 3341254"/>
              <a:gd name="connsiteX12387" fmla="*/ 5875645 w 6545688"/>
              <a:gd name="connsiteY12387" fmla="*/ 383504 h 3341254"/>
              <a:gd name="connsiteX12388" fmla="*/ 5876875 w 6545688"/>
              <a:gd name="connsiteY12388" fmla="*/ 382813 h 3341254"/>
              <a:gd name="connsiteX12389" fmla="*/ 5693732 w 6545688"/>
              <a:gd name="connsiteY12389" fmla="*/ 382583 h 3341254"/>
              <a:gd name="connsiteX12390" fmla="*/ 5713867 w 6545688"/>
              <a:gd name="connsiteY12390" fmla="*/ 382583 h 3341254"/>
              <a:gd name="connsiteX12391" fmla="*/ 5715098 w 6545688"/>
              <a:gd name="connsiteY12391" fmla="*/ 383274 h 3341254"/>
              <a:gd name="connsiteX12392" fmla="*/ 5725164 w 6545688"/>
              <a:gd name="connsiteY12392" fmla="*/ 400721 h 3341254"/>
              <a:gd name="connsiteX12393" fmla="*/ 5725164 w 6545688"/>
              <a:gd name="connsiteY12393" fmla="*/ 402181 h 3341254"/>
              <a:gd name="connsiteX12394" fmla="*/ 5715098 w 6545688"/>
              <a:gd name="connsiteY12394" fmla="*/ 419627 h 3341254"/>
              <a:gd name="connsiteX12395" fmla="*/ 5713867 w 6545688"/>
              <a:gd name="connsiteY12395" fmla="*/ 420318 h 3341254"/>
              <a:gd name="connsiteX12396" fmla="*/ 5693732 w 6545688"/>
              <a:gd name="connsiteY12396" fmla="*/ 420318 h 3341254"/>
              <a:gd name="connsiteX12397" fmla="*/ 5692502 w 6545688"/>
              <a:gd name="connsiteY12397" fmla="*/ 419627 h 3341254"/>
              <a:gd name="connsiteX12398" fmla="*/ 5682434 w 6545688"/>
              <a:gd name="connsiteY12398" fmla="*/ 402181 h 3341254"/>
              <a:gd name="connsiteX12399" fmla="*/ 5682434 w 6545688"/>
              <a:gd name="connsiteY12399" fmla="*/ 400721 h 3341254"/>
              <a:gd name="connsiteX12400" fmla="*/ 5692502 w 6545688"/>
              <a:gd name="connsiteY12400" fmla="*/ 383274 h 3341254"/>
              <a:gd name="connsiteX12401" fmla="*/ 5693732 w 6545688"/>
              <a:gd name="connsiteY12401" fmla="*/ 382583 h 3341254"/>
              <a:gd name="connsiteX12402" fmla="*/ 3864131 w 6545688"/>
              <a:gd name="connsiteY12402" fmla="*/ 382583 h 3341254"/>
              <a:gd name="connsiteX12403" fmla="*/ 3884267 w 6545688"/>
              <a:gd name="connsiteY12403" fmla="*/ 382583 h 3341254"/>
              <a:gd name="connsiteX12404" fmla="*/ 3885497 w 6545688"/>
              <a:gd name="connsiteY12404" fmla="*/ 383274 h 3341254"/>
              <a:gd name="connsiteX12405" fmla="*/ 3895565 w 6545688"/>
              <a:gd name="connsiteY12405" fmla="*/ 400721 h 3341254"/>
              <a:gd name="connsiteX12406" fmla="*/ 3895565 w 6545688"/>
              <a:gd name="connsiteY12406" fmla="*/ 402181 h 3341254"/>
              <a:gd name="connsiteX12407" fmla="*/ 3885497 w 6545688"/>
              <a:gd name="connsiteY12407" fmla="*/ 419627 h 3341254"/>
              <a:gd name="connsiteX12408" fmla="*/ 3884267 w 6545688"/>
              <a:gd name="connsiteY12408" fmla="*/ 420318 h 3341254"/>
              <a:gd name="connsiteX12409" fmla="*/ 3864131 w 6545688"/>
              <a:gd name="connsiteY12409" fmla="*/ 420318 h 3341254"/>
              <a:gd name="connsiteX12410" fmla="*/ 3862901 w 6545688"/>
              <a:gd name="connsiteY12410" fmla="*/ 419627 h 3341254"/>
              <a:gd name="connsiteX12411" fmla="*/ 3852833 w 6545688"/>
              <a:gd name="connsiteY12411" fmla="*/ 402181 h 3341254"/>
              <a:gd name="connsiteX12412" fmla="*/ 3852833 w 6545688"/>
              <a:gd name="connsiteY12412" fmla="*/ 400721 h 3341254"/>
              <a:gd name="connsiteX12413" fmla="*/ 3862901 w 6545688"/>
              <a:gd name="connsiteY12413" fmla="*/ 383274 h 3341254"/>
              <a:gd name="connsiteX12414" fmla="*/ 3864131 w 6545688"/>
              <a:gd name="connsiteY12414" fmla="*/ 382583 h 3341254"/>
              <a:gd name="connsiteX12415" fmla="*/ 3040788 w 6545688"/>
              <a:gd name="connsiteY12415" fmla="*/ 382583 h 3341254"/>
              <a:gd name="connsiteX12416" fmla="*/ 3060923 w 6545688"/>
              <a:gd name="connsiteY12416" fmla="*/ 382583 h 3341254"/>
              <a:gd name="connsiteX12417" fmla="*/ 3062153 w 6545688"/>
              <a:gd name="connsiteY12417" fmla="*/ 383274 h 3341254"/>
              <a:gd name="connsiteX12418" fmla="*/ 3072221 w 6545688"/>
              <a:gd name="connsiteY12418" fmla="*/ 400721 h 3341254"/>
              <a:gd name="connsiteX12419" fmla="*/ 3072221 w 6545688"/>
              <a:gd name="connsiteY12419" fmla="*/ 402181 h 3341254"/>
              <a:gd name="connsiteX12420" fmla="*/ 3062153 w 6545688"/>
              <a:gd name="connsiteY12420" fmla="*/ 419627 h 3341254"/>
              <a:gd name="connsiteX12421" fmla="*/ 3060923 w 6545688"/>
              <a:gd name="connsiteY12421" fmla="*/ 420318 h 3341254"/>
              <a:gd name="connsiteX12422" fmla="*/ 3040788 w 6545688"/>
              <a:gd name="connsiteY12422" fmla="*/ 420318 h 3341254"/>
              <a:gd name="connsiteX12423" fmla="*/ 3039557 w 6545688"/>
              <a:gd name="connsiteY12423" fmla="*/ 419627 h 3341254"/>
              <a:gd name="connsiteX12424" fmla="*/ 3029490 w 6545688"/>
              <a:gd name="connsiteY12424" fmla="*/ 402181 h 3341254"/>
              <a:gd name="connsiteX12425" fmla="*/ 3029490 w 6545688"/>
              <a:gd name="connsiteY12425" fmla="*/ 400721 h 3341254"/>
              <a:gd name="connsiteX12426" fmla="*/ 3039557 w 6545688"/>
              <a:gd name="connsiteY12426" fmla="*/ 383274 h 3341254"/>
              <a:gd name="connsiteX12427" fmla="*/ 3040788 w 6545688"/>
              <a:gd name="connsiteY12427" fmla="*/ 382583 h 3341254"/>
              <a:gd name="connsiteX12428" fmla="*/ 5968101 w 6545688"/>
              <a:gd name="connsiteY12428" fmla="*/ 382429 h 3341254"/>
              <a:gd name="connsiteX12429" fmla="*/ 5988390 w 6545688"/>
              <a:gd name="connsiteY12429" fmla="*/ 382429 h 3341254"/>
              <a:gd name="connsiteX12430" fmla="*/ 5989621 w 6545688"/>
              <a:gd name="connsiteY12430" fmla="*/ 383120 h 3341254"/>
              <a:gd name="connsiteX12431" fmla="*/ 5999767 w 6545688"/>
              <a:gd name="connsiteY12431" fmla="*/ 400721 h 3341254"/>
              <a:gd name="connsiteX12432" fmla="*/ 5999767 w 6545688"/>
              <a:gd name="connsiteY12432" fmla="*/ 402181 h 3341254"/>
              <a:gd name="connsiteX12433" fmla="*/ 5989621 w 6545688"/>
              <a:gd name="connsiteY12433" fmla="*/ 419781 h 3341254"/>
              <a:gd name="connsiteX12434" fmla="*/ 5988390 w 6545688"/>
              <a:gd name="connsiteY12434" fmla="*/ 420472 h 3341254"/>
              <a:gd name="connsiteX12435" fmla="*/ 5968101 w 6545688"/>
              <a:gd name="connsiteY12435" fmla="*/ 420472 h 3341254"/>
              <a:gd name="connsiteX12436" fmla="*/ 5966873 w 6545688"/>
              <a:gd name="connsiteY12436" fmla="*/ 419781 h 3341254"/>
              <a:gd name="connsiteX12437" fmla="*/ 5956727 w 6545688"/>
              <a:gd name="connsiteY12437" fmla="*/ 402181 h 3341254"/>
              <a:gd name="connsiteX12438" fmla="*/ 5956727 w 6545688"/>
              <a:gd name="connsiteY12438" fmla="*/ 400721 h 3341254"/>
              <a:gd name="connsiteX12439" fmla="*/ 5966873 w 6545688"/>
              <a:gd name="connsiteY12439" fmla="*/ 383120 h 3341254"/>
              <a:gd name="connsiteX12440" fmla="*/ 5968101 w 6545688"/>
              <a:gd name="connsiteY12440" fmla="*/ 382429 h 3341254"/>
              <a:gd name="connsiteX12441" fmla="*/ 3497151 w 6545688"/>
              <a:gd name="connsiteY12441" fmla="*/ 380738 h 3341254"/>
              <a:gd name="connsiteX12442" fmla="*/ 3519285 w 6545688"/>
              <a:gd name="connsiteY12442" fmla="*/ 380738 h 3341254"/>
              <a:gd name="connsiteX12443" fmla="*/ 3520669 w 6545688"/>
              <a:gd name="connsiteY12443" fmla="*/ 381506 h 3341254"/>
              <a:gd name="connsiteX12444" fmla="*/ 3531736 w 6545688"/>
              <a:gd name="connsiteY12444" fmla="*/ 400644 h 3341254"/>
              <a:gd name="connsiteX12445" fmla="*/ 3531736 w 6545688"/>
              <a:gd name="connsiteY12445" fmla="*/ 402179 h 3341254"/>
              <a:gd name="connsiteX12446" fmla="*/ 3520669 w 6545688"/>
              <a:gd name="connsiteY12446" fmla="*/ 421317 h 3341254"/>
              <a:gd name="connsiteX12447" fmla="*/ 3519285 w 6545688"/>
              <a:gd name="connsiteY12447" fmla="*/ 422085 h 3341254"/>
              <a:gd name="connsiteX12448" fmla="*/ 3497151 w 6545688"/>
              <a:gd name="connsiteY12448" fmla="*/ 422085 h 3341254"/>
              <a:gd name="connsiteX12449" fmla="*/ 3495768 w 6545688"/>
              <a:gd name="connsiteY12449" fmla="*/ 421317 h 3341254"/>
              <a:gd name="connsiteX12450" fmla="*/ 3484700 w 6545688"/>
              <a:gd name="connsiteY12450" fmla="*/ 402179 h 3341254"/>
              <a:gd name="connsiteX12451" fmla="*/ 3484700 w 6545688"/>
              <a:gd name="connsiteY12451" fmla="*/ 400644 h 3341254"/>
              <a:gd name="connsiteX12452" fmla="*/ 3495768 w 6545688"/>
              <a:gd name="connsiteY12452" fmla="*/ 381506 h 3341254"/>
              <a:gd name="connsiteX12453" fmla="*/ 3497151 w 6545688"/>
              <a:gd name="connsiteY12453" fmla="*/ 380738 h 3341254"/>
              <a:gd name="connsiteX12454" fmla="*/ 3405695 w 6545688"/>
              <a:gd name="connsiteY12454" fmla="*/ 380738 h 3341254"/>
              <a:gd name="connsiteX12455" fmla="*/ 3427828 w 6545688"/>
              <a:gd name="connsiteY12455" fmla="*/ 380738 h 3341254"/>
              <a:gd name="connsiteX12456" fmla="*/ 3429212 w 6545688"/>
              <a:gd name="connsiteY12456" fmla="*/ 381506 h 3341254"/>
              <a:gd name="connsiteX12457" fmla="*/ 3440278 w 6545688"/>
              <a:gd name="connsiteY12457" fmla="*/ 400644 h 3341254"/>
              <a:gd name="connsiteX12458" fmla="*/ 3440278 w 6545688"/>
              <a:gd name="connsiteY12458" fmla="*/ 402179 h 3341254"/>
              <a:gd name="connsiteX12459" fmla="*/ 3429212 w 6545688"/>
              <a:gd name="connsiteY12459" fmla="*/ 421317 h 3341254"/>
              <a:gd name="connsiteX12460" fmla="*/ 3427828 w 6545688"/>
              <a:gd name="connsiteY12460" fmla="*/ 422085 h 3341254"/>
              <a:gd name="connsiteX12461" fmla="*/ 3405695 w 6545688"/>
              <a:gd name="connsiteY12461" fmla="*/ 422085 h 3341254"/>
              <a:gd name="connsiteX12462" fmla="*/ 3404311 w 6545688"/>
              <a:gd name="connsiteY12462" fmla="*/ 421317 h 3341254"/>
              <a:gd name="connsiteX12463" fmla="*/ 3393244 w 6545688"/>
              <a:gd name="connsiteY12463" fmla="*/ 402179 h 3341254"/>
              <a:gd name="connsiteX12464" fmla="*/ 3393244 w 6545688"/>
              <a:gd name="connsiteY12464" fmla="*/ 400644 h 3341254"/>
              <a:gd name="connsiteX12465" fmla="*/ 3404311 w 6545688"/>
              <a:gd name="connsiteY12465" fmla="*/ 381506 h 3341254"/>
              <a:gd name="connsiteX12466" fmla="*/ 3405695 w 6545688"/>
              <a:gd name="connsiteY12466" fmla="*/ 380738 h 3341254"/>
              <a:gd name="connsiteX12467" fmla="*/ 2765342 w 6545688"/>
              <a:gd name="connsiteY12467" fmla="*/ 380586 h 3341254"/>
              <a:gd name="connsiteX12468" fmla="*/ 2787553 w 6545688"/>
              <a:gd name="connsiteY12468" fmla="*/ 380586 h 3341254"/>
              <a:gd name="connsiteX12469" fmla="*/ 2788937 w 6545688"/>
              <a:gd name="connsiteY12469" fmla="*/ 381355 h 3341254"/>
              <a:gd name="connsiteX12470" fmla="*/ 2800079 w 6545688"/>
              <a:gd name="connsiteY12470" fmla="*/ 400645 h 3341254"/>
              <a:gd name="connsiteX12471" fmla="*/ 2800079 w 6545688"/>
              <a:gd name="connsiteY12471" fmla="*/ 402181 h 3341254"/>
              <a:gd name="connsiteX12472" fmla="*/ 2788937 w 6545688"/>
              <a:gd name="connsiteY12472" fmla="*/ 421472 h 3341254"/>
              <a:gd name="connsiteX12473" fmla="*/ 2787553 w 6545688"/>
              <a:gd name="connsiteY12473" fmla="*/ 422241 h 3341254"/>
              <a:gd name="connsiteX12474" fmla="*/ 2765342 w 6545688"/>
              <a:gd name="connsiteY12474" fmla="*/ 422241 h 3341254"/>
              <a:gd name="connsiteX12475" fmla="*/ 2763958 w 6545688"/>
              <a:gd name="connsiteY12475" fmla="*/ 421472 h 3341254"/>
              <a:gd name="connsiteX12476" fmla="*/ 2752814 w 6545688"/>
              <a:gd name="connsiteY12476" fmla="*/ 402181 h 3341254"/>
              <a:gd name="connsiteX12477" fmla="*/ 2752814 w 6545688"/>
              <a:gd name="connsiteY12477" fmla="*/ 400645 h 3341254"/>
              <a:gd name="connsiteX12478" fmla="*/ 2763958 w 6545688"/>
              <a:gd name="connsiteY12478" fmla="*/ 381355 h 3341254"/>
              <a:gd name="connsiteX12479" fmla="*/ 2765342 w 6545688"/>
              <a:gd name="connsiteY12479" fmla="*/ 380586 h 3341254"/>
              <a:gd name="connsiteX12480" fmla="*/ 4228959 w 6545688"/>
              <a:gd name="connsiteY12480" fmla="*/ 380430 h 3341254"/>
              <a:gd name="connsiteX12481" fmla="*/ 4251324 w 6545688"/>
              <a:gd name="connsiteY12481" fmla="*/ 380430 h 3341254"/>
              <a:gd name="connsiteX12482" fmla="*/ 4252707 w 6545688"/>
              <a:gd name="connsiteY12482" fmla="*/ 381199 h 3341254"/>
              <a:gd name="connsiteX12483" fmla="*/ 4263928 w 6545688"/>
              <a:gd name="connsiteY12483" fmla="*/ 400566 h 3341254"/>
              <a:gd name="connsiteX12484" fmla="*/ 4263928 w 6545688"/>
              <a:gd name="connsiteY12484" fmla="*/ 402179 h 3341254"/>
              <a:gd name="connsiteX12485" fmla="*/ 4252707 w 6545688"/>
              <a:gd name="connsiteY12485" fmla="*/ 421546 h 3341254"/>
              <a:gd name="connsiteX12486" fmla="*/ 4251324 w 6545688"/>
              <a:gd name="connsiteY12486" fmla="*/ 422315 h 3341254"/>
              <a:gd name="connsiteX12487" fmla="*/ 4228959 w 6545688"/>
              <a:gd name="connsiteY12487" fmla="*/ 422315 h 3341254"/>
              <a:gd name="connsiteX12488" fmla="*/ 4227577 w 6545688"/>
              <a:gd name="connsiteY12488" fmla="*/ 421546 h 3341254"/>
              <a:gd name="connsiteX12489" fmla="*/ 4216355 w 6545688"/>
              <a:gd name="connsiteY12489" fmla="*/ 402179 h 3341254"/>
              <a:gd name="connsiteX12490" fmla="*/ 4216355 w 6545688"/>
              <a:gd name="connsiteY12490" fmla="*/ 400566 h 3341254"/>
              <a:gd name="connsiteX12491" fmla="*/ 4227577 w 6545688"/>
              <a:gd name="connsiteY12491" fmla="*/ 381199 h 3341254"/>
              <a:gd name="connsiteX12492" fmla="*/ 4228959 w 6545688"/>
              <a:gd name="connsiteY12492" fmla="*/ 380430 h 3341254"/>
              <a:gd name="connsiteX12493" fmla="*/ 2673731 w 6545688"/>
              <a:gd name="connsiteY12493" fmla="*/ 380430 h 3341254"/>
              <a:gd name="connsiteX12494" fmla="*/ 2696094 w 6545688"/>
              <a:gd name="connsiteY12494" fmla="*/ 380430 h 3341254"/>
              <a:gd name="connsiteX12495" fmla="*/ 2697477 w 6545688"/>
              <a:gd name="connsiteY12495" fmla="*/ 381199 h 3341254"/>
              <a:gd name="connsiteX12496" fmla="*/ 2708698 w 6545688"/>
              <a:gd name="connsiteY12496" fmla="*/ 400566 h 3341254"/>
              <a:gd name="connsiteX12497" fmla="*/ 2708698 w 6545688"/>
              <a:gd name="connsiteY12497" fmla="*/ 402179 h 3341254"/>
              <a:gd name="connsiteX12498" fmla="*/ 2697477 w 6545688"/>
              <a:gd name="connsiteY12498" fmla="*/ 421546 h 3341254"/>
              <a:gd name="connsiteX12499" fmla="*/ 2696094 w 6545688"/>
              <a:gd name="connsiteY12499" fmla="*/ 422315 h 3341254"/>
              <a:gd name="connsiteX12500" fmla="*/ 2673731 w 6545688"/>
              <a:gd name="connsiteY12500" fmla="*/ 422315 h 3341254"/>
              <a:gd name="connsiteX12501" fmla="*/ 2672347 w 6545688"/>
              <a:gd name="connsiteY12501" fmla="*/ 421546 h 3341254"/>
              <a:gd name="connsiteX12502" fmla="*/ 2661126 w 6545688"/>
              <a:gd name="connsiteY12502" fmla="*/ 402179 h 3341254"/>
              <a:gd name="connsiteX12503" fmla="*/ 2661126 w 6545688"/>
              <a:gd name="connsiteY12503" fmla="*/ 400566 h 3341254"/>
              <a:gd name="connsiteX12504" fmla="*/ 2672347 w 6545688"/>
              <a:gd name="connsiteY12504" fmla="*/ 381199 h 3341254"/>
              <a:gd name="connsiteX12505" fmla="*/ 2673731 w 6545688"/>
              <a:gd name="connsiteY12505" fmla="*/ 380430 h 3341254"/>
              <a:gd name="connsiteX12506" fmla="*/ 3222242 w 6545688"/>
              <a:gd name="connsiteY12506" fmla="*/ 379739 h 3341254"/>
              <a:gd name="connsiteX12507" fmla="*/ 3245376 w 6545688"/>
              <a:gd name="connsiteY12507" fmla="*/ 379739 h 3341254"/>
              <a:gd name="connsiteX12508" fmla="*/ 3246759 w 6545688"/>
              <a:gd name="connsiteY12508" fmla="*/ 380584 h 3341254"/>
              <a:gd name="connsiteX12509" fmla="*/ 3258288 w 6545688"/>
              <a:gd name="connsiteY12509" fmla="*/ 400644 h 3341254"/>
              <a:gd name="connsiteX12510" fmla="*/ 3258288 w 6545688"/>
              <a:gd name="connsiteY12510" fmla="*/ 402257 h 3341254"/>
              <a:gd name="connsiteX12511" fmla="*/ 3246682 w 6545688"/>
              <a:gd name="connsiteY12511" fmla="*/ 422317 h 3341254"/>
              <a:gd name="connsiteX12512" fmla="*/ 3245298 w 6545688"/>
              <a:gd name="connsiteY12512" fmla="*/ 423162 h 3341254"/>
              <a:gd name="connsiteX12513" fmla="*/ 3222164 w 6545688"/>
              <a:gd name="connsiteY12513" fmla="*/ 423162 h 3341254"/>
              <a:gd name="connsiteX12514" fmla="*/ 3220782 w 6545688"/>
              <a:gd name="connsiteY12514" fmla="*/ 422317 h 3341254"/>
              <a:gd name="connsiteX12515" fmla="*/ 3209255 w 6545688"/>
              <a:gd name="connsiteY12515" fmla="*/ 402257 h 3341254"/>
              <a:gd name="connsiteX12516" fmla="*/ 3209255 w 6545688"/>
              <a:gd name="connsiteY12516" fmla="*/ 400644 h 3341254"/>
              <a:gd name="connsiteX12517" fmla="*/ 3220858 w 6545688"/>
              <a:gd name="connsiteY12517" fmla="*/ 380584 h 3341254"/>
              <a:gd name="connsiteX12518" fmla="*/ 3222242 w 6545688"/>
              <a:gd name="connsiteY12518" fmla="*/ 379739 h 3341254"/>
              <a:gd name="connsiteX12519" fmla="*/ 3679372 w 6545688"/>
              <a:gd name="connsiteY12519" fmla="*/ 379202 h 3341254"/>
              <a:gd name="connsiteX12520" fmla="*/ 3703122 w 6545688"/>
              <a:gd name="connsiteY12520" fmla="*/ 379202 h 3341254"/>
              <a:gd name="connsiteX12521" fmla="*/ 3704581 w 6545688"/>
              <a:gd name="connsiteY12521" fmla="*/ 380046 h 3341254"/>
              <a:gd name="connsiteX12522" fmla="*/ 3716416 w 6545688"/>
              <a:gd name="connsiteY12522" fmla="*/ 400644 h 3341254"/>
              <a:gd name="connsiteX12523" fmla="*/ 3716416 w 6545688"/>
              <a:gd name="connsiteY12523" fmla="*/ 402335 h 3341254"/>
              <a:gd name="connsiteX12524" fmla="*/ 3704505 w 6545688"/>
              <a:gd name="connsiteY12524" fmla="*/ 422932 h 3341254"/>
              <a:gd name="connsiteX12525" fmla="*/ 3703045 w 6545688"/>
              <a:gd name="connsiteY12525" fmla="*/ 423777 h 3341254"/>
              <a:gd name="connsiteX12526" fmla="*/ 3679296 w 6545688"/>
              <a:gd name="connsiteY12526" fmla="*/ 423777 h 3341254"/>
              <a:gd name="connsiteX12527" fmla="*/ 3677837 w 6545688"/>
              <a:gd name="connsiteY12527" fmla="*/ 422932 h 3341254"/>
              <a:gd name="connsiteX12528" fmla="*/ 3666001 w 6545688"/>
              <a:gd name="connsiteY12528" fmla="*/ 402335 h 3341254"/>
              <a:gd name="connsiteX12529" fmla="*/ 3666001 w 6545688"/>
              <a:gd name="connsiteY12529" fmla="*/ 400644 h 3341254"/>
              <a:gd name="connsiteX12530" fmla="*/ 3677912 w 6545688"/>
              <a:gd name="connsiteY12530" fmla="*/ 380046 h 3341254"/>
              <a:gd name="connsiteX12531" fmla="*/ 3679372 w 6545688"/>
              <a:gd name="connsiteY12531" fmla="*/ 379202 h 3341254"/>
              <a:gd name="connsiteX12532" fmla="*/ 2581197 w 6545688"/>
              <a:gd name="connsiteY12532" fmla="*/ 378509 h 3341254"/>
              <a:gd name="connsiteX12533" fmla="*/ 2605714 w 6545688"/>
              <a:gd name="connsiteY12533" fmla="*/ 378509 h 3341254"/>
              <a:gd name="connsiteX12534" fmla="*/ 2607174 w 6545688"/>
              <a:gd name="connsiteY12534" fmla="*/ 379353 h 3341254"/>
              <a:gd name="connsiteX12535" fmla="*/ 2619393 w 6545688"/>
              <a:gd name="connsiteY12535" fmla="*/ 400566 h 3341254"/>
              <a:gd name="connsiteX12536" fmla="*/ 2619393 w 6545688"/>
              <a:gd name="connsiteY12536" fmla="*/ 402333 h 3341254"/>
              <a:gd name="connsiteX12537" fmla="*/ 2607174 w 6545688"/>
              <a:gd name="connsiteY12537" fmla="*/ 423545 h 3341254"/>
              <a:gd name="connsiteX12538" fmla="*/ 2605714 w 6545688"/>
              <a:gd name="connsiteY12538" fmla="*/ 424390 h 3341254"/>
              <a:gd name="connsiteX12539" fmla="*/ 2581197 w 6545688"/>
              <a:gd name="connsiteY12539" fmla="*/ 424390 h 3341254"/>
              <a:gd name="connsiteX12540" fmla="*/ 2579737 w 6545688"/>
              <a:gd name="connsiteY12540" fmla="*/ 423545 h 3341254"/>
              <a:gd name="connsiteX12541" fmla="*/ 2567518 w 6545688"/>
              <a:gd name="connsiteY12541" fmla="*/ 402333 h 3341254"/>
              <a:gd name="connsiteX12542" fmla="*/ 2567518 w 6545688"/>
              <a:gd name="connsiteY12542" fmla="*/ 400566 h 3341254"/>
              <a:gd name="connsiteX12543" fmla="*/ 2579737 w 6545688"/>
              <a:gd name="connsiteY12543" fmla="*/ 379353 h 3341254"/>
              <a:gd name="connsiteX12544" fmla="*/ 2581197 w 6545688"/>
              <a:gd name="connsiteY12544" fmla="*/ 378509 h 3341254"/>
              <a:gd name="connsiteX12545" fmla="*/ 4134967 w 6545688"/>
              <a:gd name="connsiteY12545" fmla="*/ 375820 h 3341254"/>
              <a:gd name="connsiteX12546" fmla="*/ 4162326 w 6545688"/>
              <a:gd name="connsiteY12546" fmla="*/ 375820 h 3341254"/>
              <a:gd name="connsiteX12547" fmla="*/ 4164018 w 6545688"/>
              <a:gd name="connsiteY12547" fmla="*/ 376819 h 3341254"/>
              <a:gd name="connsiteX12548" fmla="*/ 4177699 w 6545688"/>
              <a:gd name="connsiteY12548" fmla="*/ 400490 h 3341254"/>
              <a:gd name="connsiteX12549" fmla="*/ 4177699 w 6545688"/>
              <a:gd name="connsiteY12549" fmla="*/ 402411 h 3341254"/>
              <a:gd name="connsiteX12550" fmla="*/ 4164018 w 6545688"/>
              <a:gd name="connsiteY12550" fmla="*/ 426084 h 3341254"/>
              <a:gd name="connsiteX12551" fmla="*/ 4162326 w 6545688"/>
              <a:gd name="connsiteY12551" fmla="*/ 427082 h 3341254"/>
              <a:gd name="connsiteX12552" fmla="*/ 4134967 w 6545688"/>
              <a:gd name="connsiteY12552" fmla="*/ 427082 h 3341254"/>
              <a:gd name="connsiteX12553" fmla="*/ 4133277 w 6545688"/>
              <a:gd name="connsiteY12553" fmla="*/ 426084 h 3341254"/>
              <a:gd name="connsiteX12554" fmla="*/ 4119596 w 6545688"/>
              <a:gd name="connsiteY12554" fmla="*/ 402411 h 3341254"/>
              <a:gd name="connsiteX12555" fmla="*/ 4119596 w 6545688"/>
              <a:gd name="connsiteY12555" fmla="*/ 400490 h 3341254"/>
              <a:gd name="connsiteX12556" fmla="*/ 4133277 w 6545688"/>
              <a:gd name="connsiteY12556" fmla="*/ 376819 h 3341254"/>
              <a:gd name="connsiteX12557" fmla="*/ 4134967 w 6545688"/>
              <a:gd name="connsiteY12557" fmla="*/ 375820 h 3341254"/>
              <a:gd name="connsiteX12558" fmla="*/ 5506898 w 6545688"/>
              <a:gd name="connsiteY12558" fmla="*/ 375281 h 3341254"/>
              <a:gd name="connsiteX12559" fmla="*/ 5534797 w 6545688"/>
              <a:gd name="connsiteY12559" fmla="*/ 375281 h 3341254"/>
              <a:gd name="connsiteX12560" fmla="*/ 5536487 w 6545688"/>
              <a:gd name="connsiteY12560" fmla="*/ 376280 h 3341254"/>
              <a:gd name="connsiteX12561" fmla="*/ 5550475 w 6545688"/>
              <a:gd name="connsiteY12561" fmla="*/ 400490 h 3341254"/>
              <a:gd name="connsiteX12562" fmla="*/ 5550475 w 6545688"/>
              <a:gd name="connsiteY12562" fmla="*/ 402487 h 3341254"/>
              <a:gd name="connsiteX12563" fmla="*/ 5536487 w 6545688"/>
              <a:gd name="connsiteY12563" fmla="*/ 426697 h 3341254"/>
              <a:gd name="connsiteX12564" fmla="*/ 5534797 w 6545688"/>
              <a:gd name="connsiteY12564" fmla="*/ 427696 h 3341254"/>
              <a:gd name="connsiteX12565" fmla="*/ 5506898 w 6545688"/>
              <a:gd name="connsiteY12565" fmla="*/ 427696 h 3341254"/>
              <a:gd name="connsiteX12566" fmla="*/ 5505207 w 6545688"/>
              <a:gd name="connsiteY12566" fmla="*/ 426697 h 3341254"/>
              <a:gd name="connsiteX12567" fmla="*/ 5491221 w 6545688"/>
              <a:gd name="connsiteY12567" fmla="*/ 402487 h 3341254"/>
              <a:gd name="connsiteX12568" fmla="*/ 5491221 w 6545688"/>
              <a:gd name="connsiteY12568" fmla="*/ 400490 h 3341254"/>
              <a:gd name="connsiteX12569" fmla="*/ 5505207 w 6545688"/>
              <a:gd name="connsiteY12569" fmla="*/ 376280 h 3341254"/>
              <a:gd name="connsiteX12570" fmla="*/ 5506898 w 6545688"/>
              <a:gd name="connsiteY12570" fmla="*/ 375281 h 3341254"/>
              <a:gd name="connsiteX12571" fmla="*/ 3951360 w 6545688"/>
              <a:gd name="connsiteY12571" fmla="*/ 374590 h 3341254"/>
              <a:gd name="connsiteX12572" fmla="*/ 3980026 w 6545688"/>
              <a:gd name="connsiteY12572" fmla="*/ 374590 h 3341254"/>
              <a:gd name="connsiteX12573" fmla="*/ 3981794 w 6545688"/>
              <a:gd name="connsiteY12573" fmla="*/ 375589 h 3341254"/>
              <a:gd name="connsiteX12574" fmla="*/ 3996090 w 6545688"/>
              <a:gd name="connsiteY12574" fmla="*/ 400414 h 3341254"/>
              <a:gd name="connsiteX12575" fmla="*/ 3996090 w 6545688"/>
              <a:gd name="connsiteY12575" fmla="*/ 402411 h 3341254"/>
              <a:gd name="connsiteX12576" fmla="*/ 3981718 w 6545688"/>
              <a:gd name="connsiteY12576" fmla="*/ 427236 h 3341254"/>
              <a:gd name="connsiteX12577" fmla="*/ 3979950 w 6545688"/>
              <a:gd name="connsiteY12577" fmla="*/ 428235 h 3341254"/>
              <a:gd name="connsiteX12578" fmla="*/ 3951283 w 6545688"/>
              <a:gd name="connsiteY12578" fmla="*/ 428235 h 3341254"/>
              <a:gd name="connsiteX12579" fmla="*/ 3949515 w 6545688"/>
              <a:gd name="connsiteY12579" fmla="*/ 427236 h 3341254"/>
              <a:gd name="connsiteX12580" fmla="*/ 3935221 w 6545688"/>
              <a:gd name="connsiteY12580" fmla="*/ 402411 h 3341254"/>
              <a:gd name="connsiteX12581" fmla="*/ 3935221 w 6545688"/>
              <a:gd name="connsiteY12581" fmla="*/ 400414 h 3341254"/>
              <a:gd name="connsiteX12582" fmla="*/ 3949593 w 6545688"/>
              <a:gd name="connsiteY12582" fmla="*/ 375589 h 3341254"/>
              <a:gd name="connsiteX12583" fmla="*/ 3951360 w 6545688"/>
              <a:gd name="connsiteY12583" fmla="*/ 374590 h 3341254"/>
              <a:gd name="connsiteX12584" fmla="*/ 4042587 w 6545688"/>
              <a:gd name="connsiteY12584" fmla="*/ 374207 h 3341254"/>
              <a:gd name="connsiteX12585" fmla="*/ 4071715 w 6545688"/>
              <a:gd name="connsiteY12585" fmla="*/ 374207 h 3341254"/>
              <a:gd name="connsiteX12586" fmla="*/ 4073483 w 6545688"/>
              <a:gd name="connsiteY12586" fmla="*/ 375205 h 3341254"/>
              <a:gd name="connsiteX12587" fmla="*/ 4088009 w 6545688"/>
              <a:gd name="connsiteY12587" fmla="*/ 400414 h 3341254"/>
              <a:gd name="connsiteX12588" fmla="*/ 4088009 w 6545688"/>
              <a:gd name="connsiteY12588" fmla="*/ 402489 h 3341254"/>
              <a:gd name="connsiteX12589" fmla="*/ 4073405 w 6545688"/>
              <a:gd name="connsiteY12589" fmla="*/ 427697 h 3341254"/>
              <a:gd name="connsiteX12590" fmla="*/ 4071638 w 6545688"/>
              <a:gd name="connsiteY12590" fmla="*/ 428696 h 3341254"/>
              <a:gd name="connsiteX12591" fmla="*/ 4042510 w 6545688"/>
              <a:gd name="connsiteY12591" fmla="*/ 428696 h 3341254"/>
              <a:gd name="connsiteX12592" fmla="*/ 4040743 w 6545688"/>
              <a:gd name="connsiteY12592" fmla="*/ 427697 h 3341254"/>
              <a:gd name="connsiteX12593" fmla="*/ 4026217 w 6545688"/>
              <a:gd name="connsiteY12593" fmla="*/ 402489 h 3341254"/>
              <a:gd name="connsiteX12594" fmla="*/ 4026217 w 6545688"/>
              <a:gd name="connsiteY12594" fmla="*/ 400414 h 3341254"/>
              <a:gd name="connsiteX12595" fmla="*/ 4040819 w 6545688"/>
              <a:gd name="connsiteY12595" fmla="*/ 375205 h 3341254"/>
              <a:gd name="connsiteX12596" fmla="*/ 4042587 w 6545688"/>
              <a:gd name="connsiteY12596" fmla="*/ 374207 h 3341254"/>
              <a:gd name="connsiteX12597" fmla="*/ 4590945 w 6545688"/>
              <a:gd name="connsiteY12597" fmla="*/ 373052 h 3341254"/>
              <a:gd name="connsiteX12598" fmla="*/ 4621226 w 6545688"/>
              <a:gd name="connsiteY12598" fmla="*/ 373052 h 3341254"/>
              <a:gd name="connsiteX12599" fmla="*/ 4623069 w 6545688"/>
              <a:gd name="connsiteY12599" fmla="*/ 374129 h 3341254"/>
              <a:gd name="connsiteX12600" fmla="*/ 4638210 w 6545688"/>
              <a:gd name="connsiteY12600" fmla="*/ 400412 h 3341254"/>
              <a:gd name="connsiteX12601" fmla="*/ 4638210 w 6545688"/>
              <a:gd name="connsiteY12601" fmla="*/ 402565 h 3341254"/>
              <a:gd name="connsiteX12602" fmla="*/ 4623069 w 6545688"/>
              <a:gd name="connsiteY12602" fmla="*/ 428848 h 3341254"/>
              <a:gd name="connsiteX12603" fmla="*/ 4621226 w 6545688"/>
              <a:gd name="connsiteY12603" fmla="*/ 429924 h 3341254"/>
              <a:gd name="connsiteX12604" fmla="*/ 4590945 w 6545688"/>
              <a:gd name="connsiteY12604" fmla="*/ 429924 h 3341254"/>
              <a:gd name="connsiteX12605" fmla="*/ 4589101 w 6545688"/>
              <a:gd name="connsiteY12605" fmla="*/ 428848 h 3341254"/>
              <a:gd name="connsiteX12606" fmla="*/ 4573960 w 6545688"/>
              <a:gd name="connsiteY12606" fmla="*/ 402565 h 3341254"/>
              <a:gd name="connsiteX12607" fmla="*/ 4573960 w 6545688"/>
              <a:gd name="connsiteY12607" fmla="*/ 400412 h 3341254"/>
              <a:gd name="connsiteX12608" fmla="*/ 4589101 w 6545688"/>
              <a:gd name="connsiteY12608" fmla="*/ 374129 h 3341254"/>
              <a:gd name="connsiteX12609" fmla="*/ 4590945 w 6545688"/>
              <a:gd name="connsiteY12609" fmla="*/ 373052 h 3341254"/>
              <a:gd name="connsiteX12610" fmla="*/ 4499335 w 6545688"/>
              <a:gd name="connsiteY12610" fmla="*/ 372899 h 3341254"/>
              <a:gd name="connsiteX12611" fmla="*/ 4529768 w 6545688"/>
              <a:gd name="connsiteY12611" fmla="*/ 372899 h 3341254"/>
              <a:gd name="connsiteX12612" fmla="*/ 4531614 w 6545688"/>
              <a:gd name="connsiteY12612" fmla="*/ 373975 h 3341254"/>
              <a:gd name="connsiteX12613" fmla="*/ 4546830 w 6545688"/>
              <a:gd name="connsiteY12613" fmla="*/ 400336 h 3341254"/>
              <a:gd name="connsiteX12614" fmla="*/ 4546830 w 6545688"/>
              <a:gd name="connsiteY12614" fmla="*/ 402487 h 3341254"/>
              <a:gd name="connsiteX12615" fmla="*/ 4531614 w 6545688"/>
              <a:gd name="connsiteY12615" fmla="*/ 428848 h 3341254"/>
              <a:gd name="connsiteX12616" fmla="*/ 4529768 w 6545688"/>
              <a:gd name="connsiteY12616" fmla="*/ 429924 h 3341254"/>
              <a:gd name="connsiteX12617" fmla="*/ 4499335 w 6545688"/>
              <a:gd name="connsiteY12617" fmla="*/ 429924 h 3341254"/>
              <a:gd name="connsiteX12618" fmla="*/ 4497490 w 6545688"/>
              <a:gd name="connsiteY12618" fmla="*/ 428848 h 3341254"/>
              <a:gd name="connsiteX12619" fmla="*/ 4482273 w 6545688"/>
              <a:gd name="connsiteY12619" fmla="*/ 402487 h 3341254"/>
              <a:gd name="connsiteX12620" fmla="*/ 4482273 w 6545688"/>
              <a:gd name="connsiteY12620" fmla="*/ 400336 h 3341254"/>
              <a:gd name="connsiteX12621" fmla="*/ 4497490 w 6545688"/>
              <a:gd name="connsiteY12621" fmla="*/ 373975 h 3341254"/>
              <a:gd name="connsiteX12622" fmla="*/ 4499335 w 6545688"/>
              <a:gd name="connsiteY12622" fmla="*/ 372899 h 3341254"/>
              <a:gd name="connsiteX12623" fmla="*/ 2212297 w 6545688"/>
              <a:gd name="connsiteY12623" fmla="*/ 372899 h 3341254"/>
              <a:gd name="connsiteX12624" fmla="*/ 2242730 w 6545688"/>
              <a:gd name="connsiteY12624" fmla="*/ 372899 h 3341254"/>
              <a:gd name="connsiteX12625" fmla="*/ 2244575 w 6545688"/>
              <a:gd name="connsiteY12625" fmla="*/ 373975 h 3341254"/>
              <a:gd name="connsiteX12626" fmla="*/ 2259792 w 6545688"/>
              <a:gd name="connsiteY12626" fmla="*/ 400336 h 3341254"/>
              <a:gd name="connsiteX12627" fmla="*/ 2259792 w 6545688"/>
              <a:gd name="connsiteY12627" fmla="*/ 402487 h 3341254"/>
              <a:gd name="connsiteX12628" fmla="*/ 2244575 w 6545688"/>
              <a:gd name="connsiteY12628" fmla="*/ 428848 h 3341254"/>
              <a:gd name="connsiteX12629" fmla="*/ 2242730 w 6545688"/>
              <a:gd name="connsiteY12629" fmla="*/ 429924 h 3341254"/>
              <a:gd name="connsiteX12630" fmla="*/ 2212297 w 6545688"/>
              <a:gd name="connsiteY12630" fmla="*/ 429924 h 3341254"/>
              <a:gd name="connsiteX12631" fmla="*/ 2210451 w 6545688"/>
              <a:gd name="connsiteY12631" fmla="*/ 428848 h 3341254"/>
              <a:gd name="connsiteX12632" fmla="*/ 2195235 w 6545688"/>
              <a:gd name="connsiteY12632" fmla="*/ 402487 h 3341254"/>
              <a:gd name="connsiteX12633" fmla="*/ 2195235 w 6545688"/>
              <a:gd name="connsiteY12633" fmla="*/ 400336 h 3341254"/>
              <a:gd name="connsiteX12634" fmla="*/ 2210451 w 6545688"/>
              <a:gd name="connsiteY12634" fmla="*/ 373975 h 3341254"/>
              <a:gd name="connsiteX12635" fmla="*/ 2212297 w 6545688"/>
              <a:gd name="connsiteY12635" fmla="*/ 372899 h 3341254"/>
              <a:gd name="connsiteX12636" fmla="*/ 5596510 w 6545688"/>
              <a:gd name="connsiteY12636" fmla="*/ 371824 h 3341254"/>
              <a:gd name="connsiteX12637" fmla="*/ 5628174 w 6545688"/>
              <a:gd name="connsiteY12637" fmla="*/ 371824 h 3341254"/>
              <a:gd name="connsiteX12638" fmla="*/ 5630096 w 6545688"/>
              <a:gd name="connsiteY12638" fmla="*/ 372976 h 3341254"/>
              <a:gd name="connsiteX12639" fmla="*/ 5645929 w 6545688"/>
              <a:gd name="connsiteY12639" fmla="*/ 400414 h 3341254"/>
              <a:gd name="connsiteX12640" fmla="*/ 5645929 w 6545688"/>
              <a:gd name="connsiteY12640" fmla="*/ 402643 h 3341254"/>
              <a:gd name="connsiteX12641" fmla="*/ 5630096 w 6545688"/>
              <a:gd name="connsiteY12641" fmla="*/ 430080 h 3341254"/>
              <a:gd name="connsiteX12642" fmla="*/ 5628174 w 6545688"/>
              <a:gd name="connsiteY12642" fmla="*/ 431233 h 3341254"/>
              <a:gd name="connsiteX12643" fmla="*/ 5596510 w 6545688"/>
              <a:gd name="connsiteY12643" fmla="*/ 431233 h 3341254"/>
              <a:gd name="connsiteX12644" fmla="*/ 5594589 w 6545688"/>
              <a:gd name="connsiteY12644" fmla="*/ 430080 h 3341254"/>
              <a:gd name="connsiteX12645" fmla="*/ 5578757 w 6545688"/>
              <a:gd name="connsiteY12645" fmla="*/ 402643 h 3341254"/>
              <a:gd name="connsiteX12646" fmla="*/ 5578757 w 6545688"/>
              <a:gd name="connsiteY12646" fmla="*/ 400414 h 3341254"/>
              <a:gd name="connsiteX12647" fmla="*/ 5594589 w 6545688"/>
              <a:gd name="connsiteY12647" fmla="*/ 372976 h 3341254"/>
              <a:gd name="connsiteX12648" fmla="*/ 5596510 w 6545688"/>
              <a:gd name="connsiteY12648" fmla="*/ 371824 h 3341254"/>
              <a:gd name="connsiteX12649" fmla="*/ 4315346 w 6545688"/>
              <a:gd name="connsiteY12649" fmla="*/ 371055 h 3341254"/>
              <a:gd name="connsiteX12650" fmla="*/ 4347778 w 6545688"/>
              <a:gd name="connsiteY12650" fmla="*/ 371055 h 3341254"/>
              <a:gd name="connsiteX12651" fmla="*/ 4349775 w 6545688"/>
              <a:gd name="connsiteY12651" fmla="*/ 372207 h 3341254"/>
              <a:gd name="connsiteX12652" fmla="*/ 4365992 w 6545688"/>
              <a:gd name="connsiteY12652" fmla="*/ 400260 h 3341254"/>
              <a:gd name="connsiteX12653" fmla="*/ 4365992 w 6545688"/>
              <a:gd name="connsiteY12653" fmla="*/ 402565 h 3341254"/>
              <a:gd name="connsiteX12654" fmla="*/ 4349775 w 6545688"/>
              <a:gd name="connsiteY12654" fmla="*/ 430617 h 3341254"/>
              <a:gd name="connsiteX12655" fmla="*/ 4347778 w 6545688"/>
              <a:gd name="connsiteY12655" fmla="*/ 431770 h 3341254"/>
              <a:gd name="connsiteX12656" fmla="*/ 4315346 w 6545688"/>
              <a:gd name="connsiteY12656" fmla="*/ 431770 h 3341254"/>
              <a:gd name="connsiteX12657" fmla="*/ 4313346 w 6545688"/>
              <a:gd name="connsiteY12657" fmla="*/ 430617 h 3341254"/>
              <a:gd name="connsiteX12658" fmla="*/ 4297131 w 6545688"/>
              <a:gd name="connsiteY12658" fmla="*/ 402565 h 3341254"/>
              <a:gd name="connsiteX12659" fmla="*/ 4297131 w 6545688"/>
              <a:gd name="connsiteY12659" fmla="*/ 400260 h 3341254"/>
              <a:gd name="connsiteX12660" fmla="*/ 4313346 w 6545688"/>
              <a:gd name="connsiteY12660" fmla="*/ 372207 h 3341254"/>
              <a:gd name="connsiteX12661" fmla="*/ 4315346 w 6545688"/>
              <a:gd name="connsiteY12661" fmla="*/ 371055 h 3341254"/>
              <a:gd name="connsiteX12662" fmla="*/ 4772629 w 6545688"/>
              <a:gd name="connsiteY12662" fmla="*/ 370823 h 3341254"/>
              <a:gd name="connsiteX12663" fmla="*/ 4805369 w 6545688"/>
              <a:gd name="connsiteY12663" fmla="*/ 370823 h 3341254"/>
              <a:gd name="connsiteX12664" fmla="*/ 4807367 w 6545688"/>
              <a:gd name="connsiteY12664" fmla="*/ 371976 h 3341254"/>
              <a:gd name="connsiteX12665" fmla="*/ 4823737 w 6545688"/>
              <a:gd name="connsiteY12665" fmla="*/ 400336 h 3341254"/>
              <a:gd name="connsiteX12666" fmla="*/ 4823737 w 6545688"/>
              <a:gd name="connsiteY12666" fmla="*/ 402641 h 3341254"/>
              <a:gd name="connsiteX12667" fmla="*/ 4807367 w 6545688"/>
              <a:gd name="connsiteY12667" fmla="*/ 431001 h 3341254"/>
              <a:gd name="connsiteX12668" fmla="*/ 4805369 w 6545688"/>
              <a:gd name="connsiteY12668" fmla="*/ 432153 h 3341254"/>
              <a:gd name="connsiteX12669" fmla="*/ 4772629 w 6545688"/>
              <a:gd name="connsiteY12669" fmla="*/ 432153 h 3341254"/>
              <a:gd name="connsiteX12670" fmla="*/ 4770631 w 6545688"/>
              <a:gd name="connsiteY12670" fmla="*/ 431001 h 3341254"/>
              <a:gd name="connsiteX12671" fmla="*/ 4754261 w 6545688"/>
              <a:gd name="connsiteY12671" fmla="*/ 402641 h 3341254"/>
              <a:gd name="connsiteX12672" fmla="*/ 4754261 w 6545688"/>
              <a:gd name="connsiteY12672" fmla="*/ 400336 h 3341254"/>
              <a:gd name="connsiteX12673" fmla="*/ 4770631 w 6545688"/>
              <a:gd name="connsiteY12673" fmla="*/ 371976 h 3341254"/>
              <a:gd name="connsiteX12674" fmla="*/ 4772629 w 6545688"/>
              <a:gd name="connsiteY12674" fmla="*/ 370823 h 3341254"/>
              <a:gd name="connsiteX12675" fmla="*/ 4864085 w 6545688"/>
              <a:gd name="connsiteY12675" fmla="*/ 370670 h 3341254"/>
              <a:gd name="connsiteX12676" fmla="*/ 4896903 w 6545688"/>
              <a:gd name="connsiteY12676" fmla="*/ 370670 h 3341254"/>
              <a:gd name="connsiteX12677" fmla="*/ 4898901 w 6545688"/>
              <a:gd name="connsiteY12677" fmla="*/ 371822 h 3341254"/>
              <a:gd name="connsiteX12678" fmla="*/ 4915347 w 6545688"/>
              <a:gd name="connsiteY12678" fmla="*/ 400258 h 3341254"/>
              <a:gd name="connsiteX12679" fmla="*/ 4915347 w 6545688"/>
              <a:gd name="connsiteY12679" fmla="*/ 402565 h 3341254"/>
              <a:gd name="connsiteX12680" fmla="*/ 4898901 w 6545688"/>
              <a:gd name="connsiteY12680" fmla="*/ 431001 h 3341254"/>
              <a:gd name="connsiteX12681" fmla="*/ 4896903 w 6545688"/>
              <a:gd name="connsiteY12681" fmla="*/ 432153 h 3341254"/>
              <a:gd name="connsiteX12682" fmla="*/ 4864085 w 6545688"/>
              <a:gd name="connsiteY12682" fmla="*/ 432153 h 3341254"/>
              <a:gd name="connsiteX12683" fmla="*/ 4862088 w 6545688"/>
              <a:gd name="connsiteY12683" fmla="*/ 431001 h 3341254"/>
              <a:gd name="connsiteX12684" fmla="*/ 4845641 w 6545688"/>
              <a:gd name="connsiteY12684" fmla="*/ 402565 h 3341254"/>
              <a:gd name="connsiteX12685" fmla="*/ 4845641 w 6545688"/>
              <a:gd name="connsiteY12685" fmla="*/ 400258 h 3341254"/>
              <a:gd name="connsiteX12686" fmla="*/ 4862088 w 6545688"/>
              <a:gd name="connsiteY12686" fmla="*/ 371822 h 3341254"/>
              <a:gd name="connsiteX12687" fmla="*/ 4864085 w 6545688"/>
              <a:gd name="connsiteY12687" fmla="*/ 370670 h 3341254"/>
              <a:gd name="connsiteX12688" fmla="*/ 4681094 w 6545688"/>
              <a:gd name="connsiteY12688" fmla="*/ 370670 h 3341254"/>
              <a:gd name="connsiteX12689" fmla="*/ 4713912 w 6545688"/>
              <a:gd name="connsiteY12689" fmla="*/ 370670 h 3341254"/>
              <a:gd name="connsiteX12690" fmla="*/ 4715909 w 6545688"/>
              <a:gd name="connsiteY12690" fmla="*/ 371822 h 3341254"/>
              <a:gd name="connsiteX12691" fmla="*/ 4732356 w 6545688"/>
              <a:gd name="connsiteY12691" fmla="*/ 400258 h 3341254"/>
              <a:gd name="connsiteX12692" fmla="*/ 4732356 w 6545688"/>
              <a:gd name="connsiteY12692" fmla="*/ 402565 h 3341254"/>
              <a:gd name="connsiteX12693" fmla="*/ 4715909 w 6545688"/>
              <a:gd name="connsiteY12693" fmla="*/ 431001 h 3341254"/>
              <a:gd name="connsiteX12694" fmla="*/ 4713912 w 6545688"/>
              <a:gd name="connsiteY12694" fmla="*/ 432153 h 3341254"/>
              <a:gd name="connsiteX12695" fmla="*/ 4681094 w 6545688"/>
              <a:gd name="connsiteY12695" fmla="*/ 432153 h 3341254"/>
              <a:gd name="connsiteX12696" fmla="*/ 4679097 w 6545688"/>
              <a:gd name="connsiteY12696" fmla="*/ 431001 h 3341254"/>
              <a:gd name="connsiteX12697" fmla="*/ 4662650 w 6545688"/>
              <a:gd name="connsiteY12697" fmla="*/ 402565 h 3341254"/>
              <a:gd name="connsiteX12698" fmla="*/ 4662650 w 6545688"/>
              <a:gd name="connsiteY12698" fmla="*/ 400258 h 3341254"/>
              <a:gd name="connsiteX12699" fmla="*/ 4679097 w 6545688"/>
              <a:gd name="connsiteY12699" fmla="*/ 371822 h 3341254"/>
              <a:gd name="connsiteX12700" fmla="*/ 4681094 w 6545688"/>
              <a:gd name="connsiteY12700" fmla="*/ 370670 h 3341254"/>
              <a:gd name="connsiteX12701" fmla="*/ 4955391 w 6545688"/>
              <a:gd name="connsiteY12701" fmla="*/ 370362 h 3341254"/>
              <a:gd name="connsiteX12702" fmla="*/ 4988514 w 6545688"/>
              <a:gd name="connsiteY12702" fmla="*/ 370362 h 3341254"/>
              <a:gd name="connsiteX12703" fmla="*/ 4990514 w 6545688"/>
              <a:gd name="connsiteY12703" fmla="*/ 371514 h 3341254"/>
              <a:gd name="connsiteX12704" fmla="*/ 5007037 w 6545688"/>
              <a:gd name="connsiteY12704" fmla="*/ 400258 h 3341254"/>
              <a:gd name="connsiteX12705" fmla="*/ 5007037 w 6545688"/>
              <a:gd name="connsiteY12705" fmla="*/ 402565 h 3341254"/>
              <a:gd name="connsiteX12706" fmla="*/ 4990435 w 6545688"/>
              <a:gd name="connsiteY12706" fmla="*/ 431308 h 3341254"/>
              <a:gd name="connsiteX12707" fmla="*/ 4988438 w 6545688"/>
              <a:gd name="connsiteY12707" fmla="*/ 432461 h 3341254"/>
              <a:gd name="connsiteX12708" fmla="*/ 4955313 w 6545688"/>
              <a:gd name="connsiteY12708" fmla="*/ 432461 h 3341254"/>
              <a:gd name="connsiteX12709" fmla="*/ 4953315 w 6545688"/>
              <a:gd name="connsiteY12709" fmla="*/ 431308 h 3341254"/>
              <a:gd name="connsiteX12710" fmla="*/ 4936791 w 6545688"/>
              <a:gd name="connsiteY12710" fmla="*/ 402565 h 3341254"/>
              <a:gd name="connsiteX12711" fmla="*/ 4936791 w 6545688"/>
              <a:gd name="connsiteY12711" fmla="*/ 400258 h 3341254"/>
              <a:gd name="connsiteX12712" fmla="*/ 4953391 w 6545688"/>
              <a:gd name="connsiteY12712" fmla="*/ 371514 h 3341254"/>
              <a:gd name="connsiteX12713" fmla="*/ 4955391 w 6545688"/>
              <a:gd name="connsiteY12713" fmla="*/ 370362 h 3341254"/>
              <a:gd name="connsiteX12714" fmla="*/ 5046615 w 6545688"/>
              <a:gd name="connsiteY12714" fmla="*/ 369825 h 3341254"/>
              <a:gd name="connsiteX12715" fmla="*/ 5080353 w 6545688"/>
              <a:gd name="connsiteY12715" fmla="*/ 369825 h 3341254"/>
              <a:gd name="connsiteX12716" fmla="*/ 5082428 w 6545688"/>
              <a:gd name="connsiteY12716" fmla="*/ 371055 h 3341254"/>
              <a:gd name="connsiteX12717" fmla="*/ 5099261 w 6545688"/>
              <a:gd name="connsiteY12717" fmla="*/ 400260 h 3341254"/>
              <a:gd name="connsiteX12718" fmla="*/ 5099261 w 6545688"/>
              <a:gd name="connsiteY12718" fmla="*/ 402641 h 3341254"/>
              <a:gd name="connsiteX12719" fmla="*/ 5082353 w 6545688"/>
              <a:gd name="connsiteY12719" fmla="*/ 431846 h 3341254"/>
              <a:gd name="connsiteX12720" fmla="*/ 5080277 w 6545688"/>
              <a:gd name="connsiteY12720" fmla="*/ 433076 h 3341254"/>
              <a:gd name="connsiteX12721" fmla="*/ 5046539 w 6545688"/>
              <a:gd name="connsiteY12721" fmla="*/ 433076 h 3341254"/>
              <a:gd name="connsiteX12722" fmla="*/ 5044464 w 6545688"/>
              <a:gd name="connsiteY12722" fmla="*/ 431846 h 3341254"/>
              <a:gd name="connsiteX12723" fmla="*/ 5027631 w 6545688"/>
              <a:gd name="connsiteY12723" fmla="*/ 402641 h 3341254"/>
              <a:gd name="connsiteX12724" fmla="*/ 5027631 w 6545688"/>
              <a:gd name="connsiteY12724" fmla="*/ 400260 h 3341254"/>
              <a:gd name="connsiteX12725" fmla="*/ 5044539 w 6545688"/>
              <a:gd name="connsiteY12725" fmla="*/ 371055 h 3341254"/>
              <a:gd name="connsiteX12726" fmla="*/ 5046615 w 6545688"/>
              <a:gd name="connsiteY12726" fmla="*/ 369825 h 3341254"/>
              <a:gd name="connsiteX12727" fmla="*/ 4405571 w 6545688"/>
              <a:gd name="connsiteY12727" fmla="*/ 368748 h 3341254"/>
              <a:gd name="connsiteX12728" fmla="*/ 4440540 w 6545688"/>
              <a:gd name="connsiteY12728" fmla="*/ 368748 h 3341254"/>
              <a:gd name="connsiteX12729" fmla="*/ 4442693 w 6545688"/>
              <a:gd name="connsiteY12729" fmla="*/ 369979 h 3341254"/>
              <a:gd name="connsiteX12730" fmla="*/ 4460138 w 6545688"/>
              <a:gd name="connsiteY12730" fmla="*/ 400258 h 3341254"/>
              <a:gd name="connsiteX12731" fmla="*/ 4460138 w 6545688"/>
              <a:gd name="connsiteY12731" fmla="*/ 402719 h 3341254"/>
              <a:gd name="connsiteX12732" fmla="*/ 4442615 w 6545688"/>
              <a:gd name="connsiteY12732" fmla="*/ 432998 h 3341254"/>
              <a:gd name="connsiteX12733" fmla="*/ 4440464 w 6545688"/>
              <a:gd name="connsiteY12733" fmla="*/ 434228 h 3341254"/>
              <a:gd name="connsiteX12734" fmla="*/ 4405495 w 6545688"/>
              <a:gd name="connsiteY12734" fmla="*/ 434228 h 3341254"/>
              <a:gd name="connsiteX12735" fmla="*/ 4403342 w 6545688"/>
              <a:gd name="connsiteY12735" fmla="*/ 432998 h 3341254"/>
              <a:gd name="connsiteX12736" fmla="*/ 4385896 w 6545688"/>
              <a:gd name="connsiteY12736" fmla="*/ 402719 h 3341254"/>
              <a:gd name="connsiteX12737" fmla="*/ 4385896 w 6545688"/>
              <a:gd name="connsiteY12737" fmla="*/ 400258 h 3341254"/>
              <a:gd name="connsiteX12738" fmla="*/ 4403420 w 6545688"/>
              <a:gd name="connsiteY12738" fmla="*/ 369979 h 3341254"/>
              <a:gd name="connsiteX12739" fmla="*/ 4405571 w 6545688"/>
              <a:gd name="connsiteY12739" fmla="*/ 368748 h 3341254"/>
              <a:gd name="connsiteX12740" fmla="*/ 2132828 w 6545688"/>
              <a:gd name="connsiteY12740" fmla="*/ 316258 h 3341254"/>
              <a:gd name="connsiteX12741" fmla="*/ 2139130 w 6545688"/>
              <a:gd name="connsiteY12741" fmla="*/ 316258 h 3341254"/>
              <a:gd name="connsiteX12742" fmla="*/ 2139515 w 6545688"/>
              <a:gd name="connsiteY12742" fmla="*/ 316488 h 3341254"/>
              <a:gd name="connsiteX12743" fmla="*/ 2142667 w 6545688"/>
              <a:gd name="connsiteY12743" fmla="*/ 321946 h 3341254"/>
              <a:gd name="connsiteX12744" fmla="*/ 2142667 w 6545688"/>
              <a:gd name="connsiteY12744" fmla="*/ 322405 h 3341254"/>
              <a:gd name="connsiteX12745" fmla="*/ 2139515 w 6545688"/>
              <a:gd name="connsiteY12745" fmla="*/ 327864 h 3341254"/>
              <a:gd name="connsiteX12746" fmla="*/ 2139130 w 6545688"/>
              <a:gd name="connsiteY12746" fmla="*/ 328093 h 3341254"/>
              <a:gd name="connsiteX12747" fmla="*/ 2132828 w 6545688"/>
              <a:gd name="connsiteY12747" fmla="*/ 328093 h 3341254"/>
              <a:gd name="connsiteX12748" fmla="*/ 2132445 w 6545688"/>
              <a:gd name="connsiteY12748" fmla="*/ 327864 h 3341254"/>
              <a:gd name="connsiteX12749" fmla="*/ 2129293 w 6545688"/>
              <a:gd name="connsiteY12749" fmla="*/ 322405 h 3341254"/>
              <a:gd name="connsiteX12750" fmla="*/ 2129293 w 6545688"/>
              <a:gd name="connsiteY12750" fmla="*/ 321946 h 3341254"/>
              <a:gd name="connsiteX12751" fmla="*/ 2132445 w 6545688"/>
              <a:gd name="connsiteY12751" fmla="*/ 316488 h 3341254"/>
              <a:gd name="connsiteX12752" fmla="*/ 2132828 w 6545688"/>
              <a:gd name="connsiteY12752" fmla="*/ 316258 h 3341254"/>
              <a:gd name="connsiteX12753" fmla="*/ 2589727 w 6545688"/>
              <a:gd name="connsiteY12753" fmla="*/ 315182 h 3341254"/>
              <a:gd name="connsiteX12754" fmla="*/ 2597182 w 6545688"/>
              <a:gd name="connsiteY12754" fmla="*/ 315182 h 3341254"/>
              <a:gd name="connsiteX12755" fmla="*/ 2597644 w 6545688"/>
              <a:gd name="connsiteY12755" fmla="*/ 315411 h 3341254"/>
              <a:gd name="connsiteX12756" fmla="*/ 2601410 w 6545688"/>
              <a:gd name="connsiteY12756" fmla="*/ 321868 h 3341254"/>
              <a:gd name="connsiteX12757" fmla="*/ 2601410 w 6545688"/>
              <a:gd name="connsiteY12757" fmla="*/ 322405 h 3341254"/>
              <a:gd name="connsiteX12758" fmla="*/ 2597644 w 6545688"/>
              <a:gd name="connsiteY12758" fmla="*/ 328862 h 3341254"/>
              <a:gd name="connsiteX12759" fmla="*/ 2597182 w 6545688"/>
              <a:gd name="connsiteY12759" fmla="*/ 329092 h 3341254"/>
              <a:gd name="connsiteX12760" fmla="*/ 2589727 w 6545688"/>
              <a:gd name="connsiteY12760" fmla="*/ 329092 h 3341254"/>
              <a:gd name="connsiteX12761" fmla="*/ 2589267 w 6545688"/>
              <a:gd name="connsiteY12761" fmla="*/ 328862 h 3341254"/>
              <a:gd name="connsiteX12762" fmla="*/ 2585501 w 6545688"/>
              <a:gd name="connsiteY12762" fmla="*/ 322405 h 3341254"/>
              <a:gd name="connsiteX12763" fmla="*/ 2585501 w 6545688"/>
              <a:gd name="connsiteY12763" fmla="*/ 321868 h 3341254"/>
              <a:gd name="connsiteX12764" fmla="*/ 2589267 w 6545688"/>
              <a:gd name="connsiteY12764" fmla="*/ 315411 h 3341254"/>
              <a:gd name="connsiteX12765" fmla="*/ 2589727 w 6545688"/>
              <a:gd name="connsiteY12765" fmla="*/ 315182 h 3341254"/>
              <a:gd name="connsiteX12766" fmla="*/ 2223593 w 6545688"/>
              <a:gd name="connsiteY12766" fmla="*/ 314720 h 3341254"/>
              <a:gd name="connsiteX12767" fmla="*/ 2231508 w 6545688"/>
              <a:gd name="connsiteY12767" fmla="*/ 314720 h 3341254"/>
              <a:gd name="connsiteX12768" fmla="*/ 2231969 w 6545688"/>
              <a:gd name="connsiteY12768" fmla="*/ 315028 h 3341254"/>
              <a:gd name="connsiteX12769" fmla="*/ 2235890 w 6545688"/>
              <a:gd name="connsiteY12769" fmla="*/ 321868 h 3341254"/>
              <a:gd name="connsiteX12770" fmla="*/ 2235890 w 6545688"/>
              <a:gd name="connsiteY12770" fmla="*/ 322405 h 3341254"/>
              <a:gd name="connsiteX12771" fmla="*/ 2231893 w 6545688"/>
              <a:gd name="connsiteY12771" fmla="*/ 329246 h 3341254"/>
              <a:gd name="connsiteX12772" fmla="*/ 2231432 w 6545688"/>
              <a:gd name="connsiteY12772" fmla="*/ 329553 h 3341254"/>
              <a:gd name="connsiteX12773" fmla="*/ 2223515 w 6545688"/>
              <a:gd name="connsiteY12773" fmla="*/ 329553 h 3341254"/>
              <a:gd name="connsiteX12774" fmla="*/ 2223056 w 6545688"/>
              <a:gd name="connsiteY12774" fmla="*/ 329246 h 3341254"/>
              <a:gd name="connsiteX12775" fmla="*/ 2219135 w 6545688"/>
              <a:gd name="connsiteY12775" fmla="*/ 322405 h 3341254"/>
              <a:gd name="connsiteX12776" fmla="*/ 2219135 w 6545688"/>
              <a:gd name="connsiteY12776" fmla="*/ 321868 h 3341254"/>
              <a:gd name="connsiteX12777" fmla="*/ 2223132 w 6545688"/>
              <a:gd name="connsiteY12777" fmla="*/ 315028 h 3341254"/>
              <a:gd name="connsiteX12778" fmla="*/ 2223593 w 6545688"/>
              <a:gd name="connsiteY12778" fmla="*/ 314720 h 3341254"/>
              <a:gd name="connsiteX12779" fmla="*/ 2863638 w 6545688"/>
              <a:gd name="connsiteY12779" fmla="*/ 314183 h 3341254"/>
              <a:gd name="connsiteX12780" fmla="*/ 2872168 w 6545688"/>
              <a:gd name="connsiteY12780" fmla="*/ 314183 h 3341254"/>
              <a:gd name="connsiteX12781" fmla="*/ 2872707 w 6545688"/>
              <a:gd name="connsiteY12781" fmla="*/ 314490 h 3341254"/>
              <a:gd name="connsiteX12782" fmla="*/ 2876933 w 6545688"/>
              <a:gd name="connsiteY12782" fmla="*/ 321868 h 3341254"/>
              <a:gd name="connsiteX12783" fmla="*/ 2876933 w 6545688"/>
              <a:gd name="connsiteY12783" fmla="*/ 322483 h 3341254"/>
              <a:gd name="connsiteX12784" fmla="*/ 2872707 w 6545688"/>
              <a:gd name="connsiteY12784" fmla="*/ 329861 h 3341254"/>
              <a:gd name="connsiteX12785" fmla="*/ 2872168 w 6545688"/>
              <a:gd name="connsiteY12785" fmla="*/ 330168 h 3341254"/>
              <a:gd name="connsiteX12786" fmla="*/ 2863638 w 6545688"/>
              <a:gd name="connsiteY12786" fmla="*/ 330168 h 3341254"/>
              <a:gd name="connsiteX12787" fmla="*/ 2863099 w 6545688"/>
              <a:gd name="connsiteY12787" fmla="*/ 329861 h 3341254"/>
              <a:gd name="connsiteX12788" fmla="*/ 2858873 w 6545688"/>
              <a:gd name="connsiteY12788" fmla="*/ 322483 h 3341254"/>
              <a:gd name="connsiteX12789" fmla="*/ 2858873 w 6545688"/>
              <a:gd name="connsiteY12789" fmla="*/ 321868 h 3341254"/>
              <a:gd name="connsiteX12790" fmla="*/ 2863099 w 6545688"/>
              <a:gd name="connsiteY12790" fmla="*/ 314490 h 3341254"/>
              <a:gd name="connsiteX12791" fmla="*/ 2863638 w 6545688"/>
              <a:gd name="connsiteY12791" fmla="*/ 314183 h 3341254"/>
              <a:gd name="connsiteX12792" fmla="*/ 4144036 w 6545688"/>
              <a:gd name="connsiteY12792" fmla="*/ 313644 h 3341254"/>
              <a:gd name="connsiteX12793" fmla="*/ 4153182 w 6545688"/>
              <a:gd name="connsiteY12793" fmla="*/ 313644 h 3341254"/>
              <a:gd name="connsiteX12794" fmla="*/ 4153719 w 6545688"/>
              <a:gd name="connsiteY12794" fmla="*/ 313951 h 3341254"/>
              <a:gd name="connsiteX12795" fmla="*/ 4158254 w 6545688"/>
              <a:gd name="connsiteY12795" fmla="*/ 321868 h 3341254"/>
              <a:gd name="connsiteX12796" fmla="*/ 4158254 w 6545688"/>
              <a:gd name="connsiteY12796" fmla="*/ 322481 h 3341254"/>
              <a:gd name="connsiteX12797" fmla="*/ 4153719 w 6545688"/>
              <a:gd name="connsiteY12797" fmla="*/ 330398 h 3341254"/>
              <a:gd name="connsiteX12798" fmla="*/ 4153182 w 6545688"/>
              <a:gd name="connsiteY12798" fmla="*/ 330706 h 3341254"/>
              <a:gd name="connsiteX12799" fmla="*/ 4144036 w 6545688"/>
              <a:gd name="connsiteY12799" fmla="*/ 330706 h 3341254"/>
              <a:gd name="connsiteX12800" fmla="*/ 4143499 w 6545688"/>
              <a:gd name="connsiteY12800" fmla="*/ 330398 h 3341254"/>
              <a:gd name="connsiteX12801" fmla="*/ 4138963 w 6545688"/>
              <a:gd name="connsiteY12801" fmla="*/ 322481 h 3341254"/>
              <a:gd name="connsiteX12802" fmla="*/ 4138963 w 6545688"/>
              <a:gd name="connsiteY12802" fmla="*/ 321868 h 3341254"/>
              <a:gd name="connsiteX12803" fmla="*/ 4143499 w 6545688"/>
              <a:gd name="connsiteY12803" fmla="*/ 313951 h 3341254"/>
              <a:gd name="connsiteX12804" fmla="*/ 4144036 w 6545688"/>
              <a:gd name="connsiteY12804" fmla="*/ 313644 h 3341254"/>
              <a:gd name="connsiteX12805" fmla="*/ 3411918 w 6545688"/>
              <a:gd name="connsiteY12805" fmla="*/ 313106 h 3341254"/>
              <a:gd name="connsiteX12806" fmla="*/ 3421602 w 6545688"/>
              <a:gd name="connsiteY12806" fmla="*/ 313106 h 3341254"/>
              <a:gd name="connsiteX12807" fmla="*/ 3422217 w 6545688"/>
              <a:gd name="connsiteY12807" fmla="*/ 313414 h 3341254"/>
              <a:gd name="connsiteX12808" fmla="*/ 3427059 w 6545688"/>
              <a:gd name="connsiteY12808" fmla="*/ 321790 h 3341254"/>
              <a:gd name="connsiteX12809" fmla="*/ 3427059 w 6545688"/>
              <a:gd name="connsiteY12809" fmla="*/ 322483 h 3341254"/>
              <a:gd name="connsiteX12810" fmla="*/ 3422217 w 6545688"/>
              <a:gd name="connsiteY12810" fmla="*/ 330860 h 3341254"/>
              <a:gd name="connsiteX12811" fmla="*/ 3421602 w 6545688"/>
              <a:gd name="connsiteY12811" fmla="*/ 331167 h 3341254"/>
              <a:gd name="connsiteX12812" fmla="*/ 3411918 w 6545688"/>
              <a:gd name="connsiteY12812" fmla="*/ 331167 h 3341254"/>
              <a:gd name="connsiteX12813" fmla="*/ 3411303 w 6545688"/>
              <a:gd name="connsiteY12813" fmla="*/ 330860 h 3341254"/>
              <a:gd name="connsiteX12814" fmla="*/ 3406462 w 6545688"/>
              <a:gd name="connsiteY12814" fmla="*/ 322483 h 3341254"/>
              <a:gd name="connsiteX12815" fmla="*/ 3406462 w 6545688"/>
              <a:gd name="connsiteY12815" fmla="*/ 321790 h 3341254"/>
              <a:gd name="connsiteX12816" fmla="*/ 3411303 w 6545688"/>
              <a:gd name="connsiteY12816" fmla="*/ 313414 h 3341254"/>
              <a:gd name="connsiteX12817" fmla="*/ 3411918 w 6545688"/>
              <a:gd name="connsiteY12817" fmla="*/ 313106 h 3341254"/>
              <a:gd name="connsiteX12818" fmla="*/ 6430305 w 6545688"/>
              <a:gd name="connsiteY12818" fmla="*/ 312108 h 3341254"/>
              <a:gd name="connsiteX12819" fmla="*/ 6441064 w 6545688"/>
              <a:gd name="connsiteY12819" fmla="*/ 312108 h 3341254"/>
              <a:gd name="connsiteX12820" fmla="*/ 6441757 w 6545688"/>
              <a:gd name="connsiteY12820" fmla="*/ 312491 h 3341254"/>
              <a:gd name="connsiteX12821" fmla="*/ 6447136 w 6545688"/>
              <a:gd name="connsiteY12821" fmla="*/ 321792 h 3341254"/>
              <a:gd name="connsiteX12822" fmla="*/ 6447136 w 6545688"/>
              <a:gd name="connsiteY12822" fmla="*/ 322559 h 3341254"/>
              <a:gd name="connsiteX12823" fmla="*/ 6441757 w 6545688"/>
              <a:gd name="connsiteY12823" fmla="*/ 331860 h 3341254"/>
              <a:gd name="connsiteX12824" fmla="*/ 6441064 w 6545688"/>
              <a:gd name="connsiteY12824" fmla="*/ 332244 h 3341254"/>
              <a:gd name="connsiteX12825" fmla="*/ 6430305 w 6545688"/>
              <a:gd name="connsiteY12825" fmla="*/ 332244 h 3341254"/>
              <a:gd name="connsiteX12826" fmla="*/ 6429614 w 6545688"/>
              <a:gd name="connsiteY12826" fmla="*/ 331860 h 3341254"/>
              <a:gd name="connsiteX12827" fmla="*/ 6424234 w 6545688"/>
              <a:gd name="connsiteY12827" fmla="*/ 322559 h 3341254"/>
              <a:gd name="connsiteX12828" fmla="*/ 6424234 w 6545688"/>
              <a:gd name="connsiteY12828" fmla="*/ 321792 h 3341254"/>
              <a:gd name="connsiteX12829" fmla="*/ 6429614 w 6545688"/>
              <a:gd name="connsiteY12829" fmla="*/ 312491 h 3341254"/>
              <a:gd name="connsiteX12830" fmla="*/ 6430305 w 6545688"/>
              <a:gd name="connsiteY12830" fmla="*/ 312108 h 3341254"/>
              <a:gd name="connsiteX12831" fmla="*/ 2405124 w 6545688"/>
              <a:gd name="connsiteY12831" fmla="*/ 312108 h 3341254"/>
              <a:gd name="connsiteX12832" fmla="*/ 2415883 w 6545688"/>
              <a:gd name="connsiteY12832" fmla="*/ 312108 h 3341254"/>
              <a:gd name="connsiteX12833" fmla="*/ 2416576 w 6545688"/>
              <a:gd name="connsiteY12833" fmla="*/ 312491 h 3341254"/>
              <a:gd name="connsiteX12834" fmla="*/ 2421954 w 6545688"/>
              <a:gd name="connsiteY12834" fmla="*/ 321792 h 3341254"/>
              <a:gd name="connsiteX12835" fmla="*/ 2421954 w 6545688"/>
              <a:gd name="connsiteY12835" fmla="*/ 322559 h 3341254"/>
              <a:gd name="connsiteX12836" fmla="*/ 2416576 w 6545688"/>
              <a:gd name="connsiteY12836" fmla="*/ 331860 h 3341254"/>
              <a:gd name="connsiteX12837" fmla="*/ 2415883 w 6545688"/>
              <a:gd name="connsiteY12837" fmla="*/ 332244 h 3341254"/>
              <a:gd name="connsiteX12838" fmla="*/ 2405124 w 6545688"/>
              <a:gd name="connsiteY12838" fmla="*/ 332244 h 3341254"/>
              <a:gd name="connsiteX12839" fmla="*/ 2404433 w 6545688"/>
              <a:gd name="connsiteY12839" fmla="*/ 331860 h 3341254"/>
              <a:gd name="connsiteX12840" fmla="*/ 2399052 w 6545688"/>
              <a:gd name="connsiteY12840" fmla="*/ 322559 h 3341254"/>
              <a:gd name="connsiteX12841" fmla="*/ 2399052 w 6545688"/>
              <a:gd name="connsiteY12841" fmla="*/ 321792 h 3341254"/>
              <a:gd name="connsiteX12842" fmla="*/ 2404433 w 6545688"/>
              <a:gd name="connsiteY12842" fmla="*/ 312491 h 3341254"/>
              <a:gd name="connsiteX12843" fmla="*/ 2405124 w 6545688"/>
              <a:gd name="connsiteY12843" fmla="*/ 312108 h 3341254"/>
              <a:gd name="connsiteX12844" fmla="*/ 2039064 w 6545688"/>
              <a:gd name="connsiteY12844" fmla="*/ 311954 h 3341254"/>
              <a:gd name="connsiteX12845" fmla="*/ 2049979 w 6545688"/>
              <a:gd name="connsiteY12845" fmla="*/ 311954 h 3341254"/>
              <a:gd name="connsiteX12846" fmla="*/ 2050670 w 6545688"/>
              <a:gd name="connsiteY12846" fmla="*/ 312338 h 3341254"/>
              <a:gd name="connsiteX12847" fmla="*/ 2056126 w 6545688"/>
              <a:gd name="connsiteY12847" fmla="*/ 321792 h 3341254"/>
              <a:gd name="connsiteX12848" fmla="*/ 2056126 w 6545688"/>
              <a:gd name="connsiteY12848" fmla="*/ 322559 h 3341254"/>
              <a:gd name="connsiteX12849" fmla="*/ 2050670 w 6545688"/>
              <a:gd name="connsiteY12849" fmla="*/ 332014 h 3341254"/>
              <a:gd name="connsiteX12850" fmla="*/ 2049979 w 6545688"/>
              <a:gd name="connsiteY12850" fmla="*/ 332397 h 3341254"/>
              <a:gd name="connsiteX12851" fmla="*/ 2039064 w 6545688"/>
              <a:gd name="connsiteY12851" fmla="*/ 332397 h 3341254"/>
              <a:gd name="connsiteX12852" fmla="*/ 2038373 w 6545688"/>
              <a:gd name="connsiteY12852" fmla="*/ 332014 h 3341254"/>
              <a:gd name="connsiteX12853" fmla="*/ 2032917 w 6545688"/>
              <a:gd name="connsiteY12853" fmla="*/ 322559 h 3341254"/>
              <a:gd name="connsiteX12854" fmla="*/ 2032917 w 6545688"/>
              <a:gd name="connsiteY12854" fmla="*/ 321792 h 3341254"/>
              <a:gd name="connsiteX12855" fmla="*/ 2038373 w 6545688"/>
              <a:gd name="connsiteY12855" fmla="*/ 312338 h 3341254"/>
              <a:gd name="connsiteX12856" fmla="*/ 2039064 w 6545688"/>
              <a:gd name="connsiteY12856" fmla="*/ 311954 h 3341254"/>
              <a:gd name="connsiteX12857" fmla="*/ 2678572 w 6545688"/>
              <a:gd name="connsiteY12857" fmla="*/ 310262 h 3341254"/>
              <a:gd name="connsiteX12858" fmla="*/ 2691252 w 6545688"/>
              <a:gd name="connsiteY12858" fmla="*/ 310262 h 3341254"/>
              <a:gd name="connsiteX12859" fmla="*/ 2692021 w 6545688"/>
              <a:gd name="connsiteY12859" fmla="*/ 310724 h 3341254"/>
              <a:gd name="connsiteX12860" fmla="*/ 2698401 w 6545688"/>
              <a:gd name="connsiteY12860" fmla="*/ 321714 h 3341254"/>
              <a:gd name="connsiteX12861" fmla="*/ 2698401 w 6545688"/>
              <a:gd name="connsiteY12861" fmla="*/ 322635 h 3341254"/>
              <a:gd name="connsiteX12862" fmla="*/ 2692021 w 6545688"/>
              <a:gd name="connsiteY12862" fmla="*/ 333626 h 3341254"/>
              <a:gd name="connsiteX12863" fmla="*/ 2691252 w 6545688"/>
              <a:gd name="connsiteY12863" fmla="*/ 334087 h 3341254"/>
              <a:gd name="connsiteX12864" fmla="*/ 2678572 w 6545688"/>
              <a:gd name="connsiteY12864" fmla="*/ 334087 h 3341254"/>
              <a:gd name="connsiteX12865" fmla="*/ 2677803 w 6545688"/>
              <a:gd name="connsiteY12865" fmla="*/ 333626 h 3341254"/>
              <a:gd name="connsiteX12866" fmla="*/ 2671424 w 6545688"/>
              <a:gd name="connsiteY12866" fmla="*/ 322635 h 3341254"/>
              <a:gd name="connsiteX12867" fmla="*/ 2671424 w 6545688"/>
              <a:gd name="connsiteY12867" fmla="*/ 321714 h 3341254"/>
              <a:gd name="connsiteX12868" fmla="*/ 2677803 w 6545688"/>
              <a:gd name="connsiteY12868" fmla="*/ 310724 h 3341254"/>
              <a:gd name="connsiteX12869" fmla="*/ 2678572 w 6545688"/>
              <a:gd name="connsiteY12869" fmla="*/ 310262 h 3341254"/>
              <a:gd name="connsiteX12870" fmla="*/ 3135472 w 6545688"/>
              <a:gd name="connsiteY12870" fmla="*/ 309264 h 3341254"/>
              <a:gd name="connsiteX12871" fmla="*/ 3149229 w 6545688"/>
              <a:gd name="connsiteY12871" fmla="*/ 309264 h 3341254"/>
              <a:gd name="connsiteX12872" fmla="*/ 3150076 w 6545688"/>
              <a:gd name="connsiteY12872" fmla="*/ 309725 h 3341254"/>
              <a:gd name="connsiteX12873" fmla="*/ 3156914 w 6545688"/>
              <a:gd name="connsiteY12873" fmla="*/ 321636 h 3341254"/>
              <a:gd name="connsiteX12874" fmla="*/ 3156914 w 6545688"/>
              <a:gd name="connsiteY12874" fmla="*/ 322637 h 3341254"/>
              <a:gd name="connsiteX12875" fmla="*/ 3150076 w 6545688"/>
              <a:gd name="connsiteY12875" fmla="*/ 334548 h 3341254"/>
              <a:gd name="connsiteX12876" fmla="*/ 3149229 w 6545688"/>
              <a:gd name="connsiteY12876" fmla="*/ 335010 h 3341254"/>
              <a:gd name="connsiteX12877" fmla="*/ 3135472 w 6545688"/>
              <a:gd name="connsiteY12877" fmla="*/ 335010 h 3341254"/>
              <a:gd name="connsiteX12878" fmla="*/ 3134627 w 6545688"/>
              <a:gd name="connsiteY12878" fmla="*/ 334548 h 3341254"/>
              <a:gd name="connsiteX12879" fmla="*/ 3127787 w 6545688"/>
              <a:gd name="connsiteY12879" fmla="*/ 322637 h 3341254"/>
              <a:gd name="connsiteX12880" fmla="*/ 3127787 w 6545688"/>
              <a:gd name="connsiteY12880" fmla="*/ 321636 h 3341254"/>
              <a:gd name="connsiteX12881" fmla="*/ 3134627 w 6545688"/>
              <a:gd name="connsiteY12881" fmla="*/ 309725 h 3341254"/>
              <a:gd name="connsiteX12882" fmla="*/ 3135472 w 6545688"/>
              <a:gd name="connsiteY12882" fmla="*/ 309264 h 3341254"/>
              <a:gd name="connsiteX12883" fmla="*/ 3775442 w 6545688"/>
              <a:gd name="connsiteY12883" fmla="*/ 308419 h 3341254"/>
              <a:gd name="connsiteX12884" fmla="*/ 3790043 w 6545688"/>
              <a:gd name="connsiteY12884" fmla="*/ 308419 h 3341254"/>
              <a:gd name="connsiteX12885" fmla="*/ 3790966 w 6545688"/>
              <a:gd name="connsiteY12885" fmla="*/ 308956 h 3341254"/>
              <a:gd name="connsiteX12886" fmla="*/ 3798265 w 6545688"/>
              <a:gd name="connsiteY12886" fmla="*/ 321638 h 3341254"/>
              <a:gd name="connsiteX12887" fmla="*/ 3798265 w 6545688"/>
              <a:gd name="connsiteY12887" fmla="*/ 322637 h 3341254"/>
              <a:gd name="connsiteX12888" fmla="*/ 3790966 w 6545688"/>
              <a:gd name="connsiteY12888" fmla="*/ 335317 h 3341254"/>
              <a:gd name="connsiteX12889" fmla="*/ 3790043 w 6545688"/>
              <a:gd name="connsiteY12889" fmla="*/ 335856 h 3341254"/>
              <a:gd name="connsiteX12890" fmla="*/ 3775442 w 6545688"/>
              <a:gd name="connsiteY12890" fmla="*/ 335856 h 3341254"/>
              <a:gd name="connsiteX12891" fmla="*/ 3774520 w 6545688"/>
              <a:gd name="connsiteY12891" fmla="*/ 335317 h 3341254"/>
              <a:gd name="connsiteX12892" fmla="*/ 3767218 w 6545688"/>
              <a:gd name="connsiteY12892" fmla="*/ 322637 h 3341254"/>
              <a:gd name="connsiteX12893" fmla="*/ 3767218 w 6545688"/>
              <a:gd name="connsiteY12893" fmla="*/ 321638 h 3341254"/>
              <a:gd name="connsiteX12894" fmla="*/ 3774520 w 6545688"/>
              <a:gd name="connsiteY12894" fmla="*/ 308956 h 3341254"/>
              <a:gd name="connsiteX12895" fmla="*/ 3775442 w 6545688"/>
              <a:gd name="connsiteY12895" fmla="*/ 308419 h 3341254"/>
              <a:gd name="connsiteX12896" fmla="*/ 3958279 w 6545688"/>
              <a:gd name="connsiteY12896" fmla="*/ 308341 h 3341254"/>
              <a:gd name="connsiteX12897" fmla="*/ 3973034 w 6545688"/>
              <a:gd name="connsiteY12897" fmla="*/ 308341 h 3341254"/>
              <a:gd name="connsiteX12898" fmla="*/ 3973957 w 6545688"/>
              <a:gd name="connsiteY12898" fmla="*/ 308878 h 3341254"/>
              <a:gd name="connsiteX12899" fmla="*/ 3981335 w 6545688"/>
              <a:gd name="connsiteY12899" fmla="*/ 321714 h 3341254"/>
              <a:gd name="connsiteX12900" fmla="*/ 3981335 w 6545688"/>
              <a:gd name="connsiteY12900" fmla="*/ 322789 h 3341254"/>
              <a:gd name="connsiteX12901" fmla="*/ 3973957 w 6545688"/>
              <a:gd name="connsiteY12901" fmla="*/ 335625 h 3341254"/>
              <a:gd name="connsiteX12902" fmla="*/ 3973034 w 6545688"/>
              <a:gd name="connsiteY12902" fmla="*/ 336162 h 3341254"/>
              <a:gd name="connsiteX12903" fmla="*/ 3958279 w 6545688"/>
              <a:gd name="connsiteY12903" fmla="*/ 336162 h 3341254"/>
              <a:gd name="connsiteX12904" fmla="*/ 3957356 w 6545688"/>
              <a:gd name="connsiteY12904" fmla="*/ 335625 h 3341254"/>
              <a:gd name="connsiteX12905" fmla="*/ 3949978 w 6545688"/>
              <a:gd name="connsiteY12905" fmla="*/ 322789 h 3341254"/>
              <a:gd name="connsiteX12906" fmla="*/ 3949978 w 6545688"/>
              <a:gd name="connsiteY12906" fmla="*/ 321714 h 3341254"/>
              <a:gd name="connsiteX12907" fmla="*/ 3957356 w 6545688"/>
              <a:gd name="connsiteY12907" fmla="*/ 308878 h 3341254"/>
              <a:gd name="connsiteX12908" fmla="*/ 3958279 w 6545688"/>
              <a:gd name="connsiteY12908" fmla="*/ 308341 h 3341254"/>
              <a:gd name="connsiteX12909" fmla="*/ 6336695 w 6545688"/>
              <a:gd name="connsiteY12909" fmla="*/ 308187 h 3341254"/>
              <a:gd name="connsiteX12910" fmla="*/ 6351604 w 6545688"/>
              <a:gd name="connsiteY12910" fmla="*/ 308187 h 3341254"/>
              <a:gd name="connsiteX12911" fmla="*/ 6352527 w 6545688"/>
              <a:gd name="connsiteY12911" fmla="*/ 308725 h 3341254"/>
              <a:gd name="connsiteX12912" fmla="*/ 6359982 w 6545688"/>
              <a:gd name="connsiteY12912" fmla="*/ 321636 h 3341254"/>
              <a:gd name="connsiteX12913" fmla="*/ 6359982 w 6545688"/>
              <a:gd name="connsiteY12913" fmla="*/ 322713 h 3341254"/>
              <a:gd name="connsiteX12914" fmla="*/ 6352527 w 6545688"/>
              <a:gd name="connsiteY12914" fmla="*/ 335625 h 3341254"/>
              <a:gd name="connsiteX12915" fmla="*/ 6351604 w 6545688"/>
              <a:gd name="connsiteY12915" fmla="*/ 336162 h 3341254"/>
              <a:gd name="connsiteX12916" fmla="*/ 6336695 w 6545688"/>
              <a:gd name="connsiteY12916" fmla="*/ 336162 h 3341254"/>
              <a:gd name="connsiteX12917" fmla="*/ 6335774 w 6545688"/>
              <a:gd name="connsiteY12917" fmla="*/ 335625 h 3341254"/>
              <a:gd name="connsiteX12918" fmla="*/ 6328319 w 6545688"/>
              <a:gd name="connsiteY12918" fmla="*/ 322713 h 3341254"/>
              <a:gd name="connsiteX12919" fmla="*/ 6328319 w 6545688"/>
              <a:gd name="connsiteY12919" fmla="*/ 321636 h 3341254"/>
              <a:gd name="connsiteX12920" fmla="*/ 6335774 w 6545688"/>
              <a:gd name="connsiteY12920" fmla="*/ 308725 h 3341254"/>
              <a:gd name="connsiteX12921" fmla="*/ 6336695 w 6545688"/>
              <a:gd name="connsiteY12921" fmla="*/ 308187 h 3341254"/>
              <a:gd name="connsiteX12922" fmla="*/ 3500685 w 6545688"/>
              <a:gd name="connsiteY12922" fmla="*/ 307880 h 3341254"/>
              <a:gd name="connsiteX12923" fmla="*/ 3515904 w 6545688"/>
              <a:gd name="connsiteY12923" fmla="*/ 307880 h 3341254"/>
              <a:gd name="connsiteX12924" fmla="*/ 3516825 w 6545688"/>
              <a:gd name="connsiteY12924" fmla="*/ 308417 h 3341254"/>
              <a:gd name="connsiteX12925" fmla="*/ 3524435 w 6545688"/>
              <a:gd name="connsiteY12925" fmla="*/ 321636 h 3341254"/>
              <a:gd name="connsiteX12926" fmla="*/ 3524435 w 6545688"/>
              <a:gd name="connsiteY12926" fmla="*/ 322713 h 3341254"/>
              <a:gd name="connsiteX12927" fmla="*/ 3516825 w 6545688"/>
              <a:gd name="connsiteY12927" fmla="*/ 335932 h 3341254"/>
              <a:gd name="connsiteX12928" fmla="*/ 3515904 w 6545688"/>
              <a:gd name="connsiteY12928" fmla="*/ 336470 h 3341254"/>
              <a:gd name="connsiteX12929" fmla="*/ 3500685 w 6545688"/>
              <a:gd name="connsiteY12929" fmla="*/ 336470 h 3341254"/>
              <a:gd name="connsiteX12930" fmla="*/ 3499765 w 6545688"/>
              <a:gd name="connsiteY12930" fmla="*/ 335932 h 3341254"/>
              <a:gd name="connsiteX12931" fmla="*/ 3492156 w 6545688"/>
              <a:gd name="connsiteY12931" fmla="*/ 322713 h 3341254"/>
              <a:gd name="connsiteX12932" fmla="*/ 3492156 w 6545688"/>
              <a:gd name="connsiteY12932" fmla="*/ 321636 h 3341254"/>
              <a:gd name="connsiteX12933" fmla="*/ 3499765 w 6545688"/>
              <a:gd name="connsiteY12933" fmla="*/ 308417 h 3341254"/>
              <a:gd name="connsiteX12934" fmla="*/ 3500685 w 6545688"/>
              <a:gd name="connsiteY12934" fmla="*/ 307880 h 3341254"/>
              <a:gd name="connsiteX12935" fmla="*/ 5420975 w 6545688"/>
              <a:gd name="connsiteY12935" fmla="*/ 306498 h 3341254"/>
              <a:gd name="connsiteX12936" fmla="*/ 5437729 w 6545688"/>
              <a:gd name="connsiteY12936" fmla="*/ 306498 h 3341254"/>
              <a:gd name="connsiteX12937" fmla="*/ 5438728 w 6545688"/>
              <a:gd name="connsiteY12937" fmla="*/ 307113 h 3341254"/>
              <a:gd name="connsiteX12938" fmla="*/ 5447104 w 6545688"/>
              <a:gd name="connsiteY12938" fmla="*/ 321638 h 3341254"/>
              <a:gd name="connsiteX12939" fmla="*/ 5447104 w 6545688"/>
              <a:gd name="connsiteY12939" fmla="*/ 322791 h 3341254"/>
              <a:gd name="connsiteX12940" fmla="*/ 5438728 w 6545688"/>
              <a:gd name="connsiteY12940" fmla="*/ 337316 h 3341254"/>
              <a:gd name="connsiteX12941" fmla="*/ 5437729 w 6545688"/>
              <a:gd name="connsiteY12941" fmla="*/ 337932 h 3341254"/>
              <a:gd name="connsiteX12942" fmla="*/ 5420975 w 6545688"/>
              <a:gd name="connsiteY12942" fmla="*/ 337932 h 3341254"/>
              <a:gd name="connsiteX12943" fmla="*/ 5419974 w 6545688"/>
              <a:gd name="connsiteY12943" fmla="*/ 337316 h 3341254"/>
              <a:gd name="connsiteX12944" fmla="*/ 5411598 w 6545688"/>
              <a:gd name="connsiteY12944" fmla="*/ 322791 h 3341254"/>
              <a:gd name="connsiteX12945" fmla="*/ 5411598 w 6545688"/>
              <a:gd name="connsiteY12945" fmla="*/ 321638 h 3341254"/>
              <a:gd name="connsiteX12946" fmla="*/ 5419974 w 6545688"/>
              <a:gd name="connsiteY12946" fmla="*/ 307113 h 3341254"/>
              <a:gd name="connsiteX12947" fmla="*/ 5420975 w 6545688"/>
              <a:gd name="connsiteY12947" fmla="*/ 306498 h 3341254"/>
              <a:gd name="connsiteX12948" fmla="*/ 2310515 w 6545688"/>
              <a:gd name="connsiteY12948" fmla="*/ 306190 h 3341254"/>
              <a:gd name="connsiteX12949" fmla="*/ 2327499 w 6545688"/>
              <a:gd name="connsiteY12949" fmla="*/ 306190 h 3341254"/>
              <a:gd name="connsiteX12950" fmla="*/ 2328576 w 6545688"/>
              <a:gd name="connsiteY12950" fmla="*/ 306805 h 3341254"/>
              <a:gd name="connsiteX12951" fmla="*/ 2337108 w 6545688"/>
              <a:gd name="connsiteY12951" fmla="*/ 321561 h 3341254"/>
              <a:gd name="connsiteX12952" fmla="*/ 2337108 w 6545688"/>
              <a:gd name="connsiteY12952" fmla="*/ 322791 h 3341254"/>
              <a:gd name="connsiteX12953" fmla="*/ 2328576 w 6545688"/>
              <a:gd name="connsiteY12953" fmla="*/ 337546 h 3341254"/>
              <a:gd name="connsiteX12954" fmla="*/ 2327499 w 6545688"/>
              <a:gd name="connsiteY12954" fmla="*/ 338161 h 3341254"/>
              <a:gd name="connsiteX12955" fmla="*/ 2310515 w 6545688"/>
              <a:gd name="connsiteY12955" fmla="*/ 338161 h 3341254"/>
              <a:gd name="connsiteX12956" fmla="*/ 2309439 w 6545688"/>
              <a:gd name="connsiteY12956" fmla="*/ 337546 h 3341254"/>
              <a:gd name="connsiteX12957" fmla="*/ 2300908 w 6545688"/>
              <a:gd name="connsiteY12957" fmla="*/ 322791 h 3341254"/>
              <a:gd name="connsiteX12958" fmla="*/ 2300908 w 6545688"/>
              <a:gd name="connsiteY12958" fmla="*/ 321561 h 3341254"/>
              <a:gd name="connsiteX12959" fmla="*/ 2309439 w 6545688"/>
              <a:gd name="connsiteY12959" fmla="*/ 306805 h 3341254"/>
              <a:gd name="connsiteX12960" fmla="*/ 2310515 w 6545688"/>
              <a:gd name="connsiteY12960" fmla="*/ 306190 h 3341254"/>
              <a:gd name="connsiteX12961" fmla="*/ 6518534 w 6545688"/>
              <a:gd name="connsiteY12961" fmla="*/ 305958 h 3341254"/>
              <a:gd name="connsiteX12962" fmla="*/ 6535827 w 6545688"/>
              <a:gd name="connsiteY12962" fmla="*/ 305958 h 3341254"/>
              <a:gd name="connsiteX12963" fmla="*/ 6536902 w 6545688"/>
              <a:gd name="connsiteY12963" fmla="*/ 306574 h 3341254"/>
              <a:gd name="connsiteX12964" fmla="*/ 6545586 w 6545688"/>
              <a:gd name="connsiteY12964" fmla="*/ 321561 h 3341254"/>
              <a:gd name="connsiteX12965" fmla="*/ 6545586 w 6545688"/>
              <a:gd name="connsiteY12965" fmla="*/ 322789 h 3341254"/>
              <a:gd name="connsiteX12966" fmla="*/ 6536902 w 6545688"/>
              <a:gd name="connsiteY12966" fmla="*/ 337776 h 3341254"/>
              <a:gd name="connsiteX12967" fmla="*/ 6535827 w 6545688"/>
              <a:gd name="connsiteY12967" fmla="*/ 338391 h 3341254"/>
              <a:gd name="connsiteX12968" fmla="*/ 6518534 w 6545688"/>
              <a:gd name="connsiteY12968" fmla="*/ 338391 h 3341254"/>
              <a:gd name="connsiteX12969" fmla="*/ 6517457 w 6545688"/>
              <a:gd name="connsiteY12969" fmla="*/ 337776 h 3341254"/>
              <a:gd name="connsiteX12970" fmla="*/ 6508773 w 6545688"/>
              <a:gd name="connsiteY12970" fmla="*/ 322789 h 3341254"/>
              <a:gd name="connsiteX12971" fmla="*/ 6508773 w 6545688"/>
              <a:gd name="connsiteY12971" fmla="*/ 321561 h 3341254"/>
              <a:gd name="connsiteX12972" fmla="*/ 6517457 w 6545688"/>
              <a:gd name="connsiteY12972" fmla="*/ 306574 h 3341254"/>
              <a:gd name="connsiteX12973" fmla="*/ 6518534 w 6545688"/>
              <a:gd name="connsiteY12973" fmla="*/ 305958 h 3341254"/>
              <a:gd name="connsiteX12974" fmla="*/ 3224240 w 6545688"/>
              <a:gd name="connsiteY12974" fmla="*/ 304269 h 3341254"/>
              <a:gd name="connsiteX12975" fmla="*/ 3243377 w 6545688"/>
              <a:gd name="connsiteY12975" fmla="*/ 304269 h 3341254"/>
              <a:gd name="connsiteX12976" fmla="*/ 3244530 w 6545688"/>
              <a:gd name="connsiteY12976" fmla="*/ 304960 h 3341254"/>
              <a:gd name="connsiteX12977" fmla="*/ 3254060 w 6545688"/>
              <a:gd name="connsiteY12977" fmla="*/ 321485 h 3341254"/>
              <a:gd name="connsiteX12978" fmla="*/ 3254060 w 6545688"/>
              <a:gd name="connsiteY12978" fmla="*/ 322869 h 3341254"/>
              <a:gd name="connsiteX12979" fmla="*/ 3244530 w 6545688"/>
              <a:gd name="connsiteY12979" fmla="*/ 339391 h 3341254"/>
              <a:gd name="connsiteX12980" fmla="*/ 3243377 w 6545688"/>
              <a:gd name="connsiteY12980" fmla="*/ 340083 h 3341254"/>
              <a:gd name="connsiteX12981" fmla="*/ 3224240 w 6545688"/>
              <a:gd name="connsiteY12981" fmla="*/ 340083 h 3341254"/>
              <a:gd name="connsiteX12982" fmla="*/ 3223087 w 6545688"/>
              <a:gd name="connsiteY12982" fmla="*/ 339391 h 3341254"/>
              <a:gd name="connsiteX12983" fmla="*/ 3213557 w 6545688"/>
              <a:gd name="connsiteY12983" fmla="*/ 322869 h 3341254"/>
              <a:gd name="connsiteX12984" fmla="*/ 3213557 w 6545688"/>
              <a:gd name="connsiteY12984" fmla="*/ 321485 h 3341254"/>
              <a:gd name="connsiteX12985" fmla="*/ 3223087 w 6545688"/>
              <a:gd name="connsiteY12985" fmla="*/ 304960 h 3341254"/>
              <a:gd name="connsiteX12986" fmla="*/ 3224240 w 6545688"/>
              <a:gd name="connsiteY12986" fmla="*/ 304269 h 3341254"/>
              <a:gd name="connsiteX12987" fmla="*/ 6242164 w 6545688"/>
              <a:gd name="connsiteY12987" fmla="*/ 302423 h 3341254"/>
              <a:gd name="connsiteX12988" fmla="*/ 6263222 w 6545688"/>
              <a:gd name="connsiteY12988" fmla="*/ 302423 h 3341254"/>
              <a:gd name="connsiteX12989" fmla="*/ 6264531 w 6545688"/>
              <a:gd name="connsiteY12989" fmla="*/ 303192 h 3341254"/>
              <a:gd name="connsiteX12990" fmla="*/ 6275058 w 6545688"/>
              <a:gd name="connsiteY12990" fmla="*/ 321407 h 3341254"/>
              <a:gd name="connsiteX12991" fmla="*/ 6275058 w 6545688"/>
              <a:gd name="connsiteY12991" fmla="*/ 322867 h 3341254"/>
              <a:gd name="connsiteX12992" fmla="*/ 6264531 w 6545688"/>
              <a:gd name="connsiteY12992" fmla="*/ 341081 h 3341254"/>
              <a:gd name="connsiteX12993" fmla="*/ 6263222 w 6545688"/>
              <a:gd name="connsiteY12993" fmla="*/ 341850 h 3341254"/>
              <a:gd name="connsiteX12994" fmla="*/ 6242164 w 6545688"/>
              <a:gd name="connsiteY12994" fmla="*/ 341850 h 3341254"/>
              <a:gd name="connsiteX12995" fmla="*/ 6240858 w 6545688"/>
              <a:gd name="connsiteY12995" fmla="*/ 341081 h 3341254"/>
              <a:gd name="connsiteX12996" fmla="*/ 6230330 w 6545688"/>
              <a:gd name="connsiteY12996" fmla="*/ 322867 h 3341254"/>
              <a:gd name="connsiteX12997" fmla="*/ 6230330 w 6545688"/>
              <a:gd name="connsiteY12997" fmla="*/ 321407 h 3341254"/>
              <a:gd name="connsiteX12998" fmla="*/ 6240858 w 6545688"/>
              <a:gd name="connsiteY12998" fmla="*/ 303192 h 3341254"/>
              <a:gd name="connsiteX12999" fmla="*/ 6242164 w 6545688"/>
              <a:gd name="connsiteY12999" fmla="*/ 302423 h 3341254"/>
              <a:gd name="connsiteX13000" fmla="*/ 3040326 w 6545688"/>
              <a:gd name="connsiteY13000" fmla="*/ 302423 h 3341254"/>
              <a:gd name="connsiteX13001" fmla="*/ 3061384 w 6545688"/>
              <a:gd name="connsiteY13001" fmla="*/ 302423 h 3341254"/>
              <a:gd name="connsiteX13002" fmla="*/ 3062692 w 6545688"/>
              <a:gd name="connsiteY13002" fmla="*/ 303192 h 3341254"/>
              <a:gd name="connsiteX13003" fmla="*/ 3073220 w 6545688"/>
              <a:gd name="connsiteY13003" fmla="*/ 321407 h 3341254"/>
              <a:gd name="connsiteX13004" fmla="*/ 3073220 w 6545688"/>
              <a:gd name="connsiteY13004" fmla="*/ 322867 h 3341254"/>
              <a:gd name="connsiteX13005" fmla="*/ 3062692 w 6545688"/>
              <a:gd name="connsiteY13005" fmla="*/ 341081 h 3341254"/>
              <a:gd name="connsiteX13006" fmla="*/ 3061384 w 6545688"/>
              <a:gd name="connsiteY13006" fmla="*/ 341850 h 3341254"/>
              <a:gd name="connsiteX13007" fmla="*/ 3040326 w 6545688"/>
              <a:gd name="connsiteY13007" fmla="*/ 341850 h 3341254"/>
              <a:gd name="connsiteX13008" fmla="*/ 3039020 w 6545688"/>
              <a:gd name="connsiteY13008" fmla="*/ 341081 h 3341254"/>
              <a:gd name="connsiteX13009" fmla="*/ 3028490 w 6545688"/>
              <a:gd name="connsiteY13009" fmla="*/ 322867 h 3341254"/>
              <a:gd name="connsiteX13010" fmla="*/ 3028490 w 6545688"/>
              <a:gd name="connsiteY13010" fmla="*/ 321407 h 3341254"/>
              <a:gd name="connsiteX13011" fmla="*/ 3039020 w 6545688"/>
              <a:gd name="connsiteY13011" fmla="*/ 303192 h 3341254"/>
              <a:gd name="connsiteX13012" fmla="*/ 3040326 w 6545688"/>
              <a:gd name="connsiteY13012" fmla="*/ 302423 h 3341254"/>
              <a:gd name="connsiteX13013" fmla="*/ 2491355 w 6545688"/>
              <a:gd name="connsiteY13013" fmla="*/ 302270 h 3341254"/>
              <a:gd name="connsiteX13014" fmla="*/ 2512567 w 6545688"/>
              <a:gd name="connsiteY13014" fmla="*/ 302270 h 3341254"/>
              <a:gd name="connsiteX13015" fmla="*/ 2513873 w 6545688"/>
              <a:gd name="connsiteY13015" fmla="*/ 303039 h 3341254"/>
              <a:gd name="connsiteX13016" fmla="*/ 2524478 w 6545688"/>
              <a:gd name="connsiteY13016" fmla="*/ 321407 h 3341254"/>
              <a:gd name="connsiteX13017" fmla="*/ 2524478 w 6545688"/>
              <a:gd name="connsiteY13017" fmla="*/ 322943 h 3341254"/>
              <a:gd name="connsiteX13018" fmla="*/ 2513873 w 6545688"/>
              <a:gd name="connsiteY13018" fmla="*/ 341311 h 3341254"/>
              <a:gd name="connsiteX13019" fmla="*/ 2512567 w 6545688"/>
              <a:gd name="connsiteY13019" fmla="*/ 342080 h 3341254"/>
              <a:gd name="connsiteX13020" fmla="*/ 2491355 w 6545688"/>
              <a:gd name="connsiteY13020" fmla="*/ 342080 h 3341254"/>
              <a:gd name="connsiteX13021" fmla="*/ 2490049 w 6545688"/>
              <a:gd name="connsiteY13021" fmla="*/ 341311 h 3341254"/>
              <a:gd name="connsiteX13022" fmla="*/ 2479442 w 6545688"/>
              <a:gd name="connsiteY13022" fmla="*/ 322943 h 3341254"/>
              <a:gd name="connsiteX13023" fmla="*/ 2479442 w 6545688"/>
              <a:gd name="connsiteY13023" fmla="*/ 321407 h 3341254"/>
              <a:gd name="connsiteX13024" fmla="*/ 2490049 w 6545688"/>
              <a:gd name="connsiteY13024" fmla="*/ 303039 h 3341254"/>
              <a:gd name="connsiteX13025" fmla="*/ 2491355 w 6545688"/>
              <a:gd name="connsiteY13025" fmla="*/ 302270 h 3341254"/>
              <a:gd name="connsiteX13026" fmla="*/ 5327135 w 6545688"/>
              <a:gd name="connsiteY13026" fmla="*/ 302040 h 3341254"/>
              <a:gd name="connsiteX13027" fmla="*/ 5348654 w 6545688"/>
              <a:gd name="connsiteY13027" fmla="*/ 302040 h 3341254"/>
              <a:gd name="connsiteX13028" fmla="*/ 5349961 w 6545688"/>
              <a:gd name="connsiteY13028" fmla="*/ 302809 h 3341254"/>
              <a:gd name="connsiteX13029" fmla="*/ 5360719 w 6545688"/>
              <a:gd name="connsiteY13029" fmla="*/ 321407 h 3341254"/>
              <a:gd name="connsiteX13030" fmla="*/ 5360719 w 6545688"/>
              <a:gd name="connsiteY13030" fmla="*/ 322945 h 3341254"/>
              <a:gd name="connsiteX13031" fmla="*/ 5349961 w 6545688"/>
              <a:gd name="connsiteY13031" fmla="*/ 341543 h 3341254"/>
              <a:gd name="connsiteX13032" fmla="*/ 5348654 w 6545688"/>
              <a:gd name="connsiteY13032" fmla="*/ 342311 h 3341254"/>
              <a:gd name="connsiteX13033" fmla="*/ 5327135 w 6545688"/>
              <a:gd name="connsiteY13033" fmla="*/ 342311 h 3341254"/>
              <a:gd name="connsiteX13034" fmla="*/ 5325828 w 6545688"/>
              <a:gd name="connsiteY13034" fmla="*/ 341543 h 3341254"/>
              <a:gd name="connsiteX13035" fmla="*/ 5315069 w 6545688"/>
              <a:gd name="connsiteY13035" fmla="*/ 322945 h 3341254"/>
              <a:gd name="connsiteX13036" fmla="*/ 5315069 w 6545688"/>
              <a:gd name="connsiteY13036" fmla="*/ 321407 h 3341254"/>
              <a:gd name="connsiteX13037" fmla="*/ 5325828 w 6545688"/>
              <a:gd name="connsiteY13037" fmla="*/ 302809 h 3341254"/>
              <a:gd name="connsiteX13038" fmla="*/ 5327135 w 6545688"/>
              <a:gd name="connsiteY13038" fmla="*/ 302040 h 3341254"/>
              <a:gd name="connsiteX13039" fmla="*/ 6058635 w 6545688"/>
              <a:gd name="connsiteY13039" fmla="*/ 301425 h 3341254"/>
              <a:gd name="connsiteX13040" fmla="*/ 6080771 w 6545688"/>
              <a:gd name="connsiteY13040" fmla="*/ 301425 h 3341254"/>
              <a:gd name="connsiteX13041" fmla="*/ 6082154 w 6545688"/>
              <a:gd name="connsiteY13041" fmla="*/ 302194 h 3341254"/>
              <a:gd name="connsiteX13042" fmla="*/ 6093221 w 6545688"/>
              <a:gd name="connsiteY13042" fmla="*/ 321331 h 3341254"/>
              <a:gd name="connsiteX13043" fmla="*/ 6093221 w 6545688"/>
              <a:gd name="connsiteY13043" fmla="*/ 322867 h 3341254"/>
              <a:gd name="connsiteX13044" fmla="*/ 6082154 w 6545688"/>
              <a:gd name="connsiteY13044" fmla="*/ 342004 h 3341254"/>
              <a:gd name="connsiteX13045" fmla="*/ 6080771 w 6545688"/>
              <a:gd name="connsiteY13045" fmla="*/ 342773 h 3341254"/>
              <a:gd name="connsiteX13046" fmla="*/ 6058635 w 6545688"/>
              <a:gd name="connsiteY13046" fmla="*/ 342773 h 3341254"/>
              <a:gd name="connsiteX13047" fmla="*/ 6057253 w 6545688"/>
              <a:gd name="connsiteY13047" fmla="*/ 342004 h 3341254"/>
              <a:gd name="connsiteX13048" fmla="*/ 6046185 w 6545688"/>
              <a:gd name="connsiteY13048" fmla="*/ 322867 h 3341254"/>
              <a:gd name="connsiteX13049" fmla="*/ 6046185 w 6545688"/>
              <a:gd name="connsiteY13049" fmla="*/ 321331 h 3341254"/>
              <a:gd name="connsiteX13050" fmla="*/ 6057253 w 6545688"/>
              <a:gd name="connsiteY13050" fmla="*/ 302194 h 3341254"/>
              <a:gd name="connsiteX13051" fmla="*/ 6058635 w 6545688"/>
              <a:gd name="connsiteY13051" fmla="*/ 301425 h 3341254"/>
              <a:gd name="connsiteX13052" fmla="*/ 2947948 w 6545688"/>
              <a:gd name="connsiteY13052" fmla="*/ 300732 h 3341254"/>
              <a:gd name="connsiteX13053" fmla="*/ 2970773 w 6545688"/>
              <a:gd name="connsiteY13053" fmla="*/ 300732 h 3341254"/>
              <a:gd name="connsiteX13054" fmla="*/ 2972156 w 6545688"/>
              <a:gd name="connsiteY13054" fmla="*/ 301577 h 3341254"/>
              <a:gd name="connsiteX13055" fmla="*/ 2983607 w 6545688"/>
              <a:gd name="connsiteY13055" fmla="*/ 321405 h 3341254"/>
              <a:gd name="connsiteX13056" fmla="*/ 2983607 w 6545688"/>
              <a:gd name="connsiteY13056" fmla="*/ 323021 h 3341254"/>
              <a:gd name="connsiteX13057" fmla="*/ 2972156 w 6545688"/>
              <a:gd name="connsiteY13057" fmla="*/ 342849 h 3341254"/>
              <a:gd name="connsiteX13058" fmla="*/ 2970773 w 6545688"/>
              <a:gd name="connsiteY13058" fmla="*/ 343694 h 3341254"/>
              <a:gd name="connsiteX13059" fmla="*/ 2947948 w 6545688"/>
              <a:gd name="connsiteY13059" fmla="*/ 343694 h 3341254"/>
              <a:gd name="connsiteX13060" fmla="*/ 2946564 w 6545688"/>
              <a:gd name="connsiteY13060" fmla="*/ 342849 h 3341254"/>
              <a:gd name="connsiteX13061" fmla="*/ 2935112 w 6545688"/>
              <a:gd name="connsiteY13061" fmla="*/ 323021 h 3341254"/>
              <a:gd name="connsiteX13062" fmla="*/ 2935112 w 6545688"/>
              <a:gd name="connsiteY13062" fmla="*/ 321405 h 3341254"/>
              <a:gd name="connsiteX13063" fmla="*/ 2946564 w 6545688"/>
              <a:gd name="connsiteY13063" fmla="*/ 301577 h 3341254"/>
              <a:gd name="connsiteX13064" fmla="*/ 2947948 w 6545688"/>
              <a:gd name="connsiteY13064" fmla="*/ 300732 h 3341254"/>
              <a:gd name="connsiteX13065" fmla="*/ 4045047 w 6545688"/>
              <a:gd name="connsiteY13065" fmla="*/ 299504 h 3341254"/>
              <a:gd name="connsiteX13066" fmla="*/ 4069255 w 6545688"/>
              <a:gd name="connsiteY13066" fmla="*/ 299504 h 3341254"/>
              <a:gd name="connsiteX13067" fmla="*/ 4070715 w 6545688"/>
              <a:gd name="connsiteY13067" fmla="*/ 300348 h 3341254"/>
              <a:gd name="connsiteX13068" fmla="*/ 4082782 w 6545688"/>
              <a:gd name="connsiteY13068" fmla="*/ 321331 h 3341254"/>
              <a:gd name="connsiteX13069" fmla="*/ 4082782 w 6545688"/>
              <a:gd name="connsiteY13069" fmla="*/ 323021 h 3341254"/>
              <a:gd name="connsiteX13070" fmla="*/ 4070639 w 6545688"/>
              <a:gd name="connsiteY13070" fmla="*/ 344003 h 3341254"/>
              <a:gd name="connsiteX13071" fmla="*/ 4069179 w 6545688"/>
              <a:gd name="connsiteY13071" fmla="*/ 344848 h 3341254"/>
              <a:gd name="connsiteX13072" fmla="*/ 4044969 w 6545688"/>
              <a:gd name="connsiteY13072" fmla="*/ 344848 h 3341254"/>
              <a:gd name="connsiteX13073" fmla="*/ 4043509 w 6545688"/>
              <a:gd name="connsiteY13073" fmla="*/ 344003 h 3341254"/>
              <a:gd name="connsiteX13074" fmla="*/ 4031442 w 6545688"/>
              <a:gd name="connsiteY13074" fmla="*/ 323021 h 3341254"/>
              <a:gd name="connsiteX13075" fmla="*/ 4031442 w 6545688"/>
              <a:gd name="connsiteY13075" fmla="*/ 321331 h 3341254"/>
              <a:gd name="connsiteX13076" fmla="*/ 4043585 w 6545688"/>
              <a:gd name="connsiteY13076" fmla="*/ 300348 h 3341254"/>
              <a:gd name="connsiteX13077" fmla="*/ 4045047 w 6545688"/>
              <a:gd name="connsiteY13077" fmla="*/ 299504 h 3341254"/>
              <a:gd name="connsiteX13078" fmla="*/ 6148941 w 6545688"/>
              <a:gd name="connsiteY13078" fmla="*/ 299196 h 3341254"/>
              <a:gd name="connsiteX13079" fmla="*/ 6173458 w 6545688"/>
              <a:gd name="connsiteY13079" fmla="*/ 299196 h 3341254"/>
              <a:gd name="connsiteX13080" fmla="*/ 6174918 w 6545688"/>
              <a:gd name="connsiteY13080" fmla="*/ 300041 h 3341254"/>
              <a:gd name="connsiteX13081" fmla="*/ 6187137 w 6545688"/>
              <a:gd name="connsiteY13081" fmla="*/ 321253 h 3341254"/>
              <a:gd name="connsiteX13082" fmla="*/ 6187137 w 6545688"/>
              <a:gd name="connsiteY13082" fmla="*/ 323021 h 3341254"/>
              <a:gd name="connsiteX13083" fmla="*/ 6174918 w 6545688"/>
              <a:gd name="connsiteY13083" fmla="*/ 344233 h 3341254"/>
              <a:gd name="connsiteX13084" fmla="*/ 6173458 w 6545688"/>
              <a:gd name="connsiteY13084" fmla="*/ 345078 h 3341254"/>
              <a:gd name="connsiteX13085" fmla="*/ 6148941 w 6545688"/>
              <a:gd name="connsiteY13085" fmla="*/ 345078 h 3341254"/>
              <a:gd name="connsiteX13086" fmla="*/ 6147481 w 6545688"/>
              <a:gd name="connsiteY13086" fmla="*/ 344233 h 3341254"/>
              <a:gd name="connsiteX13087" fmla="*/ 6135262 w 6545688"/>
              <a:gd name="connsiteY13087" fmla="*/ 323021 h 3341254"/>
              <a:gd name="connsiteX13088" fmla="*/ 6135262 w 6545688"/>
              <a:gd name="connsiteY13088" fmla="*/ 321253 h 3341254"/>
              <a:gd name="connsiteX13089" fmla="*/ 6147481 w 6545688"/>
              <a:gd name="connsiteY13089" fmla="*/ 300041 h 3341254"/>
              <a:gd name="connsiteX13090" fmla="*/ 6148941 w 6545688"/>
              <a:gd name="connsiteY13090" fmla="*/ 299196 h 3341254"/>
              <a:gd name="connsiteX13091" fmla="*/ 5234063 w 6545688"/>
              <a:gd name="connsiteY13091" fmla="*/ 299118 h 3341254"/>
              <a:gd name="connsiteX13092" fmla="*/ 5258735 w 6545688"/>
              <a:gd name="connsiteY13092" fmla="*/ 299118 h 3341254"/>
              <a:gd name="connsiteX13093" fmla="*/ 5260271 w 6545688"/>
              <a:gd name="connsiteY13093" fmla="*/ 299963 h 3341254"/>
              <a:gd name="connsiteX13094" fmla="*/ 5272567 w 6545688"/>
              <a:gd name="connsiteY13094" fmla="*/ 321329 h 3341254"/>
              <a:gd name="connsiteX13095" fmla="*/ 5272567 w 6545688"/>
              <a:gd name="connsiteY13095" fmla="*/ 323096 h 3341254"/>
              <a:gd name="connsiteX13096" fmla="*/ 5260271 w 6545688"/>
              <a:gd name="connsiteY13096" fmla="*/ 344462 h 3341254"/>
              <a:gd name="connsiteX13097" fmla="*/ 5258735 w 6545688"/>
              <a:gd name="connsiteY13097" fmla="*/ 345307 h 3341254"/>
              <a:gd name="connsiteX13098" fmla="*/ 5234063 w 6545688"/>
              <a:gd name="connsiteY13098" fmla="*/ 345307 h 3341254"/>
              <a:gd name="connsiteX13099" fmla="*/ 5232526 w 6545688"/>
              <a:gd name="connsiteY13099" fmla="*/ 344462 h 3341254"/>
              <a:gd name="connsiteX13100" fmla="*/ 5220229 w 6545688"/>
              <a:gd name="connsiteY13100" fmla="*/ 323096 h 3341254"/>
              <a:gd name="connsiteX13101" fmla="*/ 5220229 w 6545688"/>
              <a:gd name="connsiteY13101" fmla="*/ 321329 h 3341254"/>
              <a:gd name="connsiteX13102" fmla="*/ 5232526 w 6545688"/>
              <a:gd name="connsiteY13102" fmla="*/ 299963 h 3341254"/>
              <a:gd name="connsiteX13103" fmla="*/ 5234063 w 6545688"/>
              <a:gd name="connsiteY13103" fmla="*/ 299118 h 3341254"/>
              <a:gd name="connsiteX13104" fmla="*/ 5599431 w 6545688"/>
              <a:gd name="connsiteY13104" fmla="*/ 297966 h 3341254"/>
              <a:gd name="connsiteX13105" fmla="*/ 5625254 w 6545688"/>
              <a:gd name="connsiteY13105" fmla="*/ 297966 h 3341254"/>
              <a:gd name="connsiteX13106" fmla="*/ 5626868 w 6545688"/>
              <a:gd name="connsiteY13106" fmla="*/ 298888 h 3341254"/>
              <a:gd name="connsiteX13107" fmla="*/ 5639780 w 6545688"/>
              <a:gd name="connsiteY13107" fmla="*/ 321253 h 3341254"/>
              <a:gd name="connsiteX13108" fmla="*/ 5639780 w 6545688"/>
              <a:gd name="connsiteY13108" fmla="*/ 323096 h 3341254"/>
              <a:gd name="connsiteX13109" fmla="*/ 5626868 w 6545688"/>
              <a:gd name="connsiteY13109" fmla="*/ 345461 h 3341254"/>
              <a:gd name="connsiteX13110" fmla="*/ 5625254 w 6545688"/>
              <a:gd name="connsiteY13110" fmla="*/ 346384 h 3341254"/>
              <a:gd name="connsiteX13111" fmla="*/ 5599431 w 6545688"/>
              <a:gd name="connsiteY13111" fmla="*/ 346384 h 3341254"/>
              <a:gd name="connsiteX13112" fmla="*/ 5597817 w 6545688"/>
              <a:gd name="connsiteY13112" fmla="*/ 345461 h 3341254"/>
              <a:gd name="connsiteX13113" fmla="*/ 5584905 w 6545688"/>
              <a:gd name="connsiteY13113" fmla="*/ 323096 h 3341254"/>
              <a:gd name="connsiteX13114" fmla="*/ 5584905 w 6545688"/>
              <a:gd name="connsiteY13114" fmla="*/ 321253 h 3341254"/>
              <a:gd name="connsiteX13115" fmla="*/ 5597817 w 6545688"/>
              <a:gd name="connsiteY13115" fmla="*/ 298888 h 3341254"/>
              <a:gd name="connsiteX13116" fmla="*/ 5599431 w 6545688"/>
              <a:gd name="connsiteY13116" fmla="*/ 297966 h 3341254"/>
              <a:gd name="connsiteX13117" fmla="*/ 5965258 w 6545688"/>
              <a:gd name="connsiteY13117" fmla="*/ 297812 h 3341254"/>
              <a:gd name="connsiteX13118" fmla="*/ 5991234 w 6545688"/>
              <a:gd name="connsiteY13118" fmla="*/ 297812 h 3341254"/>
              <a:gd name="connsiteX13119" fmla="*/ 5992850 w 6545688"/>
              <a:gd name="connsiteY13119" fmla="*/ 298735 h 3341254"/>
              <a:gd name="connsiteX13120" fmla="*/ 6005838 w 6545688"/>
              <a:gd name="connsiteY13120" fmla="*/ 321253 h 3341254"/>
              <a:gd name="connsiteX13121" fmla="*/ 6005838 w 6545688"/>
              <a:gd name="connsiteY13121" fmla="*/ 323096 h 3341254"/>
              <a:gd name="connsiteX13122" fmla="*/ 5992850 w 6545688"/>
              <a:gd name="connsiteY13122" fmla="*/ 345615 h 3341254"/>
              <a:gd name="connsiteX13123" fmla="*/ 5991234 w 6545688"/>
              <a:gd name="connsiteY13123" fmla="*/ 346538 h 3341254"/>
              <a:gd name="connsiteX13124" fmla="*/ 5965258 w 6545688"/>
              <a:gd name="connsiteY13124" fmla="*/ 346538 h 3341254"/>
              <a:gd name="connsiteX13125" fmla="*/ 5963645 w 6545688"/>
              <a:gd name="connsiteY13125" fmla="*/ 345615 h 3341254"/>
              <a:gd name="connsiteX13126" fmla="*/ 5950657 w 6545688"/>
              <a:gd name="connsiteY13126" fmla="*/ 323096 h 3341254"/>
              <a:gd name="connsiteX13127" fmla="*/ 5950657 w 6545688"/>
              <a:gd name="connsiteY13127" fmla="*/ 321253 h 3341254"/>
              <a:gd name="connsiteX13128" fmla="*/ 5963645 w 6545688"/>
              <a:gd name="connsiteY13128" fmla="*/ 298735 h 3341254"/>
              <a:gd name="connsiteX13129" fmla="*/ 5965258 w 6545688"/>
              <a:gd name="connsiteY13129" fmla="*/ 297812 h 3341254"/>
              <a:gd name="connsiteX13130" fmla="*/ 5782267 w 6545688"/>
              <a:gd name="connsiteY13130" fmla="*/ 297812 h 3341254"/>
              <a:gd name="connsiteX13131" fmla="*/ 5808243 w 6545688"/>
              <a:gd name="connsiteY13131" fmla="*/ 297812 h 3341254"/>
              <a:gd name="connsiteX13132" fmla="*/ 5809857 w 6545688"/>
              <a:gd name="connsiteY13132" fmla="*/ 298735 h 3341254"/>
              <a:gd name="connsiteX13133" fmla="*/ 5822847 w 6545688"/>
              <a:gd name="connsiteY13133" fmla="*/ 321253 h 3341254"/>
              <a:gd name="connsiteX13134" fmla="*/ 5822847 w 6545688"/>
              <a:gd name="connsiteY13134" fmla="*/ 323096 h 3341254"/>
              <a:gd name="connsiteX13135" fmla="*/ 5809857 w 6545688"/>
              <a:gd name="connsiteY13135" fmla="*/ 345615 h 3341254"/>
              <a:gd name="connsiteX13136" fmla="*/ 5808243 w 6545688"/>
              <a:gd name="connsiteY13136" fmla="*/ 346538 h 3341254"/>
              <a:gd name="connsiteX13137" fmla="*/ 5782267 w 6545688"/>
              <a:gd name="connsiteY13137" fmla="*/ 346538 h 3341254"/>
              <a:gd name="connsiteX13138" fmla="*/ 5780654 w 6545688"/>
              <a:gd name="connsiteY13138" fmla="*/ 345615 h 3341254"/>
              <a:gd name="connsiteX13139" fmla="*/ 5767664 w 6545688"/>
              <a:gd name="connsiteY13139" fmla="*/ 323096 h 3341254"/>
              <a:gd name="connsiteX13140" fmla="*/ 5767664 w 6545688"/>
              <a:gd name="connsiteY13140" fmla="*/ 321253 h 3341254"/>
              <a:gd name="connsiteX13141" fmla="*/ 5780654 w 6545688"/>
              <a:gd name="connsiteY13141" fmla="*/ 298735 h 3341254"/>
              <a:gd name="connsiteX13142" fmla="*/ 5782267 w 6545688"/>
              <a:gd name="connsiteY13142" fmla="*/ 297812 h 3341254"/>
              <a:gd name="connsiteX13143" fmla="*/ 5873186 w 6545688"/>
              <a:gd name="connsiteY13143" fmla="*/ 296735 h 3341254"/>
              <a:gd name="connsiteX13144" fmla="*/ 5900394 w 6545688"/>
              <a:gd name="connsiteY13144" fmla="*/ 296735 h 3341254"/>
              <a:gd name="connsiteX13145" fmla="*/ 5902083 w 6545688"/>
              <a:gd name="connsiteY13145" fmla="*/ 297734 h 3341254"/>
              <a:gd name="connsiteX13146" fmla="*/ 5915688 w 6545688"/>
              <a:gd name="connsiteY13146" fmla="*/ 321253 h 3341254"/>
              <a:gd name="connsiteX13147" fmla="*/ 5915688 w 6545688"/>
              <a:gd name="connsiteY13147" fmla="*/ 323174 h 3341254"/>
              <a:gd name="connsiteX13148" fmla="*/ 5902083 w 6545688"/>
              <a:gd name="connsiteY13148" fmla="*/ 346691 h 3341254"/>
              <a:gd name="connsiteX13149" fmla="*/ 5900394 w 6545688"/>
              <a:gd name="connsiteY13149" fmla="*/ 347690 h 3341254"/>
              <a:gd name="connsiteX13150" fmla="*/ 5873186 w 6545688"/>
              <a:gd name="connsiteY13150" fmla="*/ 347690 h 3341254"/>
              <a:gd name="connsiteX13151" fmla="*/ 5871496 w 6545688"/>
              <a:gd name="connsiteY13151" fmla="*/ 346691 h 3341254"/>
              <a:gd name="connsiteX13152" fmla="*/ 5857893 w 6545688"/>
              <a:gd name="connsiteY13152" fmla="*/ 323174 h 3341254"/>
              <a:gd name="connsiteX13153" fmla="*/ 5857893 w 6545688"/>
              <a:gd name="connsiteY13153" fmla="*/ 321253 h 3341254"/>
              <a:gd name="connsiteX13154" fmla="*/ 5871496 w 6545688"/>
              <a:gd name="connsiteY13154" fmla="*/ 297734 h 3341254"/>
              <a:gd name="connsiteX13155" fmla="*/ 5873186 w 6545688"/>
              <a:gd name="connsiteY13155" fmla="*/ 296735 h 3341254"/>
              <a:gd name="connsiteX13156" fmla="*/ 5690197 w 6545688"/>
              <a:gd name="connsiteY13156" fmla="*/ 296735 h 3341254"/>
              <a:gd name="connsiteX13157" fmla="*/ 5717403 w 6545688"/>
              <a:gd name="connsiteY13157" fmla="*/ 296735 h 3341254"/>
              <a:gd name="connsiteX13158" fmla="*/ 5719095 w 6545688"/>
              <a:gd name="connsiteY13158" fmla="*/ 297734 h 3341254"/>
              <a:gd name="connsiteX13159" fmla="*/ 5732697 w 6545688"/>
              <a:gd name="connsiteY13159" fmla="*/ 321253 h 3341254"/>
              <a:gd name="connsiteX13160" fmla="*/ 5732697 w 6545688"/>
              <a:gd name="connsiteY13160" fmla="*/ 323174 h 3341254"/>
              <a:gd name="connsiteX13161" fmla="*/ 5719095 w 6545688"/>
              <a:gd name="connsiteY13161" fmla="*/ 346691 h 3341254"/>
              <a:gd name="connsiteX13162" fmla="*/ 5717403 w 6545688"/>
              <a:gd name="connsiteY13162" fmla="*/ 347690 h 3341254"/>
              <a:gd name="connsiteX13163" fmla="*/ 5690197 w 6545688"/>
              <a:gd name="connsiteY13163" fmla="*/ 347690 h 3341254"/>
              <a:gd name="connsiteX13164" fmla="*/ 5688505 w 6545688"/>
              <a:gd name="connsiteY13164" fmla="*/ 346691 h 3341254"/>
              <a:gd name="connsiteX13165" fmla="*/ 5674903 w 6545688"/>
              <a:gd name="connsiteY13165" fmla="*/ 323174 h 3341254"/>
              <a:gd name="connsiteX13166" fmla="*/ 5674903 w 6545688"/>
              <a:gd name="connsiteY13166" fmla="*/ 321253 h 3341254"/>
              <a:gd name="connsiteX13167" fmla="*/ 5688505 w 6545688"/>
              <a:gd name="connsiteY13167" fmla="*/ 297734 h 3341254"/>
              <a:gd name="connsiteX13168" fmla="*/ 5690197 w 6545688"/>
              <a:gd name="connsiteY13168" fmla="*/ 296735 h 3341254"/>
              <a:gd name="connsiteX13169" fmla="*/ 5506976 w 6545688"/>
              <a:gd name="connsiteY13169" fmla="*/ 296122 h 3341254"/>
              <a:gd name="connsiteX13170" fmla="*/ 5534719 w 6545688"/>
              <a:gd name="connsiteY13170" fmla="*/ 296122 h 3341254"/>
              <a:gd name="connsiteX13171" fmla="*/ 5536411 w 6545688"/>
              <a:gd name="connsiteY13171" fmla="*/ 297121 h 3341254"/>
              <a:gd name="connsiteX13172" fmla="*/ 5550321 w 6545688"/>
              <a:gd name="connsiteY13172" fmla="*/ 321177 h 3341254"/>
              <a:gd name="connsiteX13173" fmla="*/ 5550321 w 6545688"/>
              <a:gd name="connsiteY13173" fmla="*/ 323174 h 3341254"/>
              <a:gd name="connsiteX13174" fmla="*/ 5536411 w 6545688"/>
              <a:gd name="connsiteY13174" fmla="*/ 347230 h 3341254"/>
              <a:gd name="connsiteX13175" fmla="*/ 5534719 w 6545688"/>
              <a:gd name="connsiteY13175" fmla="*/ 348229 h 3341254"/>
              <a:gd name="connsiteX13176" fmla="*/ 5506976 w 6545688"/>
              <a:gd name="connsiteY13176" fmla="*/ 348229 h 3341254"/>
              <a:gd name="connsiteX13177" fmla="*/ 5505285 w 6545688"/>
              <a:gd name="connsiteY13177" fmla="*/ 347230 h 3341254"/>
              <a:gd name="connsiteX13178" fmla="*/ 5491374 w 6545688"/>
              <a:gd name="connsiteY13178" fmla="*/ 323174 h 3341254"/>
              <a:gd name="connsiteX13179" fmla="*/ 5491374 w 6545688"/>
              <a:gd name="connsiteY13179" fmla="*/ 321177 h 3341254"/>
              <a:gd name="connsiteX13180" fmla="*/ 5505285 w 6545688"/>
              <a:gd name="connsiteY13180" fmla="*/ 297121 h 3341254"/>
              <a:gd name="connsiteX13181" fmla="*/ 5506976 w 6545688"/>
              <a:gd name="connsiteY13181" fmla="*/ 296122 h 3341254"/>
              <a:gd name="connsiteX13182" fmla="*/ 4317728 w 6545688"/>
              <a:gd name="connsiteY13182" fmla="*/ 296122 h 3341254"/>
              <a:gd name="connsiteX13183" fmla="*/ 4345471 w 6545688"/>
              <a:gd name="connsiteY13183" fmla="*/ 296122 h 3341254"/>
              <a:gd name="connsiteX13184" fmla="*/ 4347163 w 6545688"/>
              <a:gd name="connsiteY13184" fmla="*/ 297121 h 3341254"/>
              <a:gd name="connsiteX13185" fmla="*/ 4361073 w 6545688"/>
              <a:gd name="connsiteY13185" fmla="*/ 321177 h 3341254"/>
              <a:gd name="connsiteX13186" fmla="*/ 4361073 w 6545688"/>
              <a:gd name="connsiteY13186" fmla="*/ 323174 h 3341254"/>
              <a:gd name="connsiteX13187" fmla="*/ 4347163 w 6545688"/>
              <a:gd name="connsiteY13187" fmla="*/ 347230 h 3341254"/>
              <a:gd name="connsiteX13188" fmla="*/ 4345471 w 6545688"/>
              <a:gd name="connsiteY13188" fmla="*/ 348229 h 3341254"/>
              <a:gd name="connsiteX13189" fmla="*/ 4317728 w 6545688"/>
              <a:gd name="connsiteY13189" fmla="*/ 348229 h 3341254"/>
              <a:gd name="connsiteX13190" fmla="*/ 4316036 w 6545688"/>
              <a:gd name="connsiteY13190" fmla="*/ 347230 h 3341254"/>
              <a:gd name="connsiteX13191" fmla="*/ 4302126 w 6545688"/>
              <a:gd name="connsiteY13191" fmla="*/ 323174 h 3341254"/>
              <a:gd name="connsiteX13192" fmla="*/ 4302126 w 6545688"/>
              <a:gd name="connsiteY13192" fmla="*/ 321177 h 3341254"/>
              <a:gd name="connsiteX13193" fmla="*/ 4316036 w 6545688"/>
              <a:gd name="connsiteY13193" fmla="*/ 297121 h 3341254"/>
              <a:gd name="connsiteX13194" fmla="*/ 4317728 w 6545688"/>
              <a:gd name="connsiteY13194" fmla="*/ 296122 h 3341254"/>
              <a:gd name="connsiteX13195" fmla="*/ 3676990 w 6545688"/>
              <a:gd name="connsiteY13195" fmla="*/ 295429 h 3341254"/>
              <a:gd name="connsiteX13196" fmla="*/ 3705504 w 6545688"/>
              <a:gd name="connsiteY13196" fmla="*/ 295429 h 3341254"/>
              <a:gd name="connsiteX13197" fmla="*/ 3707271 w 6545688"/>
              <a:gd name="connsiteY13197" fmla="*/ 296428 h 3341254"/>
              <a:gd name="connsiteX13198" fmla="*/ 3721489 w 6545688"/>
              <a:gd name="connsiteY13198" fmla="*/ 321099 h 3341254"/>
              <a:gd name="connsiteX13199" fmla="*/ 3721489 w 6545688"/>
              <a:gd name="connsiteY13199" fmla="*/ 323096 h 3341254"/>
              <a:gd name="connsiteX13200" fmla="*/ 3707195 w 6545688"/>
              <a:gd name="connsiteY13200" fmla="*/ 347768 h 3341254"/>
              <a:gd name="connsiteX13201" fmla="*/ 3705428 w 6545688"/>
              <a:gd name="connsiteY13201" fmla="*/ 348766 h 3341254"/>
              <a:gd name="connsiteX13202" fmla="*/ 3676914 w 6545688"/>
              <a:gd name="connsiteY13202" fmla="*/ 348766 h 3341254"/>
              <a:gd name="connsiteX13203" fmla="*/ 3675146 w 6545688"/>
              <a:gd name="connsiteY13203" fmla="*/ 347768 h 3341254"/>
              <a:gd name="connsiteX13204" fmla="*/ 3660928 w 6545688"/>
              <a:gd name="connsiteY13204" fmla="*/ 323096 h 3341254"/>
              <a:gd name="connsiteX13205" fmla="*/ 3660928 w 6545688"/>
              <a:gd name="connsiteY13205" fmla="*/ 321099 h 3341254"/>
              <a:gd name="connsiteX13206" fmla="*/ 3675223 w 6545688"/>
              <a:gd name="connsiteY13206" fmla="*/ 296428 h 3341254"/>
              <a:gd name="connsiteX13207" fmla="*/ 3676990 w 6545688"/>
              <a:gd name="connsiteY13207" fmla="*/ 295429 h 3341254"/>
              <a:gd name="connsiteX13208" fmla="*/ 3859366 w 6545688"/>
              <a:gd name="connsiteY13208" fmla="*/ 294431 h 3341254"/>
              <a:gd name="connsiteX13209" fmla="*/ 3888955 w 6545688"/>
              <a:gd name="connsiteY13209" fmla="*/ 294431 h 3341254"/>
              <a:gd name="connsiteX13210" fmla="*/ 3890722 w 6545688"/>
              <a:gd name="connsiteY13210" fmla="*/ 295507 h 3341254"/>
              <a:gd name="connsiteX13211" fmla="*/ 3905478 w 6545688"/>
              <a:gd name="connsiteY13211" fmla="*/ 321099 h 3341254"/>
              <a:gd name="connsiteX13212" fmla="*/ 3905478 w 6545688"/>
              <a:gd name="connsiteY13212" fmla="*/ 323174 h 3341254"/>
              <a:gd name="connsiteX13213" fmla="*/ 3890646 w 6545688"/>
              <a:gd name="connsiteY13213" fmla="*/ 348766 h 3341254"/>
              <a:gd name="connsiteX13214" fmla="*/ 3888878 w 6545688"/>
              <a:gd name="connsiteY13214" fmla="*/ 349843 h 3341254"/>
              <a:gd name="connsiteX13215" fmla="*/ 3859288 w 6545688"/>
              <a:gd name="connsiteY13215" fmla="*/ 349843 h 3341254"/>
              <a:gd name="connsiteX13216" fmla="*/ 3857520 w 6545688"/>
              <a:gd name="connsiteY13216" fmla="*/ 348766 h 3341254"/>
              <a:gd name="connsiteX13217" fmla="*/ 3842765 w 6545688"/>
              <a:gd name="connsiteY13217" fmla="*/ 323174 h 3341254"/>
              <a:gd name="connsiteX13218" fmla="*/ 3842765 w 6545688"/>
              <a:gd name="connsiteY13218" fmla="*/ 321099 h 3341254"/>
              <a:gd name="connsiteX13219" fmla="*/ 3857598 w 6545688"/>
              <a:gd name="connsiteY13219" fmla="*/ 295507 h 3341254"/>
              <a:gd name="connsiteX13220" fmla="*/ 3859366 w 6545688"/>
              <a:gd name="connsiteY13220" fmla="*/ 294431 h 3341254"/>
              <a:gd name="connsiteX13221" fmla="*/ 4225040 w 6545688"/>
              <a:gd name="connsiteY13221" fmla="*/ 293893 h 3341254"/>
              <a:gd name="connsiteX13222" fmla="*/ 4255166 w 6545688"/>
              <a:gd name="connsiteY13222" fmla="*/ 293893 h 3341254"/>
              <a:gd name="connsiteX13223" fmla="*/ 4257012 w 6545688"/>
              <a:gd name="connsiteY13223" fmla="*/ 294970 h 3341254"/>
              <a:gd name="connsiteX13224" fmla="*/ 4272074 w 6545688"/>
              <a:gd name="connsiteY13224" fmla="*/ 321099 h 3341254"/>
              <a:gd name="connsiteX13225" fmla="*/ 4272074 w 6545688"/>
              <a:gd name="connsiteY13225" fmla="*/ 323252 h 3341254"/>
              <a:gd name="connsiteX13226" fmla="*/ 4257012 w 6545688"/>
              <a:gd name="connsiteY13226" fmla="*/ 349382 h 3341254"/>
              <a:gd name="connsiteX13227" fmla="*/ 4255166 w 6545688"/>
              <a:gd name="connsiteY13227" fmla="*/ 350458 h 3341254"/>
              <a:gd name="connsiteX13228" fmla="*/ 4225040 w 6545688"/>
              <a:gd name="connsiteY13228" fmla="*/ 350458 h 3341254"/>
              <a:gd name="connsiteX13229" fmla="*/ 4223195 w 6545688"/>
              <a:gd name="connsiteY13229" fmla="*/ 349382 h 3341254"/>
              <a:gd name="connsiteX13230" fmla="*/ 4208132 w 6545688"/>
              <a:gd name="connsiteY13230" fmla="*/ 323252 h 3341254"/>
              <a:gd name="connsiteX13231" fmla="*/ 4208132 w 6545688"/>
              <a:gd name="connsiteY13231" fmla="*/ 321099 h 3341254"/>
              <a:gd name="connsiteX13232" fmla="*/ 4223195 w 6545688"/>
              <a:gd name="connsiteY13232" fmla="*/ 294970 h 3341254"/>
              <a:gd name="connsiteX13233" fmla="*/ 4225040 w 6545688"/>
              <a:gd name="connsiteY13233" fmla="*/ 293893 h 3341254"/>
              <a:gd name="connsiteX13234" fmla="*/ 2761346 w 6545688"/>
              <a:gd name="connsiteY13234" fmla="*/ 293893 h 3341254"/>
              <a:gd name="connsiteX13235" fmla="*/ 2791471 w 6545688"/>
              <a:gd name="connsiteY13235" fmla="*/ 293893 h 3341254"/>
              <a:gd name="connsiteX13236" fmla="*/ 2793317 w 6545688"/>
              <a:gd name="connsiteY13236" fmla="*/ 294970 h 3341254"/>
              <a:gd name="connsiteX13237" fmla="*/ 2808380 w 6545688"/>
              <a:gd name="connsiteY13237" fmla="*/ 321099 h 3341254"/>
              <a:gd name="connsiteX13238" fmla="*/ 2808380 w 6545688"/>
              <a:gd name="connsiteY13238" fmla="*/ 323252 h 3341254"/>
              <a:gd name="connsiteX13239" fmla="*/ 2793317 w 6545688"/>
              <a:gd name="connsiteY13239" fmla="*/ 349382 h 3341254"/>
              <a:gd name="connsiteX13240" fmla="*/ 2791471 w 6545688"/>
              <a:gd name="connsiteY13240" fmla="*/ 350458 h 3341254"/>
              <a:gd name="connsiteX13241" fmla="*/ 2761346 w 6545688"/>
              <a:gd name="connsiteY13241" fmla="*/ 350458 h 3341254"/>
              <a:gd name="connsiteX13242" fmla="*/ 2759500 w 6545688"/>
              <a:gd name="connsiteY13242" fmla="*/ 349382 h 3341254"/>
              <a:gd name="connsiteX13243" fmla="*/ 2744437 w 6545688"/>
              <a:gd name="connsiteY13243" fmla="*/ 323252 h 3341254"/>
              <a:gd name="connsiteX13244" fmla="*/ 2744437 w 6545688"/>
              <a:gd name="connsiteY13244" fmla="*/ 321099 h 3341254"/>
              <a:gd name="connsiteX13245" fmla="*/ 2759500 w 6545688"/>
              <a:gd name="connsiteY13245" fmla="*/ 294970 h 3341254"/>
              <a:gd name="connsiteX13246" fmla="*/ 2761346 w 6545688"/>
              <a:gd name="connsiteY13246" fmla="*/ 293893 h 3341254"/>
              <a:gd name="connsiteX13247" fmla="*/ 4407953 w 6545688"/>
              <a:gd name="connsiteY13247" fmla="*/ 293740 h 3341254"/>
              <a:gd name="connsiteX13248" fmla="*/ 4438235 w 6545688"/>
              <a:gd name="connsiteY13248" fmla="*/ 293740 h 3341254"/>
              <a:gd name="connsiteX13249" fmla="*/ 4440079 w 6545688"/>
              <a:gd name="connsiteY13249" fmla="*/ 294816 h 3341254"/>
              <a:gd name="connsiteX13250" fmla="*/ 4455219 w 6545688"/>
              <a:gd name="connsiteY13250" fmla="*/ 321099 h 3341254"/>
              <a:gd name="connsiteX13251" fmla="*/ 4455219 w 6545688"/>
              <a:gd name="connsiteY13251" fmla="*/ 323252 h 3341254"/>
              <a:gd name="connsiteX13252" fmla="*/ 4440079 w 6545688"/>
              <a:gd name="connsiteY13252" fmla="*/ 349535 h 3341254"/>
              <a:gd name="connsiteX13253" fmla="*/ 4438235 w 6545688"/>
              <a:gd name="connsiteY13253" fmla="*/ 350612 h 3341254"/>
              <a:gd name="connsiteX13254" fmla="*/ 4407953 w 6545688"/>
              <a:gd name="connsiteY13254" fmla="*/ 350612 h 3341254"/>
              <a:gd name="connsiteX13255" fmla="*/ 4406110 w 6545688"/>
              <a:gd name="connsiteY13255" fmla="*/ 349535 h 3341254"/>
              <a:gd name="connsiteX13256" fmla="*/ 4390969 w 6545688"/>
              <a:gd name="connsiteY13256" fmla="*/ 323252 h 3341254"/>
              <a:gd name="connsiteX13257" fmla="*/ 4390969 w 6545688"/>
              <a:gd name="connsiteY13257" fmla="*/ 321099 h 3341254"/>
              <a:gd name="connsiteX13258" fmla="*/ 4406110 w 6545688"/>
              <a:gd name="connsiteY13258" fmla="*/ 294816 h 3341254"/>
              <a:gd name="connsiteX13259" fmla="*/ 4407953 w 6545688"/>
              <a:gd name="connsiteY13259" fmla="*/ 293740 h 3341254"/>
              <a:gd name="connsiteX13260" fmla="*/ 4589255 w 6545688"/>
              <a:gd name="connsiteY13260" fmla="*/ 290664 h 3341254"/>
              <a:gd name="connsiteX13261" fmla="*/ 4622840 w 6545688"/>
              <a:gd name="connsiteY13261" fmla="*/ 290664 h 3341254"/>
              <a:gd name="connsiteX13262" fmla="*/ 4624915 w 6545688"/>
              <a:gd name="connsiteY13262" fmla="*/ 291816 h 3341254"/>
              <a:gd name="connsiteX13263" fmla="*/ 4641669 w 6545688"/>
              <a:gd name="connsiteY13263" fmla="*/ 320945 h 3341254"/>
              <a:gd name="connsiteX13264" fmla="*/ 4641669 w 6545688"/>
              <a:gd name="connsiteY13264" fmla="*/ 323328 h 3341254"/>
              <a:gd name="connsiteX13265" fmla="*/ 4624837 w 6545688"/>
              <a:gd name="connsiteY13265" fmla="*/ 352455 h 3341254"/>
              <a:gd name="connsiteX13266" fmla="*/ 4622762 w 6545688"/>
              <a:gd name="connsiteY13266" fmla="*/ 353608 h 3341254"/>
              <a:gd name="connsiteX13267" fmla="*/ 4589177 w 6545688"/>
              <a:gd name="connsiteY13267" fmla="*/ 353608 h 3341254"/>
              <a:gd name="connsiteX13268" fmla="*/ 4587102 w 6545688"/>
              <a:gd name="connsiteY13268" fmla="*/ 352455 h 3341254"/>
              <a:gd name="connsiteX13269" fmla="*/ 4570347 w 6545688"/>
              <a:gd name="connsiteY13269" fmla="*/ 323328 h 3341254"/>
              <a:gd name="connsiteX13270" fmla="*/ 4570347 w 6545688"/>
              <a:gd name="connsiteY13270" fmla="*/ 320945 h 3341254"/>
              <a:gd name="connsiteX13271" fmla="*/ 4587180 w 6545688"/>
              <a:gd name="connsiteY13271" fmla="*/ 291816 h 3341254"/>
              <a:gd name="connsiteX13272" fmla="*/ 4589255 w 6545688"/>
              <a:gd name="connsiteY13272" fmla="*/ 290664 h 3341254"/>
              <a:gd name="connsiteX13273" fmla="*/ 4680634 w 6545688"/>
              <a:gd name="connsiteY13273" fmla="*/ 290510 h 3341254"/>
              <a:gd name="connsiteX13274" fmla="*/ 4714373 w 6545688"/>
              <a:gd name="connsiteY13274" fmla="*/ 290510 h 3341254"/>
              <a:gd name="connsiteX13275" fmla="*/ 4716448 w 6545688"/>
              <a:gd name="connsiteY13275" fmla="*/ 291740 h 3341254"/>
              <a:gd name="connsiteX13276" fmla="*/ 4733280 w 6545688"/>
              <a:gd name="connsiteY13276" fmla="*/ 320945 h 3341254"/>
              <a:gd name="connsiteX13277" fmla="*/ 4733280 w 6545688"/>
              <a:gd name="connsiteY13277" fmla="*/ 323326 h 3341254"/>
              <a:gd name="connsiteX13278" fmla="*/ 4716372 w 6545688"/>
              <a:gd name="connsiteY13278" fmla="*/ 352531 h 3341254"/>
              <a:gd name="connsiteX13279" fmla="*/ 4714297 w 6545688"/>
              <a:gd name="connsiteY13279" fmla="*/ 353761 h 3341254"/>
              <a:gd name="connsiteX13280" fmla="*/ 4680559 w 6545688"/>
              <a:gd name="connsiteY13280" fmla="*/ 353761 h 3341254"/>
              <a:gd name="connsiteX13281" fmla="*/ 4678483 w 6545688"/>
              <a:gd name="connsiteY13281" fmla="*/ 352531 h 3341254"/>
              <a:gd name="connsiteX13282" fmla="*/ 4661651 w 6545688"/>
              <a:gd name="connsiteY13282" fmla="*/ 323326 h 3341254"/>
              <a:gd name="connsiteX13283" fmla="*/ 4661651 w 6545688"/>
              <a:gd name="connsiteY13283" fmla="*/ 320945 h 3341254"/>
              <a:gd name="connsiteX13284" fmla="*/ 4678559 w 6545688"/>
              <a:gd name="connsiteY13284" fmla="*/ 291740 h 3341254"/>
              <a:gd name="connsiteX13285" fmla="*/ 4680634 w 6545688"/>
              <a:gd name="connsiteY13285" fmla="*/ 290510 h 3341254"/>
              <a:gd name="connsiteX13286" fmla="*/ 5137995 w 6545688"/>
              <a:gd name="connsiteY13286" fmla="*/ 290434 h 3341254"/>
              <a:gd name="connsiteX13287" fmla="*/ 5171889 w 6545688"/>
              <a:gd name="connsiteY13287" fmla="*/ 290434 h 3341254"/>
              <a:gd name="connsiteX13288" fmla="*/ 5173964 w 6545688"/>
              <a:gd name="connsiteY13288" fmla="*/ 291665 h 3341254"/>
              <a:gd name="connsiteX13289" fmla="*/ 5190872 w 6545688"/>
              <a:gd name="connsiteY13289" fmla="*/ 321023 h 3341254"/>
              <a:gd name="connsiteX13290" fmla="*/ 5190872 w 6545688"/>
              <a:gd name="connsiteY13290" fmla="*/ 323404 h 3341254"/>
              <a:gd name="connsiteX13291" fmla="*/ 5173886 w 6545688"/>
              <a:gd name="connsiteY13291" fmla="*/ 352763 h 3341254"/>
              <a:gd name="connsiteX13292" fmla="*/ 5171811 w 6545688"/>
              <a:gd name="connsiteY13292" fmla="*/ 353993 h 3341254"/>
              <a:gd name="connsiteX13293" fmla="*/ 5137918 w 6545688"/>
              <a:gd name="connsiteY13293" fmla="*/ 353993 h 3341254"/>
              <a:gd name="connsiteX13294" fmla="*/ 5135844 w 6545688"/>
              <a:gd name="connsiteY13294" fmla="*/ 352763 h 3341254"/>
              <a:gd name="connsiteX13295" fmla="*/ 5118935 w 6545688"/>
              <a:gd name="connsiteY13295" fmla="*/ 323404 h 3341254"/>
              <a:gd name="connsiteX13296" fmla="*/ 5118935 w 6545688"/>
              <a:gd name="connsiteY13296" fmla="*/ 321023 h 3341254"/>
              <a:gd name="connsiteX13297" fmla="*/ 5135921 w 6545688"/>
              <a:gd name="connsiteY13297" fmla="*/ 291665 h 3341254"/>
              <a:gd name="connsiteX13298" fmla="*/ 5137995 w 6545688"/>
              <a:gd name="connsiteY13298" fmla="*/ 290434 h 3341254"/>
              <a:gd name="connsiteX13299" fmla="*/ 5046308 w 6545688"/>
              <a:gd name="connsiteY13299" fmla="*/ 290127 h 3341254"/>
              <a:gd name="connsiteX13300" fmla="*/ 5080509 w 6545688"/>
              <a:gd name="connsiteY13300" fmla="*/ 290127 h 3341254"/>
              <a:gd name="connsiteX13301" fmla="*/ 5082584 w 6545688"/>
              <a:gd name="connsiteY13301" fmla="*/ 291357 h 3341254"/>
              <a:gd name="connsiteX13302" fmla="*/ 5099644 w 6545688"/>
              <a:gd name="connsiteY13302" fmla="*/ 320945 h 3341254"/>
              <a:gd name="connsiteX13303" fmla="*/ 5099644 w 6545688"/>
              <a:gd name="connsiteY13303" fmla="*/ 323328 h 3341254"/>
              <a:gd name="connsiteX13304" fmla="*/ 5082506 w 6545688"/>
              <a:gd name="connsiteY13304" fmla="*/ 352917 h 3341254"/>
              <a:gd name="connsiteX13305" fmla="*/ 5080431 w 6545688"/>
              <a:gd name="connsiteY13305" fmla="*/ 354147 h 3341254"/>
              <a:gd name="connsiteX13306" fmla="*/ 5046231 w 6545688"/>
              <a:gd name="connsiteY13306" fmla="*/ 354147 h 3341254"/>
              <a:gd name="connsiteX13307" fmla="*/ 5044156 w 6545688"/>
              <a:gd name="connsiteY13307" fmla="*/ 352917 h 3341254"/>
              <a:gd name="connsiteX13308" fmla="*/ 5027094 w 6545688"/>
              <a:gd name="connsiteY13308" fmla="*/ 323328 h 3341254"/>
              <a:gd name="connsiteX13309" fmla="*/ 5027094 w 6545688"/>
              <a:gd name="connsiteY13309" fmla="*/ 320945 h 3341254"/>
              <a:gd name="connsiteX13310" fmla="*/ 5044232 w 6545688"/>
              <a:gd name="connsiteY13310" fmla="*/ 291357 h 3341254"/>
              <a:gd name="connsiteX13311" fmla="*/ 5046308 w 6545688"/>
              <a:gd name="connsiteY13311" fmla="*/ 290127 h 3341254"/>
              <a:gd name="connsiteX13312" fmla="*/ 4771860 w 6545688"/>
              <a:gd name="connsiteY13312" fmla="*/ 290127 h 3341254"/>
              <a:gd name="connsiteX13313" fmla="*/ 4806060 w 6545688"/>
              <a:gd name="connsiteY13313" fmla="*/ 290127 h 3341254"/>
              <a:gd name="connsiteX13314" fmla="*/ 4808135 w 6545688"/>
              <a:gd name="connsiteY13314" fmla="*/ 291357 h 3341254"/>
              <a:gd name="connsiteX13315" fmla="*/ 4825196 w 6545688"/>
              <a:gd name="connsiteY13315" fmla="*/ 320945 h 3341254"/>
              <a:gd name="connsiteX13316" fmla="*/ 4825196 w 6545688"/>
              <a:gd name="connsiteY13316" fmla="*/ 323328 h 3341254"/>
              <a:gd name="connsiteX13317" fmla="*/ 4808058 w 6545688"/>
              <a:gd name="connsiteY13317" fmla="*/ 352917 h 3341254"/>
              <a:gd name="connsiteX13318" fmla="*/ 4805983 w 6545688"/>
              <a:gd name="connsiteY13318" fmla="*/ 354147 h 3341254"/>
              <a:gd name="connsiteX13319" fmla="*/ 4771783 w 6545688"/>
              <a:gd name="connsiteY13319" fmla="*/ 354147 h 3341254"/>
              <a:gd name="connsiteX13320" fmla="*/ 4769707 w 6545688"/>
              <a:gd name="connsiteY13320" fmla="*/ 352917 h 3341254"/>
              <a:gd name="connsiteX13321" fmla="*/ 4752645 w 6545688"/>
              <a:gd name="connsiteY13321" fmla="*/ 323328 h 3341254"/>
              <a:gd name="connsiteX13322" fmla="*/ 4752645 w 6545688"/>
              <a:gd name="connsiteY13322" fmla="*/ 320945 h 3341254"/>
              <a:gd name="connsiteX13323" fmla="*/ 4769785 w 6545688"/>
              <a:gd name="connsiteY13323" fmla="*/ 291357 h 3341254"/>
              <a:gd name="connsiteX13324" fmla="*/ 4771860 w 6545688"/>
              <a:gd name="connsiteY13324" fmla="*/ 290127 h 3341254"/>
              <a:gd name="connsiteX13325" fmla="*/ 4954698 w 6545688"/>
              <a:gd name="connsiteY13325" fmla="*/ 289819 h 3341254"/>
              <a:gd name="connsiteX13326" fmla="*/ 4989205 w 6545688"/>
              <a:gd name="connsiteY13326" fmla="*/ 289819 h 3341254"/>
              <a:gd name="connsiteX13327" fmla="*/ 4991281 w 6545688"/>
              <a:gd name="connsiteY13327" fmla="*/ 291049 h 3341254"/>
              <a:gd name="connsiteX13328" fmla="*/ 5008494 w 6545688"/>
              <a:gd name="connsiteY13328" fmla="*/ 320945 h 3341254"/>
              <a:gd name="connsiteX13329" fmla="*/ 5008494 w 6545688"/>
              <a:gd name="connsiteY13329" fmla="*/ 323404 h 3341254"/>
              <a:gd name="connsiteX13330" fmla="*/ 4991203 w 6545688"/>
              <a:gd name="connsiteY13330" fmla="*/ 353300 h 3341254"/>
              <a:gd name="connsiteX13331" fmla="*/ 4989127 w 6545688"/>
              <a:gd name="connsiteY13331" fmla="*/ 354530 h 3341254"/>
              <a:gd name="connsiteX13332" fmla="*/ 4954620 w 6545688"/>
              <a:gd name="connsiteY13332" fmla="*/ 354530 h 3341254"/>
              <a:gd name="connsiteX13333" fmla="*/ 4952545 w 6545688"/>
              <a:gd name="connsiteY13333" fmla="*/ 353300 h 3341254"/>
              <a:gd name="connsiteX13334" fmla="*/ 4935329 w 6545688"/>
              <a:gd name="connsiteY13334" fmla="*/ 323404 h 3341254"/>
              <a:gd name="connsiteX13335" fmla="*/ 4935329 w 6545688"/>
              <a:gd name="connsiteY13335" fmla="*/ 320945 h 3341254"/>
              <a:gd name="connsiteX13336" fmla="*/ 4952621 w 6545688"/>
              <a:gd name="connsiteY13336" fmla="*/ 291049 h 3341254"/>
              <a:gd name="connsiteX13337" fmla="*/ 4954698 w 6545688"/>
              <a:gd name="connsiteY13337" fmla="*/ 289819 h 3341254"/>
              <a:gd name="connsiteX13338" fmla="*/ 4863240 w 6545688"/>
              <a:gd name="connsiteY13338" fmla="*/ 289819 h 3341254"/>
              <a:gd name="connsiteX13339" fmla="*/ 4897748 w 6545688"/>
              <a:gd name="connsiteY13339" fmla="*/ 289819 h 3341254"/>
              <a:gd name="connsiteX13340" fmla="*/ 4899823 w 6545688"/>
              <a:gd name="connsiteY13340" fmla="*/ 291049 h 3341254"/>
              <a:gd name="connsiteX13341" fmla="*/ 4917039 w 6545688"/>
              <a:gd name="connsiteY13341" fmla="*/ 320945 h 3341254"/>
              <a:gd name="connsiteX13342" fmla="*/ 4917039 w 6545688"/>
              <a:gd name="connsiteY13342" fmla="*/ 323404 h 3341254"/>
              <a:gd name="connsiteX13343" fmla="*/ 4899747 w 6545688"/>
              <a:gd name="connsiteY13343" fmla="*/ 353300 h 3341254"/>
              <a:gd name="connsiteX13344" fmla="*/ 4897672 w 6545688"/>
              <a:gd name="connsiteY13344" fmla="*/ 354530 h 3341254"/>
              <a:gd name="connsiteX13345" fmla="*/ 4863164 w 6545688"/>
              <a:gd name="connsiteY13345" fmla="*/ 354530 h 3341254"/>
              <a:gd name="connsiteX13346" fmla="*/ 4861089 w 6545688"/>
              <a:gd name="connsiteY13346" fmla="*/ 353300 h 3341254"/>
              <a:gd name="connsiteX13347" fmla="*/ 4843874 w 6545688"/>
              <a:gd name="connsiteY13347" fmla="*/ 323404 h 3341254"/>
              <a:gd name="connsiteX13348" fmla="*/ 4843874 w 6545688"/>
              <a:gd name="connsiteY13348" fmla="*/ 320945 h 3341254"/>
              <a:gd name="connsiteX13349" fmla="*/ 4861165 w 6545688"/>
              <a:gd name="connsiteY13349" fmla="*/ 291049 h 3341254"/>
              <a:gd name="connsiteX13350" fmla="*/ 4863240 w 6545688"/>
              <a:gd name="connsiteY13350" fmla="*/ 289819 h 3341254"/>
              <a:gd name="connsiteX13351" fmla="*/ 4496489 w 6545688"/>
              <a:gd name="connsiteY13351" fmla="*/ 288283 h 3341254"/>
              <a:gd name="connsiteX13352" fmla="*/ 4532612 w 6545688"/>
              <a:gd name="connsiteY13352" fmla="*/ 288283 h 3341254"/>
              <a:gd name="connsiteX13353" fmla="*/ 4534840 w 6545688"/>
              <a:gd name="connsiteY13353" fmla="*/ 289589 h 3341254"/>
              <a:gd name="connsiteX13354" fmla="*/ 4552900 w 6545688"/>
              <a:gd name="connsiteY13354" fmla="*/ 320869 h 3341254"/>
              <a:gd name="connsiteX13355" fmla="*/ 4552900 w 6545688"/>
              <a:gd name="connsiteY13355" fmla="*/ 323406 h 3341254"/>
              <a:gd name="connsiteX13356" fmla="*/ 4534840 w 6545688"/>
              <a:gd name="connsiteY13356" fmla="*/ 354686 h 3341254"/>
              <a:gd name="connsiteX13357" fmla="*/ 4532612 w 6545688"/>
              <a:gd name="connsiteY13357" fmla="*/ 355992 h 3341254"/>
              <a:gd name="connsiteX13358" fmla="*/ 4496489 w 6545688"/>
              <a:gd name="connsiteY13358" fmla="*/ 355992 h 3341254"/>
              <a:gd name="connsiteX13359" fmla="*/ 4494260 w 6545688"/>
              <a:gd name="connsiteY13359" fmla="*/ 354686 h 3341254"/>
              <a:gd name="connsiteX13360" fmla="*/ 4476200 w 6545688"/>
              <a:gd name="connsiteY13360" fmla="*/ 323406 h 3341254"/>
              <a:gd name="connsiteX13361" fmla="*/ 4476200 w 6545688"/>
              <a:gd name="connsiteY13361" fmla="*/ 320869 h 3341254"/>
              <a:gd name="connsiteX13362" fmla="*/ 4494260 w 6545688"/>
              <a:gd name="connsiteY13362" fmla="*/ 289589 h 3341254"/>
              <a:gd name="connsiteX13363" fmla="*/ 4496489 w 6545688"/>
              <a:gd name="connsiteY13363" fmla="*/ 288283 h 3341254"/>
              <a:gd name="connsiteX13364" fmla="*/ 2682263 w 6545688"/>
              <a:gd name="connsiteY13364" fmla="*/ 237866 h 3341254"/>
              <a:gd name="connsiteX13365" fmla="*/ 2687644 w 6545688"/>
              <a:gd name="connsiteY13365" fmla="*/ 237866 h 3341254"/>
              <a:gd name="connsiteX13366" fmla="*/ 2687949 w 6545688"/>
              <a:gd name="connsiteY13366" fmla="*/ 238020 h 3341254"/>
              <a:gd name="connsiteX13367" fmla="*/ 2690640 w 6545688"/>
              <a:gd name="connsiteY13367" fmla="*/ 242707 h 3341254"/>
              <a:gd name="connsiteX13368" fmla="*/ 2690640 w 6545688"/>
              <a:gd name="connsiteY13368" fmla="*/ 243093 h 3341254"/>
              <a:gd name="connsiteX13369" fmla="*/ 2687949 w 6545688"/>
              <a:gd name="connsiteY13369" fmla="*/ 247780 h 3341254"/>
              <a:gd name="connsiteX13370" fmla="*/ 2687644 w 6545688"/>
              <a:gd name="connsiteY13370" fmla="*/ 247934 h 3341254"/>
              <a:gd name="connsiteX13371" fmla="*/ 2682263 w 6545688"/>
              <a:gd name="connsiteY13371" fmla="*/ 247934 h 3341254"/>
              <a:gd name="connsiteX13372" fmla="*/ 2681956 w 6545688"/>
              <a:gd name="connsiteY13372" fmla="*/ 247780 h 3341254"/>
              <a:gd name="connsiteX13373" fmla="*/ 2679265 w 6545688"/>
              <a:gd name="connsiteY13373" fmla="*/ 243093 h 3341254"/>
              <a:gd name="connsiteX13374" fmla="*/ 2679265 w 6545688"/>
              <a:gd name="connsiteY13374" fmla="*/ 242707 h 3341254"/>
              <a:gd name="connsiteX13375" fmla="*/ 2681956 w 6545688"/>
              <a:gd name="connsiteY13375" fmla="*/ 238020 h 3341254"/>
              <a:gd name="connsiteX13376" fmla="*/ 2682263 w 6545688"/>
              <a:gd name="connsiteY13376" fmla="*/ 237866 h 3341254"/>
              <a:gd name="connsiteX13377" fmla="*/ 2132289 w 6545688"/>
              <a:gd name="connsiteY13377" fmla="*/ 235867 h 3341254"/>
              <a:gd name="connsiteX13378" fmla="*/ 2139745 w 6545688"/>
              <a:gd name="connsiteY13378" fmla="*/ 235867 h 3341254"/>
              <a:gd name="connsiteX13379" fmla="*/ 2140206 w 6545688"/>
              <a:gd name="connsiteY13379" fmla="*/ 236097 h 3341254"/>
              <a:gd name="connsiteX13380" fmla="*/ 2143971 w 6545688"/>
              <a:gd name="connsiteY13380" fmla="*/ 242554 h 3341254"/>
              <a:gd name="connsiteX13381" fmla="*/ 2143971 w 6545688"/>
              <a:gd name="connsiteY13381" fmla="*/ 243091 h 3341254"/>
              <a:gd name="connsiteX13382" fmla="*/ 2140206 w 6545688"/>
              <a:gd name="connsiteY13382" fmla="*/ 249548 h 3341254"/>
              <a:gd name="connsiteX13383" fmla="*/ 2139745 w 6545688"/>
              <a:gd name="connsiteY13383" fmla="*/ 249777 h 3341254"/>
              <a:gd name="connsiteX13384" fmla="*/ 2132289 w 6545688"/>
              <a:gd name="connsiteY13384" fmla="*/ 249777 h 3341254"/>
              <a:gd name="connsiteX13385" fmla="*/ 2131830 w 6545688"/>
              <a:gd name="connsiteY13385" fmla="*/ 249548 h 3341254"/>
              <a:gd name="connsiteX13386" fmla="*/ 2128063 w 6545688"/>
              <a:gd name="connsiteY13386" fmla="*/ 243091 h 3341254"/>
              <a:gd name="connsiteX13387" fmla="*/ 2128063 w 6545688"/>
              <a:gd name="connsiteY13387" fmla="*/ 242554 h 3341254"/>
              <a:gd name="connsiteX13388" fmla="*/ 2131830 w 6545688"/>
              <a:gd name="connsiteY13388" fmla="*/ 236097 h 3341254"/>
              <a:gd name="connsiteX13389" fmla="*/ 2132289 w 6545688"/>
              <a:gd name="connsiteY13389" fmla="*/ 235867 h 3341254"/>
              <a:gd name="connsiteX13390" fmla="*/ 2222978 w 6545688"/>
              <a:gd name="connsiteY13390" fmla="*/ 234485 h 3341254"/>
              <a:gd name="connsiteX13391" fmla="*/ 2231971 w 6545688"/>
              <a:gd name="connsiteY13391" fmla="*/ 234485 h 3341254"/>
              <a:gd name="connsiteX13392" fmla="*/ 2232508 w 6545688"/>
              <a:gd name="connsiteY13392" fmla="*/ 234792 h 3341254"/>
              <a:gd name="connsiteX13393" fmla="*/ 2236966 w 6545688"/>
              <a:gd name="connsiteY13393" fmla="*/ 242554 h 3341254"/>
              <a:gd name="connsiteX13394" fmla="*/ 2236966 w 6545688"/>
              <a:gd name="connsiteY13394" fmla="*/ 243169 h 3341254"/>
              <a:gd name="connsiteX13395" fmla="*/ 2232508 w 6545688"/>
              <a:gd name="connsiteY13395" fmla="*/ 250932 h 3341254"/>
              <a:gd name="connsiteX13396" fmla="*/ 2231971 w 6545688"/>
              <a:gd name="connsiteY13396" fmla="*/ 251239 h 3341254"/>
              <a:gd name="connsiteX13397" fmla="*/ 2222978 w 6545688"/>
              <a:gd name="connsiteY13397" fmla="*/ 251239 h 3341254"/>
              <a:gd name="connsiteX13398" fmla="*/ 2222441 w 6545688"/>
              <a:gd name="connsiteY13398" fmla="*/ 250932 h 3341254"/>
              <a:gd name="connsiteX13399" fmla="*/ 2217983 w 6545688"/>
              <a:gd name="connsiteY13399" fmla="*/ 243169 h 3341254"/>
              <a:gd name="connsiteX13400" fmla="*/ 2217983 w 6545688"/>
              <a:gd name="connsiteY13400" fmla="*/ 242554 h 3341254"/>
              <a:gd name="connsiteX13401" fmla="*/ 2222441 w 6545688"/>
              <a:gd name="connsiteY13401" fmla="*/ 234792 h 3341254"/>
              <a:gd name="connsiteX13402" fmla="*/ 2222978 w 6545688"/>
              <a:gd name="connsiteY13402" fmla="*/ 234485 h 3341254"/>
              <a:gd name="connsiteX13403" fmla="*/ 2405585 w 6545688"/>
              <a:gd name="connsiteY13403" fmla="*/ 233638 h 3341254"/>
              <a:gd name="connsiteX13404" fmla="*/ 2415422 w 6545688"/>
              <a:gd name="connsiteY13404" fmla="*/ 233638 h 3341254"/>
              <a:gd name="connsiteX13405" fmla="*/ 2416037 w 6545688"/>
              <a:gd name="connsiteY13405" fmla="*/ 234022 h 3341254"/>
              <a:gd name="connsiteX13406" fmla="*/ 2420956 w 6545688"/>
              <a:gd name="connsiteY13406" fmla="*/ 242554 h 3341254"/>
              <a:gd name="connsiteX13407" fmla="*/ 2420956 w 6545688"/>
              <a:gd name="connsiteY13407" fmla="*/ 243245 h 3341254"/>
              <a:gd name="connsiteX13408" fmla="*/ 2416037 w 6545688"/>
              <a:gd name="connsiteY13408" fmla="*/ 251777 h 3341254"/>
              <a:gd name="connsiteX13409" fmla="*/ 2415422 w 6545688"/>
              <a:gd name="connsiteY13409" fmla="*/ 252160 h 3341254"/>
              <a:gd name="connsiteX13410" fmla="*/ 2405585 w 6545688"/>
              <a:gd name="connsiteY13410" fmla="*/ 252160 h 3341254"/>
              <a:gd name="connsiteX13411" fmla="*/ 2404970 w 6545688"/>
              <a:gd name="connsiteY13411" fmla="*/ 251777 h 3341254"/>
              <a:gd name="connsiteX13412" fmla="*/ 2400051 w 6545688"/>
              <a:gd name="connsiteY13412" fmla="*/ 243245 h 3341254"/>
              <a:gd name="connsiteX13413" fmla="*/ 2400051 w 6545688"/>
              <a:gd name="connsiteY13413" fmla="*/ 242554 h 3341254"/>
              <a:gd name="connsiteX13414" fmla="*/ 2404970 w 6545688"/>
              <a:gd name="connsiteY13414" fmla="*/ 234022 h 3341254"/>
              <a:gd name="connsiteX13415" fmla="*/ 2405585 w 6545688"/>
              <a:gd name="connsiteY13415" fmla="*/ 233638 h 3341254"/>
              <a:gd name="connsiteX13416" fmla="*/ 3411689 w 6545688"/>
              <a:gd name="connsiteY13416" fmla="*/ 233330 h 3341254"/>
              <a:gd name="connsiteX13417" fmla="*/ 3421832 w 6545688"/>
              <a:gd name="connsiteY13417" fmla="*/ 233330 h 3341254"/>
              <a:gd name="connsiteX13418" fmla="*/ 3422447 w 6545688"/>
              <a:gd name="connsiteY13418" fmla="*/ 233714 h 3341254"/>
              <a:gd name="connsiteX13419" fmla="*/ 3427520 w 6545688"/>
              <a:gd name="connsiteY13419" fmla="*/ 242476 h 3341254"/>
              <a:gd name="connsiteX13420" fmla="*/ 3427520 w 6545688"/>
              <a:gd name="connsiteY13420" fmla="*/ 243169 h 3341254"/>
              <a:gd name="connsiteX13421" fmla="*/ 3422447 w 6545688"/>
              <a:gd name="connsiteY13421" fmla="*/ 251928 h 3341254"/>
              <a:gd name="connsiteX13422" fmla="*/ 3421832 w 6545688"/>
              <a:gd name="connsiteY13422" fmla="*/ 252314 h 3341254"/>
              <a:gd name="connsiteX13423" fmla="*/ 3411689 w 6545688"/>
              <a:gd name="connsiteY13423" fmla="*/ 252314 h 3341254"/>
              <a:gd name="connsiteX13424" fmla="*/ 3411074 w 6545688"/>
              <a:gd name="connsiteY13424" fmla="*/ 251928 h 3341254"/>
              <a:gd name="connsiteX13425" fmla="*/ 3406001 w 6545688"/>
              <a:gd name="connsiteY13425" fmla="*/ 243169 h 3341254"/>
              <a:gd name="connsiteX13426" fmla="*/ 3406001 w 6545688"/>
              <a:gd name="connsiteY13426" fmla="*/ 242476 h 3341254"/>
              <a:gd name="connsiteX13427" fmla="*/ 3411074 w 6545688"/>
              <a:gd name="connsiteY13427" fmla="*/ 233714 h 3341254"/>
              <a:gd name="connsiteX13428" fmla="*/ 3411689 w 6545688"/>
              <a:gd name="connsiteY13428" fmla="*/ 233330 h 3341254"/>
              <a:gd name="connsiteX13429" fmla="*/ 3502454 w 6545688"/>
              <a:gd name="connsiteY13429" fmla="*/ 232102 h 3341254"/>
              <a:gd name="connsiteX13430" fmla="*/ 3513981 w 6545688"/>
              <a:gd name="connsiteY13430" fmla="*/ 232102 h 3341254"/>
              <a:gd name="connsiteX13431" fmla="*/ 3514674 w 6545688"/>
              <a:gd name="connsiteY13431" fmla="*/ 232486 h 3341254"/>
              <a:gd name="connsiteX13432" fmla="*/ 3520438 w 6545688"/>
              <a:gd name="connsiteY13432" fmla="*/ 242478 h 3341254"/>
              <a:gd name="connsiteX13433" fmla="*/ 3520438 w 6545688"/>
              <a:gd name="connsiteY13433" fmla="*/ 243322 h 3341254"/>
              <a:gd name="connsiteX13434" fmla="*/ 3514674 w 6545688"/>
              <a:gd name="connsiteY13434" fmla="*/ 253314 h 3341254"/>
              <a:gd name="connsiteX13435" fmla="*/ 3513981 w 6545688"/>
              <a:gd name="connsiteY13435" fmla="*/ 253698 h 3341254"/>
              <a:gd name="connsiteX13436" fmla="*/ 3502454 w 6545688"/>
              <a:gd name="connsiteY13436" fmla="*/ 253698 h 3341254"/>
              <a:gd name="connsiteX13437" fmla="*/ 3501762 w 6545688"/>
              <a:gd name="connsiteY13437" fmla="*/ 253314 h 3341254"/>
              <a:gd name="connsiteX13438" fmla="*/ 3495998 w 6545688"/>
              <a:gd name="connsiteY13438" fmla="*/ 243322 h 3341254"/>
              <a:gd name="connsiteX13439" fmla="*/ 3495998 w 6545688"/>
              <a:gd name="connsiteY13439" fmla="*/ 242478 h 3341254"/>
              <a:gd name="connsiteX13440" fmla="*/ 3501762 w 6545688"/>
              <a:gd name="connsiteY13440" fmla="*/ 232486 h 3341254"/>
              <a:gd name="connsiteX13441" fmla="*/ 3502454 w 6545688"/>
              <a:gd name="connsiteY13441" fmla="*/ 232102 h 3341254"/>
              <a:gd name="connsiteX13442" fmla="*/ 3775979 w 6545688"/>
              <a:gd name="connsiteY13442" fmla="*/ 230257 h 3341254"/>
              <a:gd name="connsiteX13443" fmla="*/ 3789429 w 6545688"/>
              <a:gd name="connsiteY13443" fmla="*/ 230257 h 3341254"/>
              <a:gd name="connsiteX13444" fmla="*/ 3790273 w 6545688"/>
              <a:gd name="connsiteY13444" fmla="*/ 230718 h 3341254"/>
              <a:gd name="connsiteX13445" fmla="*/ 3796959 w 6545688"/>
              <a:gd name="connsiteY13445" fmla="*/ 242322 h 3341254"/>
              <a:gd name="connsiteX13446" fmla="*/ 3796959 w 6545688"/>
              <a:gd name="connsiteY13446" fmla="*/ 243245 h 3341254"/>
              <a:gd name="connsiteX13447" fmla="*/ 3790197 w 6545688"/>
              <a:gd name="connsiteY13447" fmla="*/ 254850 h 3341254"/>
              <a:gd name="connsiteX13448" fmla="*/ 3789351 w 6545688"/>
              <a:gd name="connsiteY13448" fmla="*/ 255312 h 3341254"/>
              <a:gd name="connsiteX13449" fmla="*/ 3775901 w 6545688"/>
              <a:gd name="connsiteY13449" fmla="*/ 255312 h 3341254"/>
              <a:gd name="connsiteX13450" fmla="*/ 3775057 w 6545688"/>
              <a:gd name="connsiteY13450" fmla="*/ 254850 h 3341254"/>
              <a:gd name="connsiteX13451" fmla="*/ 3768369 w 6545688"/>
              <a:gd name="connsiteY13451" fmla="*/ 243245 h 3341254"/>
              <a:gd name="connsiteX13452" fmla="*/ 3768369 w 6545688"/>
              <a:gd name="connsiteY13452" fmla="*/ 242322 h 3341254"/>
              <a:gd name="connsiteX13453" fmla="*/ 3775132 w 6545688"/>
              <a:gd name="connsiteY13453" fmla="*/ 230718 h 3341254"/>
              <a:gd name="connsiteX13454" fmla="*/ 3775979 w 6545688"/>
              <a:gd name="connsiteY13454" fmla="*/ 230257 h 3341254"/>
              <a:gd name="connsiteX13455" fmla="*/ 2586731 w 6545688"/>
              <a:gd name="connsiteY13455" fmla="*/ 230257 h 3341254"/>
              <a:gd name="connsiteX13456" fmla="*/ 2600180 w 6545688"/>
              <a:gd name="connsiteY13456" fmla="*/ 230257 h 3341254"/>
              <a:gd name="connsiteX13457" fmla="*/ 2601025 w 6545688"/>
              <a:gd name="connsiteY13457" fmla="*/ 230718 h 3341254"/>
              <a:gd name="connsiteX13458" fmla="*/ 2607711 w 6545688"/>
              <a:gd name="connsiteY13458" fmla="*/ 242322 h 3341254"/>
              <a:gd name="connsiteX13459" fmla="*/ 2607711 w 6545688"/>
              <a:gd name="connsiteY13459" fmla="*/ 243245 h 3341254"/>
              <a:gd name="connsiteX13460" fmla="*/ 2600949 w 6545688"/>
              <a:gd name="connsiteY13460" fmla="*/ 254850 h 3341254"/>
              <a:gd name="connsiteX13461" fmla="*/ 2600102 w 6545688"/>
              <a:gd name="connsiteY13461" fmla="*/ 255312 h 3341254"/>
              <a:gd name="connsiteX13462" fmla="*/ 2586653 w 6545688"/>
              <a:gd name="connsiteY13462" fmla="*/ 255312 h 3341254"/>
              <a:gd name="connsiteX13463" fmla="*/ 2585808 w 6545688"/>
              <a:gd name="connsiteY13463" fmla="*/ 254850 h 3341254"/>
              <a:gd name="connsiteX13464" fmla="*/ 2579122 w 6545688"/>
              <a:gd name="connsiteY13464" fmla="*/ 243245 h 3341254"/>
              <a:gd name="connsiteX13465" fmla="*/ 2579122 w 6545688"/>
              <a:gd name="connsiteY13465" fmla="*/ 242322 h 3341254"/>
              <a:gd name="connsiteX13466" fmla="*/ 2585884 w 6545688"/>
              <a:gd name="connsiteY13466" fmla="*/ 230718 h 3341254"/>
              <a:gd name="connsiteX13467" fmla="*/ 2586731 w 6545688"/>
              <a:gd name="connsiteY13467" fmla="*/ 230257 h 3341254"/>
              <a:gd name="connsiteX13468" fmla="*/ 2311132 w 6545688"/>
              <a:gd name="connsiteY13468" fmla="*/ 228182 h 3341254"/>
              <a:gd name="connsiteX13469" fmla="*/ 2326810 w 6545688"/>
              <a:gd name="connsiteY13469" fmla="*/ 228182 h 3341254"/>
              <a:gd name="connsiteX13470" fmla="*/ 2327733 w 6545688"/>
              <a:gd name="connsiteY13470" fmla="*/ 228719 h 3341254"/>
              <a:gd name="connsiteX13471" fmla="*/ 2335571 w 6545688"/>
              <a:gd name="connsiteY13471" fmla="*/ 242324 h 3341254"/>
              <a:gd name="connsiteX13472" fmla="*/ 2335571 w 6545688"/>
              <a:gd name="connsiteY13472" fmla="*/ 243398 h 3341254"/>
              <a:gd name="connsiteX13473" fmla="*/ 2327733 w 6545688"/>
              <a:gd name="connsiteY13473" fmla="*/ 257001 h 3341254"/>
              <a:gd name="connsiteX13474" fmla="*/ 2326810 w 6545688"/>
              <a:gd name="connsiteY13474" fmla="*/ 257540 h 3341254"/>
              <a:gd name="connsiteX13475" fmla="*/ 2311132 w 6545688"/>
              <a:gd name="connsiteY13475" fmla="*/ 257540 h 3341254"/>
              <a:gd name="connsiteX13476" fmla="*/ 2310209 w 6545688"/>
              <a:gd name="connsiteY13476" fmla="*/ 257001 h 3341254"/>
              <a:gd name="connsiteX13477" fmla="*/ 2302370 w 6545688"/>
              <a:gd name="connsiteY13477" fmla="*/ 243398 h 3341254"/>
              <a:gd name="connsiteX13478" fmla="*/ 2302370 w 6545688"/>
              <a:gd name="connsiteY13478" fmla="*/ 242324 h 3341254"/>
              <a:gd name="connsiteX13479" fmla="*/ 2310209 w 6545688"/>
              <a:gd name="connsiteY13479" fmla="*/ 228719 h 3341254"/>
              <a:gd name="connsiteX13480" fmla="*/ 2311132 w 6545688"/>
              <a:gd name="connsiteY13480" fmla="*/ 228182 h 3341254"/>
              <a:gd name="connsiteX13481" fmla="*/ 4963689 w 6545688"/>
              <a:gd name="connsiteY13481" fmla="*/ 227491 h 3341254"/>
              <a:gd name="connsiteX13482" fmla="*/ 4980136 w 6545688"/>
              <a:gd name="connsiteY13482" fmla="*/ 227491 h 3341254"/>
              <a:gd name="connsiteX13483" fmla="*/ 4981135 w 6545688"/>
              <a:gd name="connsiteY13483" fmla="*/ 228106 h 3341254"/>
              <a:gd name="connsiteX13484" fmla="*/ 4989359 w 6545688"/>
              <a:gd name="connsiteY13484" fmla="*/ 242324 h 3341254"/>
              <a:gd name="connsiteX13485" fmla="*/ 4989359 w 6545688"/>
              <a:gd name="connsiteY13485" fmla="*/ 243476 h 3341254"/>
              <a:gd name="connsiteX13486" fmla="*/ 4981135 w 6545688"/>
              <a:gd name="connsiteY13486" fmla="*/ 257694 h 3341254"/>
              <a:gd name="connsiteX13487" fmla="*/ 4980136 w 6545688"/>
              <a:gd name="connsiteY13487" fmla="*/ 258309 h 3341254"/>
              <a:gd name="connsiteX13488" fmla="*/ 4963689 w 6545688"/>
              <a:gd name="connsiteY13488" fmla="*/ 258309 h 3341254"/>
              <a:gd name="connsiteX13489" fmla="*/ 4962688 w 6545688"/>
              <a:gd name="connsiteY13489" fmla="*/ 257694 h 3341254"/>
              <a:gd name="connsiteX13490" fmla="*/ 4954466 w 6545688"/>
              <a:gd name="connsiteY13490" fmla="*/ 243476 h 3341254"/>
              <a:gd name="connsiteX13491" fmla="*/ 4954466 w 6545688"/>
              <a:gd name="connsiteY13491" fmla="*/ 242324 h 3341254"/>
              <a:gd name="connsiteX13492" fmla="*/ 4962688 w 6545688"/>
              <a:gd name="connsiteY13492" fmla="*/ 228106 h 3341254"/>
              <a:gd name="connsiteX13493" fmla="*/ 4963689 w 6545688"/>
              <a:gd name="connsiteY13493" fmla="*/ 227491 h 3341254"/>
              <a:gd name="connsiteX13494" fmla="*/ 3133858 w 6545688"/>
              <a:gd name="connsiteY13494" fmla="*/ 226951 h 3341254"/>
              <a:gd name="connsiteX13495" fmla="*/ 3150843 w 6545688"/>
              <a:gd name="connsiteY13495" fmla="*/ 226951 h 3341254"/>
              <a:gd name="connsiteX13496" fmla="*/ 3151920 w 6545688"/>
              <a:gd name="connsiteY13496" fmla="*/ 227567 h 3341254"/>
              <a:gd name="connsiteX13497" fmla="*/ 3160452 w 6545688"/>
              <a:gd name="connsiteY13497" fmla="*/ 242322 h 3341254"/>
              <a:gd name="connsiteX13498" fmla="*/ 3160452 w 6545688"/>
              <a:gd name="connsiteY13498" fmla="*/ 243552 h 3341254"/>
              <a:gd name="connsiteX13499" fmla="*/ 3151920 w 6545688"/>
              <a:gd name="connsiteY13499" fmla="*/ 258307 h 3341254"/>
              <a:gd name="connsiteX13500" fmla="*/ 3150843 w 6545688"/>
              <a:gd name="connsiteY13500" fmla="*/ 258923 h 3341254"/>
              <a:gd name="connsiteX13501" fmla="*/ 3133858 w 6545688"/>
              <a:gd name="connsiteY13501" fmla="*/ 258923 h 3341254"/>
              <a:gd name="connsiteX13502" fmla="*/ 3132783 w 6545688"/>
              <a:gd name="connsiteY13502" fmla="*/ 258307 h 3341254"/>
              <a:gd name="connsiteX13503" fmla="*/ 3124252 w 6545688"/>
              <a:gd name="connsiteY13503" fmla="*/ 243552 h 3341254"/>
              <a:gd name="connsiteX13504" fmla="*/ 3124252 w 6545688"/>
              <a:gd name="connsiteY13504" fmla="*/ 242322 h 3341254"/>
              <a:gd name="connsiteX13505" fmla="*/ 3132783 w 6545688"/>
              <a:gd name="connsiteY13505" fmla="*/ 227567 h 3341254"/>
              <a:gd name="connsiteX13506" fmla="*/ 3133858 w 6545688"/>
              <a:gd name="connsiteY13506" fmla="*/ 226951 h 3341254"/>
              <a:gd name="connsiteX13507" fmla="*/ 2493198 w 6545688"/>
              <a:gd name="connsiteY13507" fmla="*/ 226338 h 3341254"/>
              <a:gd name="connsiteX13508" fmla="*/ 2510798 w 6545688"/>
              <a:gd name="connsiteY13508" fmla="*/ 226338 h 3341254"/>
              <a:gd name="connsiteX13509" fmla="*/ 2511874 w 6545688"/>
              <a:gd name="connsiteY13509" fmla="*/ 226953 h 3341254"/>
              <a:gd name="connsiteX13510" fmla="*/ 2520712 w 6545688"/>
              <a:gd name="connsiteY13510" fmla="*/ 242248 h 3341254"/>
              <a:gd name="connsiteX13511" fmla="*/ 2520712 w 6545688"/>
              <a:gd name="connsiteY13511" fmla="*/ 243476 h 3341254"/>
              <a:gd name="connsiteX13512" fmla="*/ 2511874 w 6545688"/>
              <a:gd name="connsiteY13512" fmla="*/ 258771 h 3341254"/>
              <a:gd name="connsiteX13513" fmla="*/ 2510798 w 6545688"/>
              <a:gd name="connsiteY13513" fmla="*/ 259386 h 3341254"/>
              <a:gd name="connsiteX13514" fmla="*/ 2493198 w 6545688"/>
              <a:gd name="connsiteY13514" fmla="*/ 259386 h 3341254"/>
              <a:gd name="connsiteX13515" fmla="*/ 2492122 w 6545688"/>
              <a:gd name="connsiteY13515" fmla="*/ 258771 h 3341254"/>
              <a:gd name="connsiteX13516" fmla="*/ 2483284 w 6545688"/>
              <a:gd name="connsiteY13516" fmla="*/ 243476 h 3341254"/>
              <a:gd name="connsiteX13517" fmla="*/ 2483284 w 6545688"/>
              <a:gd name="connsiteY13517" fmla="*/ 242248 h 3341254"/>
              <a:gd name="connsiteX13518" fmla="*/ 2492122 w 6545688"/>
              <a:gd name="connsiteY13518" fmla="*/ 226953 h 3341254"/>
              <a:gd name="connsiteX13519" fmla="*/ 2493198 w 6545688"/>
              <a:gd name="connsiteY13519" fmla="*/ 226338 h 3341254"/>
              <a:gd name="connsiteX13520" fmla="*/ 5328902 w 6545688"/>
              <a:gd name="connsiteY13520" fmla="*/ 226107 h 3341254"/>
              <a:gd name="connsiteX13521" fmla="*/ 5346809 w 6545688"/>
              <a:gd name="connsiteY13521" fmla="*/ 226107 h 3341254"/>
              <a:gd name="connsiteX13522" fmla="*/ 5347885 w 6545688"/>
              <a:gd name="connsiteY13522" fmla="*/ 226722 h 3341254"/>
              <a:gd name="connsiteX13523" fmla="*/ 5356801 w 6545688"/>
              <a:gd name="connsiteY13523" fmla="*/ 242246 h 3341254"/>
              <a:gd name="connsiteX13524" fmla="*/ 5356801 w 6545688"/>
              <a:gd name="connsiteY13524" fmla="*/ 243476 h 3341254"/>
              <a:gd name="connsiteX13525" fmla="*/ 5347808 w 6545688"/>
              <a:gd name="connsiteY13525" fmla="*/ 259000 h 3341254"/>
              <a:gd name="connsiteX13526" fmla="*/ 5346733 w 6545688"/>
              <a:gd name="connsiteY13526" fmla="*/ 259616 h 3341254"/>
              <a:gd name="connsiteX13527" fmla="*/ 5328826 w 6545688"/>
              <a:gd name="connsiteY13527" fmla="*/ 259616 h 3341254"/>
              <a:gd name="connsiteX13528" fmla="*/ 5327750 w 6545688"/>
              <a:gd name="connsiteY13528" fmla="*/ 259000 h 3341254"/>
              <a:gd name="connsiteX13529" fmla="*/ 5318834 w 6545688"/>
              <a:gd name="connsiteY13529" fmla="*/ 243476 h 3341254"/>
              <a:gd name="connsiteX13530" fmla="*/ 5318834 w 6545688"/>
              <a:gd name="connsiteY13530" fmla="*/ 242246 h 3341254"/>
              <a:gd name="connsiteX13531" fmla="*/ 5327826 w 6545688"/>
              <a:gd name="connsiteY13531" fmla="*/ 226722 h 3341254"/>
              <a:gd name="connsiteX13532" fmla="*/ 5328902 w 6545688"/>
              <a:gd name="connsiteY13532" fmla="*/ 226107 h 3341254"/>
              <a:gd name="connsiteX13533" fmla="*/ 4048197 w 6545688"/>
              <a:gd name="connsiteY13533" fmla="*/ 226107 h 3341254"/>
              <a:gd name="connsiteX13534" fmla="*/ 4066103 w 6545688"/>
              <a:gd name="connsiteY13534" fmla="*/ 226107 h 3341254"/>
              <a:gd name="connsiteX13535" fmla="*/ 4067180 w 6545688"/>
              <a:gd name="connsiteY13535" fmla="*/ 226722 h 3341254"/>
              <a:gd name="connsiteX13536" fmla="*/ 4076096 w 6545688"/>
              <a:gd name="connsiteY13536" fmla="*/ 242246 h 3341254"/>
              <a:gd name="connsiteX13537" fmla="*/ 4076096 w 6545688"/>
              <a:gd name="connsiteY13537" fmla="*/ 243476 h 3341254"/>
              <a:gd name="connsiteX13538" fmla="*/ 4067102 w 6545688"/>
              <a:gd name="connsiteY13538" fmla="*/ 259000 h 3341254"/>
              <a:gd name="connsiteX13539" fmla="*/ 4066027 w 6545688"/>
              <a:gd name="connsiteY13539" fmla="*/ 259616 h 3341254"/>
              <a:gd name="connsiteX13540" fmla="*/ 4048119 w 6545688"/>
              <a:gd name="connsiteY13540" fmla="*/ 259616 h 3341254"/>
              <a:gd name="connsiteX13541" fmla="*/ 4047044 w 6545688"/>
              <a:gd name="connsiteY13541" fmla="*/ 259000 h 3341254"/>
              <a:gd name="connsiteX13542" fmla="*/ 4038129 w 6545688"/>
              <a:gd name="connsiteY13542" fmla="*/ 243476 h 3341254"/>
              <a:gd name="connsiteX13543" fmla="*/ 4038129 w 6545688"/>
              <a:gd name="connsiteY13543" fmla="*/ 242246 h 3341254"/>
              <a:gd name="connsiteX13544" fmla="*/ 4047120 w 6545688"/>
              <a:gd name="connsiteY13544" fmla="*/ 226722 h 3341254"/>
              <a:gd name="connsiteX13545" fmla="*/ 4048197 w 6545688"/>
              <a:gd name="connsiteY13545" fmla="*/ 226107 h 3341254"/>
              <a:gd name="connsiteX13546" fmla="*/ 6426539 w 6545688"/>
              <a:gd name="connsiteY13546" fmla="*/ 225799 h 3341254"/>
              <a:gd name="connsiteX13547" fmla="*/ 6444753 w 6545688"/>
              <a:gd name="connsiteY13547" fmla="*/ 225799 h 3341254"/>
              <a:gd name="connsiteX13548" fmla="*/ 6445830 w 6545688"/>
              <a:gd name="connsiteY13548" fmla="*/ 226414 h 3341254"/>
              <a:gd name="connsiteX13549" fmla="*/ 6454899 w 6545688"/>
              <a:gd name="connsiteY13549" fmla="*/ 242170 h 3341254"/>
              <a:gd name="connsiteX13550" fmla="*/ 6454899 w 6545688"/>
              <a:gd name="connsiteY13550" fmla="*/ 243476 h 3341254"/>
              <a:gd name="connsiteX13551" fmla="*/ 6445752 w 6545688"/>
              <a:gd name="connsiteY13551" fmla="*/ 259230 h 3341254"/>
              <a:gd name="connsiteX13552" fmla="*/ 6444677 w 6545688"/>
              <a:gd name="connsiteY13552" fmla="*/ 259845 h 3341254"/>
              <a:gd name="connsiteX13553" fmla="*/ 6426461 w 6545688"/>
              <a:gd name="connsiteY13553" fmla="*/ 259845 h 3341254"/>
              <a:gd name="connsiteX13554" fmla="*/ 6425386 w 6545688"/>
              <a:gd name="connsiteY13554" fmla="*/ 259230 h 3341254"/>
              <a:gd name="connsiteX13555" fmla="*/ 6416317 w 6545688"/>
              <a:gd name="connsiteY13555" fmla="*/ 243476 h 3341254"/>
              <a:gd name="connsiteX13556" fmla="*/ 6416317 w 6545688"/>
              <a:gd name="connsiteY13556" fmla="*/ 242170 h 3341254"/>
              <a:gd name="connsiteX13557" fmla="*/ 6425462 w 6545688"/>
              <a:gd name="connsiteY13557" fmla="*/ 226414 h 3341254"/>
              <a:gd name="connsiteX13558" fmla="*/ 6426539 w 6545688"/>
              <a:gd name="connsiteY13558" fmla="*/ 225799 h 3341254"/>
              <a:gd name="connsiteX13559" fmla="*/ 3681601 w 6545688"/>
              <a:gd name="connsiteY13559" fmla="*/ 224954 h 3341254"/>
              <a:gd name="connsiteX13560" fmla="*/ 3700738 w 6545688"/>
              <a:gd name="connsiteY13560" fmla="*/ 224954 h 3341254"/>
              <a:gd name="connsiteX13561" fmla="*/ 3701891 w 6545688"/>
              <a:gd name="connsiteY13561" fmla="*/ 225645 h 3341254"/>
              <a:gd name="connsiteX13562" fmla="*/ 3711421 w 6545688"/>
              <a:gd name="connsiteY13562" fmla="*/ 242170 h 3341254"/>
              <a:gd name="connsiteX13563" fmla="*/ 3711421 w 6545688"/>
              <a:gd name="connsiteY13563" fmla="*/ 243552 h 3341254"/>
              <a:gd name="connsiteX13564" fmla="*/ 3701891 w 6545688"/>
              <a:gd name="connsiteY13564" fmla="*/ 260077 h 3341254"/>
              <a:gd name="connsiteX13565" fmla="*/ 3700738 w 6545688"/>
              <a:gd name="connsiteY13565" fmla="*/ 260768 h 3341254"/>
              <a:gd name="connsiteX13566" fmla="*/ 3681601 w 6545688"/>
              <a:gd name="connsiteY13566" fmla="*/ 260768 h 3341254"/>
              <a:gd name="connsiteX13567" fmla="*/ 3680449 w 6545688"/>
              <a:gd name="connsiteY13567" fmla="*/ 260077 h 3341254"/>
              <a:gd name="connsiteX13568" fmla="*/ 3670918 w 6545688"/>
              <a:gd name="connsiteY13568" fmla="*/ 243552 h 3341254"/>
              <a:gd name="connsiteX13569" fmla="*/ 3670918 w 6545688"/>
              <a:gd name="connsiteY13569" fmla="*/ 242170 h 3341254"/>
              <a:gd name="connsiteX13570" fmla="*/ 3680449 w 6545688"/>
              <a:gd name="connsiteY13570" fmla="*/ 225645 h 3341254"/>
              <a:gd name="connsiteX13571" fmla="*/ 3681601 w 6545688"/>
              <a:gd name="connsiteY13571" fmla="*/ 224954 h 3341254"/>
              <a:gd name="connsiteX13572" fmla="*/ 3314699 w 6545688"/>
              <a:gd name="connsiteY13572" fmla="*/ 223033 h 3341254"/>
              <a:gd name="connsiteX13573" fmla="*/ 3335911 w 6545688"/>
              <a:gd name="connsiteY13573" fmla="*/ 223033 h 3341254"/>
              <a:gd name="connsiteX13574" fmla="*/ 3337217 w 6545688"/>
              <a:gd name="connsiteY13574" fmla="*/ 223802 h 3341254"/>
              <a:gd name="connsiteX13575" fmla="*/ 3347822 w 6545688"/>
              <a:gd name="connsiteY13575" fmla="*/ 242170 h 3341254"/>
              <a:gd name="connsiteX13576" fmla="*/ 3347822 w 6545688"/>
              <a:gd name="connsiteY13576" fmla="*/ 243706 h 3341254"/>
              <a:gd name="connsiteX13577" fmla="*/ 3337217 w 6545688"/>
              <a:gd name="connsiteY13577" fmla="*/ 262074 h 3341254"/>
              <a:gd name="connsiteX13578" fmla="*/ 3335911 w 6545688"/>
              <a:gd name="connsiteY13578" fmla="*/ 262843 h 3341254"/>
              <a:gd name="connsiteX13579" fmla="*/ 3314699 w 6545688"/>
              <a:gd name="connsiteY13579" fmla="*/ 262843 h 3341254"/>
              <a:gd name="connsiteX13580" fmla="*/ 3313392 w 6545688"/>
              <a:gd name="connsiteY13580" fmla="*/ 262074 h 3341254"/>
              <a:gd name="connsiteX13581" fmla="*/ 3302786 w 6545688"/>
              <a:gd name="connsiteY13581" fmla="*/ 243706 h 3341254"/>
              <a:gd name="connsiteX13582" fmla="*/ 3302786 w 6545688"/>
              <a:gd name="connsiteY13582" fmla="*/ 242170 h 3341254"/>
              <a:gd name="connsiteX13583" fmla="*/ 3313392 w 6545688"/>
              <a:gd name="connsiteY13583" fmla="*/ 223802 h 3341254"/>
              <a:gd name="connsiteX13584" fmla="*/ 3314699 w 6545688"/>
              <a:gd name="connsiteY13584" fmla="*/ 223033 h 3341254"/>
              <a:gd name="connsiteX13585" fmla="*/ 3222626 w 6545688"/>
              <a:gd name="connsiteY13585" fmla="*/ 221881 h 3341254"/>
              <a:gd name="connsiteX13586" fmla="*/ 3244990 w 6545688"/>
              <a:gd name="connsiteY13586" fmla="*/ 221881 h 3341254"/>
              <a:gd name="connsiteX13587" fmla="*/ 3246374 w 6545688"/>
              <a:gd name="connsiteY13587" fmla="*/ 222649 h 3341254"/>
              <a:gd name="connsiteX13588" fmla="*/ 3257595 w 6545688"/>
              <a:gd name="connsiteY13588" fmla="*/ 242016 h 3341254"/>
              <a:gd name="connsiteX13589" fmla="*/ 3257595 w 6545688"/>
              <a:gd name="connsiteY13589" fmla="*/ 243630 h 3341254"/>
              <a:gd name="connsiteX13590" fmla="*/ 3246374 w 6545688"/>
              <a:gd name="connsiteY13590" fmla="*/ 262997 h 3341254"/>
              <a:gd name="connsiteX13591" fmla="*/ 3244990 w 6545688"/>
              <a:gd name="connsiteY13591" fmla="*/ 263766 h 3341254"/>
              <a:gd name="connsiteX13592" fmla="*/ 3222626 w 6545688"/>
              <a:gd name="connsiteY13592" fmla="*/ 263766 h 3341254"/>
              <a:gd name="connsiteX13593" fmla="*/ 3221244 w 6545688"/>
              <a:gd name="connsiteY13593" fmla="*/ 262997 h 3341254"/>
              <a:gd name="connsiteX13594" fmla="*/ 3210022 w 6545688"/>
              <a:gd name="connsiteY13594" fmla="*/ 243630 h 3341254"/>
              <a:gd name="connsiteX13595" fmla="*/ 3210022 w 6545688"/>
              <a:gd name="connsiteY13595" fmla="*/ 242016 h 3341254"/>
              <a:gd name="connsiteX13596" fmla="*/ 3221244 w 6545688"/>
              <a:gd name="connsiteY13596" fmla="*/ 222649 h 3341254"/>
              <a:gd name="connsiteX13597" fmla="*/ 3222626 w 6545688"/>
              <a:gd name="connsiteY13597" fmla="*/ 221881 h 3341254"/>
              <a:gd name="connsiteX13598" fmla="*/ 5051995 w 6545688"/>
              <a:gd name="connsiteY13598" fmla="*/ 221341 h 3341254"/>
              <a:gd name="connsiteX13599" fmla="*/ 5074975 w 6545688"/>
              <a:gd name="connsiteY13599" fmla="*/ 221341 h 3341254"/>
              <a:gd name="connsiteX13600" fmla="*/ 5076359 w 6545688"/>
              <a:gd name="connsiteY13600" fmla="*/ 222186 h 3341254"/>
              <a:gd name="connsiteX13601" fmla="*/ 5087811 w 6545688"/>
              <a:gd name="connsiteY13601" fmla="*/ 242092 h 3341254"/>
              <a:gd name="connsiteX13602" fmla="*/ 5087811 w 6545688"/>
              <a:gd name="connsiteY13602" fmla="*/ 243706 h 3341254"/>
              <a:gd name="connsiteX13603" fmla="*/ 5076281 w 6545688"/>
              <a:gd name="connsiteY13603" fmla="*/ 263612 h 3341254"/>
              <a:gd name="connsiteX13604" fmla="*/ 5074899 w 6545688"/>
              <a:gd name="connsiteY13604" fmla="*/ 264457 h 3341254"/>
              <a:gd name="connsiteX13605" fmla="*/ 5051919 w 6545688"/>
              <a:gd name="connsiteY13605" fmla="*/ 264457 h 3341254"/>
              <a:gd name="connsiteX13606" fmla="*/ 5050535 w 6545688"/>
              <a:gd name="connsiteY13606" fmla="*/ 263612 h 3341254"/>
              <a:gd name="connsiteX13607" fmla="*/ 5039083 w 6545688"/>
              <a:gd name="connsiteY13607" fmla="*/ 243706 h 3341254"/>
              <a:gd name="connsiteX13608" fmla="*/ 5039083 w 6545688"/>
              <a:gd name="connsiteY13608" fmla="*/ 242092 h 3341254"/>
              <a:gd name="connsiteX13609" fmla="*/ 5050613 w 6545688"/>
              <a:gd name="connsiteY13609" fmla="*/ 222186 h 3341254"/>
              <a:gd name="connsiteX13610" fmla="*/ 5051995 w 6545688"/>
              <a:gd name="connsiteY13610" fmla="*/ 221341 h 3341254"/>
              <a:gd name="connsiteX13611" fmla="*/ 5234756 w 6545688"/>
              <a:gd name="connsiteY13611" fmla="*/ 221034 h 3341254"/>
              <a:gd name="connsiteX13612" fmla="*/ 5258042 w 6545688"/>
              <a:gd name="connsiteY13612" fmla="*/ 221034 h 3341254"/>
              <a:gd name="connsiteX13613" fmla="*/ 5259504 w 6545688"/>
              <a:gd name="connsiteY13613" fmla="*/ 221879 h 3341254"/>
              <a:gd name="connsiteX13614" fmla="*/ 5271107 w 6545688"/>
              <a:gd name="connsiteY13614" fmla="*/ 242092 h 3341254"/>
              <a:gd name="connsiteX13615" fmla="*/ 5271107 w 6545688"/>
              <a:gd name="connsiteY13615" fmla="*/ 243706 h 3341254"/>
              <a:gd name="connsiteX13616" fmla="*/ 5259426 w 6545688"/>
              <a:gd name="connsiteY13616" fmla="*/ 263918 h 3341254"/>
              <a:gd name="connsiteX13617" fmla="*/ 5257966 w 6545688"/>
              <a:gd name="connsiteY13617" fmla="*/ 264764 h 3341254"/>
              <a:gd name="connsiteX13618" fmla="*/ 5234678 w 6545688"/>
              <a:gd name="connsiteY13618" fmla="*/ 264764 h 3341254"/>
              <a:gd name="connsiteX13619" fmla="*/ 5233219 w 6545688"/>
              <a:gd name="connsiteY13619" fmla="*/ 263918 h 3341254"/>
              <a:gd name="connsiteX13620" fmla="*/ 5221613 w 6545688"/>
              <a:gd name="connsiteY13620" fmla="*/ 243706 h 3341254"/>
              <a:gd name="connsiteX13621" fmla="*/ 5221613 w 6545688"/>
              <a:gd name="connsiteY13621" fmla="*/ 242092 h 3341254"/>
              <a:gd name="connsiteX13622" fmla="*/ 5233297 w 6545688"/>
              <a:gd name="connsiteY13622" fmla="*/ 221879 h 3341254"/>
              <a:gd name="connsiteX13623" fmla="*/ 5234756 w 6545688"/>
              <a:gd name="connsiteY13623" fmla="*/ 221034 h 3341254"/>
              <a:gd name="connsiteX13624" fmla="*/ 4319571 w 6545688"/>
              <a:gd name="connsiteY13624" fmla="*/ 220343 h 3341254"/>
              <a:gd name="connsiteX13625" fmla="*/ 4343628 w 6545688"/>
              <a:gd name="connsiteY13625" fmla="*/ 220343 h 3341254"/>
              <a:gd name="connsiteX13626" fmla="*/ 4345088 w 6545688"/>
              <a:gd name="connsiteY13626" fmla="*/ 221188 h 3341254"/>
              <a:gd name="connsiteX13627" fmla="*/ 4357077 w 6545688"/>
              <a:gd name="connsiteY13627" fmla="*/ 242016 h 3341254"/>
              <a:gd name="connsiteX13628" fmla="*/ 4357077 w 6545688"/>
              <a:gd name="connsiteY13628" fmla="*/ 243706 h 3341254"/>
              <a:gd name="connsiteX13629" fmla="*/ 4345010 w 6545688"/>
              <a:gd name="connsiteY13629" fmla="*/ 264535 h 3341254"/>
              <a:gd name="connsiteX13630" fmla="*/ 4343550 w 6545688"/>
              <a:gd name="connsiteY13630" fmla="*/ 265379 h 3341254"/>
              <a:gd name="connsiteX13631" fmla="*/ 4319496 w 6545688"/>
              <a:gd name="connsiteY13631" fmla="*/ 265379 h 3341254"/>
              <a:gd name="connsiteX13632" fmla="*/ 4318034 w 6545688"/>
              <a:gd name="connsiteY13632" fmla="*/ 264535 h 3341254"/>
              <a:gd name="connsiteX13633" fmla="*/ 4306045 w 6545688"/>
              <a:gd name="connsiteY13633" fmla="*/ 243706 h 3341254"/>
              <a:gd name="connsiteX13634" fmla="*/ 4306045 w 6545688"/>
              <a:gd name="connsiteY13634" fmla="*/ 242016 h 3341254"/>
              <a:gd name="connsiteX13635" fmla="*/ 4318112 w 6545688"/>
              <a:gd name="connsiteY13635" fmla="*/ 221188 h 3341254"/>
              <a:gd name="connsiteX13636" fmla="*/ 4319571 w 6545688"/>
              <a:gd name="connsiteY13636" fmla="*/ 220343 h 3341254"/>
              <a:gd name="connsiteX13637" fmla="*/ 3587378 w 6545688"/>
              <a:gd name="connsiteY13637" fmla="*/ 219805 h 3341254"/>
              <a:gd name="connsiteX13638" fmla="*/ 3612049 w 6545688"/>
              <a:gd name="connsiteY13638" fmla="*/ 219805 h 3341254"/>
              <a:gd name="connsiteX13639" fmla="*/ 3613586 w 6545688"/>
              <a:gd name="connsiteY13639" fmla="*/ 220650 h 3341254"/>
              <a:gd name="connsiteX13640" fmla="*/ 3625882 w 6545688"/>
              <a:gd name="connsiteY13640" fmla="*/ 242016 h 3341254"/>
              <a:gd name="connsiteX13641" fmla="*/ 3625882 w 6545688"/>
              <a:gd name="connsiteY13641" fmla="*/ 243784 h 3341254"/>
              <a:gd name="connsiteX13642" fmla="*/ 3613586 w 6545688"/>
              <a:gd name="connsiteY13642" fmla="*/ 265150 h 3341254"/>
              <a:gd name="connsiteX13643" fmla="*/ 3612049 w 6545688"/>
              <a:gd name="connsiteY13643" fmla="*/ 265995 h 3341254"/>
              <a:gd name="connsiteX13644" fmla="*/ 3587378 w 6545688"/>
              <a:gd name="connsiteY13644" fmla="*/ 265995 h 3341254"/>
              <a:gd name="connsiteX13645" fmla="*/ 3585842 w 6545688"/>
              <a:gd name="connsiteY13645" fmla="*/ 265150 h 3341254"/>
              <a:gd name="connsiteX13646" fmla="*/ 3573543 w 6545688"/>
              <a:gd name="connsiteY13646" fmla="*/ 243784 h 3341254"/>
              <a:gd name="connsiteX13647" fmla="*/ 3573543 w 6545688"/>
              <a:gd name="connsiteY13647" fmla="*/ 242016 h 3341254"/>
              <a:gd name="connsiteX13648" fmla="*/ 3585842 w 6545688"/>
              <a:gd name="connsiteY13648" fmla="*/ 220650 h 3341254"/>
              <a:gd name="connsiteX13649" fmla="*/ 3587378 w 6545688"/>
              <a:gd name="connsiteY13649" fmla="*/ 219805 h 3341254"/>
              <a:gd name="connsiteX13650" fmla="*/ 4135580 w 6545688"/>
              <a:gd name="connsiteY13650" fmla="*/ 218421 h 3341254"/>
              <a:gd name="connsiteX13651" fmla="*/ 4161711 w 6545688"/>
              <a:gd name="connsiteY13651" fmla="*/ 218421 h 3341254"/>
              <a:gd name="connsiteX13652" fmla="*/ 4163325 w 6545688"/>
              <a:gd name="connsiteY13652" fmla="*/ 219344 h 3341254"/>
              <a:gd name="connsiteX13653" fmla="*/ 4176390 w 6545688"/>
              <a:gd name="connsiteY13653" fmla="*/ 242016 h 3341254"/>
              <a:gd name="connsiteX13654" fmla="*/ 4176390 w 6545688"/>
              <a:gd name="connsiteY13654" fmla="*/ 243860 h 3341254"/>
              <a:gd name="connsiteX13655" fmla="*/ 4163325 w 6545688"/>
              <a:gd name="connsiteY13655" fmla="*/ 266532 h 3341254"/>
              <a:gd name="connsiteX13656" fmla="*/ 4161711 w 6545688"/>
              <a:gd name="connsiteY13656" fmla="*/ 267455 h 3341254"/>
              <a:gd name="connsiteX13657" fmla="*/ 4135580 w 6545688"/>
              <a:gd name="connsiteY13657" fmla="*/ 267455 h 3341254"/>
              <a:gd name="connsiteX13658" fmla="*/ 4133967 w 6545688"/>
              <a:gd name="connsiteY13658" fmla="*/ 266532 h 3341254"/>
              <a:gd name="connsiteX13659" fmla="*/ 4120903 w 6545688"/>
              <a:gd name="connsiteY13659" fmla="*/ 243860 h 3341254"/>
              <a:gd name="connsiteX13660" fmla="*/ 4120903 w 6545688"/>
              <a:gd name="connsiteY13660" fmla="*/ 242016 h 3341254"/>
              <a:gd name="connsiteX13661" fmla="*/ 4133967 w 6545688"/>
              <a:gd name="connsiteY13661" fmla="*/ 219344 h 3341254"/>
              <a:gd name="connsiteX13662" fmla="*/ 4135580 w 6545688"/>
              <a:gd name="connsiteY13662" fmla="*/ 218421 h 3341254"/>
              <a:gd name="connsiteX13663" fmla="*/ 4409799 w 6545688"/>
              <a:gd name="connsiteY13663" fmla="*/ 217960 h 3341254"/>
              <a:gd name="connsiteX13664" fmla="*/ 4436389 w 6545688"/>
              <a:gd name="connsiteY13664" fmla="*/ 217960 h 3341254"/>
              <a:gd name="connsiteX13665" fmla="*/ 4438005 w 6545688"/>
              <a:gd name="connsiteY13665" fmla="*/ 218883 h 3341254"/>
              <a:gd name="connsiteX13666" fmla="*/ 4451300 w 6545688"/>
              <a:gd name="connsiteY13666" fmla="*/ 241938 h 3341254"/>
              <a:gd name="connsiteX13667" fmla="*/ 4451300 w 6545688"/>
              <a:gd name="connsiteY13667" fmla="*/ 243784 h 3341254"/>
              <a:gd name="connsiteX13668" fmla="*/ 4438005 w 6545688"/>
              <a:gd name="connsiteY13668" fmla="*/ 266839 h 3341254"/>
              <a:gd name="connsiteX13669" fmla="*/ 4436389 w 6545688"/>
              <a:gd name="connsiteY13669" fmla="*/ 267762 h 3341254"/>
              <a:gd name="connsiteX13670" fmla="*/ 4409799 w 6545688"/>
              <a:gd name="connsiteY13670" fmla="*/ 267762 h 3341254"/>
              <a:gd name="connsiteX13671" fmla="*/ 4408185 w 6545688"/>
              <a:gd name="connsiteY13671" fmla="*/ 266839 h 3341254"/>
              <a:gd name="connsiteX13672" fmla="*/ 4394888 w 6545688"/>
              <a:gd name="connsiteY13672" fmla="*/ 243784 h 3341254"/>
              <a:gd name="connsiteX13673" fmla="*/ 4394888 w 6545688"/>
              <a:gd name="connsiteY13673" fmla="*/ 241938 h 3341254"/>
              <a:gd name="connsiteX13674" fmla="*/ 4408185 w 6545688"/>
              <a:gd name="connsiteY13674" fmla="*/ 218883 h 3341254"/>
              <a:gd name="connsiteX13675" fmla="*/ 4409799 w 6545688"/>
              <a:gd name="connsiteY13675" fmla="*/ 217960 h 3341254"/>
              <a:gd name="connsiteX13676" fmla="*/ 4226808 w 6545688"/>
              <a:gd name="connsiteY13676" fmla="*/ 217960 h 3341254"/>
              <a:gd name="connsiteX13677" fmla="*/ 4253398 w 6545688"/>
              <a:gd name="connsiteY13677" fmla="*/ 217960 h 3341254"/>
              <a:gd name="connsiteX13678" fmla="*/ 4255014 w 6545688"/>
              <a:gd name="connsiteY13678" fmla="*/ 218883 h 3341254"/>
              <a:gd name="connsiteX13679" fmla="*/ 4268310 w 6545688"/>
              <a:gd name="connsiteY13679" fmla="*/ 241938 h 3341254"/>
              <a:gd name="connsiteX13680" fmla="*/ 4268310 w 6545688"/>
              <a:gd name="connsiteY13680" fmla="*/ 243784 h 3341254"/>
              <a:gd name="connsiteX13681" fmla="*/ 4255014 w 6545688"/>
              <a:gd name="connsiteY13681" fmla="*/ 266839 h 3341254"/>
              <a:gd name="connsiteX13682" fmla="*/ 4253398 w 6545688"/>
              <a:gd name="connsiteY13682" fmla="*/ 267762 h 3341254"/>
              <a:gd name="connsiteX13683" fmla="*/ 4226808 w 6545688"/>
              <a:gd name="connsiteY13683" fmla="*/ 267762 h 3341254"/>
              <a:gd name="connsiteX13684" fmla="*/ 4225195 w 6545688"/>
              <a:gd name="connsiteY13684" fmla="*/ 266839 h 3341254"/>
              <a:gd name="connsiteX13685" fmla="*/ 4211897 w 6545688"/>
              <a:gd name="connsiteY13685" fmla="*/ 243784 h 3341254"/>
              <a:gd name="connsiteX13686" fmla="*/ 4211897 w 6545688"/>
              <a:gd name="connsiteY13686" fmla="*/ 241938 h 3341254"/>
              <a:gd name="connsiteX13687" fmla="*/ 4225195 w 6545688"/>
              <a:gd name="connsiteY13687" fmla="*/ 218883 h 3341254"/>
              <a:gd name="connsiteX13688" fmla="*/ 4226808 w 6545688"/>
              <a:gd name="connsiteY13688" fmla="*/ 217960 h 3341254"/>
              <a:gd name="connsiteX13689" fmla="*/ 5141300 w 6545688"/>
              <a:gd name="connsiteY13689" fmla="*/ 217423 h 3341254"/>
              <a:gd name="connsiteX13690" fmla="*/ 5168508 w 6545688"/>
              <a:gd name="connsiteY13690" fmla="*/ 217423 h 3341254"/>
              <a:gd name="connsiteX13691" fmla="*/ 5170197 w 6545688"/>
              <a:gd name="connsiteY13691" fmla="*/ 218421 h 3341254"/>
              <a:gd name="connsiteX13692" fmla="*/ 5183802 w 6545688"/>
              <a:gd name="connsiteY13692" fmla="*/ 241940 h 3341254"/>
              <a:gd name="connsiteX13693" fmla="*/ 5183802 w 6545688"/>
              <a:gd name="connsiteY13693" fmla="*/ 243862 h 3341254"/>
              <a:gd name="connsiteX13694" fmla="*/ 5170197 w 6545688"/>
              <a:gd name="connsiteY13694" fmla="*/ 267379 h 3341254"/>
              <a:gd name="connsiteX13695" fmla="*/ 5168508 w 6545688"/>
              <a:gd name="connsiteY13695" fmla="*/ 268377 h 3341254"/>
              <a:gd name="connsiteX13696" fmla="*/ 5141300 w 6545688"/>
              <a:gd name="connsiteY13696" fmla="*/ 268377 h 3341254"/>
              <a:gd name="connsiteX13697" fmla="*/ 5139610 w 6545688"/>
              <a:gd name="connsiteY13697" fmla="*/ 267379 h 3341254"/>
              <a:gd name="connsiteX13698" fmla="*/ 5126007 w 6545688"/>
              <a:gd name="connsiteY13698" fmla="*/ 243862 h 3341254"/>
              <a:gd name="connsiteX13699" fmla="*/ 5126007 w 6545688"/>
              <a:gd name="connsiteY13699" fmla="*/ 241940 h 3341254"/>
              <a:gd name="connsiteX13700" fmla="*/ 5139610 w 6545688"/>
              <a:gd name="connsiteY13700" fmla="*/ 218421 h 3341254"/>
              <a:gd name="connsiteX13701" fmla="*/ 5141300 w 6545688"/>
              <a:gd name="connsiteY13701" fmla="*/ 217423 h 3341254"/>
              <a:gd name="connsiteX13702" fmla="*/ 4592404 w 6545688"/>
              <a:gd name="connsiteY13702" fmla="*/ 217423 h 3341254"/>
              <a:gd name="connsiteX13703" fmla="*/ 4619612 w 6545688"/>
              <a:gd name="connsiteY13703" fmla="*/ 217423 h 3341254"/>
              <a:gd name="connsiteX13704" fmla="*/ 4621302 w 6545688"/>
              <a:gd name="connsiteY13704" fmla="*/ 218421 h 3341254"/>
              <a:gd name="connsiteX13705" fmla="*/ 4634907 w 6545688"/>
              <a:gd name="connsiteY13705" fmla="*/ 241940 h 3341254"/>
              <a:gd name="connsiteX13706" fmla="*/ 4634907 w 6545688"/>
              <a:gd name="connsiteY13706" fmla="*/ 243862 h 3341254"/>
              <a:gd name="connsiteX13707" fmla="*/ 4621302 w 6545688"/>
              <a:gd name="connsiteY13707" fmla="*/ 267379 h 3341254"/>
              <a:gd name="connsiteX13708" fmla="*/ 4619612 w 6545688"/>
              <a:gd name="connsiteY13708" fmla="*/ 268377 h 3341254"/>
              <a:gd name="connsiteX13709" fmla="*/ 4592404 w 6545688"/>
              <a:gd name="connsiteY13709" fmla="*/ 268377 h 3341254"/>
              <a:gd name="connsiteX13710" fmla="*/ 4590715 w 6545688"/>
              <a:gd name="connsiteY13710" fmla="*/ 267379 h 3341254"/>
              <a:gd name="connsiteX13711" fmla="*/ 4577112 w 6545688"/>
              <a:gd name="connsiteY13711" fmla="*/ 243862 h 3341254"/>
              <a:gd name="connsiteX13712" fmla="*/ 4577112 w 6545688"/>
              <a:gd name="connsiteY13712" fmla="*/ 241940 h 3341254"/>
              <a:gd name="connsiteX13713" fmla="*/ 4590715 w 6545688"/>
              <a:gd name="connsiteY13713" fmla="*/ 218421 h 3341254"/>
              <a:gd name="connsiteX13714" fmla="*/ 4592404 w 6545688"/>
              <a:gd name="connsiteY13714" fmla="*/ 217423 h 3341254"/>
              <a:gd name="connsiteX13715" fmla="*/ 4500871 w 6545688"/>
              <a:gd name="connsiteY13715" fmla="*/ 217269 h 3341254"/>
              <a:gd name="connsiteX13716" fmla="*/ 4528232 w 6545688"/>
              <a:gd name="connsiteY13716" fmla="*/ 217269 h 3341254"/>
              <a:gd name="connsiteX13717" fmla="*/ 4529922 w 6545688"/>
              <a:gd name="connsiteY13717" fmla="*/ 218268 h 3341254"/>
              <a:gd name="connsiteX13718" fmla="*/ 4543603 w 6545688"/>
              <a:gd name="connsiteY13718" fmla="*/ 241938 h 3341254"/>
              <a:gd name="connsiteX13719" fmla="*/ 4543603 w 6545688"/>
              <a:gd name="connsiteY13719" fmla="*/ 243860 h 3341254"/>
              <a:gd name="connsiteX13720" fmla="*/ 4529922 w 6545688"/>
              <a:gd name="connsiteY13720" fmla="*/ 267532 h 3341254"/>
              <a:gd name="connsiteX13721" fmla="*/ 4528232 w 6545688"/>
              <a:gd name="connsiteY13721" fmla="*/ 268531 h 3341254"/>
              <a:gd name="connsiteX13722" fmla="*/ 4500871 w 6545688"/>
              <a:gd name="connsiteY13722" fmla="*/ 268531 h 3341254"/>
              <a:gd name="connsiteX13723" fmla="*/ 4499179 w 6545688"/>
              <a:gd name="connsiteY13723" fmla="*/ 267532 h 3341254"/>
              <a:gd name="connsiteX13724" fmla="*/ 4485501 w 6545688"/>
              <a:gd name="connsiteY13724" fmla="*/ 243860 h 3341254"/>
              <a:gd name="connsiteX13725" fmla="*/ 4485501 w 6545688"/>
              <a:gd name="connsiteY13725" fmla="*/ 241938 h 3341254"/>
              <a:gd name="connsiteX13726" fmla="*/ 4499179 w 6545688"/>
              <a:gd name="connsiteY13726" fmla="*/ 218268 h 3341254"/>
              <a:gd name="connsiteX13727" fmla="*/ 4500871 w 6545688"/>
              <a:gd name="connsiteY13727" fmla="*/ 217269 h 3341254"/>
              <a:gd name="connsiteX13728" fmla="*/ 4866545 w 6545688"/>
              <a:gd name="connsiteY13728" fmla="*/ 216730 h 3341254"/>
              <a:gd name="connsiteX13729" fmla="*/ 4894444 w 6545688"/>
              <a:gd name="connsiteY13729" fmla="*/ 216730 h 3341254"/>
              <a:gd name="connsiteX13730" fmla="*/ 4896134 w 6545688"/>
              <a:gd name="connsiteY13730" fmla="*/ 217728 h 3341254"/>
              <a:gd name="connsiteX13731" fmla="*/ 4910122 w 6545688"/>
              <a:gd name="connsiteY13731" fmla="*/ 241938 h 3341254"/>
              <a:gd name="connsiteX13732" fmla="*/ 4910122 w 6545688"/>
              <a:gd name="connsiteY13732" fmla="*/ 243936 h 3341254"/>
              <a:gd name="connsiteX13733" fmla="*/ 4896134 w 6545688"/>
              <a:gd name="connsiteY13733" fmla="*/ 268146 h 3341254"/>
              <a:gd name="connsiteX13734" fmla="*/ 4894444 w 6545688"/>
              <a:gd name="connsiteY13734" fmla="*/ 269144 h 3341254"/>
              <a:gd name="connsiteX13735" fmla="*/ 4866545 w 6545688"/>
              <a:gd name="connsiteY13735" fmla="*/ 269144 h 3341254"/>
              <a:gd name="connsiteX13736" fmla="*/ 4864854 w 6545688"/>
              <a:gd name="connsiteY13736" fmla="*/ 268146 h 3341254"/>
              <a:gd name="connsiteX13737" fmla="*/ 4850867 w 6545688"/>
              <a:gd name="connsiteY13737" fmla="*/ 243936 h 3341254"/>
              <a:gd name="connsiteX13738" fmla="*/ 4850867 w 6545688"/>
              <a:gd name="connsiteY13738" fmla="*/ 241938 h 3341254"/>
              <a:gd name="connsiteX13739" fmla="*/ 4864854 w 6545688"/>
              <a:gd name="connsiteY13739" fmla="*/ 217728 h 3341254"/>
              <a:gd name="connsiteX13740" fmla="*/ 4866545 w 6545688"/>
              <a:gd name="connsiteY13740" fmla="*/ 216730 h 3341254"/>
              <a:gd name="connsiteX13741" fmla="*/ 4683247 w 6545688"/>
              <a:gd name="connsiteY13741" fmla="*/ 216193 h 3341254"/>
              <a:gd name="connsiteX13742" fmla="*/ 4711761 w 6545688"/>
              <a:gd name="connsiteY13742" fmla="*/ 216193 h 3341254"/>
              <a:gd name="connsiteX13743" fmla="*/ 4713528 w 6545688"/>
              <a:gd name="connsiteY13743" fmla="*/ 217191 h 3341254"/>
              <a:gd name="connsiteX13744" fmla="*/ 4727746 w 6545688"/>
              <a:gd name="connsiteY13744" fmla="*/ 241862 h 3341254"/>
              <a:gd name="connsiteX13745" fmla="*/ 4727746 w 6545688"/>
              <a:gd name="connsiteY13745" fmla="*/ 243860 h 3341254"/>
              <a:gd name="connsiteX13746" fmla="*/ 4713452 w 6545688"/>
              <a:gd name="connsiteY13746" fmla="*/ 268531 h 3341254"/>
              <a:gd name="connsiteX13747" fmla="*/ 4711685 w 6545688"/>
              <a:gd name="connsiteY13747" fmla="*/ 269530 h 3341254"/>
              <a:gd name="connsiteX13748" fmla="*/ 4683171 w 6545688"/>
              <a:gd name="connsiteY13748" fmla="*/ 269530 h 3341254"/>
              <a:gd name="connsiteX13749" fmla="*/ 4681403 w 6545688"/>
              <a:gd name="connsiteY13749" fmla="*/ 268531 h 3341254"/>
              <a:gd name="connsiteX13750" fmla="*/ 4667185 w 6545688"/>
              <a:gd name="connsiteY13750" fmla="*/ 243860 h 3341254"/>
              <a:gd name="connsiteX13751" fmla="*/ 4667185 w 6545688"/>
              <a:gd name="connsiteY13751" fmla="*/ 241862 h 3341254"/>
              <a:gd name="connsiteX13752" fmla="*/ 4681479 w 6545688"/>
              <a:gd name="connsiteY13752" fmla="*/ 217191 h 3341254"/>
              <a:gd name="connsiteX13753" fmla="*/ 4683247 w 6545688"/>
              <a:gd name="connsiteY13753" fmla="*/ 216193 h 3341254"/>
              <a:gd name="connsiteX13754" fmla="*/ 3859442 w 6545688"/>
              <a:gd name="connsiteY13754" fmla="*/ 215348 h 3341254"/>
              <a:gd name="connsiteX13755" fmla="*/ 3888878 w 6545688"/>
              <a:gd name="connsiteY13755" fmla="*/ 215348 h 3341254"/>
              <a:gd name="connsiteX13756" fmla="*/ 3890646 w 6545688"/>
              <a:gd name="connsiteY13756" fmla="*/ 216424 h 3341254"/>
              <a:gd name="connsiteX13757" fmla="*/ 3905325 w 6545688"/>
              <a:gd name="connsiteY13757" fmla="*/ 241938 h 3341254"/>
              <a:gd name="connsiteX13758" fmla="*/ 3905325 w 6545688"/>
              <a:gd name="connsiteY13758" fmla="*/ 244013 h 3341254"/>
              <a:gd name="connsiteX13759" fmla="*/ 3890568 w 6545688"/>
              <a:gd name="connsiteY13759" fmla="*/ 269530 h 3341254"/>
              <a:gd name="connsiteX13760" fmla="*/ 3888800 w 6545688"/>
              <a:gd name="connsiteY13760" fmla="*/ 270606 h 3341254"/>
              <a:gd name="connsiteX13761" fmla="*/ 3859366 w 6545688"/>
              <a:gd name="connsiteY13761" fmla="*/ 270606 h 3341254"/>
              <a:gd name="connsiteX13762" fmla="*/ 3857598 w 6545688"/>
              <a:gd name="connsiteY13762" fmla="*/ 269530 h 3341254"/>
              <a:gd name="connsiteX13763" fmla="*/ 3842919 w 6545688"/>
              <a:gd name="connsiteY13763" fmla="*/ 244013 h 3341254"/>
              <a:gd name="connsiteX13764" fmla="*/ 3842919 w 6545688"/>
              <a:gd name="connsiteY13764" fmla="*/ 241938 h 3341254"/>
              <a:gd name="connsiteX13765" fmla="*/ 3857674 w 6545688"/>
              <a:gd name="connsiteY13765" fmla="*/ 216424 h 3341254"/>
              <a:gd name="connsiteX13766" fmla="*/ 3859442 w 6545688"/>
              <a:gd name="connsiteY13766" fmla="*/ 215348 h 3341254"/>
              <a:gd name="connsiteX13767" fmla="*/ 3950670 w 6545688"/>
              <a:gd name="connsiteY13767" fmla="*/ 214886 h 3341254"/>
              <a:gd name="connsiteX13768" fmla="*/ 3980565 w 6545688"/>
              <a:gd name="connsiteY13768" fmla="*/ 214886 h 3341254"/>
              <a:gd name="connsiteX13769" fmla="*/ 3982409 w 6545688"/>
              <a:gd name="connsiteY13769" fmla="*/ 215963 h 3341254"/>
              <a:gd name="connsiteX13770" fmla="*/ 3997321 w 6545688"/>
              <a:gd name="connsiteY13770" fmla="*/ 241862 h 3341254"/>
              <a:gd name="connsiteX13771" fmla="*/ 3997321 w 6545688"/>
              <a:gd name="connsiteY13771" fmla="*/ 243938 h 3341254"/>
              <a:gd name="connsiteX13772" fmla="*/ 3982409 w 6545688"/>
              <a:gd name="connsiteY13772" fmla="*/ 269837 h 3341254"/>
              <a:gd name="connsiteX13773" fmla="*/ 3980565 w 6545688"/>
              <a:gd name="connsiteY13773" fmla="*/ 270914 h 3341254"/>
              <a:gd name="connsiteX13774" fmla="*/ 3950670 w 6545688"/>
              <a:gd name="connsiteY13774" fmla="*/ 270914 h 3341254"/>
              <a:gd name="connsiteX13775" fmla="*/ 3948824 w 6545688"/>
              <a:gd name="connsiteY13775" fmla="*/ 269837 h 3341254"/>
              <a:gd name="connsiteX13776" fmla="*/ 3933915 w 6545688"/>
              <a:gd name="connsiteY13776" fmla="*/ 243938 h 3341254"/>
              <a:gd name="connsiteX13777" fmla="*/ 3933915 w 6545688"/>
              <a:gd name="connsiteY13777" fmla="*/ 241862 h 3341254"/>
              <a:gd name="connsiteX13778" fmla="*/ 3948824 w 6545688"/>
              <a:gd name="connsiteY13778" fmla="*/ 215963 h 3341254"/>
              <a:gd name="connsiteX13779" fmla="*/ 3950670 w 6545688"/>
              <a:gd name="connsiteY13779" fmla="*/ 214886 h 3341254"/>
              <a:gd name="connsiteX13780" fmla="*/ 5413903 w 6545688"/>
              <a:gd name="connsiteY13780" fmla="*/ 213888 h 3341254"/>
              <a:gd name="connsiteX13781" fmla="*/ 5444800 w 6545688"/>
              <a:gd name="connsiteY13781" fmla="*/ 213888 h 3341254"/>
              <a:gd name="connsiteX13782" fmla="*/ 5446721 w 6545688"/>
              <a:gd name="connsiteY13782" fmla="*/ 214964 h 3341254"/>
              <a:gd name="connsiteX13783" fmla="*/ 5462169 w 6545688"/>
              <a:gd name="connsiteY13783" fmla="*/ 241709 h 3341254"/>
              <a:gd name="connsiteX13784" fmla="*/ 5462169 w 6545688"/>
              <a:gd name="connsiteY13784" fmla="*/ 243862 h 3341254"/>
              <a:gd name="connsiteX13785" fmla="*/ 5446721 w 6545688"/>
              <a:gd name="connsiteY13785" fmla="*/ 270606 h 3341254"/>
              <a:gd name="connsiteX13786" fmla="*/ 5444800 w 6545688"/>
              <a:gd name="connsiteY13786" fmla="*/ 271683 h 3341254"/>
              <a:gd name="connsiteX13787" fmla="*/ 5413903 w 6545688"/>
              <a:gd name="connsiteY13787" fmla="*/ 271683 h 3341254"/>
              <a:gd name="connsiteX13788" fmla="*/ 5411981 w 6545688"/>
              <a:gd name="connsiteY13788" fmla="*/ 270606 h 3341254"/>
              <a:gd name="connsiteX13789" fmla="*/ 5396535 w 6545688"/>
              <a:gd name="connsiteY13789" fmla="*/ 243862 h 3341254"/>
              <a:gd name="connsiteX13790" fmla="*/ 5396535 w 6545688"/>
              <a:gd name="connsiteY13790" fmla="*/ 241709 h 3341254"/>
              <a:gd name="connsiteX13791" fmla="*/ 5411981 w 6545688"/>
              <a:gd name="connsiteY13791" fmla="*/ 214964 h 3341254"/>
              <a:gd name="connsiteX13792" fmla="*/ 5413903 w 6545688"/>
              <a:gd name="connsiteY13792" fmla="*/ 213888 h 3341254"/>
              <a:gd name="connsiteX13793" fmla="*/ 4772859 w 6545688"/>
              <a:gd name="connsiteY13793" fmla="*/ 212657 h 3341254"/>
              <a:gd name="connsiteX13794" fmla="*/ 4805138 w 6545688"/>
              <a:gd name="connsiteY13794" fmla="*/ 212657 h 3341254"/>
              <a:gd name="connsiteX13795" fmla="*/ 4807137 w 6545688"/>
              <a:gd name="connsiteY13795" fmla="*/ 213810 h 3341254"/>
              <a:gd name="connsiteX13796" fmla="*/ 4823276 w 6545688"/>
              <a:gd name="connsiteY13796" fmla="*/ 241785 h 3341254"/>
              <a:gd name="connsiteX13797" fmla="*/ 4823276 w 6545688"/>
              <a:gd name="connsiteY13797" fmla="*/ 244091 h 3341254"/>
              <a:gd name="connsiteX13798" fmla="*/ 4807137 w 6545688"/>
              <a:gd name="connsiteY13798" fmla="*/ 272066 h 3341254"/>
              <a:gd name="connsiteX13799" fmla="*/ 4805138 w 6545688"/>
              <a:gd name="connsiteY13799" fmla="*/ 273218 h 3341254"/>
              <a:gd name="connsiteX13800" fmla="*/ 4772859 w 6545688"/>
              <a:gd name="connsiteY13800" fmla="*/ 273218 h 3341254"/>
              <a:gd name="connsiteX13801" fmla="*/ 4770862 w 6545688"/>
              <a:gd name="connsiteY13801" fmla="*/ 272066 h 3341254"/>
              <a:gd name="connsiteX13802" fmla="*/ 4754723 w 6545688"/>
              <a:gd name="connsiteY13802" fmla="*/ 244091 h 3341254"/>
              <a:gd name="connsiteX13803" fmla="*/ 4754723 w 6545688"/>
              <a:gd name="connsiteY13803" fmla="*/ 241785 h 3341254"/>
              <a:gd name="connsiteX13804" fmla="*/ 4770862 w 6545688"/>
              <a:gd name="connsiteY13804" fmla="*/ 213810 h 3341254"/>
              <a:gd name="connsiteX13805" fmla="*/ 4772859 w 6545688"/>
              <a:gd name="connsiteY13805" fmla="*/ 212657 h 3341254"/>
              <a:gd name="connsiteX13806" fmla="*/ 6327626 w 6545688"/>
              <a:gd name="connsiteY13806" fmla="*/ 211813 h 3341254"/>
              <a:gd name="connsiteX13807" fmla="*/ 6360751 w 6545688"/>
              <a:gd name="connsiteY13807" fmla="*/ 211813 h 3341254"/>
              <a:gd name="connsiteX13808" fmla="*/ 6362750 w 6545688"/>
              <a:gd name="connsiteY13808" fmla="*/ 212965 h 3341254"/>
              <a:gd name="connsiteX13809" fmla="*/ 6379273 w 6545688"/>
              <a:gd name="connsiteY13809" fmla="*/ 241709 h 3341254"/>
              <a:gd name="connsiteX13810" fmla="*/ 6379273 w 6545688"/>
              <a:gd name="connsiteY13810" fmla="*/ 244015 h 3341254"/>
              <a:gd name="connsiteX13811" fmla="*/ 6362673 w 6545688"/>
              <a:gd name="connsiteY13811" fmla="*/ 272759 h 3341254"/>
              <a:gd name="connsiteX13812" fmla="*/ 6360675 w 6545688"/>
              <a:gd name="connsiteY13812" fmla="*/ 273911 h 3341254"/>
              <a:gd name="connsiteX13813" fmla="*/ 6327550 w 6545688"/>
              <a:gd name="connsiteY13813" fmla="*/ 273911 h 3341254"/>
              <a:gd name="connsiteX13814" fmla="*/ 6325551 w 6545688"/>
              <a:gd name="connsiteY13814" fmla="*/ 272759 h 3341254"/>
              <a:gd name="connsiteX13815" fmla="*/ 6309028 w 6545688"/>
              <a:gd name="connsiteY13815" fmla="*/ 244015 h 3341254"/>
              <a:gd name="connsiteX13816" fmla="*/ 6309028 w 6545688"/>
              <a:gd name="connsiteY13816" fmla="*/ 241709 h 3341254"/>
              <a:gd name="connsiteX13817" fmla="*/ 6325628 w 6545688"/>
              <a:gd name="connsiteY13817" fmla="*/ 212965 h 3341254"/>
              <a:gd name="connsiteX13818" fmla="*/ 6327626 w 6545688"/>
              <a:gd name="connsiteY13818" fmla="*/ 211813 h 3341254"/>
              <a:gd name="connsiteX13819" fmla="*/ 6235633 w 6545688"/>
              <a:gd name="connsiteY13819" fmla="*/ 210812 h 3341254"/>
              <a:gd name="connsiteX13820" fmla="*/ 6269833 w 6545688"/>
              <a:gd name="connsiteY13820" fmla="*/ 210812 h 3341254"/>
              <a:gd name="connsiteX13821" fmla="*/ 6271908 w 6545688"/>
              <a:gd name="connsiteY13821" fmla="*/ 212042 h 3341254"/>
              <a:gd name="connsiteX13822" fmla="*/ 6288972 w 6545688"/>
              <a:gd name="connsiteY13822" fmla="*/ 241631 h 3341254"/>
              <a:gd name="connsiteX13823" fmla="*/ 6288972 w 6545688"/>
              <a:gd name="connsiteY13823" fmla="*/ 244013 h 3341254"/>
              <a:gd name="connsiteX13824" fmla="*/ 6271832 w 6545688"/>
              <a:gd name="connsiteY13824" fmla="*/ 273602 h 3341254"/>
              <a:gd name="connsiteX13825" fmla="*/ 6269757 w 6545688"/>
              <a:gd name="connsiteY13825" fmla="*/ 274832 h 3341254"/>
              <a:gd name="connsiteX13826" fmla="*/ 6235557 w 6545688"/>
              <a:gd name="connsiteY13826" fmla="*/ 274832 h 3341254"/>
              <a:gd name="connsiteX13827" fmla="*/ 6233482 w 6545688"/>
              <a:gd name="connsiteY13827" fmla="*/ 273602 h 3341254"/>
              <a:gd name="connsiteX13828" fmla="*/ 6216420 w 6545688"/>
              <a:gd name="connsiteY13828" fmla="*/ 244013 h 3341254"/>
              <a:gd name="connsiteX13829" fmla="*/ 6216420 w 6545688"/>
              <a:gd name="connsiteY13829" fmla="*/ 241631 h 3341254"/>
              <a:gd name="connsiteX13830" fmla="*/ 6233558 w 6545688"/>
              <a:gd name="connsiteY13830" fmla="*/ 212042 h 3341254"/>
              <a:gd name="connsiteX13831" fmla="*/ 6235633 w 6545688"/>
              <a:gd name="connsiteY13831" fmla="*/ 210812 h 3341254"/>
              <a:gd name="connsiteX13832" fmla="*/ 6143792 w 6545688"/>
              <a:gd name="connsiteY13832" fmla="*/ 210275 h 3341254"/>
              <a:gd name="connsiteX13833" fmla="*/ 6178607 w 6545688"/>
              <a:gd name="connsiteY13833" fmla="*/ 210275 h 3341254"/>
              <a:gd name="connsiteX13834" fmla="*/ 6180758 w 6545688"/>
              <a:gd name="connsiteY13834" fmla="*/ 211505 h 3341254"/>
              <a:gd name="connsiteX13835" fmla="*/ 6198128 w 6545688"/>
              <a:gd name="connsiteY13835" fmla="*/ 241631 h 3341254"/>
              <a:gd name="connsiteX13836" fmla="*/ 6198128 w 6545688"/>
              <a:gd name="connsiteY13836" fmla="*/ 244091 h 3341254"/>
              <a:gd name="connsiteX13837" fmla="*/ 6180682 w 6545688"/>
              <a:gd name="connsiteY13837" fmla="*/ 274217 h 3341254"/>
              <a:gd name="connsiteX13838" fmla="*/ 6178529 w 6545688"/>
              <a:gd name="connsiteY13838" fmla="*/ 275447 h 3341254"/>
              <a:gd name="connsiteX13839" fmla="*/ 6143714 w 6545688"/>
              <a:gd name="connsiteY13839" fmla="*/ 275447 h 3341254"/>
              <a:gd name="connsiteX13840" fmla="*/ 6141563 w 6545688"/>
              <a:gd name="connsiteY13840" fmla="*/ 274217 h 3341254"/>
              <a:gd name="connsiteX13841" fmla="*/ 6124193 w 6545688"/>
              <a:gd name="connsiteY13841" fmla="*/ 244091 h 3341254"/>
              <a:gd name="connsiteX13842" fmla="*/ 6124193 w 6545688"/>
              <a:gd name="connsiteY13842" fmla="*/ 241631 h 3341254"/>
              <a:gd name="connsiteX13843" fmla="*/ 6141639 w 6545688"/>
              <a:gd name="connsiteY13843" fmla="*/ 211505 h 3341254"/>
              <a:gd name="connsiteX13844" fmla="*/ 6143792 w 6545688"/>
              <a:gd name="connsiteY13844" fmla="*/ 210275 h 3341254"/>
              <a:gd name="connsiteX13845" fmla="*/ 5869343 w 6545688"/>
              <a:gd name="connsiteY13845" fmla="*/ 210275 h 3341254"/>
              <a:gd name="connsiteX13846" fmla="*/ 5904158 w 6545688"/>
              <a:gd name="connsiteY13846" fmla="*/ 210275 h 3341254"/>
              <a:gd name="connsiteX13847" fmla="*/ 5906310 w 6545688"/>
              <a:gd name="connsiteY13847" fmla="*/ 211505 h 3341254"/>
              <a:gd name="connsiteX13848" fmla="*/ 5923679 w 6545688"/>
              <a:gd name="connsiteY13848" fmla="*/ 241631 h 3341254"/>
              <a:gd name="connsiteX13849" fmla="*/ 5923679 w 6545688"/>
              <a:gd name="connsiteY13849" fmla="*/ 244091 h 3341254"/>
              <a:gd name="connsiteX13850" fmla="*/ 5906233 w 6545688"/>
              <a:gd name="connsiteY13850" fmla="*/ 274217 h 3341254"/>
              <a:gd name="connsiteX13851" fmla="*/ 5904080 w 6545688"/>
              <a:gd name="connsiteY13851" fmla="*/ 275447 h 3341254"/>
              <a:gd name="connsiteX13852" fmla="*/ 5869265 w 6545688"/>
              <a:gd name="connsiteY13852" fmla="*/ 275447 h 3341254"/>
              <a:gd name="connsiteX13853" fmla="*/ 5867114 w 6545688"/>
              <a:gd name="connsiteY13853" fmla="*/ 274217 h 3341254"/>
              <a:gd name="connsiteX13854" fmla="*/ 5849745 w 6545688"/>
              <a:gd name="connsiteY13854" fmla="*/ 244091 h 3341254"/>
              <a:gd name="connsiteX13855" fmla="*/ 5849745 w 6545688"/>
              <a:gd name="connsiteY13855" fmla="*/ 241631 h 3341254"/>
              <a:gd name="connsiteX13856" fmla="*/ 5867192 w 6545688"/>
              <a:gd name="connsiteY13856" fmla="*/ 211505 h 3341254"/>
              <a:gd name="connsiteX13857" fmla="*/ 5869343 w 6545688"/>
              <a:gd name="connsiteY13857" fmla="*/ 210275 h 3341254"/>
              <a:gd name="connsiteX13858" fmla="*/ 5686430 w 6545688"/>
              <a:gd name="connsiteY13858" fmla="*/ 210275 h 3341254"/>
              <a:gd name="connsiteX13859" fmla="*/ 5721245 w 6545688"/>
              <a:gd name="connsiteY13859" fmla="*/ 210275 h 3341254"/>
              <a:gd name="connsiteX13860" fmla="*/ 5723396 w 6545688"/>
              <a:gd name="connsiteY13860" fmla="*/ 211505 h 3341254"/>
              <a:gd name="connsiteX13861" fmla="*/ 5740766 w 6545688"/>
              <a:gd name="connsiteY13861" fmla="*/ 241631 h 3341254"/>
              <a:gd name="connsiteX13862" fmla="*/ 5740766 w 6545688"/>
              <a:gd name="connsiteY13862" fmla="*/ 244091 h 3341254"/>
              <a:gd name="connsiteX13863" fmla="*/ 5723320 w 6545688"/>
              <a:gd name="connsiteY13863" fmla="*/ 274217 h 3341254"/>
              <a:gd name="connsiteX13864" fmla="*/ 5721167 w 6545688"/>
              <a:gd name="connsiteY13864" fmla="*/ 275447 h 3341254"/>
              <a:gd name="connsiteX13865" fmla="*/ 5686353 w 6545688"/>
              <a:gd name="connsiteY13865" fmla="*/ 275447 h 3341254"/>
              <a:gd name="connsiteX13866" fmla="*/ 5684201 w 6545688"/>
              <a:gd name="connsiteY13866" fmla="*/ 274217 h 3341254"/>
              <a:gd name="connsiteX13867" fmla="*/ 5666832 w 6545688"/>
              <a:gd name="connsiteY13867" fmla="*/ 244091 h 3341254"/>
              <a:gd name="connsiteX13868" fmla="*/ 5666832 w 6545688"/>
              <a:gd name="connsiteY13868" fmla="*/ 241631 h 3341254"/>
              <a:gd name="connsiteX13869" fmla="*/ 5684277 w 6545688"/>
              <a:gd name="connsiteY13869" fmla="*/ 211505 h 3341254"/>
              <a:gd name="connsiteX13870" fmla="*/ 5686430 w 6545688"/>
              <a:gd name="connsiteY13870" fmla="*/ 210275 h 3341254"/>
              <a:gd name="connsiteX13871" fmla="*/ 6052256 w 6545688"/>
              <a:gd name="connsiteY13871" fmla="*/ 210121 h 3341254"/>
              <a:gd name="connsiteX13872" fmla="*/ 6087227 w 6545688"/>
              <a:gd name="connsiteY13872" fmla="*/ 210121 h 3341254"/>
              <a:gd name="connsiteX13873" fmla="*/ 6089378 w 6545688"/>
              <a:gd name="connsiteY13873" fmla="*/ 211351 h 3341254"/>
              <a:gd name="connsiteX13874" fmla="*/ 6106824 w 6545688"/>
              <a:gd name="connsiteY13874" fmla="*/ 241631 h 3341254"/>
              <a:gd name="connsiteX13875" fmla="*/ 6106824 w 6545688"/>
              <a:gd name="connsiteY13875" fmla="*/ 244091 h 3341254"/>
              <a:gd name="connsiteX13876" fmla="*/ 6089300 w 6545688"/>
              <a:gd name="connsiteY13876" fmla="*/ 274371 h 3341254"/>
              <a:gd name="connsiteX13877" fmla="*/ 6087149 w 6545688"/>
              <a:gd name="connsiteY13877" fmla="*/ 275601 h 3341254"/>
              <a:gd name="connsiteX13878" fmla="*/ 6052180 w 6545688"/>
              <a:gd name="connsiteY13878" fmla="*/ 275601 h 3341254"/>
              <a:gd name="connsiteX13879" fmla="*/ 6050028 w 6545688"/>
              <a:gd name="connsiteY13879" fmla="*/ 274371 h 3341254"/>
              <a:gd name="connsiteX13880" fmla="*/ 6032582 w 6545688"/>
              <a:gd name="connsiteY13880" fmla="*/ 244091 h 3341254"/>
              <a:gd name="connsiteX13881" fmla="*/ 6032582 w 6545688"/>
              <a:gd name="connsiteY13881" fmla="*/ 241631 h 3341254"/>
              <a:gd name="connsiteX13882" fmla="*/ 6050105 w 6545688"/>
              <a:gd name="connsiteY13882" fmla="*/ 211351 h 3341254"/>
              <a:gd name="connsiteX13883" fmla="*/ 6052256 w 6545688"/>
              <a:gd name="connsiteY13883" fmla="*/ 210121 h 3341254"/>
              <a:gd name="connsiteX13884" fmla="*/ 5777732 w 6545688"/>
              <a:gd name="connsiteY13884" fmla="*/ 209967 h 3341254"/>
              <a:gd name="connsiteX13885" fmla="*/ 5812855 w 6545688"/>
              <a:gd name="connsiteY13885" fmla="*/ 209967 h 3341254"/>
              <a:gd name="connsiteX13886" fmla="*/ 5815007 w 6545688"/>
              <a:gd name="connsiteY13886" fmla="*/ 211198 h 3341254"/>
              <a:gd name="connsiteX13887" fmla="*/ 5832531 w 6545688"/>
              <a:gd name="connsiteY13887" fmla="*/ 241631 h 3341254"/>
              <a:gd name="connsiteX13888" fmla="*/ 5832531 w 6545688"/>
              <a:gd name="connsiteY13888" fmla="*/ 244091 h 3341254"/>
              <a:gd name="connsiteX13889" fmla="*/ 5815007 w 6545688"/>
              <a:gd name="connsiteY13889" fmla="*/ 274525 h 3341254"/>
              <a:gd name="connsiteX13890" fmla="*/ 5812855 w 6545688"/>
              <a:gd name="connsiteY13890" fmla="*/ 275755 h 3341254"/>
              <a:gd name="connsiteX13891" fmla="*/ 5777732 w 6545688"/>
              <a:gd name="connsiteY13891" fmla="*/ 275755 h 3341254"/>
              <a:gd name="connsiteX13892" fmla="*/ 5775581 w 6545688"/>
              <a:gd name="connsiteY13892" fmla="*/ 274525 h 3341254"/>
              <a:gd name="connsiteX13893" fmla="*/ 5758058 w 6545688"/>
              <a:gd name="connsiteY13893" fmla="*/ 244091 h 3341254"/>
              <a:gd name="connsiteX13894" fmla="*/ 5758058 w 6545688"/>
              <a:gd name="connsiteY13894" fmla="*/ 241631 h 3341254"/>
              <a:gd name="connsiteX13895" fmla="*/ 5775581 w 6545688"/>
              <a:gd name="connsiteY13895" fmla="*/ 211198 h 3341254"/>
              <a:gd name="connsiteX13896" fmla="*/ 5777732 w 6545688"/>
              <a:gd name="connsiteY13896" fmla="*/ 209967 h 3341254"/>
              <a:gd name="connsiteX13897" fmla="*/ 5960569 w 6545688"/>
              <a:gd name="connsiteY13897" fmla="*/ 209891 h 3341254"/>
              <a:gd name="connsiteX13898" fmla="*/ 5995846 w 6545688"/>
              <a:gd name="connsiteY13898" fmla="*/ 209891 h 3341254"/>
              <a:gd name="connsiteX13899" fmla="*/ 5997997 w 6545688"/>
              <a:gd name="connsiteY13899" fmla="*/ 211122 h 3341254"/>
              <a:gd name="connsiteX13900" fmla="*/ 6015598 w 6545688"/>
              <a:gd name="connsiteY13900" fmla="*/ 241633 h 3341254"/>
              <a:gd name="connsiteX13901" fmla="*/ 6015598 w 6545688"/>
              <a:gd name="connsiteY13901" fmla="*/ 244091 h 3341254"/>
              <a:gd name="connsiteX13902" fmla="*/ 5997997 w 6545688"/>
              <a:gd name="connsiteY13902" fmla="*/ 274602 h 3341254"/>
              <a:gd name="connsiteX13903" fmla="*/ 5995846 w 6545688"/>
              <a:gd name="connsiteY13903" fmla="*/ 275833 h 3341254"/>
              <a:gd name="connsiteX13904" fmla="*/ 5960569 w 6545688"/>
              <a:gd name="connsiteY13904" fmla="*/ 275833 h 3341254"/>
              <a:gd name="connsiteX13905" fmla="*/ 5958419 w 6545688"/>
              <a:gd name="connsiteY13905" fmla="*/ 274602 h 3341254"/>
              <a:gd name="connsiteX13906" fmla="*/ 5940817 w 6545688"/>
              <a:gd name="connsiteY13906" fmla="*/ 244091 h 3341254"/>
              <a:gd name="connsiteX13907" fmla="*/ 5940817 w 6545688"/>
              <a:gd name="connsiteY13907" fmla="*/ 241633 h 3341254"/>
              <a:gd name="connsiteX13908" fmla="*/ 5958419 w 6545688"/>
              <a:gd name="connsiteY13908" fmla="*/ 211122 h 3341254"/>
              <a:gd name="connsiteX13909" fmla="*/ 5960569 w 6545688"/>
              <a:gd name="connsiteY13909" fmla="*/ 209891 h 3341254"/>
              <a:gd name="connsiteX13910" fmla="*/ 5594665 w 6545688"/>
              <a:gd name="connsiteY13910" fmla="*/ 209891 h 3341254"/>
              <a:gd name="connsiteX13911" fmla="*/ 5629941 w 6545688"/>
              <a:gd name="connsiteY13911" fmla="*/ 209891 h 3341254"/>
              <a:gd name="connsiteX13912" fmla="*/ 5632092 w 6545688"/>
              <a:gd name="connsiteY13912" fmla="*/ 211122 h 3341254"/>
              <a:gd name="connsiteX13913" fmla="*/ 5649694 w 6545688"/>
              <a:gd name="connsiteY13913" fmla="*/ 241633 h 3341254"/>
              <a:gd name="connsiteX13914" fmla="*/ 5649694 w 6545688"/>
              <a:gd name="connsiteY13914" fmla="*/ 244091 h 3341254"/>
              <a:gd name="connsiteX13915" fmla="*/ 5632092 w 6545688"/>
              <a:gd name="connsiteY13915" fmla="*/ 274602 h 3341254"/>
              <a:gd name="connsiteX13916" fmla="*/ 5629941 w 6545688"/>
              <a:gd name="connsiteY13916" fmla="*/ 275833 h 3341254"/>
              <a:gd name="connsiteX13917" fmla="*/ 5594665 w 6545688"/>
              <a:gd name="connsiteY13917" fmla="*/ 275833 h 3341254"/>
              <a:gd name="connsiteX13918" fmla="*/ 5592514 w 6545688"/>
              <a:gd name="connsiteY13918" fmla="*/ 274602 h 3341254"/>
              <a:gd name="connsiteX13919" fmla="*/ 5574913 w 6545688"/>
              <a:gd name="connsiteY13919" fmla="*/ 244091 h 3341254"/>
              <a:gd name="connsiteX13920" fmla="*/ 5574913 w 6545688"/>
              <a:gd name="connsiteY13920" fmla="*/ 241633 h 3341254"/>
              <a:gd name="connsiteX13921" fmla="*/ 5592514 w 6545688"/>
              <a:gd name="connsiteY13921" fmla="*/ 211122 h 3341254"/>
              <a:gd name="connsiteX13922" fmla="*/ 5594665 w 6545688"/>
              <a:gd name="connsiteY13922" fmla="*/ 209891 h 3341254"/>
              <a:gd name="connsiteX13923" fmla="*/ 5503131 w 6545688"/>
              <a:gd name="connsiteY13923" fmla="*/ 209584 h 3341254"/>
              <a:gd name="connsiteX13924" fmla="*/ 5538638 w 6545688"/>
              <a:gd name="connsiteY13924" fmla="*/ 209584 h 3341254"/>
              <a:gd name="connsiteX13925" fmla="*/ 5540789 w 6545688"/>
              <a:gd name="connsiteY13925" fmla="*/ 210814 h 3341254"/>
              <a:gd name="connsiteX13926" fmla="*/ 5558544 w 6545688"/>
              <a:gd name="connsiteY13926" fmla="*/ 241633 h 3341254"/>
              <a:gd name="connsiteX13927" fmla="*/ 5558544 w 6545688"/>
              <a:gd name="connsiteY13927" fmla="*/ 244169 h 3341254"/>
              <a:gd name="connsiteX13928" fmla="*/ 5540789 w 6545688"/>
              <a:gd name="connsiteY13928" fmla="*/ 274986 h 3341254"/>
              <a:gd name="connsiteX13929" fmla="*/ 5538638 w 6545688"/>
              <a:gd name="connsiteY13929" fmla="*/ 276216 h 3341254"/>
              <a:gd name="connsiteX13930" fmla="*/ 5503131 w 6545688"/>
              <a:gd name="connsiteY13930" fmla="*/ 276216 h 3341254"/>
              <a:gd name="connsiteX13931" fmla="*/ 5500979 w 6545688"/>
              <a:gd name="connsiteY13931" fmla="*/ 274986 h 3341254"/>
              <a:gd name="connsiteX13932" fmla="*/ 5483226 w 6545688"/>
              <a:gd name="connsiteY13932" fmla="*/ 244169 h 3341254"/>
              <a:gd name="connsiteX13933" fmla="*/ 5483226 w 6545688"/>
              <a:gd name="connsiteY13933" fmla="*/ 241633 h 3341254"/>
              <a:gd name="connsiteX13934" fmla="*/ 5500979 w 6545688"/>
              <a:gd name="connsiteY13934" fmla="*/ 210814 h 3341254"/>
              <a:gd name="connsiteX13935" fmla="*/ 5503131 w 6545688"/>
              <a:gd name="connsiteY13935" fmla="*/ 209584 h 3341254"/>
              <a:gd name="connsiteX13936" fmla="*/ 2682415 w 6545688"/>
              <a:gd name="connsiteY13936" fmla="*/ 158859 h 3341254"/>
              <a:gd name="connsiteX13937" fmla="*/ 2687487 w 6545688"/>
              <a:gd name="connsiteY13937" fmla="*/ 158859 h 3341254"/>
              <a:gd name="connsiteX13938" fmla="*/ 2687796 w 6545688"/>
              <a:gd name="connsiteY13938" fmla="*/ 159013 h 3341254"/>
              <a:gd name="connsiteX13939" fmla="*/ 2690329 w 6545688"/>
              <a:gd name="connsiteY13939" fmla="*/ 163393 h 3341254"/>
              <a:gd name="connsiteX13940" fmla="*/ 2690329 w 6545688"/>
              <a:gd name="connsiteY13940" fmla="*/ 163778 h 3341254"/>
              <a:gd name="connsiteX13941" fmla="*/ 2687796 w 6545688"/>
              <a:gd name="connsiteY13941" fmla="*/ 168158 h 3341254"/>
              <a:gd name="connsiteX13942" fmla="*/ 2687487 w 6545688"/>
              <a:gd name="connsiteY13942" fmla="*/ 168312 h 3341254"/>
              <a:gd name="connsiteX13943" fmla="*/ 2682415 w 6545688"/>
              <a:gd name="connsiteY13943" fmla="*/ 168312 h 3341254"/>
              <a:gd name="connsiteX13944" fmla="*/ 2682108 w 6545688"/>
              <a:gd name="connsiteY13944" fmla="*/ 168158 h 3341254"/>
              <a:gd name="connsiteX13945" fmla="*/ 2679571 w 6545688"/>
              <a:gd name="connsiteY13945" fmla="*/ 163778 h 3341254"/>
              <a:gd name="connsiteX13946" fmla="*/ 2679571 w 6545688"/>
              <a:gd name="connsiteY13946" fmla="*/ 163393 h 3341254"/>
              <a:gd name="connsiteX13947" fmla="*/ 2682108 w 6545688"/>
              <a:gd name="connsiteY13947" fmla="*/ 159013 h 3341254"/>
              <a:gd name="connsiteX13948" fmla="*/ 2682415 w 6545688"/>
              <a:gd name="connsiteY13948" fmla="*/ 158859 h 3341254"/>
              <a:gd name="connsiteX13949" fmla="*/ 5975402 w 6545688"/>
              <a:gd name="connsiteY13949" fmla="*/ 158322 h 3341254"/>
              <a:gd name="connsiteX13950" fmla="*/ 5981090 w 6545688"/>
              <a:gd name="connsiteY13950" fmla="*/ 158322 h 3341254"/>
              <a:gd name="connsiteX13951" fmla="*/ 5981476 w 6545688"/>
              <a:gd name="connsiteY13951" fmla="*/ 158551 h 3341254"/>
              <a:gd name="connsiteX13952" fmla="*/ 5984318 w 6545688"/>
              <a:gd name="connsiteY13952" fmla="*/ 163470 h 3341254"/>
              <a:gd name="connsiteX13953" fmla="*/ 5984318 w 6545688"/>
              <a:gd name="connsiteY13953" fmla="*/ 163856 h 3341254"/>
              <a:gd name="connsiteX13954" fmla="*/ 5981476 w 6545688"/>
              <a:gd name="connsiteY13954" fmla="*/ 168775 h 3341254"/>
              <a:gd name="connsiteX13955" fmla="*/ 5981090 w 6545688"/>
              <a:gd name="connsiteY13955" fmla="*/ 169005 h 3341254"/>
              <a:gd name="connsiteX13956" fmla="*/ 5975402 w 6545688"/>
              <a:gd name="connsiteY13956" fmla="*/ 169005 h 3341254"/>
              <a:gd name="connsiteX13957" fmla="*/ 5975019 w 6545688"/>
              <a:gd name="connsiteY13957" fmla="*/ 168775 h 3341254"/>
              <a:gd name="connsiteX13958" fmla="*/ 5972175 w 6545688"/>
              <a:gd name="connsiteY13958" fmla="*/ 163856 h 3341254"/>
              <a:gd name="connsiteX13959" fmla="*/ 5972175 w 6545688"/>
              <a:gd name="connsiteY13959" fmla="*/ 163470 h 3341254"/>
              <a:gd name="connsiteX13960" fmla="*/ 5975019 w 6545688"/>
              <a:gd name="connsiteY13960" fmla="*/ 158551 h 3341254"/>
              <a:gd name="connsiteX13961" fmla="*/ 5975402 w 6545688"/>
              <a:gd name="connsiteY13961" fmla="*/ 158322 h 3341254"/>
              <a:gd name="connsiteX13962" fmla="*/ 2498733 w 6545688"/>
              <a:gd name="connsiteY13962" fmla="*/ 157475 h 3341254"/>
              <a:gd name="connsiteX13963" fmla="*/ 2505265 w 6545688"/>
              <a:gd name="connsiteY13963" fmla="*/ 157475 h 3341254"/>
              <a:gd name="connsiteX13964" fmla="*/ 2505649 w 6545688"/>
              <a:gd name="connsiteY13964" fmla="*/ 157705 h 3341254"/>
              <a:gd name="connsiteX13965" fmla="*/ 2508954 w 6545688"/>
              <a:gd name="connsiteY13965" fmla="*/ 163393 h 3341254"/>
              <a:gd name="connsiteX13966" fmla="*/ 2508954 w 6545688"/>
              <a:gd name="connsiteY13966" fmla="*/ 163854 h 3341254"/>
              <a:gd name="connsiteX13967" fmla="*/ 2505649 w 6545688"/>
              <a:gd name="connsiteY13967" fmla="*/ 169540 h 3341254"/>
              <a:gd name="connsiteX13968" fmla="*/ 2505265 w 6545688"/>
              <a:gd name="connsiteY13968" fmla="*/ 169772 h 3341254"/>
              <a:gd name="connsiteX13969" fmla="*/ 2498733 w 6545688"/>
              <a:gd name="connsiteY13969" fmla="*/ 169772 h 3341254"/>
              <a:gd name="connsiteX13970" fmla="*/ 2498349 w 6545688"/>
              <a:gd name="connsiteY13970" fmla="*/ 169540 h 3341254"/>
              <a:gd name="connsiteX13971" fmla="*/ 2495044 w 6545688"/>
              <a:gd name="connsiteY13971" fmla="*/ 163854 h 3341254"/>
              <a:gd name="connsiteX13972" fmla="*/ 2495044 w 6545688"/>
              <a:gd name="connsiteY13972" fmla="*/ 163393 h 3341254"/>
              <a:gd name="connsiteX13973" fmla="*/ 2498349 w 6545688"/>
              <a:gd name="connsiteY13973" fmla="*/ 157705 h 3341254"/>
              <a:gd name="connsiteX13974" fmla="*/ 2498733 w 6545688"/>
              <a:gd name="connsiteY13974" fmla="*/ 157475 h 3341254"/>
              <a:gd name="connsiteX13975" fmla="*/ 2589653 w 6545688"/>
              <a:gd name="connsiteY13975" fmla="*/ 156476 h 3341254"/>
              <a:gd name="connsiteX13976" fmla="*/ 2597262 w 6545688"/>
              <a:gd name="connsiteY13976" fmla="*/ 156476 h 3341254"/>
              <a:gd name="connsiteX13977" fmla="*/ 2597722 w 6545688"/>
              <a:gd name="connsiteY13977" fmla="*/ 156784 h 3341254"/>
              <a:gd name="connsiteX13978" fmla="*/ 2601564 w 6545688"/>
              <a:gd name="connsiteY13978" fmla="*/ 163393 h 3341254"/>
              <a:gd name="connsiteX13979" fmla="*/ 2601564 w 6545688"/>
              <a:gd name="connsiteY13979" fmla="*/ 163932 h 3341254"/>
              <a:gd name="connsiteX13980" fmla="*/ 2597722 w 6545688"/>
              <a:gd name="connsiteY13980" fmla="*/ 170541 h 3341254"/>
              <a:gd name="connsiteX13981" fmla="*/ 2597262 w 6545688"/>
              <a:gd name="connsiteY13981" fmla="*/ 170848 h 3341254"/>
              <a:gd name="connsiteX13982" fmla="*/ 2589653 w 6545688"/>
              <a:gd name="connsiteY13982" fmla="*/ 170848 h 3341254"/>
              <a:gd name="connsiteX13983" fmla="*/ 2589192 w 6545688"/>
              <a:gd name="connsiteY13983" fmla="*/ 170541 h 3341254"/>
              <a:gd name="connsiteX13984" fmla="*/ 2585349 w 6545688"/>
              <a:gd name="connsiteY13984" fmla="*/ 163932 h 3341254"/>
              <a:gd name="connsiteX13985" fmla="*/ 2585349 w 6545688"/>
              <a:gd name="connsiteY13985" fmla="*/ 163393 h 3341254"/>
              <a:gd name="connsiteX13986" fmla="*/ 2589192 w 6545688"/>
              <a:gd name="connsiteY13986" fmla="*/ 156784 h 3341254"/>
              <a:gd name="connsiteX13987" fmla="*/ 2589653 w 6545688"/>
              <a:gd name="connsiteY13987" fmla="*/ 156476 h 3341254"/>
              <a:gd name="connsiteX13988" fmla="*/ 3594064 w 6545688"/>
              <a:gd name="connsiteY13988" fmla="*/ 152941 h 3341254"/>
              <a:gd name="connsiteX13989" fmla="*/ 3605439 w 6545688"/>
              <a:gd name="connsiteY13989" fmla="*/ 152941 h 3341254"/>
              <a:gd name="connsiteX13990" fmla="*/ 3606129 w 6545688"/>
              <a:gd name="connsiteY13990" fmla="*/ 153325 h 3341254"/>
              <a:gd name="connsiteX13991" fmla="*/ 3611817 w 6545688"/>
              <a:gd name="connsiteY13991" fmla="*/ 163163 h 3341254"/>
              <a:gd name="connsiteX13992" fmla="*/ 3611817 w 6545688"/>
              <a:gd name="connsiteY13992" fmla="*/ 163932 h 3341254"/>
              <a:gd name="connsiteX13993" fmla="*/ 3606129 w 6545688"/>
              <a:gd name="connsiteY13993" fmla="*/ 173768 h 3341254"/>
              <a:gd name="connsiteX13994" fmla="*/ 3605439 w 6545688"/>
              <a:gd name="connsiteY13994" fmla="*/ 174154 h 3341254"/>
              <a:gd name="connsiteX13995" fmla="*/ 3594064 w 6545688"/>
              <a:gd name="connsiteY13995" fmla="*/ 174154 h 3341254"/>
              <a:gd name="connsiteX13996" fmla="*/ 3593373 w 6545688"/>
              <a:gd name="connsiteY13996" fmla="*/ 173768 h 3341254"/>
              <a:gd name="connsiteX13997" fmla="*/ 3587685 w 6545688"/>
              <a:gd name="connsiteY13997" fmla="*/ 163932 h 3341254"/>
              <a:gd name="connsiteX13998" fmla="*/ 3587685 w 6545688"/>
              <a:gd name="connsiteY13998" fmla="*/ 163163 h 3341254"/>
              <a:gd name="connsiteX13999" fmla="*/ 3593373 w 6545688"/>
              <a:gd name="connsiteY13999" fmla="*/ 153325 h 3341254"/>
              <a:gd name="connsiteX14000" fmla="*/ 3594064 w 6545688"/>
              <a:gd name="connsiteY14000" fmla="*/ 152941 h 3341254"/>
              <a:gd name="connsiteX14001" fmla="*/ 3775825 w 6545688"/>
              <a:gd name="connsiteY14001" fmla="*/ 150713 h 3341254"/>
              <a:gd name="connsiteX14002" fmla="*/ 3789582 w 6545688"/>
              <a:gd name="connsiteY14002" fmla="*/ 150713 h 3341254"/>
              <a:gd name="connsiteX14003" fmla="*/ 3790428 w 6545688"/>
              <a:gd name="connsiteY14003" fmla="*/ 151174 h 3341254"/>
              <a:gd name="connsiteX14004" fmla="*/ 3797268 w 6545688"/>
              <a:gd name="connsiteY14004" fmla="*/ 163085 h 3341254"/>
              <a:gd name="connsiteX14005" fmla="*/ 3797268 w 6545688"/>
              <a:gd name="connsiteY14005" fmla="*/ 164086 h 3341254"/>
              <a:gd name="connsiteX14006" fmla="*/ 3790428 w 6545688"/>
              <a:gd name="connsiteY14006" fmla="*/ 175997 h 3341254"/>
              <a:gd name="connsiteX14007" fmla="*/ 3789582 w 6545688"/>
              <a:gd name="connsiteY14007" fmla="*/ 176458 h 3341254"/>
              <a:gd name="connsiteX14008" fmla="*/ 3775825 w 6545688"/>
              <a:gd name="connsiteY14008" fmla="*/ 176458 h 3341254"/>
              <a:gd name="connsiteX14009" fmla="*/ 3774980 w 6545688"/>
              <a:gd name="connsiteY14009" fmla="*/ 175997 h 3341254"/>
              <a:gd name="connsiteX14010" fmla="*/ 3768140 w 6545688"/>
              <a:gd name="connsiteY14010" fmla="*/ 164086 h 3341254"/>
              <a:gd name="connsiteX14011" fmla="*/ 3768140 w 6545688"/>
              <a:gd name="connsiteY14011" fmla="*/ 163085 h 3341254"/>
              <a:gd name="connsiteX14012" fmla="*/ 3774980 w 6545688"/>
              <a:gd name="connsiteY14012" fmla="*/ 151174 h 3341254"/>
              <a:gd name="connsiteX14013" fmla="*/ 3775825 w 6545688"/>
              <a:gd name="connsiteY14013" fmla="*/ 150713 h 3341254"/>
              <a:gd name="connsiteX14014" fmla="*/ 5878872 w 6545688"/>
              <a:gd name="connsiteY14014" fmla="*/ 148791 h 3341254"/>
              <a:gd name="connsiteX14015" fmla="*/ 5894706 w 6545688"/>
              <a:gd name="connsiteY14015" fmla="*/ 148791 h 3341254"/>
              <a:gd name="connsiteX14016" fmla="*/ 5895704 w 6545688"/>
              <a:gd name="connsiteY14016" fmla="*/ 149328 h 3341254"/>
              <a:gd name="connsiteX14017" fmla="*/ 5903621 w 6545688"/>
              <a:gd name="connsiteY14017" fmla="*/ 163009 h 3341254"/>
              <a:gd name="connsiteX14018" fmla="*/ 5903621 w 6545688"/>
              <a:gd name="connsiteY14018" fmla="*/ 164162 h 3341254"/>
              <a:gd name="connsiteX14019" fmla="*/ 5895704 w 6545688"/>
              <a:gd name="connsiteY14019" fmla="*/ 177842 h 3341254"/>
              <a:gd name="connsiteX14020" fmla="*/ 5894706 w 6545688"/>
              <a:gd name="connsiteY14020" fmla="*/ 178380 h 3341254"/>
              <a:gd name="connsiteX14021" fmla="*/ 5878872 w 6545688"/>
              <a:gd name="connsiteY14021" fmla="*/ 178380 h 3341254"/>
              <a:gd name="connsiteX14022" fmla="*/ 5877874 w 6545688"/>
              <a:gd name="connsiteY14022" fmla="*/ 177842 h 3341254"/>
              <a:gd name="connsiteX14023" fmla="*/ 5869958 w 6545688"/>
              <a:gd name="connsiteY14023" fmla="*/ 164162 h 3341254"/>
              <a:gd name="connsiteX14024" fmla="*/ 5869958 w 6545688"/>
              <a:gd name="connsiteY14024" fmla="*/ 163009 h 3341254"/>
              <a:gd name="connsiteX14025" fmla="*/ 5877874 w 6545688"/>
              <a:gd name="connsiteY14025" fmla="*/ 149328 h 3341254"/>
              <a:gd name="connsiteX14026" fmla="*/ 5878872 w 6545688"/>
              <a:gd name="connsiteY14026" fmla="*/ 148791 h 3341254"/>
              <a:gd name="connsiteX14027" fmla="*/ 3408767 w 6545688"/>
              <a:gd name="connsiteY14027" fmla="*/ 148637 h 3341254"/>
              <a:gd name="connsiteX14028" fmla="*/ 3424753 w 6545688"/>
              <a:gd name="connsiteY14028" fmla="*/ 148637 h 3341254"/>
              <a:gd name="connsiteX14029" fmla="*/ 3425753 w 6545688"/>
              <a:gd name="connsiteY14029" fmla="*/ 149175 h 3341254"/>
              <a:gd name="connsiteX14030" fmla="*/ 3433745 w 6545688"/>
              <a:gd name="connsiteY14030" fmla="*/ 163009 h 3341254"/>
              <a:gd name="connsiteX14031" fmla="*/ 3433745 w 6545688"/>
              <a:gd name="connsiteY14031" fmla="*/ 164162 h 3341254"/>
              <a:gd name="connsiteX14032" fmla="*/ 3425753 w 6545688"/>
              <a:gd name="connsiteY14032" fmla="*/ 177996 h 3341254"/>
              <a:gd name="connsiteX14033" fmla="*/ 3424753 w 6545688"/>
              <a:gd name="connsiteY14033" fmla="*/ 178533 h 3341254"/>
              <a:gd name="connsiteX14034" fmla="*/ 3408767 w 6545688"/>
              <a:gd name="connsiteY14034" fmla="*/ 178533 h 3341254"/>
              <a:gd name="connsiteX14035" fmla="*/ 3407768 w 6545688"/>
              <a:gd name="connsiteY14035" fmla="*/ 177996 h 3341254"/>
              <a:gd name="connsiteX14036" fmla="*/ 3399776 w 6545688"/>
              <a:gd name="connsiteY14036" fmla="*/ 164162 h 3341254"/>
              <a:gd name="connsiteX14037" fmla="*/ 3399776 w 6545688"/>
              <a:gd name="connsiteY14037" fmla="*/ 163009 h 3341254"/>
              <a:gd name="connsiteX14038" fmla="*/ 3407768 w 6545688"/>
              <a:gd name="connsiteY14038" fmla="*/ 149175 h 3341254"/>
              <a:gd name="connsiteX14039" fmla="*/ 3408767 w 6545688"/>
              <a:gd name="connsiteY14039" fmla="*/ 148637 h 3341254"/>
              <a:gd name="connsiteX14040" fmla="*/ 4048812 w 6545688"/>
              <a:gd name="connsiteY14040" fmla="*/ 148100 h 3341254"/>
              <a:gd name="connsiteX14041" fmla="*/ 4065413 w 6545688"/>
              <a:gd name="connsiteY14041" fmla="*/ 148100 h 3341254"/>
              <a:gd name="connsiteX14042" fmla="*/ 4066411 w 6545688"/>
              <a:gd name="connsiteY14042" fmla="*/ 148715 h 3341254"/>
              <a:gd name="connsiteX14043" fmla="*/ 4074711 w 6545688"/>
              <a:gd name="connsiteY14043" fmla="*/ 163087 h 3341254"/>
              <a:gd name="connsiteX14044" fmla="*/ 4074711 w 6545688"/>
              <a:gd name="connsiteY14044" fmla="*/ 164239 h 3341254"/>
              <a:gd name="connsiteX14045" fmla="*/ 4066411 w 6545688"/>
              <a:gd name="connsiteY14045" fmla="*/ 178611 h 3341254"/>
              <a:gd name="connsiteX14046" fmla="*/ 4065413 w 6545688"/>
              <a:gd name="connsiteY14046" fmla="*/ 179226 h 3341254"/>
              <a:gd name="connsiteX14047" fmla="*/ 4048812 w 6545688"/>
              <a:gd name="connsiteY14047" fmla="*/ 179226 h 3341254"/>
              <a:gd name="connsiteX14048" fmla="*/ 4047813 w 6545688"/>
              <a:gd name="connsiteY14048" fmla="*/ 178611 h 3341254"/>
              <a:gd name="connsiteX14049" fmla="*/ 4039513 w 6545688"/>
              <a:gd name="connsiteY14049" fmla="*/ 164239 h 3341254"/>
              <a:gd name="connsiteX14050" fmla="*/ 4039513 w 6545688"/>
              <a:gd name="connsiteY14050" fmla="*/ 163087 h 3341254"/>
              <a:gd name="connsiteX14051" fmla="*/ 4047813 w 6545688"/>
              <a:gd name="connsiteY14051" fmla="*/ 148715 h 3341254"/>
              <a:gd name="connsiteX14052" fmla="*/ 4048812 w 6545688"/>
              <a:gd name="connsiteY14052" fmla="*/ 148100 h 3341254"/>
              <a:gd name="connsiteX14053" fmla="*/ 4413180 w 6545688"/>
              <a:gd name="connsiteY14053" fmla="*/ 145026 h 3341254"/>
              <a:gd name="connsiteX14054" fmla="*/ 4433008 w 6545688"/>
              <a:gd name="connsiteY14054" fmla="*/ 145026 h 3341254"/>
              <a:gd name="connsiteX14055" fmla="*/ 4434238 w 6545688"/>
              <a:gd name="connsiteY14055" fmla="*/ 145717 h 3341254"/>
              <a:gd name="connsiteX14056" fmla="*/ 4444153 w 6545688"/>
              <a:gd name="connsiteY14056" fmla="*/ 162933 h 3341254"/>
              <a:gd name="connsiteX14057" fmla="*/ 4444153 w 6545688"/>
              <a:gd name="connsiteY14057" fmla="*/ 164317 h 3341254"/>
              <a:gd name="connsiteX14058" fmla="*/ 4434238 w 6545688"/>
              <a:gd name="connsiteY14058" fmla="*/ 181533 h 3341254"/>
              <a:gd name="connsiteX14059" fmla="*/ 4433008 w 6545688"/>
              <a:gd name="connsiteY14059" fmla="*/ 182224 h 3341254"/>
              <a:gd name="connsiteX14060" fmla="*/ 4413180 w 6545688"/>
              <a:gd name="connsiteY14060" fmla="*/ 182224 h 3341254"/>
              <a:gd name="connsiteX14061" fmla="*/ 4411950 w 6545688"/>
              <a:gd name="connsiteY14061" fmla="*/ 181533 h 3341254"/>
              <a:gd name="connsiteX14062" fmla="*/ 4402036 w 6545688"/>
              <a:gd name="connsiteY14062" fmla="*/ 164317 h 3341254"/>
              <a:gd name="connsiteX14063" fmla="*/ 4402036 w 6545688"/>
              <a:gd name="connsiteY14063" fmla="*/ 162933 h 3341254"/>
              <a:gd name="connsiteX14064" fmla="*/ 4411950 w 6545688"/>
              <a:gd name="connsiteY14064" fmla="*/ 145717 h 3341254"/>
              <a:gd name="connsiteX14065" fmla="*/ 4413180 w 6545688"/>
              <a:gd name="connsiteY14065" fmla="*/ 145026 h 3341254"/>
              <a:gd name="connsiteX14066" fmla="*/ 5601661 w 6545688"/>
              <a:gd name="connsiteY14066" fmla="*/ 143565 h 3341254"/>
              <a:gd name="connsiteX14067" fmla="*/ 5623025 w 6545688"/>
              <a:gd name="connsiteY14067" fmla="*/ 143565 h 3341254"/>
              <a:gd name="connsiteX14068" fmla="*/ 5624331 w 6545688"/>
              <a:gd name="connsiteY14068" fmla="*/ 144333 h 3341254"/>
              <a:gd name="connsiteX14069" fmla="*/ 5635014 w 6545688"/>
              <a:gd name="connsiteY14069" fmla="*/ 162855 h 3341254"/>
              <a:gd name="connsiteX14070" fmla="*/ 5635014 w 6545688"/>
              <a:gd name="connsiteY14070" fmla="*/ 164391 h 3341254"/>
              <a:gd name="connsiteX14071" fmla="*/ 5624331 w 6545688"/>
              <a:gd name="connsiteY14071" fmla="*/ 182913 h 3341254"/>
              <a:gd name="connsiteX14072" fmla="*/ 5623025 w 6545688"/>
              <a:gd name="connsiteY14072" fmla="*/ 183682 h 3341254"/>
              <a:gd name="connsiteX14073" fmla="*/ 5601661 w 6545688"/>
              <a:gd name="connsiteY14073" fmla="*/ 183682 h 3341254"/>
              <a:gd name="connsiteX14074" fmla="*/ 5600353 w 6545688"/>
              <a:gd name="connsiteY14074" fmla="*/ 182913 h 3341254"/>
              <a:gd name="connsiteX14075" fmla="*/ 5589670 w 6545688"/>
              <a:gd name="connsiteY14075" fmla="*/ 164391 h 3341254"/>
              <a:gd name="connsiteX14076" fmla="*/ 5589670 w 6545688"/>
              <a:gd name="connsiteY14076" fmla="*/ 162855 h 3341254"/>
              <a:gd name="connsiteX14077" fmla="*/ 5600353 w 6545688"/>
              <a:gd name="connsiteY14077" fmla="*/ 144333 h 3341254"/>
              <a:gd name="connsiteX14078" fmla="*/ 5601661 w 6545688"/>
              <a:gd name="connsiteY14078" fmla="*/ 143565 h 3341254"/>
              <a:gd name="connsiteX14079" fmla="*/ 5692807 w 6545688"/>
              <a:gd name="connsiteY14079" fmla="*/ 143027 h 3341254"/>
              <a:gd name="connsiteX14080" fmla="*/ 5714788 w 6545688"/>
              <a:gd name="connsiteY14080" fmla="*/ 143027 h 3341254"/>
              <a:gd name="connsiteX14081" fmla="*/ 5716094 w 6545688"/>
              <a:gd name="connsiteY14081" fmla="*/ 143796 h 3341254"/>
              <a:gd name="connsiteX14082" fmla="*/ 5727086 w 6545688"/>
              <a:gd name="connsiteY14082" fmla="*/ 162779 h 3341254"/>
              <a:gd name="connsiteX14083" fmla="*/ 5727086 w 6545688"/>
              <a:gd name="connsiteY14083" fmla="*/ 164315 h 3341254"/>
              <a:gd name="connsiteX14084" fmla="*/ 5716094 w 6545688"/>
              <a:gd name="connsiteY14084" fmla="*/ 183299 h 3341254"/>
              <a:gd name="connsiteX14085" fmla="*/ 5714788 w 6545688"/>
              <a:gd name="connsiteY14085" fmla="*/ 184068 h 3341254"/>
              <a:gd name="connsiteX14086" fmla="*/ 5692807 w 6545688"/>
              <a:gd name="connsiteY14086" fmla="*/ 184068 h 3341254"/>
              <a:gd name="connsiteX14087" fmla="*/ 5691501 w 6545688"/>
              <a:gd name="connsiteY14087" fmla="*/ 183299 h 3341254"/>
              <a:gd name="connsiteX14088" fmla="*/ 5680513 w 6545688"/>
              <a:gd name="connsiteY14088" fmla="*/ 164315 h 3341254"/>
              <a:gd name="connsiteX14089" fmla="*/ 5680513 w 6545688"/>
              <a:gd name="connsiteY14089" fmla="*/ 162779 h 3341254"/>
              <a:gd name="connsiteX14090" fmla="*/ 5691501 w 6545688"/>
              <a:gd name="connsiteY14090" fmla="*/ 143796 h 3341254"/>
              <a:gd name="connsiteX14091" fmla="*/ 5692807 w 6545688"/>
              <a:gd name="connsiteY14091" fmla="*/ 143027 h 3341254"/>
              <a:gd name="connsiteX14092" fmla="*/ 3954512 w 6545688"/>
              <a:gd name="connsiteY14092" fmla="*/ 142720 h 3341254"/>
              <a:gd name="connsiteX14093" fmla="*/ 3976801 w 6545688"/>
              <a:gd name="connsiteY14093" fmla="*/ 142720 h 3341254"/>
              <a:gd name="connsiteX14094" fmla="*/ 3978184 w 6545688"/>
              <a:gd name="connsiteY14094" fmla="*/ 143489 h 3341254"/>
              <a:gd name="connsiteX14095" fmla="*/ 3989327 w 6545688"/>
              <a:gd name="connsiteY14095" fmla="*/ 162779 h 3341254"/>
              <a:gd name="connsiteX14096" fmla="*/ 3989327 w 6545688"/>
              <a:gd name="connsiteY14096" fmla="*/ 164315 h 3341254"/>
              <a:gd name="connsiteX14097" fmla="*/ 3978184 w 6545688"/>
              <a:gd name="connsiteY14097" fmla="*/ 183606 h 3341254"/>
              <a:gd name="connsiteX14098" fmla="*/ 3976801 w 6545688"/>
              <a:gd name="connsiteY14098" fmla="*/ 184375 h 3341254"/>
              <a:gd name="connsiteX14099" fmla="*/ 3954512 w 6545688"/>
              <a:gd name="connsiteY14099" fmla="*/ 184375 h 3341254"/>
              <a:gd name="connsiteX14100" fmla="*/ 3953129 w 6545688"/>
              <a:gd name="connsiteY14100" fmla="*/ 183606 h 3341254"/>
              <a:gd name="connsiteX14101" fmla="*/ 3941984 w 6545688"/>
              <a:gd name="connsiteY14101" fmla="*/ 164315 h 3341254"/>
              <a:gd name="connsiteX14102" fmla="*/ 3941984 w 6545688"/>
              <a:gd name="connsiteY14102" fmla="*/ 162779 h 3341254"/>
              <a:gd name="connsiteX14103" fmla="*/ 3953129 w 6545688"/>
              <a:gd name="connsiteY14103" fmla="*/ 143489 h 3341254"/>
              <a:gd name="connsiteX14104" fmla="*/ 3954512 w 6545688"/>
              <a:gd name="connsiteY14104" fmla="*/ 142720 h 3341254"/>
              <a:gd name="connsiteX14105" fmla="*/ 5783957 w 6545688"/>
              <a:gd name="connsiteY14105" fmla="*/ 142336 h 3341254"/>
              <a:gd name="connsiteX14106" fmla="*/ 5806629 w 6545688"/>
              <a:gd name="connsiteY14106" fmla="*/ 142336 h 3341254"/>
              <a:gd name="connsiteX14107" fmla="*/ 5808013 w 6545688"/>
              <a:gd name="connsiteY14107" fmla="*/ 143105 h 3341254"/>
              <a:gd name="connsiteX14108" fmla="*/ 5819388 w 6545688"/>
              <a:gd name="connsiteY14108" fmla="*/ 162779 h 3341254"/>
              <a:gd name="connsiteX14109" fmla="*/ 5819388 w 6545688"/>
              <a:gd name="connsiteY14109" fmla="*/ 164393 h 3341254"/>
              <a:gd name="connsiteX14110" fmla="*/ 5808013 w 6545688"/>
              <a:gd name="connsiteY14110" fmla="*/ 184068 h 3341254"/>
              <a:gd name="connsiteX14111" fmla="*/ 5806629 w 6545688"/>
              <a:gd name="connsiteY14111" fmla="*/ 184837 h 3341254"/>
              <a:gd name="connsiteX14112" fmla="*/ 5783957 w 6545688"/>
              <a:gd name="connsiteY14112" fmla="*/ 184837 h 3341254"/>
              <a:gd name="connsiteX14113" fmla="*/ 5782575 w 6545688"/>
              <a:gd name="connsiteY14113" fmla="*/ 184068 h 3341254"/>
              <a:gd name="connsiteX14114" fmla="*/ 5771201 w 6545688"/>
              <a:gd name="connsiteY14114" fmla="*/ 164393 h 3341254"/>
              <a:gd name="connsiteX14115" fmla="*/ 5771201 w 6545688"/>
              <a:gd name="connsiteY14115" fmla="*/ 162779 h 3341254"/>
              <a:gd name="connsiteX14116" fmla="*/ 5782575 w 6545688"/>
              <a:gd name="connsiteY14116" fmla="*/ 143105 h 3341254"/>
              <a:gd name="connsiteX14117" fmla="*/ 5783957 w 6545688"/>
              <a:gd name="connsiteY14117" fmla="*/ 142336 h 3341254"/>
              <a:gd name="connsiteX14118" fmla="*/ 2216139 w 6545688"/>
              <a:gd name="connsiteY14118" fmla="*/ 142182 h 3341254"/>
              <a:gd name="connsiteX14119" fmla="*/ 2238965 w 6545688"/>
              <a:gd name="connsiteY14119" fmla="*/ 142182 h 3341254"/>
              <a:gd name="connsiteX14120" fmla="*/ 2240347 w 6545688"/>
              <a:gd name="connsiteY14120" fmla="*/ 143027 h 3341254"/>
              <a:gd name="connsiteX14121" fmla="*/ 2251799 w 6545688"/>
              <a:gd name="connsiteY14121" fmla="*/ 162855 h 3341254"/>
              <a:gd name="connsiteX14122" fmla="*/ 2251799 w 6545688"/>
              <a:gd name="connsiteY14122" fmla="*/ 164471 h 3341254"/>
              <a:gd name="connsiteX14123" fmla="*/ 2240347 w 6545688"/>
              <a:gd name="connsiteY14123" fmla="*/ 184299 h 3341254"/>
              <a:gd name="connsiteX14124" fmla="*/ 2238965 w 6545688"/>
              <a:gd name="connsiteY14124" fmla="*/ 185144 h 3341254"/>
              <a:gd name="connsiteX14125" fmla="*/ 2216139 w 6545688"/>
              <a:gd name="connsiteY14125" fmla="*/ 185144 h 3341254"/>
              <a:gd name="connsiteX14126" fmla="*/ 2214755 w 6545688"/>
              <a:gd name="connsiteY14126" fmla="*/ 184299 h 3341254"/>
              <a:gd name="connsiteX14127" fmla="*/ 2203303 w 6545688"/>
              <a:gd name="connsiteY14127" fmla="*/ 164471 h 3341254"/>
              <a:gd name="connsiteX14128" fmla="*/ 2203303 w 6545688"/>
              <a:gd name="connsiteY14128" fmla="*/ 162855 h 3341254"/>
              <a:gd name="connsiteX14129" fmla="*/ 2214755 w 6545688"/>
              <a:gd name="connsiteY14129" fmla="*/ 143027 h 3341254"/>
              <a:gd name="connsiteX14130" fmla="*/ 2216139 w 6545688"/>
              <a:gd name="connsiteY14130" fmla="*/ 142182 h 3341254"/>
              <a:gd name="connsiteX14131" fmla="*/ 3496689 w 6545688"/>
              <a:gd name="connsiteY14131" fmla="*/ 141951 h 3341254"/>
              <a:gd name="connsiteX14132" fmla="*/ 3519822 w 6545688"/>
              <a:gd name="connsiteY14132" fmla="*/ 141951 h 3341254"/>
              <a:gd name="connsiteX14133" fmla="*/ 3521205 w 6545688"/>
              <a:gd name="connsiteY14133" fmla="*/ 142796 h 3341254"/>
              <a:gd name="connsiteX14134" fmla="*/ 3532732 w 6545688"/>
              <a:gd name="connsiteY14134" fmla="*/ 162855 h 3341254"/>
              <a:gd name="connsiteX14135" fmla="*/ 3532732 w 6545688"/>
              <a:gd name="connsiteY14135" fmla="*/ 164469 h 3341254"/>
              <a:gd name="connsiteX14136" fmla="*/ 3521129 w 6545688"/>
              <a:gd name="connsiteY14136" fmla="*/ 184529 h 3341254"/>
              <a:gd name="connsiteX14137" fmla="*/ 3519745 w 6545688"/>
              <a:gd name="connsiteY14137" fmla="*/ 185374 h 3341254"/>
              <a:gd name="connsiteX14138" fmla="*/ 3496611 w 6545688"/>
              <a:gd name="connsiteY14138" fmla="*/ 185374 h 3341254"/>
              <a:gd name="connsiteX14139" fmla="*/ 3495229 w 6545688"/>
              <a:gd name="connsiteY14139" fmla="*/ 184529 h 3341254"/>
              <a:gd name="connsiteX14140" fmla="*/ 3483699 w 6545688"/>
              <a:gd name="connsiteY14140" fmla="*/ 164469 h 3341254"/>
              <a:gd name="connsiteX14141" fmla="*/ 3483699 w 6545688"/>
              <a:gd name="connsiteY14141" fmla="*/ 162855 h 3341254"/>
              <a:gd name="connsiteX14142" fmla="*/ 3495305 w 6545688"/>
              <a:gd name="connsiteY14142" fmla="*/ 142796 h 3341254"/>
              <a:gd name="connsiteX14143" fmla="*/ 3496689 w 6545688"/>
              <a:gd name="connsiteY14143" fmla="*/ 141951 h 3341254"/>
              <a:gd name="connsiteX14144" fmla="*/ 5508973 w 6545688"/>
              <a:gd name="connsiteY14144" fmla="*/ 141336 h 3341254"/>
              <a:gd name="connsiteX14145" fmla="*/ 5532722 w 6545688"/>
              <a:gd name="connsiteY14145" fmla="*/ 141336 h 3341254"/>
              <a:gd name="connsiteX14146" fmla="*/ 5534182 w 6545688"/>
              <a:gd name="connsiteY14146" fmla="*/ 142181 h 3341254"/>
              <a:gd name="connsiteX14147" fmla="*/ 5546017 w 6545688"/>
              <a:gd name="connsiteY14147" fmla="*/ 162778 h 3341254"/>
              <a:gd name="connsiteX14148" fmla="*/ 5546017 w 6545688"/>
              <a:gd name="connsiteY14148" fmla="*/ 164469 h 3341254"/>
              <a:gd name="connsiteX14149" fmla="*/ 5534104 w 6545688"/>
              <a:gd name="connsiteY14149" fmla="*/ 185066 h 3341254"/>
              <a:gd name="connsiteX14150" fmla="*/ 5532644 w 6545688"/>
              <a:gd name="connsiteY14150" fmla="*/ 185911 h 3341254"/>
              <a:gd name="connsiteX14151" fmla="*/ 5508897 w 6545688"/>
              <a:gd name="connsiteY14151" fmla="*/ 185911 h 3341254"/>
              <a:gd name="connsiteX14152" fmla="*/ 5507435 w 6545688"/>
              <a:gd name="connsiteY14152" fmla="*/ 185066 h 3341254"/>
              <a:gd name="connsiteX14153" fmla="*/ 5495600 w 6545688"/>
              <a:gd name="connsiteY14153" fmla="*/ 164469 h 3341254"/>
              <a:gd name="connsiteX14154" fmla="*/ 5495600 w 6545688"/>
              <a:gd name="connsiteY14154" fmla="*/ 162778 h 3341254"/>
              <a:gd name="connsiteX14155" fmla="*/ 5507513 w 6545688"/>
              <a:gd name="connsiteY14155" fmla="*/ 142181 h 3341254"/>
              <a:gd name="connsiteX14156" fmla="*/ 5508973 w 6545688"/>
              <a:gd name="connsiteY14156" fmla="*/ 141336 h 3341254"/>
              <a:gd name="connsiteX14157" fmla="*/ 4593326 w 6545688"/>
              <a:gd name="connsiteY14157" fmla="*/ 139800 h 3341254"/>
              <a:gd name="connsiteX14158" fmla="*/ 4618688 w 6545688"/>
              <a:gd name="connsiteY14158" fmla="*/ 139800 h 3341254"/>
              <a:gd name="connsiteX14159" fmla="*/ 4620225 w 6545688"/>
              <a:gd name="connsiteY14159" fmla="*/ 140722 h 3341254"/>
              <a:gd name="connsiteX14160" fmla="*/ 4632906 w 6545688"/>
              <a:gd name="connsiteY14160" fmla="*/ 162702 h 3341254"/>
              <a:gd name="connsiteX14161" fmla="*/ 4632906 w 6545688"/>
              <a:gd name="connsiteY14161" fmla="*/ 164471 h 3341254"/>
              <a:gd name="connsiteX14162" fmla="*/ 4620225 w 6545688"/>
              <a:gd name="connsiteY14162" fmla="*/ 186450 h 3341254"/>
              <a:gd name="connsiteX14163" fmla="*/ 4618688 w 6545688"/>
              <a:gd name="connsiteY14163" fmla="*/ 187373 h 3341254"/>
              <a:gd name="connsiteX14164" fmla="*/ 4593326 w 6545688"/>
              <a:gd name="connsiteY14164" fmla="*/ 187373 h 3341254"/>
              <a:gd name="connsiteX14165" fmla="*/ 4591789 w 6545688"/>
              <a:gd name="connsiteY14165" fmla="*/ 186450 h 3341254"/>
              <a:gd name="connsiteX14166" fmla="*/ 4579110 w 6545688"/>
              <a:gd name="connsiteY14166" fmla="*/ 164471 h 3341254"/>
              <a:gd name="connsiteX14167" fmla="*/ 4579110 w 6545688"/>
              <a:gd name="connsiteY14167" fmla="*/ 162702 h 3341254"/>
              <a:gd name="connsiteX14168" fmla="*/ 4591789 w 6545688"/>
              <a:gd name="connsiteY14168" fmla="*/ 140722 h 3341254"/>
              <a:gd name="connsiteX14169" fmla="*/ 4593326 w 6545688"/>
              <a:gd name="connsiteY14169" fmla="*/ 139800 h 3341254"/>
              <a:gd name="connsiteX14170" fmla="*/ 3678142 w 6545688"/>
              <a:gd name="connsiteY14170" fmla="*/ 139107 h 3341254"/>
              <a:gd name="connsiteX14171" fmla="*/ 3704273 w 6545688"/>
              <a:gd name="connsiteY14171" fmla="*/ 139107 h 3341254"/>
              <a:gd name="connsiteX14172" fmla="*/ 3705888 w 6545688"/>
              <a:gd name="connsiteY14172" fmla="*/ 140029 h 3341254"/>
              <a:gd name="connsiteX14173" fmla="*/ 3718953 w 6545688"/>
              <a:gd name="connsiteY14173" fmla="*/ 162702 h 3341254"/>
              <a:gd name="connsiteX14174" fmla="*/ 3718953 w 6545688"/>
              <a:gd name="connsiteY14174" fmla="*/ 164545 h 3341254"/>
              <a:gd name="connsiteX14175" fmla="*/ 3705888 w 6545688"/>
              <a:gd name="connsiteY14175" fmla="*/ 187217 h 3341254"/>
              <a:gd name="connsiteX14176" fmla="*/ 3704273 w 6545688"/>
              <a:gd name="connsiteY14176" fmla="*/ 188140 h 3341254"/>
              <a:gd name="connsiteX14177" fmla="*/ 3678142 w 6545688"/>
              <a:gd name="connsiteY14177" fmla="*/ 188140 h 3341254"/>
              <a:gd name="connsiteX14178" fmla="*/ 3676528 w 6545688"/>
              <a:gd name="connsiteY14178" fmla="*/ 187217 h 3341254"/>
              <a:gd name="connsiteX14179" fmla="*/ 3663463 w 6545688"/>
              <a:gd name="connsiteY14179" fmla="*/ 164545 h 3341254"/>
              <a:gd name="connsiteX14180" fmla="*/ 3663463 w 6545688"/>
              <a:gd name="connsiteY14180" fmla="*/ 162702 h 3341254"/>
              <a:gd name="connsiteX14181" fmla="*/ 3676528 w 6545688"/>
              <a:gd name="connsiteY14181" fmla="*/ 140029 h 3341254"/>
              <a:gd name="connsiteX14182" fmla="*/ 3678142 w 6545688"/>
              <a:gd name="connsiteY14182" fmla="*/ 139107 h 3341254"/>
              <a:gd name="connsiteX14183" fmla="*/ 5049844 w 6545688"/>
              <a:gd name="connsiteY14183" fmla="*/ 138108 h 3341254"/>
              <a:gd name="connsiteX14184" fmla="*/ 5077050 w 6545688"/>
              <a:gd name="connsiteY14184" fmla="*/ 138108 h 3341254"/>
              <a:gd name="connsiteX14185" fmla="*/ 5078741 w 6545688"/>
              <a:gd name="connsiteY14185" fmla="*/ 139107 h 3341254"/>
              <a:gd name="connsiteX14186" fmla="*/ 5092344 w 6545688"/>
              <a:gd name="connsiteY14186" fmla="*/ 162626 h 3341254"/>
              <a:gd name="connsiteX14187" fmla="*/ 5092344 w 6545688"/>
              <a:gd name="connsiteY14187" fmla="*/ 164547 h 3341254"/>
              <a:gd name="connsiteX14188" fmla="*/ 5078741 w 6545688"/>
              <a:gd name="connsiteY14188" fmla="*/ 188064 h 3341254"/>
              <a:gd name="connsiteX14189" fmla="*/ 5077050 w 6545688"/>
              <a:gd name="connsiteY14189" fmla="*/ 189063 h 3341254"/>
              <a:gd name="connsiteX14190" fmla="*/ 5049844 w 6545688"/>
              <a:gd name="connsiteY14190" fmla="*/ 189063 h 3341254"/>
              <a:gd name="connsiteX14191" fmla="*/ 5048152 w 6545688"/>
              <a:gd name="connsiteY14191" fmla="*/ 188064 h 3341254"/>
              <a:gd name="connsiteX14192" fmla="*/ 5034549 w 6545688"/>
              <a:gd name="connsiteY14192" fmla="*/ 164547 h 3341254"/>
              <a:gd name="connsiteX14193" fmla="*/ 5034549 w 6545688"/>
              <a:gd name="connsiteY14193" fmla="*/ 162626 h 3341254"/>
              <a:gd name="connsiteX14194" fmla="*/ 5048152 w 6545688"/>
              <a:gd name="connsiteY14194" fmla="*/ 139107 h 3341254"/>
              <a:gd name="connsiteX14195" fmla="*/ 5049844 w 6545688"/>
              <a:gd name="connsiteY14195" fmla="*/ 138108 h 3341254"/>
              <a:gd name="connsiteX14196" fmla="*/ 3860518 w 6545688"/>
              <a:gd name="connsiteY14196" fmla="*/ 138032 h 3341254"/>
              <a:gd name="connsiteX14197" fmla="*/ 3887878 w 6545688"/>
              <a:gd name="connsiteY14197" fmla="*/ 138032 h 3341254"/>
              <a:gd name="connsiteX14198" fmla="*/ 3889570 w 6545688"/>
              <a:gd name="connsiteY14198" fmla="*/ 139031 h 3341254"/>
              <a:gd name="connsiteX14199" fmla="*/ 3903250 w 6545688"/>
              <a:gd name="connsiteY14199" fmla="*/ 162702 h 3341254"/>
              <a:gd name="connsiteX14200" fmla="*/ 3903250 w 6545688"/>
              <a:gd name="connsiteY14200" fmla="*/ 164623 h 3341254"/>
              <a:gd name="connsiteX14201" fmla="*/ 3889570 w 6545688"/>
              <a:gd name="connsiteY14201" fmla="*/ 188296 h 3341254"/>
              <a:gd name="connsiteX14202" fmla="*/ 3887878 w 6545688"/>
              <a:gd name="connsiteY14202" fmla="*/ 189294 h 3341254"/>
              <a:gd name="connsiteX14203" fmla="*/ 3860518 w 6545688"/>
              <a:gd name="connsiteY14203" fmla="*/ 189294 h 3341254"/>
              <a:gd name="connsiteX14204" fmla="*/ 3858827 w 6545688"/>
              <a:gd name="connsiteY14204" fmla="*/ 188296 h 3341254"/>
              <a:gd name="connsiteX14205" fmla="*/ 3845148 w 6545688"/>
              <a:gd name="connsiteY14205" fmla="*/ 164623 h 3341254"/>
              <a:gd name="connsiteX14206" fmla="*/ 3845148 w 6545688"/>
              <a:gd name="connsiteY14206" fmla="*/ 162702 h 3341254"/>
              <a:gd name="connsiteX14207" fmla="*/ 3858827 w 6545688"/>
              <a:gd name="connsiteY14207" fmla="*/ 139031 h 3341254"/>
              <a:gd name="connsiteX14208" fmla="*/ 3860518 w 6545688"/>
              <a:gd name="connsiteY14208" fmla="*/ 138032 h 3341254"/>
              <a:gd name="connsiteX14209" fmla="*/ 4775242 w 6545688"/>
              <a:gd name="connsiteY14209" fmla="*/ 137725 h 3341254"/>
              <a:gd name="connsiteX14210" fmla="*/ 4802833 w 6545688"/>
              <a:gd name="connsiteY14210" fmla="*/ 137725 h 3341254"/>
              <a:gd name="connsiteX14211" fmla="*/ 4804523 w 6545688"/>
              <a:gd name="connsiteY14211" fmla="*/ 138723 h 3341254"/>
              <a:gd name="connsiteX14212" fmla="*/ 4818357 w 6545688"/>
              <a:gd name="connsiteY14212" fmla="*/ 162626 h 3341254"/>
              <a:gd name="connsiteX14213" fmla="*/ 4818357 w 6545688"/>
              <a:gd name="connsiteY14213" fmla="*/ 164547 h 3341254"/>
              <a:gd name="connsiteX14214" fmla="*/ 4804523 w 6545688"/>
              <a:gd name="connsiteY14214" fmla="*/ 188449 h 3341254"/>
              <a:gd name="connsiteX14215" fmla="*/ 4802833 w 6545688"/>
              <a:gd name="connsiteY14215" fmla="*/ 189448 h 3341254"/>
              <a:gd name="connsiteX14216" fmla="*/ 4775242 w 6545688"/>
              <a:gd name="connsiteY14216" fmla="*/ 189448 h 3341254"/>
              <a:gd name="connsiteX14217" fmla="*/ 4773550 w 6545688"/>
              <a:gd name="connsiteY14217" fmla="*/ 188449 h 3341254"/>
              <a:gd name="connsiteX14218" fmla="*/ 4759718 w 6545688"/>
              <a:gd name="connsiteY14218" fmla="*/ 164547 h 3341254"/>
              <a:gd name="connsiteX14219" fmla="*/ 4759718 w 6545688"/>
              <a:gd name="connsiteY14219" fmla="*/ 162626 h 3341254"/>
              <a:gd name="connsiteX14220" fmla="*/ 4773550 w 6545688"/>
              <a:gd name="connsiteY14220" fmla="*/ 138723 h 3341254"/>
              <a:gd name="connsiteX14221" fmla="*/ 4775242 w 6545688"/>
              <a:gd name="connsiteY14221" fmla="*/ 137725 h 3341254"/>
              <a:gd name="connsiteX14222" fmla="*/ 4957618 w 6545688"/>
              <a:gd name="connsiteY14222" fmla="*/ 136724 h 3341254"/>
              <a:gd name="connsiteX14223" fmla="*/ 4986283 w 6545688"/>
              <a:gd name="connsiteY14223" fmla="*/ 136724 h 3341254"/>
              <a:gd name="connsiteX14224" fmla="*/ 4988051 w 6545688"/>
              <a:gd name="connsiteY14224" fmla="*/ 137723 h 3341254"/>
              <a:gd name="connsiteX14225" fmla="*/ 5002347 w 6545688"/>
              <a:gd name="connsiteY14225" fmla="*/ 162548 h 3341254"/>
              <a:gd name="connsiteX14226" fmla="*/ 5002347 w 6545688"/>
              <a:gd name="connsiteY14226" fmla="*/ 164545 h 3341254"/>
              <a:gd name="connsiteX14227" fmla="*/ 4987975 w 6545688"/>
              <a:gd name="connsiteY14227" fmla="*/ 189370 h 3341254"/>
              <a:gd name="connsiteX14228" fmla="*/ 4986207 w 6545688"/>
              <a:gd name="connsiteY14228" fmla="*/ 190369 h 3341254"/>
              <a:gd name="connsiteX14229" fmla="*/ 4957540 w 6545688"/>
              <a:gd name="connsiteY14229" fmla="*/ 190369 h 3341254"/>
              <a:gd name="connsiteX14230" fmla="*/ 4955772 w 6545688"/>
              <a:gd name="connsiteY14230" fmla="*/ 189370 h 3341254"/>
              <a:gd name="connsiteX14231" fmla="*/ 4941478 w 6545688"/>
              <a:gd name="connsiteY14231" fmla="*/ 164545 h 3341254"/>
              <a:gd name="connsiteX14232" fmla="*/ 4941478 w 6545688"/>
              <a:gd name="connsiteY14232" fmla="*/ 162548 h 3341254"/>
              <a:gd name="connsiteX14233" fmla="*/ 4955850 w 6545688"/>
              <a:gd name="connsiteY14233" fmla="*/ 137723 h 3341254"/>
              <a:gd name="connsiteX14234" fmla="*/ 4957618 w 6545688"/>
              <a:gd name="connsiteY14234" fmla="*/ 136724 h 3341254"/>
              <a:gd name="connsiteX14235" fmla="*/ 4316959 w 6545688"/>
              <a:gd name="connsiteY14235" fmla="*/ 136187 h 3341254"/>
              <a:gd name="connsiteX14236" fmla="*/ 4346240 w 6545688"/>
              <a:gd name="connsiteY14236" fmla="*/ 136187 h 3341254"/>
              <a:gd name="connsiteX14237" fmla="*/ 4348008 w 6545688"/>
              <a:gd name="connsiteY14237" fmla="*/ 137185 h 3341254"/>
              <a:gd name="connsiteX14238" fmla="*/ 4362611 w 6545688"/>
              <a:gd name="connsiteY14238" fmla="*/ 162548 h 3341254"/>
              <a:gd name="connsiteX14239" fmla="*/ 4362611 w 6545688"/>
              <a:gd name="connsiteY14239" fmla="*/ 164623 h 3341254"/>
              <a:gd name="connsiteX14240" fmla="*/ 4347932 w 6545688"/>
              <a:gd name="connsiteY14240" fmla="*/ 189985 h 3341254"/>
              <a:gd name="connsiteX14241" fmla="*/ 4346164 w 6545688"/>
              <a:gd name="connsiteY14241" fmla="*/ 190984 h 3341254"/>
              <a:gd name="connsiteX14242" fmla="*/ 4316881 w 6545688"/>
              <a:gd name="connsiteY14242" fmla="*/ 190984 h 3341254"/>
              <a:gd name="connsiteX14243" fmla="*/ 4315114 w 6545688"/>
              <a:gd name="connsiteY14243" fmla="*/ 189985 h 3341254"/>
              <a:gd name="connsiteX14244" fmla="*/ 4300512 w 6545688"/>
              <a:gd name="connsiteY14244" fmla="*/ 164623 h 3341254"/>
              <a:gd name="connsiteX14245" fmla="*/ 4300512 w 6545688"/>
              <a:gd name="connsiteY14245" fmla="*/ 162548 h 3341254"/>
              <a:gd name="connsiteX14246" fmla="*/ 4315192 w 6545688"/>
              <a:gd name="connsiteY14246" fmla="*/ 137185 h 3341254"/>
              <a:gd name="connsiteX14247" fmla="*/ 4316959 w 6545688"/>
              <a:gd name="connsiteY14247" fmla="*/ 136187 h 3341254"/>
              <a:gd name="connsiteX14248" fmla="*/ 4133890 w 6545688"/>
              <a:gd name="connsiteY14248" fmla="*/ 136033 h 3341254"/>
              <a:gd name="connsiteX14249" fmla="*/ 4163325 w 6545688"/>
              <a:gd name="connsiteY14249" fmla="*/ 136033 h 3341254"/>
              <a:gd name="connsiteX14250" fmla="*/ 4165095 w 6545688"/>
              <a:gd name="connsiteY14250" fmla="*/ 137109 h 3341254"/>
              <a:gd name="connsiteX14251" fmla="*/ 4179774 w 6545688"/>
              <a:gd name="connsiteY14251" fmla="*/ 162624 h 3341254"/>
              <a:gd name="connsiteX14252" fmla="*/ 4179774 w 6545688"/>
              <a:gd name="connsiteY14252" fmla="*/ 164701 h 3341254"/>
              <a:gd name="connsiteX14253" fmla="*/ 4165017 w 6545688"/>
              <a:gd name="connsiteY14253" fmla="*/ 190215 h 3341254"/>
              <a:gd name="connsiteX14254" fmla="*/ 4163249 w 6545688"/>
              <a:gd name="connsiteY14254" fmla="*/ 191291 h 3341254"/>
              <a:gd name="connsiteX14255" fmla="*/ 4133814 w 6545688"/>
              <a:gd name="connsiteY14255" fmla="*/ 191291 h 3341254"/>
              <a:gd name="connsiteX14256" fmla="*/ 4132047 w 6545688"/>
              <a:gd name="connsiteY14256" fmla="*/ 190215 h 3341254"/>
              <a:gd name="connsiteX14257" fmla="*/ 4117367 w 6545688"/>
              <a:gd name="connsiteY14257" fmla="*/ 164701 h 3341254"/>
              <a:gd name="connsiteX14258" fmla="*/ 4117367 w 6545688"/>
              <a:gd name="connsiteY14258" fmla="*/ 162624 h 3341254"/>
              <a:gd name="connsiteX14259" fmla="*/ 4132123 w 6545688"/>
              <a:gd name="connsiteY14259" fmla="*/ 137109 h 3341254"/>
              <a:gd name="connsiteX14260" fmla="*/ 4133890 w 6545688"/>
              <a:gd name="connsiteY14260" fmla="*/ 136033 h 3341254"/>
              <a:gd name="connsiteX14261" fmla="*/ 5322831 w 6545688"/>
              <a:gd name="connsiteY14261" fmla="*/ 135496 h 3341254"/>
              <a:gd name="connsiteX14262" fmla="*/ 5352880 w 6545688"/>
              <a:gd name="connsiteY14262" fmla="*/ 135496 h 3341254"/>
              <a:gd name="connsiteX14263" fmla="*/ 5354726 w 6545688"/>
              <a:gd name="connsiteY14263" fmla="*/ 136572 h 3341254"/>
              <a:gd name="connsiteX14264" fmla="*/ 5369713 w 6545688"/>
              <a:gd name="connsiteY14264" fmla="*/ 162548 h 3341254"/>
              <a:gd name="connsiteX14265" fmla="*/ 5369713 w 6545688"/>
              <a:gd name="connsiteY14265" fmla="*/ 164701 h 3341254"/>
              <a:gd name="connsiteX14266" fmla="*/ 5354726 w 6545688"/>
              <a:gd name="connsiteY14266" fmla="*/ 190678 h 3341254"/>
              <a:gd name="connsiteX14267" fmla="*/ 5352880 w 6545688"/>
              <a:gd name="connsiteY14267" fmla="*/ 191753 h 3341254"/>
              <a:gd name="connsiteX14268" fmla="*/ 5322831 w 6545688"/>
              <a:gd name="connsiteY14268" fmla="*/ 191753 h 3341254"/>
              <a:gd name="connsiteX14269" fmla="*/ 5320987 w 6545688"/>
              <a:gd name="connsiteY14269" fmla="*/ 190678 h 3341254"/>
              <a:gd name="connsiteX14270" fmla="*/ 5306000 w 6545688"/>
              <a:gd name="connsiteY14270" fmla="*/ 164701 h 3341254"/>
              <a:gd name="connsiteX14271" fmla="*/ 5306000 w 6545688"/>
              <a:gd name="connsiteY14271" fmla="*/ 162548 h 3341254"/>
              <a:gd name="connsiteX14272" fmla="*/ 5320987 w 6545688"/>
              <a:gd name="connsiteY14272" fmla="*/ 136572 h 3341254"/>
              <a:gd name="connsiteX14273" fmla="*/ 5322831 w 6545688"/>
              <a:gd name="connsiteY14273" fmla="*/ 135496 h 3341254"/>
              <a:gd name="connsiteX14274" fmla="*/ 5413903 w 6545688"/>
              <a:gd name="connsiteY14274" fmla="*/ 134651 h 3341254"/>
              <a:gd name="connsiteX14275" fmla="*/ 5444800 w 6545688"/>
              <a:gd name="connsiteY14275" fmla="*/ 134651 h 3341254"/>
              <a:gd name="connsiteX14276" fmla="*/ 5446721 w 6545688"/>
              <a:gd name="connsiteY14276" fmla="*/ 135727 h 3341254"/>
              <a:gd name="connsiteX14277" fmla="*/ 5462169 w 6545688"/>
              <a:gd name="connsiteY14277" fmla="*/ 162472 h 3341254"/>
              <a:gd name="connsiteX14278" fmla="*/ 5462169 w 6545688"/>
              <a:gd name="connsiteY14278" fmla="*/ 164625 h 3341254"/>
              <a:gd name="connsiteX14279" fmla="*/ 5446721 w 6545688"/>
              <a:gd name="connsiteY14279" fmla="*/ 191369 h 3341254"/>
              <a:gd name="connsiteX14280" fmla="*/ 5444800 w 6545688"/>
              <a:gd name="connsiteY14280" fmla="*/ 192446 h 3341254"/>
              <a:gd name="connsiteX14281" fmla="*/ 5413903 w 6545688"/>
              <a:gd name="connsiteY14281" fmla="*/ 192446 h 3341254"/>
              <a:gd name="connsiteX14282" fmla="*/ 5411981 w 6545688"/>
              <a:gd name="connsiteY14282" fmla="*/ 191369 h 3341254"/>
              <a:gd name="connsiteX14283" fmla="*/ 5396535 w 6545688"/>
              <a:gd name="connsiteY14283" fmla="*/ 164625 h 3341254"/>
              <a:gd name="connsiteX14284" fmla="*/ 5396535 w 6545688"/>
              <a:gd name="connsiteY14284" fmla="*/ 162472 h 3341254"/>
              <a:gd name="connsiteX14285" fmla="*/ 5411981 w 6545688"/>
              <a:gd name="connsiteY14285" fmla="*/ 135727 h 3341254"/>
              <a:gd name="connsiteX14286" fmla="*/ 5413903 w 6545688"/>
              <a:gd name="connsiteY14286" fmla="*/ 134651 h 3341254"/>
              <a:gd name="connsiteX14287" fmla="*/ 4224579 w 6545688"/>
              <a:gd name="connsiteY14287" fmla="*/ 134495 h 3341254"/>
              <a:gd name="connsiteX14288" fmla="*/ 4255627 w 6545688"/>
              <a:gd name="connsiteY14288" fmla="*/ 134495 h 3341254"/>
              <a:gd name="connsiteX14289" fmla="*/ 4257549 w 6545688"/>
              <a:gd name="connsiteY14289" fmla="*/ 135572 h 3341254"/>
              <a:gd name="connsiteX14290" fmla="*/ 4273075 w 6545688"/>
              <a:gd name="connsiteY14290" fmla="*/ 162470 h 3341254"/>
              <a:gd name="connsiteX14291" fmla="*/ 4273075 w 6545688"/>
              <a:gd name="connsiteY14291" fmla="*/ 164699 h 3341254"/>
              <a:gd name="connsiteX14292" fmla="*/ 4257549 w 6545688"/>
              <a:gd name="connsiteY14292" fmla="*/ 191599 h 3341254"/>
              <a:gd name="connsiteX14293" fmla="*/ 4255627 w 6545688"/>
              <a:gd name="connsiteY14293" fmla="*/ 192674 h 3341254"/>
              <a:gd name="connsiteX14294" fmla="*/ 4224579 w 6545688"/>
              <a:gd name="connsiteY14294" fmla="*/ 192674 h 3341254"/>
              <a:gd name="connsiteX14295" fmla="*/ 4222658 w 6545688"/>
              <a:gd name="connsiteY14295" fmla="*/ 191599 h 3341254"/>
              <a:gd name="connsiteX14296" fmla="*/ 4207133 w 6545688"/>
              <a:gd name="connsiteY14296" fmla="*/ 164699 h 3341254"/>
              <a:gd name="connsiteX14297" fmla="*/ 4207133 w 6545688"/>
              <a:gd name="connsiteY14297" fmla="*/ 162470 h 3341254"/>
              <a:gd name="connsiteX14298" fmla="*/ 4222658 w 6545688"/>
              <a:gd name="connsiteY14298" fmla="*/ 135572 h 3341254"/>
              <a:gd name="connsiteX14299" fmla="*/ 4224579 w 6545688"/>
              <a:gd name="connsiteY14299" fmla="*/ 134495 h 3341254"/>
              <a:gd name="connsiteX14300" fmla="*/ 5138993 w 6545688"/>
              <a:gd name="connsiteY14300" fmla="*/ 133804 h 3341254"/>
              <a:gd name="connsiteX14301" fmla="*/ 5170812 w 6545688"/>
              <a:gd name="connsiteY14301" fmla="*/ 133804 h 3341254"/>
              <a:gd name="connsiteX14302" fmla="*/ 5172733 w 6545688"/>
              <a:gd name="connsiteY14302" fmla="*/ 134957 h 3341254"/>
              <a:gd name="connsiteX14303" fmla="*/ 5188642 w 6545688"/>
              <a:gd name="connsiteY14303" fmla="*/ 162548 h 3341254"/>
              <a:gd name="connsiteX14304" fmla="*/ 5188642 w 6545688"/>
              <a:gd name="connsiteY14304" fmla="*/ 164777 h 3341254"/>
              <a:gd name="connsiteX14305" fmla="*/ 5172733 w 6545688"/>
              <a:gd name="connsiteY14305" fmla="*/ 192368 h 3341254"/>
              <a:gd name="connsiteX14306" fmla="*/ 5170812 w 6545688"/>
              <a:gd name="connsiteY14306" fmla="*/ 193520 h 3341254"/>
              <a:gd name="connsiteX14307" fmla="*/ 5138993 w 6545688"/>
              <a:gd name="connsiteY14307" fmla="*/ 193520 h 3341254"/>
              <a:gd name="connsiteX14308" fmla="*/ 5137072 w 6545688"/>
              <a:gd name="connsiteY14308" fmla="*/ 192368 h 3341254"/>
              <a:gd name="connsiteX14309" fmla="*/ 5121164 w 6545688"/>
              <a:gd name="connsiteY14309" fmla="*/ 164777 h 3341254"/>
              <a:gd name="connsiteX14310" fmla="*/ 5121164 w 6545688"/>
              <a:gd name="connsiteY14310" fmla="*/ 162548 h 3341254"/>
              <a:gd name="connsiteX14311" fmla="*/ 5137072 w 6545688"/>
              <a:gd name="connsiteY14311" fmla="*/ 134957 h 3341254"/>
              <a:gd name="connsiteX14312" fmla="*/ 5138993 w 6545688"/>
              <a:gd name="connsiteY14312" fmla="*/ 133804 h 3341254"/>
              <a:gd name="connsiteX14313" fmla="*/ 4498643 w 6545688"/>
              <a:gd name="connsiteY14313" fmla="*/ 133804 h 3341254"/>
              <a:gd name="connsiteX14314" fmla="*/ 4530461 w 6545688"/>
              <a:gd name="connsiteY14314" fmla="*/ 133804 h 3341254"/>
              <a:gd name="connsiteX14315" fmla="*/ 4532383 w 6545688"/>
              <a:gd name="connsiteY14315" fmla="*/ 134957 h 3341254"/>
              <a:gd name="connsiteX14316" fmla="*/ 4548290 w 6545688"/>
              <a:gd name="connsiteY14316" fmla="*/ 162548 h 3341254"/>
              <a:gd name="connsiteX14317" fmla="*/ 4548290 w 6545688"/>
              <a:gd name="connsiteY14317" fmla="*/ 164777 h 3341254"/>
              <a:gd name="connsiteX14318" fmla="*/ 4532383 w 6545688"/>
              <a:gd name="connsiteY14318" fmla="*/ 192368 h 3341254"/>
              <a:gd name="connsiteX14319" fmla="*/ 4530461 w 6545688"/>
              <a:gd name="connsiteY14319" fmla="*/ 193520 h 3341254"/>
              <a:gd name="connsiteX14320" fmla="*/ 4498643 w 6545688"/>
              <a:gd name="connsiteY14320" fmla="*/ 193520 h 3341254"/>
              <a:gd name="connsiteX14321" fmla="*/ 4496721 w 6545688"/>
              <a:gd name="connsiteY14321" fmla="*/ 192368 h 3341254"/>
              <a:gd name="connsiteX14322" fmla="*/ 4480813 w 6545688"/>
              <a:gd name="connsiteY14322" fmla="*/ 164777 h 3341254"/>
              <a:gd name="connsiteX14323" fmla="*/ 4480813 w 6545688"/>
              <a:gd name="connsiteY14323" fmla="*/ 162548 h 3341254"/>
              <a:gd name="connsiteX14324" fmla="*/ 4496721 w 6545688"/>
              <a:gd name="connsiteY14324" fmla="*/ 134957 h 3341254"/>
              <a:gd name="connsiteX14325" fmla="*/ 4498643 w 6545688"/>
              <a:gd name="connsiteY14325" fmla="*/ 133804 h 3341254"/>
              <a:gd name="connsiteX14326" fmla="*/ 4863855 w 6545688"/>
              <a:gd name="connsiteY14326" fmla="*/ 132422 h 3341254"/>
              <a:gd name="connsiteX14327" fmla="*/ 4897134 w 6545688"/>
              <a:gd name="connsiteY14327" fmla="*/ 132422 h 3341254"/>
              <a:gd name="connsiteX14328" fmla="*/ 4899132 w 6545688"/>
              <a:gd name="connsiteY14328" fmla="*/ 133574 h 3341254"/>
              <a:gd name="connsiteX14329" fmla="*/ 4915732 w 6545688"/>
              <a:gd name="connsiteY14329" fmla="*/ 162396 h 3341254"/>
              <a:gd name="connsiteX14330" fmla="*/ 4915732 w 6545688"/>
              <a:gd name="connsiteY14330" fmla="*/ 164779 h 3341254"/>
              <a:gd name="connsiteX14331" fmla="*/ 4899056 w 6545688"/>
              <a:gd name="connsiteY14331" fmla="*/ 193598 h 3341254"/>
              <a:gd name="connsiteX14332" fmla="*/ 4897057 w 6545688"/>
              <a:gd name="connsiteY14332" fmla="*/ 194751 h 3341254"/>
              <a:gd name="connsiteX14333" fmla="*/ 4863779 w 6545688"/>
              <a:gd name="connsiteY14333" fmla="*/ 194751 h 3341254"/>
              <a:gd name="connsiteX14334" fmla="*/ 4861780 w 6545688"/>
              <a:gd name="connsiteY14334" fmla="*/ 193598 h 3341254"/>
              <a:gd name="connsiteX14335" fmla="*/ 4845179 w 6545688"/>
              <a:gd name="connsiteY14335" fmla="*/ 164779 h 3341254"/>
              <a:gd name="connsiteX14336" fmla="*/ 4845179 w 6545688"/>
              <a:gd name="connsiteY14336" fmla="*/ 162396 h 3341254"/>
              <a:gd name="connsiteX14337" fmla="*/ 4861858 w 6545688"/>
              <a:gd name="connsiteY14337" fmla="*/ 133574 h 3341254"/>
              <a:gd name="connsiteX14338" fmla="*/ 4863855 w 6545688"/>
              <a:gd name="connsiteY14338" fmla="*/ 132422 h 3341254"/>
              <a:gd name="connsiteX14339" fmla="*/ 5229376 w 6545688"/>
              <a:gd name="connsiteY14339" fmla="*/ 131729 h 3341254"/>
              <a:gd name="connsiteX14340" fmla="*/ 5263422 w 6545688"/>
              <a:gd name="connsiteY14340" fmla="*/ 131729 h 3341254"/>
              <a:gd name="connsiteX14341" fmla="*/ 5265497 w 6545688"/>
              <a:gd name="connsiteY14341" fmla="*/ 132959 h 3341254"/>
              <a:gd name="connsiteX14342" fmla="*/ 5282481 w 6545688"/>
              <a:gd name="connsiteY14342" fmla="*/ 162472 h 3341254"/>
              <a:gd name="connsiteX14343" fmla="*/ 5282481 w 6545688"/>
              <a:gd name="connsiteY14343" fmla="*/ 164853 h 3341254"/>
              <a:gd name="connsiteX14344" fmla="*/ 5265421 w 6545688"/>
              <a:gd name="connsiteY14344" fmla="*/ 194365 h 3341254"/>
              <a:gd name="connsiteX14345" fmla="*/ 5263347 w 6545688"/>
              <a:gd name="connsiteY14345" fmla="*/ 195595 h 3341254"/>
              <a:gd name="connsiteX14346" fmla="*/ 5229298 w 6545688"/>
              <a:gd name="connsiteY14346" fmla="*/ 195595 h 3341254"/>
              <a:gd name="connsiteX14347" fmla="*/ 5227225 w 6545688"/>
              <a:gd name="connsiteY14347" fmla="*/ 194365 h 3341254"/>
              <a:gd name="connsiteX14348" fmla="*/ 5210239 w 6545688"/>
              <a:gd name="connsiteY14348" fmla="*/ 164853 h 3341254"/>
              <a:gd name="connsiteX14349" fmla="*/ 5210239 w 6545688"/>
              <a:gd name="connsiteY14349" fmla="*/ 162472 h 3341254"/>
              <a:gd name="connsiteX14350" fmla="*/ 5227301 w 6545688"/>
              <a:gd name="connsiteY14350" fmla="*/ 132959 h 3341254"/>
              <a:gd name="connsiteX14351" fmla="*/ 5229376 w 6545688"/>
              <a:gd name="connsiteY14351" fmla="*/ 131729 h 3341254"/>
              <a:gd name="connsiteX14352" fmla="*/ 4680249 w 6545688"/>
              <a:gd name="connsiteY14352" fmla="*/ 131268 h 3341254"/>
              <a:gd name="connsiteX14353" fmla="*/ 4714757 w 6545688"/>
              <a:gd name="connsiteY14353" fmla="*/ 131268 h 3341254"/>
              <a:gd name="connsiteX14354" fmla="*/ 4716832 w 6545688"/>
              <a:gd name="connsiteY14354" fmla="*/ 132498 h 3341254"/>
              <a:gd name="connsiteX14355" fmla="*/ 4734047 w 6545688"/>
              <a:gd name="connsiteY14355" fmla="*/ 162394 h 3341254"/>
              <a:gd name="connsiteX14356" fmla="*/ 4734047 w 6545688"/>
              <a:gd name="connsiteY14356" fmla="*/ 164853 h 3341254"/>
              <a:gd name="connsiteX14357" fmla="*/ 4716756 w 6545688"/>
              <a:gd name="connsiteY14357" fmla="*/ 194749 h 3341254"/>
              <a:gd name="connsiteX14358" fmla="*/ 4714681 w 6545688"/>
              <a:gd name="connsiteY14358" fmla="*/ 195979 h 3341254"/>
              <a:gd name="connsiteX14359" fmla="*/ 4680173 w 6545688"/>
              <a:gd name="connsiteY14359" fmla="*/ 195979 h 3341254"/>
              <a:gd name="connsiteX14360" fmla="*/ 4678098 w 6545688"/>
              <a:gd name="connsiteY14360" fmla="*/ 194749 h 3341254"/>
              <a:gd name="connsiteX14361" fmla="*/ 4660882 w 6545688"/>
              <a:gd name="connsiteY14361" fmla="*/ 164853 h 3341254"/>
              <a:gd name="connsiteX14362" fmla="*/ 4660882 w 6545688"/>
              <a:gd name="connsiteY14362" fmla="*/ 162394 h 3341254"/>
              <a:gd name="connsiteX14363" fmla="*/ 4678174 w 6545688"/>
              <a:gd name="connsiteY14363" fmla="*/ 132498 h 3341254"/>
              <a:gd name="connsiteX14364" fmla="*/ 4680249 w 6545688"/>
              <a:gd name="connsiteY14364" fmla="*/ 131268 h 3341254"/>
              <a:gd name="connsiteX14365" fmla="*/ 2407736 w 6545688"/>
              <a:gd name="connsiteY14365" fmla="*/ 79161 h 3341254"/>
              <a:gd name="connsiteX14366" fmla="*/ 2413271 w 6545688"/>
              <a:gd name="connsiteY14366" fmla="*/ 79161 h 3341254"/>
              <a:gd name="connsiteX14367" fmla="*/ 2413578 w 6545688"/>
              <a:gd name="connsiteY14367" fmla="*/ 79391 h 3341254"/>
              <a:gd name="connsiteX14368" fmla="*/ 2416344 w 6545688"/>
              <a:gd name="connsiteY14368" fmla="*/ 84156 h 3341254"/>
              <a:gd name="connsiteX14369" fmla="*/ 2416344 w 6545688"/>
              <a:gd name="connsiteY14369" fmla="*/ 84541 h 3341254"/>
              <a:gd name="connsiteX14370" fmla="*/ 2413578 w 6545688"/>
              <a:gd name="connsiteY14370" fmla="*/ 89307 h 3341254"/>
              <a:gd name="connsiteX14371" fmla="*/ 2413271 w 6545688"/>
              <a:gd name="connsiteY14371" fmla="*/ 89536 h 3341254"/>
              <a:gd name="connsiteX14372" fmla="*/ 2407736 w 6545688"/>
              <a:gd name="connsiteY14372" fmla="*/ 89536 h 3341254"/>
              <a:gd name="connsiteX14373" fmla="*/ 2407429 w 6545688"/>
              <a:gd name="connsiteY14373" fmla="*/ 89307 h 3341254"/>
              <a:gd name="connsiteX14374" fmla="*/ 2404662 w 6545688"/>
              <a:gd name="connsiteY14374" fmla="*/ 84541 h 3341254"/>
              <a:gd name="connsiteX14375" fmla="*/ 2404662 w 6545688"/>
              <a:gd name="connsiteY14375" fmla="*/ 84156 h 3341254"/>
              <a:gd name="connsiteX14376" fmla="*/ 2407429 w 6545688"/>
              <a:gd name="connsiteY14376" fmla="*/ 79391 h 3341254"/>
              <a:gd name="connsiteX14377" fmla="*/ 2407736 w 6545688"/>
              <a:gd name="connsiteY14377" fmla="*/ 79161 h 3341254"/>
              <a:gd name="connsiteX14378" fmla="*/ 5332823 w 6545688"/>
              <a:gd name="connsiteY14378" fmla="*/ 74781 h 3341254"/>
              <a:gd name="connsiteX14379" fmla="*/ 5342966 w 6545688"/>
              <a:gd name="connsiteY14379" fmla="*/ 74781 h 3341254"/>
              <a:gd name="connsiteX14380" fmla="*/ 5343582 w 6545688"/>
              <a:gd name="connsiteY14380" fmla="*/ 75164 h 3341254"/>
              <a:gd name="connsiteX14381" fmla="*/ 5348652 w 6545688"/>
              <a:gd name="connsiteY14381" fmla="*/ 83926 h 3341254"/>
              <a:gd name="connsiteX14382" fmla="*/ 5348652 w 6545688"/>
              <a:gd name="connsiteY14382" fmla="*/ 84619 h 3341254"/>
              <a:gd name="connsiteX14383" fmla="*/ 5343582 w 6545688"/>
              <a:gd name="connsiteY14383" fmla="*/ 93381 h 3341254"/>
              <a:gd name="connsiteX14384" fmla="*/ 5342966 w 6545688"/>
              <a:gd name="connsiteY14384" fmla="*/ 93764 h 3341254"/>
              <a:gd name="connsiteX14385" fmla="*/ 5332823 w 6545688"/>
              <a:gd name="connsiteY14385" fmla="*/ 93764 h 3341254"/>
              <a:gd name="connsiteX14386" fmla="*/ 5332206 w 6545688"/>
              <a:gd name="connsiteY14386" fmla="*/ 93381 h 3341254"/>
              <a:gd name="connsiteX14387" fmla="*/ 5327135 w 6545688"/>
              <a:gd name="connsiteY14387" fmla="*/ 84619 h 3341254"/>
              <a:gd name="connsiteX14388" fmla="*/ 5327135 w 6545688"/>
              <a:gd name="connsiteY14388" fmla="*/ 83926 h 3341254"/>
              <a:gd name="connsiteX14389" fmla="*/ 5332206 w 6545688"/>
              <a:gd name="connsiteY14389" fmla="*/ 75164 h 3341254"/>
              <a:gd name="connsiteX14390" fmla="*/ 5332823 w 6545688"/>
              <a:gd name="connsiteY14390" fmla="*/ 74781 h 3341254"/>
              <a:gd name="connsiteX14391" fmla="*/ 2496196 w 6545688"/>
              <a:gd name="connsiteY14391" fmla="*/ 73551 h 3341254"/>
              <a:gd name="connsiteX14392" fmla="*/ 2507724 w 6545688"/>
              <a:gd name="connsiteY14392" fmla="*/ 73551 h 3341254"/>
              <a:gd name="connsiteX14393" fmla="*/ 2508417 w 6545688"/>
              <a:gd name="connsiteY14393" fmla="*/ 73934 h 3341254"/>
              <a:gd name="connsiteX14394" fmla="*/ 2514181 w 6545688"/>
              <a:gd name="connsiteY14394" fmla="*/ 83926 h 3341254"/>
              <a:gd name="connsiteX14395" fmla="*/ 2514181 w 6545688"/>
              <a:gd name="connsiteY14395" fmla="*/ 84771 h 3341254"/>
              <a:gd name="connsiteX14396" fmla="*/ 2508417 w 6545688"/>
              <a:gd name="connsiteY14396" fmla="*/ 94763 h 3341254"/>
              <a:gd name="connsiteX14397" fmla="*/ 2507724 w 6545688"/>
              <a:gd name="connsiteY14397" fmla="*/ 95147 h 3341254"/>
              <a:gd name="connsiteX14398" fmla="*/ 2496196 w 6545688"/>
              <a:gd name="connsiteY14398" fmla="*/ 95147 h 3341254"/>
              <a:gd name="connsiteX14399" fmla="*/ 2495505 w 6545688"/>
              <a:gd name="connsiteY14399" fmla="*/ 94763 h 3341254"/>
              <a:gd name="connsiteX14400" fmla="*/ 2489741 w 6545688"/>
              <a:gd name="connsiteY14400" fmla="*/ 84771 h 3341254"/>
              <a:gd name="connsiteX14401" fmla="*/ 2489741 w 6545688"/>
              <a:gd name="connsiteY14401" fmla="*/ 83926 h 3341254"/>
              <a:gd name="connsiteX14402" fmla="*/ 2495505 w 6545688"/>
              <a:gd name="connsiteY14402" fmla="*/ 73934 h 3341254"/>
              <a:gd name="connsiteX14403" fmla="*/ 2496196 w 6545688"/>
              <a:gd name="connsiteY14403" fmla="*/ 73551 h 3341254"/>
              <a:gd name="connsiteX14404" fmla="*/ 5240442 w 6545688"/>
              <a:gd name="connsiteY14404" fmla="*/ 73089 h 3341254"/>
              <a:gd name="connsiteX14405" fmla="*/ 5252354 w 6545688"/>
              <a:gd name="connsiteY14405" fmla="*/ 73089 h 3341254"/>
              <a:gd name="connsiteX14406" fmla="*/ 5253047 w 6545688"/>
              <a:gd name="connsiteY14406" fmla="*/ 73473 h 3341254"/>
              <a:gd name="connsiteX14407" fmla="*/ 5259040 w 6545688"/>
              <a:gd name="connsiteY14407" fmla="*/ 83848 h 3341254"/>
              <a:gd name="connsiteX14408" fmla="*/ 5259040 w 6545688"/>
              <a:gd name="connsiteY14408" fmla="*/ 84695 h 3341254"/>
              <a:gd name="connsiteX14409" fmla="*/ 5253047 w 6545688"/>
              <a:gd name="connsiteY14409" fmla="*/ 95071 h 3341254"/>
              <a:gd name="connsiteX14410" fmla="*/ 5252354 w 6545688"/>
              <a:gd name="connsiteY14410" fmla="*/ 95454 h 3341254"/>
              <a:gd name="connsiteX14411" fmla="*/ 5240442 w 6545688"/>
              <a:gd name="connsiteY14411" fmla="*/ 95454 h 3341254"/>
              <a:gd name="connsiteX14412" fmla="*/ 5239749 w 6545688"/>
              <a:gd name="connsiteY14412" fmla="*/ 95071 h 3341254"/>
              <a:gd name="connsiteX14413" fmla="*/ 5233756 w 6545688"/>
              <a:gd name="connsiteY14413" fmla="*/ 84695 h 3341254"/>
              <a:gd name="connsiteX14414" fmla="*/ 5233756 w 6545688"/>
              <a:gd name="connsiteY14414" fmla="*/ 83848 h 3341254"/>
              <a:gd name="connsiteX14415" fmla="*/ 5239749 w 6545688"/>
              <a:gd name="connsiteY14415" fmla="*/ 73473 h 3341254"/>
              <a:gd name="connsiteX14416" fmla="*/ 5240442 w 6545688"/>
              <a:gd name="connsiteY14416" fmla="*/ 73089 h 3341254"/>
              <a:gd name="connsiteX14417" fmla="*/ 2312668 w 6545688"/>
              <a:gd name="connsiteY14417" fmla="*/ 72398 h 3341254"/>
              <a:gd name="connsiteX14418" fmla="*/ 2325348 w 6545688"/>
              <a:gd name="connsiteY14418" fmla="*/ 72398 h 3341254"/>
              <a:gd name="connsiteX14419" fmla="*/ 2326117 w 6545688"/>
              <a:gd name="connsiteY14419" fmla="*/ 72860 h 3341254"/>
              <a:gd name="connsiteX14420" fmla="*/ 2332496 w 6545688"/>
              <a:gd name="connsiteY14420" fmla="*/ 83850 h 3341254"/>
              <a:gd name="connsiteX14421" fmla="*/ 2332496 w 6545688"/>
              <a:gd name="connsiteY14421" fmla="*/ 84771 h 3341254"/>
              <a:gd name="connsiteX14422" fmla="*/ 2326117 w 6545688"/>
              <a:gd name="connsiteY14422" fmla="*/ 95762 h 3341254"/>
              <a:gd name="connsiteX14423" fmla="*/ 2325348 w 6545688"/>
              <a:gd name="connsiteY14423" fmla="*/ 96223 h 3341254"/>
              <a:gd name="connsiteX14424" fmla="*/ 2312668 w 6545688"/>
              <a:gd name="connsiteY14424" fmla="*/ 96223 h 3341254"/>
              <a:gd name="connsiteX14425" fmla="*/ 2311899 w 6545688"/>
              <a:gd name="connsiteY14425" fmla="*/ 95762 h 3341254"/>
              <a:gd name="connsiteX14426" fmla="*/ 2305520 w 6545688"/>
              <a:gd name="connsiteY14426" fmla="*/ 84771 h 3341254"/>
              <a:gd name="connsiteX14427" fmla="*/ 2305520 w 6545688"/>
              <a:gd name="connsiteY14427" fmla="*/ 83850 h 3341254"/>
              <a:gd name="connsiteX14428" fmla="*/ 2311899 w 6545688"/>
              <a:gd name="connsiteY14428" fmla="*/ 72860 h 3341254"/>
              <a:gd name="connsiteX14429" fmla="*/ 2312668 w 6545688"/>
              <a:gd name="connsiteY14429" fmla="*/ 72398 h 3341254"/>
              <a:gd name="connsiteX14430" fmla="*/ 5145913 w 6545688"/>
              <a:gd name="connsiteY14430" fmla="*/ 67401 h 3341254"/>
              <a:gd name="connsiteX14431" fmla="*/ 5163974 w 6545688"/>
              <a:gd name="connsiteY14431" fmla="*/ 67401 h 3341254"/>
              <a:gd name="connsiteX14432" fmla="*/ 5165050 w 6545688"/>
              <a:gd name="connsiteY14432" fmla="*/ 68017 h 3341254"/>
              <a:gd name="connsiteX14433" fmla="*/ 5174042 w 6545688"/>
              <a:gd name="connsiteY14433" fmla="*/ 83695 h 3341254"/>
              <a:gd name="connsiteX14434" fmla="*/ 5174042 w 6545688"/>
              <a:gd name="connsiteY14434" fmla="*/ 85001 h 3341254"/>
              <a:gd name="connsiteX14435" fmla="*/ 5164972 w 6545688"/>
              <a:gd name="connsiteY14435" fmla="*/ 100679 h 3341254"/>
              <a:gd name="connsiteX14436" fmla="*/ 5163896 w 6545688"/>
              <a:gd name="connsiteY14436" fmla="*/ 101294 h 3341254"/>
              <a:gd name="connsiteX14437" fmla="*/ 5145835 w 6545688"/>
              <a:gd name="connsiteY14437" fmla="*/ 101294 h 3341254"/>
              <a:gd name="connsiteX14438" fmla="*/ 5144759 w 6545688"/>
              <a:gd name="connsiteY14438" fmla="*/ 100679 h 3341254"/>
              <a:gd name="connsiteX14439" fmla="*/ 5135767 w 6545688"/>
              <a:gd name="connsiteY14439" fmla="*/ 85001 h 3341254"/>
              <a:gd name="connsiteX14440" fmla="*/ 5135767 w 6545688"/>
              <a:gd name="connsiteY14440" fmla="*/ 83695 h 3341254"/>
              <a:gd name="connsiteX14441" fmla="*/ 5144837 w 6545688"/>
              <a:gd name="connsiteY14441" fmla="*/ 68017 h 3341254"/>
              <a:gd name="connsiteX14442" fmla="*/ 5145913 w 6545688"/>
              <a:gd name="connsiteY14442" fmla="*/ 67401 h 3341254"/>
              <a:gd name="connsiteX14443" fmla="*/ 3864900 w 6545688"/>
              <a:gd name="connsiteY14443" fmla="*/ 66942 h 3341254"/>
              <a:gd name="connsiteX14444" fmla="*/ 3883420 w 6545688"/>
              <a:gd name="connsiteY14444" fmla="*/ 66942 h 3341254"/>
              <a:gd name="connsiteX14445" fmla="*/ 3884574 w 6545688"/>
              <a:gd name="connsiteY14445" fmla="*/ 67633 h 3341254"/>
              <a:gd name="connsiteX14446" fmla="*/ 3893797 w 6545688"/>
              <a:gd name="connsiteY14446" fmla="*/ 83696 h 3341254"/>
              <a:gd name="connsiteX14447" fmla="*/ 3893797 w 6545688"/>
              <a:gd name="connsiteY14447" fmla="*/ 85003 h 3341254"/>
              <a:gd name="connsiteX14448" fmla="*/ 3884497 w 6545688"/>
              <a:gd name="connsiteY14448" fmla="*/ 101066 h 3341254"/>
              <a:gd name="connsiteX14449" fmla="*/ 3883345 w 6545688"/>
              <a:gd name="connsiteY14449" fmla="*/ 101757 h 3341254"/>
              <a:gd name="connsiteX14450" fmla="*/ 3864822 w 6545688"/>
              <a:gd name="connsiteY14450" fmla="*/ 101757 h 3341254"/>
              <a:gd name="connsiteX14451" fmla="*/ 3863670 w 6545688"/>
              <a:gd name="connsiteY14451" fmla="*/ 101066 h 3341254"/>
              <a:gd name="connsiteX14452" fmla="*/ 3854447 w 6545688"/>
              <a:gd name="connsiteY14452" fmla="*/ 85003 h 3341254"/>
              <a:gd name="connsiteX14453" fmla="*/ 3854447 w 6545688"/>
              <a:gd name="connsiteY14453" fmla="*/ 83696 h 3341254"/>
              <a:gd name="connsiteX14454" fmla="*/ 3863746 w 6545688"/>
              <a:gd name="connsiteY14454" fmla="*/ 67633 h 3341254"/>
              <a:gd name="connsiteX14455" fmla="*/ 3864900 w 6545688"/>
              <a:gd name="connsiteY14455" fmla="*/ 66942 h 3341254"/>
              <a:gd name="connsiteX14456" fmla="*/ 5053687 w 6545688"/>
              <a:gd name="connsiteY14456" fmla="*/ 66095 h 3341254"/>
              <a:gd name="connsiteX14457" fmla="*/ 5073131 w 6545688"/>
              <a:gd name="connsiteY14457" fmla="*/ 66095 h 3341254"/>
              <a:gd name="connsiteX14458" fmla="*/ 5074284 w 6545688"/>
              <a:gd name="connsiteY14458" fmla="*/ 66786 h 3341254"/>
              <a:gd name="connsiteX14459" fmla="*/ 5083968 w 6545688"/>
              <a:gd name="connsiteY14459" fmla="*/ 83619 h 3341254"/>
              <a:gd name="connsiteX14460" fmla="*/ 5083968 w 6545688"/>
              <a:gd name="connsiteY14460" fmla="*/ 85001 h 3341254"/>
              <a:gd name="connsiteX14461" fmla="*/ 5074284 w 6545688"/>
              <a:gd name="connsiteY14461" fmla="*/ 101833 h 3341254"/>
              <a:gd name="connsiteX14462" fmla="*/ 5073131 w 6545688"/>
              <a:gd name="connsiteY14462" fmla="*/ 102524 h 3341254"/>
              <a:gd name="connsiteX14463" fmla="*/ 5053687 w 6545688"/>
              <a:gd name="connsiteY14463" fmla="*/ 102524 h 3341254"/>
              <a:gd name="connsiteX14464" fmla="*/ 5052534 w 6545688"/>
              <a:gd name="connsiteY14464" fmla="*/ 101833 h 3341254"/>
              <a:gd name="connsiteX14465" fmla="*/ 5042850 w 6545688"/>
              <a:gd name="connsiteY14465" fmla="*/ 85001 h 3341254"/>
              <a:gd name="connsiteX14466" fmla="*/ 5042850 w 6545688"/>
              <a:gd name="connsiteY14466" fmla="*/ 83619 h 3341254"/>
              <a:gd name="connsiteX14467" fmla="*/ 5052534 w 6545688"/>
              <a:gd name="connsiteY14467" fmla="*/ 66786 h 3341254"/>
              <a:gd name="connsiteX14468" fmla="*/ 5053687 w 6545688"/>
              <a:gd name="connsiteY14468" fmla="*/ 66095 h 3341254"/>
              <a:gd name="connsiteX14469" fmla="*/ 4779238 w 6545688"/>
              <a:gd name="connsiteY14469" fmla="*/ 66095 h 3341254"/>
              <a:gd name="connsiteX14470" fmla="*/ 4798683 w 6545688"/>
              <a:gd name="connsiteY14470" fmla="*/ 66095 h 3341254"/>
              <a:gd name="connsiteX14471" fmla="*/ 4799835 w 6545688"/>
              <a:gd name="connsiteY14471" fmla="*/ 66786 h 3341254"/>
              <a:gd name="connsiteX14472" fmla="*/ 4809519 w 6545688"/>
              <a:gd name="connsiteY14472" fmla="*/ 83619 h 3341254"/>
              <a:gd name="connsiteX14473" fmla="*/ 4809519 w 6545688"/>
              <a:gd name="connsiteY14473" fmla="*/ 85001 h 3341254"/>
              <a:gd name="connsiteX14474" fmla="*/ 4799835 w 6545688"/>
              <a:gd name="connsiteY14474" fmla="*/ 101833 h 3341254"/>
              <a:gd name="connsiteX14475" fmla="*/ 4798683 w 6545688"/>
              <a:gd name="connsiteY14475" fmla="*/ 102524 h 3341254"/>
              <a:gd name="connsiteX14476" fmla="*/ 4779238 w 6545688"/>
              <a:gd name="connsiteY14476" fmla="*/ 102524 h 3341254"/>
              <a:gd name="connsiteX14477" fmla="*/ 4778086 w 6545688"/>
              <a:gd name="connsiteY14477" fmla="*/ 101833 h 3341254"/>
              <a:gd name="connsiteX14478" fmla="*/ 4768402 w 6545688"/>
              <a:gd name="connsiteY14478" fmla="*/ 85001 h 3341254"/>
              <a:gd name="connsiteX14479" fmla="*/ 4768402 w 6545688"/>
              <a:gd name="connsiteY14479" fmla="*/ 83619 h 3341254"/>
              <a:gd name="connsiteX14480" fmla="*/ 4778086 w 6545688"/>
              <a:gd name="connsiteY14480" fmla="*/ 66786 h 3341254"/>
              <a:gd name="connsiteX14481" fmla="*/ 4779238 w 6545688"/>
              <a:gd name="connsiteY14481" fmla="*/ 66095 h 3341254"/>
              <a:gd name="connsiteX14482" fmla="*/ 4870080 w 6545688"/>
              <a:gd name="connsiteY14482" fmla="*/ 64865 h 3341254"/>
              <a:gd name="connsiteX14483" fmla="*/ 4890832 w 6545688"/>
              <a:gd name="connsiteY14483" fmla="*/ 64865 h 3341254"/>
              <a:gd name="connsiteX14484" fmla="*/ 4892060 w 6545688"/>
              <a:gd name="connsiteY14484" fmla="*/ 65634 h 3341254"/>
              <a:gd name="connsiteX14485" fmla="*/ 4902435 w 6545688"/>
              <a:gd name="connsiteY14485" fmla="*/ 83617 h 3341254"/>
              <a:gd name="connsiteX14486" fmla="*/ 4902435 w 6545688"/>
              <a:gd name="connsiteY14486" fmla="*/ 85079 h 3341254"/>
              <a:gd name="connsiteX14487" fmla="*/ 4892060 w 6545688"/>
              <a:gd name="connsiteY14487" fmla="*/ 103061 h 3341254"/>
              <a:gd name="connsiteX14488" fmla="*/ 4890832 w 6545688"/>
              <a:gd name="connsiteY14488" fmla="*/ 103830 h 3341254"/>
              <a:gd name="connsiteX14489" fmla="*/ 4870080 w 6545688"/>
              <a:gd name="connsiteY14489" fmla="*/ 103830 h 3341254"/>
              <a:gd name="connsiteX14490" fmla="*/ 4868851 w 6545688"/>
              <a:gd name="connsiteY14490" fmla="*/ 103061 h 3341254"/>
              <a:gd name="connsiteX14491" fmla="*/ 4858475 w 6545688"/>
              <a:gd name="connsiteY14491" fmla="*/ 85079 h 3341254"/>
              <a:gd name="connsiteX14492" fmla="*/ 4858475 w 6545688"/>
              <a:gd name="connsiteY14492" fmla="*/ 83617 h 3341254"/>
              <a:gd name="connsiteX14493" fmla="*/ 4868851 w 6545688"/>
              <a:gd name="connsiteY14493" fmla="*/ 65634 h 3341254"/>
              <a:gd name="connsiteX14494" fmla="*/ 4870080 w 6545688"/>
              <a:gd name="connsiteY14494" fmla="*/ 64865 h 3341254"/>
              <a:gd name="connsiteX14495" fmla="*/ 4960921 w 6545688"/>
              <a:gd name="connsiteY14495" fmla="*/ 63713 h 3341254"/>
              <a:gd name="connsiteX14496" fmla="*/ 4982902 w 6545688"/>
              <a:gd name="connsiteY14496" fmla="*/ 63713 h 3341254"/>
              <a:gd name="connsiteX14497" fmla="*/ 4984208 w 6545688"/>
              <a:gd name="connsiteY14497" fmla="*/ 64482 h 3341254"/>
              <a:gd name="connsiteX14498" fmla="*/ 4995199 w 6545688"/>
              <a:gd name="connsiteY14498" fmla="*/ 83465 h 3341254"/>
              <a:gd name="connsiteX14499" fmla="*/ 4995199 w 6545688"/>
              <a:gd name="connsiteY14499" fmla="*/ 85001 h 3341254"/>
              <a:gd name="connsiteX14500" fmla="*/ 4984208 w 6545688"/>
              <a:gd name="connsiteY14500" fmla="*/ 103984 h 3341254"/>
              <a:gd name="connsiteX14501" fmla="*/ 4982902 w 6545688"/>
              <a:gd name="connsiteY14501" fmla="*/ 104753 h 3341254"/>
              <a:gd name="connsiteX14502" fmla="*/ 4960921 w 6545688"/>
              <a:gd name="connsiteY14502" fmla="*/ 104753 h 3341254"/>
              <a:gd name="connsiteX14503" fmla="*/ 4959615 w 6545688"/>
              <a:gd name="connsiteY14503" fmla="*/ 103984 h 3341254"/>
              <a:gd name="connsiteX14504" fmla="*/ 4948626 w 6545688"/>
              <a:gd name="connsiteY14504" fmla="*/ 85001 h 3341254"/>
              <a:gd name="connsiteX14505" fmla="*/ 4948626 w 6545688"/>
              <a:gd name="connsiteY14505" fmla="*/ 83465 h 3341254"/>
              <a:gd name="connsiteX14506" fmla="*/ 4959615 w 6545688"/>
              <a:gd name="connsiteY14506" fmla="*/ 64482 h 3341254"/>
              <a:gd name="connsiteX14507" fmla="*/ 4960921 w 6545688"/>
              <a:gd name="connsiteY14507" fmla="*/ 63713 h 3341254"/>
              <a:gd name="connsiteX14508" fmla="*/ 4046047 w 6545688"/>
              <a:gd name="connsiteY14508" fmla="*/ 63637 h 3341254"/>
              <a:gd name="connsiteX14509" fmla="*/ 4068180 w 6545688"/>
              <a:gd name="connsiteY14509" fmla="*/ 63637 h 3341254"/>
              <a:gd name="connsiteX14510" fmla="*/ 4069564 w 6545688"/>
              <a:gd name="connsiteY14510" fmla="*/ 64406 h 3341254"/>
              <a:gd name="connsiteX14511" fmla="*/ 4080632 w 6545688"/>
              <a:gd name="connsiteY14511" fmla="*/ 83543 h 3341254"/>
              <a:gd name="connsiteX14512" fmla="*/ 4080632 w 6545688"/>
              <a:gd name="connsiteY14512" fmla="*/ 85079 h 3341254"/>
              <a:gd name="connsiteX14513" fmla="*/ 4069564 w 6545688"/>
              <a:gd name="connsiteY14513" fmla="*/ 104216 h 3341254"/>
              <a:gd name="connsiteX14514" fmla="*/ 4068180 w 6545688"/>
              <a:gd name="connsiteY14514" fmla="*/ 104985 h 3341254"/>
              <a:gd name="connsiteX14515" fmla="*/ 4046047 w 6545688"/>
              <a:gd name="connsiteY14515" fmla="*/ 104985 h 3341254"/>
              <a:gd name="connsiteX14516" fmla="*/ 4044663 w 6545688"/>
              <a:gd name="connsiteY14516" fmla="*/ 104216 h 3341254"/>
              <a:gd name="connsiteX14517" fmla="*/ 4033596 w 6545688"/>
              <a:gd name="connsiteY14517" fmla="*/ 85079 h 3341254"/>
              <a:gd name="connsiteX14518" fmla="*/ 4033596 w 6545688"/>
              <a:gd name="connsiteY14518" fmla="*/ 83543 h 3341254"/>
              <a:gd name="connsiteX14519" fmla="*/ 4044663 w 6545688"/>
              <a:gd name="connsiteY14519" fmla="*/ 64406 h 3341254"/>
              <a:gd name="connsiteX14520" fmla="*/ 4046047 w 6545688"/>
              <a:gd name="connsiteY14520" fmla="*/ 63637 h 3341254"/>
              <a:gd name="connsiteX14521" fmla="*/ 3954512 w 6545688"/>
              <a:gd name="connsiteY14521" fmla="*/ 63483 h 3341254"/>
              <a:gd name="connsiteX14522" fmla="*/ 3976801 w 6545688"/>
              <a:gd name="connsiteY14522" fmla="*/ 63483 h 3341254"/>
              <a:gd name="connsiteX14523" fmla="*/ 3978184 w 6545688"/>
              <a:gd name="connsiteY14523" fmla="*/ 64252 h 3341254"/>
              <a:gd name="connsiteX14524" fmla="*/ 3989327 w 6545688"/>
              <a:gd name="connsiteY14524" fmla="*/ 83543 h 3341254"/>
              <a:gd name="connsiteX14525" fmla="*/ 3989327 w 6545688"/>
              <a:gd name="connsiteY14525" fmla="*/ 85079 h 3341254"/>
              <a:gd name="connsiteX14526" fmla="*/ 3978184 w 6545688"/>
              <a:gd name="connsiteY14526" fmla="*/ 104369 h 3341254"/>
              <a:gd name="connsiteX14527" fmla="*/ 3976801 w 6545688"/>
              <a:gd name="connsiteY14527" fmla="*/ 105138 h 3341254"/>
              <a:gd name="connsiteX14528" fmla="*/ 3954512 w 6545688"/>
              <a:gd name="connsiteY14528" fmla="*/ 105138 h 3341254"/>
              <a:gd name="connsiteX14529" fmla="*/ 3953129 w 6545688"/>
              <a:gd name="connsiteY14529" fmla="*/ 104369 h 3341254"/>
              <a:gd name="connsiteX14530" fmla="*/ 3941984 w 6545688"/>
              <a:gd name="connsiteY14530" fmla="*/ 85079 h 3341254"/>
              <a:gd name="connsiteX14531" fmla="*/ 3941984 w 6545688"/>
              <a:gd name="connsiteY14531" fmla="*/ 83543 h 3341254"/>
              <a:gd name="connsiteX14532" fmla="*/ 3953129 w 6545688"/>
              <a:gd name="connsiteY14532" fmla="*/ 64252 h 3341254"/>
              <a:gd name="connsiteX14533" fmla="*/ 3954512 w 6545688"/>
              <a:gd name="connsiteY14533" fmla="*/ 63483 h 3341254"/>
              <a:gd name="connsiteX14534" fmla="*/ 4594326 w 6545688"/>
              <a:gd name="connsiteY14534" fmla="*/ 62331 h 3341254"/>
              <a:gd name="connsiteX14535" fmla="*/ 4617767 w 6545688"/>
              <a:gd name="connsiteY14535" fmla="*/ 62331 h 3341254"/>
              <a:gd name="connsiteX14536" fmla="*/ 4619227 w 6545688"/>
              <a:gd name="connsiteY14536" fmla="*/ 63175 h 3341254"/>
              <a:gd name="connsiteX14537" fmla="*/ 4630908 w 6545688"/>
              <a:gd name="connsiteY14537" fmla="*/ 83465 h 3341254"/>
              <a:gd name="connsiteX14538" fmla="*/ 4630908 w 6545688"/>
              <a:gd name="connsiteY14538" fmla="*/ 85156 h 3341254"/>
              <a:gd name="connsiteX14539" fmla="*/ 4619151 w 6545688"/>
              <a:gd name="connsiteY14539" fmla="*/ 105446 h 3341254"/>
              <a:gd name="connsiteX14540" fmla="*/ 4617689 w 6545688"/>
              <a:gd name="connsiteY14540" fmla="*/ 106291 h 3341254"/>
              <a:gd name="connsiteX14541" fmla="*/ 4594250 w 6545688"/>
              <a:gd name="connsiteY14541" fmla="*/ 106291 h 3341254"/>
              <a:gd name="connsiteX14542" fmla="*/ 4592790 w 6545688"/>
              <a:gd name="connsiteY14542" fmla="*/ 105446 h 3341254"/>
              <a:gd name="connsiteX14543" fmla="*/ 4581108 w 6545688"/>
              <a:gd name="connsiteY14543" fmla="*/ 85156 h 3341254"/>
              <a:gd name="connsiteX14544" fmla="*/ 4581108 w 6545688"/>
              <a:gd name="connsiteY14544" fmla="*/ 83465 h 3341254"/>
              <a:gd name="connsiteX14545" fmla="*/ 4592866 w 6545688"/>
              <a:gd name="connsiteY14545" fmla="*/ 63175 h 3341254"/>
              <a:gd name="connsiteX14546" fmla="*/ 4594326 w 6545688"/>
              <a:gd name="connsiteY14546" fmla="*/ 62331 h 3341254"/>
              <a:gd name="connsiteX14547" fmla="*/ 4502868 w 6545688"/>
              <a:gd name="connsiteY14547" fmla="*/ 62331 h 3341254"/>
              <a:gd name="connsiteX14548" fmla="*/ 4526309 w 6545688"/>
              <a:gd name="connsiteY14548" fmla="*/ 62331 h 3341254"/>
              <a:gd name="connsiteX14549" fmla="*/ 4527769 w 6545688"/>
              <a:gd name="connsiteY14549" fmla="*/ 63175 h 3341254"/>
              <a:gd name="connsiteX14550" fmla="*/ 4539451 w 6545688"/>
              <a:gd name="connsiteY14550" fmla="*/ 83465 h 3341254"/>
              <a:gd name="connsiteX14551" fmla="*/ 4539451 w 6545688"/>
              <a:gd name="connsiteY14551" fmla="*/ 85156 h 3341254"/>
              <a:gd name="connsiteX14552" fmla="*/ 4527693 w 6545688"/>
              <a:gd name="connsiteY14552" fmla="*/ 105446 h 3341254"/>
              <a:gd name="connsiteX14553" fmla="*/ 4526231 w 6545688"/>
              <a:gd name="connsiteY14553" fmla="*/ 106291 h 3341254"/>
              <a:gd name="connsiteX14554" fmla="*/ 4502792 w 6545688"/>
              <a:gd name="connsiteY14554" fmla="*/ 106291 h 3341254"/>
              <a:gd name="connsiteX14555" fmla="*/ 4501332 w 6545688"/>
              <a:gd name="connsiteY14555" fmla="*/ 105446 h 3341254"/>
              <a:gd name="connsiteX14556" fmla="*/ 4489649 w 6545688"/>
              <a:gd name="connsiteY14556" fmla="*/ 85156 h 3341254"/>
              <a:gd name="connsiteX14557" fmla="*/ 4489649 w 6545688"/>
              <a:gd name="connsiteY14557" fmla="*/ 83465 h 3341254"/>
              <a:gd name="connsiteX14558" fmla="*/ 4501409 w 6545688"/>
              <a:gd name="connsiteY14558" fmla="*/ 63175 h 3341254"/>
              <a:gd name="connsiteX14559" fmla="*/ 4502868 w 6545688"/>
              <a:gd name="connsiteY14559" fmla="*/ 62331 h 3341254"/>
              <a:gd name="connsiteX14560" fmla="*/ 4411335 w 6545688"/>
              <a:gd name="connsiteY14560" fmla="*/ 62331 h 3341254"/>
              <a:gd name="connsiteX14561" fmla="*/ 4434776 w 6545688"/>
              <a:gd name="connsiteY14561" fmla="*/ 62331 h 3341254"/>
              <a:gd name="connsiteX14562" fmla="*/ 4436236 w 6545688"/>
              <a:gd name="connsiteY14562" fmla="*/ 63175 h 3341254"/>
              <a:gd name="connsiteX14563" fmla="*/ 4447917 w 6545688"/>
              <a:gd name="connsiteY14563" fmla="*/ 83465 h 3341254"/>
              <a:gd name="connsiteX14564" fmla="*/ 4447917 w 6545688"/>
              <a:gd name="connsiteY14564" fmla="*/ 85156 h 3341254"/>
              <a:gd name="connsiteX14565" fmla="*/ 4436160 w 6545688"/>
              <a:gd name="connsiteY14565" fmla="*/ 105446 h 3341254"/>
              <a:gd name="connsiteX14566" fmla="*/ 4434698 w 6545688"/>
              <a:gd name="connsiteY14566" fmla="*/ 106291 h 3341254"/>
              <a:gd name="connsiteX14567" fmla="*/ 4411259 w 6545688"/>
              <a:gd name="connsiteY14567" fmla="*/ 106291 h 3341254"/>
              <a:gd name="connsiteX14568" fmla="*/ 4409799 w 6545688"/>
              <a:gd name="connsiteY14568" fmla="*/ 105446 h 3341254"/>
              <a:gd name="connsiteX14569" fmla="*/ 4398117 w 6545688"/>
              <a:gd name="connsiteY14569" fmla="*/ 85156 h 3341254"/>
              <a:gd name="connsiteX14570" fmla="*/ 4398117 w 6545688"/>
              <a:gd name="connsiteY14570" fmla="*/ 83465 h 3341254"/>
              <a:gd name="connsiteX14571" fmla="*/ 4409875 w 6545688"/>
              <a:gd name="connsiteY14571" fmla="*/ 63175 h 3341254"/>
              <a:gd name="connsiteX14572" fmla="*/ 4411335 w 6545688"/>
              <a:gd name="connsiteY14572" fmla="*/ 62331 h 3341254"/>
              <a:gd name="connsiteX14573" fmla="*/ 4136427 w 6545688"/>
              <a:gd name="connsiteY14573" fmla="*/ 61484 h 3341254"/>
              <a:gd name="connsiteX14574" fmla="*/ 4160788 w 6545688"/>
              <a:gd name="connsiteY14574" fmla="*/ 61484 h 3341254"/>
              <a:gd name="connsiteX14575" fmla="*/ 4162248 w 6545688"/>
              <a:gd name="connsiteY14575" fmla="*/ 62329 h 3341254"/>
              <a:gd name="connsiteX14576" fmla="*/ 4174391 w 6545688"/>
              <a:gd name="connsiteY14576" fmla="*/ 83387 h 3341254"/>
              <a:gd name="connsiteX14577" fmla="*/ 4174391 w 6545688"/>
              <a:gd name="connsiteY14577" fmla="*/ 85079 h 3341254"/>
              <a:gd name="connsiteX14578" fmla="*/ 4162248 w 6545688"/>
              <a:gd name="connsiteY14578" fmla="*/ 106137 h 3341254"/>
              <a:gd name="connsiteX14579" fmla="*/ 4160788 w 6545688"/>
              <a:gd name="connsiteY14579" fmla="*/ 106982 h 3341254"/>
              <a:gd name="connsiteX14580" fmla="*/ 4136427 w 6545688"/>
              <a:gd name="connsiteY14580" fmla="*/ 106982 h 3341254"/>
              <a:gd name="connsiteX14581" fmla="*/ 4134965 w 6545688"/>
              <a:gd name="connsiteY14581" fmla="*/ 106137 h 3341254"/>
              <a:gd name="connsiteX14582" fmla="*/ 4122824 w 6545688"/>
              <a:gd name="connsiteY14582" fmla="*/ 85079 h 3341254"/>
              <a:gd name="connsiteX14583" fmla="*/ 4122824 w 6545688"/>
              <a:gd name="connsiteY14583" fmla="*/ 83387 h 3341254"/>
              <a:gd name="connsiteX14584" fmla="*/ 4134965 w 6545688"/>
              <a:gd name="connsiteY14584" fmla="*/ 62329 h 3341254"/>
              <a:gd name="connsiteX14585" fmla="*/ 4136427 w 6545688"/>
              <a:gd name="connsiteY14585" fmla="*/ 61484 h 3341254"/>
              <a:gd name="connsiteX14586" fmla="*/ 4227499 w 6545688"/>
              <a:gd name="connsiteY14586" fmla="*/ 60639 h 3341254"/>
              <a:gd name="connsiteX14587" fmla="*/ 4252707 w 6545688"/>
              <a:gd name="connsiteY14587" fmla="*/ 60639 h 3341254"/>
              <a:gd name="connsiteX14588" fmla="*/ 4254243 w 6545688"/>
              <a:gd name="connsiteY14588" fmla="*/ 61562 h 3341254"/>
              <a:gd name="connsiteX14589" fmla="*/ 4266848 w 6545688"/>
              <a:gd name="connsiteY14589" fmla="*/ 83387 h 3341254"/>
              <a:gd name="connsiteX14590" fmla="*/ 4266848 w 6545688"/>
              <a:gd name="connsiteY14590" fmla="*/ 85156 h 3341254"/>
              <a:gd name="connsiteX14591" fmla="*/ 4254243 w 6545688"/>
              <a:gd name="connsiteY14591" fmla="*/ 106982 h 3341254"/>
              <a:gd name="connsiteX14592" fmla="*/ 4252707 w 6545688"/>
              <a:gd name="connsiteY14592" fmla="*/ 107905 h 3341254"/>
              <a:gd name="connsiteX14593" fmla="*/ 4227499 w 6545688"/>
              <a:gd name="connsiteY14593" fmla="*/ 107905 h 3341254"/>
              <a:gd name="connsiteX14594" fmla="*/ 4225962 w 6545688"/>
              <a:gd name="connsiteY14594" fmla="*/ 106982 h 3341254"/>
              <a:gd name="connsiteX14595" fmla="*/ 4213357 w 6545688"/>
              <a:gd name="connsiteY14595" fmla="*/ 85156 h 3341254"/>
              <a:gd name="connsiteX14596" fmla="*/ 4213357 w 6545688"/>
              <a:gd name="connsiteY14596" fmla="*/ 83387 h 3341254"/>
              <a:gd name="connsiteX14597" fmla="*/ 4225962 w 6545688"/>
              <a:gd name="connsiteY14597" fmla="*/ 61562 h 3341254"/>
              <a:gd name="connsiteX14598" fmla="*/ 4227499 w 6545688"/>
              <a:gd name="connsiteY14598" fmla="*/ 60639 h 3341254"/>
              <a:gd name="connsiteX14599" fmla="*/ 4318573 w 6545688"/>
              <a:gd name="connsiteY14599" fmla="*/ 59948 h 3341254"/>
              <a:gd name="connsiteX14600" fmla="*/ 4344550 w 6545688"/>
              <a:gd name="connsiteY14600" fmla="*/ 59948 h 3341254"/>
              <a:gd name="connsiteX14601" fmla="*/ 4346164 w 6545688"/>
              <a:gd name="connsiteY14601" fmla="*/ 60871 h 3341254"/>
              <a:gd name="connsiteX14602" fmla="*/ 4359152 w 6545688"/>
              <a:gd name="connsiteY14602" fmla="*/ 83389 h 3341254"/>
              <a:gd name="connsiteX14603" fmla="*/ 4359152 w 6545688"/>
              <a:gd name="connsiteY14603" fmla="*/ 85232 h 3341254"/>
              <a:gd name="connsiteX14604" fmla="*/ 4346164 w 6545688"/>
              <a:gd name="connsiteY14604" fmla="*/ 107751 h 3341254"/>
              <a:gd name="connsiteX14605" fmla="*/ 4344550 w 6545688"/>
              <a:gd name="connsiteY14605" fmla="*/ 108673 h 3341254"/>
              <a:gd name="connsiteX14606" fmla="*/ 4318573 w 6545688"/>
              <a:gd name="connsiteY14606" fmla="*/ 108673 h 3341254"/>
              <a:gd name="connsiteX14607" fmla="*/ 4316959 w 6545688"/>
              <a:gd name="connsiteY14607" fmla="*/ 107751 h 3341254"/>
              <a:gd name="connsiteX14608" fmla="*/ 4303971 w 6545688"/>
              <a:gd name="connsiteY14608" fmla="*/ 85232 h 3341254"/>
              <a:gd name="connsiteX14609" fmla="*/ 4303971 w 6545688"/>
              <a:gd name="connsiteY14609" fmla="*/ 83389 h 3341254"/>
              <a:gd name="connsiteX14610" fmla="*/ 4316959 w 6545688"/>
              <a:gd name="connsiteY14610" fmla="*/ 60871 h 3341254"/>
              <a:gd name="connsiteX14611" fmla="*/ 4318573 w 6545688"/>
              <a:gd name="connsiteY14611" fmla="*/ 59948 h 3341254"/>
              <a:gd name="connsiteX14612" fmla="*/ 4682478 w 6545688"/>
              <a:gd name="connsiteY14612" fmla="*/ 56181 h 3341254"/>
              <a:gd name="connsiteX14613" fmla="*/ 4712528 w 6545688"/>
              <a:gd name="connsiteY14613" fmla="*/ 56181 h 3341254"/>
              <a:gd name="connsiteX14614" fmla="*/ 4714373 w 6545688"/>
              <a:gd name="connsiteY14614" fmla="*/ 57258 h 3341254"/>
              <a:gd name="connsiteX14615" fmla="*/ 4729361 w 6545688"/>
              <a:gd name="connsiteY14615" fmla="*/ 83233 h 3341254"/>
              <a:gd name="connsiteX14616" fmla="*/ 4729361 w 6545688"/>
              <a:gd name="connsiteY14616" fmla="*/ 85386 h 3341254"/>
              <a:gd name="connsiteX14617" fmla="*/ 4714373 w 6545688"/>
              <a:gd name="connsiteY14617" fmla="*/ 111364 h 3341254"/>
              <a:gd name="connsiteX14618" fmla="*/ 4712528 w 6545688"/>
              <a:gd name="connsiteY14618" fmla="*/ 112438 h 3341254"/>
              <a:gd name="connsiteX14619" fmla="*/ 4682478 w 6545688"/>
              <a:gd name="connsiteY14619" fmla="*/ 112438 h 3341254"/>
              <a:gd name="connsiteX14620" fmla="*/ 4680634 w 6545688"/>
              <a:gd name="connsiteY14620" fmla="*/ 111364 h 3341254"/>
              <a:gd name="connsiteX14621" fmla="*/ 4665648 w 6545688"/>
              <a:gd name="connsiteY14621" fmla="*/ 85386 h 3341254"/>
              <a:gd name="connsiteX14622" fmla="*/ 4665648 w 6545688"/>
              <a:gd name="connsiteY14622" fmla="*/ 83233 h 3341254"/>
              <a:gd name="connsiteX14623" fmla="*/ 4680634 w 6545688"/>
              <a:gd name="connsiteY14623" fmla="*/ 57258 h 3341254"/>
              <a:gd name="connsiteX14624" fmla="*/ 4682478 w 6545688"/>
              <a:gd name="connsiteY14624" fmla="*/ 56181 h 3341254"/>
              <a:gd name="connsiteX14625" fmla="*/ 2407814 w 6545688"/>
              <a:gd name="connsiteY14625" fmla="*/ 0 h 3341254"/>
              <a:gd name="connsiteX14626" fmla="*/ 2413194 w 6545688"/>
              <a:gd name="connsiteY14626" fmla="*/ 0 h 3341254"/>
              <a:gd name="connsiteX14627" fmla="*/ 2413500 w 6545688"/>
              <a:gd name="connsiteY14627" fmla="*/ 154 h 3341254"/>
              <a:gd name="connsiteX14628" fmla="*/ 2416191 w 6545688"/>
              <a:gd name="connsiteY14628" fmla="*/ 4841 h 3341254"/>
              <a:gd name="connsiteX14629" fmla="*/ 2416191 w 6545688"/>
              <a:gd name="connsiteY14629" fmla="*/ 5227 h 3341254"/>
              <a:gd name="connsiteX14630" fmla="*/ 2413500 w 6545688"/>
              <a:gd name="connsiteY14630" fmla="*/ 9914 h 3341254"/>
              <a:gd name="connsiteX14631" fmla="*/ 2413194 w 6545688"/>
              <a:gd name="connsiteY14631" fmla="*/ 10068 h 3341254"/>
              <a:gd name="connsiteX14632" fmla="*/ 2407814 w 6545688"/>
              <a:gd name="connsiteY14632" fmla="*/ 10068 h 3341254"/>
              <a:gd name="connsiteX14633" fmla="*/ 2407506 w 6545688"/>
              <a:gd name="connsiteY14633" fmla="*/ 9914 h 3341254"/>
              <a:gd name="connsiteX14634" fmla="*/ 2404816 w 6545688"/>
              <a:gd name="connsiteY14634" fmla="*/ 5227 h 3341254"/>
              <a:gd name="connsiteX14635" fmla="*/ 2404816 w 6545688"/>
              <a:gd name="connsiteY14635" fmla="*/ 4841 h 3341254"/>
              <a:gd name="connsiteX14636" fmla="*/ 2407506 w 6545688"/>
              <a:gd name="connsiteY14636" fmla="*/ 154 h 3341254"/>
              <a:gd name="connsiteX14637" fmla="*/ 2407814 w 6545688"/>
              <a:gd name="connsiteY14637" fmla="*/ 0 h 334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</a:cxnLst>
            <a:rect l="l" t="t" r="r" b="b"/>
            <a:pathLst>
              <a:path w="6545688" h="3341254">
                <a:moveTo>
                  <a:pt x="1766770" y="3328650"/>
                </a:moveTo>
                <a:lnTo>
                  <a:pt x="1773455" y="3328650"/>
                </a:lnTo>
                <a:cubicBezTo>
                  <a:pt x="1773609" y="3328650"/>
                  <a:pt x="1773840" y="3328880"/>
                  <a:pt x="1773840" y="3328880"/>
                </a:cubicBezTo>
                <a:lnTo>
                  <a:pt x="1777222" y="3334721"/>
                </a:lnTo>
                <a:cubicBezTo>
                  <a:pt x="1777298" y="3334875"/>
                  <a:pt x="1777222" y="3335183"/>
                  <a:pt x="1777222" y="3335183"/>
                </a:cubicBezTo>
                <a:lnTo>
                  <a:pt x="1773840" y="3341023"/>
                </a:lnTo>
                <a:cubicBezTo>
                  <a:pt x="1773763" y="3341176"/>
                  <a:pt x="1773455" y="3341254"/>
                  <a:pt x="1773455" y="3341254"/>
                </a:cubicBezTo>
                <a:lnTo>
                  <a:pt x="1766770" y="3341254"/>
                </a:lnTo>
                <a:cubicBezTo>
                  <a:pt x="1766617" y="3341254"/>
                  <a:pt x="1766385" y="3341023"/>
                  <a:pt x="1766385" y="3341023"/>
                </a:cubicBezTo>
                <a:lnTo>
                  <a:pt x="1763004" y="3335183"/>
                </a:lnTo>
                <a:cubicBezTo>
                  <a:pt x="1762926" y="3335029"/>
                  <a:pt x="1763004" y="3334721"/>
                  <a:pt x="1763004" y="3334721"/>
                </a:cubicBezTo>
                <a:lnTo>
                  <a:pt x="1766385" y="3328880"/>
                </a:lnTo>
                <a:cubicBezTo>
                  <a:pt x="1766461" y="3328728"/>
                  <a:pt x="1766770" y="3328650"/>
                  <a:pt x="1766770" y="3328650"/>
                </a:cubicBezTo>
                <a:close/>
                <a:moveTo>
                  <a:pt x="1856153" y="3245417"/>
                </a:moveTo>
                <a:lnTo>
                  <a:pt x="1867066" y="3245417"/>
                </a:lnTo>
                <a:cubicBezTo>
                  <a:pt x="1867373" y="3245417"/>
                  <a:pt x="1867757" y="3245800"/>
                  <a:pt x="1867757" y="3245800"/>
                </a:cubicBezTo>
                <a:lnTo>
                  <a:pt x="1873213" y="3255255"/>
                </a:lnTo>
                <a:cubicBezTo>
                  <a:pt x="1873367" y="3255485"/>
                  <a:pt x="1873213" y="3256022"/>
                  <a:pt x="1873213" y="3256022"/>
                </a:cubicBezTo>
                <a:lnTo>
                  <a:pt x="1867757" y="3265477"/>
                </a:lnTo>
                <a:cubicBezTo>
                  <a:pt x="1867603" y="3265706"/>
                  <a:pt x="1867066" y="3265860"/>
                  <a:pt x="1867066" y="3265860"/>
                </a:cubicBezTo>
                <a:lnTo>
                  <a:pt x="1856153" y="3265860"/>
                </a:lnTo>
                <a:cubicBezTo>
                  <a:pt x="1855845" y="3265860"/>
                  <a:pt x="1855460" y="3265477"/>
                  <a:pt x="1855460" y="3265477"/>
                </a:cubicBezTo>
                <a:lnTo>
                  <a:pt x="1850004" y="3256022"/>
                </a:lnTo>
                <a:cubicBezTo>
                  <a:pt x="1849850" y="3255792"/>
                  <a:pt x="1850004" y="3255255"/>
                  <a:pt x="1850004" y="3255255"/>
                </a:cubicBezTo>
                <a:lnTo>
                  <a:pt x="1855460" y="3245800"/>
                </a:lnTo>
                <a:cubicBezTo>
                  <a:pt x="1855614" y="3245571"/>
                  <a:pt x="1856153" y="3245417"/>
                  <a:pt x="1856153" y="3245417"/>
                </a:cubicBezTo>
                <a:close/>
                <a:moveTo>
                  <a:pt x="199278" y="3226280"/>
                </a:moveTo>
                <a:lnTo>
                  <a:pt x="230628" y="3226280"/>
                </a:lnTo>
                <a:cubicBezTo>
                  <a:pt x="231405" y="3226280"/>
                  <a:pt x="232170" y="3226663"/>
                  <a:pt x="232549" y="3227356"/>
                </a:cubicBezTo>
                <a:lnTo>
                  <a:pt x="248235" y="3254486"/>
                </a:lnTo>
                <a:cubicBezTo>
                  <a:pt x="248618" y="3255177"/>
                  <a:pt x="248618" y="3256022"/>
                  <a:pt x="248235" y="3256715"/>
                </a:cubicBezTo>
                <a:lnTo>
                  <a:pt x="232549" y="3283843"/>
                </a:lnTo>
                <a:cubicBezTo>
                  <a:pt x="232170" y="3284458"/>
                  <a:pt x="231405" y="3284919"/>
                  <a:pt x="230628" y="3284919"/>
                </a:cubicBezTo>
                <a:lnTo>
                  <a:pt x="199278" y="3284919"/>
                </a:lnTo>
                <a:cubicBezTo>
                  <a:pt x="198509" y="3284919"/>
                  <a:pt x="197738" y="3284536"/>
                  <a:pt x="197358" y="3283843"/>
                </a:cubicBezTo>
                <a:lnTo>
                  <a:pt x="181675" y="3256715"/>
                </a:lnTo>
                <a:cubicBezTo>
                  <a:pt x="181289" y="3256022"/>
                  <a:pt x="181289" y="3255177"/>
                  <a:pt x="181675" y="3254486"/>
                </a:cubicBezTo>
                <a:lnTo>
                  <a:pt x="197358" y="3227356"/>
                </a:lnTo>
                <a:cubicBezTo>
                  <a:pt x="197738" y="3226741"/>
                  <a:pt x="198509" y="3226280"/>
                  <a:pt x="199278" y="3226280"/>
                </a:cubicBezTo>
                <a:close/>
                <a:moveTo>
                  <a:pt x="289427" y="3223743"/>
                </a:moveTo>
                <a:lnTo>
                  <a:pt x="323477" y="3223743"/>
                </a:lnTo>
                <a:cubicBezTo>
                  <a:pt x="324318" y="3223743"/>
                  <a:pt x="325089" y="3224205"/>
                  <a:pt x="325549" y="3224973"/>
                </a:cubicBezTo>
                <a:lnTo>
                  <a:pt x="342536" y="3254486"/>
                </a:lnTo>
                <a:cubicBezTo>
                  <a:pt x="342992" y="3255177"/>
                  <a:pt x="342992" y="3256100"/>
                  <a:pt x="342536" y="3256867"/>
                </a:cubicBezTo>
                <a:lnTo>
                  <a:pt x="325473" y="3286379"/>
                </a:lnTo>
                <a:cubicBezTo>
                  <a:pt x="325009" y="3287148"/>
                  <a:pt x="324242" y="3287610"/>
                  <a:pt x="323394" y="3287610"/>
                </a:cubicBezTo>
                <a:lnTo>
                  <a:pt x="289348" y="3287610"/>
                </a:lnTo>
                <a:cubicBezTo>
                  <a:pt x="288503" y="3287610"/>
                  <a:pt x="287737" y="3287148"/>
                  <a:pt x="287270" y="3286379"/>
                </a:cubicBezTo>
                <a:lnTo>
                  <a:pt x="270290" y="3256867"/>
                </a:lnTo>
                <a:cubicBezTo>
                  <a:pt x="269833" y="3256176"/>
                  <a:pt x="269833" y="3255253"/>
                  <a:pt x="270290" y="3254486"/>
                </a:cubicBezTo>
                <a:lnTo>
                  <a:pt x="287352" y="3224973"/>
                </a:lnTo>
                <a:cubicBezTo>
                  <a:pt x="287815" y="3224205"/>
                  <a:pt x="288577" y="3223743"/>
                  <a:pt x="289427" y="3223743"/>
                </a:cubicBezTo>
                <a:close/>
                <a:moveTo>
                  <a:pt x="1946917" y="3164796"/>
                </a:moveTo>
                <a:lnTo>
                  <a:pt x="1959290" y="3164796"/>
                </a:lnTo>
                <a:cubicBezTo>
                  <a:pt x="1959598" y="3164796"/>
                  <a:pt x="1960059" y="3165257"/>
                  <a:pt x="1960059" y="3165257"/>
                </a:cubicBezTo>
                <a:lnTo>
                  <a:pt x="1966284" y="3176016"/>
                </a:lnTo>
                <a:cubicBezTo>
                  <a:pt x="1966438" y="3176248"/>
                  <a:pt x="1966284" y="3176863"/>
                  <a:pt x="1966284" y="3176863"/>
                </a:cubicBezTo>
                <a:lnTo>
                  <a:pt x="1960059" y="3187622"/>
                </a:lnTo>
                <a:cubicBezTo>
                  <a:pt x="1959905" y="3187929"/>
                  <a:pt x="1959290" y="3188083"/>
                  <a:pt x="1959290" y="3188083"/>
                </a:cubicBezTo>
                <a:lnTo>
                  <a:pt x="1946917" y="3188083"/>
                </a:lnTo>
                <a:cubicBezTo>
                  <a:pt x="1946610" y="3188083"/>
                  <a:pt x="1946148" y="3187622"/>
                  <a:pt x="1946148" y="3187622"/>
                </a:cubicBezTo>
                <a:lnTo>
                  <a:pt x="1939923" y="3176863"/>
                </a:lnTo>
                <a:cubicBezTo>
                  <a:pt x="1939769" y="3176631"/>
                  <a:pt x="1939923" y="3176016"/>
                  <a:pt x="1939923" y="3176016"/>
                </a:cubicBezTo>
                <a:lnTo>
                  <a:pt x="1946148" y="3165257"/>
                </a:lnTo>
                <a:cubicBezTo>
                  <a:pt x="1946302" y="3164950"/>
                  <a:pt x="1946917" y="3164796"/>
                  <a:pt x="1946917" y="3164796"/>
                </a:cubicBezTo>
                <a:close/>
                <a:moveTo>
                  <a:pt x="1853539" y="3161259"/>
                </a:moveTo>
                <a:lnTo>
                  <a:pt x="1869678" y="3161259"/>
                </a:lnTo>
                <a:cubicBezTo>
                  <a:pt x="1870061" y="3161259"/>
                  <a:pt x="1870676" y="3161796"/>
                  <a:pt x="1870676" y="3161796"/>
                </a:cubicBezTo>
                <a:lnTo>
                  <a:pt x="1878747" y="3175785"/>
                </a:lnTo>
                <a:cubicBezTo>
                  <a:pt x="1878977" y="3176168"/>
                  <a:pt x="1878747" y="3176937"/>
                  <a:pt x="1878747" y="3176937"/>
                </a:cubicBezTo>
                <a:lnTo>
                  <a:pt x="1870676" y="3190925"/>
                </a:lnTo>
                <a:cubicBezTo>
                  <a:pt x="1870447" y="3191233"/>
                  <a:pt x="1870061" y="3191463"/>
                  <a:pt x="1869678" y="3191463"/>
                </a:cubicBezTo>
                <a:lnTo>
                  <a:pt x="1853539" y="3191463"/>
                </a:lnTo>
                <a:cubicBezTo>
                  <a:pt x="1853153" y="3191463"/>
                  <a:pt x="1852540" y="3190925"/>
                  <a:pt x="1852540" y="3190925"/>
                </a:cubicBezTo>
                <a:lnTo>
                  <a:pt x="1844469" y="3176937"/>
                </a:lnTo>
                <a:cubicBezTo>
                  <a:pt x="1844238" y="3176554"/>
                  <a:pt x="1844469" y="3175785"/>
                  <a:pt x="1844469" y="3175785"/>
                </a:cubicBezTo>
                <a:lnTo>
                  <a:pt x="1852540" y="3161796"/>
                </a:lnTo>
                <a:cubicBezTo>
                  <a:pt x="1852770" y="3161491"/>
                  <a:pt x="1853153" y="3161259"/>
                  <a:pt x="1853539" y="3161259"/>
                </a:cubicBezTo>
                <a:close/>
                <a:moveTo>
                  <a:pt x="199893" y="3148271"/>
                </a:moveTo>
                <a:lnTo>
                  <a:pt x="229933" y="3148271"/>
                </a:lnTo>
                <a:cubicBezTo>
                  <a:pt x="230706" y="3148271"/>
                  <a:pt x="231405" y="3148733"/>
                  <a:pt x="231790" y="3149348"/>
                </a:cubicBezTo>
                <a:lnTo>
                  <a:pt x="246773" y="3175323"/>
                </a:lnTo>
                <a:cubicBezTo>
                  <a:pt x="247157" y="3176016"/>
                  <a:pt x="247157" y="3176861"/>
                  <a:pt x="246773" y="3177476"/>
                </a:cubicBezTo>
                <a:lnTo>
                  <a:pt x="231790" y="3203454"/>
                </a:lnTo>
                <a:cubicBezTo>
                  <a:pt x="231405" y="3204145"/>
                  <a:pt x="230706" y="3204528"/>
                  <a:pt x="229933" y="3204528"/>
                </a:cubicBezTo>
                <a:lnTo>
                  <a:pt x="199893" y="3204528"/>
                </a:lnTo>
                <a:cubicBezTo>
                  <a:pt x="199120" y="3204528"/>
                  <a:pt x="198431" y="3204067"/>
                  <a:pt x="198046" y="3203454"/>
                </a:cubicBezTo>
                <a:lnTo>
                  <a:pt x="183061" y="3177476"/>
                </a:lnTo>
                <a:cubicBezTo>
                  <a:pt x="182675" y="3176785"/>
                  <a:pt x="182675" y="3175938"/>
                  <a:pt x="183061" y="3175323"/>
                </a:cubicBezTo>
                <a:lnTo>
                  <a:pt x="198046" y="3149348"/>
                </a:lnTo>
                <a:cubicBezTo>
                  <a:pt x="198431" y="3148657"/>
                  <a:pt x="199120" y="3148271"/>
                  <a:pt x="199893" y="3148271"/>
                </a:cubicBezTo>
                <a:close/>
                <a:moveTo>
                  <a:pt x="381185" y="3145044"/>
                </a:moveTo>
                <a:lnTo>
                  <a:pt x="414620" y="3145044"/>
                </a:lnTo>
                <a:cubicBezTo>
                  <a:pt x="415468" y="3145044"/>
                  <a:pt x="416235" y="3145505"/>
                  <a:pt x="416695" y="3146196"/>
                </a:cubicBezTo>
                <a:lnTo>
                  <a:pt x="433373" y="3175171"/>
                </a:lnTo>
                <a:cubicBezTo>
                  <a:pt x="433833" y="3175940"/>
                  <a:pt x="433833" y="3176861"/>
                  <a:pt x="433373" y="3177552"/>
                </a:cubicBezTo>
                <a:lnTo>
                  <a:pt x="416615" y="3206527"/>
                </a:lnTo>
                <a:cubicBezTo>
                  <a:pt x="416158" y="3207218"/>
                  <a:pt x="415392" y="3207680"/>
                  <a:pt x="414546" y="3207680"/>
                </a:cubicBezTo>
                <a:lnTo>
                  <a:pt x="381107" y="3207680"/>
                </a:lnTo>
                <a:cubicBezTo>
                  <a:pt x="380268" y="3207680"/>
                  <a:pt x="379501" y="3207218"/>
                  <a:pt x="379039" y="3206527"/>
                </a:cubicBezTo>
                <a:lnTo>
                  <a:pt x="362363" y="3177552"/>
                </a:lnTo>
                <a:cubicBezTo>
                  <a:pt x="361894" y="3176785"/>
                  <a:pt x="361894" y="3175862"/>
                  <a:pt x="362363" y="3175171"/>
                </a:cubicBezTo>
                <a:lnTo>
                  <a:pt x="379110" y="3146196"/>
                </a:lnTo>
                <a:cubicBezTo>
                  <a:pt x="379575" y="3145505"/>
                  <a:pt x="380344" y="3145044"/>
                  <a:pt x="381185" y="3145044"/>
                </a:cubicBezTo>
                <a:close/>
                <a:moveTo>
                  <a:pt x="289427" y="3144506"/>
                </a:moveTo>
                <a:lnTo>
                  <a:pt x="323477" y="3144506"/>
                </a:lnTo>
                <a:cubicBezTo>
                  <a:pt x="324318" y="3144506"/>
                  <a:pt x="325089" y="3144968"/>
                  <a:pt x="325549" y="3145737"/>
                </a:cubicBezTo>
                <a:lnTo>
                  <a:pt x="342536" y="3175249"/>
                </a:lnTo>
                <a:cubicBezTo>
                  <a:pt x="342992" y="3175940"/>
                  <a:pt x="342992" y="3176863"/>
                  <a:pt x="342536" y="3177630"/>
                </a:cubicBezTo>
                <a:lnTo>
                  <a:pt x="325473" y="3207143"/>
                </a:lnTo>
                <a:cubicBezTo>
                  <a:pt x="325009" y="3207911"/>
                  <a:pt x="324242" y="3208373"/>
                  <a:pt x="323394" y="3208373"/>
                </a:cubicBezTo>
                <a:lnTo>
                  <a:pt x="289348" y="3208373"/>
                </a:lnTo>
                <a:cubicBezTo>
                  <a:pt x="288503" y="3208373"/>
                  <a:pt x="287737" y="3207911"/>
                  <a:pt x="287270" y="3207143"/>
                </a:cubicBezTo>
                <a:lnTo>
                  <a:pt x="270290" y="3177630"/>
                </a:lnTo>
                <a:cubicBezTo>
                  <a:pt x="269833" y="3176939"/>
                  <a:pt x="269833" y="3176016"/>
                  <a:pt x="270290" y="3175249"/>
                </a:cubicBezTo>
                <a:lnTo>
                  <a:pt x="287352" y="3145737"/>
                </a:lnTo>
                <a:cubicBezTo>
                  <a:pt x="287815" y="3144968"/>
                  <a:pt x="288577" y="3144506"/>
                  <a:pt x="289427" y="3144506"/>
                </a:cubicBezTo>
                <a:close/>
                <a:moveTo>
                  <a:pt x="2041678" y="3091784"/>
                </a:moveTo>
                <a:lnTo>
                  <a:pt x="2047366" y="3091784"/>
                </a:lnTo>
                <a:cubicBezTo>
                  <a:pt x="2047520" y="3091784"/>
                  <a:pt x="2047750" y="3092016"/>
                  <a:pt x="2047750" y="3092016"/>
                </a:cubicBezTo>
                <a:lnTo>
                  <a:pt x="2050594" y="3096933"/>
                </a:lnTo>
                <a:cubicBezTo>
                  <a:pt x="2050594" y="3097011"/>
                  <a:pt x="2050594" y="3097319"/>
                  <a:pt x="2050594" y="3097319"/>
                </a:cubicBezTo>
                <a:lnTo>
                  <a:pt x="2047750" y="3102236"/>
                </a:lnTo>
                <a:cubicBezTo>
                  <a:pt x="2047674" y="3102390"/>
                  <a:pt x="2047366" y="3102467"/>
                  <a:pt x="2047366" y="3102467"/>
                </a:cubicBezTo>
                <a:lnTo>
                  <a:pt x="2041678" y="3102467"/>
                </a:lnTo>
                <a:cubicBezTo>
                  <a:pt x="2041525" y="3102467"/>
                  <a:pt x="2041295" y="3102236"/>
                  <a:pt x="2041295" y="3102236"/>
                </a:cubicBezTo>
                <a:lnTo>
                  <a:pt x="2038451" y="3097319"/>
                </a:lnTo>
                <a:cubicBezTo>
                  <a:pt x="2038451" y="3097241"/>
                  <a:pt x="2038451" y="3096933"/>
                  <a:pt x="2038451" y="3096933"/>
                </a:cubicBezTo>
                <a:lnTo>
                  <a:pt x="2041295" y="3092016"/>
                </a:lnTo>
                <a:cubicBezTo>
                  <a:pt x="2041371" y="3091862"/>
                  <a:pt x="2041678" y="3091784"/>
                  <a:pt x="2041678" y="3091784"/>
                </a:cubicBezTo>
                <a:close/>
                <a:moveTo>
                  <a:pt x="3319462" y="3086172"/>
                </a:moveTo>
                <a:lnTo>
                  <a:pt x="3331144" y="3086172"/>
                </a:lnTo>
                <a:cubicBezTo>
                  <a:pt x="3331451" y="3086172"/>
                  <a:pt x="3331835" y="3086556"/>
                  <a:pt x="3331835" y="3086556"/>
                </a:cubicBezTo>
                <a:lnTo>
                  <a:pt x="3337676" y="3096624"/>
                </a:lnTo>
                <a:cubicBezTo>
                  <a:pt x="3337830" y="3096931"/>
                  <a:pt x="3337676" y="3097471"/>
                  <a:pt x="3337676" y="3097471"/>
                </a:cubicBezTo>
                <a:lnTo>
                  <a:pt x="3331835" y="3107538"/>
                </a:lnTo>
                <a:cubicBezTo>
                  <a:pt x="3331681" y="3107768"/>
                  <a:pt x="3331144" y="3107922"/>
                  <a:pt x="3331144" y="3107922"/>
                </a:cubicBezTo>
                <a:lnTo>
                  <a:pt x="3319462" y="3107922"/>
                </a:lnTo>
                <a:cubicBezTo>
                  <a:pt x="3319154" y="3107922"/>
                  <a:pt x="3318772" y="3107538"/>
                  <a:pt x="3318772" y="3107538"/>
                </a:cubicBezTo>
                <a:lnTo>
                  <a:pt x="3312929" y="3097471"/>
                </a:lnTo>
                <a:cubicBezTo>
                  <a:pt x="3312775" y="3097163"/>
                  <a:pt x="3312929" y="3096624"/>
                  <a:pt x="3312929" y="3096624"/>
                </a:cubicBezTo>
                <a:lnTo>
                  <a:pt x="3318772" y="3086556"/>
                </a:lnTo>
                <a:cubicBezTo>
                  <a:pt x="3318923" y="3086326"/>
                  <a:pt x="3319462" y="3086172"/>
                  <a:pt x="3319462" y="3086172"/>
                </a:cubicBezTo>
                <a:close/>
                <a:moveTo>
                  <a:pt x="3410304" y="3084944"/>
                </a:moveTo>
                <a:lnTo>
                  <a:pt x="3423292" y="3084944"/>
                </a:lnTo>
                <a:cubicBezTo>
                  <a:pt x="3423600" y="3084944"/>
                  <a:pt x="3424061" y="3085405"/>
                  <a:pt x="3424061" y="3085405"/>
                </a:cubicBezTo>
                <a:lnTo>
                  <a:pt x="3430516" y="3096626"/>
                </a:lnTo>
                <a:cubicBezTo>
                  <a:pt x="3430670" y="3096933"/>
                  <a:pt x="3430516" y="3097548"/>
                  <a:pt x="3430516" y="3097548"/>
                </a:cubicBezTo>
                <a:lnTo>
                  <a:pt x="3423983" y="3108769"/>
                </a:lnTo>
                <a:cubicBezTo>
                  <a:pt x="3423829" y="3109076"/>
                  <a:pt x="3423214" y="3109230"/>
                  <a:pt x="3423214" y="3109230"/>
                </a:cubicBezTo>
                <a:lnTo>
                  <a:pt x="3410226" y="3109230"/>
                </a:lnTo>
                <a:cubicBezTo>
                  <a:pt x="3409919" y="3109230"/>
                  <a:pt x="3409458" y="3108769"/>
                  <a:pt x="3409458" y="3108769"/>
                </a:cubicBezTo>
                <a:lnTo>
                  <a:pt x="3403003" y="3097548"/>
                </a:lnTo>
                <a:cubicBezTo>
                  <a:pt x="3402849" y="3097241"/>
                  <a:pt x="3403003" y="3096626"/>
                  <a:pt x="3403003" y="3096626"/>
                </a:cubicBezTo>
                <a:lnTo>
                  <a:pt x="3409535" y="3085405"/>
                </a:lnTo>
                <a:cubicBezTo>
                  <a:pt x="3409689" y="3085098"/>
                  <a:pt x="3410304" y="3084944"/>
                  <a:pt x="3410304" y="3084944"/>
                </a:cubicBezTo>
                <a:close/>
                <a:moveTo>
                  <a:pt x="1852232" y="3079640"/>
                </a:moveTo>
                <a:lnTo>
                  <a:pt x="1870908" y="3079640"/>
                </a:lnTo>
                <a:cubicBezTo>
                  <a:pt x="1871370" y="3079640"/>
                  <a:pt x="1871831" y="3079947"/>
                  <a:pt x="1872061" y="3080331"/>
                </a:cubicBezTo>
                <a:lnTo>
                  <a:pt x="1881359" y="3096470"/>
                </a:lnTo>
                <a:cubicBezTo>
                  <a:pt x="1881591" y="3096855"/>
                  <a:pt x="1881591" y="3097393"/>
                  <a:pt x="1881359" y="3097778"/>
                </a:cubicBezTo>
                <a:lnTo>
                  <a:pt x="1871985" y="3113917"/>
                </a:lnTo>
                <a:cubicBezTo>
                  <a:pt x="1871753" y="3114379"/>
                  <a:pt x="1871292" y="3114609"/>
                  <a:pt x="1870830" y="3114609"/>
                </a:cubicBezTo>
                <a:lnTo>
                  <a:pt x="1852156" y="3114609"/>
                </a:lnTo>
                <a:cubicBezTo>
                  <a:pt x="1851695" y="3114609"/>
                  <a:pt x="1851234" y="3114301"/>
                  <a:pt x="1851002" y="3113917"/>
                </a:cubicBezTo>
                <a:lnTo>
                  <a:pt x="1841703" y="3097778"/>
                </a:lnTo>
                <a:cubicBezTo>
                  <a:pt x="1841473" y="3097393"/>
                  <a:pt x="1841473" y="3096855"/>
                  <a:pt x="1841703" y="3096470"/>
                </a:cubicBezTo>
                <a:lnTo>
                  <a:pt x="1851080" y="3080331"/>
                </a:lnTo>
                <a:cubicBezTo>
                  <a:pt x="1851310" y="3079871"/>
                  <a:pt x="1851771" y="3079640"/>
                  <a:pt x="1852232" y="3079640"/>
                </a:cubicBezTo>
                <a:close/>
                <a:moveTo>
                  <a:pt x="381572" y="3066344"/>
                </a:moveTo>
                <a:lnTo>
                  <a:pt x="414388" y="3066344"/>
                </a:lnTo>
                <a:cubicBezTo>
                  <a:pt x="415231" y="3066344"/>
                  <a:pt x="416002" y="3066806"/>
                  <a:pt x="416383" y="3067497"/>
                </a:cubicBezTo>
                <a:lnTo>
                  <a:pt x="432836" y="3095933"/>
                </a:lnTo>
                <a:cubicBezTo>
                  <a:pt x="433221" y="3096626"/>
                  <a:pt x="433221" y="3097546"/>
                  <a:pt x="432836" y="3098239"/>
                </a:cubicBezTo>
                <a:lnTo>
                  <a:pt x="416383" y="3126676"/>
                </a:lnTo>
                <a:cubicBezTo>
                  <a:pt x="416002" y="3127367"/>
                  <a:pt x="415231" y="3127828"/>
                  <a:pt x="414388" y="3127828"/>
                </a:cubicBezTo>
                <a:lnTo>
                  <a:pt x="381572" y="3127828"/>
                </a:lnTo>
                <a:cubicBezTo>
                  <a:pt x="380723" y="3127828"/>
                  <a:pt x="379958" y="3127367"/>
                  <a:pt x="379575" y="3126676"/>
                </a:cubicBezTo>
                <a:lnTo>
                  <a:pt x="363128" y="3098239"/>
                </a:lnTo>
                <a:cubicBezTo>
                  <a:pt x="362742" y="3097546"/>
                  <a:pt x="362742" y="3096626"/>
                  <a:pt x="363128" y="3095933"/>
                </a:cubicBezTo>
                <a:lnTo>
                  <a:pt x="379575" y="3067497"/>
                </a:lnTo>
                <a:cubicBezTo>
                  <a:pt x="379958" y="3066806"/>
                  <a:pt x="380723" y="3066344"/>
                  <a:pt x="381572" y="3066344"/>
                </a:cubicBezTo>
                <a:close/>
                <a:moveTo>
                  <a:pt x="472490" y="3065346"/>
                </a:moveTo>
                <a:lnTo>
                  <a:pt x="506387" y="3065346"/>
                </a:lnTo>
                <a:cubicBezTo>
                  <a:pt x="507233" y="3065346"/>
                  <a:pt x="508000" y="3065807"/>
                  <a:pt x="508462" y="3066576"/>
                </a:cubicBezTo>
                <a:lnTo>
                  <a:pt x="525366" y="3095933"/>
                </a:lnTo>
                <a:cubicBezTo>
                  <a:pt x="525828" y="3096626"/>
                  <a:pt x="525828" y="3097548"/>
                  <a:pt x="525366" y="3098315"/>
                </a:cubicBezTo>
                <a:lnTo>
                  <a:pt x="508384" y="3127674"/>
                </a:lnTo>
                <a:cubicBezTo>
                  <a:pt x="507921" y="3128443"/>
                  <a:pt x="507150" y="3128904"/>
                  <a:pt x="506307" y="3128904"/>
                </a:cubicBezTo>
                <a:lnTo>
                  <a:pt x="472407" y="3128904"/>
                </a:lnTo>
                <a:cubicBezTo>
                  <a:pt x="471571" y="3128904"/>
                  <a:pt x="470797" y="3128443"/>
                  <a:pt x="470338" y="3127674"/>
                </a:cubicBezTo>
                <a:lnTo>
                  <a:pt x="453433" y="3098315"/>
                </a:lnTo>
                <a:cubicBezTo>
                  <a:pt x="452972" y="3097624"/>
                  <a:pt x="452972" y="3096702"/>
                  <a:pt x="453433" y="3095933"/>
                </a:cubicBezTo>
                <a:lnTo>
                  <a:pt x="470415" y="3066576"/>
                </a:lnTo>
                <a:cubicBezTo>
                  <a:pt x="470878" y="3065807"/>
                  <a:pt x="471651" y="3065346"/>
                  <a:pt x="472490" y="3065346"/>
                </a:cubicBezTo>
                <a:close/>
                <a:moveTo>
                  <a:pt x="289271" y="3064884"/>
                </a:moveTo>
                <a:lnTo>
                  <a:pt x="323623" y="3064884"/>
                </a:lnTo>
                <a:cubicBezTo>
                  <a:pt x="324468" y="3064884"/>
                  <a:pt x="325239" y="3065346"/>
                  <a:pt x="325702" y="3066115"/>
                </a:cubicBezTo>
                <a:lnTo>
                  <a:pt x="342842" y="3095857"/>
                </a:lnTo>
                <a:cubicBezTo>
                  <a:pt x="343305" y="3096626"/>
                  <a:pt x="343305" y="3097548"/>
                  <a:pt x="342842" y="3098315"/>
                </a:cubicBezTo>
                <a:lnTo>
                  <a:pt x="325624" y="3128060"/>
                </a:lnTo>
                <a:cubicBezTo>
                  <a:pt x="325239" y="3128827"/>
                  <a:pt x="324396" y="3129288"/>
                  <a:pt x="323548" y="3129288"/>
                </a:cubicBezTo>
                <a:lnTo>
                  <a:pt x="289192" y="3129288"/>
                </a:lnTo>
                <a:cubicBezTo>
                  <a:pt x="288347" y="3129288"/>
                  <a:pt x="287580" y="3128827"/>
                  <a:pt x="287117" y="3128060"/>
                </a:cubicBezTo>
                <a:lnTo>
                  <a:pt x="269982" y="3098315"/>
                </a:lnTo>
                <a:cubicBezTo>
                  <a:pt x="269519" y="3097548"/>
                  <a:pt x="269519" y="3096626"/>
                  <a:pt x="269982" y="3095857"/>
                </a:cubicBezTo>
                <a:lnTo>
                  <a:pt x="287202" y="3066115"/>
                </a:lnTo>
                <a:cubicBezTo>
                  <a:pt x="287580" y="3065346"/>
                  <a:pt x="288429" y="3064884"/>
                  <a:pt x="289271" y="3064884"/>
                </a:cubicBezTo>
                <a:close/>
                <a:moveTo>
                  <a:pt x="3230541" y="3011625"/>
                </a:moveTo>
                <a:lnTo>
                  <a:pt x="3237074" y="3011625"/>
                </a:lnTo>
                <a:cubicBezTo>
                  <a:pt x="3237227" y="3011625"/>
                  <a:pt x="3237457" y="3011855"/>
                  <a:pt x="3237457" y="3011855"/>
                </a:cubicBezTo>
                <a:lnTo>
                  <a:pt x="3240762" y="3017543"/>
                </a:lnTo>
                <a:cubicBezTo>
                  <a:pt x="3240840" y="3017697"/>
                  <a:pt x="3240762" y="3018004"/>
                  <a:pt x="3240762" y="3018004"/>
                </a:cubicBezTo>
                <a:lnTo>
                  <a:pt x="3237457" y="3023692"/>
                </a:lnTo>
                <a:cubicBezTo>
                  <a:pt x="3237381" y="3023844"/>
                  <a:pt x="3237074" y="3023922"/>
                  <a:pt x="3237074" y="3023922"/>
                </a:cubicBezTo>
                <a:lnTo>
                  <a:pt x="3230541" y="3023922"/>
                </a:lnTo>
                <a:cubicBezTo>
                  <a:pt x="3230388" y="3023922"/>
                  <a:pt x="3230158" y="3023692"/>
                  <a:pt x="3230158" y="3023692"/>
                </a:cubicBezTo>
                <a:lnTo>
                  <a:pt x="3226852" y="3018004"/>
                </a:lnTo>
                <a:cubicBezTo>
                  <a:pt x="3226774" y="3017850"/>
                  <a:pt x="3226852" y="3017543"/>
                  <a:pt x="3226852" y="3017543"/>
                </a:cubicBezTo>
                <a:lnTo>
                  <a:pt x="3230158" y="3011855"/>
                </a:lnTo>
                <a:cubicBezTo>
                  <a:pt x="3230233" y="3011703"/>
                  <a:pt x="3230541" y="3011625"/>
                  <a:pt x="3230541" y="3011625"/>
                </a:cubicBezTo>
                <a:close/>
                <a:moveTo>
                  <a:pt x="3139085" y="3011625"/>
                </a:moveTo>
                <a:lnTo>
                  <a:pt x="3145618" y="3011625"/>
                </a:lnTo>
                <a:cubicBezTo>
                  <a:pt x="3145772" y="3011625"/>
                  <a:pt x="3146001" y="3011855"/>
                  <a:pt x="3146001" y="3011855"/>
                </a:cubicBezTo>
                <a:lnTo>
                  <a:pt x="3149307" y="3017543"/>
                </a:lnTo>
                <a:cubicBezTo>
                  <a:pt x="3149385" y="3017697"/>
                  <a:pt x="3149307" y="3018004"/>
                  <a:pt x="3149307" y="3018004"/>
                </a:cubicBezTo>
                <a:lnTo>
                  <a:pt x="3146001" y="3023692"/>
                </a:lnTo>
                <a:cubicBezTo>
                  <a:pt x="3145925" y="3023844"/>
                  <a:pt x="3145618" y="3023922"/>
                  <a:pt x="3145618" y="3023922"/>
                </a:cubicBezTo>
                <a:lnTo>
                  <a:pt x="3139085" y="3023922"/>
                </a:lnTo>
                <a:cubicBezTo>
                  <a:pt x="3138931" y="3023922"/>
                  <a:pt x="3138702" y="3023692"/>
                  <a:pt x="3138702" y="3023692"/>
                </a:cubicBezTo>
                <a:lnTo>
                  <a:pt x="3135396" y="3018004"/>
                </a:lnTo>
                <a:cubicBezTo>
                  <a:pt x="3135320" y="3017850"/>
                  <a:pt x="3135396" y="3017543"/>
                  <a:pt x="3135396" y="3017543"/>
                </a:cubicBezTo>
                <a:lnTo>
                  <a:pt x="3138702" y="3011855"/>
                </a:lnTo>
                <a:cubicBezTo>
                  <a:pt x="3138778" y="3011703"/>
                  <a:pt x="3139085" y="3011625"/>
                  <a:pt x="3139085" y="3011625"/>
                </a:cubicBezTo>
                <a:close/>
                <a:moveTo>
                  <a:pt x="1858228" y="3011547"/>
                </a:moveTo>
                <a:lnTo>
                  <a:pt x="1864913" y="3011547"/>
                </a:lnTo>
                <a:cubicBezTo>
                  <a:pt x="1865066" y="3011547"/>
                  <a:pt x="1865298" y="3011779"/>
                  <a:pt x="1865298" y="3011779"/>
                </a:cubicBezTo>
                <a:lnTo>
                  <a:pt x="1868679" y="3017619"/>
                </a:lnTo>
                <a:cubicBezTo>
                  <a:pt x="1868755" y="3017772"/>
                  <a:pt x="1868679" y="3018080"/>
                  <a:pt x="1868679" y="3018080"/>
                </a:cubicBezTo>
                <a:lnTo>
                  <a:pt x="1865298" y="3023920"/>
                </a:lnTo>
                <a:cubicBezTo>
                  <a:pt x="1865220" y="3024074"/>
                  <a:pt x="1864913" y="3024152"/>
                  <a:pt x="1864913" y="3024152"/>
                </a:cubicBezTo>
                <a:lnTo>
                  <a:pt x="1858228" y="3024152"/>
                </a:lnTo>
                <a:cubicBezTo>
                  <a:pt x="1858074" y="3024152"/>
                  <a:pt x="1857843" y="3023920"/>
                  <a:pt x="1857843" y="3023920"/>
                </a:cubicBezTo>
                <a:lnTo>
                  <a:pt x="1854461" y="3018080"/>
                </a:lnTo>
                <a:cubicBezTo>
                  <a:pt x="1854383" y="3017926"/>
                  <a:pt x="1854461" y="3017619"/>
                  <a:pt x="1854461" y="3017619"/>
                </a:cubicBezTo>
                <a:lnTo>
                  <a:pt x="1857843" y="3011779"/>
                </a:lnTo>
                <a:cubicBezTo>
                  <a:pt x="1857920" y="3011625"/>
                  <a:pt x="1858228" y="3011547"/>
                  <a:pt x="1858228" y="3011547"/>
                </a:cubicBezTo>
                <a:close/>
                <a:moveTo>
                  <a:pt x="3413378" y="3011393"/>
                </a:moveTo>
                <a:lnTo>
                  <a:pt x="3420218" y="3011393"/>
                </a:lnTo>
                <a:cubicBezTo>
                  <a:pt x="3420372" y="3011393"/>
                  <a:pt x="3420602" y="3011625"/>
                  <a:pt x="3420602" y="3011625"/>
                </a:cubicBezTo>
                <a:lnTo>
                  <a:pt x="3424061" y="3017543"/>
                </a:lnTo>
                <a:cubicBezTo>
                  <a:pt x="3424138" y="3017695"/>
                  <a:pt x="3424061" y="3018004"/>
                  <a:pt x="3424061" y="3018004"/>
                </a:cubicBezTo>
                <a:lnTo>
                  <a:pt x="3420602" y="3023920"/>
                </a:lnTo>
                <a:cubicBezTo>
                  <a:pt x="3420526" y="3024076"/>
                  <a:pt x="3420218" y="3024152"/>
                  <a:pt x="3420218" y="3024152"/>
                </a:cubicBezTo>
                <a:lnTo>
                  <a:pt x="3413378" y="3024152"/>
                </a:lnTo>
                <a:cubicBezTo>
                  <a:pt x="3413224" y="3024152"/>
                  <a:pt x="3412993" y="3023920"/>
                  <a:pt x="3412993" y="3023920"/>
                </a:cubicBezTo>
                <a:lnTo>
                  <a:pt x="3409535" y="3018004"/>
                </a:lnTo>
                <a:cubicBezTo>
                  <a:pt x="3409458" y="3017850"/>
                  <a:pt x="3409535" y="3017543"/>
                  <a:pt x="3409535" y="3017543"/>
                </a:cubicBezTo>
                <a:lnTo>
                  <a:pt x="3412993" y="3011625"/>
                </a:lnTo>
                <a:cubicBezTo>
                  <a:pt x="3413070" y="3011471"/>
                  <a:pt x="3413378" y="3011393"/>
                  <a:pt x="3413378" y="3011393"/>
                </a:cubicBezTo>
                <a:close/>
                <a:moveTo>
                  <a:pt x="2041063" y="3011240"/>
                </a:moveTo>
                <a:lnTo>
                  <a:pt x="2048057" y="3011240"/>
                </a:lnTo>
                <a:cubicBezTo>
                  <a:pt x="2048287" y="3011240"/>
                  <a:pt x="2048519" y="3011469"/>
                  <a:pt x="2048519" y="3011469"/>
                </a:cubicBezTo>
                <a:lnTo>
                  <a:pt x="2052054" y="3017541"/>
                </a:lnTo>
                <a:cubicBezTo>
                  <a:pt x="2052130" y="3017695"/>
                  <a:pt x="2052054" y="3018002"/>
                  <a:pt x="2052054" y="3018002"/>
                </a:cubicBezTo>
                <a:lnTo>
                  <a:pt x="2048519" y="3024074"/>
                </a:lnTo>
                <a:cubicBezTo>
                  <a:pt x="2048365" y="3024227"/>
                  <a:pt x="2048057" y="3024305"/>
                  <a:pt x="2048057" y="3024305"/>
                </a:cubicBezTo>
                <a:lnTo>
                  <a:pt x="2041063" y="3024305"/>
                </a:lnTo>
                <a:cubicBezTo>
                  <a:pt x="2040834" y="3024305"/>
                  <a:pt x="2040602" y="3024074"/>
                  <a:pt x="2040602" y="3024074"/>
                </a:cubicBezTo>
                <a:lnTo>
                  <a:pt x="2037067" y="3018002"/>
                </a:lnTo>
                <a:cubicBezTo>
                  <a:pt x="2036989" y="3017848"/>
                  <a:pt x="2037067" y="3017541"/>
                  <a:pt x="2037067" y="3017541"/>
                </a:cubicBezTo>
                <a:lnTo>
                  <a:pt x="2040602" y="3011469"/>
                </a:lnTo>
                <a:cubicBezTo>
                  <a:pt x="2040756" y="3011317"/>
                  <a:pt x="2041063" y="3011240"/>
                  <a:pt x="2041063" y="3011240"/>
                </a:cubicBezTo>
                <a:close/>
                <a:moveTo>
                  <a:pt x="3320692" y="3009165"/>
                </a:moveTo>
                <a:lnTo>
                  <a:pt x="3329915" y="3009165"/>
                </a:lnTo>
                <a:cubicBezTo>
                  <a:pt x="3330145" y="3009165"/>
                  <a:pt x="3330452" y="3009472"/>
                  <a:pt x="3330452" y="3009472"/>
                </a:cubicBezTo>
                <a:lnTo>
                  <a:pt x="3335064" y="3017465"/>
                </a:lnTo>
                <a:cubicBezTo>
                  <a:pt x="3335218" y="3017695"/>
                  <a:pt x="3335064" y="3018156"/>
                  <a:pt x="3335064" y="3018156"/>
                </a:cubicBezTo>
                <a:lnTo>
                  <a:pt x="3330452" y="3026149"/>
                </a:lnTo>
                <a:cubicBezTo>
                  <a:pt x="3330376" y="3026303"/>
                  <a:pt x="3329915" y="3026456"/>
                  <a:pt x="3329915" y="3026456"/>
                </a:cubicBezTo>
                <a:lnTo>
                  <a:pt x="3320692" y="3026456"/>
                </a:lnTo>
                <a:cubicBezTo>
                  <a:pt x="3320462" y="3026456"/>
                  <a:pt x="3320155" y="3026149"/>
                  <a:pt x="3320155" y="3026149"/>
                </a:cubicBezTo>
                <a:lnTo>
                  <a:pt x="3315543" y="3018156"/>
                </a:lnTo>
                <a:cubicBezTo>
                  <a:pt x="3315390" y="3017926"/>
                  <a:pt x="3315543" y="3017465"/>
                  <a:pt x="3315543" y="3017465"/>
                </a:cubicBezTo>
                <a:lnTo>
                  <a:pt x="3320155" y="3009472"/>
                </a:lnTo>
                <a:cubicBezTo>
                  <a:pt x="3320231" y="3009318"/>
                  <a:pt x="3320692" y="3009165"/>
                  <a:pt x="3320692" y="3009165"/>
                </a:cubicBezTo>
                <a:close/>
                <a:moveTo>
                  <a:pt x="1947992" y="3008320"/>
                </a:moveTo>
                <a:lnTo>
                  <a:pt x="1958138" y="3008320"/>
                </a:lnTo>
                <a:cubicBezTo>
                  <a:pt x="1958369" y="3008320"/>
                  <a:pt x="1958753" y="3008703"/>
                  <a:pt x="1958753" y="3008703"/>
                </a:cubicBezTo>
                <a:lnTo>
                  <a:pt x="1963826" y="3017465"/>
                </a:lnTo>
                <a:cubicBezTo>
                  <a:pt x="1963979" y="3017697"/>
                  <a:pt x="1963826" y="3018156"/>
                  <a:pt x="1963826" y="3018156"/>
                </a:cubicBezTo>
                <a:lnTo>
                  <a:pt x="1958753" y="3026918"/>
                </a:lnTo>
                <a:cubicBezTo>
                  <a:pt x="1958599" y="3027149"/>
                  <a:pt x="1958138" y="3027303"/>
                  <a:pt x="1958138" y="3027303"/>
                </a:cubicBezTo>
                <a:lnTo>
                  <a:pt x="1947992" y="3027303"/>
                </a:lnTo>
                <a:cubicBezTo>
                  <a:pt x="1947762" y="3027303"/>
                  <a:pt x="1947379" y="3026918"/>
                  <a:pt x="1947379" y="3026918"/>
                </a:cubicBezTo>
                <a:lnTo>
                  <a:pt x="1942306" y="3018156"/>
                </a:lnTo>
                <a:cubicBezTo>
                  <a:pt x="1942152" y="3017926"/>
                  <a:pt x="1942306" y="3017465"/>
                  <a:pt x="1942306" y="3017465"/>
                </a:cubicBezTo>
                <a:lnTo>
                  <a:pt x="1947379" y="3008703"/>
                </a:lnTo>
                <a:cubicBezTo>
                  <a:pt x="1947533" y="3008474"/>
                  <a:pt x="1947992" y="3008320"/>
                  <a:pt x="1947992" y="3008320"/>
                </a:cubicBezTo>
                <a:close/>
                <a:moveTo>
                  <a:pt x="1399127" y="3008320"/>
                </a:moveTo>
                <a:lnTo>
                  <a:pt x="1409271" y="3008320"/>
                </a:lnTo>
                <a:cubicBezTo>
                  <a:pt x="1409506" y="3008320"/>
                  <a:pt x="1409888" y="3008703"/>
                  <a:pt x="1409888" y="3008703"/>
                </a:cubicBezTo>
                <a:lnTo>
                  <a:pt x="1414967" y="3017465"/>
                </a:lnTo>
                <a:cubicBezTo>
                  <a:pt x="1415113" y="3017697"/>
                  <a:pt x="1414967" y="3018156"/>
                  <a:pt x="1414967" y="3018156"/>
                </a:cubicBezTo>
                <a:lnTo>
                  <a:pt x="1409888" y="3026918"/>
                </a:lnTo>
                <a:cubicBezTo>
                  <a:pt x="1409732" y="3027149"/>
                  <a:pt x="1409271" y="3027303"/>
                  <a:pt x="1409271" y="3027303"/>
                </a:cubicBezTo>
                <a:lnTo>
                  <a:pt x="1399127" y="3027303"/>
                </a:lnTo>
                <a:cubicBezTo>
                  <a:pt x="1398899" y="3027303"/>
                  <a:pt x="1398514" y="3026918"/>
                  <a:pt x="1398514" y="3026918"/>
                </a:cubicBezTo>
                <a:lnTo>
                  <a:pt x="1393445" y="3018156"/>
                </a:lnTo>
                <a:cubicBezTo>
                  <a:pt x="1393289" y="3017926"/>
                  <a:pt x="1393445" y="3017465"/>
                  <a:pt x="1393445" y="3017465"/>
                </a:cubicBezTo>
                <a:lnTo>
                  <a:pt x="1398514" y="3008703"/>
                </a:lnTo>
                <a:cubicBezTo>
                  <a:pt x="1398673" y="3008474"/>
                  <a:pt x="1399127" y="3008320"/>
                  <a:pt x="1399127" y="3008320"/>
                </a:cubicBezTo>
                <a:close/>
                <a:moveTo>
                  <a:pt x="475262" y="2991258"/>
                </a:moveTo>
                <a:lnTo>
                  <a:pt x="503617" y="2991258"/>
                </a:lnTo>
                <a:cubicBezTo>
                  <a:pt x="504384" y="2991258"/>
                  <a:pt x="505003" y="2991643"/>
                  <a:pt x="505386" y="2992256"/>
                </a:cubicBezTo>
                <a:lnTo>
                  <a:pt x="519525" y="3016850"/>
                </a:lnTo>
                <a:cubicBezTo>
                  <a:pt x="519910" y="3017465"/>
                  <a:pt x="519910" y="3018234"/>
                  <a:pt x="519525" y="3018849"/>
                </a:cubicBezTo>
                <a:lnTo>
                  <a:pt x="505310" y="3043442"/>
                </a:lnTo>
                <a:cubicBezTo>
                  <a:pt x="504927" y="3044058"/>
                  <a:pt x="504234" y="3044441"/>
                  <a:pt x="503541" y="3044441"/>
                </a:cubicBezTo>
                <a:lnTo>
                  <a:pt x="475184" y="3044441"/>
                </a:lnTo>
                <a:cubicBezTo>
                  <a:pt x="474415" y="3044441"/>
                  <a:pt x="473797" y="3044058"/>
                  <a:pt x="473413" y="3043442"/>
                </a:cubicBezTo>
                <a:lnTo>
                  <a:pt x="459279" y="3018849"/>
                </a:lnTo>
                <a:cubicBezTo>
                  <a:pt x="458888" y="3018234"/>
                  <a:pt x="458888" y="3017465"/>
                  <a:pt x="459279" y="3016850"/>
                </a:cubicBezTo>
                <a:lnTo>
                  <a:pt x="473491" y="2992256"/>
                </a:lnTo>
                <a:cubicBezTo>
                  <a:pt x="473874" y="2991643"/>
                  <a:pt x="474569" y="2991258"/>
                  <a:pt x="475262" y="2991258"/>
                </a:cubicBezTo>
                <a:close/>
                <a:moveTo>
                  <a:pt x="289657" y="2986339"/>
                </a:moveTo>
                <a:lnTo>
                  <a:pt x="323242" y="2986339"/>
                </a:lnTo>
                <a:cubicBezTo>
                  <a:pt x="324089" y="2986339"/>
                  <a:pt x="324854" y="2986800"/>
                  <a:pt x="325313" y="2987491"/>
                </a:cubicBezTo>
                <a:lnTo>
                  <a:pt x="342071" y="3016620"/>
                </a:lnTo>
                <a:cubicBezTo>
                  <a:pt x="342531" y="3017387"/>
                  <a:pt x="342531" y="3018310"/>
                  <a:pt x="342071" y="3019003"/>
                </a:cubicBezTo>
                <a:lnTo>
                  <a:pt x="325239" y="3048130"/>
                </a:lnTo>
                <a:cubicBezTo>
                  <a:pt x="324780" y="3048821"/>
                  <a:pt x="324007" y="3049282"/>
                  <a:pt x="323162" y="3049282"/>
                </a:cubicBezTo>
                <a:lnTo>
                  <a:pt x="289575" y="3049282"/>
                </a:lnTo>
                <a:cubicBezTo>
                  <a:pt x="288730" y="3049282"/>
                  <a:pt x="287962" y="3048821"/>
                  <a:pt x="287502" y="3048130"/>
                </a:cubicBezTo>
                <a:lnTo>
                  <a:pt x="270751" y="3019003"/>
                </a:lnTo>
                <a:cubicBezTo>
                  <a:pt x="270288" y="3018234"/>
                  <a:pt x="270288" y="3017311"/>
                  <a:pt x="270751" y="3016620"/>
                </a:cubicBezTo>
                <a:lnTo>
                  <a:pt x="287580" y="2987491"/>
                </a:lnTo>
                <a:cubicBezTo>
                  <a:pt x="288043" y="2986800"/>
                  <a:pt x="288810" y="2986339"/>
                  <a:pt x="289657" y="2986339"/>
                </a:cubicBezTo>
                <a:close/>
                <a:moveTo>
                  <a:pt x="380575" y="2985340"/>
                </a:moveTo>
                <a:lnTo>
                  <a:pt x="415242" y="2985340"/>
                </a:lnTo>
                <a:cubicBezTo>
                  <a:pt x="416158" y="2985340"/>
                  <a:pt x="416928" y="2985801"/>
                  <a:pt x="417388" y="2986570"/>
                </a:cubicBezTo>
                <a:lnTo>
                  <a:pt x="434677" y="3016542"/>
                </a:lnTo>
                <a:cubicBezTo>
                  <a:pt x="435139" y="3017311"/>
                  <a:pt x="435139" y="3018234"/>
                  <a:pt x="434677" y="3019003"/>
                </a:cubicBezTo>
                <a:lnTo>
                  <a:pt x="417314" y="3048975"/>
                </a:lnTo>
                <a:cubicBezTo>
                  <a:pt x="416847" y="3049744"/>
                  <a:pt x="416002" y="3050205"/>
                  <a:pt x="415161" y="3050205"/>
                </a:cubicBezTo>
                <a:lnTo>
                  <a:pt x="380499" y="3050205"/>
                </a:lnTo>
                <a:cubicBezTo>
                  <a:pt x="379575" y="3050205"/>
                  <a:pt x="378810" y="3049744"/>
                  <a:pt x="378343" y="3048975"/>
                </a:cubicBezTo>
                <a:lnTo>
                  <a:pt x="361051" y="3019003"/>
                </a:lnTo>
                <a:cubicBezTo>
                  <a:pt x="360593" y="3018234"/>
                  <a:pt x="360593" y="3017311"/>
                  <a:pt x="361051" y="3016542"/>
                </a:cubicBezTo>
                <a:lnTo>
                  <a:pt x="378424" y="2986570"/>
                </a:lnTo>
                <a:cubicBezTo>
                  <a:pt x="378884" y="2985801"/>
                  <a:pt x="379727" y="2985340"/>
                  <a:pt x="380575" y="2985340"/>
                </a:cubicBezTo>
                <a:close/>
                <a:moveTo>
                  <a:pt x="3139469" y="2933233"/>
                </a:moveTo>
                <a:lnTo>
                  <a:pt x="3145157" y="2933233"/>
                </a:lnTo>
                <a:cubicBezTo>
                  <a:pt x="3145310" y="2933233"/>
                  <a:pt x="3145540" y="2933465"/>
                  <a:pt x="3145540" y="2933465"/>
                </a:cubicBezTo>
                <a:lnTo>
                  <a:pt x="3148384" y="2938382"/>
                </a:lnTo>
                <a:cubicBezTo>
                  <a:pt x="3148384" y="2938460"/>
                  <a:pt x="3148384" y="2938767"/>
                  <a:pt x="3148384" y="2938767"/>
                </a:cubicBezTo>
                <a:lnTo>
                  <a:pt x="3145540" y="2943685"/>
                </a:lnTo>
                <a:cubicBezTo>
                  <a:pt x="3145464" y="2943838"/>
                  <a:pt x="3145157" y="2943916"/>
                  <a:pt x="3145157" y="2943916"/>
                </a:cubicBezTo>
                <a:lnTo>
                  <a:pt x="3139469" y="2943916"/>
                </a:lnTo>
                <a:cubicBezTo>
                  <a:pt x="3139315" y="2943916"/>
                  <a:pt x="3139085" y="2943685"/>
                  <a:pt x="3139085" y="2943685"/>
                </a:cubicBezTo>
                <a:lnTo>
                  <a:pt x="3136241" y="2938767"/>
                </a:lnTo>
                <a:cubicBezTo>
                  <a:pt x="3136241" y="2938689"/>
                  <a:pt x="3136241" y="2938382"/>
                  <a:pt x="3136241" y="2938382"/>
                </a:cubicBezTo>
                <a:lnTo>
                  <a:pt x="3139085" y="2933465"/>
                </a:lnTo>
                <a:cubicBezTo>
                  <a:pt x="3139161" y="2933311"/>
                  <a:pt x="3139469" y="2933233"/>
                  <a:pt x="3139469" y="2933233"/>
                </a:cubicBezTo>
                <a:close/>
                <a:moveTo>
                  <a:pt x="1948455" y="2930006"/>
                </a:moveTo>
                <a:lnTo>
                  <a:pt x="1957600" y="2930006"/>
                </a:lnTo>
                <a:cubicBezTo>
                  <a:pt x="1957832" y="2930006"/>
                  <a:pt x="1958138" y="2930313"/>
                  <a:pt x="1958138" y="2930313"/>
                </a:cubicBezTo>
                <a:lnTo>
                  <a:pt x="1962673" y="2938230"/>
                </a:lnTo>
                <a:cubicBezTo>
                  <a:pt x="1962827" y="2938382"/>
                  <a:pt x="1962673" y="2938843"/>
                  <a:pt x="1962673" y="2938843"/>
                </a:cubicBezTo>
                <a:lnTo>
                  <a:pt x="1958138" y="2946760"/>
                </a:lnTo>
                <a:cubicBezTo>
                  <a:pt x="1958062" y="2946914"/>
                  <a:pt x="1957600" y="2947068"/>
                  <a:pt x="1957600" y="2947068"/>
                </a:cubicBezTo>
                <a:lnTo>
                  <a:pt x="1948455" y="2947068"/>
                </a:lnTo>
                <a:cubicBezTo>
                  <a:pt x="1948224" y="2947068"/>
                  <a:pt x="1947918" y="2946760"/>
                  <a:pt x="1947918" y="2946760"/>
                </a:cubicBezTo>
                <a:lnTo>
                  <a:pt x="1943382" y="2938843"/>
                </a:lnTo>
                <a:cubicBezTo>
                  <a:pt x="1943229" y="2938689"/>
                  <a:pt x="1943382" y="2938230"/>
                  <a:pt x="1943382" y="2938230"/>
                </a:cubicBezTo>
                <a:lnTo>
                  <a:pt x="1947918" y="2930313"/>
                </a:lnTo>
                <a:cubicBezTo>
                  <a:pt x="1947994" y="2930159"/>
                  <a:pt x="1948455" y="2930006"/>
                  <a:pt x="1948455" y="2930006"/>
                </a:cubicBezTo>
                <a:close/>
                <a:moveTo>
                  <a:pt x="2039835" y="2929544"/>
                </a:moveTo>
                <a:lnTo>
                  <a:pt x="2049364" y="2929544"/>
                </a:lnTo>
                <a:cubicBezTo>
                  <a:pt x="2049671" y="2929544"/>
                  <a:pt x="2049979" y="2929852"/>
                  <a:pt x="2049979" y="2929852"/>
                </a:cubicBezTo>
                <a:lnTo>
                  <a:pt x="2054744" y="2938152"/>
                </a:lnTo>
                <a:cubicBezTo>
                  <a:pt x="2054898" y="2938382"/>
                  <a:pt x="2054744" y="2938843"/>
                  <a:pt x="2054744" y="2938843"/>
                </a:cubicBezTo>
                <a:lnTo>
                  <a:pt x="2049979" y="2947144"/>
                </a:lnTo>
                <a:cubicBezTo>
                  <a:pt x="2049825" y="2947297"/>
                  <a:pt x="2049364" y="2947451"/>
                  <a:pt x="2049364" y="2947451"/>
                </a:cubicBezTo>
                <a:lnTo>
                  <a:pt x="2039835" y="2947451"/>
                </a:lnTo>
                <a:cubicBezTo>
                  <a:pt x="2039527" y="2947451"/>
                  <a:pt x="2039220" y="2947144"/>
                  <a:pt x="2039220" y="2947144"/>
                </a:cubicBezTo>
                <a:lnTo>
                  <a:pt x="2034454" y="2938843"/>
                </a:lnTo>
                <a:cubicBezTo>
                  <a:pt x="2034301" y="2938614"/>
                  <a:pt x="2034454" y="2938152"/>
                  <a:pt x="2034454" y="2938152"/>
                </a:cubicBezTo>
                <a:lnTo>
                  <a:pt x="2039220" y="2929852"/>
                </a:lnTo>
                <a:cubicBezTo>
                  <a:pt x="2039374" y="2929698"/>
                  <a:pt x="2039835" y="2929544"/>
                  <a:pt x="2039835" y="2929544"/>
                </a:cubicBezTo>
                <a:close/>
                <a:moveTo>
                  <a:pt x="1307516" y="2928775"/>
                </a:moveTo>
                <a:lnTo>
                  <a:pt x="1317969" y="2928775"/>
                </a:lnTo>
                <a:cubicBezTo>
                  <a:pt x="1318195" y="2928775"/>
                  <a:pt x="1318590" y="2929161"/>
                  <a:pt x="1318590" y="2929161"/>
                </a:cubicBezTo>
                <a:lnTo>
                  <a:pt x="1323811" y="2938228"/>
                </a:lnTo>
                <a:cubicBezTo>
                  <a:pt x="1323965" y="2938460"/>
                  <a:pt x="1323811" y="2938997"/>
                  <a:pt x="1323811" y="2938997"/>
                </a:cubicBezTo>
                <a:lnTo>
                  <a:pt x="1318590" y="2948066"/>
                </a:lnTo>
                <a:cubicBezTo>
                  <a:pt x="1318502" y="2948296"/>
                  <a:pt x="1317969" y="2948450"/>
                  <a:pt x="1317969" y="2948450"/>
                </a:cubicBezTo>
                <a:lnTo>
                  <a:pt x="1307516" y="2948450"/>
                </a:lnTo>
                <a:cubicBezTo>
                  <a:pt x="1307292" y="2948450"/>
                  <a:pt x="1306903" y="2948066"/>
                  <a:pt x="1306903" y="2948066"/>
                </a:cubicBezTo>
                <a:lnTo>
                  <a:pt x="1301676" y="2938997"/>
                </a:lnTo>
                <a:cubicBezTo>
                  <a:pt x="1301522" y="2938767"/>
                  <a:pt x="1301676" y="2938228"/>
                  <a:pt x="1301676" y="2938228"/>
                </a:cubicBezTo>
                <a:lnTo>
                  <a:pt x="1306903" y="2929161"/>
                </a:lnTo>
                <a:cubicBezTo>
                  <a:pt x="1306978" y="2928929"/>
                  <a:pt x="1307516" y="2928775"/>
                  <a:pt x="1307516" y="2928775"/>
                </a:cubicBezTo>
                <a:close/>
                <a:moveTo>
                  <a:pt x="3409845" y="2925548"/>
                </a:moveTo>
                <a:lnTo>
                  <a:pt x="3423755" y="2925548"/>
                </a:lnTo>
                <a:cubicBezTo>
                  <a:pt x="3424061" y="2925548"/>
                  <a:pt x="3424601" y="2926009"/>
                  <a:pt x="3424601" y="2926009"/>
                </a:cubicBezTo>
                <a:lnTo>
                  <a:pt x="3431516" y="2938074"/>
                </a:lnTo>
                <a:cubicBezTo>
                  <a:pt x="3431670" y="2938382"/>
                  <a:pt x="3431516" y="2939075"/>
                  <a:pt x="3431516" y="2939075"/>
                </a:cubicBezTo>
                <a:lnTo>
                  <a:pt x="3424601" y="2951140"/>
                </a:lnTo>
                <a:cubicBezTo>
                  <a:pt x="3424446" y="2951448"/>
                  <a:pt x="3423755" y="2951601"/>
                  <a:pt x="3423755" y="2951601"/>
                </a:cubicBezTo>
                <a:lnTo>
                  <a:pt x="3409845" y="2951601"/>
                </a:lnTo>
                <a:cubicBezTo>
                  <a:pt x="3409537" y="2951601"/>
                  <a:pt x="3408998" y="2951140"/>
                  <a:pt x="3408998" y="2951140"/>
                </a:cubicBezTo>
                <a:lnTo>
                  <a:pt x="3402083" y="2939075"/>
                </a:lnTo>
                <a:cubicBezTo>
                  <a:pt x="3401928" y="2938767"/>
                  <a:pt x="3402083" y="2938074"/>
                  <a:pt x="3402083" y="2938074"/>
                </a:cubicBezTo>
                <a:lnTo>
                  <a:pt x="3408998" y="2926009"/>
                </a:lnTo>
                <a:cubicBezTo>
                  <a:pt x="3409152" y="2925702"/>
                  <a:pt x="3409845" y="2925548"/>
                  <a:pt x="3409845" y="2925548"/>
                </a:cubicBezTo>
                <a:close/>
                <a:moveTo>
                  <a:pt x="3316774" y="2922472"/>
                </a:moveTo>
                <a:lnTo>
                  <a:pt x="3333912" y="2922472"/>
                </a:lnTo>
                <a:cubicBezTo>
                  <a:pt x="3334373" y="2922472"/>
                  <a:pt x="3334988" y="2923087"/>
                  <a:pt x="3334988" y="2923087"/>
                </a:cubicBezTo>
                <a:lnTo>
                  <a:pt x="3343597" y="2937997"/>
                </a:lnTo>
                <a:cubicBezTo>
                  <a:pt x="3343826" y="2938380"/>
                  <a:pt x="3343597" y="2939227"/>
                  <a:pt x="3343597" y="2939227"/>
                </a:cubicBezTo>
                <a:lnTo>
                  <a:pt x="3334988" y="2954136"/>
                </a:lnTo>
                <a:cubicBezTo>
                  <a:pt x="3334756" y="2954521"/>
                  <a:pt x="3334373" y="2954751"/>
                  <a:pt x="3333912" y="2954751"/>
                </a:cubicBezTo>
                <a:lnTo>
                  <a:pt x="3316774" y="2954751"/>
                </a:lnTo>
                <a:cubicBezTo>
                  <a:pt x="3316313" y="2954751"/>
                  <a:pt x="3315697" y="2954136"/>
                  <a:pt x="3315697" y="2954136"/>
                </a:cubicBezTo>
                <a:lnTo>
                  <a:pt x="3307089" y="2939227"/>
                </a:lnTo>
                <a:cubicBezTo>
                  <a:pt x="3306858" y="2938841"/>
                  <a:pt x="3307089" y="2937997"/>
                  <a:pt x="3307089" y="2937997"/>
                </a:cubicBezTo>
                <a:lnTo>
                  <a:pt x="3315697" y="2923087"/>
                </a:lnTo>
                <a:cubicBezTo>
                  <a:pt x="3315928" y="2922702"/>
                  <a:pt x="3316313" y="2922472"/>
                  <a:pt x="3316774" y="2922472"/>
                </a:cubicBezTo>
                <a:close/>
                <a:moveTo>
                  <a:pt x="3222856" y="2918092"/>
                </a:moveTo>
                <a:lnTo>
                  <a:pt x="3244683" y="2918092"/>
                </a:lnTo>
                <a:cubicBezTo>
                  <a:pt x="3245220" y="2918092"/>
                  <a:pt x="3245681" y="2918400"/>
                  <a:pt x="3245989" y="2918861"/>
                </a:cubicBezTo>
                <a:lnTo>
                  <a:pt x="3256902" y="2937767"/>
                </a:lnTo>
                <a:cubicBezTo>
                  <a:pt x="3257209" y="2938228"/>
                  <a:pt x="3257209" y="2938843"/>
                  <a:pt x="3256902" y="2939305"/>
                </a:cubicBezTo>
                <a:lnTo>
                  <a:pt x="3245989" y="2958210"/>
                </a:lnTo>
                <a:cubicBezTo>
                  <a:pt x="3245759" y="2958671"/>
                  <a:pt x="3245220" y="2958979"/>
                  <a:pt x="3244683" y="2958979"/>
                </a:cubicBezTo>
                <a:lnTo>
                  <a:pt x="3222856" y="2958979"/>
                </a:lnTo>
                <a:cubicBezTo>
                  <a:pt x="3222319" y="2958979"/>
                  <a:pt x="3221857" y="2958671"/>
                  <a:pt x="3221549" y="2958210"/>
                </a:cubicBezTo>
                <a:lnTo>
                  <a:pt x="3210637" y="2939305"/>
                </a:lnTo>
                <a:cubicBezTo>
                  <a:pt x="3210328" y="2938843"/>
                  <a:pt x="3210328" y="2938228"/>
                  <a:pt x="3210637" y="2937767"/>
                </a:cubicBezTo>
                <a:lnTo>
                  <a:pt x="3221549" y="2918861"/>
                </a:lnTo>
                <a:cubicBezTo>
                  <a:pt x="3221779" y="2918400"/>
                  <a:pt x="3222319" y="2918092"/>
                  <a:pt x="3222856" y="2918092"/>
                </a:cubicBezTo>
                <a:close/>
                <a:moveTo>
                  <a:pt x="567643" y="2913788"/>
                </a:moveTo>
                <a:lnTo>
                  <a:pt x="594078" y="2913788"/>
                </a:lnTo>
                <a:cubicBezTo>
                  <a:pt x="594763" y="2913788"/>
                  <a:pt x="595382" y="2914172"/>
                  <a:pt x="595686" y="2914711"/>
                </a:cubicBezTo>
                <a:lnTo>
                  <a:pt x="608913" y="2937613"/>
                </a:lnTo>
                <a:cubicBezTo>
                  <a:pt x="609214" y="2938150"/>
                  <a:pt x="609214" y="2938919"/>
                  <a:pt x="608913" y="2939458"/>
                </a:cubicBezTo>
                <a:lnTo>
                  <a:pt x="595686" y="2962360"/>
                </a:lnTo>
                <a:cubicBezTo>
                  <a:pt x="595382" y="2962898"/>
                  <a:pt x="594763" y="2963283"/>
                  <a:pt x="594078" y="2963283"/>
                </a:cubicBezTo>
                <a:lnTo>
                  <a:pt x="567643" y="2963283"/>
                </a:lnTo>
                <a:cubicBezTo>
                  <a:pt x="566946" y="2963283"/>
                  <a:pt x="566329" y="2962898"/>
                  <a:pt x="566027" y="2962360"/>
                </a:cubicBezTo>
                <a:lnTo>
                  <a:pt x="552802" y="2939458"/>
                </a:lnTo>
                <a:cubicBezTo>
                  <a:pt x="552502" y="2938919"/>
                  <a:pt x="552502" y="2938150"/>
                  <a:pt x="552802" y="2937613"/>
                </a:cubicBezTo>
                <a:lnTo>
                  <a:pt x="566027" y="2914711"/>
                </a:lnTo>
                <a:cubicBezTo>
                  <a:pt x="566329" y="2914172"/>
                  <a:pt x="566946" y="2913788"/>
                  <a:pt x="567643" y="2913788"/>
                </a:cubicBezTo>
                <a:close/>
                <a:moveTo>
                  <a:pt x="474803" y="2911098"/>
                </a:moveTo>
                <a:lnTo>
                  <a:pt x="504078" y="2911098"/>
                </a:lnTo>
                <a:cubicBezTo>
                  <a:pt x="504769" y="2911098"/>
                  <a:pt x="505470" y="2911482"/>
                  <a:pt x="505846" y="2912097"/>
                </a:cubicBezTo>
                <a:lnTo>
                  <a:pt x="520451" y="2937459"/>
                </a:lnTo>
                <a:cubicBezTo>
                  <a:pt x="520833" y="2938074"/>
                  <a:pt x="520833" y="2938919"/>
                  <a:pt x="520451" y="2939534"/>
                </a:cubicBezTo>
                <a:lnTo>
                  <a:pt x="505770" y="2964897"/>
                </a:lnTo>
                <a:cubicBezTo>
                  <a:pt x="505386" y="2965512"/>
                  <a:pt x="504693" y="2965895"/>
                  <a:pt x="504006" y="2965895"/>
                </a:cubicBezTo>
                <a:lnTo>
                  <a:pt x="474719" y="2965895"/>
                </a:lnTo>
                <a:cubicBezTo>
                  <a:pt x="474028" y="2965895"/>
                  <a:pt x="473345" y="2965512"/>
                  <a:pt x="472952" y="2964897"/>
                </a:cubicBezTo>
                <a:lnTo>
                  <a:pt x="458350" y="2939534"/>
                </a:lnTo>
                <a:cubicBezTo>
                  <a:pt x="457963" y="2938919"/>
                  <a:pt x="457963" y="2938074"/>
                  <a:pt x="458350" y="2937459"/>
                </a:cubicBezTo>
                <a:lnTo>
                  <a:pt x="473037" y="2912097"/>
                </a:lnTo>
                <a:cubicBezTo>
                  <a:pt x="473415" y="2911482"/>
                  <a:pt x="474100" y="2911098"/>
                  <a:pt x="474803" y="2911098"/>
                </a:cubicBezTo>
                <a:close/>
                <a:moveTo>
                  <a:pt x="290270" y="2908332"/>
                </a:moveTo>
                <a:lnTo>
                  <a:pt x="322551" y="2908332"/>
                </a:lnTo>
                <a:cubicBezTo>
                  <a:pt x="323394" y="2908332"/>
                  <a:pt x="324164" y="2908793"/>
                  <a:pt x="324548" y="2909485"/>
                </a:cubicBezTo>
                <a:lnTo>
                  <a:pt x="340689" y="2937459"/>
                </a:lnTo>
                <a:cubicBezTo>
                  <a:pt x="341073" y="2938152"/>
                  <a:pt x="341073" y="2939075"/>
                  <a:pt x="340689" y="2939766"/>
                </a:cubicBezTo>
                <a:lnTo>
                  <a:pt x="324548" y="2967741"/>
                </a:lnTo>
                <a:cubicBezTo>
                  <a:pt x="324089" y="2968432"/>
                  <a:pt x="323314" y="2968893"/>
                  <a:pt x="322551" y="2968893"/>
                </a:cubicBezTo>
                <a:lnTo>
                  <a:pt x="290270" y="2968893"/>
                </a:lnTo>
                <a:cubicBezTo>
                  <a:pt x="289423" y="2968893"/>
                  <a:pt x="288656" y="2968432"/>
                  <a:pt x="288269" y="2967741"/>
                </a:cubicBezTo>
                <a:lnTo>
                  <a:pt x="272136" y="2939766"/>
                </a:lnTo>
                <a:cubicBezTo>
                  <a:pt x="271746" y="2939075"/>
                  <a:pt x="271746" y="2938152"/>
                  <a:pt x="272136" y="2937459"/>
                </a:cubicBezTo>
                <a:lnTo>
                  <a:pt x="288269" y="2909485"/>
                </a:lnTo>
                <a:cubicBezTo>
                  <a:pt x="288730" y="2908793"/>
                  <a:pt x="289505" y="2908332"/>
                  <a:pt x="290270" y="2908332"/>
                </a:cubicBezTo>
                <a:close/>
                <a:moveTo>
                  <a:pt x="380421" y="2905796"/>
                </a:moveTo>
                <a:lnTo>
                  <a:pt x="415392" y="2905796"/>
                </a:lnTo>
                <a:cubicBezTo>
                  <a:pt x="416311" y="2905796"/>
                  <a:pt x="417078" y="2906257"/>
                  <a:pt x="417543" y="2907026"/>
                </a:cubicBezTo>
                <a:lnTo>
                  <a:pt x="434983" y="2937305"/>
                </a:lnTo>
                <a:cubicBezTo>
                  <a:pt x="435447" y="2938074"/>
                  <a:pt x="435447" y="2938997"/>
                  <a:pt x="434983" y="2939766"/>
                </a:cubicBezTo>
                <a:lnTo>
                  <a:pt x="417464" y="2970045"/>
                </a:lnTo>
                <a:cubicBezTo>
                  <a:pt x="416999" y="2970814"/>
                  <a:pt x="416158" y="2971276"/>
                  <a:pt x="415314" y="2971276"/>
                </a:cubicBezTo>
                <a:lnTo>
                  <a:pt x="380344" y="2971276"/>
                </a:lnTo>
                <a:cubicBezTo>
                  <a:pt x="379423" y="2971276"/>
                  <a:pt x="378650" y="2970814"/>
                  <a:pt x="378195" y="2970045"/>
                </a:cubicBezTo>
                <a:lnTo>
                  <a:pt x="360747" y="2939766"/>
                </a:lnTo>
                <a:cubicBezTo>
                  <a:pt x="360286" y="2938997"/>
                  <a:pt x="360286" y="2938074"/>
                  <a:pt x="360747" y="2937305"/>
                </a:cubicBezTo>
                <a:lnTo>
                  <a:pt x="378269" y="2907026"/>
                </a:lnTo>
                <a:cubicBezTo>
                  <a:pt x="378730" y="2906257"/>
                  <a:pt x="379575" y="2905796"/>
                  <a:pt x="380421" y="2905796"/>
                </a:cubicBezTo>
                <a:close/>
                <a:moveTo>
                  <a:pt x="2041832" y="2854226"/>
                </a:moveTo>
                <a:lnTo>
                  <a:pt x="2047213" y="2854226"/>
                </a:lnTo>
                <a:cubicBezTo>
                  <a:pt x="2047289" y="2854226"/>
                  <a:pt x="2047518" y="2854380"/>
                  <a:pt x="2047518" y="2854380"/>
                </a:cubicBezTo>
                <a:lnTo>
                  <a:pt x="2050208" y="2859067"/>
                </a:lnTo>
                <a:cubicBezTo>
                  <a:pt x="2050208" y="2859221"/>
                  <a:pt x="2050208" y="2859453"/>
                  <a:pt x="2050208" y="2859453"/>
                </a:cubicBezTo>
                <a:lnTo>
                  <a:pt x="2047518" y="2864140"/>
                </a:lnTo>
                <a:cubicBezTo>
                  <a:pt x="2047442" y="2864294"/>
                  <a:pt x="2047213" y="2864294"/>
                  <a:pt x="2047213" y="2864294"/>
                </a:cubicBezTo>
                <a:lnTo>
                  <a:pt x="2041832" y="2864294"/>
                </a:lnTo>
                <a:cubicBezTo>
                  <a:pt x="2041754" y="2864294"/>
                  <a:pt x="2041525" y="2864140"/>
                  <a:pt x="2041525" y="2864140"/>
                </a:cubicBezTo>
                <a:lnTo>
                  <a:pt x="2038834" y="2859453"/>
                </a:lnTo>
                <a:cubicBezTo>
                  <a:pt x="2038834" y="2859299"/>
                  <a:pt x="2038834" y="2859067"/>
                  <a:pt x="2038834" y="2859067"/>
                </a:cubicBezTo>
                <a:lnTo>
                  <a:pt x="2041525" y="2854380"/>
                </a:lnTo>
                <a:cubicBezTo>
                  <a:pt x="2041602" y="2854226"/>
                  <a:pt x="2041832" y="2854226"/>
                  <a:pt x="2041832" y="2854226"/>
                </a:cubicBezTo>
                <a:close/>
                <a:moveTo>
                  <a:pt x="3321383" y="2851997"/>
                </a:moveTo>
                <a:lnTo>
                  <a:pt x="3329146" y="2851997"/>
                </a:lnTo>
                <a:cubicBezTo>
                  <a:pt x="3329300" y="2851997"/>
                  <a:pt x="3329608" y="2852305"/>
                  <a:pt x="3329608" y="2852305"/>
                </a:cubicBezTo>
                <a:lnTo>
                  <a:pt x="3333451" y="2859067"/>
                </a:lnTo>
                <a:cubicBezTo>
                  <a:pt x="3333529" y="2859221"/>
                  <a:pt x="3333451" y="2859607"/>
                  <a:pt x="3333451" y="2859607"/>
                </a:cubicBezTo>
                <a:lnTo>
                  <a:pt x="3329530" y="2866369"/>
                </a:lnTo>
                <a:cubicBezTo>
                  <a:pt x="3329455" y="2866601"/>
                  <a:pt x="3329070" y="2866677"/>
                  <a:pt x="3329070" y="2866677"/>
                </a:cubicBezTo>
                <a:lnTo>
                  <a:pt x="3321307" y="2866677"/>
                </a:lnTo>
                <a:cubicBezTo>
                  <a:pt x="3321153" y="2866677"/>
                  <a:pt x="3320846" y="2866369"/>
                  <a:pt x="3320846" y="2866369"/>
                </a:cubicBezTo>
                <a:lnTo>
                  <a:pt x="3317003" y="2859607"/>
                </a:lnTo>
                <a:cubicBezTo>
                  <a:pt x="3316925" y="2859453"/>
                  <a:pt x="3317003" y="2859067"/>
                  <a:pt x="3317003" y="2859067"/>
                </a:cubicBezTo>
                <a:lnTo>
                  <a:pt x="3320924" y="2852305"/>
                </a:lnTo>
                <a:cubicBezTo>
                  <a:pt x="3321000" y="2852075"/>
                  <a:pt x="3321383" y="2851997"/>
                  <a:pt x="3321383" y="2851997"/>
                </a:cubicBezTo>
                <a:close/>
                <a:moveTo>
                  <a:pt x="3412379" y="2851152"/>
                </a:moveTo>
                <a:lnTo>
                  <a:pt x="3421065" y="2851152"/>
                </a:lnTo>
                <a:cubicBezTo>
                  <a:pt x="3421295" y="2851152"/>
                  <a:pt x="3421602" y="2851460"/>
                  <a:pt x="3421602" y="2851460"/>
                </a:cubicBezTo>
                <a:lnTo>
                  <a:pt x="3425906" y="2858991"/>
                </a:lnTo>
                <a:cubicBezTo>
                  <a:pt x="3425982" y="2859145"/>
                  <a:pt x="3425906" y="2859607"/>
                  <a:pt x="3425906" y="2859607"/>
                </a:cubicBezTo>
                <a:lnTo>
                  <a:pt x="3421602" y="2867138"/>
                </a:lnTo>
                <a:cubicBezTo>
                  <a:pt x="3421449" y="2867292"/>
                  <a:pt x="3421065" y="2867446"/>
                  <a:pt x="3421065" y="2867446"/>
                </a:cubicBezTo>
                <a:lnTo>
                  <a:pt x="3412379" y="2867446"/>
                </a:lnTo>
                <a:cubicBezTo>
                  <a:pt x="3412150" y="2867446"/>
                  <a:pt x="3411842" y="2867138"/>
                  <a:pt x="3411842" y="2867138"/>
                </a:cubicBezTo>
                <a:lnTo>
                  <a:pt x="3407538" y="2859607"/>
                </a:lnTo>
                <a:cubicBezTo>
                  <a:pt x="3407460" y="2859453"/>
                  <a:pt x="3407538" y="2858991"/>
                  <a:pt x="3407538" y="2858991"/>
                </a:cubicBezTo>
                <a:lnTo>
                  <a:pt x="3411842" y="2851460"/>
                </a:lnTo>
                <a:cubicBezTo>
                  <a:pt x="3411996" y="2851306"/>
                  <a:pt x="3412379" y="2851152"/>
                  <a:pt x="3412379" y="2851152"/>
                </a:cubicBezTo>
                <a:close/>
                <a:moveTo>
                  <a:pt x="3227852" y="2848077"/>
                </a:moveTo>
                <a:lnTo>
                  <a:pt x="3239764" y="2848077"/>
                </a:lnTo>
                <a:cubicBezTo>
                  <a:pt x="3239995" y="2848077"/>
                  <a:pt x="3240457" y="2848462"/>
                  <a:pt x="3240457" y="2848462"/>
                </a:cubicBezTo>
                <a:lnTo>
                  <a:pt x="3246450" y="2858836"/>
                </a:lnTo>
                <a:cubicBezTo>
                  <a:pt x="3246604" y="2859067"/>
                  <a:pt x="3246450" y="2859682"/>
                  <a:pt x="3246450" y="2859682"/>
                </a:cubicBezTo>
                <a:lnTo>
                  <a:pt x="3240457" y="2870058"/>
                </a:lnTo>
                <a:cubicBezTo>
                  <a:pt x="3240303" y="2870288"/>
                  <a:pt x="3239764" y="2870441"/>
                  <a:pt x="3239764" y="2870441"/>
                </a:cubicBezTo>
                <a:lnTo>
                  <a:pt x="3227852" y="2870441"/>
                </a:lnTo>
                <a:cubicBezTo>
                  <a:pt x="3227621" y="2870441"/>
                  <a:pt x="3227159" y="2870058"/>
                  <a:pt x="3227159" y="2870058"/>
                </a:cubicBezTo>
                <a:lnTo>
                  <a:pt x="3221167" y="2859682"/>
                </a:lnTo>
                <a:cubicBezTo>
                  <a:pt x="3221012" y="2859451"/>
                  <a:pt x="3221167" y="2858836"/>
                  <a:pt x="3221167" y="2858836"/>
                </a:cubicBezTo>
                <a:lnTo>
                  <a:pt x="3227159" y="2848462"/>
                </a:lnTo>
                <a:cubicBezTo>
                  <a:pt x="3227314" y="2848231"/>
                  <a:pt x="3227852" y="2848077"/>
                  <a:pt x="3227852" y="2848077"/>
                </a:cubicBezTo>
                <a:close/>
                <a:moveTo>
                  <a:pt x="1944611" y="2843467"/>
                </a:moveTo>
                <a:lnTo>
                  <a:pt x="1961519" y="2843467"/>
                </a:lnTo>
                <a:cubicBezTo>
                  <a:pt x="1961902" y="2843467"/>
                  <a:pt x="1962518" y="2844082"/>
                  <a:pt x="1962518" y="2844082"/>
                </a:cubicBezTo>
                <a:lnTo>
                  <a:pt x="1970972" y="2858684"/>
                </a:lnTo>
                <a:cubicBezTo>
                  <a:pt x="1971203" y="2859069"/>
                  <a:pt x="1970972" y="2859914"/>
                  <a:pt x="1970972" y="2859914"/>
                </a:cubicBezTo>
                <a:lnTo>
                  <a:pt x="1962518" y="2874516"/>
                </a:lnTo>
                <a:cubicBezTo>
                  <a:pt x="1962364" y="2874901"/>
                  <a:pt x="1961902" y="2875131"/>
                  <a:pt x="1961519" y="2875131"/>
                </a:cubicBezTo>
                <a:lnTo>
                  <a:pt x="1944611" y="2875131"/>
                </a:lnTo>
                <a:cubicBezTo>
                  <a:pt x="1944227" y="2875131"/>
                  <a:pt x="1943612" y="2874516"/>
                  <a:pt x="1943612" y="2874516"/>
                </a:cubicBezTo>
                <a:lnTo>
                  <a:pt x="1935158" y="2859914"/>
                </a:lnTo>
                <a:cubicBezTo>
                  <a:pt x="1934928" y="2859531"/>
                  <a:pt x="1935158" y="2858684"/>
                  <a:pt x="1935158" y="2858684"/>
                </a:cubicBezTo>
                <a:lnTo>
                  <a:pt x="1943612" y="2844082"/>
                </a:lnTo>
                <a:cubicBezTo>
                  <a:pt x="1943766" y="2843699"/>
                  <a:pt x="1944227" y="2843467"/>
                  <a:pt x="1944611" y="2843467"/>
                </a:cubicBezTo>
                <a:close/>
                <a:moveTo>
                  <a:pt x="568787" y="2836549"/>
                </a:moveTo>
                <a:lnTo>
                  <a:pt x="593003" y="2836549"/>
                </a:lnTo>
                <a:cubicBezTo>
                  <a:pt x="593614" y="2836549"/>
                  <a:pt x="594154" y="2836857"/>
                  <a:pt x="594461" y="2837394"/>
                </a:cubicBezTo>
                <a:lnTo>
                  <a:pt x="606526" y="2858376"/>
                </a:lnTo>
                <a:cubicBezTo>
                  <a:pt x="606838" y="2858914"/>
                  <a:pt x="606838" y="2859529"/>
                  <a:pt x="606526" y="2860066"/>
                </a:cubicBezTo>
                <a:lnTo>
                  <a:pt x="594379" y="2881048"/>
                </a:lnTo>
                <a:cubicBezTo>
                  <a:pt x="594078" y="2881586"/>
                  <a:pt x="593538" y="2881893"/>
                  <a:pt x="592923" y="2881893"/>
                </a:cubicBezTo>
                <a:lnTo>
                  <a:pt x="568713" y="2881893"/>
                </a:lnTo>
                <a:cubicBezTo>
                  <a:pt x="568096" y="2881893"/>
                  <a:pt x="567559" y="2881586"/>
                  <a:pt x="567255" y="2881048"/>
                </a:cubicBezTo>
                <a:lnTo>
                  <a:pt x="555190" y="2860066"/>
                </a:lnTo>
                <a:cubicBezTo>
                  <a:pt x="554877" y="2859529"/>
                  <a:pt x="554877" y="2858914"/>
                  <a:pt x="555190" y="2858376"/>
                </a:cubicBezTo>
                <a:lnTo>
                  <a:pt x="567335" y="2837394"/>
                </a:lnTo>
                <a:cubicBezTo>
                  <a:pt x="567643" y="2836857"/>
                  <a:pt x="568176" y="2836549"/>
                  <a:pt x="568787" y="2836549"/>
                </a:cubicBezTo>
                <a:close/>
                <a:moveTo>
                  <a:pt x="475105" y="2832399"/>
                </a:moveTo>
                <a:lnTo>
                  <a:pt x="503774" y="2832399"/>
                </a:lnTo>
                <a:cubicBezTo>
                  <a:pt x="504541" y="2832399"/>
                  <a:pt x="505153" y="2832782"/>
                  <a:pt x="505538" y="2833397"/>
                </a:cubicBezTo>
                <a:lnTo>
                  <a:pt x="519834" y="2858223"/>
                </a:lnTo>
                <a:cubicBezTo>
                  <a:pt x="520223" y="2858838"/>
                  <a:pt x="520223" y="2859605"/>
                  <a:pt x="519834" y="2860220"/>
                </a:cubicBezTo>
                <a:lnTo>
                  <a:pt x="505464" y="2885045"/>
                </a:lnTo>
                <a:cubicBezTo>
                  <a:pt x="505084" y="2885658"/>
                  <a:pt x="504384" y="2886043"/>
                  <a:pt x="503695" y="2886043"/>
                </a:cubicBezTo>
                <a:lnTo>
                  <a:pt x="475027" y="2886043"/>
                </a:lnTo>
                <a:cubicBezTo>
                  <a:pt x="474258" y="2886043"/>
                  <a:pt x="473648" y="2885658"/>
                  <a:pt x="473259" y="2885045"/>
                </a:cubicBezTo>
                <a:lnTo>
                  <a:pt x="458962" y="2860220"/>
                </a:lnTo>
                <a:cubicBezTo>
                  <a:pt x="458574" y="2859605"/>
                  <a:pt x="458574" y="2858838"/>
                  <a:pt x="458962" y="2858223"/>
                </a:cubicBezTo>
                <a:lnTo>
                  <a:pt x="473339" y="2833397"/>
                </a:lnTo>
                <a:cubicBezTo>
                  <a:pt x="473719" y="2832782"/>
                  <a:pt x="474415" y="2832399"/>
                  <a:pt x="475105" y="2832399"/>
                </a:cubicBezTo>
                <a:close/>
                <a:moveTo>
                  <a:pt x="290658" y="2829710"/>
                </a:moveTo>
                <a:lnTo>
                  <a:pt x="322165" y="2829710"/>
                </a:lnTo>
                <a:cubicBezTo>
                  <a:pt x="322932" y="2829710"/>
                  <a:pt x="323703" y="2830094"/>
                  <a:pt x="324089" y="2830787"/>
                </a:cubicBezTo>
                <a:lnTo>
                  <a:pt x="339844" y="2858071"/>
                </a:lnTo>
                <a:cubicBezTo>
                  <a:pt x="340224" y="2858762"/>
                  <a:pt x="340224" y="2859607"/>
                  <a:pt x="339844" y="2860298"/>
                </a:cubicBezTo>
                <a:lnTo>
                  <a:pt x="324089" y="2887581"/>
                </a:lnTo>
                <a:cubicBezTo>
                  <a:pt x="323703" y="2888196"/>
                  <a:pt x="322932" y="2888658"/>
                  <a:pt x="322165" y="2888658"/>
                </a:cubicBezTo>
                <a:lnTo>
                  <a:pt x="290658" y="2888658"/>
                </a:lnTo>
                <a:cubicBezTo>
                  <a:pt x="289889" y="2888658"/>
                  <a:pt x="289122" y="2888274"/>
                  <a:pt x="288730" y="2887581"/>
                </a:cubicBezTo>
                <a:lnTo>
                  <a:pt x="272982" y="2860298"/>
                </a:lnTo>
                <a:cubicBezTo>
                  <a:pt x="272599" y="2859607"/>
                  <a:pt x="272599" y="2858762"/>
                  <a:pt x="272982" y="2858071"/>
                </a:cubicBezTo>
                <a:lnTo>
                  <a:pt x="288730" y="2830787"/>
                </a:lnTo>
                <a:cubicBezTo>
                  <a:pt x="289122" y="2830172"/>
                  <a:pt x="289889" y="2829710"/>
                  <a:pt x="290658" y="2829710"/>
                </a:cubicBezTo>
                <a:close/>
                <a:moveTo>
                  <a:pt x="655711" y="2828019"/>
                </a:moveTo>
                <a:lnTo>
                  <a:pt x="688992" y="2828019"/>
                </a:lnTo>
                <a:cubicBezTo>
                  <a:pt x="689759" y="2828019"/>
                  <a:pt x="690530" y="2828480"/>
                  <a:pt x="690984" y="2829171"/>
                </a:cubicBezTo>
                <a:lnTo>
                  <a:pt x="707592" y="2857993"/>
                </a:lnTo>
                <a:cubicBezTo>
                  <a:pt x="708052" y="2858762"/>
                  <a:pt x="708052" y="2859682"/>
                  <a:pt x="707592" y="2860375"/>
                </a:cubicBezTo>
                <a:lnTo>
                  <a:pt x="690916" y="2889195"/>
                </a:lnTo>
                <a:cubicBezTo>
                  <a:pt x="690530" y="2889886"/>
                  <a:pt x="689759" y="2890347"/>
                  <a:pt x="688911" y="2890347"/>
                </a:cubicBezTo>
                <a:lnTo>
                  <a:pt x="655637" y="2890347"/>
                </a:lnTo>
                <a:cubicBezTo>
                  <a:pt x="654868" y="2890347"/>
                  <a:pt x="654099" y="2889886"/>
                  <a:pt x="653640" y="2889195"/>
                </a:cubicBezTo>
                <a:lnTo>
                  <a:pt x="637037" y="2860375"/>
                </a:lnTo>
                <a:cubicBezTo>
                  <a:pt x="636576" y="2859607"/>
                  <a:pt x="636576" y="2858684"/>
                  <a:pt x="637037" y="2857993"/>
                </a:cubicBezTo>
                <a:lnTo>
                  <a:pt x="653716" y="2829171"/>
                </a:lnTo>
                <a:cubicBezTo>
                  <a:pt x="654099" y="2828480"/>
                  <a:pt x="654868" y="2828019"/>
                  <a:pt x="655711" y="2828019"/>
                </a:cubicBezTo>
                <a:close/>
                <a:moveTo>
                  <a:pt x="381107" y="2827789"/>
                </a:moveTo>
                <a:lnTo>
                  <a:pt x="414699" y="2827789"/>
                </a:lnTo>
                <a:cubicBezTo>
                  <a:pt x="415544" y="2827789"/>
                  <a:pt x="416311" y="2828251"/>
                  <a:pt x="416774" y="2828942"/>
                </a:cubicBezTo>
                <a:lnTo>
                  <a:pt x="433529" y="2858071"/>
                </a:lnTo>
                <a:cubicBezTo>
                  <a:pt x="433990" y="2858838"/>
                  <a:pt x="433990" y="2859760"/>
                  <a:pt x="433529" y="2860453"/>
                </a:cubicBezTo>
                <a:lnTo>
                  <a:pt x="416695" y="2889580"/>
                </a:lnTo>
                <a:cubicBezTo>
                  <a:pt x="416235" y="2890271"/>
                  <a:pt x="415468" y="2890733"/>
                  <a:pt x="414620" y="2890733"/>
                </a:cubicBezTo>
                <a:lnTo>
                  <a:pt x="381035" y="2890733"/>
                </a:lnTo>
                <a:cubicBezTo>
                  <a:pt x="380192" y="2890733"/>
                  <a:pt x="379423" y="2890271"/>
                  <a:pt x="378960" y="2889580"/>
                </a:cubicBezTo>
                <a:lnTo>
                  <a:pt x="362209" y="2860453"/>
                </a:lnTo>
                <a:cubicBezTo>
                  <a:pt x="361746" y="2859684"/>
                  <a:pt x="361746" y="2858762"/>
                  <a:pt x="362209" y="2858071"/>
                </a:cubicBezTo>
                <a:lnTo>
                  <a:pt x="379039" y="2828942"/>
                </a:lnTo>
                <a:cubicBezTo>
                  <a:pt x="379495" y="2828251"/>
                  <a:pt x="380268" y="2827789"/>
                  <a:pt x="381107" y="2827789"/>
                </a:cubicBezTo>
                <a:close/>
                <a:moveTo>
                  <a:pt x="3412074" y="2771147"/>
                </a:moveTo>
                <a:lnTo>
                  <a:pt x="3421449" y="2771147"/>
                </a:lnTo>
                <a:cubicBezTo>
                  <a:pt x="3421680" y="2771147"/>
                  <a:pt x="3421988" y="2771454"/>
                  <a:pt x="3421988" y="2771454"/>
                </a:cubicBezTo>
                <a:lnTo>
                  <a:pt x="3426675" y="2779601"/>
                </a:lnTo>
                <a:cubicBezTo>
                  <a:pt x="3426829" y="2779831"/>
                  <a:pt x="3426675" y="2780292"/>
                  <a:pt x="3426675" y="2780292"/>
                </a:cubicBezTo>
                <a:lnTo>
                  <a:pt x="3421988" y="2788438"/>
                </a:lnTo>
                <a:cubicBezTo>
                  <a:pt x="3421910" y="2788592"/>
                  <a:pt x="3421449" y="2788746"/>
                  <a:pt x="3421449" y="2788746"/>
                </a:cubicBezTo>
                <a:lnTo>
                  <a:pt x="3412074" y="2788746"/>
                </a:lnTo>
                <a:cubicBezTo>
                  <a:pt x="3411842" y="2788746"/>
                  <a:pt x="3411535" y="2788438"/>
                  <a:pt x="3411535" y="2788438"/>
                </a:cubicBezTo>
                <a:lnTo>
                  <a:pt x="3406847" y="2780292"/>
                </a:lnTo>
                <a:cubicBezTo>
                  <a:pt x="3406693" y="2780062"/>
                  <a:pt x="3406847" y="2779601"/>
                  <a:pt x="3406847" y="2779601"/>
                </a:cubicBezTo>
                <a:lnTo>
                  <a:pt x="3411535" y="2771454"/>
                </a:lnTo>
                <a:cubicBezTo>
                  <a:pt x="3411612" y="2771301"/>
                  <a:pt x="3412074" y="2771147"/>
                  <a:pt x="3412074" y="2771147"/>
                </a:cubicBezTo>
                <a:close/>
                <a:moveTo>
                  <a:pt x="2039142" y="2769917"/>
                </a:moveTo>
                <a:lnTo>
                  <a:pt x="2049901" y="2769917"/>
                </a:lnTo>
                <a:cubicBezTo>
                  <a:pt x="2050208" y="2769917"/>
                  <a:pt x="2050594" y="2770300"/>
                  <a:pt x="2050594" y="2770300"/>
                </a:cubicBezTo>
                <a:lnTo>
                  <a:pt x="2055972" y="2779601"/>
                </a:lnTo>
                <a:cubicBezTo>
                  <a:pt x="2056126" y="2779831"/>
                  <a:pt x="2055972" y="2780368"/>
                  <a:pt x="2055972" y="2780368"/>
                </a:cubicBezTo>
                <a:lnTo>
                  <a:pt x="2050594" y="2789669"/>
                </a:lnTo>
                <a:cubicBezTo>
                  <a:pt x="2050440" y="2789898"/>
                  <a:pt x="2049901" y="2790052"/>
                  <a:pt x="2049901" y="2790052"/>
                </a:cubicBezTo>
                <a:lnTo>
                  <a:pt x="2039142" y="2790052"/>
                </a:lnTo>
                <a:cubicBezTo>
                  <a:pt x="2038834" y="2790052"/>
                  <a:pt x="2038451" y="2789669"/>
                  <a:pt x="2038451" y="2789669"/>
                </a:cubicBezTo>
                <a:lnTo>
                  <a:pt x="2033070" y="2780368"/>
                </a:lnTo>
                <a:cubicBezTo>
                  <a:pt x="2032917" y="2780138"/>
                  <a:pt x="2033070" y="2779601"/>
                  <a:pt x="2033070" y="2779601"/>
                </a:cubicBezTo>
                <a:lnTo>
                  <a:pt x="2038451" y="2770300"/>
                </a:lnTo>
                <a:cubicBezTo>
                  <a:pt x="2038605" y="2770070"/>
                  <a:pt x="2039142" y="2769917"/>
                  <a:pt x="2039142" y="2769917"/>
                </a:cubicBezTo>
                <a:close/>
                <a:moveTo>
                  <a:pt x="3227852" y="2768764"/>
                </a:moveTo>
                <a:lnTo>
                  <a:pt x="3239764" y="2768764"/>
                </a:lnTo>
                <a:cubicBezTo>
                  <a:pt x="3239995" y="2768764"/>
                  <a:pt x="3240457" y="2769148"/>
                  <a:pt x="3240457" y="2769148"/>
                </a:cubicBezTo>
                <a:lnTo>
                  <a:pt x="3246450" y="2779523"/>
                </a:lnTo>
                <a:cubicBezTo>
                  <a:pt x="3246604" y="2779755"/>
                  <a:pt x="3246450" y="2780368"/>
                  <a:pt x="3246450" y="2780368"/>
                </a:cubicBezTo>
                <a:lnTo>
                  <a:pt x="3240457" y="2790745"/>
                </a:lnTo>
                <a:cubicBezTo>
                  <a:pt x="3240303" y="2790975"/>
                  <a:pt x="3239764" y="2791129"/>
                  <a:pt x="3239764" y="2791129"/>
                </a:cubicBezTo>
                <a:lnTo>
                  <a:pt x="3227852" y="2791129"/>
                </a:lnTo>
                <a:cubicBezTo>
                  <a:pt x="3227621" y="2791129"/>
                  <a:pt x="3227159" y="2790745"/>
                  <a:pt x="3227159" y="2790745"/>
                </a:cubicBezTo>
                <a:lnTo>
                  <a:pt x="3221167" y="2780368"/>
                </a:lnTo>
                <a:cubicBezTo>
                  <a:pt x="3221012" y="2780138"/>
                  <a:pt x="3221167" y="2779523"/>
                  <a:pt x="3221167" y="2779523"/>
                </a:cubicBezTo>
                <a:lnTo>
                  <a:pt x="3227159" y="2769148"/>
                </a:lnTo>
                <a:cubicBezTo>
                  <a:pt x="3227314" y="2768918"/>
                  <a:pt x="3227852" y="2768764"/>
                  <a:pt x="3227852" y="2768764"/>
                </a:cubicBezTo>
                <a:close/>
                <a:moveTo>
                  <a:pt x="3318311" y="2766919"/>
                </a:moveTo>
                <a:lnTo>
                  <a:pt x="3332222" y="2766919"/>
                </a:lnTo>
                <a:cubicBezTo>
                  <a:pt x="3332529" y="2766919"/>
                  <a:pt x="3333067" y="2767380"/>
                  <a:pt x="3333067" y="2767380"/>
                </a:cubicBezTo>
                <a:lnTo>
                  <a:pt x="3339983" y="2779445"/>
                </a:lnTo>
                <a:cubicBezTo>
                  <a:pt x="3340137" y="2779755"/>
                  <a:pt x="3339983" y="2780446"/>
                  <a:pt x="3339983" y="2780446"/>
                </a:cubicBezTo>
                <a:lnTo>
                  <a:pt x="3333067" y="2792511"/>
                </a:lnTo>
                <a:cubicBezTo>
                  <a:pt x="3332914" y="2792818"/>
                  <a:pt x="3332222" y="2792972"/>
                  <a:pt x="3332222" y="2792972"/>
                </a:cubicBezTo>
                <a:lnTo>
                  <a:pt x="3318311" y="2792972"/>
                </a:lnTo>
                <a:cubicBezTo>
                  <a:pt x="3318004" y="2792972"/>
                  <a:pt x="3317465" y="2792511"/>
                  <a:pt x="3317465" y="2792511"/>
                </a:cubicBezTo>
                <a:lnTo>
                  <a:pt x="3310548" y="2780446"/>
                </a:lnTo>
                <a:cubicBezTo>
                  <a:pt x="3310395" y="2780138"/>
                  <a:pt x="3310548" y="2779445"/>
                  <a:pt x="3310548" y="2779445"/>
                </a:cubicBezTo>
                <a:lnTo>
                  <a:pt x="3317465" y="2767380"/>
                </a:lnTo>
                <a:cubicBezTo>
                  <a:pt x="3317618" y="2767073"/>
                  <a:pt x="3318311" y="2766919"/>
                  <a:pt x="3318311" y="2766919"/>
                </a:cubicBezTo>
                <a:close/>
                <a:moveTo>
                  <a:pt x="660858" y="2758389"/>
                </a:moveTo>
                <a:lnTo>
                  <a:pt x="683840" y="2758389"/>
                </a:lnTo>
                <a:cubicBezTo>
                  <a:pt x="684381" y="2758389"/>
                  <a:pt x="684916" y="2758772"/>
                  <a:pt x="685226" y="2759234"/>
                </a:cubicBezTo>
                <a:lnTo>
                  <a:pt x="696681" y="2779140"/>
                </a:lnTo>
                <a:cubicBezTo>
                  <a:pt x="696983" y="2779601"/>
                  <a:pt x="696983" y="2780292"/>
                  <a:pt x="696681" y="2780753"/>
                </a:cubicBezTo>
                <a:lnTo>
                  <a:pt x="685144" y="2800659"/>
                </a:lnTo>
                <a:cubicBezTo>
                  <a:pt x="684836" y="2801197"/>
                  <a:pt x="684299" y="2801504"/>
                  <a:pt x="683766" y="2801504"/>
                </a:cubicBezTo>
                <a:lnTo>
                  <a:pt x="660784" y="2801504"/>
                </a:lnTo>
                <a:cubicBezTo>
                  <a:pt x="660256" y="2801504"/>
                  <a:pt x="659710" y="2801121"/>
                  <a:pt x="659402" y="2800659"/>
                </a:cubicBezTo>
                <a:lnTo>
                  <a:pt x="647952" y="2780753"/>
                </a:lnTo>
                <a:cubicBezTo>
                  <a:pt x="647643" y="2780292"/>
                  <a:pt x="647643" y="2779601"/>
                  <a:pt x="647952" y="2779140"/>
                </a:cubicBezTo>
                <a:lnTo>
                  <a:pt x="659487" y="2759234"/>
                </a:lnTo>
                <a:cubicBezTo>
                  <a:pt x="659787" y="2758696"/>
                  <a:pt x="660332" y="2758389"/>
                  <a:pt x="660858" y="2758389"/>
                </a:cubicBezTo>
                <a:close/>
                <a:moveTo>
                  <a:pt x="568867" y="2757466"/>
                </a:moveTo>
                <a:lnTo>
                  <a:pt x="592923" y="2757466"/>
                </a:lnTo>
                <a:cubicBezTo>
                  <a:pt x="593538" y="2757466"/>
                  <a:pt x="594078" y="2757774"/>
                  <a:pt x="594379" y="2758311"/>
                </a:cubicBezTo>
                <a:lnTo>
                  <a:pt x="606378" y="2779140"/>
                </a:lnTo>
                <a:cubicBezTo>
                  <a:pt x="606682" y="2779677"/>
                  <a:pt x="606682" y="2780292"/>
                  <a:pt x="606378" y="2780829"/>
                </a:cubicBezTo>
                <a:lnTo>
                  <a:pt x="594307" y="2801658"/>
                </a:lnTo>
                <a:cubicBezTo>
                  <a:pt x="593998" y="2802195"/>
                  <a:pt x="593461" y="2802503"/>
                  <a:pt x="592847" y="2802503"/>
                </a:cubicBezTo>
                <a:lnTo>
                  <a:pt x="568787" y="2802503"/>
                </a:lnTo>
                <a:cubicBezTo>
                  <a:pt x="568176" y="2802503"/>
                  <a:pt x="567643" y="2802195"/>
                  <a:pt x="567335" y="2801658"/>
                </a:cubicBezTo>
                <a:lnTo>
                  <a:pt x="555342" y="2780829"/>
                </a:lnTo>
                <a:cubicBezTo>
                  <a:pt x="555038" y="2780292"/>
                  <a:pt x="555038" y="2779677"/>
                  <a:pt x="555342" y="2779140"/>
                </a:cubicBezTo>
                <a:lnTo>
                  <a:pt x="567407" y="2758311"/>
                </a:lnTo>
                <a:cubicBezTo>
                  <a:pt x="567717" y="2757774"/>
                  <a:pt x="568252" y="2757466"/>
                  <a:pt x="568867" y="2757466"/>
                </a:cubicBezTo>
                <a:close/>
                <a:moveTo>
                  <a:pt x="475262" y="2753394"/>
                </a:moveTo>
                <a:lnTo>
                  <a:pt x="503617" y="2753394"/>
                </a:lnTo>
                <a:cubicBezTo>
                  <a:pt x="504384" y="2753394"/>
                  <a:pt x="505003" y="2753777"/>
                  <a:pt x="505386" y="2754392"/>
                </a:cubicBezTo>
                <a:lnTo>
                  <a:pt x="519525" y="2778986"/>
                </a:lnTo>
                <a:cubicBezTo>
                  <a:pt x="519910" y="2779601"/>
                  <a:pt x="519910" y="2780370"/>
                  <a:pt x="519525" y="2780985"/>
                </a:cubicBezTo>
                <a:lnTo>
                  <a:pt x="505310" y="2805578"/>
                </a:lnTo>
                <a:cubicBezTo>
                  <a:pt x="504927" y="2806193"/>
                  <a:pt x="504234" y="2806577"/>
                  <a:pt x="503541" y="2806577"/>
                </a:cubicBezTo>
                <a:lnTo>
                  <a:pt x="475184" y="2806577"/>
                </a:lnTo>
                <a:cubicBezTo>
                  <a:pt x="474415" y="2806577"/>
                  <a:pt x="473797" y="2806193"/>
                  <a:pt x="473413" y="2805578"/>
                </a:cubicBezTo>
                <a:lnTo>
                  <a:pt x="459279" y="2780985"/>
                </a:lnTo>
                <a:cubicBezTo>
                  <a:pt x="458888" y="2780370"/>
                  <a:pt x="458888" y="2779601"/>
                  <a:pt x="459279" y="2778986"/>
                </a:cubicBezTo>
                <a:lnTo>
                  <a:pt x="473491" y="2754392"/>
                </a:lnTo>
                <a:cubicBezTo>
                  <a:pt x="473874" y="2753777"/>
                  <a:pt x="474569" y="2753394"/>
                  <a:pt x="475262" y="2753394"/>
                </a:cubicBezTo>
                <a:close/>
                <a:moveTo>
                  <a:pt x="291115" y="2751165"/>
                </a:moveTo>
                <a:lnTo>
                  <a:pt x="321860" y="2751165"/>
                </a:lnTo>
                <a:cubicBezTo>
                  <a:pt x="322627" y="2751165"/>
                  <a:pt x="323318" y="2751548"/>
                  <a:pt x="323703" y="2752241"/>
                </a:cubicBezTo>
                <a:lnTo>
                  <a:pt x="339076" y="2778910"/>
                </a:lnTo>
                <a:cubicBezTo>
                  <a:pt x="339459" y="2779525"/>
                  <a:pt x="339459" y="2780370"/>
                  <a:pt x="339076" y="2781061"/>
                </a:cubicBezTo>
                <a:lnTo>
                  <a:pt x="323703" y="2807729"/>
                </a:lnTo>
                <a:cubicBezTo>
                  <a:pt x="323318" y="2808422"/>
                  <a:pt x="322627" y="2808806"/>
                  <a:pt x="321860" y="2808806"/>
                </a:cubicBezTo>
                <a:lnTo>
                  <a:pt x="291115" y="2808806"/>
                </a:lnTo>
                <a:cubicBezTo>
                  <a:pt x="290352" y="2808806"/>
                  <a:pt x="289657" y="2808422"/>
                  <a:pt x="289271" y="2807729"/>
                </a:cubicBezTo>
                <a:lnTo>
                  <a:pt x="273901" y="2781061"/>
                </a:lnTo>
                <a:cubicBezTo>
                  <a:pt x="273523" y="2780446"/>
                  <a:pt x="273523" y="2779601"/>
                  <a:pt x="273901" y="2778910"/>
                </a:cubicBezTo>
                <a:lnTo>
                  <a:pt x="289271" y="2752241"/>
                </a:lnTo>
                <a:cubicBezTo>
                  <a:pt x="289657" y="2751548"/>
                  <a:pt x="290352" y="2751165"/>
                  <a:pt x="291115" y="2751165"/>
                </a:cubicBezTo>
                <a:close/>
                <a:moveTo>
                  <a:pt x="381185" y="2748628"/>
                </a:moveTo>
                <a:lnTo>
                  <a:pt x="414620" y="2748628"/>
                </a:lnTo>
                <a:cubicBezTo>
                  <a:pt x="415468" y="2748628"/>
                  <a:pt x="416235" y="2749090"/>
                  <a:pt x="416695" y="2749781"/>
                </a:cubicBezTo>
                <a:lnTo>
                  <a:pt x="433373" y="2778756"/>
                </a:lnTo>
                <a:cubicBezTo>
                  <a:pt x="433833" y="2779525"/>
                  <a:pt x="433833" y="2780446"/>
                  <a:pt x="433373" y="2781139"/>
                </a:cubicBezTo>
                <a:lnTo>
                  <a:pt x="416615" y="2810112"/>
                </a:lnTo>
                <a:cubicBezTo>
                  <a:pt x="416158" y="2810803"/>
                  <a:pt x="415392" y="2811264"/>
                  <a:pt x="414546" y="2811264"/>
                </a:cubicBezTo>
                <a:lnTo>
                  <a:pt x="381107" y="2811264"/>
                </a:lnTo>
                <a:cubicBezTo>
                  <a:pt x="380268" y="2811264"/>
                  <a:pt x="379501" y="2810803"/>
                  <a:pt x="379039" y="2810112"/>
                </a:cubicBezTo>
                <a:lnTo>
                  <a:pt x="362363" y="2781139"/>
                </a:lnTo>
                <a:cubicBezTo>
                  <a:pt x="361894" y="2780370"/>
                  <a:pt x="361894" y="2779447"/>
                  <a:pt x="362363" y="2778756"/>
                </a:cubicBezTo>
                <a:lnTo>
                  <a:pt x="379110" y="2749781"/>
                </a:lnTo>
                <a:cubicBezTo>
                  <a:pt x="379575" y="2749090"/>
                  <a:pt x="380344" y="2748628"/>
                  <a:pt x="381185" y="2748628"/>
                </a:cubicBezTo>
                <a:close/>
                <a:moveTo>
                  <a:pt x="3596832" y="2695213"/>
                </a:moveTo>
                <a:lnTo>
                  <a:pt x="3602673" y="2695213"/>
                </a:lnTo>
                <a:cubicBezTo>
                  <a:pt x="3602826" y="2695213"/>
                  <a:pt x="3603058" y="2695443"/>
                  <a:pt x="3603058" y="2695443"/>
                </a:cubicBezTo>
                <a:lnTo>
                  <a:pt x="3605977" y="2700516"/>
                </a:lnTo>
                <a:cubicBezTo>
                  <a:pt x="3605977" y="2700592"/>
                  <a:pt x="3605977" y="2700901"/>
                  <a:pt x="3605977" y="2700901"/>
                </a:cubicBezTo>
                <a:lnTo>
                  <a:pt x="3603058" y="2705972"/>
                </a:lnTo>
                <a:cubicBezTo>
                  <a:pt x="3602980" y="2706126"/>
                  <a:pt x="3602673" y="2706204"/>
                  <a:pt x="3602673" y="2706204"/>
                </a:cubicBezTo>
                <a:lnTo>
                  <a:pt x="3596832" y="2706204"/>
                </a:lnTo>
                <a:cubicBezTo>
                  <a:pt x="3596678" y="2706204"/>
                  <a:pt x="3596447" y="2705972"/>
                  <a:pt x="3596447" y="2705972"/>
                </a:cubicBezTo>
                <a:lnTo>
                  <a:pt x="3593527" y="2700901"/>
                </a:lnTo>
                <a:cubicBezTo>
                  <a:pt x="3593527" y="2700824"/>
                  <a:pt x="3593527" y="2700516"/>
                  <a:pt x="3593527" y="2700516"/>
                </a:cubicBezTo>
                <a:lnTo>
                  <a:pt x="3596447" y="2695443"/>
                </a:lnTo>
                <a:cubicBezTo>
                  <a:pt x="3596525" y="2695289"/>
                  <a:pt x="3596832" y="2695213"/>
                  <a:pt x="3596832" y="2695213"/>
                </a:cubicBezTo>
                <a:close/>
                <a:moveTo>
                  <a:pt x="1400974" y="2694676"/>
                </a:moveTo>
                <a:lnTo>
                  <a:pt x="1407422" y="2694676"/>
                </a:lnTo>
                <a:cubicBezTo>
                  <a:pt x="1407581" y="2694676"/>
                  <a:pt x="1407815" y="2694906"/>
                  <a:pt x="1407815" y="2694906"/>
                </a:cubicBezTo>
                <a:lnTo>
                  <a:pt x="1411042" y="2700440"/>
                </a:lnTo>
                <a:cubicBezTo>
                  <a:pt x="1411116" y="2700594"/>
                  <a:pt x="1411042" y="2700901"/>
                  <a:pt x="1411042" y="2700901"/>
                </a:cubicBezTo>
                <a:lnTo>
                  <a:pt x="1407815" y="2706436"/>
                </a:lnTo>
                <a:cubicBezTo>
                  <a:pt x="1407733" y="2706589"/>
                  <a:pt x="1407422" y="2706665"/>
                  <a:pt x="1407422" y="2706665"/>
                </a:cubicBezTo>
                <a:lnTo>
                  <a:pt x="1400974" y="2706665"/>
                </a:lnTo>
                <a:cubicBezTo>
                  <a:pt x="1400824" y="2706665"/>
                  <a:pt x="1400589" y="2706436"/>
                  <a:pt x="1400589" y="2706436"/>
                </a:cubicBezTo>
                <a:lnTo>
                  <a:pt x="1397362" y="2700901"/>
                </a:lnTo>
                <a:cubicBezTo>
                  <a:pt x="1397278" y="2700748"/>
                  <a:pt x="1397362" y="2700440"/>
                  <a:pt x="1397362" y="2700440"/>
                </a:cubicBezTo>
                <a:lnTo>
                  <a:pt x="1400589" y="2694906"/>
                </a:lnTo>
                <a:cubicBezTo>
                  <a:pt x="1400667" y="2694754"/>
                  <a:pt x="1400974" y="2694676"/>
                  <a:pt x="1400974" y="2694676"/>
                </a:cubicBezTo>
                <a:close/>
                <a:moveTo>
                  <a:pt x="3504989" y="2694522"/>
                </a:moveTo>
                <a:lnTo>
                  <a:pt x="3511523" y="2694522"/>
                </a:lnTo>
                <a:cubicBezTo>
                  <a:pt x="3511676" y="2694522"/>
                  <a:pt x="3511906" y="2694754"/>
                  <a:pt x="3511906" y="2694754"/>
                </a:cubicBezTo>
                <a:lnTo>
                  <a:pt x="3515211" y="2700440"/>
                </a:lnTo>
                <a:cubicBezTo>
                  <a:pt x="3515289" y="2700594"/>
                  <a:pt x="3515211" y="2700901"/>
                  <a:pt x="3515211" y="2700901"/>
                </a:cubicBezTo>
                <a:lnTo>
                  <a:pt x="3511906" y="2706589"/>
                </a:lnTo>
                <a:cubicBezTo>
                  <a:pt x="3511830" y="2706743"/>
                  <a:pt x="3511523" y="2706819"/>
                  <a:pt x="3511523" y="2706819"/>
                </a:cubicBezTo>
                <a:lnTo>
                  <a:pt x="3504989" y="2706819"/>
                </a:lnTo>
                <a:cubicBezTo>
                  <a:pt x="3504836" y="2706819"/>
                  <a:pt x="3504606" y="2706589"/>
                  <a:pt x="3504606" y="2706589"/>
                </a:cubicBezTo>
                <a:lnTo>
                  <a:pt x="3501300" y="2700901"/>
                </a:lnTo>
                <a:cubicBezTo>
                  <a:pt x="3501223" y="2700748"/>
                  <a:pt x="3501300" y="2700440"/>
                  <a:pt x="3501300" y="2700440"/>
                </a:cubicBezTo>
                <a:lnTo>
                  <a:pt x="3504606" y="2694754"/>
                </a:lnTo>
                <a:cubicBezTo>
                  <a:pt x="3504682" y="2694600"/>
                  <a:pt x="3504989" y="2694522"/>
                  <a:pt x="3504989" y="2694522"/>
                </a:cubicBezTo>
                <a:close/>
                <a:moveTo>
                  <a:pt x="3410997" y="2689911"/>
                </a:moveTo>
                <a:lnTo>
                  <a:pt x="3422525" y="2689911"/>
                </a:lnTo>
                <a:cubicBezTo>
                  <a:pt x="3422833" y="2689911"/>
                  <a:pt x="3423216" y="2690294"/>
                  <a:pt x="3423216" y="2690294"/>
                </a:cubicBezTo>
                <a:lnTo>
                  <a:pt x="3428980" y="2700286"/>
                </a:lnTo>
                <a:cubicBezTo>
                  <a:pt x="3429134" y="2700594"/>
                  <a:pt x="3428980" y="2701131"/>
                  <a:pt x="3428980" y="2701131"/>
                </a:cubicBezTo>
                <a:lnTo>
                  <a:pt x="3423216" y="2711123"/>
                </a:lnTo>
                <a:cubicBezTo>
                  <a:pt x="3423062" y="2711353"/>
                  <a:pt x="3422525" y="2711507"/>
                  <a:pt x="3422525" y="2711507"/>
                </a:cubicBezTo>
                <a:lnTo>
                  <a:pt x="3410997" y="2711507"/>
                </a:lnTo>
                <a:cubicBezTo>
                  <a:pt x="3410689" y="2711507"/>
                  <a:pt x="3410304" y="2711123"/>
                  <a:pt x="3410304" y="2711123"/>
                </a:cubicBezTo>
                <a:lnTo>
                  <a:pt x="3404540" y="2701131"/>
                </a:lnTo>
                <a:cubicBezTo>
                  <a:pt x="3404387" y="2700824"/>
                  <a:pt x="3404540" y="2700286"/>
                  <a:pt x="3404540" y="2700286"/>
                </a:cubicBezTo>
                <a:lnTo>
                  <a:pt x="3410304" y="2690294"/>
                </a:lnTo>
                <a:cubicBezTo>
                  <a:pt x="3410459" y="2690065"/>
                  <a:pt x="3410997" y="2689911"/>
                  <a:pt x="3410997" y="2689911"/>
                </a:cubicBezTo>
                <a:close/>
                <a:moveTo>
                  <a:pt x="2129293" y="2688067"/>
                </a:moveTo>
                <a:lnTo>
                  <a:pt x="2142742" y="2688067"/>
                </a:lnTo>
                <a:cubicBezTo>
                  <a:pt x="2143126" y="2688067"/>
                  <a:pt x="2143587" y="2688529"/>
                  <a:pt x="2143587" y="2688529"/>
                </a:cubicBezTo>
                <a:lnTo>
                  <a:pt x="2150274" y="2700133"/>
                </a:lnTo>
                <a:cubicBezTo>
                  <a:pt x="2150428" y="2700364"/>
                  <a:pt x="2150274" y="2701055"/>
                  <a:pt x="2150274" y="2701055"/>
                </a:cubicBezTo>
                <a:lnTo>
                  <a:pt x="2143511" y="2712661"/>
                </a:lnTo>
                <a:cubicBezTo>
                  <a:pt x="2143280" y="2712968"/>
                  <a:pt x="2142665" y="2713122"/>
                  <a:pt x="2142665" y="2713122"/>
                </a:cubicBezTo>
                <a:lnTo>
                  <a:pt x="2129215" y="2713122"/>
                </a:lnTo>
                <a:cubicBezTo>
                  <a:pt x="2128832" y="2713122"/>
                  <a:pt x="2128371" y="2712661"/>
                  <a:pt x="2128371" y="2712661"/>
                </a:cubicBezTo>
                <a:lnTo>
                  <a:pt x="2121684" y="2701055"/>
                </a:lnTo>
                <a:cubicBezTo>
                  <a:pt x="2121530" y="2700825"/>
                  <a:pt x="2121684" y="2700133"/>
                  <a:pt x="2121684" y="2700133"/>
                </a:cubicBezTo>
                <a:lnTo>
                  <a:pt x="2128447" y="2688529"/>
                </a:lnTo>
                <a:cubicBezTo>
                  <a:pt x="2128678" y="2688221"/>
                  <a:pt x="2129293" y="2688067"/>
                  <a:pt x="2129293" y="2688067"/>
                </a:cubicBezTo>
                <a:close/>
                <a:moveTo>
                  <a:pt x="3226007" y="2685992"/>
                </a:moveTo>
                <a:lnTo>
                  <a:pt x="3241686" y="2685992"/>
                </a:lnTo>
                <a:cubicBezTo>
                  <a:pt x="3242069" y="2685992"/>
                  <a:pt x="3242608" y="2686530"/>
                  <a:pt x="3242608" y="2686530"/>
                </a:cubicBezTo>
                <a:lnTo>
                  <a:pt x="3250447" y="2700133"/>
                </a:lnTo>
                <a:cubicBezTo>
                  <a:pt x="3250677" y="2700440"/>
                  <a:pt x="3250447" y="2701209"/>
                  <a:pt x="3250447" y="2701209"/>
                </a:cubicBezTo>
                <a:lnTo>
                  <a:pt x="3242608" y="2714812"/>
                </a:lnTo>
                <a:cubicBezTo>
                  <a:pt x="3242454" y="2715119"/>
                  <a:pt x="3242069" y="2715351"/>
                  <a:pt x="3241686" y="2715351"/>
                </a:cubicBezTo>
                <a:lnTo>
                  <a:pt x="3226007" y="2715351"/>
                </a:lnTo>
                <a:cubicBezTo>
                  <a:pt x="3225624" y="2715351"/>
                  <a:pt x="3225085" y="2714812"/>
                  <a:pt x="3225085" y="2714812"/>
                </a:cubicBezTo>
                <a:lnTo>
                  <a:pt x="3217246" y="2701209"/>
                </a:lnTo>
                <a:cubicBezTo>
                  <a:pt x="3217014" y="2700901"/>
                  <a:pt x="3217246" y="2700133"/>
                  <a:pt x="3217246" y="2700133"/>
                </a:cubicBezTo>
                <a:lnTo>
                  <a:pt x="3225085" y="2686530"/>
                </a:lnTo>
                <a:cubicBezTo>
                  <a:pt x="3225238" y="2686222"/>
                  <a:pt x="3225624" y="2685992"/>
                  <a:pt x="3226007" y="2685992"/>
                </a:cubicBezTo>
                <a:close/>
                <a:moveTo>
                  <a:pt x="3316618" y="2684301"/>
                </a:moveTo>
                <a:lnTo>
                  <a:pt x="3334065" y="2684301"/>
                </a:lnTo>
                <a:cubicBezTo>
                  <a:pt x="3334527" y="2684301"/>
                  <a:pt x="3335143" y="2684916"/>
                  <a:pt x="3335143" y="2684916"/>
                </a:cubicBezTo>
                <a:lnTo>
                  <a:pt x="3343902" y="2700057"/>
                </a:lnTo>
                <a:cubicBezTo>
                  <a:pt x="3344134" y="2700440"/>
                  <a:pt x="3343902" y="2701285"/>
                  <a:pt x="3343902" y="2701285"/>
                </a:cubicBezTo>
                <a:lnTo>
                  <a:pt x="3335143" y="2716426"/>
                </a:lnTo>
                <a:cubicBezTo>
                  <a:pt x="3334910" y="2716811"/>
                  <a:pt x="3334527" y="2717041"/>
                  <a:pt x="3334065" y="2717041"/>
                </a:cubicBezTo>
                <a:lnTo>
                  <a:pt x="3316618" y="2717041"/>
                </a:lnTo>
                <a:cubicBezTo>
                  <a:pt x="3316158" y="2717041"/>
                  <a:pt x="3315543" y="2716426"/>
                  <a:pt x="3315543" y="2716426"/>
                </a:cubicBezTo>
                <a:lnTo>
                  <a:pt x="3306782" y="2701285"/>
                </a:lnTo>
                <a:cubicBezTo>
                  <a:pt x="3306550" y="2700901"/>
                  <a:pt x="3306782" y="2700057"/>
                  <a:pt x="3306782" y="2700057"/>
                </a:cubicBezTo>
                <a:lnTo>
                  <a:pt x="3315543" y="2684916"/>
                </a:lnTo>
                <a:cubicBezTo>
                  <a:pt x="3315773" y="2684532"/>
                  <a:pt x="3316158" y="2684301"/>
                  <a:pt x="3316618" y="2684301"/>
                </a:cubicBezTo>
                <a:close/>
                <a:moveTo>
                  <a:pt x="662789" y="2682763"/>
                </a:moveTo>
                <a:lnTo>
                  <a:pt x="681924" y="2682763"/>
                </a:lnTo>
                <a:cubicBezTo>
                  <a:pt x="682384" y="2682763"/>
                  <a:pt x="682845" y="2683070"/>
                  <a:pt x="683075" y="2683454"/>
                </a:cubicBezTo>
                <a:lnTo>
                  <a:pt x="692609" y="2699979"/>
                </a:lnTo>
                <a:cubicBezTo>
                  <a:pt x="692839" y="2700440"/>
                  <a:pt x="692839" y="2700977"/>
                  <a:pt x="692609" y="2701361"/>
                </a:cubicBezTo>
                <a:lnTo>
                  <a:pt x="683075" y="2717886"/>
                </a:lnTo>
                <a:cubicBezTo>
                  <a:pt x="682845" y="2718347"/>
                  <a:pt x="682384" y="2718577"/>
                  <a:pt x="681924" y="2718577"/>
                </a:cubicBezTo>
                <a:lnTo>
                  <a:pt x="662789" y="2718577"/>
                </a:lnTo>
                <a:cubicBezTo>
                  <a:pt x="662326" y="2718577"/>
                  <a:pt x="661860" y="2718269"/>
                  <a:pt x="661631" y="2717886"/>
                </a:cubicBezTo>
                <a:lnTo>
                  <a:pt x="652102" y="2701361"/>
                </a:lnTo>
                <a:cubicBezTo>
                  <a:pt x="651872" y="2700901"/>
                  <a:pt x="651872" y="2700362"/>
                  <a:pt x="652102" y="2699979"/>
                </a:cubicBezTo>
                <a:lnTo>
                  <a:pt x="661631" y="2683454"/>
                </a:lnTo>
                <a:cubicBezTo>
                  <a:pt x="661860" y="2682993"/>
                  <a:pt x="662326" y="2682763"/>
                  <a:pt x="662789" y="2682763"/>
                </a:cubicBezTo>
                <a:close/>
                <a:moveTo>
                  <a:pt x="569710" y="2679689"/>
                </a:moveTo>
                <a:lnTo>
                  <a:pt x="592078" y="2679689"/>
                </a:lnTo>
                <a:cubicBezTo>
                  <a:pt x="592614" y="2679689"/>
                  <a:pt x="593149" y="2679997"/>
                  <a:pt x="593461" y="2680458"/>
                </a:cubicBezTo>
                <a:lnTo>
                  <a:pt x="604683" y="2699825"/>
                </a:lnTo>
                <a:cubicBezTo>
                  <a:pt x="604988" y="2700362"/>
                  <a:pt x="604988" y="2700977"/>
                  <a:pt x="604683" y="2701439"/>
                </a:cubicBezTo>
                <a:lnTo>
                  <a:pt x="593461" y="2720806"/>
                </a:lnTo>
                <a:cubicBezTo>
                  <a:pt x="593149" y="2721267"/>
                  <a:pt x="592614" y="2721574"/>
                  <a:pt x="592078" y="2721574"/>
                </a:cubicBezTo>
                <a:lnTo>
                  <a:pt x="569710" y="2721574"/>
                </a:lnTo>
                <a:cubicBezTo>
                  <a:pt x="569175" y="2721574"/>
                  <a:pt x="568637" y="2721267"/>
                  <a:pt x="568328" y="2720806"/>
                </a:cubicBezTo>
                <a:lnTo>
                  <a:pt x="557106" y="2701439"/>
                </a:lnTo>
                <a:cubicBezTo>
                  <a:pt x="556804" y="2700901"/>
                  <a:pt x="556804" y="2700286"/>
                  <a:pt x="557106" y="2699825"/>
                </a:cubicBezTo>
                <a:lnTo>
                  <a:pt x="568328" y="2680458"/>
                </a:lnTo>
                <a:cubicBezTo>
                  <a:pt x="568637" y="2679997"/>
                  <a:pt x="569175" y="2679689"/>
                  <a:pt x="569710" y="2679689"/>
                </a:cubicBezTo>
                <a:close/>
                <a:moveTo>
                  <a:pt x="474877" y="2673388"/>
                </a:moveTo>
                <a:lnTo>
                  <a:pt x="504000" y="2673388"/>
                </a:lnTo>
                <a:cubicBezTo>
                  <a:pt x="504689" y="2673388"/>
                  <a:pt x="505386" y="2673772"/>
                  <a:pt x="505770" y="2674387"/>
                </a:cubicBezTo>
                <a:lnTo>
                  <a:pt x="520293" y="2699595"/>
                </a:lnTo>
                <a:cubicBezTo>
                  <a:pt x="520677" y="2700210"/>
                  <a:pt x="520677" y="2701055"/>
                  <a:pt x="520293" y="2701670"/>
                </a:cubicBezTo>
                <a:lnTo>
                  <a:pt x="505688" y="2726879"/>
                </a:lnTo>
                <a:cubicBezTo>
                  <a:pt x="505310" y="2727494"/>
                  <a:pt x="504617" y="2727878"/>
                  <a:pt x="503926" y="2727878"/>
                </a:cubicBezTo>
                <a:lnTo>
                  <a:pt x="474803" y="2727878"/>
                </a:lnTo>
                <a:cubicBezTo>
                  <a:pt x="474100" y="2727878"/>
                  <a:pt x="473413" y="2727494"/>
                  <a:pt x="473026" y="2726879"/>
                </a:cubicBezTo>
                <a:lnTo>
                  <a:pt x="458506" y="2701670"/>
                </a:lnTo>
                <a:cubicBezTo>
                  <a:pt x="458117" y="2701055"/>
                  <a:pt x="458117" y="2700210"/>
                  <a:pt x="458506" y="2699595"/>
                </a:cubicBezTo>
                <a:lnTo>
                  <a:pt x="473111" y="2674387"/>
                </a:lnTo>
                <a:cubicBezTo>
                  <a:pt x="473491" y="2673772"/>
                  <a:pt x="474184" y="2673388"/>
                  <a:pt x="474877" y="2673388"/>
                </a:cubicBezTo>
                <a:close/>
                <a:moveTo>
                  <a:pt x="748019" y="2671005"/>
                </a:moveTo>
                <a:lnTo>
                  <a:pt x="779679" y="2671005"/>
                </a:lnTo>
                <a:cubicBezTo>
                  <a:pt x="780448" y="2671005"/>
                  <a:pt x="781215" y="2671467"/>
                  <a:pt x="781598" y="2672158"/>
                </a:cubicBezTo>
                <a:lnTo>
                  <a:pt x="797426" y="2699595"/>
                </a:lnTo>
                <a:cubicBezTo>
                  <a:pt x="797819" y="2700286"/>
                  <a:pt x="797819" y="2701133"/>
                  <a:pt x="797426" y="2701824"/>
                </a:cubicBezTo>
                <a:lnTo>
                  <a:pt x="781598" y="2729262"/>
                </a:lnTo>
                <a:cubicBezTo>
                  <a:pt x="781215" y="2729953"/>
                  <a:pt x="780448" y="2730414"/>
                  <a:pt x="779679" y="2730414"/>
                </a:cubicBezTo>
                <a:lnTo>
                  <a:pt x="748019" y="2730414"/>
                </a:lnTo>
                <a:cubicBezTo>
                  <a:pt x="747249" y="2730414"/>
                  <a:pt x="746480" y="2729953"/>
                  <a:pt x="746096" y="2729262"/>
                </a:cubicBezTo>
                <a:lnTo>
                  <a:pt x="730266" y="2701824"/>
                </a:lnTo>
                <a:cubicBezTo>
                  <a:pt x="729873" y="2701133"/>
                  <a:pt x="729873" y="2700286"/>
                  <a:pt x="730266" y="2699595"/>
                </a:cubicBezTo>
                <a:lnTo>
                  <a:pt x="746096" y="2672158"/>
                </a:lnTo>
                <a:cubicBezTo>
                  <a:pt x="746480" y="2671467"/>
                  <a:pt x="747249" y="2671005"/>
                  <a:pt x="748019" y="2671005"/>
                </a:cubicBezTo>
                <a:close/>
                <a:moveTo>
                  <a:pt x="290578" y="2671005"/>
                </a:moveTo>
                <a:lnTo>
                  <a:pt x="322245" y="2671005"/>
                </a:lnTo>
                <a:cubicBezTo>
                  <a:pt x="323012" y="2671005"/>
                  <a:pt x="323779" y="2671467"/>
                  <a:pt x="324164" y="2672158"/>
                </a:cubicBezTo>
                <a:lnTo>
                  <a:pt x="339998" y="2699595"/>
                </a:lnTo>
                <a:cubicBezTo>
                  <a:pt x="340382" y="2700286"/>
                  <a:pt x="340382" y="2701133"/>
                  <a:pt x="339998" y="2701824"/>
                </a:cubicBezTo>
                <a:lnTo>
                  <a:pt x="324164" y="2729262"/>
                </a:lnTo>
                <a:cubicBezTo>
                  <a:pt x="323779" y="2729953"/>
                  <a:pt x="323012" y="2730414"/>
                  <a:pt x="322245" y="2730414"/>
                </a:cubicBezTo>
                <a:lnTo>
                  <a:pt x="290578" y="2730414"/>
                </a:lnTo>
                <a:cubicBezTo>
                  <a:pt x="289811" y="2730414"/>
                  <a:pt x="289046" y="2729953"/>
                  <a:pt x="288656" y="2729262"/>
                </a:cubicBezTo>
                <a:lnTo>
                  <a:pt x="272823" y="2701824"/>
                </a:lnTo>
                <a:cubicBezTo>
                  <a:pt x="272439" y="2701133"/>
                  <a:pt x="272439" y="2700286"/>
                  <a:pt x="272823" y="2699595"/>
                </a:cubicBezTo>
                <a:lnTo>
                  <a:pt x="288656" y="2672158"/>
                </a:lnTo>
                <a:cubicBezTo>
                  <a:pt x="289046" y="2671467"/>
                  <a:pt x="289811" y="2671005"/>
                  <a:pt x="290578" y="2671005"/>
                </a:cubicBezTo>
                <a:close/>
                <a:moveTo>
                  <a:pt x="380803" y="2668623"/>
                </a:moveTo>
                <a:lnTo>
                  <a:pt x="415003" y="2668623"/>
                </a:lnTo>
                <a:cubicBezTo>
                  <a:pt x="415850" y="2668623"/>
                  <a:pt x="416615" y="2669084"/>
                  <a:pt x="417078" y="2669853"/>
                </a:cubicBezTo>
                <a:lnTo>
                  <a:pt x="434142" y="2699441"/>
                </a:lnTo>
                <a:cubicBezTo>
                  <a:pt x="434600" y="2700133"/>
                  <a:pt x="434600" y="2701055"/>
                  <a:pt x="434142" y="2701824"/>
                </a:cubicBezTo>
                <a:lnTo>
                  <a:pt x="416999" y="2731413"/>
                </a:lnTo>
                <a:cubicBezTo>
                  <a:pt x="416543" y="2732181"/>
                  <a:pt x="415774" y="2732643"/>
                  <a:pt x="414925" y="2732643"/>
                </a:cubicBezTo>
                <a:lnTo>
                  <a:pt x="380723" y="2732643"/>
                </a:lnTo>
                <a:cubicBezTo>
                  <a:pt x="379882" y="2732643"/>
                  <a:pt x="379110" y="2732181"/>
                  <a:pt x="378650" y="2731413"/>
                </a:cubicBezTo>
                <a:lnTo>
                  <a:pt x="361588" y="2701824"/>
                </a:lnTo>
                <a:cubicBezTo>
                  <a:pt x="361131" y="2701131"/>
                  <a:pt x="361131" y="2700210"/>
                  <a:pt x="361588" y="2699441"/>
                </a:cubicBezTo>
                <a:lnTo>
                  <a:pt x="378730" y="2669853"/>
                </a:lnTo>
                <a:cubicBezTo>
                  <a:pt x="379187" y="2669084"/>
                  <a:pt x="379958" y="2668623"/>
                  <a:pt x="380803" y="2668623"/>
                </a:cubicBezTo>
                <a:close/>
                <a:moveTo>
                  <a:pt x="3596677" y="2615669"/>
                </a:moveTo>
                <a:lnTo>
                  <a:pt x="3602825" y="2615669"/>
                </a:lnTo>
                <a:cubicBezTo>
                  <a:pt x="3602978" y="2615669"/>
                  <a:pt x="3603210" y="2615901"/>
                  <a:pt x="3603210" y="2615901"/>
                </a:cubicBezTo>
                <a:lnTo>
                  <a:pt x="3606283" y="2621203"/>
                </a:lnTo>
                <a:cubicBezTo>
                  <a:pt x="3606359" y="2621357"/>
                  <a:pt x="3606283" y="2621665"/>
                  <a:pt x="3606283" y="2621665"/>
                </a:cubicBezTo>
                <a:lnTo>
                  <a:pt x="3603210" y="2626967"/>
                </a:lnTo>
                <a:cubicBezTo>
                  <a:pt x="3603132" y="2627121"/>
                  <a:pt x="3602825" y="2627197"/>
                  <a:pt x="3602825" y="2627197"/>
                </a:cubicBezTo>
                <a:lnTo>
                  <a:pt x="3596677" y="2627197"/>
                </a:lnTo>
                <a:cubicBezTo>
                  <a:pt x="3596523" y="2627197"/>
                  <a:pt x="3596291" y="2626967"/>
                  <a:pt x="3596291" y="2626967"/>
                </a:cubicBezTo>
                <a:lnTo>
                  <a:pt x="3593217" y="2621665"/>
                </a:lnTo>
                <a:cubicBezTo>
                  <a:pt x="3593140" y="2621511"/>
                  <a:pt x="3593217" y="2621203"/>
                  <a:pt x="3593217" y="2621203"/>
                </a:cubicBezTo>
                <a:lnTo>
                  <a:pt x="3596291" y="2615901"/>
                </a:lnTo>
                <a:cubicBezTo>
                  <a:pt x="3596369" y="2615747"/>
                  <a:pt x="3596677" y="2615669"/>
                  <a:pt x="3596677" y="2615669"/>
                </a:cubicBezTo>
                <a:close/>
                <a:moveTo>
                  <a:pt x="2862332" y="2611058"/>
                </a:moveTo>
                <a:lnTo>
                  <a:pt x="2873398" y="2611058"/>
                </a:lnTo>
                <a:cubicBezTo>
                  <a:pt x="2873707" y="2611058"/>
                  <a:pt x="2874089" y="2611441"/>
                  <a:pt x="2874089" y="2611441"/>
                </a:cubicBezTo>
                <a:lnTo>
                  <a:pt x="2879623" y="2621050"/>
                </a:lnTo>
                <a:cubicBezTo>
                  <a:pt x="2879777" y="2621279"/>
                  <a:pt x="2879623" y="2621817"/>
                  <a:pt x="2879623" y="2621817"/>
                </a:cubicBezTo>
                <a:lnTo>
                  <a:pt x="2874089" y="2631423"/>
                </a:lnTo>
                <a:cubicBezTo>
                  <a:pt x="2873937" y="2631655"/>
                  <a:pt x="2873398" y="2631808"/>
                  <a:pt x="2873398" y="2631808"/>
                </a:cubicBezTo>
                <a:lnTo>
                  <a:pt x="2862332" y="2631808"/>
                </a:lnTo>
                <a:cubicBezTo>
                  <a:pt x="2862024" y="2631808"/>
                  <a:pt x="2861641" y="2631423"/>
                  <a:pt x="2861641" y="2631423"/>
                </a:cubicBezTo>
                <a:lnTo>
                  <a:pt x="2856106" y="2621817"/>
                </a:lnTo>
                <a:cubicBezTo>
                  <a:pt x="2855953" y="2621587"/>
                  <a:pt x="2856106" y="2621050"/>
                  <a:pt x="2856106" y="2621050"/>
                </a:cubicBezTo>
                <a:lnTo>
                  <a:pt x="2861641" y="2611441"/>
                </a:lnTo>
                <a:cubicBezTo>
                  <a:pt x="2861794" y="2611211"/>
                  <a:pt x="2862332" y="2611058"/>
                  <a:pt x="2862332" y="2611058"/>
                </a:cubicBezTo>
                <a:close/>
                <a:moveTo>
                  <a:pt x="2221748" y="2610596"/>
                </a:moveTo>
                <a:lnTo>
                  <a:pt x="2233275" y="2610596"/>
                </a:lnTo>
                <a:cubicBezTo>
                  <a:pt x="2233585" y="2610596"/>
                  <a:pt x="2233968" y="2610980"/>
                  <a:pt x="2233968" y="2610980"/>
                </a:cubicBezTo>
                <a:lnTo>
                  <a:pt x="2239732" y="2620972"/>
                </a:lnTo>
                <a:cubicBezTo>
                  <a:pt x="2239886" y="2621279"/>
                  <a:pt x="2239732" y="2621817"/>
                  <a:pt x="2239732" y="2621817"/>
                </a:cubicBezTo>
                <a:lnTo>
                  <a:pt x="2233968" y="2631808"/>
                </a:lnTo>
                <a:cubicBezTo>
                  <a:pt x="2233815" y="2632038"/>
                  <a:pt x="2233275" y="2632192"/>
                  <a:pt x="2233275" y="2632192"/>
                </a:cubicBezTo>
                <a:lnTo>
                  <a:pt x="2221748" y="2632192"/>
                </a:lnTo>
                <a:cubicBezTo>
                  <a:pt x="2221440" y="2632192"/>
                  <a:pt x="2221057" y="2631808"/>
                  <a:pt x="2221057" y="2631808"/>
                </a:cubicBezTo>
                <a:lnTo>
                  <a:pt x="2215292" y="2621817"/>
                </a:lnTo>
                <a:cubicBezTo>
                  <a:pt x="2215139" y="2621509"/>
                  <a:pt x="2215292" y="2620972"/>
                  <a:pt x="2215292" y="2620972"/>
                </a:cubicBezTo>
                <a:lnTo>
                  <a:pt x="2221057" y="2610980"/>
                </a:lnTo>
                <a:cubicBezTo>
                  <a:pt x="2221210" y="2610750"/>
                  <a:pt x="2221748" y="2610596"/>
                  <a:pt x="2221748" y="2610596"/>
                </a:cubicBezTo>
                <a:close/>
                <a:moveTo>
                  <a:pt x="3501532" y="2608829"/>
                </a:moveTo>
                <a:lnTo>
                  <a:pt x="3514981" y="2608829"/>
                </a:lnTo>
                <a:cubicBezTo>
                  <a:pt x="3515365" y="2608829"/>
                  <a:pt x="3515826" y="2609290"/>
                  <a:pt x="3515826" y="2609290"/>
                </a:cubicBezTo>
                <a:lnTo>
                  <a:pt x="3522513" y="2620896"/>
                </a:lnTo>
                <a:cubicBezTo>
                  <a:pt x="3522666" y="2621125"/>
                  <a:pt x="3522513" y="2621817"/>
                  <a:pt x="3522513" y="2621817"/>
                </a:cubicBezTo>
                <a:lnTo>
                  <a:pt x="3515750" y="2633422"/>
                </a:lnTo>
                <a:cubicBezTo>
                  <a:pt x="3515519" y="2633730"/>
                  <a:pt x="3514903" y="2633884"/>
                  <a:pt x="3514903" y="2633884"/>
                </a:cubicBezTo>
                <a:lnTo>
                  <a:pt x="3501454" y="2633884"/>
                </a:lnTo>
                <a:cubicBezTo>
                  <a:pt x="3501071" y="2633884"/>
                  <a:pt x="3500610" y="2633422"/>
                  <a:pt x="3500610" y="2633422"/>
                </a:cubicBezTo>
                <a:lnTo>
                  <a:pt x="3493923" y="2621817"/>
                </a:lnTo>
                <a:cubicBezTo>
                  <a:pt x="3493769" y="2621587"/>
                  <a:pt x="3493923" y="2620896"/>
                  <a:pt x="3493923" y="2620896"/>
                </a:cubicBezTo>
                <a:lnTo>
                  <a:pt x="3500685" y="2609290"/>
                </a:lnTo>
                <a:cubicBezTo>
                  <a:pt x="3500917" y="2608983"/>
                  <a:pt x="3501532" y="2608829"/>
                  <a:pt x="3501532" y="2608829"/>
                </a:cubicBezTo>
                <a:close/>
                <a:moveTo>
                  <a:pt x="1396439" y="2606831"/>
                </a:moveTo>
                <a:lnTo>
                  <a:pt x="1411965" y="2606831"/>
                </a:lnTo>
                <a:cubicBezTo>
                  <a:pt x="1412348" y="2606831"/>
                  <a:pt x="1412889" y="2607369"/>
                  <a:pt x="1412889" y="2607369"/>
                </a:cubicBezTo>
                <a:lnTo>
                  <a:pt x="1420649" y="2620820"/>
                </a:lnTo>
                <a:cubicBezTo>
                  <a:pt x="1420879" y="2621125"/>
                  <a:pt x="1420649" y="2621894"/>
                  <a:pt x="1420649" y="2621894"/>
                </a:cubicBezTo>
                <a:lnTo>
                  <a:pt x="1412889" y="2635344"/>
                </a:lnTo>
                <a:cubicBezTo>
                  <a:pt x="1412734" y="2635651"/>
                  <a:pt x="1412348" y="2635883"/>
                  <a:pt x="1411965" y="2635883"/>
                </a:cubicBezTo>
                <a:lnTo>
                  <a:pt x="1396439" y="2635883"/>
                </a:lnTo>
                <a:cubicBezTo>
                  <a:pt x="1396055" y="2635883"/>
                  <a:pt x="1395516" y="2635344"/>
                  <a:pt x="1395516" y="2635344"/>
                </a:cubicBezTo>
                <a:lnTo>
                  <a:pt x="1387753" y="2621894"/>
                </a:lnTo>
                <a:cubicBezTo>
                  <a:pt x="1387523" y="2621587"/>
                  <a:pt x="1387753" y="2620820"/>
                  <a:pt x="1387753" y="2620820"/>
                </a:cubicBezTo>
                <a:lnTo>
                  <a:pt x="1395516" y="2607369"/>
                </a:lnTo>
                <a:cubicBezTo>
                  <a:pt x="1395666" y="2607061"/>
                  <a:pt x="1396055" y="2606831"/>
                  <a:pt x="1396439" y="2606831"/>
                </a:cubicBezTo>
                <a:close/>
                <a:moveTo>
                  <a:pt x="664171" y="2605985"/>
                </a:moveTo>
                <a:lnTo>
                  <a:pt x="680614" y="2605985"/>
                </a:lnTo>
                <a:cubicBezTo>
                  <a:pt x="680998" y="2605985"/>
                  <a:pt x="681613" y="2606600"/>
                  <a:pt x="681613" y="2606600"/>
                </a:cubicBezTo>
                <a:lnTo>
                  <a:pt x="689839" y="2620818"/>
                </a:lnTo>
                <a:cubicBezTo>
                  <a:pt x="690065" y="2621201"/>
                  <a:pt x="689839" y="2621970"/>
                  <a:pt x="689839" y="2621970"/>
                </a:cubicBezTo>
                <a:lnTo>
                  <a:pt x="681613" y="2636188"/>
                </a:lnTo>
                <a:cubicBezTo>
                  <a:pt x="681390" y="2636574"/>
                  <a:pt x="680998" y="2636803"/>
                  <a:pt x="680614" y="2636803"/>
                </a:cubicBezTo>
                <a:lnTo>
                  <a:pt x="664171" y="2636803"/>
                </a:lnTo>
                <a:cubicBezTo>
                  <a:pt x="663780" y="2636803"/>
                  <a:pt x="663167" y="2636188"/>
                  <a:pt x="663167" y="2636188"/>
                </a:cubicBezTo>
                <a:lnTo>
                  <a:pt x="654948" y="2621970"/>
                </a:lnTo>
                <a:cubicBezTo>
                  <a:pt x="654716" y="2621587"/>
                  <a:pt x="654948" y="2620818"/>
                  <a:pt x="654948" y="2620818"/>
                </a:cubicBezTo>
                <a:lnTo>
                  <a:pt x="663167" y="2606600"/>
                </a:lnTo>
                <a:cubicBezTo>
                  <a:pt x="663395" y="2606216"/>
                  <a:pt x="663780" y="2605985"/>
                  <a:pt x="664171" y="2605985"/>
                </a:cubicBezTo>
                <a:close/>
                <a:moveTo>
                  <a:pt x="2310439" y="2605294"/>
                </a:moveTo>
                <a:lnTo>
                  <a:pt x="2327577" y="2605294"/>
                </a:lnTo>
                <a:cubicBezTo>
                  <a:pt x="2328038" y="2605294"/>
                  <a:pt x="2328653" y="2605909"/>
                  <a:pt x="2328653" y="2605909"/>
                </a:cubicBezTo>
                <a:lnTo>
                  <a:pt x="2337261" y="2620818"/>
                </a:lnTo>
                <a:cubicBezTo>
                  <a:pt x="2337491" y="2621203"/>
                  <a:pt x="2337261" y="2622048"/>
                  <a:pt x="2337261" y="2622048"/>
                </a:cubicBezTo>
                <a:lnTo>
                  <a:pt x="2328653" y="2636957"/>
                </a:lnTo>
                <a:cubicBezTo>
                  <a:pt x="2328422" y="2637343"/>
                  <a:pt x="2328038" y="2637572"/>
                  <a:pt x="2327577" y="2637572"/>
                </a:cubicBezTo>
                <a:lnTo>
                  <a:pt x="2310439" y="2637572"/>
                </a:lnTo>
                <a:cubicBezTo>
                  <a:pt x="2309978" y="2637572"/>
                  <a:pt x="2309363" y="2636957"/>
                  <a:pt x="2309363" y="2636957"/>
                </a:cubicBezTo>
                <a:lnTo>
                  <a:pt x="2300755" y="2622048"/>
                </a:lnTo>
                <a:cubicBezTo>
                  <a:pt x="2300523" y="2621665"/>
                  <a:pt x="2300755" y="2620818"/>
                  <a:pt x="2300755" y="2620818"/>
                </a:cubicBezTo>
                <a:lnTo>
                  <a:pt x="2309363" y="2605909"/>
                </a:lnTo>
                <a:cubicBezTo>
                  <a:pt x="2309592" y="2605523"/>
                  <a:pt x="2309978" y="2605294"/>
                  <a:pt x="2310439" y="2605294"/>
                </a:cubicBezTo>
                <a:close/>
                <a:moveTo>
                  <a:pt x="2400590" y="2602757"/>
                </a:moveTo>
                <a:lnTo>
                  <a:pt x="2420419" y="2602757"/>
                </a:lnTo>
                <a:cubicBezTo>
                  <a:pt x="2420956" y="2602757"/>
                  <a:pt x="2421417" y="2602989"/>
                  <a:pt x="2421649" y="2603448"/>
                </a:cubicBezTo>
                <a:lnTo>
                  <a:pt x="2431563" y="2620664"/>
                </a:lnTo>
                <a:cubicBezTo>
                  <a:pt x="2431793" y="2621050"/>
                  <a:pt x="2431793" y="2621587"/>
                  <a:pt x="2431563" y="2622048"/>
                </a:cubicBezTo>
                <a:lnTo>
                  <a:pt x="2421649" y="2639264"/>
                </a:lnTo>
                <a:cubicBezTo>
                  <a:pt x="2421341" y="2639647"/>
                  <a:pt x="2420880" y="2639955"/>
                  <a:pt x="2420419" y="2639955"/>
                </a:cubicBezTo>
                <a:lnTo>
                  <a:pt x="2400590" y="2639955"/>
                </a:lnTo>
                <a:cubicBezTo>
                  <a:pt x="2400051" y="2639955"/>
                  <a:pt x="2399592" y="2639723"/>
                  <a:pt x="2399360" y="2639264"/>
                </a:cubicBezTo>
                <a:lnTo>
                  <a:pt x="2389446" y="2622048"/>
                </a:lnTo>
                <a:cubicBezTo>
                  <a:pt x="2389216" y="2621663"/>
                  <a:pt x="2389216" y="2621125"/>
                  <a:pt x="2389446" y="2620664"/>
                </a:cubicBezTo>
                <a:lnTo>
                  <a:pt x="2399360" y="2603448"/>
                </a:lnTo>
                <a:cubicBezTo>
                  <a:pt x="2399667" y="2603065"/>
                  <a:pt x="2400129" y="2602757"/>
                  <a:pt x="2400590" y="2602757"/>
                </a:cubicBezTo>
                <a:close/>
                <a:moveTo>
                  <a:pt x="753853" y="2602681"/>
                </a:moveTo>
                <a:lnTo>
                  <a:pt x="773835" y="2602681"/>
                </a:lnTo>
                <a:cubicBezTo>
                  <a:pt x="774377" y="2602681"/>
                  <a:pt x="774838" y="2602913"/>
                  <a:pt x="775069" y="2603372"/>
                </a:cubicBezTo>
                <a:lnTo>
                  <a:pt x="785059" y="2620742"/>
                </a:lnTo>
                <a:cubicBezTo>
                  <a:pt x="785287" y="2621127"/>
                  <a:pt x="785287" y="2621665"/>
                  <a:pt x="785059" y="2622126"/>
                </a:cubicBezTo>
                <a:lnTo>
                  <a:pt x="775069" y="2639496"/>
                </a:lnTo>
                <a:cubicBezTo>
                  <a:pt x="774838" y="2639879"/>
                  <a:pt x="774301" y="2640187"/>
                  <a:pt x="773835" y="2640187"/>
                </a:cubicBezTo>
                <a:lnTo>
                  <a:pt x="753853" y="2640187"/>
                </a:lnTo>
                <a:cubicBezTo>
                  <a:pt x="753316" y="2640187"/>
                  <a:pt x="752851" y="2639957"/>
                  <a:pt x="752629" y="2639496"/>
                </a:cubicBezTo>
                <a:lnTo>
                  <a:pt x="742633" y="2622126"/>
                </a:lnTo>
                <a:cubicBezTo>
                  <a:pt x="742405" y="2621742"/>
                  <a:pt x="742405" y="2621203"/>
                  <a:pt x="742633" y="2620742"/>
                </a:cubicBezTo>
                <a:lnTo>
                  <a:pt x="752629" y="2603372"/>
                </a:lnTo>
                <a:cubicBezTo>
                  <a:pt x="752851" y="2602989"/>
                  <a:pt x="753398" y="2602681"/>
                  <a:pt x="753853" y="2602681"/>
                </a:cubicBezTo>
                <a:close/>
                <a:moveTo>
                  <a:pt x="3406693" y="2602528"/>
                </a:moveTo>
                <a:lnTo>
                  <a:pt x="3426829" y="2602528"/>
                </a:lnTo>
                <a:cubicBezTo>
                  <a:pt x="3427366" y="2602528"/>
                  <a:pt x="3427828" y="2602757"/>
                  <a:pt x="3428060" y="2603219"/>
                </a:cubicBezTo>
                <a:lnTo>
                  <a:pt x="3438127" y="2620666"/>
                </a:lnTo>
                <a:cubicBezTo>
                  <a:pt x="3438358" y="2621125"/>
                  <a:pt x="3438358" y="2621665"/>
                  <a:pt x="3438127" y="2622126"/>
                </a:cubicBezTo>
                <a:lnTo>
                  <a:pt x="3428060" y="2639572"/>
                </a:lnTo>
                <a:cubicBezTo>
                  <a:pt x="3427828" y="2639955"/>
                  <a:pt x="3427366" y="2640263"/>
                  <a:pt x="3426829" y="2640263"/>
                </a:cubicBezTo>
                <a:lnTo>
                  <a:pt x="3406693" y="2640263"/>
                </a:lnTo>
                <a:cubicBezTo>
                  <a:pt x="3406154" y="2640263"/>
                  <a:pt x="3405695" y="2640033"/>
                  <a:pt x="3405464" y="2639572"/>
                </a:cubicBezTo>
                <a:lnTo>
                  <a:pt x="3395395" y="2622126"/>
                </a:lnTo>
                <a:cubicBezTo>
                  <a:pt x="3395166" y="2621665"/>
                  <a:pt x="3395166" y="2621125"/>
                  <a:pt x="3395395" y="2620666"/>
                </a:cubicBezTo>
                <a:lnTo>
                  <a:pt x="3405464" y="2603219"/>
                </a:lnTo>
                <a:cubicBezTo>
                  <a:pt x="3405695" y="2602835"/>
                  <a:pt x="3406154" y="2602528"/>
                  <a:pt x="3406693" y="2602528"/>
                </a:cubicBezTo>
                <a:close/>
                <a:moveTo>
                  <a:pt x="1302675" y="2602528"/>
                </a:moveTo>
                <a:lnTo>
                  <a:pt x="1322812" y="2602528"/>
                </a:lnTo>
                <a:cubicBezTo>
                  <a:pt x="1323355" y="2602528"/>
                  <a:pt x="1323811" y="2602757"/>
                  <a:pt x="1324041" y="2603219"/>
                </a:cubicBezTo>
                <a:lnTo>
                  <a:pt x="1334114" y="2620666"/>
                </a:lnTo>
                <a:cubicBezTo>
                  <a:pt x="1334342" y="2621125"/>
                  <a:pt x="1334342" y="2621665"/>
                  <a:pt x="1334114" y="2622126"/>
                </a:cubicBezTo>
                <a:lnTo>
                  <a:pt x="1324041" y="2639572"/>
                </a:lnTo>
                <a:cubicBezTo>
                  <a:pt x="1323811" y="2639955"/>
                  <a:pt x="1323355" y="2640263"/>
                  <a:pt x="1322812" y="2640263"/>
                </a:cubicBezTo>
                <a:lnTo>
                  <a:pt x="1302675" y="2640263"/>
                </a:lnTo>
                <a:cubicBezTo>
                  <a:pt x="1302135" y="2640263"/>
                  <a:pt x="1301678" y="2640033"/>
                  <a:pt x="1301450" y="2639572"/>
                </a:cubicBezTo>
                <a:lnTo>
                  <a:pt x="1291376" y="2622126"/>
                </a:lnTo>
                <a:cubicBezTo>
                  <a:pt x="1291147" y="2621665"/>
                  <a:pt x="1291147" y="2621125"/>
                  <a:pt x="1291376" y="2620666"/>
                </a:cubicBezTo>
                <a:lnTo>
                  <a:pt x="1301450" y="2603219"/>
                </a:lnTo>
                <a:cubicBezTo>
                  <a:pt x="1301678" y="2602835"/>
                  <a:pt x="1302135" y="2602528"/>
                  <a:pt x="1302675" y="2602528"/>
                </a:cubicBezTo>
                <a:close/>
                <a:moveTo>
                  <a:pt x="3314852" y="2601836"/>
                </a:moveTo>
                <a:lnTo>
                  <a:pt x="3335758" y="2601836"/>
                </a:lnTo>
                <a:cubicBezTo>
                  <a:pt x="3336295" y="2601836"/>
                  <a:pt x="3336832" y="2602144"/>
                  <a:pt x="3337063" y="2602605"/>
                </a:cubicBezTo>
                <a:lnTo>
                  <a:pt x="3347515" y="2620742"/>
                </a:lnTo>
                <a:cubicBezTo>
                  <a:pt x="3347746" y="2621203"/>
                  <a:pt x="3347746" y="2621742"/>
                  <a:pt x="3347515" y="2622204"/>
                </a:cubicBezTo>
                <a:lnTo>
                  <a:pt x="3337063" y="2640340"/>
                </a:lnTo>
                <a:cubicBezTo>
                  <a:pt x="3336755" y="2640802"/>
                  <a:pt x="3336295" y="2641109"/>
                  <a:pt x="3335758" y="2641109"/>
                </a:cubicBezTo>
                <a:lnTo>
                  <a:pt x="3314852" y="2641109"/>
                </a:lnTo>
                <a:cubicBezTo>
                  <a:pt x="3314313" y="2641109"/>
                  <a:pt x="3313776" y="2640802"/>
                  <a:pt x="3313547" y="2640340"/>
                </a:cubicBezTo>
                <a:lnTo>
                  <a:pt x="3303093" y="2622204"/>
                </a:lnTo>
                <a:cubicBezTo>
                  <a:pt x="3302864" y="2621742"/>
                  <a:pt x="3302864" y="2621203"/>
                  <a:pt x="3303093" y="2620742"/>
                </a:cubicBezTo>
                <a:lnTo>
                  <a:pt x="3313547" y="2602605"/>
                </a:lnTo>
                <a:cubicBezTo>
                  <a:pt x="3313852" y="2602144"/>
                  <a:pt x="3314313" y="2601836"/>
                  <a:pt x="3314852" y="2601836"/>
                </a:cubicBezTo>
                <a:close/>
                <a:moveTo>
                  <a:pt x="2490586" y="2599991"/>
                </a:moveTo>
                <a:lnTo>
                  <a:pt x="2513412" y="2599991"/>
                </a:lnTo>
                <a:cubicBezTo>
                  <a:pt x="2513949" y="2599991"/>
                  <a:pt x="2514487" y="2600375"/>
                  <a:pt x="2514794" y="2600836"/>
                </a:cubicBezTo>
                <a:lnTo>
                  <a:pt x="2526246" y="2620664"/>
                </a:lnTo>
                <a:cubicBezTo>
                  <a:pt x="2526554" y="2621125"/>
                  <a:pt x="2526554" y="2621818"/>
                  <a:pt x="2526246" y="2622278"/>
                </a:cubicBezTo>
                <a:lnTo>
                  <a:pt x="2514794" y="2642108"/>
                </a:lnTo>
                <a:cubicBezTo>
                  <a:pt x="2514487" y="2642645"/>
                  <a:pt x="2513949" y="2642953"/>
                  <a:pt x="2513412" y="2642953"/>
                </a:cubicBezTo>
                <a:lnTo>
                  <a:pt x="2490586" y="2642953"/>
                </a:lnTo>
                <a:cubicBezTo>
                  <a:pt x="2490047" y="2642953"/>
                  <a:pt x="2489510" y="2642569"/>
                  <a:pt x="2489202" y="2642108"/>
                </a:cubicBezTo>
                <a:lnTo>
                  <a:pt x="2477752" y="2622278"/>
                </a:lnTo>
                <a:cubicBezTo>
                  <a:pt x="2477443" y="2621818"/>
                  <a:pt x="2477443" y="2621125"/>
                  <a:pt x="2477752" y="2620664"/>
                </a:cubicBezTo>
                <a:lnTo>
                  <a:pt x="2489202" y="2600836"/>
                </a:lnTo>
                <a:cubicBezTo>
                  <a:pt x="2489510" y="2600299"/>
                  <a:pt x="2490047" y="2599991"/>
                  <a:pt x="2490586" y="2599991"/>
                </a:cubicBezTo>
                <a:close/>
                <a:moveTo>
                  <a:pt x="569254" y="2599608"/>
                </a:moveTo>
                <a:lnTo>
                  <a:pt x="592542" y="2599608"/>
                </a:lnTo>
                <a:cubicBezTo>
                  <a:pt x="593149" y="2599608"/>
                  <a:pt x="593694" y="2599915"/>
                  <a:pt x="593998" y="2600452"/>
                </a:cubicBezTo>
                <a:lnTo>
                  <a:pt x="605605" y="2620666"/>
                </a:lnTo>
                <a:cubicBezTo>
                  <a:pt x="605911" y="2621127"/>
                  <a:pt x="605911" y="2621742"/>
                  <a:pt x="605605" y="2622280"/>
                </a:cubicBezTo>
                <a:lnTo>
                  <a:pt x="593920" y="2642491"/>
                </a:lnTo>
                <a:cubicBezTo>
                  <a:pt x="593614" y="2643031"/>
                  <a:pt x="593077" y="2643338"/>
                  <a:pt x="592464" y="2643338"/>
                </a:cubicBezTo>
                <a:lnTo>
                  <a:pt x="569175" y="2643338"/>
                </a:lnTo>
                <a:cubicBezTo>
                  <a:pt x="568560" y="2643338"/>
                  <a:pt x="568024" y="2643031"/>
                  <a:pt x="567717" y="2642491"/>
                </a:cubicBezTo>
                <a:lnTo>
                  <a:pt x="556111" y="2622280"/>
                </a:lnTo>
                <a:cubicBezTo>
                  <a:pt x="555801" y="2621818"/>
                  <a:pt x="555801" y="2621203"/>
                  <a:pt x="556111" y="2620666"/>
                </a:cubicBezTo>
                <a:lnTo>
                  <a:pt x="567794" y="2600452"/>
                </a:lnTo>
                <a:cubicBezTo>
                  <a:pt x="568096" y="2599915"/>
                  <a:pt x="568637" y="2599608"/>
                  <a:pt x="569254" y="2599608"/>
                </a:cubicBezTo>
                <a:close/>
                <a:moveTo>
                  <a:pt x="1758085" y="2598839"/>
                </a:moveTo>
                <a:lnTo>
                  <a:pt x="1782141" y="2598839"/>
                </a:lnTo>
                <a:cubicBezTo>
                  <a:pt x="1782754" y="2598839"/>
                  <a:pt x="1783293" y="2599146"/>
                  <a:pt x="1783601" y="2599684"/>
                </a:cubicBezTo>
                <a:lnTo>
                  <a:pt x="1795590" y="2620512"/>
                </a:lnTo>
                <a:cubicBezTo>
                  <a:pt x="1795897" y="2621050"/>
                  <a:pt x="1795897" y="2621665"/>
                  <a:pt x="1795590" y="2622202"/>
                </a:cubicBezTo>
                <a:lnTo>
                  <a:pt x="1783523" y="2643031"/>
                </a:lnTo>
                <a:cubicBezTo>
                  <a:pt x="1783215" y="2643568"/>
                  <a:pt x="1782678" y="2643875"/>
                  <a:pt x="1782063" y="2643875"/>
                </a:cubicBezTo>
                <a:lnTo>
                  <a:pt x="1758009" y="2643875"/>
                </a:lnTo>
                <a:cubicBezTo>
                  <a:pt x="1757394" y="2643875"/>
                  <a:pt x="1756854" y="2643568"/>
                  <a:pt x="1756547" y="2643031"/>
                </a:cubicBezTo>
                <a:lnTo>
                  <a:pt x="1744558" y="2622202"/>
                </a:lnTo>
                <a:cubicBezTo>
                  <a:pt x="1744252" y="2621665"/>
                  <a:pt x="1744252" y="2621050"/>
                  <a:pt x="1744558" y="2620512"/>
                </a:cubicBezTo>
                <a:lnTo>
                  <a:pt x="1756625" y="2599684"/>
                </a:lnTo>
                <a:cubicBezTo>
                  <a:pt x="1756932" y="2599146"/>
                  <a:pt x="1757470" y="2598839"/>
                  <a:pt x="1758085" y="2598839"/>
                </a:cubicBezTo>
                <a:close/>
                <a:moveTo>
                  <a:pt x="2764034" y="2598300"/>
                </a:moveTo>
                <a:lnTo>
                  <a:pt x="2788705" y="2598300"/>
                </a:lnTo>
                <a:cubicBezTo>
                  <a:pt x="2789318" y="2598300"/>
                  <a:pt x="2789933" y="2598607"/>
                  <a:pt x="2790241" y="2599144"/>
                </a:cubicBezTo>
                <a:lnTo>
                  <a:pt x="2802538" y="2620510"/>
                </a:lnTo>
                <a:cubicBezTo>
                  <a:pt x="2802845" y="2621050"/>
                  <a:pt x="2802845" y="2621741"/>
                  <a:pt x="2802538" y="2622278"/>
                </a:cubicBezTo>
                <a:lnTo>
                  <a:pt x="2790241" y="2643644"/>
                </a:lnTo>
                <a:cubicBezTo>
                  <a:pt x="2789858" y="2644181"/>
                  <a:pt x="2789318" y="2644489"/>
                  <a:pt x="2788705" y="2644489"/>
                </a:cubicBezTo>
                <a:lnTo>
                  <a:pt x="2764034" y="2644489"/>
                </a:lnTo>
                <a:cubicBezTo>
                  <a:pt x="2763419" y="2644489"/>
                  <a:pt x="2762804" y="2644181"/>
                  <a:pt x="2762498" y="2643644"/>
                </a:cubicBezTo>
                <a:lnTo>
                  <a:pt x="2750199" y="2622278"/>
                </a:lnTo>
                <a:cubicBezTo>
                  <a:pt x="2749894" y="2621741"/>
                  <a:pt x="2749894" y="2621050"/>
                  <a:pt x="2750199" y="2620510"/>
                </a:cubicBezTo>
                <a:lnTo>
                  <a:pt x="2762498" y="2599144"/>
                </a:lnTo>
                <a:cubicBezTo>
                  <a:pt x="2762881" y="2598607"/>
                  <a:pt x="2763419" y="2598300"/>
                  <a:pt x="2764034" y="2598300"/>
                </a:cubicBezTo>
                <a:close/>
                <a:moveTo>
                  <a:pt x="2581043" y="2598148"/>
                </a:moveTo>
                <a:lnTo>
                  <a:pt x="2605868" y="2598148"/>
                </a:lnTo>
                <a:cubicBezTo>
                  <a:pt x="2606483" y="2598148"/>
                  <a:pt x="2607098" y="2598455"/>
                  <a:pt x="2607406" y="2598992"/>
                </a:cubicBezTo>
                <a:lnTo>
                  <a:pt x="2619778" y="2620434"/>
                </a:lnTo>
                <a:cubicBezTo>
                  <a:pt x="2620086" y="2620974"/>
                  <a:pt x="2620086" y="2621665"/>
                  <a:pt x="2619778" y="2622204"/>
                </a:cubicBezTo>
                <a:lnTo>
                  <a:pt x="2607406" y="2643646"/>
                </a:lnTo>
                <a:cubicBezTo>
                  <a:pt x="2607098" y="2644183"/>
                  <a:pt x="2606483" y="2644491"/>
                  <a:pt x="2605868" y="2644491"/>
                </a:cubicBezTo>
                <a:lnTo>
                  <a:pt x="2581043" y="2644491"/>
                </a:lnTo>
                <a:cubicBezTo>
                  <a:pt x="2580430" y="2644491"/>
                  <a:pt x="2579815" y="2644183"/>
                  <a:pt x="2579507" y="2643646"/>
                </a:cubicBezTo>
                <a:lnTo>
                  <a:pt x="2567133" y="2622204"/>
                </a:lnTo>
                <a:cubicBezTo>
                  <a:pt x="2566827" y="2621665"/>
                  <a:pt x="2566827" y="2620974"/>
                  <a:pt x="2567133" y="2620434"/>
                </a:cubicBezTo>
                <a:lnTo>
                  <a:pt x="2579507" y="2598992"/>
                </a:lnTo>
                <a:cubicBezTo>
                  <a:pt x="2579815" y="2598455"/>
                  <a:pt x="2580430" y="2598148"/>
                  <a:pt x="2581043" y="2598148"/>
                </a:cubicBezTo>
                <a:close/>
                <a:moveTo>
                  <a:pt x="2672347" y="2597762"/>
                </a:moveTo>
                <a:lnTo>
                  <a:pt x="2697555" y="2597762"/>
                </a:lnTo>
                <a:cubicBezTo>
                  <a:pt x="2698170" y="2597762"/>
                  <a:pt x="2698785" y="2598146"/>
                  <a:pt x="2699094" y="2598685"/>
                </a:cubicBezTo>
                <a:lnTo>
                  <a:pt x="2711695" y="2620510"/>
                </a:lnTo>
                <a:cubicBezTo>
                  <a:pt x="2712003" y="2621050"/>
                  <a:pt x="2712003" y="2621741"/>
                  <a:pt x="2711695" y="2622278"/>
                </a:cubicBezTo>
                <a:lnTo>
                  <a:pt x="2699094" y="2644105"/>
                </a:lnTo>
                <a:cubicBezTo>
                  <a:pt x="2698785" y="2644720"/>
                  <a:pt x="2698170" y="2645028"/>
                  <a:pt x="2697555" y="2645028"/>
                </a:cubicBezTo>
                <a:lnTo>
                  <a:pt x="2672347" y="2645028"/>
                </a:lnTo>
                <a:cubicBezTo>
                  <a:pt x="2671732" y="2645028"/>
                  <a:pt x="2671117" y="2644642"/>
                  <a:pt x="2670811" y="2644105"/>
                </a:cubicBezTo>
                <a:lnTo>
                  <a:pt x="2658206" y="2622278"/>
                </a:lnTo>
                <a:cubicBezTo>
                  <a:pt x="2657897" y="2621741"/>
                  <a:pt x="2657897" y="2621050"/>
                  <a:pt x="2658206" y="2620510"/>
                </a:cubicBezTo>
                <a:lnTo>
                  <a:pt x="2670811" y="2598685"/>
                </a:lnTo>
                <a:cubicBezTo>
                  <a:pt x="2671117" y="2598070"/>
                  <a:pt x="2671732" y="2597762"/>
                  <a:pt x="2672347" y="2597762"/>
                </a:cubicBezTo>
                <a:close/>
                <a:moveTo>
                  <a:pt x="290807" y="2591998"/>
                </a:moveTo>
                <a:lnTo>
                  <a:pt x="322165" y="2591998"/>
                </a:lnTo>
                <a:cubicBezTo>
                  <a:pt x="322932" y="2591998"/>
                  <a:pt x="323703" y="2592382"/>
                  <a:pt x="324089" y="2593075"/>
                </a:cubicBezTo>
                <a:lnTo>
                  <a:pt x="339761" y="2620205"/>
                </a:lnTo>
                <a:cubicBezTo>
                  <a:pt x="340148" y="2620896"/>
                  <a:pt x="340148" y="2621741"/>
                  <a:pt x="339761" y="2622432"/>
                </a:cubicBezTo>
                <a:lnTo>
                  <a:pt x="324089" y="2649562"/>
                </a:lnTo>
                <a:cubicBezTo>
                  <a:pt x="323703" y="2650177"/>
                  <a:pt x="322932" y="2650638"/>
                  <a:pt x="322165" y="2650638"/>
                </a:cubicBezTo>
                <a:lnTo>
                  <a:pt x="290807" y="2650638"/>
                </a:lnTo>
                <a:cubicBezTo>
                  <a:pt x="290037" y="2650638"/>
                  <a:pt x="289271" y="2650255"/>
                  <a:pt x="288886" y="2649562"/>
                </a:cubicBezTo>
                <a:lnTo>
                  <a:pt x="273210" y="2622432"/>
                </a:lnTo>
                <a:cubicBezTo>
                  <a:pt x="272823" y="2621741"/>
                  <a:pt x="272823" y="2620896"/>
                  <a:pt x="273210" y="2620205"/>
                </a:cubicBezTo>
                <a:lnTo>
                  <a:pt x="288886" y="2593075"/>
                </a:lnTo>
                <a:cubicBezTo>
                  <a:pt x="289271" y="2592460"/>
                  <a:pt x="290037" y="2591998"/>
                  <a:pt x="290807" y="2591998"/>
                </a:cubicBezTo>
                <a:close/>
                <a:moveTo>
                  <a:pt x="473415" y="2591461"/>
                </a:moveTo>
                <a:lnTo>
                  <a:pt x="505386" y="2591461"/>
                </a:lnTo>
                <a:cubicBezTo>
                  <a:pt x="506157" y="2591461"/>
                  <a:pt x="506926" y="2591922"/>
                  <a:pt x="507304" y="2592613"/>
                </a:cubicBezTo>
                <a:lnTo>
                  <a:pt x="523293" y="2620281"/>
                </a:lnTo>
                <a:cubicBezTo>
                  <a:pt x="523678" y="2620974"/>
                  <a:pt x="523678" y="2621818"/>
                  <a:pt x="523293" y="2622509"/>
                </a:cubicBezTo>
                <a:lnTo>
                  <a:pt x="507304" y="2650177"/>
                </a:lnTo>
                <a:cubicBezTo>
                  <a:pt x="506926" y="2650870"/>
                  <a:pt x="506157" y="2651331"/>
                  <a:pt x="505386" y="2651331"/>
                </a:cubicBezTo>
                <a:lnTo>
                  <a:pt x="473415" y="2651331"/>
                </a:lnTo>
                <a:cubicBezTo>
                  <a:pt x="472646" y="2651331"/>
                  <a:pt x="471877" y="2650870"/>
                  <a:pt x="471496" y="2650177"/>
                </a:cubicBezTo>
                <a:lnTo>
                  <a:pt x="455512" y="2622509"/>
                </a:lnTo>
                <a:cubicBezTo>
                  <a:pt x="455126" y="2621818"/>
                  <a:pt x="455126" y="2620974"/>
                  <a:pt x="455512" y="2620281"/>
                </a:cubicBezTo>
                <a:lnTo>
                  <a:pt x="471496" y="2592613"/>
                </a:lnTo>
                <a:cubicBezTo>
                  <a:pt x="471877" y="2591922"/>
                  <a:pt x="472646" y="2591461"/>
                  <a:pt x="473415" y="2591461"/>
                </a:cubicBezTo>
                <a:close/>
                <a:moveTo>
                  <a:pt x="381341" y="2590307"/>
                </a:moveTo>
                <a:lnTo>
                  <a:pt x="414464" y="2590307"/>
                </a:lnTo>
                <a:cubicBezTo>
                  <a:pt x="415231" y="2590307"/>
                  <a:pt x="416002" y="2590768"/>
                  <a:pt x="416469" y="2591459"/>
                </a:cubicBezTo>
                <a:lnTo>
                  <a:pt x="432988" y="2620203"/>
                </a:lnTo>
                <a:cubicBezTo>
                  <a:pt x="433449" y="2620972"/>
                  <a:pt x="433449" y="2621894"/>
                  <a:pt x="432988" y="2622585"/>
                </a:cubicBezTo>
                <a:lnTo>
                  <a:pt x="416383" y="2651329"/>
                </a:lnTo>
                <a:cubicBezTo>
                  <a:pt x="416002" y="2652022"/>
                  <a:pt x="415231" y="2652481"/>
                  <a:pt x="414388" y="2652481"/>
                </a:cubicBezTo>
                <a:lnTo>
                  <a:pt x="381263" y="2652481"/>
                </a:lnTo>
                <a:cubicBezTo>
                  <a:pt x="380499" y="2652481"/>
                  <a:pt x="379727" y="2652022"/>
                  <a:pt x="379271" y="2651329"/>
                </a:cubicBezTo>
                <a:lnTo>
                  <a:pt x="362742" y="2622585"/>
                </a:lnTo>
                <a:cubicBezTo>
                  <a:pt x="362283" y="2621817"/>
                  <a:pt x="362283" y="2620894"/>
                  <a:pt x="362742" y="2620203"/>
                </a:cubicBezTo>
                <a:lnTo>
                  <a:pt x="379345" y="2591459"/>
                </a:lnTo>
                <a:cubicBezTo>
                  <a:pt x="379727" y="2590768"/>
                  <a:pt x="380499" y="2590307"/>
                  <a:pt x="381341" y="2590307"/>
                </a:cubicBezTo>
                <a:close/>
                <a:moveTo>
                  <a:pt x="1491707" y="2534665"/>
                </a:moveTo>
                <a:lnTo>
                  <a:pt x="1499622" y="2534665"/>
                </a:lnTo>
                <a:cubicBezTo>
                  <a:pt x="1499775" y="2534665"/>
                  <a:pt x="1500083" y="2534972"/>
                  <a:pt x="1500083" y="2534972"/>
                </a:cubicBezTo>
                <a:lnTo>
                  <a:pt x="1504003" y="2541813"/>
                </a:lnTo>
                <a:cubicBezTo>
                  <a:pt x="1504079" y="2541967"/>
                  <a:pt x="1504003" y="2542350"/>
                  <a:pt x="1504003" y="2542350"/>
                </a:cubicBezTo>
                <a:lnTo>
                  <a:pt x="1500007" y="2549190"/>
                </a:lnTo>
                <a:cubicBezTo>
                  <a:pt x="1499929" y="2549420"/>
                  <a:pt x="1499546" y="2549498"/>
                  <a:pt x="1499546" y="2549498"/>
                </a:cubicBezTo>
                <a:lnTo>
                  <a:pt x="1491629" y="2549498"/>
                </a:lnTo>
                <a:cubicBezTo>
                  <a:pt x="1491475" y="2549498"/>
                  <a:pt x="1491168" y="2549190"/>
                  <a:pt x="1491168" y="2549190"/>
                </a:cubicBezTo>
                <a:lnTo>
                  <a:pt x="1487249" y="2542350"/>
                </a:lnTo>
                <a:cubicBezTo>
                  <a:pt x="1487171" y="2542196"/>
                  <a:pt x="1487249" y="2541813"/>
                  <a:pt x="1487249" y="2541813"/>
                </a:cubicBezTo>
                <a:lnTo>
                  <a:pt x="1491245" y="2534972"/>
                </a:lnTo>
                <a:cubicBezTo>
                  <a:pt x="1491321" y="2534743"/>
                  <a:pt x="1491707" y="2534665"/>
                  <a:pt x="1491707" y="2534665"/>
                </a:cubicBezTo>
                <a:close/>
                <a:moveTo>
                  <a:pt x="759317" y="2533742"/>
                </a:moveTo>
                <a:lnTo>
                  <a:pt x="768309" y="2533742"/>
                </a:lnTo>
                <a:cubicBezTo>
                  <a:pt x="768537" y="2533742"/>
                  <a:pt x="768842" y="2534050"/>
                  <a:pt x="768842" y="2534050"/>
                </a:cubicBezTo>
                <a:lnTo>
                  <a:pt x="773300" y="2541811"/>
                </a:lnTo>
                <a:cubicBezTo>
                  <a:pt x="773376" y="2541967"/>
                  <a:pt x="773300" y="2542426"/>
                  <a:pt x="773300" y="2542426"/>
                </a:cubicBezTo>
                <a:lnTo>
                  <a:pt x="768842" y="2550189"/>
                </a:lnTo>
                <a:cubicBezTo>
                  <a:pt x="768768" y="2550343"/>
                  <a:pt x="768309" y="2550497"/>
                  <a:pt x="768309" y="2550497"/>
                </a:cubicBezTo>
                <a:lnTo>
                  <a:pt x="759317" y="2550497"/>
                </a:lnTo>
                <a:cubicBezTo>
                  <a:pt x="759084" y="2550497"/>
                  <a:pt x="758780" y="2550189"/>
                  <a:pt x="758780" y="2550189"/>
                </a:cubicBezTo>
                <a:lnTo>
                  <a:pt x="754315" y="2542426"/>
                </a:lnTo>
                <a:cubicBezTo>
                  <a:pt x="754241" y="2542272"/>
                  <a:pt x="754315" y="2541811"/>
                  <a:pt x="754315" y="2541811"/>
                </a:cubicBezTo>
                <a:lnTo>
                  <a:pt x="758780" y="2534050"/>
                </a:lnTo>
                <a:cubicBezTo>
                  <a:pt x="758852" y="2533896"/>
                  <a:pt x="759317" y="2533742"/>
                  <a:pt x="759317" y="2533742"/>
                </a:cubicBezTo>
                <a:close/>
                <a:moveTo>
                  <a:pt x="3228851" y="2532744"/>
                </a:moveTo>
                <a:lnTo>
                  <a:pt x="3238843" y="2532744"/>
                </a:lnTo>
                <a:cubicBezTo>
                  <a:pt x="3239073" y="2532744"/>
                  <a:pt x="3239458" y="2533127"/>
                  <a:pt x="3239458" y="2533127"/>
                </a:cubicBezTo>
                <a:lnTo>
                  <a:pt x="3244453" y="2541813"/>
                </a:lnTo>
                <a:cubicBezTo>
                  <a:pt x="3244607" y="2542043"/>
                  <a:pt x="3244453" y="2542504"/>
                  <a:pt x="3244453" y="2542504"/>
                </a:cubicBezTo>
                <a:lnTo>
                  <a:pt x="3239458" y="2551188"/>
                </a:lnTo>
                <a:cubicBezTo>
                  <a:pt x="3239302" y="2551419"/>
                  <a:pt x="3238843" y="2551573"/>
                  <a:pt x="3238843" y="2551573"/>
                </a:cubicBezTo>
                <a:lnTo>
                  <a:pt x="3228851" y="2551573"/>
                </a:lnTo>
                <a:cubicBezTo>
                  <a:pt x="3228621" y="2551573"/>
                  <a:pt x="3228236" y="2551188"/>
                  <a:pt x="3228236" y="2551188"/>
                </a:cubicBezTo>
                <a:lnTo>
                  <a:pt x="3223241" y="2542504"/>
                </a:lnTo>
                <a:cubicBezTo>
                  <a:pt x="3223087" y="2542274"/>
                  <a:pt x="3223241" y="2541813"/>
                  <a:pt x="3223241" y="2541813"/>
                </a:cubicBezTo>
                <a:lnTo>
                  <a:pt x="3228236" y="2533127"/>
                </a:lnTo>
                <a:cubicBezTo>
                  <a:pt x="3228390" y="2532897"/>
                  <a:pt x="3228851" y="2532744"/>
                  <a:pt x="3228851" y="2532744"/>
                </a:cubicBezTo>
                <a:close/>
                <a:moveTo>
                  <a:pt x="1398975" y="2532282"/>
                </a:moveTo>
                <a:lnTo>
                  <a:pt x="1409425" y="2532282"/>
                </a:lnTo>
                <a:cubicBezTo>
                  <a:pt x="1409654" y="2532282"/>
                  <a:pt x="1410038" y="2532666"/>
                  <a:pt x="1410038" y="2532666"/>
                </a:cubicBezTo>
                <a:lnTo>
                  <a:pt x="1415265" y="2541735"/>
                </a:lnTo>
                <a:cubicBezTo>
                  <a:pt x="1415418" y="2541967"/>
                  <a:pt x="1415265" y="2542504"/>
                  <a:pt x="1415265" y="2542504"/>
                </a:cubicBezTo>
                <a:lnTo>
                  <a:pt x="1410038" y="2551573"/>
                </a:lnTo>
                <a:cubicBezTo>
                  <a:pt x="1409962" y="2551803"/>
                  <a:pt x="1409425" y="2551957"/>
                  <a:pt x="1409425" y="2551957"/>
                </a:cubicBezTo>
                <a:lnTo>
                  <a:pt x="1398975" y="2551957"/>
                </a:lnTo>
                <a:cubicBezTo>
                  <a:pt x="1398740" y="2551957"/>
                  <a:pt x="1398356" y="2551573"/>
                  <a:pt x="1398356" y="2551573"/>
                </a:cubicBezTo>
                <a:lnTo>
                  <a:pt x="1393137" y="2542504"/>
                </a:lnTo>
                <a:cubicBezTo>
                  <a:pt x="1392980" y="2542274"/>
                  <a:pt x="1393137" y="2541735"/>
                  <a:pt x="1393137" y="2541735"/>
                </a:cubicBezTo>
                <a:lnTo>
                  <a:pt x="1398356" y="2532666"/>
                </a:lnTo>
                <a:cubicBezTo>
                  <a:pt x="1398438" y="2532436"/>
                  <a:pt x="1398975" y="2532282"/>
                  <a:pt x="1398975" y="2532282"/>
                </a:cubicBezTo>
                <a:close/>
                <a:moveTo>
                  <a:pt x="2038910" y="2531591"/>
                </a:moveTo>
                <a:lnTo>
                  <a:pt x="2050133" y="2531591"/>
                </a:lnTo>
                <a:cubicBezTo>
                  <a:pt x="2050440" y="2531591"/>
                  <a:pt x="2050824" y="2531975"/>
                  <a:pt x="2050824" y="2531975"/>
                </a:cubicBezTo>
                <a:lnTo>
                  <a:pt x="2056434" y="2541659"/>
                </a:lnTo>
                <a:cubicBezTo>
                  <a:pt x="2056587" y="2541891"/>
                  <a:pt x="2056434" y="2542428"/>
                  <a:pt x="2056434" y="2542428"/>
                </a:cubicBezTo>
                <a:lnTo>
                  <a:pt x="2050824" y="2552112"/>
                </a:lnTo>
                <a:cubicBezTo>
                  <a:pt x="2050670" y="2552342"/>
                  <a:pt x="2050133" y="2552496"/>
                  <a:pt x="2050133" y="2552496"/>
                </a:cubicBezTo>
                <a:lnTo>
                  <a:pt x="2038910" y="2552496"/>
                </a:lnTo>
                <a:cubicBezTo>
                  <a:pt x="2038605" y="2552496"/>
                  <a:pt x="2038219" y="2552112"/>
                  <a:pt x="2038219" y="2552112"/>
                </a:cubicBezTo>
                <a:lnTo>
                  <a:pt x="2032609" y="2542428"/>
                </a:lnTo>
                <a:cubicBezTo>
                  <a:pt x="2032455" y="2542196"/>
                  <a:pt x="2032609" y="2541659"/>
                  <a:pt x="2032609" y="2541659"/>
                </a:cubicBezTo>
                <a:lnTo>
                  <a:pt x="2038219" y="2531975"/>
                </a:lnTo>
                <a:cubicBezTo>
                  <a:pt x="2038373" y="2531745"/>
                  <a:pt x="2038910" y="2531591"/>
                  <a:pt x="2038910" y="2531591"/>
                </a:cubicBezTo>
                <a:close/>
                <a:moveTo>
                  <a:pt x="665861" y="2529977"/>
                </a:moveTo>
                <a:lnTo>
                  <a:pt x="678849" y="2529977"/>
                </a:lnTo>
                <a:cubicBezTo>
                  <a:pt x="679152" y="2529977"/>
                  <a:pt x="679614" y="2530439"/>
                  <a:pt x="679614" y="2530439"/>
                </a:cubicBezTo>
                <a:lnTo>
                  <a:pt x="686067" y="2541659"/>
                </a:lnTo>
                <a:cubicBezTo>
                  <a:pt x="686224" y="2541967"/>
                  <a:pt x="686067" y="2542582"/>
                  <a:pt x="686067" y="2542582"/>
                </a:cubicBezTo>
                <a:lnTo>
                  <a:pt x="679540" y="2553802"/>
                </a:lnTo>
                <a:cubicBezTo>
                  <a:pt x="679386" y="2554110"/>
                  <a:pt x="678767" y="2554263"/>
                  <a:pt x="678767" y="2554263"/>
                </a:cubicBezTo>
                <a:lnTo>
                  <a:pt x="665777" y="2554263"/>
                </a:lnTo>
                <a:cubicBezTo>
                  <a:pt x="665475" y="2554263"/>
                  <a:pt x="665008" y="2553802"/>
                  <a:pt x="665008" y="2553802"/>
                </a:cubicBezTo>
                <a:lnTo>
                  <a:pt x="658557" y="2542582"/>
                </a:lnTo>
                <a:cubicBezTo>
                  <a:pt x="658403" y="2542274"/>
                  <a:pt x="658557" y="2541659"/>
                  <a:pt x="658557" y="2541659"/>
                </a:cubicBezTo>
                <a:lnTo>
                  <a:pt x="665096" y="2530439"/>
                </a:lnTo>
                <a:cubicBezTo>
                  <a:pt x="665248" y="2530131"/>
                  <a:pt x="665861" y="2529977"/>
                  <a:pt x="665861" y="2529977"/>
                </a:cubicBezTo>
                <a:close/>
                <a:moveTo>
                  <a:pt x="1305750" y="2529131"/>
                </a:moveTo>
                <a:lnTo>
                  <a:pt x="1319664" y="2529131"/>
                </a:lnTo>
                <a:cubicBezTo>
                  <a:pt x="1319972" y="2529131"/>
                  <a:pt x="1320506" y="2529592"/>
                  <a:pt x="1320506" y="2529592"/>
                </a:cubicBezTo>
                <a:lnTo>
                  <a:pt x="1327418" y="2541657"/>
                </a:lnTo>
                <a:cubicBezTo>
                  <a:pt x="1327574" y="2541967"/>
                  <a:pt x="1327418" y="2542658"/>
                  <a:pt x="1327418" y="2542658"/>
                </a:cubicBezTo>
                <a:lnTo>
                  <a:pt x="1320506" y="2554723"/>
                </a:lnTo>
                <a:cubicBezTo>
                  <a:pt x="1320348" y="2555030"/>
                  <a:pt x="1319664" y="2555184"/>
                  <a:pt x="1319664" y="2555184"/>
                </a:cubicBezTo>
                <a:lnTo>
                  <a:pt x="1305750" y="2555184"/>
                </a:lnTo>
                <a:cubicBezTo>
                  <a:pt x="1305441" y="2555184"/>
                  <a:pt x="1304903" y="2554723"/>
                  <a:pt x="1304903" y="2554723"/>
                </a:cubicBezTo>
                <a:lnTo>
                  <a:pt x="1297989" y="2542658"/>
                </a:lnTo>
                <a:cubicBezTo>
                  <a:pt x="1297831" y="2542350"/>
                  <a:pt x="1297989" y="2541657"/>
                  <a:pt x="1297989" y="2541657"/>
                </a:cubicBezTo>
                <a:lnTo>
                  <a:pt x="1304903" y="2529592"/>
                </a:lnTo>
                <a:cubicBezTo>
                  <a:pt x="1305055" y="2529284"/>
                  <a:pt x="1305750" y="2529131"/>
                  <a:pt x="1305750" y="2529131"/>
                </a:cubicBezTo>
                <a:close/>
                <a:moveTo>
                  <a:pt x="3591528" y="2526748"/>
                </a:moveTo>
                <a:lnTo>
                  <a:pt x="3607975" y="2526748"/>
                </a:lnTo>
                <a:cubicBezTo>
                  <a:pt x="3608358" y="2526748"/>
                  <a:pt x="3608973" y="2527363"/>
                  <a:pt x="3608973" y="2527363"/>
                </a:cubicBezTo>
                <a:lnTo>
                  <a:pt x="3617196" y="2541581"/>
                </a:lnTo>
                <a:cubicBezTo>
                  <a:pt x="3617427" y="2541965"/>
                  <a:pt x="3617196" y="2542734"/>
                  <a:pt x="3617196" y="2542734"/>
                </a:cubicBezTo>
                <a:lnTo>
                  <a:pt x="3608973" y="2556952"/>
                </a:lnTo>
                <a:cubicBezTo>
                  <a:pt x="3608744" y="2557337"/>
                  <a:pt x="3608358" y="2557567"/>
                  <a:pt x="3607975" y="2557567"/>
                </a:cubicBezTo>
                <a:lnTo>
                  <a:pt x="3591528" y="2557567"/>
                </a:lnTo>
                <a:cubicBezTo>
                  <a:pt x="3591142" y="2557567"/>
                  <a:pt x="3590529" y="2556952"/>
                  <a:pt x="3590529" y="2556952"/>
                </a:cubicBezTo>
                <a:lnTo>
                  <a:pt x="3582305" y="2542734"/>
                </a:lnTo>
                <a:cubicBezTo>
                  <a:pt x="3582073" y="2542350"/>
                  <a:pt x="3582305" y="2541581"/>
                  <a:pt x="3582305" y="2541581"/>
                </a:cubicBezTo>
                <a:lnTo>
                  <a:pt x="3590529" y="2527363"/>
                </a:lnTo>
                <a:cubicBezTo>
                  <a:pt x="3590759" y="2526980"/>
                  <a:pt x="3591142" y="2526748"/>
                  <a:pt x="3591528" y="2526748"/>
                </a:cubicBezTo>
                <a:close/>
                <a:moveTo>
                  <a:pt x="571707" y="2524905"/>
                </a:moveTo>
                <a:lnTo>
                  <a:pt x="590081" y="2524905"/>
                </a:lnTo>
                <a:cubicBezTo>
                  <a:pt x="590539" y="2524905"/>
                  <a:pt x="590998" y="2525136"/>
                  <a:pt x="591236" y="2525520"/>
                </a:cubicBezTo>
                <a:lnTo>
                  <a:pt x="600381" y="2541429"/>
                </a:lnTo>
                <a:cubicBezTo>
                  <a:pt x="600608" y="2541813"/>
                  <a:pt x="600608" y="2542350"/>
                  <a:pt x="600381" y="2542735"/>
                </a:cubicBezTo>
                <a:lnTo>
                  <a:pt x="591156" y="2558643"/>
                </a:lnTo>
                <a:cubicBezTo>
                  <a:pt x="590924" y="2559029"/>
                  <a:pt x="590467" y="2559258"/>
                  <a:pt x="590003" y="2559258"/>
                </a:cubicBezTo>
                <a:lnTo>
                  <a:pt x="571637" y="2559258"/>
                </a:lnTo>
                <a:cubicBezTo>
                  <a:pt x="571178" y="2559258"/>
                  <a:pt x="570714" y="2559029"/>
                  <a:pt x="570475" y="2558643"/>
                </a:cubicBezTo>
                <a:lnTo>
                  <a:pt x="561336" y="2542735"/>
                </a:lnTo>
                <a:cubicBezTo>
                  <a:pt x="561104" y="2542350"/>
                  <a:pt x="561104" y="2541813"/>
                  <a:pt x="561336" y="2541429"/>
                </a:cubicBezTo>
                <a:lnTo>
                  <a:pt x="570561" y="2525520"/>
                </a:lnTo>
                <a:cubicBezTo>
                  <a:pt x="570785" y="2525136"/>
                  <a:pt x="571252" y="2524905"/>
                  <a:pt x="571707" y="2524905"/>
                </a:cubicBezTo>
                <a:close/>
                <a:moveTo>
                  <a:pt x="1760467" y="2524060"/>
                </a:moveTo>
                <a:lnTo>
                  <a:pt x="1779758" y="2524060"/>
                </a:lnTo>
                <a:cubicBezTo>
                  <a:pt x="1780220" y="2524060"/>
                  <a:pt x="1780681" y="2524367"/>
                  <a:pt x="1780911" y="2524751"/>
                </a:cubicBezTo>
                <a:lnTo>
                  <a:pt x="1790519" y="2541429"/>
                </a:lnTo>
                <a:cubicBezTo>
                  <a:pt x="1790749" y="2541891"/>
                  <a:pt x="1790749" y="2542428"/>
                  <a:pt x="1790519" y="2542811"/>
                </a:cubicBezTo>
                <a:lnTo>
                  <a:pt x="1780911" y="2559490"/>
                </a:lnTo>
                <a:cubicBezTo>
                  <a:pt x="1780681" y="2559951"/>
                  <a:pt x="1780220" y="2560181"/>
                  <a:pt x="1779758" y="2560181"/>
                </a:cubicBezTo>
                <a:lnTo>
                  <a:pt x="1760467" y="2560181"/>
                </a:lnTo>
                <a:cubicBezTo>
                  <a:pt x="1760008" y="2560181"/>
                  <a:pt x="1759547" y="2559873"/>
                  <a:pt x="1759315" y="2559490"/>
                </a:cubicBezTo>
                <a:lnTo>
                  <a:pt x="1749708" y="2542811"/>
                </a:lnTo>
                <a:cubicBezTo>
                  <a:pt x="1749479" y="2542352"/>
                  <a:pt x="1749479" y="2541813"/>
                  <a:pt x="1749708" y="2541429"/>
                </a:cubicBezTo>
                <a:lnTo>
                  <a:pt x="1759315" y="2524751"/>
                </a:lnTo>
                <a:cubicBezTo>
                  <a:pt x="1759547" y="2524289"/>
                  <a:pt x="1760008" y="2524060"/>
                  <a:pt x="1760467" y="2524060"/>
                </a:cubicBezTo>
                <a:close/>
                <a:moveTo>
                  <a:pt x="2217138" y="2522676"/>
                </a:moveTo>
                <a:lnTo>
                  <a:pt x="2237889" y="2522676"/>
                </a:lnTo>
                <a:cubicBezTo>
                  <a:pt x="2238350" y="2522676"/>
                  <a:pt x="2238887" y="2522983"/>
                  <a:pt x="2239117" y="2523445"/>
                </a:cubicBezTo>
                <a:lnTo>
                  <a:pt x="2249493" y="2541427"/>
                </a:lnTo>
                <a:cubicBezTo>
                  <a:pt x="2249724" y="2541889"/>
                  <a:pt x="2249724" y="2542428"/>
                  <a:pt x="2249493" y="2542889"/>
                </a:cubicBezTo>
                <a:lnTo>
                  <a:pt x="2239117" y="2560872"/>
                </a:lnTo>
                <a:cubicBezTo>
                  <a:pt x="2238887" y="2561333"/>
                  <a:pt x="2238426" y="2561641"/>
                  <a:pt x="2237889" y="2561641"/>
                </a:cubicBezTo>
                <a:lnTo>
                  <a:pt x="2217138" y="2561641"/>
                </a:lnTo>
                <a:cubicBezTo>
                  <a:pt x="2216677" y="2561641"/>
                  <a:pt x="2216137" y="2561333"/>
                  <a:pt x="2215908" y="2560872"/>
                </a:cubicBezTo>
                <a:lnTo>
                  <a:pt x="2205532" y="2542889"/>
                </a:lnTo>
                <a:cubicBezTo>
                  <a:pt x="2205303" y="2542428"/>
                  <a:pt x="2205303" y="2541889"/>
                  <a:pt x="2205532" y="2541427"/>
                </a:cubicBezTo>
                <a:lnTo>
                  <a:pt x="2215908" y="2523445"/>
                </a:lnTo>
                <a:cubicBezTo>
                  <a:pt x="2216137" y="2522983"/>
                  <a:pt x="2216599" y="2522676"/>
                  <a:pt x="2217138" y="2522676"/>
                </a:cubicBezTo>
                <a:close/>
                <a:moveTo>
                  <a:pt x="2125143" y="2521677"/>
                </a:moveTo>
                <a:lnTo>
                  <a:pt x="2146971" y="2521677"/>
                </a:lnTo>
                <a:cubicBezTo>
                  <a:pt x="2147508" y="2521677"/>
                  <a:pt x="2147969" y="2521985"/>
                  <a:pt x="2148277" y="2522446"/>
                </a:cubicBezTo>
                <a:lnTo>
                  <a:pt x="2159189" y="2541351"/>
                </a:lnTo>
                <a:cubicBezTo>
                  <a:pt x="2159497" y="2541813"/>
                  <a:pt x="2159497" y="2542428"/>
                  <a:pt x="2159189" y="2542889"/>
                </a:cubicBezTo>
                <a:lnTo>
                  <a:pt x="2148277" y="2561795"/>
                </a:lnTo>
                <a:cubicBezTo>
                  <a:pt x="2148045" y="2562256"/>
                  <a:pt x="2147508" y="2562564"/>
                  <a:pt x="2146971" y="2562564"/>
                </a:cubicBezTo>
                <a:lnTo>
                  <a:pt x="2125143" y="2562564"/>
                </a:lnTo>
                <a:cubicBezTo>
                  <a:pt x="2124606" y="2562564"/>
                  <a:pt x="2124145" y="2562256"/>
                  <a:pt x="2123837" y="2561795"/>
                </a:cubicBezTo>
                <a:lnTo>
                  <a:pt x="2112922" y="2542889"/>
                </a:lnTo>
                <a:cubicBezTo>
                  <a:pt x="2112617" y="2542428"/>
                  <a:pt x="2112617" y="2541813"/>
                  <a:pt x="2112922" y="2541351"/>
                </a:cubicBezTo>
                <a:lnTo>
                  <a:pt x="2123837" y="2522446"/>
                </a:lnTo>
                <a:cubicBezTo>
                  <a:pt x="2124067" y="2521985"/>
                  <a:pt x="2124606" y="2521677"/>
                  <a:pt x="2125143" y="2521677"/>
                </a:cubicBezTo>
                <a:close/>
                <a:moveTo>
                  <a:pt x="2307903" y="2521369"/>
                </a:moveTo>
                <a:lnTo>
                  <a:pt x="2330037" y="2521369"/>
                </a:lnTo>
                <a:cubicBezTo>
                  <a:pt x="2330653" y="2521369"/>
                  <a:pt x="2331114" y="2521677"/>
                  <a:pt x="2331421" y="2522138"/>
                </a:cubicBezTo>
                <a:lnTo>
                  <a:pt x="2342488" y="2541276"/>
                </a:lnTo>
                <a:cubicBezTo>
                  <a:pt x="2342796" y="2541735"/>
                  <a:pt x="2342796" y="2542350"/>
                  <a:pt x="2342488" y="2542811"/>
                </a:cubicBezTo>
                <a:lnTo>
                  <a:pt x="2331421" y="2561949"/>
                </a:lnTo>
                <a:cubicBezTo>
                  <a:pt x="2331114" y="2562410"/>
                  <a:pt x="2330575" y="2562717"/>
                  <a:pt x="2330037" y="2562717"/>
                </a:cubicBezTo>
                <a:lnTo>
                  <a:pt x="2307903" y="2562717"/>
                </a:lnTo>
                <a:cubicBezTo>
                  <a:pt x="2307287" y="2562717"/>
                  <a:pt x="2306828" y="2562410"/>
                  <a:pt x="2306520" y="2561949"/>
                </a:cubicBezTo>
                <a:lnTo>
                  <a:pt x="2295452" y="2542811"/>
                </a:lnTo>
                <a:cubicBezTo>
                  <a:pt x="2295146" y="2542350"/>
                  <a:pt x="2295146" y="2541735"/>
                  <a:pt x="2295452" y="2541276"/>
                </a:cubicBezTo>
                <a:lnTo>
                  <a:pt x="2306520" y="2522138"/>
                </a:lnTo>
                <a:cubicBezTo>
                  <a:pt x="2306828" y="2521677"/>
                  <a:pt x="2307365" y="2521369"/>
                  <a:pt x="2307903" y="2521369"/>
                </a:cubicBezTo>
                <a:close/>
                <a:moveTo>
                  <a:pt x="3496766" y="2520601"/>
                </a:moveTo>
                <a:lnTo>
                  <a:pt x="3519745" y="2520601"/>
                </a:lnTo>
                <a:cubicBezTo>
                  <a:pt x="3520282" y="2520601"/>
                  <a:pt x="3520821" y="2520984"/>
                  <a:pt x="3521129" y="2521445"/>
                </a:cubicBezTo>
                <a:lnTo>
                  <a:pt x="3532581" y="2541351"/>
                </a:lnTo>
                <a:cubicBezTo>
                  <a:pt x="3532886" y="2541813"/>
                  <a:pt x="3532886" y="2542504"/>
                  <a:pt x="3532581" y="2542965"/>
                </a:cubicBezTo>
                <a:lnTo>
                  <a:pt x="3521051" y="2562871"/>
                </a:lnTo>
                <a:cubicBezTo>
                  <a:pt x="3520743" y="2563408"/>
                  <a:pt x="3520206" y="2563716"/>
                  <a:pt x="3519669" y="2563716"/>
                </a:cubicBezTo>
                <a:lnTo>
                  <a:pt x="3496689" y="2563716"/>
                </a:lnTo>
                <a:cubicBezTo>
                  <a:pt x="3496150" y="2563716"/>
                  <a:pt x="3495612" y="2563333"/>
                  <a:pt x="3495305" y="2562871"/>
                </a:cubicBezTo>
                <a:lnTo>
                  <a:pt x="3483853" y="2542965"/>
                </a:lnTo>
                <a:cubicBezTo>
                  <a:pt x="3483547" y="2542504"/>
                  <a:pt x="3483547" y="2541813"/>
                  <a:pt x="3483853" y="2541351"/>
                </a:cubicBezTo>
                <a:lnTo>
                  <a:pt x="3495383" y="2521445"/>
                </a:lnTo>
                <a:cubicBezTo>
                  <a:pt x="3495688" y="2520908"/>
                  <a:pt x="3496228" y="2520601"/>
                  <a:pt x="3496766" y="2520601"/>
                </a:cubicBezTo>
                <a:close/>
                <a:moveTo>
                  <a:pt x="1849774" y="2519985"/>
                </a:moveTo>
                <a:lnTo>
                  <a:pt x="1873369" y="2519985"/>
                </a:lnTo>
                <a:cubicBezTo>
                  <a:pt x="1873982" y="2519985"/>
                  <a:pt x="1874521" y="2520293"/>
                  <a:pt x="1874829" y="2520830"/>
                </a:cubicBezTo>
                <a:lnTo>
                  <a:pt x="1886586" y="2541274"/>
                </a:lnTo>
                <a:cubicBezTo>
                  <a:pt x="1886894" y="2541813"/>
                  <a:pt x="1886894" y="2542428"/>
                  <a:pt x="1886586" y="2542965"/>
                </a:cubicBezTo>
                <a:lnTo>
                  <a:pt x="1874751" y="2563408"/>
                </a:lnTo>
                <a:cubicBezTo>
                  <a:pt x="1874443" y="2563946"/>
                  <a:pt x="1873906" y="2564253"/>
                  <a:pt x="1873291" y="2564253"/>
                </a:cubicBezTo>
                <a:lnTo>
                  <a:pt x="1849696" y="2564253"/>
                </a:lnTo>
                <a:cubicBezTo>
                  <a:pt x="1849081" y="2564253"/>
                  <a:pt x="1848543" y="2563946"/>
                  <a:pt x="1848236" y="2563408"/>
                </a:cubicBezTo>
                <a:lnTo>
                  <a:pt x="1836478" y="2542965"/>
                </a:lnTo>
                <a:cubicBezTo>
                  <a:pt x="1836169" y="2542428"/>
                  <a:pt x="1836169" y="2541813"/>
                  <a:pt x="1836478" y="2541274"/>
                </a:cubicBezTo>
                <a:lnTo>
                  <a:pt x="1848314" y="2520830"/>
                </a:lnTo>
                <a:cubicBezTo>
                  <a:pt x="1848620" y="2520293"/>
                  <a:pt x="1849159" y="2519985"/>
                  <a:pt x="1849774" y="2519985"/>
                </a:cubicBezTo>
                <a:close/>
                <a:moveTo>
                  <a:pt x="3404694" y="2519448"/>
                </a:moveTo>
                <a:lnTo>
                  <a:pt x="3428902" y="2519448"/>
                </a:lnTo>
                <a:cubicBezTo>
                  <a:pt x="3429517" y="2519448"/>
                  <a:pt x="3430055" y="2519756"/>
                  <a:pt x="3430363" y="2520293"/>
                </a:cubicBezTo>
                <a:lnTo>
                  <a:pt x="3442429" y="2541276"/>
                </a:lnTo>
                <a:cubicBezTo>
                  <a:pt x="3442737" y="2541813"/>
                  <a:pt x="3442737" y="2542428"/>
                  <a:pt x="3442429" y="2542965"/>
                </a:cubicBezTo>
                <a:lnTo>
                  <a:pt x="3430286" y="2563948"/>
                </a:lnTo>
                <a:cubicBezTo>
                  <a:pt x="3429979" y="2564485"/>
                  <a:pt x="3429439" y="2564793"/>
                  <a:pt x="3428826" y="2564793"/>
                </a:cubicBezTo>
                <a:lnTo>
                  <a:pt x="3404616" y="2564793"/>
                </a:lnTo>
                <a:cubicBezTo>
                  <a:pt x="3404001" y="2564793"/>
                  <a:pt x="3403464" y="2564485"/>
                  <a:pt x="3403157" y="2563948"/>
                </a:cubicBezTo>
                <a:lnTo>
                  <a:pt x="3391089" y="2542965"/>
                </a:lnTo>
                <a:cubicBezTo>
                  <a:pt x="3390784" y="2542428"/>
                  <a:pt x="3390784" y="2541813"/>
                  <a:pt x="3391089" y="2541276"/>
                </a:cubicBezTo>
                <a:lnTo>
                  <a:pt x="3403232" y="2520293"/>
                </a:lnTo>
                <a:cubicBezTo>
                  <a:pt x="3403540" y="2519756"/>
                  <a:pt x="3404079" y="2519448"/>
                  <a:pt x="3404694" y="2519448"/>
                </a:cubicBezTo>
                <a:close/>
                <a:moveTo>
                  <a:pt x="2398284" y="2519294"/>
                </a:moveTo>
                <a:lnTo>
                  <a:pt x="2422646" y="2519294"/>
                </a:lnTo>
                <a:cubicBezTo>
                  <a:pt x="2423261" y="2519294"/>
                  <a:pt x="2423798" y="2519602"/>
                  <a:pt x="2424105" y="2520139"/>
                </a:cubicBezTo>
                <a:lnTo>
                  <a:pt x="2436248" y="2541198"/>
                </a:lnTo>
                <a:cubicBezTo>
                  <a:pt x="2436556" y="2541659"/>
                  <a:pt x="2436556" y="2542350"/>
                  <a:pt x="2436248" y="2542889"/>
                </a:cubicBezTo>
                <a:lnTo>
                  <a:pt x="2424105" y="2563948"/>
                </a:lnTo>
                <a:cubicBezTo>
                  <a:pt x="2423798" y="2564485"/>
                  <a:pt x="2423261" y="2564793"/>
                  <a:pt x="2422646" y="2564793"/>
                </a:cubicBezTo>
                <a:lnTo>
                  <a:pt x="2398284" y="2564793"/>
                </a:lnTo>
                <a:cubicBezTo>
                  <a:pt x="2397669" y="2564793"/>
                  <a:pt x="2397129" y="2564485"/>
                  <a:pt x="2396822" y="2563948"/>
                </a:cubicBezTo>
                <a:lnTo>
                  <a:pt x="2384679" y="2542889"/>
                </a:lnTo>
                <a:cubicBezTo>
                  <a:pt x="2384373" y="2542428"/>
                  <a:pt x="2384373" y="2541735"/>
                  <a:pt x="2384679" y="2541198"/>
                </a:cubicBezTo>
                <a:lnTo>
                  <a:pt x="2396822" y="2520139"/>
                </a:lnTo>
                <a:cubicBezTo>
                  <a:pt x="2397129" y="2519602"/>
                  <a:pt x="2397669" y="2519294"/>
                  <a:pt x="2398284" y="2519294"/>
                </a:cubicBezTo>
                <a:close/>
                <a:moveTo>
                  <a:pt x="1940922" y="2519294"/>
                </a:moveTo>
                <a:lnTo>
                  <a:pt x="1965284" y="2519294"/>
                </a:lnTo>
                <a:cubicBezTo>
                  <a:pt x="1965899" y="2519294"/>
                  <a:pt x="1966436" y="2519602"/>
                  <a:pt x="1966744" y="2520139"/>
                </a:cubicBezTo>
                <a:lnTo>
                  <a:pt x="1978887" y="2541198"/>
                </a:lnTo>
                <a:cubicBezTo>
                  <a:pt x="1979194" y="2541659"/>
                  <a:pt x="1979194" y="2542350"/>
                  <a:pt x="1978887" y="2542889"/>
                </a:cubicBezTo>
                <a:lnTo>
                  <a:pt x="1966744" y="2563948"/>
                </a:lnTo>
                <a:cubicBezTo>
                  <a:pt x="1966436" y="2564485"/>
                  <a:pt x="1965899" y="2564793"/>
                  <a:pt x="1965284" y="2564793"/>
                </a:cubicBezTo>
                <a:lnTo>
                  <a:pt x="1940922" y="2564793"/>
                </a:lnTo>
                <a:cubicBezTo>
                  <a:pt x="1940307" y="2564793"/>
                  <a:pt x="1939769" y="2564485"/>
                  <a:pt x="1939460" y="2563948"/>
                </a:cubicBezTo>
                <a:lnTo>
                  <a:pt x="1927317" y="2542889"/>
                </a:lnTo>
                <a:cubicBezTo>
                  <a:pt x="1927011" y="2542428"/>
                  <a:pt x="1927011" y="2541735"/>
                  <a:pt x="1927317" y="2541198"/>
                </a:cubicBezTo>
                <a:lnTo>
                  <a:pt x="1939460" y="2520139"/>
                </a:lnTo>
                <a:cubicBezTo>
                  <a:pt x="1939769" y="2519602"/>
                  <a:pt x="1940307" y="2519294"/>
                  <a:pt x="1940922" y="2519294"/>
                </a:cubicBezTo>
                <a:close/>
                <a:moveTo>
                  <a:pt x="2489587" y="2519063"/>
                </a:moveTo>
                <a:lnTo>
                  <a:pt x="2514259" y="2519063"/>
                </a:lnTo>
                <a:cubicBezTo>
                  <a:pt x="2514872" y="2519063"/>
                  <a:pt x="2515487" y="2519370"/>
                  <a:pt x="2515794" y="2519908"/>
                </a:cubicBezTo>
                <a:lnTo>
                  <a:pt x="2528091" y="2541274"/>
                </a:lnTo>
                <a:cubicBezTo>
                  <a:pt x="2528399" y="2541813"/>
                  <a:pt x="2528399" y="2542504"/>
                  <a:pt x="2528091" y="2543041"/>
                </a:cubicBezTo>
                <a:lnTo>
                  <a:pt x="2515794" y="2564407"/>
                </a:lnTo>
                <a:cubicBezTo>
                  <a:pt x="2515411" y="2564944"/>
                  <a:pt x="2514872" y="2565252"/>
                  <a:pt x="2514259" y="2565252"/>
                </a:cubicBezTo>
                <a:lnTo>
                  <a:pt x="2489587" y="2565252"/>
                </a:lnTo>
                <a:cubicBezTo>
                  <a:pt x="2488972" y="2565252"/>
                  <a:pt x="2488357" y="2564944"/>
                  <a:pt x="2488050" y="2564407"/>
                </a:cubicBezTo>
                <a:lnTo>
                  <a:pt x="2475755" y="2543041"/>
                </a:lnTo>
                <a:cubicBezTo>
                  <a:pt x="2475445" y="2542504"/>
                  <a:pt x="2475445" y="2541813"/>
                  <a:pt x="2475755" y="2541274"/>
                </a:cubicBezTo>
                <a:lnTo>
                  <a:pt x="2488050" y="2519908"/>
                </a:lnTo>
                <a:cubicBezTo>
                  <a:pt x="2488435" y="2519370"/>
                  <a:pt x="2488972" y="2519063"/>
                  <a:pt x="2489587" y="2519063"/>
                </a:cubicBezTo>
                <a:close/>
                <a:moveTo>
                  <a:pt x="3129940" y="2518755"/>
                </a:moveTo>
                <a:lnTo>
                  <a:pt x="3154842" y="2518755"/>
                </a:lnTo>
                <a:cubicBezTo>
                  <a:pt x="3155457" y="2518755"/>
                  <a:pt x="3156069" y="2519063"/>
                  <a:pt x="3156379" y="2519600"/>
                </a:cubicBezTo>
                <a:lnTo>
                  <a:pt x="3168827" y="2541196"/>
                </a:lnTo>
                <a:cubicBezTo>
                  <a:pt x="3169136" y="2541735"/>
                  <a:pt x="3169136" y="2542426"/>
                  <a:pt x="3168827" y="2542965"/>
                </a:cubicBezTo>
                <a:lnTo>
                  <a:pt x="3156379" y="2564561"/>
                </a:lnTo>
                <a:cubicBezTo>
                  <a:pt x="3156069" y="2565098"/>
                  <a:pt x="3155457" y="2565406"/>
                  <a:pt x="3154842" y="2565406"/>
                </a:cubicBezTo>
                <a:lnTo>
                  <a:pt x="3129940" y="2565406"/>
                </a:lnTo>
                <a:cubicBezTo>
                  <a:pt x="3129325" y="2565406"/>
                  <a:pt x="3128710" y="2565098"/>
                  <a:pt x="3128402" y="2564561"/>
                </a:cubicBezTo>
                <a:lnTo>
                  <a:pt x="3115952" y="2542965"/>
                </a:lnTo>
                <a:cubicBezTo>
                  <a:pt x="3115646" y="2542426"/>
                  <a:pt x="3115646" y="2541735"/>
                  <a:pt x="3115952" y="2541196"/>
                </a:cubicBezTo>
                <a:lnTo>
                  <a:pt x="3128402" y="2519600"/>
                </a:lnTo>
                <a:cubicBezTo>
                  <a:pt x="3128710" y="2519063"/>
                  <a:pt x="3129325" y="2518755"/>
                  <a:pt x="3129940" y="2518755"/>
                </a:cubicBezTo>
                <a:close/>
                <a:moveTo>
                  <a:pt x="2580508" y="2517910"/>
                </a:moveTo>
                <a:lnTo>
                  <a:pt x="2606329" y="2517910"/>
                </a:lnTo>
                <a:cubicBezTo>
                  <a:pt x="2607021" y="2517910"/>
                  <a:pt x="2607636" y="2518294"/>
                  <a:pt x="2607943" y="2518833"/>
                </a:cubicBezTo>
                <a:lnTo>
                  <a:pt x="2620856" y="2541198"/>
                </a:lnTo>
                <a:cubicBezTo>
                  <a:pt x="2621163" y="2541813"/>
                  <a:pt x="2621163" y="2542504"/>
                  <a:pt x="2620856" y="2543041"/>
                </a:cubicBezTo>
                <a:lnTo>
                  <a:pt x="2607943" y="2565406"/>
                </a:lnTo>
                <a:cubicBezTo>
                  <a:pt x="2607559" y="2565945"/>
                  <a:pt x="2606945" y="2566328"/>
                  <a:pt x="2606329" y="2566328"/>
                </a:cubicBezTo>
                <a:lnTo>
                  <a:pt x="2580508" y="2566328"/>
                </a:lnTo>
                <a:cubicBezTo>
                  <a:pt x="2579815" y="2566328"/>
                  <a:pt x="2579200" y="2565945"/>
                  <a:pt x="2578892" y="2565406"/>
                </a:cubicBezTo>
                <a:lnTo>
                  <a:pt x="2565982" y="2543041"/>
                </a:lnTo>
                <a:cubicBezTo>
                  <a:pt x="2565673" y="2542428"/>
                  <a:pt x="2565673" y="2541735"/>
                  <a:pt x="2565982" y="2541198"/>
                </a:cubicBezTo>
                <a:lnTo>
                  <a:pt x="2578892" y="2518833"/>
                </a:lnTo>
                <a:cubicBezTo>
                  <a:pt x="2579277" y="2518294"/>
                  <a:pt x="2579893" y="2517910"/>
                  <a:pt x="2580508" y="2517910"/>
                </a:cubicBezTo>
                <a:close/>
                <a:moveTo>
                  <a:pt x="3037867" y="2517757"/>
                </a:moveTo>
                <a:lnTo>
                  <a:pt x="3063845" y="2517757"/>
                </a:lnTo>
                <a:cubicBezTo>
                  <a:pt x="3064536" y="2517757"/>
                  <a:pt x="3065151" y="2518140"/>
                  <a:pt x="3065458" y="2518679"/>
                </a:cubicBezTo>
                <a:lnTo>
                  <a:pt x="3078446" y="2541198"/>
                </a:lnTo>
                <a:cubicBezTo>
                  <a:pt x="3078754" y="2541735"/>
                  <a:pt x="3078754" y="2542504"/>
                  <a:pt x="3078446" y="2543041"/>
                </a:cubicBezTo>
                <a:lnTo>
                  <a:pt x="3065458" y="2565560"/>
                </a:lnTo>
                <a:cubicBezTo>
                  <a:pt x="3065073" y="2566099"/>
                  <a:pt x="3064458" y="2566482"/>
                  <a:pt x="3063845" y="2566482"/>
                </a:cubicBezTo>
                <a:lnTo>
                  <a:pt x="3037867" y="2566482"/>
                </a:lnTo>
                <a:cubicBezTo>
                  <a:pt x="3037176" y="2566482"/>
                  <a:pt x="3036561" y="2566099"/>
                  <a:pt x="3036254" y="2565560"/>
                </a:cubicBezTo>
                <a:lnTo>
                  <a:pt x="3023266" y="2543041"/>
                </a:lnTo>
                <a:cubicBezTo>
                  <a:pt x="3022956" y="2542504"/>
                  <a:pt x="3022956" y="2541735"/>
                  <a:pt x="3023266" y="2541198"/>
                </a:cubicBezTo>
                <a:lnTo>
                  <a:pt x="3036254" y="2518679"/>
                </a:lnTo>
                <a:cubicBezTo>
                  <a:pt x="3036637" y="2518140"/>
                  <a:pt x="3037252" y="2517757"/>
                  <a:pt x="3037867" y="2517757"/>
                </a:cubicBezTo>
                <a:close/>
                <a:moveTo>
                  <a:pt x="2946410" y="2517757"/>
                </a:moveTo>
                <a:lnTo>
                  <a:pt x="2972387" y="2517757"/>
                </a:lnTo>
                <a:cubicBezTo>
                  <a:pt x="2973078" y="2517757"/>
                  <a:pt x="2973693" y="2518140"/>
                  <a:pt x="2974001" y="2518679"/>
                </a:cubicBezTo>
                <a:lnTo>
                  <a:pt x="2986989" y="2541198"/>
                </a:lnTo>
                <a:cubicBezTo>
                  <a:pt x="2987296" y="2541735"/>
                  <a:pt x="2987296" y="2542504"/>
                  <a:pt x="2986989" y="2543041"/>
                </a:cubicBezTo>
                <a:lnTo>
                  <a:pt x="2974001" y="2565560"/>
                </a:lnTo>
                <a:cubicBezTo>
                  <a:pt x="2973616" y="2566099"/>
                  <a:pt x="2973000" y="2566482"/>
                  <a:pt x="2972387" y="2566482"/>
                </a:cubicBezTo>
                <a:lnTo>
                  <a:pt x="2946410" y="2566482"/>
                </a:lnTo>
                <a:cubicBezTo>
                  <a:pt x="2945717" y="2566482"/>
                  <a:pt x="2945104" y="2566099"/>
                  <a:pt x="2944796" y="2565560"/>
                </a:cubicBezTo>
                <a:lnTo>
                  <a:pt x="2931806" y="2543041"/>
                </a:lnTo>
                <a:cubicBezTo>
                  <a:pt x="2931501" y="2542504"/>
                  <a:pt x="2931501" y="2541735"/>
                  <a:pt x="2931806" y="2541198"/>
                </a:cubicBezTo>
                <a:lnTo>
                  <a:pt x="2944796" y="2518679"/>
                </a:lnTo>
                <a:cubicBezTo>
                  <a:pt x="2945179" y="2518140"/>
                  <a:pt x="2945795" y="2517757"/>
                  <a:pt x="2946410" y="2517757"/>
                </a:cubicBezTo>
                <a:close/>
                <a:moveTo>
                  <a:pt x="2763343" y="2517603"/>
                </a:moveTo>
                <a:lnTo>
                  <a:pt x="2789474" y="2517603"/>
                </a:lnTo>
                <a:cubicBezTo>
                  <a:pt x="2790165" y="2517603"/>
                  <a:pt x="2790781" y="2517988"/>
                  <a:pt x="2791088" y="2518526"/>
                </a:cubicBezTo>
                <a:lnTo>
                  <a:pt x="2804153" y="2541198"/>
                </a:lnTo>
                <a:cubicBezTo>
                  <a:pt x="2804461" y="2541735"/>
                  <a:pt x="2804461" y="2542504"/>
                  <a:pt x="2804153" y="2543041"/>
                </a:cubicBezTo>
                <a:lnTo>
                  <a:pt x="2791088" y="2565713"/>
                </a:lnTo>
                <a:cubicBezTo>
                  <a:pt x="2790704" y="2566252"/>
                  <a:pt x="2790089" y="2566636"/>
                  <a:pt x="2789474" y="2566636"/>
                </a:cubicBezTo>
                <a:lnTo>
                  <a:pt x="2763343" y="2566636"/>
                </a:lnTo>
                <a:cubicBezTo>
                  <a:pt x="2762652" y="2566636"/>
                  <a:pt x="2762037" y="2566252"/>
                  <a:pt x="2761729" y="2565713"/>
                </a:cubicBezTo>
                <a:lnTo>
                  <a:pt x="2748665" y="2543041"/>
                </a:lnTo>
                <a:cubicBezTo>
                  <a:pt x="2748356" y="2542504"/>
                  <a:pt x="2748356" y="2541735"/>
                  <a:pt x="2748665" y="2541198"/>
                </a:cubicBezTo>
                <a:lnTo>
                  <a:pt x="2761729" y="2518526"/>
                </a:lnTo>
                <a:cubicBezTo>
                  <a:pt x="2762114" y="2517988"/>
                  <a:pt x="2762728" y="2517603"/>
                  <a:pt x="2763343" y="2517603"/>
                </a:cubicBezTo>
                <a:close/>
                <a:moveTo>
                  <a:pt x="2671885" y="2517603"/>
                </a:moveTo>
                <a:lnTo>
                  <a:pt x="2698016" y="2517603"/>
                </a:lnTo>
                <a:cubicBezTo>
                  <a:pt x="2698708" y="2517603"/>
                  <a:pt x="2699323" y="2517988"/>
                  <a:pt x="2699631" y="2518526"/>
                </a:cubicBezTo>
                <a:lnTo>
                  <a:pt x="2712696" y="2541198"/>
                </a:lnTo>
                <a:cubicBezTo>
                  <a:pt x="2713003" y="2541735"/>
                  <a:pt x="2713003" y="2542504"/>
                  <a:pt x="2712696" y="2543041"/>
                </a:cubicBezTo>
                <a:lnTo>
                  <a:pt x="2699631" y="2565713"/>
                </a:lnTo>
                <a:cubicBezTo>
                  <a:pt x="2699247" y="2566252"/>
                  <a:pt x="2698632" y="2566636"/>
                  <a:pt x="2698016" y="2566636"/>
                </a:cubicBezTo>
                <a:lnTo>
                  <a:pt x="2671885" y="2566636"/>
                </a:lnTo>
                <a:cubicBezTo>
                  <a:pt x="2671195" y="2566636"/>
                  <a:pt x="2670579" y="2566252"/>
                  <a:pt x="2670271" y="2565713"/>
                </a:cubicBezTo>
                <a:lnTo>
                  <a:pt x="2657206" y="2543041"/>
                </a:lnTo>
                <a:cubicBezTo>
                  <a:pt x="2656900" y="2542504"/>
                  <a:pt x="2656900" y="2541735"/>
                  <a:pt x="2657206" y="2541198"/>
                </a:cubicBezTo>
                <a:lnTo>
                  <a:pt x="2670271" y="2518526"/>
                </a:lnTo>
                <a:cubicBezTo>
                  <a:pt x="2670658" y="2517988"/>
                  <a:pt x="2671273" y="2517603"/>
                  <a:pt x="2671885" y="2517603"/>
                </a:cubicBezTo>
                <a:close/>
                <a:moveTo>
                  <a:pt x="842235" y="2517603"/>
                </a:moveTo>
                <a:lnTo>
                  <a:pt x="868372" y="2517603"/>
                </a:lnTo>
                <a:cubicBezTo>
                  <a:pt x="869062" y="2517603"/>
                  <a:pt x="869679" y="2517988"/>
                  <a:pt x="869984" y="2518526"/>
                </a:cubicBezTo>
                <a:lnTo>
                  <a:pt x="883052" y="2541198"/>
                </a:lnTo>
                <a:cubicBezTo>
                  <a:pt x="883357" y="2541735"/>
                  <a:pt x="883357" y="2542504"/>
                  <a:pt x="883052" y="2543041"/>
                </a:cubicBezTo>
                <a:lnTo>
                  <a:pt x="869984" y="2565713"/>
                </a:lnTo>
                <a:cubicBezTo>
                  <a:pt x="869599" y="2566252"/>
                  <a:pt x="868986" y="2566636"/>
                  <a:pt x="868372" y="2566636"/>
                </a:cubicBezTo>
                <a:lnTo>
                  <a:pt x="842235" y="2566636"/>
                </a:lnTo>
                <a:cubicBezTo>
                  <a:pt x="841548" y="2566636"/>
                  <a:pt x="840933" y="2566252"/>
                  <a:pt x="840625" y="2565713"/>
                </a:cubicBezTo>
                <a:lnTo>
                  <a:pt x="827560" y="2543041"/>
                </a:lnTo>
                <a:cubicBezTo>
                  <a:pt x="827252" y="2542504"/>
                  <a:pt x="827252" y="2541735"/>
                  <a:pt x="827560" y="2541198"/>
                </a:cubicBezTo>
                <a:lnTo>
                  <a:pt x="840625" y="2518526"/>
                </a:lnTo>
                <a:cubicBezTo>
                  <a:pt x="841013" y="2517988"/>
                  <a:pt x="841628" y="2517603"/>
                  <a:pt x="842235" y="2517603"/>
                </a:cubicBezTo>
                <a:close/>
                <a:moveTo>
                  <a:pt x="2854722" y="2517527"/>
                </a:moveTo>
                <a:lnTo>
                  <a:pt x="2881006" y="2517527"/>
                </a:lnTo>
                <a:cubicBezTo>
                  <a:pt x="2881699" y="2517527"/>
                  <a:pt x="2882314" y="2517910"/>
                  <a:pt x="2882621" y="2518450"/>
                </a:cubicBezTo>
                <a:lnTo>
                  <a:pt x="2895763" y="2541198"/>
                </a:lnTo>
                <a:cubicBezTo>
                  <a:pt x="2896070" y="2541735"/>
                  <a:pt x="2896070" y="2542504"/>
                  <a:pt x="2895763" y="2543043"/>
                </a:cubicBezTo>
                <a:lnTo>
                  <a:pt x="2882621" y="2565791"/>
                </a:lnTo>
                <a:cubicBezTo>
                  <a:pt x="2882236" y="2566328"/>
                  <a:pt x="2881699" y="2566714"/>
                  <a:pt x="2881006" y="2566714"/>
                </a:cubicBezTo>
                <a:lnTo>
                  <a:pt x="2854722" y="2566714"/>
                </a:lnTo>
                <a:cubicBezTo>
                  <a:pt x="2854031" y="2566714"/>
                  <a:pt x="2853416" y="2566328"/>
                  <a:pt x="2853109" y="2565791"/>
                </a:cubicBezTo>
                <a:lnTo>
                  <a:pt x="2839965" y="2543043"/>
                </a:lnTo>
                <a:cubicBezTo>
                  <a:pt x="2839660" y="2542504"/>
                  <a:pt x="2839660" y="2541735"/>
                  <a:pt x="2839965" y="2541198"/>
                </a:cubicBezTo>
                <a:lnTo>
                  <a:pt x="2853109" y="2518450"/>
                </a:lnTo>
                <a:cubicBezTo>
                  <a:pt x="2853492" y="2517910"/>
                  <a:pt x="2854031" y="2517527"/>
                  <a:pt x="2854722" y="2517527"/>
                </a:cubicBezTo>
                <a:close/>
                <a:moveTo>
                  <a:pt x="291423" y="2513992"/>
                </a:moveTo>
                <a:lnTo>
                  <a:pt x="321471" y="2513992"/>
                </a:lnTo>
                <a:cubicBezTo>
                  <a:pt x="322245" y="2513992"/>
                  <a:pt x="322932" y="2514453"/>
                  <a:pt x="323318" y="2515068"/>
                </a:cubicBezTo>
                <a:lnTo>
                  <a:pt x="338303" y="2541044"/>
                </a:lnTo>
                <a:cubicBezTo>
                  <a:pt x="338688" y="2541737"/>
                  <a:pt x="338688" y="2542582"/>
                  <a:pt x="338303" y="2543197"/>
                </a:cubicBezTo>
                <a:lnTo>
                  <a:pt x="323318" y="2569174"/>
                </a:lnTo>
                <a:cubicBezTo>
                  <a:pt x="322932" y="2569865"/>
                  <a:pt x="322245" y="2570249"/>
                  <a:pt x="321471" y="2570249"/>
                </a:cubicBezTo>
                <a:lnTo>
                  <a:pt x="291423" y="2570249"/>
                </a:lnTo>
                <a:cubicBezTo>
                  <a:pt x="290654" y="2570249"/>
                  <a:pt x="289963" y="2569788"/>
                  <a:pt x="289575" y="2569174"/>
                </a:cubicBezTo>
                <a:lnTo>
                  <a:pt x="274594" y="2543197"/>
                </a:lnTo>
                <a:cubicBezTo>
                  <a:pt x="274214" y="2542506"/>
                  <a:pt x="274214" y="2541659"/>
                  <a:pt x="274594" y="2541044"/>
                </a:cubicBezTo>
                <a:lnTo>
                  <a:pt x="289575" y="2515068"/>
                </a:lnTo>
                <a:cubicBezTo>
                  <a:pt x="289963" y="2514375"/>
                  <a:pt x="290654" y="2513992"/>
                  <a:pt x="291423" y="2513992"/>
                </a:cubicBezTo>
                <a:close/>
                <a:moveTo>
                  <a:pt x="474100" y="2513453"/>
                </a:moveTo>
                <a:lnTo>
                  <a:pt x="504693" y="2513453"/>
                </a:lnTo>
                <a:cubicBezTo>
                  <a:pt x="505464" y="2513453"/>
                  <a:pt x="506157" y="2513836"/>
                  <a:pt x="506537" y="2514529"/>
                </a:cubicBezTo>
                <a:lnTo>
                  <a:pt x="521837" y="2541044"/>
                </a:lnTo>
                <a:cubicBezTo>
                  <a:pt x="522213" y="2541659"/>
                  <a:pt x="522213" y="2542504"/>
                  <a:pt x="521837" y="2543195"/>
                </a:cubicBezTo>
                <a:lnTo>
                  <a:pt x="506537" y="2569710"/>
                </a:lnTo>
                <a:cubicBezTo>
                  <a:pt x="506157" y="2570401"/>
                  <a:pt x="505464" y="2570786"/>
                  <a:pt x="504693" y="2570786"/>
                </a:cubicBezTo>
                <a:lnTo>
                  <a:pt x="474100" y="2570786"/>
                </a:lnTo>
                <a:cubicBezTo>
                  <a:pt x="473339" y="2570786"/>
                  <a:pt x="472646" y="2570401"/>
                  <a:pt x="472261" y="2569710"/>
                </a:cubicBezTo>
                <a:lnTo>
                  <a:pt x="456968" y="2543195"/>
                </a:lnTo>
                <a:cubicBezTo>
                  <a:pt x="456583" y="2542580"/>
                  <a:pt x="456583" y="2541735"/>
                  <a:pt x="456968" y="2541044"/>
                </a:cubicBezTo>
                <a:lnTo>
                  <a:pt x="472261" y="2514529"/>
                </a:lnTo>
                <a:cubicBezTo>
                  <a:pt x="472646" y="2513836"/>
                  <a:pt x="473339" y="2513453"/>
                  <a:pt x="474100" y="2513453"/>
                </a:cubicBezTo>
                <a:close/>
                <a:moveTo>
                  <a:pt x="382421" y="2512991"/>
                </a:moveTo>
                <a:lnTo>
                  <a:pt x="413463" y="2512991"/>
                </a:lnTo>
                <a:cubicBezTo>
                  <a:pt x="414234" y="2512991"/>
                  <a:pt x="415003" y="2513375"/>
                  <a:pt x="415392" y="2514068"/>
                </a:cubicBezTo>
                <a:lnTo>
                  <a:pt x="430913" y="2540966"/>
                </a:lnTo>
                <a:cubicBezTo>
                  <a:pt x="431296" y="2541657"/>
                  <a:pt x="431296" y="2542504"/>
                  <a:pt x="430913" y="2543195"/>
                </a:cubicBezTo>
                <a:lnTo>
                  <a:pt x="415392" y="2570095"/>
                </a:lnTo>
                <a:cubicBezTo>
                  <a:pt x="414929" y="2570708"/>
                  <a:pt x="414234" y="2571170"/>
                  <a:pt x="413463" y="2571170"/>
                </a:cubicBezTo>
                <a:lnTo>
                  <a:pt x="382421" y="2571170"/>
                </a:lnTo>
                <a:cubicBezTo>
                  <a:pt x="381650" y="2571170"/>
                  <a:pt x="380883" y="2570786"/>
                  <a:pt x="380499" y="2570095"/>
                </a:cubicBezTo>
                <a:lnTo>
                  <a:pt x="364971" y="2543195"/>
                </a:lnTo>
                <a:cubicBezTo>
                  <a:pt x="364590" y="2542504"/>
                  <a:pt x="364590" y="2541657"/>
                  <a:pt x="364971" y="2540966"/>
                </a:cubicBezTo>
                <a:lnTo>
                  <a:pt x="380499" y="2514068"/>
                </a:lnTo>
                <a:cubicBezTo>
                  <a:pt x="380959" y="2513453"/>
                  <a:pt x="381650" y="2512991"/>
                  <a:pt x="382421" y="2512991"/>
                </a:cubicBezTo>
                <a:close/>
                <a:moveTo>
                  <a:pt x="3779053" y="2455965"/>
                </a:moveTo>
                <a:lnTo>
                  <a:pt x="3786355" y="2455965"/>
                </a:lnTo>
                <a:cubicBezTo>
                  <a:pt x="3786585" y="2455965"/>
                  <a:pt x="3786816" y="2456195"/>
                  <a:pt x="3786816" y="2456195"/>
                </a:cubicBezTo>
                <a:lnTo>
                  <a:pt x="3790504" y="2462498"/>
                </a:lnTo>
                <a:cubicBezTo>
                  <a:pt x="3790580" y="2462652"/>
                  <a:pt x="3790504" y="2463035"/>
                  <a:pt x="3790504" y="2463035"/>
                </a:cubicBezTo>
                <a:lnTo>
                  <a:pt x="3786816" y="2469339"/>
                </a:lnTo>
                <a:cubicBezTo>
                  <a:pt x="3786738" y="2469492"/>
                  <a:pt x="3786355" y="2469568"/>
                  <a:pt x="3786355" y="2469568"/>
                </a:cubicBezTo>
                <a:lnTo>
                  <a:pt x="3779053" y="2469568"/>
                </a:lnTo>
                <a:cubicBezTo>
                  <a:pt x="3778823" y="2469568"/>
                  <a:pt x="3778591" y="2469339"/>
                  <a:pt x="3778591" y="2469339"/>
                </a:cubicBezTo>
                <a:lnTo>
                  <a:pt x="3774902" y="2463035"/>
                </a:lnTo>
                <a:cubicBezTo>
                  <a:pt x="3774824" y="2462882"/>
                  <a:pt x="3774902" y="2462498"/>
                  <a:pt x="3774902" y="2462498"/>
                </a:cubicBezTo>
                <a:lnTo>
                  <a:pt x="3778591" y="2456195"/>
                </a:lnTo>
                <a:cubicBezTo>
                  <a:pt x="3778669" y="2456043"/>
                  <a:pt x="3779053" y="2455965"/>
                  <a:pt x="3779053" y="2455965"/>
                </a:cubicBezTo>
                <a:close/>
                <a:moveTo>
                  <a:pt x="2132213" y="2455658"/>
                </a:moveTo>
                <a:lnTo>
                  <a:pt x="2139823" y="2455658"/>
                </a:lnTo>
                <a:cubicBezTo>
                  <a:pt x="2139976" y="2455658"/>
                  <a:pt x="2140282" y="2455965"/>
                  <a:pt x="2140282" y="2455965"/>
                </a:cubicBezTo>
                <a:lnTo>
                  <a:pt x="2144125" y="2462574"/>
                </a:lnTo>
                <a:cubicBezTo>
                  <a:pt x="2144202" y="2462728"/>
                  <a:pt x="2144125" y="2463113"/>
                  <a:pt x="2144125" y="2463113"/>
                </a:cubicBezTo>
                <a:lnTo>
                  <a:pt x="2140282" y="2469722"/>
                </a:lnTo>
                <a:cubicBezTo>
                  <a:pt x="2140206" y="2469954"/>
                  <a:pt x="2139823" y="2470030"/>
                  <a:pt x="2139823" y="2470030"/>
                </a:cubicBezTo>
                <a:lnTo>
                  <a:pt x="2132213" y="2470030"/>
                </a:lnTo>
                <a:cubicBezTo>
                  <a:pt x="2132059" y="2470030"/>
                  <a:pt x="2131752" y="2469722"/>
                  <a:pt x="2131752" y="2469722"/>
                </a:cubicBezTo>
                <a:lnTo>
                  <a:pt x="2127909" y="2463113"/>
                </a:lnTo>
                <a:cubicBezTo>
                  <a:pt x="2127832" y="2462960"/>
                  <a:pt x="2127909" y="2462574"/>
                  <a:pt x="2127909" y="2462574"/>
                </a:cubicBezTo>
                <a:lnTo>
                  <a:pt x="2131752" y="2455965"/>
                </a:lnTo>
                <a:cubicBezTo>
                  <a:pt x="2131830" y="2455736"/>
                  <a:pt x="2132213" y="2455658"/>
                  <a:pt x="2132213" y="2455658"/>
                </a:cubicBezTo>
                <a:close/>
                <a:moveTo>
                  <a:pt x="1308746" y="2455428"/>
                </a:moveTo>
                <a:lnTo>
                  <a:pt x="1316663" y="2455428"/>
                </a:lnTo>
                <a:cubicBezTo>
                  <a:pt x="1316813" y="2455428"/>
                  <a:pt x="1317119" y="2455736"/>
                  <a:pt x="1317119" y="2455736"/>
                </a:cubicBezTo>
                <a:lnTo>
                  <a:pt x="1321039" y="2462576"/>
                </a:lnTo>
                <a:cubicBezTo>
                  <a:pt x="1321119" y="2462730"/>
                  <a:pt x="1321039" y="2463113"/>
                  <a:pt x="1321039" y="2463113"/>
                </a:cubicBezTo>
                <a:lnTo>
                  <a:pt x="1317045" y="2469954"/>
                </a:lnTo>
                <a:cubicBezTo>
                  <a:pt x="1316967" y="2470183"/>
                  <a:pt x="1316587" y="2470261"/>
                  <a:pt x="1316587" y="2470261"/>
                </a:cubicBezTo>
                <a:lnTo>
                  <a:pt x="1308668" y="2470261"/>
                </a:lnTo>
                <a:cubicBezTo>
                  <a:pt x="1308518" y="2470261"/>
                  <a:pt x="1308209" y="2469954"/>
                  <a:pt x="1308209" y="2469954"/>
                </a:cubicBezTo>
                <a:lnTo>
                  <a:pt x="1304290" y="2463113"/>
                </a:lnTo>
                <a:cubicBezTo>
                  <a:pt x="1304214" y="2462960"/>
                  <a:pt x="1304290" y="2462576"/>
                  <a:pt x="1304290" y="2462576"/>
                </a:cubicBezTo>
                <a:lnTo>
                  <a:pt x="1308285" y="2455736"/>
                </a:lnTo>
                <a:cubicBezTo>
                  <a:pt x="1308359" y="2455506"/>
                  <a:pt x="1308746" y="2455428"/>
                  <a:pt x="1308746" y="2455428"/>
                </a:cubicBezTo>
                <a:close/>
                <a:moveTo>
                  <a:pt x="2223285" y="2454967"/>
                </a:moveTo>
                <a:lnTo>
                  <a:pt x="2231664" y="2454967"/>
                </a:lnTo>
                <a:cubicBezTo>
                  <a:pt x="2231893" y="2454967"/>
                  <a:pt x="2232201" y="2455274"/>
                  <a:pt x="2232201" y="2455274"/>
                </a:cubicBezTo>
                <a:lnTo>
                  <a:pt x="2236351" y="2462498"/>
                </a:lnTo>
                <a:cubicBezTo>
                  <a:pt x="2236429" y="2462730"/>
                  <a:pt x="2236351" y="2463113"/>
                  <a:pt x="2236351" y="2463113"/>
                </a:cubicBezTo>
                <a:lnTo>
                  <a:pt x="2232201" y="2470337"/>
                </a:lnTo>
                <a:cubicBezTo>
                  <a:pt x="2232047" y="2470569"/>
                  <a:pt x="2231664" y="2470645"/>
                  <a:pt x="2231664" y="2470645"/>
                </a:cubicBezTo>
                <a:lnTo>
                  <a:pt x="2223285" y="2470645"/>
                </a:lnTo>
                <a:cubicBezTo>
                  <a:pt x="2223056" y="2470645"/>
                  <a:pt x="2222748" y="2470337"/>
                  <a:pt x="2222748" y="2470337"/>
                </a:cubicBezTo>
                <a:lnTo>
                  <a:pt x="2218598" y="2463113"/>
                </a:lnTo>
                <a:cubicBezTo>
                  <a:pt x="2218520" y="2462882"/>
                  <a:pt x="2218598" y="2462498"/>
                  <a:pt x="2218598" y="2462498"/>
                </a:cubicBezTo>
                <a:lnTo>
                  <a:pt x="2222748" y="2455274"/>
                </a:lnTo>
                <a:cubicBezTo>
                  <a:pt x="2222902" y="2455045"/>
                  <a:pt x="2223285" y="2454967"/>
                  <a:pt x="2223285" y="2454967"/>
                </a:cubicBezTo>
                <a:close/>
                <a:moveTo>
                  <a:pt x="758549" y="2452892"/>
                </a:moveTo>
                <a:lnTo>
                  <a:pt x="769152" y="2452892"/>
                </a:lnTo>
                <a:cubicBezTo>
                  <a:pt x="769381" y="2452892"/>
                  <a:pt x="769765" y="2453275"/>
                  <a:pt x="769765" y="2453275"/>
                </a:cubicBezTo>
                <a:lnTo>
                  <a:pt x="775069" y="2462498"/>
                </a:lnTo>
                <a:cubicBezTo>
                  <a:pt x="775221" y="2462730"/>
                  <a:pt x="775069" y="2463267"/>
                  <a:pt x="775069" y="2463267"/>
                </a:cubicBezTo>
                <a:lnTo>
                  <a:pt x="769765" y="2472490"/>
                </a:lnTo>
                <a:cubicBezTo>
                  <a:pt x="769691" y="2472720"/>
                  <a:pt x="769152" y="2472874"/>
                  <a:pt x="769152" y="2472874"/>
                </a:cubicBezTo>
                <a:lnTo>
                  <a:pt x="758549" y="2472874"/>
                </a:lnTo>
                <a:cubicBezTo>
                  <a:pt x="758315" y="2472874"/>
                  <a:pt x="757931" y="2472490"/>
                  <a:pt x="757931" y="2472490"/>
                </a:cubicBezTo>
                <a:lnTo>
                  <a:pt x="752629" y="2463267"/>
                </a:lnTo>
                <a:cubicBezTo>
                  <a:pt x="752475" y="2463037"/>
                  <a:pt x="752629" y="2462498"/>
                  <a:pt x="752629" y="2462498"/>
                </a:cubicBezTo>
                <a:lnTo>
                  <a:pt x="757931" y="2453275"/>
                </a:lnTo>
                <a:cubicBezTo>
                  <a:pt x="758006" y="2453045"/>
                  <a:pt x="758549" y="2452892"/>
                  <a:pt x="758549" y="2452892"/>
                </a:cubicBezTo>
                <a:close/>
                <a:moveTo>
                  <a:pt x="2312590" y="2450817"/>
                </a:moveTo>
                <a:lnTo>
                  <a:pt x="2325426" y="2450817"/>
                </a:lnTo>
                <a:cubicBezTo>
                  <a:pt x="2325734" y="2450817"/>
                  <a:pt x="2326193" y="2451278"/>
                  <a:pt x="2326193" y="2451278"/>
                </a:cubicBezTo>
                <a:lnTo>
                  <a:pt x="2332572" y="2462422"/>
                </a:lnTo>
                <a:cubicBezTo>
                  <a:pt x="2332726" y="2462730"/>
                  <a:pt x="2332572" y="2463343"/>
                  <a:pt x="2332572" y="2463343"/>
                </a:cubicBezTo>
                <a:lnTo>
                  <a:pt x="2326117" y="2474487"/>
                </a:lnTo>
                <a:cubicBezTo>
                  <a:pt x="2325963" y="2474795"/>
                  <a:pt x="2325348" y="2474949"/>
                  <a:pt x="2325348" y="2474949"/>
                </a:cubicBezTo>
                <a:lnTo>
                  <a:pt x="2312514" y="2474949"/>
                </a:lnTo>
                <a:cubicBezTo>
                  <a:pt x="2312207" y="2474949"/>
                  <a:pt x="2311745" y="2474487"/>
                  <a:pt x="2311745" y="2474487"/>
                </a:cubicBezTo>
                <a:lnTo>
                  <a:pt x="2305366" y="2463343"/>
                </a:lnTo>
                <a:cubicBezTo>
                  <a:pt x="2305212" y="2463037"/>
                  <a:pt x="2305366" y="2462422"/>
                  <a:pt x="2305366" y="2462422"/>
                </a:cubicBezTo>
                <a:lnTo>
                  <a:pt x="2311821" y="2451278"/>
                </a:lnTo>
                <a:cubicBezTo>
                  <a:pt x="2311975" y="2450970"/>
                  <a:pt x="2312590" y="2450817"/>
                  <a:pt x="2312590" y="2450817"/>
                </a:cubicBezTo>
                <a:close/>
                <a:moveTo>
                  <a:pt x="572171" y="2446437"/>
                </a:moveTo>
                <a:lnTo>
                  <a:pt x="589622" y="2446437"/>
                </a:lnTo>
                <a:cubicBezTo>
                  <a:pt x="590081" y="2446437"/>
                  <a:pt x="590691" y="2447052"/>
                  <a:pt x="590691" y="2447052"/>
                </a:cubicBezTo>
                <a:lnTo>
                  <a:pt x="599454" y="2462193"/>
                </a:lnTo>
                <a:cubicBezTo>
                  <a:pt x="599686" y="2462576"/>
                  <a:pt x="599454" y="2463421"/>
                  <a:pt x="599454" y="2463421"/>
                </a:cubicBezTo>
                <a:lnTo>
                  <a:pt x="590691" y="2478562"/>
                </a:lnTo>
                <a:cubicBezTo>
                  <a:pt x="590467" y="2478945"/>
                  <a:pt x="590081" y="2479177"/>
                  <a:pt x="589622" y="2479177"/>
                </a:cubicBezTo>
                <a:lnTo>
                  <a:pt x="572171" y="2479177"/>
                </a:lnTo>
                <a:cubicBezTo>
                  <a:pt x="571707" y="2479177"/>
                  <a:pt x="571098" y="2478562"/>
                  <a:pt x="571098" y="2478562"/>
                </a:cubicBezTo>
                <a:lnTo>
                  <a:pt x="562338" y="2463421"/>
                </a:lnTo>
                <a:cubicBezTo>
                  <a:pt x="562104" y="2463037"/>
                  <a:pt x="562338" y="2462193"/>
                  <a:pt x="562338" y="2462193"/>
                </a:cubicBezTo>
                <a:lnTo>
                  <a:pt x="571098" y="2447052"/>
                </a:lnTo>
                <a:cubicBezTo>
                  <a:pt x="571324" y="2446666"/>
                  <a:pt x="571707" y="2446437"/>
                  <a:pt x="572171" y="2446437"/>
                </a:cubicBezTo>
                <a:close/>
                <a:moveTo>
                  <a:pt x="2493122" y="2446205"/>
                </a:moveTo>
                <a:lnTo>
                  <a:pt x="2510876" y="2446205"/>
                </a:lnTo>
                <a:cubicBezTo>
                  <a:pt x="2511337" y="2446205"/>
                  <a:pt x="2511720" y="2446437"/>
                  <a:pt x="2511950" y="2446820"/>
                </a:cubicBezTo>
                <a:lnTo>
                  <a:pt x="2520866" y="2462191"/>
                </a:lnTo>
                <a:cubicBezTo>
                  <a:pt x="2521097" y="2462576"/>
                  <a:pt x="2521097" y="2463035"/>
                  <a:pt x="2520866" y="2463421"/>
                </a:cubicBezTo>
                <a:lnTo>
                  <a:pt x="2511950" y="2478791"/>
                </a:lnTo>
                <a:cubicBezTo>
                  <a:pt x="2511720" y="2479175"/>
                  <a:pt x="2511337" y="2479406"/>
                  <a:pt x="2510876" y="2479406"/>
                </a:cubicBezTo>
                <a:lnTo>
                  <a:pt x="2493122" y="2479406"/>
                </a:lnTo>
                <a:cubicBezTo>
                  <a:pt x="2492661" y="2479406"/>
                  <a:pt x="2492276" y="2479175"/>
                  <a:pt x="2492046" y="2478791"/>
                </a:cubicBezTo>
                <a:lnTo>
                  <a:pt x="2483131" y="2463421"/>
                </a:lnTo>
                <a:cubicBezTo>
                  <a:pt x="2482901" y="2463035"/>
                  <a:pt x="2482901" y="2462576"/>
                  <a:pt x="2483131" y="2462191"/>
                </a:cubicBezTo>
                <a:lnTo>
                  <a:pt x="2492046" y="2446820"/>
                </a:lnTo>
                <a:cubicBezTo>
                  <a:pt x="2492276" y="2446437"/>
                  <a:pt x="2492661" y="2446205"/>
                  <a:pt x="2493122" y="2446205"/>
                </a:cubicBezTo>
                <a:close/>
                <a:moveTo>
                  <a:pt x="1395281" y="2446051"/>
                </a:moveTo>
                <a:lnTo>
                  <a:pt x="1413195" y="2446051"/>
                </a:lnTo>
                <a:cubicBezTo>
                  <a:pt x="1413655" y="2446051"/>
                  <a:pt x="1414040" y="2446283"/>
                  <a:pt x="1414270" y="2446666"/>
                </a:cubicBezTo>
                <a:lnTo>
                  <a:pt x="1423185" y="2462191"/>
                </a:lnTo>
                <a:cubicBezTo>
                  <a:pt x="1423417" y="2462576"/>
                  <a:pt x="1423417" y="2463035"/>
                  <a:pt x="1423185" y="2463421"/>
                </a:cubicBezTo>
                <a:lnTo>
                  <a:pt x="1414194" y="2478945"/>
                </a:lnTo>
                <a:cubicBezTo>
                  <a:pt x="1413960" y="2479329"/>
                  <a:pt x="1413575" y="2479560"/>
                  <a:pt x="1413117" y="2479560"/>
                </a:cubicBezTo>
                <a:lnTo>
                  <a:pt x="1395201" y="2479560"/>
                </a:lnTo>
                <a:cubicBezTo>
                  <a:pt x="1394753" y="2479560"/>
                  <a:pt x="1394366" y="2479329"/>
                  <a:pt x="1394132" y="2478945"/>
                </a:cubicBezTo>
                <a:lnTo>
                  <a:pt x="1385217" y="2463421"/>
                </a:lnTo>
                <a:cubicBezTo>
                  <a:pt x="1384987" y="2463035"/>
                  <a:pt x="1384987" y="2462576"/>
                  <a:pt x="1385217" y="2462191"/>
                </a:cubicBezTo>
                <a:lnTo>
                  <a:pt x="1394210" y="2446666"/>
                </a:lnTo>
                <a:cubicBezTo>
                  <a:pt x="1394440" y="2446283"/>
                  <a:pt x="1394829" y="2446051"/>
                  <a:pt x="1395281" y="2446051"/>
                </a:cubicBezTo>
                <a:close/>
                <a:moveTo>
                  <a:pt x="2401357" y="2445744"/>
                </a:moveTo>
                <a:lnTo>
                  <a:pt x="2419572" y="2445744"/>
                </a:lnTo>
                <a:cubicBezTo>
                  <a:pt x="2419957" y="2445744"/>
                  <a:pt x="2420419" y="2445975"/>
                  <a:pt x="2420648" y="2446359"/>
                </a:cubicBezTo>
                <a:lnTo>
                  <a:pt x="2429717" y="2462115"/>
                </a:lnTo>
                <a:cubicBezTo>
                  <a:pt x="2429947" y="2462498"/>
                  <a:pt x="2429947" y="2463035"/>
                  <a:pt x="2429717" y="2463421"/>
                </a:cubicBezTo>
                <a:lnTo>
                  <a:pt x="2420572" y="2479175"/>
                </a:lnTo>
                <a:cubicBezTo>
                  <a:pt x="2420341" y="2479560"/>
                  <a:pt x="2419957" y="2479790"/>
                  <a:pt x="2419496" y="2479790"/>
                </a:cubicBezTo>
                <a:lnTo>
                  <a:pt x="2401281" y="2479790"/>
                </a:lnTo>
                <a:cubicBezTo>
                  <a:pt x="2400896" y="2479790"/>
                  <a:pt x="2400435" y="2479560"/>
                  <a:pt x="2400205" y="2479175"/>
                </a:cubicBezTo>
                <a:lnTo>
                  <a:pt x="2391135" y="2463421"/>
                </a:lnTo>
                <a:cubicBezTo>
                  <a:pt x="2390906" y="2463035"/>
                  <a:pt x="2390906" y="2462498"/>
                  <a:pt x="2391135" y="2462115"/>
                </a:cubicBezTo>
                <a:lnTo>
                  <a:pt x="2400281" y="2446359"/>
                </a:lnTo>
                <a:cubicBezTo>
                  <a:pt x="2400513" y="2445975"/>
                  <a:pt x="2400896" y="2445744"/>
                  <a:pt x="2401357" y="2445744"/>
                </a:cubicBezTo>
                <a:close/>
                <a:moveTo>
                  <a:pt x="2583272" y="2443822"/>
                </a:moveTo>
                <a:lnTo>
                  <a:pt x="2603561" y="2443822"/>
                </a:lnTo>
                <a:cubicBezTo>
                  <a:pt x="2604023" y="2443822"/>
                  <a:pt x="2604562" y="2444054"/>
                  <a:pt x="2604792" y="2444513"/>
                </a:cubicBezTo>
                <a:lnTo>
                  <a:pt x="2614937" y="2462115"/>
                </a:lnTo>
                <a:cubicBezTo>
                  <a:pt x="2615168" y="2462574"/>
                  <a:pt x="2615168" y="2463113"/>
                  <a:pt x="2614937" y="2463575"/>
                </a:cubicBezTo>
                <a:lnTo>
                  <a:pt x="2604792" y="2481174"/>
                </a:lnTo>
                <a:cubicBezTo>
                  <a:pt x="2604562" y="2481557"/>
                  <a:pt x="2604101" y="2481865"/>
                  <a:pt x="2603561" y="2481865"/>
                </a:cubicBezTo>
                <a:lnTo>
                  <a:pt x="2583272" y="2481865"/>
                </a:lnTo>
                <a:cubicBezTo>
                  <a:pt x="2582811" y="2481865"/>
                  <a:pt x="2582273" y="2481635"/>
                  <a:pt x="2582042" y="2481174"/>
                </a:cubicBezTo>
                <a:lnTo>
                  <a:pt x="2571898" y="2463575"/>
                </a:lnTo>
                <a:cubicBezTo>
                  <a:pt x="2571668" y="2463113"/>
                  <a:pt x="2571668" y="2462574"/>
                  <a:pt x="2571898" y="2462115"/>
                </a:cubicBezTo>
                <a:lnTo>
                  <a:pt x="2582042" y="2444513"/>
                </a:lnTo>
                <a:cubicBezTo>
                  <a:pt x="2582273" y="2444130"/>
                  <a:pt x="2582734" y="2443822"/>
                  <a:pt x="2583272" y="2443822"/>
                </a:cubicBezTo>
                <a:close/>
                <a:moveTo>
                  <a:pt x="844774" y="2443131"/>
                </a:moveTo>
                <a:lnTo>
                  <a:pt x="865842" y="2443131"/>
                </a:lnTo>
                <a:cubicBezTo>
                  <a:pt x="866371" y="2443131"/>
                  <a:pt x="866835" y="2443439"/>
                  <a:pt x="867142" y="2443900"/>
                </a:cubicBezTo>
                <a:lnTo>
                  <a:pt x="877673" y="2462115"/>
                </a:lnTo>
                <a:cubicBezTo>
                  <a:pt x="877981" y="2462576"/>
                  <a:pt x="877981" y="2463113"/>
                  <a:pt x="877673" y="2463575"/>
                </a:cubicBezTo>
                <a:lnTo>
                  <a:pt x="867142" y="2481789"/>
                </a:lnTo>
                <a:cubicBezTo>
                  <a:pt x="866835" y="2482250"/>
                  <a:pt x="866371" y="2482558"/>
                  <a:pt x="865842" y="2482558"/>
                </a:cubicBezTo>
                <a:lnTo>
                  <a:pt x="844774" y="2482558"/>
                </a:lnTo>
                <a:cubicBezTo>
                  <a:pt x="844240" y="2482558"/>
                  <a:pt x="843777" y="2482250"/>
                  <a:pt x="843468" y="2481789"/>
                </a:cubicBezTo>
                <a:lnTo>
                  <a:pt x="832938" y="2463575"/>
                </a:lnTo>
                <a:cubicBezTo>
                  <a:pt x="832636" y="2463113"/>
                  <a:pt x="832636" y="2462576"/>
                  <a:pt x="832938" y="2462115"/>
                </a:cubicBezTo>
                <a:lnTo>
                  <a:pt x="843468" y="2443900"/>
                </a:lnTo>
                <a:cubicBezTo>
                  <a:pt x="843777" y="2443439"/>
                  <a:pt x="844240" y="2443131"/>
                  <a:pt x="844774" y="2443131"/>
                </a:cubicBezTo>
                <a:close/>
                <a:moveTo>
                  <a:pt x="3680217" y="2442285"/>
                </a:moveTo>
                <a:lnTo>
                  <a:pt x="3702198" y="2442285"/>
                </a:lnTo>
                <a:cubicBezTo>
                  <a:pt x="3702736" y="2442285"/>
                  <a:pt x="3703197" y="2442592"/>
                  <a:pt x="3703505" y="2443054"/>
                </a:cubicBezTo>
                <a:lnTo>
                  <a:pt x="3714495" y="2462037"/>
                </a:lnTo>
                <a:cubicBezTo>
                  <a:pt x="3714803" y="2462498"/>
                  <a:pt x="3714803" y="2463113"/>
                  <a:pt x="3714495" y="2463573"/>
                </a:cubicBezTo>
                <a:lnTo>
                  <a:pt x="3703505" y="2482556"/>
                </a:lnTo>
                <a:cubicBezTo>
                  <a:pt x="3703275" y="2483017"/>
                  <a:pt x="3702736" y="2483325"/>
                  <a:pt x="3702198" y="2483325"/>
                </a:cubicBezTo>
                <a:lnTo>
                  <a:pt x="3680217" y="2483325"/>
                </a:lnTo>
                <a:cubicBezTo>
                  <a:pt x="3679680" y="2483325"/>
                  <a:pt x="3679219" y="2483017"/>
                  <a:pt x="3678911" y="2482556"/>
                </a:cubicBezTo>
                <a:lnTo>
                  <a:pt x="3667922" y="2463573"/>
                </a:lnTo>
                <a:cubicBezTo>
                  <a:pt x="3667613" y="2463113"/>
                  <a:pt x="3667613" y="2462498"/>
                  <a:pt x="3667922" y="2462037"/>
                </a:cubicBezTo>
                <a:lnTo>
                  <a:pt x="3678911" y="2443054"/>
                </a:lnTo>
                <a:cubicBezTo>
                  <a:pt x="3679143" y="2442592"/>
                  <a:pt x="3679680" y="2442285"/>
                  <a:pt x="3680217" y="2442285"/>
                </a:cubicBezTo>
                <a:close/>
                <a:moveTo>
                  <a:pt x="1484559" y="2442133"/>
                </a:moveTo>
                <a:lnTo>
                  <a:pt x="1506694" y="2442133"/>
                </a:lnTo>
                <a:cubicBezTo>
                  <a:pt x="1507309" y="2442133"/>
                  <a:pt x="1507770" y="2442440"/>
                  <a:pt x="1508078" y="2442902"/>
                </a:cubicBezTo>
                <a:lnTo>
                  <a:pt x="1519144" y="2462039"/>
                </a:lnTo>
                <a:cubicBezTo>
                  <a:pt x="1519452" y="2462498"/>
                  <a:pt x="1519452" y="2463113"/>
                  <a:pt x="1519144" y="2463575"/>
                </a:cubicBezTo>
                <a:lnTo>
                  <a:pt x="1508078" y="2482712"/>
                </a:lnTo>
                <a:cubicBezTo>
                  <a:pt x="1507770" y="2483173"/>
                  <a:pt x="1507231" y="2483481"/>
                  <a:pt x="1506694" y="2483481"/>
                </a:cubicBezTo>
                <a:lnTo>
                  <a:pt x="1484559" y="2483481"/>
                </a:lnTo>
                <a:cubicBezTo>
                  <a:pt x="1483944" y="2483481"/>
                  <a:pt x="1483484" y="2483173"/>
                  <a:pt x="1483177" y="2482712"/>
                </a:cubicBezTo>
                <a:lnTo>
                  <a:pt x="1472108" y="2463575"/>
                </a:lnTo>
                <a:cubicBezTo>
                  <a:pt x="1471803" y="2463113"/>
                  <a:pt x="1471803" y="2462498"/>
                  <a:pt x="1472108" y="2462039"/>
                </a:cubicBezTo>
                <a:lnTo>
                  <a:pt x="1483177" y="2442902"/>
                </a:lnTo>
                <a:cubicBezTo>
                  <a:pt x="1483484" y="2442440"/>
                  <a:pt x="1484021" y="2442133"/>
                  <a:pt x="1484559" y="2442133"/>
                </a:cubicBezTo>
                <a:close/>
                <a:moveTo>
                  <a:pt x="935544" y="2441671"/>
                </a:moveTo>
                <a:lnTo>
                  <a:pt x="958060" y="2441671"/>
                </a:lnTo>
                <a:cubicBezTo>
                  <a:pt x="958594" y="2441671"/>
                  <a:pt x="959139" y="2441979"/>
                  <a:pt x="959441" y="2442440"/>
                </a:cubicBezTo>
                <a:lnTo>
                  <a:pt x="970739" y="2461961"/>
                </a:lnTo>
                <a:cubicBezTo>
                  <a:pt x="971048" y="2462500"/>
                  <a:pt x="971048" y="2463113"/>
                  <a:pt x="970739" y="2463575"/>
                </a:cubicBezTo>
                <a:lnTo>
                  <a:pt x="959441" y="2483095"/>
                </a:lnTo>
                <a:cubicBezTo>
                  <a:pt x="959139" y="2483557"/>
                  <a:pt x="958594" y="2483864"/>
                  <a:pt x="958060" y="2483864"/>
                </a:cubicBezTo>
                <a:lnTo>
                  <a:pt x="935544" y="2483864"/>
                </a:lnTo>
                <a:cubicBezTo>
                  <a:pt x="935003" y="2483864"/>
                  <a:pt x="934467" y="2483557"/>
                  <a:pt x="934154" y="2483095"/>
                </a:cubicBezTo>
                <a:lnTo>
                  <a:pt x="922858" y="2463575"/>
                </a:lnTo>
                <a:cubicBezTo>
                  <a:pt x="922560" y="2463037"/>
                  <a:pt x="922560" y="2462422"/>
                  <a:pt x="922858" y="2461961"/>
                </a:cubicBezTo>
                <a:lnTo>
                  <a:pt x="934154" y="2442440"/>
                </a:lnTo>
                <a:cubicBezTo>
                  <a:pt x="934467" y="2441979"/>
                  <a:pt x="935003" y="2441671"/>
                  <a:pt x="935544" y="2441671"/>
                </a:cubicBezTo>
                <a:close/>
                <a:moveTo>
                  <a:pt x="478106" y="2441594"/>
                </a:moveTo>
                <a:lnTo>
                  <a:pt x="500777" y="2441594"/>
                </a:lnTo>
                <a:cubicBezTo>
                  <a:pt x="501314" y="2441594"/>
                  <a:pt x="501855" y="2441901"/>
                  <a:pt x="502164" y="2442362"/>
                </a:cubicBezTo>
                <a:lnTo>
                  <a:pt x="513534" y="2462037"/>
                </a:lnTo>
                <a:cubicBezTo>
                  <a:pt x="513840" y="2462574"/>
                  <a:pt x="513840" y="2463189"/>
                  <a:pt x="513534" y="2463651"/>
                </a:cubicBezTo>
                <a:lnTo>
                  <a:pt x="502164" y="2483325"/>
                </a:lnTo>
                <a:cubicBezTo>
                  <a:pt x="501855" y="2483786"/>
                  <a:pt x="501314" y="2484094"/>
                  <a:pt x="500777" y="2484094"/>
                </a:cubicBezTo>
                <a:lnTo>
                  <a:pt x="478106" y="2484094"/>
                </a:lnTo>
                <a:cubicBezTo>
                  <a:pt x="477567" y="2484094"/>
                  <a:pt x="477026" y="2483786"/>
                  <a:pt x="476722" y="2483325"/>
                </a:cubicBezTo>
                <a:lnTo>
                  <a:pt x="465346" y="2463651"/>
                </a:lnTo>
                <a:cubicBezTo>
                  <a:pt x="465037" y="2463113"/>
                  <a:pt x="465037" y="2462498"/>
                  <a:pt x="465346" y="2462037"/>
                </a:cubicBezTo>
                <a:lnTo>
                  <a:pt x="476722" y="2442362"/>
                </a:lnTo>
                <a:cubicBezTo>
                  <a:pt x="477026" y="2441901"/>
                  <a:pt x="477567" y="2441594"/>
                  <a:pt x="478106" y="2441594"/>
                </a:cubicBezTo>
                <a:close/>
                <a:moveTo>
                  <a:pt x="2673191" y="2440825"/>
                </a:moveTo>
                <a:lnTo>
                  <a:pt x="2696632" y="2440825"/>
                </a:lnTo>
                <a:cubicBezTo>
                  <a:pt x="2697248" y="2440825"/>
                  <a:pt x="2697785" y="2441132"/>
                  <a:pt x="2698092" y="2441669"/>
                </a:cubicBezTo>
                <a:lnTo>
                  <a:pt x="2709774" y="2461959"/>
                </a:lnTo>
                <a:cubicBezTo>
                  <a:pt x="2710082" y="2462498"/>
                  <a:pt x="2710082" y="2463113"/>
                  <a:pt x="2709774" y="2463651"/>
                </a:cubicBezTo>
                <a:lnTo>
                  <a:pt x="2698016" y="2483940"/>
                </a:lnTo>
                <a:cubicBezTo>
                  <a:pt x="2697709" y="2484477"/>
                  <a:pt x="2697170" y="2484785"/>
                  <a:pt x="2696555" y="2484785"/>
                </a:cubicBezTo>
                <a:lnTo>
                  <a:pt x="2673115" y="2484785"/>
                </a:lnTo>
                <a:cubicBezTo>
                  <a:pt x="2672500" y="2484785"/>
                  <a:pt x="2671961" y="2484477"/>
                  <a:pt x="2671656" y="2483940"/>
                </a:cubicBezTo>
                <a:lnTo>
                  <a:pt x="2659972" y="2463651"/>
                </a:lnTo>
                <a:cubicBezTo>
                  <a:pt x="2659666" y="2463113"/>
                  <a:pt x="2659666" y="2462498"/>
                  <a:pt x="2659972" y="2461959"/>
                </a:cubicBezTo>
                <a:lnTo>
                  <a:pt x="2671732" y="2441669"/>
                </a:lnTo>
                <a:cubicBezTo>
                  <a:pt x="2672039" y="2441132"/>
                  <a:pt x="2672576" y="2440825"/>
                  <a:pt x="2673191" y="2440825"/>
                </a:cubicBezTo>
                <a:close/>
                <a:moveTo>
                  <a:pt x="3496305" y="2440441"/>
                </a:moveTo>
                <a:lnTo>
                  <a:pt x="3520206" y="2440441"/>
                </a:lnTo>
                <a:cubicBezTo>
                  <a:pt x="3520821" y="2440441"/>
                  <a:pt x="3521360" y="2440749"/>
                  <a:pt x="3521666" y="2441286"/>
                </a:cubicBezTo>
                <a:lnTo>
                  <a:pt x="3533579" y="2461961"/>
                </a:lnTo>
                <a:cubicBezTo>
                  <a:pt x="3533887" y="2462498"/>
                  <a:pt x="3533887" y="2463113"/>
                  <a:pt x="3533579" y="2463651"/>
                </a:cubicBezTo>
                <a:lnTo>
                  <a:pt x="3521590" y="2484326"/>
                </a:lnTo>
                <a:cubicBezTo>
                  <a:pt x="3521282" y="2484863"/>
                  <a:pt x="3520745" y="2485170"/>
                  <a:pt x="3520130" y="2485170"/>
                </a:cubicBezTo>
                <a:lnTo>
                  <a:pt x="3496228" y="2485170"/>
                </a:lnTo>
                <a:cubicBezTo>
                  <a:pt x="3495612" y="2485170"/>
                  <a:pt x="3495075" y="2484863"/>
                  <a:pt x="3494768" y="2484326"/>
                </a:cubicBezTo>
                <a:lnTo>
                  <a:pt x="3482854" y="2463651"/>
                </a:lnTo>
                <a:cubicBezTo>
                  <a:pt x="3482550" y="2463113"/>
                  <a:pt x="3482550" y="2462498"/>
                  <a:pt x="3482854" y="2461961"/>
                </a:cubicBezTo>
                <a:lnTo>
                  <a:pt x="3494844" y="2441286"/>
                </a:lnTo>
                <a:cubicBezTo>
                  <a:pt x="3495151" y="2440749"/>
                  <a:pt x="3495690" y="2440441"/>
                  <a:pt x="3496305" y="2440441"/>
                </a:cubicBezTo>
                <a:close/>
                <a:moveTo>
                  <a:pt x="3587609" y="2440134"/>
                </a:moveTo>
                <a:lnTo>
                  <a:pt x="3611817" y="2440134"/>
                </a:lnTo>
                <a:cubicBezTo>
                  <a:pt x="3612432" y="2440134"/>
                  <a:pt x="3612970" y="2440441"/>
                  <a:pt x="3613277" y="2440978"/>
                </a:cubicBezTo>
                <a:lnTo>
                  <a:pt x="3625344" y="2461961"/>
                </a:lnTo>
                <a:cubicBezTo>
                  <a:pt x="3625652" y="2462498"/>
                  <a:pt x="3625652" y="2463113"/>
                  <a:pt x="3625344" y="2463651"/>
                </a:cubicBezTo>
                <a:lnTo>
                  <a:pt x="3613201" y="2484633"/>
                </a:lnTo>
                <a:cubicBezTo>
                  <a:pt x="3612894" y="2485170"/>
                  <a:pt x="3612355" y="2485478"/>
                  <a:pt x="3611742" y="2485478"/>
                </a:cubicBezTo>
                <a:lnTo>
                  <a:pt x="3587531" y="2485478"/>
                </a:lnTo>
                <a:cubicBezTo>
                  <a:pt x="3586917" y="2485478"/>
                  <a:pt x="3586380" y="2485170"/>
                  <a:pt x="3586071" y="2484633"/>
                </a:cubicBezTo>
                <a:lnTo>
                  <a:pt x="3574004" y="2463651"/>
                </a:lnTo>
                <a:cubicBezTo>
                  <a:pt x="3573699" y="2463113"/>
                  <a:pt x="3573699" y="2462498"/>
                  <a:pt x="3574004" y="2461961"/>
                </a:cubicBezTo>
                <a:lnTo>
                  <a:pt x="3586147" y="2440978"/>
                </a:lnTo>
                <a:cubicBezTo>
                  <a:pt x="3586455" y="2440441"/>
                  <a:pt x="3586994" y="2440134"/>
                  <a:pt x="3587609" y="2440134"/>
                </a:cubicBezTo>
                <a:close/>
                <a:moveTo>
                  <a:pt x="3404694" y="2440134"/>
                </a:moveTo>
                <a:lnTo>
                  <a:pt x="3428902" y="2440134"/>
                </a:lnTo>
                <a:cubicBezTo>
                  <a:pt x="3429517" y="2440134"/>
                  <a:pt x="3430055" y="2440441"/>
                  <a:pt x="3430363" y="2440978"/>
                </a:cubicBezTo>
                <a:lnTo>
                  <a:pt x="3442429" y="2461961"/>
                </a:lnTo>
                <a:cubicBezTo>
                  <a:pt x="3442737" y="2462498"/>
                  <a:pt x="3442737" y="2463113"/>
                  <a:pt x="3442429" y="2463651"/>
                </a:cubicBezTo>
                <a:lnTo>
                  <a:pt x="3430286" y="2484633"/>
                </a:lnTo>
                <a:cubicBezTo>
                  <a:pt x="3429979" y="2485170"/>
                  <a:pt x="3429439" y="2485478"/>
                  <a:pt x="3428826" y="2485478"/>
                </a:cubicBezTo>
                <a:lnTo>
                  <a:pt x="3404616" y="2485478"/>
                </a:lnTo>
                <a:cubicBezTo>
                  <a:pt x="3404001" y="2485478"/>
                  <a:pt x="3403464" y="2485170"/>
                  <a:pt x="3403157" y="2484633"/>
                </a:cubicBezTo>
                <a:lnTo>
                  <a:pt x="3391089" y="2463651"/>
                </a:lnTo>
                <a:cubicBezTo>
                  <a:pt x="3390784" y="2463113"/>
                  <a:pt x="3390784" y="2462498"/>
                  <a:pt x="3391089" y="2461961"/>
                </a:cubicBezTo>
                <a:lnTo>
                  <a:pt x="3403232" y="2440978"/>
                </a:lnTo>
                <a:cubicBezTo>
                  <a:pt x="3403540" y="2440441"/>
                  <a:pt x="3404079" y="2440134"/>
                  <a:pt x="3404694" y="2440134"/>
                </a:cubicBezTo>
                <a:close/>
                <a:moveTo>
                  <a:pt x="2764034" y="2439750"/>
                </a:moveTo>
                <a:lnTo>
                  <a:pt x="2788705" y="2439750"/>
                </a:lnTo>
                <a:cubicBezTo>
                  <a:pt x="2789318" y="2439750"/>
                  <a:pt x="2789933" y="2440058"/>
                  <a:pt x="2790241" y="2440595"/>
                </a:cubicBezTo>
                <a:lnTo>
                  <a:pt x="2802538" y="2461961"/>
                </a:lnTo>
                <a:cubicBezTo>
                  <a:pt x="2802845" y="2462500"/>
                  <a:pt x="2802845" y="2463191"/>
                  <a:pt x="2802538" y="2463728"/>
                </a:cubicBezTo>
                <a:lnTo>
                  <a:pt x="2790241" y="2485094"/>
                </a:lnTo>
                <a:cubicBezTo>
                  <a:pt x="2789858" y="2485632"/>
                  <a:pt x="2789318" y="2485939"/>
                  <a:pt x="2788705" y="2485939"/>
                </a:cubicBezTo>
                <a:lnTo>
                  <a:pt x="2764034" y="2485939"/>
                </a:lnTo>
                <a:cubicBezTo>
                  <a:pt x="2763419" y="2485939"/>
                  <a:pt x="2762804" y="2485632"/>
                  <a:pt x="2762498" y="2485094"/>
                </a:cubicBezTo>
                <a:lnTo>
                  <a:pt x="2750199" y="2463728"/>
                </a:lnTo>
                <a:cubicBezTo>
                  <a:pt x="2749894" y="2463191"/>
                  <a:pt x="2749894" y="2462500"/>
                  <a:pt x="2750199" y="2461961"/>
                </a:cubicBezTo>
                <a:lnTo>
                  <a:pt x="2762498" y="2440595"/>
                </a:lnTo>
                <a:cubicBezTo>
                  <a:pt x="2762881" y="2440058"/>
                  <a:pt x="2763419" y="2439750"/>
                  <a:pt x="2764034" y="2439750"/>
                </a:cubicBezTo>
                <a:close/>
                <a:moveTo>
                  <a:pt x="3312853" y="2439443"/>
                </a:moveTo>
                <a:lnTo>
                  <a:pt x="3337754" y="2439443"/>
                </a:lnTo>
                <a:cubicBezTo>
                  <a:pt x="3338369" y="2439443"/>
                  <a:pt x="3338984" y="2439750"/>
                  <a:pt x="3339292" y="2440287"/>
                </a:cubicBezTo>
                <a:lnTo>
                  <a:pt x="3351741" y="2461883"/>
                </a:lnTo>
                <a:cubicBezTo>
                  <a:pt x="3352048" y="2462422"/>
                  <a:pt x="3352048" y="2463113"/>
                  <a:pt x="3351741" y="2463652"/>
                </a:cubicBezTo>
                <a:lnTo>
                  <a:pt x="3339292" y="2485248"/>
                </a:lnTo>
                <a:cubicBezTo>
                  <a:pt x="3338984" y="2485785"/>
                  <a:pt x="3338369" y="2486093"/>
                  <a:pt x="3337754" y="2486093"/>
                </a:cubicBezTo>
                <a:lnTo>
                  <a:pt x="3312853" y="2486093"/>
                </a:lnTo>
                <a:cubicBezTo>
                  <a:pt x="3312238" y="2486093"/>
                  <a:pt x="3311623" y="2485785"/>
                  <a:pt x="3311315" y="2485248"/>
                </a:cubicBezTo>
                <a:lnTo>
                  <a:pt x="3298865" y="2463652"/>
                </a:lnTo>
                <a:cubicBezTo>
                  <a:pt x="3298559" y="2463113"/>
                  <a:pt x="3298559" y="2462422"/>
                  <a:pt x="3298865" y="2461883"/>
                </a:cubicBezTo>
                <a:lnTo>
                  <a:pt x="3311315" y="2440287"/>
                </a:lnTo>
                <a:cubicBezTo>
                  <a:pt x="3311623" y="2439750"/>
                  <a:pt x="3312238" y="2439443"/>
                  <a:pt x="3312853" y="2439443"/>
                </a:cubicBezTo>
                <a:close/>
                <a:moveTo>
                  <a:pt x="2854877" y="2438520"/>
                </a:moveTo>
                <a:lnTo>
                  <a:pt x="2880854" y="2438520"/>
                </a:lnTo>
                <a:cubicBezTo>
                  <a:pt x="2881545" y="2438520"/>
                  <a:pt x="2882161" y="2438903"/>
                  <a:pt x="2882467" y="2439443"/>
                </a:cubicBezTo>
                <a:lnTo>
                  <a:pt x="2895455" y="2461961"/>
                </a:lnTo>
                <a:cubicBezTo>
                  <a:pt x="2895763" y="2462498"/>
                  <a:pt x="2895763" y="2463267"/>
                  <a:pt x="2895455" y="2463804"/>
                </a:cubicBezTo>
                <a:lnTo>
                  <a:pt x="2882467" y="2486323"/>
                </a:lnTo>
                <a:cubicBezTo>
                  <a:pt x="2882083" y="2486862"/>
                  <a:pt x="2881467" y="2487245"/>
                  <a:pt x="2880854" y="2487245"/>
                </a:cubicBezTo>
                <a:lnTo>
                  <a:pt x="2854877" y="2487245"/>
                </a:lnTo>
                <a:cubicBezTo>
                  <a:pt x="2854185" y="2487245"/>
                  <a:pt x="2853570" y="2486862"/>
                  <a:pt x="2853263" y="2486323"/>
                </a:cubicBezTo>
                <a:lnTo>
                  <a:pt x="2840275" y="2463804"/>
                </a:lnTo>
                <a:cubicBezTo>
                  <a:pt x="2839965" y="2463267"/>
                  <a:pt x="2839965" y="2462498"/>
                  <a:pt x="2840275" y="2461961"/>
                </a:cubicBezTo>
                <a:lnTo>
                  <a:pt x="2853263" y="2439443"/>
                </a:lnTo>
                <a:cubicBezTo>
                  <a:pt x="2853646" y="2438903"/>
                  <a:pt x="2854261" y="2438520"/>
                  <a:pt x="2854877" y="2438520"/>
                </a:cubicBezTo>
                <a:close/>
                <a:moveTo>
                  <a:pt x="3220780" y="2438366"/>
                </a:moveTo>
                <a:lnTo>
                  <a:pt x="3246912" y="2438366"/>
                </a:lnTo>
                <a:cubicBezTo>
                  <a:pt x="3247603" y="2438366"/>
                  <a:pt x="3248218" y="2438751"/>
                  <a:pt x="3248525" y="2439289"/>
                </a:cubicBezTo>
                <a:lnTo>
                  <a:pt x="3261591" y="2461961"/>
                </a:lnTo>
                <a:cubicBezTo>
                  <a:pt x="3261899" y="2462498"/>
                  <a:pt x="3261899" y="2463267"/>
                  <a:pt x="3261591" y="2463804"/>
                </a:cubicBezTo>
                <a:lnTo>
                  <a:pt x="3248525" y="2486477"/>
                </a:lnTo>
                <a:cubicBezTo>
                  <a:pt x="3248142" y="2487016"/>
                  <a:pt x="3247527" y="2487399"/>
                  <a:pt x="3246912" y="2487399"/>
                </a:cubicBezTo>
                <a:lnTo>
                  <a:pt x="3220780" y="2487399"/>
                </a:lnTo>
                <a:cubicBezTo>
                  <a:pt x="3220089" y="2487399"/>
                  <a:pt x="3219475" y="2487016"/>
                  <a:pt x="3219167" y="2486477"/>
                </a:cubicBezTo>
                <a:lnTo>
                  <a:pt x="3206101" y="2463804"/>
                </a:lnTo>
                <a:cubicBezTo>
                  <a:pt x="3205796" y="2463267"/>
                  <a:pt x="3205796" y="2462498"/>
                  <a:pt x="3206101" y="2461961"/>
                </a:cubicBezTo>
                <a:lnTo>
                  <a:pt x="3219167" y="2439289"/>
                </a:lnTo>
                <a:cubicBezTo>
                  <a:pt x="3219553" y="2438751"/>
                  <a:pt x="3220167" y="2438366"/>
                  <a:pt x="3220780" y="2438366"/>
                </a:cubicBezTo>
                <a:close/>
                <a:moveTo>
                  <a:pt x="3129093" y="2438059"/>
                </a:moveTo>
                <a:lnTo>
                  <a:pt x="3155532" y="2438059"/>
                </a:lnTo>
                <a:cubicBezTo>
                  <a:pt x="3156223" y="2438059"/>
                  <a:pt x="3156838" y="2438442"/>
                  <a:pt x="3157146" y="2438981"/>
                </a:cubicBezTo>
                <a:lnTo>
                  <a:pt x="3170365" y="2461883"/>
                </a:lnTo>
                <a:cubicBezTo>
                  <a:pt x="3170673" y="2462420"/>
                  <a:pt x="3170673" y="2463189"/>
                  <a:pt x="3170365" y="2463728"/>
                </a:cubicBezTo>
                <a:lnTo>
                  <a:pt x="3157146" y="2486630"/>
                </a:lnTo>
                <a:cubicBezTo>
                  <a:pt x="3156838" y="2487169"/>
                  <a:pt x="3156223" y="2487553"/>
                  <a:pt x="3155532" y="2487553"/>
                </a:cubicBezTo>
                <a:lnTo>
                  <a:pt x="3129093" y="2487553"/>
                </a:lnTo>
                <a:cubicBezTo>
                  <a:pt x="3128402" y="2487553"/>
                  <a:pt x="3127787" y="2487169"/>
                  <a:pt x="3127480" y="2486630"/>
                </a:cubicBezTo>
                <a:lnTo>
                  <a:pt x="3114260" y="2463728"/>
                </a:lnTo>
                <a:cubicBezTo>
                  <a:pt x="3113954" y="2463189"/>
                  <a:pt x="3113954" y="2462420"/>
                  <a:pt x="3114260" y="2461883"/>
                </a:cubicBezTo>
                <a:lnTo>
                  <a:pt x="3127480" y="2438981"/>
                </a:lnTo>
                <a:cubicBezTo>
                  <a:pt x="3127787" y="2438442"/>
                  <a:pt x="3128402" y="2438059"/>
                  <a:pt x="3129093" y="2438059"/>
                </a:cubicBezTo>
                <a:close/>
                <a:moveTo>
                  <a:pt x="2946026" y="2437751"/>
                </a:moveTo>
                <a:lnTo>
                  <a:pt x="2972773" y="2437751"/>
                </a:lnTo>
                <a:cubicBezTo>
                  <a:pt x="2973388" y="2437751"/>
                  <a:pt x="2974079" y="2438059"/>
                  <a:pt x="2974386" y="2438674"/>
                </a:cubicBezTo>
                <a:lnTo>
                  <a:pt x="2987760" y="2461807"/>
                </a:lnTo>
                <a:cubicBezTo>
                  <a:pt x="2988068" y="2462420"/>
                  <a:pt x="2988068" y="2463113"/>
                  <a:pt x="2987760" y="2463728"/>
                </a:cubicBezTo>
                <a:lnTo>
                  <a:pt x="2974386" y="2486860"/>
                </a:lnTo>
                <a:cubicBezTo>
                  <a:pt x="2974079" y="2487399"/>
                  <a:pt x="2973464" y="2487783"/>
                  <a:pt x="2972773" y="2487783"/>
                </a:cubicBezTo>
                <a:lnTo>
                  <a:pt x="2946026" y="2487783"/>
                </a:lnTo>
                <a:cubicBezTo>
                  <a:pt x="2945413" y="2487783"/>
                  <a:pt x="2944720" y="2487475"/>
                  <a:pt x="2944413" y="2486860"/>
                </a:cubicBezTo>
                <a:lnTo>
                  <a:pt x="2931041" y="2463728"/>
                </a:lnTo>
                <a:cubicBezTo>
                  <a:pt x="2930732" y="2463113"/>
                  <a:pt x="2930732" y="2462420"/>
                  <a:pt x="2931041" y="2461807"/>
                </a:cubicBezTo>
                <a:lnTo>
                  <a:pt x="2944413" y="2438674"/>
                </a:lnTo>
                <a:cubicBezTo>
                  <a:pt x="2944720" y="2438134"/>
                  <a:pt x="2945335" y="2437751"/>
                  <a:pt x="2946026" y="2437751"/>
                </a:cubicBezTo>
                <a:close/>
                <a:moveTo>
                  <a:pt x="3037406" y="2437675"/>
                </a:moveTo>
                <a:lnTo>
                  <a:pt x="3064304" y="2437675"/>
                </a:lnTo>
                <a:cubicBezTo>
                  <a:pt x="3064919" y="2437675"/>
                  <a:pt x="3065612" y="2437983"/>
                  <a:pt x="3065918" y="2438598"/>
                </a:cubicBezTo>
                <a:lnTo>
                  <a:pt x="3079370" y="2461883"/>
                </a:lnTo>
                <a:cubicBezTo>
                  <a:pt x="3079675" y="2462498"/>
                  <a:pt x="3079675" y="2463191"/>
                  <a:pt x="3079370" y="2463804"/>
                </a:cubicBezTo>
                <a:lnTo>
                  <a:pt x="3065918" y="2487092"/>
                </a:lnTo>
                <a:cubicBezTo>
                  <a:pt x="3065612" y="2487631"/>
                  <a:pt x="3064997" y="2488014"/>
                  <a:pt x="3064304" y="2488014"/>
                </a:cubicBezTo>
                <a:lnTo>
                  <a:pt x="3037406" y="2488014"/>
                </a:lnTo>
                <a:cubicBezTo>
                  <a:pt x="3036791" y="2488014"/>
                  <a:pt x="3036100" y="2487707"/>
                  <a:pt x="3035793" y="2487092"/>
                </a:cubicBezTo>
                <a:lnTo>
                  <a:pt x="3022343" y="2463804"/>
                </a:lnTo>
                <a:cubicBezTo>
                  <a:pt x="3022034" y="2463191"/>
                  <a:pt x="3022034" y="2462498"/>
                  <a:pt x="3022343" y="2461883"/>
                </a:cubicBezTo>
                <a:lnTo>
                  <a:pt x="3035793" y="2438598"/>
                </a:lnTo>
                <a:cubicBezTo>
                  <a:pt x="3036100" y="2438059"/>
                  <a:pt x="3036715" y="2437675"/>
                  <a:pt x="3037406" y="2437675"/>
                </a:cubicBezTo>
                <a:close/>
                <a:moveTo>
                  <a:pt x="289657" y="2431372"/>
                </a:moveTo>
                <a:lnTo>
                  <a:pt x="323242" y="2431372"/>
                </a:lnTo>
                <a:cubicBezTo>
                  <a:pt x="324089" y="2431372"/>
                  <a:pt x="324854" y="2431833"/>
                  <a:pt x="325313" y="2432524"/>
                </a:cubicBezTo>
                <a:lnTo>
                  <a:pt x="342071" y="2461653"/>
                </a:lnTo>
                <a:cubicBezTo>
                  <a:pt x="342531" y="2462420"/>
                  <a:pt x="342531" y="2463343"/>
                  <a:pt x="342071" y="2464036"/>
                </a:cubicBezTo>
                <a:lnTo>
                  <a:pt x="325239" y="2493163"/>
                </a:lnTo>
                <a:cubicBezTo>
                  <a:pt x="324780" y="2493854"/>
                  <a:pt x="324007" y="2494316"/>
                  <a:pt x="323162" y="2494316"/>
                </a:cubicBezTo>
                <a:lnTo>
                  <a:pt x="289575" y="2494316"/>
                </a:lnTo>
                <a:cubicBezTo>
                  <a:pt x="288730" y="2494316"/>
                  <a:pt x="287962" y="2493854"/>
                  <a:pt x="287502" y="2493163"/>
                </a:cubicBezTo>
                <a:lnTo>
                  <a:pt x="270751" y="2464036"/>
                </a:lnTo>
                <a:cubicBezTo>
                  <a:pt x="270288" y="2463267"/>
                  <a:pt x="270288" y="2462344"/>
                  <a:pt x="270751" y="2461653"/>
                </a:cubicBezTo>
                <a:lnTo>
                  <a:pt x="287580" y="2432524"/>
                </a:lnTo>
                <a:cubicBezTo>
                  <a:pt x="288043" y="2431833"/>
                  <a:pt x="288810" y="2431372"/>
                  <a:pt x="289657" y="2431372"/>
                </a:cubicBezTo>
                <a:close/>
                <a:moveTo>
                  <a:pt x="380273" y="2429836"/>
                </a:moveTo>
                <a:lnTo>
                  <a:pt x="415546" y="2429836"/>
                </a:lnTo>
                <a:cubicBezTo>
                  <a:pt x="416393" y="2429836"/>
                  <a:pt x="417240" y="2430297"/>
                  <a:pt x="417699" y="2431066"/>
                </a:cubicBezTo>
                <a:lnTo>
                  <a:pt x="435295" y="2461577"/>
                </a:lnTo>
                <a:cubicBezTo>
                  <a:pt x="435762" y="2462344"/>
                  <a:pt x="435762" y="2463267"/>
                  <a:pt x="435295" y="2464036"/>
                </a:cubicBezTo>
                <a:lnTo>
                  <a:pt x="417699" y="2494547"/>
                </a:lnTo>
                <a:cubicBezTo>
                  <a:pt x="417240" y="2495316"/>
                  <a:pt x="416393" y="2495777"/>
                  <a:pt x="415546" y="2495777"/>
                </a:cubicBezTo>
                <a:lnTo>
                  <a:pt x="380273" y="2495777"/>
                </a:lnTo>
                <a:cubicBezTo>
                  <a:pt x="379427" y="2495777"/>
                  <a:pt x="378576" y="2495316"/>
                  <a:pt x="378119" y="2494547"/>
                </a:cubicBezTo>
                <a:lnTo>
                  <a:pt x="360514" y="2464036"/>
                </a:lnTo>
                <a:cubicBezTo>
                  <a:pt x="360054" y="2463267"/>
                  <a:pt x="360054" y="2462344"/>
                  <a:pt x="360514" y="2461577"/>
                </a:cubicBezTo>
                <a:lnTo>
                  <a:pt x="378119" y="2431066"/>
                </a:lnTo>
                <a:cubicBezTo>
                  <a:pt x="378576" y="2430297"/>
                  <a:pt x="379427" y="2429836"/>
                  <a:pt x="380273" y="2429836"/>
                </a:cubicBezTo>
                <a:close/>
                <a:moveTo>
                  <a:pt x="1401358" y="2378266"/>
                </a:moveTo>
                <a:lnTo>
                  <a:pt x="1407046" y="2378266"/>
                </a:lnTo>
                <a:cubicBezTo>
                  <a:pt x="1407200" y="2378266"/>
                  <a:pt x="1407422" y="2378498"/>
                  <a:pt x="1407422" y="2378498"/>
                </a:cubicBezTo>
                <a:lnTo>
                  <a:pt x="1410275" y="2383415"/>
                </a:lnTo>
                <a:cubicBezTo>
                  <a:pt x="1410275" y="2383493"/>
                  <a:pt x="1410275" y="2383801"/>
                  <a:pt x="1410275" y="2383801"/>
                </a:cubicBezTo>
                <a:lnTo>
                  <a:pt x="1407422" y="2388720"/>
                </a:lnTo>
                <a:cubicBezTo>
                  <a:pt x="1407357" y="2388872"/>
                  <a:pt x="1407046" y="2388949"/>
                  <a:pt x="1407046" y="2388949"/>
                </a:cubicBezTo>
                <a:lnTo>
                  <a:pt x="1401358" y="2388949"/>
                </a:lnTo>
                <a:cubicBezTo>
                  <a:pt x="1401197" y="2388949"/>
                  <a:pt x="1400974" y="2388720"/>
                  <a:pt x="1400974" y="2388720"/>
                </a:cubicBezTo>
                <a:lnTo>
                  <a:pt x="1398129" y="2383801"/>
                </a:lnTo>
                <a:cubicBezTo>
                  <a:pt x="1398129" y="2383723"/>
                  <a:pt x="1398129" y="2383415"/>
                  <a:pt x="1398129" y="2383415"/>
                </a:cubicBezTo>
                <a:lnTo>
                  <a:pt x="1400974" y="2378498"/>
                </a:lnTo>
                <a:cubicBezTo>
                  <a:pt x="1401048" y="2378344"/>
                  <a:pt x="1401358" y="2378266"/>
                  <a:pt x="1401358" y="2378266"/>
                </a:cubicBezTo>
                <a:close/>
                <a:moveTo>
                  <a:pt x="2407583" y="2378113"/>
                </a:moveTo>
                <a:lnTo>
                  <a:pt x="2413422" y="2378113"/>
                </a:lnTo>
                <a:cubicBezTo>
                  <a:pt x="2413576" y="2378113"/>
                  <a:pt x="2413808" y="2378342"/>
                  <a:pt x="2413808" y="2378342"/>
                </a:cubicBezTo>
                <a:lnTo>
                  <a:pt x="2416728" y="2383415"/>
                </a:lnTo>
                <a:cubicBezTo>
                  <a:pt x="2416728" y="2383493"/>
                  <a:pt x="2416728" y="2383801"/>
                  <a:pt x="2416728" y="2383801"/>
                </a:cubicBezTo>
                <a:lnTo>
                  <a:pt x="2413808" y="2388872"/>
                </a:lnTo>
                <a:cubicBezTo>
                  <a:pt x="2413730" y="2389025"/>
                  <a:pt x="2413422" y="2389103"/>
                  <a:pt x="2413422" y="2389103"/>
                </a:cubicBezTo>
                <a:lnTo>
                  <a:pt x="2407583" y="2389103"/>
                </a:lnTo>
                <a:cubicBezTo>
                  <a:pt x="2407429" y="2389103"/>
                  <a:pt x="2407197" y="2388872"/>
                  <a:pt x="2407197" y="2388872"/>
                </a:cubicBezTo>
                <a:lnTo>
                  <a:pt x="2404277" y="2383801"/>
                </a:lnTo>
                <a:cubicBezTo>
                  <a:pt x="2404277" y="2383723"/>
                  <a:pt x="2404277" y="2383415"/>
                  <a:pt x="2404277" y="2383415"/>
                </a:cubicBezTo>
                <a:lnTo>
                  <a:pt x="2407197" y="2378342"/>
                </a:lnTo>
                <a:cubicBezTo>
                  <a:pt x="2407275" y="2378190"/>
                  <a:pt x="2407583" y="2378113"/>
                  <a:pt x="2407583" y="2378113"/>
                </a:cubicBezTo>
                <a:close/>
                <a:moveTo>
                  <a:pt x="2498808" y="2377651"/>
                </a:moveTo>
                <a:lnTo>
                  <a:pt x="2505111" y="2377651"/>
                </a:lnTo>
                <a:cubicBezTo>
                  <a:pt x="2505265" y="2377651"/>
                  <a:pt x="2505495" y="2377881"/>
                  <a:pt x="2505495" y="2377881"/>
                </a:cubicBezTo>
                <a:lnTo>
                  <a:pt x="2508647" y="2383339"/>
                </a:lnTo>
                <a:cubicBezTo>
                  <a:pt x="2508723" y="2383493"/>
                  <a:pt x="2508647" y="2383799"/>
                  <a:pt x="2508647" y="2383799"/>
                </a:cubicBezTo>
                <a:lnTo>
                  <a:pt x="2505495" y="2389257"/>
                </a:lnTo>
                <a:cubicBezTo>
                  <a:pt x="2505419" y="2389411"/>
                  <a:pt x="2505111" y="2389487"/>
                  <a:pt x="2505111" y="2389487"/>
                </a:cubicBezTo>
                <a:lnTo>
                  <a:pt x="2498808" y="2389487"/>
                </a:lnTo>
                <a:cubicBezTo>
                  <a:pt x="2498655" y="2389487"/>
                  <a:pt x="2498425" y="2389257"/>
                  <a:pt x="2498425" y="2389257"/>
                </a:cubicBezTo>
                <a:lnTo>
                  <a:pt x="2495274" y="2383799"/>
                </a:lnTo>
                <a:cubicBezTo>
                  <a:pt x="2495196" y="2383645"/>
                  <a:pt x="2495274" y="2383339"/>
                  <a:pt x="2495274" y="2383339"/>
                </a:cubicBezTo>
                <a:lnTo>
                  <a:pt x="2498425" y="2377881"/>
                </a:lnTo>
                <a:cubicBezTo>
                  <a:pt x="2498501" y="2377729"/>
                  <a:pt x="2498808" y="2377651"/>
                  <a:pt x="2498808" y="2377651"/>
                </a:cubicBezTo>
                <a:close/>
                <a:moveTo>
                  <a:pt x="2588730" y="2374731"/>
                </a:moveTo>
                <a:lnTo>
                  <a:pt x="2598105" y="2374731"/>
                </a:lnTo>
                <a:cubicBezTo>
                  <a:pt x="2598337" y="2374731"/>
                  <a:pt x="2598644" y="2375039"/>
                  <a:pt x="2598644" y="2375039"/>
                </a:cubicBezTo>
                <a:lnTo>
                  <a:pt x="2603332" y="2383186"/>
                </a:lnTo>
                <a:cubicBezTo>
                  <a:pt x="2603486" y="2383415"/>
                  <a:pt x="2603332" y="2383877"/>
                  <a:pt x="2603332" y="2383877"/>
                </a:cubicBezTo>
                <a:lnTo>
                  <a:pt x="2598644" y="2392023"/>
                </a:lnTo>
                <a:cubicBezTo>
                  <a:pt x="2598566" y="2392177"/>
                  <a:pt x="2598105" y="2392331"/>
                  <a:pt x="2598105" y="2392331"/>
                </a:cubicBezTo>
                <a:lnTo>
                  <a:pt x="2588730" y="2392331"/>
                </a:lnTo>
                <a:cubicBezTo>
                  <a:pt x="2588499" y="2392331"/>
                  <a:pt x="2588191" y="2392023"/>
                  <a:pt x="2588191" y="2392023"/>
                </a:cubicBezTo>
                <a:lnTo>
                  <a:pt x="2583504" y="2383877"/>
                </a:lnTo>
                <a:cubicBezTo>
                  <a:pt x="2583350" y="2383647"/>
                  <a:pt x="2583504" y="2383186"/>
                  <a:pt x="2583504" y="2383186"/>
                </a:cubicBezTo>
                <a:lnTo>
                  <a:pt x="2588191" y="2375039"/>
                </a:lnTo>
                <a:cubicBezTo>
                  <a:pt x="2588269" y="2374885"/>
                  <a:pt x="2588730" y="2374731"/>
                  <a:pt x="2588730" y="2374731"/>
                </a:cubicBezTo>
                <a:close/>
                <a:moveTo>
                  <a:pt x="759010" y="2374422"/>
                </a:moveTo>
                <a:lnTo>
                  <a:pt x="768692" y="2374422"/>
                </a:lnTo>
                <a:cubicBezTo>
                  <a:pt x="768918" y="2374422"/>
                  <a:pt x="769304" y="2374729"/>
                  <a:pt x="769304" y="2374729"/>
                </a:cubicBezTo>
                <a:lnTo>
                  <a:pt x="774147" y="2383106"/>
                </a:lnTo>
                <a:cubicBezTo>
                  <a:pt x="774301" y="2383337"/>
                  <a:pt x="774147" y="2383799"/>
                  <a:pt x="774147" y="2383799"/>
                </a:cubicBezTo>
                <a:lnTo>
                  <a:pt x="769304" y="2392175"/>
                </a:lnTo>
                <a:cubicBezTo>
                  <a:pt x="769152" y="2392329"/>
                  <a:pt x="768692" y="2392483"/>
                  <a:pt x="768692" y="2392483"/>
                </a:cubicBezTo>
                <a:lnTo>
                  <a:pt x="759010" y="2392483"/>
                </a:lnTo>
                <a:cubicBezTo>
                  <a:pt x="758780" y="2392483"/>
                  <a:pt x="758391" y="2392175"/>
                  <a:pt x="758391" y="2392175"/>
                </a:cubicBezTo>
                <a:lnTo>
                  <a:pt x="753555" y="2383799"/>
                </a:lnTo>
                <a:cubicBezTo>
                  <a:pt x="753398" y="2383567"/>
                  <a:pt x="753555" y="2383106"/>
                  <a:pt x="753555" y="2383106"/>
                </a:cubicBezTo>
                <a:lnTo>
                  <a:pt x="758391" y="2374729"/>
                </a:lnTo>
                <a:cubicBezTo>
                  <a:pt x="758549" y="2374576"/>
                  <a:pt x="759010" y="2374422"/>
                  <a:pt x="759010" y="2374422"/>
                </a:cubicBezTo>
                <a:close/>
                <a:moveTo>
                  <a:pt x="849926" y="2373501"/>
                </a:moveTo>
                <a:lnTo>
                  <a:pt x="860681" y="2373501"/>
                </a:lnTo>
                <a:cubicBezTo>
                  <a:pt x="860987" y="2373501"/>
                  <a:pt x="861378" y="2373887"/>
                  <a:pt x="861378" y="2373887"/>
                </a:cubicBezTo>
                <a:lnTo>
                  <a:pt x="866761" y="2383186"/>
                </a:lnTo>
                <a:cubicBezTo>
                  <a:pt x="866911" y="2383415"/>
                  <a:pt x="866761" y="2383954"/>
                  <a:pt x="866761" y="2383954"/>
                </a:cubicBezTo>
                <a:lnTo>
                  <a:pt x="861378" y="2393253"/>
                </a:lnTo>
                <a:cubicBezTo>
                  <a:pt x="861224" y="2393483"/>
                  <a:pt x="860681" y="2393637"/>
                  <a:pt x="860681" y="2393637"/>
                </a:cubicBezTo>
                <a:lnTo>
                  <a:pt x="849926" y="2393637"/>
                </a:lnTo>
                <a:cubicBezTo>
                  <a:pt x="849615" y="2393637"/>
                  <a:pt x="849231" y="2393253"/>
                  <a:pt x="849231" y="2393253"/>
                </a:cubicBezTo>
                <a:lnTo>
                  <a:pt x="843851" y="2383954"/>
                </a:lnTo>
                <a:cubicBezTo>
                  <a:pt x="843699" y="2383723"/>
                  <a:pt x="843851" y="2383186"/>
                  <a:pt x="843851" y="2383186"/>
                </a:cubicBezTo>
                <a:lnTo>
                  <a:pt x="849231" y="2373887"/>
                </a:lnTo>
                <a:cubicBezTo>
                  <a:pt x="849387" y="2373655"/>
                  <a:pt x="849926" y="2373501"/>
                  <a:pt x="849926" y="2373501"/>
                </a:cubicBezTo>
                <a:close/>
                <a:moveTo>
                  <a:pt x="2679419" y="2373194"/>
                </a:moveTo>
                <a:lnTo>
                  <a:pt x="2690485" y="2373194"/>
                </a:lnTo>
                <a:cubicBezTo>
                  <a:pt x="2690793" y="2373194"/>
                  <a:pt x="2691177" y="2373577"/>
                  <a:pt x="2691177" y="2373577"/>
                </a:cubicBezTo>
                <a:lnTo>
                  <a:pt x="2696710" y="2383186"/>
                </a:lnTo>
                <a:cubicBezTo>
                  <a:pt x="2696864" y="2383415"/>
                  <a:pt x="2696710" y="2383953"/>
                  <a:pt x="2696710" y="2383953"/>
                </a:cubicBezTo>
                <a:lnTo>
                  <a:pt x="2691177" y="2393561"/>
                </a:lnTo>
                <a:cubicBezTo>
                  <a:pt x="2691025" y="2393791"/>
                  <a:pt x="2690485" y="2393944"/>
                  <a:pt x="2690485" y="2393944"/>
                </a:cubicBezTo>
                <a:lnTo>
                  <a:pt x="2679419" y="2393944"/>
                </a:lnTo>
                <a:cubicBezTo>
                  <a:pt x="2679112" y="2393944"/>
                  <a:pt x="2678728" y="2393561"/>
                  <a:pt x="2678728" y="2393561"/>
                </a:cubicBezTo>
                <a:lnTo>
                  <a:pt x="2673193" y="2383953"/>
                </a:lnTo>
                <a:cubicBezTo>
                  <a:pt x="2673040" y="2383723"/>
                  <a:pt x="2673193" y="2383186"/>
                  <a:pt x="2673193" y="2383186"/>
                </a:cubicBezTo>
                <a:lnTo>
                  <a:pt x="2678728" y="2373577"/>
                </a:lnTo>
                <a:cubicBezTo>
                  <a:pt x="2678881" y="2373347"/>
                  <a:pt x="2679419" y="2373194"/>
                  <a:pt x="2679419" y="2373194"/>
                </a:cubicBezTo>
                <a:close/>
                <a:moveTo>
                  <a:pt x="575326" y="2373194"/>
                </a:moveTo>
                <a:lnTo>
                  <a:pt x="586392" y="2373194"/>
                </a:lnTo>
                <a:cubicBezTo>
                  <a:pt x="586698" y="2373194"/>
                  <a:pt x="587085" y="2373577"/>
                  <a:pt x="587085" y="2373577"/>
                </a:cubicBezTo>
                <a:lnTo>
                  <a:pt x="592614" y="2383186"/>
                </a:lnTo>
                <a:cubicBezTo>
                  <a:pt x="592768" y="2383415"/>
                  <a:pt x="592614" y="2383953"/>
                  <a:pt x="592614" y="2383953"/>
                </a:cubicBezTo>
                <a:lnTo>
                  <a:pt x="587085" y="2393561"/>
                </a:lnTo>
                <a:cubicBezTo>
                  <a:pt x="586928" y="2393791"/>
                  <a:pt x="586392" y="2393944"/>
                  <a:pt x="586392" y="2393944"/>
                </a:cubicBezTo>
                <a:lnTo>
                  <a:pt x="575326" y="2393944"/>
                </a:lnTo>
                <a:cubicBezTo>
                  <a:pt x="575015" y="2393944"/>
                  <a:pt x="574633" y="2393561"/>
                  <a:pt x="574633" y="2393561"/>
                </a:cubicBezTo>
                <a:lnTo>
                  <a:pt x="569103" y="2383953"/>
                </a:lnTo>
                <a:cubicBezTo>
                  <a:pt x="568949" y="2383723"/>
                  <a:pt x="569103" y="2383186"/>
                  <a:pt x="569103" y="2383186"/>
                </a:cubicBezTo>
                <a:lnTo>
                  <a:pt x="574633" y="2373577"/>
                </a:lnTo>
                <a:cubicBezTo>
                  <a:pt x="574785" y="2373347"/>
                  <a:pt x="575326" y="2373194"/>
                  <a:pt x="575326" y="2373194"/>
                </a:cubicBezTo>
                <a:close/>
                <a:moveTo>
                  <a:pt x="2769183" y="2370118"/>
                </a:moveTo>
                <a:lnTo>
                  <a:pt x="2783554" y="2370118"/>
                </a:lnTo>
                <a:cubicBezTo>
                  <a:pt x="2783862" y="2370118"/>
                  <a:pt x="2784399" y="2370655"/>
                  <a:pt x="2784399" y="2370655"/>
                </a:cubicBezTo>
                <a:lnTo>
                  <a:pt x="2791547" y="2383106"/>
                </a:lnTo>
                <a:cubicBezTo>
                  <a:pt x="2791701" y="2383413"/>
                  <a:pt x="2791547" y="2384106"/>
                  <a:pt x="2791547" y="2384106"/>
                </a:cubicBezTo>
                <a:lnTo>
                  <a:pt x="2784399" y="2396557"/>
                </a:lnTo>
                <a:cubicBezTo>
                  <a:pt x="2784246" y="2396864"/>
                  <a:pt x="2783554" y="2397094"/>
                  <a:pt x="2783554" y="2397094"/>
                </a:cubicBezTo>
                <a:lnTo>
                  <a:pt x="2769183" y="2397094"/>
                </a:lnTo>
                <a:cubicBezTo>
                  <a:pt x="2768875" y="2397094"/>
                  <a:pt x="2768338" y="2396557"/>
                  <a:pt x="2768338" y="2396557"/>
                </a:cubicBezTo>
                <a:lnTo>
                  <a:pt x="2761190" y="2384106"/>
                </a:lnTo>
                <a:cubicBezTo>
                  <a:pt x="2761036" y="2383799"/>
                  <a:pt x="2761190" y="2383106"/>
                  <a:pt x="2761190" y="2383106"/>
                </a:cubicBezTo>
                <a:lnTo>
                  <a:pt x="2768338" y="2370655"/>
                </a:lnTo>
                <a:cubicBezTo>
                  <a:pt x="2768492" y="2370350"/>
                  <a:pt x="2769183" y="2370118"/>
                  <a:pt x="2769183" y="2370118"/>
                </a:cubicBezTo>
                <a:close/>
                <a:moveTo>
                  <a:pt x="2859104" y="2367044"/>
                </a:moveTo>
                <a:lnTo>
                  <a:pt x="2876704" y="2367044"/>
                </a:lnTo>
                <a:cubicBezTo>
                  <a:pt x="2877166" y="2367044"/>
                  <a:pt x="2877780" y="2367659"/>
                  <a:pt x="2877780" y="2367659"/>
                </a:cubicBezTo>
                <a:lnTo>
                  <a:pt x="2886618" y="2382954"/>
                </a:lnTo>
                <a:cubicBezTo>
                  <a:pt x="2886849" y="2383337"/>
                  <a:pt x="2886618" y="2384182"/>
                  <a:pt x="2886618" y="2384182"/>
                </a:cubicBezTo>
                <a:lnTo>
                  <a:pt x="2877780" y="2399477"/>
                </a:lnTo>
                <a:cubicBezTo>
                  <a:pt x="2877551" y="2399862"/>
                  <a:pt x="2877166" y="2400092"/>
                  <a:pt x="2876704" y="2400092"/>
                </a:cubicBezTo>
                <a:lnTo>
                  <a:pt x="2859104" y="2400092"/>
                </a:lnTo>
                <a:cubicBezTo>
                  <a:pt x="2858643" y="2400092"/>
                  <a:pt x="2858028" y="2399477"/>
                  <a:pt x="2858028" y="2399477"/>
                </a:cubicBezTo>
                <a:lnTo>
                  <a:pt x="2849190" y="2384182"/>
                </a:lnTo>
                <a:cubicBezTo>
                  <a:pt x="2848960" y="2383799"/>
                  <a:pt x="2849190" y="2382954"/>
                  <a:pt x="2849190" y="2382954"/>
                </a:cubicBezTo>
                <a:lnTo>
                  <a:pt x="2858028" y="2367659"/>
                </a:lnTo>
                <a:cubicBezTo>
                  <a:pt x="2858259" y="2367274"/>
                  <a:pt x="2858643" y="2367044"/>
                  <a:pt x="2859104" y="2367044"/>
                </a:cubicBezTo>
                <a:close/>
                <a:moveTo>
                  <a:pt x="1028460" y="2365201"/>
                </a:moveTo>
                <a:lnTo>
                  <a:pt x="1048052" y="2365201"/>
                </a:lnTo>
                <a:cubicBezTo>
                  <a:pt x="1048595" y="2365201"/>
                  <a:pt x="1049057" y="2365431"/>
                  <a:pt x="1049283" y="2365892"/>
                </a:cubicBezTo>
                <a:lnTo>
                  <a:pt x="1059045" y="2382800"/>
                </a:lnTo>
                <a:cubicBezTo>
                  <a:pt x="1059276" y="2383261"/>
                  <a:pt x="1059276" y="2383723"/>
                  <a:pt x="1059045" y="2384184"/>
                </a:cubicBezTo>
                <a:lnTo>
                  <a:pt x="1049283" y="2401092"/>
                </a:lnTo>
                <a:cubicBezTo>
                  <a:pt x="1048977" y="2401554"/>
                  <a:pt x="1048516" y="2401783"/>
                  <a:pt x="1048052" y="2401783"/>
                </a:cubicBezTo>
                <a:lnTo>
                  <a:pt x="1028460" y="2401783"/>
                </a:lnTo>
                <a:cubicBezTo>
                  <a:pt x="1027920" y="2401783"/>
                  <a:pt x="1027457" y="2401554"/>
                  <a:pt x="1027231" y="2401092"/>
                </a:cubicBezTo>
                <a:lnTo>
                  <a:pt x="1017467" y="2384184"/>
                </a:lnTo>
                <a:cubicBezTo>
                  <a:pt x="1017239" y="2383723"/>
                  <a:pt x="1017239" y="2383261"/>
                  <a:pt x="1017467" y="2382800"/>
                </a:cubicBezTo>
                <a:lnTo>
                  <a:pt x="1027231" y="2365892"/>
                </a:lnTo>
                <a:cubicBezTo>
                  <a:pt x="1027533" y="2365431"/>
                  <a:pt x="1027996" y="2365201"/>
                  <a:pt x="1028460" y="2365201"/>
                </a:cubicBezTo>
                <a:close/>
                <a:moveTo>
                  <a:pt x="2948487" y="2363279"/>
                </a:moveTo>
                <a:lnTo>
                  <a:pt x="2970158" y="2363279"/>
                </a:lnTo>
                <a:cubicBezTo>
                  <a:pt x="2970698" y="2363279"/>
                  <a:pt x="2971157" y="2363587"/>
                  <a:pt x="2971466" y="2364048"/>
                </a:cubicBezTo>
                <a:lnTo>
                  <a:pt x="2982301" y="2382800"/>
                </a:lnTo>
                <a:cubicBezTo>
                  <a:pt x="2982610" y="2383261"/>
                  <a:pt x="2982610" y="2383877"/>
                  <a:pt x="2982301" y="2384338"/>
                </a:cubicBezTo>
                <a:lnTo>
                  <a:pt x="2971466" y="2403090"/>
                </a:lnTo>
                <a:cubicBezTo>
                  <a:pt x="2971235" y="2403551"/>
                  <a:pt x="2970698" y="2403859"/>
                  <a:pt x="2970158" y="2403859"/>
                </a:cubicBezTo>
                <a:lnTo>
                  <a:pt x="2948487" y="2403859"/>
                </a:lnTo>
                <a:cubicBezTo>
                  <a:pt x="2947948" y="2403859"/>
                  <a:pt x="2947486" y="2403551"/>
                  <a:pt x="2947179" y="2403090"/>
                </a:cubicBezTo>
                <a:lnTo>
                  <a:pt x="2936344" y="2384338"/>
                </a:lnTo>
                <a:cubicBezTo>
                  <a:pt x="2936034" y="2383877"/>
                  <a:pt x="2936034" y="2383261"/>
                  <a:pt x="2936344" y="2382800"/>
                </a:cubicBezTo>
                <a:lnTo>
                  <a:pt x="2947179" y="2364048"/>
                </a:lnTo>
                <a:cubicBezTo>
                  <a:pt x="2947410" y="2363587"/>
                  <a:pt x="2947948" y="2363279"/>
                  <a:pt x="2948487" y="2363279"/>
                </a:cubicBezTo>
                <a:close/>
                <a:moveTo>
                  <a:pt x="477797" y="2361742"/>
                </a:moveTo>
                <a:lnTo>
                  <a:pt x="501086" y="2361742"/>
                </a:lnTo>
                <a:cubicBezTo>
                  <a:pt x="501695" y="2361742"/>
                  <a:pt x="502235" y="2362049"/>
                  <a:pt x="502540" y="2362587"/>
                </a:cubicBezTo>
                <a:lnTo>
                  <a:pt x="514150" y="2382800"/>
                </a:lnTo>
                <a:cubicBezTo>
                  <a:pt x="514448" y="2383261"/>
                  <a:pt x="514448" y="2383877"/>
                  <a:pt x="514150" y="2384414"/>
                </a:cubicBezTo>
                <a:lnTo>
                  <a:pt x="502470" y="2404627"/>
                </a:lnTo>
                <a:cubicBezTo>
                  <a:pt x="502157" y="2405165"/>
                  <a:pt x="501621" y="2405472"/>
                  <a:pt x="501001" y="2405472"/>
                </a:cubicBezTo>
                <a:lnTo>
                  <a:pt x="477721" y="2405472"/>
                </a:lnTo>
                <a:cubicBezTo>
                  <a:pt x="477104" y="2405472"/>
                  <a:pt x="476569" y="2405165"/>
                  <a:pt x="476257" y="2404627"/>
                </a:cubicBezTo>
                <a:lnTo>
                  <a:pt x="464653" y="2384414"/>
                </a:lnTo>
                <a:cubicBezTo>
                  <a:pt x="464346" y="2383953"/>
                  <a:pt x="464346" y="2383337"/>
                  <a:pt x="464653" y="2382800"/>
                </a:cubicBezTo>
                <a:lnTo>
                  <a:pt x="476337" y="2362587"/>
                </a:lnTo>
                <a:cubicBezTo>
                  <a:pt x="476644" y="2362049"/>
                  <a:pt x="477176" y="2361742"/>
                  <a:pt x="477797" y="2361742"/>
                </a:cubicBezTo>
                <a:close/>
                <a:moveTo>
                  <a:pt x="3038944" y="2361280"/>
                </a:moveTo>
                <a:lnTo>
                  <a:pt x="3062692" y="2361280"/>
                </a:lnTo>
                <a:cubicBezTo>
                  <a:pt x="3063307" y="2361280"/>
                  <a:pt x="3063845" y="2361588"/>
                  <a:pt x="3064152" y="2362125"/>
                </a:cubicBezTo>
                <a:lnTo>
                  <a:pt x="3075988" y="2382722"/>
                </a:lnTo>
                <a:cubicBezTo>
                  <a:pt x="3076295" y="2383261"/>
                  <a:pt x="3076295" y="2383875"/>
                  <a:pt x="3075988" y="2384414"/>
                </a:cubicBezTo>
                <a:lnTo>
                  <a:pt x="3064077" y="2405011"/>
                </a:lnTo>
                <a:cubicBezTo>
                  <a:pt x="3063769" y="2405548"/>
                  <a:pt x="3063230" y="2405856"/>
                  <a:pt x="3062615" y="2405856"/>
                </a:cubicBezTo>
                <a:lnTo>
                  <a:pt x="3038868" y="2405856"/>
                </a:lnTo>
                <a:cubicBezTo>
                  <a:pt x="3038253" y="2405856"/>
                  <a:pt x="3037713" y="2405548"/>
                  <a:pt x="3037406" y="2405011"/>
                </a:cubicBezTo>
                <a:lnTo>
                  <a:pt x="3025571" y="2384414"/>
                </a:lnTo>
                <a:cubicBezTo>
                  <a:pt x="3025265" y="2383875"/>
                  <a:pt x="3025265" y="2383261"/>
                  <a:pt x="3025571" y="2382722"/>
                </a:cubicBezTo>
                <a:lnTo>
                  <a:pt x="3037485" y="2362125"/>
                </a:lnTo>
                <a:cubicBezTo>
                  <a:pt x="3037791" y="2361588"/>
                  <a:pt x="3038329" y="2361280"/>
                  <a:pt x="3038944" y="2361280"/>
                </a:cubicBezTo>
                <a:close/>
                <a:moveTo>
                  <a:pt x="3770600" y="2360897"/>
                </a:moveTo>
                <a:lnTo>
                  <a:pt x="3794809" y="2360897"/>
                </a:lnTo>
                <a:cubicBezTo>
                  <a:pt x="3795424" y="2360897"/>
                  <a:pt x="3795961" y="2361204"/>
                  <a:pt x="3796268" y="2361742"/>
                </a:cubicBezTo>
                <a:lnTo>
                  <a:pt x="3808335" y="2382724"/>
                </a:lnTo>
                <a:cubicBezTo>
                  <a:pt x="3808644" y="2383261"/>
                  <a:pt x="3808644" y="2383877"/>
                  <a:pt x="3808335" y="2384414"/>
                </a:cubicBezTo>
                <a:lnTo>
                  <a:pt x="3796192" y="2405396"/>
                </a:lnTo>
                <a:cubicBezTo>
                  <a:pt x="3795885" y="2405934"/>
                  <a:pt x="3795346" y="2406241"/>
                  <a:pt x="3794732" y="2406241"/>
                </a:cubicBezTo>
                <a:lnTo>
                  <a:pt x="3770522" y="2406241"/>
                </a:lnTo>
                <a:cubicBezTo>
                  <a:pt x="3769907" y="2406241"/>
                  <a:pt x="3769370" y="2405934"/>
                  <a:pt x="3769062" y="2405396"/>
                </a:cubicBezTo>
                <a:lnTo>
                  <a:pt x="3756995" y="2384414"/>
                </a:lnTo>
                <a:cubicBezTo>
                  <a:pt x="3756690" y="2383877"/>
                  <a:pt x="3756690" y="2383261"/>
                  <a:pt x="3756995" y="2382724"/>
                </a:cubicBezTo>
                <a:lnTo>
                  <a:pt x="3769138" y="2361742"/>
                </a:lnTo>
                <a:cubicBezTo>
                  <a:pt x="3769447" y="2361204"/>
                  <a:pt x="3769985" y="2360897"/>
                  <a:pt x="3770600" y="2360897"/>
                </a:cubicBezTo>
                <a:close/>
                <a:moveTo>
                  <a:pt x="3587226" y="2360050"/>
                </a:moveTo>
                <a:lnTo>
                  <a:pt x="3612279" y="2360050"/>
                </a:lnTo>
                <a:cubicBezTo>
                  <a:pt x="3612894" y="2360050"/>
                  <a:pt x="3613509" y="2360436"/>
                  <a:pt x="3613816" y="2360973"/>
                </a:cubicBezTo>
                <a:lnTo>
                  <a:pt x="3626343" y="2382722"/>
                </a:lnTo>
                <a:cubicBezTo>
                  <a:pt x="3626650" y="2383260"/>
                  <a:pt x="3626650" y="2383953"/>
                  <a:pt x="3626343" y="2384490"/>
                </a:cubicBezTo>
                <a:lnTo>
                  <a:pt x="3613816" y="2406239"/>
                </a:lnTo>
                <a:cubicBezTo>
                  <a:pt x="3613509" y="2406854"/>
                  <a:pt x="3612894" y="2407162"/>
                  <a:pt x="3612279" y="2407162"/>
                </a:cubicBezTo>
                <a:lnTo>
                  <a:pt x="3587226" y="2407162"/>
                </a:lnTo>
                <a:cubicBezTo>
                  <a:pt x="3586611" y="2407162"/>
                  <a:pt x="3585995" y="2406778"/>
                  <a:pt x="3585688" y="2406239"/>
                </a:cubicBezTo>
                <a:lnTo>
                  <a:pt x="3573160" y="2384490"/>
                </a:lnTo>
                <a:cubicBezTo>
                  <a:pt x="3572854" y="2383953"/>
                  <a:pt x="3572854" y="2383260"/>
                  <a:pt x="3573160" y="2382722"/>
                </a:cubicBezTo>
                <a:lnTo>
                  <a:pt x="3585688" y="2360973"/>
                </a:lnTo>
                <a:cubicBezTo>
                  <a:pt x="3585995" y="2360358"/>
                  <a:pt x="3586611" y="2360050"/>
                  <a:pt x="3587226" y="2360050"/>
                </a:cubicBezTo>
                <a:close/>
                <a:moveTo>
                  <a:pt x="934234" y="2359898"/>
                </a:moveTo>
                <a:lnTo>
                  <a:pt x="959441" y="2359898"/>
                </a:lnTo>
                <a:cubicBezTo>
                  <a:pt x="960059" y="2359898"/>
                  <a:pt x="960671" y="2360282"/>
                  <a:pt x="960980" y="2360821"/>
                </a:cubicBezTo>
                <a:lnTo>
                  <a:pt x="973583" y="2382646"/>
                </a:lnTo>
                <a:cubicBezTo>
                  <a:pt x="973888" y="2383186"/>
                  <a:pt x="973888" y="2383877"/>
                  <a:pt x="973583" y="2384416"/>
                </a:cubicBezTo>
                <a:lnTo>
                  <a:pt x="960980" y="2406241"/>
                </a:lnTo>
                <a:cubicBezTo>
                  <a:pt x="960671" y="2406856"/>
                  <a:pt x="960059" y="2407164"/>
                  <a:pt x="959441" y="2407164"/>
                </a:cubicBezTo>
                <a:lnTo>
                  <a:pt x="934234" y="2407164"/>
                </a:lnTo>
                <a:cubicBezTo>
                  <a:pt x="933615" y="2407164"/>
                  <a:pt x="933004" y="2406778"/>
                  <a:pt x="932700" y="2406241"/>
                </a:cubicBezTo>
                <a:lnTo>
                  <a:pt x="920094" y="2384416"/>
                </a:lnTo>
                <a:cubicBezTo>
                  <a:pt x="919790" y="2383877"/>
                  <a:pt x="919790" y="2383186"/>
                  <a:pt x="920094" y="2382646"/>
                </a:cubicBezTo>
                <a:lnTo>
                  <a:pt x="932700" y="2360821"/>
                </a:lnTo>
                <a:cubicBezTo>
                  <a:pt x="933004" y="2360206"/>
                  <a:pt x="933615" y="2359898"/>
                  <a:pt x="934234" y="2359898"/>
                </a:cubicBezTo>
                <a:close/>
                <a:moveTo>
                  <a:pt x="3495612" y="2359744"/>
                </a:moveTo>
                <a:lnTo>
                  <a:pt x="3520975" y="2359744"/>
                </a:lnTo>
                <a:cubicBezTo>
                  <a:pt x="3521590" y="2359744"/>
                  <a:pt x="3522206" y="2360128"/>
                  <a:pt x="3522513" y="2360667"/>
                </a:cubicBezTo>
                <a:lnTo>
                  <a:pt x="3535193" y="2382646"/>
                </a:lnTo>
                <a:cubicBezTo>
                  <a:pt x="3535500" y="2383186"/>
                  <a:pt x="3535500" y="2383877"/>
                  <a:pt x="3535193" y="2384416"/>
                </a:cubicBezTo>
                <a:lnTo>
                  <a:pt x="3522513" y="2406395"/>
                </a:lnTo>
                <a:cubicBezTo>
                  <a:pt x="3522206" y="2406934"/>
                  <a:pt x="3521590" y="2407318"/>
                  <a:pt x="3520975" y="2407318"/>
                </a:cubicBezTo>
                <a:lnTo>
                  <a:pt x="3495612" y="2407318"/>
                </a:lnTo>
                <a:cubicBezTo>
                  <a:pt x="3495000" y="2407318"/>
                  <a:pt x="3494385" y="2406934"/>
                  <a:pt x="3494077" y="2406395"/>
                </a:cubicBezTo>
                <a:lnTo>
                  <a:pt x="3481395" y="2384416"/>
                </a:lnTo>
                <a:cubicBezTo>
                  <a:pt x="3481089" y="2383877"/>
                  <a:pt x="3481089" y="2383186"/>
                  <a:pt x="3481395" y="2382646"/>
                </a:cubicBezTo>
                <a:lnTo>
                  <a:pt x="3494077" y="2360667"/>
                </a:lnTo>
                <a:cubicBezTo>
                  <a:pt x="3494385" y="2360128"/>
                  <a:pt x="3495000" y="2359744"/>
                  <a:pt x="3495612" y="2359744"/>
                </a:cubicBezTo>
                <a:close/>
                <a:moveTo>
                  <a:pt x="3129555" y="2359591"/>
                </a:moveTo>
                <a:lnTo>
                  <a:pt x="3155071" y="2359591"/>
                </a:lnTo>
                <a:cubicBezTo>
                  <a:pt x="3155686" y="2359591"/>
                  <a:pt x="3156299" y="2359976"/>
                  <a:pt x="3156607" y="2360513"/>
                </a:cubicBezTo>
                <a:lnTo>
                  <a:pt x="3169365" y="2382646"/>
                </a:lnTo>
                <a:cubicBezTo>
                  <a:pt x="3169673" y="2383186"/>
                  <a:pt x="3169673" y="2383877"/>
                  <a:pt x="3169365" y="2384416"/>
                </a:cubicBezTo>
                <a:lnTo>
                  <a:pt x="3156607" y="2406549"/>
                </a:lnTo>
                <a:cubicBezTo>
                  <a:pt x="3156299" y="2407086"/>
                  <a:pt x="3155686" y="2407471"/>
                  <a:pt x="3155071" y="2407471"/>
                </a:cubicBezTo>
                <a:lnTo>
                  <a:pt x="3129555" y="2407471"/>
                </a:lnTo>
                <a:cubicBezTo>
                  <a:pt x="3128939" y="2407471"/>
                  <a:pt x="3128324" y="2407086"/>
                  <a:pt x="3128017" y="2406549"/>
                </a:cubicBezTo>
                <a:lnTo>
                  <a:pt x="3115259" y="2384416"/>
                </a:lnTo>
                <a:cubicBezTo>
                  <a:pt x="3114953" y="2383877"/>
                  <a:pt x="3114953" y="2383186"/>
                  <a:pt x="3115259" y="2382646"/>
                </a:cubicBezTo>
                <a:lnTo>
                  <a:pt x="3128017" y="2360513"/>
                </a:lnTo>
                <a:cubicBezTo>
                  <a:pt x="3128324" y="2359976"/>
                  <a:pt x="3128939" y="2359591"/>
                  <a:pt x="3129555" y="2359591"/>
                </a:cubicBezTo>
                <a:close/>
                <a:moveTo>
                  <a:pt x="3403849" y="2359359"/>
                </a:moveTo>
                <a:lnTo>
                  <a:pt x="3429671" y="2359359"/>
                </a:lnTo>
                <a:cubicBezTo>
                  <a:pt x="3430363" y="2359359"/>
                  <a:pt x="3430978" y="2359743"/>
                  <a:pt x="3431285" y="2360282"/>
                </a:cubicBezTo>
                <a:lnTo>
                  <a:pt x="3444197" y="2382646"/>
                </a:lnTo>
                <a:cubicBezTo>
                  <a:pt x="3444505" y="2383261"/>
                  <a:pt x="3444505" y="2383953"/>
                  <a:pt x="3444197" y="2384490"/>
                </a:cubicBezTo>
                <a:lnTo>
                  <a:pt x="3431285" y="2406854"/>
                </a:lnTo>
                <a:cubicBezTo>
                  <a:pt x="3430901" y="2407394"/>
                  <a:pt x="3430286" y="2407777"/>
                  <a:pt x="3429671" y="2407777"/>
                </a:cubicBezTo>
                <a:lnTo>
                  <a:pt x="3403849" y="2407777"/>
                </a:lnTo>
                <a:cubicBezTo>
                  <a:pt x="3403157" y="2407777"/>
                  <a:pt x="3402542" y="2407394"/>
                  <a:pt x="3402234" y="2406854"/>
                </a:cubicBezTo>
                <a:lnTo>
                  <a:pt x="3389324" y="2384490"/>
                </a:lnTo>
                <a:cubicBezTo>
                  <a:pt x="3389015" y="2383877"/>
                  <a:pt x="3389015" y="2383184"/>
                  <a:pt x="3389324" y="2382646"/>
                </a:cubicBezTo>
                <a:lnTo>
                  <a:pt x="3402234" y="2360282"/>
                </a:lnTo>
                <a:cubicBezTo>
                  <a:pt x="3402620" y="2359743"/>
                  <a:pt x="3403235" y="2359359"/>
                  <a:pt x="3403849" y="2359359"/>
                </a:cubicBezTo>
                <a:close/>
                <a:moveTo>
                  <a:pt x="3220934" y="2359359"/>
                </a:moveTo>
                <a:lnTo>
                  <a:pt x="3246759" y="2359359"/>
                </a:lnTo>
                <a:cubicBezTo>
                  <a:pt x="3247449" y="2359359"/>
                  <a:pt x="3248064" y="2359743"/>
                  <a:pt x="3248372" y="2360282"/>
                </a:cubicBezTo>
                <a:lnTo>
                  <a:pt x="3261284" y="2382646"/>
                </a:lnTo>
                <a:cubicBezTo>
                  <a:pt x="3261591" y="2383261"/>
                  <a:pt x="3261591" y="2383953"/>
                  <a:pt x="3261284" y="2384490"/>
                </a:cubicBezTo>
                <a:lnTo>
                  <a:pt x="3248372" y="2406854"/>
                </a:lnTo>
                <a:cubicBezTo>
                  <a:pt x="3247988" y="2407394"/>
                  <a:pt x="3247374" y="2407777"/>
                  <a:pt x="3246759" y="2407777"/>
                </a:cubicBezTo>
                <a:lnTo>
                  <a:pt x="3220934" y="2407777"/>
                </a:lnTo>
                <a:cubicBezTo>
                  <a:pt x="3220243" y="2407777"/>
                  <a:pt x="3219628" y="2407394"/>
                  <a:pt x="3219320" y="2406854"/>
                </a:cubicBezTo>
                <a:lnTo>
                  <a:pt x="3206411" y="2384490"/>
                </a:lnTo>
                <a:cubicBezTo>
                  <a:pt x="3206101" y="2383877"/>
                  <a:pt x="3206101" y="2383184"/>
                  <a:pt x="3206411" y="2382646"/>
                </a:cubicBezTo>
                <a:lnTo>
                  <a:pt x="3219320" y="2360282"/>
                </a:lnTo>
                <a:cubicBezTo>
                  <a:pt x="3219706" y="2359743"/>
                  <a:pt x="3220321" y="2359359"/>
                  <a:pt x="3220934" y="2359359"/>
                </a:cubicBezTo>
                <a:close/>
                <a:moveTo>
                  <a:pt x="3312238" y="2359051"/>
                </a:moveTo>
                <a:lnTo>
                  <a:pt x="3338369" y="2359051"/>
                </a:lnTo>
                <a:cubicBezTo>
                  <a:pt x="3339061" y="2359051"/>
                  <a:pt x="3339676" y="2359437"/>
                  <a:pt x="3339983" y="2359974"/>
                </a:cubicBezTo>
                <a:lnTo>
                  <a:pt x="3353049" y="2382646"/>
                </a:lnTo>
                <a:cubicBezTo>
                  <a:pt x="3353356" y="2383184"/>
                  <a:pt x="3353356" y="2383953"/>
                  <a:pt x="3353049" y="2384492"/>
                </a:cubicBezTo>
                <a:lnTo>
                  <a:pt x="3339983" y="2407162"/>
                </a:lnTo>
                <a:cubicBezTo>
                  <a:pt x="3339599" y="2407701"/>
                  <a:pt x="3338984" y="2408085"/>
                  <a:pt x="3338369" y="2408085"/>
                </a:cubicBezTo>
                <a:lnTo>
                  <a:pt x="3312238" y="2408085"/>
                </a:lnTo>
                <a:cubicBezTo>
                  <a:pt x="3311547" y="2408085"/>
                  <a:pt x="3310933" y="2407701"/>
                  <a:pt x="3310625" y="2407162"/>
                </a:cubicBezTo>
                <a:lnTo>
                  <a:pt x="3297561" y="2384492"/>
                </a:lnTo>
                <a:cubicBezTo>
                  <a:pt x="3297251" y="2383953"/>
                  <a:pt x="3297251" y="2383184"/>
                  <a:pt x="3297561" y="2382646"/>
                </a:cubicBezTo>
                <a:lnTo>
                  <a:pt x="3310625" y="2359974"/>
                </a:lnTo>
                <a:cubicBezTo>
                  <a:pt x="3311010" y="2359437"/>
                  <a:pt x="3311625" y="2359051"/>
                  <a:pt x="3312238" y="2359051"/>
                </a:cubicBezTo>
                <a:close/>
                <a:moveTo>
                  <a:pt x="3677989" y="2358744"/>
                </a:moveTo>
                <a:lnTo>
                  <a:pt x="3704427" y="2358744"/>
                </a:lnTo>
                <a:cubicBezTo>
                  <a:pt x="3705118" y="2358744"/>
                  <a:pt x="3705733" y="2359127"/>
                  <a:pt x="3706041" y="2359667"/>
                </a:cubicBezTo>
                <a:lnTo>
                  <a:pt x="3719260" y="2382568"/>
                </a:lnTo>
                <a:cubicBezTo>
                  <a:pt x="3719568" y="2383106"/>
                  <a:pt x="3719568" y="2383875"/>
                  <a:pt x="3719260" y="2384414"/>
                </a:cubicBezTo>
                <a:lnTo>
                  <a:pt x="3706041" y="2407316"/>
                </a:lnTo>
                <a:cubicBezTo>
                  <a:pt x="3705733" y="2407855"/>
                  <a:pt x="3705118" y="2408238"/>
                  <a:pt x="3704427" y="2408238"/>
                </a:cubicBezTo>
                <a:lnTo>
                  <a:pt x="3677989" y="2408238"/>
                </a:lnTo>
                <a:cubicBezTo>
                  <a:pt x="3677297" y="2408238"/>
                  <a:pt x="3676682" y="2407855"/>
                  <a:pt x="3676375" y="2407316"/>
                </a:cubicBezTo>
                <a:lnTo>
                  <a:pt x="3663157" y="2384414"/>
                </a:lnTo>
                <a:cubicBezTo>
                  <a:pt x="3662848" y="2383875"/>
                  <a:pt x="3662848" y="2383106"/>
                  <a:pt x="3663157" y="2382568"/>
                </a:cubicBezTo>
                <a:lnTo>
                  <a:pt x="3676375" y="2359667"/>
                </a:lnTo>
                <a:cubicBezTo>
                  <a:pt x="3676682" y="2359127"/>
                  <a:pt x="3677297" y="2358744"/>
                  <a:pt x="3677989" y="2358744"/>
                </a:cubicBezTo>
                <a:close/>
                <a:moveTo>
                  <a:pt x="760318" y="2297568"/>
                </a:moveTo>
                <a:lnTo>
                  <a:pt x="767462" y="2297568"/>
                </a:lnTo>
                <a:cubicBezTo>
                  <a:pt x="767692" y="2297568"/>
                  <a:pt x="767922" y="2297799"/>
                  <a:pt x="767922" y="2297799"/>
                </a:cubicBezTo>
                <a:lnTo>
                  <a:pt x="771534" y="2304025"/>
                </a:lnTo>
                <a:cubicBezTo>
                  <a:pt x="771612" y="2304178"/>
                  <a:pt x="771534" y="2304562"/>
                  <a:pt x="771534" y="2304562"/>
                </a:cubicBezTo>
                <a:lnTo>
                  <a:pt x="767922" y="2310787"/>
                </a:lnTo>
                <a:cubicBezTo>
                  <a:pt x="767766" y="2310941"/>
                  <a:pt x="767462" y="2311017"/>
                  <a:pt x="767462" y="2311017"/>
                </a:cubicBezTo>
                <a:lnTo>
                  <a:pt x="760318" y="2311017"/>
                </a:lnTo>
                <a:cubicBezTo>
                  <a:pt x="760083" y="2311017"/>
                  <a:pt x="759853" y="2310787"/>
                  <a:pt x="759853" y="2310787"/>
                </a:cubicBezTo>
                <a:lnTo>
                  <a:pt x="756234" y="2304562"/>
                </a:lnTo>
                <a:cubicBezTo>
                  <a:pt x="756164" y="2304408"/>
                  <a:pt x="756234" y="2304025"/>
                  <a:pt x="756234" y="2304025"/>
                </a:cubicBezTo>
                <a:lnTo>
                  <a:pt x="759853" y="2297799"/>
                </a:lnTo>
                <a:cubicBezTo>
                  <a:pt x="760010" y="2297646"/>
                  <a:pt x="760318" y="2297568"/>
                  <a:pt x="760318" y="2297568"/>
                </a:cubicBezTo>
                <a:close/>
                <a:moveTo>
                  <a:pt x="2864021" y="2296955"/>
                </a:moveTo>
                <a:lnTo>
                  <a:pt x="2871785" y="2296955"/>
                </a:lnTo>
                <a:cubicBezTo>
                  <a:pt x="2871938" y="2296955"/>
                  <a:pt x="2872246" y="2297262"/>
                  <a:pt x="2872246" y="2297262"/>
                </a:cubicBezTo>
                <a:lnTo>
                  <a:pt x="2876088" y="2304025"/>
                </a:lnTo>
                <a:cubicBezTo>
                  <a:pt x="2876164" y="2304178"/>
                  <a:pt x="2876088" y="2304564"/>
                  <a:pt x="2876088" y="2304564"/>
                </a:cubicBezTo>
                <a:lnTo>
                  <a:pt x="2872168" y="2311326"/>
                </a:lnTo>
                <a:cubicBezTo>
                  <a:pt x="2872092" y="2311556"/>
                  <a:pt x="2871707" y="2311634"/>
                  <a:pt x="2871707" y="2311634"/>
                </a:cubicBezTo>
                <a:lnTo>
                  <a:pt x="2863946" y="2311634"/>
                </a:lnTo>
                <a:cubicBezTo>
                  <a:pt x="2863792" y="2311634"/>
                  <a:pt x="2863484" y="2311326"/>
                  <a:pt x="2863484" y="2311326"/>
                </a:cubicBezTo>
                <a:lnTo>
                  <a:pt x="2859642" y="2304564"/>
                </a:lnTo>
                <a:cubicBezTo>
                  <a:pt x="2859566" y="2304410"/>
                  <a:pt x="2859642" y="2304025"/>
                  <a:pt x="2859642" y="2304025"/>
                </a:cubicBezTo>
                <a:lnTo>
                  <a:pt x="2863561" y="2297262"/>
                </a:lnTo>
                <a:cubicBezTo>
                  <a:pt x="2863638" y="2297032"/>
                  <a:pt x="2864021" y="2296955"/>
                  <a:pt x="2864021" y="2296955"/>
                </a:cubicBezTo>
                <a:close/>
                <a:moveTo>
                  <a:pt x="575863" y="2294878"/>
                </a:moveTo>
                <a:lnTo>
                  <a:pt x="585855" y="2294878"/>
                </a:lnTo>
                <a:cubicBezTo>
                  <a:pt x="586081" y="2294878"/>
                  <a:pt x="586466" y="2295261"/>
                  <a:pt x="586466" y="2295261"/>
                </a:cubicBezTo>
                <a:lnTo>
                  <a:pt x="591461" y="2303947"/>
                </a:lnTo>
                <a:cubicBezTo>
                  <a:pt x="591619" y="2304177"/>
                  <a:pt x="591461" y="2304638"/>
                  <a:pt x="591461" y="2304638"/>
                </a:cubicBezTo>
                <a:lnTo>
                  <a:pt x="586466" y="2313324"/>
                </a:lnTo>
                <a:cubicBezTo>
                  <a:pt x="586316" y="2313553"/>
                  <a:pt x="585855" y="2313707"/>
                  <a:pt x="585855" y="2313707"/>
                </a:cubicBezTo>
                <a:lnTo>
                  <a:pt x="575863" y="2313707"/>
                </a:lnTo>
                <a:cubicBezTo>
                  <a:pt x="575630" y="2313707"/>
                  <a:pt x="575244" y="2313324"/>
                  <a:pt x="575244" y="2313324"/>
                </a:cubicBezTo>
                <a:lnTo>
                  <a:pt x="570251" y="2304638"/>
                </a:lnTo>
                <a:cubicBezTo>
                  <a:pt x="570095" y="2304408"/>
                  <a:pt x="570251" y="2303947"/>
                  <a:pt x="570251" y="2303947"/>
                </a:cubicBezTo>
                <a:lnTo>
                  <a:pt x="575244" y="2295261"/>
                </a:lnTo>
                <a:cubicBezTo>
                  <a:pt x="575402" y="2295031"/>
                  <a:pt x="575863" y="2294878"/>
                  <a:pt x="575863" y="2294878"/>
                </a:cubicBezTo>
                <a:close/>
                <a:moveTo>
                  <a:pt x="1216134" y="2294572"/>
                </a:moveTo>
                <a:lnTo>
                  <a:pt x="1226436" y="2294572"/>
                </a:lnTo>
                <a:cubicBezTo>
                  <a:pt x="1226665" y="2294572"/>
                  <a:pt x="1227049" y="2294955"/>
                  <a:pt x="1227049" y="2294955"/>
                </a:cubicBezTo>
                <a:lnTo>
                  <a:pt x="1232196" y="2303871"/>
                </a:lnTo>
                <a:cubicBezTo>
                  <a:pt x="1232357" y="2304025"/>
                  <a:pt x="1232196" y="2304564"/>
                  <a:pt x="1232196" y="2304564"/>
                </a:cubicBezTo>
                <a:lnTo>
                  <a:pt x="1227049" y="2313477"/>
                </a:lnTo>
                <a:cubicBezTo>
                  <a:pt x="1226895" y="2313709"/>
                  <a:pt x="1226436" y="2313863"/>
                  <a:pt x="1226436" y="2313863"/>
                </a:cubicBezTo>
                <a:lnTo>
                  <a:pt x="1216134" y="2313863"/>
                </a:lnTo>
                <a:cubicBezTo>
                  <a:pt x="1215906" y="2313863"/>
                  <a:pt x="1215521" y="2313477"/>
                  <a:pt x="1215521" y="2313477"/>
                </a:cubicBezTo>
                <a:lnTo>
                  <a:pt x="1210372" y="2304564"/>
                </a:lnTo>
                <a:cubicBezTo>
                  <a:pt x="1210220" y="2304408"/>
                  <a:pt x="1210372" y="2303871"/>
                  <a:pt x="1210372" y="2303871"/>
                </a:cubicBezTo>
                <a:lnTo>
                  <a:pt x="1215521" y="2294955"/>
                </a:lnTo>
                <a:cubicBezTo>
                  <a:pt x="1215680" y="2294726"/>
                  <a:pt x="1216134" y="2294572"/>
                  <a:pt x="1216134" y="2294572"/>
                </a:cubicBezTo>
                <a:close/>
                <a:moveTo>
                  <a:pt x="4142728" y="2293188"/>
                </a:moveTo>
                <a:lnTo>
                  <a:pt x="4154487" y="2293188"/>
                </a:lnTo>
                <a:cubicBezTo>
                  <a:pt x="4154717" y="2293188"/>
                  <a:pt x="4155178" y="2293571"/>
                  <a:pt x="4155178" y="2293571"/>
                </a:cubicBezTo>
                <a:lnTo>
                  <a:pt x="4161096" y="2303793"/>
                </a:lnTo>
                <a:cubicBezTo>
                  <a:pt x="4161251" y="2304025"/>
                  <a:pt x="4161096" y="2304640"/>
                  <a:pt x="4161096" y="2304640"/>
                </a:cubicBezTo>
                <a:lnTo>
                  <a:pt x="4155178" y="2314860"/>
                </a:lnTo>
                <a:cubicBezTo>
                  <a:pt x="4155025" y="2315091"/>
                  <a:pt x="4154487" y="2315245"/>
                  <a:pt x="4154487" y="2315245"/>
                </a:cubicBezTo>
                <a:lnTo>
                  <a:pt x="4142728" y="2315245"/>
                </a:lnTo>
                <a:cubicBezTo>
                  <a:pt x="4142499" y="2315245"/>
                  <a:pt x="4142037" y="2314860"/>
                  <a:pt x="4142037" y="2314860"/>
                </a:cubicBezTo>
                <a:lnTo>
                  <a:pt x="4136119" y="2304640"/>
                </a:lnTo>
                <a:cubicBezTo>
                  <a:pt x="4135965" y="2304408"/>
                  <a:pt x="4136119" y="2303793"/>
                  <a:pt x="4136119" y="2303793"/>
                </a:cubicBezTo>
                <a:lnTo>
                  <a:pt x="4142037" y="2293571"/>
                </a:lnTo>
                <a:cubicBezTo>
                  <a:pt x="4142190" y="2293342"/>
                  <a:pt x="4142728" y="2293188"/>
                  <a:pt x="4142728" y="2293188"/>
                </a:cubicBezTo>
                <a:close/>
                <a:moveTo>
                  <a:pt x="1032376" y="2293034"/>
                </a:moveTo>
                <a:lnTo>
                  <a:pt x="1044288" y="2293034"/>
                </a:lnTo>
                <a:cubicBezTo>
                  <a:pt x="1044521" y="2293034"/>
                  <a:pt x="1044986" y="2293418"/>
                  <a:pt x="1044986" y="2293418"/>
                </a:cubicBezTo>
                <a:lnTo>
                  <a:pt x="1050974" y="2303793"/>
                </a:lnTo>
                <a:cubicBezTo>
                  <a:pt x="1051134" y="2304025"/>
                  <a:pt x="1050974" y="2304640"/>
                  <a:pt x="1050974" y="2304640"/>
                </a:cubicBezTo>
                <a:lnTo>
                  <a:pt x="1044986" y="2315015"/>
                </a:lnTo>
                <a:cubicBezTo>
                  <a:pt x="1044827" y="2315245"/>
                  <a:pt x="1044288" y="2315399"/>
                  <a:pt x="1044288" y="2315399"/>
                </a:cubicBezTo>
                <a:lnTo>
                  <a:pt x="1032376" y="2315399"/>
                </a:lnTo>
                <a:cubicBezTo>
                  <a:pt x="1032148" y="2315399"/>
                  <a:pt x="1031683" y="2315015"/>
                  <a:pt x="1031683" y="2315015"/>
                </a:cubicBezTo>
                <a:lnTo>
                  <a:pt x="1025693" y="2304640"/>
                </a:lnTo>
                <a:cubicBezTo>
                  <a:pt x="1025543" y="2304408"/>
                  <a:pt x="1025693" y="2303793"/>
                  <a:pt x="1025693" y="2303793"/>
                </a:cubicBezTo>
                <a:lnTo>
                  <a:pt x="1031683" y="2293418"/>
                </a:lnTo>
                <a:cubicBezTo>
                  <a:pt x="1031843" y="2293188"/>
                  <a:pt x="1032376" y="2293034"/>
                  <a:pt x="1032376" y="2293034"/>
                </a:cubicBezTo>
                <a:close/>
                <a:moveTo>
                  <a:pt x="665707" y="2291804"/>
                </a:moveTo>
                <a:lnTo>
                  <a:pt x="678999" y="2291804"/>
                </a:lnTo>
                <a:cubicBezTo>
                  <a:pt x="679386" y="2291804"/>
                  <a:pt x="679849" y="2292265"/>
                  <a:pt x="679849" y="2292265"/>
                </a:cubicBezTo>
                <a:lnTo>
                  <a:pt x="686448" y="2303793"/>
                </a:lnTo>
                <a:cubicBezTo>
                  <a:pt x="686610" y="2304101"/>
                  <a:pt x="686448" y="2304716"/>
                  <a:pt x="686448" y="2304716"/>
                </a:cubicBezTo>
                <a:lnTo>
                  <a:pt x="679767" y="2316244"/>
                </a:lnTo>
                <a:cubicBezTo>
                  <a:pt x="679540" y="2316551"/>
                  <a:pt x="678923" y="2316705"/>
                  <a:pt x="678923" y="2316705"/>
                </a:cubicBezTo>
                <a:lnTo>
                  <a:pt x="665633" y="2316705"/>
                </a:lnTo>
                <a:cubicBezTo>
                  <a:pt x="665248" y="2316705"/>
                  <a:pt x="664782" y="2316244"/>
                  <a:pt x="664782" y="2316244"/>
                </a:cubicBezTo>
                <a:lnTo>
                  <a:pt x="658176" y="2304716"/>
                </a:lnTo>
                <a:cubicBezTo>
                  <a:pt x="658022" y="2304408"/>
                  <a:pt x="658176" y="2303793"/>
                  <a:pt x="658176" y="2303793"/>
                </a:cubicBezTo>
                <a:lnTo>
                  <a:pt x="664864" y="2292265"/>
                </a:lnTo>
                <a:cubicBezTo>
                  <a:pt x="665096" y="2291958"/>
                  <a:pt x="665707" y="2291804"/>
                  <a:pt x="665707" y="2291804"/>
                </a:cubicBezTo>
                <a:close/>
                <a:moveTo>
                  <a:pt x="2952560" y="2291496"/>
                </a:moveTo>
                <a:lnTo>
                  <a:pt x="2966162" y="2291496"/>
                </a:lnTo>
                <a:cubicBezTo>
                  <a:pt x="2966546" y="2291496"/>
                  <a:pt x="2967007" y="2291958"/>
                  <a:pt x="2967007" y="2291958"/>
                </a:cubicBezTo>
                <a:lnTo>
                  <a:pt x="2973769" y="2303717"/>
                </a:lnTo>
                <a:cubicBezTo>
                  <a:pt x="2973926" y="2304023"/>
                  <a:pt x="2973769" y="2304716"/>
                  <a:pt x="2973769" y="2304716"/>
                </a:cubicBezTo>
                <a:lnTo>
                  <a:pt x="2967007" y="2316473"/>
                </a:lnTo>
                <a:cubicBezTo>
                  <a:pt x="2966853" y="2316781"/>
                  <a:pt x="2966162" y="2316935"/>
                  <a:pt x="2966162" y="2316935"/>
                </a:cubicBezTo>
                <a:lnTo>
                  <a:pt x="2952560" y="2316935"/>
                </a:lnTo>
                <a:cubicBezTo>
                  <a:pt x="2952174" y="2316935"/>
                  <a:pt x="2951712" y="2316473"/>
                  <a:pt x="2951712" y="2316473"/>
                </a:cubicBezTo>
                <a:lnTo>
                  <a:pt x="2944950" y="2304716"/>
                </a:lnTo>
                <a:cubicBezTo>
                  <a:pt x="2944796" y="2304408"/>
                  <a:pt x="2944950" y="2303717"/>
                  <a:pt x="2944950" y="2303717"/>
                </a:cubicBezTo>
                <a:lnTo>
                  <a:pt x="2951712" y="2291958"/>
                </a:lnTo>
                <a:cubicBezTo>
                  <a:pt x="2951867" y="2291650"/>
                  <a:pt x="2952560" y="2291496"/>
                  <a:pt x="2952560" y="2291496"/>
                </a:cubicBezTo>
                <a:close/>
                <a:moveTo>
                  <a:pt x="3958353" y="2290576"/>
                </a:moveTo>
                <a:lnTo>
                  <a:pt x="3972956" y="2290576"/>
                </a:lnTo>
                <a:cubicBezTo>
                  <a:pt x="3973340" y="2290576"/>
                  <a:pt x="3973879" y="2291113"/>
                  <a:pt x="3973879" y="2291113"/>
                </a:cubicBezTo>
                <a:lnTo>
                  <a:pt x="3981179" y="2303795"/>
                </a:lnTo>
                <a:cubicBezTo>
                  <a:pt x="3981332" y="2304103"/>
                  <a:pt x="3981179" y="2304794"/>
                  <a:pt x="3981179" y="2304794"/>
                </a:cubicBezTo>
                <a:lnTo>
                  <a:pt x="3973879" y="2317474"/>
                </a:lnTo>
                <a:cubicBezTo>
                  <a:pt x="3973647" y="2317781"/>
                  <a:pt x="3972956" y="2318013"/>
                  <a:pt x="3972956" y="2318013"/>
                </a:cubicBezTo>
                <a:lnTo>
                  <a:pt x="3958353" y="2318013"/>
                </a:lnTo>
                <a:cubicBezTo>
                  <a:pt x="3957969" y="2318013"/>
                  <a:pt x="3957432" y="2317474"/>
                  <a:pt x="3957432" y="2317474"/>
                </a:cubicBezTo>
                <a:lnTo>
                  <a:pt x="3950130" y="2304794"/>
                </a:lnTo>
                <a:cubicBezTo>
                  <a:pt x="3949976" y="2304486"/>
                  <a:pt x="3950130" y="2303795"/>
                  <a:pt x="3950130" y="2303795"/>
                </a:cubicBezTo>
                <a:lnTo>
                  <a:pt x="3957432" y="2291113"/>
                </a:lnTo>
                <a:cubicBezTo>
                  <a:pt x="3957662" y="2290807"/>
                  <a:pt x="3958353" y="2290576"/>
                  <a:pt x="3958353" y="2290576"/>
                </a:cubicBezTo>
                <a:close/>
                <a:moveTo>
                  <a:pt x="3041864" y="2287500"/>
                </a:moveTo>
                <a:lnTo>
                  <a:pt x="3059771" y="2287500"/>
                </a:lnTo>
                <a:cubicBezTo>
                  <a:pt x="3060233" y="2287500"/>
                  <a:pt x="3060615" y="2287732"/>
                  <a:pt x="3060848" y="2288115"/>
                </a:cubicBezTo>
                <a:lnTo>
                  <a:pt x="3069762" y="2303639"/>
                </a:lnTo>
                <a:cubicBezTo>
                  <a:pt x="3069992" y="2304025"/>
                  <a:pt x="3069992" y="2304484"/>
                  <a:pt x="3069762" y="2304870"/>
                </a:cubicBezTo>
                <a:lnTo>
                  <a:pt x="3060770" y="2320394"/>
                </a:lnTo>
                <a:cubicBezTo>
                  <a:pt x="3060540" y="2320777"/>
                  <a:pt x="3060156" y="2321009"/>
                  <a:pt x="3059695" y="2321009"/>
                </a:cubicBezTo>
                <a:lnTo>
                  <a:pt x="3041786" y="2321009"/>
                </a:lnTo>
                <a:cubicBezTo>
                  <a:pt x="3041326" y="2321009"/>
                  <a:pt x="3040941" y="2320777"/>
                  <a:pt x="3040711" y="2320394"/>
                </a:cubicBezTo>
                <a:lnTo>
                  <a:pt x="3031796" y="2304870"/>
                </a:lnTo>
                <a:cubicBezTo>
                  <a:pt x="3031566" y="2304484"/>
                  <a:pt x="3031566" y="2304025"/>
                  <a:pt x="3031796" y="2303639"/>
                </a:cubicBezTo>
                <a:lnTo>
                  <a:pt x="3040788" y="2288115"/>
                </a:lnTo>
                <a:cubicBezTo>
                  <a:pt x="3041019" y="2287732"/>
                  <a:pt x="3041403" y="2287500"/>
                  <a:pt x="3041864" y="2287500"/>
                </a:cubicBezTo>
                <a:close/>
                <a:moveTo>
                  <a:pt x="480102" y="2286809"/>
                </a:moveTo>
                <a:lnTo>
                  <a:pt x="498777" y="2286809"/>
                </a:lnTo>
                <a:cubicBezTo>
                  <a:pt x="499241" y="2286809"/>
                  <a:pt x="499702" y="2287116"/>
                  <a:pt x="499926" y="2287500"/>
                </a:cubicBezTo>
                <a:lnTo>
                  <a:pt x="509227" y="2303639"/>
                </a:lnTo>
                <a:cubicBezTo>
                  <a:pt x="509462" y="2304025"/>
                  <a:pt x="509462" y="2304562"/>
                  <a:pt x="509227" y="2304947"/>
                </a:cubicBezTo>
                <a:lnTo>
                  <a:pt x="499859" y="2321087"/>
                </a:lnTo>
                <a:cubicBezTo>
                  <a:pt x="499622" y="2321548"/>
                  <a:pt x="499163" y="2321778"/>
                  <a:pt x="498699" y="2321778"/>
                </a:cubicBezTo>
                <a:lnTo>
                  <a:pt x="480024" y="2321778"/>
                </a:lnTo>
                <a:cubicBezTo>
                  <a:pt x="479562" y="2321778"/>
                  <a:pt x="479109" y="2321470"/>
                  <a:pt x="478871" y="2321087"/>
                </a:cubicBezTo>
                <a:lnTo>
                  <a:pt x="469569" y="2304947"/>
                </a:lnTo>
                <a:cubicBezTo>
                  <a:pt x="469346" y="2304562"/>
                  <a:pt x="469346" y="2304025"/>
                  <a:pt x="469569" y="2303639"/>
                </a:cubicBezTo>
                <a:lnTo>
                  <a:pt x="478949" y="2287500"/>
                </a:lnTo>
                <a:cubicBezTo>
                  <a:pt x="479177" y="2287039"/>
                  <a:pt x="479635" y="2286809"/>
                  <a:pt x="480102" y="2286809"/>
                </a:cubicBezTo>
                <a:close/>
                <a:moveTo>
                  <a:pt x="1119532" y="2285117"/>
                </a:moveTo>
                <a:lnTo>
                  <a:pt x="1139975" y="2285117"/>
                </a:lnTo>
                <a:cubicBezTo>
                  <a:pt x="1140436" y="2285117"/>
                  <a:pt x="1140970" y="2285349"/>
                  <a:pt x="1141203" y="2285808"/>
                </a:cubicBezTo>
                <a:lnTo>
                  <a:pt x="1151427" y="2303563"/>
                </a:lnTo>
                <a:cubicBezTo>
                  <a:pt x="1151660" y="2304023"/>
                  <a:pt x="1151660" y="2304562"/>
                  <a:pt x="1151427" y="2305023"/>
                </a:cubicBezTo>
                <a:lnTo>
                  <a:pt x="1141203" y="2322776"/>
                </a:lnTo>
                <a:cubicBezTo>
                  <a:pt x="1140970" y="2323160"/>
                  <a:pt x="1140508" y="2323467"/>
                  <a:pt x="1139975" y="2323467"/>
                </a:cubicBezTo>
                <a:lnTo>
                  <a:pt x="1119532" y="2323467"/>
                </a:lnTo>
                <a:cubicBezTo>
                  <a:pt x="1119072" y="2323467"/>
                  <a:pt x="1118537" y="2323238"/>
                  <a:pt x="1118300" y="2322776"/>
                </a:cubicBezTo>
                <a:lnTo>
                  <a:pt x="1108082" y="2305023"/>
                </a:lnTo>
                <a:cubicBezTo>
                  <a:pt x="1107850" y="2304562"/>
                  <a:pt x="1107850" y="2304023"/>
                  <a:pt x="1108082" y="2303563"/>
                </a:cubicBezTo>
                <a:lnTo>
                  <a:pt x="1118300" y="2285808"/>
                </a:lnTo>
                <a:cubicBezTo>
                  <a:pt x="1118537" y="2285425"/>
                  <a:pt x="1118985" y="2285117"/>
                  <a:pt x="1119532" y="2285117"/>
                </a:cubicBezTo>
                <a:close/>
                <a:moveTo>
                  <a:pt x="3131400" y="2283811"/>
                </a:moveTo>
                <a:lnTo>
                  <a:pt x="3153227" y="2283811"/>
                </a:lnTo>
                <a:cubicBezTo>
                  <a:pt x="3153764" y="2283811"/>
                  <a:pt x="3154226" y="2284119"/>
                  <a:pt x="3154533" y="2284580"/>
                </a:cubicBezTo>
                <a:lnTo>
                  <a:pt x="3165446" y="2303486"/>
                </a:lnTo>
                <a:cubicBezTo>
                  <a:pt x="3165754" y="2303947"/>
                  <a:pt x="3165754" y="2304562"/>
                  <a:pt x="3165446" y="2305023"/>
                </a:cubicBezTo>
                <a:lnTo>
                  <a:pt x="3154533" y="2323929"/>
                </a:lnTo>
                <a:cubicBezTo>
                  <a:pt x="3154302" y="2324390"/>
                  <a:pt x="3153764" y="2324698"/>
                  <a:pt x="3153227" y="2324698"/>
                </a:cubicBezTo>
                <a:lnTo>
                  <a:pt x="3131400" y="2324698"/>
                </a:lnTo>
                <a:cubicBezTo>
                  <a:pt x="3130863" y="2324698"/>
                  <a:pt x="3130402" y="2324390"/>
                  <a:pt x="3130094" y="2323929"/>
                </a:cubicBezTo>
                <a:lnTo>
                  <a:pt x="3119179" y="2305023"/>
                </a:lnTo>
                <a:cubicBezTo>
                  <a:pt x="3118873" y="2304562"/>
                  <a:pt x="3118873" y="2303947"/>
                  <a:pt x="3119179" y="2303486"/>
                </a:cubicBezTo>
                <a:lnTo>
                  <a:pt x="3130094" y="2284580"/>
                </a:lnTo>
                <a:cubicBezTo>
                  <a:pt x="3130324" y="2284119"/>
                  <a:pt x="3130863" y="2283811"/>
                  <a:pt x="3131400" y="2283811"/>
                </a:cubicBezTo>
                <a:close/>
                <a:moveTo>
                  <a:pt x="4228036" y="2281736"/>
                </a:moveTo>
                <a:lnTo>
                  <a:pt x="4252092" y="2281736"/>
                </a:lnTo>
                <a:cubicBezTo>
                  <a:pt x="4252707" y="2281736"/>
                  <a:pt x="4253245" y="2282044"/>
                  <a:pt x="4253553" y="2282581"/>
                </a:cubicBezTo>
                <a:lnTo>
                  <a:pt x="4265541" y="2303410"/>
                </a:lnTo>
                <a:cubicBezTo>
                  <a:pt x="4265849" y="2303947"/>
                  <a:pt x="4265849" y="2304562"/>
                  <a:pt x="4265541" y="2305099"/>
                </a:cubicBezTo>
                <a:lnTo>
                  <a:pt x="4253476" y="2325928"/>
                </a:lnTo>
                <a:cubicBezTo>
                  <a:pt x="4253169" y="2326465"/>
                  <a:pt x="4252630" y="2326773"/>
                  <a:pt x="4252014" y="2326773"/>
                </a:cubicBezTo>
                <a:lnTo>
                  <a:pt x="4227960" y="2326773"/>
                </a:lnTo>
                <a:cubicBezTo>
                  <a:pt x="4227345" y="2326773"/>
                  <a:pt x="4226806" y="2326465"/>
                  <a:pt x="4226500" y="2325928"/>
                </a:cubicBezTo>
                <a:lnTo>
                  <a:pt x="4214512" y="2305099"/>
                </a:lnTo>
                <a:cubicBezTo>
                  <a:pt x="4214202" y="2304562"/>
                  <a:pt x="4214202" y="2303947"/>
                  <a:pt x="4214512" y="2303410"/>
                </a:cubicBezTo>
                <a:lnTo>
                  <a:pt x="4226576" y="2282581"/>
                </a:lnTo>
                <a:cubicBezTo>
                  <a:pt x="4226884" y="2282044"/>
                  <a:pt x="4227421" y="2281736"/>
                  <a:pt x="4228036" y="2281736"/>
                </a:cubicBezTo>
                <a:close/>
                <a:moveTo>
                  <a:pt x="3221627" y="2281428"/>
                </a:moveTo>
                <a:lnTo>
                  <a:pt x="3245989" y="2281428"/>
                </a:lnTo>
                <a:cubicBezTo>
                  <a:pt x="3246604" y="2281428"/>
                  <a:pt x="3247141" y="2281736"/>
                  <a:pt x="3247449" y="2282273"/>
                </a:cubicBezTo>
                <a:lnTo>
                  <a:pt x="3259592" y="2303332"/>
                </a:lnTo>
                <a:cubicBezTo>
                  <a:pt x="3259899" y="2303793"/>
                  <a:pt x="3259899" y="2304484"/>
                  <a:pt x="3259592" y="2305023"/>
                </a:cubicBezTo>
                <a:lnTo>
                  <a:pt x="3247449" y="2326082"/>
                </a:lnTo>
                <a:cubicBezTo>
                  <a:pt x="3247141" y="2326619"/>
                  <a:pt x="3246604" y="2326927"/>
                  <a:pt x="3245989" y="2326927"/>
                </a:cubicBezTo>
                <a:lnTo>
                  <a:pt x="3221627" y="2326927"/>
                </a:lnTo>
                <a:cubicBezTo>
                  <a:pt x="3221012" y="2326927"/>
                  <a:pt x="3220473" y="2326619"/>
                  <a:pt x="3220165" y="2326082"/>
                </a:cubicBezTo>
                <a:lnTo>
                  <a:pt x="3208022" y="2305023"/>
                </a:lnTo>
                <a:cubicBezTo>
                  <a:pt x="3207717" y="2304562"/>
                  <a:pt x="3207717" y="2303869"/>
                  <a:pt x="3208022" y="2303332"/>
                </a:cubicBezTo>
                <a:lnTo>
                  <a:pt x="3220165" y="2282273"/>
                </a:lnTo>
                <a:cubicBezTo>
                  <a:pt x="3220473" y="2281736"/>
                  <a:pt x="3221012" y="2281428"/>
                  <a:pt x="3221627" y="2281428"/>
                </a:cubicBezTo>
                <a:close/>
                <a:moveTo>
                  <a:pt x="3770293" y="2281045"/>
                </a:moveTo>
                <a:lnTo>
                  <a:pt x="3795116" y="2281045"/>
                </a:lnTo>
                <a:cubicBezTo>
                  <a:pt x="3795731" y="2281045"/>
                  <a:pt x="3796346" y="2281353"/>
                  <a:pt x="3796654" y="2281890"/>
                </a:cubicBezTo>
                <a:lnTo>
                  <a:pt x="3809026" y="2303332"/>
                </a:lnTo>
                <a:cubicBezTo>
                  <a:pt x="3809334" y="2303871"/>
                  <a:pt x="3809334" y="2304562"/>
                  <a:pt x="3809026" y="2305101"/>
                </a:cubicBezTo>
                <a:lnTo>
                  <a:pt x="3796654" y="2326543"/>
                </a:lnTo>
                <a:cubicBezTo>
                  <a:pt x="3796346" y="2327080"/>
                  <a:pt x="3795731" y="2327388"/>
                  <a:pt x="3795116" y="2327388"/>
                </a:cubicBezTo>
                <a:lnTo>
                  <a:pt x="3770293" y="2327388"/>
                </a:lnTo>
                <a:cubicBezTo>
                  <a:pt x="3769678" y="2327388"/>
                  <a:pt x="3769062" y="2327080"/>
                  <a:pt x="3768755" y="2326543"/>
                </a:cubicBezTo>
                <a:lnTo>
                  <a:pt x="3756383" y="2305101"/>
                </a:lnTo>
                <a:cubicBezTo>
                  <a:pt x="3756073" y="2304562"/>
                  <a:pt x="3756073" y="2303871"/>
                  <a:pt x="3756383" y="2303332"/>
                </a:cubicBezTo>
                <a:lnTo>
                  <a:pt x="3768755" y="2281890"/>
                </a:lnTo>
                <a:cubicBezTo>
                  <a:pt x="3769062" y="2281353"/>
                  <a:pt x="3769678" y="2281045"/>
                  <a:pt x="3770293" y="2281045"/>
                </a:cubicBezTo>
                <a:close/>
                <a:moveTo>
                  <a:pt x="3678679" y="2280737"/>
                </a:moveTo>
                <a:lnTo>
                  <a:pt x="3703734" y="2280737"/>
                </a:lnTo>
                <a:cubicBezTo>
                  <a:pt x="3704349" y="2280737"/>
                  <a:pt x="3704964" y="2281121"/>
                  <a:pt x="3705273" y="2281660"/>
                </a:cubicBezTo>
                <a:lnTo>
                  <a:pt x="3717801" y="2303410"/>
                </a:lnTo>
                <a:cubicBezTo>
                  <a:pt x="3718106" y="2303947"/>
                  <a:pt x="3718106" y="2304640"/>
                  <a:pt x="3717801" y="2305177"/>
                </a:cubicBezTo>
                <a:lnTo>
                  <a:pt x="3705273" y="2326927"/>
                </a:lnTo>
                <a:cubicBezTo>
                  <a:pt x="3704964" y="2327542"/>
                  <a:pt x="3704349" y="2327849"/>
                  <a:pt x="3703734" y="2327849"/>
                </a:cubicBezTo>
                <a:lnTo>
                  <a:pt x="3678679" y="2327849"/>
                </a:lnTo>
                <a:cubicBezTo>
                  <a:pt x="3678067" y="2327849"/>
                  <a:pt x="3677451" y="2327464"/>
                  <a:pt x="3677144" y="2326927"/>
                </a:cubicBezTo>
                <a:lnTo>
                  <a:pt x="3664618" y="2305177"/>
                </a:lnTo>
                <a:cubicBezTo>
                  <a:pt x="3664308" y="2304640"/>
                  <a:pt x="3664308" y="2303947"/>
                  <a:pt x="3664618" y="2303410"/>
                </a:cubicBezTo>
                <a:lnTo>
                  <a:pt x="3677144" y="2281660"/>
                </a:lnTo>
                <a:cubicBezTo>
                  <a:pt x="3677451" y="2281045"/>
                  <a:pt x="3678067" y="2280737"/>
                  <a:pt x="3678679" y="2280737"/>
                </a:cubicBezTo>
                <a:close/>
                <a:moveTo>
                  <a:pt x="3312777" y="2280737"/>
                </a:moveTo>
                <a:lnTo>
                  <a:pt x="3337830" y="2280737"/>
                </a:lnTo>
                <a:cubicBezTo>
                  <a:pt x="3338446" y="2280737"/>
                  <a:pt x="3339061" y="2281121"/>
                  <a:pt x="3339368" y="2281660"/>
                </a:cubicBezTo>
                <a:lnTo>
                  <a:pt x="3351896" y="2303410"/>
                </a:lnTo>
                <a:cubicBezTo>
                  <a:pt x="3352203" y="2303947"/>
                  <a:pt x="3352203" y="2304640"/>
                  <a:pt x="3351896" y="2305177"/>
                </a:cubicBezTo>
                <a:lnTo>
                  <a:pt x="3339368" y="2326927"/>
                </a:lnTo>
                <a:cubicBezTo>
                  <a:pt x="3339061" y="2327542"/>
                  <a:pt x="3338446" y="2327849"/>
                  <a:pt x="3337830" y="2327849"/>
                </a:cubicBezTo>
                <a:lnTo>
                  <a:pt x="3312777" y="2327849"/>
                </a:lnTo>
                <a:cubicBezTo>
                  <a:pt x="3312162" y="2327849"/>
                  <a:pt x="3311547" y="2327464"/>
                  <a:pt x="3311240" y="2326927"/>
                </a:cubicBezTo>
                <a:lnTo>
                  <a:pt x="3298711" y="2305177"/>
                </a:lnTo>
                <a:cubicBezTo>
                  <a:pt x="3298405" y="2304640"/>
                  <a:pt x="3298405" y="2303947"/>
                  <a:pt x="3298711" y="2303410"/>
                </a:cubicBezTo>
                <a:lnTo>
                  <a:pt x="3311240" y="2281660"/>
                </a:lnTo>
                <a:cubicBezTo>
                  <a:pt x="3311547" y="2281045"/>
                  <a:pt x="3312162" y="2280737"/>
                  <a:pt x="3312777" y="2280737"/>
                </a:cubicBezTo>
                <a:close/>
                <a:moveTo>
                  <a:pt x="3403849" y="2280046"/>
                </a:moveTo>
                <a:lnTo>
                  <a:pt x="3429671" y="2280046"/>
                </a:lnTo>
                <a:cubicBezTo>
                  <a:pt x="3430363" y="2280046"/>
                  <a:pt x="3430978" y="2280430"/>
                  <a:pt x="3431285" y="2280969"/>
                </a:cubicBezTo>
                <a:lnTo>
                  <a:pt x="3444197" y="2303334"/>
                </a:lnTo>
                <a:cubicBezTo>
                  <a:pt x="3444505" y="2303949"/>
                  <a:pt x="3444505" y="2304640"/>
                  <a:pt x="3444197" y="2305177"/>
                </a:cubicBezTo>
                <a:lnTo>
                  <a:pt x="3431285" y="2327542"/>
                </a:lnTo>
                <a:cubicBezTo>
                  <a:pt x="3430901" y="2328081"/>
                  <a:pt x="3430286" y="2328464"/>
                  <a:pt x="3429671" y="2328464"/>
                </a:cubicBezTo>
                <a:lnTo>
                  <a:pt x="3403849" y="2328464"/>
                </a:lnTo>
                <a:cubicBezTo>
                  <a:pt x="3403157" y="2328464"/>
                  <a:pt x="3402542" y="2328081"/>
                  <a:pt x="3402234" y="2327542"/>
                </a:cubicBezTo>
                <a:lnTo>
                  <a:pt x="3389324" y="2305177"/>
                </a:lnTo>
                <a:cubicBezTo>
                  <a:pt x="3389015" y="2304564"/>
                  <a:pt x="3389015" y="2303871"/>
                  <a:pt x="3389324" y="2303334"/>
                </a:cubicBezTo>
                <a:lnTo>
                  <a:pt x="3402234" y="2280969"/>
                </a:lnTo>
                <a:cubicBezTo>
                  <a:pt x="3402620" y="2280430"/>
                  <a:pt x="3403235" y="2280046"/>
                  <a:pt x="3403849" y="2280046"/>
                </a:cubicBezTo>
                <a:close/>
                <a:moveTo>
                  <a:pt x="3586762" y="2279893"/>
                </a:moveTo>
                <a:lnTo>
                  <a:pt x="3612740" y="2279893"/>
                </a:lnTo>
                <a:cubicBezTo>
                  <a:pt x="3613431" y="2279893"/>
                  <a:pt x="3614046" y="2280276"/>
                  <a:pt x="3614354" y="2280815"/>
                </a:cubicBezTo>
                <a:lnTo>
                  <a:pt x="3627341" y="2303334"/>
                </a:lnTo>
                <a:cubicBezTo>
                  <a:pt x="3627650" y="2303871"/>
                  <a:pt x="3627650" y="2304640"/>
                  <a:pt x="3627341" y="2305177"/>
                </a:cubicBezTo>
                <a:lnTo>
                  <a:pt x="3614354" y="2327695"/>
                </a:lnTo>
                <a:cubicBezTo>
                  <a:pt x="3613968" y="2328235"/>
                  <a:pt x="3613353" y="2328618"/>
                  <a:pt x="3612740" y="2328618"/>
                </a:cubicBezTo>
                <a:lnTo>
                  <a:pt x="3586762" y="2328618"/>
                </a:lnTo>
                <a:cubicBezTo>
                  <a:pt x="3586070" y="2328618"/>
                  <a:pt x="3585456" y="2328235"/>
                  <a:pt x="3585149" y="2327695"/>
                </a:cubicBezTo>
                <a:lnTo>
                  <a:pt x="3572160" y="2305177"/>
                </a:lnTo>
                <a:cubicBezTo>
                  <a:pt x="3571853" y="2304640"/>
                  <a:pt x="3571853" y="2303871"/>
                  <a:pt x="3572160" y="2303334"/>
                </a:cubicBezTo>
                <a:lnTo>
                  <a:pt x="3585149" y="2280815"/>
                </a:lnTo>
                <a:cubicBezTo>
                  <a:pt x="3585532" y="2280276"/>
                  <a:pt x="3586147" y="2279893"/>
                  <a:pt x="3586762" y="2279893"/>
                </a:cubicBezTo>
                <a:close/>
                <a:moveTo>
                  <a:pt x="3494997" y="2279507"/>
                </a:moveTo>
                <a:lnTo>
                  <a:pt x="3521436" y="2279507"/>
                </a:lnTo>
                <a:cubicBezTo>
                  <a:pt x="3522128" y="2279507"/>
                  <a:pt x="3522743" y="2279891"/>
                  <a:pt x="3523050" y="2280430"/>
                </a:cubicBezTo>
                <a:lnTo>
                  <a:pt x="3536270" y="2303332"/>
                </a:lnTo>
                <a:cubicBezTo>
                  <a:pt x="3536577" y="2303869"/>
                  <a:pt x="3536577" y="2304638"/>
                  <a:pt x="3536270" y="2305177"/>
                </a:cubicBezTo>
                <a:lnTo>
                  <a:pt x="3523050" y="2328079"/>
                </a:lnTo>
                <a:cubicBezTo>
                  <a:pt x="3522743" y="2328618"/>
                  <a:pt x="3522128" y="2329002"/>
                  <a:pt x="3521436" y="2329002"/>
                </a:cubicBezTo>
                <a:lnTo>
                  <a:pt x="3494997" y="2329002"/>
                </a:lnTo>
                <a:cubicBezTo>
                  <a:pt x="3494307" y="2329002"/>
                  <a:pt x="3493691" y="2328618"/>
                  <a:pt x="3493384" y="2328079"/>
                </a:cubicBezTo>
                <a:lnTo>
                  <a:pt x="3480166" y="2305177"/>
                </a:lnTo>
                <a:cubicBezTo>
                  <a:pt x="3479857" y="2304638"/>
                  <a:pt x="3479857" y="2303869"/>
                  <a:pt x="3480166" y="2303332"/>
                </a:cubicBezTo>
                <a:lnTo>
                  <a:pt x="3493384" y="2280430"/>
                </a:lnTo>
                <a:cubicBezTo>
                  <a:pt x="3493691" y="2279891"/>
                  <a:pt x="3494307" y="2279507"/>
                  <a:pt x="3494997" y="2279507"/>
                </a:cubicBezTo>
                <a:close/>
                <a:moveTo>
                  <a:pt x="201733" y="2279507"/>
                </a:moveTo>
                <a:lnTo>
                  <a:pt x="228173" y="2279507"/>
                </a:lnTo>
                <a:cubicBezTo>
                  <a:pt x="228864" y="2279507"/>
                  <a:pt x="229480" y="2279891"/>
                  <a:pt x="229783" y="2280430"/>
                </a:cubicBezTo>
                <a:lnTo>
                  <a:pt x="243007" y="2303332"/>
                </a:lnTo>
                <a:cubicBezTo>
                  <a:pt x="243318" y="2303869"/>
                  <a:pt x="243318" y="2304638"/>
                  <a:pt x="243007" y="2305177"/>
                </a:cubicBezTo>
                <a:lnTo>
                  <a:pt x="229783" y="2328079"/>
                </a:lnTo>
                <a:cubicBezTo>
                  <a:pt x="229480" y="2328618"/>
                  <a:pt x="228864" y="2329002"/>
                  <a:pt x="228173" y="2329002"/>
                </a:cubicBezTo>
                <a:lnTo>
                  <a:pt x="201733" y="2329002"/>
                </a:lnTo>
                <a:cubicBezTo>
                  <a:pt x="201043" y="2329002"/>
                  <a:pt x="200423" y="2328618"/>
                  <a:pt x="200119" y="2328079"/>
                </a:cubicBezTo>
                <a:lnTo>
                  <a:pt x="186898" y="2305177"/>
                </a:lnTo>
                <a:cubicBezTo>
                  <a:pt x="186590" y="2304638"/>
                  <a:pt x="186590" y="2303869"/>
                  <a:pt x="186898" y="2303332"/>
                </a:cubicBezTo>
                <a:lnTo>
                  <a:pt x="200119" y="2280430"/>
                </a:lnTo>
                <a:cubicBezTo>
                  <a:pt x="200423" y="2279891"/>
                  <a:pt x="201043" y="2279507"/>
                  <a:pt x="201733" y="2279507"/>
                </a:cubicBezTo>
                <a:close/>
                <a:moveTo>
                  <a:pt x="3860210" y="2278125"/>
                </a:moveTo>
                <a:lnTo>
                  <a:pt x="3888109" y="2278125"/>
                </a:lnTo>
                <a:cubicBezTo>
                  <a:pt x="3888800" y="2278125"/>
                  <a:pt x="3889415" y="2278509"/>
                  <a:pt x="3889799" y="2279124"/>
                </a:cubicBezTo>
                <a:lnTo>
                  <a:pt x="3903787" y="2303334"/>
                </a:lnTo>
                <a:cubicBezTo>
                  <a:pt x="3904171" y="2303949"/>
                  <a:pt x="3904171" y="2304718"/>
                  <a:pt x="3903787" y="2305331"/>
                </a:cubicBezTo>
                <a:lnTo>
                  <a:pt x="3889799" y="2329541"/>
                </a:lnTo>
                <a:cubicBezTo>
                  <a:pt x="3889492" y="2330156"/>
                  <a:pt x="3888800" y="2330539"/>
                  <a:pt x="3888109" y="2330539"/>
                </a:cubicBezTo>
                <a:lnTo>
                  <a:pt x="3860210" y="2330539"/>
                </a:lnTo>
                <a:cubicBezTo>
                  <a:pt x="3859520" y="2330539"/>
                  <a:pt x="3858905" y="2330156"/>
                  <a:pt x="3858520" y="2329541"/>
                </a:cubicBezTo>
                <a:lnTo>
                  <a:pt x="3844532" y="2305331"/>
                </a:lnTo>
                <a:cubicBezTo>
                  <a:pt x="3844147" y="2304718"/>
                  <a:pt x="3844147" y="2303949"/>
                  <a:pt x="3844532" y="2303334"/>
                </a:cubicBezTo>
                <a:lnTo>
                  <a:pt x="3858520" y="2279124"/>
                </a:lnTo>
                <a:cubicBezTo>
                  <a:pt x="3858827" y="2278509"/>
                  <a:pt x="3859520" y="2278125"/>
                  <a:pt x="3860210" y="2278125"/>
                </a:cubicBezTo>
                <a:close/>
                <a:moveTo>
                  <a:pt x="289112" y="2271822"/>
                </a:moveTo>
                <a:lnTo>
                  <a:pt x="323779" y="2271822"/>
                </a:lnTo>
                <a:cubicBezTo>
                  <a:pt x="324700" y="2271822"/>
                  <a:pt x="325473" y="2272283"/>
                  <a:pt x="325930" y="2273052"/>
                </a:cubicBezTo>
                <a:lnTo>
                  <a:pt x="343228" y="2303024"/>
                </a:lnTo>
                <a:cubicBezTo>
                  <a:pt x="343681" y="2303793"/>
                  <a:pt x="343681" y="2304716"/>
                  <a:pt x="343228" y="2305485"/>
                </a:cubicBezTo>
                <a:lnTo>
                  <a:pt x="325850" y="2335459"/>
                </a:lnTo>
                <a:cubicBezTo>
                  <a:pt x="325393" y="2336226"/>
                  <a:pt x="324548" y="2336687"/>
                  <a:pt x="323703" y="2336687"/>
                </a:cubicBezTo>
                <a:lnTo>
                  <a:pt x="289046" y="2336687"/>
                </a:lnTo>
                <a:cubicBezTo>
                  <a:pt x="288119" y="2336687"/>
                  <a:pt x="287352" y="2336226"/>
                  <a:pt x="286887" y="2335459"/>
                </a:cubicBezTo>
                <a:lnTo>
                  <a:pt x="269597" y="2305485"/>
                </a:lnTo>
                <a:cubicBezTo>
                  <a:pt x="269138" y="2304716"/>
                  <a:pt x="269138" y="2303793"/>
                  <a:pt x="269597" y="2303024"/>
                </a:cubicBezTo>
                <a:lnTo>
                  <a:pt x="286965" y="2273052"/>
                </a:lnTo>
                <a:cubicBezTo>
                  <a:pt x="287422" y="2272283"/>
                  <a:pt x="288269" y="2271822"/>
                  <a:pt x="289112" y="2271822"/>
                </a:cubicBezTo>
                <a:close/>
                <a:moveTo>
                  <a:pt x="380421" y="2271514"/>
                </a:moveTo>
                <a:lnTo>
                  <a:pt x="415392" y="2271514"/>
                </a:lnTo>
                <a:cubicBezTo>
                  <a:pt x="416311" y="2271514"/>
                  <a:pt x="417078" y="2271976"/>
                  <a:pt x="417543" y="2272745"/>
                </a:cubicBezTo>
                <a:lnTo>
                  <a:pt x="434983" y="2303024"/>
                </a:lnTo>
                <a:cubicBezTo>
                  <a:pt x="435447" y="2303793"/>
                  <a:pt x="435447" y="2304716"/>
                  <a:pt x="434983" y="2305485"/>
                </a:cubicBezTo>
                <a:lnTo>
                  <a:pt x="417464" y="2335764"/>
                </a:lnTo>
                <a:cubicBezTo>
                  <a:pt x="416999" y="2336533"/>
                  <a:pt x="416158" y="2336994"/>
                  <a:pt x="415314" y="2336994"/>
                </a:cubicBezTo>
                <a:lnTo>
                  <a:pt x="380344" y="2336994"/>
                </a:lnTo>
                <a:cubicBezTo>
                  <a:pt x="379423" y="2336994"/>
                  <a:pt x="378650" y="2336533"/>
                  <a:pt x="378195" y="2335764"/>
                </a:cubicBezTo>
                <a:lnTo>
                  <a:pt x="360747" y="2305485"/>
                </a:lnTo>
                <a:cubicBezTo>
                  <a:pt x="360286" y="2304716"/>
                  <a:pt x="360286" y="2303793"/>
                  <a:pt x="360747" y="2303024"/>
                </a:cubicBezTo>
                <a:lnTo>
                  <a:pt x="378269" y="2272745"/>
                </a:lnTo>
                <a:cubicBezTo>
                  <a:pt x="378730" y="2271976"/>
                  <a:pt x="379575" y="2271514"/>
                  <a:pt x="380421" y="2271514"/>
                </a:cubicBezTo>
                <a:close/>
                <a:moveTo>
                  <a:pt x="2955863" y="2218409"/>
                </a:moveTo>
                <a:lnTo>
                  <a:pt x="2962857" y="2218409"/>
                </a:lnTo>
                <a:cubicBezTo>
                  <a:pt x="2963087" y="2218409"/>
                  <a:pt x="2963318" y="2218641"/>
                  <a:pt x="2963318" y="2218641"/>
                </a:cubicBezTo>
                <a:lnTo>
                  <a:pt x="2966853" y="2224710"/>
                </a:lnTo>
                <a:cubicBezTo>
                  <a:pt x="2966929" y="2224866"/>
                  <a:pt x="2966853" y="2225171"/>
                  <a:pt x="2966853" y="2225171"/>
                </a:cubicBezTo>
                <a:lnTo>
                  <a:pt x="2963318" y="2231245"/>
                </a:lnTo>
                <a:cubicBezTo>
                  <a:pt x="2963165" y="2231397"/>
                  <a:pt x="2962857" y="2231475"/>
                  <a:pt x="2962857" y="2231475"/>
                </a:cubicBezTo>
                <a:lnTo>
                  <a:pt x="2955863" y="2231475"/>
                </a:lnTo>
                <a:cubicBezTo>
                  <a:pt x="2955633" y="2231475"/>
                  <a:pt x="2955401" y="2231245"/>
                  <a:pt x="2955401" y="2231245"/>
                </a:cubicBezTo>
                <a:lnTo>
                  <a:pt x="2951867" y="2225171"/>
                </a:lnTo>
                <a:cubicBezTo>
                  <a:pt x="2951790" y="2225020"/>
                  <a:pt x="2951867" y="2224710"/>
                  <a:pt x="2951867" y="2224710"/>
                </a:cubicBezTo>
                <a:lnTo>
                  <a:pt x="2955401" y="2218641"/>
                </a:lnTo>
                <a:cubicBezTo>
                  <a:pt x="2955555" y="2218487"/>
                  <a:pt x="2955863" y="2218409"/>
                  <a:pt x="2955863" y="2218409"/>
                </a:cubicBezTo>
                <a:close/>
                <a:moveTo>
                  <a:pt x="577401" y="2218409"/>
                </a:moveTo>
                <a:lnTo>
                  <a:pt x="584391" y="2218409"/>
                </a:lnTo>
                <a:cubicBezTo>
                  <a:pt x="584627" y="2218409"/>
                  <a:pt x="584853" y="2218641"/>
                  <a:pt x="584853" y="2218641"/>
                </a:cubicBezTo>
                <a:lnTo>
                  <a:pt x="588390" y="2224710"/>
                </a:lnTo>
                <a:cubicBezTo>
                  <a:pt x="588467" y="2224866"/>
                  <a:pt x="588390" y="2225171"/>
                  <a:pt x="588390" y="2225171"/>
                </a:cubicBezTo>
                <a:lnTo>
                  <a:pt x="584853" y="2231245"/>
                </a:lnTo>
                <a:cubicBezTo>
                  <a:pt x="584701" y="2231397"/>
                  <a:pt x="584391" y="2231475"/>
                  <a:pt x="584391" y="2231475"/>
                </a:cubicBezTo>
                <a:lnTo>
                  <a:pt x="577401" y="2231475"/>
                </a:lnTo>
                <a:cubicBezTo>
                  <a:pt x="577169" y="2231475"/>
                  <a:pt x="576936" y="2231245"/>
                  <a:pt x="576936" y="2231245"/>
                </a:cubicBezTo>
                <a:lnTo>
                  <a:pt x="573399" y="2225171"/>
                </a:lnTo>
                <a:cubicBezTo>
                  <a:pt x="573325" y="2225020"/>
                  <a:pt x="573399" y="2224710"/>
                  <a:pt x="573399" y="2224710"/>
                </a:cubicBezTo>
                <a:lnTo>
                  <a:pt x="576936" y="2218641"/>
                </a:lnTo>
                <a:cubicBezTo>
                  <a:pt x="577093" y="2218487"/>
                  <a:pt x="577401" y="2218409"/>
                  <a:pt x="577401" y="2218409"/>
                </a:cubicBezTo>
                <a:close/>
                <a:moveTo>
                  <a:pt x="943072" y="2217948"/>
                </a:moveTo>
                <a:lnTo>
                  <a:pt x="950525" y="2217948"/>
                </a:lnTo>
                <a:cubicBezTo>
                  <a:pt x="950683" y="2217948"/>
                  <a:pt x="950986" y="2218179"/>
                  <a:pt x="950986" y="2218179"/>
                </a:cubicBezTo>
                <a:lnTo>
                  <a:pt x="954757" y="2224634"/>
                </a:lnTo>
                <a:cubicBezTo>
                  <a:pt x="954829" y="2224788"/>
                  <a:pt x="954757" y="2225171"/>
                  <a:pt x="954757" y="2225171"/>
                </a:cubicBezTo>
                <a:lnTo>
                  <a:pt x="950986" y="2231628"/>
                </a:lnTo>
                <a:cubicBezTo>
                  <a:pt x="950911" y="2231782"/>
                  <a:pt x="950525" y="2231858"/>
                  <a:pt x="950525" y="2231858"/>
                </a:cubicBezTo>
                <a:lnTo>
                  <a:pt x="943072" y="2231858"/>
                </a:lnTo>
                <a:cubicBezTo>
                  <a:pt x="942920" y="2231858"/>
                  <a:pt x="942610" y="2231628"/>
                  <a:pt x="942610" y="2231628"/>
                </a:cubicBezTo>
                <a:lnTo>
                  <a:pt x="938851" y="2225171"/>
                </a:lnTo>
                <a:cubicBezTo>
                  <a:pt x="938764" y="2225018"/>
                  <a:pt x="938851" y="2224634"/>
                  <a:pt x="938851" y="2224634"/>
                </a:cubicBezTo>
                <a:lnTo>
                  <a:pt x="942610" y="2218179"/>
                </a:lnTo>
                <a:cubicBezTo>
                  <a:pt x="942688" y="2218025"/>
                  <a:pt x="943072" y="2217948"/>
                  <a:pt x="943072" y="2217948"/>
                </a:cubicBezTo>
                <a:close/>
                <a:moveTo>
                  <a:pt x="666322" y="2213644"/>
                </a:moveTo>
                <a:lnTo>
                  <a:pt x="678383" y="2213644"/>
                </a:lnTo>
                <a:cubicBezTo>
                  <a:pt x="678697" y="2213644"/>
                  <a:pt x="679152" y="2214105"/>
                  <a:pt x="679152" y="2214105"/>
                </a:cubicBezTo>
                <a:lnTo>
                  <a:pt x="685226" y="2224556"/>
                </a:lnTo>
                <a:cubicBezTo>
                  <a:pt x="685379" y="2224788"/>
                  <a:pt x="685226" y="2225403"/>
                  <a:pt x="685226" y="2225403"/>
                </a:cubicBezTo>
                <a:lnTo>
                  <a:pt x="679152" y="2235854"/>
                </a:lnTo>
                <a:cubicBezTo>
                  <a:pt x="678999" y="2236162"/>
                  <a:pt x="678383" y="2236316"/>
                  <a:pt x="678383" y="2236316"/>
                </a:cubicBezTo>
                <a:lnTo>
                  <a:pt x="666322" y="2236316"/>
                </a:lnTo>
                <a:cubicBezTo>
                  <a:pt x="666011" y="2236316"/>
                  <a:pt x="665551" y="2235854"/>
                  <a:pt x="665551" y="2235854"/>
                </a:cubicBezTo>
                <a:lnTo>
                  <a:pt x="659487" y="2225403"/>
                </a:lnTo>
                <a:cubicBezTo>
                  <a:pt x="659328" y="2225171"/>
                  <a:pt x="659487" y="2224556"/>
                  <a:pt x="659487" y="2224556"/>
                </a:cubicBezTo>
                <a:lnTo>
                  <a:pt x="665551" y="2214105"/>
                </a:lnTo>
                <a:cubicBezTo>
                  <a:pt x="665707" y="2213797"/>
                  <a:pt x="666322" y="2213644"/>
                  <a:pt x="666322" y="2213644"/>
                </a:cubicBezTo>
                <a:close/>
                <a:moveTo>
                  <a:pt x="3044017" y="2212260"/>
                </a:moveTo>
                <a:lnTo>
                  <a:pt x="3057619" y="2212260"/>
                </a:lnTo>
                <a:cubicBezTo>
                  <a:pt x="3058004" y="2212260"/>
                  <a:pt x="3058464" y="2212721"/>
                  <a:pt x="3058464" y="2212721"/>
                </a:cubicBezTo>
                <a:lnTo>
                  <a:pt x="3065227" y="2224480"/>
                </a:lnTo>
                <a:cubicBezTo>
                  <a:pt x="3065381" y="2224786"/>
                  <a:pt x="3065227" y="2225479"/>
                  <a:pt x="3065227" y="2225479"/>
                </a:cubicBezTo>
                <a:lnTo>
                  <a:pt x="3058464" y="2237237"/>
                </a:lnTo>
                <a:cubicBezTo>
                  <a:pt x="3058311" y="2237544"/>
                  <a:pt x="3057619" y="2237698"/>
                  <a:pt x="3057619" y="2237698"/>
                </a:cubicBezTo>
                <a:lnTo>
                  <a:pt x="3044017" y="2237698"/>
                </a:lnTo>
                <a:cubicBezTo>
                  <a:pt x="3043632" y="2237698"/>
                  <a:pt x="3043170" y="2237237"/>
                  <a:pt x="3043170" y="2237237"/>
                </a:cubicBezTo>
                <a:lnTo>
                  <a:pt x="3036407" y="2225479"/>
                </a:lnTo>
                <a:cubicBezTo>
                  <a:pt x="3036254" y="2225171"/>
                  <a:pt x="3036407" y="2224480"/>
                  <a:pt x="3036407" y="2224480"/>
                </a:cubicBezTo>
                <a:lnTo>
                  <a:pt x="3043170" y="2212721"/>
                </a:lnTo>
                <a:cubicBezTo>
                  <a:pt x="3043324" y="2212413"/>
                  <a:pt x="3044017" y="2212260"/>
                  <a:pt x="3044017" y="2212260"/>
                </a:cubicBezTo>
                <a:close/>
                <a:moveTo>
                  <a:pt x="4415102" y="2210031"/>
                </a:moveTo>
                <a:lnTo>
                  <a:pt x="4431087" y="2210031"/>
                </a:lnTo>
                <a:cubicBezTo>
                  <a:pt x="4431473" y="2210031"/>
                  <a:pt x="4432088" y="2210568"/>
                  <a:pt x="4432088" y="2210568"/>
                </a:cubicBezTo>
                <a:lnTo>
                  <a:pt x="4440080" y="2224403"/>
                </a:lnTo>
                <a:cubicBezTo>
                  <a:pt x="4440310" y="2224786"/>
                  <a:pt x="4440080" y="2225555"/>
                  <a:pt x="4440080" y="2225555"/>
                </a:cubicBezTo>
                <a:lnTo>
                  <a:pt x="4432088" y="2239389"/>
                </a:lnTo>
                <a:cubicBezTo>
                  <a:pt x="4431856" y="2239697"/>
                  <a:pt x="4431473" y="2239927"/>
                  <a:pt x="4431087" y="2239927"/>
                </a:cubicBezTo>
                <a:lnTo>
                  <a:pt x="4415102" y="2239927"/>
                </a:lnTo>
                <a:cubicBezTo>
                  <a:pt x="4414718" y="2239927"/>
                  <a:pt x="4414103" y="2239389"/>
                  <a:pt x="4414103" y="2239389"/>
                </a:cubicBezTo>
                <a:lnTo>
                  <a:pt x="4406110" y="2225555"/>
                </a:lnTo>
                <a:cubicBezTo>
                  <a:pt x="4405878" y="2225171"/>
                  <a:pt x="4406110" y="2224403"/>
                  <a:pt x="4406110" y="2224403"/>
                </a:cubicBezTo>
                <a:lnTo>
                  <a:pt x="4414103" y="2210568"/>
                </a:lnTo>
                <a:cubicBezTo>
                  <a:pt x="4414334" y="2210260"/>
                  <a:pt x="4414718" y="2210031"/>
                  <a:pt x="4415102" y="2210031"/>
                </a:cubicBezTo>
                <a:close/>
                <a:moveTo>
                  <a:pt x="847008" y="2209416"/>
                </a:moveTo>
                <a:lnTo>
                  <a:pt x="863607" y="2209416"/>
                </a:lnTo>
                <a:cubicBezTo>
                  <a:pt x="863987" y="2209416"/>
                  <a:pt x="864606" y="2210031"/>
                  <a:pt x="864606" y="2210031"/>
                </a:cubicBezTo>
                <a:lnTo>
                  <a:pt x="872904" y="2224403"/>
                </a:lnTo>
                <a:cubicBezTo>
                  <a:pt x="873134" y="2224710"/>
                  <a:pt x="872904" y="2225555"/>
                  <a:pt x="872904" y="2225555"/>
                </a:cubicBezTo>
                <a:lnTo>
                  <a:pt x="864606" y="2239927"/>
                </a:lnTo>
                <a:cubicBezTo>
                  <a:pt x="864376" y="2240312"/>
                  <a:pt x="863987" y="2240542"/>
                  <a:pt x="863607" y="2240542"/>
                </a:cubicBezTo>
                <a:lnTo>
                  <a:pt x="847008" y="2240542"/>
                </a:lnTo>
                <a:cubicBezTo>
                  <a:pt x="846617" y="2240542"/>
                  <a:pt x="846009" y="2239927"/>
                  <a:pt x="846009" y="2239927"/>
                </a:cubicBezTo>
                <a:lnTo>
                  <a:pt x="837702" y="2225555"/>
                </a:lnTo>
                <a:cubicBezTo>
                  <a:pt x="837478" y="2225247"/>
                  <a:pt x="837702" y="2224403"/>
                  <a:pt x="837702" y="2224403"/>
                </a:cubicBezTo>
                <a:lnTo>
                  <a:pt x="846009" y="2210031"/>
                </a:lnTo>
                <a:cubicBezTo>
                  <a:pt x="846232" y="2209647"/>
                  <a:pt x="846617" y="2209416"/>
                  <a:pt x="847008" y="2209416"/>
                </a:cubicBezTo>
                <a:close/>
                <a:moveTo>
                  <a:pt x="4140270" y="2209340"/>
                </a:moveTo>
                <a:lnTo>
                  <a:pt x="4157024" y="2209340"/>
                </a:lnTo>
                <a:cubicBezTo>
                  <a:pt x="4157407" y="2209340"/>
                  <a:pt x="4158022" y="2209955"/>
                  <a:pt x="4158022" y="2209955"/>
                </a:cubicBezTo>
                <a:lnTo>
                  <a:pt x="4166399" y="2224480"/>
                </a:lnTo>
                <a:cubicBezTo>
                  <a:pt x="4166630" y="2224788"/>
                  <a:pt x="4166399" y="2225633"/>
                  <a:pt x="4166399" y="2225633"/>
                </a:cubicBezTo>
                <a:lnTo>
                  <a:pt x="4158022" y="2240158"/>
                </a:lnTo>
                <a:cubicBezTo>
                  <a:pt x="4157791" y="2240542"/>
                  <a:pt x="4157407" y="2240774"/>
                  <a:pt x="4157024" y="2240774"/>
                </a:cubicBezTo>
                <a:lnTo>
                  <a:pt x="4140270" y="2240774"/>
                </a:lnTo>
                <a:cubicBezTo>
                  <a:pt x="4139884" y="2240774"/>
                  <a:pt x="4139269" y="2240158"/>
                  <a:pt x="4139269" y="2240158"/>
                </a:cubicBezTo>
                <a:lnTo>
                  <a:pt x="4130892" y="2225633"/>
                </a:lnTo>
                <a:cubicBezTo>
                  <a:pt x="4130661" y="2225325"/>
                  <a:pt x="4130892" y="2224480"/>
                  <a:pt x="4130892" y="2224480"/>
                </a:cubicBezTo>
                <a:lnTo>
                  <a:pt x="4139269" y="2209955"/>
                </a:lnTo>
                <a:cubicBezTo>
                  <a:pt x="4139500" y="2209571"/>
                  <a:pt x="4139884" y="2209340"/>
                  <a:pt x="4140270" y="2209340"/>
                </a:cubicBezTo>
                <a:close/>
                <a:moveTo>
                  <a:pt x="755006" y="2208341"/>
                </a:moveTo>
                <a:lnTo>
                  <a:pt x="772759" y="2208341"/>
                </a:lnTo>
                <a:cubicBezTo>
                  <a:pt x="773224" y="2208341"/>
                  <a:pt x="773608" y="2208573"/>
                  <a:pt x="773835" y="2208956"/>
                </a:cubicBezTo>
                <a:lnTo>
                  <a:pt x="782753" y="2224327"/>
                </a:lnTo>
                <a:cubicBezTo>
                  <a:pt x="782983" y="2224712"/>
                  <a:pt x="782983" y="2225171"/>
                  <a:pt x="782753" y="2225557"/>
                </a:cubicBezTo>
                <a:lnTo>
                  <a:pt x="773835" y="2240927"/>
                </a:lnTo>
                <a:cubicBezTo>
                  <a:pt x="773608" y="2241313"/>
                  <a:pt x="773224" y="2241542"/>
                  <a:pt x="772759" y="2241542"/>
                </a:cubicBezTo>
                <a:lnTo>
                  <a:pt x="755006" y="2241542"/>
                </a:lnTo>
                <a:cubicBezTo>
                  <a:pt x="754550" y="2241542"/>
                  <a:pt x="754163" y="2241313"/>
                  <a:pt x="753933" y="2240927"/>
                </a:cubicBezTo>
                <a:lnTo>
                  <a:pt x="745018" y="2225557"/>
                </a:lnTo>
                <a:cubicBezTo>
                  <a:pt x="744790" y="2225171"/>
                  <a:pt x="744790" y="2224712"/>
                  <a:pt x="745018" y="2224327"/>
                </a:cubicBezTo>
                <a:lnTo>
                  <a:pt x="753933" y="2208956"/>
                </a:lnTo>
                <a:cubicBezTo>
                  <a:pt x="754163" y="2208573"/>
                  <a:pt x="754550" y="2208341"/>
                  <a:pt x="755006" y="2208341"/>
                </a:cubicBezTo>
                <a:close/>
                <a:moveTo>
                  <a:pt x="4047968" y="2207802"/>
                </a:moveTo>
                <a:lnTo>
                  <a:pt x="4066335" y="2207802"/>
                </a:lnTo>
                <a:cubicBezTo>
                  <a:pt x="4066796" y="2207802"/>
                  <a:pt x="4067258" y="2208033"/>
                  <a:pt x="4067487" y="2208417"/>
                </a:cubicBezTo>
                <a:lnTo>
                  <a:pt x="4076634" y="2224327"/>
                </a:lnTo>
                <a:cubicBezTo>
                  <a:pt x="4076864" y="2224710"/>
                  <a:pt x="4076864" y="2225247"/>
                  <a:pt x="4076634" y="2225633"/>
                </a:cubicBezTo>
                <a:lnTo>
                  <a:pt x="4067411" y="2241541"/>
                </a:lnTo>
                <a:cubicBezTo>
                  <a:pt x="4067180" y="2241926"/>
                  <a:pt x="4066720" y="2242156"/>
                  <a:pt x="4066257" y="2242156"/>
                </a:cubicBezTo>
                <a:lnTo>
                  <a:pt x="4047891" y="2242156"/>
                </a:lnTo>
                <a:cubicBezTo>
                  <a:pt x="4047430" y="2242156"/>
                  <a:pt x="4046968" y="2241926"/>
                  <a:pt x="4046737" y="2241541"/>
                </a:cubicBezTo>
                <a:lnTo>
                  <a:pt x="4037592" y="2225633"/>
                </a:lnTo>
                <a:cubicBezTo>
                  <a:pt x="4037362" y="2225247"/>
                  <a:pt x="4037362" y="2224710"/>
                  <a:pt x="4037592" y="2224327"/>
                </a:cubicBezTo>
                <a:lnTo>
                  <a:pt x="4046814" y="2208417"/>
                </a:lnTo>
                <a:cubicBezTo>
                  <a:pt x="4047044" y="2208033"/>
                  <a:pt x="4047505" y="2207802"/>
                  <a:pt x="4047968" y="2207802"/>
                </a:cubicBezTo>
                <a:close/>
                <a:moveTo>
                  <a:pt x="3133168" y="2207802"/>
                </a:moveTo>
                <a:lnTo>
                  <a:pt x="3151536" y="2207802"/>
                </a:lnTo>
                <a:cubicBezTo>
                  <a:pt x="3151998" y="2207802"/>
                  <a:pt x="3152458" y="2208033"/>
                  <a:pt x="3152688" y="2208417"/>
                </a:cubicBezTo>
                <a:lnTo>
                  <a:pt x="3161833" y="2224327"/>
                </a:lnTo>
                <a:cubicBezTo>
                  <a:pt x="3162065" y="2224710"/>
                  <a:pt x="3162065" y="2225247"/>
                  <a:pt x="3161833" y="2225633"/>
                </a:cubicBezTo>
                <a:lnTo>
                  <a:pt x="3152613" y="2241541"/>
                </a:lnTo>
                <a:cubicBezTo>
                  <a:pt x="3152380" y="2241926"/>
                  <a:pt x="3151920" y="2242156"/>
                  <a:pt x="3151460" y="2242156"/>
                </a:cubicBezTo>
                <a:lnTo>
                  <a:pt x="3133091" y="2242156"/>
                </a:lnTo>
                <a:cubicBezTo>
                  <a:pt x="3132631" y="2242156"/>
                  <a:pt x="3132169" y="2241926"/>
                  <a:pt x="3131937" y="2241541"/>
                </a:cubicBezTo>
                <a:lnTo>
                  <a:pt x="3122792" y="2225633"/>
                </a:lnTo>
                <a:cubicBezTo>
                  <a:pt x="3122563" y="2225247"/>
                  <a:pt x="3122563" y="2224710"/>
                  <a:pt x="3122792" y="2224327"/>
                </a:cubicBezTo>
                <a:lnTo>
                  <a:pt x="3132015" y="2208417"/>
                </a:lnTo>
                <a:cubicBezTo>
                  <a:pt x="3132245" y="2208033"/>
                  <a:pt x="3132706" y="2207802"/>
                  <a:pt x="3133168" y="2207802"/>
                </a:cubicBezTo>
                <a:close/>
                <a:moveTo>
                  <a:pt x="479412" y="2206266"/>
                </a:moveTo>
                <a:lnTo>
                  <a:pt x="499391" y="2206266"/>
                </a:lnTo>
                <a:cubicBezTo>
                  <a:pt x="499926" y="2206266"/>
                  <a:pt x="500385" y="2206496"/>
                  <a:pt x="500623" y="2206957"/>
                </a:cubicBezTo>
                <a:lnTo>
                  <a:pt x="510613" y="2224327"/>
                </a:lnTo>
                <a:cubicBezTo>
                  <a:pt x="510842" y="2224710"/>
                  <a:pt x="510842" y="2225249"/>
                  <a:pt x="510613" y="2225711"/>
                </a:cubicBezTo>
                <a:lnTo>
                  <a:pt x="500623" y="2243078"/>
                </a:lnTo>
                <a:cubicBezTo>
                  <a:pt x="500385" y="2243464"/>
                  <a:pt x="499850" y="2243771"/>
                  <a:pt x="499391" y="2243771"/>
                </a:cubicBezTo>
                <a:lnTo>
                  <a:pt x="479412" y="2243771"/>
                </a:lnTo>
                <a:cubicBezTo>
                  <a:pt x="478871" y="2243771"/>
                  <a:pt x="478410" y="2243540"/>
                  <a:pt x="478182" y="2243078"/>
                </a:cubicBezTo>
                <a:lnTo>
                  <a:pt x="468181" y="2225711"/>
                </a:lnTo>
                <a:cubicBezTo>
                  <a:pt x="467959" y="2225325"/>
                  <a:pt x="467959" y="2224788"/>
                  <a:pt x="468181" y="2224327"/>
                </a:cubicBezTo>
                <a:lnTo>
                  <a:pt x="478182" y="2206957"/>
                </a:lnTo>
                <a:cubicBezTo>
                  <a:pt x="478410" y="2206574"/>
                  <a:pt x="478949" y="2206266"/>
                  <a:pt x="479412" y="2206266"/>
                </a:cubicBezTo>
                <a:close/>
                <a:moveTo>
                  <a:pt x="3955127" y="2205265"/>
                </a:moveTo>
                <a:lnTo>
                  <a:pt x="3976184" y="2205265"/>
                </a:lnTo>
                <a:cubicBezTo>
                  <a:pt x="3976723" y="2205265"/>
                  <a:pt x="3977184" y="2205573"/>
                  <a:pt x="3977492" y="2206034"/>
                </a:cubicBezTo>
                <a:lnTo>
                  <a:pt x="3988019" y="2224249"/>
                </a:lnTo>
                <a:cubicBezTo>
                  <a:pt x="3988329" y="2224710"/>
                  <a:pt x="3988329" y="2225247"/>
                  <a:pt x="3988019" y="2225709"/>
                </a:cubicBezTo>
                <a:lnTo>
                  <a:pt x="3977492" y="2243923"/>
                </a:lnTo>
                <a:cubicBezTo>
                  <a:pt x="3977184" y="2244384"/>
                  <a:pt x="3976723" y="2244692"/>
                  <a:pt x="3976184" y="2244692"/>
                </a:cubicBezTo>
                <a:lnTo>
                  <a:pt x="3955127" y="2244692"/>
                </a:lnTo>
                <a:cubicBezTo>
                  <a:pt x="3954588" y="2244692"/>
                  <a:pt x="3954127" y="2244384"/>
                  <a:pt x="3953821" y="2243923"/>
                </a:cubicBezTo>
                <a:lnTo>
                  <a:pt x="3943290" y="2225709"/>
                </a:lnTo>
                <a:cubicBezTo>
                  <a:pt x="3942984" y="2225247"/>
                  <a:pt x="3942984" y="2224710"/>
                  <a:pt x="3943290" y="2224249"/>
                </a:cubicBezTo>
                <a:lnTo>
                  <a:pt x="3953821" y="2206034"/>
                </a:lnTo>
                <a:cubicBezTo>
                  <a:pt x="3954127" y="2205573"/>
                  <a:pt x="3954588" y="2205265"/>
                  <a:pt x="3955127" y="2205265"/>
                </a:cubicBezTo>
                <a:close/>
                <a:moveTo>
                  <a:pt x="3222780" y="2204421"/>
                </a:moveTo>
                <a:lnTo>
                  <a:pt x="3244761" y="2204421"/>
                </a:lnTo>
                <a:cubicBezTo>
                  <a:pt x="3245300" y="2204421"/>
                  <a:pt x="3245759" y="2204728"/>
                  <a:pt x="3246067" y="2205189"/>
                </a:cubicBezTo>
                <a:lnTo>
                  <a:pt x="3257057" y="2224173"/>
                </a:lnTo>
                <a:cubicBezTo>
                  <a:pt x="3257365" y="2224634"/>
                  <a:pt x="3257365" y="2225249"/>
                  <a:pt x="3257057" y="2225709"/>
                </a:cubicBezTo>
                <a:lnTo>
                  <a:pt x="3246067" y="2244692"/>
                </a:lnTo>
                <a:cubicBezTo>
                  <a:pt x="3245837" y="2245153"/>
                  <a:pt x="3245300" y="2245461"/>
                  <a:pt x="3244761" y="2245461"/>
                </a:cubicBezTo>
                <a:lnTo>
                  <a:pt x="3222780" y="2245461"/>
                </a:lnTo>
                <a:cubicBezTo>
                  <a:pt x="3222242" y="2245461"/>
                  <a:pt x="3221782" y="2245153"/>
                  <a:pt x="3221473" y="2244692"/>
                </a:cubicBezTo>
                <a:lnTo>
                  <a:pt x="3210484" y="2225709"/>
                </a:lnTo>
                <a:cubicBezTo>
                  <a:pt x="3210177" y="2225249"/>
                  <a:pt x="3210177" y="2224634"/>
                  <a:pt x="3210484" y="2224173"/>
                </a:cubicBezTo>
                <a:lnTo>
                  <a:pt x="3221473" y="2205189"/>
                </a:lnTo>
                <a:cubicBezTo>
                  <a:pt x="3221705" y="2204728"/>
                  <a:pt x="3222242" y="2204421"/>
                  <a:pt x="3222780" y="2204421"/>
                </a:cubicBezTo>
                <a:close/>
                <a:moveTo>
                  <a:pt x="3862823" y="2203730"/>
                </a:moveTo>
                <a:lnTo>
                  <a:pt x="3885495" y="2203730"/>
                </a:lnTo>
                <a:cubicBezTo>
                  <a:pt x="3886034" y="2203730"/>
                  <a:pt x="3886571" y="2204037"/>
                  <a:pt x="3886879" y="2204498"/>
                </a:cubicBezTo>
                <a:lnTo>
                  <a:pt x="3898253" y="2224173"/>
                </a:lnTo>
                <a:cubicBezTo>
                  <a:pt x="3898561" y="2224710"/>
                  <a:pt x="3898561" y="2225325"/>
                  <a:pt x="3898253" y="2225787"/>
                </a:cubicBezTo>
                <a:lnTo>
                  <a:pt x="3886879" y="2245461"/>
                </a:lnTo>
                <a:cubicBezTo>
                  <a:pt x="3886571" y="2245922"/>
                  <a:pt x="3886034" y="2246230"/>
                  <a:pt x="3885495" y="2246230"/>
                </a:cubicBezTo>
                <a:lnTo>
                  <a:pt x="3862823" y="2246230"/>
                </a:lnTo>
                <a:cubicBezTo>
                  <a:pt x="3862286" y="2246230"/>
                  <a:pt x="3861749" y="2245922"/>
                  <a:pt x="3861441" y="2245461"/>
                </a:cubicBezTo>
                <a:lnTo>
                  <a:pt x="3850067" y="2225787"/>
                </a:lnTo>
                <a:cubicBezTo>
                  <a:pt x="3849757" y="2225249"/>
                  <a:pt x="3849757" y="2224634"/>
                  <a:pt x="3850067" y="2224173"/>
                </a:cubicBezTo>
                <a:lnTo>
                  <a:pt x="3861441" y="2204498"/>
                </a:lnTo>
                <a:cubicBezTo>
                  <a:pt x="3861749" y="2204037"/>
                  <a:pt x="3862286" y="2203730"/>
                  <a:pt x="3862823" y="2203730"/>
                </a:cubicBezTo>
                <a:close/>
                <a:moveTo>
                  <a:pt x="4319803" y="2202885"/>
                </a:moveTo>
                <a:lnTo>
                  <a:pt x="4343398" y="2202885"/>
                </a:lnTo>
                <a:cubicBezTo>
                  <a:pt x="4344011" y="2202885"/>
                  <a:pt x="4344550" y="2203192"/>
                  <a:pt x="4344856" y="2203730"/>
                </a:cubicBezTo>
                <a:lnTo>
                  <a:pt x="4356616" y="2224173"/>
                </a:lnTo>
                <a:cubicBezTo>
                  <a:pt x="4356924" y="2224712"/>
                  <a:pt x="4356924" y="2225325"/>
                  <a:pt x="4356616" y="2225864"/>
                </a:cubicBezTo>
                <a:lnTo>
                  <a:pt x="4344780" y="2246308"/>
                </a:lnTo>
                <a:cubicBezTo>
                  <a:pt x="4344473" y="2246845"/>
                  <a:pt x="4343935" y="2247153"/>
                  <a:pt x="4343320" y="2247153"/>
                </a:cubicBezTo>
                <a:lnTo>
                  <a:pt x="4319725" y="2247153"/>
                </a:lnTo>
                <a:cubicBezTo>
                  <a:pt x="4319110" y="2247153"/>
                  <a:pt x="4318573" y="2246845"/>
                  <a:pt x="4318265" y="2246308"/>
                </a:cubicBezTo>
                <a:lnTo>
                  <a:pt x="4306506" y="2225864"/>
                </a:lnTo>
                <a:cubicBezTo>
                  <a:pt x="4306200" y="2225325"/>
                  <a:pt x="4306200" y="2224712"/>
                  <a:pt x="4306506" y="2224173"/>
                </a:cubicBezTo>
                <a:lnTo>
                  <a:pt x="4318343" y="2203730"/>
                </a:lnTo>
                <a:cubicBezTo>
                  <a:pt x="4318649" y="2203192"/>
                  <a:pt x="4319188" y="2202885"/>
                  <a:pt x="4319803" y="2202885"/>
                </a:cubicBezTo>
                <a:close/>
                <a:moveTo>
                  <a:pt x="3313237" y="2202423"/>
                </a:moveTo>
                <a:lnTo>
                  <a:pt x="3337293" y="2202423"/>
                </a:lnTo>
                <a:cubicBezTo>
                  <a:pt x="3337908" y="2202423"/>
                  <a:pt x="3338446" y="2202731"/>
                  <a:pt x="3338753" y="2203268"/>
                </a:cubicBezTo>
                <a:lnTo>
                  <a:pt x="3350742" y="2224095"/>
                </a:lnTo>
                <a:cubicBezTo>
                  <a:pt x="3351049" y="2224634"/>
                  <a:pt x="3351049" y="2225249"/>
                  <a:pt x="3350742" y="2225787"/>
                </a:cubicBezTo>
                <a:lnTo>
                  <a:pt x="3338676" y="2246615"/>
                </a:lnTo>
                <a:cubicBezTo>
                  <a:pt x="3338369" y="2247153"/>
                  <a:pt x="3337830" y="2247460"/>
                  <a:pt x="3337215" y="2247460"/>
                </a:cubicBezTo>
                <a:lnTo>
                  <a:pt x="3313161" y="2247460"/>
                </a:lnTo>
                <a:cubicBezTo>
                  <a:pt x="3312546" y="2247460"/>
                  <a:pt x="3312008" y="2247153"/>
                  <a:pt x="3311699" y="2246615"/>
                </a:cubicBezTo>
                <a:lnTo>
                  <a:pt x="3299710" y="2225787"/>
                </a:lnTo>
                <a:cubicBezTo>
                  <a:pt x="3299405" y="2225249"/>
                  <a:pt x="3299405" y="2224634"/>
                  <a:pt x="3299710" y="2224095"/>
                </a:cubicBezTo>
                <a:lnTo>
                  <a:pt x="3311777" y="2203268"/>
                </a:lnTo>
                <a:cubicBezTo>
                  <a:pt x="3312084" y="2202731"/>
                  <a:pt x="3312621" y="2202423"/>
                  <a:pt x="3313237" y="2202423"/>
                </a:cubicBezTo>
                <a:close/>
                <a:moveTo>
                  <a:pt x="4227730" y="2201884"/>
                </a:moveTo>
                <a:lnTo>
                  <a:pt x="4252402" y="2201884"/>
                </a:lnTo>
                <a:cubicBezTo>
                  <a:pt x="4253015" y="2201884"/>
                  <a:pt x="4253631" y="2202192"/>
                  <a:pt x="4253938" y="2202729"/>
                </a:cubicBezTo>
                <a:lnTo>
                  <a:pt x="4266234" y="2224095"/>
                </a:lnTo>
                <a:cubicBezTo>
                  <a:pt x="4266542" y="2224632"/>
                  <a:pt x="4266542" y="2225325"/>
                  <a:pt x="4266234" y="2225863"/>
                </a:cubicBezTo>
                <a:lnTo>
                  <a:pt x="4253938" y="2247228"/>
                </a:lnTo>
                <a:cubicBezTo>
                  <a:pt x="4253554" y="2247766"/>
                  <a:pt x="4253015" y="2248073"/>
                  <a:pt x="4252402" y="2248073"/>
                </a:cubicBezTo>
                <a:lnTo>
                  <a:pt x="4227730" y="2248073"/>
                </a:lnTo>
                <a:cubicBezTo>
                  <a:pt x="4227115" y="2248073"/>
                  <a:pt x="4226500" y="2247766"/>
                  <a:pt x="4226195" y="2247228"/>
                </a:cubicBezTo>
                <a:lnTo>
                  <a:pt x="4213896" y="2225863"/>
                </a:lnTo>
                <a:cubicBezTo>
                  <a:pt x="4213590" y="2225325"/>
                  <a:pt x="4213590" y="2224632"/>
                  <a:pt x="4213896" y="2224095"/>
                </a:cubicBezTo>
                <a:lnTo>
                  <a:pt x="4226195" y="2202729"/>
                </a:lnTo>
                <a:cubicBezTo>
                  <a:pt x="4226578" y="2202192"/>
                  <a:pt x="4227115" y="2201884"/>
                  <a:pt x="4227730" y="2201884"/>
                </a:cubicBezTo>
                <a:close/>
                <a:moveTo>
                  <a:pt x="3404464" y="2201884"/>
                </a:moveTo>
                <a:lnTo>
                  <a:pt x="3429136" y="2201884"/>
                </a:lnTo>
                <a:cubicBezTo>
                  <a:pt x="3429749" y="2201884"/>
                  <a:pt x="3430364" y="2202192"/>
                  <a:pt x="3430672" y="2202729"/>
                </a:cubicBezTo>
                <a:lnTo>
                  <a:pt x="3442968" y="2224095"/>
                </a:lnTo>
                <a:cubicBezTo>
                  <a:pt x="3443276" y="2224632"/>
                  <a:pt x="3443276" y="2225325"/>
                  <a:pt x="3442968" y="2225863"/>
                </a:cubicBezTo>
                <a:lnTo>
                  <a:pt x="3430672" y="2247228"/>
                </a:lnTo>
                <a:cubicBezTo>
                  <a:pt x="3430289" y="2247766"/>
                  <a:pt x="3429749" y="2248073"/>
                  <a:pt x="3429136" y="2248073"/>
                </a:cubicBezTo>
                <a:lnTo>
                  <a:pt x="3404464" y="2248073"/>
                </a:lnTo>
                <a:cubicBezTo>
                  <a:pt x="3403849" y="2248073"/>
                  <a:pt x="3403235" y="2247766"/>
                  <a:pt x="3402927" y="2247228"/>
                </a:cubicBezTo>
                <a:lnTo>
                  <a:pt x="3390630" y="2225863"/>
                </a:lnTo>
                <a:cubicBezTo>
                  <a:pt x="3390324" y="2225325"/>
                  <a:pt x="3390324" y="2224632"/>
                  <a:pt x="3390630" y="2224095"/>
                </a:cubicBezTo>
                <a:lnTo>
                  <a:pt x="3402927" y="2202729"/>
                </a:lnTo>
                <a:cubicBezTo>
                  <a:pt x="3403312" y="2202192"/>
                  <a:pt x="3403849" y="2201884"/>
                  <a:pt x="3404464" y="2201884"/>
                </a:cubicBezTo>
                <a:close/>
                <a:moveTo>
                  <a:pt x="3770215" y="2201501"/>
                </a:moveTo>
                <a:lnTo>
                  <a:pt x="3795268" y="2201501"/>
                </a:lnTo>
                <a:cubicBezTo>
                  <a:pt x="3795883" y="2201501"/>
                  <a:pt x="3796498" y="2201886"/>
                  <a:pt x="3796806" y="2202423"/>
                </a:cubicBezTo>
                <a:lnTo>
                  <a:pt x="3809332" y="2224173"/>
                </a:lnTo>
                <a:cubicBezTo>
                  <a:pt x="3809640" y="2224710"/>
                  <a:pt x="3809640" y="2225403"/>
                  <a:pt x="3809332" y="2225940"/>
                </a:cubicBezTo>
                <a:lnTo>
                  <a:pt x="3796806" y="2247690"/>
                </a:lnTo>
                <a:cubicBezTo>
                  <a:pt x="3796498" y="2248305"/>
                  <a:pt x="3795883" y="2248613"/>
                  <a:pt x="3795268" y="2248613"/>
                </a:cubicBezTo>
                <a:lnTo>
                  <a:pt x="3770215" y="2248613"/>
                </a:lnTo>
                <a:cubicBezTo>
                  <a:pt x="3769600" y="2248613"/>
                  <a:pt x="3768985" y="2248229"/>
                  <a:pt x="3768677" y="2247690"/>
                </a:cubicBezTo>
                <a:lnTo>
                  <a:pt x="3756149" y="2225940"/>
                </a:lnTo>
                <a:cubicBezTo>
                  <a:pt x="3755843" y="2225403"/>
                  <a:pt x="3755843" y="2224710"/>
                  <a:pt x="3756149" y="2224173"/>
                </a:cubicBezTo>
                <a:lnTo>
                  <a:pt x="3768677" y="2202423"/>
                </a:lnTo>
                <a:cubicBezTo>
                  <a:pt x="3768985" y="2201808"/>
                  <a:pt x="3769600" y="2201501"/>
                  <a:pt x="3770215" y="2201501"/>
                </a:cubicBezTo>
                <a:close/>
                <a:moveTo>
                  <a:pt x="3678220" y="2200654"/>
                </a:moveTo>
                <a:lnTo>
                  <a:pt x="3704197" y="2200654"/>
                </a:lnTo>
                <a:cubicBezTo>
                  <a:pt x="3704889" y="2200654"/>
                  <a:pt x="3705504" y="2201037"/>
                  <a:pt x="3705811" y="2201577"/>
                </a:cubicBezTo>
                <a:lnTo>
                  <a:pt x="3718799" y="2224095"/>
                </a:lnTo>
                <a:cubicBezTo>
                  <a:pt x="3719107" y="2224632"/>
                  <a:pt x="3719107" y="2225401"/>
                  <a:pt x="3718799" y="2225938"/>
                </a:cubicBezTo>
                <a:lnTo>
                  <a:pt x="3705811" y="2248457"/>
                </a:lnTo>
                <a:cubicBezTo>
                  <a:pt x="3705426" y="2248996"/>
                  <a:pt x="3704811" y="2249380"/>
                  <a:pt x="3704197" y="2249380"/>
                </a:cubicBezTo>
                <a:lnTo>
                  <a:pt x="3678220" y="2249380"/>
                </a:lnTo>
                <a:cubicBezTo>
                  <a:pt x="3677530" y="2249380"/>
                  <a:pt x="3676914" y="2248996"/>
                  <a:pt x="3676606" y="2248457"/>
                </a:cubicBezTo>
                <a:lnTo>
                  <a:pt x="3663618" y="2225938"/>
                </a:lnTo>
                <a:cubicBezTo>
                  <a:pt x="3663309" y="2225401"/>
                  <a:pt x="3663309" y="2224632"/>
                  <a:pt x="3663618" y="2224095"/>
                </a:cubicBezTo>
                <a:lnTo>
                  <a:pt x="3676606" y="2201577"/>
                </a:lnTo>
                <a:cubicBezTo>
                  <a:pt x="3676990" y="2201037"/>
                  <a:pt x="3677605" y="2200654"/>
                  <a:pt x="3678220" y="2200654"/>
                </a:cubicBezTo>
                <a:close/>
                <a:moveTo>
                  <a:pt x="3494997" y="2200194"/>
                </a:moveTo>
                <a:lnTo>
                  <a:pt x="3521436" y="2200194"/>
                </a:lnTo>
                <a:cubicBezTo>
                  <a:pt x="3522128" y="2200194"/>
                  <a:pt x="3522743" y="2200578"/>
                  <a:pt x="3523050" y="2201117"/>
                </a:cubicBezTo>
                <a:lnTo>
                  <a:pt x="3536270" y="2224019"/>
                </a:lnTo>
                <a:cubicBezTo>
                  <a:pt x="3536577" y="2224556"/>
                  <a:pt x="3536577" y="2225325"/>
                  <a:pt x="3536270" y="2225864"/>
                </a:cubicBezTo>
                <a:lnTo>
                  <a:pt x="3523050" y="2248766"/>
                </a:lnTo>
                <a:cubicBezTo>
                  <a:pt x="3522743" y="2249305"/>
                  <a:pt x="3522128" y="2249689"/>
                  <a:pt x="3521436" y="2249689"/>
                </a:cubicBezTo>
                <a:lnTo>
                  <a:pt x="3494997" y="2249689"/>
                </a:lnTo>
                <a:cubicBezTo>
                  <a:pt x="3494307" y="2249689"/>
                  <a:pt x="3493691" y="2249305"/>
                  <a:pt x="3493384" y="2248766"/>
                </a:cubicBezTo>
                <a:lnTo>
                  <a:pt x="3480166" y="2225864"/>
                </a:lnTo>
                <a:cubicBezTo>
                  <a:pt x="3479857" y="2225325"/>
                  <a:pt x="3479857" y="2224556"/>
                  <a:pt x="3480166" y="2224019"/>
                </a:cubicBezTo>
                <a:lnTo>
                  <a:pt x="3493384" y="2201117"/>
                </a:lnTo>
                <a:cubicBezTo>
                  <a:pt x="3493691" y="2200578"/>
                  <a:pt x="3494307" y="2200194"/>
                  <a:pt x="3494997" y="2200194"/>
                </a:cubicBezTo>
                <a:close/>
                <a:moveTo>
                  <a:pt x="3586455" y="2200041"/>
                </a:moveTo>
                <a:lnTo>
                  <a:pt x="3613046" y="2200041"/>
                </a:lnTo>
                <a:cubicBezTo>
                  <a:pt x="3613661" y="2200041"/>
                  <a:pt x="3614352" y="2200348"/>
                  <a:pt x="3614661" y="2200963"/>
                </a:cubicBezTo>
                <a:lnTo>
                  <a:pt x="3627957" y="2224019"/>
                </a:lnTo>
                <a:cubicBezTo>
                  <a:pt x="3628265" y="2224556"/>
                  <a:pt x="3628265" y="2225249"/>
                  <a:pt x="3627957" y="2225864"/>
                </a:cubicBezTo>
                <a:lnTo>
                  <a:pt x="3614661" y="2248920"/>
                </a:lnTo>
                <a:cubicBezTo>
                  <a:pt x="3614352" y="2249457"/>
                  <a:pt x="3613739" y="2249843"/>
                  <a:pt x="3613046" y="2249843"/>
                </a:cubicBezTo>
                <a:lnTo>
                  <a:pt x="3586455" y="2249843"/>
                </a:lnTo>
                <a:cubicBezTo>
                  <a:pt x="3585840" y="2249843"/>
                  <a:pt x="3585149" y="2249535"/>
                  <a:pt x="3584841" y="2248920"/>
                </a:cubicBezTo>
                <a:lnTo>
                  <a:pt x="3571545" y="2225864"/>
                </a:lnTo>
                <a:cubicBezTo>
                  <a:pt x="3571238" y="2225325"/>
                  <a:pt x="3571238" y="2224634"/>
                  <a:pt x="3571545" y="2224019"/>
                </a:cubicBezTo>
                <a:lnTo>
                  <a:pt x="3584841" y="2200963"/>
                </a:lnTo>
                <a:cubicBezTo>
                  <a:pt x="3585149" y="2200424"/>
                  <a:pt x="3585765" y="2200041"/>
                  <a:pt x="3586455" y="2200041"/>
                </a:cubicBezTo>
                <a:close/>
                <a:moveTo>
                  <a:pt x="199735" y="2196428"/>
                </a:moveTo>
                <a:lnTo>
                  <a:pt x="230170" y="2196428"/>
                </a:lnTo>
                <a:cubicBezTo>
                  <a:pt x="230941" y="2196428"/>
                  <a:pt x="231627" y="2196811"/>
                  <a:pt x="232012" y="2197504"/>
                </a:cubicBezTo>
                <a:lnTo>
                  <a:pt x="247233" y="2223865"/>
                </a:lnTo>
                <a:cubicBezTo>
                  <a:pt x="247616" y="2224556"/>
                  <a:pt x="247616" y="2225325"/>
                  <a:pt x="247233" y="2226016"/>
                </a:cubicBezTo>
                <a:lnTo>
                  <a:pt x="232012" y="2252377"/>
                </a:lnTo>
                <a:cubicBezTo>
                  <a:pt x="231627" y="2253070"/>
                  <a:pt x="230941" y="2253454"/>
                  <a:pt x="230170" y="2253454"/>
                </a:cubicBezTo>
                <a:lnTo>
                  <a:pt x="199735" y="2253454"/>
                </a:lnTo>
                <a:cubicBezTo>
                  <a:pt x="198968" y="2253454"/>
                  <a:pt x="198272" y="2253070"/>
                  <a:pt x="197890" y="2252377"/>
                </a:cubicBezTo>
                <a:lnTo>
                  <a:pt x="182675" y="2226016"/>
                </a:lnTo>
                <a:cubicBezTo>
                  <a:pt x="182290" y="2225325"/>
                  <a:pt x="182290" y="2224556"/>
                  <a:pt x="182675" y="2223865"/>
                </a:cubicBezTo>
                <a:lnTo>
                  <a:pt x="197890" y="2197504"/>
                </a:lnTo>
                <a:cubicBezTo>
                  <a:pt x="198272" y="2196811"/>
                  <a:pt x="198968" y="2196428"/>
                  <a:pt x="199735" y="2196428"/>
                </a:cubicBezTo>
                <a:close/>
                <a:moveTo>
                  <a:pt x="289348" y="2192969"/>
                </a:moveTo>
                <a:lnTo>
                  <a:pt x="323548" y="2192969"/>
                </a:lnTo>
                <a:cubicBezTo>
                  <a:pt x="324396" y="2192969"/>
                  <a:pt x="325165" y="2193430"/>
                  <a:pt x="325624" y="2194199"/>
                </a:cubicBezTo>
                <a:lnTo>
                  <a:pt x="342688" y="2223787"/>
                </a:lnTo>
                <a:cubicBezTo>
                  <a:pt x="343144" y="2224478"/>
                  <a:pt x="343144" y="2225401"/>
                  <a:pt x="342688" y="2226170"/>
                </a:cubicBezTo>
                <a:lnTo>
                  <a:pt x="325549" y="2255759"/>
                </a:lnTo>
                <a:cubicBezTo>
                  <a:pt x="325089" y="2256527"/>
                  <a:pt x="324318" y="2256989"/>
                  <a:pt x="323477" y="2256989"/>
                </a:cubicBezTo>
                <a:lnTo>
                  <a:pt x="289271" y="2256989"/>
                </a:lnTo>
                <a:cubicBezTo>
                  <a:pt x="288429" y="2256989"/>
                  <a:pt x="287660" y="2256527"/>
                  <a:pt x="287202" y="2255759"/>
                </a:cubicBezTo>
                <a:lnTo>
                  <a:pt x="270131" y="2226170"/>
                </a:lnTo>
                <a:cubicBezTo>
                  <a:pt x="269673" y="2225479"/>
                  <a:pt x="269673" y="2224556"/>
                  <a:pt x="270131" y="2223787"/>
                </a:cubicBezTo>
                <a:lnTo>
                  <a:pt x="287270" y="2194199"/>
                </a:lnTo>
                <a:cubicBezTo>
                  <a:pt x="287737" y="2193430"/>
                  <a:pt x="288503" y="2192969"/>
                  <a:pt x="289348" y="2192969"/>
                </a:cubicBezTo>
                <a:close/>
                <a:moveTo>
                  <a:pt x="380192" y="2191663"/>
                </a:moveTo>
                <a:lnTo>
                  <a:pt x="415698" y="2191663"/>
                </a:lnTo>
                <a:cubicBezTo>
                  <a:pt x="416543" y="2191663"/>
                  <a:pt x="417388" y="2192124"/>
                  <a:pt x="417849" y="2192893"/>
                </a:cubicBezTo>
                <a:lnTo>
                  <a:pt x="435604" y="2223711"/>
                </a:lnTo>
                <a:cubicBezTo>
                  <a:pt x="436062" y="2224480"/>
                  <a:pt x="436062" y="2225479"/>
                  <a:pt x="435604" y="2226248"/>
                </a:cubicBezTo>
                <a:lnTo>
                  <a:pt x="417849" y="2257067"/>
                </a:lnTo>
                <a:cubicBezTo>
                  <a:pt x="417388" y="2257834"/>
                  <a:pt x="416615" y="2258295"/>
                  <a:pt x="415698" y="2258295"/>
                </a:cubicBezTo>
                <a:lnTo>
                  <a:pt x="380192" y="2258295"/>
                </a:lnTo>
                <a:cubicBezTo>
                  <a:pt x="379345" y="2258295"/>
                  <a:pt x="378500" y="2257834"/>
                  <a:pt x="378037" y="2257067"/>
                </a:cubicBezTo>
                <a:lnTo>
                  <a:pt x="360286" y="2226248"/>
                </a:lnTo>
                <a:cubicBezTo>
                  <a:pt x="359819" y="2225479"/>
                  <a:pt x="359819" y="2224480"/>
                  <a:pt x="360286" y="2223711"/>
                </a:cubicBezTo>
                <a:lnTo>
                  <a:pt x="378037" y="2192893"/>
                </a:lnTo>
                <a:cubicBezTo>
                  <a:pt x="378500" y="2192124"/>
                  <a:pt x="379271" y="2191663"/>
                  <a:pt x="380192" y="2191663"/>
                </a:cubicBezTo>
                <a:close/>
                <a:moveTo>
                  <a:pt x="1218674" y="2140786"/>
                </a:moveTo>
                <a:lnTo>
                  <a:pt x="1223897" y="2140786"/>
                </a:lnTo>
                <a:cubicBezTo>
                  <a:pt x="1224053" y="2140786"/>
                  <a:pt x="1224211" y="2140940"/>
                  <a:pt x="1224211" y="2140940"/>
                </a:cubicBezTo>
                <a:lnTo>
                  <a:pt x="1226819" y="2145473"/>
                </a:lnTo>
                <a:cubicBezTo>
                  <a:pt x="1226819" y="2145627"/>
                  <a:pt x="1226819" y="2145859"/>
                  <a:pt x="1226819" y="2145859"/>
                </a:cubicBezTo>
                <a:lnTo>
                  <a:pt x="1224211" y="2150392"/>
                </a:lnTo>
                <a:cubicBezTo>
                  <a:pt x="1224125" y="2150546"/>
                  <a:pt x="1223897" y="2150546"/>
                  <a:pt x="1223897" y="2150546"/>
                </a:cubicBezTo>
                <a:lnTo>
                  <a:pt x="1218674" y="2150546"/>
                </a:lnTo>
                <a:cubicBezTo>
                  <a:pt x="1218523" y="2150546"/>
                  <a:pt x="1218363" y="2150392"/>
                  <a:pt x="1218363" y="2150392"/>
                </a:cubicBezTo>
                <a:lnTo>
                  <a:pt x="1215749" y="2145859"/>
                </a:lnTo>
                <a:cubicBezTo>
                  <a:pt x="1215749" y="2145705"/>
                  <a:pt x="1215749" y="2145473"/>
                  <a:pt x="1215749" y="2145473"/>
                </a:cubicBezTo>
                <a:lnTo>
                  <a:pt x="1218363" y="2140940"/>
                </a:lnTo>
                <a:cubicBezTo>
                  <a:pt x="1218441" y="2140786"/>
                  <a:pt x="1218674" y="2140786"/>
                  <a:pt x="1218674" y="2140786"/>
                </a:cubicBezTo>
                <a:close/>
                <a:moveTo>
                  <a:pt x="577634" y="2139709"/>
                </a:moveTo>
                <a:lnTo>
                  <a:pt x="584085" y="2139709"/>
                </a:lnTo>
                <a:cubicBezTo>
                  <a:pt x="584241" y="2139709"/>
                  <a:pt x="584471" y="2139941"/>
                  <a:pt x="584471" y="2139941"/>
                </a:cubicBezTo>
                <a:lnTo>
                  <a:pt x="587697" y="2145473"/>
                </a:lnTo>
                <a:cubicBezTo>
                  <a:pt x="587780" y="2145627"/>
                  <a:pt x="587697" y="2145935"/>
                  <a:pt x="587697" y="2145935"/>
                </a:cubicBezTo>
                <a:lnTo>
                  <a:pt x="584471" y="2151469"/>
                </a:lnTo>
                <a:cubicBezTo>
                  <a:pt x="584391" y="2151623"/>
                  <a:pt x="584085" y="2151699"/>
                  <a:pt x="584085" y="2151699"/>
                </a:cubicBezTo>
                <a:lnTo>
                  <a:pt x="577634" y="2151699"/>
                </a:lnTo>
                <a:cubicBezTo>
                  <a:pt x="577479" y="2151699"/>
                  <a:pt x="577251" y="2151469"/>
                  <a:pt x="577251" y="2151469"/>
                </a:cubicBezTo>
                <a:lnTo>
                  <a:pt x="574023" y="2145935"/>
                </a:lnTo>
                <a:cubicBezTo>
                  <a:pt x="573938" y="2145781"/>
                  <a:pt x="574023" y="2145473"/>
                  <a:pt x="574023" y="2145473"/>
                </a:cubicBezTo>
                <a:lnTo>
                  <a:pt x="577251" y="2139941"/>
                </a:lnTo>
                <a:cubicBezTo>
                  <a:pt x="577327" y="2139787"/>
                  <a:pt x="577634" y="2139709"/>
                  <a:pt x="577634" y="2139709"/>
                </a:cubicBezTo>
                <a:close/>
                <a:moveTo>
                  <a:pt x="3046092" y="2136712"/>
                </a:moveTo>
                <a:lnTo>
                  <a:pt x="3055620" y="2136712"/>
                </a:lnTo>
                <a:cubicBezTo>
                  <a:pt x="3055928" y="2136712"/>
                  <a:pt x="3056235" y="2137019"/>
                  <a:pt x="3056235" y="2137019"/>
                </a:cubicBezTo>
                <a:lnTo>
                  <a:pt x="3061001" y="2145320"/>
                </a:lnTo>
                <a:cubicBezTo>
                  <a:pt x="3061155" y="2145549"/>
                  <a:pt x="3061001" y="2146011"/>
                  <a:pt x="3061001" y="2146011"/>
                </a:cubicBezTo>
                <a:lnTo>
                  <a:pt x="3056235" y="2154311"/>
                </a:lnTo>
                <a:cubicBezTo>
                  <a:pt x="3056082" y="2154465"/>
                  <a:pt x="3055620" y="2154619"/>
                  <a:pt x="3055620" y="2154619"/>
                </a:cubicBezTo>
                <a:lnTo>
                  <a:pt x="3046092" y="2154619"/>
                </a:lnTo>
                <a:cubicBezTo>
                  <a:pt x="3045784" y="2154619"/>
                  <a:pt x="3045477" y="2154311"/>
                  <a:pt x="3045477" y="2154311"/>
                </a:cubicBezTo>
                <a:lnTo>
                  <a:pt x="3040711" y="2146011"/>
                </a:lnTo>
                <a:cubicBezTo>
                  <a:pt x="3040557" y="2145781"/>
                  <a:pt x="3040711" y="2145320"/>
                  <a:pt x="3040711" y="2145320"/>
                </a:cubicBezTo>
                <a:lnTo>
                  <a:pt x="3045477" y="2137019"/>
                </a:lnTo>
                <a:cubicBezTo>
                  <a:pt x="3045630" y="2136865"/>
                  <a:pt x="3046092" y="2136712"/>
                  <a:pt x="3046092" y="2136712"/>
                </a:cubicBezTo>
                <a:close/>
                <a:moveTo>
                  <a:pt x="1122907" y="2132793"/>
                </a:moveTo>
                <a:lnTo>
                  <a:pt x="1136673" y="2132793"/>
                </a:lnTo>
                <a:cubicBezTo>
                  <a:pt x="1137055" y="2132793"/>
                  <a:pt x="1137516" y="2133254"/>
                  <a:pt x="1137516" y="2133254"/>
                </a:cubicBezTo>
                <a:lnTo>
                  <a:pt x="1144351" y="2145166"/>
                </a:lnTo>
                <a:cubicBezTo>
                  <a:pt x="1144509" y="2145473"/>
                  <a:pt x="1144351" y="2146166"/>
                  <a:pt x="1144351" y="2146166"/>
                </a:cubicBezTo>
                <a:lnTo>
                  <a:pt x="1137516" y="2158078"/>
                </a:lnTo>
                <a:cubicBezTo>
                  <a:pt x="1137366" y="2158385"/>
                  <a:pt x="1136673" y="2158539"/>
                  <a:pt x="1136673" y="2158539"/>
                </a:cubicBezTo>
                <a:lnTo>
                  <a:pt x="1122907" y="2158539"/>
                </a:lnTo>
                <a:cubicBezTo>
                  <a:pt x="1122528" y="2158539"/>
                  <a:pt x="1122066" y="2158078"/>
                  <a:pt x="1122066" y="2158078"/>
                </a:cubicBezTo>
                <a:lnTo>
                  <a:pt x="1115228" y="2146166"/>
                </a:lnTo>
                <a:cubicBezTo>
                  <a:pt x="1115074" y="2145859"/>
                  <a:pt x="1115228" y="2145166"/>
                  <a:pt x="1115228" y="2145166"/>
                </a:cubicBezTo>
                <a:lnTo>
                  <a:pt x="1122066" y="2133254"/>
                </a:lnTo>
                <a:cubicBezTo>
                  <a:pt x="1122224" y="2132947"/>
                  <a:pt x="1122907" y="2132793"/>
                  <a:pt x="1122907" y="2132793"/>
                </a:cubicBezTo>
                <a:close/>
                <a:moveTo>
                  <a:pt x="3134474" y="2131024"/>
                </a:moveTo>
                <a:lnTo>
                  <a:pt x="3150152" y="2131024"/>
                </a:lnTo>
                <a:cubicBezTo>
                  <a:pt x="3150535" y="2131024"/>
                  <a:pt x="3151074" y="2131561"/>
                  <a:pt x="3151074" y="2131561"/>
                </a:cubicBezTo>
                <a:lnTo>
                  <a:pt x="3158913" y="2145166"/>
                </a:lnTo>
                <a:cubicBezTo>
                  <a:pt x="3159143" y="2145471"/>
                  <a:pt x="3158913" y="2146240"/>
                  <a:pt x="3158913" y="2146240"/>
                </a:cubicBezTo>
                <a:lnTo>
                  <a:pt x="3151074" y="2159843"/>
                </a:lnTo>
                <a:cubicBezTo>
                  <a:pt x="3150920" y="2160153"/>
                  <a:pt x="3150535" y="2160382"/>
                  <a:pt x="3150152" y="2160382"/>
                </a:cubicBezTo>
                <a:lnTo>
                  <a:pt x="3134474" y="2160382"/>
                </a:lnTo>
                <a:cubicBezTo>
                  <a:pt x="3134088" y="2160382"/>
                  <a:pt x="3133551" y="2159843"/>
                  <a:pt x="3133551" y="2159843"/>
                </a:cubicBezTo>
                <a:lnTo>
                  <a:pt x="3125712" y="2146240"/>
                </a:lnTo>
                <a:cubicBezTo>
                  <a:pt x="3125480" y="2145933"/>
                  <a:pt x="3125712" y="2145166"/>
                  <a:pt x="3125712" y="2145166"/>
                </a:cubicBezTo>
                <a:lnTo>
                  <a:pt x="3133551" y="2131561"/>
                </a:lnTo>
                <a:cubicBezTo>
                  <a:pt x="3133705" y="2131255"/>
                  <a:pt x="3134088" y="2131024"/>
                  <a:pt x="3134474" y="2131024"/>
                </a:cubicBezTo>
                <a:close/>
                <a:moveTo>
                  <a:pt x="938308" y="2129871"/>
                </a:moveTo>
                <a:lnTo>
                  <a:pt x="955218" y="2129871"/>
                </a:lnTo>
                <a:cubicBezTo>
                  <a:pt x="955602" y="2129871"/>
                  <a:pt x="956213" y="2130486"/>
                  <a:pt x="956213" y="2130486"/>
                </a:cubicBezTo>
                <a:lnTo>
                  <a:pt x="964665" y="2145088"/>
                </a:lnTo>
                <a:cubicBezTo>
                  <a:pt x="964903" y="2145473"/>
                  <a:pt x="964665" y="2146318"/>
                  <a:pt x="964665" y="2146318"/>
                </a:cubicBezTo>
                <a:lnTo>
                  <a:pt x="956213" y="2160920"/>
                </a:lnTo>
                <a:cubicBezTo>
                  <a:pt x="956061" y="2161305"/>
                  <a:pt x="955602" y="2161535"/>
                  <a:pt x="955218" y="2161535"/>
                </a:cubicBezTo>
                <a:lnTo>
                  <a:pt x="938308" y="2161535"/>
                </a:lnTo>
                <a:cubicBezTo>
                  <a:pt x="937921" y="2161535"/>
                  <a:pt x="937311" y="2160920"/>
                  <a:pt x="937311" y="2160920"/>
                </a:cubicBezTo>
                <a:lnTo>
                  <a:pt x="928856" y="2146318"/>
                </a:lnTo>
                <a:cubicBezTo>
                  <a:pt x="928626" y="2145933"/>
                  <a:pt x="928856" y="2145088"/>
                  <a:pt x="928856" y="2145088"/>
                </a:cubicBezTo>
                <a:lnTo>
                  <a:pt x="937311" y="2130486"/>
                </a:lnTo>
                <a:cubicBezTo>
                  <a:pt x="937463" y="2130101"/>
                  <a:pt x="937921" y="2129871"/>
                  <a:pt x="938308" y="2129871"/>
                </a:cubicBezTo>
                <a:close/>
                <a:moveTo>
                  <a:pt x="1029306" y="2128797"/>
                </a:moveTo>
                <a:lnTo>
                  <a:pt x="1047363" y="2128797"/>
                </a:lnTo>
                <a:cubicBezTo>
                  <a:pt x="1047826" y="2128797"/>
                  <a:pt x="1048212" y="2129026"/>
                  <a:pt x="1048436" y="2129412"/>
                </a:cubicBezTo>
                <a:lnTo>
                  <a:pt x="1057429" y="2145090"/>
                </a:lnTo>
                <a:cubicBezTo>
                  <a:pt x="1057666" y="2145473"/>
                  <a:pt x="1057666" y="2146013"/>
                  <a:pt x="1057429" y="2146396"/>
                </a:cubicBezTo>
                <a:lnTo>
                  <a:pt x="1048365" y="2162074"/>
                </a:lnTo>
                <a:cubicBezTo>
                  <a:pt x="1048134" y="2162459"/>
                  <a:pt x="1047745" y="2162689"/>
                  <a:pt x="1047287" y="2162689"/>
                </a:cubicBezTo>
                <a:lnTo>
                  <a:pt x="1029225" y="2162689"/>
                </a:lnTo>
                <a:cubicBezTo>
                  <a:pt x="1028760" y="2162689"/>
                  <a:pt x="1028380" y="2162459"/>
                  <a:pt x="1028148" y="2162074"/>
                </a:cubicBezTo>
                <a:lnTo>
                  <a:pt x="1019155" y="2146396"/>
                </a:lnTo>
                <a:cubicBezTo>
                  <a:pt x="1018927" y="2146013"/>
                  <a:pt x="1018927" y="2145473"/>
                  <a:pt x="1019155" y="2145090"/>
                </a:cubicBezTo>
                <a:lnTo>
                  <a:pt x="1028228" y="2129412"/>
                </a:lnTo>
                <a:cubicBezTo>
                  <a:pt x="1028460" y="2129026"/>
                  <a:pt x="1028841" y="2128797"/>
                  <a:pt x="1029306" y="2128797"/>
                </a:cubicBezTo>
                <a:close/>
                <a:moveTo>
                  <a:pt x="846086" y="2128335"/>
                </a:moveTo>
                <a:lnTo>
                  <a:pt x="864608" y="2128335"/>
                </a:lnTo>
                <a:cubicBezTo>
                  <a:pt x="865067" y="2128335"/>
                  <a:pt x="865526" y="2128643"/>
                  <a:pt x="865760" y="2129026"/>
                </a:cubicBezTo>
                <a:lnTo>
                  <a:pt x="874979" y="2145090"/>
                </a:lnTo>
                <a:cubicBezTo>
                  <a:pt x="875209" y="2145473"/>
                  <a:pt x="875209" y="2146013"/>
                  <a:pt x="874979" y="2146396"/>
                </a:cubicBezTo>
                <a:lnTo>
                  <a:pt x="865680" y="2162459"/>
                </a:lnTo>
                <a:cubicBezTo>
                  <a:pt x="865456" y="2162921"/>
                  <a:pt x="864991" y="2163150"/>
                  <a:pt x="864528" y="2163150"/>
                </a:cubicBezTo>
                <a:lnTo>
                  <a:pt x="846009" y="2163150"/>
                </a:lnTo>
                <a:cubicBezTo>
                  <a:pt x="845546" y="2163150"/>
                  <a:pt x="845081" y="2162843"/>
                  <a:pt x="844853" y="2162459"/>
                </a:cubicBezTo>
                <a:lnTo>
                  <a:pt x="835632" y="2146396"/>
                </a:lnTo>
                <a:cubicBezTo>
                  <a:pt x="835405" y="2146013"/>
                  <a:pt x="835405" y="2145473"/>
                  <a:pt x="835632" y="2145090"/>
                </a:cubicBezTo>
                <a:lnTo>
                  <a:pt x="844931" y="2129026"/>
                </a:lnTo>
                <a:cubicBezTo>
                  <a:pt x="845163" y="2128565"/>
                  <a:pt x="845624" y="2128335"/>
                  <a:pt x="846086" y="2128335"/>
                </a:cubicBezTo>
                <a:close/>
                <a:moveTo>
                  <a:pt x="3224393" y="2128028"/>
                </a:moveTo>
                <a:lnTo>
                  <a:pt x="3243223" y="2128028"/>
                </a:lnTo>
                <a:cubicBezTo>
                  <a:pt x="3243684" y="2128028"/>
                  <a:pt x="3244146" y="2128335"/>
                  <a:pt x="3244375" y="2128719"/>
                </a:cubicBezTo>
                <a:lnTo>
                  <a:pt x="3253752" y="2145012"/>
                </a:lnTo>
                <a:cubicBezTo>
                  <a:pt x="3253982" y="2145397"/>
                  <a:pt x="3253982" y="2145935"/>
                  <a:pt x="3253752" y="2146320"/>
                </a:cubicBezTo>
                <a:lnTo>
                  <a:pt x="3244375" y="2162613"/>
                </a:lnTo>
                <a:cubicBezTo>
                  <a:pt x="3244146" y="2163073"/>
                  <a:pt x="3243684" y="2163304"/>
                  <a:pt x="3243223" y="2163304"/>
                </a:cubicBezTo>
                <a:lnTo>
                  <a:pt x="3224393" y="2163304"/>
                </a:lnTo>
                <a:cubicBezTo>
                  <a:pt x="3223932" y="2163304"/>
                  <a:pt x="3223471" y="2162997"/>
                  <a:pt x="3223241" y="2162613"/>
                </a:cubicBezTo>
                <a:lnTo>
                  <a:pt x="3213865" y="2146320"/>
                </a:lnTo>
                <a:cubicBezTo>
                  <a:pt x="3213635" y="2145935"/>
                  <a:pt x="3213635" y="2145397"/>
                  <a:pt x="3213865" y="2145012"/>
                </a:cubicBezTo>
                <a:lnTo>
                  <a:pt x="3223241" y="2128719"/>
                </a:lnTo>
                <a:cubicBezTo>
                  <a:pt x="3223471" y="2128259"/>
                  <a:pt x="3223932" y="2128028"/>
                  <a:pt x="3224393" y="2128028"/>
                </a:cubicBezTo>
                <a:close/>
                <a:moveTo>
                  <a:pt x="754398" y="2128028"/>
                </a:moveTo>
                <a:lnTo>
                  <a:pt x="773224" y="2128028"/>
                </a:lnTo>
                <a:cubicBezTo>
                  <a:pt x="773687" y="2128028"/>
                  <a:pt x="774147" y="2128335"/>
                  <a:pt x="774377" y="2128719"/>
                </a:cubicBezTo>
                <a:lnTo>
                  <a:pt x="783753" y="2145012"/>
                </a:lnTo>
                <a:cubicBezTo>
                  <a:pt x="783985" y="2145397"/>
                  <a:pt x="783985" y="2145935"/>
                  <a:pt x="783753" y="2146320"/>
                </a:cubicBezTo>
                <a:lnTo>
                  <a:pt x="774301" y="2162613"/>
                </a:lnTo>
                <a:cubicBezTo>
                  <a:pt x="774071" y="2163073"/>
                  <a:pt x="773608" y="2163304"/>
                  <a:pt x="773148" y="2163304"/>
                </a:cubicBezTo>
                <a:lnTo>
                  <a:pt x="754315" y="2163304"/>
                </a:lnTo>
                <a:cubicBezTo>
                  <a:pt x="753853" y="2163304"/>
                  <a:pt x="753398" y="2162997"/>
                  <a:pt x="753170" y="2162613"/>
                </a:cubicBezTo>
                <a:lnTo>
                  <a:pt x="743788" y="2146320"/>
                </a:lnTo>
                <a:cubicBezTo>
                  <a:pt x="743560" y="2145935"/>
                  <a:pt x="743560" y="2145397"/>
                  <a:pt x="743788" y="2145012"/>
                </a:cubicBezTo>
                <a:lnTo>
                  <a:pt x="753248" y="2128719"/>
                </a:lnTo>
                <a:cubicBezTo>
                  <a:pt x="753474" y="2128259"/>
                  <a:pt x="753937" y="2128028"/>
                  <a:pt x="754398" y="2128028"/>
                </a:cubicBezTo>
                <a:close/>
                <a:moveTo>
                  <a:pt x="4138579" y="2126798"/>
                </a:moveTo>
                <a:lnTo>
                  <a:pt x="4158715" y="2126798"/>
                </a:lnTo>
                <a:cubicBezTo>
                  <a:pt x="4159253" y="2126798"/>
                  <a:pt x="4159714" y="2127029"/>
                  <a:pt x="4159945" y="2127489"/>
                </a:cubicBezTo>
                <a:lnTo>
                  <a:pt x="4170013" y="2144936"/>
                </a:lnTo>
                <a:cubicBezTo>
                  <a:pt x="4170243" y="2145396"/>
                  <a:pt x="4170243" y="2145935"/>
                  <a:pt x="4170013" y="2146396"/>
                </a:cubicBezTo>
                <a:lnTo>
                  <a:pt x="4159945" y="2163842"/>
                </a:lnTo>
                <a:cubicBezTo>
                  <a:pt x="4159714" y="2164225"/>
                  <a:pt x="4159253" y="2164533"/>
                  <a:pt x="4158715" y="2164533"/>
                </a:cubicBezTo>
                <a:lnTo>
                  <a:pt x="4138579" y="2164533"/>
                </a:lnTo>
                <a:cubicBezTo>
                  <a:pt x="4138040" y="2164533"/>
                  <a:pt x="4137581" y="2164303"/>
                  <a:pt x="4137349" y="2163842"/>
                </a:cubicBezTo>
                <a:lnTo>
                  <a:pt x="4127281" y="2146396"/>
                </a:lnTo>
                <a:cubicBezTo>
                  <a:pt x="4127052" y="2145935"/>
                  <a:pt x="4127052" y="2145396"/>
                  <a:pt x="4127281" y="2144936"/>
                </a:cubicBezTo>
                <a:lnTo>
                  <a:pt x="4137349" y="2127489"/>
                </a:lnTo>
                <a:cubicBezTo>
                  <a:pt x="4137581" y="2127105"/>
                  <a:pt x="4138040" y="2126798"/>
                  <a:pt x="4138579" y="2126798"/>
                </a:cubicBezTo>
                <a:close/>
                <a:moveTo>
                  <a:pt x="4046738" y="2126260"/>
                </a:moveTo>
                <a:lnTo>
                  <a:pt x="4067490" y="2126260"/>
                </a:lnTo>
                <a:cubicBezTo>
                  <a:pt x="4067951" y="2126260"/>
                  <a:pt x="4068488" y="2126568"/>
                  <a:pt x="4068718" y="2127029"/>
                </a:cubicBezTo>
                <a:lnTo>
                  <a:pt x="4079093" y="2145012"/>
                </a:lnTo>
                <a:cubicBezTo>
                  <a:pt x="4079325" y="2145473"/>
                  <a:pt x="4079325" y="2146013"/>
                  <a:pt x="4079093" y="2146474"/>
                </a:cubicBezTo>
                <a:lnTo>
                  <a:pt x="4068718" y="2164457"/>
                </a:lnTo>
                <a:cubicBezTo>
                  <a:pt x="4068488" y="2164918"/>
                  <a:pt x="4068027" y="2165226"/>
                  <a:pt x="4067490" y="2165226"/>
                </a:cubicBezTo>
                <a:lnTo>
                  <a:pt x="4046738" y="2165226"/>
                </a:lnTo>
                <a:cubicBezTo>
                  <a:pt x="4046277" y="2165226"/>
                  <a:pt x="4045738" y="2164918"/>
                  <a:pt x="4045509" y="2164457"/>
                </a:cubicBezTo>
                <a:lnTo>
                  <a:pt x="4035133" y="2146474"/>
                </a:lnTo>
                <a:cubicBezTo>
                  <a:pt x="4034903" y="2146013"/>
                  <a:pt x="4034903" y="2145473"/>
                  <a:pt x="4035133" y="2145012"/>
                </a:cubicBezTo>
                <a:lnTo>
                  <a:pt x="4045509" y="2127029"/>
                </a:lnTo>
                <a:cubicBezTo>
                  <a:pt x="4045738" y="2126568"/>
                  <a:pt x="4046199" y="2126260"/>
                  <a:pt x="4046738" y="2126260"/>
                </a:cubicBezTo>
                <a:close/>
                <a:moveTo>
                  <a:pt x="478484" y="2125260"/>
                </a:moveTo>
                <a:lnTo>
                  <a:pt x="500311" y="2125260"/>
                </a:lnTo>
                <a:cubicBezTo>
                  <a:pt x="500854" y="2125260"/>
                  <a:pt x="501310" y="2125567"/>
                  <a:pt x="501621" y="2126029"/>
                </a:cubicBezTo>
                <a:lnTo>
                  <a:pt x="512530" y="2144934"/>
                </a:lnTo>
                <a:cubicBezTo>
                  <a:pt x="512838" y="2145396"/>
                  <a:pt x="512838" y="2146011"/>
                  <a:pt x="512530" y="2146472"/>
                </a:cubicBezTo>
                <a:lnTo>
                  <a:pt x="501621" y="2165377"/>
                </a:lnTo>
                <a:cubicBezTo>
                  <a:pt x="501392" y="2165839"/>
                  <a:pt x="500854" y="2166146"/>
                  <a:pt x="500311" y="2166146"/>
                </a:cubicBezTo>
                <a:lnTo>
                  <a:pt x="478484" y="2166146"/>
                </a:lnTo>
                <a:cubicBezTo>
                  <a:pt x="477947" y="2166146"/>
                  <a:pt x="477487" y="2165839"/>
                  <a:pt x="477176" y="2165377"/>
                </a:cubicBezTo>
                <a:lnTo>
                  <a:pt x="466263" y="2146472"/>
                </a:lnTo>
                <a:cubicBezTo>
                  <a:pt x="465960" y="2146011"/>
                  <a:pt x="465960" y="2145396"/>
                  <a:pt x="466263" y="2144934"/>
                </a:cubicBezTo>
                <a:lnTo>
                  <a:pt x="477176" y="2126029"/>
                </a:lnTo>
                <a:cubicBezTo>
                  <a:pt x="477413" y="2125567"/>
                  <a:pt x="477947" y="2125260"/>
                  <a:pt x="478484" y="2125260"/>
                </a:cubicBezTo>
                <a:close/>
                <a:moveTo>
                  <a:pt x="3314236" y="2124952"/>
                </a:moveTo>
                <a:lnTo>
                  <a:pt x="3336370" y="2124952"/>
                </a:lnTo>
                <a:cubicBezTo>
                  <a:pt x="3336985" y="2124952"/>
                  <a:pt x="3337447" y="2125260"/>
                  <a:pt x="3337754" y="2125721"/>
                </a:cubicBezTo>
                <a:lnTo>
                  <a:pt x="3348821" y="2144858"/>
                </a:lnTo>
                <a:cubicBezTo>
                  <a:pt x="3349128" y="2145318"/>
                  <a:pt x="3349128" y="2145933"/>
                  <a:pt x="3348821" y="2146394"/>
                </a:cubicBezTo>
                <a:lnTo>
                  <a:pt x="3337754" y="2165531"/>
                </a:lnTo>
                <a:cubicBezTo>
                  <a:pt x="3337447" y="2165993"/>
                  <a:pt x="3336907" y="2166300"/>
                  <a:pt x="3336370" y="2166300"/>
                </a:cubicBezTo>
                <a:lnTo>
                  <a:pt x="3314236" y="2166300"/>
                </a:lnTo>
                <a:cubicBezTo>
                  <a:pt x="3313621" y="2166300"/>
                  <a:pt x="3313161" y="2165993"/>
                  <a:pt x="3312853" y="2165531"/>
                </a:cubicBezTo>
                <a:lnTo>
                  <a:pt x="3301785" y="2146394"/>
                </a:lnTo>
                <a:cubicBezTo>
                  <a:pt x="3301479" y="2145933"/>
                  <a:pt x="3301479" y="2145318"/>
                  <a:pt x="3301785" y="2144858"/>
                </a:cubicBezTo>
                <a:lnTo>
                  <a:pt x="3312853" y="2125721"/>
                </a:lnTo>
                <a:cubicBezTo>
                  <a:pt x="3313161" y="2125260"/>
                  <a:pt x="3313699" y="2124952"/>
                  <a:pt x="3314236" y="2124952"/>
                </a:cubicBezTo>
                <a:close/>
                <a:moveTo>
                  <a:pt x="661245" y="2124952"/>
                </a:moveTo>
                <a:lnTo>
                  <a:pt x="683382" y="2124952"/>
                </a:lnTo>
                <a:cubicBezTo>
                  <a:pt x="683993" y="2124952"/>
                  <a:pt x="684457" y="2125260"/>
                  <a:pt x="684761" y="2125721"/>
                </a:cubicBezTo>
                <a:lnTo>
                  <a:pt x="695831" y="2144858"/>
                </a:lnTo>
                <a:cubicBezTo>
                  <a:pt x="696138" y="2145318"/>
                  <a:pt x="696138" y="2145933"/>
                  <a:pt x="695831" y="2146394"/>
                </a:cubicBezTo>
                <a:lnTo>
                  <a:pt x="684761" y="2165531"/>
                </a:lnTo>
                <a:cubicBezTo>
                  <a:pt x="684457" y="2165993"/>
                  <a:pt x="683925" y="2166300"/>
                  <a:pt x="683382" y="2166300"/>
                </a:cubicBezTo>
                <a:lnTo>
                  <a:pt x="661245" y="2166300"/>
                </a:lnTo>
                <a:cubicBezTo>
                  <a:pt x="660636" y="2166300"/>
                  <a:pt x="660173" y="2165993"/>
                  <a:pt x="659861" y="2165531"/>
                </a:cubicBezTo>
                <a:lnTo>
                  <a:pt x="648797" y="2146394"/>
                </a:lnTo>
                <a:cubicBezTo>
                  <a:pt x="648489" y="2145933"/>
                  <a:pt x="648489" y="2145318"/>
                  <a:pt x="648797" y="2144858"/>
                </a:cubicBezTo>
                <a:lnTo>
                  <a:pt x="659861" y="2125721"/>
                </a:lnTo>
                <a:cubicBezTo>
                  <a:pt x="660173" y="2125260"/>
                  <a:pt x="660710" y="2124952"/>
                  <a:pt x="661245" y="2124952"/>
                </a:cubicBezTo>
                <a:close/>
                <a:moveTo>
                  <a:pt x="4503407" y="2124876"/>
                </a:moveTo>
                <a:lnTo>
                  <a:pt x="4525697" y="2124876"/>
                </a:lnTo>
                <a:cubicBezTo>
                  <a:pt x="4526309" y="2124876"/>
                  <a:pt x="4526771" y="2125184"/>
                  <a:pt x="4527078" y="2125645"/>
                </a:cubicBezTo>
                <a:lnTo>
                  <a:pt x="4538222" y="2144936"/>
                </a:lnTo>
                <a:cubicBezTo>
                  <a:pt x="4538530" y="2145396"/>
                  <a:pt x="4538530" y="2146011"/>
                  <a:pt x="4538222" y="2146472"/>
                </a:cubicBezTo>
                <a:lnTo>
                  <a:pt x="4527078" y="2165763"/>
                </a:lnTo>
                <a:cubicBezTo>
                  <a:pt x="4526771" y="2166224"/>
                  <a:pt x="4526234" y="2166532"/>
                  <a:pt x="4525697" y="2166532"/>
                </a:cubicBezTo>
                <a:lnTo>
                  <a:pt x="4503407" y="2166532"/>
                </a:lnTo>
                <a:cubicBezTo>
                  <a:pt x="4502792" y="2166532"/>
                  <a:pt x="4502331" y="2166224"/>
                  <a:pt x="4502023" y="2165763"/>
                </a:cubicBezTo>
                <a:lnTo>
                  <a:pt x="4490879" y="2146472"/>
                </a:lnTo>
                <a:cubicBezTo>
                  <a:pt x="4490574" y="2146011"/>
                  <a:pt x="4490574" y="2145396"/>
                  <a:pt x="4490879" y="2144936"/>
                </a:cubicBezTo>
                <a:lnTo>
                  <a:pt x="4502023" y="2125645"/>
                </a:lnTo>
                <a:cubicBezTo>
                  <a:pt x="4502331" y="2125184"/>
                  <a:pt x="4502870" y="2124876"/>
                  <a:pt x="4503407" y="2124876"/>
                </a:cubicBezTo>
                <a:close/>
                <a:moveTo>
                  <a:pt x="4411644" y="2124261"/>
                </a:moveTo>
                <a:lnTo>
                  <a:pt x="4434470" y="2124261"/>
                </a:lnTo>
                <a:cubicBezTo>
                  <a:pt x="4435007" y="2124261"/>
                  <a:pt x="4435547" y="2124645"/>
                  <a:pt x="4435852" y="2125106"/>
                </a:cubicBezTo>
                <a:lnTo>
                  <a:pt x="4447304" y="2144934"/>
                </a:lnTo>
                <a:cubicBezTo>
                  <a:pt x="4447612" y="2145396"/>
                  <a:pt x="4447612" y="2146088"/>
                  <a:pt x="4447304" y="2146550"/>
                </a:cubicBezTo>
                <a:lnTo>
                  <a:pt x="4435852" y="2166378"/>
                </a:lnTo>
                <a:cubicBezTo>
                  <a:pt x="4435547" y="2166915"/>
                  <a:pt x="4435007" y="2167223"/>
                  <a:pt x="4434470" y="2167223"/>
                </a:cubicBezTo>
                <a:lnTo>
                  <a:pt x="4411644" y="2167223"/>
                </a:lnTo>
                <a:cubicBezTo>
                  <a:pt x="4411107" y="2167223"/>
                  <a:pt x="4410568" y="2166839"/>
                  <a:pt x="4410260" y="2166378"/>
                </a:cubicBezTo>
                <a:lnTo>
                  <a:pt x="4398809" y="2146550"/>
                </a:lnTo>
                <a:cubicBezTo>
                  <a:pt x="4398503" y="2146088"/>
                  <a:pt x="4398503" y="2145396"/>
                  <a:pt x="4398809" y="2144934"/>
                </a:cubicBezTo>
                <a:lnTo>
                  <a:pt x="4410260" y="2125106"/>
                </a:lnTo>
                <a:cubicBezTo>
                  <a:pt x="4410568" y="2124569"/>
                  <a:pt x="4411107" y="2124261"/>
                  <a:pt x="4411644" y="2124261"/>
                </a:cubicBezTo>
                <a:close/>
                <a:moveTo>
                  <a:pt x="4228651" y="2124183"/>
                </a:moveTo>
                <a:lnTo>
                  <a:pt x="4251631" y="2124183"/>
                </a:lnTo>
                <a:cubicBezTo>
                  <a:pt x="4252168" y="2124183"/>
                  <a:pt x="4252707" y="2124569"/>
                  <a:pt x="4253015" y="2125028"/>
                </a:cubicBezTo>
                <a:lnTo>
                  <a:pt x="4264467" y="2144934"/>
                </a:lnTo>
                <a:cubicBezTo>
                  <a:pt x="4264773" y="2145396"/>
                  <a:pt x="4264773" y="2146087"/>
                  <a:pt x="4264467" y="2146548"/>
                </a:cubicBezTo>
                <a:lnTo>
                  <a:pt x="4252937" y="2166454"/>
                </a:lnTo>
                <a:cubicBezTo>
                  <a:pt x="4252630" y="2166991"/>
                  <a:pt x="4252092" y="2167299"/>
                  <a:pt x="4251555" y="2167299"/>
                </a:cubicBezTo>
                <a:lnTo>
                  <a:pt x="4228576" y="2167299"/>
                </a:lnTo>
                <a:cubicBezTo>
                  <a:pt x="4228039" y="2167299"/>
                  <a:pt x="4227499" y="2166915"/>
                  <a:pt x="4227191" y="2166454"/>
                </a:cubicBezTo>
                <a:lnTo>
                  <a:pt x="4215739" y="2146548"/>
                </a:lnTo>
                <a:cubicBezTo>
                  <a:pt x="4215434" y="2146087"/>
                  <a:pt x="4215434" y="2145396"/>
                  <a:pt x="4215739" y="2144934"/>
                </a:cubicBezTo>
                <a:lnTo>
                  <a:pt x="4227269" y="2125028"/>
                </a:lnTo>
                <a:cubicBezTo>
                  <a:pt x="4227577" y="2124491"/>
                  <a:pt x="4228114" y="2124183"/>
                  <a:pt x="4228651" y="2124183"/>
                </a:cubicBezTo>
                <a:close/>
                <a:moveTo>
                  <a:pt x="3953973" y="2123724"/>
                </a:moveTo>
                <a:lnTo>
                  <a:pt x="3977414" y="2123724"/>
                </a:lnTo>
                <a:cubicBezTo>
                  <a:pt x="3978029" y="2123724"/>
                  <a:pt x="3978566" y="2124031"/>
                  <a:pt x="3978874" y="2124569"/>
                </a:cubicBezTo>
                <a:lnTo>
                  <a:pt x="3990555" y="2144858"/>
                </a:lnTo>
                <a:cubicBezTo>
                  <a:pt x="3990863" y="2145397"/>
                  <a:pt x="3990863" y="2146013"/>
                  <a:pt x="3990555" y="2146550"/>
                </a:cubicBezTo>
                <a:lnTo>
                  <a:pt x="3978798" y="2166839"/>
                </a:lnTo>
                <a:cubicBezTo>
                  <a:pt x="3978491" y="2167379"/>
                  <a:pt x="3977951" y="2167684"/>
                  <a:pt x="3977338" y="2167684"/>
                </a:cubicBezTo>
                <a:lnTo>
                  <a:pt x="3953897" y="2167684"/>
                </a:lnTo>
                <a:cubicBezTo>
                  <a:pt x="3953282" y="2167684"/>
                  <a:pt x="3952744" y="2167379"/>
                  <a:pt x="3952437" y="2166839"/>
                </a:cubicBezTo>
                <a:lnTo>
                  <a:pt x="3940755" y="2146550"/>
                </a:lnTo>
                <a:cubicBezTo>
                  <a:pt x="3940446" y="2146013"/>
                  <a:pt x="3940446" y="2145397"/>
                  <a:pt x="3940755" y="2144858"/>
                </a:cubicBezTo>
                <a:lnTo>
                  <a:pt x="3952513" y="2124569"/>
                </a:lnTo>
                <a:cubicBezTo>
                  <a:pt x="3952820" y="2124031"/>
                  <a:pt x="3953360" y="2123724"/>
                  <a:pt x="3953973" y="2123724"/>
                </a:cubicBezTo>
                <a:close/>
                <a:moveTo>
                  <a:pt x="4319649" y="2123338"/>
                </a:moveTo>
                <a:lnTo>
                  <a:pt x="4343550" y="2123338"/>
                </a:lnTo>
                <a:cubicBezTo>
                  <a:pt x="4344165" y="2123338"/>
                  <a:pt x="4344704" y="2123646"/>
                  <a:pt x="4345010" y="2124183"/>
                </a:cubicBezTo>
                <a:lnTo>
                  <a:pt x="4356924" y="2144858"/>
                </a:lnTo>
                <a:cubicBezTo>
                  <a:pt x="4357231" y="2145396"/>
                  <a:pt x="4357231" y="2146011"/>
                  <a:pt x="4356924" y="2146548"/>
                </a:cubicBezTo>
                <a:lnTo>
                  <a:pt x="4344934" y="2167223"/>
                </a:lnTo>
                <a:cubicBezTo>
                  <a:pt x="4344626" y="2167760"/>
                  <a:pt x="4344089" y="2168068"/>
                  <a:pt x="4343474" y="2168068"/>
                </a:cubicBezTo>
                <a:lnTo>
                  <a:pt x="4319571" y="2168068"/>
                </a:lnTo>
                <a:cubicBezTo>
                  <a:pt x="4318956" y="2168068"/>
                  <a:pt x="4318419" y="2167760"/>
                  <a:pt x="4318112" y="2167223"/>
                </a:cubicBezTo>
                <a:lnTo>
                  <a:pt x="4306199" y="2146548"/>
                </a:lnTo>
                <a:cubicBezTo>
                  <a:pt x="4305893" y="2146011"/>
                  <a:pt x="4305893" y="2145396"/>
                  <a:pt x="4306199" y="2144858"/>
                </a:cubicBezTo>
                <a:lnTo>
                  <a:pt x="4318187" y="2124183"/>
                </a:lnTo>
                <a:cubicBezTo>
                  <a:pt x="4318495" y="2123646"/>
                  <a:pt x="4319034" y="2123338"/>
                  <a:pt x="4319649" y="2123338"/>
                </a:cubicBezTo>
                <a:close/>
                <a:moveTo>
                  <a:pt x="3404770" y="2123185"/>
                </a:moveTo>
                <a:lnTo>
                  <a:pt x="3428826" y="2123185"/>
                </a:lnTo>
                <a:cubicBezTo>
                  <a:pt x="3429441" y="2123185"/>
                  <a:pt x="3429979" y="2123492"/>
                  <a:pt x="3430286" y="2124030"/>
                </a:cubicBezTo>
                <a:lnTo>
                  <a:pt x="3442276" y="2144856"/>
                </a:lnTo>
                <a:cubicBezTo>
                  <a:pt x="3442583" y="2145396"/>
                  <a:pt x="3442583" y="2146011"/>
                  <a:pt x="3442276" y="2146548"/>
                </a:cubicBezTo>
                <a:lnTo>
                  <a:pt x="3430210" y="2167377"/>
                </a:lnTo>
                <a:cubicBezTo>
                  <a:pt x="3429903" y="2167914"/>
                  <a:pt x="3429364" y="2168221"/>
                  <a:pt x="3428748" y="2168221"/>
                </a:cubicBezTo>
                <a:lnTo>
                  <a:pt x="3404694" y="2168221"/>
                </a:lnTo>
                <a:cubicBezTo>
                  <a:pt x="3404079" y="2168221"/>
                  <a:pt x="3403540" y="2167914"/>
                  <a:pt x="3403235" y="2167377"/>
                </a:cubicBezTo>
                <a:lnTo>
                  <a:pt x="3391245" y="2146548"/>
                </a:lnTo>
                <a:cubicBezTo>
                  <a:pt x="3390936" y="2146011"/>
                  <a:pt x="3390936" y="2145396"/>
                  <a:pt x="3391245" y="2144856"/>
                </a:cubicBezTo>
                <a:lnTo>
                  <a:pt x="3403310" y="2124030"/>
                </a:lnTo>
                <a:cubicBezTo>
                  <a:pt x="3403618" y="2123492"/>
                  <a:pt x="3404155" y="2123185"/>
                  <a:pt x="3404770" y="2123185"/>
                </a:cubicBezTo>
                <a:close/>
                <a:moveTo>
                  <a:pt x="3861746" y="2122494"/>
                </a:moveTo>
                <a:lnTo>
                  <a:pt x="3886571" y="2122494"/>
                </a:lnTo>
                <a:cubicBezTo>
                  <a:pt x="3887187" y="2122494"/>
                  <a:pt x="3887802" y="2122801"/>
                  <a:pt x="3888109" y="2123338"/>
                </a:cubicBezTo>
                <a:lnTo>
                  <a:pt x="3900483" y="2144782"/>
                </a:lnTo>
                <a:cubicBezTo>
                  <a:pt x="3900790" y="2145320"/>
                  <a:pt x="3900790" y="2146011"/>
                  <a:pt x="3900483" y="2146550"/>
                </a:cubicBezTo>
                <a:lnTo>
                  <a:pt x="3888109" y="2167992"/>
                </a:lnTo>
                <a:cubicBezTo>
                  <a:pt x="3887802" y="2168529"/>
                  <a:pt x="3887187" y="2168837"/>
                  <a:pt x="3886571" y="2168837"/>
                </a:cubicBezTo>
                <a:lnTo>
                  <a:pt x="3861746" y="2168837"/>
                </a:lnTo>
                <a:cubicBezTo>
                  <a:pt x="3861133" y="2168837"/>
                  <a:pt x="3860518" y="2168529"/>
                  <a:pt x="3860210" y="2167992"/>
                </a:cubicBezTo>
                <a:lnTo>
                  <a:pt x="3847837" y="2146550"/>
                </a:lnTo>
                <a:cubicBezTo>
                  <a:pt x="3847530" y="2146011"/>
                  <a:pt x="3847530" y="2145320"/>
                  <a:pt x="3847837" y="2144782"/>
                </a:cubicBezTo>
                <a:lnTo>
                  <a:pt x="3860210" y="2123338"/>
                </a:lnTo>
                <a:cubicBezTo>
                  <a:pt x="3860518" y="2122801"/>
                  <a:pt x="3861133" y="2122494"/>
                  <a:pt x="3861746" y="2122494"/>
                </a:cubicBezTo>
                <a:close/>
                <a:moveTo>
                  <a:pt x="3495153" y="2121034"/>
                </a:moveTo>
                <a:lnTo>
                  <a:pt x="3521436" y="2121034"/>
                </a:lnTo>
                <a:cubicBezTo>
                  <a:pt x="3522129" y="2121034"/>
                  <a:pt x="3522744" y="2121417"/>
                  <a:pt x="3523050" y="2121956"/>
                </a:cubicBezTo>
                <a:lnTo>
                  <a:pt x="3536193" y="2144704"/>
                </a:lnTo>
                <a:cubicBezTo>
                  <a:pt x="3536501" y="2145244"/>
                  <a:pt x="3536501" y="2146011"/>
                  <a:pt x="3536193" y="2146550"/>
                </a:cubicBezTo>
                <a:lnTo>
                  <a:pt x="3523050" y="2169298"/>
                </a:lnTo>
                <a:cubicBezTo>
                  <a:pt x="3522666" y="2169835"/>
                  <a:pt x="3522129" y="2170221"/>
                  <a:pt x="3521436" y="2170221"/>
                </a:cubicBezTo>
                <a:lnTo>
                  <a:pt x="3495153" y="2170221"/>
                </a:lnTo>
                <a:cubicBezTo>
                  <a:pt x="3494463" y="2170221"/>
                  <a:pt x="3493848" y="2169835"/>
                  <a:pt x="3493539" y="2169298"/>
                </a:cubicBezTo>
                <a:lnTo>
                  <a:pt x="3480396" y="2146550"/>
                </a:lnTo>
                <a:cubicBezTo>
                  <a:pt x="3480090" y="2146011"/>
                  <a:pt x="3480090" y="2145244"/>
                  <a:pt x="3480396" y="2144704"/>
                </a:cubicBezTo>
                <a:lnTo>
                  <a:pt x="3493539" y="2121956"/>
                </a:lnTo>
                <a:cubicBezTo>
                  <a:pt x="3493923" y="2121417"/>
                  <a:pt x="3494463" y="2121034"/>
                  <a:pt x="3495153" y="2121034"/>
                </a:cubicBezTo>
                <a:close/>
                <a:moveTo>
                  <a:pt x="3769370" y="2120802"/>
                </a:moveTo>
                <a:lnTo>
                  <a:pt x="3795961" y="2120802"/>
                </a:lnTo>
                <a:cubicBezTo>
                  <a:pt x="3796576" y="2120802"/>
                  <a:pt x="3797268" y="2121110"/>
                  <a:pt x="3797574" y="2121725"/>
                </a:cubicBezTo>
                <a:lnTo>
                  <a:pt x="3810872" y="2144780"/>
                </a:lnTo>
                <a:cubicBezTo>
                  <a:pt x="3811179" y="2145320"/>
                  <a:pt x="3811179" y="2146011"/>
                  <a:pt x="3810872" y="2146626"/>
                </a:cubicBezTo>
                <a:lnTo>
                  <a:pt x="3797574" y="2169681"/>
                </a:lnTo>
                <a:cubicBezTo>
                  <a:pt x="3797268" y="2170221"/>
                  <a:pt x="3796654" y="2170604"/>
                  <a:pt x="3795961" y="2170604"/>
                </a:cubicBezTo>
                <a:lnTo>
                  <a:pt x="3769370" y="2170604"/>
                </a:lnTo>
                <a:cubicBezTo>
                  <a:pt x="3768755" y="2170604"/>
                  <a:pt x="3768064" y="2170297"/>
                  <a:pt x="3767756" y="2169681"/>
                </a:cubicBezTo>
                <a:lnTo>
                  <a:pt x="3754461" y="2146626"/>
                </a:lnTo>
                <a:cubicBezTo>
                  <a:pt x="3754151" y="2146087"/>
                  <a:pt x="3754151" y="2145396"/>
                  <a:pt x="3754461" y="2144780"/>
                </a:cubicBezTo>
                <a:lnTo>
                  <a:pt x="3767756" y="2121725"/>
                </a:lnTo>
                <a:cubicBezTo>
                  <a:pt x="3768064" y="2121187"/>
                  <a:pt x="3768677" y="2120802"/>
                  <a:pt x="3769370" y="2120802"/>
                </a:cubicBezTo>
                <a:close/>
                <a:moveTo>
                  <a:pt x="3586377" y="2120650"/>
                </a:moveTo>
                <a:lnTo>
                  <a:pt x="3613123" y="2120650"/>
                </a:lnTo>
                <a:cubicBezTo>
                  <a:pt x="3613739" y="2120650"/>
                  <a:pt x="3614430" y="2120958"/>
                  <a:pt x="3614737" y="2121573"/>
                </a:cubicBezTo>
                <a:lnTo>
                  <a:pt x="3628110" y="2144706"/>
                </a:lnTo>
                <a:cubicBezTo>
                  <a:pt x="3628418" y="2145320"/>
                  <a:pt x="3628418" y="2146013"/>
                  <a:pt x="3628110" y="2146628"/>
                </a:cubicBezTo>
                <a:lnTo>
                  <a:pt x="3614737" y="2169761"/>
                </a:lnTo>
                <a:cubicBezTo>
                  <a:pt x="3614430" y="2170298"/>
                  <a:pt x="3613815" y="2170682"/>
                  <a:pt x="3613123" y="2170682"/>
                </a:cubicBezTo>
                <a:lnTo>
                  <a:pt x="3586377" y="2170682"/>
                </a:lnTo>
                <a:cubicBezTo>
                  <a:pt x="3585765" y="2170682"/>
                  <a:pt x="3585071" y="2170374"/>
                  <a:pt x="3584763" y="2169761"/>
                </a:cubicBezTo>
                <a:lnTo>
                  <a:pt x="3571392" y="2146628"/>
                </a:lnTo>
                <a:cubicBezTo>
                  <a:pt x="3571083" y="2146013"/>
                  <a:pt x="3571083" y="2145320"/>
                  <a:pt x="3571392" y="2144706"/>
                </a:cubicBezTo>
                <a:lnTo>
                  <a:pt x="3584763" y="2121573"/>
                </a:lnTo>
                <a:cubicBezTo>
                  <a:pt x="3585071" y="2121034"/>
                  <a:pt x="3585687" y="2120650"/>
                  <a:pt x="3586377" y="2120650"/>
                </a:cubicBezTo>
                <a:close/>
                <a:moveTo>
                  <a:pt x="3677451" y="2119957"/>
                </a:moveTo>
                <a:lnTo>
                  <a:pt x="3704964" y="2119957"/>
                </a:lnTo>
                <a:cubicBezTo>
                  <a:pt x="3705656" y="2119957"/>
                  <a:pt x="3706271" y="2120341"/>
                  <a:pt x="3706654" y="2120956"/>
                </a:cubicBezTo>
                <a:lnTo>
                  <a:pt x="3720411" y="2144782"/>
                </a:lnTo>
                <a:cubicBezTo>
                  <a:pt x="3720796" y="2145320"/>
                  <a:pt x="3720796" y="2146088"/>
                  <a:pt x="3720411" y="2146704"/>
                </a:cubicBezTo>
                <a:lnTo>
                  <a:pt x="3706654" y="2170528"/>
                </a:lnTo>
                <a:cubicBezTo>
                  <a:pt x="3706271" y="2171143"/>
                  <a:pt x="3705656" y="2171527"/>
                  <a:pt x="3704964" y="2171527"/>
                </a:cubicBezTo>
                <a:lnTo>
                  <a:pt x="3677451" y="2171527"/>
                </a:lnTo>
                <a:cubicBezTo>
                  <a:pt x="3676758" y="2171527"/>
                  <a:pt x="3676143" y="2171143"/>
                  <a:pt x="3675760" y="2170528"/>
                </a:cubicBezTo>
                <a:lnTo>
                  <a:pt x="3662003" y="2146704"/>
                </a:lnTo>
                <a:cubicBezTo>
                  <a:pt x="3661618" y="2146164"/>
                  <a:pt x="3661618" y="2145396"/>
                  <a:pt x="3662003" y="2144782"/>
                </a:cubicBezTo>
                <a:lnTo>
                  <a:pt x="3675760" y="2120956"/>
                </a:lnTo>
                <a:cubicBezTo>
                  <a:pt x="3676143" y="2120341"/>
                  <a:pt x="3676758" y="2119957"/>
                  <a:pt x="3677451" y="2119957"/>
                </a:cubicBezTo>
                <a:close/>
                <a:moveTo>
                  <a:pt x="199120" y="2116037"/>
                </a:moveTo>
                <a:lnTo>
                  <a:pt x="230788" y="2116037"/>
                </a:lnTo>
                <a:cubicBezTo>
                  <a:pt x="231555" y="2116037"/>
                  <a:pt x="232320" y="2116498"/>
                  <a:pt x="232705" y="2117189"/>
                </a:cubicBezTo>
                <a:lnTo>
                  <a:pt x="248541" y="2144627"/>
                </a:lnTo>
                <a:cubicBezTo>
                  <a:pt x="248924" y="2145318"/>
                  <a:pt x="248924" y="2146164"/>
                  <a:pt x="248541" y="2146855"/>
                </a:cubicBezTo>
                <a:lnTo>
                  <a:pt x="232705" y="2174293"/>
                </a:lnTo>
                <a:cubicBezTo>
                  <a:pt x="232320" y="2174984"/>
                  <a:pt x="231555" y="2175445"/>
                  <a:pt x="230788" y="2175445"/>
                </a:cubicBezTo>
                <a:lnTo>
                  <a:pt x="199120" y="2175445"/>
                </a:lnTo>
                <a:cubicBezTo>
                  <a:pt x="198351" y="2175445"/>
                  <a:pt x="197584" y="2174984"/>
                  <a:pt x="197201" y="2174293"/>
                </a:cubicBezTo>
                <a:lnTo>
                  <a:pt x="181367" y="2146855"/>
                </a:lnTo>
                <a:cubicBezTo>
                  <a:pt x="180986" y="2146164"/>
                  <a:pt x="180986" y="2145318"/>
                  <a:pt x="181367" y="2144627"/>
                </a:cubicBezTo>
                <a:lnTo>
                  <a:pt x="197201" y="2117189"/>
                </a:lnTo>
                <a:cubicBezTo>
                  <a:pt x="197584" y="2116498"/>
                  <a:pt x="198351" y="2116037"/>
                  <a:pt x="199120" y="2116037"/>
                </a:cubicBezTo>
                <a:close/>
                <a:moveTo>
                  <a:pt x="380646" y="2113348"/>
                </a:moveTo>
                <a:lnTo>
                  <a:pt x="415161" y="2113348"/>
                </a:lnTo>
                <a:cubicBezTo>
                  <a:pt x="416002" y="2113348"/>
                  <a:pt x="416774" y="2113810"/>
                  <a:pt x="417240" y="2114579"/>
                </a:cubicBezTo>
                <a:lnTo>
                  <a:pt x="434446" y="2144475"/>
                </a:lnTo>
                <a:cubicBezTo>
                  <a:pt x="434905" y="2145244"/>
                  <a:pt x="434905" y="2146166"/>
                  <a:pt x="434446" y="2146933"/>
                </a:cubicBezTo>
                <a:lnTo>
                  <a:pt x="417156" y="2176831"/>
                </a:lnTo>
                <a:cubicBezTo>
                  <a:pt x="416774" y="2177598"/>
                  <a:pt x="415926" y="2178060"/>
                  <a:pt x="415083" y="2178060"/>
                </a:cubicBezTo>
                <a:lnTo>
                  <a:pt x="380575" y="2178060"/>
                </a:lnTo>
                <a:cubicBezTo>
                  <a:pt x="379727" y="2178060"/>
                  <a:pt x="378960" y="2177598"/>
                  <a:pt x="378500" y="2176831"/>
                </a:cubicBezTo>
                <a:lnTo>
                  <a:pt x="361286" y="2146933"/>
                </a:lnTo>
                <a:cubicBezTo>
                  <a:pt x="360825" y="2146166"/>
                  <a:pt x="360825" y="2145244"/>
                  <a:pt x="361286" y="2144475"/>
                </a:cubicBezTo>
                <a:lnTo>
                  <a:pt x="378576" y="2114579"/>
                </a:lnTo>
                <a:cubicBezTo>
                  <a:pt x="378960" y="2113810"/>
                  <a:pt x="379806" y="2113348"/>
                  <a:pt x="380646" y="2113348"/>
                </a:cubicBezTo>
                <a:close/>
                <a:moveTo>
                  <a:pt x="288810" y="2112504"/>
                </a:moveTo>
                <a:lnTo>
                  <a:pt x="324164" y="2112504"/>
                </a:lnTo>
                <a:cubicBezTo>
                  <a:pt x="325009" y="2112504"/>
                  <a:pt x="325850" y="2112965"/>
                  <a:pt x="326315" y="2113734"/>
                </a:cubicBezTo>
                <a:lnTo>
                  <a:pt x="343993" y="2144399"/>
                </a:lnTo>
                <a:cubicBezTo>
                  <a:pt x="344452" y="2145168"/>
                  <a:pt x="344452" y="2146166"/>
                  <a:pt x="343993" y="2146935"/>
                </a:cubicBezTo>
                <a:lnTo>
                  <a:pt x="326315" y="2177600"/>
                </a:lnTo>
                <a:cubicBezTo>
                  <a:pt x="325850" y="2178367"/>
                  <a:pt x="325009" y="2178829"/>
                  <a:pt x="324164" y="2178829"/>
                </a:cubicBezTo>
                <a:lnTo>
                  <a:pt x="288810" y="2178829"/>
                </a:lnTo>
                <a:cubicBezTo>
                  <a:pt x="287962" y="2178829"/>
                  <a:pt x="287117" y="2178367"/>
                  <a:pt x="286657" y="2177600"/>
                </a:cubicBezTo>
                <a:lnTo>
                  <a:pt x="268978" y="2146935"/>
                </a:lnTo>
                <a:cubicBezTo>
                  <a:pt x="268519" y="2146166"/>
                  <a:pt x="268519" y="2145168"/>
                  <a:pt x="268978" y="2144399"/>
                </a:cubicBezTo>
                <a:lnTo>
                  <a:pt x="286657" y="2113734"/>
                </a:lnTo>
                <a:cubicBezTo>
                  <a:pt x="287117" y="2112965"/>
                  <a:pt x="287962" y="2112504"/>
                  <a:pt x="288810" y="2112504"/>
                </a:cubicBezTo>
                <a:close/>
                <a:moveTo>
                  <a:pt x="1401197" y="2060778"/>
                </a:moveTo>
                <a:lnTo>
                  <a:pt x="1407200" y="2060778"/>
                </a:lnTo>
                <a:cubicBezTo>
                  <a:pt x="1407357" y="2060778"/>
                  <a:pt x="1407581" y="2061010"/>
                  <a:pt x="1407581" y="2061010"/>
                </a:cubicBezTo>
                <a:lnTo>
                  <a:pt x="1410577" y="2066159"/>
                </a:lnTo>
                <a:cubicBezTo>
                  <a:pt x="1410657" y="2066235"/>
                  <a:pt x="1410577" y="2066542"/>
                  <a:pt x="1410577" y="2066542"/>
                </a:cubicBezTo>
                <a:lnTo>
                  <a:pt x="1407581" y="2071693"/>
                </a:lnTo>
                <a:cubicBezTo>
                  <a:pt x="1407509" y="2071845"/>
                  <a:pt x="1407200" y="2071923"/>
                  <a:pt x="1407200" y="2071923"/>
                </a:cubicBezTo>
                <a:lnTo>
                  <a:pt x="1401197" y="2071923"/>
                </a:lnTo>
                <a:cubicBezTo>
                  <a:pt x="1401048" y="2071923"/>
                  <a:pt x="1400824" y="2071693"/>
                  <a:pt x="1400824" y="2071693"/>
                </a:cubicBezTo>
                <a:lnTo>
                  <a:pt x="1397821" y="2066542"/>
                </a:lnTo>
                <a:cubicBezTo>
                  <a:pt x="1397741" y="2066466"/>
                  <a:pt x="1397821" y="2066159"/>
                  <a:pt x="1397821" y="2066159"/>
                </a:cubicBezTo>
                <a:lnTo>
                  <a:pt x="1400824" y="2061010"/>
                </a:lnTo>
                <a:cubicBezTo>
                  <a:pt x="1400893" y="2060856"/>
                  <a:pt x="1401197" y="2060778"/>
                  <a:pt x="1401197" y="2060778"/>
                </a:cubicBezTo>
                <a:close/>
                <a:moveTo>
                  <a:pt x="577709" y="2060549"/>
                </a:moveTo>
                <a:lnTo>
                  <a:pt x="584014" y="2060549"/>
                </a:lnTo>
                <a:cubicBezTo>
                  <a:pt x="584165" y="2060549"/>
                  <a:pt x="584391" y="2060778"/>
                  <a:pt x="584391" y="2060778"/>
                </a:cubicBezTo>
                <a:lnTo>
                  <a:pt x="587545" y="2066237"/>
                </a:lnTo>
                <a:cubicBezTo>
                  <a:pt x="587621" y="2066390"/>
                  <a:pt x="587545" y="2066696"/>
                  <a:pt x="587545" y="2066696"/>
                </a:cubicBezTo>
                <a:lnTo>
                  <a:pt x="584391" y="2072154"/>
                </a:lnTo>
                <a:cubicBezTo>
                  <a:pt x="584315" y="2072308"/>
                  <a:pt x="584014" y="2072384"/>
                  <a:pt x="584014" y="2072384"/>
                </a:cubicBezTo>
                <a:lnTo>
                  <a:pt x="577709" y="2072384"/>
                </a:lnTo>
                <a:cubicBezTo>
                  <a:pt x="577553" y="2072384"/>
                  <a:pt x="577327" y="2072154"/>
                  <a:pt x="577327" y="2072154"/>
                </a:cubicBezTo>
                <a:lnTo>
                  <a:pt x="574170" y="2066696"/>
                </a:lnTo>
                <a:cubicBezTo>
                  <a:pt x="574090" y="2066542"/>
                  <a:pt x="574170" y="2066237"/>
                  <a:pt x="574170" y="2066237"/>
                </a:cubicBezTo>
                <a:lnTo>
                  <a:pt x="577327" y="2060778"/>
                </a:lnTo>
                <a:cubicBezTo>
                  <a:pt x="577401" y="2060627"/>
                  <a:pt x="577709" y="2060549"/>
                  <a:pt x="577709" y="2060549"/>
                </a:cubicBezTo>
                <a:close/>
                <a:moveTo>
                  <a:pt x="3230311" y="2059858"/>
                </a:moveTo>
                <a:lnTo>
                  <a:pt x="3237305" y="2059858"/>
                </a:lnTo>
                <a:cubicBezTo>
                  <a:pt x="3237535" y="2059858"/>
                  <a:pt x="3237767" y="2060089"/>
                  <a:pt x="3237767" y="2060089"/>
                </a:cubicBezTo>
                <a:lnTo>
                  <a:pt x="3241302" y="2066159"/>
                </a:lnTo>
                <a:cubicBezTo>
                  <a:pt x="3241378" y="2066315"/>
                  <a:pt x="3241302" y="2066620"/>
                  <a:pt x="3241302" y="2066620"/>
                </a:cubicBezTo>
                <a:lnTo>
                  <a:pt x="3237767" y="2072694"/>
                </a:lnTo>
                <a:cubicBezTo>
                  <a:pt x="3237613" y="2072845"/>
                  <a:pt x="3237305" y="2072923"/>
                  <a:pt x="3237305" y="2072923"/>
                </a:cubicBezTo>
                <a:lnTo>
                  <a:pt x="3230311" y="2072923"/>
                </a:lnTo>
                <a:cubicBezTo>
                  <a:pt x="3230081" y="2072923"/>
                  <a:pt x="3229850" y="2072694"/>
                  <a:pt x="3229850" y="2072694"/>
                </a:cubicBezTo>
                <a:lnTo>
                  <a:pt x="3226315" y="2066620"/>
                </a:lnTo>
                <a:cubicBezTo>
                  <a:pt x="3226237" y="2066468"/>
                  <a:pt x="3226315" y="2066159"/>
                  <a:pt x="3226315" y="2066159"/>
                </a:cubicBezTo>
                <a:lnTo>
                  <a:pt x="3229850" y="2060089"/>
                </a:lnTo>
                <a:cubicBezTo>
                  <a:pt x="3230003" y="2059935"/>
                  <a:pt x="3230311" y="2059858"/>
                  <a:pt x="3230311" y="2059858"/>
                </a:cubicBezTo>
                <a:close/>
                <a:moveTo>
                  <a:pt x="1309130" y="2059704"/>
                </a:moveTo>
                <a:lnTo>
                  <a:pt x="1316283" y="2059704"/>
                </a:lnTo>
                <a:cubicBezTo>
                  <a:pt x="1316511" y="2059704"/>
                  <a:pt x="1316739" y="2059934"/>
                  <a:pt x="1316739" y="2059934"/>
                </a:cubicBezTo>
                <a:lnTo>
                  <a:pt x="1320348" y="2066159"/>
                </a:lnTo>
                <a:cubicBezTo>
                  <a:pt x="1320428" y="2066313"/>
                  <a:pt x="1320348" y="2066698"/>
                  <a:pt x="1320348" y="2066698"/>
                </a:cubicBezTo>
                <a:lnTo>
                  <a:pt x="1316739" y="2072923"/>
                </a:lnTo>
                <a:cubicBezTo>
                  <a:pt x="1316587" y="2073077"/>
                  <a:pt x="1316283" y="2073153"/>
                  <a:pt x="1316283" y="2073153"/>
                </a:cubicBezTo>
                <a:lnTo>
                  <a:pt x="1309130" y="2073153"/>
                </a:lnTo>
                <a:cubicBezTo>
                  <a:pt x="1308902" y="2073153"/>
                  <a:pt x="1308672" y="2072923"/>
                  <a:pt x="1308672" y="2072923"/>
                </a:cubicBezTo>
                <a:lnTo>
                  <a:pt x="1305055" y="2066698"/>
                </a:lnTo>
                <a:cubicBezTo>
                  <a:pt x="1304981" y="2066544"/>
                  <a:pt x="1305055" y="2066159"/>
                  <a:pt x="1305055" y="2066159"/>
                </a:cubicBezTo>
                <a:lnTo>
                  <a:pt x="1308672" y="2059934"/>
                </a:lnTo>
                <a:cubicBezTo>
                  <a:pt x="1308822" y="2059782"/>
                  <a:pt x="1309130" y="2059704"/>
                  <a:pt x="1309130" y="2059704"/>
                </a:cubicBezTo>
                <a:close/>
                <a:moveTo>
                  <a:pt x="3136012" y="2054553"/>
                </a:moveTo>
                <a:lnTo>
                  <a:pt x="3148692" y="2054553"/>
                </a:lnTo>
                <a:cubicBezTo>
                  <a:pt x="3148999" y="2054553"/>
                  <a:pt x="3149461" y="2055014"/>
                  <a:pt x="3149461" y="2055014"/>
                </a:cubicBezTo>
                <a:lnTo>
                  <a:pt x="3155840" y="2066005"/>
                </a:lnTo>
                <a:cubicBezTo>
                  <a:pt x="3155994" y="2066313"/>
                  <a:pt x="3155840" y="2066928"/>
                  <a:pt x="3155840" y="2066928"/>
                </a:cubicBezTo>
                <a:lnTo>
                  <a:pt x="3149461" y="2077916"/>
                </a:lnTo>
                <a:cubicBezTo>
                  <a:pt x="3149307" y="2078224"/>
                  <a:pt x="3148692" y="2078378"/>
                  <a:pt x="3148692" y="2078378"/>
                </a:cubicBezTo>
                <a:lnTo>
                  <a:pt x="3136012" y="2078378"/>
                </a:lnTo>
                <a:cubicBezTo>
                  <a:pt x="3135705" y="2078378"/>
                  <a:pt x="3135242" y="2077916"/>
                  <a:pt x="3135242" y="2077916"/>
                </a:cubicBezTo>
                <a:lnTo>
                  <a:pt x="3128863" y="2066928"/>
                </a:lnTo>
                <a:cubicBezTo>
                  <a:pt x="3128710" y="2066620"/>
                  <a:pt x="3128863" y="2066005"/>
                  <a:pt x="3128863" y="2066005"/>
                </a:cubicBezTo>
                <a:lnTo>
                  <a:pt x="3135242" y="2055014"/>
                </a:lnTo>
                <a:cubicBezTo>
                  <a:pt x="3135396" y="2054707"/>
                  <a:pt x="3136012" y="2054553"/>
                  <a:pt x="3136012" y="2054553"/>
                </a:cubicBezTo>
                <a:close/>
                <a:moveTo>
                  <a:pt x="847616" y="2052019"/>
                </a:moveTo>
                <a:lnTo>
                  <a:pt x="862990" y="2052019"/>
                </a:lnTo>
                <a:cubicBezTo>
                  <a:pt x="863379" y="2052019"/>
                  <a:pt x="863913" y="2052556"/>
                  <a:pt x="863913" y="2052556"/>
                </a:cubicBezTo>
                <a:lnTo>
                  <a:pt x="871600" y="2065853"/>
                </a:lnTo>
                <a:cubicBezTo>
                  <a:pt x="871826" y="2066159"/>
                  <a:pt x="871600" y="2066928"/>
                  <a:pt x="871600" y="2066928"/>
                </a:cubicBezTo>
                <a:lnTo>
                  <a:pt x="863913" y="2080225"/>
                </a:lnTo>
                <a:cubicBezTo>
                  <a:pt x="863757" y="2080531"/>
                  <a:pt x="862990" y="2080762"/>
                  <a:pt x="862990" y="2080762"/>
                </a:cubicBezTo>
                <a:lnTo>
                  <a:pt x="847616" y="2080762"/>
                </a:lnTo>
                <a:cubicBezTo>
                  <a:pt x="847232" y="2080762"/>
                  <a:pt x="846695" y="2080225"/>
                  <a:pt x="846695" y="2080225"/>
                </a:cubicBezTo>
                <a:lnTo>
                  <a:pt x="839014" y="2066928"/>
                </a:lnTo>
                <a:cubicBezTo>
                  <a:pt x="838784" y="2066620"/>
                  <a:pt x="839014" y="2065853"/>
                  <a:pt x="839014" y="2065853"/>
                </a:cubicBezTo>
                <a:lnTo>
                  <a:pt x="846695" y="2052556"/>
                </a:lnTo>
                <a:cubicBezTo>
                  <a:pt x="846851" y="2052248"/>
                  <a:pt x="847616" y="2052019"/>
                  <a:pt x="847616" y="2052019"/>
                </a:cubicBezTo>
                <a:close/>
                <a:moveTo>
                  <a:pt x="938308" y="2050481"/>
                </a:moveTo>
                <a:lnTo>
                  <a:pt x="955292" y="2050481"/>
                </a:lnTo>
                <a:cubicBezTo>
                  <a:pt x="955752" y="2050481"/>
                  <a:pt x="956371" y="2051096"/>
                  <a:pt x="956371" y="2051096"/>
                </a:cubicBezTo>
                <a:lnTo>
                  <a:pt x="964903" y="2065851"/>
                </a:lnTo>
                <a:cubicBezTo>
                  <a:pt x="965127" y="2066237"/>
                  <a:pt x="964903" y="2067082"/>
                  <a:pt x="964903" y="2067082"/>
                </a:cubicBezTo>
                <a:lnTo>
                  <a:pt x="956371" y="2081837"/>
                </a:lnTo>
                <a:cubicBezTo>
                  <a:pt x="956135" y="2082222"/>
                  <a:pt x="955752" y="2082452"/>
                  <a:pt x="955292" y="2082452"/>
                </a:cubicBezTo>
                <a:lnTo>
                  <a:pt x="938308" y="2082452"/>
                </a:lnTo>
                <a:cubicBezTo>
                  <a:pt x="937847" y="2082452"/>
                  <a:pt x="937230" y="2081837"/>
                  <a:pt x="937230" y="2081837"/>
                </a:cubicBezTo>
                <a:lnTo>
                  <a:pt x="928696" y="2067082"/>
                </a:lnTo>
                <a:cubicBezTo>
                  <a:pt x="928470" y="2066696"/>
                  <a:pt x="928696" y="2065851"/>
                  <a:pt x="928696" y="2065851"/>
                </a:cubicBezTo>
                <a:lnTo>
                  <a:pt x="937230" y="2051096"/>
                </a:lnTo>
                <a:cubicBezTo>
                  <a:pt x="937463" y="2050711"/>
                  <a:pt x="937847" y="2050481"/>
                  <a:pt x="938308" y="2050481"/>
                </a:cubicBezTo>
                <a:close/>
                <a:moveTo>
                  <a:pt x="1029458" y="2049790"/>
                </a:moveTo>
                <a:lnTo>
                  <a:pt x="1047209" y="2049790"/>
                </a:lnTo>
                <a:cubicBezTo>
                  <a:pt x="1047671" y="2049790"/>
                  <a:pt x="1048052" y="2050021"/>
                  <a:pt x="1048290" y="2050405"/>
                </a:cubicBezTo>
                <a:lnTo>
                  <a:pt x="1057209" y="2065775"/>
                </a:lnTo>
                <a:cubicBezTo>
                  <a:pt x="1057429" y="2066161"/>
                  <a:pt x="1057429" y="2066620"/>
                  <a:pt x="1057209" y="2067006"/>
                </a:cubicBezTo>
                <a:lnTo>
                  <a:pt x="1048290" y="2082376"/>
                </a:lnTo>
                <a:cubicBezTo>
                  <a:pt x="1048052" y="2082761"/>
                  <a:pt x="1047671" y="2082991"/>
                  <a:pt x="1047209" y="2082991"/>
                </a:cubicBezTo>
                <a:lnTo>
                  <a:pt x="1029458" y="2082991"/>
                </a:lnTo>
                <a:cubicBezTo>
                  <a:pt x="1028997" y="2082991"/>
                  <a:pt x="1028606" y="2082761"/>
                  <a:pt x="1028380" y="2082376"/>
                </a:cubicBezTo>
                <a:lnTo>
                  <a:pt x="1019466" y="2067006"/>
                </a:lnTo>
                <a:cubicBezTo>
                  <a:pt x="1019233" y="2066620"/>
                  <a:pt x="1019233" y="2066161"/>
                  <a:pt x="1019466" y="2065775"/>
                </a:cubicBezTo>
                <a:lnTo>
                  <a:pt x="1028380" y="2050405"/>
                </a:lnTo>
                <a:cubicBezTo>
                  <a:pt x="1028606" y="2050021"/>
                  <a:pt x="1028997" y="2049790"/>
                  <a:pt x="1029458" y="2049790"/>
                </a:cubicBezTo>
                <a:close/>
                <a:moveTo>
                  <a:pt x="1212216" y="2049482"/>
                </a:moveTo>
                <a:lnTo>
                  <a:pt x="1230280" y="2049482"/>
                </a:lnTo>
                <a:cubicBezTo>
                  <a:pt x="1230741" y="2049482"/>
                  <a:pt x="1231127" y="2049712"/>
                  <a:pt x="1231355" y="2050097"/>
                </a:cubicBezTo>
                <a:lnTo>
                  <a:pt x="1240346" y="2065775"/>
                </a:lnTo>
                <a:cubicBezTo>
                  <a:pt x="1240574" y="2066159"/>
                  <a:pt x="1240574" y="2066698"/>
                  <a:pt x="1240346" y="2067082"/>
                </a:cubicBezTo>
                <a:lnTo>
                  <a:pt x="1231279" y="2082760"/>
                </a:lnTo>
                <a:cubicBezTo>
                  <a:pt x="1231045" y="2083145"/>
                  <a:pt x="1230662" y="2083375"/>
                  <a:pt x="1230198" y="2083375"/>
                </a:cubicBezTo>
                <a:lnTo>
                  <a:pt x="1212144" y="2083375"/>
                </a:lnTo>
                <a:cubicBezTo>
                  <a:pt x="1211680" y="2083375"/>
                  <a:pt x="1211297" y="2083145"/>
                  <a:pt x="1211061" y="2082760"/>
                </a:cubicBezTo>
                <a:lnTo>
                  <a:pt x="1202070" y="2067082"/>
                </a:lnTo>
                <a:cubicBezTo>
                  <a:pt x="1201846" y="2066698"/>
                  <a:pt x="1201846" y="2066159"/>
                  <a:pt x="1202070" y="2065775"/>
                </a:cubicBezTo>
                <a:lnTo>
                  <a:pt x="1211139" y="2050097"/>
                </a:lnTo>
                <a:cubicBezTo>
                  <a:pt x="1211369" y="2049712"/>
                  <a:pt x="1211756" y="2049482"/>
                  <a:pt x="1212216" y="2049482"/>
                </a:cubicBezTo>
                <a:close/>
                <a:moveTo>
                  <a:pt x="2675267" y="2048330"/>
                </a:moveTo>
                <a:lnTo>
                  <a:pt x="2694557" y="2048330"/>
                </a:lnTo>
                <a:cubicBezTo>
                  <a:pt x="2695019" y="2048330"/>
                  <a:pt x="2695480" y="2048637"/>
                  <a:pt x="2695712" y="2049021"/>
                </a:cubicBezTo>
                <a:lnTo>
                  <a:pt x="2705318" y="2065699"/>
                </a:lnTo>
                <a:cubicBezTo>
                  <a:pt x="2705548" y="2066161"/>
                  <a:pt x="2705548" y="2066698"/>
                  <a:pt x="2705318" y="2067082"/>
                </a:cubicBezTo>
                <a:lnTo>
                  <a:pt x="2695712" y="2083760"/>
                </a:lnTo>
                <a:cubicBezTo>
                  <a:pt x="2695480" y="2084221"/>
                  <a:pt x="2695019" y="2084451"/>
                  <a:pt x="2694557" y="2084451"/>
                </a:cubicBezTo>
                <a:lnTo>
                  <a:pt x="2675267" y="2084451"/>
                </a:lnTo>
                <a:cubicBezTo>
                  <a:pt x="2674807" y="2084451"/>
                  <a:pt x="2674346" y="2084144"/>
                  <a:pt x="2674114" y="2083760"/>
                </a:cubicBezTo>
                <a:lnTo>
                  <a:pt x="2664508" y="2067082"/>
                </a:lnTo>
                <a:cubicBezTo>
                  <a:pt x="2664278" y="2066622"/>
                  <a:pt x="2664278" y="2066083"/>
                  <a:pt x="2664508" y="2065699"/>
                </a:cubicBezTo>
                <a:lnTo>
                  <a:pt x="2674114" y="2049021"/>
                </a:lnTo>
                <a:cubicBezTo>
                  <a:pt x="2674346" y="2048561"/>
                  <a:pt x="2674807" y="2048330"/>
                  <a:pt x="2675267" y="2048330"/>
                </a:cubicBezTo>
                <a:close/>
                <a:moveTo>
                  <a:pt x="1120149" y="2048330"/>
                </a:moveTo>
                <a:lnTo>
                  <a:pt x="1139436" y="2048330"/>
                </a:lnTo>
                <a:cubicBezTo>
                  <a:pt x="1139905" y="2048330"/>
                  <a:pt x="1140356" y="2048637"/>
                  <a:pt x="1140586" y="2049021"/>
                </a:cubicBezTo>
                <a:lnTo>
                  <a:pt x="1150197" y="2065699"/>
                </a:lnTo>
                <a:cubicBezTo>
                  <a:pt x="1150428" y="2066161"/>
                  <a:pt x="1150428" y="2066698"/>
                  <a:pt x="1150197" y="2067082"/>
                </a:cubicBezTo>
                <a:lnTo>
                  <a:pt x="1140586" y="2083760"/>
                </a:lnTo>
                <a:cubicBezTo>
                  <a:pt x="1140356" y="2084221"/>
                  <a:pt x="1139905" y="2084451"/>
                  <a:pt x="1139436" y="2084451"/>
                </a:cubicBezTo>
                <a:lnTo>
                  <a:pt x="1120149" y="2084451"/>
                </a:lnTo>
                <a:cubicBezTo>
                  <a:pt x="1119689" y="2084451"/>
                  <a:pt x="1119230" y="2084144"/>
                  <a:pt x="1118985" y="2083760"/>
                </a:cubicBezTo>
                <a:lnTo>
                  <a:pt x="1109382" y="2067082"/>
                </a:lnTo>
                <a:cubicBezTo>
                  <a:pt x="1109158" y="2066622"/>
                  <a:pt x="1109158" y="2066083"/>
                  <a:pt x="1109382" y="2065699"/>
                </a:cubicBezTo>
                <a:lnTo>
                  <a:pt x="1118985" y="2049021"/>
                </a:lnTo>
                <a:cubicBezTo>
                  <a:pt x="1119230" y="2048561"/>
                  <a:pt x="1119689" y="2048330"/>
                  <a:pt x="1120149" y="2048330"/>
                </a:cubicBezTo>
                <a:close/>
                <a:moveTo>
                  <a:pt x="3315004" y="2047100"/>
                </a:moveTo>
                <a:lnTo>
                  <a:pt x="3335602" y="2047100"/>
                </a:lnTo>
                <a:cubicBezTo>
                  <a:pt x="3336063" y="2047100"/>
                  <a:pt x="3336602" y="2047329"/>
                  <a:pt x="3336832" y="2047791"/>
                </a:cubicBezTo>
                <a:lnTo>
                  <a:pt x="3347131" y="2065622"/>
                </a:lnTo>
                <a:cubicBezTo>
                  <a:pt x="3347361" y="2066083"/>
                  <a:pt x="3347361" y="2066620"/>
                  <a:pt x="3347131" y="2067082"/>
                </a:cubicBezTo>
                <a:lnTo>
                  <a:pt x="3336832" y="2084912"/>
                </a:lnTo>
                <a:cubicBezTo>
                  <a:pt x="3336602" y="2085296"/>
                  <a:pt x="3336140" y="2085603"/>
                  <a:pt x="3335602" y="2085603"/>
                </a:cubicBezTo>
                <a:lnTo>
                  <a:pt x="3315004" y="2085603"/>
                </a:lnTo>
                <a:cubicBezTo>
                  <a:pt x="3314543" y="2085603"/>
                  <a:pt x="3314006" y="2085374"/>
                  <a:pt x="3313776" y="2084912"/>
                </a:cubicBezTo>
                <a:lnTo>
                  <a:pt x="3303476" y="2067082"/>
                </a:lnTo>
                <a:cubicBezTo>
                  <a:pt x="3303247" y="2066620"/>
                  <a:pt x="3303247" y="2066083"/>
                  <a:pt x="3303476" y="2065622"/>
                </a:cubicBezTo>
                <a:lnTo>
                  <a:pt x="3313776" y="2047791"/>
                </a:lnTo>
                <a:cubicBezTo>
                  <a:pt x="3314006" y="2047407"/>
                  <a:pt x="3314467" y="2047100"/>
                  <a:pt x="3315004" y="2047100"/>
                </a:cubicBezTo>
                <a:close/>
                <a:moveTo>
                  <a:pt x="4686628" y="2046101"/>
                </a:moveTo>
                <a:lnTo>
                  <a:pt x="4708302" y="2046101"/>
                </a:lnTo>
                <a:cubicBezTo>
                  <a:pt x="4708841" y="2046101"/>
                  <a:pt x="4709302" y="2046408"/>
                  <a:pt x="4709608" y="2046870"/>
                </a:cubicBezTo>
                <a:lnTo>
                  <a:pt x="4720445" y="2065622"/>
                </a:lnTo>
                <a:cubicBezTo>
                  <a:pt x="4720752" y="2066083"/>
                  <a:pt x="4720752" y="2066698"/>
                  <a:pt x="4720445" y="2067159"/>
                </a:cubicBezTo>
                <a:lnTo>
                  <a:pt x="4709608" y="2085911"/>
                </a:lnTo>
                <a:cubicBezTo>
                  <a:pt x="4709379" y="2086372"/>
                  <a:pt x="4708841" y="2086680"/>
                  <a:pt x="4708302" y="2086680"/>
                </a:cubicBezTo>
                <a:lnTo>
                  <a:pt x="4686628" y="2086680"/>
                </a:lnTo>
                <a:cubicBezTo>
                  <a:pt x="4686091" y="2086680"/>
                  <a:pt x="4685629" y="2086372"/>
                  <a:pt x="4685322" y="2085911"/>
                </a:cubicBezTo>
                <a:lnTo>
                  <a:pt x="4674485" y="2067159"/>
                </a:lnTo>
                <a:cubicBezTo>
                  <a:pt x="4674179" y="2066698"/>
                  <a:pt x="4674179" y="2066083"/>
                  <a:pt x="4674485" y="2065622"/>
                </a:cubicBezTo>
                <a:lnTo>
                  <a:pt x="4685322" y="2046870"/>
                </a:lnTo>
                <a:cubicBezTo>
                  <a:pt x="4685554" y="2046408"/>
                  <a:pt x="4686091" y="2046101"/>
                  <a:pt x="4686628" y="2046101"/>
                </a:cubicBezTo>
                <a:close/>
                <a:moveTo>
                  <a:pt x="661553" y="2046101"/>
                </a:moveTo>
                <a:lnTo>
                  <a:pt x="683228" y="2046101"/>
                </a:lnTo>
                <a:cubicBezTo>
                  <a:pt x="683766" y="2046101"/>
                  <a:pt x="684229" y="2046408"/>
                  <a:pt x="684533" y="2046870"/>
                </a:cubicBezTo>
                <a:lnTo>
                  <a:pt x="695369" y="2065622"/>
                </a:lnTo>
                <a:cubicBezTo>
                  <a:pt x="695675" y="2066083"/>
                  <a:pt x="695675" y="2066698"/>
                  <a:pt x="695369" y="2067159"/>
                </a:cubicBezTo>
                <a:lnTo>
                  <a:pt x="684533" y="2085911"/>
                </a:lnTo>
                <a:cubicBezTo>
                  <a:pt x="684299" y="2086372"/>
                  <a:pt x="683766" y="2086680"/>
                  <a:pt x="683228" y="2086680"/>
                </a:cubicBezTo>
                <a:lnTo>
                  <a:pt x="661553" y="2086680"/>
                </a:lnTo>
                <a:cubicBezTo>
                  <a:pt x="661018" y="2086680"/>
                  <a:pt x="660552" y="2086372"/>
                  <a:pt x="660256" y="2085911"/>
                </a:cubicBezTo>
                <a:lnTo>
                  <a:pt x="649410" y="2067159"/>
                </a:lnTo>
                <a:cubicBezTo>
                  <a:pt x="649101" y="2066698"/>
                  <a:pt x="649101" y="2066083"/>
                  <a:pt x="649410" y="2065622"/>
                </a:cubicBezTo>
                <a:lnTo>
                  <a:pt x="660256" y="2046870"/>
                </a:lnTo>
                <a:cubicBezTo>
                  <a:pt x="660482" y="2046408"/>
                  <a:pt x="661018" y="2046101"/>
                  <a:pt x="661553" y="2046101"/>
                </a:cubicBezTo>
                <a:close/>
                <a:moveTo>
                  <a:pt x="478328" y="2045562"/>
                </a:moveTo>
                <a:lnTo>
                  <a:pt x="500549" y="2045562"/>
                </a:lnTo>
                <a:cubicBezTo>
                  <a:pt x="501162" y="2045562"/>
                  <a:pt x="501621" y="2045869"/>
                  <a:pt x="501925" y="2046331"/>
                </a:cubicBezTo>
                <a:lnTo>
                  <a:pt x="513070" y="2065622"/>
                </a:lnTo>
                <a:cubicBezTo>
                  <a:pt x="513383" y="2066081"/>
                  <a:pt x="513383" y="2066696"/>
                  <a:pt x="513070" y="2067157"/>
                </a:cubicBezTo>
                <a:lnTo>
                  <a:pt x="501925" y="2086448"/>
                </a:lnTo>
                <a:cubicBezTo>
                  <a:pt x="501621" y="2086910"/>
                  <a:pt x="501086" y="2087217"/>
                  <a:pt x="500549" y="2087217"/>
                </a:cubicBezTo>
                <a:lnTo>
                  <a:pt x="478328" y="2087217"/>
                </a:lnTo>
                <a:cubicBezTo>
                  <a:pt x="477721" y="2087217"/>
                  <a:pt x="477259" y="2086910"/>
                  <a:pt x="476954" y="2086448"/>
                </a:cubicBezTo>
                <a:lnTo>
                  <a:pt x="465808" y="2067157"/>
                </a:lnTo>
                <a:cubicBezTo>
                  <a:pt x="465500" y="2066696"/>
                  <a:pt x="465500" y="2066081"/>
                  <a:pt x="465808" y="2065622"/>
                </a:cubicBezTo>
                <a:lnTo>
                  <a:pt x="476954" y="2046331"/>
                </a:lnTo>
                <a:cubicBezTo>
                  <a:pt x="477259" y="2045869"/>
                  <a:pt x="477797" y="2045562"/>
                  <a:pt x="478328" y="2045562"/>
                </a:cubicBezTo>
                <a:close/>
                <a:moveTo>
                  <a:pt x="4503407" y="2045408"/>
                </a:moveTo>
                <a:lnTo>
                  <a:pt x="4525772" y="2045408"/>
                </a:lnTo>
                <a:cubicBezTo>
                  <a:pt x="4526312" y="2045408"/>
                  <a:pt x="4526849" y="2045716"/>
                  <a:pt x="4527156" y="2046177"/>
                </a:cubicBezTo>
                <a:lnTo>
                  <a:pt x="4538376" y="2065544"/>
                </a:lnTo>
                <a:cubicBezTo>
                  <a:pt x="4538684" y="2066081"/>
                  <a:pt x="4538684" y="2066696"/>
                  <a:pt x="4538376" y="2067157"/>
                </a:cubicBezTo>
                <a:lnTo>
                  <a:pt x="4527156" y="2086526"/>
                </a:lnTo>
                <a:cubicBezTo>
                  <a:pt x="4526849" y="2086986"/>
                  <a:pt x="4526312" y="2087293"/>
                  <a:pt x="4525772" y="2087293"/>
                </a:cubicBezTo>
                <a:lnTo>
                  <a:pt x="4503407" y="2087293"/>
                </a:lnTo>
                <a:cubicBezTo>
                  <a:pt x="4502870" y="2087293"/>
                  <a:pt x="4502333" y="2086986"/>
                  <a:pt x="4502025" y="2086526"/>
                </a:cubicBezTo>
                <a:lnTo>
                  <a:pt x="4490805" y="2067157"/>
                </a:lnTo>
                <a:cubicBezTo>
                  <a:pt x="4490496" y="2066620"/>
                  <a:pt x="4490496" y="2066005"/>
                  <a:pt x="4490805" y="2065544"/>
                </a:cubicBezTo>
                <a:lnTo>
                  <a:pt x="4502025" y="2046177"/>
                </a:lnTo>
                <a:cubicBezTo>
                  <a:pt x="4502333" y="2045716"/>
                  <a:pt x="4502870" y="2045408"/>
                  <a:pt x="4503407" y="2045408"/>
                </a:cubicBezTo>
                <a:close/>
                <a:moveTo>
                  <a:pt x="4594787" y="2045254"/>
                </a:moveTo>
                <a:lnTo>
                  <a:pt x="4617305" y="2045254"/>
                </a:lnTo>
                <a:cubicBezTo>
                  <a:pt x="4617843" y="2045254"/>
                  <a:pt x="4618382" y="2045562"/>
                  <a:pt x="4618688" y="2046023"/>
                </a:cubicBezTo>
                <a:lnTo>
                  <a:pt x="4629986" y="2065544"/>
                </a:lnTo>
                <a:cubicBezTo>
                  <a:pt x="4630293" y="2066081"/>
                  <a:pt x="4630293" y="2066696"/>
                  <a:pt x="4629986" y="2067157"/>
                </a:cubicBezTo>
                <a:lnTo>
                  <a:pt x="4618688" y="2086678"/>
                </a:lnTo>
                <a:cubicBezTo>
                  <a:pt x="4618382" y="2087139"/>
                  <a:pt x="4617843" y="2087447"/>
                  <a:pt x="4617305" y="2087447"/>
                </a:cubicBezTo>
                <a:lnTo>
                  <a:pt x="4594787" y="2087447"/>
                </a:lnTo>
                <a:cubicBezTo>
                  <a:pt x="4594248" y="2087447"/>
                  <a:pt x="4593711" y="2087139"/>
                  <a:pt x="4593403" y="2086678"/>
                </a:cubicBezTo>
                <a:lnTo>
                  <a:pt x="4582107" y="2067157"/>
                </a:lnTo>
                <a:cubicBezTo>
                  <a:pt x="4581798" y="2066620"/>
                  <a:pt x="4581798" y="2066005"/>
                  <a:pt x="4582107" y="2065544"/>
                </a:cubicBezTo>
                <a:lnTo>
                  <a:pt x="4593403" y="2046023"/>
                </a:lnTo>
                <a:cubicBezTo>
                  <a:pt x="4593711" y="2045562"/>
                  <a:pt x="4594248" y="2045254"/>
                  <a:pt x="4594787" y="2045254"/>
                </a:cubicBezTo>
                <a:close/>
                <a:moveTo>
                  <a:pt x="4411718" y="2045178"/>
                </a:moveTo>
                <a:lnTo>
                  <a:pt x="4434391" y="2045178"/>
                </a:lnTo>
                <a:cubicBezTo>
                  <a:pt x="4434930" y="2045178"/>
                  <a:pt x="4435467" y="2045486"/>
                  <a:pt x="4435774" y="2045947"/>
                </a:cubicBezTo>
                <a:lnTo>
                  <a:pt x="4447148" y="2065622"/>
                </a:lnTo>
                <a:cubicBezTo>
                  <a:pt x="4447456" y="2066159"/>
                  <a:pt x="4447456" y="2066774"/>
                  <a:pt x="4447148" y="2067235"/>
                </a:cubicBezTo>
                <a:lnTo>
                  <a:pt x="4435774" y="2086910"/>
                </a:lnTo>
                <a:cubicBezTo>
                  <a:pt x="4435467" y="2087371"/>
                  <a:pt x="4434930" y="2087679"/>
                  <a:pt x="4434391" y="2087679"/>
                </a:cubicBezTo>
                <a:lnTo>
                  <a:pt x="4411718" y="2087679"/>
                </a:lnTo>
                <a:cubicBezTo>
                  <a:pt x="4411181" y="2087679"/>
                  <a:pt x="4410644" y="2087371"/>
                  <a:pt x="4410336" y="2086910"/>
                </a:cubicBezTo>
                <a:lnTo>
                  <a:pt x="4398962" y="2067235"/>
                </a:lnTo>
                <a:cubicBezTo>
                  <a:pt x="4398653" y="2066698"/>
                  <a:pt x="4398653" y="2066083"/>
                  <a:pt x="4398962" y="2065622"/>
                </a:cubicBezTo>
                <a:lnTo>
                  <a:pt x="4410336" y="2045947"/>
                </a:lnTo>
                <a:cubicBezTo>
                  <a:pt x="4410644" y="2045486"/>
                  <a:pt x="4411181" y="2045178"/>
                  <a:pt x="4411718" y="2045178"/>
                </a:cubicBezTo>
                <a:close/>
                <a:moveTo>
                  <a:pt x="752545" y="2045178"/>
                </a:moveTo>
                <a:lnTo>
                  <a:pt x="775221" y="2045178"/>
                </a:lnTo>
                <a:cubicBezTo>
                  <a:pt x="775761" y="2045178"/>
                  <a:pt x="776300" y="2045486"/>
                  <a:pt x="776605" y="2045947"/>
                </a:cubicBezTo>
                <a:lnTo>
                  <a:pt x="787978" y="2065622"/>
                </a:lnTo>
                <a:cubicBezTo>
                  <a:pt x="788289" y="2066159"/>
                  <a:pt x="788289" y="2066774"/>
                  <a:pt x="787978" y="2067235"/>
                </a:cubicBezTo>
                <a:lnTo>
                  <a:pt x="776605" y="2086910"/>
                </a:lnTo>
                <a:cubicBezTo>
                  <a:pt x="776300" y="2087371"/>
                  <a:pt x="775761" y="2087679"/>
                  <a:pt x="775221" y="2087679"/>
                </a:cubicBezTo>
                <a:lnTo>
                  <a:pt x="752545" y="2087679"/>
                </a:lnTo>
                <a:cubicBezTo>
                  <a:pt x="752008" y="2087679"/>
                  <a:pt x="751477" y="2087371"/>
                  <a:pt x="751171" y="2086910"/>
                </a:cubicBezTo>
                <a:lnTo>
                  <a:pt x="739797" y="2067235"/>
                </a:lnTo>
                <a:cubicBezTo>
                  <a:pt x="739482" y="2066698"/>
                  <a:pt x="739482" y="2066083"/>
                  <a:pt x="739797" y="2065622"/>
                </a:cubicBezTo>
                <a:lnTo>
                  <a:pt x="751171" y="2045947"/>
                </a:lnTo>
                <a:cubicBezTo>
                  <a:pt x="751477" y="2045486"/>
                  <a:pt x="752008" y="2045178"/>
                  <a:pt x="752545" y="2045178"/>
                </a:cubicBezTo>
                <a:close/>
                <a:moveTo>
                  <a:pt x="3405233" y="2044717"/>
                </a:moveTo>
                <a:lnTo>
                  <a:pt x="3428367" y="2044717"/>
                </a:lnTo>
                <a:cubicBezTo>
                  <a:pt x="3428904" y="2044717"/>
                  <a:pt x="3429441" y="2045024"/>
                  <a:pt x="3429749" y="2045562"/>
                </a:cubicBezTo>
                <a:lnTo>
                  <a:pt x="3441279" y="2065622"/>
                </a:lnTo>
                <a:cubicBezTo>
                  <a:pt x="3441584" y="2066083"/>
                  <a:pt x="3441584" y="2066698"/>
                  <a:pt x="3441279" y="2067235"/>
                </a:cubicBezTo>
                <a:lnTo>
                  <a:pt x="3429673" y="2087295"/>
                </a:lnTo>
                <a:cubicBezTo>
                  <a:pt x="3429441" y="2087832"/>
                  <a:pt x="3428828" y="2088140"/>
                  <a:pt x="3428289" y="2088140"/>
                </a:cubicBezTo>
                <a:lnTo>
                  <a:pt x="3405155" y="2088140"/>
                </a:lnTo>
                <a:cubicBezTo>
                  <a:pt x="3404618" y="2088140"/>
                  <a:pt x="3404081" y="2087832"/>
                  <a:pt x="3403773" y="2087295"/>
                </a:cubicBezTo>
                <a:lnTo>
                  <a:pt x="3392246" y="2067235"/>
                </a:lnTo>
                <a:cubicBezTo>
                  <a:pt x="3391937" y="2066774"/>
                  <a:pt x="3391937" y="2066159"/>
                  <a:pt x="3392246" y="2065622"/>
                </a:cubicBezTo>
                <a:lnTo>
                  <a:pt x="3403849" y="2045562"/>
                </a:lnTo>
                <a:cubicBezTo>
                  <a:pt x="3404081" y="2045024"/>
                  <a:pt x="3404696" y="2044717"/>
                  <a:pt x="3405233" y="2044717"/>
                </a:cubicBezTo>
                <a:close/>
                <a:moveTo>
                  <a:pt x="4319725" y="2044180"/>
                </a:moveTo>
                <a:lnTo>
                  <a:pt x="4343474" y="2044180"/>
                </a:lnTo>
                <a:cubicBezTo>
                  <a:pt x="4344089" y="2044180"/>
                  <a:pt x="4344626" y="2044487"/>
                  <a:pt x="4344934" y="2045024"/>
                </a:cubicBezTo>
                <a:lnTo>
                  <a:pt x="4356769" y="2065622"/>
                </a:lnTo>
                <a:cubicBezTo>
                  <a:pt x="4357077" y="2066161"/>
                  <a:pt x="4357077" y="2066774"/>
                  <a:pt x="4356769" y="2067313"/>
                </a:cubicBezTo>
                <a:lnTo>
                  <a:pt x="4344856" y="2087910"/>
                </a:lnTo>
                <a:cubicBezTo>
                  <a:pt x="4344550" y="2088447"/>
                  <a:pt x="4344011" y="2088755"/>
                  <a:pt x="4343398" y="2088755"/>
                </a:cubicBezTo>
                <a:lnTo>
                  <a:pt x="4319649" y="2088755"/>
                </a:lnTo>
                <a:cubicBezTo>
                  <a:pt x="4319034" y="2088755"/>
                  <a:pt x="4318495" y="2088447"/>
                  <a:pt x="4318190" y="2087910"/>
                </a:cubicBezTo>
                <a:lnTo>
                  <a:pt x="4306354" y="2067313"/>
                </a:lnTo>
                <a:cubicBezTo>
                  <a:pt x="4306045" y="2066774"/>
                  <a:pt x="4306045" y="2066161"/>
                  <a:pt x="4306354" y="2065622"/>
                </a:cubicBezTo>
                <a:lnTo>
                  <a:pt x="4318265" y="2045024"/>
                </a:lnTo>
                <a:cubicBezTo>
                  <a:pt x="4318573" y="2044487"/>
                  <a:pt x="4319110" y="2044180"/>
                  <a:pt x="4319725" y="2044180"/>
                </a:cubicBezTo>
                <a:close/>
                <a:moveTo>
                  <a:pt x="2581197" y="2043487"/>
                </a:moveTo>
                <a:lnTo>
                  <a:pt x="2605714" y="2043487"/>
                </a:lnTo>
                <a:cubicBezTo>
                  <a:pt x="2606252" y="2043487"/>
                  <a:pt x="2606867" y="2043794"/>
                  <a:pt x="2607174" y="2044332"/>
                </a:cubicBezTo>
                <a:lnTo>
                  <a:pt x="2619393" y="2065544"/>
                </a:lnTo>
                <a:cubicBezTo>
                  <a:pt x="2619701" y="2066081"/>
                  <a:pt x="2619701" y="2066774"/>
                  <a:pt x="2619393" y="2067311"/>
                </a:cubicBezTo>
                <a:lnTo>
                  <a:pt x="2607174" y="2088523"/>
                </a:lnTo>
                <a:cubicBezTo>
                  <a:pt x="2606867" y="2089063"/>
                  <a:pt x="2606329" y="2089368"/>
                  <a:pt x="2605714" y="2089368"/>
                </a:cubicBezTo>
                <a:lnTo>
                  <a:pt x="2581197" y="2089368"/>
                </a:lnTo>
                <a:cubicBezTo>
                  <a:pt x="2580660" y="2089368"/>
                  <a:pt x="2580044" y="2089063"/>
                  <a:pt x="2579737" y="2088523"/>
                </a:cubicBezTo>
                <a:lnTo>
                  <a:pt x="2567518" y="2067311"/>
                </a:lnTo>
                <a:cubicBezTo>
                  <a:pt x="2567209" y="2066774"/>
                  <a:pt x="2567209" y="2066081"/>
                  <a:pt x="2567518" y="2065544"/>
                </a:cubicBezTo>
                <a:lnTo>
                  <a:pt x="2579737" y="2044332"/>
                </a:lnTo>
                <a:cubicBezTo>
                  <a:pt x="2580044" y="2043794"/>
                  <a:pt x="2580582" y="2043487"/>
                  <a:pt x="2581197" y="2043487"/>
                </a:cubicBezTo>
                <a:close/>
                <a:moveTo>
                  <a:pt x="3495842" y="2043179"/>
                </a:moveTo>
                <a:lnTo>
                  <a:pt x="3520667" y="2043179"/>
                </a:lnTo>
                <a:cubicBezTo>
                  <a:pt x="3521282" y="2043179"/>
                  <a:pt x="3521898" y="2043487"/>
                  <a:pt x="3522206" y="2044024"/>
                </a:cubicBezTo>
                <a:lnTo>
                  <a:pt x="3534578" y="2065468"/>
                </a:lnTo>
                <a:cubicBezTo>
                  <a:pt x="3534885" y="2066005"/>
                  <a:pt x="3534885" y="2066696"/>
                  <a:pt x="3534578" y="2067235"/>
                </a:cubicBezTo>
                <a:lnTo>
                  <a:pt x="3522206" y="2088677"/>
                </a:lnTo>
                <a:cubicBezTo>
                  <a:pt x="3521898" y="2089214"/>
                  <a:pt x="3521282" y="2089522"/>
                  <a:pt x="3520667" y="2089522"/>
                </a:cubicBezTo>
                <a:lnTo>
                  <a:pt x="3495842" y="2089522"/>
                </a:lnTo>
                <a:cubicBezTo>
                  <a:pt x="3495229" y="2089522"/>
                  <a:pt x="3494615" y="2089214"/>
                  <a:pt x="3494307" y="2088677"/>
                </a:cubicBezTo>
                <a:lnTo>
                  <a:pt x="3481932" y="2067235"/>
                </a:lnTo>
                <a:cubicBezTo>
                  <a:pt x="3481626" y="2066696"/>
                  <a:pt x="3481626" y="2066005"/>
                  <a:pt x="3481932" y="2065468"/>
                </a:cubicBezTo>
                <a:lnTo>
                  <a:pt x="3494307" y="2044024"/>
                </a:lnTo>
                <a:cubicBezTo>
                  <a:pt x="3494615" y="2043487"/>
                  <a:pt x="3495229" y="2043179"/>
                  <a:pt x="3495842" y="2043179"/>
                </a:cubicBezTo>
                <a:close/>
                <a:moveTo>
                  <a:pt x="4227577" y="2042873"/>
                </a:moveTo>
                <a:lnTo>
                  <a:pt x="4252630" y="2042873"/>
                </a:lnTo>
                <a:cubicBezTo>
                  <a:pt x="4253245" y="2042873"/>
                  <a:pt x="4253860" y="2043257"/>
                  <a:pt x="4254168" y="2043796"/>
                </a:cubicBezTo>
                <a:lnTo>
                  <a:pt x="4266694" y="2065546"/>
                </a:lnTo>
                <a:cubicBezTo>
                  <a:pt x="4267001" y="2066083"/>
                  <a:pt x="4267001" y="2066776"/>
                  <a:pt x="4266694" y="2067313"/>
                </a:cubicBezTo>
                <a:lnTo>
                  <a:pt x="4254168" y="2089063"/>
                </a:lnTo>
                <a:cubicBezTo>
                  <a:pt x="4253860" y="2089678"/>
                  <a:pt x="4253245" y="2089985"/>
                  <a:pt x="4252630" y="2089985"/>
                </a:cubicBezTo>
                <a:lnTo>
                  <a:pt x="4227577" y="2089985"/>
                </a:lnTo>
                <a:cubicBezTo>
                  <a:pt x="4226962" y="2089985"/>
                  <a:pt x="4226347" y="2089600"/>
                  <a:pt x="4226039" y="2089063"/>
                </a:cubicBezTo>
                <a:lnTo>
                  <a:pt x="4213511" y="2067313"/>
                </a:lnTo>
                <a:cubicBezTo>
                  <a:pt x="4213205" y="2066776"/>
                  <a:pt x="4213205" y="2066083"/>
                  <a:pt x="4213511" y="2065546"/>
                </a:cubicBezTo>
                <a:lnTo>
                  <a:pt x="4226039" y="2043796"/>
                </a:lnTo>
                <a:cubicBezTo>
                  <a:pt x="4226347" y="2043181"/>
                  <a:pt x="4226962" y="2042873"/>
                  <a:pt x="4227577" y="2042873"/>
                </a:cubicBezTo>
                <a:close/>
                <a:moveTo>
                  <a:pt x="3678220" y="2042027"/>
                </a:moveTo>
                <a:lnTo>
                  <a:pt x="3704197" y="2042027"/>
                </a:lnTo>
                <a:cubicBezTo>
                  <a:pt x="3704889" y="2042027"/>
                  <a:pt x="3705504" y="2042412"/>
                  <a:pt x="3705811" y="2042949"/>
                </a:cubicBezTo>
                <a:lnTo>
                  <a:pt x="3718799" y="2065468"/>
                </a:lnTo>
                <a:cubicBezTo>
                  <a:pt x="3719107" y="2066005"/>
                  <a:pt x="3719107" y="2066774"/>
                  <a:pt x="3718799" y="2067311"/>
                </a:cubicBezTo>
                <a:lnTo>
                  <a:pt x="3705811" y="2089830"/>
                </a:lnTo>
                <a:cubicBezTo>
                  <a:pt x="3705426" y="2090369"/>
                  <a:pt x="3704811" y="2090752"/>
                  <a:pt x="3704197" y="2090752"/>
                </a:cubicBezTo>
                <a:lnTo>
                  <a:pt x="3678220" y="2090752"/>
                </a:lnTo>
                <a:cubicBezTo>
                  <a:pt x="3677530" y="2090752"/>
                  <a:pt x="3676914" y="2090369"/>
                  <a:pt x="3676606" y="2089830"/>
                </a:cubicBezTo>
                <a:lnTo>
                  <a:pt x="3663618" y="2067311"/>
                </a:lnTo>
                <a:cubicBezTo>
                  <a:pt x="3663309" y="2066774"/>
                  <a:pt x="3663309" y="2066005"/>
                  <a:pt x="3663618" y="2065468"/>
                </a:cubicBezTo>
                <a:lnTo>
                  <a:pt x="3676606" y="2042949"/>
                </a:lnTo>
                <a:cubicBezTo>
                  <a:pt x="3676990" y="2042412"/>
                  <a:pt x="3677605" y="2042027"/>
                  <a:pt x="3678220" y="2042027"/>
                </a:cubicBezTo>
                <a:close/>
                <a:moveTo>
                  <a:pt x="3586762" y="2042027"/>
                </a:moveTo>
                <a:lnTo>
                  <a:pt x="3612740" y="2042027"/>
                </a:lnTo>
                <a:cubicBezTo>
                  <a:pt x="3613431" y="2042027"/>
                  <a:pt x="3614046" y="2042412"/>
                  <a:pt x="3614354" y="2042949"/>
                </a:cubicBezTo>
                <a:lnTo>
                  <a:pt x="3627341" y="2065468"/>
                </a:lnTo>
                <a:cubicBezTo>
                  <a:pt x="3627650" y="2066005"/>
                  <a:pt x="3627650" y="2066774"/>
                  <a:pt x="3627341" y="2067311"/>
                </a:cubicBezTo>
                <a:lnTo>
                  <a:pt x="3614354" y="2089830"/>
                </a:lnTo>
                <a:cubicBezTo>
                  <a:pt x="3613968" y="2090369"/>
                  <a:pt x="3613353" y="2090752"/>
                  <a:pt x="3612740" y="2090752"/>
                </a:cubicBezTo>
                <a:lnTo>
                  <a:pt x="3586762" y="2090752"/>
                </a:lnTo>
                <a:cubicBezTo>
                  <a:pt x="3586070" y="2090752"/>
                  <a:pt x="3585456" y="2090369"/>
                  <a:pt x="3585149" y="2089830"/>
                </a:cubicBezTo>
                <a:lnTo>
                  <a:pt x="3572160" y="2067311"/>
                </a:lnTo>
                <a:cubicBezTo>
                  <a:pt x="3571853" y="2066774"/>
                  <a:pt x="3571853" y="2066005"/>
                  <a:pt x="3572160" y="2065468"/>
                </a:cubicBezTo>
                <a:lnTo>
                  <a:pt x="3585149" y="2042949"/>
                </a:lnTo>
                <a:cubicBezTo>
                  <a:pt x="3585532" y="2042412"/>
                  <a:pt x="3586147" y="2042027"/>
                  <a:pt x="3586762" y="2042027"/>
                </a:cubicBezTo>
                <a:close/>
                <a:moveTo>
                  <a:pt x="4043970" y="2041797"/>
                </a:moveTo>
                <a:lnTo>
                  <a:pt x="4070254" y="2041797"/>
                </a:lnTo>
                <a:cubicBezTo>
                  <a:pt x="4070947" y="2041797"/>
                  <a:pt x="4071562" y="2042180"/>
                  <a:pt x="4071869" y="2042720"/>
                </a:cubicBezTo>
                <a:lnTo>
                  <a:pt x="4085011" y="2065468"/>
                </a:lnTo>
                <a:cubicBezTo>
                  <a:pt x="4085318" y="2066007"/>
                  <a:pt x="4085318" y="2066774"/>
                  <a:pt x="4085011" y="2067313"/>
                </a:cubicBezTo>
                <a:lnTo>
                  <a:pt x="4071869" y="2090061"/>
                </a:lnTo>
                <a:cubicBezTo>
                  <a:pt x="4071484" y="2090599"/>
                  <a:pt x="4070947" y="2090984"/>
                  <a:pt x="4070254" y="2090984"/>
                </a:cubicBezTo>
                <a:lnTo>
                  <a:pt x="4043970" y="2090984"/>
                </a:lnTo>
                <a:cubicBezTo>
                  <a:pt x="4043277" y="2090984"/>
                  <a:pt x="4042665" y="2090599"/>
                  <a:pt x="4042357" y="2090061"/>
                </a:cubicBezTo>
                <a:lnTo>
                  <a:pt x="4029215" y="2067313"/>
                </a:lnTo>
                <a:cubicBezTo>
                  <a:pt x="4028906" y="2066774"/>
                  <a:pt x="4028906" y="2066007"/>
                  <a:pt x="4029215" y="2065468"/>
                </a:cubicBezTo>
                <a:lnTo>
                  <a:pt x="4042357" y="2042720"/>
                </a:lnTo>
                <a:cubicBezTo>
                  <a:pt x="4042740" y="2042180"/>
                  <a:pt x="4043277" y="2041797"/>
                  <a:pt x="4043970" y="2041797"/>
                </a:cubicBezTo>
                <a:close/>
                <a:moveTo>
                  <a:pt x="4135426" y="2041643"/>
                </a:moveTo>
                <a:lnTo>
                  <a:pt x="4161866" y="2041643"/>
                </a:lnTo>
                <a:cubicBezTo>
                  <a:pt x="4162556" y="2041643"/>
                  <a:pt x="4163171" y="2042027"/>
                  <a:pt x="4163479" y="2042566"/>
                </a:cubicBezTo>
                <a:lnTo>
                  <a:pt x="4176698" y="2065468"/>
                </a:lnTo>
                <a:cubicBezTo>
                  <a:pt x="4177006" y="2066007"/>
                  <a:pt x="4177006" y="2066774"/>
                  <a:pt x="4176698" y="2067313"/>
                </a:cubicBezTo>
                <a:lnTo>
                  <a:pt x="4163479" y="2090215"/>
                </a:lnTo>
                <a:cubicBezTo>
                  <a:pt x="4163171" y="2090754"/>
                  <a:pt x="4162556" y="2091138"/>
                  <a:pt x="4161866" y="2091138"/>
                </a:cubicBezTo>
                <a:lnTo>
                  <a:pt x="4135426" y="2091138"/>
                </a:lnTo>
                <a:cubicBezTo>
                  <a:pt x="4134735" y="2091138"/>
                  <a:pt x="4134120" y="2090754"/>
                  <a:pt x="4133812" y="2090215"/>
                </a:cubicBezTo>
                <a:lnTo>
                  <a:pt x="4120593" y="2067313"/>
                </a:lnTo>
                <a:cubicBezTo>
                  <a:pt x="4120288" y="2066774"/>
                  <a:pt x="4120288" y="2066007"/>
                  <a:pt x="4120593" y="2065468"/>
                </a:cubicBezTo>
                <a:lnTo>
                  <a:pt x="4133812" y="2042566"/>
                </a:lnTo>
                <a:cubicBezTo>
                  <a:pt x="4134120" y="2042027"/>
                  <a:pt x="4134735" y="2041643"/>
                  <a:pt x="4135426" y="2041643"/>
                </a:cubicBezTo>
                <a:close/>
                <a:moveTo>
                  <a:pt x="3769447" y="2041643"/>
                </a:moveTo>
                <a:lnTo>
                  <a:pt x="3795885" y="2041643"/>
                </a:lnTo>
                <a:cubicBezTo>
                  <a:pt x="3796576" y="2041643"/>
                  <a:pt x="3797191" y="2042027"/>
                  <a:pt x="3797498" y="2042566"/>
                </a:cubicBezTo>
                <a:lnTo>
                  <a:pt x="3810718" y="2065468"/>
                </a:lnTo>
                <a:cubicBezTo>
                  <a:pt x="3811025" y="2066007"/>
                  <a:pt x="3811025" y="2066774"/>
                  <a:pt x="3810718" y="2067313"/>
                </a:cubicBezTo>
                <a:lnTo>
                  <a:pt x="3797498" y="2090215"/>
                </a:lnTo>
                <a:cubicBezTo>
                  <a:pt x="3797191" y="2090754"/>
                  <a:pt x="3796576" y="2091138"/>
                  <a:pt x="3795885" y="2091138"/>
                </a:cubicBezTo>
                <a:lnTo>
                  <a:pt x="3769447" y="2091138"/>
                </a:lnTo>
                <a:cubicBezTo>
                  <a:pt x="3768755" y="2091138"/>
                  <a:pt x="3768140" y="2090754"/>
                  <a:pt x="3767832" y="2090215"/>
                </a:cubicBezTo>
                <a:lnTo>
                  <a:pt x="3754613" y="2067313"/>
                </a:lnTo>
                <a:cubicBezTo>
                  <a:pt x="3754307" y="2066774"/>
                  <a:pt x="3754307" y="2066007"/>
                  <a:pt x="3754613" y="2065468"/>
                </a:cubicBezTo>
                <a:lnTo>
                  <a:pt x="3767832" y="2042566"/>
                </a:lnTo>
                <a:cubicBezTo>
                  <a:pt x="3768140" y="2042027"/>
                  <a:pt x="3768755" y="2041643"/>
                  <a:pt x="3769447" y="2041643"/>
                </a:cubicBezTo>
                <a:close/>
                <a:moveTo>
                  <a:pt x="3860596" y="2040950"/>
                </a:moveTo>
                <a:lnTo>
                  <a:pt x="3887802" y="2040950"/>
                </a:lnTo>
                <a:cubicBezTo>
                  <a:pt x="3888493" y="2040950"/>
                  <a:pt x="3889108" y="2041334"/>
                  <a:pt x="3889492" y="2041949"/>
                </a:cubicBezTo>
                <a:lnTo>
                  <a:pt x="3903097" y="2065468"/>
                </a:lnTo>
                <a:cubicBezTo>
                  <a:pt x="3903480" y="2066081"/>
                  <a:pt x="3903480" y="2066774"/>
                  <a:pt x="3903097" y="2067389"/>
                </a:cubicBezTo>
                <a:lnTo>
                  <a:pt x="3889492" y="2090906"/>
                </a:lnTo>
                <a:cubicBezTo>
                  <a:pt x="3889108" y="2091519"/>
                  <a:pt x="3888493" y="2091905"/>
                  <a:pt x="3887802" y="2091905"/>
                </a:cubicBezTo>
                <a:lnTo>
                  <a:pt x="3860596" y="2091905"/>
                </a:lnTo>
                <a:cubicBezTo>
                  <a:pt x="3859903" y="2091905"/>
                  <a:pt x="3859288" y="2091519"/>
                  <a:pt x="3858905" y="2090906"/>
                </a:cubicBezTo>
                <a:lnTo>
                  <a:pt x="3845301" y="2067389"/>
                </a:lnTo>
                <a:cubicBezTo>
                  <a:pt x="3844916" y="2066774"/>
                  <a:pt x="3844916" y="2066081"/>
                  <a:pt x="3845301" y="2065468"/>
                </a:cubicBezTo>
                <a:lnTo>
                  <a:pt x="3858905" y="2041949"/>
                </a:lnTo>
                <a:cubicBezTo>
                  <a:pt x="3859288" y="2041334"/>
                  <a:pt x="3859903" y="2040950"/>
                  <a:pt x="3860596" y="2040950"/>
                </a:cubicBezTo>
                <a:close/>
                <a:moveTo>
                  <a:pt x="3951824" y="2040413"/>
                </a:moveTo>
                <a:lnTo>
                  <a:pt x="3979567" y="2040413"/>
                </a:lnTo>
                <a:cubicBezTo>
                  <a:pt x="3980260" y="2040413"/>
                  <a:pt x="3980873" y="2040796"/>
                  <a:pt x="3981258" y="2041412"/>
                </a:cubicBezTo>
                <a:lnTo>
                  <a:pt x="3995170" y="2065468"/>
                </a:lnTo>
                <a:cubicBezTo>
                  <a:pt x="3995552" y="2066083"/>
                  <a:pt x="3995552" y="2066852"/>
                  <a:pt x="3995170" y="2067465"/>
                </a:cubicBezTo>
                <a:lnTo>
                  <a:pt x="3981258" y="2091521"/>
                </a:lnTo>
                <a:cubicBezTo>
                  <a:pt x="3980873" y="2092136"/>
                  <a:pt x="3980260" y="2092520"/>
                  <a:pt x="3979567" y="2092520"/>
                </a:cubicBezTo>
                <a:lnTo>
                  <a:pt x="3951824" y="2092520"/>
                </a:lnTo>
                <a:cubicBezTo>
                  <a:pt x="3951131" y="2092520"/>
                  <a:pt x="3950516" y="2092136"/>
                  <a:pt x="3950132" y="2091521"/>
                </a:cubicBezTo>
                <a:lnTo>
                  <a:pt x="3936222" y="2067465"/>
                </a:lnTo>
                <a:cubicBezTo>
                  <a:pt x="3935836" y="2066852"/>
                  <a:pt x="3935836" y="2066083"/>
                  <a:pt x="3936222" y="2065468"/>
                </a:cubicBezTo>
                <a:lnTo>
                  <a:pt x="3950132" y="2041412"/>
                </a:lnTo>
                <a:cubicBezTo>
                  <a:pt x="3950516" y="2040796"/>
                  <a:pt x="3951131" y="2040413"/>
                  <a:pt x="3951824" y="2040413"/>
                </a:cubicBezTo>
                <a:close/>
                <a:moveTo>
                  <a:pt x="2487972" y="2040105"/>
                </a:moveTo>
                <a:lnTo>
                  <a:pt x="2516024" y="2040105"/>
                </a:lnTo>
                <a:cubicBezTo>
                  <a:pt x="2516715" y="2040105"/>
                  <a:pt x="2517331" y="2040491"/>
                  <a:pt x="2517716" y="2041104"/>
                </a:cubicBezTo>
                <a:lnTo>
                  <a:pt x="2531702" y="2065390"/>
                </a:lnTo>
                <a:cubicBezTo>
                  <a:pt x="2532088" y="2066005"/>
                  <a:pt x="2532088" y="2066774"/>
                  <a:pt x="2531702" y="2067389"/>
                </a:cubicBezTo>
                <a:lnTo>
                  <a:pt x="2517638" y="2091675"/>
                </a:lnTo>
                <a:cubicBezTo>
                  <a:pt x="2517331" y="2092290"/>
                  <a:pt x="2516639" y="2092674"/>
                  <a:pt x="2515948" y="2092674"/>
                </a:cubicBezTo>
                <a:lnTo>
                  <a:pt x="2487896" y="2092674"/>
                </a:lnTo>
                <a:cubicBezTo>
                  <a:pt x="2487205" y="2092674"/>
                  <a:pt x="2486590" y="2092290"/>
                  <a:pt x="2486204" y="2091675"/>
                </a:cubicBezTo>
                <a:lnTo>
                  <a:pt x="2472218" y="2067389"/>
                </a:lnTo>
                <a:cubicBezTo>
                  <a:pt x="2471832" y="2066774"/>
                  <a:pt x="2471832" y="2066005"/>
                  <a:pt x="2472218" y="2065390"/>
                </a:cubicBezTo>
                <a:lnTo>
                  <a:pt x="2486282" y="2041104"/>
                </a:lnTo>
                <a:cubicBezTo>
                  <a:pt x="2486590" y="2040491"/>
                  <a:pt x="2487281" y="2040105"/>
                  <a:pt x="2487972" y="2040105"/>
                </a:cubicBezTo>
                <a:close/>
                <a:moveTo>
                  <a:pt x="382876" y="2038260"/>
                </a:moveTo>
                <a:lnTo>
                  <a:pt x="412932" y="2038260"/>
                </a:lnTo>
                <a:cubicBezTo>
                  <a:pt x="413701" y="2038260"/>
                  <a:pt x="414388" y="2038721"/>
                  <a:pt x="414779" y="2039336"/>
                </a:cubicBezTo>
                <a:lnTo>
                  <a:pt x="429766" y="2065312"/>
                </a:lnTo>
                <a:cubicBezTo>
                  <a:pt x="430142" y="2066005"/>
                  <a:pt x="430142" y="2066850"/>
                  <a:pt x="429766" y="2067465"/>
                </a:cubicBezTo>
                <a:lnTo>
                  <a:pt x="414779" y="2093442"/>
                </a:lnTo>
                <a:cubicBezTo>
                  <a:pt x="414388" y="2094134"/>
                  <a:pt x="413701" y="2094517"/>
                  <a:pt x="412932" y="2094517"/>
                </a:cubicBezTo>
                <a:lnTo>
                  <a:pt x="382876" y="2094517"/>
                </a:lnTo>
                <a:cubicBezTo>
                  <a:pt x="382113" y="2094517"/>
                  <a:pt x="381420" y="2094056"/>
                  <a:pt x="381040" y="2093442"/>
                </a:cubicBezTo>
                <a:lnTo>
                  <a:pt x="366050" y="2067465"/>
                </a:lnTo>
                <a:cubicBezTo>
                  <a:pt x="365666" y="2066774"/>
                  <a:pt x="365666" y="2065927"/>
                  <a:pt x="366050" y="2065312"/>
                </a:cubicBezTo>
                <a:lnTo>
                  <a:pt x="381040" y="2039336"/>
                </a:lnTo>
                <a:cubicBezTo>
                  <a:pt x="381420" y="2038645"/>
                  <a:pt x="382113" y="2038260"/>
                  <a:pt x="382876" y="2038260"/>
                </a:cubicBezTo>
                <a:close/>
                <a:moveTo>
                  <a:pt x="198046" y="2034649"/>
                </a:moveTo>
                <a:lnTo>
                  <a:pt x="231934" y="2034649"/>
                </a:lnTo>
                <a:cubicBezTo>
                  <a:pt x="232781" y="2034649"/>
                  <a:pt x="233552" y="2035110"/>
                  <a:pt x="234009" y="2035879"/>
                </a:cubicBezTo>
                <a:lnTo>
                  <a:pt x="250918" y="2065236"/>
                </a:lnTo>
                <a:cubicBezTo>
                  <a:pt x="251381" y="2065929"/>
                  <a:pt x="251381" y="2066852"/>
                  <a:pt x="250918" y="2067619"/>
                </a:cubicBezTo>
                <a:lnTo>
                  <a:pt x="233939" y="2096978"/>
                </a:lnTo>
                <a:cubicBezTo>
                  <a:pt x="233474" y="2097746"/>
                  <a:pt x="232705" y="2098208"/>
                  <a:pt x="231864" y="2098208"/>
                </a:cubicBezTo>
                <a:lnTo>
                  <a:pt x="197968" y="2098208"/>
                </a:lnTo>
                <a:cubicBezTo>
                  <a:pt x="197121" y="2098208"/>
                  <a:pt x="196348" y="2097746"/>
                  <a:pt x="195893" y="2096978"/>
                </a:cubicBezTo>
                <a:lnTo>
                  <a:pt x="178986" y="2067619"/>
                </a:lnTo>
                <a:cubicBezTo>
                  <a:pt x="178521" y="2066928"/>
                  <a:pt x="178521" y="2066005"/>
                  <a:pt x="178986" y="2065236"/>
                </a:cubicBezTo>
                <a:lnTo>
                  <a:pt x="195967" y="2035879"/>
                </a:lnTo>
                <a:cubicBezTo>
                  <a:pt x="196430" y="2035110"/>
                  <a:pt x="197201" y="2034649"/>
                  <a:pt x="198046" y="2034649"/>
                </a:cubicBezTo>
                <a:close/>
                <a:moveTo>
                  <a:pt x="289112" y="2033958"/>
                </a:moveTo>
                <a:lnTo>
                  <a:pt x="323779" y="2033958"/>
                </a:lnTo>
                <a:cubicBezTo>
                  <a:pt x="324700" y="2033958"/>
                  <a:pt x="325473" y="2034419"/>
                  <a:pt x="325930" y="2035188"/>
                </a:cubicBezTo>
                <a:lnTo>
                  <a:pt x="343228" y="2065160"/>
                </a:lnTo>
                <a:cubicBezTo>
                  <a:pt x="343681" y="2065929"/>
                  <a:pt x="343681" y="2066852"/>
                  <a:pt x="343228" y="2067621"/>
                </a:cubicBezTo>
                <a:lnTo>
                  <a:pt x="325850" y="2097595"/>
                </a:lnTo>
                <a:cubicBezTo>
                  <a:pt x="325393" y="2098362"/>
                  <a:pt x="324548" y="2098823"/>
                  <a:pt x="323703" y="2098823"/>
                </a:cubicBezTo>
                <a:lnTo>
                  <a:pt x="289046" y="2098823"/>
                </a:lnTo>
                <a:cubicBezTo>
                  <a:pt x="288119" y="2098823"/>
                  <a:pt x="287352" y="2098362"/>
                  <a:pt x="286887" y="2097595"/>
                </a:cubicBezTo>
                <a:lnTo>
                  <a:pt x="269597" y="2067621"/>
                </a:lnTo>
                <a:cubicBezTo>
                  <a:pt x="269138" y="2066852"/>
                  <a:pt x="269138" y="2065929"/>
                  <a:pt x="269597" y="2065160"/>
                </a:cubicBezTo>
                <a:lnTo>
                  <a:pt x="286965" y="2035188"/>
                </a:lnTo>
                <a:cubicBezTo>
                  <a:pt x="287422" y="2034419"/>
                  <a:pt x="288269" y="2033958"/>
                  <a:pt x="289112" y="2033958"/>
                </a:cubicBezTo>
                <a:close/>
                <a:moveTo>
                  <a:pt x="2590881" y="1982388"/>
                </a:moveTo>
                <a:lnTo>
                  <a:pt x="2595952" y="1982388"/>
                </a:lnTo>
                <a:cubicBezTo>
                  <a:pt x="2596106" y="1982388"/>
                  <a:pt x="2596261" y="1982542"/>
                  <a:pt x="2596261" y="1982542"/>
                </a:cubicBezTo>
                <a:lnTo>
                  <a:pt x="2598796" y="1986922"/>
                </a:lnTo>
                <a:cubicBezTo>
                  <a:pt x="2598796" y="1987076"/>
                  <a:pt x="2598796" y="1987307"/>
                  <a:pt x="2598796" y="1987307"/>
                </a:cubicBezTo>
                <a:lnTo>
                  <a:pt x="2596261" y="1991687"/>
                </a:lnTo>
                <a:cubicBezTo>
                  <a:pt x="2596184" y="1991841"/>
                  <a:pt x="2595952" y="1991841"/>
                  <a:pt x="2595952" y="1991841"/>
                </a:cubicBezTo>
                <a:lnTo>
                  <a:pt x="2590881" y="1991841"/>
                </a:lnTo>
                <a:cubicBezTo>
                  <a:pt x="2590727" y="1991841"/>
                  <a:pt x="2590574" y="1991687"/>
                  <a:pt x="2590574" y="1991687"/>
                </a:cubicBezTo>
                <a:lnTo>
                  <a:pt x="2588037" y="1987307"/>
                </a:lnTo>
                <a:cubicBezTo>
                  <a:pt x="2588037" y="1987154"/>
                  <a:pt x="2588037" y="1986922"/>
                  <a:pt x="2588037" y="1986922"/>
                </a:cubicBezTo>
                <a:lnTo>
                  <a:pt x="2590574" y="1982542"/>
                </a:lnTo>
                <a:cubicBezTo>
                  <a:pt x="2590650" y="1982388"/>
                  <a:pt x="2590881" y="1982388"/>
                  <a:pt x="2590881" y="1982388"/>
                </a:cubicBezTo>
                <a:close/>
                <a:moveTo>
                  <a:pt x="1491783" y="1979852"/>
                </a:moveTo>
                <a:lnTo>
                  <a:pt x="1499546" y="1979852"/>
                </a:lnTo>
                <a:cubicBezTo>
                  <a:pt x="1499699" y="1979852"/>
                  <a:pt x="1500007" y="1980160"/>
                  <a:pt x="1500007" y="1980160"/>
                </a:cubicBezTo>
                <a:lnTo>
                  <a:pt x="1503850" y="1986922"/>
                </a:lnTo>
                <a:cubicBezTo>
                  <a:pt x="1503928" y="1987076"/>
                  <a:pt x="1503850" y="1987461"/>
                  <a:pt x="1503850" y="1987461"/>
                </a:cubicBezTo>
                <a:lnTo>
                  <a:pt x="1499929" y="1994224"/>
                </a:lnTo>
                <a:cubicBezTo>
                  <a:pt x="1499853" y="1994455"/>
                  <a:pt x="1499470" y="1994531"/>
                  <a:pt x="1499470" y="1994531"/>
                </a:cubicBezTo>
                <a:lnTo>
                  <a:pt x="1491707" y="1994531"/>
                </a:lnTo>
                <a:cubicBezTo>
                  <a:pt x="1491553" y="1994531"/>
                  <a:pt x="1491245" y="1994224"/>
                  <a:pt x="1491245" y="1994224"/>
                </a:cubicBezTo>
                <a:lnTo>
                  <a:pt x="1487403" y="1987461"/>
                </a:lnTo>
                <a:cubicBezTo>
                  <a:pt x="1487325" y="1987307"/>
                  <a:pt x="1487403" y="1986922"/>
                  <a:pt x="1487403" y="1986922"/>
                </a:cubicBezTo>
                <a:lnTo>
                  <a:pt x="1491323" y="1980160"/>
                </a:lnTo>
                <a:cubicBezTo>
                  <a:pt x="1491399" y="1979930"/>
                  <a:pt x="1491783" y="1979852"/>
                  <a:pt x="1491783" y="1979852"/>
                </a:cubicBezTo>
                <a:close/>
                <a:moveTo>
                  <a:pt x="942227" y="1978622"/>
                </a:moveTo>
                <a:lnTo>
                  <a:pt x="951376" y="1978622"/>
                </a:lnTo>
                <a:cubicBezTo>
                  <a:pt x="951609" y="1978622"/>
                  <a:pt x="951913" y="1978929"/>
                  <a:pt x="951913" y="1978929"/>
                </a:cubicBezTo>
                <a:lnTo>
                  <a:pt x="956445" y="1986846"/>
                </a:lnTo>
                <a:cubicBezTo>
                  <a:pt x="956602" y="1987000"/>
                  <a:pt x="956445" y="1987459"/>
                  <a:pt x="956445" y="1987459"/>
                </a:cubicBezTo>
                <a:lnTo>
                  <a:pt x="951913" y="1995376"/>
                </a:lnTo>
                <a:cubicBezTo>
                  <a:pt x="951831" y="1995530"/>
                  <a:pt x="951376" y="1995684"/>
                  <a:pt x="951376" y="1995684"/>
                </a:cubicBezTo>
                <a:lnTo>
                  <a:pt x="942227" y="1995684"/>
                </a:lnTo>
                <a:cubicBezTo>
                  <a:pt x="941999" y="1995684"/>
                  <a:pt x="941688" y="1995376"/>
                  <a:pt x="941688" y="1995376"/>
                </a:cubicBezTo>
                <a:lnTo>
                  <a:pt x="937156" y="1987459"/>
                </a:lnTo>
                <a:cubicBezTo>
                  <a:pt x="937000" y="1987306"/>
                  <a:pt x="937156" y="1986846"/>
                  <a:pt x="937156" y="1986846"/>
                </a:cubicBezTo>
                <a:lnTo>
                  <a:pt x="941688" y="1978929"/>
                </a:lnTo>
                <a:cubicBezTo>
                  <a:pt x="941769" y="1978776"/>
                  <a:pt x="942227" y="1978622"/>
                  <a:pt x="942227" y="1978622"/>
                </a:cubicBezTo>
                <a:close/>
                <a:moveTo>
                  <a:pt x="1033684" y="1978468"/>
                </a:moveTo>
                <a:lnTo>
                  <a:pt x="1042909" y="1978468"/>
                </a:lnTo>
                <a:cubicBezTo>
                  <a:pt x="1043135" y="1978468"/>
                  <a:pt x="1043441" y="1978776"/>
                  <a:pt x="1043441" y="1978776"/>
                </a:cubicBezTo>
                <a:lnTo>
                  <a:pt x="1048052" y="1986768"/>
                </a:lnTo>
                <a:cubicBezTo>
                  <a:pt x="1048212" y="1986998"/>
                  <a:pt x="1048052" y="1987459"/>
                  <a:pt x="1048052" y="1987459"/>
                </a:cubicBezTo>
                <a:lnTo>
                  <a:pt x="1043441" y="1995452"/>
                </a:lnTo>
                <a:cubicBezTo>
                  <a:pt x="1043370" y="1995606"/>
                  <a:pt x="1042909" y="1995760"/>
                  <a:pt x="1042909" y="1995760"/>
                </a:cubicBezTo>
                <a:lnTo>
                  <a:pt x="1033684" y="1995760"/>
                </a:lnTo>
                <a:cubicBezTo>
                  <a:pt x="1033455" y="1995760"/>
                  <a:pt x="1033143" y="1995452"/>
                  <a:pt x="1033143" y="1995452"/>
                </a:cubicBezTo>
                <a:lnTo>
                  <a:pt x="1028536" y="1987459"/>
                </a:lnTo>
                <a:cubicBezTo>
                  <a:pt x="1028380" y="1987230"/>
                  <a:pt x="1028536" y="1986768"/>
                  <a:pt x="1028536" y="1986768"/>
                </a:cubicBezTo>
                <a:lnTo>
                  <a:pt x="1033143" y="1978776"/>
                </a:lnTo>
                <a:cubicBezTo>
                  <a:pt x="1033227" y="1978622"/>
                  <a:pt x="1033684" y="1978468"/>
                  <a:pt x="1033684" y="1978468"/>
                </a:cubicBezTo>
                <a:close/>
                <a:moveTo>
                  <a:pt x="573864" y="1974010"/>
                </a:moveTo>
                <a:lnTo>
                  <a:pt x="587926" y="1974010"/>
                </a:lnTo>
                <a:cubicBezTo>
                  <a:pt x="588236" y="1974010"/>
                  <a:pt x="588779" y="1974472"/>
                  <a:pt x="588779" y="1974472"/>
                </a:cubicBezTo>
                <a:lnTo>
                  <a:pt x="595767" y="1986615"/>
                </a:lnTo>
                <a:cubicBezTo>
                  <a:pt x="595923" y="1986922"/>
                  <a:pt x="595767" y="1987613"/>
                  <a:pt x="595767" y="1987613"/>
                </a:cubicBezTo>
                <a:lnTo>
                  <a:pt x="588779" y="1999756"/>
                </a:lnTo>
                <a:cubicBezTo>
                  <a:pt x="588623" y="2000064"/>
                  <a:pt x="587926" y="2000217"/>
                  <a:pt x="587926" y="2000217"/>
                </a:cubicBezTo>
                <a:lnTo>
                  <a:pt x="573864" y="2000217"/>
                </a:lnTo>
                <a:cubicBezTo>
                  <a:pt x="573560" y="2000217"/>
                  <a:pt x="573021" y="1999756"/>
                  <a:pt x="573021" y="1999756"/>
                </a:cubicBezTo>
                <a:lnTo>
                  <a:pt x="566027" y="1987613"/>
                </a:lnTo>
                <a:cubicBezTo>
                  <a:pt x="565873" y="1987306"/>
                  <a:pt x="566027" y="1986615"/>
                  <a:pt x="566027" y="1986615"/>
                </a:cubicBezTo>
                <a:lnTo>
                  <a:pt x="573021" y="1974472"/>
                </a:lnTo>
                <a:cubicBezTo>
                  <a:pt x="573179" y="1974242"/>
                  <a:pt x="573864" y="1974010"/>
                  <a:pt x="573864" y="1974010"/>
                </a:cubicBezTo>
                <a:close/>
                <a:moveTo>
                  <a:pt x="1213907" y="1973243"/>
                </a:moveTo>
                <a:lnTo>
                  <a:pt x="1228668" y="1973243"/>
                </a:lnTo>
                <a:cubicBezTo>
                  <a:pt x="1229052" y="1973243"/>
                  <a:pt x="1229583" y="1973780"/>
                  <a:pt x="1229583" y="1973780"/>
                </a:cubicBezTo>
                <a:lnTo>
                  <a:pt x="1236963" y="1986616"/>
                </a:lnTo>
                <a:cubicBezTo>
                  <a:pt x="1237121" y="1987000"/>
                  <a:pt x="1236963" y="1987691"/>
                  <a:pt x="1236963" y="1987691"/>
                </a:cubicBezTo>
                <a:lnTo>
                  <a:pt x="1229583" y="2000527"/>
                </a:lnTo>
                <a:cubicBezTo>
                  <a:pt x="1229354" y="2000834"/>
                  <a:pt x="1228668" y="2001064"/>
                  <a:pt x="1228668" y="2001064"/>
                </a:cubicBezTo>
                <a:lnTo>
                  <a:pt x="1213907" y="2001064"/>
                </a:lnTo>
                <a:cubicBezTo>
                  <a:pt x="1213528" y="2001064"/>
                  <a:pt x="1212986" y="2000527"/>
                  <a:pt x="1212986" y="2000527"/>
                </a:cubicBezTo>
                <a:lnTo>
                  <a:pt x="1205607" y="1987691"/>
                </a:lnTo>
                <a:cubicBezTo>
                  <a:pt x="1205451" y="1987307"/>
                  <a:pt x="1205607" y="1986616"/>
                  <a:pt x="1205607" y="1986616"/>
                </a:cubicBezTo>
                <a:lnTo>
                  <a:pt x="1212986" y="1973780"/>
                </a:lnTo>
                <a:cubicBezTo>
                  <a:pt x="1213214" y="1973473"/>
                  <a:pt x="1213907" y="1973243"/>
                  <a:pt x="1213907" y="1973243"/>
                </a:cubicBezTo>
                <a:close/>
                <a:moveTo>
                  <a:pt x="3499916" y="1971628"/>
                </a:moveTo>
                <a:lnTo>
                  <a:pt x="3516518" y="1971628"/>
                </a:lnTo>
                <a:cubicBezTo>
                  <a:pt x="3516903" y="1971628"/>
                  <a:pt x="3517516" y="1972243"/>
                  <a:pt x="3517516" y="1972243"/>
                </a:cubicBezTo>
                <a:lnTo>
                  <a:pt x="3525818" y="1986615"/>
                </a:lnTo>
                <a:cubicBezTo>
                  <a:pt x="3526048" y="1986922"/>
                  <a:pt x="3525818" y="1987767"/>
                  <a:pt x="3525818" y="1987767"/>
                </a:cubicBezTo>
                <a:lnTo>
                  <a:pt x="3517516" y="2002139"/>
                </a:lnTo>
                <a:cubicBezTo>
                  <a:pt x="3517286" y="2002524"/>
                  <a:pt x="3516903" y="2002754"/>
                  <a:pt x="3516518" y="2002754"/>
                </a:cubicBezTo>
                <a:lnTo>
                  <a:pt x="3499916" y="2002754"/>
                </a:lnTo>
                <a:cubicBezTo>
                  <a:pt x="3499533" y="2002754"/>
                  <a:pt x="3498918" y="2002139"/>
                  <a:pt x="3498918" y="2002139"/>
                </a:cubicBezTo>
                <a:lnTo>
                  <a:pt x="3490617" y="1987767"/>
                </a:lnTo>
                <a:cubicBezTo>
                  <a:pt x="3490386" y="1987459"/>
                  <a:pt x="3490617" y="1986615"/>
                  <a:pt x="3490617" y="1986615"/>
                </a:cubicBezTo>
                <a:lnTo>
                  <a:pt x="3498918" y="1972243"/>
                </a:lnTo>
                <a:cubicBezTo>
                  <a:pt x="3499148" y="1971859"/>
                  <a:pt x="3499533" y="1971628"/>
                  <a:pt x="3499916" y="1971628"/>
                </a:cubicBezTo>
                <a:close/>
                <a:moveTo>
                  <a:pt x="1121375" y="1971474"/>
                </a:moveTo>
                <a:lnTo>
                  <a:pt x="1138130" y="1971474"/>
                </a:lnTo>
                <a:cubicBezTo>
                  <a:pt x="1138511" y="1971474"/>
                  <a:pt x="1139128" y="1972089"/>
                  <a:pt x="1139128" y="1972089"/>
                </a:cubicBezTo>
                <a:lnTo>
                  <a:pt x="1147503" y="1986615"/>
                </a:lnTo>
                <a:cubicBezTo>
                  <a:pt x="1147730" y="1986922"/>
                  <a:pt x="1147503" y="1987767"/>
                  <a:pt x="1147503" y="1987767"/>
                </a:cubicBezTo>
                <a:lnTo>
                  <a:pt x="1139128" y="2002293"/>
                </a:lnTo>
                <a:cubicBezTo>
                  <a:pt x="1138895" y="2002676"/>
                  <a:pt x="1138511" y="2002908"/>
                  <a:pt x="1138130" y="2002908"/>
                </a:cubicBezTo>
                <a:lnTo>
                  <a:pt x="1121375" y="2002908"/>
                </a:lnTo>
                <a:cubicBezTo>
                  <a:pt x="1120988" y="2002908"/>
                  <a:pt x="1120373" y="2002293"/>
                  <a:pt x="1120373" y="2002293"/>
                </a:cubicBezTo>
                <a:lnTo>
                  <a:pt x="1112002" y="1987767"/>
                </a:lnTo>
                <a:cubicBezTo>
                  <a:pt x="1111767" y="1987459"/>
                  <a:pt x="1112002" y="1986615"/>
                  <a:pt x="1112002" y="1986615"/>
                </a:cubicBezTo>
                <a:lnTo>
                  <a:pt x="1120373" y="1972089"/>
                </a:lnTo>
                <a:cubicBezTo>
                  <a:pt x="1120599" y="1971705"/>
                  <a:pt x="1120988" y="1971474"/>
                  <a:pt x="1121375" y="1971474"/>
                </a:cubicBezTo>
                <a:close/>
                <a:moveTo>
                  <a:pt x="1395744" y="1971320"/>
                </a:moveTo>
                <a:lnTo>
                  <a:pt x="1412650" y="1971320"/>
                </a:lnTo>
                <a:cubicBezTo>
                  <a:pt x="1413032" y="1971320"/>
                  <a:pt x="1413655" y="1971935"/>
                  <a:pt x="1413655" y="1971935"/>
                </a:cubicBezTo>
                <a:lnTo>
                  <a:pt x="1422103" y="1986537"/>
                </a:lnTo>
                <a:cubicBezTo>
                  <a:pt x="1422337" y="1986922"/>
                  <a:pt x="1422103" y="1987767"/>
                  <a:pt x="1422103" y="1987767"/>
                </a:cubicBezTo>
                <a:lnTo>
                  <a:pt x="1413655" y="2002368"/>
                </a:lnTo>
                <a:cubicBezTo>
                  <a:pt x="1413495" y="2002754"/>
                  <a:pt x="1413032" y="2002984"/>
                  <a:pt x="1412650" y="2002984"/>
                </a:cubicBezTo>
                <a:lnTo>
                  <a:pt x="1395744" y="2002984"/>
                </a:lnTo>
                <a:cubicBezTo>
                  <a:pt x="1395362" y="2002984"/>
                  <a:pt x="1394753" y="2002368"/>
                  <a:pt x="1394753" y="2002368"/>
                </a:cubicBezTo>
                <a:lnTo>
                  <a:pt x="1386289" y="1987767"/>
                </a:lnTo>
                <a:cubicBezTo>
                  <a:pt x="1386067" y="1987382"/>
                  <a:pt x="1386289" y="1986537"/>
                  <a:pt x="1386289" y="1986537"/>
                </a:cubicBezTo>
                <a:lnTo>
                  <a:pt x="1394753" y="1971935"/>
                </a:lnTo>
                <a:cubicBezTo>
                  <a:pt x="1394903" y="1971550"/>
                  <a:pt x="1395362" y="1971320"/>
                  <a:pt x="1395744" y="1971320"/>
                </a:cubicBezTo>
                <a:close/>
                <a:moveTo>
                  <a:pt x="1303447" y="1969784"/>
                </a:moveTo>
                <a:lnTo>
                  <a:pt x="1321965" y="1969784"/>
                </a:lnTo>
                <a:cubicBezTo>
                  <a:pt x="1322429" y="1969784"/>
                  <a:pt x="1322886" y="1970092"/>
                  <a:pt x="1323116" y="1970475"/>
                </a:cubicBezTo>
                <a:lnTo>
                  <a:pt x="1332345" y="1986539"/>
                </a:lnTo>
                <a:cubicBezTo>
                  <a:pt x="1332571" y="1986922"/>
                  <a:pt x="1332571" y="1987461"/>
                  <a:pt x="1332345" y="1987845"/>
                </a:cubicBezTo>
                <a:lnTo>
                  <a:pt x="1323040" y="2003908"/>
                </a:lnTo>
                <a:cubicBezTo>
                  <a:pt x="1322812" y="2004369"/>
                  <a:pt x="1322349" y="2004599"/>
                  <a:pt x="1321888" y="2004599"/>
                </a:cubicBezTo>
                <a:lnTo>
                  <a:pt x="1303368" y="2004599"/>
                </a:lnTo>
                <a:cubicBezTo>
                  <a:pt x="1302908" y="2004599"/>
                  <a:pt x="1302443" y="2004292"/>
                  <a:pt x="1302215" y="2003908"/>
                </a:cubicBezTo>
                <a:lnTo>
                  <a:pt x="1292996" y="1987845"/>
                </a:lnTo>
                <a:cubicBezTo>
                  <a:pt x="1292762" y="1987461"/>
                  <a:pt x="1292762" y="1986922"/>
                  <a:pt x="1292996" y="1986539"/>
                </a:cubicBezTo>
                <a:lnTo>
                  <a:pt x="1302289" y="1970475"/>
                </a:lnTo>
                <a:cubicBezTo>
                  <a:pt x="1302523" y="1970014"/>
                  <a:pt x="1302982" y="1969784"/>
                  <a:pt x="1303447" y="1969784"/>
                </a:cubicBezTo>
                <a:close/>
                <a:moveTo>
                  <a:pt x="4688010" y="1969323"/>
                </a:moveTo>
                <a:lnTo>
                  <a:pt x="4706994" y="1969323"/>
                </a:lnTo>
                <a:cubicBezTo>
                  <a:pt x="4707455" y="1969323"/>
                  <a:pt x="4707916" y="1969630"/>
                  <a:pt x="4708146" y="1970014"/>
                </a:cubicBezTo>
                <a:lnTo>
                  <a:pt x="4717601" y="1986461"/>
                </a:lnTo>
                <a:cubicBezTo>
                  <a:pt x="4717830" y="1986846"/>
                  <a:pt x="4717830" y="1987383"/>
                  <a:pt x="4717601" y="1987767"/>
                </a:cubicBezTo>
                <a:lnTo>
                  <a:pt x="4708146" y="2004214"/>
                </a:lnTo>
                <a:cubicBezTo>
                  <a:pt x="4707916" y="2004675"/>
                  <a:pt x="4707455" y="2004907"/>
                  <a:pt x="4706994" y="2004907"/>
                </a:cubicBezTo>
                <a:lnTo>
                  <a:pt x="4688010" y="2004907"/>
                </a:lnTo>
                <a:cubicBezTo>
                  <a:pt x="4687551" y="2004907"/>
                  <a:pt x="4687089" y="2004599"/>
                  <a:pt x="4686858" y="2004214"/>
                </a:cubicBezTo>
                <a:lnTo>
                  <a:pt x="4677405" y="1987767"/>
                </a:lnTo>
                <a:cubicBezTo>
                  <a:pt x="4677175" y="1987383"/>
                  <a:pt x="4677175" y="1986846"/>
                  <a:pt x="4677405" y="1986461"/>
                </a:cubicBezTo>
                <a:lnTo>
                  <a:pt x="4686858" y="1970014"/>
                </a:lnTo>
                <a:cubicBezTo>
                  <a:pt x="4687089" y="1969552"/>
                  <a:pt x="4687551" y="1969323"/>
                  <a:pt x="4688010" y="1969323"/>
                </a:cubicBezTo>
                <a:close/>
                <a:moveTo>
                  <a:pt x="4596401" y="1969091"/>
                </a:moveTo>
                <a:lnTo>
                  <a:pt x="4615692" y="1969091"/>
                </a:lnTo>
                <a:cubicBezTo>
                  <a:pt x="4616153" y="1969091"/>
                  <a:pt x="4616614" y="1969399"/>
                  <a:pt x="4616844" y="1969782"/>
                </a:cubicBezTo>
                <a:lnTo>
                  <a:pt x="4626453" y="1986461"/>
                </a:lnTo>
                <a:cubicBezTo>
                  <a:pt x="4626683" y="1986922"/>
                  <a:pt x="4626683" y="1987459"/>
                  <a:pt x="4626453" y="1987843"/>
                </a:cubicBezTo>
                <a:lnTo>
                  <a:pt x="4616844" y="2004521"/>
                </a:lnTo>
                <a:cubicBezTo>
                  <a:pt x="4616614" y="2004983"/>
                  <a:pt x="4616153" y="2005212"/>
                  <a:pt x="4615692" y="2005212"/>
                </a:cubicBezTo>
                <a:lnTo>
                  <a:pt x="4596401" y="2005212"/>
                </a:lnTo>
                <a:cubicBezTo>
                  <a:pt x="4595941" y="2005212"/>
                  <a:pt x="4595481" y="2004905"/>
                  <a:pt x="4595248" y="2004521"/>
                </a:cubicBezTo>
                <a:lnTo>
                  <a:pt x="4585642" y="1987843"/>
                </a:lnTo>
                <a:cubicBezTo>
                  <a:pt x="4585412" y="1987383"/>
                  <a:pt x="4585412" y="1986844"/>
                  <a:pt x="4585642" y="1986461"/>
                </a:cubicBezTo>
                <a:lnTo>
                  <a:pt x="4595248" y="1969782"/>
                </a:lnTo>
                <a:cubicBezTo>
                  <a:pt x="4595481" y="1969323"/>
                  <a:pt x="4595941" y="1969091"/>
                  <a:pt x="4596401" y="1969091"/>
                </a:cubicBezTo>
                <a:close/>
                <a:moveTo>
                  <a:pt x="4779238" y="1968939"/>
                </a:moveTo>
                <a:lnTo>
                  <a:pt x="4798683" y="1968939"/>
                </a:lnTo>
                <a:cubicBezTo>
                  <a:pt x="4799145" y="1968939"/>
                  <a:pt x="4799605" y="1969247"/>
                  <a:pt x="4799835" y="1969630"/>
                </a:cubicBezTo>
                <a:lnTo>
                  <a:pt x="4809519" y="1986463"/>
                </a:lnTo>
                <a:cubicBezTo>
                  <a:pt x="4809750" y="1986922"/>
                  <a:pt x="4809750" y="1987461"/>
                  <a:pt x="4809519" y="1987845"/>
                </a:cubicBezTo>
                <a:lnTo>
                  <a:pt x="4799835" y="2004677"/>
                </a:lnTo>
                <a:cubicBezTo>
                  <a:pt x="4799605" y="2005138"/>
                  <a:pt x="4799145" y="2005368"/>
                  <a:pt x="4798683" y="2005368"/>
                </a:cubicBezTo>
                <a:lnTo>
                  <a:pt x="4779238" y="2005368"/>
                </a:lnTo>
                <a:cubicBezTo>
                  <a:pt x="4778777" y="2005368"/>
                  <a:pt x="4778315" y="2005061"/>
                  <a:pt x="4778086" y="2004677"/>
                </a:cubicBezTo>
                <a:lnTo>
                  <a:pt x="4768402" y="1987845"/>
                </a:lnTo>
                <a:cubicBezTo>
                  <a:pt x="4768172" y="1987383"/>
                  <a:pt x="4768172" y="1986846"/>
                  <a:pt x="4768402" y="1986463"/>
                </a:cubicBezTo>
                <a:lnTo>
                  <a:pt x="4778086" y="1969630"/>
                </a:lnTo>
                <a:cubicBezTo>
                  <a:pt x="4778315" y="1969169"/>
                  <a:pt x="4778777" y="1968939"/>
                  <a:pt x="4779238" y="1968939"/>
                </a:cubicBezTo>
                <a:close/>
                <a:moveTo>
                  <a:pt x="4870618" y="1968630"/>
                </a:moveTo>
                <a:lnTo>
                  <a:pt x="4890295" y="1968630"/>
                </a:lnTo>
                <a:cubicBezTo>
                  <a:pt x="4890832" y="1968630"/>
                  <a:pt x="4891293" y="1968861"/>
                  <a:pt x="4891522" y="1969321"/>
                </a:cubicBezTo>
                <a:lnTo>
                  <a:pt x="4901361" y="1986383"/>
                </a:lnTo>
                <a:cubicBezTo>
                  <a:pt x="4901590" y="1986768"/>
                  <a:pt x="4901590" y="1987306"/>
                  <a:pt x="4901361" y="1987767"/>
                </a:cubicBezTo>
                <a:lnTo>
                  <a:pt x="4891522" y="2004829"/>
                </a:lnTo>
                <a:cubicBezTo>
                  <a:pt x="4891215" y="2005212"/>
                  <a:pt x="4890755" y="2005520"/>
                  <a:pt x="4890295" y="2005520"/>
                </a:cubicBezTo>
                <a:lnTo>
                  <a:pt x="4870618" y="2005520"/>
                </a:lnTo>
                <a:cubicBezTo>
                  <a:pt x="4870080" y="2005520"/>
                  <a:pt x="4869619" y="2005290"/>
                  <a:pt x="4869389" y="2004829"/>
                </a:cubicBezTo>
                <a:lnTo>
                  <a:pt x="4859551" y="1987767"/>
                </a:lnTo>
                <a:cubicBezTo>
                  <a:pt x="4859322" y="1987382"/>
                  <a:pt x="4859322" y="1986844"/>
                  <a:pt x="4859551" y="1986383"/>
                </a:cubicBezTo>
                <a:lnTo>
                  <a:pt x="4869389" y="1969321"/>
                </a:lnTo>
                <a:cubicBezTo>
                  <a:pt x="4869697" y="1968937"/>
                  <a:pt x="4870158" y="1968630"/>
                  <a:pt x="4870618" y="1968630"/>
                </a:cubicBezTo>
                <a:close/>
                <a:moveTo>
                  <a:pt x="479253" y="1968093"/>
                </a:moveTo>
                <a:lnTo>
                  <a:pt x="499548" y="1968093"/>
                </a:lnTo>
                <a:cubicBezTo>
                  <a:pt x="500004" y="1968093"/>
                  <a:pt x="500549" y="1968324"/>
                  <a:pt x="500777" y="1968784"/>
                </a:cubicBezTo>
                <a:lnTo>
                  <a:pt x="510916" y="1986385"/>
                </a:lnTo>
                <a:cubicBezTo>
                  <a:pt x="511150" y="1986844"/>
                  <a:pt x="511150" y="1987383"/>
                  <a:pt x="510916" y="1987845"/>
                </a:cubicBezTo>
                <a:lnTo>
                  <a:pt x="500777" y="2005444"/>
                </a:lnTo>
                <a:cubicBezTo>
                  <a:pt x="500549" y="2005828"/>
                  <a:pt x="500085" y="2006135"/>
                  <a:pt x="499548" y="2006135"/>
                </a:cubicBezTo>
                <a:lnTo>
                  <a:pt x="479253" y="2006135"/>
                </a:lnTo>
                <a:cubicBezTo>
                  <a:pt x="478790" y="2006135"/>
                  <a:pt x="478258" y="2005905"/>
                  <a:pt x="478030" y="2005444"/>
                </a:cubicBezTo>
                <a:lnTo>
                  <a:pt x="467879" y="1987845"/>
                </a:lnTo>
                <a:cubicBezTo>
                  <a:pt x="467653" y="1987383"/>
                  <a:pt x="467653" y="1986844"/>
                  <a:pt x="467879" y="1986385"/>
                </a:cubicBezTo>
                <a:lnTo>
                  <a:pt x="478030" y="1968784"/>
                </a:lnTo>
                <a:cubicBezTo>
                  <a:pt x="478258" y="1968400"/>
                  <a:pt x="478716" y="1968093"/>
                  <a:pt x="479253" y="1968093"/>
                </a:cubicBezTo>
                <a:close/>
                <a:moveTo>
                  <a:pt x="3406232" y="1967401"/>
                </a:moveTo>
                <a:lnTo>
                  <a:pt x="3427288" y="1967401"/>
                </a:lnTo>
                <a:cubicBezTo>
                  <a:pt x="3427828" y="1967401"/>
                  <a:pt x="3428289" y="1967709"/>
                  <a:pt x="3428597" y="1968170"/>
                </a:cubicBezTo>
                <a:lnTo>
                  <a:pt x="3439124" y="1986385"/>
                </a:lnTo>
                <a:cubicBezTo>
                  <a:pt x="3439432" y="1986846"/>
                  <a:pt x="3439432" y="1987383"/>
                  <a:pt x="3439124" y="1987845"/>
                </a:cubicBezTo>
                <a:lnTo>
                  <a:pt x="3428597" y="2006059"/>
                </a:lnTo>
                <a:cubicBezTo>
                  <a:pt x="3428289" y="2006521"/>
                  <a:pt x="3427828" y="2006828"/>
                  <a:pt x="3427288" y="2006828"/>
                </a:cubicBezTo>
                <a:lnTo>
                  <a:pt x="3406232" y="2006828"/>
                </a:lnTo>
                <a:cubicBezTo>
                  <a:pt x="3405693" y="2006828"/>
                  <a:pt x="3405231" y="2006521"/>
                  <a:pt x="3404924" y="2006059"/>
                </a:cubicBezTo>
                <a:lnTo>
                  <a:pt x="3394395" y="1987845"/>
                </a:lnTo>
                <a:cubicBezTo>
                  <a:pt x="3394089" y="1987383"/>
                  <a:pt x="3394089" y="1986846"/>
                  <a:pt x="3394395" y="1986385"/>
                </a:cubicBezTo>
                <a:lnTo>
                  <a:pt x="3404924" y="1968170"/>
                </a:lnTo>
                <a:cubicBezTo>
                  <a:pt x="3405231" y="1967709"/>
                  <a:pt x="3405693" y="1967401"/>
                  <a:pt x="3406232" y="1967401"/>
                </a:cubicBezTo>
                <a:close/>
                <a:moveTo>
                  <a:pt x="3223087" y="1967094"/>
                </a:moveTo>
                <a:lnTo>
                  <a:pt x="3244452" y="1967094"/>
                </a:lnTo>
                <a:cubicBezTo>
                  <a:pt x="3244990" y="1967094"/>
                  <a:pt x="3245452" y="1967401"/>
                  <a:pt x="3245759" y="1967863"/>
                </a:cubicBezTo>
                <a:lnTo>
                  <a:pt x="3256440" y="1986385"/>
                </a:lnTo>
                <a:cubicBezTo>
                  <a:pt x="3256748" y="1986846"/>
                  <a:pt x="3256748" y="1987461"/>
                  <a:pt x="3256440" y="1987923"/>
                </a:cubicBezTo>
                <a:lnTo>
                  <a:pt x="3245759" y="2006445"/>
                </a:lnTo>
                <a:cubicBezTo>
                  <a:pt x="3245452" y="2006906"/>
                  <a:pt x="3244990" y="2007212"/>
                  <a:pt x="3244452" y="2007212"/>
                </a:cubicBezTo>
                <a:lnTo>
                  <a:pt x="3223087" y="2007212"/>
                </a:lnTo>
                <a:cubicBezTo>
                  <a:pt x="3222548" y="2007212"/>
                  <a:pt x="3222087" y="2006906"/>
                  <a:pt x="3221782" y="2006445"/>
                </a:cubicBezTo>
                <a:lnTo>
                  <a:pt x="3211099" y="1987923"/>
                </a:lnTo>
                <a:cubicBezTo>
                  <a:pt x="3210789" y="1987461"/>
                  <a:pt x="3210789" y="1986846"/>
                  <a:pt x="3211099" y="1986385"/>
                </a:cubicBezTo>
                <a:lnTo>
                  <a:pt x="3221782" y="1967863"/>
                </a:lnTo>
                <a:cubicBezTo>
                  <a:pt x="3222087" y="1967401"/>
                  <a:pt x="3222548" y="1967094"/>
                  <a:pt x="3223087" y="1967094"/>
                </a:cubicBezTo>
                <a:close/>
                <a:moveTo>
                  <a:pt x="4503560" y="1966557"/>
                </a:moveTo>
                <a:lnTo>
                  <a:pt x="4525540" y="1966557"/>
                </a:lnTo>
                <a:cubicBezTo>
                  <a:pt x="4526078" y="1966557"/>
                  <a:pt x="4526539" y="1966864"/>
                  <a:pt x="4526847" y="1967326"/>
                </a:cubicBezTo>
                <a:lnTo>
                  <a:pt x="4537837" y="1986307"/>
                </a:lnTo>
                <a:cubicBezTo>
                  <a:pt x="4538145" y="1986770"/>
                  <a:pt x="4538145" y="1987383"/>
                  <a:pt x="4537837" y="1987845"/>
                </a:cubicBezTo>
                <a:lnTo>
                  <a:pt x="4526847" y="2006828"/>
                </a:lnTo>
                <a:cubicBezTo>
                  <a:pt x="4526617" y="2007289"/>
                  <a:pt x="4526078" y="2007597"/>
                  <a:pt x="4525540" y="2007597"/>
                </a:cubicBezTo>
                <a:lnTo>
                  <a:pt x="4503560" y="2007597"/>
                </a:lnTo>
                <a:cubicBezTo>
                  <a:pt x="4503022" y="2007597"/>
                  <a:pt x="4502561" y="2007289"/>
                  <a:pt x="4502253" y="2006828"/>
                </a:cubicBezTo>
                <a:lnTo>
                  <a:pt x="4491264" y="1987845"/>
                </a:lnTo>
                <a:cubicBezTo>
                  <a:pt x="4490955" y="1987383"/>
                  <a:pt x="4490955" y="1986770"/>
                  <a:pt x="4491264" y="1986307"/>
                </a:cubicBezTo>
                <a:lnTo>
                  <a:pt x="4502253" y="1967326"/>
                </a:lnTo>
                <a:cubicBezTo>
                  <a:pt x="4502485" y="1966864"/>
                  <a:pt x="4503022" y="1966557"/>
                  <a:pt x="4503560" y="1966557"/>
                </a:cubicBezTo>
                <a:close/>
                <a:moveTo>
                  <a:pt x="3588686" y="1966403"/>
                </a:moveTo>
                <a:lnTo>
                  <a:pt x="3610819" y="1966403"/>
                </a:lnTo>
                <a:cubicBezTo>
                  <a:pt x="3611434" y="1966403"/>
                  <a:pt x="3611895" y="1966710"/>
                  <a:pt x="3612203" y="1967172"/>
                </a:cubicBezTo>
                <a:lnTo>
                  <a:pt x="3623269" y="1986309"/>
                </a:lnTo>
                <a:cubicBezTo>
                  <a:pt x="3623577" y="1986770"/>
                  <a:pt x="3623577" y="1987383"/>
                  <a:pt x="3623269" y="1987845"/>
                </a:cubicBezTo>
                <a:lnTo>
                  <a:pt x="3612203" y="2006982"/>
                </a:lnTo>
                <a:cubicBezTo>
                  <a:pt x="3611895" y="2007443"/>
                  <a:pt x="3611358" y="2007751"/>
                  <a:pt x="3610819" y="2007751"/>
                </a:cubicBezTo>
                <a:lnTo>
                  <a:pt x="3588686" y="2007751"/>
                </a:lnTo>
                <a:cubicBezTo>
                  <a:pt x="3588071" y="2007751"/>
                  <a:pt x="3587609" y="2007443"/>
                  <a:pt x="3587302" y="2006982"/>
                </a:cubicBezTo>
                <a:lnTo>
                  <a:pt x="3576235" y="1987845"/>
                </a:lnTo>
                <a:cubicBezTo>
                  <a:pt x="3575926" y="1987383"/>
                  <a:pt x="3575926" y="1986770"/>
                  <a:pt x="3576235" y="1986309"/>
                </a:cubicBezTo>
                <a:lnTo>
                  <a:pt x="3587302" y="1967172"/>
                </a:lnTo>
                <a:cubicBezTo>
                  <a:pt x="3587609" y="1966710"/>
                  <a:pt x="3588146" y="1966403"/>
                  <a:pt x="3588686" y="1966403"/>
                </a:cubicBezTo>
                <a:close/>
                <a:moveTo>
                  <a:pt x="752707" y="1966171"/>
                </a:moveTo>
                <a:lnTo>
                  <a:pt x="775069" y="1966171"/>
                </a:lnTo>
                <a:cubicBezTo>
                  <a:pt x="775603" y="1966171"/>
                  <a:pt x="776144" y="1966479"/>
                  <a:pt x="776446" y="1966940"/>
                </a:cubicBezTo>
                <a:lnTo>
                  <a:pt x="787672" y="1986307"/>
                </a:lnTo>
                <a:cubicBezTo>
                  <a:pt x="787978" y="1986844"/>
                  <a:pt x="787978" y="1987459"/>
                  <a:pt x="787672" y="1987921"/>
                </a:cubicBezTo>
                <a:lnTo>
                  <a:pt x="776446" y="2007289"/>
                </a:lnTo>
                <a:cubicBezTo>
                  <a:pt x="776144" y="2007749"/>
                  <a:pt x="775603" y="2008056"/>
                  <a:pt x="775069" y="2008056"/>
                </a:cubicBezTo>
                <a:lnTo>
                  <a:pt x="752707" y="2008056"/>
                </a:lnTo>
                <a:cubicBezTo>
                  <a:pt x="752168" y="2008056"/>
                  <a:pt x="751625" y="2007749"/>
                  <a:pt x="751321" y="2007289"/>
                </a:cubicBezTo>
                <a:lnTo>
                  <a:pt x="740101" y="1987921"/>
                </a:lnTo>
                <a:cubicBezTo>
                  <a:pt x="739797" y="1987383"/>
                  <a:pt x="739797" y="1986768"/>
                  <a:pt x="740101" y="1986307"/>
                </a:cubicBezTo>
                <a:lnTo>
                  <a:pt x="751321" y="1966940"/>
                </a:lnTo>
                <a:cubicBezTo>
                  <a:pt x="751625" y="1966479"/>
                  <a:pt x="752168" y="1966171"/>
                  <a:pt x="752707" y="1966171"/>
                </a:cubicBezTo>
                <a:close/>
                <a:moveTo>
                  <a:pt x="4411490" y="1965402"/>
                </a:moveTo>
                <a:lnTo>
                  <a:pt x="4434624" y="1965402"/>
                </a:lnTo>
                <a:cubicBezTo>
                  <a:pt x="4435161" y="1965402"/>
                  <a:pt x="4435698" y="1965710"/>
                  <a:pt x="4436006" y="1966247"/>
                </a:cubicBezTo>
                <a:lnTo>
                  <a:pt x="4447536" y="1986307"/>
                </a:lnTo>
                <a:cubicBezTo>
                  <a:pt x="4447841" y="1986768"/>
                  <a:pt x="4447841" y="1987383"/>
                  <a:pt x="4447536" y="1987921"/>
                </a:cubicBezTo>
                <a:lnTo>
                  <a:pt x="4435930" y="2007980"/>
                </a:lnTo>
                <a:cubicBezTo>
                  <a:pt x="4435698" y="2008518"/>
                  <a:pt x="4435085" y="2008825"/>
                  <a:pt x="4434547" y="2008825"/>
                </a:cubicBezTo>
                <a:lnTo>
                  <a:pt x="4411413" y="2008825"/>
                </a:lnTo>
                <a:cubicBezTo>
                  <a:pt x="4410875" y="2008825"/>
                  <a:pt x="4410338" y="2008518"/>
                  <a:pt x="4410030" y="2007980"/>
                </a:cubicBezTo>
                <a:lnTo>
                  <a:pt x="4398503" y="1987921"/>
                </a:lnTo>
                <a:cubicBezTo>
                  <a:pt x="4398194" y="1987459"/>
                  <a:pt x="4398194" y="1986844"/>
                  <a:pt x="4398503" y="1986307"/>
                </a:cubicBezTo>
                <a:lnTo>
                  <a:pt x="4410107" y="1966247"/>
                </a:lnTo>
                <a:cubicBezTo>
                  <a:pt x="4410338" y="1965710"/>
                  <a:pt x="4410953" y="1965402"/>
                  <a:pt x="4411490" y="1965402"/>
                </a:cubicBezTo>
                <a:close/>
                <a:moveTo>
                  <a:pt x="4045277" y="1964865"/>
                </a:moveTo>
                <a:lnTo>
                  <a:pt x="4069025" y="1964865"/>
                </a:lnTo>
                <a:cubicBezTo>
                  <a:pt x="4069640" y="1964865"/>
                  <a:pt x="4070178" y="1965173"/>
                  <a:pt x="4070486" y="1965710"/>
                </a:cubicBezTo>
                <a:lnTo>
                  <a:pt x="4082321" y="1986307"/>
                </a:lnTo>
                <a:cubicBezTo>
                  <a:pt x="4082628" y="1986846"/>
                  <a:pt x="4082628" y="1987459"/>
                  <a:pt x="4082321" y="1987999"/>
                </a:cubicBezTo>
                <a:lnTo>
                  <a:pt x="4070409" y="2008596"/>
                </a:lnTo>
                <a:cubicBezTo>
                  <a:pt x="4070101" y="2009133"/>
                  <a:pt x="4069562" y="2009440"/>
                  <a:pt x="4068947" y="2009440"/>
                </a:cubicBezTo>
                <a:lnTo>
                  <a:pt x="4045201" y="2009440"/>
                </a:lnTo>
                <a:cubicBezTo>
                  <a:pt x="4044586" y="2009440"/>
                  <a:pt x="4044046" y="2009133"/>
                  <a:pt x="4043739" y="2008596"/>
                </a:cubicBezTo>
                <a:lnTo>
                  <a:pt x="4031904" y="1987999"/>
                </a:lnTo>
                <a:cubicBezTo>
                  <a:pt x="4031598" y="1987459"/>
                  <a:pt x="4031598" y="1986846"/>
                  <a:pt x="4031904" y="1986307"/>
                </a:cubicBezTo>
                <a:lnTo>
                  <a:pt x="4043817" y="1965710"/>
                </a:lnTo>
                <a:cubicBezTo>
                  <a:pt x="4044124" y="1965173"/>
                  <a:pt x="4044661" y="1964865"/>
                  <a:pt x="4045277" y="1964865"/>
                </a:cubicBezTo>
                <a:close/>
                <a:moveTo>
                  <a:pt x="843392" y="1964711"/>
                </a:moveTo>
                <a:lnTo>
                  <a:pt x="867294" y="1964711"/>
                </a:lnTo>
                <a:cubicBezTo>
                  <a:pt x="867903" y="1964711"/>
                  <a:pt x="868445" y="1965019"/>
                  <a:pt x="868758" y="1965556"/>
                </a:cubicBezTo>
                <a:lnTo>
                  <a:pt x="880665" y="1986231"/>
                </a:lnTo>
                <a:cubicBezTo>
                  <a:pt x="880975" y="1986768"/>
                  <a:pt x="880975" y="1987383"/>
                  <a:pt x="880665" y="1987921"/>
                </a:cubicBezTo>
                <a:lnTo>
                  <a:pt x="868678" y="2008596"/>
                </a:lnTo>
                <a:cubicBezTo>
                  <a:pt x="868372" y="2009133"/>
                  <a:pt x="867829" y="2009440"/>
                  <a:pt x="867216" y="2009440"/>
                </a:cubicBezTo>
                <a:lnTo>
                  <a:pt x="843316" y="2009440"/>
                </a:lnTo>
                <a:cubicBezTo>
                  <a:pt x="842701" y="2009440"/>
                  <a:pt x="842163" y="2009133"/>
                  <a:pt x="841856" y="2008596"/>
                </a:cubicBezTo>
                <a:lnTo>
                  <a:pt x="829941" y="1987921"/>
                </a:lnTo>
                <a:cubicBezTo>
                  <a:pt x="829641" y="1987383"/>
                  <a:pt x="829641" y="1986768"/>
                  <a:pt x="829941" y="1986231"/>
                </a:cubicBezTo>
                <a:lnTo>
                  <a:pt x="841939" y="1965556"/>
                </a:lnTo>
                <a:cubicBezTo>
                  <a:pt x="842235" y="1965019"/>
                  <a:pt x="842782" y="1964711"/>
                  <a:pt x="843392" y="1964711"/>
                </a:cubicBezTo>
                <a:close/>
                <a:moveTo>
                  <a:pt x="3130247" y="1964482"/>
                </a:moveTo>
                <a:lnTo>
                  <a:pt x="3154456" y="1964482"/>
                </a:lnTo>
                <a:cubicBezTo>
                  <a:pt x="3155071" y="1964482"/>
                  <a:pt x="3155608" y="1964789"/>
                  <a:pt x="3155916" y="1965326"/>
                </a:cubicBezTo>
                <a:lnTo>
                  <a:pt x="3167983" y="1986309"/>
                </a:lnTo>
                <a:cubicBezTo>
                  <a:pt x="3168290" y="1986846"/>
                  <a:pt x="3168290" y="1987461"/>
                  <a:pt x="3167983" y="1987999"/>
                </a:cubicBezTo>
                <a:lnTo>
                  <a:pt x="3155840" y="2008981"/>
                </a:lnTo>
                <a:cubicBezTo>
                  <a:pt x="3155532" y="2009518"/>
                  <a:pt x="3154995" y="2009826"/>
                  <a:pt x="3154380" y="2009826"/>
                </a:cubicBezTo>
                <a:lnTo>
                  <a:pt x="3130170" y="2009826"/>
                </a:lnTo>
                <a:cubicBezTo>
                  <a:pt x="3129555" y="2009826"/>
                  <a:pt x="3129017" y="2009518"/>
                  <a:pt x="3128710" y="2008981"/>
                </a:cubicBezTo>
                <a:lnTo>
                  <a:pt x="3116643" y="1987999"/>
                </a:lnTo>
                <a:cubicBezTo>
                  <a:pt x="3116338" y="1987461"/>
                  <a:pt x="3116338" y="1986846"/>
                  <a:pt x="3116643" y="1986309"/>
                </a:cubicBezTo>
                <a:lnTo>
                  <a:pt x="3128786" y="1965326"/>
                </a:lnTo>
                <a:cubicBezTo>
                  <a:pt x="3129095" y="1964789"/>
                  <a:pt x="3129632" y="1964482"/>
                  <a:pt x="3130247" y="1964482"/>
                </a:cubicBezTo>
                <a:close/>
                <a:moveTo>
                  <a:pt x="4319264" y="1964020"/>
                </a:moveTo>
                <a:lnTo>
                  <a:pt x="4343933" y="1964020"/>
                </a:lnTo>
                <a:cubicBezTo>
                  <a:pt x="4344548" y="1964020"/>
                  <a:pt x="4345164" y="1964328"/>
                  <a:pt x="4345471" y="1964865"/>
                </a:cubicBezTo>
                <a:lnTo>
                  <a:pt x="4357768" y="1986231"/>
                </a:lnTo>
                <a:cubicBezTo>
                  <a:pt x="4358075" y="1986770"/>
                  <a:pt x="4358075" y="1987461"/>
                  <a:pt x="4357768" y="1987999"/>
                </a:cubicBezTo>
                <a:lnTo>
                  <a:pt x="4345471" y="2009365"/>
                </a:lnTo>
                <a:cubicBezTo>
                  <a:pt x="4345088" y="2009902"/>
                  <a:pt x="4344548" y="2010209"/>
                  <a:pt x="4343933" y="2010209"/>
                </a:cubicBezTo>
                <a:lnTo>
                  <a:pt x="4319264" y="2010209"/>
                </a:lnTo>
                <a:cubicBezTo>
                  <a:pt x="4318649" y="2010209"/>
                  <a:pt x="4318034" y="2009902"/>
                  <a:pt x="4317727" y="2009365"/>
                </a:cubicBezTo>
                <a:lnTo>
                  <a:pt x="4305431" y="1987999"/>
                </a:lnTo>
                <a:cubicBezTo>
                  <a:pt x="4305122" y="1987461"/>
                  <a:pt x="4305122" y="1986770"/>
                  <a:pt x="4305431" y="1986231"/>
                </a:cubicBezTo>
                <a:lnTo>
                  <a:pt x="4317727" y="1964865"/>
                </a:lnTo>
                <a:cubicBezTo>
                  <a:pt x="4318112" y="1964328"/>
                  <a:pt x="4318649" y="1964020"/>
                  <a:pt x="4319264" y="1964020"/>
                </a:cubicBezTo>
                <a:close/>
                <a:moveTo>
                  <a:pt x="3953282" y="1964020"/>
                </a:moveTo>
                <a:lnTo>
                  <a:pt x="3977954" y="1964020"/>
                </a:lnTo>
                <a:cubicBezTo>
                  <a:pt x="3978566" y="1964020"/>
                  <a:pt x="3979181" y="1964328"/>
                  <a:pt x="3979489" y="1964865"/>
                </a:cubicBezTo>
                <a:lnTo>
                  <a:pt x="3991786" y="1986231"/>
                </a:lnTo>
                <a:cubicBezTo>
                  <a:pt x="3992093" y="1986770"/>
                  <a:pt x="3992093" y="1987461"/>
                  <a:pt x="3991786" y="1987999"/>
                </a:cubicBezTo>
                <a:lnTo>
                  <a:pt x="3979489" y="2009365"/>
                </a:lnTo>
                <a:cubicBezTo>
                  <a:pt x="3979106" y="2009902"/>
                  <a:pt x="3978566" y="2010209"/>
                  <a:pt x="3977954" y="2010209"/>
                </a:cubicBezTo>
                <a:lnTo>
                  <a:pt x="3953282" y="2010209"/>
                </a:lnTo>
                <a:cubicBezTo>
                  <a:pt x="3952667" y="2010209"/>
                  <a:pt x="3952052" y="2009902"/>
                  <a:pt x="3951746" y="2009365"/>
                </a:cubicBezTo>
                <a:lnTo>
                  <a:pt x="3939447" y="1987999"/>
                </a:lnTo>
                <a:cubicBezTo>
                  <a:pt x="3939142" y="1987461"/>
                  <a:pt x="3939142" y="1986770"/>
                  <a:pt x="3939447" y="1986231"/>
                </a:cubicBezTo>
                <a:lnTo>
                  <a:pt x="3951746" y="1964865"/>
                </a:lnTo>
                <a:cubicBezTo>
                  <a:pt x="3952129" y="1964328"/>
                  <a:pt x="3952667" y="1964020"/>
                  <a:pt x="3953282" y="1964020"/>
                </a:cubicBezTo>
                <a:close/>
                <a:moveTo>
                  <a:pt x="4227653" y="1963866"/>
                </a:moveTo>
                <a:lnTo>
                  <a:pt x="4252478" y="1963866"/>
                </a:lnTo>
                <a:cubicBezTo>
                  <a:pt x="4253093" y="1963866"/>
                  <a:pt x="4253708" y="1964174"/>
                  <a:pt x="4254016" y="1964711"/>
                </a:cubicBezTo>
                <a:lnTo>
                  <a:pt x="4266388" y="1986155"/>
                </a:lnTo>
                <a:cubicBezTo>
                  <a:pt x="4266696" y="1986692"/>
                  <a:pt x="4266696" y="1987383"/>
                  <a:pt x="4266388" y="1987923"/>
                </a:cubicBezTo>
                <a:lnTo>
                  <a:pt x="4254016" y="2009365"/>
                </a:lnTo>
                <a:cubicBezTo>
                  <a:pt x="4253708" y="2009902"/>
                  <a:pt x="4253093" y="2010209"/>
                  <a:pt x="4252478" y="2010209"/>
                </a:cubicBezTo>
                <a:lnTo>
                  <a:pt x="4227653" y="2010209"/>
                </a:lnTo>
                <a:cubicBezTo>
                  <a:pt x="4227039" y="2010209"/>
                  <a:pt x="4226425" y="2009902"/>
                  <a:pt x="4226117" y="2009365"/>
                </a:cubicBezTo>
                <a:lnTo>
                  <a:pt x="4213742" y="1987923"/>
                </a:lnTo>
                <a:cubicBezTo>
                  <a:pt x="4213436" y="1987383"/>
                  <a:pt x="4213436" y="1986692"/>
                  <a:pt x="4213742" y="1986155"/>
                </a:cubicBezTo>
                <a:lnTo>
                  <a:pt x="4226117" y="1964711"/>
                </a:lnTo>
                <a:cubicBezTo>
                  <a:pt x="4226425" y="1964174"/>
                  <a:pt x="4227039" y="1963866"/>
                  <a:pt x="4227653" y="1963866"/>
                </a:cubicBezTo>
                <a:close/>
                <a:moveTo>
                  <a:pt x="4136197" y="1963866"/>
                </a:moveTo>
                <a:lnTo>
                  <a:pt x="4161020" y="1963866"/>
                </a:lnTo>
                <a:cubicBezTo>
                  <a:pt x="4161636" y="1963866"/>
                  <a:pt x="4162251" y="1964174"/>
                  <a:pt x="4162558" y="1964711"/>
                </a:cubicBezTo>
                <a:lnTo>
                  <a:pt x="4174931" y="1986155"/>
                </a:lnTo>
                <a:cubicBezTo>
                  <a:pt x="4175238" y="1986692"/>
                  <a:pt x="4175238" y="1987383"/>
                  <a:pt x="4174931" y="1987923"/>
                </a:cubicBezTo>
                <a:lnTo>
                  <a:pt x="4162558" y="2009365"/>
                </a:lnTo>
                <a:cubicBezTo>
                  <a:pt x="4162251" y="2009902"/>
                  <a:pt x="4161636" y="2010209"/>
                  <a:pt x="4161020" y="2010209"/>
                </a:cubicBezTo>
                <a:lnTo>
                  <a:pt x="4136197" y="2010209"/>
                </a:lnTo>
                <a:cubicBezTo>
                  <a:pt x="4135582" y="2010209"/>
                  <a:pt x="4134967" y="2009902"/>
                  <a:pt x="4134659" y="2009365"/>
                </a:cubicBezTo>
                <a:lnTo>
                  <a:pt x="4122286" y="1987923"/>
                </a:lnTo>
                <a:cubicBezTo>
                  <a:pt x="4121977" y="1987383"/>
                  <a:pt x="4121977" y="1986692"/>
                  <a:pt x="4122286" y="1986155"/>
                </a:cubicBezTo>
                <a:lnTo>
                  <a:pt x="4134659" y="1964711"/>
                </a:lnTo>
                <a:cubicBezTo>
                  <a:pt x="4134967" y="1964174"/>
                  <a:pt x="4135582" y="1963866"/>
                  <a:pt x="4136197" y="1963866"/>
                </a:cubicBezTo>
                <a:close/>
                <a:moveTo>
                  <a:pt x="659945" y="1963789"/>
                </a:moveTo>
                <a:lnTo>
                  <a:pt x="684836" y="1963789"/>
                </a:lnTo>
                <a:cubicBezTo>
                  <a:pt x="685461" y="1963789"/>
                  <a:pt x="686071" y="1964096"/>
                  <a:pt x="686384" y="1964633"/>
                </a:cubicBezTo>
                <a:lnTo>
                  <a:pt x="698830" y="1986231"/>
                </a:lnTo>
                <a:cubicBezTo>
                  <a:pt x="699134" y="1986768"/>
                  <a:pt x="699134" y="1987459"/>
                  <a:pt x="698830" y="1987999"/>
                </a:cubicBezTo>
                <a:lnTo>
                  <a:pt x="686384" y="2009594"/>
                </a:lnTo>
                <a:cubicBezTo>
                  <a:pt x="686071" y="2010132"/>
                  <a:pt x="685461" y="2010439"/>
                  <a:pt x="684836" y="2010439"/>
                </a:cubicBezTo>
                <a:lnTo>
                  <a:pt x="659945" y="2010439"/>
                </a:lnTo>
                <a:cubicBezTo>
                  <a:pt x="659328" y="2010439"/>
                  <a:pt x="658713" y="2010132"/>
                  <a:pt x="658403" y="2009594"/>
                </a:cubicBezTo>
                <a:lnTo>
                  <a:pt x="645955" y="1987999"/>
                </a:lnTo>
                <a:cubicBezTo>
                  <a:pt x="645645" y="1987459"/>
                  <a:pt x="645645" y="1986768"/>
                  <a:pt x="645955" y="1986231"/>
                </a:cubicBezTo>
                <a:lnTo>
                  <a:pt x="658403" y="1964633"/>
                </a:lnTo>
                <a:cubicBezTo>
                  <a:pt x="658713" y="1964096"/>
                  <a:pt x="659328" y="1963789"/>
                  <a:pt x="659945" y="1963789"/>
                </a:cubicBezTo>
                <a:close/>
                <a:moveTo>
                  <a:pt x="385105" y="1963098"/>
                </a:moveTo>
                <a:lnTo>
                  <a:pt x="410779" y="1963098"/>
                </a:lnTo>
                <a:cubicBezTo>
                  <a:pt x="411394" y="1963098"/>
                  <a:pt x="412005" y="1963481"/>
                  <a:pt x="412313" y="1964020"/>
                </a:cubicBezTo>
                <a:lnTo>
                  <a:pt x="425147" y="1986231"/>
                </a:lnTo>
                <a:cubicBezTo>
                  <a:pt x="425460" y="1986846"/>
                  <a:pt x="425460" y="1987537"/>
                  <a:pt x="425147" y="1988074"/>
                </a:cubicBezTo>
                <a:lnTo>
                  <a:pt x="412313" y="2010287"/>
                </a:lnTo>
                <a:cubicBezTo>
                  <a:pt x="412005" y="2010824"/>
                  <a:pt x="411394" y="2011208"/>
                  <a:pt x="410779" y="2011208"/>
                </a:cubicBezTo>
                <a:lnTo>
                  <a:pt x="385105" y="2011208"/>
                </a:lnTo>
                <a:cubicBezTo>
                  <a:pt x="384496" y="2011208"/>
                  <a:pt x="383879" y="2010824"/>
                  <a:pt x="383573" y="2010287"/>
                </a:cubicBezTo>
                <a:lnTo>
                  <a:pt x="370733" y="1988074"/>
                </a:lnTo>
                <a:cubicBezTo>
                  <a:pt x="370430" y="1987459"/>
                  <a:pt x="370430" y="1986768"/>
                  <a:pt x="370733" y="1986231"/>
                </a:cubicBezTo>
                <a:lnTo>
                  <a:pt x="383573" y="1964020"/>
                </a:lnTo>
                <a:cubicBezTo>
                  <a:pt x="383879" y="1963481"/>
                  <a:pt x="384496" y="1963098"/>
                  <a:pt x="385105" y="1963098"/>
                </a:cubicBezTo>
                <a:close/>
                <a:moveTo>
                  <a:pt x="3769600" y="1962636"/>
                </a:moveTo>
                <a:lnTo>
                  <a:pt x="3795731" y="1962636"/>
                </a:lnTo>
                <a:cubicBezTo>
                  <a:pt x="3796422" y="1962636"/>
                  <a:pt x="3797037" y="1963020"/>
                  <a:pt x="3797345" y="1963559"/>
                </a:cubicBezTo>
                <a:lnTo>
                  <a:pt x="3810410" y="1986231"/>
                </a:lnTo>
                <a:cubicBezTo>
                  <a:pt x="3810718" y="1986768"/>
                  <a:pt x="3810718" y="1987537"/>
                  <a:pt x="3810410" y="1988074"/>
                </a:cubicBezTo>
                <a:lnTo>
                  <a:pt x="3797345" y="2010747"/>
                </a:lnTo>
                <a:cubicBezTo>
                  <a:pt x="3796961" y="2011284"/>
                  <a:pt x="3796346" y="2011669"/>
                  <a:pt x="3795731" y="2011669"/>
                </a:cubicBezTo>
                <a:lnTo>
                  <a:pt x="3769600" y="2011669"/>
                </a:lnTo>
                <a:cubicBezTo>
                  <a:pt x="3768909" y="2011669"/>
                  <a:pt x="3768294" y="2011284"/>
                  <a:pt x="3767986" y="2010747"/>
                </a:cubicBezTo>
                <a:lnTo>
                  <a:pt x="3754922" y="1988074"/>
                </a:lnTo>
                <a:cubicBezTo>
                  <a:pt x="3754613" y="1987537"/>
                  <a:pt x="3754613" y="1986768"/>
                  <a:pt x="3754922" y="1986231"/>
                </a:cubicBezTo>
                <a:lnTo>
                  <a:pt x="3767986" y="1963559"/>
                </a:lnTo>
                <a:cubicBezTo>
                  <a:pt x="3768371" y="1963020"/>
                  <a:pt x="3768985" y="1962636"/>
                  <a:pt x="3769600" y="1962636"/>
                </a:cubicBezTo>
                <a:close/>
                <a:moveTo>
                  <a:pt x="2946258" y="1962482"/>
                </a:moveTo>
                <a:lnTo>
                  <a:pt x="2972541" y="1962482"/>
                </a:lnTo>
                <a:cubicBezTo>
                  <a:pt x="2973234" y="1962482"/>
                  <a:pt x="2973849" y="1962866"/>
                  <a:pt x="2974155" y="1963405"/>
                </a:cubicBezTo>
                <a:lnTo>
                  <a:pt x="2987298" y="1986153"/>
                </a:lnTo>
                <a:cubicBezTo>
                  <a:pt x="2987606" y="1986692"/>
                  <a:pt x="2987606" y="1987459"/>
                  <a:pt x="2987298" y="1987999"/>
                </a:cubicBezTo>
                <a:lnTo>
                  <a:pt x="2974155" y="2010747"/>
                </a:lnTo>
                <a:cubicBezTo>
                  <a:pt x="2973771" y="2011284"/>
                  <a:pt x="2973234" y="2011669"/>
                  <a:pt x="2972541" y="2011669"/>
                </a:cubicBezTo>
                <a:lnTo>
                  <a:pt x="2946258" y="2011669"/>
                </a:lnTo>
                <a:cubicBezTo>
                  <a:pt x="2945567" y="2011669"/>
                  <a:pt x="2944952" y="2011284"/>
                  <a:pt x="2944644" y="2010747"/>
                </a:cubicBezTo>
                <a:lnTo>
                  <a:pt x="2931501" y="1987999"/>
                </a:lnTo>
                <a:cubicBezTo>
                  <a:pt x="2931195" y="1987459"/>
                  <a:pt x="2931195" y="1986692"/>
                  <a:pt x="2931501" y="1986153"/>
                </a:cubicBezTo>
                <a:lnTo>
                  <a:pt x="2944644" y="1963405"/>
                </a:lnTo>
                <a:cubicBezTo>
                  <a:pt x="2945028" y="1962866"/>
                  <a:pt x="2945567" y="1962482"/>
                  <a:pt x="2946258" y="1962482"/>
                </a:cubicBezTo>
                <a:close/>
                <a:moveTo>
                  <a:pt x="3860979" y="1962329"/>
                </a:moveTo>
                <a:lnTo>
                  <a:pt x="3887418" y="1962329"/>
                </a:lnTo>
                <a:cubicBezTo>
                  <a:pt x="3888109" y="1962329"/>
                  <a:pt x="3888724" y="1962714"/>
                  <a:pt x="3889033" y="1963251"/>
                </a:cubicBezTo>
                <a:lnTo>
                  <a:pt x="3902251" y="1986153"/>
                </a:lnTo>
                <a:cubicBezTo>
                  <a:pt x="3902559" y="1986692"/>
                  <a:pt x="3902559" y="1987459"/>
                  <a:pt x="3902251" y="1987999"/>
                </a:cubicBezTo>
                <a:lnTo>
                  <a:pt x="3889033" y="2010900"/>
                </a:lnTo>
                <a:cubicBezTo>
                  <a:pt x="3888724" y="2011440"/>
                  <a:pt x="3888109" y="2011823"/>
                  <a:pt x="3887418" y="2011823"/>
                </a:cubicBezTo>
                <a:lnTo>
                  <a:pt x="3860979" y="2011823"/>
                </a:lnTo>
                <a:cubicBezTo>
                  <a:pt x="3860288" y="2011823"/>
                  <a:pt x="3859673" y="2011440"/>
                  <a:pt x="3859366" y="2010900"/>
                </a:cubicBezTo>
                <a:lnTo>
                  <a:pt x="3846148" y="1987999"/>
                </a:lnTo>
                <a:cubicBezTo>
                  <a:pt x="3845839" y="1987459"/>
                  <a:pt x="3845839" y="1986692"/>
                  <a:pt x="3846148" y="1986153"/>
                </a:cubicBezTo>
                <a:lnTo>
                  <a:pt x="3859366" y="1963251"/>
                </a:lnTo>
                <a:cubicBezTo>
                  <a:pt x="3859673" y="1962714"/>
                  <a:pt x="3860288" y="1962329"/>
                  <a:pt x="3860979" y="1962329"/>
                </a:cubicBezTo>
                <a:close/>
                <a:moveTo>
                  <a:pt x="2671732" y="1962329"/>
                </a:moveTo>
                <a:lnTo>
                  <a:pt x="2698170" y="1962329"/>
                </a:lnTo>
                <a:cubicBezTo>
                  <a:pt x="2698861" y="1962329"/>
                  <a:pt x="2699476" y="1962714"/>
                  <a:pt x="2699784" y="1963251"/>
                </a:cubicBezTo>
                <a:lnTo>
                  <a:pt x="2713003" y="1986153"/>
                </a:lnTo>
                <a:cubicBezTo>
                  <a:pt x="2713311" y="1986692"/>
                  <a:pt x="2713311" y="1987459"/>
                  <a:pt x="2713003" y="1987999"/>
                </a:cubicBezTo>
                <a:lnTo>
                  <a:pt x="2699784" y="2010900"/>
                </a:lnTo>
                <a:cubicBezTo>
                  <a:pt x="2699476" y="2011440"/>
                  <a:pt x="2698861" y="2011823"/>
                  <a:pt x="2698170" y="2011823"/>
                </a:cubicBezTo>
                <a:lnTo>
                  <a:pt x="2671732" y="2011823"/>
                </a:lnTo>
                <a:cubicBezTo>
                  <a:pt x="2671040" y="2011823"/>
                  <a:pt x="2670425" y="2011440"/>
                  <a:pt x="2670118" y="2010900"/>
                </a:cubicBezTo>
                <a:lnTo>
                  <a:pt x="2656900" y="1987999"/>
                </a:lnTo>
                <a:cubicBezTo>
                  <a:pt x="2656591" y="1987459"/>
                  <a:pt x="2656591" y="1986692"/>
                  <a:pt x="2656900" y="1986153"/>
                </a:cubicBezTo>
                <a:lnTo>
                  <a:pt x="2670118" y="1963251"/>
                </a:lnTo>
                <a:cubicBezTo>
                  <a:pt x="2670425" y="1962714"/>
                  <a:pt x="2671040" y="1962329"/>
                  <a:pt x="2671732" y="1962329"/>
                </a:cubicBezTo>
                <a:close/>
                <a:moveTo>
                  <a:pt x="3311855" y="1961945"/>
                </a:moveTo>
                <a:lnTo>
                  <a:pt x="3338753" y="1961945"/>
                </a:lnTo>
                <a:cubicBezTo>
                  <a:pt x="3339368" y="1961945"/>
                  <a:pt x="3340059" y="1962253"/>
                  <a:pt x="3340366" y="1962868"/>
                </a:cubicBezTo>
                <a:lnTo>
                  <a:pt x="3353818" y="1986155"/>
                </a:lnTo>
                <a:cubicBezTo>
                  <a:pt x="3354123" y="1986770"/>
                  <a:pt x="3354123" y="1987461"/>
                  <a:pt x="3353818" y="1988076"/>
                </a:cubicBezTo>
                <a:lnTo>
                  <a:pt x="3340366" y="2011362"/>
                </a:lnTo>
                <a:cubicBezTo>
                  <a:pt x="3340059" y="2011901"/>
                  <a:pt x="3339446" y="2012284"/>
                  <a:pt x="3338753" y="2012284"/>
                </a:cubicBezTo>
                <a:lnTo>
                  <a:pt x="3311855" y="2012284"/>
                </a:lnTo>
                <a:cubicBezTo>
                  <a:pt x="3311240" y="2012284"/>
                  <a:pt x="3310548" y="2011977"/>
                  <a:pt x="3310241" y="2011362"/>
                </a:cubicBezTo>
                <a:lnTo>
                  <a:pt x="3296790" y="1988076"/>
                </a:lnTo>
                <a:cubicBezTo>
                  <a:pt x="3296484" y="1987461"/>
                  <a:pt x="3296484" y="1986770"/>
                  <a:pt x="3296790" y="1986155"/>
                </a:cubicBezTo>
                <a:lnTo>
                  <a:pt x="3310241" y="1962868"/>
                </a:lnTo>
                <a:cubicBezTo>
                  <a:pt x="3310548" y="1962329"/>
                  <a:pt x="3311162" y="1961945"/>
                  <a:pt x="3311855" y="1961945"/>
                </a:cubicBezTo>
                <a:close/>
                <a:moveTo>
                  <a:pt x="2854415" y="1961945"/>
                </a:moveTo>
                <a:lnTo>
                  <a:pt x="2881313" y="1961945"/>
                </a:lnTo>
                <a:cubicBezTo>
                  <a:pt x="2881928" y="1961945"/>
                  <a:pt x="2882621" y="1962253"/>
                  <a:pt x="2882927" y="1962868"/>
                </a:cubicBezTo>
                <a:lnTo>
                  <a:pt x="2896378" y="1986155"/>
                </a:lnTo>
                <a:cubicBezTo>
                  <a:pt x="2896684" y="1986770"/>
                  <a:pt x="2896684" y="1987461"/>
                  <a:pt x="2896378" y="1988076"/>
                </a:cubicBezTo>
                <a:lnTo>
                  <a:pt x="2882927" y="2011362"/>
                </a:lnTo>
                <a:cubicBezTo>
                  <a:pt x="2882621" y="2011901"/>
                  <a:pt x="2882006" y="2012284"/>
                  <a:pt x="2881313" y="2012284"/>
                </a:cubicBezTo>
                <a:lnTo>
                  <a:pt x="2854415" y="2012284"/>
                </a:lnTo>
                <a:cubicBezTo>
                  <a:pt x="2853800" y="2012284"/>
                  <a:pt x="2853109" y="2011977"/>
                  <a:pt x="2852801" y="2011362"/>
                </a:cubicBezTo>
                <a:lnTo>
                  <a:pt x="2839352" y="1988076"/>
                </a:lnTo>
                <a:cubicBezTo>
                  <a:pt x="2839043" y="1987461"/>
                  <a:pt x="2839043" y="1986770"/>
                  <a:pt x="2839352" y="1986155"/>
                </a:cubicBezTo>
                <a:lnTo>
                  <a:pt x="2852801" y="1962868"/>
                </a:lnTo>
                <a:cubicBezTo>
                  <a:pt x="2853109" y="1962329"/>
                  <a:pt x="2853724" y="1961945"/>
                  <a:pt x="2854415" y="1961945"/>
                </a:cubicBezTo>
                <a:close/>
                <a:moveTo>
                  <a:pt x="3037022" y="1961098"/>
                </a:moveTo>
                <a:lnTo>
                  <a:pt x="3064766" y="1961098"/>
                </a:lnTo>
                <a:cubicBezTo>
                  <a:pt x="3065458" y="1961098"/>
                  <a:pt x="3066074" y="1961482"/>
                  <a:pt x="3066458" y="1962097"/>
                </a:cubicBezTo>
                <a:lnTo>
                  <a:pt x="3080368" y="1986153"/>
                </a:lnTo>
                <a:cubicBezTo>
                  <a:pt x="3080751" y="1986768"/>
                  <a:pt x="3080751" y="1987537"/>
                  <a:pt x="3080368" y="1988150"/>
                </a:cubicBezTo>
                <a:lnTo>
                  <a:pt x="3066458" y="2012207"/>
                </a:lnTo>
                <a:cubicBezTo>
                  <a:pt x="3066074" y="2012822"/>
                  <a:pt x="3065458" y="2013205"/>
                  <a:pt x="3064766" y="2013205"/>
                </a:cubicBezTo>
                <a:lnTo>
                  <a:pt x="3037022" y="2013205"/>
                </a:lnTo>
                <a:cubicBezTo>
                  <a:pt x="3036330" y="2013205"/>
                  <a:pt x="3035715" y="2012822"/>
                  <a:pt x="3035331" y="2012207"/>
                </a:cubicBezTo>
                <a:lnTo>
                  <a:pt x="3021420" y="1988150"/>
                </a:lnTo>
                <a:cubicBezTo>
                  <a:pt x="3021036" y="1987537"/>
                  <a:pt x="3021036" y="1986768"/>
                  <a:pt x="3021420" y="1986153"/>
                </a:cubicBezTo>
                <a:lnTo>
                  <a:pt x="3035331" y="1962097"/>
                </a:lnTo>
                <a:cubicBezTo>
                  <a:pt x="3035715" y="1961482"/>
                  <a:pt x="3036330" y="1961098"/>
                  <a:pt x="3037022" y="1961098"/>
                </a:cubicBezTo>
                <a:close/>
                <a:moveTo>
                  <a:pt x="2762423" y="1960793"/>
                </a:moveTo>
                <a:lnTo>
                  <a:pt x="2790473" y="1960793"/>
                </a:lnTo>
                <a:cubicBezTo>
                  <a:pt x="2791166" y="1960793"/>
                  <a:pt x="2791779" y="1961176"/>
                  <a:pt x="2792164" y="1961791"/>
                </a:cubicBezTo>
                <a:lnTo>
                  <a:pt x="2806151" y="1986077"/>
                </a:lnTo>
                <a:cubicBezTo>
                  <a:pt x="2806536" y="1986692"/>
                  <a:pt x="2806536" y="1987461"/>
                  <a:pt x="2806151" y="1988076"/>
                </a:cubicBezTo>
                <a:lnTo>
                  <a:pt x="2792086" y="2012362"/>
                </a:lnTo>
                <a:cubicBezTo>
                  <a:pt x="2791779" y="2012977"/>
                  <a:pt x="2791088" y="2013361"/>
                  <a:pt x="2790397" y="2013361"/>
                </a:cubicBezTo>
                <a:lnTo>
                  <a:pt x="2762344" y="2013361"/>
                </a:lnTo>
                <a:cubicBezTo>
                  <a:pt x="2761653" y="2013361"/>
                  <a:pt x="2761038" y="2012977"/>
                  <a:pt x="2760654" y="2012362"/>
                </a:cubicBezTo>
                <a:lnTo>
                  <a:pt x="2746667" y="1988076"/>
                </a:lnTo>
                <a:cubicBezTo>
                  <a:pt x="2746281" y="1987461"/>
                  <a:pt x="2746281" y="1986692"/>
                  <a:pt x="2746667" y="1986077"/>
                </a:cubicBezTo>
                <a:lnTo>
                  <a:pt x="2760731" y="1961791"/>
                </a:lnTo>
                <a:cubicBezTo>
                  <a:pt x="2761038" y="1961176"/>
                  <a:pt x="2761729" y="1960793"/>
                  <a:pt x="2762423" y="1960793"/>
                </a:cubicBezTo>
                <a:close/>
                <a:moveTo>
                  <a:pt x="3677068" y="1960561"/>
                </a:moveTo>
                <a:lnTo>
                  <a:pt x="3705428" y="1960561"/>
                </a:lnTo>
                <a:cubicBezTo>
                  <a:pt x="3706195" y="1960561"/>
                  <a:pt x="3706810" y="1960945"/>
                  <a:pt x="3707195" y="1961560"/>
                </a:cubicBezTo>
                <a:lnTo>
                  <a:pt x="3721335" y="1986153"/>
                </a:lnTo>
                <a:cubicBezTo>
                  <a:pt x="3721721" y="1986768"/>
                  <a:pt x="3721721" y="1987537"/>
                  <a:pt x="3721335" y="1988152"/>
                </a:cubicBezTo>
                <a:lnTo>
                  <a:pt x="3707117" y="2012746"/>
                </a:lnTo>
                <a:cubicBezTo>
                  <a:pt x="3706734" y="2013361"/>
                  <a:pt x="3706041" y="2013744"/>
                  <a:pt x="3705351" y="2013744"/>
                </a:cubicBezTo>
                <a:lnTo>
                  <a:pt x="3676990" y="2013744"/>
                </a:lnTo>
                <a:cubicBezTo>
                  <a:pt x="3676221" y="2013744"/>
                  <a:pt x="3675608" y="2013361"/>
                  <a:pt x="3675223" y="2012746"/>
                </a:cubicBezTo>
                <a:lnTo>
                  <a:pt x="3661082" y="1988152"/>
                </a:lnTo>
                <a:cubicBezTo>
                  <a:pt x="3660697" y="1987537"/>
                  <a:pt x="3660697" y="1986768"/>
                  <a:pt x="3661082" y="1986153"/>
                </a:cubicBezTo>
                <a:lnTo>
                  <a:pt x="3675301" y="1961560"/>
                </a:lnTo>
                <a:cubicBezTo>
                  <a:pt x="3675684" y="1960945"/>
                  <a:pt x="3676375" y="1960561"/>
                  <a:pt x="3677068" y="1960561"/>
                </a:cubicBezTo>
                <a:close/>
                <a:moveTo>
                  <a:pt x="108817" y="1959716"/>
                </a:moveTo>
                <a:lnTo>
                  <a:pt x="138098" y="1959716"/>
                </a:lnTo>
                <a:cubicBezTo>
                  <a:pt x="138787" y="1959716"/>
                  <a:pt x="139482" y="1960100"/>
                  <a:pt x="139863" y="1960715"/>
                </a:cubicBezTo>
                <a:lnTo>
                  <a:pt x="154469" y="1986077"/>
                </a:lnTo>
                <a:cubicBezTo>
                  <a:pt x="154854" y="1986692"/>
                  <a:pt x="154854" y="1987537"/>
                  <a:pt x="154469" y="1988152"/>
                </a:cubicBezTo>
                <a:lnTo>
                  <a:pt x="139788" y="2013515"/>
                </a:lnTo>
                <a:cubicBezTo>
                  <a:pt x="139402" y="2014130"/>
                  <a:pt x="138713" y="2014513"/>
                  <a:pt x="138026" y="2014513"/>
                </a:cubicBezTo>
                <a:lnTo>
                  <a:pt x="108739" y="2014513"/>
                </a:lnTo>
                <a:cubicBezTo>
                  <a:pt x="108050" y="2014513"/>
                  <a:pt x="107357" y="2014130"/>
                  <a:pt x="106970" y="2013515"/>
                </a:cubicBezTo>
                <a:lnTo>
                  <a:pt x="92372" y="1988152"/>
                </a:lnTo>
                <a:cubicBezTo>
                  <a:pt x="91981" y="1987537"/>
                  <a:pt x="91981" y="1986692"/>
                  <a:pt x="92372" y="1986077"/>
                </a:cubicBezTo>
                <a:lnTo>
                  <a:pt x="107047" y="1960715"/>
                </a:lnTo>
                <a:cubicBezTo>
                  <a:pt x="107433" y="1960100"/>
                  <a:pt x="108126" y="1959716"/>
                  <a:pt x="108817" y="1959716"/>
                </a:cubicBezTo>
                <a:close/>
                <a:moveTo>
                  <a:pt x="198123" y="1955488"/>
                </a:moveTo>
                <a:lnTo>
                  <a:pt x="231864" y="1955488"/>
                </a:lnTo>
                <a:cubicBezTo>
                  <a:pt x="232705" y="1955488"/>
                  <a:pt x="233474" y="1955950"/>
                  <a:pt x="233939" y="1956718"/>
                </a:cubicBezTo>
                <a:lnTo>
                  <a:pt x="250768" y="1985922"/>
                </a:lnTo>
                <a:cubicBezTo>
                  <a:pt x="251227" y="1986615"/>
                  <a:pt x="251227" y="1987537"/>
                  <a:pt x="250768" y="1988304"/>
                </a:cubicBezTo>
                <a:lnTo>
                  <a:pt x="233863" y="2017509"/>
                </a:lnTo>
                <a:cubicBezTo>
                  <a:pt x="233400" y="2018278"/>
                  <a:pt x="232635" y="2018739"/>
                  <a:pt x="231790" y="2018739"/>
                </a:cubicBezTo>
                <a:lnTo>
                  <a:pt x="198046" y="2018739"/>
                </a:lnTo>
                <a:cubicBezTo>
                  <a:pt x="197201" y="2018739"/>
                  <a:pt x="196430" y="2018278"/>
                  <a:pt x="195967" y="2017509"/>
                </a:cubicBezTo>
                <a:lnTo>
                  <a:pt x="179142" y="1988304"/>
                </a:lnTo>
                <a:cubicBezTo>
                  <a:pt x="178675" y="1987613"/>
                  <a:pt x="178675" y="1986690"/>
                  <a:pt x="179142" y="1985922"/>
                </a:cubicBezTo>
                <a:lnTo>
                  <a:pt x="196050" y="1956718"/>
                </a:lnTo>
                <a:cubicBezTo>
                  <a:pt x="196508" y="1955950"/>
                  <a:pt x="197277" y="1955488"/>
                  <a:pt x="198123" y="1955488"/>
                </a:cubicBezTo>
                <a:close/>
                <a:moveTo>
                  <a:pt x="288810" y="1954106"/>
                </a:moveTo>
                <a:lnTo>
                  <a:pt x="324089" y="1954106"/>
                </a:lnTo>
                <a:cubicBezTo>
                  <a:pt x="324933" y="1954106"/>
                  <a:pt x="325778" y="1954567"/>
                  <a:pt x="326240" y="1955336"/>
                </a:cubicBezTo>
                <a:lnTo>
                  <a:pt x="343833" y="1985848"/>
                </a:lnTo>
                <a:cubicBezTo>
                  <a:pt x="344294" y="1986615"/>
                  <a:pt x="344294" y="1987537"/>
                  <a:pt x="343833" y="1988306"/>
                </a:cubicBezTo>
                <a:lnTo>
                  <a:pt x="326240" y="2018817"/>
                </a:lnTo>
                <a:cubicBezTo>
                  <a:pt x="325778" y="2019586"/>
                  <a:pt x="324933" y="2020048"/>
                  <a:pt x="324089" y="2020048"/>
                </a:cubicBezTo>
                <a:lnTo>
                  <a:pt x="288810" y="2020048"/>
                </a:lnTo>
                <a:cubicBezTo>
                  <a:pt x="287963" y="2020048"/>
                  <a:pt x="287117" y="2019586"/>
                  <a:pt x="286657" y="2018817"/>
                </a:cubicBezTo>
                <a:lnTo>
                  <a:pt x="269058" y="1988306"/>
                </a:lnTo>
                <a:cubicBezTo>
                  <a:pt x="268597" y="1987537"/>
                  <a:pt x="268597" y="1986615"/>
                  <a:pt x="269058" y="1985848"/>
                </a:cubicBezTo>
                <a:lnTo>
                  <a:pt x="286657" y="1955336"/>
                </a:lnTo>
                <a:cubicBezTo>
                  <a:pt x="287117" y="1954567"/>
                  <a:pt x="287963" y="1954106"/>
                  <a:pt x="288810" y="1954106"/>
                </a:cubicBezTo>
                <a:close/>
                <a:moveTo>
                  <a:pt x="1584470" y="1902844"/>
                </a:moveTo>
                <a:lnTo>
                  <a:pt x="1589851" y="1902844"/>
                </a:lnTo>
                <a:cubicBezTo>
                  <a:pt x="1589927" y="1902844"/>
                  <a:pt x="1590157" y="1902998"/>
                  <a:pt x="1590157" y="1902998"/>
                </a:cubicBezTo>
                <a:lnTo>
                  <a:pt x="1592847" y="1907685"/>
                </a:lnTo>
                <a:cubicBezTo>
                  <a:pt x="1592847" y="1907839"/>
                  <a:pt x="1592847" y="1908071"/>
                  <a:pt x="1592847" y="1908071"/>
                </a:cubicBezTo>
                <a:lnTo>
                  <a:pt x="1590157" y="1912758"/>
                </a:lnTo>
                <a:cubicBezTo>
                  <a:pt x="1590081" y="1912912"/>
                  <a:pt x="1589851" y="1912912"/>
                  <a:pt x="1589851" y="1912912"/>
                </a:cubicBezTo>
                <a:lnTo>
                  <a:pt x="1584470" y="1912912"/>
                </a:lnTo>
                <a:cubicBezTo>
                  <a:pt x="1584393" y="1912912"/>
                  <a:pt x="1584163" y="1912758"/>
                  <a:pt x="1584163" y="1912758"/>
                </a:cubicBezTo>
                <a:lnTo>
                  <a:pt x="1581473" y="1908071"/>
                </a:lnTo>
                <a:cubicBezTo>
                  <a:pt x="1581473" y="1907917"/>
                  <a:pt x="1581473" y="1907685"/>
                  <a:pt x="1581473" y="1907685"/>
                </a:cubicBezTo>
                <a:lnTo>
                  <a:pt x="1584163" y="1902998"/>
                </a:lnTo>
                <a:cubicBezTo>
                  <a:pt x="1584241" y="1902844"/>
                  <a:pt x="1584470" y="1902844"/>
                  <a:pt x="1584470" y="1902844"/>
                </a:cubicBezTo>
                <a:close/>
                <a:moveTo>
                  <a:pt x="1124760" y="1898462"/>
                </a:moveTo>
                <a:lnTo>
                  <a:pt x="1134752" y="1898462"/>
                </a:lnTo>
                <a:cubicBezTo>
                  <a:pt x="1134978" y="1898462"/>
                  <a:pt x="1135360" y="1898848"/>
                  <a:pt x="1135360" y="1898848"/>
                </a:cubicBezTo>
                <a:lnTo>
                  <a:pt x="1140356" y="1907532"/>
                </a:lnTo>
                <a:cubicBezTo>
                  <a:pt x="1140508" y="1907761"/>
                  <a:pt x="1140356" y="1908223"/>
                  <a:pt x="1140356" y="1908223"/>
                </a:cubicBezTo>
                <a:lnTo>
                  <a:pt x="1135360" y="1916908"/>
                </a:lnTo>
                <a:cubicBezTo>
                  <a:pt x="1135212" y="1917138"/>
                  <a:pt x="1134752" y="1917292"/>
                  <a:pt x="1134752" y="1917292"/>
                </a:cubicBezTo>
                <a:lnTo>
                  <a:pt x="1124760" y="1917292"/>
                </a:lnTo>
                <a:cubicBezTo>
                  <a:pt x="1124525" y="1917292"/>
                  <a:pt x="1124141" y="1916908"/>
                  <a:pt x="1124141" y="1916908"/>
                </a:cubicBezTo>
                <a:lnTo>
                  <a:pt x="1119148" y="1908223"/>
                </a:lnTo>
                <a:cubicBezTo>
                  <a:pt x="1118985" y="1907993"/>
                  <a:pt x="1119148" y="1907532"/>
                  <a:pt x="1119148" y="1907532"/>
                </a:cubicBezTo>
                <a:lnTo>
                  <a:pt x="1124141" y="1898848"/>
                </a:lnTo>
                <a:cubicBezTo>
                  <a:pt x="1124293" y="1898616"/>
                  <a:pt x="1124760" y="1898462"/>
                  <a:pt x="1124760" y="1898462"/>
                </a:cubicBezTo>
                <a:close/>
                <a:moveTo>
                  <a:pt x="5058066" y="1897771"/>
                </a:moveTo>
                <a:lnTo>
                  <a:pt x="5068826" y="1897771"/>
                </a:lnTo>
                <a:cubicBezTo>
                  <a:pt x="5069133" y="1897771"/>
                  <a:pt x="5069518" y="1898155"/>
                  <a:pt x="5069518" y="1898155"/>
                </a:cubicBezTo>
                <a:lnTo>
                  <a:pt x="5074897" y="1907456"/>
                </a:lnTo>
                <a:cubicBezTo>
                  <a:pt x="5075051" y="1907685"/>
                  <a:pt x="5074897" y="1908223"/>
                  <a:pt x="5074897" y="1908223"/>
                </a:cubicBezTo>
                <a:lnTo>
                  <a:pt x="5069518" y="1917523"/>
                </a:lnTo>
                <a:cubicBezTo>
                  <a:pt x="5069365" y="1917753"/>
                  <a:pt x="5068826" y="1917907"/>
                  <a:pt x="5068826" y="1917907"/>
                </a:cubicBezTo>
                <a:lnTo>
                  <a:pt x="5058066" y="1917907"/>
                </a:lnTo>
                <a:cubicBezTo>
                  <a:pt x="5057759" y="1917907"/>
                  <a:pt x="5057376" y="1917523"/>
                  <a:pt x="5057376" y="1917523"/>
                </a:cubicBezTo>
                <a:lnTo>
                  <a:pt x="5051995" y="1908223"/>
                </a:lnTo>
                <a:cubicBezTo>
                  <a:pt x="5051841" y="1907993"/>
                  <a:pt x="5051995" y="1907456"/>
                  <a:pt x="5051995" y="1907456"/>
                </a:cubicBezTo>
                <a:lnTo>
                  <a:pt x="5057376" y="1898155"/>
                </a:lnTo>
                <a:cubicBezTo>
                  <a:pt x="5057529" y="1897925"/>
                  <a:pt x="5058066" y="1897771"/>
                  <a:pt x="5058066" y="1897771"/>
                </a:cubicBezTo>
                <a:close/>
                <a:moveTo>
                  <a:pt x="1215603" y="1897388"/>
                </a:moveTo>
                <a:lnTo>
                  <a:pt x="1226821" y="1897388"/>
                </a:lnTo>
                <a:cubicBezTo>
                  <a:pt x="1227132" y="1897388"/>
                  <a:pt x="1227518" y="1897771"/>
                  <a:pt x="1227518" y="1897771"/>
                </a:cubicBezTo>
                <a:lnTo>
                  <a:pt x="1233120" y="1907456"/>
                </a:lnTo>
                <a:cubicBezTo>
                  <a:pt x="1233280" y="1907685"/>
                  <a:pt x="1233120" y="1908225"/>
                  <a:pt x="1233120" y="1908225"/>
                </a:cubicBezTo>
                <a:lnTo>
                  <a:pt x="1227518" y="1917907"/>
                </a:lnTo>
                <a:cubicBezTo>
                  <a:pt x="1227360" y="1918139"/>
                  <a:pt x="1226821" y="1918292"/>
                  <a:pt x="1226821" y="1918292"/>
                </a:cubicBezTo>
                <a:lnTo>
                  <a:pt x="1215603" y="1918292"/>
                </a:lnTo>
                <a:cubicBezTo>
                  <a:pt x="1215293" y="1918292"/>
                  <a:pt x="1214910" y="1917907"/>
                  <a:pt x="1214910" y="1917907"/>
                </a:cubicBezTo>
                <a:lnTo>
                  <a:pt x="1209300" y="1908225"/>
                </a:lnTo>
                <a:cubicBezTo>
                  <a:pt x="1209142" y="1907993"/>
                  <a:pt x="1209300" y="1907456"/>
                  <a:pt x="1209300" y="1907456"/>
                </a:cubicBezTo>
                <a:lnTo>
                  <a:pt x="1214910" y="1897771"/>
                </a:lnTo>
                <a:cubicBezTo>
                  <a:pt x="1215060" y="1897542"/>
                  <a:pt x="1215603" y="1897388"/>
                  <a:pt x="1215603" y="1897388"/>
                </a:cubicBezTo>
                <a:close/>
                <a:moveTo>
                  <a:pt x="4598476" y="1893697"/>
                </a:moveTo>
                <a:lnTo>
                  <a:pt x="4613539" y="1893697"/>
                </a:lnTo>
                <a:cubicBezTo>
                  <a:pt x="4613924" y="1893697"/>
                  <a:pt x="4614461" y="1894234"/>
                  <a:pt x="4614461" y="1894234"/>
                </a:cubicBezTo>
                <a:lnTo>
                  <a:pt x="4621993" y="1907300"/>
                </a:lnTo>
                <a:cubicBezTo>
                  <a:pt x="4622224" y="1907607"/>
                  <a:pt x="4621993" y="1908376"/>
                  <a:pt x="4621993" y="1908376"/>
                </a:cubicBezTo>
                <a:lnTo>
                  <a:pt x="4614461" y="1921442"/>
                </a:lnTo>
                <a:cubicBezTo>
                  <a:pt x="4614232" y="1921750"/>
                  <a:pt x="4613539" y="1921979"/>
                  <a:pt x="4613539" y="1921979"/>
                </a:cubicBezTo>
                <a:lnTo>
                  <a:pt x="4598476" y="1921979"/>
                </a:lnTo>
                <a:cubicBezTo>
                  <a:pt x="4598090" y="1921979"/>
                  <a:pt x="4597553" y="1921442"/>
                  <a:pt x="4597553" y="1921442"/>
                </a:cubicBezTo>
                <a:lnTo>
                  <a:pt x="4590022" y="1908376"/>
                </a:lnTo>
                <a:cubicBezTo>
                  <a:pt x="4589793" y="1908069"/>
                  <a:pt x="4590022" y="1907300"/>
                  <a:pt x="4590022" y="1907300"/>
                </a:cubicBezTo>
                <a:lnTo>
                  <a:pt x="4597553" y="1894234"/>
                </a:lnTo>
                <a:cubicBezTo>
                  <a:pt x="4597785" y="1893929"/>
                  <a:pt x="4598476" y="1893697"/>
                  <a:pt x="4598476" y="1893697"/>
                </a:cubicBezTo>
                <a:close/>
                <a:moveTo>
                  <a:pt x="1304981" y="1893314"/>
                </a:moveTo>
                <a:lnTo>
                  <a:pt x="1320506" y="1893314"/>
                </a:lnTo>
                <a:cubicBezTo>
                  <a:pt x="1320889" y="1893314"/>
                  <a:pt x="1321423" y="1893851"/>
                  <a:pt x="1321423" y="1893851"/>
                </a:cubicBezTo>
                <a:lnTo>
                  <a:pt x="1329187" y="1907302"/>
                </a:lnTo>
                <a:cubicBezTo>
                  <a:pt x="1329423" y="1907607"/>
                  <a:pt x="1329187" y="1908376"/>
                  <a:pt x="1329187" y="1908376"/>
                </a:cubicBezTo>
                <a:lnTo>
                  <a:pt x="1321423" y="1921827"/>
                </a:lnTo>
                <a:cubicBezTo>
                  <a:pt x="1321272" y="1922133"/>
                  <a:pt x="1320889" y="1922365"/>
                  <a:pt x="1320506" y="1922365"/>
                </a:cubicBezTo>
                <a:lnTo>
                  <a:pt x="1304981" y="1922365"/>
                </a:lnTo>
                <a:cubicBezTo>
                  <a:pt x="1304594" y="1922365"/>
                  <a:pt x="1304057" y="1921827"/>
                  <a:pt x="1304057" y="1921827"/>
                </a:cubicBezTo>
                <a:lnTo>
                  <a:pt x="1296295" y="1908376"/>
                </a:lnTo>
                <a:cubicBezTo>
                  <a:pt x="1296064" y="1908069"/>
                  <a:pt x="1296295" y="1907302"/>
                  <a:pt x="1296295" y="1907302"/>
                </a:cubicBezTo>
                <a:lnTo>
                  <a:pt x="1304057" y="1893851"/>
                </a:lnTo>
                <a:cubicBezTo>
                  <a:pt x="1304214" y="1893545"/>
                  <a:pt x="1304594" y="1893314"/>
                  <a:pt x="1304981" y="1893314"/>
                </a:cubicBezTo>
                <a:close/>
                <a:moveTo>
                  <a:pt x="4689011" y="1891929"/>
                </a:moveTo>
                <a:lnTo>
                  <a:pt x="4705997" y="1891929"/>
                </a:lnTo>
                <a:cubicBezTo>
                  <a:pt x="4706458" y="1891929"/>
                  <a:pt x="4707072" y="1892545"/>
                  <a:pt x="4707072" y="1892545"/>
                </a:cubicBezTo>
                <a:lnTo>
                  <a:pt x="4715604" y="1907300"/>
                </a:lnTo>
                <a:cubicBezTo>
                  <a:pt x="4715833" y="1907685"/>
                  <a:pt x="4715604" y="1908530"/>
                  <a:pt x="4715604" y="1908530"/>
                </a:cubicBezTo>
                <a:lnTo>
                  <a:pt x="4707072" y="1923285"/>
                </a:lnTo>
                <a:cubicBezTo>
                  <a:pt x="4706842" y="1923671"/>
                  <a:pt x="4706458" y="1923901"/>
                  <a:pt x="4705997" y="1923901"/>
                </a:cubicBezTo>
                <a:lnTo>
                  <a:pt x="4689011" y="1923901"/>
                </a:lnTo>
                <a:cubicBezTo>
                  <a:pt x="4688549" y="1923901"/>
                  <a:pt x="4687935" y="1923285"/>
                  <a:pt x="4687935" y="1923285"/>
                </a:cubicBezTo>
                <a:lnTo>
                  <a:pt x="4679404" y="1908530"/>
                </a:lnTo>
                <a:cubicBezTo>
                  <a:pt x="4679173" y="1908145"/>
                  <a:pt x="4679404" y="1907300"/>
                  <a:pt x="4679404" y="1907300"/>
                </a:cubicBezTo>
                <a:lnTo>
                  <a:pt x="4687935" y="1892545"/>
                </a:lnTo>
                <a:cubicBezTo>
                  <a:pt x="4688166" y="1892159"/>
                  <a:pt x="4688549" y="1891929"/>
                  <a:pt x="4689011" y="1891929"/>
                </a:cubicBezTo>
                <a:close/>
                <a:moveTo>
                  <a:pt x="1487173" y="1891929"/>
                </a:moveTo>
                <a:lnTo>
                  <a:pt x="1504157" y="1891929"/>
                </a:lnTo>
                <a:cubicBezTo>
                  <a:pt x="1504619" y="1891929"/>
                  <a:pt x="1505234" y="1892545"/>
                  <a:pt x="1505234" y="1892545"/>
                </a:cubicBezTo>
                <a:lnTo>
                  <a:pt x="1513766" y="1907300"/>
                </a:lnTo>
                <a:cubicBezTo>
                  <a:pt x="1513995" y="1907685"/>
                  <a:pt x="1513766" y="1908530"/>
                  <a:pt x="1513766" y="1908530"/>
                </a:cubicBezTo>
                <a:lnTo>
                  <a:pt x="1505234" y="1923285"/>
                </a:lnTo>
                <a:cubicBezTo>
                  <a:pt x="1505004" y="1923671"/>
                  <a:pt x="1504619" y="1923901"/>
                  <a:pt x="1504157" y="1923901"/>
                </a:cubicBezTo>
                <a:lnTo>
                  <a:pt x="1487173" y="1923901"/>
                </a:lnTo>
                <a:cubicBezTo>
                  <a:pt x="1486712" y="1923901"/>
                  <a:pt x="1486097" y="1923285"/>
                  <a:pt x="1486097" y="1923285"/>
                </a:cubicBezTo>
                <a:lnTo>
                  <a:pt x="1477567" y="1908530"/>
                </a:lnTo>
                <a:cubicBezTo>
                  <a:pt x="1477335" y="1908145"/>
                  <a:pt x="1477567" y="1907300"/>
                  <a:pt x="1477567" y="1907300"/>
                </a:cubicBezTo>
                <a:lnTo>
                  <a:pt x="1486097" y="1892545"/>
                </a:lnTo>
                <a:cubicBezTo>
                  <a:pt x="1486328" y="1892159"/>
                  <a:pt x="1486712" y="1891929"/>
                  <a:pt x="1487173" y="1891929"/>
                </a:cubicBezTo>
                <a:close/>
                <a:moveTo>
                  <a:pt x="4505944" y="1891622"/>
                </a:moveTo>
                <a:lnTo>
                  <a:pt x="4523236" y="1891622"/>
                </a:lnTo>
                <a:cubicBezTo>
                  <a:pt x="4523697" y="1891622"/>
                  <a:pt x="4524312" y="1892237"/>
                  <a:pt x="4524312" y="1892237"/>
                </a:cubicBezTo>
                <a:lnTo>
                  <a:pt x="4532998" y="1907224"/>
                </a:lnTo>
                <a:cubicBezTo>
                  <a:pt x="4533227" y="1907607"/>
                  <a:pt x="4532998" y="1908452"/>
                  <a:pt x="4532998" y="1908452"/>
                </a:cubicBezTo>
                <a:lnTo>
                  <a:pt x="4524312" y="1923439"/>
                </a:lnTo>
                <a:cubicBezTo>
                  <a:pt x="4524083" y="1923825"/>
                  <a:pt x="4523697" y="1924054"/>
                  <a:pt x="4523236" y="1924054"/>
                </a:cubicBezTo>
                <a:lnTo>
                  <a:pt x="4505944" y="1924054"/>
                </a:lnTo>
                <a:cubicBezTo>
                  <a:pt x="4505482" y="1924054"/>
                  <a:pt x="4504867" y="1923439"/>
                  <a:pt x="4504867" y="1923439"/>
                </a:cubicBezTo>
                <a:lnTo>
                  <a:pt x="4496184" y="1908452"/>
                </a:lnTo>
                <a:cubicBezTo>
                  <a:pt x="4495954" y="1908069"/>
                  <a:pt x="4496184" y="1907224"/>
                  <a:pt x="4496184" y="1907224"/>
                </a:cubicBezTo>
                <a:lnTo>
                  <a:pt x="4504867" y="1892237"/>
                </a:lnTo>
                <a:cubicBezTo>
                  <a:pt x="4505099" y="1891852"/>
                  <a:pt x="4505482" y="1891622"/>
                  <a:pt x="4505944" y="1891622"/>
                </a:cubicBezTo>
                <a:close/>
                <a:moveTo>
                  <a:pt x="572250" y="1891622"/>
                </a:moveTo>
                <a:lnTo>
                  <a:pt x="589536" y="1891622"/>
                </a:lnTo>
                <a:cubicBezTo>
                  <a:pt x="590003" y="1891622"/>
                  <a:pt x="590620" y="1892237"/>
                  <a:pt x="590620" y="1892237"/>
                </a:cubicBezTo>
                <a:lnTo>
                  <a:pt x="599302" y="1907224"/>
                </a:lnTo>
                <a:cubicBezTo>
                  <a:pt x="599532" y="1907607"/>
                  <a:pt x="599302" y="1908452"/>
                  <a:pt x="599302" y="1908452"/>
                </a:cubicBezTo>
                <a:lnTo>
                  <a:pt x="590620" y="1923439"/>
                </a:lnTo>
                <a:cubicBezTo>
                  <a:pt x="590389" y="1923825"/>
                  <a:pt x="590003" y="1924054"/>
                  <a:pt x="589536" y="1924054"/>
                </a:cubicBezTo>
                <a:lnTo>
                  <a:pt x="572250" y="1924054"/>
                </a:lnTo>
                <a:cubicBezTo>
                  <a:pt x="571791" y="1924054"/>
                  <a:pt x="571176" y="1923439"/>
                  <a:pt x="571176" y="1923439"/>
                </a:cubicBezTo>
                <a:lnTo>
                  <a:pt x="562490" y="1908452"/>
                </a:lnTo>
                <a:cubicBezTo>
                  <a:pt x="562264" y="1908069"/>
                  <a:pt x="562490" y="1907224"/>
                  <a:pt x="562490" y="1907224"/>
                </a:cubicBezTo>
                <a:lnTo>
                  <a:pt x="571176" y="1892237"/>
                </a:lnTo>
                <a:cubicBezTo>
                  <a:pt x="571407" y="1891852"/>
                  <a:pt x="571791" y="1891622"/>
                  <a:pt x="572250" y="1891622"/>
                </a:cubicBezTo>
                <a:close/>
                <a:moveTo>
                  <a:pt x="4962461" y="1890086"/>
                </a:moveTo>
                <a:lnTo>
                  <a:pt x="4981442" y="1890086"/>
                </a:lnTo>
                <a:cubicBezTo>
                  <a:pt x="4981903" y="1890086"/>
                  <a:pt x="4982365" y="1890394"/>
                  <a:pt x="4982597" y="1890777"/>
                </a:cubicBezTo>
                <a:lnTo>
                  <a:pt x="4992049" y="1907224"/>
                </a:lnTo>
                <a:cubicBezTo>
                  <a:pt x="4992279" y="1907609"/>
                  <a:pt x="4992279" y="1908147"/>
                  <a:pt x="4992049" y="1908530"/>
                </a:cubicBezTo>
                <a:lnTo>
                  <a:pt x="4982597" y="1924977"/>
                </a:lnTo>
                <a:cubicBezTo>
                  <a:pt x="4982365" y="1925438"/>
                  <a:pt x="4981903" y="1925670"/>
                  <a:pt x="4981442" y="1925670"/>
                </a:cubicBezTo>
                <a:lnTo>
                  <a:pt x="4962461" y="1925670"/>
                </a:lnTo>
                <a:cubicBezTo>
                  <a:pt x="4961999" y="1925670"/>
                  <a:pt x="4961538" y="1925362"/>
                  <a:pt x="4961306" y="1924977"/>
                </a:cubicBezTo>
                <a:lnTo>
                  <a:pt x="4951854" y="1908530"/>
                </a:lnTo>
                <a:cubicBezTo>
                  <a:pt x="4951624" y="1908147"/>
                  <a:pt x="4951624" y="1907609"/>
                  <a:pt x="4951854" y="1907224"/>
                </a:cubicBezTo>
                <a:lnTo>
                  <a:pt x="4961306" y="1890777"/>
                </a:lnTo>
                <a:cubicBezTo>
                  <a:pt x="4961538" y="1890316"/>
                  <a:pt x="4961999" y="1890086"/>
                  <a:pt x="4962461" y="1890086"/>
                </a:cubicBezTo>
                <a:close/>
                <a:moveTo>
                  <a:pt x="4779470" y="1890086"/>
                </a:moveTo>
                <a:lnTo>
                  <a:pt x="4798452" y="1890086"/>
                </a:lnTo>
                <a:cubicBezTo>
                  <a:pt x="4798912" y="1890086"/>
                  <a:pt x="4799374" y="1890394"/>
                  <a:pt x="4799605" y="1890777"/>
                </a:cubicBezTo>
                <a:lnTo>
                  <a:pt x="4809058" y="1907224"/>
                </a:lnTo>
                <a:cubicBezTo>
                  <a:pt x="4809288" y="1907609"/>
                  <a:pt x="4809288" y="1908147"/>
                  <a:pt x="4809058" y="1908530"/>
                </a:cubicBezTo>
                <a:lnTo>
                  <a:pt x="4799605" y="1924977"/>
                </a:lnTo>
                <a:cubicBezTo>
                  <a:pt x="4799374" y="1925438"/>
                  <a:pt x="4798912" y="1925670"/>
                  <a:pt x="4798452" y="1925670"/>
                </a:cubicBezTo>
                <a:lnTo>
                  <a:pt x="4779470" y="1925670"/>
                </a:lnTo>
                <a:cubicBezTo>
                  <a:pt x="4779008" y="1925670"/>
                  <a:pt x="4778547" y="1925362"/>
                  <a:pt x="4778315" y="1924977"/>
                </a:cubicBezTo>
                <a:lnTo>
                  <a:pt x="4768863" y="1908530"/>
                </a:lnTo>
                <a:cubicBezTo>
                  <a:pt x="4768633" y="1908147"/>
                  <a:pt x="4768633" y="1907609"/>
                  <a:pt x="4768863" y="1907224"/>
                </a:cubicBezTo>
                <a:lnTo>
                  <a:pt x="4778315" y="1890777"/>
                </a:lnTo>
                <a:cubicBezTo>
                  <a:pt x="4778547" y="1890316"/>
                  <a:pt x="4779008" y="1890086"/>
                  <a:pt x="4779470" y="1890086"/>
                </a:cubicBezTo>
                <a:close/>
                <a:moveTo>
                  <a:pt x="1394753" y="1890086"/>
                </a:moveTo>
                <a:lnTo>
                  <a:pt x="1413727" y="1890086"/>
                </a:lnTo>
                <a:cubicBezTo>
                  <a:pt x="1414194" y="1890086"/>
                  <a:pt x="1414648" y="1890394"/>
                  <a:pt x="1414881" y="1890777"/>
                </a:cubicBezTo>
                <a:lnTo>
                  <a:pt x="1424336" y="1907224"/>
                </a:lnTo>
                <a:cubicBezTo>
                  <a:pt x="1424564" y="1907609"/>
                  <a:pt x="1424564" y="1908147"/>
                  <a:pt x="1424336" y="1908530"/>
                </a:cubicBezTo>
                <a:lnTo>
                  <a:pt x="1414881" y="1924977"/>
                </a:lnTo>
                <a:cubicBezTo>
                  <a:pt x="1414648" y="1925438"/>
                  <a:pt x="1414194" y="1925670"/>
                  <a:pt x="1413727" y="1925670"/>
                </a:cubicBezTo>
                <a:lnTo>
                  <a:pt x="1394753" y="1925670"/>
                </a:lnTo>
                <a:cubicBezTo>
                  <a:pt x="1394292" y="1925670"/>
                  <a:pt x="1393823" y="1925362"/>
                  <a:pt x="1393593" y="1924977"/>
                </a:cubicBezTo>
                <a:lnTo>
                  <a:pt x="1384138" y="1908530"/>
                </a:lnTo>
                <a:cubicBezTo>
                  <a:pt x="1383912" y="1908147"/>
                  <a:pt x="1383912" y="1907609"/>
                  <a:pt x="1384138" y="1907224"/>
                </a:cubicBezTo>
                <a:lnTo>
                  <a:pt x="1393593" y="1890777"/>
                </a:lnTo>
                <a:cubicBezTo>
                  <a:pt x="1393823" y="1890316"/>
                  <a:pt x="1394292" y="1890086"/>
                  <a:pt x="1394753" y="1890086"/>
                </a:cubicBezTo>
                <a:close/>
                <a:moveTo>
                  <a:pt x="4870696" y="1889547"/>
                </a:moveTo>
                <a:lnTo>
                  <a:pt x="4890295" y="1889547"/>
                </a:lnTo>
                <a:cubicBezTo>
                  <a:pt x="4890832" y="1889547"/>
                  <a:pt x="4891293" y="1889777"/>
                  <a:pt x="4891522" y="1890238"/>
                </a:cubicBezTo>
                <a:lnTo>
                  <a:pt x="4901283" y="1907146"/>
                </a:lnTo>
                <a:cubicBezTo>
                  <a:pt x="4901515" y="1907607"/>
                  <a:pt x="4901515" y="1908069"/>
                  <a:pt x="4901283" y="1908530"/>
                </a:cubicBezTo>
                <a:lnTo>
                  <a:pt x="4891522" y="1925438"/>
                </a:lnTo>
                <a:cubicBezTo>
                  <a:pt x="4891215" y="1925900"/>
                  <a:pt x="4890755" y="1926129"/>
                  <a:pt x="4890295" y="1926129"/>
                </a:cubicBezTo>
                <a:lnTo>
                  <a:pt x="4870696" y="1926129"/>
                </a:lnTo>
                <a:cubicBezTo>
                  <a:pt x="4870158" y="1926129"/>
                  <a:pt x="4869697" y="1925900"/>
                  <a:pt x="4869465" y="1925438"/>
                </a:cubicBezTo>
                <a:lnTo>
                  <a:pt x="4859705" y="1908530"/>
                </a:lnTo>
                <a:cubicBezTo>
                  <a:pt x="4859475" y="1908069"/>
                  <a:pt x="4859475" y="1907607"/>
                  <a:pt x="4859705" y="1907146"/>
                </a:cubicBezTo>
                <a:lnTo>
                  <a:pt x="4869465" y="1890238"/>
                </a:lnTo>
                <a:cubicBezTo>
                  <a:pt x="4869773" y="1889777"/>
                  <a:pt x="4870234" y="1889547"/>
                  <a:pt x="4870696" y="1889547"/>
                </a:cubicBezTo>
                <a:close/>
                <a:moveTo>
                  <a:pt x="3681063" y="1888780"/>
                </a:moveTo>
                <a:lnTo>
                  <a:pt x="3701352" y="1888780"/>
                </a:lnTo>
                <a:cubicBezTo>
                  <a:pt x="3701813" y="1888780"/>
                  <a:pt x="3702352" y="1889010"/>
                  <a:pt x="3702582" y="1889471"/>
                </a:cubicBezTo>
                <a:lnTo>
                  <a:pt x="3712726" y="1907070"/>
                </a:lnTo>
                <a:cubicBezTo>
                  <a:pt x="3712957" y="1907532"/>
                  <a:pt x="3712957" y="1908071"/>
                  <a:pt x="3712726" y="1908530"/>
                </a:cubicBezTo>
                <a:lnTo>
                  <a:pt x="3702582" y="1926131"/>
                </a:lnTo>
                <a:cubicBezTo>
                  <a:pt x="3702352" y="1926515"/>
                  <a:pt x="3701891" y="1926822"/>
                  <a:pt x="3701352" y="1926822"/>
                </a:cubicBezTo>
                <a:lnTo>
                  <a:pt x="3681063" y="1926822"/>
                </a:lnTo>
                <a:cubicBezTo>
                  <a:pt x="3680601" y="1926822"/>
                  <a:pt x="3680063" y="1926593"/>
                  <a:pt x="3679834" y="1926131"/>
                </a:cubicBezTo>
                <a:lnTo>
                  <a:pt x="3669688" y="1908530"/>
                </a:lnTo>
                <a:cubicBezTo>
                  <a:pt x="3669458" y="1908071"/>
                  <a:pt x="3669458" y="1907532"/>
                  <a:pt x="3669688" y="1907070"/>
                </a:cubicBezTo>
                <a:lnTo>
                  <a:pt x="3679834" y="1889471"/>
                </a:lnTo>
                <a:cubicBezTo>
                  <a:pt x="3680063" y="1889087"/>
                  <a:pt x="3680526" y="1888780"/>
                  <a:pt x="3681063" y="1888780"/>
                </a:cubicBezTo>
                <a:close/>
                <a:moveTo>
                  <a:pt x="662246" y="1888780"/>
                </a:moveTo>
                <a:lnTo>
                  <a:pt x="682535" y="1888780"/>
                </a:lnTo>
                <a:cubicBezTo>
                  <a:pt x="682999" y="1888780"/>
                  <a:pt x="683530" y="1889010"/>
                  <a:pt x="683766" y="1889471"/>
                </a:cubicBezTo>
                <a:lnTo>
                  <a:pt x="693915" y="1907070"/>
                </a:lnTo>
                <a:cubicBezTo>
                  <a:pt x="694143" y="1907532"/>
                  <a:pt x="694143" y="1908071"/>
                  <a:pt x="693915" y="1908530"/>
                </a:cubicBezTo>
                <a:lnTo>
                  <a:pt x="683766" y="1926131"/>
                </a:lnTo>
                <a:cubicBezTo>
                  <a:pt x="683530" y="1926515"/>
                  <a:pt x="683075" y="1926822"/>
                  <a:pt x="682535" y="1926822"/>
                </a:cubicBezTo>
                <a:lnTo>
                  <a:pt x="662246" y="1926822"/>
                </a:lnTo>
                <a:cubicBezTo>
                  <a:pt x="661786" y="1926822"/>
                  <a:pt x="661245" y="1926593"/>
                  <a:pt x="661018" y="1926131"/>
                </a:cubicBezTo>
                <a:lnTo>
                  <a:pt x="650872" y="1908530"/>
                </a:lnTo>
                <a:cubicBezTo>
                  <a:pt x="650642" y="1908071"/>
                  <a:pt x="650642" y="1907532"/>
                  <a:pt x="650872" y="1907070"/>
                </a:cubicBezTo>
                <a:lnTo>
                  <a:pt x="661018" y="1889471"/>
                </a:lnTo>
                <a:cubicBezTo>
                  <a:pt x="661245" y="1889087"/>
                  <a:pt x="661711" y="1888780"/>
                  <a:pt x="662246" y="1888780"/>
                </a:cubicBezTo>
                <a:close/>
                <a:moveTo>
                  <a:pt x="3955358" y="1888548"/>
                </a:moveTo>
                <a:lnTo>
                  <a:pt x="3975954" y="1888548"/>
                </a:lnTo>
                <a:cubicBezTo>
                  <a:pt x="3976415" y="1888548"/>
                  <a:pt x="3976953" y="1888780"/>
                  <a:pt x="3977184" y="1889239"/>
                </a:cubicBezTo>
                <a:lnTo>
                  <a:pt x="3987482" y="1907070"/>
                </a:lnTo>
                <a:cubicBezTo>
                  <a:pt x="3987713" y="1907532"/>
                  <a:pt x="3987713" y="1908069"/>
                  <a:pt x="3987482" y="1908530"/>
                </a:cubicBezTo>
                <a:lnTo>
                  <a:pt x="3977184" y="1926361"/>
                </a:lnTo>
                <a:cubicBezTo>
                  <a:pt x="3976953" y="1926745"/>
                  <a:pt x="3976493" y="1927052"/>
                  <a:pt x="3975954" y="1927052"/>
                </a:cubicBezTo>
                <a:lnTo>
                  <a:pt x="3955358" y="1927052"/>
                </a:lnTo>
                <a:cubicBezTo>
                  <a:pt x="3954896" y="1927052"/>
                  <a:pt x="3954358" y="1926822"/>
                  <a:pt x="3954129" y="1926361"/>
                </a:cubicBezTo>
                <a:lnTo>
                  <a:pt x="3943829" y="1908530"/>
                </a:lnTo>
                <a:cubicBezTo>
                  <a:pt x="3943599" y="1908069"/>
                  <a:pt x="3943599" y="1907532"/>
                  <a:pt x="3943829" y="1907070"/>
                </a:cubicBezTo>
                <a:lnTo>
                  <a:pt x="3954129" y="1889239"/>
                </a:lnTo>
                <a:cubicBezTo>
                  <a:pt x="3954358" y="1888856"/>
                  <a:pt x="3954820" y="1888548"/>
                  <a:pt x="3955358" y="1888548"/>
                </a:cubicBezTo>
                <a:close/>
                <a:moveTo>
                  <a:pt x="4138272" y="1888394"/>
                </a:moveTo>
                <a:lnTo>
                  <a:pt x="4159023" y="1888394"/>
                </a:lnTo>
                <a:cubicBezTo>
                  <a:pt x="4159482" y="1888394"/>
                  <a:pt x="4160022" y="1888702"/>
                  <a:pt x="4160251" y="1889163"/>
                </a:cubicBezTo>
                <a:lnTo>
                  <a:pt x="4170627" y="1907146"/>
                </a:lnTo>
                <a:cubicBezTo>
                  <a:pt x="4170858" y="1907607"/>
                  <a:pt x="4170858" y="1908147"/>
                  <a:pt x="4170627" y="1908608"/>
                </a:cubicBezTo>
                <a:lnTo>
                  <a:pt x="4160251" y="1926591"/>
                </a:lnTo>
                <a:cubicBezTo>
                  <a:pt x="4160022" y="1927052"/>
                  <a:pt x="4159560" y="1927360"/>
                  <a:pt x="4159023" y="1927360"/>
                </a:cubicBezTo>
                <a:lnTo>
                  <a:pt x="4138272" y="1927360"/>
                </a:lnTo>
                <a:cubicBezTo>
                  <a:pt x="4137811" y="1927360"/>
                  <a:pt x="4137274" y="1927052"/>
                  <a:pt x="4137042" y="1926591"/>
                </a:cubicBezTo>
                <a:lnTo>
                  <a:pt x="4126666" y="1908608"/>
                </a:lnTo>
                <a:cubicBezTo>
                  <a:pt x="4126437" y="1908147"/>
                  <a:pt x="4126437" y="1907607"/>
                  <a:pt x="4126666" y="1907146"/>
                </a:cubicBezTo>
                <a:lnTo>
                  <a:pt x="4137042" y="1889163"/>
                </a:lnTo>
                <a:cubicBezTo>
                  <a:pt x="4137274" y="1888702"/>
                  <a:pt x="4137733" y="1888394"/>
                  <a:pt x="4138272" y="1888394"/>
                </a:cubicBezTo>
                <a:close/>
                <a:moveTo>
                  <a:pt x="479023" y="1888394"/>
                </a:moveTo>
                <a:lnTo>
                  <a:pt x="499782" y="1888394"/>
                </a:lnTo>
                <a:cubicBezTo>
                  <a:pt x="500237" y="1888394"/>
                  <a:pt x="500777" y="1888702"/>
                  <a:pt x="501001" y="1889163"/>
                </a:cubicBezTo>
                <a:lnTo>
                  <a:pt x="511382" y="1907146"/>
                </a:lnTo>
                <a:cubicBezTo>
                  <a:pt x="511611" y="1907607"/>
                  <a:pt x="511611" y="1908147"/>
                  <a:pt x="511382" y="1908608"/>
                </a:cubicBezTo>
                <a:lnTo>
                  <a:pt x="501001" y="1926591"/>
                </a:lnTo>
                <a:cubicBezTo>
                  <a:pt x="500777" y="1927052"/>
                  <a:pt x="500311" y="1927360"/>
                  <a:pt x="499782" y="1927360"/>
                </a:cubicBezTo>
                <a:lnTo>
                  <a:pt x="479023" y="1927360"/>
                </a:lnTo>
                <a:cubicBezTo>
                  <a:pt x="478567" y="1927360"/>
                  <a:pt x="478023" y="1927052"/>
                  <a:pt x="477797" y="1926591"/>
                </a:cubicBezTo>
                <a:lnTo>
                  <a:pt x="467417" y="1908608"/>
                </a:lnTo>
                <a:cubicBezTo>
                  <a:pt x="467194" y="1908147"/>
                  <a:pt x="467194" y="1907607"/>
                  <a:pt x="467417" y="1907146"/>
                </a:cubicBezTo>
                <a:lnTo>
                  <a:pt x="477797" y="1889163"/>
                </a:lnTo>
                <a:cubicBezTo>
                  <a:pt x="478023" y="1888702"/>
                  <a:pt x="478484" y="1888394"/>
                  <a:pt x="479023" y="1888394"/>
                </a:cubicBezTo>
                <a:close/>
                <a:moveTo>
                  <a:pt x="4320800" y="1887703"/>
                </a:moveTo>
                <a:lnTo>
                  <a:pt x="4342320" y="1887703"/>
                </a:lnTo>
                <a:cubicBezTo>
                  <a:pt x="4342857" y="1887703"/>
                  <a:pt x="4343318" y="1888011"/>
                  <a:pt x="4343626" y="1888472"/>
                </a:cubicBezTo>
                <a:lnTo>
                  <a:pt x="4354385" y="1907070"/>
                </a:lnTo>
                <a:cubicBezTo>
                  <a:pt x="4354692" y="1907532"/>
                  <a:pt x="4354692" y="1908147"/>
                  <a:pt x="4354385" y="1908608"/>
                </a:cubicBezTo>
                <a:lnTo>
                  <a:pt x="4343626" y="1927206"/>
                </a:lnTo>
                <a:cubicBezTo>
                  <a:pt x="4343318" y="1927667"/>
                  <a:pt x="4342857" y="1927975"/>
                  <a:pt x="4342320" y="1927975"/>
                </a:cubicBezTo>
                <a:lnTo>
                  <a:pt x="4320800" y="1927975"/>
                </a:lnTo>
                <a:cubicBezTo>
                  <a:pt x="4320263" y="1927975"/>
                  <a:pt x="4319801" y="1927667"/>
                  <a:pt x="4319494" y="1927206"/>
                </a:cubicBezTo>
                <a:lnTo>
                  <a:pt x="4308735" y="1908608"/>
                </a:lnTo>
                <a:cubicBezTo>
                  <a:pt x="4308425" y="1908147"/>
                  <a:pt x="4308425" y="1907532"/>
                  <a:pt x="4308735" y="1907070"/>
                </a:cubicBezTo>
                <a:lnTo>
                  <a:pt x="4319494" y="1888472"/>
                </a:lnTo>
                <a:cubicBezTo>
                  <a:pt x="4319801" y="1888011"/>
                  <a:pt x="4320263" y="1887703"/>
                  <a:pt x="4320800" y="1887703"/>
                </a:cubicBezTo>
                <a:close/>
                <a:moveTo>
                  <a:pt x="3863440" y="1887703"/>
                </a:moveTo>
                <a:lnTo>
                  <a:pt x="3884960" y="1887703"/>
                </a:lnTo>
                <a:cubicBezTo>
                  <a:pt x="3885497" y="1887703"/>
                  <a:pt x="3885958" y="1888011"/>
                  <a:pt x="3886267" y="1888472"/>
                </a:cubicBezTo>
                <a:lnTo>
                  <a:pt x="3897025" y="1907070"/>
                </a:lnTo>
                <a:cubicBezTo>
                  <a:pt x="3897332" y="1907532"/>
                  <a:pt x="3897332" y="1908147"/>
                  <a:pt x="3897025" y="1908608"/>
                </a:cubicBezTo>
                <a:lnTo>
                  <a:pt x="3886267" y="1927206"/>
                </a:lnTo>
                <a:cubicBezTo>
                  <a:pt x="3885958" y="1927667"/>
                  <a:pt x="3885497" y="1927975"/>
                  <a:pt x="3884960" y="1927975"/>
                </a:cubicBezTo>
                <a:lnTo>
                  <a:pt x="3863440" y="1927975"/>
                </a:lnTo>
                <a:cubicBezTo>
                  <a:pt x="3862903" y="1927975"/>
                  <a:pt x="3862441" y="1927667"/>
                  <a:pt x="3862134" y="1927206"/>
                </a:cubicBezTo>
                <a:lnTo>
                  <a:pt x="3851375" y="1908608"/>
                </a:lnTo>
                <a:cubicBezTo>
                  <a:pt x="3851066" y="1908147"/>
                  <a:pt x="3851066" y="1907532"/>
                  <a:pt x="3851375" y="1907070"/>
                </a:cubicBezTo>
                <a:lnTo>
                  <a:pt x="3862134" y="1888472"/>
                </a:lnTo>
                <a:cubicBezTo>
                  <a:pt x="3862441" y="1888011"/>
                  <a:pt x="3862903" y="1887703"/>
                  <a:pt x="3863440" y="1887703"/>
                </a:cubicBezTo>
                <a:close/>
                <a:moveTo>
                  <a:pt x="4046199" y="1887396"/>
                </a:moveTo>
                <a:lnTo>
                  <a:pt x="4068027" y="1887396"/>
                </a:lnTo>
                <a:cubicBezTo>
                  <a:pt x="4068564" y="1887396"/>
                  <a:pt x="4069025" y="1887703"/>
                  <a:pt x="4069334" y="1888165"/>
                </a:cubicBezTo>
                <a:lnTo>
                  <a:pt x="4080245" y="1907070"/>
                </a:lnTo>
                <a:cubicBezTo>
                  <a:pt x="4080553" y="1907532"/>
                  <a:pt x="4080553" y="1908147"/>
                  <a:pt x="4080245" y="1908608"/>
                </a:cubicBezTo>
                <a:lnTo>
                  <a:pt x="4069334" y="1927513"/>
                </a:lnTo>
                <a:cubicBezTo>
                  <a:pt x="4069103" y="1927975"/>
                  <a:pt x="4068564" y="1928282"/>
                  <a:pt x="4068027" y="1928282"/>
                </a:cubicBezTo>
                <a:lnTo>
                  <a:pt x="4046199" y="1928282"/>
                </a:lnTo>
                <a:cubicBezTo>
                  <a:pt x="4045662" y="1928282"/>
                  <a:pt x="4045201" y="1927975"/>
                  <a:pt x="4044894" y="1927513"/>
                </a:cubicBezTo>
                <a:lnTo>
                  <a:pt x="4033981" y="1908608"/>
                </a:lnTo>
                <a:cubicBezTo>
                  <a:pt x="4033671" y="1908147"/>
                  <a:pt x="4033671" y="1907532"/>
                  <a:pt x="4033981" y="1907070"/>
                </a:cubicBezTo>
                <a:lnTo>
                  <a:pt x="4044894" y="1888165"/>
                </a:lnTo>
                <a:cubicBezTo>
                  <a:pt x="4045124" y="1887703"/>
                  <a:pt x="4045662" y="1887396"/>
                  <a:pt x="4046199" y="1887396"/>
                </a:cubicBezTo>
                <a:close/>
                <a:moveTo>
                  <a:pt x="4228729" y="1886473"/>
                </a:moveTo>
                <a:lnTo>
                  <a:pt x="4251555" y="1886473"/>
                </a:lnTo>
                <a:cubicBezTo>
                  <a:pt x="4252092" y="1886473"/>
                  <a:pt x="4252630" y="1886859"/>
                  <a:pt x="4252937" y="1887318"/>
                </a:cubicBezTo>
                <a:lnTo>
                  <a:pt x="4264389" y="1907146"/>
                </a:lnTo>
                <a:cubicBezTo>
                  <a:pt x="4264697" y="1907607"/>
                  <a:pt x="4264697" y="1908300"/>
                  <a:pt x="4264389" y="1908762"/>
                </a:cubicBezTo>
                <a:lnTo>
                  <a:pt x="4252937" y="1928590"/>
                </a:lnTo>
                <a:cubicBezTo>
                  <a:pt x="4252630" y="1929127"/>
                  <a:pt x="4252092" y="1929435"/>
                  <a:pt x="4251555" y="1929435"/>
                </a:cubicBezTo>
                <a:lnTo>
                  <a:pt x="4228729" y="1929435"/>
                </a:lnTo>
                <a:cubicBezTo>
                  <a:pt x="4228190" y="1929435"/>
                  <a:pt x="4227653" y="1929051"/>
                  <a:pt x="4227345" y="1928590"/>
                </a:cubicBezTo>
                <a:lnTo>
                  <a:pt x="4215893" y="1908762"/>
                </a:lnTo>
                <a:cubicBezTo>
                  <a:pt x="4215588" y="1908300"/>
                  <a:pt x="4215588" y="1907607"/>
                  <a:pt x="4215893" y="1907146"/>
                </a:cubicBezTo>
                <a:lnTo>
                  <a:pt x="4227345" y="1887318"/>
                </a:lnTo>
                <a:cubicBezTo>
                  <a:pt x="4227653" y="1886781"/>
                  <a:pt x="4228190" y="1886473"/>
                  <a:pt x="4228729" y="1886473"/>
                </a:cubicBezTo>
                <a:close/>
                <a:moveTo>
                  <a:pt x="3771138" y="1886166"/>
                </a:moveTo>
                <a:lnTo>
                  <a:pt x="3794272" y="1886166"/>
                </a:lnTo>
                <a:cubicBezTo>
                  <a:pt x="3794809" y="1886166"/>
                  <a:pt x="3795346" y="1886473"/>
                  <a:pt x="3795653" y="1887010"/>
                </a:cubicBezTo>
                <a:lnTo>
                  <a:pt x="3807181" y="1907070"/>
                </a:lnTo>
                <a:cubicBezTo>
                  <a:pt x="3807489" y="1907532"/>
                  <a:pt x="3807489" y="1908147"/>
                  <a:pt x="3807181" y="1908684"/>
                </a:cubicBezTo>
                <a:lnTo>
                  <a:pt x="3795577" y="1928744"/>
                </a:lnTo>
                <a:cubicBezTo>
                  <a:pt x="3795346" y="1929281"/>
                  <a:pt x="3794730" y="1929589"/>
                  <a:pt x="3794193" y="1929589"/>
                </a:cubicBezTo>
                <a:lnTo>
                  <a:pt x="3771060" y="1929589"/>
                </a:lnTo>
                <a:cubicBezTo>
                  <a:pt x="3770522" y="1929589"/>
                  <a:pt x="3769984" y="1929281"/>
                  <a:pt x="3769678" y="1928744"/>
                </a:cubicBezTo>
                <a:lnTo>
                  <a:pt x="3758149" y="1908684"/>
                </a:lnTo>
                <a:cubicBezTo>
                  <a:pt x="3757842" y="1908223"/>
                  <a:pt x="3757842" y="1907607"/>
                  <a:pt x="3758149" y="1907070"/>
                </a:cubicBezTo>
                <a:lnTo>
                  <a:pt x="3769753" y="1887010"/>
                </a:lnTo>
                <a:cubicBezTo>
                  <a:pt x="3769984" y="1886473"/>
                  <a:pt x="3770599" y="1886166"/>
                  <a:pt x="3771138" y="1886166"/>
                </a:cubicBezTo>
                <a:close/>
                <a:moveTo>
                  <a:pt x="2764034" y="1884783"/>
                </a:moveTo>
                <a:lnTo>
                  <a:pt x="2788705" y="1884783"/>
                </a:lnTo>
                <a:cubicBezTo>
                  <a:pt x="2789318" y="1884783"/>
                  <a:pt x="2789933" y="1885091"/>
                  <a:pt x="2790241" y="1885628"/>
                </a:cubicBezTo>
                <a:lnTo>
                  <a:pt x="2802538" y="1906994"/>
                </a:lnTo>
                <a:cubicBezTo>
                  <a:pt x="2802845" y="1907532"/>
                  <a:pt x="2802845" y="1908225"/>
                  <a:pt x="2802538" y="1908762"/>
                </a:cubicBezTo>
                <a:lnTo>
                  <a:pt x="2790241" y="1930128"/>
                </a:lnTo>
                <a:cubicBezTo>
                  <a:pt x="2789858" y="1930665"/>
                  <a:pt x="2789318" y="1930973"/>
                  <a:pt x="2788705" y="1930973"/>
                </a:cubicBezTo>
                <a:lnTo>
                  <a:pt x="2764034" y="1930973"/>
                </a:lnTo>
                <a:cubicBezTo>
                  <a:pt x="2763419" y="1930973"/>
                  <a:pt x="2762804" y="1930665"/>
                  <a:pt x="2762498" y="1930128"/>
                </a:cubicBezTo>
                <a:lnTo>
                  <a:pt x="2750199" y="1908762"/>
                </a:lnTo>
                <a:cubicBezTo>
                  <a:pt x="2749894" y="1908225"/>
                  <a:pt x="2749894" y="1907532"/>
                  <a:pt x="2750199" y="1906994"/>
                </a:cubicBezTo>
                <a:lnTo>
                  <a:pt x="2762498" y="1885628"/>
                </a:lnTo>
                <a:cubicBezTo>
                  <a:pt x="2762881" y="1885091"/>
                  <a:pt x="2763419" y="1884783"/>
                  <a:pt x="2764034" y="1884783"/>
                </a:cubicBezTo>
                <a:close/>
                <a:moveTo>
                  <a:pt x="2855492" y="1884474"/>
                </a:moveTo>
                <a:lnTo>
                  <a:pt x="2880392" y="1884474"/>
                </a:lnTo>
                <a:cubicBezTo>
                  <a:pt x="2881008" y="1884474"/>
                  <a:pt x="2881623" y="1884782"/>
                  <a:pt x="2881930" y="1885319"/>
                </a:cubicBezTo>
                <a:lnTo>
                  <a:pt x="2894379" y="1906916"/>
                </a:lnTo>
                <a:cubicBezTo>
                  <a:pt x="2894688" y="1907454"/>
                  <a:pt x="2894688" y="1908145"/>
                  <a:pt x="2894379" y="1908684"/>
                </a:cubicBezTo>
                <a:lnTo>
                  <a:pt x="2881930" y="1930280"/>
                </a:lnTo>
                <a:cubicBezTo>
                  <a:pt x="2881623" y="1930817"/>
                  <a:pt x="2881008" y="1931124"/>
                  <a:pt x="2880392" y="1931124"/>
                </a:cubicBezTo>
                <a:lnTo>
                  <a:pt x="2855492" y="1931124"/>
                </a:lnTo>
                <a:cubicBezTo>
                  <a:pt x="2854877" y="1931124"/>
                  <a:pt x="2854261" y="1930817"/>
                  <a:pt x="2853954" y="1930280"/>
                </a:cubicBezTo>
                <a:lnTo>
                  <a:pt x="2841503" y="1908684"/>
                </a:lnTo>
                <a:cubicBezTo>
                  <a:pt x="2841198" y="1908145"/>
                  <a:pt x="2841198" y="1907454"/>
                  <a:pt x="2841503" y="1906916"/>
                </a:cubicBezTo>
                <a:lnTo>
                  <a:pt x="2853954" y="1885319"/>
                </a:lnTo>
                <a:cubicBezTo>
                  <a:pt x="2854261" y="1884782"/>
                  <a:pt x="2854877" y="1884474"/>
                  <a:pt x="2855492" y="1884474"/>
                </a:cubicBezTo>
                <a:close/>
                <a:moveTo>
                  <a:pt x="751321" y="1884322"/>
                </a:moveTo>
                <a:lnTo>
                  <a:pt x="776372" y="1884322"/>
                </a:lnTo>
                <a:cubicBezTo>
                  <a:pt x="776989" y="1884322"/>
                  <a:pt x="777606" y="1884706"/>
                  <a:pt x="777919" y="1885245"/>
                </a:cubicBezTo>
                <a:lnTo>
                  <a:pt x="790442" y="1906994"/>
                </a:lnTo>
                <a:cubicBezTo>
                  <a:pt x="790744" y="1907532"/>
                  <a:pt x="790744" y="1908225"/>
                  <a:pt x="790442" y="1908762"/>
                </a:cubicBezTo>
                <a:lnTo>
                  <a:pt x="777919" y="1930511"/>
                </a:lnTo>
                <a:cubicBezTo>
                  <a:pt x="777606" y="1931126"/>
                  <a:pt x="776989" y="1931434"/>
                  <a:pt x="776372" y="1931434"/>
                </a:cubicBezTo>
                <a:lnTo>
                  <a:pt x="751321" y="1931434"/>
                </a:lnTo>
                <a:cubicBezTo>
                  <a:pt x="750704" y="1931434"/>
                  <a:pt x="750094" y="1931050"/>
                  <a:pt x="749785" y="1930511"/>
                </a:cubicBezTo>
                <a:lnTo>
                  <a:pt x="737257" y="1908762"/>
                </a:lnTo>
                <a:cubicBezTo>
                  <a:pt x="736947" y="1908225"/>
                  <a:pt x="736947" y="1907532"/>
                  <a:pt x="737257" y="1906994"/>
                </a:cubicBezTo>
                <a:lnTo>
                  <a:pt x="749785" y="1885245"/>
                </a:lnTo>
                <a:cubicBezTo>
                  <a:pt x="750094" y="1884630"/>
                  <a:pt x="750704" y="1884322"/>
                  <a:pt x="751321" y="1884322"/>
                </a:cubicBezTo>
                <a:close/>
                <a:moveTo>
                  <a:pt x="3495612" y="1884090"/>
                </a:moveTo>
                <a:lnTo>
                  <a:pt x="3520975" y="1884090"/>
                </a:lnTo>
                <a:cubicBezTo>
                  <a:pt x="3521590" y="1884090"/>
                  <a:pt x="3522206" y="1884474"/>
                  <a:pt x="3522513" y="1885013"/>
                </a:cubicBezTo>
                <a:lnTo>
                  <a:pt x="3535193" y="1906994"/>
                </a:lnTo>
                <a:cubicBezTo>
                  <a:pt x="3535500" y="1907532"/>
                  <a:pt x="3535500" y="1908223"/>
                  <a:pt x="3535193" y="1908762"/>
                </a:cubicBezTo>
                <a:lnTo>
                  <a:pt x="3522513" y="1930741"/>
                </a:lnTo>
                <a:cubicBezTo>
                  <a:pt x="3522206" y="1931280"/>
                  <a:pt x="3521590" y="1931664"/>
                  <a:pt x="3520975" y="1931664"/>
                </a:cubicBezTo>
                <a:lnTo>
                  <a:pt x="3495612" y="1931664"/>
                </a:lnTo>
                <a:cubicBezTo>
                  <a:pt x="3495000" y="1931664"/>
                  <a:pt x="3494385" y="1931280"/>
                  <a:pt x="3494077" y="1930741"/>
                </a:cubicBezTo>
                <a:lnTo>
                  <a:pt x="3481395" y="1908762"/>
                </a:lnTo>
                <a:cubicBezTo>
                  <a:pt x="3481089" y="1908223"/>
                  <a:pt x="3481089" y="1907532"/>
                  <a:pt x="3481395" y="1906994"/>
                </a:cubicBezTo>
                <a:lnTo>
                  <a:pt x="3494077" y="1885013"/>
                </a:lnTo>
                <a:cubicBezTo>
                  <a:pt x="3494385" y="1884474"/>
                  <a:pt x="3495000" y="1884090"/>
                  <a:pt x="3495612" y="1884090"/>
                </a:cubicBezTo>
                <a:close/>
                <a:moveTo>
                  <a:pt x="2946486" y="1883629"/>
                </a:moveTo>
                <a:lnTo>
                  <a:pt x="2972309" y="1883629"/>
                </a:lnTo>
                <a:cubicBezTo>
                  <a:pt x="2973000" y="1883629"/>
                  <a:pt x="2973616" y="1884013"/>
                  <a:pt x="2973923" y="1884552"/>
                </a:cubicBezTo>
                <a:lnTo>
                  <a:pt x="2986835" y="1906916"/>
                </a:lnTo>
                <a:cubicBezTo>
                  <a:pt x="2987143" y="1907532"/>
                  <a:pt x="2987143" y="1908223"/>
                  <a:pt x="2986835" y="1908760"/>
                </a:cubicBezTo>
                <a:lnTo>
                  <a:pt x="2973923" y="1931124"/>
                </a:lnTo>
                <a:cubicBezTo>
                  <a:pt x="2973540" y="1931664"/>
                  <a:pt x="2972924" y="1932047"/>
                  <a:pt x="2972309" y="1932047"/>
                </a:cubicBezTo>
                <a:lnTo>
                  <a:pt x="2946486" y="1932047"/>
                </a:lnTo>
                <a:cubicBezTo>
                  <a:pt x="2945795" y="1932047"/>
                  <a:pt x="2945179" y="1931664"/>
                  <a:pt x="2944872" y="1931124"/>
                </a:cubicBezTo>
                <a:lnTo>
                  <a:pt x="2931960" y="1908760"/>
                </a:lnTo>
                <a:cubicBezTo>
                  <a:pt x="2931654" y="1908147"/>
                  <a:pt x="2931654" y="1907454"/>
                  <a:pt x="2931960" y="1906916"/>
                </a:cubicBezTo>
                <a:lnTo>
                  <a:pt x="2944872" y="1884552"/>
                </a:lnTo>
                <a:cubicBezTo>
                  <a:pt x="2945257" y="1884013"/>
                  <a:pt x="2945871" y="1883629"/>
                  <a:pt x="2946486" y="1883629"/>
                </a:cubicBezTo>
                <a:close/>
                <a:moveTo>
                  <a:pt x="4409645" y="1882631"/>
                </a:moveTo>
                <a:lnTo>
                  <a:pt x="4436543" y="1882631"/>
                </a:lnTo>
                <a:cubicBezTo>
                  <a:pt x="4437158" y="1882631"/>
                  <a:pt x="4437850" y="1882938"/>
                  <a:pt x="4438157" y="1883553"/>
                </a:cubicBezTo>
                <a:lnTo>
                  <a:pt x="4451607" y="1906840"/>
                </a:lnTo>
                <a:cubicBezTo>
                  <a:pt x="4451914" y="1907456"/>
                  <a:pt x="4451914" y="1908147"/>
                  <a:pt x="4451607" y="1908762"/>
                </a:cubicBezTo>
                <a:lnTo>
                  <a:pt x="4438157" y="1932047"/>
                </a:lnTo>
                <a:cubicBezTo>
                  <a:pt x="4437850" y="1932586"/>
                  <a:pt x="4437235" y="1932970"/>
                  <a:pt x="4436543" y="1932970"/>
                </a:cubicBezTo>
                <a:lnTo>
                  <a:pt x="4409645" y="1932970"/>
                </a:lnTo>
                <a:cubicBezTo>
                  <a:pt x="4409030" y="1932970"/>
                  <a:pt x="4408337" y="1932662"/>
                  <a:pt x="4408031" y="1932047"/>
                </a:cubicBezTo>
                <a:lnTo>
                  <a:pt x="4394580" y="1908762"/>
                </a:lnTo>
                <a:cubicBezTo>
                  <a:pt x="4394275" y="1908147"/>
                  <a:pt x="4394275" y="1907456"/>
                  <a:pt x="4394580" y="1906840"/>
                </a:cubicBezTo>
                <a:lnTo>
                  <a:pt x="4408031" y="1883553"/>
                </a:lnTo>
                <a:cubicBezTo>
                  <a:pt x="4408337" y="1883016"/>
                  <a:pt x="4408952" y="1882631"/>
                  <a:pt x="4409645" y="1882631"/>
                </a:cubicBezTo>
                <a:close/>
                <a:moveTo>
                  <a:pt x="384188" y="1882093"/>
                </a:moveTo>
                <a:lnTo>
                  <a:pt x="411700" y="1882093"/>
                </a:lnTo>
                <a:cubicBezTo>
                  <a:pt x="412389" y="1882093"/>
                  <a:pt x="413008" y="1882479"/>
                  <a:pt x="413393" y="1883092"/>
                </a:cubicBezTo>
                <a:lnTo>
                  <a:pt x="427148" y="1906918"/>
                </a:lnTo>
                <a:cubicBezTo>
                  <a:pt x="427533" y="1907456"/>
                  <a:pt x="427533" y="1908225"/>
                  <a:pt x="427148" y="1908840"/>
                </a:cubicBezTo>
                <a:lnTo>
                  <a:pt x="413393" y="1932664"/>
                </a:lnTo>
                <a:cubicBezTo>
                  <a:pt x="413008" y="1933279"/>
                  <a:pt x="412389" y="1933663"/>
                  <a:pt x="411700" y="1933663"/>
                </a:cubicBezTo>
                <a:lnTo>
                  <a:pt x="384188" y="1933663"/>
                </a:lnTo>
                <a:cubicBezTo>
                  <a:pt x="383497" y="1933663"/>
                  <a:pt x="382876" y="1933279"/>
                  <a:pt x="382493" y="1932664"/>
                </a:cubicBezTo>
                <a:lnTo>
                  <a:pt x="368742" y="1908840"/>
                </a:lnTo>
                <a:cubicBezTo>
                  <a:pt x="368353" y="1908300"/>
                  <a:pt x="368353" y="1907532"/>
                  <a:pt x="368742" y="1906918"/>
                </a:cubicBezTo>
                <a:lnTo>
                  <a:pt x="382493" y="1883092"/>
                </a:lnTo>
                <a:cubicBezTo>
                  <a:pt x="382876" y="1882479"/>
                  <a:pt x="383497" y="1882093"/>
                  <a:pt x="384188" y="1882093"/>
                </a:cubicBezTo>
                <a:close/>
                <a:moveTo>
                  <a:pt x="3128480" y="1881786"/>
                </a:moveTo>
                <a:lnTo>
                  <a:pt x="3156223" y="1881786"/>
                </a:lnTo>
                <a:cubicBezTo>
                  <a:pt x="3156916" y="1881786"/>
                  <a:pt x="3157529" y="1882169"/>
                  <a:pt x="3157915" y="1882784"/>
                </a:cubicBezTo>
                <a:lnTo>
                  <a:pt x="3171825" y="1906840"/>
                </a:lnTo>
                <a:cubicBezTo>
                  <a:pt x="3172209" y="1907456"/>
                  <a:pt x="3172209" y="1908225"/>
                  <a:pt x="3171825" y="1908838"/>
                </a:cubicBezTo>
                <a:lnTo>
                  <a:pt x="3157915" y="1932894"/>
                </a:lnTo>
                <a:cubicBezTo>
                  <a:pt x="3157529" y="1933509"/>
                  <a:pt x="3156916" y="1933893"/>
                  <a:pt x="3156223" y="1933893"/>
                </a:cubicBezTo>
                <a:lnTo>
                  <a:pt x="3128480" y="1933893"/>
                </a:lnTo>
                <a:cubicBezTo>
                  <a:pt x="3127787" y="1933893"/>
                  <a:pt x="3127173" y="1933509"/>
                  <a:pt x="3126788" y="1932894"/>
                </a:cubicBezTo>
                <a:lnTo>
                  <a:pt x="3112879" y="1908838"/>
                </a:lnTo>
                <a:cubicBezTo>
                  <a:pt x="3112492" y="1908225"/>
                  <a:pt x="3112492" y="1907456"/>
                  <a:pt x="3112879" y="1906840"/>
                </a:cubicBezTo>
                <a:lnTo>
                  <a:pt x="3126788" y="1882784"/>
                </a:lnTo>
                <a:cubicBezTo>
                  <a:pt x="3127173" y="1882169"/>
                  <a:pt x="3127787" y="1881786"/>
                  <a:pt x="3128480" y="1881786"/>
                </a:cubicBezTo>
                <a:close/>
                <a:moveTo>
                  <a:pt x="292575" y="1881786"/>
                </a:moveTo>
                <a:lnTo>
                  <a:pt x="320316" y="1881786"/>
                </a:lnTo>
                <a:cubicBezTo>
                  <a:pt x="321013" y="1881786"/>
                  <a:pt x="321626" y="1882169"/>
                  <a:pt x="322012" y="1882784"/>
                </a:cubicBezTo>
                <a:lnTo>
                  <a:pt x="335924" y="1906840"/>
                </a:lnTo>
                <a:cubicBezTo>
                  <a:pt x="336307" y="1907456"/>
                  <a:pt x="336307" y="1908225"/>
                  <a:pt x="335924" y="1908838"/>
                </a:cubicBezTo>
                <a:lnTo>
                  <a:pt x="322012" y="1932894"/>
                </a:lnTo>
                <a:cubicBezTo>
                  <a:pt x="321626" y="1933509"/>
                  <a:pt x="321013" y="1933893"/>
                  <a:pt x="320316" y="1933893"/>
                </a:cubicBezTo>
                <a:lnTo>
                  <a:pt x="292575" y="1933893"/>
                </a:lnTo>
                <a:cubicBezTo>
                  <a:pt x="291884" y="1933893"/>
                  <a:pt x="291269" y="1933509"/>
                  <a:pt x="290887" y="1932894"/>
                </a:cubicBezTo>
                <a:lnTo>
                  <a:pt x="276975" y="1908838"/>
                </a:lnTo>
                <a:cubicBezTo>
                  <a:pt x="276587" y="1908225"/>
                  <a:pt x="276587" y="1907456"/>
                  <a:pt x="276975" y="1906840"/>
                </a:cubicBezTo>
                <a:lnTo>
                  <a:pt x="290887" y="1882784"/>
                </a:lnTo>
                <a:cubicBezTo>
                  <a:pt x="291269" y="1882169"/>
                  <a:pt x="291884" y="1881786"/>
                  <a:pt x="292575" y="1881786"/>
                </a:cubicBezTo>
                <a:close/>
                <a:moveTo>
                  <a:pt x="3311315" y="1881554"/>
                </a:moveTo>
                <a:lnTo>
                  <a:pt x="3339368" y="1881554"/>
                </a:lnTo>
                <a:cubicBezTo>
                  <a:pt x="3340059" y="1881554"/>
                  <a:pt x="3340674" y="1881938"/>
                  <a:pt x="3341059" y="1882553"/>
                </a:cubicBezTo>
                <a:lnTo>
                  <a:pt x="3355047" y="1906839"/>
                </a:lnTo>
                <a:cubicBezTo>
                  <a:pt x="3355432" y="1907454"/>
                  <a:pt x="3355432" y="1908223"/>
                  <a:pt x="3355047" y="1908838"/>
                </a:cubicBezTo>
                <a:lnTo>
                  <a:pt x="3340982" y="1933124"/>
                </a:lnTo>
                <a:cubicBezTo>
                  <a:pt x="3340674" y="1933739"/>
                  <a:pt x="3339983" y="1934122"/>
                  <a:pt x="3339292" y="1934122"/>
                </a:cubicBezTo>
                <a:lnTo>
                  <a:pt x="3311240" y="1934122"/>
                </a:lnTo>
                <a:cubicBezTo>
                  <a:pt x="3310548" y="1934122"/>
                  <a:pt x="3309933" y="1933739"/>
                  <a:pt x="3309548" y="1933124"/>
                </a:cubicBezTo>
                <a:lnTo>
                  <a:pt x="3295561" y="1908838"/>
                </a:lnTo>
                <a:cubicBezTo>
                  <a:pt x="3295176" y="1908223"/>
                  <a:pt x="3295176" y="1907454"/>
                  <a:pt x="3295561" y="1906839"/>
                </a:cubicBezTo>
                <a:lnTo>
                  <a:pt x="3309626" y="1882553"/>
                </a:lnTo>
                <a:cubicBezTo>
                  <a:pt x="3309933" y="1881938"/>
                  <a:pt x="3310625" y="1881554"/>
                  <a:pt x="3311315" y="1881554"/>
                </a:cubicBezTo>
                <a:close/>
                <a:moveTo>
                  <a:pt x="3585380" y="1881017"/>
                </a:moveTo>
                <a:lnTo>
                  <a:pt x="3614046" y="1881017"/>
                </a:lnTo>
                <a:cubicBezTo>
                  <a:pt x="3614815" y="1881017"/>
                  <a:pt x="3615430" y="1881400"/>
                  <a:pt x="3615814" y="1882015"/>
                </a:cubicBezTo>
                <a:lnTo>
                  <a:pt x="3630110" y="1906840"/>
                </a:lnTo>
                <a:cubicBezTo>
                  <a:pt x="3630494" y="1907456"/>
                  <a:pt x="3630494" y="1908223"/>
                  <a:pt x="3630110" y="1908838"/>
                </a:cubicBezTo>
                <a:lnTo>
                  <a:pt x="3615738" y="1933663"/>
                </a:lnTo>
                <a:cubicBezTo>
                  <a:pt x="3615354" y="1934276"/>
                  <a:pt x="3614661" y="1934661"/>
                  <a:pt x="3613971" y="1934661"/>
                </a:cubicBezTo>
                <a:lnTo>
                  <a:pt x="3585303" y="1934661"/>
                </a:lnTo>
                <a:cubicBezTo>
                  <a:pt x="3584534" y="1934661"/>
                  <a:pt x="3583921" y="1934276"/>
                  <a:pt x="3583536" y="1933663"/>
                </a:cubicBezTo>
                <a:lnTo>
                  <a:pt x="3569242" y="1908838"/>
                </a:lnTo>
                <a:cubicBezTo>
                  <a:pt x="3568856" y="1908223"/>
                  <a:pt x="3568856" y="1907456"/>
                  <a:pt x="3569242" y="1906840"/>
                </a:cubicBezTo>
                <a:lnTo>
                  <a:pt x="3583614" y="1882015"/>
                </a:lnTo>
                <a:cubicBezTo>
                  <a:pt x="3583996" y="1881400"/>
                  <a:pt x="3584689" y="1881017"/>
                  <a:pt x="3585380" y="1881017"/>
                </a:cubicBezTo>
                <a:close/>
                <a:moveTo>
                  <a:pt x="108971" y="1880709"/>
                </a:moveTo>
                <a:lnTo>
                  <a:pt x="137946" y="1880709"/>
                </a:lnTo>
                <a:cubicBezTo>
                  <a:pt x="138637" y="1880709"/>
                  <a:pt x="139332" y="1881095"/>
                  <a:pt x="139714" y="1881708"/>
                </a:cubicBezTo>
                <a:lnTo>
                  <a:pt x="154161" y="1906840"/>
                </a:lnTo>
                <a:cubicBezTo>
                  <a:pt x="154543" y="1907532"/>
                  <a:pt x="154543" y="1908300"/>
                  <a:pt x="154161" y="1908916"/>
                </a:cubicBezTo>
                <a:lnTo>
                  <a:pt x="139638" y="1934046"/>
                </a:lnTo>
                <a:cubicBezTo>
                  <a:pt x="139248" y="1934661"/>
                  <a:pt x="138565" y="1935045"/>
                  <a:pt x="137870" y="1935045"/>
                </a:cubicBezTo>
                <a:lnTo>
                  <a:pt x="108891" y="1935045"/>
                </a:lnTo>
                <a:cubicBezTo>
                  <a:pt x="108202" y="1935045"/>
                  <a:pt x="107509" y="1934661"/>
                  <a:pt x="107124" y="1934046"/>
                </a:cubicBezTo>
                <a:lnTo>
                  <a:pt x="92679" y="1908916"/>
                </a:lnTo>
                <a:cubicBezTo>
                  <a:pt x="92294" y="1908223"/>
                  <a:pt x="92294" y="1907456"/>
                  <a:pt x="92679" y="1906840"/>
                </a:cubicBezTo>
                <a:lnTo>
                  <a:pt x="107203" y="1881708"/>
                </a:lnTo>
                <a:cubicBezTo>
                  <a:pt x="107589" y="1881095"/>
                  <a:pt x="108278" y="1880709"/>
                  <a:pt x="108971" y="1880709"/>
                </a:cubicBezTo>
                <a:close/>
                <a:moveTo>
                  <a:pt x="3036178" y="1880402"/>
                </a:moveTo>
                <a:lnTo>
                  <a:pt x="3065458" y="1880402"/>
                </a:lnTo>
                <a:cubicBezTo>
                  <a:pt x="3066151" y="1880402"/>
                  <a:pt x="3066843" y="1880785"/>
                  <a:pt x="3067226" y="1881400"/>
                </a:cubicBezTo>
                <a:lnTo>
                  <a:pt x="3081829" y="1906763"/>
                </a:lnTo>
                <a:cubicBezTo>
                  <a:pt x="3082214" y="1907378"/>
                  <a:pt x="3082214" y="1908223"/>
                  <a:pt x="3081829" y="1908838"/>
                </a:cubicBezTo>
                <a:lnTo>
                  <a:pt x="3067150" y="1934200"/>
                </a:lnTo>
                <a:cubicBezTo>
                  <a:pt x="3066765" y="1934815"/>
                  <a:pt x="3066074" y="1935199"/>
                  <a:pt x="3065383" y="1935199"/>
                </a:cubicBezTo>
                <a:lnTo>
                  <a:pt x="3036100" y="1935199"/>
                </a:lnTo>
                <a:cubicBezTo>
                  <a:pt x="3035409" y="1935199"/>
                  <a:pt x="3034718" y="1934815"/>
                  <a:pt x="3034332" y="1934200"/>
                </a:cubicBezTo>
                <a:lnTo>
                  <a:pt x="3019731" y="1908838"/>
                </a:lnTo>
                <a:cubicBezTo>
                  <a:pt x="3019345" y="1908223"/>
                  <a:pt x="3019345" y="1907378"/>
                  <a:pt x="3019731" y="1906763"/>
                </a:cubicBezTo>
                <a:lnTo>
                  <a:pt x="3034410" y="1881400"/>
                </a:lnTo>
                <a:cubicBezTo>
                  <a:pt x="3034794" y="1880785"/>
                  <a:pt x="3035485" y="1880402"/>
                  <a:pt x="3036178" y="1880402"/>
                </a:cubicBezTo>
                <a:close/>
                <a:moveTo>
                  <a:pt x="3219090" y="1880248"/>
                </a:moveTo>
                <a:lnTo>
                  <a:pt x="3248525" y="1880248"/>
                </a:lnTo>
                <a:cubicBezTo>
                  <a:pt x="3249217" y="1880248"/>
                  <a:pt x="3249908" y="1880709"/>
                  <a:pt x="3250293" y="1881324"/>
                </a:cubicBezTo>
                <a:lnTo>
                  <a:pt x="3264972" y="1906840"/>
                </a:lnTo>
                <a:cubicBezTo>
                  <a:pt x="3265356" y="1907456"/>
                  <a:pt x="3265356" y="1908300"/>
                  <a:pt x="3264972" y="1908916"/>
                </a:cubicBezTo>
                <a:lnTo>
                  <a:pt x="3250215" y="1934430"/>
                </a:lnTo>
                <a:cubicBezTo>
                  <a:pt x="3249832" y="1935123"/>
                  <a:pt x="3249217" y="1935506"/>
                  <a:pt x="3248448" y="1935506"/>
                </a:cubicBezTo>
                <a:lnTo>
                  <a:pt x="3219013" y="1935506"/>
                </a:lnTo>
                <a:cubicBezTo>
                  <a:pt x="3218323" y="1935506"/>
                  <a:pt x="3217629" y="1935045"/>
                  <a:pt x="3217246" y="1934430"/>
                </a:cubicBezTo>
                <a:lnTo>
                  <a:pt x="3202567" y="1908916"/>
                </a:lnTo>
                <a:cubicBezTo>
                  <a:pt x="3202181" y="1908300"/>
                  <a:pt x="3202181" y="1907456"/>
                  <a:pt x="3202567" y="1906840"/>
                </a:cubicBezTo>
                <a:lnTo>
                  <a:pt x="3217321" y="1881324"/>
                </a:lnTo>
                <a:cubicBezTo>
                  <a:pt x="3217707" y="1880631"/>
                  <a:pt x="3218323" y="1880248"/>
                  <a:pt x="3219090" y="1880248"/>
                </a:cubicBezTo>
                <a:close/>
                <a:moveTo>
                  <a:pt x="840316" y="1879711"/>
                </a:moveTo>
                <a:lnTo>
                  <a:pt x="870370" y="1879711"/>
                </a:lnTo>
                <a:cubicBezTo>
                  <a:pt x="871133" y="1879711"/>
                  <a:pt x="871826" y="1880172"/>
                  <a:pt x="872213" y="1880787"/>
                </a:cubicBezTo>
                <a:lnTo>
                  <a:pt x="887202" y="1906763"/>
                </a:lnTo>
                <a:cubicBezTo>
                  <a:pt x="887584" y="1907456"/>
                  <a:pt x="887584" y="1908300"/>
                  <a:pt x="887202" y="1908916"/>
                </a:cubicBezTo>
                <a:lnTo>
                  <a:pt x="872213" y="1934893"/>
                </a:lnTo>
                <a:cubicBezTo>
                  <a:pt x="871826" y="1935584"/>
                  <a:pt x="871133" y="1935968"/>
                  <a:pt x="870370" y="1935968"/>
                </a:cubicBezTo>
                <a:lnTo>
                  <a:pt x="840316" y="1935968"/>
                </a:lnTo>
                <a:cubicBezTo>
                  <a:pt x="839547" y="1935968"/>
                  <a:pt x="838862" y="1935506"/>
                  <a:pt x="838474" y="1934893"/>
                </a:cubicBezTo>
                <a:lnTo>
                  <a:pt x="823484" y="1908916"/>
                </a:lnTo>
                <a:cubicBezTo>
                  <a:pt x="823104" y="1908225"/>
                  <a:pt x="823104" y="1907378"/>
                  <a:pt x="823484" y="1906763"/>
                </a:cubicBezTo>
                <a:lnTo>
                  <a:pt x="838474" y="1880787"/>
                </a:lnTo>
                <a:cubicBezTo>
                  <a:pt x="838862" y="1880096"/>
                  <a:pt x="839547" y="1879711"/>
                  <a:pt x="840316" y="1879711"/>
                </a:cubicBezTo>
                <a:close/>
                <a:moveTo>
                  <a:pt x="3401159" y="1878634"/>
                </a:moveTo>
                <a:lnTo>
                  <a:pt x="3432361" y="1878634"/>
                </a:lnTo>
                <a:cubicBezTo>
                  <a:pt x="3433130" y="1878634"/>
                  <a:pt x="3433899" y="1879018"/>
                  <a:pt x="3434283" y="1879711"/>
                </a:cubicBezTo>
                <a:lnTo>
                  <a:pt x="3449885" y="1906763"/>
                </a:lnTo>
                <a:cubicBezTo>
                  <a:pt x="3450268" y="1907454"/>
                  <a:pt x="3450268" y="1908300"/>
                  <a:pt x="3449885" y="1908992"/>
                </a:cubicBezTo>
                <a:lnTo>
                  <a:pt x="3434283" y="1936044"/>
                </a:lnTo>
                <a:cubicBezTo>
                  <a:pt x="3433899" y="1936659"/>
                  <a:pt x="3433130" y="1937120"/>
                  <a:pt x="3432361" y="1937120"/>
                </a:cubicBezTo>
                <a:lnTo>
                  <a:pt x="3401159" y="1937120"/>
                </a:lnTo>
                <a:cubicBezTo>
                  <a:pt x="3400391" y="1937120"/>
                  <a:pt x="3399621" y="1936737"/>
                  <a:pt x="3399239" y="1936044"/>
                </a:cubicBezTo>
                <a:lnTo>
                  <a:pt x="3383636" y="1908992"/>
                </a:lnTo>
                <a:cubicBezTo>
                  <a:pt x="3383250" y="1908300"/>
                  <a:pt x="3383250" y="1907454"/>
                  <a:pt x="3383636" y="1906763"/>
                </a:cubicBezTo>
                <a:lnTo>
                  <a:pt x="3399239" y="1879711"/>
                </a:lnTo>
                <a:cubicBezTo>
                  <a:pt x="3399621" y="1879095"/>
                  <a:pt x="3400391" y="1878634"/>
                  <a:pt x="3401159" y="1878634"/>
                </a:cubicBezTo>
                <a:close/>
                <a:moveTo>
                  <a:pt x="197660" y="1875407"/>
                </a:moveTo>
                <a:lnTo>
                  <a:pt x="232320" y="1875407"/>
                </a:lnTo>
                <a:cubicBezTo>
                  <a:pt x="233242" y="1875407"/>
                  <a:pt x="234009" y="1875868"/>
                  <a:pt x="234478" y="1876637"/>
                </a:cubicBezTo>
                <a:lnTo>
                  <a:pt x="251764" y="1906609"/>
                </a:lnTo>
                <a:cubicBezTo>
                  <a:pt x="252226" y="1907378"/>
                  <a:pt x="252226" y="1908300"/>
                  <a:pt x="251764" y="1909069"/>
                </a:cubicBezTo>
                <a:lnTo>
                  <a:pt x="234397" y="1939043"/>
                </a:lnTo>
                <a:cubicBezTo>
                  <a:pt x="233941" y="1939810"/>
                  <a:pt x="233089" y="1940272"/>
                  <a:pt x="232247" y="1940272"/>
                </a:cubicBezTo>
                <a:lnTo>
                  <a:pt x="197586" y="1940272"/>
                </a:lnTo>
                <a:cubicBezTo>
                  <a:pt x="196664" y="1940272"/>
                  <a:pt x="195893" y="1939810"/>
                  <a:pt x="195433" y="1939043"/>
                </a:cubicBezTo>
                <a:lnTo>
                  <a:pt x="178138" y="1909069"/>
                </a:lnTo>
                <a:cubicBezTo>
                  <a:pt x="177680" y="1908300"/>
                  <a:pt x="177680" y="1907378"/>
                  <a:pt x="178138" y="1906609"/>
                </a:cubicBezTo>
                <a:lnTo>
                  <a:pt x="195511" y="1876637"/>
                </a:lnTo>
                <a:cubicBezTo>
                  <a:pt x="195967" y="1875868"/>
                  <a:pt x="196817" y="1875407"/>
                  <a:pt x="197660" y="1875407"/>
                </a:cubicBezTo>
                <a:close/>
                <a:moveTo>
                  <a:pt x="1674927" y="1821532"/>
                </a:moveTo>
                <a:lnTo>
                  <a:pt x="1682383" y="1821532"/>
                </a:lnTo>
                <a:cubicBezTo>
                  <a:pt x="1682537" y="1821532"/>
                  <a:pt x="1682844" y="1821762"/>
                  <a:pt x="1682844" y="1821762"/>
                </a:cubicBezTo>
                <a:lnTo>
                  <a:pt x="1686611" y="1828219"/>
                </a:lnTo>
                <a:cubicBezTo>
                  <a:pt x="1686687" y="1828373"/>
                  <a:pt x="1686611" y="1828756"/>
                  <a:pt x="1686611" y="1828756"/>
                </a:cubicBezTo>
                <a:lnTo>
                  <a:pt x="1682844" y="1835213"/>
                </a:lnTo>
                <a:cubicBezTo>
                  <a:pt x="1682768" y="1835367"/>
                  <a:pt x="1682383" y="1835443"/>
                  <a:pt x="1682383" y="1835443"/>
                </a:cubicBezTo>
                <a:lnTo>
                  <a:pt x="1674927" y="1835443"/>
                </a:lnTo>
                <a:cubicBezTo>
                  <a:pt x="1674774" y="1835443"/>
                  <a:pt x="1674468" y="1835213"/>
                  <a:pt x="1674468" y="1835213"/>
                </a:cubicBezTo>
                <a:lnTo>
                  <a:pt x="1670701" y="1828756"/>
                </a:lnTo>
                <a:cubicBezTo>
                  <a:pt x="1670623" y="1828602"/>
                  <a:pt x="1670701" y="1828219"/>
                  <a:pt x="1670701" y="1828219"/>
                </a:cubicBezTo>
                <a:lnTo>
                  <a:pt x="1674468" y="1821762"/>
                </a:lnTo>
                <a:cubicBezTo>
                  <a:pt x="1674544" y="1821608"/>
                  <a:pt x="1674927" y="1821532"/>
                  <a:pt x="1674927" y="1821532"/>
                </a:cubicBezTo>
                <a:close/>
                <a:moveTo>
                  <a:pt x="1217444" y="1821454"/>
                </a:moveTo>
                <a:lnTo>
                  <a:pt x="1225055" y="1821454"/>
                </a:lnTo>
                <a:cubicBezTo>
                  <a:pt x="1225207" y="1821454"/>
                  <a:pt x="1225517" y="1821762"/>
                  <a:pt x="1225517" y="1821762"/>
                </a:cubicBezTo>
                <a:lnTo>
                  <a:pt x="1229354" y="1828371"/>
                </a:lnTo>
                <a:cubicBezTo>
                  <a:pt x="1229433" y="1828525"/>
                  <a:pt x="1229354" y="1828910"/>
                  <a:pt x="1229354" y="1828910"/>
                </a:cubicBezTo>
                <a:lnTo>
                  <a:pt x="1225517" y="1835519"/>
                </a:lnTo>
                <a:cubicBezTo>
                  <a:pt x="1225437" y="1835748"/>
                  <a:pt x="1225055" y="1835826"/>
                  <a:pt x="1225055" y="1835826"/>
                </a:cubicBezTo>
                <a:lnTo>
                  <a:pt x="1217444" y="1835826"/>
                </a:lnTo>
                <a:cubicBezTo>
                  <a:pt x="1217290" y="1835826"/>
                  <a:pt x="1216983" y="1835519"/>
                  <a:pt x="1216983" y="1835519"/>
                </a:cubicBezTo>
                <a:lnTo>
                  <a:pt x="1213142" y="1828910"/>
                </a:lnTo>
                <a:cubicBezTo>
                  <a:pt x="1213062" y="1828756"/>
                  <a:pt x="1213142" y="1828371"/>
                  <a:pt x="1213142" y="1828371"/>
                </a:cubicBezTo>
                <a:lnTo>
                  <a:pt x="1216983" y="1821762"/>
                </a:lnTo>
                <a:cubicBezTo>
                  <a:pt x="1217057" y="1821532"/>
                  <a:pt x="1217444" y="1821454"/>
                  <a:pt x="1217444" y="1821454"/>
                </a:cubicBezTo>
                <a:close/>
                <a:moveTo>
                  <a:pt x="119420" y="1820993"/>
                </a:moveTo>
                <a:lnTo>
                  <a:pt x="127496" y="1820993"/>
                </a:lnTo>
                <a:cubicBezTo>
                  <a:pt x="127650" y="1820993"/>
                  <a:pt x="127954" y="1821301"/>
                  <a:pt x="127954" y="1821301"/>
                </a:cubicBezTo>
                <a:lnTo>
                  <a:pt x="131956" y="1828295"/>
                </a:lnTo>
                <a:cubicBezTo>
                  <a:pt x="132028" y="1828449"/>
                  <a:pt x="131956" y="1828832"/>
                  <a:pt x="131956" y="1828832"/>
                </a:cubicBezTo>
                <a:lnTo>
                  <a:pt x="127880" y="1835826"/>
                </a:lnTo>
                <a:cubicBezTo>
                  <a:pt x="127800" y="1836056"/>
                  <a:pt x="127413" y="1836134"/>
                  <a:pt x="127413" y="1836134"/>
                </a:cubicBezTo>
                <a:lnTo>
                  <a:pt x="119348" y="1836134"/>
                </a:lnTo>
                <a:cubicBezTo>
                  <a:pt x="119192" y="1836134"/>
                  <a:pt x="118881" y="1835826"/>
                  <a:pt x="118881" y="1835826"/>
                </a:cubicBezTo>
                <a:lnTo>
                  <a:pt x="114892" y="1828832"/>
                </a:lnTo>
                <a:cubicBezTo>
                  <a:pt x="114816" y="1828678"/>
                  <a:pt x="114892" y="1828295"/>
                  <a:pt x="114892" y="1828295"/>
                </a:cubicBezTo>
                <a:lnTo>
                  <a:pt x="118965" y="1821301"/>
                </a:lnTo>
                <a:cubicBezTo>
                  <a:pt x="119042" y="1821069"/>
                  <a:pt x="119420" y="1820993"/>
                  <a:pt x="119420" y="1820993"/>
                </a:cubicBezTo>
                <a:close/>
                <a:moveTo>
                  <a:pt x="2954789" y="1819994"/>
                </a:moveTo>
                <a:lnTo>
                  <a:pt x="2963933" y="1819994"/>
                </a:lnTo>
                <a:cubicBezTo>
                  <a:pt x="2964165" y="1819994"/>
                  <a:pt x="2964470" y="1820302"/>
                  <a:pt x="2964470" y="1820302"/>
                </a:cubicBezTo>
                <a:lnTo>
                  <a:pt x="2969006" y="1828219"/>
                </a:lnTo>
                <a:cubicBezTo>
                  <a:pt x="2969160" y="1828371"/>
                  <a:pt x="2969006" y="1828832"/>
                  <a:pt x="2969006" y="1828832"/>
                </a:cubicBezTo>
                <a:lnTo>
                  <a:pt x="2964470" y="1836749"/>
                </a:lnTo>
                <a:cubicBezTo>
                  <a:pt x="2964394" y="1836903"/>
                  <a:pt x="2963933" y="1837056"/>
                  <a:pt x="2963933" y="1837056"/>
                </a:cubicBezTo>
                <a:lnTo>
                  <a:pt x="2954789" y="1837056"/>
                </a:lnTo>
                <a:cubicBezTo>
                  <a:pt x="2954556" y="1837056"/>
                  <a:pt x="2954251" y="1836749"/>
                  <a:pt x="2954251" y="1836749"/>
                </a:cubicBezTo>
                <a:lnTo>
                  <a:pt x="2949716" y="1828832"/>
                </a:lnTo>
                <a:cubicBezTo>
                  <a:pt x="2949561" y="1828678"/>
                  <a:pt x="2949716" y="1828219"/>
                  <a:pt x="2949716" y="1828219"/>
                </a:cubicBezTo>
                <a:lnTo>
                  <a:pt x="2954251" y="1820302"/>
                </a:lnTo>
                <a:cubicBezTo>
                  <a:pt x="2954327" y="1820148"/>
                  <a:pt x="2954789" y="1819994"/>
                  <a:pt x="2954789" y="1819994"/>
                </a:cubicBezTo>
                <a:close/>
                <a:moveTo>
                  <a:pt x="4052502" y="1819763"/>
                </a:moveTo>
                <a:lnTo>
                  <a:pt x="4061880" y="1819763"/>
                </a:lnTo>
                <a:cubicBezTo>
                  <a:pt x="4062109" y="1819763"/>
                  <a:pt x="4062417" y="1820070"/>
                  <a:pt x="4062417" y="1820070"/>
                </a:cubicBezTo>
                <a:lnTo>
                  <a:pt x="4067105" y="1828217"/>
                </a:lnTo>
                <a:cubicBezTo>
                  <a:pt x="4067258" y="1828447"/>
                  <a:pt x="4067105" y="1828908"/>
                  <a:pt x="4067105" y="1828908"/>
                </a:cubicBezTo>
                <a:lnTo>
                  <a:pt x="4062417" y="1837055"/>
                </a:lnTo>
                <a:cubicBezTo>
                  <a:pt x="4062339" y="1837208"/>
                  <a:pt x="4061880" y="1837362"/>
                  <a:pt x="4061880" y="1837362"/>
                </a:cubicBezTo>
                <a:lnTo>
                  <a:pt x="4052502" y="1837362"/>
                </a:lnTo>
                <a:cubicBezTo>
                  <a:pt x="4052271" y="1837362"/>
                  <a:pt x="4051963" y="1837055"/>
                  <a:pt x="4051963" y="1837055"/>
                </a:cubicBezTo>
                <a:lnTo>
                  <a:pt x="4047276" y="1828908"/>
                </a:lnTo>
                <a:cubicBezTo>
                  <a:pt x="4047122" y="1828678"/>
                  <a:pt x="4047276" y="1828217"/>
                  <a:pt x="4047276" y="1828217"/>
                </a:cubicBezTo>
                <a:lnTo>
                  <a:pt x="4051963" y="1820070"/>
                </a:lnTo>
                <a:cubicBezTo>
                  <a:pt x="4052041" y="1819917"/>
                  <a:pt x="4052502" y="1819763"/>
                  <a:pt x="4052502" y="1819763"/>
                </a:cubicBezTo>
                <a:close/>
                <a:moveTo>
                  <a:pt x="1307056" y="1817919"/>
                </a:moveTo>
                <a:lnTo>
                  <a:pt x="1318432" y="1817919"/>
                </a:lnTo>
                <a:cubicBezTo>
                  <a:pt x="1318736" y="1817919"/>
                  <a:pt x="1319120" y="1818303"/>
                  <a:pt x="1319120" y="1818303"/>
                </a:cubicBezTo>
                <a:lnTo>
                  <a:pt x="1324809" y="1828141"/>
                </a:lnTo>
                <a:cubicBezTo>
                  <a:pt x="1324967" y="1828371"/>
                  <a:pt x="1324809" y="1828910"/>
                  <a:pt x="1324809" y="1828910"/>
                </a:cubicBezTo>
                <a:lnTo>
                  <a:pt x="1319120" y="1838748"/>
                </a:lnTo>
                <a:cubicBezTo>
                  <a:pt x="1318972" y="1838978"/>
                  <a:pt x="1318432" y="1839132"/>
                  <a:pt x="1318432" y="1839132"/>
                </a:cubicBezTo>
                <a:lnTo>
                  <a:pt x="1307056" y="1839132"/>
                </a:lnTo>
                <a:cubicBezTo>
                  <a:pt x="1306749" y="1839132"/>
                  <a:pt x="1306367" y="1838748"/>
                  <a:pt x="1306367" y="1838748"/>
                </a:cubicBezTo>
                <a:lnTo>
                  <a:pt x="1300681" y="1828910"/>
                </a:lnTo>
                <a:cubicBezTo>
                  <a:pt x="1300525" y="1828678"/>
                  <a:pt x="1300681" y="1828141"/>
                  <a:pt x="1300681" y="1828141"/>
                </a:cubicBezTo>
                <a:lnTo>
                  <a:pt x="1306367" y="1818303"/>
                </a:lnTo>
                <a:cubicBezTo>
                  <a:pt x="1306519" y="1818073"/>
                  <a:pt x="1307056" y="1817919"/>
                  <a:pt x="1307056" y="1817919"/>
                </a:cubicBezTo>
                <a:close/>
                <a:moveTo>
                  <a:pt x="4142728" y="1817534"/>
                </a:moveTo>
                <a:lnTo>
                  <a:pt x="4154487" y="1817534"/>
                </a:lnTo>
                <a:cubicBezTo>
                  <a:pt x="4154717" y="1817534"/>
                  <a:pt x="4155178" y="1817917"/>
                  <a:pt x="4155178" y="1817917"/>
                </a:cubicBezTo>
                <a:lnTo>
                  <a:pt x="4161096" y="1828139"/>
                </a:lnTo>
                <a:cubicBezTo>
                  <a:pt x="4161251" y="1828371"/>
                  <a:pt x="4161096" y="1828986"/>
                  <a:pt x="4161096" y="1828986"/>
                </a:cubicBezTo>
                <a:lnTo>
                  <a:pt x="4155178" y="1839208"/>
                </a:lnTo>
                <a:cubicBezTo>
                  <a:pt x="4155025" y="1839437"/>
                  <a:pt x="4154487" y="1839591"/>
                  <a:pt x="4154487" y="1839591"/>
                </a:cubicBezTo>
                <a:lnTo>
                  <a:pt x="4142728" y="1839591"/>
                </a:lnTo>
                <a:cubicBezTo>
                  <a:pt x="4142499" y="1839591"/>
                  <a:pt x="4142037" y="1839208"/>
                  <a:pt x="4142037" y="1839208"/>
                </a:cubicBezTo>
                <a:lnTo>
                  <a:pt x="4136119" y="1828986"/>
                </a:lnTo>
                <a:cubicBezTo>
                  <a:pt x="4135965" y="1828754"/>
                  <a:pt x="4136119" y="1828139"/>
                  <a:pt x="4136119" y="1828139"/>
                </a:cubicBezTo>
                <a:lnTo>
                  <a:pt x="4142037" y="1817917"/>
                </a:lnTo>
                <a:cubicBezTo>
                  <a:pt x="4142190" y="1817688"/>
                  <a:pt x="4142728" y="1817534"/>
                  <a:pt x="4142728" y="1817534"/>
                </a:cubicBezTo>
                <a:close/>
                <a:moveTo>
                  <a:pt x="3868281" y="1817534"/>
                </a:moveTo>
                <a:lnTo>
                  <a:pt x="3880041" y="1817534"/>
                </a:lnTo>
                <a:cubicBezTo>
                  <a:pt x="3880272" y="1817534"/>
                  <a:pt x="3880732" y="1817917"/>
                  <a:pt x="3880732" y="1817917"/>
                </a:cubicBezTo>
                <a:lnTo>
                  <a:pt x="3886649" y="1828139"/>
                </a:lnTo>
                <a:cubicBezTo>
                  <a:pt x="3886804" y="1828371"/>
                  <a:pt x="3886649" y="1828986"/>
                  <a:pt x="3886649" y="1828986"/>
                </a:cubicBezTo>
                <a:lnTo>
                  <a:pt x="3880732" y="1839208"/>
                </a:lnTo>
                <a:cubicBezTo>
                  <a:pt x="3880579" y="1839437"/>
                  <a:pt x="3880041" y="1839591"/>
                  <a:pt x="3880041" y="1839591"/>
                </a:cubicBezTo>
                <a:lnTo>
                  <a:pt x="3868281" y="1839591"/>
                </a:lnTo>
                <a:cubicBezTo>
                  <a:pt x="3868052" y="1839591"/>
                  <a:pt x="3867590" y="1839208"/>
                  <a:pt x="3867590" y="1839208"/>
                </a:cubicBezTo>
                <a:lnTo>
                  <a:pt x="3861672" y="1828986"/>
                </a:lnTo>
                <a:cubicBezTo>
                  <a:pt x="3861519" y="1828754"/>
                  <a:pt x="3861672" y="1828139"/>
                  <a:pt x="3861672" y="1828139"/>
                </a:cubicBezTo>
                <a:lnTo>
                  <a:pt x="3867590" y="1817917"/>
                </a:lnTo>
                <a:cubicBezTo>
                  <a:pt x="3867744" y="1817688"/>
                  <a:pt x="3868281" y="1817534"/>
                  <a:pt x="3868281" y="1817534"/>
                </a:cubicBezTo>
                <a:close/>
                <a:moveTo>
                  <a:pt x="4964612" y="1814692"/>
                </a:moveTo>
                <a:lnTo>
                  <a:pt x="4979368" y="1814692"/>
                </a:lnTo>
                <a:cubicBezTo>
                  <a:pt x="4979753" y="1814692"/>
                  <a:pt x="4980290" y="1815229"/>
                  <a:pt x="4980290" y="1815229"/>
                </a:cubicBezTo>
                <a:lnTo>
                  <a:pt x="4987667" y="1828065"/>
                </a:lnTo>
                <a:cubicBezTo>
                  <a:pt x="4987822" y="1828449"/>
                  <a:pt x="4987667" y="1829140"/>
                  <a:pt x="4987667" y="1829140"/>
                </a:cubicBezTo>
                <a:lnTo>
                  <a:pt x="4980290" y="1841976"/>
                </a:lnTo>
                <a:cubicBezTo>
                  <a:pt x="4980060" y="1842283"/>
                  <a:pt x="4979368" y="1842513"/>
                  <a:pt x="4979368" y="1842513"/>
                </a:cubicBezTo>
                <a:lnTo>
                  <a:pt x="4964612" y="1842513"/>
                </a:lnTo>
                <a:cubicBezTo>
                  <a:pt x="4964226" y="1842513"/>
                  <a:pt x="4963689" y="1841976"/>
                  <a:pt x="4963689" y="1841976"/>
                </a:cubicBezTo>
                <a:lnTo>
                  <a:pt x="4956311" y="1829140"/>
                </a:lnTo>
                <a:cubicBezTo>
                  <a:pt x="4956158" y="1828756"/>
                  <a:pt x="4956311" y="1828065"/>
                  <a:pt x="4956311" y="1828065"/>
                </a:cubicBezTo>
                <a:lnTo>
                  <a:pt x="4963689" y="1815229"/>
                </a:lnTo>
                <a:cubicBezTo>
                  <a:pt x="4963921" y="1814922"/>
                  <a:pt x="4964612" y="1814692"/>
                  <a:pt x="4964612" y="1814692"/>
                </a:cubicBezTo>
                <a:close/>
                <a:moveTo>
                  <a:pt x="1579783" y="1814692"/>
                </a:moveTo>
                <a:lnTo>
                  <a:pt x="1594538" y="1814692"/>
                </a:lnTo>
                <a:cubicBezTo>
                  <a:pt x="1594924" y="1814692"/>
                  <a:pt x="1595461" y="1815229"/>
                  <a:pt x="1595461" y="1815229"/>
                </a:cubicBezTo>
                <a:lnTo>
                  <a:pt x="1602839" y="1828065"/>
                </a:lnTo>
                <a:cubicBezTo>
                  <a:pt x="1602992" y="1828449"/>
                  <a:pt x="1602839" y="1829140"/>
                  <a:pt x="1602839" y="1829140"/>
                </a:cubicBezTo>
                <a:lnTo>
                  <a:pt x="1595461" y="1841976"/>
                </a:lnTo>
                <a:cubicBezTo>
                  <a:pt x="1595231" y="1842283"/>
                  <a:pt x="1594538" y="1842513"/>
                  <a:pt x="1594538" y="1842513"/>
                </a:cubicBezTo>
                <a:lnTo>
                  <a:pt x="1579783" y="1842513"/>
                </a:lnTo>
                <a:cubicBezTo>
                  <a:pt x="1579399" y="1842513"/>
                  <a:pt x="1578860" y="1841976"/>
                  <a:pt x="1578860" y="1841976"/>
                </a:cubicBezTo>
                <a:lnTo>
                  <a:pt x="1571483" y="1829140"/>
                </a:lnTo>
                <a:cubicBezTo>
                  <a:pt x="1571329" y="1828756"/>
                  <a:pt x="1571483" y="1828065"/>
                  <a:pt x="1571483" y="1828065"/>
                </a:cubicBezTo>
                <a:lnTo>
                  <a:pt x="1578860" y="1815229"/>
                </a:lnTo>
                <a:cubicBezTo>
                  <a:pt x="1579092" y="1814922"/>
                  <a:pt x="1579783" y="1814692"/>
                  <a:pt x="1579783" y="1814692"/>
                </a:cubicBezTo>
                <a:close/>
                <a:moveTo>
                  <a:pt x="3958125" y="1814460"/>
                </a:moveTo>
                <a:lnTo>
                  <a:pt x="3973188" y="1814460"/>
                </a:lnTo>
                <a:cubicBezTo>
                  <a:pt x="3973573" y="1814460"/>
                  <a:pt x="3974110" y="1814998"/>
                  <a:pt x="3974110" y="1814998"/>
                </a:cubicBezTo>
                <a:lnTo>
                  <a:pt x="3981642" y="1828063"/>
                </a:lnTo>
                <a:cubicBezTo>
                  <a:pt x="3981874" y="1828371"/>
                  <a:pt x="3981642" y="1829140"/>
                  <a:pt x="3981642" y="1829140"/>
                </a:cubicBezTo>
                <a:lnTo>
                  <a:pt x="3974110" y="1842205"/>
                </a:lnTo>
                <a:cubicBezTo>
                  <a:pt x="3973881" y="1842513"/>
                  <a:pt x="3973188" y="1842743"/>
                  <a:pt x="3973188" y="1842743"/>
                </a:cubicBezTo>
                <a:lnTo>
                  <a:pt x="3958125" y="1842743"/>
                </a:lnTo>
                <a:cubicBezTo>
                  <a:pt x="3957740" y="1842743"/>
                  <a:pt x="3957202" y="1842205"/>
                  <a:pt x="3957202" y="1842205"/>
                </a:cubicBezTo>
                <a:lnTo>
                  <a:pt x="3949671" y="1829140"/>
                </a:lnTo>
                <a:cubicBezTo>
                  <a:pt x="3949441" y="1828832"/>
                  <a:pt x="3949671" y="1828063"/>
                  <a:pt x="3949671" y="1828063"/>
                </a:cubicBezTo>
                <a:lnTo>
                  <a:pt x="3957202" y="1814998"/>
                </a:lnTo>
                <a:cubicBezTo>
                  <a:pt x="3957434" y="1814692"/>
                  <a:pt x="3958125" y="1814460"/>
                  <a:pt x="3958125" y="1814460"/>
                </a:cubicBezTo>
                <a:close/>
                <a:moveTo>
                  <a:pt x="1396591" y="1814306"/>
                </a:moveTo>
                <a:lnTo>
                  <a:pt x="1411813" y="1814306"/>
                </a:lnTo>
                <a:cubicBezTo>
                  <a:pt x="1412195" y="1814306"/>
                  <a:pt x="1412734" y="1814844"/>
                  <a:pt x="1412734" y="1814844"/>
                </a:cubicBezTo>
                <a:lnTo>
                  <a:pt x="1420337" y="1828063"/>
                </a:lnTo>
                <a:cubicBezTo>
                  <a:pt x="1420569" y="1828371"/>
                  <a:pt x="1420337" y="1829140"/>
                  <a:pt x="1420337" y="1829140"/>
                </a:cubicBezTo>
                <a:lnTo>
                  <a:pt x="1412734" y="1842359"/>
                </a:lnTo>
                <a:cubicBezTo>
                  <a:pt x="1412574" y="1842667"/>
                  <a:pt x="1411813" y="1842896"/>
                  <a:pt x="1411813" y="1842896"/>
                </a:cubicBezTo>
                <a:lnTo>
                  <a:pt x="1396591" y="1842896"/>
                </a:lnTo>
                <a:cubicBezTo>
                  <a:pt x="1396207" y="1842896"/>
                  <a:pt x="1395666" y="1842359"/>
                  <a:pt x="1395666" y="1842359"/>
                </a:cubicBezTo>
                <a:lnTo>
                  <a:pt x="1388064" y="1829140"/>
                </a:lnTo>
                <a:cubicBezTo>
                  <a:pt x="1387827" y="1828832"/>
                  <a:pt x="1388064" y="1828063"/>
                  <a:pt x="1388064" y="1828063"/>
                </a:cubicBezTo>
                <a:lnTo>
                  <a:pt x="1395666" y="1814844"/>
                </a:lnTo>
                <a:cubicBezTo>
                  <a:pt x="1395824" y="1814536"/>
                  <a:pt x="1396591" y="1814306"/>
                  <a:pt x="1396591" y="1814306"/>
                </a:cubicBezTo>
                <a:close/>
                <a:moveTo>
                  <a:pt x="5055452" y="1813615"/>
                </a:moveTo>
                <a:lnTo>
                  <a:pt x="5071438" y="1813615"/>
                </a:lnTo>
                <a:cubicBezTo>
                  <a:pt x="5071823" y="1813615"/>
                  <a:pt x="5072438" y="1814153"/>
                  <a:pt x="5072438" y="1814153"/>
                </a:cubicBezTo>
                <a:lnTo>
                  <a:pt x="5080431" y="1827987"/>
                </a:lnTo>
                <a:cubicBezTo>
                  <a:pt x="5080661" y="1828371"/>
                  <a:pt x="5080431" y="1829140"/>
                  <a:pt x="5080431" y="1829140"/>
                </a:cubicBezTo>
                <a:lnTo>
                  <a:pt x="5072438" y="1842974"/>
                </a:lnTo>
                <a:cubicBezTo>
                  <a:pt x="5072207" y="1843282"/>
                  <a:pt x="5071823" y="1843511"/>
                  <a:pt x="5071438" y="1843511"/>
                </a:cubicBezTo>
                <a:lnTo>
                  <a:pt x="5055452" y="1843511"/>
                </a:lnTo>
                <a:cubicBezTo>
                  <a:pt x="5055069" y="1843511"/>
                  <a:pt x="5054454" y="1842974"/>
                  <a:pt x="5054454" y="1842974"/>
                </a:cubicBezTo>
                <a:lnTo>
                  <a:pt x="5046461" y="1829140"/>
                </a:lnTo>
                <a:cubicBezTo>
                  <a:pt x="5046230" y="1828756"/>
                  <a:pt x="5046461" y="1827987"/>
                  <a:pt x="5046461" y="1827987"/>
                </a:cubicBezTo>
                <a:lnTo>
                  <a:pt x="5054454" y="1814153"/>
                </a:lnTo>
                <a:cubicBezTo>
                  <a:pt x="5054685" y="1813847"/>
                  <a:pt x="5055069" y="1813615"/>
                  <a:pt x="5055452" y="1813615"/>
                </a:cubicBezTo>
                <a:close/>
                <a:moveTo>
                  <a:pt x="4871235" y="1811233"/>
                </a:moveTo>
                <a:lnTo>
                  <a:pt x="4889755" y="1811233"/>
                </a:lnTo>
                <a:cubicBezTo>
                  <a:pt x="4890217" y="1811233"/>
                  <a:pt x="4890678" y="1811540"/>
                  <a:pt x="4890910" y="1811924"/>
                </a:cubicBezTo>
                <a:lnTo>
                  <a:pt x="4900130" y="1827987"/>
                </a:lnTo>
                <a:cubicBezTo>
                  <a:pt x="4900362" y="1828371"/>
                  <a:pt x="4900362" y="1828910"/>
                  <a:pt x="4900130" y="1829293"/>
                </a:cubicBezTo>
                <a:lnTo>
                  <a:pt x="4890832" y="1845357"/>
                </a:lnTo>
                <a:cubicBezTo>
                  <a:pt x="4890602" y="1845818"/>
                  <a:pt x="4890140" y="1846048"/>
                  <a:pt x="4889679" y="1846048"/>
                </a:cubicBezTo>
                <a:lnTo>
                  <a:pt x="4871157" y="1846048"/>
                </a:lnTo>
                <a:cubicBezTo>
                  <a:pt x="4870696" y="1846048"/>
                  <a:pt x="4870234" y="1845740"/>
                  <a:pt x="4870004" y="1845357"/>
                </a:cubicBezTo>
                <a:lnTo>
                  <a:pt x="4860782" y="1829293"/>
                </a:lnTo>
                <a:cubicBezTo>
                  <a:pt x="4860552" y="1828910"/>
                  <a:pt x="4860552" y="1828371"/>
                  <a:pt x="4860782" y="1827987"/>
                </a:cubicBezTo>
                <a:lnTo>
                  <a:pt x="4870080" y="1811924"/>
                </a:lnTo>
                <a:cubicBezTo>
                  <a:pt x="4870312" y="1811462"/>
                  <a:pt x="4870773" y="1811233"/>
                  <a:pt x="4871235" y="1811233"/>
                </a:cubicBezTo>
                <a:close/>
                <a:moveTo>
                  <a:pt x="4779623" y="1811079"/>
                </a:moveTo>
                <a:lnTo>
                  <a:pt x="4798299" y="1811079"/>
                </a:lnTo>
                <a:cubicBezTo>
                  <a:pt x="4798761" y="1811079"/>
                  <a:pt x="4799222" y="1811387"/>
                  <a:pt x="4799452" y="1811770"/>
                </a:cubicBezTo>
                <a:lnTo>
                  <a:pt x="4808751" y="1827909"/>
                </a:lnTo>
                <a:cubicBezTo>
                  <a:pt x="4808982" y="1828295"/>
                  <a:pt x="4808982" y="1828832"/>
                  <a:pt x="4808751" y="1829217"/>
                </a:cubicBezTo>
                <a:lnTo>
                  <a:pt x="4799376" y="1845357"/>
                </a:lnTo>
                <a:cubicBezTo>
                  <a:pt x="4799145" y="1845818"/>
                  <a:pt x="4798683" y="1846048"/>
                  <a:pt x="4798223" y="1846048"/>
                </a:cubicBezTo>
                <a:lnTo>
                  <a:pt x="4779548" y="1846048"/>
                </a:lnTo>
                <a:cubicBezTo>
                  <a:pt x="4779085" y="1846048"/>
                  <a:pt x="4778625" y="1845740"/>
                  <a:pt x="4778393" y="1845357"/>
                </a:cubicBezTo>
                <a:lnTo>
                  <a:pt x="4769094" y="1829217"/>
                </a:lnTo>
                <a:cubicBezTo>
                  <a:pt x="4768865" y="1828832"/>
                  <a:pt x="4768865" y="1828295"/>
                  <a:pt x="4769094" y="1827909"/>
                </a:cubicBezTo>
                <a:lnTo>
                  <a:pt x="4778471" y="1811770"/>
                </a:lnTo>
                <a:cubicBezTo>
                  <a:pt x="4778701" y="1811311"/>
                  <a:pt x="4779163" y="1811079"/>
                  <a:pt x="4779623" y="1811079"/>
                </a:cubicBezTo>
                <a:close/>
                <a:moveTo>
                  <a:pt x="571557" y="1811079"/>
                </a:moveTo>
                <a:lnTo>
                  <a:pt x="590233" y="1811079"/>
                </a:lnTo>
                <a:cubicBezTo>
                  <a:pt x="590691" y="1811079"/>
                  <a:pt x="591156" y="1811387"/>
                  <a:pt x="591385" y="1811770"/>
                </a:cubicBezTo>
                <a:lnTo>
                  <a:pt x="600684" y="1827909"/>
                </a:lnTo>
                <a:cubicBezTo>
                  <a:pt x="600910" y="1828295"/>
                  <a:pt x="600910" y="1828832"/>
                  <a:pt x="600684" y="1829217"/>
                </a:cubicBezTo>
                <a:lnTo>
                  <a:pt x="591311" y="1845357"/>
                </a:lnTo>
                <a:cubicBezTo>
                  <a:pt x="591076" y="1845818"/>
                  <a:pt x="590620" y="1846048"/>
                  <a:pt x="590157" y="1846048"/>
                </a:cubicBezTo>
                <a:lnTo>
                  <a:pt x="571481" y="1846048"/>
                </a:lnTo>
                <a:cubicBezTo>
                  <a:pt x="571020" y="1846048"/>
                  <a:pt x="570561" y="1845740"/>
                  <a:pt x="570333" y="1845357"/>
                </a:cubicBezTo>
                <a:lnTo>
                  <a:pt x="561034" y="1829217"/>
                </a:lnTo>
                <a:cubicBezTo>
                  <a:pt x="560800" y="1828832"/>
                  <a:pt x="560800" y="1828295"/>
                  <a:pt x="561034" y="1827909"/>
                </a:cubicBezTo>
                <a:lnTo>
                  <a:pt x="570405" y="1811770"/>
                </a:lnTo>
                <a:cubicBezTo>
                  <a:pt x="570635" y="1811311"/>
                  <a:pt x="571098" y="1811079"/>
                  <a:pt x="571557" y="1811079"/>
                </a:cubicBezTo>
                <a:close/>
                <a:moveTo>
                  <a:pt x="5145374" y="1810618"/>
                </a:moveTo>
                <a:lnTo>
                  <a:pt x="5164511" y="1810618"/>
                </a:lnTo>
                <a:cubicBezTo>
                  <a:pt x="5164972" y="1810618"/>
                  <a:pt x="5165432" y="1810925"/>
                  <a:pt x="5165663" y="1811309"/>
                </a:cubicBezTo>
                <a:lnTo>
                  <a:pt x="5175194" y="1827833"/>
                </a:lnTo>
                <a:cubicBezTo>
                  <a:pt x="5175424" y="1828295"/>
                  <a:pt x="5175424" y="1828832"/>
                  <a:pt x="5175194" y="1829217"/>
                </a:cubicBezTo>
                <a:lnTo>
                  <a:pt x="5165663" y="1845740"/>
                </a:lnTo>
                <a:cubicBezTo>
                  <a:pt x="5165432" y="1846202"/>
                  <a:pt x="5164972" y="1846431"/>
                  <a:pt x="5164511" y="1846431"/>
                </a:cubicBezTo>
                <a:lnTo>
                  <a:pt x="5145374" y="1846431"/>
                </a:lnTo>
                <a:cubicBezTo>
                  <a:pt x="5144912" y="1846431"/>
                  <a:pt x="5144451" y="1846124"/>
                  <a:pt x="5144221" y="1845740"/>
                </a:cubicBezTo>
                <a:lnTo>
                  <a:pt x="5134691" y="1829217"/>
                </a:lnTo>
                <a:cubicBezTo>
                  <a:pt x="5134461" y="1828756"/>
                  <a:pt x="5134461" y="1828217"/>
                  <a:pt x="5134691" y="1827833"/>
                </a:cubicBezTo>
                <a:lnTo>
                  <a:pt x="5144221" y="1811309"/>
                </a:lnTo>
                <a:cubicBezTo>
                  <a:pt x="5144451" y="1810849"/>
                  <a:pt x="5144912" y="1810618"/>
                  <a:pt x="5145374" y="1810618"/>
                </a:cubicBezTo>
                <a:close/>
                <a:moveTo>
                  <a:pt x="4687705" y="1810080"/>
                </a:moveTo>
                <a:lnTo>
                  <a:pt x="4707381" y="1810080"/>
                </a:lnTo>
                <a:cubicBezTo>
                  <a:pt x="4707918" y="1810080"/>
                  <a:pt x="4708379" y="1810312"/>
                  <a:pt x="4708609" y="1810771"/>
                </a:cubicBezTo>
                <a:lnTo>
                  <a:pt x="4718448" y="1827833"/>
                </a:lnTo>
                <a:cubicBezTo>
                  <a:pt x="4718677" y="1828219"/>
                  <a:pt x="4718677" y="1828756"/>
                  <a:pt x="4718448" y="1829217"/>
                </a:cubicBezTo>
                <a:lnTo>
                  <a:pt x="4708609" y="1846280"/>
                </a:lnTo>
                <a:cubicBezTo>
                  <a:pt x="4708302" y="1846663"/>
                  <a:pt x="4707842" y="1846971"/>
                  <a:pt x="4707381" y="1846971"/>
                </a:cubicBezTo>
                <a:lnTo>
                  <a:pt x="4687705" y="1846971"/>
                </a:lnTo>
                <a:cubicBezTo>
                  <a:pt x="4687167" y="1846971"/>
                  <a:pt x="4686706" y="1846741"/>
                  <a:pt x="4686476" y="1846280"/>
                </a:cubicBezTo>
                <a:lnTo>
                  <a:pt x="4676638" y="1829217"/>
                </a:lnTo>
                <a:cubicBezTo>
                  <a:pt x="4676408" y="1828832"/>
                  <a:pt x="4676408" y="1828295"/>
                  <a:pt x="4676638" y="1827833"/>
                </a:cubicBezTo>
                <a:lnTo>
                  <a:pt x="4686476" y="1810771"/>
                </a:lnTo>
                <a:cubicBezTo>
                  <a:pt x="4686784" y="1810388"/>
                  <a:pt x="4687246" y="1810080"/>
                  <a:pt x="4687705" y="1810080"/>
                </a:cubicBezTo>
                <a:close/>
                <a:moveTo>
                  <a:pt x="1485635" y="1809695"/>
                </a:moveTo>
                <a:lnTo>
                  <a:pt x="1505771" y="1809695"/>
                </a:lnTo>
                <a:cubicBezTo>
                  <a:pt x="1506308" y="1809695"/>
                  <a:pt x="1506770" y="1809927"/>
                  <a:pt x="1507001" y="1810386"/>
                </a:cubicBezTo>
                <a:lnTo>
                  <a:pt x="1517069" y="1827833"/>
                </a:lnTo>
                <a:cubicBezTo>
                  <a:pt x="1517299" y="1828293"/>
                  <a:pt x="1517299" y="1828832"/>
                  <a:pt x="1517069" y="1829293"/>
                </a:cubicBezTo>
                <a:lnTo>
                  <a:pt x="1507001" y="1846739"/>
                </a:lnTo>
                <a:cubicBezTo>
                  <a:pt x="1506770" y="1847122"/>
                  <a:pt x="1506308" y="1847430"/>
                  <a:pt x="1505771" y="1847430"/>
                </a:cubicBezTo>
                <a:lnTo>
                  <a:pt x="1485635" y="1847430"/>
                </a:lnTo>
                <a:cubicBezTo>
                  <a:pt x="1485096" y="1847430"/>
                  <a:pt x="1484637" y="1847200"/>
                  <a:pt x="1484405" y="1846739"/>
                </a:cubicBezTo>
                <a:lnTo>
                  <a:pt x="1474337" y="1829293"/>
                </a:lnTo>
                <a:cubicBezTo>
                  <a:pt x="1474107" y="1828832"/>
                  <a:pt x="1474107" y="1828293"/>
                  <a:pt x="1474337" y="1827833"/>
                </a:cubicBezTo>
                <a:lnTo>
                  <a:pt x="1484405" y="1810386"/>
                </a:lnTo>
                <a:cubicBezTo>
                  <a:pt x="1484637" y="1810003"/>
                  <a:pt x="1485096" y="1809695"/>
                  <a:pt x="1485635" y="1809695"/>
                </a:cubicBezTo>
                <a:close/>
                <a:moveTo>
                  <a:pt x="662246" y="1809541"/>
                </a:moveTo>
                <a:lnTo>
                  <a:pt x="682535" y="1809541"/>
                </a:lnTo>
                <a:cubicBezTo>
                  <a:pt x="682999" y="1809541"/>
                  <a:pt x="683530" y="1809773"/>
                  <a:pt x="683766" y="1810232"/>
                </a:cubicBezTo>
                <a:lnTo>
                  <a:pt x="693915" y="1827833"/>
                </a:lnTo>
                <a:cubicBezTo>
                  <a:pt x="694143" y="1828293"/>
                  <a:pt x="694143" y="1828832"/>
                  <a:pt x="693915" y="1829293"/>
                </a:cubicBezTo>
                <a:lnTo>
                  <a:pt x="683766" y="1846893"/>
                </a:lnTo>
                <a:cubicBezTo>
                  <a:pt x="683530" y="1847276"/>
                  <a:pt x="683075" y="1847584"/>
                  <a:pt x="682535" y="1847584"/>
                </a:cubicBezTo>
                <a:lnTo>
                  <a:pt x="662246" y="1847584"/>
                </a:lnTo>
                <a:cubicBezTo>
                  <a:pt x="661786" y="1847584"/>
                  <a:pt x="661245" y="1847354"/>
                  <a:pt x="661018" y="1846893"/>
                </a:cubicBezTo>
                <a:lnTo>
                  <a:pt x="650872" y="1829293"/>
                </a:lnTo>
                <a:cubicBezTo>
                  <a:pt x="650642" y="1828832"/>
                  <a:pt x="650642" y="1828293"/>
                  <a:pt x="650872" y="1827833"/>
                </a:cubicBezTo>
                <a:lnTo>
                  <a:pt x="661018" y="1810232"/>
                </a:lnTo>
                <a:cubicBezTo>
                  <a:pt x="661245" y="1809849"/>
                  <a:pt x="661711" y="1809541"/>
                  <a:pt x="662246" y="1809541"/>
                </a:cubicBezTo>
                <a:close/>
                <a:moveTo>
                  <a:pt x="479253" y="1809541"/>
                </a:moveTo>
                <a:lnTo>
                  <a:pt x="499548" y="1809541"/>
                </a:lnTo>
                <a:cubicBezTo>
                  <a:pt x="500004" y="1809541"/>
                  <a:pt x="500549" y="1809773"/>
                  <a:pt x="500777" y="1810232"/>
                </a:cubicBezTo>
                <a:lnTo>
                  <a:pt x="510916" y="1827833"/>
                </a:lnTo>
                <a:cubicBezTo>
                  <a:pt x="511150" y="1828293"/>
                  <a:pt x="511150" y="1828832"/>
                  <a:pt x="510916" y="1829293"/>
                </a:cubicBezTo>
                <a:lnTo>
                  <a:pt x="500777" y="1846893"/>
                </a:lnTo>
                <a:cubicBezTo>
                  <a:pt x="500549" y="1847276"/>
                  <a:pt x="500085" y="1847584"/>
                  <a:pt x="499548" y="1847584"/>
                </a:cubicBezTo>
                <a:lnTo>
                  <a:pt x="479253" y="1847584"/>
                </a:lnTo>
                <a:cubicBezTo>
                  <a:pt x="478790" y="1847584"/>
                  <a:pt x="478258" y="1847354"/>
                  <a:pt x="478030" y="1846893"/>
                </a:cubicBezTo>
                <a:lnTo>
                  <a:pt x="467879" y="1829293"/>
                </a:lnTo>
                <a:cubicBezTo>
                  <a:pt x="467653" y="1828832"/>
                  <a:pt x="467653" y="1828293"/>
                  <a:pt x="467879" y="1827833"/>
                </a:cubicBezTo>
                <a:lnTo>
                  <a:pt x="478030" y="1810232"/>
                </a:lnTo>
                <a:cubicBezTo>
                  <a:pt x="478258" y="1809849"/>
                  <a:pt x="478716" y="1809541"/>
                  <a:pt x="479253" y="1809541"/>
                </a:cubicBezTo>
                <a:close/>
                <a:moveTo>
                  <a:pt x="387258" y="1808543"/>
                </a:moveTo>
                <a:lnTo>
                  <a:pt x="408628" y="1808543"/>
                </a:lnTo>
                <a:cubicBezTo>
                  <a:pt x="409167" y="1808543"/>
                  <a:pt x="409626" y="1808850"/>
                  <a:pt x="409932" y="1809311"/>
                </a:cubicBezTo>
                <a:lnTo>
                  <a:pt x="420619" y="1827833"/>
                </a:lnTo>
                <a:cubicBezTo>
                  <a:pt x="420921" y="1828293"/>
                  <a:pt x="420921" y="1828908"/>
                  <a:pt x="420619" y="1829369"/>
                </a:cubicBezTo>
                <a:lnTo>
                  <a:pt x="409932" y="1847891"/>
                </a:lnTo>
                <a:cubicBezTo>
                  <a:pt x="409626" y="1848353"/>
                  <a:pt x="409167" y="1848660"/>
                  <a:pt x="408628" y="1848660"/>
                </a:cubicBezTo>
                <a:lnTo>
                  <a:pt x="387258" y="1848660"/>
                </a:lnTo>
                <a:cubicBezTo>
                  <a:pt x="386723" y="1848660"/>
                  <a:pt x="386265" y="1848353"/>
                  <a:pt x="385950" y="1847891"/>
                </a:cubicBezTo>
                <a:lnTo>
                  <a:pt x="375269" y="1829369"/>
                </a:lnTo>
                <a:cubicBezTo>
                  <a:pt x="374963" y="1828908"/>
                  <a:pt x="374963" y="1828293"/>
                  <a:pt x="375269" y="1827833"/>
                </a:cubicBezTo>
                <a:lnTo>
                  <a:pt x="385950" y="1809311"/>
                </a:lnTo>
                <a:cubicBezTo>
                  <a:pt x="386265" y="1808850"/>
                  <a:pt x="386723" y="1808543"/>
                  <a:pt x="387258" y="1808543"/>
                </a:cubicBezTo>
                <a:close/>
                <a:moveTo>
                  <a:pt x="4594787" y="1807466"/>
                </a:moveTo>
                <a:lnTo>
                  <a:pt x="4617305" y="1807466"/>
                </a:lnTo>
                <a:cubicBezTo>
                  <a:pt x="4617843" y="1807466"/>
                  <a:pt x="4618382" y="1807774"/>
                  <a:pt x="4618688" y="1808235"/>
                </a:cubicBezTo>
                <a:lnTo>
                  <a:pt x="4629986" y="1827756"/>
                </a:lnTo>
                <a:cubicBezTo>
                  <a:pt x="4630293" y="1828293"/>
                  <a:pt x="4630293" y="1828908"/>
                  <a:pt x="4629986" y="1829369"/>
                </a:cubicBezTo>
                <a:lnTo>
                  <a:pt x="4618688" y="1848890"/>
                </a:lnTo>
                <a:cubicBezTo>
                  <a:pt x="4618382" y="1849351"/>
                  <a:pt x="4617843" y="1849659"/>
                  <a:pt x="4617305" y="1849659"/>
                </a:cubicBezTo>
                <a:lnTo>
                  <a:pt x="4594787" y="1849659"/>
                </a:lnTo>
                <a:cubicBezTo>
                  <a:pt x="4594248" y="1849659"/>
                  <a:pt x="4593711" y="1849351"/>
                  <a:pt x="4593403" y="1848890"/>
                </a:cubicBezTo>
                <a:lnTo>
                  <a:pt x="4582107" y="1829369"/>
                </a:lnTo>
                <a:cubicBezTo>
                  <a:pt x="4581798" y="1828832"/>
                  <a:pt x="4581798" y="1828217"/>
                  <a:pt x="4582107" y="1827756"/>
                </a:cubicBezTo>
                <a:lnTo>
                  <a:pt x="4593403" y="1808235"/>
                </a:lnTo>
                <a:cubicBezTo>
                  <a:pt x="4593711" y="1807774"/>
                  <a:pt x="4594248" y="1807466"/>
                  <a:pt x="4594787" y="1807466"/>
                </a:cubicBezTo>
                <a:close/>
                <a:moveTo>
                  <a:pt x="4502485" y="1806006"/>
                </a:moveTo>
                <a:lnTo>
                  <a:pt x="4526541" y="1806006"/>
                </a:lnTo>
                <a:cubicBezTo>
                  <a:pt x="4527156" y="1806006"/>
                  <a:pt x="4527693" y="1806314"/>
                  <a:pt x="4528001" y="1806851"/>
                </a:cubicBezTo>
                <a:lnTo>
                  <a:pt x="4539990" y="1827680"/>
                </a:lnTo>
                <a:cubicBezTo>
                  <a:pt x="4540298" y="1828217"/>
                  <a:pt x="4540298" y="1828832"/>
                  <a:pt x="4539990" y="1829369"/>
                </a:cubicBezTo>
                <a:lnTo>
                  <a:pt x="4527923" y="1850198"/>
                </a:lnTo>
                <a:cubicBezTo>
                  <a:pt x="4527617" y="1850735"/>
                  <a:pt x="4527078" y="1851043"/>
                  <a:pt x="4526464" y="1851043"/>
                </a:cubicBezTo>
                <a:lnTo>
                  <a:pt x="4502409" y="1851043"/>
                </a:lnTo>
                <a:cubicBezTo>
                  <a:pt x="4501794" y="1851043"/>
                  <a:pt x="4501257" y="1850735"/>
                  <a:pt x="4500949" y="1850198"/>
                </a:cubicBezTo>
                <a:lnTo>
                  <a:pt x="4488958" y="1829369"/>
                </a:lnTo>
                <a:cubicBezTo>
                  <a:pt x="4488652" y="1828832"/>
                  <a:pt x="4488652" y="1828217"/>
                  <a:pt x="4488958" y="1827680"/>
                </a:cubicBezTo>
                <a:lnTo>
                  <a:pt x="4501025" y="1806851"/>
                </a:lnTo>
                <a:cubicBezTo>
                  <a:pt x="4501332" y="1806314"/>
                  <a:pt x="4501870" y="1806006"/>
                  <a:pt x="4502485" y="1806006"/>
                </a:cubicBezTo>
                <a:close/>
                <a:moveTo>
                  <a:pt x="4319496" y="1805930"/>
                </a:moveTo>
                <a:lnTo>
                  <a:pt x="4343704" y="1805930"/>
                </a:lnTo>
                <a:cubicBezTo>
                  <a:pt x="4344319" y="1805930"/>
                  <a:pt x="4344856" y="1806238"/>
                  <a:pt x="4345164" y="1806775"/>
                </a:cubicBezTo>
                <a:lnTo>
                  <a:pt x="4357231" y="1827758"/>
                </a:lnTo>
                <a:cubicBezTo>
                  <a:pt x="4357538" y="1828295"/>
                  <a:pt x="4357538" y="1828910"/>
                  <a:pt x="4357231" y="1829447"/>
                </a:cubicBezTo>
                <a:lnTo>
                  <a:pt x="4345088" y="1850430"/>
                </a:lnTo>
                <a:cubicBezTo>
                  <a:pt x="4344780" y="1850967"/>
                  <a:pt x="4344243" y="1851275"/>
                  <a:pt x="4343628" y="1851275"/>
                </a:cubicBezTo>
                <a:lnTo>
                  <a:pt x="4319418" y="1851275"/>
                </a:lnTo>
                <a:cubicBezTo>
                  <a:pt x="4318803" y="1851275"/>
                  <a:pt x="4318265" y="1850967"/>
                  <a:pt x="4317958" y="1850430"/>
                </a:cubicBezTo>
                <a:lnTo>
                  <a:pt x="4305893" y="1829447"/>
                </a:lnTo>
                <a:cubicBezTo>
                  <a:pt x="4305583" y="1828910"/>
                  <a:pt x="4305583" y="1828295"/>
                  <a:pt x="4305893" y="1827758"/>
                </a:cubicBezTo>
                <a:lnTo>
                  <a:pt x="4318034" y="1806775"/>
                </a:lnTo>
                <a:cubicBezTo>
                  <a:pt x="4318343" y="1806238"/>
                  <a:pt x="4318880" y="1805930"/>
                  <a:pt x="4319496" y="1805930"/>
                </a:cubicBezTo>
                <a:close/>
                <a:moveTo>
                  <a:pt x="4410107" y="1804239"/>
                </a:moveTo>
                <a:lnTo>
                  <a:pt x="4436084" y="1804239"/>
                </a:lnTo>
                <a:cubicBezTo>
                  <a:pt x="4436775" y="1804239"/>
                  <a:pt x="4437391" y="1804622"/>
                  <a:pt x="4437698" y="1805161"/>
                </a:cubicBezTo>
                <a:lnTo>
                  <a:pt x="4450685" y="1827680"/>
                </a:lnTo>
                <a:cubicBezTo>
                  <a:pt x="4450993" y="1828217"/>
                  <a:pt x="4450993" y="1828986"/>
                  <a:pt x="4450685" y="1829523"/>
                </a:cubicBezTo>
                <a:lnTo>
                  <a:pt x="4437698" y="1852042"/>
                </a:lnTo>
                <a:cubicBezTo>
                  <a:pt x="4437313" y="1852581"/>
                  <a:pt x="4436698" y="1852964"/>
                  <a:pt x="4436084" y="1852964"/>
                </a:cubicBezTo>
                <a:lnTo>
                  <a:pt x="4410107" y="1852964"/>
                </a:lnTo>
                <a:cubicBezTo>
                  <a:pt x="4409414" y="1852964"/>
                  <a:pt x="4408800" y="1852581"/>
                  <a:pt x="4408493" y="1852042"/>
                </a:cubicBezTo>
                <a:lnTo>
                  <a:pt x="4395503" y="1829523"/>
                </a:lnTo>
                <a:cubicBezTo>
                  <a:pt x="4395198" y="1828986"/>
                  <a:pt x="4395198" y="1828217"/>
                  <a:pt x="4395503" y="1827680"/>
                </a:cubicBezTo>
                <a:lnTo>
                  <a:pt x="4408493" y="1805161"/>
                </a:lnTo>
                <a:cubicBezTo>
                  <a:pt x="4408877" y="1804622"/>
                  <a:pt x="4409492" y="1804239"/>
                  <a:pt x="4410107" y="1804239"/>
                </a:cubicBezTo>
                <a:close/>
                <a:moveTo>
                  <a:pt x="4225885" y="1801856"/>
                </a:moveTo>
                <a:lnTo>
                  <a:pt x="4254399" y="1801856"/>
                </a:lnTo>
                <a:cubicBezTo>
                  <a:pt x="4255168" y="1801856"/>
                  <a:pt x="4255783" y="1802241"/>
                  <a:pt x="4256167" y="1802855"/>
                </a:cubicBezTo>
                <a:lnTo>
                  <a:pt x="4270385" y="1827526"/>
                </a:lnTo>
                <a:cubicBezTo>
                  <a:pt x="4270770" y="1828141"/>
                  <a:pt x="4270770" y="1828908"/>
                  <a:pt x="4270385" y="1829523"/>
                </a:cubicBezTo>
                <a:lnTo>
                  <a:pt x="4256089" y="1854194"/>
                </a:lnTo>
                <a:cubicBezTo>
                  <a:pt x="4255705" y="1854810"/>
                  <a:pt x="4255014" y="1855193"/>
                  <a:pt x="4254323" y="1855193"/>
                </a:cubicBezTo>
                <a:lnTo>
                  <a:pt x="4225810" y="1855193"/>
                </a:lnTo>
                <a:cubicBezTo>
                  <a:pt x="4225040" y="1855193"/>
                  <a:pt x="4224425" y="1854810"/>
                  <a:pt x="4224042" y="1854194"/>
                </a:cubicBezTo>
                <a:lnTo>
                  <a:pt x="4209824" y="1829523"/>
                </a:lnTo>
                <a:cubicBezTo>
                  <a:pt x="4209439" y="1828908"/>
                  <a:pt x="4209439" y="1828141"/>
                  <a:pt x="4209824" y="1827526"/>
                </a:cubicBezTo>
                <a:lnTo>
                  <a:pt x="4224118" y="1802855"/>
                </a:lnTo>
                <a:cubicBezTo>
                  <a:pt x="4224503" y="1802241"/>
                  <a:pt x="4225195" y="1801856"/>
                  <a:pt x="4225885" y="1801856"/>
                </a:cubicBezTo>
                <a:close/>
                <a:moveTo>
                  <a:pt x="3036637" y="1801856"/>
                </a:moveTo>
                <a:lnTo>
                  <a:pt x="3065151" y="1801856"/>
                </a:lnTo>
                <a:cubicBezTo>
                  <a:pt x="3065921" y="1801856"/>
                  <a:pt x="3066535" y="1802241"/>
                  <a:pt x="3066918" y="1802855"/>
                </a:cubicBezTo>
                <a:lnTo>
                  <a:pt x="3081137" y="1827526"/>
                </a:lnTo>
                <a:cubicBezTo>
                  <a:pt x="3081522" y="1828141"/>
                  <a:pt x="3081522" y="1828908"/>
                  <a:pt x="3081137" y="1829523"/>
                </a:cubicBezTo>
                <a:lnTo>
                  <a:pt x="3066843" y="1854194"/>
                </a:lnTo>
                <a:cubicBezTo>
                  <a:pt x="3066458" y="1854810"/>
                  <a:pt x="3065766" y="1855193"/>
                  <a:pt x="3065075" y="1855193"/>
                </a:cubicBezTo>
                <a:lnTo>
                  <a:pt x="3036561" y="1855193"/>
                </a:lnTo>
                <a:cubicBezTo>
                  <a:pt x="3035793" y="1855193"/>
                  <a:pt x="3035178" y="1854810"/>
                  <a:pt x="3034794" y="1854194"/>
                </a:cubicBezTo>
                <a:lnTo>
                  <a:pt x="3020576" y="1829523"/>
                </a:lnTo>
                <a:cubicBezTo>
                  <a:pt x="3020190" y="1828908"/>
                  <a:pt x="3020190" y="1828141"/>
                  <a:pt x="3020576" y="1827526"/>
                </a:cubicBezTo>
                <a:lnTo>
                  <a:pt x="3034869" y="1802855"/>
                </a:lnTo>
                <a:cubicBezTo>
                  <a:pt x="3035256" y="1802241"/>
                  <a:pt x="3035946" y="1801856"/>
                  <a:pt x="3036637" y="1801856"/>
                </a:cubicBezTo>
                <a:close/>
                <a:moveTo>
                  <a:pt x="3768292" y="1801548"/>
                </a:moveTo>
                <a:lnTo>
                  <a:pt x="3797113" y="1801548"/>
                </a:lnTo>
                <a:cubicBezTo>
                  <a:pt x="3797805" y="1801548"/>
                  <a:pt x="3798497" y="1801932"/>
                  <a:pt x="3798881" y="1802547"/>
                </a:cubicBezTo>
                <a:lnTo>
                  <a:pt x="3813252" y="1827526"/>
                </a:lnTo>
                <a:cubicBezTo>
                  <a:pt x="3813636" y="1828217"/>
                  <a:pt x="3813636" y="1828986"/>
                  <a:pt x="3813252" y="1829601"/>
                </a:cubicBezTo>
                <a:lnTo>
                  <a:pt x="3798803" y="1854578"/>
                </a:lnTo>
                <a:cubicBezTo>
                  <a:pt x="3798419" y="1855193"/>
                  <a:pt x="3797728" y="1855577"/>
                  <a:pt x="3797035" y="1855577"/>
                </a:cubicBezTo>
                <a:lnTo>
                  <a:pt x="3768216" y="1855577"/>
                </a:lnTo>
                <a:cubicBezTo>
                  <a:pt x="3767523" y="1855577"/>
                  <a:pt x="3766832" y="1855193"/>
                  <a:pt x="3766448" y="1854578"/>
                </a:cubicBezTo>
                <a:lnTo>
                  <a:pt x="3752076" y="1829601"/>
                </a:lnTo>
                <a:cubicBezTo>
                  <a:pt x="3751691" y="1828908"/>
                  <a:pt x="3751691" y="1828141"/>
                  <a:pt x="3752076" y="1827526"/>
                </a:cubicBezTo>
                <a:lnTo>
                  <a:pt x="3766525" y="1802547"/>
                </a:lnTo>
                <a:cubicBezTo>
                  <a:pt x="3766909" y="1801932"/>
                  <a:pt x="3767601" y="1801548"/>
                  <a:pt x="3768292" y="1801548"/>
                </a:cubicBezTo>
                <a:close/>
                <a:moveTo>
                  <a:pt x="3127558" y="1800857"/>
                </a:moveTo>
                <a:lnTo>
                  <a:pt x="3157146" y="1800857"/>
                </a:lnTo>
                <a:cubicBezTo>
                  <a:pt x="3157838" y="1800857"/>
                  <a:pt x="3158530" y="1801319"/>
                  <a:pt x="3158913" y="1801934"/>
                </a:cubicBezTo>
                <a:lnTo>
                  <a:pt x="3173670" y="1827526"/>
                </a:lnTo>
                <a:cubicBezTo>
                  <a:pt x="3174054" y="1828141"/>
                  <a:pt x="3174054" y="1828986"/>
                  <a:pt x="3173670" y="1829601"/>
                </a:cubicBezTo>
                <a:lnTo>
                  <a:pt x="3158837" y="1855193"/>
                </a:lnTo>
                <a:cubicBezTo>
                  <a:pt x="3158530" y="1855884"/>
                  <a:pt x="3157838" y="1856270"/>
                  <a:pt x="3157071" y="1856270"/>
                </a:cubicBezTo>
                <a:lnTo>
                  <a:pt x="3127480" y="1856270"/>
                </a:lnTo>
                <a:cubicBezTo>
                  <a:pt x="3126788" y="1856270"/>
                  <a:pt x="3126097" y="1855808"/>
                  <a:pt x="3125712" y="1855193"/>
                </a:cubicBezTo>
                <a:lnTo>
                  <a:pt x="3110957" y="1829601"/>
                </a:lnTo>
                <a:cubicBezTo>
                  <a:pt x="3110572" y="1828986"/>
                  <a:pt x="3110572" y="1828141"/>
                  <a:pt x="3110957" y="1827526"/>
                </a:cubicBezTo>
                <a:lnTo>
                  <a:pt x="3125790" y="1801934"/>
                </a:lnTo>
                <a:cubicBezTo>
                  <a:pt x="3126097" y="1801241"/>
                  <a:pt x="3126788" y="1800857"/>
                  <a:pt x="3127558" y="1800857"/>
                </a:cubicBezTo>
                <a:close/>
                <a:moveTo>
                  <a:pt x="3583918" y="1798860"/>
                </a:moveTo>
                <a:lnTo>
                  <a:pt x="3615582" y="1798860"/>
                </a:lnTo>
                <a:cubicBezTo>
                  <a:pt x="3616352" y="1798860"/>
                  <a:pt x="3617120" y="1799321"/>
                  <a:pt x="3617504" y="1800012"/>
                </a:cubicBezTo>
                <a:lnTo>
                  <a:pt x="3633338" y="1827450"/>
                </a:lnTo>
                <a:cubicBezTo>
                  <a:pt x="3633721" y="1828141"/>
                  <a:pt x="3633721" y="1828988"/>
                  <a:pt x="3633338" y="1829679"/>
                </a:cubicBezTo>
                <a:lnTo>
                  <a:pt x="3617504" y="1857116"/>
                </a:lnTo>
                <a:cubicBezTo>
                  <a:pt x="3617120" y="1857807"/>
                  <a:pt x="3616352" y="1858269"/>
                  <a:pt x="3615582" y="1858269"/>
                </a:cubicBezTo>
                <a:lnTo>
                  <a:pt x="3583918" y="1858269"/>
                </a:lnTo>
                <a:cubicBezTo>
                  <a:pt x="3583150" y="1858269"/>
                  <a:pt x="3582381" y="1857807"/>
                  <a:pt x="3581997" y="1857116"/>
                </a:cubicBezTo>
                <a:lnTo>
                  <a:pt x="3566165" y="1829679"/>
                </a:lnTo>
                <a:cubicBezTo>
                  <a:pt x="3565780" y="1828988"/>
                  <a:pt x="3565780" y="1828141"/>
                  <a:pt x="3566165" y="1827450"/>
                </a:cubicBezTo>
                <a:lnTo>
                  <a:pt x="3581997" y="1800012"/>
                </a:lnTo>
                <a:cubicBezTo>
                  <a:pt x="3582381" y="1799321"/>
                  <a:pt x="3583150" y="1798860"/>
                  <a:pt x="3583918" y="1798860"/>
                </a:cubicBezTo>
                <a:close/>
                <a:moveTo>
                  <a:pt x="3218014" y="1798860"/>
                </a:moveTo>
                <a:lnTo>
                  <a:pt x="3249678" y="1798860"/>
                </a:lnTo>
                <a:cubicBezTo>
                  <a:pt x="3250447" y="1798860"/>
                  <a:pt x="3251216" y="1799321"/>
                  <a:pt x="3251599" y="1800012"/>
                </a:cubicBezTo>
                <a:lnTo>
                  <a:pt x="3267433" y="1827450"/>
                </a:lnTo>
                <a:cubicBezTo>
                  <a:pt x="3267816" y="1828141"/>
                  <a:pt x="3267816" y="1828988"/>
                  <a:pt x="3267433" y="1829679"/>
                </a:cubicBezTo>
                <a:lnTo>
                  <a:pt x="3251599" y="1857116"/>
                </a:lnTo>
                <a:cubicBezTo>
                  <a:pt x="3251216" y="1857807"/>
                  <a:pt x="3250447" y="1858269"/>
                  <a:pt x="3249678" y="1858269"/>
                </a:cubicBezTo>
                <a:lnTo>
                  <a:pt x="3218014" y="1858269"/>
                </a:lnTo>
                <a:cubicBezTo>
                  <a:pt x="3217246" y="1858269"/>
                  <a:pt x="3216476" y="1857807"/>
                  <a:pt x="3216094" y="1857116"/>
                </a:cubicBezTo>
                <a:lnTo>
                  <a:pt x="3200261" y="1829679"/>
                </a:lnTo>
                <a:cubicBezTo>
                  <a:pt x="3199876" y="1828988"/>
                  <a:pt x="3199876" y="1828141"/>
                  <a:pt x="3200261" y="1827450"/>
                </a:cubicBezTo>
                <a:lnTo>
                  <a:pt x="3216094" y="1800012"/>
                </a:lnTo>
                <a:cubicBezTo>
                  <a:pt x="3216476" y="1799321"/>
                  <a:pt x="3217246" y="1798860"/>
                  <a:pt x="3218014" y="1798860"/>
                </a:cubicBezTo>
                <a:close/>
                <a:moveTo>
                  <a:pt x="747863" y="1798628"/>
                </a:moveTo>
                <a:lnTo>
                  <a:pt x="779829" y="1798628"/>
                </a:lnTo>
                <a:cubicBezTo>
                  <a:pt x="780600" y="1798628"/>
                  <a:pt x="781371" y="1799090"/>
                  <a:pt x="781756" y="1799781"/>
                </a:cubicBezTo>
                <a:lnTo>
                  <a:pt x="797744" y="1827448"/>
                </a:lnTo>
                <a:cubicBezTo>
                  <a:pt x="798131" y="1828141"/>
                  <a:pt x="798131" y="1828986"/>
                  <a:pt x="797744" y="1829679"/>
                </a:cubicBezTo>
                <a:lnTo>
                  <a:pt x="781756" y="1857346"/>
                </a:lnTo>
                <a:cubicBezTo>
                  <a:pt x="781371" y="1858037"/>
                  <a:pt x="780600" y="1858498"/>
                  <a:pt x="779829" y="1858498"/>
                </a:cubicBezTo>
                <a:lnTo>
                  <a:pt x="747863" y="1858498"/>
                </a:lnTo>
                <a:cubicBezTo>
                  <a:pt x="747095" y="1858498"/>
                  <a:pt x="746326" y="1858037"/>
                  <a:pt x="745944" y="1857346"/>
                </a:cubicBezTo>
                <a:lnTo>
                  <a:pt x="729953" y="1829679"/>
                </a:lnTo>
                <a:cubicBezTo>
                  <a:pt x="729571" y="1828986"/>
                  <a:pt x="729571" y="1828141"/>
                  <a:pt x="729953" y="1827448"/>
                </a:cubicBezTo>
                <a:lnTo>
                  <a:pt x="745944" y="1799781"/>
                </a:lnTo>
                <a:cubicBezTo>
                  <a:pt x="746326" y="1799090"/>
                  <a:pt x="747095" y="1798628"/>
                  <a:pt x="747863" y="1798628"/>
                </a:cubicBezTo>
                <a:close/>
                <a:moveTo>
                  <a:pt x="198735" y="1798167"/>
                </a:moveTo>
                <a:lnTo>
                  <a:pt x="231169" y="1798167"/>
                </a:lnTo>
                <a:cubicBezTo>
                  <a:pt x="232012" y="1798167"/>
                  <a:pt x="232781" y="1798628"/>
                  <a:pt x="233166" y="1799320"/>
                </a:cubicBezTo>
                <a:lnTo>
                  <a:pt x="249387" y="1827372"/>
                </a:lnTo>
                <a:cubicBezTo>
                  <a:pt x="249763" y="1828063"/>
                  <a:pt x="249763" y="1828986"/>
                  <a:pt x="249387" y="1829677"/>
                </a:cubicBezTo>
                <a:lnTo>
                  <a:pt x="233166" y="1857729"/>
                </a:lnTo>
                <a:cubicBezTo>
                  <a:pt x="232705" y="1858421"/>
                  <a:pt x="231934" y="1858882"/>
                  <a:pt x="231169" y="1858882"/>
                </a:cubicBezTo>
                <a:lnTo>
                  <a:pt x="198735" y="1858882"/>
                </a:lnTo>
                <a:cubicBezTo>
                  <a:pt x="197890" y="1858882"/>
                  <a:pt x="197121" y="1858421"/>
                  <a:pt x="196736" y="1857729"/>
                </a:cubicBezTo>
                <a:lnTo>
                  <a:pt x="180524" y="1829677"/>
                </a:lnTo>
                <a:cubicBezTo>
                  <a:pt x="180141" y="1828986"/>
                  <a:pt x="180141" y="1828063"/>
                  <a:pt x="180524" y="1827372"/>
                </a:cubicBezTo>
                <a:lnTo>
                  <a:pt x="196736" y="1799320"/>
                </a:lnTo>
                <a:cubicBezTo>
                  <a:pt x="197201" y="1798628"/>
                  <a:pt x="197968" y="1798167"/>
                  <a:pt x="198735" y="1798167"/>
                </a:cubicBezTo>
                <a:close/>
                <a:moveTo>
                  <a:pt x="3491924" y="1798091"/>
                </a:moveTo>
                <a:lnTo>
                  <a:pt x="3524510" y="1798091"/>
                </a:lnTo>
                <a:cubicBezTo>
                  <a:pt x="3525357" y="1798091"/>
                  <a:pt x="3526126" y="1798553"/>
                  <a:pt x="3526509" y="1799244"/>
                </a:cubicBezTo>
                <a:lnTo>
                  <a:pt x="3542802" y="1827450"/>
                </a:lnTo>
                <a:cubicBezTo>
                  <a:pt x="3543186" y="1828141"/>
                  <a:pt x="3543186" y="1829064"/>
                  <a:pt x="3542802" y="1829755"/>
                </a:cubicBezTo>
                <a:lnTo>
                  <a:pt x="3526509" y="1857961"/>
                </a:lnTo>
                <a:cubicBezTo>
                  <a:pt x="3526048" y="1858652"/>
                  <a:pt x="3525357" y="1859114"/>
                  <a:pt x="3524510" y="1859114"/>
                </a:cubicBezTo>
                <a:lnTo>
                  <a:pt x="3491924" y="1859114"/>
                </a:lnTo>
                <a:cubicBezTo>
                  <a:pt x="3491079" y="1859114"/>
                  <a:pt x="3490310" y="1858652"/>
                  <a:pt x="3489926" y="1857961"/>
                </a:cubicBezTo>
                <a:lnTo>
                  <a:pt x="3473633" y="1829755"/>
                </a:lnTo>
                <a:cubicBezTo>
                  <a:pt x="3473248" y="1829064"/>
                  <a:pt x="3473248" y="1828141"/>
                  <a:pt x="3473633" y="1827450"/>
                </a:cubicBezTo>
                <a:lnTo>
                  <a:pt x="3489926" y="1799244"/>
                </a:lnTo>
                <a:cubicBezTo>
                  <a:pt x="3490388" y="1798553"/>
                  <a:pt x="3491079" y="1798091"/>
                  <a:pt x="3491924" y="1798091"/>
                </a:cubicBezTo>
                <a:close/>
                <a:moveTo>
                  <a:pt x="3674839" y="1797937"/>
                </a:moveTo>
                <a:lnTo>
                  <a:pt x="3707579" y="1797937"/>
                </a:lnTo>
                <a:cubicBezTo>
                  <a:pt x="3708424" y="1797937"/>
                  <a:pt x="3709193" y="1798399"/>
                  <a:pt x="3709576" y="1799090"/>
                </a:cubicBezTo>
                <a:lnTo>
                  <a:pt x="3725947" y="1827450"/>
                </a:lnTo>
                <a:cubicBezTo>
                  <a:pt x="3726330" y="1828141"/>
                  <a:pt x="3726330" y="1829064"/>
                  <a:pt x="3725947" y="1829755"/>
                </a:cubicBezTo>
                <a:lnTo>
                  <a:pt x="3709576" y="1858115"/>
                </a:lnTo>
                <a:cubicBezTo>
                  <a:pt x="3709193" y="1858806"/>
                  <a:pt x="3708424" y="1859267"/>
                  <a:pt x="3707579" y="1859267"/>
                </a:cubicBezTo>
                <a:lnTo>
                  <a:pt x="3674839" y="1859267"/>
                </a:lnTo>
                <a:cubicBezTo>
                  <a:pt x="3673994" y="1859267"/>
                  <a:pt x="3673225" y="1858806"/>
                  <a:pt x="3672840" y="1858115"/>
                </a:cubicBezTo>
                <a:lnTo>
                  <a:pt x="3656471" y="1829755"/>
                </a:lnTo>
                <a:cubicBezTo>
                  <a:pt x="3656086" y="1829064"/>
                  <a:pt x="3656086" y="1828141"/>
                  <a:pt x="3656471" y="1827450"/>
                </a:cubicBezTo>
                <a:lnTo>
                  <a:pt x="3672840" y="1799090"/>
                </a:lnTo>
                <a:cubicBezTo>
                  <a:pt x="3673225" y="1798399"/>
                  <a:pt x="3673994" y="1797937"/>
                  <a:pt x="3674839" y="1797937"/>
                </a:cubicBezTo>
                <a:close/>
                <a:moveTo>
                  <a:pt x="3308935" y="1797937"/>
                </a:moveTo>
                <a:lnTo>
                  <a:pt x="3341675" y="1797937"/>
                </a:lnTo>
                <a:cubicBezTo>
                  <a:pt x="3342519" y="1797937"/>
                  <a:pt x="3343288" y="1798399"/>
                  <a:pt x="3343672" y="1799090"/>
                </a:cubicBezTo>
                <a:lnTo>
                  <a:pt x="3360043" y="1827450"/>
                </a:lnTo>
                <a:cubicBezTo>
                  <a:pt x="3360426" y="1828141"/>
                  <a:pt x="3360426" y="1829064"/>
                  <a:pt x="3360043" y="1829755"/>
                </a:cubicBezTo>
                <a:lnTo>
                  <a:pt x="3343672" y="1858115"/>
                </a:lnTo>
                <a:cubicBezTo>
                  <a:pt x="3343288" y="1858806"/>
                  <a:pt x="3342519" y="1859267"/>
                  <a:pt x="3341675" y="1859267"/>
                </a:cubicBezTo>
                <a:lnTo>
                  <a:pt x="3308935" y="1859267"/>
                </a:lnTo>
                <a:cubicBezTo>
                  <a:pt x="3308090" y="1859267"/>
                  <a:pt x="3307322" y="1858806"/>
                  <a:pt x="3306935" y="1858115"/>
                </a:cubicBezTo>
                <a:lnTo>
                  <a:pt x="3290566" y="1829755"/>
                </a:lnTo>
                <a:cubicBezTo>
                  <a:pt x="3290181" y="1829064"/>
                  <a:pt x="3290181" y="1828141"/>
                  <a:pt x="3290566" y="1827450"/>
                </a:cubicBezTo>
                <a:lnTo>
                  <a:pt x="3306935" y="1799090"/>
                </a:lnTo>
                <a:cubicBezTo>
                  <a:pt x="3307322" y="1798399"/>
                  <a:pt x="3308090" y="1797937"/>
                  <a:pt x="3308935" y="1797937"/>
                </a:cubicBezTo>
                <a:close/>
                <a:moveTo>
                  <a:pt x="3400239" y="1797476"/>
                </a:moveTo>
                <a:lnTo>
                  <a:pt x="3433363" y="1797476"/>
                </a:lnTo>
                <a:cubicBezTo>
                  <a:pt x="3434131" y="1797476"/>
                  <a:pt x="3434900" y="1797937"/>
                  <a:pt x="3435361" y="1798628"/>
                </a:cubicBezTo>
                <a:lnTo>
                  <a:pt x="3451885" y="1827372"/>
                </a:lnTo>
                <a:cubicBezTo>
                  <a:pt x="3452345" y="1828141"/>
                  <a:pt x="3452345" y="1829064"/>
                  <a:pt x="3451885" y="1829755"/>
                </a:cubicBezTo>
                <a:lnTo>
                  <a:pt x="3435283" y="1858498"/>
                </a:lnTo>
                <a:cubicBezTo>
                  <a:pt x="3434900" y="1859189"/>
                  <a:pt x="3434131" y="1859651"/>
                  <a:pt x="3433285" y="1859651"/>
                </a:cubicBezTo>
                <a:lnTo>
                  <a:pt x="3400161" y="1859651"/>
                </a:lnTo>
                <a:cubicBezTo>
                  <a:pt x="3399392" y="1859651"/>
                  <a:pt x="3398623" y="1859189"/>
                  <a:pt x="3398161" y="1858498"/>
                </a:cubicBezTo>
                <a:lnTo>
                  <a:pt x="3381638" y="1829755"/>
                </a:lnTo>
                <a:cubicBezTo>
                  <a:pt x="3381177" y="1828986"/>
                  <a:pt x="3381177" y="1828063"/>
                  <a:pt x="3381638" y="1827372"/>
                </a:cubicBezTo>
                <a:lnTo>
                  <a:pt x="3398239" y="1798628"/>
                </a:lnTo>
                <a:cubicBezTo>
                  <a:pt x="3398623" y="1797937"/>
                  <a:pt x="3399392" y="1797476"/>
                  <a:pt x="3400239" y="1797476"/>
                </a:cubicBezTo>
                <a:close/>
                <a:moveTo>
                  <a:pt x="289271" y="1796400"/>
                </a:moveTo>
                <a:lnTo>
                  <a:pt x="323623" y="1796400"/>
                </a:lnTo>
                <a:cubicBezTo>
                  <a:pt x="324468" y="1796400"/>
                  <a:pt x="325239" y="1796861"/>
                  <a:pt x="325702" y="1797630"/>
                </a:cubicBezTo>
                <a:lnTo>
                  <a:pt x="342842" y="1827372"/>
                </a:lnTo>
                <a:cubicBezTo>
                  <a:pt x="343305" y="1828141"/>
                  <a:pt x="343305" y="1829064"/>
                  <a:pt x="342842" y="1829831"/>
                </a:cubicBezTo>
                <a:lnTo>
                  <a:pt x="325624" y="1859573"/>
                </a:lnTo>
                <a:cubicBezTo>
                  <a:pt x="325239" y="1860342"/>
                  <a:pt x="324396" y="1860803"/>
                  <a:pt x="323548" y="1860803"/>
                </a:cubicBezTo>
                <a:lnTo>
                  <a:pt x="289192" y="1860803"/>
                </a:lnTo>
                <a:cubicBezTo>
                  <a:pt x="288347" y="1860803"/>
                  <a:pt x="287580" y="1860342"/>
                  <a:pt x="287117" y="1859573"/>
                </a:cubicBezTo>
                <a:lnTo>
                  <a:pt x="269982" y="1829831"/>
                </a:lnTo>
                <a:cubicBezTo>
                  <a:pt x="269519" y="1829064"/>
                  <a:pt x="269519" y="1828141"/>
                  <a:pt x="269982" y="1827372"/>
                </a:cubicBezTo>
                <a:lnTo>
                  <a:pt x="287202" y="1797630"/>
                </a:lnTo>
                <a:cubicBezTo>
                  <a:pt x="287580" y="1796861"/>
                  <a:pt x="288429" y="1796400"/>
                  <a:pt x="289271" y="1796400"/>
                </a:cubicBezTo>
                <a:close/>
                <a:moveTo>
                  <a:pt x="4053960" y="1743370"/>
                </a:moveTo>
                <a:lnTo>
                  <a:pt x="4060264" y="1743370"/>
                </a:lnTo>
                <a:cubicBezTo>
                  <a:pt x="4060417" y="1743370"/>
                  <a:pt x="4060647" y="1743602"/>
                  <a:pt x="4060647" y="1743602"/>
                </a:cubicBezTo>
                <a:lnTo>
                  <a:pt x="4063799" y="1749058"/>
                </a:lnTo>
                <a:cubicBezTo>
                  <a:pt x="4063875" y="1749212"/>
                  <a:pt x="4063799" y="1749517"/>
                  <a:pt x="4063799" y="1749517"/>
                </a:cubicBezTo>
                <a:lnTo>
                  <a:pt x="4060647" y="1754976"/>
                </a:lnTo>
                <a:cubicBezTo>
                  <a:pt x="4060569" y="1755130"/>
                  <a:pt x="4060264" y="1755205"/>
                  <a:pt x="4060264" y="1755205"/>
                </a:cubicBezTo>
                <a:lnTo>
                  <a:pt x="4053960" y="1755205"/>
                </a:lnTo>
                <a:cubicBezTo>
                  <a:pt x="4053807" y="1755205"/>
                  <a:pt x="4053578" y="1754976"/>
                  <a:pt x="4053578" y="1754976"/>
                </a:cubicBezTo>
                <a:lnTo>
                  <a:pt x="4050425" y="1749517"/>
                </a:lnTo>
                <a:cubicBezTo>
                  <a:pt x="4050349" y="1749366"/>
                  <a:pt x="4050425" y="1749058"/>
                  <a:pt x="4050425" y="1749058"/>
                </a:cubicBezTo>
                <a:lnTo>
                  <a:pt x="4053578" y="1743602"/>
                </a:lnTo>
                <a:cubicBezTo>
                  <a:pt x="4053653" y="1743448"/>
                  <a:pt x="4053960" y="1743370"/>
                  <a:pt x="4053960" y="1743370"/>
                </a:cubicBezTo>
                <a:close/>
                <a:moveTo>
                  <a:pt x="1766693" y="1742833"/>
                </a:moveTo>
                <a:lnTo>
                  <a:pt x="1773533" y="1742833"/>
                </a:lnTo>
                <a:cubicBezTo>
                  <a:pt x="1773687" y="1742833"/>
                  <a:pt x="1773916" y="1743064"/>
                  <a:pt x="1773916" y="1743064"/>
                </a:cubicBezTo>
                <a:lnTo>
                  <a:pt x="1777376" y="1748982"/>
                </a:lnTo>
                <a:cubicBezTo>
                  <a:pt x="1777451" y="1749134"/>
                  <a:pt x="1777376" y="1749443"/>
                  <a:pt x="1777376" y="1749443"/>
                </a:cubicBezTo>
                <a:lnTo>
                  <a:pt x="1773916" y="1755359"/>
                </a:lnTo>
                <a:cubicBezTo>
                  <a:pt x="1773840" y="1755515"/>
                  <a:pt x="1773533" y="1755591"/>
                  <a:pt x="1773533" y="1755591"/>
                </a:cubicBezTo>
                <a:lnTo>
                  <a:pt x="1766693" y="1755591"/>
                </a:lnTo>
                <a:cubicBezTo>
                  <a:pt x="1766539" y="1755591"/>
                  <a:pt x="1766309" y="1755359"/>
                  <a:pt x="1766309" y="1755359"/>
                </a:cubicBezTo>
                <a:lnTo>
                  <a:pt x="1762850" y="1749443"/>
                </a:lnTo>
                <a:cubicBezTo>
                  <a:pt x="1762772" y="1749290"/>
                  <a:pt x="1762850" y="1748982"/>
                  <a:pt x="1762850" y="1748982"/>
                </a:cubicBezTo>
                <a:lnTo>
                  <a:pt x="1766309" y="1743064"/>
                </a:lnTo>
                <a:cubicBezTo>
                  <a:pt x="1766385" y="1742911"/>
                  <a:pt x="1766693" y="1742833"/>
                  <a:pt x="1766693" y="1742833"/>
                </a:cubicBezTo>
                <a:close/>
                <a:moveTo>
                  <a:pt x="5059912" y="1742679"/>
                </a:moveTo>
                <a:lnTo>
                  <a:pt x="5066906" y="1742679"/>
                </a:lnTo>
                <a:cubicBezTo>
                  <a:pt x="5067136" y="1742679"/>
                  <a:pt x="5067367" y="1742909"/>
                  <a:pt x="5067367" y="1742909"/>
                </a:cubicBezTo>
                <a:lnTo>
                  <a:pt x="5070902" y="1748980"/>
                </a:lnTo>
                <a:cubicBezTo>
                  <a:pt x="5070978" y="1749134"/>
                  <a:pt x="5070902" y="1749442"/>
                  <a:pt x="5070902" y="1749442"/>
                </a:cubicBezTo>
                <a:lnTo>
                  <a:pt x="5067367" y="1755513"/>
                </a:lnTo>
                <a:cubicBezTo>
                  <a:pt x="5067214" y="1755667"/>
                  <a:pt x="5066906" y="1755745"/>
                  <a:pt x="5066906" y="1755745"/>
                </a:cubicBezTo>
                <a:lnTo>
                  <a:pt x="5059912" y="1755745"/>
                </a:lnTo>
                <a:cubicBezTo>
                  <a:pt x="5059682" y="1755745"/>
                  <a:pt x="5059450" y="1755513"/>
                  <a:pt x="5059450" y="1755513"/>
                </a:cubicBezTo>
                <a:lnTo>
                  <a:pt x="5055915" y="1749442"/>
                </a:lnTo>
                <a:cubicBezTo>
                  <a:pt x="5055838" y="1749288"/>
                  <a:pt x="5055915" y="1748980"/>
                  <a:pt x="5055915" y="1748980"/>
                </a:cubicBezTo>
                <a:lnTo>
                  <a:pt x="5059450" y="1742909"/>
                </a:lnTo>
                <a:cubicBezTo>
                  <a:pt x="5059604" y="1742757"/>
                  <a:pt x="5059912" y="1742679"/>
                  <a:pt x="5059912" y="1742679"/>
                </a:cubicBezTo>
                <a:close/>
                <a:moveTo>
                  <a:pt x="1309057" y="1742447"/>
                </a:moveTo>
                <a:lnTo>
                  <a:pt x="1316355" y="1742447"/>
                </a:lnTo>
                <a:cubicBezTo>
                  <a:pt x="1316587" y="1742447"/>
                  <a:pt x="1316813" y="1742679"/>
                  <a:pt x="1316813" y="1742679"/>
                </a:cubicBezTo>
                <a:lnTo>
                  <a:pt x="1320506" y="1748980"/>
                </a:lnTo>
                <a:cubicBezTo>
                  <a:pt x="1320583" y="1749134"/>
                  <a:pt x="1320506" y="1749517"/>
                  <a:pt x="1320506" y="1749517"/>
                </a:cubicBezTo>
                <a:lnTo>
                  <a:pt x="1316813" y="1755821"/>
                </a:lnTo>
                <a:cubicBezTo>
                  <a:pt x="1316739" y="1755974"/>
                  <a:pt x="1316355" y="1756050"/>
                  <a:pt x="1316355" y="1756050"/>
                </a:cubicBezTo>
                <a:lnTo>
                  <a:pt x="1309057" y="1756050"/>
                </a:lnTo>
                <a:cubicBezTo>
                  <a:pt x="1308822" y="1756050"/>
                  <a:pt x="1308590" y="1755821"/>
                  <a:pt x="1308590" y="1755821"/>
                </a:cubicBezTo>
                <a:lnTo>
                  <a:pt x="1304903" y="1749517"/>
                </a:lnTo>
                <a:cubicBezTo>
                  <a:pt x="1304828" y="1749364"/>
                  <a:pt x="1304903" y="1748980"/>
                  <a:pt x="1304903" y="1748980"/>
                </a:cubicBezTo>
                <a:lnTo>
                  <a:pt x="1308590" y="1742679"/>
                </a:lnTo>
                <a:cubicBezTo>
                  <a:pt x="1308672" y="1742525"/>
                  <a:pt x="1309057" y="1742447"/>
                  <a:pt x="1309057" y="1742447"/>
                </a:cubicBezTo>
                <a:close/>
                <a:moveTo>
                  <a:pt x="4966455" y="1739066"/>
                </a:moveTo>
                <a:lnTo>
                  <a:pt x="4977370" y="1739066"/>
                </a:lnTo>
                <a:cubicBezTo>
                  <a:pt x="4977677" y="1739066"/>
                  <a:pt x="4978061" y="1739450"/>
                  <a:pt x="4978061" y="1739450"/>
                </a:cubicBezTo>
                <a:lnTo>
                  <a:pt x="4983517" y="1748904"/>
                </a:lnTo>
                <a:cubicBezTo>
                  <a:pt x="4983671" y="1749134"/>
                  <a:pt x="4983517" y="1749671"/>
                  <a:pt x="4983517" y="1749671"/>
                </a:cubicBezTo>
                <a:lnTo>
                  <a:pt x="4978061" y="1759126"/>
                </a:lnTo>
                <a:cubicBezTo>
                  <a:pt x="4977907" y="1759356"/>
                  <a:pt x="4977370" y="1759509"/>
                  <a:pt x="4977370" y="1759509"/>
                </a:cubicBezTo>
                <a:lnTo>
                  <a:pt x="4966455" y="1759509"/>
                </a:lnTo>
                <a:cubicBezTo>
                  <a:pt x="4966149" y="1759509"/>
                  <a:pt x="4965764" y="1759126"/>
                  <a:pt x="4965764" y="1759126"/>
                </a:cubicBezTo>
                <a:lnTo>
                  <a:pt x="4960308" y="1749671"/>
                </a:lnTo>
                <a:cubicBezTo>
                  <a:pt x="4960154" y="1749442"/>
                  <a:pt x="4960308" y="1748904"/>
                  <a:pt x="4960308" y="1748904"/>
                </a:cubicBezTo>
                <a:lnTo>
                  <a:pt x="4965764" y="1739450"/>
                </a:lnTo>
                <a:cubicBezTo>
                  <a:pt x="4965918" y="1739220"/>
                  <a:pt x="4966455" y="1739066"/>
                  <a:pt x="4966455" y="1739066"/>
                </a:cubicBezTo>
                <a:close/>
                <a:moveTo>
                  <a:pt x="5149371" y="1738912"/>
                </a:moveTo>
                <a:lnTo>
                  <a:pt x="5160437" y="1738912"/>
                </a:lnTo>
                <a:cubicBezTo>
                  <a:pt x="5160744" y="1738912"/>
                  <a:pt x="5161128" y="1739296"/>
                  <a:pt x="5161128" y="1739296"/>
                </a:cubicBezTo>
                <a:lnTo>
                  <a:pt x="5166662" y="1748904"/>
                </a:lnTo>
                <a:cubicBezTo>
                  <a:pt x="5166816" y="1749134"/>
                  <a:pt x="5166662" y="1749671"/>
                  <a:pt x="5166662" y="1749671"/>
                </a:cubicBezTo>
                <a:lnTo>
                  <a:pt x="5161128" y="1759278"/>
                </a:lnTo>
                <a:cubicBezTo>
                  <a:pt x="5160974" y="1759509"/>
                  <a:pt x="5160437" y="1759663"/>
                  <a:pt x="5160437" y="1759663"/>
                </a:cubicBezTo>
                <a:lnTo>
                  <a:pt x="5149371" y="1759663"/>
                </a:lnTo>
                <a:cubicBezTo>
                  <a:pt x="5149063" y="1759663"/>
                  <a:pt x="5148679" y="1759278"/>
                  <a:pt x="5148679" y="1759278"/>
                </a:cubicBezTo>
                <a:lnTo>
                  <a:pt x="5143145" y="1749671"/>
                </a:lnTo>
                <a:cubicBezTo>
                  <a:pt x="5142991" y="1749442"/>
                  <a:pt x="5143145" y="1748904"/>
                  <a:pt x="5143145" y="1748904"/>
                </a:cubicBezTo>
                <a:lnTo>
                  <a:pt x="5148679" y="1739296"/>
                </a:lnTo>
                <a:cubicBezTo>
                  <a:pt x="5148833" y="1739066"/>
                  <a:pt x="5149371" y="1738912"/>
                  <a:pt x="5149371" y="1738912"/>
                </a:cubicBezTo>
                <a:close/>
                <a:moveTo>
                  <a:pt x="1672083" y="1736991"/>
                </a:moveTo>
                <a:lnTo>
                  <a:pt x="1685225" y="1736991"/>
                </a:lnTo>
                <a:cubicBezTo>
                  <a:pt x="1685534" y="1736991"/>
                  <a:pt x="1685994" y="1737452"/>
                  <a:pt x="1685994" y="1737452"/>
                </a:cubicBezTo>
                <a:lnTo>
                  <a:pt x="1692527" y="1748826"/>
                </a:lnTo>
                <a:cubicBezTo>
                  <a:pt x="1692681" y="1749134"/>
                  <a:pt x="1692527" y="1749749"/>
                  <a:pt x="1692527" y="1749749"/>
                </a:cubicBezTo>
                <a:lnTo>
                  <a:pt x="1685918" y="1761123"/>
                </a:lnTo>
                <a:cubicBezTo>
                  <a:pt x="1685764" y="1761431"/>
                  <a:pt x="1685149" y="1761584"/>
                  <a:pt x="1685149" y="1761584"/>
                </a:cubicBezTo>
                <a:lnTo>
                  <a:pt x="1672008" y="1761584"/>
                </a:lnTo>
                <a:cubicBezTo>
                  <a:pt x="1671700" y="1761584"/>
                  <a:pt x="1671239" y="1761123"/>
                  <a:pt x="1671239" y="1761123"/>
                </a:cubicBezTo>
                <a:lnTo>
                  <a:pt x="1664706" y="1749749"/>
                </a:lnTo>
                <a:cubicBezTo>
                  <a:pt x="1664552" y="1749442"/>
                  <a:pt x="1664706" y="1748826"/>
                  <a:pt x="1664706" y="1748826"/>
                </a:cubicBezTo>
                <a:lnTo>
                  <a:pt x="1671315" y="1737452"/>
                </a:lnTo>
                <a:cubicBezTo>
                  <a:pt x="1671468" y="1737145"/>
                  <a:pt x="1672083" y="1736991"/>
                  <a:pt x="1672083" y="1736991"/>
                </a:cubicBezTo>
                <a:close/>
                <a:moveTo>
                  <a:pt x="4233341" y="1736683"/>
                </a:moveTo>
                <a:lnTo>
                  <a:pt x="4246790" y="1736683"/>
                </a:lnTo>
                <a:cubicBezTo>
                  <a:pt x="4247173" y="1736683"/>
                  <a:pt x="4247635" y="1737145"/>
                  <a:pt x="4247635" y="1737145"/>
                </a:cubicBezTo>
                <a:lnTo>
                  <a:pt x="4254321" y="1748750"/>
                </a:lnTo>
                <a:cubicBezTo>
                  <a:pt x="4254475" y="1748980"/>
                  <a:pt x="4254321" y="1749671"/>
                  <a:pt x="4254321" y="1749671"/>
                </a:cubicBezTo>
                <a:lnTo>
                  <a:pt x="4247559" y="1761277"/>
                </a:lnTo>
                <a:cubicBezTo>
                  <a:pt x="4247327" y="1761584"/>
                  <a:pt x="4246712" y="1761738"/>
                  <a:pt x="4246712" y="1761738"/>
                </a:cubicBezTo>
                <a:lnTo>
                  <a:pt x="4233263" y="1761738"/>
                </a:lnTo>
                <a:cubicBezTo>
                  <a:pt x="4232879" y="1761738"/>
                  <a:pt x="4232418" y="1761277"/>
                  <a:pt x="4232418" y="1761277"/>
                </a:cubicBezTo>
                <a:lnTo>
                  <a:pt x="4225732" y="1749671"/>
                </a:lnTo>
                <a:cubicBezTo>
                  <a:pt x="4225578" y="1749442"/>
                  <a:pt x="4225732" y="1748750"/>
                  <a:pt x="4225732" y="1748750"/>
                </a:cubicBezTo>
                <a:lnTo>
                  <a:pt x="4232494" y="1737145"/>
                </a:lnTo>
                <a:cubicBezTo>
                  <a:pt x="4232725" y="1736837"/>
                  <a:pt x="4233341" y="1736683"/>
                  <a:pt x="4233341" y="1736683"/>
                </a:cubicBezTo>
                <a:close/>
                <a:moveTo>
                  <a:pt x="1397286" y="1736300"/>
                </a:moveTo>
                <a:lnTo>
                  <a:pt x="1411194" y="1736300"/>
                </a:lnTo>
                <a:cubicBezTo>
                  <a:pt x="1411500" y="1736300"/>
                  <a:pt x="1412039" y="1736761"/>
                  <a:pt x="1412039" y="1736761"/>
                </a:cubicBezTo>
                <a:lnTo>
                  <a:pt x="1418959" y="1748826"/>
                </a:lnTo>
                <a:cubicBezTo>
                  <a:pt x="1419111" y="1749134"/>
                  <a:pt x="1418959" y="1749827"/>
                  <a:pt x="1418959" y="1749827"/>
                </a:cubicBezTo>
                <a:lnTo>
                  <a:pt x="1412039" y="1761892"/>
                </a:lnTo>
                <a:cubicBezTo>
                  <a:pt x="1411887" y="1762200"/>
                  <a:pt x="1411194" y="1762353"/>
                  <a:pt x="1411194" y="1762353"/>
                </a:cubicBezTo>
                <a:lnTo>
                  <a:pt x="1397286" y="1762353"/>
                </a:lnTo>
                <a:cubicBezTo>
                  <a:pt x="1396974" y="1762353"/>
                  <a:pt x="1396439" y="1761892"/>
                  <a:pt x="1396439" y="1761892"/>
                </a:cubicBezTo>
                <a:lnTo>
                  <a:pt x="1389519" y="1749827"/>
                </a:lnTo>
                <a:cubicBezTo>
                  <a:pt x="1389369" y="1749519"/>
                  <a:pt x="1389519" y="1748826"/>
                  <a:pt x="1389519" y="1748826"/>
                </a:cubicBezTo>
                <a:lnTo>
                  <a:pt x="1396439" y="1736761"/>
                </a:lnTo>
                <a:cubicBezTo>
                  <a:pt x="1396591" y="1736454"/>
                  <a:pt x="1397286" y="1736300"/>
                  <a:pt x="1397286" y="1736300"/>
                </a:cubicBezTo>
                <a:close/>
                <a:moveTo>
                  <a:pt x="5238982" y="1735299"/>
                </a:moveTo>
                <a:lnTo>
                  <a:pt x="5253893" y="1735299"/>
                </a:lnTo>
                <a:cubicBezTo>
                  <a:pt x="5254277" y="1735299"/>
                  <a:pt x="5254816" y="1735837"/>
                  <a:pt x="5254816" y="1735837"/>
                </a:cubicBezTo>
                <a:lnTo>
                  <a:pt x="5262270" y="1748749"/>
                </a:lnTo>
                <a:cubicBezTo>
                  <a:pt x="5262423" y="1749056"/>
                  <a:pt x="5262270" y="1749825"/>
                  <a:pt x="5262270" y="1749825"/>
                </a:cubicBezTo>
                <a:lnTo>
                  <a:pt x="5254816" y="1762737"/>
                </a:lnTo>
                <a:cubicBezTo>
                  <a:pt x="5254584" y="1763044"/>
                  <a:pt x="5253893" y="1763274"/>
                  <a:pt x="5253893" y="1763274"/>
                </a:cubicBezTo>
                <a:lnTo>
                  <a:pt x="5238982" y="1763274"/>
                </a:lnTo>
                <a:cubicBezTo>
                  <a:pt x="5238599" y="1763274"/>
                  <a:pt x="5238062" y="1762737"/>
                  <a:pt x="5238062" y="1762737"/>
                </a:cubicBezTo>
                <a:lnTo>
                  <a:pt x="5230606" y="1749825"/>
                </a:lnTo>
                <a:cubicBezTo>
                  <a:pt x="5230453" y="1749517"/>
                  <a:pt x="5230606" y="1748749"/>
                  <a:pt x="5230606" y="1748749"/>
                </a:cubicBezTo>
                <a:lnTo>
                  <a:pt x="5238062" y="1735837"/>
                </a:lnTo>
                <a:cubicBezTo>
                  <a:pt x="5238292" y="1735531"/>
                  <a:pt x="5238982" y="1735299"/>
                  <a:pt x="5238982" y="1735299"/>
                </a:cubicBezTo>
                <a:close/>
                <a:moveTo>
                  <a:pt x="3958202" y="1735299"/>
                </a:moveTo>
                <a:lnTo>
                  <a:pt x="3973112" y="1735299"/>
                </a:lnTo>
                <a:cubicBezTo>
                  <a:pt x="3973496" y="1735299"/>
                  <a:pt x="3974033" y="1735837"/>
                  <a:pt x="3974033" y="1735837"/>
                </a:cubicBezTo>
                <a:lnTo>
                  <a:pt x="3981488" y="1748749"/>
                </a:lnTo>
                <a:cubicBezTo>
                  <a:pt x="3981642" y="1749056"/>
                  <a:pt x="3981488" y="1749825"/>
                  <a:pt x="3981488" y="1749825"/>
                </a:cubicBezTo>
                <a:lnTo>
                  <a:pt x="3974033" y="1762737"/>
                </a:lnTo>
                <a:cubicBezTo>
                  <a:pt x="3973803" y="1763044"/>
                  <a:pt x="3973112" y="1763274"/>
                  <a:pt x="3973112" y="1763274"/>
                </a:cubicBezTo>
                <a:lnTo>
                  <a:pt x="3958202" y="1763274"/>
                </a:lnTo>
                <a:cubicBezTo>
                  <a:pt x="3957817" y="1763274"/>
                  <a:pt x="3957280" y="1762737"/>
                  <a:pt x="3957280" y="1762737"/>
                </a:cubicBezTo>
                <a:lnTo>
                  <a:pt x="3949825" y="1749825"/>
                </a:lnTo>
                <a:cubicBezTo>
                  <a:pt x="3949671" y="1749517"/>
                  <a:pt x="3949825" y="1748749"/>
                  <a:pt x="3949825" y="1748749"/>
                </a:cubicBezTo>
                <a:lnTo>
                  <a:pt x="3957280" y="1735837"/>
                </a:lnTo>
                <a:cubicBezTo>
                  <a:pt x="3957510" y="1735531"/>
                  <a:pt x="3958202" y="1735299"/>
                  <a:pt x="3958202" y="1735299"/>
                </a:cubicBezTo>
                <a:close/>
                <a:moveTo>
                  <a:pt x="1488250" y="1735299"/>
                </a:moveTo>
                <a:lnTo>
                  <a:pt x="1503159" y="1735299"/>
                </a:lnTo>
                <a:cubicBezTo>
                  <a:pt x="1503542" y="1735299"/>
                  <a:pt x="1504081" y="1735837"/>
                  <a:pt x="1504081" y="1735837"/>
                </a:cubicBezTo>
                <a:lnTo>
                  <a:pt x="1511535" y="1748749"/>
                </a:lnTo>
                <a:cubicBezTo>
                  <a:pt x="1511689" y="1749056"/>
                  <a:pt x="1511535" y="1749825"/>
                  <a:pt x="1511535" y="1749825"/>
                </a:cubicBezTo>
                <a:lnTo>
                  <a:pt x="1504081" y="1762737"/>
                </a:lnTo>
                <a:cubicBezTo>
                  <a:pt x="1503850" y="1763044"/>
                  <a:pt x="1503159" y="1763274"/>
                  <a:pt x="1503159" y="1763274"/>
                </a:cubicBezTo>
                <a:lnTo>
                  <a:pt x="1488250" y="1763274"/>
                </a:lnTo>
                <a:cubicBezTo>
                  <a:pt x="1487864" y="1763274"/>
                  <a:pt x="1487327" y="1762737"/>
                  <a:pt x="1487327" y="1762737"/>
                </a:cubicBezTo>
                <a:lnTo>
                  <a:pt x="1479871" y="1749825"/>
                </a:lnTo>
                <a:cubicBezTo>
                  <a:pt x="1479718" y="1749517"/>
                  <a:pt x="1479871" y="1748749"/>
                  <a:pt x="1479871" y="1748749"/>
                </a:cubicBezTo>
                <a:lnTo>
                  <a:pt x="1487327" y="1735837"/>
                </a:lnTo>
                <a:cubicBezTo>
                  <a:pt x="1487557" y="1735531"/>
                  <a:pt x="1488250" y="1735299"/>
                  <a:pt x="1488250" y="1735299"/>
                </a:cubicBezTo>
                <a:close/>
                <a:moveTo>
                  <a:pt x="5329747" y="1733993"/>
                </a:moveTo>
                <a:lnTo>
                  <a:pt x="5346040" y="1733993"/>
                </a:lnTo>
                <a:cubicBezTo>
                  <a:pt x="5346425" y="1733993"/>
                  <a:pt x="5347039" y="1734531"/>
                  <a:pt x="5347039" y="1734531"/>
                </a:cubicBezTo>
                <a:lnTo>
                  <a:pt x="5355187" y="1748595"/>
                </a:lnTo>
                <a:cubicBezTo>
                  <a:pt x="5355417" y="1748980"/>
                  <a:pt x="5355187" y="1749749"/>
                  <a:pt x="5355187" y="1749749"/>
                </a:cubicBezTo>
                <a:lnTo>
                  <a:pt x="5347039" y="1763813"/>
                </a:lnTo>
                <a:cubicBezTo>
                  <a:pt x="5346809" y="1764121"/>
                  <a:pt x="5346425" y="1764351"/>
                  <a:pt x="5346040" y="1764351"/>
                </a:cubicBezTo>
                <a:lnTo>
                  <a:pt x="5329747" y="1764351"/>
                </a:lnTo>
                <a:cubicBezTo>
                  <a:pt x="5329363" y="1764351"/>
                  <a:pt x="5328748" y="1763813"/>
                  <a:pt x="5328748" y="1763813"/>
                </a:cubicBezTo>
                <a:lnTo>
                  <a:pt x="5320602" y="1749749"/>
                </a:lnTo>
                <a:cubicBezTo>
                  <a:pt x="5320372" y="1749364"/>
                  <a:pt x="5320602" y="1748595"/>
                  <a:pt x="5320602" y="1748595"/>
                </a:cubicBezTo>
                <a:lnTo>
                  <a:pt x="5328748" y="1734531"/>
                </a:lnTo>
                <a:cubicBezTo>
                  <a:pt x="5328978" y="1734223"/>
                  <a:pt x="5329363" y="1733993"/>
                  <a:pt x="5329747" y="1733993"/>
                </a:cubicBezTo>
                <a:close/>
                <a:moveTo>
                  <a:pt x="571637" y="1731918"/>
                </a:moveTo>
                <a:lnTo>
                  <a:pt x="590157" y="1731918"/>
                </a:lnTo>
                <a:cubicBezTo>
                  <a:pt x="590620" y="1731918"/>
                  <a:pt x="591076" y="1732226"/>
                  <a:pt x="591311" y="1732609"/>
                </a:cubicBezTo>
                <a:lnTo>
                  <a:pt x="600529" y="1748673"/>
                </a:lnTo>
                <a:cubicBezTo>
                  <a:pt x="600762" y="1749056"/>
                  <a:pt x="600762" y="1749595"/>
                  <a:pt x="600529" y="1749979"/>
                </a:cubicBezTo>
                <a:lnTo>
                  <a:pt x="591236" y="1766042"/>
                </a:lnTo>
                <a:cubicBezTo>
                  <a:pt x="590998" y="1766504"/>
                  <a:pt x="590539" y="1766733"/>
                  <a:pt x="590081" y="1766733"/>
                </a:cubicBezTo>
                <a:lnTo>
                  <a:pt x="571557" y="1766733"/>
                </a:lnTo>
                <a:cubicBezTo>
                  <a:pt x="571098" y="1766733"/>
                  <a:pt x="570635" y="1766426"/>
                  <a:pt x="570405" y="1766042"/>
                </a:cubicBezTo>
                <a:lnTo>
                  <a:pt x="561178" y="1749979"/>
                </a:lnTo>
                <a:cubicBezTo>
                  <a:pt x="560954" y="1749595"/>
                  <a:pt x="560954" y="1749056"/>
                  <a:pt x="561178" y="1748673"/>
                </a:cubicBezTo>
                <a:lnTo>
                  <a:pt x="570475" y="1732609"/>
                </a:lnTo>
                <a:cubicBezTo>
                  <a:pt x="570714" y="1732150"/>
                  <a:pt x="571178" y="1731918"/>
                  <a:pt x="571637" y="1731918"/>
                </a:cubicBezTo>
                <a:close/>
                <a:moveTo>
                  <a:pt x="1577784" y="1731764"/>
                </a:moveTo>
                <a:lnTo>
                  <a:pt x="1596460" y="1731764"/>
                </a:lnTo>
                <a:cubicBezTo>
                  <a:pt x="1596921" y="1731764"/>
                  <a:pt x="1597382" y="1732072"/>
                  <a:pt x="1597612" y="1732455"/>
                </a:cubicBezTo>
                <a:lnTo>
                  <a:pt x="1606911" y="1748595"/>
                </a:lnTo>
                <a:cubicBezTo>
                  <a:pt x="1607143" y="1748980"/>
                  <a:pt x="1607143" y="1749517"/>
                  <a:pt x="1606911" y="1749903"/>
                </a:cubicBezTo>
                <a:lnTo>
                  <a:pt x="1597536" y="1766042"/>
                </a:lnTo>
                <a:cubicBezTo>
                  <a:pt x="1597304" y="1766504"/>
                  <a:pt x="1596843" y="1766733"/>
                  <a:pt x="1596382" y="1766733"/>
                </a:cubicBezTo>
                <a:lnTo>
                  <a:pt x="1577706" y="1766733"/>
                </a:lnTo>
                <a:cubicBezTo>
                  <a:pt x="1577245" y="1766733"/>
                  <a:pt x="1576785" y="1766426"/>
                  <a:pt x="1576554" y="1766042"/>
                </a:cubicBezTo>
                <a:lnTo>
                  <a:pt x="1567255" y="1749903"/>
                </a:lnTo>
                <a:cubicBezTo>
                  <a:pt x="1567025" y="1749517"/>
                  <a:pt x="1567025" y="1748980"/>
                  <a:pt x="1567255" y="1748595"/>
                </a:cubicBezTo>
                <a:lnTo>
                  <a:pt x="1576631" y="1732455"/>
                </a:lnTo>
                <a:cubicBezTo>
                  <a:pt x="1576861" y="1731996"/>
                  <a:pt x="1577322" y="1731764"/>
                  <a:pt x="1577784" y="1731764"/>
                </a:cubicBezTo>
                <a:close/>
                <a:moveTo>
                  <a:pt x="388490" y="1731611"/>
                </a:moveTo>
                <a:lnTo>
                  <a:pt x="407322" y="1731611"/>
                </a:lnTo>
                <a:cubicBezTo>
                  <a:pt x="407783" y="1731611"/>
                  <a:pt x="408242" y="1731918"/>
                  <a:pt x="408476" y="1732302"/>
                </a:cubicBezTo>
                <a:lnTo>
                  <a:pt x="417849" y="1748595"/>
                </a:lnTo>
                <a:cubicBezTo>
                  <a:pt x="418081" y="1748980"/>
                  <a:pt x="418081" y="1749517"/>
                  <a:pt x="417849" y="1749903"/>
                </a:cubicBezTo>
                <a:lnTo>
                  <a:pt x="408398" y="1766196"/>
                </a:lnTo>
                <a:cubicBezTo>
                  <a:pt x="408167" y="1766655"/>
                  <a:pt x="407705" y="1766887"/>
                  <a:pt x="407238" y="1766887"/>
                </a:cubicBezTo>
                <a:lnTo>
                  <a:pt x="388411" y="1766887"/>
                </a:lnTo>
                <a:cubicBezTo>
                  <a:pt x="387951" y="1766887"/>
                  <a:pt x="387490" y="1766580"/>
                  <a:pt x="387258" y="1766196"/>
                </a:cubicBezTo>
                <a:lnTo>
                  <a:pt x="377880" y="1749903"/>
                </a:lnTo>
                <a:cubicBezTo>
                  <a:pt x="377655" y="1749517"/>
                  <a:pt x="377655" y="1748980"/>
                  <a:pt x="377880" y="1748595"/>
                </a:cubicBezTo>
                <a:lnTo>
                  <a:pt x="387338" y="1732302"/>
                </a:lnTo>
                <a:cubicBezTo>
                  <a:pt x="387564" y="1731840"/>
                  <a:pt x="388029" y="1731611"/>
                  <a:pt x="388490" y="1731611"/>
                </a:cubicBezTo>
                <a:close/>
                <a:moveTo>
                  <a:pt x="479635" y="1731073"/>
                </a:moveTo>
                <a:lnTo>
                  <a:pt x="499083" y="1731073"/>
                </a:lnTo>
                <a:cubicBezTo>
                  <a:pt x="499548" y="1731073"/>
                  <a:pt x="500004" y="1731381"/>
                  <a:pt x="500237" y="1731764"/>
                </a:cubicBezTo>
                <a:lnTo>
                  <a:pt x="509922" y="1748597"/>
                </a:lnTo>
                <a:cubicBezTo>
                  <a:pt x="510155" y="1749056"/>
                  <a:pt x="510155" y="1749595"/>
                  <a:pt x="509922" y="1749979"/>
                </a:cubicBezTo>
                <a:lnTo>
                  <a:pt x="500237" y="1766811"/>
                </a:lnTo>
                <a:cubicBezTo>
                  <a:pt x="500004" y="1767272"/>
                  <a:pt x="499548" y="1767502"/>
                  <a:pt x="499083" y="1767502"/>
                </a:cubicBezTo>
                <a:lnTo>
                  <a:pt x="479635" y="1767502"/>
                </a:lnTo>
                <a:cubicBezTo>
                  <a:pt x="479177" y="1767502"/>
                  <a:pt x="478716" y="1767195"/>
                  <a:pt x="478484" y="1766811"/>
                </a:cubicBezTo>
                <a:lnTo>
                  <a:pt x="468805" y="1749979"/>
                </a:lnTo>
                <a:cubicBezTo>
                  <a:pt x="468576" y="1749517"/>
                  <a:pt x="468576" y="1748980"/>
                  <a:pt x="468805" y="1748597"/>
                </a:cubicBezTo>
                <a:lnTo>
                  <a:pt x="478484" y="1731764"/>
                </a:lnTo>
                <a:cubicBezTo>
                  <a:pt x="478716" y="1731303"/>
                  <a:pt x="479177" y="1731073"/>
                  <a:pt x="479635" y="1731073"/>
                </a:cubicBezTo>
                <a:close/>
                <a:moveTo>
                  <a:pt x="4870696" y="1730920"/>
                </a:moveTo>
                <a:lnTo>
                  <a:pt x="4890295" y="1730920"/>
                </a:lnTo>
                <a:cubicBezTo>
                  <a:pt x="4890832" y="1730920"/>
                  <a:pt x="4891293" y="1731151"/>
                  <a:pt x="4891522" y="1731611"/>
                </a:cubicBezTo>
                <a:lnTo>
                  <a:pt x="4901283" y="1748519"/>
                </a:lnTo>
                <a:cubicBezTo>
                  <a:pt x="4901515" y="1748980"/>
                  <a:pt x="4901515" y="1749442"/>
                  <a:pt x="4901283" y="1749903"/>
                </a:cubicBezTo>
                <a:lnTo>
                  <a:pt x="4891522" y="1766811"/>
                </a:lnTo>
                <a:cubicBezTo>
                  <a:pt x="4891215" y="1767272"/>
                  <a:pt x="4890755" y="1767502"/>
                  <a:pt x="4890295" y="1767502"/>
                </a:cubicBezTo>
                <a:lnTo>
                  <a:pt x="4870696" y="1767502"/>
                </a:lnTo>
                <a:cubicBezTo>
                  <a:pt x="4870158" y="1767502"/>
                  <a:pt x="4869697" y="1767272"/>
                  <a:pt x="4869465" y="1766811"/>
                </a:cubicBezTo>
                <a:lnTo>
                  <a:pt x="4859705" y="1749903"/>
                </a:lnTo>
                <a:cubicBezTo>
                  <a:pt x="4859475" y="1749442"/>
                  <a:pt x="4859475" y="1748980"/>
                  <a:pt x="4859705" y="1748519"/>
                </a:cubicBezTo>
                <a:lnTo>
                  <a:pt x="4869465" y="1731611"/>
                </a:lnTo>
                <a:cubicBezTo>
                  <a:pt x="4869773" y="1731151"/>
                  <a:pt x="4870234" y="1730920"/>
                  <a:pt x="4870696" y="1730920"/>
                </a:cubicBezTo>
                <a:close/>
                <a:moveTo>
                  <a:pt x="4504714" y="1730920"/>
                </a:moveTo>
                <a:lnTo>
                  <a:pt x="4524312" y="1730920"/>
                </a:lnTo>
                <a:cubicBezTo>
                  <a:pt x="4524849" y="1730920"/>
                  <a:pt x="4525311" y="1731151"/>
                  <a:pt x="4525540" y="1731611"/>
                </a:cubicBezTo>
                <a:lnTo>
                  <a:pt x="4535301" y="1748519"/>
                </a:lnTo>
                <a:cubicBezTo>
                  <a:pt x="4535532" y="1748980"/>
                  <a:pt x="4535532" y="1749442"/>
                  <a:pt x="4535301" y="1749903"/>
                </a:cubicBezTo>
                <a:lnTo>
                  <a:pt x="4525540" y="1766811"/>
                </a:lnTo>
                <a:cubicBezTo>
                  <a:pt x="4525233" y="1767272"/>
                  <a:pt x="4524773" y="1767502"/>
                  <a:pt x="4524312" y="1767502"/>
                </a:cubicBezTo>
                <a:lnTo>
                  <a:pt x="4504714" y="1767502"/>
                </a:lnTo>
                <a:cubicBezTo>
                  <a:pt x="4504176" y="1767502"/>
                  <a:pt x="4503715" y="1767272"/>
                  <a:pt x="4503483" y="1766811"/>
                </a:cubicBezTo>
                <a:lnTo>
                  <a:pt x="4493723" y="1749903"/>
                </a:lnTo>
                <a:cubicBezTo>
                  <a:pt x="4493493" y="1749442"/>
                  <a:pt x="4493493" y="1748980"/>
                  <a:pt x="4493723" y="1748519"/>
                </a:cubicBezTo>
                <a:lnTo>
                  <a:pt x="4503483" y="1731611"/>
                </a:lnTo>
                <a:cubicBezTo>
                  <a:pt x="4503791" y="1731151"/>
                  <a:pt x="4504253" y="1730920"/>
                  <a:pt x="4504714" y="1730920"/>
                </a:cubicBezTo>
                <a:close/>
                <a:moveTo>
                  <a:pt x="4778777" y="1730075"/>
                </a:moveTo>
                <a:lnTo>
                  <a:pt x="4799220" y="1730075"/>
                </a:lnTo>
                <a:cubicBezTo>
                  <a:pt x="4799681" y="1730075"/>
                  <a:pt x="4800219" y="1730304"/>
                  <a:pt x="4800450" y="1730766"/>
                </a:cubicBezTo>
                <a:lnTo>
                  <a:pt x="4810672" y="1748521"/>
                </a:lnTo>
                <a:cubicBezTo>
                  <a:pt x="4810902" y="1748980"/>
                  <a:pt x="4810902" y="1749519"/>
                  <a:pt x="4810672" y="1749981"/>
                </a:cubicBezTo>
                <a:lnTo>
                  <a:pt x="4800450" y="1767734"/>
                </a:lnTo>
                <a:cubicBezTo>
                  <a:pt x="4800219" y="1768117"/>
                  <a:pt x="4799757" y="1768425"/>
                  <a:pt x="4799220" y="1768425"/>
                </a:cubicBezTo>
                <a:lnTo>
                  <a:pt x="4778777" y="1768425"/>
                </a:lnTo>
                <a:cubicBezTo>
                  <a:pt x="4778315" y="1768425"/>
                  <a:pt x="4777778" y="1768195"/>
                  <a:pt x="4777546" y="1767734"/>
                </a:cubicBezTo>
                <a:lnTo>
                  <a:pt x="4767325" y="1749981"/>
                </a:lnTo>
                <a:cubicBezTo>
                  <a:pt x="4767095" y="1749519"/>
                  <a:pt x="4767095" y="1748980"/>
                  <a:pt x="4767325" y="1748521"/>
                </a:cubicBezTo>
                <a:lnTo>
                  <a:pt x="4777546" y="1730766"/>
                </a:lnTo>
                <a:cubicBezTo>
                  <a:pt x="4777778" y="1730382"/>
                  <a:pt x="4778238" y="1730075"/>
                  <a:pt x="4778777" y="1730075"/>
                </a:cubicBezTo>
                <a:close/>
                <a:moveTo>
                  <a:pt x="4686322" y="1728307"/>
                </a:moveTo>
                <a:lnTo>
                  <a:pt x="4708685" y="1728307"/>
                </a:lnTo>
                <a:cubicBezTo>
                  <a:pt x="4709224" y="1728307"/>
                  <a:pt x="4709762" y="1728615"/>
                  <a:pt x="4710069" y="1729076"/>
                </a:cubicBezTo>
                <a:lnTo>
                  <a:pt x="4721289" y="1748443"/>
                </a:lnTo>
                <a:cubicBezTo>
                  <a:pt x="4721597" y="1748980"/>
                  <a:pt x="4721597" y="1749595"/>
                  <a:pt x="4721289" y="1750057"/>
                </a:cubicBezTo>
                <a:lnTo>
                  <a:pt x="4710069" y="1769423"/>
                </a:lnTo>
                <a:cubicBezTo>
                  <a:pt x="4709762" y="1769885"/>
                  <a:pt x="4709224" y="1770192"/>
                  <a:pt x="4708685" y="1770192"/>
                </a:cubicBezTo>
                <a:lnTo>
                  <a:pt x="4686322" y="1770192"/>
                </a:lnTo>
                <a:cubicBezTo>
                  <a:pt x="4685783" y="1770192"/>
                  <a:pt x="4685246" y="1769885"/>
                  <a:pt x="4684939" y="1769423"/>
                </a:cubicBezTo>
                <a:lnTo>
                  <a:pt x="4673719" y="1750057"/>
                </a:lnTo>
                <a:cubicBezTo>
                  <a:pt x="4673409" y="1749519"/>
                  <a:pt x="4673409" y="1748904"/>
                  <a:pt x="4673719" y="1748443"/>
                </a:cubicBezTo>
                <a:lnTo>
                  <a:pt x="4684939" y="1729076"/>
                </a:lnTo>
                <a:cubicBezTo>
                  <a:pt x="4685246" y="1728615"/>
                  <a:pt x="4685783" y="1728307"/>
                  <a:pt x="4686322" y="1728307"/>
                </a:cubicBezTo>
                <a:close/>
                <a:moveTo>
                  <a:pt x="4594709" y="1728000"/>
                </a:moveTo>
                <a:lnTo>
                  <a:pt x="4617381" y="1728000"/>
                </a:lnTo>
                <a:cubicBezTo>
                  <a:pt x="4617921" y="1728000"/>
                  <a:pt x="4618458" y="1728307"/>
                  <a:pt x="4618766" y="1728769"/>
                </a:cubicBezTo>
                <a:lnTo>
                  <a:pt x="4630139" y="1748443"/>
                </a:lnTo>
                <a:cubicBezTo>
                  <a:pt x="4630447" y="1748982"/>
                  <a:pt x="4630447" y="1749595"/>
                  <a:pt x="4630139" y="1750057"/>
                </a:cubicBezTo>
                <a:lnTo>
                  <a:pt x="4618766" y="1769731"/>
                </a:lnTo>
                <a:cubicBezTo>
                  <a:pt x="4618458" y="1770192"/>
                  <a:pt x="4617921" y="1770500"/>
                  <a:pt x="4617381" y="1770500"/>
                </a:cubicBezTo>
                <a:lnTo>
                  <a:pt x="4594709" y="1770500"/>
                </a:lnTo>
                <a:cubicBezTo>
                  <a:pt x="4594172" y="1770500"/>
                  <a:pt x="4593635" y="1770192"/>
                  <a:pt x="4593327" y="1769731"/>
                </a:cubicBezTo>
                <a:lnTo>
                  <a:pt x="4581951" y="1750057"/>
                </a:lnTo>
                <a:cubicBezTo>
                  <a:pt x="4581645" y="1749519"/>
                  <a:pt x="4581645" y="1748904"/>
                  <a:pt x="4581951" y="1748443"/>
                </a:cubicBezTo>
                <a:lnTo>
                  <a:pt x="4593327" y="1728769"/>
                </a:lnTo>
                <a:cubicBezTo>
                  <a:pt x="4593635" y="1728307"/>
                  <a:pt x="4594172" y="1728000"/>
                  <a:pt x="4594709" y="1728000"/>
                </a:cubicBezTo>
                <a:close/>
                <a:moveTo>
                  <a:pt x="4319649" y="1726923"/>
                </a:moveTo>
                <a:lnTo>
                  <a:pt x="4343550" y="1726923"/>
                </a:lnTo>
                <a:cubicBezTo>
                  <a:pt x="4344165" y="1726923"/>
                  <a:pt x="4344704" y="1727231"/>
                  <a:pt x="4345010" y="1727768"/>
                </a:cubicBezTo>
                <a:lnTo>
                  <a:pt x="4356924" y="1748443"/>
                </a:lnTo>
                <a:cubicBezTo>
                  <a:pt x="4357231" y="1748980"/>
                  <a:pt x="4357231" y="1749595"/>
                  <a:pt x="4356924" y="1750133"/>
                </a:cubicBezTo>
                <a:lnTo>
                  <a:pt x="4344934" y="1770808"/>
                </a:lnTo>
                <a:cubicBezTo>
                  <a:pt x="4344626" y="1771345"/>
                  <a:pt x="4344089" y="1771652"/>
                  <a:pt x="4343474" y="1771652"/>
                </a:cubicBezTo>
                <a:lnTo>
                  <a:pt x="4319571" y="1771652"/>
                </a:lnTo>
                <a:cubicBezTo>
                  <a:pt x="4318956" y="1771652"/>
                  <a:pt x="4318419" y="1771345"/>
                  <a:pt x="4318112" y="1770808"/>
                </a:cubicBezTo>
                <a:lnTo>
                  <a:pt x="4306199" y="1750133"/>
                </a:lnTo>
                <a:cubicBezTo>
                  <a:pt x="4305893" y="1749595"/>
                  <a:pt x="4305893" y="1748980"/>
                  <a:pt x="4306199" y="1748443"/>
                </a:cubicBezTo>
                <a:lnTo>
                  <a:pt x="4318187" y="1727768"/>
                </a:lnTo>
                <a:cubicBezTo>
                  <a:pt x="4318495" y="1727231"/>
                  <a:pt x="4319034" y="1726923"/>
                  <a:pt x="4319649" y="1726923"/>
                </a:cubicBezTo>
                <a:close/>
                <a:moveTo>
                  <a:pt x="3404311" y="1725925"/>
                </a:moveTo>
                <a:lnTo>
                  <a:pt x="3429212" y="1725925"/>
                </a:lnTo>
                <a:cubicBezTo>
                  <a:pt x="3429827" y="1725925"/>
                  <a:pt x="3430442" y="1726232"/>
                  <a:pt x="3430749" y="1726769"/>
                </a:cubicBezTo>
                <a:lnTo>
                  <a:pt x="3443200" y="1748365"/>
                </a:lnTo>
                <a:cubicBezTo>
                  <a:pt x="3443508" y="1748904"/>
                  <a:pt x="3443508" y="1749595"/>
                  <a:pt x="3443200" y="1750133"/>
                </a:cubicBezTo>
                <a:lnTo>
                  <a:pt x="3430749" y="1771730"/>
                </a:lnTo>
                <a:cubicBezTo>
                  <a:pt x="3430442" y="1772267"/>
                  <a:pt x="3429827" y="1772575"/>
                  <a:pt x="3429212" y="1772575"/>
                </a:cubicBezTo>
                <a:lnTo>
                  <a:pt x="3404311" y="1772575"/>
                </a:lnTo>
                <a:cubicBezTo>
                  <a:pt x="3403696" y="1772575"/>
                  <a:pt x="3403080" y="1772267"/>
                  <a:pt x="3402775" y="1771730"/>
                </a:cubicBezTo>
                <a:lnTo>
                  <a:pt x="3390324" y="1750133"/>
                </a:lnTo>
                <a:cubicBezTo>
                  <a:pt x="3390015" y="1749595"/>
                  <a:pt x="3390015" y="1748904"/>
                  <a:pt x="3390324" y="1748365"/>
                </a:cubicBezTo>
                <a:lnTo>
                  <a:pt x="3402775" y="1726769"/>
                </a:lnTo>
                <a:cubicBezTo>
                  <a:pt x="3403080" y="1726232"/>
                  <a:pt x="3403696" y="1725925"/>
                  <a:pt x="3404311" y="1725925"/>
                </a:cubicBezTo>
                <a:close/>
                <a:moveTo>
                  <a:pt x="4135504" y="1724618"/>
                </a:moveTo>
                <a:lnTo>
                  <a:pt x="4161788" y="1724618"/>
                </a:lnTo>
                <a:cubicBezTo>
                  <a:pt x="4162480" y="1724618"/>
                  <a:pt x="4163095" y="1725002"/>
                  <a:pt x="4163401" y="1725541"/>
                </a:cubicBezTo>
                <a:lnTo>
                  <a:pt x="4176545" y="1748289"/>
                </a:lnTo>
                <a:cubicBezTo>
                  <a:pt x="4176852" y="1748828"/>
                  <a:pt x="4176852" y="1749595"/>
                  <a:pt x="4176545" y="1750135"/>
                </a:cubicBezTo>
                <a:lnTo>
                  <a:pt x="4163401" y="1772883"/>
                </a:lnTo>
                <a:cubicBezTo>
                  <a:pt x="4163017" y="1773422"/>
                  <a:pt x="4162480" y="1773805"/>
                  <a:pt x="4161788" y="1773805"/>
                </a:cubicBezTo>
                <a:lnTo>
                  <a:pt x="4135504" y="1773805"/>
                </a:lnTo>
                <a:cubicBezTo>
                  <a:pt x="4134813" y="1773805"/>
                  <a:pt x="4134198" y="1773422"/>
                  <a:pt x="4133890" y="1772883"/>
                </a:cubicBezTo>
                <a:lnTo>
                  <a:pt x="4120747" y="1750135"/>
                </a:lnTo>
                <a:cubicBezTo>
                  <a:pt x="4120441" y="1749595"/>
                  <a:pt x="4120441" y="1748828"/>
                  <a:pt x="4120747" y="1748289"/>
                </a:cubicBezTo>
                <a:lnTo>
                  <a:pt x="4133890" y="1725541"/>
                </a:lnTo>
                <a:cubicBezTo>
                  <a:pt x="4134274" y="1725002"/>
                  <a:pt x="4134813" y="1724618"/>
                  <a:pt x="4135504" y="1724618"/>
                </a:cubicBezTo>
                <a:close/>
                <a:moveTo>
                  <a:pt x="659098" y="1724387"/>
                </a:moveTo>
                <a:lnTo>
                  <a:pt x="685687" y="1724387"/>
                </a:lnTo>
                <a:cubicBezTo>
                  <a:pt x="686306" y="1724387"/>
                  <a:pt x="686993" y="1724694"/>
                  <a:pt x="687301" y="1725309"/>
                </a:cubicBezTo>
                <a:lnTo>
                  <a:pt x="700600" y="1748365"/>
                </a:lnTo>
                <a:cubicBezTo>
                  <a:pt x="700907" y="1748904"/>
                  <a:pt x="700907" y="1749595"/>
                  <a:pt x="700600" y="1750210"/>
                </a:cubicBezTo>
                <a:lnTo>
                  <a:pt x="687301" y="1773266"/>
                </a:lnTo>
                <a:cubicBezTo>
                  <a:pt x="686993" y="1773803"/>
                  <a:pt x="686384" y="1774189"/>
                  <a:pt x="685687" y="1774189"/>
                </a:cubicBezTo>
                <a:lnTo>
                  <a:pt x="659098" y="1774189"/>
                </a:lnTo>
                <a:cubicBezTo>
                  <a:pt x="658483" y="1774189"/>
                  <a:pt x="657790" y="1773881"/>
                  <a:pt x="657481" y="1773266"/>
                </a:cubicBezTo>
                <a:lnTo>
                  <a:pt x="644183" y="1750210"/>
                </a:lnTo>
                <a:cubicBezTo>
                  <a:pt x="643880" y="1749671"/>
                  <a:pt x="643880" y="1748980"/>
                  <a:pt x="644183" y="1748365"/>
                </a:cubicBezTo>
                <a:lnTo>
                  <a:pt x="657481" y="1725309"/>
                </a:lnTo>
                <a:cubicBezTo>
                  <a:pt x="657790" y="1724770"/>
                  <a:pt x="658403" y="1724387"/>
                  <a:pt x="659098" y="1724387"/>
                </a:cubicBezTo>
                <a:close/>
                <a:moveTo>
                  <a:pt x="108278" y="1720698"/>
                </a:moveTo>
                <a:lnTo>
                  <a:pt x="138713" y="1720698"/>
                </a:lnTo>
                <a:cubicBezTo>
                  <a:pt x="139482" y="1720698"/>
                  <a:pt x="140175" y="1721083"/>
                  <a:pt x="140558" y="1721774"/>
                </a:cubicBezTo>
                <a:lnTo>
                  <a:pt x="155781" y="1748135"/>
                </a:lnTo>
                <a:cubicBezTo>
                  <a:pt x="156164" y="1748826"/>
                  <a:pt x="156164" y="1749595"/>
                  <a:pt x="155781" y="1750286"/>
                </a:cubicBezTo>
                <a:lnTo>
                  <a:pt x="140558" y="1776647"/>
                </a:lnTo>
                <a:cubicBezTo>
                  <a:pt x="140175" y="1777340"/>
                  <a:pt x="139482" y="1777724"/>
                  <a:pt x="138713" y="1777724"/>
                </a:cubicBezTo>
                <a:lnTo>
                  <a:pt x="108278" y="1777724"/>
                </a:lnTo>
                <a:cubicBezTo>
                  <a:pt x="107509" y="1777724"/>
                  <a:pt x="106822" y="1777340"/>
                  <a:pt x="106438" y="1776647"/>
                </a:cubicBezTo>
                <a:lnTo>
                  <a:pt x="91220" y="1750286"/>
                </a:lnTo>
                <a:cubicBezTo>
                  <a:pt x="90832" y="1749595"/>
                  <a:pt x="90832" y="1748826"/>
                  <a:pt x="91220" y="1748135"/>
                </a:cubicBezTo>
                <a:lnTo>
                  <a:pt x="106438" y="1721774"/>
                </a:lnTo>
                <a:cubicBezTo>
                  <a:pt x="106822" y="1721083"/>
                  <a:pt x="107509" y="1720698"/>
                  <a:pt x="108278" y="1720698"/>
                </a:cubicBezTo>
                <a:close/>
                <a:moveTo>
                  <a:pt x="4407185" y="1719468"/>
                </a:moveTo>
                <a:lnTo>
                  <a:pt x="4439002" y="1719468"/>
                </a:lnTo>
                <a:cubicBezTo>
                  <a:pt x="4439771" y="1719468"/>
                  <a:pt x="4440540" y="1719929"/>
                  <a:pt x="4440925" y="1720620"/>
                </a:cubicBezTo>
                <a:lnTo>
                  <a:pt x="4456833" y="1748133"/>
                </a:lnTo>
                <a:cubicBezTo>
                  <a:pt x="4457218" y="1748826"/>
                  <a:pt x="4457218" y="1749671"/>
                  <a:pt x="4456833" y="1750364"/>
                </a:cubicBezTo>
                <a:lnTo>
                  <a:pt x="4440925" y="1777878"/>
                </a:lnTo>
                <a:cubicBezTo>
                  <a:pt x="4440540" y="1778569"/>
                  <a:pt x="4439771" y="1779030"/>
                  <a:pt x="4439002" y="1779030"/>
                </a:cubicBezTo>
                <a:lnTo>
                  <a:pt x="4407185" y="1779030"/>
                </a:lnTo>
                <a:cubicBezTo>
                  <a:pt x="4406416" y="1779030"/>
                  <a:pt x="4405649" y="1778569"/>
                  <a:pt x="4405263" y="1777878"/>
                </a:cubicBezTo>
                <a:lnTo>
                  <a:pt x="4389355" y="1750364"/>
                </a:lnTo>
                <a:cubicBezTo>
                  <a:pt x="4388970" y="1749671"/>
                  <a:pt x="4388970" y="1748826"/>
                  <a:pt x="4389355" y="1748133"/>
                </a:cubicBezTo>
                <a:lnTo>
                  <a:pt x="4405263" y="1720620"/>
                </a:lnTo>
                <a:cubicBezTo>
                  <a:pt x="4405649" y="1719929"/>
                  <a:pt x="4406416" y="1719468"/>
                  <a:pt x="4407185" y="1719468"/>
                </a:cubicBezTo>
                <a:close/>
                <a:moveTo>
                  <a:pt x="198968" y="1719314"/>
                </a:moveTo>
                <a:lnTo>
                  <a:pt x="230941" y="1719314"/>
                </a:lnTo>
                <a:cubicBezTo>
                  <a:pt x="231710" y="1719314"/>
                  <a:pt x="232473" y="1719775"/>
                  <a:pt x="232859" y="1720466"/>
                </a:cubicBezTo>
                <a:lnTo>
                  <a:pt x="248844" y="1748133"/>
                </a:lnTo>
                <a:cubicBezTo>
                  <a:pt x="249224" y="1748826"/>
                  <a:pt x="249224" y="1749671"/>
                  <a:pt x="248844" y="1750364"/>
                </a:cubicBezTo>
                <a:lnTo>
                  <a:pt x="232859" y="1778031"/>
                </a:lnTo>
                <a:cubicBezTo>
                  <a:pt x="232473" y="1778722"/>
                  <a:pt x="231710" y="1779184"/>
                  <a:pt x="230941" y="1779184"/>
                </a:cubicBezTo>
                <a:lnTo>
                  <a:pt x="198968" y="1779184"/>
                </a:lnTo>
                <a:cubicBezTo>
                  <a:pt x="198200" y="1779184"/>
                  <a:pt x="197429" y="1778722"/>
                  <a:pt x="197045" y="1778031"/>
                </a:cubicBezTo>
                <a:lnTo>
                  <a:pt x="181060" y="1750364"/>
                </a:lnTo>
                <a:cubicBezTo>
                  <a:pt x="180676" y="1749671"/>
                  <a:pt x="180676" y="1748826"/>
                  <a:pt x="181060" y="1748133"/>
                </a:cubicBezTo>
                <a:lnTo>
                  <a:pt x="197045" y="1720466"/>
                </a:lnTo>
                <a:cubicBezTo>
                  <a:pt x="197429" y="1719775"/>
                  <a:pt x="198200" y="1719314"/>
                  <a:pt x="198968" y="1719314"/>
                </a:cubicBezTo>
                <a:close/>
                <a:moveTo>
                  <a:pt x="3583536" y="1718930"/>
                </a:moveTo>
                <a:lnTo>
                  <a:pt x="3615967" y="1718930"/>
                </a:lnTo>
                <a:cubicBezTo>
                  <a:pt x="3616812" y="1718930"/>
                  <a:pt x="3617581" y="1719392"/>
                  <a:pt x="3617967" y="1720083"/>
                </a:cubicBezTo>
                <a:lnTo>
                  <a:pt x="3634182" y="1748135"/>
                </a:lnTo>
                <a:cubicBezTo>
                  <a:pt x="3634565" y="1748826"/>
                  <a:pt x="3634565" y="1749749"/>
                  <a:pt x="3634182" y="1750440"/>
                </a:cubicBezTo>
                <a:lnTo>
                  <a:pt x="3617967" y="1778493"/>
                </a:lnTo>
                <a:cubicBezTo>
                  <a:pt x="3617505" y="1779184"/>
                  <a:pt x="3616737" y="1779645"/>
                  <a:pt x="3615967" y="1779645"/>
                </a:cubicBezTo>
                <a:lnTo>
                  <a:pt x="3583536" y="1779645"/>
                </a:lnTo>
                <a:cubicBezTo>
                  <a:pt x="3582690" y="1779645"/>
                  <a:pt x="3581921" y="1779184"/>
                  <a:pt x="3581536" y="1778493"/>
                </a:cubicBezTo>
                <a:lnTo>
                  <a:pt x="3565321" y="1750440"/>
                </a:lnTo>
                <a:cubicBezTo>
                  <a:pt x="3564935" y="1749749"/>
                  <a:pt x="3564935" y="1748826"/>
                  <a:pt x="3565321" y="1748135"/>
                </a:cubicBezTo>
                <a:lnTo>
                  <a:pt x="3581536" y="1720083"/>
                </a:lnTo>
                <a:cubicBezTo>
                  <a:pt x="3581997" y="1719392"/>
                  <a:pt x="3582766" y="1718930"/>
                  <a:pt x="3583536" y="1718930"/>
                </a:cubicBezTo>
                <a:close/>
                <a:moveTo>
                  <a:pt x="3857830" y="1718623"/>
                </a:moveTo>
                <a:lnTo>
                  <a:pt x="3890570" y="1718623"/>
                </a:lnTo>
                <a:cubicBezTo>
                  <a:pt x="3891415" y="1718623"/>
                  <a:pt x="3892184" y="1719084"/>
                  <a:pt x="3892567" y="1719775"/>
                </a:cubicBezTo>
                <a:lnTo>
                  <a:pt x="3908938" y="1748135"/>
                </a:lnTo>
                <a:cubicBezTo>
                  <a:pt x="3909322" y="1748826"/>
                  <a:pt x="3909322" y="1749749"/>
                  <a:pt x="3908938" y="1750440"/>
                </a:cubicBezTo>
                <a:lnTo>
                  <a:pt x="3892567" y="1778800"/>
                </a:lnTo>
                <a:cubicBezTo>
                  <a:pt x="3892184" y="1779491"/>
                  <a:pt x="3891415" y="1779953"/>
                  <a:pt x="3890570" y="1779953"/>
                </a:cubicBezTo>
                <a:lnTo>
                  <a:pt x="3857830" y="1779953"/>
                </a:lnTo>
                <a:cubicBezTo>
                  <a:pt x="3856985" y="1779953"/>
                  <a:pt x="3856217" y="1779491"/>
                  <a:pt x="3855831" y="1778800"/>
                </a:cubicBezTo>
                <a:lnTo>
                  <a:pt x="3839462" y="1750440"/>
                </a:lnTo>
                <a:cubicBezTo>
                  <a:pt x="3839076" y="1749749"/>
                  <a:pt x="3839076" y="1748826"/>
                  <a:pt x="3839462" y="1748135"/>
                </a:cubicBezTo>
                <a:lnTo>
                  <a:pt x="3855831" y="1719775"/>
                </a:lnTo>
                <a:cubicBezTo>
                  <a:pt x="3856217" y="1719084"/>
                  <a:pt x="3856985" y="1718623"/>
                  <a:pt x="3857830" y="1718623"/>
                </a:cubicBezTo>
                <a:close/>
                <a:moveTo>
                  <a:pt x="3766142" y="1718239"/>
                </a:moveTo>
                <a:lnTo>
                  <a:pt x="3799266" y="1718239"/>
                </a:lnTo>
                <a:cubicBezTo>
                  <a:pt x="3800035" y="1718239"/>
                  <a:pt x="3800804" y="1718701"/>
                  <a:pt x="3801265" y="1719392"/>
                </a:cubicBezTo>
                <a:lnTo>
                  <a:pt x="3817788" y="1748135"/>
                </a:lnTo>
                <a:cubicBezTo>
                  <a:pt x="3818249" y="1748904"/>
                  <a:pt x="3818249" y="1749827"/>
                  <a:pt x="3817788" y="1750518"/>
                </a:cubicBezTo>
                <a:lnTo>
                  <a:pt x="3801187" y="1779262"/>
                </a:lnTo>
                <a:cubicBezTo>
                  <a:pt x="3800804" y="1779953"/>
                  <a:pt x="3800035" y="1780414"/>
                  <a:pt x="3799188" y="1780414"/>
                </a:cubicBezTo>
                <a:lnTo>
                  <a:pt x="3766065" y="1780414"/>
                </a:lnTo>
                <a:cubicBezTo>
                  <a:pt x="3765296" y="1780414"/>
                  <a:pt x="3764529" y="1779953"/>
                  <a:pt x="3764067" y="1779262"/>
                </a:cubicBezTo>
                <a:lnTo>
                  <a:pt x="3747543" y="1750518"/>
                </a:lnTo>
                <a:cubicBezTo>
                  <a:pt x="3747081" y="1749749"/>
                  <a:pt x="3747081" y="1748826"/>
                  <a:pt x="3747543" y="1748135"/>
                </a:cubicBezTo>
                <a:lnTo>
                  <a:pt x="3764144" y="1719392"/>
                </a:lnTo>
                <a:cubicBezTo>
                  <a:pt x="3764529" y="1718701"/>
                  <a:pt x="3765296" y="1718239"/>
                  <a:pt x="3766142" y="1718239"/>
                </a:cubicBezTo>
                <a:close/>
                <a:moveTo>
                  <a:pt x="3674531" y="1717932"/>
                </a:moveTo>
                <a:lnTo>
                  <a:pt x="3707962" y="1717932"/>
                </a:lnTo>
                <a:cubicBezTo>
                  <a:pt x="3708810" y="1717932"/>
                  <a:pt x="3709578" y="1718393"/>
                  <a:pt x="3710037" y="1719084"/>
                </a:cubicBezTo>
                <a:lnTo>
                  <a:pt x="3726716" y="1748059"/>
                </a:lnTo>
                <a:cubicBezTo>
                  <a:pt x="3727177" y="1748828"/>
                  <a:pt x="3727177" y="1749749"/>
                  <a:pt x="3726716" y="1750442"/>
                </a:cubicBezTo>
                <a:lnTo>
                  <a:pt x="3709961" y="1779415"/>
                </a:lnTo>
                <a:cubicBezTo>
                  <a:pt x="3709500" y="1780106"/>
                  <a:pt x="3708732" y="1780568"/>
                  <a:pt x="3707886" y="1780568"/>
                </a:cubicBezTo>
                <a:lnTo>
                  <a:pt x="3674455" y="1780568"/>
                </a:lnTo>
                <a:cubicBezTo>
                  <a:pt x="3673608" y="1780568"/>
                  <a:pt x="3672842" y="1780106"/>
                  <a:pt x="3672380" y="1779415"/>
                </a:cubicBezTo>
                <a:lnTo>
                  <a:pt x="3655702" y="1750442"/>
                </a:lnTo>
                <a:cubicBezTo>
                  <a:pt x="3655240" y="1749673"/>
                  <a:pt x="3655240" y="1748750"/>
                  <a:pt x="3655702" y="1748059"/>
                </a:cubicBezTo>
                <a:lnTo>
                  <a:pt x="3672457" y="1719084"/>
                </a:lnTo>
                <a:cubicBezTo>
                  <a:pt x="3672917" y="1718393"/>
                  <a:pt x="3673686" y="1717932"/>
                  <a:pt x="3674531" y="1717932"/>
                </a:cubicBezTo>
                <a:close/>
                <a:moveTo>
                  <a:pt x="289657" y="1717778"/>
                </a:moveTo>
                <a:lnTo>
                  <a:pt x="323242" y="1717778"/>
                </a:lnTo>
                <a:cubicBezTo>
                  <a:pt x="324089" y="1717778"/>
                  <a:pt x="324854" y="1718239"/>
                  <a:pt x="325313" y="1718930"/>
                </a:cubicBezTo>
                <a:lnTo>
                  <a:pt x="342071" y="1748058"/>
                </a:lnTo>
                <a:cubicBezTo>
                  <a:pt x="342531" y="1748826"/>
                  <a:pt x="342531" y="1749749"/>
                  <a:pt x="342071" y="1750442"/>
                </a:cubicBezTo>
                <a:lnTo>
                  <a:pt x="325239" y="1779569"/>
                </a:lnTo>
                <a:cubicBezTo>
                  <a:pt x="324780" y="1780260"/>
                  <a:pt x="324007" y="1780722"/>
                  <a:pt x="323162" y="1780722"/>
                </a:cubicBezTo>
                <a:lnTo>
                  <a:pt x="289575" y="1780722"/>
                </a:lnTo>
                <a:cubicBezTo>
                  <a:pt x="288730" y="1780722"/>
                  <a:pt x="287962" y="1780260"/>
                  <a:pt x="287502" y="1779569"/>
                </a:cubicBezTo>
                <a:lnTo>
                  <a:pt x="270751" y="1750442"/>
                </a:lnTo>
                <a:cubicBezTo>
                  <a:pt x="270288" y="1749673"/>
                  <a:pt x="270288" y="1748750"/>
                  <a:pt x="270751" y="1748058"/>
                </a:cubicBezTo>
                <a:lnTo>
                  <a:pt x="287580" y="1718930"/>
                </a:lnTo>
                <a:cubicBezTo>
                  <a:pt x="288043" y="1718239"/>
                  <a:pt x="288810" y="1717778"/>
                  <a:pt x="289657" y="1717778"/>
                </a:cubicBezTo>
                <a:close/>
                <a:moveTo>
                  <a:pt x="3491309" y="1717546"/>
                </a:moveTo>
                <a:lnTo>
                  <a:pt x="3525203" y="1717546"/>
                </a:lnTo>
                <a:cubicBezTo>
                  <a:pt x="3526048" y="1717546"/>
                  <a:pt x="3526817" y="1718008"/>
                  <a:pt x="3527279" y="1718777"/>
                </a:cubicBezTo>
                <a:lnTo>
                  <a:pt x="3544186" y="1748133"/>
                </a:lnTo>
                <a:cubicBezTo>
                  <a:pt x="3544646" y="1748826"/>
                  <a:pt x="3544646" y="1749749"/>
                  <a:pt x="3544186" y="1750516"/>
                </a:cubicBezTo>
                <a:lnTo>
                  <a:pt x="3527200" y="1779875"/>
                </a:lnTo>
                <a:cubicBezTo>
                  <a:pt x="3526739" y="1780644"/>
                  <a:pt x="3525972" y="1781105"/>
                  <a:pt x="3525125" y="1781105"/>
                </a:cubicBezTo>
                <a:lnTo>
                  <a:pt x="3491233" y="1781105"/>
                </a:lnTo>
                <a:cubicBezTo>
                  <a:pt x="3490388" y="1781105"/>
                  <a:pt x="3489619" y="1780644"/>
                  <a:pt x="3489158" y="1779875"/>
                </a:cubicBezTo>
                <a:lnTo>
                  <a:pt x="3472249" y="1750516"/>
                </a:lnTo>
                <a:cubicBezTo>
                  <a:pt x="3471789" y="1749825"/>
                  <a:pt x="3471789" y="1748902"/>
                  <a:pt x="3472249" y="1748133"/>
                </a:cubicBezTo>
                <a:lnTo>
                  <a:pt x="3489235" y="1718777"/>
                </a:lnTo>
                <a:cubicBezTo>
                  <a:pt x="3489695" y="1718008"/>
                  <a:pt x="3490464" y="1717546"/>
                  <a:pt x="3491309" y="1717546"/>
                </a:cubicBezTo>
                <a:close/>
                <a:moveTo>
                  <a:pt x="5243594" y="1664824"/>
                </a:moveTo>
                <a:lnTo>
                  <a:pt x="5249128" y="1664824"/>
                </a:lnTo>
                <a:cubicBezTo>
                  <a:pt x="5249205" y="1664824"/>
                  <a:pt x="5249436" y="1665054"/>
                  <a:pt x="5249436" y="1665054"/>
                </a:cubicBezTo>
                <a:lnTo>
                  <a:pt x="5252202" y="1669819"/>
                </a:lnTo>
                <a:cubicBezTo>
                  <a:pt x="5252202" y="1669897"/>
                  <a:pt x="5252202" y="1670205"/>
                  <a:pt x="5252202" y="1670205"/>
                </a:cubicBezTo>
                <a:lnTo>
                  <a:pt x="5249436" y="1674970"/>
                </a:lnTo>
                <a:cubicBezTo>
                  <a:pt x="5249358" y="1675200"/>
                  <a:pt x="5249128" y="1675200"/>
                  <a:pt x="5249128" y="1675200"/>
                </a:cubicBezTo>
                <a:lnTo>
                  <a:pt x="5243594" y="1675200"/>
                </a:lnTo>
                <a:cubicBezTo>
                  <a:pt x="5243518" y="1675200"/>
                  <a:pt x="5243286" y="1674970"/>
                  <a:pt x="5243286" y="1674970"/>
                </a:cubicBezTo>
                <a:lnTo>
                  <a:pt x="5240520" y="1670205"/>
                </a:lnTo>
                <a:cubicBezTo>
                  <a:pt x="5240520" y="1670127"/>
                  <a:pt x="5240520" y="1669819"/>
                  <a:pt x="5240520" y="1669819"/>
                </a:cubicBezTo>
                <a:lnTo>
                  <a:pt x="5243286" y="1665054"/>
                </a:lnTo>
                <a:cubicBezTo>
                  <a:pt x="5243364" y="1664824"/>
                  <a:pt x="5243594" y="1664824"/>
                  <a:pt x="5243594" y="1664824"/>
                </a:cubicBezTo>
                <a:close/>
                <a:moveTo>
                  <a:pt x="1400739" y="1663442"/>
                </a:moveTo>
                <a:lnTo>
                  <a:pt x="1407733" y="1663442"/>
                </a:lnTo>
                <a:cubicBezTo>
                  <a:pt x="1407965" y="1663442"/>
                  <a:pt x="1408193" y="1663672"/>
                  <a:pt x="1408193" y="1663672"/>
                </a:cubicBezTo>
                <a:lnTo>
                  <a:pt x="1411731" y="1669743"/>
                </a:lnTo>
                <a:cubicBezTo>
                  <a:pt x="1411805" y="1669897"/>
                  <a:pt x="1411731" y="1670205"/>
                  <a:pt x="1411731" y="1670205"/>
                </a:cubicBezTo>
                <a:lnTo>
                  <a:pt x="1408193" y="1676276"/>
                </a:lnTo>
                <a:cubicBezTo>
                  <a:pt x="1408041" y="1676430"/>
                  <a:pt x="1407733" y="1676508"/>
                  <a:pt x="1407733" y="1676508"/>
                </a:cubicBezTo>
                <a:lnTo>
                  <a:pt x="1400739" y="1676508"/>
                </a:lnTo>
                <a:cubicBezTo>
                  <a:pt x="1400509" y="1676508"/>
                  <a:pt x="1400281" y="1676276"/>
                  <a:pt x="1400281" y="1676276"/>
                </a:cubicBezTo>
                <a:lnTo>
                  <a:pt x="1396745" y="1670205"/>
                </a:lnTo>
                <a:cubicBezTo>
                  <a:pt x="1396667" y="1670051"/>
                  <a:pt x="1396745" y="1669743"/>
                  <a:pt x="1396745" y="1669743"/>
                </a:cubicBezTo>
                <a:lnTo>
                  <a:pt x="1400281" y="1663672"/>
                </a:lnTo>
                <a:cubicBezTo>
                  <a:pt x="1400435" y="1663518"/>
                  <a:pt x="1400739" y="1663442"/>
                  <a:pt x="1400739" y="1663442"/>
                </a:cubicBezTo>
                <a:close/>
                <a:moveTo>
                  <a:pt x="1948993" y="1662288"/>
                </a:moveTo>
                <a:lnTo>
                  <a:pt x="1957215" y="1662288"/>
                </a:lnTo>
                <a:cubicBezTo>
                  <a:pt x="1957446" y="1662288"/>
                  <a:pt x="1957754" y="1662596"/>
                  <a:pt x="1957754" y="1662596"/>
                </a:cubicBezTo>
                <a:lnTo>
                  <a:pt x="1961827" y="1669743"/>
                </a:lnTo>
                <a:cubicBezTo>
                  <a:pt x="1961904" y="1669973"/>
                  <a:pt x="1961827" y="1670357"/>
                  <a:pt x="1961827" y="1670357"/>
                </a:cubicBezTo>
                <a:lnTo>
                  <a:pt x="1957754" y="1677505"/>
                </a:lnTo>
                <a:cubicBezTo>
                  <a:pt x="1957600" y="1677736"/>
                  <a:pt x="1957215" y="1677812"/>
                  <a:pt x="1957215" y="1677812"/>
                </a:cubicBezTo>
                <a:lnTo>
                  <a:pt x="1948993" y="1677812"/>
                </a:lnTo>
                <a:cubicBezTo>
                  <a:pt x="1948761" y="1677812"/>
                  <a:pt x="1948453" y="1677505"/>
                  <a:pt x="1948453" y="1677505"/>
                </a:cubicBezTo>
                <a:lnTo>
                  <a:pt x="1944381" y="1670357"/>
                </a:lnTo>
                <a:cubicBezTo>
                  <a:pt x="1944303" y="1670127"/>
                  <a:pt x="1944381" y="1669743"/>
                  <a:pt x="1944381" y="1669743"/>
                </a:cubicBezTo>
                <a:lnTo>
                  <a:pt x="1948453" y="1662596"/>
                </a:lnTo>
                <a:cubicBezTo>
                  <a:pt x="1948607" y="1662366"/>
                  <a:pt x="1948993" y="1662288"/>
                  <a:pt x="1948993" y="1662288"/>
                </a:cubicBezTo>
                <a:close/>
                <a:moveTo>
                  <a:pt x="4510170" y="1661904"/>
                </a:moveTo>
                <a:lnTo>
                  <a:pt x="4518856" y="1661904"/>
                </a:lnTo>
                <a:cubicBezTo>
                  <a:pt x="4519085" y="1661904"/>
                  <a:pt x="4519393" y="1662212"/>
                  <a:pt x="4519393" y="1662212"/>
                </a:cubicBezTo>
                <a:lnTo>
                  <a:pt x="4523697" y="1669743"/>
                </a:lnTo>
                <a:cubicBezTo>
                  <a:pt x="4523773" y="1669897"/>
                  <a:pt x="4523697" y="1670359"/>
                  <a:pt x="4523697" y="1670359"/>
                </a:cubicBezTo>
                <a:lnTo>
                  <a:pt x="4519393" y="1677890"/>
                </a:lnTo>
                <a:cubicBezTo>
                  <a:pt x="4519239" y="1678044"/>
                  <a:pt x="4518856" y="1678198"/>
                  <a:pt x="4518856" y="1678198"/>
                </a:cubicBezTo>
                <a:lnTo>
                  <a:pt x="4510170" y="1678198"/>
                </a:lnTo>
                <a:cubicBezTo>
                  <a:pt x="4509941" y="1678198"/>
                  <a:pt x="4509633" y="1677890"/>
                  <a:pt x="4509633" y="1677890"/>
                </a:cubicBezTo>
                <a:lnTo>
                  <a:pt x="4505329" y="1670359"/>
                </a:lnTo>
                <a:cubicBezTo>
                  <a:pt x="4505253" y="1670205"/>
                  <a:pt x="4505329" y="1669743"/>
                  <a:pt x="4505329" y="1669743"/>
                </a:cubicBezTo>
                <a:lnTo>
                  <a:pt x="4509633" y="1662212"/>
                </a:lnTo>
                <a:cubicBezTo>
                  <a:pt x="4509786" y="1662058"/>
                  <a:pt x="4510170" y="1661904"/>
                  <a:pt x="4510170" y="1661904"/>
                </a:cubicBezTo>
                <a:close/>
                <a:moveTo>
                  <a:pt x="4052578" y="1661443"/>
                </a:moveTo>
                <a:lnTo>
                  <a:pt x="4061723" y="1661443"/>
                </a:lnTo>
                <a:cubicBezTo>
                  <a:pt x="4061954" y="1661443"/>
                  <a:pt x="4062261" y="1661751"/>
                  <a:pt x="4062261" y="1661751"/>
                </a:cubicBezTo>
                <a:lnTo>
                  <a:pt x="4066796" y="1669668"/>
                </a:lnTo>
                <a:cubicBezTo>
                  <a:pt x="4066950" y="1669819"/>
                  <a:pt x="4066796" y="1670281"/>
                  <a:pt x="4066796" y="1670281"/>
                </a:cubicBezTo>
                <a:lnTo>
                  <a:pt x="4062261" y="1678198"/>
                </a:lnTo>
                <a:cubicBezTo>
                  <a:pt x="4062185" y="1678351"/>
                  <a:pt x="4061723" y="1678505"/>
                  <a:pt x="4061723" y="1678505"/>
                </a:cubicBezTo>
                <a:lnTo>
                  <a:pt x="4052578" y="1678505"/>
                </a:lnTo>
                <a:cubicBezTo>
                  <a:pt x="4052347" y="1678505"/>
                  <a:pt x="4052039" y="1678198"/>
                  <a:pt x="4052039" y="1678198"/>
                </a:cubicBezTo>
                <a:lnTo>
                  <a:pt x="4047505" y="1670281"/>
                </a:lnTo>
                <a:cubicBezTo>
                  <a:pt x="4047352" y="1670127"/>
                  <a:pt x="4047505" y="1669668"/>
                  <a:pt x="4047505" y="1669668"/>
                </a:cubicBezTo>
                <a:lnTo>
                  <a:pt x="4052039" y="1661751"/>
                </a:lnTo>
                <a:cubicBezTo>
                  <a:pt x="4052117" y="1661597"/>
                  <a:pt x="4052578" y="1661443"/>
                  <a:pt x="4052578" y="1661443"/>
                </a:cubicBezTo>
                <a:close/>
                <a:moveTo>
                  <a:pt x="1856996" y="1661289"/>
                </a:moveTo>
                <a:lnTo>
                  <a:pt x="1866219" y="1661289"/>
                </a:lnTo>
                <a:cubicBezTo>
                  <a:pt x="1866449" y="1661289"/>
                  <a:pt x="1866756" y="1661597"/>
                  <a:pt x="1866756" y="1661597"/>
                </a:cubicBezTo>
                <a:lnTo>
                  <a:pt x="1871368" y="1669590"/>
                </a:lnTo>
                <a:cubicBezTo>
                  <a:pt x="1871521" y="1669819"/>
                  <a:pt x="1871368" y="1670281"/>
                  <a:pt x="1871368" y="1670281"/>
                </a:cubicBezTo>
                <a:lnTo>
                  <a:pt x="1866756" y="1678274"/>
                </a:lnTo>
                <a:cubicBezTo>
                  <a:pt x="1866680" y="1678427"/>
                  <a:pt x="1866219" y="1678581"/>
                  <a:pt x="1866219" y="1678581"/>
                </a:cubicBezTo>
                <a:lnTo>
                  <a:pt x="1856996" y="1678581"/>
                </a:lnTo>
                <a:cubicBezTo>
                  <a:pt x="1856766" y="1678581"/>
                  <a:pt x="1856459" y="1678274"/>
                  <a:pt x="1856459" y="1678274"/>
                </a:cubicBezTo>
                <a:lnTo>
                  <a:pt x="1851847" y="1670281"/>
                </a:lnTo>
                <a:cubicBezTo>
                  <a:pt x="1851693" y="1670051"/>
                  <a:pt x="1851847" y="1669590"/>
                  <a:pt x="1851847" y="1669590"/>
                </a:cubicBezTo>
                <a:lnTo>
                  <a:pt x="1856459" y="1661597"/>
                </a:lnTo>
                <a:cubicBezTo>
                  <a:pt x="1856534" y="1661443"/>
                  <a:pt x="1856996" y="1661289"/>
                  <a:pt x="1856996" y="1661289"/>
                </a:cubicBezTo>
                <a:close/>
                <a:moveTo>
                  <a:pt x="4143421" y="1660213"/>
                </a:moveTo>
                <a:lnTo>
                  <a:pt x="4153872" y="1660213"/>
                </a:lnTo>
                <a:cubicBezTo>
                  <a:pt x="4154104" y="1660213"/>
                  <a:pt x="4154487" y="1660598"/>
                  <a:pt x="4154487" y="1660598"/>
                </a:cubicBezTo>
                <a:lnTo>
                  <a:pt x="4159714" y="1669666"/>
                </a:lnTo>
                <a:cubicBezTo>
                  <a:pt x="4159868" y="1669897"/>
                  <a:pt x="4159714" y="1670435"/>
                  <a:pt x="4159714" y="1670435"/>
                </a:cubicBezTo>
                <a:lnTo>
                  <a:pt x="4154487" y="1679504"/>
                </a:lnTo>
                <a:cubicBezTo>
                  <a:pt x="4154409" y="1679733"/>
                  <a:pt x="4153872" y="1679887"/>
                  <a:pt x="4153872" y="1679887"/>
                </a:cubicBezTo>
                <a:lnTo>
                  <a:pt x="4143421" y="1679887"/>
                </a:lnTo>
                <a:cubicBezTo>
                  <a:pt x="4143189" y="1679887"/>
                  <a:pt x="4142806" y="1679504"/>
                  <a:pt x="4142806" y="1679504"/>
                </a:cubicBezTo>
                <a:lnTo>
                  <a:pt x="4137579" y="1670435"/>
                </a:lnTo>
                <a:cubicBezTo>
                  <a:pt x="4137426" y="1670205"/>
                  <a:pt x="4137579" y="1669666"/>
                  <a:pt x="4137579" y="1669666"/>
                </a:cubicBezTo>
                <a:lnTo>
                  <a:pt x="4142806" y="1660598"/>
                </a:lnTo>
                <a:cubicBezTo>
                  <a:pt x="4142882" y="1660367"/>
                  <a:pt x="4143421" y="1660213"/>
                  <a:pt x="4143421" y="1660213"/>
                </a:cubicBezTo>
                <a:close/>
                <a:moveTo>
                  <a:pt x="5332361" y="1659676"/>
                </a:moveTo>
                <a:lnTo>
                  <a:pt x="5343428" y="1659676"/>
                </a:lnTo>
                <a:cubicBezTo>
                  <a:pt x="5343736" y="1659676"/>
                  <a:pt x="5344119" y="1660061"/>
                  <a:pt x="5344119" y="1660061"/>
                </a:cubicBezTo>
                <a:lnTo>
                  <a:pt x="5349653" y="1669668"/>
                </a:lnTo>
                <a:cubicBezTo>
                  <a:pt x="5349807" y="1669897"/>
                  <a:pt x="5349653" y="1670435"/>
                  <a:pt x="5349653" y="1670435"/>
                </a:cubicBezTo>
                <a:lnTo>
                  <a:pt x="5344119" y="1680043"/>
                </a:lnTo>
                <a:cubicBezTo>
                  <a:pt x="5343966" y="1680273"/>
                  <a:pt x="5343428" y="1680426"/>
                  <a:pt x="5343428" y="1680426"/>
                </a:cubicBezTo>
                <a:lnTo>
                  <a:pt x="5332361" y="1680426"/>
                </a:lnTo>
                <a:cubicBezTo>
                  <a:pt x="5332054" y="1680426"/>
                  <a:pt x="5331670" y="1680043"/>
                  <a:pt x="5331670" y="1680043"/>
                </a:cubicBezTo>
                <a:lnTo>
                  <a:pt x="5326136" y="1670435"/>
                </a:lnTo>
                <a:cubicBezTo>
                  <a:pt x="5325982" y="1670205"/>
                  <a:pt x="5326136" y="1669668"/>
                  <a:pt x="5326136" y="1669668"/>
                </a:cubicBezTo>
                <a:lnTo>
                  <a:pt x="5331670" y="1660061"/>
                </a:lnTo>
                <a:cubicBezTo>
                  <a:pt x="5331824" y="1659829"/>
                  <a:pt x="5332361" y="1659676"/>
                  <a:pt x="5332361" y="1659676"/>
                </a:cubicBezTo>
                <a:close/>
                <a:moveTo>
                  <a:pt x="4417252" y="1659214"/>
                </a:moveTo>
                <a:lnTo>
                  <a:pt x="4428782" y="1659214"/>
                </a:lnTo>
                <a:cubicBezTo>
                  <a:pt x="4429088" y="1659214"/>
                  <a:pt x="4429473" y="1659600"/>
                  <a:pt x="4429473" y="1659600"/>
                </a:cubicBezTo>
                <a:lnTo>
                  <a:pt x="4435237" y="1669590"/>
                </a:lnTo>
                <a:cubicBezTo>
                  <a:pt x="4435391" y="1669897"/>
                  <a:pt x="4435237" y="1670435"/>
                  <a:pt x="4435237" y="1670435"/>
                </a:cubicBezTo>
                <a:lnTo>
                  <a:pt x="4429473" y="1680426"/>
                </a:lnTo>
                <a:cubicBezTo>
                  <a:pt x="4429319" y="1680656"/>
                  <a:pt x="4428782" y="1680810"/>
                  <a:pt x="4428782" y="1680810"/>
                </a:cubicBezTo>
                <a:lnTo>
                  <a:pt x="4417252" y="1680810"/>
                </a:lnTo>
                <a:cubicBezTo>
                  <a:pt x="4416945" y="1680810"/>
                  <a:pt x="4416561" y="1680426"/>
                  <a:pt x="4416561" y="1680426"/>
                </a:cubicBezTo>
                <a:lnTo>
                  <a:pt x="4410797" y="1670435"/>
                </a:lnTo>
                <a:cubicBezTo>
                  <a:pt x="4410644" y="1670129"/>
                  <a:pt x="4410797" y="1669590"/>
                  <a:pt x="4410797" y="1669590"/>
                </a:cubicBezTo>
                <a:lnTo>
                  <a:pt x="4416561" y="1659600"/>
                </a:lnTo>
                <a:cubicBezTo>
                  <a:pt x="4416715" y="1659368"/>
                  <a:pt x="4417252" y="1659214"/>
                  <a:pt x="4417252" y="1659214"/>
                </a:cubicBezTo>
                <a:close/>
                <a:moveTo>
                  <a:pt x="1763465" y="1657523"/>
                </a:moveTo>
                <a:lnTo>
                  <a:pt x="1776760" y="1657523"/>
                </a:lnTo>
                <a:cubicBezTo>
                  <a:pt x="1777146" y="1657523"/>
                  <a:pt x="1777607" y="1657984"/>
                  <a:pt x="1777607" y="1657984"/>
                </a:cubicBezTo>
                <a:lnTo>
                  <a:pt x="1784216" y="1669512"/>
                </a:lnTo>
                <a:cubicBezTo>
                  <a:pt x="1784370" y="1669819"/>
                  <a:pt x="1784216" y="1670435"/>
                  <a:pt x="1784216" y="1670435"/>
                </a:cubicBezTo>
                <a:lnTo>
                  <a:pt x="1777529" y="1681962"/>
                </a:lnTo>
                <a:cubicBezTo>
                  <a:pt x="1777300" y="1682270"/>
                  <a:pt x="1776684" y="1682424"/>
                  <a:pt x="1776684" y="1682424"/>
                </a:cubicBezTo>
                <a:lnTo>
                  <a:pt x="1763389" y="1682424"/>
                </a:lnTo>
                <a:cubicBezTo>
                  <a:pt x="1763004" y="1682424"/>
                  <a:pt x="1762542" y="1681962"/>
                  <a:pt x="1762542" y="1681962"/>
                </a:cubicBezTo>
                <a:lnTo>
                  <a:pt x="1755934" y="1670435"/>
                </a:lnTo>
                <a:cubicBezTo>
                  <a:pt x="1755780" y="1670127"/>
                  <a:pt x="1755934" y="1669512"/>
                  <a:pt x="1755934" y="1669512"/>
                </a:cubicBezTo>
                <a:lnTo>
                  <a:pt x="1762620" y="1657984"/>
                </a:lnTo>
                <a:cubicBezTo>
                  <a:pt x="1762850" y="1657676"/>
                  <a:pt x="1763465" y="1657523"/>
                  <a:pt x="1763465" y="1657523"/>
                </a:cubicBezTo>
                <a:close/>
                <a:moveTo>
                  <a:pt x="5056684" y="1657369"/>
                </a:moveTo>
                <a:lnTo>
                  <a:pt x="5070133" y="1657369"/>
                </a:lnTo>
                <a:cubicBezTo>
                  <a:pt x="5070517" y="1657369"/>
                  <a:pt x="5070978" y="1657830"/>
                  <a:pt x="5070978" y="1657830"/>
                </a:cubicBezTo>
                <a:lnTo>
                  <a:pt x="5077665" y="1669436"/>
                </a:lnTo>
                <a:cubicBezTo>
                  <a:pt x="5077819" y="1669666"/>
                  <a:pt x="5077665" y="1670357"/>
                  <a:pt x="5077665" y="1670357"/>
                </a:cubicBezTo>
                <a:lnTo>
                  <a:pt x="5070902" y="1681962"/>
                </a:lnTo>
                <a:cubicBezTo>
                  <a:pt x="5070671" y="1682270"/>
                  <a:pt x="5070056" y="1682424"/>
                  <a:pt x="5070056" y="1682424"/>
                </a:cubicBezTo>
                <a:lnTo>
                  <a:pt x="5056607" y="1682424"/>
                </a:lnTo>
                <a:cubicBezTo>
                  <a:pt x="5056223" y="1682424"/>
                  <a:pt x="5055762" y="1681962"/>
                  <a:pt x="5055762" y="1681962"/>
                </a:cubicBezTo>
                <a:lnTo>
                  <a:pt x="5049075" y="1670357"/>
                </a:lnTo>
                <a:cubicBezTo>
                  <a:pt x="5048922" y="1670127"/>
                  <a:pt x="5049075" y="1669436"/>
                  <a:pt x="5049075" y="1669436"/>
                </a:cubicBezTo>
                <a:lnTo>
                  <a:pt x="5055838" y="1657830"/>
                </a:lnTo>
                <a:cubicBezTo>
                  <a:pt x="5056069" y="1657523"/>
                  <a:pt x="5056684" y="1657369"/>
                  <a:pt x="5056684" y="1657369"/>
                </a:cubicBezTo>
                <a:close/>
                <a:moveTo>
                  <a:pt x="4324644" y="1656985"/>
                </a:moveTo>
                <a:lnTo>
                  <a:pt x="4338555" y="1656985"/>
                </a:lnTo>
                <a:cubicBezTo>
                  <a:pt x="4338862" y="1656985"/>
                  <a:pt x="4339400" y="1657447"/>
                  <a:pt x="4339400" y="1657447"/>
                </a:cubicBezTo>
                <a:lnTo>
                  <a:pt x="4346316" y="1669512"/>
                </a:lnTo>
                <a:cubicBezTo>
                  <a:pt x="4346470" y="1669819"/>
                  <a:pt x="4346316" y="1670512"/>
                  <a:pt x="4346316" y="1670512"/>
                </a:cubicBezTo>
                <a:lnTo>
                  <a:pt x="4339400" y="1682577"/>
                </a:lnTo>
                <a:cubicBezTo>
                  <a:pt x="4339246" y="1682885"/>
                  <a:pt x="4338555" y="1683039"/>
                  <a:pt x="4338555" y="1683039"/>
                </a:cubicBezTo>
                <a:lnTo>
                  <a:pt x="4324644" y="1683039"/>
                </a:lnTo>
                <a:cubicBezTo>
                  <a:pt x="4324337" y="1683039"/>
                  <a:pt x="4323798" y="1682577"/>
                  <a:pt x="4323798" y="1682577"/>
                </a:cubicBezTo>
                <a:lnTo>
                  <a:pt x="4316881" y="1670512"/>
                </a:lnTo>
                <a:cubicBezTo>
                  <a:pt x="4316728" y="1670205"/>
                  <a:pt x="4316881" y="1669512"/>
                  <a:pt x="4316881" y="1669512"/>
                </a:cubicBezTo>
                <a:lnTo>
                  <a:pt x="4323798" y="1657447"/>
                </a:lnTo>
                <a:cubicBezTo>
                  <a:pt x="4323952" y="1657139"/>
                  <a:pt x="4324644" y="1656985"/>
                  <a:pt x="4324644" y="1656985"/>
                </a:cubicBezTo>
                <a:close/>
                <a:moveTo>
                  <a:pt x="5421896" y="1655987"/>
                </a:moveTo>
                <a:lnTo>
                  <a:pt x="5436807" y="1655987"/>
                </a:lnTo>
                <a:cubicBezTo>
                  <a:pt x="5437190" y="1655987"/>
                  <a:pt x="5437729" y="1656524"/>
                  <a:pt x="5437729" y="1656524"/>
                </a:cubicBezTo>
                <a:lnTo>
                  <a:pt x="5445183" y="1669436"/>
                </a:lnTo>
                <a:cubicBezTo>
                  <a:pt x="5445337" y="1669743"/>
                  <a:pt x="5445183" y="1670512"/>
                  <a:pt x="5445183" y="1670512"/>
                </a:cubicBezTo>
                <a:lnTo>
                  <a:pt x="5437729" y="1683424"/>
                </a:lnTo>
                <a:cubicBezTo>
                  <a:pt x="5437498" y="1683732"/>
                  <a:pt x="5436807" y="1683961"/>
                  <a:pt x="5436807" y="1683961"/>
                </a:cubicBezTo>
                <a:lnTo>
                  <a:pt x="5421896" y="1683961"/>
                </a:lnTo>
                <a:cubicBezTo>
                  <a:pt x="5421512" y="1683961"/>
                  <a:pt x="5420975" y="1683424"/>
                  <a:pt x="5420975" y="1683424"/>
                </a:cubicBezTo>
                <a:lnTo>
                  <a:pt x="5413520" y="1670512"/>
                </a:lnTo>
                <a:cubicBezTo>
                  <a:pt x="5413366" y="1670205"/>
                  <a:pt x="5413520" y="1669436"/>
                  <a:pt x="5413520" y="1669436"/>
                </a:cubicBezTo>
                <a:lnTo>
                  <a:pt x="5420975" y="1656524"/>
                </a:lnTo>
                <a:cubicBezTo>
                  <a:pt x="5421205" y="1656218"/>
                  <a:pt x="5421896" y="1655987"/>
                  <a:pt x="5421896" y="1655987"/>
                </a:cubicBezTo>
                <a:close/>
                <a:moveTo>
                  <a:pt x="1488094" y="1655755"/>
                </a:moveTo>
                <a:lnTo>
                  <a:pt x="1503312" y="1655755"/>
                </a:lnTo>
                <a:cubicBezTo>
                  <a:pt x="1503696" y="1655755"/>
                  <a:pt x="1504233" y="1656292"/>
                  <a:pt x="1504233" y="1656292"/>
                </a:cubicBezTo>
                <a:lnTo>
                  <a:pt x="1511842" y="1669512"/>
                </a:lnTo>
                <a:cubicBezTo>
                  <a:pt x="1512074" y="1669819"/>
                  <a:pt x="1511842" y="1670588"/>
                  <a:pt x="1511842" y="1670588"/>
                </a:cubicBezTo>
                <a:lnTo>
                  <a:pt x="1504233" y="1683808"/>
                </a:lnTo>
                <a:cubicBezTo>
                  <a:pt x="1504081" y="1684115"/>
                  <a:pt x="1503312" y="1684345"/>
                  <a:pt x="1503312" y="1684345"/>
                </a:cubicBezTo>
                <a:lnTo>
                  <a:pt x="1488094" y="1684345"/>
                </a:lnTo>
                <a:cubicBezTo>
                  <a:pt x="1487710" y="1684345"/>
                  <a:pt x="1487173" y="1683808"/>
                  <a:pt x="1487173" y="1683808"/>
                </a:cubicBezTo>
                <a:lnTo>
                  <a:pt x="1479564" y="1670588"/>
                </a:lnTo>
                <a:cubicBezTo>
                  <a:pt x="1479332" y="1670281"/>
                  <a:pt x="1479564" y="1669512"/>
                  <a:pt x="1479564" y="1669512"/>
                </a:cubicBezTo>
                <a:lnTo>
                  <a:pt x="1487173" y="1656292"/>
                </a:lnTo>
                <a:cubicBezTo>
                  <a:pt x="1487325" y="1655985"/>
                  <a:pt x="1488094" y="1655755"/>
                  <a:pt x="1488094" y="1655755"/>
                </a:cubicBezTo>
                <a:close/>
                <a:moveTo>
                  <a:pt x="1578860" y="1654449"/>
                </a:moveTo>
                <a:lnTo>
                  <a:pt x="1595461" y="1654449"/>
                </a:lnTo>
                <a:cubicBezTo>
                  <a:pt x="1595846" y="1654449"/>
                  <a:pt x="1596460" y="1655064"/>
                  <a:pt x="1596460" y="1655064"/>
                </a:cubicBezTo>
                <a:lnTo>
                  <a:pt x="1604760" y="1669436"/>
                </a:lnTo>
                <a:cubicBezTo>
                  <a:pt x="1604992" y="1669743"/>
                  <a:pt x="1604760" y="1670588"/>
                  <a:pt x="1604760" y="1670588"/>
                </a:cubicBezTo>
                <a:lnTo>
                  <a:pt x="1596460" y="1684960"/>
                </a:lnTo>
                <a:cubicBezTo>
                  <a:pt x="1596230" y="1685346"/>
                  <a:pt x="1595846" y="1685575"/>
                  <a:pt x="1595461" y="1685575"/>
                </a:cubicBezTo>
                <a:lnTo>
                  <a:pt x="1578860" y="1685575"/>
                </a:lnTo>
                <a:cubicBezTo>
                  <a:pt x="1578477" y="1685575"/>
                  <a:pt x="1577862" y="1684960"/>
                  <a:pt x="1577862" y="1684960"/>
                </a:cubicBezTo>
                <a:lnTo>
                  <a:pt x="1569561" y="1670588"/>
                </a:lnTo>
                <a:cubicBezTo>
                  <a:pt x="1569332" y="1670281"/>
                  <a:pt x="1569561" y="1669436"/>
                  <a:pt x="1569561" y="1669436"/>
                </a:cubicBezTo>
                <a:lnTo>
                  <a:pt x="1577862" y="1655064"/>
                </a:lnTo>
                <a:cubicBezTo>
                  <a:pt x="1578091" y="1654681"/>
                  <a:pt x="1578477" y="1654449"/>
                  <a:pt x="1578860" y="1654449"/>
                </a:cubicBezTo>
                <a:close/>
                <a:moveTo>
                  <a:pt x="4962690" y="1652605"/>
                </a:moveTo>
                <a:lnTo>
                  <a:pt x="4981212" y="1652605"/>
                </a:lnTo>
                <a:cubicBezTo>
                  <a:pt x="4981674" y="1652605"/>
                  <a:pt x="4982134" y="1652913"/>
                  <a:pt x="4982365" y="1653297"/>
                </a:cubicBezTo>
                <a:lnTo>
                  <a:pt x="4991588" y="1669360"/>
                </a:lnTo>
                <a:cubicBezTo>
                  <a:pt x="4991818" y="1669743"/>
                  <a:pt x="4991818" y="1670283"/>
                  <a:pt x="4991588" y="1670666"/>
                </a:cubicBezTo>
                <a:lnTo>
                  <a:pt x="4982287" y="1686730"/>
                </a:lnTo>
                <a:cubicBezTo>
                  <a:pt x="4982057" y="1687191"/>
                  <a:pt x="4981596" y="1687421"/>
                  <a:pt x="4981135" y="1687421"/>
                </a:cubicBezTo>
                <a:lnTo>
                  <a:pt x="4962613" y="1687421"/>
                </a:lnTo>
                <a:cubicBezTo>
                  <a:pt x="4962151" y="1687421"/>
                  <a:pt x="4961690" y="1687113"/>
                  <a:pt x="4961460" y="1686730"/>
                </a:cubicBezTo>
                <a:lnTo>
                  <a:pt x="4952237" y="1670666"/>
                </a:lnTo>
                <a:cubicBezTo>
                  <a:pt x="4952007" y="1670283"/>
                  <a:pt x="4952007" y="1669743"/>
                  <a:pt x="4952237" y="1669360"/>
                </a:cubicBezTo>
                <a:lnTo>
                  <a:pt x="4961536" y="1653297"/>
                </a:lnTo>
                <a:cubicBezTo>
                  <a:pt x="4961768" y="1652837"/>
                  <a:pt x="4962230" y="1652605"/>
                  <a:pt x="4962690" y="1652605"/>
                </a:cubicBezTo>
                <a:close/>
                <a:moveTo>
                  <a:pt x="5145604" y="1652528"/>
                </a:moveTo>
                <a:lnTo>
                  <a:pt x="5164279" y="1652528"/>
                </a:lnTo>
                <a:cubicBezTo>
                  <a:pt x="5164741" y="1652528"/>
                  <a:pt x="5165202" y="1652835"/>
                  <a:pt x="5165432" y="1653219"/>
                </a:cubicBezTo>
                <a:lnTo>
                  <a:pt x="5174731" y="1669358"/>
                </a:lnTo>
                <a:cubicBezTo>
                  <a:pt x="5174963" y="1669743"/>
                  <a:pt x="5174963" y="1670281"/>
                  <a:pt x="5174731" y="1670666"/>
                </a:cubicBezTo>
                <a:lnTo>
                  <a:pt x="5165356" y="1686805"/>
                </a:lnTo>
                <a:cubicBezTo>
                  <a:pt x="5165124" y="1687267"/>
                  <a:pt x="5164663" y="1687497"/>
                  <a:pt x="5164203" y="1687497"/>
                </a:cubicBezTo>
                <a:lnTo>
                  <a:pt x="5145528" y="1687497"/>
                </a:lnTo>
                <a:cubicBezTo>
                  <a:pt x="5145066" y="1687497"/>
                  <a:pt x="5144605" y="1687189"/>
                  <a:pt x="5144373" y="1686805"/>
                </a:cubicBezTo>
                <a:lnTo>
                  <a:pt x="5135074" y="1670666"/>
                </a:lnTo>
                <a:cubicBezTo>
                  <a:pt x="5134845" y="1670281"/>
                  <a:pt x="5134845" y="1669743"/>
                  <a:pt x="5135074" y="1669358"/>
                </a:cubicBezTo>
                <a:lnTo>
                  <a:pt x="5144451" y="1653219"/>
                </a:lnTo>
                <a:cubicBezTo>
                  <a:pt x="5144681" y="1652759"/>
                  <a:pt x="5145142" y="1652528"/>
                  <a:pt x="5145604" y="1652528"/>
                </a:cubicBezTo>
                <a:close/>
                <a:moveTo>
                  <a:pt x="1669088" y="1652066"/>
                </a:moveTo>
                <a:lnTo>
                  <a:pt x="1688225" y="1652066"/>
                </a:lnTo>
                <a:cubicBezTo>
                  <a:pt x="1688686" y="1652066"/>
                  <a:pt x="1689145" y="1652374"/>
                  <a:pt x="1689377" y="1652757"/>
                </a:cubicBezTo>
                <a:lnTo>
                  <a:pt x="1698908" y="1669282"/>
                </a:lnTo>
                <a:cubicBezTo>
                  <a:pt x="1699137" y="1669743"/>
                  <a:pt x="1699137" y="1670281"/>
                  <a:pt x="1698908" y="1670666"/>
                </a:cubicBezTo>
                <a:lnTo>
                  <a:pt x="1689377" y="1687189"/>
                </a:lnTo>
                <a:cubicBezTo>
                  <a:pt x="1689145" y="1687650"/>
                  <a:pt x="1688686" y="1687880"/>
                  <a:pt x="1688225" y="1687880"/>
                </a:cubicBezTo>
                <a:lnTo>
                  <a:pt x="1669088" y="1687880"/>
                </a:lnTo>
                <a:cubicBezTo>
                  <a:pt x="1668626" y="1687880"/>
                  <a:pt x="1668165" y="1687572"/>
                  <a:pt x="1667935" y="1687189"/>
                </a:cubicBezTo>
                <a:lnTo>
                  <a:pt x="1658405" y="1670666"/>
                </a:lnTo>
                <a:cubicBezTo>
                  <a:pt x="1658175" y="1670205"/>
                  <a:pt x="1658175" y="1669666"/>
                  <a:pt x="1658405" y="1669282"/>
                </a:cubicBezTo>
                <a:lnTo>
                  <a:pt x="1667935" y="1652757"/>
                </a:lnTo>
                <a:cubicBezTo>
                  <a:pt x="1668165" y="1652298"/>
                  <a:pt x="1668626" y="1652066"/>
                  <a:pt x="1669088" y="1652066"/>
                </a:cubicBezTo>
                <a:close/>
                <a:moveTo>
                  <a:pt x="388107" y="1651683"/>
                </a:moveTo>
                <a:lnTo>
                  <a:pt x="407711" y="1651683"/>
                </a:lnTo>
                <a:cubicBezTo>
                  <a:pt x="408242" y="1651683"/>
                  <a:pt x="408704" y="1651914"/>
                  <a:pt x="408935" y="1652374"/>
                </a:cubicBezTo>
                <a:lnTo>
                  <a:pt x="418696" y="1669282"/>
                </a:lnTo>
                <a:cubicBezTo>
                  <a:pt x="418927" y="1669743"/>
                  <a:pt x="418927" y="1670205"/>
                  <a:pt x="418696" y="1670666"/>
                </a:cubicBezTo>
                <a:lnTo>
                  <a:pt x="408935" y="1687574"/>
                </a:lnTo>
                <a:cubicBezTo>
                  <a:pt x="408628" y="1688036"/>
                  <a:pt x="408167" y="1688265"/>
                  <a:pt x="407711" y="1688265"/>
                </a:cubicBezTo>
                <a:lnTo>
                  <a:pt x="388107" y="1688265"/>
                </a:lnTo>
                <a:cubicBezTo>
                  <a:pt x="387564" y="1688265"/>
                  <a:pt x="387106" y="1688036"/>
                  <a:pt x="386880" y="1687574"/>
                </a:cubicBezTo>
                <a:lnTo>
                  <a:pt x="377114" y="1670666"/>
                </a:lnTo>
                <a:cubicBezTo>
                  <a:pt x="376887" y="1670205"/>
                  <a:pt x="376887" y="1669743"/>
                  <a:pt x="377114" y="1669282"/>
                </a:cubicBezTo>
                <a:lnTo>
                  <a:pt x="386880" y="1652374"/>
                </a:lnTo>
                <a:cubicBezTo>
                  <a:pt x="387184" y="1651914"/>
                  <a:pt x="387642" y="1651683"/>
                  <a:pt x="388107" y="1651683"/>
                </a:cubicBezTo>
                <a:close/>
                <a:moveTo>
                  <a:pt x="478642" y="1649837"/>
                </a:moveTo>
                <a:lnTo>
                  <a:pt x="500159" y="1649837"/>
                </a:lnTo>
                <a:cubicBezTo>
                  <a:pt x="500695" y="1649837"/>
                  <a:pt x="501162" y="1650145"/>
                  <a:pt x="501466" y="1650606"/>
                </a:cubicBezTo>
                <a:lnTo>
                  <a:pt x="512225" y="1669204"/>
                </a:lnTo>
                <a:cubicBezTo>
                  <a:pt x="512530" y="1669666"/>
                  <a:pt x="512530" y="1670281"/>
                  <a:pt x="512225" y="1670742"/>
                </a:cubicBezTo>
                <a:lnTo>
                  <a:pt x="501466" y="1689340"/>
                </a:lnTo>
                <a:cubicBezTo>
                  <a:pt x="501162" y="1689801"/>
                  <a:pt x="500695" y="1690109"/>
                  <a:pt x="500159" y="1690109"/>
                </a:cubicBezTo>
                <a:lnTo>
                  <a:pt x="478642" y="1690109"/>
                </a:lnTo>
                <a:cubicBezTo>
                  <a:pt x="478106" y="1690109"/>
                  <a:pt x="477641" y="1689801"/>
                  <a:pt x="477337" y="1689340"/>
                </a:cubicBezTo>
                <a:lnTo>
                  <a:pt x="466567" y="1670742"/>
                </a:lnTo>
                <a:cubicBezTo>
                  <a:pt x="466263" y="1670281"/>
                  <a:pt x="466263" y="1669666"/>
                  <a:pt x="466567" y="1669204"/>
                </a:cubicBezTo>
                <a:lnTo>
                  <a:pt x="477337" y="1650606"/>
                </a:lnTo>
                <a:cubicBezTo>
                  <a:pt x="477641" y="1650145"/>
                  <a:pt x="478106" y="1649837"/>
                  <a:pt x="478642" y="1649837"/>
                </a:cubicBezTo>
                <a:close/>
                <a:moveTo>
                  <a:pt x="4869465" y="1649454"/>
                </a:moveTo>
                <a:lnTo>
                  <a:pt x="4891447" y="1649454"/>
                </a:lnTo>
                <a:cubicBezTo>
                  <a:pt x="4891984" y="1649454"/>
                  <a:pt x="4892445" y="1649762"/>
                  <a:pt x="4892753" y="1650223"/>
                </a:cubicBezTo>
                <a:lnTo>
                  <a:pt x="4903743" y="1669206"/>
                </a:lnTo>
                <a:cubicBezTo>
                  <a:pt x="4904051" y="1669668"/>
                  <a:pt x="4904051" y="1670281"/>
                  <a:pt x="4903743" y="1670742"/>
                </a:cubicBezTo>
                <a:lnTo>
                  <a:pt x="4892753" y="1689725"/>
                </a:lnTo>
                <a:cubicBezTo>
                  <a:pt x="4892523" y="1690187"/>
                  <a:pt x="4891984" y="1690494"/>
                  <a:pt x="4891447" y="1690494"/>
                </a:cubicBezTo>
                <a:lnTo>
                  <a:pt x="4869465" y="1690494"/>
                </a:lnTo>
                <a:cubicBezTo>
                  <a:pt x="4868928" y="1690494"/>
                  <a:pt x="4868467" y="1690187"/>
                  <a:pt x="4868159" y="1689725"/>
                </a:cubicBezTo>
                <a:lnTo>
                  <a:pt x="4857169" y="1670742"/>
                </a:lnTo>
                <a:cubicBezTo>
                  <a:pt x="4856863" y="1670281"/>
                  <a:pt x="4856863" y="1669668"/>
                  <a:pt x="4857169" y="1669206"/>
                </a:cubicBezTo>
                <a:lnTo>
                  <a:pt x="4868159" y="1650223"/>
                </a:lnTo>
                <a:cubicBezTo>
                  <a:pt x="4868391" y="1649762"/>
                  <a:pt x="4868928" y="1649454"/>
                  <a:pt x="4869465" y="1649454"/>
                </a:cubicBezTo>
                <a:close/>
                <a:moveTo>
                  <a:pt x="4594865" y="1649146"/>
                </a:moveTo>
                <a:lnTo>
                  <a:pt x="4617154" y="1649146"/>
                </a:lnTo>
                <a:cubicBezTo>
                  <a:pt x="4617767" y="1649146"/>
                  <a:pt x="4618229" y="1649454"/>
                  <a:pt x="4618536" y="1649915"/>
                </a:cubicBezTo>
                <a:lnTo>
                  <a:pt x="4629680" y="1669206"/>
                </a:lnTo>
                <a:cubicBezTo>
                  <a:pt x="4629988" y="1669668"/>
                  <a:pt x="4629988" y="1670281"/>
                  <a:pt x="4629680" y="1670742"/>
                </a:cubicBezTo>
                <a:lnTo>
                  <a:pt x="4618536" y="1690033"/>
                </a:lnTo>
                <a:cubicBezTo>
                  <a:pt x="4618229" y="1690494"/>
                  <a:pt x="4617691" y="1690802"/>
                  <a:pt x="4617154" y="1690802"/>
                </a:cubicBezTo>
                <a:lnTo>
                  <a:pt x="4594865" y="1690802"/>
                </a:lnTo>
                <a:cubicBezTo>
                  <a:pt x="4594250" y="1690802"/>
                  <a:pt x="4593789" y="1690494"/>
                  <a:pt x="4593481" y="1690033"/>
                </a:cubicBezTo>
                <a:lnTo>
                  <a:pt x="4582337" y="1670742"/>
                </a:lnTo>
                <a:cubicBezTo>
                  <a:pt x="4582031" y="1670281"/>
                  <a:pt x="4582031" y="1669668"/>
                  <a:pt x="4582337" y="1669206"/>
                </a:cubicBezTo>
                <a:lnTo>
                  <a:pt x="4593481" y="1649915"/>
                </a:lnTo>
                <a:cubicBezTo>
                  <a:pt x="4593789" y="1649454"/>
                  <a:pt x="4594326" y="1649146"/>
                  <a:pt x="4594865" y="1649146"/>
                </a:cubicBezTo>
                <a:close/>
                <a:moveTo>
                  <a:pt x="4777854" y="1648993"/>
                </a:moveTo>
                <a:lnTo>
                  <a:pt x="4800219" y="1648993"/>
                </a:lnTo>
                <a:cubicBezTo>
                  <a:pt x="4800758" y="1648993"/>
                  <a:pt x="4801296" y="1649300"/>
                  <a:pt x="4801603" y="1649762"/>
                </a:cubicBezTo>
                <a:lnTo>
                  <a:pt x="4812823" y="1669128"/>
                </a:lnTo>
                <a:cubicBezTo>
                  <a:pt x="4813131" y="1669666"/>
                  <a:pt x="4813131" y="1670281"/>
                  <a:pt x="4812823" y="1670742"/>
                </a:cubicBezTo>
                <a:lnTo>
                  <a:pt x="4801603" y="1690109"/>
                </a:lnTo>
                <a:cubicBezTo>
                  <a:pt x="4801296" y="1690570"/>
                  <a:pt x="4800758" y="1690878"/>
                  <a:pt x="4800219" y="1690878"/>
                </a:cubicBezTo>
                <a:lnTo>
                  <a:pt x="4777854" y="1690878"/>
                </a:lnTo>
                <a:cubicBezTo>
                  <a:pt x="4777317" y="1690878"/>
                  <a:pt x="4776779" y="1690570"/>
                  <a:pt x="4776472" y="1690109"/>
                </a:cubicBezTo>
                <a:lnTo>
                  <a:pt x="4765250" y="1670742"/>
                </a:lnTo>
                <a:cubicBezTo>
                  <a:pt x="4764944" y="1670205"/>
                  <a:pt x="4764944" y="1669590"/>
                  <a:pt x="4765250" y="1669128"/>
                </a:cubicBezTo>
                <a:lnTo>
                  <a:pt x="4776472" y="1649762"/>
                </a:lnTo>
                <a:cubicBezTo>
                  <a:pt x="4776779" y="1649300"/>
                  <a:pt x="4777317" y="1648993"/>
                  <a:pt x="4777854" y="1648993"/>
                </a:cubicBezTo>
                <a:close/>
                <a:moveTo>
                  <a:pt x="4686013" y="1648455"/>
                </a:moveTo>
                <a:lnTo>
                  <a:pt x="4708993" y="1648455"/>
                </a:lnTo>
                <a:cubicBezTo>
                  <a:pt x="4709530" y="1648455"/>
                  <a:pt x="4710069" y="1648839"/>
                  <a:pt x="4710377" y="1649300"/>
                </a:cubicBezTo>
                <a:lnTo>
                  <a:pt x="4721829" y="1669206"/>
                </a:lnTo>
                <a:cubicBezTo>
                  <a:pt x="4722134" y="1669668"/>
                  <a:pt x="4722134" y="1670359"/>
                  <a:pt x="4721829" y="1670820"/>
                </a:cubicBezTo>
                <a:lnTo>
                  <a:pt x="4710299" y="1690726"/>
                </a:lnTo>
                <a:cubicBezTo>
                  <a:pt x="4709991" y="1691263"/>
                  <a:pt x="4709454" y="1691571"/>
                  <a:pt x="4708917" y="1691571"/>
                </a:cubicBezTo>
                <a:lnTo>
                  <a:pt x="4685937" y="1691571"/>
                </a:lnTo>
                <a:cubicBezTo>
                  <a:pt x="4685400" y="1691571"/>
                  <a:pt x="4684861" y="1691187"/>
                  <a:pt x="4684553" y="1690726"/>
                </a:cubicBezTo>
                <a:lnTo>
                  <a:pt x="4673101" y="1670820"/>
                </a:lnTo>
                <a:cubicBezTo>
                  <a:pt x="4672795" y="1670359"/>
                  <a:pt x="4672795" y="1669668"/>
                  <a:pt x="4673101" y="1669206"/>
                </a:cubicBezTo>
                <a:lnTo>
                  <a:pt x="4684631" y="1649300"/>
                </a:lnTo>
                <a:cubicBezTo>
                  <a:pt x="4684937" y="1648763"/>
                  <a:pt x="4685476" y="1648455"/>
                  <a:pt x="4686013" y="1648455"/>
                </a:cubicBezTo>
                <a:close/>
                <a:moveTo>
                  <a:pt x="292807" y="1644535"/>
                </a:moveTo>
                <a:lnTo>
                  <a:pt x="320016" y="1644535"/>
                </a:lnTo>
                <a:cubicBezTo>
                  <a:pt x="320704" y="1644535"/>
                  <a:pt x="321319" y="1644918"/>
                  <a:pt x="321706" y="1645533"/>
                </a:cubicBezTo>
                <a:lnTo>
                  <a:pt x="335313" y="1669052"/>
                </a:lnTo>
                <a:cubicBezTo>
                  <a:pt x="335692" y="1669666"/>
                  <a:pt x="335692" y="1670359"/>
                  <a:pt x="335313" y="1670974"/>
                </a:cubicBezTo>
                <a:lnTo>
                  <a:pt x="321706" y="1694491"/>
                </a:lnTo>
                <a:cubicBezTo>
                  <a:pt x="321319" y="1695106"/>
                  <a:pt x="320704" y="1695489"/>
                  <a:pt x="320016" y="1695489"/>
                </a:cubicBezTo>
                <a:lnTo>
                  <a:pt x="292807" y="1695489"/>
                </a:lnTo>
                <a:cubicBezTo>
                  <a:pt x="292112" y="1695489"/>
                  <a:pt x="291499" y="1695106"/>
                  <a:pt x="291115" y="1694491"/>
                </a:cubicBezTo>
                <a:lnTo>
                  <a:pt x="277514" y="1670974"/>
                </a:lnTo>
                <a:cubicBezTo>
                  <a:pt x="277127" y="1670359"/>
                  <a:pt x="277127" y="1669666"/>
                  <a:pt x="277514" y="1669052"/>
                </a:cubicBezTo>
                <a:lnTo>
                  <a:pt x="291115" y="1645533"/>
                </a:lnTo>
                <a:cubicBezTo>
                  <a:pt x="291499" y="1644918"/>
                  <a:pt x="292112" y="1644535"/>
                  <a:pt x="292807" y="1644535"/>
                </a:cubicBezTo>
                <a:close/>
                <a:moveTo>
                  <a:pt x="566179" y="1642460"/>
                </a:moveTo>
                <a:lnTo>
                  <a:pt x="595608" y="1642460"/>
                </a:lnTo>
                <a:cubicBezTo>
                  <a:pt x="596306" y="1642460"/>
                  <a:pt x="596998" y="1642921"/>
                  <a:pt x="597385" y="1643536"/>
                </a:cubicBezTo>
                <a:lnTo>
                  <a:pt x="612064" y="1669052"/>
                </a:lnTo>
                <a:cubicBezTo>
                  <a:pt x="612444" y="1669668"/>
                  <a:pt x="612444" y="1670512"/>
                  <a:pt x="612064" y="1671127"/>
                </a:cubicBezTo>
                <a:lnTo>
                  <a:pt x="597297" y="1696642"/>
                </a:lnTo>
                <a:cubicBezTo>
                  <a:pt x="596916" y="1697335"/>
                  <a:pt x="596306" y="1697718"/>
                  <a:pt x="595532" y="1697718"/>
                </a:cubicBezTo>
                <a:lnTo>
                  <a:pt x="566103" y="1697718"/>
                </a:lnTo>
                <a:cubicBezTo>
                  <a:pt x="565408" y="1697718"/>
                  <a:pt x="564719" y="1697257"/>
                  <a:pt x="564332" y="1696642"/>
                </a:cubicBezTo>
                <a:lnTo>
                  <a:pt x="549662" y="1671127"/>
                </a:lnTo>
                <a:cubicBezTo>
                  <a:pt x="549274" y="1670512"/>
                  <a:pt x="549274" y="1669668"/>
                  <a:pt x="549662" y="1669052"/>
                </a:cubicBezTo>
                <a:lnTo>
                  <a:pt x="564407" y="1643536"/>
                </a:lnTo>
                <a:cubicBezTo>
                  <a:pt x="564796" y="1642845"/>
                  <a:pt x="565408" y="1642460"/>
                  <a:pt x="566179" y="1642460"/>
                </a:cubicBezTo>
                <a:close/>
                <a:moveTo>
                  <a:pt x="108430" y="1641845"/>
                </a:moveTo>
                <a:lnTo>
                  <a:pt x="138481" y="1641845"/>
                </a:lnTo>
                <a:cubicBezTo>
                  <a:pt x="139248" y="1641845"/>
                  <a:pt x="139940" y="1642306"/>
                  <a:pt x="140330" y="1642921"/>
                </a:cubicBezTo>
                <a:lnTo>
                  <a:pt x="155317" y="1668897"/>
                </a:lnTo>
                <a:cubicBezTo>
                  <a:pt x="155697" y="1669590"/>
                  <a:pt x="155697" y="1670435"/>
                  <a:pt x="155317" y="1671050"/>
                </a:cubicBezTo>
                <a:lnTo>
                  <a:pt x="140330" y="1697027"/>
                </a:lnTo>
                <a:cubicBezTo>
                  <a:pt x="139940" y="1697718"/>
                  <a:pt x="139248" y="1698102"/>
                  <a:pt x="138481" y="1698102"/>
                </a:cubicBezTo>
                <a:lnTo>
                  <a:pt x="108430" y="1698102"/>
                </a:lnTo>
                <a:cubicBezTo>
                  <a:pt x="107665" y="1698102"/>
                  <a:pt x="106970" y="1697640"/>
                  <a:pt x="106588" y="1697027"/>
                </a:cubicBezTo>
                <a:lnTo>
                  <a:pt x="91599" y="1671050"/>
                </a:lnTo>
                <a:cubicBezTo>
                  <a:pt x="91218" y="1670357"/>
                  <a:pt x="91218" y="1669512"/>
                  <a:pt x="91599" y="1668897"/>
                </a:cubicBezTo>
                <a:lnTo>
                  <a:pt x="106588" y="1642921"/>
                </a:lnTo>
                <a:cubicBezTo>
                  <a:pt x="106970" y="1642228"/>
                  <a:pt x="107665" y="1641845"/>
                  <a:pt x="108430" y="1641845"/>
                </a:cubicBezTo>
                <a:close/>
                <a:moveTo>
                  <a:pt x="3767523" y="1641461"/>
                </a:moveTo>
                <a:lnTo>
                  <a:pt x="3797958" y="1641461"/>
                </a:lnTo>
                <a:cubicBezTo>
                  <a:pt x="3798727" y="1641461"/>
                  <a:pt x="3799418" y="1641847"/>
                  <a:pt x="3799803" y="1642538"/>
                </a:cubicBezTo>
                <a:lnTo>
                  <a:pt x="3815020" y="1668899"/>
                </a:lnTo>
                <a:cubicBezTo>
                  <a:pt x="3815403" y="1669590"/>
                  <a:pt x="3815403" y="1670359"/>
                  <a:pt x="3815020" y="1671050"/>
                </a:cubicBezTo>
                <a:lnTo>
                  <a:pt x="3799803" y="1697411"/>
                </a:lnTo>
                <a:cubicBezTo>
                  <a:pt x="3799418" y="1698104"/>
                  <a:pt x="3798727" y="1698487"/>
                  <a:pt x="3797958" y="1698487"/>
                </a:cubicBezTo>
                <a:lnTo>
                  <a:pt x="3767523" y="1698487"/>
                </a:lnTo>
                <a:cubicBezTo>
                  <a:pt x="3766756" y="1698487"/>
                  <a:pt x="3766063" y="1698104"/>
                  <a:pt x="3765679" y="1697411"/>
                </a:cubicBezTo>
                <a:lnTo>
                  <a:pt x="3750463" y="1671050"/>
                </a:lnTo>
                <a:cubicBezTo>
                  <a:pt x="3750077" y="1670359"/>
                  <a:pt x="3750077" y="1669590"/>
                  <a:pt x="3750463" y="1668899"/>
                </a:cubicBezTo>
                <a:lnTo>
                  <a:pt x="3765679" y="1642538"/>
                </a:lnTo>
                <a:cubicBezTo>
                  <a:pt x="3766063" y="1641847"/>
                  <a:pt x="3766756" y="1641461"/>
                  <a:pt x="3767523" y="1641461"/>
                </a:cubicBezTo>
                <a:close/>
                <a:moveTo>
                  <a:pt x="1296449" y="1639462"/>
                </a:moveTo>
                <a:lnTo>
                  <a:pt x="1329034" y="1639462"/>
                </a:lnTo>
                <a:cubicBezTo>
                  <a:pt x="1329882" y="1639462"/>
                  <a:pt x="1330646" y="1639923"/>
                  <a:pt x="1331037" y="1640614"/>
                </a:cubicBezTo>
                <a:lnTo>
                  <a:pt x="1347324" y="1668821"/>
                </a:lnTo>
                <a:cubicBezTo>
                  <a:pt x="1347711" y="1669512"/>
                  <a:pt x="1347711" y="1670435"/>
                  <a:pt x="1347324" y="1671126"/>
                </a:cubicBezTo>
                <a:lnTo>
                  <a:pt x="1331037" y="1699332"/>
                </a:lnTo>
                <a:cubicBezTo>
                  <a:pt x="1330573" y="1700023"/>
                  <a:pt x="1329882" y="1700484"/>
                  <a:pt x="1329034" y="1700484"/>
                </a:cubicBezTo>
                <a:lnTo>
                  <a:pt x="1296449" y="1700484"/>
                </a:lnTo>
                <a:cubicBezTo>
                  <a:pt x="1295602" y="1700484"/>
                  <a:pt x="1294838" y="1700023"/>
                  <a:pt x="1294456" y="1699332"/>
                </a:cubicBezTo>
                <a:lnTo>
                  <a:pt x="1278159" y="1671126"/>
                </a:lnTo>
                <a:cubicBezTo>
                  <a:pt x="1277772" y="1670435"/>
                  <a:pt x="1277772" y="1669512"/>
                  <a:pt x="1278159" y="1668821"/>
                </a:cubicBezTo>
                <a:lnTo>
                  <a:pt x="1294456" y="1640614"/>
                </a:lnTo>
                <a:cubicBezTo>
                  <a:pt x="1294912" y="1639923"/>
                  <a:pt x="1295602" y="1639462"/>
                  <a:pt x="1296449" y="1639462"/>
                </a:cubicBezTo>
                <a:close/>
                <a:moveTo>
                  <a:pt x="198663" y="1639462"/>
                </a:moveTo>
                <a:lnTo>
                  <a:pt x="231247" y="1639462"/>
                </a:lnTo>
                <a:cubicBezTo>
                  <a:pt x="232094" y="1639462"/>
                  <a:pt x="232863" y="1639923"/>
                  <a:pt x="233242" y="1640614"/>
                </a:cubicBezTo>
                <a:lnTo>
                  <a:pt x="249541" y="1668821"/>
                </a:lnTo>
                <a:cubicBezTo>
                  <a:pt x="249925" y="1669512"/>
                  <a:pt x="249925" y="1670435"/>
                  <a:pt x="249541" y="1671126"/>
                </a:cubicBezTo>
                <a:lnTo>
                  <a:pt x="233242" y="1699332"/>
                </a:lnTo>
                <a:cubicBezTo>
                  <a:pt x="232781" y="1700023"/>
                  <a:pt x="232094" y="1700484"/>
                  <a:pt x="231247" y="1700484"/>
                </a:cubicBezTo>
                <a:lnTo>
                  <a:pt x="198663" y="1700484"/>
                </a:lnTo>
                <a:cubicBezTo>
                  <a:pt x="197816" y="1700484"/>
                  <a:pt x="197045" y="1700023"/>
                  <a:pt x="196664" y="1699332"/>
                </a:cubicBezTo>
                <a:lnTo>
                  <a:pt x="180368" y="1671126"/>
                </a:lnTo>
                <a:cubicBezTo>
                  <a:pt x="179985" y="1670435"/>
                  <a:pt x="179985" y="1669512"/>
                  <a:pt x="180368" y="1668821"/>
                </a:cubicBezTo>
                <a:lnTo>
                  <a:pt x="196664" y="1640614"/>
                </a:lnTo>
                <a:cubicBezTo>
                  <a:pt x="197121" y="1639923"/>
                  <a:pt x="197816" y="1639462"/>
                  <a:pt x="198663" y="1639462"/>
                </a:cubicBezTo>
                <a:close/>
                <a:moveTo>
                  <a:pt x="3857444" y="1638617"/>
                </a:moveTo>
                <a:lnTo>
                  <a:pt x="3890877" y="1638617"/>
                </a:lnTo>
                <a:cubicBezTo>
                  <a:pt x="3891722" y="1638617"/>
                  <a:pt x="3892492" y="1639079"/>
                  <a:pt x="3892951" y="1639770"/>
                </a:cubicBezTo>
                <a:lnTo>
                  <a:pt x="3909629" y="1668745"/>
                </a:lnTo>
                <a:cubicBezTo>
                  <a:pt x="3910090" y="1669514"/>
                  <a:pt x="3910090" y="1670435"/>
                  <a:pt x="3909629" y="1671127"/>
                </a:cubicBezTo>
                <a:lnTo>
                  <a:pt x="3892875" y="1700101"/>
                </a:lnTo>
                <a:cubicBezTo>
                  <a:pt x="3892414" y="1700792"/>
                  <a:pt x="3891644" y="1701253"/>
                  <a:pt x="3890799" y="1701253"/>
                </a:cubicBezTo>
                <a:lnTo>
                  <a:pt x="3857368" y="1701253"/>
                </a:lnTo>
                <a:cubicBezTo>
                  <a:pt x="3856522" y="1701253"/>
                  <a:pt x="3855755" y="1700792"/>
                  <a:pt x="3855293" y="1700101"/>
                </a:cubicBezTo>
                <a:lnTo>
                  <a:pt x="3838616" y="1671127"/>
                </a:lnTo>
                <a:cubicBezTo>
                  <a:pt x="3838153" y="1670359"/>
                  <a:pt x="3838153" y="1669436"/>
                  <a:pt x="3838616" y="1668745"/>
                </a:cubicBezTo>
                <a:lnTo>
                  <a:pt x="3855369" y="1639770"/>
                </a:lnTo>
                <a:cubicBezTo>
                  <a:pt x="3855831" y="1639079"/>
                  <a:pt x="3856600" y="1638617"/>
                  <a:pt x="3857444" y="1638617"/>
                </a:cubicBezTo>
                <a:close/>
                <a:moveTo>
                  <a:pt x="4237030" y="1584973"/>
                </a:moveTo>
                <a:lnTo>
                  <a:pt x="4243177" y="1584973"/>
                </a:lnTo>
                <a:cubicBezTo>
                  <a:pt x="4243331" y="1584973"/>
                  <a:pt x="4243562" y="1585204"/>
                  <a:pt x="4243562" y="1585204"/>
                </a:cubicBezTo>
                <a:lnTo>
                  <a:pt x="4246636" y="1590507"/>
                </a:lnTo>
                <a:cubicBezTo>
                  <a:pt x="4246712" y="1590660"/>
                  <a:pt x="4246636" y="1590968"/>
                  <a:pt x="4246636" y="1590968"/>
                </a:cubicBezTo>
                <a:lnTo>
                  <a:pt x="4243562" y="1596271"/>
                </a:lnTo>
                <a:cubicBezTo>
                  <a:pt x="4243484" y="1596424"/>
                  <a:pt x="4243177" y="1596500"/>
                  <a:pt x="4243177" y="1596500"/>
                </a:cubicBezTo>
                <a:lnTo>
                  <a:pt x="4237030" y="1596500"/>
                </a:lnTo>
                <a:cubicBezTo>
                  <a:pt x="4236876" y="1596500"/>
                  <a:pt x="4236645" y="1596271"/>
                  <a:pt x="4236645" y="1596271"/>
                </a:cubicBezTo>
                <a:lnTo>
                  <a:pt x="4233570" y="1590968"/>
                </a:lnTo>
                <a:cubicBezTo>
                  <a:pt x="4233492" y="1590814"/>
                  <a:pt x="4233570" y="1590507"/>
                  <a:pt x="4233570" y="1590507"/>
                </a:cubicBezTo>
                <a:lnTo>
                  <a:pt x="4236645" y="1585204"/>
                </a:lnTo>
                <a:cubicBezTo>
                  <a:pt x="4236722" y="1585050"/>
                  <a:pt x="4237030" y="1584973"/>
                  <a:pt x="4237030" y="1584973"/>
                </a:cubicBezTo>
                <a:close/>
                <a:moveTo>
                  <a:pt x="5333514" y="1582590"/>
                </a:moveTo>
                <a:lnTo>
                  <a:pt x="5342199" y="1582590"/>
                </a:lnTo>
                <a:cubicBezTo>
                  <a:pt x="5342429" y="1582590"/>
                  <a:pt x="5342737" y="1582897"/>
                  <a:pt x="5342737" y="1582897"/>
                </a:cubicBezTo>
                <a:lnTo>
                  <a:pt x="5347041" y="1590429"/>
                </a:lnTo>
                <a:cubicBezTo>
                  <a:pt x="5347118" y="1590583"/>
                  <a:pt x="5347041" y="1591044"/>
                  <a:pt x="5347041" y="1591044"/>
                </a:cubicBezTo>
                <a:lnTo>
                  <a:pt x="5342737" y="1598575"/>
                </a:lnTo>
                <a:cubicBezTo>
                  <a:pt x="5342583" y="1598729"/>
                  <a:pt x="5342199" y="1598883"/>
                  <a:pt x="5342199" y="1598883"/>
                </a:cubicBezTo>
                <a:lnTo>
                  <a:pt x="5333514" y="1598883"/>
                </a:lnTo>
                <a:cubicBezTo>
                  <a:pt x="5333284" y="1598883"/>
                  <a:pt x="5332976" y="1598575"/>
                  <a:pt x="5332976" y="1598575"/>
                </a:cubicBezTo>
                <a:lnTo>
                  <a:pt x="5328672" y="1591044"/>
                </a:lnTo>
                <a:cubicBezTo>
                  <a:pt x="5328595" y="1590890"/>
                  <a:pt x="5328672" y="1590429"/>
                  <a:pt x="5328672" y="1590429"/>
                </a:cubicBezTo>
                <a:lnTo>
                  <a:pt x="5332976" y="1582897"/>
                </a:lnTo>
                <a:cubicBezTo>
                  <a:pt x="5333131" y="1582744"/>
                  <a:pt x="5333514" y="1582590"/>
                  <a:pt x="5333514" y="1582590"/>
                </a:cubicBezTo>
                <a:close/>
                <a:moveTo>
                  <a:pt x="1948683" y="1582590"/>
                </a:moveTo>
                <a:lnTo>
                  <a:pt x="1957369" y="1582590"/>
                </a:lnTo>
                <a:cubicBezTo>
                  <a:pt x="1957599" y="1582590"/>
                  <a:pt x="1957906" y="1582897"/>
                  <a:pt x="1957906" y="1582897"/>
                </a:cubicBezTo>
                <a:lnTo>
                  <a:pt x="1962210" y="1590429"/>
                </a:lnTo>
                <a:cubicBezTo>
                  <a:pt x="1962288" y="1590583"/>
                  <a:pt x="1962210" y="1591044"/>
                  <a:pt x="1962210" y="1591044"/>
                </a:cubicBezTo>
                <a:lnTo>
                  <a:pt x="1957906" y="1598575"/>
                </a:lnTo>
                <a:cubicBezTo>
                  <a:pt x="1957752" y="1598729"/>
                  <a:pt x="1957369" y="1598883"/>
                  <a:pt x="1957369" y="1598883"/>
                </a:cubicBezTo>
                <a:lnTo>
                  <a:pt x="1948683" y="1598883"/>
                </a:lnTo>
                <a:cubicBezTo>
                  <a:pt x="1948453" y="1598883"/>
                  <a:pt x="1948146" y="1598575"/>
                  <a:pt x="1948146" y="1598575"/>
                </a:cubicBezTo>
                <a:lnTo>
                  <a:pt x="1943842" y="1591044"/>
                </a:lnTo>
                <a:cubicBezTo>
                  <a:pt x="1943764" y="1590890"/>
                  <a:pt x="1943842" y="1590429"/>
                  <a:pt x="1943842" y="1590429"/>
                </a:cubicBezTo>
                <a:lnTo>
                  <a:pt x="1948146" y="1582897"/>
                </a:lnTo>
                <a:cubicBezTo>
                  <a:pt x="1948299" y="1582744"/>
                  <a:pt x="1948683" y="1582590"/>
                  <a:pt x="1948683" y="1582590"/>
                </a:cubicBezTo>
                <a:close/>
                <a:moveTo>
                  <a:pt x="5515660" y="1581054"/>
                </a:moveTo>
                <a:lnTo>
                  <a:pt x="5525957" y="1581054"/>
                </a:lnTo>
                <a:cubicBezTo>
                  <a:pt x="5526189" y="1581054"/>
                  <a:pt x="5526573" y="1581437"/>
                  <a:pt x="5526573" y="1581437"/>
                </a:cubicBezTo>
                <a:lnTo>
                  <a:pt x="5531723" y="1590353"/>
                </a:lnTo>
                <a:cubicBezTo>
                  <a:pt x="5531877" y="1590507"/>
                  <a:pt x="5531723" y="1591046"/>
                  <a:pt x="5531723" y="1591046"/>
                </a:cubicBezTo>
                <a:lnTo>
                  <a:pt x="5526573" y="1599959"/>
                </a:lnTo>
                <a:cubicBezTo>
                  <a:pt x="5526419" y="1600191"/>
                  <a:pt x="5525957" y="1600345"/>
                  <a:pt x="5525957" y="1600345"/>
                </a:cubicBezTo>
                <a:lnTo>
                  <a:pt x="5515660" y="1600345"/>
                </a:lnTo>
                <a:cubicBezTo>
                  <a:pt x="5515430" y="1600345"/>
                  <a:pt x="5515045" y="1599959"/>
                  <a:pt x="5515045" y="1599959"/>
                </a:cubicBezTo>
                <a:lnTo>
                  <a:pt x="5509896" y="1591046"/>
                </a:lnTo>
                <a:cubicBezTo>
                  <a:pt x="5509742" y="1590892"/>
                  <a:pt x="5509896" y="1590353"/>
                  <a:pt x="5509896" y="1590353"/>
                </a:cubicBezTo>
                <a:lnTo>
                  <a:pt x="5515045" y="1581437"/>
                </a:lnTo>
                <a:cubicBezTo>
                  <a:pt x="5515198" y="1581208"/>
                  <a:pt x="5515660" y="1581054"/>
                  <a:pt x="5515660" y="1581054"/>
                </a:cubicBezTo>
                <a:close/>
                <a:moveTo>
                  <a:pt x="1855999" y="1580207"/>
                </a:moveTo>
                <a:lnTo>
                  <a:pt x="1867219" y="1580207"/>
                </a:lnTo>
                <a:cubicBezTo>
                  <a:pt x="1867527" y="1580207"/>
                  <a:pt x="1867910" y="1580591"/>
                  <a:pt x="1867910" y="1580591"/>
                </a:cubicBezTo>
                <a:lnTo>
                  <a:pt x="1873520" y="1590275"/>
                </a:lnTo>
                <a:cubicBezTo>
                  <a:pt x="1873674" y="1590505"/>
                  <a:pt x="1873520" y="1591044"/>
                  <a:pt x="1873520" y="1591044"/>
                </a:cubicBezTo>
                <a:lnTo>
                  <a:pt x="1867910" y="1600726"/>
                </a:lnTo>
                <a:cubicBezTo>
                  <a:pt x="1867757" y="1600958"/>
                  <a:pt x="1867219" y="1601112"/>
                  <a:pt x="1867219" y="1601112"/>
                </a:cubicBezTo>
                <a:lnTo>
                  <a:pt x="1855999" y="1601112"/>
                </a:lnTo>
                <a:cubicBezTo>
                  <a:pt x="1855691" y="1601112"/>
                  <a:pt x="1855306" y="1600726"/>
                  <a:pt x="1855306" y="1600726"/>
                </a:cubicBezTo>
                <a:lnTo>
                  <a:pt x="1849696" y="1591044"/>
                </a:lnTo>
                <a:cubicBezTo>
                  <a:pt x="1849542" y="1590812"/>
                  <a:pt x="1849696" y="1590275"/>
                  <a:pt x="1849696" y="1590275"/>
                </a:cubicBezTo>
                <a:lnTo>
                  <a:pt x="1855306" y="1580591"/>
                </a:lnTo>
                <a:cubicBezTo>
                  <a:pt x="1855460" y="1580361"/>
                  <a:pt x="1855999" y="1580207"/>
                  <a:pt x="1855999" y="1580207"/>
                </a:cubicBezTo>
                <a:close/>
                <a:moveTo>
                  <a:pt x="1490017" y="1580207"/>
                </a:moveTo>
                <a:lnTo>
                  <a:pt x="1501237" y="1580207"/>
                </a:lnTo>
                <a:cubicBezTo>
                  <a:pt x="1501545" y="1580207"/>
                  <a:pt x="1501928" y="1580591"/>
                  <a:pt x="1501928" y="1580591"/>
                </a:cubicBezTo>
                <a:lnTo>
                  <a:pt x="1507538" y="1590275"/>
                </a:lnTo>
                <a:cubicBezTo>
                  <a:pt x="1507692" y="1590505"/>
                  <a:pt x="1507538" y="1591044"/>
                  <a:pt x="1507538" y="1591044"/>
                </a:cubicBezTo>
                <a:lnTo>
                  <a:pt x="1501928" y="1600726"/>
                </a:lnTo>
                <a:cubicBezTo>
                  <a:pt x="1501775" y="1600958"/>
                  <a:pt x="1501237" y="1601112"/>
                  <a:pt x="1501237" y="1601112"/>
                </a:cubicBezTo>
                <a:lnTo>
                  <a:pt x="1490017" y="1601112"/>
                </a:lnTo>
                <a:cubicBezTo>
                  <a:pt x="1489707" y="1601112"/>
                  <a:pt x="1489324" y="1600726"/>
                  <a:pt x="1489324" y="1600726"/>
                </a:cubicBezTo>
                <a:lnTo>
                  <a:pt x="1483714" y="1591044"/>
                </a:lnTo>
                <a:cubicBezTo>
                  <a:pt x="1483560" y="1590812"/>
                  <a:pt x="1483714" y="1590275"/>
                  <a:pt x="1483714" y="1590275"/>
                </a:cubicBezTo>
                <a:lnTo>
                  <a:pt x="1489324" y="1580591"/>
                </a:lnTo>
                <a:cubicBezTo>
                  <a:pt x="1489478" y="1580361"/>
                  <a:pt x="1490017" y="1580207"/>
                  <a:pt x="1490017" y="1580207"/>
                </a:cubicBezTo>
                <a:close/>
                <a:moveTo>
                  <a:pt x="4507941" y="1578364"/>
                </a:moveTo>
                <a:lnTo>
                  <a:pt x="4521084" y="1578364"/>
                </a:lnTo>
                <a:cubicBezTo>
                  <a:pt x="4521390" y="1578364"/>
                  <a:pt x="4521851" y="1578825"/>
                  <a:pt x="4521851" y="1578825"/>
                </a:cubicBezTo>
                <a:lnTo>
                  <a:pt x="4528384" y="1590199"/>
                </a:lnTo>
                <a:cubicBezTo>
                  <a:pt x="4528538" y="1590507"/>
                  <a:pt x="4528384" y="1591122"/>
                  <a:pt x="4528384" y="1591122"/>
                </a:cubicBezTo>
                <a:lnTo>
                  <a:pt x="4521776" y="1602496"/>
                </a:lnTo>
                <a:cubicBezTo>
                  <a:pt x="4521622" y="1602803"/>
                  <a:pt x="4521007" y="1602957"/>
                  <a:pt x="4521007" y="1602957"/>
                </a:cubicBezTo>
                <a:lnTo>
                  <a:pt x="4507865" y="1602957"/>
                </a:lnTo>
                <a:cubicBezTo>
                  <a:pt x="4507558" y="1602957"/>
                  <a:pt x="4507097" y="1602496"/>
                  <a:pt x="4507097" y="1602496"/>
                </a:cubicBezTo>
                <a:lnTo>
                  <a:pt x="4500563" y="1591122"/>
                </a:lnTo>
                <a:cubicBezTo>
                  <a:pt x="4500410" y="1590814"/>
                  <a:pt x="4500563" y="1590199"/>
                  <a:pt x="4500563" y="1590199"/>
                </a:cubicBezTo>
                <a:lnTo>
                  <a:pt x="4507172" y="1578825"/>
                </a:lnTo>
                <a:cubicBezTo>
                  <a:pt x="4507326" y="1578518"/>
                  <a:pt x="4507941" y="1578364"/>
                  <a:pt x="4507941" y="1578364"/>
                </a:cubicBezTo>
                <a:close/>
                <a:moveTo>
                  <a:pt x="5422435" y="1577825"/>
                </a:moveTo>
                <a:lnTo>
                  <a:pt x="5436191" y="1577825"/>
                </a:lnTo>
                <a:cubicBezTo>
                  <a:pt x="5436577" y="1577825"/>
                  <a:pt x="5437036" y="1578286"/>
                  <a:pt x="5437036" y="1578286"/>
                </a:cubicBezTo>
                <a:lnTo>
                  <a:pt x="5443877" y="1590197"/>
                </a:lnTo>
                <a:cubicBezTo>
                  <a:pt x="5444030" y="1590505"/>
                  <a:pt x="5443877" y="1591198"/>
                  <a:pt x="5443877" y="1591198"/>
                </a:cubicBezTo>
                <a:lnTo>
                  <a:pt x="5437036" y="1603109"/>
                </a:lnTo>
                <a:cubicBezTo>
                  <a:pt x="5436884" y="1603417"/>
                  <a:pt x="5436191" y="1603570"/>
                  <a:pt x="5436191" y="1603570"/>
                </a:cubicBezTo>
                <a:lnTo>
                  <a:pt x="5422435" y="1603570"/>
                </a:lnTo>
                <a:cubicBezTo>
                  <a:pt x="5422052" y="1603570"/>
                  <a:pt x="5421589" y="1603109"/>
                  <a:pt x="5421589" y="1603109"/>
                </a:cubicBezTo>
                <a:lnTo>
                  <a:pt x="5414750" y="1591198"/>
                </a:lnTo>
                <a:cubicBezTo>
                  <a:pt x="5414596" y="1590890"/>
                  <a:pt x="5414750" y="1590197"/>
                  <a:pt x="5414750" y="1590197"/>
                </a:cubicBezTo>
                <a:lnTo>
                  <a:pt x="5421589" y="1578286"/>
                </a:lnTo>
                <a:cubicBezTo>
                  <a:pt x="5421742" y="1577978"/>
                  <a:pt x="5422435" y="1577825"/>
                  <a:pt x="5422435" y="1577825"/>
                </a:cubicBezTo>
                <a:close/>
                <a:moveTo>
                  <a:pt x="1579783" y="1576826"/>
                </a:moveTo>
                <a:lnTo>
                  <a:pt x="1594538" y="1576826"/>
                </a:lnTo>
                <a:cubicBezTo>
                  <a:pt x="1594924" y="1576826"/>
                  <a:pt x="1595461" y="1577363"/>
                  <a:pt x="1595461" y="1577363"/>
                </a:cubicBezTo>
                <a:lnTo>
                  <a:pt x="1602839" y="1590199"/>
                </a:lnTo>
                <a:cubicBezTo>
                  <a:pt x="1602992" y="1590583"/>
                  <a:pt x="1602839" y="1591274"/>
                  <a:pt x="1602839" y="1591274"/>
                </a:cubicBezTo>
                <a:lnTo>
                  <a:pt x="1595461" y="1604110"/>
                </a:lnTo>
                <a:cubicBezTo>
                  <a:pt x="1595231" y="1604417"/>
                  <a:pt x="1594538" y="1604647"/>
                  <a:pt x="1594538" y="1604647"/>
                </a:cubicBezTo>
                <a:lnTo>
                  <a:pt x="1579783" y="1604647"/>
                </a:lnTo>
                <a:cubicBezTo>
                  <a:pt x="1579399" y="1604647"/>
                  <a:pt x="1578860" y="1604110"/>
                  <a:pt x="1578860" y="1604110"/>
                </a:cubicBezTo>
                <a:lnTo>
                  <a:pt x="1571483" y="1591274"/>
                </a:lnTo>
                <a:cubicBezTo>
                  <a:pt x="1571329" y="1590890"/>
                  <a:pt x="1571483" y="1590199"/>
                  <a:pt x="1571483" y="1590199"/>
                </a:cubicBezTo>
                <a:lnTo>
                  <a:pt x="1578860" y="1577363"/>
                </a:lnTo>
                <a:cubicBezTo>
                  <a:pt x="1579092" y="1577056"/>
                  <a:pt x="1579783" y="1576826"/>
                  <a:pt x="1579783" y="1576826"/>
                </a:cubicBezTo>
                <a:close/>
                <a:moveTo>
                  <a:pt x="5604657" y="1576289"/>
                </a:moveTo>
                <a:lnTo>
                  <a:pt x="5620027" y="1576289"/>
                </a:lnTo>
                <a:cubicBezTo>
                  <a:pt x="5620411" y="1576289"/>
                  <a:pt x="5620950" y="1576826"/>
                  <a:pt x="5620950" y="1576826"/>
                </a:cubicBezTo>
                <a:lnTo>
                  <a:pt x="5628635" y="1590123"/>
                </a:lnTo>
                <a:cubicBezTo>
                  <a:pt x="5628867" y="1590431"/>
                  <a:pt x="5628635" y="1591198"/>
                  <a:pt x="5628635" y="1591198"/>
                </a:cubicBezTo>
                <a:lnTo>
                  <a:pt x="5620950" y="1604495"/>
                </a:lnTo>
                <a:cubicBezTo>
                  <a:pt x="5620796" y="1604803"/>
                  <a:pt x="5620027" y="1605032"/>
                  <a:pt x="5620027" y="1605032"/>
                </a:cubicBezTo>
                <a:lnTo>
                  <a:pt x="5604657" y="1605032"/>
                </a:lnTo>
                <a:cubicBezTo>
                  <a:pt x="5604271" y="1605032"/>
                  <a:pt x="5603734" y="1604495"/>
                  <a:pt x="5603734" y="1604495"/>
                </a:cubicBezTo>
                <a:lnTo>
                  <a:pt x="5596049" y="1591198"/>
                </a:lnTo>
                <a:cubicBezTo>
                  <a:pt x="5595817" y="1590892"/>
                  <a:pt x="5596049" y="1590123"/>
                  <a:pt x="5596049" y="1590123"/>
                </a:cubicBezTo>
                <a:lnTo>
                  <a:pt x="5603734" y="1576826"/>
                </a:lnTo>
                <a:cubicBezTo>
                  <a:pt x="5603888" y="1576520"/>
                  <a:pt x="5604657" y="1576289"/>
                  <a:pt x="5604657" y="1576289"/>
                </a:cubicBezTo>
                <a:close/>
                <a:moveTo>
                  <a:pt x="5238292" y="1575598"/>
                </a:moveTo>
                <a:lnTo>
                  <a:pt x="5254431" y="1575598"/>
                </a:lnTo>
                <a:cubicBezTo>
                  <a:pt x="5254815" y="1575598"/>
                  <a:pt x="5255430" y="1576135"/>
                  <a:pt x="5255430" y="1576135"/>
                </a:cubicBezTo>
                <a:lnTo>
                  <a:pt x="5263500" y="1590123"/>
                </a:lnTo>
                <a:cubicBezTo>
                  <a:pt x="5263730" y="1590507"/>
                  <a:pt x="5263500" y="1591276"/>
                  <a:pt x="5263500" y="1591276"/>
                </a:cubicBezTo>
                <a:lnTo>
                  <a:pt x="5255430" y="1605264"/>
                </a:lnTo>
                <a:cubicBezTo>
                  <a:pt x="5255200" y="1605571"/>
                  <a:pt x="5254815" y="1605801"/>
                  <a:pt x="5254431" y="1605801"/>
                </a:cubicBezTo>
                <a:lnTo>
                  <a:pt x="5238292" y="1605801"/>
                </a:lnTo>
                <a:cubicBezTo>
                  <a:pt x="5237906" y="1605801"/>
                  <a:pt x="5237293" y="1605264"/>
                  <a:pt x="5237293" y="1605264"/>
                </a:cubicBezTo>
                <a:lnTo>
                  <a:pt x="5229222" y="1591276"/>
                </a:lnTo>
                <a:cubicBezTo>
                  <a:pt x="5228992" y="1590892"/>
                  <a:pt x="5229222" y="1590123"/>
                  <a:pt x="5229222" y="1590123"/>
                </a:cubicBezTo>
                <a:lnTo>
                  <a:pt x="5237293" y="1576135"/>
                </a:lnTo>
                <a:cubicBezTo>
                  <a:pt x="5237522" y="1575827"/>
                  <a:pt x="5237906" y="1575598"/>
                  <a:pt x="5238292" y="1575598"/>
                </a:cubicBezTo>
                <a:close/>
                <a:moveTo>
                  <a:pt x="1761698" y="1575058"/>
                </a:moveTo>
                <a:lnTo>
                  <a:pt x="1778452" y="1575058"/>
                </a:lnTo>
                <a:cubicBezTo>
                  <a:pt x="1778836" y="1575058"/>
                  <a:pt x="1779451" y="1575674"/>
                  <a:pt x="1779451" y="1575674"/>
                </a:cubicBezTo>
                <a:lnTo>
                  <a:pt x="1787827" y="1590199"/>
                </a:lnTo>
                <a:cubicBezTo>
                  <a:pt x="1788059" y="1590507"/>
                  <a:pt x="1787827" y="1591352"/>
                  <a:pt x="1787827" y="1591352"/>
                </a:cubicBezTo>
                <a:lnTo>
                  <a:pt x="1779451" y="1605877"/>
                </a:lnTo>
                <a:cubicBezTo>
                  <a:pt x="1779219" y="1606261"/>
                  <a:pt x="1778836" y="1606492"/>
                  <a:pt x="1778452" y="1606492"/>
                </a:cubicBezTo>
                <a:lnTo>
                  <a:pt x="1761698" y="1606492"/>
                </a:lnTo>
                <a:cubicBezTo>
                  <a:pt x="1761312" y="1606492"/>
                  <a:pt x="1760697" y="1605877"/>
                  <a:pt x="1760697" y="1605877"/>
                </a:cubicBezTo>
                <a:lnTo>
                  <a:pt x="1752321" y="1591352"/>
                </a:lnTo>
                <a:cubicBezTo>
                  <a:pt x="1752089" y="1591044"/>
                  <a:pt x="1752321" y="1590199"/>
                  <a:pt x="1752321" y="1590199"/>
                </a:cubicBezTo>
                <a:lnTo>
                  <a:pt x="1760697" y="1575674"/>
                </a:lnTo>
                <a:cubicBezTo>
                  <a:pt x="1760929" y="1575288"/>
                  <a:pt x="1761312" y="1575058"/>
                  <a:pt x="1761698" y="1575058"/>
                </a:cubicBezTo>
                <a:close/>
                <a:moveTo>
                  <a:pt x="5054763" y="1574367"/>
                </a:moveTo>
                <a:lnTo>
                  <a:pt x="5072209" y="1574367"/>
                </a:lnTo>
                <a:cubicBezTo>
                  <a:pt x="5072670" y="1574367"/>
                  <a:pt x="5073285" y="1574982"/>
                  <a:pt x="5073285" y="1574982"/>
                </a:cubicBezTo>
                <a:lnTo>
                  <a:pt x="5082045" y="1590123"/>
                </a:lnTo>
                <a:cubicBezTo>
                  <a:pt x="5082276" y="1590507"/>
                  <a:pt x="5082045" y="1591352"/>
                  <a:pt x="5082045" y="1591352"/>
                </a:cubicBezTo>
                <a:lnTo>
                  <a:pt x="5073285" y="1606492"/>
                </a:lnTo>
                <a:cubicBezTo>
                  <a:pt x="5073053" y="1606876"/>
                  <a:pt x="5072670" y="1607107"/>
                  <a:pt x="5072209" y="1607107"/>
                </a:cubicBezTo>
                <a:lnTo>
                  <a:pt x="5054763" y="1607107"/>
                </a:lnTo>
                <a:cubicBezTo>
                  <a:pt x="5054302" y="1607107"/>
                  <a:pt x="5053687" y="1606492"/>
                  <a:pt x="5053687" y="1606492"/>
                </a:cubicBezTo>
                <a:lnTo>
                  <a:pt x="5044925" y="1591352"/>
                </a:lnTo>
                <a:cubicBezTo>
                  <a:pt x="5044695" y="1590968"/>
                  <a:pt x="5044925" y="1590123"/>
                  <a:pt x="5044925" y="1590123"/>
                </a:cubicBezTo>
                <a:lnTo>
                  <a:pt x="5053687" y="1574982"/>
                </a:lnTo>
                <a:cubicBezTo>
                  <a:pt x="5053916" y="1574599"/>
                  <a:pt x="5054302" y="1574367"/>
                  <a:pt x="5054763" y="1574367"/>
                </a:cubicBezTo>
                <a:close/>
                <a:moveTo>
                  <a:pt x="1669856" y="1574214"/>
                </a:moveTo>
                <a:lnTo>
                  <a:pt x="1687456" y="1574214"/>
                </a:lnTo>
                <a:cubicBezTo>
                  <a:pt x="1687917" y="1574214"/>
                  <a:pt x="1688532" y="1574829"/>
                  <a:pt x="1688532" y="1574829"/>
                </a:cubicBezTo>
                <a:lnTo>
                  <a:pt x="1697370" y="1590123"/>
                </a:lnTo>
                <a:cubicBezTo>
                  <a:pt x="1697602" y="1590507"/>
                  <a:pt x="1697370" y="1591352"/>
                  <a:pt x="1697370" y="1591352"/>
                </a:cubicBezTo>
                <a:lnTo>
                  <a:pt x="1688532" y="1606646"/>
                </a:lnTo>
                <a:cubicBezTo>
                  <a:pt x="1688303" y="1607031"/>
                  <a:pt x="1687917" y="1607261"/>
                  <a:pt x="1687456" y="1607261"/>
                </a:cubicBezTo>
                <a:lnTo>
                  <a:pt x="1669856" y="1607261"/>
                </a:lnTo>
                <a:cubicBezTo>
                  <a:pt x="1669395" y="1607261"/>
                  <a:pt x="1668780" y="1606646"/>
                  <a:pt x="1668780" y="1606646"/>
                </a:cubicBezTo>
                <a:lnTo>
                  <a:pt x="1659942" y="1591352"/>
                </a:lnTo>
                <a:cubicBezTo>
                  <a:pt x="1659713" y="1590968"/>
                  <a:pt x="1659942" y="1590123"/>
                  <a:pt x="1659942" y="1590123"/>
                </a:cubicBezTo>
                <a:lnTo>
                  <a:pt x="1668780" y="1574829"/>
                </a:lnTo>
                <a:cubicBezTo>
                  <a:pt x="1669012" y="1574445"/>
                  <a:pt x="1669395" y="1574214"/>
                  <a:pt x="1669856" y="1574214"/>
                </a:cubicBezTo>
                <a:close/>
                <a:moveTo>
                  <a:pt x="5146065" y="1574060"/>
                </a:moveTo>
                <a:lnTo>
                  <a:pt x="5163820" y="1574060"/>
                </a:lnTo>
                <a:cubicBezTo>
                  <a:pt x="5164281" y="1574060"/>
                  <a:pt x="5164665" y="1574290"/>
                  <a:pt x="5164894" y="1574675"/>
                </a:cubicBezTo>
                <a:lnTo>
                  <a:pt x="5173810" y="1590045"/>
                </a:lnTo>
                <a:cubicBezTo>
                  <a:pt x="5174042" y="1590431"/>
                  <a:pt x="5174042" y="1590890"/>
                  <a:pt x="5173810" y="1591276"/>
                </a:cubicBezTo>
                <a:lnTo>
                  <a:pt x="5164894" y="1606646"/>
                </a:lnTo>
                <a:cubicBezTo>
                  <a:pt x="5164665" y="1607030"/>
                  <a:pt x="5164281" y="1607261"/>
                  <a:pt x="5163820" y="1607261"/>
                </a:cubicBezTo>
                <a:lnTo>
                  <a:pt x="5146065" y="1607261"/>
                </a:lnTo>
                <a:cubicBezTo>
                  <a:pt x="5145605" y="1607261"/>
                  <a:pt x="5145220" y="1607030"/>
                  <a:pt x="5144990" y="1606646"/>
                </a:cubicBezTo>
                <a:lnTo>
                  <a:pt x="5136075" y="1591276"/>
                </a:lnTo>
                <a:cubicBezTo>
                  <a:pt x="5135845" y="1590890"/>
                  <a:pt x="5135845" y="1590431"/>
                  <a:pt x="5136075" y="1590045"/>
                </a:cubicBezTo>
                <a:lnTo>
                  <a:pt x="5144990" y="1574675"/>
                </a:lnTo>
                <a:cubicBezTo>
                  <a:pt x="5145220" y="1574290"/>
                  <a:pt x="5145605" y="1574060"/>
                  <a:pt x="5146065" y="1574060"/>
                </a:cubicBezTo>
                <a:close/>
                <a:moveTo>
                  <a:pt x="4413488" y="1572830"/>
                </a:moveTo>
                <a:lnTo>
                  <a:pt x="4432625" y="1572830"/>
                </a:lnTo>
                <a:cubicBezTo>
                  <a:pt x="4433086" y="1572830"/>
                  <a:pt x="4433547" y="1573137"/>
                  <a:pt x="4433777" y="1573521"/>
                </a:cubicBezTo>
                <a:lnTo>
                  <a:pt x="4443308" y="1590045"/>
                </a:lnTo>
                <a:cubicBezTo>
                  <a:pt x="4443538" y="1590507"/>
                  <a:pt x="4443538" y="1591044"/>
                  <a:pt x="4443308" y="1591429"/>
                </a:cubicBezTo>
                <a:lnTo>
                  <a:pt x="4433777" y="1607952"/>
                </a:lnTo>
                <a:cubicBezTo>
                  <a:pt x="4433547" y="1608414"/>
                  <a:pt x="4433086" y="1608643"/>
                  <a:pt x="4432625" y="1608643"/>
                </a:cubicBezTo>
                <a:lnTo>
                  <a:pt x="4413488" y="1608643"/>
                </a:lnTo>
                <a:cubicBezTo>
                  <a:pt x="4413026" y="1608643"/>
                  <a:pt x="4412565" y="1608336"/>
                  <a:pt x="4412336" y="1607952"/>
                </a:cubicBezTo>
                <a:lnTo>
                  <a:pt x="4402805" y="1591429"/>
                </a:lnTo>
                <a:cubicBezTo>
                  <a:pt x="4402575" y="1590968"/>
                  <a:pt x="4402575" y="1590429"/>
                  <a:pt x="4402805" y="1590045"/>
                </a:cubicBezTo>
                <a:lnTo>
                  <a:pt x="4412336" y="1573521"/>
                </a:lnTo>
                <a:cubicBezTo>
                  <a:pt x="4412565" y="1573061"/>
                  <a:pt x="4413026" y="1572830"/>
                  <a:pt x="4413488" y="1572830"/>
                </a:cubicBezTo>
                <a:close/>
                <a:moveTo>
                  <a:pt x="4961997" y="1571985"/>
                </a:moveTo>
                <a:lnTo>
                  <a:pt x="4981979" y="1571985"/>
                </a:lnTo>
                <a:cubicBezTo>
                  <a:pt x="4982519" y="1571985"/>
                  <a:pt x="4982980" y="1572216"/>
                  <a:pt x="4983210" y="1572676"/>
                </a:cubicBezTo>
                <a:lnTo>
                  <a:pt x="4993202" y="1590045"/>
                </a:lnTo>
                <a:cubicBezTo>
                  <a:pt x="4993432" y="1590431"/>
                  <a:pt x="4993432" y="1590968"/>
                  <a:pt x="4993202" y="1591429"/>
                </a:cubicBezTo>
                <a:lnTo>
                  <a:pt x="4983210" y="1608797"/>
                </a:lnTo>
                <a:cubicBezTo>
                  <a:pt x="4982980" y="1609182"/>
                  <a:pt x="4982441" y="1609490"/>
                  <a:pt x="4981979" y="1609490"/>
                </a:cubicBezTo>
                <a:lnTo>
                  <a:pt x="4961997" y="1609490"/>
                </a:lnTo>
                <a:cubicBezTo>
                  <a:pt x="4961460" y="1609490"/>
                  <a:pt x="4960999" y="1609258"/>
                  <a:pt x="4960767" y="1608797"/>
                </a:cubicBezTo>
                <a:lnTo>
                  <a:pt x="4950777" y="1591429"/>
                </a:lnTo>
                <a:cubicBezTo>
                  <a:pt x="4950547" y="1591044"/>
                  <a:pt x="4950547" y="1590507"/>
                  <a:pt x="4950777" y="1590045"/>
                </a:cubicBezTo>
                <a:lnTo>
                  <a:pt x="4960767" y="1572676"/>
                </a:lnTo>
                <a:cubicBezTo>
                  <a:pt x="4960999" y="1572292"/>
                  <a:pt x="4961536" y="1571985"/>
                  <a:pt x="4961997" y="1571985"/>
                </a:cubicBezTo>
                <a:close/>
                <a:moveTo>
                  <a:pt x="4595941" y="1571831"/>
                </a:moveTo>
                <a:lnTo>
                  <a:pt x="4616077" y="1571831"/>
                </a:lnTo>
                <a:cubicBezTo>
                  <a:pt x="4616614" y="1571831"/>
                  <a:pt x="4617076" y="1572063"/>
                  <a:pt x="4617307" y="1572522"/>
                </a:cubicBezTo>
                <a:lnTo>
                  <a:pt x="4627375" y="1589969"/>
                </a:lnTo>
                <a:cubicBezTo>
                  <a:pt x="4627605" y="1590431"/>
                  <a:pt x="4627605" y="1590968"/>
                  <a:pt x="4627375" y="1591429"/>
                </a:cubicBezTo>
                <a:lnTo>
                  <a:pt x="4617307" y="1608875"/>
                </a:lnTo>
                <a:cubicBezTo>
                  <a:pt x="4617076" y="1609258"/>
                  <a:pt x="4616614" y="1609566"/>
                  <a:pt x="4616077" y="1609566"/>
                </a:cubicBezTo>
                <a:lnTo>
                  <a:pt x="4595941" y="1609566"/>
                </a:lnTo>
                <a:cubicBezTo>
                  <a:pt x="4595403" y="1609566"/>
                  <a:pt x="4594943" y="1609336"/>
                  <a:pt x="4594711" y="1608875"/>
                </a:cubicBezTo>
                <a:lnTo>
                  <a:pt x="4584643" y="1591429"/>
                </a:lnTo>
                <a:cubicBezTo>
                  <a:pt x="4584414" y="1590968"/>
                  <a:pt x="4584414" y="1590431"/>
                  <a:pt x="4584643" y="1589969"/>
                </a:cubicBezTo>
                <a:lnTo>
                  <a:pt x="4594711" y="1572522"/>
                </a:lnTo>
                <a:cubicBezTo>
                  <a:pt x="4594943" y="1572138"/>
                  <a:pt x="4595403" y="1571831"/>
                  <a:pt x="4595941" y="1571831"/>
                </a:cubicBezTo>
                <a:close/>
                <a:moveTo>
                  <a:pt x="4870004" y="1571140"/>
                </a:moveTo>
                <a:lnTo>
                  <a:pt x="4890910" y="1571140"/>
                </a:lnTo>
                <a:cubicBezTo>
                  <a:pt x="4891447" y="1571140"/>
                  <a:pt x="4891984" y="1571447"/>
                  <a:pt x="4892215" y="1571909"/>
                </a:cubicBezTo>
                <a:lnTo>
                  <a:pt x="4902667" y="1590045"/>
                </a:lnTo>
                <a:cubicBezTo>
                  <a:pt x="4902898" y="1590507"/>
                  <a:pt x="4902898" y="1591046"/>
                  <a:pt x="4902667" y="1591505"/>
                </a:cubicBezTo>
                <a:lnTo>
                  <a:pt x="4892215" y="1609644"/>
                </a:lnTo>
                <a:cubicBezTo>
                  <a:pt x="4891908" y="1610105"/>
                  <a:pt x="4891447" y="1610413"/>
                  <a:pt x="4890910" y="1610413"/>
                </a:cubicBezTo>
                <a:lnTo>
                  <a:pt x="4870004" y="1610413"/>
                </a:lnTo>
                <a:cubicBezTo>
                  <a:pt x="4869465" y="1610413"/>
                  <a:pt x="4868928" y="1610105"/>
                  <a:pt x="4868699" y="1609644"/>
                </a:cubicBezTo>
                <a:lnTo>
                  <a:pt x="4858245" y="1591505"/>
                </a:lnTo>
                <a:cubicBezTo>
                  <a:pt x="4858015" y="1591046"/>
                  <a:pt x="4858015" y="1590507"/>
                  <a:pt x="4858245" y="1590045"/>
                </a:cubicBezTo>
                <a:lnTo>
                  <a:pt x="4868699" y="1571909"/>
                </a:lnTo>
                <a:cubicBezTo>
                  <a:pt x="4869004" y="1571447"/>
                  <a:pt x="4869465" y="1571140"/>
                  <a:pt x="4870004" y="1571140"/>
                </a:cubicBezTo>
                <a:close/>
                <a:moveTo>
                  <a:pt x="4687013" y="1570986"/>
                </a:moveTo>
                <a:lnTo>
                  <a:pt x="4708070" y="1570986"/>
                </a:lnTo>
                <a:cubicBezTo>
                  <a:pt x="4708609" y="1570986"/>
                  <a:pt x="4709071" y="1571294"/>
                  <a:pt x="4709379" y="1571755"/>
                </a:cubicBezTo>
                <a:lnTo>
                  <a:pt x="4719907" y="1589969"/>
                </a:lnTo>
                <a:cubicBezTo>
                  <a:pt x="4720215" y="1590431"/>
                  <a:pt x="4720215" y="1590968"/>
                  <a:pt x="4719907" y="1591429"/>
                </a:cubicBezTo>
                <a:lnTo>
                  <a:pt x="4709379" y="1609644"/>
                </a:lnTo>
                <a:cubicBezTo>
                  <a:pt x="4709071" y="1610105"/>
                  <a:pt x="4708609" y="1610413"/>
                  <a:pt x="4708070" y="1610413"/>
                </a:cubicBezTo>
                <a:lnTo>
                  <a:pt x="4687013" y="1610413"/>
                </a:lnTo>
                <a:cubicBezTo>
                  <a:pt x="4686474" y="1610413"/>
                  <a:pt x="4686013" y="1610105"/>
                  <a:pt x="4685705" y="1609644"/>
                </a:cubicBezTo>
                <a:lnTo>
                  <a:pt x="4675178" y="1591429"/>
                </a:lnTo>
                <a:cubicBezTo>
                  <a:pt x="4674869" y="1590968"/>
                  <a:pt x="4674869" y="1590431"/>
                  <a:pt x="4675178" y="1589969"/>
                </a:cubicBezTo>
                <a:lnTo>
                  <a:pt x="4685705" y="1571755"/>
                </a:lnTo>
                <a:cubicBezTo>
                  <a:pt x="4686013" y="1571294"/>
                  <a:pt x="4686474" y="1570986"/>
                  <a:pt x="4687013" y="1570986"/>
                </a:cubicBezTo>
                <a:close/>
                <a:moveTo>
                  <a:pt x="4777854" y="1569756"/>
                </a:moveTo>
                <a:lnTo>
                  <a:pt x="4800219" y="1569756"/>
                </a:lnTo>
                <a:cubicBezTo>
                  <a:pt x="4800758" y="1569756"/>
                  <a:pt x="4801296" y="1570063"/>
                  <a:pt x="4801603" y="1570525"/>
                </a:cubicBezTo>
                <a:lnTo>
                  <a:pt x="4812823" y="1589892"/>
                </a:lnTo>
                <a:cubicBezTo>
                  <a:pt x="4813131" y="1590429"/>
                  <a:pt x="4813131" y="1591044"/>
                  <a:pt x="4812823" y="1591505"/>
                </a:cubicBezTo>
                <a:lnTo>
                  <a:pt x="4801603" y="1610872"/>
                </a:lnTo>
                <a:cubicBezTo>
                  <a:pt x="4801296" y="1611333"/>
                  <a:pt x="4800758" y="1611641"/>
                  <a:pt x="4800219" y="1611641"/>
                </a:cubicBezTo>
                <a:lnTo>
                  <a:pt x="4777854" y="1611641"/>
                </a:lnTo>
                <a:cubicBezTo>
                  <a:pt x="4777317" y="1611641"/>
                  <a:pt x="4776779" y="1611333"/>
                  <a:pt x="4776472" y="1610872"/>
                </a:cubicBezTo>
                <a:lnTo>
                  <a:pt x="4765250" y="1591505"/>
                </a:lnTo>
                <a:cubicBezTo>
                  <a:pt x="4764944" y="1590968"/>
                  <a:pt x="4764944" y="1590353"/>
                  <a:pt x="4765250" y="1589892"/>
                </a:cubicBezTo>
                <a:lnTo>
                  <a:pt x="4776472" y="1570525"/>
                </a:lnTo>
                <a:cubicBezTo>
                  <a:pt x="4776779" y="1570063"/>
                  <a:pt x="4777317" y="1569756"/>
                  <a:pt x="4777854" y="1569756"/>
                </a:cubicBezTo>
                <a:close/>
                <a:moveTo>
                  <a:pt x="386335" y="1568987"/>
                </a:moveTo>
                <a:lnTo>
                  <a:pt x="409475" y="1568987"/>
                </a:lnTo>
                <a:cubicBezTo>
                  <a:pt x="410010" y="1568987"/>
                  <a:pt x="410549" y="1569295"/>
                  <a:pt x="410855" y="1569832"/>
                </a:cubicBezTo>
                <a:lnTo>
                  <a:pt x="422381" y="1589892"/>
                </a:lnTo>
                <a:cubicBezTo>
                  <a:pt x="422696" y="1590353"/>
                  <a:pt x="422696" y="1590968"/>
                  <a:pt x="422381" y="1591505"/>
                </a:cubicBezTo>
                <a:lnTo>
                  <a:pt x="410781" y="1611565"/>
                </a:lnTo>
                <a:cubicBezTo>
                  <a:pt x="410549" y="1612102"/>
                  <a:pt x="409932" y="1612410"/>
                  <a:pt x="409389" y="1612410"/>
                </a:cubicBezTo>
                <a:lnTo>
                  <a:pt x="386265" y="1612410"/>
                </a:lnTo>
                <a:cubicBezTo>
                  <a:pt x="385726" y="1612410"/>
                  <a:pt x="385189" y="1612102"/>
                  <a:pt x="384883" y="1611565"/>
                </a:cubicBezTo>
                <a:lnTo>
                  <a:pt x="373348" y="1591505"/>
                </a:lnTo>
                <a:cubicBezTo>
                  <a:pt x="373048" y="1591044"/>
                  <a:pt x="373048" y="1590429"/>
                  <a:pt x="373348" y="1589892"/>
                </a:cubicBezTo>
                <a:lnTo>
                  <a:pt x="384953" y="1569832"/>
                </a:lnTo>
                <a:cubicBezTo>
                  <a:pt x="385189" y="1569295"/>
                  <a:pt x="385802" y="1568987"/>
                  <a:pt x="386335" y="1568987"/>
                </a:cubicBezTo>
                <a:close/>
                <a:moveTo>
                  <a:pt x="294576" y="1568450"/>
                </a:moveTo>
                <a:lnTo>
                  <a:pt x="318325" y="1568450"/>
                </a:lnTo>
                <a:cubicBezTo>
                  <a:pt x="318940" y="1568450"/>
                  <a:pt x="319473" y="1568757"/>
                  <a:pt x="319787" y="1569295"/>
                </a:cubicBezTo>
                <a:lnTo>
                  <a:pt x="331616" y="1589892"/>
                </a:lnTo>
                <a:cubicBezTo>
                  <a:pt x="331926" y="1590431"/>
                  <a:pt x="331926" y="1591044"/>
                  <a:pt x="331616" y="1591583"/>
                </a:cubicBezTo>
                <a:lnTo>
                  <a:pt x="319707" y="1612180"/>
                </a:lnTo>
                <a:cubicBezTo>
                  <a:pt x="319394" y="1612718"/>
                  <a:pt x="318862" y="1613025"/>
                  <a:pt x="318245" y="1613025"/>
                </a:cubicBezTo>
                <a:lnTo>
                  <a:pt x="294498" y="1613025"/>
                </a:lnTo>
                <a:cubicBezTo>
                  <a:pt x="293881" y="1613025"/>
                  <a:pt x="293344" y="1612718"/>
                  <a:pt x="293036" y="1612180"/>
                </a:cubicBezTo>
                <a:lnTo>
                  <a:pt x="281203" y="1591583"/>
                </a:lnTo>
                <a:cubicBezTo>
                  <a:pt x="280893" y="1591044"/>
                  <a:pt x="280893" y="1590431"/>
                  <a:pt x="281203" y="1589892"/>
                </a:cubicBezTo>
                <a:lnTo>
                  <a:pt x="293120" y="1569295"/>
                </a:lnTo>
                <a:cubicBezTo>
                  <a:pt x="293420" y="1568757"/>
                  <a:pt x="293957" y="1568450"/>
                  <a:pt x="294576" y="1568450"/>
                </a:cubicBezTo>
                <a:close/>
                <a:moveTo>
                  <a:pt x="475949" y="1565528"/>
                </a:moveTo>
                <a:lnTo>
                  <a:pt x="502850" y="1565528"/>
                </a:lnTo>
                <a:cubicBezTo>
                  <a:pt x="503467" y="1565528"/>
                  <a:pt x="504160" y="1565835"/>
                  <a:pt x="504461" y="1566451"/>
                </a:cubicBezTo>
                <a:lnTo>
                  <a:pt x="517915" y="1589738"/>
                </a:lnTo>
                <a:cubicBezTo>
                  <a:pt x="518218" y="1590353"/>
                  <a:pt x="518218" y="1591044"/>
                  <a:pt x="517915" y="1591659"/>
                </a:cubicBezTo>
                <a:lnTo>
                  <a:pt x="504461" y="1614946"/>
                </a:lnTo>
                <a:cubicBezTo>
                  <a:pt x="504160" y="1615484"/>
                  <a:pt x="503541" y="1615867"/>
                  <a:pt x="502850" y="1615867"/>
                </a:cubicBezTo>
                <a:lnTo>
                  <a:pt x="475949" y="1615867"/>
                </a:lnTo>
                <a:cubicBezTo>
                  <a:pt x="475336" y="1615867"/>
                  <a:pt x="474651" y="1615560"/>
                  <a:pt x="474338" y="1614946"/>
                </a:cubicBezTo>
                <a:lnTo>
                  <a:pt x="460888" y="1591659"/>
                </a:lnTo>
                <a:cubicBezTo>
                  <a:pt x="460587" y="1591044"/>
                  <a:pt x="460587" y="1590353"/>
                  <a:pt x="460888" y="1589738"/>
                </a:cubicBezTo>
                <a:lnTo>
                  <a:pt x="474338" y="1566451"/>
                </a:lnTo>
                <a:cubicBezTo>
                  <a:pt x="474651" y="1565913"/>
                  <a:pt x="475262" y="1565528"/>
                  <a:pt x="475949" y="1565528"/>
                </a:cubicBezTo>
                <a:close/>
                <a:moveTo>
                  <a:pt x="3951129" y="1563453"/>
                </a:moveTo>
                <a:lnTo>
                  <a:pt x="3980258" y="1563453"/>
                </a:lnTo>
                <a:cubicBezTo>
                  <a:pt x="3980950" y="1563453"/>
                  <a:pt x="3981640" y="1563836"/>
                  <a:pt x="3982025" y="1564451"/>
                </a:cubicBezTo>
                <a:lnTo>
                  <a:pt x="3996551" y="1589660"/>
                </a:lnTo>
                <a:cubicBezTo>
                  <a:pt x="3996935" y="1590275"/>
                  <a:pt x="3996935" y="1591120"/>
                  <a:pt x="3996551" y="1591735"/>
                </a:cubicBezTo>
                <a:lnTo>
                  <a:pt x="3981948" y="1616944"/>
                </a:lnTo>
                <a:cubicBezTo>
                  <a:pt x="3981565" y="1617559"/>
                  <a:pt x="3980873" y="1617942"/>
                  <a:pt x="3980180" y="1617942"/>
                </a:cubicBezTo>
                <a:lnTo>
                  <a:pt x="3951053" y="1617942"/>
                </a:lnTo>
                <a:cubicBezTo>
                  <a:pt x="3950363" y="1617942"/>
                  <a:pt x="3949669" y="1617559"/>
                  <a:pt x="3949285" y="1616944"/>
                </a:cubicBezTo>
                <a:lnTo>
                  <a:pt x="3934760" y="1591735"/>
                </a:lnTo>
                <a:cubicBezTo>
                  <a:pt x="3934374" y="1591120"/>
                  <a:pt x="3934374" y="1590275"/>
                  <a:pt x="3934760" y="1589660"/>
                </a:cubicBezTo>
                <a:lnTo>
                  <a:pt x="3949361" y="1564451"/>
                </a:lnTo>
                <a:cubicBezTo>
                  <a:pt x="3949747" y="1563836"/>
                  <a:pt x="3950438" y="1563453"/>
                  <a:pt x="3951129" y="1563453"/>
                </a:cubicBezTo>
                <a:close/>
                <a:moveTo>
                  <a:pt x="1389452" y="1562993"/>
                </a:moveTo>
                <a:lnTo>
                  <a:pt x="1419029" y="1562993"/>
                </a:lnTo>
                <a:cubicBezTo>
                  <a:pt x="1419720" y="1562993"/>
                  <a:pt x="1420419" y="1563455"/>
                  <a:pt x="1420803" y="1564070"/>
                </a:cubicBezTo>
                <a:lnTo>
                  <a:pt x="1435526" y="1589662"/>
                </a:lnTo>
                <a:cubicBezTo>
                  <a:pt x="1435911" y="1590277"/>
                  <a:pt x="1435911" y="1591122"/>
                  <a:pt x="1435526" y="1591737"/>
                </a:cubicBezTo>
                <a:lnTo>
                  <a:pt x="1420725" y="1617329"/>
                </a:lnTo>
                <a:cubicBezTo>
                  <a:pt x="1420419" y="1618020"/>
                  <a:pt x="1419720" y="1618405"/>
                  <a:pt x="1418959" y="1618405"/>
                </a:cubicBezTo>
                <a:lnTo>
                  <a:pt x="1389369" y="1618405"/>
                </a:lnTo>
                <a:cubicBezTo>
                  <a:pt x="1388680" y="1618405"/>
                  <a:pt x="1387986" y="1617944"/>
                  <a:pt x="1387601" y="1617329"/>
                </a:cubicBezTo>
                <a:lnTo>
                  <a:pt x="1372846" y="1591737"/>
                </a:lnTo>
                <a:cubicBezTo>
                  <a:pt x="1372457" y="1591122"/>
                  <a:pt x="1372457" y="1590277"/>
                  <a:pt x="1372846" y="1589662"/>
                </a:cubicBezTo>
                <a:lnTo>
                  <a:pt x="1387681" y="1564070"/>
                </a:lnTo>
                <a:cubicBezTo>
                  <a:pt x="1387986" y="1563377"/>
                  <a:pt x="1388680" y="1562993"/>
                  <a:pt x="1389452" y="1562993"/>
                </a:cubicBezTo>
                <a:close/>
                <a:moveTo>
                  <a:pt x="108430" y="1562454"/>
                </a:moveTo>
                <a:lnTo>
                  <a:pt x="138565" y="1562454"/>
                </a:lnTo>
                <a:cubicBezTo>
                  <a:pt x="139332" y="1562454"/>
                  <a:pt x="140023" y="1562838"/>
                  <a:pt x="140407" y="1563531"/>
                </a:cubicBezTo>
                <a:lnTo>
                  <a:pt x="155468" y="1589660"/>
                </a:lnTo>
                <a:cubicBezTo>
                  <a:pt x="155853" y="1590353"/>
                  <a:pt x="155853" y="1591120"/>
                  <a:pt x="155468" y="1591813"/>
                </a:cubicBezTo>
                <a:lnTo>
                  <a:pt x="140407" y="1617942"/>
                </a:lnTo>
                <a:cubicBezTo>
                  <a:pt x="140023" y="1618635"/>
                  <a:pt x="139332" y="1619019"/>
                  <a:pt x="138565" y="1619019"/>
                </a:cubicBezTo>
                <a:lnTo>
                  <a:pt x="108430" y="1619019"/>
                </a:lnTo>
                <a:cubicBezTo>
                  <a:pt x="107665" y="1619019"/>
                  <a:pt x="106979" y="1618635"/>
                  <a:pt x="106588" y="1617942"/>
                </a:cubicBezTo>
                <a:lnTo>
                  <a:pt x="91527" y="1591813"/>
                </a:lnTo>
                <a:cubicBezTo>
                  <a:pt x="91140" y="1591120"/>
                  <a:pt x="91140" y="1590353"/>
                  <a:pt x="91527" y="1589660"/>
                </a:cubicBezTo>
                <a:lnTo>
                  <a:pt x="106588" y="1563531"/>
                </a:lnTo>
                <a:cubicBezTo>
                  <a:pt x="106979" y="1562838"/>
                  <a:pt x="107665" y="1562454"/>
                  <a:pt x="108430" y="1562454"/>
                </a:cubicBezTo>
                <a:close/>
                <a:moveTo>
                  <a:pt x="1296449" y="1560225"/>
                </a:moveTo>
                <a:lnTo>
                  <a:pt x="1329034" y="1560225"/>
                </a:lnTo>
                <a:cubicBezTo>
                  <a:pt x="1329882" y="1560225"/>
                  <a:pt x="1330646" y="1560687"/>
                  <a:pt x="1331037" y="1561378"/>
                </a:cubicBezTo>
                <a:lnTo>
                  <a:pt x="1347324" y="1589584"/>
                </a:lnTo>
                <a:cubicBezTo>
                  <a:pt x="1347711" y="1590275"/>
                  <a:pt x="1347711" y="1591198"/>
                  <a:pt x="1347324" y="1591889"/>
                </a:cubicBezTo>
                <a:lnTo>
                  <a:pt x="1331037" y="1620095"/>
                </a:lnTo>
                <a:cubicBezTo>
                  <a:pt x="1330573" y="1620786"/>
                  <a:pt x="1329882" y="1621248"/>
                  <a:pt x="1329034" y="1621248"/>
                </a:cubicBezTo>
                <a:lnTo>
                  <a:pt x="1296449" y="1621248"/>
                </a:lnTo>
                <a:cubicBezTo>
                  <a:pt x="1295602" y="1621248"/>
                  <a:pt x="1294838" y="1620786"/>
                  <a:pt x="1294456" y="1620095"/>
                </a:cubicBezTo>
                <a:lnTo>
                  <a:pt x="1278159" y="1591889"/>
                </a:lnTo>
                <a:cubicBezTo>
                  <a:pt x="1277772" y="1591198"/>
                  <a:pt x="1277772" y="1590275"/>
                  <a:pt x="1278159" y="1589584"/>
                </a:cubicBezTo>
                <a:lnTo>
                  <a:pt x="1294456" y="1561378"/>
                </a:lnTo>
                <a:cubicBezTo>
                  <a:pt x="1294912" y="1560687"/>
                  <a:pt x="1295602" y="1560225"/>
                  <a:pt x="1296449" y="1560225"/>
                </a:cubicBezTo>
                <a:close/>
                <a:moveTo>
                  <a:pt x="197968" y="1558841"/>
                </a:moveTo>
                <a:lnTo>
                  <a:pt x="232012" y="1558841"/>
                </a:lnTo>
                <a:cubicBezTo>
                  <a:pt x="232859" y="1558841"/>
                  <a:pt x="233628" y="1559303"/>
                  <a:pt x="234085" y="1560071"/>
                </a:cubicBezTo>
                <a:lnTo>
                  <a:pt x="251075" y="1589584"/>
                </a:lnTo>
                <a:cubicBezTo>
                  <a:pt x="251536" y="1590275"/>
                  <a:pt x="251536" y="1591198"/>
                  <a:pt x="251075" y="1591965"/>
                </a:cubicBezTo>
                <a:lnTo>
                  <a:pt x="234009" y="1621477"/>
                </a:lnTo>
                <a:cubicBezTo>
                  <a:pt x="233552" y="1622246"/>
                  <a:pt x="232781" y="1622708"/>
                  <a:pt x="231934" y="1622708"/>
                </a:cubicBezTo>
                <a:lnTo>
                  <a:pt x="197890" y="1622708"/>
                </a:lnTo>
                <a:cubicBezTo>
                  <a:pt x="197045" y="1622708"/>
                  <a:pt x="196276" y="1622246"/>
                  <a:pt x="195817" y="1621477"/>
                </a:cubicBezTo>
                <a:lnTo>
                  <a:pt x="178836" y="1591965"/>
                </a:lnTo>
                <a:cubicBezTo>
                  <a:pt x="178373" y="1591274"/>
                  <a:pt x="178373" y="1590351"/>
                  <a:pt x="178836" y="1589584"/>
                </a:cubicBezTo>
                <a:lnTo>
                  <a:pt x="195893" y="1560071"/>
                </a:lnTo>
                <a:cubicBezTo>
                  <a:pt x="196348" y="1559303"/>
                  <a:pt x="197121" y="1558841"/>
                  <a:pt x="197968" y="1558841"/>
                </a:cubicBezTo>
                <a:close/>
                <a:moveTo>
                  <a:pt x="4328947" y="1506505"/>
                </a:moveTo>
                <a:lnTo>
                  <a:pt x="4334173" y="1506505"/>
                </a:lnTo>
                <a:cubicBezTo>
                  <a:pt x="4334327" y="1506505"/>
                  <a:pt x="4334481" y="1506658"/>
                  <a:pt x="4334481" y="1506658"/>
                </a:cubicBezTo>
                <a:lnTo>
                  <a:pt x="4337093" y="1511192"/>
                </a:lnTo>
                <a:cubicBezTo>
                  <a:pt x="4337093" y="1511346"/>
                  <a:pt x="4337093" y="1511578"/>
                  <a:pt x="4337093" y="1511578"/>
                </a:cubicBezTo>
                <a:lnTo>
                  <a:pt x="4334481" y="1516111"/>
                </a:lnTo>
                <a:cubicBezTo>
                  <a:pt x="4334403" y="1516265"/>
                  <a:pt x="4334173" y="1516265"/>
                  <a:pt x="4334173" y="1516265"/>
                </a:cubicBezTo>
                <a:lnTo>
                  <a:pt x="4328947" y="1516265"/>
                </a:lnTo>
                <a:cubicBezTo>
                  <a:pt x="4328793" y="1516265"/>
                  <a:pt x="4328639" y="1516111"/>
                  <a:pt x="4328639" y="1516111"/>
                </a:cubicBezTo>
                <a:lnTo>
                  <a:pt x="4326026" y="1511578"/>
                </a:lnTo>
                <a:cubicBezTo>
                  <a:pt x="4326026" y="1511424"/>
                  <a:pt x="4326026" y="1511192"/>
                  <a:pt x="4326026" y="1511192"/>
                </a:cubicBezTo>
                <a:lnTo>
                  <a:pt x="4328639" y="1506658"/>
                </a:lnTo>
                <a:cubicBezTo>
                  <a:pt x="4328717" y="1506505"/>
                  <a:pt x="4328947" y="1506505"/>
                  <a:pt x="4328947" y="1506505"/>
                </a:cubicBezTo>
                <a:close/>
                <a:moveTo>
                  <a:pt x="2041908" y="1506505"/>
                </a:moveTo>
                <a:lnTo>
                  <a:pt x="2047135" y="1506505"/>
                </a:lnTo>
                <a:cubicBezTo>
                  <a:pt x="2047289" y="1506505"/>
                  <a:pt x="2047442" y="1506658"/>
                  <a:pt x="2047442" y="1506658"/>
                </a:cubicBezTo>
                <a:lnTo>
                  <a:pt x="2050055" y="1511192"/>
                </a:lnTo>
                <a:cubicBezTo>
                  <a:pt x="2050055" y="1511346"/>
                  <a:pt x="2050055" y="1511578"/>
                  <a:pt x="2050055" y="1511578"/>
                </a:cubicBezTo>
                <a:lnTo>
                  <a:pt x="2047442" y="1516111"/>
                </a:lnTo>
                <a:cubicBezTo>
                  <a:pt x="2047366" y="1516265"/>
                  <a:pt x="2047135" y="1516265"/>
                  <a:pt x="2047135" y="1516265"/>
                </a:cubicBezTo>
                <a:lnTo>
                  <a:pt x="2041908" y="1516265"/>
                </a:lnTo>
                <a:cubicBezTo>
                  <a:pt x="2041754" y="1516265"/>
                  <a:pt x="2041601" y="1516111"/>
                  <a:pt x="2041601" y="1516111"/>
                </a:cubicBezTo>
                <a:lnTo>
                  <a:pt x="2038988" y="1511578"/>
                </a:lnTo>
                <a:cubicBezTo>
                  <a:pt x="2038988" y="1511424"/>
                  <a:pt x="2038988" y="1511192"/>
                  <a:pt x="2038988" y="1511192"/>
                </a:cubicBezTo>
                <a:lnTo>
                  <a:pt x="2041601" y="1506658"/>
                </a:lnTo>
                <a:cubicBezTo>
                  <a:pt x="2041678" y="1506505"/>
                  <a:pt x="2041908" y="1506505"/>
                  <a:pt x="2041908" y="1506505"/>
                </a:cubicBezTo>
                <a:close/>
                <a:moveTo>
                  <a:pt x="5517581" y="1505428"/>
                </a:moveTo>
                <a:lnTo>
                  <a:pt x="5524036" y="1505428"/>
                </a:lnTo>
                <a:cubicBezTo>
                  <a:pt x="5524190" y="1505428"/>
                  <a:pt x="5524420" y="1505658"/>
                  <a:pt x="5524420" y="1505658"/>
                </a:cubicBezTo>
                <a:lnTo>
                  <a:pt x="5527649" y="1511192"/>
                </a:lnTo>
                <a:cubicBezTo>
                  <a:pt x="5527725" y="1511346"/>
                  <a:pt x="5527649" y="1511653"/>
                  <a:pt x="5527649" y="1511653"/>
                </a:cubicBezTo>
                <a:lnTo>
                  <a:pt x="5524420" y="1517188"/>
                </a:lnTo>
                <a:cubicBezTo>
                  <a:pt x="5524344" y="1517341"/>
                  <a:pt x="5524036" y="1517417"/>
                  <a:pt x="5524036" y="1517417"/>
                </a:cubicBezTo>
                <a:lnTo>
                  <a:pt x="5517581" y="1517417"/>
                </a:lnTo>
                <a:cubicBezTo>
                  <a:pt x="5517427" y="1517417"/>
                  <a:pt x="5517196" y="1517188"/>
                  <a:pt x="5517196" y="1517188"/>
                </a:cubicBezTo>
                <a:lnTo>
                  <a:pt x="5513969" y="1511653"/>
                </a:lnTo>
                <a:cubicBezTo>
                  <a:pt x="5513891" y="1511500"/>
                  <a:pt x="5513969" y="1511192"/>
                  <a:pt x="5513969" y="1511192"/>
                </a:cubicBezTo>
                <a:lnTo>
                  <a:pt x="5517196" y="1505658"/>
                </a:lnTo>
                <a:cubicBezTo>
                  <a:pt x="5517274" y="1505506"/>
                  <a:pt x="5517581" y="1505428"/>
                  <a:pt x="5517581" y="1505428"/>
                </a:cubicBezTo>
                <a:close/>
                <a:moveTo>
                  <a:pt x="1948761" y="1503431"/>
                </a:moveTo>
                <a:lnTo>
                  <a:pt x="1957291" y="1503431"/>
                </a:lnTo>
                <a:cubicBezTo>
                  <a:pt x="1957523" y="1503431"/>
                  <a:pt x="1957830" y="1503739"/>
                  <a:pt x="1957830" y="1503739"/>
                </a:cubicBezTo>
                <a:lnTo>
                  <a:pt x="1962056" y="1511116"/>
                </a:lnTo>
                <a:cubicBezTo>
                  <a:pt x="1962134" y="1511348"/>
                  <a:pt x="1962056" y="1511731"/>
                  <a:pt x="1962056" y="1511731"/>
                </a:cubicBezTo>
                <a:lnTo>
                  <a:pt x="1957830" y="1519109"/>
                </a:lnTo>
                <a:cubicBezTo>
                  <a:pt x="1957676" y="1519263"/>
                  <a:pt x="1957291" y="1519417"/>
                  <a:pt x="1957291" y="1519417"/>
                </a:cubicBezTo>
                <a:lnTo>
                  <a:pt x="1948761" y="1519417"/>
                </a:lnTo>
                <a:cubicBezTo>
                  <a:pt x="1948529" y="1519417"/>
                  <a:pt x="1948222" y="1519109"/>
                  <a:pt x="1948222" y="1519109"/>
                </a:cubicBezTo>
                <a:lnTo>
                  <a:pt x="1943996" y="1511731"/>
                </a:lnTo>
                <a:cubicBezTo>
                  <a:pt x="1943918" y="1511500"/>
                  <a:pt x="1943996" y="1511116"/>
                  <a:pt x="1943996" y="1511116"/>
                </a:cubicBezTo>
                <a:lnTo>
                  <a:pt x="1948222" y="1503739"/>
                </a:lnTo>
                <a:cubicBezTo>
                  <a:pt x="1948375" y="1503585"/>
                  <a:pt x="1948761" y="1503431"/>
                  <a:pt x="1948761" y="1503431"/>
                </a:cubicBezTo>
                <a:close/>
                <a:moveTo>
                  <a:pt x="4510094" y="1503199"/>
                </a:moveTo>
                <a:lnTo>
                  <a:pt x="4518932" y="1503199"/>
                </a:lnTo>
                <a:cubicBezTo>
                  <a:pt x="4519163" y="1503199"/>
                  <a:pt x="4519469" y="1503507"/>
                  <a:pt x="4519469" y="1503507"/>
                </a:cubicBezTo>
                <a:lnTo>
                  <a:pt x="4523851" y="1511116"/>
                </a:lnTo>
                <a:cubicBezTo>
                  <a:pt x="4523927" y="1511270"/>
                  <a:pt x="4523851" y="1511729"/>
                  <a:pt x="4523851" y="1511729"/>
                </a:cubicBezTo>
                <a:lnTo>
                  <a:pt x="4519469" y="1519339"/>
                </a:lnTo>
                <a:cubicBezTo>
                  <a:pt x="4519393" y="1519492"/>
                  <a:pt x="4518932" y="1519646"/>
                  <a:pt x="4518932" y="1519646"/>
                </a:cubicBezTo>
                <a:lnTo>
                  <a:pt x="4510094" y="1519646"/>
                </a:lnTo>
                <a:cubicBezTo>
                  <a:pt x="4509863" y="1519646"/>
                  <a:pt x="4509555" y="1519339"/>
                  <a:pt x="4509555" y="1519339"/>
                </a:cubicBezTo>
                <a:lnTo>
                  <a:pt x="4505175" y="1511729"/>
                </a:lnTo>
                <a:cubicBezTo>
                  <a:pt x="4505097" y="1511578"/>
                  <a:pt x="4505175" y="1511116"/>
                  <a:pt x="4505175" y="1511116"/>
                </a:cubicBezTo>
                <a:lnTo>
                  <a:pt x="4509555" y="1503507"/>
                </a:lnTo>
                <a:cubicBezTo>
                  <a:pt x="4509633" y="1503353"/>
                  <a:pt x="4510094" y="1503199"/>
                  <a:pt x="4510094" y="1503199"/>
                </a:cubicBezTo>
                <a:close/>
                <a:moveTo>
                  <a:pt x="4601013" y="1502047"/>
                </a:moveTo>
                <a:lnTo>
                  <a:pt x="4611004" y="1502047"/>
                </a:lnTo>
                <a:cubicBezTo>
                  <a:pt x="4611234" y="1502047"/>
                  <a:pt x="4611619" y="1502430"/>
                  <a:pt x="4611619" y="1502430"/>
                </a:cubicBezTo>
                <a:lnTo>
                  <a:pt x="4616614" y="1511116"/>
                </a:lnTo>
                <a:cubicBezTo>
                  <a:pt x="4616768" y="1511346"/>
                  <a:pt x="4616614" y="1511807"/>
                  <a:pt x="4616614" y="1511807"/>
                </a:cubicBezTo>
                <a:lnTo>
                  <a:pt x="4611619" y="1520491"/>
                </a:lnTo>
                <a:cubicBezTo>
                  <a:pt x="4611464" y="1520723"/>
                  <a:pt x="4611004" y="1520876"/>
                  <a:pt x="4611004" y="1520876"/>
                </a:cubicBezTo>
                <a:lnTo>
                  <a:pt x="4601013" y="1520876"/>
                </a:lnTo>
                <a:cubicBezTo>
                  <a:pt x="4600783" y="1520876"/>
                  <a:pt x="4600397" y="1520491"/>
                  <a:pt x="4600397" y="1520491"/>
                </a:cubicBezTo>
                <a:lnTo>
                  <a:pt x="4595403" y="1511807"/>
                </a:lnTo>
                <a:cubicBezTo>
                  <a:pt x="4595248" y="1511578"/>
                  <a:pt x="4595403" y="1511116"/>
                  <a:pt x="4595403" y="1511116"/>
                </a:cubicBezTo>
                <a:lnTo>
                  <a:pt x="4600397" y="1502430"/>
                </a:lnTo>
                <a:cubicBezTo>
                  <a:pt x="4600551" y="1502201"/>
                  <a:pt x="4601013" y="1502047"/>
                  <a:pt x="4601013" y="1502047"/>
                </a:cubicBezTo>
                <a:close/>
                <a:moveTo>
                  <a:pt x="1581319" y="1500509"/>
                </a:moveTo>
                <a:lnTo>
                  <a:pt x="1593000" y="1500509"/>
                </a:lnTo>
                <a:cubicBezTo>
                  <a:pt x="1593308" y="1500509"/>
                  <a:pt x="1593692" y="1500893"/>
                  <a:pt x="1593692" y="1500893"/>
                </a:cubicBezTo>
                <a:lnTo>
                  <a:pt x="1599533" y="1510960"/>
                </a:lnTo>
                <a:cubicBezTo>
                  <a:pt x="1599687" y="1511268"/>
                  <a:pt x="1599533" y="1511807"/>
                  <a:pt x="1599533" y="1511807"/>
                </a:cubicBezTo>
                <a:lnTo>
                  <a:pt x="1593692" y="1521875"/>
                </a:lnTo>
                <a:cubicBezTo>
                  <a:pt x="1593538" y="1522105"/>
                  <a:pt x="1593000" y="1522259"/>
                  <a:pt x="1593000" y="1522259"/>
                </a:cubicBezTo>
                <a:lnTo>
                  <a:pt x="1581319" y="1522259"/>
                </a:lnTo>
                <a:cubicBezTo>
                  <a:pt x="1581011" y="1522259"/>
                  <a:pt x="1580628" y="1521875"/>
                  <a:pt x="1580628" y="1521875"/>
                </a:cubicBezTo>
                <a:lnTo>
                  <a:pt x="1574786" y="1511807"/>
                </a:lnTo>
                <a:cubicBezTo>
                  <a:pt x="1574632" y="1511500"/>
                  <a:pt x="1574786" y="1510960"/>
                  <a:pt x="1574786" y="1510960"/>
                </a:cubicBezTo>
                <a:lnTo>
                  <a:pt x="1580628" y="1500893"/>
                </a:lnTo>
                <a:cubicBezTo>
                  <a:pt x="1580782" y="1500663"/>
                  <a:pt x="1581319" y="1500509"/>
                  <a:pt x="1581319" y="1500509"/>
                </a:cubicBezTo>
                <a:close/>
                <a:moveTo>
                  <a:pt x="5331978" y="1500202"/>
                </a:moveTo>
                <a:lnTo>
                  <a:pt x="5343889" y="1500202"/>
                </a:lnTo>
                <a:cubicBezTo>
                  <a:pt x="5344121" y="1500202"/>
                  <a:pt x="5344582" y="1500585"/>
                  <a:pt x="5344582" y="1500585"/>
                </a:cubicBezTo>
                <a:lnTo>
                  <a:pt x="5350576" y="1510960"/>
                </a:lnTo>
                <a:cubicBezTo>
                  <a:pt x="5350729" y="1511192"/>
                  <a:pt x="5350576" y="1511807"/>
                  <a:pt x="5350576" y="1511807"/>
                </a:cubicBezTo>
                <a:lnTo>
                  <a:pt x="5344582" y="1522183"/>
                </a:lnTo>
                <a:cubicBezTo>
                  <a:pt x="5344429" y="1522412"/>
                  <a:pt x="5343889" y="1522566"/>
                  <a:pt x="5343889" y="1522566"/>
                </a:cubicBezTo>
                <a:lnTo>
                  <a:pt x="5331978" y="1522566"/>
                </a:lnTo>
                <a:cubicBezTo>
                  <a:pt x="5331746" y="1522566"/>
                  <a:pt x="5331285" y="1522183"/>
                  <a:pt x="5331285" y="1522183"/>
                </a:cubicBezTo>
                <a:lnTo>
                  <a:pt x="5325291" y="1511807"/>
                </a:lnTo>
                <a:cubicBezTo>
                  <a:pt x="5325137" y="1511576"/>
                  <a:pt x="5325291" y="1510960"/>
                  <a:pt x="5325291" y="1510960"/>
                </a:cubicBezTo>
                <a:lnTo>
                  <a:pt x="5331285" y="1500585"/>
                </a:lnTo>
                <a:cubicBezTo>
                  <a:pt x="5331439" y="1500355"/>
                  <a:pt x="5331978" y="1500202"/>
                  <a:pt x="5331978" y="1500202"/>
                </a:cubicBezTo>
                <a:close/>
                <a:moveTo>
                  <a:pt x="5697343" y="1499281"/>
                </a:moveTo>
                <a:lnTo>
                  <a:pt x="5710331" y="1499281"/>
                </a:lnTo>
                <a:cubicBezTo>
                  <a:pt x="5710638" y="1499281"/>
                  <a:pt x="5711100" y="1499742"/>
                  <a:pt x="5711100" y="1499742"/>
                </a:cubicBezTo>
                <a:lnTo>
                  <a:pt x="5717554" y="1510962"/>
                </a:lnTo>
                <a:cubicBezTo>
                  <a:pt x="5717708" y="1511270"/>
                  <a:pt x="5717554" y="1511885"/>
                  <a:pt x="5717554" y="1511885"/>
                </a:cubicBezTo>
                <a:lnTo>
                  <a:pt x="5711022" y="1523105"/>
                </a:lnTo>
                <a:cubicBezTo>
                  <a:pt x="5710868" y="1523413"/>
                  <a:pt x="5710255" y="1523567"/>
                  <a:pt x="5710255" y="1523567"/>
                </a:cubicBezTo>
                <a:lnTo>
                  <a:pt x="5697265" y="1523567"/>
                </a:lnTo>
                <a:cubicBezTo>
                  <a:pt x="5696958" y="1523567"/>
                  <a:pt x="5696496" y="1523105"/>
                  <a:pt x="5696496" y="1523105"/>
                </a:cubicBezTo>
                <a:lnTo>
                  <a:pt x="5690041" y="1511885"/>
                </a:lnTo>
                <a:cubicBezTo>
                  <a:pt x="5689887" y="1511578"/>
                  <a:pt x="5690041" y="1510962"/>
                  <a:pt x="5690041" y="1510962"/>
                </a:cubicBezTo>
                <a:lnTo>
                  <a:pt x="5696574" y="1499742"/>
                </a:lnTo>
                <a:cubicBezTo>
                  <a:pt x="5696728" y="1499435"/>
                  <a:pt x="5697343" y="1499281"/>
                  <a:pt x="5697343" y="1499281"/>
                </a:cubicBezTo>
                <a:close/>
                <a:moveTo>
                  <a:pt x="5605424" y="1498588"/>
                </a:moveTo>
                <a:lnTo>
                  <a:pt x="5619181" y="1498588"/>
                </a:lnTo>
                <a:cubicBezTo>
                  <a:pt x="5619566" y="1498588"/>
                  <a:pt x="5620027" y="1499049"/>
                  <a:pt x="5620027" y="1499049"/>
                </a:cubicBezTo>
                <a:lnTo>
                  <a:pt x="5626868" y="1510960"/>
                </a:lnTo>
                <a:cubicBezTo>
                  <a:pt x="5627021" y="1511268"/>
                  <a:pt x="5626868" y="1511961"/>
                  <a:pt x="5626868" y="1511961"/>
                </a:cubicBezTo>
                <a:lnTo>
                  <a:pt x="5620027" y="1523872"/>
                </a:lnTo>
                <a:cubicBezTo>
                  <a:pt x="5619874" y="1524180"/>
                  <a:pt x="5619181" y="1524334"/>
                  <a:pt x="5619181" y="1524334"/>
                </a:cubicBezTo>
                <a:lnTo>
                  <a:pt x="5605424" y="1524334"/>
                </a:lnTo>
                <a:cubicBezTo>
                  <a:pt x="5605040" y="1524334"/>
                  <a:pt x="5604579" y="1523872"/>
                  <a:pt x="5604579" y="1523872"/>
                </a:cubicBezTo>
                <a:lnTo>
                  <a:pt x="5597739" y="1511961"/>
                </a:lnTo>
                <a:cubicBezTo>
                  <a:pt x="5597585" y="1511653"/>
                  <a:pt x="5597739" y="1510960"/>
                  <a:pt x="5597739" y="1510960"/>
                </a:cubicBezTo>
                <a:lnTo>
                  <a:pt x="5604579" y="1499049"/>
                </a:lnTo>
                <a:cubicBezTo>
                  <a:pt x="5604733" y="1498742"/>
                  <a:pt x="5605424" y="1498588"/>
                  <a:pt x="5605424" y="1498588"/>
                </a:cubicBezTo>
                <a:close/>
                <a:moveTo>
                  <a:pt x="4690393" y="1498126"/>
                </a:moveTo>
                <a:lnTo>
                  <a:pt x="4704613" y="1498126"/>
                </a:lnTo>
                <a:cubicBezTo>
                  <a:pt x="4704918" y="1498126"/>
                  <a:pt x="4705458" y="1498664"/>
                  <a:pt x="4705458" y="1498664"/>
                </a:cubicBezTo>
                <a:lnTo>
                  <a:pt x="4712528" y="1510960"/>
                </a:lnTo>
                <a:cubicBezTo>
                  <a:pt x="4712682" y="1511268"/>
                  <a:pt x="4712528" y="1511961"/>
                  <a:pt x="4712528" y="1511961"/>
                </a:cubicBezTo>
                <a:lnTo>
                  <a:pt x="4705458" y="1524258"/>
                </a:lnTo>
                <a:cubicBezTo>
                  <a:pt x="4705304" y="1524565"/>
                  <a:pt x="4704613" y="1524795"/>
                  <a:pt x="4704613" y="1524795"/>
                </a:cubicBezTo>
                <a:lnTo>
                  <a:pt x="4690393" y="1524795"/>
                </a:lnTo>
                <a:cubicBezTo>
                  <a:pt x="4690087" y="1524795"/>
                  <a:pt x="4689548" y="1524258"/>
                  <a:pt x="4689548" y="1524258"/>
                </a:cubicBezTo>
                <a:lnTo>
                  <a:pt x="4682478" y="1511961"/>
                </a:lnTo>
                <a:cubicBezTo>
                  <a:pt x="4682325" y="1511653"/>
                  <a:pt x="4682478" y="1510960"/>
                  <a:pt x="4682478" y="1510960"/>
                </a:cubicBezTo>
                <a:lnTo>
                  <a:pt x="4689548" y="1498664"/>
                </a:lnTo>
                <a:cubicBezTo>
                  <a:pt x="4689702" y="1498356"/>
                  <a:pt x="4690393" y="1498126"/>
                  <a:pt x="4690393" y="1498126"/>
                </a:cubicBezTo>
                <a:close/>
                <a:moveTo>
                  <a:pt x="5239138" y="1497743"/>
                </a:moveTo>
                <a:lnTo>
                  <a:pt x="5253740" y="1497743"/>
                </a:lnTo>
                <a:cubicBezTo>
                  <a:pt x="5254123" y="1497743"/>
                  <a:pt x="5254662" y="1498280"/>
                  <a:pt x="5254662" y="1498280"/>
                </a:cubicBezTo>
                <a:lnTo>
                  <a:pt x="5261962" y="1510962"/>
                </a:lnTo>
                <a:cubicBezTo>
                  <a:pt x="5262116" y="1511270"/>
                  <a:pt x="5261962" y="1511961"/>
                  <a:pt x="5261962" y="1511961"/>
                </a:cubicBezTo>
                <a:lnTo>
                  <a:pt x="5254662" y="1524641"/>
                </a:lnTo>
                <a:cubicBezTo>
                  <a:pt x="5254431" y="1524949"/>
                  <a:pt x="5253740" y="1525180"/>
                  <a:pt x="5253740" y="1525180"/>
                </a:cubicBezTo>
                <a:lnTo>
                  <a:pt x="5239138" y="1525180"/>
                </a:lnTo>
                <a:cubicBezTo>
                  <a:pt x="5238753" y="1525180"/>
                  <a:pt x="5238215" y="1524641"/>
                  <a:pt x="5238215" y="1524641"/>
                </a:cubicBezTo>
                <a:lnTo>
                  <a:pt x="5230914" y="1511961"/>
                </a:lnTo>
                <a:cubicBezTo>
                  <a:pt x="5230760" y="1511653"/>
                  <a:pt x="5230914" y="1510962"/>
                  <a:pt x="5230914" y="1510962"/>
                </a:cubicBezTo>
                <a:lnTo>
                  <a:pt x="5238215" y="1498280"/>
                </a:lnTo>
                <a:cubicBezTo>
                  <a:pt x="5238445" y="1497973"/>
                  <a:pt x="5239138" y="1497743"/>
                  <a:pt x="5239138" y="1497743"/>
                </a:cubicBezTo>
                <a:close/>
                <a:moveTo>
                  <a:pt x="1671316" y="1497743"/>
                </a:moveTo>
                <a:lnTo>
                  <a:pt x="1685920" y="1497743"/>
                </a:lnTo>
                <a:cubicBezTo>
                  <a:pt x="1686303" y="1497743"/>
                  <a:pt x="1686842" y="1498280"/>
                  <a:pt x="1686842" y="1498280"/>
                </a:cubicBezTo>
                <a:lnTo>
                  <a:pt x="1694142" y="1510962"/>
                </a:lnTo>
                <a:cubicBezTo>
                  <a:pt x="1694296" y="1511270"/>
                  <a:pt x="1694142" y="1511961"/>
                  <a:pt x="1694142" y="1511961"/>
                </a:cubicBezTo>
                <a:lnTo>
                  <a:pt x="1686842" y="1524641"/>
                </a:lnTo>
                <a:cubicBezTo>
                  <a:pt x="1686611" y="1524949"/>
                  <a:pt x="1685920" y="1525180"/>
                  <a:pt x="1685920" y="1525180"/>
                </a:cubicBezTo>
                <a:lnTo>
                  <a:pt x="1671316" y="1525180"/>
                </a:lnTo>
                <a:cubicBezTo>
                  <a:pt x="1670933" y="1525180"/>
                  <a:pt x="1670396" y="1524641"/>
                  <a:pt x="1670396" y="1524641"/>
                </a:cubicBezTo>
                <a:lnTo>
                  <a:pt x="1663094" y="1511961"/>
                </a:lnTo>
                <a:cubicBezTo>
                  <a:pt x="1662940" y="1511653"/>
                  <a:pt x="1663094" y="1510962"/>
                  <a:pt x="1663094" y="1510962"/>
                </a:cubicBezTo>
                <a:lnTo>
                  <a:pt x="1670396" y="1498280"/>
                </a:lnTo>
                <a:cubicBezTo>
                  <a:pt x="1670625" y="1497973"/>
                  <a:pt x="1671316" y="1497743"/>
                  <a:pt x="1671316" y="1497743"/>
                </a:cubicBezTo>
                <a:close/>
                <a:moveTo>
                  <a:pt x="5421896" y="1497435"/>
                </a:moveTo>
                <a:lnTo>
                  <a:pt x="5436807" y="1497435"/>
                </a:lnTo>
                <a:cubicBezTo>
                  <a:pt x="5437190" y="1497435"/>
                  <a:pt x="5437729" y="1497973"/>
                  <a:pt x="5437729" y="1497973"/>
                </a:cubicBezTo>
                <a:lnTo>
                  <a:pt x="5445183" y="1510885"/>
                </a:lnTo>
                <a:cubicBezTo>
                  <a:pt x="5445337" y="1511192"/>
                  <a:pt x="5445183" y="1511961"/>
                  <a:pt x="5445183" y="1511961"/>
                </a:cubicBezTo>
                <a:lnTo>
                  <a:pt x="5437729" y="1524873"/>
                </a:lnTo>
                <a:cubicBezTo>
                  <a:pt x="5437498" y="1525180"/>
                  <a:pt x="5436807" y="1525410"/>
                  <a:pt x="5436807" y="1525410"/>
                </a:cubicBezTo>
                <a:lnTo>
                  <a:pt x="5421896" y="1525410"/>
                </a:lnTo>
                <a:cubicBezTo>
                  <a:pt x="5421512" y="1525410"/>
                  <a:pt x="5420975" y="1524873"/>
                  <a:pt x="5420975" y="1524873"/>
                </a:cubicBezTo>
                <a:lnTo>
                  <a:pt x="5413520" y="1511961"/>
                </a:lnTo>
                <a:cubicBezTo>
                  <a:pt x="5413366" y="1511653"/>
                  <a:pt x="5413520" y="1510885"/>
                  <a:pt x="5413520" y="1510885"/>
                </a:cubicBezTo>
                <a:lnTo>
                  <a:pt x="5420975" y="1497973"/>
                </a:lnTo>
                <a:cubicBezTo>
                  <a:pt x="5421205" y="1497667"/>
                  <a:pt x="5421896" y="1497435"/>
                  <a:pt x="5421896" y="1497435"/>
                </a:cubicBezTo>
                <a:close/>
                <a:moveTo>
                  <a:pt x="1853385" y="1496051"/>
                </a:moveTo>
                <a:lnTo>
                  <a:pt x="1869832" y="1496051"/>
                </a:lnTo>
                <a:cubicBezTo>
                  <a:pt x="1870215" y="1496051"/>
                  <a:pt x="1870830" y="1496667"/>
                  <a:pt x="1870830" y="1496667"/>
                </a:cubicBezTo>
                <a:lnTo>
                  <a:pt x="1879053" y="1510885"/>
                </a:lnTo>
                <a:cubicBezTo>
                  <a:pt x="1879284" y="1511268"/>
                  <a:pt x="1879053" y="1512037"/>
                  <a:pt x="1879053" y="1512037"/>
                </a:cubicBezTo>
                <a:lnTo>
                  <a:pt x="1870830" y="1526255"/>
                </a:lnTo>
                <a:cubicBezTo>
                  <a:pt x="1870601" y="1526640"/>
                  <a:pt x="1870215" y="1526870"/>
                  <a:pt x="1869832" y="1526870"/>
                </a:cubicBezTo>
                <a:lnTo>
                  <a:pt x="1853385" y="1526870"/>
                </a:lnTo>
                <a:cubicBezTo>
                  <a:pt x="1852999" y="1526870"/>
                  <a:pt x="1852384" y="1526255"/>
                  <a:pt x="1852384" y="1526255"/>
                </a:cubicBezTo>
                <a:lnTo>
                  <a:pt x="1844162" y="1512037"/>
                </a:lnTo>
                <a:cubicBezTo>
                  <a:pt x="1843930" y="1511653"/>
                  <a:pt x="1844162" y="1510885"/>
                  <a:pt x="1844162" y="1510885"/>
                </a:cubicBezTo>
                <a:lnTo>
                  <a:pt x="1852384" y="1496667"/>
                </a:lnTo>
                <a:cubicBezTo>
                  <a:pt x="1852616" y="1496281"/>
                  <a:pt x="1852999" y="1496051"/>
                  <a:pt x="1853385" y="1496051"/>
                </a:cubicBezTo>
                <a:close/>
                <a:moveTo>
                  <a:pt x="1761851" y="1496051"/>
                </a:moveTo>
                <a:lnTo>
                  <a:pt x="1778298" y="1496051"/>
                </a:lnTo>
                <a:cubicBezTo>
                  <a:pt x="1778682" y="1496051"/>
                  <a:pt x="1779297" y="1496667"/>
                  <a:pt x="1779297" y="1496667"/>
                </a:cubicBezTo>
                <a:lnTo>
                  <a:pt x="1787519" y="1510885"/>
                </a:lnTo>
                <a:cubicBezTo>
                  <a:pt x="1787751" y="1511268"/>
                  <a:pt x="1787519" y="1512037"/>
                  <a:pt x="1787519" y="1512037"/>
                </a:cubicBezTo>
                <a:lnTo>
                  <a:pt x="1779297" y="1526255"/>
                </a:lnTo>
                <a:cubicBezTo>
                  <a:pt x="1779065" y="1526640"/>
                  <a:pt x="1778682" y="1526870"/>
                  <a:pt x="1778298" y="1526870"/>
                </a:cubicBezTo>
                <a:lnTo>
                  <a:pt x="1761851" y="1526870"/>
                </a:lnTo>
                <a:cubicBezTo>
                  <a:pt x="1761466" y="1526870"/>
                  <a:pt x="1760851" y="1526255"/>
                  <a:pt x="1760851" y="1526255"/>
                </a:cubicBezTo>
                <a:lnTo>
                  <a:pt x="1752628" y="1512037"/>
                </a:lnTo>
                <a:cubicBezTo>
                  <a:pt x="1752399" y="1511653"/>
                  <a:pt x="1752628" y="1510885"/>
                  <a:pt x="1752628" y="1510885"/>
                </a:cubicBezTo>
                <a:lnTo>
                  <a:pt x="1760851" y="1496667"/>
                </a:lnTo>
                <a:cubicBezTo>
                  <a:pt x="1761082" y="1496281"/>
                  <a:pt x="1761466" y="1496051"/>
                  <a:pt x="1761851" y="1496051"/>
                </a:cubicBezTo>
                <a:close/>
                <a:moveTo>
                  <a:pt x="5146219" y="1495053"/>
                </a:moveTo>
                <a:lnTo>
                  <a:pt x="5163666" y="1495053"/>
                </a:lnTo>
                <a:cubicBezTo>
                  <a:pt x="5164127" y="1495053"/>
                  <a:pt x="5164743" y="1495668"/>
                  <a:pt x="5164743" y="1495668"/>
                </a:cubicBezTo>
                <a:lnTo>
                  <a:pt x="5173502" y="1510809"/>
                </a:lnTo>
                <a:cubicBezTo>
                  <a:pt x="5173734" y="1511192"/>
                  <a:pt x="5173502" y="1512037"/>
                  <a:pt x="5173502" y="1512037"/>
                </a:cubicBezTo>
                <a:lnTo>
                  <a:pt x="5164743" y="1527178"/>
                </a:lnTo>
                <a:cubicBezTo>
                  <a:pt x="5164511" y="1527563"/>
                  <a:pt x="5164127" y="1527793"/>
                  <a:pt x="5163666" y="1527793"/>
                </a:cubicBezTo>
                <a:lnTo>
                  <a:pt x="5146219" y="1527793"/>
                </a:lnTo>
                <a:cubicBezTo>
                  <a:pt x="5145759" y="1527793"/>
                  <a:pt x="5145144" y="1527178"/>
                  <a:pt x="5145144" y="1527178"/>
                </a:cubicBezTo>
                <a:lnTo>
                  <a:pt x="5136382" y="1512037"/>
                </a:lnTo>
                <a:cubicBezTo>
                  <a:pt x="5136151" y="1511653"/>
                  <a:pt x="5136382" y="1510809"/>
                  <a:pt x="5136382" y="1510809"/>
                </a:cubicBezTo>
                <a:lnTo>
                  <a:pt x="5145144" y="1495668"/>
                </a:lnTo>
                <a:cubicBezTo>
                  <a:pt x="5145374" y="1495282"/>
                  <a:pt x="5145759" y="1495053"/>
                  <a:pt x="5146219" y="1495053"/>
                </a:cubicBezTo>
                <a:close/>
                <a:moveTo>
                  <a:pt x="5053609" y="1493131"/>
                </a:moveTo>
                <a:lnTo>
                  <a:pt x="5073207" y="1493131"/>
                </a:lnTo>
                <a:cubicBezTo>
                  <a:pt x="5073744" y="1493131"/>
                  <a:pt x="5074206" y="1493361"/>
                  <a:pt x="5074436" y="1493823"/>
                </a:cubicBezTo>
                <a:lnTo>
                  <a:pt x="5084196" y="1510731"/>
                </a:lnTo>
                <a:cubicBezTo>
                  <a:pt x="5084427" y="1511192"/>
                  <a:pt x="5084427" y="1511653"/>
                  <a:pt x="5084196" y="1512115"/>
                </a:cubicBezTo>
                <a:lnTo>
                  <a:pt x="5074436" y="1529023"/>
                </a:lnTo>
                <a:cubicBezTo>
                  <a:pt x="5074128" y="1529484"/>
                  <a:pt x="5073669" y="1529714"/>
                  <a:pt x="5073207" y="1529714"/>
                </a:cubicBezTo>
                <a:lnTo>
                  <a:pt x="5053609" y="1529714"/>
                </a:lnTo>
                <a:cubicBezTo>
                  <a:pt x="5053071" y="1529714"/>
                  <a:pt x="5052610" y="1529484"/>
                  <a:pt x="5052378" y="1529023"/>
                </a:cubicBezTo>
                <a:lnTo>
                  <a:pt x="5042618" y="1512115"/>
                </a:lnTo>
                <a:cubicBezTo>
                  <a:pt x="5042388" y="1511653"/>
                  <a:pt x="5042388" y="1511192"/>
                  <a:pt x="5042618" y="1510731"/>
                </a:cubicBezTo>
                <a:lnTo>
                  <a:pt x="5052378" y="1493823"/>
                </a:lnTo>
                <a:cubicBezTo>
                  <a:pt x="5052686" y="1493361"/>
                  <a:pt x="5053147" y="1493131"/>
                  <a:pt x="5053609" y="1493131"/>
                </a:cubicBezTo>
                <a:close/>
                <a:moveTo>
                  <a:pt x="1485867" y="1493131"/>
                </a:moveTo>
                <a:lnTo>
                  <a:pt x="1505465" y="1493131"/>
                </a:lnTo>
                <a:cubicBezTo>
                  <a:pt x="1506003" y="1493131"/>
                  <a:pt x="1506464" y="1493361"/>
                  <a:pt x="1506694" y="1493823"/>
                </a:cubicBezTo>
                <a:lnTo>
                  <a:pt x="1516454" y="1510731"/>
                </a:lnTo>
                <a:cubicBezTo>
                  <a:pt x="1516686" y="1511192"/>
                  <a:pt x="1516686" y="1511653"/>
                  <a:pt x="1516454" y="1512115"/>
                </a:cubicBezTo>
                <a:lnTo>
                  <a:pt x="1506694" y="1529023"/>
                </a:lnTo>
                <a:cubicBezTo>
                  <a:pt x="1506386" y="1529484"/>
                  <a:pt x="1505927" y="1529714"/>
                  <a:pt x="1505465" y="1529714"/>
                </a:cubicBezTo>
                <a:lnTo>
                  <a:pt x="1485867" y="1529714"/>
                </a:lnTo>
                <a:cubicBezTo>
                  <a:pt x="1485330" y="1529714"/>
                  <a:pt x="1484868" y="1529484"/>
                  <a:pt x="1484637" y="1529023"/>
                </a:cubicBezTo>
                <a:lnTo>
                  <a:pt x="1474876" y="1512115"/>
                </a:lnTo>
                <a:cubicBezTo>
                  <a:pt x="1474647" y="1511653"/>
                  <a:pt x="1474647" y="1511192"/>
                  <a:pt x="1474876" y="1510731"/>
                </a:cubicBezTo>
                <a:lnTo>
                  <a:pt x="1484637" y="1493823"/>
                </a:lnTo>
                <a:cubicBezTo>
                  <a:pt x="1484944" y="1493361"/>
                  <a:pt x="1485406" y="1493131"/>
                  <a:pt x="1485867" y="1493131"/>
                </a:cubicBezTo>
                <a:close/>
                <a:moveTo>
                  <a:pt x="4779085" y="1492824"/>
                </a:moveTo>
                <a:lnTo>
                  <a:pt x="4798912" y="1492824"/>
                </a:lnTo>
                <a:cubicBezTo>
                  <a:pt x="4799450" y="1492824"/>
                  <a:pt x="4799911" y="1493054"/>
                  <a:pt x="4800143" y="1493515"/>
                </a:cubicBezTo>
                <a:lnTo>
                  <a:pt x="4810057" y="1510731"/>
                </a:lnTo>
                <a:cubicBezTo>
                  <a:pt x="4810287" y="1511116"/>
                  <a:pt x="4810287" y="1511653"/>
                  <a:pt x="4810057" y="1512115"/>
                </a:cubicBezTo>
                <a:lnTo>
                  <a:pt x="4800143" y="1529331"/>
                </a:lnTo>
                <a:cubicBezTo>
                  <a:pt x="4799835" y="1529714"/>
                  <a:pt x="4799374" y="1530022"/>
                  <a:pt x="4798912" y="1530022"/>
                </a:cubicBezTo>
                <a:lnTo>
                  <a:pt x="4779085" y="1530022"/>
                </a:lnTo>
                <a:cubicBezTo>
                  <a:pt x="4778547" y="1530022"/>
                  <a:pt x="4778086" y="1529790"/>
                  <a:pt x="4777854" y="1529331"/>
                </a:cubicBezTo>
                <a:lnTo>
                  <a:pt x="4767940" y="1512115"/>
                </a:lnTo>
                <a:cubicBezTo>
                  <a:pt x="4767710" y="1511729"/>
                  <a:pt x="4767710" y="1511192"/>
                  <a:pt x="4767940" y="1510731"/>
                </a:cubicBezTo>
                <a:lnTo>
                  <a:pt x="4777854" y="1493515"/>
                </a:lnTo>
                <a:cubicBezTo>
                  <a:pt x="4778162" y="1493131"/>
                  <a:pt x="4778623" y="1492824"/>
                  <a:pt x="4779085" y="1492824"/>
                </a:cubicBezTo>
                <a:close/>
                <a:moveTo>
                  <a:pt x="4961768" y="1492287"/>
                </a:moveTo>
                <a:lnTo>
                  <a:pt x="4982211" y="1492287"/>
                </a:lnTo>
                <a:cubicBezTo>
                  <a:pt x="4982672" y="1492287"/>
                  <a:pt x="4983210" y="1492516"/>
                  <a:pt x="4983441" y="1492978"/>
                </a:cubicBezTo>
                <a:lnTo>
                  <a:pt x="4993663" y="1510731"/>
                </a:lnTo>
                <a:cubicBezTo>
                  <a:pt x="4993893" y="1511192"/>
                  <a:pt x="4993893" y="1511731"/>
                  <a:pt x="4993663" y="1512193"/>
                </a:cubicBezTo>
                <a:lnTo>
                  <a:pt x="4983441" y="1529946"/>
                </a:lnTo>
                <a:cubicBezTo>
                  <a:pt x="4983210" y="1530329"/>
                  <a:pt x="4982749" y="1530637"/>
                  <a:pt x="4982211" y="1530637"/>
                </a:cubicBezTo>
                <a:lnTo>
                  <a:pt x="4961768" y="1530637"/>
                </a:lnTo>
                <a:cubicBezTo>
                  <a:pt x="4961306" y="1530637"/>
                  <a:pt x="4960769" y="1530407"/>
                  <a:pt x="4960538" y="1529946"/>
                </a:cubicBezTo>
                <a:lnTo>
                  <a:pt x="4950316" y="1512193"/>
                </a:lnTo>
                <a:cubicBezTo>
                  <a:pt x="4950086" y="1511731"/>
                  <a:pt x="4950086" y="1511192"/>
                  <a:pt x="4950316" y="1510731"/>
                </a:cubicBezTo>
                <a:lnTo>
                  <a:pt x="4960538" y="1492978"/>
                </a:lnTo>
                <a:cubicBezTo>
                  <a:pt x="4960769" y="1492594"/>
                  <a:pt x="4961229" y="1492287"/>
                  <a:pt x="4961768" y="1492287"/>
                </a:cubicBezTo>
                <a:close/>
                <a:moveTo>
                  <a:pt x="4870156" y="1492133"/>
                </a:moveTo>
                <a:lnTo>
                  <a:pt x="4890754" y="1492133"/>
                </a:lnTo>
                <a:cubicBezTo>
                  <a:pt x="4891215" y="1492133"/>
                  <a:pt x="4891754" y="1492363"/>
                  <a:pt x="4891984" y="1492824"/>
                </a:cubicBezTo>
                <a:lnTo>
                  <a:pt x="4902282" y="1510655"/>
                </a:lnTo>
                <a:cubicBezTo>
                  <a:pt x="4902513" y="1511116"/>
                  <a:pt x="4902513" y="1511653"/>
                  <a:pt x="4902282" y="1512115"/>
                </a:cubicBezTo>
                <a:lnTo>
                  <a:pt x="4891984" y="1529946"/>
                </a:lnTo>
                <a:cubicBezTo>
                  <a:pt x="4891754" y="1530329"/>
                  <a:pt x="4891293" y="1530637"/>
                  <a:pt x="4890754" y="1530637"/>
                </a:cubicBezTo>
                <a:lnTo>
                  <a:pt x="4870156" y="1530637"/>
                </a:lnTo>
                <a:cubicBezTo>
                  <a:pt x="4869695" y="1530637"/>
                  <a:pt x="4869158" y="1530407"/>
                  <a:pt x="4868928" y="1529946"/>
                </a:cubicBezTo>
                <a:lnTo>
                  <a:pt x="4858629" y="1512115"/>
                </a:lnTo>
                <a:cubicBezTo>
                  <a:pt x="4858399" y="1511653"/>
                  <a:pt x="4858399" y="1511116"/>
                  <a:pt x="4858629" y="1510655"/>
                </a:cubicBezTo>
                <a:lnTo>
                  <a:pt x="4868928" y="1492824"/>
                </a:lnTo>
                <a:cubicBezTo>
                  <a:pt x="4869158" y="1492440"/>
                  <a:pt x="4869619" y="1492133"/>
                  <a:pt x="4870156" y="1492133"/>
                </a:cubicBezTo>
                <a:close/>
                <a:moveTo>
                  <a:pt x="294117" y="1488366"/>
                </a:moveTo>
                <a:lnTo>
                  <a:pt x="318784" y="1488366"/>
                </a:lnTo>
                <a:cubicBezTo>
                  <a:pt x="319394" y="1488366"/>
                  <a:pt x="320016" y="1488674"/>
                  <a:pt x="320316" y="1489211"/>
                </a:cubicBezTo>
                <a:lnTo>
                  <a:pt x="332619" y="1510577"/>
                </a:lnTo>
                <a:cubicBezTo>
                  <a:pt x="332922" y="1511116"/>
                  <a:pt x="332922" y="1511807"/>
                  <a:pt x="332619" y="1512345"/>
                </a:cubicBezTo>
                <a:lnTo>
                  <a:pt x="320316" y="1533710"/>
                </a:lnTo>
                <a:cubicBezTo>
                  <a:pt x="319935" y="1534248"/>
                  <a:pt x="319394" y="1534555"/>
                  <a:pt x="318784" y="1534555"/>
                </a:cubicBezTo>
                <a:lnTo>
                  <a:pt x="294117" y="1534555"/>
                </a:lnTo>
                <a:cubicBezTo>
                  <a:pt x="293496" y="1534555"/>
                  <a:pt x="292884" y="1534248"/>
                  <a:pt x="292575" y="1533710"/>
                </a:cubicBezTo>
                <a:lnTo>
                  <a:pt x="280275" y="1512345"/>
                </a:lnTo>
                <a:cubicBezTo>
                  <a:pt x="279976" y="1511807"/>
                  <a:pt x="279976" y="1511116"/>
                  <a:pt x="280275" y="1510577"/>
                </a:cubicBezTo>
                <a:lnTo>
                  <a:pt x="292575" y="1489211"/>
                </a:lnTo>
                <a:cubicBezTo>
                  <a:pt x="292962" y="1488674"/>
                  <a:pt x="293496" y="1488366"/>
                  <a:pt x="294117" y="1488366"/>
                </a:cubicBezTo>
                <a:close/>
                <a:moveTo>
                  <a:pt x="384032" y="1485368"/>
                </a:moveTo>
                <a:lnTo>
                  <a:pt x="411779" y="1485368"/>
                </a:lnTo>
                <a:cubicBezTo>
                  <a:pt x="412470" y="1485368"/>
                  <a:pt x="413082" y="1485752"/>
                  <a:pt x="413463" y="1486367"/>
                </a:cubicBezTo>
                <a:lnTo>
                  <a:pt x="427380" y="1510423"/>
                </a:lnTo>
                <a:cubicBezTo>
                  <a:pt x="427761" y="1511038"/>
                  <a:pt x="427761" y="1511807"/>
                  <a:pt x="427380" y="1512420"/>
                </a:cubicBezTo>
                <a:lnTo>
                  <a:pt x="413463" y="1536477"/>
                </a:lnTo>
                <a:cubicBezTo>
                  <a:pt x="413082" y="1537092"/>
                  <a:pt x="412470" y="1537475"/>
                  <a:pt x="411779" y="1537475"/>
                </a:cubicBezTo>
                <a:lnTo>
                  <a:pt x="384032" y="1537475"/>
                </a:lnTo>
                <a:cubicBezTo>
                  <a:pt x="383343" y="1537475"/>
                  <a:pt x="382724" y="1537092"/>
                  <a:pt x="382339" y="1536477"/>
                </a:cubicBezTo>
                <a:lnTo>
                  <a:pt x="368430" y="1512420"/>
                </a:lnTo>
                <a:cubicBezTo>
                  <a:pt x="368043" y="1511807"/>
                  <a:pt x="368043" y="1511038"/>
                  <a:pt x="368430" y="1510423"/>
                </a:cubicBezTo>
                <a:lnTo>
                  <a:pt x="382339" y="1486367"/>
                </a:lnTo>
                <a:cubicBezTo>
                  <a:pt x="382724" y="1485752"/>
                  <a:pt x="383343" y="1485368"/>
                  <a:pt x="384032" y="1485368"/>
                </a:cubicBezTo>
                <a:close/>
                <a:moveTo>
                  <a:pt x="3859595" y="1484140"/>
                </a:moveTo>
                <a:lnTo>
                  <a:pt x="3888724" y="1484140"/>
                </a:lnTo>
                <a:cubicBezTo>
                  <a:pt x="3889415" y="1484140"/>
                  <a:pt x="3890107" y="1484524"/>
                  <a:pt x="3890492" y="1485139"/>
                </a:cubicBezTo>
                <a:lnTo>
                  <a:pt x="3905018" y="1510347"/>
                </a:lnTo>
                <a:cubicBezTo>
                  <a:pt x="3905401" y="1510962"/>
                  <a:pt x="3905401" y="1511807"/>
                  <a:pt x="3905018" y="1512422"/>
                </a:cubicBezTo>
                <a:lnTo>
                  <a:pt x="3890414" y="1537631"/>
                </a:lnTo>
                <a:cubicBezTo>
                  <a:pt x="3890031" y="1538246"/>
                  <a:pt x="3889340" y="1538630"/>
                  <a:pt x="3888647" y="1538630"/>
                </a:cubicBezTo>
                <a:lnTo>
                  <a:pt x="3859520" y="1538630"/>
                </a:lnTo>
                <a:cubicBezTo>
                  <a:pt x="3858827" y="1538630"/>
                  <a:pt x="3858135" y="1538246"/>
                  <a:pt x="3857752" y="1537631"/>
                </a:cubicBezTo>
                <a:lnTo>
                  <a:pt x="3843226" y="1512422"/>
                </a:lnTo>
                <a:cubicBezTo>
                  <a:pt x="3842841" y="1511807"/>
                  <a:pt x="3842841" y="1510962"/>
                  <a:pt x="3843226" y="1510347"/>
                </a:cubicBezTo>
                <a:lnTo>
                  <a:pt x="3857828" y="1485139"/>
                </a:lnTo>
                <a:cubicBezTo>
                  <a:pt x="3858213" y="1484524"/>
                  <a:pt x="3858905" y="1484140"/>
                  <a:pt x="3859595" y="1484140"/>
                </a:cubicBezTo>
                <a:close/>
                <a:moveTo>
                  <a:pt x="1389676" y="1484140"/>
                </a:moveTo>
                <a:lnTo>
                  <a:pt x="1418802" y="1484140"/>
                </a:lnTo>
                <a:cubicBezTo>
                  <a:pt x="1419496" y="1484140"/>
                  <a:pt x="1420186" y="1484524"/>
                  <a:pt x="1420571" y="1485139"/>
                </a:cubicBezTo>
                <a:lnTo>
                  <a:pt x="1435066" y="1510347"/>
                </a:lnTo>
                <a:cubicBezTo>
                  <a:pt x="1435450" y="1510962"/>
                  <a:pt x="1435450" y="1511807"/>
                  <a:pt x="1435066" y="1512422"/>
                </a:cubicBezTo>
                <a:lnTo>
                  <a:pt x="1420497" y="1537631"/>
                </a:lnTo>
                <a:cubicBezTo>
                  <a:pt x="1420115" y="1538246"/>
                  <a:pt x="1419417" y="1538630"/>
                  <a:pt x="1418729" y="1538630"/>
                </a:cubicBezTo>
                <a:lnTo>
                  <a:pt x="1389598" y="1538630"/>
                </a:lnTo>
                <a:cubicBezTo>
                  <a:pt x="1388907" y="1538630"/>
                  <a:pt x="1388213" y="1538246"/>
                  <a:pt x="1387827" y="1537631"/>
                </a:cubicBezTo>
                <a:lnTo>
                  <a:pt x="1373309" y="1512422"/>
                </a:lnTo>
                <a:cubicBezTo>
                  <a:pt x="1372922" y="1511807"/>
                  <a:pt x="1372922" y="1510962"/>
                  <a:pt x="1373309" y="1510347"/>
                </a:cubicBezTo>
                <a:lnTo>
                  <a:pt x="1387909" y="1485139"/>
                </a:lnTo>
                <a:cubicBezTo>
                  <a:pt x="1388294" y="1484524"/>
                  <a:pt x="1388981" y="1484140"/>
                  <a:pt x="1389676" y="1484140"/>
                </a:cubicBezTo>
                <a:close/>
                <a:moveTo>
                  <a:pt x="199278" y="1482065"/>
                </a:moveTo>
                <a:lnTo>
                  <a:pt x="230628" y="1482065"/>
                </a:lnTo>
                <a:cubicBezTo>
                  <a:pt x="231405" y="1482065"/>
                  <a:pt x="232170" y="1482448"/>
                  <a:pt x="232549" y="1483141"/>
                </a:cubicBezTo>
                <a:lnTo>
                  <a:pt x="248235" y="1510271"/>
                </a:lnTo>
                <a:cubicBezTo>
                  <a:pt x="248618" y="1510962"/>
                  <a:pt x="248618" y="1511807"/>
                  <a:pt x="248235" y="1512500"/>
                </a:cubicBezTo>
                <a:lnTo>
                  <a:pt x="232549" y="1539630"/>
                </a:lnTo>
                <a:cubicBezTo>
                  <a:pt x="232170" y="1540243"/>
                  <a:pt x="231405" y="1540705"/>
                  <a:pt x="230628" y="1540705"/>
                </a:cubicBezTo>
                <a:lnTo>
                  <a:pt x="199278" y="1540705"/>
                </a:lnTo>
                <a:cubicBezTo>
                  <a:pt x="198509" y="1540705"/>
                  <a:pt x="197738" y="1540321"/>
                  <a:pt x="197358" y="1539630"/>
                </a:cubicBezTo>
                <a:lnTo>
                  <a:pt x="181675" y="1512500"/>
                </a:lnTo>
                <a:cubicBezTo>
                  <a:pt x="181289" y="1511807"/>
                  <a:pt x="181289" y="1510962"/>
                  <a:pt x="181675" y="1510271"/>
                </a:cubicBezTo>
                <a:lnTo>
                  <a:pt x="197358" y="1483141"/>
                </a:lnTo>
                <a:cubicBezTo>
                  <a:pt x="197738" y="1482526"/>
                  <a:pt x="198509" y="1482065"/>
                  <a:pt x="199278" y="1482065"/>
                </a:cubicBezTo>
                <a:close/>
                <a:moveTo>
                  <a:pt x="107124" y="1480681"/>
                </a:moveTo>
                <a:lnTo>
                  <a:pt x="139940" y="1480681"/>
                </a:lnTo>
                <a:cubicBezTo>
                  <a:pt x="140786" y="1480681"/>
                  <a:pt x="141557" y="1481142"/>
                  <a:pt x="141946" y="1481833"/>
                </a:cubicBezTo>
                <a:lnTo>
                  <a:pt x="158391" y="1510269"/>
                </a:lnTo>
                <a:cubicBezTo>
                  <a:pt x="158775" y="1510962"/>
                  <a:pt x="158775" y="1511883"/>
                  <a:pt x="158391" y="1512576"/>
                </a:cubicBezTo>
                <a:lnTo>
                  <a:pt x="141946" y="1541012"/>
                </a:lnTo>
                <a:cubicBezTo>
                  <a:pt x="141557" y="1541703"/>
                  <a:pt x="140786" y="1542165"/>
                  <a:pt x="139940" y="1542165"/>
                </a:cubicBezTo>
                <a:lnTo>
                  <a:pt x="107124" y="1542165"/>
                </a:lnTo>
                <a:cubicBezTo>
                  <a:pt x="106280" y="1542165"/>
                  <a:pt x="105508" y="1541703"/>
                  <a:pt x="105130" y="1541012"/>
                </a:cubicBezTo>
                <a:lnTo>
                  <a:pt x="88685" y="1512576"/>
                </a:lnTo>
                <a:cubicBezTo>
                  <a:pt x="88298" y="1511883"/>
                  <a:pt x="88298" y="1510962"/>
                  <a:pt x="88685" y="1510269"/>
                </a:cubicBezTo>
                <a:lnTo>
                  <a:pt x="105130" y="1481833"/>
                </a:lnTo>
                <a:cubicBezTo>
                  <a:pt x="105508" y="1481142"/>
                  <a:pt x="106280" y="1480681"/>
                  <a:pt x="107124" y="1480681"/>
                </a:cubicBezTo>
                <a:close/>
                <a:moveTo>
                  <a:pt x="2590881" y="1427422"/>
                </a:moveTo>
                <a:lnTo>
                  <a:pt x="2595952" y="1427422"/>
                </a:lnTo>
                <a:cubicBezTo>
                  <a:pt x="2596106" y="1427422"/>
                  <a:pt x="2596261" y="1427575"/>
                  <a:pt x="2596261" y="1427575"/>
                </a:cubicBezTo>
                <a:lnTo>
                  <a:pt x="2598796" y="1431955"/>
                </a:lnTo>
                <a:cubicBezTo>
                  <a:pt x="2598796" y="1432109"/>
                  <a:pt x="2598796" y="1432341"/>
                  <a:pt x="2598796" y="1432341"/>
                </a:cubicBezTo>
                <a:lnTo>
                  <a:pt x="2596261" y="1436721"/>
                </a:lnTo>
                <a:cubicBezTo>
                  <a:pt x="2596184" y="1436874"/>
                  <a:pt x="2595952" y="1436874"/>
                  <a:pt x="2595952" y="1436874"/>
                </a:cubicBezTo>
                <a:lnTo>
                  <a:pt x="2590881" y="1436874"/>
                </a:lnTo>
                <a:cubicBezTo>
                  <a:pt x="2590727" y="1436874"/>
                  <a:pt x="2590574" y="1436721"/>
                  <a:pt x="2590574" y="1436721"/>
                </a:cubicBezTo>
                <a:lnTo>
                  <a:pt x="2588037" y="1432341"/>
                </a:lnTo>
                <a:cubicBezTo>
                  <a:pt x="2588037" y="1432187"/>
                  <a:pt x="2588037" y="1431955"/>
                  <a:pt x="2588037" y="1431955"/>
                </a:cubicBezTo>
                <a:lnTo>
                  <a:pt x="2590574" y="1427575"/>
                </a:lnTo>
                <a:cubicBezTo>
                  <a:pt x="2590650" y="1427422"/>
                  <a:pt x="2590881" y="1427422"/>
                  <a:pt x="2590881" y="1427422"/>
                </a:cubicBezTo>
                <a:close/>
                <a:moveTo>
                  <a:pt x="2224977" y="1427422"/>
                </a:moveTo>
                <a:lnTo>
                  <a:pt x="2230048" y="1427422"/>
                </a:lnTo>
                <a:cubicBezTo>
                  <a:pt x="2230202" y="1427422"/>
                  <a:pt x="2230357" y="1427575"/>
                  <a:pt x="2230357" y="1427575"/>
                </a:cubicBezTo>
                <a:lnTo>
                  <a:pt x="2232892" y="1431955"/>
                </a:lnTo>
                <a:cubicBezTo>
                  <a:pt x="2232892" y="1432109"/>
                  <a:pt x="2232892" y="1432341"/>
                  <a:pt x="2232892" y="1432341"/>
                </a:cubicBezTo>
                <a:lnTo>
                  <a:pt x="2230357" y="1436721"/>
                </a:lnTo>
                <a:cubicBezTo>
                  <a:pt x="2230280" y="1436874"/>
                  <a:pt x="2230048" y="1436874"/>
                  <a:pt x="2230048" y="1436874"/>
                </a:cubicBezTo>
                <a:lnTo>
                  <a:pt x="2224977" y="1436874"/>
                </a:lnTo>
                <a:cubicBezTo>
                  <a:pt x="2224823" y="1436874"/>
                  <a:pt x="2224669" y="1436721"/>
                  <a:pt x="2224669" y="1436721"/>
                </a:cubicBezTo>
                <a:lnTo>
                  <a:pt x="2222133" y="1432341"/>
                </a:lnTo>
                <a:cubicBezTo>
                  <a:pt x="2222133" y="1432187"/>
                  <a:pt x="2222133" y="1431955"/>
                  <a:pt x="2222133" y="1431955"/>
                </a:cubicBezTo>
                <a:lnTo>
                  <a:pt x="2224669" y="1427575"/>
                </a:lnTo>
                <a:cubicBezTo>
                  <a:pt x="2224745" y="1427422"/>
                  <a:pt x="2224977" y="1427422"/>
                  <a:pt x="2224977" y="1427422"/>
                </a:cubicBezTo>
                <a:close/>
                <a:moveTo>
                  <a:pt x="4511861" y="1427114"/>
                </a:moveTo>
                <a:lnTo>
                  <a:pt x="4517242" y="1427114"/>
                </a:lnTo>
                <a:cubicBezTo>
                  <a:pt x="4517318" y="1427114"/>
                  <a:pt x="4517548" y="1427268"/>
                  <a:pt x="4517548" y="1427268"/>
                </a:cubicBezTo>
                <a:lnTo>
                  <a:pt x="4520238" y="1431955"/>
                </a:lnTo>
                <a:cubicBezTo>
                  <a:pt x="4520238" y="1432109"/>
                  <a:pt x="4520238" y="1432341"/>
                  <a:pt x="4520238" y="1432341"/>
                </a:cubicBezTo>
                <a:lnTo>
                  <a:pt x="4517548" y="1437028"/>
                </a:lnTo>
                <a:cubicBezTo>
                  <a:pt x="4517472" y="1437182"/>
                  <a:pt x="4517242" y="1437182"/>
                  <a:pt x="4517242" y="1437182"/>
                </a:cubicBezTo>
                <a:lnTo>
                  <a:pt x="4511861" y="1437182"/>
                </a:lnTo>
                <a:cubicBezTo>
                  <a:pt x="4511784" y="1437182"/>
                  <a:pt x="4511554" y="1437028"/>
                  <a:pt x="4511554" y="1437028"/>
                </a:cubicBezTo>
                <a:lnTo>
                  <a:pt x="4508864" y="1432341"/>
                </a:lnTo>
                <a:cubicBezTo>
                  <a:pt x="4508864" y="1432187"/>
                  <a:pt x="4508864" y="1431955"/>
                  <a:pt x="4508864" y="1431955"/>
                </a:cubicBezTo>
                <a:lnTo>
                  <a:pt x="4511554" y="1427268"/>
                </a:lnTo>
                <a:cubicBezTo>
                  <a:pt x="4511630" y="1427114"/>
                  <a:pt x="4511861" y="1427114"/>
                  <a:pt x="4511861" y="1427114"/>
                </a:cubicBezTo>
                <a:close/>
                <a:moveTo>
                  <a:pt x="4603010" y="1426575"/>
                </a:moveTo>
                <a:lnTo>
                  <a:pt x="4609005" y="1426575"/>
                </a:lnTo>
                <a:cubicBezTo>
                  <a:pt x="4609159" y="1426575"/>
                  <a:pt x="4609389" y="1426805"/>
                  <a:pt x="4609389" y="1426805"/>
                </a:cubicBezTo>
                <a:lnTo>
                  <a:pt x="4612386" y="1431955"/>
                </a:lnTo>
                <a:cubicBezTo>
                  <a:pt x="4612386" y="1432031"/>
                  <a:pt x="4612386" y="1432339"/>
                  <a:pt x="4612386" y="1432339"/>
                </a:cubicBezTo>
                <a:lnTo>
                  <a:pt x="4609389" y="1437488"/>
                </a:lnTo>
                <a:cubicBezTo>
                  <a:pt x="4609313" y="1437641"/>
                  <a:pt x="4609005" y="1437719"/>
                  <a:pt x="4609005" y="1437719"/>
                </a:cubicBezTo>
                <a:lnTo>
                  <a:pt x="4603010" y="1437719"/>
                </a:lnTo>
                <a:cubicBezTo>
                  <a:pt x="4602856" y="1437719"/>
                  <a:pt x="4602626" y="1437488"/>
                  <a:pt x="4602626" y="1437488"/>
                </a:cubicBezTo>
                <a:lnTo>
                  <a:pt x="4599628" y="1432339"/>
                </a:lnTo>
                <a:cubicBezTo>
                  <a:pt x="4599628" y="1432263"/>
                  <a:pt x="4599628" y="1431955"/>
                  <a:pt x="4599628" y="1431955"/>
                </a:cubicBezTo>
                <a:lnTo>
                  <a:pt x="4602626" y="1426805"/>
                </a:lnTo>
                <a:cubicBezTo>
                  <a:pt x="4602702" y="1426651"/>
                  <a:pt x="4603010" y="1426575"/>
                  <a:pt x="4603010" y="1426575"/>
                </a:cubicBezTo>
                <a:close/>
                <a:moveTo>
                  <a:pt x="2041525" y="1426575"/>
                </a:moveTo>
                <a:lnTo>
                  <a:pt x="2047520" y="1426575"/>
                </a:lnTo>
                <a:cubicBezTo>
                  <a:pt x="2047674" y="1426575"/>
                  <a:pt x="2047904" y="1426805"/>
                  <a:pt x="2047904" y="1426805"/>
                </a:cubicBezTo>
                <a:lnTo>
                  <a:pt x="2050901" y="1431955"/>
                </a:lnTo>
                <a:cubicBezTo>
                  <a:pt x="2050977" y="1432031"/>
                  <a:pt x="2050901" y="1432339"/>
                  <a:pt x="2050901" y="1432339"/>
                </a:cubicBezTo>
                <a:lnTo>
                  <a:pt x="2047904" y="1437488"/>
                </a:lnTo>
                <a:cubicBezTo>
                  <a:pt x="2047828" y="1437641"/>
                  <a:pt x="2047520" y="1437719"/>
                  <a:pt x="2047520" y="1437719"/>
                </a:cubicBezTo>
                <a:lnTo>
                  <a:pt x="2041525" y="1437719"/>
                </a:lnTo>
                <a:cubicBezTo>
                  <a:pt x="2041371" y="1437719"/>
                  <a:pt x="2041141" y="1437488"/>
                  <a:pt x="2041141" y="1437488"/>
                </a:cubicBezTo>
                <a:lnTo>
                  <a:pt x="2038143" y="1432339"/>
                </a:lnTo>
                <a:cubicBezTo>
                  <a:pt x="2038065" y="1432263"/>
                  <a:pt x="2038143" y="1431955"/>
                  <a:pt x="2038143" y="1431955"/>
                </a:cubicBezTo>
                <a:lnTo>
                  <a:pt x="2041141" y="1426805"/>
                </a:lnTo>
                <a:cubicBezTo>
                  <a:pt x="2041217" y="1426651"/>
                  <a:pt x="2041525" y="1426575"/>
                  <a:pt x="2041525" y="1426575"/>
                </a:cubicBezTo>
                <a:close/>
                <a:moveTo>
                  <a:pt x="3962581" y="1426421"/>
                </a:moveTo>
                <a:lnTo>
                  <a:pt x="3968730" y="1426421"/>
                </a:lnTo>
                <a:cubicBezTo>
                  <a:pt x="3968884" y="1426421"/>
                  <a:pt x="3969115" y="1426651"/>
                  <a:pt x="3969115" y="1426651"/>
                </a:cubicBezTo>
                <a:lnTo>
                  <a:pt x="3972189" y="1431955"/>
                </a:lnTo>
                <a:cubicBezTo>
                  <a:pt x="3972265" y="1432109"/>
                  <a:pt x="3972189" y="1432417"/>
                  <a:pt x="3972189" y="1432417"/>
                </a:cubicBezTo>
                <a:lnTo>
                  <a:pt x="3969115" y="1437719"/>
                </a:lnTo>
                <a:cubicBezTo>
                  <a:pt x="3969038" y="1437873"/>
                  <a:pt x="3968730" y="1437949"/>
                  <a:pt x="3968730" y="1437949"/>
                </a:cubicBezTo>
                <a:lnTo>
                  <a:pt x="3962581" y="1437949"/>
                </a:lnTo>
                <a:cubicBezTo>
                  <a:pt x="3962429" y="1437949"/>
                  <a:pt x="3962198" y="1437719"/>
                  <a:pt x="3962198" y="1437719"/>
                </a:cubicBezTo>
                <a:lnTo>
                  <a:pt x="3959124" y="1432417"/>
                </a:lnTo>
                <a:cubicBezTo>
                  <a:pt x="3959046" y="1432263"/>
                  <a:pt x="3959124" y="1431955"/>
                  <a:pt x="3959124" y="1431955"/>
                </a:cubicBezTo>
                <a:lnTo>
                  <a:pt x="3962198" y="1426651"/>
                </a:lnTo>
                <a:cubicBezTo>
                  <a:pt x="3962275" y="1426499"/>
                  <a:pt x="3962581" y="1426421"/>
                  <a:pt x="3962581" y="1426421"/>
                </a:cubicBezTo>
                <a:close/>
                <a:moveTo>
                  <a:pt x="4694313" y="1426267"/>
                </a:moveTo>
                <a:lnTo>
                  <a:pt x="4700616" y="1426267"/>
                </a:lnTo>
                <a:cubicBezTo>
                  <a:pt x="4700770" y="1426267"/>
                  <a:pt x="4701000" y="1426497"/>
                  <a:pt x="4701000" y="1426497"/>
                </a:cubicBezTo>
                <a:lnTo>
                  <a:pt x="4704151" y="1431955"/>
                </a:lnTo>
                <a:cubicBezTo>
                  <a:pt x="4704228" y="1432107"/>
                  <a:pt x="4704151" y="1432415"/>
                  <a:pt x="4704151" y="1432415"/>
                </a:cubicBezTo>
                <a:lnTo>
                  <a:pt x="4701000" y="1437873"/>
                </a:lnTo>
                <a:cubicBezTo>
                  <a:pt x="4700924" y="1438027"/>
                  <a:pt x="4700616" y="1438103"/>
                  <a:pt x="4700616" y="1438103"/>
                </a:cubicBezTo>
                <a:lnTo>
                  <a:pt x="4694313" y="1438103"/>
                </a:lnTo>
                <a:cubicBezTo>
                  <a:pt x="4694160" y="1438103"/>
                  <a:pt x="4693930" y="1437873"/>
                  <a:pt x="4693930" y="1437873"/>
                </a:cubicBezTo>
                <a:lnTo>
                  <a:pt x="4690779" y="1432415"/>
                </a:lnTo>
                <a:cubicBezTo>
                  <a:pt x="4690701" y="1432263"/>
                  <a:pt x="4690779" y="1431955"/>
                  <a:pt x="4690779" y="1431955"/>
                </a:cubicBezTo>
                <a:lnTo>
                  <a:pt x="4693930" y="1426497"/>
                </a:lnTo>
                <a:cubicBezTo>
                  <a:pt x="4694006" y="1426343"/>
                  <a:pt x="4694313" y="1426267"/>
                  <a:pt x="4694313" y="1426267"/>
                </a:cubicBezTo>
                <a:close/>
                <a:moveTo>
                  <a:pt x="2132521" y="1425576"/>
                </a:moveTo>
                <a:lnTo>
                  <a:pt x="2139515" y="1425576"/>
                </a:lnTo>
                <a:cubicBezTo>
                  <a:pt x="2139745" y="1425576"/>
                  <a:pt x="2139976" y="1425806"/>
                  <a:pt x="2139976" y="1425806"/>
                </a:cubicBezTo>
                <a:lnTo>
                  <a:pt x="2143511" y="1431878"/>
                </a:lnTo>
                <a:cubicBezTo>
                  <a:pt x="2143587" y="1432031"/>
                  <a:pt x="2143511" y="1432339"/>
                  <a:pt x="2143511" y="1432339"/>
                </a:cubicBezTo>
                <a:lnTo>
                  <a:pt x="2139976" y="1438410"/>
                </a:lnTo>
                <a:cubicBezTo>
                  <a:pt x="2139823" y="1438564"/>
                  <a:pt x="2139515" y="1438642"/>
                  <a:pt x="2139515" y="1438642"/>
                </a:cubicBezTo>
                <a:lnTo>
                  <a:pt x="2132521" y="1438642"/>
                </a:lnTo>
                <a:cubicBezTo>
                  <a:pt x="2132291" y="1438642"/>
                  <a:pt x="2132059" y="1438410"/>
                  <a:pt x="2132059" y="1438410"/>
                </a:cubicBezTo>
                <a:lnTo>
                  <a:pt x="2128524" y="1432339"/>
                </a:lnTo>
                <a:cubicBezTo>
                  <a:pt x="2128447" y="1432185"/>
                  <a:pt x="2128524" y="1431878"/>
                  <a:pt x="2128524" y="1431878"/>
                </a:cubicBezTo>
                <a:lnTo>
                  <a:pt x="2132059" y="1425806"/>
                </a:lnTo>
                <a:cubicBezTo>
                  <a:pt x="2132213" y="1425652"/>
                  <a:pt x="2132521" y="1425576"/>
                  <a:pt x="2132521" y="1425576"/>
                </a:cubicBezTo>
                <a:close/>
                <a:moveTo>
                  <a:pt x="1583164" y="1424731"/>
                </a:moveTo>
                <a:lnTo>
                  <a:pt x="1591079" y="1424731"/>
                </a:lnTo>
                <a:cubicBezTo>
                  <a:pt x="1591233" y="1424731"/>
                  <a:pt x="1591541" y="1425039"/>
                  <a:pt x="1591541" y="1425039"/>
                </a:cubicBezTo>
                <a:lnTo>
                  <a:pt x="1595461" y="1431879"/>
                </a:lnTo>
                <a:cubicBezTo>
                  <a:pt x="1595537" y="1432033"/>
                  <a:pt x="1595461" y="1432417"/>
                  <a:pt x="1595461" y="1432417"/>
                </a:cubicBezTo>
                <a:lnTo>
                  <a:pt x="1591465" y="1439257"/>
                </a:lnTo>
                <a:cubicBezTo>
                  <a:pt x="1591389" y="1439487"/>
                  <a:pt x="1591003" y="1439565"/>
                  <a:pt x="1591003" y="1439565"/>
                </a:cubicBezTo>
                <a:lnTo>
                  <a:pt x="1583086" y="1439565"/>
                </a:lnTo>
                <a:cubicBezTo>
                  <a:pt x="1582933" y="1439565"/>
                  <a:pt x="1582627" y="1439257"/>
                  <a:pt x="1582627" y="1439257"/>
                </a:cubicBezTo>
                <a:lnTo>
                  <a:pt x="1578706" y="1432417"/>
                </a:lnTo>
                <a:cubicBezTo>
                  <a:pt x="1578629" y="1432263"/>
                  <a:pt x="1578706" y="1431879"/>
                  <a:pt x="1578706" y="1431879"/>
                </a:cubicBezTo>
                <a:lnTo>
                  <a:pt x="1582703" y="1425039"/>
                </a:lnTo>
                <a:cubicBezTo>
                  <a:pt x="1582781" y="1424809"/>
                  <a:pt x="1583164" y="1424731"/>
                  <a:pt x="1583164" y="1424731"/>
                </a:cubicBezTo>
                <a:close/>
                <a:moveTo>
                  <a:pt x="4784465" y="1423731"/>
                </a:moveTo>
                <a:lnTo>
                  <a:pt x="4793458" y="1423731"/>
                </a:lnTo>
                <a:cubicBezTo>
                  <a:pt x="4793688" y="1423731"/>
                  <a:pt x="4793995" y="1424039"/>
                  <a:pt x="4793995" y="1424039"/>
                </a:cubicBezTo>
                <a:lnTo>
                  <a:pt x="4798453" y="1431802"/>
                </a:lnTo>
                <a:cubicBezTo>
                  <a:pt x="4798607" y="1431955"/>
                  <a:pt x="4798453" y="1432415"/>
                  <a:pt x="4798453" y="1432415"/>
                </a:cubicBezTo>
                <a:lnTo>
                  <a:pt x="4793995" y="1440178"/>
                </a:lnTo>
                <a:cubicBezTo>
                  <a:pt x="4793920" y="1440332"/>
                  <a:pt x="4793458" y="1440485"/>
                  <a:pt x="4793458" y="1440485"/>
                </a:cubicBezTo>
                <a:lnTo>
                  <a:pt x="4784465" y="1440485"/>
                </a:lnTo>
                <a:cubicBezTo>
                  <a:pt x="4784235" y="1440485"/>
                  <a:pt x="4783927" y="1440178"/>
                  <a:pt x="4783927" y="1440178"/>
                </a:cubicBezTo>
                <a:lnTo>
                  <a:pt x="4779470" y="1432415"/>
                </a:lnTo>
                <a:cubicBezTo>
                  <a:pt x="4779316" y="1432261"/>
                  <a:pt x="4779470" y="1431802"/>
                  <a:pt x="4779470" y="1431802"/>
                </a:cubicBezTo>
                <a:lnTo>
                  <a:pt x="4783927" y="1424039"/>
                </a:lnTo>
                <a:cubicBezTo>
                  <a:pt x="4784003" y="1423885"/>
                  <a:pt x="4784465" y="1423731"/>
                  <a:pt x="4784465" y="1423731"/>
                </a:cubicBezTo>
                <a:close/>
                <a:moveTo>
                  <a:pt x="4875231" y="1422349"/>
                </a:moveTo>
                <a:lnTo>
                  <a:pt x="4885683" y="1422349"/>
                </a:lnTo>
                <a:cubicBezTo>
                  <a:pt x="4885912" y="1422349"/>
                  <a:pt x="4886298" y="1422732"/>
                  <a:pt x="4886298" y="1422732"/>
                </a:cubicBezTo>
                <a:lnTo>
                  <a:pt x="4891524" y="1431802"/>
                </a:lnTo>
                <a:cubicBezTo>
                  <a:pt x="4891678" y="1432033"/>
                  <a:pt x="4891524" y="1432570"/>
                  <a:pt x="4891524" y="1432570"/>
                </a:cubicBezTo>
                <a:lnTo>
                  <a:pt x="4886298" y="1441640"/>
                </a:lnTo>
                <a:cubicBezTo>
                  <a:pt x="4886220" y="1441869"/>
                  <a:pt x="4885683" y="1442023"/>
                  <a:pt x="4885683" y="1442023"/>
                </a:cubicBezTo>
                <a:lnTo>
                  <a:pt x="4875231" y="1442023"/>
                </a:lnTo>
                <a:cubicBezTo>
                  <a:pt x="4875000" y="1442023"/>
                  <a:pt x="4874616" y="1441640"/>
                  <a:pt x="4874616" y="1441640"/>
                </a:cubicBezTo>
                <a:lnTo>
                  <a:pt x="4869389" y="1432570"/>
                </a:lnTo>
                <a:cubicBezTo>
                  <a:pt x="4869236" y="1432341"/>
                  <a:pt x="4869389" y="1431802"/>
                  <a:pt x="4869389" y="1431802"/>
                </a:cubicBezTo>
                <a:lnTo>
                  <a:pt x="4874616" y="1422732"/>
                </a:lnTo>
                <a:cubicBezTo>
                  <a:pt x="4874692" y="1422503"/>
                  <a:pt x="4875231" y="1422349"/>
                  <a:pt x="4875231" y="1422349"/>
                </a:cubicBezTo>
                <a:close/>
                <a:moveTo>
                  <a:pt x="5423204" y="1420503"/>
                </a:moveTo>
                <a:lnTo>
                  <a:pt x="5435576" y="1420503"/>
                </a:lnTo>
                <a:cubicBezTo>
                  <a:pt x="5435884" y="1420503"/>
                  <a:pt x="5436345" y="1420965"/>
                  <a:pt x="5436345" y="1420965"/>
                </a:cubicBezTo>
                <a:lnTo>
                  <a:pt x="5442570" y="1431724"/>
                </a:lnTo>
                <a:cubicBezTo>
                  <a:pt x="5442724" y="1431955"/>
                  <a:pt x="5442570" y="1432570"/>
                  <a:pt x="5442570" y="1432570"/>
                </a:cubicBezTo>
                <a:lnTo>
                  <a:pt x="5436345" y="1443329"/>
                </a:lnTo>
                <a:cubicBezTo>
                  <a:pt x="5436191" y="1443637"/>
                  <a:pt x="5435576" y="1443791"/>
                  <a:pt x="5435576" y="1443791"/>
                </a:cubicBezTo>
                <a:lnTo>
                  <a:pt x="5423204" y="1443791"/>
                </a:lnTo>
                <a:cubicBezTo>
                  <a:pt x="5422896" y="1443791"/>
                  <a:pt x="5422435" y="1443329"/>
                  <a:pt x="5422435" y="1443329"/>
                </a:cubicBezTo>
                <a:lnTo>
                  <a:pt x="5416209" y="1432570"/>
                </a:lnTo>
                <a:cubicBezTo>
                  <a:pt x="5416056" y="1432339"/>
                  <a:pt x="5416209" y="1431724"/>
                  <a:pt x="5416209" y="1431724"/>
                </a:cubicBezTo>
                <a:lnTo>
                  <a:pt x="5422435" y="1420965"/>
                </a:lnTo>
                <a:cubicBezTo>
                  <a:pt x="5422589" y="1420657"/>
                  <a:pt x="5423204" y="1420503"/>
                  <a:pt x="5423204" y="1420503"/>
                </a:cubicBezTo>
                <a:close/>
                <a:moveTo>
                  <a:pt x="1763695" y="1420120"/>
                </a:moveTo>
                <a:lnTo>
                  <a:pt x="1776531" y="1420120"/>
                </a:lnTo>
                <a:cubicBezTo>
                  <a:pt x="1776838" y="1420120"/>
                  <a:pt x="1777300" y="1420581"/>
                  <a:pt x="1777300" y="1420581"/>
                </a:cubicBezTo>
                <a:lnTo>
                  <a:pt x="1783677" y="1431726"/>
                </a:lnTo>
                <a:cubicBezTo>
                  <a:pt x="1783831" y="1432033"/>
                  <a:pt x="1783677" y="1432646"/>
                  <a:pt x="1783677" y="1432646"/>
                </a:cubicBezTo>
                <a:lnTo>
                  <a:pt x="1777222" y="1443791"/>
                </a:lnTo>
                <a:cubicBezTo>
                  <a:pt x="1777068" y="1444098"/>
                  <a:pt x="1776453" y="1444252"/>
                  <a:pt x="1776453" y="1444252"/>
                </a:cubicBezTo>
                <a:lnTo>
                  <a:pt x="1763619" y="1444252"/>
                </a:lnTo>
                <a:cubicBezTo>
                  <a:pt x="1763311" y="1444252"/>
                  <a:pt x="1762850" y="1443791"/>
                  <a:pt x="1762850" y="1443791"/>
                </a:cubicBezTo>
                <a:lnTo>
                  <a:pt x="1756471" y="1432646"/>
                </a:lnTo>
                <a:cubicBezTo>
                  <a:pt x="1756317" y="1432341"/>
                  <a:pt x="1756471" y="1431726"/>
                  <a:pt x="1756471" y="1431726"/>
                </a:cubicBezTo>
                <a:lnTo>
                  <a:pt x="1762928" y="1420581"/>
                </a:lnTo>
                <a:cubicBezTo>
                  <a:pt x="1763080" y="1420274"/>
                  <a:pt x="1763695" y="1420120"/>
                  <a:pt x="1763695" y="1420120"/>
                </a:cubicBezTo>
                <a:close/>
                <a:moveTo>
                  <a:pt x="4050579" y="1419812"/>
                </a:moveTo>
                <a:lnTo>
                  <a:pt x="4063723" y="1419812"/>
                </a:lnTo>
                <a:cubicBezTo>
                  <a:pt x="4064028" y="1419812"/>
                  <a:pt x="4064490" y="1420274"/>
                  <a:pt x="4064490" y="1420274"/>
                </a:cubicBezTo>
                <a:lnTo>
                  <a:pt x="4071023" y="1431648"/>
                </a:lnTo>
                <a:cubicBezTo>
                  <a:pt x="4071176" y="1431955"/>
                  <a:pt x="4071023" y="1432570"/>
                  <a:pt x="4071023" y="1432570"/>
                </a:cubicBezTo>
                <a:lnTo>
                  <a:pt x="4064414" y="1443945"/>
                </a:lnTo>
                <a:cubicBezTo>
                  <a:pt x="4064261" y="1444252"/>
                  <a:pt x="4063645" y="1444406"/>
                  <a:pt x="4063645" y="1444406"/>
                </a:cubicBezTo>
                <a:lnTo>
                  <a:pt x="4050504" y="1444406"/>
                </a:lnTo>
                <a:cubicBezTo>
                  <a:pt x="4050196" y="1444406"/>
                  <a:pt x="4049734" y="1443945"/>
                  <a:pt x="4049734" y="1443945"/>
                </a:cubicBezTo>
                <a:lnTo>
                  <a:pt x="4043202" y="1432570"/>
                </a:lnTo>
                <a:cubicBezTo>
                  <a:pt x="4043048" y="1432263"/>
                  <a:pt x="4043202" y="1431648"/>
                  <a:pt x="4043202" y="1431648"/>
                </a:cubicBezTo>
                <a:lnTo>
                  <a:pt x="4049810" y="1420274"/>
                </a:lnTo>
                <a:cubicBezTo>
                  <a:pt x="4049964" y="1419966"/>
                  <a:pt x="4050579" y="1419812"/>
                  <a:pt x="4050579" y="1419812"/>
                </a:cubicBezTo>
                <a:close/>
                <a:moveTo>
                  <a:pt x="5788569" y="1419583"/>
                </a:moveTo>
                <a:lnTo>
                  <a:pt x="5802020" y="1419583"/>
                </a:lnTo>
                <a:cubicBezTo>
                  <a:pt x="5802403" y="1419583"/>
                  <a:pt x="5802865" y="1420044"/>
                  <a:pt x="5802865" y="1420044"/>
                </a:cubicBezTo>
                <a:lnTo>
                  <a:pt x="5809551" y="1431648"/>
                </a:lnTo>
                <a:cubicBezTo>
                  <a:pt x="5809705" y="1431879"/>
                  <a:pt x="5809551" y="1432570"/>
                  <a:pt x="5809551" y="1432570"/>
                </a:cubicBezTo>
                <a:lnTo>
                  <a:pt x="5802789" y="1444176"/>
                </a:lnTo>
                <a:cubicBezTo>
                  <a:pt x="5802557" y="1444484"/>
                  <a:pt x="5801944" y="1444637"/>
                  <a:pt x="5801944" y="1444637"/>
                </a:cubicBezTo>
                <a:lnTo>
                  <a:pt x="5788493" y="1444637"/>
                </a:lnTo>
                <a:cubicBezTo>
                  <a:pt x="5788109" y="1444637"/>
                  <a:pt x="5787648" y="1444176"/>
                  <a:pt x="5787648" y="1444176"/>
                </a:cubicBezTo>
                <a:lnTo>
                  <a:pt x="5780962" y="1432570"/>
                </a:lnTo>
                <a:cubicBezTo>
                  <a:pt x="5780808" y="1432341"/>
                  <a:pt x="5780962" y="1431648"/>
                  <a:pt x="5780962" y="1431648"/>
                </a:cubicBezTo>
                <a:lnTo>
                  <a:pt x="5787724" y="1420044"/>
                </a:lnTo>
                <a:cubicBezTo>
                  <a:pt x="5787955" y="1419736"/>
                  <a:pt x="5788569" y="1419583"/>
                  <a:pt x="5788569" y="1419583"/>
                </a:cubicBezTo>
                <a:close/>
                <a:moveTo>
                  <a:pt x="1671856" y="1419429"/>
                </a:moveTo>
                <a:lnTo>
                  <a:pt x="1685459" y="1419429"/>
                </a:lnTo>
                <a:cubicBezTo>
                  <a:pt x="1685842" y="1419429"/>
                  <a:pt x="1686303" y="1419890"/>
                  <a:pt x="1686303" y="1419890"/>
                </a:cubicBezTo>
                <a:lnTo>
                  <a:pt x="1693066" y="1431650"/>
                </a:lnTo>
                <a:cubicBezTo>
                  <a:pt x="1693222" y="1431955"/>
                  <a:pt x="1693066" y="1432648"/>
                  <a:pt x="1693066" y="1432648"/>
                </a:cubicBezTo>
                <a:lnTo>
                  <a:pt x="1686303" y="1444406"/>
                </a:lnTo>
                <a:cubicBezTo>
                  <a:pt x="1686150" y="1444713"/>
                  <a:pt x="1685459" y="1444867"/>
                  <a:pt x="1685459" y="1444867"/>
                </a:cubicBezTo>
                <a:lnTo>
                  <a:pt x="1671856" y="1444867"/>
                </a:lnTo>
                <a:cubicBezTo>
                  <a:pt x="1671470" y="1444867"/>
                  <a:pt x="1671009" y="1444406"/>
                  <a:pt x="1671009" y="1444406"/>
                </a:cubicBezTo>
                <a:lnTo>
                  <a:pt x="1664246" y="1432648"/>
                </a:lnTo>
                <a:cubicBezTo>
                  <a:pt x="1664093" y="1432341"/>
                  <a:pt x="1664246" y="1431650"/>
                  <a:pt x="1664246" y="1431650"/>
                </a:cubicBezTo>
                <a:lnTo>
                  <a:pt x="1671009" y="1419890"/>
                </a:lnTo>
                <a:cubicBezTo>
                  <a:pt x="1671163" y="1419583"/>
                  <a:pt x="1671856" y="1419429"/>
                  <a:pt x="1671856" y="1419429"/>
                </a:cubicBezTo>
                <a:close/>
                <a:moveTo>
                  <a:pt x="5605272" y="1418968"/>
                </a:moveTo>
                <a:lnTo>
                  <a:pt x="5619336" y="1418968"/>
                </a:lnTo>
                <a:cubicBezTo>
                  <a:pt x="5619644" y="1418968"/>
                  <a:pt x="5620183" y="1419429"/>
                  <a:pt x="5620183" y="1419429"/>
                </a:cubicBezTo>
                <a:lnTo>
                  <a:pt x="5627175" y="1431572"/>
                </a:lnTo>
                <a:cubicBezTo>
                  <a:pt x="5627330" y="1431879"/>
                  <a:pt x="5627175" y="1432570"/>
                  <a:pt x="5627175" y="1432570"/>
                </a:cubicBezTo>
                <a:lnTo>
                  <a:pt x="5620183" y="1444713"/>
                </a:lnTo>
                <a:cubicBezTo>
                  <a:pt x="5620029" y="1445021"/>
                  <a:pt x="5619336" y="1445175"/>
                  <a:pt x="5619336" y="1445175"/>
                </a:cubicBezTo>
                <a:lnTo>
                  <a:pt x="5605272" y="1445175"/>
                </a:lnTo>
                <a:cubicBezTo>
                  <a:pt x="5604964" y="1445175"/>
                  <a:pt x="5604427" y="1444713"/>
                  <a:pt x="5604427" y="1444713"/>
                </a:cubicBezTo>
                <a:lnTo>
                  <a:pt x="5597433" y="1432570"/>
                </a:lnTo>
                <a:cubicBezTo>
                  <a:pt x="5597280" y="1432263"/>
                  <a:pt x="5597433" y="1431572"/>
                  <a:pt x="5597433" y="1431572"/>
                </a:cubicBezTo>
                <a:lnTo>
                  <a:pt x="5604427" y="1419429"/>
                </a:lnTo>
                <a:cubicBezTo>
                  <a:pt x="5604581" y="1419197"/>
                  <a:pt x="5605272" y="1418968"/>
                  <a:pt x="5605272" y="1418968"/>
                </a:cubicBezTo>
                <a:close/>
                <a:moveTo>
                  <a:pt x="5330670" y="1418736"/>
                </a:moveTo>
                <a:lnTo>
                  <a:pt x="5345041" y="1418736"/>
                </a:lnTo>
                <a:cubicBezTo>
                  <a:pt x="5345349" y="1418736"/>
                  <a:pt x="5345886" y="1419273"/>
                  <a:pt x="5345886" y="1419273"/>
                </a:cubicBezTo>
                <a:lnTo>
                  <a:pt x="5353034" y="1431724"/>
                </a:lnTo>
                <a:cubicBezTo>
                  <a:pt x="5353188" y="1432031"/>
                  <a:pt x="5353034" y="1432724"/>
                  <a:pt x="5353034" y="1432724"/>
                </a:cubicBezTo>
                <a:lnTo>
                  <a:pt x="5345886" y="1445175"/>
                </a:lnTo>
                <a:cubicBezTo>
                  <a:pt x="5345733" y="1445482"/>
                  <a:pt x="5345041" y="1445712"/>
                  <a:pt x="5345041" y="1445712"/>
                </a:cubicBezTo>
                <a:lnTo>
                  <a:pt x="5330670" y="1445712"/>
                </a:lnTo>
                <a:cubicBezTo>
                  <a:pt x="5330362" y="1445712"/>
                  <a:pt x="5329825" y="1445175"/>
                  <a:pt x="5329825" y="1445175"/>
                </a:cubicBezTo>
                <a:lnTo>
                  <a:pt x="5322677" y="1432724"/>
                </a:lnTo>
                <a:cubicBezTo>
                  <a:pt x="5322523" y="1432417"/>
                  <a:pt x="5322677" y="1431724"/>
                  <a:pt x="5322677" y="1431724"/>
                </a:cubicBezTo>
                <a:lnTo>
                  <a:pt x="5329825" y="1419273"/>
                </a:lnTo>
                <a:cubicBezTo>
                  <a:pt x="5329979" y="1418966"/>
                  <a:pt x="5330670" y="1418736"/>
                  <a:pt x="5330670" y="1418736"/>
                </a:cubicBezTo>
                <a:close/>
                <a:moveTo>
                  <a:pt x="5238982" y="1418121"/>
                </a:moveTo>
                <a:lnTo>
                  <a:pt x="5253893" y="1418121"/>
                </a:lnTo>
                <a:cubicBezTo>
                  <a:pt x="5254277" y="1418121"/>
                  <a:pt x="5254816" y="1418658"/>
                  <a:pt x="5254816" y="1418658"/>
                </a:cubicBezTo>
                <a:lnTo>
                  <a:pt x="5262270" y="1431570"/>
                </a:lnTo>
                <a:cubicBezTo>
                  <a:pt x="5262423" y="1431878"/>
                  <a:pt x="5262270" y="1432646"/>
                  <a:pt x="5262270" y="1432646"/>
                </a:cubicBezTo>
                <a:lnTo>
                  <a:pt x="5254816" y="1445558"/>
                </a:lnTo>
                <a:cubicBezTo>
                  <a:pt x="5254584" y="1445866"/>
                  <a:pt x="5253893" y="1446096"/>
                  <a:pt x="5253893" y="1446096"/>
                </a:cubicBezTo>
                <a:lnTo>
                  <a:pt x="5238982" y="1446096"/>
                </a:lnTo>
                <a:cubicBezTo>
                  <a:pt x="5238599" y="1446096"/>
                  <a:pt x="5238062" y="1445558"/>
                  <a:pt x="5238062" y="1445558"/>
                </a:cubicBezTo>
                <a:lnTo>
                  <a:pt x="5230606" y="1432646"/>
                </a:lnTo>
                <a:cubicBezTo>
                  <a:pt x="5230453" y="1432339"/>
                  <a:pt x="5230606" y="1431570"/>
                  <a:pt x="5230606" y="1431570"/>
                </a:cubicBezTo>
                <a:lnTo>
                  <a:pt x="5238062" y="1418658"/>
                </a:lnTo>
                <a:cubicBezTo>
                  <a:pt x="5238292" y="1418351"/>
                  <a:pt x="5238982" y="1418121"/>
                  <a:pt x="5238982" y="1418121"/>
                </a:cubicBezTo>
                <a:close/>
                <a:moveTo>
                  <a:pt x="5696192" y="1417891"/>
                </a:moveTo>
                <a:lnTo>
                  <a:pt x="5711409" y="1417891"/>
                </a:lnTo>
                <a:cubicBezTo>
                  <a:pt x="5711793" y="1417891"/>
                  <a:pt x="5712332" y="1418428"/>
                  <a:pt x="5712332" y="1418428"/>
                </a:cubicBezTo>
                <a:lnTo>
                  <a:pt x="5719939" y="1431648"/>
                </a:lnTo>
                <a:cubicBezTo>
                  <a:pt x="5720171" y="1431955"/>
                  <a:pt x="5719939" y="1432724"/>
                  <a:pt x="5719939" y="1432724"/>
                </a:cubicBezTo>
                <a:lnTo>
                  <a:pt x="5712332" y="1445944"/>
                </a:lnTo>
                <a:cubicBezTo>
                  <a:pt x="5712178" y="1446251"/>
                  <a:pt x="5711409" y="1446481"/>
                  <a:pt x="5711409" y="1446481"/>
                </a:cubicBezTo>
                <a:lnTo>
                  <a:pt x="5696192" y="1446481"/>
                </a:lnTo>
                <a:cubicBezTo>
                  <a:pt x="5695807" y="1446481"/>
                  <a:pt x="5695270" y="1445944"/>
                  <a:pt x="5695270" y="1445944"/>
                </a:cubicBezTo>
                <a:lnTo>
                  <a:pt x="5687660" y="1432724"/>
                </a:lnTo>
                <a:cubicBezTo>
                  <a:pt x="5687431" y="1432417"/>
                  <a:pt x="5687660" y="1431648"/>
                  <a:pt x="5687660" y="1431648"/>
                </a:cubicBezTo>
                <a:lnTo>
                  <a:pt x="5695270" y="1418428"/>
                </a:lnTo>
                <a:cubicBezTo>
                  <a:pt x="5695421" y="1418121"/>
                  <a:pt x="5696192" y="1417891"/>
                  <a:pt x="5696192" y="1417891"/>
                </a:cubicBezTo>
                <a:close/>
                <a:moveTo>
                  <a:pt x="5513276" y="1417891"/>
                </a:moveTo>
                <a:lnTo>
                  <a:pt x="5528494" y="1417891"/>
                </a:lnTo>
                <a:cubicBezTo>
                  <a:pt x="5528877" y="1417891"/>
                  <a:pt x="5529415" y="1418428"/>
                  <a:pt x="5529415" y="1418428"/>
                </a:cubicBezTo>
                <a:lnTo>
                  <a:pt x="5537024" y="1431648"/>
                </a:lnTo>
                <a:cubicBezTo>
                  <a:pt x="5537256" y="1431955"/>
                  <a:pt x="5537024" y="1432724"/>
                  <a:pt x="5537024" y="1432724"/>
                </a:cubicBezTo>
                <a:lnTo>
                  <a:pt x="5529415" y="1445944"/>
                </a:lnTo>
                <a:cubicBezTo>
                  <a:pt x="5529261" y="1446251"/>
                  <a:pt x="5528494" y="1446481"/>
                  <a:pt x="5528494" y="1446481"/>
                </a:cubicBezTo>
                <a:lnTo>
                  <a:pt x="5513276" y="1446481"/>
                </a:lnTo>
                <a:cubicBezTo>
                  <a:pt x="5512892" y="1446481"/>
                  <a:pt x="5512354" y="1445944"/>
                  <a:pt x="5512354" y="1445944"/>
                </a:cubicBezTo>
                <a:lnTo>
                  <a:pt x="5504745" y="1432724"/>
                </a:lnTo>
                <a:cubicBezTo>
                  <a:pt x="5504514" y="1432417"/>
                  <a:pt x="5504745" y="1431648"/>
                  <a:pt x="5504745" y="1431648"/>
                </a:cubicBezTo>
                <a:lnTo>
                  <a:pt x="5512354" y="1418428"/>
                </a:lnTo>
                <a:cubicBezTo>
                  <a:pt x="5512508" y="1418121"/>
                  <a:pt x="5513276" y="1417891"/>
                  <a:pt x="5513276" y="1417891"/>
                </a:cubicBezTo>
                <a:close/>
                <a:moveTo>
                  <a:pt x="1853922" y="1417737"/>
                </a:moveTo>
                <a:lnTo>
                  <a:pt x="1869293" y="1417737"/>
                </a:lnTo>
                <a:cubicBezTo>
                  <a:pt x="1869676" y="1417737"/>
                  <a:pt x="1870215" y="1418275"/>
                  <a:pt x="1870215" y="1418275"/>
                </a:cubicBezTo>
                <a:lnTo>
                  <a:pt x="1877900" y="1431572"/>
                </a:lnTo>
                <a:cubicBezTo>
                  <a:pt x="1878130" y="1431879"/>
                  <a:pt x="1877900" y="1432646"/>
                  <a:pt x="1877900" y="1432646"/>
                </a:cubicBezTo>
                <a:lnTo>
                  <a:pt x="1870215" y="1445944"/>
                </a:lnTo>
                <a:cubicBezTo>
                  <a:pt x="1870061" y="1446251"/>
                  <a:pt x="1869293" y="1446481"/>
                  <a:pt x="1869293" y="1446481"/>
                </a:cubicBezTo>
                <a:lnTo>
                  <a:pt x="1853922" y="1446481"/>
                </a:lnTo>
                <a:cubicBezTo>
                  <a:pt x="1853537" y="1446481"/>
                  <a:pt x="1852999" y="1445944"/>
                  <a:pt x="1852999" y="1445944"/>
                </a:cubicBezTo>
                <a:lnTo>
                  <a:pt x="1845314" y="1432646"/>
                </a:lnTo>
                <a:cubicBezTo>
                  <a:pt x="1845084" y="1432341"/>
                  <a:pt x="1845314" y="1431572"/>
                  <a:pt x="1845314" y="1431572"/>
                </a:cubicBezTo>
                <a:lnTo>
                  <a:pt x="1852999" y="1418275"/>
                </a:lnTo>
                <a:cubicBezTo>
                  <a:pt x="1853153" y="1417967"/>
                  <a:pt x="1853922" y="1417737"/>
                  <a:pt x="1853922" y="1417737"/>
                </a:cubicBezTo>
                <a:close/>
                <a:moveTo>
                  <a:pt x="1944689" y="1416507"/>
                </a:moveTo>
                <a:lnTo>
                  <a:pt x="1961443" y="1416507"/>
                </a:lnTo>
                <a:cubicBezTo>
                  <a:pt x="1961827" y="1416507"/>
                  <a:pt x="1962442" y="1417122"/>
                  <a:pt x="1962442" y="1417122"/>
                </a:cubicBezTo>
                <a:lnTo>
                  <a:pt x="1970818" y="1431648"/>
                </a:lnTo>
                <a:cubicBezTo>
                  <a:pt x="1971050" y="1431955"/>
                  <a:pt x="1970818" y="1432800"/>
                  <a:pt x="1970818" y="1432800"/>
                </a:cubicBezTo>
                <a:lnTo>
                  <a:pt x="1962442" y="1447326"/>
                </a:lnTo>
                <a:cubicBezTo>
                  <a:pt x="1962210" y="1447711"/>
                  <a:pt x="1961827" y="1447941"/>
                  <a:pt x="1961443" y="1447941"/>
                </a:cubicBezTo>
                <a:lnTo>
                  <a:pt x="1944689" y="1447941"/>
                </a:lnTo>
                <a:cubicBezTo>
                  <a:pt x="1944303" y="1447941"/>
                  <a:pt x="1943688" y="1447326"/>
                  <a:pt x="1943688" y="1447326"/>
                </a:cubicBezTo>
                <a:lnTo>
                  <a:pt x="1935312" y="1432800"/>
                </a:lnTo>
                <a:cubicBezTo>
                  <a:pt x="1935080" y="1432493"/>
                  <a:pt x="1935312" y="1431648"/>
                  <a:pt x="1935312" y="1431648"/>
                </a:cubicBezTo>
                <a:lnTo>
                  <a:pt x="1943688" y="1417122"/>
                </a:lnTo>
                <a:cubicBezTo>
                  <a:pt x="1943920" y="1416737"/>
                  <a:pt x="1944303" y="1416507"/>
                  <a:pt x="1944689" y="1416507"/>
                </a:cubicBezTo>
                <a:close/>
                <a:moveTo>
                  <a:pt x="5145679" y="1414817"/>
                </a:moveTo>
                <a:lnTo>
                  <a:pt x="5164201" y="1414817"/>
                </a:lnTo>
                <a:cubicBezTo>
                  <a:pt x="5164663" y="1414817"/>
                  <a:pt x="5165124" y="1415125"/>
                  <a:pt x="5165356" y="1415508"/>
                </a:cubicBezTo>
                <a:lnTo>
                  <a:pt x="5174577" y="1431572"/>
                </a:lnTo>
                <a:cubicBezTo>
                  <a:pt x="5174809" y="1431955"/>
                  <a:pt x="5174809" y="1432495"/>
                  <a:pt x="5174577" y="1432878"/>
                </a:cubicBezTo>
                <a:lnTo>
                  <a:pt x="5165278" y="1448941"/>
                </a:lnTo>
                <a:cubicBezTo>
                  <a:pt x="5165048" y="1449403"/>
                  <a:pt x="5164587" y="1449633"/>
                  <a:pt x="5164126" y="1449633"/>
                </a:cubicBezTo>
                <a:lnTo>
                  <a:pt x="5145604" y="1449633"/>
                </a:lnTo>
                <a:cubicBezTo>
                  <a:pt x="5145142" y="1449633"/>
                  <a:pt x="5144681" y="1449325"/>
                  <a:pt x="5144451" y="1448941"/>
                </a:cubicBezTo>
                <a:lnTo>
                  <a:pt x="5135229" y="1432878"/>
                </a:lnTo>
                <a:cubicBezTo>
                  <a:pt x="5134998" y="1432495"/>
                  <a:pt x="5134998" y="1431955"/>
                  <a:pt x="5135229" y="1431572"/>
                </a:cubicBezTo>
                <a:lnTo>
                  <a:pt x="5144527" y="1415508"/>
                </a:lnTo>
                <a:cubicBezTo>
                  <a:pt x="5144759" y="1415049"/>
                  <a:pt x="5145218" y="1414817"/>
                  <a:pt x="5145679" y="1414817"/>
                </a:cubicBezTo>
                <a:close/>
                <a:moveTo>
                  <a:pt x="5053455" y="1413357"/>
                </a:moveTo>
                <a:lnTo>
                  <a:pt x="5073439" y="1413357"/>
                </a:lnTo>
                <a:cubicBezTo>
                  <a:pt x="5073977" y="1413357"/>
                  <a:pt x="5074437" y="1413587"/>
                  <a:pt x="5074667" y="1414048"/>
                </a:cubicBezTo>
                <a:lnTo>
                  <a:pt x="5084659" y="1431418"/>
                </a:lnTo>
                <a:cubicBezTo>
                  <a:pt x="5084889" y="1431802"/>
                  <a:pt x="5084889" y="1432341"/>
                  <a:pt x="5084659" y="1432802"/>
                </a:cubicBezTo>
                <a:lnTo>
                  <a:pt x="5074667" y="1450170"/>
                </a:lnTo>
                <a:cubicBezTo>
                  <a:pt x="5074437" y="1450555"/>
                  <a:pt x="5073899" y="1450863"/>
                  <a:pt x="5073439" y="1450863"/>
                </a:cubicBezTo>
                <a:lnTo>
                  <a:pt x="5053455" y="1450863"/>
                </a:lnTo>
                <a:cubicBezTo>
                  <a:pt x="5052918" y="1450863"/>
                  <a:pt x="5052456" y="1450631"/>
                  <a:pt x="5052227" y="1450170"/>
                </a:cubicBezTo>
                <a:lnTo>
                  <a:pt x="5042235" y="1432802"/>
                </a:lnTo>
                <a:cubicBezTo>
                  <a:pt x="5042005" y="1432417"/>
                  <a:pt x="5042005" y="1431879"/>
                  <a:pt x="5042235" y="1431418"/>
                </a:cubicBezTo>
                <a:lnTo>
                  <a:pt x="5052227" y="1414048"/>
                </a:lnTo>
                <a:cubicBezTo>
                  <a:pt x="5052456" y="1413665"/>
                  <a:pt x="5052994" y="1413357"/>
                  <a:pt x="5053455" y="1413357"/>
                </a:cubicBezTo>
                <a:close/>
                <a:moveTo>
                  <a:pt x="4961614" y="1412664"/>
                </a:moveTo>
                <a:lnTo>
                  <a:pt x="4982365" y="1412664"/>
                </a:lnTo>
                <a:cubicBezTo>
                  <a:pt x="4982824" y="1412664"/>
                  <a:pt x="4983363" y="1412972"/>
                  <a:pt x="4983593" y="1413433"/>
                </a:cubicBezTo>
                <a:lnTo>
                  <a:pt x="4993969" y="1431416"/>
                </a:lnTo>
                <a:cubicBezTo>
                  <a:pt x="4994200" y="1431878"/>
                  <a:pt x="4994200" y="1432417"/>
                  <a:pt x="4993969" y="1432878"/>
                </a:cubicBezTo>
                <a:lnTo>
                  <a:pt x="4983593" y="1450861"/>
                </a:lnTo>
                <a:cubicBezTo>
                  <a:pt x="4983363" y="1451322"/>
                  <a:pt x="4982902" y="1451630"/>
                  <a:pt x="4982365" y="1451630"/>
                </a:cubicBezTo>
                <a:lnTo>
                  <a:pt x="4961614" y="1451630"/>
                </a:lnTo>
                <a:cubicBezTo>
                  <a:pt x="4961153" y="1451630"/>
                  <a:pt x="4960616" y="1451322"/>
                  <a:pt x="4960384" y="1450861"/>
                </a:cubicBezTo>
                <a:lnTo>
                  <a:pt x="4950008" y="1432878"/>
                </a:lnTo>
                <a:cubicBezTo>
                  <a:pt x="4949779" y="1432417"/>
                  <a:pt x="4949779" y="1431878"/>
                  <a:pt x="4950008" y="1431416"/>
                </a:cubicBezTo>
                <a:lnTo>
                  <a:pt x="4960384" y="1413433"/>
                </a:lnTo>
                <a:cubicBezTo>
                  <a:pt x="4960616" y="1412972"/>
                  <a:pt x="4961075" y="1412664"/>
                  <a:pt x="4961614" y="1412664"/>
                </a:cubicBezTo>
                <a:close/>
                <a:moveTo>
                  <a:pt x="19359" y="1408361"/>
                </a:moveTo>
                <a:lnTo>
                  <a:pt x="44727" y="1408361"/>
                </a:lnTo>
                <a:cubicBezTo>
                  <a:pt x="45336" y="1408361"/>
                  <a:pt x="45949" y="1408744"/>
                  <a:pt x="46257" y="1409283"/>
                </a:cubicBezTo>
                <a:lnTo>
                  <a:pt x="58937" y="1431262"/>
                </a:lnTo>
                <a:cubicBezTo>
                  <a:pt x="59243" y="1431802"/>
                  <a:pt x="59243" y="1432493"/>
                  <a:pt x="58937" y="1433032"/>
                </a:cubicBezTo>
                <a:lnTo>
                  <a:pt x="46257" y="1455011"/>
                </a:lnTo>
                <a:cubicBezTo>
                  <a:pt x="45949" y="1455550"/>
                  <a:pt x="45336" y="1455934"/>
                  <a:pt x="44727" y="1455934"/>
                </a:cubicBezTo>
                <a:lnTo>
                  <a:pt x="19359" y="1455934"/>
                </a:lnTo>
                <a:cubicBezTo>
                  <a:pt x="18749" y="1455934"/>
                  <a:pt x="18128" y="1455550"/>
                  <a:pt x="17825" y="1455011"/>
                </a:cubicBezTo>
                <a:lnTo>
                  <a:pt x="5144" y="1433032"/>
                </a:lnTo>
                <a:cubicBezTo>
                  <a:pt x="4835" y="1432493"/>
                  <a:pt x="4835" y="1431802"/>
                  <a:pt x="5144" y="1431262"/>
                </a:cubicBezTo>
                <a:lnTo>
                  <a:pt x="17825" y="1409283"/>
                </a:lnTo>
                <a:cubicBezTo>
                  <a:pt x="18128" y="1408744"/>
                  <a:pt x="18749" y="1408361"/>
                  <a:pt x="19359" y="1408361"/>
                </a:cubicBezTo>
                <a:close/>
                <a:moveTo>
                  <a:pt x="3861133" y="1407669"/>
                </a:moveTo>
                <a:lnTo>
                  <a:pt x="3887264" y="1407669"/>
                </a:lnTo>
                <a:cubicBezTo>
                  <a:pt x="3887956" y="1407669"/>
                  <a:pt x="3888571" y="1408053"/>
                  <a:pt x="3888878" y="1408592"/>
                </a:cubicBezTo>
                <a:lnTo>
                  <a:pt x="3901944" y="1431264"/>
                </a:lnTo>
                <a:cubicBezTo>
                  <a:pt x="3902251" y="1431802"/>
                  <a:pt x="3902251" y="1432570"/>
                  <a:pt x="3901944" y="1433108"/>
                </a:cubicBezTo>
                <a:lnTo>
                  <a:pt x="3888878" y="1455780"/>
                </a:lnTo>
                <a:cubicBezTo>
                  <a:pt x="3888495" y="1456319"/>
                  <a:pt x="3887880" y="1456703"/>
                  <a:pt x="3887264" y="1456703"/>
                </a:cubicBezTo>
                <a:lnTo>
                  <a:pt x="3861133" y="1456703"/>
                </a:lnTo>
                <a:cubicBezTo>
                  <a:pt x="3860442" y="1456703"/>
                  <a:pt x="3859827" y="1456319"/>
                  <a:pt x="3859520" y="1455780"/>
                </a:cubicBezTo>
                <a:lnTo>
                  <a:pt x="3846454" y="1433108"/>
                </a:lnTo>
                <a:cubicBezTo>
                  <a:pt x="3846148" y="1432570"/>
                  <a:pt x="3846148" y="1431802"/>
                  <a:pt x="3846454" y="1431264"/>
                </a:cubicBezTo>
                <a:lnTo>
                  <a:pt x="3859520" y="1408592"/>
                </a:lnTo>
                <a:cubicBezTo>
                  <a:pt x="3859905" y="1408053"/>
                  <a:pt x="3860520" y="1407669"/>
                  <a:pt x="3861133" y="1407669"/>
                </a:cubicBezTo>
                <a:close/>
                <a:moveTo>
                  <a:pt x="1390519" y="1406363"/>
                </a:moveTo>
                <a:lnTo>
                  <a:pt x="1417959" y="1406363"/>
                </a:lnTo>
                <a:cubicBezTo>
                  <a:pt x="1418653" y="1406363"/>
                  <a:pt x="1419265" y="1406747"/>
                  <a:pt x="1419648" y="1407362"/>
                </a:cubicBezTo>
                <a:lnTo>
                  <a:pt x="1433405" y="1431186"/>
                </a:lnTo>
                <a:cubicBezTo>
                  <a:pt x="1433788" y="1431726"/>
                  <a:pt x="1433788" y="1432495"/>
                  <a:pt x="1433405" y="1433108"/>
                </a:cubicBezTo>
                <a:lnTo>
                  <a:pt x="1419648" y="1456934"/>
                </a:lnTo>
                <a:cubicBezTo>
                  <a:pt x="1419265" y="1457549"/>
                  <a:pt x="1418653" y="1457933"/>
                  <a:pt x="1417959" y="1457933"/>
                </a:cubicBezTo>
                <a:lnTo>
                  <a:pt x="1390519" y="1457933"/>
                </a:lnTo>
                <a:cubicBezTo>
                  <a:pt x="1389824" y="1457933"/>
                  <a:pt x="1389213" y="1457549"/>
                  <a:pt x="1388835" y="1456934"/>
                </a:cubicBezTo>
                <a:lnTo>
                  <a:pt x="1375077" y="1433108"/>
                </a:lnTo>
                <a:cubicBezTo>
                  <a:pt x="1374689" y="1432570"/>
                  <a:pt x="1374689" y="1431802"/>
                  <a:pt x="1375077" y="1431186"/>
                </a:cubicBezTo>
                <a:lnTo>
                  <a:pt x="1388835" y="1407362"/>
                </a:lnTo>
                <a:cubicBezTo>
                  <a:pt x="1389213" y="1406747"/>
                  <a:pt x="1389824" y="1406363"/>
                  <a:pt x="1390519" y="1406363"/>
                </a:cubicBezTo>
                <a:close/>
                <a:moveTo>
                  <a:pt x="200502" y="1404979"/>
                </a:moveTo>
                <a:lnTo>
                  <a:pt x="229480" y="1404979"/>
                </a:lnTo>
                <a:cubicBezTo>
                  <a:pt x="230170" y="1404979"/>
                  <a:pt x="230865" y="1405363"/>
                  <a:pt x="231247" y="1405978"/>
                </a:cubicBezTo>
                <a:lnTo>
                  <a:pt x="245699" y="1431111"/>
                </a:lnTo>
                <a:cubicBezTo>
                  <a:pt x="246078" y="1431802"/>
                  <a:pt x="246078" y="1432570"/>
                  <a:pt x="245699" y="1433186"/>
                </a:cubicBezTo>
                <a:lnTo>
                  <a:pt x="231169" y="1458316"/>
                </a:lnTo>
                <a:cubicBezTo>
                  <a:pt x="230788" y="1458931"/>
                  <a:pt x="230095" y="1459315"/>
                  <a:pt x="229400" y="1459315"/>
                </a:cubicBezTo>
                <a:lnTo>
                  <a:pt x="200423" y="1459315"/>
                </a:lnTo>
                <a:cubicBezTo>
                  <a:pt x="199735" y="1459315"/>
                  <a:pt x="199046" y="1458931"/>
                  <a:pt x="198663" y="1458316"/>
                </a:cubicBezTo>
                <a:lnTo>
                  <a:pt x="184215" y="1433186"/>
                </a:lnTo>
                <a:cubicBezTo>
                  <a:pt x="183828" y="1432493"/>
                  <a:pt x="183828" y="1431726"/>
                  <a:pt x="184215" y="1431111"/>
                </a:cubicBezTo>
                <a:lnTo>
                  <a:pt x="198735" y="1405978"/>
                </a:lnTo>
                <a:cubicBezTo>
                  <a:pt x="199120" y="1405363"/>
                  <a:pt x="199817" y="1404979"/>
                  <a:pt x="200502" y="1404979"/>
                </a:cubicBezTo>
                <a:close/>
                <a:moveTo>
                  <a:pt x="291499" y="1404134"/>
                </a:moveTo>
                <a:lnTo>
                  <a:pt x="321400" y="1404134"/>
                </a:lnTo>
                <a:cubicBezTo>
                  <a:pt x="322165" y="1404134"/>
                  <a:pt x="322858" y="1404596"/>
                  <a:pt x="323246" y="1405211"/>
                </a:cubicBezTo>
                <a:lnTo>
                  <a:pt x="338147" y="1431111"/>
                </a:lnTo>
                <a:cubicBezTo>
                  <a:pt x="338538" y="1431726"/>
                  <a:pt x="338538" y="1432570"/>
                  <a:pt x="338147" y="1433186"/>
                </a:cubicBezTo>
                <a:lnTo>
                  <a:pt x="323246" y="1459085"/>
                </a:lnTo>
                <a:cubicBezTo>
                  <a:pt x="322858" y="1459776"/>
                  <a:pt x="322165" y="1460162"/>
                  <a:pt x="321400" y="1460162"/>
                </a:cubicBezTo>
                <a:lnTo>
                  <a:pt x="291499" y="1460162"/>
                </a:lnTo>
                <a:cubicBezTo>
                  <a:pt x="290739" y="1460162"/>
                  <a:pt x="290044" y="1459700"/>
                  <a:pt x="289657" y="1459085"/>
                </a:cubicBezTo>
                <a:lnTo>
                  <a:pt x="274746" y="1433186"/>
                </a:lnTo>
                <a:cubicBezTo>
                  <a:pt x="274364" y="1432570"/>
                  <a:pt x="274364" y="1431726"/>
                  <a:pt x="274746" y="1431111"/>
                </a:cubicBezTo>
                <a:lnTo>
                  <a:pt x="289657" y="1405211"/>
                </a:lnTo>
                <a:cubicBezTo>
                  <a:pt x="290044" y="1404518"/>
                  <a:pt x="290739" y="1404134"/>
                  <a:pt x="291499" y="1404134"/>
                </a:cubicBezTo>
                <a:close/>
                <a:moveTo>
                  <a:pt x="1480179" y="1403058"/>
                </a:moveTo>
                <a:lnTo>
                  <a:pt x="1511229" y="1403058"/>
                </a:lnTo>
                <a:cubicBezTo>
                  <a:pt x="1511996" y="1403058"/>
                  <a:pt x="1512765" y="1403441"/>
                  <a:pt x="1513151" y="1404134"/>
                </a:cubicBezTo>
                <a:lnTo>
                  <a:pt x="1528675" y="1431033"/>
                </a:lnTo>
                <a:cubicBezTo>
                  <a:pt x="1529058" y="1431726"/>
                  <a:pt x="1529058" y="1432570"/>
                  <a:pt x="1528675" y="1433262"/>
                </a:cubicBezTo>
                <a:lnTo>
                  <a:pt x="1513151" y="1460162"/>
                </a:lnTo>
                <a:cubicBezTo>
                  <a:pt x="1512689" y="1460775"/>
                  <a:pt x="1511996" y="1461236"/>
                  <a:pt x="1511229" y="1461236"/>
                </a:cubicBezTo>
                <a:lnTo>
                  <a:pt x="1480179" y="1461236"/>
                </a:lnTo>
                <a:cubicBezTo>
                  <a:pt x="1479410" y="1461236"/>
                  <a:pt x="1478643" y="1460853"/>
                  <a:pt x="1478257" y="1460162"/>
                </a:cubicBezTo>
                <a:lnTo>
                  <a:pt x="1462733" y="1433262"/>
                </a:lnTo>
                <a:cubicBezTo>
                  <a:pt x="1462348" y="1432570"/>
                  <a:pt x="1462348" y="1431726"/>
                  <a:pt x="1462733" y="1431033"/>
                </a:cubicBezTo>
                <a:lnTo>
                  <a:pt x="1478257" y="1404134"/>
                </a:lnTo>
                <a:cubicBezTo>
                  <a:pt x="1478719" y="1403519"/>
                  <a:pt x="1479410" y="1403058"/>
                  <a:pt x="1480179" y="1403058"/>
                </a:cubicBezTo>
                <a:close/>
                <a:moveTo>
                  <a:pt x="106740" y="1400829"/>
                </a:moveTo>
                <a:lnTo>
                  <a:pt x="140175" y="1400829"/>
                </a:lnTo>
                <a:cubicBezTo>
                  <a:pt x="141018" y="1400829"/>
                  <a:pt x="141789" y="1401290"/>
                  <a:pt x="142250" y="1401981"/>
                </a:cubicBezTo>
                <a:lnTo>
                  <a:pt x="158925" y="1430957"/>
                </a:lnTo>
                <a:cubicBezTo>
                  <a:pt x="159388" y="1431724"/>
                  <a:pt x="159388" y="1432646"/>
                  <a:pt x="158925" y="1433337"/>
                </a:cubicBezTo>
                <a:lnTo>
                  <a:pt x="142172" y="1462313"/>
                </a:lnTo>
                <a:cubicBezTo>
                  <a:pt x="141711" y="1463004"/>
                  <a:pt x="140946" y="1463465"/>
                  <a:pt x="140097" y="1463465"/>
                </a:cubicBezTo>
                <a:lnTo>
                  <a:pt x="106664" y="1463465"/>
                </a:lnTo>
                <a:cubicBezTo>
                  <a:pt x="105821" y="1463465"/>
                  <a:pt x="105048" y="1463004"/>
                  <a:pt x="104589" y="1462313"/>
                </a:cubicBezTo>
                <a:lnTo>
                  <a:pt x="87912" y="1433337"/>
                </a:lnTo>
                <a:cubicBezTo>
                  <a:pt x="87451" y="1432570"/>
                  <a:pt x="87451" y="1431648"/>
                  <a:pt x="87912" y="1430957"/>
                </a:cubicBezTo>
                <a:lnTo>
                  <a:pt x="104665" y="1401981"/>
                </a:lnTo>
                <a:cubicBezTo>
                  <a:pt x="105130" y="1401290"/>
                  <a:pt x="105895" y="1400829"/>
                  <a:pt x="106740" y="1400829"/>
                </a:cubicBezTo>
                <a:close/>
                <a:moveTo>
                  <a:pt x="2133519" y="1348107"/>
                </a:moveTo>
                <a:lnTo>
                  <a:pt x="2138592" y="1348107"/>
                </a:lnTo>
                <a:cubicBezTo>
                  <a:pt x="2138744" y="1348107"/>
                  <a:pt x="2138900" y="1348261"/>
                  <a:pt x="2138900" y="1348261"/>
                </a:cubicBezTo>
                <a:lnTo>
                  <a:pt x="2141434" y="1352641"/>
                </a:lnTo>
                <a:cubicBezTo>
                  <a:pt x="2141434" y="1352795"/>
                  <a:pt x="2141434" y="1353026"/>
                  <a:pt x="2141434" y="1353026"/>
                </a:cubicBezTo>
                <a:lnTo>
                  <a:pt x="2138900" y="1357406"/>
                </a:lnTo>
                <a:cubicBezTo>
                  <a:pt x="2138822" y="1357560"/>
                  <a:pt x="2138592" y="1357560"/>
                  <a:pt x="2138592" y="1357560"/>
                </a:cubicBezTo>
                <a:lnTo>
                  <a:pt x="2133519" y="1357560"/>
                </a:lnTo>
                <a:cubicBezTo>
                  <a:pt x="2133366" y="1357560"/>
                  <a:pt x="2133212" y="1357406"/>
                  <a:pt x="2133212" y="1357406"/>
                </a:cubicBezTo>
                <a:lnTo>
                  <a:pt x="2130675" y="1353026"/>
                </a:lnTo>
                <a:cubicBezTo>
                  <a:pt x="2130675" y="1352872"/>
                  <a:pt x="2130675" y="1352641"/>
                  <a:pt x="2130675" y="1352641"/>
                </a:cubicBezTo>
                <a:lnTo>
                  <a:pt x="2133212" y="1348261"/>
                </a:lnTo>
                <a:cubicBezTo>
                  <a:pt x="2133288" y="1348107"/>
                  <a:pt x="2133519" y="1348107"/>
                  <a:pt x="2133519" y="1348107"/>
                </a:cubicBezTo>
                <a:close/>
                <a:moveTo>
                  <a:pt x="2499194" y="1347646"/>
                </a:moveTo>
                <a:lnTo>
                  <a:pt x="2504728" y="1347646"/>
                </a:lnTo>
                <a:cubicBezTo>
                  <a:pt x="2504804" y="1347646"/>
                  <a:pt x="2505036" y="1347875"/>
                  <a:pt x="2505036" y="1347875"/>
                </a:cubicBezTo>
                <a:lnTo>
                  <a:pt x="2507802" y="1352641"/>
                </a:lnTo>
                <a:cubicBezTo>
                  <a:pt x="2507802" y="1352719"/>
                  <a:pt x="2507802" y="1353026"/>
                  <a:pt x="2507802" y="1353026"/>
                </a:cubicBezTo>
                <a:lnTo>
                  <a:pt x="2505036" y="1357791"/>
                </a:lnTo>
                <a:cubicBezTo>
                  <a:pt x="2504958" y="1358021"/>
                  <a:pt x="2504728" y="1358021"/>
                  <a:pt x="2504728" y="1358021"/>
                </a:cubicBezTo>
                <a:lnTo>
                  <a:pt x="2499194" y="1358021"/>
                </a:lnTo>
                <a:cubicBezTo>
                  <a:pt x="2499118" y="1358021"/>
                  <a:pt x="2498888" y="1357791"/>
                  <a:pt x="2498888" y="1357791"/>
                </a:cubicBezTo>
                <a:lnTo>
                  <a:pt x="2496120" y="1353026"/>
                </a:lnTo>
                <a:cubicBezTo>
                  <a:pt x="2496120" y="1352948"/>
                  <a:pt x="2496120" y="1352641"/>
                  <a:pt x="2496120" y="1352641"/>
                </a:cubicBezTo>
                <a:lnTo>
                  <a:pt x="2498888" y="1347875"/>
                </a:lnTo>
                <a:cubicBezTo>
                  <a:pt x="2498964" y="1347646"/>
                  <a:pt x="2499194" y="1347646"/>
                  <a:pt x="2499194" y="1347646"/>
                </a:cubicBezTo>
                <a:close/>
                <a:moveTo>
                  <a:pt x="1675620" y="1347262"/>
                </a:moveTo>
                <a:lnTo>
                  <a:pt x="1681616" y="1347262"/>
                </a:lnTo>
                <a:cubicBezTo>
                  <a:pt x="1681770" y="1347262"/>
                  <a:pt x="1681999" y="1347492"/>
                  <a:pt x="1681999" y="1347492"/>
                </a:cubicBezTo>
                <a:lnTo>
                  <a:pt x="1684997" y="1352643"/>
                </a:lnTo>
                <a:cubicBezTo>
                  <a:pt x="1685073" y="1352719"/>
                  <a:pt x="1684997" y="1353026"/>
                  <a:pt x="1684997" y="1353026"/>
                </a:cubicBezTo>
                <a:lnTo>
                  <a:pt x="1681999" y="1358175"/>
                </a:lnTo>
                <a:cubicBezTo>
                  <a:pt x="1681924" y="1358329"/>
                  <a:pt x="1681616" y="1358407"/>
                  <a:pt x="1681616" y="1358407"/>
                </a:cubicBezTo>
                <a:lnTo>
                  <a:pt x="1675620" y="1358407"/>
                </a:lnTo>
                <a:cubicBezTo>
                  <a:pt x="1675467" y="1358407"/>
                  <a:pt x="1675237" y="1358175"/>
                  <a:pt x="1675237" y="1358175"/>
                </a:cubicBezTo>
                <a:lnTo>
                  <a:pt x="1672239" y="1353026"/>
                </a:lnTo>
                <a:cubicBezTo>
                  <a:pt x="1672163" y="1352950"/>
                  <a:pt x="1672239" y="1352643"/>
                  <a:pt x="1672239" y="1352643"/>
                </a:cubicBezTo>
                <a:lnTo>
                  <a:pt x="1675237" y="1347492"/>
                </a:lnTo>
                <a:cubicBezTo>
                  <a:pt x="1675313" y="1347338"/>
                  <a:pt x="1675620" y="1347262"/>
                  <a:pt x="1675620" y="1347262"/>
                </a:cubicBezTo>
                <a:close/>
                <a:moveTo>
                  <a:pt x="4877305" y="1346955"/>
                </a:moveTo>
                <a:lnTo>
                  <a:pt x="4883607" y="1346955"/>
                </a:lnTo>
                <a:cubicBezTo>
                  <a:pt x="4883761" y="1346955"/>
                  <a:pt x="4883991" y="1347184"/>
                  <a:pt x="4883991" y="1347184"/>
                </a:cubicBezTo>
                <a:lnTo>
                  <a:pt x="4887142" y="1352643"/>
                </a:lnTo>
                <a:cubicBezTo>
                  <a:pt x="4887218" y="1352796"/>
                  <a:pt x="4887142" y="1353102"/>
                  <a:pt x="4887142" y="1353102"/>
                </a:cubicBezTo>
                <a:lnTo>
                  <a:pt x="4883991" y="1358560"/>
                </a:lnTo>
                <a:cubicBezTo>
                  <a:pt x="4883913" y="1358714"/>
                  <a:pt x="4883607" y="1358790"/>
                  <a:pt x="4883607" y="1358790"/>
                </a:cubicBezTo>
                <a:lnTo>
                  <a:pt x="4877305" y="1358790"/>
                </a:lnTo>
                <a:cubicBezTo>
                  <a:pt x="4877151" y="1358790"/>
                  <a:pt x="4876921" y="1358560"/>
                  <a:pt x="4876921" y="1358560"/>
                </a:cubicBezTo>
                <a:lnTo>
                  <a:pt x="4873769" y="1353102"/>
                </a:lnTo>
                <a:cubicBezTo>
                  <a:pt x="4873694" y="1352950"/>
                  <a:pt x="4873769" y="1352643"/>
                  <a:pt x="4873769" y="1352643"/>
                </a:cubicBezTo>
                <a:lnTo>
                  <a:pt x="4876921" y="1347184"/>
                </a:lnTo>
                <a:cubicBezTo>
                  <a:pt x="4876997" y="1347033"/>
                  <a:pt x="4877305" y="1346955"/>
                  <a:pt x="4877305" y="1346955"/>
                </a:cubicBezTo>
                <a:close/>
                <a:moveTo>
                  <a:pt x="1766463" y="1346032"/>
                </a:moveTo>
                <a:lnTo>
                  <a:pt x="1773764" y="1346032"/>
                </a:lnTo>
                <a:cubicBezTo>
                  <a:pt x="1773994" y="1346032"/>
                  <a:pt x="1774226" y="1346262"/>
                  <a:pt x="1774226" y="1346262"/>
                </a:cubicBezTo>
                <a:lnTo>
                  <a:pt x="1777915" y="1352565"/>
                </a:lnTo>
                <a:cubicBezTo>
                  <a:pt x="1777991" y="1352719"/>
                  <a:pt x="1777915" y="1353102"/>
                  <a:pt x="1777915" y="1353102"/>
                </a:cubicBezTo>
                <a:lnTo>
                  <a:pt x="1774226" y="1359405"/>
                </a:lnTo>
                <a:cubicBezTo>
                  <a:pt x="1774148" y="1359559"/>
                  <a:pt x="1773764" y="1359635"/>
                  <a:pt x="1773764" y="1359635"/>
                </a:cubicBezTo>
                <a:lnTo>
                  <a:pt x="1766463" y="1359635"/>
                </a:lnTo>
                <a:cubicBezTo>
                  <a:pt x="1766233" y="1359635"/>
                  <a:pt x="1766001" y="1359405"/>
                  <a:pt x="1766001" y="1359405"/>
                </a:cubicBezTo>
                <a:lnTo>
                  <a:pt x="1762313" y="1353102"/>
                </a:lnTo>
                <a:cubicBezTo>
                  <a:pt x="1762235" y="1352948"/>
                  <a:pt x="1762313" y="1352565"/>
                  <a:pt x="1762313" y="1352565"/>
                </a:cubicBezTo>
                <a:lnTo>
                  <a:pt x="1766001" y="1346262"/>
                </a:lnTo>
                <a:cubicBezTo>
                  <a:pt x="1766079" y="1346110"/>
                  <a:pt x="1766463" y="1346032"/>
                  <a:pt x="1766463" y="1346032"/>
                </a:cubicBezTo>
                <a:close/>
                <a:moveTo>
                  <a:pt x="4967378" y="1344340"/>
                </a:moveTo>
                <a:lnTo>
                  <a:pt x="4976524" y="1344340"/>
                </a:lnTo>
                <a:cubicBezTo>
                  <a:pt x="4976755" y="1344340"/>
                  <a:pt x="4977061" y="1344648"/>
                  <a:pt x="4977061" y="1344648"/>
                </a:cubicBezTo>
                <a:lnTo>
                  <a:pt x="4981596" y="1352565"/>
                </a:lnTo>
                <a:cubicBezTo>
                  <a:pt x="4981750" y="1352717"/>
                  <a:pt x="4981596" y="1353178"/>
                  <a:pt x="4981596" y="1353178"/>
                </a:cubicBezTo>
                <a:lnTo>
                  <a:pt x="4977061" y="1361095"/>
                </a:lnTo>
                <a:cubicBezTo>
                  <a:pt x="4976984" y="1361249"/>
                  <a:pt x="4976524" y="1361402"/>
                  <a:pt x="4976524" y="1361402"/>
                </a:cubicBezTo>
                <a:lnTo>
                  <a:pt x="4967378" y="1361402"/>
                </a:lnTo>
                <a:cubicBezTo>
                  <a:pt x="4967146" y="1361402"/>
                  <a:pt x="4966841" y="1361095"/>
                  <a:pt x="4966841" y="1361095"/>
                </a:cubicBezTo>
                <a:lnTo>
                  <a:pt x="4962305" y="1353178"/>
                </a:lnTo>
                <a:cubicBezTo>
                  <a:pt x="4962151" y="1353024"/>
                  <a:pt x="4962305" y="1352565"/>
                  <a:pt x="4962305" y="1352565"/>
                </a:cubicBezTo>
                <a:lnTo>
                  <a:pt x="4966841" y="1344648"/>
                </a:lnTo>
                <a:cubicBezTo>
                  <a:pt x="4966916" y="1344494"/>
                  <a:pt x="4967378" y="1344340"/>
                  <a:pt x="4967378" y="1344340"/>
                </a:cubicBezTo>
                <a:close/>
                <a:moveTo>
                  <a:pt x="2222670" y="1343725"/>
                </a:moveTo>
                <a:lnTo>
                  <a:pt x="2232355" y="1343725"/>
                </a:lnTo>
                <a:cubicBezTo>
                  <a:pt x="2232584" y="1343725"/>
                  <a:pt x="2232970" y="1344033"/>
                  <a:pt x="2232970" y="1344033"/>
                </a:cubicBezTo>
                <a:lnTo>
                  <a:pt x="2237811" y="1352409"/>
                </a:lnTo>
                <a:cubicBezTo>
                  <a:pt x="2237965" y="1352641"/>
                  <a:pt x="2237811" y="1353102"/>
                  <a:pt x="2237811" y="1353102"/>
                </a:cubicBezTo>
                <a:lnTo>
                  <a:pt x="2232970" y="1361478"/>
                </a:lnTo>
                <a:cubicBezTo>
                  <a:pt x="2232816" y="1361632"/>
                  <a:pt x="2232355" y="1361786"/>
                  <a:pt x="2232355" y="1361786"/>
                </a:cubicBezTo>
                <a:lnTo>
                  <a:pt x="2222670" y="1361786"/>
                </a:lnTo>
                <a:cubicBezTo>
                  <a:pt x="2222441" y="1361786"/>
                  <a:pt x="2222055" y="1361478"/>
                  <a:pt x="2222055" y="1361478"/>
                </a:cubicBezTo>
                <a:lnTo>
                  <a:pt x="2217214" y="1353102"/>
                </a:lnTo>
                <a:cubicBezTo>
                  <a:pt x="2217060" y="1352870"/>
                  <a:pt x="2217214" y="1352409"/>
                  <a:pt x="2217214" y="1352409"/>
                </a:cubicBezTo>
                <a:lnTo>
                  <a:pt x="2222055" y="1344033"/>
                </a:lnTo>
                <a:cubicBezTo>
                  <a:pt x="2222209" y="1343879"/>
                  <a:pt x="2222670" y="1343725"/>
                  <a:pt x="2222670" y="1343725"/>
                </a:cubicBezTo>
                <a:close/>
                <a:moveTo>
                  <a:pt x="1856382" y="1343034"/>
                </a:moveTo>
                <a:lnTo>
                  <a:pt x="1866834" y="1343034"/>
                </a:lnTo>
                <a:cubicBezTo>
                  <a:pt x="1867064" y="1343034"/>
                  <a:pt x="1867449" y="1343418"/>
                  <a:pt x="1867449" y="1343418"/>
                </a:cubicBezTo>
                <a:lnTo>
                  <a:pt x="1872676" y="1352487"/>
                </a:lnTo>
                <a:cubicBezTo>
                  <a:pt x="1872829" y="1352719"/>
                  <a:pt x="1872676" y="1353256"/>
                  <a:pt x="1872676" y="1353256"/>
                </a:cubicBezTo>
                <a:lnTo>
                  <a:pt x="1867449" y="1362325"/>
                </a:lnTo>
                <a:cubicBezTo>
                  <a:pt x="1867371" y="1362555"/>
                  <a:pt x="1866834" y="1362709"/>
                  <a:pt x="1866834" y="1362709"/>
                </a:cubicBezTo>
                <a:lnTo>
                  <a:pt x="1856382" y="1362709"/>
                </a:lnTo>
                <a:cubicBezTo>
                  <a:pt x="1856151" y="1362709"/>
                  <a:pt x="1855767" y="1362325"/>
                  <a:pt x="1855767" y="1362325"/>
                </a:cubicBezTo>
                <a:lnTo>
                  <a:pt x="1850541" y="1353256"/>
                </a:lnTo>
                <a:cubicBezTo>
                  <a:pt x="1850387" y="1353026"/>
                  <a:pt x="1850541" y="1352487"/>
                  <a:pt x="1850541" y="1352487"/>
                </a:cubicBezTo>
                <a:lnTo>
                  <a:pt x="1855767" y="1343418"/>
                </a:lnTo>
                <a:cubicBezTo>
                  <a:pt x="1855843" y="1343188"/>
                  <a:pt x="1856382" y="1343034"/>
                  <a:pt x="1856382" y="1343034"/>
                </a:cubicBezTo>
                <a:close/>
                <a:moveTo>
                  <a:pt x="2038757" y="1342112"/>
                </a:moveTo>
                <a:lnTo>
                  <a:pt x="2050284" y="1342112"/>
                </a:lnTo>
                <a:cubicBezTo>
                  <a:pt x="2050594" y="1342112"/>
                  <a:pt x="2050977" y="1342495"/>
                  <a:pt x="2050977" y="1342495"/>
                </a:cubicBezTo>
                <a:lnTo>
                  <a:pt x="2056741" y="1352487"/>
                </a:lnTo>
                <a:cubicBezTo>
                  <a:pt x="2056895" y="1352795"/>
                  <a:pt x="2056741" y="1353332"/>
                  <a:pt x="2056741" y="1353332"/>
                </a:cubicBezTo>
                <a:lnTo>
                  <a:pt x="2050977" y="1363324"/>
                </a:lnTo>
                <a:cubicBezTo>
                  <a:pt x="2050824" y="1363553"/>
                  <a:pt x="2050284" y="1363707"/>
                  <a:pt x="2050284" y="1363707"/>
                </a:cubicBezTo>
                <a:lnTo>
                  <a:pt x="2038757" y="1363707"/>
                </a:lnTo>
                <a:cubicBezTo>
                  <a:pt x="2038449" y="1363707"/>
                  <a:pt x="2038065" y="1363324"/>
                  <a:pt x="2038065" y="1363324"/>
                </a:cubicBezTo>
                <a:lnTo>
                  <a:pt x="2032302" y="1353332"/>
                </a:lnTo>
                <a:cubicBezTo>
                  <a:pt x="2032148" y="1353024"/>
                  <a:pt x="2032302" y="1352487"/>
                  <a:pt x="2032302" y="1352487"/>
                </a:cubicBezTo>
                <a:lnTo>
                  <a:pt x="2038065" y="1342495"/>
                </a:lnTo>
                <a:cubicBezTo>
                  <a:pt x="2038219" y="1342265"/>
                  <a:pt x="2038757" y="1342112"/>
                  <a:pt x="2038757" y="1342112"/>
                </a:cubicBezTo>
                <a:close/>
                <a:moveTo>
                  <a:pt x="5057606" y="1341958"/>
                </a:moveTo>
                <a:lnTo>
                  <a:pt x="5069287" y="1341958"/>
                </a:lnTo>
                <a:cubicBezTo>
                  <a:pt x="5069594" y="1341958"/>
                  <a:pt x="5069978" y="1342341"/>
                  <a:pt x="5069978" y="1342341"/>
                </a:cubicBezTo>
                <a:lnTo>
                  <a:pt x="5075820" y="1352409"/>
                </a:lnTo>
                <a:cubicBezTo>
                  <a:pt x="5075973" y="1352717"/>
                  <a:pt x="5075820" y="1353256"/>
                  <a:pt x="5075820" y="1353256"/>
                </a:cubicBezTo>
                <a:lnTo>
                  <a:pt x="5069978" y="1363324"/>
                </a:lnTo>
                <a:cubicBezTo>
                  <a:pt x="5069824" y="1363553"/>
                  <a:pt x="5069287" y="1363707"/>
                  <a:pt x="5069287" y="1363707"/>
                </a:cubicBezTo>
                <a:lnTo>
                  <a:pt x="5057606" y="1363707"/>
                </a:lnTo>
                <a:cubicBezTo>
                  <a:pt x="5057298" y="1363707"/>
                  <a:pt x="5056914" y="1363324"/>
                  <a:pt x="5056914" y="1363324"/>
                </a:cubicBezTo>
                <a:lnTo>
                  <a:pt x="5051072" y="1353256"/>
                </a:lnTo>
                <a:cubicBezTo>
                  <a:pt x="5050919" y="1352948"/>
                  <a:pt x="5051072" y="1352409"/>
                  <a:pt x="5051072" y="1352409"/>
                </a:cubicBezTo>
                <a:lnTo>
                  <a:pt x="5056914" y="1342341"/>
                </a:lnTo>
                <a:cubicBezTo>
                  <a:pt x="5057068" y="1342112"/>
                  <a:pt x="5057606" y="1341958"/>
                  <a:pt x="5057606" y="1341958"/>
                </a:cubicBezTo>
                <a:close/>
                <a:moveTo>
                  <a:pt x="5514967" y="1341804"/>
                </a:moveTo>
                <a:lnTo>
                  <a:pt x="5526726" y="1341804"/>
                </a:lnTo>
                <a:cubicBezTo>
                  <a:pt x="5526958" y="1341804"/>
                  <a:pt x="5527418" y="1342188"/>
                  <a:pt x="5527418" y="1342188"/>
                </a:cubicBezTo>
                <a:lnTo>
                  <a:pt x="5533336" y="1352409"/>
                </a:lnTo>
                <a:cubicBezTo>
                  <a:pt x="5533489" y="1352641"/>
                  <a:pt x="5533336" y="1353256"/>
                  <a:pt x="5533336" y="1353256"/>
                </a:cubicBezTo>
                <a:lnTo>
                  <a:pt x="5527418" y="1363478"/>
                </a:lnTo>
                <a:cubicBezTo>
                  <a:pt x="5527264" y="1363707"/>
                  <a:pt x="5526726" y="1363861"/>
                  <a:pt x="5526726" y="1363861"/>
                </a:cubicBezTo>
                <a:lnTo>
                  <a:pt x="5514967" y="1363861"/>
                </a:lnTo>
                <a:cubicBezTo>
                  <a:pt x="5514737" y="1363861"/>
                  <a:pt x="5514276" y="1363478"/>
                  <a:pt x="5514276" y="1363478"/>
                </a:cubicBezTo>
                <a:lnTo>
                  <a:pt x="5508359" y="1353256"/>
                </a:lnTo>
                <a:cubicBezTo>
                  <a:pt x="5508204" y="1353024"/>
                  <a:pt x="5508359" y="1352409"/>
                  <a:pt x="5508359" y="1352409"/>
                </a:cubicBezTo>
                <a:lnTo>
                  <a:pt x="5514276" y="1342188"/>
                </a:lnTo>
                <a:cubicBezTo>
                  <a:pt x="5514430" y="1341958"/>
                  <a:pt x="5514967" y="1341804"/>
                  <a:pt x="5514967" y="1341804"/>
                </a:cubicBezTo>
                <a:close/>
                <a:moveTo>
                  <a:pt x="5880641" y="1341421"/>
                </a:moveTo>
                <a:lnTo>
                  <a:pt x="5892862" y="1341421"/>
                </a:lnTo>
                <a:cubicBezTo>
                  <a:pt x="5893170" y="1341421"/>
                  <a:pt x="5893631" y="1341882"/>
                  <a:pt x="5893631" y="1341882"/>
                </a:cubicBezTo>
                <a:lnTo>
                  <a:pt x="5899778" y="1352487"/>
                </a:lnTo>
                <a:cubicBezTo>
                  <a:pt x="5899933" y="1352719"/>
                  <a:pt x="5899778" y="1353334"/>
                  <a:pt x="5899778" y="1353334"/>
                </a:cubicBezTo>
                <a:lnTo>
                  <a:pt x="5893631" y="1363939"/>
                </a:lnTo>
                <a:cubicBezTo>
                  <a:pt x="5893475" y="1364246"/>
                  <a:pt x="5892862" y="1364400"/>
                  <a:pt x="5892862" y="1364400"/>
                </a:cubicBezTo>
                <a:lnTo>
                  <a:pt x="5880641" y="1364400"/>
                </a:lnTo>
                <a:cubicBezTo>
                  <a:pt x="5880334" y="1364400"/>
                  <a:pt x="5879872" y="1363939"/>
                  <a:pt x="5879872" y="1363939"/>
                </a:cubicBezTo>
                <a:lnTo>
                  <a:pt x="5873725" y="1353334"/>
                </a:lnTo>
                <a:cubicBezTo>
                  <a:pt x="5873571" y="1353102"/>
                  <a:pt x="5873725" y="1352487"/>
                  <a:pt x="5873725" y="1352487"/>
                </a:cubicBezTo>
                <a:lnTo>
                  <a:pt x="5879872" y="1341882"/>
                </a:lnTo>
                <a:cubicBezTo>
                  <a:pt x="5880026" y="1341574"/>
                  <a:pt x="5880641" y="1341421"/>
                  <a:pt x="5880641" y="1341421"/>
                </a:cubicBezTo>
                <a:close/>
                <a:moveTo>
                  <a:pt x="5697651" y="1341267"/>
                </a:moveTo>
                <a:lnTo>
                  <a:pt x="5710023" y="1341267"/>
                </a:lnTo>
                <a:cubicBezTo>
                  <a:pt x="5710331" y="1341267"/>
                  <a:pt x="5710792" y="1341728"/>
                  <a:pt x="5710792" y="1341728"/>
                </a:cubicBezTo>
                <a:lnTo>
                  <a:pt x="5717018" y="1352487"/>
                </a:lnTo>
                <a:cubicBezTo>
                  <a:pt x="5717171" y="1352719"/>
                  <a:pt x="5717018" y="1353332"/>
                  <a:pt x="5717018" y="1353332"/>
                </a:cubicBezTo>
                <a:lnTo>
                  <a:pt x="5710792" y="1364093"/>
                </a:lnTo>
                <a:cubicBezTo>
                  <a:pt x="5710638" y="1364400"/>
                  <a:pt x="5710023" y="1364554"/>
                  <a:pt x="5710023" y="1364554"/>
                </a:cubicBezTo>
                <a:lnTo>
                  <a:pt x="5697651" y="1364554"/>
                </a:lnTo>
                <a:cubicBezTo>
                  <a:pt x="5697343" y="1364554"/>
                  <a:pt x="5696881" y="1364093"/>
                  <a:pt x="5696881" y="1364093"/>
                </a:cubicBezTo>
                <a:lnTo>
                  <a:pt x="5690656" y="1353332"/>
                </a:lnTo>
                <a:cubicBezTo>
                  <a:pt x="5690502" y="1353102"/>
                  <a:pt x="5690656" y="1352487"/>
                  <a:pt x="5690656" y="1352487"/>
                </a:cubicBezTo>
                <a:lnTo>
                  <a:pt x="5696881" y="1341728"/>
                </a:lnTo>
                <a:cubicBezTo>
                  <a:pt x="5697036" y="1341421"/>
                  <a:pt x="5697651" y="1341267"/>
                  <a:pt x="5697651" y="1341267"/>
                </a:cubicBezTo>
                <a:close/>
                <a:moveTo>
                  <a:pt x="5788954" y="1340959"/>
                </a:moveTo>
                <a:lnTo>
                  <a:pt x="5801634" y="1340959"/>
                </a:lnTo>
                <a:cubicBezTo>
                  <a:pt x="5801942" y="1340959"/>
                  <a:pt x="5802403" y="1341421"/>
                  <a:pt x="5802403" y="1341421"/>
                </a:cubicBezTo>
                <a:lnTo>
                  <a:pt x="5808783" y="1352411"/>
                </a:lnTo>
                <a:cubicBezTo>
                  <a:pt x="5808936" y="1352719"/>
                  <a:pt x="5808783" y="1353332"/>
                  <a:pt x="5808783" y="1353332"/>
                </a:cubicBezTo>
                <a:lnTo>
                  <a:pt x="5802403" y="1364322"/>
                </a:lnTo>
                <a:cubicBezTo>
                  <a:pt x="5802249" y="1364630"/>
                  <a:pt x="5801634" y="1364784"/>
                  <a:pt x="5801634" y="1364784"/>
                </a:cubicBezTo>
                <a:lnTo>
                  <a:pt x="5788954" y="1364784"/>
                </a:lnTo>
                <a:cubicBezTo>
                  <a:pt x="5788647" y="1364784"/>
                  <a:pt x="5788185" y="1364322"/>
                  <a:pt x="5788185" y="1364322"/>
                </a:cubicBezTo>
                <a:lnTo>
                  <a:pt x="5781806" y="1353332"/>
                </a:lnTo>
                <a:cubicBezTo>
                  <a:pt x="5781652" y="1353026"/>
                  <a:pt x="5781806" y="1352411"/>
                  <a:pt x="5781806" y="1352411"/>
                </a:cubicBezTo>
                <a:lnTo>
                  <a:pt x="5788185" y="1341421"/>
                </a:lnTo>
                <a:cubicBezTo>
                  <a:pt x="5788339" y="1341113"/>
                  <a:pt x="5788954" y="1340959"/>
                  <a:pt x="5788954" y="1340959"/>
                </a:cubicBezTo>
                <a:close/>
                <a:moveTo>
                  <a:pt x="5331514" y="1340959"/>
                </a:moveTo>
                <a:lnTo>
                  <a:pt x="5344197" y="1340959"/>
                </a:lnTo>
                <a:cubicBezTo>
                  <a:pt x="5344504" y="1340959"/>
                  <a:pt x="5344966" y="1341421"/>
                  <a:pt x="5344966" y="1341421"/>
                </a:cubicBezTo>
                <a:lnTo>
                  <a:pt x="5351345" y="1352411"/>
                </a:lnTo>
                <a:cubicBezTo>
                  <a:pt x="5351498" y="1352719"/>
                  <a:pt x="5351345" y="1353332"/>
                  <a:pt x="5351345" y="1353332"/>
                </a:cubicBezTo>
                <a:lnTo>
                  <a:pt x="5344966" y="1364322"/>
                </a:lnTo>
                <a:cubicBezTo>
                  <a:pt x="5344812" y="1364630"/>
                  <a:pt x="5344197" y="1364784"/>
                  <a:pt x="5344197" y="1364784"/>
                </a:cubicBezTo>
                <a:lnTo>
                  <a:pt x="5331514" y="1364784"/>
                </a:lnTo>
                <a:cubicBezTo>
                  <a:pt x="5331209" y="1364784"/>
                  <a:pt x="5330747" y="1364322"/>
                  <a:pt x="5330747" y="1364322"/>
                </a:cubicBezTo>
                <a:lnTo>
                  <a:pt x="5324368" y="1353332"/>
                </a:lnTo>
                <a:cubicBezTo>
                  <a:pt x="5324215" y="1353026"/>
                  <a:pt x="5324368" y="1352411"/>
                  <a:pt x="5324368" y="1352411"/>
                </a:cubicBezTo>
                <a:lnTo>
                  <a:pt x="5330747" y="1341421"/>
                </a:lnTo>
                <a:cubicBezTo>
                  <a:pt x="5330901" y="1341113"/>
                  <a:pt x="5331514" y="1340959"/>
                  <a:pt x="5331514" y="1340959"/>
                </a:cubicBezTo>
                <a:close/>
                <a:moveTo>
                  <a:pt x="5422896" y="1340652"/>
                </a:moveTo>
                <a:lnTo>
                  <a:pt x="5435884" y="1340652"/>
                </a:lnTo>
                <a:cubicBezTo>
                  <a:pt x="5436191" y="1340652"/>
                  <a:pt x="5436653" y="1341113"/>
                  <a:pt x="5436653" y="1341113"/>
                </a:cubicBezTo>
                <a:lnTo>
                  <a:pt x="5443108" y="1352333"/>
                </a:lnTo>
                <a:cubicBezTo>
                  <a:pt x="5443262" y="1352641"/>
                  <a:pt x="5443108" y="1353256"/>
                  <a:pt x="5443108" y="1353256"/>
                </a:cubicBezTo>
                <a:lnTo>
                  <a:pt x="5436575" y="1364476"/>
                </a:lnTo>
                <a:cubicBezTo>
                  <a:pt x="5436421" y="1364784"/>
                  <a:pt x="5435808" y="1364938"/>
                  <a:pt x="5435808" y="1364938"/>
                </a:cubicBezTo>
                <a:lnTo>
                  <a:pt x="5422818" y="1364938"/>
                </a:lnTo>
                <a:cubicBezTo>
                  <a:pt x="5422511" y="1364938"/>
                  <a:pt x="5422049" y="1364476"/>
                  <a:pt x="5422049" y="1364476"/>
                </a:cubicBezTo>
                <a:lnTo>
                  <a:pt x="5415594" y="1353256"/>
                </a:lnTo>
                <a:cubicBezTo>
                  <a:pt x="5415441" y="1352948"/>
                  <a:pt x="5415594" y="1352333"/>
                  <a:pt x="5415594" y="1352333"/>
                </a:cubicBezTo>
                <a:lnTo>
                  <a:pt x="5422127" y="1341113"/>
                </a:lnTo>
                <a:cubicBezTo>
                  <a:pt x="5422281" y="1340805"/>
                  <a:pt x="5422896" y="1340652"/>
                  <a:pt x="5422896" y="1340652"/>
                </a:cubicBezTo>
                <a:close/>
                <a:moveTo>
                  <a:pt x="5605272" y="1339729"/>
                </a:moveTo>
                <a:lnTo>
                  <a:pt x="5619336" y="1339729"/>
                </a:lnTo>
                <a:cubicBezTo>
                  <a:pt x="5619644" y="1339729"/>
                  <a:pt x="5620183" y="1340190"/>
                  <a:pt x="5620183" y="1340190"/>
                </a:cubicBezTo>
                <a:lnTo>
                  <a:pt x="5627175" y="1352333"/>
                </a:lnTo>
                <a:cubicBezTo>
                  <a:pt x="5627330" y="1352641"/>
                  <a:pt x="5627175" y="1353332"/>
                  <a:pt x="5627175" y="1353332"/>
                </a:cubicBezTo>
                <a:lnTo>
                  <a:pt x="5620183" y="1365475"/>
                </a:lnTo>
                <a:cubicBezTo>
                  <a:pt x="5620029" y="1365782"/>
                  <a:pt x="5619336" y="1365936"/>
                  <a:pt x="5619336" y="1365936"/>
                </a:cubicBezTo>
                <a:lnTo>
                  <a:pt x="5605272" y="1365936"/>
                </a:lnTo>
                <a:cubicBezTo>
                  <a:pt x="5604964" y="1365936"/>
                  <a:pt x="5604427" y="1365475"/>
                  <a:pt x="5604427" y="1365475"/>
                </a:cubicBezTo>
                <a:lnTo>
                  <a:pt x="5597433" y="1353332"/>
                </a:lnTo>
                <a:cubicBezTo>
                  <a:pt x="5597280" y="1353024"/>
                  <a:pt x="5597433" y="1352333"/>
                  <a:pt x="5597433" y="1352333"/>
                </a:cubicBezTo>
                <a:lnTo>
                  <a:pt x="5604427" y="1340190"/>
                </a:lnTo>
                <a:cubicBezTo>
                  <a:pt x="5604581" y="1339959"/>
                  <a:pt x="5605272" y="1339729"/>
                  <a:pt x="5605272" y="1339729"/>
                </a:cubicBezTo>
                <a:close/>
                <a:moveTo>
                  <a:pt x="1944535" y="1336733"/>
                </a:moveTo>
                <a:lnTo>
                  <a:pt x="1961673" y="1336733"/>
                </a:lnTo>
                <a:cubicBezTo>
                  <a:pt x="1962134" y="1336733"/>
                  <a:pt x="1962749" y="1337348"/>
                  <a:pt x="1962749" y="1337348"/>
                </a:cubicBezTo>
                <a:lnTo>
                  <a:pt x="1971357" y="1352257"/>
                </a:lnTo>
                <a:cubicBezTo>
                  <a:pt x="1971587" y="1352643"/>
                  <a:pt x="1971357" y="1353488"/>
                  <a:pt x="1971357" y="1353488"/>
                </a:cubicBezTo>
                <a:lnTo>
                  <a:pt x="1962749" y="1368397"/>
                </a:lnTo>
                <a:cubicBezTo>
                  <a:pt x="1962518" y="1368782"/>
                  <a:pt x="1962134" y="1369012"/>
                  <a:pt x="1961673" y="1369012"/>
                </a:cubicBezTo>
                <a:lnTo>
                  <a:pt x="1944535" y="1369012"/>
                </a:lnTo>
                <a:cubicBezTo>
                  <a:pt x="1944073" y="1369012"/>
                  <a:pt x="1943458" y="1368397"/>
                  <a:pt x="1943458" y="1368397"/>
                </a:cubicBezTo>
                <a:lnTo>
                  <a:pt x="1934850" y="1353488"/>
                </a:lnTo>
                <a:cubicBezTo>
                  <a:pt x="1934619" y="1353102"/>
                  <a:pt x="1934850" y="1352257"/>
                  <a:pt x="1934850" y="1352257"/>
                </a:cubicBezTo>
                <a:lnTo>
                  <a:pt x="1943458" y="1337348"/>
                </a:lnTo>
                <a:cubicBezTo>
                  <a:pt x="1943688" y="1336963"/>
                  <a:pt x="1944073" y="1336733"/>
                  <a:pt x="1944535" y="1336733"/>
                </a:cubicBezTo>
                <a:close/>
                <a:moveTo>
                  <a:pt x="5146065" y="1336194"/>
                </a:moveTo>
                <a:lnTo>
                  <a:pt x="5163820" y="1336194"/>
                </a:lnTo>
                <a:cubicBezTo>
                  <a:pt x="5164281" y="1336194"/>
                  <a:pt x="5164665" y="1336424"/>
                  <a:pt x="5164894" y="1336809"/>
                </a:cubicBezTo>
                <a:lnTo>
                  <a:pt x="5173810" y="1352179"/>
                </a:lnTo>
                <a:cubicBezTo>
                  <a:pt x="5174042" y="1352565"/>
                  <a:pt x="5174042" y="1353024"/>
                  <a:pt x="5173810" y="1353410"/>
                </a:cubicBezTo>
                <a:lnTo>
                  <a:pt x="5164894" y="1368780"/>
                </a:lnTo>
                <a:cubicBezTo>
                  <a:pt x="5164665" y="1369164"/>
                  <a:pt x="5164281" y="1369395"/>
                  <a:pt x="5163820" y="1369395"/>
                </a:cubicBezTo>
                <a:lnTo>
                  <a:pt x="5146065" y="1369395"/>
                </a:lnTo>
                <a:cubicBezTo>
                  <a:pt x="5145605" y="1369395"/>
                  <a:pt x="5145220" y="1369164"/>
                  <a:pt x="5144990" y="1368780"/>
                </a:cubicBezTo>
                <a:lnTo>
                  <a:pt x="5136075" y="1353410"/>
                </a:lnTo>
                <a:cubicBezTo>
                  <a:pt x="5135845" y="1353024"/>
                  <a:pt x="5135845" y="1352565"/>
                  <a:pt x="5136075" y="1352179"/>
                </a:cubicBezTo>
                <a:lnTo>
                  <a:pt x="5144990" y="1336809"/>
                </a:lnTo>
                <a:cubicBezTo>
                  <a:pt x="5145220" y="1336424"/>
                  <a:pt x="5145605" y="1336194"/>
                  <a:pt x="5146065" y="1336194"/>
                </a:cubicBezTo>
                <a:close/>
                <a:moveTo>
                  <a:pt x="5235987" y="1333274"/>
                </a:moveTo>
                <a:lnTo>
                  <a:pt x="5256891" y="1333274"/>
                </a:lnTo>
                <a:cubicBezTo>
                  <a:pt x="5257428" y="1333274"/>
                  <a:pt x="5257968" y="1333582"/>
                  <a:pt x="5258197" y="1334043"/>
                </a:cubicBezTo>
                <a:lnTo>
                  <a:pt x="5268649" y="1352179"/>
                </a:lnTo>
                <a:cubicBezTo>
                  <a:pt x="5268880" y="1352641"/>
                  <a:pt x="5268880" y="1353180"/>
                  <a:pt x="5268649" y="1353641"/>
                </a:cubicBezTo>
                <a:lnTo>
                  <a:pt x="5258197" y="1371778"/>
                </a:lnTo>
                <a:cubicBezTo>
                  <a:pt x="5257890" y="1372239"/>
                  <a:pt x="5257428" y="1372547"/>
                  <a:pt x="5256891" y="1372547"/>
                </a:cubicBezTo>
                <a:lnTo>
                  <a:pt x="5235987" y="1372547"/>
                </a:lnTo>
                <a:cubicBezTo>
                  <a:pt x="5235448" y="1372547"/>
                  <a:pt x="5234911" y="1372239"/>
                  <a:pt x="5234680" y="1371778"/>
                </a:cubicBezTo>
                <a:lnTo>
                  <a:pt x="5224228" y="1353641"/>
                </a:lnTo>
                <a:cubicBezTo>
                  <a:pt x="5223997" y="1353180"/>
                  <a:pt x="5223997" y="1352641"/>
                  <a:pt x="5224228" y="1352179"/>
                </a:cubicBezTo>
                <a:lnTo>
                  <a:pt x="5234680" y="1334043"/>
                </a:lnTo>
                <a:cubicBezTo>
                  <a:pt x="5234986" y="1333582"/>
                  <a:pt x="5235448" y="1333274"/>
                  <a:pt x="5235987" y="1333274"/>
                </a:cubicBezTo>
                <a:close/>
                <a:moveTo>
                  <a:pt x="1482254" y="1327818"/>
                </a:moveTo>
                <a:lnTo>
                  <a:pt x="1509000" y="1327818"/>
                </a:lnTo>
                <a:cubicBezTo>
                  <a:pt x="1509615" y="1327818"/>
                  <a:pt x="1510307" y="1328125"/>
                  <a:pt x="1510614" y="1328740"/>
                </a:cubicBezTo>
                <a:lnTo>
                  <a:pt x="1523987" y="1351874"/>
                </a:lnTo>
                <a:cubicBezTo>
                  <a:pt x="1524293" y="1352487"/>
                  <a:pt x="1524293" y="1353180"/>
                  <a:pt x="1523987" y="1353795"/>
                </a:cubicBezTo>
                <a:lnTo>
                  <a:pt x="1510614" y="1376927"/>
                </a:lnTo>
                <a:cubicBezTo>
                  <a:pt x="1510307" y="1377466"/>
                  <a:pt x="1509691" y="1377849"/>
                  <a:pt x="1509000" y="1377849"/>
                </a:cubicBezTo>
                <a:lnTo>
                  <a:pt x="1482254" y="1377849"/>
                </a:lnTo>
                <a:cubicBezTo>
                  <a:pt x="1481639" y="1377849"/>
                  <a:pt x="1480948" y="1377542"/>
                  <a:pt x="1480640" y="1376927"/>
                </a:cubicBezTo>
                <a:lnTo>
                  <a:pt x="1467267" y="1353795"/>
                </a:lnTo>
                <a:cubicBezTo>
                  <a:pt x="1466961" y="1353180"/>
                  <a:pt x="1466961" y="1352487"/>
                  <a:pt x="1467267" y="1351874"/>
                </a:cubicBezTo>
                <a:lnTo>
                  <a:pt x="1480640" y="1328740"/>
                </a:lnTo>
                <a:cubicBezTo>
                  <a:pt x="1480948" y="1328201"/>
                  <a:pt x="1481563" y="1327818"/>
                  <a:pt x="1482254" y="1327818"/>
                </a:cubicBezTo>
                <a:close/>
                <a:moveTo>
                  <a:pt x="3860750" y="1327664"/>
                </a:moveTo>
                <a:lnTo>
                  <a:pt x="3887648" y="1327664"/>
                </a:lnTo>
                <a:cubicBezTo>
                  <a:pt x="3888263" y="1327664"/>
                  <a:pt x="3888956" y="1327971"/>
                  <a:pt x="3889262" y="1328586"/>
                </a:cubicBezTo>
                <a:lnTo>
                  <a:pt x="3902713" y="1351874"/>
                </a:lnTo>
                <a:cubicBezTo>
                  <a:pt x="3903018" y="1352487"/>
                  <a:pt x="3903018" y="1353180"/>
                  <a:pt x="3902713" y="1353795"/>
                </a:cubicBezTo>
                <a:lnTo>
                  <a:pt x="3889262" y="1377082"/>
                </a:lnTo>
                <a:cubicBezTo>
                  <a:pt x="3888956" y="1377620"/>
                  <a:pt x="3888341" y="1378003"/>
                  <a:pt x="3887648" y="1378003"/>
                </a:cubicBezTo>
                <a:lnTo>
                  <a:pt x="3860750" y="1378003"/>
                </a:lnTo>
                <a:cubicBezTo>
                  <a:pt x="3860135" y="1378003"/>
                  <a:pt x="3859443" y="1377696"/>
                  <a:pt x="3859136" y="1377082"/>
                </a:cubicBezTo>
                <a:lnTo>
                  <a:pt x="3845687" y="1353795"/>
                </a:lnTo>
                <a:cubicBezTo>
                  <a:pt x="3845378" y="1353180"/>
                  <a:pt x="3845378" y="1352487"/>
                  <a:pt x="3845687" y="1351874"/>
                </a:cubicBezTo>
                <a:lnTo>
                  <a:pt x="3859136" y="1328586"/>
                </a:lnTo>
                <a:cubicBezTo>
                  <a:pt x="3859443" y="1328047"/>
                  <a:pt x="3860059" y="1327664"/>
                  <a:pt x="3860750" y="1327664"/>
                </a:cubicBezTo>
                <a:close/>
                <a:moveTo>
                  <a:pt x="1572789" y="1325972"/>
                </a:moveTo>
                <a:lnTo>
                  <a:pt x="1601455" y="1325972"/>
                </a:lnTo>
                <a:cubicBezTo>
                  <a:pt x="1602224" y="1325972"/>
                  <a:pt x="1602839" y="1326356"/>
                  <a:pt x="1603222" y="1326971"/>
                </a:cubicBezTo>
                <a:lnTo>
                  <a:pt x="1617518" y="1351796"/>
                </a:lnTo>
                <a:cubicBezTo>
                  <a:pt x="1617902" y="1352411"/>
                  <a:pt x="1617902" y="1353178"/>
                  <a:pt x="1617518" y="1353793"/>
                </a:cubicBezTo>
                <a:lnTo>
                  <a:pt x="1603146" y="1378618"/>
                </a:lnTo>
                <a:cubicBezTo>
                  <a:pt x="1602763" y="1379233"/>
                  <a:pt x="1602070" y="1379617"/>
                  <a:pt x="1601379" y="1379617"/>
                </a:cubicBezTo>
                <a:lnTo>
                  <a:pt x="1572711" y="1379617"/>
                </a:lnTo>
                <a:cubicBezTo>
                  <a:pt x="1571942" y="1379617"/>
                  <a:pt x="1571329" y="1379233"/>
                  <a:pt x="1570943" y="1378618"/>
                </a:cubicBezTo>
                <a:lnTo>
                  <a:pt x="1556649" y="1353793"/>
                </a:lnTo>
                <a:cubicBezTo>
                  <a:pt x="1556264" y="1353178"/>
                  <a:pt x="1556264" y="1352411"/>
                  <a:pt x="1556649" y="1351796"/>
                </a:cubicBezTo>
                <a:lnTo>
                  <a:pt x="1571021" y="1326971"/>
                </a:lnTo>
                <a:cubicBezTo>
                  <a:pt x="1571405" y="1326356"/>
                  <a:pt x="1572098" y="1325972"/>
                  <a:pt x="1572789" y="1325972"/>
                </a:cubicBezTo>
                <a:close/>
                <a:moveTo>
                  <a:pt x="17054" y="1324898"/>
                </a:moveTo>
                <a:lnTo>
                  <a:pt x="46946" y="1324898"/>
                </a:lnTo>
                <a:cubicBezTo>
                  <a:pt x="47721" y="1324898"/>
                  <a:pt x="48412" y="1325359"/>
                  <a:pt x="48795" y="1325974"/>
                </a:cubicBezTo>
                <a:lnTo>
                  <a:pt x="63702" y="1351874"/>
                </a:lnTo>
                <a:cubicBezTo>
                  <a:pt x="64088" y="1352489"/>
                  <a:pt x="64088" y="1353334"/>
                  <a:pt x="63702" y="1353949"/>
                </a:cubicBezTo>
                <a:lnTo>
                  <a:pt x="48795" y="1379849"/>
                </a:lnTo>
                <a:cubicBezTo>
                  <a:pt x="48412" y="1380540"/>
                  <a:pt x="47721" y="1380925"/>
                  <a:pt x="46946" y="1380925"/>
                </a:cubicBezTo>
                <a:lnTo>
                  <a:pt x="17054" y="1380925"/>
                </a:lnTo>
                <a:cubicBezTo>
                  <a:pt x="16283" y="1380925"/>
                  <a:pt x="15590" y="1380464"/>
                  <a:pt x="15208" y="1379849"/>
                </a:cubicBezTo>
                <a:lnTo>
                  <a:pt x="294" y="1353949"/>
                </a:lnTo>
                <a:cubicBezTo>
                  <a:pt x="-98" y="1353334"/>
                  <a:pt x="-98" y="1352489"/>
                  <a:pt x="294" y="1351874"/>
                </a:cubicBezTo>
                <a:lnTo>
                  <a:pt x="15208" y="1325974"/>
                </a:lnTo>
                <a:cubicBezTo>
                  <a:pt x="15590" y="1325281"/>
                  <a:pt x="16283" y="1324898"/>
                  <a:pt x="17054" y="1324898"/>
                </a:cubicBezTo>
                <a:close/>
                <a:moveTo>
                  <a:pt x="107047" y="1321900"/>
                </a:moveTo>
                <a:lnTo>
                  <a:pt x="140017" y="1321900"/>
                </a:lnTo>
                <a:cubicBezTo>
                  <a:pt x="140786" y="1321900"/>
                  <a:pt x="141557" y="1322361"/>
                  <a:pt x="142016" y="1323052"/>
                </a:cubicBezTo>
                <a:lnTo>
                  <a:pt x="158543" y="1351642"/>
                </a:lnTo>
                <a:cubicBezTo>
                  <a:pt x="159004" y="1352335"/>
                  <a:pt x="159004" y="1353256"/>
                  <a:pt x="158543" y="1353949"/>
                </a:cubicBezTo>
                <a:lnTo>
                  <a:pt x="142016" y="1382539"/>
                </a:lnTo>
                <a:cubicBezTo>
                  <a:pt x="141635" y="1383230"/>
                  <a:pt x="140866" y="1383691"/>
                  <a:pt x="140017" y="1383691"/>
                </a:cubicBezTo>
                <a:lnTo>
                  <a:pt x="107047" y="1383691"/>
                </a:lnTo>
                <a:cubicBezTo>
                  <a:pt x="106280" y="1383691"/>
                  <a:pt x="105508" y="1383230"/>
                  <a:pt x="105048" y="1382539"/>
                </a:cubicBezTo>
                <a:lnTo>
                  <a:pt x="88526" y="1353949"/>
                </a:lnTo>
                <a:cubicBezTo>
                  <a:pt x="88068" y="1353256"/>
                  <a:pt x="88068" y="1352335"/>
                  <a:pt x="88526" y="1351642"/>
                </a:cubicBezTo>
                <a:lnTo>
                  <a:pt x="105048" y="1323052"/>
                </a:lnTo>
                <a:cubicBezTo>
                  <a:pt x="105436" y="1322361"/>
                  <a:pt x="106205" y="1321900"/>
                  <a:pt x="107047" y="1321900"/>
                </a:cubicBezTo>
                <a:close/>
                <a:moveTo>
                  <a:pt x="5518272" y="1268793"/>
                </a:moveTo>
                <a:lnTo>
                  <a:pt x="5523345" y="1268793"/>
                </a:lnTo>
                <a:cubicBezTo>
                  <a:pt x="5523497" y="1268793"/>
                  <a:pt x="5523651" y="1268946"/>
                  <a:pt x="5523651" y="1268946"/>
                </a:cubicBezTo>
                <a:lnTo>
                  <a:pt x="5526187" y="1273328"/>
                </a:lnTo>
                <a:cubicBezTo>
                  <a:pt x="5526187" y="1273480"/>
                  <a:pt x="5526187" y="1273712"/>
                  <a:pt x="5526187" y="1273712"/>
                </a:cubicBezTo>
                <a:lnTo>
                  <a:pt x="5523651" y="1278091"/>
                </a:lnTo>
                <a:cubicBezTo>
                  <a:pt x="5523575" y="1278245"/>
                  <a:pt x="5523345" y="1278245"/>
                  <a:pt x="5523345" y="1278245"/>
                </a:cubicBezTo>
                <a:lnTo>
                  <a:pt x="5518272" y="1278245"/>
                </a:lnTo>
                <a:cubicBezTo>
                  <a:pt x="5518118" y="1278245"/>
                  <a:pt x="5517965" y="1278091"/>
                  <a:pt x="5517965" y="1278091"/>
                </a:cubicBezTo>
                <a:lnTo>
                  <a:pt x="5515428" y="1273712"/>
                </a:lnTo>
                <a:cubicBezTo>
                  <a:pt x="5515428" y="1273558"/>
                  <a:pt x="5515428" y="1273328"/>
                  <a:pt x="5515428" y="1273328"/>
                </a:cubicBezTo>
                <a:lnTo>
                  <a:pt x="5517965" y="1268946"/>
                </a:lnTo>
                <a:cubicBezTo>
                  <a:pt x="5518041" y="1268793"/>
                  <a:pt x="5518272" y="1268793"/>
                  <a:pt x="5518272" y="1268793"/>
                </a:cubicBezTo>
                <a:close/>
                <a:moveTo>
                  <a:pt x="4877919" y="1268793"/>
                </a:moveTo>
                <a:lnTo>
                  <a:pt x="4882990" y="1268793"/>
                </a:lnTo>
                <a:cubicBezTo>
                  <a:pt x="4883144" y="1268793"/>
                  <a:pt x="4883300" y="1268946"/>
                  <a:pt x="4883300" y="1268946"/>
                </a:cubicBezTo>
                <a:lnTo>
                  <a:pt x="4885834" y="1273328"/>
                </a:lnTo>
                <a:cubicBezTo>
                  <a:pt x="4885834" y="1273480"/>
                  <a:pt x="4885834" y="1273712"/>
                  <a:pt x="4885834" y="1273712"/>
                </a:cubicBezTo>
                <a:lnTo>
                  <a:pt x="4883300" y="1278091"/>
                </a:lnTo>
                <a:cubicBezTo>
                  <a:pt x="4883222" y="1278245"/>
                  <a:pt x="4882990" y="1278245"/>
                  <a:pt x="4882990" y="1278245"/>
                </a:cubicBezTo>
                <a:lnTo>
                  <a:pt x="4877919" y="1278245"/>
                </a:lnTo>
                <a:cubicBezTo>
                  <a:pt x="4877766" y="1278245"/>
                  <a:pt x="4877612" y="1278091"/>
                  <a:pt x="4877612" y="1278091"/>
                </a:cubicBezTo>
                <a:lnTo>
                  <a:pt x="4875075" y="1273712"/>
                </a:lnTo>
                <a:cubicBezTo>
                  <a:pt x="4875075" y="1273558"/>
                  <a:pt x="4875075" y="1273328"/>
                  <a:pt x="4875075" y="1273328"/>
                </a:cubicBezTo>
                <a:lnTo>
                  <a:pt x="4877612" y="1268946"/>
                </a:lnTo>
                <a:cubicBezTo>
                  <a:pt x="4877688" y="1268793"/>
                  <a:pt x="4877919" y="1268793"/>
                  <a:pt x="4877919" y="1268793"/>
                </a:cubicBezTo>
                <a:close/>
                <a:moveTo>
                  <a:pt x="2773718" y="1268563"/>
                </a:moveTo>
                <a:lnTo>
                  <a:pt x="2779097" y="1268563"/>
                </a:lnTo>
                <a:cubicBezTo>
                  <a:pt x="2779175" y="1268563"/>
                  <a:pt x="2779405" y="1268717"/>
                  <a:pt x="2779405" y="1268717"/>
                </a:cubicBezTo>
                <a:lnTo>
                  <a:pt x="2782094" y="1273404"/>
                </a:lnTo>
                <a:cubicBezTo>
                  <a:pt x="2782094" y="1273558"/>
                  <a:pt x="2782094" y="1273789"/>
                  <a:pt x="2782094" y="1273789"/>
                </a:cubicBezTo>
                <a:lnTo>
                  <a:pt x="2779405" y="1278477"/>
                </a:lnTo>
                <a:cubicBezTo>
                  <a:pt x="2779328" y="1278631"/>
                  <a:pt x="2779097" y="1278631"/>
                  <a:pt x="2779097" y="1278631"/>
                </a:cubicBezTo>
                <a:lnTo>
                  <a:pt x="2773718" y="1278631"/>
                </a:lnTo>
                <a:cubicBezTo>
                  <a:pt x="2773640" y="1278631"/>
                  <a:pt x="2773411" y="1278477"/>
                  <a:pt x="2773411" y="1278477"/>
                </a:cubicBezTo>
                <a:lnTo>
                  <a:pt x="2770720" y="1273789"/>
                </a:lnTo>
                <a:cubicBezTo>
                  <a:pt x="2770720" y="1273636"/>
                  <a:pt x="2770720" y="1273404"/>
                  <a:pt x="2770720" y="1273404"/>
                </a:cubicBezTo>
                <a:lnTo>
                  <a:pt x="2773411" y="1268717"/>
                </a:lnTo>
                <a:cubicBezTo>
                  <a:pt x="2773487" y="1268563"/>
                  <a:pt x="2773718" y="1268563"/>
                  <a:pt x="2773718" y="1268563"/>
                </a:cubicBezTo>
                <a:close/>
                <a:moveTo>
                  <a:pt x="2499272" y="1268563"/>
                </a:moveTo>
                <a:lnTo>
                  <a:pt x="2504652" y="1268563"/>
                </a:lnTo>
                <a:cubicBezTo>
                  <a:pt x="2504728" y="1268563"/>
                  <a:pt x="2504958" y="1268717"/>
                  <a:pt x="2504958" y="1268717"/>
                </a:cubicBezTo>
                <a:lnTo>
                  <a:pt x="2507648" y="1273404"/>
                </a:lnTo>
                <a:cubicBezTo>
                  <a:pt x="2507648" y="1273558"/>
                  <a:pt x="2507648" y="1273789"/>
                  <a:pt x="2507648" y="1273789"/>
                </a:cubicBezTo>
                <a:lnTo>
                  <a:pt x="2504958" y="1278477"/>
                </a:lnTo>
                <a:cubicBezTo>
                  <a:pt x="2504882" y="1278631"/>
                  <a:pt x="2504652" y="1278631"/>
                  <a:pt x="2504652" y="1278631"/>
                </a:cubicBezTo>
                <a:lnTo>
                  <a:pt x="2499272" y="1278631"/>
                </a:lnTo>
                <a:cubicBezTo>
                  <a:pt x="2499194" y="1278631"/>
                  <a:pt x="2498964" y="1278477"/>
                  <a:pt x="2498964" y="1278477"/>
                </a:cubicBezTo>
                <a:lnTo>
                  <a:pt x="2496274" y="1273789"/>
                </a:lnTo>
                <a:cubicBezTo>
                  <a:pt x="2496274" y="1273636"/>
                  <a:pt x="2496274" y="1273404"/>
                  <a:pt x="2496274" y="1273404"/>
                </a:cubicBezTo>
                <a:lnTo>
                  <a:pt x="2498964" y="1268717"/>
                </a:lnTo>
                <a:cubicBezTo>
                  <a:pt x="2499040" y="1268563"/>
                  <a:pt x="2499272" y="1268563"/>
                  <a:pt x="2499272" y="1268563"/>
                </a:cubicBezTo>
                <a:close/>
                <a:moveTo>
                  <a:pt x="2590266" y="1267718"/>
                </a:moveTo>
                <a:lnTo>
                  <a:pt x="2596567" y="1267718"/>
                </a:lnTo>
                <a:cubicBezTo>
                  <a:pt x="2596723" y="1267718"/>
                  <a:pt x="2596953" y="1267948"/>
                  <a:pt x="2596953" y="1267948"/>
                </a:cubicBezTo>
                <a:lnTo>
                  <a:pt x="2600104" y="1273406"/>
                </a:lnTo>
                <a:cubicBezTo>
                  <a:pt x="2600180" y="1273560"/>
                  <a:pt x="2600104" y="1273865"/>
                  <a:pt x="2600104" y="1273865"/>
                </a:cubicBezTo>
                <a:lnTo>
                  <a:pt x="2596953" y="1279324"/>
                </a:lnTo>
                <a:cubicBezTo>
                  <a:pt x="2596876" y="1279477"/>
                  <a:pt x="2596567" y="1279553"/>
                  <a:pt x="2596567" y="1279553"/>
                </a:cubicBezTo>
                <a:lnTo>
                  <a:pt x="2590266" y="1279553"/>
                </a:lnTo>
                <a:cubicBezTo>
                  <a:pt x="2590112" y="1279553"/>
                  <a:pt x="2589883" y="1279324"/>
                  <a:pt x="2589883" y="1279324"/>
                </a:cubicBezTo>
                <a:lnTo>
                  <a:pt x="2586731" y="1273865"/>
                </a:lnTo>
                <a:cubicBezTo>
                  <a:pt x="2586653" y="1273713"/>
                  <a:pt x="2586731" y="1273406"/>
                  <a:pt x="2586731" y="1273406"/>
                </a:cubicBezTo>
                <a:lnTo>
                  <a:pt x="2589883" y="1267948"/>
                </a:lnTo>
                <a:cubicBezTo>
                  <a:pt x="2589959" y="1267796"/>
                  <a:pt x="2590266" y="1267718"/>
                  <a:pt x="2590266" y="1267718"/>
                </a:cubicBezTo>
                <a:close/>
                <a:moveTo>
                  <a:pt x="2315819" y="1267718"/>
                </a:moveTo>
                <a:lnTo>
                  <a:pt x="2322123" y="1267718"/>
                </a:lnTo>
                <a:cubicBezTo>
                  <a:pt x="2322276" y="1267718"/>
                  <a:pt x="2322506" y="1267948"/>
                  <a:pt x="2322506" y="1267948"/>
                </a:cubicBezTo>
                <a:lnTo>
                  <a:pt x="2325658" y="1273406"/>
                </a:lnTo>
                <a:cubicBezTo>
                  <a:pt x="2325734" y="1273560"/>
                  <a:pt x="2325658" y="1273865"/>
                  <a:pt x="2325658" y="1273865"/>
                </a:cubicBezTo>
                <a:lnTo>
                  <a:pt x="2322506" y="1279324"/>
                </a:lnTo>
                <a:cubicBezTo>
                  <a:pt x="2322430" y="1279477"/>
                  <a:pt x="2322123" y="1279553"/>
                  <a:pt x="2322123" y="1279553"/>
                </a:cubicBezTo>
                <a:lnTo>
                  <a:pt x="2315819" y="1279553"/>
                </a:lnTo>
                <a:cubicBezTo>
                  <a:pt x="2315666" y="1279553"/>
                  <a:pt x="2315436" y="1279324"/>
                  <a:pt x="2315436" y="1279324"/>
                </a:cubicBezTo>
                <a:lnTo>
                  <a:pt x="2312284" y="1273865"/>
                </a:lnTo>
                <a:cubicBezTo>
                  <a:pt x="2312207" y="1273713"/>
                  <a:pt x="2312284" y="1273406"/>
                  <a:pt x="2312284" y="1273406"/>
                </a:cubicBezTo>
                <a:lnTo>
                  <a:pt x="2315436" y="1267948"/>
                </a:lnTo>
                <a:cubicBezTo>
                  <a:pt x="2315512" y="1267796"/>
                  <a:pt x="2315819" y="1267718"/>
                  <a:pt x="2315819" y="1267718"/>
                </a:cubicBezTo>
                <a:close/>
                <a:moveTo>
                  <a:pt x="1766539" y="1266871"/>
                </a:moveTo>
                <a:lnTo>
                  <a:pt x="1773687" y="1266871"/>
                </a:lnTo>
                <a:cubicBezTo>
                  <a:pt x="1773918" y="1266871"/>
                  <a:pt x="1774148" y="1267103"/>
                  <a:pt x="1774148" y="1267103"/>
                </a:cubicBezTo>
                <a:lnTo>
                  <a:pt x="1777761" y="1273328"/>
                </a:lnTo>
                <a:cubicBezTo>
                  <a:pt x="1777837" y="1273480"/>
                  <a:pt x="1777761" y="1273865"/>
                  <a:pt x="1777761" y="1273865"/>
                </a:cubicBezTo>
                <a:lnTo>
                  <a:pt x="1774148" y="1280091"/>
                </a:lnTo>
                <a:cubicBezTo>
                  <a:pt x="1773994" y="1280244"/>
                  <a:pt x="1773687" y="1280320"/>
                  <a:pt x="1773687" y="1280320"/>
                </a:cubicBezTo>
                <a:lnTo>
                  <a:pt x="1766539" y="1280320"/>
                </a:lnTo>
                <a:cubicBezTo>
                  <a:pt x="1766309" y="1280320"/>
                  <a:pt x="1766079" y="1280091"/>
                  <a:pt x="1766079" y="1280091"/>
                </a:cubicBezTo>
                <a:lnTo>
                  <a:pt x="1762466" y="1273865"/>
                </a:lnTo>
                <a:cubicBezTo>
                  <a:pt x="1762388" y="1273712"/>
                  <a:pt x="1762466" y="1273328"/>
                  <a:pt x="1762466" y="1273328"/>
                </a:cubicBezTo>
                <a:lnTo>
                  <a:pt x="1766079" y="1267103"/>
                </a:lnTo>
                <a:cubicBezTo>
                  <a:pt x="1766233" y="1266949"/>
                  <a:pt x="1766539" y="1266871"/>
                  <a:pt x="1766539" y="1266871"/>
                </a:cubicBezTo>
                <a:close/>
                <a:moveTo>
                  <a:pt x="4144266" y="1265489"/>
                </a:moveTo>
                <a:lnTo>
                  <a:pt x="4152951" y="1265489"/>
                </a:lnTo>
                <a:cubicBezTo>
                  <a:pt x="4153182" y="1265489"/>
                  <a:pt x="4153489" y="1265797"/>
                  <a:pt x="4153489" y="1265797"/>
                </a:cubicBezTo>
                <a:lnTo>
                  <a:pt x="4157793" y="1273328"/>
                </a:lnTo>
                <a:cubicBezTo>
                  <a:pt x="4157870" y="1273482"/>
                  <a:pt x="4157793" y="1273943"/>
                  <a:pt x="4157793" y="1273943"/>
                </a:cubicBezTo>
                <a:lnTo>
                  <a:pt x="4153489" y="1281475"/>
                </a:lnTo>
                <a:cubicBezTo>
                  <a:pt x="4153335" y="1281628"/>
                  <a:pt x="4152951" y="1281782"/>
                  <a:pt x="4152951" y="1281782"/>
                </a:cubicBezTo>
                <a:lnTo>
                  <a:pt x="4144266" y="1281782"/>
                </a:lnTo>
                <a:cubicBezTo>
                  <a:pt x="4144036" y="1281782"/>
                  <a:pt x="4143728" y="1281475"/>
                  <a:pt x="4143728" y="1281475"/>
                </a:cubicBezTo>
                <a:lnTo>
                  <a:pt x="4139424" y="1273943"/>
                </a:lnTo>
                <a:cubicBezTo>
                  <a:pt x="4139346" y="1273789"/>
                  <a:pt x="4139424" y="1273328"/>
                  <a:pt x="4139424" y="1273328"/>
                </a:cubicBezTo>
                <a:lnTo>
                  <a:pt x="4143728" y="1265797"/>
                </a:lnTo>
                <a:cubicBezTo>
                  <a:pt x="4143882" y="1265643"/>
                  <a:pt x="4144266" y="1265489"/>
                  <a:pt x="4144266" y="1265489"/>
                </a:cubicBezTo>
                <a:close/>
                <a:moveTo>
                  <a:pt x="2222902" y="1265028"/>
                </a:moveTo>
                <a:lnTo>
                  <a:pt x="2232047" y="1265028"/>
                </a:lnTo>
                <a:cubicBezTo>
                  <a:pt x="2232278" y="1265028"/>
                  <a:pt x="2232584" y="1265335"/>
                  <a:pt x="2232584" y="1265335"/>
                </a:cubicBezTo>
                <a:lnTo>
                  <a:pt x="2237120" y="1273252"/>
                </a:lnTo>
                <a:cubicBezTo>
                  <a:pt x="2237274" y="1273404"/>
                  <a:pt x="2237120" y="1273865"/>
                  <a:pt x="2237120" y="1273865"/>
                </a:cubicBezTo>
                <a:lnTo>
                  <a:pt x="2232584" y="1281782"/>
                </a:lnTo>
                <a:cubicBezTo>
                  <a:pt x="2232508" y="1281936"/>
                  <a:pt x="2232047" y="1282090"/>
                  <a:pt x="2232047" y="1282090"/>
                </a:cubicBezTo>
                <a:lnTo>
                  <a:pt x="2222902" y="1282090"/>
                </a:lnTo>
                <a:cubicBezTo>
                  <a:pt x="2222670" y="1282090"/>
                  <a:pt x="2222363" y="1281782"/>
                  <a:pt x="2222363" y="1281782"/>
                </a:cubicBezTo>
                <a:lnTo>
                  <a:pt x="2217829" y="1273865"/>
                </a:lnTo>
                <a:cubicBezTo>
                  <a:pt x="2217675" y="1273712"/>
                  <a:pt x="2217829" y="1273252"/>
                  <a:pt x="2217829" y="1273252"/>
                </a:cubicBezTo>
                <a:lnTo>
                  <a:pt x="2222363" y="1265335"/>
                </a:lnTo>
                <a:cubicBezTo>
                  <a:pt x="2222441" y="1265182"/>
                  <a:pt x="2222902" y="1265028"/>
                  <a:pt x="2222902" y="1265028"/>
                </a:cubicBezTo>
                <a:close/>
                <a:moveTo>
                  <a:pt x="5241826" y="1264874"/>
                </a:moveTo>
                <a:lnTo>
                  <a:pt x="5251049" y="1264874"/>
                </a:lnTo>
                <a:cubicBezTo>
                  <a:pt x="5251279" y="1264874"/>
                  <a:pt x="5251587" y="1265182"/>
                  <a:pt x="5251587" y="1265182"/>
                </a:cubicBezTo>
                <a:lnTo>
                  <a:pt x="5256198" y="1273174"/>
                </a:lnTo>
                <a:cubicBezTo>
                  <a:pt x="5256352" y="1273404"/>
                  <a:pt x="5256198" y="1273865"/>
                  <a:pt x="5256198" y="1273865"/>
                </a:cubicBezTo>
                <a:lnTo>
                  <a:pt x="5251587" y="1281858"/>
                </a:lnTo>
                <a:cubicBezTo>
                  <a:pt x="5251511" y="1282012"/>
                  <a:pt x="5251049" y="1282166"/>
                  <a:pt x="5251049" y="1282166"/>
                </a:cubicBezTo>
                <a:lnTo>
                  <a:pt x="5241826" y="1282166"/>
                </a:lnTo>
                <a:cubicBezTo>
                  <a:pt x="5241597" y="1282166"/>
                  <a:pt x="5241289" y="1281858"/>
                  <a:pt x="5241289" y="1281858"/>
                </a:cubicBezTo>
                <a:lnTo>
                  <a:pt x="5236678" y="1273865"/>
                </a:lnTo>
                <a:cubicBezTo>
                  <a:pt x="5236524" y="1273636"/>
                  <a:pt x="5236678" y="1273174"/>
                  <a:pt x="5236678" y="1273174"/>
                </a:cubicBezTo>
                <a:lnTo>
                  <a:pt x="5241289" y="1265182"/>
                </a:lnTo>
                <a:cubicBezTo>
                  <a:pt x="5241366" y="1265028"/>
                  <a:pt x="5241826" y="1264874"/>
                  <a:pt x="5241826" y="1264874"/>
                </a:cubicBezTo>
                <a:close/>
                <a:moveTo>
                  <a:pt x="5150139" y="1264642"/>
                </a:moveTo>
                <a:lnTo>
                  <a:pt x="5159668" y="1264642"/>
                </a:lnTo>
                <a:cubicBezTo>
                  <a:pt x="5159975" y="1264642"/>
                  <a:pt x="5160283" y="1264950"/>
                  <a:pt x="5160283" y="1264950"/>
                </a:cubicBezTo>
                <a:lnTo>
                  <a:pt x="5165048" y="1273250"/>
                </a:lnTo>
                <a:cubicBezTo>
                  <a:pt x="5165202" y="1273480"/>
                  <a:pt x="5165048" y="1273941"/>
                  <a:pt x="5165048" y="1273941"/>
                </a:cubicBezTo>
                <a:lnTo>
                  <a:pt x="5160283" y="1282242"/>
                </a:lnTo>
                <a:cubicBezTo>
                  <a:pt x="5160129" y="1282395"/>
                  <a:pt x="5159668" y="1282549"/>
                  <a:pt x="5159668" y="1282549"/>
                </a:cubicBezTo>
                <a:lnTo>
                  <a:pt x="5150139" y="1282549"/>
                </a:lnTo>
                <a:cubicBezTo>
                  <a:pt x="5149832" y="1282549"/>
                  <a:pt x="5149524" y="1282242"/>
                  <a:pt x="5149524" y="1282242"/>
                </a:cubicBezTo>
                <a:lnTo>
                  <a:pt x="5144759" y="1273941"/>
                </a:lnTo>
                <a:cubicBezTo>
                  <a:pt x="5144605" y="1273712"/>
                  <a:pt x="5144759" y="1273250"/>
                  <a:pt x="5144759" y="1273250"/>
                </a:cubicBezTo>
                <a:lnTo>
                  <a:pt x="5149524" y="1264950"/>
                </a:lnTo>
                <a:cubicBezTo>
                  <a:pt x="5149678" y="1264796"/>
                  <a:pt x="5150139" y="1264642"/>
                  <a:pt x="5150139" y="1264642"/>
                </a:cubicBezTo>
                <a:close/>
                <a:moveTo>
                  <a:pt x="5607269" y="1264027"/>
                </a:moveTo>
                <a:lnTo>
                  <a:pt x="5617413" y="1264027"/>
                </a:lnTo>
                <a:cubicBezTo>
                  <a:pt x="5617643" y="1264027"/>
                  <a:pt x="5618028" y="1264411"/>
                  <a:pt x="5618028" y="1264411"/>
                </a:cubicBezTo>
                <a:lnTo>
                  <a:pt x="5623101" y="1273172"/>
                </a:lnTo>
                <a:cubicBezTo>
                  <a:pt x="5623255" y="1273404"/>
                  <a:pt x="5623101" y="1273865"/>
                  <a:pt x="5623101" y="1273865"/>
                </a:cubicBezTo>
                <a:lnTo>
                  <a:pt x="5618028" y="1282627"/>
                </a:lnTo>
                <a:cubicBezTo>
                  <a:pt x="5617874" y="1282857"/>
                  <a:pt x="5617413" y="1283011"/>
                  <a:pt x="5617413" y="1283011"/>
                </a:cubicBezTo>
                <a:lnTo>
                  <a:pt x="5607269" y="1283011"/>
                </a:lnTo>
                <a:cubicBezTo>
                  <a:pt x="5607038" y="1283011"/>
                  <a:pt x="5606654" y="1282627"/>
                  <a:pt x="5606654" y="1282627"/>
                </a:cubicBezTo>
                <a:lnTo>
                  <a:pt x="5601581" y="1273865"/>
                </a:lnTo>
                <a:cubicBezTo>
                  <a:pt x="5601427" y="1273634"/>
                  <a:pt x="5601581" y="1273172"/>
                  <a:pt x="5601581" y="1273172"/>
                </a:cubicBezTo>
                <a:lnTo>
                  <a:pt x="5606654" y="1264411"/>
                </a:lnTo>
                <a:cubicBezTo>
                  <a:pt x="5606808" y="1264181"/>
                  <a:pt x="5607269" y="1264027"/>
                  <a:pt x="5607269" y="1264027"/>
                </a:cubicBezTo>
                <a:close/>
                <a:moveTo>
                  <a:pt x="5790106" y="1263951"/>
                </a:moveTo>
                <a:lnTo>
                  <a:pt x="5800404" y="1263951"/>
                </a:lnTo>
                <a:cubicBezTo>
                  <a:pt x="5800636" y="1263951"/>
                  <a:pt x="5801019" y="1264335"/>
                  <a:pt x="5801019" y="1264335"/>
                </a:cubicBezTo>
                <a:lnTo>
                  <a:pt x="5806170" y="1273250"/>
                </a:lnTo>
                <a:cubicBezTo>
                  <a:pt x="5806324" y="1273404"/>
                  <a:pt x="5806170" y="1273943"/>
                  <a:pt x="5806170" y="1273943"/>
                </a:cubicBezTo>
                <a:lnTo>
                  <a:pt x="5801019" y="1282857"/>
                </a:lnTo>
                <a:cubicBezTo>
                  <a:pt x="5800867" y="1283088"/>
                  <a:pt x="5800404" y="1283242"/>
                  <a:pt x="5800404" y="1283242"/>
                </a:cubicBezTo>
                <a:lnTo>
                  <a:pt x="5790106" y="1283242"/>
                </a:lnTo>
                <a:cubicBezTo>
                  <a:pt x="5789877" y="1283242"/>
                  <a:pt x="5789491" y="1282857"/>
                  <a:pt x="5789491" y="1282857"/>
                </a:cubicBezTo>
                <a:lnTo>
                  <a:pt x="5784343" y="1273943"/>
                </a:lnTo>
                <a:cubicBezTo>
                  <a:pt x="5784189" y="1273789"/>
                  <a:pt x="5784343" y="1273250"/>
                  <a:pt x="5784343" y="1273250"/>
                </a:cubicBezTo>
                <a:lnTo>
                  <a:pt x="5789491" y="1264335"/>
                </a:lnTo>
                <a:cubicBezTo>
                  <a:pt x="5789645" y="1264105"/>
                  <a:pt x="5790106" y="1263951"/>
                  <a:pt x="5790106" y="1263951"/>
                </a:cubicBezTo>
                <a:close/>
                <a:moveTo>
                  <a:pt x="5973020" y="1263797"/>
                </a:moveTo>
                <a:lnTo>
                  <a:pt x="5983473" y="1263797"/>
                </a:lnTo>
                <a:cubicBezTo>
                  <a:pt x="5983703" y="1263797"/>
                  <a:pt x="5984088" y="1264181"/>
                  <a:pt x="5984088" y="1264181"/>
                </a:cubicBezTo>
                <a:lnTo>
                  <a:pt x="5989313" y="1273250"/>
                </a:lnTo>
                <a:cubicBezTo>
                  <a:pt x="5989467" y="1273482"/>
                  <a:pt x="5989313" y="1274019"/>
                  <a:pt x="5989313" y="1274019"/>
                </a:cubicBezTo>
                <a:lnTo>
                  <a:pt x="5984088" y="1283088"/>
                </a:lnTo>
                <a:cubicBezTo>
                  <a:pt x="5984011" y="1283318"/>
                  <a:pt x="5983473" y="1283472"/>
                  <a:pt x="5983473" y="1283472"/>
                </a:cubicBezTo>
                <a:lnTo>
                  <a:pt x="5973020" y="1283472"/>
                </a:lnTo>
                <a:cubicBezTo>
                  <a:pt x="5972790" y="1283472"/>
                  <a:pt x="5972405" y="1283088"/>
                  <a:pt x="5972405" y="1283088"/>
                </a:cubicBezTo>
                <a:lnTo>
                  <a:pt x="5967180" y="1274019"/>
                </a:lnTo>
                <a:cubicBezTo>
                  <a:pt x="5967026" y="1273789"/>
                  <a:pt x="5967180" y="1273250"/>
                  <a:pt x="5967180" y="1273250"/>
                </a:cubicBezTo>
                <a:lnTo>
                  <a:pt x="5972405" y="1264181"/>
                </a:lnTo>
                <a:cubicBezTo>
                  <a:pt x="5972483" y="1263951"/>
                  <a:pt x="5973020" y="1263797"/>
                  <a:pt x="5973020" y="1263797"/>
                </a:cubicBezTo>
                <a:close/>
                <a:moveTo>
                  <a:pt x="1947607" y="1263336"/>
                </a:moveTo>
                <a:lnTo>
                  <a:pt x="1958521" y="1263336"/>
                </a:lnTo>
                <a:cubicBezTo>
                  <a:pt x="1958829" y="1263336"/>
                  <a:pt x="1959212" y="1263720"/>
                  <a:pt x="1959212" y="1263720"/>
                </a:cubicBezTo>
                <a:lnTo>
                  <a:pt x="1964669" y="1273174"/>
                </a:lnTo>
                <a:cubicBezTo>
                  <a:pt x="1964822" y="1273404"/>
                  <a:pt x="1964669" y="1273941"/>
                  <a:pt x="1964669" y="1273941"/>
                </a:cubicBezTo>
                <a:lnTo>
                  <a:pt x="1959212" y="1283396"/>
                </a:lnTo>
                <a:cubicBezTo>
                  <a:pt x="1959058" y="1283626"/>
                  <a:pt x="1958521" y="1283779"/>
                  <a:pt x="1958521" y="1283779"/>
                </a:cubicBezTo>
                <a:lnTo>
                  <a:pt x="1947607" y="1283779"/>
                </a:lnTo>
                <a:cubicBezTo>
                  <a:pt x="1947301" y="1283779"/>
                  <a:pt x="1946916" y="1283396"/>
                  <a:pt x="1946916" y="1283396"/>
                </a:cubicBezTo>
                <a:lnTo>
                  <a:pt x="1941459" y="1273941"/>
                </a:lnTo>
                <a:cubicBezTo>
                  <a:pt x="1941305" y="1273712"/>
                  <a:pt x="1941459" y="1273174"/>
                  <a:pt x="1941459" y="1273174"/>
                </a:cubicBezTo>
                <a:lnTo>
                  <a:pt x="1946916" y="1263720"/>
                </a:lnTo>
                <a:cubicBezTo>
                  <a:pt x="1947069" y="1263490"/>
                  <a:pt x="1947607" y="1263336"/>
                  <a:pt x="1947607" y="1263336"/>
                </a:cubicBezTo>
                <a:close/>
                <a:moveTo>
                  <a:pt x="1856153" y="1263336"/>
                </a:moveTo>
                <a:lnTo>
                  <a:pt x="1867066" y="1263336"/>
                </a:lnTo>
                <a:cubicBezTo>
                  <a:pt x="1867373" y="1263336"/>
                  <a:pt x="1867757" y="1263720"/>
                  <a:pt x="1867757" y="1263720"/>
                </a:cubicBezTo>
                <a:lnTo>
                  <a:pt x="1873213" y="1273174"/>
                </a:lnTo>
                <a:cubicBezTo>
                  <a:pt x="1873367" y="1273404"/>
                  <a:pt x="1873213" y="1273941"/>
                  <a:pt x="1873213" y="1273941"/>
                </a:cubicBezTo>
                <a:lnTo>
                  <a:pt x="1867757" y="1283396"/>
                </a:lnTo>
                <a:cubicBezTo>
                  <a:pt x="1867603" y="1283626"/>
                  <a:pt x="1867066" y="1283779"/>
                  <a:pt x="1867066" y="1283779"/>
                </a:cubicBezTo>
                <a:lnTo>
                  <a:pt x="1856153" y="1283779"/>
                </a:lnTo>
                <a:cubicBezTo>
                  <a:pt x="1855845" y="1283779"/>
                  <a:pt x="1855460" y="1283396"/>
                  <a:pt x="1855460" y="1283396"/>
                </a:cubicBezTo>
                <a:lnTo>
                  <a:pt x="1850004" y="1273941"/>
                </a:lnTo>
                <a:cubicBezTo>
                  <a:pt x="1849850" y="1273712"/>
                  <a:pt x="1850004" y="1273174"/>
                  <a:pt x="1850004" y="1273174"/>
                </a:cubicBezTo>
                <a:lnTo>
                  <a:pt x="1855460" y="1263720"/>
                </a:lnTo>
                <a:cubicBezTo>
                  <a:pt x="1855614" y="1263490"/>
                  <a:pt x="1856153" y="1263336"/>
                  <a:pt x="1856153" y="1263336"/>
                </a:cubicBezTo>
                <a:close/>
                <a:moveTo>
                  <a:pt x="2129753" y="1261800"/>
                </a:moveTo>
                <a:lnTo>
                  <a:pt x="2142281" y="1261800"/>
                </a:lnTo>
                <a:cubicBezTo>
                  <a:pt x="2142589" y="1261800"/>
                  <a:pt x="2143048" y="1262262"/>
                  <a:pt x="2143048" y="1262262"/>
                </a:cubicBezTo>
                <a:lnTo>
                  <a:pt x="2149351" y="1273098"/>
                </a:lnTo>
                <a:cubicBezTo>
                  <a:pt x="2149505" y="1273406"/>
                  <a:pt x="2149351" y="1274021"/>
                  <a:pt x="2149351" y="1274021"/>
                </a:cubicBezTo>
                <a:lnTo>
                  <a:pt x="2143048" y="1284856"/>
                </a:lnTo>
                <a:cubicBezTo>
                  <a:pt x="2142896" y="1285163"/>
                  <a:pt x="2142281" y="1285317"/>
                  <a:pt x="2142281" y="1285317"/>
                </a:cubicBezTo>
                <a:lnTo>
                  <a:pt x="2129753" y="1285317"/>
                </a:lnTo>
                <a:cubicBezTo>
                  <a:pt x="2129445" y="1285317"/>
                  <a:pt x="2128986" y="1284856"/>
                  <a:pt x="2128986" y="1284856"/>
                </a:cubicBezTo>
                <a:lnTo>
                  <a:pt x="2122683" y="1274021"/>
                </a:lnTo>
                <a:cubicBezTo>
                  <a:pt x="2122529" y="1273713"/>
                  <a:pt x="2122683" y="1273098"/>
                  <a:pt x="2122683" y="1273098"/>
                </a:cubicBezTo>
                <a:lnTo>
                  <a:pt x="2128986" y="1262262"/>
                </a:lnTo>
                <a:cubicBezTo>
                  <a:pt x="2129137" y="1261954"/>
                  <a:pt x="2129753" y="1261800"/>
                  <a:pt x="2129753" y="1261800"/>
                </a:cubicBezTo>
                <a:close/>
                <a:moveTo>
                  <a:pt x="5697419" y="1261569"/>
                </a:moveTo>
                <a:lnTo>
                  <a:pt x="5710255" y="1261569"/>
                </a:lnTo>
                <a:cubicBezTo>
                  <a:pt x="5710563" y="1261569"/>
                  <a:pt x="5711022" y="1262030"/>
                  <a:pt x="5711022" y="1262030"/>
                </a:cubicBezTo>
                <a:lnTo>
                  <a:pt x="5717403" y="1273174"/>
                </a:lnTo>
                <a:cubicBezTo>
                  <a:pt x="5717554" y="1273482"/>
                  <a:pt x="5717403" y="1274095"/>
                  <a:pt x="5717403" y="1274095"/>
                </a:cubicBezTo>
                <a:lnTo>
                  <a:pt x="5710946" y="1285239"/>
                </a:lnTo>
                <a:cubicBezTo>
                  <a:pt x="5710792" y="1285547"/>
                  <a:pt x="5710177" y="1285701"/>
                  <a:pt x="5710177" y="1285701"/>
                </a:cubicBezTo>
                <a:lnTo>
                  <a:pt x="5697341" y="1285701"/>
                </a:lnTo>
                <a:cubicBezTo>
                  <a:pt x="5697036" y="1285701"/>
                  <a:pt x="5696574" y="1285239"/>
                  <a:pt x="5696574" y="1285239"/>
                </a:cubicBezTo>
                <a:lnTo>
                  <a:pt x="5690195" y="1274095"/>
                </a:lnTo>
                <a:cubicBezTo>
                  <a:pt x="5690041" y="1273789"/>
                  <a:pt x="5690195" y="1273174"/>
                  <a:pt x="5690195" y="1273174"/>
                </a:cubicBezTo>
                <a:lnTo>
                  <a:pt x="5696650" y="1262030"/>
                </a:lnTo>
                <a:cubicBezTo>
                  <a:pt x="5696804" y="1261722"/>
                  <a:pt x="5697419" y="1261569"/>
                  <a:pt x="5697419" y="1261569"/>
                </a:cubicBezTo>
                <a:close/>
                <a:moveTo>
                  <a:pt x="5880026" y="1260954"/>
                </a:moveTo>
                <a:lnTo>
                  <a:pt x="5893475" y="1260954"/>
                </a:lnTo>
                <a:cubicBezTo>
                  <a:pt x="5893859" y="1260954"/>
                  <a:pt x="5894320" y="1261415"/>
                  <a:pt x="5894320" y="1261415"/>
                </a:cubicBezTo>
                <a:lnTo>
                  <a:pt x="5901007" y="1273021"/>
                </a:lnTo>
                <a:cubicBezTo>
                  <a:pt x="5901161" y="1273250"/>
                  <a:pt x="5901007" y="1273941"/>
                  <a:pt x="5901007" y="1273941"/>
                </a:cubicBezTo>
                <a:lnTo>
                  <a:pt x="5894245" y="1285547"/>
                </a:lnTo>
                <a:cubicBezTo>
                  <a:pt x="5894013" y="1285855"/>
                  <a:pt x="5893397" y="1286008"/>
                  <a:pt x="5893397" y="1286008"/>
                </a:cubicBezTo>
                <a:lnTo>
                  <a:pt x="5879948" y="1286008"/>
                </a:lnTo>
                <a:cubicBezTo>
                  <a:pt x="5879565" y="1286008"/>
                  <a:pt x="5879104" y="1285547"/>
                  <a:pt x="5879104" y="1285547"/>
                </a:cubicBezTo>
                <a:lnTo>
                  <a:pt x="5872417" y="1273941"/>
                </a:lnTo>
                <a:cubicBezTo>
                  <a:pt x="5872264" y="1273712"/>
                  <a:pt x="5872417" y="1273021"/>
                  <a:pt x="5872417" y="1273021"/>
                </a:cubicBezTo>
                <a:lnTo>
                  <a:pt x="5879179" y="1261415"/>
                </a:lnTo>
                <a:cubicBezTo>
                  <a:pt x="5879411" y="1261107"/>
                  <a:pt x="5880026" y="1260954"/>
                  <a:pt x="5880026" y="1260954"/>
                </a:cubicBezTo>
                <a:close/>
                <a:moveTo>
                  <a:pt x="2036759" y="1259032"/>
                </a:moveTo>
                <a:lnTo>
                  <a:pt x="2052284" y="1259032"/>
                </a:lnTo>
                <a:cubicBezTo>
                  <a:pt x="2052669" y="1259032"/>
                  <a:pt x="2053206" y="1259569"/>
                  <a:pt x="2053206" y="1259569"/>
                </a:cubicBezTo>
                <a:lnTo>
                  <a:pt x="2060969" y="1273021"/>
                </a:lnTo>
                <a:cubicBezTo>
                  <a:pt x="2061199" y="1273328"/>
                  <a:pt x="2060969" y="1274095"/>
                  <a:pt x="2060969" y="1274095"/>
                </a:cubicBezTo>
                <a:lnTo>
                  <a:pt x="2053206" y="1287546"/>
                </a:lnTo>
                <a:cubicBezTo>
                  <a:pt x="2053052" y="1287852"/>
                  <a:pt x="2052669" y="1288083"/>
                  <a:pt x="2052284" y="1288083"/>
                </a:cubicBezTo>
                <a:lnTo>
                  <a:pt x="2036759" y="1288083"/>
                </a:lnTo>
                <a:cubicBezTo>
                  <a:pt x="2036376" y="1288083"/>
                  <a:pt x="2035839" y="1287546"/>
                  <a:pt x="2035839" y="1287546"/>
                </a:cubicBezTo>
                <a:lnTo>
                  <a:pt x="2028075" y="1274095"/>
                </a:lnTo>
                <a:cubicBezTo>
                  <a:pt x="2027844" y="1273788"/>
                  <a:pt x="2028075" y="1273021"/>
                  <a:pt x="2028075" y="1273021"/>
                </a:cubicBezTo>
                <a:lnTo>
                  <a:pt x="2035839" y="1259569"/>
                </a:lnTo>
                <a:cubicBezTo>
                  <a:pt x="2035990" y="1259262"/>
                  <a:pt x="2036376" y="1259032"/>
                  <a:pt x="2036759" y="1259032"/>
                </a:cubicBezTo>
                <a:close/>
                <a:moveTo>
                  <a:pt x="5329056" y="1257035"/>
                </a:moveTo>
                <a:lnTo>
                  <a:pt x="5346655" y="1257035"/>
                </a:lnTo>
                <a:cubicBezTo>
                  <a:pt x="5347117" y="1257035"/>
                  <a:pt x="5347732" y="1257650"/>
                  <a:pt x="5347732" y="1257650"/>
                </a:cubicBezTo>
                <a:lnTo>
                  <a:pt x="5356569" y="1272945"/>
                </a:lnTo>
                <a:cubicBezTo>
                  <a:pt x="5356801" y="1273328"/>
                  <a:pt x="5356569" y="1274173"/>
                  <a:pt x="5356569" y="1274173"/>
                </a:cubicBezTo>
                <a:lnTo>
                  <a:pt x="5347732" y="1289467"/>
                </a:lnTo>
                <a:cubicBezTo>
                  <a:pt x="5347502" y="1289853"/>
                  <a:pt x="5347117" y="1290083"/>
                  <a:pt x="5346655" y="1290083"/>
                </a:cubicBezTo>
                <a:lnTo>
                  <a:pt x="5329056" y="1290083"/>
                </a:lnTo>
                <a:cubicBezTo>
                  <a:pt x="5328595" y="1290083"/>
                  <a:pt x="5327980" y="1289467"/>
                  <a:pt x="5327980" y="1289467"/>
                </a:cubicBezTo>
                <a:lnTo>
                  <a:pt x="5319142" y="1274173"/>
                </a:lnTo>
                <a:cubicBezTo>
                  <a:pt x="5318912" y="1273789"/>
                  <a:pt x="5319142" y="1272945"/>
                  <a:pt x="5319142" y="1272945"/>
                </a:cubicBezTo>
                <a:lnTo>
                  <a:pt x="5327980" y="1257650"/>
                </a:lnTo>
                <a:cubicBezTo>
                  <a:pt x="5328211" y="1257265"/>
                  <a:pt x="5328595" y="1257035"/>
                  <a:pt x="5329056" y="1257035"/>
                </a:cubicBezTo>
                <a:close/>
                <a:moveTo>
                  <a:pt x="3954204" y="1252038"/>
                </a:moveTo>
                <a:lnTo>
                  <a:pt x="3977184" y="1252038"/>
                </a:lnTo>
                <a:cubicBezTo>
                  <a:pt x="3977723" y="1252038"/>
                  <a:pt x="3978261" y="1252422"/>
                  <a:pt x="3978569" y="1252883"/>
                </a:cubicBezTo>
                <a:lnTo>
                  <a:pt x="3990020" y="1272789"/>
                </a:lnTo>
                <a:cubicBezTo>
                  <a:pt x="3990328" y="1273250"/>
                  <a:pt x="3990328" y="1273941"/>
                  <a:pt x="3990020" y="1274403"/>
                </a:cubicBezTo>
                <a:lnTo>
                  <a:pt x="3978491" y="1294309"/>
                </a:lnTo>
                <a:cubicBezTo>
                  <a:pt x="3978185" y="1294846"/>
                  <a:pt x="3977646" y="1295154"/>
                  <a:pt x="3977108" y="1295154"/>
                </a:cubicBezTo>
                <a:lnTo>
                  <a:pt x="3954129" y="1295154"/>
                </a:lnTo>
                <a:cubicBezTo>
                  <a:pt x="3953589" y="1295154"/>
                  <a:pt x="3953052" y="1294770"/>
                  <a:pt x="3952744" y="1294309"/>
                </a:cubicBezTo>
                <a:lnTo>
                  <a:pt x="3941295" y="1274403"/>
                </a:lnTo>
                <a:cubicBezTo>
                  <a:pt x="3940985" y="1273941"/>
                  <a:pt x="3940985" y="1273250"/>
                  <a:pt x="3941295" y="1272789"/>
                </a:cubicBezTo>
                <a:lnTo>
                  <a:pt x="3952822" y="1252883"/>
                </a:lnTo>
                <a:cubicBezTo>
                  <a:pt x="3953130" y="1252346"/>
                  <a:pt x="3953667" y="1252038"/>
                  <a:pt x="3954204" y="1252038"/>
                </a:cubicBezTo>
                <a:close/>
                <a:moveTo>
                  <a:pt x="18901" y="1248964"/>
                </a:moveTo>
                <a:lnTo>
                  <a:pt x="45182" y="1248964"/>
                </a:lnTo>
                <a:cubicBezTo>
                  <a:pt x="45872" y="1248964"/>
                  <a:pt x="46488" y="1249348"/>
                  <a:pt x="46800" y="1249887"/>
                </a:cubicBezTo>
                <a:lnTo>
                  <a:pt x="59945" y="1272635"/>
                </a:lnTo>
                <a:cubicBezTo>
                  <a:pt x="60245" y="1273174"/>
                  <a:pt x="60245" y="1273941"/>
                  <a:pt x="59945" y="1274480"/>
                </a:cubicBezTo>
                <a:lnTo>
                  <a:pt x="46800" y="1297229"/>
                </a:lnTo>
                <a:cubicBezTo>
                  <a:pt x="46416" y="1297768"/>
                  <a:pt x="45872" y="1298151"/>
                  <a:pt x="45182" y="1298151"/>
                </a:cubicBezTo>
                <a:lnTo>
                  <a:pt x="18901" y="1298151"/>
                </a:lnTo>
                <a:cubicBezTo>
                  <a:pt x="18206" y="1298151"/>
                  <a:pt x="17597" y="1297768"/>
                  <a:pt x="17285" y="1297229"/>
                </a:cubicBezTo>
                <a:lnTo>
                  <a:pt x="4140" y="1274480"/>
                </a:lnTo>
                <a:cubicBezTo>
                  <a:pt x="3834" y="1273941"/>
                  <a:pt x="3834" y="1273174"/>
                  <a:pt x="4140" y="1272635"/>
                </a:cubicBezTo>
                <a:lnTo>
                  <a:pt x="17285" y="1249887"/>
                </a:lnTo>
                <a:cubicBezTo>
                  <a:pt x="17665" y="1249348"/>
                  <a:pt x="18206" y="1248964"/>
                  <a:pt x="18901" y="1248964"/>
                </a:cubicBezTo>
                <a:close/>
                <a:moveTo>
                  <a:pt x="3860442" y="1247812"/>
                </a:moveTo>
                <a:lnTo>
                  <a:pt x="3887956" y="1247812"/>
                </a:lnTo>
                <a:cubicBezTo>
                  <a:pt x="3888647" y="1247812"/>
                  <a:pt x="3889262" y="1248195"/>
                  <a:pt x="3889645" y="1248811"/>
                </a:cubicBezTo>
                <a:lnTo>
                  <a:pt x="3903404" y="1272635"/>
                </a:lnTo>
                <a:cubicBezTo>
                  <a:pt x="3903787" y="1273174"/>
                  <a:pt x="3903787" y="1273943"/>
                  <a:pt x="3903404" y="1274556"/>
                </a:cubicBezTo>
                <a:lnTo>
                  <a:pt x="3889645" y="1298383"/>
                </a:lnTo>
                <a:cubicBezTo>
                  <a:pt x="3889262" y="1298998"/>
                  <a:pt x="3888647" y="1299382"/>
                  <a:pt x="3887956" y="1299382"/>
                </a:cubicBezTo>
                <a:lnTo>
                  <a:pt x="3860442" y="1299382"/>
                </a:lnTo>
                <a:cubicBezTo>
                  <a:pt x="3859749" y="1299382"/>
                  <a:pt x="3859135" y="1298998"/>
                  <a:pt x="3858751" y="1298383"/>
                </a:cubicBezTo>
                <a:lnTo>
                  <a:pt x="3844994" y="1274556"/>
                </a:lnTo>
                <a:cubicBezTo>
                  <a:pt x="3844608" y="1274019"/>
                  <a:pt x="3844608" y="1273250"/>
                  <a:pt x="3844994" y="1272635"/>
                </a:cubicBezTo>
                <a:lnTo>
                  <a:pt x="3858751" y="1248811"/>
                </a:lnTo>
                <a:cubicBezTo>
                  <a:pt x="3859135" y="1248195"/>
                  <a:pt x="3859749" y="1247812"/>
                  <a:pt x="3860442" y="1247812"/>
                </a:cubicBezTo>
                <a:close/>
                <a:moveTo>
                  <a:pt x="2224516" y="1188711"/>
                </a:moveTo>
                <a:lnTo>
                  <a:pt x="2230511" y="1188711"/>
                </a:lnTo>
                <a:cubicBezTo>
                  <a:pt x="2230665" y="1188711"/>
                  <a:pt x="2230895" y="1188941"/>
                  <a:pt x="2230895" y="1188941"/>
                </a:cubicBezTo>
                <a:lnTo>
                  <a:pt x="2233892" y="1194091"/>
                </a:lnTo>
                <a:cubicBezTo>
                  <a:pt x="2233968" y="1194167"/>
                  <a:pt x="2233892" y="1194475"/>
                  <a:pt x="2233892" y="1194475"/>
                </a:cubicBezTo>
                <a:lnTo>
                  <a:pt x="2230895" y="1199624"/>
                </a:lnTo>
                <a:cubicBezTo>
                  <a:pt x="2230819" y="1199777"/>
                  <a:pt x="2230511" y="1199855"/>
                  <a:pt x="2230511" y="1199855"/>
                </a:cubicBezTo>
                <a:lnTo>
                  <a:pt x="2224516" y="1199855"/>
                </a:lnTo>
                <a:cubicBezTo>
                  <a:pt x="2224362" y="1199855"/>
                  <a:pt x="2224132" y="1199624"/>
                  <a:pt x="2224132" y="1199624"/>
                </a:cubicBezTo>
                <a:lnTo>
                  <a:pt x="2221134" y="1194475"/>
                </a:lnTo>
                <a:cubicBezTo>
                  <a:pt x="2221057" y="1194399"/>
                  <a:pt x="2221134" y="1194091"/>
                  <a:pt x="2221134" y="1194091"/>
                </a:cubicBezTo>
                <a:lnTo>
                  <a:pt x="2224132" y="1188941"/>
                </a:lnTo>
                <a:cubicBezTo>
                  <a:pt x="2224208" y="1188789"/>
                  <a:pt x="2224516" y="1188711"/>
                  <a:pt x="2224516" y="1188711"/>
                </a:cubicBezTo>
                <a:close/>
                <a:moveTo>
                  <a:pt x="1858458" y="1188403"/>
                </a:moveTo>
                <a:lnTo>
                  <a:pt x="1864761" y="1188403"/>
                </a:lnTo>
                <a:cubicBezTo>
                  <a:pt x="1864914" y="1188403"/>
                  <a:pt x="1865144" y="1188633"/>
                  <a:pt x="1865144" y="1188633"/>
                </a:cubicBezTo>
                <a:lnTo>
                  <a:pt x="1868296" y="1194091"/>
                </a:lnTo>
                <a:cubicBezTo>
                  <a:pt x="1868372" y="1194245"/>
                  <a:pt x="1868296" y="1194553"/>
                  <a:pt x="1868296" y="1194553"/>
                </a:cubicBezTo>
                <a:lnTo>
                  <a:pt x="1865144" y="1200009"/>
                </a:lnTo>
                <a:cubicBezTo>
                  <a:pt x="1865068" y="1200163"/>
                  <a:pt x="1864761" y="1200239"/>
                  <a:pt x="1864761" y="1200239"/>
                </a:cubicBezTo>
                <a:lnTo>
                  <a:pt x="1858458" y="1200239"/>
                </a:lnTo>
                <a:cubicBezTo>
                  <a:pt x="1858304" y="1200239"/>
                  <a:pt x="1858074" y="1200009"/>
                  <a:pt x="1858074" y="1200009"/>
                </a:cubicBezTo>
                <a:lnTo>
                  <a:pt x="1854923" y="1194553"/>
                </a:lnTo>
                <a:cubicBezTo>
                  <a:pt x="1854845" y="1194399"/>
                  <a:pt x="1854923" y="1194091"/>
                  <a:pt x="1854923" y="1194091"/>
                </a:cubicBezTo>
                <a:lnTo>
                  <a:pt x="1858074" y="1188633"/>
                </a:lnTo>
                <a:cubicBezTo>
                  <a:pt x="1858150" y="1188481"/>
                  <a:pt x="1858458" y="1188403"/>
                  <a:pt x="1858458" y="1188403"/>
                </a:cubicBezTo>
                <a:close/>
                <a:moveTo>
                  <a:pt x="2407199" y="1188096"/>
                </a:moveTo>
                <a:lnTo>
                  <a:pt x="2413732" y="1188096"/>
                </a:lnTo>
                <a:cubicBezTo>
                  <a:pt x="2413886" y="1188096"/>
                  <a:pt x="2414115" y="1188327"/>
                  <a:pt x="2414115" y="1188327"/>
                </a:cubicBezTo>
                <a:lnTo>
                  <a:pt x="2417421" y="1194013"/>
                </a:lnTo>
                <a:cubicBezTo>
                  <a:pt x="2417499" y="1194167"/>
                  <a:pt x="2417421" y="1194475"/>
                  <a:pt x="2417421" y="1194475"/>
                </a:cubicBezTo>
                <a:lnTo>
                  <a:pt x="2414115" y="1200163"/>
                </a:lnTo>
                <a:cubicBezTo>
                  <a:pt x="2414040" y="1200317"/>
                  <a:pt x="2413732" y="1200393"/>
                  <a:pt x="2413732" y="1200393"/>
                </a:cubicBezTo>
                <a:lnTo>
                  <a:pt x="2407199" y="1200393"/>
                </a:lnTo>
                <a:cubicBezTo>
                  <a:pt x="2407045" y="1200393"/>
                  <a:pt x="2406816" y="1200163"/>
                  <a:pt x="2406816" y="1200163"/>
                </a:cubicBezTo>
                <a:lnTo>
                  <a:pt x="2403510" y="1194475"/>
                </a:lnTo>
                <a:cubicBezTo>
                  <a:pt x="2403432" y="1194321"/>
                  <a:pt x="2403510" y="1194013"/>
                  <a:pt x="2403510" y="1194013"/>
                </a:cubicBezTo>
                <a:lnTo>
                  <a:pt x="2406816" y="1188327"/>
                </a:lnTo>
                <a:cubicBezTo>
                  <a:pt x="2406892" y="1188174"/>
                  <a:pt x="2407199" y="1188096"/>
                  <a:pt x="2407199" y="1188096"/>
                </a:cubicBezTo>
                <a:close/>
                <a:moveTo>
                  <a:pt x="2315512" y="1187712"/>
                </a:moveTo>
                <a:lnTo>
                  <a:pt x="2322506" y="1187712"/>
                </a:lnTo>
                <a:cubicBezTo>
                  <a:pt x="2322736" y="1187712"/>
                  <a:pt x="2322967" y="1187942"/>
                  <a:pt x="2322967" y="1187942"/>
                </a:cubicBezTo>
                <a:lnTo>
                  <a:pt x="2326502" y="1194013"/>
                </a:lnTo>
                <a:cubicBezTo>
                  <a:pt x="2326578" y="1194167"/>
                  <a:pt x="2326502" y="1194475"/>
                  <a:pt x="2326502" y="1194475"/>
                </a:cubicBezTo>
                <a:lnTo>
                  <a:pt x="2322967" y="1200546"/>
                </a:lnTo>
                <a:cubicBezTo>
                  <a:pt x="2322814" y="1200700"/>
                  <a:pt x="2322506" y="1200778"/>
                  <a:pt x="2322506" y="1200778"/>
                </a:cubicBezTo>
                <a:lnTo>
                  <a:pt x="2315512" y="1200778"/>
                </a:lnTo>
                <a:cubicBezTo>
                  <a:pt x="2315282" y="1200778"/>
                  <a:pt x="2315051" y="1200546"/>
                  <a:pt x="2315051" y="1200546"/>
                </a:cubicBezTo>
                <a:lnTo>
                  <a:pt x="2311515" y="1194475"/>
                </a:lnTo>
                <a:cubicBezTo>
                  <a:pt x="2311438" y="1194321"/>
                  <a:pt x="2311515" y="1194013"/>
                  <a:pt x="2311515" y="1194013"/>
                </a:cubicBezTo>
                <a:lnTo>
                  <a:pt x="2315051" y="1187942"/>
                </a:lnTo>
                <a:cubicBezTo>
                  <a:pt x="2315204" y="1187790"/>
                  <a:pt x="2315512" y="1187712"/>
                  <a:pt x="2315512" y="1187712"/>
                </a:cubicBezTo>
                <a:close/>
                <a:moveTo>
                  <a:pt x="1766617" y="1187712"/>
                </a:moveTo>
                <a:lnTo>
                  <a:pt x="1773611" y="1187712"/>
                </a:lnTo>
                <a:cubicBezTo>
                  <a:pt x="1773840" y="1187712"/>
                  <a:pt x="1774072" y="1187942"/>
                  <a:pt x="1774072" y="1187942"/>
                </a:cubicBezTo>
                <a:lnTo>
                  <a:pt x="1777607" y="1194013"/>
                </a:lnTo>
                <a:cubicBezTo>
                  <a:pt x="1777683" y="1194167"/>
                  <a:pt x="1777607" y="1194475"/>
                  <a:pt x="1777607" y="1194475"/>
                </a:cubicBezTo>
                <a:lnTo>
                  <a:pt x="1774072" y="1200546"/>
                </a:lnTo>
                <a:cubicBezTo>
                  <a:pt x="1773918" y="1200700"/>
                  <a:pt x="1773611" y="1200778"/>
                  <a:pt x="1773611" y="1200778"/>
                </a:cubicBezTo>
                <a:lnTo>
                  <a:pt x="1766617" y="1200778"/>
                </a:lnTo>
                <a:cubicBezTo>
                  <a:pt x="1766387" y="1200778"/>
                  <a:pt x="1766155" y="1200546"/>
                  <a:pt x="1766155" y="1200546"/>
                </a:cubicBezTo>
                <a:lnTo>
                  <a:pt x="1762620" y="1194475"/>
                </a:lnTo>
                <a:cubicBezTo>
                  <a:pt x="1762542" y="1194321"/>
                  <a:pt x="1762620" y="1194013"/>
                  <a:pt x="1762620" y="1194013"/>
                </a:cubicBezTo>
                <a:lnTo>
                  <a:pt x="1766155" y="1187942"/>
                </a:lnTo>
                <a:cubicBezTo>
                  <a:pt x="1766309" y="1187790"/>
                  <a:pt x="1766617" y="1187712"/>
                  <a:pt x="1766617" y="1187712"/>
                </a:cubicBezTo>
                <a:close/>
                <a:moveTo>
                  <a:pt x="2040526" y="1186712"/>
                </a:moveTo>
                <a:lnTo>
                  <a:pt x="2048595" y="1186712"/>
                </a:lnTo>
                <a:cubicBezTo>
                  <a:pt x="2048748" y="1186712"/>
                  <a:pt x="2049056" y="1187019"/>
                  <a:pt x="2049056" y="1187019"/>
                </a:cubicBezTo>
                <a:lnTo>
                  <a:pt x="2053052" y="1194013"/>
                </a:lnTo>
                <a:cubicBezTo>
                  <a:pt x="2053128" y="1194167"/>
                  <a:pt x="2053052" y="1194551"/>
                  <a:pt x="2053052" y="1194551"/>
                </a:cubicBezTo>
                <a:lnTo>
                  <a:pt x="2048978" y="1201545"/>
                </a:lnTo>
                <a:cubicBezTo>
                  <a:pt x="2048902" y="1201775"/>
                  <a:pt x="2048517" y="1201852"/>
                  <a:pt x="2048517" y="1201852"/>
                </a:cubicBezTo>
                <a:lnTo>
                  <a:pt x="2040448" y="1201852"/>
                </a:lnTo>
                <a:cubicBezTo>
                  <a:pt x="2040294" y="1201852"/>
                  <a:pt x="2039987" y="1201545"/>
                  <a:pt x="2039987" y="1201545"/>
                </a:cubicBezTo>
                <a:lnTo>
                  <a:pt x="2035990" y="1194551"/>
                </a:lnTo>
                <a:cubicBezTo>
                  <a:pt x="2035913" y="1194397"/>
                  <a:pt x="2035990" y="1194013"/>
                  <a:pt x="2035990" y="1194013"/>
                </a:cubicBezTo>
                <a:lnTo>
                  <a:pt x="2040065" y="1187019"/>
                </a:lnTo>
                <a:cubicBezTo>
                  <a:pt x="2040141" y="1186790"/>
                  <a:pt x="2040526" y="1186712"/>
                  <a:pt x="2040526" y="1186712"/>
                </a:cubicBezTo>
                <a:close/>
                <a:moveTo>
                  <a:pt x="6156780" y="1186021"/>
                </a:moveTo>
                <a:lnTo>
                  <a:pt x="6165617" y="1186021"/>
                </a:lnTo>
                <a:cubicBezTo>
                  <a:pt x="6165849" y="1186021"/>
                  <a:pt x="6166154" y="1186328"/>
                  <a:pt x="6166154" y="1186328"/>
                </a:cubicBezTo>
                <a:lnTo>
                  <a:pt x="6170537" y="1193938"/>
                </a:lnTo>
                <a:cubicBezTo>
                  <a:pt x="6170614" y="1194091"/>
                  <a:pt x="6170537" y="1194551"/>
                  <a:pt x="6170537" y="1194551"/>
                </a:cubicBezTo>
                <a:lnTo>
                  <a:pt x="6166154" y="1202160"/>
                </a:lnTo>
                <a:cubicBezTo>
                  <a:pt x="6166079" y="1202314"/>
                  <a:pt x="6165617" y="1202468"/>
                  <a:pt x="6165617" y="1202468"/>
                </a:cubicBezTo>
                <a:lnTo>
                  <a:pt x="6156780" y="1202468"/>
                </a:lnTo>
                <a:cubicBezTo>
                  <a:pt x="6156548" y="1202468"/>
                  <a:pt x="6156243" y="1202160"/>
                  <a:pt x="6156243" y="1202160"/>
                </a:cubicBezTo>
                <a:lnTo>
                  <a:pt x="6151860" y="1194551"/>
                </a:lnTo>
                <a:cubicBezTo>
                  <a:pt x="6151783" y="1194397"/>
                  <a:pt x="6151860" y="1193938"/>
                  <a:pt x="6151860" y="1193938"/>
                </a:cubicBezTo>
                <a:lnTo>
                  <a:pt x="6156243" y="1186328"/>
                </a:lnTo>
                <a:cubicBezTo>
                  <a:pt x="6156318" y="1186174"/>
                  <a:pt x="6156780" y="1186021"/>
                  <a:pt x="6156780" y="1186021"/>
                </a:cubicBezTo>
                <a:close/>
                <a:moveTo>
                  <a:pt x="5699186" y="1185791"/>
                </a:moveTo>
                <a:lnTo>
                  <a:pt x="5708334" y="1185791"/>
                </a:lnTo>
                <a:cubicBezTo>
                  <a:pt x="5708565" y="1185791"/>
                  <a:pt x="5708871" y="1186099"/>
                  <a:pt x="5708871" y="1186099"/>
                </a:cubicBezTo>
                <a:lnTo>
                  <a:pt x="5713407" y="1194015"/>
                </a:lnTo>
                <a:cubicBezTo>
                  <a:pt x="5713560" y="1194167"/>
                  <a:pt x="5713407" y="1194629"/>
                  <a:pt x="5713407" y="1194629"/>
                </a:cubicBezTo>
                <a:lnTo>
                  <a:pt x="5708871" y="1202545"/>
                </a:lnTo>
                <a:cubicBezTo>
                  <a:pt x="5708795" y="1202699"/>
                  <a:pt x="5708334" y="1202853"/>
                  <a:pt x="5708334" y="1202853"/>
                </a:cubicBezTo>
                <a:lnTo>
                  <a:pt x="5699186" y="1202853"/>
                </a:lnTo>
                <a:cubicBezTo>
                  <a:pt x="5698956" y="1202853"/>
                  <a:pt x="5698649" y="1202545"/>
                  <a:pt x="5698649" y="1202545"/>
                </a:cubicBezTo>
                <a:lnTo>
                  <a:pt x="5694115" y="1194629"/>
                </a:lnTo>
                <a:cubicBezTo>
                  <a:pt x="5693961" y="1194475"/>
                  <a:pt x="5694115" y="1194015"/>
                  <a:pt x="5694115" y="1194015"/>
                </a:cubicBezTo>
                <a:lnTo>
                  <a:pt x="5698649" y="1186099"/>
                </a:lnTo>
                <a:cubicBezTo>
                  <a:pt x="5698727" y="1185945"/>
                  <a:pt x="5699186" y="1185791"/>
                  <a:pt x="5699186" y="1185791"/>
                </a:cubicBezTo>
                <a:close/>
                <a:moveTo>
                  <a:pt x="5333205" y="1185483"/>
                </a:moveTo>
                <a:lnTo>
                  <a:pt x="5342583" y="1185483"/>
                </a:lnTo>
                <a:cubicBezTo>
                  <a:pt x="5342813" y="1185483"/>
                  <a:pt x="5343120" y="1185791"/>
                  <a:pt x="5343120" y="1185791"/>
                </a:cubicBezTo>
                <a:lnTo>
                  <a:pt x="5347808" y="1193938"/>
                </a:lnTo>
                <a:cubicBezTo>
                  <a:pt x="5347961" y="1194167"/>
                  <a:pt x="5347808" y="1194629"/>
                  <a:pt x="5347808" y="1194629"/>
                </a:cubicBezTo>
                <a:lnTo>
                  <a:pt x="5343120" y="1202775"/>
                </a:lnTo>
                <a:cubicBezTo>
                  <a:pt x="5343042" y="1202929"/>
                  <a:pt x="5342583" y="1203083"/>
                  <a:pt x="5342583" y="1203083"/>
                </a:cubicBezTo>
                <a:lnTo>
                  <a:pt x="5333205" y="1203083"/>
                </a:lnTo>
                <a:cubicBezTo>
                  <a:pt x="5332975" y="1203083"/>
                  <a:pt x="5332667" y="1202775"/>
                  <a:pt x="5332667" y="1202775"/>
                </a:cubicBezTo>
                <a:lnTo>
                  <a:pt x="5327980" y="1194629"/>
                </a:lnTo>
                <a:cubicBezTo>
                  <a:pt x="5327826" y="1194399"/>
                  <a:pt x="5327980" y="1193938"/>
                  <a:pt x="5327980" y="1193938"/>
                </a:cubicBezTo>
                <a:lnTo>
                  <a:pt x="5332667" y="1185791"/>
                </a:lnTo>
                <a:cubicBezTo>
                  <a:pt x="5332745" y="1185637"/>
                  <a:pt x="5333205" y="1185483"/>
                  <a:pt x="5333205" y="1185483"/>
                </a:cubicBezTo>
                <a:close/>
                <a:moveTo>
                  <a:pt x="5881872" y="1185022"/>
                </a:moveTo>
                <a:lnTo>
                  <a:pt x="5891708" y="1185022"/>
                </a:lnTo>
                <a:cubicBezTo>
                  <a:pt x="5891939" y="1185022"/>
                  <a:pt x="5892323" y="1185406"/>
                  <a:pt x="5892323" y="1185406"/>
                </a:cubicBezTo>
                <a:lnTo>
                  <a:pt x="5897242" y="1193938"/>
                </a:lnTo>
                <a:cubicBezTo>
                  <a:pt x="5897396" y="1194167"/>
                  <a:pt x="5897242" y="1194629"/>
                  <a:pt x="5897242" y="1194629"/>
                </a:cubicBezTo>
                <a:lnTo>
                  <a:pt x="5892323" y="1203161"/>
                </a:lnTo>
                <a:cubicBezTo>
                  <a:pt x="5892169" y="1203390"/>
                  <a:pt x="5891708" y="1203544"/>
                  <a:pt x="5891708" y="1203544"/>
                </a:cubicBezTo>
                <a:lnTo>
                  <a:pt x="5881872" y="1203544"/>
                </a:lnTo>
                <a:cubicBezTo>
                  <a:pt x="5881640" y="1203544"/>
                  <a:pt x="5881256" y="1203161"/>
                  <a:pt x="5881256" y="1203161"/>
                </a:cubicBezTo>
                <a:lnTo>
                  <a:pt x="5876337" y="1194629"/>
                </a:lnTo>
                <a:cubicBezTo>
                  <a:pt x="5876184" y="1194399"/>
                  <a:pt x="5876337" y="1193938"/>
                  <a:pt x="5876337" y="1193938"/>
                </a:cubicBezTo>
                <a:lnTo>
                  <a:pt x="5881256" y="1185406"/>
                </a:lnTo>
                <a:cubicBezTo>
                  <a:pt x="5881410" y="1185176"/>
                  <a:pt x="5881872" y="1185022"/>
                  <a:pt x="5881872" y="1185022"/>
                </a:cubicBezTo>
                <a:close/>
                <a:moveTo>
                  <a:pt x="5790031" y="1184483"/>
                </a:moveTo>
                <a:lnTo>
                  <a:pt x="5800482" y="1184483"/>
                </a:lnTo>
                <a:cubicBezTo>
                  <a:pt x="5800714" y="1184483"/>
                  <a:pt x="5801097" y="1184866"/>
                  <a:pt x="5801097" y="1184866"/>
                </a:cubicBezTo>
                <a:lnTo>
                  <a:pt x="5806324" y="1193936"/>
                </a:lnTo>
                <a:cubicBezTo>
                  <a:pt x="5806477" y="1194167"/>
                  <a:pt x="5806324" y="1194705"/>
                  <a:pt x="5806324" y="1194705"/>
                </a:cubicBezTo>
                <a:lnTo>
                  <a:pt x="5801097" y="1203774"/>
                </a:lnTo>
                <a:cubicBezTo>
                  <a:pt x="5801019" y="1204004"/>
                  <a:pt x="5800482" y="1204157"/>
                  <a:pt x="5800482" y="1204157"/>
                </a:cubicBezTo>
                <a:lnTo>
                  <a:pt x="5790031" y="1204157"/>
                </a:lnTo>
                <a:cubicBezTo>
                  <a:pt x="5789799" y="1204157"/>
                  <a:pt x="5789416" y="1203774"/>
                  <a:pt x="5789416" y="1203774"/>
                </a:cubicBezTo>
                <a:lnTo>
                  <a:pt x="5784189" y="1194705"/>
                </a:lnTo>
                <a:cubicBezTo>
                  <a:pt x="5784035" y="1194475"/>
                  <a:pt x="5784189" y="1193936"/>
                  <a:pt x="5784189" y="1193936"/>
                </a:cubicBezTo>
                <a:lnTo>
                  <a:pt x="5789416" y="1184866"/>
                </a:lnTo>
                <a:cubicBezTo>
                  <a:pt x="5789491" y="1184637"/>
                  <a:pt x="5790031" y="1184483"/>
                  <a:pt x="5790031" y="1184483"/>
                </a:cubicBezTo>
                <a:close/>
                <a:moveTo>
                  <a:pt x="6064170" y="1183946"/>
                </a:moveTo>
                <a:lnTo>
                  <a:pt x="6075236" y="1183946"/>
                </a:lnTo>
                <a:cubicBezTo>
                  <a:pt x="6075544" y="1183946"/>
                  <a:pt x="6075927" y="1184329"/>
                  <a:pt x="6075927" y="1184329"/>
                </a:cubicBezTo>
                <a:lnTo>
                  <a:pt x="6081464" y="1193938"/>
                </a:lnTo>
                <a:cubicBezTo>
                  <a:pt x="6081615" y="1194167"/>
                  <a:pt x="6081464" y="1194705"/>
                  <a:pt x="6081464" y="1194705"/>
                </a:cubicBezTo>
                <a:lnTo>
                  <a:pt x="6075927" y="1204313"/>
                </a:lnTo>
                <a:cubicBezTo>
                  <a:pt x="6075773" y="1204543"/>
                  <a:pt x="6075236" y="1204696"/>
                  <a:pt x="6075236" y="1204696"/>
                </a:cubicBezTo>
                <a:lnTo>
                  <a:pt x="6064170" y="1204696"/>
                </a:lnTo>
                <a:cubicBezTo>
                  <a:pt x="6063863" y="1204696"/>
                  <a:pt x="6063479" y="1204313"/>
                  <a:pt x="6063479" y="1204313"/>
                </a:cubicBezTo>
                <a:lnTo>
                  <a:pt x="6057944" y="1194705"/>
                </a:lnTo>
                <a:cubicBezTo>
                  <a:pt x="6057791" y="1194475"/>
                  <a:pt x="6057944" y="1193938"/>
                  <a:pt x="6057944" y="1193938"/>
                </a:cubicBezTo>
                <a:lnTo>
                  <a:pt x="6063479" y="1184329"/>
                </a:lnTo>
                <a:cubicBezTo>
                  <a:pt x="6063632" y="1184099"/>
                  <a:pt x="6064170" y="1183946"/>
                  <a:pt x="6064170" y="1183946"/>
                </a:cubicBezTo>
                <a:close/>
                <a:moveTo>
                  <a:pt x="5972175" y="1182793"/>
                </a:moveTo>
                <a:lnTo>
                  <a:pt x="5984396" y="1182793"/>
                </a:lnTo>
                <a:cubicBezTo>
                  <a:pt x="5984701" y="1182793"/>
                  <a:pt x="5985164" y="1183255"/>
                  <a:pt x="5985164" y="1183255"/>
                </a:cubicBezTo>
                <a:lnTo>
                  <a:pt x="5991312" y="1193860"/>
                </a:lnTo>
                <a:cubicBezTo>
                  <a:pt x="5991466" y="1194091"/>
                  <a:pt x="5991312" y="1194706"/>
                  <a:pt x="5991312" y="1194706"/>
                </a:cubicBezTo>
                <a:lnTo>
                  <a:pt x="5985164" y="1205312"/>
                </a:lnTo>
                <a:cubicBezTo>
                  <a:pt x="5985009" y="1205619"/>
                  <a:pt x="5984396" y="1205773"/>
                  <a:pt x="5984396" y="1205773"/>
                </a:cubicBezTo>
                <a:lnTo>
                  <a:pt x="5972175" y="1205773"/>
                </a:lnTo>
                <a:cubicBezTo>
                  <a:pt x="5971867" y="1205773"/>
                  <a:pt x="5971406" y="1205312"/>
                  <a:pt x="5971406" y="1205312"/>
                </a:cubicBezTo>
                <a:lnTo>
                  <a:pt x="5965258" y="1194706"/>
                </a:lnTo>
                <a:cubicBezTo>
                  <a:pt x="5965105" y="1194475"/>
                  <a:pt x="5965258" y="1193860"/>
                  <a:pt x="5965258" y="1193860"/>
                </a:cubicBezTo>
                <a:lnTo>
                  <a:pt x="5971406" y="1183255"/>
                </a:lnTo>
                <a:cubicBezTo>
                  <a:pt x="5971560" y="1182947"/>
                  <a:pt x="5972175" y="1182793"/>
                  <a:pt x="5972175" y="1182793"/>
                </a:cubicBezTo>
                <a:close/>
                <a:moveTo>
                  <a:pt x="1946840" y="1182562"/>
                </a:moveTo>
                <a:lnTo>
                  <a:pt x="1959368" y="1182562"/>
                </a:lnTo>
                <a:cubicBezTo>
                  <a:pt x="1959675" y="1182562"/>
                  <a:pt x="1960135" y="1183023"/>
                  <a:pt x="1960135" y="1183023"/>
                </a:cubicBezTo>
                <a:lnTo>
                  <a:pt x="1966438" y="1193860"/>
                </a:lnTo>
                <a:cubicBezTo>
                  <a:pt x="1966592" y="1194167"/>
                  <a:pt x="1966438" y="1194782"/>
                  <a:pt x="1966438" y="1194782"/>
                </a:cubicBezTo>
                <a:lnTo>
                  <a:pt x="1960135" y="1205617"/>
                </a:lnTo>
                <a:cubicBezTo>
                  <a:pt x="1959981" y="1205925"/>
                  <a:pt x="1959368" y="1206079"/>
                  <a:pt x="1959368" y="1206079"/>
                </a:cubicBezTo>
                <a:lnTo>
                  <a:pt x="1946840" y="1206079"/>
                </a:lnTo>
                <a:cubicBezTo>
                  <a:pt x="1946532" y="1206079"/>
                  <a:pt x="1946071" y="1205617"/>
                  <a:pt x="1946071" y="1205617"/>
                </a:cubicBezTo>
                <a:lnTo>
                  <a:pt x="1939769" y="1194782"/>
                </a:lnTo>
                <a:cubicBezTo>
                  <a:pt x="1939616" y="1194475"/>
                  <a:pt x="1939769" y="1193860"/>
                  <a:pt x="1939769" y="1193860"/>
                </a:cubicBezTo>
                <a:lnTo>
                  <a:pt x="1946071" y="1183023"/>
                </a:lnTo>
                <a:cubicBezTo>
                  <a:pt x="1946224" y="1182715"/>
                  <a:pt x="1946840" y="1182562"/>
                  <a:pt x="1946840" y="1182562"/>
                </a:cubicBezTo>
                <a:close/>
                <a:moveTo>
                  <a:pt x="2129293" y="1181717"/>
                </a:moveTo>
                <a:lnTo>
                  <a:pt x="2142742" y="1181717"/>
                </a:lnTo>
                <a:cubicBezTo>
                  <a:pt x="2143126" y="1181717"/>
                  <a:pt x="2143587" y="1182178"/>
                  <a:pt x="2143587" y="1182178"/>
                </a:cubicBezTo>
                <a:lnTo>
                  <a:pt x="2150274" y="1193784"/>
                </a:lnTo>
                <a:cubicBezTo>
                  <a:pt x="2150428" y="1194013"/>
                  <a:pt x="2150274" y="1194705"/>
                  <a:pt x="2150274" y="1194705"/>
                </a:cubicBezTo>
                <a:lnTo>
                  <a:pt x="2143511" y="1206310"/>
                </a:lnTo>
                <a:cubicBezTo>
                  <a:pt x="2143280" y="1206618"/>
                  <a:pt x="2142665" y="1206772"/>
                  <a:pt x="2142665" y="1206772"/>
                </a:cubicBezTo>
                <a:lnTo>
                  <a:pt x="2129215" y="1206772"/>
                </a:lnTo>
                <a:cubicBezTo>
                  <a:pt x="2128832" y="1206772"/>
                  <a:pt x="2128371" y="1206310"/>
                  <a:pt x="2128371" y="1206310"/>
                </a:cubicBezTo>
                <a:lnTo>
                  <a:pt x="2121684" y="1194705"/>
                </a:lnTo>
                <a:cubicBezTo>
                  <a:pt x="2121530" y="1194475"/>
                  <a:pt x="2121684" y="1193784"/>
                  <a:pt x="2121684" y="1193784"/>
                </a:cubicBezTo>
                <a:lnTo>
                  <a:pt x="2128447" y="1182178"/>
                </a:lnTo>
                <a:cubicBezTo>
                  <a:pt x="2128678" y="1181871"/>
                  <a:pt x="2129293" y="1181717"/>
                  <a:pt x="2129293" y="1181717"/>
                </a:cubicBezTo>
                <a:close/>
                <a:moveTo>
                  <a:pt x="5513276" y="1180025"/>
                </a:moveTo>
                <a:lnTo>
                  <a:pt x="5528494" y="1180025"/>
                </a:lnTo>
                <a:cubicBezTo>
                  <a:pt x="5528877" y="1180025"/>
                  <a:pt x="5529415" y="1180562"/>
                  <a:pt x="5529415" y="1180562"/>
                </a:cubicBezTo>
                <a:lnTo>
                  <a:pt x="5537024" y="1193782"/>
                </a:lnTo>
                <a:cubicBezTo>
                  <a:pt x="5537256" y="1194089"/>
                  <a:pt x="5537024" y="1194858"/>
                  <a:pt x="5537024" y="1194858"/>
                </a:cubicBezTo>
                <a:lnTo>
                  <a:pt x="5529415" y="1208078"/>
                </a:lnTo>
                <a:cubicBezTo>
                  <a:pt x="5529261" y="1208385"/>
                  <a:pt x="5528494" y="1208615"/>
                  <a:pt x="5528494" y="1208615"/>
                </a:cubicBezTo>
                <a:lnTo>
                  <a:pt x="5513276" y="1208615"/>
                </a:lnTo>
                <a:cubicBezTo>
                  <a:pt x="5512892" y="1208615"/>
                  <a:pt x="5512354" y="1208078"/>
                  <a:pt x="5512354" y="1208078"/>
                </a:cubicBezTo>
                <a:lnTo>
                  <a:pt x="5504745" y="1194858"/>
                </a:lnTo>
                <a:cubicBezTo>
                  <a:pt x="5504514" y="1194551"/>
                  <a:pt x="5504745" y="1193782"/>
                  <a:pt x="5504745" y="1193782"/>
                </a:cubicBezTo>
                <a:lnTo>
                  <a:pt x="5512354" y="1180562"/>
                </a:lnTo>
                <a:cubicBezTo>
                  <a:pt x="5512508" y="1180255"/>
                  <a:pt x="5513276" y="1180025"/>
                  <a:pt x="5513276" y="1180025"/>
                </a:cubicBezTo>
                <a:close/>
                <a:moveTo>
                  <a:pt x="5421589" y="1179718"/>
                </a:moveTo>
                <a:lnTo>
                  <a:pt x="5437114" y="1179718"/>
                </a:lnTo>
                <a:cubicBezTo>
                  <a:pt x="5437498" y="1179718"/>
                  <a:pt x="5438035" y="1180255"/>
                  <a:pt x="5438035" y="1180255"/>
                </a:cubicBezTo>
                <a:lnTo>
                  <a:pt x="5445798" y="1193706"/>
                </a:lnTo>
                <a:cubicBezTo>
                  <a:pt x="5446028" y="1194013"/>
                  <a:pt x="5445798" y="1194780"/>
                  <a:pt x="5445798" y="1194780"/>
                </a:cubicBezTo>
                <a:lnTo>
                  <a:pt x="5438035" y="1208232"/>
                </a:lnTo>
                <a:cubicBezTo>
                  <a:pt x="5437881" y="1208537"/>
                  <a:pt x="5437498" y="1208769"/>
                  <a:pt x="5437114" y="1208769"/>
                </a:cubicBezTo>
                <a:lnTo>
                  <a:pt x="5421589" y="1208769"/>
                </a:lnTo>
                <a:cubicBezTo>
                  <a:pt x="5421205" y="1208769"/>
                  <a:pt x="5420665" y="1208232"/>
                  <a:pt x="5420665" y="1208232"/>
                </a:cubicBezTo>
                <a:lnTo>
                  <a:pt x="5412904" y="1194780"/>
                </a:lnTo>
                <a:cubicBezTo>
                  <a:pt x="5412674" y="1194473"/>
                  <a:pt x="5412904" y="1193706"/>
                  <a:pt x="5412904" y="1193706"/>
                </a:cubicBezTo>
                <a:lnTo>
                  <a:pt x="5420665" y="1180255"/>
                </a:lnTo>
                <a:cubicBezTo>
                  <a:pt x="5420819" y="1179947"/>
                  <a:pt x="5421205" y="1179718"/>
                  <a:pt x="5421589" y="1179718"/>
                </a:cubicBezTo>
                <a:close/>
                <a:moveTo>
                  <a:pt x="4138885" y="1176107"/>
                </a:moveTo>
                <a:lnTo>
                  <a:pt x="4158330" y="1176107"/>
                </a:lnTo>
                <a:cubicBezTo>
                  <a:pt x="4158792" y="1176107"/>
                  <a:pt x="4159253" y="1176414"/>
                  <a:pt x="4159482" y="1176798"/>
                </a:cubicBezTo>
                <a:lnTo>
                  <a:pt x="4169167" y="1193630"/>
                </a:lnTo>
                <a:cubicBezTo>
                  <a:pt x="4169396" y="1194091"/>
                  <a:pt x="4169396" y="1194629"/>
                  <a:pt x="4169167" y="1195012"/>
                </a:cubicBezTo>
                <a:lnTo>
                  <a:pt x="4159482" y="1211844"/>
                </a:lnTo>
                <a:cubicBezTo>
                  <a:pt x="4159253" y="1212306"/>
                  <a:pt x="4158792" y="1212535"/>
                  <a:pt x="4158330" y="1212535"/>
                </a:cubicBezTo>
                <a:lnTo>
                  <a:pt x="4138885" y="1212535"/>
                </a:lnTo>
                <a:cubicBezTo>
                  <a:pt x="4138424" y="1212535"/>
                  <a:pt x="4137962" y="1212228"/>
                  <a:pt x="4137733" y="1211844"/>
                </a:cubicBezTo>
                <a:lnTo>
                  <a:pt x="4128048" y="1195012"/>
                </a:lnTo>
                <a:cubicBezTo>
                  <a:pt x="4127819" y="1194553"/>
                  <a:pt x="4127819" y="1194013"/>
                  <a:pt x="4128048" y="1193630"/>
                </a:cubicBezTo>
                <a:lnTo>
                  <a:pt x="4137733" y="1176798"/>
                </a:lnTo>
                <a:cubicBezTo>
                  <a:pt x="4137962" y="1176336"/>
                  <a:pt x="4138424" y="1176107"/>
                  <a:pt x="4138885" y="1176107"/>
                </a:cubicBezTo>
                <a:close/>
                <a:moveTo>
                  <a:pt x="3859827" y="1167423"/>
                </a:moveTo>
                <a:lnTo>
                  <a:pt x="3888493" y="1167423"/>
                </a:lnTo>
                <a:cubicBezTo>
                  <a:pt x="3889262" y="1167423"/>
                  <a:pt x="3889877" y="1167806"/>
                  <a:pt x="3890260" y="1168421"/>
                </a:cubicBezTo>
                <a:lnTo>
                  <a:pt x="3904556" y="1193246"/>
                </a:lnTo>
                <a:cubicBezTo>
                  <a:pt x="3904940" y="1193860"/>
                  <a:pt x="3904940" y="1194629"/>
                  <a:pt x="3904556" y="1195244"/>
                </a:cubicBezTo>
                <a:lnTo>
                  <a:pt x="3890185" y="1220069"/>
                </a:lnTo>
                <a:cubicBezTo>
                  <a:pt x="3889801" y="1220682"/>
                  <a:pt x="3889108" y="1221067"/>
                  <a:pt x="3888417" y="1221067"/>
                </a:cubicBezTo>
                <a:lnTo>
                  <a:pt x="3859749" y="1221067"/>
                </a:lnTo>
                <a:cubicBezTo>
                  <a:pt x="3858980" y="1221067"/>
                  <a:pt x="3858368" y="1220682"/>
                  <a:pt x="3857982" y="1220069"/>
                </a:cubicBezTo>
                <a:lnTo>
                  <a:pt x="3843688" y="1195244"/>
                </a:lnTo>
                <a:cubicBezTo>
                  <a:pt x="3843302" y="1194629"/>
                  <a:pt x="3843302" y="1193860"/>
                  <a:pt x="3843688" y="1193246"/>
                </a:cubicBezTo>
                <a:lnTo>
                  <a:pt x="3858059" y="1168421"/>
                </a:lnTo>
                <a:cubicBezTo>
                  <a:pt x="3858443" y="1167806"/>
                  <a:pt x="3859136" y="1167423"/>
                  <a:pt x="3859827" y="1167423"/>
                </a:cubicBezTo>
                <a:close/>
                <a:moveTo>
                  <a:pt x="2498657" y="1108705"/>
                </a:moveTo>
                <a:lnTo>
                  <a:pt x="2505341" y="1108705"/>
                </a:lnTo>
                <a:cubicBezTo>
                  <a:pt x="2505495" y="1108705"/>
                  <a:pt x="2505727" y="1108935"/>
                  <a:pt x="2505727" y="1108935"/>
                </a:cubicBezTo>
                <a:lnTo>
                  <a:pt x="2509108" y="1114777"/>
                </a:lnTo>
                <a:cubicBezTo>
                  <a:pt x="2509184" y="1114931"/>
                  <a:pt x="2509108" y="1115238"/>
                  <a:pt x="2509108" y="1115238"/>
                </a:cubicBezTo>
                <a:lnTo>
                  <a:pt x="2505727" y="1121080"/>
                </a:lnTo>
                <a:cubicBezTo>
                  <a:pt x="2505649" y="1121232"/>
                  <a:pt x="2505341" y="1121310"/>
                  <a:pt x="2505341" y="1121310"/>
                </a:cubicBezTo>
                <a:lnTo>
                  <a:pt x="2498657" y="1121310"/>
                </a:lnTo>
                <a:cubicBezTo>
                  <a:pt x="2498503" y="1121310"/>
                  <a:pt x="2498271" y="1121080"/>
                  <a:pt x="2498271" y="1121080"/>
                </a:cubicBezTo>
                <a:lnTo>
                  <a:pt x="2494890" y="1115238"/>
                </a:lnTo>
                <a:cubicBezTo>
                  <a:pt x="2494812" y="1115084"/>
                  <a:pt x="2494890" y="1114777"/>
                  <a:pt x="2494890" y="1114777"/>
                </a:cubicBezTo>
                <a:lnTo>
                  <a:pt x="2498271" y="1108935"/>
                </a:lnTo>
                <a:cubicBezTo>
                  <a:pt x="2498349" y="1108783"/>
                  <a:pt x="2498657" y="1108705"/>
                  <a:pt x="2498657" y="1108705"/>
                </a:cubicBezTo>
                <a:close/>
                <a:moveTo>
                  <a:pt x="1857613" y="1107553"/>
                </a:moveTo>
                <a:lnTo>
                  <a:pt x="1865528" y="1107553"/>
                </a:lnTo>
                <a:cubicBezTo>
                  <a:pt x="1865682" y="1107553"/>
                  <a:pt x="1865989" y="1107860"/>
                  <a:pt x="1865989" y="1107860"/>
                </a:cubicBezTo>
                <a:lnTo>
                  <a:pt x="1869910" y="1114701"/>
                </a:lnTo>
                <a:cubicBezTo>
                  <a:pt x="1869985" y="1114855"/>
                  <a:pt x="1869910" y="1115238"/>
                  <a:pt x="1869910" y="1115238"/>
                </a:cubicBezTo>
                <a:lnTo>
                  <a:pt x="1865913" y="1122078"/>
                </a:lnTo>
                <a:cubicBezTo>
                  <a:pt x="1865835" y="1122308"/>
                  <a:pt x="1865452" y="1122386"/>
                  <a:pt x="1865452" y="1122386"/>
                </a:cubicBezTo>
                <a:lnTo>
                  <a:pt x="1857535" y="1122386"/>
                </a:lnTo>
                <a:cubicBezTo>
                  <a:pt x="1857381" y="1122386"/>
                  <a:pt x="1857075" y="1122078"/>
                  <a:pt x="1857075" y="1122078"/>
                </a:cubicBezTo>
                <a:lnTo>
                  <a:pt x="1853155" y="1115238"/>
                </a:lnTo>
                <a:cubicBezTo>
                  <a:pt x="1853077" y="1115084"/>
                  <a:pt x="1853155" y="1114701"/>
                  <a:pt x="1853155" y="1114701"/>
                </a:cubicBezTo>
                <a:lnTo>
                  <a:pt x="1857151" y="1107860"/>
                </a:lnTo>
                <a:cubicBezTo>
                  <a:pt x="1857227" y="1107631"/>
                  <a:pt x="1857613" y="1107553"/>
                  <a:pt x="1857613" y="1107553"/>
                </a:cubicBezTo>
                <a:close/>
                <a:moveTo>
                  <a:pt x="2405969" y="1106630"/>
                </a:moveTo>
                <a:lnTo>
                  <a:pt x="2414962" y="1106630"/>
                </a:lnTo>
                <a:cubicBezTo>
                  <a:pt x="2415192" y="1106630"/>
                  <a:pt x="2415499" y="1106938"/>
                  <a:pt x="2415499" y="1106938"/>
                </a:cubicBezTo>
                <a:lnTo>
                  <a:pt x="2419957" y="1114699"/>
                </a:lnTo>
                <a:cubicBezTo>
                  <a:pt x="2420033" y="1114853"/>
                  <a:pt x="2419957" y="1115314"/>
                  <a:pt x="2419957" y="1115314"/>
                </a:cubicBezTo>
                <a:lnTo>
                  <a:pt x="2415499" y="1123077"/>
                </a:lnTo>
                <a:cubicBezTo>
                  <a:pt x="2415422" y="1123231"/>
                  <a:pt x="2414962" y="1123385"/>
                  <a:pt x="2414962" y="1123385"/>
                </a:cubicBezTo>
                <a:lnTo>
                  <a:pt x="2405969" y="1123385"/>
                </a:lnTo>
                <a:cubicBezTo>
                  <a:pt x="2405739" y="1123385"/>
                  <a:pt x="2405432" y="1123077"/>
                  <a:pt x="2405432" y="1123077"/>
                </a:cubicBezTo>
                <a:lnTo>
                  <a:pt x="2400974" y="1115314"/>
                </a:lnTo>
                <a:cubicBezTo>
                  <a:pt x="2400898" y="1115160"/>
                  <a:pt x="2400974" y="1114699"/>
                  <a:pt x="2400974" y="1114699"/>
                </a:cubicBezTo>
                <a:lnTo>
                  <a:pt x="2405432" y="1106938"/>
                </a:lnTo>
                <a:cubicBezTo>
                  <a:pt x="2405508" y="1106784"/>
                  <a:pt x="2405969" y="1106630"/>
                  <a:pt x="2405969" y="1106630"/>
                </a:cubicBezTo>
                <a:close/>
                <a:moveTo>
                  <a:pt x="2314511" y="1106630"/>
                </a:moveTo>
                <a:lnTo>
                  <a:pt x="2323505" y="1106630"/>
                </a:lnTo>
                <a:cubicBezTo>
                  <a:pt x="2323734" y="1106630"/>
                  <a:pt x="2324042" y="1106938"/>
                  <a:pt x="2324042" y="1106938"/>
                </a:cubicBezTo>
                <a:lnTo>
                  <a:pt x="2328500" y="1114699"/>
                </a:lnTo>
                <a:cubicBezTo>
                  <a:pt x="2328576" y="1114853"/>
                  <a:pt x="2328500" y="1115314"/>
                  <a:pt x="2328500" y="1115314"/>
                </a:cubicBezTo>
                <a:lnTo>
                  <a:pt x="2324042" y="1123077"/>
                </a:lnTo>
                <a:cubicBezTo>
                  <a:pt x="2323966" y="1123231"/>
                  <a:pt x="2323505" y="1123385"/>
                  <a:pt x="2323505" y="1123385"/>
                </a:cubicBezTo>
                <a:lnTo>
                  <a:pt x="2314511" y="1123385"/>
                </a:lnTo>
                <a:cubicBezTo>
                  <a:pt x="2314282" y="1123385"/>
                  <a:pt x="2313974" y="1123077"/>
                  <a:pt x="2313974" y="1123077"/>
                </a:cubicBezTo>
                <a:lnTo>
                  <a:pt x="2309516" y="1115314"/>
                </a:lnTo>
                <a:cubicBezTo>
                  <a:pt x="2309439" y="1115160"/>
                  <a:pt x="2309516" y="1114699"/>
                  <a:pt x="2309516" y="1114699"/>
                </a:cubicBezTo>
                <a:lnTo>
                  <a:pt x="2313974" y="1106938"/>
                </a:lnTo>
                <a:cubicBezTo>
                  <a:pt x="2314050" y="1106784"/>
                  <a:pt x="2314511" y="1106630"/>
                  <a:pt x="2314511" y="1106630"/>
                </a:cubicBezTo>
                <a:close/>
                <a:moveTo>
                  <a:pt x="2039835" y="1106015"/>
                </a:moveTo>
                <a:lnTo>
                  <a:pt x="2049364" y="1106015"/>
                </a:lnTo>
                <a:cubicBezTo>
                  <a:pt x="2049671" y="1106015"/>
                  <a:pt x="2049979" y="1106323"/>
                  <a:pt x="2049979" y="1106323"/>
                </a:cubicBezTo>
                <a:lnTo>
                  <a:pt x="2054744" y="1114623"/>
                </a:lnTo>
                <a:cubicBezTo>
                  <a:pt x="2054898" y="1114853"/>
                  <a:pt x="2054744" y="1115314"/>
                  <a:pt x="2054744" y="1115314"/>
                </a:cubicBezTo>
                <a:lnTo>
                  <a:pt x="2049979" y="1123614"/>
                </a:lnTo>
                <a:cubicBezTo>
                  <a:pt x="2049825" y="1123768"/>
                  <a:pt x="2049364" y="1123922"/>
                  <a:pt x="2049364" y="1123922"/>
                </a:cubicBezTo>
                <a:lnTo>
                  <a:pt x="2039835" y="1123922"/>
                </a:lnTo>
                <a:cubicBezTo>
                  <a:pt x="2039527" y="1123922"/>
                  <a:pt x="2039220" y="1123614"/>
                  <a:pt x="2039220" y="1123614"/>
                </a:cubicBezTo>
                <a:lnTo>
                  <a:pt x="2034454" y="1115314"/>
                </a:lnTo>
                <a:cubicBezTo>
                  <a:pt x="2034301" y="1115084"/>
                  <a:pt x="2034454" y="1114623"/>
                  <a:pt x="2034454" y="1114623"/>
                </a:cubicBezTo>
                <a:lnTo>
                  <a:pt x="2039220" y="1106323"/>
                </a:lnTo>
                <a:cubicBezTo>
                  <a:pt x="2039374" y="1106169"/>
                  <a:pt x="2039835" y="1106015"/>
                  <a:pt x="2039835" y="1106015"/>
                </a:cubicBezTo>
                <a:close/>
                <a:moveTo>
                  <a:pt x="5973251" y="1105632"/>
                </a:moveTo>
                <a:lnTo>
                  <a:pt x="5983244" y="1105632"/>
                </a:lnTo>
                <a:cubicBezTo>
                  <a:pt x="5983473" y="1105632"/>
                  <a:pt x="5983859" y="1106015"/>
                  <a:pt x="5983859" y="1106015"/>
                </a:cubicBezTo>
                <a:lnTo>
                  <a:pt x="5988853" y="1114701"/>
                </a:lnTo>
                <a:cubicBezTo>
                  <a:pt x="5989007" y="1114931"/>
                  <a:pt x="5988853" y="1115392"/>
                  <a:pt x="5988853" y="1115392"/>
                </a:cubicBezTo>
                <a:lnTo>
                  <a:pt x="5983859" y="1124076"/>
                </a:lnTo>
                <a:cubicBezTo>
                  <a:pt x="5983703" y="1124307"/>
                  <a:pt x="5983244" y="1124461"/>
                  <a:pt x="5983244" y="1124461"/>
                </a:cubicBezTo>
                <a:lnTo>
                  <a:pt x="5973251" y="1124461"/>
                </a:lnTo>
                <a:cubicBezTo>
                  <a:pt x="5973022" y="1124461"/>
                  <a:pt x="5972636" y="1124076"/>
                  <a:pt x="5972636" y="1124076"/>
                </a:cubicBezTo>
                <a:lnTo>
                  <a:pt x="5967641" y="1115392"/>
                </a:lnTo>
                <a:cubicBezTo>
                  <a:pt x="5967488" y="1115162"/>
                  <a:pt x="5967641" y="1114701"/>
                  <a:pt x="5967641" y="1114701"/>
                </a:cubicBezTo>
                <a:lnTo>
                  <a:pt x="5972636" y="1106015"/>
                </a:lnTo>
                <a:cubicBezTo>
                  <a:pt x="5972790" y="1105785"/>
                  <a:pt x="5973251" y="1105632"/>
                  <a:pt x="5973251" y="1105632"/>
                </a:cubicBezTo>
                <a:close/>
                <a:moveTo>
                  <a:pt x="6064553" y="1105324"/>
                </a:moveTo>
                <a:lnTo>
                  <a:pt x="6074851" y="1105324"/>
                </a:lnTo>
                <a:cubicBezTo>
                  <a:pt x="6075082" y="1105324"/>
                  <a:pt x="6075468" y="1105707"/>
                  <a:pt x="6075468" y="1105707"/>
                </a:cubicBezTo>
                <a:lnTo>
                  <a:pt x="6080617" y="1114623"/>
                </a:lnTo>
                <a:cubicBezTo>
                  <a:pt x="6080771" y="1114777"/>
                  <a:pt x="6080617" y="1115316"/>
                  <a:pt x="6080617" y="1115316"/>
                </a:cubicBezTo>
                <a:lnTo>
                  <a:pt x="6075468" y="1124229"/>
                </a:lnTo>
                <a:cubicBezTo>
                  <a:pt x="6075314" y="1124461"/>
                  <a:pt x="6074851" y="1124615"/>
                  <a:pt x="6074851" y="1124615"/>
                </a:cubicBezTo>
                <a:lnTo>
                  <a:pt x="6064553" y="1124615"/>
                </a:lnTo>
                <a:cubicBezTo>
                  <a:pt x="6064323" y="1124615"/>
                  <a:pt x="6063938" y="1124229"/>
                  <a:pt x="6063938" y="1124229"/>
                </a:cubicBezTo>
                <a:lnTo>
                  <a:pt x="6058790" y="1115316"/>
                </a:lnTo>
                <a:cubicBezTo>
                  <a:pt x="6058635" y="1115162"/>
                  <a:pt x="6058790" y="1114623"/>
                  <a:pt x="6058790" y="1114623"/>
                </a:cubicBezTo>
                <a:lnTo>
                  <a:pt x="6063938" y="1105707"/>
                </a:lnTo>
                <a:cubicBezTo>
                  <a:pt x="6064092" y="1105478"/>
                  <a:pt x="6064553" y="1105324"/>
                  <a:pt x="6064553" y="1105324"/>
                </a:cubicBezTo>
                <a:close/>
                <a:moveTo>
                  <a:pt x="5790106" y="1105324"/>
                </a:moveTo>
                <a:lnTo>
                  <a:pt x="5800404" y="1105324"/>
                </a:lnTo>
                <a:cubicBezTo>
                  <a:pt x="5800636" y="1105324"/>
                  <a:pt x="5801019" y="1105707"/>
                  <a:pt x="5801019" y="1105707"/>
                </a:cubicBezTo>
                <a:lnTo>
                  <a:pt x="5806170" y="1114623"/>
                </a:lnTo>
                <a:cubicBezTo>
                  <a:pt x="5806324" y="1114777"/>
                  <a:pt x="5806170" y="1115316"/>
                  <a:pt x="5806170" y="1115316"/>
                </a:cubicBezTo>
                <a:lnTo>
                  <a:pt x="5801019" y="1124229"/>
                </a:lnTo>
                <a:cubicBezTo>
                  <a:pt x="5800867" y="1124461"/>
                  <a:pt x="5800404" y="1124615"/>
                  <a:pt x="5800404" y="1124615"/>
                </a:cubicBezTo>
                <a:lnTo>
                  <a:pt x="5790106" y="1124615"/>
                </a:lnTo>
                <a:cubicBezTo>
                  <a:pt x="5789877" y="1124615"/>
                  <a:pt x="5789491" y="1124229"/>
                  <a:pt x="5789491" y="1124229"/>
                </a:cubicBezTo>
                <a:lnTo>
                  <a:pt x="5784343" y="1115316"/>
                </a:lnTo>
                <a:cubicBezTo>
                  <a:pt x="5784189" y="1115162"/>
                  <a:pt x="5784343" y="1114623"/>
                  <a:pt x="5784343" y="1114623"/>
                </a:cubicBezTo>
                <a:lnTo>
                  <a:pt x="5789491" y="1105707"/>
                </a:lnTo>
                <a:cubicBezTo>
                  <a:pt x="5789645" y="1105478"/>
                  <a:pt x="5790106" y="1105324"/>
                  <a:pt x="5790106" y="1105324"/>
                </a:cubicBezTo>
                <a:close/>
                <a:moveTo>
                  <a:pt x="6155781" y="1104785"/>
                </a:moveTo>
                <a:lnTo>
                  <a:pt x="6166696" y="1104785"/>
                </a:lnTo>
                <a:cubicBezTo>
                  <a:pt x="6167004" y="1104785"/>
                  <a:pt x="6167387" y="1105168"/>
                  <a:pt x="6167387" y="1105168"/>
                </a:cubicBezTo>
                <a:lnTo>
                  <a:pt x="6172843" y="1114623"/>
                </a:lnTo>
                <a:cubicBezTo>
                  <a:pt x="6172997" y="1114853"/>
                  <a:pt x="6172843" y="1115390"/>
                  <a:pt x="6172843" y="1115390"/>
                </a:cubicBezTo>
                <a:lnTo>
                  <a:pt x="6167387" y="1124845"/>
                </a:lnTo>
                <a:cubicBezTo>
                  <a:pt x="6167233" y="1125074"/>
                  <a:pt x="6166696" y="1125228"/>
                  <a:pt x="6166696" y="1125228"/>
                </a:cubicBezTo>
                <a:lnTo>
                  <a:pt x="6155781" y="1125228"/>
                </a:lnTo>
                <a:cubicBezTo>
                  <a:pt x="6155475" y="1125228"/>
                  <a:pt x="6155090" y="1124845"/>
                  <a:pt x="6155090" y="1124845"/>
                </a:cubicBezTo>
                <a:lnTo>
                  <a:pt x="6149634" y="1115390"/>
                </a:lnTo>
                <a:cubicBezTo>
                  <a:pt x="6149480" y="1115160"/>
                  <a:pt x="6149634" y="1114623"/>
                  <a:pt x="6149634" y="1114623"/>
                </a:cubicBezTo>
                <a:lnTo>
                  <a:pt x="6155090" y="1105168"/>
                </a:lnTo>
                <a:cubicBezTo>
                  <a:pt x="6155244" y="1104939"/>
                  <a:pt x="6155781" y="1104785"/>
                  <a:pt x="6155781" y="1104785"/>
                </a:cubicBezTo>
                <a:close/>
                <a:moveTo>
                  <a:pt x="5332438" y="1104785"/>
                </a:moveTo>
                <a:lnTo>
                  <a:pt x="5343352" y="1104785"/>
                </a:lnTo>
                <a:cubicBezTo>
                  <a:pt x="5343659" y="1104785"/>
                  <a:pt x="5344043" y="1105168"/>
                  <a:pt x="5344043" y="1105168"/>
                </a:cubicBezTo>
                <a:lnTo>
                  <a:pt x="5349499" y="1114623"/>
                </a:lnTo>
                <a:cubicBezTo>
                  <a:pt x="5349653" y="1114853"/>
                  <a:pt x="5349499" y="1115390"/>
                  <a:pt x="5349499" y="1115390"/>
                </a:cubicBezTo>
                <a:lnTo>
                  <a:pt x="5344043" y="1124845"/>
                </a:lnTo>
                <a:cubicBezTo>
                  <a:pt x="5343889" y="1125074"/>
                  <a:pt x="5343352" y="1125228"/>
                  <a:pt x="5343352" y="1125228"/>
                </a:cubicBezTo>
                <a:lnTo>
                  <a:pt x="5332438" y="1125228"/>
                </a:lnTo>
                <a:cubicBezTo>
                  <a:pt x="5332132" y="1125228"/>
                  <a:pt x="5331746" y="1124845"/>
                  <a:pt x="5331746" y="1124845"/>
                </a:cubicBezTo>
                <a:lnTo>
                  <a:pt x="5326290" y="1115390"/>
                </a:lnTo>
                <a:cubicBezTo>
                  <a:pt x="5326136" y="1115160"/>
                  <a:pt x="5326290" y="1114623"/>
                  <a:pt x="5326290" y="1114623"/>
                </a:cubicBezTo>
                <a:lnTo>
                  <a:pt x="5331746" y="1105168"/>
                </a:lnTo>
                <a:cubicBezTo>
                  <a:pt x="5331900" y="1104939"/>
                  <a:pt x="5332438" y="1104785"/>
                  <a:pt x="5332438" y="1104785"/>
                </a:cubicBezTo>
                <a:close/>
                <a:moveTo>
                  <a:pt x="1947379" y="1104401"/>
                </a:moveTo>
                <a:lnTo>
                  <a:pt x="1958753" y="1104401"/>
                </a:lnTo>
                <a:cubicBezTo>
                  <a:pt x="1959060" y="1104401"/>
                  <a:pt x="1959446" y="1104785"/>
                  <a:pt x="1959446" y="1104785"/>
                </a:cubicBezTo>
                <a:lnTo>
                  <a:pt x="1965132" y="1114623"/>
                </a:lnTo>
                <a:cubicBezTo>
                  <a:pt x="1965285" y="1114853"/>
                  <a:pt x="1965132" y="1115392"/>
                  <a:pt x="1965132" y="1115392"/>
                </a:cubicBezTo>
                <a:lnTo>
                  <a:pt x="1959446" y="1125228"/>
                </a:lnTo>
                <a:cubicBezTo>
                  <a:pt x="1959292" y="1125460"/>
                  <a:pt x="1958753" y="1125614"/>
                  <a:pt x="1958753" y="1125614"/>
                </a:cubicBezTo>
                <a:lnTo>
                  <a:pt x="1947379" y="1125614"/>
                </a:lnTo>
                <a:cubicBezTo>
                  <a:pt x="1947071" y="1125614"/>
                  <a:pt x="1946688" y="1125228"/>
                  <a:pt x="1946688" y="1125228"/>
                </a:cubicBezTo>
                <a:lnTo>
                  <a:pt x="1941000" y="1115392"/>
                </a:lnTo>
                <a:cubicBezTo>
                  <a:pt x="1940846" y="1115160"/>
                  <a:pt x="1941000" y="1114623"/>
                  <a:pt x="1941000" y="1114623"/>
                </a:cubicBezTo>
                <a:lnTo>
                  <a:pt x="1946688" y="1104785"/>
                </a:lnTo>
                <a:cubicBezTo>
                  <a:pt x="1946841" y="1104555"/>
                  <a:pt x="1947379" y="1104401"/>
                  <a:pt x="1947379" y="1104401"/>
                </a:cubicBezTo>
                <a:close/>
                <a:moveTo>
                  <a:pt x="2221672" y="1104094"/>
                </a:moveTo>
                <a:lnTo>
                  <a:pt x="2233353" y="1104094"/>
                </a:lnTo>
                <a:cubicBezTo>
                  <a:pt x="2233661" y="1104094"/>
                  <a:pt x="2234044" y="1104477"/>
                  <a:pt x="2234044" y="1104477"/>
                </a:cubicBezTo>
                <a:lnTo>
                  <a:pt x="2239886" y="1114547"/>
                </a:lnTo>
                <a:cubicBezTo>
                  <a:pt x="2240040" y="1114853"/>
                  <a:pt x="2239886" y="1115392"/>
                  <a:pt x="2239886" y="1115392"/>
                </a:cubicBezTo>
                <a:lnTo>
                  <a:pt x="2234044" y="1125460"/>
                </a:lnTo>
                <a:cubicBezTo>
                  <a:pt x="2233891" y="1125689"/>
                  <a:pt x="2233353" y="1125843"/>
                  <a:pt x="2233353" y="1125843"/>
                </a:cubicBezTo>
                <a:lnTo>
                  <a:pt x="2221672" y="1125843"/>
                </a:lnTo>
                <a:cubicBezTo>
                  <a:pt x="2221364" y="1125843"/>
                  <a:pt x="2220980" y="1125460"/>
                  <a:pt x="2220980" y="1125460"/>
                </a:cubicBezTo>
                <a:lnTo>
                  <a:pt x="2215139" y="1115392"/>
                </a:lnTo>
                <a:cubicBezTo>
                  <a:pt x="2214985" y="1115084"/>
                  <a:pt x="2215139" y="1114547"/>
                  <a:pt x="2215139" y="1114547"/>
                </a:cubicBezTo>
                <a:lnTo>
                  <a:pt x="2220980" y="1104477"/>
                </a:lnTo>
                <a:cubicBezTo>
                  <a:pt x="2221134" y="1104248"/>
                  <a:pt x="2221672" y="1104094"/>
                  <a:pt x="2221672" y="1104094"/>
                </a:cubicBezTo>
                <a:close/>
                <a:moveTo>
                  <a:pt x="5880796" y="1103786"/>
                </a:moveTo>
                <a:lnTo>
                  <a:pt x="5892706" y="1103786"/>
                </a:lnTo>
                <a:cubicBezTo>
                  <a:pt x="5892938" y="1103786"/>
                  <a:pt x="5893399" y="1104170"/>
                  <a:pt x="5893399" y="1104170"/>
                </a:cubicBezTo>
                <a:lnTo>
                  <a:pt x="5899393" y="1114545"/>
                </a:lnTo>
                <a:cubicBezTo>
                  <a:pt x="5899547" y="1114777"/>
                  <a:pt x="5899393" y="1115392"/>
                  <a:pt x="5899393" y="1115392"/>
                </a:cubicBezTo>
                <a:lnTo>
                  <a:pt x="5893399" y="1125767"/>
                </a:lnTo>
                <a:cubicBezTo>
                  <a:pt x="5893246" y="1125997"/>
                  <a:pt x="5892706" y="1126151"/>
                  <a:pt x="5892706" y="1126151"/>
                </a:cubicBezTo>
                <a:lnTo>
                  <a:pt x="5880796" y="1126151"/>
                </a:lnTo>
                <a:cubicBezTo>
                  <a:pt x="5880566" y="1126151"/>
                  <a:pt x="5880102" y="1125767"/>
                  <a:pt x="5880102" y="1125767"/>
                </a:cubicBezTo>
                <a:lnTo>
                  <a:pt x="5874109" y="1115392"/>
                </a:lnTo>
                <a:cubicBezTo>
                  <a:pt x="5873955" y="1115160"/>
                  <a:pt x="5874109" y="1114545"/>
                  <a:pt x="5874109" y="1114545"/>
                </a:cubicBezTo>
                <a:lnTo>
                  <a:pt x="5880102" y="1104170"/>
                </a:lnTo>
                <a:cubicBezTo>
                  <a:pt x="5880256" y="1103940"/>
                  <a:pt x="5880796" y="1103786"/>
                  <a:pt x="5880796" y="1103786"/>
                </a:cubicBezTo>
                <a:close/>
                <a:moveTo>
                  <a:pt x="2129984" y="1103710"/>
                </a:moveTo>
                <a:lnTo>
                  <a:pt x="2142050" y="1103710"/>
                </a:lnTo>
                <a:cubicBezTo>
                  <a:pt x="2142357" y="1103710"/>
                  <a:pt x="2142818" y="1104172"/>
                  <a:pt x="2142818" y="1104172"/>
                </a:cubicBezTo>
                <a:lnTo>
                  <a:pt x="2148890" y="1114623"/>
                </a:lnTo>
                <a:cubicBezTo>
                  <a:pt x="2149044" y="1114855"/>
                  <a:pt x="2148890" y="1115470"/>
                  <a:pt x="2148890" y="1115470"/>
                </a:cubicBezTo>
                <a:lnTo>
                  <a:pt x="2142818" y="1125921"/>
                </a:lnTo>
                <a:cubicBezTo>
                  <a:pt x="2142665" y="1126229"/>
                  <a:pt x="2142050" y="1126382"/>
                  <a:pt x="2142050" y="1126382"/>
                </a:cubicBezTo>
                <a:lnTo>
                  <a:pt x="2129984" y="1126382"/>
                </a:lnTo>
                <a:cubicBezTo>
                  <a:pt x="2129677" y="1126382"/>
                  <a:pt x="2129215" y="1125921"/>
                  <a:pt x="2129215" y="1125921"/>
                </a:cubicBezTo>
                <a:lnTo>
                  <a:pt x="2123144" y="1115470"/>
                </a:lnTo>
                <a:cubicBezTo>
                  <a:pt x="2122990" y="1115238"/>
                  <a:pt x="2123144" y="1114623"/>
                  <a:pt x="2123144" y="1114623"/>
                </a:cubicBezTo>
                <a:lnTo>
                  <a:pt x="2129215" y="1104172"/>
                </a:lnTo>
                <a:cubicBezTo>
                  <a:pt x="2129369" y="1103864"/>
                  <a:pt x="2129984" y="1103710"/>
                  <a:pt x="2129984" y="1103710"/>
                </a:cubicBezTo>
                <a:close/>
                <a:moveTo>
                  <a:pt x="5420513" y="1098330"/>
                </a:moveTo>
                <a:lnTo>
                  <a:pt x="5438267" y="1098330"/>
                </a:lnTo>
                <a:cubicBezTo>
                  <a:pt x="5438728" y="1098330"/>
                  <a:pt x="5439112" y="1098560"/>
                  <a:pt x="5439343" y="1098945"/>
                </a:cubicBezTo>
                <a:lnTo>
                  <a:pt x="5448258" y="1114315"/>
                </a:lnTo>
                <a:cubicBezTo>
                  <a:pt x="5448488" y="1114701"/>
                  <a:pt x="5448488" y="1115160"/>
                  <a:pt x="5448258" y="1115546"/>
                </a:cubicBezTo>
                <a:lnTo>
                  <a:pt x="5439343" y="1130916"/>
                </a:lnTo>
                <a:cubicBezTo>
                  <a:pt x="5439112" y="1131300"/>
                  <a:pt x="5438728" y="1131531"/>
                  <a:pt x="5438267" y="1131531"/>
                </a:cubicBezTo>
                <a:lnTo>
                  <a:pt x="5420513" y="1131531"/>
                </a:lnTo>
                <a:cubicBezTo>
                  <a:pt x="5420052" y="1131531"/>
                  <a:pt x="5419667" y="1131300"/>
                  <a:pt x="5419437" y="1130916"/>
                </a:cubicBezTo>
                <a:lnTo>
                  <a:pt x="5410522" y="1115546"/>
                </a:lnTo>
                <a:cubicBezTo>
                  <a:pt x="5410292" y="1115160"/>
                  <a:pt x="5410292" y="1114701"/>
                  <a:pt x="5410522" y="1114315"/>
                </a:cubicBezTo>
                <a:lnTo>
                  <a:pt x="5419437" y="1098945"/>
                </a:lnTo>
                <a:cubicBezTo>
                  <a:pt x="5419667" y="1098560"/>
                  <a:pt x="5420052" y="1098330"/>
                  <a:pt x="5420513" y="1098330"/>
                </a:cubicBezTo>
                <a:close/>
                <a:moveTo>
                  <a:pt x="5602813" y="1097253"/>
                </a:moveTo>
                <a:lnTo>
                  <a:pt x="5621795" y="1097253"/>
                </a:lnTo>
                <a:cubicBezTo>
                  <a:pt x="5622257" y="1097253"/>
                  <a:pt x="5622718" y="1097561"/>
                  <a:pt x="5622949" y="1097944"/>
                </a:cubicBezTo>
                <a:lnTo>
                  <a:pt x="5632402" y="1114391"/>
                </a:lnTo>
                <a:cubicBezTo>
                  <a:pt x="5632632" y="1114777"/>
                  <a:pt x="5632632" y="1115314"/>
                  <a:pt x="5632402" y="1115698"/>
                </a:cubicBezTo>
                <a:lnTo>
                  <a:pt x="5622949" y="1132144"/>
                </a:lnTo>
                <a:cubicBezTo>
                  <a:pt x="5622718" y="1132606"/>
                  <a:pt x="5622257" y="1132837"/>
                  <a:pt x="5621795" y="1132837"/>
                </a:cubicBezTo>
                <a:lnTo>
                  <a:pt x="5602813" y="1132837"/>
                </a:lnTo>
                <a:cubicBezTo>
                  <a:pt x="5602350" y="1132837"/>
                  <a:pt x="5601891" y="1132530"/>
                  <a:pt x="5601659" y="1132144"/>
                </a:cubicBezTo>
                <a:lnTo>
                  <a:pt x="5592207" y="1115698"/>
                </a:lnTo>
                <a:cubicBezTo>
                  <a:pt x="5591977" y="1115314"/>
                  <a:pt x="5591977" y="1114777"/>
                  <a:pt x="5592207" y="1114391"/>
                </a:cubicBezTo>
                <a:lnTo>
                  <a:pt x="5601659" y="1097944"/>
                </a:lnTo>
                <a:cubicBezTo>
                  <a:pt x="5601891" y="1097483"/>
                  <a:pt x="5602350" y="1097253"/>
                  <a:pt x="5602813" y="1097253"/>
                </a:cubicBezTo>
                <a:close/>
                <a:moveTo>
                  <a:pt x="4136967" y="1093181"/>
                </a:moveTo>
                <a:lnTo>
                  <a:pt x="4160253" y="1093181"/>
                </a:lnTo>
                <a:cubicBezTo>
                  <a:pt x="4160868" y="1093181"/>
                  <a:pt x="4161405" y="1093489"/>
                  <a:pt x="4161714" y="1094026"/>
                </a:cubicBezTo>
                <a:lnTo>
                  <a:pt x="4173317" y="1114239"/>
                </a:lnTo>
                <a:cubicBezTo>
                  <a:pt x="4173624" y="1114701"/>
                  <a:pt x="4173624" y="1115316"/>
                  <a:pt x="4173317" y="1115853"/>
                </a:cubicBezTo>
                <a:lnTo>
                  <a:pt x="4161636" y="1136065"/>
                </a:lnTo>
                <a:cubicBezTo>
                  <a:pt x="4161328" y="1136604"/>
                  <a:pt x="4160790" y="1136912"/>
                  <a:pt x="4160175" y="1136912"/>
                </a:cubicBezTo>
                <a:lnTo>
                  <a:pt x="4136889" y="1136912"/>
                </a:lnTo>
                <a:cubicBezTo>
                  <a:pt x="4136275" y="1136912"/>
                  <a:pt x="4135736" y="1136604"/>
                  <a:pt x="4135428" y="1136065"/>
                </a:cubicBezTo>
                <a:lnTo>
                  <a:pt x="4123824" y="1115853"/>
                </a:lnTo>
                <a:cubicBezTo>
                  <a:pt x="4123515" y="1115392"/>
                  <a:pt x="4123515" y="1114777"/>
                  <a:pt x="4123824" y="1114239"/>
                </a:cubicBezTo>
                <a:lnTo>
                  <a:pt x="4135506" y="1094026"/>
                </a:lnTo>
                <a:cubicBezTo>
                  <a:pt x="4135813" y="1093489"/>
                  <a:pt x="4136351" y="1093181"/>
                  <a:pt x="4136967" y="1093181"/>
                </a:cubicBezTo>
                <a:close/>
                <a:moveTo>
                  <a:pt x="3859442" y="1087417"/>
                </a:moveTo>
                <a:lnTo>
                  <a:pt x="3888878" y="1087417"/>
                </a:lnTo>
                <a:cubicBezTo>
                  <a:pt x="3889570" y="1087417"/>
                  <a:pt x="3890260" y="1087878"/>
                  <a:pt x="3890646" y="1088494"/>
                </a:cubicBezTo>
                <a:lnTo>
                  <a:pt x="3905325" y="1114008"/>
                </a:lnTo>
                <a:cubicBezTo>
                  <a:pt x="3905709" y="1114623"/>
                  <a:pt x="3905709" y="1115470"/>
                  <a:pt x="3905325" y="1116083"/>
                </a:cubicBezTo>
                <a:lnTo>
                  <a:pt x="3890568" y="1141599"/>
                </a:lnTo>
                <a:cubicBezTo>
                  <a:pt x="3890185" y="1142292"/>
                  <a:pt x="3889570" y="1142676"/>
                  <a:pt x="3888800" y="1142676"/>
                </a:cubicBezTo>
                <a:lnTo>
                  <a:pt x="3859366" y="1142676"/>
                </a:lnTo>
                <a:cubicBezTo>
                  <a:pt x="3858675" y="1142676"/>
                  <a:pt x="3857982" y="1142214"/>
                  <a:pt x="3857598" y="1141599"/>
                </a:cubicBezTo>
                <a:lnTo>
                  <a:pt x="3842919" y="1116083"/>
                </a:lnTo>
                <a:cubicBezTo>
                  <a:pt x="3842534" y="1115470"/>
                  <a:pt x="3842534" y="1114623"/>
                  <a:pt x="3842919" y="1114008"/>
                </a:cubicBezTo>
                <a:lnTo>
                  <a:pt x="3857674" y="1088494"/>
                </a:lnTo>
                <a:cubicBezTo>
                  <a:pt x="3858059" y="1087801"/>
                  <a:pt x="3858675" y="1087417"/>
                  <a:pt x="3859442" y="1087417"/>
                </a:cubicBezTo>
                <a:close/>
                <a:moveTo>
                  <a:pt x="2682338" y="1030851"/>
                </a:moveTo>
                <a:lnTo>
                  <a:pt x="2687566" y="1030851"/>
                </a:lnTo>
                <a:cubicBezTo>
                  <a:pt x="2687719" y="1030851"/>
                  <a:pt x="2687873" y="1031004"/>
                  <a:pt x="2687873" y="1031004"/>
                </a:cubicBezTo>
                <a:lnTo>
                  <a:pt x="2690485" y="1035538"/>
                </a:lnTo>
                <a:cubicBezTo>
                  <a:pt x="2690485" y="1035692"/>
                  <a:pt x="2690485" y="1035923"/>
                  <a:pt x="2690485" y="1035923"/>
                </a:cubicBezTo>
                <a:lnTo>
                  <a:pt x="2687873" y="1040457"/>
                </a:lnTo>
                <a:cubicBezTo>
                  <a:pt x="2687796" y="1040611"/>
                  <a:pt x="2687566" y="1040611"/>
                  <a:pt x="2687566" y="1040611"/>
                </a:cubicBezTo>
                <a:lnTo>
                  <a:pt x="2682338" y="1040611"/>
                </a:lnTo>
                <a:cubicBezTo>
                  <a:pt x="2682185" y="1040611"/>
                  <a:pt x="2682031" y="1040457"/>
                  <a:pt x="2682031" y="1040457"/>
                </a:cubicBezTo>
                <a:lnTo>
                  <a:pt x="2679419" y="1035923"/>
                </a:lnTo>
                <a:cubicBezTo>
                  <a:pt x="2679419" y="1035770"/>
                  <a:pt x="2679419" y="1035538"/>
                  <a:pt x="2679419" y="1035538"/>
                </a:cubicBezTo>
                <a:lnTo>
                  <a:pt x="2682031" y="1031004"/>
                </a:lnTo>
                <a:cubicBezTo>
                  <a:pt x="2682109" y="1030851"/>
                  <a:pt x="2682338" y="1030851"/>
                  <a:pt x="2682338" y="1030851"/>
                </a:cubicBezTo>
                <a:close/>
                <a:moveTo>
                  <a:pt x="2224899" y="1030851"/>
                </a:moveTo>
                <a:lnTo>
                  <a:pt x="2230126" y="1030851"/>
                </a:lnTo>
                <a:cubicBezTo>
                  <a:pt x="2230280" y="1030851"/>
                  <a:pt x="2230433" y="1031004"/>
                  <a:pt x="2230433" y="1031004"/>
                </a:cubicBezTo>
                <a:lnTo>
                  <a:pt x="2233046" y="1035538"/>
                </a:lnTo>
                <a:cubicBezTo>
                  <a:pt x="2233046" y="1035692"/>
                  <a:pt x="2233046" y="1035923"/>
                  <a:pt x="2233046" y="1035923"/>
                </a:cubicBezTo>
                <a:lnTo>
                  <a:pt x="2230433" y="1040457"/>
                </a:lnTo>
                <a:cubicBezTo>
                  <a:pt x="2230357" y="1040611"/>
                  <a:pt x="2230126" y="1040611"/>
                  <a:pt x="2230126" y="1040611"/>
                </a:cubicBezTo>
                <a:lnTo>
                  <a:pt x="2224899" y="1040611"/>
                </a:lnTo>
                <a:cubicBezTo>
                  <a:pt x="2224745" y="1040611"/>
                  <a:pt x="2224592" y="1040457"/>
                  <a:pt x="2224592" y="1040457"/>
                </a:cubicBezTo>
                <a:lnTo>
                  <a:pt x="2221979" y="1035923"/>
                </a:lnTo>
                <a:cubicBezTo>
                  <a:pt x="2221979" y="1035770"/>
                  <a:pt x="2221979" y="1035538"/>
                  <a:pt x="2221979" y="1035538"/>
                </a:cubicBezTo>
                <a:lnTo>
                  <a:pt x="2224592" y="1031004"/>
                </a:lnTo>
                <a:cubicBezTo>
                  <a:pt x="2224669" y="1030851"/>
                  <a:pt x="2224899" y="1030851"/>
                  <a:pt x="2224899" y="1030851"/>
                </a:cubicBezTo>
                <a:close/>
                <a:moveTo>
                  <a:pt x="2590727" y="1030697"/>
                </a:moveTo>
                <a:lnTo>
                  <a:pt x="2596106" y="1030697"/>
                </a:lnTo>
                <a:cubicBezTo>
                  <a:pt x="2596184" y="1030697"/>
                  <a:pt x="2596413" y="1030851"/>
                  <a:pt x="2596413" y="1030851"/>
                </a:cubicBezTo>
                <a:lnTo>
                  <a:pt x="2599104" y="1035538"/>
                </a:lnTo>
                <a:cubicBezTo>
                  <a:pt x="2599104" y="1035692"/>
                  <a:pt x="2599104" y="1035923"/>
                  <a:pt x="2599104" y="1035923"/>
                </a:cubicBezTo>
                <a:lnTo>
                  <a:pt x="2596413" y="1040611"/>
                </a:lnTo>
                <a:cubicBezTo>
                  <a:pt x="2596338" y="1040765"/>
                  <a:pt x="2596106" y="1040765"/>
                  <a:pt x="2596106" y="1040765"/>
                </a:cubicBezTo>
                <a:lnTo>
                  <a:pt x="2590727" y="1040765"/>
                </a:lnTo>
                <a:cubicBezTo>
                  <a:pt x="2590650" y="1040765"/>
                  <a:pt x="2590420" y="1040611"/>
                  <a:pt x="2590420" y="1040611"/>
                </a:cubicBezTo>
                <a:lnTo>
                  <a:pt x="2587730" y="1035923"/>
                </a:lnTo>
                <a:cubicBezTo>
                  <a:pt x="2587730" y="1035770"/>
                  <a:pt x="2587730" y="1035538"/>
                  <a:pt x="2587730" y="1035538"/>
                </a:cubicBezTo>
                <a:lnTo>
                  <a:pt x="2590420" y="1030851"/>
                </a:lnTo>
                <a:cubicBezTo>
                  <a:pt x="2590496" y="1030697"/>
                  <a:pt x="2590727" y="1030697"/>
                  <a:pt x="2590727" y="1030697"/>
                </a:cubicBezTo>
                <a:close/>
                <a:moveTo>
                  <a:pt x="3779668" y="1030160"/>
                </a:moveTo>
                <a:lnTo>
                  <a:pt x="3785663" y="1030160"/>
                </a:lnTo>
                <a:cubicBezTo>
                  <a:pt x="3785818" y="1030160"/>
                  <a:pt x="3786047" y="1030389"/>
                  <a:pt x="3786047" y="1030389"/>
                </a:cubicBezTo>
                <a:lnTo>
                  <a:pt x="3789044" y="1035540"/>
                </a:lnTo>
                <a:cubicBezTo>
                  <a:pt x="3789044" y="1035616"/>
                  <a:pt x="3789044" y="1035923"/>
                  <a:pt x="3789044" y="1035923"/>
                </a:cubicBezTo>
                <a:lnTo>
                  <a:pt x="3786047" y="1041072"/>
                </a:lnTo>
                <a:cubicBezTo>
                  <a:pt x="3785971" y="1041226"/>
                  <a:pt x="3785663" y="1041304"/>
                  <a:pt x="3785663" y="1041304"/>
                </a:cubicBezTo>
                <a:lnTo>
                  <a:pt x="3779668" y="1041304"/>
                </a:lnTo>
                <a:cubicBezTo>
                  <a:pt x="3779514" y="1041304"/>
                  <a:pt x="3779284" y="1041072"/>
                  <a:pt x="3779284" y="1041072"/>
                </a:cubicBezTo>
                <a:lnTo>
                  <a:pt x="3776286" y="1035923"/>
                </a:lnTo>
                <a:cubicBezTo>
                  <a:pt x="3776286" y="1035848"/>
                  <a:pt x="3776286" y="1035540"/>
                  <a:pt x="3776286" y="1035540"/>
                </a:cubicBezTo>
                <a:lnTo>
                  <a:pt x="3779284" y="1030389"/>
                </a:lnTo>
                <a:cubicBezTo>
                  <a:pt x="3779360" y="1030237"/>
                  <a:pt x="3779668" y="1030160"/>
                  <a:pt x="3779668" y="1030160"/>
                </a:cubicBezTo>
                <a:close/>
                <a:moveTo>
                  <a:pt x="2041295" y="1029698"/>
                </a:moveTo>
                <a:lnTo>
                  <a:pt x="2047750" y="1029698"/>
                </a:lnTo>
                <a:cubicBezTo>
                  <a:pt x="2047904" y="1029698"/>
                  <a:pt x="2048133" y="1029928"/>
                  <a:pt x="2048133" y="1029928"/>
                </a:cubicBezTo>
                <a:lnTo>
                  <a:pt x="2051363" y="1035462"/>
                </a:lnTo>
                <a:cubicBezTo>
                  <a:pt x="2051439" y="1035616"/>
                  <a:pt x="2051363" y="1035923"/>
                  <a:pt x="2051363" y="1035923"/>
                </a:cubicBezTo>
                <a:lnTo>
                  <a:pt x="2048133" y="1041458"/>
                </a:lnTo>
                <a:cubicBezTo>
                  <a:pt x="2048057" y="1041611"/>
                  <a:pt x="2047750" y="1041687"/>
                  <a:pt x="2047750" y="1041687"/>
                </a:cubicBezTo>
                <a:lnTo>
                  <a:pt x="2041295" y="1041687"/>
                </a:lnTo>
                <a:cubicBezTo>
                  <a:pt x="2041139" y="1041687"/>
                  <a:pt x="2040909" y="1041458"/>
                  <a:pt x="2040909" y="1041458"/>
                </a:cubicBezTo>
                <a:lnTo>
                  <a:pt x="2037682" y="1035923"/>
                </a:lnTo>
                <a:cubicBezTo>
                  <a:pt x="2037604" y="1035770"/>
                  <a:pt x="2037682" y="1035462"/>
                  <a:pt x="2037682" y="1035462"/>
                </a:cubicBezTo>
                <a:lnTo>
                  <a:pt x="2040909" y="1029928"/>
                </a:lnTo>
                <a:cubicBezTo>
                  <a:pt x="2040987" y="1029776"/>
                  <a:pt x="2041295" y="1029698"/>
                  <a:pt x="2041295" y="1029698"/>
                </a:cubicBezTo>
                <a:close/>
                <a:moveTo>
                  <a:pt x="6340464" y="1028700"/>
                </a:moveTo>
                <a:lnTo>
                  <a:pt x="6347917" y="1028700"/>
                </a:lnTo>
                <a:cubicBezTo>
                  <a:pt x="6348071" y="1028700"/>
                  <a:pt x="6348379" y="1028929"/>
                  <a:pt x="6348379" y="1028929"/>
                </a:cubicBezTo>
                <a:lnTo>
                  <a:pt x="6352145" y="1035386"/>
                </a:lnTo>
                <a:cubicBezTo>
                  <a:pt x="6352221" y="1035540"/>
                  <a:pt x="6352145" y="1035923"/>
                  <a:pt x="6352145" y="1035923"/>
                </a:cubicBezTo>
                <a:lnTo>
                  <a:pt x="6348379" y="1042380"/>
                </a:lnTo>
                <a:cubicBezTo>
                  <a:pt x="6348303" y="1042534"/>
                  <a:pt x="6347917" y="1042610"/>
                  <a:pt x="6347917" y="1042610"/>
                </a:cubicBezTo>
                <a:lnTo>
                  <a:pt x="6340464" y="1042610"/>
                </a:lnTo>
                <a:cubicBezTo>
                  <a:pt x="6340310" y="1042610"/>
                  <a:pt x="6340003" y="1042380"/>
                  <a:pt x="6340003" y="1042380"/>
                </a:cubicBezTo>
                <a:lnTo>
                  <a:pt x="6336236" y="1035923"/>
                </a:lnTo>
                <a:cubicBezTo>
                  <a:pt x="6336158" y="1035770"/>
                  <a:pt x="6336236" y="1035386"/>
                  <a:pt x="6336236" y="1035386"/>
                </a:cubicBezTo>
                <a:lnTo>
                  <a:pt x="6340003" y="1028929"/>
                </a:lnTo>
                <a:cubicBezTo>
                  <a:pt x="6340078" y="1028777"/>
                  <a:pt x="6340464" y="1028700"/>
                  <a:pt x="6340464" y="1028700"/>
                </a:cubicBezTo>
                <a:close/>
                <a:moveTo>
                  <a:pt x="2315280" y="1028700"/>
                </a:moveTo>
                <a:lnTo>
                  <a:pt x="2322736" y="1028700"/>
                </a:lnTo>
                <a:cubicBezTo>
                  <a:pt x="2322890" y="1028700"/>
                  <a:pt x="2323197" y="1028929"/>
                  <a:pt x="2323197" y="1028929"/>
                </a:cubicBezTo>
                <a:lnTo>
                  <a:pt x="2326962" y="1035386"/>
                </a:lnTo>
                <a:cubicBezTo>
                  <a:pt x="2327039" y="1035540"/>
                  <a:pt x="2326962" y="1035923"/>
                  <a:pt x="2326962" y="1035923"/>
                </a:cubicBezTo>
                <a:lnTo>
                  <a:pt x="2323197" y="1042380"/>
                </a:lnTo>
                <a:cubicBezTo>
                  <a:pt x="2323119" y="1042534"/>
                  <a:pt x="2322736" y="1042610"/>
                  <a:pt x="2322736" y="1042610"/>
                </a:cubicBezTo>
                <a:lnTo>
                  <a:pt x="2315280" y="1042610"/>
                </a:lnTo>
                <a:cubicBezTo>
                  <a:pt x="2315126" y="1042610"/>
                  <a:pt x="2314821" y="1042380"/>
                  <a:pt x="2314821" y="1042380"/>
                </a:cubicBezTo>
                <a:lnTo>
                  <a:pt x="2311054" y="1035923"/>
                </a:lnTo>
                <a:cubicBezTo>
                  <a:pt x="2310976" y="1035770"/>
                  <a:pt x="2311054" y="1035386"/>
                  <a:pt x="2311054" y="1035386"/>
                </a:cubicBezTo>
                <a:lnTo>
                  <a:pt x="2314821" y="1028929"/>
                </a:lnTo>
                <a:cubicBezTo>
                  <a:pt x="2314897" y="1028777"/>
                  <a:pt x="2315280" y="1028700"/>
                  <a:pt x="2315280" y="1028700"/>
                </a:cubicBezTo>
                <a:close/>
                <a:moveTo>
                  <a:pt x="1949068" y="1028160"/>
                </a:moveTo>
                <a:lnTo>
                  <a:pt x="1957139" y="1028160"/>
                </a:lnTo>
                <a:cubicBezTo>
                  <a:pt x="1957293" y="1028160"/>
                  <a:pt x="1957600" y="1028468"/>
                  <a:pt x="1957600" y="1028468"/>
                </a:cubicBezTo>
                <a:lnTo>
                  <a:pt x="1961597" y="1035462"/>
                </a:lnTo>
                <a:cubicBezTo>
                  <a:pt x="1961673" y="1035616"/>
                  <a:pt x="1961597" y="1035999"/>
                  <a:pt x="1961597" y="1035999"/>
                </a:cubicBezTo>
                <a:lnTo>
                  <a:pt x="1957523" y="1042994"/>
                </a:lnTo>
                <a:cubicBezTo>
                  <a:pt x="1957446" y="1043223"/>
                  <a:pt x="1957061" y="1043301"/>
                  <a:pt x="1957061" y="1043301"/>
                </a:cubicBezTo>
                <a:lnTo>
                  <a:pt x="1948993" y="1043301"/>
                </a:lnTo>
                <a:cubicBezTo>
                  <a:pt x="1948839" y="1043301"/>
                  <a:pt x="1948531" y="1042994"/>
                  <a:pt x="1948531" y="1042994"/>
                </a:cubicBezTo>
                <a:lnTo>
                  <a:pt x="1944535" y="1035999"/>
                </a:lnTo>
                <a:cubicBezTo>
                  <a:pt x="1944457" y="1035846"/>
                  <a:pt x="1944535" y="1035462"/>
                  <a:pt x="1944535" y="1035462"/>
                </a:cubicBezTo>
                <a:lnTo>
                  <a:pt x="1948607" y="1028468"/>
                </a:lnTo>
                <a:cubicBezTo>
                  <a:pt x="1948685" y="1028238"/>
                  <a:pt x="1949068" y="1028160"/>
                  <a:pt x="1949068" y="1028160"/>
                </a:cubicBezTo>
                <a:close/>
                <a:moveTo>
                  <a:pt x="6156626" y="1027162"/>
                </a:moveTo>
                <a:lnTo>
                  <a:pt x="6165773" y="1027162"/>
                </a:lnTo>
                <a:cubicBezTo>
                  <a:pt x="6166004" y="1027162"/>
                  <a:pt x="6166310" y="1027469"/>
                  <a:pt x="6166310" y="1027469"/>
                </a:cubicBezTo>
                <a:lnTo>
                  <a:pt x="6170846" y="1035384"/>
                </a:lnTo>
                <a:cubicBezTo>
                  <a:pt x="6170998" y="1035538"/>
                  <a:pt x="6170846" y="1035999"/>
                  <a:pt x="6170846" y="1035999"/>
                </a:cubicBezTo>
                <a:lnTo>
                  <a:pt x="6166310" y="1043916"/>
                </a:lnTo>
                <a:cubicBezTo>
                  <a:pt x="6166234" y="1044070"/>
                  <a:pt x="6165773" y="1044224"/>
                  <a:pt x="6165773" y="1044224"/>
                </a:cubicBezTo>
                <a:lnTo>
                  <a:pt x="6156626" y="1044224"/>
                </a:lnTo>
                <a:cubicBezTo>
                  <a:pt x="6156396" y="1044224"/>
                  <a:pt x="6156088" y="1043916"/>
                  <a:pt x="6156088" y="1043916"/>
                </a:cubicBezTo>
                <a:lnTo>
                  <a:pt x="6151555" y="1035999"/>
                </a:lnTo>
                <a:cubicBezTo>
                  <a:pt x="6151401" y="1035846"/>
                  <a:pt x="6151555" y="1035384"/>
                  <a:pt x="6151555" y="1035384"/>
                </a:cubicBezTo>
                <a:lnTo>
                  <a:pt x="6156088" y="1027469"/>
                </a:lnTo>
                <a:cubicBezTo>
                  <a:pt x="6156166" y="1027316"/>
                  <a:pt x="6156626" y="1027162"/>
                  <a:pt x="6156626" y="1027162"/>
                </a:cubicBezTo>
                <a:close/>
                <a:moveTo>
                  <a:pt x="6248083" y="1027008"/>
                </a:moveTo>
                <a:lnTo>
                  <a:pt x="6257306" y="1027008"/>
                </a:lnTo>
                <a:cubicBezTo>
                  <a:pt x="6257536" y="1027008"/>
                  <a:pt x="6257844" y="1027316"/>
                  <a:pt x="6257844" y="1027316"/>
                </a:cubicBezTo>
                <a:lnTo>
                  <a:pt x="6262455" y="1035308"/>
                </a:lnTo>
                <a:cubicBezTo>
                  <a:pt x="6262609" y="1035538"/>
                  <a:pt x="6262455" y="1035999"/>
                  <a:pt x="6262455" y="1035999"/>
                </a:cubicBezTo>
                <a:lnTo>
                  <a:pt x="6257844" y="1043992"/>
                </a:lnTo>
                <a:cubicBezTo>
                  <a:pt x="6257768" y="1044146"/>
                  <a:pt x="6257306" y="1044300"/>
                  <a:pt x="6257306" y="1044300"/>
                </a:cubicBezTo>
                <a:lnTo>
                  <a:pt x="6248083" y="1044300"/>
                </a:lnTo>
                <a:cubicBezTo>
                  <a:pt x="6247854" y="1044300"/>
                  <a:pt x="6247546" y="1043992"/>
                  <a:pt x="6247546" y="1043992"/>
                </a:cubicBezTo>
                <a:lnTo>
                  <a:pt x="6242935" y="1035999"/>
                </a:lnTo>
                <a:cubicBezTo>
                  <a:pt x="6242781" y="1035770"/>
                  <a:pt x="6242935" y="1035308"/>
                  <a:pt x="6242935" y="1035308"/>
                </a:cubicBezTo>
                <a:lnTo>
                  <a:pt x="6247546" y="1027316"/>
                </a:lnTo>
                <a:cubicBezTo>
                  <a:pt x="6247624" y="1027162"/>
                  <a:pt x="6248083" y="1027008"/>
                  <a:pt x="6248083" y="1027008"/>
                </a:cubicBezTo>
                <a:close/>
                <a:moveTo>
                  <a:pt x="6064707" y="1026317"/>
                </a:moveTo>
                <a:lnTo>
                  <a:pt x="6074699" y="1026317"/>
                </a:lnTo>
                <a:cubicBezTo>
                  <a:pt x="6074929" y="1026317"/>
                  <a:pt x="6075314" y="1026700"/>
                  <a:pt x="6075314" y="1026700"/>
                </a:cubicBezTo>
                <a:lnTo>
                  <a:pt x="6080309" y="1035386"/>
                </a:lnTo>
                <a:cubicBezTo>
                  <a:pt x="6080463" y="1035616"/>
                  <a:pt x="6080309" y="1036077"/>
                  <a:pt x="6080309" y="1036077"/>
                </a:cubicBezTo>
                <a:lnTo>
                  <a:pt x="6075314" y="1044761"/>
                </a:lnTo>
                <a:cubicBezTo>
                  <a:pt x="6075158" y="1044993"/>
                  <a:pt x="6074699" y="1045146"/>
                  <a:pt x="6074699" y="1045146"/>
                </a:cubicBezTo>
                <a:lnTo>
                  <a:pt x="6064707" y="1045146"/>
                </a:lnTo>
                <a:cubicBezTo>
                  <a:pt x="6064478" y="1045146"/>
                  <a:pt x="6064092" y="1044761"/>
                  <a:pt x="6064092" y="1044761"/>
                </a:cubicBezTo>
                <a:lnTo>
                  <a:pt x="6059097" y="1036077"/>
                </a:lnTo>
                <a:cubicBezTo>
                  <a:pt x="6058943" y="1035848"/>
                  <a:pt x="6059097" y="1035386"/>
                  <a:pt x="6059097" y="1035386"/>
                </a:cubicBezTo>
                <a:lnTo>
                  <a:pt x="6064092" y="1026700"/>
                </a:lnTo>
                <a:cubicBezTo>
                  <a:pt x="6064246" y="1026471"/>
                  <a:pt x="6064707" y="1026317"/>
                  <a:pt x="6064707" y="1026317"/>
                </a:cubicBezTo>
                <a:close/>
                <a:moveTo>
                  <a:pt x="2130907" y="1026087"/>
                </a:moveTo>
                <a:lnTo>
                  <a:pt x="2141205" y="1026087"/>
                </a:lnTo>
                <a:cubicBezTo>
                  <a:pt x="2141436" y="1026087"/>
                  <a:pt x="2141820" y="1026471"/>
                  <a:pt x="2141820" y="1026471"/>
                </a:cubicBezTo>
                <a:lnTo>
                  <a:pt x="2146971" y="1035386"/>
                </a:lnTo>
                <a:cubicBezTo>
                  <a:pt x="2147124" y="1035540"/>
                  <a:pt x="2146971" y="1036079"/>
                  <a:pt x="2146971" y="1036079"/>
                </a:cubicBezTo>
                <a:lnTo>
                  <a:pt x="2141820" y="1044993"/>
                </a:lnTo>
                <a:cubicBezTo>
                  <a:pt x="2141666" y="1045224"/>
                  <a:pt x="2141205" y="1045378"/>
                  <a:pt x="2141205" y="1045378"/>
                </a:cubicBezTo>
                <a:lnTo>
                  <a:pt x="2130907" y="1045378"/>
                </a:lnTo>
                <a:cubicBezTo>
                  <a:pt x="2130677" y="1045378"/>
                  <a:pt x="2130292" y="1044993"/>
                  <a:pt x="2130292" y="1044993"/>
                </a:cubicBezTo>
                <a:lnTo>
                  <a:pt x="2125143" y="1036079"/>
                </a:lnTo>
                <a:cubicBezTo>
                  <a:pt x="2124989" y="1035925"/>
                  <a:pt x="2125143" y="1035386"/>
                  <a:pt x="2125143" y="1035386"/>
                </a:cubicBezTo>
                <a:lnTo>
                  <a:pt x="2130292" y="1026471"/>
                </a:lnTo>
                <a:cubicBezTo>
                  <a:pt x="2130446" y="1026241"/>
                  <a:pt x="2130907" y="1026087"/>
                  <a:pt x="2130907" y="1026087"/>
                </a:cubicBezTo>
                <a:close/>
                <a:moveTo>
                  <a:pt x="5424048" y="1025780"/>
                </a:moveTo>
                <a:lnTo>
                  <a:pt x="5434656" y="1025780"/>
                </a:lnTo>
                <a:cubicBezTo>
                  <a:pt x="5434885" y="1025780"/>
                  <a:pt x="5435269" y="1026163"/>
                  <a:pt x="5435269" y="1026163"/>
                </a:cubicBezTo>
                <a:lnTo>
                  <a:pt x="5440573" y="1035386"/>
                </a:lnTo>
                <a:cubicBezTo>
                  <a:pt x="5440727" y="1035618"/>
                  <a:pt x="5440573" y="1036155"/>
                  <a:pt x="5440573" y="1036155"/>
                </a:cubicBezTo>
                <a:lnTo>
                  <a:pt x="5435269" y="1045378"/>
                </a:lnTo>
                <a:cubicBezTo>
                  <a:pt x="5435193" y="1045608"/>
                  <a:pt x="5434656" y="1045762"/>
                  <a:pt x="5434656" y="1045762"/>
                </a:cubicBezTo>
                <a:lnTo>
                  <a:pt x="5424048" y="1045762"/>
                </a:lnTo>
                <a:cubicBezTo>
                  <a:pt x="5423819" y="1045762"/>
                  <a:pt x="5423433" y="1045378"/>
                  <a:pt x="5423433" y="1045378"/>
                </a:cubicBezTo>
                <a:lnTo>
                  <a:pt x="5418131" y="1036155"/>
                </a:lnTo>
                <a:cubicBezTo>
                  <a:pt x="5417977" y="1035925"/>
                  <a:pt x="5418131" y="1035386"/>
                  <a:pt x="5418131" y="1035386"/>
                </a:cubicBezTo>
                <a:lnTo>
                  <a:pt x="5423433" y="1026163"/>
                </a:lnTo>
                <a:cubicBezTo>
                  <a:pt x="5423511" y="1025933"/>
                  <a:pt x="5424048" y="1025780"/>
                  <a:pt x="5424048" y="1025780"/>
                </a:cubicBezTo>
                <a:close/>
                <a:moveTo>
                  <a:pt x="5972483" y="1024933"/>
                </a:moveTo>
                <a:lnTo>
                  <a:pt x="5984011" y="1024933"/>
                </a:lnTo>
                <a:cubicBezTo>
                  <a:pt x="5984320" y="1024933"/>
                  <a:pt x="5984703" y="1025316"/>
                  <a:pt x="5984703" y="1025316"/>
                </a:cubicBezTo>
                <a:lnTo>
                  <a:pt x="5990467" y="1035308"/>
                </a:lnTo>
                <a:cubicBezTo>
                  <a:pt x="5990621" y="1035616"/>
                  <a:pt x="5990467" y="1036153"/>
                  <a:pt x="5990467" y="1036153"/>
                </a:cubicBezTo>
                <a:lnTo>
                  <a:pt x="5984703" y="1046145"/>
                </a:lnTo>
                <a:cubicBezTo>
                  <a:pt x="5984549" y="1046375"/>
                  <a:pt x="5984011" y="1046529"/>
                  <a:pt x="5984011" y="1046529"/>
                </a:cubicBezTo>
                <a:lnTo>
                  <a:pt x="5972483" y="1046529"/>
                </a:lnTo>
                <a:cubicBezTo>
                  <a:pt x="5972175" y="1046529"/>
                  <a:pt x="5971791" y="1046145"/>
                  <a:pt x="5971791" y="1046145"/>
                </a:cubicBezTo>
                <a:lnTo>
                  <a:pt x="5966027" y="1036153"/>
                </a:lnTo>
                <a:cubicBezTo>
                  <a:pt x="5965874" y="1035846"/>
                  <a:pt x="5966027" y="1035308"/>
                  <a:pt x="5966027" y="1035308"/>
                </a:cubicBezTo>
                <a:lnTo>
                  <a:pt x="5971791" y="1025316"/>
                </a:lnTo>
                <a:cubicBezTo>
                  <a:pt x="5971946" y="1025087"/>
                  <a:pt x="5972483" y="1024933"/>
                  <a:pt x="5972483" y="1024933"/>
                </a:cubicBezTo>
                <a:close/>
                <a:moveTo>
                  <a:pt x="5880796" y="1024549"/>
                </a:moveTo>
                <a:lnTo>
                  <a:pt x="5892706" y="1024549"/>
                </a:lnTo>
                <a:cubicBezTo>
                  <a:pt x="5892938" y="1024549"/>
                  <a:pt x="5893399" y="1024933"/>
                  <a:pt x="5893399" y="1024933"/>
                </a:cubicBezTo>
                <a:lnTo>
                  <a:pt x="5899393" y="1035308"/>
                </a:lnTo>
                <a:cubicBezTo>
                  <a:pt x="5899547" y="1035540"/>
                  <a:pt x="5899393" y="1036155"/>
                  <a:pt x="5899393" y="1036155"/>
                </a:cubicBezTo>
                <a:lnTo>
                  <a:pt x="5893399" y="1046531"/>
                </a:lnTo>
                <a:cubicBezTo>
                  <a:pt x="5893246" y="1046760"/>
                  <a:pt x="5892706" y="1046914"/>
                  <a:pt x="5892706" y="1046914"/>
                </a:cubicBezTo>
                <a:lnTo>
                  <a:pt x="5880796" y="1046914"/>
                </a:lnTo>
                <a:cubicBezTo>
                  <a:pt x="5880566" y="1046914"/>
                  <a:pt x="5880102" y="1046531"/>
                  <a:pt x="5880102" y="1046531"/>
                </a:cubicBezTo>
                <a:lnTo>
                  <a:pt x="5874109" y="1036155"/>
                </a:lnTo>
                <a:cubicBezTo>
                  <a:pt x="5873955" y="1035923"/>
                  <a:pt x="5874109" y="1035308"/>
                  <a:pt x="5874109" y="1035308"/>
                </a:cubicBezTo>
                <a:lnTo>
                  <a:pt x="5880102" y="1024933"/>
                </a:lnTo>
                <a:cubicBezTo>
                  <a:pt x="5880256" y="1024703"/>
                  <a:pt x="5880796" y="1024549"/>
                  <a:pt x="5880796" y="1024549"/>
                </a:cubicBezTo>
                <a:close/>
                <a:moveTo>
                  <a:pt x="2495735" y="1023934"/>
                </a:moveTo>
                <a:lnTo>
                  <a:pt x="2508263" y="1023934"/>
                </a:lnTo>
                <a:cubicBezTo>
                  <a:pt x="2508571" y="1023934"/>
                  <a:pt x="2509030" y="1024396"/>
                  <a:pt x="2509030" y="1024396"/>
                </a:cubicBezTo>
                <a:lnTo>
                  <a:pt x="2515333" y="1035232"/>
                </a:lnTo>
                <a:cubicBezTo>
                  <a:pt x="2515487" y="1035540"/>
                  <a:pt x="2515333" y="1036155"/>
                  <a:pt x="2515333" y="1036155"/>
                </a:cubicBezTo>
                <a:lnTo>
                  <a:pt x="2509030" y="1046990"/>
                </a:lnTo>
                <a:cubicBezTo>
                  <a:pt x="2508878" y="1047298"/>
                  <a:pt x="2508263" y="1047451"/>
                  <a:pt x="2508263" y="1047451"/>
                </a:cubicBezTo>
                <a:lnTo>
                  <a:pt x="2495735" y="1047451"/>
                </a:lnTo>
                <a:cubicBezTo>
                  <a:pt x="2495427" y="1047451"/>
                  <a:pt x="2494968" y="1046990"/>
                  <a:pt x="2494968" y="1046990"/>
                </a:cubicBezTo>
                <a:lnTo>
                  <a:pt x="2488665" y="1036155"/>
                </a:lnTo>
                <a:cubicBezTo>
                  <a:pt x="2488511" y="1035848"/>
                  <a:pt x="2488665" y="1035232"/>
                  <a:pt x="2488665" y="1035232"/>
                </a:cubicBezTo>
                <a:lnTo>
                  <a:pt x="2494968" y="1024396"/>
                </a:lnTo>
                <a:cubicBezTo>
                  <a:pt x="2495120" y="1024088"/>
                  <a:pt x="2495735" y="1023934"/>
                  <a:pt x="2495735" y="1023934"/>
                </a:cubicBezTo>
                <a:close/>
                <a:moveTo>
                  <a:pt x="4050657" y="1023551"/>
                </a:moveTo>
                <a:lnTo>
                  <a:pt x="4063645" y="1023551"/>
                </a:lnTo>
                <a:cubicBezTo>
                  <a:pt x="4063952" y="1023551"/>
                  <a:pt x="4064414" y="1024012"/>
                  <a:pt x="4064414" y="1024012"/>
                </a:cubicBezTo>
                <a:lnTo>
                  <a:pt x="4070869" y="1035232"/>
                </a:lnTo>
                <a:cubicBezTo>
                  <a:pt x="4071023" y="1035540"/>
                  <a:pt x="4070869" y="1036155"/>
                  <a:pt x="4070869" y="1036155"/>
                </a:cubicBezTo>
                <a:lnTo>
                  <a:pt x="4064336" y="1047375"/>
                </a:lnTo>
                <a:cubicBezTo>
                  <a:pt x="4064184" y="1047683"/>
                  <a:pt x="4063569" y="1047837"/>
                  <a:pt x="4063569" y="1047837"/>
                </a:cubicBezTo>
                <a:lnTo>
                  <a:pt x="4050579" y="1047837"/>
                </a:lnTo>
                <a:cubicBezTo>
                  <a:pt x="4050272" y="1047837"/>
                  <a:pt x="4049812" y="1047375"/>
                  <a:pt x="4049812" y="1047375"/>
                </a:cubicBezTo>
                <a:lnTo>
                  <a:pt x="4043355" y="1036155"/>
                </a:lnTo>
                <a:cubicBezTo>
                  <a:pt x="4043202" y="1035848"/>
                  <a:pt x="4043355" y="1035232"/>
                  <a:pt x="4043355" y="1035232"/>
                </a:cubicBezTo>
                <a:lnTo>
                  <a:pt x="4049888" y="1024012"/>
                </a:lnTo>
                <a:cubicBezTo>
                  <a:pt x="4050042" y="1023705"/>
                  <a:pt x="4050657" y="1023551"/>
                  <a:pt x="4050657" y="1023551"/>
                </a:cubicBezTo>
                <a:close/>
                <a:moveTo>
                  <a:pt x="2403894" y="1023397"/>
                </a:moveTo>
                <a:lnTo>
                  <a:pt x="2417035" y="1023397"/>
                </a:lnTo>
                <a:cubicBezTo>
                  <a:pt x="2417343" y="1023397"/>
                  <a:pt x="2417804" y="1023858"/>
                  <a:pt x="2417804" y="1023858"/>
                </a:cubicBezTo>
                <a:lnTo>
                  <a:pt x="2424337" y="1035232"/>
                </a:lnTo>
                <a:cubicBezTo>
                  <a:pt x="2424491" y="1035540"/>
                  <a:pt x="2424337" y="1036155"/>
                  <a:pt x="2424337" y="1036155"/>
                </a:cubicBezTo>
                <a:lnTo>
                  <a:pt x="2417728" y="1047529"/>
                </a:lnTo>
                <a:cubicBezTo>
                  <a:pt x="2417575" y="1047837"/>
                  <a:pt x="2416959" y="1047990"/>
                  <a:pt x="2416959" y="1047990"/>
                </a:cubicBezTo>
                <a:lnTo>
                  <a:pt x="2403818" y="1047990"/>
                </a:lnTo>
                <a:cubicBezTo>
                  <a:pt x="2403510" y="1047990"/>
                  <a:pt x="2403049" y="1047529"/>
                  <a:pt x="2403049" y="1047529"/>
                </a:cubicBezTo>
                <a:lnTo>
                  <a:pt x="2396516" y="1036155"/>
                </a:lnTo>
                <a:cubicBezTo>
                  <a:pt x="2396362" y="1035848"/>
                  <a:pt x="2396516" y="1035232"/>
                  <a:pt x="2396516" y="1035232"/>
                </a:cubicBezTo>
                <a:lnTo>
                  <a:pt x="2403125" y="1023858"/>
                </a:lnTo>
                <a:cubicBezTo>
                  <a:pt x="2403279" y="1023551"/>
                  <a:pt x="2403894" y="1023397"/>
                  <a:pt x="2403894" y="1023397"/>
                </a:cubicBezTo>
                <a:close/>
                <a:moveTo>
                  <a:pt x="5512047" y="1019247"/>
                </a:moveTo>
                <a:lnTo>
                  <a:pt x="5529646" y="1019247"/>
                </a:lnTo>
                <a:cubicBezTo>
                  <a:pt x="5530108" y="1019247"/>
                  <a:pt x="5530723" y="1019862"/>
                  <a:pt x="5530723" y="1019862"/>
                </a:cubicBezTo>
                <a:lnTo>
                  <a:pt x="5539560" y="1035156"/>
                </a:lnTo>
                <a:cubicBezTo>
                  <a:pt x="5539790" y="1035540"/>
                  <a:pt x="5539560" y="1036385"/>
                  <a:pt x="5539560" y="1036385"/>
                </a:cubicBezTo>
                <a:lnTo>
                  <a:pt x="5530723" y="1051679"/>
                </a:lnTo>
                <a:cubicBezTo>
                  <a:pt x="5530492" y="1052063"/>
                  <a:pt x="5530108" y="1052294"/>
                  <a:pt x="5529646" y="1052294"/>
                </a:cubicBezTo>
                <a:lnTo>
                  <a:pt x="5512047" y="1052294"/>
                </a:lnTo>
                <a:cubicBezTo>
                  <a:pt x="5511586" y="1052294"/>
                  <a:pt x="5510970" y="1051679"/>
                  <a:pt x="5510970" y="1051679"/>
                </a:cubicBezTo>
                <a:lnTo>
                  <a:pt x="5502133" y="1036385"/>
                </a:lnTo>
                <a:cubicBezTo>
                  <a:pt x="5501901" y="1036001"/>
                  <a:pt x="5502133" y="1035156"/>
                  <a:pt x="5502133" y="1035156"/>
                </a:cubicBezTo>
                <a:lnTo>
                  <a:pt x="5510970" y="1019862"/>
                </a:lnTo>
                <a:cubicBezTo>
                  <a:pt x="5511203" y="1019477"/>
                  <a:pt x="5511586" y="1019247"/>
                  <a:pt x="5512047" y="1019247"/>
                </a:cubicBezTo>
                <a:close/>
                <a:moveTo>
                  <a:pt x="5694730" y="1018632"/>
                </a:moveTo>
                <a:lnTo>
                  <a:pt x="5712945" y="1018632"/>
                </a:lnTo>
                <a:cubicBezTo>
                  <a:pt x="5713330" y="1018632"/>
                  <a:pt x="5713790" y="1018861"/>
                  <a:pt x="5714022" y="1019247"/>
                </a:cubicBezTo>
                <a:lnTo>
                  <a:pt x="5723091" y="1035003"/>
                </a:lnTo>
                <a:cubicBezTo>
                  <a:pt x="5723320" y="1035386"/>
                  <a:pt x="5723320" y="1035923"/>
                  <a:pt x="5723091" y="1036309"/>
                </a:cubicBezTo>
                <a:lnTo>
                  <a:pt x="5713944" y="1052063"/>
                </a:lnTo>
                <a:cubicBezTo>
                  <a:pt x="5713714" y="1052448"/>
                  <a:pt x="5713330" y="1052678"/>
                  <a:pt x="5712869" y="1052678"/>
                </a:cubicBezTo>
                <a:lnTo>
                  <a:pt x="5694653" y="1052678"/>
                </a:lnTo>
                <a:cubicBezTo>
                  <a:pt x="5694270" y="1052678"/>
                  <a:pt x="5693808" y="1052448"/>
                  <a:pt x="5693578" y="1052063"/>
                </a:cubicBezTo>
                <a:lnTo>
                  <a:pt x="5684509" y="1036309"/>
                </a:lnTo>
                <a:cubicBezTo>
                  <a:pt x="5684279" y="1035923"/>
                  <a:pt x="5684279" y="1035386"/>
                  <a:pt x="5684509" y="1035003"/>
                </a:cubicBezTo>
                <a:lnTo>
                  <a:pt x="5693654" y="1019247"/>
                </a:lnTo>
                <a:cubicBezTo>
                  <a:pt x="5693886" y="1018861"/>
                  <a:pt x="5694270" y="1018632"/>
                  <a:pt x="5694730" y="1018632"/>
                </a:cubicBezTo>
                <a:close/>
                <a:moveTo>
                  <a:pt x="1850233" y="1014482"/>
                </a:moveTo>
                <a:lnTo>
                  <a:pt x="1872905" y="1014482"/>
                </a:lnTo>
                <a:cubicBezTo>
                  <a:pt x="1873445" y="1014482"/>
                  <a:pt x="1873982" y="1014789"/>
                  <a:pt x="1874289" y="1015250"/>
                </a:cubicBezTo>
                <a:lnTo>
                  <a:pt x="1885663" y="1034925"/>
                </a:lnTo>
                <a:cubicBezTo>
                  <a:pt x="1885971" y="1035462"/>
                  <a:pt x="1885971" y="1036077"/>
                  <a:pt x="1885663" y="1036539"/>
                </a:cubicBezTo>
                <a:lnTo>
                  <a:pt x="1874289" y="1056213"/>
                </a:lnTo>
                <a:cubicBezTo>
                  <a:pt x="1873982" y="1056674"/>
                  <a:pt x="1873445" y="1056982"/>
                  <a:pt x="1872905" y="1056982"/>
                </a:cubicBezTo>
                <a:lnTo>
                  <a:pt x="1850233" y="1056982"/>
                </a:lnTo>
                <a:cubicBezTo>
                  <a:pt x="1849696" y="1056982"/>
                  <a:pt x="1849159" y="1056674"/>
                  <a:pt x="1848851" y="1056213"/>
                </a:cubicBezTo>
                <a:lnTo>
                  <a:pt x="1837475" y="1036539"/>
                </a:lnTo>
                <a:cubicBezTo>
                  <a:pt x="1837170" y="1036001"/>
                  <a:pt x="1837170" y="1035386"/>
                  <a:pt x="1837475" y="1034925"/>
                </a:cubicBezTo>
                <a:lnTo>
                  <a:pt x="1848851" y="1015250"/>
                </a:lnTo>
                <a:cubicBezTo>
                  <a:pt x="1849159" y="1014789"/>
                  <a:pt x="1849696" y="1014482"/>
                  <a:pt x="1850233" y="1014482"/>
                </a:cubicBezTo>
                <a:close/>
                <a:moveTo>
                  <a:pt x="4136889" y="1013789"/>
                </a:moveTo>
                <a:lnTo>
                  <a:pt x="4160329" y="1013789"/>
                </a:lnTo>
                <a:cubicBezTo>
                  <a:pt x="4160944" y="1013789"/>
                  <a:pt x="4161481" y="1014096"/>
                  <a:pt x="4161789" y="1014633"/>
                </a:cubicBezTo>
                <a:lnTo>
                  <a:pt x="4173471" y="1034923"/>
                </a:lnTo>
                <a:cubicBezTo>
                  <a:pt x="4173778" y="1035462"/>
                  <a:pt x="4173778" y="1036077"/>
                  <a:pt x="4173471" y="1036615"/>
                </a:cubicBezTo>
                <a:lnTo>
                  <a:pt x="4161714" y="1056904"/>
                </a:lnTo>
                <a:cubicBezTo>
                  <a:pt x="4161405" y="1057441"/>
                  <a:pt x="4160866" y="1057749"/>
                  <a:pt x="4160251" y="1057749"/>
                </a:cubicBezTo>
                <a:lnTo>
                  <a:pt x="4136812" y="1057749"/>
                </a:lnTo>
                <a:cubicBezTo>
                  <a:pt x="4136197" y="1057749"/>
                  <a:pt x="4135658" y="1057441"/>
                  <a:pt x="4135352" y="1056904"/>
                </a:cubicBezTo>
                <a:lnTo>
                  <a:pt x="4123669" y="1036615"/>
                </a:lnTo>
                <a:cubicBezTo>
                  <a:pt x="4123363" y="1036077"/>
                  <a:pt x="4123363" y="1035462"/>
                  <a:pt x="4123669" y="1034923"/>
                </a:cubicBezTo>
                <a:lnTo>
                  <a:pt x="4135428" y="1014633"/>
                </a:lnTo>
                <a:cubicBezTo>
                  <a:pt x="4135736" y="1014096"/>
                  <a:pt x="4136274" y="1013789"/>
                  <a:pt x="4136889" y="1013789"/>
                </a:cubicBezTo>
                <a:close/>
                <a:moveTo>
                  <a:pt x="3952974" y="1011945"/>
                </a:moveTo>
                <a:lnTo>
                  <a:pt x="3978337" y="1011945"/>
                </a:lnTo>
                <a:cubicBezTo>
                  <a:pt x="3978952" y="1011945"/>
                  <a:pt x="3979567" y="1012329"/>
                  <a:pt x="3979874" y="1012868"/>
                </a:cubicBezTo>
                <a:lnTo>
                  <a:pt x="3992555" y="1034847"/>
                </a:lnTo>
                <a:cubicBezTo>
                  <a:pt x="3992863" y="1035386"/>
                  <a:pt x="3992863" y="1036077"/>
                  <a:pt x="3992555" y="1036615"/>
                </a:cubicBezTo>
                <a:lnTo>
                  <a:pt x="3979874" y="1058596"/>
                </a:lnTo>
                <a:cubicBezTo>
                  <a:pt x="3979567" y="1059133"/>
                  <a:pt x="3978952" y="1059518"/>
                  <a:pt x="3978337" y="1059518"/>
                </a:cubicBezTo>
                <a:lnTo>
                  <a:pt x="3952974" y="1059518"/>
                </a:lnTo>
                <a:cubicBezTo>
                  <a:pt x="3952361" y="1059518"/>
                  <a:pt x="3951746" y="1059133"/>
                  <a:pt x="3951438" y="1058596"/>
                </a:cubicBezTo>
                <a:lnTo>
                  <a:pt x="3938756" y="1036615"/>
                </a:lnTo>
                <a:cubicBezTo>
                  <a:pt x="3938451" y="1036077"/>
                  <a:pt x="3938451" y="1035386"/>
                  <a:pt x="3938756" y="1034847"/>
                </a:cubicBezTo>
                <a:lnTo>
                  <a:pt x="3951438" y="1012868"/>
                </a:lnTo>
                <a:cubicBezTo>
                  <a:pt x="3951746" y="1012329"/>
                  <a:pt x="3952361" y="1011945"/>
                  <a:pt x="3952974" y="1011945"/>
                </a:cubicBezTo>
                <a:close/>
                <a:moveTo>
                  <a:pt x="3857830" y="1005105"/>
                </a:moveTo>
                <a:lnTo>
                  <a:pt x="3890570" y="1005105"/>
                </a:lnTo>
                <a:cubicBezTo>
                  <a:pt x="3891415" y="1005105"/>
                  <a:pt x="3892184" y="1005566"/>
                  <a:pt x="3892567" y="1006257"/>
                </a:cubicBezTo>
                <a:lnTo>
                  <a:pt x="3908938" y="1034617"/>
                </a:lnTo>
                <a:cubicBezTo>
                  <a:pt x="3909322" y="1035308"/>
                  <a:pt x="3909322" y="1036231"/>
                  <a:pt x="3908938" y="1036922"/>
                </a:cubicBezTo>
                <a:lnTo>
                  <a:pt x="3892567" y="1065282"/>
                </a:lnTo>
                <a:cubicBezTo>
                  <a:pt x="3892184" y="1065973"/>
                  <a:pt x="3891415" y="1066435"/>
                  <a:pt x="3890570" y="1066435"/>
                </a:cubicBezTo>
                <a:lnTo>
                  <a:pt x="3857830" y="1066435"/>
                </a:lnTo>
                <a:cubicBezTo>
                  <a:pt x="3856985" y="1066435"/>
                  <a:pt x="3856217" y="1065973"/>
                  <a:pt x="3855831" y="1065282"/>
                </a:cubicBezTo>
                <a:lnTo>
                  <a:pt x="3839462" y="1036922"/>
                </a:lnTo>
                <a:cubicBezTo>
                  <a:pt x="3839076" y="1036231"/>
                  <a:pt x="3839076" y="1035308"/>
                  <a:pt x="3839462" y="1034617"/>
                </a:cubicBezTo>
                <a:lnTo>
                  <a:pt x="3855831" y="1006257"/>
                </a:lnTo>
                <a:cubicBezTo>
                  <a:pt x="3856217" y="1005566"/>
                  <a:pt x="3856985" y="1005105"/>
                  <a:pt x="3857830" y="1005105"/>
                </a:cubicBezTo>
                <a:close/>
                <a:moveTo>
                  <a:pt x="2407736" y="951230"/>
                </a:moveTo>
                <a:lnTo>
                  <a:pt x="2413271" y="951230"/>
                </a:lnTo>
                <a:cubicBezTo>
                  <a:pt x="2413347" y="951230"/>
                  <a:pt x="2413578" y="951460"/>
                  <a:pt x="2413578" y="951460"/>
                </a:cubicBezTo>
                <a:lnTo>
                  <a:pt x="2416344" y="956225"/>
                </a:lnTo>
                <a:cubicBezTo>
                  <a:pt x="2416344" y="956303"/>
                  <a:pt x="2416344" y="956611"/>
                  <a:pt x="2416344" y="956611"/>
                </a:cubicBezTo>
                <a:lnTo>
                  <a:pt x="2413578" y="961374"/>
                </a:lnTo>
                <a:cubicBezTo>
                  <a:pt x="2413500" y="961606"/>
                  <a:pt x="2413271" y="961606"/>
                  <a:pt x="2413271" y="961606"/>
                </a:cubicBezTo>
                <a:lnTo>
                  <a:pt x="2407736" y="961606"/>
                </a:lnTo>
                <a:cubicBezTo>
                  <a:pt x="2407660" y="961606"/>
                  <a:pt x="2407429" y="961374"/>
                  <a:pt x="2407429" y="961374"/>
                </a:cubicBezTo>
                <a:lnTo>
                  <a:pt x="2404662" y="956611"/>
                </a:lnTo>
                <a:cubicBezTo>
                  <a:pt x="2404662" y="956533"/>
                  <a:pt x="2404662" y="956225"/>
                  <a:pt x="2404662" y="956225"/>
                </a:cubicBezTo>
                <a:lnTo>
                  <a:pt x="2407429" y="951460"/>
                </a:lnTo>
                <a:cubicBezTo>
                  <a:pt x="2407506" y="951230"/>
                  <a:pt x="2407736" y="951230"/>
                  <a:pt x="2407736" y="951230"/>
                </a:cubicBezTo>
                <a:close/>
                <a:moveTo>
                  <a:pt x="5792028" y="950308"/>
                </a:moveTo>
                <a:lnTo>
                  <a:pt x="5798561" y="950308"/>
                </a:lnTo>
                <a:cubicBezTo>
                  <a:pt x="5798714" y="950308"/>
                  <a:pt x="5798944" y="950537"/>
                  <a:pt x="5798944" y="950537"/>
                </a:cubicBezTo>
                <a:lnTo>
                  <a:pt x="5802249" y="956225"/>
                </a:lnTo>
                <a:cubicBezTo>
                  <a:pt x="5802325" y="956379"/>
                  <a:pt x="5802249" y="956687"/>
                  <a:pt x="5802249" y="956687"/>
                </a:cubicBezTo>
                <a:lnTo>
                  <a:pt x="5798944" y="962373"/>
                </a:lnTo>
                <a:cubicBezTo>
                  <a:pt x="5798868" y="962528"/>
                  <a:pt x="5798561" y="962604"/>
                  <a:pt x="5798561" y="962604"/>
                </a:cubicBezTo>
                <a:lnTo>
                  <a:pt x="5792028" y="962604"/>
                </a:lnTo>
                <a:cubicBezTo>
                  <a:pt x="5791874" y="962604"/>
                  <a:pt x="5791642" y="962373"/>
                  <a:pt x="5791642" y="962373"/>
                </a:cubicBezTo>
                <a:lnTo>
                  <a:pt x="5788339" y="956687"/>
                </a:lnTo>
                <a:cubicBezTo>
                  <a:pt x="5788261" y="956533"/>
                  <a:pt x="5788339" y="956225"/>
                  <a:pt x="5788339" y="956225"/>
                </a:cubicBezTo>
                <a:lnTo>
                  <a:pt x="5791642" y="950537"/>
                </a:lnTo>
                <a:cubicBezTo>
                  <a:pt x="5791720" y="950384"/>
                  <a:pt x="5792028" y="950308"/>
                  <a:pt x="5792028" y="950308"/>
                </a:cubicBezTo>
                <a:close/>
                <a:moveTo>
                  <a:pt x="4510939" y="949617"/>
                </a:moveTo>
                <a:lnTo>
                  <a:pt x="4518241" y="949617"/>
                </a:lnTo>
                <a:cubicBezTo>
                  <a:pt x="4518470" y="949617"/>
                  <a:pt x="4518702" y="949846"/>
                  <a:pt x="4518702" y="949846"/>
                </a:cubicBezTo>
                <a:lnTo>
                  <a:pt x="4522391" y="956149"/>
                </a:lnTo>
                <a:cubicBezTo>
                  <a:pt x="4522467" y="956303"/>
                  <a:pt x="4522391" y="956687"/>
                  <a:pt x="4522391" y="956687"/>
                </a:cubicBezTo>
                <a:lnTo>
                  <a:pt x="4518702" y="962990"/>
                </a:lnTo>
                <a:cubicBezTo>
                  <a:pt x="4518624" y="963144"/>
                  <a:pt x="4518241" y="963220"/>
                  <a:pt x="4518241" y="963220"/>
                </a:cubicBezTo>
                <a:lnTo>
                  <a:pt x="4510939" y="963220"/>
                </a:lnTo>
                <a:cubicBezTo>
                  <a:pt x="4510707" y="963220"/>
                  <a:pt x="4510477" y="962990"/>
                  <a:pt x="4510477" y="962990"/>
                </a:cubicBezTo>
                <a:lnTo>
                  <a:pt x="4506789" y="956687"/>
                </a:lnTo>
                <a:cubicBezTo>
                  <a:pt x="4506713" y="956533"/>
                  <a:pt x="4506789" y="956149"/>
                  <a:pt x="4506789" y="956149"/>
                </a:cubicBezTo>
                <a:lnTo>
                  <a:pt x="4510477" y="949846"/>
                </a:lnTo>
                <a:cubicBezTo>
                  <a:pt x="4510555" y="949694"/>
                  <a:pt x="4510939" y="949617"/>
                  <a:pt x="4510939" y="949617"/>
                </a:cubicBezTo>
                <a:close/>
                <a:moveTo>
                  <a:pt x="2315358" y="949617"/>
                </a:moveTo>
                <a:lnTo>
                  <a:pt x="2322660" y="949617"/>
                </a:lnTo>
                <a:cubicBezTo>
                  <a:pt x="2322890" y="949617"/>
                  <a:pt x="2323121" y="949846"/>
                  <a:pt x="2323121" y="949846"/>
                </a:cubicBezTo>
                <a:lnTo>
                  <a:pt x="2326810" y="956149"/>
                </a:lnTo>
                <a:cubicBezTo>
                  <a:pt x="2326886" y="956303"/>
                  <a:pt x="2326810" y="956687"/>
                  <a:pt x="2326810" y="956687"/>
                </a:cubicBezTo>
                <a:lnTo>
                  <a:pt x="2323121" y="962990"/>
                </a:lnTo>
                <a:cubicBezTo>
                  <a:pt x="2323043" y="963144"/>
                  <a:pt x="2322660" y="963220"/>
                  <a:pt x="2322660" y="963220"/>
                </a:cubicBezTo>
                <a:lnTo>
                  <a:pt x="2315358" y="963220"/>
                </a:lnTo>
                <a:cubicBezTo>
                  <a:pt x="2315128" y="963220"/>
                  <a:pt x="2314897" y="962990"/>
                  <a:pt x="2314897" y="962990"/>
                </a:cubicBezTo>
                <a:lnTo>
                  <a:pt x="2311208" y="956687"/>
                </a:lnTo>
                <a:cubicBezTo>
                  <a:pt x="2311130" y="956533"/>
                  <a:pt x="2311208" y="956149"/>
                  <a:pt x="2311208" y="956149"/>
                </a:cubicBezTo>
                <a:lnTo>
                  <a:pt x="2314897" y="949846"/>
                </a:lnTo>
                <a:cubicBezTo>
                  <a:pt x="2314975" y="949694"/>
                  <a:pt x="2315358" y="949617"/>
                  <a:pt x="2315358" y="949617"/>
                </a:cubicBezTo>
                <a:close/>
                <a:moveTo>
                  <a:pt x="5608422" y="949155"/>
                </a:moveTo>
                <a:lnTo>
                  <a:pt x="5616185" y="949155"/>
                </a:lnTo>
                <a:cubicBezTo>
                  <a:pt x="5616338" y="949155"/>
                  <a:pt x="5616644" y="949463"/>
                  <a:pt x="5616644" y="949463"/>
                </a:cubicBezTo>
                <a:lnTo>
                  <a:pt x="5620489" y="956225"/>
                </a:lnTo>
                <a:cubicBezTo>
                  <a:pt x="5620565" y="956379"/>
                  <a:pt x="5620489" y="956765"/>
                  <a:pt x="5620489" y="956765"/>
                </a:cubicBezTo>
                <a:lnTo>
                  <a:pt x="5616569" y="963527"/>
                </a:lnTo>
                <a:cubicBezTo>
                  <a:pt x="5616492" y="963759"/>
                  <a:pt x="5616107" y="963835"/>
                  <a:pt x="5616107" y="963835"/>
                </a:cubicBezTo>
                <a:lnTo>
                  <a:pt x="5608346" y="963835"/>
                </a:lnTo>
                <a:cubicBezTo>
                  <a:pt x="5608192" y="963835"/>
                  <a:pt x="5607884" y="963527"/>
                  <a:pt x="5607884" y="963527"/>
                </a:cubicBezTo>
                <a:lnTo>
                  <a:pt x="5604042" y="956765"/>
                </a:lnTo>
                <a:cubicBezTo>
                  <a:pt x="5603964" y="956611"/>
                  <a:pt x="5604042" y="956225"/>
                  <a:pt x="5604042" y="956225"/>
                </a:cubicBezTo>
                <a:lnTo>
                  <a:pt x="5607960" y="949463"/>
                </a:lnTo>
                <a:cubicBezTo>
                  <a:pt x="5608038" y="949233"/>
                  <a:pt x="5608422" y="949155"/>
                  <a:pt x="5608422" y="949155"/>
                </a:cubicBezTo>
                <a:close/>
                <a:moveTo>
                  <a:pt x="2040602" y="949001"/>
                </a:moveTo>
                <a:lnTo>
                  <a:pt x="2048517" y="949001"/>
                </a:lnTo>
                <a:cubicBezTo>
                  <a:pt x="2048671" y="949001"/>
                  <a:pt x="2048978" y="949309"/>
                  <a:pt x="2048978" y="949309"/>
                </a:cubicBezTo>
                <a:lnTo>
                  <a:pt x="2052899" y="956149"/>
                </a:lnTo>
                <a:cubicBezTo>
                  <a:pt x="2052975" y="956303"/>
                  <a:pt x="2052899" y="956687"/>
                  <a:pt x="2052899" y="956687"/>
                </a:cubicBezTo>
                <a:lnTo>
                  <a:pt x="2048902" y="963527"/>
                </a:lnTo>
                <a:cubicBezTo>
                  <a:pt x="2048824" y="963757"/>
                  <a:pt x="2048441" y="963835"/>
                  <a:pt x="2048441" y="963835"/>
                </a:cubicBezTo>
                <a:lnTo>
                  <a:pt x="2040524" y="963835"/>
                </a:lnTo>
                <a:cubicBezTo>
                  <a:pt x="2040370" y="963835"/>
                  <a:pt x="2040065" y="963527"/>
                  <a:pt x="2040065" y="963527"/>
                </a:cubicBezTo>
                <a:lnTo>
                  <a:pt x="2036144" y="956687"/>
                </a:lnTo>
                <a:cubicBezTo>
                  <a:pt x="2036066" y="956533"/>
                  <a:pt x="2036144" y="956149"/>
                  <a:pt x="2036144" y="956149"/>
                </a:cubicBezTo>
                <a:lnTo>
                  <a:pt x="2040141" y="949309"/>
                </a:lnTo>
                <a:cubicBezTo>
                  <a:pt x="2040216" y="949079"/>
                  <a:pt x="2040602" y="949001"/>
                  <a:pt x="2040602" y="949001"/>
                </a:cubicBezTo>
                <a:close/>
                <a:moveTo>
                  <a:pt x="2772258" y="948770"/>
                </a:moveTo>
                <a:lnTo>
                  <a:pt x="2780481" y="948770"/>
                </a:lnTo>
                <a:cubicBezTo>
                  <a:pt x="2780712" y="948770"/>
                  <a:pt x="2781020" y="949077"/>
                  <a:pt x="2781020" y="949077"/>
                </a:cubicBezTo>
                <a:lnTo>
                  <a:pt x="2785093" y="956225"/>
                </a:lnTo>
                <a:cubicBezTo>
                  <a:pt x="2785171" y="956455"/>
                  <a:pt x="2785093" y="956839"/>
                  <a:pt x="2785093" y="956839"/>
                </a:cubicBezTo>
                <a:lnTo>
                  <a:pt x="2781020" y="963987"/>
                </a:lnTo>
                <a:cubicBezTo>
                  <a:pt x="2780866" y="964218"/>
                  <a:pt x="2780481" y="964294"/>
                  <a:pt x="2780481" y="964294"/>
                </a:cubicBezTo>
                <a:lnTo>
                  <a:pt x="2772258" y="964294"/>
                </a:lnTo>
                <a:cubicBezTo>
                  <a:pt x="2772027" y="964294"/>
                  <a:pt x="2771721" y="963987"/>
                  <a:pt x="2771721" y="963987"/>
                </a:cubicBezTo>
                <a:lnTo>
                  <a:pt x="2767647" y="956839"/>
                </a:lnTo>
                <a:cubicBezTo>
                  <a:pt x="2767569" y="956609"/>
                  <a:pt x="2767647" y="956225"/>
                  <a:pt x="2767647" y="956225"/>
                </a:cubicBezTo>
                <a:lnTo>
                  <a:pt x="2771721" y="949077"/>
                </a:lnTo>
                <a:cubicBezTo>
                  <a:pt x="2771873" y="948848"/>
                  <a:pt x="2772258" y="948770"/>
                  <a:pt x="2772258" y="948770"/>
                </a:cubicBezTo>
                <a:close/>
                <a:moveTo>
                  <a:pt x="6339925" y="948462"/>
                </a:moveTo>
                <a:lnTo>
                  <a:pt x="6348454" y="948462"/>
                </a:lnTo>
                <a:cubicBezTo>
                  <a:pt x="6348686" y="948462"/>
                  <a:pt x="6348994" y="948770"/>
                  <a:pt x="6348994" y="948770"/>
                </a:cubicBezTo>
                <a:lnTo>
                  <a:pt x="6353220" y="956148"/>
                </a:lnTo>
                <a:cubicBezTo>
                  <a:pt x="6353298" y="956379"/>
                  <a:pt x="6353220" y="956763"/>
                  <a:pt x="6353220" y="956763"/>
                </a:cubicBezTo>
                <a:lnTo>
                  <a:pt x="6348994" y="964140"/>
                </a:lnTo>
                <a:cubicBezTo>
                  <a:pt x="6348840" y="964294"/>
                  <a:pt x="6348454" y="964448"/>
                  <a:pt x="6348454" y="964448"/>
                </a:cubicBezTo>
                <a:lnTo>
                  <a:pt x="6339925" y="964448"/>
                </a:lnTo>
                <a:cubicBezTo>
                  <a:pt x="6339695" y="964448"/>
                  <a:pt x="6339385" y="964140"/>
                  <a:pt x="6339385" y="964140"/>
                </a:cubicBezTo>
                <a:lnTo>
                  <a:pt x="6335159" y="956763"/>
                </a:lnTo>
                <a:cubicBezTo>
                  <a:pt x="6335083" y="956533"/>
                  <a:pt x="6335159" y="956148"/>
                  <a:pt x="6335159" y="956148"/>
                </a:cubicBezTo>
                <a:lnTo>
                  <a:pt x="6339385" y="948770"/>
                </a:lnTo>
                <a:cubicBezTo>
                  <a:pt x="6339539" y="948616"/>
                  <a:pt x="6339925" y="948462"/>
                  <a:pt x="6339925" y="948462"/>
                </a:cubicBezTo>
                <a:close/>
                <a:moveTo>
                  <a:pt x="4693239" y="948462"/>
                </a:moveTo>
                <a:lnTo>
                  <a:pt x="4701769" y="948462"/>
                </a:lnTo>
                <a:cubicBezTo>
                  <a:pt x="4702000" y="948462"/>
                  <a:pt x="4702308" y="948770"/>
                  <a:pt x="4702308" y="948770"/>
                </a:cubicBezTo>
                <a:lnTo>
                  <a:pt x="4706535" y="956148"/>
                </a:lnTo>
                <a:cubicBezTo>
                  <a:pt x="4706612" y="956379"/>
                  <a:pt x="4706535" y="956763"/>
                  <a:pt x="4706535" y="956763"/>
                </a:cubicBezTo>
                <a:lnTo>
                  <a:pt x="4702308" y="964140"/>
                </a:lnTo>
                <a:cubicBezTo>
                  <a:pt x="4702154" y="964294"/>
                  <a:pt x="4701769" y="964448"/>
                  <a:pt x="4701769" y="964448"/>
                </a:cubicBezTo>
                <a:lnTo>
                  <a:pt x="4693239" y="964448"/>
                </a:lnTo>
                <a:cubicBezTo>
                  <a:pt x="4693009" y="964448"/>
                  <a:pt x="4692700" y="964140"/>
                  <a:pt x="4692700" y="964140"/>
                </a:cubicBezTo>
                <a:lnTo>
                  <a:pt x="4688473" y="956763"/>
                </a:lnTo>
                <a:cubicBezTo>
                  <a:pt x="4688396" y="956533"/>
                  <a:pt x="4688473" y="956148"/>
                  <a:pt x="4688473" y="956148"/>
                </a:cubicBezTo>
                <a:lnTo>
                  <a:pt x="4692700" y="948770"/>
                </a:lnTo>
                <a:cubicBezTo>
                  <a:pt x="4692853" y="948616"/>
                  <a:pt x="4693239" y="948462"/>
                  <a:pt x="4693239" y="948462"/>
                </a:cubicBezTo>
                <a:close/>
                <a:moveTo>
                  <a:pt x="4418712" y="948309"/>
                </a:moveTo>
                <a:lnTo>
                  <a:pt x="4427398" y="948309"/>
                </a:lnTo>
                <a:cubicBezTo>
                  <a:pt x="4427628" y="948309"/>
                  <a:pt x="4427935" y="948616"/>
                  <a:pt x="4427935" y="948616"/>
                </a:cubicBezTo>
                <a:lnTo>
                  <a:pt x="4432240" y="956148"/>
                </a:lnTo>
                <a:cubicBezTo>
                  <a:pt x="4432315" y="956301"/>
                  <a:pt x="4432240" y="956763"/>
                  <a:pt x="4432240" y="956763"/>
                </a:cubicBezTo>
                <a:lnTo>
                  <a:pt x="4427935" y="964294"/>
                </a:lnTo>
                <a:cubicBezTo>
                  <a:pt x="4427782" y="964448"/>
                  <a:pt x="4427398" y="964602"/>
                  <a:pt x="4427398" y="964602"/>
                </a:cubicBezTo>
                <a:lnTo>
                  <a:pt x="4418712" y="964602"/>
                </a:lnTo>
                <a:cubicBezTo>
                  <a:pt x="4418483" y="964602"/>
                  <a:pt x="4418175" y="964294"/>
                  <a:pt x="4418175" y="964294"/>
                </a:cubicBezTo>
                <a:lnTo>
                  <a:pt x="4413871" y="956763"/>
                </a:lnTo>
                <a:cubicBezTo>
                  <a:pt x="4413793" y="956609"/>
                  <a:pt x="4413871" y="956148"/>
                  <a:pt x="4413871" y="956148"/>
                </a:cubicBezTo>
                <a:lnTo>
                  <a:pt x="4418175" y="948616"/>
                </a:lnTo>
                <a:cubicBezTo>
                  <a:pt x="4418329" y="948462"/>
                  <a:pt x="4418712" y="948309"/>
                  <a:pt x="4418712" y="948309"/>
                </a:cubicBezTo>
                <a:close/>
                <a:moveTo>
                  <a:pt x="6248238" y="948157"/>
                </a:moveTo>
                <a:lnTo>
                  <a:pt x="6257075" y="948157"/>
                </a:lnTo>
                <a:cubicBezTo>
                  <a:pt x="6257306" y="948157"/>
                  <a:pt x="6257612" y="948464"/>
                  <a:pt x="6257612" y="948464"/>
                </a:cubicBezTo>
                <a:lnTo>
                  <a:pt x="6261994" y="956073"/>
                </a:lnTo>
                <a:cubicBezTo>
                  <a:pt x="6262072" y="956225"/>
                  <a:pt x="6261994" y="956687"/>
                  <a:pt x="6261994" y="956687"/>
                </a:cubicBezTo>
                <a:lnTo>
                  <a:pt x="6257612" y="964296"/>
                </a:lnTo>
                <a:cubicBezTo>
                  <a:pt x="6257536" y="964450"/>
                  <a:pt x="6257075" y="964604"/>
                  <a:pt x="6257075" y="964604"/>
                </a:cubicBezTo>
                <a:lnTo>
                  <a:pt x="6248238" y="964604"/>
                </a:lnTo>
                <a:cubicBezTo>
                  <a:pt x="6248005" y="964604"/>
                  <a:pt x="6247700" y="964296"/>
                  <a:pt x="6247700" y="964296"/>
                </a:cubicBezTo>
                <a:lnTo>
                  <a:pt x="6243318" y="956687"/>
                </a:lnTo>
                <a:cubicBezTo>
                  <a:pt x="6243240" y="956533"/>
                  <a:pt x="6243318" y="956073"/>
                  <a:pt x="6243318" y="956073"/>
                </a:cubicBezTo>
                <a:lnTo>
                  <a:pt x="6247700" y="948464"/>
                </a:lnTo>
                <a:cubicBezTo>
                  <a:pt x="6247776" y="948310"/>
                  <a:pt x="6248238" y="948157"/>
                  <a:pt x="6248238" y="948157"/>
                </a:cubicBezTo>
                <a:close/>
                <a:moveTo>
                  <a:pt x="6156626" y="947771"/>
                </a:moveTo>
                <a:lnTo>
                  <a:pt x="6165849" y="947771"/>
                </a:lnTo>
                <a:cubicBezTo>
                  <a:pt x="6166079" y="947771"/>
                  <a:pt x="6166386" y="948079"/>
                  <a:pt x="6166386" y="948079"/>
                </a:cubicBezTo>
                <a:lnTo>
                  <a:pt x="6170998" y="956072"/>
                </a:lnTo>
                <a:cubicBezTo>
                  <a:pt x="6171151" y="956301"/>
                  <a:pt x="6170998" y="956763"/>
                  <a:pt x="6170998" y="956763"/>
                </a:cubicBezTo>
                <a:lnTo>
                  <a:pt x="6166386" y="964755"/>
                </a:lnTo>
                <a:cubicBezTo>
                  <a:pt x="6166310" y="964909"/>
                  <a:pt x="6165849" y="965063"/>
                  <a:pt x="6165849" y="965063"/>
                </a:cubicBezTo>
                <a:lnTo>
                  <a:pt x="6156626" y="965063"/>
                </a:lnTo>
                <a:cubicBezTo>
                  <a:pt x="6156396" y="965063"/>
                  <a:pt x="6156088" y="964755"/>
                  <a:pt x="6156088" y="964755"/>
                </a:cubicBezTo>
                <a:lnTo>
                  <a:pt x="6151477" y="956763"/>
                </a:lnTo>
                <a:cubicBezTo>
                  <a:pt x="6151323" y="956533"/>
                  <a:pt x="6151477" y="956072"/>
                  <a:pt x="6151477" y="956072"/>
                </a:cubicBezTo>
                <a:lnTo>
                  <a:pt x="6156088" y="948079"/>
                </a:lnTo>
                <a:cubicBezTo>
                  <a:pt x="6156165" y="947925"/>
                  <a:pt x="6156626" y="947771"/>
                  <a:pt x="6156626" y="947771"/>
                </a:cubicBezTo>
                <a:close/>
                <a:moveTo>
                  <a:pt x="2497273" y="947617"/>
                </a:moveTo>
                <a:lnTo>
                  <a:pt x="2506648" y="947617"/>
                </a:lnTo>
                <a:cubicBezTo>
                  <a:pt x="2506879" y="947617"/>
                  <a:pt x="2507187" y="947925"/>
                  <a:pt x="2507187" y="947925"/>
                </a:cubicBezTo>
                <a:lnTo>
                  <a:pt x="2511874" y="956072"/>
                </a:lnTo>
                <a:cubicBezTo>
                  <a:pt x="2512028" y="956301"/>
                  <a:pt x="2511874" y="956763"/>
                  <a:pt x="2511874" y="956763"/>
                </a:cubicBezTo>
                <a:lnTo>
                  <a:pt x="2507187" y="964909"/>
                </a:lnTo>
                <a:cubicBezTo>
                  <a:pt x="2507109" y="965063"/>
                  <a:pt x="2506648" y="965217"/>
                  <a:pt x="2506648" y="965217"/>
                </a:cubicBezTo>
                <a:lnTo>
                  <a:pt x="2497273" y="965217"/>
                </a:lnTo>
                <a:cubicBezTo>
                  <a:pt x="2497041" y="965217"/>
                  <a:pt x="2496733" y="964909"/>
                  <a:pt x="2496733" y="964909"/>
                </a:cubicBezTo>
                <a:lnTo>
                  <a:pt x="2492046" y="956763"/>
                </a:lnTo>
                <a:cubicBezTo>
                  <a:pt x="2491892" y="956533"/>
                  <a:pt x="2492046" y="956072"/>
                  <a:pt x="2492046" y="956072"/>
                </a:cubicBezTo>
                <a:lnTo>
                  <a:pt x="2496733" y="947925"/>
                </a:lnTo>
                <a:cubicBezTo>
                  <a:pt x="2496811" y="947771"/>
                  <a:pt x="2497273" y="947617"/>
                  <a:pt x="2497273" y="947617"/>
                </a:cubicBezTo>
                <a:close/>
                <a:moveTo>
                  <a:pt x="5698495" y="946541"/>
                </a:moveTo>
                <a:lnTo>
                  <a:pt x="5709100" y="946541"/>
                </a:lnTo>
                <a:cubicBezTo>
                  <a:pt x="5709332" y="946541"/>
                  <a:pt x="5709717" y="946925"/>
                  <a:pt x="5709717" y="946925"/>
                </a:cubicBezTo>
                <a:lnTo>
                  <a:pt x="5715020" y="956148"/>
                </a:lnTo>
                <a:cubicBezTo>
                  <a:pt x="5715174" y="956379"/>
                  <a:pt x="5715020" y="956916"/>
                  <a:pt x="5715020" y="956916"/>
                </a:cubicBezTo>
                <a:lnTo>
                  <a:pt x="5709717" y="966139"/>
                </a:lnTo>
                <a:cubicBezTo>
                  <a:pt x="5709639" y="966369"/>
                  <a:pt x="5709100" y="966523"/>
                  <a:pt x="5709100" y="966523"/>
                </a:cubicBezTo>
                <a:lnTo>
                  <a:pt x="5698495" y="966523"/>
                </a:lnTo>
                <a:cubicBezTo>
                  <a:pt x="5698264" y="966523"/>
                  <a:pt x="5697880" y="966139"/>
                  <a:pt x="5697880" y="966139"/>
                </a:cubicBezTo>
                <a:lnTo>
                  <a:pt x="5692577" y="956916"/>
                </a:lnTo>
                <a:cubicBezTo>
                  <a:pt x="5692424" y="956687"/>
                  <a:pt x="5692577" y="956148"/>
                  <a:pt x="5692577" y="956148"/>
                </a:cubicBezTo>
                <a:lnTo>
                  <a:pt x="5697880" y="946925"/>
                </a:lnTo>
                <a:cubicBezTo>
                  <a:pt x="5697958" y="946695"/>
                  <a:pt x="5698495" y="946541"/>
                  <a:pt x="5698495" y="946541"/>
                </a:cubicBezTo>
                <a:close/>
                <a:moveTo>
                  <a:pt x="6064246" y="946235"/>
                </a:moveTo>
                <a:lnTo>
                  <a:pt x="6075161" y="946235"/>
                </a:lnTo>
                <a:cubicBezTo>
                  <a:pt x="6075468" y="946235"/>
                  <a:pt x="6075851" y="946619"/>
                  <a:pt x="6075851" y="946619"/>
                </a:cubicBezTo>
                <a:lnTo>
                  <a:pt x="6081308" y="956073"/>
                </a:lnTo>
                <a:cubicBezTo>
                  <a:pt x="6081461" y="956303"/>
                  <a:pt x="6081308" y="956840"/>
                  <a:pt x="6081308" y="956840"/>
                </a:cubicBezTo>
                <a:lnTo>
                  <a:pt x="6075851" y="966295"/>
                </a:lnTo>
                <a:cubicBezTo>
                  <a:pt x="6075698" y="966525"/>
                  <a:pt x="6075161" y="966679"/>
                  <a:pt x="6075161" y="966679"/>
                </a:cubicBezTo>
                <a:lnTo>
                  <a:pt x="6064246" y="966679"/>
                </a:lnTo>
                <a:cubicBezTo>
                  <a:pt x="6063940" y="966679"/>
                  <a:pt x="6063554" y="966295"/>
                  <a:pt x="6063554" y="966295"/>
                </a:cubicBezTo>
                <a:lnTo>
                  <a:pt x="6058098" y="956840"/>
                </a:lnTo>
                <a:cubicBezTo>
                  <a:pt x="6057944" y="956611"/>
                  <a:pt x="6058098" y="956073"/>
                  <a:pt x="6058098" y="956073"/>
                </a:cubicBezTo>
                <a:lnTo>
                  <a:pt x="6063554" y="946619"/>
                </a:lnTo>
                <a:cubicBezTo>
                  <a:pt x="6063708" y="946389"/>
                  <a:pt x="6064246" y="946235"/>
                  <a:pt x="6064246" y="946235"/>
                </a:cubicBezTo>
                <a:close/>
                <a:moveTo>
                  <a:pt x="5515274" y="946082"/>
                </a:moveTo>
                <a:lnTo>
                  <a:pt x="5526341" y="946082"/>
                </a:lnTo>
                <a:cubicBezTo>
                  <a:pt x="5526648" y="946082"/>
                  <a:pt x="5527034" y="946465"/>
                  <a:pt x="5527034" y="946465"/>
                </a:cubicBezTo>
                <a:lnTo>
                  <a:pt x="5532566" y="956073"/>
                </a:lnTo>
                <a:cubicBezTo>
                  <a:pt x="5532720" y="956303"/>
                  <a:pt x="5532566" y="956840"/>
                  <a:pt x="5532566" y="956840"/>
                </a:cubicBezTo>
                <a:lnTo>
                  <a:pt x="5527034" y="966449"/>
                </a:lnTo>
                <a:cubicBezTo>
                  <a:pt x="5526880" y="966679"/>
                  <a:pt x="5526341" y="966832"/>
                  <a:pt x="5526341" y="966832"/>
                </a:cubicBezTo>
                <a:lnTo>
                  <a:pt x="5515274" y="966832"/>
                </a:lnTo>
                <a:cubicBezTo>
                  <a:pt x="5514967" y="966832"/>
                  <a:pt x="5514583" y="966449"/>
                  <a:pt x="5514583" y="966449"/>
                </a:cubicBezTo>
                <a:lnTo>
                  <a:pt x="5509049" y="956840"/>
                </a:lnTo>
                <a:cubicBezTo>
                  <a:pt x="5508895" y="956611"/>
                  <a:pt x="5509049" y="956073"/>
                  <a:pt x="5509049" y="956073"/>
                </a:cubicBezTo>
                <a:lnTo>
                  <a:pt x="5514583" y="946465"/>
                </a:lnTo>
                <a:cubicBezTo>
                  <a:pt x="5514735" y="946235"/>
                  <a:pt x="5515274" y="946082"/>
                  <a:pt x="5515274" y="946082"/>
                </a:cubicBezTo>
                <a:close/>
                <a:moveTo>
                  <a:pt x="2130138" y="945542"/>
                </a:moveTo>
                <a:lnTo>
                  <a:pt x="2141820" y="945542"/>
                </a:lnTo>
                <a:cubicBezTo>
                  <a:pt x="2142127" y="945542"/>
                  <a:pt x="2142511" y="945926"/>
                  <a:pt x="2142511" y="945926"/>
                </a:cubicBezTo>
                <a:lnTo>
                  <a:pt x="2148353" y="955996"/>
                </a:lnTo>
                <a:cubicBezTo>
                  <a:pt x="2148506" y="956301"/>
                  <a:pt x="2148353" y="956840"/>
                  <a:pt x="2148353" y="956840"/>
                </a:cubicBezTo>
                <a:lnTo>
                  <a:pt x="2142511" y="966908"/>
                </a:lnTo>
                <a:cubicBezTo>
                  <a:pt x="2142357" y="967138"/>
                  <a:pt x="2141820" y="967292"/>
                  <a:pt x="2141820" y="967292"/>
                </a:cubicBezTo>
                <a:lnTo>
                  <a:pt x="2130138" y="967292"/>
                </a:lnTo>
                <a:cubicBezTo>
                  <a:pt x="2129831" y="967292"/>
                  <a:pt x="2129447" y="966908"/>
                  <a:pt x="2129447" y="966908"/>
                </a:cubicBezTo>
                <a:lnTo>
                  <a:pt x="2123605" y="956840"/>
                </a:lnTo>
                <a:cubicBezTo>
                  <a:pt x="2123452" y="956533"/>
                  <a:pt x="2123605" y="955996"/>
                  <a:pt x="2123605" y="955996"/>
                </a:cubicBezTo>
                <a:lnTo>
                  <a:pt x="2129447" y="945926"/>
                </a:lnTo>
                <a:cubicBezTo>
                  <a:pt x="2129599" y="945696"/>
                  <a:pt x="2130138" y="945542"/>
                  <a:pt x="2130138" y="945542"/>
                </a:cubicBezTo>
                <a:close/>
                <a:moveTo>
                  <a:pt x="2221286" y="944698"/>
                </a:moveTo>
                <a:lnTo>
                  <a:pt x="2233815" y="944698"/>
                </a:lnTo>
                <a:cubicBezTo>
                  <a:pt x="2234122" y="944698"/>
                  <a:pt x="2234584" y="945159"/>
                  <a:pt x="2234584" y="945159"/>
                </a:cubicBezTo>
                <a:lnTo>
                  <a:pt x="2240884" y="955996"/>
                </a:lnTo>
                <a:cubicBezTo>
                  <a:pt x="2241039" y="956303"/>
                  <a:pt x="2240884" y="956918"/>
                  <a:pt x="2240884" y="956918"/>
                </a:cubicBezTo>
                <a:lnTo>
                  <a:pt x="2234584" y="967753"/>
                </a:lnTo>
                <a:cubicBezTo>
                  <a:pt x="2234430" y="968061"/>
                  <a:pt x="2233815" y="968215"/>
                  <a:pt x="2233815" y="968215"/>
                </a:cubicBezTo>
                <a:lnTo>
                  <a:pt x="2221286" y="968215"/>
                </a:lnTo>
                <a:cubicBezTo>
                  <a:pt x="2220979" y="968215"/>
                  <a:pt x="2220519" y="967753"/>
                  <a:pt x="2220519" y="967753"/>
                </a:cubicBezTo>
                <a:lnTo>
                  <a:pt x="2214216" y="956918"/>
                </a:lnTo>
                <a:cubicBezTo>
                  <a:pt x="2214062" y="956611"/>
                  <a:pt x="2214216" y="955996"/>
                  <a:pt x="2214216" y="955996"/>
                </a:cubicBezTo>
                <a:lnTo>
                  <a:pt x="2220519" y="945159"/>
                </a:lnTo>
                <a:cubicBezTo>
                  <a:pt x="2220673" y="944851"/>
                  <a:pt x="2221286" y="944698"/>
                  <a:pt x="2221286" y="944698"/>
                </a:cubicBezTo>
                <a:close/>
                <a:moveTo>
                  <a:pt x="3867742" y="944390"/>
                </a:moveTo>
                <a:lnTo>
                  <a:pt x="3880579" y="944390"/>
                </a:lnTo>
                <a:cubicBezTo>
                  <a:pt x="3880884" y="944390"/>
                  <a:pt x="3881345" y="944851"/>
                  <a:pt x="3881345" y="944851"/>
                </a:cubicBezTo>
                <a:lnTo>
                  <a:pt x="3887724" y="955996"/>
                </a:lnTo>
                <a:cubicBezTo>
                  <a:pt x="3887878" y="956303"/>
                  <a:pt x="3887724" y="956916"/>
                  <a:pt x="3887724" y="956916"/>
                </a:cubicBezTo>
                <a:lnTo>
                  <a:pt x="3881269" y="968061"/>
                </a:lnTo>
                <a:cubicBezTo>
                  <a:pt x="3881116" y="968368"/>
                  <a:pt x="3880501" y="968522"/>
                  <a:pt x="3880501" y="968522"/>
                </a:cubicBezTo>
                <a:lnTo>
                  <a:pt x="3867666" y="968522"/>
                </a:lnTo>
                <a:cubicBezTo>
                  <a:pt x="3867359" y="968522"/>
                  <a:pt x="3866897" y="968061"/>
                  <a:pt x="3866897" y="968061"/>
                </a:cubicBezTo>
                <a:lnTo>
                  <a:pt x="3860518" y="956916"/>
                </a:lnTo>
                <a:cubicBezTo>
                  <a:pt x="3860364" y="956611"/>
                  <a:pt x="3860518" y="955996"/>
                  <a:pt x="3860518" y="955996"/>
                </a:cubicBezTo>
                <a:lnTo>
                  <a:pt x="3866974" y="944851"/>
                </a:lnTo>
                <a:cubicBezTo>
                  <a:pt x="3867127" y="944544"/>
                  <a:pt x="3867742" y="944390"/>
                  <a:pt x="3867742" y="944390"/>
                </a:cubicBezTo>
                <a:close/>
                <a:moveTo>
                  <a:pt x="2586807" y="944006"/>
                </a:moveTo>
                <a:lnTo>
                  <a:pt x="2600104" y="944006"/>
                </a:lnTo>
                <a:cubicBezTo>
                  <a:pt x="2600488" y="944006"/>
                  <a:pt x="2600949" y="944468"/>
                  <a:pt x="2600949" y="944468"/>
                </a:cubicBezTo>
                <a:lnTo>
                  <a:pt x="2607558" y="955996"/>
                </a:lnTo>
                <a:cubicBezTo>
                  <a:pt x="2607711" y="956303"/>
                  <a:pt x="2607558" y="956918"/>
                  <a:pt x="2607558" y="956918"/>
                </a:cubicBezTo>
                <a:lnTo>
                  <a:pt x="2600871" y="968446"/>
                </a:lnTo>
                <a:cubicBezTo>
                  <a:pt x="2600642" y="968754"/>
                  <a:pt x="2600026" y="968908"/>
                  <a:pt x="2600026" y="968908"/>
                </a:cubicBezTo>
                <a:lnTo>
                  <a:pt x="2586731" y="968908"/>
                </a:lnTo>
                <a:cubicBezTo>
                  <a:pt x="2586346" y="968908"/>
                  <a:pt x="2585884" y="968446"/>
                  <a:pt x="2585884" y="968446"/>
                </a:cubicBezTo>
                <a:lnTo>
                  <a:pt x="2579276" y="956918"/>
                </a:lnTo>
                <a:cubicBezTo>
                  <a:pt x="2579122" y="956611"/>
                  <a:pt x="2579276" y="955996"/>
                  <a:pt x="2579276" y="955996"/>
                </a:cubicBezTo>
                <a:lnTo>
                  <a:pt x="2585962" y="944468"/>
                </a:lnTo>
                <a:cubicBezTo>
                  <a:pt x="2586192" y="944160"/>
                  <a:pt x="2586807" y="944006"/>
                  <a:pt x="2586807" y="944006"/>
                </a:cubicBezTo>
                <a:close/>
                <a:moveTo>
                  <a:pt x="2678188" y="943853"/>
                </a:moveTo>
                <a:lnTo>
                  <a:pt x="2691637" y="943853"/>
                </a:lnTo>
                <a:cubicBezTo>
                  <a:pt x="2692021" y="943853"/>
                  <a:pt x="2692482" y="944314"/>
                  <a:pt x="2692482" y="944314"/>
                </a:cubicBezTo>
                <a:lnTo>
                  <a:pt x="2699169" y="955920"/>
                </a:lnTo>
                <a:cubicBezTo>
                  <a:pt x="2699323" y="956149"/>
                  <a:pt x="2699169" y="956840"/>
                  <a:pt x="2699169" y="956840"/>
                </a:cubicBezTo>
                <a:lnTo>
                  <a:pt x="2692406" y="968446"/>
                </a:lnTo>
                <a:cubicBezTo>
                  <a:pt x="2692175" y="968754"/>
                  <a:pt x="2691560" y="968908"/>
                  <a:pt x="2691560" y="968908"/>
                </a:cubicBezTo>
                <a:lnTo>
                  <a:pt x="2678110" y="968908"/>
                </a:lnTo>
                <a:cubicBezTo>
                  <a:pt x="2677727" y="968908"/>
                  <a:pt x="2677266" y="968446"/>
                  <a:pt x="2677266" y="968446"/>
                </a:cubicBezTo>
                <a:lnTo>
                  <a:pt x="2670579" y="956840"/>
                </a:lnTo>
                <a:cubicBezTo>
                  <a:pt x="2670425" y="956611"/>
                  <a:pt x="2670579" y="955920"/>
                  <a:pt x="2670579" y="955920"/>
                </a:cubicBezTo>
                <a:lnTo>
                  <a:pt x="2677342" y="944314"/>
                </a:lnTo>
                <a:cubicBezTo>
                  <a:pt x="2677573" y="944006"/>
                  <a:pt x="2678188" y="943853"/>
                  <a:pt x="2678188" y="943853"/>
                </a:cubicBezTo>
                <a:close/>
                <a:moveTo>
                  <a:pt x="4049734" y="942469"/>
                </a:moveTo>
                <a:lnTo>
                  <a:pt x="4064646" y="942469"/>
                </a:lnTo>
                <a:cubicBezTo>
                  <a:pt x="4065029" y="942469"/>
                  <a:pt x="4065568" y="943006"/>
                  <a:pt x="4065568" y="943006"/>
                </a:cubicBezTo>
                <a:lnTo>
                  <a:pt x="4073022" y="955918"/>
                </a:lnTo>
                <a:cubicBezTo>
                  <a:pt x="4073175" y="956225"/>
                  <a:pt x="4073022" y="956994"/>
                  <a:pt x="4073022" y="956994"/>
                </a:cubicBezTo>
                <a:lnTo>
                  <a:pt x="4065568" y="969906"/>
                </a:lnTo>
                <a:cubicBezTo>
                  <a:pt x="4065336" y="970214"/>
                  <a:pt x="4064646" y="970443"/>
                  <a:pt x="4064646" y="970443"/>
                </a:cubicBezTo>
                <a:lnTo>
                  <a:pt x="4049734" y="970443"/>
                </a:lnTo>
                <a:cubicBezTo>
                  <a:pt x="4049351" y="970443"/>
                  <a:pt x="4048814" y="969906"/>
                  <a:pt x="4048814" y="969906"/>
                </a:cubicBezTo>
                <a:lnTo>
                  <a:pt x="4041358" y="956994"/>
                </a:lnTo>
                <a:cubicBezTo>
                  <a:pt x="4041204" y="956687"/>
                  <a:pt x="4041358" y="955918"/>
                  <a:pt x="4041358" y="955918"/>
                </a:cubicBezTo>
                <a:lnTo>
                  <a:pt x="4048814" y="943006"/>
                </a:lnTo>
                <a:cubicBezTo>
                  <a:pt x="4049043" y="942698"/>
                  <a:pt x="4049734" y="942469"/>
                  <a:pt x="4049734" y="942469"/>
                </a:cubicBezTo>
                <a:close/>
                <a:moveTo>
                  <a:pt x="5970637" y="942161"/>
                </a:moveTo>
                <a:lnTo>
                  <a:pt x="5985856" y="942161"/>
                </a:lnTo>
                <a:cubicBezTo>
                  <a:pt x="5986240" y="942161"/>
                  <a:pt x="5986777" y="942698"/>
                  <a:pt x="5986777" y="942698"/>
                </a:cubicBezTo>
                <a:lnTo>
                  <a:pt x="5994386" y="955918"/>
                </a:lnTo>
                <a:cubicBezTo>
                  <a:pt x="5994617" y="956225"/>
                  <a:pt x="5994386" y="956994"/>
                  <a:pt x="5994386" y="956994"/>
                </a:cubicBezTo>
                <a:lnTo>
                  <a:pt x="5986777" y="970214"/>
                </a:lnTo>
                <a:cubicBezTo>
                  <a:pt x="5986623" y="970521"/>
                  <a:pt x="5985856" y="970751"/>
                  <a:pt x="5985856" y="970751"/>
                </a:cubicBezTo>
                <a:lnTo>
                  <a:pt x="5970637" y="970751"/>
                </a:lnTo>
                <a:cubicBezTo>
                  <a:pt x="5970254" y="970751"/>
                  <a:pt x="5969717" y="970214"/>
                  <a:pt x="5969717" y="970214"/>
                </a:cubicBezTo>
                <a:lnTo>
                  <a:pt x="5962107" y="956994"/>
                </a:lnTo>
                <a:cubicBezTo>
                  <a:pt x="5961875" y="956687"/>
                  <a:pt x="5962107" y="955918"/>
                  <a:pt x="5962107" y="955918"/>
                </a:cubicBezTo>
                <a:lnTo>
                  <a:pt x="5969717" y="942698"/>
                </a:lnTo>
                <a:cubicBezTo>
                  <a:pt x="5969870" y="942393"/>
                  <a:pt x="5970637" y="942161"/>
                  <a:pt x="5970637" y="942161"/>
                </a:cubicBezTo>
                <a:close/>
                <a:moveTo>
                  <a:pt x="1943151" y="937857"/>
                </a:moveTo>
                <a:lnTo>
                  <a:pt x="1962979" y="937857"/>
                </a:lnTo>
                <a:cubicBezTo>
                  <a:pt x="1963516" y="937857"/>
                  <a:pt x="1963978" y="938087"/>
                  <a:pt x="1964209" y="938548"/>
                </a:cubicBezTo>
                <a:lnTo>
                  <a:pt x="1974123" y="955764"/>
                </a:lnTo>
                <a:cubicBezTo>
                  <a:pt x="1974353" y="956149"/>
                  <a:pt x="1974353" y="956687"/>
                  <a:pt x="1974123" y="957148"/>
                </a:cubicBezTo>
                <a:lnTo>
                  <a:pt x="1964209" y="974364"/>
                </a:lnTo>
                <a:cubicBezTo>
                  <a:pt x="1963902" y="974747"/>
                  <a:pt x="1963440" y="975055"/>
                  <a:pt x="1962979" y="975055"/>
                </a:cubicBezTo>
                <a:lnTo>
                  <a:pt x="1943151" y="975055"/>
                </a:lnTo>
                <a:cubicBezTo>
                  <a:pt x="1942613" y="975055"/>
                  <a:pt x="1942152" y="974823"/>
                  <a:pt x="1941921" y="974364"/>
                </a:cubicBezTo>
                <a:lnTo>
                  <a:pt x="1932006" y="957148"/>
                </a:lnTo>
                <a:cubicBezTo>
                  <a:pt x="1931777" y="956763"/>
                  <a:pt x="1931777" y="956225"/>
                  <a:pt x="1932006" y="955764"/>
                </a:cubicBezTo>
                <a:lnTo>
                  <a:pt x="1941921" y="938548"/>
                </a:lnTo>
                <a:cubicBezTo>
                  <a:pt x="1942228" y="938165"/>
                  <a:pt x="1942689" y="937857"/>
                  <a:pt x="1943151" y="937857"/>
                </a:cubicBezTo>
                <a:close/>
                <a:moveTo>
                  <a:pt x="1850924" y="936397"/>
                </a:moveTo>
                <a:lnTo>
                  <a:pt x="1872290" y="936397"/>
                </a:lnTo>
                <a:cubicBezTo>
                  <a:pt x="1872829" y="936397"/>
                  <a:pt x="1873291" y="936705"/>
                  <a:pt x="1873596" y="937166"/>
                </a:cubicBezTo>
                <a:lnTo>
                  <a:pt x="1884279" y="955688"/>
                </a:lnTo>
                <a:cubicBezTo>
                  <a:pt x="1884587" y="956149"/>
                  <a:pt x="1884587" y="956765"/>
                  <a:pt x="1884279" y="957226"/>
                </a:cubicBezTo>
                <a:lnTo>
                  <a:pt x="1873596" y="975748"/>
                </a:lnTo>
                <a:cubicBezTo>
                  <a:pt x="1873291" y="976207"/>
                  <a:pt x="1872829" y="976515"/>
                  <a:pt x="1872290" y="976515"/>
                </a:cubicBezTo>
                <a:lnTo>
                  <a:pt x="1850924" y="976515"/>
                </a:lnTo>
                <a:cubicBezTo>
                  <a:pt x="1850387" y="976515"/>
                  <a:pt x="1849926" y="976207"/>
                  <a:pt x="1849618" y="975748"/>
                </a:cubicBezTo>
                <a:lnTo>
                  <a:pt x="1838935" y="957226"/>
                </a:lnTo>
                <a:cubicBezTo>
                  <a:pt x="1838629" y="956765"/>
                  <a:pt x="1838629" y="956149"/>
                  <a:pt x="1838935" y="955688"/>
                </a:cubicBezTo>
                <a:lnTo>
                  <a:pt x="1849618" y="937166"/>
                </a:lnTo>
                <a:cubicBezTo>
                  <a:pt x="1849926" y="936705"/>
                  <a:pt x="1850387" y="936397"/>
                  <a:pt x="1850924" y="936397"/>
                </a:cubicBezTo>
                <a:close/>
                <a:moveTo>
                  <a:pt x="4136197" y="933246"/>
                </a:moveTo>
                <a:lnTo>
                  <a:pt x="4161020" y="933246"/>
                </a:lnTo>
                <a:cubicBezTo>
                  <a:pt x="4161636" y="933246"/>
                  <a:pt x="4162251" y="933553"/>
                  <a:pt x="4162558" y="934090"/>
                </a:cubicBezTo>
                <a:lnTo>
                  <a:pt x="4174931" y="955534"/>
                </a:lnTo>
                <a:cubicBezTo>
                  <a:pt x="4175238" y="956072"/>
                  <a:pt x="4175238" y="956763"/>
                  <a:pt x="4174931" y="957302"/>
                </a:cubicBezTo>
                <a:lnTo>
                  <a:pt x="4162558" y="978744"/>
                </a:lnTo>
                <a:cubicBezTo>
                  <a:pt x="4162251" y="979281"/>
                  <a:pt x="4161636" y="979589"/>
                  <a:pt x="4161020" y="979589"/>
                </a:cubicBezTo>
                <a:lnTo>
                  <a:pt x="4136197" y="979589"/>
                </a:lnTo>
                <a:cubicBezTo>
                  <a:pt x="4135582" y="979589"/>
                  <a:pt x="4134967" y="979281"/>
                  <a:pt x="4134659" y="978744"/>
                </a:cubicBezTo>
                <a:lnTo>
                  <a:pt x="4122286" y="957302"/>
                </a:lnTo>
                <a:cubicBezTo>
                  <a:pt x="4121977" y="956763"/>
                  <a:pt x="4121977" y="956072"/>
                  <a:pt x="4122286" y="955534"/>
                </a:cubicBezTo>
                <a:lnTo>
                  <a:pt x="4134659" y="934090"/>
                </a:lnTo>
                <a:cubicBezTo>
                  <a:pt x="4134967" y="933553"/>
                  <a:pt x="4135582" y="933246"/>
                  <a:pt x="4136197" y="933246"/>
                </a:cubicBezTo>
                <a:close/>
                <a:moveTo>
                  <a:pt x="3950516" y="928019"/>
                </a:moveTo>
                <a:lnTo>
                  <a:pt x="3980798" y="928019"/>
                </a:lnTo>
                <a:cubicBezTo>
                  <a:pt x="3981566" y="928019"/>
                  <a:pt x="3982257" y="928403"/>
                  <a:pt x="3982641" y="929095"/>
                </a:cubicBezTo>
                <a:lnTo>
                  <a:pt x="3997781" y="955379"/>
                </a:lnTo>
                <a:cubicBezTo>
                  <a:pt x="3998165" y="956072"/>
                  <a:pt x="3998165" y="956839"/>
                  <a:pt x="3997781" y="957532"/>
                </a:cubicBezTo>
                <a:lnTo>
                  <a:pt x="3982641" y="983815"/>
                </a:lnTo>
                <a:cubicBezTo>
                  <a:pt x="3982257" y="984508"/>
                  <a:pt x="3981566" y="984891"/>
                  <a:pt x="3980798" y="984891"/>
                </a:cubicBezTo>
                <a:lnTo>
                  <a:pt x="3950516" y="984891"/>
                </a:lnTo>
                <a:cubicBezTo>
                  <a:pt x="3949747" y="984891"/>
                  <a:pt x="3949056" y="984508"/>
                  <a:pt x="3948670" y="983815"/>
                </a:cubicBezTo>
                <a:lnTo>
                  <a:pt x="3933531" y="957532"/>
                </a:lnTo>
                <a:cubicBezTo>
                  <a:pt x="3933146" y="956839"/>
                  <a:pt x="3933146" y="956072"/>
                  <a:pt x="3933531" y="955379"/>
                </a:cubicBezTo>
                <a:lnTo>
                  <a:pt x="3948670" y="929095"/>
                </a:lnTo>
                <a:cubicBezTo>
                  <a:pt x="3949056" y="928403"/>
                  <a:pt x="3949747" y="928019"/>
                  <a:pt x="3950516" y="928019"/>
                </a:cubicBezTo>
                <a:close/>
                <a:moveTo>
                  <a:pt x="3048167" y="872147"/>
                </a:moveTo>
                <a:lnTo>
                  <a:pt x="3053547" y="872147"/>
                </a:lnTo>
                <a:cubicBezTo>
                  <a:pt x="3053623" y="872147"/>
                  <a:pt x="3053853" y="872301"/>
                  <a:pt x="3053853" y="872301"/>
                </a:cubicBezTo>
                <a:lnTo>
                  <a:pt x="3056543" y="876989"/>
                </a:lnTo>
                <a:cubicBezTo>
                  <a:pt x="3056543" y="877142"/>
                  <a:pt x="3056543" y="877374"/>
                  <a:pt x="3056543" y="877374"/>
                </a:cubicBezTo>
                <a:lnTo>
                  <a:pt x="3053853" y="882061"/>
                </a:lnTo>
                <a:cubicBezTo>
                  <a:pt x="3053777" y="882215"/>
                  <a:pt x="3053547" y="882215"/>
                  <a:pt x="3053547" y="882215"/>
                </a:cubicBezTo>
                <a:lnTo>
                  <a:pt x="3048167" y="882215"/>
                </a:lnTo>
                <a:cubicBezTo>
                  <a:pt x="3048089" y="882215"/>
                  <a:pt x="3047859" y="882061"/>
                  <a:pt x="3047859" y="882061"/>
                </a:cubicBezTo>
                <a:lnTo>
                  <a:pt x="3045169" y="877374"/>
                </a:lnTo>
                <a:cubicBezTo>
                  <a:pt x="3045169" y="877220"/>
                  <a:pt x="3045169" y="876989"/>
                  <a:pt x="3045169" y="876989"/>
                </a:cubicBezTo>
                <a:lnTo>
                  <a:pt x="3047859" y="872301"/>
                </a:lnTo>
                <a:cubicBezTo>
                  <a:pt x="3047935" y="872147"/>
                  <a:pt x="3048167" y="872147"/>
                  <a:pt x="3048167" y="872147"/>
                </a:cubicBezTo>
                <a:close/>
                <a:moveTo>
                  <a:pt x="2590574" y="871840"/>
                </a:moveTo>
                <a:lnTo>
                  <a:pt x="2596261" y="871840"/>
                </a:lnTo>
                <a:cubicBezTo>
                  <a:pt x="2596415" y="871840"/>
                  <a:pt x="2596645" y="872070"/>
                  <a:pt x="2596645" y="872070"/>
                </a:cubicBezTo>
                <a:lnTo>
                  <a:pt x="2599489" y="876989"/>
                </a:lnTo>
                <a:cubicBezTo>
                  <a:pt x="2599489" y="877066"/>
                  <a:pt x="2599489" y="877374"/>
                  <a:pt x="2599489" y="877374"/>
                </a:cubicBezTo>
                <a:lnTo>
                  <a:pt x="2596645" y="882293"/>
                </a:lnTo>
                <a:cubicBezTo>
                  <a:pt x="2596569" y="882445"/>
                  <a:pt x="2596261" y="882523"/>
                  <a:pt x="2596261" y="882523"/>
                </a:cubicBezTo>
                <a:lnTo>
                  <a:pt x="2590574" y="882523"/>
                </a:lnTo>
                <a:cubicBezTo>
                  <a:pt x="2590420" y="882523"/>
                  <a:pt x="2590190" y="882293"/>
                  <a:pt x="2590190" y="882293"/>
                </a:cubicBezTo>
                <a:lnTo>
                  <a:pt x="2587346" y="877374"/>
                </a:lnTo>
                <a:cubicBezTo>
                  <a:pt x="2587346" y="877296"/>
                  <a:pt x="2587346" y="876989"/>
                  <a:pt x="2587346" y="876989"/>
                </a:cubicBezTo>
                <a:lnTo>
                  <a:pt x="2590190" y="872070"/>
                </a:lnTo>
                <a:cubicBezTo>
                  <a:pt x="2590266" y="871918"/>
                  <a:pt x="2590574" y="871840"/>
                  <a:pt x="2590574" y="871840"/>
                </a:cubicBezTo>
                <a:close/>
                <a:moveTo>
                  <a:pt x="4786078" y="871686"/>
                </a:moveTo>
                <a:lnTo>
                  <a:pt x="4791918" y="871686"/>
                </a:lnTo>
                <a:cubicBezTo>
                  <a:pt x="4792072" y="871686"/>
                  <a:pt x="4792304" y="871916"/>
                  <a:pt x="4792304" y="871916"/>
                </a:cubicBezTo>
                <a:lnTo>
                  <a:pt x="4795224" y="876989"/>
                </a:lnTo>
                <a:cubicBezTo>
                  <a:pt x="4795224" y="877066"/>
                  <a:pt x="4795224" y="877374"/>
                  <a:pt x="4795224" y="877374"/>
                </a:cubicBezTo>
                <a:lnTo>
                  <a:pt x="4792304" y="882445"/>
                </a:lnTo>
                <a:cubicBezTo>
                  <a:pt x="4792226" y="882599"/>
                  <a:pt x="4791918" y="882677"/>
                  <a:pt x="4791918" y="882677"/>
                </a:cubicBezTo>
                <a:lnTo>
                  <a:pt x="4786078" y="882677"/>
                </a:lnTo>
                <a:cubicBezTo>
                  <a:pt x="4785925" y="882677"/>
                  <a:pt x="4785693" y="882445"/>
                  <a:pt x="4785693" y="882445"/>
                </a:cubicBezTo>
                <a:lnTo>
                  <a:pt x="4782773" y="877374"/>
                </a:lnTo>
                <a:cubicBezTo>
                  <a:pt x="4782773" y="877296"/>
                  <a:pt x="4782773" y="876989"/>
                  <a:pt x="4782773" y="876989"/>
                </a:cubicBezTo>
                <a:lnTo>
                  <a:pt x="4785693" y="871916"/>
                </a:lnTo>
                <a:cubicBezTo>
                  <a:pt x="4785771" y="871764"/>
                  <a:pt x="4786078" y="871686"/>
                  <a:pt x="4786078" y="871686"/>
                </a:cubicBezTo>
                <a:close/>
                <a:moveTo>
                  <a:pt x="2133058" y="871532"/>
                </a:moveTo>
                <a:lnTo>
                  <a:pt x="2139054" y="871532"/>
                </a:lnTo>
                <a:cubicBezTo>
                  <a:pt x="2139207" y="871532"/>
                  <a:pt x="2139437" y="871762"/>
                  <a:pt x="2139437" y="871762"/>
                </a:cubicBezTo>
                <a:lnTo>
                  <a:pt x="2142435" y="876913"/>
                </a:lnTo>
                <a:cubicBezTo>
                  <a:pt x="2142511" y="876989"/>
                  <a:pt x="2142435" y="877296"/>
                  <a:pt x="2142435" y="877296"/>
                </a:cubicBezTo>
                <a:lnTo>
                  <a:pt x="2139437" y="882445"/>
                </a:lnTo>
                <a:cubicBezTo>
                  <a:pt x="2139361" y="882599"/>
                  <a:pt x="2139054" y="882677"/>
                  <a:pt x="2139054" y="882677"/>
                </a:cubicBezTo>
                <a:lnTo>
                  <a:pt x="2133058" y="882677"/>
                </a:lnTo>
                <a:cubicBezTo>
                  <a:pt x="2132904" y="882677"/>
                  <a:pt x="2132675" y="882445"/>
                  <a:pt x="2132675" y="882445"/>
                </a:cubicBezTo>
                <a:lnTo>
                  <a:pt x="2129677" y="877296"/>
                </a:lnTo>
                <a:cubicBezTo>
                  <a:pt x="2129599" y="877220"/>
                  <a:pt x="2129677" y="876913"/>
                  <a:pt x="2129677" y="876913"/>
                </a:cubicBezTo>
                <a:lnTo>
                  <a:pt x="2132675" y="871762"/>
                </a:lnTo>
                <a:cubicBezTo>
                  <a:pt x="2132751" y="871608"/>
                  <a:pt x="2133058" y="871532"/>
                  <a:pt x="2133058" y="871532"/>
                </a:cubicBezTo>
                <a:close/>
                <a:moveTo>
                  <a:pt x="6432151" y="870610"/>
                </a:moveTo>
                <a:lnTo>
                  <a:pt x="6439145" y="870610"/>
                </a:lnTo>
                <a:cubicBezTo>
                  <a:pt x="6439375" y="870610"/>
                  <a:pt x="6439606" y="870839"/>
                  <a:pt x="6439606" y="870839"/>
                </a:cubicBezTo>
                <a:lnTo>
                  <a:pt x="6443141" y="876911"/>
                </a:lnTo>
                <a:cubicBezTo>
                  <a:pt x="6443217" y="877066"/>
                  <a:pt x="6443141" y="877372"/>
                  <a:pt x="6443141" y="877372"/>
                </a:cubicBezTo>
                <a:lnTo>
                  <a:pt x="6439606" y="883444"/>
                </a:lnTo>
                <a:cubicBezTo>
                  <a:pt x="6439453" y="883597"/>
                  <a:pt x="6439145" y="883675"/>
                  <a:pt x="6439145" y="883675"/>
                </a:cubicBezTo>
                <a:lnTo>
                  <a:pt x="6432151" y="883675"/>
                </a:lnTo>
                <a:cubicBezTo>
                  <a:pt x="6431921" y="883675"/>
                  <a:pt x="6431689" y="883444"/>
                  <a:pt x="6431689" y="883444"/>
                </a:cubicBezTo>
                <a:lnTo>
                  <a:pt x="6428154" y="877372"/>
                </a:lnTo>
                <a:cubicBezTo>
                  <a:pt x="6428077" y="877218"/>
                  <a:pt x="6428154" y="876911"/>
                  <a:pt x="6428154" y="876911"/>
                </a:cubicBezTo>
                <a:lnTo>
                  <a:pt x="6431689" y="870839"/>
                </a:lnTo>
                <a:cubicBezTo>
                  <a:pt x="6431843" y="870687"/>
                  <a:pt x="6432151" y="870610"/>
                  <a:pt x="6432151" y="870610"/>
                </a:cubicBezTo>
                <a:close/>
                <a:moveTo>
                  <a:pt x="6340540" y="870302"/>
                </a:moveTo>
                <a:lnTo>
                  <a:pt x="6347842" y="870302"/>
                </a:lnTo>
                <a:cubicBezTo>
                  <a:pt x="6348071" y="870302"/>
                  <a:pt x="6348303" y="870532"/>
                  <a:pt x="6348303" y="870532"/>
                </a:cubicBezTo>
                <a:lnTo>
                  <a:pt x="6351991" y="876835"/>
                </a:lnTo>
                <a:cubicBezTo>
                  <a:pt x="6352067" y="876989"/>
                  <a:pt x="6351991" y="877372"/>
                  <a:pt x="6351991" y="877372"/>
                </a:cubicBezTo>
                <a:lnTo>
                  <a:pt x="6348303" y="883675"/>
                </a:lnTo>
                <a:cubicBezTo>
                  <a:pt x="6348225" y="883829"/>
                  <a:pt x="6347842" y="883905"/>
                  <a:pt x="6347842" y="883905"/>
                </a:cubicBezTo>
                <a:lnTo>
                  <a:pt x="6340540" y="883905"/>
                </a:lnTo>
                <a:cubicBezTo>
                  <a:pt x="6340310" y="883905"/>
                  <a:pt x="6340078" y="883675"/>
                  <a:pt x="6340078" y="883675"/>
                </a:cubicBezTo>
                <a:lnTo>
                  <a:pt x="6336389" y="877372"/>
                </a:lnTo>
                <a:cubicBezTo>
                  <a:pt x="6336311" y="877218"/>
                  <a:pt x="6336389" y="876835"/>
                  <a:pt x="6336389" y="876835"/>
                </a:cubicBezTo>
                <a:lnTo>
                  <a:pt x="6340078" y="870532"/>
                </a:lnTo>
                <a:cubicBezTo>
                  <a:pt x="6340156" y="870378"/>
                  <a:pt x="6340540" y="870302"/>
                  <a:pt x="6340540" y="870302"/>
                </a:cubicBezTo>
                <a:close/>
                <a:moveTo>
                  <a:pt x="2864021" y="869841"/>
                </a:moveTo>
                <a:lnTo>
                  <a:pt x="2871785" y="869841"/>
                </a:lnTo>
                <a:cubicBezTo>
                  <a:pt x="2871938" y="869841"/>
                  <a:pt x="2872246" y="870148"/>
                  <a:pt x="2872246" y="870148"/>
                </a:cubicBezTo>
                <a:lnTo>
                  <a:pt x="2876088" y="876911"/>
                </a:lnTo>
                <a:cubicBezTo>
                  <a:pt x="2876164" y="877065"/>
                  <a:pt x="2876088" y="877450"/>
                  <a:pt x="2876088" y="877450"/>
                </a:cubicBezTo>
                <a:lnTo>
                  <a:pt x="2872168" y="884213"/>
                </a:lnTo>
                <a:cubicBezTo>
                  <a:pt x="2872092" y="884442"/>
                  <a:pt x="2871707" y="884520"/>
                  <a:pt x="2871707" y="884520"/>
                </a:cubicBezTo>
                <a:lnTo>
                  <a:pt x="2863946" y="884520"/>
                </a:lnTo>
                <a:cubicBezTo>
                  <a:pt x="2863792" y="884520"/>
                  <a:pt x="2863484" y="884213"/>
                  <a:pt x="2863484" y="884213"/>
                </a:cubicBezTo>
                <a:lnTo>
                  <a:pt x="2859642" y="877450"/>
                </a:lnTo>
                <a:cubicBezTo>
                  <a:pt x="2859566" y="877296"/>
                  <a:pt x="2859642" y="876911"/>
                  <a:pt x="2859642" y="876911"/>
                </a:cubicBezTo>
                <a:lnTo>
                  <a:pt x="2863561" y="870148"/>
                </a:lnTo>
                <a:cubicBezTo>
                  <a:pt x="2863638" y="869917"/>
                  <a:pt x="2864021" y="869841"/>
                  <a:pt x="2864021" y="869841"/>
                </a:cubicBezTo>
                <a:close/>
                <a:moveTo>
                  <a:pt x="6248698" y="869765"/>
                </a:moveTo>
                <a:lnTo>
                  <a:pt x="6256614" y="869765"/>
                </a:lnTo>
                <a:cubicBezTo>
                  <a:pt x="6256767" y="869765"/>
                  <a:pt x="6257077" y="870072"/>
                  <a:pt x="6257077" y="870072"/>
                </a:cubicBezTo>
                <a:lnTo>
                  <a:pt x="6260995" y="876913"/>
                </a:lnTo>
                <a:cubicBezTo>
                  <a:pt x="6261073" y="877066"/>
                  <a:pt x="6260995" y="877450"/>
                  <a:pt x="6260995" y="877450"/>
                </a:cubicBezTo>
                <a:lnTo>
                  <a:pt x="6256999" y="884290"/>
                </a:lnTo>
                <a:cubicBezTo>
                  <a:pt x="6256923" y="884520"/>
                  <a:pt x="6256537" y="884598"/>
                  <a:pt x="6256537" y="884598"/>
                </a:cubicBezTo>
                <a:lnTo>
                  <a:pt x="6248623" y="884598"/>
                </a:lnTo>
                <a:cubicBezTo>
                  <a:pt x="6248469" y="884598"/>
                  <a:pt x="6248161" y="884290"/>
                  <a:pt x="6248161" y="884290"/>
                </a:cubicBezTo>
                <a:lnTo>
                  <a:pt x="6244241" y="877450"/>
                </a:lnTo>
                <a:cubicBezTo>
                  <a:pt x="6244163" y="877296"/>
                  <a:pt x="6244241" y="876913"/>
                  <a:pt x="6244241" y="876913"/>
                </a:cubicBezTo>
                <a:lnTo>
                  <a:pt x="6248238" y="870072"/>
                </a:lnTo>
                <a:cubicBezTo>
                  <a:pt x="6248315" y="869843"/>
                  <a:pt x="6248698" y="869765"/>
                  <a:pt x="6248698" y="869765"/>
                </a:cubicBezTo>
                <a:close/>
                <a:moveTo>
                  <a:pt x="4327257" y="869072"/>
                </a:moveTo>
                <a:lnTo>
                  <a:pt x="4335942" y="869072"/>
                </a:lnTo>
                <a:cubicBezTo>
                  <a:pt x="4336172" y="869072"/>
                  <a:pt x="4336480" y="869379"/>
                  <a:pt x="4336480" y="869379"/>
                </a:cubicBezTo>
                <a:lnTo>
                  <a:pt x="4340784" y="876911"/>
                </a:lnTo>
                <a:cubicBezTo>
                  <a:pt x="4340862" y="877065"/>
                  <a:pt x="4340784" y="877526"/>
                  <a:pt x="4340784" y="877526"/>
                </a:cubicBezTo>
                <a:lnTo>
                  <a:pt x="4336480" y="885057"/>
                </a:lnTo>
                <a:cubicBezTo>
                  <a:pt x="4336326" y="885211"/>
                  <a:pt x="4335942" y="885365"/>
                  <a:pt x="4335942" y="885365"/>
                </a:cubicBezTo>
                <a:lnTo>
                  <a:pt x="4327257" y="885365"/>
                </a:lnTo>
                <a:cubicBezTo>
                  <a:pt x="4327027" y="885365"/>
                  <a:pt x="4326719" y="885057"/>
                  <a:pt x="4326719" y="885057"/>
                </a:cubicBezTo>
                <a:lnTo>
                  <a:pt x="4322415" y="877526"/>
                </a:lnTo>
                <a:cubicBezTo>
                  <a:pt x="4322338" y="877372"/>
                  <a:pt x="4322415" y="876911"/>
                  <a:pt x="4322415" y="876911"/>
                </a:cubicBezTo>
                <a:lnTo>
                  <a:pt x="4326719" y="869379"/>
                </a:lnTo>
                <a:cubicBezTo>
                  <a:pt x="4326873" y="869226"/>
                  <a:pt x="4327257" y="869072"/>
                  <a:pt x="4327257" y="869072"/>
                </a:cubicBezTo>
                <a:close/>
                <a:moveTo>
                  <a:pt x="3229235" y="868457"/>
                </a:moveTo>
                <a:lnTo>
                  <a:pt x="3238458" y="868457"/>
                </a:lnTo>
                <a:cubicBezTo>
                  <a:pt x="3238687" y="868457"/>
                  <a:pt x="3238995" y="868764"/>
                  <a:pt x="3238995" y="868764"/>
                </a:cubicBezTo>
                <a:lnTo>
                  <a:pt x="3243606" y="876757"/>
                </a:lnTo>
                <a:cubicBezTo>
                  <a:pt x="3243760" y="876987"/>
                  <a:pt x="3243606" y="877448"/>
                  <a:pt x="3243606" y="877448"/>
                </a:cubicBezTo>
                <a:lnTo>
                  <a:pt x="3238995" y="885441"/>
                </a:lnTo>
                <a:cubicBezTo>
                  <a:pt x="3238919" y="885595"/>
                  <a:pt x="3238458" y="885748"/>
                  <a:pt x="3238458" y="885748"/>
                </a:cubicBezTo>
                <a:lnTo>
                  <a:pt x="3229235" y="885748"/>
                </a:lnTo>
                <a:cubicBezTo>
                  <a:pt x="3229005" y="885748"/>
                  <a:pt x="3228697" y="885441"/>
                  <a:pt x="3228697" y="885441"/>
                </a:cubicBezTo>
                <a:lnTo>
                  <a:pt x="3224086" y="877448"/>
                </a:lnTo>
                <a:cubicBezTo>
                  <a:pt x="3223932" y="877218"/>
                  <a:pt x="3224086" y="876757"/>
                  <a:pt x="3224086" y="876757"/>
                </a:cubicBezTo>
                <a:lnTo>
                  <a:pt x="3228697" y="868764"/>
                </a:lnTo>
                <a:cubicBezTo>
                  <a:pt x="3228773" y="868610"/>
                  <a:pt x="3229235" y="868457"/>
                  <a:pt x="3229235" y="868457"/>
                </a:cubicBezTo>
                <a:close/>
                <a:moveTo>
                  <a:pt x="5882101" y="868305"/>
                </a:moveTo>
                <a:lnTo>
                  <a:pt x="5891479" y="868305"/>
                </a:lnTo>
                <a:cubicBezTo>
                  <a:pt x="5891710" y="868305"/>
                  <a:pt x="5892017" y="868612"/>
                  <a:pt x="5892017" y="868612"/>
                </a:cubicBezTo>
                <a:lnTo>
                  <a:pt x="5896705" y="876759"/>
                </a:lnTo>
                <a:cubicBezTo>
                  <a:pt x="5896859" y="876989"/>
                  <a:pt x="5896705" y="877450"/>
                  <a:pt x="5896705" y="877450"/>
                </a:cubicBezTo>
                <a:lnTo>
                  <a:pt x="5892017" y="885597"/>
                </a:lnTo>
                <a:cubicBezTo>
                  <a:pt x="5891939" y="885750"/>
                  <a:pt x="5891479" y="885904"/>
                  <a:pt x="5891479" y="885904"/>
                </a:cubicBezTo>
                <a:lnTo>
                  <a:pt x="5882101" y="885904"/>
                </a:lnTo>
                <a:cubicBezTo>
                  <a:pt x="5881872" y="885904"/>
                  <a:pt x="5881564" y="885597"/>
                  <a:pt x="5881564" y="885597"/>
                </a:cubicBezTo>
                <a:lnTo>
                  <a:pt x="5876877" y="877450"/>
                </a:lnTo>
                <a:cubicBezTo>
                  <a:pt x="5876723" y="877220"/>
                  <a:pt x="5876877" y="876759"/>
                  <a:pt x="5876877" y="876759"/>
                </a:cubicBezTo>
                <a:lnTo>
                  <a:pt x="5881564" y="868612"/>
                </a:lnTo>
                <a:cubicBezTo>
                  <a:pt x="5881642" y="868459"/>
                  <a:pt x="5882101" y="868305"/>
                  <a:pt x="5882101" y="868305"/>
                </a:cubicBezTo>
                <a:close/>
                <a:moveTo>
                  <a:pt x="6156166" y="867612"/>
                </a:moveTo>
                <a:lnTo>
                  <a:pt x="6166310" y="867612"/>
                </a:lnTo>
                <a:cubicBezTo>
                  <a:pt x="6166540" y="867612"/>
                  <a:pt x="6166926" y="867995"/>
                  <a:pt x="6166926" y="867995"/>
                </a:cubicBezTo>
                <a:lnTo>
                  <a:pt x="6171996" y="876757"/>
                </a:lnTo>
                <a:cubicBezTo>
                  <a:pt x="6172152" y="876989"/>
                  <a:pt x="6171996" y="877450"/>
                  <a:pt x="6171996" y="877450"/>
                </a:cubicBezTo>
                <a:lnTo>
                  <a:pt x="6166926" y="886210"/>
                </a:lnTo>
                <a:cubicBezTo>
                  <a:pt x="6166771" y="886441"/>
                  <a:pt x="6166310" y="886595"/>
                  <a:pt x="6166310" y="886595"/>
                </a:cubicBezTo>
                <a:lnTo>
                  <a:pt x="6156166" y="886595"/>
                </a:lnTo>
                <a:cubicBezTo>
                  <a:pt x="6155935" y="886595"/>
                  <a:pt x="6155549" y="886210"/>
                  <a:pt x="6155549" y="886210"/>
                </a:cubicBezTo>
                <a:lnTo>
                  <a:pt x="6150478" y="877450"/>
                </a:lnTo>
                <a:cubicBezTo>
                  <a:pt x="6150325" y="877218"/>
                  <a:pt x="6150478" y="876757"/>
                  <a:pt x="6150478" y="876757"/>
                </a:cubicBezTo>
                <a:lnTo>
                  <a:pt x="6155549" y="867995"/>
                </a:lnTo>
                <a:cubicBezTo>
                  <a:pt x="6155703" y="867766"/>
                  <a:pt x="6156166" y="867612"/>
                  <a:pt x="6156166" y="867612"/>
                </a:cubicBezTo>
                <a:close/>
                <a:moveTo>
                  <a:pt x="2313513" y="866921"/>
                </a:moveTo>
                <a:lnTo>
                  <a:pt x="2324427" y="866921"/>
                </a:lnTo>
                <a:cubicBezTo>
                  <a:pt x="2324735" y="866921"/>
                  <a:pt x="2325118" y="867304"/>
                  <a:pt x="2325118" y="867304"/>
                </a:cubicBezTo>
                <a:lnTo>
                  <a:pt x="2330575" y="876759"/>
                </a:lnTo>
                <a:cubicBezTo>
                  <a:pt x="2330729" y="876989"/>
                  <a:pt x="2330575" y="877526"/>
                  <a:pt x="2330575" y="877526"/>
                </a:cubicBezTo>
                <a:lnTo>
                  <a:pt x="2325118" y="886981"/>
                </a:lnTo>
                <a:cubicBezTo>
                  <a:pt x="2324965" y="887210"/>
                  <a:pt x="2324427" y="887364"/>
                  <a:pt x="2324427" y="887364"/>
                </a:cubicBezTo>
                <a:lnTo>
                  <a:pt x="2313513" y="887364"/>
                </a:lnTo>
                <a:cubicBezTo>
                  <a:pt x="2313207" y="887364"/>
                  <a:pt x="2312822" y="886981"/>
                  <a:pt x="2312822" y="886981"/>
                </a:cubicBezTo>
                <a:lnTo>
                  <a:pt x="2307365" y="877526"/>
                </a:lnTo>
                <a:cubicBezTo>
                  <a:pt x="2307212" y="877296"/>
                  <a:pt x="2307365" y="876759"/>
                  <a:pt x="2307365" y="876759"/>
                </a:cubicBezTo>
                <a:lnTo>
                  <a:pt x="2312822" y="867304"/>
                </a:lnTo>
                <a:cubicBezTo>
                  <a:pt x="2312975" y="867075"/>
                  <a:pt x="2313513" y="866921"/>
                  <a:pt x="2313513" y="866921"/>
                </a:cubicBezTo>
                <a:close/>
                <a:moveTo>
                  <a:pt x="1947457" y="866689"/>
                </a:moveTo>
                <a:lnTo>
                  <a:pt x="1958677" y="866689"/>
                </a:lnTo>
                <a:cubicBezTo>
                  <a:pt x="1958984" y="866689"/>
                  <a:pt x="1959368" y="867073"/>
                  <a:pt x="1959368" y="867073"/>
                </a:cubicBezTo>
                <a:lnTo>
                  <a:pt x="1964978" y="876757"/>
                </a:lnTo>
                <a:cubicBezTo>
                  <a:pt x="1965132" y="876987"/>
                  <a:pt x="1964978" y="877526"/>
                  <a:pt x="1964978" y="877526"/>
                </a:cubicBezTo>
                <a:lnTo>
                  <a:pt x="1959368" y="887208"/>
                </a:lnTo>
                <a:cubicBezTo>
                  <a:pt x="1959214" y="887440"/>
                  <a:pt x="1958677" y="887594"/>
                  <a:pt x="1958677" y="887594"/>
                </a:cubicBezTo>
                <a:lnTo>
                  <a:pt x="1947457" y="887594"/>
                </a:lnTo>
                <a:cubicBezTo>
                  <a:pt x="1947147" y="887594"/>
                  <a:pt x="1946764" y="887208"/>
                  <a:pt x="1946764" y="887208"/>
                </a:cubicBezTo>
                <a:lnTo>
                  <a:pt x="1941154" y="877526"/>
                </a:lnTo>
                <a:cubicBezTo>
                  <a:pt x="1941000" y="877294"/>
                  <a:pt x="1941154" y="876757"/>
                  <a:pt x="1941154" y="876757"/>
                </a:cubicBezTo>
                <a:lnTo>
                  <a:pt x="1946764" y="867073"/>
                </a:lnTo>
                <a:cubicBezTo>
                  <a:pt x="1946917" y="866843"/>
                  <a:pt x="1947457" y="866689"/>
                  <a:pt x="1947457" y="866689"/>
                </a:cubicBezTo>
                <a:close/>
                <a:moveTo>
                  <a:pt x="4508864" y="866535"/>
                </a:moveTo>
                <a:lnTo>
                  <a:pt x="4520238" y="866535"/>
                </a:lnTo>
                <a:cubicBezTo>
                  <a:pt x="4520546" y="866535"/>
                  <a:pt x="4520931" y="866919"/>
                  <a:pt x="4520931" y="866919"/>
                </a:cubicBezTo>
                <a:lnTo>
                  <a:pt x="4526617" y="876757"/>
                </a:lnTo>
                <a:cubicBezTo>
                  <a:pt x="4526771" y="876989"/>
                  <a:pt x="4526617" y="877526"/>
                  <a:pt x="4526617" y="877526"/>
                </a:cubicBezTo>
                <a:lnTo>
                  <a:pt x="4520931" y="887364"/>
                </a:lnTo>
                <a:cubicBezTo>
                  <a:pt x="4520776" y="887594"/>
                  <a:pt x="4520238" y="887748"/>
                  <a:pt x="4520238" y="887748"/>
                </a:cubicBezTo>
                <a:lnTo>
                  <a:pt x="4508864" y="887748"/>
                </a:lnTo>
                <a:cubicBezTo>
                  <a:pt x="4508556" y="887748"/>
                  <a:pt x="4508171" y="887364"/>
                  <a:pt x="4508171" y="887364"/>
                </a:cubicBezTo>
                <a:lnTo>
                  <a:pt x="4502485" y="877526"/>
                </a:lnTo>
                <a:cubicBezTo>
                  <a:pt x="4502331" y="877294"/>
                  <a:pt x="4502485" y="876757"/>
                  <a:pt x="4502485" y="876757"/>
                </a:cubicBezTo>
                <a:lnTo>
                  <a:pt x="4508171" y="866919"/>
                </a:lnTo>
                <a:cubicBezTo>
                  <a:pt x="4508326" y="866689"/>
                  <a:pt x="4508864" y="866535"/>
                  <a:pt x="4508864" y="866535"/>
                </a:cubicBezTo>
                <a:close/>
                <a:moveTo>
                  <a:pt x="3868511" y="866535"/>
                </a:moveTo>
                <a:lnTo>
                  <a:pt x="3879885" y="866535"/>
                </a:lnTo>
                <a:cubicBezTo>
                  <a:pt x="3880192" y="866535"/>
                  <a:pt x="3880579" y="866919"/>
                  <a:pt x="3880579" y="866919"/>
                </a:cubicBezTo>
                <a:lnTo>
                  <a:pt x="3886264" y="876757"/>
                </a:lnTo>
                <a:cubicBezTo>
                  <a:pt x="3886418" y="876989"/>
                  <a:pt x="3886264" y="877526"/>
                  <a:pt x="3886264" y="877526"/>
                </a:cubicBezTo>
                <a:lnTo>
                  <a:pt x="3880579" y="887364"/>
                </a:lnTo>
                <a:cubicBezTo>
                  <a:pt x="3880422" y="887594"/>
                  <a:pt x="3879885" y="887748"/>
                  <a:pt x="3879885" y="887748"/>
                </a:cubicBezTo>
                <a:lnTo>
                  <a:pt x="3868511" y="887748"/>
                </a:lnTo>
                <a:cubicBezTo>
                  <a:pt x="3868203" y="887748"/>
                  <a:pt x="3867820" y="887364"/>
                  <a:pt x="3867820" y="887364"/>
                </a:cubicBezTo>
                <a:lnTo>
                  <a:pt x="3862132" y="877526"/>
                </a:lnTo>
                <a:cubicBezTo>
                  <a:pt x="3861978" y="877294"/>
                  <a:pt x="3862132" y="876757"/>
                  <a:pt x="3862132" y="876757"/>
                </a:cubicBezTo>
                <a:lnTo>
                  <a:pt x="3867820" y="866919"/>
                </a:lnTo>
                <a:cubicBezTo>
                  <a:pt x="3867974" y="866689"/>
                  <a:pt x="3868511" y="866535"/>
                  <a:pt x="3868511" y="866535"/>
                </a:cubicBezTo>
                <a:close/>
                <a:moveTo>
                  <a:pt x="2953636" y="866535"/>
                </a:moveTo>
                <a:lnTo>
                  <a:pt x="2965010" y="866535"/>
                </a:lnTo>
                <a:cubicBezTo>
                  <a:pt x="2965317" y="866535"/>
                  <a:pt x="2965703" y="866919"/>
                  <a:pt x="2965703" y="866919"/>
                </a:cubicBezTo>
                <a:lnTo>
                  <a:pt x="2971389" y="876757"/>
                </a:lnTo>
                <a:cubicBezTo>
                  <a:pt x="2971542" y="876989"/>
                  <a:pt x="2971389" y="877526"/>
                  <a:pt x="2971389" y="877526"/>
                </a:cubicBezTo>
                <a:lnTo>
                  <a:pt x="2965703" y="887364"/>
                </a:lnTo>
                <a:cubicBezTo>
                  <a:pt x="2965549" y="887594"/>
                  <a:pt x="2965010" y="887748"/>
                  <a:pt x="2965010" y="887748"/>
                </a:cubicBezTo>
                <a:lnTo>
                  <a:pt x="2953636" y="887748"/>
                </a:lnTo>
                <a:cubicBezTo>
                  <a:pt x="2953328" y="887748"/>
                  <a:pt x="2952945" y="887364"/>
                  <a:pt x="2952945" y="887364"/>
                </a:cubicBezTo>
                <a:lnTo>
                  <a:pt x="2947257" y="877526"/>
                </a:lnTo>
                <a:cubicBezTo>
                  <a:pt x="2947103" y="877294"/>
                  <a:pt x="2947257" y="876757"/>
                  <a:pt x="2947257" y="876757"/>
                </a:cubicBezTo>
                <a:lnTo>
                  <a:pt x="2952945" y="866919"/>
                </a:lnTo>
                <a:cubicBezTo>
                  <a:pt x="2953098" y="866689"/>
                  <a:pt x="2953636" y="866535"/>
                  <a:pt x="2953636" y="866535"/>
                </a:cubicBezTo>
                <a:close/>
                <a:moveTo>
                  <a:pt x="2221748" y="866382"/>
                </a:moveTo>
                <a:lnTo>
                  <a:pt x="2233275" y="866382"/>
                </a:lnTo>
                <a:cubicBezTo>
                  <a:pt x="2233585" y="866382"/>
                  <a:pt x="2233968" y="866765"/>
                  <a:pt x="2233968" y="866765"/>
                </a:cubicBezTo>
                <a:lnTo>
                  <a:pt x="2239732" y="876757"/>
                </a:lnTo>
                <a:cubicBezTo>
                  <a:pt x="2239886" y="877065"/>
                  <a:pt x="2239732" y="877602"/>
                  <a:pt x="2239732" y="877602"/>
                </a:cubicBezTo>
                <a:lnTo>
                  <a:pt x="2233968" y="887594"/>
                </a:lnTo>
                <a:cubicBezTo>
                  <a:pt x="2233815" y="887823"/>
                  <a:pt x="2233275" y="887977"/>
                  <a:pt x="2233275" y="887977"/>
                </a:cubicBezTo>
                <a:lnTo>
                  <a:pt x="2221748" y="887977"/>
                </a:lnTo>
                <a:cubicBezTo>
                  <a:pt x="2221440" y="887977"/>
                  <a:pt x="2221057" y="887594"/>
                  <a:pt x="2221057" y="887594"/>
                </a:cubicBezTo>
                <a:lnTo>
                  <a:pt x="2215292" y="877602"/>
                </a:lnTo>
                <a:cubicBezTo>
                  <a:pt x="2215139" y="877294"/>
                  <a:pt x="2215292" y="876757"/>
                  <a:pt x="2215292" y="876757"/>
                </a:cubicBezTo>
                <a:lnTo>
                  <a:pt x="2221057" y="866765"/>
                </a:lnTo>
                <a:cubicBezTo>
                  <a:pt x="2221210" y="866535"/>
                  <a:pt x="2221748" y="866382"/>
                  <a:pt x="2221748" y="866382"/>
                </a:cubicBezTo>
                <a:close/>
                <a:moveTo>
                  <a:pt x="6063864" y="866230"/>
                </a:moveTo>
                <a:lnTo>
                  <a:pt x="6075546" y="866230"/>
                </a:lnTo>
                <a:cubicBezTo>
                  <a:pt x="6075854" y="866230"/>
                  <a:pt x="6076237" y="866613"/>
                  <a:pt x="6076237" y="866613"/>
                </a:cubicBezTo>
                <a:lnTo>
                  <a:pt x="6082078" y="876681"/>
                </a:lnTo>
                <a:cubicBezTo>
                  <a:pt x="6082232" y="876989"/>
                  <a:pt x="6082078" y="877528"/>
                  <a:pt x="6082078" y="877528"/>
                </a:cubicBezTo>
                <a:lnTo>
                  <a:pt x="6076237" y="887596"/>
                </a:lnTo>
                <a:cubicBezTo>
                  <a:pt x="6076083" y="887825"/>
                  <a:pt x="6075546" y="887979"/>
                  <a:pt x="6075546" y="887979"/>
                </a:cubicBezTo>
                <a:lnTo>
                  <a:pt x="6063864" y="887979"/>
                </a:lnTo>
                <a:cubicBezTo>
                  <a:pt x="6063556" y="887979"/>
                  <a:pt x="6063173" y="887596"/>
                  <a:pt x="6063173" y="887596"/>
                </a:cubicBezTo>
                <a:lnTo>
                  <a:pt x="6057331" y="877528"/>
                </a:lnTo>
                <a:cubicBezTo>
                  <a:pt x="6057177" y="877220"/>
                  <a:pt x="6057331" y="876681"/>
                  <a:pt x="6057331" y="876681"/>
                </a:cubicBezTo>
                <a:lnTo>
                  <a:pt x="6063173" y="866613"/>
                </a:lnTo>
                <a:cubicBezTo>
                  <a:pt x="6063325" y="866383"/>
                  <a:pt x="6063864" y="866230"/>
                  <a:pt x="6063864" y="866230"/>
                </a:cubicBezTo>
                <a:close/>
                <a:moveTo>
                  <a:pt x="1855230" y="865229"/>
                </a:moveTo>
                <a:lnTo>
                  <a:pt x="1867910" y="865229"/>
                </a:lnTo>
                <a:cubicBezTo>
                  <a:pt x="1868218" y="865229"/>
                  <a:pt x="1868679" y="865691"/>
                  <a:pt x="1868679" y="865691"/>
                </a:cubicBezTo>
                <a:lnTo>
                  <a:pt x="1875058" y="876681"/>
                </a:lnTo>
                <a:cubicBezTo>
                  <a:pt x="1875212" y="876989"/>
                  <a:pt x="1875058" y="877602"/>
                  <a:pt x="1875058" y="877602"/>
                </a:cubicBezTo>
                <a:lnTo>
                  <a:pt x="1868679" y="888592"/>
                </a:lnTo>
                <a:cubicBezTo>
                  <a:pt x="1868526" y="888900"/>
                  <a:pt x="1867910" y="889054"/>
                  <a:pt x="1867910" y="889054"/>
                </a:cubicBezTo>
                <a:lnTo>
                  <a:pt x="1855230" y="889054"/>
                </a:lnTo>
                <a:cubicBezTo>
                  <a:pt x="1854923" y="889054"/>
                  <a:pt x="1854461" y="888592"/>
                  <a:pt x="1854461" y="888592"/>
                </a:cubicBezTo>
                <a:lnTo>
                  <a:pt x="1848082" y="877602"/>
                </a:lnTo>
                <a:cubicBezTo>
                  <a:pt x="1847928" y="877296"/>
                  <a:pt x="1848082" y="876681"/>
                  <a:pt x="1848082" y="876681"/>
                </a:cubicBezTo>
                <a:lnTo>
                  <a:pt x="1854461" y="865691"/>
                </a:lnTo>
                <a:cubicBezTo>
                  <a:pt x="1854615" y="865383"/>
                  <a:pt x="1855230" y="865229"/>
                  <a:pt x="1855230" y="865229"/>
                </a:cubicBezTo>
                <a:close/>
                <a:moveTo>
                  <a:pt x="2769798" y="864846"/>
                </a:moveTo>
                <a:lnTo>
                  <a:pt x="2782939" y="864846"/>
                </a:lnTo>
                <a:cubicBezTo>
                  <a:pt x="2783249" y="864846"/>
                  <a:pt x="2783708" y="865307"/>
                  <a:pt x="2783708" y="865307"/>
                </a:cubicBezTo>
                <a:lnTo>
                  <a:pt x="2790241" y="876681"/>
                </a:lnTo>
                <a:cubicBezTo>
                  <a:pt x="2790396" y="876989"/>
                  <a:pt x="2790241" y="877604"/>
                  <a:pt x="2790241" y="877604"/>
                </a:cubicBezTo>
                <a:lnTo>
                  <a:pt x="2783632" y="888978"/>
                </a:lnTo>
                <a:cubicBezTo>
                  <a:pt x="2783479" y="889285"/>
                  <a:pt x="2782864" y="889439"/>
                  <a:pt x="2782864" y="889439"/>
                </a:cubicBezTo>
                <a:lnTo>
                  <a:pt x="2769722" y="889439"/>
                </a:lnTo>
                <a:cubicBezTo>
                  <a:pt x="2769414" y="889439"/>
                  <a:pt x="2768953" y="888978"/>
                  <a:pt x="2768953" y="888978"/>
                </a:cubicBezTo>
                <a:lnTo>
                  <a:pt x="2762420" y="877604"/>
                </a:lnTo>
                <a:cubicBezTo>
                  <a:pt x="2762266" y="877296"/>
                  <a:pt x="2762420" y="876681"/>
                  <a:pt x="2762420" y="876681"/>
                </a:cubicBezTo>
                <a:lnTo>
                  <a:pt x="2769029" y="865307"/>
                </a:lnTo>
                <a:cubicBezTo>
                  <a:pt x="2769183" y="864999"/>
                  <a:pt x="2769798" y="864846"/>
                  <a:pt x="2769798" y="864846"/>
                </a:cubicBezTo>
                <a:close/>
                <a:moveTo>
                  <a:pt x="5605119" y="863615"/>
                </a:moveTo>
                <a:lnTo>
                  <a:pt x="5619566" y="863615"/>
                </a:lnTo>
                <a:cubicBezTo>
                  <a:pt x="5619951" y="863615"/>
                  <a:pt x="5620489" y="864153"/>
                  <a:pt x="5620489" y="864153"/>
                </a:cubicBezTo>
                <a:lnTo>
                  <a:pt x="5627715" y="876681"/>
                </a:lnTo>
                <a:cubicBezTo>
                  <a:pt x="5627868" y="876989"/>
                  <a:pt x="5627715" y="877680"/>
                  <a:pt x="5627715" y="877680"/>
                </a:cubicBezTo>
                <a:lnTo>
                  <a:pt x="5620489" y="890206"/>
                </a:lnTo>
                <a:cubicBezTo>
                  <a:pt x="5620259" y="890514"/>
                  <a:pt x="5619566" y="890745"/>
                  <a:pt x="5619566" y="890745"/>
                </a:cubicBezTo>
                <a:lnTo>
                  <a:pt x="5605119" y="890745"/>
                </a:lnTo>
                <a:cubicBezTo>
                  <a:pt x="5604735" y="890745"/>
                  <a:pt x="5604196" y="890206"/>
                  <a:pt x="5604196" y="890206"/>
                </a:cubicBezTo>
                <a:lnTo>
                  <a:pt x="5596972" y="877680"/>
                </a:lnTo>
                <a:cubicBezTo>
                  <a:pt x="5596818" y="877372"/>
                  <a:pt x="5596972" y="876681"/>
                  <a:pt x="5596972" y="876681"/>
                </a:cubicBezTo>
                <a:lnTo>
                  <a:pt x="5604196" y="864153"/>
                </a:lnTo>
                <a:cubicBezTo>
                  <a:pt x="5604427" y="863845"/>
                  <a:pt x="5605119" y="863615"/>
                  <a:pt x="5605119" y="863615"/>
                </a:cubicBezTo>
                <a:close/>
                <a:moveTo>
                  <a:pt x="2036989" y="862847"/>
                </a:moveTo>
                <a:lnTo>
                  <a:pt x="2052208" y="862847"/>
                </a:lnTo>
                <a:cubicBezTo>
                  <a:pt x="2052591" y="862847"/>
                  <a:pt x="2053130" y="863384"/>
                  <a:pt x="2053130" y="863384"/>
                </a:cubicBezTo>
                <a:lnTo>
                  <a:pt x="2060738" y="876603"/>
                </a:lnTo>
                <a:cubicBezTo>
                  <a:pt x="2060969" y="876911"/>
                  <a:pt x="2060738" y="877680"/>
                  <a:pt x="2060738" y="877680"/>
                </a:cubicBezTo>
                <a:lnTo>
                  <a:pt x="2053130" y="890899"/>
                </a:lnTo>
                <a:cubicBezTo>
                  <a:pt x="2052976" y="891207"/>
                  <a:pt x="2052208" y="891436"/>
                  <a:pt x="2052208" y="891436"/>
                </a:cubicBezTo>
                <a:lnTo>
                  <a:pt x="2036989" y="891436"/>
                </a:lnTo>
                <a:cubicBezTo>
                  <a:pt x="2036606" y="891436"/>
                  <a:pt x="2036068" y="890899"/>
                  <a:pt x="2036068" y="890899"/>
                </a:cubicBezTo>
                <a:lnTo>
                  <a:pt x="2028459" y="877680"/>
                </a:lnTo>
                <a:cubicBezTo>
                  <a:pt x="2028227" y="877372"/>
                  <a:pt x="2028459" y="876603"/>
                  <a:pt x="2028459" y="876603"/>
                </a:cubicBezTo>
                <a:lnTo>
                  <a:pt x="2036068" y="863384"/>
                </a:lnTo>
                <a:cubicBezTo>
                  <a:pt x="2036222" y="863076"/>
                  <a:pt x="2036989" y="862847"/>
                  <a:pt x="2036989" y="862847"/>
                </a:cubicBezTo>
                <a:close/>
                <a:moveTo>
                  <a:pt x="4414562" y="861233"/>
                </a:moveTo>
                <a:lnTo>
                  <a:pt x="4431548" y="861233"/>
                </a:lnTo>
                <a:cubicBezTo>
                  <a:pt x="4432008" y="861233"/>
                  <a:pt x="4432623" y="861848"/>
                  <a:pt x="4432623" y="861848"/>
                </a:cubicBezTo>
                <a:lnTo>
                  <a:pt x="4441155" y="876603"/>
                </a:lnTo>
                <a:cubicBezTo>
                  <a:pt x="4441385" y="876989"/>
                  <a:pt x="4441155" y="877833"/>
                  <a:pt x="4441155" y="877833"/>
                </a:cubicBezTo>
                <a:lnTo>
                  <a:pt x="4432623" y="892589"/>
                </a:lnTo>
                <a:cubicBezTo>
                  <a:pt x="4432393" y="892974"/>
                  <a:pt x="4432008" y="893204"/>
                  <a:pt x="4431548" y="893204"/>
                </a:cubicBezTo>
                <a:lnTo>
                  <a:pt x="4414562" y="893204"/>
                </a:lnTo>
                <a:cubicBezTo>
                  <a:pt x="4414101" y="893204"/>
                  <a:pt x="4413488" y="892589"/>
                  <a:pt x="4413488" y="892589"/>
                </a:cubicBezTo>
                <a:lnTo>
                  <a:pt x="4404956" y="877833"/>
                </a:lnTo>
                <a:cubicBezTo>
                  <a:pt x="4404726" y="877450"/>
                  <a:pt x="4404956" y="876603"/>
                  <a:pt x="4404956" y="876603"/>
                </a:cubicBezTo>
                <a:lnTo>
                  <a:pt x="4413488" y="861848"/>
                </a:lnTo>
                <a:cubicBezTo>
                  <a:pt x="4413717" y="861463"/>
                  <a:pt x="4414101" y="861233"/>
                  <a:pt x="4414562" y="861233"/>
                </a:cubicBezTo>
                <a:close/>
                <a:moveTo>
                  <a:pt x="2401281" y="859927"/>
                </a:moveTo>
                <a:lnTo>
                  <a:pt x="2419650" y="859927"/>
                </a:lnTo>
                <a:cubicBezTo>
                  <a:pt x="2420111" y="859927"/>
                  <a:pt x="2420572" y="860156"/>
                  <a:pt x="2420802" y="860542"/>
                </a:cubicBezTo>
                <a:lnTo>
                  <a:pt x="2429949" y="876449"/>
                </a:lnTo>
                <a:cubicBezTo>
                  <a:pt x="2430179" y="876835"/>
                  <a:pt x="2430179" y="877372"/>
                  <a:pt x="2429949" y="877758"/>
                </a:cubicBezTo>
                <a:lnTo>
                  <a:pt x="2420726" y="893665"/>
                </a:lnTo>
                <a:cubicBezTo>
                  <a:pt x="2420494" y="894051"/>
                  <a:pt x="2420035" y="894280"/>
                  <a:pt x="2419574" y="894280"/>
                </a:cubicBezTo>
                <a:lnTo>
                  <a:pt x="2401205" y="894280"/>
                </a:lnTo>
                <a:cubicBezTo>
                  <a:pt x="2400744" y="894280"/>
                  <a:pt x="2400283" y="894051"/>
                  <a:pt x="2400051" y="893665"/>
                </a:cubicBezTo>
                <a:lnTo>
                  <a:pt x="2390906" y="877758"/>
                </a:lnTo>
                <a:cubicBezTo>
                  <a:pt x="2390676" y="877372"/>
                  <a:pt x="2390676" y="876835"/>
                  <a:pt x="2390906" y="876449"/>
                </a:cubicBezTo>
                <a:lnTo>
                  <a:pt x="2400129" y="860542"/>
                </a:lnTo>
                <a:cubicBezTo>
                  <a:pt x="2400359" y="860156"/>
                  <a:pt x="2400820" y="859927"/>
                  <a:pt x="2401281" y="859927"/>
                </a:cubicBezTo>
                <a:close/>
                <a:moveTo>
                  <a:pt x="4688244" y="859773"/>
                </a:moveTo>
                <a:lnTo>
                  <a:pt x="4706764" y="859773"/>
                </a:lnTo>
                <a:cubicBezTo>
                  <a:pt x="4707225" y="859773"/>
                  <a:pt x="4707687" y="860080"/>
                  <a:pt x="4707918" y="860464"/>
                </a:cubicBezTo>
                <a:lnTo>
                  <a:pt x="4717139" y="876527"/>
                </a:lnTo>
                <a:cubicBezTo>
                  <a:pt x="4717371" y="876911"/>
                  <a:pt x="4717371" y="877450"/>
                  <a:pt x="4717139" y="877833"/>
                </a:cubicBezTo>
                <a:lnTo>
                  <a:pt x="4707840" y="893897"/>
                </a:lnTo>
                <a:cubicBezTo>
                  <a:pt x="4707611" y="894358"/>
                  <a:pt x="4707150" y="894588"/>
                  <a:pt x="4706688" y="894588"/>
                </a:cubicBezTo>
                <a:lnTo>
                  <a:pt x="4688166" y="894588"/>
                </a:lnTo>
                <a:cubicBezTo>
                  <a:pt x="4687705" y="894588"/>
                  <a:pt x="4687243" y="894280"/>
                  <a:pt x="4687013" y="893897"/>
                </a:cubicBezTo>
                <a:lnTo>
                  <a:pt x="4677790" y="877833"/>
                </a:lnTo>
                <a:cubicBezTo>
                  <a:pt x="4677561" y="877450"/>
                  <a:pt x="4677561" y="876911"/>
                  <a:pt x="4677790" y="876527"/>
                </a:cubicBezTo>
                <a:lnTo>
                  <a:pt x="4687089" y="860464"/>
                </a:lnTo>
                <a:cubicBezTo>
                  <a:pt x="4687321" y="860003"/>
                  <a:pt x="4687783" y="859773"/>
                  <a:pt x="4688244" y="859773"/>
                </a:cubicBezTo>
                <a:close/>
                <a:moveTo>
                  <a:pt x="4136812" y="855085"/>
                </a:moveTo>
                <a:lnTo>
                  <a:pt x="4160405" y="855085"/>
                </a:lnTo>
                <a:cubicBezTo>
                  <a:pt x="4161020" y="855085"/>
                  <a:pt x="4161559" y="855393"/>
                  <a:pt x="4161866" y="855930"/>
                </a:cubicBezTo>
                <a:lnTo>
                  <a:pt x="4173624" y="876373"/>
                </a:lnTo>
                <a:cubicBezTo>
                  <a:pt x="4173932" y="876913"/>
                  <a:pt x="4173932" y="877528"/>
                  <a:pt x="4173624" y="878065"/>
                </a:cubicBezTo>
                <a:lnTo>
                  <a:pt x="4161789" y="898508"/>
                </a:lnTo>
                <a:cubicBezTo>
                  <a:pt x="4161481" y="899046"/>
                  <a:pt x="4160944" y="899353"/>
                  <a:pt x="4160329" y="899353"/>
                </a:cubicBezTo>
                <a:lnTo>
                  <a:pt x="4136734" y="899353"/>
                </a:lnTo>
                <a:cubicBezTo>
                  <a:pt x="4136119" y="899353"/>
                  <a:pt x="4135582" y="899046"/>
                  <a:pt x="4135274" y="898508"/>
                </a:cubicBezTo>
                <a:lnTo>
                  <a:pt x="4123515" y="878065"/>
                </a:lnTo>
                <a:cubicBezTo>
                  <a:pt x="4123210" y="877528"/>
                  <a:pt x="4123210" y="876913"/>
                  <a:pt x="4123515" y="876373"/>
                </a:cubicBezTo>
                <a:lnTo>
                  <a:pt x="4135352" y="855930"/>
                </a:lnTo>
                <a:cubicBezTo>
                  <a:pt x="4135658" y="855393"/>
                  <a:pt x="4136197" y="855085"/>
                  <a:pt x="4136812" y="855085"/>
                </a:cubicBezTo>
                <a:close/>
                <a:moveTo>
                  <a:pt x="3953667" y="854624"/>
                </a:moveTo>
                <a:lnTo>
                  <a:pt x="3977723" y="854624"/>
                </a:lnTo>
                <a:cubicBezTo>
                  <a:pt x="3978338" y="854624"/>
                  <a:pt x="3978876" y="854932"/>
                  <a:pt x="3979184" y="855469"/>
                </a:cubicBezTo>
                <a:lnTo>
                  <a:pt x="3991172" y="876298"/>
                </a:lnTo>
                <a:cubicBezTo>
                  <a:pt x="3991480" y="876835"/>
                  <a:pt x="3991480" y="877450"/>
                  <a:pt x="3991172" y="877987"/>
                </a:cubicBezTo>
                <a:lnTo>
                  <a:pt x="3979106" y="898816"/>
                </a:lnTo>
                <a:cubicBezTo>
                  <a:pt x="3978800" y="899353"/>
                  <a:pt x="3978261" y="899661"/>
                  <a:pt x="3977646" y="899661"/>
                </a:cubicBezTo>
                <a:lnTo>
                  <a:pt x="3953592" y="899661"/>
                </a:lnTo>
                <a:cubicBezTo>
                  <a:pt x="3952977" y="899661"/>
                  <a:pt x="3952437" y="899353"/>
                  <a:pt x="3952129" y="898816"/>
                </a:cubicBezTo>
                <a:lnTo>
                  <a:pt x="3940140" y="877987"/>
                </a:lnTo>
                <a:cubicBezTo>
                  <a:pt x="3939835" y="877450"/>
                  <a:pt x="3939835" y="876835"/>
                  <a:pt x="3940140" y="876298"/>
                </a:cubicBezTo>
                <a:lnTo>
                  <a:pt x="3952207" y="855469"/>
                </a:lnTo>
                <a:cubicBezTo>
                  <a:pt x="3952515" y="854932"/>
                  <a:pt x="3953052" y="854624"/>
                  <a:pt x="3953667" y="854624"/>
                </a:cubicBezTo>
                <a:close/>
                <a:moveTo>
                  <a:pt x="4877919" y="793140"/>
                </a:moveTo>
                <a:lnTo>
                  <a:pt x="4882990" y="793140"/>
                </a:lnTo>
                <a:cubicBezTo>
                  <a:pt x="4883144" y="793140"/>
                  <a:pt x="4883300" y="793294"/>
                  <a:pt x="4883300" y="793294"/>
                </a:cubicBezTo>
                <a:lnTo>
                  <a:pt x="4885834" y="797674"/>
                </a:lnTo>
                <a:cubicBezTo>
                  <a:pt x="4885834" y="797828"/>
                  <a:pt x="4885834" y="798059"/>
                  <a:pt x="4885834" y="798059"/>
                </a:cubicBezTo>
                <a:lnTo>
                  <a:pt x="4883300" y="802439"/>
                </a:lnTo>
                <a:cubicBezTo>
                  <a:pt x="4883222" y="802593"/>
                  <a:pt x="4882990" y="802593"/>
                  <a:pt x="4882990" y="802593"/>
                </a:cubicBezTo>
                <a:lnTo>
                  <a:pt x="4877919" y="802593"/>
                </a:lnTo>
                <a:cubicBezTo>
                  <a:pt x="4877766" y="802593"/>
                  <a:pt x="4877612" y="802439"/>
                  <a:pt x="4877612" y="802439"/>
                </a:cubicBezTo>
                <a:lnTo>
                  <a:pt x="4875075" y="798059"/>
                </a:lnTo>
                <a:cubicBezTo>
                  <a:pt x="4875075" y="797906"/>
                  <a:pt x="4875075" y="797674"/>
                  <a:pt x="4875075" y="797674"/>
                </a:cubicBezTo>
                <a:lnTo>
                  <a:pt x="4877612" y="793294"/>
                </a:lnTo>
                <a:cubicBezTo>
                  <a:pt x="4877688" y="793140"/>
                  <a:pt x="4877919" y="793140"/>
                  <a:pt x="4877919" y="793140"/>
                </a:cubicBezTo>
                <a:close/>
                <a:moveTo>
                  <a:pt x="5609574" y="792679"/>
                </a:moveTo>
                <a:lnTo>
                  <a:pt x="5615108" y="792679"/>
                </a:lnTo>
                <a:cubicBezTo>
                  <a:pt x="5615184" y="792679"/>
                  <a:pt x="5615416" y="792909"/>
                  <a:pt x="5615416" y="792909"/>
                </a:cubicBezTo>
                <a:lnTo>
                  <a:pt x="5618182" y="797674"/>
                </a:lnTo>
                <a:cubicBezTo>
                  <a:pt x="5618182" y="797752"/>
                  <a:pt x="5618182" y="798059"/>
                  <a:pt x="5618182" y="798059"/>
                </a:cubicBezTo>
                <a:lnTo>
                  <a:pt x="5615416" y="802825"/>
                </a:lnTo>
                <a:cubicBezTo>
                  <a:pt x="5615338" y="803054"/>
                  <a:pt x="5615108" y="803054"/>
                  <a:pt x="5615108" y="803054"/>
                </a:cubicBezTo>
                <a:lnTo>
                  <a:pt x="5609574" y="803054"/>
                </a:lnTo>
                <a:cubicBezTo>
                  <a:pt x="5609498" y="803054"/>
                  <a:pt x="5609266" y="802825"/>
                  <a:pt x="5609266" y="802825"/>
                </a:cubicBezTo>
                <a:lnTo>
                  <a:pt x="5606500" y="798059"/>
                </a:lnTo>
                <a:cubicBezTo>
                  <a:pt x="5606500" y="797982"/>
                  <a:pt x="5606500" y="797674"/>
                  <a:pt x="5606500" y="797674"/>
                </a:cubicBezTo>
                <a:lnTo>
                  <a:pt x="5609266" y="792909"/>
                </a:lnTo>
                <a:cubicBezTo>
                  <a:pt x="5609344" y="792679"/>
                  <a:pt x="5609574" y="792679"/>
                  <a:pt x="5609574" y="792679"/>
                </a:cubicBezTo>
                <a:close/>
                <a:moveTo>
                  <a:pt x="5243594" y="792679"/>
                </a:moveTo>
                <a:lnTo>
                  <a:pt x="5249128" y="792679"/>
                </a:lnTo>
                <a:cubicBezTo>
                  <a:pt x="5249205" y="792679"/>
                  <a:pt x="5249436" y="792909"/>
                  <a:pt x="5249436" y="792909"/>
                </a:cubicBezTo>
                <a:lnTo>
                  <a:pt x="5252202" y="797674"/>
                </a:lnTo>
                <a:cubicBezTo>
                  <a:pt x="5252202" y="797752"/>
                  <a:pt x="5252202" y="798059"/>
                  <a:pt x="5252202" y="798059"/>
                </a:cubicBezTo>
                <a:lnTo>
                  <a:pt x="5249436" y="802825"/>
                </a:lnTo>
                <a:cubicBezTo>
                  <a:pt x="5249358" y="803054"/>
                  <a:pt x="5249128" y="803054"/>
                  <a:pt x="5249128" y="803054"/>
                </a:cubicBezTo>
                <a:lnTo>
                  <a:pt x="5243594" y="803054"/>
                </a:lnTo>
                <a:cubicBezTo>
                  <a:pt x="5243518" y="803054"/>
                  <a:pt x="5243286" y="802825"/>
                  <a:pt x="5243286" y="802825"/>
                </a:cubicBezTo>
                <a:lnTo>
                  <a:pt x="5240520" y="798059"/>
                </a:lnTo>
                <a:cubicBezTo>
                  <a:pt x="5240520" y="797982"/>
                  <a:pt x="5240520" y="797674"/>
                  <a:pt x="5240520" y="797674"/>
                </a:cubicBezTo>
                <a:lnTo>
                  <a:pt x="5243286" y="792909"/>
                </a:lnTo>
                <a:cubicBezTo>
                  <a:pt x="5243364" y="792679"/>
                  <a:pt x="5243594" y="792679"/>
                  <a:pt x="5243594" y="792679"/>
                </a:cubicBezTo>
                <a:close/>
                <a:moveTo>
                  <a:pt x="3413915" y="792525"/>
                </a:moveTo>
                <a:lnTo>
                  <a:pt x="3419603" y="792525"/>
                </a:lnTo>
                <a:cubicBezTo>
                  <a:pt x="3419757" y="792525"/>
                  <a:pt x="3419987" y="792755"/>
                  <a:pt x="3419987" y="792755"/>
                </a:cubicBezTo>
                <a:lnTo>
                  <a:pt x="3422831" y="797674"/>
                </a:lnTo>
                <a:cubicBezTo>
                  <a:pt x="3422831" y="797752"/>
                  <a:pt x="3422831" y="798059"/>
                  <a:pt x="3422831" y="798059"/>
                </a:cubicBezTo>
                <a:lnTo>
                  <a:pt x="3419987" y="802977"/>
                </a:lnTo>
                <a:cubicBezTo>
                  <a:pt x="3419911" y="803130"/>
                  <a:pt x="3419603" y="803208"/>
                  <a:pt x="3419603" y="803208"/>
                </a:cubicBezTo>
                <a:lnTo>
                  <a:pt x="3413915" y="803208"/>
                </a:lnTo>
                <a:cubicBezTo>
                  <a:pt x="3413761" y="803208"/>
                  <a:pt x="3413533" y="802977"/>
                  <a:pt x="3413533" y="802977"/>
                </a:cubicBezTo>
                <a:lnTo>
                  <a:pt x="3410689" y="798059"/>
                </a:lnTo>
                <a:cubicBezTo>
                  <a:pt x="3410689" y="797982"/>
                  <a:pt x="3410689" y="797674"/>
                  <a:pt x="3410689" y="797674"/>
                </a:cubicBezTo>
                <a:lnTo>
                  <a:pt x="3413533" y="792755"/>
                </a:lnTo>
                <a:cubicBezTo>
                  <a:pt x="3413608" y="792601"/>
                  <a:pt x="3413915" y="792525"/>
                  <a:pt x="3413915" y="792525"/>
                </a:cubicBezTo>
                <a:close/>
                <a:moveTo>
                  <a:pt x="6158010" y="791988"/>
                </a:moveTo>
                <a:lnTo>
                  <a:pt x="6164311" y="791988"/>
                </a:lnTo>
                <a:cubicBezTo>
                  <a:pt x="6164465" y="791988"/>
                  <a:pt x="6164697" y="792218"/>
                  <a:pt x="6164697" y="792218"/>
                </a:cubicBezTo>
                <a:lnTo>
                  <a:pt x="6167848" y="797676"/>
                </a:lnTo>
                <a:cubicBezTo>
                  <a:pt x="6167924" y="797828"/>
                  <a:pt x="6167848" y="798135"/>
                  <a:pt x="6167848" y="798135"/>
                </a:cubicBezTo>
                <a:lnTo>
                  <a:pt x="6164697" y="803594"/>
                </a:lnTo>
                <a:cubicBezTo>
                  <a:pt x="6164619" y="803747"/>
                  <a:pt x="6164311" y="803823"/>
                  <a:pt x="6164311" y="803823"/>
                </a:cubicBezTo>
                <a:lnTo>
                  <a:pt x="6158010" y="803823"/>
                </a:lnTo>
                <a:cubicBezTo>
                  <a:pt x="6157856" y="803823"/>
                  <a:pt x="6157624" y="803594"/>
                  <a:pt x="6157624" y="803594"/>
                </a:cubicBezTo>
                <a:lnTo>
                  <a:pt x="6154475" y="798135"/>
                </a:lnTo>
                <a:cubicBezTo>
                  <a:pt x="6154397" y="797983"/>
                  <a:pt x="6154475" y="797676"/>
                  <a:pt x="6154475" y="797676"/>
                </a:cubicBezTo>
                <a:lnTo>
                  <a:pt x="6157624" y="792218"/>
                </a:lnTo>
                <a:cubicBezTo>
                  <a:pt x="6157702" y="792064"/>
                  <a:pt x="6158010" y="791988"/>
                  <a:pt x="6158010" y="791988"/>
                </a:cubicBezTo>
                <a:close/>
                <a:moveTo>
                  <a:pt x="6432381" y="791834"/>
                </a:moveTo>
                <a:lnTo>
                  <a:pt x="6438835" y="791834"/>
                </a:lnTo>
                <a:cubicBezTo>
                  <a:pt x="6438989" y="791834"/>
                  <a:pt x="6439219" y="792064"/>
                  <a:pt x="6439219" y="792064"/>
                </a:cubicBezTo>
                <a:lnTo>
                  <a:pt x="6442448" y="797598"/>
                </a:lnTo>
                <a:cubicBezTo>
                  <a:pt x="6442524" y="797752"/>
                  <a:pt x="6442448" y="798059"/>
                  <a:pt x="6442448" y="798059"/>
                </a:cubicBezTo>
                <a:lnTo>
                  <a:pt x="6439219" y="803594"/>
                </a:lnTo>
                <a:cubicBezTo>
                  <a:pt x="6439143" y="803747"/>
                  <a:pt x="6438835" y="803823"/>
                  <a:pt x="6438835" y="803823"/>
                </a:cubicBezTo>
                <a:lnTo>
                  <a:pt x="6432381" y="803823"/>
                </a:lnTo>
                <a:cubicBezTo>
                  <a:pt x="6432225" y="803823"/>
                  <a:pt x="6431995" y="803594"/>
                  <a:pt x="6431995" y="803594"/>
                </a:cubicBezTo>
                <a:lnTo>
                  <a:pt x="6428768" y="798059"/>
                </a:lnTo>
                <a:cubicBezTo>
                  <a:pt x="6428690" y="797906"/>
                  <a:pt x="6428768" y="797598"/>
                  <a:pt x="6428768" y="797598"/>
                </a:cubicBezTo>
                <a:lnTo>
                  <a:pt x="6431995" y="792064"/>
                </a:lnTo>
                <a:cubicBezTo>
                  <a:pt x="6432073" y="791912"/>
                  <a:pt x="6432381" y="791834"/>
                  <a:pt x="6432381" y="791834"/>
                </a:cubicBezTo>
                <a:close/>
                <a:moveTo>
                  <a:pt x="3596447" y="791680"/>
                </a:moveTo>
                <a:lnTo>
                  <a:pt x="3602980" y="791680"/>
                </a:lnTo>
                <a:cubicBezTo>
                  <a:pt x="3603133" y="791680"/>
                  <a:pt x="3603363" y="791910"/>
                  <a:pt x="3603363" y="791910"/>
                </a:cubicBezTo>
                <a:lnTo>
                  <a:pt x="3606669" y="797598"/>
                </a:lnTo>
                <a:cubicBezTo>
                  <a:pt x="3606746" y="797752"/>
                  <a:pt x="3606669" y="798059"/>
                  <a:pt x="3606669" y="798059"/>
                </a:cubicBezTo>
                <a:lnTo>
                  <a:pt x="3603363" y="803747"/>
                </a:lnTo>
                <a:cubicBezTo>
                  <a:pt x="3603288" y="803901"/>
                  <a:pt x="3602980" y="803977"/>
                  <a:pt x="3602980" y="803977"/>
                </a:cubicBezTo>
                <a:lnTo>
                  <a:pt x="3596447" y="803977"/>
                </a:lnTo>
                <a:cubicBezTo>
                  <a:pt x="3596293" y="803977"/>
                  <a:pt x="3596063" y="803747"/>
                  <a:pt x="3596063" y="803747"/>
                </a:cubicBezTo>
                <a:lnTo>
                  <a:pt x="3592758" y="798059"/>
                </a:lnTo>
                <a:cubicBezTo>
                  <a:pt x="3592680" y="797906"/>
                  <a:pt x="3592758" y="797598"/>
                  <a:pt x="3592758" y="797598"/>
                </a:cubicBezTo>
                <a:lnTo>
                  <a:pt x="3596063" y="791910"/>
                </a:lnTo>
                <a:cubicBezTo>
                  <a:pt x="3596139" y="791758"/>
                  <a:pt x="3596447" y="791680"/>
                  <a:pt x="3596447" y="791680"/>
                </a:cubicBezTo>
                <a:close/>
                <a:moveTo>
                  <a:pt x="6340769" y="791449"/>
                </a:moveTo>
                <a:lnTo>
                  <a:pt x="6347610" y="791449"/>
                </a:lnTo>
                <a:cubicBezTo>
                  <a:pt x="6347764" y="791449"/>
                  <a:pt x="6347994" y="791678"/>
                  <a:pt x="6347994" y="791678"/>
                </a:cubicBezTo>
                <a:lnTo>
                  <a:pt x="6351452" y="797596"/>
                </a:lnTo>
                <a:cubicBezTo>
                  <a:pt x="6351528" y="797750"/>
                  <a:pt x="6351452" y="798058"/>
                  <a:pt x="6351452" y="798058"/>
                </a:cubicBezTo>
                <a:lnTo>
                  <a:pt x="6347994" y="803975"/>
                </a:lnTo>
                <a:cubicBezTo>
                  <a:pt x="6347917" y="804129"/>
                  <a:pt x="6347610" y="804207"/>
                  <a:pt x="6347610" y="804207"/>
                </a:cubicBezTo>
                <a:lnTo>
                  <a:pt x="6340769" y="804207"/>
                </a:lnTo>
                <a:cubicBezTo>
                  <a:pt x="6340615" y="804207"/>
                  <a:pt x="6340384" y="803975"/>
                  <a:pt x="6340384" y="803975"/>
                </a:cubicBezTo>
                <a:lnTo>
                  <a:pt x="6336927" y="798058"/>
                </a:lnTo>
                <a:cubicBezTo>
                  <a:pt x="6336849" y="797904"/>
                  <a:pt x="6336927" y="797596"/>
                  <a:pt x="6336927" y="797596"/>
                </a:cubicBezTo>
                <a:lnTo>
                  <a:pt x="6340384" y="791678"/>
                </a:lnTo>
                <a:cubicBezTo>
                  <a:pt x="6340462" y="791527"/>
                  <a:pt x="6340769" y="791449"/>
                  <a:pt x="6340769" y="791449"/>
                </a:cubicBezTo>
                <a:close/>
                <a:moveTo>
                  <a:pt x="3870510" y="790987"/>
                </a:moveTo>
                <a:lnTo>
                  <a:pt x="3877812" y="790987"/>
                </a:lnTo>
                <a:cubicBezTo>
                  <a:pt x="3878041" y="790987"/>
                  <a:pt x="3878273" y="791217"/>
                  <a:pt x="3878273" y="791217"/>
                </a:cubicBezTo>
                <a:lnTo>
                  <a:pt x="3881962" y="797520"/>
                </a:lnTo>
                <a:cubicBezTo>
                  <a:pt x="3882038" y="797674"/>
                  <a:pt x="3881962" y="798058"/>
                  <a:pt x="3881962" y="798058"/>
                </a:cubicBezTo>
                <a:lnTo>
                  <a:pt x="3878273" y="804361"/>
                </a:lnTo>
                <a:cubicBezTo>
                  <a:pt x="3878195" y="804514"/>
                  <a:pt x="3877812" y="804590"/>
                  <a:pt x="3877812" y="804590"/>
                </a:cubicBezTo>
                <a:lnTo>
                  <a:pt x="3870510" y="804590"/>
                </a:lnTo>
                <a:cubicBezTo>
                  <a:pt x="3870278" y="804590"/>
                  <a:pt x="3870049" y="804361"/>
                  <a:pt x="3870049" y="804361"/>
                </a:cubicBezTo>
                <a:lnTo>
                  <a:pt x="3866360" y="798058"/>
                </a:lnTo>
                <a:cubicBezTo>
                  <a:pt x="3866282" y="797904"/>
                  <a:pt x="3866360" y="797520"/>
                  <a:pt x="3866360" y="797520"/>
                </a:cubicBezTo>
                <a:lnTo>
                  <a:pt x="3870049" y="791217"/>
                </a:lnTo>
                <a:cubicBezTo>
                  <a:pt x="3870126" y="791065"/>
                  <a:pt x="3870510" y="790987"/>
                  <a:pt x="3870510" y="790987"/>
                </a:cubicBezTo>
                <a:close/>
                <a:moveTo>
                  <a:pt x="2772488" y="790604"/>
                </a:moveTo>
                <a:lnTo>
                  <a:pt x="2780251" y="790604"/>
                </a:lnTo>
                <a:cubicBezTo>
                  <a:pt x="2780405" y="790604"/>
                  <a:pt x="2780712" y="790911"/>
                  <a:pt x="2780712" y="790911"/>
                </a:cubicBezTo>
                <a:lnTo>
                  <a:pt x="2784556" y="797674"/>
                </a:lnTo>
                <a:cubicBezTo>
                  <a:pt x="2784634" y="797828"/>
                  <a:pt x="2784556" y="798213"/>
                  <a:pt x="2784556" y="798213"/>
                </a:cubicBezTo>
                <a:lnTo>
                  <a:pt x="2780635" y="804976"/>
                </a:lnTo>
                <a:cubicBezTo>
                  <a:pt x="2780559" y="805205"/>
                  <a:pt x="2780176" y="805283"/>
                  <a:pt x="2780176" y="805283"/>
                </a:cubicBezTo>
                <a:lnTo>
                  <a:pt x="2772412" y="805283"/>
                </a:lnTo>
                <a:cubicBezTo>
                  <a:pt x="2772258" y="805283"/>
                  <a:pt x="2771951" y="804976"/>
                  <a:pt x="2771951" y="804976"/>
                </a:cubicBezTo>
                <a:lnTo>
                  <a:pt x="2768108" y="798213"/>
                </a:lnTo>
                <a:cubicBezTo>
                  <a:pt x="2768030" y="798059"/>
                  <a:pt x="2768108" y="797674"/>
                  <a:pt x="2768108" y="797674"/>
                </a:cubicBezTo>
                <a:lnTo>
                  <a:pt x="2772029" y="790911"/>
                </a:lnTo>
                <a:cubicBezTo>
                  <a:pt x="2772104" y="790680"/>
                  <a:pt x="2772488" y="790604"/>
                  <a:pt x="2772488" y="790604"/>
                </a:cubicBezTo>
                <a:close/>
                <a:moveTo>
                  <a:pt x="6248698" y="790450"/>
                </a:moveTo>
                <a:lnTo>
                  <a:pt x="6256614" y="790450"/>
                </a:lnTo>
                <a:cubicBezTo>
                  <a:pt x="6256767" y="790450"/>
                  <a:pt x="6257077" y="790758"/>
                  <a:pt x="6257077" y="790758"/>
                </a:cubicBezTo>
                <a:lnTo>
                  <a:pt x="6260995" y="797598"/>
                </a:lnTo>
                <a:cubicBezTo>
                  <a:pt x="6261073" y="797752"/>
                  <a:pt x="6260995" y="798135"/>
                  <a:pt x="6260995" y="798135"/>
                </a:cubicBezTo>
                <a:lnTo>
                  <a:pt x="6256999" y="804976"/>
                </a:lnTo>
                <a:cubicBezTo>
                  <a:pt x="6256923" y="805205"/>
                  <a:pt x="6256537" y="805283"/>
                  <a:pt x="6256537" y="805283"/>
                </a:cubicBezTo>
                <a:lnTo>
                  <a:pt x="6248623" y="805283"/>
                </a:lnTo>
                <a:cubicBezTo>
                  <a:pt x="6248469" y="805283"/>
                  <a:pt x="6248161" y="804976"/>
                  <a:pt x="6248161" y="804976"/>
                </a:cubicBezTo>
                <a:lnTo>
                  <a:pt x="6244241" y="798135"/>
                </a:lnTo>
                <a:cubicBezTo>
                  <a:pt x="6244163" y="797982"/>
                  <a:pt x="6244241" y="797598"/>
                  <a:pt x="6244241" y="797598"/>
                </a:cubicBezTo>
                <a:lnTo>
                  <a:pt x="6248238" y="790758"/>
                </a:lnTo>
                <a:cubicBezTo>
                  <a:pt x="6248315" y="790528"/>
                  <a:pt x="6248698" y="790450"/>
                  <a:pt x="6248698" y="790450"/>
                </a:cubicBezTo>
                <a:close/>
                <a:moveTo>
                  <a:pt x="3687289" y="790450"/>
                </a:moveTo>
                <a:lnTo>
                  <a:pt x="3695205" y="790450"/>
                </a:lnTo>
                <a:cubicBezTo>
                  <a:pt x="3695358" y="790450"/>
                  <a:pt x="3695666" y="790758"/>
                  <a:pt x="3695666" y="790758"/>
                </a:cubicBezTo>
                <a:lnTo>
                  <a:pt x="3699586" y="797598"/>
                </a:lnTo>
                <a:cubicBezTo>
                  <a:pt x="3699663" y="797752"/>
                  <a:pt x="3699586" y="798135"/>
                  <a:pt x="3699586" y="798135"/>
                </a:cubicBezTo>
                <a:lnTo>
                  <a:pt x="3695590" y="804976"/>
                </a:lnTo>
                <a:cubicBezTo>
                  <a:pt x="3695512" y="805205"/>
                  <a:pt x="3695128" y="805283"/>
                  <a:pt x="3695128" y="805283"/>
                </a:cubicBezTo>
                <a:lnTo>
                  <a:pt x="3687211" y="805283"/>
                </a:lnTo>
                <a:cubicBezTo>
                  <a:pt x="3687058" y="805283"/>
                  <a:pt x="3686752" y="804976"/>
                  <a:pt x="3686752" y="804976"/>
                </a:cubicBezTo>
                <a:lnTo>
                  <a:pt x="3682832" y="798135"/>
                </a:lnTo>
                <a:cubicBezTo>
                  <a:pt x="3682754" y="797982"/>
                  <a:pt x="3682832" y="797598"/>
                  <a:pt x="3682832" y="797598"/>
                </a:cubicBezTo>
                <a:lnTo>
                  <a:pt x="3686828" y="790758"/>
                </a:lnTo>
                <a:cubicBezTo>
                  <a:pt x="3686904" y="790528"/>
                  <a:pt x="3687289" y="790450"/>
                  <a:pt x="3687289" y="790450"/>
                </a:cubicBezTo>
                <a:close/>
                <a:moveTo>
                  <a:pt x="5699649" y="790143"/>
                </a:moveTo>
                <a:lnTo>
                  <a:pt x="5707872" y="790143"/>
                </a:lnTo>
                <a:cubicBezTo>
                  <a:pt x="5708104" y="790143"/>
                  <a:pt x="5708412" y="790450"/>
                  <a:pt x="5708412" y="790450"/>
                </a:cubicBezTo>
                <a:lnTo>
                  <a:pt x="5712483" y="797598"/>
                </a:lnTo>
                <a:cubicBezTo>
                  <a:pt x="5712561" y="797828"/>
                  <a:pt x="5712483" y="798213"/>
                  <a:pt x="5712483" y="798213"/>
                </a:cubicBezTo>
                <a:lnTo>
                  <a:pt x="5708412" y="805359"/>
                </a:lnTo>
                <a:cubicBezTo>
                  <a:pt x="5708257" y="805591"/>
                  <a:pt x="5707872" y="805667"/>
                  <a:pt x="5707872" y="805667"/>
                </a:cubicBezTo>
                <a:lnTo>
                  <a:pt x="5699649" y="805667"/>
                </a:lnTo>
                <a:cubicBezTo>
                  <a:pt x="5699418" y="805667"/>
                  <a:pt x="5699112" y="805359"/>
                  <a:pt x="5699112" y="805359"/>
                </a:cubicBezTo>
                <a:lnTo>
                  <a:pt x="5695038" y="798213"/>
                </a:lnTo>
                <a:cubicBezTo>
                  <a:pt x="5694960" y="797982"/>
                  <a:pt x="5695038" y="797598"/>
                  <a:pt x="5695038" y="797598"/>
                </a:cubicBezTo>
                <a:lnTo>
                  <a:pt x="5699112" y="790450"/>
                </a:lnTo>
                <a:cubicBezTo>
                  <a:pt x="5699265" y="790220"/>
                  <a:pt x="5699649" y="790143"/>
                  <a:pt x="5699649" y="790143"/>
                </a:cubicBezTo>
                <a:close/>
                <a:moveTo>
                  <a:pt x="5790951" y="789759"/>
                </a:moveTo>
                <a:lnTo>
                  <a:pt x="5799637" y="789759"/>
                </a:lnTo>
                <a:cubicBezTo>
                  <a:pt x="5799867" y="789759"/>
                  <a:pt x="5800174" y="790067"/>
                  <a:pt x="5800174" y="790067"/>
                </a:cubicBezTo>
                <a:lnTo>
                  <a:pt x="5804478" y="797598"/>
                </a:lnTo>
                <a:cubicBezTo>
                  <a:pt x="5804556" y="797752"/>
                  <a:pt x="5804478" y="798213"/>
                  <a:pt x="5804478" y="798213"/>
                </a:cubicBezTo>
                <a:lnTo>
                  <a:pt x="5800174" y="805745"/>
                </a:lnTo>
                <a:cubicBezTo>
                  <a:pt x="5800021" y="805898"/>
                  <a:pt x="5799637" y="806052"/>
                  <a:pt x="5799637" y="806052"/>
                </a:cubicBezTo>
                <a:lnTo>
                  <a:pt x="5790951" y="806052"/>
                </a:lnTo>
                <a:cubicBezTo>
                  <a:pt x="5790722" y="806052"/>
                  <a:pt x="5790414" y="805745"/>
                  <a:pt x="5790414" y="805745"/>
                </a:cubicBezTo>
                <a:lnTo>
                  <a:pt x="5786110" y="798213"/>
                </a:lnTo>
                <a:cubicBezTo>
                  <a:pt x="5786032" y="798059"/>
                  <a:pt x="5786110" y="797598"/>
                  <a:pt x="5786110" y="797598"/>
                </a:cubicBezTo>
                <a:lnTo>
                  <a:pt x="5790414" y="790067"/>
                </a:lnTo>
                <a:cubicBezTo>
                  <a:pt x="5790568" y="789913"/>
                  <a:pt x="5790951" y="789759"/>
                  <a:pt x="5790951" y="789759"/>
                </a:cubicBezTo>
                <a:close/>
                <a:moveTo>
                  <a:pt x="3320922" y="789759"/>
                </a:moveTo>
                <a:lnTo>
                  <a:pt x="3329608" y="789759"/>
                </a:lnTo>
                <a:cubicBezTo>
                  <a:pt x="3329837" y="789759"/>
                  <a:pt x="3330145" y="790067"/>
                  <a:pt x="3330145" y="790067"/>
                </a:cubicBezTo>
                <a:lnTo>
                  <a:pt x="3334449" y="797598"/>
                </a:lnTo>
                <a:cubicBezTo>
                  <a:pt x="3334527" y="797752"/>
                  <a:pt x="3334449" y="798213"/>
                  <a:pt x="3334449" y="798213"/>
                </a:cubicBezTo>
                <a:lnTo>
                  <a:pt x="3330145" y="805745"/>
                </a:lnTo>
                <a:cubicBezTo>
                  <a:pt x="3329992" y="805898"/>
                  <a:pt x="3329608" y="806052"/>
                  <a:pt x="3329608" y="806052"/>
                </a:cubicBezTo>
                <a:lnTo>
                  <a:pt x="3320922" y="806052"/>
                </a:lnTo>
                <a:cubicBezTo>
                  <a:pt x="3320692" y="806052"/>
                  <a:pt x="3320385" y="805745"/>
                  <a:pt x="3320385" y="805745"/>
                </a:cubicBezTo>
                <a:lnTo>
                  <a:pt x="3316081" y="798213"/>
                </a:lnTo>
                <a:cubicBezTo>
                  <a:pt x="3316003" y="798059"/>
                  <a:pt x="3316081" y="797598"/>
                  <a:pt x="3316081" y="797598"/>
                </a:cubicBezTo>
                <a:lnTo>
                  <a:pt x="3320385" y="790067"/>
                </a:lnTo>
                <a:cubicBezTo>
                  <a:pt x="3320538" y="789913"/>
                  <a:pt x="3320922" y="789759"/>
                  <a:pt x="3320922" y="789759"/>
                </a:cubicBezTo>
                <a:close/>
                <a:moveTo>
                  <a:pt x="3137933" y="789605"/>
                </a:moveTo>
                <a:lnTo>
                  <a:pt x="3146770" y="789605"/>
                </a:lnTo>
                <a:cubicBezTo>
                  <a:pt x="3147003" y="789605"/>
                  <a:pt x="3147310" y="789913"/>
                  <a:pt x="3147310" y="789913"/>
                </a:cubicBezTo>
                <a:lnTo>
                  <a:pt x="3151689" y="797522"/>
                </a:lnTo>
                <a:cubicBezTo>
                  <a:pt x="3151765" y="797674"/>
                  <a:pt x="3151689" y="798135"/>
                  <a:pt x="3151689" y="798135"/>
                </a:cubicBezTo>
                <a:lnTo>
                  <a:pt x="3147310" y="805745"/>
                </a:lnTo>
                <a:cubicBezTo>
                  <a:pt x="3147232" y="805898"/>
                  <a:pt x="3146770" y="806052"/>
                  <a:pt x="3146770" y="806052"/>
                </a:cubicBezTo>
                <a:lnTo>
                  <a:pt x="3137933" y="806052"/>
                </a:lnTo>
                <a:cubicBezTo>
                  <a:pt x="3137701" y="806052"/>
                  <a:pt x="3137394" y="805745"/>
                  <a:pt x="3137394" y="805745"/>
                </a:cubicBezTo>
                <a:lnTo>
                  <a:pt x="3133014" y="798135"/>
                </a:lnTo>
                <a:cubicBezTo>
                  <a:pt x="3132938" y="797982"/>
                  <a:pt x="3133014" y="797522"/>
                  <a:pt x="3133014" y="797522"/>
                </a:cubicBezTo>
                <a:lnTo>
                  <a:pt x="3137394" y="789913"/>
                </a:lnTo>
                <a:cubicBezTo>
                  <a:pt x="3137471" y="789759"/>
                  <a:pt x="3137933" y="789605"/>
                  <a:pt x="3137933" y="789605"/>
                </a:cubicBezTo>
                <a:close/>
                <a:moveTo>
                  <a:pt x="3778131" y="789220"/>
                </a:moveTo>
                <a:lnTo>
                  <a:pt x="3787353" y="789220"/>
                </a:lnTo>
                <a:cubicBezTo>
                  <a:pt x="3787584" y="789220"/>
                  <a:pt x="3787890" y="789527"/>
                  <a:pt x="3787890" y="789527"/>
                </a:cubicBezTo>
                <a:lnTo>
                  <a:pt x="3792502" y="797520"/>
                </a:lnTo>
                <a:cubicBezTo>
                  <a:pt x="3792655" y="797750"/>
                  <a:pt x="3792502" y="798211"/>
                  <a:pt x="3792502" y="798211"/>
                </a:cubicBezTo>
                <a:lnTo>
                  <a:pt x="3787890" y="806204"/>
                </a:lnTo>
                <a:cubicBezTo>
                  <a:pt x="3787814" y="806358"/>
                  <a:pt x="3787353" y="806512"/>
                  <a:pt x="3787353" y="806512"/>
                </a:cubicBezTo>
                <a:lnTo>
                  <a:pt x="3778131" y="806512"/>
                </a:lnTo>
                <a:cubicBezTo>
                  <a:pt x="3777901" y="806512"/>
                  <a:pt x="3777592" y="806204"/>
                  <a:pt x="3777592" y="806204"/>
                </a:cubicBezTo>
                <a:lnTo>
                  <a:pt x="3772981" y="798211"/>
                </a:lnTo>
                <a:cubicBezTo>
                  <a:pt x="3772828" y="797982"/>
                  <a:pt x="3772981" y="797520"/>
                  <a:pt x="3772981" y="797520"/>
                </a:cubicBezTo>
                <a:lnTo>
                  <a:pt x="3777592" y="789527"/>
                </a:lnTo>
                <a:cubicBezTo>
                  <a:pt x="3777668" y="789374"/>
                  <a:pt x="3778131" y="789220"/>
                  <a:pt x="3778131" y="789220"/>
                </a:cubicBezTo>
                <a:close/>
                <a:moveTo>
                  <a:pt x="4052117" y="788529"/>
                </a:moveTo>
                <a:lnTo>
                  <a:pt x="4062109" y="788529"/>
                </a:lnTo>
                <a:cubicBezTo>
                  <a:pt x="4062339" y="788529"/>
                  <a:pt x="4062724" y="788912"/>
                  <a:pt x="4062724" y="788912"/>
                </a:cubicBezTo>
                <a:lnTo>
                  <a:pt x="4067720" y="797598"/>
                </a:lnTo>
                <a:cubicBezTo>
                  <a:pt x="4067873" y="797828"/>
                  <a:pt x="4067720" y="798289"/>
                  <a:pt x="4067720" y="798289"/>
                </a:cubicBezTo>
                <a:lnTo>
                  <a:pt x="4062724" y="806973"/>
                </a:lnTo>
                <a:cubicBezTo>
                  <a:pt x="4062569" y="807205"/>
                  <a:pt x="4062109" y="807358"/>
                  <a:pt x="4062109" y="807358"/>
                </a:cubicBezTo>
                <a:lnTo>
                  <a:pt x="4052117" y="807358"/>
                </a:lnTo>
                <a:cubicBezTo>
                  <a:pt x="4051887" y="807358"/>
                  <a:pt x="4051502" y="806973"/>
                  <a:pt x="4051502" y="806973"/>
                </a:cubicBezTo>
                <a:lnTo>
                  <a:pt x="4046507" y="798289"/>
                </a:lnTo>
                <a:cubicBezTo>
                  <a:pt x="4046353" y="798059"/>
                  <a:pt x="4046507" y="797598"/>
                  <a:pt x="4046507" y="797598"/>
                </a:cubicBezTo>
                <a:lnTo>
                  <a:pt x="4051502" y="788912"/>
                </a:lnTo>
                <a:cubicBezTo>
                  <a:pt x="4051656" y="788683"/>
                  <a:pt x="4052117" y="788529"/>
                  <a:pt x="4052117" y="788529"/>
                </a:cubicBezTo>
                <a:close/>
                <a:moveTo>
                  <a:pt x="3228621" y="788068"/>
                </a:moveTo>
                <a:lnTo>
                  <a:pt x="3239073" y="788068"/>
                </a:lnTo>
                <a:cubicBezTo>
                  <a:pt x="3239302" y="788068"/>
                  <a:pt x="3239688" y="788451"/>
                  <a:pt x="3239688" y="788451"/>
                </a:cubicBezTo>
                <a:lnTo>
                  <a:pt x="3244915" y="797520"/>
                </a:lnTo>
                <a:cubicBezTo>
                  <a:pt x="3245068" y="797752"/>
                  <a:pt x="3244915" y="798289"/>
                  <a:pt x="3244915" y="798289"/>
                </a:cubicBezTo>
                <a:lnTo>
                  <a:pt x="3239688" y="807358"/>
                </a:lnTo>
                <a:cubicBezTo>
                  <a:pt x="3239610" y="807588"/>
                  <a:pt x="3239073" y="807742"/>
                  <a:pt x="3239073" y="807742"/>
                </a:cubicBezTo>
                <a:lnTo>
                  <a:pt x="3228621" y="807742"/>
                </a:lnTo>
                <a:cubicBezTo>
                  <a:pt x="3228390" y="807742"/>
                  <a:pt x="3228007" y="807358"/>
                  <a:pt x="3228007" y="807358"/>
                </a:cubicBezTo>
                <a:lnTo>
                  <a:pt x="3222780" y="798289"/>
                </a:lnTo>
                <a:cubicBezTo>
                  <a:pt x="3222626" y="798059"/>
                  <a:pt x="3222780" y="797520"/>
                  <a:pt x="3222780" y="797520"/>
                </a:cubicBezTo>
                <a:lnTo>
                  <a:pt x="3228007" y="788451"/>
                </a:lnTo>
                <a:cubicBezTo>
                  <a:pt x="3228082" y="788221"/>
                  <a:pt x="3228621" y="788068"/>
                  <a:pt x="3228621" y="788068"/>
                </a:cubicBezTo>
                <a:close/>
                <a:moveTo>
                  <a:pt x="2953863" y="787684"/>
                </a:moveTo>
                <a:lnTo>
                  <a:pt x="2964778" y="787684"/>
                </a:lnTo>
                <a:cubicBezTo>
                  <a:pt x="2965085" y="787684"/>
                  <a:pt x="2965469" y="788068"/>
                  <a:pt x="2965469" y="788068"/>
                </a:cubicBezTo>
                <a:lnTo>
                  <a:pt x="2970925" y="797522"/>
                </a:lnTo>
                <a:cubicBezTo>
                  <a:pt x="2971079" y="797752"/>
                  <a:pt x="2970925" y="798289"/>
                  <a:pt x="2970925" y="798289"/>
                </a:cubicBezTo>
                <a:lnTo>
                  <a:pt x="2965469" y="807744"/>
                </a:lnTo>
                <a:cubicBezTo>
                  <a:pt x="2965315" y="807974"/>
                  <a:pt x="2964778" y="808127"/>
                  <a:pt x="2964778" y="808127"/>
                </a:cubicBezTo>
                <a:lnTo>
                  <a:pt x="2953863" y="808127"/>
                </a:lnTo>
                <a:cubicBezTo>
                  <a:pt x="2953558" y="808127"/>
                  <a:pt x="2953172" y="807744"/>
                  <a:pt x="2953172" y="807744"/>
                </a:cubicBezTo>
                <a:lnTo>
                  <a:pt x="2947716" y="798289"/>
                </a:lnTo>
                <a:cubicBezTo>
                  <a:pt x="2947562" y="798059"/>
                  <a:pt x="2947716" y="797522"/>
                  <a:pt x="2947716" y="797522"/>
                </a:cubicBezTo>
                <a:lnTo>
                  <a:pt x="2953172" y="788068"/>
                </a:lnTo>
                <a:cubicBezTo>
                  <a:pt x="2953326" y="787838"/>
                  <a:pt x="2953863" y="787684"/>
                  <a:pt x="2953863" y="787684"/>
                </a:cubicBezTo>
                <a:close/>
                <a:moveTo>
                  <a:pt x="2587806" y="787376"/>
                </a:moveTo>
                <a:lnTo>
                  <a:pt x="2599028" y="787376"/>
                </a:lnTo>
                <a:cubicBezTo>
                  <a:pt x="2599333" y="787376"/>
                  <a:pt x="2599719" y="787760"/>
                  <a:pt x="2599719" y="787760"/>
                </a:cubicBezTo>
                <a:lnTo>
                  <a:pt x="2605329" y="797444"/>
                </a:lnTo>
                <a:cubicBezTo>
                  <a:pt x="2605482" y="797674"/>
                  <a:pt x="2605329" y="798213"/>
                  <a:pt x="2605329" y="798213"/>
                </a:cubicBezTo>
                <a:lnTo>
                  <a:pt x="2599719" y="807898"/>
                </a:lnTo>
                <a:cubicBezTo>
                  <a:pt x="2599565" y="808127"/>
                  <a:pt x="2599028" y="808281"/>
                  <a:pt x="2599028" y="808281"/>
                </a:cubicBezTo>
                <a:lnTo>
                  <a:pt x="2587806" y="808281"/>
                </a:lnTo>
                <a:cubicBezTo>
                  <a:pt x="2587498" y="808281"/>
                  <a:pt x="2587115" y="807898"/>
                  <a:pt x="2587115" y="807898"/>
                </a:cubicBezTo>
                <a:lnTo>
                  <a:pt x="2581504" y="798213"/>
                </a:lnTo>
                <a:cubicBezTo>
                  <a:pt x="2581351" y="797982"/>
                  <a:pt x="2581504" y="797444"/>
                  <a:pt x="2581504" y="797444"/>
                </a:cubicBezTo>
                <a:lnTo>
                  <a:pt x="2587115" y="787760"/>
                </a:lnTo>
                <a:cubicBezTo>
                  <a:pt x="2587268" y="787530"/>
                  <a:pt x="2587806" y="787376"/>
                  <a:pt x="2587806" y="787376"/>
                </a:cubicBezTo>
                <a:close/>
                <a:moveTo>
                  <a:pt x="2679109" y="787069"/>
                </a:moveTo>
                <a:lnTo>
                  <a:pt x="2690637" y="787069"/>
                </a:lnTo>
                <a:cubicBezTo>
                  <a:pt x="2690947" y="787069"/>
                  <a:pt x="2691330" y="787452"/>
                  <a:pt x="2691330" y="787452"/>
                </a:cubicBezTo>
                <a:lnTo>
                  <a:pt x="2697094" y="797444"/>
                </a:lnTo>
                <a:cubicBezTo>
                  <a:pt x="2697248" y="797752"/>
                  <a:pt x="2697094" y="798289"/>
                  <a:pt x="2697094" y="798289"/>
                </a:cubicBezTo>
                <a:lnTo>
                  <a:pt x="2691330" y="808281"/>
                </a:lnTo>
                <a:cubicBezTo>
                  <a:pt x="2691177" y="808511"/>
                  <a:pt x="2690637" y="808665"/>
                  <a:pt x="2690637" y="808665"/>
                </a:cubicBezTo>
                <a:lnTo>
                  <a:pt x="2679109" y="808665"/>
                </a:lnTo>
                <a:cubicBezTo>
                  <a:pt x="2678802" y="808665"/>
                  <a:pt x="2678418" y="808281"/>
                  <a:pt x="2678418" y="808281"/>
                </a:cubicBezTo>
                <a:lnTo>
                  <a:pt x="2672654" y="798289"/>
                </a:lnTo>
                <a:cubicBezTo>
                  <a:pt x="2672500" y="797982"/>
                  <a:pt x="2672654" y="797444"/>
                  <a:pt x="2672654" y="797444"/>
                </a:cubicBezTo>
                <a:lnTo>
                  <a:pt x="2678418" y="787452"/>
                </a:lnTo>
                <a:cubicBezTo>
                  <a:pt x="2678572" y="787223"/>
                  <a:pt x="2679109" y="787069"/>
                  <a:pt x="2679109" y="787069"/>
                </a:cubicBezTo>
                <a:close/>
                <a:moveTo>
                  <a:pt x="1855460" y="786376"/>
                </a:moveTo>
                <a:lnTo>
                  <a:pt x="1867681" y="786376"/>
                </a:lnTo>
                <a:cubicBezTo>
                  <a:pt x="1867988" y="786376"/>
                  <a:pt x="1868450" y="786837"/>
                  <a:pt x="1868450" y="786837"/>
                </a:cubicBezTo>
                <a:lnTo>
                  <a:pt x="1874597" y="797442"/>
                </a:lnTo>
                <a:cubicBezTo>
                  <a:pt x="1874751" y="797674"/>
                  <a:pt x="1874597" y="798289"/>
                  <a:pt x="1874597" y="798289"/>
                </a:cubicBezTo>
                <a:lnTo>
                  <a:pt x="1868450" y="808894"/>
                </a:lnTo>
                <a:cubicBezTo>
                  <a:pt x="1868296" y="809202"/>
                  <a:pt x="1867681" y="809356"/>
                  <a:pt x="1867681" y="809356"/>
                </a:cubicBezTo>
                <a:lnTo>
                  <a:pt x="1855460" y="809356"/>
                </a:lnTo>
                <a:cubicBezTo>
                  <a:pt x="1855152" y="809356"/>
                  <a:pt x="1854693" y="808894"/>
                  <a:pt x="1854693" y="808894"/>
                </a:cubicBezTo>
                <a:lnTo>
                  <a:pt x="1848543" y="798289"/>
                </a:lnTo>
                <a:cubicBezTo>
                  <a:pt x="1848390" y="798058"/>
                  <a:pt x="1848543" y="797442"/>
                  <a:pt x="1848543" y="797442"/>
                </a:cubicBezTo>
                <a:lnTo>
                  <a:pt x="1854693" y="786837"/>
                </a:lnTo>
                <a:cubicBezTo>
                  <a:pt x="1854845" y="786530"/>
                  <a:pt x="1855460" y="786376"/>
                  <a:pt x="1855460" y="786376"/>
                </a:cubicBezTo>
                <a:close/>
                <a:moveTo>
                  <a:pt x="2038221" y="785992"/>
                </a:moveTo>
                <a:lnTo>
                  <a:pt x="2050901" y="785992"/>
                </a:lnTo>
                <a:cubicBezTo>
                  <a:pt x="2051209" y="785992"/>
                  <a:pt x="2051670" y="786454"/>
                  <a:pt x="2051670" y="786454"/>
                </a:cubicBezTo>
                <a:lnTo>
                  <a:pt x="2058049" y="797444"/>
                </a:lnTo>
                <a:cubicBezTo>
                  <a:pt x="2058203" y="797752"/>
                  <a:pt x="2058049" y="798365"/>
                  <a:pt x="2058049" y="798365"/>
                </a:cubicBezTo>
                <a:lnTo>
                  <a:pt x="2051670" y="809356"/>
                </a:lnTo>
                <a:cubicBezTo>
                  <a:pt x="2051517" y="809663"/>
                  <a:pt x="2050901" y="809817"/>
                  <a:pt x="2050901" y="809817"/>
                </a:cubicBezTo>
                <a:lnTo>
                  <a:pt x="2038221" y="809817"/>
                </a:lnTo>
                <a:cubicBezTo>
                  <a:pt x="2037913" y="809817"/>
                  <a:pt x="2037452" y="809356"/>
                  <a:pt x="2037452" y="809356"/>
                </a:cubicBezTo>
                <a:lnTo>
                  <a:pt x="2031073" y="798365"/>
                </a:lnTo>
                <a:cubicBezTo>
                  <a:pt x="2030919" y="798058"/>
                  <a:pt x="2031073" y="797444"/>
                  <a:pt x="2031073" y="797444"/>
                </a:cubicBezTo>
                <a:lnTo>
                  <a:pt x="2037452" y="786454"/>
                </a:lnTo>
                <a:cubicBezTo>
                  <a:pt x="2037606" y="786146"/>
                  <a:pt x="2038221" y="785992"/>
                  <a:pt x="2038221" y="785992"/>
                </a:cubicBezTo>
                <a:close/>
                <a:moveTo>
                  <a:pt x="2312207" y="785148"/>
                </a:moveTo>
                <a:lnTo>
                  <a:pt x="2325809" y="785148"/>
                </a:lnTo>
                <a:cubicBezTo>
                  <a:pt x="2326193" y="785148"/>
                  <a:pt x="2326654" y="785609"/>
                  <a:pt x="2326654" y="785609"/>
                </a:cubicBezTo>
                <a:lnTo>
                  <a:pt x="2333417" y="797368"/>
                </a:lnTo>
                <a:cubicBezTo>
                  <a:pt x="2333573" y="797674"/>
                  <a:pt x="2333417" y="798367"/>
                  <a:pt x="2333417" y="798367"/>
                </a:cubicBezTo>
                <a:lnTo>
                  <a:pt x="2326654" y="810125"/>
                </a:lnTo>
                <a:cubicBezTo>
                  <a:pt x="2326501" y="810432"/>
                  <a:pt x="2325809" y="810586"/>
                  <a:pt x="2325809" y="810586"/>
                </a:cubicBezTo>
                <a:lnTo>
                  <a:pt x="2312207" y="810586"/>
                </a:lnTo>
                <a:cubicBezTo>
                  <a:pt x="2311821" y="810586"/>
                  <a:pt x="2311360" y="810125"/>
                  <a:pt x="2311360" y="810125"/>
                </a:cubicBezTo>
                <a:lnTo>
                  <a:pt x="2304597" y="798367"/>
                </a:lnTo>
                <a:cubicBezTo>
                  <a:pt x="2304443" y="798059"/>
                  <a:pt x="2304597" y="797368"/>
                  <a:pt x="2304597" y="797368"/>
                </a:cubicBezTo>
                <a:lnTo>
                  <a:pt x="2311360" y="785609"/>
                </a:lnTo>
                <a:cubicBezTo>
                  <a:pt x="2311514" y="785301"/>
                  <a:pt x="2312207" y="785148"/>
                  <a:pt x="2312207" y="785148"/>
                </a:cubicBezTo>
                <a:close/>
                <a:moveTo>
                  <a:pt x="1946302" y="785148"/>
                </a:moveTo>
                <a:lnTo>
                  <a:pt x="1959905" y="785148"/>
                </a:lnTo>
                <a:cubicBezTo>
                  <a:pt x="1960289" y="785148"/>
                  <a:pt x="1960750" y="785609"/>
                  <a:pt x="1960750" y="785609"/>
                </a:cubicBezTo>
                <a:lnTo>
                  <a:pt x="1967513" y="797368"/>
                </a:lnTo>
                <a:cubicBezTo>
                  <a:pt x="1967666" y="797674"/>
                  <a:pt x="1967513" y="798367"/>
                  <a:pt x="1967513" y="798367"/>
                </a:cubicBezTo>
                <a:lnTo>
                  <a:pt x="1960750" y="810125"/>
                </a:lnTo>
                <a:cubicBezTo>
                  <a:pt x="1960596" y="810432"/>
                  <a:pt x="1959905" y="810586"/>
                  <a:pt x="1959905" y="810586"/>
                </a:cubicBezTo>
                <a:lnTo>
                  <a:pt x="1946302" y="810586"/>
                </a:lnTo>
                <a:cubicBezTo>
                  <a:pt x="1945917" y="810586"/>
                  <a:pt x="1945455" y="810125"/>
                  <a:pt x="1945455" y="810125"/>
                </a:cubicBezTo>
                <a:lnTo>
                  <a:pt x="1938693" y="798367"/>
                </a:lnTo>
                <a:cubicBezTo>
                  <a:pt x="1938539" y="798059"/>
                  <a:pt x="1938693" y="797368"/>
                  <a:pt x="1938693" y="797368"/>
                </a:cubicBezTo>
                <a:lnTo>
                  <a:pt x="1945455" y="785609"/>
                </a:lnTo>
                <a:cubicBezTo>
                  <a:pt x="1945609" y="785301"/>
                  <a:pt x="1946302" y="785148"/>
                  <a:pt x="1946302" y="785148"/>
                </a:cubicBezTo>
                <a:close/>
                <a:moveTo>
                  <a:pt x="3043939" y="784994"/>
                </a:moveTo>
                <a:lnTo>
                  <a:pt x="3057695" y="784994"/>
                </a:lnTo>
                <a:cubicBezTo>
                  <a:pt x="3058081" y="784994"/>
                  <a:pt x="3058541" y="785455"/>
                  <a:pt x="3058541" y="785455"/>
                </a:cubicBezTo>
                <a:lnTo>
                  <a:pt x="3065381" y="797366"/>
                </a:lnTo>
                <a:cubicBezTo>
                  <a:pt x="3065534" y="797674"/>
                  <a:pt x="3065381" y="798367"/>
                  <a:pt x="3065381" y="798367"/>
                </a:cubicBezTo>
                <a:lnTo>
                  <a:pt x="3058541" y="810278"/>
                </a:lnTo>
                <a:cubicBezTo>
                  <a:pt x="3058389" y="810586"/>
                  <a:pt x="3057695" y="810740"/>
                  <a:pt x="3057695" y="810740"/>
                </a:cubicBezTo>
                <a:lnTo>
                  <a:pt x="3043939" y="810740"/>
                </a:lnTo>
                <a:cubicBezTo>
                  <a:pt x="3043555" y="810740"/>
                  <a:pt x="3043094" y="810278"/>
                  <a:pt x="3043094" y="810278"/>
                </a:cubicBezTo>
                <a:lnTo>
                  <a:pt x="3036254" y="798367"/>
                </a:lnTo>
                <a:cubicBezTo>
                  <a:pt x="3036100" y="798059"/>
                  <a:pt x="3036254" y="797366"/>
                  <a:pt x="3036254" y="797366"/>
                </a:cubicBezTo>
                <a:lnTo>
                  <a:pt x="3043094" y="785455"/>
                </a:lnTo>
                <a:cubicBezTo>
                  <a:pt x="3043248" y="785148"/>
                  <a:pt x="3043939" y="784994"/>
                  <a:pt x="3043939" y="784994"/>
                </a:cubicBezTo>
                <a:close/>
                <a:moveTo>
                  <a:pt x="2403510" y="784840"/>
                </a:moveTo>
                <a:lnTo>
                  <a:pt x="2417421" y="784840"/>
                </a:lnTo>
                <a:cubicBezTo>
                  <a:pt x="2417726" y="784840"/>
                  <a:pt x="2418266" y="785301"/>
                  <a:pt x="2418266" y="785301"/>
                </a:cubicBezTo>
                <a:lnTo>
                  <a:pt x="2425182" y="797366"/>
                </a:lnTo>
                <a:cubicBezTo>
                  <a:pt x="2425336" y="797674"/>
                  <a:pt x="2425182" y="798367"/>
                  <a:pt x="2425182" y="798367"/>
                </a:cubicBezTo>
                <a:lnTo>
                  <a:pt x="2418266" y="810432"/>
                </a:lnTo>
                <a:cubicBezTo>
                  <a:pt x="2418112" y="810740"/>
                  <a:pt x="2417421" y="810893"/>
                  <a:pt x="2417421" y="810893"/>
                </a:cubicBezTo>
                <a:lnTo>
                  <a:pt x="2403510" y="810893"/>
                </a:lnTo>
                <a:cubicBezTo>
                  <a:pt x="2403203" y="810893"/>
                  <a:pt x="2402664" y="810432"/>
                  <a:pt x="2402664" y="810432"/>
                </a:cubicBezTo>
                <a:lnTo>
                  <a:pt x="2395747" y="798367"/>
                </a:lnTo>
                <a:cubicBezTo>
                  <a:pt x="2395593" y="798059"/>
                  <a:pt x="2395747" y="797366"/>
                  <a:pt x="2395747" y="797366"/>
                </a:cubicBezTo>
                <a:lnTo>
                  <a:pt x="2402664" y="785301"/>
                </a:lnTo>
                <a:cubicBezTo>
                  <a:pt x="2402817" y="784994"/>
                  <a:pt x="2403510" y="784840"/>
                  <a:pt x="2403510" y="784840"/>
                </a:cubicBezTo>
                <a:close/>
                <a:moveTo>
                  <a:pt x="2220441" y="784686"/>
                </a:moveTo>
                <a:lnTo>
                  <a:pt x="2234506" y="784686"/>
                </a:lnTo>
                <a:cubicBezTo>
                  <a:pt x="2234813" y="784686"/>
                  <a:pt x="2235351" y="785148"/>
                  <a:pt x="2235351" y="785148"/>
                </a:cubicBezTo>
                <a:lnTo>
                  <a:pt x="2242345" y="797291"/>
                </a:lnTo>
                <a:cubicBezTo>
                  <a:pt x="2242498" y="797598"/>
                  <a:pt x="2242345" y="798289"/>
                  <a:pt x="2242345" y="798289"/>
                </a:cubicBezTo>
                <a:lnTo>
                  <a:pt x="2235351" y="810432"/>
                </a:lnTo>
                <a:cubicBezTo>
                  <a:pt x="2235197" y="810740"/>
                  <a:pt x="2234506" y="810893"/>
                  <a:pt x="2234506" y="810893"/>
                </a:cubicBezTo>
                <a:lnTo>
                  <a:pt x="2220441" y="810893"/>
                </a:lnTo>
                <a:cubicBezTo>
                  <a:pt x="2220134" y="810893"/>
                  <a:pt x="2219597" y="810432"/>
                  <a:pt x="2219597" y="810432"/>
                </a:cubicBezTo>
                <a:lnTo>
                  <a:pt x="2212602" y="798289"/>
                </a:lnTo>
                <a:cubicBezTo>
                  <a:pt x="2212448" y="797982"/>
                  <a:pt x="2212602" y="797291"/>
                  <a:pt x="2212602" y="797291"/>
                </a:cubicBezTo>
                <a:lnTo>
                  <a:pt x="2219597" y="785148"/>
                </a:lnTo>
                <a:cubicBezTo>
                  <a:pt x="2219750" y="784916"/>
                  <a:pt x="2220441" y="784686"/>
                  <a:pt x="2220441" y="784686"/>
                </a:cubicBezTo>
                <a:close/>
                <a:moveTo>
                  <a:pt x="4781467" y="783764"/>
                </a:moveTo>
                <a:lnTo>
                  <a:pt x="4796530" y="783764"/>
                </a:lnTo>
                <a:cubicBezTo>
                  <a:pt x="4796915" y="783764"/>
                  <a:pt x="4797452" y="784301"/>
                  <a:pt x="4797452" y="784301"/>
                </a:cubicBezTo>
                <a:lnTo>
                  <a:pt x="4804984" y="797366"/>
                </a:lnTo>
                <a:cubicBezTo>
                  <a:pt x="4805216" y="797674"/>
                  <a:pt x="4804984" y="798443"/>
                  <a:pt x="4804984" y="798443"/>
                </a:cubicBezTo>
                <a:lnTo>
                  <a:pt x="4797452" y="811509"/>
                </a:lnTo>
                <a:cubicBezTo>
                  <a:pt x="4797223" y="811816"/>
                  <a:pt x="4796530" y="812046"/>
                  <a:pt x="4796530" y="812046"/>
                </a:cubicBezTo>
                <a:lnTo>
                  <a:pt x="4781467" y="812046"/>
                </a:lnTo>
                <a:cubicBezTo>
                  <a:pt x="4781081" y="812046"/>
                  <a:pt x="4780544" y="811509"/>
                  <a:pt x="4780544" y="811509"/>
                </a:cubicBezTo>
                <a:lnTo>
                  <a:pt x="4773013" y="798443"/>
                </a:lnTo>
                <a:cubicBezTo>
                  <a:pt x="4772783" y="798135"/>
                  <a:pt x="4773013" y="797366"/>
                  <a:pt x="4773013" y="797366"/>
                </a:cubicBezTo>
                <a:lnTo>
                  <a:pt x="4780544" y="784301"/>
                </a:lnTo>
                <a:cubicBezTo>
                  <a:pt x="4780776" y="783993"/>
                  <a:pt x="4781467" y="783764"/>
                  <a:pt x="4781467" y="783764"/>
                </a:cubicBezTo>
                <a:close/>
                <a:moveTo>
                  <a:pt x="4505175" y="780382"/>
                </a:moveTo>
                <a:lnTo>
                  <a:pt x="4523851" y="780382"/>
                </a:lnTo>
                <a:cubicBezTo>
                  <a:pt x="4524312" y="780382"/>
                  <a:pt x="4524773" y="780690"/>
                  <a:pt x="4525003" y="781073"/>
                </a:cubicBezTo>
                <a:lnTo>
                  <a:pt x="4534303" y="797213"/>
                </a:lnTo>
                <a:cubicBezTo>
                  <a:pt x="4534534" y="797598"/>
                  <a:pt x="4534534" y="798135"/>
                  <a:pt x="4534303" y="798521"/>
                </a:cubicBezTo>
                <a:lnTo>
                  <a:pt x="4524927" y="814660"/>
                </a:lnTo>
                <a:cubicBezTo>
                  <a:pt x="4524695" y="815120"/>
                  <a:pt x="4524234" y="815351"/>
                  <a:pt x="4523773" y="815351"/>
                </a:cubicBezTo>
                <a:lnTo>
                  <a:pt x="4505099" y="815351"/>
                </a:lnTo>
                <a:cubicBezTo>
                  <a:pt x="4504638" y="815351"/>
                  <a:pt x="4504176" y="815044"/>
                  <a:pt x="4503945" y="814660"/>
                </a:cubicBezTo>
                <a:lnTo>
                  <a:pt x="4494646" y="798521"/>
                </a:lnTo>
                <a:cubicBezTo>
                  <a:pt x="4494416" y="798135"/>
                  <a:pt x="4494416" y="797598"/>
                  <a:pt x="4494646" y="797213"/>
                </a:cubicBezTo>
                <a:lnTo>
                  <a:pt x="4504023" y="781073"/>
                </a:lnTo>
                <a:cubicBezTo>
                  <a:pt x="4504253" y="780612"/>
                  <a:pt x="4504714" y="780382"/>
                  <a:pt x="4505175" y="780382"/>
                </a:cubicBezTo>
                <a:close/>
                <a:moveTo>
                  <a:pt x="4413180" y="779230"/>
                </a:moveTo>
                <a:lnTo>
                  <a:pt x="4433008" y="779230"/>
                </a:lnTo>
                <a:cubicBezTo>
                  <a:pt x="4433546" y="779230"/>
                  <a:pt x="4434007" y="779460"/>
                  <a:pt x="4434238" y="779921"/>
                </a:cubicBezTo>
                <a:lnTo>
                  <a:pt x="4444153" y="797137"/>
                </a:lnTo>
                <a:cubicBezTo>
                  <a:pt x="4444382" y="797522"/>
                  <a:pt x="4444382" y="798059"/>
                  <a:pt x="4444153" y="798521"/>
                </a:cubicBezTo>
                <a:lnTo>
                  <a:pt x="4434238" y="815737"/>
                </a:lnTo>
                <a:cubicBezTo>
                  <a:pt x="4433931" y="816120"/>
                  <a:pt x="4433470" y="816428"/>
                  <a:pt x="4433008" y="816428"/>
                </a:cubicBezTo>
                <a:lnTo>
                  <a:pt x="4413180" y="816428"/>
                </a:lnTo>
                <a:cubicBezTo>
                  <a:pt x="4412641" y="816428"/>
                  <a:pt x="4412181" y="816196"/>
                  <a:pt x="4411950" y="815737"/>
                </a:cubicBezTo>
                <a:lnTo>
                  <a:pt x="4402036" y="798521"/>
                </a:lnTo>
                <a:cubicBezTo>
                  <a:pt x="4401806" y="798135"/>
                  <a:pt x="4401806" y="797598"/>
                  <a:pt x="4402036" y="797137"/>
                </a:cubicBezTo>
                <a:lnTo>
                  <a:pt x="4411950" y="779921"/>
                </a:lnTo>
                <a:cubicBezTo>
                  <a:pt x="4412258" y="779537"/>
                  <a:pt x="4412719" y="779230"/>
                  <a:pt x="4413180" y="779230"/>
                </a:cubicBezTo>
                <a:close/>
                <a:moveTo>
                  <a:pt x="4686474" y="777309"/>
                </a:moveTo>
                <a:lnTo>
                  <a:pt x="4708455" y="777309"/>
                </a:lnTo>
                <a:cubicBezTo>
                  <a:pt x="4708993" y="777309"/>
                  <a:pt x="4709454" y="777616"/>
                  <a:pt x="4709762" y="778077"/>
                </a:cubicBezTo>
                <a:lnTo>
                  <a:pt x="4720752" y="797061"/>
                </a:lnTo>
                <a:cubicBezTo>
                  <a:pt x="4721060" y="797522"/>
                  <a:pt x="4721060" y="798135"/>
                  <a:pt x="4720752" y="798597"/>
                </a:cubicBezTo>
                <a:lnTo>
                  <a:pt x="4709762" y="817580"/>
                </a:lnTo>
                <a:cubicBezTo>
                  <a:pt x="4709532" y="818041"/>
                  <a:pt x="4708993" y="818349"/>
                  <a:pt x="4708455" y="818349"/>
                </a:cubicBezTo>
                <a:lnTo>
                  <a:pt x="4686474" y="818349"/>
                </a:lnTo>
                <a:cubicBezTo>
                  <a:pt x="4685937" y="818349"/>
                  <a:pt x="4685476" y="818041"/>
                  <a:pt x="4685169" y="817580"/>
                </a:cubicBezTo>
                <a:lnTo>
                  <a:pt x="4674178" y="798597"/>
                </a:lnTo>
                <a:cubicBezTo>
                  <a:pt x="4673872" y="798135"/>
                  <a:pt x="4673872" y="797522"/>
                  <a:pt x="4674178" y="797061"/>
                </a:cubicBezTo>
                <a:lnTo>
                  <a:pt x="4685169" y="778077"/>
                </a:lnTo>
                <a:cubicBezTo>
                  <a:pt x="4685400" y="777616"/>
                  <a:pt x="4685937" y="777309"/>
                  <a:pt x="4686474" y="777309"/>
                </a:cubicBezTo>
                <a:close/>
                <a:moveTo>
                  <a:pt x="2124758" y="776769"/>
                </a:moveTo>
                <a:lnTo>
                  <a:pt x="2147276" y="776769"/>
                </a:lnTo>
                <a:cubicBezTo>
                  <a:pt x="2147813" y="776769"/>
                  <a:pt x="2148353" y="777077"/>
                  <a:pt x="2148660" y="777538"/>
                </a:cubicBezTo>
                <a:lnTo>
                  <a:pt x="2159956" y="797059"/>
                </a:lnTo>
                <a:cubicBezTo>
                  <a:pt x="2160264" y="797596"/>
                  <a:pt x="2160264" y="798211"/>
                  <a:pt x="2159956" y="798673"/>
                </a:cubicBezTo>
                <a:lnTo>
                  <a:pt x="2148660" y="818193"/>
                </a:lnTo>
                <a:cubicBezTo>
                  <a:pt x="2148353" y="818655"/>
                  <a:pt x="2147813" y="818962"/>
                  <a:pt x="2147276" y="818962"/>
                </a:cubicBezTo>
                <a:lnTo>
                  <a:pt x="2124758" y="818962"/>
                </a:lnTo>
                <a:cubicBezTo>
                  <a:pt x="2124221" y="818962"/>
                  <a:pt x="2123681" y="818655"/>
                  <a:pt x="2123374" y="818193"/>
                </a:cubicBezTo>
                <a:lnTo>
                  <a:pt x="2112078" y="798673"/>
                </a:lnTo>
                <a:cubicBezTo>
                  <a:pt x="2111768" y="798135"/>
                  <a:pt x="2111768" y="797520"/>
                  <a:pt x="2112078" y="797059"/>
                </a:cubicBezTo>
                <a:lnTo>
                  <a:pt x="2123374" y="777538"/>
                </a:lnTo>
                <a:cubicBezTo>
                  <a:pt x="2123681" y="777077"/>
                  <a:pt x="2124221" y="776769"/>
                  <a:pt x="2124758" y="776769"/>
                </a:cubicBezTo>
                <a:close/>
                <a:moveTo>
                  <a:pt x="4135274" y="772851"/>
                </a:moveTo>
                <a:lnTo>
                  <a:pt x="4162021" y="772851"/>
                </a:lnTo>
                <a:cubicBezTo>
                  <a:pt x="4162636" y="772851"/>
                  <a:pt x="4163327" y="773158"/>
                  <a:pt x="4163634" y="773774"/>
                </a:cubicBezTo>
                <a:lnTo>
                  <a:pt x="4177008" y="796907"/>
                </a:lnTo>
                <a:cubicBezTo>
                  <a:pt x="4177313" y="797522"/>
                  <a:pt x="4177313" y="798213"/>
                  <a:pt x="4177008" y="798828"/>
                </a:cubicBezTo>
                <a:lnTo>
                  <a:pt x="4163634" y="821962"/>
                </a:lnTo>
                <a:cubicBezTo>
                  <a:pt x="4163327" y="822499"/>
                  <a:pt x="4162712" y="822883"/>
                  <a:pt x="4162021" y="822883"/>
                </a:cubicBezTo>
                <a:lnTo>
                  <a:pt x="4135274" y="822883"/>
                </a:lnTo>
                <a:cubicBezTo>
                  <a:pt x="4134659" y="822883"/>
                  <a:pt x="4133968" y="822575"/>
                  <a:pt x="4133660" y="821962"/>
                </a:cubicBezTo>
                <a:lnTo>
                  <a:pt x="4120288" y="798828"/>
                </a:lnTo>
                <a:cubicBezTo>
                  <a:pt x="4119982" y="798213"/>
                  <a:pt x="4119982" y="797522"/>
                  <a:pt x="4120288" y="796907"/>
                </a:cubicBezTo>
                <a:lnTo>
                  <a:pt x="4133660" y="773774"/>
                </a:lnTo>
                <a:cubicBezTo>
                  <a:pt x="4133968" y="773234"/>
                  <a:pt x="4134583" y="772851"/>
                  <a:pt x="4135274" y="772851"/>
                </a:cubicBezTo>
                <a:close/>
                <a:moveTo>
                  <a:pt x="3948441" y="765549"/>
                </a:moveTo>
                <a:lnTo>
                  <a:pt x="3982948" y="765549"/>
                </a:lnTo>
                <a:cubicBezTo>
                  <a:pt x="3983794" y="765549"/>
                  <a:pt x="3984562" y="766010"/>
                  <a:pt x="3985023" y="766779"/>
                </a:cubicBezTo>
                <a:lnTo>
                  <a:pt x="4002237" y="796675"/>
                </a:lnTo>
                <a:cubicBezTo>
                  <a:pt x="4002698" y="797444"/>
                  <a:pt x="4002698" y="798365"/>
                  <a:pt x="4002237" y="799134"/>
                </a:cubicBezTo>
                <a:lnTo>
                  <a:pt x="3984945" y="829032"/>
                </a:lnTo>
                <a:cubicBezTo>
                  <a:pt x="3984562" y="829799"/>
                  <a:pt x="3983716" y="830260"/>
                  <a:pt x="3982870" y="830260"/>
                </a:cubicBezTo>
                <a:lnTo>
                  <a:pt x="3948363" y="830260"/>
                </a:lnTo>
                <a:cubicBezTo>
                  <a:pt x="3947519" y="830260"/>
                  <a:pt x="3946749" y="829799"/>
                  <a:pt x="3946288" y="829032"/>
                </a:cubicBezTo>
                <a:lnTo>
                  <a:pt x="3929072" y="799134"/>
                </a:lnTo>
                <a:cubicBezTo>
                  <a:pt x="3928611" y="798365"/>
                  <a:pt x="3928611" y="797444"/>
                  <a:pt x="3929072" y="796675"/>
                </a:cubicBezTo>
                <a:lnTo>
                  <a:pt x="3946364" y="766779"/>
                </a:lnTo>
                <a:cubicBezTo>
                  <a:pt x="3946749" y="766010"/>
                  <a:pt x="3947594" y="765549"/>
                  <a:pt x="3948441" y="765549"/>
                </a:cubicBezTo>
                <a:close/>
                <a:moveTo>
                  <a:pt x="6524451" y="713518"/>
                </a:moveTo>
                <a:lnTo>
                  <a:pt x="6529832" y="713518"/>
                </a:lnTo>
                <a:cubicBezTo>
                  <a:pt x="6529910" y="713518"/>
                  <a:pt x="6530139" y="713672"/>
                  <a:pt x="6530139" y="713672"/>
                </a:cubicBezTo>
                <a:lnTo>
                  <a:pt x="6532829" y="718359"/>
                </a:lnTo>
                <a:cubicBezTo>
                  <a:pt x="6532829" y="718513"/>
                  <a:pt x="6532829" y="718745"/>
                  <a:pt x="6532829" y="718745"/>
                </a:cubicBezTo>
                <a:lnTo>
                  <a:pt x="6530139" y="723432"/>
                </a:lnTo>
                <a:cubicBezTo>
                  <a:pt x="6530063" y="723586"/>
                  <a:pt x="6529832" y="723586"/>
                  <a:pt x="6529832" y="723586"/>
                </a:cubicBezTo>
                <a:lnTo>
                  <a:pt x="6524451" y="723586"/>
                </a:lnTo>
                <a:cubicBezTo>
                  <a:pt x="6524375" y="723586"/>
                  <a:pt x="6524146" y="723432"/>
                  <a:pt x="6524146" y="723432"/>
                </a:cubicBezTo>
                <a:lnTo>
                  <a:pt x="6521455" y="718745"/>
                </a:lnTo>
                <a:cubicBezTo>
                  <a:pt x="6521455" y="718591"/>
                  <a:pt x="6521455" y="718359"/>
                  <a:pt x="6521455" y="718359"/>
                </a:cubicBezTo>
                <a:lnTo>
                  <a:pt x="6524146" y="713672"/>
                </a:lnTo>
                <a:cubicBezTo>
                  <a:pt x="6524222" y="713518"/>
                  <a:pt x="6524451" y="713518"/>
                  <a:pt x="6524451" y="713518"/>
                </a:cubicBezTo>
                <a:close/>
                <a:moveTo>
                  <a:pt x="6341384" y="713442"/>
                </a:moveTo>
                <a:lnTo>
                  <a:pt x="6346919" y="713442"/>
                </a:lnTo>
                <a:cubicBezTo>
                  <a:pt x="6346994" y="713442"/>
                  <a:pt x="6347226" y="713672"/>
                  <a:pt x="6347226" y="713672"/>
                </a:cubicBezTo>
                <a:lnTo>
                  <a:pt x="6349992" y="718437"/>
                </a:lnTo>
                <a:cubicBezTo>
                  <a:pt x="6349992" y="718515"/>
                  <a:pt x="6349992" y="718823"/>
                  <a:pt x="6349992" y="718823"/>
                </a:cubicBezTo>
                <a:lnTo>
                  <a:pt x="6347226" y="723588"/>
                </a:lnTo>
                <a:cubicBezTo>
                  <a:pt x="6347148" y="723818"/>
                  <a:pt x="6346919" y="723818"/>
                  <a:pt x="6346919" y="723818"/>
                </a:cubicBezTo>
                <a:lnTo>
                  <a:pt x="6341384" y="723818"/>
                </a:lnTo>
                <a:cubicBezTo>
                  <a:pt x="6341308" y="723818"/>
                  <a:pt x="6341077" y="723588"/>
                  <a:pt x="6341077" y="723588"/>
                </a:cubicBezTo>
                <a:lnTo>
                  <a:pt x="6338311" y="718823"/>
                </a:lnTo>
                <a:cubicBezTo>
                  <a:pt x="6338311" y="718745"/>
                  <a:pt x="6338311" y="718437"/>
                  <a:pt x="6338311" y="718437"/>
                </a:cubicBezTo>
                <a:lnTo>
                  <a:pt x="6341077" y="713672"/>
                </a:lnTo>
                <a:cubicBezTo>
                  <a:pt x="6341155" y="713442"/>
                  <a:pt x="6341384" y="713442"/>
                  <a:pt x="6341384" y="713442"/>
                </a:cubicBezTo>
                <a:close/>
                <a:moveTo>
                  <a:pt x="6432610" y="712981"/>
                </a:moveTo>
                <a:lnTo>
                  <a:pt x="6438606" y="712981"/>
                </a:lnTo>
                <a:cubicBezTo>
                  <a:pt x="6438760" y="712981"/>
                  <a:pt x="6438989" y="713211"/>
                  <a:pt x="6438989" y="713211"/>
                </a:cubicBezTo>
                <a:lnTo>
                  <a:pt x="6441987" y="718361"/>
                </a:lnTo>
                <a:cubicBezTo>
                  <a:pt x="6441987" y="718437"/>
                  <a:pt x="6441987" y="718745"/>
                  <a:pt x="6441987" y="718745"/>
                </a:cubicBezTo>
                <a:lnTo>
                  <a:pt x="6438989" y="723894"/>
                </a:lnTo>
                <a:cubicBezTo>
                  <a:pt x="6438911" y="724047"/>
                  <a:pt x="6438606" y="724125"/>
                  <a:pt x="6438606" y="724125"/>
                </a:cubicBezTo>
                <a:lnTo>
                  <a:pt x="6432610" y="724125"/>
                </a:lnTo>
                <a:cubicBezTo>
                  <a:pt x="6432456" y="724125"/>
                  <a:pt x="6432225" y="723894"/>
                  <a:pt x="6432225" y="723894"/>
                </a:cubicBezTo>
                <a:lnTo>
                  <a:pt x="6429229" y="718745"/>
                </a:lnTo>
                <a:cubicBezTo>
                  <a:pt x="6429229" y="718669"/>
                  <a:pt x="6429229" y="718361"/>
                  <a:pt x="6429229" y="718361"/>
                </a:cubicBezTo>
                <a:lnTo>
                  <a:pt x="6432225" y="713211"/>
                </a:lnTo>
                <a:cubicBezTo>
                  <a:pt x="6432303" y="713057"/>
                  <a:pt x="6432610" y="712981"/>
                  <a:pt x="6432610" y="712981"/>
                </a:cubicBezTo>
                <a:close/>
                <a:moveTo>
                  <a:pt x="2956170" y="712673"/>
                </a:moveTo>
                <a:lnTo>
                  <a:pt x="2962471" y="712673"/>
                </a:lnTo>
                <a:cubicBezTo>
                  <a:pt x="2962628" y="712673"/>
                  <a:pt x="2962857" y="712903"/>
                  <a:pt x="2962857" y="712903"/>
                </a:cubicBezTo>
                <a:lnTo>
                  <a:pt x="2966009" y="718361"/>
                </a:lnTo>
                <a:cubicBezTo>
                  <a:pt x="2966084" y="718515"/>
                  <a:pt x="2966009" y="718821"/>
                  <a:pt x="2966009" y="718821"/>
                </a:cubicBezTo>
                <a:lnTo>
                  <a:pt x="2962857" y="724279"/>
                </a:lnTo>
                <a:cubicBezTo>
                  <a:pt x="2962781" y="724433"/>
                  <a:pt x="2962471" y="724509"/>
                  <a:pt x="2962471" y="724509"/>
                </a:cubicBezTo>
                <a:lnTo>
                  <a:pt x="2956170" y="724509"/>
                </a:lnTo>
                <a:cubicBezTo>
                  <a:pt x="2956016" y="724509"/>
                  <a:pt x="2955787" y="724279"/>
                  <a:pt x="2955787" y="724279"/>
                </a:cubicBezTo>
                <a:lnTo>
                  <a:pt x="2952635" y="718821"/>
                </a:lnTo>
                <a:cubicBezTo>
                  <a:pt x="2952557" y="718669"/>
                  <a:pt x="2952635" y="718361"/>
                  <a:pt x="2952635" y="718361"/>
                </a:cubicBezTo>
                <a:lnTo>
                  <a:pt x="2955787" y="712903"/>
                </a:lnTo>
                <a:cubicBezTo>
                  <a:pt x="2955863" y="712751"/>
                  <a:pt x="2956170" y="712673"/>
                  <a:pt x="2956170" y="712673"/>
                </a:cubicBezTo>
                <a:close/>
                <a:moveTo>
                  <a:pt x="3230465" y="712290"/>
                </a:moveTo>
                <a:lnTo>
                  <a:pt x="3237151" y="712290"/>
                </a:lnTo>
                <a:cubicBezTo>
                  <a:pt x="3237303" y="712290"/>
                  <a:pt x="3237535" y="712520"/>
                  <a:pt x="3237535" y="712520"/>
                </a:cubicBezTo>
                <a:lnTo>
                  <a:pt x="3240916" y="718361"/>
                </a:lnTo>
                <a:cubicBezTo>
                  <a:pt x="3240994" y="718515"/>
                  <a:pt x="3240916" y="718823"/>
                  <a:pt x="3240916" y="718823"/>
                </a:cubicBezTo>
                <a:lnTo>
                  <a:pt x="3237535" y="724663"/>
                </a:lnTo>
                <a:cubicBezTo>
                  <a:pt x="3237457" y="724816"/>
                  <a:pt x="3237151" y="724894"/>
                  <a:pt x="3237151" y="724894"/>
                </a:cubicBezTo>
                <a:lnTo>
                  <a:pt x="3230465" y="724894"/>
                </a:lnTo>
                <a:cubicBezTo>
                  <a:pt x="3230311" y="724894"/>
                  <a:pt x="3230079" y="724663"/>
                  <a:pt x="3230079" y="724663"/>
                </a:cubicBezTo>
                <a:lnTo>
                  <a:pt x="3226698" y="718823"/>
                </a:lnTo>
                <a:cubicBezTo>
                  <a:pt x="3226620" y="718669"/>
                  <a:pt x="3226698" y="718361"/>
                  <a:pt x="3226698" y="718361"/>
                </a:cubicBezTo>
                <a:lnTo>
                  <a:pt x="3230079" y="712520"/>
                </a:lnTo>
                <a:cubicBezTo>
                  <a:pt x="3230158" y="712366"/>
                  <a:pt x="3230465" y="712290"/>
                  <a:pt x="3230465" y="712290"/>
                </a:cubicBezTo>
                <a:close/>
                <a:moveTo>
                  <a:pt x="4968377" y="711904"/>
                </a:moveTo>
                <a:lnTo>
                  <a:pt x="4975524" y="711904"/>
                </a:lnTo>
                <a:cubicBezTo>
                  <a:pt x="4975756" y="711904"/>
                  <a:pt x="4975986" y="712134"/>
                  <a:pt x="4975986" y="712134"/>
                </a:cubicBezTo>
                <a:lnTo>
                  <a:pt x="4979599" y="718359"/>
                </a:lnTo>
                <a:cubicBezTo>
                  <a:pt x="4979675" y="718513"/>
                  <a:pt x="4979599" y="718899"/>
                  <a:pt x="4979599" y="718899"/>
                </a:cubicBezTo>
                <a:lnTo>
                  <a:pt x="4975986" y="725124"/>
                </a:lnTo>
                <a:cubicBezTo>
                  <a:pt x="4975832" y="725278"/>
                  <a:pt x="4975524" y="725354"/>
                  <a:pt x="4975524" y="725354"/>
                </a:cubicBezTo>
                <a:lnTo>
                  <a:pt x="4968377" y="725354"/>
                </a:lnTo>
                <a:cubicBezTo>
                  <a:pt x="4968147" y="725354"/>
                  <a:pt x="4967918" y="725124"/>
                  <a:pt x="4967918" y="725124"/>
                </a:cubicBezTo>
                <a:lnTo>
                  <a:pt x="4964304" y="718899"/>
                </a:lnTo>
                <a:cubicBezTo>
                  <a:pt x="4964226" y="718745"/>
                  <a:pt x="4964304" y="718359"/>
                  <a:pt x="4964304" y="718359"/>
                </a:cubicBezTo>
                <a:lnTo>
                  <a:pt x="4967918" y="712134"/>
                </a:lnTo>
                <a:cubicBezTo>
                  <a:pt x="4968071" y="711982"/>
                  <a:pt x="4968377" y="711904"/>
                  <a:pt x="4968377" y="711904"/>
                </a:cubicBezTo>
                <a:close/>
                <a:moveTo>
                  <a:pt x="3870356" y="711443"/>
                </a:moveTo>
                <a:lnTo>
                  <a:pt x="3877965" y="711443"/>
                </a:lnTo>
                <a:cubicBezTo>
                  <a:pt x="3878120" y="711443"/>
                  <a:pt x="3878428" y="711751"/>
                  <a:pt x="3878428" y="711751"/>
                </a:cubicBezTo>
                <a:lnTo>
                  <a:pt x="3882269" y="718359"/>
                </a:lnTo>
                <a:cubicBezTo>
                  <a:pt x="3882345" y="718513"/>
                  <a:pt x="3882269" y="718899"/>
                  <a:pt x="3882269" y="718899"/>
                </a:cubicBezTo>
                <a:lnTo>
                  <a:pt x="3878428" y="725507"/>
                </a:lnTo>
                <a:cubicBezTo>
                  <a:pt x="3878350" y="725739"/>
                  <a:pt x="3877965" y="725815"/>
                  <a:pt x="3877965" y="725815"/>
                </a:cubicBezTo>
                <a:lnTo>
                  <a:pt x="3870356" y="725815"/>
                </a:lnTo>
                <a:cubicBezTo>
                  <a:pt x="3870203" y="725815"/>
                  <a:pt x="3869896" y="725507"/>
                  <a:pt x="3869896" y="725507"/>
                </a:cubicBezTo>
                <a:lnTo>
                  <a:pt x="3866052" y="718899"/>
                </a:lnTo>
                <a:cubicBezTo>
                  <a:pt x="3865974" y="718745"/>
                  <a:pt x="3866052" y="718359"/>
                  <a:pt x="3866052" y="718359"/>
                </a:cubicBezTo>
                <a:lnTo>
                  <a:pt x="3869896" y="711751"/>
                </a:lnTo>
                <a:cubicBezTo>
                  <a:pt x="3869973" y="711521"/>
                  <a:pt x="3870356" y="711443"/>
                  <a:pt x="3870356" y="711443"/>
                </a:cubicBezTo>
                <a:close/>
                <a:moveTo>
                  <a:pt x="2864099" y="711443"/>
                </a:moveTo>
                <a:lnTo>
                  <a:pt x="2871709" y="711443"/>
                </a:lnTo>
                <a:cubicBezTo>
                  <a:pt x="2871863" y="711443"/>
                  <a:pt x="2872168" y="711751"/>
                  <a:pt x="2872168" y="711751"/>
                </a:cubicBezTo>
                <a:lnTo>
                  <a:pt x="2876011" y="718359"/>
                </a:lnTo>
                <a:cubicBezTo>
                  <a:pt x="2876088" y="718513"/>
                  <a:pt x="2876011" y="718899"/>
                  <a:pt x="2876011" y="718899"/>
                </a:cubicBezTo>
                <a:lnTo>
                  <a:pt x="2872168" y="725507"/>
                </a:lnTo>
                <a:cubicBezTo>
                  <a:pt x="2872092" y="725739"/>
                  <a:pt x="2871709" y="725815"/>
                  <a:pt x="2871709" y="725815"/>
                </a:cubicBezTo>
                <a:lnTo>
                  <a:pt x="2864099" y="725815"/>
                </a:lnTo>
                <a:cubicBezTo>
                  <a:pt x="2863946" y="725815"/>
                  <a:pt x="2863638" y="725507"/>
                  <a:pt x="2863638" y="725507"/>
                </a:cubicBezTo>
                <a:lnTo>
                  <a:pt x="2859795" y="718899"/>
                </a:lnTo>
                <a:cubicBezTo>
                  <a:pt x="2859717" y="718745"/>
                  <a:pt x="2859795" y="718359"/>
                  <a:pt x="2859795" y="718359"/>
                </a:cubicBezTo>
                <a:lnTo>
                  <a:pt x="2863638" y="711751"/>
                </a:lnTo>
                <a:cubicBezTo>
                  <a:pt x="2863716" y="711521"/>
                  <a:pt x="2864099" y="711443"/>
                  <a:pt x="2864099" y="711443"/>
                </a:cubicBezTo>
                <a:close/>
                <a:moveTo>
                  <a:pt x="5516964" y="711289"/>
                </a:moveTo>
                <a:lnTo>
                  <a:pt x="5524727" y="711289"/>
                </a:lnTo>
                <a:cubicBezTo>
                  <a:pt x="5524881" y="711289"/>
                  <a:pt x="5525189" y="711597"/>
                  <a:pt x="5525189" y="711597"/>
                </a:cubicBezTo>
                <a:lnTo>
                  <a:pt x="5529031" y="718359"/>
                </a:lnTo>
                <a:cubicBezTo>
                  <a:pt x="5529109" y="718513"/>
                  <a:pt x="5529031" y="718899"/>
                  <a:pt x="5529031" y="718899"/>
                </a:cubicBezTo>
                <a:lnTo>
                  <a:pt x="5525111" y="725661"/>
                </a:lnTo>
                <a:cubicBezTo>
                  <a:pt x="5525035" y="725891"/>
                  <a:pt x="5524649" y="725969"/>
                  <a:pt x="5524649" y="725969"/>
                </a:cubicBezTo>
                <a:lnTo>
                  <a:pt x="5516888" y="725969"/>
                </a:lnTo>
                <a:cubicBezTo>
                  <a:pt x="5516735" y="725969"/>
                  <a:pt x="5516427" y="725661"/>
                  <a:pt x="5516427" y="725661"/>
                </a:cubicBezTo>
                <a:lnTo>
                  <a:pt x="5512584" y="718899"/>
                </a:lnTo>
                <a:cubicBezTo>
                  <a:pt x="5512506" y="718745"/>
                  <a:pt x="5512584" y="718359"/>
                  <a:pt x="5512584" y="718359"/>
                </a:cubicBezTo>
                <a:lnTo>
                  <a:pt x="5516505" y="711597"/>
                </a:lnTo>
                <a:cubicBezTo>
                  <a:pt x="5516581" y="711365"/>
                  <a:pt x="5516964" y="711289"/>
                  <a:pt x="5516964" y="711289"/>
                </a:cubicBezTo>
                <a:close/>
                <a:moveTo>
                  <a:pt x="5882639" y="710906"/>
                </a:moveTo>
                <a:lnTo>
                  <a:pt x="5890863" y="710906"/>
                </a:lnTo>
                <a:cubicBezTo>
                  <a:pt x="5891093" y="710906"/>
                  <a:pt x="5891400" y="711213"/>
                  <a:pt x="5891400" y="711213"/>
                </a:cubicBezTo>
                <a:lnTo>
                  <a:pt x="5895473" y="718361"/>
                </a:lnTo>
                <a:cubicBezTo>
                  <a:pt x="5895550" y="718591"/>
                  <a:pt x="5895473" y="718976"/>
                  <a:pt x="5895473" y="718976"/>
                </a:cubicBezTo>
                <a:lnTo>
                  <a:pt x="5891400" y="726123"/>
                </a:lnTo>
                <a:cubicBezTo>
                  <a:pt x="5891246" y="726354"/>
                  <a:pt x="5890863" y="726430"/>
                  <a:pt x="5890863" y="726430"/>
                </a:cubicBezTo>
                <a:lnTo>
                  <a:pt x="5882639" y="726430"/>
                </a:lnTo>
                <a:cubicBezTo>
                  <a:pt x="5882409" y="726430"/>
                  <a:pt x="5882101" y="726123"/>
                  <a:pt x="5882101" y="726123"/>
                </a:cubicBezTo>
                <a:lnTo>
                  <a:pt x="5878027" y="718976"/>
                </a:lnTo>
                <a:cubicBezTo>
                  <a:pt x="5877949" y="718745"/>
                  <a:pt x="5878027" y="718361"/>
                  <a:pt x="5878027" y="718361"/>
                </a:cubicBezTo>
                <a:lnTo>
                  <a:pt x="5882101" y="711213"/>
                </a:lnTo>
                <a:cubicBezTo>
                  <a:pt x="5882255" y="710984"/>
                  <a:pt x="5882639" y="710906"/>
                  <a:pt x="5882639" y="710906"/>
                </a:cubicBezTo>
                <a:close/>
                <a:moveTo>
                  <a:pt x="2497119" y="709522"/>
                </a:moveTo>
                <a:lnTo>
                  <a:pt x="2506803" y="709522"/>
                </a:lnTo>
                <a:cubicBezTo>
                  <a:pt x="2507033" y="709522"/>
                  <a:pt x="2507418" y="709829"/>
                  <a:pt x="2507418" y="709829"/>
                </a:cubicBezTo>
                <a:lnTo>
                  <a:pt x="2512260" y="718206"/>
                </a:lnTo>
                <a:cubicBezTo>
                  <a:pt x="2512413" y="718437"/>
                  <a:pt x="2512260" y="718899"/>
                  <a:pt x="2512260" y="718899"/>
                </a:cubicBezTo>
                <a:lnTo>
                  <a:pt x="2507418" y="727275"/>
                </a:lnTo>
                <a:cubicBezTo>
                  <a:pt x="2507265" y="727429"/>
                  <a:pt x="2506803" y="727582"/>
                  <a:pt x="2506803" y="727582"/>
                </a:cubicBezTo>
                <a:lnTo>
                  <a:pt x="2497119" y="727582"/>
                </a:lnTo>
                <a:cubicBezTo>
                  <a:pt x="2496889" y="727582"/>
                  <a:pt x="2496504" y="727275"/>
                  <a:pt x="2496504" y="727275"/>
                </a:cubicBezTo>
                <a:lnTo>
                  <a:pt x="2491663" y="718899"/>
                </a:lnTo>
                <a:cubicBezTo>
                  <a:pt x="2491509" y="718667"/>
                  <a:pt x="2491663" y="718206"/>
                  <a:pt x="2491663" y="718206"/>
                </a:cubicBezTo>
                <a:lnTo>
                  <a:pt x="2496504" y="709829"/>
                </a:lnTo>
                <a:cubicBezTo>
                  <a:pt x="2496657" y="709676"/>
                  <a:pt x="2497119" y="709522"/>
                  <a:pt x="2497119" y="709522"/>
                </a:cubicBezTo>
                <a:close/>
                <a:moveTo>
                  <a:pt x="2404585" y="707525"/>
                </a:moveTo>
                <a:lnTo>
                  <a:pt x="2416344" y="707525"/>
                </a:lnTo>
                <a:cubicBezTo>
                  <a:pt x="2416574" y="707525"/>
                  <a:pt x="2417035" y="707908"/>
                  <a:pt x="2417035" y="707908"/>
                </a:cubicBezTo>
                <a:lnTo>
                  <a:pt x="2422953" y="718130"/>
                </a:lnTo>
                <a:cubicBezTo>
                  <a:pt x="2423107" y="718361"/>
                  <a:pt x="2422953" y="718976"/>
                  <a:pt x="2422953" y="718976"/>
                </a:cubicBezTo>
                <a:lnTo>
                  <a:pt x="2417035" y="729198"/>
                </a:lnTo>
                <a:cubicBezTo>
                  <a:pt x="2416882" y="729428"/>
                  <a:pt x="2416344" y="729582"/>
                  <a:pt x="2416344" y="729582"/>
                </a:cubicBezTo>
                <a:lnTo>
                  <a:pt x="2404585" y="729582"/>
                </a:lnTo>
                <a:cubicBezTo>
                  <a:pt x="2404355" y="729582"/>
                  <a:pt x="2403894" y="729198"/>
                  <a:pt x="2403894" y="729198"/>
                </a:cubicBezTo>
                <a:lnTo>
                  <a:pt x="2397976" y="718976"/>
                </a:lnTo>
                <a:cubicBezTo>
                  <a:pt x="2397822" y="718745"/>
                  <a:pt x="2397976" y="718130"/>
                  <a:pt x="2397976" y="718130"/>
                </a:cubicBezTo>
                <a:lnTo>
                  <a:pt x="2403894" y="707908"/>
                </a:lnTo>
                <a:cubicBezTo>
                  <a:pt x="2404048" y="707678"/>
                  <a:pt x="2404585" y="707525"/>
                  <a:pt x="2404585" y="707525"/>
                </a:cubicBezTo>
                <a:close/>
                <a:moveTo>
                  <a:pt x="2770259" y="706985"/>
                </a:moveTo>
                <a:lnTo>
                  <a:pt x="2782632" y="706985"/>
                </a:lnTo>
                <a:cubicBezTo>
                  <a:pt x="2782939" y="706985"/>
                  <a:pt x="2783401" y="707447"/>
                  <a:pt x="2783401" y="707447"/>
                </a:cubicBezTo>
                <a:lnTo>
                  <a:pt x="2789626" y="718206"/>
                </a:lnTo>
                <a:cubicBezTo>
                  <a:pt x="2789780" y="718437"/>
                  <a:pt x="2789626" y="719051"/>
                  <a:pt x="2789626" y="719051"/>
                </a:cubicBezTo>
                <a:lnTo>
                  <a:pt x="2783401" y="729811"/>
                </a:lnTo>
                <a:cubicBezTo>
                  <a:pt x="2783247" y="730119"/>
                  <a:pt x="2782632" y="730273"/>
                  <a:pt x="2782632" y="730273"/>
                </a:cubicBezTo>
                <a:lnTo>
                  <a:pt x="2770259" y="730273"/>
                </a:lnTo>
                <a:cubicBezTo>
                  <a:pt x="2769952" y="730273"/>
                  <a:pt x="2769490" y="729811"/>
                  <a:pt x="2769490" y="729811"/>
                </a:cubicBezTo>
                <a:lnTo>
                  <a:pt x="2763265" y="719051"/>
                </a:lnTo>
                <a:cubicBezTo>
                  <a:pt x="2763112" y="718821"/>
                  <a:pt x="2763265" y="718206"/>
                  <a:pt x="2763265" y="718206"/>
                </a:cubicBezTo>
                <a:lnTo>
                  <a:pt x="2769490" y="707447"/>
                </a:lnTo>
                <a:cubicBezTo>
                  <a:pt x="2769644" y="707139"/>
                  <a:pt x="2770259" y="706985"/>
                  <a:pt x="2770259" y="706985"/>
                </a:cubicBezTo>
                <a:close/>
                <a:moveTo>
                  <a:pt x="3776440" y="706832"/>
                </a:moveTo>
                <a:lnTo>
                  <a:pt x="3788968" y="706832"/>
                </a:lnTo>
                <a:cubicBezTo>
                  <a:pt x="3789277" y="706832"/>
                  <a:pt x="3789736" y="707293"/>
                  <a:pt x="3789736" y="707293"/>
                </a:cubicBezTo>
                <a:lnTo>
                  <a:pt x="3796039" y="718130"/>
                </a:lnTo>
                <a:cubicBezTo>
                  <a:pt x="3796192" y="718437"/>
                  <a:pt x="3796039" y="719052"/>
                  <a:pt x="3796039" y="719052"/>
                </a:cubicBezTo>
                <a:lnTo>
                  <a:pt x="3789736" y="729887"/>
                </a:lnTo>
                <a:cubicBezTo>
                  <a:pt x="3789582" y="730195"/>
                  <a:pt x="3788968" y="730349"/>
                  <a:pt x="3788968" y="730349"/>
                </a:cubicBezTo>
                <a:lnTo>
                  <a:pt x="3776440" y="730349"/>
                </a:lnTo>
                <a:cubicBezTo>
                  <a:pt x="3776133" y="730349"/>
                  <a:pt x="3775672" y="729887"/>
                  <a:pt x="3775672" y="729887"/>
                </a:cubicBezTo>
                <a:lnTo>
                  <a:pt x="3769370" y="719052"/>
                </a:lnTo>
                <a:cubicBezTo>
                  <a:pt x="3769216" y="718745"/>
                  <a:pt x="3769370" y="718130"/>
                  <a:pt x="3769370" y="718130"/>
                </a:cubicBezTo>
                <a:lnTo>
                  <a:pt x="3775672" y="707293"/>
                </a:lnTo>
                <a:cubicBezTo>
                  <a:pt x="3775825" y="706985"/>
                  <a:pt x="3776440" y="706832"/>
                  <a:pt x="3776440" y="706832"/>
                </a:cubicBezTo>
                <a:close/>
                <a:moveTo>
                  <a:pt x="2678496" y="706526"/>
                </a:moveTo>
                <a:lnTo>
                  <a:pt x="2691332" y="706526"/>
                </a:lnTo>
                <a:cubicBezTo>
                  <a:pt x="2691637" y="706526"/>
                  <a:pt x="2692099" y="706987"/>
                  <a:pt x="2692099" y="706987"/>
                </a:cubicBezTo>
                <a:lnTo>
                  <a:pt x="2698479" y="718132"/>
                </a:lnTo>
                <a:cubicBezTo>
                  <a:pt x="2698632" y="718439"/>
                  <a:pt x="2698479" y="719052"/>
                  <a:pt x="2698479" y="719052"/>
                </a:cubicBezTo>
                <a:lnTo>
                  <a:pt x="2692023" y="730197"/>
                </a:lnTo>
                <a:cubicBezTo>
                  <a:pt x="2691869" y="730504"/>
                  <a:pt x="2691254" y="730658"/>
                  <a:pt x="2691254" y="730658"/>
                </a:cubicBezTo>
                <a:lnTo>
                  <a:pt x="2678420" y="730658"/>
                </a:lnTo>
                <a:cubicBezTo>
                  <a:pt x="2678112" y="730658"/>
                  <a:pt x="2677651" y="730197"/>
                  <a:pt x="2677651" y="730197"/>
                </a:cubicBezTo>
                <a:lnTo>
                  <a:pt x="2671273" y="719052"/>
                </a:lnTo>
                <a:cubicBezTo>
                  <a:pt x="2671118" y="718747"/>
                  <a:pt x="2671273" y="718132"/>
                  <a:pt x="2671273" y="718132"/>
                </a:cubicBezTo>
                <a:lnTo>
                  <a:pt x="2677727" y="706987"/>
                </a:lnTo>
                <a:cubicBezTo>
                  <a:pt x="2677881" y="706680"/>
                  <a:pt x="2678496" y="706526"/>
                  <a:pt x="2678496" y="706526"/>
                </a:cubicBezTo>
                <a:close/>
                <a:moveTo>
                  <a:pt x="3318772" y="706448"/>
                </a:moveTo>
                <a:lnTo>
                  <a:pt x="3331759" y="706448"/>
                </a:lnTo>
                <a:cubicBezTo>
                  <a:pt x="3332066" y="706448"/>
                  <a:pt x="3332527" y="706909"/>
                  <a:pt x="3332527" y="706909"/>
                </a:cubicBezTo>
                <a:lnTo>
                  <a:pt x="3338983" y="718130"/>
                </a:lnTo>
                <a:cubicBezTo>
                  <a:pt x="3339136" y="718437"/>
                  <a:pt x="3338983" y="719052"/>
                  <a:pt x="3338983" y="719052"/>
                </a:cubicBezTo>
                <a:lnTo>
                  <a:pt x="3332450" y="730273"/>
                </a:lnTo>
                <a:cubicBezTo>
                  <a:pt x="3332296" y="730580"/>
                  <a:pt x="3331683" y="730734"/>
                  <a:pt x="3331683" y="730734"/>
                </a:cubicBezTo>
                <a:lnTo>
                  <a:pt x="3318694" y="730734"/>
                </a:lnTo>
                <a:cubicBezTo>
                  <a:pt x="3318385" y="730734"/>
                  <a:pt x="3317924" y="730273"/>
                  <a:pt x="3317924" y="730273"/>
                </a:cubicBezTo>
                <a:lnTo>
                  <a:pt x="3311469" y="719052"/>
                </a:lnTo>
                <a:cubicBezTo>
                  <a:pt x="3311315" y="718745"/>
                  <a:pt x="3311469" y="718130"/>
                  <a:pt x="3311469" y="718130"/>
                </a:cubicBezTo>
                <a:lnTo>
                  <a:pt x="3318002" y="706909"/>
                </a:lnTo>
                <a:cubicBezTo>
                  <a:pt x="3318156" y="706602"/>
                  <a:pt x="3318772" y="706448"/>
                  <a:pt x="3318772" y="706448"/>
                </a:cubicBezTo>
                <a:close/>
                <a:moveTo>
                  <a:pt x="3410228" y="706294"/>
                </a:moveTo>
                <a:lnTo>
                  <a:pt x="3423370" y="706294"/>
                </a:lnTo>
                <a:cubicBezTo>
                  <a:pt x="3423677" y="706294"/>
                  <a:pt x="3424139" y="706756"/>
                  <a:pt x="3424139" y="706756"/>
                </a:cubicBezTo>
                <a:lnTo>
                  <a:pt x="3430672" y="718130"/>
                </a:lnTo>
                <a:cubicBezTo>
                  <a:pt x="3430826" y="718437"/>
                  <a:pt x="3430672" y="719052"/>
                  <a:pt x="3430672" y="719052"/>
                </a:cubicBezTo>
                <a:lnTo>
                  <a:pt x="3424063" y="730426"/>
                </a:lnTo>
                <a:cubicBezTo>
                  <a:pt x="3423909" y="730734"/>
                  <a:pt x="3423294" y="730888"/>
                  <a:pt x="3423294" y="730888"/>
                </a:cubicBezTo>
                <a:lnTo>
                  <a:pt x="3410152" y="730888"/>
                </a:lnTo>
                <a:cubicBezTo>
                  <a:pt x="3409845" y="730888"/>
                  <a:pt x="3409383" y="730426"/>
                  <a:pt x="3409383" y="730426"/>
                </a:cubicBezTo>
                <a:lnTo>
                  <a:pt x="3402851" y="719052"/>
                </a:lnTo>
                <a:cubicBezTo>
                  <a:pt x="3402698" y="718745"/>
                  <a:pt x="3402851" y="718130"/>
                  <a:pt x="3402851" y="718130"/>
                </a:cubicBezTo>
                <a:lnTo>
                  <a:pt x="3409459" y="706756"/>
                </a:lnTo>
                <a:cubicBezTo>
                  <a:pt x="3409613" y="706448"/>
                  <a:pt x="3410228" y="706294"/>
                  <a:pt x="3410228" y="706294"/>
                </a:cubicBezTo>
                <a:close/>
                <a:moveTo>
                  <a:pt x="3135472" y="705679"/>
                </a:moveTo>
                <a:lnTo>
                  <a:pt x="3149229" y="705679"/>
                </a:lnTo>
                <a:cubicBezTo>
                  <a:pt x="3149614" y="705679"/>
                  <a:pt x="3150076" y="706141"/>
                  <a:pt x="3150076" y="706141"/>
                </a:cubicBezTo>
                <a:lnTo>
                  <a:pt x="3156914" y="718054"/>
                </a:lnTo>
                <a:cubicBezTo>
                  <a:pt x="3157068" y="718359"/>
                  <a:pt x="3156914" y="719052"/>
                  <a:pt x="3156914" y="719052"/>
                </a:cubicBezTo>
                <a:lnTo>
                  <a:pt x="3150076" y="730964"/>
                </a:lnTo>
                <a:cubicBezTo>
                  <a:pt x="3149922" y="731271"/>
                  <a:pt x="3149229" y="731425"/>
                  <a:pt x="3149229" y="731425"/>
                </a:cubicBezTo>
                <a:lnTo>
                  <a:pt x="3135472" y="731425"/>
                </a:lnTo>
                <a:cubicBezTo>
                  <a:pt x="3135089" y="731425"/>
                  <a:pt x="3134627" y="730964"/>
                  <a:pt x="3134627" y="730964"/>
                </a:cubicBezTo>
                <a:lnTo>
                  <a:pt x="3127787" y="719052"/>
                </a:lnTo>
                <a:cubicBezTo>
                  <a:pt x="3127633" y="718745"/>
                  <a:pt x="3127787" y="718054"/>
                  <a:pt x="3127787" y="718054"/>
                </a:cubicBezTo>
                <a:lnTo>
                  <a:pt x="3134627" y="706141"/>
                </a:lnTo>
                <a:cubicBezTo>
                  <a:pt x="3134781" y="705833"/>
                  <a:pt x="3135472" y="705679"/>
                  <a:pt x="3135472" y="705679"/>
                </a:cubicBezTo>
                <a:close/>
                <a:moveTo>
                  <a:pt x="3043863" y="705603"/>
                </a:moveTo>
                <a:lnTo>
                  <a:pt x="3057774" y="705603"/>
                </a:lnTo>
                <a:cubicBezTo>
                  <a:pt x="3058081" y="705603"/>
                  <a:pt x="3058618" y="706065"/>
                  <a:pt x="3058618" y="706065"/>
                </a:cubicBezTo>
                <a:lnTo>
                  <a:pt x="3065534" y="718130"/>
                </a:lnTo>
                <a:cubicBezTo>
                  <a:pt x="3065688" y="718437"/>
                  <a:pt x="3065534" y="719130"/>
                  <a:pt x="3065534" y="719130"/>
                </a:cubicBezTo>
                <a:lnTo>
                  <a:pt x="3058618" y="731195"/>
                </a:lnTo>
                <a:cubicBezTo>
                  <a:pt x="3058464" y="731503"/>
                  <a:pt x="3057774" y="731657"/>
                  <a:pt x="3057774" y="731657"/>
                </a:cubicBezTo>
                <a:lnTo>
                  <a:pt x="3043863" y="731657"/>
                </a:lnTo>
                <a:cubicBezTo>
                  <a:pt x="3043555" y="731657"/>
                  <a:pt x="3043016" y="731195"/>
                  <a:pt x="3043016" y="731195"/>
                </a:cubicBezTo>
                <a:lnTo>
                  <a:pt x="3036100" y="719130"/>
                </a:lnTo>
                <a:cubicBezTo>
                  <a:pt x="3035946" y="718823"/>
                  <a:pt x="3036100" y="718130"/>
                  <a:pt x="3036100" y="718130"/>
                </a:cubicBezTo>
                <a:lnTo>
                  <a:pt x="3043016" y="706065"/>
                </a:lnTo>
                <a:cubicBezTo>
                  <a:pt x="3043170" y="705757"/>
                  <a:pt x="3043863" y="705603"/>
                  <a:pt x="3043863" y="705603"/>
                </a:cubicBezTo>
                <a:close/>
                <a:moveTo>
                  <a:pt x="5696576" y="704988"/>
                </a:moveTo>
                <a:lnTo>
                  <a:pt x="5711024" y="704988"/>
                </a:lnTo>
                <a:cubicBezTo>
                  <a:pt x="5711409" y="704988"/>
                  <a:pt x="5711946" y="705525"/>
                  <a:pt x="5711946" y="705525"/>
                </a:cubicBezTo>
                <a:lnTo>
                  <a:pt x="5719172" y="718054"/>
                </a:lnTo>
                <a:cubicBezTo>
                  <a:pt x="5719326" y="718361"/>
                  <a:pt x="5719172" y="719052"/>
                  <a:pt x="5719172" y="719052"/>
                </a:cubicBezTo>
                <a:lnTo>
                  <a:pt x="5711946" y="731579"/>
                </a:lnTo>
                <a:cubicBezTo>
                  <a:pt x="5711715" y="731886"/>
                  <a:pt x="5711024" y="732118"/>
                  <a:pt x="5711024" y="732118"/>
                </a:cubicBezTo>
                <a:lnTo>
                  <a:pt x="5696576" y="732118"/>
                </a:lnTo>
                <a:cubicBezTo>
                  <a:pt x="5696192" y="732118"/>
                  <a:pt x="5695653" y="731579"/>
                  <a:pt x="5695653" y="731579"/>
                </a:cubicBezTo>
                <a:lnTo>
                  <a:pt x="5688430" y="719052"/>
                </a:lnTo>
                <a:cubicBezTo>
                  <a:pt x="5688275" y="718745"/>
                  <a:pt x="5688430" y="718054"/>
                  <a:pt x="5688430" y="718054"/>
                </a:cubicBezTo>
                <a:lnTo>
                  <a:pt x="5695653" y="705525"/>
                </a:lnTo>
                <a:cubicBezTo>
                  <a:pt x="5695885" y="705218"/>
                  <a:pt x="5696576" y="704988"/>
                  <a:pt x="5696576" y="704988"/>
                </a:cubicBezTo>
                <a:close/>
                <a:moveTo>
                  <a:pt x="1945765" y="704910"/>
                </a:moveTo>
                <a:lnTo>
                  <a:pt x="1960367" y="704910"/>
                </a:lnTo>
                <a:cubicBezTo>
                  <a:pt x="1960750" y="704910"/>
                  <a:pt x="1961289" y="705448"/>
                  <a:pt x="1961289" y="705448"/>
                </a:cubicBezTo>
                <a:lnTo>
                  <a:pt x="1968591" y="718130"/>
                </a:lnTo>
                <a:cubicBezTo>
                  <a:pt x="1968743" y="718437"/>
                  <a:pt x="1968591" y="719128"/>
                  <a:pt x="1968591" y="719128"/>
                </a:cubicBezTo>
                <a:lnTo>
                  <a:pt x="1961289" y="731809"/>
                </a:lnTo>
                <a:cubicBezTo>
                  <a:pt x="1961058" y="732116"/>
                  <a:pt x="1960367" y="732348"/>
                  <a:pt x="1960367" y="732348"/>
                </a:cubicBezTo>
                <a:lnTo>
                  <a:pt x="1945765" y="732348"/>
                </a:lnTo>
                <a:cubicBezTo>
                  <a:pt x="1945380" y="732348"/>
                  <a:pt x="1944842" y="731809"/>
                  <a:pt x="1944842" y="731809"/>
                </a:cubicBezTo>
                <a:lnTo>
                  <a:pt x="1937541" y="719128"/>
                </a:lnTo>
                <a:cubicBezTo>
                  <a:pt x="1937387" y="718821"/>
                  <a:pt x="1937541" y="718130"/>
                  <a:pt x="1937541" y="718130"/>
                </a:cubicBezTo>
                <a:lnTo>
                  <a:pt x="1944842" y="705448"/>
                </a:lnTo>
                <a:cubicBezTo>
                  <a:pt x="1945072" y="705140"/>
                  <a:pt x="1945765" y="704910"/>
                  <a:pt x="1945765" y="704910"/>
                </a:cubicBezTo>
                <a:close/>
                <a:moveTo>
                  <a:pt x="3683830" y="704757"/>
                </a:moveTo>
                <a:lnTo>
                  <a:pt x="3698585" y="704757"/>
                </a:lnTo>
                <a:cubicBezTo>
                  <a:pt x="3698971" y="704757"/>
                  <a:pt x="3699508" y="705294"/>
                  <a:pt x="3699508" y="705294"/>
                </a:cubicBezTo>
                <a:lnTo>
                  <a:pt x="3706886" y="718130"/>
                </a:lnTo>
                <a:cubicBezTo>
                  <a:pt x="3707040" y="718513"/>
                  <a:pt x="3706886" y="719204"/>
                  <a:pt x="3706886" y="719204"/>
                </a:cubicBezTo>
                <a:lnTo>
                  <a:pt x="3699508" y="732040"/>
                </a:lnTo>
                <a:cubicBezTo>
                  <a:pt x="3699278" y="732348"/>
                  <a:pt x="3698585" y="732577"/>
                  <a:pt x="3698585" y="732577"/>
                </a:cubicBezTo>
                <a:lnTo>
                  <a:pt x="3683830" y="732577"/>
                </a:lnTo>
                <a:cubicBezTo>
                  <a:pt x="3683445" y="732577"/>
                  <a:pt x="3682907" y="732040"/>
                  <a:pt x="3682907" y="732040"/>
                </a:cubicBezTo>
                <a:lnTo>
                  <a:pt x="3675530" y="719204"/>
                </a:lnTo>
                <a:cubicBezTo>
                  <a:pt x="3675376" y="718821"/>
                  <a:pt x="3675530" y="718130"/>
                  <a:pt x="3675530" y="718130"/>
                </a:cubicBezTo>
                <a:lnTo>
                  <a:pt x="3682907" y="705294"/>
                </a:lnTo>
                <a:cubicBezTo>
                  <a:pt x="3683140" y="704986"/>
                  <a:pt x="3683830" y="704757"/>
                  <a:pt x="3683830" y="704757"/>
                </a:cubicBezTo>
                <a:close/>
                <a:moveTo>
                  <a:pt x="2585810" y="704297"/>
                </a:moveTo>
                <a:lnTo>
                  <a:pt x="2601027" y="704297"/>
                </a:lnTo>
                <a:cubicBezTo>
                  <a:pt x="2601410" y="704297"/>
                  <a:pt x="2601948" y="704834"/>
                  <a:pt x="2601948" y="704834"/>
                </a:cubicBezTo>
                <a:lnTo>
                  <a:pt x="2609557" y="718054"/>
                </a:lnTo>
                <a:cubicBezTo>
                  <a:pt x="2609789" y="718361"/>
                  <a:pt x="2609557" y="719130"/>
                  <a:pt x="2609557" y="719130"/>
                </a:cubicBezTo>
                <a:lnTo>
                  <a:pt x="2601948" y="732350"/>
                </a:lnTo>
                <a:cubicBezTo>
                  <a:pt x="2601794" y="732657"/>
                  <a:pt x="2601027" y="732887"/>
                  <a:pt x="2601027" y="732887"/>
                </a:cubicBezTo>
                <a:lnTo>
                  <a:pt x="2585810" y="732887"/>
                </a:lnTo>
                <a:cubicBezTo>
                  <a:pt x="2585425" y="732887"/>
                  <a:pt x="2584888" y="732350"/>
                  <a:pt x="2584888" y="732350"/>
                </a:cubicBezTo>
                <a:lnTo>
                  <a:pt x="2577278" y="719130"/>
                </a:lnTo>
                <a:cubicBezTo>
                  <a:pt x="2577049" y="718823"/>
                  <a:pt x="2577278" y="718054"/>
                  <a:pt x="2577278" y="718054"/>
                </a:cubicBezTo>
                <a:lnTo>
                  <a:pt x="2584888" y="704834"/>
                </a:lnTo>
                <a:cubicBezTo>
                  <a:pt x="2585041" y="704527"/>
                  <a:pt x="2585810" y="704297"/>
                  <a:pt x="2585810" y="704297"/>
                </a:cubicBezTo>
                <a:close/>
                <a:moveTo>
                  <a:pt x="2128141" y="703758"/>
                </a:moveTo>
                <a:lnTo>
                  <a:pt x="2143973" y="703758"/>
                </a:lnTo>
                <a:cubicBezTo>
                  <a:pt x="2144434" y="703758"/>
                  <a:pt x="2144971" y="704295"/>
                  <a:pt x="2144971" y="704295"/>
                </a:cubicBezTo>
                <a:lnTo>
                  <a:pt x="2152888" y="717976"/>
                </a:lnTo>
                <a:cubicBezTo>
                  <a:pt x="2153118" y="718359"/>
                  <a:pt x="2152888" y="719128"/>
                  <a:pt x="2152888" y="719128"/>
                </a:cubicBezTo>
                <a:lnTo>
                  <a:pt x="2144971" y="732809"/>
                </a:lnTo>
                <a:cubicBezTo>
                  <a:pt x="2144742" y="733117"/>
                  <a:pt x="2144356" y="733346"/>
                  <a:pt x="2143973" y="733346"/>
                </a:cubicBezTo>
                <a:lnTo>
                  <a:pt x="2128141" y="733346"/>
                </a:lnTo>
                <a:cubicBezTo>
                  <a:pt x="2127680" y="733346"/>
                  <a:pt x="2127140" y="732809"/>
                  <a:pt x="2127140" y="732809"/>
                </a:cubicBezTo>
                <a:lnTo>
                  <a:pt x="2119226" y="719128"/>
                </a:lnTo>
                <a:cubicBezTo>
                  <a:pt x="2118994" y="718745"/>
                  <a:pt x="2119226" y="717976"/>
                  <a:pt x="2119226" y="717976"/>
                </a:cubicBezTo>
                <a:lnTo>
                  <a:pt x="2127140" y="704295"/>
                </a:lnTo>
                <a:cubicBezTo>
                  <a:pt x="2127372" y="703988"/>
                  <a:pt x="2127756" y="703758"/>
                  <a:pt x="2128141" y="703758"/>
                </a:cubicBezTo>
                <a:close/>
                <a:moveTo>
                  <a:pt x="4872156" y="703067"/>
                </a:moveTo>
                <a:lnTo>
                  <a:pt x="4888756" y="703067"/>
                </a:lnTo>
                <a:cubicBezTo>
                  <a:pt x="4889140" y="703067"/>
                  <a:pt x="4889755" y="703682"/>
                  <a:pt x="4889755" y="703682"/>
                </a:cubicBezTo>
                <a:lnTo>
                  <a:pt x="4898055" y="718054"/>
                </a:lnTo>
                <a:cubicBezTo>
                  <a:pt x="4898287" y="718361"/>
                  <a:pt x="4898055" y="719206"/>
                  <a:pt x="4898055" y="719206"/>
                </a:cubicBezTo>
                <a:lnTo>
                  <a:pt x="4889755" y="733578"/>
                </a:lnTo>
                <a:cubicBezTo>
                  <a:pt x="4889525" y="733962"/>
                  <a:pt x="4889140" y="734193"/>
                  <a:pt x="4888756" y="734193"/>
                </a:cubicBezTo>
                <a:lnTo>
                  <a:pt x="4872156" y="734193"/>
                </a:lnTo>
                <a:cubicBezTo>
                  <a:pt x="4871772" y="734193"/>
                  <a:pt x="4871157" y="733578"/>
                  <a:pt x="4871157" y="733578"/>
                </a:cubicBezTo>
                <a:lnTo>
                  <a:pt x="4862857" y="719206"/>
                </a:lnTo>
                <a:cubicBezTo>
                  <a:pt x="4862627" y="718899"/>
                  <a:pt x="4862857" y="718054"/>
                  <a:pt x="4862857" y="718054"/>
                </a:cubicBezTo>
                <a:lnTo>
                  <a:pt x="4871157" y="703682"/>
                </a:lnTo>
                <a:cubicBezTo>
                  <a:pt x="4871387" y="703297"/>
                  <a:pt x="4871772" y="703067"/>
                  <a:pt x="4872156" y="703067"/>
                </a:cubicBezTo>
                <a:close/>
                <a:moveTo>
                  <a:pt x="3591218" y="702528"/>
                </a:moveTo>
                <a:lnTo>
                  <a:pt x="3608358" y="702528"/>
                </a:lnTo>
                <a:cubicBezTo>
                  <a:pt x="3608820" y="702528"/>
                  <a:pt x="3609435" y="703143"/>
                  <a:pt x="3609435" y="703143"/>
                </a:cubicBezTo>
                <a:lnTo>
                  <a:pt x="3618043" y="718052"/>
                </a:lnTo>
                <a:cubicBezTo>
                  <a:pt x="3618272" y="718437"/>
                  <a:pt x="3618043" y="719282"/>
                  <a:pt x="3618043" y="719282"/>
                </a:cubicBezTo>
                <a:lnTo>
                  <a:pt x="3609435" y="734191"/>
                </a:lnTo>
                <a:cubicBezTo>
                  <a:pt x="3609203" y="734577"/>
                  <a:pt x="3608820" y="734806"/>
                  <a:pt x="3608358" y="734806"/>
                </a:cubicBezTo>
                <a:lnTo>
                  <a:pt x="3591218" y="734806"/>
                </a:lnTo>
                <a:cubicBezTo>
                  <a:pt x="3590759" y="734806"/>
                  <a:pt x="3590144" y="734191"/>
                  <a:pt x="3590144" y="734191"/>
                </a:cubicBezTo>
                <a:lnTo>
                  <a:pt x="3581536" y="719282"/>
                </a:lnTo>
                <a:cubicBezTo>
                  <a:pt x="3581304" y="718899"/>
                  <a:pt x="3581536" y="718052"/>
                  <a:pt x="3581536" y="718052"/>
                </a:cubicBezTo>
                <a:lnTo>
                  <a:pt x="3590144" y="703143"/>
                </a:lnTo>
                <a:cubicBezTo>
                  <a:pt x="3590373" y="702757"/>
                  <a:pt x="3590759" y="702528"/>
                  <a:pt x="3591218" y="702528"/>
                </a:cubicBezTo>
                <a:close/>
                <a:moveTo>
                  <a:pt x="4414410" y="702374"/>
                </a:moveTo>
                <a:lnTo>
                  <a:pt x="4431704" y="702374"/>
                </a:lnTo>
                <a:cubicBezTo>
                  <a:pt x="4432163" y="702374"/>
                  <a:pt x="4432779" y="702989"/>
                  <a:pt x="4432779" y="702989"/>
                </a:cubicBezTo>
                <a:lnTo>
                  <a:pt x="4441462" y="717976"/>
                </a:lnTo>
                <a:cubicBezTo>
                  <a:pt x="4441694" y="718359"/>
                  <a:pt x="4441462" y="719204"/>
                  <a:pt x="4441462" y="719204"/>
                </a:cubicBezTo>
                <a:lnTo>
                  <a:pt x="4432779" y="734191"/>
                </a:lnTo>
                <a:cubicBezTo>
                  <a:pt x="4432549" y="734577"/>
                  <a:pt x="4432163" y="734806"/>
                  <a:pt x="4431704" y="734806"/>
                </a:cubicBezTo>
                <a:lnTo>
                  <a:pt x="4414410" y="734806"/>
                </a:lnTo>
                <a:cubicBezTo>
                  <a:pt x="4413949" y="734806"/>
                  <a:pt x="4413334" y="734191"/>
                  <a:pt x="4413334" y="734191"/>
                </a:cubicBezTo>
                <a:lnTo>
                  <a:pt x="4404650" y="719204"/>
                </a:lnTo>
                <a:cubicBezTo>
                  <a:pt x="4404419" y="718821"/>
                  <a:pt x="4404650" y="717976"/>
                  <a:pt x="4404650" y="717976"/>
                </a:cubicBezTo>
                <a:lnTo>
                  <a:pt x="4413334" y="702989"/>
                </a:lnTo>
                <a:cubicBezTo>
                  <a:pt x="4413565" y="702604"/>
                  <a:pt x="4413949" y="702374"/>
                  <a:pt x="4414410" y="702374"/>
                </a:cubicBezTo>
                <a:close/>
                <a:moveTo>
                  <a:pt x="2310053" y="701761"/>
                </a:moveTo>
                <a:lnTo>
                  <a:pt x="2327960" y="701761"/>
                </a:lnTo>
                <a:cubicBezTo>
                  <a:pt x="2328422" y="701761"/>
                  <a:pt x="2328807" y="701990"/>
                  <a:pt x="2329037" y="702376"/>
                </a:cubicBezTo>
                <a:lnTo>
                  <a:pt x="2337952" y="717900"/>
                </a:lnTo>
                <a:cubicBezTo>
                  <a:pt x="2338182" y="718285"/>
                  <a:pt x="2338182" y="718745"/>
                  <a:pt x="2337952" y="719130"/>
                </a:cubicBezTo>
                <a:lnTo>
                  <a:pt x="2328959" y="734654"/>
                </a:lnTo>
                <a:cubicBezTo>
                  <a:pt x="2328729" y="735038"/>
                  <a:pt x="2328346" y="735270"/>
                  <a:pt x="2327885" y="735270"/>
                </a:cubicBezTo>
                <a:lnTo>
                  <a:pt x="2309978" y="735270"/>
                </a:lnTo>
                <a:cubicBezTo>
                  <a:pt x="2309516" y="735270"/>
                  <a:pt x="2309131" y="735038"/>
                  <a:pt x="2308901" y="734654"/>
                </a:cubicBezTo>
                <a:lnTo>
                  <a:pt x="2299986" y="719130"/>
                </a:lnTo>
                <a:cubicBezTo>
                  <a:pt x="2299756" y="718745"/>
                  <a:pt x="2299756" y="718285"/>
                  <a:pt x="2299986" y="717900"/>
                </a:cubicBezTo>
                <a:lnTo>
                  <a:pt x="2308977" y="702376"/>
                </a:lnTo>
                <a:cubicBezTo>
                  <a:pt x="2309209" y="701990"/>
                  <a:pt x="2309592" y="701761"/>
                  <a:pt x="2310053" y="701761"/>
                </a:cubicBezTo>
                <a:close/>
                <a:moveTo>
                  <a:pt x="5328826" y="701683"/>
                </a:moveTo>
                <a:lnTo>
                  <a:pt x="5346887" y="701683"/>
                </a:lnTo>
                <a:cubicBezTo>
                  <a:pt x="5347348" y="701683"/>
                  <a:pt x="5347732" y="701913"/>
                  <a:pt x="5347961" y="702298"/>
                </a:cubicBezTo>
                <a:lnTo>
                  <a:pt x="5356955" y="717976"/>
                </a:lnTo>
                <a:cubicBezTo>
                  <a:pt x="5357184" y="718359"/>
                  <a:pt x="5357184" y="718899"/>
                  <a:pt x="5356955" y="719282"/>
                </a:cubicBezTo>
                <a:lnTo>
                  <a:pt x="5347885" y="734960"/>
                </a:lnTo>
                <a:cubicBezTo>
                  <a:pt x="5347654" y="735346"/>
                  <a:pt x="5347270" y="735575"/>
                  <a:pt x="5346809" y="735575"/>
                </a:cubicBezTo>
                <a:lnTo>
                  <a:pt x="5328748" y="735575"/>
                </a:lnTo>
                <a:cubicBezTo>
                  <a:pt x="5328287" y="735575"/>
                  <a:pt x="5327904" y="735346"/>
                  <a:pt x="5327672" y="734960"/>
                </a:cubicBezTo>
                <a:lnTo>
                  <a:pt x="5318680" y="719282"/>
                </a:lnTo>
                <a:cubicBezTo>
                  <a:pt x="5318451" y="718899"/>
                  <a:pt x="5318451" y="718359"/>
                  <a:pt x="5318680" y="717976"/>
                </a:cubicBezTo>
                <a:lnTo>
                  <a:pt x="5327750" y="702298"/>
                </a:lnTo>
                <a:cubicBezTo>
                  <a:pt x="5327980" y="701913"/>
                  <a:pt x="5328363" y="701683"/>
                  <a:pt x="5328826" y="701683"/>
                </a:cubicBezTo>
                <a:close/>
                <a:moveTo>
                  <a:pt x="5236985" y="700992"/>
                </a:moveTo>
                <a:lnTo>
                  <a:pt x="5255815" y="700992"/>
                </a:lnTo>
                <a:cubicBezTo>
                  <a:pt x="5256276" y="700992"/>
                  <a:pt x="5256737" y="701299"/>
                  <a:pt x="5256967" y="701683"/>
                </a:cubicBezTo>
                <a:lnTo>
                  <a:pt x="5266344" y="717976"/>
                </a:lnTo>
                <a:cubicBezTo>
                  <a:pt x="5266574" y="718361"/>
                  <a:pt x="5266574" y="718899"/>
                  <a:pt x="5266344" y="719282"/>
                </a:cubicBezTo>
                <a:lnTo>
                  <a:pt x="5256967" y="735577"/>
                </a:lnTo>
                <a:cubicBezTo>
                  <a:pt x="5256737" y="736037"/>
                  <a:pt x="5256276" y="736268"/>
                  <a:pt x="5255815" y="736268"/>
                </a:cubicBezTo>
                <a:lnTo>
                  <a:pt x="5236985" y="736268"/>
                </a:lnTo>
                <a:cubicBezTo>
                  <a:pt x="5236524" y="736268"/>
                  <a:pt x="5236063" y="735961"/>
                  <a:pt x="5235833" y="735577"/>
                </a:cubicBezTo>
                <a:lnTo>
                  <a:pt x="5226456" y="719282"/>
                </a:lnTo>
                <a:cubicBezTo>
                  <a:pt x="5226226" y="718899"/>
                  <a:pt x="5226226" y="718361"/>
                  <a:pt x="5226456" y="717976"/>
                </a:cubicBezTo>
                <a:lnTo>
                  <a:pt x="5235833" y="701683"/>
                </a:lnTo>
                <a:cubicBezTo>
                  <a:pt x="5236063" y="701221"/>
                  <a:pt x="5236524" y="700992"/>
                  <a:pt x="5236985" y="700992"/>
                </a:cubicBezTo>
                <a:close/>
                <a:moveTo>
                  <a:pt x="5145066" y="700147"/>
                </a:moveTo>
                <a:lnTo>
                  <a:pt x="5164743" y="700147"/>
                </a:lnTo>
                <a:cubicBezTo>
                  <a:pt x="5165280" y="700147"/>
                  <a:pt x="5165742" y="700377"/>
                  <a:pt x="5165971" y="700838"/>
                </a:cubicBezTo>
                <a:lnTo>
                  <a:pt x="5175809" y="717900"/>
                </a:lnTo>
                <a:cubicBezTo>
                  <a:pt x="5176039" y="718285"/>
                  <a:pt x="5176039" y="718823"/>
                  <a:pt x="5175809" y="719284"/>
                </a:cubicBezTo>
                <a:lnTo>
                  <a:pt x="5165971" y="736346"/>
                </a:lnTo>
                <a:cubicBezTo>
                  <a:pt x="5165663" y="736730"/>
                  <a:pt x="5165204" y="737037"/>
                  <a:pt x="5164743" y="737037"/>
                </a:cubicBezTo>
                <a:lnTo>
                  <a:pt x="5145066" y="737037"/>
                </a:lnTo>
                <a:cubicBezTo>
                  <a:pt x="5144529" y="737037"/>
                  <a:pt x="5144068" y="736807"/>
                  <a:pt x="5143838" y="736346"/>
                </a:cubicBezTo>
                <a:lnTo>
                  <a:pt x="5134000" y="719284"/>
                </a:lnTo>
                <a:cubicBezTo>
                  <a:pt x="5133770" y="718899"/>
                  <a:pt x="5133770" y="718361"/>
                  <a:pt x="5134000" y="717900"/>
                </a:cubicBezTo>
                <a:lnTo>
                  <a:pt x="5143838" y="700838"/>
                </a:lnTo>
                <a:cubicBezTo>
                  <a:pt x="5144144" y="700454"/>
                  <a:pt x="5144607" y="700147"/>
                  <a:pt x="5145066" y="700147"/>
                </a:cubicBezTo>
                <a:close/>
                <a:moveTo>
                  <a:pt x="5053609" y="700147"/>
                </a:moveTo>
                <a:lnTo>
                  <a:pt x="5073285" y="700147"/>
                </a:lnTo>
                <a:cubicBezTo>
                  <a:pt x="5073822" y="700147"/>
                  <a:pt x="5074284" y="700377"/>
                  <a:pt x="5074514" y="700838"/>
                </a:cubicBezTo>
                <a:lnTo>
                  <a:pt x="5084352" y="717900"/>
                </a:lnTo>
                <a:cubicBezTo>
                  <a:pt x="5084581" y="718285"/>
                  <a:pt x="5084581" y="718823"/>
                  <a:pt x="5084352" y="719284"/>
                </a:cubicBezTo>
                <a:lnTo>
                  <a:pt x="5074514" y="736346"/>
                </a:lnTo>
                <a:cubicBezTo>
                  <a:pt x="5074206" y="736730"/>
                  <a:pt x="5073746" y="737037"/>
                  <a:pt x="5073285" y="737037"/>
                </a:cubicBezTo>
                <a:lnTo>
                  <a:pt x="5053609" y="737037"/>
                </a:lnTo>
                <a:cubicBezTo>
                  <a:pt x="5053071" y="737037"/>
                  <a:pt x="5052610" y="736807"/>
                  <a:pt x="5052381" y="736346"/>
                </a:cubicBezTo>
                <a:lnTo>
                  <a:pt x="5042542" y="719284"/>
                </a:lnTo>
                <a:cubicBezTo>
                  <a:pt x="5042313" y="718899"/>
                  <a:pt x="5042313" y="718361"/>
                  <a:pt x="5042542" y="717900"/>
                </a:cubicBezTo>
                <a:lnTo>
                  <a:pt x="5052381" y="700838"/>
                </a:lnTo>
                <a:cubicBezTo>
                  <a:pt x="5052688" y="700454"/>
                  <a:pt x="5053149" y="700147"/>
                  <a:pt x="5053609" y="700147"/>
                </a:cubicBezTo>
                <a:close/>
                <a:moveTo>
                  <a:pt x="5419283" y="699686"/>
                </a:moveTo>
                <a:lnTo>
                  <a:pt x="5439419" y="699686"/>
                </a:lnTo>
                <a:cubicBezTo>
                  <a:pt x="5439956" y="699686"/>
                  <a:pt x="5440418" y="699915"/>
                  <a:pt x="5440649" y="700377"/>
                </a:cubicBezTo>
                <a:lnTo>
                  <a:pt x="5450715" y="717824"/>
                </a:lnTo>
                <a:cubicBezTo>
                  <a:pt x="5450947" y="718285"/>
                  <a:pt x="5450947" y="718823"/>
                  <a:pt x="5450715" y="719284"/>
                </a:cubicBezTo>
                <a:lnTo>
                  <a:pt x="5440649" y="736730"/>
                </a:lnTo>
                <a:cubicBezTo>
                  <a:pt x="5440418" y="737113"/>
                  <a:pt x="5439956" y="737421"/>
                  <a:pt x="5439419" y="737421"/>
                </a:cubicBezTo>
                <a:lnTo>
                  <a:pt x="5419283" y="737421"/>
                </a:lnTo>
                <a:cubicBezTo>
                  <a:pt x="5418745" y="737421"/>
                  <a:pt x="5418285" y="737191"/>
                  <a:pt x="5418053" y="736730"/>
                </a:cubicBezTo>
                <a:lnTo>
                  <a:pt x="5407985" y="719284"/>
                </a:lnTo>
                <a:cubicBezTo>
                  <a:pt x="5407755" y="718823"/>
                  <a:pt x="5407755" y="718285"/>
                  <a:pt x="5407985" y="717824"/>
                </a:cubicBezTo>
                <a:lnTo>
                  <a:pt x="5418053" y="700377"/>
                </a:lnTo>
                <a:cubicBezTo>
                  <a:pt x="5418285" y="699993"/>
                  <a:pt x="5418745" y="699686"/>
                  <a:pt x="5419283" y="699686"/>
                </a:cubicBezTo>
                <a:close/>
                <a:moveTo>
                  <a:pt x="4595788" y="699454"/>
                </a:moveTo>
                <a:lnTo>
                  <a:pt x="4616231" y="699454"/>
                </a:lnTo>
                <a:cubicBezTo>
                  <a:pt x="4616692" y="699454"/>
                  <a:pt x="4617229" y="699684"/>
                  <a:pt x="4617461" y="700145"/>
                </a:cubicBezTo>
                <a:lnTo>
                  <a:pt x="4627683" y="717898"/>
                </a:lnTo>
                <a:cubicBezTo>
                  <a:pt x="4627912" y="718359"/>
                  <a:pt x="4627912" y="718899"/>
                  <a:pt x="4627683" y="719360"/>
                </a:cubicBezTo>
                <a:lnTo>
                  <a:pt x="4617461" y="737113"/>
                </a:lnTo>
                <a:cubicBezTo>
                  <a:pt x="4617229" y="737497"/>
                  <a:pt x="4616768" y="737804"/>
                  <a:pt x="4616231" y="737804"/>
                </a:cubicBezTo>
                <a:lnTo>
                  <a:pt x="4595788" y="737804"/>
                </a:lnTo>
                <a:cubicBezTo>
                  <a:pt x="4595326" y="737804"/>
                  <a:pt x="4594789" y="737574"/>
                  <a:pt x="4594557" y="737113"/>
                </a:cubicBezTo>
                <a:lnTo>
                  <a:pt x="4584336" y="719360"/>
                </a:lnTo>
                <a:cubicBezTo>
                  <a:pt x="4584106" y="718899"/>
                  <a:pt x="4584106" y="718359"/>
                  <a:pt x="4584336" y="717898"/>
                </a:cubicBezTo>
                <a:lnTo>
                  <a:pt x="4594557" y="700145"/>
                </a:lnTo>
                <a:cubicBezTo>
                  <a:pt x="4594789" y="699762"/>
                  <a:pt x="4595248" y="699454"/>
                  <a:pt x="4595788" y="699454"/>
                </a:cubicBezTo>
                <a:close/>
                <a:moveTo>
                  <a:pt x="3955205" y="698993"/>
                </a:moveTo>
                <a:lnTo>
                  <a:pt x="3976110" y="698993"/>
                </a:lnTo>
                <a:cubicBezTo>
                  <a:pt x="3976647" y="698993"/>
                  <a:pt x="3977184" y="699300"/>
                  <a:pt x="3977416" y="699762"/>
                </a:cubicBezTo>
                <a:lnTo>
                  <a:pt x="3987867" y="717898"/>
                </a:lnTo>
                <a:cubicBezTo>
                  <a:pt x="3988099" y="718359"/>
                  <a:pt x="3988099" y="718899"/>
                  <a:pt x="3987867" y="719360"/>
                </a:cubicBezTo>
                <a:lnTo>
                  <a:pt x="3977416" y="737497"/>
                </a:lnTo>
                <a:cubicBezTo>
                  <a:pt x="3977108" y="737958"/>
                  <a:pt x="3976647" y="738265"/>
                  <a:pt x="3976110" y="738265"/>
                </a:cubicBezTo>
                <a:lnTo>
                  <a:pt x="3955205" y="738265"/>
                </a:lnTo>
                <a:cubicBezTo>
                  <a:pt x="3954666" y="738265"/>
                  <a:pt x="3954129" y="737958"/>
                  <a:pt x="3953897" y="737497"/>
                </a:cubicBezTo>
                <a:lnTo>
                  <a:pt x="3943446" y="719360"/>
                </a:lnTo>
                <a:cubicBezTo>
                  <a:pt x="3943216" y="718899"/>
                  <a:pt x="3943216" y="718359"/>
                  <a:pt x="3943446" y="717898"/>
                </a:cubicBezTo>
                <a:lnTo>
                  <a:pt x="3953897" y="699762"/>
                </a:lnTo>
                <a:cubicBezTo>
                  <a:pt x="3954204" y="699300"/>
                  <a:pt x="3954666" y="698993"/>
                  <a:pt x="3955205" y="698993"/>
                </a:cubicBezTo>
                <a:close/>
                <a:moveTo>
                  <a:pt x="4778315" y="698609"/>
                </a:moveTo>
                <a:lnTo>
                  <a:pt x="4799681" y="698609"/>
                </a:lnTo>
                <a:cubicBezTo>
                  <a:pt x="4800220" y="698609"/>
                  <a:pt x="4800682" y="698917"/>
                  <a:pt x="4800988" y="699378"/>
                </a:cubicBezTo>
                <a:lnTo>
                  <a:pt x="4811670" y="717900"/>
                </a:lnTo>
                <a:cubicBezTo>
                  <a:pt x="4811978" y="718361"/>
                  <a:pt x="4811978" y="718976"/>
                  <a:pt x="4811670" y="719436"/>
                </a:cubicBezTo>
                <a:lnTo>
                  <a:pt x="4800988" y="737958"/>
                </a:lnTo>
                <a:cubicBezTo>
                  <a:pt x="4800682" y="738419"/>
                  <a:pt x="4800220" y="738727"/>
                  <a:pt x="4799681" y="738727"/>
                </a:cubicBezTo>
                <a:lnTo>
                  <a:pt x="4778315" y="738727"/>
                </a:lnTo>
                <a:cubicBezTo>
                  <a:pt x="4777778" y="738727"/>
                  <a:pt x="4777317" y="738419"/>
                  <a:pt x="4777009" y="737958"/>
                </a:cubicBezTo>
                <a:lnTo>
                  <a:pt x="4766326" y="719436"/>
                </a:lnTo>
                <a:cubicBezTo>
                  <a:pt x="4766021" y="718976"/>
                  <a:pt x="4766021" y="718361"/>
                  <a:pt x="4766326" y="717900"/>
                </a:cubicBezTo>
                <a:lnTo>
                  <a:pt x="4777009" y="699378"/>
                </a:lnTo>
                <a:cubicBezTo>
                  <a:pt x="4777317" y="698917"/>
                  <a:pt x="4777778" y="698609"/>
                  <a:pt x="4778315" y="698609"/>
                </a:cubicBezTo>
                <a:close/>
                <a:moveTo>
                  <a:pt x="4320800" y="698455"/>
                </a:moveTo>
                <a:lnTo>
                  <a:pt x="4342320" y="698455"/>
                </a:lnTo>
                <a:cubicBezTo>
                  <a:pt x="4342857" y="698455"/>
                  <a:pt x="4343318" y="698763"/>
                  <a:pt x="4343626" y="699224"/>
                </a:cubicBezTo>
                <a:lnTo>
                  <a:pt x="4354385" y="717822"/>
                </a:lnTo>
                <a:cubicBezTo>
                  <a:pt x="4354692" y="718284"/>
                  <a:pt x="4354692" y="718899"/>
                  <a:pt x="4354385" y="719360"/>
                </a:cubicBezTo>
                <a:lnTo>
                  <a:pt x="4343626" y="737958"/>
                </a:lnTo>
                <a:cubicBezTo>
                  <a:pt x="4343318" y="738419"/>
                  <a:pt x="4342857" y="738727"/>
                  <a:pt x="4342320" y="738727"/>
                </a:cubicBezTo>
                <a:lnTo>
                  <a:pt x="4320800" y="738727"/>
                </a:lnTo>
                <a:cubicBezTo>
                  <a:pt x="4320263" y="738727"/>
                  <a:pt x="4319801" y="738419"/>
                  <a:pt x="4319494" y="737958"/>
                </a:cubicBezTo>
                <a:lnTo>
                  <a:pt x="4308735" y="719360"/>
                </a:lnTo>
                <a:cubicBezTo>
                  <a:pt x="4308425" y="718899"/>
                  <a:pt x="4308425" y="718284"/>
                  <a:pt x="4308735" y="717822"/>
                </a:cubicBezTo>
                <a:lnTo>
                  <a:pt x="4319494" y="699224"/>
                </a:lnTo>
                <a:cubicBezTo>
                  <a:pt x="4319801" y="698763"/>
                  <a:pt x="4320263" y="698455"/>
                  <a:pt x="4320800" y="698455"/>
                </a:cubicBezTo>
                <a:close/>
                <a:moveTo>
                  <a:pt x="4503254" y="697303"/>
                </a:moveTo>
                <a:lnTo>
                  <a:pt x="4525926" y="697303"/>
                </a:lnTo>
                <a:cubicBezTo>
                  <a:pt x="4526465" y="697303"/>
                  <a:pt x="4527002" y="697610"/>
                  <a:pt x="4527310" y="698072"/>
                </a:cubicBezTo>
                <a:lnTo>
                  <a:pt x="4538684" y="717746"/>
                </a:lnTo>
                <a:cubicBezTo>
                  <a:pt x="4538991" y="718284"/>
                  <a:pt x="4538991" y="718899"/>
                  <a:pt x="4538684" y="719360"/>
                </a:cubicBezTo>
                <a:lnTo>
                  <a:pt x="4527310" y="739034"/>
                </a:lnTo>
                <a:cubicBezTo>
                  <a:pt x="4527002" y="739496"/>
                  <a:pt x="4526465" y="739803"/>
                  <a:pt x="4525926" y="739803"/>
                </a:cubicBezTo>
                <a:lnTo>
                  <a:pt x="4503254" y="739803"/>
                </a:lnTo>
                <a:cubicBezTo>
                  <a:pt x="4502716" y="739803"/>
                  <a:pt x="4502179" y="739496"/>
                  <a:pt x="4501872" y="739034"/>
                </a:cubicBezTo>
                <a:lnTo>
                  <a:pt x="4490496" y="719360"/>
                </a:lnTo>
                <a:cubicBezTo>
                  <a:pt x="4490190" y="718823"/>
                  <a:pt x="4490190" y="718208"/>
                  <a:pt x="4490496" y="717746"/>
                </a:cubicBezTo>
                <a:lnTo>
                  <a:pt x="4501872" y="698072"/>
                </a:lnTo>
                <a:cubicBezTo>
                  <a:pt x="4502179" y="697610"/>
                  <a:pt x="4502716" y="697303"/>
                  <a:pt x="4503254" y="697303"/>
                </a:cubicBezTo>
                <a:close/>
                <a:moveTo>
                  <a:pt x="2032839" y="696610"/>
                </a:moveTo>
                <a:lnTo>
                  <a:pt x="2056280" y="696610"/>
                </a:lnTo>
                <a:cubicBezTo>
                  <a:pt x="2056895" y="696610"/>
                  <a:pt x="2057432" y="696918"/>
                  <a:pt x="2057740" y="697455"/>
                </a:cubicBezTo>
                <a:lnTo>
                  <a:pt x="2069421" y="717744"/>
                </a:lnTo>
                <a:cubicBezTo>
                  <a:pt x="2069729" y="718284"/>
                  <a:pt x="2069729" y="718899"/>
                  <a:pt x="2069421" y="719436"/>
                </a:cubicBezTo>
                <a:lnTo>
                  <a:pt x="2057664" y="739725"/>
                </a:lnTo>
                <a:cubicBezTo>
                  <a:pt x="2057356" y="740263"/>
                  <a:pt x="2056817" y="740570"/>
                  <a:pt x="2056202" y="740570"/>
                </a:cubicBezTo>
                <a:lnTo>
                  <a:pt x="2032763" y="740570"/>
                </a:lnTo>
                <a:cubicBezTo>
                  <a:pt x="2032148" y="740570"/>
                  <a:pt x="2031609" y="740263"/>
                  <a:pt x="2031303" y="739725"/>
                </a:cubicBezTo>
                <a:lnTo>
                  <a:pt x="2019619" y="719436"/>
                </a:lnTo>
                <a:cubicBezTo>
                  <a:pt x="2019314" y="718899"/>
                  <a:pt x="2019314" y="718284"/>
                  <a:pt x="2019619" y="717744"/>
                </a:cubicBezTo>
                <a:lnTo>
                  <a:pt x="2031379" y="697455"/>
                </a:lnTo>
                <a:cubicBezTo>
                  <a:pt x="2031686" y="696918"/>
                  <a:pt x="2032224" y="696610"/>
                  <a:pt x="2032839" y="696610"/>
                </a:cubicBezTo>
                <a:close/>
                <a:moveTo>
                  <a:pt x="4685169" y="695535"/>
                </a:moveTo>
                <a:lnTo>
                  <a:pt x="4709839" y="695535"/>
                </a:lnTo>
                <a:cubicBezTo>
                  <a:pt x="4710453" y="695535"/>
                  <a:pt x="4711068" y="695843"/>
                  <a:pt x="4711375" y="696380"/>
                </a:cubicBezTo>
                <a:lnTo>
                  <a:pt x="4723673" y="717746"/>
                </a:lnTo>
                <a:cubicBezTo>
                  <a:pt x="4723980" y="718285"/>
                  <a:pt x="4723980" y="718976"/>
                  <a:pt x="4723673" y="719514"/>
                </a:cubicBezTo>
                <a:lnTo>
                  <a:pt x="4711375" y="740880"/>
                </a:lnTo>
                <a:cubicBezTo>
                  <a:pt x="4710992" y="741417"/>
                  <a:pt x="4710453" y="741725"/>
                  <a:pt x="4709839" y="741725"/>
                </a:cubicBezTo>
                <a:lnTo>
                  <a:pt x="4685169" y="741725"/>
                </a:lnTo>
                <a:cubicBezTo>
                  <a:pt x="4684553" y="741725"/>
                  <a:pt x="4683940" y="741417"/>
                  <a:pt x="4683630" y="740880"/>
                </a:cubicBezTo>
                <a:lnTo>
                  <a:pt x="4671335" y="719514"/>
                </a:lnTo>
                <a:cubicBezTo>
                  <a:pt x="4671027" y="718976"/>
                  <a:pt x="4671027" y="718285"/>
                  <a:pt x="4671335" y="717746"/>
                </a:cubicBezTo>
                <a:lnTo>
                  <a:pt x="4683630" y="696380"/>
                </a:lnTo>
                <a:cubicBezTo>
                  <a:pt x="4684016" y="695843"/>
                  <a:pt x="4684553" y="695535"/>
                  <a:pt x="4685169" y="695535"/>
                </a:cubicBezTo>
                <a:close/>
                <a:moveTo>
                  <a:pt x="4227499" y="694920"/>
                </a:moveTo>
                <a:lnTo>
                  <a:pt x="4252707" y="694920"/>
                </a:lnTo>
                <a:cubicBezTo>
                  <a:pt x="4253323" y="694920"/>
                  <a:pt x="4253938" y="695304"/>
                  <a:pt x="4254243" y="695843"/>
                </a:cubicBezTo>
                <a:lnTo>
                  <a:pt x="4266848" y="717668"/>
                </a:lnTo>
                <a:cubicBezTo>
                  <a:pt x="4267155" y="718208"/>
                  <a:pt x="4267155" y="718899"/>
                  <a:pt x="4266848" y="719438"/>
                </a:cubicBezTo>
                <a:lnTo>
                  <a:pt x="4254243" y="741263"/>
                </a:lnTo>
                <a:cubicBezTo>
                  <a:pt x="4253938" y="741878"/>
                  <a:pt x="4253323" y="742186"/>
                  <a:pt x="4252707" y="742186"/>
                </a:cubicBezTo>
                <a:lnTo>
                  <a:pt x="4227499" y="742186"/>
                </a:lnTo>
                <a:cubicBezTo>
                  <a:pt x="4226884" y="742186"/>
                  <a:pt x="4226269" y="741802"/>
                  <a:pt x="4225962" y="741263"/>
                </a:cubicBezTo>
                <a:lnTo>
                  <a:pt x="4213357" y="719438"/>
                </a:lnTo>
                <a:cubicBezTo>
                  <a:pt x="4213051" y="718899"/>
                  <a:pt x="4213051" y="718208"/>
                  <a:pt x="4213357" y="717668"/>
                </a:cubicBezTo>
                <a:lnTo>
                  <a:pt x="4225962" y="695843"/>
                </a:lnTo>
                <a:cubicBezTo>
                  <a:pt x="4226269" y="695228"/>
                  <a:pt x="4226884" y="694920"/>
                  <a:pt x="4227499" y="694920"/>
                </a:cubicBezTo>
                <a:close/>
                <a:moveTo>
                  <a:pt x="2214909" y="694920"/>
                </a:moveTo>
                <a:lnTo>
                  <a:pt x="2240118" y="694920"/>
                </a:lnTo>
                <a:cubicBezTo>
                  <a:pt x="2240733" y="694920"/>
                  <a:pt x="2241348" y="695304"/>
                  <a:pt x="2241654" y="695843"/>
                </a:cubicBezTo>
                <a:lnTo>
                  <a:pt x="2254258" y="717668"/>
                </a:lnTo>
                <a:cubicBezTo>
                  <a:pt x="2254565" y="718208"/>
                  <a:pt x="2254565" y="718899"/>
                  <a:pt x="2254258" y="719438"/>
                </a:cubicBezTo>
                <a:lnTo>
                  <a:pt x="2241654" y="741263"/>
                </a:lnTo>
                <a:cubicBezTo>
                  <a:pt x="2241348" y="741878"/>
                  <a:pt x="2240733" y="742186"/>
                  <a:pt x="2240118" y="742186"/>
                </a:cubicBezTo>
                <a:lnTo>
                  <a:pt x="2214909" y="742186"/>
                </a:lnTo>
                <a:cubicBezTo>
                  <a:pt x="2214294" y="742186"/>
                  <a:pt x="2213679" y="741802"/>
                  <a:pt x="2213371" y="741263"/>
                </a:cubicBezTo>
                <a:lnTo>
                  <a:pt x="2200767" y="719438"/>
                </a:lnTo>
                <a:cubicBezTo>
                  <a:pt x="2200461" y="718899"/>
                  <a:pt x="2200461" y="718208"/>
                  <a:pt x="2200767" y="717668"/>
                </a:cubicBezTo>
                <a:lnTo>
                  <a:pt x="2213371" y="695843"/>
                </a:lnTo>
                <a:cubicBezTo>
                  <a:pt x="2213679" y="695228"/>
                  <a:pt x="2214294" y="694920"/>
                  <a:pt x="2214909" y="694920"/>
                </a:cubicBezTo>
                <a:close/>
                <a:moveTo>
                  <a:pt x="4044200" y="694381"/>
                </a:moveTo>
                <a:lnTo>
                  <a:pt x="4070024" y="694381"/>
                </a:lnTo>
                <a:cubicBezTo>
                  <a:pt x="4070715" y="694381"/>
                  <a:pt x="4071330" y="694765"/>
                  <a:pt x="4071638" y="695304"/>
                </a:cubicBezTo>
                <a:lnTo>
                  <a:pt x="4084550" y="717668"/>
                </a:lnTo>
                <a:cubicBezTo>
                  <a:pt x="4084857" y="718284"/>
                  <a:pt x="4084857" y="718975"/>
                  <a:pt x="4084550" y="719512"/>
                </a:cubicBezTo>
                <a:lnTo>
                  <a:pt x="4071638" y="741876"/>
                </a:lnTo>
                <a:cubicBezTo>
                  <a:pt x="4071254" y="742416"/>
                  <a:pt x="4070639" y="742799"/>
                  <a:pt x="4070024" y="742799"/>
                </a:cubicBezTo>
                <a:lnTo>
                  <a:pt x="4044200" y="742799"/>
                </a:lnTo>
                <a:cubicBezTo>
                  <a:pt x="4043509" y="742799"/>
                  <a:pt x="4042894" y="742416"/>
                  <a:pt x="4042587" y="741876"/>
                </a:cubicBezTo>
                <a:lnTo>
                  <a:pt x="4029676" y="719512"/>
                </a:lnTo>
                <a:cubicBezTo>
                  <a:pt x="4029367" y="718899"/>
                  <a:pt x="4029367" y="718206"/>
                  <a:pt x="4029676" y="717668"/>
                </a:cubicBezTo>
                <a:lnTo>
                  <a:pt x="4042587" y="695304"/>
                </a:lnTo>
                <a:cubicBezTo>
                  <a:pt x="4042972" y="694765"/>
                  <a:pt x="4043587" y="694381"/>
                  <a:pt x="4044200" y="694381"/>
                </a:cubicBezTo>
                <a:close/>
                <a:moveTo>
                  <a:pt x="4135120" y="693229"/>
                </a:moveTo>
                <a:lnTo>
                  <a:pt x="4162173" y="693229"/>
                </a:lnTo>
                <a:cubicBezTo>
                  <a:pt x="4162788" y="693229"/>
                  <a:pt x="4163403" y="693536"/>
                  <a:pt x="4163786" y="694151"/>
                </a:cubicBezTo>
                <a:lnTo>
                  <a:pt x="4177313" y="717592"/>
                </a:lnTo>
                <a:cubicBezTo>
                  <a:pt x="4177697" y="718206"/>
                  <a:pt x="4177697" y="718899"/>
                  <a:pt x="4177313" y="719514"/>
                </a:cubicBezTo>
                <a:lnTo>
                  <a:pt x="4163786" y="742953"/>
                </a:lnTo>
                <a:cubicBezTo>
                  <a:pt x="4163479" y="743492"/>
                  <a:pt x="4162864" y="743876"/>
                  <a:pt x="4162173" y="743876"/>
                </a:cubicBezTo>
                <a:lnTo>
                  <a:pt x="4135120" y="743876"/>
                </a:lnTo>
                <a:cubicBezTo>
                  <a:pt x="4134505" y="743876"/>
                  <a:pt x="4133890" y="743568"/>
                  <a:pt x="4133505" y="742953"/>
                </a:cubicBezTo>
                <a:lnTo>
                  <a:pt x="4119980" y="719514"/>
                </a:lnTo>
                <a:cubicBezTo>
                  <a:pt x="4119594" y="718899"/>
                  <a:pt x="4119594" y="718206"/>
                  <a:pt x="4119980" y="717592"/>
                </a:cubicBezTo>
                <a:lnTo>
                  <a:pt x="4133505" y="694151"/>
                </a:lnTo>
                <a:cubicBezTo>
                  <a:pt x="4133814" y="693612"/>
                  <a:pt x="4134427" y="693229"/>
                  <a:pt x="4135120" y="693229"/>
                </a:cubicBezTo>
                <a:close/>
                <a:moveTo>
                  <a:pt x="3046783" y="631745"/>
                </a:moveTo>
                <a:lnTo>
                  <a:pt x="3054851" y="631745"/>
                </a:lnTo>
                <a:cubicBezTo>
                  <a:pt x="3055008" y="631745"/>
                  <a:pt x="3055313" y="632053"/>
                  <a:pt x="3055313" y="632053"/>
                </a:cubicBezTo>
                <a:lnTo>
                  <a:pt x="3059309" y="639047"/>
                </a:lnTo>
                <a:cubicBezTo>
                  <a:pt x="3059387" y="639201"/>
                  <a:pt x="3059309" y="639584"/>
                  <a:pt x="3059309" y="639584"/>
                </a:cubicBezTo>
                <a:lnTo>
                  <a:pt x="3055313" y="646578"/>
                </a:lnTo>
                <a:cubicBezTo>
                  <a:pt x="3055237" y="646808"/>
                  <a:pt x="3054851" y="646886"/>
                  <a:pt x="3054851" y="646886"/>
                </a:cubicBezTo>
                <a:lnTo>
                  <a:pt x="3046783" y="646886"/>
                </a:lnTo>
                <a:cubicBezTo>
                  <a:pt x="3046629" y="646886"/>
                  <a:pt x="3046321" y="646578"/>
                  <a:pt x="3046321" y="646578"/>
                </a:cubicBezTo>
                <a:lnTo>
                  <a:pt x="3042325" y="639584"/>
                </a:lnTo>
                <a:cubicBezTo>
                  <a:pt x="3042247" y="639430"/>
                  <a:pt x="3042325" y="639047"/>
                  <a:pt x="3042325" y="639047"/>
                </a:cubicBezTo>
                <a:lnTo>
                  <a:pt x="3046321" y="632053"/>
                </a:lnTo>
                <a:cubicBezTo>
                  <a:pt x="3046399" y="631823"/>
                  <a:pt x="3046783" y="631745"/>
                  <a:pt x="3046783" y="631745"/>
                </a:cubicBezTo>
                <a:close/>
                <a:moveTo>
                  <a:pt x="5882487" y="631362"/>
                </a:moveTo>
                <a:lnTo>
                  <a:pt x="5891017" y="631362"/>
                </a:lnTo>
                <a:cubicBezTo>
                  <a:pt x="5891248" y="631362"/>
                  <a:pt x="5891554" y="631669"/>
                  <a:pt x="5891554" y="631669"/>
                </a:cubicBezTo>
                <a:lnTo>
                  <a:pt x="5895782" y="639047"/>
                </a:lnTo>
                <a:cubicBezTo>
                  <a:pt x="5895860" y="639278"/>
                  <a:pt x="5895782" y="639662"/>
                  <a:pt x="5895782" y="639662"/>
                </a:cubicBezTo>
                <a:lnTo>
                  <a:pt x="5891554" y="647040"/>
                </a:lnTo>
                <a:cubicBezTo>
                  <a:pt x="5891400" y="647193"/>
                  <a:pt x="5891017" y="647347"/>
                  <a:pt x="5891017" y="647347"/>
                </a:cubicBezTo>
                <a:lnTo>
                  <a:pt x="5882487" y="647347"/>
                </a:lnTo>
                <a:cubicBezTo>
                  <a:pt x="5882255" y="647347"/>
                  <a:pt x="5881948" y="647040"/>
                  <a:pt x="5881948" y="647040"/>
                </a:cubicBezTo>
                <a:lnTo>
                  <a:pt x="5877721" y="639662"/>
                </a:lnTo>
                <a:cubicBezTo>
                  <a:pt x="5877644" y="639430"/>
                  <a:pt x="5877721" y="639047"/>
                  <a:pt x="5877721" y="639047"/>
                </a:cubicBezTo>
                <a:lnTo>
                  <a:pt x="5881948" y="631669"/>
                </a:lnTo>
                <a:cubicBezTo>
                  <a:pt x="5882101" y="631515"/>
                  <a:pt x="5882487" y="631362"/>
                  <a:pt x="5882487" y="631362"/>
                </a:cubicBezTo>
                <a:close/>
                <a:moveTo>
                  <a:pt x="2039527" y="629902"/>
                </a:moveTo>
                <a:lnTo>
                  <a:pt x="2049519" y="629902"/>
                </a:lnTo>
                <a:cubicBezTo>
                  <a:pt x="2049749" y="629902"/>
                  <a:pt x="2050134" y="630285"/>
                  <a:pt x="2050134" y="630285"/>
                </a:cubicBezTo>
                <a:lnTo>
                  <a:pt x="2055129" y="638971"/>
                </a:lnTo>
                <a:cubicBezTo>
                  <a:pt x="2055283" y="639201"/>
                  <a:pt x="2055129" y="639662"/>
                  <a:pt x="2055129" y="639662"/>
                </a:cubicBezTo>
                <a:lnTo>
                  <a:pt x="2050134" y="648346"/>
                </a:lnTo>
                <a:cubicBezTo>
                  <a:pt x="2049979" y="648577"/>
                  <a:pt x="2049519" y="648731"/>
                  <a:pt x="2049519" y="648731"/>
                </a:cubicBezTo>
                <a:lnTo>
                  <a:pt x="2039527" y="648731"/>
                </a:lnTo>
                <a:cubicBezTo>
                  <a:pt x="2039298" y="648731"/>
                  <a:pt x="2038912" y="648346"/>
                  <a:pt x="2038912" y="648346"/>
                </a:cubicBezTo>
                <a:lnTo>
                  <a:pt x="2033917" y="639662"/>
                </a:lnTo>
                <a:cubicBezTo>
                  <a:pt x="2033763" y="639432"/>
                  <a:pt x="2033917" y="638971"/>
                  <a:pt x="2033917" y="638971"/>
                </a:cubicBezTo>
                <a:lnTo>
                  <a:pt x="2038912" y="630285"/>
                </a:lnTo>
                <a:cubicBezTo>
                  <a:pt x="2039066" y="630055"/>
                  <a:pt x="2039527" y="629902"/>
                  <a:pt x="2039527" y="629902"/>
                </a:cubicBezTo>
                <a:close/>
                <a:moveTo>
                  <a:pt x="2770951" y="629055"/>
                </a:moveTo>
                <a:lnTo>
                  <a:pt x="2781865" y="629055"/>
                </a:lnTo>
                <a:cubicBezTo>
                  <a:pt x="2782172" y="629055"/>
                  <a:pt x="2782557" y="629438"/>
                  <a:pt x="2782557" y="629438"/>
                </a:cubicBezTo>
                <a:lnTo>
                  <a:pt x="2788012" y="638893"/>
                </a:lnTo>
                <a:cubicBezTo>
                  <a:pt x="2788167" y="639123"/>
                  <a:pt x="2788012" y="639660"/>
                  <a:pt x="2788012" y="639660"/>
                </a:cubicBezTo>
                <a:lnTo>
                  <a:pt x="2782557" y="649115"/>
                </a:lnTo>
                <a:cubicBezTo>
                  <a:pt x="2782402" y="649344"/>
                  <a:pt x="2781865" y="649498"/>
                  <a:pt x="2781865" y="649498"/>
                </a:cubicBezTo>
                <a:lnTo>
                  <a:pt x="2770951" y="649498"/>
                </a:lnTo>
                <a:cubicBezTo>
                  <a:pt x="2770644" y="649498"/>
                  <a:pt x="2770259" y="649115"/>
                  <a:pt x="2770259" y="649115"/>
                </a:cubicBezTo>
                <a:lnTo>
                  <a:pt x="2764803" y="639660"/>
                </a:lnTo>
                <a:cubicBezTo>
                  <a:pt x="2764649" y="639430"/>
                  <a:pt x="2764803" y="638893"/>
                  <a:pt x="2764803" y="638893"/>
                </a:cubicBezTo>
                <a:lnTo>
                  <a:pt x="2770259" y="629438"/>
                </a:lnTo>
                <a:cubicBezTo>
                  <a:pt x="2770413" y="629209"/>
                  <a:pt x="2770951" y="629055"/>
                  <a:pt x="2770951" y="629055"/>
                </a:cubicBezTo>
                <a:close/>
                <a:moveTo>
                  <a:pt x="3685366" y="628288"/>
                </a:moveTo>
                <a:lnTo>
                  <a:pt x="3697125" y="628288"/>
                </a:lnTo>
                <a:cubicBezTo>
                  <a:pt x="3697356" y="628288"/>
                  <a:pt x="3697817" y="628671"/>
                  <a:pt x="3697817" y="628671"/>
                </a:cubicBezTo>
                <a:lnTo>
                  <a:pt x="3703734" y="638893"/>
                </a:lnTo>
                <a:cubicBezTo>
                  <a:pt x="3703888" y="639125"/>
                  <a:pt x="3703734" y="639740"/>
                  <a:pt x="3703734" y="639740"/>
                </a:cubicBezTo>
                <a:lnTo>
                  <a:pt x="3697817" y="649961"/>
                </a:lnTo>
                <a:cubicBezTo>
                  <a:pt x="3697663" y="650191"/>
                  <a:pt x="3697125" y="650345"/>
                  <a:pt x="3697125" y="650345"/>
                </a:cubicBezTo>
                <a:lnTo>
                  <a:pt x="3685366" y="650345"/>
                </a:lnTo>
                <a:cubicBezTo>
                  <a:pt x="3685136" y="650345"/>
                  <a:pt x="3684675" y="649961"/>
                  <a:pt x="3684675" y="649961"/>
                </a:cubicBezTo>
                <a:lnTo>
                  <a:pt x="3678757" y="639740"/>
                </a:lnTo>
                <a:cubicBezTo>
                  <a:pt x="3678604" y="639508"/>
                  <a:pt x="3678757" y="638893"/>
                  <a:pt x="3678757" y="638893"/>
                </a:cubicBezTo>
                <a:lnTo>
                  <a:pt x="3684675" y="628671"/>
                </a:lnTo>
                <a:cubicBezTo>
                  <a:pt x="3684829" y="628442"/>
                  <a:pt x="3685366" y="628288"/>
                  <a:pt x="3685366" y="628288"/>
                </a:cubicBezTo>
                <a:close/>
                <a:moveTo>
                  <a:pt x="2129831" y="627673"/>
                </a:moveTo>
                <a:lnTo>
                  <a:pt x="2142203" y="627673"/>
                </a:lnTo>
                <a:cubicBezTo>
                  <a:pt x="2142511" y="627673"/>
                  <a:pt x="2142972" y="628134"/>
                  <a:pt x="2142972" y="628134"/>
                </a:cubicBezTo>
                <a:lnTo>
                  <a:pt x="2149197" y="638893"/>
                </a:lnTo>
                <a:cubicBezTo>
                  <a:pt x="2149351" y="639125"/>
                  <a:pt x="2149197" y="639740"/>
                  <a:pt x="2149197" y="639740"/>
                </a:cubicBezTo>
                <a:lnTo>
                  <a:pt x="2142972" y="650499"/>
                </a:lnTo>
                <a:cubicBezTo>
                  <a:pt x="2142818" y="650806"/>
                  <a:pt x="2142203" y="650960"/>
                  <a:pt x="2142203" y="650960"/>
                </a:cubicBezTo>
                <a:lnTo>
                  <a:pt x="2129831" y="650960"/>
                </a:lnTo>
                <a:cubicBezTo>
                  <a:pt x="2129523" y="650960"/>
                  <a:pt x="2129062" y="650499"/>
                  <a:pt x="2129062" y="650499"/>
                </a:cubicBezTo>
                <a:lnTo>
                  <a:pt x="2122836" y="639740"/>
                </a:lnTo>
                <a:cubicBezTo>
                  <a:pt x="2122683" y="639508"/>
                  <a:pt x="2122836" y="638893"/>
                  <a:pt x="2122836" y="638893"/>
                </a:cubicBezTo>
                <a:lnTo>
                  <a:pt x="2129062" y="628134"/>
                </a:lnTo>
                <a:cubicBezTo>
                  <a:pt x="2129215" y="627826"/>
                  <a:pt x="2129831" y="627673"/>
                  <a:pt x="2129831" y="627673"/>
                </a:cubicBezTo>
                <a:close/>
                <a:moveTo>
                  <a:pt x="3227470" y="627441"/>
                </a:moveTo>
                <a:lnTo>
                  <a:pt x="3240149" y="627441"/>
                </a:lnTo>
                <a:cubicBezTo>
                  <a:pt x="3240457" y="627441"/>
                  <a:pt x="3240919" y="627902"/>
                  <a:pt x="3240919" y="627902"/>
                </a:cubicBezTo>
                <a:lnTo>
                  <a:pt x="3247297" y="638893"/>
                </a:lnTo>
                <a:cubicBezTo>
                  <a:pt x="3247451" y="639201"/>
                  <a:pt x="3247297" y="639814"/>
                  <a:pt x="3247297" y="639814"/>
                </a:cubicBezTo>
                <a:lnTo>
                  <a:pt x="3240919" y="650804"/>
                </a:lnTo>
                <a:cubicBezTo>
                  <a:pt x="3240764" y="651112"/>
                  <a:pt x="3240149" y="651266"/>
                  <a:pt x="3240149" y="651266"/>
                </a:cubicBezTo>
                <a:lnTo>
                  <a:pt x="3227470" y="651266"/>
                </a:lnTo>
                <a:cubicBezTo>
                  <a:pt x="3227161" y="651266"/>
                  <a:pt x="3226700" y="650804"/>
                  <a:pt x="3226700" y="650804"/>
                </a:cubicBezTo>
                <a:lnTo>
                  <a:pt x="3220321" y="639814"/>
                </a:lnTo>
                <a:cubicBezTo>
                  <a:pt x="3220167" y="639508"/>
                  <a:pt x="3220321" y="638893"/>
                  <a:pt x="3220321" y="638893"/>
                </a:cubicBezTo>
                <a:lnTo>
                  <a:pt x="3226700" y="627902"/>
                </a:lnTo>
                <a:cubicBezTo>
                  <a:pt x="3226855" y="627595"/>
                  <a:pt x="3227470" y="627441"/>
                  <a:pt x="3227470" y="627441"/>
                </a:cubicBezTo>
                <a:close/>
                <a:moveTo>
                  <a:pt x="2404048" y="627287"/>
                </a:moveTo>
                <a:lnTo>
                  <a:pt x="2416883" y="627287"/>
                </a:lnTo>
                <a:cubicBezTo>
                  <a:pt x="2417191" y="627287"/>
                  <a:pt x="2417652" y="627749"/>
                  <a:pt x="2417652" y="627749"/>
                </a:cubicBezTo>
                <a:lnTo>
                  <a:pt x="2424029" y="638893"/>
                </a:lnTo>
                <a:cubicBezTo>
                  <a:pt x="2424183" y="639201"/>
                  <a:pt x="2424029" y="639814"/>
                  <a:pt x="2424029" y="639814"/>
                </a:cubicBezTo>
                <a:lnTo>
                  <a:pt x="2417575" y="650958"/>
                </a:lnTo>
                <a:cubicBezTo>
                  <a:pt x="2417421" y="651266"/>
                  <a:pt x="2416806" y="651419"/>
                  <a:pt x="2416806" y="651419"/>
                </a:cubicBezTo>
                <a:lnTo>
                  <a:pt x="2403972" y="651419"/>
                </a:lnTo>
                <a:cubicBezTo>
                  <a:pt x="2403664" y="651419"/>
                  <a:pt x="2403203" y="650958"/>
                  <a:pt x="2403203" y="650958"/>
                </a:cubicBezTo>
                <a:lnTo>
                  <a:pt x="2396823" y="639814"/>
                </a:lnTo>
                <a:cubicBezTo>
                  <a:pt x="2396670" y="639508"/>
                  <a:pt x="2396823" y="638893"/>
                  <a:pt x="2396823" y="638893"/>
                </a:cubicBezTo>
                <a:lnTo>
                  <a:pt x="2403281" y="627749"/>
                </a:lnTo>
                <a:cubicBezTo>
                  <a:pt x="2403432" y="627441"/>
                  <a:pt x="2404048" y="627287"/>
                  <a:pt x="2404048" y="627287"/>
                </a:cubicBezTo>
                <a:close/>
                <a:moveTo>
                  <a:pt x="5788722" y="626980"/>
                </a:moveTo>
                <a:lnTo>
                  <a:pt x="5801866" y="626980"/>
                </a:lnTo>
                <a:cubicBezTo>
                  <a:pt x="5802172" y="626980"/>
                  <a:pt x="5802633" y="627441"/>
                  <a:pt x="5802633" y="627441"/>
                </a:cubicBezTo>
                <a:lnTo>
                  <a:pt x="5809166" y="638815"/>
                </a:lnTo>
                <a:cubicBezTo>
                  <a:pt x="5809320" y="639123"/>
                  <a:pt x="5809166" y="639738"/>
                  <a:pt x="5809166" y="639738"/>
                </a:cubicBezTo>
                <a:lnTo>
                  <a:pt x="5802557" y="651112"/>
                </a:lnTo>
                <a:cubicBezTo>
                  <a:pt x="5802403" y="651419"/>
                  <a:pt x="5801788" y="651573"/>
                  <a:pt x="5801788" y="651573"/>
                </a:cubicBezTo>
                <a:lnTo>
                  <a:pt x="5788647" y="651573"/>
                </a:lnTo>
                <a:cubicBezTo>
                  <a:pt x="5788339" y="651573"/>
                  <a:pt x="5787878" y="651112"/>
                  <a:pt x="5787878" y="651112"/>
                </a:cubicBezTo>
                <a:lnTo>
                  <a:pt x="5781345" y="639738"/>
                </a:lnTo>
                <a:cubicBezTo>
                  <a:pt x="5781191" y="639430"/>
                  <a:pt x="5781345" y="638815"/>
                  <a:pt x="5781345" y="638815"/>
                </a:cubicBezTo>
                <a:lnTo>
                  <a:pt x="5787954" y="627441"/>
                </a:lnTo>
                <a:cubicBezTo>
                  <a:pt x="5788107" y="627134"/>
                  <a:pt x="5788722" y="626980"/>
                  <a:pt x="5788722" y="626980"/>
                </a:cubicBezTo>
                <a:close/>
                <a:moveTo>
                  <a:pt x="3318463" y="626596"/>
                </a:moveTo>
                <a:lnTo>
                  <a:pt x="3332066" y="626596"/>
                </a:lnTo>
                <a:cubicBezTo>
                  <a:pt x="3332450" y="626596"/>
                  <a:pt x="3332911" y="627058"/>
                  <a:pt x="3332911" y="627058"/>
                </a:cubicBezTo>
                <a:lnTo>
                  <a:pt x="3339674" y="638817"/>
                </a:lnTo>
                <a:cubicBezTo>
                  <a:pt x="3339829" y="639123"/>
                  <a:pt x="3339674" y="639816"/>
                  <a:pt x="3339674" y="639816"/>
                </a:cubicBezTo>
                <a:lnTo>
                  <a:pt x="3332911" y="651573"/>
                </a:lnTo>
                <a:cubicBezTo>
                  <a:pt x="3332758" y="651881"/>
                  <a:pt x="3332066" y="652035"/>
                  <a:pt x="3332066" y="652035"/>
                </a:cubicBezTo>
                <a:lnTo>
                  <a:pt x="3318463" y="652035"/>
                </a:lnTo>
                <a:cubicBezTo>
                  <a:pt x="3318078" y="652035"/>
                  <a:pt x="3317616" y="651573"/>
                  <a:pt x="3317616" y="651573"/>
                </a:cubicBezTo>
                <a:lnTo>
                  <a:pt x="3310855" y="639816"/>
                </a:lnTo>
                <a:cubicBezTo>
                  <a:pt x="3310700" y="639508"/>
                  <a:pt x="3310855" y="638817"/>
                  <a:pt x="3310855" y="638817"/>
                </a:cubicBezTo>
                <a:lnTo>
                  <a:pt x="3317616" y="627058"/>
                </a:lnTo>
                <a:cubicBezTo>
                  <a:pt x="3317770" y="626750"/>
                  <a:pt x="3318463" y="626596"/>
                  <a:pt x="3318463" y="626596"/>
                </a:cubicBezTo>
                <a:close/>
                <a:moveTo>
                  <a:pt x="3409306" y="625290"/>
                </a:moveTo>
                <a:lnTo>
                  <a:pt x="3424217" y="625290"/>
                </a:lnTo>
                <a:cubicBezTo>
                  <a:pt x="3424601" y="625290"/>
                  <a:pt x="3425138" y="625827"/>
                  <a:pt x="3425138" y="625827"/>
                </a:cubicBezTo>
                <a:lnTo>
                  <a:pt x="3432593" y="638739"/>
                </a:lnTo>
                <a:cubicBezTo>
                  <a:pt x="3432747" y="639047"/>
                  <a:pt x="3432593" y="639816"/>
                  <a:pt x="3432593" y="639816"/>
                </a:cubicBezTo>
                <a:lnTo>
                  <a:pt x="3425138" y="652728"/>
                </a:lnTo>
                <a:cubicBezTo>
                  <a:pt x="3424908" y="653035"/>
                  <a:pt x="3424217" y="653265"/>
                  <a:pt x="3424217" y="653265"/>
                </a:cubicBezTo>
                <a:lnTo>
                  <a:pt x="3409306" y="653265"/>
                </a:lnTo>
                <a:cubicBezTo>
                  <a:pt x="3408922" y="653265"/>
                  <a:pt x="3408386" y="652728"/>
                  <a:pt x="3408386" y="652728"/>
                </a:cubicBezTo>
                <a:lnTo>
                  <a:pt x="3400929" y="639816"/>
                </a:lnTo>
                <a:cubicBezTo>
                  <a:pt x="3400776" y="639508"/>
                  <a:pt x="3400929" y="638739"/>
                  <a:pt x="3400929" y="638739"/>
                </a:cubicBezTo>
                <a:lnTo>
                  <a:pt x="3408386" y="625827"/>
                </a:lnTo>
                <a:cubicBezTo>
                  <a:pt x="3408615" y="625520"/>
                  <a:pt x="3409306" y="625290"/>
                  <a:pt x="3409306" y="625290"/>
                </a:cubicBezTo>
                <a:close/>
                <a:moveTo>
                  <a:pt x="3774748" y="624443"/>
                </a:moveTo>
                <a:lnTo>
                  <a:pt x="3790580" y="624443"/>
                </a:lnTo>
                <a:cubicBezTo>
                  <a:pt x="3791042" y="624443"/>
                  <a:pt x="3791580" y="624981"/>
                  <a:pt x="3791580" y="624981"/>
                </a:cubicBezTo>
                <a:lnTo>
                  <a:pt x="3799496" y="638661"/>
                </a:lnTo>
                <a:cubicBezTo>
                  <a:pt x="3799725" y="639047"/>
                  <a:pt x="3799496" y="639814"/>
                  <a:pt x="3799496" y="639814"/>
                </a:cubicBezTo>
                <a:lnTo>
                  <a:pt x="3791580" y="653495"/>
                </a:lnTo>
                <a:cubicBezTo>
                  <a:pt x="3791349" y="653802"/>
                  <a:pt x="3790964" y="654032"/>
                  <a:pt x="3790580" y="654032"/>
                </a:cubicBezTo>
                <a:lnTo>
                  <a:pt x="3774748" y="654032"/>
                </a:lnTo>
                <a:cubicBezTo>
                  <a:pt x="3774287" y="654032"/>
                  <a:pt x="3773748" y="653495"/>
                  <a:pt x="3773748" y="653495"/>
                </a:cubicBezTo>
                <a:lnTo>
                  <a:pt x="3765833" y="639814"/>
                </a:lnTo>
                <a:cubicBezTo>
                  <a:pt x="3765601" y="639430"/>
                  <a:pt x="3765833" y="638661"/>
                  <a:pt x="3765833" y="638661"/>
                </a:cubicBezTo>
                <a:lnTo>
                  <a:pt x="3773748" y="624981"/>
                </a:lnTo>
                <a:cubicBezTo>
                  <a:pt x="3773980" y="624673"/>
                  <a:pt x="3774363" y="624443"/>
                  <a:pt x="3774748" y="624443"/>
                </a:cubicBezTo>
                <a:close/>
                <a:moveTo>
                  <a:pt x="3865898" y="623752"/>
                </a:moveTo>
                <a:lnTo>
                  <a:pt x="3882499" y="623752"/>
                </a:lnTo>
                <a:cubicBezTo>
                  <a:pt x="3882885" y="623752"/>
                  <a:pt x="3883498" y="624367"/>
                  <a:pt x="3883498" y="624367"/>
                </a:cubicBezTo>
                <a:lnTo>
                  <a:pt x="3891800" y="638739"/>
                </a:lnTo>
                <a:cubicBezTo>
                  <a:pt x="3892030" y="639047"/>
                  <a:pt x="3891800" y="639892"/>
                  <a:pt x="3891800" y="639892"/>
                </a:cubicBezTo>
                <a:lnTo>
                  <a:pt x="3883498" y="654263"/>
                </a:lnTo>
                <a:cubicBezTo>
                  <a:pt x="3883268" y="654649"/>
                  <a:pt x="3882885" y="654879"/>
                  <a:pt x="3882499" y="654879"/>
                </a:cubicBezTo>
                <a:lnTo>
                  <a:pt x="3865898" y="654879"/>
                </a:lnTo>
                <a:cubicBezTo>
                  <a:pt x="3865515" y="654879"/>
                  <a:pt x="3864900" y="654263"/>
                  <a:pt x="3864900" y="654263"/>
                </a:cubicBezTo>
                <a:lnTo>
                  <a:pt x="3856600" y="639892"/>
                </a:lnTo>
                <a:cubicBezTo>
                  <a:pt x="3856368" y="639584"/>
                  <a:pt x="3856600" y="638739"/>
                  <a:pt x="3856600" y="638739"/>
                </a:cubicBezTo>
                <a:lnTo>
                  <a:pt x="3864900" y="624367"/>
                </a:lnTo>
                <a:cubicBezTo>
                  <a:pt x="3865130" y="623982"/>
                  <a:pt x="3865515" y="623752"/>
                  <a:pt x="3865898" y="623752"/>
                </a:cubicBezTo>
                <a:close/>
                <a:moveTo>
                  <a:pt x="2858875" y="622370"/>
                </a:moveTo>
                <a:lnTo>
                  <a:pt x="2876936" y="622370"/>
                </a:lnTo>
                <a:cubicBezTo>
                  <a:pt x="2877397" y="622370"/>
                  <a:pt x="2877780" y="622600"/>
                  <a:pt x="2878010" y="622985"/>
                </a:cubicBezTo>
                <a:lnTo>
                  <a:pt x="2887003" y="638663"/>
                </a:lnTo>
                <a:cubicBezTo>
                  <a:pt x="2887234" y="639047"/>
                  <a:pt x="2887234" y="639586"/>
                  <a:pt x="2887003" y="639969"/>
                </a:cubicBezTo>
                <a:lnTo>
                  <a:pt x="2877934" y="655647"/>
                </a:lnTo>
                <a:cubicBezTo>
                  <a:pt x="2877702" y="656033"/>
                  <a:pt x="2877319" y="656263"/>
                  <a:pt x="2876857" y="656263"/>
                </a:cubicBezTo>
                <a:lnTo>
                  <a:pt x="2858797" y="656263"/>
                </a:lnTo>
                <a:cubicBezTo>
                  <a:pt x="2858336" y="656263"/>
                  <a:pt x="2857952" y="656033"/>
                  <a:pt x="2857721" y="655647"/>
                </a:cubicBezTo>
                <a:lnTo>
                  <a:pt x="2848730" y="639969"/>
                </a:lnTo>
                <a:cubicBezTo>
                  <a:pt x="2848499" y="639586"/>
                  <a:pt x="2848499" y="639047"/>
                  <a:pt x="2848730" y="638663"/>
                </a:cubicBezTo>
                <a:lnTo>
                  <a:pt x="2857799" y="622985"/>
                </a:lnTo>
                <a:cubicBezTo>
                  <a:pt x="2858028" y="622600"/>
                  <a:pt x="2858413" y="622370"/>
                  <a:pt x="2858875" y="622370"/>
                </a:cubicBezTo>
                <a:close/>
                <a:moveTo>
                  <a:pt x="1943766" y="621831"/>
                </a:moveTo>
                <a:lnTo>
                  <a:pt x="1962442" y="621831"/>
                </a:lnTo>
                <a:cubicBezTo>
                  <a:pt x="1962903" y="621831"/>
                  <a:pt x="1963364" y="622139"/>
                  <a:pt x="1963594" y="622522"/>
                </a:cubicBezTo>
                <a:lnTo>
                  <a:pt x="1972893" y="638661"/>
                </a:lnTo>
                <a:cubicBezTo>
                  <a:pt x="1973125" y="639047"/>
                  <a:pt x="1973125" y="639584"/>
                  <a:pt x="1972893" y="639969"/>
                </a:cubicBezTo>
                <a:lnTo>
                  <a:pt x="1963518" y="656109"/>
                </a:lnTo>
                <a:cubicBezTo>
                  <a:pt x="1963286" y="656570"/>
                  <a:pt x="1962825" y="656800"/>
                  <a:pt x="1962364" y="656800"/>
                </a:cubicBezTo>
                <a:lnTo>
                  <a:pt x="1943688" y="656800"/>
                </a:lnTo>
                <a:cubicBezTo>
                  <a:pt x="1943227" y="656800"/>
                  <a:pt x="1942767" y="656492"/>
                  <a:pt x="1942536" y="656109"/>
                </a:cubicBezTo>
                <a:lnTo>
                  <a:pt x="1933237" y="639969"/>
                </a:lnTo>
                <a:cubicBezTo>
                  <a:pt x="1933007" y="639584"/>
                  <a:pt x="1933007" y="639047"/>
                  <a:pt x="1933237" y="638661"/>
                </a:cubicBezTo>
                <a:lnTo>
                  <a:pt x="1942613" y="622522"/>
                </a:lnTo>
                <a:cubicBezTo>
                  <a:pt x="1942843" y="622061"/>
                  <a:pt x="1943304" y="621831"/>
                  <a:pt x="1943766" y="621831"/>
                </a:cubicBezTo>
                <a:close/>
                <a:moveTo>
                  <a:pt x="5602890" y="621677"/>
                </a:moveTo>
                <a:lnTo>
                  <a:pt x="5621719" y="621677"/>
                </a:lnTo>
                <a:cubicBezTo>
                  <a:pt x="5622180" y="621677"/>
                  <a:pt x="5622642" y="621985"/>
                  <a:pt x="5622871" y="622368"/>
                </a:cubicBezTo>
                <a:lnTo>
                  <a:pt x="5632248" y="638661"/>
                </a:lnTo>
                <a:cubicBezTo>
                  <a:pt x="5632478" y="639047"/>
                  <a:pt x="5632478" y="639584"/>
                  <a:pt x="5632248" y="639969"/>
                </a:cubicBezTo>
                <a:lnTo>
                  <a:pt x="5622871" y="656263"/>
                </a:lnTo>
                <a:cubicBezTo>
                  <a:pt x="5622642" y="656722"/>
                  <a:pt x="5622180" y="656954"/>
                  <a:pt x="5621719" y="656954"/>
                </a:cubicBezTo>
                <a:lnTo>
                  <a:pt x="5602890" y="656954"/>
                </a:lnTo>
                <a:cubicBezTo>
                  <a:pt x="5602428" y="656954"/>
                  <a:pt x="5601967" y="656646"/>
                  <a:pt x="5601737" y="656263"/>
                </a:cubicBezTo>
                <a:lnTo>
                  <a:pt x="5592360" y="639969"/>
                </a:lnTo>
                <a:cubicBezTo>
                  <a:pt x="5592130" y="639584"/>
                  <a:pt x="5592130" y="639047"/>
                  <a:pt x="5592360" y="638661"/>
                </a:cubicBezTo>
                <a:lnTo>
                  <a:pt x="5601737" y="622368"/>
                </a:lnTo>
                <a:cubicBezTo>
                  <a:pt x="5601967" y="621907"/>
                  <a:pt x="5602428" y="621677"/>
                  <a:pt x="5602890" y="621677"/>
                </a:cubicBezTo>
                <a:close/>
                <a:moveTo>
                  <a:pt x="5053840" y="621370"/>
                </a:moveTo>
                <a:lnTo>
                  <a:pt x="5072977" y="621370"/>
                </a:lnTo>
                <a:cubicBezTo>
                  <a:pt x="5073439" y="621370"/>
                  <a:pt x="5073900" y="621677"/>
                  <a:pt x="5074130" y="622061"/>
                </a:cubicBezTo>
                <a:lnTo>
                  <a:pt x="5083660" y="638585"/>
                </a:lnTo>
                <a:cubicBezTo>
                  <a:pt x="5083890" y="639047"/>
                  <a:pt x="5083890" y="639584"/>
                  <a:pt x="5083660" y="639969"/>
                </a:cubicBezTo>
                <a:lnTo>
                  <a:pt x="5074130" y="656492"/>
                </a:lnTo>
                <a:cubicBezTo>
                  <a:pt x="5073900" y="656954"/>
                  <a:pt x="5073439" y="657183"/>
                  <a:pt x="5072977" y="657183"/>
                </a:cubicBezTo>
                <a:lnTo>
                  <a:pt x="5053840" y="657183"/>
                </a:lnTo>
                <a:cubicBezTo>
                  <a:pt x="5053379" y="657183"/>
                  <a:pt x="5052918" y="656876"/>
                  <a:pt x="5052688" y="656492"/>
                </a:cubicBezTo>
                <a:lnTo>
                  <a:pt x="5043157" y="639969"/>
                </a:lnTo>
                <a:cubicBezTo>
                  <a:pt x="5042928" y="639508"/>
                  <a:pt x="5042928" y="638969"/>
                  <a:pt x="5043157" y="638585"/>
                </a:cubicBezTo>
                <a:lnTo>
                  <a:pt x="5052688" y="622061"/>
                </a:lnTo>
                <a:cubicBezTo>
                  <a:pt x="5052918" y="621599"/>
                  <a:pt x="5053379" y="621370"/>
                  <a:pt x="5053840" y="621370"/>
                </a:cubicBezTo>
                <a:close/>
                <a:moveTo>
                  <a:pt x="5511047" y="620832"/>
                </a:moveTo>
                <a:lnTo>
                  <a:pt x="5530723" y="620832"/>
                </a:lnTo>
                <a:cubicBezTo>
                  <a:pt x="5531260" y="620832"/>
                  <a:pt x="5531721" y="621062"/>
                  <a:pt x="5531953" y="621523"/>
                </a:cubicBezTo>
                <a:lnTo>
                  <a:pt x="5541790" y="638585"/>
                </a:lnTo>
                <a:cubicBezTo>
                  <a:pt x="5542019" y="638971"/>
                  <a:pt x="5542019" y="639508"/>
                  <a:pt x="5541790" y="639969"/>
                </a:cubicBezTo>
                <a:lnTo>
                  <a:pt x="5531953" y="657031"/>
                </a:lnTo>
                <a:cubicBezTo>
                  <a:pt x="5531643" y="657415"/>
                  <a:pt x="5531182" y="657723"/>
                  <a:pt x="5530723" y="657723"/>
                </a:cubicBezTo>
                <a:lnTo>
                  <a:pt x="5511047" y="657723"/>
                </a:lnTo>
                <a:cubicBezTo>
                  <a:pt x="5510510" y="657723"/>
                  <a:pt x="5510048" y="657493"/>
                  <a:pt x="5509818" y="657031"/>
                </a:cubicBezTo>
                <a:lnTo>
                  <a:pt x="5499980" y="639969"/>
                </a:lnTo>
                <a:cubicBezTo>
                  <a:pt x="5499750" y="639584"/>
                  <a:pt x="5499750" y="639047"/>
                  <a:pt x="5499980" y="638585"/>
                </a:cubicBezTo>
                <a:lnTo>
                  <a:pt x="5509818" y="621523"/>
                </a:lnTo>
                <a:cubicBezTo>
                  <a:pt x="5510124" y="621140"/>
                  <a:pt x="5510587" y="620832"/>
                  <a:pt x="5511047" y="620832"/>
                </a:cubicBezTo>
                <a:close/>
                <a:moveTo>
                  <a:pt x="4962075" y="620679"/>
                </a:moveTo>
                <a:lnTo>
                  <a:pt x="4981903" y="620679"/>
                </a:lnTo>
                <a:cubicBezTo>
                  <a:pt x="4982441" y="620679"/>
                  <a:pt x="4982902" y="620908"/>
                  <a:pt x="4983134" y="621370"/>
                </a:cubicBezTo>
                <a:lnTo>
                  <a:pt x="4993048" y="638585"/>
                </a:lnTo>
                <a:cubicBezTo>
                  <a:pt x="4993277" y="638971"/>
                  <a:pt x="4993277" y="639508"/>
                  <a:pt x="4993048" y="639969"/>
                </a:cubicBezTo>
                <a:lnTo>
                  <a:pt x="4983134" y="657185"/>
                </a:lnTo>
                <a:cubicBezTo>
                  <a:pt x="4982826" y="657569"/>
                  <a:pt x="4982365" y="657876"/>
                  <a:pt x="4981903" y="657876"/>
                </a:cubicBezTo>
                <a:lnTo>
                  <a:pt x="4962075" y="657876"/>
                </a:lnTo>
                <a:cubicBezTo>
                  <a:pt x="4961538" y="657876"/>
                  <a:pt x="4961077" y="657645"/>
                  <a:pt x="4960845" y="657185"/>
                </a:cubicBezTo>
                <a:lnTo>
                  <a:pt x="4950931" y="639969"/>
                </a:lnTo>
                <a:cubicBezTo>
                  <a:pt x="4950701" y="639584"/>
                  <a:pt x="4950701" y="639047"/>
                  <a:pt x="4950931" y="638585"/>
                </a:cubicBezTo>
                <a:lnTo>
                  <a:pt x="4960845" y="621370"/>
                </a:lnTo>
                <a:cubicBezTo>
                  <a:pt x="4961153" y="620986"/>
                  <a:pt x="4961614" y="620679"/>
                  <a:pt x="4962075" y="620679"/>
                </a:cubicBezTo>
                <a:close/>
                <a:moveTo>
                  <a:pt x="4047276" y="620679"/>
                </a:moveTo>
                <a:lnTo>
                  <a:pt x="4067105" y="620679"/>
                </a:lnTo>
                <a:cubicBezTo>
                  <a:pt x="4067642" y="620679"/>
                  <a:pt x="4068103" y="620908"/>
                  <a:pt x="4068334" y="621370"/>
                </a:cubicBezTo>
                <a:lnTo>
                  <a:pt x="4078248" y="638585"/>
                </a:lnTo>
                <a:cubicBezTo>
                  <a:pt x="4078478" y="638971"/>
                  <a:pt x="4078478" y="639508"/>
                  <a:pt x="4078248" y="639969"/>
                </a:cubicBezTo>
                <a:lnTo>
                  <a:pt x="4068334" y="657185"/>
                </a:lnTo>
                <a:cubicBezTo>
                  <a:pt x="4068027" y="657569"/>
                  <a:pt x="4067565" y="657876"/>
                  <a:pt x="4067105" y="657876"/>
                </a:cubicBezTo>
                <a:lnTo>
                  <a:pt x="4047276" y="657876"/>
                </a:lnTo>
                <a:cubicBezTo>
                  <a:pt x="4046737" y="657876"/>
                  <a:pt x="4046277" y="657645"/>
                  <a:pt x="4046046" y="657185"/>
                </a:cubicBezTo>
                <a:lnTo>
                  <a:pt x="4036131" y="639969"/>
                </a:lnTo>
                <a:cubicBezTo>
                  <a:pt x="4035902" y="639584"/>
                  <a:pt x="4035902" y="639047"/>
                  <a:pt x="4036131" y="638585"/>
                </a:cubicBezTo>
                <a:lnTo>
                  <a:pt x="4046046" y="621370"/>
                </a:lnTo>
                <a:cubicBezTo>
                  <a:pt x="4046353" y="620986"/>
                  <a:pt x="4046814" y="620679"/>
                  <a:pt x="4047276" y="620679"/>
                </a:cubicBezTo>
                <a:close/>
                <a:moveTo>
                  <a:pt x="3132399" y="620679"/>
                </a:moveTo>
                <a:lnTo>
                  <a:pt x="3152227" y="620679"/>
                </a:lnTo>
                <a:cubicBezTo>
                  <a:pt x="3152764" y="620679"/>
                  <a:pt x="3153225" y="620908"/>
                  <a:pt x="3153457" y="621370"/>
                </a:cubicBezTo>
                <a:lnTo>
                  <a:pt x="3163371" y="638585"/>
                </a:lnTo>
                <a:cubicBezTo>
                  <a:pt x="3163601" y="638971"/>
                  <a:pt x="3163601" y="639508"/>
                  <a:pt x="3163371" y="639969"/>
                </a:cubicBezTo>
                <a:lnTo>
                  <a:pt x="3153457" y="657185"/>
                </a:lnTo>
                <a:cubicBezTo>
                  <a:pt x="3153150" y="657569"/>
                  <a:pt x="3152688" y="657876"/>
                  <a:pt x="3152227" y="657876"/>
                </a:cubicBezTo>
                <a:lnTo>
                  <a:pt x="3132399" y="657876"/>
                </a:lnTo>
                <a:cubicBezTo>
                  <a:pt x="3131861" y="657876"/>
                  <a:pt x="3131400" y="657645"/>
                  <a:pt x="3131168" y="657185"/>
                </a:cubicBezTo>
                <a:lnTo>
                  <a:pt x="3121254" y="639969"/>
                </a:lnTo>
                <a:cubicBezTo>
                  <a:pt x="3121024" y="639584"/>
                  <a:pt x="3121024" y="639047"/>
                  <a:pt x="3121254" y="638585"/>
                </a:cubicBezTo>
                <a:lnTo>
                  <a:pt x="3131168" y="621370"/>
                </a:lnTo>
                <a:cubicBezTo>
                  <a:pt x="3131476" y="620986"/>
                  <a:pt x="3131937" y="620679"/>
                  <a:pt x="3132399" y="620679"/>
                </a:cubicBezTo>
                <a:close/>
                <a:moveTo>
                  <a:pt x="3955664" y="620525"/>
                </a:moveTo>
                <a:lnTo>
                  <a:pt x="3975647" y="620525"/>
                </a:lnTo>
                <a:cubicBezTo>
                  <a:pt x="3976186" y="620525"/>
                  <a:pt x="3976647" y="620754"/>
                  <a:pt x="3976877" y="621216"/>
                </a:cubicBezTo>
                <a:lnTo>
                  <a:pt x="3986869" y="638585"/>
                </a:lnTo>
                <a:cubicBezTo>
                  <a:pt x="3987098" y="638969"/>
                  <a:pt x="3987098" y="639508"/>
                  <a:pt x="3986869" y="639969"/>
                </a:cubicBezTo>
                <a:lnTo>
                  <a:pt x="3976877" y="657337"/>
                </a:lnTo>
                <a:cubicBezTo>
                  <a:pt x="3976647" y="657723"/>
                  <a:pt x="3976108" y="658030"/>
                  <a:pt x="3975647" y="658030"/>
                </a:cubicBezTo>
                <a:lnTo>
                  <a:pt x="3955664" y="658030"/>
                </a:lnTo>
                <a:cubicBezTo>
                  <a:pt x="3955127" y="658030"/>
                  <a:pt x="3954666" y="657798"/>
                  <a:pt x="3954434" y="657337"/>
                </a:cubicBezTo>
                <a:lnTo>
                  <a:pt x="3944444" y="639969"/>
                </a:lnTo>
                <a:cubicBezTo>
                  <a:pt x="3944214" y="639584"/>
                  <a:pt x="3944214" y="639047"/>
                  <a:pt x="3944444" y="638585"/>
                </a:cubicBezTo>
                <a:lnTo>
                  <a:pt x="3954434" y="621216"/>
                </a:lnTo>
                <a:cubicBezTo>
                  <a:pt x="3954666" y="620832"/>
                  <a:pt x="3955203" y="620525"/>
                  <a:pt x="3955664" y="620525"/>
                </a:cubicBezTo>
                <a:close/>
                <a:moveTo>
                  <a:pt x="3498303" y="620525"/>
                </a:moveTo>
                <a:lnTo>
                  <a:pt x="3518285" y="620525"/>
                </a:lnTo>
                <a:cubicBezTo>
                  <a:pt x="3518825" y="620525"/>
                  <a:pt x="3519285" y="620754"/>
                  <a:pt x="3519515" y="621216"/>
                </a:cubicBezTo>
                <a:lnTo>
                  <a:pt x="3529507" y="638585"/>
                </a:lnTo>
                <a:cubicBezTo>
                  <a:pt x="3529737" y="638969"/>
                  <a:pt x="3529737" y="639508"/>
                  <a:pt x="3529507" y="639969"/>
                </a:cubicBezTo>
                <a:lnTo>
                  <a:pt x="3519515" y="657337"/>
                </a:lnTo>
                <a:cubicBezTo>
                  <a:pt x="3519285" y="657723"/>
                  <a:pt x="3518746" y="658030"/>
                  <a:pt x="3518285" y="658030"/>
                </a:cubicBezTo>
                <a:lnTo>
                  <a:pt x="3498303" y="658030"/>
                </a:lnTo>
                <a:cubicBezTo>
                  <a:pt x="3497766" y="658030"/>
                  <a:pt x="3497304" y="657798"/>
                  <a:pt x="3497072" y="657337"/>
                </a:cubicBezTo>
                <a:lnTo>
                  <a:pt x="3487083" y="639969"/>
                </a:lnTo>
                <a:cubicBezTo>
                  <a:pt x="3486853" y="639584"/>
                  <a:pt x="3486853" y="639047"/>
                  <a:pt x="3487083" y="638585"/>
                </a:cubicBezTo>
                <a:lnTo>
                  <a:pt x="3497072" y="621216"/>
                </a:lnTo>
                <a:cubicBezTo>
                  <a:pt x="3497304" y="620832"/>
                  <a:pt x="3497841" y="620525"/>
                  <a:pt x="3498303" y="620525"/>
                </a:cubicBezTo>
                <a:close/>
                <a:moveTo>
                  <a:pt x="3589606" y="620295"/>
                </a:moveTo>
                <a:lnTo>
                  <a:pt x="3609896" y="620295"/>
                </a:lnTo>
                <a:cubicBezTo>
                  <a:pt x="3610357" y="620295"/>
                  <a:pt x="3610896" y="620525"/>
                  <a:pt x="3611127" y="620986"/>
                </a:cubicBezTo>
                <a:lnTo>
                  <a:pt x="3621272" y="638585"/>
                </a:lnTo>
                <a:cubicBezTo>
                  <a:pt x="3621502" y="639047"/>
                  <a:pt x="3621502" y="639586"/>
                  <a:pt x="3621272" y="640047"/>
                </a:cubicBezTo>
                <a:lnTo>
                  <a:pt x="3611127" y="657647"/>
                </a:lnTo>
                <a:cubicBezTo>
                  <a:pt x="3610896" y="658030"/>
                  <a:pt x="3610435" y="658338"/>
                  <a:pt x="3609896" y="658338"/>
                </a:cubicBezTo>
                <a:lnTo>
                  <a:pt x="3589606" y="658338"/>
                </a:lnTo>
                <a:cubicBezTo>
                  <a:pt x="3589147" y="658338"/>
                  <a:pt x="3588609" y="658108"/>
                  <a:pt x="3588378" y="657647"/>
                </a:cubicBezTo>
                <a:lnTo>
                  <a:pt x="3578233" y="640047"/>
                </a:lnTo>
                <a:cubicBezTo>
                  <a:pt x="3578003" y="639586"/>
                  <a:pt x="3578003" y="639047"/>
                  <a:pt x="3578233" y="638585"/>
                </a:cubicBezTo>
                <a:lnTo>
                  <a:pt x="3588378" y="620986"/>
                </a:lnTo>
                <a:cubicBezTo>
                  <a:pt x="3588609" y="620603"/>
                  <a:pt x="3589069" y="620295"/>
                  <a:pt x="3589606" y="620295"/>
                </a:cubicBezTo>
                <a:close/>
                <a:moveTo>
                  <a:pt x="5418131" y="618142"/>
                </a:moveTo>
                <a:lnTo>
                  <a:pt x="5440649" y="618142"/>
                </a:lnTo>
                <a:cubicBezTo>
                  <a:pt x="5441186" y="618142"/>
                  <a:pt x="5441724" y="618450"/>
                  <a:pt x="5442031" y="618911"/>
                </a:cubicBezTo>
                <a:lnTo>
                  <a:pt x="5453329" y="638432"/>
                </a:lnTo>
                <a:cubicBezTo>
                  <a:pt x="5453637" y="638969"/>
                  <a:pt x="5453637" y="639584"/>
                  <a:pt x="5453329" y="640045"/>
                </a:cubicBezTo>
                <a:lnTo>
                  <a:pt x="5442031" y="659566"/>
                </a:lnTo>
                <a:cubicBezTo>
                  <a:pt x="5441724" y="660027"/>
                  <a:pt x="5441186" y="660335"/>
                  <a:pt x="5440649" y="660335"/>
                </a:cubicBezTo>
                <a:lnTo>
                  <a:pt x="5418131" y="660335"/>
                </a:lnTo>
                <a:cubicBezTo>
                  <a:pt x="5417594" y="660335"/>
                  <a:pt x="5417054" y="660027"/>
                  <a:pt x="5416747" y="659566"/>
                </a:cubicBezTo>
                <a:lnTo>
                  <a:pt x="5405449" y="640045"/>
                </a:lnTo>
                <a:cubicBezTo>
                  <a:pt x="5405144" y="639508"/>
                  <a:pt x="5405144" y="638893"/>
                  <a:pt x="5405449" y="638432"/>
                </a:cubicBezTo>
                <a:lnTo>
                  <a:pt x="5416747" y="618911"/>
                </a:lnTo>
                <a:cubicBezTo>
                  <a:pt x="5417054" y="618450"/>
                  <a:pt x="5417594" y="618142"/>
                  <a:pt x="5418131" y="618142"/>
                </a:cubicBezTo>
                <a:close/>
                <a:moveTo>
                  <a:pt x="5235140" y="618142"/>
                </a:moveTo>
                <a:lnTo>
                  <a:pt x="5257659" y="618142"/>
                </a:lnTo>
                <a:cubicBezTo>
                  <a:pt x="5258196" y="618142"/>
                  <a:pt x="5258735" y="618450"/>
                  <a:pt x="5259040" y="618911"/>
                </a:cubicBezTo>
                <a:lnTo>
                  <a:pt x="5270338" y="638432"/>
                </a:lnTo>
                <a:cubicBezTo>
                  <a:pt x="5270646" y="638969"/>
                  <a:pt x="5270646" y="639584"/>
                  <a:pt x="5270338" y="640045"/>
                </a:cubicBezTo>
                <a:lnTo>
                  <a:pt x="5259040" y="659566"/>
                </a:lnTo>
                <a:cubicBezTo>
                  <a:pt x="5258735" y="660027"/>
                  <a:pt x="5258196" y="660335"/>
                  <a:pt x="5257659" y="660335"/>
                </a:cubicBezTo>
                <a:lnTo>
                  <a:pt x="5235140" y="660335"/>
                </a:lnTo>
                <a:cubicBezTo>
                  <a:pt x="5234601" y="660335"/>
                  <a:pt x="5234063" y="660027"/>
                  <a:pt x="5233756" y="659566"/>
                </a:cubicBezTo>
                <a:lnTo>
                  <a:pt x="5222458" y="640045"/>
                </a:lnTo>
                <a:cubicBezTo>
                  <a:pt x="5222152" y="639508"/>
                  <a:pt x="5222152" y="638893"/>
                  <a:pt x="5222458" y="638432"/>
                </a:cubicBezTo>
                <a:lnTo>
                  <a:pt x="5233756" y="618911"/>
                </a:lnTo>
                <a:cubicBezTo>
                  <a:pt x="5234063" y="618450"/>
                  <a:pt x="5234601" y="618142"/>
                  <a:pt x="5235140" y="618142"/>
                </a:cubicBezTo>
                <a:close/>
                <a:moveTo>
                  <a:pt x="4777085" y="617066"/>
                </a:moveTo>
                <a:lnTo>
                  <a:pt x="4800834" y="617066"/>
                </a:lnTo>
                <a:cubicBezTo>
                  <a:pt x="4801449" y="617066"/>
                  <a:pt x="4801986" y="617373"/>
                  <a:pt x="4802294" y="617910"/>
                </a:cubicBezTo>
                <a:lnTo>
                  <a:pt x="4814129" y="638508"/>
                </a:lnTo>
                <a:cubicBezTo>
                  <a:pt x="4814437" y="639047"/>
                  <a:pt x="4814437" y="639660"/>
                  <a:pt x="4814129" y="640199"/>
                </a:cubicBezTo>
                <a:lnTo>
                  <a:pt x="4802218" y="660796"/>
                </a:lnTo>
                <a:cubicBezTo>
                  <a:pt x="4801911" y="661334"/>
                  <a:pt x="4801371" y="661641"/>
                  <a:pt x="4800756" y="661641"/>
                </a:cubicBezTo>
                <a:lnTo>
                  <a:pt x="4777009" y="661641"/>
                </a:lnTo>
                <a:cubicBezTo>
                  <a:pt x="4776394" y="661641"/>
                  <a:pt x="4775855" y="661334"/>
                  <a:pt x="4775549" y="660796"/>
                </a:cubicBezTo>
                <a:lnTo>
                  <a:pt x="4763712" y="640199"/>
                </a:lnTo>
                <a:cubicBezTo>
                  <a:pt x="4763406" y="639660"/>
                  <a:pt x="4763406" y="639047"/>
                  <a:pt x="4763712" y="638508"/>
                </a:cubicBezTo>
                <a:lnTo>
                  <a:pt x="4775625" y="617910"/>
                </a:lnTo>
                <a:cubicBezTo>
                  <a:pt x="4775933" y="617373"/>
                  <a:pt x="4776470" y="617066"/>
                  <a:pt x="4777085" y="617066"/>
                </a:cubicBezTo>
                <a:close/>
                <a:moveTo>
                  <a:pt x="2307058" y="616912"/>
                </a:moveTo>
                <a:lnTo>
                  <a:pt x="2330958" y="616912"/>
                </a:lnTo>
                <a:cubicBezTo>
                  <a:pt x="2331573" y="616912"/>
                  <a:pt x="2332112" y="617219"/>
                  <a:pt x="2332418" y="617757"/>
                </a:cubicBezTo>
                <a:lnTo>
                  <a:pt x="2344331" y="638432"/>
                </a:lnTo>
                <a:cubicBezTo>
                  <a:pt x="2344639" y="638969"/>
                  <a:pt x="2344639" y="639584"/>
                  <a:pt x="2344331" y="640121"/>
                </a:cubicBezTo>
                <a:lnTo>
                  <a:pt x="2332342" y="660796"/>
                </a:lnTo>
                <a:cubicBezTo>
                  <a:pt x="2332035" y="661334"/>
                  <a:pt x="2331497" y="661641"/>
                  <a:pt x="2330882" y="661641"/>
                </a:cubicBezTo>
                <a:lnTo>
                  <a:pt x="2306980" y="661641"/>
                </a:lnTo>
                <a:cubicBezTo>
                  <a:pt x="2306365" y="661641"/>
                  <a:pt x="2305828" y="661334"/>
                  <a:pt x="2305520" y="660796"/>
                </a:cubicBezTo>
                <a:lnTo>
                  <a:pt x="2293607" y="640121"/>
                </a:lnTo>
                <a:cubicBezTo>
                  <a:pt x="2293301" y="639584"/>
                  <a:pt x="2293301" y="638969"/>
                  <a:pt x="2293607" y="638432"/>
                </a:cubicBezTo>
                <a:lnTo>
                  <a:pt x="2305596" y="617757"/>
                </a:lnTo>
                <a:cubicBezTo>
                  <a:pt x="2305903" y="617219"/>
                  <a:pt x="2306443" y="616912"/>
                  <a:pt x="2307058" y="616912"/>
                </a:cubicBezTo>
                <a:close/>
                <a:moveTo>
                  <a:pt x="4868159" y="616221"/>
                </a:moveTo>
                <a:lnTo>
                  <a:pt x="4892830" y="616221"/>
                </a:lnTo>
                <a:cubicBezTo>
                  <a:pt x="4893444" y="616221"/>
                  <a:pt x="4894059" y="616528"/>
                  <a:pt x="4894366" y="617066"/>
                </a:cubicBezTo>
                <a:lnTo>
                  <a:pt x="4906663" y="638432"/>
                </a:lnTo>
                <a:cubicBezTo>
                  <a:pt x="4906971" y="638969"/>
                  <a:pt x="4906971" y="639662"/>
                  <a:pt x="4906663" y="640199"/>
                </a:cubicBezTo>
                <a:lnTo>
                  <a:pt x="4894366" y="661565"/>
                </a:lnTo>
                <a:cubicBezTo>
                  <a:pt x="4893983" y="662102"/>
                  <a:pt x="4893444" y="662410"/>
                  <a:pt x="4892830" y="662410"/>
                </a:cubicBezTo>
                <a:lnTo>
                  <a:pt x="4868159" y="662410"/>
                </a:lnTo>
                <a:cubicBezTo>
                  <a:pt x="4867544" y="662410"/>
                  <a:pt x="4866931" y="662102"/>
                  <a:pt x="4866621" y="661565"/>
                </a:cubicBezTo>
                <a:lnTo>
                  <a:pt x="4854326" y="640199"/>
                </a:lnTo>
                <a:cubicBezTo>
                  <a:pt x="4854017" y="639662"/>
                  <a:pt x="4854017" y="638969"/>
                  <a:pt x="4854326" y="638432"/>
                </a:cubicBezTo>
                <a:lnTo>
                  <a:pt x="4866621" y="617066"/>
                </a:lnTo>
                <a:cubicBezTo>
                  <a:pt x="4867007" y="616528"/>
                  <a:pt x="4867544" y="616221"/>
                  <a:pt x="4868159" y="616221"/>
                </a:cubicBezTo>
                <a:close/>
                <a:moveTo>
                  <a:pt x="4685014" y="615759"/>
                </a:moveTo>
                <a:lnTo>
                  <a:pt x="4710069" y="615759"/>
                </a:lnTo>
                <a:cubicBezTo>
                  <a:pt x="4710684" y="615759"/>
                  <a:pt x="4711299" y="616143"/>
                  <a:pt x="4711607" y="616682"/>
                </a:cubicBezTo>
                <a:lnTo>
                  <a:pt x="4724136" y="638432"/>
                </a:lnTo>
                <a:cubicBezTo>
                  <a:pt x="4724441" y="638969"/>
                  <a:pt x="4724441" y="639662"/>
                  <a:pt x="4724136" y="640199"/>
                </a:cubicBezTo>
                <a:lnTo>
                  <a:pt x="4711607" y="661949"/>
                </a:lnTo>
                <a:cubicBezTo>
                  <a:pt x="4711299" y="662564"/>
                  <a:pt x="4710684" y="662871"/>
                  <a:pt x="4710069" y="662871"/>
                </a:cubicBezTo>
                <a:lnTo>
                  <a:pt x="4685014" y="662871"/>
                </a:lnTo>
                <a:cubicBezTo>
                  <a:pt x="4684402" y="662871"/>
                  <a:pt x="4683786" y="662488"/>
                  <a:pt x="4683478" y="661949"/>
                </a:cubicBezTo>
                <a:lnTo>
                  <a:pt x="4670952" y="640199"/>
                </a:lnTo>
                <a:cubicBezTo>
                  <a:pt x="4670643" y="639662"/>
                  <a:pt x="4670643" y="638969"/>
                  <a:pt x="4670952" y="638432"/>
                </a:cubicBezTo>
                <a:lnTo>
                  <a:pt x="4683478" y="616682"/>
                </a:lnTo>
                <a:cubicBezTo>
                  <a:pt x="4683786" y="616067"/>
                  <a:pt x="4684402" y="615759"/>
                  <a:pt x="4685014" y="615759"/>
                </a:cubicBezTo>
                <a:close/>
                <a:moveTo>
                  <a:pt x="4318341" y="614529"/>
                </a:moveTo>
                <a:lnTo>
                  <a:pt x="4344780" y="614529"/>
                </a:lnTo>
                <a:cubicBezTo>
                  <a:pt x="4345471" y="614529"/>
                  <a:pt x="4346086" y="614913"/>
                  <a:pt x="4346394" y="615452"/>
                </a:cubicBezTo>
                <a:lnTo>
                  <a:pt x="4359613" y="638354"/>
                </a:lnTo>
                <a:cubicBezTo>
                  <a:pt x="4359921" y="638891"/>
                  <a:pt x="4359921" y="639660"/>
                  <a:pt x="4359613" y="640199"/>
                </a:cubicBezTo>
                <a:lnTo>
                  <a:pt x="4346394" y="663101"/>
                </a:lnTo>
                <a:cubicBezTo>
                  <a:pt x="4346086" y="663638"/>
                  <a:pt x="4345471" y="664024"/>
                  <a:pt x="4344780" y="664024"/>
                </a:cubicBezTo>
                <a:lnTo>
                  <a:pt x="4318341" y="664024"/>
                </a:lnTo>
                <a:cubicBezTo>
                  <a:pt x="4317650" y="664024"/>
                  <a:pt x="4317035" y="663638"/>
                  <a:pt x="4316728" y="663101"/>
                </a:cubicBezTo>
                <a:lnTo>
                  <a:pt x="4303510" y="640199"/>
                </a:lnTo>
                <a:cubicBezTo>
                  <a:pt x="4303201" y="639660"/>
                  <a:pt x="4303201" y="638891"/>
                  <a:pt x="4303510" y="638354"/>
                </a:cubicBezTo>
                <a:lnTo>
                  <a:pt x="4316728" y="615452"/>
                </a:lnTo>
                <a:cubicBezTo>
                  <a:pt x="4317035" y="614913"/>
                  <a:pt x="4317650" y="614529"/>
                  <a:pt x="4318341" y="614529"/>
                </a:cubicBezTo>
                <a:close/>
                <a:moveTo>
                  <a:pt x="4592404" y="613838"/>
                </a:moveTo>
                <a:lnTo>
                  <a:pt x="4619612" y="613838"/>
                </a:lnTo>
                <a:cubicBezTo>
                  <a:pt x="4620303" y="613838"/>
                  <a:pt x="4620918" y="614222"/>
                  <a:pt x="4621302" y="614837"/>
                </a:cubicBezTo>
                <a:lnTo>
                  <a:pt x="4634907" y="638354"/>
                </a:lnTo>
                <a:cubicBezTo>
                  <a:pt x="4635290" y="638969"/>
                  <a:pt x="4635290" y="639662"/>
                  <a:pt x="4634907" y="640275"/>
                </a:cubicBezTo>
                <a:lnTo>
                  <a:pt x="4621302" y="663794"/>
                </a:lnTo>
                <a:cubicBezTo>
                  <a:pt x="4620918" y="664409"/>
                  <a:pt x="4620303" y="664793"/>
                  <a:pt x="4619612" y="664793"/>
                </a:cubicBezTo>
                <a:lnTo>
                  <a:pt x="4592404" y="664793"/>
                </a:lnTo>
                <a:cubicBezTo>
                  <a:pt x="4591713" y="664793"/>
                  <a:pt x="4591098" y="664409"/>
                  <a:pt x="4590715" y="663794"/>
                </a:cubicBezTo>
                <a:lnTo>
                  <a:pt x="4577112" y="640275"/>
                </a:lnTo>
                <a:cubicBezTo>
                  <a:pt x="4576726" y="639662"/>
                  <a:pt x="4576726" y="638969"/>
                  <a:pt x="4577112" y="638354"/>
                </a:cubicBezTo>
                <a:lnTo>
                  <a:pt x="4590715" y="614837"/>
                </a:lnTo>
                <a:cubicBezTo>
                  <a:pt x="4591098" y="614222"/>
                  <a:pt x="4591713" y="613838"/>
                  <a:pt x="4592404" y="613838"/>
                </a:cubicBezTo>
                <a:close/>
                <a:moveTo>
                  <a:pt x="5141224" y="613684"/>
                </a:moveTo>
                <a:lnTo>
                  <a:pt x="5168586" y="613684"/>
                </a:lnTo>
                <a:cubicBezTo>
                  <a:pt x="5169276" y="613684"/>
                  <a:pt x="5169891" y="614068"/>
                  <a:pt x="5170275" y="614683"/>
                </a:cubicBezTo>
                <a:lnTo>
                  <a:pt x="5183956" y="638354"/>
                </a:lnTo>
                <a:cubicBezTo>
                  <a:pt x="5184339" y="638969"/>
                  <a:pt x="5184339" y="639662"/>
                  <a:pt x="5183956" y="640275"/>
                </a:cubicBezTo>
                <a:lnTo>
                  <a:pt x="5170275" y="663948"/>
                </a:lnTo>
                <a:cubicBezTo>
                  <a:pt x="5169891" y="664563"/>
                  <a:pt x="5169276" y="664946"/>
                  <a:pt x="5168586" y="664946"/>
                </a:cubicBezTo>
                <a:lnTo>
                  <a:pt x="5141224" y="664946"/>
                </a:lnTo>
                <a:cubicBezTo>
                  <a:pt x="5140533" y="664946"/>
                  <a:pt x="5139917" y="664563"/>
                  <a:pt x="5139532" y="663948"/>
                </a:cubicBezTo>
                <a:lnTo>
                  <a:pt x="5125853" y="640275"/>
                </a:lnTo>
                <a:cubicBezTo>
                  <a:pt x="5125468" y="639662"/>
                  <a:pt x="5125468" y="638969"/>
                  <a:pt x="5125853" y="638354"/>
                </a:cubicBezTo>
                <a:lnTo>
                  <a:pt x="5139532" y="614683"/>
                </a:lnTo>
                <a:cubicBezTo>
                  <a:pt x="5139917" y="614068"/>
                  <a:pt x="5140533" y="613684"/>
                  <a:pt x="5141224" y="613684"/>
                </a:cubicBezTo>
                <a:close/>
                <a:moveTo>
                  <a:pt x="4409337" y="613684"/>
                </a:moveTo>
                <a:lnTo>
                  <a:pt x="4436698" y="613684"/>
                </a:lnTo>
                <a:cubicBezTo>
                  <a:pt x="4437391" y="613684"/>
                  <a:pt x="4438005" y="614068"/>
                  <a:pt x="4438389" y="614683"/>
                </a:cubicBezTo>
                <a:lnTo>
                  <a:pt x="4452069" y="638354"/>
                </a:lnTo>
                <a:cubicBezTo>
                  <a:pt x="4452453" y="638969"/>
                  <a:pt x="4452453" y="639662"/>
                  <a:pt x="4452069" y="640275"/>
                </a:cubicBezTo>
                <a:lnTo>
                  <a:pt x="4438389" y="663948"/>
                </a:lnTo>
                <a:cubicBezTo>
                  <a:pt x="4438005" y="664563"/>
                  <a:pt x="4437391" y="664946"/>
                  <a:pt x="4436698" y="664946"/>
                </a:cubicBezTo>
                <a:lnTo>
                  <a:pt x="4409337" y="664946"/>
                </a:lnTo>
                <a:cubicBezTo>
                  <a:pt x="4408646" y="664946"/>
                  <a:pt x="4408031" y="664563"/>
                  <a:pt x="4407648" y="663948"/>
                </a:cubicBezTo>
                <a:lnTo>
                  <a:pt x="4393967" y="640275"/>
                </a:lnTo>
                <a:cubicBezTo>
                  <a:pt x="4393582" y="639662"/>
                  <a:pt x="4393582" y="638969"/>
                  <a:pt x="4393967" y="638354"/>
                </a:cubicBezTo>
                <a:lnTo>
                  <a:pt x="4407648" y="614683"/>
                </a:lnTo>
                <a:cubicBezTo>
                  <a:pt x="4408031" y="614068"/>
                  <a:pt x="4408646" y="613684"/>
                  <a:pt x="4409337" y="613684"/>
                </a:cubicBezTo>
                <a:close/>
                <a:moveTo>
                  <a:pt x="4226347" y="613531"/>
                </a:moveTo>
                <a:lnTo>
                  <a:pt x="4253860" y="613531"/>
                </a:lnTo>
                <a:cubicBezTo>
                  <a:pt x="4254551" y="613531"/>
                  <a:pt x="4255166" y="613914"/>
                  <a:pt x="4255550" y="614529"/>
                </a:cubicBezTo>
                <a:lnTo>
                  <a:pt x="4269308" y="638354"/>
                </a:lnTo>
                <a:cubicBezTo>
                  <a:pt x="4269692" y="638893"/>
                  <a:pt x="4269692" y="639662"/>
                  <a:pt x="4269308" y="640275"/>
                </a:cubicBezTo>
                <a:lnTo>
                  <a:pt x="4255550" y="664102"/>
                </a:lnTo>
                <a:cubicBezTo>
                  <a:pt x="4255166" y="664717"/>
                  <a:pt x="4254551" y="665100"/>
                  <a:pt x="4253860" y="665100"/>
                </a:cubicBezTo>
                <a:lnTo>
                  <a:pt x="4226347" y="665100"/>
                </a:lnTo>
                <a:cubicBezTo>
                  <a:pt x="4225653" y="665100"/>
                  <a:pt x="4225038" y="664717"/>
                  <a:pt x="4224655" y="664102"/>
                </a:cubicBezTo>
                <a:lnTo>
                  <a:pt x="4210898" y="640275"/>
                </a:lnTo>
                <a:cubicBezTo>
                  <a:pt x="4210513" y="639738"/>
                  <a:pt x="4210513" y="638969"/>
                  <a:pt x="4210898" y="638354"/>
                </a:cubicBezTo>
                <a:lnTo>
                  <a:pt x="4224655" y="614529"/>
                </a:lnTo>
                <a:cubicBezTo>
                  <a:pt x="4225038" y="613914"/>
                  <a:pt x="4225653" y="613531"/>
                  <a:pt x="4226347" y="613531"/>
                </a:cubicBezTo>
                <a:close/>
                <a:moveTo>
                  <a:pt x="4134276" y="612454"/>
                </a:moveTo>
                <a:lnTo>
                  <a:pt x="4162941" y="612454"/>
                </a:lnTo>
                <a:cubicBezTo>
                  <a:pt x="4163710" y="612454"/>
                  <a:pt x="4164325" y="612838"/>
                  <a:pt x="4164711" y="613453"/>
                </a:cubicBezTo>
                <a:lnTo>
                  <a:pt x="4179005" y="638278"/>
                </a:lnTo>
                <a:cubicBezTo>
                  <a:pt x="4179388" y="638893"/>
                  <a:pt x="4179388" y="639660"/>
                  <a:pt x="4179005" y="640275"/>
                </a:cubicBezTo>
                <a:lnTo>
                  <a:pt x="4164633" y="665100"/>
                </a:lnTo>
                <a:cubicBezTo>
                  <a:pt x="4164249" y="665715"/>
                  <a:pt x="4163556" y="666099"/>
                  <a:pt x="4162866" y="666099"/>
                </a:cubicBezTo>
                <a:lnTo>
                  <a:pt x="4134198" y="666099"/>
                </a:lnTo>
                <a:cubicBezTo>
                  <a:pt x="4133431" y="666099"/>
                  <a:pt x="4132816" y="665715"/>
                  <a:pt x="4132430" y="665100"/>
                </a:cubicBezTo>
                <a:lnTo>
                  <a:pt x="4118137" y="640275"/>
                </a:lnTo>
                <a:cubicBezTo>
                  <a:pt x="4117751" y="639660"/>
                  <a:pt x="4117751" y="638893"/>
                  <a:pt x="4118137" y="638278"/>
                </a:cubicBezTo>
                <a:lnTo>
                  <a:pt x="4132508" y="613453"/>
                </a:lnTo>
                <a:cubicBezTo>
                  <a:pt x="4132892" y="612838"/>
                  <a:pt x="4133584" y="612454"/>
                  <a:pt x="4134276" y="612454"/>
                </a:cubicBezTo>
                <a:close/>
                <a:moveTo>
                  <a:pt x="4499487" y="611148"/>
                </a:moveTo>
                <a:lnTo>
                  <a:pt x="4529537" y="611148"/>
                </a:lnTo>
                <a:cubicBezTo>
                  <a:pt x="4530306" y="611148"/>
                  <a:pt x="4530999" y="611609"/>
                  <a:pt x="4531382" y="612224"/>
                </a:cubicBezTo>
                <a:lnTo>
                  <a:pt x="4546369" y="638200"/>
                </a:lnTo>
                <a:cubicBezTo>
                  <a:pt x="4546753" y="638893"/>
                  <a:pt x="4546753" y="639738"/>
                  <a:pt x="4546369" y="640353"/>
                </a:cubicBezTo>
                <a:lnTo>
                  <a:pt x="4531382" y="666330"/>
                </a:lnTo>
                <a:cubicBezTo>
                  <a:pt x="4530999" y="667021"/>
                  <a:pt x="4530306" y="667405"/>
                  <a:pt x="4529537" y="667405"/>
                </a:cubicBezTo>
                <a:lnTo>
                  <a:pt x="4499487" y="667405"/>
                </a:lnTo>
                <a:cubicBezTo>
                  <a:pt x="4498718" y="667405"/>
                  <a:pt x="4498027" y="666944"/>
                  <a:pt x="4497643" y="666330"/>
                </a:cubicBezTo>
                <a:lnTo>
                  <a:pt x="4482657" y="640353"/>
                </a:lnTo>
                <a:cubicBezTo>
                  <a:pt x="4482271" y="639662"/>
                  <a:pt x="4482271" y="638815"/>
                  <a:pt x="4482657" y="638200"/>
                </a:cubicBezTo>
                <a:lnTo>
                  <a:pt x="4497643" y="612224"/>
                </a:lnTo>
                <a:cubicBezTo>
                  <a:pt x="4498027" y="611531"/>
                  <a:pt x="4498718" y="611148"/>
                  <a:pt x="4499487" y="611148"/>
                </a:cubicBezTo>
                <a:close/>
                <a:moveTo>
                  <a:pt x="2212448" y="611148"/>
                </a:moveTo>
                <a:lnTo>
                  <a:pt x="2242498" y="611148"/>
                </a:lnTo>
                <a:cubicBezTo>
                  <a:pt x="2243267" y="611148"/>
                  <a:pt x="2243958" y="611609"/>
                  <a:pt x="2244344" y="612224"/>
                </a:cubicBezTo>
                <a:lnTo>
                  <a:pt x="2259331" y="638200"/>
                </a:lnTo>
                <a:cubicBezTo>
                  <a:pt x="2259714" y="638893"/>
                  <a:pt x="2259714" y="639738"/>
                  <a:pt x="2259331" y="640353"/>
                </a:cubicBezTo>
                <a:lnTo>
                  <a:pt x="2244344" y="666330"/>
                </a:lnTo>
                <a:cubicBezTo>
                  <a:pt x="2243958" y="667021"/>
                  <a:pt x="2243267" y="667405"/>
                  <a:pt x="2242498" y="667405"/>
                </a:cubicBezTo>
                <a:lnTo>
                  <a:pt x="2212448" y="667405"/>
                </a:lnTo>
                <a:cubicBezTo>
                  <a:pt x="2211680" y="667405"/>
                  <a:pt x="2210989" y="666944"/>
                  <a:pt x="2210605" y="666330"/>
                </a:cubicBezTo>
                <a:lnTo>
                  <a:pt x="2195618" y="640353"/>
                </a:lnTo>
                <a:cubicBezTo>
                  <a:pt x="2195233" y="639662"/>
                  <a:pt x="2195233" y="638815"/>
                  <a:pt x="2195618" y="638200"/>
                </a:cubicBezTo>
                <a:lnTo>
                  <a:pt x="2210605" y="612224"/>
                </a:lnTo>
                <a:cubicBezTo>
                  <a:pt x="2210989" y="611531"/>
                  <a:pt x="2211680" y="611148"/>
                  <a:pt x="2212448" y="611148"/>
                </a:cubicBezTo>
                <a:close/>
                <a:moveTo>
                  <a:pt x="5320063" y="605845"/>
                </a:moveTo>
                <a:lnTo>
                  <a:pt x="5355724" y="605845"/>
                </a:lnTo>
                <a:cubicBezTo>
                  <a:pt x="5356569" y="605845"/>
                  <a:pt x="5357415" y="606307"/>
                  <a:pt x="5357875" y="607076"/>
                </a:cubicBezTo>
                <a:lnTo>
                  <a:pt x="5375706" y="637970"/>
                </a:lnTo>
                <a:cubicBezTo>
                  <a:pt x="5376168" y="638739"/>
                  <a:pt x="5376168" y="639738"/>
                  <a:pt x="5375706" y="640507"/>
                </a:cubicBezTo>
                <a:lnTo>
                  <a:pt x="5357875" y="671403"/>
                </a:lnTo>
                <a:cubicBezTo>
                  <a:pt x="5357415" y="672170"/>
                  <a:pt x="5356645" y="672632"/>
                  <a:pt x="5355724" y="672632"/>
                </a:cubicBezTo>
                <a:lnTo>
                  <a:pt x="5320063" y="672632"/>
                </a:lnTo>
                <a:cubicBezTo>
                  <a:pt x="5319218" y="672632"/>
                  <a:pt x="5318373" y="672170"/>
                  <a:pt x="5317912" y="671403"/>
                </a:cubicBezTo>
                <a:lnTo>
                  <a:pt x="5300081" y="640507"/>
                </a:lnTo>
                <a:cubicBezTo>
                  <a:pt x="5299619" y="639738"/>
                  <a:pt x="5299619" y="638739"/>
                  <a:pt x="5300081" y="637970"/>
                </a:cubicBezTo>
                <a:lnTo>
                  <a:pt x="5317912" y="607076"/>
                </a:lnTo>
                <a:cubicBezTo>
                  <a:pt x="5318373" y="606307"/>
                  <a:pt x="5319140" y="605845"/>
                  <a:pt x="5320063" y="605845"/>
                </a:cubicBezTo>
                <a:close/>
                <a:moveTo>
                  <a:pt x="2682183" y="554813"/>
                </a:moveTo>
                <a:lnTo>
                  <a:pt x="2687718" y="554813"/>
                </a:lnTo>
                <a:cubicBezTo>
                  <a:pt x="2687793" y="554813"/>
                  <a:pt x="2688025" y="555043"/>
                  <a:pt x="2688025" y="555043"/>
                </a:cubicBezTo>
                <a:lnTo>
                  <a:pt x="2690791" y="559808"/>
                </a:lnTo>
                <a:cubicBezTo>
                  <a:pt x="2690791" y="559886"/>
                  <a:pt x="2690791" y="560194"/>
                  <a:pt x="2690791" y="560194"/>
                </a:cubicBezTo>
                <a:lnTo>
                  <a:pt x="2688025" y="564959"/>
                </a:lnTo>
                <a:cubicBezTo>
                  <a:pt x="2687947" y="565189"/>
                  <a:pt x="2687718" y="565189"/>
                  <a:pt x="2687718" y="565189"/>
                </a:cubicBezTo>
                <a:lnTo>
                  <a:pt x="2682183" y="565189"/>
                </a:lnTo>
                <a:cubicBezTo>
                  <a:pt x="2682108" y="565189"/>
                  <a:pt x="2681877" y="564959"/>
                  <a:pt x="2681877" y="564959"/>
                </a:cubicBezTo>
                <a:lnTo>
                  <a:pt x="2679109" y="560194"/>
                </a:lnTo>
                <a:cubicBezTo>
                  <a:pt x="2679109" y="560116"/>
                  <a:pt x="2679109" y="559808"/>
                  <a:pt x="2679109" y="559808"/>
                </a:cubicBezTo>
                <a:lnTo>
                  <a:pt x="2681877" y="555043"/>
                </a:lnTo>
                <a:cubicBezTo>
                  <a:pt x="2681953" y="554813"/>
                  <a:pt x="2682183" y="554813"/>
                  <a:pt x="2682183" y="554813"/>
                </a:cubicBezTo>
                <a:close/>
                <a:moveTo>
                  <a:pt x="2041295" y="553968"/>
                </a:moveTo>
                <a:lnTo>
                  <a:pt x="2047750" y="553968"/>
                </a:lnTo>
                <a:cubicBezTo>
                  <a:pt x="2047904" y="553968"/>
                  <a:pt x="2048133" y="554198"/>
                  <a:pt x="2048133" y="554198"/>
                </a:cubicBezTo>
                <a:lnTo>
                  <a:pt x="2051363" y="559732"/>
                </a:lnTo>
                <a:cubicBezTo>
                  <a:pt x="2051439" y="559886"/>
                  <a:pt x="2051363" y="560194"/>
                  <a:pt x="2051363" y="560194"/>
                </a:cubicBezTo>
                <a:lnTo>
                  <a:pt x="2048133" y="565728"/>
                </a:lnTo>
                <a:cubicBezTo>
                  <a:pt x="2048057" y="565881"/>
                  <a:pt x="2047750" y="565957"/>
                  <a:pt x="2047750" y="565957"/>
                </a:cubicBezTo>
                <a:lnTo>
                  <a:pt x="2041295" y="565957"/>
                </a:lnTo>
                <a:cubicBezTo>
                  <a:pt x="2041139" y="565957"/>
                  <a:pt x="2040909" y="565728"/>
                  <a:pt x="2040909" y="565728"/>
                </a:cubicBezTo>
                <a:lnTo>
                  <a:pt x="2037682" y="560194"/>
                </a:lnTo>
                <a:cubicBezTo>
                  <a:pt x="2037604" y="560040"/>
                  <a:pt x="2037682" y="559732"/>
                  <a:pt x="2037682" y="559732"/>
                </a:cubicBezTo>
                <a:lnTo>
                  <a:pt x="2040909" y="554198"/>
                </a:lnTo>
                <a:cubicBezTo>
                  <a:pt x="2040987" y="554044"/>
                  <a:pt x="2041295" y="553968"/>
                  <a:pt x="2041295" y="553968"/>
                </a:cubicBezTo>
                <a:close/>
                <a:moveTo>
                  <a:pt x="3413533" y="553892"/>
                </a:moveTo>
                <a:lnTo>
                  <a:pt x="3420065" y="553892"/>
                </a:lnTo>
                <a:cubicBezTo>
                  <a:pt x="3420218" y="553892"/>
                  <a:pt x="3420448" y="554122"/>
                  <a:pt x="3420448" y="554122"/>
                </a:cubicBezTo>
                <a:lnTo>
                  <a:pt x="3423753" y="559810"/>
                </a:lnTo>
                <a:cubicBezTo>
                  <a:pt x="3423831" y="559964"/>
                  <a:pt x="3423753" y="560271"/>
                  <a:pt x="3423753" y="560271"/>
                </a:cubicBezTo>
                <a:lnTo>
                  <a:pt x="3420448" y="565959"/>
                </a:lnTo>
                <a:cubicBezTo>
                  <a:pt x="3420372" y="566113"/>
                  <a:pt x="3420065" y="566189"/>
                  <a:pt x="3420065" y="566189"/>
                </a:cubicBezTo>
                <a:lnTo>
                  <a:pt x="3413533" y="566189"/>
                </a:lnTo>
                <a:cubicBezTo>
                  <a:pt x="3413378" y="566189"/>
                  <a:pt x="3413148" y="565959"/>
                  <a:pt x="3413148" y="565959"/>
                </a:cubicBezTo>
                <a:lnTo>
                  <a:pt x="3409843" y="560271"/>
                </a:lnTo>
                <a:cubicBezTo>
                  <a:pt x="3409765" y="560118"/>
                  <a:pt x="3409843" y="559810"/>
                  <a:pt x="3409843" y="559810"/>
                </a:cubicBezTo>
                <a:lnTo>
                  <a:pt x="3413148" y="554122"/>
                </a:lnTo>
                <a:cubicBezTo>
                  <a:pt x="3413224" y="553970"/>
                  <a:pt x="3413533" y="553892"/>
                  <a:pt x="3413533" y="553892"/>
                </a:cubicBezTo>
                <a:close/>
                <a:moveTo>
                  <a:pt x="3046551" y="552047"/>
                </a:moveTo>
                <a:lnTo>
                  <a:pt x="3055082" y="552047"/>
                </a:lnTo>
                <a:cubicBezTo>
                  <a:pt x="3055313" y="552047"/>
                  <a:pt x="3055620" y="552355"/>
                  <a:pt x="3055620" y="552355"/>
                </a:cubicBezTo>
                <a:lnTo>
                  <a:pt x="3059846" y="559732"/>
                </a:lnTo>
                <a:cubicBezTo>
                  <a:pt x="3059924" y="559964"/>
                  <a:pt x="3059846" y="560347"/>
                  <a:pt x="3059846" y="560347"/>
                </a:cubicBezTo>
                <a:lnTo>
                  <a:pt x="3055620" y="567725"/>
                </a:lnTo>
                <a:cubicBezTo>
                  <a:pt x="3055467" y="567879"/>
                  <a:pt x="3055082" y="568033"/>
                  <a:pt x="3055082" y="568033"/>
                </a:cubicBezTo>
                <a:lnTo>
                  <a:pt x="3046551" y="568033"/>
                </a:lnTo>
                <a:cubicBezTo>
                  <a:pt x="3046321" y="568033"/>
                  <a:pt x="3046013" y="567725"/>
                  <a:pt x="3046013" y="567725"/>
                </a:cubicBezTo>
                <a:lnTo>
                  <a:pt x="3041786" y="560347"/>
                </a:lnTo>
                <a:cubicBezTo>
                  <a:pt x="3041708" y="560116"/>
                  <a:pt x="3041786" y="559732"/>
                  <a:pt x="3041786" y="559732"/>
                </a:cubicBezTo>
                <a:lnTo>
                  <a:pt x="3046013" y="552355"/>
                </a:lnTo>
                <a:cubicBezTo>
                  <a:pt x="3046166" y="552201"/>
                  <a:pt x="3046551" y="552047"/>
                  <a:pt x="3046551" y="552047"/>
                </a:cubicBezTo>
                <a:close/>
                <a:moveTo>
                  <a:pt x="2771411" y="550665"/>
                </a:moveTo>
                <a:lnTo>
                  <a:pt x="2781403" y="550665"/>
                </a:lnTo>
                <a:cubicBezTo>
                  <a:pt x="2781633" y="550665"/>
                  <a:pt x="2782019" y="551048"/>
                  <a:pt x="2782019" y="551048"/>
                </a:cubicBezTo>
                <a:lnTo>
                  <a:pt x="2787014" y="559734"/>
                </a:lnTo>
                <a:cubicBezTo>
                  <a:pt x="2787167" y="559964"/>
                  <a:pt x="2787014" y="560425"/>
                  <a:pt x="2787014" y="560425"/>
                </a:cubicBezTo>
                <a:lnTo>
                  <a:pt x="2782019" y="569109"/>
                </a:lnTo>
                <a:cubicBezTo>
                  <a:pt x="2781864" y="569341"/>
                  <a:pt x="2781403" y="569494"/>
                  <a:pt x="2781403" y="569494"/>
                </a:cubicBezTo>
                <a:lnTo>
                  <a:pt x="2771411" y="569494"/>
                </a:lnTo>
                <a:cubicBezTo>
                  <a:pt x="2771182" y="569494"/>
                  <a:pt x="2770796" y="569109"/>
                  <a:pt x="2770796" y="569109"/>
                </a:cubicBezTo>
                <a:lnTo>
                  <a:pt x="2765801" y="560425"/>
                </a:lnTo>
                <a:cubicBezTo>
                  <a:pt x="2765648" y="560195"/>
                  <a:pt x="2765801" y="559734"/>
                  <a:pt x="2765801" y="559734"/>
                </a:cubicBezTo>
                <a:lnTo>
                  <a:pt x="2770796" y="551048"/>
                </a:lnTo>
                <a:cubicBezTo>
                  <a:pt x="2770951" y="550819"/>
                  <a:pt x="2771411" y="550665"/>
                  <a:pt x="2771411" y="550665"/>
                </a:cubicBezTo>
                <a:close/>
                <a:moveTo>
                  <a:pt x="5972329" y="548819"/>
                </a:moveTo>
                <a:lnTo>
                  <a:pt x="5984242" y="548819"/>
                </a:lnTo>
                <a:cubicBezTo>
                  <a:pt x="5984472" y="548819"/>
                  <a:pt x="5984933" y="549203"/>
                  <a:pt x="5984933" y="549203"/>
                </a:cubicBezTo>
                <a:lnTo>
                  <a:pt x="5990928" y="559578"/>
                </a:lnTo>
                <a:cubicBezTo>
                  <a:pt x="5991082" y="559810"/>
                  <a:pt x="5990928" y="560425"/>
                  <a:pt x="5990928" y="560425"/>
                </a:cubicBezTo>
                <a:lnTo>
                  <a:pt x="5984933" y="570801"/>
                </a:lnTo>
                <a:cubicBezTo>
                  <a:pt x="5984779" y="571030"/>
                  <a:pt x="5984242" y="571184"/>
                  <a:pt x="5984242" y="571184"/>
                </a:cubicBezTo>
                <a:lnTo>
                  <a:pt x="5972329" y="571184"/>
                </a:lnTo>
                <a:cubicBezTo>
                  <a:pt x="5972097" y="571184"/>
                  <a:pt x="5971638" y="570801"/>
                  <a:pt x="5971638" y="570801"/>
                </a:cubicBezTo>
                <a:lnTo>
                  <a:pt x="5965642" y="560425"/>
                </a:lnTo>
                <a:cubicBezTo>
                  <a:pt x="5965488" y="560194"/>
                  <a:pt x="5965642" y="559578"/>
                  <a:pt x="5965642" y="559578"/>
                </a:cubicBezTo>
                <a:lnTo>
                  <a:pt x="5971638" y="549203"/>
                </a:lnTo>
                <a:cubicBezTo>
                  <a:pt x="5971791" y="548973"/>
                  <a:pt x="5972329" y="548819"/>
                  <a:pt x="5972329" y="548819"/>
                </a:cubicBezTo>
                <a:close/>
                <a:moveTo>
                  <a:pt x="2587500" y="548819"/>
                </a:moveTo>
                <a:lnTo>
                  <a:pt x="2599411" y="548819"/>
                </a:lnTo>
                <a:cubicBezTo>
                  <a:pt x="2599643" y="548819"/>
                  <a:pt x="2600104" y="549203"/>
                  <a:pt x="2600104" y="549203"/>
                </a:cubicBezTo>
                <a:lnTo>
                  <a:pt x="2606098" y="559578"/>
                </a:lnTo>
                <a:cubicBezTo>
                  <a:pt x="2606252" y="559810"/>
                  <a:pt x="2606098" y="560425"/>
                  <a:pt x="2606098" y="560425"/>
                </a:cubicBezTo>
                <a:lnTo>
                  <a:pt x="2600104" y="570801"/>
                </a:lnTo>
                <a:cubicBezTo>
                  <a:pt x="2599950" y="571030"/>
                  <a:pt x="2599411" y="571184"/>
                  <a:pt x="2599411" y="571184"/>
                </a:cubicBezTo>
                <a:lnTo>
                  <a:pt x="2587500" y="571184"/>
                </a:lnTo>
                <a:cubicBezTo>
                  <a:pt x="2587270" y="571184"/>
                  <a:pt x="2586807" y="570801"/>
                  <a:pt x="2586807" y="570801"/>
                </a:cubicBezTo>
                <a:lnTo>
                  <a:pt x="2580813" y="560425"/>
                </a:lnTo>
                <a:cubicBezTo>
                  <a:pt x="2580660" y="560194"/>
                  <a:pt x="2580813" y="559578"/>
                  <a:pt x="2580813" y="559578"/>
                </a:cubicBezTo>
                <a:lnTo>
                  <a:pt x="2586807" y="549203"/>
                </a:lnTo>
                <a:cubicBezTo>
                  <a:pt x="2586961" y="548973"/>
                  <a:pt x="2587500" y="548819"/>
                  <a:pt x="2587500" y="548819"/>
                </a:cubicBezTo>
                <a:close/>
                <a:moveTo>
                  <a:pt x="3959429" y="548282"/>
                </a:moveTo>
                <a:lnTo>
                  <a:pt x="3971958" y="548282"/>
                </a:lnTo>
                <a:cubicBezTo>
                  <a:pt x="3972265" y="548282"/>
                  <a:pt x="3972725" y="548744"/>
                  <a:pt x="3972725" y="548744"/>
                </a:cubicBezTo>
                <a:lnTo>
                  <a:pt x="3979028" y="559580"/>
                </a:lnTo>
                <a:cubicBezTo>
                  <a:pt x="3979181" y="559888"/>
                  <a:pt x="3979028" y="560503"/>
                  <a:pt x="3979028" y="560503"/>
                </a:cubicBezTo>
                <a:lnTo>
                  <a:pt x="3972725" y="571338"/>
                </a:lnTo>
                <a:cubicBezTo>
                  <a:pt x="3972573" y="571645"/>
                  <a:pt x="3971958" y="571799"/>
                  <a:pt x="3971958" y="571799"/>
                </a:cubicBezTo>
                <a:lnTo>
                  <a:pt x="3959429" y="571799"/>
                </a:lnTo>
                <a:cubicBezTo>
                  <a:pt x="3959122" y="571799"/>
                  <a:pt x="3958661" y="571338"/>
                  <a:pt x="3958661" y="571338"/>
                </a:cubicBezTo>
                <a:lnTo>
                  <a:pt x="3952359" y="560503"/>
                </a:lnTo>
                <a:cubicBezTo>
                  <a:pt x="3952205" y="560195"/>
                  <a:pt x="3952359" y="559580"/>
                  <a:pt x="3952359" y="559580"/>
                </a:cubicBezTo>
                <a:lnTo>
                  <a:pt x="3958661" y="548744"/>
                </a:lnTo>
                <a:cubicBezTo>
                  <a:pt x="3958814" y="548436"/>
                  <a:pt x="3959429" y="548282"/>
                  <a:pt x="3959429" y="548282"/>
                </a:cubicBezTo>
                <a:close/>
                <a:moveTo>
                  <a:pt x="1946764" y="548128"/>
                </a:moveTo>
                <a:lnTo>
                  <a:pt x="1959444" y="548128"/>
                </a:lnTo>
                <a:cubicBezTo>
                  <a:pt x="1959751" y="548128"/>
                  <a:pt x="1960213" y="548590"/>
                  <a:pt x="1960213" y="548590"/>
                </a:cubicBezTo>
                <a:lnTo>
                  <a:pt x="1966592" y="559580"/>
                </a:lnTo>
                <a:cubicBezTo>
                  <a:pt x="1966746" y="559888"/>
                  <a:pt x="1966592" y="560503"/>
                  <a:pt x="1966592" y="560503"/>
                </a:cubicBezTo>
                <a:lnTo>
                  <a:pt x="1960213" y="571492"/>
                </a:lnTo>
                <a:cubicBezTo>
                  <a:pt x="1960059" y="571799"/>
                  <a:pt x="1959444" y="571953"/>
                  <a:pt x="1959444" y="571953"/>
                </a:cubicBezTo>
                <a:lnTo>
                  <a:pt x="1946764" y="571953"/>
                </a:lnTo>
                <a:cubicBezTo>
                  <a:pt x="1946456" y="571953"/>
                  <a:pt x="1945995" y="571492"/>
                  <a:pt x="1945995" y="571492"/>
                </a:cubicBezTo>
                <a:lnTo>
                  <a:pt x="1939616" y="560503"/>
                </a:lnTo>
                <a:cubicBezTo>
                  <a:pt x="1939462" y="560195"/>
                  <a:pt x="1939616" y="559580"/>
                  <a:pt x="1939616" y="559580"/>
                </a:cubicBezTo>
                <a:lnTo>
                  <a:pt x="1945995" y="548590"/>
                </a:lnTo>
                <a:cubicBezTo>
                  <a:pt x="1946148" y="548282"/>
                  <a:pt x="1946764" y="548128"/>
                  <a:pt x="1946764" y="548128"/>
                </a:cubicBezTo>
                <a:close/>
                <a:moveTo>
                  <a:pt x="5605887" y="547975"/>
                </a:moveTo>
                <a:lnTo>
                  <a:pt x="5618721" y="547975"/>
                </a:lnTo>
                <a:cubicBezTo>
                  <a:pt x="5619029" y="547975"/>
                  <a:pt x="5619488" y="548436"/>
                  <a:pt x="5619488" y="548436"/>
                </a:cubicBezTo>
                <a:lnTo>
                  <a:pt x="5625869" y="559580"/>
                </a:lnTo>
                <a:cubicBezTo>
                  <a:pt x="5626023" y="559888"/>
                  <a:pt x="5625869" y="560501"/>
                  <a:pt x="5625869" y="560501"/>
                </a:cubicBezTo>
                <a:lnTo>
                  <a:pt x="5619413" y="571645"/>
                </a:lnTo>
                <a:cubicBezTo>
                  <a:pt x="5619258" y="571953"/>
                  <a:pt x="5618643" y="572107"/>
                  <a:pt x="5618643" y="572107"/>
                </a:cubicBezTo>
                <a:lnTo>
                  <a:pt x="5605809" y="572107"/>
                </a:lnTo>
                <a:cubicBezTo>
                  <a:pt x="5605502" y="572107"/>
                  <a:pt x="5605040" y="571645"/>
                  <a:pt x="5605040" y="571645"/>
                </a:cubicBezTo>
                <a:lnTo>
                  <a:pt x="5598661" y="560501"/>
                </a:lnTo>
                <a:cubicBezTo>
                  <a:pt x="5598508" y="560195"/>
                  <a:pt x="5598661" y="559580"/>
                  <a:pt x="5598661" y="559580"/>
                </a:cubicBezTo>
                <a:lnTo>
                  <a:pt x="5605116" y="548436"/>
                </a:lnTo>
                <a:cubicBezTo>
                  <a:pt x="5605271" y="548128"/>
                  <a:pt x="5605887" y="547975"/>
                  <a:pt x="5605887" y="547975"/>
                </a:cubicBezTo>
                <a:close/>
                <a:moveTo>
                  <a:pt x="3775979" y="547435"/>
                </a:moveTo>
                <a:lnTo>
                  <a:pt x="3789429" y="547435"/>
                </a:lnTo>
                <a:cubicBezTo>
                  <a:pt x="3789811" y="547435"/>
                  <a:pt x="3790273" y="547897"/>
                  <a:pt x="3790273" y="547897"/>
                </a:cubicBezTo>
                <a:lnTo>
                  <a:pt x="3796959" y="559502"/>
                </a:lnTo>
                <a:cubicBezTo>
                  <a:pt x="3797113" y="559732"/>
                  <a:pt x="3796959" y="560423"/>
                  <a:pt x="3796959" y="560423"/>
                </a:cubicBezTo>
                <a:lnTo>
                  <a:pt x="3790197" y="572029"/>
                </a:lnTo>
                <a:cubicBezTo>
                  <a:pt x="3789965" y="572336"/>
                  <a:pt x="3789351" y="572490"/>
                  <a:pt x="3789351" y="572490"/>
                </a:cubicBezTo>
                <a:lnTo>
                  <a:pt x="3775901" y="572490"/>
                </a:lnTo>
                <a:cubicBezTo>
                  <a:pt x="3775517" y="572490"/>
                  <a:pt x="3775057" y="572029"/>
                  <a:pt x="3775057" y="572029"/>
                </a:cubicBezTo>
                <a:lnTo>
                  <a:pt x="3768369" y="560423"/>
                </a:lnTo>
                <a:cubicBezTo>
                  <a:pt x="3768216" y="560194"/>
                  <a:pt x="3768369" y="559502"/>
                  <a:pt x="3768369" y="559502"/>
                </a:cubicBezTo>
                <a:lnTo>
                  <a:pt x="3775132" y="547897"/>
                </a:lnTo>
                <a:cubicBezTo>
                  <a:pt x="3775364" y="547589"/>
                  <a:pt x="3775979" y="547435"/>
                  <a:pt x="3775979" y="547435"/>
                </a:cubicBezTo>
                <a:close/>
                <a:moveTo>
                  <a:pt x="3591913" y="545360"/>
                </a:moveTo>
                <a:lnTo>
                  <a:pt x="3607591" y="545360"/>
                </a:lnTo>
                <a:cubicBezTo>
                  <a:pt x="3607977" y="545360"/>
                  <a:pt x="3608514" y="545898"/>
                  <a:pt x="3608514" y="545898"/>
                </a:cubicBezTo>
                <a:lnTo>
                  <a:pt x="3616353" y="559502"/>
                </a:lnTo>
                <a:cubicBezTo>
                  <a:pt x="3616583" y="559808"/>
                  <a:pt x="3616353" y="560577"/>
                  <a:pt x="3616353" y="560577"/>
                </a:cubicBezTo>
                <a:lnTo>
                  <a:pt x="3608514" y="574180"/>
                </a:lnTo>
                <a:cubicBezTo>
                  <a:pt x="3608361" y="574487"/>
                  <a:pt x="3607977" y="574719"/>
                  <a:pt x="3607591" y="574719"/>
                </a:cubicBezTo>
                <a:lnTo>
                  <a:pt x="3591913" y="574719"/>
                </a:lnTo>
                <a:cubicBezTo>
                  <a:pt x="3591528" y="574719"/>
                  <a:pt x="3590990" y="574180"/>
                  <a:pt x="3590990" y="574180"/>
                </a:cubicBezTo>
                <a:lnTo>
                  <a:pt x="3583151" y="560577"/>
                </a:lnTo>
                <a:cubicBezTo>
                  <a:pt x="3582922" y="560269"/>
                  <a:pt x="3583151" y="559502"/>
                  <a:pt x="3583151" y="559502"/>
                </a:cubicBezTo>
                <a:lnTo>
                  <a:pt x="3590990" y="545898"/>
                </a:lnTo>
                <a:cubicBezTo>
                  <a:pt x="3591144" y="545590"/>
                  <a:pt x="3591528" y="545360"/>
                  <a:pt x="3591913" y="545360"/>
                </a:cubicBezTo>
                <a:close/>
                <a:moveTo>
                  <a:pt x="2128063" y="545053"/>
                </a:moveTo>
                <a:lnTo>
                  <a:pt x="2144049" y="545053"/>
                </a:lnTo>
                <a:cubicBezTo>
                  <a:pt x="2144434" y="545053"/>
                  <a:pt x="2145049" y="545590"/>
                  <a:pt x="2145049" y="545590"/>
                </a:cubicBezTo>
                <a:lnTo>
                  <a:pt x="2153042" y="559425"/>
                </a:lnTo>
                <a:cubicBezTo>
                  <a:pt x="2153272" y="559808"/>
                  <a:pt x="2153042" y="560577"/>
                  <a:pt x="2153042" y="560577"/>
                </a:cubicBezTo>
                <a:lnTo>
                  <a:pt x="2145049" y="574412"/>
                </a:lnTo>
                <a:cubicBezTo>
                  <a:pt x="2144818" y="574719"/>
                  <a:pt x="2144434" y="574949"/>
                  <a:pt x="2144049" y="574949"/>
                </a:cubicBezTo>
                <a:lnTo>
                  <a:pt x="2128063" y="574949"/>
                </a:lnTo>
                <a:cubicBezTo>
                  <a:pt x="2127680" y="574949"/>
                  <a:pt x="2127065" y="574412"/>
                  <a:pt x="2127065" y="574412"/>
                </a:cubicBezTo>
                <a:lnTo>
                  <a:pt x="2119072" y="560577"/>
                </a:lnTo>
                <a:cubicBezTo>
                  <a:pt x="2118842" y="560194"/>
                  <a:pt x="2119072" y="559425"/>
                  <a:pt x="2119072" y="559425"/>
                </a:cubicBezTo>
                <a:lnTo>
                  <a:pt x="2127065" y="545590"/>
                </a:lnTo>
                <a:cubicBezTo>
                  <a:pt x="2127294" y="545283"/>
                  <a:pt x="2127680" y="545053"/>
                  <a:pt x="2128063" y="545053"/>
                </a:cubicBezTo>
                <a:close/>
                <a:moveTo>
                  <a:pt x="3225316" y="544054"/>
                </a:moveTo>
                <a:lnTo>
                  <a:pt x="3242302" y="544054"/>
                </a:lnTo>
                <a:cubicBezTo>
                  <a:pt x="3242762" y="544054"/>
                  <a:pt x="3243377" y="544669"/>
                  <a:pt x="3243377" y="544669"/>
                </a:cubicBezTo>
                <a:lnTo>
                  <a:pt x="3251909" y="559425"/>
                </a:lnTo>
                <a:cubicBezTo>
                  <a:pt x="3252138" y="559810"/>
                  <a:pt x="3251909" y="560655"/>
                  <a:pt x="3251909" y="560655"/>
                </a:cubicBezTo>
                <a:lnTo>
                  <a:pt x="3243377" y="575410"/>
                </a:lnTo>
                <a:cubicBezTo>
                  <a:pt x="3243147" y="575796"/>
                  <a:pt x="3242762" y="576025"/>
                  <a:pt x="3242302" y="576025"/>
                </a:cubicBezTo>
                <a:lnTo>
                  <a:pt x="3225316" y="576025"/>
                </a:lnTo>
                <a:cubicBezTo>
                  <a:pt x="3224855" y="576025"/>
                  <a:pt x="3224240" y="575410"/>
                  <a:pt x="3224240" y="575410"/>
                </a:cubicBezTo>
                <a:lnTo>
                  <a:pt x="3215709" y="560655"/>
                </a:lnTo>
                <a:cubicBezTo>
                  <a:pt x="3215480" y="560271"/>
                  <a:pt x="3215709" y="559425"/>
                  <a:pt x="3215709" y="559425"/>
                </a:cubicBezTo>
                <a:lnTo>
                  <a:pt x="3224240" y="544669"/>
                </a:lnTo>
                <a:cubicBezTo>
                  <a:pt x="3224471" y="544284"/>
                  <a:pt x="3224855" y="544054"/>
                  <a:pt x="3225316" y="544054"/>
                </a:cubicBezTo>
                <a:close/>
                <a:moveTo>
                  <a:pt x="2310515" y="544054"/>
                </a:moveTo>
                <a:lnTo>
                  <a:pt x="2327499" y="544054"/>
                </a:lnTo>
                <a:cubicBezTo>
                  <a:pt x="2327960" y="544054"/>
                  <a:pt x="2328576" y="544669"/>
                  <a:pt x="2328576" y="544669"/>
                </a:cubicBezTo>
                <a:lnTo>
                  <a:pt x="2337108" y="559425"/>
                </a:lnTo>
                <a:cubicBezTo>
                  <a:pt x="2337337" y="559810"/>
                  <a:pt x="2337108" y="560655"/>
                  <a:pt x="2337108" y="560655"/>
                </a:cubicBezTo>
                <a:lnTo>
                  <a:pt x="2328576" y="575410"/>
                </a:lnTo>
                <a:cubicBezTo>
                  <a:pt x="2328346" y="575796"/>
                  <a:pt x="2327960" y="576025"/>
                  <a:pt x="2327499" y="576025"/>
                </a:cubicBezTo>
                <a:lnTo>
                  <a:pt x="2310515" y="576025"/>
                </a:lnTo>
                <a:cubicBezTo>
                  <a:pt x="2310053" y="576025"/>
                  <a:pt x="2309439" y="575410"/>
                  <a:pt x="2309439" y="575410"/>
                </a:cubicBezTo>
                <a:lnTo>
                  <a:pt x="2300908" y="560655"/>
                </a:lnTo>
                <a:cubicBezTo>
                  <a:pt x="2300677" y="560271"/>
                  <a:pt x="2300908" y="559425"/>
                  <a:pt x="2300908" y="559425"/>
                </a:cubicBezTo>
                <a:lnTo>
                  <a:pt x="2309439" y="544669"/>
                </a:lnTo>
                <a:cubicBezTo>
                  <a:pt x="2309670" y="544284"/>
                  <a:pt x="2310053" y="544054"/>
                  <a:pt x="2310515" y="544054"/>
                </a:cubicBezTo>
                <a:close/>
                <a:moveTo>
                  <a:pt x="5329286" y="543824"/>
                </a:moveTo>
                <a:lnTo>
                  <a:pt x="5346580" y="543824"/>
                </a:lnTo>
                <a:cubicBezTo>
                  <a:pt x="5347039" y="543824"/>
                  <a:pt x="5347654" y="544440"/>
                  <a:pt x="5347654" y="544440"/>
                </a:cubicBezTo>
                <a:lnTo>
                  <a:pt x="5356338" y="559426"/>
                </a:lnTo>
                <a:cubicBezTo>
                  <a:pt x="5356569" y="559810"/>
                  <a:pt x="5356338" y="560655"/>
                  <a:pt x="5356338" y="560655"/>
                </a:cubicBezTo>
                <a:lnTo>
                  <a:pt x="5347654" y="575642"/>
                </a:lnTo>
                <a:cubicBezTo>
                  <a:pt x="5347424" y="576027"/>
                  <a:pt x="5347039" y="576257"/>
                  <a:pt x="5346580" y="576257"/>
                </a:cubicBezTo>
                <a:lnTo>
                  <a:pt x="5329286" y="576257"/>
                </a:lnTo>
                <a:cubicBezTo>
                  <a:pt x="5328824" y="576257"/>
                  <a:pt x="5328211" y="575642"/>
                  <a:pt x="5328211" y="575642"/>
                </a:cubicBezTo>
                <a:lnTo>
                  <a:pt x="5319526" y="560655"/>
                </a:lnTo>
                <a:cubicBezTo>
                  <a:pt x="5319296" y="560271"/>
                  <a:pt x="5319526" y="559426"/>
                  <a:pt x="5319526" y="559426"/>
                </a:cubicBezTo>
                <a:lnTo>
                  <a:pt x="5328211" y="544440"/>
                </a:lnTo>
                <a:cubicBezTo>
                  <a:pt x="5328441" y="544054"/>
                  <a:pt x="5328824" y="543824"/>
                  <a:pt x="5329286" y="543824"/>
                </a:cubicBezTo>
                <a:close/>
                <a:moveTo>
                  <a:pt x="2492969" y="543056"/>
                </a:moveTo>
                <a:lnTo>
                  <a:pt x="2511029" y="543056"/>
                </a:lnTo>
                <a:cubicBezTo>
                  <a:pt x="2511491" y="543056"/>
                  <a:pt x="2511874" y="543285"/>
                  <a:pt x="2512106" y="543671"/>
                </a:cubicBezTo>
                <a:lnTo>
                  <a:pt x="2521097" y="559349"/>
                </a:lnTo>
                <a:cubicBezTo>
                  <a:pt x="2521327" y="559732"/>
                  <a:pt x="2521327" y="560271"/>
                  <a:pt x="2521097" y="560655"/>
                </a:cubicBezTo>
                <a:lnTo>
                  <a:pt x="2512028" y="576333"/>
                </a:lnTo>
                <a:cubicBezTo>
                  <a:pt x="2511798" y="576718"/>
                  <a:pt x="2511413" y="576948"/>
                  <a:pt x="2510952" y="576948"/>
                </a:cubicBezTo>
                <a:lnTo>
                  <a:pt x="2492891" y="576948"/>
                </a:lnTo>
                <a:cubicBezTo>
                  <a:pt x="2492430" y="576948"/>
                  <a:pt x="2492046" y="576718"/>
                  <a:pt x="2491814" y="576333"/>
                </a:cubicBezTo>
                <a:lnTo>
                  <a:pt x="2482823" y="560655"/>
                </a:lnTo>
                <a:cubicBezTo>
                  <a:pt x="2482593" y="560271"/>
                  <a:pt x="2482593" y="559732"/>
                  <a:pt x="2482823" y="559349"/>
                </a:cubicBezTo>
                <a:lnTo>
                  <a:pt x="2491892" y="543671"/>
                </a:lnTo>
                <a:cubicBezTo>
                  <a:pt x="2492122" y="543285"/>
                  <a:pt x="2492507" y="543056"/>
                  <a:pt x="2492969" y="543056"/>
                </a:cubicBezTo>
                <a:close/>
                <a:moveTo>
                  <a:pt x="2950023" y="542516"/>
                </a:moveTo>
                <a:lnTo>
                  <a:pt x="2968698" y="542516"/>
                </a:lnTo>
                <a:cubicBezTo>
                  <a:pt x="2969160" y="542516"/>
                  <a:pt x="2969621" y="542824"/>
                  <a:pt x="2969851" y="543207"/>
                </a:cubicBezTo>
                <a:lnTo>
                  <a:pt x="2979150" y="559347"/>
                </a:lnTo>
                <a:cubicBezTo>
                  <a:pt x="2979381" y="559732"/>
                  <a:pt x="2979381" y="560269"/>
                  <a:pt x="2979150" y="560655"/>
                </a:cubicBezTo>
                <a:lnTo>
                  <a:pt x="2969775" y="576794"/>
                </a:lnTo>
                <a:cubicBezTo>
                  <a:pt x="2969543" y="577256"/>
                  <a:pt x="2969082" y="577485"/>
                  <a:pt x="2968622" y="577485"/>
                </a:cubicBezTo>
                <a:lnTo>
                  <a:pt x="2949945" y="577485"/>
                </a:lnTo>
                <a:cubicBezTo>
                  <a:pt x="2949483" y="577485"/>
                  <a:pt x="2949024" y="577178"/>
                  <a:pt x="2948792" y="576794"/>
                </a:cubicBezTo>
                <a:lnTo>
                  <a:pt x="2939493" y="560655"/>
                </a:lnTo>
                <a:cubicBezTo>
                  <a:pt x="2939264" y="560269"/>
                  <a:pt x="2939264" y="559732"/>
                  <a:pt x="2939493" y="559347"/>
                </a:cubicBezTo>
                <a:lnTo>
                  <a:pt x="2948870" y="543207"/>
                </a:lnTo>
                <a:cubicBezTo>
                  <a:pt x="2949101" y="542748"/>
                  <a:pt x="2949561" y="542516"/>
                  <a:pt x="2950023" y="542516"/>
                </a:cubicBezTo>
                <a:close/>
                <a:moveTo>
                  <a:pt x="5053994" y="542364"/>
                </a:moveTo>
                <a:lnTo>
                  <a:pt x="5072824" y="542364"/>
                </a:lnTo>
                <a:cubicBezTo>
                  <a:pt x="5073285" y="542364"/>
                  <a:pt x="5073746" y="542672"/>
                  <a:pt x="5073977" y="543056"/>
                </a:cubicBezTo>
                <a:lnTo>
                  <a:pt x="5083353" y="559349"/>
                </a:lnTo>
                <a:cubicBezTo>
                  <a:pt x="5083583" y="559734"/>
                  <a:pt x="5083583" y="560271"/>
                  <a:pt x="5083353" y="560657"/>
                </a:cubicBezTo>
                <a:lnTo>
                  <a:pt x="5073977" y="576950"/>
                </a:lnTo>
                <a:cubicBezTo>
                  <a:pt x="5073746" y="577409"/>
                  <a:pt x="5073285" y="577641"/>
                  <a:pt x="5072824" y="577641"/>
                </a:cubicBezTo>
                <a:lnTo>
                  <a:pt x="5053994" y="577641"/>
                </a:lnTo>
                <a:cubicBezTo>
                  <a:pt x="5053533" y="577641"/>
                  <a:pt x="5053071" y="577333"/>
                  <a:pt x="5052842" y="576950"/>
                </a:cubicBezTo>
                <a:lnTo>
                  <a:pt x="5043465" y="560657"/>
                </a:lnTo>
                <a:cubicBezTo>
                  <a:pt x="5043235" y="560271"/>
                  <a:pt x="5043235" y="559734"/>
                  <a:pt x="5043465" y="559349"/>
                </a:cubicBezTo>
                <a:lnTo>
                  <a:pt x="5052842" y="543056"/>
                </a:lnTo>
                <a:cubicBezTo>
                  <a:pt x="5053071" y="542594"/>
                  <a:pt x="5053533" y="542364"/>
                  <a:pt x="5053994" y="542364"/>
                </a:cubicBezTo>
                <a:close/>
                <a:moveTo>
                  <a:pt x="3864208" y="541288"/>
                </a:moveTo>
                <a:lnTo>
                  <a:pt x="3884191" y="541288"/>
                </a:lnTo>
                <a:cubicBezTo>
                  <a:pt x="3884728" y="541288"/>
                  <a:pt x="3885189" y="541518"/>
                  <a:pt x="3885419" y="541979"/>
                </a:cubicBezTo>
                <a:lnTo>
                  <a:pt x="3895411" y="559349"/>
                </a:lnTo>
                <a:cubicBezTo>
                  <a:pt x="3895641" y="559732"/>
                  <a:pt x="3895641" y="560271"/>
                  <a:pt x="3895411" y="560733"/>
                </a:cubicBezTo>
                <a:lnTo>
                  <a:pt x="3885419" y="578100"/>
                </a:lnTo>
                <a:cubicBezTo>
                  <a:pt x="3885189" y="578486"/>
                  <a:pt x="3884650" y="578793"/>
                  <a:pt x="3884191" y="578793"/>
                </a:cubicBezTo>
                <a:lnTo>
                  <a:pt x="3864208" y="578793"/>
                </a:lnTo>
                <a:cubicBezTo>
                  <a:pt x="3863670" y="578793"/>
                  <a:pt x="3863208" y="578562"/>
                  <a:pt x="3862979" y="578100"/>
                </a:cubicBezTo>
                <a:lnTo>
                  <a:pt x="3852987" y="560733"/>
                </a:lnTo>
                <a:cubicBezTo>
                  <a:pt x="3852758" y="560347"/>
                  <a:pt x="3852758" y="559810"/>
                  <a:pt x="3852987" y="559349"/>
                </a:cubicBezTo>
                <a:lnTo>
                  <a:pt x="3862979" y="541979"/>
                </a:lnTo>
                <a:cubicBezTo>
                  <a:pt x="3863208" y="541596"/>
                  <a:pt x="3863746" y="541288"/>
                  <a:pt x="3864208" y="541288"/>
                </a:cubicBezTo>
                <a:close/>
                <a:moveTo>
                  <a:pt x="4961844" y="540980"/>
                </a:moveTo>
                <a:lnTo>
                  <a:pt x="4982134" y="540980"/>
                </a:lnTo>
                <a:cubicBezTo>
                  <a:pt x="4982594" y="540980"/>
                  <a:pt x="4983134" y="541210"/>
                  <a:pt x="4983363" y="541672"/>
                </a:cubicBezTo>
                <a:lnTo>
                  <a:pt x="4993510" y="559273"/>
                </a:lnTo>
                <a:cubicBezTo>
                  <a:pt x="4993739" y="559732"/>
                  <a:pt x="4993739" y="560271"/>
                  <a:pt x="4993510" y="560733"/>
                </a:cubicBezTo>
                <a:lnTo>
                  <a:pt x="4983363" y="578332"/>
                </a:lnTo>
                <a:cubicBezTo>
                  <a:pt x="4983134" y="578715"/>
                  <a:pt x="4982672" y="579023"/>
                  <a:pt x="4982134" y="579023"/>
                </a:cubicBezTo>
                <a:lnTo>
                  <a:pt x="4961844" y="579023"/>
                </a:lnTo>
                <a:cubicBezTo>
                  <a:pt x="4961382" y="579023"/>
                  <a:pt x="4960845" y="578793"/>
                  <a:pt x="4960616" y="578332"/>
                </a:cubicBezTo>
                <a:lnTo>
                  <a:pt x="4950470" y="560733"/>
                </a:lnTo>
                <a:cubicBezTo>
                  <a:pt x="4950240" y="560271"/>
                  <a:pt x="4950240" y="559732"/>
                  <a:pt x="4950470" y="559273"/>
                </a:cubicBezTo>
                <a:lnTo>
                  <a:pt x="4960616" y="541672"/>
                </a:lnTo>
                <a:cubicBezTo>
                  <a:pt x="4960845" y="541288"/>
                  <a:pt x="4961306" y="540980"/>
                  <a:pt x="4961844" y="540980"/>
                </a:cubicBezTo>
                <a:close/>
                <a:moveTo>
                  <a:pt x="3498149" y="540980"/>
                </a:moveTo>
                <a:lnTo>
                  <a:pt x="3518438" y="540980"/>
                </a:lnTo>
                <a:cubicBezTo>
                  <a:pt x="3518900" y="540980"/>
                  <a:pt x="3519440" y="541210"/>
                  <a:pt x="3519669" y="541672"/>
                </a:cubicBezTo>
                <a:lnTo>
                  <a:pt x="3529814" y="559273"/>
                </a:lnTo>
                <a:cubicBezTo>
                  <a:pt x="3530044" y="559732"/>
                  <a:pt x="3530044" y="560271"/>
                  <a:pt x="3529814" y="560733"/>
                </a:cubicBezTo>
                <a:lnTo>
                  <a:pt x="3519669" y="578332"/>
                </a:lnTo>
                <a:cubicBezTo>
                  <a:pt x="3519440" y="578715"/>
                  <a:pt x="3518978" y="579023"/>
                  <a:pt x="3518438" y="579023"/>
                </a:cubicBezTo>
                <a:lnTo>
                  <a:pt x="3498149" y="579023"/>
                </a:lnTo>
                <a:cubicBezTo>
                  <a:pt x="3497688" y="579023"/>
                  <a:pt x="3497151" y="578793"/>
                  <a:pt x="3496921" y="578332"/>
                </a:cubicBezTo>
                <a:lnTo>
                  <a:pt x="3486775" y="560733"/>
                </a:lnTo>
                <a:cubicBezTo>
                  <a:pt x="3486546" y="560271"/>
                  <a:pt x="3486546" y="559732"/>
                  <a:pt x="3486775" y="559273"/>
                </a:cubicBezTo>
                <a:lnTo>
                  <a:pt x="3496921" y="541672"/>
                </a:lnTo>
                <a:cubicBezTo>
                  <a:pt x="3497151" y="541288"/>
                  <a:pt x="3497612" y="540980"/>
                  <a:pt x="3498149" y="540980"/>
                </a:cubicBezTo>
                <a:close/>
                <a:moveTo>
                  <a:pt x="3131244" y="539289"/>
                </a:moveTo>
                <a:lnTo>
                  <a:pt x="3153379" y="539289"/>
                </a:lnTo>
                <a:cubicBezTo>
                  <a:pt x="3153994" y="539289"/>
                  <a:pt x="3154456" y="539596"/>
                  <a:pt x="3154764" y="540058"/>
                </a:cubicBezTo>
                <a:lnTo>
                  <a:pt x="3165830" y="559195"/>
                </a:lnTo>
                <a:cubicBezTo>
                  <a:pt x="3166137" y="559656"/>
                  <a:pt x="3166137" y="560269"/>
                  <a:pt x="3165830" y="560731"/>
                </a:cubicBezTo>
                <a:lnTo>
                  <a:pt x="3154764" y="579868"/>
                </a:lnTo>
                <a:cubicBezTo>
                  <a:pt x="3154456" y="580329"/>
                  <a:pt x="3153916" y="580637"/>
                  <a:pt x="3153379" y="580637"/>
                </a:cubicBezTo>
                <a:lnTo>
                  <a:pt x="3131244" y="580637"/>
                </a:lnTo>
                <a:cubicBezTo>
                  <a:pt x="3130629" y="580637"/>
                  <a:pt x="3130170" y="580329"/>
                  <a:pt x="3129862" y="579868"/>
                </a:cubicBezTo>
                <a:lnTo>
                  <a:pt x="3118794" y="560731"/>
                </a:lnTo>
                <a:cubicBezTo>
                  <a:pt x="3118489" y="560269"/>
                  <a:pt x="3118489" y="559656"/>
                  <a:pt x="3118794" y="559195"/>
                </a:cubicBezTo>
                <a:lnTo>
                  <a:pt x="3129862" y="540058"/>
                </a:lnTo>
                <a:cubicBezTo>
                  <a:pt x="3130170" y="539596"/>
                  <a:pt x="3130707" y="539289"/>
                  <a:pt x="3131244" y="539289"/>
                </a:cubicBezTo>
                <a:close/>
                <a:moveTo>
                  <a:pt x="3679680" y="538368"/>
                </a:moveTo>
                <a:lnTo>
                  <a:pt x="3702813" y="538368"/>
                </a:lnTo>
                <a:cubicBezTo>
                  <a:pt x="3703351" y="538368"/>
                  <a:pt x="3703888" y="538676"/>
                  <a:pt x="3704196" y="539213"/>
                </a:cubicBezTo>
                <a:lnTo>
                  <a:pt x="3715723" y="559273"/>
                </a:lnTo>
                <a:cubicBezTo>
                  <a:pt x="3716033" y="559734"/>
                  <a:pt x="3716033" y="560349"/>
                  <a:pt x="3715723" y="560886"/>
                </a:cubicBezTo>
                <a:lnTo>
                  <a:pt x="3704120" y="580946"/>
                </a:lnTo>
                <a:cubicBezTo>
                  <a:pt x="3703888" y="581484"/>
                  <a:pt x="3703273" y="581791"/>
                  <a:pt x="3702736" y="581791"/>
                </a:cubicBezTo>
                <a:lnTo>
                  <a:pt x="3679602" y="581791"/>
                </a:lnTo>
                <a:cubicBezTo>
                  <a:pt x="3679065" y="581791"/>
                  <a:pt x="3678528" y="581484"/>
                  <a:pt x="3678220" y="580946"/>
                </a:cubicBezTo>
                <a:lnTo>
                  <a:pt x="3666691" y="560886"/>
                </a:lnTo>
                <a:cubicBezTo>
                  <a:pt x="3666385" y="560425"/>
                  <a:pt x="3666385" y="559810"/>
                  <a:pt x="3666691" y="559273"/>
                </a:cubicBezTo>
                <a:lnTo>
                  <a:pt x="3678297" y="539213"/>
                </a:lnTo>
                <a:cubicBezTo>
                  <a:pt x="3678528" y="538676"/>
                  <a:pt x="3679141" y="538368"/>
                  <a:pt x="3679680" y="538368"/>
                </a:cubicBezTo>
                <a:close/>
                <a:moveTo>
                  <a:pt x="4777165" y="537907"/>
                </a:moveTo>
                <a:lnTo>
                  <a:pt x="4800758" y="537907"/>
                </a:lnTo>
                <a:cubicBezTo>
                  <a:pt x="4801373" y="537907"/>
                  <a:pt x="4801912" y="538214"/>
                  <a:pt x="4802218" y="538752"/>
                </a:cubicBezTo>
                <a:lnTo>
                  <a:pt x="4813977" y="559195"/>
                </a:lnTo>
                <a:cubicBezTo>
                  <a:pt x="4814285" y="559734"/>
                  <a:pt x="4814285" y="560347"/>
                  <a:pt x="4813977" y="560886"/>
                </a:cubicBezTo>
                <a:lnTo>
                  <a:pt x="4802142" y="581330"/>
                </a:lnTo>
                <a:cubicBezTo>
                  <a:pt x="4801834" y="581867"/>
                  <a:pt x="4801297" y="582175"/>
                  <a:pt x="4800682" y="582175"/>
                </a:cubicBezTo>
                <a:lnTo>
                  <a:pt x="4777087" y="582175"/>
                </a:lnTo>
                <a:cubicBezTo>
                  <a:pt x="4776472" y="582175"/>
                  <a:pt x="4775935" y="581867"/>
                  <a:pt x="4775627" y="581330"/>
                </a:cubicBezTo>
                <a:lnTo>
                  <a:pt x="4763868" y="560886"/>
                </a:lnTo>
                <a:cubicBezTo>
                  <a:pt x="4763562" y="560347"/>
                  <a:pt x="4763562" y="559734"/>
                  <a:pt x="4763868" y="559195"/>
                </a:cubicBezTo>
                <a:lnTo>
                  <a:pt x="4775705" y="538752"/>
                </a:lnTo>
                <a:cubicBezTo>
                  <a:pt x="4776011" y="538214"/>
                  <a:pt x="4776550" y="537907"/>
                  <a:pt x="4777165" y="537907"/>
                </a:cubicBezTo>
                <a:close/>
                <a:moveTo>
                  <a:pt x="2398669" y="537907"/>
                </a:moveTo>
                <a:lnTo>
                  <a:pt x="2422264" y="537907"/>
                </a:lnTo>
                <a:cubicBezTo>
                  <a:pt x="2422877" y="537907"/>
                  <a:pt x="2423416" y="538214"/>
                  <a:pt x="2423724" y="538752"/>
                </a:cubicBezTo>
                <a:lnTo>
                  <a:pt x="2435481" y="559195"/>
                </a:lnTo>
                <a:cubicBezTo>
                  <a:pt x="2435789" y="559734"/>
                  <a:pt x="2435789" y="560347"/>
                  <a:pt x="2435481" y="560886"/>
                </a:cubicBezTo>
                <a:lnTo>
                  <a:pt x="2423646" y="581330"/>
                </a:lnTo>
                <a:cubicBezTo>
                  <a:pt x="2423338" y="581867"/>
                  <a:pt x="2422801" y="582175"/>
                  <a:pt x="2422186" y="582175"/>
                </a:cubicBezTo>
                <a:lnTo>
                  <a:pt x="2398591" y="582175"/>
                </a:lnTo>
                <a:cubicBezTo>
                  <a:pt x="2397978" y="582175"/>
                  <a:pt x="2397439" y="581867"/>
                  <a:pt x="2397131" y="581330"/>
                </a:cubicBezTo>
                <a:lnTo>
                  <a:pt x="2385373" y="560886"/>
                </a:lnTo>
                <a:cubicBezTo>
                  <a:pt x="2385064" y="560347"/>
                  <a:pt x="2385064" y="559734"/>
                  <a:pt x="2385373" y="559195"/>
                </a:cubicBezTo>
                <a:lnTo>
                  <a:pt x="2397209" y="538752"/>
                </a:lnTo>
                <a:cubicBezTo>
                  <a:pt x="2397517" y="538214"/>
                  <a:pt x="2398054" y="537907"/>
                  <a:pt x="2398669" y="537907"/>
                </a:cubicBezTo>
                <a:close/>
                <a:moveTo>
                  <a:pt x="4868621" y="537753"/>
                </a:moveTo>
                <a:lnTo>
                  <a:pt x="4892369" y="537753"/>
                </a:lnTo>
                <a:cubicBezTo>
                  <a:pt x="4892984" y="537753"/>
                  <a:pt x="4893522" y="538061"/>
                  <a:pt x="4893829" y="538598"/>
                </a:cubicBezTo>
                <a:lnTo>
                  <a:pt x="4905664" y="559195"/>
                </a:lnTo>
                <a:cubicBezTo>
                  <a:pt x="4905972" y="559734"/>
                  <a:pt x="4905972" y="560347"/>
                  <a:pt x="4905664" y="560886"/>
                </a:cubicBezTo>
                <a:lnTo>
                  <a:pt x="4893754" y="581484"/>
                </a:lnTo>
                <a:cubicBezTo>
                  <a:pt x="4893444" y="582021"/>
                  <a:pt x="4892906" y="582328"/>
                  <a:pt x="4892291" y="582328"/>
                </a:cubicBezTo>
                <a:lnTo>
                  <a:pt x="4868545" y="582328"/>
                </a:lnTo>
                <a:cubicBezTo>
                  <a:pt x="4867929" y="582328"/>
                  <a:pt x="4867390" y="582021"/>
                  <a:pt x="4867083" y="581484"/>
                </a:cubicBezTo>
                <a:lnTo>
                  <a:pt x="4855247" y="560886"/>
                </a:lnTo>
                <a:cubicBezTo>
                  <a:pt x="4854942" y="560347"/>
                  <a:pt x="4854942" y="559734"/>
                  <a:pt x="4855247" y="559195"/>
                </a:cubicBezTo>
                <a:lnTo>
                  <a:pt x="4867161" y="538598"/>
                </a:lnTo>
                <a:cubicBezTo>
                  <a:pt x="4867468" y="538061"/>
                  <a:pt x="4868005" y="537753"/>
                  <a:pt x="4868621" y="537753"/>
                </a:cubicBezTo>
                <a:close/>
                <a:moveTo>
                  <a:pt x="2215139" y="536906"/>
                </a:moveTo>
                <a:lnTo>
                  <a:pt x="2239810" y="536906"/>
                </a:lnTo>
                <a:cubicBezTo>
                  <a:pt x="2240423" y="536906"/>
                  <a:pt x="2241039" y="537214"/>
                  <a:pt x="2241346" y="537751"/>
                </a:cubicBezTo>
                <a:lnTo>
                  <a:pt x="2253643" y="559117"/>
                </a:lnTo>
                <a:cubicBezTo>
                  <a:pt x="2253950" y="559654"/>
                  <a:pt x="2253950" y="560347"/>
                  <a:pt x="2253643" y="560885"/>
                </a:cubicBezTo>
                <a:lnTo>
                  <a:pt x="2241346" y="582251"/>
                </a:lnTo>
                <a:cubicBezTo>
                  <a:pt x="2240962" y="582788"/>
                  <a:pt x="2240423" y="583095"/>
                  <a:pt x="2239810" y="583095"/>
                </a:cubicBezTo>
                <a:lnTo>
                  <a:pt x="2215139" y="583095"/>
                </a:lnTo>
                <a:cubicBezTo>
                  <a:pt x="2214524" y="583095"/>
                  <a:pt x="2213909" y="582788"/>
                  <a:pt x="2213601" y="582251"/>
                </a:cubicBezTo>
                <a:lnTo>
                  <a:pt x="2201304" y="560885"/>
                </a:lnTo>
                <a:cubicBezTo>
                  <a:pt x="2200999" y="560347"/>
                  <a:pt x="2200999" y="559654"/>
                  <a:pt x="2201304" y="559117"/>
                </a:cubicBezTo>
                <a:lnTo>
                  <a:pt x="2213601" y="537751"/>
                </a:lnTo>
                <a:cubicBezTo>
                  <a:pt x="2213986" y="537214"/>
                  <a:pt x="2214524" y="536906"/>
                  <a:pt x="2215139" y="536906"/>
                </a:cubicBezTo>
                <a:close/>
                <a:moveTo>
                  <a:pt x="4043587" y="534677"/>
                </a:moveTo>
                <a:lnTo>
                  <a:pt x="4070639" y="534677"/>
                </a:lnTo>
                <a:cubicBezTo>
                  <a:pt x="4071254" y="534677"/>
                  <a:pt x="4071869" y="534985"/>
                  <a:pt x="4072253" y="535600"/>
                </a:cubicBezTo>
                <a:lnTo>
                  <a:pt x="4085780" y="559041"/>
                </a:lnTo>
                <a:cubicBezTo>
                  <a:pt x="4086163" y="559654"/>
                  <a:pt x="4086163" y="560347"/>
                  <a:pt x="4085780" y="560962"/>
                </a:cubicBezTo>
                <a:lnTo>
                  <a:pt x="4072253" y="584402"/>
                </a:lnTo>
                <a:cubicBezTo>
                  <a:pt x="4071945" y="584941"/>
                  <a:pt x="4071330" y="585324"/>
                  <a:pt x="4070639" y="585324"/>
                </a:cubicBezTo>
                <a:lnTo>
                  <a:pt x="4043587" y="585324"/>
                </a:lnTo>
                <a:cubicBezTo>
                  <a:pt x="4042972" y="585324"/>
                  <a:pt x="4042357" y="585017"/>
                  <a:pt x="4041973" y="584402"/>
                </a:cubicBezTo>
                <a:lnTo>
                  <a:pt x="4028446" y="560962"/>
                </a:lnTo>
                <a:cubicBezTo>
                  <a:pt x="4028061" y="560347"/>
                  <a:pt x="4028061" y="559654"/>
                  <a:pt x="4028446" y="559041"/>
                </a:cubicBezTo>
                <a:lnTo>
                  <a:pt x="4041973" y="535600"/>
                </a:lnTo>
                <a:cubicBezTo>
                  <a:pt x="4042280" y="535061"/>
                  <a:pt x="4042894" y="534677"/>
                  <a:pt x="4043587" y="534677"/>
                </a:cubicBezTo>
                <a:close/>
                <a:moveTo>
                  <a:pt x="4226347" y="534294"/>
                </a:moveTo>
                <a:lnTo>
                  <a:pt x="4253860" y="534294"/>
                </a:lnTo>
                <a:cubicBezTo>
                  <a:pt x="4254551" y="534294"/>
                  <a:pt x="4255166" y="534677"/>
                  <a:pt x="4255550" y="535292"/>
                </a:cubicBezTo>
                <a:lnTo>
                  <a:pt x="4269308" y="559117"/>
                </a:lnTo>
                <a:cubicBezTo>
                  <a:pt x="4269692" y="559656"/>
                  <a:pt x="4269692" y="560425"/>
                  <a:pt x="4269308" y="561038"/>
                </a:cubicBezTo>
                <a:lnTo>
                  <a:pt x="4255550" y="584865"/>
                </a:lnTo>
                <a:cubicBezTo>
                  <a:pt x="4255166" y="585480"/>
                  <a:pt x="4254551" y="585863"/>
                  <a:pt x="4253860" y="585863"/>
                </a:cubicBezTo>
                <a:lnTo>
                  <a:pt x="4226347" y="585863"/>
                </a:lnTo>
                <a:cubicBezTo>
                  <a:pt x="4225653" y="585863"/>
                  <a:pt x="4225038" y="585480"/>
                  <a:pt x="4224655" y="584865"/>
                </a:cubicBezTo>
                <a:lnTo>
                  <a:pt x="4210898" y="561038"/>
                </a:lnTo>
                <a:cubicBezTo>
                  <a:pt x="4210513" y="560501"/>
                  <a:pt x="4210513" y="559732"/>
                  <a:pt x="4210898" y="559117"/>
                </a:cubicBezTo>
                <a:lnTo>
                  <a:pt x="4224655" y="535292"/>
                </a:lnTo>
                <a:cubicBezTo>
                  <a:pt x="4225038" y="534677"/>
                  <a:pt x="4225653" y="534294"/>
                  <a:pt x="4226347" y="534294"/>
                </a:cubicBezTo>
                <a:close/>
                <a:moveTo>
                  <a:pt x="5506589" y="533295"/>
                </a:moveTo>
                <a:lnTo>
                  <a:pt x="5535103" y="533295"/>
                </a:lnTo>
                <a:cubicBezTo>
                  <a:pt x="5535870" y="533295"/>
                  <a:pt x="5536487" y="533679"/>
                  <a:pt x="5536870" y="534294"/>
                </a:cubicBezTo>
                <a:lnTo>
                  <a:pt x="5551088" y="558965"/>
                </a:lnTo>
                <a:cubicBezTo>
                  <a:pt x="5551472" y="559580"/>
                  <a:pt x="5551472" y="560347"/>
                  <a:pt x="5551088" y="560962"/>
                </a:cubicBezTo>
                <a:lnTo>
                  <a:pt x="5536794" y="585634"/>
                </a:lnTo>
                <a:cubicBezTo>
                  <a:pt x="5536409" y="586249"/>
                  <a:pt x="5535718" y="586632"/>
                  <a:pt x="5535025" y="586632"/>
                </a:cubicBezTo>
                <a:lnTo>
                  <a:pt x="5506513" y="586632"/>
                </a:lnTo>
                <a:cubicBezTo>
                  <a:pt x="5505744" y="586632"/>
                  <a:pt x="5505129" y="586249"/>
                  <a:pt x="5504745" y="585634"/>
                </a:cubicBezTo>
                <a:lnTo>
                  <a:pt x="5490527" y="560962"/>
                </a:lnTo>
                <a:cubicBezTo>
                  <a:pt x="5490142" y="560347"/>
                  <a:pt x="5490142" y="559580"/>
                  <a:pt x="5490527" y="558965"/>
                </a:cubicBezTo>
                <a:lnTo>
                  <a:pt x="5504822" y="534294"/>
                </a:lnTo>
                <a:cubicBezTo>
                  <a:pt x="5505207" y="533679"/>
                  <a:pt x="5505898" y="533295"/>
                  <a:pt x="5506589" y="533295"/>
                </a:cubicBezTo>
                <a:close/>
                <a:moveTo>
                  <a:pt x="4499948" y="532756"/>
                </a:moveTo>
                <a:lnTo>
                  <a:pt x="4529078" y="532756"/>
                </a:lnTo>
                <a:cubicBezTo>
                  <a:pt x="4529768" y="532756"/>
                  <a:pt x="4530459" y="533140"/>
                  <a:pt x="4530845" y="533755"/>
                </a:cubicBezTo>
                <a:lnTo>
                  <a:pt x="4545370" y="558963"/>
                </a:lnTo>
                <a:cubicBezTo>
                  <a:pt x="4545754" y="559578"/>
                  <a:pt x="4545754" y="560423"/>
                  <a:pt x="4545370" y="561038"/>
                </a:cubicBezTo>
                <a:lnTo>
                  <a:pt x="4530767" y="586247"/>
                </a:lnTo>
                <a:cubicBezTo>
                  <a:pt x="4530383" y="586862"/>
                  <a:pt x="4529693" y="587246"/>
                  <a:pt x="4529000" y="587246"/>
                </a:cubicBezTo>
                <a:lnTo>
                  <a:pt x="4499872" y="587246"/>
                </a:lnTo>
                <a:cubicBezTo>
                  <a:pt x="4499181" y="587246"/>
                  <a:pt x="4498488" y="586862"/>
                  <a:pt x="4498105" y="586247"/>
                </a:cubicBezTo>
                <a:lnTo>
                  <a:pt x="4483579" y="561038"/>
                </a:lnTo>
                <a:cubicBezTo>
                  <a:pt x="4483194" y="560423"/>
                  <a:pt x="4483194" y="559578"/>
                  <a:pt x="4483579" y="558963"/>
                </a:cubicBezTo>
                <a:lnTo>
                  <a:pt x="4498181" y="533755"/>
                </a:lnTo>
                <a:cubicBezTo>
                  <a:pt x="4498566" y="533140"/>
                  <a:pt x="4499257" y="532756"/>
                  <a:pt x="4499948" y="532756"/>
                </a:cubicBezTo>
                <a:close/>
                <a:moveTo>
                  <a:pt x="4682785" y="532448"/>
                </a:moveTo>
                <a:lnTo>
                  <a:pt x="4712223" y="532448"/>
                </a:lnTo>
                <a:cubicBezTo>
                  <a:pt x="4712913" y="532448"/>
                  <a:pt x="4713604" y="532910"/>
                  <a:pt x="4713990" y="533525"/>
                </a:cubicBezTo>
                <a:lnTo>
                  <a:pt x="4728669" y="559041"/>
                </a:lnTo>
                <a:cubicBezTo>
                  <a:pt x="4729052" y="559654"/>
                  <a:pt x="4729052" y="560501"/>
                  <a:pt x="4728669" y="561116"/>
                </a:cubicBezTo>
                <a:lnTo>
                  <a:pt x="4713912" y="586630"/>
                </a:lnTo>
                <a:cubicBezTo>
                  <a:pt x="4713528" y="587323"/>
                  <a:pt x="4712913" y="587707"/>
                  <a:pt x="4712144" y="587707"/>
                </a:cubicBezTo>
                <a:lnTo>
                  <a:pt x="4682710" y="587707"/>
                </a:lnTo>
                <a:cubicBezTo>
                  <a:pt x="4682018" y="587707"/>
                  <a:pt x="4681326" y="587246"/>
                  <a:pt x="4680942" y="586630"/>
                </a:cubicBezTo>
                <a:lnTo>
                  <a:pt x="4666263" y="561116"/>
                </a:lnTo>
                <a:cubicBezTo>
                  <a:pt x="4665877" y="560501"/>
                  <a:pt x="4665877" y="559654"/>
                  <a:pt x="4666263" y="559041"/>
                </a:cubicBezTo>
                <a:lnTo>
                  <a:pt x="4681018" y="533525"/>
                </a:lnTo>
                <a:cubicBezTo>
                  <a:pt x="4681403" y="532832"/>
                  <a:pt x="4682018" y="532448"/>
                  <a:pt x="4682785" y="532448"/>
                </a:cubicBezTo>
                <a:close/>
                <a:moveTo>
                  <a:pt x="4408261" y="532295"/>
                </a:moveTo>
                <a:lnTo>
                  <a:pt x="4437850" y="532295"/>
                </a:lnTo>
                <a:cubicBezTo>
                  <a:pt x="4438541" y="532295"/>
                  <a:pt x="4439233" y="532756"/>
                  <a:pt x="4439617" y="533371"/>
                </a:cubicBezTo>
                <a:lnTo>
                  <a:pt x="4454373" y="558963"/>
                </a:lnTo>
                <a:cubicBezTo>
                  <a:pt x="4454758" y="559578"/>
                  <a:pt x="4454758" y="560423"/>
                  <a:pt x="4454373" y="561038"/>
                </a:cubicBezTo>
                <a:lnTo>
                  <a:pt x="4439542" y="586630"/>
                </a:lnTo>
                <a:cubicBezTo>
                  <a:pt x="4439233" y="587323"/>
                  <a:pt x="4438541" y="587707"/>
                  <a:pt x="4437774" y="587707"/>
                </a:cubicBezTo>
                <a:lnTo>
                  <a:pt x="4408183" y="587707"/>
                </a:lnTo>
                <a:cubicBezTo>
                  <a:pt x="4407492" y="587707"/>
                  <a:pt x="4406801" y="587246"/>
                  <a:pt x="4406416" y="586630"/>
                </a:cubicBezTo>
                <a:lnTo>
                  <a:pt x="4391660" y="561038"/>
                </a:lnTo>
                <a:cubicBezTo>
                  <a:pt x="4391275" y="560423"/>
                  <a:pt x="4391275" y="559578"/>
                  <a:pt x="4391660" y="558963"/>
                </a:cubicBezTo>
                <a:lnTo>
                  <a:pt x="4406493" y="533371"/>
                </a:lnTo>
                <a:cubicBezTo>
                  <a:pt x="4406801" y="532678"/>
                  <a:pt x="4407492" y="532295"/>
                  <a:pt x="4408261" y="532295"/>
                </a:cubicBezTo>
                <a:close/>
                <a:moveTo>
                  <a:pt x="4316036" y="530913"/>
                </a:moveTo>
                <a:lnTo>
                  <a:pt x="4347085" y="530913"/>
                </a:lnTo>
                <a:cubicBezTo>
                  <a:pt x="4347854" y="530913"/>
                  <a:pt x="4348623" y="531296"/>
                  <a:pt x="4349006" y="531989"/>
                </a:cubicBezTo>
                <a:lnTo>
                  <a:pt x="4364532" y="558887"/>
                </a:lnTo>
                <a:cubicBezTo>
                  <a:pt x="4364916" y="559578"/>
                  <a:pt x="4364916" y="560425"/>
                  <a:pt x="4364532" y="561116"/>
                </a:cubicBezTo>
                <a:lnTo>
                  <a:pt x="4349006" y="588016"/>
                </a:lnTo>
                <a:cubicBezTo>
                  <a:pt x="4348547" y="588630"/>
                  <a:pt x="4347854" y="589091"/>
                  <a:pt x="4347085" y="589091"/>
                </a:cubicBezTo>
                <a:lnTo>
                  <a:pt x="4316036" y="589091"/>
                </a:lnTo>
                <a:cubicBezTo>
                  <a:pt x="4315268" y="589091"/>
                  <a:pt x="4314499" y="588707"/>
                  <a:pt x="4314115" y="588016"/>
                </a:cubicBezTo>
                <a:lnTo>
                  <a:pt x="4298591" y="561116"/>
                </a:lnTo>
                <a:cubicBezTo>
                  <a:pt x="4298206" y="560425"/>
                  <a:pt x="4298206" y="559578"/>
                  <a:pt x="4298591" y="558887"/>
                </a:cubicBezTo>
                <a:lnTo>
                  <a:pt x="4314115" y="531989"/>
                </a:lnTo>
                <a:cubicBezTo>
                  <a:pt x="4314576" y="531374"/>
                  <a:pt x="4315268" y="530913"/>
                  <a:pt x="4316036" y="530913"/>
                </a:cubicBezTo>
                <a:close/>
                <a:moveTo>
                  <a:pt x="5139225" y="530605"/>
                </a:moveTo>
                <a:lnTo>
                  <a:pt x="5170581" y="530605"/>
                </a:lnTo>
                <a:cubicBezTo>
                  <a:pt x="5171349" y="530605"/>
                  <a:pt x="5172119" y="530989"/>
                  <a:pt x="5172502" y="531681"/>
                </a:cubicBezTo>
                <a:lnTo>
                  <a:pt x="5188182" y="558811"/>
                </a:lnTo>
                <a:cubicBezTo>
                  <a:pt x="5188565" y="559502"/>
                  <a:pt x="5188565" y="560347"/>
                  <a:pt x="5188182" y="561040"/>
                </a:cubicBezTo>
                <a:lnTo>
                  <a:pt x="5172502" y="588168"/>
                </a:lnTo>
                <a:cubicBezTo>
                  <a:pt x="5172119" y="588783"/>
                  <a:pt x="5171349" y="589245"/>
                  <a:pt x="5170581" y="589245"/>
                </a:cubicBezTo>
                <a:lnTo>
                  <a:pt x="5139225" y="589245"/>
                </a:lnTo>
                <a:cubicBezTo>
                  <a:pt x="5138456" y="589245"/>
                  <a:pt x="5137687" y="588861"/>
                  <a:pt x="5137303" y="588168"/>
                </a:cubicBezTo>
                <a:lnTo>
                  <a:pt x="5121625" y="561040"/>
                </a:lnTo>
                <a:cubicBezTo>
                  <a:pt x="5121240" y="560347"/>
                  <a:pt x="5121240" y="559502"/>
                  <a:pt x="5121625" y="558811"/>
                </a:cubicBezTo>
                <a:lnTo>
                  <a:pt x="5137303" y="531681"/>
                </a:lnTo>
                <a:cubicBezTo>
                  <a:pt x="5137687" y="531066"/>
                  <a:pt x="5138456" y="530605"/>
                  <a:pt x="5139225" y="530605"/>
                </a:cubicBezTo>
                <a:close/>
                <a:moveTo>
                  <a:pt x="4590176" y="530373"/>
                </a:moveTo>
                <a:lnTo>
                  <a:pt x="4621839" y="530373"/>
                </a:lnTo>
                <a:cubicBezTo>
                  <a:pt x="4622608" y="530373"/>
                  <a:pt x="4623377" y="530835"/>
                  <a:pt x="4623761" y="531526"/>
                </a:cubicBezTo>
                <a:lnTo>
                  <a:pt x="4639592" y="558963"/>
                </a:lnTo>
                <a:cubicBezTo>
                  <a:pt x="4639978" y="559654"/>
                  <a:pt x="4639978" y="560501"/>
                  <a:pt x="4639592" y="561192"/>
                </a:cubicBezTo>
                <a:lnTo>
                  <a:pt x="4623761" y="588630"/>
                </a:lnTo>
                <a:cubicBezTo>
                  <a:pt x="4623377" y="589321"/>
                  <a:pt x="4622608" y="589782"/>
                  <a:pt x="4621839" y="589782"/>
                </a:cubicBezTo>
                <a:lnTo>
                  <a:pt x="4590176" y="589782"/>
                </a:lnTo>
                <a:cubicBezTo>
                  <a:pt x="4589407" y="589782"/>
                  <a:pt x="4588638" y="589321"/>
                  <a:pt x="4588254" y="588630"/>
                </a:cubicBezTo>
                <a:lnTo>
                  <a:pt x="4572422" y="561192"/>
                </a:lnTo>
                <a:cubicBezTo>
                  <a:pt x="4572037" y="560501"/>
                  <a:pt x="4572037" y="559654"/>
                  <a:pt x="4572422" y="558963"/>
                </a:cubicBezTo>
                <a:lnTo>
                  <a:pt x="4588254" y="531526"/>
                </a:lnTo>
                <a:cubicBezTo>
                  <a:pt x="4588638" y="530835"/>
                  <a:pt x="4589407" y="530373"/>
                  <a:pt x="4590176" y="530373"/>
                </a:cubicBezTo>
                <a:close/>
                <a:moveTo>
                  <a:pt x="4132736" y="530222"/>
                </a:moveTo>
                <a:lnTo>
                  <a:pt x="4164555" y="530222"/>
                </a:lnTo>
                <a:cubicBezTo>
                  <a:pt x="4165322" y="530222"/>
                  <a:pt x="4166091" y="530683"/>
                  <a:pt x="4166476" y="531374"/>
                </a:cubicBezTo>
                <a:lnTo>
                  <a:pt x="4182384" y="558965"/>
                </a:lnTo>
                <a:cubicBezTo>
                  <a:pt x="4182770" y="559656"/>
                  <a:pt x="4182770" y="560503"/>
                  <a:pt x="4182384" y="561194"/>
                </a:cubicBezTo>
                <a:lnTo>
                  <a:pt x="4166476" y="588785"/>
                </a:lnTo>
                <a:cubicBezTo>
                  <a:pt x="4166091" y="589476"/>
                  <a:pt x="4165322" y="589938"/>
                  <a:pt x="4164555" y="589938"/>
                </a:cubicBezTo>
                <a:lnTo>
                  <a:pt x="4132736" y="589938"/>
                </a:lnTo>
                <a:cubicBezTo>
                  <a:pt x="4131969" y="589938"/>
                  <a:pt x="4131201" y="589476"/>
                  <a:pt x="4130815" y="588785"/>
                </a:cubicBezTo>
                <a:lnTo>
                  <a:pt x="4114907" y="561194"/>
                </a:lnTo>
                <a:cubicBezTo>
                  <a:pt x="4114521" y="560503"/>
                  <a:pt x="4114521" y="559656"/>
                  <a:pt x="4114907" y="558965"/>
                </a:cubicBezTo>
                <a:lnTo>
                  <a:pt x="4130815" y="531374"/>
                </a:lnTo>
                <a:cubicBezTo>
                  <a:pt x="4131201" y="530683"/>
                  <a:pt x="4131969" y="530222"/>
                  <a:pt x="4132736" y="530222"/>
                </a:cubicBezTo>
                <a:close/>
                <a:moveTo>
                  <a:pt x="5412904" y="529067"/>
                </a:moveTo>
                <a:lnTo>
                  <a:pt x="5445876" y="529067"/>
                </a:lnTo>
                <a:cubicBezTo>
                  <a:pt x="5446643" y="529067"/>
                  <a:pt x="5447414" y="529529"/>
                  <a:pt x="5447873" y="530220"/>
                </a:cubicBezTo>
                <a:lnTo>
                  <a:pt x="5464398" y="558809"/>
                </a:lnTo>
                <a:cubicBezTo>
                  <a:pt x="5464857" y="559502"/>
                  <a:pt x="5464857" y="560423"/>
                  <a:pt x="5464398" y="561116"/>
                </a:cubicBezTo>
                <a:lnTo>
                  <a:pt x="5447873" y="589706"/>
                </a:lnTo>
                <a:cubicBezTo>
                  <a:pt x="5447490" y="590397"/>
                  <a:pt x="5446721" y="590858"/>
                  <a:pt x="5445876" y="590858"/>
                </a:cubicBezTo>
                <a:lnTo>
                  <a:pt x="5412904" y="590858"/>
                </a:lnTo>
                <a:cubicBezTo>
                  <a:pt x="5412135" y="590858"/>
                  <a:pt x="5411369" y="590397"/>
                  <a:pt x="5410907" y="589706"/>
                </a:cubicBezTo>
                <a:lnTo>
                  <a:pt x="5394383" y="561116"/>
                </a:lnTo>
                <a:cubicBezTo>
                  <a:pt x="5393921" y="560423"/>
                  <a:pt x="5393921" y="559502"/>
                  <a:pt x="5394383" y="558809"/>
                </a:cubicBezTo>
                <a:lnTo>
                  <a:pt x="5410907" y="530220"/>
                </a:lnTo>
                <a:cubicBezTo>
                  <a:pt x="5411291" y="529529"/>
                  <a:pt x="5412059" y="529067"/>
                  <a:pt x="5412904" y="529067"/>
                </a:cubicBezTo>
                <a:close/>
                <a:moveTo>
                  <a:pt x="5228222" y="525918"/>
                </a:moveTo>
                <a:lnTo>
                  <a:pt x="5264650" y="525918"/>
                </a:lnTo>
                <a:cubicBezTo>
                  <a:pt x="5265573" y="525918"/>
                  <a:pt x="5266418" y="526455"/>
                  <a:pt x="5266879" y="527224"/>
                </a:cubicBezTo>
                <a:lnTo>
                  <a:pt x="5285094" y="558811"/>
                </a:lnTo>
                <a:cubicBezTo>
                  <a:pt x="5285555" y="559656"/>
                  <a:pt x="5285555" y="560655"/>
                  <a:pt x="5285094" y="561424"/>
                </a:cubicBezTo>
                <a:lnTo>
                  <a:pt x="5266879" y="593011"/>
                </a:lnTo>
                <a:cubicBezTo>
                  <a:pt x="5266418" y="593856"/>
                  <a:pt x="5265573" y="594318"/>
                  <a:pt x="5264650" y="594318"/>
                </a:cubicBezTo>
                <a:lnTo>
                  <a:pt x="5228222" y="594318"/>
                </a:lnTo>
                <a:cubicBezTo>
                  <a:pt x="5227299" y="594318"/>
                  <a:pt x="5226454" y="593780"/>
                  <a:pt x="5225993" y="593011"/>
                </a:cubicBezTo>
                <a:lnTo>
                  <a:pt x="5207779" y="561424"/>
                </a:lnTo>
                <a:cubicBezTo>
                  <a:pt x="5207317" y="560579"/>
                  <a:pt x="5207317" y="559580"/>
                  <a:pt x="5207779" y="558811"/>
                </a:cubicBezTo>
                <a:lnTo>
                  <a:pt x="5225993" y="527224"/>
                </a:lnTo>
                <a:cubicBezTo>
                  <a:pt x="5226454" y="526379"/>
                  <a:pt x="5227299" y="525918"/>
                  <a:pt x="5228222" y="525918"/>
                </a:cubicBezTo>
                <a:close/>
                <a:moveTo>
                  <a:pt x="3139085" y="474578"/>
                </a:moveTo>
                <a:lnTo>
                  <a:pt x="3145618" y="474578"/>
                </a:lnTo>
                <a:cubicBezTo>
                  <a:pt x="3145772" y="474578"/>
                  <a:pt x="3146001" y="474807"/>
                  <a:pt x="3146001" y="474807"/>
                </a:cubicBezTo>
                <a:lnTo>
                  <a:pt x="3149307" y="480495"/>
                </a:lnTo>
                <a:cubicBezTo>
                  <a:pt x="3149385" y="480649"/>
                  <a:pt x="3149307" y="480957"/>
                  <a:pt x="3149307" y="480957"/>
                </a:cubicBezTo>
                <a:lnTo>
                  <a:pt x="3146001" y="486645"/>
                </a:lnTo>
                <a:cubicBezTo>
                  <a:pt x="3145925" y="486798"/>
                  <a:pt x="3145618" y="486874"/>
                  <a:pt x="3145618" y="486874"/>
                </a:cubicBezTo>
                <a:lnTo>
                  <a:pt x="3139085" y="486874"/>
                </a:lnTo>
                <a:cubicBezTo>
                  <a:pt x="3138931" y="486874"/>
                  <a:pt x="3138702" y="486645"/>
                  <a:pt x="3138702" y="486645"/>
                </a:cubicBezTo>
                <a:lnTo>
                  <a:pt x="3135396" y="480957"/>
                </a:lnTo>
                <a:cubicBezTo>
                  <a:pt x="3135320" y="480803"/>
                  <a:pt x="3135396" y="480495"/>
                  <a:pt x="3135396" y="480495"/>
                </a:cubicBezTo>
                <a:lnTo>
                  <a:pt x="3138702" y="474807"/>
                </a:lnTo>
                <a:cubicBezTo>
                  <a:pt x="3138778" y="474656"/>
                  <a:pt x="3139085" y="474578"/>
                  <a:pt x="3139085" y="474578"/>
                </a:cubicBezTo>
                <a:close/>
                <a:moveTo>
                  <a:pt x="6157856" y="474424"/>
                </a:moveTo>
                <a:lnTo>
                  <a:pt x="6164541" y="474424"/>
                </a:lnTo>
                <a:cubicBezTo>
                  <a:pt x="6164695" y="474424"/>
                  <a:pt x="6164926" y="474654"/>
                  <a:pt x="6164926" y="474654"/>
                </a:cubicBezTo>
                <a:lnTo>
                  <a:pt x="6168307" y="480495"/>
                </a:lnTo>
                <a:cubicBezTo>
                  <a:pt x="6168383" y="480649"/>
                  <a:pt x="6168307" y="480957"/>
                  <a:pt x="6168307" y="480957"/>
                </a:cubicBezTo>
                <a:lnTo>
                  <a:pt x="6164926" y="486797"/>
                </a:lnTo>
                <a:cubicBezTo>
                  <a:pt x="6164849" y="486950"/>
                  <a:pt x="6164541" y="487028"/>
                  <a:pt x="6164541" y="487028"/>
                </a:cubicBezTo>
                <a:lnTo>
                  <a:pt x="6157856" y="487028"/>
                </a:lnTo>
                <a:cubicBezTo>
                  <a:pt x="6157702" y="487028"/>
                  <a:pt x="6157471" y="486797"/>
                  <a:pt x="6157471" y="486797"/>
                </a:cubicBezTo>
                <a:lnTo>
                  <a:pt x="6154089" y="480957"/>
                </a:lnTo>
                <a:cubicBezTo>
                  <a:pt x="6154012" y="480803"/>
                  <a:pt x="6154089" y="480495"/>
                  <a:pt x="6154089" y="480495"/>
                </a:cubicBezTo>
                <a:lnTo>
                  <a:pt x="6157471" y="474654"/>
                </a:lnTo>
                <a:cubicBezTo>
                  <a:pt x="6157547" y="474502"/>
                  <a:pt x="6157856" y="474424"/>
                  <a:pt x="6157856" y="474424"/>
                </a:cubicBezTo>
                <a:close/>
                <a:moveTo>
                  <a:pt x="2406816" y="473887"/>
                </a:moveTo>
                <a:lnTo>
                  <a:pt x="2414117" y="473887"/>
                </a:lnTo>
                <a:cubicBezTo>
                  <a:pt x="2414347" y="473887"/>
                  <a:pt x="2414579" y="474116"/>
                  <a:pt x="2414579" y="474116"/>
                </a:cubicBezTo>
                <a:lnTo>
                  <a:pt x="2418267" y="480419"/>
                </a:lnTo>
                <a:cubicBezTo>
                  <a:pt x="2418343" y="480573"/>
                  <a:pt x="2418267" y="480957"/>
                  <a:pt x="2418267" y="480957"/>
                </a:cubicBezTo>
                <a:lnTo>
                  <a:pt x="2414579" y="487260"/>
                </a:lnTo>
                <a:cubicBezTo>
                  <a:pt x="2414501" y="487414"/>
                  <a:pt x="2414117" y="487490"/>
                  <a:pt x="2414117" y="487490"/>
                </a:cubicBezTo>
                <a:lnTo>
                  <a:pt x="2406816" y="487490"/>
                </a:lnTo>
                <a:cubicBezTo>
                  <a:pt x="2406586" y="487490"/>
                  <a:pt x="2406354" y="487260"/>
                  <a:pt x="2406354" y="487260"/>
                </a:cubicBezTo>
                <a:lnTo>
                  <a:pt x="2402665" y="480957"/>
                </a:lnTo>
                <a:cubicBezTo>
                  <a:pt x="2402588" y="480803"/>
                  <a:pt x="2402665" y="480419"/>
                  <a:pt x="2402665" y="480419"/>
                </a:cubicBezTo>
                <a:lnTo>
                  <a:pt x="2406354" y="474116"/>
                </a:lnTo>
                <a:cubicBezTo>
                  <a:pt x="2406432" y="473964"/>
                  <a:pt x="2406816" y="473887"/>
                  <a:pt x="2406816" y="473887"/>
                </a:cubicBezTo>
                <a:close/>
                <a:moveTo>
                  <a:pt x="3321383" y="473425"/>
                </a:moveTo>
                <a:lnTo>
                  <a:pt x="3329146" y="473425"/>
                </a:lnTo>
                <a:cubicBezTo>
                  <a:pt x="3329300" y="473425"/>
                  <a:pt x="3329608" y="473733"/>
                  <a:pt x="3329608" y="473733"/>
                </a:cubicBezTo>
                <a:lnTo>
                  <a:pt x="3333451" y="480495"/>
                </a:lnTo>
                <a:cubicBezTo>
                  <a:pt x="3333529" y="480649"/>
                  <a:pt x="3333451" y="481035"/>
                  <a:pt x="3333451" y="481035"/>
                </a:cubicBezTo>
                <a:lnTo>
                  <a:pt x="3329530" y="487797"/>
                </a:lnTo>
                <a:cubicBezTo>
                  <a:pt x="3329455" y="488027"/>
                  <a:pt x="3329070" y="488105"/>
                  <a:pt x="3329070" y="488105"/>
                </a:cubicBezTo>
                <a:lnTo>
                  <a:pt x="3321307" y="488105"/>
                </a:lnTo>
                <a:cubicBezTo>
                  <a:pt x="3321153" y="488105"/>
                  <a:pt x="3320846" y="487797"/>
                  <a:pt x="3320846" y="487797"/>
                </a:cubicBezTo>
                <a:lnTo>
                  <a:pt x="3317003" y="481035"/>
                </a:lnTo>
                <a:cubicBezTo>
                  <a:pt x="3316925" y="480881"/>
                  <a:pt x="3317003" y="480495"/>
                  <a:pt x="3317003" y="480495"/>
                </a:cubicBezTo>
                <a:lnTo>
                  <a:pt x="3320924" y="473733"/>
                </a:lnTo>
                <a:cubicBezTo>
                  <a:pt x="3321000" y="473503"/>
                  <a:pt x="3321383" y="473425"/>
                  <a:pt x="3321383" y="473425"/>
                </a:cubicBezTo>
                <a:close/>
                <a:moveTo>
                  <a:pt x="3046629" y="472886"/>
                </a:moveTo>
                <a:lnTo>
                  <a:pt x="3055008" y="472886"/>
                </a:lnTo>
                <a:cubicBezTo>
                  <a:pt x="3055237" y="472886"/>
                  <a:pt x="3055545" y="473194"/>
                  <a:pt x="3055545" y="473194"/>
                </a:cubicBezTo>
                <a:lnTo>
                  <a:pt x="3059695" y="480418"/>
                </a:lnTo>
                <a:cubicBezTo>
                  <a:pt x="3059772" y="480649"/>
                  <a:pt x="3059695" y="481033"/>
                  <a:pt x="3059695" y="481033"/>
                </a:cubicBezTo>
                <a:lnTo>
                  <a:pt x="3055545" y="488257"/>
                </a:lnTo>
                <a:cubicBezTo>
                  <a:pt x="3055391" y="488488"/>
                  <a:pt x="3055008" y="488564"/>
                  <a:pt x="3055008" y="488564"/>
                </a:cubicBezTo>
                <a:lnTo>
                  <a:pt x="3046629" y="488564"/>
                </a:lnTo>
                <a:cubicBezTo>
                  <a:pt x="3046399" y="488564"/>
                  <a:pt x="3046092" y="488257"/>
                  <a:pt x="3046092" y="488257"/>
                </a:cubicBezTo>
                <a:lnTo>
                  <a:pt x="3041941" y="481033"/>
                </a:lnTo>
                <a:cubicBezTo>
                  <a:pt x="3041864" y="480803"/>
                  <a:pt x="3041941" y="480418"/>
                  <a:pt x="3041941" y="480418"/>
                </a:cubicBezTo>
                <a:lnTo>
                  <a:pt x="3046092" y="473194"/>
                </a:lnTo>
                <a:cubicBezTo>
                  <a:pt x="3046245" y="472964"/>
                  <a:pt x="3046629" y="472886"/>
                  <a:pt x="3046629" y="472886"/>
                </a:cubicBezTo>
                <a:close/>
                <a:moveTo>
                  <a:pt x="2131598" y="472503"/>
                </a:moveTo>
                <a:lnTo>
                  <a:pt x="2140436" y="472503"/>
                </a:lnTo>
                <a:cubicBezTo>
                  <a:pt x="2140667" y="472503"/>
                  <a:pt x="2140975" y="472810"/>
                  <a:pt x="2140975" y="472810"/>
                </a:cubicBezTo>
                <a:lnTo>
                  <a:pt x="2145355" y="480419"/>
                </a:lnTo>
                <a:cubicBezTo>
                  <a:pt x="2145431" y="480571"/>
                  <a:pt x="2145355" y="481033"/>
                  <a:pt x="2145355" y="481033"/>
                </a:cubicBezTo>
                <a:lnTo>
                  <a:pt x="2140975" y="488642"/>
                </a:lnTo>
                <a:cubicBezTo>
                  <a:pt x="2140897" y="488796"/>
                  <a:pt x="2140436" y="488950"/>
                  <a:pt x="2140436" y="488950"/>
                </a:cubicBezTo>
                <a:lnTo>
                  <a:pt x="2131598" y="488950"/>
                </a:lnTo>
                <a:cubicBezTo>
                  <a:pt x="2131367" y="488950"/>
                  <a:pt x="2131059" y="488642"/>
                  <a:pt x="2131059" y="488642"/>
                </a:cubicBezTo>
                <a:lnTo>
                  <a:pt x="2126679" y="481033"/>
                </a:lnTo>
                <a:cubicBezTo>
                  <a:pt x="2126603" y="480879"/>
                  <a:pt x="2126679" y="480419"/>
                  <a:pt x="2126679" y="480419"/>
                </a:cubicBezTo>
                <a:lnTo>
                  <a:pt x="2131059" y="472810"/>
                </a:lnTo>
                <a:cubicBezTo>
                  <a:pt x="2131137" y="472656"/>
                  <a:pt x="2131598" y="472503"/>
                  <a:pt x="2131598" y="472503"/>
                </a:cubicBezTo>
                <a:close/>
                <a:moveTo>
                  <a:pt x="4052578" y="472195"/>
                </a:moveTo>
                <a:lnTo>
                  <a:pt x="4061723" y="472195"/>
                </a:lnTo>
                <a:cubicBezTo>
                  <a:pt x="4061954" y="472195"/>
                  <a:pt x="4062261" y="472503"/>
                  <a:pt x="4062261" y="472503"/>
                </a:cubicBezTo>
                <a:lnTo>
                  <a:pt x="4066796" y="480419"/>
                </a:lnTo>
                <a:cubicBezTo>
                  <a:pt x="4066950" y="480571"/>
                  <a:pt x="4066796" y="481033"/>
                  <a:pt x="4066796" y="481033"/>
                </a:cubicBezTo>
                <a:lnTo>
                  <a:pt x="4062261" y="488950"/>
                </a:lnTo>
                <a:cubicBezTo>
                  <a:pt x="4062185" y="489103"/>
                  <a:pt x="4061723" y="489257"/>
                  <a:pt x="4061723" y="489257"/>
                </a:cubicBezTo>
                <a:lnTo>
                  <a:pt x="4052578" y="489257"/>
                </a:lnTo>
                <a:cubicBezTo>
                  <a:pt x="4052347" y="489257"/>
                  <a:pt x="4052039" y="488950"/>
                  <a:pt x="4052039" y="488950"/>
                </a:cubicBezTo>
                <a:lnTo>
                  <a:pt x="4047505" y="481033"/>
                </a:lnTo>
                <a:cubicBezTo>
                  <a:pt x="4047352" y="480879"/>
                  <a:pt x="4047505" y="480419"/>
                  <a:pt x="4047505" y="480419"/>
                </a:cubicBezTo>
                <a:lnTo>
                  <a:pt x="4052039" y="472503"/>
                </a:lnTo>
                <a:cubicBezTo>
                  <a:pt x="4052117" y="472349"/>
                  <a:pt x="4052578" y="472195"/>
                  <a:pt x="4052578" y="472195"/>
                </a:cubicBezTo>
                <a:close/>
                <a:moveTo>
                  <a:pt x="3778132" y="472195"/>
                </a:moveTo>
                <a:lnTo>
                  <a:pt x="3787277" y="472195"/>
                </a:lnTo>
                <a:cubicBezTo>
                  <a:pt x="3787508" y="472195"/>
                  <a:pt x="3787814" y="472503"/>
                  <a:pt x="3787814" y="472503"/>
                </a:cubicBezTo>
                <a:lnTo>
                  <a:pt x="3792350" y="480419"/>
                </a:lnTo>
                <a:cubicBezTo>
                  <a:pt x="3792503" y="480571"/>
                  <a:pt x="3792350" y="481033"/>
                  <a:pt x="3792350" y="481033"/>
                </a:cubicBezTo>
                <a:lnTo>
                  <a:pt x="3787814" y="488950"/>
                </a:lnTo>
                <a:cubicBezTo>
                  <a:pt x="3787738" y="489103"/>
                  <a:pt x="3787277" y="489257"/>
                  <a:pt x="3787277" y="489257"/>
                </a:cubicBezTo>
                <a:lnTo>
                  <a:pt x="3778132" y="489257"/>
                </a:lnTo>
                <a:cubicBezTo>
                  <a:pt x="3777901" y="489257"/>
                  <a:pt x="3777592" y="488950"/>
                  <a:pt x="3777592" y="488950"/>
                </a:cubicBezTo>
                <a:lnTo>
                  <a:pt x="3773059" y="481033"/>
                </a:lnTo>
                <a:cubicBezTo>
                  <a:pt x="3772906" y="480879"/>
                  <a:pt x="3773059" y="480419"/>
                  <a:pt x="3773059" y="480419"/>
                </a:cubicBezTo>
                <a:lnTo>
                  <a:pt x="3777592" y="472503"/>
                </a:lnTo>
                <a:cubicBezTo>
                  <a:pt x="3777670" y="472349"/>
                  <a:pt x="3778132" y="472195"/>
                  <a:pt x="3778132" y="472195"/>
                </a:cubicBezTo>
                <a:close/>
                <a:moveTo>
                  <a:pt x="5699112" y="471887"/>
                </a:moveTo>
                <a:lnTo>
                  <a:pt x="5708489" y="471887"/>
                </a:lnTo>
                <a:cubicBezTo>
                  <a:pt x="5708719" y="471887"/>
                  <a:pt x="5709026" y="472195"/>
                  <a:pt x="5709026" y="472195"/>
                </a:cubicBezTo>
                <a:lnTo>
                  <a:pt x="5713714" y="480342"/>
                </a:lnTo>
                <a:cubicBezTo>
                  <a:pt x="5713867" y="480571"/>
                  <a:pt x="5713714" y="481033"/>
                  <a:pt x="5713714" y="481033"/>
                </a:cubicBezTo>
                <a:lnTo>
                  <a:pt x="5709026" y="489179"/>
                </a:lnTo>
                <a:cubicBezTo>
                  <a:pt x="5708949" y="489333"/>
                  <a:pt x="5708489" y="489487"/>
                  <a:pt x="5708489" y="489487"/>
                </a:cubicBezTo>
                <a:lnTo>
                  <a:pt x="5699112" y="489487"/>
                </a:lnTo>
                <a:cubicBezTo>
                  <a:pt x="5698881" y="489487"/>
                  <a:pt x="5698573" y="489179"/>
                  <a:pt x="5698573" y="489179"/>
                </a:cubicBezTo>
                <a:lnTo>
                  <a:pt x="5693886" y="481033"/>
                </a:lnTo>
                <a:cubicBezTo>
                  <a:pt x="5693732" y="480803"/>
                  <a:pt x="5693886" y="480342"/>
                  <a:pt x="5693886" y="480342"/>
                </a:cubicBezTo>
                <a:lnTo>
                  <a:pt x="5698573" y="472195"/>
                </a:lnTo>
                <a:cubicBezTo>
                  <a:pt x="5698651" y="472041"/>
                  <a:pt x="5699112" y="471887"/>
                  <a:pt x="5699112" y="471887"/>
                </a:cubicBezTo>
                <a:close/>
                <a:moveTo>
                  <a:pt x="3503607" y="471887"/>
                </a:moveTo>
                <a:lnTo>
                  <a:pt x="3512982" y="471887"/>
                </a:lnTo>
                <a:cubicBezTo>
                  <a:pt x="3513214" y="471887"/>
                  <a:pt x="3513521" y="472195"/>
                  <a:pt x="3513521" y="472195"/>
                </a:cubicBezTo>
                <a:lnTo>
                  <a:pt x="3518209" y="480342"/>
                </a:lnTo>
                <a:cubicBezTo>
                  <a:pt x="3518362" y="480571"/>
                  <a:pt x="3518209" y="481033"/>
                  <a:pt x="3518209" y="481033"/>
                </a:cubicBezTo>
                <a:lnTo>
                  <a:pt x="3513521" y="489179"/>
                </a:lnTo>
                <a:cubicBezTo>
                  <a:pt x="3513443" y="489333"/>
                  <a:pt x="3512982" y="489487"/>
                  <a:pt x="3512982" y="489487"/>
                </a:cubicBezTo>
                <a:lnTo>
                  <a:pt x="3503607" y="489487"/>
                </a:lnTo>
                <a:cubicBezTo>
                  <a:pt x="3503376" y="489487"/>
                  <a:pt x="3503069" y="489179"/>
                  <a:pt x="3503069" y="489179"/>
                </a:cubicBezTo>
                <a:lnTo>
                  <a:pt x="3498381" y="481033"/>
                </a:lnTo>
                <a:cubicBezTo>
                  <a:pt x="3498227" y="480803"/>
                  <a:pt x="3498381" y="480342"/>
                  <a:pt x="3498381" y="480342"/>
                </a:cubicBezTo>
                <a:lnTo>
                  <a:pt x="3503069" y="472195"/>
                </a:lnTo>
                <a:cubicBezTo>
                  <a:pt x="3503146" y="472041"/>
                  <a:pt x="3503607" y="471887"/>
                  <a:pt x="3503607" y="471887"/>
                </a:cubicBezTo>
                <a:close/>
                <a:moveTo>
                  <a:pt x="3229005" y="471658"/>
                </a:moveTo>
                <a:lnTo>
                  <a:pt x="3238690" y="471658"/>
                </a:lnTo>
                <a:cubicBezTo>
                  <a:pt x="3238919" y="471658"/>
                  <a:pt x="3239305" y="471965"/>
                  <a:pt x="3239305" y="471965"/>
                </a:cubicBezTo>
                <a:lnTo>
                  <a:pt x="3244146" y="480342"/>
                </a:lnTo>
                <a:cubicBezTo>
                  <a:pt x="3244300" y="480573"/>
                  <a:pt x="3244146" y="481035"/>
                  <a:pt x="3244146" y="481035"/>
                </a:cubicBezTo>
                <a:lnTo>
                  <a:pt x="3239305" y="489411"/>
                </a:lnTo>
                <a:cubicBezTo>
                  <a:pt x="3239151" y="489565"/>
                  <a:pt x="3238690" y="489718"/>
                  <a:pt x="3238690" y="489718"/>
                </a:cubicBezTo>
                <a:lnTo>
                  <a:pt x="3229005" y="489718"/>
                </a:lnTo>
                <a:cubicBezTo>
                  <a:pt x="3228775" y="489718"/>
                  <a:pt x="3228390" y="489411"/>
                  <a:pt x="3228390" y="489411"/>
                </a:cubicBezTo>
                <a:lnTo>
                  <a:pt x="3223548" y="481035"/>
                </a:lnTo>
                <a:cubicBezTo>
                  <a:pt x="3223395" y="480803"/>
                  <a:pt x="3223548" y="480342"/>
                  <a:pt x="3223548" y="480342"/>
                </a:cubicBezTo>
                <a:lnTo>
                  <a:pt x="3228390" y="471965"/>
                </a:lnTo>
                <a:cubicBezTo>
                  <a:pt x="3228544" y="471812"/>
                  <a:pt x="3229005" y="471658"/>
                  <a:pt x="3229005" y="471658"/>
                </a:cubicBezTo>
                <a:close/>
                <a:moveTo>
                  <a:pt x="1947379" y="470120"/>
                </a:moveTo>
                <a:lnTo>
                  <a:pt x="1958753" y="470120"/>
                </a:lnTo>
                <a:cubicBezTo>
                  <a:pt x="1959060" y="470120"/>
                  <a:pt x="1959446" y="470503"/>
                  <a:pt x="1959446" y="470503"/>
                </a:cubicBezTo>
                <a:lnTo>
                  <a:pt x="1965132" y="480342"/>
                </a:lnTo>
                <a:cubicBezTo>
                  <a:pt x="1965285" y="480571"/>
                  <a:pt x="1965132" y="481111"/>
                  <a:pt x="1965132" y="481111"/>
                </a:cubicBezTo>
                <a:lnTo>
                  <a:pt x="1959446" y="490947"/>
                </a:lnTo>
                <a:cubicBezTo>
                  <a:pt x="1959292" y="491178"/>
                  <a:pt x="1958753" y="491332"/>
                  <a:pt x="1958753" y="491332"/>
                </a:cubicBezTo>
                <a:lnTo>
                  <a:pt x="1947379" y="491332"/>
                </a:lnTo>
                <a:cubicBezTo>
                  <a:pt x="1947071" y="491332"/>
                  <a:pt x="1946688" y="490947"/>
                  <a:pt x="1946688" y="490947"/>
                </a:cubicBezTo>
                <a:lnTo>
                  <a:pt x="1941000" y="481111"/>
                </a:lnTo>
                <a:cubicBezTo>
                  <a:pt x="1940846" y="480879"/>
                  <a:pt x="1941000" y="480342"/>
                  <a:pt x="1941000" y="480342"/>
                </a:cubicBezTo>
                <a:lnTo>
                  <a:pt x="1946688" y="470503"/>
                </a:lnTo>
                <a:cubicBezTo>
                  <a:pt x="1946841" y="470274"/>
                  <a:pt x="1947379" y="470120"/>
                  <a:pt x="1947379" y="470120"/>
                </a:cubicBezTo>
                <a:close/>
                <a:moveTo>
                  <a:pt x="2312668" y="468814"/>
                </a:moveTo>
                <a:lnTo>
                  <a:pt x="2325348" y="468814"/>
                </a:lnTo>
                <a:cubicBezTo>
                  <a:pt x="2325656" y="468814"/>
                  <a:pt x="2326117" y="469275"/>
                  <a:pt x="2326117" y="469275"/>
                </a:cubicBezTo>
                <a:lnTo>
                  <a:pt x="2332496" y="480266"/>
                </a:lnTo>
                <a:cubicBezTo>
                  <a:pt x="2332650" y="480573"/>
                  <a:pt x="2332496" y="481188"/>
                  <a:pt x="2332496" y="481188"/>
                </a:cubicBezTo>
                <a:lnTo>
                  <a:pt x="2326117" y="492177"/>
                </a:lnTo>
                <a:cubicBezTo>
                  <a:pt x="2325963" y="492485"/>
                  <a:pt x="2325348" y="492638"/>
                  <a:pt x="2325348" y="492638"/>
                </a:cubicBezTo>
                <a:lnTo>
                  <a:pt x="2312668" y="492638"/>
                </a:lnTo>
                <a:cubicBezTo>
                  <a:pt x="2312360" y="492638"/>
                  <a:pt x="2311899" y="492177"/>
                  <a:pt x="2311899" y="492177"/>
                </a:cubicBezTo>
                <a:lnTo>
                  <a:pt x="2305520" y="481188"/>
                </a:lnTo>
                <a:cubicBezTo>
                  <a:pt x="2305366" y="480881"/>
                  <a:pt x="2305520" y="480266"/>
                  <a:pt x="2305520" y="480266"/>
                </a:cubicBezTo>
                <a:lnTo>
                  <a:pt x="2311899" y="469275"/>
                </a:lnTo>
                <a:cubicBezTo>
                  <a:pt x="2312053" y="468968"/>
                  <a:pt x="2312668" y="468814"/>
                  <a:pt x="2312668" y="468814"/>
                </a:cubicBezTo>
                <a:close/>
                <a:moveTo>
                  <a:pt x="6062787" y="467737"/>
                </a:moveTo>
                <a:lnTo>
                  <a:pt x="6076698" y="467737"/>
                </a:lnTo>
                <a:cubicBezTo>
                  <a:pt x="6077006" y="467737"/>
                  <a:pt x="6077543" y="468199"/>
                  <a:pt x="6077543" y="468199"/>
                </a:cubicBezTo>
                <a:lnTo>
                  <a:pt x="6084459" y="480264"/>
                </a:lnTo>
                <a:cubicBezTo>
                  <a:pt x="6084613" y="480571"/>
                  <a:pt x="6084459" y="481264"/>
                  <a:pt x="6084459" y="481264"/>
                </a:cubicBezTo>
                <a:lnTo>
                  <a:pt x="6077543" y="493329"/>
                </a:lnTo>
                <a:cubicBezTo>
                  <a:pt x="6077389" y="493637"/>
                  <a:pt x="6076698" y="493791"/>
                  <a:pt x="6076698" y="493791"/>
                </a:cubicBezTo>
                <a:lnTo>
                  <a:pt x="6062787" y="493791"/>
                </a:lnTo>
                <a:cubicBezTo>
                  <a:pt x="6062480" y="493791"/>
                  <a:pt x="6061941" y="493329"/>
                  <a:pt x="6061941" y="493329"/>
                </a:cubicBezTo>
                <a:lnTo>
                  <a:pt x="6055024" y="481264"/>
                </a:lnTo>
                <a:cubicBezTo>
                  <a:pt x="6054871" y="480957"/>
                  <a:pt x="6055024" y="480264"/>
                  <a:pt x="6055024" y="480264"/>
                </a:cubicBezTo>
                <a:lnTo>
                  <a:pt x="6061941" y="468199"/>
                </a:lnTo>
                <a:cubicBezTo>
                  <a:pt x="6062095" y="467891"/>
                  <a:pt x="6062787" y="467737"/>
                  <a:pt x="6062787" y="467737"/>
                </a:cubicBezTo>
                <a:close/>
                <a:moveTo>
                  <a:pt x="2037528" y="467584"/>
                </a:moveTo>
                <a:lnTo>
                  <a:pt x="2051592" y="467584"/>
                </a:lnTo>
                <a:cubicBezTo>
                  <a:pt x="2051900" y="467584"/>
                  <a:pt x="2052437" y="468045"/>
                  <a:pt x="2052437" y="468045"/>
                </a:cubicBezTo>
                <a:lnTo>
                  <a:pt x="2059431" y="480188"/>
                </a:lnTo>
                <a:cubicBezTo>
                  <a:pt x="2059585" y="480495"/>
                  <a:pt x="2059431" y="481186"/>
                  <a:pt x="2059431" y="481186"/>
                </a:cubicBezTo>
                <a:lnTo>
                  <a:pt x="2052437" y="493329"/>
                </a:lnTo>
                <a:cubicBezTo>
                  <a:pt x="2052284" y="493637"/>
                  <a:pt x="2051592" y="493791"/>
                  <a:pt x="2051592" y="493791"/>
                </a:cubicBezTo>
                <a:lnTo>
                  <a:pt x="2037528" y="493791"/>
                </a:lnTo>
                <a:cubicBezTo>
                  <a:pt x="2037221" y="493791"/>
                  <a:pt x="2036683" y="493329"/>
                  <a:pt x="2036683" y="493329"/>
                </a:cubicBezTo>
                <a:lnTo>
                  <a:pt x="2029689" y="481186"/>
                </a:lnTo>
                <a:cubicBezTo>
                  <a:pt x="2029535" y="480879"/>
                  <a:pt x="2029689" y="480188"/>
                  <a:pt x="2029689" y="480188"/>
                </a:cubicBezTo>
                <a:lnTo>
                  <a:pt x="2036683" y="468045"/>
                </a:lnTo>
                <a:cubicBezTo>
                  <a:pt x="2036837" y="467815"/>
                  <a:pt x="2037528" y="467584"/>
                  <a:pt x="2037528" y="467584"/>
                </a:cubicBezTo>
                <a:close/>
                <a:moveTo>
                  <a:pt x="2951945" y="466739"/>
                </a:moveTo>
                <a:lnTo>
                  <a:pt x="2966855" y="466739"/>
                </a:lnTo>
                <a:cubicBezTo>
                  <a:pt x="2967238" y="466739"/>
                  <a:pt x="2967776" y="467276"/>
                  <a:pt x="2967776" y="467276"/>
                </a:cubicBezTo>
                <a:lnTo>
                  <a:pt x="2975231" y="480188"/>
                </a:lnTo>
                <a:cubicBezTo>
                  <a:pt x="2975385" y="480495"/>
                  <a:pt x="2975231" y="481264"/>
                  <a:pt x="2975231" y="481264"/>
                </a:cubicBezTo>
                <a:lnTo>
                  <a:pt x="2967776" y="494176"/>
                </a:lnTo>
                <a:cubicBezTo>
                  <a:pt x="2967546" y="494484"/>
                  <a:pt x="2966855" y="494713"/>
                  <a:pt x="2966855" y="494713"/>
                </a:cubicBezTo>
                <a:lnTo>
                  <a:pt x="2951945" y="494713"/>
                </a:lnTo>
                <a:cubicBezTo>
                  <a:pt x="2951560" y="494713"/>
                  <a:pt x="2951023" y="494176"/>
                  <a:pt x="2951023" y="494176"/>
                </a:cubicBezTo>
                <a:lnTo>
                  <a:pt x="2943568" y="481264"/>
                </a:lnTo>
                <a:cubicBezTo>
                  <a:pt x="2943414" y="480957"/>
                  <a:pt x="2943568" y="480188"/>
                  <a:pt x="2943568" y="480188"/>
                </a:cubicBezTo>
                <a:lnTo>
                  <a:pt x="2951023" y="467276"/>
                </a:lnTo>
                <a:cubicBezTo>
                  <a:pt x="2951253" y="466968"/>
                  <a:pt x="2951945" y="466739"/>
                  <a:pt x="2951945" y="466739"/>
                </a:cubicBezTo>
                <a:close/>
                <a:moveTo>
                  <a:pt x="2768108" y="465201"/>
                </a:moveTo>
                <a:lnTo>
                  <a:pt x="2784709" y="465201"/>
                </a:lnTo>
                <a:cubicBezTo>
                  <a:pt x="2785094" y="465201"/>
                  <a:pt x="2785708" y="465816"/>
                  <a:pt x="2785708" y="465816"/>
                </a:cubicBezTo>
                <a:lnTo>
                  <a:pt x="2794008" y="480188"/>
                </a:lnTo>
                <a:cubicBezTo>
                  <a:pt x="2794240" y="480495"/>
                  <a:pt x="2794008" y="481340"/>
                  <a:pt x="2794008" y="481340"/>
                </a:cubicBezTo>
                <a:lnTo>
                  <a:pt x="2785708" y="495712"/>
                </a:lnTo>
                <a:cubicBezTo>
                  <a:pt x="2785478" y="496097"/>
                  <a:pt x="2785094" y="496327"/>
                  <a:pt x="2784709" y="496327"/>
                </a:cubicBezTo>
                <a:lnTo>
                  <a:pt x="2768108" y="496327"/>
                </a:lnTo>
                <a:cubicBezTo>
                  <a:pt x="2767725" y="496327"/>
                  <a:pt x="2767109" y="495712"/>
                  <a:pt x="2767109" y="495712"/>
                </a:cubicBezTo>
                <a:lnTo>
                  <a:pt x="2758809" y="481340"/>
                </a:lnTo>
                <a:cubicBezTo>
                  <a:pt x="2758579" y="481033"/>
                  <a:pt x="2758809" y="480188"/>
                  <a:pt x="2758809" y="480188"/>
                </a:cubicBezTo>
                <a:lnTo>
                  <a:pt x="2767109" y="465816"/>
                </a:lnTo>
                <a:cubicBezTo>
                  <a:pt x="2767341" y="465431"/>
                  <a:pt x="2767725" y="465201"/>
                  <a:pt x="2768108" y="465201"/>
                </a:cubicBezTo>
                <a:close/>
                <a:moveTo>
                  <a:pt x="2676346" y="464664"/>
                </a:moveTo>
                <a:lnTo>
                  <a:pt x="2693484" y="464664"/>
                </a:lnTo>
                <a:cubicBezTo>
                  <a:pt x="2693944" y="464664"/>
                  <a:pt x="2694559" y="465279"/>
                  <a:pt x="2694559" y="465279"/>
                </a:cubicBezTo>
                <a:lnTo>
                  <a:pt x="2703167" y="480188"/>
                </a:lnTo>
                <a:cubicBezTo>
                  <a:pt x="2703397" y="480573"/>
                  <a:pt x="2703167" y="481418"/>
                  <a:pt x="2703167" y="481418"/>
                </a:cubicBezTo>
                <a:lnTo>
                  <a:pt x="2694559" y="496327"/>
                </a:lnTo>
                <a:cubicBezTo>
                  <a:pt x="2694328" y="496713"/>
                  <a:pt x="2693944" y="496942"/>
                  <a:pt x="2693484" y="496942"/>
                </a:cubicBezTo>
                <a:lnTo>
                  <a:pt x="2676346" y="496942"/>
                </a:lnTo>
                <a:cubicBezTo>
                  <a:pt x="2675884" y="496942"/>
                  <a:pt x="2675268" y="496327"/>
                  <a:pt x="2675268" y="496327"/>
                </a:cubicBezTo>
                <a:lnTo>
                  <a:pt x="2666660" y="481418"/>
                </a:lnTo>
                <a:cubicBezTo>
                  <a:pt x="2666431" y="481033"/>
                  <a:pt x="2666660" y="480188"/>
                  <a:pt x="2666660" y="480188"/>
                </a:cubicBezTo>
                <a:lnTo>
                  <a:pt x="2675268" y="465279"/>
                </a:lnTo>
                <a:cubicBezTo>
                  <a:pt x="2675498" y="464893"/>
                  <a:pt x="2675884" y="464664"/>
                  <a:pt x="2676346" y="464664"/>
                </a:cubicBezTo>
                <a:close/>
                <a:moveTo>
                  <a:pt x="2858643" y="463357"/>
                </a:moveTo>
                <a:lnTo>
                  <a:pt x="2877163" y="463357"/>
                </a:lnTo>
                <a:cubicBezTo>
                  <a:pt x="2877625" y="463357"/>
                  <a:pt x="2878086" y="463665"/>
                  <a:pt x="2878317" y="464048"/>
                </a:cubicBezTo>
                <a:lnTo>
                  <a:pt x="2887538" y="480112"/>
                </a:lnTo>
                <a:cubicBezTo>
                  <a:pt x="2887771" y="480495"/>
                  <a:pt x="2887771" y="481035"/>
                  <a:pt x="2887538" y="481418"/>
                </a:cubicBezTo>
                <a:lnTo>
                  <a:pt x="2878239" y="497481"/>
                </a:lnTo>
                <a:cubicBezTo>
                  <a:pt x="2878010" y="497943"/>
                  <a:pt x="2877548" y="498173"/>
                  <a:pt x="2877088" y="498173"/>
                </a:cubicBezTo>
                <a:lnTo>
                  <a:pt x="2858565" y="498173"/>
                </a:lnTo>
                <a:cubicBezTo>
                  <a:pt x="2858104" y="498173"/>
                  <a:pt x="2857643" y="497865"/>
                  <a:pt x="2857413" y="497481"/>
                </a:cubicBezTo>
                <a:lnTo>
                  <a:pt x="2848190" y="481418"/>
                </a:lnTo>
                <a:cubicBezTo>
                  <a:pt x="2847960" y="481035"/>
                  <a:pt x="2847960" y="480495"/>
                  <a:pt x="2848190" y="480112"/>
                </a:cubicBezTo>
                <a:lnTo>
                  <a:pt x="2857489" y="464048"/>
                </a:lnTo>
                <a:cubicBezTo>
                  <a:pt x="2857721" y="463587"/>
                  <a:pt x="2858182" y="463357"/>
                  <a:pt x="2858643" y="463357"/>
                </a:cubicBezTo>
                <a:close/>
                <a:moveTo>
                  <a:pt x="5877336" y="463126"/>
                </a:moveTo>
                <a:lnTo>
                  <a:pt x="5896166" y="463126"/>
                </a:lnTo>
                <a:cubicBezTo>
                  <a:pt x="5896627" y="463126"/>
                  <a:pt x="5897089" y="463433"/>
                  <a:pt x="5897318" y="463817"/>
                </a:cubicBezTo>
                <a:lnTo>
                  <a:pt x="5906695" y="480110"/>
                </a:lnTo>
                <a:cubicBezTo>
                  <a:pt x="5906924" y="480495"/>
                  <a:pt x="5906924" y="481033"/>
                  <a:pt x="5906695" y="481418"/>
                </a:cubicBezTo>
                <a:lnTo>
                  <a:pt x="5897318" y="497711"/>
                </a:lnTo>
                <a:cubicBezTo>
                  <a:pt x="5897089" y="498171"/>
                  <a:pt x="5896627" y="498402"/>
                  <a:pt x="5896166" y="498402"/>
                </a:cubicBezTo>
                <a:lnTo>
                  <a:pt x="5877336" y="498402"/>
                </a:lnTo>
                <a:cubicBezTo>
                  <a:pt x="5876875" y="498402"/>
                  <a:pt x="5876413" y="498095"/>
                  <a:pt x="5876184" y="497711"/>
                </a:cubicBezTo>
                <a:lnTo>
                  <a:pt x="5866807" y="481418"/>
                </a:lnTo>
                <a:cubicBezTo>
                  <a:pt x="5866577" y="481033"/>
                  <a:pt x="5866577" y="480495"/>
                  <a:pt x="5866807" y="480110"/>
                </a:cubicBezTo>
                <a:lnTo>
                  <a:pt x="5876184" y="463817"/>
                </a:lnTo>
                <a:cubicBezTo>
                  <a:pt x="5876413" y="463356"/>
                  <a:pt x="5876875" y="463126"/>
                  <a:pt x="5877336" y="463126"/>
                </a:cubicBezTo>
                <a:close/>
                <a:moveTo>
                  <a:pt x="3589990" y="462513"/>
                </a:moveTo>
                <a:lnTo>
                  <a:pt x="3609435" y="462513"/>
                </a:lnTo>
                <a:cubicBezTo>
                  <a:pt x="3609896" y="462513"/>
                  <a:pt x="3610357" y="462820"/>
                  <a:pt x="3610587" y="463204"/>
                </a:cubicBezTo>
                <a:lnTo>
                  <a:pt x="3620271" y="480036"/>
                </a:lnTo>
                <a:cubicBezTo>
                  <a:pt x="3620501" y="480497"/>
                  <a:pt x="3620501" y="481035"/>
                  <a:pt x="3620271" y="481418"/>
                </a:cubicBezTo>
                <a:lnTo>
                  <a:pt x="3610587" y="498250"/>
                </a:lnTo>
                <a:cubicBezTo>
                  <a:pt x="3610357" y="498712"/>
                  <a:pt x="3609896" y="498941"/>
                  <a:pt x="3609435" y="498941"/>
                </a:cubicBezTo>
                <a:lnTo>
                  <a:pt x="3589990" y="498941"/>
                </a:lnTo>
                <a:cubicBezTo>
                  <a:pt x="3589529" y="498941"/>
                  <a:pt x="3589068" y="498634"/>
                  <a:pt x="3588838" y="498250"/>
                </a:cubicBezTo>
                <a:lnTo>
                  <a:pt x="3579153" y="481418"/>
                </a:lnTo>
                <a:cubicBezTo>
                  <a:pt x="3578923" y="480957"/>
                  <a:pt x="3578923" y="480419"/>
                  <a:pt x="3579153" y="480036"/>
                </a:cubicBezTo>
                <a:lnTo>
                  <a:pt x="3588838" y="463204"/>
                </a:lnTo>
                <a:cubicBezTo>
                  <a:pt x="3589068" y="462742"/>
                  <a:pt x="3589529" y="462513"/>
                  <a:pt x="3589990" y="462513"/>
                </a:cubicBezTo>
                <a:close/>
                <a:moveTo>
                  <a:pt x="2583657" y="462281"/>
                </a:moveTo>
                <a:lnTo>
                  <a:pt x="2603332" y="462281"/>
                </a:lnTo>
                <a:cubicBezTo>
                  <a:pt x="2603871" y="462281"/>
                  <a:pt x="2604332" y="462511"/>
                  <a:pt x="2604562" y="462972"/>
                </a:cubicBezTo>
                <a:lnTo>
                  <a:pt x="2614400" y="480034"/>
                </a:lnTo>
                <a:cubicBezTo>
                  <a:pt x="2614630" y="480419"/>
                  <a:pt x="2614630" y="480957"/>
                  <a:pt x="2614400" y="481418"/>
                </a:cubicBezTo>
                <a:lnTo>
                  <a:pt x="2604562" y="498480"/>
                </a:lnTo>
                <a:cubicBezTo>
                  <a:pt x="2604254" y="498864"/>
                  <a:pt x="2603793" y="499171"/>
                  <a:pt x="2603332" y="499171"/>
                </a:cubicBezTo>
                <a:lnTo>
                  <a:pt x="2583657" y="499171"/>
                </a:lnTo>
                <a:cubicBezTo>
                  <a:pt x="2583120" y="499171"/>
                  <a:pt x="2582659" y="498941"/>
                  <a:pt x="2582429" y="498480"/>
                </a:cubicBezTo>
                <a:lnTo>
                  <a:pt x="2572591" y="481418"/>
                </a:lnTo>
                <a:cubicBezTo>
                  <a:pt x="2572361" y="481033"/>
                  <a:pt x="2572361" y="480495"/>
                  <a:pt x="2572591" y="480034"/>
                </a:cubicBezTo>
                <a:lnTo>
                  <a:pt x="2582429" y="462972"/>
                </a:lnTo>
                <a:cubicBezTo>
                  <a:pt x="2582737" y="462589"/>
                  <a:pt x="2583196" y="462281"/>
                  <a:pt x="2583657" y="462281"/>
                </a:cubicBezTo>
                <a:close/>
                <a:moveTo>
                  <a:pt x="4138502" y="461744"/>
                </a:moveTo>
                <a:lnTo>
                  <a:pt x="4158792" y="461744"/>
                </a:lnTo>
                <a:cubicBezTo>
                  <a:pt x="4159253" y="461744"/>
                  <a:pt x="4159792" y="461973"/>
                  <a:pt x="4160022" y="462435"/>
                </a:cubicBezTo>
                <a:lnTo>
                  <a:pt x="4170168" y="480036"/>
                </a:lnTo>
                <a:cubicBezTo>
                  <a:pt x="4170398" y="480495"/>
                  <a:pt x="4170398" y="481035"/>
                  <a:pt x="4170168" y="481496"/>
                </a:cubicBezTo>
                <a:lnTo>
                  <a:pt x="4160022" y="499095"/>
                </a:lnTo>
                <a:cubicBezTo>
                  <a:pt x="4159792" y="499479"/>
                  <a:pt x="4159330" y="499786"/>
                  <a:pt x="4158792" y="499786"/>
                </a:cubicBezTo>
                <a:lnTo>
                  <a:pt x="4138502" y="499786"/>
                </a:lnTo>
                <a:cubicBezTo>
                  <a:pt x="4138040" y="499786"/>
                  <a:pt x="4137503" y="499557"/>
                  <a:pt x="4137274" y="499095"/>
                </a:cubicBezTo>
                <a:lnTo>
                  <a:pt x="4127128" y="481496"/>
                </a:lnTo>
                <a:cubicBezTo>
                  <a:pt x="4126898" y="481035"/>
                  <a:pt x="4126898" y="480495"/>
                  <a:pt x="4127128" y="480036"/>
                </a:cubicBezTo>
                <a:lnTo>
                  <a:pt x="4137274" y="462435"/>
                </a:lnTo>
                <a:cubicBezTo>
                  <a:pt x="4137503" y="462051"/>
                  <a:pt x="4137964" y="461744"/>
                  <a:pt x="4138502" y="461744"/>
                </a:cubicBezTo>
                <a:close/>
                <a:moveTo>
                  <a:pt x="3680908" y="461436"/>
                </a:moveTo>
                <a:lnTo>
                  <a:pt x="3701505" y="461436"/>
                </a:lnTo>
                <a:cubicBezTo>
                  <a:pt x="3701967" y="461436"/>
                  <a:pt x="3702507" y="461666"/>
                  <a:pt x="3702736" y="462127"/>
                </a:cubicBezTo>
                <a:lnTo>
                  <a:pt x="3713033" y="479958"/>
                </a:lnTo>
                <a:cubicBezTo>
                  <a:pt x="3713265" y="480419"/>
                  <a:pt x="3713265" y="480957"/>
                  <a:pt x="3713033" y="481418"/>
                </a:cubicBezTo>
                <a:lnTo>
                  <a:pt x="3702736" y="499249"/>
                </a:lnTo>
                <a:cubicBezTo>
                  <a:pt x="3702507" y="499633"/>
                  <a:pt x="3702045" y="499940"/>
                  <a:pt x="3701505" y="499940"/>
                </a:cubicBezTo>
                <a:lnTo>
                  <a:pt x="3680908" y="499940"/>
                </a:lnTo>
                <a:cubicBezTo>
                  <a:pt x="3680448" y="499940"/>
                  <a:pt x="3679910" y="499710"/>
                  <a:pt x="3679680" y="499249"/>
                </a:cubicBezTo>
                <a:lnTo>
                  <a:pt x="3669380" y="481418"/>
                </a:lnTo>
                <a:cubicBezTo>
                  <a:pt x="3669151" y="480957"/>
                  <a:pt x="3669151" y="480419"/>
                  <a:pt x="3669380" y="479958"/>
                </a:cubicBezTo>
                <a:lnTo>
                  <a:pt x="3679680" y="462127"/>
                </a:lnTo>
                <a:cubicBezTo>
                  <a:pt x="3679910" y="461744"/>
                  <a:pt x="3680371" y="461436"/>
                  <a:pt x="3680908" y="461436"/>
                </a:cubicBezTo>
                <a:close/>
                <a:moveTo>
                  <a:pt x="5053071" y="461282"/>
                </a:moveTo>
                <a:lnTo>
                  <a:pt x="5073822" y="461282"/>
                </a:lnTo>
                <a:cubicBezTo>
                  <a:pt x="5074284" y="461282"/>
                  <a:pt x="5074821" y="461590"/>
                  <a:pt x="5075051" y="462051"/>
                </a:cubicBezTo>
                <a:lnTo>
                  <a:pt x="5085427" y="480034"/>
                </a:lnTo>
                <a:cubicBezTo>
                  <a:pt x="5085658" y="480495"/>
                  <a:pt x="5085658" y="481035"/>
                  <a:pt x="5085427" y="481496"/>
                </a:cubicBezTo>
                <a:lnTo>
                  <a:pt x="5075051" y="499479"/>
                </a:lnTo>
                <a:cubicBezTo>
                  <a:pt x="5074821" y="499940"/>
                  <a:pt x="5074360" y="500248"/>
                  <a:pt x="5073822" y="500248"/>
                </a:cubicBezTo>
                <a:lnTo>
                  <a:pt x="5053071" y="500248"/>
                </a:lnTo>
                <a:cubicBezTo>
                  <a:pt x="5052610" y="500248"/>
                  <a:pt x="5052071" y="499940"/>
                  <a:pt x="5051841" y="499479"/>
                </a:cubicBezTo>
                <a:lnTo>
                  <a:pt x="5041466" y="481496"/>
                </a:lnTo>
                <a:cubicBezTo>
                  <a:pt x="5041236" y="481035"/>
                  <a:pt x="5041236" y="480495"/>
                  <a:pt x="5041466" y="480034"/>
                </a:cubicBezTo>
                <a:lnTo>
                  <a:pt x="5051841" y="462051"/>
                </a:lnTo>
                <a:cubicBezTo>
                  <a:pt x="5052071" y="461590"/>
                  <a:pt x="5052533" y="461282"/>
                  <a:pt x="5053071" y="461282"/>
                </a:cubicBezTo>
                <a:close/>
                <a:moveTo>
                  <a:pt x="5601429" y="460284"/>
                </a:moveTo>
                <a:lnTo>
                  <a:pt x="5623257" y="460284"/>
                </a:lnTo>
                <a:cubicBezTo>
                  <a:pt x="5623794" y="460284"/>
                  <a:pt x="5624255" y="460591"/>
                  <a:pt x="5624563" y="461053"/>
                </a:cubicBezTo>
                <a:lnTo>
                  <a:pt x="5635476" y="479958"/>
                </a:lnTo>
                <a:cubicBezTo>
                  <a:pt x="5635784" y="480419"/>
                  <a:pt x="5635784" y="481035"/>
                  <a:pt x="5635476" y="481496"/>
                </a:cubicBezTo>
                <a:lnTo>
                  <a:pt x="5624563" y="500401"/>
                </a:lnTo>
                <a:cubicBezTo>
                  <a:pt x="5624331" y="500863"/>
                  <a:pt x="5623794" y="501170"/>
                  <a:pt x="5623257" y="501170"/>
                </a:cubicBezTo>
                <a:lnTo>
                  <a:pt x="5601429" y="501170"/>
                </a:lnTo>
                <a:cubicBezTo>
                  <a:pt x="5600892" y="501170"/>
                  <a:pt x="5600431" y="500863"/>
                  <a:pt x="5600124" y="500401"/>
                </a:cubicBezTo>
                <a:lnTo>
                  <a:pt x="5589211" y="481496"/>
                </a:lnTo>
                <a:cubicBezTo>
                  <a:pt x="5588901" y="481035"/>
                  <a:pt x="5588901" y="480419"/>
                  <a:pt x="5589211" y="479958"/>
                </a:cubicBezTo>
                <a:lnTo>
                  <a:pt x="5600124" y="461053"/>
                </a:lnTo>
                <a:cubicBezTo>
                  <a:pt x="5600353" y="460591"/>
                  <a:pt x="5600892" y="460284"/>
                  <a:pt x="5601429" y="460284"/>
                </a:cubicBezTo>
                <a:close/>
                <a:moveTo>
                  <a:pt x="3405461" y="459437"/>
                </a:moveTo>
                <a:lnTo>
                  <a:pt x="3428134" y="459437"/>
                </a:lnTo>
                <a:cubicBezTo>
                  <a:pt x="3428672" y="459437"/>
                  <a:pt x="3429210" y="459745"/>
                  <a:pt x="3429517" y="460206"/>
                </a:cubicBezTo>
                <a:lnTo>
                  <a:pt x="3440891" y="479880"/>
                </a:lnTo>
                <a:cubicBezTo>
                  <a:pt x="3441199" y="480418"/>
                  <a:pt x="3441199" y="481033"/>
                  <a:pt x="3440891" y="481494"/>
                </a:cubicBezTo>
                <a:lnTo>
                  <a:pt x="3429517" y="501168"/>
                </a:lnTo>
                <a:cubicBezTo>
                  <a:pt x="3429210" y="501630"/>
                  <a:pt x="3428672" y="501937"/>
                  <a:pt x="3428134" y="501937"/>
                </a:cubicBezTo>
                <a:lnTo>
                  <a:pt x="3405461" y="501937"/>
                </a:lnTo>
                <a:cubicBezTo>
                  <a:pt x="3404924" y="501937"/>
                  <a:pt x="3404387" y="501630"/>
                  <a:pt x="3404079" y="501168"/>
                </a:cubicBezTo>
                <a:lnTo>
                  <a:pt x="3392705" y="481494"/>
                </a:lnTo>
                <a:cubicBezTo>
                  <a:pt x="3392396" y="480957"/>
                  <a:pt x="3392396" y="480342"/>
                  <a:pt x="3392705" y="479880"/>
                </a:cubicBezTo>
                <a:lnTo>
                  <a:pt x="3404079" y="460206"/>
                </a:lnTo>
                <a:cubicBezTo>
                  <a:pt x="3404387" y="459745"/>
                  <a:pt x="3404924" y="459437"/>
                  <a:pt x="3405461" y="459437"/>
                </a:cubicBezTo>
                <a:close/>
                <a:moveTo>
                  <a:pt x="3954204" y="459207"/>
                </a:moveTo>
                <a:lnTo>
                  <a:pt x="3977184" y="459207"/>
                </a:lnTo>
                <a:cubicBezTo>
                  <a:pt x="3977723" y="459207"/>
                  <a:pt x="3978261" y="459591"/>
                  <a:pt x="3978569" y="460052"/>
                </a:cubicBezTo>
                <a:lnTo>
                  <a:pt x="3990020" y="479958"/>
                </a:lnTo>
                <a:cubicBezTo>
                  <a:pt x="3990328" y="480419"/>
                  <a:pt x="3990328" y="481111"/>
                  <a:pt x="3990020" y="481572"/>
                </a:cubicBezTo>
                <a:lnTo>
                  <a:pt x="3978491" y="501478"/>
                </a:lnTo>
                <a:cubicBezTo>
                  <a:pt x="3978185" y="502015"/>
                  <a:pt x="3977646" y="502323"/>
                  <a:pt x="3977108" y="502323"/>
                </a:cubicBezTo>
                <a:lnTo>
                  <a:pt x="3954129" y="502323"/>
                </a:lnTo>
                <a:cubicBezTo>
                  <a:pt x="3953589" y="502323"/>
                  <a:pt x="3953052" y="501939"/>
                  <a:pt x="3952744" y="501478"/>
                </a:cubicBezTo>
                <a:lnTo>
                  <a:pt x="3941295" y="481572"/>
                </a:lnTo>
                <a:cubicBezTo>
                  <a:pt x="3940985" y="481111"/>
                  <a:pt x="3940985" y="480419"/>
                  <a:pt x="3941295" y="479958"/>
                </a:cubicBezTo>
                <a:lnTo>
                  <a:pt x="3952822" y="460052"/>
                </a:lnTo>
                <a:cubicBezTo>
                  <a:pt x="3953130" y="459515"/>
                  <a:pt x="3953667" y="459207"/>
                  <a:pt x="3954204" y="459207"/>
                </a:cubicBezTo>
                <a:close/>
                <a:moveTo>
                  <a:pt x="2489663" y="457823"/>
                </a:moveTo>
                <a:lnTo>
                  <a:pt x="2514181" y="457823"/>
                </a:lnTo>
                <a:cubicBezTo>
                  <a:pt x="2514718" y="457823"/>
                  <a:pt x="2515333" y="458131"/>
                  <a:pt x="2515641" y="458668"/>
                </a:cubicBezTo>
                <a:lnTo>
                  <a:pt x="2527860" y="479880"/>
                </a:lnTo>
                <a:cubicBezTo>
                  <a:pt x="2528167" y="480418"/>
                  <a:pt x="2528167" y="481111"/>
                  <a:pt x="2527860" y="481648"/>
                </a:cubicBezTo>
                <a:lnTo>
                  <a:pt x="2515641" y="502860"/>
                </a:lnTo>
                <a:cubicBezTo>
                  <a:pt x="2515333" y="503397"/>
                  <a:pt x="2514794" y="503705"/>
                  <a:pt x="2514181" y="503705"/>
                </a:cubicBezTo>
                <a:lnTo>
                  <a:pt x="2489663" y="503705"/>
                </a:lnTo>
                <a:cubicBezTo>
                  <a:pt x="2489126" y="503705"/>
                  <a:pt x="2488511" y="503397"/>
                  <a:pt x="2488203" y="502860"/>
                </a:cubicBezTo>
                <a:lnTo>
                  <a:pt x="2475983" y="481648"/>
                </a:lnTo>
                <a:cubicBezTo>
                  <a:pt x="2475677" y="481111"/>
                  <a:pt x="2475677" y="480418"/>
                  <a:pt x="2475983" y="479880"/>
                </a:cubicBezTo>
                <a:lnTo>
                  <a:pt x="2488203" y="458668"/>
                </a:lnTo>
                <a:cubicBezTo>
                  <a:pt x="2488511" y="458131"/>
                  <a:pt x="2489048" y="457823"/>
                  <a:pt x="2489663" y="457823"/>
                </a:cubicBezTo>
                <a:close/>
                <a:moveTo>
                  <a:pt x="2214678" y="456671"/>
                </a:moveTo>
                <a:lnTo>
                  <a:pt x="2240347" y="456671"/>
                </a:lnTo>
                <a:cubicBezTo>
                  <a:pt x="2240962" y="456671"/>
                  <a:pt x="2241578" y="457054"/>
                  <a:pt x="2241885" y="457594"/>
                </a:cubicBezTo>
                <a:lnTo>
                  <a:pt x="2254719" y="479804"/>
                </a:lnTo>
                <a:cubicBezTo>
                  <a:pt x="2255027" y="480419"/>
                  <a:pt x="2255027" y="481111"/>
                  <a:pt x="2254719" y="481648"/>
                </a:cubicBezTo>
                <a:lnTo>
                  <a:pt x="2241885" y="503859"/>
                </a:lnTo>
                <a:cubicBezTo>
                  <a:pt x="2241578" y="504398"/>
                  <a:pt x="2240962" y="504781"/>
                  <a:pt x="2240347" y="504781"/>
                </a:cubicBezTo>
                <a:lnTo>
                  <a:pt x="2214678" y="504781"/>
                </a:lnTo>
                <a:cubicBezTo>
                  <a:pt x="2214062" y="504781"/>
                  <a:pt x="2213449" y="504398"/>
                  <a:pt x="2213141" y="503859"/>
                </a:cubicBezTo>
                <a:lnTo>
                  <a:pt x="2200306" y="481648"/>
                </a:lnTo>
                <a:cubicBezTo>
                  <a:pt x="2200000" y="481033"/>
                  <a:pt x="2200000" y="480342"/>
                  <a:pt x="2200306" y="479804"/>
                </a:cubicBezTo>
                <a:lnTo>
                  <a:pt x="2213141" y="457594"/>
                </a:lnTo>
                <a:cubicBezTo>
                  <a:pt x="2213449" y="457054"/>
                  <a:pt x="2214062" y="456671"/>
                  <a:pt x="2214678" y="456671"/>
                </a:cubicBezTo>
                <a:close/>
                <a:moveTo>
                  <a:pt x="4958770" y="455980"/>
                </a:moveTo>
                <a:lnTo>
                  <a:pt x="4985209" y="455980"/>
                </a:lnTo>
                <a:cubicBezTo>
                  <a:pt x="4985900" y="455980"/>
                  <a:pt x="4986515" y="456363"/>
                  <a:pt x="4986823" y="456902"/>
                </a:cubicBezTo>
                <a:lnTo>
                  <a:pt x="5000042" y="479804"/>
                </a:lnTo>
                <a:cubicBezTo>
                  <a:pt x="5000349" y="480342"/>
                  <a:pt x="5000349" y="481111"/>
                  <a:pt x="5000042" y="481650"/>
                </a:cubicBezTo>
                <a:lnTo>
                  <a:pt x="4986823" y="504552"/>
                </a:lnTo>
                <a:cubicBezTo>
                  <a:pt x="4986515" y="505089"/>
                  <a:pt x="4985900" y="505474"/>
                  <a:pt x="4985209" y="505474"/>
                </a:cubicBezTo>
                <a:lnTo>
                  <a:pt x="4958770" y="505474"/>
                </a:lnTo>
                <a:cubicBezTo>
                  <a:pt x="4958079" y="505474"/>
                  <a:pt x="4957464" y="505089"/>
                  <a:pt x="4957157" y="504552"/>
                </a:cubicBezTo>
                <a:lnTo>
                  <a:pt x="4943937" y="481650"/>
                </a:lnTo>
                <a:cubicBezTo>
                  <a:pt x="4943631" y="481111"/>
                  <a:pt x="4943631" y="480342"/>
                  <a:pt x="4943937" y="479804"/>
                </a:cubicBezTo>
                <a:lnTo>
                  <a:pt x="4957157" y="456902"/>
                </a:lnTo>
                <a:cubicBezTo>
                  <a:pt x="4957464" y="456363"/>
                  <a:pt x="4958079" y="455980"/>
                  <a:pt x="4958770" y="455980"/>
                </a:cubicBezTo>
                <a:close/>
                <a:moveTo>
                  <a:pt x="3860596" y="455287"/>
                </a:moveTo>
                <a:lnTo>
                  <a:pt x="3887802" y="455287"/>
                </a:lnTo>
                <a:cubicBezTo>
                  <a:pt x="3888493" y="455287"/>
                  <a:pt x="3889108" y="455594"/>
                  <a:pt x="3889492" y="456209"/>
                </a:cubicBezTo>
                <a:lnTo>
                  <a:pt x="3903097" y="479726"/>
                </a:lnTo>
                <a:cubicBezTo>
                  <a:pt x="3903480" y="480342"/>
                  <a:pt x="3903480" y="481033"/>
                  <a:pt x="3903097" y="481648"/>
                </a:cubicBezTo>
                <a:lnTo>
                  <a:pt x="3889492" y="505165"/>
                </a:lnTo>
                <a:cubicBezTo>
                  <a:pt x="3889108" y="505704"/>
                  <a:pt x="3888493" y="506087"/>
                  <a:pt x="3887802" y="506087"/>
                </a:cubicBezTo>
                <a:lnTo>
                  <a:pt x="3860596" y="506087"/>
                </a:lnTo>
                <a:cubicBezTo>
                  <a:pt x="3859903" y="506087"/>
                  <a:pt x="3859288" y="505780"/>
                  <a:pt x="3858905" y="505165"/>
                </a:cubicBezTo>
                <a:lnTo>
                  <a:pt x="3845301" y="481648"/>
                </a:lnTo>
                <a:cubicBezTo>
                  <a:pt x="3844916" y="481033"/>
                  <a:pt x="3844916" y="480342"/>
                  <a:pt x="3845301" y="479726"/>
                </a:cubicBezTo>
                <a:lnTo>
                  <a:pt x="3858905" y="456209"/>
                </a:lnTo>
                <a:cubicBezTo>
                  <a:pt x="3859288" y="455670"/>
                  <a:pt x="3859903" y="455287"/>
                  <a:pt x="3860596" y="455287"/>
                </a:cubicBezTo>
                <a:close/>
                <a:moveTo>
                  <a:pt x="5506361" y="453597"/>
                </a:moveTo>
                <a:lnTo>
                  <a:pt x="5535334" y="453597"/>
                </a:lnTo>
                <a:cubicBezTo>
                  <a:pt x="5536025" y="453597"/>
                  <a:pt x="5536718" y="453981"/>
                  <a:pt x="5537102" y="454596"/>
                </a:cubicBezTo>
                <a:lnTo>
                  <a:pt x="5551551" y="479728"/>
                </a:lnTo>
                <a:cubicBezTo>
                  <a:pt x="5551935" y="480419"/>
                  <a:pt x="5551935" y="481188"/>
                  <a:pt x="5551551" y="481803"/>
                </a:cubicBezTo>
                <a:lnTo>
                  <a:pt x="5537026" y="506934"/>
                </a:lnTo>
                <a:cubicBezTo>
                  <a:pt x="5536640" y="507549"/>
                  <a:pt x="5535950" y="507933"/>
                  <a:pt x="5535258" y="507933"/>
                </a:cubicBezTo>
                <a:lnTo>
                  <a:pt x="5506283" y="507933"/>
                </a:lnTo>
                <a:cubicBezTo>
                  <a:pt x="5505592" y="507933"/>
                  <a:pt x="5504901" y="507549"/>
                  <a:pt x="5504515" y="506934"/>
                </a:cubicBezTo>
                <a:lnTo>
                  <a:pt x="5490068" y="481803"/>
                </a:lnTo>
                <a:cubicBezTo>
                  <a:pt x="5489682" y="481111"/>
                  <a:pt x="5489682" y="480342"/>
                  <a:pt x="5490068" y="479728"/>
                </a:cubicBezTo>
                <a:lnTo>
                  <a:pt x="5504593" y="454596"/>
                </a:lnTo>
                <a:cubicBezTo>
                  <a:pt x="5504977" y="453981"/>
                  <a:pt x="5505668" y="453597"/>
                  <a:pt x="5506361" y="453597"/>
                </a:cubicBezTo>
                <a:close/>
                <a:moveTo>
                  <a:pt x="4865930" y="453443"/>
                </a:moveTo>
                <a:lnTo>
                  <a:pt x="4895059" y="453443"/>
                </a:lnTo>
                <a:cubicBezTo>
                  <a:pt x="4895750" y="453443"/>
                  <a:pt x="4896442" y="453827"/>
                  <a:pt x="4896827" y="454442"/>
                </a:cubicBezTo>
                <a:lnTo>
                  <a:pt x="4911352" y="479651"/>
                </a:lnTo>
                <a:cubicBezTo>
                  <a:pt x="4911736" y="480266"/>
                  <a:pt x="4911736" y="481111"/>
                  <a:pt x="4911352" y="481726"/>
                </a:cubicBezTo>
                <a:lnTo>
                  <a:pt x="4896749" y="506934"/>
                </a:lnTo>
                <a:cubicBezTo>
                  <a:pt x="4896365" y="507549"/>
                  <a:pt x="4895674" y="507933"/>
                  <a:pt x="4894981" y="507933"/>
                </a:cubicBezTo>
                <a:lnTo>
                  <a:pt x="4865855" y="507933"/>
                </a:lnTo>
                <a:cubicBezTo>
                  <a:pt x="4865161" y="507933"/>
                  <a:pt x="4864470" y="507549"/>
                  <a:pt x="4864087" y="506934"/>
                </a:cubicBezTo>
                <a:lnTo>
                  <a:pt x="4849561" y="481726"/>
                </a:lnTo>
                <a:cubicBezTo>
                  <a:pt x="4849176" y="481111"/>
                  <a:pt x="4849176" y="480266"/>
                  <a:pt x="4849561" y="479651"/>
                </a:cubicBezTo>
                <a:lnTo>
                  <a:pt x="4864163" y="454442"/>
                </a:lnTo>
                <a:cubicBezTo>
                  <a:pt x="4864548" y="453827"/>
                  <a:pt x="4865240" y="453443"/>
                  <a:pt x="4865930" y="453443"/>
                </a:cubicBezTo>
                <a:close/>
                <a:moveTo>
                  <a:pt x="4590561" y="451752"/>
                </a:moveTo>
                <a:lnTo>
                  <a:pt x="4621456" y="451752"/>
                </a:lnTo>
                <a:cubicBezTo>
                  <a:pt x="4622224" y="451752"/>
                  <a:pt x="4622993" y="452135"/>
                  <a:pt x="4623377" y="452828"/>
                </a:cubicBezTo>
                <a:lnTo>
                  <a:pt x="4638825" y="479573"/>
                </a:lnTo>
                <a:cubicBezTo>
                  <a:pt x="4639209" y="480188"/>
                  <a:pt x="4639209" y="481033"/>
                  <a:pt x="4638825" y="481726"/>
                </a:cubicBezTo>
                <a:lnTo>
                  <a:pt x="4623377" y="508470"/>
                </a:lnTo>
                <a:cubicBezTo>
                  <a:pt x="4622916" y="509161"/>
                  <a:pt x="4622224" y="509547"/>
                  <a:pt x="4621456" y="509547"/>
                </a:cubicBezTo>
                <a:lnTo>
                  <a:pt x="4590561" y="509547"/>
                </a:lnTo>
                <a:cubicBezTo>
                  <a:pt x="4589793" y="509547"/>
                  <a:pt x="4589023" y="509161"/>
                  <a:pt x="4588640" y="508470"/>
                </a:cubicBezTo>
                <a:lnTo>
                  <a:pt x="4573191" y="481726"/>
                </a:lnTo>
                <a:cubicBezTo>
                  <a:pt x="4572806" y="481111"/>
                  <a:pt x="4572806" y="480266"/>
                  <a:pt x="4573191" y="479573"/>
                </a:cubicBezTo>
                <a:lnTo>
                  <a:pt x="4588640" y="452828"/>
                </a:lnTo>
                <a:cubicBezTo>
                  <a:pt x="4589099" y="452135"/>
                  <a:pt x="4589793" y="451752"/>
                  <a:pt x="4590561" y="451752"/>
                </a:cubicBezTo>
                <a:close/>
                <a:moveTo>
                  <a:pt x="4224579" y="451598"/>
                </a:moveTo>
                <a:lnTo>
                  <a:pt x="4255627" y="451598"/>
                </a:lnTo>
                <a:cubicBezTo>
                  <a:pt x="4256397" y="451598"/>
                  <a:pt x="4257165" y="451981"/>
                  <a:pt x="4257549" y="452674"/>
                </a:cubicBezTo>
                <a:lnTo>
                  <a:pt x="4273075" y="479573"/>
                </a:lnTo>
                <a:cubicBezTo>
                  <a:pt x="4273458" y="480266"/>
                  <a:pt x="4273458" y="481111"/>
                  <a:pt x="4273075" y="481802"/>
                </a:cubicBezTo>
                <a:lnTo>
                  <a:pt x="4257549" y="508702"/>
                </a:lnTo>
                <a:cubicBezTo>
                  <a:pt x="4257089" y="509315"/>
                  <a:pt x="4256397" y="509776"/>
                  <a:pt x="4255627" y="509776"/>
                </a:cubicBezTo>
                <a:lnTo>
                  <a:pt x="4224579" y="509776"/>
                </a:lnTo>
                <a:cubicBezTo>
                  <a:pt x="4223810" y="509776"/>
                  <a:pt x="4223041" y="509393"/>
                  <a:pt x="4222658" y="508702"/>
                </a:cubicBezTo>
                <a:lnTo>
                  <a:pt x="4207133" y="481802"/>
                </a:lnTo>
                <a:cubicBezTo>
                  <a:pt x="4206748" y="481111"/>
                  <a:pt x="4206748" y="480266"/>
                  <a:pt x="4207133" y="479573"/>
                </a:cubicBezTo>
                <a:lnTo>
                  <a:pt x="4222658" y="452674"/>
                </a:lnTo>
                <a:cubicBezTo>
                  <a:pt x="4223119" y="452059"/>
                  <a:pt x="4223810" y="451598"/>
                  <a:pt x="4224579" y="451598"/>
                </a:cubicBezTo>
                <a:close/>
                <a:moveTo>
                  <a:pt x="4773397" y="451522"/>
                </a:moveTo>
                <a:lnTo>
                  <a:pt x="4804600" y="451522"/>
                </a:lnTo>
                <a:cubicBezTo>
                  <a:pt x="4805369" y="451522"/>
                  <a:pt x="4806136" y="451906"/>
                  <a:pt x="4806522" y="452598"/>
                </a:cubicBezTo>
                <a:lnTo>
                  <a:pt x="4822124" y="479651"/>
                </a:lnTo>
                <a:cubicBezTo>
                  <a:pt x="4822507" y="480342"/>
                  <a:pt x="4822507" y="481188"/>
                  <a:pt x="4822124" y="481879"/>
                </a:cubicBezTo>
                <a:lnTo>
                  <a:pt x="4806522" y="508931"/>
                </a:lnTo>
                <a:cubicBezTo>
                  <a:pt x="4806136" y="509547"/>
                  <a:pt x="4805369" y="510008"/>
                  <a:pt x="4804600" y="510008"/>
                </a:cubicBezTo>
                <a:lnTo>
                  <a:pt x="4773397" y="510008"/>
                </a:lnTo>
                <a:cubicBezTo>
                  <a:pt x="4772629" y="510008"/>
                  <a:pt x="4771860" y="509624"/>
                  <a:pt x="4771475" y="508931"/>
                </a:cubicBezTo>
                <a:lnTo>
                  <a:pt x="4755875" y="481879"/>
                </a:lnTo>
                <a:cubicBezTo>
                  <a:pt x="4755489" y="481188"/>
                  <a:pt x="4755489" y="480342"/>
                  <a:pt x="4755875" y="479651"/>
                </a:cubicBezTo>
                <a:lnTo>
                  <a:pt x="4771475" y="452598"/>
                </a:lnTo>
                <a:cubicBezTo>
                  <a:pt x="4771860" y="451983"/>
                  <a:pt x="4772629" y="451522"/>
                  <a:pt x="4773397" y="451522"/>
                </a:cubicBezTo>
                <a:close/>
                <a:moveTo>
                  <a:pt x="4315883" y="451368"/>
                </a:moveTo>
                <a:lnTo>
                  <a:pt x="4347241" y="451368"/>
                </a:lnTo>
                <a:cubicBezTo>
                  <a:pt x="4348008" y="451368"/>
                  <a:pt x="4348777" y="451752"/>
                  <a:pt x="4349162" y="452445"/>
                </a:cubicBezTo>
                <a:lnTo>
                  <a:pt x="4364840" y="479575"/>
                </a:lnTo>
                <a:cubicBezTo>
                  <a:pt x="4365223" y="480266"/>
                  <a:pt x="4365223" y="481111"/>
                  <a:pt x="4364840" y="481803"/>
                </a:cubicBezTo>
                <a:lnTo>
                  <a:pt x="4349162" y="508931"/>
                </a:lnTo>
                <a:cubicBezTo>
                  <a:pt x="4348777" y="509547"/>
                  <a:pt x="4348008" y="510008"/>
                  <a:pt x="4347241" y="510008"/>
                </a:cubicBezTo>
                <a:lnTo>
                  <a:pt x="4315883" y="510008"/>
                </a:lnTo>
                <a:cubicBezTo>
                  <a:pt x="4315114" y="510008"/>
                  <a:pt x="4314345" y="509624"/>
                  <a:pt x="4313961" y="508931"/>
                </a:cubicBezTo>
                <a:lnTo>
                  <a:pt x="4298283" y="481803"/>
                </a:lnTo>
                <a:cubicBezTo>
                  <a:pt x="4297898" y="481111"/>
                  <a:pt x="4297898" y="480266"/>
                  <a:pt x="4298283" y="479575"/>
                </a:cubicBezTo>
                <a:lnTo>
                  <a:pt x="4313961" y="452445"/>
                </a:lnTo>
                <a:cubicBezTo>
                  <a:pt x="4314345" y="451830"/>
                  <a:pt x="4315114" y="451368"/>
                  <a:pt x="4315883" y="451368"/>
                </a:cubicBezTo>
                <a:close/>
                <a:moveTo>
                  <a:pt x="5413595" y="451214"/>
                </a:moveTo>
                <a:lnTo>
                  <a:pt x="5445107" y="451214"/>
                </a:lnTo>
                <a:cubicBezTo>
                  <a:pt x="5445874" y="451214"/>
                  <a:pt x="5446643" y="451598"/>
                  <a:pt x="5447029" y="452291"/>
                </a:cubicBezTo>
                <a:lnTo>
                  <a:pt x="5462784" y="479575"/>
                </a:lnTo>
                <a:cubicBezTo>
                  <a:pt x="5463168" y="480266"/>
                  <a:pt x="5463168" y="481111"/>
                  <a:pt x="5462784" y="481802"/>
                </a:cubicBezTo>
                <a:lnTo>
                  <a:pt x="5447029" y="509085"/>
                </a:lnTo>
                <a:cubicBezTo>
                  <a:pt x="5446643" y="509700"/>
                  <a:pt x="5445874" y="510162"/>
                  <a:pt x="5445107" y="510162"/>
                </a:cubicBezTo>
                <a:lnTo>
                  <a:pt x="5413595" y="510162"/>
                </a:lnTo>
                <a:cubicBezTo>
                  <a:pt x="5412828" y="510162"/>
                  <a:pt x="5412059" y="509778"/>
                  <a:pt x="5411674" y="509085"/>
                </a:cubicBezTo>
                <a:lnTo>
                  <a:pt x="5395920" y="481802"/>
                </a:lnTo>
                <a:cubicBezTo>
                  <a:pt x="5395535" y="481111"/>
                  <a:pt x="5395535" y="480266"/>
                  <a:pt x="5395920" y="479575"/>
                </a:cubicBezTo>
                <a:lnTo>
                  <a:pt x="5411674" y="452291"/>
                </a:lnTo>
                <a:cubicBezTo>
                  <a:pt x="5412059" y="451676"/>
                  <a:pt x="5412828" y="451214"/>
                  <a:pt x="5413595" y="451214"/>
                </a:cubicBezTo>
                <a:close/>
                <a:moveTo>
                  <a:pt x="4681710" y="451061"/>
                </a:moveTo>
                <a:lnTo>
                  <a:pt x="4713373" y="451061"/>
                </a:lnTo>
                <a:cubicBezTo>
                  <a:pt x="4714141" y="451061"/>
                  <a:pt x="4714910" y="451522"/>
                  <a:pt x="4715294" y="452213"/>
                </a:cubicBezTo>
                <a:lnTo>
                  <a:pt x="4731126" y="479651"/>
                </a:lnTo>
                <a:cubicBezTo>
                  <a:pt x="4731512" y="480342"/>
                  <a:pt x="4731512" y="481188"/>
                  <a:pt x="4731126" y="481879"/>
                </a:cubicBezTo>
                <a:lnTo>
                  <a:pt x="4715294" y="509317"/>
                </a:lnTo>
                <a:cubicBezTo>
                  <a:pt x="4714910" y="510008"/>
                  <a:pt x="4714141" y="510469"/>
                  <a:pt x="4713373" y="510469"/>
                </a:cubicBezTo>
                <a:lnTo>
                  <a:pt x="4681710" y="510469"/>
                </a:lnTo>
                <a:cubicBezTo>
                  <a:pt x="4680940" y="510469"/>
                  <a:pt x="4680171" y="510008"/>
                  <a:pt x="4679788" y="509317"/>
                </a:cubicBezTo>
                <a:lnTo>
                  <a:pt x="4663956" y="481879"/>
                </a:lnTo>
                <a:cubicBezTo>
                  <a:pt x="4663571" y="481188"/>
                  <a:pt x="4663571" y="480342"/>
                  <a:pt x="4663956" y="479651"/>
                </a:cubicBezTo>
                <a:lnTo>
                  <a:pt x="4679788" y="452213"/>
                </a:lnTo>
                <a:cubicBezTo>
                  <a:pt x="4680171" y="451522"/>
                  <a:pt x="4680940" y="451061"/>
                  <a:pt x="4681710" y="451061"/>
                </a:cubicBezTo>
                <a:close/>
                <a:moveTo>
                  <a:pt x="4498029" y="449677"/>
                </a:moveTo>
                <a:lnTo>
                  <a:pt x="4531152" y="449677"/>
                </a:lnTo>
                <a:cubicBezTo>
                  <a:pt x="4531922" y="449677"/>
                  <a:pt x="4532690" y="450138"/>
                  <a:pt x="4533152" y="450829"/>
                </a:cubicBezTo>
                <a:lnTo>
                  <a:pt x="4549674" y="479573"/>
                </a:lnTo>
                <a:cubicBezTo>
                  <a:pt x="4550136" y="480266"/>
                  <a:pt x="4550136" y="481186"/>
                  <a:pt x="4549674" y="481879"/>
                </a:cubicBezTo>
                <a:lnTo>
                  <a:pt x="4533074" y="510623"/>
                </a:lnTo>
                <a:cubicBezTo>
                  <a:pt x="4532690" y="511314"/>
                  <a:pt x="4531922" y="511775"/>
                  <a:pt x="4531076" y="511775"/>
                </a:cubicBezTo>
                <a:lnTo>
                  <a:pt x="4497951" y="511775"/>
                </a:lnTo>
                <a:cubicBezTo>
                  <a:pt x="4497182" y="511775"/>
                  <a:pt x="4496415" y="511314"/>
                  <a:pt x="4495954" y="510623"/>
                </a:cubicBezTo>
                <a:lnTo>
                  <a:pt x="4479429" y="481879"/>
                </a:lnTo>
                <a:cubicBezTo>
                  <a:pt x="4478968" y="481186"/>
                  <a:pt x="4478968" y="480266"/>
                  <a:pt x="4479429" y="479573"/>
                </a:cubicBezTo>
                <a:lnTo>
                  <a:pt x="4496030" y="450829"/>
                </a:lnTo>
                <a:cubicBezTo>
                  <a:pt x="4496415" y="450138"/>
                  <a:pt x="4497182" y="449677"/>
                  <a:pt x="4498029" y="449677"/>
                </a:cubicBezTo>
                <a:close/>
                <a:moveTo>
                  <a:pt x="4406496" y="449677"/>
                </a:moveTo>
                <a:lnTo>
                  <a:pt x="4439619" y="449677"/>
                </a:lnTo>
                <a:cubicBezTo>
                  <a:pt x="4440388" y="449677"/>
                  <a:pt x="4441157" y="450138"/>
                  <a:pt x="4441618" y="450829"/>
                </a:cubicBezTo>
                <a:lnTo>
                  <a:pt x="4458141" y="479573"/>
                </a:lnTo>
                <a:cubicBezTo>
                  <a:pt x="4458602" y="480266"/>
                  <a:pt x="4458602" y="481186"/>
                  <a:pt x="4458141" y="481879"/>
                </a:cubicBezTo>
                <a:lnTo>
                  <a:pt x="4441540" y="510623"/>
                </a:lnTo>
                <a:cubicBezTo>
                  <a:pt x="4441157" y="511314"/>
                  <a:pt x="4440388" y="511775"/>
                  <a:pt x="4439542" y="511775"/>
                </a:cubicBezTo>
                <a:lnTo>
                  <a:pt x="4406418" y="511775"/>
                </a:lnTo>
                <a:cubicBezTo>
                  <a:pt x="4405649" y="511775"/>
                  <a:pt x="4404882" y="511314"/>
                  <a:pt x="4404419" y="510623"/>
                </a:cubicBezTo>
                <a:lnTo>
                  <a:pt x="4387896" y="481879"/>
                </a:lnTo>
                <a:cubicBezTo>
                  <a:pt x="4387434" y="481186"/>
                  <a:pt x="4387434" y="480266"/>
                  <a:pt x="4387896" y="479573"/>
                </a:cubicBezTo>
                <a:lnTo>
                  <a:pt x="4404496" y="450829"/>
                </a:lnTo>
                <a:cubicBezTo>
                  <a:pt x="4404882" y="450138"/>
                  <a:pt x="4405649" y="449677"/>
                  <a:pt x="4406496" y="449677"/>
                </a:cubicBezTo>
                <a:close/>
                <a:moveTo>
                  <a:pt x="5320063" y="447294"/>
                </a:moveTo>
                <a:lnTo>
                  <a:pt x="5355724" y="447294"/>
                </a:lnTo>
                <a:cubicBezTo>
                  <a:pt x="5356569" y="447294"/>
                  <a:pt x="5357415" y="447755"/>
                  <a:pt x="5357875" y="448524"/>
                </a:cubicBezTo>
                <a:lnTo>
                  <a:pt x="5375706" y="479419"/>
                </a:lnTo>
                <a:cubicBezTo>
                  <a:pt x="5376168" y="480188"/>
                  <a:pt x="5376168" y="481186"/>
                  <a:pt x="5375706" y="481955"/>
                </a:cubicBezTo>
                <a:lnTo>
                  <a:pt x="5357875" y="512852"/>
                </a:lnTo>
                <a:cubicBezTo>
                  <a:pt x="5357415" y="513619"/>
                  <a:pt x="5356645" y="514080"/>
                  <a:pt x="5355724" y="514080"/>
                </a:cubicBezTo>
                <a:lnTo>
                  <a:pt x="5320063" y="514080"/>
                </a:lnTo>
                <a:cubicBezTo>
                  <a:pt x="5319218" y="514080"/>
                  <a:pt x="5318373" y="513619"/>
                  <a:pt x="5317912" y="512852"/>
                </a:cubicBezTo>
                <a:lnTo>
                  <a:pt x="5300081" y="481955"/>
                </a:lnTo>
                <a:cubicBezTo>
                  <a:pt x="5299619" y="481186"/>
                  <a:pt x="5299619" y="480188"/>
                  <a:pt x="5300081" y="479419"/>
                </a:cubicBezTo>
                <a:lnTo>
                  <a:pt x="5317912" y="448524"/>
                </a:lnTo>
                <a:cubicBezTo>
                  <a:pt x="5318373" y="447755"/>
                  <a:pt x="5319140" y="447294"/>
                  <a:pt x="5320063" y="447294"/>
                </a:cubicBezTo>
                <a:close/>
                <a:moveTo>
                  <a:pt x="5228607" y="447294"/>
                </a:moveTo>
                <a:lnTo>
                  <a:pt x="5264269" y="447294"/>
                </a:lnTo>
                <a:cubicBezTo>
                  <a:pt x="5265114" y="447294"/>
                  <a:pt x="5265959" y="447755"/>
                  <a:pt x="5266420" y="448524"/>
                </a:cubicBezTo>
                <a:lnTo>
                  <a:pt x="5284251" y="479419"/>
                </a:lnTo>
                <a:cubicBezTo>
                  <a:pt x="5284712" y="480188"/>
                  <a:pt x="5284712" y="481186"/>
                  <a:pt x="5284251" y="481955"/>
                </a:cubicBezTo>
                <a:lnTo>
                  <a:pt x="5266420" y="512852"/>
                </a:lnTo>
                <a:cubicBezTo>
                  <a:pt x="5265959" y="513619"/>
                  <a:pt x="5265190" y="514080"/>
                  <a:pt x="5264269" y="514080"/>
                </a:cubicBezTo>
                <a:lnTo>
                  <a:pt x="5228607" y="514080"/>
                </a:lnTo>
                <a:cubicBezTo>
                  <a:pt x="5227762" y="514080"/>
                  <a:pt x="5226917" y="513619"/>
                  <a:pt x="5226456" y="512852"/>
                </a:cubicBezTo>
                <a:lnTo>
                  <a:pt x="5208625" y="481955"/>
                </a:lnTo>
                <a:cubicBezTo>
                  <a:pt x="5208164" y="481186"/>
                  <a:pt x="5208164" y="480188"/>
                  <a:pt x="5208625" y="479419"/>
                </a:cubicBezTo>
                <a:lnTo>
                  <a:pt x="5226456" y="448524"/>
                </a:lnTo>
                <a:cubicBezTo>
                  <a:pt x="5226917" y="447755"/>
                  <a:pt x="5227687" y="447294"/>
                  <a:pt x="5228607" y="447294"/>
                </a:cubicBezTo>
                <a:close/>
                <a:moveTo>
                  <a:pt x="5243672" y="396417"/>
                </a:moveTo>
                <a:lnTo>
                  <a:pt x="5249050" y="396417"/>
                </a:lnTo>
                <a:cubicBezTo>
                  <a:pt x="5249128" y="396417"/>
                  <a:pt x="5249358" y="396571"/>
                  <a:pt x="5249358" y="396571"/>
                </a:cubicBezTo>
                <a:lnTo>
                  <a:pt x="5252049" y="401259"/>
                </a:lnTo>
                <a:cubicBezTo>
                  <a:pt x="5252049" y="401412"/>
                  <a:pt x="5252049" y="401644"/>
                  <a:pt x="5252049" y="401644"/>
                </a:cubicBezTo>
                <a:lnTo>
                  <a:pt x="5249358" y="406331"/>
                </a:lnTo>
                <a:cubicBezTo>
                  <a:pt x="5249282" y="406485"/>
                  <a:pt x="5249050" y="406485"/>
                  <a:pt x="5249050" y="406485"/>
                </a:cubicBezTo>
                <a:lnTo>
                  <a:pt x="5243672" y="406485"/>
                </a:lnTo>
                <a:cubicBezTo>
                  <a:pt x="5243594" y="406485"/>
                  <a:pt x="5243364" y="406331"/>
                  <a:pt x="5243364" y="406331"/>
                </a:cubicBezTo>
                <a:lnTo>
                  <a:pt x="5240674" y="401644"/>
                </a:lnTo>
                <a:cubicBezTo>
                  <a:pt x="5240674" y="401490"/>
                  <a:pt x="5240674" y="401259"/>
                  <a:pt x="5240674" y="401259"/>
                </a:cubicBezTo>
                <a:lnTo>
                  <a:pt x="5243364" y="396571"/>
                </a:lnTo>
                <a:cubicBezTo>
                  <a:pt x="5243440" y="396417"/>
                  <a:pt x="5243672" y="396417"/>
                  <a:pt x="5243672" y="396417"/>
                </a:cubicBezTo>
                <a:close/>
                <a:moveTo>
                  <a:pt x="2407814" y="396417"/>
                </a:moveTo>
                <a:lnTo>
                  <a:pt x="2413194" y="396417"/>
                </a:lnTo>
                <a:cubicBezTo>
                  <a:pt x="2413271" y="396417"/>
                  <a:pt x="2413500" y="396571"/>
                  <a:pt x="2413500" y="396571"/>
                </a:cubicBezTo>
                <a:lnTo>
                  <a:pt x="2416191" y="401259"/>
                </a:lnTo>
                <a:cubicBezTo>
                  <a:pt x="2416191" y="401412"/>
                  <a:pt x="2416191" y="401644"/>
                  <a:pt x="2416191" y="401644"/>
                </a:cubicBezTo>
                <a:lnTo>
                  <a:pt x="2413500" y="406331"/>
                </a:lnTo>
                <a:cubicBezTo>
                  <a:pt x="2413424" y="406485"/>
                  <a:pt x="2413194" y="406485"/>
                  <a:pt x="2413194" y="406485"/>
                </a:cubicBezTo>
                <a:lnTo>
                  <a:pt x="2407814" y="406485"/>
                </a:lnTo>
                <a:cubicBezTo>
                  <a:pt x="2407736" y="406485"/>
                  <a:pt x="2407506" y="406331"/>
                  <a:pt x="2407506" y="406331"/>
                </a:cubicBezTo>
                <a:lnTo>
                  <a:pt x="2404816" y="401644"/>
                </a:lnTo>
                <a:cubicBezTo>
                  <a:pt x="2404816" y="401490"/>
                  <a:pt x="2404816" y="401259"/>
                  <a:pt x="2404816" y="401259"/>
                </a:cubicBezTo>
                <a:lnTo>
                  <a:pt x="2407506" y="396571"/>
                </a:lnTo>
                <a:cubicBezTo>
                  <a:pt x="2407584" y="396417"/>
                  <a:pt x="2407814" y="396417"/>
                  <a:pt x="2407814" y="396417"/>
                </a:cubicBezTo>
                <a:close/>
                <a:moveTo>
                  <a:pt x="3779897" y="396264"/>
                </a:moveTo>
                <a:lnTo>
                  <a:pt x="3785431" y="396264"/>
                </a:lnTo>
                <a:cubicBezTo>
                  <a:pt x="3785507" y="396264"/>
                  <a:pt x="3785739" y="396493"/>
                  <a:pt x="3785739" y="396493"/>
                </a:cubicBezTo>
                <a:lnTo>
                  <a:pt x="3788505" y="401259"/>
                </a:lnTo>
                <a:cubicBezTo>
                  <a:pt x="3788505" y="401336"/>
                  <a:pt x="3788505" y="401644"/>
                  <a:pt x="3788505" y="401644"/>
                </a:cubicBezTo>
                <a:lnTo>
                  <a:pt x="3785739" y="406409"/>
                </a:lnTo>
                <a:cubicBezTo>
                  <a:pt x="3785661" y="406639"/>
                  <a:pt x="3785431" y="406639"/>
                  <a:pt x="3785431" y="406639"/>
                </a:cubicBezTo>
                <a:lnTo>
                  <a:pt x="3779897" y="406639"/>
                </a:lnTo>
                <a:cubicBezTo>
                  <a:pt x="3779821" y="406639"/>
                  <a:pt x="3779590" y="406409"/>
                  <a:pt x="3779590" y="406409"/>
                </a:cubicBezTo>
                <a:lnTo>
                  <a:pt x="3776824" y="401644"/>
                </a:lnTo>
                <a:cubicBezTo>
                  <a:pt x="3776824" y="401566"/>
                  <a:pt x="3776824" y="401259"/>
                  <a:pt x="3776824" y="401259"/>
                </a:cubicBezTo>
                <a:lnTo>
                  <a:pt x="3779590" y="396493"/>
                </a:lnTo>
                <a:cubicBezTo>
                  <a:pt x="3779668" y="396264"/>
                  <a:pt x="3779897" y="396264"/>
                  <a:pt x="3779897" y="396264"/>
                </a:cubicBezTo>
                <a:close/>
                <a:moveTo>
                  <a:pt x="2133058" y="395878"/>
                </a:moveTo>
                <a:lnTo>
                  <a:pt x="2139054" y="395878"/>
                </a:lnTo>
                <a:cubicBezTo>
                  <a:pt x="2139207" y="395878"/>
                  <a:pt x="2139437" y="396108"/>
                  <a:pt x="2139437" y="396108"/>
                </a:cubicBezTo>
                <a:lnTo>
                  <a:pt x="2142435" y="401259"/>
                </a:lnTo>
                <a:cubicBezTo>
                  <a:pt x="2142511" y="401412"/>
                  <a:pt x="2142435" y="401720"/>
                  <a:pt x="2142435" y="401720"/>
                </a:cubicBezTo>
                <a:lnTo>
                  <a:pt x="2139437" y="406869"/>
                </a:lnTo>
                <a:cubicBezTo>
                  <a:pt x="2139361" y="407023"/>
                  <a:pt x="2139054" y="407099"/>
                  <a:pt x="2139054" y="407099"/>
                </a:cubicBezTo>
                <a:lnTo>
                  <a:pt x="2133058" y="407099"/>
                </a:lnTo>
                <a:cubicBezTo>
                  <a:pt x="2132904" y="407099"/>
                  <a:pt x="2132675" y="406869"/>
                  <a:pt x="2132675" y="406869"/>
                </a:cubicBezTo>
                <a:lnTo>
                  <a:pt x="2129677" y="401720"/>
                </a:lnTo>
                <a:cubicBezTo>
                  <a:pt x="2129599" y="401566"/>
                  <a:pt x="2129677" y="401259"/>
                  <a:pt x="2129677" y="401259"/>
                </a:cubicBezTo>
                <a:lnTo>
                  <a:pt x="2132675" y="396108"/>
                </a:lnTo>
                <a:cubicBezTo>
                  <a:pt x="2132751" y="395956"/>
                  <a:pt x="2133058" y="395878"/>
                  <a:pt x="2133058" y="395878"/>
                </a:cubicBezTo>
                <a:close/>
                <a:moveTo>
                  <a:pt x="5151367" y="394726"/>
                </a:moveTo>
                <a:lnTo>
                  <a:pt x="5158515" y="394726"/>
                </a:lnTo>
                <a:cubicBezTo>
                  <a:pt x="5158747" y="394726"/>
                  <a:pt x="5158977" y="394956"/>
                  <a:pt x="5158977" y="394956"/>
                </a:cubicBezTo>
                <a:lnTo>
                  <a:pt x="5162590" y="401181"/>
                </a:lnTo>
                <a:cubicBezTo>
                  <a:pt x="5162666" y="401335"/>
                  <a:pt x="5162590" y="401720"/>
                  <a:pt x="5162590" y="401720"/>
                </a:cubicBezTo>
                <a:lnTo>
                  <a:pt x="5158977" y="407945"/>
                </a:lnTo>
                <a:cubicBezTo>
                  <a:pt x="5158823" y="408099"/>
                  <a:pt x="5158515" y="408175"/>
                  <a:pt x="5158515" y="408175"/>
                </a:cubicBezTo>
                <a:lnTo>
                  <a:pt x="5151367" y="408175"/>
                </a:lnTo>
                <a:cubicBezTo>
                  <a:pt x="5151138" y="408175"/>
                  <a:pt x="5150908" y="407945"/>
                  <a:pt x="5150908" y="407945"/>
                </a:cubicBezTo>
                <a:lnTo>
                  <a:pt x="5147295" y="401720"/>
                </a:lnTo>
                <a:cubicBezTo>
                  <a:pt x="5147217" y="401566"/>
                  <a:pt x="5147295" y="401181"/>
                  <a:pt x="5147295" y="401181"/>
                </a:cubicBezTo>
                <a:lnTo>
                  <a:pt x="5150908" y="394956"/>
                </a:lnTo>
                <a:cubicBezTo>
                  <a:pt x="5151062" y="394804"/>
                  <a:pt x="5151367" y="394726"/>
                  <a:pt x="5151367" y="394726"/>
                </a:cubicBezTo>
                <a:close/>
                <a:moveTo>
                  <a:pt x="6523299" y="394342"/>
                </a:moveTo>
                <a:lnTo>
                  <a:pt x="6530908" y="394342"/>
                </a:lnTo>
                <a:cubicBezTo>
                  <a:pt x="6531062" y="394342"/>
                  <a:pt x="6531368" y="394650"/>
                  <a:pt x="6531368" y="394650"/>
                </a:cubicBezTo>
                <a:lnTo>
                  <a:pt x="6535210" y="401259"/>
                </a:lnTo>
                <a:cubicBezTo>
                  <a:pt x="6535288" y="401412"/>
                  <a:pt x="6535210" y="401798"/>
                  <a:pt x="6535210" y="401798"/>
                </a:cubicBezTo>
                <a:lnTo>
                  <a:pt x="6531368" y="408407"/>
                </a:lnTo>
                <a:cubicBezTo>
                  <a:pt x="6531292" y="408638"/>
                  <a:pt x="6530908" y="408714"/>
                  <a:pt x="6530908" y="408714"/>
                </a:cubicBezTo>
                <a:lnTo>
                  <a:pt x="6523299" y="408714"/>
                </a:lnTo>
                <a:cubicBezTo>
                  <a:pt x="6523145" y="408714"/>
                  <a:pt x="6522838" y="408407"/>
                  <a:pt x="6522838" y="408407"/>
                </a:cubicBezTo>
                <a:lnTo>
                  <a:pt x="6518995" y="401798"/>
                </a:lnTo>
                <a:cubicBezTo>
                  <a:pt x="6518917" y="401644"/>
                  <a:pt x="6518995" y="401259"/>
                  <a:pt x="6518995" y="401259"/>
                </a:cubicBezTo>
                <a:lnTo>
                  <a:pt x="6522838" y="394650"/>
                </a:lnTo>
                <a:cubicBezTo>
                  <a:pt x="6522915" y="394420"/>
                  <a:pt x="6523299" y="394342"/>
                  <a:pt x="6523299" y="394342"/>
                </a:cubicBezTo>
                <a:close/>
                <a:moveTo>
                  <a:pt x="2955018" y="393342"/>
                </a:moveTo>
                <a:lnTo>
                  <a:pt x="2963703" y="393342"/>
                </a:lnTo>
                <a:cubicBezTo>
                  <a:pt x="2963933" y="393342"/>
                  <a:pt x="2964241" y="393649"/>
                  <a:pt x="2964241" y="393649"/>
                </a:cubicBezTo>
                <a:lnTo>
                  <a:pt x="2968545" y="401181"/>
                </a:lnTo>
                <a:cubicBezTo>
                  <a:pt x="2968622" y="401335"/>
                  <a:pt x="2968545" y="401796"/>
                  <a:pt x="2968545" y="401796"/>
                </a:cubicBezTo>
                <a:lnTo>
                  <a:pt x="2964241" y="409327"/>
                </a:lnTo>
                <a:cubicBezTo>
                  <a:pt x="2964087" y="409481"/>
                  <a:pt x="2963703" y="409635"/>
                  <a:pt x="2963703" y="409635"/>
                </a:cubicBezTo>
                <a:lnTo>
                  <a:pt x="2955018" y="409635"/>
                </a:lnTo>
                <a:cubicBezTo>
                  <a:pt x="2954789" y="409635"/>
                  <a:pt x="2954480" y="409327"/>
                  <a:pt x="2954480" y="409327"/>
                </a:cubicBezTo>
                <a:lnTo>
                  <a:pt x="2950176" y="401796"/>
                </a:lnTo>
                <a:cubicBezTo>
                  <a:pt x="2950099" y="401642"/>
                  <a:pt x="2950176" y="401181"/>
                  <a:pt x="2950176" y="401181"/>
                </a:cubicBezTo>
                <a:lnTo>
                  <a:pt x="2954480" y="393649"/>
                </a:lnTo>
                <a:cubicBezTo>
                  <a:pt x="2954634" y="393496"/>
                  <a:pt x="2955018" y="393342"/>
                  <a:pt x="2955018" y="393342"/>
                </a:cubicBezTo>
                <a:close/>
                <a:moveTo>
                  <a:pt x="2496965" y="392113"/>
                </a:moveTo>
                <a:lnTo>
                  <a:pt x="2506957" y="392113"/>
                </a:lnTo>
                <a:cubicBezTo>
                  <a:pt x="2507187" y="392113"/>
                  <a:pt x="2507570" y="392497"/>
                  <a:pt x="2507570" y="392497"/>
                </a:cubicBezTo>
                <a:lnTo>
                  <a:pt x="2512567" y="401183"/>
                </a:lnTo>
                <a:cubicBezTo>
                  <a:pt x="2512721" y="401412"/>
                  <a:pt x="2512567" y="401874"/>
                  <a:pt x="2512567" y="401874"/>
                </a:cubicBezTo>
                <a:lnTo>
                  <a:pt x="2507570" y="410558"/>
                </a:lnTo>
                <a:cubicBezTo>
                  <a:pt x="2507418" y="410789"/>
                  <a:pt x="2506957" y="410943"/>
                  <a:pt x="2506957" y="410943"/>
                </a:cubicBezTo>
                <a:lnTo>
                  <a:pt x="2496965" y="410943"/>
                </a:lnTo>
                <a:cubicBezTo>
                  <a:pt x="2496735" y="410943"/>
                  <a:pt x="2496350" y="410558"/>
                  <a:pt x="2496350" y="410558"/>
                </a:cubicBezTo>
                <a:lnTo>
                  <a:pt x="2491355" y="401874"/>
                </a:lnTo>
                <a:cubicBezTo>
                  <a:pt x="2491201" y="401644"/>
                  <a:pt x="2491355" y="401183"/>
                  <a:pt x="2491355" y="401183"/>
                </a:cubicBezTo>
                <a:lnTo>
                  <a:pt x="2496350" y="392497"/>
                </a:lnTo>
                <a:cubicBezTo>
                  <a:pt x="2496504" y="392267"/>
                  <a:pt x="2496965" y="392113"/>
                  <a:pt x="2496965" y="392113"/>
                </a:cubicBezTo>
                <a:close/>
                <a:moveTo>
                  <a:pt x="6247546" y="391806"/>
                </a:moveTo>
                <a:lnTo>
                  <a:pt x="6257844" y="391806"/>
                </a:lnTo>
                <a:cubicBezTo>
                  <a:pt x="6258075" y="391806"/>
                  <a:pt x="6258459" y="392189"/>
                  <a:pt x="6258459" y="392189"/>
                </a:cubicBezTo>
                <a:lnTo>
                  <a:pt x="6263609" y="401105"/>
                </a:lnTo>
                <a:cubicBezTo>
                  <a:pt x="6263763" y="401259"/>
                  <a:pt x="6263609" y="401798"/>
                  <a:pt x="6263609" y="401798"/>
                </a:cubicBezTo>
                <a:lnTo>
                  <a:pt x="6258459" y="410711"/>
                </a:lnTo>
                <a:cubicBezTo>
                  <a:pt x="6258305" y="410943"/>
                  <a:pt x="6257844" y="411097"/>
                  <a:pt x="6257844" y="411097"/>
                </a:cubicBezTo>
                <a:lnTo>
                  <a:pt x="6247546" y="411097"/>
                </a:lnTo>
                <a:cubicBezTo>
                  <a:pt x="6247316" y="411097"/>
                  <a:pt x="6246931" y="410711"/>
                  <a:pt x="6246931" y="410711"/>
                </a:cubicBezTo>
                <a:lnTo>
                  <a:pt x="6241783" y="401798"/>
                </a:lnTo>
                <a:cubicBezTo>
                  <a:pt x="6241628" y="401644"/>
                  <a:pt x="6241783" y="401105"/>
                  <a:pt x="6241783" y="401105"/>
                </a:cubicBezTo>
                <a:lnTo>
                  <a:pt x="6246931" y="392189"/>
                </a:lnTo>
                <a:cubicBezTo>
                  <a:pt x="6247085" y="391960"/>
                  <a:pt x="6247546" y="391806"/>
                  <a:pt x="6247546" y="391806"/>
                </a:cubicBezTo>
                <a:close/>
                <a:moveTo>
                  <a:pt x="2313205" y="390653"/>
                </a:moveTo>
                <a:lnTo>
                  <a:pt x="2324733" y="390653"/>
                </a:lnTo>
                <a:cubicBezTo>
                  <a:pt x="2325041" y="390653"/>
                  <a:pt x="2325426" y="391037"/>
                  <a:pt x="2325426" y="391037"/>
                </a:cubicBezTo>
                <a:lnTo>
                  <a:pt x="2331190" y="401029"/>
                </a:lnTo>
                <a:cubicBezTo>
                  <a:pt x="2331344" y="401336"/>
                  <a:pt x="2331190" y="401874"/>
                  <a:pt x="2331190" y="401874"/>
                </a:cubicBezTo>
                <a:lnTo>
                  <a:pt x="2325426" y="411866"/>
                </a:lnTo>
                <a:cubicBezTo>
                  <a:pt x="2325272" y="412095"/>
                  <a:pt x="2324733" y="412249"/>
                  <a:pt x="2324733" y="412249"/>
                </a:cubicBezTo>
                <a:lnTo>
                  <a:pt x="2313205" y="412249"/>
                </a:lnTo>
                <a:cubicBezTo>
                  <a:pt x="2312897" y="412249"/>
                  <a:pt x="2312514" y="411866"/>
                  <a:pt x="2312514" y="411866"/>
                </a:cubicBezTo>
                <a:lnTo>
                  <a:pt x="2306750" y="401874"/>
                </a:lnTo>
                <a:cubicBezTo>
                  <a:pt x="2306596" y="401566"/>
                  <a:pt x="2306750" y="401029"/>
                  <a:pt x="2306750" y="401029"/>
                </a:cubicBezTo>
                <a:lnTo>
                  <a:pt x="2312514" y="391037"/>
                </a:lnTo>
                <a:cubicBezTo>
                  <a:pt x="2312668" y="390807"/>
                  <a:pt x="2313205" y="390653"/>
                  <a:pt x="2313205" y="390653"/>
                </a:cubicBezTo>
                <a:close/>
                <a:moveTo>
                  <a:pt x="3318925" y="389577"/>
                </a:moveTo>
                <a:lnTo>
                  <a:pt x="3331605" y="389577"/>
                </a:lnTo>
                <a:cubicBezTo>
                  <a:pt x="3331912" y="389577"/>
                  <a:pt x="3332374" y="390038"/>
                  <a:pt x="3332374" y="390038"/>
                </a:cubicBezTo>
                <a:lnTo>
                  <a:pt x="3338753" y="401029"/>
                </a:lnTo>
                <a:cubicBezTo>
                  <a:pt x="3338907" y="401336"/>
                  <a:pt x="3338753" y="401952"/>
                  <a:pt x="3338753" y="401952"/>
                </a:cubicBezTo>
                <a:lnTo>
                  <a:pt x="3332374" y="412940"/>
                </a:lnTo>
                <a:cubicBezTo>
                  <a:pt x="3332220" y="413248"/>
                  <a:pt x="3331605" y="413402"/>
                  <a:pt x="3331605" y="413402"/>
                </a:cubicBezTo>
                <a:lnTo>
                  <a:pt x="3318925" y="413402"/>
                </a:lnTo>
                <a:cubicBezTo>
                  <a:pt x="3318617" y="413402"/>
                  <a:pt x="3318156" y="412940"/>
                  <a:pt x="3318156" y="412940"/>
                </a:cubicBezTo>
                <a:lnTo>
                  <a:pt x="3311777" y="401952"/>
                </a:lnTo>
                <a:cubicBezTo>
                  <a:pt x="3311623" y="401644"/>
                  <a:pt x="3311777" y="401029"/>
                  <a:pt x="3311777" y="401029"/>
                </a:cubicBezTo>
                <a:lnTo>
                  <a:pt x="3318156" y="390038"/>
                </a:lnTo>
                <a:cubicBezTo>
                  <a:pt x="3318309" y="389731"/>
                  <a:pt x="3318925" y="389577"/>
                  <a:pt x="3318925" y="389577"/>
                </a:cubicBezTo>
                <a:close/>
                <a:moveTo>
                  <a:pt x="2860103" y="386887"/>
                </a:moveTo>
                <a:lnTo>
                  <a:pt x="2875627" y="386887"/>
                </a:lnTo>
                <a:cubicBezTo>
                  <a:pt x="2876012" y="386887"/>
                  <a:pt x="2876551" y="387424"/>
                  <a:pt x="2876551" y="387424"/>
                </a:cubicBezTo>
                <a:lnTo>
                  <a:pt x="2884313" y="400875"/>
                </a:lnTo>
                <a:cubicBezTo>
                  <a:pt x="2884543" y="401183"/>
                  <a:pt x="2884313" y="401950"/>
                  <a:pt x="2884313" y="401950"/>
                </a:cubicBezTo>
                <a:lnTo>
                  <a:pt x="2876551" y="415401"/>
                </a:lnTo>
                <a:cubicBezTo>
                  <a:pt x="2876396" y="415706"/>
                  <a:pt x="2876012" y="415938"/>
                  <a:pt x="2875627" y="415938"/>
                </a:cubicBezTo>
                <a:lnTo>
                  <a:pt x="2860103" y="415938"/>
                </a:lnTo>
                <a:cubicBezTo>
                  <a:pt x="2859719" y="415938"/>
                  <a:pt x="2859180" y="415401"/>
                  <a:pt x="2859180" y="415401"/>
                </a:cubicBezTo>
                <a:lnTo>
                  <a:pt x="2851419" y="401950"/>
                </a:lnTo>
                <a:cubicBezTo>
                  <a:pt x="2851187" y="401642"/>
                  <a:pt x="2851419" y="400875"/>
                  <a:pt x="2851419" y="400875"/>
                </a:cubicBezTo>
                <a:lnTo>
                  <a:pt x="2859180" y="387424"/>
                </a:lnTo>
                <a:cubicBezTo>
                  <a:pt x="2859334" y="387118"/>
                  <a:pt x="2859719" y="386887"/>
                  <a:pt x="2860103" y="386887"/>
                </a:cubicBezTo>
                <a:close/>
                <a:moveTo>
                  <a:pt x="3134320" y="386503"/>
                </a:moveTo>
                <a:lnTo>
                  <a:pt x="3150306" y="386503"/>
                </a:lnTo>
                <a:cubicBezTo>
                  <a:pt x="3150691" y="386503"/>
                  <a:pt x="3151306" y="387041"/>
                  <a:pt x="3151306" y="387041"/>
                </a:cubicBezTo>
                <a:lnTo>
                  <a:pt x="3159299" y="400875"/>
                </a:lnTo>
                <a:cubicBezTo>
                  <a:pt x="3159528" y="401259"/>
                  <a:pt x="3159299" y="402028"/>
                  <a:pt x="3159299" y="402028"/>
                </a:cubicBezTo>
                <a:lnTo>
                  <a:pt x="3151306" y="415862"/>
                </a:lnTo>
                <a:cubicBezTo>
                  <a:pt x="3151074" y="416170"/>
                  <a:pt x="3150691" y="416399"/>
                  <a:pt x="3150306" y="416399"/>
                </a:cubicBezTo>
                <a:lnTo>
                  <a:pt x="3134320" y="416399"/>
                </a:lnTo>
                <a:cubicBezTo>
                  <a:pt x="3133936" y="416399"/>
                  <a:pt x="3133321" y="415862"/>
                  <a:pt x="3133321" y="415862"/>
                </a:cubicBezTo>
                <a:lnTo>
                  <a:pt x="3125329" y="402028"/>
                </a:lnTo>
                <a:cubicBezTo>
                  <a:pt x="3125099" y="401644"/>
                  <a:pt x="3125329" y="400875"/>
                  <a:pt x="3125329" y="400875"/>
                </a:cubicBezTo>
                <a:lnTo>
                  <a:pt x="3133321" y="387041"/>
                </a:lnTo>
                <a:cubicBezTo>
                  <a:pt x="3133551" y="386733"/>
                  <a:pt x="3133936" y="386503"/>
                  <a:pt x="3134320" y="386503"/>
                </a:cubicBezTo>
                <a:close/>
                <a:moveTo>
                  <a:pt x="5787187" y="386350"/>
                </a:moveTo>
                <a:lnTo>
                  <a:pt x="5803326" y="386350"/>
                </a:lnTo>
                <a:cubicBezTo>
                  <a:pt x="5803709" y="386350"/>
                  <a:pt x="5804325" y="386887"/>
                  <a:pt x="5804325" y="386887"/>
                </a:cubicBezTo>
                <a:lnTo>
                  <a:pt x="5812395" y="400875"/>
                </a:lnTo>
                <a:cubicBezTo>
                  <a:pt x="5812625" y="401259"/>
                  <a:pt x="5812395" y="402028"/>
                  <a:pt x="5812395" y="402028"/>
                </a:cubicBezTo>
                <a:lnTo>
                  <a:pt x="5804325" y="416016"/>
                </a:lnTo>
                <a:cubicBezTo>
                  <a:pt x="5804093" y="416323"/>
                  <a:pt x="5803709" y="416553"/>
                  <a:pt x="5803326" y="416553"/>
                </a:cubicBezTo>
                <a:lnTo>
                  <a:pt x="5787187" y="416553"/>
                </a:lnTo>
                <a:cubicBezTo>
                  <a:pt x="5786801" y="416553"/>
                  <a:pt x="5786188" y="416016"/>
                  <a:pt x="5786188" y="416016"/>
                </a:cubicBezTo>
                <a:lnTo>
                  <a:pt x="5778118" y="402028"/>
                </a:lnTo>
                <a:cubicBezTo>
                  <a:pt x="5777888" y="401644"/>
                  <a:pt x="5778118" y="400875"/>
                  <a:pt x="5778118" y="400875"/>
                </a:cubicBezTo>
                <a:lnTo>
                  <a:pt x="5786188" y="386887"/>
                </a:lnTo>
                <a:cubicBezTo>
                  <a:pt x="5786418" y="386579"/>
                  <a:pt x="5786801" y="386350"/>
                  <a:pt x="5787187" y="386350"/>
                </a:cubicBezTo>
                <a:close/>
                <a:moveTo>
                  <a:pt x="6152784" y="385810"/>
                </a:moveTo>
                <a:lnTo>
                  <a:pt x="6169538" y="385810"/>
                </a:lnTo>
                <a:cubicBezTo>
                  <a:pt x="6169922" y="385810"/>
                  <a:pt x="6170537" y="386425"/>
                  <a:pt x="6170537" y="386425"/>
                </a:cubicBezTo>
                <a:lnTo>
                  <a:pt x="6178913" y="400951"/>
                </a:lnTo>
                <a:cubicBezTo>
                  <a:pt x="6179144" y="401259"/>
                  <a:pt x="6178913" y="402103"/>
                  <a:pt x="6178913" y="402103"/>
                </a:cubicBezTo>
                <a:lnTo>
                  <a:pt x="6170537" y="416629"/>
                </a:lnTo>
                <a:cubicBezTo>
                  <a:pt x="6170305" y="417013"/>
                  <a:pt x="6169922" y="417244"/>
                  <a:pt x="6169538" y="417244"/>
                </a:cubicBezTo>
                <a:lnTo>
                  <a:pt x="6152784" y="417244"/>
                </a:lnTo>
                <a:cubicBezTo>
                  <a:pt x="6152400" y="417244"/>
                  <a:pt x="6151783" y="416629"/>
                  <a:pt x="6151783" y="416629"/>
                </a:cubicBezTo>
                <a:lnTo>
                  <a:pt x="6143406" y="402103"/>
                </a:lnTo>
                <a:cubicBezTo>
                  <a:pt x="6143175" y="401796"/>
                  <a:pt x="6143406" y="400951"/>
                  <a:pt x="6143406" y="400951"/>
                </a:cubicBezTo>
                <a:lnTo>
                  <a:pt x="6151783" y="386425"/>
                </a:lnTo>
                <a:cubicBezTo>
                  <a:pt x="6152014" y="386040"/>
                  <a:pt x="6152400" y="385810"/>
                  <a:pt x="6152784" y="385810"/>
                </a:cubicBezTo>
                <a:close/>
                <a:moveTo>
                  <a:pt x="2036068" y="385503"/>
                </a:moveTo>
                <a:lnTo>
                  <a:pt x="2053054" y="385503"/>
                </a:lnTo>
                <a:cubicBezTo>
                  <a:pt x="2053514" y="385503"/>
                  <a:pt x="2054129" y="386118"/>
                  <a:pt x="2054129" y="386118"/>
                </a:cubicBezTo>
                <a:lnTo>
                  <a:pt x="2062661" y="400873"/>
                </a:lnTo>
                <a:cubicBezTo>
                  <a:pt x="2062890" y="401259"/>
                  <a:pt x="2062661" y="402103"/>
                  <a:pt x="2062661" y="402103"/>
                </a:cubicBezTo>
                <a:lnTo>
                  <a:pt x="2054129" y="416859"/>
                </a:lnTo>
                <a:cubicBezTo>
                  <a:pt x="2053899" y="417244"/>
                  <a:pt x="2053514" y="417474"/>
                  <a:pt x="2053054" y="417474"/>
                </a:cubicBezTo>
                <a:lnTo>
                  <a:pt x="2036068" y="417474"/>
                </a:lnTo>
                <a:cubicBezTo>
                  <a:pt x="2035607" y="417474"/>
                  <a:pt x="2034992" y="416859"/>
                  <a:pt x="2034992" y="416859"/>
                </a:cubicBezTo>
                <a:lnTo>
                  <a:pt x="2026462" y="402103"/>
                </a:lnTo>
                <a:cubicBezTo>
                  <a:pt x="2026232" y="401720"/>
                  <a:pt x="2026462" y="400873"/>
                  <a:pt x="2026462" y="400873"/>
                </a:cubicBezTo>
                <a:lnTo>
                  <a:pt x="2034992" y="386118"/>
                </a:lnTo>
                <a:cubicBezTo>
                  <a:pt x="2035223" y="385733"/>
                  <a:pt x="2035607" y="385503"/>
                  <a:pt x="2036068" y="385503"/>
                </a:cubicBezTo>
                <a:close/>
                <a:moveTo>
                  <a:pt x="3590222" y="383659"/>
                </a:moveTo>
                <a:lnTo>
                  <a:pt x="3609203" y="383659"/>
                </a:lnTo>
                <a:cubicBezTo>
                  <a:pt x="3609664" y="383659"/>
                  <a:pt x="3610126" y="383967"/>
                  <a:pt x="3610357" y="384350"/>
                </a:cubicBezTo>
                <a:lnTo>
                  <a:pt x="3619811" y="400797"/>
                </a:lnTo>
                <a:cubicBezTo>
                  <a:pt x="3620040" y="401183"/>
                  <a:pt x="3620040" y="401720"/>
                  <a:pt x="3619811" y="402103"/>
                </a:cubicBezTo>
                <a:lnTo>
                  <a:pt x="3610357" y="418552"/>
                </a:lnTo>
                <a:cubicBezTo>
                  <a:pt x="3610126" y="419012"/>
                  <a:pt x="3609664" y="419243"/>
                  <a:pt x="3609203" y="419243"/>
                </a:cubicBezTo>
                <a:lnTo>
                  <a:pt x="3590222" y="419243"/>
                </a:lnTo>
                <a:cubicBezTo>
                  <a:pt x="3589758" y="419243"/>
                  <a:pt x="3589299" y="418936"/>
                  <a:pt x="3589068" y="418552"/>
                </a:cubicBezTo>
                <a:lnTo>
                  <a:pt x="3579615" y="402103"/>
                </a:lnTo>
                <a:cubicBezTo>
                  <a:pt x="3579385" y="401720"/>
                  <a:pt x="3579385" y="401183"/>
                  <a:pt x="3579615" y="400797"/>
                </a:cubicBezTo>
                <a:lnTo>
                  <a:pt x="3589068" y="384350"/>
                </a:lnTo>
                <a:cubicBezTo>
                  <a:pt x="3589299" y="383889"/>
                  <a:pt x="3589758" y="383659"/>
                  <a:pt x="3590222" y="383659"/>
                </a:cubicBezTo>
                <a:close/>
                <a:moveTo>
                  <a:pt x="5419745" y="383506"/>
                </a:moveTo>
                <a:lnTo>
                  <a:pt x="5438882" y="383506"/>
                </a:lnTo>
                <a:cubicBezTo>
                  <a:pt x="5439343" y="383506"/>
                  <a:pt x="5439802" y="383813"/>
                  <a:pt x="5440034" y="384197"/>
                </a:cubicBezTo>
                <a:lnTo>
                  <a:pt x="5449563" y="400721"/>
                </a:lnTo>
                <a:cubicBezTo>
                  <a:pt x="5449795" y="401183"/>
                  <a:pt x="5449795" y="401720"/>
                  <a:pt x="5449563" y="402103"/>
                </a:cubicBezTo>
                <a:lnTo>
                  <a:pt x="5440034" y="418628"/>
                </a:lnTo>
                <a:cubicBezTo>
                  <a:pt x="5439802" y="419090"/>
                  <a:pt x="5439343" y="419319"/>
                  <a:pt x="5438882" y="419319"/>
                </a:cubicBezTo>
                <a:lnTo>
                  <a:pt x="5419745" y="419319"/>
                </a:lnTo>
                <a:cubicBezTo>
                  <a:pt x="5419283" y="419319"/>
                  <a:pt x="5418822" y="419012"/>
                  <a:pt x="5418593" y="418628"/>
                </a:cubicBezTo>
                <a:lnTo>
                  <a:pt x="5409062" y="402103"/>
                </a:lnTo>
                <a:cubicBezTo>
                  <a:pt x="5408832" y="401644"/>
                  <a:pt x="5408832" y="401105"/>
                  <a:pt x="5409062" y="400721"/>
                </a:cubicBezTo>
                <a:lnTo>
                  <a:pt x="5418593" y="384197"/>
                </a:lnTo>
                <a:cubicBezTo>
                  <a:pt x="5418822" y="383735"/>
                  <a:pt x="5419283" y="383506"/>
                  <a:pt x="5419745" y="383506"/>
                </a:cubicBezTo>
                <a:close/>
                <a:moveTo>
                  <a:pt x="5876875" y="382813"/>
                </a:moveTo>
                <a:lnTo>
                  <a:pt x="5896703" y="382813"/>
                </a:lnTo>
                <a:cubicBezTo>
                  <a:pt x="5897241" y="382813"/>
                  <a:pt x="5897704" y="383042"/>
                  <a:pt x="5897933" y="383504"/>
                </a:cubicBezTo>
                <a:lnTo>
                  <a:pt x="5907847" y="400719"/>
                </a:lnTo>
                <a:cubicBezTo>
                  <a:pt x="5908077" y="401105"/>
                  <a:pt x="5908077" y="401642"/>
                  <a:pt x="5907847" y="402103"/>
                </a:cubicBezTo>
                <a:lnTo>
                  <a:pt x="5897933" y="419319"/>
                </a:lnTo>
                <a:cubicBezTo>
                  <a:pt x="5897626" y="419703"/>
                  <a:pt x="5897164" y="420010"/>
                  <a:pt x="5896703" y="420010"/>
                </a:cubicBezTo>
                <a:lnTo>
                  <a:pt x="5876875" y="420010"/>
                </a:lnTo>
                <a:cubicBezTo>
                  <a:pt x="5876337" y="420010"/>
                  <a:pt x="5875876" y="419781"/>
                  <a:pt x="5875645" y="419319"/>
                </a:cubicBezTo>
                <a:lnTo>
                  <a:pt x="5865730" y="402103"/>
                </a:lnTo>
                <a:cubicBezTo>
                  <a:pt x="5865501" y="401718"/>
                  <a:pt x="5865501" y="401181"/>
                  <a:pt x="5865730" y="400719"/>
                </a:cubicBezTo>
                <a:lnTo>
                  <a:pt x="5875645" y="383504"/>
                </a:lnTo>
                <a:cubicBezTo>
                  <a:pt x="5875952" y="383120"/>
                  <a:pt x="5876413" y="382813"/>
                  <a:pt x="5876875" y="382813"/>
                </a:cubicBezTo>
                <a:close/>
                <a:moveTo>
                  <a:pt x="5693732" y="382583"/>
                </a:moveTo>
                <a:lnTo>
                  <a:pt x="5713867" y="382583"/>
                </a:lnTo>
                <a:cubicBezTo>
                  <a:pt x="5714407" y="382583"/>
                  <a:pt x="5714866" y="382813"/>
                  <a:pt x="5715098" y="383274"/>
                </a:cubicBezTo>
                <a:lnTo>
                  <a:pt x="5725164" y="400721"/>
                </a:lnTo>
                <a:cubicBezTo>
                  <a:pt x="5725395" y="401183"/>
                  <a:pt x="5725395" y="401720"/>
                  <a:pt x="5725164" y="402181"/>
                </a:cubicBezTo>
                <a:lnTo>
                  <a:pt x="5715098" y="419627"/>
                </a:lnTo>
                <a:cubicBezTo>
                  <a:pt x="5714866" y="420010"/>
                  <a:pt x="5714407" y="420318"/>
                  <a:pt x="5713867" y="420318"/>
                </a:cubicBezTo>
                <a:lnTo>
                  <a:pt x="5693732" y="420318"/>
                </a:lnTo>
                <a:cubicBezTo>
                  <a:pt x="5693194" y="420318"/>
                  <a:pt x="5692733" y="420088"/>
                  <a:pt x="5692502" y="419627"/>
                </a:cubicBezTo>
                <a:lnTo>
                  <a:pt x="5682434" y="402181"/>
                </a:lnTo>
                <a:cubicBezTo>
                  <a:pt x="5682204" y="401720"/>
                  <a:pt x="5682204" y="401183"/>
                  <a:pt x="5682434" y="400721"/>
                </a:cubicBezTo>
                <a:lnTo>
                  <a:pt x="5692502" y="383274"/>
                </a:lnTo>
                <a:cubicBezTo>
                  <a:pt x="5692733" y="382890"/>
                  <a:pt x="5693194" y="382583"/>
                  <a:pt x="5693732" y="382583"/>
                </a:cubicBezTo>
                <a:close/>
                <a:moveTo>
                  <a:pt x="3864131" y="382583"/>
                </a:moveTo>
                <a:lnTo>
                  <a:pt x="3884267" y="382583"/>
                </a:lnTo>
                <a:cubicBezTo>
                  <a:pt x="3884804" y="382583"/>
                  <a:pt x="3885265" y="382813"/>
                  <a:pt x="3885497" y="383274"/>
                </a:cubicBezTo>
                <a:lnTo>
                  <a:pt x="3895565" y="400721"/>
                </a:lnTo>
                <a:cubicBezTo>
                  <a:pt x="3895795" y="401183"/>
                  <a:pt x="3895795" y="401720"/>
                  <a:pt x="3895565" y="402181"/>
                </a:cubicBezTo>
                <a:lnTo>
                  <a:pt x="3885497" y="419627"/>
                </a:lnTo>
                <a:cubicBezTo>
                  <a:pt x="3885265" y="420010"/>
                  <a:pt x="3884804" y="420318"/>
                  <a:pt x="3884267" y="420318"/>
                </a:cubicBezTo>
                <a:lnTo>
                  <a:pt x="3864131" y="420318"/>
                </a:lnTo>
                <a:cubicBezTo>
                  <a:pt x="3863593" y="420318"/>
                  <a:pt x="3863132" y="420088"/>
                  <a:pt x="3862901" y="419627"/>
                </a:cubicBezTo>
                <a:lnTo>
                  <a:pt x="3852833" y="402181"/>
                </a:lnTo>
                <a:cubicBezTo>
                  <a:pt x="3852603" y="401720"/>
                  <a:pt x="3852603" y="401183"/>
                  <a:pt x="3852833" y="400721"/>
                </a:cubicBezTo>
                <a:lnTo>
                  <a:pt x="3862901" y="383274"/>
                </a:lnTo>
                <a:cubicBezTo>
                  <a:pt x="3863132" y="382890"/>
                  <a:pt x="3863593" y="382583"/>
                  <a:pt x="3864131" y="382583"/>
                </a:cubicBezTo>
                <a:close/>
                <a:moveTo>
                  <a:pt x="3040788" y="382583"/>
                </a:moveTo>
                <a:lnTo>
                  <a:pt x="3060923" y="382583"/>
                </a:lnTo>
                <a:cubicBezTo>
                  <a:pt x="3061460" y="382583"/>
                  <a:pt x="3061922" y="382813"/>
                  <a:pt x="3062153" y="383274"/>
                </a:cubicBezTo>
                <a:lnTo>
                  <a:pt x="3072221" y="400721"/>
                </a:lnTo>
                <a:cubicBezTo>
                  <a:pt x="3072451" y="401183"/>
                  <a:pt x="3072451" y="401720"/>
                  <a:pt x="3072221" y="402181"/>
                </a:cubicBezTo>
                <a:lnTo>
                  <a:pt x="3062153" y="419627"/>
                </a:lnTo>
                <a:cubicBezTo>
                  <a:pt x="3061922" y="420010"/>
                  <a:pt x="3061460" y="420318"/>
                  <a:pt x="3060923" y="420318"/>
                </a:cubicBezTo>
                <a:lnTo>
                  <a:pt x="3040788" y="420318"/>
                </a:lnTo>
                <a:cubicBezTo>
                  <a:pt x="3040248" y="420318"/>
                  <a:pt x="3039789" y="420088"/>
                  <a:pt x="3039557" y="419627"/>
                </a:cubicBezTo>
                <a:lnTo>
                  <a:pt x="3029490" y="402181"/>
                </a:lnTo>
                <a:cubicBezTo>
                  <a:pt x="3029259" y="401720"/>
                  <a:pt x="3029259" y="401183"/>
                  <a:pt x="3029490" y="400721"/>
                </a:cubicBezTo>
                <a:lnTo>
                  <a:pt x="3039557" y="383274"/>
                </a:lnTo>
                <a:cubicBezTo>
                  <a:pt x="3039789" y="382890"/>
                  <a:pt x="3040248" y="382583"/>
                  <a:pt x="3040788" y="382583"/>
                </a:cubicBezTo>
                <a:close/>
                <a:moveTo>
                  <a:pt x="5968101" y="382429"/>
                </a:moveTo>
                <a:lnTo>
                  <a:pt x="5988390" y="382429"/>
                </a:lnTo>
                <a:cubicBezTo>
                  <a:pt x="5988851" y="382429"/>
                  <a:pt x="5989389" y="382659"/>
                  <a:pt x="5989621" y="383120"/>
                </a:cubicBezTo>
                <a:lnTo>
                  <a:pt x="5999767" y="400721"/>
                </a:lnTo>
                <a:cubicBezTo>
                  <a:pt x="5999996" y="401181"/>
                  <a:pt x="5999996" y="401720"/>
                  <a:pt x="5999767" y="402181"/>
                </a:cubicBezTo>
                <a:lnTo>
                  <a:pt x="5989621" y="419781"/>
                </a:lnTo>
                <a:cubicBezTo>
                  <a:pt x="5989389" y="420164"/>
                  <a:pt x="5988929" y="420472"/>
                  <a:pt x="5988390" y="420472"/>
                </a:cubicBezTo>
                <a:lnTo>
                  <a:pt x="5968101" y="420472"/>
                </a:lnTo>
                <a:cubicBezTo>
                  <a:pt x="5967639" y="420472"/>
                  <a:pt x="5967102" y="420242"/>
                  <a:pt x="5966873" y="419781"/>
                </a:cubicBezTo>
                <a:lnTo>
                  <a:pt x="5956727" y="402181"/>
                </a:lnTo>
                <a:cubicBezTo>
                  <a:pt x="5956497" y="401720"/>
                  <a:pt x="5956497" y="401181"/>
                  <a:pt x="5956727" y="400721"/>
                </a:cubicBezTo>
                <a:lnTo>
                  <a:pt x="5966873" y="383120"/>
                </a:lnTo>
                <a:cubicBezTo>
                  <a:pt x="5967102" y="382737"/>
                  <a:pt x="5967563" y="382429"/>
                  <a:pt x="5968101" y="382429"/>
                </a:cubicBezTo>
                <a:close/>
                <a:moveTo>
                  <a:pt x="3497151" y="380738"/>
                </a:moveTo>
                <a:lnTo>
                  <a:pt x="3519285" y="380738"/>
                </a:lnTo>
                <a:cubicBezTo>
                  <a:pt x="3519900" y="380738"/>
                  <a:pt x="3520362" y="381045"/>
                  <a:pt x="3520669" y="381506"/>
                </a:cubicBezTo>
                <a:lnTo>
                  <a:pt x="3531736" y="400644"/>
                </a:lnTo>
                <a:cubicBezTo>
                  <a:pt x="3532043" y="401105"/>
                  <a:pt x="3532043" y="401718"/>
                  <a:pt x="3531736" y="402179"/>
                </a:cubicBezTo>
                <a:lnTo>
                  <a:pt x="3520669" y="421317"/>
                </a:lnTo>
                <a:cubicBezTo>
                  <a:pt x="3520362" y="421778"/>
                  <a:pt x="3519822" y="422085"/>
                  <a:pt x="3519285" y="422085"/>
                </a:cubicBezTo>
                <a:lnTo>
                  <a:pt x="3497151" y="422085"/>
                </a:lnTo>
                <a:cubicBezTo>
                  <a:pt x="3496537" y="422085"/>
                  <a:pt x="3496076" y="421778"/>
                  <a:pt x="3495768" y="421317"/>
                </a:cubicBezTo>
                <a:lnTo>
                  <a:pt x="3484700" y="402179"/>
                </a:lnTo>
                <a:cubicBezTo>
                  <a:pt x="3484394" y="401718"/>
                  <a:pt x="3484394" y="401105"/>
                  <a:pt x="3484700" y="400644"/>
                </a:cubicBezTo>
                <a:lnTo>
                  <a:pt x="3495768" y="381506"/>
                </a:lnTo>
                <a:cubicBezTo>
                  <a:pt x="3496076" y="381045"/>
                  <a:pt x="3496613" y="380738"/>
                  <a:pt x="3497151" y="380738"/>
                </a:cubicBezTo>
                <a:close/>
                <a:moveTo>
                  <a:pt x="3405695" y="380738"/>
                </a:moveTo>
                <a:lnTo>
                  <a:pt x="3427828" y="380738"/>
                </a:lnTo>
                <a:cubicBezTo>
                  <a:pt x="3428443" y="380738"/>
                  <a:pt x="3428904" y="381045"/>
                  <a:pt x="3429212" y="381506"/>
                </a:cubicBezTo>
                <a:lnTo>
                  <a:pt x="3440278" y="400644"/>
                </a:lnTo>
                <a:cubicBezTo>
                  <a:pt x="3440586" y="401105"/>
                  <a:pt x="3440586" y="401718"/>
                  <a:pt x="3440278" y="402179"/>
                </a:cubicBezTo>
                <a:lnTo>
                  <a:pt x="3429212" y="421317"/>
                </a:lnTo>
                <a:cubicBezTo>
                  <a:pt x="3428904" y="421778"/>
                  <a:pt x="3428365" y="422085"/>
                  <a:pt x="3427828" y="422085"/>
                </a:cubicBezTo>
                <a:lnTo>
                  <a:pt x="3405695" y="422085"/>
                </a:lnTo>
                <a:cubicBezTo>
                  <a:pt x="3405080" y="422085"/>
                  <a:pt x="3404618" y="421778"/>
                  <a:pt x="3404311" y="421317"/>
                </a:cubicBezTo>
                <a:lnTo>
                  <a:pt x="3393244" y="402179"/>
                </a:lnTo>
                <a:cubicBezTo>
                  <a:pt x="3392935" y="401718"/>
                  <a:pt x="3392935" y="401105"/>
                  <a:pt x="3393244" y="400644"/>
                </a:cubicBezTo>
                <a:lnTo>
                  <a:pt x="3404311" y="381506"/>
                </a:lnTo>
                <a:cubicBezTo>
                  <a:pt x="3404618" y="381045"/>
                  <a:pt x="3405155" y="380738"/>
                  <a:pt x="3405695" y="380738"/>
                </a:cubicBezTo>
                <a:close/>
                <a:moveTo>
                  <a:pt x="2765342" y="380586"/>
                </a:moveTo>
                <a:lnTo>
                  <a:pt x="2787553" y="380586"/>
                </a:lnTo>
                <a:cubicBezTo>
                  <a:pt x="2788168" y="380586"/>
                  <a:pt x="2788630" y="380893"/>
                  <a:pt x="2788937" y="381355"/>
                </a:cubicBezTo>
                <a:lnTo>
                  <a:pt x="2800079" y="400645"/>
                </a:lnTo>
                <a:cubicBezTo>
                  <a:pt x="2800387" y="401105"/>
                  <a:pt x="2800387" y="401720"/>
                  <a:pt x="2800079" y="402181"/>
                </a:cubicBezTo>
                <a:lnTo>
                  <a:pt x="2788937" y="421472"/>
                </a:lnTo>
                <a:cubicBezTo>
                  <a:pt x="2788630" y="421934"/>
                  <a:pt x="2788090" y="422241"/>
                  <a:pt x="2787553" y="422241"/>
                </a:cubicBezTo>
                <a:lnTo>
                  <a:pt x="2765342" y="422241"/>
                </a:lnTo>
                <a:cubicBezTo>
                  <a:pt x="2764727" y="422241"/>
                  <a:pt x="2764265" y="421934"/>
                  <a:pt x="2763958" y="421472"/>
                </a:cubicBezTo>
                <a:lnTo>
                  <a:pt x="2752814" y="402181"/>
                </a:lnTo>
                <a:cubicBezTo>
                  <a:pt x="2752508" y="401720"/>
                  <a:pt x="2752508" y="401105"/>
                  <a:pt x="2752814" y="400645"/>
                </a:cubicBezTo>
                <a:lnTo>
                  <a:pt x="2763958" y="381355"/>
                </a:lnTo>
                <a:cubicBezTo>
                  <a:pt x="2764265" y="380893"/>
                  <a:pt x="2764803" y="380586"/>
                  <a:pt x="2765342" y="380586"/>
                </a:cubicBezTo>
                <a:close/>
                <a:moveTo>
                  <a:pt x="4228959" y="380430"/>
                </a:moveTo>
                <a:lnTo>
                  <a:pt x="4251324" y="380430"/>
                </a:lnTo>
                <a:cubicBezTo>
                  <a:pt x="4251863" y="380430"/>
                  <a:pt x="4252400" y="380738"/>
                  <a:pt x="4252707" y="381199"/>
                </a:cubicBezTo>
                <a:lnTo>
                  <a:pt x="4263928" y="400566"/>
                </a:lnTo>
                <a:cubicBezTo>
                  <a:pt x="4264235" y="401103"/>
                  <a:pt x="4264235" y="401718"/>
                  <a:pt x="4263928" y="402179"/>
                </a:cubicBezTo>
                <a:lnTo>
                  <a:pt x="4252707" y="421546"/>
                </a:lnTo>
                <a:cubicBezTo>
                  <a:pt x="4252400" y="422008"/>
                  <a:pt x="4251863" y="422315"/>
                  <a:pt x="4251324" y="422315"/>
                </a:cubicBezTo>
                <a:lnTo>
                  <a:pt x="4228959" y="422315"/>
                </a:lnTo>
                <a:cubicBezTo>
                  <a:pt x="4228422" y="422315"/>
                  <a:pt x="4227884" y="422008"/>
                  <a:pt x="4227577" y="421546"/>
                </a:cubicBezTo>
                <a:lnTo>
                  <a:pt x="4216355" y="402179"/>
                </a:lnTo>
                <a:cubicBezTo>
                  <a:pt x="4216049" y="401642"/>
                  <a:pt x="4216049" y="401027"/>
                  <a:pt x="4216355" y="400566"/>
                </a:cubicBezTo>
                <a:lnTo>
                  <a:pt x="4227577" y="381199"/>
                </a:lnTo>
                <a:cubicBezTo>
                  <a:pt x="4227884" y="380738"/>
                  <a:pt x="4228422" y="380430"/>
                  <a:pt x="4228959" y="380430"/>
                </a:cubicBezTo>
                <a:close/>
                <a:moveTo>
                  <a:pt x="2673731" y="380430"/>
                </a:moveTo>
                <a:lnTo>
                  <a:pt x="2696094" y="380430"/>
                </a:lnTo>
                <a:cubicBezTo>
                  <a:pt x="2696632" y="380430"/>
                  <a:pt x="2697170" y="380738"/>
                  <a:pt x="2697477" y="381199"/>
                </a:cubicBezTo>
                <a:lnTo>
                  <a:pt x="2708698" y="400566"/>
                </a:lnTo>
                <a:cubicBezTo>
                  <a:pt x="2709005" y="401103"/>
                  <a:pt x="2709005" y="401718"/>
                  <a:pt x="2708698" y="402179"/>
                </a:cubicBezTo>
                <a:lnTo>
                  <a:pt x="2697477" y="421546"/>
                </a:lnTo>
                <a:cubicBezTo>
                  <a:pt x="2697170" y="422008"/>
                  <a:pt x="2696632" y="422315"/>
                  <a:pt x="2696094" y="422315"/>
                </a:cubicBezTo>
                <a:lnTo>
                  <a:pt x="2673731" y="422315"/>
                </a:lnTo>
                <a:cubicBezTo>
                  <a:pt x="2673191" y="422315"/>
                  <a:pt x="2672654" y="422008"/>
                  <a:pt x="2672347" y="421546"/>
                </a:cubicBezTo>
                <a:lnTo>
                  <a:pt x="2661126" y="402179"/>
                </a:lnTo>
                <a:cubicBezTo>
                  <a:pt x="2660817" y="401642"/>
                  <a:pt x="2660817" y="401027"/>
                  <a:pt x="2661126" y="400566"/>
                </a:cubicBezTo>
                <a:lnTo>
                  <a:pt x="2672347" y="381199"/>
                </a:lnTo>
                <a:cubicBezTo>
                  <a:pt x="2672654" y="380738"/>
                  <a:pt x="2673191" y="380430"/>
                  <a:pt x="2673731" y="380430"/>
                </a:cubicBezTo>
                <a:close/>
                <a:moveTo>
                  <a:pt x="3222242" y="379739"/>
                </a:moveTo>
                <a:lnTo>
                  <a:pt x="3245376" y="379739"/>
                </a:lnTo>
                <a:cubicBezTo>
                  <a:pt x="3245913" y="379739"/>
                  <a:pt x="3246450" y="380046"/>
                  <a:pt x="3246759" y="380584"/>
                </a:cubicBezTo>
                <a:lnTo>
                  <a:pt x="3258288" y="400644"/>
                </a:lnTo>
                <a:cubicBezTo>
                  <a:pt x="3258594" y="401105"/>
                  <a:pt x="3258594" y="401720"/>
                  <a:pt x="3258288" y="402257"/>
                </a:cubicBezTo>
                <a:lnTo>
                  <a:pt x="3246682" y="422317"/>
                </a:lnTo>
                <a:cubicBezTo>
                  <a:pt x="3246450" y="422854"/>
                  <a:pt x="3245835" y="423162"/>
                  <a:pt x="3245298" y="423162"/>
                </a:cubicBezTo>
                <a:lnTo>
                  <a:pt x="3222164" y="423162"/>
                </a:lnTo>
                <a:cubicBezTo>
                  <a:pt x="3221627" y="423162"/>
                  <a:pt x="3221090" y="422854"/>
                  <a:pt x="3220782" y="422317"/>
                </a:cubicBezTo>
                <a:lnTo>
                  <a:pt x="3209255" y="402257"/>
                </a:lnTo>
                <a:cubicBezTo>
                  <a:pt x="3208945" y="401796"/>
                  <a:pt x="3208945" y="401181"/>
                  <a:pt x="3209255" y="400644"/>
                </a:cubicBezTo>
                <a:lnTo>
                  <a:pt x="3220858" y="380584"/>
                </a:lnTo>
                <a:cubicBezTo>
                  <a:pt x="3221090" y="380046"/>
                  <a:pt x="3221705" y="379739"/>
                  <a:pt x="3222242" y="379739"/>
                </a:cubicBezTo>
                <a:close/>
                <a:moveTo>
                  <a:pt x="3679372" y="379202"/>
                </a:moveTo>
                <a:lnTo>
                  <a:pt x="3703122" y="379202"/>
                </a:lnTo>
                <a:cubicBezTo>
                  <a:pt x="3703736" y="379202"/>
                  <a:pt x="3704273" y="379509"/>
                  <a:pt x="3704581" y="380046"/>
                </a:cubicBezTo>
                <a:lnTo>
                  <a:pt x="3716416" y="400644"/>
                </a:lnTo>
                <a:cubicBezTo>
                  <a:pt x="3716724" y="401183"/>
                  <a:pt x="3716724" y="401796"/>
                  <a:pt x="3716416" y="402335"/>
                </a:cubicBezTo>
                <a:lnTo>
                  <a:pt x="3704505" y="422932"/>
                </a:lnTo>
                <a:cubicBezTo>
                  <a:pt x="3704197" y="423469"/>
                  <a:pt x="3703659" y="423777"/>
                  <a:pt x="3703045" y="423777"/>
                </a:cubicBezTo>
                <a:lnTo>
                  <a:pt x="3679296" y="423777"/>
                </a:lnTo>
                <a:cubicBezTo>
                  <a:pt x="3678682" y="423777"/>
                  <a:pt x="3678142" y="423469"/>
                  <a:pt x="3677837" y="422932"/>
                </a:cubicBezTo>
                <a:lnTo>
                  <a:pt x="3666001" y="402335"/>
                </a:lnTo>
                <a:cubicBezTo>
                  <a:pt x="3665692" y="401796"/>
                  <a:pt x="3665692" y="401183"/>
                  <a:pt x="3666001" y="400644"/>
                </a:cubicBezTo>
                <a:lnTo>
                  <a:pt x="3677912" y="380046"/>
                </a:lnTo>
                <a:cubicBezTo>
                  <a:pt x="3678220" y="379509"/>
                  <a:pt x="3678757" y="379202"/>
                  <a:pt x="3679372" y="379202"/>
                </a:cubicBezTo>
                <a:close/>
                <a:moveTo>
                  <a:pt x="2581197" y="378509"/>
                </a:moveTo>
                <a:lnTo>
                  <a:pt x="2605714" y="378509"/>
                </a:lnTo>
                <a:cubicBezTo>
                  <a:pt x="2606252" y="378509"/>
                  <a:pt x="2606867" y="378816"/>
                  <a:pt x="2607174" y="379353"/>
                </a:cubicBezTo>
                <a:lnTo>
                  <a:pt x="2619393" y="400566"/>
                </a:lnTo>
                <a:cubicBezTo>
                  <a:pt x="2619701" y="401103"/>
                  <a:pt x="2619701" y="401796"/>
                  <a:pt x="2619393" y="402333"/>
                </a:cubicBezTo>
                <a:lnTo>
                  <a:pt x="2607174" y="423545"/>
                </a:lnTo>
                <a:cubicBezTo>
                  <a:pt x="2606867" y="424083"/>
                  <a:pt x="2606329" y="424390"/>
                  <a:pt x="2605714" y="424390"/>
                </a:cubicBezTo>
                <a:lnTo>
                  <a:pt x="2581197" y="424390"/>
                </a:lnTo>
                <a:cubicBezTo>
                  <a:pt x="2580660" y="424390"/>
                  <a:pt x="2580044" y="424083"/>
                  <a:pt x="2579737" y="423545"/>
                </a:cubicBezTo>
                <a:lnTo>
                  <a:pt x="2567518" y="402333"/>
                </a:lnTo>
                <a:cubicBezTo>
                  <a:pt x="2567209" y="401796"/>
                  <a:pt x="2567209" y="401103"/>
                  <a:pt x="2567518" y="400566"/>
                </a:cubicBezTo>
                <a:lnTo>
                  <a:pt x="2579737" y="379353"/>
                </a:lnTo>
                <a:cubicBezTo>
                  <a:pt x="2580044" y="378816"/>
                  <a:pt x="2580582" y="378509"/>
                  <a:pt x="2581197" y="378509"/>
                </a:cubicBezTo>
                <a:close/>
                <a:moveTo>
                  <a:pt x="4134967" y="375820"/>
                </a:moveTo>
                <a:lnTo>
                  <a:pt x="4162326" y="375820"/>
                </a:lnTo>
                <a:cubicBezTo>
                  <a:pt x="4163019" y="375820"/>
                  <a:pt x="4163634" y="376204"/>
                  <a:pt x="4164018" y="376819"/>
                </a:cubicBezTo>
                <a:lnTo>
                  <a:pt x="4177699" y="400490"/>
                </a:lnTo>
                <a:cubicBezTo>
                  <a:pt x="4178082" y="401105"/>
                  <a:pt x="4178082" y="401798"/>
                  <a:pt x="4177699" y="402411"/>
                </a:cubicBezTo>
                <a:lnTo>
                  <a:pt x="4164018" y="426084"/>
                </a:lnTo>
                <a:cubicBezTo>
                  <a:pt x="4163634" y="426699"/>
                  <a:pt x="4163019" y="427082"/>
                  <a:pt x="4162326" y="427082"/>
                </a:cubicBezTo>
                <a:lnTo>
                  <a:pt x="4134967" y="427082"/>
                </a:lnTo>
                <a:cubicBezTo>
                  <a:pt x="4134276" y="427082"/>
                  <a:pt x="4133660" y="426699"/>
                  <a:pt x="4133277" y="426084"/>
                </a:cubicBezTo>
                <a:lnTo>
                  <a:pt x="4119596" y="402411"/>
                </a:lnTo>
                <a:cubicBezTo>
                  <a:pt x="4119211" y="401798"/>
                  <a:pt x="4119211" y="401105"/>
                  <a:pt x="4119596" y="400490"/>
                </a:cubicBezTo>
                <a:lnTo>
                  <a:pt x="4133277" y="376819"/>
                </a:lnTo>
                <a:cubicBezTo>
                  <a:pt x="4133660" y="376204"/>
                  <a:pt x="4134276" y="375820"/>
                  <a:pt x="4134967" y="375820"/>
                </a:cubicBezTo>
                <a:close/>
                <a:moveTo>
                  <a:pt x="5506898" y="375281"/>
                </a:moveTo>
                <a:lnTo>
                  <a:pt x="5534797" y="375281"/>
                </a:lnTo>
                <a:cubicBezTo>
                  <a:pt x="5535488" y="375281"/>
                  <a:pt x="5536103" y="375665"/>
                  <a:pt x="5536487" y="376280"/>
                </a:cubicBezTo>
                <a:lnTo>
                  <a:pt x="5550475" y="400490"/>
                </a:lnTo>
                <a:cubicBezTo>
                  <a:pt x="5550858" y="401105"/>
                  <a:pt x="5550858" y="401872"/>
                  <a:pt x="5550475" y="402487"/>
                </a:cubicBezTo>
                <a:lnTo>
                  <a:pt x="5536487" y="426697"/>
                </a:lnTo>
                <a:cubicBezTo>
                  <a:pt x="5536180" y="427312"/>
                  <a:pt x="5535488" y="427696"/>
                  <a:pt x="5534797" y="427696"/>
                </a:cubicBezTo>
                <a:lnTo>
                  <a:pt x="5506898" y="427696"/>
                </a:lnTo>
                <a:cubicBezTo>
                  <a:pt x="5506207" y="427696"/>
                  <a:pt x="5505592" y="427312"/>
                  <a:pt x="5505207" y="426697"/>
                </a:cubicBezTo>
                <a:lnTo>
                  <a:pt x="5491221" y="402487"/>
                </a:lnTo>
                <a:cubicBezTo>
                  <a:pt x="5490835" y="401872"/>
                  <a:pt x="5490835" y="401105"/>
                  <a:pt x="5491221" y="400490"/>
                </a:cubicBezTo>
                <a:lnTo>
                  <a:pt x="5505207" y="376280"/>
                </a:lnTo>
                <a:cubicBezTo>
                  <a:pt x="5505515" y="375665"/>
                  <a:pt x="5506207" y="375281"/>
                  <a:pt x="5506898" y="375281"/>
                </a:cubicBezTo>
                <a:close/>
                <a:moveTo>
                  <a:pt x="3951360" y="374590"/>
                </a:moveTo>
                <a:lnTo>
                  <a:pt x="3980026" y="374590"/>
                </a:lnTo>
                <a:cubicBezTo>
                  <a:pt x="3980795" y="374590"/>
                  <a:pt x="3981410" y="374974"/>
                  <a:pt x="3981794" y="375589"/>
                </a:cubicBezTo>
                <a:lnTo>
                  <a:pt x="3996090" y="400414"/>
                </a:lnTo>
                <a:cubicBezTo>
                  <a:pt x="3996473" y="401029"/>
                  <a:pt x="3996473" y="401796"/>
                  <a:pt x="3996090" y="402411"/>
                </a:cubicBezTo>
                <a:lnTo>
                  <a:pt x="3981718" y="427236"/>
                </a:lnTo>
                <a:cubicBezTo>
                  <a:pt x="3981335" y="427849"/>
                  <a:pt x="3980641" y="428235"/>
                  <a:pt x="3979950" y="428235"/>
                </a:cubicBezTo>
                <a:lnTo>
                  <a:pt x="3951283" y="428235"/>
                </a:lnTo>
                <a:cubicBezTo>
                  <a:pt x="3950514" y="428235"/>
                  <a:pt x="3949901" y="427849"/>
                  <a:pt x="3949515" y="427236"/>
                </a:cubicBezTo>
                <a:lnTo>
                  <a:pt x="3935221" y="402411"/>
                </a:lnTo>
                <a:cubicBezTo>
                  <a:pt x="3934836" y="401796"/>
                  <a:pt x="3934836" y="401029"/>
                  <a:pt x="3935221" y="400414"/>
                </a:cubicBezTo>
                <a:lnTo>
                  <a:pt x="3949593" y="375589"/>
                </a:lnTo>
                <a:cubicBezTo>
                  <a:pt x="3949976" y="374974"/>
                  <a:pt x="3950670" y="374590"/>
                  <a:pt x="3951360" y="374590"/>
                </a:cubicBezTo>
                <a:close/>
                <a:moveTo>
                  <a:pt x="4042587" y="374207"/>
                </a:moveTo>
                <a:lnTo>
                  <a:pt x="4071715" y="374207"/>
                </a:lnTo>
                <a:cubicBezTo>
                  <a:pt x="4072406" y="374207"/>
                  <a:pt x="4073098" y="374590"/>
                  <a:pt x="4073483" y="375205"/>
                </a:cubicBezTo>
                <a:lnTo>
                  <a:pt x="4088009" y="400414"/>
                </a:lnTo>
                <a:cubicBezTo>
                  <a:pt x="4088392" y="401029"/>
                  <a:pt x="4088392" y="401874"/>
                  <a:pt x="4088009" y="402489"/>
                </a:cubicBezTo>
                <a:lnTo>
                  <a:pt x="4073405" y="427697"/>
                </a:lnTo>
                <a:cubicBezTo>
                  <a:pt x="4073022" y="428313"/>
                  <a:pt x="4072331" y="428696"/>
                  <a:pt x="4071638" y="428696"/>
                </a:cubicBezTo>
                <a:lnTo>
                  <a:pt x="4042510" y="428696"/>
                </a:lnTo>
                <a:cubicBezTo>
                  <a:pt x="4041817" y="428696"/>
                  <a:pt x="4041126" y="428313"/>
                  <a:pt x="4040743" y="427697"/>
                </a:cubicBezTo>
                <a:lnTo>
                  <a:pt x="4026217" y="402489"/>
                </a:lnTo>
                <a:cubicBezTo>
                  <a:pt x="4025832" y="401874"/>
                  <a:pt x="4025832" y="401029"/>
                  <a:pt x="4026217" y="400414"/>
                </a:cubicBezTo>
                <a:lnTo>
                  <a:pt x="4040819" y="375205"/>
                </a:lnTo>
                <a:cubicBezTo>
                  <a:pt x="4041204" y="374590"/>
                  <a:pt x="4041895" y="374207"/>
                  <a:pt x="4042587" y="374207"/>
                </a:cubicBezTo>
                <a:close/>
                <a:moveTo>
                  <a:pt x="4590945" y="373052"/>
                </a:moveTo>
                <a:lnTo>
                  <a:pt x="4621226" y="373052"/>
                </a:lnTo>
                <a:cubicBezTo>
                  <a:pt x="4621995" y="373052"/>
                  <a:pt x="4622686" y="373436"/>
                  <a:pt x="4623069" y="374129"/>
                </a:cubicBezTo>
                <a:lnTo>
                  <a:pt x="4638210" y="400412"/>
                </a:lnTo>
                <a:cubicBezTo>
                  <a:pt x="4638595" y="401105"/>
                  <a:pt x="4638595" y="401872"/>
                  <a:pt x="4638210" y="402565"/>
                </a:cubicBezTo>
                <a:lnTo>
                  <a:pt x="4623069" y="428848"/>
                </a:lnTo>
                <a:cubicBezTo>
                  <a:pt x="4622686" y="429541"/>
                  <a:pt x="4621995" y="429924"/>
                  <a:pt x="4621226" y="429924"/>
                </a:cubicBezTo>
                <a:lnTo>
                  <a:pt x="4590945" y="429924"/>
                </a:lnTo>
                <a:cubicBezTo>
                  <a:pt x="4590176" y="429924"/>
                  <a:pt x="4589484" y="429541"/>
                  <a:pt x="4589101" y="428848"/>
                </a:cubicBezTo>
                <a:lnTo>
                  <a:pt x="4573960" y="402565"/>
                </a:lnTo>
                <a:cubicBezTo>
                  <a:pt x="4573575" y="401872"/>
                  <a:pt x="4573575" y="401105"/>
                  <a:pt x="4573960" y="400412"/>
                </a:cubicBezTo>
                <a:lnTo>
                  <a:pt x="4589101" y="374129"/>
                </a:lnTo>
                <a:cubicBezTo>
                  <a:pt x="4589484" y="373436"/>
                  <a:pt x="4590176" y="373052"/>
                  <a:pt x="4590945" y="373052"/>
                </a:cubicBezTo>
                <a:close/>
                <a:moveTo>
                  <a:pt x="4499335" y="372899"/>
                </a:moveTo>
                <a:lnTo>
                  <a:pt x="4529768" y="372899"/>
                </a:lnTo>
                <a:cubicBezTo>
                  <a:pt x="4530537" y="372899"/>
                  <a:pt x="4531228" y="373282"/>
                  <a:pt x="4531614" y="373975"/>
                </a:cubicBezTo>
                <a:lnTo>
                  <a:pt x="4546830" y="400336"/>
                </a:lnTo>
                <a:cubicBezTo>
                  <a:pt x="4547214" y="401027"/>
                  <a:pt x="4547214" y="401796"/>
                  <a:pt x="4546830" y="402487"/>
                </a:cubicBezTo>
                <a:lnTo>
                  <a:pt x="4531614" y="428848"/>
                </a:lnTo>
                <a:cubicBezTo>
                  <a:pt x="4531228" y="429541"/>
                  <a:pt x="4530537" y="429924"/>
                  <a:pt x="4529768" y="429924"/>
                </a:cubicBezTo>
                <a:lnTo>
                  <a:pt x="4499335" y="429924"/>
                </a:lnTo>
                <a:cubicBezTo>
                  <a:pt x="4498566" y="429924"/>
                  <a:pt x="4497876" y="429541"/>
                  <a:pt x="4497490" y="428848"/>
                </a:cubicBezTo>
                <a:lnTo>
                  <a:pt x="4482273" y="402487"/>
                </a:lnTo>
                <a:cubicBezTo>
                  <a:pt x="4481888" y="401796"/>
                  <a:pt x="4481888" y="401027"/>
                  <a:pt x="4482273" y="400336"/>
                </a:cubicBezTo>
                <a:lnTo>
                  <a:pt x="4497490" y="373975"/>
                </a:lnTo>
                <a:cubicBezTo>
                  <a:pt x="4497876" y="373282"/>
                  <a:pt x="4498566" y="372899"/>
                  <a:pt x="4499335" y="372899"/>
                </a:cubicBezTo>
                <a:close/>
                <a:moveTo>
                  <a:pt x="2212297" y="372899"/>
                </a:moveTo>
                <a:lnTo>
                  <a:pt x="2242730" y="372899"/>
                </a:lnTo>
                <a:cubicBezTo>
                  <a:pt x="2243499" y="372899"/>
                  <a:pt x="2244190" y="373282"/>
                  <a:pt x="2244575" y="373975"/>
                </a:cubicBezTo>
                <a:lnTo>
                  <a:pt x="2259792" y="400336"/>
                </a:lnTo>
                <a:cubicBezTo>
                  <a:pt x="2260176" y="401027"/>
                  <a:pt x="2260176" y="401796"/>
                  <a:pt x="2259792" y="402487"/>
                </a:cubicBezTo>
                <a:lnTo>
                  <a:pt x="2244575" y="428848"/>
                </a:lnTo>
                <a:cubicBezTo>
                  <a:pt x="2244190" y="429541"/>
                  <a:pt x="2243499" y="429924"/>
                  <a:pt x="2242730" y="429924"/>
                </a:cubicBezTo>
                <a:lnTo>
                  <a:pt x="2212297" y="429924"/>
                </a:lnTo>
                <a:cubicBezTo>
                  <a:pt x="2211528" y="429924"/>
                  <a:pt x="2210837" y="429541"/>
                  <a:pt x="2210451" y="428848"/>
                </a:cubicBezTo>
                <a:lnTo>
                  <a:pt x="2195235" y="402487"/>
                </a:lnTo>
                <a:cubicBezTo>
                  <a:pt x="2194849" y="401796"/>
                  <a:pt x="2194849" y="401027"/>
                  <a:pt x="2195235" y="400336"/>
                </a:cubicBezTo>
                <a:lnTo>
                  <a:pt x="2210451" y="373975"/>
                </a:lnTo>
                <a:cubicBezTo>
                  <a:pt x="2210837" y="373282"/>
                  <a:pt x="2211528" y="372899"/>
                  <a:pt x="2212297" y="372899"/>
                </a:cubicBezTo>
                <a:close/>
                <a:moveTo>
                  <a:pt x="5596510" y="371824"/>
                </a:moveTo>
                <a:lnTo>
                  <a:pt x="5628174" y="371824"/>
                </a:lnTo>
                <a:cubicBezTo>
                  <a:pt x="5628943" y="371824"/>
                  <a:pt x="5629712" y="372285"/>
                  <a:pt x="5630096" y="372976"/>
                </a:cubicBezTo>
                <a:lnTo>
                  <a:pt x="5645929" y="400414"/>
                </a:lnTo>
                <a:cubicBezTo>
                  <a:pt x="5646312" y="401105"/>
                  <a:pt x="5646312" y="401952"/>
                  <a:pt x="5645929" y="402643"/>
                </a:cubicBezTo>
                <a:lnTo>
                  <a:pt x="5630096" y="430080"/>
                </a:lnTo>
                <a:cubicBezTo>
                  <a:pt x="5629712" y="430771"/>
                  <a:pt x="5628943" y="431233"/>
                  <a:pt x="5628174" y="431233"/>
                </a:cubicBezTo>
                <a:lnTo>
                  <a:pt x="5596510" y="431233"/>
                </a:lnTo>
                <a:cubicBezTo>
                  <a:pt x="5595741" y="431233"/>
                  <a:pt x="5594973" y="430771"/>
                  <a:pt x="5594589" y="430080"/>
                </a:cubicBezTo>
                <a:lnTo>
                  <a:pt x="5578757" y="402643"/>
                </a:lnTo>
                <a:cubicBezTo>
                  <a:pt x="5578372" y="401952"/>
                  <a:pt x="5578372" y="401105"/>
                  <a:pt x="5578757" y="400414"/>
                </a:cubicBezTo>
                <a:lnTo>
                  <a:pt x="5594589" y="372976"/>
                </a:lnTo>
                <a:cubicBezTo>
                  <a:pt x="5594973" y="372285"/>
                  <a:pt x="5595741" y="371824"/>
                  <a:pt x="5596510" y="371824"/>
                </a:cubicBezTo>
                <a:close/>
                <a:moveTo>
                  <a:pt x="4315346" y="371055"/>
                </a:moveTo>
                <a:lnTo>
                  <a:pt x="4347778" y="371055"/>
                </a:lnTo>
                <a:cubicBezTo>
                  <a:pt x="4348623" y="371055"/>
                  <a:pt x="4349392" y="371516"/>
                  <a:pt x="4349775" y="372207"/>
                </a:cubicBezTo>
                <a:lnTo>
                  <a:pt x="4365992" y="400260"/>
                </a:lnTo>
                <a:cubicBezTo>
                  <a:pt x="4366376" y="400951"/>
                  <a:pt x="4366376" y="401874"/>
                  <a:pt x="4365992" y="402565"/>
                </a:cubicBezTo>
                <a:lnTo>
                  <a:pt x="4349775" y="430617"/>
                </a:lnTo>
                <a:cubicBezTo>
                  <a:pt x="4349314" y="431308"/>
                  <a:pt x="4348547" y="431770"/>
                  <a:pt x="4347778" y="431770"/>
                </a:cubicBezTo>
                <a:lnTo>
                  <a:pt x="4315346" y="431770"/>
                </a:lnTo>
                <a:cubicBezTo>
                  <a:pt x="4314501" y="431770"/>
                  <a:pt x="4313732" y="431308"/>
                  <a:pt x="4313346" y="430617"/>
                </a:cubicBezTo>
                <a:lnTo>
                  <a:pt x="4297131" y="402565"/>
                </a:lnTo>
                <a:cubicBezTo>
                  <a:pt x="4296746" y="401874"/>
                  <a:pt x="4296746" y="400951"/>
                  <a:pt x="4297131" y="400260"/>
                </a:cubicBezTo>
                <a:lnTo>
                  <a:pt x="4313346" y="372207"/>
                </a:lnTo>
                <a:cubicBezTo>
                  <a:pt x="4313808" y="371516"/>
                  <a:pt x="4314576" y="371055"/>
                  <a:pt x="4315346" y="371055"/>
                </a:cubicBezTo>
                <a:close/>
                <a:moveTo>
                  <a:pt x="4772629" y="370823"/>
                </a:moveTo>
                <a:lnTo>
                  <a:pt x="4805369" y="370823"/>
                </a:lnTo>
                <a:cubicBezTo>
                  <a:pt x="4806214" y="370823"/>
                  <a:pt x="4806984" y="371285"/>
                  <a:pt x="4807367" y="371976"/>
                </a:cubicBezTo>
                <a:lnTo>
                  <a:pt x="4823737" y="400336"/>
                </a:lnTo>
                <a:cubicBezTo>
                  <a:pt x="4824121" y="401027"/>
                  <a:pt x="4824121" y="401950"/>
                  <a:pt x="4823737" y="402641"/>
                </a:cubicBezTo>
                <a:lnTo>
                  <a:pt x="4807367" y="431001"/>
                </a:lnTo>
                <a:cubicBezTo>
                  <a:pt x="4806984" y="431692"/>
                  <a:pt x="4806214" y="432153"/>
                  <a:pt x="4805369" y="432153"/>
                </a:cubicBezTo>
                <a:lnTo>
                  <a:pt x="4772629" y="432153"/>
                </a:lnTo>
                <a:cubicBezTo>
                  <a:pt x="4771784" y="432153"/>
                  <a:pt x="4771016" y="431692"/>
                  <a:pt x="4770631" y="431001"/>
                </a:cubicBezTo>
                <a:lnTo>
                  <a:pt x="4754261" y="402641"/>
                </a:lnTo>
                <a:cubicBezTo>
                  <a:pt x="4753876" y="401950"/>
                  <a:pt x="4753876" y="401027"/>
                  <a:pt x="4754261" y="400336"/>
                </a:cubicBezTo>
                <a:lnTo>
                  <a:pt x="4770631" y="371976"/>
                </a:lnTo>
                <a:cubicBezTo>
                  <a:pt x="4771016" y="371285"/>
                  <a:pt x="4771784" y="370823"/>
                  <a:pt x="4772629" y="370823"/>
                </a:cubicBezTo>
                <a:close/>
                <a:moveTo>
                  <a:pt x="4864085" y="370670"/>
                </a:moveTo>
                <a:lnTo>
                  <a:pt x="4896903" y="370670"/>
                </a:lnTo>
                <a:cubicBezTo>
                  <a:pt x="4897748" y="370670"/>
                  <a:pt x="4898517" y="371131"/>
                  <a:pt x="4898901" y="371822"/>
                </a:cubicBezTo>
                <a:lnTo>
                  <a:pt x="4915347" y="400258"/>
                </a:lnTo>
                <a:cubicBezTo>
                  <a:pt x="4915732" y="400951"/>
                  <a:pt x="4915732" y="401872"/>
                  <a:pt x="4915347" y="402565"/>
                </a:cubicBezTo>
                <a:lnTo>
                  <a:pt x="4898901" y="431001"/>
                </a:lnTo>
                <a:cubicBezTo>
                  <a:pt x="4898517" y="431692"/>
                  <a:pt x="4897748" y="432153"/>
                  <a:pt x="4896903" y="432153"/>
                </a:cubicBezTo>
                <a:lnTo>
                  <a:pt x="4864085" y="432153"/>
                </a:lnTo>
                <a:cubicBezTo>
                  <a:pt x="4863240" y="432153"/>
                  <a:pt x="4862471" y="431692"/>
                  <a:pt x="4862088" y="431001"/>
                </a:cubicBezTo>
                <a:lnTo>
                  <a:pt x="4845641" y="402565"/>
                </a:lnTo>
                <a:cubicBezTo>
                  <a:pt x="4845255" y="401872"/>
                  <a:pt x="4845255" y="400951"/>
                  <a:pt x="4845641" y="400258"/>
                </a:cubicBezTo>
                <a:lnTo>
                  <a:pt x="4862088" y="371822"/>
                </a:lnTo>
                <a:cubicBezTo>
                  <a:pt x="4862471" y="371131"/>
                  <a:pt x="4863240" y="370670"/>
                  <a:pt x="4864085" y="370670"/>
                </a:cubicBezTo>
                <a:close/>
                <a:moveTo>
                  <a:pt x="4681094" y="370670"/>
                </a:moveTo>
                <a:lnTo>
                  <a:pt x="4713912" y="370670"/>
                </a:lnTo>
                <a:cubicBezTo>
                  <a:pt x="4714757" y="370670"/>
                  <a:pt x="4715526" y="371131"/>
                  <a:pt x="4715909" y="371822"/>
                </a:cubicBezTo>
                <a:lnTo>
                  <a:pt x="4732356" y="400258"/>
                </a:lnTo>
                <a:cubicBezTo>
                  <a:pt x="4732742" y="400951"/>
                  <a:pt x="4732742" y="401872"/>
                  <a:pt x="4732356" y="402565"/>
                </a:cubicBezTo>
                <a:lnTo>
                  <a:pt x="4715909" y="431001"/>
                </a:lnTo>
                <a:cubicBezTo>
                  <a:pt x="4715526" y="431692"/>
                  <a:pt x="4714757" y="432153"/>
                  <a:pt x="4713912" y="432153"/>
                </a:cubicBezTo>
                <a:lnTo>
                  <a:pt x="4681094" y="432153"/>
                </a:lnTo>
                <a:cubicBezTo>
                  <a:pt x="4680249" y="432153"/>
                  <a:pt x="4679481" y="431692"/>
                  <a:pt x="4679097" y="431001"/>
                </a:cubicBezTo>
                <a:lnTo>
                  <a:pt x="4662650" y="402565"/>
                </a:lnTo>
                <a:cubicBezTo>
                  <a:pt x="4662265" y="401872"/>
                  <a:pt x="4662265" y="400951"/>
                  <a:pt x="4662650" y="400258"/>
                </a:cubicBezTo>
                <a:lnTo>
                  <a:pt x="4679097" y="371822"/>
                </a:lnTo>
                <a:cubicBezTo>
                  <a:pt x="4679481" y="371131"/>
                  <a:pt x="4680249" y="370670"/>
                  <a:pt x="4681094" y="370670"/>
                </a:cubicBezTo>
                <a:close/>
                <a:moveTo>
                  <a:pt x="4955391" y="370362"/>
                </a:moveTo>
                <a:lnTo>
                  <a:pt x="4988514" y="370362"/>
                </a:lnTo>
                <a:cubicBezTo>
                  <a:pt x="4989283" y="370362"/>
                  <a:pt x="4990052" y="370823"/>
                  <a:pt x="4990514" y="371514"/>
                </a:cubicBezTo>
                <a:lnTo>
                  <a:pt x="5007037" y="400258"/>
                </a:lnTo>
                <a:cubicBezTo>
                  <a:pt x="5007497" y="400951"/>
                  <a:pt x="5007497" y="401872"/>
                  <a:pt x="5007037" y="402565"/>
                </a:cubicBezTo>
                <a:lnTo>
                  <a:pt x="4990435" y="431308"/>
                </a:lnTo>
                <a:cubicBezTo>
                  <a:pt x="4990052" y="432000"/>
                  <a:pt x="4989283" y="432461"/>
                  <a:pt x="4988438" y="432461"/>
                </a:cubicBezTo>
                <a:lnTo>
                  <a:pt x="4955313" y="432461"/>
                </a:lnTo>
                <a:cubicBezTo>
                  <a:pt x="4954544" y="432461"/>
                  <a:pt x="4953777" y="432000"/>
                  <a:pt x="4953315" y="431308"/>
                </a:cubicBezTo>
                <a:lnTo>
                  <a:pt x="4936791" y="402565"/>
                </a:lnTo>
                <a:cubicBezTo>
                  <a:pt x="4936329" y="401872"/>
                  <a:pt x="4936329" y="400951"/>
                  <a:pt x="4936791" y="400258"/>
                </a:cubicBezTo>
                <a:lnTo>
                  <a:pt x="4953391" y="371514"/>
                </a:lnTo>
                <a:cubicBezTo>
                  <a:pt x="4953777" y="370823"/>
                  <a:pt x="4954544" y="370362"/>
                  <a:pt x="4955391" y="370362"/>
                </a:cubicBezTo>
                <a:close/>
                <a:moveTo>
                  <a:pt x="5046615" y="369825"/>
                </a:moveTo>
                <a:lnTo>
                  <a:pt x="5080353" y="369825"/>
                </a:lnTo>
                <a:cubicBezTo>
                  <a:pt x="5081200" y="369825"/>
                  <a:pt x="5081967" y="370286"/>
                  <a:pt x="5082428" y="371055"/>
                </a:cubicBezTo>
                <a:lnTo>
                  <a:pt x="5099261" y="400260"/>
                </a:lnTo>
                <a:cubicBezTo>
                  <a:pt x="5099722" y="400951"/>
                  <a:pt x="5099722" y="401874"/>
                  <a:pt x="5099261" y="402641"/>
                </a:cubicBezTo>
                <a:lnTo>
                  <a:pt x="5082353" y="431846"/>
                </a:lnTo>
                <a:cubicBezTo>
                  <a:pt x="5081891" y="432615"/>
                  <a:pt x="5081122" y="433076"/>
                  <a:pt x="5080277" y="433076"/>
                </a:cubicBezTo>
                <a:lnTo>
                  <a:pt x="5046539" y="433076"/>
                </a:lnTo>
                <a:cubicBezTo>
                  <a:pt x="5045692" y="433076"/>
                  <a:pt x="5044923" y="432615"/>
                  <a:pt x="5044464" y="431846"/>
                </a:cubicBezTo>
                <a:lnTo>
                  <a:pt x="5027631" y="402641"/>
                </a:lnTo>
                <a:cubicBezTo>
                  <a:pt x="5027170" y="401950"/>
                  <a:pt x="5027170" y="401027"/>
                  <a:pt x="5027631" y="400260"/>
                </a:cubicBezTo>
                <a:lnTo>
                  <a:pt x="5044539" y="371055"/>
                </a:lnTo>
                <a:cubicBezTo>
                  <a:pt x="5045001" y="370286"/>
                  <a:pt x="5045770" y="369825"/>
                  <a:pt x="5046615" y="369825"/>
                </a:cubicBezTo>
                <a:close/>
                <a:moveTo>
                  <a:pt x="4405571" y="368748"/>
                </a:moveTo>
                <a:lnTo>
                  <a:pt x="4440540" y="368748"/>
                </a:lnTo>
                <a:cubicBezTo>
                  <a:pt x="4441462" y="368748"/>
                  <a:pt x="4442231" y="369210"/>
                  <a:pt x="4442693" y="369979"/>
                </a:cubicBezTo>
                <a:lnTo>
                  <a:pt x="4460138" y="400258"/>
                </a:lnTo>
                <a:cubicBezTo>
                  <a:pt x="4460599" y="401027"/>
                  <a:pt x="4460599" y="401950"/>
                  <a:pt x="4460138" y="402719"/>
                </a:cubicBezTo>
                <a:lnTo>
                  <a:pt x="4442615" y="432998"/>
                </a:lnTo>
                <a:cubicBezTo>
                  <a:pt x="4442153" y="433767"/>
                  <a:pt x="4441309" y="434228"/>
                  <a:pt x="4440464" y="434228"/>
                </a:cubicBezTo>
                <a:lnTo>
                  <a:pt x="4405495" y="434228"/>
                </a:lnTo>
                <a:cubicBezTo>
                  <a:pt x="4404572" y="434228"/>
                  <a:pt x="4403804" y="433767"/>
                  <a:pt x="4403342" y="432998"/>
                </a:cubicBezTo>
                <a:lnTo>
                  <a:pt x="4385896" y="402719"/>
                </a:lnTo>
                <a:cubicBezTo>
                  <a:pt x="4385435" y="401950"/>
                  <a:pt x="4385435" y="401027"/>
                  <a:pt x="4385896" y="400258"/>
                </a:cubicBezTo>
                <a:lnTo>
                  <a:pt x="4403420" y="369979"/>
                </a:lnTo>
                <a:cubicBezTo>
                  <a:pt x="4403882" y="369210"/>
                  <a:pt x="4404726" y="368748"/>
                  <a:pt x="4405571" y="368748"/>
                </a:cubicBezTo>
                <a:close/>
                <a:moveTo>
                  <a:pt x="2132828" y="316258"/>
                </a:moveTo>
                <a:lnTo>
                  <a:pt x="2139130" y="316258"/>
                </a:lnTo>
                <a:cubicBezTo>
                  <a:pt x="2139285" y="316258"/>
                  <a:pt x="2139515" y="316488"/>
                  <a:pt x="2139515" y="316488"/>
                </a:cubicBezTo>
                <a:lnTo>
                  <a:pt x="2142667" y="321946"/>
                </a:lnTo>
                <a:cubicBezTo>
                  <a:pt x="2142742" y="322098"/>
                  <a:pt x="2142667" y="322405"/>
                  <a:pt x="2142667" y="322405"/>
                </a:cubicBezTo>
                <a:lnTo>
                  <a:pt x="2139515" y="327864"/>
                </a:lnTo>
                <a:cubicBezTo>
                  <a:pt x="2139439" y="328017"/>
                  <a:pt x="2139130" y="328093"/>
                  <a:pt x="2139130" y="328093"/>
                </a:cubicBezTo>
                <a:lnTo>
                  <a:pt x="2132828" y="328093"/>
                </a:lnTo>
                <a:cubicBezTo>
                  <a:pt x="2132675" y="328093"/>
                  <a:pt x="2132445" y="327864"/>
                  <a:pt x="2132445" y="327864"/>
                </a:cubicBezTo>
                <a:lnTo>
                  <a:pt x="2129293" y="322405"/>
                </a:lnTo>
                <a:cubicBezTo>
                  <a:pt x="2129215" y="322254"/>
                  <a:pt x="2129293" y="321946"/>
                  <a:pt x="2129293" y="321946"/>
                </a:cubicBezTo>
                <a:lnTo>
                  <a:pt x="2132445" y="316488"/>
                </a:lnTo>
                <a:cubicBezTo>
                  <a:pt x="2132521" y="316334"/>
                  <a:pt x="2132828" y="316258"/>
                  <a:pt x="2132828" y="316258"/>
                </a:cubicBezTo>
                <a:close/>
                <a:moveTo>
                  <a:pt x="2589727" y="315182"/>
                </a:moveTo>
                <a:lnTo>
                  <a:pt x="2597182" y="315182"/>
                </a:lnTo>
                <a:cubicBezTo>
                  <a:pt x="2597336" y="315182"/>
                  <a:pt x="2597644" y="315411"/>
                  <a:pt x="2597644" y="315411"/>
                </a:cubicBezTo>
                <a:lnTo>
                  <a:pt x="2601410" y="321868"/>
                </a:lnTo>
                <a:cubicBezTo>
                  <a:pt x="2601486" y="322022"/>
                  <a:pt x="2601410" y="322405"/>
                  <a:pt x="2601410" y="322405"/>
                </a:cubicBezTo>
                <a:lnTo>
                  <a:pt x="2597644" y="328862"/>
                </a:lnTo>
                <a:cubicBezTo>
                  <a:pt x="2597568" y="329016"/>
                  <a:pt x="2597182" y="329092"/>
                  <a:pt x="2597182" y="329092"/>
                </a:cubicBezTo>
                <a:lnTo>
                  <a:pt x="2589727" y="329092"/>
                </a:lnTo>
                <a:cubicBezTo>
                  <a:pt x="2589575" y="329092"/>
                  <a:pt x="2589267" y="328862"/>
                  <a:pt x="2589267" y="328862"/>
                </a:cubicBezTo>
                <a:lnTo>
                  <a:pt x="2585501" y="322405"/>
                </a:lnTo>
                <a:cubicBezTo>
                  <a:pt x="2585423" y="322252"/>
                  <a:pt x="2585501" y="321868"/>
                  <a:pt x="2585501" y="321868"/>
                </a:cubicBezTo>
                <a:lnTo>
                  <a:pt x="2589267" y="315411"/>
                </a:lnTo>
                <a:cubicBezTo>
                  <a:pt x="2589343" y="315259"/>
                  <a:pt x="2589727" y="315182"/>
                  <a:pt x="2589727" y="315182"/>
                </a:cubicBezTo>
                <a:close/>
                <a:moveTo>
                  <a:pt x="2223593" y="314720"/>
                </a:moveTo>
                <a:lnTo>
                  <a:pt x="2231508" y="314720"/>
                </a:lnTo>
                <a:cubicBezTo>
                  <a:pt x="2231662" y="314720"/>
                  <a:pt x="2231969" y="315028"/>
                  <a:pt x="2231969" y="315028"/>
                </a:cubicBezTo>
                <a:lnTo>
                  <a:pt x="2235890" y="321868"/>
                </a:lnTo>
                <a:cubicBezTo>
                  <a:pt x="2235966" y="322022"/>
                  <a:pt x="2235890" y="322405"/>
                  <a:pt x="2235890" y="322405"/>
                </a:cubicBezTo>
                <a:lnTo>
                  <a:pt x="2231893" y="329246"/>
                </a:lnTo>
                <a:cubicBezTo>
                  <a:pt x="2231817" y="329475"/>
                  <a:pt x="2231432" y="329553"/>
                  <a:pt x="2231432" y="329553"/>
                </a:cubicBezTo>
                <a:lnTo>
                  <a:pt x="2223515" y="329553"/>
                </a:lnTo>
                <a:cubicBezTo>
                  <a:pt x="2223361" y="329553"/>
                  <a:pt x="2223056" y="329246"/>
                  <a:pt x="2223056" y="329246"/>
                </a:cubicBezTo>
                <a:lnTo>
                  <a:pt x="2219135" y="322405"/>
                </a:lnTo>
                <a:cubicBezTo>
                  <a:pt x="2219057" y="322252"/>
                  <a:pt x="2219135" y="321868"/>
                  <a:pt x="2219135" y="321868"/>
                </a:cubicBezTo>
                <a:lnTo>
                  <a:pt x="2223132" y="315028"/>
                </a:lnTo>
                <a:cubicBezTo>
                  <a:pt x="2223208" y="314798"/>
                  <a:pt x="2223593" y="314720"/>
                  <a:pt x="2223593" y="314720"/>
                </a:cubicBezTo>
                <a:close/>
                <a:moveTo>
                  <a:pt x="2863638" y="314183"/>
                </a:moveTo>
                <a:lnTo>
                  <a:pt x="2872168" y="314183"/>
                </a:lnTo>
                <a:cubicBezTo>
                  <a:pt x="2872400" y="314183"/>
                  <a:pt x="2872707" y="314490"/>
                  <a:pt x="2872707" y="314490"/>
                </a:cubicBezTo>
                <a:lnTo>
                  <a:pt x="2876933" y="321868"/>
                </a:lnTo>
                <a:cubicBezTo>
                  <a:pt x="2877011" y="322100"/>
                  <a:pt x="2876933" y="322483"/>
                  <a:pt x="2876933" y="322483"/>
                </a:cubicBezTo>
                <a:lnTo>
                  <a:pt x="2872707" y="329861"/>
                </a:lnTo>
                <a:cubicBezTo>
                  <a:pt x="2872553" y="330015"/>
                  <a:pt x="2872168" y="330168"/>
                  <a:pt x="2872168" y="330168"/>
                </a:cubicBezTo>
                <a:lnTo>
                  <a:pt x="2863638" y="330168"/>
                </a:lnTo>
                <a:cubicBezTo>
                  <a:pt x="2863409" y="330168"/>
                  <a:pt x="2863099" y="329861"/>
                  <a:pt x="2863099" y="329861"/>
                </a:cubicBezTo>
                <a:lnTo>
                  <a:pt x="2858873" y="322483"/>
                </a:lnTo>
                <a:cubicBezTo>
                  <a:pt x="2858795" y="322254"/>
                  <a:pt x="2858873" y="321868"/>
                  <a:pt x="2858873" y="321868"/>
                </a:cubicBezTo>
                <a:lnTo>
                  <a:pt x="2863099" y="314490"/>
                </a:lnTo>
                <a:cubicBezTo>
                  <a:pt x="2863253" y="314337"/>
                  <a:pt x="2863638" y="314183"/>
                  <a:pt x="2863638" y="314183"/>
                </a:cubicBezTo>
                <a:close/>
                <a:moveTo>
                  <a:pt x="4144036" y="313644"/>
                </a:moveTo>
                <a:lnTo>
                  <a:pt x="4153182" y="313644"/>
                </a:lnTo>
                <a:cubicBezTo>
                  <a:pt x="4153413" y="313644"/>
                  <a:pt x="4153719" y="313951"/>
                  <a:pt x="4153719" y="313951"/>
                </a:cubicBezTo>
                <a:lnTo>
                  <a:pt x="4158254" y="321868"/>
                </a:lnTo>
                <a:cubicBezTo>
                  <a:pt x="4158408" y="322022"/>
                  <a:pt x="4158254" y="322481"/>
                  <a:pt x="4158254" y="322481"/>
                </a:cubicBezTo>
                <a:lnTo>
                  <a:pt x="4153719" y="330398"/>
                </a:lnTo>
                <a:cubicBezTo>
                  <a:pt x="4153642" y="330552"/>
                  <a:pt x="4153182" y="330706"/>
                  <a:pt x="4153182" y="330706"/>
                </a:cubicBezTo>
                <a:lnTo>
                  <a:pt x="4144036" y="330706"/>
                </a:lnTo>
                <a:cubicBezTo>
                  <a:pt x="4143804" y="330706"/>
                  <a:pt x="4143499" y="330398"/>
                  <a:pt x="4143499" y="330398"/>
                </a:cubicBezTo>
                <a:lnTo>
                  <a:pt x="4138963" y="322481"/>
                </a:lnTo>
                <a:cubicBezTo>
                  <a:pt x="4138809" y="322328"/>
                  <a:pt x="4138963" y="321868"/>
                  <a:pt x="4138963" y="321868"/>
                </a:cubicBezTo>
                <a:lnTo>
                  <a:pt x="4143499" y="313951"/>
                </a:lnTo>
                <a:cubicBezTo>
                  <a:pt x="4143575" y="313797"/>
                  <a:pt x="4144036" y="313644"/>
                  <a:pt x="4144036" y="313644"/>
                </a:cubicBezTo>
                <a:close/>
                <a:moveTo>
                  <a:pt x="3411918" y="313106"/>
                </a:moveTo>
                <a:lnTo>
                  <a:pt x="3421602" y="313106"/>
                </a:lnTo>
                <a:cubicBezTo>
                  <a:pt x="3421832" y="313106"/>
                  <a:pt x="3422217" y="313414"/>
                  <a:pt x="3422217" y="313414"/>
                </a:cubicBezTo>
                <a:lnTo>
                  <a:pt x="3427059" y="321790"/>
                </a:lnTo>
                <a:cubicBezTo>
                  <a:pt x="3427213" y="322022"/>
                  <a:pt x="3427059" y="322483"/>
                  <a:pt x="3427059" y="322483"/>
                </a:cubicBezTo>
                <a:lnTo>
                  <a:pt x="3422217" y="330860"/>
                </a:lnTo>
                <a:cubicBezTo>
                  <a:pt x="3422064" y="331013"/>
                  <a:pt x="3421602" y="331167"/>
                  <a:pt x="3421602" y="331167"/>
                </a:cubicBezTo>
                <a:lnTo>
                  <a:pt x="3411918" y="331167"/>
                </a:lnTo>
                <a:cubicBezTo>
                  <a:pt x="3411689" y="331167"/>
                  <a:pt x="3411303" y="330860"/>
                  <a:pt x="3411303" y="330860"/>
                </a:cubicBezTo>
                <a:lnTo>
                  <a:pt x="3406462" y="322483"/>
                </a:lnTo>
                <a:cubicBezTo>
                  <a:pt x="3406308" y="322252"/>
                  <a:pt x="3406462" y="321790"/>
                  <a:pt x="3406462" y="321790"/>
                </a:cubicBezTo>
                <a:lnTo>
                  <a:pt x="3411303" y="313414"/>
                </a:lnTo>
                <a:cubicBezTo>
                  <a:pt x="3411457" y="313260"/>
                  <a:pt x="3411918" y="313106"/>
                  <a:pt x="3411918" y="313106"/>
                </a:cubicBezTo>
                <a:close/>
                <a:moveTo>
                  <a:pt x="6430305" y="312108"/>
                </a:moveTo>
                <a:lnTo>
                  <a:pt x="6441064" y="312108"/>
                </a:lnTo>
                <a:cubicBezTo>
                  <a:pt x="6441372" y="312108"/>
                  <a:pt x="6441757" y="312491"/>
                  <a:pt x="6441757" y="312491"/>
                </a:cubicBezTo>
                <a:lnTo>
                  <a:pt x="6447136" y="321792"/>
                </a:lnTo>
                <a:cubicBezTo>
                  <a:pt x="6447290" y="322022"/>
                  <a:pt x="6447136" y="322559"/>
                  <a:pt x="6447136" y="322559"/>
                </a:cubicBezTo>
                <a:lnTo>
                  <a:pt x="6441757" y="331860"/>
                </a:lnTo>
                <a:cubicBezTo>
                  <a:pt x="6441604" y="332090"/>
                  <a:pt x="6441064" y="332244"/>
                  <a:pt x="6441064" y="332244"/>
                </a:cubicBezTo>
                <a:lnTo>
                  <a:pt x="6430305" y="332244"/>
                </a:lnTo>
                <a:cubicBezTo>
                  <a:pt x="6429998" y="332244"/>
                  <a:pt x="6429614" y="331860"/>
                  <a:pt x="6429614" y="331860"/>
                </a:cubicBezTo>
                <a:lnTo>
                  <a:pt x="6424234" y="322559"/>
                </a:lnTo>
                <a:cubicBezTo>
                  <a:pt x="6424080" y="322329"/>
                  <a:pt x="6424234" y="321792"/>
                  <a:pt x="6424234" y="321792"/>
                </a:cubicBezTo>
                <a:lnTo>
                  <a:pt x="6429614" y="312491"/>
                </a:lnTo>
                <a:cubicBezTo>
                  <a:pt x="6429768" y="312262"/>
                  <a:pt x="6430305" y="312108"/>
                  <a:pt x="6430305" y="312108"/>
                </a:cubicBezTo>
                <a:close/>
                <a:moveTo>
                  <a:pt x="2405124" y="312108"/>
                </a:moveTo>
                <a:lnTo>
                  <a:pt x="2415883" y="312108"/>
                </a:lnTo>
                <a:cubicBezTo>
                  <a:pt x="2416191" y="312108"/>
                  <a:pt x="2416576" y="312491"/>
                  <a:pt x="2416576" y="312491"/>
                </a:cubicBezTo>
                <a:lnTo>
                  <a:pt x="2421954" y="321792"/>
                </a:lnTo>
                <a:cubicBezTo>
                  <a:pt x="2422108" y="322022"/>
                  <a:pt x="2421954" y="322559"/>
                  <a:pt x="2421954" y="322559"/>
                </a:cubicBezTo>
                <a:lnTo>
                  <a:pt x="2416576" y="331860"/>
                </a:lnTo>
                <a:cubicBezTo>
                  <a:pt x="2416422" y="332090"/>
                  <a:pt x="2415883" y="332244"/>
                  <a:pt x="2415883" y="332244"/>
                </a:cubicBezTo>
                <a:lnTo>
                  <a:pt x="2405124" y="332244"/>
                </a:lnTo>
                <a:cubicBezTo>
                  <a:pt x="2404816" y="332244"/>
                  <a:pt x="2404433" y="331860"/>
                  <a:pt x="2404433" y="331860"/>
                </a:cubicBezTo>
                <a:lnTo>
                  <a:pt x="2399052" y="322559"/>
                </a:lnTo>
                <a:cubicBezTo>
                  <a:pt x="2398899" y="322329"/>
                  <a:pt x="2399052" y="321792"/>
                  <a:pt x="2399052" y="321792"/>
                </a:cubicBezTo>
                <a:lnTo>
                  <a:pt x="2404433" y="312491"/>
                </a:lnTo>
                <a:cubicBezTo>
                  <a:pt x="2404587" y="312262"/>
                  <a:pt x="2405124" y="312108"/>
                  <a:pt x="2405124" y="312108"/>
                </a:cubicBezTo>
                <a:close/>
                <a:moveTo>
                  <a:pt x="2039064" y="311954"/>
                </a:moveTo>
                <a:lnTo>
                  <a:pt x="2049979" y="311954"/>
                </a:lnTo>
                <a:cubicBezTo>
                  <a:pt x="2050286" y="311954"/>
                  <a:pt x="2050670" y="312338"/>
                  <a:pt x="2050670" y="312338"/>
                </a:cubicBezTo>
                <a:lnTo>
                  <a:pt x="2056126" y="321792"/>
                </a:lnTo>
                <a:cubicBezTo>
                  <a:pt x="2056280" y="322022"/>
                  <a:pt x="2056126" y="322559"/>
                  <a:pt x="2056126" y="322559"/>
                </a:cubicBezTo>
                <a:lnTo>
                  <a:pt x="2050670" y="332014"/>
                </a:lnTo>
                <a:cubicBezTo>
                  <a:pt x="2050516" y="332244"/>
                  <a:pt x="2049979" y="332397"/>
                  <a:pt x="2049979" y="332397"/>
                </a:cubicBezTo>
                <a:lnTo>
                  <a:pt x="2039064" y="332397"/>
                </a:lnTo>
                <a:cubicBezTo>
                  <a:pt x="2038757" y="332397"/>
                  <a:pt x="2038373" y="332014"/>
                  <a:pt x="2038373" y="332014"/>
                </a:cubicBezTo>
                <a:lnTo>
                  <a:pt x="2032917" y="322559"/>
                </a:lnTo>
                <a:cubicBezTo>
                  <a:pt x="2032763" y="322329"/>
                  <a:pt x="2032917" y="321792"/>
                  <a:pt x="2032917" y="321792"/>
                </a:cubicBezTo>
                <a:lnTo>
                  <a:pt x="2038373" y="312338"/>
                </a:lnTo>
                <a:cubicBezTo>
                  <a:pt x="2038527" y="312108"/>
                  <a:pt x="2039064" y="311954"/>
                  <a:pt x="2039064" y="311954"/>
                </a:cubicBezTo>
                <a:close/>
                <a:moveTo>
                  <a:pt x="2678572" y="310262"/>
                </a:moveTo>
                <a:lnTo>
                  <a:pt x="2691252" y="310262"/>
                </a:lnTo>
                <a:cubicBezTo>
                  <a:pt x="2691560" y="310262"/>
                  <a:pt x="2692021" y="310724"/>
                  <a:pt x="2692021" y="310724"/>
                </a:cubicBezTo>
                <a:lnTo>
                  <a:pt x="2698401" y="321714"/>
                </a:lnTo>
                <a:cubicBezTo>
                  <a:pt x="2698554" y="322022"/>
                  <a:pt x="2698401" y="322635"/>
                  <a:pt x="2698401" y="322635"/>
                </a:cubicBezTo>
                <a:lnTo>
                  <a:pt x="2692021" y="333626"/>
                </a:lnTo>
                <a:cubicBezTo>
                  <a:pt x="2691867" y="333933"/>
                  <a:pt x="2691252" y="334087"/>
                  <a:pt x="2691252" y="334087"/>
                </a:cubicBezTo>
                <a:lnTo>
                  <a:pt x="2678572" y="334087"/>
                </a:lnTo>
                <a:cubicBezTo>
                  <a:pt x="2678264" y="334087"/>
                  <a:pt x="2677803" y="333626"/>
                  <a:pt x="2677803" y="333626"/>
                </a:cubicBezTo>
                <a:lnTo>
                  <a:pt x="2671424" y="322635"/>
                </a:lnTo>
                <a:cubicBezTo>
                  <a:pt x="2671270" y="322328"/>
                  <a:pt x="2671424" y="321714"/>
                  <a:pt x="2671424" y="321714"/>
                </a:cubicBezTo>
                <a:lnTo>
                  <a:pt x="2677803" y="310724"/>
                </a:lnTo>
                <a:cubicBezTo>
                  <a:pt x="2677957" y="310416"/>
                  <a:pt x="2678572" y="310262"/>
                  <a:pt x="2678572" y="310262"/>
                </a:cubicBezTo>
                <a:close/>
                <a:moveTo>
                  <a:pt x="3135472" y="309264"/>
                </a:moveTo>
                <a:lnTo>
                  <a:pt x="3149229" y="309264"/>
                </a:lnTo>
                <a:cubicBezTo>
                  <a:pt x="3149614" y="309264"/>
                  <a:pt x="3150076" y="309725"/>
                  <a:pt x="3150076" y="309725"/>
                </a:cubicBezTo>
                <a:lnTo>
                  <a:pt x="3156914" y="321636"/>
                </a:lnTo>
                <a:cubicBezTo>
                  <a:pt x="3157068" y="321944"/>
                  <a:pt x="3156914" y="322637"/>
                  <a:pt x="3156914" y="322637"/>
                </a:cubicBezTo>
                <a:lnTo>
                  <a:pt x="3150076" y="334548"/>
                </a:lnTo>
                <a:cubicBezTo>
                  <a:pt x="3149922" y="334856"/>
                  <a:pt x="3149229" y="335010"/>
                  <a:pt x="3149229" y="335010"/>
                </a:cubicBezTo>
                <a:lnTo>
                  <a:pt x="3135472" y="335010"/>
                </a:lnTo>
                <a:cubicBezTo>
                  <a:pt x="3135089" y="335010"/>
                  <a:pt x="3134627" y="334548"/>
                  <a:pt x="3134627" y="334548"/>
                </a:cubicBezTo>
                <a:lnTo>
                  <a:pt x="3127787" y="322637"/>
                </a:lnTo>
                <a:cubicBezTo>
                  <a:pt x="3127633" y="322329"/>
                  <a:pt x="3127787" y="321636"/>
                  <a:pt x="3127787" y="321636"/>
                </a:cubicBezTo>
                <a:lnTo>
                  <a:pt x="3134627" y="309725"/>
                </a:lnTo>
                <a:cubicBezTo>
                  <a:pt x="3134781" y="309418"/>
                  <a:pt x="3135472" y="309264"/>
                  <a:pt x="3135472" y="309264"/>
                </a:cubicBezTo>
                <a:close/>
                <a:moveTo>
                  <a:pt x="3775442" y="308419"/>
                </a:moveTo>
                <a:lnTo>
                  <a:pt x="3790043" y="308419"/>
                </a:lnTo>
                <a:cubicBezTo>
                  <a:pt x="3790426" y="308419"/>
                  <a:pt x="3790966" y="308956"/>
                  <a:pt x="3790966" y="308956"/>
                </a:cubicBezTo>
                <a:lnTo>
                  <a:pt x="3798265" y="321638"/>
                </a:lnTo>
                <a:cubicBezTo>
                  <a:pt x="3798419" y="321946"/>
                  <a:pt x="3798265" y="322637"/>
                  <a:pt x="3798265" y="322637"/>
                </a:cubicBezTo>
                <a:lnTo>
                  <a:pt x="3790966" y="335317"/>
                </a:lnTo>
                <a:cubicBezTo>
                  <a:pt x="3790734" y="335625"/>
                  <a:pt x="3790043" y="335856"/>
                  <a:pt x="3790043" y="335856"/>
                </a:cubicBezTo>
                <a:lnTo>
                  <a:pt x="3775442" y="335856"/>
                </a:lnTo>
                <a:cubicBezTo>
                  <a:pt x="3775057" y="335856"/>
                  <a:pt x="3774520" y="335317"/>
                  <a:pt x="3774520" y="335317"/>
                </a:cubicBezTo>
                <a:lnTo>
                  <a:pt x="3767218" y="322637"/>
                </a:lnTo>
                <a:cubicBezTo>
                  <a:pt x="3767063" y="322329"/>
                  <a:pt x="3767218" y="321638"/>
                  <a:pt x="3767218" y="321638"/>
                </a:cubicBezTo>
                <a:lnTo>
                  <a:pt x="3774520" y="308956"/>
                </a:lnTo>
                <a:cubicBezTo>
                  <a:pt x="3774748" y="308649"/>
                  <a:pt x="3775442" y="308419"/>
                  <a:pt x="3775442" y="308419"/>
                </a:cubicBezTo>
                <a:close/>
                <a:moveTo>
                  <a:pt x="3958279" y="308341"/>
                </a:moveTo>
                <a:lnTo>
                  <a:pt x="3973034" y="308341"/>
                </a:lnTo>
                <a:cubicBezTo>
                  <a:pt x="3973419" y="308341"/>
                  <a:pt x="3973957" y="308878"/>
                  <a:pt x="3973957" y="308878"/>
                </a:cubicBezTo>
                <a:lnTo>
                  <a:pt x="3981335" y="321714"/>
                </a:lnTo>
                <a:cubicBezTo>
                  <a:pt x="3981488" y="322098"/>
                  <a:pt x="3981335" y="322789"/>
                  <a:pt x="3981335" y="322789"/>
                </a:cubicBezTo>
                <a:lnTo>
                  <a:pt x="3973957" y="335625"/>
                </a:lnTo>
                <a:cubicBezTo>
                  <a:pt x="3973727" y="335932"/>
                  <a:pt x="3973034" y="336162"/>
                  <a:pt x="3973034" y="336162"/>
                </a:cubicBezTo>
                <a:lnTo>
                  <a:pt x="3958279" y="336162"/>
                </a:lnTo>
                <a:cubicBezTo>
                  <a:pt x="3957893" y="336162"/>
                  <a:pt x="3957356" y="335625"/>
                  <a:pt x="3957356" y="335625"/>
                </a:cubicBezTo>
                <a:lnTo>
                  <a:pt x="3949978" y="322789"/>
                </a:lnTo>
                <a:cubicBezTo>
                  <a:pt x="3949825" y="322405"/>
                  <a:pt x="3949978" y="321714"/>
                  <a:pt x="3949978" y="321714"/>
                </a:cubicBezTo>
                <a:lnTo>
                  <a:pt x="3957356" y="308878"/>
                </a:lnTo>
                <a:cubicBezTo>
                  <a:pt x="3957588" y="308571"/>
                  <a:pt x="3958279" y="308341"/>
                  <a:pt x="3958279" y="308341"/>
                </a:cubicBezTo>
                <a:close/>
                <a:moveTo>
                  <a:pt x="6336695" y="308187"/>
                </a:moveTo>
                <a:lnTo>
                  <a:pt x="6351604" y="308187"/>
                </a:lnTo>
                <a:cubicBezTo>
                  <a:pt x="6351989" y="308187"/>
                  <a:pt x="6352527" y="308725"/>
                  <a:pt x="6352527" y="308725"/>
                </a:cubicBezTo>
                <a:lnTo>
                  <a:pt x="6359982" y="321636"/>
                </a:lnTo>
                <a:cubicBezTo>
                  <a:pt x="6360136" y="321944"/>
                  <a:pt x="6359982" y="322713"/>
                  <a:pt x="6359982" y="322713"/>
                </a:cubicBezTo>
                <a:lnTo>
                  <a:pt x="6352527" y="335625"/>
                </a:lnTo>
                <a:cubicBezTo>
                  <a:pt x="6352297" y="335932"/>
                  <a:pt x="6351604" y="336162"/>
                  <a:pt x="6351604" y="336162"/>
                </a:cubicBezTo>
                <a:lnTo>
                  <a:pt x="6336695" y="336162"/>
                </a:lnTo>
                <a:cubicBezTo>
                  <a:pt x="6336311" y="336162"/>
                  <a:pt x="6335774" y="335625"/>
                  <a:pt x="6335774" y="335625"/>
                </a:cubicBezTo>
                <a:lnTo>
                  <a:pt x="6328319" y="322713"/>
                </a:lnTo>
                <a:cubicBezTo>
                  <a:pt x="6328165" y="322405"/>
                  <a:pt x="6328319" y="321636"/>
                  <a:pt x="6328319" y="321636"/>
                </a:cubicBezTo>
                <a:lnTo>
                  <a:pt x="6335774" y="308725"/>
                </a:lnTo>
                <a:cubicBezTo>
                  <a:pt x="6336004" y="308417"/>
                  <a:pt x="6336695" y="308187"/>
                  <a:pt x="6336695" y="308187"/>
                </a:cubicBezTo>
                <a:close/>
                <a:moveTo>
                  <a:pt x="3500685" y="307880"/>
                </a:moveTo>
                <a:lnTo>
                  <a:pt x="3515904" y="307880"/>
                </a:lnTo>
                <a:cubicBezTo>
                  <a:pt x="3516287" y="307880"/>
                  <a:pt x="3516825" y="308417"/>
                  <a:pt x="3516825" y="308417"/>
                </a:cubicBezTo>
                <a:lnTo>
                  <a:pt x="3524435" y="321636"/>
                </a:lnTo>
                <a:cubicBezTo>
                  <a:pt x="3524666" y="321944"/>
                  <a:pt x="3524435" y="322713"/>
                  <a:pt x="3524435" y="322713"/>
                </a:cubicBezTo>
                <a:lnTo>
                  <a:pt x="3516825" y="335932"/>
                </a:lnTo>
                <a:cubicBezTo>
                  <a:pt x="3516674" y="336240"/>
                  <a:pt x="3515904" y="336470"/>
                  <a:pt x="3515904" y="336470"/>
                </a:cubicBezTo>
                <a:lnTo>
                  <a:pt x="3500685" y="336470"/>
                </a:lnTo>
                <a:cubicBezTo>
                  <a:pt x="3500302" y="336470"/>
                  <a:pt x="3499765" y="335932"/>
                  <a:pt x="3499765" y="335932"/>
                </a:cubicBezTo>
                <a:lnTo>
                  <a:pt x="3492156" y="322713"/>
                </a:lnTo>
                <a:cubicBezTo>
                  <a:pt x="3491924" y="322405"/>
                  <a:pt x="3492156" y="321636"/>
                  <a:pt x="3492156" y="321636"/>
                </a:cubicBezTo>
                <a:lnTo>
                  <a:pt x="3499765" y="308417"/>
                </a:lnTo>
                <a:cubicBezTo>
                  <a:pt x="3499918" y="308110"/>
                  <a:pt x="3500685" y="307880"/>
                  <a:pt x="3500685" y="307880"/>
                </a:cubicBezTo>
                <a:close/>
                <a:moveTo>
                  <a:pt x="5420975" y="306498"/>
                </a:moveTo>
                <a:lnTo>
                  <a:pt x="5437729" y="306498"/>
                </a:lnTo>
                <a:cubicBezTo>
                  <a:pt x="5438113" y="306498"/>
                  <a:pt x="5438728" y="307113"/>
                  <a:pt x="5438728" y="307113"/>
                </a:cubicBezTo>
                <a:lnTo>
                  <a:pt x="5447104" y="321638"/>
                </a:lnTo>
                <a:cubicBezTo>
                  <a:pt x="5447336" y="321946"/>
                  <a:pt x="5447104" y="322791"/>
                  <a:pt x="5447104" y="322791"/>
                </a:cubicBezTo>
                <a:lnTo>
                  <a:pt x="5438728" y="337316"/>
                </a:lnTo>
                <a:cubicBezTo>
                  <a:pt x="5438497" y="337700"/>
                  <a:pt x="5438113" y="337932"/>
                  <a:pt x="5437729" y="337932"/>
                </a:cubicBezTo>
                <a:lnTo>
                  <a:pt x="5420975" y="337932"/>
                </a:lnTo>
                <a:cubicBezTo>
                  <a:pt x="5420589" y="337932"/>
                  <a:pt x="5419974" y="337316"/>
                  <a:pt x="5419974" y="337316"/>
                </a:cubicBezTo>
                <a:lnTo>
                  <a:pt x="5411598" y="322791"/>
                </a:lnTo>
                <a:cubicBezTo>
                  <a:pt x="5411366" y="322483"/>
                  <a:pt x="5411598" y="321638"/>
                  <a:pt x="5411598" y="321638"/>
                </a:cubicBezTo>
                <a:lnTo>
                  <a:pt x="5419974" y="307113"/>
                </a:lnTo>
                <a:cubicBezTo>
                  <a:pt x="5420206" y="306727"/>
                  <a:pt x="5420589" y="306498"/>
                  <a:pt x="5420975" y="306498"/>
                </a:cubicBezTo>
                <a:close/>
                <a:moveTo>
                  <a:pt x="2310515" y="306190"/>
                </a:moveTo>
                <a:lnTo>
                  <a:pt x="2327499" y="306190"/>
                </a:lnTo>
                <a:cubicBezTo>
                  <a:pt x="2327960" y="306190"/>
                  <a:pt x="2328576" y="306805"/>
                  <a:pt x="2328576" y="306805"/>
                </a:cubicBezTo>
                <a:lnTo>
                  <a:pt x="2337108" y="321561"/>
                </a:lnTo>
                <a:cubicBezTo>
                  <a:pt x="2337337" y="321946"/>
                  <a:pt x="2337108" y="322791"/>
                  <a:pt x="2337108" y="322791"/>
                </a:cubicBezTo>
                <a:lnTo>
                  <a:pt x="2328576" y="337546"/>
                </a:lnTo>
                <a:cubicBezTo>
                  <a:pt x="2328346" y="337932"/>
                  <a:pt x="2327960" y="338161"/>
                  <a:pt x="2327499" y="338161"/>
                </a:cubicBezTo>
                <a:lnTo>
                  <a:pt x="2310515" y="338161"/>
                </a:lnTo>
                <a:cubicBezTo>
                  <a:pt x="2310053" y="338161"/>
                  <a:pt x="2309439" y="337546"/>
                  <a:pt x="2309439" y="337546"/>
                </a:cubicBezTo>
                <a:lnTo>
                  <a:pt x="2300908" y="322791"/>
                </a:lnTo>
                <a:cubicBezTo>
                  <a:pt x="2300677" y="322407"/>
                  <a:pt x="2300908" y="321561"/>
                  <a:pt x="2300908" y="321561"/>
                </a:cubicBezTo>
                <a:lnTo>
                  <a:pt x="2309439" y="306805"/>
                </a:lnTo>
                <a:cubicBezTo>
                  <a:pt x="2309670" y="306422"/>
                  <a:pt x="2310053" y="306190"/>
                  <a:pt x="2310515" y="306190"/>
                </a:cubicBezTo>
                <a:close/>
                <a:moveTo>
                  <a:pt x="6518534" y="305958"/>
                </a:moveTo>
                <a:lnTo>
                  <a:pt x="6535827" y="305958"/>
                </a:lnTo>
                <a:cubicBezTo>
                  <a:pt x="6536287" y="305958"/>
                  <a:pt x="6536902" y="306574"/>
                  <a:pt x="6536902" y="306574"/>
                </a:cubicBezTo>
                <a:lnTo>
                  <a:pt x="6545586" y="321561"/>
                </a:lnTo>
                <a:cubicBezTo>
                  <a:pt x="6545817" y="321944"/>
                  <a:pt x="6545586" y="322789"/>
                  <a:pt x="6545586" y="322789"/>
                </a:cubicBezTo>
                <a:lnTo>
                  <a:pt x="6536902" y="337776"/>
                </a:lnTo>
                <a:cubicBezTo>
                  <a:pt x="6536672" y="338161"/>
                  <a:pt x="6536287" y="338391"/>
                  <a:pt x="6535827" y="338391"/>
                </a:cubicBezTo>
                <a:lnTo>
                  <a:pt x="6518534" y="338391"/>
                </a:lnTo>
                <a:cubicBezTo>
                  <a:pt x="6518072" y="338391"/>
                  <a:pt x="6517457" y="337776"/>
                  <a:pt x="6517457" y="337776"/>
                </a:cubicBezTo>
                <a:lnTo>
                  <a:pt x="6508773" y="322789"/>
                </a:lnTo>
                <a:cubicBezTo>
                  <a:pt x="6508542" y="322405"/>
                  <a:pt x="6508773" y="321561"/>
                  <a:pt x="6508773" y="321561"/>
                </a:cubicBezTo>
                <a:lnTo>
                  <a:pt x="6517457" y="306574"/>
                </a:lnTo>
                <a:cubicBezTo>
                  <a:pt x="6517687" y="306188"/>
                  <a:pt x="6518072" y="305958"/>
                  <a:pt x="6518534" y="305958"/>
                </a:cubicBezTo>
                <a:close/>
                <a:moveTo>
                  <a:pt x="3224240" y="304269"/>
                </a:moveTo>
                <a:lnTo>
                  <a:pt x="3243377" y="304269"/>
                </a:lnTo>
                <a:cubicBezTo>
                  <a:pt x="3243838" y="304269"/>
                  <a:pt x="3244300" y="304576"/>
                  <a:pt x="3244530" y="304960"/>
                </a:cubicBezTo>
                <a:lnTo>
                  <a:pt x="3254060" y="321485"/>
                </a:lnTo>
                <a:cubicBezTo>
                  <a:pt x="3254289" y="321946"/>
                  <a:pt x="3254289" y="322483"/>
                  <a:pt x="3254060" y="322869"/>
                </a:cubicBezTo>
                <a:lnTo>
                  <a:pt x="3244530" y="339391"/>
                </a:lnTo>
                <a:cubicBezTo>
                  <a:pt x="3244300" y="339853"/>
                  <a:pt x="3243838" y="340083"/>
                  <a:pt x="3243377" y="340083"/>
                </a:cubicBezTo>
                <a:lnTo>
                  <a:pt x="3224240" y="340083"/>
                </a:lnTo>
                <a:cubicBezTo>
                  <a:pt x="3223778" y="340083"/>
                  <a:pt x="3223317" y="339775"/>
                  <a:pt x="3223087" y="339391"/>
                </a:cubicBezTo>
                <a:lnTo>
                  <a:pt x="3213557" y="322869"/>
                </a:lnTo>
                <a:cubicBezTo>
                  <a:pt x="3213328" y="322407"/>
                  <a:pt x="3213328" y="321868"/>
                  <a:pt x="3213557" y="321485"/>
                </a:cubicBezTo>
                <a:lnTo>
                  <a:pt x="3223087" y="304960"/>
                </a:lnTo>
                <a:cubicBezTo>
                  <a:pt x="3223317" y="304500"/>
                  <a:pt x="3223778" y="304269"/>
                  <a:pt x="3224240" y="304269"/>
                </a:cubicBezTo>
                <a:close/>
                <a:moveTo>
                  <a:pt x="6242164" y="302423"/>
                </a:moveTo>
                <a:lnTo>
                  <a:pt x="6263222" y="302423"/>
                </a:lnTo>
                <a:cubicBezTo>
                  <a:pt x="6263761" y="302423"/>
                  <a:pt x="6264221" y="302731"/>
                  <a:pt x="6264531" y="303192"/>
                </a:cubicBezTo>
                <a:lnTo>
                  <a:pt x="6275058" y="321407"/>
                </a:lnTo>
                <a:cubicBezTo>
                  <a:pt x="6275367" y="321868"/>
                  <a:pt x="6275367" y="322405"/>
                  <a:pt x="6275058" y="322867"/>
                </a:cubicBezTo>
                <a:lnTo>
                  <a:pt x="6264531" y="341081"/>
                </a:lnTo>
                <a:cubicBezTo>
                  <a:pt x="6264221" y="341543"/>
                  <a:pt x="6263761" y="341850"/>
                  <a:pt x="6263222" y="341850"/>
                </a:cubicBezTo>
                <a:lnTo>
                  <a:pt x="6242164" y="341850"/>
                </a:lnTo>
                <a:cubicBezTo>
                  <a:pt x="6241626" y="341850"/>
                  <a:pt x="6241165" y="341543"/>
                  <a:pt x="6240858" y="341081"/>
                </a:cubicBezTo>
                <a:lnTo>
                  <a:pt x="6230330" y="322867"/>
                </a:lnTo>
                <a:cubicBezTo>
                  <a:pt x="6230021" y="322405"/>
                  <a:pt x="6230021" y="321868"/>
                  <a:pt x="6230330" y="321407"/>
                </a:cubicBezTo>
                <a:lnTo>
                  <a:pt x="6240858" y="303192"/>
                </a:lnTo>
                <a:cubicBezTo>
                  <a:pt x="6241165" y="302731"/>
                  <a:pt x="6241626" y="302423"/>
                  <a:pt x="6242164" y="302423"/>
                </a:cubicBezTo>
                <a:close/>
                <a:moveTo>
                  <a:pt x="3040326" y="302423"/>
                </a:moveTo>
                <a:lnTo>
                  <a:pt x="3061384" y="302423"/>
                </a:lnTo>
                <a:cubicBezTo>
                  <a:pt x="3061923" y="302423"/>
                  <a:pt x="3062385" y="302731"/>
                  <a:pt x="3062692" y="303192"/>
                </a:cubicBezTo>
                <a:lnTo>
                  <a:pt x="3073220" y="321407"/>
                </a:lnTo>
                <a:cubicBezTo>
                  <a:pt x="3073527" y="321868"/>
                  <a:pt x="3073527" y="322405"/>
                  <a:pt x="3073220" y="322867"/>
                </a:cubicBezTo>
                <a:lnTo>
                  <a:pt x="3062692" y="341081"/>
                </a:lnTo>
                <a:cubicBezTo>
                  <a:pt x="3062385" y="341543"/>
                  <a:pt x="3061923" y="341850"/>
                  <a:pt x="3061384" y="341850"/>
                </a:cubicBezTo>
                <a:lnTo>
                  <a:pt x="3040326" y="341850"/>
                </a:lnTo>
                <a:cubicBezTo>
                  <a:pt x="3039789" y="341850"/>
                  <a:pt x="3039327" y="341543"/>
                  <a:pt x="3039020" y="341081"/>
                </a:cubicBezTo>
                <a:lnTo>
                  <a:pt x="3028490" y="322867"/>
                </a:lnTo>
                <a:cubicBezTo>
                  <a:pt x="3028185" y="322405"/>
                  <a:pt x="3028185" y="321868"/>
                  <a:pt x="3028490" y="321407"/>
                </a:cubicBezTo>
                <a:lnTo>
                  <a:pt x="3039020" y="303192"/>
                </a:lnTo>
                <a:cubicBezTo>
                  <a:pt x="3039327" y="302731"/>
                  <a:pt x="3039789" y="302423"/>
                  <a:pt x="3040326" y="302423"/>
                </a:cubicBezTo>
                <a:close/>
                <a:moveTo>
                  <a:pt x="2491355" y="302270"/>
                </a:moveTo>
                <a:lnTo>
                  <a:pt x="2512567" y="302270"/>
                </a:lnTo>
                <a:cubicBezTo>
                  <a:pt x="2513104" y="302270"/>
                  <a:pt x="2513566" y="302577"/>
                  <a:pt x="2513873" y="303039"/>
                </a:cubicBezTo>
                <a:lnTo>
                  <a:pt x="2524478" y="321407"/>
                </a:lnTo>
                <a:cubicBezTo>
                  <a:pt x="2524786" y="321868"/>
                  <a:pt x="2524786" y="322483"/>
                  <a:pt x="2524478" y="322943"/>
                </a:cubicBezTo>
                <a:lnTo>
                  <a:pt x="2513873" y="341311"/>
                </a:lnTo>
                <a:cubicBezTo>
                  <a:pt x="2513566" y="341772"/>
                  <a:pt x="2513104" y="342080"/>
                  <a:pt x="2512567" y="342080"/>
                </a:cubicBezTo>
                <a:lnTo>
                  <a:pt x="2491355" y="342080"/>
                </a:lnTo>
                <a:cubicBezTo>
                  <a:pt x="2490817" y="342080"/>
                  <a:pt x="2490356" y="341772"/>
                  <a:pt x="2490049" y="341311"/>
                </a:cubicBezTo>
                <a:lnTo>
                  <a:pt x="2479442" y="322943"/>
                </a:lnTo>
                <a:cubicBezTo>
                  <a:pt x="2479136" y="322483"/>
                  <a:pt x="2479136" y="321868"/>
                  <a:pt x="2479442" y="321407"/>
                </a:cubicBezTo>
                <a:lnTo>
                  <a:pt x="2490049" y="303039"/>
                </a:lnTo>
                <a:cubicBezTo>
                  <a:pt x="2490356" y="302577"/>
                  <a:pt x="2490817" y="302270"/>
                  <a:pt x="2491355" y="302270"/>
                </a:cubicBezTo>
                <a:close/>
                <a:moveTo>
                  <a:pt x="5327135" y="302040"/>
                </a:moveTo>
                <a:lnTo>
                  <a:pt x="5348654" y="302040"/>
                </a:lnTo>
                <a:cubicBezTo>
                  <a:pt x="5349192" y="302040"/>
                  <a:pt x="5349653" y="302348"/>
                  <a:pt x="5349961" y="302809"/>
                </a:cubicBezTo>
                <a:lnTo>
                  <a:pt x="5360719" y="321407"/>
                </a:lnTo>
                <a:cubicBezTo>
                  <a:pt x="5361027" y="321868"/>
                  <a:pt x="5361027" y="322483"/>
                  <a:pt x="5360719" y="322945"/>
                </a:cubicBezTo>
                <a:lnTo>
                  <a:pt x="5349961" y="341543"/>
                </a:lnTo>
                <a:cubicBezTo>
                  <a:pt x="5349653" y="342004"/>
                  <a:pt x="5349192" y="342311"/>
                  <a:pt x="5348654" y="342311"/>
                </a:cubicBezTo>
                <a:lnTo>
                  <a:pt x="5327135" y="342311"/>
                </a:lnTo>
                <a:cubicBezTo>
                  <a:pt x="5326597" y="342311"/>
                  <a:pt x="5326136" y="342004"/>
                  <a:pt x="5325828" y="341543"/>
                </a:cubicBezTo>
                <a:lnTo>
                  <a:pt x="5315069" y="322945"/>
                </a:lnTo>
                <a:cubicBezTo>
                  <a:pt x="5314760" y="322483"/>
                  <a:pt x="5314760" y="321868"/>
                  <a:pt x="5315069" y="321407"/>
                </a:cubicBezTo>
                <a:lnTo>
                  <a:pt x="5325828" y="302809"/>
                </a:lnTo>
                <a:cubicBezTo>
                  <a:pt x="5326136" y="302348"/>
                  <a:pt x="5326597" y="302040"/>
                  <a:pt x="5327135" y="302040"/>
                </a:cubicBezTo>
                <a:close/>
                <a:moveTo>
                  <a:pt x="6058635" y="301425"/>
                </a:moveTo>
                <a:lnTo>
                  <a:pt x="6080771" y="301425"/>
                </a:lnTo>
                <a:cubicBezTo>
                  <a:pt x="6081386" y="301425"/>
                  <a:pt x="6081847" y="301732"/>
                  <a:pt x="6082154" y="302194"/>
                </a:cubicBezTo>
                <a:lnTo>
                  <a:pt x="6093221" y="321331"/>
                </a:lnTo>
                <a:cubicBezTo>
                  <a:pt x="6093528" y="321792"/>
                  <a:pt x="6093528" y="322405"/>
                  <a:pt x="6093221" y="322867"/>
                </a:cubicBezTo>
                <a:lnTo>
                  <a:pt x="6082154" y="342004"/>
                </a:lnTo>
                <a:cubicBezTo>
                  <a:pt x="6081847" y="342465"/>
                  <a:pt x="6081308" y="342773"/>
                  <a:pt x="6080771" y="342773"/>
                </a:cubicBezTo>
                <a:lnTo>
                  <a:pt x="6058635" y="342773"/>
                </a:lnTo>
                <a:cubicBezTo>
                  <a:pt x="6058020" y="342773"/>
                  <a:pt x="6057559" y="342465"/>
                  <a:pt x="6057253" y="342004"/>
                </a:cubicBezTo>
                <a:lnTo>
                  <a:pt x="6046185" y="322867"/>
                </a:lnTo>
                <a:cubicBezTo>
                  <a:pt x="6045879" y="322405"/>
                  <a:pt x="6045879" y="321792"/>
                  <a:pt x="6046185" y="321331"/>
                </a:cubicBezTo>
                <a:lnTo>
                  <a:pt x="6057253" y="302194"/>
                </a:lnTo>
                <a:cubicBezTo>
                  <a:pt x="6057559" y="301732"/>
                  <a:pt x="6058098" y="301425"/>
                  <a:pt x="6058635" y="301425"/>
                </a:cubicBezTo>
                <a:close/>
                <a:moveTo>
                  <a:pt x="2947948" y="300732"/>
                </a:moveTo>
                <a:lnTo>
                  <a:pt x="2970773" y="300732"/>
                </a:lnTo>
                <a:cubicBezTo>
                  <a:pt x="2971311" y="300732"/>
                  <a:pt x="2971850" y="301115"/>
                  <a:pt x="2972156" y="301577"/>
                </a:cubicBezTo>
                <a:lnTo>
                  <a:pt x="2983607" y="321405"/>
                </a:lnTo>
                <a:cubicBezTo>
                  <a:pt x="2983915" y="321866"/>
                  <a:pt x="2983915" y="322559"/>
                  <a:pt x="2983607" y="323021"/>
                </a:cubicBezTo>
                <a:lnTo>
                  <a:pt x="2972156" y="342849"/>
                </a:lnTo>
                <a:cubicBezTo>
                  <a:pt x="2971850" y="343386"/>
                  <a:pt x="2971311" y="343694"/>
                  <a:pt x="2970773" y="343694"/>
                </a:cubicBezTo>
                <a:lnTo>
                  <a:pt x="2947948" y="343694"/>
                </a:lnTo>
                <a:cubicBezTo>
                  <a:pt x="2947410" y="343694"/>
                  <a:pt x="2946872" y="343310"/>
                  <a:pt x="2946564" y="342849"/>
                </a:cubicBezTo>
                <a:lnTo>
                  <a:pt x="2935112" y="323021"/>
                </a:lnTo>
                <a:cubicBezTo>
                  <a:pt x="2934807" y="322559"/>
                  <a:pt x="2934807" y="321866"/>
                  <a:pt x="2935112" y="321405"/>
                </a:cubicBezTo>
                <a:lnTo>
                  <a:pt x="2946564" y="301577"/>
                </a:lnTo>
                <a:cubicBezTo>
                  <a:pt x="2946872" y="301039"/>
                  <a:pt x="2947410" y="300732"/>
                  <a:pt x="2947948" y="300732"/>
                </a:cubicBezTo>
                <a:close/>
                <a:moveTo>
                  <a:pt x="4045047" y="299504"/>
                </a:moveTo>
                <a:lnTo>
                  <a:pt x="4069255" y="299504"/>
                </a:lnTo>
                <a:cubicBezTo>
                  <a:pt x="4069871" y="299504"/>
                  <a:pt x="4070408" y="299811"/>
                  <a:pt x="4070715" y="300348"/>
                </a:cubicBezTo>
                <a:lnTo>
                  <a:pt x="4082782" y="321331"/>
                </a:lnTo>
                <a:cubicBezTo>
                  <a:pt x="4083089" y="321868"/>
                  <a:pt x="4083089" y="322483"/>
                  <a:pt x="4082782" y="323021"/>
                </a:cubicBezTo>
                <a:lnTo>
                  <a:pt x="4070639" y="344003"/>
                </a:lnTo>
                <a:cubicBezTo>
                  <a:pt x="4070331" y="344540"/>
                  <a:pt x="4069792" y="344848"/>
                  <a:pt x="4069179" y="344848"/>
                </a:cubicBezTo>
                <a:lnTo>
                  <a:pt x="4044969" y="344848"/>
                </a:lnTo>
                <a:cubicBezTo>
                  <a:pt x="4044354" y="344848"/>
                  <a:pt x="4043817" y="344540"/>
                  <a:pt x="4043509" y="344003"/>
                </a:cubicBezTo>
                <a:lnTo>
                  <a:pt x="4031442" y="323021"/>
                </a:lnTo>
                <a:cubicBezTo>
                  <a:pt x="4031136" y="322483"/>
                  <a:pt x="4031136" y="321868"/>
                  <a:pt x="4031442" y="321331"/>
                </a:cubicBezTo>
                <a:lnTo>
                  <a:pt x="4043585" y="300348"/>
                </a:lnTo>
                <a:cubicBezTo>
                  <a:pt x="4043893" y="299811"/>
                  <a:pt x="4044432" y="299504"/>
                  <a:pt x="4045047" y="299504"/>
                </a:cubicBezTo>
                <a:close/>
                <a:moveTo>
                  <a:pt x="6148941" y="299196"/>
                </a:moveTo>
                <a:lnTo>
                  <a:pt x="6173458" y="299196"/>
                </a:lnTo>
                <a:cubicBezTo>
                  <a:pt x="6173995" y="299196"/>
                  <a:pt x="6174610" y="299504"/>
                  <a:pt x="6174918" y="300041"/>
                </a:cubicBezTo>
                <a:lnTo>
                  <a:pt x="6187137" y="321253"/>
                </a:lnTo>
                <a:cubicBezTo>
                  <a:pt x="6187445" y="321790"/>
                  <a:pt x="6187445" y="322483"/>
                  <a:pt x="6187137" y="323021"/>
                </a:cubicBezTo>
                <a:lnTo>
                  <a:pt x="6174918" y="344233"/>
                </a:lnTo>
                <a:cubicBezTo>
                  <a:pt x="6174610" y="344770"/>
                  <a:pt x="6174071" y="345078"/>
                  <a:pt x="6173458" y="345078"/>
                </a:cubicBezTo>
                <a:lnTo>
                  <a:pt x="6148941" y="345078"/>
                </a:lnTo>
                <a:cubicBezTo>
                  <a:pt x="6148404" y="345078"/>
                  <a:pt x="6147789" y="344770"/>
                  <a:pt x="6147481" y="344233"/>
                </a:cubicBezTo>
                <a:lnTo>
                  <a:pt x="6135262" y="323021"/>
                </a:lnTo>
                <a:cubicBezTo>
                  <a:pt x="6134952" y="322483"/>
                  <a:pt x="6134952" y="321790"/>
                  <a:pt x="6135262" y="321253"/>
                </a:cubicBezTo>
                <a:lnTo>
                  <a:pt x="6147481" y="300041"/>
                </a:lnTo>
                <a:cubicBezTo>
                  <a:pt x="6147789" y="299504"/>
                  <a:pt x="6148326" y="299196"/>
                  <a:pt x="6148941" y="299196"/>
                </a:cubicBezTo>
                <a:close/>
                <a:moveTo>
                  <a:pt x="5234063" y="299118"/>
                </a:moveTo>
                <a:lnTo>
                  <a:pt x="5258735" y="299118"/>
                </a:lnTo>
                <a:cubicBezTo>
                  <a:pt x="5259348" y="299118"/>
                  <a:pt x="5259963" y="299426"/>
                  <a:pt x="5260271" y="299963"/>
                </a:cubicBezTo>
                <a:lnTo>
                  <a:pt x="5272567" y="321329"/>
                </a:lnTo>
                <a:cubicBezTo>
                  <a:pt x="5272875" y="321866"/>
                  <a:pt x="5272875" y="322559"/>
                  <a:pt x="5272567" y="323096"/>
                </a:cubicBezTo>
                <a:lnTo>
                  <a:pt x="5260271" y="344462"/>
                </a:lnTo>
                <a:cubicBezTo>
                  <a:pt x="5259888" y="345000"/>
                  <a:pt x="5259348" y="345307"/>
                  <a:pt x="5258735" y="345307"/>
                </a:cubicBezTo>
                <a:lnTo>
                  <a:pt x="5234063" y="345307"/>
                </a:lnTo>
                <a:cubicBezTo>
                  <a:pt x="5233448" y="345307"/>
                  <a:pt x="5232834" y="345000"/>
                  <a:pt x="5232526" y="344462"/>
                </a:cubicBezTo>
                <a:lnTo>
                  <a:pt x="5220229" y="323096"/>
                </a:lnTo>
                <a:cubicBezTo>
                  <a:pt x="5219923" y="322559"/>
                  <a:pt x="5219923" y="321866"/>
                  <a:pt x="5220229" y="321329"/>
                </a:cubicBezTo>
                <a:lnTo>
                  <a:pt x="5232526" y="299963"/>
                </a:lnTo>
                <a:cubicBezTo>
                  <a:pt x="5232911" y="299426"/>
                  <a:pt x="5233448" y="299118"/>
                  <a:pt x="5234063" y="299118"/>
                </a:cubicBezTo>
                <a:close/>
                <a:moveTo>
                  <a:pt x="5599431" y="297966"/>
                </a:moveTo>
                <a:lnTo>
                  <a:pt x="5625254" y="297966"/>
                </a:lnTo>
                <a:cubicBezTo>
                  <a:pt x="5625947" y="297966"/>
                  <a:pt x="5626560" y="298349"/>
                  <a:pt x="5626868" y="298888"/>
                </a:cubicBezTo>
                <a:lnTo>
                  <a:pt x="5639780" y="321253"/>
                </a:lnTo>
                <a:cubicBezTo>
                  <a:pt x="5640087" y="321868"/>
                  <a:pt x="5640087" y="322559"/>
                  <a:pt x="5639780" y="323096"/>
                </a:cubicBezTo>
                <a:lnTo>
                  <a:pt x="5626868" y="345461"/>
                </a:lnTo>
                <a:cubicBezTo>
                  <a:pt x="5626484" y="346000"/>
                  <a:pt x="5625869" y="346384"/>
                  <a:pt x="5625254" y="346384"/>
                </a:cubicBezTo>
                <a:lnTo>
                  <a:pt x="5599431" y="346384"/>
                </a:lnTo>
                <a:cubicBezTo>
                  <a:pt x="5598739" y="346384"/>
                  <a:pt x="5598124" y="346000"/>
                  <a:pt x="5597817" y="345461"/>
                </a:cubicBezTo>
                <a:lnTo>
                  <a:pt x="5584905" y="323096"/>
                </a:lnTo>
                <a:cubicBezTo>
                  <a:pt x="5584599" y="322483"/>
                  <a:pt x="5584599" y="321790"/>
                  <a:pt x="5584905" y="321253"/>
                </a:cubicBezTo>
                <a:lnTo>
                  <a:pt x="5597817" y="298888"/>
                </a:lnTo>
                <a:cubicBezTo>
                  <a:pt x="5598202" y="298349"/>
                  <a:pt x="5598817" y="297966"/>
                  <a:pt x="5599431" y="297966"/>
                </a:cubicBezTo>
                <a:close/>
                <a:moveTo>
                  <a:pt x="5965258" y="297812"/>
                </a:moveTo>
                <a:lnTo>
                  <a:pt x="5991234" y="297812"/>
                </a:lnTo>
                <a:cubicBezTo>
                  <a:pt x="5991928" y="297812"/>
                  <a:pt x="5992542" y="298195"/>
                  <a:pt x="5992850" y="298735"/>
                </a:cubicBezTo>
                <a:lnTo>
                  <a:pt x="6005838" y="321253"/>
                </a:lnTo>
                <a:cubicBezTo>
                  <a:pt x="6006145" y="321790"/>
                  <a:pt x="6006145" y="322559"/>
                  <a:pt x="6005838" y="323096"/>
                </a:cubicBezTo>
                <a:lnTo>
                  <a:pt x="5992850" y="345615"/>
                </a:lnTo>
                <a:cubicBezTo>
                  <a:pt x="5992465" y="346154"/>
                  <a:pt x="5991850" y="346538"/>
                  <a:pt x="5991234" y="346538"/>
                </a:cubicBezTo>
                <a:lnTo>
                  <a:pt x="5965258" y="346538"/>
                </a:lnTo>
                <a:cubicBezTo>
                  <a:pt x="5964566" y="346538"/>
                  <a:pt x="5963952" y="346154"/>
                  <a:pt x="5963645" y="345615"/>
                </a:cubicBezTo>
                <a:lnTo>
                  <a:pt x="5950657" y="323096"/>
                </a:lnTo>
                <a:cubicBezTo>
                  <a:pt x="5950347" y="322559"/>
                  <a:pt x="5950347" y="321790"/>
                  <a:pt x="5950657" y="321253"/>
                </a:cubicBezTo>
                <a:lnTo>
                  <a:pt x="5963645" y="298735"/>
                </a:lnTo>
                <a:cubicBezTo>
                  <a:pt x="5964029" y="298195"/>
                  <a:pt x="5964644" y="297812"/>
                  <a:pt x="5965258" y="297812"/>
                </a:cubicBezTo>
                <a:close/>
                <a:moveTo>
                  <a:pt x="5782267" y="297812"/>
                </a:moveTo>
                <a:lnTo>
                  <a:pt x="5808243" y="297812"/>
                </a:lnTo>
                <a:cubicBezTo>
                  <a:pt x="5808936" y="297812"/>
                  <a:pt x="5809551" y="298195"/>
                  <a:pt x="5809857" y="298735"/>
                </a:cubicBezTo>
                <a:lnTo>
                  <a:pt x="5822847" y="321253"/>
                </a:lnTo>
                <a:cubicBezTo>
                  <a:pt x="5823154" y="321790"/>
                  <a:pt x="5823154" y="322559"/>
                  <a:pt x="5822847" y="323096"/>
                </a:cubicBezTo>
                <a:lnTo>
                  <a:pt x="5809857" y="345615"/>
                </a:lnTo>
                <a:cubicBezTo>
                  <a:pt x="5809473" y="346154"/>
                  <a:pt x="5808858" y="346538"/>
                  <a:pt x="5808243" y="346538"/>
                </a:cubicBezTo>
                <a:lnTo>
                  <a:pt x="5782267" y="346538"/>
                </a:lnTo>
                <a:cubicBezTo>
                  <a:pt x="5781576" y="346538"/>
                  <a:pt x="5780959" y="346154"/>
                  <a:pt x="5780654" y="345615"/>
                </a:cubicBezTo>
                <a:lnTo>
                  <a:pt x="5767664" y="323096"/>
                </a:lnTo>
                <a:cubicBezTo>
                  <a:pt x="5767358" y="322559"/>
                  <a:pt x="5767358" y="321790"/>
                  <a:pt x="5767664" y="321253"/>
                </a:cubicBezTo>
                <a:lnTo>
                  <a:pt x="5780654" y="298735"/>
                </a:lnTo>
                <a:cubicBezTo>
                  <a:pt x="5781037" y="298195"/>
                  <a:pt x="5781652" y="297812"/>
                  <a:pt x="5782267" y="297812"/>
                </a:cubicBezTo>
                <a:close/>
                <a:moveTo>
                  <a:pt x="5873186" y="296735"/>
                </a:moveTo>
                <a:lnTo>
                  <a:pt x="5900394" y="296735"/>
                </a:lnTo>
                <a:cubicBezTo>
                  <a:pt x="5901085" y="296735"/>
                  <a:pt x="5901700" y="297119"/>
                  <a:pt x="5902083" y="297734"/>
                </a:cubicBezTo>
                <a:lnTo>
                  <a:pt x="5915688" y="321253"/>
                </a:lnTo>
                <a:cubicBezTo>
                  <a:pt x="5916072" y="321866"/>
                  <a:pt x="5916072" y="322559"/>
                  <a:pt x="5915688" y="323174"/>
                </a:cubicBezTo>
                <a:lnTo>
                  <a:pt x="5902083" y="346691"/>
                </a:lnTo>
                <a:cubicBezTo>
                  <a:pt x="5901700" y="347306"/>
                  <a:pt x="5901085" y="347690"/>
                  <a:pt x="5900394" y="347690"/>
                </a:cubicBezTo>
                <a:lnTo>
                  <a:pt x="5873186" y="347690"/>
                </a:lnTo>
                <a:cubicBezTo>
                  <a:pt x="5872495" y="347690"/>
                  <a:pt x="5871880" y="347306"/>
                  <a:pt x="5871496" y="346691"/>
                </a:cubicBezTo>
                <a:lnTo>
                  <a:pt x="5857893" y="323174"/>
                </a:lnTo>
                <a:cubicBezTo>
                  <a:pt x="5857508" y="322559"/>
                  <a:pt x="5857508" y="321866"/>
                  <a:pt x="5857893" y="321253"/>
                </a:cubicBezTo>
                <a:lnTo>
                  <a:pt x="5871496" y="297734"/>
                </a:lnTo>
                <a:cubicBezTo>
                  <a:pt x="5871880" y="297119"/>
                  <a:pt x="5872495" y="296735"/>
                  <a:pt x="5873186" y="296735"/>
                </a:cubicBezTo>
                <a:close/>
                <a:moveTo>
                  <a:pt x="5690197" y="296735"/>
                </a:moveTo>
                <a:lnTo>
                  <a:pt x="5717403" y="296735"/>
                </a:lnTo>
                <a:cubicBezTo>
                  <a:pt x="5718094" y="296735"/>
                  <a:pt x="5718709" y="297119"/>
                  <a:pt x="5719095" y="297734"/>
                </a:cubicBezTo>
                <a:lnTo>
                  <a:pt x="5732697" y="321253"/>
                </a:lnTo>
                <a:cubicBezTo>
                  <a:pt x="5733081" y="321866"/>
                  <a:pt x="5733081" y="322559"/>
                  <a:pt x="5732697" y="323174"/>
                </a:cubicBezTo>
                <a:lnTo>
                  <a:pt x="5719095" y="346691"/>
                </a:lnTo>
                <a:cubicBezTo>
                  <a:pt x="5718709" y="347306"/>
                  <a:pt x="5718094" y="347690"/>
                  <a:pt x="5717403" y="347690"/>
                </a:cubicBezTo>
                <a:lnTo>
                  <a:pt x="5690197" y="347690"/>
                </a:lnTo>
                <a:cubicBezTo>
                  <a:pt x="5689504" y="347690"/>
                  <a:pt x="5688889" y="347306"/>
                  <a:pt x="5688505" y="346691"/>
                </a:cubicBezTo>
                <a:lnTo>
                  <a:pt x="5674903" y="323174"/>
                </a:lnTo>
                <a:cubicBezTo>
                  <a:pt x="5674517" y="322559"/>
                  <a:pt x="5674517" y="321866"/>
                  <a:pt x="5674903" y="321253"/>
                </a:cubicBezTo>
                <a:lnTo>
                  <a:pt x="5688505" y="297734"/>
                </a:lnTo>
                <a:cubicBezTo>
                  <a:pt x="5688889" y="297119"/>
                  <a:pt x="5689504" y="296735"/>
                  <a:pt x="5690197" y="296735"/>
                </a:cubicBezTo>
                <a:close/>
                <a:moveTo>
                  <a:pt x="5506976" y="296122"/>
                </a:moveTo>
                <a:lnTo>
                  <a:pt x="5534719" y="296122"/>
                </a:lnTo>
                <a:cubicBezTo>
                  <a:pt x="5535413" y="296122"/>
                  <a:pt x="5536025" y="296506"/>
                  <a:pt x="5536411" y="297121"/>
                </a:cubicBezTo>
                <a:lnTo>
                  <a:pt x="5550321" y="321177"/>
                </a:lnTo>
                <a:cubicBezTo>
                  <a:pt x="5550705" y="321792"/>
                  <a:pt x="5550705" y="322561"/>
                  <a:pt x="5550321" y="323174"/>
                </a:cubicBezTo>
                <a:lnTo>
                  <a:pt x="5536411" y="347230"/>
                </a:lnTo>
                <a:cubicBezTo>
                  <a:pt x="5536025" y="347846"/>
                  <a:pt x="5535413" y="348229"/>
                  <a:pt x="5534719" y="348229"/>
                </a:cubicBezTo>
                <a:lnTo>
                  <a:pt x="5506976" y="348229"/>
                </a:lnTo>
                <a:cubicBezTo>
                  <a:pt x="5506283" y="348229"/>
                  <a:pt x="5505668" y="347846"/>
                  <a:pt x="5505285" y="347230"/>
                </a:cubicBezTo>
                <a:lnTo>
                  <a:pt x="5491374" y="323174"/>
                </a:lnTo>
                <a:cubicBezTo>
                  <a:pt x="5490989" y="322561"/>
                  <a:pt x="5490989" y="321792"/>
                  <a:pt x="5491374" y="321177"/>
                </a:cubicBezTo>
                <a:lnTo>
                  <a:pt x="5505285" y="297121"/>
                </a:lnTo>
                <a:cubicBezTo>
                  <a:pt x="5505668" y="296506"/>
                  <a:pt x="5506283" y="296122"/>
                  <a:pt x="5506976" y="296122"/>
                </a:cubicBezTo>
                <a:close/>
                <a:moveTo>
                  <a:pt x="4317728" y="296122"/>
                </a:moveTo>
                <a:lnTo>
                  <a:pt x="4345471" y="296122"/>
                </a:lnTo>
                <a:cubicBezTo>
                  <a:pt x="4346164" y="296122"/>
                  <a:pt x="4346777" y="296506"/>
                  <a:pt x="4347163" y="297121"/>
                </a:cubicBezTo>
                <a:lnTo>
                  <a:pt x="4361073" y="321177"/>
                </a:lnTo>
                <a:cubicBezTo>
                  <a:pt x="4361457" y="321792"/>
                  <a:pt x="4361457" y="322561"/>
                  <a:pt x="4361073" y="323174"/>
                </a:cubicBezTo>
                <a:lnTo>
                  <a:pt x="4347163" y="347230"/>
                </a:lnTo>
                <a:cubicBezTo>
                  <a:pt x="4346777" y="347846"/>
                  <a:pt x="4346164" y="348229"/>
                  <a:pt x="4345471" y="348229"/>
                </a:cubicBezTo>
                <a:lnTo>
                  <a:pt x="4317728" y="348229"/>
                </a:lnTo>
                <a:cubicBezTo>
                  <a:pt x="4317035" y="348229"/>
                  <a:pt x="4316420" y="347846"/>
                  <a:pt x="4316036" y="347230"/>
                </a:cubicBezTo>
                <a:lnTo>
                  <a:pt x="4302126" y="323174"/>
                </a:lnTo>
                <a:cubicBezTo>
                  <a:pt x="4301741" y="322561"/>
                  <a:pt x="4301741" y="321792"/>
                  <a:pt x="4302126" y="321177"/>
                </a:cubicBezTo>
                <a:lnTo>
                  <a:pt x="4316036" y="297121"/>
                </a:lnTo>
                <a:cubicBezTo>
                  <a:pt x="4316420" y="296506"/>
                  <a:pt x="4317035" y="296122"/>
                  <a:pt x="4317728" y="296122"/>
                </a:cubicBezTo>
                <a:close/>
                <a:moveTo>
                  <a:pt x="3676990" y="295429"/>
                </a:moveTo>
                <a:lnTo>
                  <a:pt x="3705504" y="295429"/>
                </a:lnTo>
                <a:cubicBezTo>
                  <a:pt x="3706273" y="295429"/>
                  <a:pt x="3706888" y="295813"/>
                  <a:pt x="3707271" y="296428"/>
                </a:cubicBezTo>
                <a:lnTo>
                  <a:pt x="3721489" y="321099"/>
                </a:lnTo>
                <a:cubicBezTo>
                  <a:pt x="3721873" y="321714"/>
                  <a:pt x="3721873" y="322481"/>
                  <a:pt x="3721489" y="323096"/>
                </a:cubicBezTo>
                <a:lnTo>
                  <a:pt x="3707195" y="347768"/>
                </a:lnTo>
                <a:cubicBezTo>
                  <a:pt x="3706810" y="348383"/>
                  <a:pt x="3706119" y="348766"/>
                  <a:pt x="3705428" y="348766"/>
                </a:cubicBezTo>
                <a:lnTo>
                  <a:pt x="3676914" y="348766"/>
                </a:lnTo>
                <a:cubicBezTo>
                  <a:pt x="3676145" y="348766"/>
                  <a:pt x="3675530" y="348383"/>
                  <a:pt x="3675146" y="347768"/>
                </a:cubicBezTo>
                <a:lnTo>
                  <a:pt x="3660928" y="323096"/>
                </a:lnTo>
                <a:cubicBezTo>
                  <a:pt x="3660544" y="322481"/>
                  <a:pt x="3660544" y="321714"/>
                  <a:pt x="3660928" y="321099"/>
                </a:cubicBezTo>
                <a:lnTo>
                  <a:pt x="3675223" y="296428"/>
                </a:lnTo>
                <a:cubicBezTo>
                  <a:pt x="3675608" y="295813"/>
                  <a:pt x="3676299" y="295429"/>
                  <a:pt x="3676990" y="295429"/>
                </a:cubicBezTo>
                <a:close/>
                <a:moveTo>
                  <a:pt x="3859366" y="294431"/>
                </a:moveTo>
                <a:lnTo>
                  <a:pt x="3888955" y="294431"/>
                </a:lnTo>
                <a:cubicBezTo>
                  <a:pt x="3889645" y="294431"/>
                  <a:pt x="3890338" y="294892"/>
                  <a:pt x="3890722" y="295507"/>
                </a:cubicBezTo>
                <a:lnTo>
                  <a:pt x="3905478" y="321099"/>
                </a:lnTo>
                <a:cubicBezTo>
                  <a:pt x="3905862" y="321714"/>
                  <a:pt x="3905862" y="322559"/>
                  <a:pt x="3905478" y="323174"/>
                </a:cubicBezTo>
                <a:lnTo>
                  <a:pt x="3890646" y="348766"/>
                </a:lnTo>
                <a:cubicBezTo>
                  <a:pt x="3890338" y="349459"/>
                  <a:pt x="3889645" y="349843"/>
                  <a:pt x="3888878" y="349843"/>
                </a:cubicBezTo>
                <a:lnTo>
                  <a:pt x="3859288" y="349843"/>
                </a:lnTo>
                <a:cubicBezTo>
                  <a:pt x="3858598" y="349843"/>
                  <a:pt x="3857905" y="349382"/>
                  <a:pt x="3857520" y="348766"/>
                </a:cubicBezTo>
                <a:lnTo>
                  <a:pt x="3842765" y="323174"/>
                </a:lnTo>
                <a:cubicBezTo>
                  <a:pt x="3842380" y="322559"/>
                  <a:pt x="3842380" y="321714"/>
                  <a:pt x="3842765" y="321099"/>
                </a:cubicBezTo>
                <a:lnTo>
                  <a:pt x="3857598" y="295507"/>
                </a:lnTo>
                <a:cubicBezTo>
                  <a:pt x="3857905" y="294814"/>
                  <a:pt x="3858598" y="294431"/>
                  <a:pt x="3859366" y="294431"/>
                </a:cubicBezTo>
                <a:close/>
                <a:moveTo>
                  <a:pt x="4225040" y="293893"/>
                </a:moveTo>
                <a:lnTo>
                  <a:pt x="4255166" y="293893"/>
                </a:lnTo>
                <a:cubicBezTo>
                  <a:pt x="4255935" y="293893"/>
                  <a:pt x="4256626" y="294277"/>
                  <a:pt x="4257012" y="294970"/>
                </a:cubicBezTo>
                <a:lnTo>
                  <a:pt x="4272074" y="321099"/>
                </a:lnTo>
                <a:cubicBezTo>
                  <a:pt x="4272460" y="321792"/>
                  <a:pt x="4272460" y="322559"/>
                  <a:pt x="4272074" y="323252"/>
                </a:cubicBezTo>
                <a:lnTo>
                  <a:pt x="4257012" y="349382"/>
                </a:lnTo>
                <a:cubicBezTo>
                  <a:pt x="4256626" y="350074"/>
                  <a:pt x="4255935" y="350458"/>
                  <a:pt x="4255166" y="350458"/>
                </a:cubicBezTo>
                <a:lnTo>
                  <a:pt x="4225040" y="350458"/>
                </a:lnTo>
                <a:cubicBezTo>
                  <a:pt x="4224271" y="350458"/>
                  <a:pt x="4223581" y="350074"/>
                  <a:pt x="4223195" y="349382"/>
                </a:cubicBezTo>
                <a:lnTo>
                  <a:pt x="4208132" y="323252"/>
                </a:lnTo>
                <a:cubicBezTo>
                  <a:pt x="4207747" y="322559"/>
                  <a:pt x="4207747" y="321792"/>
                  <a:pt x="4208132" y="321099"/>
                </a:cubicBezTo>
                <a:lnTo>
                  <a:pt x="4223195" y="294970"/>
                </a:lnTo>
                <a:cubicBezTo>
                  <a:pt x="4223581" y="294277"/>
                  <a:pt x="4224271" y="293893"/>
                  <a:pt x="4225040" y="293893"/>
                </a:cubicBezTo>
                <a:close/>
                <a:moveTo>
                  <a:pt x="2761346" y="293893"/>
                </a:moveTo>
                <a:lnTo>
                  <a:pt x="2791471" y="293893"/>
                </a:lnTo>
                <a:cubicBezTo>
                  <a:pt x="2792240" y="293893"/>
                  <a:pt x="2792931" y="294277"/>
                  <a:pt x="2793317" y="294970"/>
                </a:cubicBezTo>
                <a:lnTo>
                  <a:pt x="2808380" y="321099"/>
                </a:lnTo>
                <a:cubicBezTo>
                  <a:pt x="2808765" y="321792"/>
                  <a:pt x="2808765" y="322559"/>
                  <a:pt x="2808380" y="323252"/>
                </a:cubicBezTo>
                <a:lnTo>
                  <a:pt x="2793317" y="349382"/>
                </a:lnTo>
                <a:cubicBezTo>
                  <a:pt x="2792931" y="350074"/>
                  <a:pt x="2792240" y="350458"/>
                  <a:pt x="2791471" y="350458"/>
                </a:cubicBezTo>
                <a:lnTo>
                  <a:pt x="2761346" y="350458"/>
                </a:lnTo>
                <a:cubicBezTo>
                  <a:pt x="2760577" y="350458"/>
                  <a:pt x="2759886" y="350074"/>
                  <a:pt x="2759500" y="349382"/>
                </a:cubicBezTo>
                <a:lnTo>
                  <a:pt x="2744437" y="323252"/>
                </a:lnTo>
                <a:cubicBezTo>
                  <a:pt x="2744052" y="322559"/>
                  <a:pt x="2744052" y="321792"/>
                  <a:pt x="2744437" y="321099"/>
                </a:cubicBezTo>
                <a:lnTo>
                  <a:pt x="2759500" y="294970"/>
                </a:lnTo>
                <a:cubicBezTo>
                  <a:pt x="2759886" y="294277"/>
                  <a:pt x="2760577" y="293893"/>
                  <a:pt x="2761346" y="293893"/>
                </a:cubicBezTo>
                <a:close/>
                <a:moveTo>
                  <a:pt x="4407953" y="293740"/>
                </a:moveTo>
                <a:lnTo>
                  <a:pt x="4438235" y="293740"/>
                </a:lnTo>
                <a:cubicBezTo>
                  <a:pt x="4439004" y="293740"/>
                  <a:pt x="4439695" y="294123"/>
                  <a:pt x="4440079" y="294816"/>
                </a:cubicBezTo>
                <a:lnTo>
                  <a:pt x="4455219" y="321099"/>
                </a:lnTo>
                <a:cubicBezTo>
                  <a:pt x="4455604" y="321792"/>
                  <a:pt x="4455604" y="322559"/>
                  <a:pt x="4455219" y="323252"/>
                </a:cubicBezTo>
                <a:lnTo>
                  <a:pt x="4440079" y="349535"/>
                </a:lnTo>
                <a:cubicBezTo>
                  <a:pt x="4439695" y="350228"/>
                  <a:pt x="4439004" y="350612"/>
                  <a:pt x="4438235" y="350612"/>
                </a:cubicBezTo>
                <a:lnTo>
                  <a:pt x="4407953" y="350612"/>
                </a:lnTo>
                <a:cubicBezTo>
                  <a:pt x="4407185" y="350612"/>
                  <a:pt x="4406493" y="350228"/>
                  <a:pt x="4406110" y="349535"/>
                </a:cubicBezTo>
                <a:lnTo>
                  <a:pt x="4390969" y="323252"/>
                </a:lnTo>
                <a:cubicBezTo>
                  <a:pt x="4390584" y="322559"/>
                  <a:pt x="4390584" y="321792"/>
                  <a:pt x="4390969" y="321099"/>
                </a:cubicBezTo>
                <a:lnTo>
                  <a:pt x="4406110" y="294816"/>
                </a:lnTo>
                <a:cubicBezTo>
                  <a:pt x="4406493" y="294123"/>
                  <a:pt x="4407185" y="293740"/>
                  <a:pt x="4407953" y="293740"/>
                </a:cubicBezTo>
                <a:close/>
                <a:moveTo>
                  <a:pt x="4589255" y="290664"/>
                </a:moveTo>
                <a:lnTo>
                  <a:pt x="4622840" y="290664"/>
                </a:lnTo>
                <a:cubicBezTo>
                  <a:pt x="4623684" y="290664"/>
                  <a:pt x="4624453" y="291125"/>
                  <a:pt x="4624915" y="291816"/>
                </a:cubicBezTo>
                <a:lnTo>
                  <a:pt x="4641669" y="320945"/>
                </a:lnTo>
                <a:cubicBezTo>
                  <a:pt x="4642131" y="321712"/>
                  <a:pt x="4642131" y="322635"/>
                  <a:pt x="4641669" y="323328"/>
                </a:cubicBezTo>
                <a:lnTo>
                  <a:pt x="4624837" y="352455"/>
                </a:lnTo>
                <a:cubicBezTo>
                  <a:pt x="4624377" y="353146"/>
                  <a:pt x="4623609" y="353608"/>
                  <a:pt x="4622762" y="353608"/>
                </a:cubicBezTo>
                <a:lnTo>
                  <a:pt x="4589177" y="353608"/>
                </a:lnTo>
                <a:cubicBezTo>
                  <a:pt x="4588332" y="353608"/>
                  <a:pt x="4587564" y="353146"/>
                  <a:pt x="4587102" y="352455"/>
                </a:cubicBezTo>
                <a:lnTo>
                  <a:pt x="4570347" y="323328"/>
                </a:lnTo>
                <a:cubicBezTo>
                  <a:pt x="4569886" y="322559"/>
                  <a:pt x="4569886" y="321636"/>
                  <a:pt x="4570347" y="320945"/>
                </a:cubicBezTo>
                <a:lnTo>
                  <a:pt x="4587180" y="291816"/>
                </a:lnTo>
                <a:cubicBezTo>
                  <a:pt x="4587639" y="291125"/>
                  <a:pt x="4588408" y="290664"/>
                  <a:pt x="4589255" y="290664"/>
                </a:cubicBezTo>
                <a:close/>
                <a:moveTo>
                  <a:pt x="4680634" y="290510"/>
                </a:moveTo>
                <a:lnTo>
                  <a:pt x="4714373" y="290510"/>
                </a:lnTo>
                <a:cubicBezTo>
                  <a:pt x="4715218" y="290510"/>
                  <a:pt x="4715987" y="290972"/>
                  <a:pt x="4716448" y="291740"/>
                </a:cubicBezTo>
                <a:lnTo>
                  <a:pt x="4733280" y="320945"/>
                </a:lnTo>
                <a:cubicBezTo>
                  <a:pt x="4733742" y="321636"/>
                  <a:pt x="4733742" y="322559"/>
                  <a:pt x="4733280" y="323326"/>
                </a:cubicBezTo>
                <a:lnTo>
                  <a:pt x="4716372" y="352531"/>
                </a:lnTo>
                <a:cubicBezTo>
                  <a:pt x="4715911" y="353300"/>
                  <a:pt x="4715142" y="353761"/>
                  <a:pt x="4714297" y="353761"/>
                </a:cubicBezTo>
                <a:lnTo>
                  <a:pt x="4680559" y="353761"/>
                </a:lnTo>
                <a:cubicBezTo>
                  <a:pt x="4679712" y="353761"/>
                  <a:pt x="4678943" y="353300"/>
                  <a:pt x="4678483" y="352531"/>
                </a:cubicBezTo>
                <a:lnTo>
                  <a:pt x="4661651" y="323326"/>
                </a:lnTo>
                <a:cubicBezTo>
                  <a:pt x="4661190" y="322635"/>
                  <a:pt x="4661190" y="321712"/>
                  <a:pt x="4661651" y="320945"/>
                </a:cubicBezTo>
                <a:lnTo>
                  <a:pt x="4678559" y="291740"/>
                </a:lnTo>
                <a:cubicBezTo>
                  <a:pt x="4679021" y="290972"/>
                  <a:pt x="4679790" y="290510"/>
                  <a:pt x="4680634" y="290510"/>
                </a:cubicBezTo>
                <a:close/>
                <a:moveTo>
                  <a:pt x="5137995" y="290434"/>
                </a:moveTo>
                <a:lnTo>
                  <a:pt x="5171889" y="290434"/>
                </a:lnTo>
                <a:cubicBezTo>
                  <a:pt x="5172733" y="290434"/>
                  <a:pt x="5173502" y="290896"/>
                  <a:pt x="5173964" y="291665"/>
                </a:cubicBezTo>
                <a:lnTo>
                  <a:pt x="5190872" y="321023"/>
                </a:lnTo>
                <a:cubicBezTo>
                  <a:pt x="5191331" y="321714"/>
                  <a:pt x="5191331" y="322637"/>
                  <a:pt x="5190872" y="323404"/>
                </a:cubicBezTo>
                <a:lnTo>
                  <a:pt x="5173886" y="352763"/>
                </a:lnTo>
                <a:cubicBezTo>
                  <a:pt x="5173425" y="353532"/>
                  <a:pt x="5172658" y="353993"/>
                  <a:pt x="5171811" y="353993"/>
                </a:cubicBezTo>
                <a:lnTo>
                  <a:pt x="5137918" y="353993"/>
                </a:lnTo>
                <a:cubicBezTo>
                  <a:pt x="5137073" y="353993"/>
                  <a:pt x="5136305" y="353532"/>
                  <a:pt x="5135844" y="352763"/>
                </a:cubicBezTo>
                <a:lnTo>
                  <a:pt x="5118935" y="323404"/>
                </a:lnTo>
                <a:cubicBezTo>
                  <a:pt x="5118474" y="322713"/>
                  <a:pt x="5118474" y="321790"/>
                  <a:pt x="5118935" y="321023"/>
                </a:cubicBezTo>
                <a:lnTo>
                  <a:pt x="5135921" y="291665"/>
                </a:lnTo>
                <a:cubicBezTo>
                  <a:pt x="5136381" y="290896"/>
                  <a:pt x="5137149" y="290434"/>
                  <a:pt x="5137995" y="290434"/>
                </a:cubicBezTo>
                <a:close/>
                <a:moveTo>
                  <a:pt x="5046308" y="290127"/>
                </a:moveTo>
                <a:lnTo>
                  <a:pt x="5080509" y="290127"/>
                </a:lnTo>
                <a:cubicBezTo>
                  <a:pt x="5081354" y="290127"/>
                  <a:pt x="5082123" y="290588"/>
                  <a:pt x="5082584" y="291357"/>
                </a:cubicBezTo>
                <a:lnTo>
                  <a:pt x="5099644" y="320945"/>
                </a:lnTo>
                <a:cubicBezTo>
                  <a:pt x="5100105" y="321636"/>
                  <a:pt x="5100105" y="322559"/>
                  <a:pt x="5099644" y="323328"/>
                </a:cubicBezTo>
                <a:lnTo>
                  <a:pt x="5082506" y="352917"/>
                </a:lnTo>
                <a:cubicBezTo>
                  <a:pt x="5082045" y="353685"/>
                  <a:pt x="5081276" y="354147"/>
                  <a:pt x="5080431" y="354147"/>
                </a:cubicBezTo>
                <a:lnTo>
                  <a:pt x="5046231" y="354147"/>
                </a:lnTo>
                <a:cubicBezTo>
                  <a:pt x="5045386" y="354147"/>
                  <a:pt x="5044617" y="353685"/>
                  <a:pt x="5044156" y="352917"/>
                </a:cubicBezTo>
                <a:lnTo>
                  <a:pt x="5027094" y="323328"/>
                </a:lnTo>
                <a:cubicBezTo>
                  <a:pt x="5026633" y="322637"/>
                  <a:pt x="5026633" y="321714"/>
                  <a:pt x="5027094" y="320945"/>
                </a:cubicBezTo>
                <a:lnTo>
                  <a:pt x="5044232" y="291357"/>
                </a:lnTo>
                <a:cubicBezTo>
                  <a:pt x="5044695" y="290588"/>
                  <a:pt x="5045462" y="290127"/>
                  <a:pt x="5046308" y="290127"/>
                </a:cubicBezTo>
                <a:close/>
                <a:moveTo>
                  <a:pt x="4771860" y="290127"/>
                </a:moveTo>
                <a:lnTo>
                  <a:pt x="4806060" y="290127"/>
                </a:lnTo>
                <a:cubicBezTo>
                  <a:pt x="4806906" y="290127"/>
                  <a:pt x="4807674" y="290588"/>
                  <a:pt x="4808135" y="291357"/>
                </a:cubicBezTo>
                <a:lnTo>
                  <a:pt x="4825196" y="320945"/>
                </a:lnTo>
                <a:cubicBezTo>
                  <a:pt x="4825659" y="321636"/>
                  <a:pt x="4825659" y="322559"/>
                  <a:pt x="4825196" y="323328"/>
                </a:cubicBezTo>
                <a:lnTo>
                  <a:pt x="4808058" y="352917"/>
                </a:lnTo>
                <a:cubicBezTo>
                  <a:pt x="4807596" y="353685"/>
                  <a:pt x="4806829" y="354147"/>
                  <a:pt x="4805983" y="354147"/>
                </a:cubicBezTo>
                <a:lnTo>
                  <a:pt x="4771783" y="354147"/>
                </a:lnTo>
                <a:cubicBezTo>
                  <a:pt x="4770938" y="354147"/>
                  <a:pt x="4770169" y="353685"/>
                  <a:pt x="4769707" y="352917"/>
                </a:cubicBezTo>
                <a:lnTo>
                  <a:pt x="4752645" y="323328"/>
                </a:lnTo>
                <a:cubicBezTo>
                  <a:pt x="4752184" y="322637"/>
                  <a:pt x="4752184" y="321714"/>
                  <a:pt x="4752645" y="320945"/>
                </a:cubicBezTo>
                <a:lnTo>
                  <a:pt x="4769785" y="291357"/>
                </a:lnTo>
                <a:cubicBezTo>
                  <a:pt x="4770245" y="290588"/>
                  <a:pt x="4771014" y="290127"/>
                  <a:pt x="4771860" y="290127"/>
                </a:cubicBezTo>
                <a:close/>
                <a:moveTo>
                  <a:pt x="4954698" y="289819"/>
                </a:moveTo>
                <a:lnTo>
                  <a:pt x="4989205" y="289819"/>
                </a:lnTo>
                <a:cubicBezTo>
                  <a:pt x="4990050" y="289819"/>
                  <a:pt x="4990819" y="290280"/>
                  <a:pt x="4991281" y="291049"/>
                </a:cubicBezTo>
                <a:lnTo>
                  <a:pt x="5008494" y="320945"/>
                </a:lnTo>
                <a:cubicBezTo>
                  <a:pt x="5008955" y="321714"/>
                  <a:pt x="5008955" y="322635"/>
                  <a:pt x="5008494" y="323404"/>
                </a:cubicBezTo>
                <a:lnTo>
                  <a:pt x="4991203" y="353300"/>
                </a:lnTo>
                <a:cubicBezTo>
                  <a:pt x="4990819" y="354069"/>
                  <a:pt x="4989972" y="354530"/>
                  <a:pt x="4989127" y="354530"/>
                </a:cubicBezTo>
                <a:lnTo>
                  <a:pt x="4954620" y="354530"/>
                </a:lnTo>
                <a:cubicBezTo>
                  <a:pt x="4953775" y="354530"/>
                  <a:pt x="4953006" y="354069"/>
                  <a:pt x="4952545" y="353300"/>
                </a:cubicBezTo>
                <a:lnTo>
                  <a:pt x="4935329" y="323404"/>
                </a:lnTo>
                <a:cubicBezTo>
                  <a:pt x="4934868" y="322635"/>
                  <a:pt x="4934868" y="321714"/>
                  <a:pt x="4935329" y="320945"/>
                </a:cubicBezTo>
                <a:lnTo>
                  <a:pt x="4952621" y="291049"/>
                </a:lnTo>
                <a:cubicBezTo>
                  <a:pt x="4953006" y="290280"/>
                  <a:pt x="4953851" y="289819"/>
                  <a:pt x="4954698" y="289819"/>
                </a:cubicBezTo>
                <a:close/>
                <a:moveTo>
                  <a:pt x="4863240" y="289819"/>
                </a:moveTo>
                <a:lnTo>
                  <a:pt x="4897748" y="289819"/>
                </a:lnTo>
                <a:cubicBezTo>
                  <a:pt x="4898594" y="289819"/>
                  <a:pt x="4899364" y="290280"/>
                  <a:pt x="4899823" y="291049"/>
                </a:cubicBezTo>
                <a:lnTo>
                  <a:pt x="4917039" y="320945"/>
                </a:lnTo>
                <a:cubicBezTo>
                  <a:pt x="4917500" y="321714"/>
                  <a:pt x="4917500" y="322635"/>
                  <a:pt x="4917039" y="323404"/>
                </a:cubicBezTo>
                <a:lnTo>
                  <a:pt x="4899747" y="353300"/>
                </a:lnTo>
                <a:cubicBezTo>
                  <a:pt x="4899364" y="354069"/>
                  <a:pt x="4898517" y="354530"/>
                  <a:pt x="4897672" y="354530"/>
                </a:cubicBezTo>
                <a:lnTo>
                  <a:pt x="4863164" y="354530"/>
                </a:lnTo>
                <a:cubicBezTo>
                  <a:pt x="4862319" y="354530"/>
                  <a:pt x="4861550" y="354069"/>
                  <a:pt x="4861089" y="353300"/>
                </a:cubicBezTo>
                <a:lnTo>
                  <a:pt x="4843874" y="323404"/>
                </a:lnTo>
                <a:cubicBezTo>
                  <a:pt x="4843412" y="322635"/>
                  <a:pt x="4843412" y="321714"/>
                  <a:pt x="4843874" y="320945"/>
                </a:cubicBezTo>
                <a:lnTo>
                  <a:pt x="4861165" y="291049"/>
                </a:lnTo>
                <a:cubicBezTo>
                  <a:pt x="4861550" y="290280"/>
                  <a:pt x="4862396" y="289819"/>
                  <a:pt x="4863240" y="289819"/>
                </a:cubicBezTo>
                <a:close/>
                <a:moveTo>
                  <a:pt x="4496489" y="288283"/>
                </a:moveTo>
                <a:lnTo>
                  <a:pt x="4532612" y="288283"/>
                </a:lnTo>
                <a:cubicBezTo>
                  <a:pt x="4533533" y="288283"/>
                  <a:pt x="4534378" y="288821"/>
                  <a:pt x="4534840" y="289589"/>
                </a:cubicBezTo>
                <a:lnTo>
                  <a:pt x="4552900" y="320869"/>
                </a:lnTo>
                <a:cubicBezTo>
                  <a:pt x="4553361" y="321638"/>
                  <a:pt x="4553361" y="322637"/>
                  <a:pt x="4552900" y="323406"/>
                </a:cubicBezTo>
                <a:lnTo>
                  <a:pt x="4534840" y="354686"/>
                </a:lnTo>
                <a:cubicBezTo>
                  <a:pt x="4534378" y="355531"/>
                  <a:pt x="4533533" y="355992"/>
                  <a:pt x="4532612" y="355992"/>
                </a:cubicBezTo>
                <a:lnTo>
                  <a:pt x="4496489" y="355992"/>
                </a:lnTo>
                <a:cubicBezTo>
                  <a:pt x="4495569" y="355992"/>
                  <a:pt x="4494722" y="355455"/>
                  <a:pt x="4494260" y="354686"/>
                </a:cubicBezTo>
                <a:lnTo>
                  <a:pt x="4476200" y="323406"/>
                </a:lnTo>
                <a:cubicBezTo>
                  <a:pt x="4475738" y="322637"/>
                  <a:pt x="4475738" y="321638"/>
                  <a:pt x="4476200" y="320869"/>
                </a:cubicBezTo>
                <a:lnTo>
                  <a:pt x="4494260" y="289589"/>
                </a:lnTo>
                <a:cubicBezTo>
                  <a:pt x="4494722" y="288745"/>
                  <a:pt x="4495569" y="288283"/>
                  <a:pt x="4496489" y="288283"/>
                </a:cubicBezTo>
                <a:close/>
                <a:moveTo>
                  <a:pt x="2682263" y="237866"/>
                </a:moveTo>
                <a:lnTo>
                  <a:pt x="2687644" y="237866"/>
                </a:lnTo>
                <a:cubicBezTo>
                  <a:pt x="2687719" y="237866"/>
                  <a:pt x="2687949" y="238020"/>
                  <a:pt x="2687949" y="238020"/>
                </a:cubicBezTo>
                <a:lnTo>
                  <a:pt x="2690640" y="242707"/>
                </a:lnTo>
                <a:cubicBezTo>
                  <a:pt x="2690640" y="242861"/>
                  <a:pt x="2690640" y="243093"/>
                  <a:pt x="2690640" y="243093"/>
                </a:cubicBezTo>
                <a:lnTo>
                  <a:pt x="2687949" y="247780"/>
                </a:lnTo>
                <a:cubicBezTo>
                  <a:pt x="2687873" y="247934"/>
                  <a:pt x="2687644" y="247934"/>
                  <a:pt x="2687644" y="247934"/>
                </a:cubicBezTo>
                <a:lnTo>
                  <a:pt x="2682263" y="247934"/>
                </a:lnTo>
                <a:cubicBezTo>
                  <a:pt x="2682185" y="247934"/>
                  <a:pt x="2681956" y="247780"/>
                  <a:pt x="2681956" y="247780"/>
                </a:cubicBezTo>
                <a:lnTo>
                  <a:pt x="2679265" y="243093"/>
                </a:lnTo>
                <a:cubicBezTo>
                  <a:pt x="2679265" y="242939"/>
                  <a:pt x="2679265" y="242707"/>
                  <a:pt x="2679265" y="242707"/>
                </a:cubicBezTo>
                <a:lnTo>
                  <a:pt x="2681956" y="238020"/>
                </a:lnTo>
                <a:cubicBezTo>
                  <a:pt x="2682031" y="237866"/>
                  <a:pt x="2682263" y="237866"/>
                  <a:pt x="2682263" y="237866"/>
                </a:cubicBezTo>
                <a:close/>
                <a:moveTo>
                  <a:pt x="2132289" y="235867"/>
                </a:moveTo>
                <a:lnTo>
                  <a:pt x="2139745" y="235867"/>
                </a:lnTo>
                <a:cubicBezTo>
                  <a:pt x="2139898" y="235867"/>
                  <a:pt x="2140206" y="236097"/>
                  <a:pt x="2140206" y="236097"/>
                </a:cubicBezTo>
                <a:lnTo>
                  <a:pt x="2143971" y="242554"/>
                </a:lnTo>
                <a:cubicBezTo>
                  <a:pt x="2144049" y="242707"/>
                  <a:pt x="2143971" y="243091"/>
                  <a:pt x="2143971" y="243091"/>
                </a:cubicBezTo>
                <a:lnTo>
                  <a:pt x="2140206" y="249548"/>
                </a:lnTo>
                <a:cubicBezTo>
                  <a:pt x="2140128" y="249701"/>
                  <a:pt x="2139745" y="249777"/>
                  <a:pt x="2139745" y="249777"/>
                </a:cubicBezTo>
                <a:lnTo>
                  <a:pt x="2132289" y="249777"/>
                </a:lnTo>
                <a:cubicBezTo>
                  <a:pt x="2132135" y="249777"/>
                  <a:pt x="2131830" y="249548"/>
                  <a:pt x="2131830" y="249548"/>
                </a:cubicBezTo>
                <a:lnTo>
                  <a:pt x="2128063" y="243091"/>
                </a:lnTo>
                <a:cubicBezTo>
                  <a:pt x="2127985" y="242937"/>
                  <a:pt x="2128063" y="242554"/>
                  <a:pt x="2128063" y="242554"/>
                </a:cubicBezTo>
                <a:lnTo>
                  <a:pt x="2131830" y="236097"/>
                </a:lnTo>
                <a:cubicBezTo>
                  <a:pt x="2131906" y="235945"/>
                  <a:pt x="2132289" y="235867"/>
                  <a:pt x="2132289" y="235867"/>
                </a:cubicBezTo>
                <a:close/>
                <a:moveTo>
                  <a:pt x="2222978" y="234485"/>
                </a:moveTo>
                <a:lnTo>
                  <a:pt x="2231971" y="234485"/>
                </a:lnTo>
                <a:cubicBezTo>
                  <a:pt x="2232201" y="234485"/>
                  <a:pt x="2232508" y="234792"/>
                  <a:pt x="2232508" y="234792"/>
                </a:cubicBezTo>
                <a:lnTo>
                  <a:pt x="2236966" y="242554"/>
                </a:lnTo>
                <a:cubicBezTo>
                  <a:pt x="2237044" y="242709"/>
                  <a:pt x="2236966" y="243169"/>
                  <a:pt x="2236966" y="243169"/>
                </a:cubicBezTo>
                <a:lnTo>
                  <a:pt x="2232508" y="250932"/>
                </a:lnTo>
                <a:cubicBezTo>
                  <a:pt x="2232433" y="251085"/>
                  <a:pt x="2231971" y="251239"/>
                  <a:pt x="2231971" y="251239"/>
                </a:cubicBezTo>
                <a:lnTo>
                  <a:pt x="2222978" y="251239"/>
                </a:lnTo>
                <a:cubicBezTo>
                  <a:pt x="2222748" y="251239"/>
                  <a:pt x="2222441" y="250932"/>
                  <a:pt x="2222441" y="250932"/>
                </a:cubicBezTo>
                <a:lnTo>
                  <a:pt x="2217983" y="243169"/>
                </a:lnTo>
                <a:cubicBezTo>
                  <a:pt x="2217905" y="243015"/>
                  <a:pt x="2217983" y="242554"/>
                  <a:pt x="2217983" y="242554"/>
                </a:cubicBezTo>
                <a:lnTo>
                  <a:pt x="2222441" y="234792"/>
                </a:lnTo>
                <a:cubicBezTo>
                  <a:pt x="2222518" y="234639"/>
                  <a:pt x="2222978" y="234485"/>
                  <a:pt x="2222978" y="234485"/>
                </a:cubicBezTo>
                <a:close/>
                <a:moveTo>
                  <a:pt x="2405585" y="233638"/>
                </a:moveTo>
                <a:lnTo>
                  <a:pt x="2415422" y="233638"/>
                </a:lnTo>
                <a:cubicBezTo>
                  <a:pt x="2415653" y="233638"/>
                  <a:pt x="2416037" y="234022"/>
                  <a:pt x="2416037" y="234022"/>
                </a:cubicBezTo>
                <a:lnTo>
                  <a:pt x="2420956" y="242554"/>
                </a:lnTo>
                <a:cubicBezTo>
                  <a:pt x="2421110" y="242783"/>
                  <a:pt x="2420956" y="243245"/>
                  <a:pt x="2420956" y="243245"/>
                </a:cubicBezTo>
                <a:lnTo>
                  <a:pt x="2416037" y="251777"/>
                </a:lnTo>
                <a:cubicBezTo>
                  <a:pt x="2415883" y="252006"/>
                  <a:pt x="2415422" y="252160"/>
                  <a:pt x="2415422" y="252160"/>
                </a:cubicBezTo>
                <a:lnTo>
                  <a:pt x="2405585" y="252160"/>
                </a:lnTo>
                <a:cubicBezTo>
                  <a:pt x="2405354" y="252160"/>
                  <a:pt x="2404970" y="251777"/>
                  <a:pt x="2404970" y="251777"/>
                </a:cubicBezTo>
                <a:lnTo>
                  <a:pt x="2400051" y="243245"/>
                </a:lnTo>
                <a:cubicBezTo>
                  <a:pt x="2399897" y="243015"/>
                  <a:pt x="2400051" y="242554"/>
                  <a:pt x="2400051" y="242554"/>
                </a:cubicBezTo>
                <a:lnTo>
                  <a:pt x="2404970" y="234022"/>
                </a:lnTo>
                <a:cubicBezTo>
                  <a:pt x="2405124" y="233792"/>
                  <a:pt x="2405585" y="233638"/>
                  <a:pt x="2405585" y="233638"/>
                </a:cubicBezTo>
                <a:close/>
                <a:moveTo>
                  <a:pt x="3411689" y="233330"/>
                </a:moveTo>
                <a:lnTo>
                  <a:pt x="3421832" y="233330"/>
                </a:lnTo>
                <a:cubicBezTo>
                  <a:pt x="3422064" y="233330"/>
                  <a:pt x="3422447" y="233714"/>
                  <a:pt x="3422447" y="233714"/>
                </a:cubicBezTo>
                <a:lnTo>
                  <a:pt x="3427520" y="242476"/>
                </a:lnTo>
                <a:cubicBezTo>
                  <a:pt x="3427675" y="242707"/>
                  <a:pt x="3427520" y="243169"/>
                  <a:pt x="3427520" y="243169"/>
                </a:cubicBezTo>
                <a:lnTo>
                  <a:pt x="3422447" y="251928"/>
                </a:lnTo>
                <a:cubicBezTo>
                  <a:pt x="3422294" y="252160"/>
                  <a:pt x="3421832" y="252314"/>
                  <a:pt x="3421832" y="252314"/>
                </a:cubicBezTo>
                <a:lnTo>
                  <a:pt x="3411689" y="252314"/>
                </a:lnTo>
                <a:cubicBezTo>
                  <a:pt x="3411457" y="252314"/>
                  <a:pt x="3411074" y="251928"/>
                  <a:pt x="3411074" y="251928"/>
                </a:cubicBezTo>
                <a:lnTo>
                  <a:pt x="3406001" y="243169"/>
                </a:lnTo>
                <a:cubicBezTo>
                  <a:pt x="3405847" y="242937"/>
                  <a:pt x="3406001" y="242476"/>
                  <a:pt x="3406001" y="242476"/>
                </a:cubicBezTo>
                <a:lnTo>
                  <a:pt x="3411074" y="233714"/>
                </a:lnTo>
                <a:cubicBezTo>
                  <a:pt x="3411227" y="233484"/>
                  <a:pt x="3411689" y="233330"/>
                  <a:pt x="3411689" y="233330"/>
                </a:cubicBezTo>
                <a:close/>
                <a:moveTo>
                  <a:pt x="3502454" y="232102"/>
                </a:moveTo>
                <a:lnTo>
                  <a:pt x="3513981" y="232102"/>
                </a:lnTo>
                <a:cubicBezTo>
                  <a:pt x="3514290" y="232102"/>
                  <a:pt x="3514674" y="232486"/>
                  <a:pt x="3514674" y="232486"/>
                </a:cubicBezTo>
                <a:lnTo>
                  <a:pt x="3520438" y="242478"/>
                </a:lnTo>
                <a:cubicBezTo>
                  <a:pt x="3520591" y="242785"/>
                  <a:pt x="3520438" y="243322"/>
                  <a:pt x="3520438" y="243322"/>
                </a:cubicBezTo>
                <a:lnTo>
                  <a:pt x="3514674" y="253314"/>
                </a:lnTo>
                <a:cubicBezTo>
                  <a:pt x="3514520" y="253544"/>
                  <a:pt x="3513981" y="253698"/>
                  <a:pt x="3513981" y="253698"/>
                </a:cubicBezTo>
                <a:lnTo>
                  <a:pt x="3502454" y="253698"/>
                </a:lnTo>
                <a:cubicBezTo>
                  <a:pt x="3502145" y="253698"/>
                  <a:pt x="3501762" y="253314"/>
                  <a:pt x="3501762" y="253314"/>
                </a:cubicBezTo>
                <a:lnTo>
                  <a:pt x="3495998" y="243322"/>
                </a:lnTo>
                <a:cubicBezTo>
                  <a:pt x="3495844" y="243015"/>
                  <a:pt x="3495998" y="242478"/>
                  <a:pt x="3495998" y="242478"/>
                </a:cubicBezTo>
                <a:lnTo>
                  <a:pt x="3501762" y="232486"/>
                </a:lnTo>
                <a:cubicBezTo>
                  <a:pt x="3501916" y="232256"/>
                  <a:pt x="3502454" y="232102"/>
                  <a:pt x="3502454" y="232102"/>
                </a:cubicBezTo>
                <a:close/>
                <a:moveTo>
                  <a:pt x="3775979" y="230257"/>
                </a:moveTo>
                <a:lnTo>
                  <a:pt x="3789429" y="230257"/>
                </a:lnTo>
                <a:cubicBezTo>
                  <a:pt x="3789811" y="230257"/>
                  <a:pt x="3790273" y="230718"/>
                  <a:pt x="3790273" y="230718"/>
                </a:cubicBezTo>
                <a:lnTo>
                  <a:pt x="3796959" y="242322"/>
                </a:lnTo>
                <a:cubicBezTo>
                  <a:pt x="3797113" y="242554"/>
                  <a:pt x="3796959" y="243245"/>
                  <a:pt x="3796959" y="243245"/>
                </a:cubicBezTo>
                <a:lnTo>
                  <a:pt x="3790197" y="254850"/>
                </a:lnTo>
                <a:cubicBezTo>
                  <a:pt x="3789965" y="255158"/>
                  <a:pt x="3789351" y="255312"/>
                  <a:pt x="3789351" y="255312"/>
                </a:cubicBezTo>
                <a:lnTo>
                  <a:pt x="3775901" y="255312"/>
                </a:lnTo>
                <a:cubicBezTo>
                  <a:pt x="3775517" y="255312"/>
                  <a:pt x="3775057" y="254850"/>
                  <a:pt x="3775057" y="254850"/>
                </a:cubicBezTo>
                <a:lnTo>
                  <a:pt x="3768369" y="243245"/>
                </a:lnTo>
                <a:cubicBezTo>
                  <a:pt x="3768216" y="243015"/>
                  <a:pt x="3768369" y="242322"/>
                  <a:pt x="3768369" y="242322"/>
                </a:cubicBezTo>
                <a:lnTo>
                  <a:pt x="3775132" y="230718"/>
                </a:lnTo>
                <a:cubicBezTo>
                  <a:pt x="3775364" y="230411"/>
                  <a:pt x="3775979" y="230257"/>
                  <a:pt x="3775979" y="230257"/>
                </a:cubicBezTo>
                <a:close/>
                <a:moveTo>
                  <a:pt x="2586731" y="230257"/>
                </a:moveTo>
                <a:lnTo>
                  <a:pt x="2600180" y="230257"/>
                </a:lnTo>
                <a:cubicBezTo>
                  <a:pt x="2600564" y="230257"/>
                  <a:pt x="2601025" y="230718"/>
                  <a:pt x="2601025" y="230718"/>
                </a:cubicBezTo>
                <a:lnTo>
                  <a:pt x="2607711" y="242322"/>
                </a:lnTo>
                <a:cubicBezTo>
                  <a:pt x="2607865" y="242554"/>
                  <a:pt x="2607711" y="243245"/>
                  <a:pt x="2607711" y="243245"/>
                </a:cubicBezTo>
                <a:lnTo>
                  <a:pt x="2600949" y="254850"/>
                </a:lnTo>
                <a:cubicBezTo>
                  <a:pt x="2600717" y="255158"/>
                  <a:pt x="2600102" y="255312"/>
                  <a:pt x="2600102" y="255312"/>
                </a:cubicBezTo>
                <a:lnTo>
                  <a:pt x="2586653" y="255312"/>
                </a:lnTo>
                <a:cubicBezTo>
                  <a:pt x="2586270" y="255312"/>
                  <a:pt x="2585808" y="254850"/>
                  <a:pt x="2585808" y="254850"/>
                </a:cubicBezTo>
                <a:lnTo>
                  <a:pt x="2579122" y="243245"/>
                </a:lnTo>
                <a:cubicBezTo>
                  <a:pt x="2578968" y="243015"/>
                  <a:pt x="2579122" y="242322"/>
                  <a:pt x="2579122" y="242322"/>
                </a:cubicBezTo>
                <a:lnTo>
                  <a:pt x="2585884" y="230718"/>
                </a:lnTo>
                <a:cubicBezTo>
                  <a:pt x="2586116" y="230411"/>
                  <a:pt x="2586731" y="230257"/>
                  <a:pt x="2586731" y="230257"/>
                </a:cubicBezTo>
                <a:close/>
                <a:moveTo>
                  <a:pt x="2311132" y="228182"/>
                </a:moveTo>
                <a:lnTo>
                  <a:pt x="2326810" y="228182"/>
                </a:lnTo>
                <a:cubicBezTo>
                  <a:pt x="2327193" y="228182"/>
                  <a:pt x="2327733" y="228719"/>
                  <a:pt x="2327733" y="228719"/>
                </a:cubicBezTo>
                <a:lnTo>
                  <a:pt x="2335571" y="242324"/>
                </a:lnTo>
                <a:cubicBezTo>
                  <a:pt x="2335801" y="242629"/>
                  <a:pt x="2335571" y="243398"/>
                  <a:pt x="2335571" y="243398"/>
                </a:cubicBezTo>
                <a:lnTo>
                  <a:pt x="2327733" y="257001"/>
                </a:lnTo>
                <a:cubicBezTo>
                  <a:pt x="2327579" y="257309"/>
                  <a:pt x="2327193" y="257540"/>
                  <a:pt x="2326810" y="257540"/>
                </a:cubicBezTo>
                <a:lnTo>
                  <a:pt x="2311132" y="257540"/>
                </a:lnTo>
                <a:cubicBezTo>
                  <a:pt x="2310747" y="257540"/>
                  <a:pt x="2310209" y="257001"/>
                  <a:pt x="2310209" y="257001"/>
                </a:cubicBezTo>
                <a:lnTo>
                  <a:pt x="2302370" y="243398"/>
                </a:lnTo>
                <a:cubicBezTo>
                  <a:pt x="2302139" y="243091"/>
                  <a:pt x="2302370" y="242324"/>
                  <a:pt x="2302370" y="242324"/>
                </a:cubicBezTo>
                <a:lnTo>
                  <a:pt x="2310209" y="228719"/>
                </a:lnTo>
                <a:cubicBezTo>
                  <a:pt x="2310363" y="228411"/>
                  <a:pt x="2310747" y="228182"/>
                  <a:pt x="2311132" y="228182"/>
                </a:cubicBezTo>
                <a:close/>
                <a:moveTo>
                  <a:pt x="4963689" y="227491"/>
                </a:moveTo>
                <a:lnTo>
                  <a:pt x="4980136" y="227491"/>
                </a:lnTo>
                <a:cubicBezTo>
                  <a:pt x="4980519" y="227491"/>
                  <a:pt x="4981135" y="228106"/>
                  <a:pt x="4981135" y="228106"/>
                </a:cubicBezTo>
                <a:lnTo>
                  <a:pt x="4989359" y="242324"/>
                </a:lnTo>
                <a:cubicBezTo>
                  <a:pt x="4989589" y="242707"/>
                  <a:pt x="4989359" y="243476"/>
                  <a:pt x="4989359" y="243476"/>
                </a:cubicBezTo>
                <a:lnTo>
                  <a:pt x="4981135" y="257694"/>
                </a:lnTo>
                <a:cubicBezTo>
                  <a:pt x="4980903" y="258080"/>
                  <a:pt x="4980519" y="258309"/>
                  <a:pt x="4980136" y="258309"/>
                </a:cubicBezTo>
                <a:lnTo>
                  <a:pt x="4963689" y="258309"/>
                </a:lnTo>
                <a:cubicBezTo>
                  <a:pt x="4963304" y="258309"/>
                  <a:pt x="4962688" y="257694"/>
                  <a:pt x="4962688" y="257694"/>
                </a:cubicBezTo>
                <a:lnTo>
                  <a:pt x="4954466" y="243476"/>
                </a:lnTo>
                <a:cubicBezTo>
                  <a:pt x="4954236" y="243093"/>
                  <a:pt x="4954466" y="242324"/>
                  <a:pt x="4954466" y="242324"/>
                </a:cubicBezTo>
                <a:lnTo>
                  <a:pt x="4962688" y="228106"/>
                </a:lnTo>
                <a:cubicBezTo>
                  <a:pt x="4962920" y="227720"/>
                  <a:pt x="4963304" y="227491"/>
                  <a:pt x="4963689" y="227491"/>
                </a:cubicBezTo>
                <a:close/>
                <a:moveTo>
                  <a:pt x="3133858" y="226951"/>
                </a:moveTo>
                <a:lnTo>
                  <a:pt x="3150843" y="226951"/>
                </a:lnTo>
                <a:cubicBezTo>
                  <a:pt x="3151304" y="226951"/>
                  <a:pt x="3151920" y="227567"/>
                  <a:pt x="3151920" y="227567"/>
                </a:cubicBezTo>
                <a:lnTo>
                  <a:pt x="3160452" y="242322"/>
                </a:lnTo>
                <a:cubicBezTo>
                  <a:pt x="3160682" y="242707"/>
                  <a:pt x="3160452" y="243552"/>
                  <a:pt x="3160452" y="243552"/>
                </a:cubicBezTo>
                <a:lnTo>
                  <a:pt x="3151920" y="258307"/>
                </a:lnTo>
                <a:cubicBezTo>
                  <a:pt x="3151689" y="258693"/>
                  <a:pt x="3151304" y="258923"/>
                  <a:pt x="3150843" y="258923"/>
                </a:cubicBezTo>
                <a:lnTo>
                  <a:pt x="3133858" y="258923"/>
                </a:lnTo>
                <a:cubicBezTo>
                  <a:pt x="3133398" y="258923"/>
                  <a:pt x="3132783" y="258307"/>
                  <a:pt x="3132783" y="258307"/>
                </a:cubicBezTo>
                <a:lnTo>
                  <a:pt x="3124252" y="243552"/>
                </a:lnTo>
                <a:cubicBezTo>
                  <a:pt x="3124020" y="243169"/>
                  <a:pt x="3124252" y="242322"/>
                  <a:pt x="3124252" y="242322"/>
                </a:cubicBezTo>
                <a:lnTo>
                  <a:pt x="3132783" y="227567"/>
                </a:lnTo>
                <a:cubicBezTo>
                  <a:pt x="3133014" y="227181"/>
                  <a:pt x="3133398" y="226951"/>
                  <a:pt x="3133858" y="226951"/>
                </a:cubicBezTo>
                <a:close/>
                <a:moveTo>
                  <a:pt x="2493198" y="226338"/>
                </a:moveTo>
                <a:lnTo>
                  <a:pt x="2510798" y="226338"/>
                </a:lnTo>
                <a:cubicBezTo>
                  <a:pt x="2511259" y="226338"/>
                  <a:pt x="2511874" y="226953"/>
                  <a:pt x="2511874" y="226953"/>
                </a:cubicBezTo>
                <a:lnTo>
                  <a:pt x="2520712" y="242248"/>
                </a:lnTo>
                <a:cubicBezTo>
                  <a:pt x="2520943" y="242631"/>
                  <a:pt x="2520712" y="243476"/>
                  <a:pt x="2520712" y="243476"/>
                </a:cubicBezTo>
                <a:lnTo>
                  <a:pt x="2511874" y="258771"/>
                </a:lnTo>
                <a:cubicBezTo>
                  <a:pt x="2511644" y="259154"/>
                  <a:pt x="2511259" y="259386"/>
                  <a:pt x="2510798" y="259386"/>
                </a:cubicBezTo>
                <a:lnTo>
                  <a:pt x="2493198" y="259386"/>
                </a:lnTo>
                <a:cubicBezTo>
                  <a:pt x="2492737" y="259386"/>
                  <a:pt x="2492122" y="258771"/>
                  <a:pt x="2492122" y="258771"/>
                </a:cubicBezTo>
                <a:lnTo>
                  <a:pt x="2483284" y="243476"/>
                </a:lnTo>
                <a:cubicBezTo>
                  <a:pt x="2483052" y="243093"/>
                  <a:pt x="2483284" y="242248"/>
                  <a:pt x="2483284" y="242248"/>
                </a:cubicBezTo>
                <a:lnTo>
                  <a:pt x="2492122" y="226953"/>
                </a:lnTo>
                <a:cubicBezTo>
                  <a:pt x="2492354" y="226568"/>
                  <a:pt x="2492737" y="226338"/>
                  <a:pt x="2493198" y="226338"/>
                </a:cubicBezTo>
                <a:close/>
                <a:moveTo>
                  <a:pt x="5328902" y="226107"/>
                </a:moveTo>
                <a:lnTo>
                  <a:pt x="5346809" y="226107"/>
                </a:lnTo>
                <a:cubicBezTo>
                  <a:pt x="5347270" y="226107"/>
                  <a:pt x="5347654" y="226336"/>
                  <a:pt x="5347885" y="226722"/>
                </a:cubicBezTo>
                <a:lnTo>
                  <a:pt x="5356801" y="242246"/>
                </a:lnTo>
                <a:cubicBezTo>
                  <a:pt x="5357031" y="242629"/>
                  <a:pt x="5357031" y="243091"/>
                  <a:pt x="5356801" y="243476"/>
                </a:cubicBezTo>
                <a:lnTo>
                  <a:pt x="5347808" y="259000"/>
                </a:lnTo>
                <a:cubicBezTo>
                  <a:pt x="5347578" y="259384"/>
                  <a:pt x="5347195" y="259616"/>
                  <a:pt x="5346733" y="259616"/>
                </a:cubicBezTo>
                <a:lnTo>
                  <a:pt x="5328826" y="259616"/>
                </a:lnTo>
                <a:cubicBezTo>
                  <a:pt x="5328365" y="259616"/>
                  <a:pt x="5327980" y="259384"/>
                  <a:pt x="5327750" y="259000"/>
                </a:cubicBezTo>
                <a:lnTo>
                  <a:pt x="5318834" y="243476"/>
                </a:lnTo>
                <a:cubicBezTo>
                  <a:pt x="5318605" y="243091"/>
                  <a:pt x="5318605" y="242629"/>
                  <a:pt x="5318834" y="242246"/>
                </a:cubicBezTo>
                <a:lnTo>
                  <a:pt x="5327826" y="226722"/>
                </a:lnTo>
                <a:cubicBezTo>
                  <a:pt x="5328057" y="226336"/>
                  <a:pt x="5328441" y="226107"/>
                  <a:pt x="5328902" y="226107"/>
                </a:cubicBezTo>
                <a:close/>
                <a:moveTo>
                  <a:pt x="4048197" y="226107"/>
                </a:moveTo>
                <a:lnTo>
                  <a:pt x="4066103" y="226107"/>
                </a:lnTo>
                <a:cubicBezTo>
                  <a:pt x="4066565" y="226107"/>
                  <a:pt x="4066948" y="226336"/>
                  <a:pt x="4067180" y="226722"/>
                </a:cubicBezTo>
                <a:lnTo>
                  <a:pt x="4076096" y="242246"/>
                </a:lnTo>
                <a:cubicBezTo>
                  <a:pt x="4076325" y="242629"/>
                  <a:pt x="4076325" y="243091"/>
                  <a:pt x="4076096" y="243476"/>
                </a:cubicBezTo>
                <a:lnTo>
                  <a:pt x="4067102" y="259000"/>
                </a:lnTo>
                <a:cubicBezTo>
                  <a:pt x="4066872" y="259384"/>
                  <a:pt x="4066490" y="259616"/>
                  <a:pt x="4066027" y="259616"/>
                </a:cubicBezTo>
                <a:lnTo>
                  <a:pt x="4048119" y="259616"/>
                </a:lnTo>
                <a:cubicBezTo>
                  <a:pt x="4047660" y="259616"/>
                  <a:pt x="4047275" y="259384"/>
                  <a:pt x="4047044" y="259000"/>
                </a:cubicBezTo>
                <a:lnTo>
                  <a:pt x="4038129" y="243476"/>
                </a:lnTo>
                <a:cubicBezTo>
                  <a:pt x="4037899" y="243091"/>
                  <a:pt x="4037899" y="242629"/>
                  <a:pt x="4038129" y="242246"/>
                </a:cubicBezTo>
                <a:lnTo>
                  <a:pt x="4047120" y="226722"/>
                </a:lnTo>
                <a:cubicBezTo>
                  <a:pt x="4047352" y="226336"/>
                  <a:pt x="4047735" y="226107"/>
                  <a:pt x="4048197" y="226107"/>
                </a:cubicBezTo>
                <a:close/>
                <a:moveTo>
                  <a:pt x="6426539" y="225799"/>
                </a:moveTo>
                <a:lnTo>
                  <a:pt x="6444753" y="225799"/>
                </a:lnTo>
                <a:cubicBezTo>
                  <a:pt x="6445139" y="225799"/>
                  <a:pt x="6445600" y="226029"/>
                  <a:pt x="6445830" y="226414"/>
                </a:cubicBezTo>
                <a:lnTo>
                  <a:pt x="6454899" y="242170"/>
                </a:lnTo>
                <a:cubicBezTo>
                  <a:pt x="6455129" y="242554"/>
                  <a:pt x="6455129" y="243091"/>
                  <a:pt x="6454899" y="243476"/>
                </a:cubicBezTo>
                <a:lnTo>
                  <a:pt x="6445752" y="259230"/>
                </a:lnTo>
                <a:cubicBezTo>
                  <a:pt x="6445522" y="259616"/>
                  <a:pt x="6445139" y="259845"/>
                  <a:pt x="6444677" y="259845"/>
                </a:cubicBezTo>
                <a:lnTo>
                  <a:pt x="6426461" y="259845"/>
                </a:lnTo>
                <a:cubicBezTo>
                  <a:pt x="6426077" y="259845"/>
                  <a:pt x="6425616" y="259616"/>
                  <a:pt x="6425386" y="259230"/>
                </a:cubicBezTo>
                <a:lnTo>
                  <a:pt x="6416317" y="243476"/>
                </a:lnTo>
                <a:cubicBezTo>
                  <a:pt x="6416087" y="243091"/>
                  <a:pt x="6416087" y="242554"/>
                  <a:pt x="6416317" y="242170"/>
                </a:cubicBezTo>
                <a:lnTo>
                  <a:pt x="6425462" y="226414"/>
                </a:lnTo>
                <a:cubicBezTo>
                  <a:pt x="6425694" y="226029"/>
                  <a:pt x="6426077" y="225799"/>
                  <a:pt x="6426539" y="225799"/>
                </a:cubicBezTo>
                <a:close/>
                <a:moveTo>
                  <a:pt x="3681601" y="224954"/>
                </a:moveTo>
                <a:lnTo>
                  <a:pt x="3700738" y="224954"/>
                </a:lnTo>
                <a:cubicBezTo>
                  <a:pt x="3701200" y="224954"/>
                  <a:pt x="3701661" y="225262"/>
                  <a:pt x="3701891" y="225645"/>
                </a:cubicBezTo>
                <a:lnTo>
                  <a:pt x="3711421" y="242170"/>
                </a:lnTo>
                <a:cubicBezTo>
                  <a:pt x="3711651" y="242631"/>
                  <a:pt x="3711651" y="243169"/>
                  <a:pt x="3711421" y="243552"/>
                </a:cubicBezTo>
                <a:lnTo>
                  <a:pt x="3701891" y="260077"/>
                </a:lnTo>
                <a:cubicBezTo>
                  <a:pt x="3701661" y="260538"/>
                  <a:pt x="3701200" y="260768"/>
                  <a:pt x="3700738" y="260768"/>
                </a:cubicBezTo>
                <a:lnTo>
                  <a:pt x="3681601" y="260768"/>
                </a:lnTo>
                <a:cubicBezTo>
                  <a:pt x="3681140" y="260768"/>
                  <a:pt x="3680679" y="260460"/>
                  <a:pt x="3680449" y="260077"/>
                </a:cubicBezTo>
                <a:lnTo>
                  <a:pt x="3670918" y="243552"/>
                </a:lnTo>
                <a:cubicBezTo>
                  <a:pt x="3670689" y="243093"/>
                  <a:pt x="3670689" y="242554"/>
                  <a:pt x="3670918" y="242170"/>
                </a:cubicBezTo>
                <a:lnTo>
                  <a:pt x="3680449" y="225645"/>
                </a:lnTo>
                <a:cubicBezTo>
                  <a:pt x="3680679" y="225184"/>
                  <a:pt x="3681140" y="224954"/>
                  <a:pt x="3681601" y="224954"/>
                </a:cubicBezTo>
                <a:close/>
                <a:moveTo>
                  <a:pt x="3314699" y="223033"/>
                </a:moveTo>
                <a:lnTo>
                  <a:pt x="3335911" y="223033"/>
                </a:lnTo>
                <a:cubicBezTo>
                  <a:pt x="3336448" y="223033"/>
                  <a:pt x="3336909" y="223340"/>
                  <a:pt x="3337217" y="223802"/>
                </a:cubicBezTo>
                <a:lnTo>
                  <a:pt x="3347822" y="242170"/>
                </a:lnTo>
                <a:cubicBezTo>
                  <a:pt x="3348130" y="242631"/>
                  <a:pt x="3348130" y="243246"/>
                  <a:pt x="3347822" y="243706"/>
                </a:cubicBezTo>
                <a:lnTo>
                  <a:pt x="3337217" y="262074"/>
                </a:lnTo>
                <a:cubicBezTo>
                  <a:pt x="3336909" y="262535"/>
                  <a:pt x="3336448" y="262843"/>
                  <a:pt x="3335911" y="262843"/>
                </a:cubicBezTo>
                <a:lnTo>
                  <a:pt x="3314699" y="262843"/>
                </a:lnTo>
                <a:cubicBezTo>
                  <a:pt x="3314162" y="262843"/>
                  <a:pt x="3313700" y="262535"/>
                  <a:pt x="3313392" y="262074"/>
                </a:cubicBezTo>
                <a:lnTo>
                  <a:pt x="3302786" y="243706"/>
                </a:lnTo>
                <a:cubicBezTo>
                  <a:pt x="3302480" y="243246"/>
                  <a:pt x="3302480" y="242631"/>
                  <a:pt x="3302786" y="242170"/>
                </a:cubicBezTo>
                <a:lnTo>
                  <a:pt x="3313392" y="223802"/>
                </a:lnTo>
                <a:cubicBezTo>
                  <a:pt x="3313700" y="223340"/>
                  <a:pt x="3314162" y="223033"/>
                  <a:pt x="3314699" y="223033"/>
                </a:cubicBezTo>
                <a:close/>
                <a:moveTo>
                  <a:pt x="3222626" y="221881"/>
                </a:moveTo>
                <a:lnTo>
                  <a:pt x="3244990" y="221881"/>
                </a:lnTo>
                <a:cubicBezTo>
                  <a:pt x="3245530" y="221881"/>
                  <a:pt x="3246067" y="222188"/>
                  <a:pt x="3246374" y="222649"/>
                </a:cubicBezTo>
                <a:lnTo>
                  <a:pt x="3257595" y="242016"/>
                </a:lnTo>
                <a:cubicBezTo>
                  <a:pt x="3257902" y="242554"/>
                  <a:pt x="3257902" y="243169"/>
                  <a:pt x="3257595" y="243630"/>
                </a:cubicBezTo>
                <a:lnTo>
                  <a:pt x="3246374" y="262997"/>
                </a:lnTo>
                <a:cubicBezTo>
                  <a:pt x="3246067" y="263458"/>
                  <a:pt x="3245530" y="263766"/>
                  <a:pt x="3244990" y="263766"/>
                </a:cubicBezTo>
                <a:lnTo>
                  <a:pt x="3222626" y="263766"/>
                </a:lnTo>
                <a:cubicBezTo>
                  <a:pt x="3222089" y="263766"/>
                  <a:pt x="3221551" y="263458"/>
                  <a:pt x="3221244" y="262997"/>
                </a:cubicBezTo>
                <a:lnTo>
                  <a:pt x="3210022" y="243630"/>
                </a:lnTo>
                <a:cubicBezTo>
                  <a:pt x="3209716" y="243093"/>
                  <a:pt x="3209716" y="242478"/>
                  <a:pt x="3210022" y="242016"/>
                </a:cubicBezTo>
                <a:lnTo>
                  <a:pt x="3221244" y="222649"/>
                </a:lnTo>
                <a:cubicBezTo>
                  <a:pt x="3221551" y="222188"/>
                  <a:pt x="3222089" y="221881"/>
                  <a:pt x="3222626" y="221881"/>
                </a:cubicBezTo>
                <a:close/>
                <a:moveTo>
                  <a:pt x="5051995" y="221341"/>
                </a:moveTo>
                <a:lnTo>
                  <a:pt x="5074975" y="221341"/>
                </a:lnTo>
                <a:cubicBezTo>
                  <a:pt x="5075512" y="221341"/>
                  <a:pt x="5076051" y="221725"/>
                  <a:pt x="5076359" y="222186"/>
                </a:cubicBezTo>
                <a:lnTo>
                  <a:pt x="5087811" y="242092"/>
                </a:lnTo>
                <a:cubicBezTo>
                  <a:pt x="5088116" y="242554"/>
                  <a:pt x="5088116" y="243245"/>
                  <a:pt x="5087811" y="243706"/>
                </a:cubicBezTo>
                <a:lnTo>
                  <a:pt x="5076281" y="263612"/>
                </a:lnTo>
                <a:cubicBezTo>
                  <a:pt x="5075973" y="264149"/>
                  <a:pt x="5075436" y="264457"/>
                  <a:pt x="5074899" y="264457"/>
                </a:cubicBezTo>
                <a:lnTo>
                  <a:pt x="5051919" y="264457"/>
                </a:lnTo>
                <a:cubicBezTo>
                  <a:pt x="5051382" y="264457"/>
                  <a:pt x="5050843" y="264073"/>
                  <a:pt x="5050535" y="263612"/>
                </a:cubicBezTo>
                <a:lnTo>
                  <a:pt x="5039083" y="243706"/>
                </a:lnTo>
                <a:cubicBezTo>
                  <a:pt x="5038777" y="243245"/>
                  <a:pt x="5038777" y="242554"/>
                  <a:pt x="5039083" y="242092"/>
                </a:cubicBezTo>
                <a:lnTo>
                  <a:pt x="5050613" y="222186"/>
                </a:lnTo>
                <a:cubicBezTo>
                  <a:pt x="5050920" y="221649"/>
                  <a:pt x="5051458" y="221341"/>
                  <a:pt x="5051995" y="221341"/>
                </a:cubicBezTo>
                <a:close/>
                <a:moveTo>
                  <a:pt x="5234756" y="221034"/>
                </a:moveTo>
                <a:lnTo>
                  <a:pt x="5258042" y="221034"/>
                </a:lnTo>
                <a:cubicBezTo>
                  <a:pt x="5258657" y="221034"/>
                  <a:pt x="5259196" y="221341"/>
                  <a:pt x="5259504" y="221879"/>
                </a:cubicBezTo>
                <a:lnTo>
                  <a:pt x="5271107" y="242092"/>
                </a:lnTo>
                <a:cubicBezTo>
                  <a:pt x="5271415" y="242554"/>
                  <a:pt x="5271415" y="243169"/>
                  <a:pt x="5271107" y="243706"/>
                </a:cubicBezTo>
                <a:lnTo>
                  <a:pt x="5259426" y="263918"/>
                </a:lnTo>
                <a:cubicBezTo>
                  <a:pt x="5259118" y="264457"/>
                  <a:pt x="5258581" y="264764"/>
                  <a:pt x="5257966" y="264764"/>
                </a:cubicBezTo>
                <a:lnTo>
                  <a:pt x="5234678" y="264764"/>
                </a:lnTo>
                <a:cubicBezTo>
                  <a:pt x="5234063" y="264764"/>
                  <a:pt x="5233526" y="264457"/>
                  <a:pt x="5233219" y="263918"/>
                </a:cubicBezTo>
                <a:lnTo>
                  <a:pt x="5221613" y="243706"/>
                </a:lnTo>
                <a:cubicBezTo>
                  <a:pt x="5221307" y="243245"/>
                  <a:pt x="5221307" y="242629"/>
                  <a:pt x="5221613" y="242092"/>
                </a:cubicBezTo>
                <a:lnTo>
                  <a:pt x="5233297" y="221879"/>
                </a:lnTo>
                <a:cubicBezTo>
                  <a:pt x="5233602" y="221341"/>
                  <a:pt x="5234141" y="221034"/>
                  <a:pt x="5234756" y="221034"/>
                </a:cubicBezTo>
                <a:close/>
                <a:moveTo>
                  <a:pt x="4319571" y="220343"/>
                </a:moveTo>
                <a:lnTo>
                  <a:pt x="4343628" y="220343"/>
                </a:lnTo>
                <a:cubicBezTo>
                  <a:pt x="4344243" y="220343"/>
                  <a:pt x="4344780" y="220650"/>
                  <a:pt x="4345088" y="221188"/>
                </a:cubicBezTo>
                <a:lnTo>
                  <a:pt x="4357077" y="242016"/>
                </a:lnTo>
                <a:cubicBezTo>
                  <a:pt x="4357384" y="242554"/>
                  <a:pt x="4357384" y="243169"/>
                  <a:pt x="4357077" y="243706"/>
                </a:cubicBezTo>
                <a:lnTo>
                  <a:pt x="4345010" y="264535"/>
                </a:lnTo>
                <a:cubicBezTo>
                  <a:pt x="4344704" y="265072"/>
                  <a:pt x="4344165" y="265379"/>
                  <a:pt x="4343550" y="265379"/>
                </a:cubicBezTo>
                <a:lnTo>
                  <a:pt x="4319496" y="265379"/>
                </a:lnTo>
                <a:cubicBezTo>
                  <a:pt x="4318880" y="265379"/>
                  <a:pt x="4318343" y="265072"/>
                  <a:pt x="4318034" y="264535"/>
                </a:cubicBezTo>
                <a:lnTo>
                  <a:pt x="4306045" y="243706"/>
                </a:lnTo>
                <a:cubicBezTo>
                  <a:pt x="4305739" y="243169"/>
                  <a:pt x="4305739" y="242554"/>
                  <a:pt x="4306045" y="242016"/>
                </a:cubicBezTo>
                <a:lnTo>
                  <a:pt x="4318112" y="221188"/>
                </a:lnTo>
                <a:cubicBezTo>
                  <a:pt x="4318419" y="220650"/>
                  <a:pt x="4318956" y="220343"/>
                  <a:pt x="4319571" y="220343"/>
                </a:cubicBezTo>
                <a:close/>
                <a:moveTo>
                  <a:pt x="3587378" y="219805"/>
                </a:moveTo>
                <a:lnTo>
                  <a:pt x="3612049" y="219805"/>
                </a:lnTo>
                <a:cubicBezTo>
                  <a:pt x="3612662" y="219805"/>
                  <a:pt x="3613277" y="220113"/>
                  <a:pt x="3613586" y="220650"/>
                </a:cubicBezTo>
                <a:lnTo>
                  <a:pt x="3625882" y="242016"/>
                </a:lnTo>
                <a:cubicBezTo>
                  <a:pt x="3626189" y="242554"/>
                  <a:pt x="3626189" y="243246"/>
                  <a:pt x="3625882" y="243784"/>
                </a:cubicBezTo>
                <a:lnTo>
                  <a:pt x="3613586" y="265150"/>
                </a:lnTo>
                <a:cubicBezTo>
                  <a:pt x="3613201" y="265687"/>
                  <a:pt x="3612662" y="265995"/>
                  <a:pt x="3612049" y="265995"/>
                </a:cubicBezTo>
                <a:lnTo>
                  <a:pt x="3587378" y="265995"/>
                </a:lnTo>
                <a:cubicBezTo>
                  <a:pt x="3586762" y="265995"/>
                  <a:pt x="3586147" y="265687"/>
                  <a:pt x="3585842" y="265150"/>
                </a:cubicBezTo>
                <a:lnTo>
                  <a:pt x="3573543" y="243784"/>
                </a:lnTo>
                <a:cubicBezTo>
                  <a:pt x="3573238" y="243246"/>
                  <a:pt x="3573238" y="242554"/>
                  <a:pt x="3573543" y="242016"/>
                </a:cubicBezTo>
                <a:lnTo>
                  <a:pt x="3585842" y="220650"/>
                </a:lnTo>
                <a:cubicBezTo>
                  <a:pt x="3586225" y="220113"/>
                  <a:pt x="3586762" y="219805"/>
                  <a:pt x="3587378" y="219805"/>
                </a:cubicBezTo>
                <a:close/>
                <a:moveTo>
                  <a:pt x="4135580" y="218421"/>
                </a:moveTo>
                <a:lnTo>
                  <a:pt x="4161711" y="218421"/>
                </a:lnTo>
                <a:cubicBezTo>
                  <a:pt x="4162403" y="218421"/>
                  <a:pt x="4163017" y="218805"/>
                  <a:pt x="4163325" y="219344"/>
                </a:cubicBezTo>
                <a:lnTo>
                  <a:pt x="4176390" y="242016"/>
                </a:lnTo>
                <a:cubicBezTo>
                  <a:pt x="4176698" y="242554"/>
                  <a:pt x="4176698" y="243322"/>
                  <a:pt x="4176390" y="243860"/>
                </a:cubicBezTo>
                <a:lnTo>
                  <a:pt x="4163325" y="266532"/>
                </a:lnTo>
                <a:cubicBezTo>
                  <a:pt x="4162941" y="267071"/>
                  <a:pt x="4162326" y="267455"/>
                  <a:pt x="4161711" y="267455"/>
                </a:cubicBezTo>
                <a:lnTo>
                  <a:pt x="4135580" y="267455"/>
                </a:lnTo>
                <a:cubicBezTo>
                  <a:pt x="4134889" y="267455"/>
                  <a:pt x="4134274" y="267071"/>
                  <a:pt x="4133967" y="266532"/>
                </a:cubicBezTo>
                <a:lnTo>
                  <a:pt x="4120903" y="243860"/>
                </a:lnTo>
                <a:cubicBezTo>
                  <a:pt x="4120593" y="243322"/>
                  <a:pt x="4120593" y="242554"/>
                  <a:pt x="4120903" y="242016"/>
                </a:cubicBezTo>
                <a:lnTo>
                  <a:pt x="4133967" y="219344"/>
                </a:lnTo>
                <a:cubicBezTo>
                  <a:pt x="4134352" y="218805"/>
                  <a:pt x="4134965" y="218421"/>
                  <a:pt x="4135580" y="218421"/>
                </a:cubicBezTo>
                <a:close/>
                <a:moveTo>
                  <a:pt x="4409799" y="217960"/>
                </a:moveTo>
                <a:lnTo>
                  <a:pt x="4436389" y="217960"/>
                </a:lnTo>
                <a:cubicBezTo>
                  <a:pt x="4437005" y="217960"/>
                  <a:pt x="4437696" y="218344"/>
                  <a:pt x="4438005" y="218883"/>
                </a:cubicBezTo>
                <a:lnTo>
                  <a:pt x="4451300" y="241938"/>
                </a:lnTo>
                <a:cubicBezTo>
                  <a:pt x="4451608" y="242478"/>
                  <a:pt x="4451608" y="243245"/>
                  <a:pt x="4451300" y="243784"/>
                </a:cubicBezTo>
                <a:lnTo>
                  <a:pt x="4438005" y="266839"/>
                </a:lnTo>
                <a:cubicBezTo>
                  <a:pt x="4437696" y="267377"/>
                  <a:pt x="4437082" y="267762"/>
                  <a:pt x="4436389" y="267762"/>
                </a:cubicBezTo>
                <a:lnTo>
                  <a:pt x="4409799" y="267762"/>
                </a:lnTo>
                <a:cubicBezTo>
                  <a:pt x="4409184" y="267762"/>
                  <a:pt x="4408493" y="267377"/>
                  <a:pt x="4408185" y="266839"/>
                </a:cubicBezTo>
                <a:lnTo>
                  <a:pt x="4394888" y="243784"/>
                </a:lnTo>
                <a:cubicBezTo>
                  <a:pt x="4394582" y="243245"/>
                  <a:pt x="4394582" y="242478"/>
                  <a:pt x="4394888" y="241938"/>
                </a:cubicBezTo>
                <a:lnTo>
                  <a:pt x="4408185" y="218883"/>
                </a:lnTo>
                <a:cubicBezTo>
                  <a:pt x="4408493" y="218344"/>
                  <a:pt x="4409108" y="217960"/>
                  <a:pt x="4409799" y="217960"/>
                </a:cubicBezTo>
                <a:close/>
                <a:moveTo>
                  <a:pt x="4226808" y="217960"/>
                </a:moveTo>
                <a:lnTo>
                  <a:pt x="4253398" y="217960"/>
                </a:lnTo>
                <a:cubicBezTo>
                  <a:pt x="4254014" y="217960"/>
                  <a:pt x="4254705" y="218344"/>
                  <a:pt x="4255014" y="218883"/>
                </a:cubicBezTo>
                <a:lnTo>
                  <a:pt x="4268310" y="241938"/>
                </a:lnTo>
                <a:cubicBezTo>
                  <a:pt x="4268617" y="242478"/>
                  <a:pt x="4268617" y="243245"/>
                  <a:pt x="4268310" y="243784"/>
                </a:cubicBezTo>
                <a:lnTo>
                  <a:pt x="4255014" y="266839"/>
                </a:lnTo>
                <a:cubicBezTo>
                  <a:pt x="4254705" y="267377"/>
                  <a:pt x="4254091" y="267762"/>
                  <a:pt x="4253398" y="267762"/>
                </a:cubicBezTo>
                <a:lnTo>
                  <a:pt x="4226808" y="267762"/>
                </a:lnTo>
                <a:cubicBezTo>
                  <a:pt x="4226193" y="267762"/>
                  <a:pt x="4225502" y="267377"/>
                  <a:pt x="4225195" y="266839"/>
                </a:cubicBezTo>
                <a:lnTo>
                  <a:pt x="4211897" y="243784"/>
                </a:lnTo>
                <a:cubicBezTo>
                  <a:pt x="4211591" y="243245"/>
                  <a:pt x="4211591" y="242478"/>
                  <a:pt x="4211897" y="241938"/>
                </a:cubicBezTo>
                <a:lnTo>
                  <a:pt x="4225195" y="218883"/>
                </a:lnTo>
                <a:cubicBezTo>
                  <a:pt x="4225502" y="218344"/>
                  <a:pt x="4226117" y="217960"/>
                  <a:pt x="4226808" y="217960"/>
                </a:cubicBezTo>
                <a:close/>
                <a:moveTo>
                  <a:pt x="5141300" y="217423"/>
                </a:moveTo>
                <a:lnTo>
                  <a:pt x="5168508" y="217423"/>
                </a:lnTo>
                <a:cubicBezTo>
                  <a:pt x="5169198" y="217423"/>
                  <a:pt x="5169814" y="217806"/>
                  <a:pt x="5170197" y="218421"/>
                </a:cubicBezTo>
                <a:lnTo>
                  <a:pt x="5183802" y="241940"/>
                </a:lnTo>
                <a:cubicBezTo>
                  <a:pt x="5184185" y="242554"/>
                  <a:pt x="5184185" y="243246"/>
                  <a:pt x="5183802" y="243862"/>
                </a:cubicBezTo>
                <a:lnTo>
                  <a:pt x="5170197" y="267379"/>
                </a:lnTo>
                <a:cubicBezTo>
                  <a:pt x="5169814" y="267994"/>
                  <a:pt x="5169198" y="268377"/>
                  <a:pt x="5168508" y="268377"/>
                </a:cubicBezTo>
                <a:lnTo>
                  <a:pt x="5141300" y="268377"/>
                </a:lnTo>
                <a:cubicBezTo>
                  <a:pt x="5140609" y="268377"/>
                  <a:pt x="5139993" y="267994"/>
                  <a:pt x="5139610" y="267379"/>
                </a:cubicBezTo>
                <a:lnTo>
                  <a:pt x="5126007" y="243862"/>
                </a:lnTo>
                <a:cubicBezTo>
                  <a:pt x="5125622" y="243246"/>
                  <a:pt x="5125622" y="242554"/>
                  <a:pt x="5126007" y="241940"/>
                </a:cubicBezTo>
                <a:lnTo>
                  <a:pt x="5139610" y="218421"/>
                </a:lnTo>
                <a:cubicBezTo>
                  <a:pt x="5139993" y="217806"/>
                  <a:pt x="5140609" y="217423"/>
                  <a:pt x="5141300" y="217423"/>
                </a:cubicBezTo>
                <a:close/>
                <a:moveTo>
                  <a:pt x="4592404" y="217423"/>
                </a:moveTo>
                <a:lnTo>
                  <a:pt x="4619612" y="217423"/>
                </a:lnTo>
                <a:cubicBezTo>
                  <a:pt x="4620303" y="217423"/>
                  <a:pt x="4620918" y="217806"/>
                  <a:pt x="4621302" y="218421"/>
                </a:cubicBezTo>
                <a:lnTo>
                  <a:pt x="4634907" y="241940"/>
                </a:lnTo>
                <a:cubicBezTo>
                  <a:pt x="4635290" y="242554"/>
                  <a:pt x="4635290" y="243246"/>
                  <a:pt x="4634907" y="243862"/>
                </a:cubicBezTo>
                <a:lnTo>
                  <a:pt x="4621302" y="267379"/>
                </a:lnTo>
                <a:cubicBezTo>
                  <a:pt x="4620918" y="267994"/>
                  <a:pt x="4620303" y="268377"/>
                  <a:pt x="4619612" y="268377"/>
                </a:cubicBezTo>
                <a:lnTo>
                  <a:pt x="4592404" y="268377"/>
                </a:lnTo>
                <a:cubicBezTo>
                  <a:pt x="4591713" y="268377"/>
                  <a:pt x="4591098" y="267994"/>
                  <a:pt x="4590715" y="267379"/>
                </a:cubicBezTo>
                <a:lnTo>
                  <a:pt x="4577112" y="243862"/>
                </a:lnTo>
                <a:cubicBezTo>
                  <a:pt x="4576726" y="243246"/>
                  <a:pt x="4576726" y="242554"/>
                  <a:pt x="4577112" y="241940"/>
                </a:cubicBezTo>
                <a:lnTo>
                  <a:pt x="4590715" y="218421"/>
                </a:lnTo>
                <a:cubicBezTo>
                  <a:pt x="4591098" y="217806"/>
                  <a:pt x="4591713" y="217423"/>
                  <a:pt x="4592404" y="217423"/>
                </a:cubicBezTo>
                <a:close/>
                <a:moveTo>
                  <a:pt x="4500871" y="217269"/>
                </a:moveTo>
                <a:lnTo>
                  <a:pt x="4528232" y="217269"/>
                </a:lnTo>
                <a:cubicBezTo>
                  <a:pt x="4528923" y="217269"/>
                  <a:pt x="4529539" y="217652"/>
                  <a:pt x="4529922" y="218268"/>
                </a:cubicBezTo>
                <a:lnTo>
                  <a:pt x="4543603" y="241938"/>
                </a:lnTo>
                <a:cubicBezTo>
                  <a:pt x="4543986" y="242554"/>
                  <a:pt x="4543986" y="243246"/>
                  <a:pt x="4543603" y="243860"/>
                </a:cubicBezTo>
                <a:lnTo>
                  <a:pt x="4529922" y="267532"/>
                </a:lnTo>
                <a:cubicBezTo>
                  <a:pt x="4529539" y="268148"/>
                  <a:pt x="4528923" y="268531"/>
                  <a:pt x="4528232" y="268531"/>
                </a:cubicBezTo>
                <a:lnTo>
                  <a:pt x="4500871" y="268531"/>
                </a:lnTo>
                <a:cubicBezTo>
                  <a:pt x="4500180" y="268531"/>
                  <a:pt x="4499565" y="268148"/>
                  <a:pt x="4499179" y="267532"/>
                </a:cubicBezTo>
                <a:lnTo>
                  <a:pt x="4485501" y="243860"/>
                </a:lnTo>
                <a:cubicBezTo>
                  <a:pt x="4485115" y="243246"/>
                  <a:pt x="4485115" y="242554"/>
                  <a:pt x="4485501" y="241938"/>
                </a:cubicBezTo>
                <a:lnTo>
                  <a:pt x="4499179" y="218268"/>
                </a:lnTo>
                <a:cubicBezTo>
                  <a:pt x="4499565" y="217652"/>
                  <a:pt x="4500180" y="217269"/>
                  <a:pt x="4500871" y="217269"/>
                </a:cubicBezTo>
                <a:close/>
                <a:moveTo>
                  <a:pt x="4866545" y="216730"/>
                </a:moveTo>
                <a:lnTo>
                  <a:pt x="4894444" y="216730"/>
                </a:lnTo>
                <a:cubicBezTo>
                  <a:pt x="4895135" y="216730"/>
                  <a:pt x="4895750" y="217113"/>
                  <a:pt x="4896134" y="217728"/>
                </a:cubicBezTo>
                <a:lnTo>
                  <a:pt x="4910122" y="241938"/>
                </a:lnTo>
                <a:cubicBezTo>
                  <a:pt x="4910506" y="242554"/>
                  <a:pt x="4910506" y="243321"/>
                  <a:pt x="4910122" y="243936"/>
                </a:cubicBezTo>
                <a:lnTo>
                  <a:pt x="4896134" y="268146"/>
                </a:lnTo>
                <a:cubicBezTo>
                  <a:pt x="4895827" y="268761"/>
                  <a:pt x="4895135" y="269144"/>
                  <a:pt x="4894444" y="269144"/>
                </a:cubicBezTo>
                <a:lnTo>
                  <a:pt x="4866545" y="269144"/>
                </a:lnTo>
                <a:cubicBezTo>
                  <a:pt x="4865855" y="269144"/>
                  <a:pt x="4865240" y="268761"/>
                  <a:pt x="4864854" y="268146"/>
                </a:cubicBezTo>
                <a:lnTo>
                  <a:pt x="4850867" y="243936"/>
                </a:lnTo>
                <a:cubicBezTo>
                  <a:pt x="4850482" y="243321"/>
                  <a:pt x="4850482" y="242554"/>
                  <a:pt x="4850867" y="241938"/>
                </a:cubicBezTo>
                <a:lnTo>
                  <a:pt x="4864854" y="217728"/>
                </a:lnTo>
                <a:cubicBezTo>
                  <a:pt x="4865161" y="217113"/>
                  <a:pt x="4865855" y="216730"/>
                  <a:pt x="4866545" y="216730"/>
                </a:cubicBezTo>
                <a:close/>
                <a:moveTo>
                  <a:pt x="4683247" y="216193"/>
                </a:moveTo>
                <a:lnTo>
                  <a:pt x="4711761" y="216193"/>
                </a:lnTo>
                <a:cubicBezTo>
                  <a:pt x="4712530" y="216193"/>
                  <a:pt x="4713145" y="216576"/>
                  <a:pt x="4713528" y="217191"/>
                </a:cubicBezTo>
                <a:lnTo>
                  <a:pt x="4727746" y="241862"/>
                </a:lnTo>
                <a:cubicBezTo>
                  <a:pt x="4728132" y="242478"/>
                  <a:pt x="4728132" y="243245"/>
                  <a:pt x="4727746" y="243860"/>
                </a:cubicBezTo>
                <a:lnTo>
                  <a:pt x="4713452" y="268531"/>
                </a:lnTo>
                <a:cubicBezTo>
                  <a:pt x="4713067" y="269146"/>
                  <a:pt x="4712376" y="269530"/>
                  <a:pt x="4711685" y="269530"/>
                </a:cubicBezTo>
                <a:lnTo>
                  <a:pt x="4683171" y="269530"/>
                </a:lnTo>
                <a:cubicBezTo>
                  <a:pt x="4682402" y="269530"/>
                  <a:pt x="4681787" y="269146"/>
                  <a:pt x="4681403" y="268531"/>
                </a:cubicBezTo>
                <a:lnTo>
                  <a:pt x="4667185" y="243860"/>
                </a:lnTo>
                <a:cubicBezTo>
                  <a:pt x="4666800" y="243245"/>
                  <a:pt x="4666800" y="242478"/>
                  <a:pt x="4667185" y="241862"/>
                </a:cubicBezTo>
                <a:lnTo>
                  <a:pt x="4681479" y="217191"/>
                </a:lnTo>
                <a:cubicBezTo>
                  <a:pt x="4681865" y="216576"/>
                  <a:pt x="4682556" y="216193"/>
                  <a:pt x="4683247" y="216193"/>
                </a:cubicBezTo>
                <a:close/>
                <a:moveTo>
                  <a:pt x="3859442" y="215348"/>
                </a:moveTo>
                <a:lnTo>
                  <a:pt x="3888878" y="215348"/>
                </a:lnTo>
                <a:cubicBezTo>
                  <a:pt x="3889570" y="215348"/>
                  <a:pt x="3890260" y="215809"/>
                  <a:pt x="3890646" y="216424"/>
                </a:cubicBezTo>
                <a:lnTo>
                  <a:pt x="3905325" y="241938"/>
                </a:lnTo>
                <a:cubicBezTo>
                  <a:pt x="3905709" y="242554"/>
                  <a:pt x="3905709" y="243400"/>
                  <a:pt x="3905325" y="244013"/>
                </a:cubicBezTo>
                <a:lnTo>
                  <a:pt x="3890568" y="269530"/>
                </a:lnTo>
                <a:cubicBezTo>
                  <a:pt x="3890185" y="270223"/>
                  <a:pt x="3889570" y="270606"/>
                  <a:pt x="3888800" y="270606"/>
                </a:cubicBezTo>
                <a:lnTo>
                  <a:pt x="3859366" y="270606"/>
                </a:lnTo>
                <a:cubicBezTo>
                  <a:pt x="3858675" y="270606"/>
                  <a:pt x="3857982" y="270145"/>
                  <a:pt x="3857598" y="269530"/>
                </a:cubicBezTo>
                <a:lnTo>
                  <a:pt x="3842919" y="244013"/>
                </a:lnTo>
                <a:cubicBezTo>
                  <a:pt x="3842534" y="243400"/>
                  <a:pt x="3842534" y="242554"/>
                  <a:pt x="3842919" y="241938"/>
                </a:cubicBezTo>
                <a:lnTo>
                  <a:pt x="3857674" y="216424"/>
                </a:lnTo>
                <a:cubicBezTo>
                  <a:pt x="3858059" y="215731"/>
                  <a:pt x="3858675" y="215348"/>
                  <a:pt x="3859442" y="215348"/>
                </a:cubicBezTo>
                <a:close/>
                <a:moveTo>
                  <a:pt x="3950670" y="214886"/>
                </a:moveTo>
                <a:lnTo>
                  <a:pt x="3980565" y="214886"/>
                </a:lnTo>
                <a:cubicBezTo>
                  <a:pt x="3981335" y="214886"/>
                  <a:pt x="3982025" y="215348"/>
                  <a:pt x="3982409" y="215963"/>
                </a:cubicBezTo>
                <a:lnTo>
                  <a:pt x="3997321" y="241862"/>
                </a:lnTo>
                <a:cubicBezTo>
                  <a:pt x="3997703" y="242478"/>
                  <a:pt x="3997703" y="243322"/>
                  <a:pt x="3997321" y="243938"/>
                </a:cubicBezTo>
                <a:lnTo>
                  <a:pt x="3982409" y="269837"/>
                </a:lnTo>
                <a:cubicBezTo>
                  <a:pt x="3982025" y="270528"/>
                  <a:pt x="3981335" y="270914"/>
                  <a:pt x="3980565" y="270914"/>
                </a:cubicBezTo>
                <a:lnTo>
                  <a:pt x="3950670" y="270914"/>
                </a:lnTo>
                <a:cubicBezTo>
                  <a:pt x="3949901" y="270914"/>
                  <a:pt x="3949208" y="270452"/>
                  <a:pt x="3948824" y="269837"/>
                </a:cubicBezTo>
                <a:lnTo>
                  <a:pt x="3933915" y="243938"/>
                </a:lnTo>
                <a:cubicBezTo>
                  <a:pt x="3933530" y="243322"/>
                  <a:pt x="3933530" y="242478"/>
                  <a:pt x="3933915" y="241862"/>
                </a:cubicBezTo>
                <a:lnTo>
                  <a:pt x="3948824" y="215963"/>
                </a:lnTo>
                <a:cubicBezTo>
                  <a:pt x="3949208" y="215270"/>
                  <a:pt x="3949901" y="214886"/>
                  <a:pt x="3950670" y="214886"/>
                </a:cubicBezTo>
                <a:close/>
                <a:moveTo>
                  <a:pt x="5413903" y="213888"/>
                </a:moveTo>
                <a:lnTo>
                  <a:pt x="5444800" y="213888"/>
                </a:lnTo>
                <a:cubicBezTo>
                  <a:pt x="5445568" y="213888"/>
                  <a:pt x="5446337" y="214271"/>
                  <a:pt x="5446721" y="214964"/>
                </a:cubicBezTo>
                <a:lnTo>
                  <a:pt x="5462169" y="241709"/>
                </a:lnTo>
                <a:cubicBezTo>
                  <a:pt x="5462552" y="242324"/>
                  <a:pt x="5462552" y="243169"/>
                  <a:pt x="5462169" y="243862"/>
                </a:cubicBezTo>
                <a:lnTo>
                  <a:pt x="5446721" y="270606"/>
                </a:lnTo>
                <a:cubicBezTo>
                  <a:pt x="5446259" y="271297"/>
                  <a:pt x="5445568" y="271683"/>
                  <a:pt x="5444800" y="271683"/>
                </a:cubicBezTo>
                <a:lnTo>
                  <a:pt x="5413903" y="271683"/>
                </a:lnTo>
                <a:cubicBezTo>
                  <a:pt x="5413136" y="271683"/>
                  <a:pt x="5412367" y="271297"/>
                  <a:pt x="5411981" y="270606"/>
                </a:cubicBezTo>
                <a:lnTo>
                  <a:pt x="5396535" y="243862"/>
                </a:lnTo>
                <a:cubicBezTo>
                  <a:pt x="5396150" y="243246"/>
                  <a:pt x="5396150" y="242402"/>
                  <a:pt x="5396535" y="241709"/>
                </a:cubicBezTo>
                <a:lnTo>
                  <a:pt x="5411981" y="214964"/>
                </a:lnTo>
                <a:cubicBezTo>
                  <a:pt x="5412443" y="214271"/>
                  <a:pt x="5413136" y="213888"/>
                  <a:pt x="5413903" y="213888"/>
                </a:cubicBezTo>
                <a:close/>
                <a:moveTo>
                  <a:pt x="4772859" y="212657"/>
                </a:moveTo>
                <a:lnTo>
                  <a:pt x="4805138" y="212657"/>
                </a:lnTo>
                <a:cubicBezTo>
                  <a:pt x="4805984" y="212657"/>
                  <a:pt x="4806753" y="213119"/>
                  <a:pt x="4807137" y="213810"/>
                </a:cubicBezTo>
                <a:lnTo>
                  <a:pt x="4823276" y="241785"/>
                </a:lnTo>
                <a:cubicBezTo>
                  <a:pt x="4823662" y="242478"/>
                  <a:pt x="4823662" y="243400"/>
                  <a:pt x="4823276" y="244091"/>
                </a:cubicBezTo>
                <a:lnTo>
                  <a:pt x="4807137" y="272066"/>
                </a:lnTo>
                <a:cubicBezTo>
                  <a:pt x="4806675" y="272757"/>
                  <a:pt x="4805907" y="273218"/>
                  <a:pt x="4805138" y="273218"/>
                </a:cubicBezTo>
                <a:lnTo>
                  <a:pt x="4772859" y="273218"/>
                </a:lnTo>
                <a:cubicBezTo>
                  <a:pt x="4772014" y="273218"/>
                  <a:pt x="4771246" y="272757"/>
                  <a:pt x="4770862" y="272066"/>
                </a:cubicBezTo>
                <a:lnTo>
                  <a:pt x="4754723" y="244091"/>
                </a:lnTo>
                <a:cubicBezTo>
                  <a:pt x="4754338" y="243400"/>
                  <a:pt x="4754338" y="242478"/>
                  <a:pt x="4754723" y="241785"/>
                </a:cubicBezTo>
                <a:lnTo>
                  <a:pt x="4770862" y="213810"/>
                </a:lnTo>
                <a:cubicBezTo>
                  <a:pt x="4771324" y="213119"/>
                  <a:pt x="4772092" y="212657"/>
                  <a:pt x="4772859" y="212657"/>
                </a:cubicBezTo>
                <a:close/>
                <a:moveTo>
                  <a:pt x="6327626" y="211813"/>
                </a:moveTo>
                <a:lnTo>
                  <a:pt x="6360751" y="211813"/>
                </a:lnTo>
                <a:cubicBezTo>
                  <a:pt x="6361521" y="211813"/>
                  <a:pt x="6362289" y="212274"/>
                  <a:pt x="6362750" y="212965"/>
                </a:cubicBezTo>
                <a:lnTo>
                  <a:pt x="6379273" y="241709"/>
                </a:lnTo>
                <a:cubicBezTo>
                  <a:pt x="6379734" y="242402"/>
                  <a:pt x="6379734" y="243322"/>
                  <a:pt x="6379273" y="244015"/>
                </a:cubicBezTo>
                <a:lnTo>
                  <a:pt x="6362673" y="272759"/>
                </a:lnTo>
                <a:cubicBezTo>
                  <a:pt x="6362289" y="273450"/>
                  <a:pt x="6361521" y="273911"/>
                  <a:pt x="6360675" y="273911"/>
                </a:cubicBezTo>
                <a:lnTo>
                  <a:pt x="6327550" y="273911"/>
                </a:lnTo>
                <a:cubicBezTo>
                  <a:pt x="6326781" y="273911"/>
                  <a:pt x="6326014" y="273450"/>
                  <a:pt x="6325551" y="272759"/>
                </a:cubicBezTo>
                <a:lnTo>
                  <a:pt x="6309028" y="244015"/>
                </a:lnTo>
                <a:cubicBezTo>
                  <a:pt x="6308566" y="243322"/>
                  <a:pt x="6308566" y="242402"/>
                  <a:pt x="6309028" y="241709"/>
                </a:cubicBezTo>
                <a:lnTo>
                  <a:pt x="6325628" y="212965"/>
                </a:lnTo>
                <a:cubicBezTo>
                  <a:pt x="6326014" y="212274"/>
                  <a:pt x="6326781" y="211813"/>
                  <a:pt x="6327626" y="211813"/>
                </a:cubicBezTo>
                <a:close/>
                <a:moveTo>
                  <a:pt x="6235633" y="210812"/>
                </a:moveTo>
                <a:lnTo>
                  <a:pt x="6269833" y="210812"/>
                </a:lnTo>
                <a:cubicBezTo>
                  <a:pt x="6270680" y="210812"/>
                  <a:pt x="6271448" y="211273"/>
                  <a:pt x="6271908" y="212042"/>
                </a:cubicBezTo>
                <a:lnTo>
                  <a:pt x="6288972" y="241631"/>
                </a:lnTo>
                <a:cubicBezTo>
                  <a:pt x="6289431" y="242322"/>
                  <a:pt x="6289431" y="243245"/>
                  <a:pt x="6288972" y="244013"/>
                </a:cubicBezTo>
                <a:lnTo>
                  <a:pt x="6271832" y="273602"/>
                </a:lnTo>
                <a:cubicBezTo>
                  <a:pt x="6271371" y="274371"/>
                  <a:pt x="6270602" y="274832"/>
                  <a:pt x="6269757" y="274832"/>
                </a:cubicBezTo>
                <a:lnTo>
                  <a:pt x="6235557" y="274832"/>
                </a:lnTo>
                <a:cubicBezTo>
                  <a:pt x="6234712" y="274832"/>
                  <a:pt x="6233944" y="274371"/>
                  <a:pt x="6233482" y="273602"/>
                </a:cubicBezTo>
                <a:lnTo>
                  <a:pt x="6216420" y="244013"/>
                </a:lnTo>
                <a:cubicBezTo>
                  <a:pt x="6215958" y="243321"/>
                  <a:pt x="6215958" y="242400"/>
                  <a:pt x="6216420" y="241631"/>
                </a:cubicBezTo>
                <a:lnTo>
                  <a:pt x="6233558" y="212042"/>
                </a:lnTo>
                <a:cubicBezTo>
                  <a:pt x="6234019" y="211273"/>
                  <a:pt x="6234788" y="210812"/>
                  <a:pt x="6235633" y="210812"/>
                </a:cubicBezTo>
                <a:close/>
                <a:moveTo>
                  <a:pt x="6143792" y="210275"/>
                </a:moveTo>
                <a:lnTo>
                  <a:pt x="6178607" y="210275"/>
                </a:lnTo>
                <a:cubicBezTo>
                  <a:pt x="6179528" y="210275"/>
                  <a:pt x="6180297" y="210736"/>
                  <a:pt x="6180758" y="211505"/>
                </a:cubicBezTo>
                <a:lnTo>
                  <a:pt x="6198128" y="241631"/>
                </a:lnTo>
                <a:cubicBezTo>
                  <a:pt x="6198589" y="242400"/>
                  <a:pt x="6198589" y="243322"/>
                  <a:pt x="6198128" y="244091"/>
                </a:cubicBezTo>
                <a:lnTo>
                  <a:pt x="6180682" y="274217"/>
                </a:lnTo>
                <a:cubicBezTo>
                  <a:pt x="6180221" y="274986"/>
                  <a:pt x="6179376" y="275447"/>
                  <a:pt x="6178529" y="275447"/>
                </a:cubicBezTo>
                <a:lnTo>
                  <a:pt x="6143714" y="275447"/>
                </a:lnTo>
                <a:cubicBezTo>
                  <a:pt x="6142793" y="275447"/>
                  <a:pt x="6142024" y="274986"/>
                  <a:pt x="6141563" y="274217"/>
                </a:cubicBezTo>
                <a:lnTo>
                  <a:pt x="6124193" y="244091"/>
                </a:lnTo>
                <a:cubicBezTo>
                  <a:pt x="6123732" y="243322"/>
                  <a:pt x="6123732" y="242400"/>
                  <a:pt x="6124193" y="241631"/>
                </a:cubicBezTo>
                <a:lnTo>
                  <a:pt x="6141639" y="211505"/>
                </a:lnTo>
                <a:cubicBezTo>
                  <a:pt x="6142101" y="210736"/>
                  <a:pt x="6142947" y="210275"/>
                  <a:pt x="6143792" y="210275"/>
                </a:cubicBezTo>
                <a:close/>
                <a:moveTo>
                  <a:pt x="5869343" y="210275"/>
                </a:moveTo>
                <a:lnTo>
                  <a:pt x="5904158" y="210275"/>
                </a:lnTo>
                <a:cubicBezTo>
                  <a:pt x="5905081" y="210275"/>
                  <a:pt x="5905848" y="210736"/>
                  <a:pt x="5906310" y="211505"/>
                </a:cubicBezTo>
                <a:lnTo>
                  <a:pt x="5923679" y="241631"/>
                </a:lnTo>
                <a:cubicBezTo>
                  <a:pt x="5924140" y="242400"/>
                  <a:pt x="5924140" y="243322"/>
                  <a:pt x="5923679" y="244091"/>
                </a:cubicBezTo>
                <a:lnTo>
                  <a:pt x="5906233" y="274217"/>
                </a:lnTo>
                <a:cubicBezTo>
                  <a:pt x="5905773" y="274986"/>
                  <a:pt x="5904927" y="275447"/>
                  <a:pt x="5904080" y="275447"/>
                </a:cubicBezTo>
                <a:lnTo>
                  <a:pt x="5869265" y="275447"/>
                </a:lnTo>
                <a:cubicBezTo>
                  <a:pt x="5868343" y="275447"/>
                  <a:pt x="5867576" y="274986"/>
                  <a:pt x="5867114" y="274217"/>
                </a:cubicBezTo>
                <a:lnTo>
                  <a:pt x="5849745" y="244091"/>
                </a:lnTo>
                <a:cubicBezTo>
                  <a:pt x="5849283" y="243322"/>
                  <a:pt x="5849283" y="242400"/>
                  <a:pt x="5849745" y="241631"/>
                </a:cubicBezTo>
                <a:lnTo>
                  <a:pt x="5867192" y="211505"/>
                </a:lnTo>
                <a:cubicBezTo>
                  <a:pt x="5867652" y="210736"/>
                  <a:pt x="5868498" y="210275"/>
                  <a:pt x="5869343" y="210275"/>
                </a:cubicBezTo>
                <a:close/>
                <a:moveTo>
                  <a:pt x="5686430" y="210275"/>
                </a:moveTo>
                <a:lnTo>
                  <a:pt x="5721245" y="210275"/>
                </a:lnTo>
                <a:cubicBezTo>
                  <a:pt x="5722168" y="210275"/>
                  <a:pt x="5722935" y="210736"/>
                  <a:pt x="5723396" y="211505"/>
                </a:cubicBezTo>
                <a:lnTo>
                  <a:pt x="5740766" y="241631"/>
                </a:lnTo>
                <a:cubicBezTo>
                  <a:pt x="5741228" y="242400"/>
                  <a:pt x="5741228" y="243322"/>
                  <a:pt x="5740766" y="244091"/>
                </a:cubicBezTo>
                <a:lnTo>
                  <a:pt x="5723320" y="274217"/>
                </a:lnTo>
                <a:cubicBezTo>
                  <a:pt x="5722859" y="274986"/>
                  <a:pt x="5722014" y="275447"/>
                  <a:pt x="5721167" y="275447"/>
                </a:cubicBezTo>
                <a:lnTo>
                  <a:pt x="5686353" y="275447"/>
                </a:lnTo>
                <a:cubicBezTo>
                  <a:pt x="5685431" y="275447"/>
                  <a:pt x="5684663" y="274986"/>
                  <a:pt x="5684201" y="274217"/>
                </a:cubicBezTo>
                <a:lnTo>
                  <a:pt x="5666832" y="244091"/>
                </a:lnTo>
                <a:cubicBezTo>
                  <a:pt x="5666371" y="243322"/>
                  <a:pt x="5666371" y="242400"/>
                  <a:pt x="5666832" y="241631"/>
                </a:cubicBezTo>
                <a:lnTo>
                  <a:pt x="5684277" y="211505"/>
                </a:lnTo>
                <a:cubicBezTo>
                  <a:pt x="5684738" y="210736"/>
                  <a:pt x="5685585" y="210275"/>
                  <a:pt x="5686430" y="210275"/>
                </a:cubicBezTo>
                <a:close/>
                <a:moveTo>
                  <a:pt x="6052256" y="210121"/>
                </a:moveTo>
                <a:lnTo>
                  <a:pt x="6087227" y="210121"/>
                </a:lnTo>
                <a:cubicBezTo>
                  <a:pt x="6088148" y="210121"/>
                  <a:pt x="6088917" y="210582"/>
                  <a:pt x="6089378" y="211351"/>
                </a:cubicBezTo>
                <a:lnTo>
                  <a:pt x="6106824" y="241631"/>
                </a:lnTo>
                <a:cubicBezTo>
                  <a:pt x="6107285" y="242400"/>
                  <a:pt x="6107285" y="243322"/>
                  <a:pt x="6106824" y="244091"/>
                </a:cubicBezTo>
                <a:lnTo>
                  <a:pt x="6089300" y="274371"/>
                </a:lnTo>
                <a:cubicBezTo>
                  <a:pt x="6088841" y="275140"/>
                  <a:pt x="6087994" y="275601"/>
                  <a:pt x="6087149" y="275601"/>
                </a:cubicBezTo>
                <a:lnTo>
                  <a:pt x="6052180" y="275601"/>
                </a:lnTo>
                <a:cubicBezTo>
                  <a:pt x="6051258" y="275601"/>
                  <a:pt x="6050489" y="275140"/>
                  <a:pt x="6050028" y="274371"/>
                </a:cubicBezTo>
                <a:lnTo>
                  <a:pt x="6032582" y="244091"/>
                </a:lnTo>
                <a:cubicBezTo>
                  <a:pt x="6032121" y="243322"/>
                  <a:pt x="6032121" y="242400"/>
                  <a:pt x="6032582" y="241631"/>
                </a:cubicBezTo>
                <a:lnTo>
                  <a:pt x="6050105" y="211351"/>
                </a:lnTo>
                <a:cubicBezTo>
                  <a:pt x="6050567" y="210582"/>
                  <a:pt x="6051412" y="210121"/>
                  <a:pt x="6052256" y="210121"/>
                </a:cubicBezTo>
                <a:close/>
                <a:moveTo>
                  <a:pt x="5777732" y="209967"/>
                </a:moveTo>
                <a:lnTo>
                  <a:pt x="5812855" y="209967"/>
                </a:lnTo>
                <a:cubicBezTo>
                  <a:pt x="5813699" y="209967"/>
                  <a:pt x="5814546" y="210429"/>
                  <a:pt x="5815007" y="211198"/>
                </a:cubicBezTo>
                <a:lnTo>
                  <a:pt x="5832531" y="241631"/>
                </a:lnTo>
                <a:cubicBezTo>
                  <a:pt x="5832990" y="242400"/>
                  <a:pt x="5832990" y="243322"/>
                  <a:pt x="5832531" y="244091"/>
                </a:cubicBezTo>
                <a:lnTo>
                  <a:pt x="5815007" y="274525"/>
                </a:lnTo>
                <a:cubicBezTo>
                  <a:pt x="5814546" y="275294"/>
                  <a:pt x="5813699" y="275755"/>
                  <a:pt x="5812855" y="275755"/>
                </a:cubicBezTo>
                <a:lnTo>
                  <a:pt x="5777732" y="275755"/>
                </a:lnTo>
                <a:cubicBezTo>
                  <a:pt x="5776887" y="275755"/>
                  <a:pt x="5776040" y="275294"/>
                  <a:pt x="5775581" y="274525"/>
                </a:cubicBezTo>
                <a:lnTo>
                  <a:pt x="5758058" y="244091"/>
                </a:lnTo>
                <a:cubicBezTo>
                  <a:pt x="5757596" y="243322"/>
                  <a:pt x="5757596" y="242400"/>
                  <a:pt x="5758058" y="241631"/>
                </a:cubicBezTo>
                <a:lnTo>
                  <a:pt x="5775581" y="211198"/>
                </a:lnTo>
                <a:cubicBezTo>
                  <a:pt x="5776040" y="210429"/>
                  <a:pt x="5776887" y="209967"/>
                  <a:pt x="5777732" y="209967"/>
                </a:cubicBezTo>
                <a:close/>
                <a:moveTo>
                  <a:pt x="5960569" y="209891"/>
                </a:moveTo>
                <a:lnTo>
                  <a:pt x="5995846" y="209891"/>
                </a:lnTo>
                <a:cubicBezTo>
                  <a:pt x="5996690" y="209891"/>
                  <a:pt x="5997538" y="210353"/>
                  <a:pt x="5997997" y="211122"/>
                </a:cubicBezTo>
                <a:lnTo>
                  <a:pt x="6015598" y="241633"/>
                </a:lnTo>
                <a:cubicBezTo>
                  <a:pt x="6016059" y="242402"/>
                  <a:pt x="6016059" y="243322"/>
                  <a:pt x="6015598" y="244091"/>
                </a:cubicBezTo>
                <a:lnTo>
                  <a:pt x="5997997" y="274602"/>
                </a:lnTo>
                <a:cubicBezTo>
                  <a:pt x="5997538" y="275371"/>
                  <a:pt x="5996690" y="275833"/>
                  <a:pt x="5995846" y="275833"/>
                </a:cubicBezTo>
                <a:lnTo>
                  <a:pt x="5960569" y="275833"/>
                </a:lnTo>
                <a:cubicBezTo>
                  <a:pt x="5959724" y="275833"/>
                  <a:pt x="5958878" y="275371"/>
                  <a:pt x="5958419" y="274602"/>
                </a:cubicBezTo>
                <a:lnTo>
                  <a:pt x="5940817" y="244091"/>
                </a:lnTo>
                <a:cubicBezTo>
                  <a:pt x="5940356" y="243322"/>
                  <a:pt x="5940356" y="242402"/>
                  <a:pt x="5940817" y="241633"/>
                </a:cubicBezTo>
                <a:lnTo>
                  <a:pt x="5958419" y="211122"/>
                </a:lnTo>
                <a:cubicBezTo>
                  <a:pt x="5958878" y="210353"/>
                  <a:pt x="5959724" y="209891"/>
                  <a:pt x="5960569" y="209891"/>
                </a:cubicBezTo>
                <a:close/>
                <a:moveTo>
                  <a:pt x="5594665" y="209891"/>
                </a:moveTo>
                <a:lnTo>
                  <a:pt x="5629941" y="209891"/>
                </a:lnTo>
                <a:cubicBezTo>
                  <a:pt x="5630786" y="209891"/>
                  <a:pt x="5631633" y="210353"/>
                  <a:pt x="5632092" y="211122"/>
                </a:cubicBezTo>
                <a:lnTo>
                  <a:pt x="5649694" y="241633"/>
                </a:lnTo>
                <a:cubicBezTo>
                  <a:pt x="5650155" y="242402"/>
                  <a:pt x="5650155" y="243322"/>
                  <a:pt x="5649694" y="244091"/>
                </a:cubicBezTo>
                <a:lnTo>
                  <a:pt x="5632092" y="274602"/>
                </a:lnTo>
                <a:cubicBezTo>
                  <a:pt x="5631633" y="275371"/>
                  <a:pt x="5630786" y="275833"/>
                  <a:pt x="5629941" y="275833"/>
                </a:cubicBezTo>
                <a:lnTo>
                  <a:pt x="5594665" y="275833"/>
                </a:lnTo>
                <a:cubicBezTo>
                  <a:pt x="5593821" y="275833"/>
                  <a:pt x="5592973" y="275371"/>
                  <a:pt x="5592514" y="274602"/>
                </a:cubicBezTo>
                <a:lnTo>
                  <a:pt x="5574913" y="244091"/>
                </a:lnTo>
                <a:cubicBezTo>
                  <a:pt x="5574451" y="243322"/>
                  <a:pt x="5574451" y="242402"/>
                  <a:pt x="5574913" y="241633"/>
                </a:cubicBezTo>
                <a:lnTo>
                  <a:pt x="5592514" y="211122"/>
                </a:lnTo>
                <a:cubicBezTo>
                  <a:pt x="5592973" y="210353"/>
                  <a:pt x="5593821" y="209891"/>
                  <a:pt x="5594665" y="209891"/>
                </a:cubicBezTo>
                <a:close/>
                <a:moveTo>
                  <a:pt x="5503131" y="209584"/>
                </a:moveTo>
                <a:lnTo>
                  <a:pt x="5538638" y="209584"/>
                </a:lnTo>
                <a:cubicBezTo>
                  <a:pt x="5539484" y="209584"/>
                  <a:pt x="5540329" y="210045"/>
                  <a:pt x="5540789" y="210814"/>
                </a:cubicBezTo>
                <a:lnTo>
                  <a:pt x="5558544" y="241633"/>
                </a:lnTo>
                <a:cubicBezTo>
                  <a:pt x="5559003" y="242400"/>
                  <a:pt x="5559003" y="243400"/>
                  <a:pt x="5558544" y="244169"/>
                </a:cubicBezTo>
                <a:lnTo>
                  <a:pt x="5540789" y="274986"/>
                </a:lnTo>
                <a:cubicBezTo>
                  <a:pt x="5540329" y="275755"/>
                  <a:pt x="5539560" y="276216"/>
                  <a:pt x="5538638" y="276216"/>
                </a:cubicBezTo>
                <a:lnTo>
                  <a:pt x="5503131" y="276216"/>
                </a:lnTo>
                <a:cubicBezTo>
                  <a:pt x="5502285" y="276216"/>
                  <a:pt x="5501440" y="275755"/>
                  <a:pt x="5500979" y="274986"/>
                </a:cubicBezTo>
                <a:lnTo>
                  <a:pt x="5483226" y="244169"/>
                </a:lnTo>
                <a:cubicBezTo>
                  <a:pt x="5482764" y="243400"/>
                  <a:pt x="5482764" y="242400"/>
                  <a:pt x="5483226" y="241633"/>
                </a:cubicBezTo>
                <a:lnTo>
                  <a:pt x="5500979" y="210814"/>
                </a:lnTo>
                <a:cubicBezTo>
                  <a:pt x="5501440" y="210045"/>
                  <a:pt x="5502209" y="209584"/>
                  <a:pt x="5503131" y="209584"/>
                </a:cubicBezTo>
                <a:close/>
                <a:moveTo>
                  <a:pt x="2682415" y="158859"/>
                </a:moveTo>
                <a:lnTo>
                  <a:pt x="2687487" y="158859"/>
                </a:lnTo>
                <a:cubicBezTo>
                  <a:pt x="2687641" y="158859"/>
                  <a:pt x="2687796" y="159013"/>
                  <a:pt x="2687796" y="159013"/>
                </a:cubicBezTo>
                <a:lnTo>
                  <a:pt x="2690329" y="163393"/>
                </a:lnTo>
                <a:cubicBezTo>
                  <a:pt x="2690329" y="163546"/>
                  <a:pt x="2690329" y="163778"/>
                  <a:pt x="2690329" y="163778"/>
                </a:cubicBezTo>
                <a:lnTo>
                  <a:pt x="2687796" y="168158"/>
                </a:lnTo>
                <a:cubicBezTo>
                  <a:pt x="2687718" y="168312"/>
                  <a:pt x="2687487" y="168312"/>
                  <a:pt x="2687487" y="168312"/>
                </a:cubicBezTo>
                <a:lnTo>
                  <a:pt x="2682415" y="168312"/>
                </a:lnTo>
                <a:cubicBezTo>
                  <a:pt x="2682261" y="168312"/>
                  <a:pt x="2682108" y="168158"/>
                  <a:pt x="2682108" y="168158"/>
                </a:cubicBezTo>
                <a:lnTo>
                  <a:pt x="2679571" y="163778"/>
                </a:lnTo>
                <a:cubicBezTo>
                  <a:pt x="2679571" y="163624"/>
                  <a:pt x="2679571" y="163393"/>
                  <a:pt x="2679571" y="163393"/>
                </a:cubicBezTo>
                <a:lnTo>
                  <a:pt x="2682108" y="159013"/>
                </a:lnTo>
                <a:cubicBezTo>
                  <a:pt x="2682183" y="158859"/>
                  <a:pt x="2682415" y="158859"/>
                  <a:pt x="2682415" y="158859"/>
                </a:cubicBezTo>
                <a:close/>
                <a:moveTo>
                  <a:pt x="5975402" y="158322"/>
                </a:moveTo>
                <a:lnTo>
                  <a:pt x="5981090" y="158322"/>
                </a:lnTo>
                <a:cubicBezTo>
                  <a:pt x="5981244" y="158322"/>
                  <a:pt x="5981476" y="158551"/>
                  <a:pt x="5981476" y="158551"/>
                </a:cubicBezTo>
                <a:lnTo>
                  <a:pt x="5984318" y="163470"/>
                </a:lnTo>
                <a:cubicBezTo>
                  <a:pt x="5984318" y="163548"/>
                  <a:pt x="5984318" y="163856"/>
                  <a:pt x="5984318" y="163856"/>
                </a:cubicBezTo>
                <a:lnTo>
                  <a:pt x="5981476" y="168775"/>
                </a:lnTo>
                <a:cubicBezTo>
                  <a:pt x="5981398" y="168927"/>
                  <a:pt x="5981090" y="169005"/>
                  <a:pt x="5981090" y="169005"/>
                </a:cubicBezTo>
                <a:lnTo>
                  <a:pt x="5975402" y="169005"/>
                </a:lnTo>
                <a:cubicBezTo>
                  <a:pt x="5975249" y="169005"/>
                  <a:pt x="5975019" y="168775"/>
                  <a:pt x="5975019" y="168775"/>
                </a:cubicBezTo>
                <a:lnTo>
                  <a:pt x="5972175" y="163856"/>
                </a:lnTo>
                <a:cubicBezTo>
                  <a:pt x="5972175" y="163778"/>
                  <a:pt x="5972175" y="163470"/>
                  <a:pt x="5972175" y="163470"/>
                </a:cubicBezTo>
                <a:lnTo>
                  <a:pt x="5975019" y="158551"/>
                </a:lnTo>
                <a:cubicBezTo>
                  <a:pt x="5975095" y="158400"/>
                  <a:pt x="5975402" y="158322"/>
                  <a:pt x="5975402" y="158322"/>
                </a:cubicBezTo>
                <a:close/>
                <a:moveTo>
                  <a:pt x="2498733" y="157475"/>
                </a:moveTo>
                <a:lnTo>
                  <a:pt x="2505265" y="157475"/>
                </a:lnTo>
                <a:cubicBezTo>
                  <a:pt x="2505419" y="157475"/>
                  <a:pt x="2505649" y="157705"/>
                  <a:pt x="2505649" y="157705"/>
                </a:cubicBezTo>
                <a:lnTo>
                  <a:pt x="2508954" y="163393"/>
                </a:lnTo>
                <a:cubicBezTo>
                  <a:pt x="2509030" y="163546"/>
                  <a:pt x="2508954" y="163854"/>
                  <a:pt x="2508954" y="163854"/>
                </a:cubicBezTo>
                <a:lnTo>
                  <a:pt x="2505649" y="169540"/>
                </a:lnTo>
                <a:cubicBezTo>
                  <a:pt x="2505573" y="169696"/>
                  <a:pt x="2505265" y="169772"/>
                  <a:pt x="2505265" y="169772"/>
                </a:cubicBezTo>
                <a:lnTo>
                  <a:pt x="2498733" y="169772"/>
                </a:lnTo>
                <a:cubicBezTo>
                  <a:pt x="2498579" y="169772"/>
                  <a:pt x="2498349" y="169540"/>
                  <a:pt x="2498349" y="169540"/>
                </a:cubicBezTo>
                <a:lnTo>
                  <a:pt x="2495044" y="163854"/>
                </a:lnTo>
                <a:cubicBezTo>
                  <a:pt x="2494966" y="163700"/>
                  <a:pt x="2495044" y="163393"/>
                  <a:pt x="2495044" y="163393"/>
                </a:cubicBezTo>
                <a:lnTo>
                  <a:pt x="2498349" y="157705"/>
                </a:lnTo>
                <a:cubicBezTo>
                  <a:pt x="2498425" y="157551"/>
                  <a:pt x="2498733" y="157475"/>
                  <a:pt x="2498733" y="157475"/>
                </a:cubicBezTo>
                <a:close/>
                <a:moveTo>
                  <a:pt x="2589653" y="156476"/>
                </a:moveTo>
                <a:lnTo>
                  <a:pt x="2597262" y="156476"/>
                </a:lnTo>
                <a:cubicBezTo>
                  <a:pt x="2597414" y="156476"/>
                  <a:pt x="2597722" y="156784"/>
                  <a:pt x="2597722" y="156784"/>
                </a:cubicBezTo>
                <a:lnTo>
                  <a:pt x="2601564" y="163393"/>
                </a:lnTo>
                <a:cubicBezTo>
                  <a:pt x="2601642" y="163546"/>
                  <a:pt x="2601564" y="163932"/>
                  <a:pt x="2601564" y="163932"/>
                </a:cubicBezTo>
                <a:lnTo>
                  <a:pt x="2597722" y="170541"/>
                </a:lnTo>
                <a:cubicBezTo>
                  <a:pt x="2597646" y="170770"/>
                  <a:pt x="2597262" y="170848"/>
                  <a:pt x="2597262" y="170848"/>
                </a:cubicBezTo>
                <a:lnTo>
                  <a:pt x="2589653" y="170848"/>
                </a:lnTo>
                <a:cubicBezTo>
                  <a:pt x="2589499" y="170848"/>
                  <a:pt x="2589192" y="170541"/>
                  <a:pt x="2589192" y="170541"/>
                </a:cubicBezTo>
                <a:lnTo>
                  <a:pt x="2585349" y="163932"/>
                </a:lnTo>
                <a:cubicBezTo>
                  <a:pt x="2585271" y="163778"/>
                  <a:pt x="2585349" y="163393"/>
                  <a:pt x="2585349" y="163393"/>
                </a:cubicBezTo>
                <a:lnTo>
                  <a:pt x="2589192" y="156784"/>
                </a:lnTo>
                <a:cubicBezTo>
                  <a:pt x="2589267" y="156554"/>
                  <a:pt x="2589653" y="156476"/>
                  <a:pt x="2589653" y="156476"/>
                </a:cubicBezTo>
                <a:close/>
                <a:moveTo>
                  <a:pt x="3594064" y="152941"/>
                </a:moveTo>
                <a:lnTo>
                  <a:pt x="3605439" y="152941"/>
                </a:lnTo>
                <a:cubicBezTo>
                  <a:pt x="3605747" y="152941"/>
                  <a:pt x="3606129" y="153325"/>
                  <a:pt x="3606129" y="153325"/>
                </a:cubicBezTo>
                <a:lnTo>
                  <a:pt x="3611817" y="163163"/>
                </a:lnTo>
                <a:cubicBezTo>
                  <a:pt x="3611971" y="163393"/>
                  <a:pt x="3611817" y="163932"/>
                  <a:pt x="3611817" y="163932"/>
                </a:cubicBezTo>
                <a:lnTo>
                  <a:pt x="3606129" y="173768"/>
                </a:lnTo>
                <a:cubicBezTo>
                  <a:pt x="3605977" y="174000"/>
                  <a:pt x="3605439" y="174154"/>
                  <a:pt x="3605439" y="174154"/>
                </a:cubicBezTo>
                <a:lnTo>
                  <a:pt x="3594064" y="174154"/>
                </a:lnTo>
                <a:cubicBezTo>
                  <a:pt x="3593757" y="174154"/>
                  <a:pt x="3593373" y="173768"/>
                  <a:pt x="3593373" y="173768"/>
                </a:cubicBezTo>
                <a:lnTo>
                  <a:pt x="3587685" y="163932"/>
                </a:lnTo>
                <a:cubicBezTo>
                  <a:pt x="3587531" y="163700"/>
                  <a:pt x="3587685" y="163163"/>
                  <a:pt x="3587685" y="163163"/>
                </a:cubicBezTo>
                <a:lnTo>
                  <a:pt x="3593373" y="153325"/>
                </a:lnTo>
                <a:cubicBezTo>
                  <a:pt x="3593527" y="153095"/>
                  <a:pt x="3594064" y="152941"/>
                  <a:pt x="3594064" y="152941"/>
                </a:cubicBezTo>
                <a:close/>
                <a:moveTo>
                  <a:pt x="3775825" y="150713"/>
                </a:moveTo>
                <a:lnTo>
                  <a:pt x="3789582" y="150713"/>
                </a:lnTo>
                <a:cubicBezTo>
                  <a:pt x="3789967" y="150713"/>
                  <a:pt x="3790428" y="151174"/>
                  <a:pt x="3790428" y="151174"/>
                </a:cubicBezTo>
                <a:lnTo>
                  <a:pt x="3797268" y="163085"/>
                </a:lnTo>
                <a:cubicBezTo>
                  <a:pt x="3797421" y="163393"/>
                  <a:pt x="3797268" y="164086"/>
                  <a:pt x="3797268" y="164086"/>
                </a:cubicBezTo>
                <a:lnTo>
                  <a:pt x="3790428" y="175997"/>
                </a:lnTo>
                <a:cubicBezTo>
                  <a:pt x="3790275" y="176305"/>
                  <a:pt x="3789582" y="176458"/>
                  <a:pt x="3789582" y="176458"/>
                </a:cubicBezTo>
                <a:lnTo>
                  <a:pt x="3775825" y="176458"/>
                </a:lnTo>
                <a:cubicBezTo>
                  <a:pt x="3775442" y="176458"/>
                  <a:pt x="3774980" y="175997"/>
                  <a:pt x="3774980" y="175997"/>
                </a:cubicBezTo>
                <a:lnTo>
                  <a:pt x="3768140" y="164086"/>
                </a:lnTo>
                <a:cubicBezTo>
                  <a:pt x="3767986" y="163778"/>
                  <a:pt x="3768140" y="163085"/>
                  <a:pt x="3768140" y="163085"/>
                </a:cubicBezTo>
                <a:lnTo>
                  <a:pt x="3774980" y="151174"/>
                </a:lnTo>
                <a:cubicBezTo>
                  <a:pt x="3775135" y="150866"/>
                  <a:pt x="3775825" y="150713"/>
                  <a:pt x="3775825" y="150713"/>
                </a:cubicBezTo>
                <a:close/>
                <a:moveTo>
                  <a:pt x="5878872" y="148791"/>
                </a:moveTo>
                <a:lnTo>
                  <a:pt x="5894706" y="148791"/>
                </a:lnTo>
                <a:cubicBezTo>
                  <a:pt x="5895167" y="148791"/>
                  <a:pt x="5895704" y="149328"/>
                  <a:pt x="5895704" y="149328"/>
                </a:cubicBezTo>
                <a:lnTo>
                  <a:pt x="5903621" y="163009"/>
                </a:lnTo>
                <a:cubicBezTo>
                  <a:pt x="5903851" y="163393"/>
                  <a:pt x="5903621" y="164162"/>
                  <a:pt x="5903621" y="164162"/>
                </a:cubicBezTo>
                <a:lnTo>
                  <a:pt x="5895704" y="177842"/>
                </a:lnTo>
                <a:cubicBezTo>
                  <a:pt x="5895475" y="178150"/>
                  <a:pt x="5895089" y="178380"/>
                  <a:pt x="5894706" y="178380"/>
                </a:cubicBezTo>
                <a:lnTo>
                  <a:pt x="5878872" y="178380"/>
                </a:lnTo>
                <a:cubicBezTo>
                  <a:pt x="5878412" y="178380"/>
                  <a:pt x="5877874" y="177842"/>
                  <a:pt x="5877874" y="177842"/>
                </a:cubicBezTo>
                <a:lnTo>
                  <a:pt x="5869958" y="164162"/>
                </a:lnTo>
                <a:cubicBezTo>
                  <a:pt x="5869727" y="163778"/>
                  <a:pt x="5869958" y="163009"/>
                  <a:pt x="5869958" y="163009"/>
                </a:cubicBezTo>
                <a:lnTo>
                  <a:pt x="5877874" y="149328"/>
                </a:lnTo>
                <a:cubicBezTo>
                  <a:pt x="5878105" y="149021"/>
                  <a:pt x="5878489" y="148791"/>
                  <a:pt x="5878872" y="148791"/>
                </a:cubicBezTo>
                <a:close/>
                <a:moveTo>
                  <a:pt x="3408767" y="148637"/>
                </a:moveTo>
                <a:lnTo>
                  <a:pt x="3424753" y="148637"/>
                </a:lnTo>
                <a:cubicBezTo>
                  <a:pt x="3425138" y="148637"/>
                  <a:pt x="3425753" y="149175"/>
                  <a:pt x="3425753" y="149175"/>
                </a:cubicBezTo>
                <a:lnTo>
                  <a:pt x="3433745" y="163009"/>
                </a:lnTo>
                <a:cubicBezTo>
                  <a:pt x="3433975" y="163393"/>
                  <a:pt x="3433745" y="164162"/>
                  <a:pt x="3433745" y="164162"/>
                </a:cubicBezTo>
                <a:lnTo>
                  <a:pt x="3425753" y="177996"/>
                </a:lnTo>
                <a:cubicBezTo>
                  <a:pt x="3425521" y="178304"/>
                  <a:pt x="3425138" y="178533"/>
                  <a:pt x="3424753" y="178533"/>
                </a:cubicBezTo>
                <a:lnTo>
                  <a:pt x="3408767" y="178533"/>
                </a:lnTo>
                <a:cubicBezTo>
                  <a:pt x="3408383" y="178533"/>
                  <a:pt x="3407768" y="177996"/>
                  <a:pt x="3407768" y="177996"/>
                </a:cubicBezTo>
                <a:lnTo>
                  <a:pt x="3399776" y="164162"/>
                </a:lnTo>
                <a:cubicBezTo>
                  <a:pt x="3399543" y="163778"/>
                  <a:pt x="3399776" y="163009"/>
                  <a:pt x="3399776" y="163009"/>
                </a:cubicBezTo>
                <a:lnTo>
                  <a:pt x="3407768" y="149175"/>
                </a:lnTo>
                <a:cubicBezTo>
                  <a:pt x="3407999" y="148869"/>
                  <a:pt x="3408383" y="148637"/>
                  <a:pt x="3408767" y="148637"/>
                </a:cubicBezTo>
                <a:close/>
                <a:moveTo>
                  <a:pt x="4048812" y="148100"/>
                </a:moveTo>
                <a:lnTo>
                  <a:pt x="4065413" y="148100"/>
                </a:lnTo>
                <a:cubicBezTo>
                  <a:pt x="4065796" y="148100"/>
                  <a:pt x="4066411" y="148715"/>
                  <a:pt x="4066411" y="148715"/>
                </a:cubicBezTo>
                <a:lnTo>
                  <a:pt x="4074711" y="163087"/>
                </a:lnTo>
                <a:cubicBezTo>
                  <a:pt x="4074943" y="163395"/>
                  <a:pt x="4074711" y="164239"/>
                  <a:pt x="4074711" y="164239"/>
                </a:cubicBezTo>
                <a:lnTo>
                  <a:pt x="4066411" y="178611"/>
                </a:lnTo>
                <a:cubicBezTo>
                  <a:pt x="4066181" y="178995"/>
                  <a:pt x="4065796" y="179226"/>
                  <a:pt x="4065413" y="179226"/>
                </a:cubicBezTo>
                <a:lnTo>
                  <a:pt x="4048812" y="179226"/>
                </a:lnTo>
                <a:cubicBezTo>
                  <a:pt x="4048428" y="179226"/>
                  <a:pt x="4047813" y="178611"/>
                  <a:pt x="4047813" y="178611"/>
                </a:cubicBezTo>
                <a:lnTo>
                  <a:pt x="4039513" y="164239"/>
                </a:lnTo>
                <a:cubicBezTo>
                  <a:pt x="4039284" y="163932"/>
                  <a:pt x="4039513" y="163087"/>
                  <a:pt x="4039513" y="163087"/>
                </a:cubicBezTo>
                <a:lnTo>
                  <a:pt x="4047813" y="148715"/>
                </a:lnTo>
                <a:cubicBezTo>
                  <a:pt x="4048043" y="148330"/>
                  <a:pt x="4048428" y="148100"/>
                  <a:pt x="4048812" y="148100"/>
                </a:cubicBezTo>
                <a:close/>
                <a:moveTo>
                  <a:pt x="4413180" y="145026"/>
                </a:moveTo>
                <a:lnTo>
                  <a:pt x="4433008" y="145026"/>
                </a:lnTo>
                <a:cubicBezTo>
                  <a:pt x="4433546" y="145026"/>
                  <a:pt x="4434007" y="145256"/>
                  <a:pt x="4434238" y="145717"/>
                </a:cubicBezTo>
                <a:lnTo>
                  <a:pt x="4444153" y="162933"/>
                </a:lnTo>
                <a:cubicBezTo>
                  <a:pt x="4444382" y="163317"/>
                  <a:pt x="4444382" y="163856"/>
                  <a:pt x="4444153" y="164317"/>
                </a:cubicBezTo>
                <a:lnTo>
                  <a:pt x="4434238" y="181533"/>
                </a:lnTo>
                <a:cubicBezTo>
                  <a:pt x="4433931" y="181917"/>
                  <a:pt x="4433470" y="182224"/>
                  <a:pt x="4433008" y="182224"/>
                </a:cubicBezTo>
                <a:lnTo>
                  <a:pt x="4413180" y="182224"/>
                </a:lnTo>
                <a:cubicBezTo>
                  <a:pt x="4412641" y="182224"/>
                  <a:pt x="4412181" y="181993"/>
                  <a:pt x="4411950" y="181533"/>
                </a:cubicBezTo>
                <a:lnTo>
                  <a:pt x="4402036" y="164317"/>
                </a:lnTo>
                <a:cubicBezTo>
                  <a:pt x="4401806" y="163932"/>
                  <a:pt x="4401806" y="163395"/>
                  <a:pt x="4402036" y="162933"/>
                </a:cubicBezTo>
                <a:lnTo>
                  <a:pt x="4411950" y="145717"/>
                </a:lnTo>
                <a:cubicBezTo>
                  <a:pt x="4412258" y="145334"/>
                  <a:pt x="4412719" y="145026"/>
                  <a:pt x="4413180" y="145026"/>
                </a:cubicBezTo>
                <a:close/>
                <a:moveTo>
                  <a:pt x="5601661" y="143565"/>
                </a:moveTo>
                <a:lnTo>
                  <a:pt x="5623025" y="143565"/>
                </a:lnTo>
                <a:cubicBezTo>
                  <a:pt x="5623564" y="143565"/>
                  <a:pt x="5624026" y="143872"/>
                  <a:pt x="5624331" y="144333"/>
                </a:cubicBezTo>
                <a:lnTo>
                  <a:pt x="5635014" y="162855"/>
                </a:lnTo>
                <a:cubicBezTo>
                  <a:pt x="5635322" y="163317"/>
                  <a:pt x="5635322" y="163932"/>
                  <a:pt x="5635014" y="164391"/>
                </a:cubicBezTo>
                <a:lnTo>
                  <a:pt x="5624331" y="182913"/>
                </a:lnTo>
                <a:cubicBezTo>
                  <a:pt x="5624026" y="183375"/>
                  <a:pt x="5623564" y="183682"/>
                  <a:pt x="5623025" y="183682"/>
                </a:cubicBezTo>
                <a:lnTo>
                  <a:pt x="5601661" y="183682"/>
                </a:lnTo>
                <a:cubicBezTo>
                  <a:pt x="5601122" y="183682"/>
                  <a:pt x="5600661" y="183375"/>
                  <a:pt x="5600353" y="182913"/>
                </a:cubicBezTo>
                <a:lnTo>
                  <a:pt x="5589670" y="164391"/>
                </a:lnTo>
                <a:cubicBezTo>
                  <a:pt x="5589364" y="163932"/>
                  <a:pt x="5589364" y="163317"/>
                  <a:pt x="5589670" y="162855"/>
                </a:cubicBezTo>
                <a:lnTo>
                  <a:pt x="5600353" y="144333"/>
                </a:lnTo>
                <a:cubicBezTo>
                  <a:pt x="5600661" y="143872"/>
                  <a:pt x="5601122" y="143565"/>
                  <a:pt x="5601661" y="143565"/>
                </a:cubicBezTo>
                <a:close/>
                <a:moveTo>
                  <a:pt x="5692807" y="143027"/>
                </a:moveTo>
                <a:lnTo>
                  <a:pt x="5714788" y="143027"/>
                </a:lnTo>
                <a:cubicBezTo>
                  <a:pt x="5715327" y="143027"/>
                  <a:pt x="5715787" y="143335"/>
                  <a:pt x="5716094" y="143796"/>
                </a:cubicBezTo>
                <a:lnTo>
                  <a:pt x="5727086" y="162779"/>
                </a:lnTo>
                <a:cubicBezTo>
                  <a:pt x="5727393" y="163241"/>
                  <a:pt x="5727393" y="163854"/>
                  <a:pt x="5727086" y="164315"/>
                </a:cubicBezTo>
                <a:lnTo>
                  <a:pt x="5716094" y="183299"/>
                </a:lnTo>
                <a:cubicBezTo>
                  <a:pt x="5715865" y="183760"/>
                  <a:pt x="5715327" y="184068"/>
                  <a:pt x="5714788" y="184068"/>
                </a:cubicBezTo>
                <a:lnTo>
                  <a:pt x="5692807" y="184068"/>
                </a:lnTo>
                <a:cubicBezTo>
                  <a:pt x="5692270" y="184068"/>
                  <a:pt x="5691809" y="183760"/>
                  <a:pt x="5691501" y="183299"/>
                </a:cubicBezTo>
                <a:lnTo>
                  <a:pt x="5680513" y="164315"/>
                </a:lnTo>
                <a:cubicBezTo>
                  <a:pt x="5680203" y="163854"/>
                  <a:pt x="5680203" y="163241"/>
                  <a:pt x="5680513" y="162779"/>
                </a:cubicBezTo>
                <a:lnTo>
                  <a:pt x="5691501" y="143796"/>
                </a:lnTo>
                <a:cubicBezTo>
                  <a:pt x="5691733" y="143335"/>
                  <a:pt x="5692270" y="143027"/>
                  <a:pt x="5692807" y="143027"/>
                </a:cubicBezTo>
                <a:close/>
                <a:moveTo>
                  <a:pt x="3954512" y="142720"/>
                </a:moveTo>
                <a:lnTo>
                  <a:pt x="3976801" y="142720"/>
                </a:lnTo>
                <a:cubicBezTo>
                  <a:pt x="3977414" y="142720"/>
                  <a:pt x="3977875" y="143027"/>
                  <a:pt x="3978184" y="143489"/>
                </a:cubicBezTo>
                <a:lnTo>
                  <a:pt x="3989327" y="162779"/>
                </a:lnTo>
                <a:cubicBezTo>
                  <a:pt x="3989635" y="163241"/>
                  <a:pt x="3989635" y="163854"/>
                  <a:pt x="3989327" y="164315"/>
                </a:cubicBezTo>
                <a:lnTo>
                  <a:pt x="3978184" y="183606"/>
                </a:lnTo>
                <a:cubicBezTo>
                  <a:pt x="3977875" y="184068"/>
                  <a:pt x="3977338" y="184375"/>
                  <a:pt x="3976801" y="184375"/>
                </a:cubicBezTo>
                <a:lnTo>
                  <a:pt x="3954512" y="184375"/>
                </a:lnTo>
                <a:cubicBezTo>
                  <a:pt x="3953897" y="184375"/>
                  <a:pt x="3953436" y="184068"/>
                  <a:pt x="3953129" y="183606"/>
                </a:cubicBezTo>
                <a:lnTo>
                  <a:pt x="3941984" y="164315"/>
                </a:lnTo>
                <a:cubicBezTo>
                  <a:pt x="3941679" y="163854"/>
                  <a:pt x="3941679" y="163241"/>
                  <a:pt x="3941984" y="162779"/>
                </a:cubicBezTo>
                <a:lnTo>
                  <a:pt x="3953129" y="143489"/>
                </a:lnTo>
                <a:cubicBezTo>
                  <a:pt x="3953436" y="143027"/>
                  <a:pt x="3953973" y="142720"/>
                  <a:pt x="3954512" y="142720"/>
                </a:cubicBezTo>
                <a:close/>
                <a:moveTo>
                  <a:pt x="5783957" y="142336"/>
                </a:moveTo>
                <a:lnTo>
                  <a:pt x="5806629" y="142336"/>
                </a:lnTo>
                <a:cubicBezTo>
                  <a:pt x="5807168" y="142336"/>
                  <a:pt x="5807706" y="142644"/>
                  <a:pt x="5808013" y="143105"/>
                </a:cubicBezTo>
                <a:lnTo>
                  <a:pt x="5819388" y="162779"/>
                </a:lnTo>
                <a:cubicBezTo>
                  <a:pt x="5819695" y="163317"/>
                  <a:pt x="5819695" y="163932"/>
                  <a:pt x="5819388" y="164393"/>
                </a:cubicBezTo>
                <a:lnTo>
                  <a:pt x="5808013" y="184068"/>
                </a:lnTo>
                <a:cubicBezTo>
                  <a:pt x="5807706" y="184529"/>
                  <a:pt x="5807168" y="184837"/>
                  <a:pt x="5806629" y="184837"/>
                </a:cubicBezTo>
                <a:lnTo>
                  <a:pt x="5783957" y="184837"/>
                </a:lnTo>
                <a:cubicBezTo>
                  <a:pt x="5783420" y="184837"/>
                  <a:pt x="5782881" y="184529"/>
                  <a:pt x="5782575" y="184068"/>
                </a:cubicBezTo>
                <a:lnTo>
                  <a:pt x="5771201" y="164393"/>
                </a:lnTo>
                <a:cubicBezTo>
                  <a:pt x="5770892" y="163856"/>
                  <a:pt x="5770892" y="163241"/>
                  <a:pt x="5771201" y="162779"/>
                </a:cubicBezTo>
                <a:lnTo>
                  <a:pt x="5782575" y="143105"/>
                </a:lnTo>
                <a:cubicBezTo>
                  <a:pt x="5782881" y="142644"/>
                  <a:pt x="5783420" y="142336"/>
                  <a:pt x="5783957" y="142336"/>
                </a:cubicBezTo>
                <a:close/>
                <a:moveTo>
                  <a:pt x="2216139" y="142182"/>
                </a:moveTo>
                <a:lnTo>
                  <a:pt x="2238965" y="142182"/>
                </a:lnTo>
                <a:cubicBezTo>
                  <a:pt x="2239503" y="142182"/>
                  <a:pt x="2240040" y="142566"/>
                  <a:pt x="2240347" y="143027"/>
                </a:cubicBezTo>
                <a:lnTo>
                  <a:pt x="2251799" y="162855"/>
                </a:lnTo>
                <a:cubicBezTo>
                  <a:pt x="2252107" y="163317"/>
                  <a:pt x="2252107" y="164010"/>
                  <a:pt x="2251799" y="164471"/>
                </a:cubicBezTo>
                <a:lnTo>
                  <a:pt x="2240347" y="184299"/>
                </a:lnTo>
                <a:cubicBezTo>
                  <a:pt x="2240040" y="184837"/>
                  <a:pt x="2239503" y="185144"/>
                  <a:pt x="2238965" y="185144"/>
                </a:cubicBezTo>
                <a:lnTo>
                  <a:pt x="2216139" y="185144"/>
                </a:lnTo>
                <a:cubicBezTo>
                  <a:pt x="2215600" y="185144"/>
                  <a:pt x="2215063" y="184761"/>
                  <a:pt x="2214755" y="184299"/>
                </a:cubicBezTo>
                <a:lnTo>
                  <a:pt x="2203303" y="164471"/>
                </a:lnTo>
                <a:cubicBezTo>
                  <a:pt x="2202998" y="164010"/>
                  <a:pt x="2202998" y="163317"/>
                  <a:pt x="2203303" y="162855"/>
                </a:cubicBezTo>
                <a:lnTo>
                  <a:pt x="2214755" y="143027"/>
                </a:lnTo>
                <a:cubicBezTo>
                  <a:pt x="2215063" y="142490"/>
                  <a:pt x="2215600" y="142182"/>
                  <a:pt x="2216139" y="142182"/>
                </a:cubicBezTo>
                <a:close/>
                <a:moveTo>
                  <a:pt x="3496689" y="141951"/>
                </a:moveTo>
                <a:lnTo>
                  <a:pt x="3519822" y="141951"/>
                </a:lnTo>
                <a:cubicBezTo>
                  <a:pt x="3520360" y="141951"/>
                  <a:pt x="3520897" y="142258"/>
                  <a:pt x="3521205" y="142796"/>
                </a:cubicBezTo>
                <a:lnTo>
                  <a:pt x="3532732" y="162855"/>
                </a:lnTo>
                <a:cubicBezTo>
                  <a:pt x="3533042" y="163317"/>
                  <a:pt x="3533042" y="163932"/>
                  <a:pt x="3532732" y="164469"/>
                </a:cubicBezTo>
                <a:lnTo>
                  <a:pt x="3521129" y="184529"/>
                </a:lnTo>
                <a:cubicBezTo>
                  <a:pt x="3520897" y="185066"/>
                  <a:pt x="3520282" y="185374"/>
                  <a:pt x="3519745" y="185374"/>
                </a:cubicBezTo>
                <a:lnTo>
                  <a:pt x="3496611" y="185374"/>
                </a:lnTo>
                <a:cubicBezTo>
                  <a:pt x="3496074" y="185374"/>
                  <a:pt x="3495537" y="185066"/>
                  <a:pt x="3495229" y="184529"/>
                </a:cubicBezTo>
                <a:lnTo>
                  <a:pt x="3483699" y="164469"/>
                </a:lnTo>
                <a:cubicBezTo>
                  <a:pt x="3483394" y="164008"/>
                  <a:pt x="3483394" y="163393"/>
                  <a:pt x="3483699" y="162855"/>
                </a:cubicBezTo>
                <a:lnTo>
                  <a:pt x="3495305" y="142796"/>
                </a:lnTo>
                <a:cubicBezTo>
                  <a:pt x="3495537" y="142258"/>
                  <a:pt x="3496150" y="141951"/>
                  <a:pt x="3496689" y="141951"/>
                </a:cubicBezTo>
                <a:close/>
                <a:moveTo>
                  <a:pt x="5508973" y="141336"/>
                </a:moveTo>
                <a:lnTo>
                  <a:pt x="5532722" y="141336"/>
                </a:lnTo>
                <a:cubicBezTo>
                  <a:pt x="5533337" y="141336"/>
                  <a:pt x="5533874" y="141643"/>
                  <a:pt x="5534182" y="142181"/>
                </a:cubicBezTo>
                <a:lnTo>
                  <a:pt x="5546017" y="162778"/>
                </a:lnTo>
                <a:cubicBezTo>
                  <a:pt x="5546325" y="163317"/>
                  <a:pt x="5546325" y="163930"/>
                  <a:pt x="5546017" y="164469"/>
                </a:cubicBezTo>
                <a:lnTo>
                  <a:pt x="5534104" y="185066"/>
                </a:lnTo>
                <a:cubicBezTo>
                  <a:pt x="5533799" y="185603"/>
                  <a:pt x="5533259" y="185911"/>
                  <a:pt x="5532644" y="185911"/>
                </a:cubicBezTo>
                <a:lnTo>
                  <a:pt x="5508897" y="185911"/>
                </a:lnTo>
                <a:cubicBezTo>
                  <a:pt x="5508282" y="185911"/>
                  <a:pt x="5507745" y="185603"/>
                  <a:pt x="5507435" y="185066"/>
                </a:cubicBezTo>
                <a:lnTo>
                  <a:pt x="5495600" y="164469"/>
                </a:lnTo>
                <a:cubicBezTo>
                  <a:pt x="5495294" y="163930"/>
                  <a:pt x="5495294" y="163317"/>
                  <a:pt x="5495600" y="162778"/>
                </a:cubicBezTo>
                <a:lnTo>
                  <a:pt x="5507513" y="142181"/>
                </a:lnTo>
                <a:cubicBezTo>
                  <a:pt x="5507821" y="141643"/>
                  <a:pt x="5508359" y="141336"/>
                  <a:pt x="5508973" y="141336"/>
                </a:cubicBezTo>
                <a:close/>
                <a:moveTo>
                  <a:pt x="4593326" y="139800"/>
                </a:moveTo>
                <a:lnTo>
                  <a:pt x="4618688" y="139800"/>
                </a:lnTo>
                <a:cubicBezTo>
                  <a:pt x="4619303" y="139800"/>
                  <a:pt x="4619918" y="140183"/>
                  <a:pt x="4620225" y="140722"/>
                </a:cubicBezTo>
                <a:lnTo>
                  <a:pt x="4632906" y="162702"/>
                </a:lnTo>
                <a:cubicBezTo>
                  <a:pt x="4633213" y="163241"/>
                  <a:pt x="4633213" y="163932"/>
                  <a:pt x="4632906" y="164471"/>
                </a:cubicBezTo>
                <a:lnTo>
                  <a:pt x="4620225" y="186450"/>
                </a:lnTo>
                <a:cubicBezTo>
                  <a:pt x="4619918" y="186989"/>
                  <a:pt x="4619303" y="187373"/>
                  <a:pt x="4618688" y="187373"/>
                </a:cubicBezTo>
                <a:lnTo>
                  <a:pt x="4593326" y="187373"/>
                </a:lnTo>
                <a:cubicBezTo>
                  <a:pt x="4592712" y="187373"/>
                  <a:pt x="4592097" y="186989"/>
                  <a:pt x="4591789" y="186450"/>
                </a:cubicBezTo>
                <a:lnTo>
                  <a:pt x="4579110" y="164471"/>
                </a:lnTo>
                <a:cubicBezTo>
                  <a:pt x="4578800" y="163932"/>
                  <a:pt x="4578800" y="163241"/>
                  <a:pt x="4579110" y="162702"/>
                </a:cubicBezTo>
                <a:lnTo>
                  <a:pt x="4591789" y="140722"/>
                </a:lnTo>
                <a:cubicBezTo>
                  <a:pt x="4592097" y="140183"/>
                  <a:pt x="4592712" y="139800"/>
                  <a:pt x="4593326" y="139800"/>
                </a:cubicBezTo>
                <a:close/>
                <a:moveTo>
                  <a:pt x="3678142" y="139107"/>
                </a:moveTo>
                <a:lnTo>
                  <a:pt x="3704273" y="139107"/>
                </a:lnTo>
                <a:cubicBezTo>
                  <a:pt x="3704964" y="139107"/>
                  <a:pt x="3705580" y="139490"/>
                  <a:pt x="3705888" y="140029"/>
                </a:cubicBezTo>
                <a:lnTo>
                  <a:pt x="3718953" y="162702"/>
                </a:lnTo>
                <a:cubicBezTo>
                  <a:pt x="3719260" y="163239"/>
                  <a:pt x="3719260" y="164008"/>
                  <a:pt x="3718953" y="164545"/>
                </a:cubicBezTo>
                <a:lnTo>
                  <a:pt x="3705888" y="187217"/>
                </a:lnTo>
                <a:cubicBezTo>
                  <a:pt x="3705504" y="187756"/>
                  <a:pt x="3704889" y="188140"/>
                  <a:pt x="3704273" y="188140"/>
                </a:cubicBezTo>
                <a:lnTo>
                  <a:pt x="3678142" y="188140"/>
                </a:lnTo>
                <a:cubicBezTo>
                  <a:pt x="3677451" y="188140"/>
                  <a:pt x="3676836" y="187756"/>
                  <a:pt x="3676528" y="187217"/>
                </a:cubicBezTo>
                <a:lnTo>
                  <a:pt x="3663463" y="164545"/>
                </a:lnTo>
                <a:cubicBezTo>
                  <a:pt x="3663157" y="164008"/>
                  <a:pt x="3663157" y="163239"/>
                  <a:pt x="3663463" y="162702"/>
                </a:cubicBezTo>
                <a:lnTo>
                  <a:pt x="3676528" y="140029"/>
                </a:lnTo>
                <a:cubicBezTo>
                  <a:pt x="3676914" y="139490"/>
                  <a:pt x="3677530" y="139107"/>
                  <a:pt x="3678142" y="139107"/>
                </a:cubicBezTo>
                <a:close/>
                <a:moveTo>
                  <a:pt x="5049844" y="138108"/>
                </a:moveTo>
                <a:lnTo>
                  <a:pt x="5077050" y="138108"/>
                </a:lnTo>
                <a:cubicBezTo>
                  <a:pt x="5077741" y="138108"/>
                  <a:pt x="5078356" y="138492"/>
                  <a:pt x="5078741" y="139107"/>
                </a:cubicBezTo>
                <a:lnTo>
                  <a:pt x="5092344" y="162626"/>
                </a:lnTo>
                <a:cubicBezTo>
                  <a:pt x="5092728" y="163239"/>
                  <a:pt x="5092728" y="163932"/>
                  <a:pt x="5092344" y="164547"/>
                </a:cubicBezTo>
                <a:lnTo>
                  <a:pt x="5078741" y="188064"/>
                </a:lnTo>
                <a:cubicBezTo>
                  <a:pt x="5078356" y="188679"/>
                  <a:pt x="5077741" y="189063"/>
                  <a:pt x="5077050" y="189063"/>
                </a:cubicBezTo>
                <a:lnTo>
                  <a:pt x="5049844" y="189063"/>
                </a:lnTo>
                <a:cubicBezTo>
                  <a:pt x="5049152" y="189063"/>
                  <a:pt x="5048538" y="188679"/>
                  <a:pt x="5048152" y="188064"/>
                </a:cubicBezTo>
                <a:lnTo>
                  <a:pt x="5034549" y="164547"/>
                </a:lnTo>
                <a:cubicBezTo>
                  <a:pt x="5034164" y="163932"/>
                  <a:pt x="5034164" y="163239"/>
                  <a:pt x="5034549" y="162626"/>
                </a:cubicBezTo>
                <a:lnTo>
                  <a:pt x="5048152" y="139107"/>
                </a:lnTo>
                <a:cubicBezTo>
                  <a:pt x="5048538" y="138492"/>
                  <a:pt x="5049152" y="138108"/>
                  <a:pt x="5049844" y="138108"/>
                </a:cubicBezTo>
                <a:close/>
                <a:moveTo>
                  <a:pt x="3860518" y="138032"/>
                </a:moveTo>
                <a:lnTo>
                  <a:pt x="3887878" y="138032"/>
                </a:lnTo>
                <a:cubicBezTo>
                  <a:pt x="3888571" y="138032"/>
                  <a:pt x="3889185" y="138416"/>
                  <a:pt x="3889570" y="139031"/>
                </a:cubicBezTo>
                <a:lnTo>
                  <a:pt x="3903250" y="162702"/>
                </a:lnTo>
                <a:cubicBezTo>
                  <a:pt x="3903634" y="163317"/>
                  <a:pt x="3903634" y="164010"/>
                  <a:pt x="3903250" y="164623"/>
                </a:cubicBezTo>
                <a:lnTo>
                  <a:pt x="3889570" y="188296"/>
                </a:lnTo>
                <a:cubicBezTo>
                  <a:pt x="3889185" y="188911"/>
                  <a:pt x="3888571" y="189294"/>
                  <a:pt x="3887878" y="189294"/>
                </a:cubicBezTo>
                <a:lnTo>
                  <a:pt x="3860518" y="189294"/>
                </a:lnTo>
                <a:cubicBezTo>
                  <a:pt x="3859827" y="189294"/>
                  <a:pt x="3859212" y="188911"/>
                  <a:pt x="3858827" y="188296"/>
                </a:cubicBezTo>
                <a:lnTo>
                  <a:pt x="3845148" y="164623"/>
                </a:lnTo>
                <a:cubicBezTo>
                  <a:pt x="3844763" y="164010"/>
                  <a:pt x="3844763" y="163317"/>
                  <a:pt x="3845148" y="162702"/>
                </a:cubicBezTo>
                <a:lnTo>
                  <a:pt x="3858827" y="139031"/>
                </a:lnTo>
                <a:cubicBezTo>
                  <a:pt x="3859212" y="138416"/>
                  <a:pt x="3859827" y="138032"/>
                  <a:pt x="3860518" y="138032"/>
                </a:cubicBezTo>
                <a:close/>
                <a:moveTo>
                  <a:pt x="4775242" y="137725"/>
                </a:moveTo>
                <a:lnTo>
                  <a:pt x="4802833" y="137725"/>
                </a:lnTo>
                <a:cubicBezTo>
                  <a:pt x="4803524" y="137725"/>
                  <a:pt x="4804140" y="138108"/>
                  <a:pt x="4804523" y="138723"/>
                </a:cubicBezTo>
                <a:lnTo>
                  <a:pt x="4818357" y="162626"/>
                </a:lnTo>
                <a:cubicBezTo>
                  <a:pt x="4818741" y="163163"/>
                  <a:pt x="4818741" y="163932"/>
                  <a:pt x="4818357" y="164547"/>
                </a:cubicBezTo>
                <a:lnTo>
                  <a:pt x="4804523" y="188449"/>
                </a:lnTo>
                <a:cubicBezTo>
                  <a:pt x="4804140" y="189063"/>
                  <a:pt x="4803524" y="189448"/>
                  <a:pt x="4802833" y="189448"/>
                </a:cubicBezTo>
                <a:lnTo>
                  <a:pt x="4775242" y="189448"/>
                </a:lnTo>
                <a:cubicBezTo>
                  <a:pt x="4774551" y="189448"/>
                  <a:pt x="4773935" y="189063"/>
                  <a:pt x="4773550" y="188449"/>
                </a:cubicBezTo>
                <a:lnTo>
                  <a:pt x="4759718" y="164547"/>
                </a:lnTo>
                <a:cubicBezTo>
                  <a:pt x="4759333" y="164010"/>
                  <a:pt x="4759333" y="163241"/>
                  <a:pt x="4759718" y="162626"/>
                </a:cubicBezTo>
                <a:lnTo>
                  <a:pt x="4773550" y="138723"/>
                </a:lnTo>
                <a:cubicBezTo>
                  <a:pt x="4773935" y="138108"/>
                  <a:pt x="4774551" y="137725"/>
                  <a:pt x="4775242" y="137725"/>
                </a:cubicBezTo>
                <a:close/>
                <a:moveTo>
                  <a:pt x="4957618" y="136724"/>
                </a:moveTo>
                <a:lnTo>
                  <a:pt x="4986283" y="136724"/>
                </a:lnTo>
                <a:cubicBezTo>
                  <a:pt x="4987052" y="136724"/>
                  <a:pt x="4987667" y="137108"/>
                  <a:pt x="4988051" y="137723"/>
                </a:cubicBezTo>
                <a:lnTo>
                  <a:pt x="5002347" y="162548"/>
                </a:lnTo>
                <a:cubicBezTo>
                  <a:pt x="5002730" y="163163"/>
                  <a:pt x="5002730" y="163930"/>
                  <a:pt x="5002347" y="164545"/>
                </a:cubicBezTo>
                <a:lnTo>
                  <a:pt x="4987975" y="189370"/>
                </a:lnTo>
                <a:cubicBezTo>
                  <a:pt x="4987591" y="189983"/>
                  <a:pt x="4986898" y="190369"/>
                  <a:pt x="4986207" y="190369"/>
                </a:cubicBezTo>
                <a:lnTo>
                  <a:pt x="4957540" y="190369"/>
                </a:lnTo>
                <a:cubicBezTo>
                  <a:pt x="4956773" y="190369"/>
                  <a:pt x="4956158" y="189983"/>
                  <a:pt x="4955772" y="189370"/>
                </a:cubicBezTo>
                <a:lnTo>
                  <a:pt x="4941478" y="164545"/>
                </a:lnTo>
                <a:cubicBezTo>
                  <a:pt x="4941093" y="163930"/>
                  <a:pt x="4941093" y="163163"/>
                  <a:pt x="4941478" y="162548"/>
                </a:cubicBezTo>
                <a:lnTo>
                  <a:pt x="4955850" y="137723"/>
                </a:lnTo>
                <a:cubicBezTo>
                  <a:pt x="4956234" y="137108"/>
                  <a:pt x="4956926" y="136724"/>
                  <a:pt x="4957618" y="136724"/>
                </a:cubicBezTo>
                <a:close/>
                <a:moveTo>
                  <a:pt x="4316959" y="136187"/>
                </a:moveTo>
                <a:lnTo>
                  <a:pt x="4346240" y="136187"/>
                </a:lnTo>
                <a:cubicBezTo>
                  <a:pt x="4346931" y="136187"/>
                  <a:pt x="4347625" y="136570"/>
                  <a:pt x="4348008" y="137185"/>
                </a:cubicBezTo>
                <a:lnTo>
                  <a:pt x="4362611" y="162548"/>
                </a:lnTo>
                <a:cubicBezTo>
                  <a:pt x="4362995" y="163163"/>
                  <a:pt x="4362995" y="164008"/>
                  <a:pt x="4362611" y="164623"/>
                </a:cubicBezTo>
                <a:lnTo>
                  <a:pt x="4347932" y="189985"/>
                </a:lnTo>
                <a:cubicBezTo>
                  <a:pt x="4347546" y="190600"/>
                  <a:pt x="4346855" y="190984"/>
                  <a:pt x="4346164" y="190984"/>
                </a:cubicBezTo>
                <a:lnTo>
                  <a:pt x="4316881" y="190984"/>
                </a:lnTo>
                <a:cubicBezTo>
                  <a:pt x="4316190" y="190984"/>
                  <a:pt x="4315499" y="190600"/>
                  <a:pt x="4315114" y="189985"/>
                </a:cubicBezTo>
                <a:lnTo>
                  <a:pt x="4300512" y="164623"/>
                </a:lnTo>
                <a:cubicBezTo>
                  <a:pt x="4300127" y="164008"/>
                  <a:pt x="4300127" y="163163"/>
                  <a:pt x="4300512" y="162548"/>
                </a:cubicBezTo>
                <a:lnTo>
                  <a:pt x="4315192" y="137185"/>
                </a:lnTo>
                <a:cubicBezTo>
                  <a:pt x="4315575" y="136570"/>
                  <a:pt x="4316266" y="136187"/>
                  <a:pt x="4316959" y="136187"/>
                </a:cubicBezTo>
                <a:close/>
                <a:moveTo>
                  <a:pt x="4133890" y="136033"/>
                </a:moveTo>
                <a:lnTo>
                  <a:pt x="4163325" y="136033"/>
                </a:lnTo>
                <a:cubicBezTo>
                  <a:pt x="4164018" y="136033"/>
                  <a:pt x="4164710" y="136494"/>
                  <a:pt x="4165095" y="137109"/>
                </a:cubicBezTo>
                <a:lnTo>
                  <a:pt x="4179774" y="162624"/>
                </a:lnTo>
                <a:cubicBezTo>
                  <a:pt x="4180157" y="163239"/>
                  <a:pt x="4180157" y="164086"/>
                  <a:pt x="4179774" y="164701"/>
                </a:cubicBezTo>
                <a:lnTo>
                  <a:pt x="4165017" y="190215"/>
                </a:lnTo>
                <a:cubicBezTo>
                  <a:pt x="4164633" y="190908"/>
                  <a:pt x="4164018" y="191291"/>
                  <a:pt x="4163249" y="191291"/>
                </a:cubicBezTo>
                <a:lnTo>
                  <a:pt x="4133814" y="191291"/>
                </a:lnTo>
                <a:cubicBezTo>
                  <a:pt x="4133121" y="191291"/>
                  <a:pt x="4132430" y="190830"/>
                  <a:pt x="4132047" y="190215"/>
                </a:cubicBezTo>
                <a:lnTo>
                  <a:pt x="4117367" y="164701"/>
                </a:lnTo>
                <a:cubicBezTo>
                  <a:pt x="4116982" y="164086"/>
                  <a:pt x="4116982" y="163239"/>
                  <a:pt x="4117367" y="162624"/>
                </a:cubicBezTo>
                <a:lnTo>
                  <a:pt x="4132123" y="137109"/>
                </a:lnTo>
                <a:cubicBezTo>
                  <a:pt x="4132508" y="136417"/>
                  <a:pt x="4133121" y="136033"/>
                  <a:pt x="4133890" y="136033"/>
                </a:cubicBezTo>
                <a:close/>
                <a:moveTo>
                  <a:pt x="5322831" y="135496"/>
                </a:moveTo>
                <a:lnTo>
                  <a:pt x="5352880" y="135496"/>
                </a:lnTo>
                <a:cubicBezTo>
                  <a:pt x="5353649" y="135496"/>
                  <a:pt x="5354340" y="135957"/>
                  <a:pt x="5354726" y="136572"/>
                </a:cubicBezTo>
                <a:lnTo>
                  <a:pt x="5369713" y="162548"/>
                </a:lnTo>
                <a:cubicBezTo>
                  <a:pt x="5370096" y="163241"/>
                  <a:pt x="5370096" y="164086"/>
                  <a:pt x="5369713" y="164701"/>
                </a:cubicBezTo>
                <a:lnTo>
                  <a:pt x="5354726" y="190678"/>
                </a:lnTo>
                <a:cubicBezTo>
                  <a:pt x="5354340" y="191369"/>
                  <a:pt x="5353649" y="191753"/>
                  <a:pt x="5352880" y="191753"/>
                </a:cubicBezTo>
                <a:lnTo>
                  <a:pt x="5322831" y="191753"/>
                </a:lnTo>
                <a:cubicBezTo>
                  <a:pt x="5322062" y="191753"/>
                  <a:pt x="5321371" y="191291"/>
                  <a:pt x="5320987" y="190678"/>
                </a:cubicBezTo>
                <a:lnTo>
                  <a:pt x="5306000" y="164701"/>
                </a:lnTo>
                <a:cubicBezTo>
                  <a:pt x="5305615" y="164010"/>
                  <a:pt x="5305615" y="163163"/>
                  <a:pt x="5306000" y="162548"/>
                </a:cubicBezTo>
                <a:lnTo>
                  <a:pt x="5320987" y="136572"/>
                </a:lnTo>
                <a:cubicBezTo>
                  <a:pt x="5321371" y="135879"/>
                  <a:pt x="5322062" y="135496"/>
                  <a:pt x="5322831" y="135496"/>
                </a:cubicBezTo>
                <a:close/>
                <a:moveTo>
                  <a:pt x="5413903" y="134651"/>
                </a:moveTo>
                <a:lnTo>
                  <a:pt x="5444800" y="134651"/>
                </a:lnTo>
                <a:cubicBezTo>
                  <a:pt x="5445568" y="134651"/>
                  <a:pt x="5446337" y="135034"/>
                  <a:pt x="5446721" y="135727"/>
                </a:cubicBezTo>
                <a:lnTo>
                  <a:pt x="5462169" y="162472"/>
                </a:lnTo>
                <a:cubicBezTo>
                  <a:pt x="5462552" y="163087"/>
                  <a:pt x="5462552" y="163932"/>
                  <a:pt x="5462169" y="164625"/>
                </a:cubicBezTo>
                <a:lnTo>
                  <a:pt x="5446721" y="191369"/>
                </a:lnTo>
                <a:cubicBezTo>
                  <a:pt x="5446259" y="192060"/>
                  <a:pt x="5445568" y="192446"/>
                  <a:pt x="5444800" y="192446"/>
                </a:cubicBezTo>
                <a:lnTo>
                  <a:pt x="5413903" y="192446"/>
                </a:lnTo>
                <a:cubicBezTo>
                  <a:pt x="5413136" y="192446"/>
                  <a:pt x="5412367" y="192060"/>
                  <a:pt x="5411981" y="191369"/>
                </a:cubicBezTo>
                <a:lnTo>
                  <a:pt x="5396535" y="164625"/>
                </a:lnTo>
                <a:cubicBezTo>
                  <a:pt x="5396150" y="164010"/>
                  <a:pt x="5396150" y="163165"/>
                  <a:pt x="5396535" y="162472"/>
                </a:cubicBezTo>
                <a:lnTo>
                  <a:pt x="5411981" y="135727"/>
                </a:lnTo>
                <a:cubicBezTo>
                  <a:pt x="5412443" y="135034"/>
                  <a:pt x="5413136" y="134651"/>
                  <a:pt x="5413903" y="134651"/>
                </a:cubicBezTo>
                <a:close/>
                <a:moveTo>
                  <a:pt x="4224579" y="134495"/>
                </a:moveTo>
                <a:lnTo>
                  <a:pt x="4255627" y="134495"/>
                </a:lnTo>
                <a:cubicBezTo>
                  <a:pt x="4256397" y="134495"/>
                  <a:pt x="4257165" y="134879"/>
                  <a:pt x="4257549" y="135572"/>
                </a:cubicBezTo>
                <a:lnTo>
                  <a:pt x="4273075" y="162470"/>
                </a:lnTo>
                <a:cubicBezTo>
                  <a:pt x="4273458" y="163163"/>
                  <a:pt x="4273458" y="164008"/>
                  <a:pt x="4273075" y="164699"/>
                </a:cubicBezTo>
                <a:lnTo>
                  <a:pt x="4257549" y="191599"/>
                </a:lnTo>
                <a:cubicBezTo>
                  <a:pt x="4257089" y="192212"/>
                  <a:pt x="4256397" y="192674"/>
                  <a:pt x="4255627" y="192674"/>
                </a:cubicBezTo>
                <a:lnTo>
                  <a:pt x="4224579" y="192674"/>
                </a:lnTo>
                <a:cubicBezTo>
                  <a:pt x="4223810" y="192674"/>
                  <a:pt x="4223041" y="192290"/>
                  <a:pt x="4222658" y="191599"/>
                </a:cubicBezTo>
                <a:lnTo>
                  <a:pt x="4207133" y="164699"/>
                </a:lnTo>
                <a:cubicBezTo>
                  <a:pt x="4206748" y="164008"/>
                  <a:pt x="4206748" y="163163"/>
                  <a:pt x="4207133" y="162470"/>
                </a:cubicBezTo>
                <a:lnTo>
                  <a:pt x="4222658" y="135572"/>
                </a:lnTo>
                <a:cubicBezTo>
                  <a:pt x="4223119" y="134957"/>
                  <a:pt x="4223810" y="134495"/>
                  <a:pt x="4224579" y="134495"/>
                </a:cubicBezTo>
                <a:close/>
                <a:moveTo>
                  <a:pt x="5138993" y="133804"/>
                </a:moveTo>
                <a:lnTo>
                  <a:pt x="5170812" y="133804"/>
                </a:lnTo>
                <a:cubicBezTo>
                  <a:pt x="5171579" y="133804"/>
                  <a:pt x="5172348" y="134266"/>
                  <a:pt x="5172733" y="134957"/>
                </a:cubicBezTo>
                <a:lnTo>
                  <a:pt x="5188642" y="162548"/>
                </a:lnTo>
                <a:cubicBezTo>
                  <a:pt x="5189027" y="163239"/>
                  <a:pt x="5189027" y="164086"/>
                  <a:pt x="5188642" y="164777"/>
                </a:cubicBezTo>
                <a:lnTo>
                  <a:pt x="5172733" y="192368"/>
                </a:lnTo>
                <a:cubicBezTo>
                  <a:pt x="5172348" y="193059"/>
                  <a:pt x="5171579" y="193520"/>
                  <a:pt x="5170812" y="193520"/>
                </a:cubicBezTo>
                <a:lnTo>
                  <a:pt x="5138993" y="193520"/>
                </a:lnTo>
                <a:cubicBezTo>
                  <a:pt x="5138226" y="193520"/>
                  <a:pt x="5137457" y="193059"/>
                  <a:pt x="5137072" y="192368"/>
                </a:cubicBezTo>
                <a:lnTo>
                  <a:pt x="5121164" y="164777"/>
                </a:lnTo>
                <a:cubicBezTo>
                  <a:pt x="5120778" y="164086"/>
                  <a:pt x="5120778" y="163239"/>
                  <a:pt x="5121164" y="162548"/>
                </a:cubicBezTo>
                <a:lnTo>
                  <a:pt x="5137072" y="134957"/>
                </a:lnTo>
                <a:cubicBezTo>
                  <a:pt x="5137457" y="134266"/>
                  <a:pt x="5138226" y="133804"/>
                  <a:pt x="5138993" y="133804"/>
                </a:cubicBezTo>
                <a:close/>
                <a:moveTo>
                  <a:pt x="4498643" y="133804"/>
                </a:moveTo>
                <a:lnTo>
                  <a:pt x="4530461" y="133804"/>
                </a:lnTo>
                <a:cubicBezTo>
                  <a:pt x="4531228" y="133804"/>
                  <a:pt x="4531997" y="134266"/>
                  <a:pt x="4532383" y="134957"/>
                </a:cubicBezTo>
                <a:lnTo>
                  <a:pt x="4548290" y="162548"/>
                </a:lnTo>
                <a:cubicBezTo>
                  <a:pt x="4548676" y="163239"/>
                  <a:pt x="4548676" y="164086"/>
                  <a:pt x="4548290" y="164777"/>
                </a:cubicBezTo>
                <a:lnTo>
                  <a:pt x="4532383" y="192368"/>
                </a:lnTo>
                <a:cubicBezTo>
                  <a:pt x="4531997" y="193059"/>
                  <a:pt x="4531228" y="193520"/>
                  <a:pt x="4530461" y="193520"/>
                </a:cubicBezTo>
                <a:lnTo>
                  <a:pt x="4498643" y="193520"/>
                </a:lnTo>
                <a:cubicBezTo>
                  <a:pt x="4497876" y="193520"/>
                  <a:pt x="4497106" y="193059"/>
                  <a:pt x="4496721" y="192368"/>
                </a:cubicBezTo>
                <a:lnTo>
                  <a:pt x="4480813" y="164777"/>
                </a:lnTo>
                <a:cubicBezTo>
                  <a:pt x="4480428" y="164086"/>
                  <a:pt x="4480428" y="163239"/>
                  <a:pt x="4480813" y="162548"/>
                </a:cubicBezTo>
                <a:lnTo>
                  <a:pt x="4496721" y="134957"/>
                </a:lnTo>
                <a:cubicBezTo>
                  <a:pt x="4497106" y="134266"/>
                  <a:pt x="4497876" y="133804"/>
                  <a:pt x="4498643" y="133804"/>
                </a:cubicBezTo>
                <a:close/>
                <a:moveTo>
                  <a:pt x="4863855" y="132422"/>
                </a:moveTo>
                <a:lnTo>
                  <a:pt x="4897134" y="132422"/>
                </a:lnTo>
                <a:cubicBezTo>
                  <a:pt x="4897901" y="132422"/>
                  <a:pt x="4898671" y="132883"/>
                  <a:pt x="4899132" y="133574"/>
                </a:cubicBezTo>
                <a:lnTo>
                  <a:pt x="4915732" y="162396"/>
                </a:lnTo>
                <a:cubicBezTo>
                  <a:pt x="4916194" y="163165"/>
                  <a:pt x="4916194" y="164086"/>
                  <a:pt x="4915732" y="164779"/>
                </a:cubicBezTo>
                <a:lnTo>
                  <a:pt x="4899056" y="193598"/>
                </a:lnTo>
                <a:cubicBezTo>
                  <a:pt x="4898671" y="194289"/>
                  <a:pt x="4897901" y="194751"/>
                  <a:pt x="4897057" y="194751"/>
                </a:cubicBezTo>
                <a:lnTo>
                  <a:pt x="4863779" y="194751"/>
                </a:lnTo>
                <a:cubicBezTo>
                  <a:pt x="4863011" y="194751"/>
                  <a:pt x="4862241" y="194289"/>
                  <a:pt x="4861780" y="193598"/>
                </a:cubicBezTo>
                <a:lnTo>
                  <a:pt x="4845179" y="164779"/>
                </a:lnTo>
                <a:cubicBezTo>
                  <a:pt x="4844718" y="164010"/>
                  <a:pt x="4844718" y="163087"/>
                  <a:pt x="4845179" y="162396"/>
                </a:cubicBezTo>
                <a:lnTo>
                  <a:pt x="4861858" y="133574"/>
                </a:lnTo>
                <a:cubicBezTo>
                  <a:pt x="4862241" y="132883"/>
                  <a:pt x="4863011" y="132422"/>
                  <a:pt x="4863855" y="132422"/>
                </a:cubicBezTo>
                <a:close/>
                <a:moveTo>
                  <a:pt x="5229376" y="131729"/>
                </a:moveTo>
                <a:lnTo>
                  <a:pt x="5263422" y="131729"/>
                </a:lnTo>
                <a:cubicBezTo>
                  <a:pt x="5264267" y="131729"/>
                  <a:pt x="5265036" y="132190"/>
                  <a:pt x="5265497" y="132959"/>
                </a:cubicBezTo>
                <a:lnTo>
                  <a:pt x="5282481" y="162472"/>
                </a:lnTo>
                <a:cubicBezTo>
                  <a:pt x="5282945" y="163163"/>
                  <a:pt x="5282945" y="164086"/>
                  <a:pt x="5282481" y="164853"/>
                </a:cubicBezTo>
                <a:lnTo>
                  <a:pt x="5265421" y="194365"/>
                </a:lnTo>
                <a:cubicBezTo>
                  <a:pt x="5264960" y="195134"/>
                  <a:pt x="5264191" y="195595"/>
                  <a:pt x="5263347" y="195595"/>
                </a:cubicBezTo>
                <a:lnTo>
                  <a:pt x="5229298" y="195595"/>
                </a:lnTo>
                <a:cubicBezTo>
                  <a:pt x="5228453" y="195595"/>
                  <a:pt x="5227684" y="195134"/>
                  <a:pt x="5227225" y="194365"/>
                </a:cubicBezTo>
                <a:lnTo>
                  <a:pt x="5210239" y="164853"/>
                </a:lnTo>
                <a:cubicBezTo>
                  <a:pt x="5209777" y="164162"/>
                  <a:pt x="5209777" y="163239"/>
                  <a:pt x="5210239" y="162472"/>
                </a:cubicBezTo>
                <a:lnTo>
                  <a:pt x="5227301" y="132959"/>
                </a:lnTo>
                <a:cubicBezTo>
                  <a:pt x="5227762" y="132190"/>
                  <a:pt x="5228531" y="131729"/>
                  <a:pt x="5229376" y="131729"/>
                </a:cubicBezTo>
                <a:close/>
                <a:moveTo>
                  <a:pt x="4680249" y="131268"/>
                </a:moveTo>
                <a:lnTo>
                  <a:pt x="4714757" y="131268"/>
                </a:lnTo>
                <a:cubicBezTo>
                  <a:pt x="4715604" y="131268"/>
                  <a:pt x="4716372" y="131729"/>
                  <a:pt x="4716832" y="132498"/>
                </a:cubicBezTo>
                <a:lnTo>
                  <a:pt x="4734047" y="162394"/>
                </a:lnTo>
                <a:cubicBezTo>
                  <a:pt x="4734509" y="163163"/>
                  <a:pt x="4734509" y="164084"/>
                  <a:pt x="4734047" y="164853"/>
                </a:cubicBezTo>
                <a:lnTo>
                  <a:pt x="4716756" y="194749"/>
                </a:lnTo>
                <a:cubicBezTo>
                  <a:pt x="4716372" y="195518"/>
                  <a:pt x="4715526" y="195979"/>
                  <a:pt x="4714681" y="195979"/>
                </a:cubicBezTo>
                <a:lnTo>
                  <a:pt x="4680173" y="195979"/>
                </a:lnTo>
                <a:cubicBezTo>
                  <a:pt x="4679329" y="195979"/>
                  <a:pt x="4678559" y="195518"/>
                  <a:pt x="4678098" y="194749"/>
                </a:cubicBezTo>
                <a:lnTo>
                  <a:pt x="4660882" y="164853"/>
                </a:lnTo>
                <a:cubicBezTo>
                  <a:pt x="4660421" y="164084"/>
                  <a:pt x="4660421" y="163163"/>
                  <a:pt x="4660882" y="162394"/>
                </a:cubicBezTo>
                <a:lnTo>
                  <a:pt x="4678174" y="132498"/>
                </a:lnTo>
                <a:cubicBezTo>
                  <a:pt x="4678559" y="131729"/>
                  <a:pt x="4679404" y="131268"/>
                  <a:pt x="4680249" y="131268"/>
                </a:cubicBezTo>
                <a:close/>
                <a:moveTo>
                  <a:pt x="2407736" y="79161"/>
                </a:moveTo>
                <a:lnTo>
                  <a:pt x="2413271" y="79161"/>
                </a:lnTo>
                <a:cubicBezTo>
                  <a:pt x="2413347" y="79161"/>
                  <a:pt x="2413578" y="79391"/>
                  <a:pt x="2413578" y="79391"/>
                </a:cubicBezTo>
                <a:lnTo>
                  <a:pt x="2416344" y="84156"/>
                </a:lnTo>
                <a:cubicBezTo>
                  <a:pt x="2416344" y="84234"/>
                  <a:pt x="2416344" y="84541"/>
                  <a:pt x="2416344" y="84541"/>
                </a:cubicBezTo>
                <a:lnTo>
                  <a:pt x="2413578" y="89307"/>
                </a:lnTo>
                <a:cubicBezTo>
                  <a:pt x="2413500" y="89536"/>
                  <a:pt x="2413271" y="89536"/>
                  <a:pt x="2413271" y="89536"/>
                </a:cubicBezTo>
                <a:lnTo>
                  <a:pt x="2407736" y="89536"/>
                </a:lnTo>
                <a:cubicBezTo>
                  <a:pt x="2407660" y="89536"/>
                  <a:pt x="2407429" y="89307"/>
                  <a:pt x="2407429" y="89307"/>
                </a:cubicBezTo>
                <a:lnTo>
                  <a:pt x="2404662" y="84541"/>
                </a:lnTo>
                <a:cubicBezTo>
                  <a:pt x="2404662" y="84464"/>
                  <a:pt x="2404662" y="84156"/>
                  <a:pt x="2404662" y="84156"/>
                </a:cubicBezTo>
                <a:lnTo>
                  <a:pt x="2407429" y="79391"/>
                </a:lnTo>
                <a:cubicBezTo>
                  <a:pt x="2407506" y="79161"/>
                  <a:pt x="2407736" y="79161"/>
                  <a:pt x="2407736" y="79161"/>
                </a:cubicBezTo>
                <a:close/>
                <a:moveTo>
                  <a:pt x="5332823" y="74781"/>
                </a:moveTo>
                <a:lnTo>
                  <a:pt x="5342966" y="74781"/>
                </a:lnTo>
                <a:cubicBezTo>
                  <a:pt x="5343196" y="74781"/>
                  <a:pt x="5343582" y="75164"/>
                  <a:pt x="5343582" y="75164"/>
                </a:cubicBezTo>
                <a:lnTo>
                  <a:pt x="5348652" y="83926"/>
                </a:lnTo>
                <a:cubicBezTo>
                  <a:pt x="5348808" y="84158"/>
                  <a:pt x="5348652" y="84619"/>
                  <a:pt x="5348652" y="84619"/>
                </a:cubicBezTo>
                <a:lnTo>
                  <a:pt x="5343582" y="93381"/>
                </a:lnTo>
                <a:cubicBezTo>
                  <a:pt x="5343428" y="93611"/>
                  <a:pt x="5342966" y="93764"/>
                  <a:pt x="5342966" y="93764"/>
                </a:cubicBezTo>
                <a:lnTo>
                  <a:pt x="5332823" y="93764"/>
                </a:lnTo>
                <a:cubicBezTo>
                  <a:pt x="5332591" y="93764"/>
                  <a:pt x="5332206" y="93381"/>
                  <a:pt x="5332206" y="93381"/>
                </a:cubicBezTo>
                <a:lnTo>
                  <a:pt x="5327135" y="84619"/>
                </a:lnTo>
                <a:cubicBezTo>
                  <a:pt x="5326981" y="84388"/>
                  <a:pt x="5327135" y="83926"/>
                  <a:pt x="5327135" y="83926"/>
                </a:cubicBezTo>
                <a:lnTo>
                  <a:pt x="5332206" y="75164"/>
                </a:lnTo>
                <a:cubicBezTo>
                  <a:pt x="5332359" y="74935"/>
                  <a:pt x="5332823" y="74781"/>
                  <a:pt x="5332823" y="74781"/>
                </a:cubicBezTo>
                <a:close/>
                <a:moveTo>
                  <a:pt x="2496196" y="73551"/>
                </a:moveTo>
                <a:lnTo>
                  <a:pt x="2507724" y="73551"/>
                </a:lnTo>
                <a:cubicBezTo>
                  <a:pt x="2508032" y="73551"/>
                  <a:pt x="2508417" y="73934"/>
                  <a:pt x="2508417" y="73934"/>
                </a:cubicBezTo>
                <a:lnTo>
                  <a:pt x="2514181" y="83926"/>
                </a:lnTo>
                <a:cubicBezTo>
                  <a:pt x="2514335" y="84234"/>
                  <a:pt x="2514181" y="84771"/>
                  <a:pt x="2514181" y="84771"/>
                </a:cubicBezTo>
                <a:lnTo>
                  <a:pt x="2508417" y="94763"/>
                </a:lnTo>
                <a:cubicBezTo>
                  <a:pt x="2508263" y="94993"/>
                  <a:pt x="2507724" y="95147"/>
                  <a:pt x="2507724" y="95147"/>
                </a:cubicBezTo>
                <a:lnTo>
                  <a:pt x="2496196" y="95147"/>
                </a:lnTo>
                <a:cubicBezTo>
                  <a:pt x="2495889" y="95147"/>
                  <a:pt x="2495505" y="94763"/>
                  <a:pt x="2495505" y="94763"/>
                </a:cubicBezTo>
                <a:lnTo>
                  <a:pt x="2489741" y="84771"/>
                </a:lnTo>
                <a:cubicBezTo>
                  <a:pt x="2489587" y="84464"/>
                  <a:pt x="2489741" y="83926"/>
                  <a:pt x="2489741" y="83926"/>
                </a:cubicBezTo>
                <a:lnTo>
                  <a:pt x="2495505" y="73934"/>
                </a:lnTo>
                <a:cubicBezTo>
                  <a:pt x="2495659" y="73705"/>
                  <a:pt x="2496196" y="73551"/>
                  <a:pt x="2496196" y="73551"/>
                </a:cubicBezTo>
                <a:close/>
                <a:moveTo>
                  <a:pt x="5240442" y="73089"/>
                </a:moveTo>
                <a:lnTo>
                  <a:pt x="5252354" y="73089"/>
                </a:lnTo>
                <a:cubicBezTo>
                  <a:pt x="5252586" y="73089"/>
                  <a:pt x="5253047" y="73473"/>
                  <a:pt x="5253047" y="73473"/>
                </a:cubicBezTo>
                <a:lnTo>
                  <a:pt x="5259040" y="83848"/>
                </a:lnTo>
                <a:cubicBezTo>
                  <a:pt x="5259194" y="84080"/>
                  <a:pt x="5259040" y="84695"/>
                  <a:pt x="5259040" y="84695"/>
                </a:cubicBezTo>
                <a:lnTo>
                  <a:pt x="5253047" y="95071"/>
                </a:lnTo>
                <a:cubicBezTo>
                  <a:pt x="5252893" y="95300"/>
                  <a:pt x="5252354" y="95454"/>
                  <a:pt x="5252354" y="95454"/>
                </a:cubicBezTo>
                <a:lnTo>
                  <a:pt x="5240442" y="95454"/>
                </a:lnTo>
                <a:cubicBezTo>
                  <a:pt x="5240211" y="95454"/>
                  <a:pt x="5239749" y="95071"/>
                  <a:pt x="5239749" y="95071"/>
                </a:cubicBezTo>
                <a:lnTo>
                  <a:pt x="5233756" y="84695"/>
                </a:lnTo>
                <a:cubicBezTo>
                  <a:pt x="5233602" y="84464"/>
                  <a:pt x="5233756" y="83848"/>
                  <a:pt x="5233756" y="83848"/>
                </a:cubicBezTo>
                <a:lnTo>
                  <a:pt x="5239749" y="73473"/>
                </a:lnTo>
                <a:cubicBezTo>
                  <a:pt x="5239903" y="73243"/>
                  <a:pt x="5240442" y="73089"/>
                  <a:pt x="5240442" y="73089"/>
                </a:cubicBezTo>
                <a:close/>
                <a:moveTo>
                  <a:pt x="2312668" y="72398"/>
                </a:moveTo>
                <a:lnTo>
                  <a:pt x="2325348" y="72398"/>
                </a:lnTo>
                <a:cubicBezTo>
                  <a:pt x="2325656" y="72398"/>
                  <a:pt x="2326117" y="72860"/>
                  <a:pt x="2326117" y="72860"/>
                </a:cubicBezTo>
                <a:lnTo>
                  <a:pt x="2332496" y="83850"/>
                </a:lnTo>
                <a:cubicBezTo>
                  <a:pt x="2332650" y="84158"/>
                  <a:pt x="2332496" y="84771"/>
                  <a:pt x="2332496" y="84771"/>
                </a:cubicBezTo>
                <a:lnTo>
                  <a:pt x="2326117" y="95762"/>
                </a:lnTo>
                <a:cubicBezTo>
                  <a:pt x="2325963" y="96069"/>
                  <a:pt x="2325348" y="96223"/>
                  <a:pt x="2325348" y="96223"/>
                </a:cubicBezTo>
                <a:lnTo>
                  <a:pt x="2312668" y="96223"/>
                </a:lnTo>
                <a:cubicBezTo>
                  <a:pt x="2312360" y="96223"/>
                  <a:pt x="2311899" y="95762"/>
                  <a:pt x="2311899" y="95762"/>
                </a:cubicBezTo>
                <a:lnTo>
                  <a:pt x="2305520" y="84771"/>
                </a:lnTo>
                <a:cubicBezTo>
                  <a:pt x="2305366" y="84465"/>
                  <a:pt x="2305520" y="83850"/>
                  <a:pt x="2305520" y="83850"/>
                </a:cubicBezTo>
                <a:lnTo>
                  <a:pt x="2311899" y="72860"/>
                </a:lnTo>
                <a:cubicBezTo>
                  <a:pt x="2312053" y="72552"/>
                  <a:pt x="2312668" y="72398"/>
                  <a:pt x="2312668" y="72398"/>
                </a:cubicBezTo>
                <a:close/>
                <a:moveTo>
                  <a:pt x="5145913" y="67401"/>
                </a:moveTo>
                <a:lnTo>
                  <a:pt x="5163974" y="67401"/>
                </a:lnTo>
                <a:cubicBezTo>
                  <a:pt x="5164435" y="67401"/>
                  <a:pt x="5164819" y="67631"/>
                  <a:pt x="5165050" y="68017"/>
                </a:cubicBezTo>
                <a:lnTo>
                  <a:pt x="5174042" y="83695"/>
                </a:lnTo>
                <a:cubicBezTo>
                  <a:pt x="5174271" y="84078"/>
                  <a:pt x="5174271" y="84617"/>
                  <a:pt x="5174042" y="85001"/>
                </a:cubicBezTo>
                <a:lnTo>
                  <a:pt x="5164972" y="100679"/>
                </a:lnTo>
                <a:cubicBezTo>
                  <a:pt x="5164743" y="101064"/>
                  <a:pt x="5164357" y="101294"/>
                  <a:pt x="5163896" y="101294"/>
                </a:cubicBezTo>
                <a:lnTo>
                  <a:pt x="5145835" y="101294"/>
                </a:lnTo>
                <a:cubicBezTo>
                  <a:pt x="5145374" y="101294"/>
                  <a:pt x="5144990" y="101064"/>
                  <a:pt x="5144759" y="100679"/>
                </a:cubicBezTo>
                <a:lnTo>
                  <a:pt x="5135767" y="85001"/>
                </a:lnTo>
                <a:cubicBezTo>
                  <a:pt x="5135538" y="84617"/>
                  <a:pt x="5135538" y="84078"/>
                  <a:pt x="5135767" y="83695"/>
                </a:cubicBezTo>
                <a:lnTo>
                  <a:pt x="5144837" y="68017"/>
                </a:lnTo>
                <a:cubicBezTo>
                  <a:pt x="5145066" y="67631"/>
                  <a:pt x="5145452" y="67401"/>
                  <a:pt x="5145913" y="67401"/>
                </a:cubicBezTo>
                <a:close/>
                <a:moveTo>
                  <a:pt x="3864900" y="66942"/>
                </a:moveTo>
                <a:lnTo>
                  <a:pt x="3883420" y="66942"/>
                </a:lnTo>
                <a:cubicBezTo>
                  <a:pt x="3883882" y="66942"/>
                  <a:pt x="3884343" y="67250"/>
                  <a:pt x="3884574" y="67633"/>
                </a:cubicBezTo>
                <a:lnTo>
                  <a:pt x="3893797" y="83696"/>
                </a:lnTo>
                <a:cubicBezTo>
                  <a:pt x="3894027" y="84080"/>
                  <a:pt x="3894027" y="84619"/>
                  <a:pt x="3893797" y="85003"/>
                </a:cubicBezTo>
                <a:lnTo>
                  <a:pt x="3884497" y="101066"/>
                </a:lnTo>
                <a:cubicBezTo>
                  <a:pt x="3884267" y="101527"/>
                  <a:pt x="3883805" y="101757"/>
                  <a:pt x="3883345" y="101757"/>
                </a:cubicBezTo>
                <a:lnTo>
                  <a:pt x="3864822" y="101757"/>
                </a:lnTo>
                <a:cubicBezTo>
                  <a:pt x="3864361" y="101757"/>
                  <a:pt x="3863899" y="101450"/>
                  <a:pt x="3863670" y="101066"/>
                </a:cubicBezTo>
                <a:lnTo>
                  <a:pt x="3854447" y="85003"/>
                </a:lnTo>
                <a:cubicBezTo>
                  <a:pt x="3854217" y="84619"/>
                  <a:pt x="3854217" y="84080"/>
                  <a:pt x="3854447" y="83696"/>
                </a:cubicBezTo>
                <a:lnTo>
                  <a:pt x="3863746" y="67633"/>
                </a:lnTo>
                <a:cubicBezTo>
                  <a:pt x="3863978" y="67172"/>
                  <a:pt x="3864439" y="66942"/>
                  <a:pt x="3864900" y="66942"/>
                </a:cubicBezTo>
                <a:close/>
                <a:moveTo>
                  <a:pt x="5053687" y="66095"/>
                </a:moveTo>
                <a:lnTo>
                  <a:pt x="5073131" y="66095"/>
                </a:lnTo>
                <a:cubicBezTo>
                  <a:pt x="5073591" y="66095"/>
                  <a:pt x="5074052" y="66403"/>
                  <a:pt x="5074284" y="66786"/>
                </a:cubicBezTo>
                <a:lnTo>
                  <a:pt x="5083968" y="83619"/>
                </a:lnTo>
                <a:cubicBezTo>
                  <a:pt x="5084198" y="84080"/>
                  <a:pt x="5084198" y="84617"/>
                  <a:pt x="5083968" y="85001"/>
                </a:cubicBezTo>
                <a:lnTo>
                  <a:pt x="5074284" y="101833"/>
                </a:lnTo>
                <a:cubicBezTo>
                  <a:pt x="5074052" y="102294"/>
                  <a:pt x="5073591" y="102524"/>
                  <a:pt x="5073131" y="102524"/>
                </a:cubicBezTo>
                <a:lnTo>
                  <a:pt x="5053687" y="102524"/>
                </a:lnTo>
                <a:cubicBezTo>
                  <a:pt x="5053225" y="102524"/>
                  <a:pt x="5052764" y="102217"/>
                  <a:pt x="5052534" y="101833"/>
                </a:cubicBezTo>
                <a:lnTo>
                  <a:pt x="5042850" y="85001"/>
                </a:lnTo>
                <a:cubicBezTo>
                  <a:pt x="5042620" y="84540"/>
                  <a:pt x="5042620" y="84002"/>
                  <a:pt x="5042850" y="83619"/>
                </a:cubicBezTo>
                <a:lnTo>
                  <a:pt x="5052534" y="66786"/>
                </a:lnTo>
                <a:cubicBezTo>
                  <a:pt x="5052764" y="66325"/>
                  <a:pt x="5053225" y="66095"/>
                  <a:pt x="5053687" y="66095"/>
                </a:cubicBezTo>
                <a:close/>
                <a:moveTo>
                  <a:pt x="4779238" y="66095"/>
                </a:moveTo>
                <a:lnTo>
                  <a:pt x="4798683" y="66095"/>
                </a:lnTo>
                <a:cubicBezTo>
                  <a:pt x="4799145" y="66095"/>
                  <a:pt x="4799605" y="66403"/>
                  <a:pt x="4799835" y="66786"/>
                </a:cubicBezTo>
                <a:lnTo>
                  <a:pt x="4809519" y="83619"/>
                </a:lnTo>
                <a:cubicBezTo>
                  <a:pt x="4809750" y="84080"/>
                  <a:pt x="4809750" y="84617"/>
                  <a:pt x="4809519" y="85001"/>
                </a:cubicBezTo>
                <a:lnTo>
                  <a:pt x="4799835" y="101833"/>
                </a:lnTo>
                <a:cubicBezTo>
                  <a:pt x="4799605" y="102294"/>
                  <a:pt x="4799145" y="102524"/>
                  <a:pt x="4798683" y="102524"/>
                </a:cubicBezTo>
                <a:lnTo>
                  <a:pt x="4779238" y="102524"/>
                </a:lnTo>
                <a:cubicBezTo>
                  <a:pt x="4778777" y="102524"/>
                  <a:pt x="4778315" y="102217"/>
                  <a:pt x="4778086" y="101833"/>
                </a:cubicBezTo>
                <a:lnTo>
                  <a:pt x="4768402" y="85001"/>
                </a:lnTo>
                <a:cubicBezTo>
                  <a:pt x="4768172" y="84540"/>
                  <a:pt x="4768172" y="84002"/>
                  <a:pt x="4768402" y="83619"/>
                </a:cubicBezTo>
                <a:lnTo>
                  <a:pt x="4778086" y="66786"/>
                </a:lnTo>
                <a:cubicBezTo>
                  <a:pt x="4778315" y="66325"/>
                  <a:pt x="4778777" y="66095"/>
                  <a:pt x="4779238" y="66095"/>
                </a:cubicBezTo>
                <a:close/>
                <a:moveTo>
                  <a:pt x="4870080" y="64865"/>
                </a:moveTo>
                <a:lnTo>
                  <a:pt x="4890832" y="64865"/>
                </a:lnTo>
                <a:cubicBezTo>
                  <a:pt x="4891293" y="64865"/>
                  <a:pt x="4891830" y="65173"/>
                  <a:pt x="4892060" y="65634"/>
                </a:cubicBezTo>
                <a:lnTo>
                  <a:pt x="4902435" y="83617"/>
                </a:lnTo>
                <a:cubicBezTo>
                  <a:pt x="4902667" y="84078"/>
                  <a:pt x="4902667" y="84617"/>
                  <a:pt x="4902435" y="85079"/>
                </a:cubicBezTo>
                <a:lnTo>
                  <a:pt x="4892060" y="103061"/>
                </a:lnTo>
                <a:cubicBezTo>
                  <a:pt x="4891830" y="103523"/>
                  <a:pt x="4891369" y="103830"/>
                  <a:pt x="4890832" y="103830"/>
                </a:cubicBezTo>
                <a:lnTo>
                  <a:pt x="4870080" y="103830"/>
                </a:lnTo>
                <a:cubicBezTo>
                  <a:pt x="4869619" y="103830"/>
                  <a:pt x="4869080" y="103523"/>
                  <a:pt x="4868851" y="103061"/>
                </a:cubicBezTo>
                <a:lnTo>
                  <a:pt x="4858475" y="85079"/>
                </a:lnTo>
                <a:cubicBezTo>
                  <a:pt x="4858245" y="84617"/>
                  <a:pt x="4858245" y="84078"/>
                  <a:pt x="4858475" y="83617"/>
                </a:cubicBezTo>
                <a:lnTo>
                  <a:pt x="4868851" y="65634"/>
                </a:lnTo>
                <a:cubicBezTo>
                  <a:pt x="4869080" y="65173"/>
                  <a:pt x="4869541" y="64865"/>
                  <a:pt x="4870080" y="64865"/>
                </a:cubicBezTo>
                <a:close/>
                <a:moveTo>
                  <a:pt x="4960921" y="63713"/>
                </a:moveTo>
                <a:lnTo>
                  <a:pt x="4982902" y="63713"/>
                </a:lnTo>
                <a:cubicBezTo>
                  <a:pt x="4983439" y="63713"/>
                  <a:pt x="4983901" y="64020"/>
                  <a:pt x="4984208" y="64482"/>
                </a:cubicBezTo>
                <a:lnTo>
                  <a:pt x="4995199" y="83465"/>
                </a:lnTo>
                <a:cubicBezTo>
                  <a:pt x="4995506" y="83926"/>
                  <a:pt x="4995506" y="84540"/>
                  <a:pt x="4995199" y="85001"/>
                </a:cubicBezTo>
                <a:lnTo>
                  <a:pt x="4984208" y="103984"/>
                </a:lnTo>
                <a:cubicBezTo>
                  <a:pt x="4983979" y="104445"/>
                  <a:pt x="4983439" y="104753"/>
                  <a:pt x="4982902" y="104753"/>
                </a:cubicBezTo>
                <a:lnTo>
                  <a:pt x="4960921" y="104753"/>
                </a:lnTo>
                <a:cubicBezTo>
                  <a:pt x="4960384" y="104753"/>
                  <a:pt x="4959923" y="104445"/>
                  <a:pt x="4959615" y="103984"/>
                </a:cubicBezTo>
                <a:lnTo>
                  <a:pt x="4948626" y="85001"/>
                </a:lnTo>
                <a:cubicBezTo>
                  <a:pt x="4948317" y="84540"/>
                  <a:pt x="4948317" y="83926"/>
                  <a:pt x="4948626" y="83465"/>
                </a:cubicBezTo>
                <a:lnTo>
                  <a:pt x="4959615" y="64482"/>
                </a:lnTo>
                <a:cubicBezTo>
                  <a:pt x="4959846" y="64020"/>
                  <a:pt x="4960384" y="63713"/>
                  <a:pt x="4960921" y="63713"/>
                </a:cubicBezTo>
                <a:close/>
                <a:moveTo>
                  <a:pt x="4046047" y="63637"/>
                </a:moveTo>
                <a:lnTo>
                  <a:pt x="4068180" y="63637"/>
                </a:lnTo>
                <a:cubicBezTo>
                  <a:pt x="4068795" y="63637"/>
                  <a:pt x="4069257" y="63944"/>
                  <a:pt x="4069564" y="64406"/>
                </a:cubicBezTo>
                <a:lnTo>
                  <a:pt x="4080632" y="83543"/>
                </a:lnTo>
                <a:cubicBezTo>
                  <a:pt x="4080938" y="84004"/>
                  <a:pt x="4080938" y="84617"/>
                  <a:pt x="4080632" y="85079"/>
                </a:cubicBezTo>
                <a:lnTo>
                  <a:pt x="4069564" y="104216"/>
                </a:lnTo>
                <a:cubicBezTo>
                  <a:pt x="4069257" y="104677"/>
                  <a:pt x="4068718" y="104985"/>
                  <a:pt x="4068180" y="104985"/>
                </a:cubicBezTo>
                <a:lnTo>
                  <a:pt x="4046047" y="104985"/>
                </a:lnTo>
                <a:cubicBezTo>
                  <a:pt x="4045432" y="104985"/>
                  <a:pt x="4044972" y="104677"/>
                  <a:pt x="4044663" y="104216"/>
                </a:cubicBezTo>
                <a:lnTo>
                  <a:pt x="4033596" y="85079"/>
                </a:lnTo>
                <a:cubicBezTo>
                  <a:pt x="4033289" y="84617"/>
                  <a:pt x="4033289" y="84004"/>
                  <a:pt x="4033596" y="83543"/>
                </a:cubicBezTo>
                <a:lnTo>
                  <a:pt x="4044663" y="64406"/>
                </a:lnTo>
                <a:cubicBezTo>
                  <a:pt x="4044972" y="63944"/>
                  <a:pt x="4045509" y="63637"/>
                  <a:pt x="4046047" y="63637"/>
                </a:cubicBezTo>
                <a:close/>
                <a:moveTo>
                  <a:pt x="3954512" y="63483"/>
                </a:moveTo>
                <a:lnTo>
                  <a:pt x="3976801" y="63483"/>
                </a:lnTo>
                <a:cubicBezTo>
                  <a:pt x="3977414" y="63483"/>
                  <a:pt x="3977875" y="63791"/>
                  <a:pt x="3978184" y="64252"/>
                </a:cubicBezTo>
                <a:lnTo>
                  <a:pt x="3989327" y="83543"/>
                </a:lnTo>
                <a:cubicBezTo>
                  <a:pt x="3989635" y="84004"/>
                  <a:pt x="3989635" y="84617"/>
                  <a:pt x="3989327" y="85079"/>
                </a:cubicBezTo>
                <a:lnTo>
                  <a:pt x="3978184" y="104369"/>
                </a:lnTo>
                <a:cubicBezTo>
                  <a:pt x="3977875" y="104831"/>
                  <a:pt x="3977338" y="105138"/>
                  <a:pt x="3976801" y="105138"/>
                </a:cubicBezTo>
                <a:lnTo>
                  <a:pt x="3954512" y="105138"/>
                </a:lnTo>
                <a:cubicBezTo>
                  <a:pt x="3953897" y="105138"/>
                  <a:pt x="3953436" y="104831"/>
                  <a:pt x="3953129" y="104369"/>
                </a:cubicBezTo>
                <a:lnTo>
                  <a:pt x="3941984" y="85079"/>
                </a:lnTo>
                <a:cubicBezTo>
                  <a:pt x="3941679" y="84617"/>
                  <a:pt x="3941679" y="84004"/>
                  <a:pt x="3941984" y="83543"/>
                </a:cubicBezTo>
                <a:lnTo>
                  <a:pt x="3953129" y="64252"/>
                </a:lnTo>
                <a:cubicBezTo>
                  <a:pt x="3953436" y="63791"/>
                  <a:pt x="3953973" y="63483"/>
                  <a:pt x="3954512" y="63483"/>
                </a:cubicBezTo>
                <a:close/>
                <a:moveTo>
                  <a:pt x="4594326" y="62331"/>
                </a:moveTo>
                <a:lnTo>
                  <a:pt x="4617767" y="62331"/>
                </a:lnTo>
                <a:cubicBezTo>
                  <a:pt x="4618382" y="62331"/>
                  <a:pt x="4618919" y="62638"/>
                  <a:pt x="4619227" y="63175"/>
                </a:cubicBezTo>
                <a:lnTo>
                  <a:pt x="4630908" y="83465"/>
                </a:lnTo>
                <a:cubicBezTo>
                  <a:pt x="4631216" y="84004"/>
                  <a:pt x="4631216" y="84619"/>
                  <a:pt x="4630908" y="85156"/>
                </a:cubicBezTo>
                <a:lnTo>
                  <a:pt x="4619151" y="105446"/>
                </a:lnTo>
                <a:cubicBezTo>
                  <a:pt x="4618843" y="105983"/>
                  <a:pt x="4618304" y="106291"/>
                  <a:pt x="4617689" y="106291"/>
                </a:cubicBezTo>
                <a:lnTo>
                  <a:pt x="4594250" y="106291"/>
                </a:lnTo>
                <a:cubicBezTo>
                  <a:pt x="4593635" y="106291"/>
                  <a:pt x="4593097" y="105983"/>
                  <a:pt x="4592790" y="105446"/>
                </a:cubicBezTo>
                <a:lnTo>
                  <a:pt x="4581108" y="85156"/>
                </a:lnTo>
                <a:cubicBezTo>
                  <a:pt x="4580799" y="84619"/>
                  <a:pt x="4580799" y="84004"/>
                  <a:pt x="4581108" y="83465"/>
                </a:cubicBezTo>
                <a:lnTo>
                  <a:pt x="4592866" y="63175"/>
                </a:lnTo>
                <a:cubicBezTo>
                  <a:pt x="4593174" y="62638"/>
                  <a:pt x="4593711" y="62331"/>
                  <a:pt x="4594326" y="62331"/>
                </a:cubicBezTo>
                <a:close/>
                <a:moveTo>
                  <a:pt x="4502868" y="62331"/>
                </a:moveTo>
                <a:lnTo>
                  <a:pt x="4526309" y="62331"/>
                </a:lnTo>
                <a:cubicBezTo>
                  <a:pt x="4526924" y="62331"/>
                  <a:pt x="4527462" y="62638"/>
                  <a:pt x="4527769" y="63175"/>
                </a:cubicBezTo>
                <a:lnTo>
                  <a:pt x="4539451" y="83465"/>
                </a:lnTo>
                <a:cubicBezTo>
                  <a:pt x="4539758" y="84004"/>
                  <a:pt x="4539758" y="84619"/>
                  <a:pt x="4539451" y="85156"/>
                </a:cubicBezTo>
                <a:lnTo>
                  <a:pt x="4527693" y="105446"/>
                </a:lnTo>
                <a:cubicBezTo>
                  <a:pt x="4527386" y="105983"/>
                  <a:pt x="4526847" y="106291"/>
                  <a:pt x="4526231" y="106291"/>
                </a:cubicBezTo>
                <a:lnTo>
                  <a:pt x="4502792" y="106291"/>
                </a:lnTo>
                <a:cubicBezTo>
                  <a:pt x="4502177" y="106291"/>
                  <a:pt x="4501638" y="105983"/>
                  <a:pt x="4501332" y="105446"/>
                </a:cubicBezTo>
                <a:lnTo>
                  <a:pt x="4489649" y="85156"/>
                </a:lnTo>
                <a:cubicBezTo>
                  <a:pt x="4489343" y="84619"/>
                  <a:pt x="4489343" y="84004"/>
                  <a:pt x="4489649" y="83465"/>
                </a:cubicBezTo>
                <a:lnTo>
                  <a:pt x="4501409" y="63175"/>
                </a:lnTo>
                <a:cubicBezTo>
                  <a:pt x="4501716" y="62638"/>
                  <a:pt x="4502253" y="62331"/>
                  <a:pt x="4502868" y="62331"/>
                </a:cubicBezTo>
                <a:close/>
                <a:moveTo>
                  <a:pt x="4411335" y="62331"/>
                </a:moveTo>
                <a:lnTo>
                  <a:pt x="4434776" y="62331"/>
                </a:lnTo>
                <a:cubicBezTo>
                  <a:pt x="4435391" y="62331"/>
                  <a:pt x="4435928" y="62638"/>
                  <a:pt x="4436236" y="63175"/>
                </a:cubicBezTo>
                <a:lnTo>
                  <a:pt x="4447917" y="83465"/>
                </a:lnTo>
                <a:cubicBezTo>
                  <a:pt x="4448225" y="84004"/>
                  <a:pt x="4448225" y="84619"/>
                  <a:pt x="4447917" y="85156"/>
                </a:cubicBezTo>
                <a:lnTo>
                  <a:pt x="4436160" y="105446"/>
                </a:lnTo>
                <a:cubicBezTo>
                  <a:pt x="4435852" y="105983"/>
                  <a:pt x="4435313" y="106291"/>
                  <a:pt x="4434698" y="106291"/>
                </a:cubicBezTo>
                <a:lnTo>
                  <a:pt x="4411259" y="106291"/>
                </a:lnTo>
                <a:cubicBezTo>
                  <a:pt x="4410644" y="106291"/>
                  <a:pt x="4410107" y="105983"/>
                  <a:pt x="4409799" y="105446"/>
                </a:cubicBezTo>
                <a:lnTo>
                  <a:pt x="4398117" y="85156"/>
                </a:lnTo>
                <a:cubicBezTo>
                  <a:pt x="4397808" y="84619"/>
                  <a:pt x="4397808" y="84004"/>
                  <a:pt x="4398117" y="83465"/>
                </a:cubicBezTo>
                <a:lnTo>
                  <a:pt x="4409875" y="63175"/>
                </a:lnTo>
                <a:cubicBezTo>
                  <a:pt x="4410182" y="62638"/>
                  <a:pt x="4410720" y="62331"/>
                  <a:pt x="4411335" y="62331"/>
                </a:cubicBezTo>
                <a:close/>
                <a:moveTo>
                  <a:pt x="4136427" y="61484"/>
                </a:moveTo>
                <a:lnTo>
                  <a:pt x="4160788" y="61484"/>
                </a:lnTo>
                <a:cubicBezTo>
                  <a:pt x="4161404" y="61484"/>
                  <a:pt x="4161941" y="61791"/>
                  <a:pt x="4162248" y="62329"/>
                </a:cubicBezTo>
                <a:lnTo>
                  <a:pt x="4174391" y="83387"/>
                </a:lnTo>
                <a:cubicBezTo>
                  <a:pt x="4174699" y="83848"/>
                  <a:pt x="4174699" y="84540"/>
                  <a:pt x="4174391" y="85079"/>
                </a:cubicBezTo>
                <a:lnTo>
                  <a:pt x="4162248" y="106137"/>
                </a:lnTo>
                <a:cubicBezTo>
                  <a:pt x="4161941" y="106674"/>
                  <a:pt x="4161404" y="106982"/>
                  <a:pt x="4160788" y="106982"/>
                </a:cubicBezTo>
                <a:lnTo>
                  <a:pt x="4136427" y="106982"/>
                </a:lnTo>
                <a:cubicBezTo>
                  <a:pt x="4135811" y="106982"/>
                  <a:pt x="4135274" y="106674"/>
                  <a:pt x="4134965" y="106137"/>
                </a:cubicBezTo>
                <a:lnTo>
                  <a:pt x="4122824" y="85079"/>
                </a:lnTo>
                <a:cubicBezTo>
                  <a:pt x="4122514" y="84617"/>
                  <a:pt x="4122514" y="83926"/>
                  <a:pt x="4122824" y="83387"/>
                </a:cubicBezTo>
                <a:lnTo>
                  <a:pt x="4134965" y="62329"/>
                </a:lnTo>
                <a:cubicBezTo>
                  <a:pt x="4135274" y="61791"/>
                  <a:pt x="4135811" y="61484"/>
                  <a:pt x="4136427" y="61484"/>
                </a:cubicBezTo>
                <a:close/>
                <a:moveTo>
                  <a:pt x="4227499" y="60639"/>
                </a:moveTo>
                <a:lnTo>
                  <a:pt x="4252707" y="60639"/>
                </a:lnTo>
                <a:cubicBezTo>
                  <a:pt x="4253323" y="60639"/>
                  <a:pt x="4253938" y="61023"/>
                  <a:pt x="4254243" y="61562"/>
                </a:cubicBezTo>
                <a:lnTo>
                  <a:pt x="4266848" y="83387"/>
                </a:lnTo>
                <a:cubicBezTo>
                  <a:pt x="4267155" y="83926"/>
                  <a:pt x="4267155" y="84617"/>
                  <a:pt x="4266848" y="85156"/>
                </a:cubicBezTo>
                <a:lnTo>
                  <a:pt x="4254243" y="106982"/>
                </a:lnTo>
                <a:cubicBezTo>
                  <a:pt x="4253938" y="107597"/>
                  <a:pt x="4253323" y="107905"/>
                  <a:pt x="4252707" y="107905"/>
                </a:cubicBezTo>
                <a:lnTo>
                  <a:pt x="4227499" y="107905"/>
                </a:lnTo>
                <a:cubicBezTo>
                  <a:pt x="4226884" y="107905"/>
                  <a:pt x="4226269" y="107521"/>
                  <a:pt x="4225962" y="106982"/>
                </a:cubicBezTo>
                <a:lnTo>
                  <a:pt x="4213357" y="85156"/>
                </a:lnTo>
                <a:cubicBezTo>
                  <a:pt x="4213051" y="84617"/>
                  <a:pt x="4213051" y="83926"/>
                  <a:pt x="4213357" y="83387"/>
                </a:cubicBezTo>
                <a:lnTo>
                  <a:pt x="4225962" y="61562"/>
                </a:lnTo>
                <a:cubicBezTo>
                  <a:pt x="4226269" y="60947"/>
                  <a:pt x="4226884" y="60639"/>
                  <a:pt x="4227499" y="60639"/>
                </a:cubicBezTo>
                <a:close/>
                <a:moveTo>
                  <a:pt x="4318573" y="59948"/>
                </a:moveTo>
                <a:lnTo>
                  <a:pt x="4344550" y="59948"/>
                </a:lnTo>
                <a:cubicBezTo>
                  <a:pt x="4345241" y="59948"/>
                  <a:pt x="4345857" y="60331"/>
                  <a:pt x="4346164" y="60871"/>
                </a:cubicBezTo>
                <a:lnTo>
                  <a:pt x="4359152" y="83389"/>
                </a:lnTo>
                <a:cubicBezTo>
                  <a:pt x="4359460" y="83926"/>
                  <a:pt x="4359460" y="84695"/>
                  <a:pt x="4359152" y="85232"/>
                </a:cubicBezTo>
                <a:lnTo>
                  <a:pt x="4346164" y="107751"/>
                </a:lnTo>
                <a:cubicBezTo>
                  <a:pt x="4345779" y="108290"/>
                  <a:pt x="4345164" y="108673"/>
                  <a:pt x="4344550" y="108673"/>
                </a:cubicBezTo>
                <a:lnTo>
                  <a:pt x="4318573" y="108673"/>
                </a:lnTo>
                <a:cubicBezTo>
                  <a:pt x="4317882" y="108673"/>
                  <a:pt x="4317267" y="108290"/>
                  <a:pt x="4316959" y="107751"/>
                </a:cubicBezTo>
                <a:lnTo>
                  <a:pt x="4303971" y="85232"/>
                </a:lnTo>
                <a:cubicBezTo>
                  <a:pt x="4303662" y="84695"/>
                  <a:pt x="4303662" y="83926"/>
                  <a:pt x="4303971" y="83389"/>
                </a:cubicBezTo>
                <a:lnTo>
                  <a:pt x="4316959" y="60871"/>
                </a:lnTo>
                <a:cubicBezTo>
                  <a:pt x="4317343" y="60331"/>
                  <a:pt x="4317958" y="59948"/>
                  <a:pt x="4318573" y="59948"/>
                </a:cubicBezTo>
                <a:close/>
                <a:moveTo>
                  <a:pt x="4682478" y="56181"/>
                </a:moveTo>
                <a:lnTo>
                  <a:pt x="4712528" y="56181"/>
                </a:lnTo>
                <a:cubicBezTo>
                  <a:pt x="4713297" y="56181"/>
                  <a:pt x="4713990" y="56643"/>
                  <a:pt x="4714373" y="57258"/>
                </a:cubicBezTo>
                <a:lnTo>
                  <a:pt x="4729361" y="83233"/>
                </a:lnTo>
                <a:cubicBezTo>
                  <a:pt x="4729744" y="83926"/>
                  <a:pt x="4729744" y="84771"/>
                  <a:pt x="4729361" y="85386"/>
                </a:cubicBezTo>
                <a:lnTo>
                  <a:pt x="4714373" y="111364"/>
                </a:lnTo>
                <a:cubicBezTo>
                  <a:pt x="4713990" y="112055"/>
                  <a:pt x="4713297" y="112438"/>
                  <a:pt x="4712528" y="112438"/>
                </a:cubicBezTo>
                <a:lnTo>
                  <a:pt x="4682478" y="112438"/>
                </a:lnTo>
                <a:cubicBezTo>
                  <a:pt x="4681710" y="112438"/>
                  <a:pt x="4681018" y="111977"/>
                  <a:pt x="4680634" y="111364"/>
                </a:cubicBezTo>
                <a:lnTo>
                  <a:pt x="4665648" y="85386"/>
                </a:lnTo>
                <a:cubicBezTo>
                  <a:pt x="4665262" y="84695"/>
                  <a:pt x="4665262" y="83848"/>
                  <a:pt x="4665648" y="83233"/>
                </a:cubicBezTo>
                <a:lnTo>
                  <a:pt x="4680634" y="57258"/>
                </a:lnTo>
                <a:cubicBezTo>
                  <a:pt x="4681018" y="56565"/>
                  <a:pt x="4681710" y="56181"/>
                  <a:pt x="4682478" y="56181"/>
                </a:cubicBezTo>
                <a:close/>
                <a:moveTo>
                  <a:pt x="2407814" y="0"/>
                </a:moveTo>
                <a:lnTo>
                  <a:pt x="2413194" y="0"/>
                </a:lnTo>
                <a:cubicBezTo>
                  <a:pt x="2413271" y="0"/>
                  <a:pt x="2413500" y="154"/>
                  <a:pt x="2413500" y="154"/>
                </a:cubicBezTo>
                <a:lnTo>
                  <a:pt x="2416191" y="4841"/>
                </a:lnTo>
                <a:cubicBezTo>
                  <a:pt x="2416191" y="4995"/>
                  <a:pt x="2416191" y="5227"/>
                  <a:pt x="2416191" y="5227"/>
                </a:cubicBezTo>
                <a:lnTo>
                  <a:pt x="2413500" y="9914"/>
                </a:lnTo>
                <a:cubicBezTo>
                  <a:pt x="2413424" y="10068"/>
                  <a:pt x="2413194" y="10068"/>
                  <a:pt x="2413194" y="10068"/>
                </a:cubicBezTo>
                <a:lnTo>
                  <a:pt x="2407814" y="10068"/>
                </a:lnTo>
                <a:cubicBezTo>
                  <a:pt x="2407736" y="10068"/>
                  <a:pt x="2407506" y="9914"/>
                  <a:pt x="2407506" y="9914"/>
                </a:cubicBezTo>
                <a:lnTo>
                  <a:pt x="2404816" y="5227"/>
                </a:lnTo>
                <a:cubicBezTo>
                  <a:pt x="2404816" y="5073"/>
                  <a:pt x="2404816" y="4841"/>
                  <a:pt x="2404816" y="4841"/>
                </a:cubicBezTo>
                <a:lnTo>
                  <a:pt x="2407506" y="154"/>
                </a:lnTo>
                <a:cubicBezTo>
                  <a:pt x="2407584" y="0"/>
                  <a:pt x="2407814" y="0"/>
                  <a:pt x="2407814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39122287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Termome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9"/>
            <a:ext cx="4857544" cy="1099310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5" y="1895666"/>
            <a:ext cx="2285903" cy="439724"/>
          </a:xfrm>
        </p:spPr>
        <p:txBody>
          <a:bodyPr wrap="square">
            <a:spAutoFit/>
          </a:bodyPr>
          <a:lstStyle>
            <a:lvl1pPr marL="0" indent="0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4" name="Friform 3">
            <a:extLst>
              <a:ext uri="{FF2B5EF4-FFF2-40B4-BE49-F238E27FC236}">
                <a16:creationId xmlns:a16="http://schemas.microsoft.com/office/drawing/2014/main" id="{0E5F9A4A-7599-365A-EA60-9AC7E76DE4D6}"/>
              </a:ext>
            </a:extLst>
          </p:cNvPr>
          <p:cNvSpPr/>
          <p:nvPr userDrawn="1"/>
        </p:nvSpPr>
        <p:spPr>
          <a:xfrm>
            <a:off x="3196576" y="1505074"/>
            <a:ext cx="6248857" cy="3638426"/>
          </a:xfrm>
          <a:custGeom>
            <a:avLst/>
            <a:gdLst>
              <a:gd name="connsiteX0" fmla="*/ 4747943 w 4752801"/>
              <a:gd name="connsiteY0" fmla="*/ 2753535 h 2767298"/>
              <a:gd name="connsiteX1" fmla="*/ 4751182 w 4752801"/>
              <a:gd name="connsiteY1" fmla="*/ 2753535 h 2767298"/>
              <a:gd name="connsiteX2" fmla="*/ 4752801 w 4752801"/>
              <a:gd name="connsiteY2" fmla="*/ 2756368 h 2767298"/>
              <a:gd name="connsiteX3" fmla="*/ 4751182 w 4752801"/>
              <a:gd name="connsiteY3" fmla="*/ 2759202 h 2767298"/>
              <a:gd name="connsiteX4" fmla="*/ 4747943 w 4752801"/>
              <a:gd name="connsiteY4" fmla="*/ 2759202 h 2767298"/>
              <a:gd name="connsiteX5" fmla="*/ 4746324 w 4752801"/>
              <a:gd name="connsiteY5" fmla="*/ 2756368 h 2767298"/>
              <a:gd name="connsiteX6" fmla="*/ 4706653 w 4752801"/>
              <a:gd name="connsiteY6" fmla="*/ 2752725 h 2767298"/>
              <a:gd name="connsiteX7" fmla="*/ 4711106 w 4752801"/>
              <a:gd name="connsiteY7" fmla="*/ 2752725 h 2767298"/>
              <a:gd name="connsiteX8" fmla="*/ 4713130 w 4752801"/>
              <a:gd name="connsiteY8" fmla="*/ 2756368 h 2767298"/>
              <a:gd name="connsiteX9" fmla="*/ 4711106 w 4752801"/>
              <a:gd name="connsiteY9" fmla="*/ 2760012 h 2767298"/>
              <a:gd name="connsiteX10" fmla="*/ 4706653 w 4752801"/>
              <a:gd name="connsiteY10" fmla="*/ 2760012 h 2767298"/>
              <a:gd name="connsiteX11" fmla="*/ 4704629 w 4752801"/>
              <a:gd name="connsiteY11" fmla="*/ 2756368 h 2767298"/>
              <a:gd name="connsiteX12" fmla="*/ 4666171 w 4752801"/>
              <a:gd name="connsiteY12" fmla="*/ 2752725 h 2767298"/>
              <a:gd name="connsiteX13" fmla="*/ 4670624 w 4752801"/>
              <a:gd name="connsiteY13" fmla="*/ 2752725 h 2767298"/>
              <a:gd name="connsiteX14" fmla="*/ 4672648 w 4752801"/>
              <a:gd name="connsiteY14" fmla="*/ 2756368 h 2767298"/>
              <a:gd name="connsiteX15" fmla="*/ 4670624 w 4752801"/>
              <a:gd name="connsiteY15" fmla="*/ 2760012 h 2767298"/>
              <a:gd name="connsiteX16" fmla="*/ 4666171 w 4752801"/>
              <a:gd name="connsiteY16" fmla="*/ 2760012 h 2767298"/>
              <a:gd name="connsiteX17" fmla="*/ 4664147 w 4752801"/>
              <a:gd name="connsiteY17" fmla="*/ 2756368 h 2767298"/>
              <a:gd name="connsiteX18" fmla="*/ 4504246 w 4752801"/>
              <a:gd name="connsiteY18" fmla="*/ 2752725 h 2767298"/>
              <a:gd name="connsiteX19" fmla="*/ 4508699 w 4752801"/>
              <a:gd name="connsiteY19" fmla="*/ 2752725 h 2767298"/>
              <a:gd name="connsiteX20" fmla="*/ 4510723 w 4752801"/>
              <a:gd name="connsiteY20" fmla="*/ 2756368 h 2767298"/>
              <a:gd name="connsiteX21" fmla="*/ 4508699 w 4752801"/>
              <a:gd name="connsiteY21" fmla="*/ 2760012 h 2767298"/>
              <a:gd name="connsiteX22" fmla="*/ 4504246 w 4752801"/>
              <a:gd name="connsiteY22" fmla="*/ 2760012 h 2767298"/>
              <a:gd name="connsiteX23" fmla="*/ 4502222 w 4752801"/>
              <a:gd name="connsiteY23" fmla="*/ 2756368 h 2767298"/>
              <a:gd name="connsiteX24" fmla="*/ 4423688 w 4752801"/>
              <a:gd name="connsiteY24" fmla="*/ 2752725 h 2767298"/>
              <a:gd name="connsiteX25" fmla="*/ 4427736 w 4752801"/>
              <a:gd name="connsiteY25" fmla="*/ 2752725 h 2767298"/>
              <a:gd name="connsiteX26" fmla="*/ 4429760 w 4752801"/>
              <a:gd name="connsiteY26" fmla="*/ 2756368 h 2767298"/>
              <a:gd name="connsiteX27" fmla="*/ 4427736 w 4752801"/>
              <a:gd name="connsiteY27" fmla="*/ 2760012 h 2767298"/>
              <a:gd name="connsiteX28" fmla="*/ 4423688 w 4752801"/>
              <a:gd name="connsiteY28" fmla="*/ 2760012 h 2767298"/>
              <a:gd name="connsiteX29" fmla="*/ 4421664 w 4752801"/>
              <a:gd name="connsiteY29" fmla="*/ 2756368 h 2767298"/>
              <a:gd name="connsiteX30" fmla="*/ 4586018 w 4752801"/>
              <a:gd name="connsiteY30" fmla="*/ 2752320 h 2767298"/>
              <a:gd name="connsiteX31" fmla="*/ 4589257 w 4752801"/>
              <a:gd name="connsiteY31" fmla="*/ 2752320 h 2767298"/>
              <a:gd name="connsiteX32" fmla="*/ 4590471 w 4752801"/>
              <a:gd name="connsiteY32" fmla="*/ 2753130 h 2767298"/>
              <a:gd name="connsiteX33" fmla="*/ 4592091 w 4752801"/>
              <a:gd name="connsiteY33" fmla="*/ 2755963 h 2767298"/>
              <a:gd name="connsiteX34" fmla="*/ 4592091 w 4752801"/>
              <a:gd name="connsiteY34" fmla="*/ 2757178 h 2767298"/>
              <a:gd name="connsiteX35" fmla="*/ 4590471 w 4752801"/>
              <a:gd name="connsiteY35" fmla="*/ 2760012 h 2767298"/>
              <a:gd name="connsiteX36" fmla="*/ 4589257 w 4752801"/>
              <a:gd name="connsiteY36" fmla="*/ 2760821 h 2767298"/>
              <a:gd name="connsiteX37" fmla="*/ 4586018 w 4752801"/>
              <a:gd name="connsiteY37" fmla="*/ 2760821 h 2767298"/>
              <a:gd name="connsiteX38" fmla="*/ 4584804 w 4752801"/>
              <a:gd name="connsiteY38" fmla="*/ 2760012 h 2767298"/>
              <a:gd name="connsiteX39" fmla="*/ 4583185 w 4752801"/>
              <a:gd name="connsiteY39" fmla="*/ 2757178 h 2767298"/>
              <a:gd name="connsiteX40" fmla="*/ 4583185 w 4752801"/>
              <a:gd name="connsiteY40" fmla="*/ 2755963 h 2767298"/>
              <a:gd name="connsiteX41" fmla="*/ 4584804 w 4752801"/>
              <a:gd name="connsiteY41" fmla="*/ 2753130 h 2767298"/>
              <a:gd name="connsiteX42" fmla="*/ 4586018 w 4752801"/>
              <a:gd name="connsiteY42" fmla="*/ 2752320 h 2767298"/>
              <a:gd name="connsiteX43" fmla="*/ 4545133 w 4752801"/>
              <a:gd name="connsiteY43" fmla="*/ 2752320 h 2767298"/>
              <a:gd name="connsiteX44" fmla="*/ 4549586 w 4752801"/>
              <a:gd name="connsiteY44" fmla="*/ 2752320 h 2767298"/>
              <a:gd name="connsiteX45" fmla="*/ 4552014 w 4752801"/>
              <a:gd name="connsiteY45" fmla="*/ 2756368 h 2767298"/>
              <a:gd name="connsiteX46" fmla="*/ 4549586 w 4752801"/>
              <a:gd name="connsiteY46" fmla="*/ 2760416 h 2767298"/>
              <a:gd name="connsiteX47" fmla="*/ 4545133 w 4752801"/>
              <a:gd name="connsiteY47" fmla="*/ 2760416 h 2767298"/>
              <a:gd name="connsiteX48" fmla="*/ 4542704 w 4752801"/>
              <a:gd name="connsiteY48" fmla="*/ 2756368 h 2767298"/>
              <a:gd name="connsiteX49" fmla="*/ 4464170 w 4752801"/>
              <a:gd name="connsiteY49" fmla="*/ 2752320 h 2767298"/>
              <a:gd name="connsiteX50" fmla="*/ 4468623 w 4752801"/>
              <a:gd name="connsiteY50" fmla="*/ 2752320 h 2767298"/>
              <a:gd name="connsiteX51" fmla="*/ 4471051 w 4752801"/>
              <a:gd name="connsiteY51" fmla="*/ 2756368 h 2767298"/>
              <a:gd name="connsiteX52" fmla="*/ 4468623 w 4752801"/>
              <a:gd name="connsiteY52" fmla="*/ 2760416 h 2767298"/>
              <a:gd name="connsiteX53" fmla="*/ 4464170 w 4752801"/>
              <a:gd name="connsiteY53" fmla="*/ 2760416 h 2767298"/>
              <a:gd name="connsiteX54" fmla="*/ 4461741 w 4752801"/>
              <a:gd name="connsiteY54" fmla="*/ 2756368 h 2767298"/>
              <a:gd name="connsiteX55" fmla="*/ 4383207 w 4752801"/>
              <a:gd name="connsiteY55" fmla="*/ 2752320 h 2767298"/>
              <a:gd name="connsiteX56" fmla="*/ 4386851 w 4752801"/>
              <a:gd name="connsiteY56" fmla="*/ 2752320 h 2767298"/>
              <a:gd name="connsiteX57" fmla="*/ 4388065 w 4752801"/>
              <a:gd name="connsiteY57" fmla="*/ 2752725 h 2767298"/>
              <a:gd name="connsiteX58" fmla="*/ 4390089 w 4752801"/>
              <a:gd name="connsiteY58" fmla="*/ 2755963 h 2767298"/>
              <a:gd name="connsiteX59" fmla="*/ 4390089 w 4752801"/>
              <a:gd name="connsiteY59" fmla="*/ 2757178 h 2767298"/>
              <a:gd name="connsiteX60" fmla="*/ 4388065 w 4752801"/>
              <a:gd name="connsiteY60" fmla="*/ 2760416 h 2767298"/>
              <a:gd name="connsiteX61" fmla="*/ 4386851 w 4752801"/>
              <a:gd name="connsiteY61" fmla="*/ 2761226 h 2767298"/>
              <a:gd name="connsiteX62" fmla="*/ 4383207 w 4752801"/>
              <a:gd name="connsiteY62" fmla="*/ 2761226 h 2767298"/>
              <a:gd name="connsiteX63" fmla="*/ 4381993 w 4752801"/>
              <a:gd name="connsiteY63" fmla="*/ 2760416 h 2767298"/>
              <a:gd name="connsiteX64" fmla="*/ 4379969 w 4752801"/>
              <a:gd name="connsiteY64" fmla="*/ 2757178 h 2767298"/>
              <a:gd name="connsiteX65" fmla="*/ 4379969 w 4752801"/>
              <a:gd name="connsiteY65" fmla="*/ 2755963 h 2767298"/>
              <a:gd name="connsiteX66" fmla="*/ 4381993 w 4752801"/>
              <a:gd name="connsiteY66" fmla="*/ 2752725 h 2767298"/>
              <a:gd name="connsiteX67" fmla="*/ 4383207 w 4752801"/>
              <a:gd name="connsiteY67" fmla="*/ 2752320 h 2767298"/>
              <a:gd name="connsiteX68" fmla="*/ 4342726 w 4752801"/>
              <a:gd name="connsiteY68" fmla="*/ 2752320 h 2767298"/>
              <a:gd name="connsiteX69" fmla="*/ 4347179 w 4752801"/>
              <a:gd name="connsiteY69" fmla="*/ 2752320 h 2767298"/>
              <a:gd name="connsiteX70" fmla="*/ 4349607 w 4752801"/>
              <a:gd name="connsiteY70" fmla="*/ 2756368 h 2767298"/>
              <a:gd name="connsiteX71" fmla="*/ 4347179 w 4752801"/>
              <a:gd name="connsiteY71" fmla="*/ 2760416 h 2767298"/>
              <a:gd name="connsiteX72" fmla="*/ 4342726 w 4752801"/>
              <a:gd name="connsiteY72" fmla="*/ 2760416 h 2767298"/>
              <a:gd name="connsiteX73" fmla="*/ 4340297 w 4752801"/>
              <a:gd name="connsiteY73" fmla="*/ 2756368 h 2767298"/>
              <a:gd name="connsiteX74" fmla="*/ 4302245 w 4752801"/>
              <a:gd name="connsiteY74" fmla="*/ 2752320 h 2767298"/>
              <a:gd name="connsiteX75" fmla="*/ 4306698 w 4752801"/>
              <a:gd name="connsiteY75" fmla="*/ 2752320 h 2767298"/>
              <a:gd name="connsiteX76" fmla="*/ 4309126 w 4752801"/>
              <a:gd name="connsiteY76" fmla="*/ 2756368 h 2767298"/>
              <a:gd name="connsiteX77" fmla="*/ 4306698 w 4752801"/>
              <a:gd name="connsiteY77" fmla="*/ 2760416 h 2767298"/>
              <a:gd name="connsiteX78" fmla="*/ 4302245 w 4752801"/>
              <a:gd name="connsiteY78" fmla="*/ 2760416 h 2767298"/>
              <a:gd name="connsiteX79" fmla="*/ 4299816 w 4752801"/>
              <a:gd name="connsiteY79" fmla="*/ 2756368 h 2767298"/>
              <a:gd name="connsiteX80" fmla="*/ 4262168 w 4752801"/>
              <a:gd name="connsiteY80" fmla="*/ 2752320 h 2767298"/>
              <a:gd name="connsiteX81" fmla="*/ 4265407 w 4752801"/>
              <a:gd name="connsiteY81" fmla="*/ 2752320 h 2767298"/>
              <a:gd name="connsiteX82" fmla="*/ 4266621 w 4752801"/>
              <a:gd name="connsiteY82" fmla="*/ 2753130 h 2767298"/>
              <a:gd name="connsiteX83" fmla="*/ 4268241 w 4752801"/>
              <a:gd name="connsiteY83" fmla="*/ 2755963 h 2767298"/>
              <a:gd name="connsiteX84" fmla="*/ 4268241 w 4752801"/>
              <a:gd name="connsiteY84" fmla="*/ 2757178 h 2767298"/>
              <a:gd name="connsiteX85" fmla="*/ 4266621 w 4752801"/>
              <a:gd name="connsiteY85" fmla="*/ 2760012 h 2767298"/>
              <a:gd name="connsiteX86" fmla="*/ 4265407 w 4752801"/>
              <a:gd name="connsiteY86" fmla="*/ 2760821 h 2767298"/>
              <a:gd name="connsiteX87" fmla="*/ 4262168 w 4752801"/>
              <a:gd name="connsiteY87" fmla="*/ 2760821 h 2767298"/>
              <a:gd name="connsiteX88" fmla="*/ 4260954 w 4752801"/>
              <a:gd name="connsiteY88" fmla="*/ 2760012 h 2767298"/>
              <a:gd name="connsiteX89" fmla="*/ 4259335 w 4752801"/>
              <a:gd name="connsiteY89" fmla="*/ 2757178 h 2767298"/>
              <a:gd name="connsiteX90" fmla="*/ 4259335 w 4752801"/>
              <a:gd name="connsiteY90" fmla="*/ 2755963 h 2767298"/>
              <a:gd name="connsiteX91" fmla="*/ 4260954 w 4752801"/>
              <a:gd name="connsiteY91" fmla="*/ 2753130 h 2767298"/>
              <a:gd name="connsiteX92" fmla="*/ 4262168 w 4752801"/>
              <a:gd name="connsiteY92" fmla="*/ 2752320 h 2767298"/>
              <a:gd name="connsiteX93" fmla="*/ 4626095 w 4752801"/>
              <a:gd name="connsiteY93" fmla="*/ 2751511 h 2767298"/>
              <a:gd name="connsiteX94" fmla="*/ 4629739 w 4752801"/>
              <a:gd name="connsiteY94" fmla="*/ 2751511 h 2767298"/>
              <a:gd name="connsiteX95" fmla="*/ 4630953 w 4752801"/>
              <a:gd name="connsiteY95" fmla="*/ 2752320 h 2767298"/>
              <a:gd name="connsiteX96" fmla="*/ 4632977 w 4752801"/>
              <a:gd name="connsiteY96" fmla="*/ 2755559 h 2767298"/>
              <a:gd name="connsiteX97" fmla="*/ 4632977 w 4752801"/>
              <a:gd name="connsiteY97" fmla="*/ 2756774 h 2767298"/>
              <a:gd name="connsiteX98" fmla="*/ 4630953 w 4752801"/>
              <a:gd name="connsiteY98" fmla="*/ 2760012 h 2767298"/>
              <a:gd name="connsiteX99" fmla="*/ 4629739 w 4752801"/>
              <a:gd name="connsiteY99" fmla="*/ 2760822 h 2767298"/>
              <a:gd name="connsiteX100" fmla="*/ 4626095 w 4752801"/>
              <a:gd name="connsiteY100" fmla="*/ 2760822 h 2767298"/>
              <a:gd name="connsiteX101" fmla="*/ 4624881 w 4752801"/>
              <a:gd name="connsiteY101" fmla="*/ 2760012 h 2767298"/>
              <a:gd name="connsiteX102" fmla="*/ 4622857 w 4752801"/>
              <a:gd name="connsiteY102" fmla="*/ 2756774 h 2767298"/>
              <a:gd name="connsiteX103" fmla="*/ 4622857 w 4752801"/>
              <a:gd name="connsiteY103" fmla="*/ 2755559 h 2767298"/>
              <a:gd name="connsiteX104" fmla="*/ 4624881 w 4752801"/>
              <a:gd name="connsiteY104" fmla="*/ 2752320 h 2767298"/>
              <a:gd name="connsiteX105" fmla="*/ 4626095 w 4752801"/>
              <a:gd name="connsiteY105" fmla="*/ 2751511 h 2767298"/>
              <a:gd name="connsiteX106" fmla="*/ 4180396 w 4752801"/>
              <a:gd name="connsiteY106" fmla="*/ 2751511 h 2767298"/>
              <a:gd name="connsiteX107" fmla="*/ 4185253 w 4752801"/>
              <a:gd name="connsiteY107" fmla="*/ 2751511 h 2767298"/>
              <a:gd name="connsiteX108" fmla="*/ 4186468 w 4752801"/>
              <a:gd name="connsiteY108" fmla="*/ 2751916 h 2767298"/>
              <a:gd name="connsiteX109" fmla="*/ 4188897 w 4752801"/>
              <a:gd name="connsiteY109" fmla="*/ 2755964 h 2767298"/>
              <a:gd name="connsiteX110" fmla="*/ 4188897 w 4752801"/>
              <a:gd name="connsiteY110" fmla="*/ 2757178 h 2767298"/>
              <a:gd name="connsiteX111" fmla="*/ 4186468 w 4752801"/>
              <a:gd name="connsiteY111" fmla="*/ 2761226 h 2767298"/>
              <a:gd name="connsiteX112" fmla="*/ 4185253 w 4752801"/>
              <a:gd name="connsiteY112" fmla="*/ 2761631 h 2767298"/>
              <a:gd name="connsiteX113" fmla="*/ 4180396 w 4752801"/>
              <a:gd name="connsiteY113" fmla="*/ 2761631 h 2767298"/>
              <a:gd name="connsiteX114" fmla="*/ 4179181 w 4752801"/>
              <a:gd name="connsiteY114" fmla="*/ 2761226 h 2767298"/>
              <a:gd name="connsiteX115" fmla="*/ 4176753 w 4752801"/>
              <a:gd name="connsiteY115" fmla="*/ 2757178 h 2767298"/>
              <a:gd name="connsiteX116" fmla="*/ 4176753 w 4752801"/>
              <a:gd name="connsiteY116" fmla="*/ 2755964 h 2767298"/>
              <a:gd name="connsiteX117" fmla="*/ 4179181 w 4752801"/>
              <a:gd name="connsiteY117" fmla="*/ 2751916 h 2767298"/>
              <a:gd name="connsiteX118" fmla="*/ 4180396 w 4752801"/>
              <a:gd name="connsiteY118" fmla="*/ 2751511 h 2767298"/>
              <a:gd name="connsiteX119" fmla="*/ 3614063 w 4752801"/>
              <a:gd name="connsiteY119" fmla="*/ 2751511 h 2767298"/>
              <a:gd name="connsiteX120" fmla="*/ 3617707 w 4752801"/>
              <a:gd name="connsiteY120" fmla="*/ 2751511 h 2767298"/>
              <a:gd name="connsiteX121" fmla="*/ 3618921 w 4752801"/>
              <a:gd name="connsiteY121" fmla="*/ 2752320 h 2767298"/>
              <a:gd name="connsiteX122" fmla="*/ 3620945 w 4752801"/>
              <a:gd name="connsiteY122" fmla="*/ 2755559 h 2767298"/>
              <a:gd name="connsiteX123" fmla="*/ 3620945 w 4752801"/>
              <a:gd name="connsiteY123" fmla="*/ 2756774 h 2767298"/>
              <a:gd name="connsiteX124" fmla="*/ 3618921 w 4752801"/>
              <a:gd name="connsiteY124" fmla="*/ 2760012 h 2767298"/>
              <a:gd name="connsiteX125" fmla="*/ 3617707 w 4752801"/>
              <a:gd name="connsiteY125" fmla="*/ 2760822 h 2767298"/>
              <a:gd name="connsiteX126" fmla="*/ 3614063 w 4752801"/>
              <a:gd name="connsiteY126" fmla="*/ 2760822 h 2767298"/>
              <a:gd name="connsiteX127" fmla="*/ 3612849 w 4752801"/>
              <a:gd name="connsiteY127" fmla="*/ 2760012 h 2767298"/>
              <a:gd name="connsiteX128" fmla="*/ 3610825 w 4752801"/>
              <a:gd name="connsiteY128" fmla="*/ 2756774 h 2767298"/>
              <a:gd name="connsiteX129" fmla="*/ 3610825 w 4752801"/>
              <a:gd name="connsiteY129" fmla="*/ 2755559 h 2767298"/>
              <a:gd name="connsiteX130" fmla="*/ 3612849 w 4752801"/>
              <a:gd name="connsiteY130" fmla="*/ 2752320 h 2767298"/>
              <a:gd name="connsiteX131" fmla="*/ 3614063 w 4752801"/>
              <a:gd name="connsiteY131" fmla="*/ 2751511 h 2767298"/>
              <a:gd name="connsiteX132" fmla="*/ 4221282 w 4752801"/>
              <a:gd name="connsiteY132" fmla="*/ 2751106 h 2767298"/>
              <a:gd name="connsiteX133" fmla="*/ 4225330 w 4752801"/>
              <a:gd name="connsiteY133" fmla="*/ 2751106 h 2767298"/>
              <a:gd name="connsiteX134" fmla="*/ 4226544 w 4752801"/>
              <a:gd name="connsiteY134" fmla="*/ 2751916 h 2767298"/>
              <a:gd name="connsiteX135" fmla="*/ 4228569 w 4752801"/>
              <a:gd name="connsiteY135" fmla="*/ 2755559 h 2767298"/>
              <a:gd name="connsiteX136" fmla="*/ 4228569 w 4752801"/>
              <a:gd name="connsiteY136" fmla="*/ 2756773 h 2767298"/>
              <a:gd name="connsiteX137" fmla="*/ 4226544 w 4752801"/>
              <a:gd name="connsiteY137" fmla="*/ 2760417 h 2767298"/>
              <a:gd name="connsiteX138" fmla="*/ 4225330 w 4752801"/>
              <a:gd name="connsiteY138" fmla="*/ 2760822 h 2767298"/>
              <a:gd name="connsiteX139" fmla="*/ 4221282 w 4752801"/>
              <a:gd name="connsiteY139" fmla="*/ 2760822 h 2767298"/>
              <a:gd name="connsiteX140" fmla="*/ 4220068 w 4752801"/>
              <a:gd name="connsiteY140" fmla="*/ 2760417 h 2767298"/>
              <a:gd name="connsiteX141" fmla="*/ 4218044 w 4752801"/>
              <a:gd name="connsiteY141" fmla="*/ 2756773 h 2767298"/>
              <a:gd name="connsiteX142" fmla="*/ 4218044 w 4752801"/>
              <a:gd name="connsiteY142" fmla="*/ 2755559 h 2767298"/>
              <a:gd name="connsiteX143" fmla="*/ 4220068 w 4752801"/>
              <a:gd name="connsiteY143" fmla="*/ 2751916 h 2767298"/>
              <a:gd name="connsiteX144" fmla="*/ 4221282 w 4752801"/>
              <a:gd name="connsiteY144" fmla="*/ 2751106 h 2767298"/>
              <a:gd name="connsiteX145" fmla="*/ 4139510 w 4752801"/>
              <a:gd name="connsiteY145" fmla="*/ 2751106 h 2767298"/>
              <a:gd name="connsiteX146" fmla="*/ 4144772 w 4752801"/>
              <a:gd name="connsiteY146" fmla="*/ 2751106 h 2767298"/>
              <a:gd name="connsiteX147" fmla="*/ 4145987 w 4752801"/>
              <a:gd name="connsiteY147" fmla="*/ 2751511 h 2767298"/>
              <a:gd name="connsiteX148" fmla="*/ 4148821 w 4752801"/>
              <a:gd name="connsiteY148" fmla="*/ 2755964 h 2767298"/>
              <a:gd name="connsiteX149" fmla="*/ 4148821 w 4752801"/>
              <a:gd name="connsiteY149" fmla="*/ 2757178 h 2767298"/>
              <a:gd name="connsiteX150" fmla="*/ 4145987 w 4752801"/>
              <a:gd name="connsiteY150" fmla="*/ 2761631 h 2767298"/>
              <a:gd name="connsiteX151" fmla="*/ 4144772 w 4752801"/>
              <a:gd name="connsiteY151" fmla="*/ 2762036 h 2767298"/>
              <a:gd name="connsiteX152" fmla="*/ 4139510 w 4752801"/>
              <a:gd name="connsiteY152" fmla="*/ 2762036 h 2767298"/>
              <a:gd name="connsiteX153" fmla="*/ 4138296 w 4752801"/>
              <a:gd name="connsiteY153" fmla="*/ 2761631 h 2767298"/>
              <a:gd name="connsiteX154" fmla="*/ 4135462 w 4752801"/>
              <a:gd name="connsiteY154" fmla="*/ 2757178 h 2767298"/>
              <a:gd name="connsiteX155" fmla="*/ 4135462 w 4752801"/>
              <a:gd name="connsiteY155" fmla="*/ 2755964 h 2767298"/>
              <a:gd name="connsiteX156" fmla="*/ 4138296 w 4752801"/>
              <a:gd name="connsiteY156" fmla="*/ 2751511 h 2767298"/>
              <a:gd name="connsiteX157" fmla="*/ 4139510 w 4752801"/>
              <a:gd name="connsiteY157" fmla="*/ 2751106 h 2767298"/>
              <a:gd name="connsiteX158" fmla="*/ 3977585 w 4752801"/>
              <a:gd name="connsiteY158" fmla="*/ 2751106 h 2767298"/>
              <a:gd name="connsiteX159" fmla="*/ 3982847 w 4752801"/>
              <a:gd name="connsiteY159" fmla="*/ 2751106 h 2767298"/>
              <a:gd name="connsiteX160" fmla="*/ 3984062 w 4752801"/>
              <a:gd name="connsiteY160" fmla="*/ 2751511 h 2767298"/>
              <a:gd name="connsiteX161" fmla="*/ 3986896 w 4752801"/>
              <a:gd name="connsiteY161" fmla="*/ 2755964 h 2767298"/>
              <a:gd name="connsiteX162" fmla="*/ 3986896 w 4752801"/>
              <a:gd name="connsiteY162" fmla="*/ 2757178 h 2767298"/>
              <a:gd name="connsiteX163" fmla="*/ 3984062 w 4752801"/>
              <a:gd name="connsiteY163" fmla="*/ 2761631 h 2767298"/>
              <a:gd name="connsiteX164" fmla="*/ 3982847 w 4752801"/>
              <a:gd name="connsiteY164" fmla="*/ 2762036 h 2767298"/>
              <a:gd name="connsiteX165" fmla="*/ 3977585 w 4752801"/>
              <a:gd name="connsiteY165" fmla="*/ 2762036 h 2767298"/>
              <a:gd name="connsiteX166" fmla="*/ 3976371 w 4752801"/>
              <a:gd name="connsiteY166" fmla="*/ 2761631 h 2767298"/>
              <a:gd name="connsiteX167" fmla="*/ 3973537 w 4752801"/>
              <a:gd name="connsiteY167" fmla="*/ 2757178 h 2767298"/>
              <a:gd name="connsiteX168" fmla="*/ 3973537 w 4752801"/>
              <a:gd name="connsiteY168" fmla="*/ 2755964 h 2767298"/>
              <a:gd name="connsiteX169" fmla="*/ 3976371 w 4752801"/>
              <a:gd name="connsiteY169" fmla="*/ 2751511 h 2767298"/>
              <a:gd name="connsiteX170" fmla="*/ 3977585 w 4752801"/>
              <a:gd name="connsiteY170" fmla="*/ 2751106 h 2767298"/>
              <a:gd name="connsiteX171" fmla="*/ 4018066 w 4752801"/>
              <a:gd name="connsiteY171" fmla="*/ 2750296 h 2767298"/>
              <a:gd name="connsiteX172" fmla="*/ 4023733 w 4752801"/>
              <a:gd name="connsiteY172" fmla="*/ 2750296 h 2767298"/>
              <a:gd name="connsiteX173" fmla="*/ 4024948 w 4752801"/>
              <a:gd name="connsiteY173" fmla="*/ 2751106 h 2767298"/>
              <a:gd name="connsiteX174" fmla="*/ 4027781 w 4752801"/>
              <a:gd name="connsiteY174" fmla="*/ 2755963 h 2767298"/>
              <a:gd name="connsiteX175" fmla="*/ 4027781 w 4752801"/>
              <a:gd name="connsiteY175" fmla="*/ 2757178 h 2767298"/>
              <a:gd name="connsiteX176" fmla="*/ 4024948 w 4752801"/>
              <a:gd name="connsiteY176" fmla="*/ 2762036 h 2767298"/>
              <a:gd name="connsiteX177" fmla="*/ 4023733 w 4752801"/>
              <a:gd name="connsiteY177" fmla="*/ 2762440 h 2767298"/>
              <a:gd name="connsiteX178" fmla="*/ 4018066 w 4752801"/>
              <a:gd name="connsiteY178" fmla="*/ 2762440 h 2767298"/>
              <a:gd name="connsiteX179" fmla="*/ 4016852 w 4752801"/>
              <a:gd name="connsiteY179" fmla="*/ 2762036 h 2767298"/>
              <a:gd name="connsiteX180" fmla="*/ 4014018 w 4752801"/>
              <a:gd name="connsiteY180" fmla="*/ 2757178 h 2767298"/>
              <a:gd name="connsiteX181" fmla="*/ 4014018 w 4752801"/>
              <a:gd name="connsiteY181" fmla="*/ 2755963 h 2767298"/>
              <a:gd name="connsiteX182" fmla="*/ 4016852 w 4752801"/>
              <a:gd name="connsiteY182" fmla="*/ 2751106 h 2767298"/>
              <a:gd name="connsiteX183" fmla="*/ 4018066 w 4752801"/>
              <a:gd name="connsiteY183" fmla="*/ 2750296 h 2767298"/>
              <a:gd name="connsiteX184" fmla="*/ 4098624 w 4752801"/>
              <a:gd name="connsiteY184" fmla="*/ 2749891 h 2767298"/>
              <a:gd name="connsiteX185" fmla="*/ 4104291 w 4752801"/>
              <a:gd name="connsiteY185" fmla="*/ 2749891 h 2767298"/>
              <a:gd name="connsiteX186" fmla="*/ 4105506 w 4752801"/>
              <a:gd name="connsiteY186" fmla="*/ 2750701 h 2767298"/>
              <a:gd name="connsiteX187" fmla="*/ 4108339 w 4752801"/>
              <a:gd name="connsiteY187" fmla="*/ 2755558 h 2767298"/>
              <a:gd name="connsiteX188" fmla="*/ 4108339 w 4752801"/>
              <a:gd name="connsiteY188" fmla="*/ 2756773 h 2767298"/>
              <a:gd name="connsiteX189" fmla="*/ 4105506 w 4752801"/>
              <a:gd name="connsiteY189" fmla="*/ 2761631 h 2767298"/>
              <a:gd name="connsiteX190" fmla="*/ 4104291 w 4752801"/>
              <a:gd name="connsiteY190" fmla="*/ 2761631 h 2767298"/>
              <a:gd name="connsiteX191" fmla="*/ 4098624 w 4752801"/>
              <a:gd name="connsiteY191" fmla="*/ 2761631 h 2767298"/>
              <a:gd name="connsiteX192" fmla="*/ 4097410 w 4752801"/>
              <a:gd name="connsiteY192" fmla="*/ 2761226 h 2767298"/>
              <a:gd name="connsiteX193" fmla="*/ 4094576 w 4752801"/>
              <a:gd name="connsiteY193" fmla="*/ 2756368 h 2767298"/>
              <a:gd name="connsiteX194" fmla="*/ 4094576 w 4752801"/>
              <a:gd name="connsiteY194" fmla="*/ 2755154 h 2767298"/>
              <a:gd name="connsiteX195" fmla="*/ 4097410 w 4752801"/>
              <a:gd name="connsiteY195" fmla="*/ 2750296 h 2767298"/>
              <a:gd name="connsiteX196" fmla="*/ 4098624 w 4752801"/>
              <a:gd name="connsiteY196" fmla="*/ 2749891 h 2767298"/>
              <a:gd name="connsiteX197" fmla="*/ 4058142 w 4752801"/>
              <a:gd name="connsiteY197" fmla="*/ 2749891 h 2767298"/>
              <a:gd name="connsiteX198" fmla="*/ 4064619 w 4752801"/>
              <a:gd name="connsiteY198" fmla="*/ 2749891 h 2767298"/>
              <a:gd name="connsiteX199" fmla="*/ 4065834 w 4752801"/>
              <a:gd name="connsiteY199" fmla="*/ 2750296 h 2767298"/>
              <a:gd name="connsiteX200" fmla="*/ 4069073 w 4752801"/>
              <a:gd name="connsiteY200" fmla="*/ 2755963 h 2767298"/>
              <a:gd name="connsiteX201" fmla="*/ 4069073 w 4752801"/>
              <a:gd name="connsiteY201" fmla="*/ 2757178 h 2767298"/>
              <a:gd name="connsiteX202" fmla="*/ 4065834 w 4752801"/>
              <a:gd name="connsiteY202" fmla="*/ 2762845 h 2767298"/>
              <a:gd name="connsiteX203" fmla="*/ 4064619 w 4752801"/>
              <a:gd name="connsiteY203" fmla="*/ 2763250 h 2767298"/>
              <a:gd name="connsiteX204" fmla="*/ 4058142 w 4752801"/>
              <a:gd name="connsiteY204" fmla="*/ 2763250 h 2767298"/>
              <a:gd name="connsiteX205" fmla="*/ 4056928 w 4752801"/>
              <a:gd name="connsiteY205" fmla="*/ 2762845 h 2767298"/>
              <a:gd name="connsiteX206" fmla="*/ 4053690 w 4752801"/>
              <a:gd name="connsiteY206" fmla="*/ 2757178 h 2767298"/>
              <a:gd name="connsiteX207" fmla="*/ 4053690 w 4752801"/>
              <a:gd name="connsiteY207" fmla="*/ 2755963 h 2767298"/>
              <a:gd name="connsiteX208" fmla="*/ 4056928 w 4752801"/>
              <a:gd name="connsiteY208" fmla="*/ 2750296 h 2767298"/>
              <a:gd name="connsiteX209" fmla="*/ 4058142 w 4752801"/>
              <a:gd name="connsiteY209" fmla="*/ 2749891 h 2767298"/>
              <a:gd name="connsiteX210" fmla="*/ 3936699 w 4752801"/>
              <a:gd name="connsiteY210" fmla="*/ 2749487 h 2767298"/>
              <a:gd name="connsiteX211" fmla="*/ 3943176 w 4752801"/>
              <a:gd name="connsiteY211" fmla="*/ 2749487 h 2767298"/>
              <a:gd name="connsiteX212" fmla="*/ 3944391 w 4752801"/>
              <a:gd name="connsiteY212" fmla="*/ 2749892 h 2767298"/>
              <a:gd name="connsiteX213" fmla="*/ 3947630 w 4752801"/>
              <a:gd name="connsiteY213" fmla="*/ 2755559 h 2767298"/>
              <a:gd name="connsiteX214" fmla="*/ 3947630 w 4752801"/>
              <a:gd name="connsiteY214" fmla="*/ 2756774 h 2767298"/>
              <a:gd name="connsiteX215" fmla="*/ 3944391 w 4752801"/>
              <a:gd name="connsiteY215" fmla="*/ 2762441 h 2767298"/>
              <a:gd name="connsiteX216" fmla="*/ 3943176 w 4752801"/>
              <a:gd name="connsiteY216" fmla="*/ 2763250 h 2767298"/>
              <a:gd name="connsiteX217" fmla="*/ 3936699 w 4752801"/>
              <a:gd name="connsiteY217" fmla="*/ 2763250 h 2767298"/>
              <a:gd name="connsiteX218" fmla="*/ 3935485 w 4752801"/>
              <a:gd name="connsiteY218" fmla="*/ 2762441 h 2767298"/>
              <a:gd name="connsiteX219" fmla="*/ 3932247 w 4752801"/>
              <a:gd name="connsiteY219" fmla="*/ 2756774 h 2767298"/>
              <a:gd name="connsiteX220" fmla="*/ 3932247 w 4752801"/>
              <a:gd name="connsiteY220" fmla="*/ 2755559 h 2767298"/>
              <a:gd name="connsiteX221" fmla="*/ 3935485 w 4752801"/>
              <a:gd name="connsiteY221" fmla="*/ 2749892 h 2767298"/>
              <a:gd name="connsiteX222" fmla="*/ 3936699 w 4752801"/>
              <a:gd name="connsiteY222" fmla="*/ 2749487 h 2767298"/>
              <a:gd name="connsiteX223" fmla="*/ 3895408 w 4752801"/>
              <a:gd name="connsiteY223" fmla="*/ 2748272 h 2767298"/>
              <a:gd name="connsiteX224" fmla="*/ 3903100 w 4752801"/>
              <a:gd name="connsiteY224" fmla="*/ 2748272 h 2767298"/>
              <a:gd name="connsiteX225" fmla="*/ 3904314 w 4752801"/>
              <a:gd name="connsiteY225" fmla="*/ 2748677 h 2767298"/>
              <a:gd name="connsiteX226" fmla="*/ 3908362 w 4752801"/>
              <a:gd name="connsiteY226" fmla="*/ 2755559 h 2767298"/>
              <a:gd name="connsiteX227" fmla="*/ 3908362 w 4752801"/>
              <a:gd name="connsiteY227" fmla="*/ 2756773 h 2767298"/>
              <a:gd name="connsiteX228" fmla="*/ 3904314 w 4752801"/>
              <a:gd name="connsiteY228" fmla="*/ 2763655 h 2767298"/>
              <a:gd name="connsiteX229" fmla="*/ 3903100 w 4752801"/>
              <a:gd name="connsiteY229" fmla="*/ 2764465 h 2767298"/>
              <a:gd name="connsiteX230" fmla="*/ 3895408 w 4752801"/>
              <a:gd name="connsiteY230" fmla="*/ 2764465 h 2767298"/>
              <a:gd name="connsiteX231" fmla="*/ 3894194 w 4752801"/>
              <a:gd name="connsiteY231" fmla="*/ 2763655 h 2767298"/>
              <a:gd name="connsiteX232" fmla="*/ 3890146 w 4752801"/>
              <a:gd name="connsiteY232" fmla="*/ 2756773 h 2767298"/>
              <a:gd name="connsiteX233" fmla="*/ 3890146 w 4752801"/>
              <a:gd name="connsiteY233" fmla="*/ 2755559 h 2767298"/>
              <a:gd name="connsiteX234" fmla="*/ 3894194 w 4752801"/>
              <a:gd name="connsiteY234" fmla="*/ 2748677 h 2767298"/>
              <a:gd name="connsiteX235" fmla="*/ 3895408 w 4752801"/>
              <a:gd name="connsiteY235" fmla="*/ 2748272 h 2767298"/>
              <a:gd name="connsiteX236" fmla="*/ 3854522 w 4752801"/>
              <a:gd name="connsiteY236" fmla="*/ 2747867 h 2767298"/>
              <a:gd name="connsiteX237" fmla="*/ 3863023 w 4752801"/>
              <a:gd name="connsiteY237" fmla="*/ 2747867 h 2767298"/>
              <a:gd name="connsiteX238" fmla="*/ 3864237 w 4752801"/>
              <a:gd name="connsiteY238" fmla="*/ 2748677 h 2767298"/>
              <a:gd name="connsiteX239" fmla="*/ 3868286 w 4752801"/>
              <a:gd name="connsiteY239" fmla="*/ 2755963 h 2767298"/>
              <a:gd name="connsiteX240" fmla="*/ 3868286 w 4752801"/>
              <a:gd name="connsiteY240" fmla="*/ 2757178 h 2767298"/>
              <a:gd name="connsiteX241" fmla="*/ 3864237 w 4752801"/>
              <a:gd name="connsiteY241" fmla="*/ 2764464 h 2767298"/>
              <a:gd name="connsiteX242" fmla="*/ 3863023 w 4752801"/>
              <a:gd name="connsiteY242" fmla="*/ 2764869 h 2767298"/>
              <a:gd name="connsiteX243" fmla="*/ 3854522 w 4752801"/>
              <a:gd name="connsiteY243" fmla="*/ 2764869 h 2767298"/>
              <a:gd name="connsiteX244" fmla="*/ 3853308 w 4752801"/>
              <a:gd name="connsiteY244" fmla="*/ 2764464 h 2767298"/>
              <a:gd name="connsiteX245" fmla="*/ 3849260 w 4752801"/>
              <a:gd name="connsiteY245" fmla="*/ 2757178 h 2767298"/>
              <a:gd name="connsiteX246" fmla="*/ 3849260 w 4752801"/>
              <a:gd name="connsiteY246" fmla="*/ 2755963 h 2767298"/>
              <a:gd name="connsiteX247" fmla="*/ 3853308 w 4752801"/>
              <a:gd name="connsiteY247" fmla="*/ 2748677 h 2767298"/>
              <a:gd name="connsiteX248" fmla="*/ 3854522 w 4752801"/>
              <a:gd name="connsiteY248" fmla="*/ 2747867 h 2767298"/>
              <a:gd name="connsiteX249" fmla="*/ 3773560 w 4752801"/>
              <a:gd name="connsiteY249" fmla="*/ 2747867 h 2767298"/>
              <a:gd name="connsiteX250" fmla="*/ 3782466 w 4752801"/>
              <a:gd name="connsiteY250" fmla="*/ 2747867 h 2767298"/>
              <a:gd name="connsiteX251" fmla="*/ 3783680 w 4752801"/>
              <a:gd name="connsiteY251" fmla="*/ 2748272 h 2767298"/>
              <a:gd name="connsiteX252" fmla="*/ 3788133 w 4752801"/>
              <a:gd name="connsiteY252" fmla="*/ 2755963 h 2767298"/>
              <a:gd name="connsiteX253" fmla="*/ 3788133 w 4752801"/>
              <a:gd name="connsiteY253" fmla="*/ 2757178 h 2767298"/>
              <a:gd name="connsiteX254" fmla="*/ 3783680 w 4752801"/>
              <a:gd name="connsiteY254" fmla="*/ 2764869 h 2767298"/>
              <a:gd name="connsiteX255" fmla="*/ 3782466 w 4752801"/>
              <a:gd name="connsiteY255" fmla="*/ 2765679 h 2767298"/>
              <a:gd name="connsiteX256" fmla="*/ 3773560 w 4752801"/>
              <a:gd name="connsiteY256" fmla="*/ 2765679 h 2767298"/>
              <a:gd name="connsiteX257" fmla="*/ 3772345 w 4752801"/>
              <a:gd name="connsiteY257" fmla="*/ 2764869 h 2767298"/>
              <a:gd name="connsiteX258" fmla="*/ 3767893 w 4752801"/>
              <a:gd name="connsiteY258" fmla="*/ 2757178 h 2767298"/>
              <a:gd name="connsiteX259" fmla="*/ 3767893 w 4752801"/>
              <a:gd name="connsiteY259" fmla="*/ 2755963 h 2767298"/>
              <a:gd name="connsiteX260" fmla="*/ 3772345 w 4752801"/>
              <a:gd name="connsiteY260" fmla="*/ 2748272 h 2767298"/>
              <a:gd name="connsiteX261" fmla="*/ 3773560 w 4752801"/>
              <a:gd name="connsiteY261" fmla="*/ 2747867 h 2767298"/>
              <a:gd name="connsiteX262" fmla="*/ 3814041 w 4752801"/>
              <a:gd name="connsiteY262" fmla="*/ 2747058 h 2767298"/>
              <a:gd name="connsiteX263" fmla="*/ 3822947 w 4752801"/>
              <a:gd name="connsiteY263" fmla="*/ 2747058 h 2767298"/>
              <a:gd name="connsiteX264" fmla="*/ 3824161 w 4752801"/>
              <a:gd name="connsiteY264" fmla="*/ 2747868 h 2767298"/>
              <a:gd name="connsiteX265" fmla="*/ 3828614 w 4752801"/>
              <a:gd name="connsiteY265" fmla="*/ 2755559 h 2767298"/>
              <a:gd name="connsiteX266" fmla="*/ 3828614 w 4752801"/>
              <a:gd name="connsiteY266" fmla="*/ 2756774 h 2767298"/>
              <a:gd name="connsiteX267" fmla="*/ 3824161 w 4752801"/>
              <a:gd name="connsiteY267" fmla="*/ 2764465 h 2767298"/>
              <a:gd name="connsiteX268" fmla="*/ 3822947 w 4752801"/>
              <a:gd name="connsiteY268" fmla="*/ 2765275 h 2767298"/>
              <a:gd name="connsiteX269" fmla="*/ 3814041 w 4752801"/>
              <a:gd name="connsiteY269" fmla="*/ 2765275 h 2767298"/>
              <a:gd name="connsiteX270" fmla="*/ 3812826 w 4752801"/>
              <a:gd name="connsiteY270" fmla="*/ 2764465 h 2767298"/>
              <a:gd name="connsiteX271" fmla="*/ 3808374 w 4752801"/>
              <a:gd name="connsiteY271" fmla="*/ 2756774 h 2767298"/>
              <a:gd name="connsiteX272" fmla="*/ 3808374 w 4752801"/>
              <a:gd name="connsiteY272" fmla="*/ 2755559 h 2767298"/>
              <a:gd name="connsiteX273" fmla="*/ 3812826 w 4752801"/>
              <a:gd name="connsiteY273" fmla="*/ 2747868 h 2767298"/>
              <a:gd name="connsiteX274" fmla="*/ 3814041 w 4752801"/>
              <a:gd name="connsiteY274" fmla="*/ 2747058 h 2767298"/>
              <a:gd name="connsiteX275" fmla="*/ 3732674 w 4752801"/>
              <a:gd name="connsiteY275" fmla="*/ 2746653 h 2767298"/>
              <a:gd name="connsiteX276" fmla="*/ 3742389 w 4752801"/>
              <a:gd name="connsiteY276" fmla="*/ 2746653 h 2767298"/>
              <a:gd name="connsiteX277" fmla="*/ 3743604 w 4752801"/>
              <a:gd name="connsiteY277" fmla="*/ 2747463 h 2767298"/>
              <a:gd name="connsiteX278" fmla="*/ 3748462 w 4752801"/>
              <a:gd name="connsiteY278" fmla="*/ 2755964 h 2767298"/>
              <a:gd name="connsiteX279" fmla="*/ 3748462 w 4752801"/>
              <a:gd name="connsiteY279" fmla="*/ 2757178 h 2767298"/>
              <a:gd name="connsiteX280" fmla="*/ 3743604 w 4752801"/>
              <a:gd name="connsiteY280" fmla="*/ 2765679 h 2767298"/>
              <a:gd name="connsiteX281" fmla="*/ 3742389 w 4752801"/>
              <a:gd name="connsiteY281" fmla="*/ 2766489 h 2767298"/>
              <a:gd name="connsiteX282" fmla="*/ 3732674 w 4752801"/>
              <a:gd name="connsiteY282" fmla="*/ 2766489 h 2767298"/>
              <a:gd name="connsiteX283" fmla="*/ 3731460 w 4752801"/>
              <a:gd name="connsiteY283" fmla="*/ 2765679 h 2767298"/>
              <a:gd name="connsiteX284" fmla="*/ 3726602 w 4752801"/>
              <a:gd name="connsiteY284" fmla="*/ 2757178 h 2767298"/>
              <a:gd name="connsiteX285" fmla="*/ 3726602 w 4752801"/>
              <a:gd name="connsiteY285" fmla="*/ 2755964 h 2767298"/>
              <a:gd name="connsiteX286" fmla="*/ 3731460 w 4752801"/>
              <a:gd name="connsiteY286" fmla="*/ 2747463 h 2767298"/>
              <a:gd name="connsiteX287" fmla="*/ 3732674 w 4752801"/>
              <a:gd name="connsiteY287" fmla="*/ 2746653 h 2767298"/>
              <a:gd name="connsiteX288" fmla="*/ 3692192 w 4752801"/>
              <a:gd name="connsiteY288" fmla="*/ 2746248 h 2767298"/>
              <a:gd name="connsiteX289" fmla="*/ 3701907 w 4752801"/>
              <a:gd name="connsiteY289" fmla="*/ 2746248 h 2767298"/>
              <a:gd name="connsiteX290" fmla="*/ 3703122 w 4752801"/>
              <a:gd name="connsiteY290" fmla="*/ 2747058 h 2767298"/>
              <a:gd name="connsiteX291" fmla="*/ 3707980 w 4752801"/>
              <a:gd name="connsiteY291" fmla="*/ 2755559 h 2767298"/>
              <a:gd name="connsiteX292" fmla="*/ 3707980 w 4752801"/>
              <a:gd name="connsiteY292" fmla="*/ 2756773 h 2767298"/>
              <a:gd name="connsiteX293" fmla="*/ 3703122 w 4752801"/>
              <a:gd name="connsiteY293" fmla="*/ 2765274 h 2767298"/>
              <a:gd name="connsiteX294" fmla="*/ 3701907 w 4752801"/>
              <a:gd name="connsiteY294" fmla="*/ 2766084 h 2767298"/>
              <a:gd name="connsiteX295" fmla="*/ 3692192 w 4752801"/>
              <a:gd name="connsiteY295" fmla="*/ 2766084 h 2767298"/>
              <a:gd name="connsiteX296" fmla="*/ 3690978 w 4752801"/>
              <a:gd name="connsiteY296" fmla="*/ 2765274 h 2767298"/>
              <a:gd name="connsiteX297" fmla="*/ 3686120 w 4752801"/>
              <a:gd name="connsiteY297" fmla="*/ 2756773 h 2767298"/>
              <a:gd name="connsiteX298" fmla="*/ 3686120 w 4752801"/>
              <a:gd name="connsiteY298" fmla="*/ 2755559 h 2767298"/>
              <a:gd name="connsiteX299" fmla="*/ 3690978 w 4752801"/>
              <a:gd name="connsiteY299" fmla="*/ 2747058 h 2767298"/>
              <a:gd name="connsiteX300" fmla="*/ 3692192 w 4752801"/>
              <a:gd name="connsiteY300" fmla="*/ 2746248 h 2767298"/>
              <a:gd name="connsiteX301" fmla="*/ 3650902 w 4752801"/>
              <a:gd name="connsiteY301" fmla="*/ 2745843 h 2767298"/>
              <a:gd name="connsiteX302" fmla="*/ 3662236 w 4752801"/>
              <a:gd name="connsiteY302" fmla="*/ 2745843 h 2767298"/>
              <a:gd name="connsiteX303" fmla="*/ 3663451 w 4752801"/>
              <a:gd name="connsiteY303" fmla="*/ 2746248 h 2767298"/>
              <a:gd name="connsiteX304" fmla="*/ 3669118 w 4752801"/>
              <a:gd name="connsiteY304" fmla="*/ 2755963 h 2767298"/>
              <a:gd name="connsiteX305" fmla="*/ 3669118 w 4752801"/>
              <a:gd name="connsiteY305" fmla="*/ 2757178 h 2767298"/>
              <a:gd name="connsiteX306" fmla="*/ 3663451 w 4752801"/>
              <a:gd name="connsiteY306" fmla="*/ 2766893 h 2767298"/>
              <a:gd name="connsiteX307" fmla="*/ 3662236 w 4752801"/>
              <a:gd name="connsiteY307" fmla="*/ 2767298 h 2767298"/>
              <a:gd name="connsiteX308" fmla="*/ 3650902 w 4752801"/>
              <a:gd name="connsiteY308" fmla="*/ 2767298 h 2767298"/>
              <a:gd name="connsiteX309" fmla="*/ 3649687 w 4752801"/>
              <a:gd name="connsiteY309" fmla="*/ 2766893 h 2767298"/>
              <a:gd name="connsiteX310" fmla="*/ 3644020 w 4752801"/>
              <a:gd name="connsiteY310" fmla="*/ 2757178 h 2767298"/>
              <a:gd name="connsiteX311" fmla="*/ 3644020 w 4752801"/>
              <a:gd name="connsiteY311" fmla="*/ 2755963 h 2767298"/>
              <a:gd name="connsiteX312" fmla="*/ 3649687 w 4752801"/>
              <a:gd name="connsiteY312" fmla="*/ 2746248 h 2767298"/>
              <a:gd name="connsiteX313" fmla="*/ 3650902 w 4752801"/>
              <a:gd name="connsiteY313" fmla="*/ 2745843 h 2767298"/>
              <a:gd name="connsiteX314" fmla="*/ 3574391 w 4752801"/>
              <a:gd name="connsiteY314" fmla="*/ 2714268 h 2767298"/>
              <a:gd name="connsiteX315" fmla="*/ 3576415 w 4752801"/>
              <a:gd name="connsiteY315" fmla="*/ 2714268 h 2767298"/>
              <a:gd name="connsiteX316" fmla="*/ 3577225 w 4752801"/>
              <a:gd name="connsiteY316" fmla="*/ 2715887 h 2767298"/>
              <a:gd name="connsiteX317" fmla="*/ 3576415 w 4752801"/>
              <a:gd name="connsiteY317" fmla="*/ 2717506 h 2767298"/>
              <a:gd name="connsiteX318" fmla="*/ 3574391 w 4752801"/>
              <a:gd name="connsiteY318" fmla="*/ 2717506 h 2767298"/>
              <a:gd name="connsiteX319" fmla="*/ 3573582 w 4752801"/>
              <a:gd name="connsiteY319" fmla="*/ 2715887 h 2767298"/>
              <a:gd name="connsiteX320" fmla="*/ 4383612 w 4752801"/>
              <a:gd name="connsiteY320" fmla="*/ 2713054 h 2767298"/>
              <a:gd name="connsiteX321" fmla="*/ 4386851 w 4752801"/>
              <a:gd name="connsiteY321" fmla="*/ 2713054 h 2767298"/>
              <a:gd name="connsiteX322" fmla="*/ 4388470 w 4752801"/>
              <a:gd name="connsiteY322" fmla="*/ 2715887 h 2767298"/>
              <a:gd name="connsiteX323" fmla="*/ 4386851 w 4752801"/>
              <a:gd name="connsiteY323" fmla="*/ 2718721 h 2767298"/>
              <a:gd name="connsiteX324" fmla="*/ 4383612 w 4752801"/>
              <a:gd name="connsiteY324" fmla="*/ 2718721 h 2767298"/>
              <a:gd name="connsiteX325" fmla="*/ 4381993 w 4752801"/>
              <a:gd name="connsiteY325" fmla="*/ 2715887 h 2767298"/>
              <a:gd name="connsiteX326" fmla="*/ 4545132 w 4752801"/>
              <a:gd name="connsiteY326" fmla="*/ 2712649 h 2767298"/>
              <a:gd name="connsiteX327" fmla="*/ 4549180 w 4752801"/>
              <a:gd name="connsiteY327" fmla="*/ 2712649 h 2767298"/>
              <a:gd name="connsiteX328" fmla="*/ 4551204 w 4752801"/>
              <a:gd name="connsiteY328" fmla="*/ 2715887 h 2767298"/>
              <a:gd name="connsiteX329" fmla="*/ 4549180 w 4752801"/>
              <a:gd name="connsiteY329" fmla="*/ 2719126 h 2767298"/>
              <a:gd name="connsiteX330" fmla="*/ 4545132 w 4752801"/>
              <a:gd name="connsiteY330" fmla="*/ 2719126 h 2767298"/>
              <a:gd name="connsiteX331" fmla="*/ 4543108 w 4752801"/>
              <a:gd name="connsiteY331" fmla="*/ 2715887 h 2767298"/>
              <a:gd name="connsiteX332" fmla="*/ 4221283 w 4752801"/>
              <a:gd name="connsiteY332" fmla="*/ 2712244 h 2767298"/>
              <a:gd name="connsiteX333" fmla="*/ 4224926 w 4752801"/>
              <a:gd name="connsiteY333" fmla="*/ 2712244 h 2767298"/>
              <a:gd name="connsiteX334" fmla="*/ 4226140 w 4752801"/>
              <a:gd name="connsiteY334" fmla="*/ 2712649 h 2767298"/>
              <a:gd name="connsiteX335" fmla="*/ 4227759 w 4752801"/>
              <a:gd name="connsiteY335" fmla="*/ 2715482 h 2767298"/>
              <a:gd name="connsiteX336" fmla="*/ 4227759 w 4752801"/>
              <a:gd name="connsiteY336" fmla="*/ 2716697 h 2767298"/>
              <a:gd name="connsiteX337" fmla="*/ 4226140 w 4752801"/>
              <a:gd name="connsiteY337" fmla="*/ 2719531 h 2767298"/>
              <a:gd name="connsiteX338" fmla="*/ 4224926 w 4752801"/>
              <a:gd name="connsiteY338" fmla="*/ 2720745 h 2767298"/>
              <a:gd name="connsiteX339" fmla="*/ 4221283 w 4752801"/>
              <a:gd name="connsiteY339" fmla="*/ 2720745 h 2767298"/>
              <a:gd name="connsiteX340" fmla="*/ 4220068 w 4752801"/>
              <a:gd name="connsiteY340" fmla="*/ 2719935 h 2767298"/>
              <a:gd name="connsiteX341" fmla="*/ 4218449 w 4752801"/>
              <a:gd name="connsiteY341" fmla="*/ 2717102 h 2767298"/>
              <a:gd name="connsiteX342" fmla="*/ 4218449 w 4752801"/>
              <a:gd name="connsiteY342" fmla="*/ 2715887 h 2767298"/>
              <a:gd name="connsiteX343" fmla="*/ 4220068 w 4752801"/>
              <a:gd name="connsiteY343" fmla="*/ 2713054 h 2767298"/>
              <a:gd name="connsiteX344" fmla="*/ 4221283 w 4752801"/>
              <a:gd name="connsiteY344" fmla="*/ 2712244 h 2767298"/>
              <a:gd name="connsiteX345" fmla="*/ 4707058 w 4752801"/>
              <a:gd name="connsiteY345" fmla="*/ 2711839 h 2767298"/>
              <a:gd name="connsiteX346" fmla="*/ 4711511 w 4752801"/>
              <a:gd name="connsiteY346" fmla="*/ 2711839 h 2767298"/>
              <a:gd name="connsiteX347" fmla="*/ 4713939 w 4752801"/>
              <a:gd name="connsiteY347" fmla="*/ 2715887 h 2767298"/>
              <a:gd name="connsiteX348" fmla="*/ 4711511 w 4752801"/>
              <a:gd name="connsiteY348" fmla="*/ 2719935 h 2767298"/>
              <a:gd name="connsiteX349" fmla="*/ 4707058 w 4752801"/>
              <a:gd name="connsiteY349" fmla="*/ 2719935 h 2767298"/>
              <a:gd name="connsiteX350" fmla="*/ 4704629 w 4752801"/>
              <a:gd name="connsiteY350" fmla="*/ 2715887 h 2767298"/>
              <a:gd name="connsiteX351" fmla="*/ 4666576 w 4752801"/>
              <a:gd name="connsiteY351" fmla="*/ 2711839 h 2767298"/>
              <a:gd name="connsiteX352" fmla="*/ 4671029 w 4752801"/>
              <a:gd name="connsiteY352" fmla="*/ 2711839 h 2767298"/>
              <a:gd name="connsiteX353" fmla="*/ 4673457 w 4752801"/>
              <a:gd name="connsiteY353" fmla="*/ 2715887 h 2767298"/>
              <a:gd name="connsiteX354" fmla="*/ 4671029 w 4752801"/>
              <a:gd name="connsiteY354" fmla="*/ 2719935 h 2767298"/>
              <a:gd name="connsiteX355" fmla="*/ 4666576 w 4752801"/>
              <a:gd name="connsiteY355" fmla="*/ 2719935 h 2767298"/>
              <a:gd name="connsiteX356" fmla="*/ 4664147 w 4752801"/>
              <a:gd name="connsiteY356" fmla="*/ 2715887 h 2767298"/>
              <a:gd name="connsiteX357" fmla="*/ 4626095 w 4752801"/>
              <a:gd name="connsiteY357" fmla="*/ 2711839 h 2767298"/>
              <a:gd name="connsiteX358" fmla="*/ 4629738 w 4752801"/>
              <a:gd name="connsiteY358" fmla="*/ 2711839 h 2767298"/>
              <a:gd name="connsiteX359" fmla="*/ 4630952 w 4752801"/>
              <a:gd name="connsiteY359" fmla="*/ 2712649 h 2767298"/>
              <a:gd name="connsiteX360" fmla="*/ 4632571 w 4752801"/>
              <a:gd name="connsiteY360" fmla="*/ 2715482 h 2767298"/>
              <a:gd name="connsiteX361" fmla="*/ 4632571 w 4752801"/>
              <a:gd name="connsiteY361" fmla="*/ 2716697 h 2767298"/>
              <a:gd name="connsiteX362" fmla="*/ 4630952 w 4752801"/>
              <a:gd name="connsiteY362" fmla="*/ 2719531 h 2767298"/>
              <a:gd name="connsiteX363" fmla="*/ 4629738 w 4752801"/>
              <a:gd name="connsiteY363" fmla="*/ 2719935 h 2767298"/>
              <a:gd name="connsiteX364" fmla="*/ 4626095 w 4752801"/>
              <a:gd name="connsiteY364" fmla="*/ 2719935 h 2767298"/>
              <a:gd name="connsiteX365" fmla="*/ 4624880 w 4752801"/>
              <a:gd name="connsiteY365" fmla="*/ 2719531 h 2767298"/>
              <a:gd name="connsiteX366" fmla="*/ 4623261 w 4752801"/>
              <a:gd name="connsiteY366" fmla="*/ 2716697 h 2767298"/>
              <a:gd name="connsiteX367" fmla="*/ 4623261 w 4752801"/>
              <a:gd name="connsiteY367" fmla="*/ 2715482 h 2767298"/>
              <a:gd name="connsiteX368" fmla="*/ 4624880 w 4752801"/>
              <a:gd name="connsiteY368" fmla="*/ 2712649 h 2767298"/>
              <a:gd name="connsiteX369" fmla="*/ 4626095 w 4752801"/>
              <a:gd name="connsiteY369" fmla="*/ 2711839 h 2767298"/>
              <a:gd name="connsiteX370" fmla="*/ 4505055 w 4752801"/>
              <a:gd name="connsiteY370" fmla="*/ 2711839 h 2767298"/>
              <a:gd name="connsiteX371" fmla="*/ 4508294 w 4752801"/>
              <a:gd name="connsiteY371" fmla="*/ 2711839 h 2767298"/>
              <a:gd name="connsiteX372" fmla="*/ 4509508 w 4752801"/>
              <a:gd name="connsiteY372" fmla="*/ 2712649 h 2767298"/>
              <a:gd name="connsiteX373" fmla="*/ 4511128 w 4752801"/>
              <a:gd name="connsiteY373" fmla="*/ 2715482 h 2767298"/>
              <a:gd name="connsiteX374" fmla="*/ 4511128 w 4752801"/>
              <a:gd name="connsiteY374" fmla="*/ 2716697 h 2767298"/>
              <a:gd name="connsiteX375" fmla="*/ 4509508 w 4752801"/>
              <a:gd name="connsiteY375" fmla="*/ 2719531 h 2767298"/>
              <a:gd name="connsiteX376" fmla="*/ 4508294 w 4752801"/>
              <a:gd name="connsiteY376" fmla="*/ 2720340 h 2767298"/>
              <a:gd name="connsiteX377" fmla="*/ 4505055 w 4752801"/>
              <a:gd name="connsiteY377" fmla="*/ 2720340 h 2767298"/>
              <a:gd name="connsiteX378" fmla="*/ 4503841 w 4752801"/>
              <a:gd name="connsiteY378" fmla="*/ 2719531 h 2767298"/>
              <a:gd name="connsiteX379" fmla="*/ 4502222 w 4752801"/>
              <a:gd name="connsiteY379" fmla="*/ 2716697 h 2767298"/>
              <a:gd name="connsiteX380" fmla="*/ 4502222 w 4752801"/>
              <a:gd name="connsiteY380" fmla="*/ 2715482 h 2767298"/>
              <a:gd name="connsiteX381" fmla="*/ 4503841 w 4752801"/>
              <a:gd name="connsiteY381" fmla="*/ 2712649 h 2767298"/>
              <a:gd name="connsiteX382" fmla="*/ 4505055 w 4752801"/>
              <a:gd name="connsiteY382" fmla="*/ 2711839 h 2767298"/>
              <a:gd name="connsiteX383" fmla="*/ 4464170 w 4752801"/>
              <a:gd name="connsiteY383" fmla="*/ 2711839 h 2767298"/>
              <a:gd name="connsiteX384" fmla="*/ 4468623 w 4752801"/>
              <a:gd name="connsiteY384" fmla="*/ 2711839 h 2767298"/>
              <a:gd name="connsiteX385" fmla="*/ 4471051 w 4752801"/>
              <a:gd name="connsiteY385" fmla="*/ 2715887 h 2767298"/>
              <a:gd name="connsiteX386" fmla="*/ 4468623 w 4752801"/>
              <a:gd name="connsiteY386" fmla="*/ 2719935 h 2767298"/>
              <a:gd name="connsiteX387" fmla="*/ 4464170 w 4752801"/>
              <a:gd name="connsiteY387" fmla="*/ 2719935 h 2767298"/>
              <a:gd name="connsiteX388" fmla="*/ 4461741 w 4752801"/>
              <a:gd name="connsiteY388" fmla="*/ 2715887 h 2767298"/>
              <a:gd name="connsiteX389" fmla="*/ 4424093 w 4752801"/>
              <a:gd name="connsiteY389" fmla="*/ 2711839 h 2767298"/>
              <a:gd name="connsiteX390" fmla="*/ 4427332 w 4752801"/>
              <a:gd name="connsiteY390" fmla="*/ 2711839 h 2767298"/>
              <a:gd name="connsiteX391" fmla="*/ 4428546 w 4752801"/>
              <a:gd name="connsiteY391" fmla="*/ 2712649 h 2767298"/>
              <a:gd name="connsiteX392" fmla="*/ 4430166 w 4752801"/>
              <a:gd name="connsiteY392" fmla="*/ 2715482 h 2767298"/>
              <a:gd name="connsiteX393" fmla="*/ 4430166 w 4752801"/>
              <a:gd name="connsiteY393" fmla="*/ 2716697 h 2767298"/>
              <a:gd name="connsiteX394" fmla="*/ 4428546 w 4752801"/>
              <a:gd name="connsiteY394" fmla="*/ 2719531 h 2767298"/>
              <a:gd name="connsiteX395" fmla="*/ 4427332 w 4752801"/>
              <a:gd name="connsiteY395" fmla="*/ 2719935 h 2767298"/>
              <a:gd name="connsiteX396" fmla="*/ 4424093 w 4752801"/>
              <a:gd name="connsiteY396" fmla="*/ 2719935 h 2767298"/>
              <a:gd name="connsiteX397" fmla="*/ 4422879 w 4752801"/>
              <a:gd name="connsiteY397" fmla="*/ 2719531 h 2767298"/>
              <a:gd name="connsiteX398" fmla="*/ 4421260 w 4752801"/>
              <a:gd name="connsiteY398" fmla="*/ 2716697 h 2767298"/>
              <a:gd name="connsiteX399" fmla="*/ 4421260 w 4752801"/>
              <a:gd name="connsiteY399" fmla="*/ 2715482 h 2767298"/>
              <a:gd name="connsiteX400" fmla="*/ 4422879 w 4752801"/>
              <a:gd name="connsiteY400" fmla="*/ 2712649 h 2767298"/>
              <a:gd name="connsiteX401" fmla="*/ 4424093 w 4752801"/>
              <a:gd name="connsiteY401" fmla="*/ 2711839 h 2767298"/>
              <a:gd name="connsiteX402" fmla="*/ 4301840 w 4752801"/>
              <a:gd name="connsiteY402" fmla="*/ 2711839 h 2767298"/>
              <a:gd name="connsiteX403" fmla="*/ 4306293 w 4752801"/>
              <a:gd name="connsiteY403" fmla="*/ 2711839 h 2767298"/>
              <a:gd name="connsiteX404" fmla="*/ 4308317 w 4752801"/>
              <a:gd name="connsiteY404" fmla="*/ 2715887 h 2767298"/>
              <a:gd name="connsiteX405" fmla="*/ 4306293 w 4752801"/>
              <a:gd name="connsiteY405" fmla="*/ 2719935 h 2767298"/>
              <a:gd name="connsiteX406" fmla="*/ 4301840 w 4752801"/>
              <a:gd name="connsiteY406" fmla="*/ 2719935 h 2767298"/>
              <a:gd name="connsiteX407" fmla="*/ 4299816 w 4752801"/>
              <a:gd name="connsiteY407" fmla="*/ 2715887 h 2767298"/>
              <a:gd name="connsiteX408" fmla="*/ 4585614 w 4752801"/>
              <a:gd name="connsiteY408" fmla="*/ 2711434 h 2767298"/>
              <a:gd name="connsiteX409" fmla="*/ 4589257 w 4752801"/>
              <a:gd name="connsiteY409" fmla="*/ 2711434 h 2767298"/>
              <a:gd name="connsiteX410" fmla="*/ 4590471 w 4752801"/>
              <a:gd name="connsiteY410" fmla="*/ 2711839 h 2767298"/>
              <a:gd name="connsiteX411" fmla="*/ 4592090 w 4752801"/>
              <a:gd name="connsiteY411" fmla="*/ 2715077 h 2767298"/>
              <a:gd name="connsiteX412" fmla="*/ 4592090 w 4752801"/>
              <a:gd name="connsiteY412" fmla="*/ 2716292 h 2767298"/>
              <a:gd name="connsiteX413" fmla="*/ 4590471 w 4752801"/>
              <a:gd name="connsiteY413" fmla="*/ 2719530 h 2767298"/>
              <a:gd name="connsiteX414" fmla="*/ 4589257 w 4752801"/>
              <a:gd name="connsiteY414" fmla="*/ 2720745 h 2767298"/>
              <a:gd name="connsiteX415" fmla="*/ 4585614 w 4752801"/>
              <a:gd name="connsiteY415" fmla="*/ 2720745 h 2767298"/>
              <a:gd name="connsiteX416" fmla="*/ 4584399 w 4752801"/>
              <a:gd name="connsiteY416" fmla="*/ 2719935 h 2767298"/>
              <a:gd name="connsiteX417" fmla="*/ 4582780 w 4752801"/>
              <a:gd name="connsiteY417" fmla="*/ 2716697 h 2767298"/>
              <a:gd name="connsiteX418" fmla="*/ 4582780 w 4752801"/>
              <a:gd name="connsiteY418" fmla="*/ 2715482 h 2767298"/>
              <a:gd name="connsiteX419" fmla="*/ 4584399 w 4752801"/>
              <a:gd name="connsiteY419" fmla="*/ 2712244 h 2767298"/>
              <a:gd name="connsiteX420" fmla="*/ 4585614 w 4752801"/>
              <a:gd name="connsiteY420" fmla="*/ 2711434 h 2767298"/>
              <a:gd name="connsiteX421" fmla="*/ 4342727 w 4752801"/>
              <a:gd name="connsiteY421" fmla="*/ 2711434 h 2767298"/>
              <a:gd name="connsiteX422" fmla="*/ 4346370 w 4752801"/>
              <a:gd name="connsiteY422" fmla="*/ 2711434 h 2767298"/>
              <a:gd name="connsiteX423" fmla="*/ 4347584 w 4752801"/>
              <a:gd name="connsiteY423" fmla="*/ 2711839 h 2767298"/>
              <a:gd name="connsiteX424" fmla="*/ 4349203 w 4752801"/>
              <a:gd name="connsiteY424" fmla="*/ 2715077 h 2767298"/>
              <a:gd name="connsiteX425" fmla="*/ 4349203 w 4752801"/>
              <a:gd name="connsiteY425" fmla="*/ 2716292 h 2767298"/>
              <a:gd name="connsiteX426" fmla="*/ 4347584 w 4752801"/>
              <a:gd name="connsiteY426" fmla="*/ 2719530 h 2767298"/>
              <a:gd name="connsiteX427" fmla="*/ 4346370 w 4752801"/>
              <a:gd name="connsiteY427" fmla="*/ 2720745 h 2767298"/>
              <a:gd name="connsiteX428" fmla="*/ 4342727 w 4752801"/>
              <a:gd name="connsiteY428" fmla="*/ 2720745 h 2767298"/>
              <a:gd name="connsiteX429" fmla="*/ 4341512 w 4752801"/>
              <a:gd name="connsiteY429" fmla="*/ 2719935 h 2767298"/>
              <a:gd name="connsiteX430" fmla="*/ 4339893 w 4752801"/>
              <a:gd name="connsiteY430" fmla="*/ 2716697 h 2767298"/>
              <a:gd name="connsiteX431" fmla="*/ 4339893 w 4752801"/>
              <a:gd name="connsiteY431" fmla="*/ 2715482 h 2767298"/>
              <a:gd name="connsiteX432" fmla="*/ 4341512 w 4752801"/>
              <a:gd name="connsiteY432" fmla="*/ 2712244 h 2767298"/>
              <a:gd name="connsiteX433" fmla="*/ 4342727 w 4752801"/>
              <a:gd name="connsiteY433" fmla="*/ 2711434 h 2767298"/>
              <a:gd name="connsiteX434" fmla="*/ 4180396 w 4752801"/>
              <a:gd name="connsiteY434" fmla="*/ 2711434 h 2767298"/>
              <a:gd name="connsiteX435" fmla="*/ 4184849 w 4752801"/>
              <a:gd name="connsiteY435" fmla="*/ 2711434 h 2767298"/>
              <a:gd name="connsiteX436" fmla="*/ 4186063 w 4752801"/>
              <a:gd name="connsiteY436" fmla="*/ 2711839 h 2767298"/>
              <a:gd name="connsiteX437" fmla="*/ 4188087 w 4752801"/>
              <a:gd name="connsiteY437" fmla="*/ 2715482 h 2767298"/>
              <a:gd name="connsiteX438" fmla="*/ 4188087 w 4752801"/>
              <a:gd name="connsiteY438" fmla="*/ 2716697 h 2767298"/>
              <a:gd name="connsiteX439" fmla="*/ 4186063 w 4752801"/>
              <a:gd name="connsiteY439" fmla="*/ 2720340 h 2767298"/>
              <a:gd name="connsiteX440" fmla="*/ 4184849 w 4752801"/>
              <a:gd name="connsiteY440" fmla="*/ 2721150 h 2767298"/>
              <a:gd name="connsiteX441" fmla="*/ 4180396 w 4752801"/>
              <a:gd name="connsiteY441" fmla="*/ 2721150 h 2767298"/>
              <a:gd name="connsiteX442" fmla="*/ 4179182 w 4752801"/>
              <a:gd name="connsiteY442" fmla="*/ 2720340 h 2767298"/>
              <a:gd name="connsiteX443" fmla="*/ 4177158 w 4752801"/>
              <a:gd name="connsiteY443" fmla="*/ 2716697 h 2767298"/>
              <a:gd name="connsiteX444" fmla="*/ 4177158 w 4752801"/>
              <a:gd name="connsiteY444" fmla="*/ 2715482 h 2767298"/>
              <a:gd name="connsiteX445" fmla="*/ 4179182 w 4752801"/>
              <a:gd name="connsiteY445" fmla="*/ 2711839 h 2767298"/>
              <a:gd name="connsiteX446" fmla="*/ 4180396 w 4752801"/>
              <a:gd name="connsiteY446" fmla="*/ 2711434 h 2767298"/>
              <a:gd name="connsiteX447" fmla="*/ 4261764 w 4752801"/>
              <a:gd name="connsiteY447" fmla="*/ 2711029 h 2767298"/>
              <a:gd name="connsiteX448" fmla="*/ 4265407 w 4752801"/>
              <a:gd name="connsiteY448" fmla="*/ 2711029 h 2767298"/>
              <a:gd name="connsiteX449" fmla="*/ 4266621 w 4752801"/>
              <a:gd name="connsiteY449" fmla="*/ 2711838 h 2767298"/>
              <a:gd name="connsiteX450" fmla="*/ 4268240 w 4752801"/>
              <a:gd name="connsiteY450" fmla="*/ 2715077 h 2767298"/>
              <a:gd name="connsiteX451" fmla="*/ 4268240 w 4752801"/>
              <a:gd name="connsiteY451" fmla="*/ 2716292 h 2767298"/>
              <a:gd name="connsiteX452" fmla="*/ 4266621 w 4752801"/>
              <a:gd name="connsiteY452" fmla="*/ 2719530 h 2767298"/>
              <a:gd name="connsiteX453" fmla="*/ 4265407 w 4752801"/>
              <a:gd name="connsiteY453" fmla="*/ 2720340 h 2767298"/>
              <a:gd name="connsiteX454" fmla="*/ 4261764 w 4752801"/>
              <a:gd name="connsiteY454" fmla="*/ 2720340 h 2767298"/>
              <a:gd name="connsiteX455" fmla="*/ 4260549 w 4752801"/>
              <a:gd name="connsiteY455" fmla="*/ 2719530 h 2767298"/>
              <a:gd name="connsiteX456" fmla="*/ 4258930 w 4752801"/>
              <a:gd name="connsiteY456" fmla="*/ 2716292 h 2767298"/>
              <a:gd name="connsiteX457" fmla="*/ 4258930 w 4752801"/>
              <a:gd name="connsiteY457" fmla="*/ 2715077 h 2767298"/>
              <a:gd name="connsiteX458" fmla="*/ 4260549 w 4752801"/>
              <a:gd name="connsiteY458" fmla="*/ 2711838 h 2767298"/>
              <a:gd name="connsiteX459" fmla="*/ 4261764 w 4752801"/>
              <a:gd name="connsiteY459" fmla="*/ 2711029 h 2767298"/>
              <a:gd name="connsiteX460" fmla="*/ 4058548 w 4752801"/>
              <a:gd name="connsiteY460" fmla="*/ 2710624 h 2767298"/>
              <a:gd name="connsiteX461" fmla="*/ 4063811 w 4752801"/>
              <a:gd name="connsiteY461" fmla="*/ 2710624 h 2767298"/>
              <a:gd name="connsiteX462" fmla="*/ 4065025 w 4752801"/>
              <a:gd name="connsiteY462" fmla="*/ 2711029 h 2767298"/>
              <a:gd name="connsiteX463" fmla="*/ 4067454 w 4752801"/>
              <a:gd name="connsiteY463" fmla="*/ 2715482 h 2767298"/>
              <a:gd name="connsiteX464" fmla="*/ 4067454 w 4752801"/>
              <a:gd name="connsiteY464" fmla="*/ 2716696 h 2767298"/>
              <a:gd name="connsiteX465" fmla="*/ 4065025 w 4752801"/>
              <a:gd name="connsiteY465" fmla="*/ 2721149 h 2767298"/>
              <a:gd name="connsiteX466" fmla="*/ 4063811 w 4752801"/>
              <a:gd name="connsiteY466" fmla="*/ 2721959 h 2767298"/>
              <a:gd name="connsiteX467" fmla="*/ 4058548 w 4752801"/>
              <a:gd name="connsiteY467" fmla="*/ 2721959 h 2767298"/>
              <a:gd name="connsiteX468" fmla="*/ 4057334 w 4752801"/>
              <a:gd name="connsiteY468" fmla="*/ 2721149 h 2767298"/>
              <a:gd name="connsiteX469" fmla="*/ 4054905 w 4752801"/>
              <a:gd name="connsiteY469" fmla="*/ 2716696 h 2767298"/>
              <a:gd name="connsiteX470" fmla="*/ 4054905 w 4752801"/>
              <a:gd name="connsiteY470" fmla="*/ 2715482 h 2767298"/>
              <a:gd name="connsiteX471" fmla="*/ 4057334 w 4752801"/>
              <a:gd name="connsiteY471" fmla="*/ 2711029 h 2767298"/>
              <a:gd name="connsiteX472" fmla="*/ 4058548 w 4752801"/>
              <a:gd name="connsiteY472" fmla="*/ 2710624 h 2767298"/>
              <a:gd name="connsiteX473" fmla="*/ 4139510 w 4752801"/>
              <a:gd name="connsiteY473" fmla="*/ 2710220 h 2767298"/>
              <a:gd name="connsiteX474" fmla="*/ 4145177 w 4752801"/>
              <a:gd name="connsiteY474" fmla="*/ 2710220 h 2767298"/>
              <a:gd name="connsiteX475" fmla="*/ 4146392 w 4752801"/>
              <a:gd name="connsiteY475" fmla="*/ 2710625 h 2767298"/>
              <a:gd name="connsiteX476" fmla="*/ 4149225 w 4752801"/>
              <a:gd name="connsiteY476" fmla="*/ 2715483 h 2767298"/>
              <a:gd name="connsiteX477" fmla="*/ 4149225 w 4752801"/>
              <a:gd name="connsiteY477" fmla="*/ 2716697 h 2767298"/>
              <a:gd name="connsiteX478" fmla="*/ 4146392 w 4752801"/>
              <a:gd name="connsiteY478" fmla="*/ 2721555 h 2767298"/>
              <a:gd name="connsiteX479" fmla="*/ 4145177 w 4752801"/>
              <a:gd name="connsiteY479" fmla="*/ 2721959 h 2767298"/>
              <a:gd name="connsiteX480" fmla="*/ 4139510 w 4752801"/>
              <a:gd name="connsiteY480" fmla="*/ 2721959 h 2767298"/>
              <a:gd name="connsiteX481" fmla="*/ 4138296 w 4752801"/>
              <a:gd name="connsiteY481" fmla="*/ 2721555 h 2767298"/>
              <a:gd name="connsiteX482" fmla="*/ 4135462 w 4752801"/>
              <a:gd name="connsiteY482" fmla="*/ 2716697 h 2767298"/>
              <a:gd name="connsiteX483" fmla="*/ 4135462 w 4752801"/>
              <a:gd name="connsiteY483" fmla="*/ 2715483 h 2767298"/>
              <a:gd name="connsiteX484" fmla="*/ 4138296 w 4752801"/>
              <a:gd name="connsiteY484" fmla="*/ 2710625 h 2767298"/>
              <a:gd name="connsiteX485" fmla="*/ 4139510 w 4752801"/>
              <a:gd name="connsiteY485" fmla="*/ 2710220 h 2767298"/>
              <a:gd name="connsiteX486" fmla="*/ 4018066 w 4752801"/>
              <a:gd name="connsiteY486" fmla="*/ 2710220 h 2767298"/>
              <a:gd name="connsiteX487" fmla="*/ 4023733 w 4752801"/>
              <a:gd name="connsiteY487" fmla="*/ 2710220 h 2767298"/>
              <a:gd name="connsiteX488" fmla="*/ 4024948 w 4752801"/>
              <a:gd name="connsiteY488" fmla="*/ 2710625 h 2767298"/>
              <a:gd name="connsiteX489" fmla="*/ 4027781 w 4752801"/>
              <a:gd name="connsiteY489" fmla="*/ 2715483 h 2767298"/>
              <a:gd name="connsiteX490" fmla="*/ 4027781 w 4752801"/>
              <a:gd name="connsiteY490" fmla="*/ 2716697 h 2767298"/>
              <a:gd name="connsiteX491" fmla="*/ 4024948 w 4752801"/>
              <a:gd name="connsiteY491" fmla="*/ 2721555 h 2767298"/>
              <a:gd name="connsiteX492" fmla="*/ 4023733 w 4752801"/>
              <a:gd name="connsiteY492" fmla="*/ 2721959 h 2767298"/>
              <a:gd name="connsiteX493" fmla="*/ 4018066 w 4752801"/>
              <a:gd name="connsiteY493" fmla="*/ 2721959 h 2767298"/>
              <a:gd name="connsiteX494" fmla="*/ 4016852 w 4752801"/>
              <a:gd name="connsiteY494" fmla="*/ 2721555 h 2767298"/>
              <a:gd name="connsiteX495" fmla="*/ 4014018 w 4752801"/>
              <a:gd name="connsiteY495" fmla="*/ 2716697 h 2767298"/>
              <a:gd name="connsiteX496" fmla="*/ 4014018 w 4752801"/>
              <a:gd name="connsiteY496" fmla="*/ 2715483 h 2767298"/>
              <a:gd name="connsiteX497" fmla="*/ 4016852 w 4752801"/>
              <a:gd name="connsiteY497" fmla="*/ 2710625 h 2767298"/>
              <a:gd name="connsiteX498" fmla="*/ 4018066 w 4752801"/>
              <a:gd name="connsiteY498" fmla="*/ 2710220 h 2767298"/>
              <a:gd name="connsiteX499" fmla="*/ 3977585 w 4752801"/>
              <a:gd name="connsiteY499" fmla="*/ 2710220 h 2767298"/>
              <a:gd name="connsiteX500" fmla="*/ 3983252 w 4752801"/>
              <a:gd name="connsiteY500" fmla="*/ 2710220 h 2767298"/>
              <a:gd name="connsiteX501" fmla="*/ 3984467 w 4752801"/>
              <a:gd name="connsiteY501" fmla="*/ 2710625 h 2767298"/>
              <a:gd name="connsiteX502" fmla="*/ 3987300 w 4752801"/>
              <a:gd name="connsiteY502" fmla="*/ 2715483 h 2767298"/>
              <a:gd name="connsiteX503" fmla="*/ 3987300 w 4752801"/>
              <a:gd name="connsiteY503" fmla="*/ 2716697 h 2767298"/>
              <a:gd name="connsiteX504" fmla="*/ 3984467 w 4752801"/>
              <a:gd name="connsiteY504" fmla="*/ 2721555 h 2767298"/>
              <a:gd name="connsiteX505" fmla="*/ 3983252 w 4752801"/>
              <a:gd name="connsiteY505" fmla="*/ 2722364 h 2767298"/>
              <a:gd name="connsiteX506" fmla="*/ 3977585 w 4752801"/>
              <a:gd name="connsiteY506" fmla="*/ 2722364 h 2767298"/>
              <a:gd name="connsiteX507" fmla="*/ 3976371 w 4752801"/>
              <a:gd name="connsiteY507" fmla="*/ 2721555 h 2767298"/>
              <a:gd name="connsiteX508" fmla="*/ 3973537 w 4752801"/>
              <a:gd name="connsiteY508" fmla="*/ 2716697 h 2767298"/>
              <a:gd name="connsiteX509" fmla="*/ 3973537 w 4752801"/>
              <a:gd name="connsiteY509" fmla="*/ 2715483 h 2767298"/>
              <a:gd name="connsiteX510" fmla="*/ 3976371 w 4752801"/>
              <a:gd name="connsiteY510" fmla="*/ 2710625 h 2767298"/>
              <a:gd name="connsiteX511" fmla="*/ 3977585 w 4752801"/>
              <a:gd name="connsiteY511" fmla="*/ 2710220 h 2767298"/>
              <a:gd name="connsiteX512" fmla="*/ 4098624 w 4752801"/>
              <a:gd name="connsiteY512" fmla="*/ 2709410 h 2767298"/>
              <a:gd name="connsiteX513" fmla="*/ 4104697 w 4752801"/>
              <a:gd name="connsiteY513" fmla="*/ 2709410 h 2767298"/>
              <a:gd name="connsiteX514" fmla="*/ 4105911 w 4752801"/>
              <a:gd name="connsiteY514" fmla="*/ 2710220 h 2767298"/>
              <a:gd name="connsiteX515" fmla="*/ 4109149 w 4752801"/>
              <a:gd name="connsiteY515" fmla="*/ 2715482 h 2767298"/>
              <a:gd name="connsiteX516" fmla="*/ 4109149 w 4752801"/>
              <a:gd name="connsiteY516" fmla="*/ 2716697 h 2767298"/>
              <a:gd name="connsiteX517" fmla="*/ 4105911 w 4752801"/>
              <a:gd name="connsiteY517" fmla="*/ 2721959 h 2767298"/>
              <a:gd name="connsiteX518" fmla="*/ 4104697 w 4752801"/>
              <a:gd name="connsiteY518" fmla="*/ 2722769 h 2767298"/>
              <a:gd name="connsiteX519" fmla="*/ 4098624 w 4752801"/>
              <a:gd name="connsiteY519" fmla="*/ 2722769 h 2767298"/>
              <a:gd name="connsiteX520" fmla="*/ 4097410 w 4752801"/>
              <a:gd name="connsiteY520" fmla="*/ 2721959 h 2767298"/>
              <a:gd name="connsiteX521" fmla="*/ 4094172 w 4752801"/>
              <a:gd name="connsiteY521" fmla="*/ 2716697 h 2767298"/>
              <a:gd name="connsiteX522" fmla="*/ 4094172 w 4752801"/>
              <a:gd name="connsiteY522" fmla="*/ 2715482 h 2767298"/>
              <a:gd name="connsiteX523" fmla="*/ 4097410 w 4752801"/>
              <a:gd name="connsiteY523" fmla="*/ 2710220 h 2767298"/>
              <a:gd name="connsiteX524" fmla="*/ 4098624 w 4752801"/>
              <a:gd name="connsiteY524" fmla="*/ 2709410 h 2767298"/>
              <a:gd name="connsiteX525" fmla="*/ 3895812 w 4752801"/>
              <a:gd name="connsiteY525" fmla="*/ 2709005 h 2767298"/>
              <a:gd name="connsiteX526" fmla="*/ 3902694 w 4752801"/>
              <a:gd name="connsiteY526" fmla="*/ 2709005 h 2767298"/>
              <a:gd name="connsiteX527" fmla="*/ 3903909 w 4752801"/>
              <a:gd name="connsiteY527" fmla="*/ 2709410 h 2767298"/>
              <a:gd name="connsiteX528" fmla="*/ 3907552 w 4752801"/>
              <a:gd name="connsiteY528" fmla="*/ 2715482 h 2767298"/>
              <a:gd name="connsiteX529" fmla="*/ 3907552 w 4752801"/>
              <a:gd name="connsiteY529" fmla="*/ 2716696 h 2767298"/>
              <a:gd name="connsiteX530" fmla="*/ 3903909 w 4752801"/>
              <a:gd name="connsiteY530" fmla="*/ 2722768 h 2767298"/>
              <a:gd name="connsiteX531" fmla="*/ 3902694 w 4752801"/>
              <a:gd name="connsiteY531" fmla="*/ 2723578 h 2767298"/>
              <a:gd name="connsiteX532" fmla="*/ 3895812 w 4752801"/>
              <a:gd name="connsiteY532" fmla="*/ 2723578 h 2767298"/>
              <a:gd name="connsiteX533" fmla="*/ 3894598 w 4752801"/>
              <a:gd name="connsiteY533" fmla="*/ 2722768 h 2767298"/>
              <a:gd name="connsiteX534" fmla="*/ 3890955 w 4752801"/>
              <a:gd name="connsiteY534" fmla="*/ 2716696 h 2767298"/>
              <a:gd name="connsiteX535" fmla="*/ 3890955 w 4752801"/>
              <a:gd name="connsiteY535" fmla="*/ 2715482 h 2767298"/>
              <a:gd name="connsiteX536" fmla="*/ 3894598 w 4752801"/>
              <a:gd name="connsiteY536" fmla="*/ 2709410 h 2767298"/>
              <a:gd name="connsiteX537" fmla="*/ 3895812 w 4752801"/>
              <a:gd name="connsiteY537" fmla="*/ 2709005 h 2767298"/>
              <a:gd name="connsiteX538" fmla="*/ 3936294 w 4752801"/>
              <a:gd name="connsiteY538" fmla="*/ 2708600 h 2767298"/>
              <a:gd name="connsiteX539" fmla="*/ 3943176 w 4752801"/>
              <a:gd name="connsiteY539" fmla="*/ 2708600 h 2767298"/>
              <a:gd name="connsiteX540" fmla="*/ 3944391 w 4752801"/>
              <a:gd name="connsiteY540" fmla="*/ 2709005 h 2767298"/>
              <a:gd name="connsiteX541" fmla="*/ 3947629 w 4752801"/>
              <a:gd name="connsiteY541" fmla="*/ 2715077 h 2767298"/>
              <a:gd name="connsiteX542" fmla="*/ 3947629 w 4752801"/>
              <a:gd name="connsiteY542" fmla="*/ 2716292 h 2767298"/>
              <a:gd name="connsiteX543" fmla="*/ 3944391 w 4752801"/>
              <a:gd name="connsiteY543" fmla="*/ 2722364 h 2767298"/>
              <a:gd name="connsiteX544" fmla="*/ 3943176 w 4752801"/>
              <a:gd name="connsiteY544" fmla="*/ 2723173 h 2767298"/>
              <a:gd name="connsiteX545" fmla="*/ 3936294 w 4752801"/>
              <a:gd name="connsiteY545" fmla="*/ 2723173 h 2767298"/>
              <a:gd name="connsiteX546" fmla="*/ 3935080 w 4752801"/>
              <a:gd name="connsiteY546" fmla="*/ 2722364 h 2767298"/>
              <a:gd name="connsiteX547" fmla="*/ 3931842 w 4752801"/>
              <a:gd name="connsiteY547" fmla="*/ 2716292 h 2767298"/>
              <a:gd name="connsiteX548" fmla="*/ 3931842 w 4752801"/>
              <a:gd name="connsiteY548" fmla="*/ 2715077 h 2767298"/>
              <a:gd name="connsiteX549" fmla="*/ 3935080 w 4752801"/>
              <a:gd name="connsiteY549" fmla="*/ 2709005 h 2767298"/>
              <a:gd name="connsiteX550" fmla="*/ 3936294 w 4752801"/>
              <a:gd name="connsiteY550" fmla="*/ 2708600 h 2767298"/>
              <a:gd name="connsiteX551" fmla="*/ 3854927 w 4752801"/>
              <a:gd name="connsiteY551" fmla="*/ 2708196 h 2767298"/>
              <a:gd name="connsiteX552" fmla="*/ 3862618 w 4752801"/>
              <a:gd name="connsiteY552" fmla="*/ 2708196 h 2767298"/>
              <a:gd name="connsiteX553" fmla="*/ 3863832 w 4752801"/>
              <a:gd name="connsiteY553" fmla="*/ 2709006 h 2767298"/>
              <a:gd name="connsiteX554" fmla="*/ 3867476 w 4752801"/>
              <a:gd name="connsiteY554" fmla="*/ 2715483 h 2767298"/>
              <a:gd name="connsiteX555" fmla="*/ 3867476 w 4752801"/>
              <a:gd name="connsiteY555" fmla="*/ 2716697 h 2767298"/>
              <a:gd name="connsiteX556" fmla="*/ 3863832 w 4752801"/>
              <a:gd name="connsiteY556" fmla="*/ 2723174 h 2767298"/>
              <a:gd name="connsiteX557" fmla="*/ 3862618 w 4752801"/>
              <a:gd name="connsiteY557" fmla="*/ 2723984 h 2767298"/>
              <a:gd name="connsiteX558" fmla="*/ 3854927 w 4752801"/>
              <a:gd name="connsiteY558" fmla="*/ 2723984 h 2767298"/>
              <a:gd name="connsiteX559" fmla="*/ 3853712 w 4752801"/>
              <a:gd name="connsiteY559" fmla="*/ 2723174 h 2767298"/>
              <a:gd name="connsiteX560" fmla="*/ 3850069 w 4752801"/>
              <a:gd name="connsiteY560" fmla="*/ 2716697 h 2767298"/>
              <a:gd name="connsiteX561" fmla="*/ 3850069 w 4752801"/>
              <a:gd name="connsiteY561" fmla="*/ 2715483 h 2767298"/>
              <a:gd name="connsiteX562" fmla="*/ 3853712 w 4752801"/>
              <a:gd name="connsiteY562" fmla="*/ 2709006 h 2767298"/>
              <a:gd name="connsiteX563" fmla="*/ 3854927 w 4752801"/>
              <a:gd name="connsiteY563" fmla="*/ 2708196 h 2767298"/>
              <a:gd name="connsiteX564" fmla="*/ 3813636 w 4752801"/>
              <a:gd name="connsiteY564" fmla="*/ 2706576 h 2767298"/>
              <a:gd name="connsiteX565" fmla="*/ 3823351 w 4752801"/>
              <a:gd name="connsiteY565" fmla="*/ 2706576 h 2767298"/>
              <a:gd name="connsiteX566" fmla="*/ 3824566 w 4752801"/>
              <a:gd name="connsiteY566" fmla="*/ 2706981 h 2767298"/>
              <a:gd name="connsiteX567" fmla="*/ 3829424 w 4752801"/>
              <a:gd name="connsiteY567" fmla="*/ 2715482 h 2767298"/>
              <a:gd name="connsiteX568" fmla="*/ 3829424 w 4752801"/>
              <a:gd name="connsiteY568" fmla="*/ 2716696 h 2767298"/>
              <a:gd name="connsiteX569" fmla="*/ 3824566 w 4752801"/>
              <a:gd name="connsiteY569" fmla="*/ 2725198 h 2767298"/>
              <a:gd name="connsiteX570" fmla="*/ 3823351 w 4752801"/>
              <a:gd name="connsiteY570" fmla="*/ 2726007 h 2767298"/>
              <a:gd name="connsiteX571" fmla="*/ 3813636 w 4752801"/>
              <a:gd name="connsiteY571" fmla="*/ 2726007 h 2767298"/>
              <a:gd name="connsiteX572" fmla="*/ 3812422 w 4752801"/>
              <a:gd name="connsiteY572" fmla="*/ 2725198 h 2767298"/>
              <a:gd name="connsiteX573" fmla="*/ 3807564 w 4752801"/>
              <a:gd name="connsiteY573" fmla="*/ 2716696 h 2767298"/>
              <a:gd name="connsiteX574" fmla="*/ 3807564 w 4752801"/>
              <a:gd name="connsiteY574" fmla="*/ 2715482 h 2767298"/>
              <a:gd name="connsiteX575" fmla="*/ 3812422 w 4752801"/>
              <a:gd name="connsiteY575" fmla="*/ 2706981 h 2767298"/>
              <a:gd name="connsiteX576" fmla="*/ 3813636 w 4752801"/>
              <a:gd name="connsiteY576" fmla="*/ 2706576 h 2767298"/>
              <a:gd name="connsiteX577" fmla="*/ 3732673 w 4752801"/>
              <a:gd name="connsiteY577" fmla="*/ 2706576 h 2767298"/>
              <a:gd name="connsiteX578" fmla="*/ 3741984 w 4752801"/>
              <a:gd name="connsiteY578" fmla="*/ 2706576 h 2767298"/>
              <a:gd name="connsiteX579" fmla="*/ 3743198 w 4752801"/>
              <a:gd name="connsiteY579" fmla="*/ 2706981 h 2767298"/>
              <a:gd name="connsiteX580" fmla="*/ 3747651 w 4752801"/>
              <a:gd name="connsiteY580" fmla="*/ 2715077 h 2767298"/>
              <a:gd name="connsiteX581" fmla="*/ 3747651 w 4752801"/>
              <a:gd name="connsiteY581" fmla="*/ 2716292 h 2767298"/>
              <a:gd name="connsiteX582" fmla="*/ 3743198 w 4752801"/>
              <a:gd name="connsiteY582" fmla="*/ 2724388 h 2767298"/>
              <a:gd name="connsiteX583" fmla="*/ 3741984 w 4752801"/>
              <a:gd name="connsiteY583" fmla="*/ 2725198 h 2767298"/>
              <a:gd name="connsiteX584" fmla="*/ 3732673 w 4752801"/>
              <a:gd name="connsiteY584" fmla="*/ 2725198 h 2767298"/>
              <a:gd name="connsiteX585" fmla="*/ 3731459 w 4752801"/>
              <a:gd name="connsiteY585" fmla="*/ 2724388 h 2767298"/>
              <a:gd name="connsiteX586" fmla="*/ 3727006 w 4752801"/>
              <a:gd name="connsiteY586" fmla="*/ 2716292 h 2767298"/>
              <a:gd name="connsiteX587" fmla="*/ 3727006 w 4752801"/>
              <a:gd name="connsiteY587" fmla="*/ 2715077 h 2767298"/>
              <a:gd name="connsiteX588" fmla="*/ 3731459 w 4752801"/>
              <a:gd name="connsiteY588" fmla="*/ 2706981 h 2767298"/>
              <a:gd name="connsiteX589" fmla="*/ 3732673 w 4752801"/>
              <a:gd name="connsiteY589" fmla="*/ 2706576 h 2767298"/>
              <a:gd name="connsiteX590" fmla="*/ 3610825 w 4752801"/>
              <a:gd name="connsiteY590" fmla="*/ 2706576 h 2767298"/>
              <a:gd name="connsiteX591" fmla="*/ 3620540 w 4752801"/>
              <a:gd name="connsiteY591" fmla="*/ 2706576 h 2767298"/>
              <a:gd name="connsiteX592" fmla="*/ 3621755 w 4752801"/>
              <a:gd name="connsiteY592" fmla="*/ 2707386 h 2767298"/>
              <a:gd name="connsiteX593" fmla="*/ 3626613 w 4752801"/>
              <a:gd name="connsiteY593" fmla="*/ 2715482 h 2767298"/>
              <a:gd name="connsiteX594" fmla="*/ 3626613 w 4752801"/>
              <a:gd name="connsiteY594" fmla="*/ 2716696 h 2767298"/>
              <a:gd name="connsiteX595" fmla="*/ 3621755 w 4752801"/>
              <a:gd name="connsiteY595" fmla="*/ 2724793 h 2767298"/>
              <a:gd name="connsiteX596" fmla="*/ 3620540 w 4752801"/>
              <a:gd name="connsiteY596" fmla="*/ 2725198 h 2767298"/>
              <a:gd name="connsiteX597" fmla="*/ 3610825 w 4752801"/>
              <a:gd name="connsiteY597" fmla="*/ 2725198 h 2767298"/>
              <a:gd name="connsiteX598" fmla="*/ 3609611 w 4752801"/>
              <a:gd name="connsiteY598" fmla="*/ 2724793 h 2767298"/>
              <a:gd name="connsiteX599" fmla="*/ 3604753 w 4752801"/>
              <a:gd name="connsiteY599" fmla="*/ 2716696 h 2767298"/>
              <a:gd name="connsiteX600" fmla="*/ 3604753 w 4752801"/>
              <a:gd name="connsiteY600" fmla="*/ 2715482 h 2767298"/>
              <a:gd name="connsiteX601" fmla="*/ 3609611 w 4752801"/>
              <a:gd name="connsiteY601" fmla="*/ 2707386 h 2767298"/>
              <a:gd name="connsiteX602" fmla="*/ 3610825 w 4752801"/>
              <a:gd name="connsiteY602" fmla="*/ 2706576 h 2767298"/>
              <a:gd name="connsiteX603" fmla="*/ 3691383 w 4752801"/>
              <a:gd name="connsiteY603" fmla="*/ 2705362 h 2767298"/>
              <a:gd name="connsiteX604" fmla="*/ 3702312 w 4752801"/>
              <a:gd name="connsiteY604" fmla="*/ 2705362 h 2767298"/>
              <a:gd name="connsiteX605" fmla="*/ 3703527 w 4752801"/>
              <a:gd name="connsiteY605" fmla="*/ 2706172 h 2767298"/>
              <a:gd name="connsiteX606" fmla="*/ 3709194 w 4752801"/>
              <a:gd name="connsiteY606" fmla="*/ 2715482 h 2767298"/>
              <a:gd name="connsiteX607" fmla="*/ 3709194 w 4752801"/>
              <a:gd name="connsiteY607" fmla="*/ 2716697 h 2767298"/>
              <a:gd name="connsiteX608" fmla="*/ 3703527 w 4752801"/>
              <a:gd name="connsiteY608" fmla="*/ 2726007 h 2767298"/>
              <a:gd name="connsiteX609" fmla="*/ 3702312 w 4752801"/>
              <a:gd name="connsiteY609" fmla="*/ 2726817 h 2767298"/>
              <a:gd name="connsiteX610" fmla="*/ 3691383 w 4752801"/>
              <a:gd name="connsiteY610" fmla="*/ 2726817 h 2767298"/>
              <a:gd name="connsiteX611" fmla="*/ 3690168 w 4752801"/>
              <a:gd name="connsiteY611" fmla="*/ 2726007 h 2767298"/>
              <a:gd name="connsiteX612" fmla="*/ 3684501 w 4752801"/>
              <a:gd name="connsiteY612" fmla="*/ 2716697 h 2767298"/>
              <a:gd name="connsiteX613" fmla="*/ 3684501 w 4752801"/>
              <a:gd name="connsiteY613" fmla="*/ 2715482 h 2767298"/>
              <a:gd name="connsiteX614" fmla="*/ 3690168 w 4752801"/>
              <a:gd name="connsiteY614" fmla="*/ 2706172 h 2767298"/>
              <a:gd name="connsiteX615" fmla="*/ 3691383 w 4752801"/>
              <a:gd name="connsiteY615" fmla="*/ 2705362 h 2767298"/>
              <a:gd name="connsiteX616" fmla="*/ 3772749 w 4752801"/>
              <a:gd name="connsiteY616" fmla="*/ 2704957 h 2767298"/>
              <a:gd name="connsiteX617" fmla="*/ 3783274 w 4752801"/>
              <a:gd name="connsiteY617" fmla="*/ 2704957 h 2767298"/>
              <a:gd name="connsiteX618" fmla="*/ 3784489 w 4752801"/>
              <a:gd name="connsiteY618" fmla="*/ 2705766 h 2767298"/>
              <a:gd name="connsiteX619" fmla="*/ 3789752 w 4752801"/>
              <a:gd name="connsiteY619" fmla="*/ 2715077 h 2767298"/>
              <a:gd name="connsiteX620" fmla="*/ 3789752 w 4752801"/>
              <a:gd name="connsiteY620" fmla="*/ 2716292 h 2767298"/>
              <a:gd name="connsiteX621" fmla="*/ 3784489 w 4752801"/>
              <a:gd name="connsiteY621" fmla="*/ 2725602 h 2767298"/>
              <a:gd name="connsiteX622" fmla="*/ 3783274 w 4752801"/>
              <a:gd name="connsiteY622" fmla="*/ 2726412 h 2767298"/>
              <a:gd name="connsiteX623" fmla="*/ 3772749 w 4752801"/>
              <a:gd name="connsiteY623" fmla="*/ 2726412 h 2767298"/>
              <a:gd name="connsiteX624" fmla="*/ 3771535 w 4752801"/>
              <a:gd name="connsiteY624" fmla="*/ 2725602 h 2767298"/>
              <a:gd name="connsiteX625" fmla="*/ 3766273 w 4752801"/>
              <a:gd name="connsiteY625" fmla="*/ 2716292 h 2767298"/>
              <a:gd name="connsiteX626" fmla="*/ 3766273 w 4752801"/>
              <a:gd name="connsiteY626" fmla="*/ 2715077 h 2767298"/>
              <a:gd name="connsiteX627" fmla="*/ 3771535 w 4752801"/>
              <a:gd name="connsiteY627" fmla="*/ 2705766 h 2767298"/>
              <a:gd name="connsiteX628" fmla="*/ 3772749 w 4752801"/>
              <a:gd name="connsiteY628" fmla="*/ 2704957 h 2767298"/>
              <a:gd name="connsiteX629" fmla="*/ 3650497 w 4752801"/>
              <a:gd name="connsiteY629" fmla="*/ 2704552 h 2767298"/>
              <a:gd name="connsiteX630" fmla="*/ 3661831 w 4752801"/>
              <a:gd name="connsiteY630" fmla="*/ 2704552 h 2767298"/>
              <a:gd name="connsiteX631" fmla="*/ 3663046 w 4752801"/>
              <a:gd name="connsiteY631" fmla="*/ 2705362 h 2767298"/>
              <a:gd name="connsiteX632" fmla="*/ 3668713 w 4752801"/>
              <a:gd name="connsiteY632" fmla="*/ 2715077 h 2767298"/>
              <a:gd name="connsiteX633" fmla="*/ 3668713 w 4752801"/>
              <a:gd name="connsiteY633" fmla="*/ 2716292 h 2767298"/>
              <a:gd name="connsiteX634" fmla="*/ 3663046 w 4752801"/>
              <a:gd name="connsiteY634" fmla="*/ 2726007 h 2767298"/>
              <a:gd name="connsiteX635" fmla="*/ 3661831 w 4752801"/>
              <a:gd name="connsiteY635" fmla="*/ 2726412 h 2767298"/>
              <a:gd name="connsiteX636" fmla="*/ 3650497 w 4752801"/>
              <a:gd name="connsiteY636" fmla="*/ 2726412 h 2767298"/>
              <a:gd name="connsiteX637" fmla="*/ 3649282 w 4752801"/>
              <a:gd name="connsiteY637" fmla="*/ 2726007 h 2767298"/>
              <a:gd name="connsiteX638" fmla="*/ 3643615 w 4752801"/>
              <a:gd name="connsiteY638" fmla="*/ 2716292 h 2767298"/>
              <a:gd name="connsiteX639" fmla="*/ 3643615 w 4752801"/>
              <a:gd name="connsiteY639" fmla="*/ 2715077 h 2767298"/>
              <a:gd name="connsiteX640" fmla="*/ 3649282 w 4752801"/>
              <a:gd name="connsiteY640" fmla="*/ 2705362 h 2767298"/>
              <a:gd name="connsiteX641" fmla="*/ 3650497 w 4752801"/>
              <a:gd name="connsiteY641" fmla="*/ 2704552 h 2767298"/>
              <a:gd name="connsiteX642" fmla="*/ 4302244 w 4752801"/>
              <a:gd name="connsiteY642" fmla="*/ 2672167 h 2767298"/>
              <a:gd name="connsiteX643" fmla="*/ 4305888 w 4752801"/>
              <a:gd name="connsiteY643" fmla="*/ 2672167 h 2767298"/>
              <a:gd name="connsiteX644" fmla="*/ 4307507 w 4752801"/>
              <a:gd name="connsiteY644" fmla="*/ 2675405 h 2767298"/>
              <a:gd name="connsiteX645" fmla="*/ 4305888 w 4752801"/>
              <a:gd name="connsiteY645" fmla="*/ 2678644 h 2767298"/>
              <a:gd name="connsiteX646" fmla="*/ 4302244 w 4752801"/>
              <a:gd name="connsiteY646" fmla="*/ 2678644 h 2767298"/>
              <a:gd name="connsiteX647" fmla="*/ 4300625 w 4752801"/>
              <a:gd name="connsiteY647" fmla="*/ 2675405 h 2767298"/>
              <a:gd name="connsiteX648" fmla="*/ 4707057 w 4752801"/>
              <a:gd name="connsiteY648" fmla="*/ 2671763 h 2767298"/>
              <a:gd name="connsiteX649" fmla="*/ 4711105 w 4752801"/>
              <a:gd name="connsiteY649" fmla="*/ 2671763 h 2767298"/>
              <a:gd name="connsiteX650" fmla="*/ 4713129 w 4752801"/>
              <a:gd name="connsiteY650" fmla="*/ 2675406 h 2767298"/>
              <a:gd name="connsiteX651" fmla="*/ 4711105 w 4752801"/>
              <a:gd name="connsiteY651" fmla="*/ 2679050 h 2767298"/>
              <a:gd name="connsiteX652" fmla="*/ 4707057 w 4752801"/>
              <a:gd name="connsiteY652" fmla="*/ 2679050 h 2767298"/>
              <a:gd name="connsiteX653" fmla="*/ 4705033 w 4752801"/>
              <a:gd name="connsiteY653" fmla="*/ 2675406 h 2767298"/>
              <a:gd name="connsiteX654" fmla="*/ 4504246 w 4752801"/>
              <a:gd name="connsiteY654" fmla="*/ 2671763 h 2767298"/>
              <a:gd name="connsiteX655" fmla="*/ 4508699 w 4752801"/>
              <a:gd name="connsiteY655" fmla="*/ 2671763 h 2767298"/>
              <a:gd name="connsiteX656" fmla="*/ 4510723 w 4752801"/>
              <a:gd name="connsiteY656" fmla="*/ 2675406 h 2767298"/>
              <a:gd name="connsiteX657" fmla="*/ 4508699 w 4752801"/>
              <a:gd name="connsiteY657" fmla="*/ 2679050 h 2767298"/>
              <a:gd name="connsiteX658" fmla="*/ 4504246 w 4752801"/>
              <a:gd name="connsiteY658" fmla="*/ 2679050 h 2767298"/>
              <a:gd name="connsiteX659" fmla="*/ 4502222 w 4752801"/>
              <a:gd name="connsiteY659" fmla="*/ 2675406 h 2767298"/>
              <a:gd name="connsiteX660" fmla="*/ 4464170 w 4752801"/>
              <a:gd name="connsiteY660" fmla="*/ 2671763 h 2767298"/>
              <a:gd name="connsiteX661" fmla="*/ 4468218 w 4752801"/>
              <a:gd name="connsiteY661" fmla="*/ 2671763 h 2767298"/>
              <a:gd name="connsiteX662" fmla="*/ 4470242 w 4752801"/>
              <a:gd name="connsiteY662" fmla="*/ 2675406 h 2767298"/>
              <a:gd name="connsiteX663" fmla="*/ 4468218 w 4752801"/>
              <a:gd name="connsiteY663" fmla="*/ 2679050 h 2767298"/>
              <a:gd name="connsiteX664" fmla="*/ 4464170 w 4752801"/>
              <a:gd name="connsiteY664" fmla="*/ 2679050 h 2767298"/>
              <a:gd name="connsiteX665" fmla="*/ 4462146 w 4752801"/>
              <a:gd name="connsiteY665" fmla="*/ 2675406 h 2767298"/>
              <a:gd name="connsiteX666" fmla="*/ 4423284 w 4752801"/>
              <a:gd name="connsiteY666" fmla="*/ 2671763 h 2767298"/>
              <a:gd name="connsiteX667" fmla="*/ 4427737 w 4752801"/>
              <a:gd name="connsiteY667" fmla="*/ 2671763 h 2767298"/>
              <a:gd name="connsiteX668" fmla="*/ 4429761 w 4752801"/>
              <a:gd name="connsiteY668" fmla="*/ 2675406 h 2767298"/>
              <a:gd name="connsiteX669" fmla="*/ 4427737 w 4752801"/>
              <a:gd name="connsiteY669" fmla="*/ 2679050 h 2767298"/>
              <a:gd name="connsiteX670" fmla="*/ 4423284 w 4752801"/>
              <a:gd name="connsiteY670" fmla="*/ 2679050 h 2767298"/>
              <a:gd name="connsiteX671" fmla="*/ 4421260 w 4752801"/>
              <a:gd name="connsiteY671" fmla="*/ 2675406 h 2767298"/>
              <a:gd name="connsiteX672" fmla="*/ 4383207 w 4752801"/>
              <a:gd name="connsiteY672" fmla="*/ 2671763 h 2767298"/>
              <a:gd name="connsiteX673" fmla="*/ 4387255 w 4752801"/>
              <a:gd name="connsiteY673" fmla="*/ 2671763 h 2767298"/>
              <a:gd name="connsiteX674" fmla="*/ 4389279 w 4752801"/>
              <a:gd name="connsiteY674" fmla="*/ 2675406 h 2767298"/>
              <a:gd name="connsiteX675" fmla="*/ 4387255 w 4752801"/>
              <a:gd name="connsiteY675" fmla="*/ 2679050 h 2767298"/>
              <a:gd name="connsiteX676" fmla="*/ 4383207 w 4752801"/>
              <a:gd name="connsiteY676" fmla="*/ 2679050 h 2767298"/>
              <a:gd name="connsiteX677" fmla="*/ 4381183 w 4752801"/>
              <a:gd name="connsiteY677" fmla="*/ 2675406 h 2767298"/>
              <a:gd name="connsiteX678" fmla="*/ 4261763 w 4752801"/>
              <a:gd name="connsiteY678" fmla="*/ 2671763 h 2767298"/>
              <a:gd name="connsiteX679" fmla="*/ 4265811 w 4752801"/>
              <a:gd name="connsiteY679" fmla="*/ 2671763 h 2767298"/>
              <a:gd name="connsiteX680" fmla="*/ 4267835 w 4752801"/>
              <a:gd name="connsiteY680" fmla="*/ 2675406 h 2767298"/>
              <a:gd name="connsiteX681" fmla="*/ 4265811 w 4752801"/>
              <a:gd name="connsiteY681" fmla="*/ 2679050 h 2767298"/>
              <a:gd name="connsiteX682" fmla="*/ 4261763 w 4752801"/>
              <a:gd name="connsiteY682" fmla="*/ 2679050 h 2767298"/>
              <a:gd name="connsiteX683" fmla="*/ 4259739 w 4752801"/>
              <a:gd name="connsiteY683" fmla="*/ 2675406 h 2767298"/>
              <a:gd name="connsiteX684" fmla="*/ 4221283 w 4752801"/>
              <a:gd name="connsiteY684" fmla="*/ 2671763 h 2767298"/>
              <a:gd name="connsiteX685" fmla="*/ 4224926 w 4752801"/>
              <a:gd name="connsiteY685" fmla="*/ 2671763 h 2767298"/>
              <a:gd name="connsiteX686" fmla="*/ 4226140 w 4752801"/>
              <a:gd name="connsiteY686" fmla="*/ 2672168 h 2767298"/>
              <a:gd name="connsiteX687" fmla="*/ 4227759 w 4752801"/>
              <a:gd name="connsiteY687" fmla="*/ 2675001 h 2767298"/>
              <a:gd name="connsiteX688" fmla="*/ 4227759 w 4752801"/>
              <a:gd name="connsiteY688" fmla="*/ 2676216 h 2767298"/>
              <a:gd name="connsiteX689" fmla="*/ 4226140 w 4752801"/>
              <a:gd name="connsiteY689" fmla="*/ 2679050 h 2767298"/>
              <a:gd name="connsiteX690" fmla="*/ 4224926 w 4752801"/>
              <a:gd name="connsiteY690" fmla="*/ 2680264 h 2767298"/>
              <a:gd name="connsiteX691" fmla="*/ 4221283 w 4752801"/>
              <a:gd name="connsiteY691" fmla="*/ 2680264 h 2767298"/>
              <a:gd name="connsiteX692" fmla="*/ 4220068 w 4752801"/>
              <a:gd name="connsiteY692" fmla="*/ 2679454 h 2767298"/>
              <a:gd name="connsiteX693" fmla="*/ 4218449 w 4752801"/>
              <a:gd name="connsiteY693" fmla="*/ 2676621 h 2767298"/>
              <a:gd name="connsiteX694" fmla="*/ 4218449 w 4752801"/>
              <a:gd name="connsiteY694" fmla="*/ 2675406 h 2767298"/>
              <a:gd name="connsiteX695" fmla="*/ 4220068 w 4752801"/>
              <a:gd name="connsiteY695" fmla="*/ 2672573 h 2767298"/>
              <a:gd name="connsiteX696" fmla="*/ 4221283 w 4752801"/>
              <a:gd name="connsiteY696" fmla="*/ 2671763 h 2767298"/>
              <a:gd name="connsiteX697" fmla="*/ 4626499 w 4752801"/>
              <a:gd name="connsiteY697" fmla="*/ 2671358 h 2767298"/>
              <a:gd name="connsiteX698" fmla="*/ 4629738 w 4752801"/>
              <a:gd name="connsiteY698" fmla="*/ 2671358 h 2767298"/>
              <a:gd name="connsiteX699" fmla="*/ 4630952 w 4752801"/>
              <a:gd name="connsiteY699" fmla="*/ 2672168 h 2767298"/>
              <a:gd name="connsiteX700" fmla="*/ 4632572 w 4752801"/>
              <a:gd name="connsiteY700" fmla="*/ 2675001 h 2767298"/>
              <a:gd name="connsiteX701" fmla="*/ 4632572 w 4752801"/>
              <a:gd name="connsiteY701" fmla="*/ 2676216 h 2767298"/>
              <a:gd name="connsiteX702" fmla="*/ 4630952 w 4752801"/>
              <a:gd name="connsiteY702" fmla="*/ 2679050 h 2767298"/>
              <a:gd name="connsiteX703" fmla="*/ 4629738 w 4752801"/>
              <a:gd name="connsiteY703" fmla="*/ 2679859 h 2767298"/>
              <a:gd name="connsiteX704" fmla="*/ 4626499 w 4752801"/>
              <a:gd name="connsiteY704" fmla="*/ 2679859 h 2767298"/>
              <a:gd name="connsiteX705" fmla="*/ 4625285 w 4752801"/>
              <a:gd name="connsiteY705" fmla="*/ 2679050 h 2767298"/>
              <a:gd name="connsiteX706" fmla="*/ 4623666 w 4752801"/>
              <a:gd name="connsiteY706" fmla="*/ 2676216 h 2767298"/>
              <a:gd name="connsiteX707" fmla="*/ 4623666 w 4752801"/>
              <a:gd name="connsiteY707" fmla="*/ 2675001 h 2767298"/>
              <a:gd name="connsiteX708" fmla="*/ 4625285 w 4752801"/>
              <a:gd name="connsiteY708" fmla="*/ 2672168 h 2767298"/>
              <a:gd name="connsiteX709" fmla="*/ 4626499 w 4752801"/>
              <a:gd name="connsiteY709" fmla="*/ 2671358 h 2767298"/>
              <a:gd name="connsiteX710" fmla="*/ 4545133 w 4752801"/>
              <a:gd name="connsiteY710" fmla="*/ 2671358 h 2767298"/>
              <a:gd name="connsiteX711" fmla="*/ 4549586 w 4752801"/>
              <a:gd name="connsiteY711" fmla="*/ 2671358 h 2767298"/>
              <a:gd name="connsiteX712" fmla="*/ 4552014 w 4752801"/>
              <a:gd name="connsiteY712" fmla="*/ 2675406 h 2767298"/>
              <a:gd name="connsiteX713" fmla="*/ 4549586 w 4752801"/>
              <a:gd name="connsiteY713" fmla="*/ 2679454 h 2767298"/>
              <a:gd name="connsiteX714" fmla="*/ 4545133 w 4752801"/>
              <a:gd name="connsiteY714" fmla="*/ 2679454 h 2767298"/>
              <a:gd name="connsiteX715" fmla="*/ 4542704 w 4752801"/>
              <a:gd name="connsiteY715" fmla="*/ 2675406 h 2767298"/>
              <a:gd name="connsiteX716" fmla="*/ 4666576 w 4752801"/>
              <a:gd name="connsiteY716" fmla="*/ 2670953 h 2767298"/>
              <a:gd name="connsiteX717" fmla="*/ 4670220 w 4752801"/>
              <a:gd name="connsiteY717" fmla="*/ 2670953 h 2767298"/>
              <a:gd name="connsiteX718" fmla="*/ 4671434 w 4752801"/>
              <a:gd name="connsiteY718" fmla="*/ 2671358 h 2767298"/>
              <a:gd name="connsiteX719" fmla="*/ 4673458 w 4752801"/>
              <a:gd name="connsiteY719" fmla="*/ 2674596 h 2767298"/>
              <a:gd name="connsiteX720" fmla="*/ 4673458 w 4752801"/>
              <a:gd name="connsiteY720" fmla="*/ 2675811 h 2767298"/>
              <a:gd name="connsiteX721" fmla="*/ 4671434 w 4752801"/>
              <a:gd name="connsiteY721" fmla="*/ 2679049 h 2767298"/>
              <a:gd name="connsiteX722" fmla="*/ 4670220 w 4752801"/>
              <a:gd name="connsiteY722" fmla="*/ 2679454 h 2767298"/>
              <a:gd name="connsiteX723" fmla="*/ 4666576 w 4752801"/>
              <a:gd name="connsiteY723" fmla="*/ 2679454 h 2767298"/>
              <a:gd name="connsiteX724" fmla="*/ 4665362 w 4752801"/>
              <a:gd name="connsiteY724" fmla="*/ 2679049 h 2767298"/>
              <a:gd name="connsiteX725" fmla="*/ 4663338 w 4752801"/>
              <a:gd name="connsiteY725" fmla="*/ 2675811 h 2767298"/>
              <a:gd name="connsiteX726" fmla="*/ 4663338 w 4752801"/>
              <a:gd name="connsiteY726" fmla="*/ 2674596 h 2767298"/>
              <a:gd name="connsiteX727" fmla="*/ 4665362 w 4752801"/>
              <a:gd name="connsiteY727" fmla="*/ 2671358 h 2767298"/>
              <a:gd name="connsiteX728" fmla="*/ 4666576 w 4752801"/>
              <a:gd name="connsiteY728" fmla="*/ 2670953 h 2767298"/>
              <a:gd name="connsiteX729" fmla="*/ 4585209 w 4752801"/>
              <a:gd name="connsiteY729" fmla="*/ 2670953 h 2767298"/>
              <a:gd name="connsiteX730" fmla="*/ 4589257 w 4752801"/>
              <a:gd name="connsiteY730" fmla="*/ 2670953 h 2767298"/>
              <a:gd name="connsiteX731" fmla="*/ 4590471 w 4752801"/>
              <a:gd name="connsiteY731" fmla="*/ 2671763 h 2767298"/>
              <a:gd name="connsiteX732" fmla="*/ 4592496 w 4752801"/>
              <a:gd name="connsiteY732" fmla="*/ 2675001 h 2767298"/>
              <a:gd name="connsiteX733" fmla="*/ 4592496 w 4752801"/>
              <a:gd name="connsiteY733" fmla="*/ 2676216 h 2767298"/>
              <a:gd name="connsiteX734" fmla="*/ 4590471 w 4752801"/>
              <a:gd name="connsiteY734" fmla="*/ 2679454 h 2767298"/>
              <a:gd name="connsiteX735" fmla="*/ 4589257 w 4752801"/>
              <a:gd name="connsiteY735" fmla="*/ 2679859 h 2767298"/>
              <a:gd name="connsiteX736" fmla="*/ 4585209 w 4752801"/>
              <a:gd name="connsiteY736" fmla="*/ 2679859 h 2767298"/>
              <a:gd name="connsiteX737" fmla="*/ 4583995 w 4752801"/>
              <a:gd name="connsiteY737" fmla="*/ 2679454 h 2767298"/>
              <a:gd name="connsiteX738" fmla="*/ 4581971 w 4752801"/>
              <a:gd name="connsiteY738" fmla="*/ 2676216 h 2767298"/>
              <a:gd name="connsiteX739" fmla="*/ 4581971 w 4752801"/>
              <a:gd name="connsiteY739" fmla="*/ 2675001 h 2767298"/>
              <a:gd name="connsiteX740" fmla="*/ 4583995 w 4752801"/>
              <a:gd name="connsiteY740" fmla="*/ 2671763 h 2767298"/>
              <a:gd name="connsiteX741" fmla="*/ 4585209 w 4752801"/>
              <a:gd name="connsiteY741" fmla="*/ 2670953 h 2767298"/>
              <a:gd name="connsiteX742" fmla="*/ 4342727 w 4752801"/>
              <a:gd name="connsiteY742" fmla="*/ 2670548 h 2767298"/>
              <a:gd name="connsiteX743" fmla="*/ 4346370 w 4752801"/>
              <a:gd name="connsiteY743" fmla="*/ 2670548 h 2767298"/>
              <a:gd name="connsiteX744" fmla="*/ 4347584 w 4752801"/>
              <a:gd name="connsiteY744" fmla="*/ 2671357 h 2767298"/>
              <a:gd name="connsiteX745" fmla="*/ 4349203 w 4752801"/>
              <a:gd name="connsiteY745" fmla="*/ 2674596 h 2767298"/>
              <a:gd name="connsiteX746" fmla="*/ 4349203 w 4752801"/>
              <a:gd name="connsiteY746" fmla="*/ 2675811 h 2767298"/>
              <a:gd name="connsiteX747" fmla="*/ 4347584 w 4752801"/>
              <a:gd name="connsiteY747" fmla="*/ 2679049 h 2767298"/>
              <a:gd name="connsiteX748" fmla="*/ 4346370 w 4752801"/>
              <a:gd name="connsiteY748" fmla="*/ 2679859 h 2767298"/>
              <a:gd name="connsiteX749" fmla="*/ 4342727 w 4752801"/>
              <a:gd name="connsiteY749" fmla="*/ 2679859 h 2767298"/>
              <a:gd name="connsiteX750" fmla="*/ 4341512 w 4752801"/>
              <a:gd name="connsiteY750" fmla="*/ 2679049 h 2767298"/>
              <a:gd name="connsiteX751" fmla="*/ 4339893 w 4752801"/>
              <a:gd name="connsiteY751" fmla="*/ 2675811 h 2767298"/>
              <a:gd name="connsiteX752" fmla="*/ 4339893 w 4752801"/>
              <a:gd name="connsiteY752" fmla="*/ 2674596 h 2767298"/>
              <a:gd name="connsiteX753" fmla="*/ 4341512 w 4752801"/>
              <a:gd name="connsiteY753" fmla="*/ 2671357 h 2767298"/>
              <a:gd name="connsiteX754" fmla="*/ 4342727 w 4752801"/>
              <a:gd name="connsiteY754" fmla="*/ 2670548 h 2767298"/>
              <a:gd name="connsiteX755" fmla="*/ 4180396 w 4752801"/>
              <a:gd name="connsiteY755" fmla="*/ 2670548 h 2767298"/>
              <a:gd name="connsiteX756" fmla="*/ 4184849 w 4752801"/>
              <a:gd name="connsiteY756" fmla="*/ 2670548 h 2767298"/>
              <a:gd name="connsiteX757" fmla="*/ 4186063 w 4752801"/>
              <a:gd name="connsiteY757" fmla="*/ 2671357 h 2767298"/>
              <a:gd name="connsiteX758" fmla="*/ 4188087 w 4752801"/>
              <a:gd name="connsiteY758" fmla="*/ 2675001 h 2767298"/>
              <a:gd name="connsiteX759" fmla="*/ 4188087 w 4752801"/>
              <a:gd name="connsiteY759" fmla="*/ 2676215 h 2767298"/>
              <a:gd name="connsiteX760" fmla="*/ 4186063 w 4752801"/>
              <a:gd name="connsiteY760" fmla="*/ 2679859 h 2767298"/>
              <a:gd name="connsiteX761" fmla="*/ 4184849 w 4752801"/>
              <a:gd name="connsiteY761" fmla="*/ 2680668 h 2767298"/>
              <a:gd name="connsiteX762" fmla="*/ 4180396 w 4752801"/>
              <a:gd name="connsiteY762" fmla="*/ 2680668 h 2767298"/>
              <a:gd name="connsiteX763" fmla="*/ 4179182 w 4752801"/>
              <a:gd name="connsiteY763" fmla="*/ 2679859 h 2767298"/>
              <a:gd name="connsiteX764" fmla="*/ 4177158 w 4752801"/>
              <a:gd name="connsiteY764" fmla="*/ 2676215 h 2767298"/>
              <a:gd name="connsiteX765" fmla="*/ 4177158 w 4752801"/>
              <a:gd name="connsiteY765" fmla="*/ 2675001 h 2767298"/>
              <a:gd name="connsiteX766" fmla="*/ 4179182 w 4752801"/>
              <a:gd name="connsiteY766" fmla="*/ 2671357 h 2767298"/>
              <a:gd name="connsiteX767" fmla="*/ 4180396 w 4752801"/>
              <a:gd name="connsiteY767" fmla="*/ 2670548 h 2767298"/>
              <a:gd name="connsiteX768" fmla="*/ 4018066 w 4752801"/>
              <a:gd name="connsiteY768" fmla="*/ 2669334 h 2767298"/>
              <a:gd name="connsiteX769" fmla="*/ 4023733 w 4752801"/>
              <a:gd name="connsiteY769" fmla="*/ 2669334 h 2767298"/>
              <a:gd name="connsiteX770" fmla="*/ 4024948 w 4752801"/>
              <a:gd name="connsiteY770" fmla="*/ 2670144 h 2767298"/>
              <a:gd name="connsiteX771" fmla="*/ 4027781 w 4752801"/>
              <a:gd name="connsiteY771" fmla="*/ 2675001 h 2767298"/>
              <a:gd name="connsiteX772" fmla="*/ 4027781 w 4752801"/>
              <a:gd name="connsiteY772" fmla="*/ 2676216 h 2767298"/>
              <a:gd name="connsiteX773" fmla="*/ 4024948 w 4752801"/>
              <a:gd name="connsiteY773" fmla="*/ 2681074 h 2767298"/>
              <a:gd name="connsiteX774" fmla="*/ 4023733 w 4752801"/>
              <a:gd name="connsiteY774" fmla="*/ 2681478 h 2767298"/>
              <a:gd name="connsiteX775" fmla="*/ 4018066 w 4752801"/>
              <a:gd name="connsiteY775" fmla="*/ 2681478 h 2767298"/>
              <a:gd name="connsiteX776" fmla="*/ 4016852 w 4752801"/>
              <a:gd name="connsiteY776" fmla="*/ 2681074 h 2767298"/>
              <a:gd name="connsiteX777" fmla="*/ 4014018 w 4752801"/>
              <a:gd name="connsiteY777" fmla="*/ 2676216 h 2767298"/>
              <a:gd name="connsiteX778" fmla="*/ 4014018 w 4752801"/>
              <a:gd name="connsiteY778" fmla="*/ 2675001 h 2767298"/>
              <a:gd name="connsiteX779" fmla="*/ 4016852 w 4752801"/>
              <a:gd name="connsiteY779" fmla="*/ 2670144 h 2767298"/>
              <a:gd name="connsiteX780" fmla="*/ 4018066 w 4752801"/>
              <a:gd name="connsiteY780" fmla="*/ 2669334 h 2767298"/>
              <a:gd name="connsiteX781" fmla="*/ 4098624 w 4752801"/>
              <a:gd name="connsiteY781" fmla="*/ 2668929 h 2767298"/>
              <a:gd name="connsiteX782" fmla="*/ 4104697 w 4752801"/>
              <a:gd name="connsiteY782" fmla="*/ 2668929 h 2767298"/>
              <a:gd name="connsiteX783" fmla="*/ 4105911 w 4752801"/>
              <a:gd name="connsiteY783" fmla="*/ 2669739 h 2767298"/>
              <a:gd name="connsiteX784" fmla="*/ 4109149 w 4752801"/>
              <a:gd name="connsiteY784" fmla="*/ 2675001 h 2767298"/>
              <a:gd name="connsiteX785" fmla="*/ 4109149 w 4752801"/>
              <a:gd name="connsiteY785" fmla="*/ 2676216 h 2767298"/>
              <a:gd name="connsiteX786" fmla="*/ 4105911 w 4752801"/>
              <a:gd name="connsiteY786" fmla="*/ 2681478 h 2767298"/>
              <a:gd name="connsiteX787" fmla="*/ 4104697 w 4752801"/>
              <a:gd name="connsiteY787" fmla="*/ 2682288 h 2767298"/>
              <a:gd name="connsiteX788" fmla="*/ 4098624 w 4752801"/>
              <a:gd name="connsiteY788" fmla="*/ 2682288 h 2767298"/>
              <a:gd name="connsiteX789" fmla="*/ 4097410 w 4752801"/>
              <a:gd name="connsiteY789" fmla="*/ 2681478 h 2767298"/>
              <a:gd name="connsiteX790" fmla="*/ 4094172 w 4752801"/>
              <a:gd name="connsiteY790" fmla="*/ 2676216 h 2767298"/>
              <a:gd name="connsiteX791" fmla="*/ 4094172 w 4752801"/>
              <a:gd name="connsiteY791" fmla="*/ 2675001 h 2767298"/>
              <a:gd name="connsiteX792" fmla="*/ 4097410 w 4752801"/>
              <a:gd name="connsiteY792" fmla="*/ 2669739 h 2767298"/>
              <a:gd name="connsiteX793" fmla="*/ 4098624 w 4752801"/>
              <a:gd name="connsiteY793" fmla="*/ 2668929 h 2767298"/>
              <a:gd name="connsiteX794" fmla="*/ 3936699 w 4752801"/>
              <a:gd name="connsiteY794" fmla="*/ 2668929 h 2767298"/>
              <a:gd name="connsiteX795" fmla="*/ 3943176 w 4752801"/>
              <a:gd name="connsiteY795" fmla="*/ 2668929 h 2767298"/>
              <a:gd name="connsiteX796" fmla="*/ 3944391 w 4752801"/>
              <a:gd name="connsiteY796" fmla="*/ 2669334 h 2767298"/>
              <a:gd name="connsiteX797" fmla="*/ 3947630 w 4752801"/>
              <a:gd name="connsiteY797" fmla="*/ 2675001 h 2767298"/>
              <a:gd name="connsiteX798" fmla="*/ 3947630 w 4752801"/>
              <a:gd name="connsiteY798" fmla="*/ 2676216 h 2767298"/>
              <a:gd name="connsiteX799" fmla="*/ 3944391 w 4752801"/>
              <a:gd name="connsiteY799" fmla="*/ 2681883 h 2767298"/>
              <a:gd name="connsiteX800" fmla="*/ 3943176 w 4752801"/>
              <a:gd name="connsiteY800" fmla="*/ 2682288 h 2767298"/>
              <a:gd name="connsiteX801" fmla="*/ 3936699 w 4752801"/>
              <a:gd name="connsiteY801" fmla="*/ 2682288 h 2767298"/>
              <a:gd name="connsiteX802" fmla="*/ 3935485 w 4752801"/>
              <a:gd name="connsiteY802" fmla="*/ 2681883 h 2767298"/>
              <a:gd name="connsiteX803" fmla="*/ 3932247 w 4752801"/>
              <a:gd name="connsiteY803" fmla="*/ 2676216 h 2767298"/>
              <a:gd name="connsiteX804" fmla="*/ 3932247 w 4752801"/>
              <a:gd name="connsiteY804" fmla="*/ 2675001 h 2767298"/>
              <a:gd name="connsiteX805" fmla="*/ 3935485 w 4752801"/>
              <a:gd name="connsiteY805" fmla="*/ 2669334 h 2767298"/>
              <a:gd name="connsiteX806" fmla="*/ 3936699 w 4752801"/>
              <a:gd name="connsiteY806" fmla="*/ 2668929 h 2767298"/>
              <a:gd name="connsiteX807" fmla="*/ 4139105 w 4752801"/>
              <a:gd name="connsiteY807" fmla="*/ 2668524 h 2767298"/>
              <a:gd name="connsiteX808" fmla="*/ 4145582 w 4752801"/>
              <a:gd name="connsiteY808" fmla="*/ 2668524 h 2767298"/>
              <a:gd name="connsiteX809" fmla="*/ 4146797 w 4752801"/>
              <a:gd name="connsiteY809" fmla="*/ 2669333 h 2767298"/>
              <a:gd name="connsiteX810" fmla="*/ 4150036 w 4752801"/>
              <a:gd name="connsiteY810" fmla="*/ 2675001 h 2767298"/>
              <a:gd name="connsiteX811" fmla="*/ 4150036 w 4752801"/>
              <a:gd name="connsiteY811" fmla="*/ 2676215 h 2767298"/>
              <a:gd name="connsiteX812" fmla="*/ 4146797 w 4752801"/>
              <a:gd name="connsiteY812" fmla="*/ 2681883 h 2767298"/>
              <a:gd name="connsiteX813" fmla="*/ 4145582 w 4752801"/>
              <a:gd name="connsiteY813" fmla="*/ 2682287 h 2767298"/>
              <a:gd name="connsiteX814" fmla="*/ 4139105 w 4752801"/>
              <a:gd name="connsiteY814" fmla="*/ 2682287 h 2767298"/>
              <a:gd name="connsiteX815" fmla="*/ 4137891 w 4752801"/>
              <a:gd name="connsiteY815" fmla="*/ 2681883 h 2767298"/>
              <a:gd name="connsiteX816" fmla="*/ 4134653 w 4752801"/>
              <a:gd name="connsiteY816" fmla="*/ 2676215 h 2767298"/>
              <a:gd name="connsiteX817" fmla="*/ 4134653 w 4752801"/>
              <a:gd name="connsiteY817" fmla="*/ 2675001 h 2767298"/>
              <a:gd name="connsiteX818" fmla="*/ 4137891 w 4752801"/>
              <a:gd name="connsiteY818" fmla="*/ 2669333 h 2767298"/>
              <a:gd name="connsiteX819" fmla="*/ 4139105 w 4752801"/>
              <a:gd name="connsiteY819" fmla="*/ 2668524 h 2767298"/>
              <a:gd name="connsiteX820" fmla="*/ 4057738 w 4752801"/>
              <a:gd name="connsiteY820" fmla="*/ 2668524 h 2767298"/>
              <a:gd name="connsiteX821" fmla="*/ 4064215 w 4752801"/>
              <a:gd name="connsiteY821" fmla="*/ 2668524 h 2767298"/>
              <a:gd name="connsiteX822" fmla="*/ 4065430 w 4752801"/>
              <a:gd name="connsiteY822" fmla="*/ 2668929 h 2767298"/>
              <a:gd name="connsiteX823" fmla="*/ 4068668 w 4752801"/>
              <a:gd name="connsiteY823" fmla="*/ 2674596 h 2767298"/>
              <a:gd name="connsiteX824" fmla="*/ 4068668 w 4752801"/>
              <a:gd name="connsiteY824" fmla="*/ 2675811 h 2767298"/>
              <a:gd name="connsiteX825" fmla="*/ 4065430 w 4752801"/>
              <a:gd name="connsiteY825" fmla="*/ 2681478 h 2767298"/>
              <a:gd name="connsiteX826" fmla="*/ 4064215 w 4752801"/>
              <a:gd name="connsiteY826" fmla="*/ 2682287 h 2767298"/>
              <a:gd name="connsiteX827" fmla="*/ 4057738 w 4752801"/>
              <a:gd name="connsiteY827" fmla="*/ 2682287 h 2767298"/>
              <a:gd name="connsiteX828" fmla="*/ 4056524 w 4752801"/>
              <a:gd name="connsiteY828" fmla="*/ 2681478 h 2767298"/>
              <a:gd name="connsiteX829" fmla="*/ 4053286 w 4752801"/>
              <a:gd name="connsiteY829" fmla="*/ 2675811 h 2767298"/>
              <a:gd name="connsiteX830" fmla="*/ 4053286 w 4752801"/>
              <a:gd name="connsiteY830" fmla="*/ 2674596 h 2767298"/>
              <a:gd name="connsiteX831" fmla="*/ 4056524 w 4752801"/>
              <a:gd name="connsiteY831" fmla="*/ 2668929 h 2767298"/>
              <a:gd name="connsiteX832" fmla="*/ 4057738 w 4752801"/>
              <a:gd name="connsiteY832" fmla="*/ 2668524 h 2767298"/>
              <a:gd name="connsiteX833" fmla="*/ 3977180 w 4752801"/>
              <a:gd name="connsiteY833" fmla="*/ 2668524 h 2767298"/>
              <a:gd name="connsiteX834" fmla="*/ 3983657 w 4752801"/>
              <a:gd name="connsiteY834" fmla="*/ 2668524 h 2767298"/>
              <a:gd name="connsiteX835" fmla="*/ 3984872 w 4752801"/>
              <a:gd name="connsiteY835" fmla="*/ 2668929 h 2767298"/>
              <a:gd name="connsiteX836" fmla="*/ 3988111 w 4752801"/>
              <a:gd name="connsiteY836" fmla="*/ 2674596 h 2767298"/>
              <a:gd name="connsiteX837" fmla="*/ 3988111 w 4752801"/>
              <a:gd name="connsiteY837" fmla="*/ 2675811 h 2767298"/>
              <a:gd name="connsiteX838" fmla="*/ 3984872 w 4752801"/>
              <a:gd name="connsiteY838" fmla="*/ 2681478 h 2767298"/>
              <a:gd name="connsiteX839" fmla="*/ 3983657 w 4752801"/>
              <a:gd name="connsiteY839" fmla="*/ 2681883 h 2767298"/>
              <a:gd name="connsiteX840" fmla="*/ 3977180 w 4752801"/>
              <a:gd name="connsiteY840" fmla="*/ 2681883 h 2767298"/>
              <a:gd name="connsiteX841" fmla="*/ 3975966 w 4752801"/>
              <a:gd name="connsiteY841" fmla="*/ 2681478 h 2767298"/>
              <a:gd name="connsiteX842" fmla="*/ 3972728 w 4752801"/>
              <a:gd name="connsiteY842" fmla="*/ 2675811 h 2767298"/>
              <a:gd name="connsiteX843" fmla="*/ 3972728 w 4752801"/>
              <a:gd name="connsiteY843" fmla="*/ 2674596 h 2767298"/>
              <a:gd name="connsiteX844" fmla="*/ 3975966 w 4752801"/>
              <a:gd name="connsiteY844" fmla="*/ 2668929 h 2767298"/>
              <a:gd name="connsiteX845" fmla="*/ 3977180 w 4752801"/>
              <a:gd name="connsiteY845" fmla="*/ 2668524 h 2767298"/>
              <a:gd name="connsiteX846" fmla="*/ 3895812 w 4752801"/>
              <a:gd name="connsiteY846" fmla="*/ 2668524 h 2767298"/>
              <a:gd name="connsiteX847" fmla="*/ 3902694 w 4752801"/>
              <a:gd name="connsiteY847" fmla="*/ 2668524 h 2767298"/>
              <a:gd name="connsiteX848" fmla="*/ 3903909 w 4752801"/>
              <a:gd name="connsiteY848" fmla="*/ 2668929 h 2767298"/>
              <a:gd name="connsiteX849" fmla="*/ 3907552 w 4752801"/>
              <a:gd name="connsiteY849" fmla="*/ 2675001 h 2767298"/>
              <a:gd name="connsiteX850" fmla="*/ 3907552 w 4752801"/>
              <a:gd name="connsiteY850" fmla="*/ 2676215 h 2767298"/>
              <a:gd name="connsiteX851" fmla="*/ 3903909 w 4752801"/>
              <a:gd name="connsiteY851" fmla="*/ 2682287 h 2767298"/>
              <a:gd name="connsiteX852" fmla="*/ 3902694 w 4752801"/>
              <a:gd name="connsiteY852" fmla="*/ 2682692 h 2767298"/>
              <a:gd name="connsiteX853" fmla="*/ 3895812 w 4752801"/>
              <a:gd name="connsiteY853" fmla="*/ 2682692 h 2767298"/>
              <a:gd name="connsiteX854" fmla="*/ 3894598 w 4752801"/>
              <a:gd name="connsiteY854" fmla="*/ 2682287 h 2767298"/>
              <a:gd name="connsiteX855" fmla="*/ 3890955 w 4752801"/>
              <a:gd name="connsiteY855" fmla="*/ 2676215 h 2767298"/>
              <a:gd name="connsiteX856" fmla="*/ 3890955 w 4752801"/>
              <a:gd name="connsiteY856" fmla="*/ 2675001 h 2767298"/>
              <a:gd name="connsiteX857" fmla="*/ 3894598 w 4752801"/>
              <a:gd name="connsiteY857" fmla="*/ 2668929 h 2767298"/>
              <a:gd name="connsiteX858" fmla="*/ 3895812 w 4752801"/>
              <a:gd name="connsiteY858" fmla="*/ 2668524 h 2767298"/>
              <a:gd name="connsiteX859" fmla="*/ 3854522 w 4752801"/>
              <a:gd name="connsiteY859" fmla="*/ 2667309 h 2767298"/>
              <a:gd name="connsiteX860" fmla="*/ 3862619 w 4752801"/>
              <a:gd name="connsiteY860" fmla="*/ 2667309 h 2767298"/>
              <a:gd name="connsiteX861" fmla="*/ 3863833 w 4752801"/>
              <a:gd name="connsiteY861" fmla="*/ 2668119 h 2767298"/>
              <a:gd name="connsiteX862" fmla="*/ 3867881 w 4752801"/>
              <a:gd name="connsiteY862" fmla="*/ 2675001 h 2767298"/>
              <a:gd name="connsiteX863" fmla="*/ 3867881 w 4752801"/>
              <a:gd name="connsiteY863" fmla="*/ 2676215 h 2767298"/>
              <a:gd name="connsiteX864" fmla="*/ 3863833 w 4752801"/>
              <a:gd name="connsiteY864" fmla="*/ 2683097 h 2767298"/>
              <a:gd name="connsiteX865" fmla="*/ 3862619 w 4752801"/>
              <a:gd name="connsiteY865" fmla="*/ 2683906 h 2767298"/>
              <a:gd name="connsiteX866" fmla="*/ 3854522 w 4752801"/>
              <a:gd name="connsiteY866" fmla="*/ 2683906 h 2767298"/>
              <a:gd name="connsiteX867" fmla="*/ 3853308 w 4752801"/>
              <a:gd name="connsiteY867" fmla="*/ 2683097 h 2767298"/>
              <a:gd name="connsiteX868" fmla="*/ 3849260 w 4752801"/>
              <a:gd name="connsiteY868" fmla="*/ 2676215 h 2767298"/>
              <a:gd name="connsiteX869" fmla="*/ 3849260 w 4752801"/>
              <a:gd name="connsiteY869" fmla="*/ 2675001 h 2767298"/>
              <a:gd name="connsiteX870" fmla="*/ 3853308 w 4752801"/>
              <a:gd name="connsiteY870" fmla="*/ 2668119 h 2767298"/>
              <a:gd name="connsiteX871" fmla="*/ 3854522 w 4752801"/>
              <a:gd name="connsiteY871" fmla="*/ 2667309 h 2767298"/>
              <a:gd name="connsiteX872" fmla="*/ 3814041 w 4752801"/>
              <a:gd name="connsiteY872" fmla="*/ 2667309 h 2767298"/>
              <a:gd name="connsiteX873" fmla="*/ 3822542 w 4752801"/>
              <a:gd name="connsiteY873" fmla="*/ 2667309 h 2767298"/>
              <a:gd name="connsiteX874" fmla="*/ 3823756 w 4752801"/>
              <a:gd name="connsiteY874" fmla="*/ 2667714 h 2767298"/>
              <a:gd name="connsiteX875" fmla="*/ 3828209 w 4752801"/>
              <a:gd name="connsiteY875" fmla="*/ 2675001 h 2767298"/>
              <a:gd name="connsiteX876" fmla="*/ 3828209 w 4752801"/>
              <a:gd name="connsiteY876" fmla="*/ 2676215 h 2767298"/>
              <a:gd name="connsiteX877" fmla="*/ 3823756 w 4752801"/>
              <a:gd name="connsiteY877" fmla="*/ 2683502 h 2767298"/>
              <a:gd name="connsiteX878" fmla="*/ 3822542 w 4752801"/>
              <a:gd name="connsiteY878" fmla="*/ 2684311 h 2767298"/>
              <a:gd name="connsiteX879" fmla="*/ 3814041 w 4752801"/>
              <a:gd name="connsiteY879" fmla="*/ 2684311 h 2767298"/>
              <a:gd name="connsiteX880" fmla="*/ 3812826 w 4752801"/>
              <a:gd name="connsiteY880" fmla="*/ 2683502 h 2767298"/>
              <a:gd name="connsiteX881" fmla="*/ 3808374 w 4752801"/>
              <a:gd name="connsiteY881" fmla="*/ 2676215 h 2767298"/>
              <a:gd name="connsiteX882" fmla="*/ 3808374 w 4752801"/>
              <a:gd name="connsiteY882" fmla="*/ 2675001 h 2767298"/>
              <a:gd name="connsiteX883" fmla="*/ 3812826 w 4752801"/>
              <a:gd name="connsiteY883" fmla="*/ 2667714 h 2767298"/>
              <a:gd name="connsiteX884" fmla="*/ 3814041 w 4752801"/>
              <a:gd name="connsiteY884" fmla="*/ 2667309 h 2767298"/>
              <a:gd name="connsiteX885" fmla="*/ 3773155 w 4752801"/>
              <a:gd name="connsiteY885" fmla="*/ 2666095 h 2767298"/>
              <a:gd name="connsiteX886" fmla="*/ 3782466 w 4752801"/>
              <a:gd name="connsiteY886" fmla="*/ 2666095 h 2767298"/>
              <a:gd name="connsiteX887" fmla="*/ 3783680 w 4752801"/>
              <a:gd name="connsiteY887" fmla="*/ 2666500 h 2767298"/>
              <a:gd name="connsiteX888" fmla="*/ 3788133 w 4752801"/>
              <a:gd name="connsiteY888" fmla="*/ 2674596 h 2767298"/>
              <a:gd name="connsiteX889" fmla="*/ 3788133 w 4752801"/>
              <a:gd name="connsiteY889" fmla="*/ 2675811 h 2767298"/>
              <a:gd name="connsiteX890" fmla="*/ 3783680 w 4752801"/>
              <a:gd name="connsiteY890" fmla="*/ 2683907 h 2767298"/>
              <a:gd name="connsiteX891" fmla="*/ 3782466 w 4752801"/>
              <a:gd name="connsiteY891" fmla="*/ 2684717 h 2767298"/>
              <a:gd name="connsiteX892" fmla="*/ 3773155 w 4752801"/>
              <a:gd name="connsiteY892" fmla="*/ 2684717 h 2767298"/>
              <a:gd name="connsiteX893" fmla="*/ 3771941 w 4752801"/>
              <a:gd name="connsiteY893" fmla="*/ 2683907 h 2767298"/>
              <a:gd name="connsiteX894" fmla="*/ 3767488 w 4752801"/>
              <a:gd name="connsiteY894" fmla="*/ 2675811 h 2767298"/>
              <a:gd name="connsiteX895" fmla="*/ 3767488 w 4752801"/>
              <a:gd name="connsiteY895" fmla="*/ 2674596 h 2767298"/>
              <a:gd name="connsiteX896" fmla="*/ 3771941 w 4752801"/>
              <a:gd name="connsiteY896" fmla="*/ 2666500 h 2767298"/>
              <a:gd name="connsiteX897" fmla="*/ 3773155 w 4752801"/>
              <a:gd name="connsiteY897" fmla="*/ 2666095 h 2767298"/>
              <a:gd name="connsiteX898" fmla="*/ 3732674 w 4752801"/>
              <a:gd name="connsiteY898" fmla="*/ 2666095 h 2767298"/>
              <a:gd name="connsiteX899" fmla="*/ 3741985 w 4752801"/>
              <a:gd name="connsiteY899" fmla="*/ 2666095 h 2767298"/>
              <a:gd name="connsiteX900" fmla="*/ 3743199 w 4752801"/>
              <a:gd name="connsiteY900" fmla="*/ 2666905 h 2767298"/>
              <a:gd name="connsiteX901" fmla="*/ 3748057 w 4752801"/>
              <a:gd name="connsiteY901" fmla="*/ 2675001 h 2767298"/>
              <a:gd name="connsiteX902" fmla="*/ 3748057 w 4752801"/>
              <a:gd name="connsiteY902" fmla="*/ 2676215 h 2767298"/>
              <a:gd name="connsiteX903" fmla="*/ 3743199 w 4752801"/>
              <a:gd name="connsiteY903" fmla="*/ 2684312 h 2767298"/>
              <a:gd name="connsiteX904" fmla="*/ 3741985 w 4752801"/>
              <a:gd name="connsiteY904" fmla="*/ 2685121 h 2767298"/>
              <a:gd name="connsiteX905" fmla="*/ 3732674 w 4752801"/>
              <a:gd name="connsiteY905" fmla="*/ 2685121 h 2767298"/>
              <a:gd name="connsiteX906" fmla="*/ 3731460 w 4752801"/>
              <a:gd name="connsiteY906" fmla="*/ 2684312 h 2767298"/>
              <a:gd name="connsiteX907" fmla="*/ 3726602 w 4752801"/>
              <a:gd name="connsiteY907" fmla="*/ 2676215 h 2767298"/>
              <a:gd name="connsiteX908" fmla="*/ 3726602 w 4752801"/>
              <a:gd name="connsiteY908" fmla="*/ 2675001 h 2767298"/>
              <a:gd name="connsiteX909" fmla="*/ 3731460 w 4752801"/>
              <a:gd name="connsiteY909" fmla="*/ 2666905 h 2767298"/>
              <a:gd name="connsiteX910" fmla="*/ 3732674 w 4752801"/>
              <a:gd name="connsiteY910" fmla="*/ 2666095 h 2767298"/>
              <a:gd name="connsiteX911" fmla="*/ 3691788 w 4752801"/>
              <a:gd name="connsiteY911" fmla="*/ 2665690 h 2767298"/>
              <a:gd name="connsiteX912" fmla="*/ 3701908 w 4752801"/>
              <a:gd name="connsiteY912" fmla="*/ 2665690 h 2767298"/>
              <a:gd name="connsiteX913" fmla="*/ 3703123 w 4752801"/>
              <a:gd name="connsiteY913" fmla="*/ 2666500 h 2767298"/>
              <a:gd name="connsiteX914" fmla="*/ 3707980 w 4752801"/>
              <a:gd name="connsiteY914" fmla="*/ 2675001 h 2767298"/>
              <a:gd name="connsiteX915" fmla="*/ 3707980 w 4752801"/>
              <a:gd name="connsiteY915" fmla="*/ 2676215 h 2767298"/>
              <a:gd name="connsiteX916" fmla="*/ 3703123 w 4752801"/>
              <a:gd name="connsiteY916" fmla="*/ 2684716 h 2767298"/>
              <a:gd name="connsiteX917" fmla="*/ 3701908 w 4752801"/>
              <a:gd name="connsiteY917" fmla="*/ 2685526 h 2767298"/>
              <a:gd name="connsiteX918" fmla="*/ 3691788 w 4752801"/>
              <a:gd name="connsiteY918" fmla="*/ 2685526 h 2767298"/>
              <a:gd name="connsiteX919" fmla="*/ 3690574 w 4752801"/>
              <a:gd name="connsiteY919" fmla="*/ 2684716 h 2767298"/>
              <a:gd name="connsiteX920" fmla="*/ 3685716 w 4752801"/>
              <a:gd name="connsiteY920" fmla="*/ 2676215 h 2767298"/>
              <a:gd name="connsiteX921" fmla="*/ 3685716 w 4752801"/>
              <a:gd name="connsiteY921" fmla="*/ 2675001 h 2767298"/>
              <a:gd name="connsiteX922" fmla="*/ 3690574 w 4752801"/>
              <a:gd name="connsiteY922" fmla="*/ 2666500 h 2767298"/>
              <a:gd name="connsiteX923" fmla="*/ 3691788 w 4752801"/>
              <a:gd name="connsiteY923" fmla="*/ 2665690 h 2767298"/>
              <a:gd name="connsiteX924" fmla="*/ 3570343 w 4752801"/>
              <a:gd name="connsiteY924" fmla="*/ 2664881 h 2767298"/>
              <a:gd name="connsiteX925" fmla="*/ 3580868 w 4752801"/>
              <a:gd name="connsiteY925" fmla="*/ 2664881 h 2767298"/>
              <a:gd name="connsiteX926" fmla="*/ 3582083 w 4752801"/>
              <a:gd name="connsiteY926" fmla="*/ 2665286 h 2767298"/>
              <a:gd name="connsiteX927" fmla="*/ 3587346 w 4752801"/>
              <a:gd name="connsiteY927" fmla="*/ 2674597 h 2767298"/>
              <a:gd name="connsiteX928" fmla="*/ 3587346 w 4752801"/>
              <a:gd name="connsiteY928" fmla="*/ 2675811 h 2767298"/>
              <a:gd name="connsiteX929" fmla="*/ 3582083 w 4752801"/>
              <a:gd name="connsiteY929" fmla="*/ 2685122 h 2767298"/>
              <a:gd name="connsiteX930" fmla="*/ 3580868 w 4752801"/>
              <a:gd name="connsiteY930" fmla="*/ 2685526 h 2767298"/>
              <a:gd name="connsiteX931" fmla="*/ 3570343 w 4752801"/>
              <a:gd name="connsiteY931" fmla="*/ 2685526 h 2767298"/>
              <a:gd name="connsiteX932" fmla="*/ 3569129 w 4752801"/>
              <a:gd name="connsiteY932" fmla="*/ 2685122 h 2767298"/>
              <a:gd name="connsiteX933" fmla="*/ 3563867 w 4752801"/>
              <a:gd name="connsiteY933" fmla="*/ 2675811 h 2767298"/>
              <a:gd name="connsiteX934" fmla="*/ 3563867 w 4752801"/>
              <a:gd name="connsiteY934" fmla="*/ 2674597 h 2767298"/>
              <a:gd name="connsiteX935" fmla="*/ 3569129 w 4752801"/>
              <a:gd name="connsiteY935" fmla="*/ 2665286 h 2767298"/>
              <a:gd name="connsiteX936" fmla="*/ 3570343 w 4752801"/>
              <a:gd name="connsiteY936" fmla="*/ 2664881 h 2767298"/>
              <a:gd name="connsiteX937" fmla="*/ 3609610 w 4752801"/>
              <a:gd name="connsiteY937" fmla="*/ 2663666 h 2767298"/>
              <a:gd name="connsiteX938" fmla="*/ 3621755 w 4752801"/>
              <a:gd name="connsiteY938" fmla="*/ 2663666 h 2767298"/>
              <a:gd name="connsiteX939" fmla="*/ 3622969 w 4752801"/>
              <a:gd name="connsiteY939" fmla="*/ 2664071 h 2767298"/>
              <a:gd name="connsiteX940" fmla="*/ 3629041 w 4752801"/>
              <a:gd name="connsiteY940" fmla="*/ 2674596 h 2767298"/>
              <a:gd name="connsiteX941" fmla="*/ 3629041 w 4752801"/>
              <a:gd name="connsiteY941" fmla="*/ 2675810 h 2767298"/>
              <a:gd name="connsiteX942" fmla="*/ 3622969 w 4752801"/>
              <a:gd name="connsiteY942" fmla="*/ 2686335 h 2767298"/>
              <a:gd name="connsiteX943" fmla="*/ 3621755 w 4752801"/>
              <a:gd name="connsiteY943" fmla="*/ 2687145 h 2767298"/>
              <a:gd name="connsiteX944" fmla="*/ 3609610 w 4752801"/>
              <a:gd name="connsiteY944" fmla="*/ 2687145 h 2767298"/>
              <a:gd name="connsiteX945" fmla="*/ 3608396 w 4752801"/>
              <a:gd name="connsiteY945" fmla="*/ 2686335 h 2767298"/>
              <a:gd name="connsiteX946" fmla="*/ 3602324 w 4752801"/>
              <a:gd name="connsiteY946" fmla="*/ 2675810 h 2767298"/>
              <a:gd name="connsiteX947" fmla="*/ 3602324 w 4752801"/>
              <a:gd name="connsiteY947" fmla="*/ 2674596 h 2767298"/>
              <a:gd name="connsiteX948" fmla="*/ 3608396 w 4752801"/>
              <a:gd name="connsiteY948" fmla="*/ 2664071 h 2767298"/>
              <a:gd name="connsiteX949" fmla="*/ 3609610 w 4752801"/>
              <a:gd name="connsiteY949" fmla="*/ 2663666 h 2767298"/>
              <a:gd name="connsiteX950" fmla="*/ 3650092 w 4752801"/>
              <a:gd name="connsiteY950" fmla="*/ 2662452 h 2767298"/>
              <a:gd name="connsiteX951" fmla="*/ 3663046 w 4752801"/>
              <a:gd name="connsiteY951" fmla="*/ 2662452 h 2767298"/>
              <a:gd name="connsiteX952" fmla="*/ 3664261 w 4752801"/>
              <a:gd name="connsiteY952" fmla="*/ 2663261 h 2767298"/>
              <a:gd name="connsiteX953" fmla="*/ 3670737 w 4752801"/>
              <a:gd name="connsiteY953" fmla="*/ 2674596 h 2767298"/>
              <a:gd name="connsiteX954" fmla="*/ 3670737 w 4752801"/>
              <a:gd name="connsiteY954" fmla="*/ 2675811 h 2767298"/>
              <a:gd name="connsiteX955" fmla="*/ 3664261 w 4752801"/>
              <a:gd name="connsiteY955" fmla="*/ 2687145 h 2767298"/>
              <a:gd name="connsiteX956" fmla="*/ 3663046 w 4752801"/>
              <a:gd name="connsiteY956" fmla="*/ 2687550 h 2767298"/>
              <a:gd name="connsiteX957" fmla="*/ 3650092 w 4752801"/>
              <a:gd name="connsiteY957" fmla="*/ 2687550 h 2767298"/>
              <a:gd name="connsiteX958" fmla="*/ 3648877 w 4752801"/>
              <a:gd name="connsiteY958" fmla="*/ 2687145 h 2767298"/>
              <a:gd name="connsiteX959" fmla="*/ 3642401 w 4752801"/>
              <a:gd name="connsiteY959" fmla="*/ 2675811 h 2767298"/>
              <a:gd name="connsiteX960" fmla="*/ 3642401 w 4752801"/>
              <a:gd name="connsiteY960" fmla="*/ 2674596 h 2767298"/>
              <a:gd name="connsiteX961" fmla="*/ 3648877 w 4752801"/>
              <a:gd name="connsiteY961" fmla="*/ 2663261 h 2767298"/>
              <a:gd name="connsiteX962" fmla="*/ 3650092 w 4752801"/>
              <a:gd name="connsiteY962" fmla="*/ 2662452 h 2767298"/>
              <a:gd name="connsiteX963" fmla="*/ 4707057 w 4752801"/>
              <a:gd name="connsiteY963" fmla="*/ 2631686 h 2767298"/>
              <a:gd name="connsiteX964" fmla="*/ 4711105 w 4752801"/>
              <a:gd name="connsiteY964" fmla="*/ 2631686 h 2767298"/>
              <a:gd name="connsiteX965" fmla="*/ 4713129 w 4752801"/>
              <a:gd name="connsiteY965" fmla="*/ 2634924 h 2767298"/>
              <a:gd name="connsiteX966" fmla="*/ 4711105 w 4752801"/>
              <a:gd name="connsiteY966" fmla="*/ 2638163 h 2767298"/>
              <a:gd name="connsiteX967" fmla="*/ 4707057 w 4752801"/>
              <a:gd name="connsiteY967" fmla="*/ 2638163 h 2767298"/>
              <a:gd name="connsiteX968" fmla="*/ 4705033 w 4752801"/>
              <a:gd name="connsiteY968" fmla="*/ 2634924 h 2767298"/>
              <a:gd name="connsiteX969" fmla="*/ 4423688 w 4752801"/>
              <a:gd name="connsiteY969" fmla="*/ 2631686 h 2767298"/>
              <a:gd name="connsiteX970" fmla="*/ 4427736 w 4752801"/>
              <a:gd name="connsiteY970" fmla="*/ 2631686 h 2767298"/>
              <a:gd name="connsiteX971" fmla="*/ 4429760 w 4752801"/>
              <a:gd name="connsiteY971" fmla="*/ 2634924 h 2767298"/>
              <a:gd name="connsiteX972" fmla="*/ 4427736 w 4752801"/>
              <a:gd name="connsiteY972" fmla="*/ 2638163 h 2767298"/>
              <a:gd name="connsiteX973" fmla="*/ 4423688 w 4752801"/>
              <a:gd name="connsiteY973" fmla="*/ 2638163 h 2767298"/>
              <a:gd name="connsiteX974" fmla="*/ 4421664 w 4752801"/>
              <a:gd name="connsiteY974" fmla="*/ 2634924 h 2767298"/>
              <a:gd name="connsiteX975" fmla="*/ 4666171 w 4752801"/>
              <a:gd name="connsiteY975" fmla="*/ 2631281 h 2767298"/>
              <a:gd name="connsiteX976" fmla="*/ 4670624 w 4752801"/>
              <a:gd name="connsiteY976" fmla="*/ 2631281 h 2767298"/>
              <a:gd name="connsiteX977" fmla="*/ 4672648 w 4752801"/>
              <a:gd name="connsiteY977" fmla="*/ 2634924 h 2767298"/>
              <a:gd name="connsiteX978" fmla="*/ 4670624 w 4752801"/>
              <a:gd name="connsiteY978" fmla="*/ 2638568 h 2767298"/>
              <a:gd name="connsiteX979" fmla="*/ 4666171 w 4752801"/>
              <a:gd name="connsiteY979" fmla="*/ 2638568 h 2767298"/>
              <a:gd name="connsiteX980" fmla="*/ 4664147 w 4752801"/>
              <a:gd name="connsiteY980" fmla="*/ 2634924 h 2767298"/>
              <a:gd name="connsiteX981" fmla="*/ 4544728 w 4752801"/>
              <a:gd name="connsiteY981" fmla="*/ 2631281 h 2767298"/>
              <a:gd name="connsiteX982" fmla="*/ 4549181 w 4752801"/>
              <a:gd name="connsiteY982" fmla="*/ 2631281 h 2767298"/>
              <a:gd name="connsiteX983" fmla="*/ 4551205 w 4752801"/>
              <a:gd name="connsiteY983" fmla="*/ 2634924 h 2767298"/>
              <a:gd name="connsiteX984" fmla="*/ 4549181 w 4752801"/>
              <a:gd name="connsiteY984" fmla="*/ 2638568 h 2767298"/>
              <a:gd name="connsiteX985" fmla="*/ 4544728 w 4752801"/>
              <a:gd name="connsiteY985" fmla="*/ 2638568 h 2767298"/>
              <a:gd name="connsiteX986" fmla="*/ 4542704 w 4752801"/>
              <a:gd name="connsiteY986" fmla="*/ 2634924 h 2767298"/>
              <a:gd name="connsiteX987" fmla="*/ 4504246 w 4752801"/>
              <a:gd name="connsiteY987" fmla="*/ 2631281 h 2767298"/>
              <a:gd name="connsiteX988" fmla="*/ 4508699 w 4752801"/>
              <a:gd name="connsiteY988" fmla="*/ 2631281 h 2767298"/>
              <a:gd name="connsiteX989" fmla="*/ 4510723 w 4752801"/>
              <a:gd name="connsiteY989" fmla="*/ 2634924 h 2767298"/>
              <a:gd name="connsiteX990" fmla="*/ 4508699 w 4752801"/>
              <a:gd name="connsiteY990" fmla="*/ 2638568 h 2767298"/>
              <a:gd name="connsiteX991" fmla="*/ 4504246 w 4752801"/>
              <a:gd name="connsiteY991" fmla="*/ 2638568 h 2767298"/>
              <a:gd name="connsiteX992" fmla="*/ 4502222 w 4752801"/>
              <a:gd name="connsiteY992" fmla="*/ 2634924 h 2767298"/>
              <a:gd name="connsiteX993" fmla="*/ 4464170 w 4752801"/>
              <a:gd name="connsiteY993" fmla="*/ 2631281 h 2767298"/>
              <a:gd name="connsiteX994" fmla="*/ 4468218 w 4752801"/>
              <a:gd name="connsiteY994" fmla="*/ 2631281 h 2767298"/>
              <a:gd name="connsiteX995" fmla="*/ 4470242 w 4752801"/>
              <a:gd name="connsiteY995" fmla="*/ 2634924 h 2767298"/>
              <a:gd name="connsiteX996" fmla="*/ 4468218 w 4752801"/>
              <a:gd name="connsiteY996" fmla="*/ 2638568 h 2767298"/>
              <a:gd name="connsiteX997" fmla="*/ 4464170 w 4752801"/>
              <a:gd name="connsiteY997" fmla="*/ 2638568 h 2767298"/>
              <a:gd name="connsiteX998" fmla="*/ 4462146 w 4752801"/>
              <a:gd name="connsiteY998" fmla="*/ 2634924 h 2767298"/>
              <a:gd name="connsiteX999" fmla="*/ 4383207 w 4752801"/>
              <a:gd name="connsiteY999" fmla="*/ 2631281 h 2767298"/>
              <a:gd name="connsiteX1000" fmla="*/ 4387255 w 4752801"/>
              <a:gd name="connsiteY1000" fmla="*/ 2631281 h 2767298"/>
              <a:gd name="connsiteX1001" fmla="*/ 4389279 w 4752801"/>
              <a:gd name="connsiteY1001" fmla="*/ 2634924 h 2767298"/>
              <a:gd name="connsiteX1002" fmla="*/ 4387255 w 4752801"/>
              <a:gd name="connsiteY1002" fmla="*/ 2638568 h 2767298"/>
              <a:gd name="connsiteX1003" fmla="*/ 4383207 w 4752801"/>
              <a:gd name="connsiteY1003" fmla="*/ 2638568 h 2767298"/>
              <a:gd name="connsiteX1004" fmla="*/ 4381183 w 4752801"/>
              <a:gd name="connsiteY1004" fmla="*/ 2634924 h 2767298"/>
              <a:gd name="connsiteX1005" fmla="*/ 4342726 w 4752801"/>
              <a:gd name="connsiteY1005" fmla="*/ 2631281 h 2767298"/>
              <a:gd name="connsiteX1006" fmla="*/ 4346774 w 4752801"/>
              <a:gd name="connsiteY1006" fmla="*/ 2631281 h 2767298"/>
              <a:gd name="connsiteX1007" fmla="*/ 4348798 w 4752801"/>
              <a:gd name="connsiteY1007" fmla="*/ 2634924 h 2767298"/>
              <a:gd name="connsiteX1008" fmla="*/ 4346774 w 4752801"/>
              <a:gd name="connsiteY1008" fmla="*/ 2638568 h 2767298"/>
              <a:gd name="connsiteX1009" fmla="*/ 4342726 w 4752801"/>
              <a:gd name="connsiteY1009" fmla="*/ 2638568 h 2767298"/>
              <a:gd name="connsiteX1010" fmla="*/ 4340702 w 4752801"/>
              <a:gd name="connsiteY1010" fmla="*/ 2634924 h 2767298"/>
              <a:gd name="connsiteX1011" fmla="*/ 4626499 w 4752801"/>
              <a:gd name="connsiteY1011" fmla="*/ 2630876 h 2767298"/>
              <a:gd name="connsiteX1012" fmla="*/ 4629738 w 4752801"/>
              <a:gd name="connsiteY1012" fmla="*/ 2630876 h 2767298"/>
              <a:gd name="connsiteX1013" fmla="*/ 4630952 w 4752801"/>
              <a:gd name="connsiteY1013" fmla="*/ 2631686 h 2767298"/>
              <a:gd name="connsiteX1014" fmla="*/ 4632572 w 4752801"/>
              <a:gd name="connsiteY1014" fmla="*/ 2634519 h 2767298"/>
              <a:gd name="connsiteX1015" fmla="*/ 4632572 w 4752801"/>
              <a:gd name="connsiteY1015" fmla="*/ 2635734 h 2767298"/>
              <a:gd name="connsiteX1016" fmla="*/ 4630952 w 4752801"/>
              <a:gd name="connsiteY1016" fmla="*/ 2638568 h 2767298"/>
              <a:gd name="connsiteX1017" fmla="*/ 4629738 w 4752801"/>
              <a:gd name="connsiteY1017" fmla="*/ 2639377 h 2767298"/>
              <a:gd name="connsiteX1018" fmla="*/ 4626499 w 4752801"/>
              <a:gd name="connsiteY1018" fmla="*/ 2639377 h 2767298"/>
              <a:gd name="connsiteX1019" fmla="*/ 4625285 w 4752801"/>
              <a:gd name="connsiteY1019" fmla="*/ 2638568 h 2767298"/>
              <a:gd name="connsiteX1020" fmla="*/ 4623666 w 4752801"/>
              <a:gd name="connsiteY1020" fmla="*/ 2635734 h 2767298"/>
              <a:gd name="connsiteX1021" fmla="*/ 4623666 w 4752801"/>
              <a:gd name="connsiteY1021" fmla="*/ 2634519 h 2767298"/>
              <a:gd name="connsiteX1022" fmla="*/ 4625285 w 4752801"/>
              <a:gd name="connsiteY1022" fmla="*/ 2631686 h 2767298"/>
              <a:gd name="connsiteX1023" fmla="*/ 4626499 w 4752801"/>
              <a:gd name="connsiteY1023" fmla="*/ 2630876 h 2767298"/>
              <a:gd name="connsiteX1024" fmla="*/ 4585614 w 4752801"/>
              <a:gd name="connsiteY1024" fmla="*/ 2630876 h 2767298"/>
              <a:gd name="connsiteX1025" fmla="*/ 4590067 w 4752801"/>
              <a:gd name="connsiteY1025" fmla="*/ 2630876 h 2767298"/>
              <a:gd name="connsiteX1026" fmla="*/ 4592495 w 4752801"/>
              <a:gd name="connsiteY1026" fmla="*/ 2634924 h 2767298"/>
              <a:gd name="connsiteX1027" fmla="*/ 4590067 w 4752801"/>
              <a:gd name="connsiteY1027" fmla="*/ 2638972 h 2767298"/>
              <a:gd name="connsiteX1028" fmla="*/ 4585614 w 4752801"/>
              <a:gd name="connsiteY1028" fmla="*/ 2638972 h 2767298"/>
              <a:gd name="connsiteX1029" fmla="*/ 4583185 w 4752801"/>
              <a:gd name="connsiteY1029" fmla="*/ 2634924 h 2767298"/>
              <a:gd name="connsiteX1030" fmla="*/ 4301840 w 4752801"/>
              <a:gd name="connsiteY1030" fmla="*/ 2630876 h 2767298"/>
              <a:gd name="connsiteX1031" fmla="*/ 4306698 w 4752801"/>
              <a:gd name="connsiteY1031" fmla="*/ 2630876 h 2767298"/>
              <a:gd name="connsiteX1032" fmla="*/ 4309127 w 4752801"/>
              <a:gd name="connsiteY1032" fmla="*/ 2634924 h 2767298"/>
              <a:gd name="connsiteX1033" fmla="*/ 4306698 w 4752801"/>
              <a:gd name="connsiteY1033" fmla="*/ 2638972 h 2767298"/>
              <a:gd name="connsiteX1034" fmla="*/ 4301840 w 4752801"/>
              <a:gd name="connsiteY1034" fmla="*/ 2638972 h 2767298"/>
              <a:gd name="connsiteX1035" fmla="*/ 4299411 w 4752801"/>
              <a:gd name="connsiteY1035" fmla="*/ 2634924 h 2767298"/>
              <a:gd name="connsiteX1036" fmla="*/ 4262168 w 4752801"/>
              <a:gd name="connsiteY1036" fmla="*/ 2630876 h 2767298"/>
              <a:gd name="connsiteX1037" fmla="*/ 4265407 w 4752801"/>
              <a:gd name="connsiteY1037" fmla="*/ 2630876 h 2767298"/>
              <a:gd name="connsiteX1038" fmla="*/ 4266621 w 4752801"/>
              <a:gd name="connsiteY1038" fmla="*/ 2631686 h 2767298"/>
              <a:gd name="connsiteX1039" fmla="*/ 4268241 w 4752801"/>
              <a:gd name="connsiteY1039" fmla="*/ 2634519 h 2767298"/>
              <a:gd name="connsiteX1040" fmla="*/ 4268241 w 4752801"/>
              <a:gd name="connsiteY1040" fmla="*/ 2635734 h 2767298"/>
              <a:gd name="connsiteX1041" fmla="*/ 4266621 w 4752801"/>
              <a:gd name="connsiteY1041" fmla="*/ 2638568 h 2767298"/>
              <a:gd name="connsiteX1042" fmla="*/ 4265407 w 4752801"/>
              <a:gd name="connsiteY1042" fmla="*/ 2639377 h 2767298"/>
              <a:gd name="connsiteX1043" fmla="*/ 4262168 w 4752801"/>
              <a:gd name="connsiteY1043" fmla="*/ 2639377 h 2767298"/>
              <a:gd name="connsiteX1044" fmla="*/ 4260954 w 4752801"/>
              <a:gd name="connsiteY1044" fmla="*/ 2638568 h 2767298"/>
              <a:gd name="connsiteX1045" fmla="*/ 4259335 w 4752801"/>
              <a:gd name="connsiteY1045" fmla="*/ 2635734 h 2767298"/>
              <a:gd name="connsiteX1046" fmla="*/ 4259335 w 4752801"/>
              <a:gd name="connsiteY1046" fmla="*/ 2634519 h 2767298"/>
              <a:gd name="connsiteX1047" fmla="*/ 4260954 w 4752801"/>
              <a:gd name="connsiteY1047" fmla="*/ 2631686 h 2767298"/>
              <a:gd name="connsiteX1048" fmla="*/ 4262168 w 4752801"/>
              <a:gd name="connsiteY1048" fmla="*/ 2630876 h 2767298"/>
              <a:gd name="connsiteX1049" fmla="*/ 4221283 w 4752801"/>
              <a:gd name="connsiteY1049" fmla="*/ 2630876 h 2767298"/>
              <a:gd name="connsiteX1050" fmla="*/ 4225736 w 4752801"/>
              <a:gd name="connsiteY1050" fmla="*/ 2630876 h 2767298"/>
              <a:gd name="connsiteX1051" fmla="*/ 4228164 w 4752801"/>
              <a:gd name="connsiteY1051" fmla="*/ 2634924 h 2767298"/>
              <a:gd name="connsiteX1052" fmla="*/ 4225736 w 4752801"/>
              <a:gd name="connsiteY1052" fmla="*/ 2638972 h 2767298"/>
              <a:gd name="connsiteX1053" fmla="*/ 4221283 w 4752801"/>
              <a:gd name="connsiteY1053" fmla="*/ 2638972 h 2767298"/>
              <a:gd name="connsiteX1054" fmla="*/ 4218854 w 4752801"/>
              <a:gd name="connsiteY1054" fmla="*/ 2634924 h 2767298"/>
              <a:gd name="connsiteX1055" fmla="*/ 3937104 w 4752801"/>
              <a:gd name="connsiteY1055" fmla="*/ 2629662 h 2767298"/>
              <a:gd name="connsiteX1056" fmla="*/ 3942366 w 4752801"/>
              <a:gd name="connsiteY1056" fmla="*/ 2629662 h 2767298"/>
              <a:gd name="connsiteX1057" fmla="*/ 3943581 w 4752801"/>
              <a:gd name="connsiteY1057" fmla="*/ 2630067 h 2767298"/>
              <a:gd name="connsiteX1058" fmla="*/ 3946415 w 4752801"/>
              <a:gd name="connsiteY1058" fmla="*/ 2634520 h 2767298"/>
              <a:gd name="connsiteX1059" fmla="*/ 3946415 w 4752801"/>
              <a:gd name="connsiteY1059" fmla="*/ 2635734 h 2767298"/>
              <a:gd name="connsiteX1060" fmla="*/ 3943581 w 4752801"/>
              <a:gd name="connsiteY1060" fmla="*/ 2640187 h 2767298"/>
              <a:gd name="connsiteX1061" fmla="*/ 3942366 w 4752801"/>
              <a:gd name="connsiteY1061" fmla="*/ 2640592 h 2767298"/>
              <a:gd name="connsiteX1062" fmla="*/ 3937104 w 4752801"/>
              <a:gd name="connsiteY1062" fmla="*/ 2640592 h 2767298"/>
              <a:gd name="connsiteX1063" fmla="*/ 3935890 w 4752801"/>
              <a:gd name="connsiteY1063" fmla="*/ 2640187 h 2767298"/>
              <a:gd name="connsiteX1064" fmla="*/ 3933056 w 4752801"/>
              <a:gd name="connsiteY1064" fmla="*/ 2635734 h 2767298"/>
              <a:gd name="connsiteX1065" fmla="*/ 3933056 w 4752801"/>
              <a:gd name="connsiteY1065" fmla="*/ 2634520 h 2767298"/>
              <a:gd name="connsiteX1066" fmla="*/ 3935890 w 4752801"/>
              <a:gd name="connsiteY1066" fmla="*/ 2630067 h 2767298"/>
              <a:gd name="connsiteX1067" fmla="*/ 3937104 w 4752801"/>
              <a:gd name="connsiteY1067" fmla="*/ 2629662 h 2767298"/>
              <a:gd name="connsiteX1068" fmla="*/ 4180396 w 4752801"/>
              <a:gd name="connsiteY1068" fmla="*/ 2629257 h 2767298"/>
              <a:gd name="connsiteX1069" fmla="*/ 4184849 w 4752801"/>
              <a:gd name="connsiteY1069" fmla="*/ 2629257 h 2767298"/>
              <a:gd name="connsiteX1070" fmla="*/ 4186063 w 4752801"/>
              <a:gd name="connsiteY1070" fmla="*/ 2630067 h 2767298"/>
              <a:gd name="connsiteX1071" fmla="*/ 4188492 w 4752801"/>
              <a:gd name="connsiteY1071" fmla="*/ 2634115 h 2767298"/>
              <a:gd name="connsiteX1072" fmla="*/ 4188492 w 4752801"/>
              <a:gd name="connsiteY1072" fmla="*/ 2635329 h 2767298"/>
              <a:gd name="connsiteX1073" fmla="*/ 4186063 w 4752801"/>
              <a:gd name="connsiteY1073" fmla="*/ 2639377 h 2767298"/>
              <a:gd name="connsiteX1074" fmla="*/ 4184849 w 4752801"/>
              <a:gd name="connsiteY1074" fmla="*/ 2639782 h 2767298"/>
              <a:gd name="connsiteX1075" fmla="*/ 4180396 w 4752801"/>
              <a:gd name="connsiteY1075" fmla="*/ 2639782 h 2767298"/>
              <a:gd name="connsiteX1076" fmla="*/ 4179181 w 4752801"/>
              <a:gd name="connsiteY1076" fmla="*/ 2639377 h 2767298"/>
              <a:gd name="connsiteX1077" fmla="*/ 4176753 w 4752801"/>
              <a:gd name="connsiteY1077" fmla="*/ 2635329 h 2767298"/>
              <a:gd name="connsiteX1078" fmla="*/ 4176753 w 4752801"/>
              <a:gd name="connsiteY1078" fmla="*/ 2634115 h 2767298"/>
              <a:gd name="connsiteX1079" fmla="*/ 4179181 w 4752801"/>
              <a:gd name="connsiteY1079" fmla="*/ 2630067 h 2767298"/>
              <a:gd name="connsiteX1080" fmla="*/ 4180396 w 4752801"/>
              <a:gd name="connsiteY1080" fmla="*/ 2629257 h 2767298"/>
              <a:gd name="connsiteX1081" fmla="*/ 4099029 w 4752801"/>
              <a:gd name="connsiteY1081" fmla="*/ 2629257 h 2767298"/>
              <a:gd name="connsiteX1082" fmla="*/ 4104291 w 4752801"/>
              <a:gd name="connsiteY1082" fmla="*/ 2629257 h 2767298"/>
              <a:gd name="connsiteX1083" fmla="*/ 4105506 w 4752801"/>
              <a:gd name="connsiteY1083" fmla="*/ 2630067 h 2767298"/>
              <a:gd name="connsiteX1084" fmla="*/ 4108340 w 4752801"/>
              <a:gd name="connsiteY1084" fmla="*/ 2634520 h 2767298"/>
              <a:gd name="connsiteX1085" fmla="*/ 4108340 w 4752801"/>
              <a:gd name="connsiteY1085" fmla="*/ 2635734 h 2767298"/>
              <a:gd name="connsiteX1086" fmla="*/ 4105506 w 4752801"/>
              <a:gd name="connsiteY1086" fmla="*/ 2640187 h 2767298"/>
              <a:gd name="connsiteX1087" fmla="*/ 4104291 w 4752801"/>
              <a:gd name="connsiteY1087" fmla="*/ 2640996 h 2767298"/>
              <a:gd name="connsiteX1088" fmla="*/ 4099029 w 4752801"/>
              <a:gd name="connsiteY1088" fmla="*/ 2640996 h 2767298"/>
              <a:gd name="connsiteX1089" fmla="*/ 4097815 w 4752801"/>
              <a:gd name="connsiteY1089" fmla="*/ 2640187 h 2767298"/>
              <a:gd name="connsiteX1090" fmla="*/ 4094981 w 4752801"/>
              <a:gd name="connsiteY1090" fmla="*/ 2635734 h 2767298"/>
              <a:gd name="connsiteX1091" fmla="*/ 4094981 w 4752801"/>
              <a:gd name="connsiteY1091" fmla="*/ 2634520 h 2767298"/>
              <a:gd name="connsiteX1092" fmla="*/ 4097815 w 4752801"/>
              <a:gd name="connsiteY1092" fmla="*/ 2630067 h 2767298"/>
              <a:gd name="connsiteX1093" fmla="*/ 4099029 w 4752801"/>
              <a:gd name="connsiteY1093" fmla="*/ 2629257 h 2767298"/>
              <a:gd name="connsiteX1094" fmla="*/ 4018066 w 4752801"/>
              <a:gd name="connsiteY1094" fmla="*/ 2629257 h 2767298"/>
              <a:gd name="connsiteX1095" fmla="*/ 4023733 w 4752801"/>
              <a:gd name="connsiteY1095" fmla="*/ 2629257 h 2767298"/>
              <a:gd name="connsiteX1096" fmla="*/ 4024948 w 4752801"/>
              <a:gd name="connsiteY1096" fmla="*/ 2629662 h 2767298"/>
              <a:gd name="connsiteX1097" fmla="*/ 4027781 w 4752801"/>
              <a:gd name="connsiteY1097" fmla="*/ 2634520 h 2767298"/>
              <a:gd name="connsiteX1098" fmla="*/ 4027781 w 4752801"/>
              <a:gd name="connsiteY1098" fmla="*/ 2635734 h 2767298"/>
              <a:gd name="connsiteX1099" fmla="*/ 4024948 w 4752801"/>
              <a:gd name="connsiteY1099" fmla="*/ 2640592 h 2767298"/>
              <a:gd name="connsiteX1100" fmla="*/ 4023733 w 4752801"/>
              <a:gd name="connsiteY1100" fmla="*/ 2640996 h 2767298"/>
              <a:gd name="connsiteX1101" fmla="*/ 4018066 w 4752801"/>
              <a:gd name="connsiteY1101" fmla="*/ 2640996 h 2767298"/>
              <a:gd name="connsiteX1102" fmla="*/ 4016852 w 4752801"/>
              <a:gd name="connsiteY1102" fmla="*/ 2640592 h 2767298"/>
              <a:gd name="connsiteX1103" fmla="*/ 4014018 w 4752801"/>
              <a:gd name="connsiteY1103" fmla="*/ 2635734 h 2767298"/>
              <a:gd name="connsiteX1104" fmla="*/ 4014018 w 4752801"/>
              <a:gd name="connsiteY1104" fmla="*/ 2634520 h 2767298"/>
              <a:gd name="connsiteX1105" fmla="*/ 4016852 w 4752801"/>
              <a:gd name="connsiteY1105" fmla="*/ 2629662 h 2767298"/>
              <a:gd name="connsiteX1106" fmla="*/ 4018066 w 4752801"/>
              <a:gd name="connsiteY1106" fmla="*/ 2629257 h 2767298"/>
              <a:gd name="connsiteX1107" fmla="*/ 3977585 w 4752801"/>
              <a:gd name="connsiteY1107" fmla="*/ 2629257 h 2767298"/>
              <a:gd name="connsiteX1108" fmla="*/ 3982848 w 4752801"/>
              <a:gd name="connsiteY1108" fmla="*/ 2629257 h 2767298"/>
              <a:gd name="connsiteX1109" fmla="*/ 3984062 w 4752801"/>
              <a:gd name="connsiteY1109" fmla="*/ 2630067 h 2767298"/>
              <a:gd name="connsiteX1110" fmla="*/ 3986491 w 4752801"/>
              <a:gd name="connsiteY1110" fmla="*/ 2634520 h 2767298"/>
              <a:gd name="connsiteX1111" fmla="*/ 3986491 w 4752801"/>
              <a:gd name="connsiteY1111" fmla="*/ 2635734 h 2767298"/>
              <a:gd name="connsiteX1112" fmla="*/ 3984062 w 4752801"/>
              <a:gd name="connsiteY1112" fmla="*/ 2640187 h 2767298"/>
              <a:gd name="connsiteX1113" fmla="*/ 3982848 w 4752801"/>
              <a:gd name="connsiteY1113" fmla="*/ 2640996 h 2767298"/>
              <a:gd name="connsiteX1114" fmla="*/ 3977585 w 4752801"/>
              <a:gd name="connsiteY1114" fmla="*/ 2640996 h 2767298"/>
              <a:gd name="connsiteX1115" fmla="*/ 3976371 w 4752801"/>
              <a:gd name="connsiteY1115" fmla="*/ 2640187 h 2767298"/>
              <a:gd name="connsiteX1116" fmla="*/ 3973942 w 4752801"/>
              <a:gd name="connsiteY1116" fmla="*/ 2635734 h 2767298"/>
              <a:gd name="connsiteX1117" fmla="*/ 3973942 w 4752801"/>
              <a:gd name="connsiteY1117" fmla="*/ 2634520 h 2767298"/>
              <a:gd name="connsiteX1118" fmla="*/ 3976371 w 4752801"/>
              <a:gd name="connsiteY1118" fmla="*/ 2630067 h 2767298"/>
              <a:gd name="connsiteX1119" fmla="*/ 3977585 w 4752801"/>
              <a:gd name="connsiteY1119" fmla="*/ 2629257 h 2767298"/>
              <a:gd name="connsiteX1120" fmla="*/ 3896623 w 4752801"/>
              <a:gd name="connsiteY1120" fmla="*/ 2629257 h 2767298"/>
              <a:gd name="connsiteX1121" fmla="*/ 3901886 w 4752801"/>
              <a:gd name="connsiteY1121" fmla="*/ 2629257 h 2767298"/>
              <a:gd name="connsiteX1122" fmla="*/ 3903100 w 4752801"/>
              <a:gd name="connsiteY1122" fmla="*/ 2629662 h 2767298"/>
              <a:gd name="connsiteX1123" fmla="*/ 3905529 w 4752801"/>
              <a:gd name="connsiteY1123" fmla="*/ 2634115 h 2767298"/>
              <a:gd name="connsiteX1124" fmla="*/ 3905529 w 4752801"/>
              <a:gd name="connsiteY1124" fmla="*/ 2635329 h 2767298"/>
              <a:gd name="connsiteX1125" fmla="*/ 3903100 w 4752801"/>
              <a:gd name="connsiteY1125" fmla="*/ 2639782 h 2767298"/>
              <a:gd name="connsiteX1126" fmla="*/ 3901886 w 4752801"/>
              <a:gd name="connsiteY1126" fmla="*/ 2640187 h 2767298"/>
              <a:gd name="connsiteX1127" fmla="*/ 3896623 w 4752801"/>
              <a:gd name="connsiteY1127" fmla="*/ 2640187 h 2767298"/>
              <a:gd name="connsiteX1128" fmla="*/ 3895409 w 4752801"/>
              <a:gd name="connsiteY1128" fmla="*/ 2639782 h 2767298"/>
              <a:gd name="connsiteX1129" fmla="*/ 3892980 w 4752801"/>
              <a:gd name="connsiteY1129" fmla="*/ 2635329 h 2767298"/>
              <a:gd name="connsiteX1130" fmla="*/ 3892980 w 4752801"/>
              <a:gd name="connsiteY1130" fmla="*/ 2634115 h 2767298"/>
              <a:gd name="connsiteX1131" fmla="*/ 3895409 w 4752801"/>
              <a:gd name="connsiteY1131" fmla="*/ 2629662 h 2767298"/>
              <a:gd name="connsiteX1132" fmla="*/ 3896623 w 4752801"/>
              <a:gd name="connsiteY1132" fmla="*/ 2629257 h 2767298"/>
              <a:gd name="connsiteX1133" fmla="*/ 4139510 w 4752801"/>
              <a:gd name="connsiteY1133" fmla="*/ 2628852 h 2767298"/>
              <a:gd name="connsiteX1134" fmla="*/ 4144772 w 4752801"/>
              <a:gd name="connsiteY1134" fmla="*/ 2628852 h 2767298"/>
              <a:gd name="connsiteX1135" fmla="*/ 4145987 w 4752801"/>
              <a:gd name="connsiteY1135" fmla="*/ 2629257 h 2767298"/>
              <a:gd name="connsiteX1136" fmla="*/ 4148821 w 4752801"/>
              <a:gd name="connsiteY1136" fmla="*/ 2634115 h 2767298"/>
              <a:gd name="connsiteX1137" fmla="*/ 4148821 w 4752801"/>
              <a:gd name="connsiteY1137" fmla="*/ 2635329 h 2767298"/>
              <a:gd name="connsiteX1138" fmla="*/ 4145987 w 4752801"/>
              <a:gd name="connsiteY1138" fmla="*/ 2640187 h 2767298"/>
              <a:gd name="connsiteX1139" fmla="*/ 4144772 w 4752801"/>
              <a:gd name="connsiteY1139" fmla="*/ 2640996 h 2767298"/>
              <a:gd name="connsiteX1140" fmla="*/ 4139510 w 4752801"/>
              <a:gd name="connsiteY1140" fmla="*/ 2640996 h 2767298"/>
              <a:gd name="connsiteX1141" fmla="*/ 4138296 w 4752801"/>
              <a:gd name="connsiteY1141" fmla="*/ 2640187 h 2767298"/>
              <a:gd name="connsiteX1142" fmla="*/ 4135462 w 4752801"/>
              <a:gd name="connsiteY1142" fmla="*/ 2635329 h 2767298"/>
              <a:gd name="connsiteX1143" fmla="*/ 4135462 w 4752801"/>
              <a:gd name="connsiteY1143" fmla="*/ 2634115 h 2767298"/>
              <a:gd name="connsiteX1144" fmla="*/ 4138296 w 4752801"/>
              <a:gd name="connsiteY1144" fmla="*/ 2629257 h 2767298"/>
              <a:gd name="connsiteX1145" fmla="*/ 4139510 w 4752801"/>
              <a:gd name="connsiteY1145" fmla="*/ 2628852 h 2767298"/>
              <a:gd name="connsiteX1146" fmla="*/ 3854927 w 4752801"/>
              <a:gd name="connsiteY1146" fmla="*/ 2628043 h 2767298"/>
              <a:gd name="connsiteX1147" fmla="*/ 3862213 w 4752801"/>
              <a:gd name="connsiteY1147" fmla="*/ 2628043 h 2767298"/>
              <a:gd name="connsiteX1148" fmla="*/ 3863428 w 4752801"/>
              <a:gd name="connsiteY1148" fmla="*/ 2628448 h 2767298"/>
              <a:gd name="connsiteX1149" fmla="*/ 3867071 w 4752801"/>
              <a:gd name="connsiteY1149" fmla="*/ 2634520 h 2767298"/>
              <a:gd name="connsiteX1150" fmla="*/ 3867071 w 4752801"/>
              <a:gd name="connsiteY1150" fmla="*/ 2635734 h 2767298"/>
              <a:gd name="connsiteX1151" fmla="*/ 3863428 w 4752801"/>
              <a:gd name="connsiteY1151" fmla="*/ 2641806 h 2767298"/>
              <a:gd name="connsiteX1152" fmla="*/ 3862213 w 4752801"/>
              <a:gd name="connsiteY1152" fmla="*/ 2642211 h 2767298"/>
              <a:gd name="connsiteX1153" fmla="*/ 3854927 w 4752801"/>
              <a:gd name="connsiteY1153" fmla="*/ 2642211 h 2767298"/>
              <a:gd name="connsiteX1154" fmla="*/ 3853712 w 4752801"/>
              <a:gd name="connsiteY1154" fmla="*/ 2641806 h 2767298"/>
              <a:gd name="connsiteX1155" fmla="*/ 3850069 w 4752801"/>
              <a:gd name="connsiteY1155" fmla="*/ 2635734 h 2767298"/>
              <a:gd name="connsiteX1156" fmla="*/ 3850069 w 4752801"/>
              <a:gd name="connsiteY1156" fmla="*/ 2634520 h 2767298"/>
              <a:gd name="connsiteX1157" fmla="*/ 3853712 w 4752801"/>
              <a:gd name="connsiteY1157" fmla="*/ 2628448 h 2767298"/>
              <a:gd name="connsiteX1158" fmla="*/ 3854927 w 4752801"/>
              <a:gd name="connsiteY1158" fmla="*/ 2628043 h 2767298"/>
              <a:gd name="connsiteX1159" fmla="*/ 4057738 w 4752801"/>
              <a:gd name="connsiteY1159" fmla="*/ 2627638 h 2767298"/>
              <a:gd name="connsiteX1160" fmla="*/ 4064215 w 4752801"/>
              <a:gd name="connsiteY1160" fmla="*/ 2627638 h 2767298"/>
              <a:gd name="connsiteX1161" fmla="*/ 4065430 w 4752801"/>
              <a:gd name="connsiteY1161" fmla="*/ 2628448 h 2767298"/>
              <a:gd name="connsiteX1162" fmla="*/ 4068668 w 4752801"/>
              <a:gd name="connsiteY1162" fmla="*/ 2634115 h 2767298"/>
              <a:gd name="connsiteX1163" fmla="*/ 4068668 w 4752801"/>
              <a:gd name="connsiteY1163" fmla="*/ 2635330 h 2767298"/>
              <a:gd name="connsiteX1164" fmla="*/ 4065430 w 4752801"/>
              <a:gd name="connsiteY1164" fmla="*/ 2640997 h 2767298"/>
              <a:gd name="connsiteX1165" fmla="*/ 4064215 w 4752801"/>
              <a:gd name="connsiteY1165" fmla="*/ 2641402 h 2767298"/>
              <a:gd name="connsiteX1166" fmla="*/ 4057738 w 4752801"/>
              <a:gd name="connsiteY1166" fmla="*/ 2641402 h 2767298"/>
              <a:gd name="connsiteX1167" fmla="*/ 4056524 w 4752801"/>
              <a:gd name="connsiteY1167" fmla="*/ 2640997 h 2767298"/>
              <a:gd name="connsiteX1168" fmla="*/ 4053286 w 4752801"/>
              <a:gd name="connsiteY1168" fmla="*/ 2635330 h 2767298"/>
              <a:gd name="connsiteX1169" fmla="*/ 4053286 w 4752801"/>
              <a:gd name="connsiteY1169" fmla="*/ 2634115 h 2767298"/>
              <a:gd name="connsiteX1170" fmla="*/ 4056524 w 4752801"/>
              <a:gd name="connsiteY1170" fmla="*/ 2628448 h 2767298"/>
              <a:gd name="connsiteX1171" fmla="*/ 4057738 w 4752801"/>
              <a:gd name="connsiteY1171" fmla="*/ 2627638 h 2767298"/>
              <a:gd name="connsiteX1172" fmla="*/ 3814041 w 4752801"/>
              <a:gd name="connsiteY1172" fmla="*/ 2626424 h 2767298"/>
              <a:gd name="connsiteX1173" fmla="*/ 3822947 w 4752801"/>
              <a:gd name="connsiteY1173" fmla="*/ 2626424 h 2767298"/>
              <a:gd name="connsiteX1174" fmla="*/ 3824161 w 4752801"/>
              <a:gd name="connsiteY1174" fmla="*/ 2626829 h 2767298"/>
              <a:gd name="connsiteX1175" fmla="*/ 3828614 w 4752801"/>
              <a:gd name="connsiteY1175" fmla="*/ 2634520 h 2767298"/>
              <a:gd name="connsiteX1176" fmla="*/ 3828614 w 4752801"/>
              <a:gd name="connsiteY1176" fmla="*/ 2635735 h 2767298"/>
              <a:gd name="connsiteX1177" fmla="*/ 3824161 w 4752801"/>
              <a:gd name="connsiteY1177" fmla="*/ 2643426 h 2767298"/>
              <a:gd name="connsiteX1178" fmla="*/ 3822947 w 4752801"/>
              <a:gd name="connsiteY1178" fmla="*/ 2644236 h 2767298"/>
              <a:gd name="connsiteX1179" fmla="*/ 3814041 w 4752801"/>
              <a:gd name="connsiteY1179" fmla="*/ 2644236 h 2767298"/>
              <a:gd name="connsiteX1180" fmla="*/ 3812826 w 4752801"/>
              <a:gd name="connsiteY1180" fmla="*/ 2643426 h 2767298"/>
              <a:gd name="connsiteX1181" fmla="*/ 3808374 w 4752801"/>
              <a:gd name="connsiteY1181" fmla="*/ 2635735 h 2767298"/>
              <a:gd name="connsiteX1182" fmla="*/ 3808374 w 4752801"/>
              <a:gd name="connsiteY1182" fmla="*/ 2634520 h 2767298"/>
              <a:gd name="connsiteX1183" fmla="*/ 3812826 w 4752801"/>
              <a:gd name="connsiteY1183" fmla="*/ 2626829 h 2767298"/>
              <a:gd name="connsiteX1184" fmla="*/ 3814041 w 4752801"/>
              <a:gd name="connsiteY1184" fmla="*/ 2626424 h 2767298"/>
              <a:gd name="connsiteX1185" fmla="*/ 3692192 w 4752801"/>
              <a:gd name="connsiteY1185" fmla="*/ 2626019 h 2767298"/>
              <a:gd name="connsiteX1186" fmla="*/ 3701503 w 4752801"/>
              <a:gd name="connsiteY1186" fmla="*/ 2626019 h 2767298"/>
              <a:gd name="connsiteX1187" fmla="*/ 3702717 w 4752801"/>
              <a:gd name="connsiteY1187" fmla="*/ 2626424 h 2767298"/>
              <a:gd name="connsiteX1188" fmla="*/ 3707575 w 4752801"/>
              <a:gd name="connsiteY1188" fmla="*/ 2634520 h 2767298"/>
              <a:gd name="connsiteX1189" fmla="*/ 3707575 w 4752801"/>
              <a:gd name="connsiteY1189" fmla="*/ 2635734 h 2767298"/>
              <a:gd name="connsiteX1190" fmla="*/ 3702717 w 4752801"/>
              <a:gd name="connsiteY1190" fmla="*/ 2643831 h 2767298"/>
              <a:gd name="connsiteX1191" fmla="*/ 3701503 w 4752801"/>
              <a:gd name="connsiteY1191" fmla="*/ 2644640 h 2767298"/>
              <a:gd name="connsiteX1192" fmla="*/ 3692192 w 4752801"/>
              <a:gd name="connsiteY1192" fmla="*/ 2644640 h 2767298"/>
              <a:gd name="connsiteX1193" fmla="*/ 3690978 w 4752801"/>
              <a:gd name="connsiteY1193" fmla="*/ 2643831 h 2767298"/>
              <a:gd name="connsiteX1194" fmla="*/ 3686120 w 4752801"/>
              <a:gd name="connsiteY1194" fmla="*/ 2635734 h 2767298"/>
              <a:gd name="connsiteX1195" fmla="*/ 3686120 w 4752801"/>
              <a:gd name="connsiteY1195" fmla="*/ 2634520 h 2767298"/>
              <a:gd name="connsiteX1196" fmla="*/ 3690978 w 4752801"/>
              <a:gd name="connsiteY1196" fmla="*/ 2626424 h 2767298"/>
              <a:gd name="connsiteX1197" fmla="*/ 3692192 w 4752801"/>
              <a:gd name="connsiteY1197" fmla="*/ 2626019 h 2767298"/>
              <a:gd name="connsiteX1198" fmla="*/ 3651711 w 4752801"/>
              <a:gd name="connsiteY1198" fmla="*/ 2625209 h 2767298"/>
              <a:gd name="connsiteX1199" fmla="*/ 3661426 w 4752801"/>
              <a:gd name="connsiteY1199" fmla="*/ 2625209 h 2767298"/>
              <a:gd name="connsiteX1200" fmla="*/ 3662641 w 4752801"/>
              <a:gd name="connsiteY1200" fmla="*/ 2626019 h 2767298"/>
              <a:gd name="connsiteX1201" fmla="*/ 3667499 w 4752801"/>
              <a:gd name="connsiteY1201" fmla="*/ 2634520 h 2767298"/>
              <a:gd name="connsiteX1202" fmla="*/ 3667499 w 4752801"/>
              <a:gd name="connsiteY1202" fmla="*/ 2635734 h 2767298"/>
              <a:gd name="connsiteX1203" fmla="*/ 3662641 w 4752801"/>
              <a:gd name="connsiteY1203" fmla="*/ 2644235 h 2767298"/>
              <a:gd name="connsiteX1204" fmla="*/ 3661426 w 4752801"/>
              <a:gd name="connsiteY1204" fmla="*/ 2645045 h 2767298"/>
              <a:gd name="connsiteX1205" fmla="*/ 3651711 w 4752801"/>
              <a:gd name="connsiteY1205" fmla="*/ 2645045 h 2767298"/>
              <a:gd name="connsiteX1206" fmla="*/ 3650497 w 4752801"/>
              <a:gd name="connsiteY1206" fmla="*/ 2644235 h 2767298"/>
              <a:gd name="connsiteX1207" fmla="*/ 3645639 w 4752801"/>
              <a:gd name="connsiteY1207" fmla="*/ 2635734 h 2767298"/>
              <a:gd name="connsiteX1208" fmla="*/ 3645639 w 4752801"/>
              <a:gd name="connsiteY1208" fmla="*/ 2634520 h 2767298"/>
              <a:gd name="connsiteX1209" fmla="*/ 3650497 w 4752801"/>
              <a:gd name="connsiteY1209" fmla="*/ 2626019 h 2767298"/>
              <a:gd name="connsiteX1210" fmla="*/ 3651711 w 4752801"/>
              <a:gd name="connsiteY1210" fmla="*/ 2625209 h 2767298"/>
              <a:gd name="connsiteX1211" fmla="*/ 3610825 w 4752801"/>
              <a:gd name="connsiteY1211" fmla="*/ 2625209 h 2767298"/>
              <a:gd name="connsiteX1212" fmla="*/ 3620945 w 4752801"/>
              <a:gd name="connsiteY1212" fmla="*/ 2625209 h 2767298"/>
              <a:gd name="connsiteX1213" fmla="*/ 3622160 w 4752801"/>
              <a:gd name="connsiteY1213" fmla="*/ 2626019 h 2767298"/>
              <a:gd name="connsiteX1214" fmla="*/ 3627017 w 4752801"/>
              <a:gd name="connsiteY1214" fmla="*/ 2634520 h 2767298"/>
              <a:gd name="connsiteX1215" fmla="*/ 3627017 w 4752801"/>
              <a:gd name="connsiteY1215" fmla="*/ 2635734 h 2767298"/>
              <a:gd name="connsiteX1216" fmla="*/ 3622160 w 4752801"/>
              <a:gd name="connsiteY1216" fmla="*/ 2644235 h 2767298"/>
              <a:gd name="connsiteX1217" fmla="*/ 3620945 w 4752801"/>
              <a:gd name="connsiteY1217" fmla="*/ 2645045 h 2767298"/>
              <a:gd name="connsiteX1218" fmla="*/ 3610825 w 4752801"/>
              <a:gd name="connsiteY1218" fmla="*/ 2645045 h 2767298"/>
              <a:gd name="connsiteX1219" fmla="*/ 3609611 w 4752801"/>
              <a:gd name="connsiteY1219" fmla="*/ 2644235 h 2767298"/>
              <a:gd name="connsiteX1220" fmla="*/ 3604753 w 4752801"/>
              <a:gd name="connsiteY1220" fmla="*/ 2635734 h 2767298"/>
              <a:gd name="connsiteX1221" fmla="*/ 3604753 w 4752801"/>
              <a:gd name="connsiteY1221" fmla="*/ 2634520 h 2767298"/>
              <a:gd name="connsiteX1222" fmla="*/ 3609611 w 4752801"/>
              <a:gd name="connsiteY1222" fmla="*/ 2626019 h 2767298"/>
              <a:gd name="connsiteX1223" fmla="*/ 3610825 w 4752801"/>
              <a:gd name="connsiteY1223" fmla="*/ 2625209 h 2767298"/>
              <a:gd name="connsiteX1224" fmla="*/ 3529457 w 4752801"/>
              <a:gd name="connsiteY1224" fmla="*/ 2625209 h 2767298"/>
              <a:gd name="connsiteX1225" fmla="*/ 3539982 w 4752801"/>
              <a:gd name="connsiteY1225" fmla="*/ 2625209 h 2767298"/>
              <a:gd name="connsiteX1226" fmla="*/ 3541197 w 4752801"/>
              <a:gd name="connsiteY1226" fmla="*/ 2625614 h 2767298"/>
              <a:gd name="connsiteX1227" fmla="*/ 3546459 w 4752801"/>
              <a:gd name="connsiteY1227" fmla="*/ 2634520 h 2767298"/>
              <a:gd name="connsiteX1228" fmla="*/ 3546459 w 4752801"/>
              <a:gd name="connsiteY1228" fmla="*/ 2635734 h 2767298"/>
              <a:gd name="connsiteX1229" fmla="*/ 3541197 w 4752801"/>
              <a:gd name="connsiteY1229" fmla="*/ 2644640 h 2767298"/>
              <a:gd name="connsiteX1230" fmla="*/ 3539982 w 4752801"/>
              <a:gd name="connsiteY1230" fmla="*/ 2645854 h 2767298"/>
              <a:gd name="connsiteX1231" fmla="*/ 3529457 w 4752801"/>
              <a:gd name="connsiteY1231" fmla="*/ 2645854 h 2767298"/>
              <a:gd name="connsiteX1232" fmla="*/ 3528243 w 4752801"/>
              <a:gd name="connsiteY1232" fmla="*/ 2645045 h 2767298"/>
              <a:gd name="connsiteX1233" fmla="*/ 3522981 w 4752801"/>
              <a:gd name="connsiteY1233" fmla="*/ 2636139 h 2767298"/>
              <a:gd name="connsiteX1234" fmla="*/ 3522981 w 4752801"/>
              <a:gd name="connsiteY1234" fmla="*/ 2634924 h 2767298"/>
              <a:gd name="connsiteX1235" fmla="*/ 3528243 w 4752801"/>
              <a:gd name="connsiteY1235" fmla="*/ 2626019 h 2767298"/>
              <a:gd name="connsiteX1236" fmla="*/ 3529457 w 4752801"/>
              <a:gd name="connsiteY1236" fmla="*/ 2625209 h 2767298"/>
              <a:gd name="connsiteX1237" fmla="*/ 3773155 w 4752801"/>
              <a:gd name="connsiteY1237" fmla="*/ 2624804 h 2767298"/>
              <a:gd name="connsiteX1238" fmla="*/ 3782870 w 4752801"/>
              <a:gd name="connsiteY1238" fmla="*/ 2624804 h 2767298"/>
              <a:gd name="connsiteX1239" fmla="*/ 3784085 w 4752801"/>
              <a:gd name="connsiteY1239" fmla="*/ 2625614 h 2767298"/>
              <a:gd name="connsiteX1240" fmla="*/ 3788943 w 4752801"/>
              <a:gd name="connsiteY1240" fmla="*/ 2634115 h 2767298"/>
              <a:gd name="connsiteX1241" fmla="*/ 3788943 w 4752801"/>
              <a:gd name="connsiteY1241" fmla="*/ 2635329 h 2767298"/>
              <a:gd name="connsiteX1242" fmla="*/ 3784085 w 4752801"/>
              <a:gd name="connsiteY1242" fmla="*/ 2643830 h 2767298"/>
              <a:gd name="connsiteX1243" fmla="*/ 3782870 w 4752801"/>
              <a:gd name="connsiteY1243" fmla="*/ 2644640 h 2767298"/>
              <a:gd name="connsiteX1244" fmla="*/ 3773155 w 4752801"/>
              <a:gd name="connsiteY1244" fmla="*/ 2644640 h 2767298"/>
              <a:gd name="connsiteX1245" fmla="*/ 3771941 w 4752801"/>
              <a:gd name="connsiteY1245" fmla="*/ 2643830 h 2767298"/>
              <a:gd name="connsiteX1246" fmla="*/ 3767083 w 4752801"/>
              <a:gd name="connsiteY1246" fmla="*/ 2635329 h 2767298"/>
              <a:gd name="connsiteX1247" fmla="*/ 3767083 w 4752801"/>
              <a:gd name="connsiteY1247" fmla="*/ 2634115 h 2767298"/>
              <a:gd name="connsiteX1248" fmla="*/ 3771941 w 4752801"/>
              <a:gd name="connsiteY1248" fmla="*/ 2625614 h 2767298"/>
              <a:gd name="connsiteX1249" fmla="*/ 3773155 w 4752801"/>
              <a:gd name="connsiteY1249" fmla="*/ 2624804 h 2767298"/>
              <a:gd name="connsiteX1250" fmla="*/ 3731863 w 4752801"/>
              <a:gd name="connsiteY1250" fmla="*/ 2624804 h 2767298"/>
              <a:gd name="connsiteX1251" fmla="*/ 3742388 w 4752801"/>
              <a:gd name="connsiteY1251" fmla="*/ 2624804 h 2767298"/>
              <a:gd name="connsiteX1252" fmla="*/ 3743603 w 4752801"/>
              <a:gd name="connsiteY1252" fmla="*/ 2625614 h 2767298"/>
              <a:gd name="connsiteX1253" fmla="*/ 3748865 w 4752801"/>
              <a:gd name="connsiteY1253" fmla="*/ 2634520 h 2767298"/>
              <a:gd name="connsiteX1254" fmla="*/ 3748865 w 4752801"/>
              <a:gd name="connsiteY1254" fmla="*/ 2635734 h 2767298"/>
              <a:gd name="connsiteX1255" fmla="*/ 3743603 w 4752801"/>
              <a:gd name="connsiteY1255" fmla="*/ 2644640 h 2767298"/>
              <a:gd name="connsiteX1256" fmla="*/ 3742388 w 4752801"/>
              <a:gd name="connsiteY1256" fmla="*/ 2645450 h 2767298"/>
              <a:gd name="connsiteX1257" fmla="*/ 3731863 w 4752801"/>
              <a:gd name="connsiteY1257" fmla="*/ 2645450 h 2767298"/>
              <a:gd name="connsiteX1258" fmla="*/ 3730649 w 4752801"/>
              <a:gd name="connsiteY1258" fmla="*/ 2644640 h 2767298"/>
              <a:gd name="connsiteX1259" fmla="*/ 3725387 w 4752801"/>
              <a:gd name="connsiteY1259" fmla="*/ 2635734 h 2767298"/>
              <a:gd name="connsiteX1260" fmla="*/ 3725387 w 4752801"/>
              <a:gd name="connsiteY1260" fmla="*/ 2634520 h 2767298"/>
              <a:gd name="connsiteX1261" fmla="*/ 3730649 w 4752801"/>
              <a:gd name="connsiteY1261" fmla="*/ 2625614 h 2767298"/>
              <a:gd name="connsiteX1262" fmla="*/ 3731863 w 4752801"/>
              <a:gd name="connsiteY1262" fmla="*/ 2624804 h 2767298"/>
              <a:gd name="connsiteX1263" fmla="*/ 3569939 w 4752801"/>
              <a:gd name="connsiteY1263" fmla="*/ 2623590 h 2767298"/>
              <a:gd name="connsiteX1264" fmla="*/ 3580868 w 4752801"/>
              <a:gd name="connsiteY1264" fmla="*/ 2623590 h 2767298"/>
              <a:gd name="connsiteX1265" fmla="*/ 3582083 w 4752801"/>
              <a:gd name="connsiteY1265" fmla="*/ 2624400 h 2767298"/>
              <a:gd name="connsiteX1266" fmla="*/ 3587750 w 4752801"/>
              <a:gd name="connsiteY1266" fmla="*/ 2634115 h 2767298"/>
              <a:gd name="connsiteX1267" fmla="*/ 3587750 w 4752801"/>
              <a:gd name="connsiteY1267" fmla="*/ 2635330 h 2767298"/>
              <a:gd name="connsiteX1268" fmla="*/ 3582083 w 4752801"/>
              <a:gd name="connsiteY1268" fmla="*/ 2645045 h 2767298"/>
              <a:gd name="connsiteX1269" fmla="*/ 3580868 w 4752801"/>
              <a:gd name="connsiteY1269" fmla="*/ 2645450 h 2767298"/>
              <a:gd name="connsiteX1270" fmla="*/ 3569939 w 4752801"/>
              <a:gd name="connsiteY1270" fmla="*/ 2645450 h 2767298"/>
              <a:gd name="connsiteX1271" fmla="*/ 3568724 w 4752801"/>
              <a:gd name="connsiteY1271" fmla="*/ 2645045 h 2767298"/>
              <a:gd name="connsiteX1272" fmla="*/ 3563057 w 4752801"/>
              <a:gd name="connsiteY1272" fmla="*/ 2635330 h 2767298"/>
              <a:gd name="connsiteX1273" fmla="*/ 3563057 w 4752801"/>
              <a:gd name="connsiteY1273" fmla="*/ 2634115 h 2767298"/>
              <a:gd name="connsiteX1274" fmla="*/ 3568724 w 4752801"/>
              <a:gd name="connsiteY1274" fmla="*/ 2624400 h 2767298"/>
              <a:gd name="connsiteX1275" fmla="*/ 3569939 w 4752801"/>
              <a:gd name="connsiteY1275" fmla="*/ 2623590 h 2767298"/>
              <a:gd name="connsiteX1276" fmla="*/ 4707462 w 4752801"/>
              <a:gd name="connsiteY1276" fmla="*/ 2591610 h 2767298"/>
              <a:gd name="connsiteX1277" fmla="*/ 4710701 w 4752801"/>
              <a:gd name="connsiteY1277" fmla="*/ 2591610 h 2767298"/>
              <a:gd name="connsiteX1278" fmla="*/ 4712320 w 4752801"/>
              <a:gd name="connsiteY1278" fmla="*/ 2594443 h 2767298"/>
              <a:gd name="connsiteX1279" fmla="*/ 4710701 w 4752801"/>
              <a:gd name="connsiteY1279" fmla="*/ 2597277 h 2767298"/>
              <a:gd name="connsiteX1280" fmla="*/ 4707462 w 4752801"/>
              <a:gd name="connsiteY1280" fmla="*/ 2597277 h 2767298"/>
              <a:gd name="connsiteX1281" fmla="*/ 4705843 w 4752801"/>
              <a:gd name="connsiteY1281" fmla="*/ 2594443 h 2767298"/>
              <a:gd name="connsiteX1282" fmla="*/ 4423688 w 4752801"/>
              <a:gd name="connsiteY1282" fmla="*/ 2591205 h 2767298"/>
              <a:gd name="connsiteX1283" fmla="*/ 4427736 w 4752801"/>
              <a:gd name="connsiteY1283" fmla="*/ 2591205 h 2767298"/>
              <a:gd name="connsiteX1284" fmla="*/ 4429760 w 4752801"/>
              <a:gd name="connsiteY1284" fmla="*/ 2594443 h 2767298"/>
              <a:gd name="connsiteX1285" fmla="*/ 4427736 w 4752801"/>
              <a:gd name="connsiteY1285" fmla="*/ 2597682 h 2767298"/>
              <a:gd name="connsiteX1286" fmla="*/ 4423688 w 4752801"/>
              <a:gd name="connsiteY1286" fmla="*/ 2597682 h 2767298"/>
              <a:gd name="connsiteX1287" fmla="*/ 4421664 w 4752801"/>
              <a:gd name="connsiteY1287" fmla="*/ 2594443 h 2767298"/>
              <a:gd name="connsiteX1288" fmla="*/ 4302245 w 4752801"/>
              <a:gd name="connsiteY1288" fmla="*/ 2591205 h 2767298"/>
              <a:gd name="connsiteX1289" fmla="*/ 4306293 w 4752801"/>
              <a:gd name="connsiteY1289" fmla="*/ 2591205 h 2767298"/>
              <a:gd name="connsiteX1290" fmla="*/ 4308317 w 4752801"/>
              <a:gd name="connsiteY1290" fmla="*/ 2594443 h 2767298"/>
              <a:gd name="connsiteX1291" fmla="*/ 4306293 w 4752801"/>
              <a:gd name="connsiteY1291" fmla="*/ 2597682 h 2767298"/>
              <a:gd name="connsiteX1292" fmla="*/ 4302245 w 4752801"/>
              <a:gd name="connsiteY1292" fmla="*/ 2597682 h 2767298"/>
              <a:gd name="connsiteX1293" fmla="*/ 4300221 w 4752801"/>
              <a:gd name="connsiteY1293" fmla="*/ 2594443 h 2767298"/>
              <a:gd name="connsiteX1294" fmla="*/ 4666171 w 4752801"/>
              <a:gd name="connsiteY1294" fmla="*/ 2590800 h 2767298"/>
              <a:gd name="connsiteX1295" fmla="*/ 4670624 w 4752801"/>
              <a:gd name="connsiteY1295" fmla="*/ 2590800 h 2767298"/>
              <a:gd name="connsiteX1296" fmla="*/ 4672648 w 4752801"/>
              <a:gd name="connsiteY1296" fmla="*/ 2594443 h 2767298"/>
              <a:gd name="connsiteX1297" fmla="*/ 4670624 w 4752801"/>
              <a:gd name="connsiteY1297" fmla="*/ 2598087 h 2767298"/>
              <a:gd name="connsiteX1298" fmla="*/ 4666171 w 4752801"/>
              <a:gd name="connsiteY1298" fmla="*/ 2598087 h 2767298"/>
              <a:gd name="connsiteX1299" fmla="*/ 4664147 w 4752801"/>
              <a:gd name="connsiteY1299" fmla="*/ 2594443 h 2767298"/>
              <a:gd name="connsiteX1300" fmla="*/ 4625690 w 4752801"/>
              <a:gd name="connsiteY1300" fmla="*/ 2590800 h 2767298"/>
              <a:gd name="connsiteX1301" fmla="*/ 4630143 w 4752801"/>
              <a:gd name="connsiteY1301" fmla="*/ 2590800 h 2767298"/>
              <a:gd name="connsiteX1302" fmla="*/ 4632167 w 4752801"/>
              <a:gd name="connsiteY1302" fmla="*/ 2594443 h 2767298"/>
              <a:gd name="connsiteX1303" fmla="*/ 4630143 w 4752801"/>
              <a:gd name="connsiteY1303" fmla="*/ 2598087 h 2767298"/>
              <a:gd name="connsiteX1304" fmla="*/ 4625690 w 4752801"/>
              <a:gd name="connsiteY1304" fmla="*/ 2598087 h 2767298"/>
              <a:gd name="connsiteX1305" fmla="*/ 4623666 w 4752801"/>
              <a:gd name="connsiteY1305" fmla="*/ 2594443 h 2767298"/>
              <a:gd name="connsiteX1306" fmla="*/ 4544728 w 4752801"/>
              <a:gd name="connsiteY1306" fmla="*/ 2590800 h 2767298"/>
              <a:gd name="connsiteX1307" fmla="*/ 4549181 w 4752801"/>
              <a:gd name="connsiteY1307" fmla="*/ 2590800 h 2767298"/>
              <a:gd name="connsiteX1308" fmla="*/ 4551205 w 4752801"/>
              <a:gd name="connsiteY1308" fmla="*/ 2594443 h 2767298"/>
              <a:gd name="connsiteX1309" fmla="*/ 4549181 w 4752801"/>
              <a:gd name="connsiteY1309" fmla="*/ 2598087 h 2767298"/>
              <a:gd name="connsiteX1310" fmla="*/ 4544728 w 4752801"/>
              <a:gd name="connsiteY1310" fmla="*/ 2598087 h 2767298"/>
              <a:gd name="connsiteX1311" fmla="*/ 4542704 w 4752801"/>
              <a:gd name="connsiteY1311" fmla="*/ 2594443 h 2767298"/>
              <a:gd name="connsiteX1312" fmla="*/ 4463765 w 4752801"/>
              <a:gd name="connsiteY1312" fmla="*/ 2590800 h 2767298"/>
              <a:gd name="connsiteX1313" fmla="*/ 4468218 w 4752801"/>
              <a:gd name="connsiteY1313" fmla="*/ 2590800 h 2767298"/>
              <a:gd name="connsiteX1314" fmla="*/ 4470242 w 4752801"/>
              <a:gd name="connsiteY1314" fmla="*/ 2594443 h 2767298"/>
              <a:gd name="connsiteX1315" fmla="*/ 4468218 w 4752801"/>
              <a:gd name="connsiteY1315" fmla="*/ 2598087 h 2767298"/>
              <a:gd name="connsiteX1316" fmla="*/ 4463765 w 4752801"/>
              <a:gd name="connsiteY1316" fmla="*/ 2598087 h 2767298"/>
              <a:gd name="connsiteX1317" fmla="*/ 4461741 w 4752801"/>
              <a:gd name="connsiteY1317" fmla="*/ 2594443 h 2767298"/>
              <a:gd name="connsiteX1318" fmla="*/ 4383207 w 4752801"/>
              <a:gd name="connsiteY1318" fmla="*/ 2590800 h 2767298"/>
              <a:gd name="connsiteX1319" fmla="*/ 4387255 w 4752801"/>
              <a:gd name="connsiteY1319" fmla="*/ 2590800 h 2767298"/>
              <a:gd name="connsiteX1320" fmla="*/ 4389279 w 4752801"/>
              <a:gd name="connsiteY1320" fmla="*/ 2594443 h 2767298"/>
              <a:gd name="connsiteX1321" fmla="*/ 4387255 w 4752801"/>
              <a:gd name="connsiteY1321" fmla="*/ 2598087 h 2767298"/>
              <a:gd name="connsiteX1322" fmla="*/ 4383207 w 4752801"/>
              <a:gd name="connsiteY1322" fmla="*/ 2598087 h 2767298"/>
              <a:gd name="connsiteX1323" fmla="*/ 4381183 w 4752801"/>
              <a:gd name="connsiteY1323" fmla="*/ 2594443 h 2767298"/>
              <a:gd name="connsiteX1324" fmla="*/ 4342726 w 4752801"/>
              <a:gd name="connsiteY1324" fmla="*/ 2590800 h 2767298"/>
              <a:gd name="connsiteX1325" fmla="*/ 4346774 w 4752801"/>
              <a:gd name="connsiteY1325" fmla="*/ 2590800 h 2767298"/>
              <a:gd name="connsiteX1326" fmla="*/ 4348798 w 4752801"/>
              <a:gd name="connsiteY1326" fmla="*/ 2594443 h 2767298"/>
              <a:gd name="connsiteX1327" fmla="*/ 4346774 w 4752801"/>
              <a:gd name="connsiteY1327" fmla="*/ 2598087 h 2767298"/>
              <a:gd name="connsiteX1328" fmla="*/ 4342726 w 4752801"/>
              <a:gd name="connsiteY1328" fmla="*/ 2598087 h 2767298"/>
              <a:gd name="connsiteX1329" fmla="*/ 4340702 w 4752801"/>
              <a:gd name="connsiteY1329" fmla="*/ 2594443 h 2767298"/>
              <a:gd name="connsiteX1330" fmla="*/ 4261764 w 4752801"/>
              <a:gd name="connsiteY1330" fmla="*/ 2590800 h 2767298"/>
              <a:gd name="connsiteX1331" fmla="*/ 4265407 w 4752801"/>
              <a:gd name="connsiteY1331" fmla="*/ 2590800 h 2767298"/>
              <a:gd name="connsiteX1332" fmla="*/ 4266621 w 4752801"/>
              <a:gd name="connsiteY1332" fmla="*/ 2591205 h 2767298"/>
              <a:gd name="connsiteX1333" fmla="*/ 4268240 w 4752801"/>
              <a:gd name="connsiteY1333" fmla="*/ 2594038 h 2767298"/>
              <a:gd name="connsiteX1334" fmla="*/ 4268240 w 4752801"/>
              <a:gd name="connsiteY1334" fmla="*/ 2595253 h 2767298"/>
              <a:gd name="connsiteX1335" fmla="*/ 4266621 w 4752801"/>
              <a:gd name="connsiteY1335" fmla="*/ 2598087 h 2767298"/>
              <a:gd name="connsiteX1336" fmla="*/ 4265407 w 4752801"/>
              <a:gd name="connsiteY1336" fmla="*/ 2598896 h 2767298"/>
              <a:gd name="connsiteX1337" fmla="*/ 4261764 w 4752801"/>
              <a:gd name="connsiteY1337" fmla="*/ 2598896 h 2767298"/>
              <a:gd name="connsiteX1338" fmla="*/ 4260549 w 4752801"/>
              <a:gd name="connsiteY1338" fmla="*/ 2598087 h 2767298"/>
              <a:gd name="connsiteX1339" fmla="*/ 4258930 w 4752801"/>
              <a:gd name="connsiteY1339" fmla="*/ 2595253 h 2767298"/>
              <a:gd name="connsiteX1340" fmla="*/ 4258930 w 4752801"/>
              <a:gd name="connsiteY1340" fmla="*/ 2594038 h 2767298"/>
              <a:gd name="connsiteX1341" fmla="*/ 4260549 w 4752801"/>
              <a:gd name="connsiteY1341" fmla="*/ 2591205 h 2767298"/>
              <a:gd name="connsiteX1342" fmla="*/ 4261764 w 4752801"/>
              <a:gd name="connsiteY1342" fmla="*/ 2590800 h 2767298"/>
              <a:gd name="connsiteX1343" fmla="*/ 4221282 w 4752801"/>
              <a:gd name="connsiteY1343" fmla="*/ 2590800 h 2767298"/>
              <a:gd name="connsiteX1344" fmla="*/ 4225330 w 4752801"/>
              <a:gd name="connsiteY1344" fmla="*/ 2590800 h 2767298"/>
              <a:gd name="connsiteX1345" fmla="*/ 4227354 w 4752801"/>
              <a:gd name="connsiteY1345" fmla="*/ 2594443 h 2767298"/>
              <a:gd name="connsiteX1346" fmla="*/ 4225330 w 4752801"/>
              <a:gd name="connsiteY1346" fmla="*/ 2598087 h 2767298"/>
              <a:gd name="connsiteX1347" fmla="*/ 4221282 w 4752801"/>
              <a:gd name="connsiteY1347" fmla="*/ 2598087 h 2767298"/>
              <a:gd name="connsiteX1348" fmla="*/ 4219258 w 4752801"/>
              <a:gd name="connsiteY1348" fmla="*/ 2594443 h 2767298"/>
              <a:gd name="connsiteX1349" fmla="*/ 4181205 w 4752801"/>
              <a:gd name="connsiteY1349" fmla="*/ 2590800 h 2767298"/>
              <a:gd name="connsiteX1350" fmla="*/ 4184444 w 4752801"/>
              <a:gd name="connsiteY1350" fmla="*/ 2590800 h 2767298"/>
              <a:gd name="connsiteX1351" fmla="*/ 4185658 w 4752801"/>
              <a:gd name="connsiteY1351" fmla="*/ 2591205 h 2767298"/>
              <a:gd name="connsiteX1352" fmla="*/ 4187278 w 4752801"/>
              <a:gd name="connsiteY1352" fmla="*/ 2594038 h 2767298"/>
              <a:gd name="connsiteX1353" fmla="*/ 4187278 w 4752801"/>
              <a:gd name="connsiteY1353" fmla="*/ 2595253 h 2767298"/>
              <a:gd name="connsiteX1354" fmla="*/ 4185658 w 4752801"/>
              <a:gd name="connsiteY1354" fmla="*/ 2598087 h 2767298"/>
              <a:gd name="connsiteX1355" fmla="*/ 4184444 w 4752801"/>
              <a:gd name="connsiteY1355" fmla="*/ 2598896 h 2767298"/>
              <a:gd name="connsiteX1356" fmla="*/ 4181205 w 4752801"/>
              <a:gd name="connsiteY1356" fmla="*/ 2598896 h 2767298"/>
              <a:gd name="connsiteX1357" fmla="*/ 4179991 w 4752801"/>
              <a:gd name="connsiteY1357" fmla="*/ 2598087 h 2767298"/>
              <a:gd name="connsiteX1358" fmla="*/ 4178372 w 4752801"/>
              <a:gd name="connsiteY1358" fmla="*/ 2595253 h 2767298"/>
              <a:gd name="connsiteX1359" fmla="*/ 4178372 w 4752801"/>
              <a:gd name="connsiteY1359" fmla="*/ 2594038 h 2767298"/>
              <a:gd name="connsiteX1360" fmla="*/ 4179991 w 4752801"/>
              <a:gd name="connsiteY1360" fmla="*/ 2591205 h 2767298"/>
              <a:gd name="connsiteX1361" fmla="*/ 4181205 w 4752801"/>
              <a:gd name="connsiteY1361" fmla="*/ 2590800 h 2767298"/>
              <a:gd name="connsiteX1362" fmla="*/ 4586018 w 4752801"/>
              <a:gd name="connsiteY1362" fmla="*/ 2590395 h 2767298"/>
              <a:gd name="connsiteX1363" fmla="*/ 4589257 w 4752801"/>
              <a:gd name="connsiteY1363" fmla="*/ 2590395 h 2767298"/>
              <a:gd name="connsiteX1364" fmla="*/ 4590471 w 4752801"/>
              <a:gd name="connsiteY1364" fmla="*/ 2591205 h 2767298"/>
              <a:gd name="connsiteX1365" fmla="*/ 4592091 w 4752801"/>
              <a:gd name="connsiteY1365" fmla="*/ 2594038 h 2767298"/>
              <a:gd name="connsiteX1366" fmla="*/ 4592091 w 4752801"/>
              <a:gd name="connsiteY1366" fmla="*/ 2595253 h 2767298"/>
              <a:gd name="connsiteX1367" fmla="*/ 4590471 w 4752801"/>
              <a:gd name="connsiteY1367" fmla="*/ 2598087 h 2767298"/>
              <a:gd name="connsiteX1368" fmla="*/ 4589257 w 4752801"/>
              <a:gd name="connsiteY1368" fmla="*/ 2598896 h 2767298"/>
              <a:gd name="connsiteX1369" fmla="*/ 4586018 w 4752801"/>
              <a:gd name="connsiteY1369" fmla="*/ 2598896 h 2767298"/>
              <a:gd name="connsiteX1370" fmla="*/ 4584804 w 4752801"/>
              <a:gd name="connsiteY1370" fmla="*/ 2598087 h 2767298"/>
              <a:gd name="connsiteX1371" fmla="*/ 4583185 w 4752801"/>
              <a:gd name="connsiteY1371" fmla="*/ 2595253 h 2767298"/>
              <a:gd name="connsiteX1372" fmla="*/ 4583185 w 4752801"/>
              <a:gd name="connsiteY1372" fmla="*/ 2594038 h 2767298"/>
              <a:gd name="connsiteX1373" fmla="*/ 4584804 w 4752801"/>
              <a:gd name="connsiteY1373" fmla="*/ 2591205 h 2767298"/>
              <a:gd name="connsiteX1374" fmla="*/ 4586018 w 4752801"/>
              <a:gd name="connsiteY1374" fmla="*/ 2590395 h 2767298"/>
              <a:gd name="connsiteX1375" fmla="*/ 4505055 w 4752801"/>
              <a:gd name="connsiteY1375" fmla="*/ 2590395 h 2767298"/>
              <a:gd name="connsiteX1376" fmla="*/ 4508294 w 4752801"/>
              <a:gd name="connsiteY1376" fmla="*/ 2590395 h 2767298"/>
              <a:gd name="connsiteX1377" fmla="*/ 4509508 w 4752801"/>
              <a:gd name="connsiteY1377" fmla="*/ 2591205 h 2767298"/>
              <a:gd name="connsiteX1378" fmla="*/ 4511128 w 4752801"/>
              <a:gd name="connsiteY1378" fmla="*/ 2594038 h 2767298"/>
              <a:gd name="connsiteX1379" fmla="*/ 4511128 w 4752801"/>
              <a:gd name="connsiteY1379" fmla="*/ 2595253 h 2767298"/>
              <a:gd name="connsiteX1380" fmla="*/ 4509508 w 4752801"/>
              <a:gd name="connsiteY1380" fmla="*/ 2598087 h 2767298"/>
              <a:gd name="connsiteX1381" fmla="*/ 4508294 w 4752801"/>
              <a:gd name="connsiteY1381" fmla="*/ 2598491 h 2767298"/>
              <a:gd name="connsiteX1382" fmla="*/ 4505055 w 4752801"/>
              <a:gd name="connsiteY1382" fmla="*/ 2598491 h 2767298"/>
              <a:gd name="connsiteX1383" fmla="*/ 4503841 w 4752801"/>
              <a:gd name="connsiteY1383" fmla="*/ 2598087 h 2767298"/>
              <a:gd name="connsiteX1384" fmla="*/ 4502222 w 4752801"/>
              <a:gd name="connsiteY1384" fmla="*/ 2595253 h 2767298"/>
              <a:gd name="connsiteX1385" fmla="*/ 4502222 w 4752801"/>
              <a:gd name="connsiteY1385" fmla="*/ 2594038 h 2767298"/>
              <a:gd name="connsiteX1386" fmla="*/ 4503841 w 4752801"/>
              <a:gd name="connsiteY1386" fmla="*/ 2591205 h 2767298"/>
              <a:gd name="connsiteX1387" fmla="*/ 4505055 w 4752801"/>
              <a:gd name="connsiteY1387" fmla="*/ 2590395 h 2767298"/>
              <a:gd name="connsiteX1388" fmla="*/ 4139915 w 4752801"/>
              <a:gd name="connsiteY1388" fmla="*/ 2589990 h 2767298"/>
              <a:gd name="connsiteX1389" fmla="*/ 4144368 w 4752801"/>
              <a:gd name="connsiteY1389" fmla="*/ 2589990 h 2767298"/>
              <a:gd name="connsiteX1390" fmla="*/ 4145582 w 4752801"/>
              <a:gd name="connsiteY1390" fmla="*/ 2590395 h 2767298"/>
              <a:gd name="connsiteX1391" fmla="*/ 4147606 w 4752801"/>
              <a:gd name="connsiteY1391" fmla="*/ 2594038 h 2767298"/>
              <a:gd name="connsiteX1392" fmla="*/ 4147606 w 4752801"/>
              <a:gd name="connsiteY1392" fmla="*/ 2595253 h 2767298"/>
              <a:gd name="connsiteX1393" fmla="*/ 4145582 w 4752801"/>
              <a:gd name="connsiteY1393" fmla="*/ 2598896 h 2767298"/>
              <a:gd name="connsiteX1394" fmla="*/ 4144368 w 4752801"/>
              <a:gd name="connsiteY1394" fmla="*/ 2599301 h 2767298"/>
              <a:gd name="connsiteX1395" fmla="*/ 4139915 w 4752801"/>
              <a:gd name="connsiteY1395" fmla="*/ 2599301 h 2767298"/>
              <a:gd name="connsiteX1396" fmla="*/ 4138701 w 4752801"/>
              <a:gd name="connsiteY1396" fmla="*/ 2598896 h 2767298"/>
              <a:gd name="connsiteX1397" fmla="*/ 4136677 w 4752801"/>
              <a:gd name="connsiteY1397" fmla="*/ 2595253 h 2767298"/>
              <a:gd name="connsiteX1398" fmla="*/ 4136677 w 4752801"/>
              <a:gd name="connsiteY1398" fmla="*/ 2594038 h 2767298"/>
              <a:gd name="connsiteX1399" fmla="*/ 4138701 w 4752801"/>
              <a:gd name="connsiteY1399" fmla="*/ 2590395 h 2767298"/>
              <a:gd name="connsiteX1400" fmla="*/ 4139915 w 4752801"/>
              <a:gd name="connsiteY1400" fmla="*/ 2589990 h 2767298"/>
              <a:gd name="connsiteX1401" fmla="*/ 3977990 w 4752801"/>
              <a:gd name="connsiteY1401" fmla="*/ 2589181 h 2767298"/>
              <a:gd name="connsiteX1402" fmla="*/ 3982443 w 4752801"/>
              <a:gd name="connsiteY1402" fmla="*/ 2589181 h 2767298"/>
              <a:gd name="connsiteX1403" fmla="*/ 3983657 w 4752801"/>
              <a:gd name="connsiteY1403" fmla="*/ 2589586 h 2767298"/>
              <a:gd name="connsiteX1404" fmla="*/ 3986086 w 4752801"/>
              <a:gd name="connsiteY1404" fmla="*/ 2593634 h 2767298"/>
              <a:gd name="connsiteX1405" fmla="*/ 3986086 w 4752801"/>
              <a:gd name="connsiteY1405" fmla="*/ 2594848 h 2767298"/>
              <a:gd name="connsiteX1406" fmla="*/ 3983657 w 4752801"/>
              <a:gd name="connsiteY1406" fmla="*/ 2598897 h 2767298"/>
              <a:gd name="connsiteX1407" fmla="*/ 3982443 w 4752801"/>
              <a:gd name="connsiteY1407" fmla="*/ 2599706 h 2767298"/>
              <a:gd name="connsiteX1408" fmla="*/ 3977990 w 4752801"/>
              <a:gd name="connsiteY1408" fmla="*/ 2599706 h 2767298"/>
              <a:gd name="connsiteX1409" fmla="*/ 3976775 w 4752801"/>
              <a:gd name="connsiteY1409" fmla="*/ 2598897 h 2767298"/>
              <a:gd name="connsiteX1410" fmla="*/ 3974347 w 4752801"/>
              <a:gd name="connsiteY1410" fmla="*/ 2594848 h 2767298"/>
              <a:gd name="connsiteX1411" fmla="*/ 3974347 w 4752801"/>
              <a:gd name="connsiteY1411" fmla="*/ 2593634 h 2767298"/>
              <a:gd name="connsiteX1412" fmla="*/ 3976775 w 4752801"/>
              <a:gd name="connsiteY1412" fmla="*/ 2589586 h 2767298"/>
              <a:gd name="connsiteX1413" fmla="*/ 3977990 w 4752801"/>
              <a:gd name="connsiteY1413" fmla="*/ 2589181 h 2767298"/>
              <a:gd name="connsiteX1414" fmla="*/ 4099029 w 4752801"/>
              <a:gd name="connsiteY1414" fmla="*/ 2588371 h 2767298"/>
              <a:gd name="connsiteX1415" fmla="*/ 4104292 w 4752801"/>
              <a:gd name="connsiteY1415" fmla="*/ 2588371 h 2767298"/>
              <a:gd name="connsiteX1416" fmla="*/ 4105506 w 4752801"/>
              <a:gd name="connsiteY1416" fmla="*/ 2589181 h 2767298"/>
              <a:gd name="connsiteX1417" fmla="*/ 4107935 w 4752801"/>
              <a:gd name="connsiteY1417" fmla="*/ 2593634 h 2767298"/>
              <a:gd name="connsiteX1418" fmla="*/ 4107935 w 4752801"/>
              <a:gd name="connsiteY1418" fmla="*/ 2594848 h 2767298"/>
              <a:gd name="connsiteX1419" fmla="*/ 4105506 w 4752801"/>
              <a:gd name="connsiteY1419" fmla="*/ 2599301 h 2767298"/>
              <a:gd name="connsiteX1420" fmla="*/ 4104292 w 4752801"/>
              <a:gd name="connsiteY1420" fmla="*/ 2599706 h 2767298"/>
              <a:gd name="connsiteX1421" fmla="*/ 4099029 w 4752801"/>
              <a:gd name="connsiteY1421" fmla="*/ 2599706 h 2767298"/>
              <a:gd name="connsiteX1422" fmla="*/ 4097815 w 4752801"/>
              <a:gd name="connsiteY1422" fmla="*/ 2599301 h 2767298"/>
              <a:gd name="connsiteX1423" fmla="*/ 4095386 w 4752801"/>
              <a:gd name="connsiteY1423" fmla="*/ 2594848 h 2767298"/>
              <a:gd name="connsiteX1424" fmla="*/ 4095386 w 4752801"/>
              <a:gd name="connsiteY1424" fmla="*/ 2593634 h 2767298"/>
              <a:gd name="connsiteX1425" fmla="*/ 4097815 w 4752801"/>
              <a:gd name="connsiteY1425" fmla="*/ 2589181 h 2767298"/>
              <a:gd name="connsiteX1426" fmla="*/ 4099029 w 4752801"/>
              <a:gd name="connsiteY1426" fmla="*/ 2588371 h 2767298"/>
              <a:gd name="connsiteX1427" fmla="*/ 4058548 w 4752801"/>
              <a:gd name="connsiteY1427" fmla="*/ 2588371 h 2767298"/>
              <a:gd name="connsiteX1428" fmla="*/ 4064215 w 4752801"/>
              <a:gd name="connsiteY1428" fmla="*/ 2588371 h 2767298"/>
              <a:gd name="connsiteX1429" fmla="*/ 4065430 w 4752801"/>
              <a:gd name="connsiteY1429" fmla="*/ 2589181 h 2767298"/>
              <a:gd name="connsiteX1430" fmla="*/ 4068263 w 4752801"/>
              <a:gd name="connsiteY1430" fmla="*/ 2594038 h 2767298"/>
              <a:gd name="connsiteX1431" fmla="*/ 4068263 w 4752801"/>
              <a:gd name="connsiteY1431" fmla="*/ 2595253 h 2767298"/>
              <a:gd name="connsiteX1432" fmla="*/ 4065430 w 4752801"/>
              <a:gd name="connsiteY1432" fmla="*/ 2600111 h 2767298"/>
              <a:gd name="connsiteX1433" fmla="*/ 4064215 w 4752801"/>
              <a:gd name="connsiteY1433" fmla="*/ 2600920 h 2767298"/>
              <a:gd name="connsiteX1434" fmla="*/ 4058548 w 4752801"/>
              <a:gd name="connsiteY1434" fmla="*/ 2600920 h 2767298"/>
              <a:gd name="connsiteX1435" fmla="*/ 4057334 w 4752801"/>
              <a:gd name="connsiteY1435" fmla="*/ 2600111 h 2767298"/>
              <a:gd name="connsiteX1436" fmla="*/ 4054500 w 4752801"/>
              <a:gd name="connsiteY1436" fmla="*/ 2595253 h 2767298"/>
              <a:gd name="connsiteX1437" fmla="*/ 4054500 w 4752801"/>
              <a:gd name="connsiteY1437" fmla="*/ 2594038 h 2767298"/>
              <a:gd name="connsiteX1438" fmla="*/ 4057334 w 4752801"/>
              <a:gd name="connsiteY1438" fmla="*/ 2589181 h 2767298"/>
              <a:gd name="connsiteX1439" fmla="*/ 4058548 w 4752801"/>
              <a:gd name="connsiteY1439" fmla="*/ 2588371 h 2767298"/>
              <a:gd name="connsiteX1440" fmla="*/ 4018066 w 4752801"/>
              <a:gd name="connsiteY1440" fmla="*/ 2588371 h 2767298"/>
              <a:gd name="connsiteX1441" fmla="*/ 4023329 w 4752801"/>
              <a:gd name="connsiteY1441" fmla="*/ 2588371 h 2767298"/>
              <a:gd name="connsiteX1442" fmla="*/ 4024543 w 4752801"/>
              <a:gd name="connsiteY1442" fmla="*/ 2589181 h 2767298"/>
              <a:gd name="connsiteX1443" fmla="*/ 4026972 w 4752801"/>
              <a:gd name="connsiteY1443" fmla="*/ 2593634 h 2767298"/>
              <a:gd name="connsiteX1444" fmla="*/ 4026972 w 4752801"/>
              <a:gd name="connsiteY1444" fmla="*/ 2594848 h 2767298"/>
              <a:gd name="connsiteX1445" fmla="*/ 4024543 w 4752801"/>
              <a:gd name="connsiteY1445" fmla="*/ 2599301 h 2767298"/>
              <a:gd name="connsiteX1446" fmla="*/ 4023329 w 4752801"/>
              <a:gd name="connsiteY1446" fmla="*/ 2599706 h 2767298"/>
              <a:gd name="connsiteX1447" fmla="*/ 4018066 w 4752801"/>
              <a:gd name="connsiteY1447" fmla="*/ 2599706 h 2767298"/>
              <a:gd name="connsiteX1448" fmla="*/ 4016852 w 4752801"/>
              <a:gd name="connsiteY1448" fmla="*/ 2599301 h 2767298"/>
              <a:gd name="connsiteX1449" fmla="*/ 4014423 w 4752801"/>
              <a:gd name="connsiteY1449" fmla="*/ 2594848 h 2767298"/>
              <a:gd name="connsiteX1450" fmla="*/ 4014423 w 4752801"/>
              <a:gd name="connsiteY1450" fmla="*/ 2593634 h 2767298"/>
              <a:gd name="connsiteX1451" fmla="*/ 4016852 w 4752801"/>
              <a:gd name="connsiteY1451" fmla="*/ 2589181 h 2767298"/>
              <a:gd name="connsiteX1452" fmla="*/ 4018066 w 4752801"/>
              <a:gd name="connsiteY1452" fmla="*/ 2588371 h 2767298"/>
              <a:gd name="connsiteX1453" fmla="*/ 3937104 w 4752801"/>
              <a:gd name="connsiteY1453" fmla="*/ 2588371 h 2767298"/>
              <a:gd name="connsiteX1454" fmla="*/ 3942771 w 4752801"/>
              <a:gd name="connsiteY1454" fmla="*/ 2588371 h 2767298"/>
              <a:gd name="connsiteX1455" fmla="*/ 3943986 w 4752801"/>
              <a:gd name="connsiteY1455" fmla="*/ 2589181 h 2767298"/>
              <a:gd name="connsiteX1456" fmla="*/ 3946819 w 4752801"/>
              <a:gd name="connsiteY1456" fmla="*/ 2594038 h 2767298"/>
              <a:gd name="connsiteX1457" fmla="*/ 3946819 w 4752801"/>
              <a:gd name="connsiteY1457" fmla="*/ 2595253 h 2767298"/>
              <a:gd name="connsiteX1458" fmla="*/ 3943986 w 4752801"/>
              <a:gd name="connsiteY1458" fmla="*/ 2600111 h 2767298"/>
              <a:gd name="connsiteX1459" fmla="*/ 3942771 w 4752801"/>
              <a:gd name="connsiteY1459" fmla="*/ 2600515 h 2767298"/>
              <a:gd name="connsiteX1460" fmla="*/ 3937104 w 4752801"/>
              <a:gd name="connsiteY1460" fmla="*/ 2600515 h 2767298"/>
              <a:gd name="connsiteX1461" fmla="*/ 3935890 w 4752801"/>
              <a:gd name="connsiteY1461" fmla="*/ 2600111 h 2767298"/>
              <a:gd name="connsiteX1462" fmla="*/ 3933056 w 4752801"/>
              <a:gd name="connsiteY1462" fmla="*/ 2595253 h 2767298"/>
              <a:gd name="connsiteX1463" fmla="*/ 3933056 w 4752801"/>
              <a:gd name="connsiteY1463" fmla="*/ 2594038 h 2767298"/>
              <a:gd name="connsiteX1464" fmla="*/ 3935890 w 4752801"/>
              <a:gd name="connsiteY1464" fmla="*/ 2589181 h 2767298"/>
              <a:gd name="connsiteX1465" fmla="*/ 3937104 w 4752801"/>
              <a:gd name="connsiteY1465" fmla="*/ 2588371 h 2767298"/>
              <a:gd name="connsiteX1466" fmla="*/ 3895813 w 4752801"/>
              <a:gd name="connsiteY1466" fmla="*/ 2587562 h 2767298"/>
              <a:gd name="connsiteX1467" fmla="*/ 3902290 w 4752801"/>
              <a:gd name="connsiteY1467" fmla="*/ 2587562 h 2767298"/>
              <a:gd name="connsiteX1468" fmla="*/ 3903505 w 4752801"/>
              <a:gd name="connsiteY1468" fmla="*/ 2587967 h 2767298"/>
              <a:gd name="connsiteX1469" fmla="*/ 3906743 w 4752801"/>
              <a:gd name="connsiteY1469" fmla="*/ 2593634 h 2767298"/>
              <a:gd name="connsiteX1470" fmla="*/ 3906743 w 4752801"/>
              <a:gd name="connsiteY1470" fmla="*/ 2594849 h 2767298"/>
              <a:gd name="connsiteX1471" fmla="*/ 3903505 w 4752801"/>
              <a:gd name="connsiteY1471" fmla="*/ 2600516 h 2767298"/>
              <a:gd name="connsiteX1472" fmla="*/ 3902290 w 4752801"/>
              <a:gd name="connsiteY1472" fmla="*/ 2601325 h 2767298"/>
              <a:gd name="connsiteX1473" fmla="*/ 3895813 w 4752801"/>
              <a:gd name="connsiteY1473" fmla="*/ 2601325 h 2767298"/>
              <a:gd name="connsiteX1474" fmla="*/ 3894599 w 4752801"/>
              <a:gd name="connsiteY1474" fmla="*/ 2600516 h 2767298"/>
              <a:gd name="connsiteX1475" fmla="*/ 3891361 w 4752801"/>
              <a:gd name="connsiteY1475" fmla="*/ 2594849 h 2767298"/>
              <a:gd name="connsiteX1476" fmla="*/ 3891361 w 4752801"/>
              <a:gd name="connsiteY1476" fmla="*/ 2593634 h 2767298"/>
              <a:gd name="connsiteX1477" fmla="*/ 3894599 w 4752801"/>
              <a:gd name="connsiteY1477" fmla="*/ 2587967 h 2767298"/>
              <a:gd name="connsiteX1478" fmla="*/ 3895813 w 4752801"/>
              <a:gd name="connsiteY1478" fmla="*/ 2587562 h 2767298"/>
              <a:gd name="connsiteX1479" fmla="*/ 3854927 w 4752801"/>
              <a:gd name="connsiteY1479" fmla="*/ 2586752 h 2767298"/>
              <a:gd name="connsiteX1480" fmla="*/ 3862619 w 4752801"/>
              <a:gd name="connsiteY1480" fmla="*/ 2586752 h 2767298"/>
              <a:gd name="connsiteX1481" fmla="*/ 3863833 w 4752801"/>
              <a:gd name="connsiteY1481" fmla="*/ 2587562 h 2767298"/>
              <a:gd name="connsiteX1482" fmla="*/ 3867881 w 4752801"/>
              <a:gd name="connsiteY1482" fmla="*/ 2594039 h 2767298"/>
              <a:gd name="connsiteX1483" fmla="*/ 3867881 w 4752801"/>
              <a:gd name="connsiteY1483" fmla="*/ 2595253 h 2767298"/>
              <a:gd name="connsiteX1484" fmla="*/ 3863833 w 4752801"/>
              <a:gd name="connsiteY1484" fmla="*/ 2601730 h 2767298"/>
              <a:gd name="connsiteX1485" fmla="*/ 3862619 w 4752801"/>
              <a:gd name="connsiteY1485" fmla="*/ 2602540 h 2767298"/>
              <a:gd name="connsiteX1486" fmla="*/ 3854927 w 4752801"/>
              <a:gd name="connsiteY1486" fmla="*/ 2602540 h 2767298"/>
              <a:gd name="connsiteX1487" fmla="*/ 3853713 w 4752801"/>
              <a:gd name="connsiteY1487" fmla="*/ 2601730 h 2767298"/>
              <a:gd name="connsiteX1488" fmla="*/ 3849665 w 4752801"/>
              <a:gd name="connsiteY1488" fmla="*/ 2595253 h 2767298"/>
              <a:gd name="connsiteX1489" fmla="*/ 3849665 w 4752801"/>
              <a:gd name="connsiteY1489" fmla="*/ 2594039 h 2767298"/>
              <a:gd name="connsiteX1490" fmla="*/ 3853713 w 4752801"/>
              <a:gd name="connsiteY1490" fmla="*/ 2587562 h 2767298"/>
              <a:gd name="connsiteX1491" fmla="*/ 3854927 w 4752801"/>
              <a:gd name="connsiteY1491" fmla="*/ 2586752 h 2767298"/>
              <a:gd name="connsiteX1492" fmla="*/ 3530672 w 4752801"/>
              <a:gd name="connsiteY1492" fmla="*/ 2585538 h 2767298"/>
              <a:gd name="connsiteX1493" fmla="*/ 3539578 w 4752801"/>
              <a:gd name="connsiteY1493" fmla="*/ 2585538 h 2767298"/>
              <a:gd name="connsiteX1494" fmla="*/ 3540792 w 4752801"/>
              <a:gd name="connsiteY1494" fmla="*/ 2586347 h 2767298"/>
              <a:gd name="connsiteX1495" fmla="*/ 3545245 w 4752801"/>
              <a:gd name="connsiteY1495" fmla="*/ 2594039 h 2767298"/>
              <a:gd name="connsiteX1496" fmla="*/ 3545245 w 4752801"/>
              <a:gd name="connsiteY1496" fmla="*/ 2595253 h 2767298"/>
              <a:gd name="connsiteX1497" fmla="*/ 3540792 w 4752801"/>
              <a:gd name="connsiteY1497" fmla="*/ 2602945 h 2767298"/>
              <a:gd name="connsiteX1498" fmla="*/ 3539578 w 4752801"/>
              <a:gd name="connsiteY1498" fmla="*/ 2603755 h 2767298"/>
              <a:gd name="connsiteX1499" fmla="*/ 3530672 w 4752801"/>
              <a:gd name="connsiteY1499" fmla="*/ 2603755 h 2767298"/>
              <a:gd name="connsiteX1500" fmla="*/ 3529457 w 4752801"/>
              <a:gd name="connsiteY1500" fmla="*/ 2602945 h 2767298"/>
              <a:gd name="connsiteX1501" fmla="*/ 3525005 w 4752801"/>
              <a:gd name="connsiteY1501" fmla="*/ 2595253 h 2767298"/>
              <a:gd name="connsiteX1502" fmla="*/ 3525005 w 4752801"/>
              <a:gd name="connsiteY1502" fmla="*/ 2594039 h 2767298"/>
              <a:gd name="connsiteX1503" fmla="*/ 3529457 w 4752801"/>
              <a:gd name="connsiteY1503" fmla="*/ 2586347 h 2767298"/>
              <a:gd name="connsiteX1504" fmla="*/ 3530672 w 4752801"/>
              <a:gd name="connsiteY1504" fmla="*/ 2585538 h 2767298"/>
              <a:gd name="connsiteX1505" fmla="*/ 3813636 w 4752801"/>
              <a:gd name="connsiteY1505" fmla="*/ 2585133 h 2767298"/>
              <a:gd name="connsiteX1506" fmla="*/ 3822542 w 4752801"/>
              <a:gd name="connsiteY1506" fmla="*/ 2585133 h 2767298"/>
              <a:gd name="connsiteX1507" fmla="*/ 3823756 w 4752801"/>
              <a:gd name="connsiteY1507" fmla="*/ 2585943 h 2767298"/>
              <a:gd name="connsiteX1508" fmla="*/ 3828210 w 4752801"/>
              <a:gd name="connsiteY1508" fmla="*/ 2593634 h 2767298"/>
              <a:gd name="connsiteX1509" fmla="*/ 3828210 w 4752801"/>
              <a:gd name="connsiteY1509" fmla="*/ 2594849 h 2767298"/>
              <a:gd name="connsiteX1510" fmla="*/ 3823756 w 4752801"/>
              <a:gd name="connsiteY1510" fmla="*/ 2602540 h 2767298"/>
              <a:gd name="connsiteX1511" fmla="*/ 3822542 w 4752801"/>
              <a:gd name="connsiteY1511" fmla="*/ 2603350 h 2767298"/>
              <a:gd name="connsiteX1512" fmla="*/ 3813636 w 4752801"/>
              <a:gd name="connsiteY1512" fmla="*/ 2603350 h 2767298"/>
              <a:gd name="connsiteX1513" fmla="*/ 3812422 w 4752801"/>
              <a:gd name="connsiteY1513" fmla="*/ 2602540 h 2767298"/>
              <a:gd name="connsiteX1514" fmla="*/ 3807969 w 4752801"/>
              <a:gd name="connsiteY1514" fmla="*/ 2594849 h 2767298"/>
              <a:gd name="connsiteX1515" fmla="*/ 3807969 w 4752801"/>
              <a:gd name="connsiteY1515" fmla="*/ 2593634 h 2767298"/>
              <a:gd name="connsiteX1516" fmla="*/ 3812422 w 4752801"/>
              <a:gd name="connsiteY1516" fmla="*/ 2585943 h 2767298"/>
              <a:gd name="connsiteX1517" fmla="*/ 3813636 w 4752801"/>
              <a:gd name="connsiteY1517" fmla="*/ 2585133 h 2767298"/>
              <a:gd name="connsiteX1518" fmla="*/ 3773155 w 4752801"/>
              <a:gd name="connsiteY1518" fmla="*/ 2585133 h 2767298"/>
              <a:gd name="connsiteX1519" fmla="*/ 3782466 w 4752801"/>
              <a:gd name="connsiteY1519" fmla="*/ 2585133 h 2767298"/>
              <a:gd name="connsiteX1520" fmla="*/ 3783680 w 4752801"/>
              <a:gd name="connsiteY1520" fmla="*/ 2585943 h 2767298"/>
              <a:gd name="connsiteX1521" fmla="*/ 3788538 w 4752801"/>
              <a:gd name="connsiteY1521" fmla="*/ 2594039 h 2767298"/>
              <a:gd name="connsiteX1522" fmla="*/ 3788538 w 4752801"/>
              <a:gd name="connsiteY1522" fmla="*/ 2595253 h 2767298"/>
              <a:gd name="connsiteX1523" fmla="*/ 3783680 w 4752801"/>
              <a:gd name="connsiteY1523" fmla="*/ 2603350 h 2767298"/>
              <a:gd name="connsiteX1524" fmla="*/ 3782466 w 4752801"/>
              <a:gd name="connsiteY1524" fmla="*/ 2604159 h 2767298"/>
              <a:gd name="connsiteX1525" fmla="*/ 3773155 w 4752801"/>
              <a:gd name="connsiteY1525" fmla="*/ 2604159 h 2767298"/>
              <a:gd name="connsiteX1526" fmla="*/ 3771941 w 4752801"/>
              <a:gd name="connsiteY1526" fmla="*/ 2603350 h 2767298"/>
              <a:gd name="connsiteX1527" fmla="*/ 3767083 w 4752801"/>
              <a:gd name="connsiteY1527" fmla="*/ 2595253 h 2767298"/>
              <a:gd name="connsiteX1528" fmla="*/ 3767083 w 4752801"/>
              <a:gd name="connsiteY1528" fmla="*/ 2594039 h 2767298"/>
              <a:gd name="connsiteX1529" fmla="*/ 3771941 w 4752801"/>
              <a:gd name="connsiteY1529" fmla="*/ 2585943 h 2767298"/>
              <a:gd name="connsiteX1530" fmla="*/ 3773155 w 4752801"/>
              <a:gd name="connsiteY1530" fmla="*/ 2585133 h 2767298"/>
              <a:gd name="connsiteX1531" fmla="*/ 3489786 w 4752801"/>
              <a:gd name="connsiteY1531" fmla="*/ 2585133 h 2767298"/>
              <a:gd name="connsiteX1532" fmla="*/ 3499097 w 4752801"/>
              <a:gd name="connsiteY1532" fmla="*/ 2585133 h 2767298"/>
              <a:gd name="connsiteX1533" fmla="*/ 3500311 w 4752801"/>
              <a:gd name="connsiteY1533" fmla="*/ 2585943 h 2767298"/>
              <a:gd name="connsiteX1534" fmla="*/ 3505169 w 4752801"/>
              <a:gd name="connsiteY1534" fmla="*/ 2594039 h 2767298"/>
              <a:gd name="connsiteX1535" fmla="*/ 3505169 w 4752801"/>
              <a:gd name="connsiteY1535" fmla="*/ 2595253 h 2767298"/>
              <a:gd name="connsiteX1536" fmla="*/ 3500311 w 4752801"/>
              <a:gd name="connsiteY1536" fmla="*/ 2603350 h 2767298"/>
              <a:gd name="connsiteX1537" fmla="*/ 3499097 w 4752801"/>
              <a:gd name="connsiteY1537" fmla="*/ 2603755 h 2767298"/>
              <a:gd name="connsiteX1538" fmla="*/ 3489786 w 4752801"/>
              <a:gd name="connsiteY1538" fmla="*/ 2603755 h 2767298"/>
              <a:gd name="connsiteX1539" fmla="*/ 3488572 w 4752801"/>
              <a:gd name="connsiteY1539" fmla="*/ 2603350 h 2767298"/>
              <a:gd name="connsiteX1540" fmla="*/ 3483714 w 4752801"/>
              <a:gd name="connsiteY1540" fmla="*/ 2595253 h 2767298"/>
              <a:gd name="connsiteX1541" fmla="*/ 3483714 w 4752801"/>
              <a:gd name="connsiteY1541" fmla="*/ 2594039 h 2767298"/>
              <a:gd name="connsiteX1542" fmla="*/ 3488572 w 4752801"/>
              <a:gd name="connsiteY1542" fmla="*/ 2585943 h 2767298"/>
              <a:gd name="connsiteX1543" fmla="*/ 3489786 w 4752801"/>
              <a:gd name="connsiteY1543" fmla="*/ 2585133 h 2767298"/>
              <a:gd name="connsiteX1544" fmla="*/ 3732674 w 4752801"/>
              <a:gd name="connsiteY1544" fmla="*/ 2584728 h 2767298"/>
              <a:gd name="connsiteX1545" fmla="*/ 3742389 w 4752801"/>
              <a:gd name="connsiteY1545" fmla="*/ 2584728 h 2767298"/>
              <a:gd name="connsiteX1546" fmla="*/ 3743604 w 4752801"/>
              <a:gd name="connsiteY1546" fmla="*/ 2585538 h 2767298"/>
              <a:gd name="connsiteX1547" fmla="*/ 3748462 w 4752801"/>
              <a:gd name="connsiteY1547" fmla="*/ 2594039 h 2767298"/>
              <a:gd name="connsiteX1548" fmla="*/ 3748462 w 4752801"/>
              <a:gd name="connsiteY1548" fmla="*/ 2595253 h 2767298"/>
              <a:gd name="connsiteX1549" fmla="*/ 3743604 w 4752801"/>
              <a:gd name="connsiteY1549" fmla="*/ 2603754 h 2767298"/>
              <a:gd name="connsiteX1550" fmla="*/ 3742389 w 4752801"/>
              <a:gd name="connsiteY1550" fmla="*/ 2604159 h 2767298"/>
              <a:gd name="connsiteX1551" fmla="*/ 3732674 w 4752801"/>
              <a:gd name="connsiteY1551" fmla="*/ 2604159 h 2767298"/>
              <a:gd name="connsiteX1552" fmla="*/ 3731460 w 4752801"/>
              <a:gd name="connsiteY1552" fmla="*/ 2603754 h 2767298"/>
              <a:gd name="connsiteX1553" fmla="*/ 3726602 w 4752801"/>
              <a:gd name="connsiteY1553" fmla="*/ 2595253 h 2767298"/>
              <a:gd name="connsiteX1554" fmla="*/ 3726602 w 4752801"/>
              <a:gd name="connsiteY1554" fmla="*/ 2594039 h 2767298"/>
              <a:gd name="connsiteX1555" fmla="*/ 3731460 w 4752801"/>
              <a:gd name="connsiteY1555" fmla="*/ 2585538 h 2767298"/>
              <a:gd name="connsiteX1556" fmla="*/ 3732674 w 4752801"/>
              <a:gd name="connsiteY1556" fmla="*/ 2584728 h 2767298"/>
              <a:gd name="connsiteX1557" fmla="*/ 3691787 w 4752801"/>
              <a:gd name="connsiteY1557" fmla="*/ 2583918 h 2767298"/>
              <a:gd name="connsiteX1558" fmla="*/ 3702312 w 4752801"/>
              <a:gd name="connsiteY1558" fmla="*/ 2583918 h 2767298"/>
              <a:gd name="connsiteX1559" fmla="*/ 3703527 w 4752801"/>
              <a:gd name="connsiteY1559" fmla="*/ 2584323 h 2767298"/>
              <a:gd name="connsiteX1560" fmla="*/ 3708790 w 4752801"/>
              <a:gd name="connsiteY1560" fmla="*/ 2593634 h 2767298"/>
              <a:gd name="connsiteX1561" fmla="*/ 3708790 w 4752801"/>
              <a:gd name="connsiteY1561" fmla="*/ 2594848 h 2767298"/>
              <a:gd name="connsiteX1562" fmla="*/ 3703527 w 4752801"/>
              <a:gd name="connsiteY1562" fmla="*/ 2604159 h 2767298"/>
              <a:gd name="connsiteX1563" fmla="*/ 3702312 w 4752801"/>
              <a:gd name="connsiteY1563" fmla="*/ 2604563 h 2767298"/>
              <a:gd name="connsiteX1564" fmla="*/ 3691787 w 4752801"/>
              <a:gd name="connsiteY1564" fmla="*/ 2604563 h 2767298"/>
              <a:gd name="connsiteX1565" fmla="*/ 3690573 w 4752801"/>
              <a:gd name="connsiteY1565" fmla="*/ 2604159 h 2767298"/>
              <a:gd name="connsiteX1566" fmla="*/ 3685311 w 4752801"/>
              <a:gd name="connsiteY1566" fmla="*/ 2594848 h 2767298"/>
              <a:gd name="connsiteX1567" fmla="*/ 3685311 w 4752801"/>
              <a:gd name="connsiteY1567" fmla="*/ 2593634 h 2767298"/>
              <a:gd name="connsiteX1568" fmla="*/ 3690573 w 4752801"/>
              <a:gd name="connsiteY1568" fmla="*/ 2584323 h 2767298"/>
              <a:gd name="connsiteX1569" fmla="*/ 3691787 w 4752801"/>
              <a:gd name="connsiteY1569" fmla="*/ 2583918 h 2767298"/>
              <a:gd name="connsiteX1570" fmla="*/ 3569939 w 4752801"/>
              <a:gd name="connsiteY1570" fmla="*/ 2583514 h 2767298"/>
              <a:gd name="connsiteX1571" fmla="*/ 3581273 w 4752801"/>
              <a:gd name="connsiteY1571" fmla="*/ 2583514 h 2767298"/>
              <a:gd name="connsiteX1572" fmla="*/ 3582488 w 4752801"/>
              <a:gd name="connsiteY1572" fmla="*/ 2584323 h 2767298"/>
              <a:gd name="connsiteX1573" fmla="*/ 3588155 w 4752801"/>
              <a:gd name="connsiteY1573" fmla="*/ 2594039 h 2767298"/>
              <a:gd name="connsiteX1574" fmla="*/ 3588155 w 4752801"/>
              <a:gd name="connsiteY1574" fmla="*/ 2595253 h 2767298"/>
              <a:gd name="connsiteX1575" fmla="*/ 3582488 w 4752801"/>
              <a:gd name="connsiteY1575" fmla="*/ 2604969 h 2767298"/>
              <a:gd name="connsiteX1576" fmla="*/ 3581273 w 4752801"/>
              <a:gd name="connsiteY1576" fmla="*/ 2605374 h 2767298"/>
              <a:gd name="connsiteX1577" fmla="*/ 3569939 w 4752801"/>
              <a:gd name="connsiteY1577" fmla="*/ 2605374 h 2767298"/>
              <a:gd name="connsiteX1578" fmla="*/ 3568724 w 4752801"/>
              <a:gd name="connsiteY1578" fmla="*/ 2604969 h 2767298"/>
              <a:gd name="connsiteX1579" fmla="*/ 3563057 w 4752801"/>
              <a:gd name="connsiteY1579" fmla="*/ 2595253 h 2767298"/>
              <a:gd name="connsiteX1580" fmla="*/ 3563057 w 4752801"/>
              <a:gd name="connsiteY1580" fmla="*/ 2594039 h 2767298"/>
              <a:gd name="connsiteX1581" fmla="*/ 3568724 w 4752801"/>
              <a:gd name="connsiteY1581" fmla="*/ 2584323 h 2767298"/>
              <a:gd name="connsiteX1582" fmla="*/ 3569939 w 4752801"/>
              <a:gd name="connsiteY1582" fmla="*/ 2583514 h 2767298"/>
              <a:gd name="connsiteX1583" fmla="*/ 3650902 w 4752801"/>
              <a:gd name="connsiteY1583" fmla="*/ 2583109 h 2767298"/>
              <a:gd name="connsiteX1584" fmla="*/ 3661831 w 4752801"/>
              <a:gd name="connsiteY1584" fmla="*/ 2583109 h 2767298"/>
              <a:gd name="connsiteX1585" fmla="*/ 3663046 w 4752801"/>
              <a:gd name="connsiteY1585" fmla="*/ 2583919 h 2767298"/>
              <a:gd name="connsiteX1586" fmla="*/ 3668713 w 4752801"/>
              <a:gd name="connsiteY1586" fmla="*/ 2593634 h 2767298"/>
              <a:gd name="connsiteX1587" fmla="*/ 3668713 w 4752801"/>
              <a:gd name="connsiteY1587" fmla="*/ 2594849 h 2767298"/>
              <a:gd name="connsiteX1588" fmla="*/ 3663046 w 4752801"/>
              <a:gd name="connsiteY1588" fmla="*/ 2604564 h 2767298"/>
              <a:gd name="connsiteX1589" fmla="*/ 3661831 w 4752801"/>
              <a:gd name="connsiteY1589" fmla="*/ 2604969 h 2767298"/>
              <a:gd name="connsiteX1590" fmla="*/ 3650902 w 4752801"/>
              <a:gd name="connsiteY1590" fmla="*/ 2604969 h 2767298"/>
              <a:gd name="connsiteX1591" fmla="*/ 3649687 w 4752801"/>
              <a:gd name="connsiteY1591" fmla="*/ 2604564 h 2767298"/>
              <a:gd name="connsiteX1592" fmla="*/ 3644020 w 4752801"/>
              <a:gd name="connsiteY1592" fmla="*/ 2594849 h 2767298"/>
              <a:gd name="connsiteX1593" fmla="*/ 3644020 w 4752801"/>
              <a:gd name="connsiteY1593" fmla="*/ 2593634 h 2767298"/>
              <a:gd name="connsiteX1594" fmla="*/ 3649687 w 4752801"/>
              <a:gd name="connsiteY1594" fmla="*/ 2583919 h 2767298"/>
              <a:gd name="connsiteX1595" fmla="*/ 3650902 w 4752801"/>
              <a:gd name="connsiteY1595" fmla="*/ 2583109 h 2767298"/>
              <a:gd name="connsiteX1596" fmla="*/ 3610421 w 4752801"/>
              <a:gd name="connsiteY1596" fmla="*/ 2583109 h 2767298"/>
              <a:gd name="connsiteX1597" fmla="*/ 3621350 w 4752801"/>
              <a:gd name="connsiteY1597" fmla="*/ 2583109 h 2767298"/>
              <a:gd name="connsiteX1598" fmla="*/ 3622565 w 4752801"/>
              <a:gd name="connsiteY1598" fmla="*/ 2583919 h 2767298"/>
              <a:gd name="connsiteX1599" fmla="*/ 3628232 w 4752801"/>
              <a:gd name="connsiteY1599" fmla="*/ 2593634 h 2767298"/>
              <a:gd name="connsiteX1600" fmla="*/ 3628232 w 4752801"/>
              <a:gd name="connsiteY1600" fmla="*/ 2594849 h 2767298"/>
              <a:gd name="connsiteX1601" fmla="*/ 3622565 w 4752801"/>
              <a:gd name="connsiteY1601" fmla="*/ 2604564 h 2767298"/>
              <a:gd name="connsiteX1602" fmla="*/ 3621350 w 4752801"/>
              <a:gd name="connsiteY1602" fmla="*/ 2604969 h 2767298"/>
              <a:gd name="connsiteX1603" fmla="*/ 3610421 w 4752801"/>
              <a:gd name="connsiteY1603" fmla="*/ 2604969 h 2767298"/>
              <a:gd name="connsiteX1604" fmla="*/ 3609206 w 4752801"/>
              <a:gd name="connsiteY1604" fmla="*/ 2604564 h 2767298"/>
              <a:gd name="connsiteX1605" fmla="*/ 3603539 w 4752801"/>
              <a:gd name="connsiteY1605" fmla="*/ 2594849 h 2767298"/>
              <a:gd name="connsiteX1606" fmla="*/ 3603539 w 4752801"/>
              <a:gd name="connsiteY1606" fmla="*/ 2593634 h 2767298"/>
              <a:gd name="connsiteX1607" fmla="*/ 3609206 w 4752801"/>
              <a:gd name="connsiteY1607" fmla="*/ 2583919 h 2767298"/>
              <a:gd name="connsiteX1608" fmla="*/ 3610421 w 4752801"/>
              <a:gd name="connsiteY1608" fmla="*/ 2583109 h 2767298"/>
              <a:gd name="connsiteX1609" fmla="*/ 4383612 w 4752801"/>
              <a:gd name="connsiteY1609" fmla="*/ 2550724 h 2767298"/>
              <a:gd name="connsiteX1610" fmla="*/ 4387255 w 4752801"/>
              <a:gd name="connsiteY1610" fmla="*/ 2550724 h 2767298"/>
              <a:gd name="connsiteX1611" fmla="*/ 4389280 w 4752801"/>
              <a:gd name="connsiteY1611" fmla="*/ 2553962 h 2767298"/>
              <a:gd name="connsiteX1612" fmla="*/ 4387255 w 4752801"/>
              <a:gd name="connsiteY1612" fmla="*/ 2557201 h 2767298"/>
              <a:gd name="connsiteX1613" fmla="*/ 4383612 w 4752801"/>
              <a:gd name="connsiteY1613" fmla="*/ 2557201 h 2767298"/>
              <a:gd name="connsiteX1614" fmla="*/ 4381588 w 4752801"/>
              <a:gd name="connsiteY1614" fmla="*/ 2553962 h 2767298"/>
              <a:gd name="connsiteX1615" fmla="*/ 4343131 w 4752801"/>
              <a:gd name="connsiteY1615" fmla="*/ 2550724 h 2767298"/>
              <a:gd name="connsiteX1616" fmla="*/ 4346774 w 4752801"/>
              <a:gd name="connsiteY1616" fmla="*/ 2550724 h 2767298"/>
              <a:gd name="connsiteX1617" fmla="*/ 4348799 w 4752801"/>
              <a:gd name="connsiteY1617" fmla="*/ 2553962 h 2767298"/>
              <a:gd name="connsiteX1618" fmla="*/ 4346774 w 4752801"/>
              <a:gd name="connsiteY1618" fmla="*/ 2557201 h 2767298"/>
              <a:gd name="connsiteX1619" fmla="*/ 4343131 w 4752801"/>
              <a:gd name="connsiteY1619" fmla="*/ 2557201 h 2767298"/>
              <a:gd name="connsiteX1620" fmla="*/ 4341107 w 4752801"/>
              <a:gd name="connsiteY1620" fmla="*/ 2553962 h 2767298"/>
              <a:gd name="connsiteX1621" fmla="*/ 4302649 w 4752801"/>
              <a:gd name="connsiteY1621" fmla="*/ 2550724 h 2767298"/>
              <a:gd name="connsiteX1622" fmla="*/ 4306292 w 4752801"/>
              <a:gd name="connsiteY1622" fmla="*/ 2550724 h 2767298"/>
              <a:gd name="connsiteX1623" fmla="*/ 4308317 w 4752801"/>
              <a:gd name="connsiteY1623" fmla="*/ 2553962 h 2767298"/>
              <a:gd name="connsiteX1624" fmla="*/ 4306292 w 4752801"/>
              <a:gd name="connsiteY1624" fmla="*/ 2557201 h 2767298"/>
              <a:gd name="connsiteX1625" fmla="*/ 4302649 w 4752801"/>
              <a:gd name="connsiteY1625" fmla="*/ 2557201 h 2767298"/>
              <a:gd name="connsiteX1626" fmla="*/ 4300625 w 4752801"/>
              <a:gd name="connsiteY1626" fmla="*/ 2553962 h 2767298"/>
              <a:gd name="connsiteX1627" fmla="*/ 4262168 w 4752801"/>
              <a:gd name="connsiteY1627" fmla="*/ 2550724 h 2767298"/>
              <a:gd name="connsiteX1628" fmla="*/ 4265811 w 4752801"/>
              <a:gd name="connsiteY1628" fmla="*/ 2550724 h 2767298"/>
              <a:gd name="connsiteX1629" fmla="*/ 4267836 w 4752801"/>
              <a:gd name="connsiteY1629" fmla="*/ 2553962 h 2767298"/>
              <a:gd name="connsiteX1630" fmla="*/ 4265811 w 4752801"/>
              <a:gd name="connsiteY1630" fmla="*/ 2557201 h 2767298"/>
              <a:gd name="connsiteX1631" fmla="*/ 4262168 w 4752801"/>
              <a:gd name="connsiteY1631" fmla="*/ 2557201 h 2767298"/>
              <a:gd name="connsiteX1632" fmla="*/ 4260144 w 4752801"/>
              <a:gd name="connsiteY1632" fmla="*/ 2553962 h 2767298"/>
              <a:gd name="connsiteX1633" fmla="*/ 4666576 w 4752801"/>
              <a:gd name="connsiteY1633" fmla="*/ 2550319 h 2767298"/>
              <a:gd name="connsiteX1634" fmla="*/ 4670624 w 4752801"/>
              <a:gd name="connsiteY1634" fmla="*/ 2550319 h 2767298"/>
              <a:gd name="connsiteX1635" fmla="*/ 4672648 w 4752801"/>
              <a:gd name="connsiteY1635" fmla="*/ 2553962 h 2767298"/>
              <a:gd name="connsiteX1636" fmla="*/ 4670624 w 4752801"/>
              <a:gd name="connsiteY1636" fmla="*/ 2557606 h 2767298"/>
              <a:gd name="connsiteX1637" fmla="*/ 4666576 w 4752801"/>
              <a:gd name="connsiteY1637" fmla="*/ 2557606 h 2767298"/>
              <a:gd name="connsiteX1638" fmla="*/ 4664552 w 4752801"/>
              <a:gd name="connsiteY1638" fmla="*/ 2553962 h 2767298"/>
              <a:gd name="connsiteX1639" fmla="*/ 4626095 w 4752801"/>
              <a:gd name="connsiteY1639" fmla="*/ 2550319 h 2767298"/>
              <a:gd name="connsiteX1640" fmla="*/ 4630143 w 4752801"/>
              <a:gd name="connsiteY1640" fmla="*/ 2550319 h 2767298"/>
              <a:gd name="connsiteX1641" fmla="*/ 4632167 w 4752801"/>
              <a:gd name="connsiteY1641" fmla="*/ 2553962 h 2767298"/>
              <a:gd name="connsiteX1642" fmla="*/ 4630143 w 4752801"/>
              <a:gd name="connsiteY1642" fmla="*/ 2557606 h 2767298"/>
              <a:gd name="connsiteX1643" fmla="*/ 4626095 w 4752801"/>
              <a:gd name="connsiteY1643" fmla="*/ 2557606 h 2767298"/>
              <a:gd name="connsiteX1644" fmla="*/ 4624071 w 4752801"/>
              <a:gd name="connsiteY1644" fmla="*/ 2553962 h 2767298"/>
              <a:gd name="connsiteX1645" fmla="*/ 4464170 w 4752801"/>
              <a:gd name="connsiteY1645" fmla="*/ 2550319 h 2767298"/>
              <a:gd name="connsiteX1646" fmla="*/ 4468218 w 4752801"/>
              <a:gd name="connsiteY1646" fmla="*/ 2550319 h 2767298"/>
              <a:gd name="connsiteX1647" fmla="*/ 4470242 w 4752801"/>
              <a:gd name="connsiteY1647" fmla="*/ 2553962 h 2767298"/>
              <a:gd name="connsiteX1648" fmla="*/ 4468218 w 4752801"/>
              <a:gd name="connsiteY1648" fmla="*/ 2557606 h 2767298"/>
              <a:gd name="connsiteX1649" fmla="*/ 4464170 w 4752801"/>
              <a:gd name="connsiteY1649" fmla="*/ 2557606 h 2767298"/>
              <a:gd name="connsiteX1650" fmla="*/ 4462146 w 4752801"/>
              <a:gd name="connsiteY1650" fmla="*/ 2553962 h 2767298"/>
              <a:gd name="connsiteX1651" fmla="*/ 4221282 w 4752801"/>
              <a:gd name="connsiteY1651" fmla="*/ 2550319 h 2767298"/>
              <a:gd name="connsiteX1652" fmla="*/ 4225330 w 4752801"/>
              <a:gd name="connsiteY1652" fmla="*/ 2550319 h 2767298"/>
              <a:gd name="connsiteX1653" fmla="*/ 4227354 w 4752801"/>
              <a:gd name="connsiteY1653" fmla="*/ 2553962 h 2767298"/>
              <a:gd name="connsiteX1654" fmla="*/ 4225330 w 4752801"/>
              <a:gd name="connsiteY1654" fmla="*/ 2557606 h 2767298"/>
              <a:gd name="connsiteX1655" fmla="*/ 4221282 w 4752801"/>
              <a:gd name="connsiteY1655" fmla="*/ 2557606 h 2767298"/>
              <a:gd name="connsiteX1656" fmla="*/ 4219258 w 4752801"/>
              <a:gd name="connsiteY1656" fmla="*/ 2553962 h 2767298"/>
              <a:gd name="connsiteX1657" fmla="*/ 4180801 w 4752801"/>
              <a:gd name="connsiteY1657" fmla="*/ 2550319 h 2767298"/>
              <a:gd name="connsiteX1658" fmla="*/ 4184849 w 4752801"/>
              <a:gd name="connsiteY1658" fmla="*/ 2550319 h 2767298"/>
              <a:gd name="connsiteX1659" fmla="*/ 4186873 w 4752801"/>
              <a:gd name="connsiteY1659" fmla="*/ 2553962 h 2767298"/>
              <a:gd name="connsiteX1660" fmla="*/ 4184849 w 4752801"/>
              <a:gd name="connsiteY1660" fmla="*/ 2557606 h 2767298"/>
              <a:gd name="connsiteX1661" fmla="*/ 4180801 w 4752801"/>
              <a:gd name="connsiteY1661" fmla="*/ 2557606 h 2767298"/>
              <a:gd name="connsiteX1662" fmla="*/ 4178777 w 4752801"/>
              <a:gd name="connsiteY1662" fmla="*/ 2553962 h 2767298"/>
              <a:gd name="connsiteX1663" fmla="*/ 4585614 w 4752801"/>
              <a:gd name="connsiteY1663" fmla="*/ 2549914 h 2767298"/>
              <a:gd name="connsiteX1664" fmla="*/ 4590067 w 4752801"/>
              <a:gd name="connsiteY1664" fmla="*/ 2549914 h 2767298"/>
              <a:gd name="connsiteX1665" fmla="*/ 4592495 w 4752801"/>
              <a:gd name="connsiteY1665" fmla="*/ 2553962 h 2767298"/>
              <a:gd name="connsiteX1666" fmla="*/ 4590067 w 4752801"/>
              <a:gd name="connsiteY1666" fmla="*/ 2558010 h 2767298"/>
              <a:gd name="connsiteX1667" fmla="*/ 4585614 w 4752801"/>
              <a:gd name="connsiteY1667" fmla="*/ 2558010 h 2767298"/>
              <a:gd name="connsiteX1668" fmla="*/ 4583185 w 4752801"/>
              <a:gd name="connsiteY1668" fmla="*/ 2553962 h 2767298"/>
              <a:gd name="connsiteX1669" fmla="*/ 4544727 w 4752801"/>
              <a:gd name="connsiteY1669" fmla="*/ 2549914 h 2767298"/>
              <a:gd name="connsiteX1670" fmla="*/ 4549585 w 4752801"/>
              <a:gd name="connsiteY1670" fmla="*/ 2549914 h 2767298"/>
              <a:gd name="connsiteX1671" fmla="*/ 4552014 w 4752801"/>
              <a:gd name="connsiteY1671" fmla="*/ 2553962 h 2767298"/>
              <a:gd name="connsiteX1672" fmla="*/ 4549585 w 4752801"/>
              <a:gd name="connsiteY1672" fmla="*/ 2558010 h 2767298"/>
              <a:gd name="connsiteX1673" fmla="*/ 4544727 w 4752801"/>
              <a:gd name="connsiteY1673" fmla="*/ 2558010 h 2767298"/>
              <a:gd name="connsiteX1674" fmla="*/ 4542298 w 4752801"/>
              <a:gd name="connsiteY1674" fmla="*/ 2553962 h 2767298"/>
              <a:gd name="connsiteX1675" fmla="*/ 4504651 w 4752801"/>
              <a:gd name="connsiteY1675" fmla="*/ 2549914 h 2767298"/>
              <a:gd name="connsiteX1676" fmla="*/ 4509104 w 4752801"/>
              <a:gd name="connsiteY1676" fmla="*/ 2549914 h 2767298"/>
              <a:gd name="connsiteX1677" fmla="*/ 4511532 w 4752801"/>
              <a:gd name="connsiteY1677" fmla="*/ 2553962 h 2767298"/>
              <a:gd name="connsiteX1678" fmla="*/ 4509104 w 4752801"/>
              <a:gd name="connsiteY1678" fmla="*/ 2558010 h 2767298"/>
              <a:gd name="connsiteX1679" fmla="*/ 4504651 w 4752801"/>
              <a:gd name="connsiteY1679" fmla="*/ 2558010 h 2767298"/>
              <a:gd name="connsiteX1680" fmla="*/ 4502222 w 4752801"/>
              <a:gd name="connsiteY1680" fmla="*/ 2553962 h 2767298"/>
              <a:gd name="connsiteX1681" fmla="*/ 4424093 w 4752801"/>
              <a:gd name="connsiteY1681" fmla="*/ 2549914 h 2767298"/>
              <a:gd name="connsiteX1682" fmla="*/ 4427332 w 4752801"/>
              <a:gd name="connsiteY1682" fmla="*/ 2549914 h 2767298"/>
              <a:gd name="connsiteX1683" fmla="*/ 4428546 w 4752801"/>
              <a:gd name="connsiteY1683" fmla="*/ 2550724 h 2767298"/>
              <a:gd name="connsiteX1684" fmla="*/ 4430166 w 4752801"/>
              <a:gd name="connsiteY1684" fmla="*/ 2553557 h 2767298"/>
              <a:gd name="connsiteX1685" fmla="*/ 4430166 w 4752801"/>
              <a:gd name="connsiteY1685" fmla="*/ 2554772 h 2767298"/>
              <a:gd name="connsiteX1686" fmla="*/ 4428546 w 4752801"/>
              <a:gd name="connsiteY1686" fmla="*/ 2557606 h 2767298"/>
              <a:gd name="connsiteX1687" fmla="*/ 4427332 w 4752801"/>
              <a:gd name="connsiteY1687" fmla="*/ 2558415 h 2767298"/>
              <a:gd name="connsiteX1688" fmla="*/ 4424093 w 4752801"/>
              <a:gd name="connsiteY1688" fmla="*/ 2558415 h 2767298"/>
              <a:gd name="connsiteX1689" fmla="*/ 4422879 w 4752801"/>
              <a:gd name="connsiteY1689" fmla="*/ 2557606 h 2767298"/>
              <a:gd name="connsiteX1690" fmla="*/ 4421260 w 4752801"/>
              <a:gd name="connsiteY1690" fmla="*/ 2554772 h 2767298"/>
              <a:gd name="connsiteX1691" fmla="*/ 4421260 w 4752801"/>
              <a:gd name="connsiteY1691" fmla="*/ 2553557 h 2767298"/>
              <a:gd name="connsiteX1692" fmla="*/ 4422879 w 4752801"/>
              <a:gd name="connsiteY1692" fmla="*/ 2550724 h 2767298"/>
              <a:gd name="connsiteX1693" fmla="*/ 4424093 w 4752801"/>
              <a:gd name="connsiteY1693" fmla="*/ 2549914 h 2767298"/>
              <a:gd name="connsiteX1694" fmla="*/ 4140724 w 4752801"/>
              <a:gd name="connsiteY1694" fmla="*/ 2549914 h 2767298"/>
              <a:gd name="connsiteX1695" fmla="*/ 4143963 w 4752801"/>
              <a:gd name="connsiteY1695" fmla="*/ 2549914 h 2767298"/>
              <a:gd name="connsiteX1696" fmla="*/ 4145177 w 4752801"/>
              <a:gd name="connsiteY1696" fmla="*/ 2550724 h 2767298"/>
              <a:gd name="connsiteX1697" fmla="*/ 4146797 w 4752801"/>
              <a:gd name="connsiteY1697" fmla="*/ 2553557 h 2767298"/>
              <a:gd name="connsiteX1698" fmla="*/ 4146797 w 4752801"/>
              <a:gd name="connsiteY1698" fmla="*/ 2554772 h 2767298"/>
              <a:gd name="connsiteX1699" fmla="*/ 4145177 w 4752801"/>
              <a:gd name="connsiteY1699" fmla="*/ 2557606 h 2767298"/>
              <a:gd name="connsiteX1700" fmla="*/ 4143963 w 4752801"/>
              <a:gd name="connsiteY1700" fmla="*/ 2558010 h 2767298"/>
              <a:gd name="connsiteX1701" fmla="*/ 4140724 w 4752801"/>
              <a:gd name="connsiteY1701" fmla="*/ 2558010 h 2767298"/>
              <a:gd name="connsiteX1702" fmla="*/ 4139510 w 4752801"/>
              <a:gd name="connsiteY1702" fmla="*/ 2557606 h 2767298"/>
              <a:gd name="connsiteX1703" fmla="*/ 4137891 w 4752801"/>
              <a:gd name="connsiteY1703" fmla="*/ 2554772 h 2767298"/>
              <a:gd name="connsiteX1704" fmla="*/ 4137891 w 4752801"/>
              <a:gd name="connsiteY1704" fmla="*/ 2553557 h 2767298"/>
              <a:gd name="connsiteX1705" fmla="*/ 4139510 w 4752801"/>
              <a:gd name="connsiteY1705" fmla="*/ 2550724 h 2767298"/>
              <a:gd name="connsiteX1706" fmla="*/ 4140724 w 4752801"/>
              <a:gd name="connsiteY1706" fmla="*/ 2549914 h 2767298"/>
              <a:gd name="connsiteX1707" fmla="*/ 4099434 w 4752801"/>
              <a:gd name="connsiteY1707" fmla="*/ 2549509 h 2767298"/>
              <a:gd name="connsiteX1708" fmla="*/ 4103887 w 4752801"/>
              <a:gd name="connsiteY1708" fmla="*/ 2549509 h 2767298"/>
              <a:gd name="connsiteX1709" fmla="*/ 4105101 w 4752801"/>
              <a:gd name="connsiteY1709" fmla="*/ 2549914 h 2767298"/>
              <a:gd name="connsiteX1710" fmla="*/ 4107125 w 4752801"/>
              <a:gd name="connsiteY1710" fmla="*/ 2553557 h 2767298"/>
              <a:gd name="connsiteX1711" fmla="*/ 4107125 w 4752801"/>
              <a:gd name="connsiteY1711" fmla="*/ 2554772 h 2767298"/>
              <a:gd name="connsiteX1712" fmla="*/ 4105101 w 4752801"/>
              <a:gd name="connsiteY1712" fmla="*/ 2558415 h 2767298"/>
              <a:gd name="connsiteX1713" fmla="*/ 4103887 w 4752801"/>
              <a:gd name="connsiteY1713" fmla="*/ 2559225 h 2767298"/>
              <a:gd name="connsiteX1714" fmla="*/ 4099434 w 4752801"/>
              <a:gd name="connsiteY1714" fmla="*/ 2559225 h 2767298"/>
              <a:gd name="connsiteX1715" fmla="*/ 4098220 w 4752801"/>
              <a:gd name="connsiteY1715" fmla="*/ 2558415 h 2767298"/>
              <a:gd name="connsiteX1716" fmla="*/ 4096196 w 4752801"/>
              <a:gd name="connsiteY1716" fmla="*/ 2554772 h 2767298"/>
              <a:gd name="connsiteX1717" fmla="*/ 4096196 w 4752801"/>
              <a:gd name="connsiteY1717" fmla="*/ 2553557 h 2767298"/>
              <a:gd name="connsiteX1718" fmla="*/ 4098220 w 4752801"/>
              <a:gd name="connsiteY1718" fmla="*/ 2549914 h 2767298"/>
              <a:gd name="connsiteX1719" fmla="*/ 4099434 w 4752801"/>
              <a:gd name="connsiteY1719" fmla="*/ 2549509 h 2767298"/>
              <a:gd name="connsiteX1720" fmla="*/ 4058952 w 4752801"/>
              <a:gd name="connsiteY1720" fmla="*/ 2549509 h 2767298"/>
              <a:gd name="connsiteX1721" fmla="*/ 4063405 w 4752801"/>
              <a:gd name="connsiteY1721" fmla="*/ 2549509 h 2767298"/>
              <a:gd name="connsiteX1722" fmla="*/ 4064619 w 4752801"/>
              <a:gd name="connsiteY1722" fmla="*/ 2549914 h 2767298"/>
              <a:gd name="connsiteX1723" fmla="*/ 4066643 w 4752801"/>
              <a:gd name="connsiteY1723" fmla="*/ 2553557 h 2767298"/>
              <a:gd name="connsiteX1724" fmla="*/ 4066643 w 4752801"/>
              <a:gd name="connsiteY1724" fmla="*/ 2554772 h 2767298"/>
              <a:gd name="connsiteX1725" fmla="*/ 4064619 w 4752801"/>
              <a:gd name="connsiteY1725" fmla="*/ 2558415 h 2767298"/>
              <a:gd name="connsiteX1726" fmla="*/ 4063405 w 4752801"/>
              <a:gd name="connsiteY1726" fmla="*/ 2558820 h 2767298"/>
              <a:gd name="connsiteX1727" fmla="*/ 4058952 w 4752801"/>
              <a:gd name="connsiteY1727" fmla="*/ 2558820 h 2767298"/>
              <a:gd name="connsiteX1728" fmla="*/ 4057738 w 4752801"/>
              <a:gd name="connsiteY1728" fmla="*/ 2558415 h 2767298"/>
              <a:gd name="connsiteX1729" fmla="*/ 4055714 w 4752801"/>
              <a:gd name="connsiteY1729" fmla="*/ 2554772 h 2767298"/>
              <a:gd name="connsiteX1730" fmla="*/ 4055714 w 4752801"/>
              <a:gd name="connsiteY1730" fmla="*/ 2553557 h 2767298"/>
              <a:gd name="connsiteX1731" fmla="*/ 4057738 w 4752801"/>
              <a:gd name="connsiteY1731" fmla="*/ 2549914 h 2767298"/>
              <a:gd name="connsiteX1732" fmla="*/ 4058952 w 4752801"/>
              <a:gd name="connsiteY1732" fmla="*/ 2549509 h 2767298"/>
              <a:gd name="connsiteX1733" fmla="*/ 3937913 w 4752801"/>
              <a:gd name="connsiteY1733" fmla="*/ 2549509 h 2767298"/>
              <a:gd name="connsiteX1734" fmla="*/ 3941557 w 4752801"/>
              <a:gd name="connsiteY1734" fmla="*/ 2549509 h 2767298"/>
              <a:gd name="connsiteX1735" fmla="*/ 3942771 w 4752801"/>
              <a:gd name="connsiteY1735" fmla="*/ 2549914 h 2767298"/>
              <a:gd name="connsiteX1736" fmla="*/ 3944795 w 4752801"/>
              <a:gd name="connsiteY1736" fmla="*/ 2553152 h 2767298"/>
              <a:gd name="connsiteX1737" fmla="*/ 3944795 w 4752801"/>
              <a:gd name="connsiteY1737" fmla="*/ 2554367 h 2767298"/>
              <a:gd name="connsiteX1738" fmla="*/ 3942771 w 4752801"/>
              <a:gd name="connsiteY1738" fmla="*/ 2557605 h 2767298"/>
              <a:gd name="connsiteX1739" fmla="*/ 3941557 w 4752801"/>
              <a:gd name="connsiteY1739" fmla="*/ 2558010 h 2767298"/>
              <a:gd name="connsiteX1740" fmla="*/ 3937913 w 4752801"/>
              <a:gd name="connsiteY1740" fmla="*/ 2558010 h 2767298"/>
              <a:gd name="connsiteX1741" fmla="*/ 3936699 w 4752801"/>
              <a:gd name="connsiteY1741" fmla="*/ 2557605 h 2767298"/>
              <a:gd name="connsiteX1742" fmla="*/ 3934675 w 4752801"/>
              <a:gd name="connsiteY1742" fmla="*/ 2554367 h 2767298"/>
              <a:gd name="connsiteX1743" fmla="*/ 3934675 w 4752801"/>
              <a:gd name="connsiteY1743" fmla="*/ 2553152 h 2767298"/>
              <a:gd name="connsiteX1744" fmla="*/ 3936699 w 4752801"/>
              <a:gd name="connsiteY1744" fmla="*/ 2549914 h 2767298"/>
              <a:gd name="connsiteX1745" fmla="*/ 3937913 w 4752801"/>
              <a:gd name="connsiteY1745" fmla="*/ 2549509 h 2767298"/>
              <a:gd name="connsiteX1746" fmla="*/ 4018471 w 4752801"/>
              <a:gd name="connsiteY1746" fmla="*/ 2549104 h 2767298"/>
              <a:gd name="connsiteX1747" fmla="*/ 4022924 w 4752801"/>
              <a:gd name="connsiteY1747" fmla="*/ 2549104 h 2767298"/>
              <a:gd name="connsiteX1748" fmla="*/ 4024138 w 4752801"/>
              <a:gd name="connsiteY1748" fmla="*/ 2549913 h 2767298"/>
              <a:gd name="connsiteX1749" fmla="*/ 4026162 w 4752801"/>
              <a:gd name="connsiteY1749" fmla="*/ 2553557 h 2767298"/>
              <a:gd name="connsiteX1750" fmla="*/ 4026162 w 4752801"/>
              <a:gd name="connsiteY1750" fmla="*/ 2554771 h 2767298"/>
              <a:gd name="connsiteX1751" fmla="*/ 4024138 w 4752801"/>
              <a:gd name="connsiteY1751" fmla="*/ 2558415 h 2767298"/>
              <a:gd name="connsiteX1752" fmla="*/ 4022924 w 4752801"/>
              <a:gd name="connsiteY1752" fmla="*/ 2559224 h 2767298"/>
              <a:gd name="connsiteX1753" fmla="*/ 4018471 w 4752801"/>
              <a:gd name="connsiteY1753" fmla="*/ 2559224 h 2767298"/>
              <a:gd name="connsiteX1754" fmla="*/ 4017257 w 4752801"/>
              <a:gd name="connsiteY1754" fmla="*/ 2558415 h 2767298"/>
              <a:gd name="connsiteX1755" fmla="*/ 4015233 w 4752801"/>
              <a:gd name="connsiteY1755" fmla="*/ 2554771 h 2767298"/>
              <a:gd name="connsiteX1756" fmla="*/ 4015233 w 4752801"/>
              <a:gd name="connsiteY1756" fmla="*/ 2553557 h 2767298"/>
              <a:gd name="connsiteX1757" fmla="*/ 4017257 w 4752801"/>
              <a:gd name="connsiteY1757" fmla="*/ 2549913 h 2767298"/>
              <a:gd name="connsiteX1758" fmla="*/ 4018471 w 4752801"/>
              <a:gd name="connsiteY1758" fmla="*/ 2549104 h 2767298"/>
              <a:gd name="connsiteX1759" fmla="*/ 3977585 w 4752801"/>
              <a:gd name="connsiteY1759" fmla="*/ 2548699 h 2767298"/>
              <a:gd name="connsiteX1760" fmla="*/ 3982443 w 4752801"/>
              <a:gd name="connsiteY1760" fmla="*/ 2548699 h 2767298"/>
              <a:gd name="connsiteX1761" fmla="*/ 3983657 w 4752801"/>
              <a:gd name="connsiteY1761" fmla="*/ 2549509 h 2767298"/>
              <a:gd name="connsiteX1762" fmla="*/ 3986086 w 4752801"/>
              <a:gd name="connsiteY1762" fmla="*/ 2553557 h 2767298"/>
              <a:gd name="connsiteX1763" fmla="*/ 3986086 w 4752801"/>
              <a:gd name="connsiteY1763" fmla="*/ 2554771 h 2767298"/>
              <a:gd name="connsiteX1764" fmla="*/ 3983657 w 4752801"/>
              <a:gd name="connsiteY1764" fmla="*/ 2558819 h 2767298"/>
              <a:gd name="connsiteX1765" fmla="*/ 3982443 w 4752801"/>
              <a:gd name="connsiteY1765" fmla="*/ 2558819 h 2767298"/>
              <a:gd name="connsiteX1766" fmla="*/ 3977585 w 4752801"/>
              <a:gd name="connsiteY1766" fmla="*/ 2558819 h 2767298"/>
              <a:gd name="connsiteX1767" fmla="*/ 3976371 w 4752801"/>
              <a:gd name="connsiteY1767" fmla="*/ 2558415 h 2767298"/>
              <a:gd name="connsiteX1768" fmla="*/ 3973942 w 4752801"/>
              <a:gd name="connsiteY1768" fmla="*/ 2554366 h 2767298"/>
              <a:gd name="connsiteX1769" fmla="*/ 3973942 w 4752801"/>
              <a:gd name="connsiteY1769" fmla="*/ 2553152 h 2767298"/>
              <a:gd name="connsiteX1770" fmla="*/ 3976371 w 4752801"/>
              <a:gd name="connsiteY1770" fmla="*/ 2549104 h 2767298"/>
              <a:gd name="connsiteX1771" fmla="*/ 3977585 w 4752801"/>
              <a:gd name="connsiteY1771" fmla="*/ 2548699 h 2767298"/>
              <a:gd name="connsiteX1772" fmla="*/ 3896623 w 4752801"/>
              <a:gd name="connsiteY1772" fmla="*/ 2547890 h 2767298"/>
              <a:gd name="connsiteX1773" fmla="*/ 3902290 w 4752801"/>
              <a:gd name="connsiteY1773" fmla="*/ 2547890 h 2767298"/>
              <a:gd name="connsiteX1774" fmla="*/ 3903505 w 4752801"/>
              <a:gd name="connsiteY1774" fmla="*/ 2548700 h 2767298"/>
              <a:gd name="connsiteX1775" fmla="*/ 3906338 w 4752801"/>
              <a:gd name="connsiteY1775" fmla="*/ 2553557 h 2767298"/>
              <a:gd name="connsiteX1776" fmla="*/ 3906338 w 4752801"/>
              <a:gd name="connsiteY1776" fmla="*/ 2554772 h 2767298"/>
              <a:gd name="connsiteX1777" fmla="*/ 3903505 w 4752801"/>
              <a:gd name="connsiteY1777" fmla="*/ 2559630 h 2767298"/>
              <a:gd name="connsiteX1778" fmla="*/ 3902290 w 4752801"/>
              <a:gd name="connsiteY1778" fmla="*/ 2560439 h 2767298"/>
              <a:gd name="connsiteX1779" fmla="*/ 3896623 w 4752801"/>
              <a:gd name="connsiteY1779" fmla="*/ 2560439 h 2767298"/>
              <a:gd name="connsiteX1780" fmla="*/ 3895409 w 4752801"/>
              <a:gd name="connsiteY1780" fmla="*/ 2559630 h 2767298"/>
              <a:gd name="connsiteX1781" fmla="*/ 3892575 w 4752801"/>
              <a:gd name="connsiteY1781" fmla="*/ 2554772 h 2767298"/>
              <a:gd name="connsiteX1782" fmla="*/ 3892575 w 4752801"/>
              <a:gd name="connsiteY1782" fmla="*/ 2553557 h 2767298"/>
              <a:gd name="connsiteX1783" fmla="*/ 3895409 w 4752801"/>
              <a:gd name="connsiteY1783" fmla="*/ 2548700 h 2767298"/>
              <a:gd name="connsiteX1784" fmla="*/ 3896623 w 4752801"/>
              <a:gd name="connsiteY1784" fmla="*/ 2547890 h 2767298"/>
              <a:gd name="connsiteX1785" fmla="*/ 3855736 w 4752801"/>
              <a:gd name="connsiteY1785" fmla="*/ 2547485 h 2767298"/>
              <a:gd name="connsiteX1786" fmla="*/ 3862213 w 4752801"/>
              <a:gd name="connsiteY1786" fmla="*/ 2547485 h 2767298"/>
              <a:gd name="connsiteX1787" fmla="*/ 3863428 w 4752801"/>
              <a:gd name="connsiteY1787" fmla="*/ 2547890 h 2767298"/>
              <a:gd name="connsiteX1788" fmla="*/ 3866667 w 4752801"/>
              <a:gd name="connsiteY1788" fmla="*/ 2553557 h 2767298"/>
              <a:gd name="connsiteX1789" fmla="*/ 3866667 w 4752801"/>
              <a:gd name="connsiteY1789" fmla="*/ 2554772 h 2767298"/>
              <a:gd name="connsiteX1790" fmla="*/ 3863428 w 4752801"/>
              <a:gd name="connsiteY1790" fmla="*/ 2560439 h 2767298"/>
              <a:gd name="connsiteX1791" fmla="*/ 3862213 w 4752801"/>
              <a:gd name="connsiteY1791" fmla="*/ 2561249 h 2767298"/>
              <a:gd name="connsiteX1792" fmla="*/ 3855736 w 4752801"/>
              <a:gd name="connsiteY1792" fmla="*/ 2561249 h 2767298"/>
              <a:gd name="connsiteX1793" fmla="*/ 3854522 w 4752801"/>
              <a:gd name="connsiteY1793" fmla="*/ 2560439 h 2767298"/>
              <a:gd name="connsiteX1794" fmla="*/ 3851284 w 4752801"/>
              <a:gd name="connsiteY1794" fmla="*/ 2554772 h 2767298"/>
              <a:gd name="connsiteX1795" fmla="*/ 3851284 w 4752801"/>
              <a:gd name="connsiteY1795" fmla="*/ 2553557 h 2767298"/>
              <a:gd name="connsiteX1796" fmla="*/ 3854522 w 4752801"/>
              <a:gd name="connsiteY1796" fmla="*/ 2547890 h 2767298"/>
              <a:gd name="connsiteX1797" fmla="*/ 3855736 w 4752801"/>
              <a:gd name="connsiteY1797" fmla="*/ 2547485 h 2767298"/>
              <a:gd name="connsiteX1798" fmla="*/ 3814445 w 4752801"/>
              <a:gd name="connsiteY1798" fmla="*/ 2545866 h 2767298"/>
              <a:gd name="connsiteX1799" fmla="*/ 3822137 w 4752801"/>
              <a:gd name="connsiteY1799" fmla="*/ 2545866 h 2767298"/>
              <a:gd name="connsiteX1800" fmla="*/ 3823351 w 4752801"/>
              <a:gd name="connsiteY1800" fmla="*/ 2546271 h 2767298"/>
              <a:gd name="connsiteX1801" fmla="*/ 3827399 w 4752801"/>
              <a:gd name="connsiteY1801" fmla="*/ 2553153 h 2767298"/>
              <a:gd name="connsiteX1802" fmla="*/ 3827399 w 4752801"/>
              <a:gd name="connsiteY1802" fmla="*/ 2554367 h 2767298"/>
              <a:gd name="connsiteX1803" fmla="*/ 3823351 w 4752801"/>
              <a:gd name="connsiteY1803" fmla="*/ 2561249 h 2767298"/>
              <a:gd name="connsiteX1804" fmla="*/ 3822137 w 4752801"/>
              <a:gd name="connsiteY1804" fmla="*/ 2562059 h 2767298"/>
              <a:gd name="connsiteX1805" fmla="*/ 3814445 w 4752801"/>
              <a:gd name="connsiteY1805" fmla="*/ 2562059 h 2767298"/>
              <a:gd name="connsiteX1806" fmla="*/ 3813231 w 4752801"/>
              <a:gd name="connsiteY1806" fmla="*/ 2561249 h 2767298"/>
              <a:gd name="connsiteX1807" fmla="*/ 3809183 w 4752801"/>
              <a:gd name="connsiteY1807" fmla="*/ 2554367 h 2767298"/>
              <a:gd name="connsiteX1808" fmla="*/ 3809183 w 4752801"/>
              <a:gd name="connsiteY1808" fmla="*/ 2553153 h 2767298"/>
              <a:gd name="connsiteX1809" fmla="*/ 3813231 w 4752801"/>
              <a:gd name="connsiteY1809" fmla="*/ 2546271 h 2767298"/>
              <a:gd name="connsiteX1810" fmla="*/ 3814445 w 4752801"/>
              <a:gd name="connsiteY1810" fmla="*/ 2545866 h 2767298"/>
              <a:gd name="connsiteX1811" fmla="*/ 3773560 w 4752801"/>
              <a:gd name="connsiteY1811" fmla="*/ 2545461 h 2767298"/>
              <a:gd name="connsiteX1812" fmla="*/ 3782466 w 4752801"/>
              <a:gd name="connsiteY1812" fmla="*/ 2545461 h 2767298"/>
              <a:gd name="connsiteX1813" fmla="*/ 3783680 w 4752801"/>
              <a:gd name="connsiteY1813" fmla="*/ 2545866 h 2767298"/>
              <a:gd name="connsiteX1814" fmla="*/ 3788133 w 4752801"/>
              <a:gd name="connsiteY1814" fmla="*/ 2553557 h 2767298"/>
              <a:gd name="connsiteX1815" fmla="*/ 3788133 w 4752801"/>
              <a:gd name="connsiteY1815" fmla="*/ 2554772 h 2767298"/>
              <a:gd name="connsiteX1816" fmla="*/ 3783680 w 4752801"/>
              <a:gd name="connsiteY1816" fmla="*/ 2562463 h 2767298"/>
              <a:gd name="connsiteX1817" fmla="*/ 3782466 w 4752801"/>
              <a:gd name="connsiteY1817" fmla="*/ 2563273 h 2767298"/>
              <a:gd name="connsiteX1818" fmla="*/ 3773560 w 4752801"/>
              <a:gd name="connsiteY1818" fmla="*/ 2563273 h 2767298"/>
              <a:gd name="connsiteX1819" fmla="*/ 3772345 w 4752801"/>
              <a:gd name="connsiteY1819" fmla="*/ 2562463 h 2767298"/>
              <a:gd name="connsiteX1820" fmla="*/ 3767893 w 4752801"/>
              <a:gd name="connsiteY1820" fmla="*/ 2554772 h 2767298"/>
              <a:gd name="connsiteX1821" fmla="*/ 3767893 w 4752801"/>
              <a:gd name="connsiteY1821" fmla="*/ 2553557 h 2767298"/>
              <a:gd name="connsiteX1822" fmla="*/ 3772345 w 4752801"/>
              <a:gd name="connsiteY1822" fmla="*/ 2545866 h 2767298"/>
              <a:gd name="connsiteX1823" fmla="*/ 3773560 w 4752801"/>
              <a:gd name="connsiteY1823" fmla="*/ 2545461 h 2767298"/>
              <a:gd name="connsiteX1824" fmla="*/ 3732269 w 4752801"/>
              <a:gd name="connsiteY1824" fmla="*/ 2544247 h 2767298"/>
              <a:gd name="connsiteX1825" fmla="*/ 3741984 w 4752801"/>
              <a:gd name="connsiteY1825" fmla="*/ 2544247 h 2767298"/>
              <a:gd name="connsiteX1826" fmla="*/ 3743199 w 4752801"/>
              <a:gd name="connsiteY1826" fmla="*/ 2544652 h 2767298"/>
              <a:gd name="connsiteX1827" fmla="*/ 3748057 w 4752801"/>
              <a:gd name="connsiteY1827" fmla="*/ 2553153 h 2767298"/>
              <a:gd name="connsiteX1828" fmla="*/ 3748057 w 4752801"/>
              <a:gd name="connsiteY1828" fmla="*/ 2554367 h 2767298"/>
              <a:gd name="connsiteX1829" fmla="*/ 3743199 w 4752801"/>
              <a:gd name="connsiteY1829" fmla="*/ 2562868 h 2767298"/>
              <a:gd name="connsiteX1830" fmla="*/ 3741984 w 4752801"/>
              <a:gd name="connsiteY1830" fmla="*/ 2563273 h 2767298"/>
              <a:gd name="connsiteX1831" fmla="*/ 3732269 w 4752801"/>
              <a:gd name="connsiteY1831" fmla="*/ 2563273 h 2767298"/>
              <a:gd name="connsiteX1832" fmla="*/ 3731055 w 4752801"/>
              <a:gd name="connsiteY1832" fmla="*/ 2562868 h 2767298"/>
              <a:gd name="connsiteX1833" fmla="*/ 3726197 w 4752801"/>
              <a:gd name="connsiteY1833" fmla="*/ 2554367 h 2767298"/>
              <a:gd name="connsiteX1834" fmla="*/ 3726197 w 4752801"/>
              <a:gd name="connsiteY1834" fmla="*/ 2553153 h 2767298"/>
              <a:gd name="connsiteX1835" fmla="*/ 3731055 w 4752801"/>
              <a:gd name="connsiteY1835" fmla="*/ 2544652 h 2767298"/>
              <a:gd name="connsiteX1836" fmla="*/ 3732269 w 4752801"/>
              <a:gd name="connsiteY1836" fmla="*/ 2544247 h 2767298"/>
              <a:gd name="connsiteX1837" fmla="*/ 3489786 w 4752801"/>
              <a:gd name="connsiteY1837" fmla="*/ 2544247 h 2767298"/>
              <a:gd name="connsiteX1838" fmla="*/ 3499097 w 4752801"/>
              <a:gd name="connsiteY1838" fmla="*/ 2544247 h 2767298"/>
              <a:gd name="connsiteX1839" fmla="*/ 3500311 w 4752801"/>
              <a:gd name="connsiteY1839" fmla="*/ 2545057 h 2767298"/>
              <a:gd name="connsiteX1840" fmla="*/ 3504764 w 4752801"/>
              <a:gd name="connsiteY1840" fmla="*/ 2553153 h 2767298"/>
              <a:gd name="connsiteX1841" fmla="*/ 3504764 w 4752801"/>
              <a:gd name="connsiteY1841" fmla="*/ 2554367 h 2767298"/>
              <a:gd name="connsiteX1842" fmla="*/ 3500311 w 4752801"/>
              <a:gd name="connsiteY1842" fmla="*/ 2562464 h 2767298"/>
              <a:gd name="connsiteX1843" fmla="*/ 3499097 w 4752801"/>
              <a:gd name="connsiteY1843" fmla="*/ 2563273 h 2767298"/>
              <a:gd name="connsiteX1844" fmla="*/ 3489786 w 4752801"/>
              <a:gd name="connsiteY1844" fmla="*/ 2563273 h 2767298"/>
              <a:gd name="connsiteX1845" fmla="*/ 3488572 w 4752801"/>
              <a:gd name="connsiteY1845" fmla="*/ 2562464 h 2767298"/>
              <a:gd name="connsiteX1846" fmla="*/ 3484119 w 4752801"/>
              <a:gd name="connsiteY1846" fmla="*/ 2554367 h 2767298"/>
              <a:gd name="connsiteX1847" fmla="*/ 3484119 w 4752801"/>
              <a:gd name="connsiteY1847" fmla="*/ 2553153 h 2767298"/>
              <a:gd name="connsiteX1848" fmla="*/ 3488572 w 4752801"/>
              <a:gd name="connsiteY1848" fmla="*/ 2545057 h 2767298"/>
              <a:gd name="connsiteX1849" fmla="*/ 3489786 w 4752801"/>
              <a:gd name="connsiteY1849" fmla="*/ 2544247 h 2767298"/>
              <a:gd name="connsiteX1850" fmla="*/ 3650902 w 4752801"/>
              <a:gd name="connsiteY1850" fmla="*/ 2543842 h 2767298"/>
              <a:gd name="connsiteX1851" fmla="*/ 3661831 w 4752801"/>
              <a:gd name="connsiteY1851" fmla="*/ 2543842 h 2767298"/>
              <a:gd name="connsiteX1852" fmla="*/ 3663046 w 4752801"/>
              <a:gd name="connsiteY1852" fmla="*/ 2544247 h 2767298"/>
              <a:gd name="connsiteX1853" fmla="*/ 3668713 w 4752801"/>
              <a:gd name="connsiteY1853" fmla="*/ 2553558 h 2767298"/>
              <a:gd name="connsiteX1854" fmla="*/ 3668713 w 4752801"/>
              <a:gd name="connsiteY1854" fmla="*/ 2554772 h 2767298"/>
              <a:gd name="connsiteX1855" fmla="*/ 3663046 w 4752801"/>
              <a:gd name="connsiteY1855" fmla="*/ 2564083 h 2767298"/>
              <a:gd name="connsiteX1856" fmla="*/ 3661831 w 4752801"/>
              <a:gd name="connsiteY1856" fmla="*/ 2564488 h 2767298"/>
              <a:gd name="connsiteX1857" fmla="*/ 3650902 w 4752801"/>
              <a:gd name="connsiteY1857" fmla="*/ 2564488 h 2767298"/>
              <a:gd name="connsiteX1858" fmla="*/ 3649687 w 4752801"/>
              <a:gd name="connsiteY1858" fmla="*/ 2564083 h 2767298"/>
              <a:gd name="connsiteX1859" fmla="*/ 3644020 w 4752801"/>
              <a:gd name="connsiteY1859" fmla="*/ 2554772 h 2767298"/>
              <a:gd name="connsiteX1860" fmla="*/ 3644020 w 4752801"/>
              <a:gd name="connsiteY1860" fmla="*/ 2553558 h 2767298"/>
              <a:gd name="connsiteX1861" fmla="*/ 3649687 w 4752801"/>
              <a:gd name="connsiteY1861" fmla="*/ 2544247 h 2767298"/>
              <a:gd name="connsiteX1862" fmla="*/ 3650902 w 4752801"/>
              <a:gd name="connsiteY1862" fmla="*/ 2543842 h 2767298"/>
              <a:gd name="connsiteX1863" fmla="*/ 3610421 w 4752801"/>
              <a:gd name="connsiteY1863" fmla="*/ 2543437 h 2767298"/>
              <a:gd name="connsiteX1864" fmla="*/ 3621755 w 4752801"/>
              <a:gd name="connsiteY1864" fmla="*/ 2543437 h 2767298"/>
              <a:gd name="connsiteX1865" fmla="*/ 3622970 w 4752801"/>
              <a:gd name="connsiteY1865" fmla="*/ 2543842 h 2767298"/>
              <a:gd name="connsiteX1866" fmla="*/ 3628637 w 4752801"/>
              <a:gd name="connsiteY1866" fmla="*/ 2553557 h 2767298"/>
              <a:gd name="connsiteX1867" fmla="*/ 3628637 w 4752801"/>
              <a:gd name="connsiteY1867" fmla="*/ 2554772 h 2767298"/>
              <a:gd name="connsiteX1868" fmla="*/ 3622970 w 4752801"/>
              <a:gd name="connsiteY1868" fmla="*/ 2564487 h 2767298"/>
              <a:gd name="connsiteX1869" fmla="*/ 3621755 w 4752801"/>
              <a:gd name="connsiteY1869" fmla="*/ 2564892 h 2767298"/>
              <a:gd name="connsiteX1870" fmla="*/ 3610421 w 4752801"/>
              <a:gd name="connsiteY1870" fmla="*/ 2564892 h 2767298"/>
              <a:gd name="connsiteX1871" fmla="*/ 3609206 w 4752801"/>
              <a:gd name="connsiteY1871" fmla="*/ 2564487 h 2767298"/>
              <a:gd name="connsiteX1872" fmla="*/ 3603539 w 4752801"/>
              <a:gd name="connsiteY1872" fmla="*/ 2554772 h 2767298"/>
              <a:gd name="connsiteX1873" fmla="*/ 3603539 w 4752801"/>
              <a:gd name="connsiteY1873" fmla="*/ 2553557 h 2767298"/>
              <a:gd name="connsiteX1874" fmla="*/ 3609206 w 4752801"/>
              <a:gd name="connsiteY1874" fmla="*/ 2543842 h 2767298"/>
              <a:gd name="connsiteX1875" fmla="*/ 3610421 w 4752801"/>
              <a:gd name="connsiteY1875" fmla="*/ 2543437 h 2767298"/>
              <a:gd name="connsiteX1876" fmla="*/ 3569939 w 4752801"/>
              <a:gd name="connsiteY1876" fmla="*/ 2543437 h 2767298"/>
              <a:gd name="connsiteX1877" fmla="*/ 3581273 w 4752801"/>
              <a:gd name="connsiteY1877" fmla="*/ 2543437 h 2767298"/>
              <a:gd name="connsiteX1878" fmla="*/ 3582488 w 4752801"/>
              <a:gd name="connsiteY1878" fmla="*/ 2543842 h 2767298"/>
              <a:gd name="connsiteX1879" fmla="*/ 3588155 w 4752801"/>
              <a:gd name="connsiteY1879" fmla="*/ 2553557 h 2767298"/>
              <a:gd name="connsiteX1880" fmla="*/ 3588155 w 4752801"/>
              <a:gd name="connsiteY1880" fmla="*/ 2554772 h 2767298"/>
              <a:gd name="connsiteX1881" fmla="*/ 3582488 w 4752801"/>
              <a:gd name="connsiteY1881" fmla="*/ 2564487 h 2767298"/>
              <a:gd name="connsiteX1882" fmla="*/ 3581273 w 4752801"/>
              <a:gd name="connsiteY1882" fmla="*/ 2564892 h 2767298"/>
              <a:gd name="connsiteX1883" fmla="*/ 3569939 w 4752801"/>
              <a:gd name="connsiteY1883" fmla="*/ 2564892 h 2767298"/>
              <a:gd name="connsiteX1884" fmla="*/ 3568724 w 4752801"/>
              <a:gd name="connsiteY1884" fmla="*/ 2564487 h 2767298"/>
              <a:gd name="connsiteX1885" fmla="*/ 3563057 w 4752801"/>
              <a:gd name="connsiteY1885" fmla="*/ 2554772 h 2767298"/>
              <a:gd name="connsiteX1886" fmla="*/ 3563057 w 4752801"/>
              <a:gd name="connsiteY1886" fmla="*/ 2553557 h 2767298"/>
              <a:gd name="connsiteX1887" fmla="*/ 3568724 w 4752801"/>
              <a:gd name="connsiteY1887" fmla="*/ 2543842 h 2767298"/>
              <a:gd name="connsiteX1888" fmla="*/ 3569939 w 4752801"/>
              <a:gd name="connsiteY1888" fmla="*/ 2543437 h 2767298"/>
              <a:gd name="connsiteX1889" fmla="*/ 3691383 w 4752801"/>
              <a:gd name="connsiteY1889" fmla="*/ 2543032 h 2767298"/>
              <a:gd name="connsiteX1890" fmla="*/ 3702312 w 4752801"/>
              <a:gd name="connsiteY1890" fmla="*/ 2543032 h 2767298"/>
              <a:gd name="connsiteX1891" fmla="*/ 3703527 w 4752801"/>
              <a:gd name="connsiteY1891" fmla="*/ 2543437 h 2767298"/>
              <a:gd name="connsiteX1892" fmla="*/ 3709194 w 4752801"/>
              <a:gd name="connsiteY1892" fmla="*/ 2553152 h 2767298"/>
              <a:gd name="connsiteX1893" fmla="*/ 3709194 w 4752801"/>
              <a:gd name="connsiteY1893" fmla="*/ 2554367 h 2767298"/>
              <a:gd name="connsiteX1894" fmla="*/ 3703527 w 4752801"/>
              <a:gd name="connsiteY1894" fmla="*/ 2564082 h 2767298"/>
              <a:gd name="connsiteX1895" fmla="*/ 3702312 w 4752801"/>
              <a:gd name="connsiteY1895" fmla="*/ 2564892 h 2767298"/>
              <a:gd name="connsiteX1896" fmla="*/ 3691383 w 4752801"/>
              <a:gd name="connsiteY1896" fmla="*/ 2564892 h 2767298"/>
              <a:gd name="connsiteX1897" fmla="*/ 3690168 w 4752801"/>
              <a:gd name="connsiteY1897" fmla="*/ 2564082 h 2767298"/>
              <a:gd name="connsiteX1898" fmla="*/ 3684501 w 4752801"/>
              <a:gd name="connsiteY1898" fmla="*/ 2554367 h 2767298"/>
              <a:gd name="connsiteX1899" fmla="*/ 3684501 w 4752801"/>
              <a:gd name="connsiteY1899" fmla="*/ 2553152 h 2767298"/>
              <a:gd name="connsiteX1900" fmla="*/ 3690168 w 4752801"/>
              <a:gd name="connsiteY1900" fmla="*/ 2543437 h 2767298"/>
              <a:gd name="connsiteX1901" fmla="*/ 3691383 w 4752801"/>
              <a:gd name="connsiteY1901" fmla="*/ 2543032 h 2767298"/>
              <a:gd name="connsiteX1902" fmla="*/ 3529053 w 4752801"/>
              <a:gd name="connsiteY1902" fmla="*/ 2542223 h 2767298"/>
              <a:gd name="connsiteX1903" fmla="*/ 3541198 w 4752801"/>
              <a:gd name="connsiteY1903" fmla="*/ 2542223 h 2767298"/>
              <a:gd name="connsiteX1904" fmla="*/ 3542412 w 4752801"/>
              <a:gd name="connsiteY1904" fmla="*/ 2543033 h 2767298"/>
              <a:gd name="connsiteX1905" fmla="*/ 3548484 w 4752801"/>
              <a:gd name="connsiteY1905" fmla="*/ 2553558 h 2767298"/>
              <a:gd name="connsiteX1906" fmla="*/ 3548484 w 4752801"/>
              <a:gd name="connsiteY1906" fmla="*/ 2554772 h 2767298"/>
              <a:gd name="connsiteX1907" fmla="*/ 3542412 w 4752801"/>
              <a:gd name="connsiteY1907" fmla="*/ 2565297 h 2767298"/>
              <a:gd name="connsiteX1908" fmla="*/ 3541198 w 4752801"/>
              <a:gd name="connsiteY1908" fmla="*/ 2566107 h 2767298"/>
              <a:gd name="connsiteX1909" fmla="*/ 3529053 w 4752801"/>
              <a:gd name="connsiteY1909" fmla="*/ 2566107 h 2767298"/>
              <a:gd name="connsiteX1910" fmla="*/ 3527839 w 4752801"/>
              <a:gd name="connsiteY1910" fmla="*/ 2565297 h 2767298"/>
              <a:gd name="connsiteX1911" fmla="*/ 3521767 w 4752801"/>
              <a:gd name="connsiteY1911" fmla="*/ 2554772 h 2767298"/>
              <a:gd name="connsiteX1912" fmla="*/ 3521767 w 4752801"/>
              <a:gd name="connsiteY1912" fmla="*/ 2553558 h 2767298"/>
              <a:gd name="connsiteX1913" fmla="*/ 3527839 w 4752801"/>
              <a:gd name="connsiteY1913" fmla="*/ 2543033 h 2767298"/>
              <a:gd name="connsiteX1914" fmla="*/ 3529053 w 4752801"/>
              <a:gd name="connsiteY1914" fmla="*/ 2542223 h 2767298"/>
              <a:gd name="connsiteX1915" fmla="*/ 4666576 w 4752801"/>
              <a:gd name="connsiteY1915" fmla="*/ 2510242 h 2767298"/>
              <a:gd name="connsiteX1916" fmla="*/ 4670624 w 4752801"/>
              <a:gd name="connsiteY1916" fmla="*/ 2510242 h 2767298"/>
              <a:gd name="connsiteX1917" fmla="*/ 4672648 w 4752801"/>
              <a:gd name="connsiteY1917" fmla="*/ 2513480 h 2767298"/>
              <a:gd name="connsiteX1918" fmla="*/ 4670624 w 4752801"/>
              <a:gd name="connsiteY1918" fmla="*/ 2516719 h 2767298"/>
              <a:gd name="connsiteX1919" fmla="*/ 4666576 w 4752801"/>
              <a:gd name="connsiteY1919" fmla="*/ 2516719 h 2767298"/>
              <a:gd name="connsiteX1920" fmla="*/ 4664552 w 4752801"/>
              <a:gd name="connsiteY1920" fmla="*/ 2513480 h 2767298"/>
              <a:gd name="connsiteX1921" fmla="*/ 4626095 w 4752801"/>
              <a:gd name="connsiteY1921" fmla="*/ 2510242 h 2767298"/>
              <a:gd name="connsiteX1922" fmla="*/ 4630143 w 4752801"/>
              <a:gd name="connsiteY1922" fmla="*/ 2510242 h 2767298"/>
              <a:gd name="connsiteX1923" fmla="*/ 4632167 w 4752801"/>
              <a:gd name="connsiteY1923" fmla="*/ 2513480 h 2767298"/>
              <a:gd name="connsiteX1924" fmla="*/ 4630143 w 4752801"/>
              <a:gd name="connsiteY1924" fmla="*/ 2516719 h 2767298"/>
              <a:gd name="connsiteX1925" fmla="*/ 4626095 w 4752801"/>
              <a:gd name="connsiteY1925" fmla="*/ 2516719 h 2767298"/>
              <a:gd name="connsiteX1926" fmla="*/ 4624071 w 4752801"/>
              <a:gd name="connsiteY1926" fmla="*/ 2513480 h 2767298"/>
              <a:gd name="connsiteX1927" fmla="*/ 4504651 w 4752801"/>
              <a:gd name="connsiteY1927" fmla="*/ 2510242 h 2767298"/>
              <a:gd name="connsiteX1928" fmla="*/ 4508699 w 4752801"/>
              <a:gd name="connsiteY1928" fmla="*/ 2510242 h 2767298"/>
              <a:gd name="connsiteX1929" fmla="*/ 4510723 w 4752801"/>
              <a:gd name="connsiteY1929" fmla="*/ 2513480 h 2767298"/>
              <a:gd name="connsiteX1930" fmla="*/ 4508699 w 4752801"/>
              <a:gd name="connsiteY1930" fmla="*/ 2516719 h 2767298"/>
              <a:gd name="connsiteX1931" fmla="*/ 4504651 w 4752801"/>
              <a:gd name="connsiteY1931" fmla="*/ 2516719 h 2767298"/>
              <a:gd name="connsiteX1932" fmla="*/ 4502627 w 4752801"/>
              <a:gd name="connsiteY1932" fmla="*/ 2513480 h 2767298"/>
              <a:gd name="connsiteX1933" fmla="*/ 4423688 w 4752801"/>
              <a:gd name="connsiteY1933" fmla="*/ 2510242 h 2767298"/>
              <a:gd name="connsiteX1934" fmla="*/ 4427332 w 4752801"/>
              <a:gd name="connsiteY1934" fmla="*/ 2510242 h 2767298"/>
              <a:gd name="connsiteX1935" fmla="*/ 4428951 w 4752801"/>
              <a:gd name="connsiteY1935" fmla="*/ 2513480 h 2767298"/>
              <a:gd name="connsiteX1936" fmla="*/ 4427332 w 4752801"/>
              <a:gd name="connsiteY1936" fmla="*/ 2516719 h 2767298"/>
              <a:gd name="connsiteX1937" fmla="*/ 4423688 w 4752801"/>
              <a:gd name="connsiteY1937" fmla="*/ 2516719 h 2767298"/>
              <a:gd name="connsiteX1938" fmla="*/ 4422069 w 4752801"/>
              <a:gd name="connsiteY1938" fmla="*/ 2513480 h 2767298"/>
              <a:gd name="connsiteX1939" fmla="*/ 4302244 w 4752801"/>
              <a:gd name="connsiteY1939" fmla="*/ 2510242 h 2767298"/>
              <a:gd name="connsiteX1940" fmla="*/ 4305888 w 4752801"/>
              <a:gd name="connsiteY1940" fmla="*/ 2510242 h 2767298"/>
              <a:gd name="connsiteX1941" fmla="*/ 4307507 w 4752801"/>
              <a:gd name="connsiteY1941" fmla="*/ 2513480 h 2767298"/>
              <a:gd name="connsiteX1942" fmla="*/ 4305888 w 4752801"/>
              <a:gd name="connsiteY1942" fmla="*/ 2516719 h 2767298"/>
              <a:gd name="connsiteX1943" fmla="*/ 4302244 w 4752801"/>
              <a:gd name="connsiteY1943" fmla="*/ 2516719 h 2767298"/>
              <a:gd name="connsiteX1944" fmla="*/ 4300625 w 4752801"/>
              <a:gd name="connsiteY1944" fmla="*/ 2513480 h 2767298"/>
              <a:gd name="connsiteX1945" fmla="*/ 4262168 w 4752801"/>
              <a:gd name="connsiteY1945" fmla="*/ 2510242 h 2767298"/>
              <a:gd name="connsiteX1946" fmla="*/ 4265811 w 4752801"/>
              <a:gd name="connsiteY1946" fmla="*/ 2510242 h 2767298"/>
              <a:gd name="connsiteX1947" fmla="*/ 4267836 w 4752801"/>
              <a:gd name="connsiteY1947" fmla="*/ 2513480 h 2767298"/>
              <a:gd name="connsiteX1948" fmla="*/ 4265811 w 4752801"/>
              <a:gd name="connsiteY1948" fmla="*/ 2516719 h 2767298"/>
              <a:gd name="connsiteX1949" fmla="*/ 4262168 w 4752801"/>
              <a:gd name="connsiteY1949" fmla="*/ 2516719 h 2767298"/>
              <a:gd name="connsiteX1950" fmla="*/ 4260144 w 4752801"/>
              <a:gd name="connsiteY1950" fmla="*/ 2513480 h 2767298"/>
              <a:gd name="connsiteX1951" fmla="*/ 4181206 w 4752801"/>
              <a:gd name="connsiteY1951" fmla="*/ 2510242 h 2767298"/>
              <a:gd name="connsiteX1952" fmla="*/ 4184849 w 4752801"/>
              <a:gd name="connsiteY1952" fmla="*/ 2510242 h 2767298"/>
              <a:gd name="connsiteX1953" fmla="*/ 4186874 w 4752801"/>
              <a:gd name="connsiteY1953" fmla="*/ 2513480 h 2767298"/>
              <a:gd name="connsiteX1954" fmla="*/ 4184849 w 4752801"/>
              <a:gd name="connsiteY1954" fmla="*/ 2516719 h 2767298"/>
              <a:gd name="connsiteX1955" fmla="*/ 4181206 w 4752801"/>
              <a:gd name="connsiteY1955" fmla="*/ 2516719 h 2767298"/>
              <a:gd name="connsiteX1956" fmla="*/ 4179182 w 4752801"/>
              <a:gd name="connsiteY1956" fmla="*/ 2513480 h 2767298"/>
              <a:gd name="connsiteX1957" fmla="*/ 4585613 w 4752801"/>
              <a:gd name="connsiteY1957" fmla="*/ 2509838 h 2767298"/>
              <a:gd name="connsiteX1958" fmla="*/ 4589661 w 4752801"/>
              <a:gd name="connsiteY1958" fmla="*/ 2509838 h 2767298"/>
              <a:gd name="connsiteX1959" fmla="*/ 4591685 w 4752801"/>
              <a:gd name="connsiteY1959" fmla="*/ 2513481 h 2767298"/>
              <a:gd name="connsiteX1960" fmla="*/ 4589661 w 4752801"/>
              <a:gd name="connsiteY1960" fmla="*/ 2517125 h 2767298"/>
              <a:gd name="connsiteX1961" fmla="*/ 4585613 w 4752801"/>
              <a:gd name="connsiteY1961" fmla="*/ 2517125 h 2767298"/>
              <a:gd name="connsiteX1962" fmla="*/ 4583589 w 4752801"/>
              <a:gd name="connsiteY1962" fmla="*/ 2513481 h 2767298"/>
              <a:gd name="connsiteX1963" fmla="*/ 4544728 w 4752801"/>
              <a:gd name="connsiteY1963" fmla="*/ 2509838 h 2767298"/>
              <a:gd name="connsiteX1964" fmla="*/ 4549181 w 4752801"/>
              <a:gd name="connsiteY1964" fmla="*/ 2509838 h 2767298"/>
              <a:gd name="connsiteX1965" fmla="*/ 4551205 w 4752801"/>
              <a:gd name="connsiteY1965" fmla="*/ 2513481 h 2767298"/>
              <a:gd name="connsiteX1966" fmla="*/ 4549181 w 4752801"/>
              <a:gd name="connsiteY1966" fmla="*/ 2517125 h 2767298"/>
              <a:gd name="connsiteX1967" fmla="*/ 4544728 w 4752801"/>
              <a:gd name="connsiteY1967" fmla="*/ 2517125 h 2767298"/>
              <a:gd name="connsiteX1968" fmla="*/ 4542704 w 4752801"/>
              <a:gd name="connsiteY1968" fmla="*/ 2513481 h 2767298"/>
              <a:gd name="connsiteX1969" fmla="*/ 4464170 w 4752801"/>
              <a:gd name="connsiteY1969" fmla="*/ 2509838 h 2767298"/>
              <a:gd name="connsiteX1970" fmla="*/ 4468218 w 4752801"/>
              <a:gd name="connsiteY1970" fmla="*/ 2509838 h 2767298"/>
              <a:gd name="connsiteX1971" fmla="*/ 4470242 w 4752801"/>
              <a:gd name="connsiteY1971" fmla="*/ 2513481 h 2767298"/>
              <a:gd name="connsiteX1972" fmla="*/ 4468218 w 4752801"/>
              <a:gd name="connsiteY1972" fmla="*/ 2517125 h 2767298"/>
              <a:gd name="connsiteX1973" fmla="*/ 4464170 w 4752801"/>
              <a:gd name="connsiteY1973" fmla="*/ 2517125 h 2767298"/>
              <a:gd name="connsiteX1974" fmla="*/ 4462146 w 4752801"/>
              <a:gd name="connsiteY1974" fmla="*/ 2513481 h 2767298"/>
              <a:gd name="connsiteX1975" fmla="*/ 4342726 w 4752801"/>
              <a:gd name="connsiteY1975" fmla="*/ 2509838 h 2767298"/>
              <a:gd name="connsiteX1976" fmla="*/ 4346774 w 4752801"/>
              <a:gd name="connsiteY1976" fmla="*/ 2509838 h 2767298"/>
              <a:gd name="connsiteX1977" fmla="*/ 4348798 w 4752801"/>
              <a:gd name="connsiteY1977" fmla="*/ 2513481 h 2767298"/>
              <a:gd name="connsiteX1978" fmla="*/ 4346774 w 4752801"/>
              <a:gd name="connsiteY1978" fmla="*/ 2517125 h 2767298"/>
              <a:gd name="connsiteX1979" fmla="*/ 4342726 w 4752801"/>
              <a:gd name="connsiteY1979" fmla="*/ 2517125 h 2767298"/>
              <a:gd name="connsiteX1980" fmla="*/ 4340702 w 4752801"/>
              <a:gd name="connsiteY1980" fmla="*/ 2513481 h 2767298"/>
              <a:gd name="connsiteX1981" fmla="*/ 4221282 w 4752801"/>
              <a:gd name="connsiteY1981" fmla="*/ 2509838 h 2767298"/>
              <a:gd name="connsiteX1982" fmla="*/ 4225330 w 4752801"/>
              <a:gd name="connsiteY1982" fmla="*/ 2509838 h 2767298"/>
              <a:gd name="connsiteX1983" fmla="*/ 4227354 w 4752801"/>
              <a:gd name="connsiteY1983" fmla="*/ 2513481 h 2767298"/>
              <a:gd name="connsiteX1984" fmla="*/ 4225330 w 4752801"/>
              <a:gd name="connsiteY1984" fmla="*/ 2517125 h 2767298"/>
              <a:gd name="connsiteX1985" fmla="*/ 4221282 w 4752801"/>
              <a:gd name="connsiteY1985" fmla="*/ 2517125 h 2767298"/>
              <a:gd name="connsiteX1986" fmla="*/ 4219258 w 4752801"/>
              <a:gd name="connsiteY1986" fmla="*/ 2513481 h 2767298"/>
              <a:gd name="connsiteX1987" fmla="*/ 4140320 w 4752801"/>
              <a:gd name="connsiteY1987" fmla="*/ 2509838 h 2767298"/>
              <a:gd name="connsiteX1988" fmla="*/ 4144368 w 4752801"/>
              <a:gd name="connsiteY1988" fmla="*/ 2509838 h 2767298"/>
              <a:gd name="connsiteX1989" fmla="*/ 4146392 w 4752801"/>
              <a:gd name="connsiteY1989" fmla="*/ 2513481 h 2767298"/>
              <a:gd name="connsiteX1990" fmla="*/ 4144368 w 4752801"/>
              <a:gd name="connsiteY1990" fmla="*/ 2517125 h 2767298"/>
              <a:gd name="connsiteX1991" fmla="*/ 4140320 w 4752801"/>
              <a:gd name="connsiteY1991" fmla="*/ 2517125 h 2767298"/>
              <a:gd name="connsiteX1992" fmla="*/ 4138296 w 4752801"/>
              <a:gd name="connsiteY1992" fmla="*/ 2513481 h 2767298"/>
              <a:gd name="connsiteX1993" fmla="*/ 4382802 w 4752801"/>
              <a:gd name="connsiteY1993" fmla="*/ 2509433 h 2767298"/>
              <a:gd name="connsiteX1994" fmla="*/ 4387660 w 4752801"/>
              <a:gd name="connsiteY1994" fmla="*/ 2509433 h 2767298"/>
              <a:gd name="connsiteX1995" fmla="*/ 4390089 w 4752801"/>
              <a:gd name="connsiteY1995" fmla="*/ 2513481 h 2767298"/>
              <a:gd name="connsiteX1996" fmla="*/ 4387660 w 4752801"/>
              <a:gd name="connsiteY1996" fmla="*/ 2517529 h 2767298"/>
              <a:gd name="connsiteX1997" fmla="*/ 4382802 w 4752801"/>
              <a:gd name="connsiteY1997" fmla="*/ 2517529 h 2767298"/>
              <a:gd name="connsiteX1998" fmla="*/ 4380373 w 4752801"/>
              <a:gd name="connsiteY1998" fmla="*/ 2513481 h 2767298"/>
              <a:gd name="connsiteX1999" fmla="*/ 4099839 w 4752801"/>
              <a:gd name="connsiteY1999" fmla="*/ 2509433 h 2767298"/>
              <a:gd name="connsiteX2000" fmla="*/ 4104292 w 4752801"/>
              <a:gd name="connsiteY2000" fmla="*/ 2509433 h 2767298"/>
              <a:gd name="connsiteX2001" fmla="*/ 4106720 w 4752801"/>
              <a:gd name="connsiteY2001" fmla="*/ 2513481 h 2767298"/>
              <a:gd name="connsiteX2002" fmla="*/ 4104292 w 4752801"/>
              <a:gd name="connsiteY2002" fmla="*/ 2517529 h 2767298"/>
              <a:gd name="connsiteX2003" fmla="*/ 4099839 w 4752801"/>
              <a:gd name="connsiteY2003" fmla="*/ 2517529 h 2767298"/>
              <a:gd name="connsiteX2004" fmla="*/ 4097410 w 4752801"/>
              <a:gd name="connsiteY2004" fmla="*/ 2513481 h 2767298"/>
              <a:gd name="connsiteX2005" fmla="*/ 4018471 w 4752801"/>
              <a:gd name="connsiteY2005" fmla="*/ 2509028 h 2767298"/>
              <a:gd name="connsiteX2006" fmla="*/ 4022924 w 4752801"/>
              <a:gd name="connsiteY2006" fmla="*/ 2509028 h 2767298"/>
              <a:gd name="connsiteX2007" fmla="*/ 4024138 w 4752801"/>
              <a:gd name="connsiteY2007" fmla="*/ 2509433 h 2767298"/>
              <a:gd name="connsiteX2008" fmla="*/ 4026162 w 4752801"/>
              <a:gd name="connsiteY2008" fmla="*/ 2513076 h 2767298"/>
              <a:gd name="connsiteX2009" fmla="*/ 4026162 w 4752801"/>
              <a:gd name="connsiteY2009" fmla="*/ 2514291 h 2767298"/>
              <a:gd name="connsiteX2010" fmla="*/ 4024138 w 4752801"/>
              <a:gd name="connsiteY2010" fmla="*/ 2517934 h 2767298"/>
              <a:gd name="connsiteX2011" fmla="*/ 4022924 w 4752801"/>
              <a:gd name="connsiteY2011" fmla="*/ 2518339 h 2767298"/>
              <a:gd name="connsiteX2012" fmla="*/ 4018471 w 4752801"/>
              <a:gd name="connsiteY2012" fmla="*/ 2518339 h 2767298"/>
              <a:gd name="connsiteX2013" fmla="*/ 4017257 w 4752801"/>
              <a:gd name="connsiteY2013" fmla="*/ 2517934 h 2767298"/>
              <a:gd name="connsiteX2014" fmla="*/ 4015233 w 4752801"/>
              <a:gd name="connsiteY2014" fmla="*/ 2514291 h 2767298"/>
              <a:gd name="connsiteX2015" fmla="*/ 4015233 w 4752801"/>
              <a:gd name="connsiteY2015" fmla="*/ 2513076 h 2767298"/>
              <a:gd name="connsiteX2016" fmla="*/ 4017257 w 4752801"/>
              <a:gd name="connsiteY2016" fmla="*/ 2509433 h 2767298"/>
              <a:gd name="connsiteX2017" fmla="*/ 4018471 w 4752801"/>
              <a:gd name="connsiteY2017" fmla="*/ 2509028 h 2767298"/>
              <a:gd name="connsiteX2018" fmla="*/ 4058952 w 4752801"/>
              <a:gd name="connsiteY2018" fmla="*/ 2508623 h 2767298"/>
              <a:gd name="connsiteX2019" fmla="*/ 4063405 w 4752801"/>
              <a:gd name="connsiteY2019" fmla="*/ 2508623 h 2767298"/>
              <a:gd name="connsiteX2020" fmla="*/ 4064619 w 4752801"/>
              <a:gd name="connsiteY2020" fmla="*/ 2509432 h 2767298"/>
              <a:gd name="connsiteX2021" fmla="*/ 4066643 w 4752801"/>
              <a:gd name="connsiteY2021" fmla="*/ 2513076 h 2767298"/>
              <a:gd name="connsiteX2022" fmla="*/ 4066643 w 4752801"/>
              <a:gd name="connsiteY2022" fmla="*/ 2514290 h 2767298"/>
              <a:gd name="connsiteX2023" fmla="*/ 4064619 w 4752801"/>
              <a:gd name="connsiteY2023" fmla="*/ 2517934 h 2767298"/>
              <a:gd name="connsiteX2024" fmla="*/ 4063405 w 4752801"/>
              <a:gd name="connsiteY2024" fmla="*/ 2518338 h 2767298"/>
              <a:gd name="connsiteX2025" fmla="*/ 4058952 w 4752801"/>
              <a:gd name="connsiteY2025" fmla="*/ 2518338 h 2767298"/>
              <a:gd name="connsiteX2026" fmla="*/ 4057738 w 4752801"/>
              <a:gd name="connsiteY2026" fmla="*/ 2517934 h 2767298"/>
              <a:gd name="connsiteX2027" fmla="*/ 4055714 w 4752801"/>
              <a:gd name="connsiteY2027" fmla="*/ 2514290 h 2767298"/>
              <a:gd name="connsiteX2028" fmla="*/ 4055714 w 4752801"/>
              <a:gd name="connsiteY2028" fmla="*/ 2513076 h 2767298"/>
              <a:gd name="connsiteX2029" fmla="*/ 4057738 w 4752801"/>
              <a:gd name="connsiteY2029" fmla="*/ 2509432 h 2767298"/>
              <a:gd name="connsiteX2030" fmla="*/ 4058952 w 4752801"/>
              <a:gd name="connsiteY2030" fmla="*/ 2508623 h 2767298"/>
              <a:gd name="connsiteX2031" fmla="*/ 3937509 w 4752801"/>
              <a:gd name="connsiteY2031" fmla="*/ 2508623 h 2767298"/>
              <a:gd name="connsiteX2032" fmla="*/ 3942366 w 4752801"/>
              <a:gd name="connsiteY2032" fmla="*/ 2508623 h 2767298"/>
              <a:gd name="connsiteX2033" fmla="*/ 3943581 w 4752801"/>
              <a:gd name="connsiteY2033" fmla="*/ 2509028 h 2767298"/>
              <a:gd name="connsiteX2034" fmla="*/ 3946010 w 4752801"/>
              <a:gd name="connsiteY2034" fmla="*/ 2513076 h 2767298"/>
              <a:gd name="connsiteX2035" fmla="*/ 3946010 w 4752801"/>
              <a:gd name="connsiteY2035" fmla="*/ 2514290 h 2767298"/>
              <a:gd name="connsiteX2036" fmla="*/ 3943581 w 4752801"/>
              <a:gd name="connsiteY2036" fmla="*/ 2518338 h 2767298"/>
              <a:gd name="connsiteX2037" fmla="*/ 3942366 w 4752801"/>
              <a:gd name="connsiteY2037" fmla="*/ 2519148 h 2767298"/>
              <a:gd name="connsiteX2038" fmla="*/ 3937509 w 4752801"/>
              <a:gd name="connsiteY2038" fmla="*/ 2519148 h 2767298"/>
              <a:gd name="connsiteX2039" fmla="*/ 3936294 w 4752801"/>
              <a:gd name="connsiteY2039" fmla="*/ 2518338 h 2767298"/>
              <a:gd name="connsiteX2040" fmla="*/ 3933866 w 4752801"/>
              <a:gd name="connsiteY2040" fmla="*/ 2514290 h 2767298"/>
              <a:gd name="connsiteX2041" fmla="*/ 3933866 w 4752801"/>
              <a:gd name="connsiteY2041" fmla="*/ 2513076 h 2767298"/>
              <a:gd name="connsiteX2042" fmla="*/ 3936294 w 4752801"/>
              <a:gd name="connsiteY2042" fmla="*/ 2509028 h 2767298"/>
              <a:gd name="connsiteX2043" fmla="*/ 3937509 w 4752801"/>
              <a:gd name="connsiteY2043" fmla="*/ 2508623 h 2767298"/>
              <a:gd name="connsiteX2044" fmla="*/ 3977585 w 4752801"/>
              <a:gd name="connsiteY2044" fmla="*/ 2508218 h 2767298"/>
              <a:gd name="connsiteX2045" fmla="*/ 3982443 w 4752801"/>
              <a:gd name="connsiteY2045" fmla="*/ 2508218 h 2767298"/>
              <a:gd name="connsiteX2046" fmla="*/ 3983657 w 4752801"/>
              <a:gd name="connsiteY2046" fmla="*/ 2509028 h 2767298"/>
              <a:gd name="connsiteX2047" fmla="*/ 3986086 w 4752801"/>
              <a:gd name="connsiteY2047" fmla="*/ 2513076 h 2767298"/>
              <a:gd name="connsiteX2048" fmla="*/ 3986086 w 4752801"/>
              <a:gd name="connsiteY2048" fmla="*/ 2514290 h 2767298"/>
              <a:gd name="connsiteX2049" fmla="*/ 3983657 w 4752801"/>
              <a:gd name="connsiteY2049" fmla="*/ 2518338 h 2767298"/>
              <a:gd name="connsiteX2050" fmla="*/ 3982443 w 4752801"/>
              <a:gd name="connsiteY2050" fmla="*/ 2518338 h 2767298"/>
              <a:gd name="connsiteX2051" fmla="*/ 3977585 w 4752801"/>
              <a:gd name="connsiteY2051" fmla="*/ 2518338 h 2767298"/>
              <a:gd name="connsiteX2052" fmla="*/ 3976371 w 4752801"/>
              <a:gd name="connsiteY2052" fmla="*/ 2517934 h 2767298"/>
              <a:gd name="connsiteX2053" fmla="*/ 3973942 w 4752801"/>
              <a:gd name="connsiteY2053" fmla="*/ 2513885 h 2767298"/>
              <a:gd name="connsiteX2054" fmla="*/ 3973942 w 4752801"/>
              <a:gd name="connsiteY2054" fmla="*/ 2512671 h 2767298"/>
              <a:gd name="connsiteX2055" fmla="*/ 3976371 w 4752801"/>
              <a:gd name="connsiteY2055" fmla="*/ 2508623 h 2767298"/>
              <a:gd name="connsiteX2056" fmla="*/ 3977585 w 4752801"/>
              <a:gd name="connsiteY2056" fmla="*/ 2508218 h 2767298"/>
              <a:gd name="connsiteX2057" fmla="*/ 3896623 w 4752801"/>
              <a:gd name="connsiteY2057" fmla="*/ 2508218 h 2767298"/>
              <a:gd name="connsiteX2058" fmla="*/ 3901481 w 4752801"/>
              <a:gd name="connsiteY2058" fmla="*/ 2508218 h 2767298"/>
              <a:gd name="connsiteX2059" fmla="*/ 3902695 w 4752801"/>
              <a:gd name="connsiteY2059" fmla="*/ 2509028 h 2767298"/>
              <a:gd name="connsiteX2060" fmla="*/ 3905124 w 4752801"/>
              <a:gd name="connsiteY2060" fmla="*/ 2513076 h 2767298"/>
              <a:gd name="connsiteX2061" fmla="*/ 3905124 w 4752801"/>
              <a:gd name="connsiteY2061" fmla="*/ 2514290 h 2767298"/>
              <a:gd name="connsiteX2062" fmla="*/ 3902695 w 4752801"/>
              <a:gd name="connsiteY2062" fmla="*/ 2518338 h 2767298"/>
              <a:gd name="connsiteX2063" fmla="*/ 3901481 w 4752801"/>
              <a:gd name="connsiteY2063" fmla="*/ 2519148 h 2767298"/>
              <a:gd name="connsiteX2064" fmla="*/ 3896623 w 4752801"/>
              <a:gd name="connsiteY2064" fmla="*/ 2519148 h 2767298"/>
              <a:gd name="connsiteX2065" fmla="*/ 3895409 w 4752801"/>
              <a:gd name="connsiteY2065" fmla="*/ 2518338 h 2767298"/>
              <a:gd name="connsiteX2066" fmla="*/ 3892980 w 4752801"/>
              <a:gd name="connsiteY2066" fmla="*/ 2514290 h 2767298"/>
              <a:gd name="connsiteX2067" fmla="*/ 3892980 w 4752801"/>
              <a:gd name="connsiteY2067" fmla="*/ 2513076 h 2767298"/>
              <a:gd name="connsiteX2068" fmla="*/ 3895409 w 4752801"/>
              <a:gd name="connsiteY2068" fmla="*/ 2509028 h 2767298"/>
              <a:gd name="connsiteX2069" fmla="*/ 3896623 w 4752801"/>
              <a:gd name="connsiteY2069" fmla="*/ 2508218 h 2767298"/>
              <a:gd name="connsiteX2070" fmla="*/ 3856546 w 4752801"/>
              <a:gd name="connsiteY2070" fmla="*/ 2507409 h 2767298"/>
              <a:gd name="connsiteX2071" fmla="*/ 3861403 w 4752801"/>
              <a:gd name="connsiteY2071" fmla="*/ 2507409 h 2767298"/>
              <a:gd name="connsiteX2072" fmla="*/ 3862618 w 4752801"/>
              <a:gd name="connsiteY2072" fmla="*/ 2508219 h 2767298"/>
              <a:gd name="connsiteX2073" fmla="*/ 3865047 w 4752801"/>
              <a:gd name="connsiteY2073" fmla="*/ 2512672 h 2767298"/>
              <a:gd name="connsiteX2074" fmla="*/ 3865047 w 4752801"/>
              <a:gd name="connsiteY2074" fmla="*/ 2513886 h 2767298"/>
              <a:gd name="connsiteX2075" fmla="*/ 3862618 w 4752801"/>
              <a:gd name="connsiteY2075" fmla="*/ 2518339 h 2767298"/>
              <a:gd name="connsiteX2076" fmla="*/ 3861403 w 4752801"/>
              <a:gd name="connsiteY2076" fmla="*/ 2518744 h 2767298"/>
              <a:gd name="connsiteX2077" fmla="*/ 3856546 w 4752801"/>
              <a:gd name="connsiteY2077" fmla="*/ 2518744 h 2767298"/>
              <a:gd name="connsiteX2078" fmla="*/ 3855331 w 4752801"/>
              <a:gd name="connsiteY2078" fmla="*/ 2518339 h 2767298"/>
              <a:gd name="connsiteX2079" fmla="*/ 3852903 w 4752801"/>
              <a:gd name="connsiteY2079" fmla="*/ 2513886 h 2767298"/>
              <a:gd name="connsiteX2080" fmla="*/ 3852903 w 4752801"/>
              <a:gd name="connsiteY2080" fmla="*/ 2512672 h 2767298"/>
              <a:gd name="connsiteX2081" fmla="*/ 3855331 w 4752801"/>
              <a:gd name="connsiteY2081" fmla="*/ 2508219 h 2767298"/>
              <a:gd name="connsiteX2082" fmla="*/ 3856546 w 4752801"/>
              <a:gd name="connsiteY2082" fmla="*/ 2507409 h 2767298"/>
              <a:gd name="connsiteX2083" fmla="*/ 3815256 w 4752801"/>
              <a:gd name="connsiteY2083" fmla="*/ 2507409 h 2767298"/>
              <a:gd name="connsiteX2084" fmla="*/ 3820923 w 4752801"/>
              <a:gd name="connsiteY2084" fmla="*/ 2507409 h 2767298"/>
              <a:gd name="connsiteX2085" fmla="*/ 3822138 w 4752801"/>
              <a:gd name="connsiteY2085" fmla="*/ 2507814 h 2767298"/>
              <a:gd name="connsiteX2086" fmla="*/ 3824971 w 4752801"/>
              <a:gd name="connsiteY2086" fmla="*/ 2512672 h 2767298"/>
              <a:gd name="connsiteX2087" fmla="*/ 3824971 w 4752801"/>
              <a:gd name="connsiteY2087" fmla="*/ 2513886 h 2767298"/>
              <a:gd name="connsiteX2088" fmla="*/ 3822138 w 4752801"/>
              <a:gd name="connsiteY2088" fmla="*/ 2518744 h 2767298"/>
              <a:gd name="connsiteX2089" fmla="*/ 3820923 w 4752801"/>
              <a:gd name="connsiteY2089" fmla="*/ 2519553 h 2767298"/>
              <a:gd name="connsiteX2090" fmla="*/ 3815256 w 4752801"/>
              <a:gd name="connsiteY2090" fmla="*/ 2519553 h 2767298"/>
              <a:gd name="connsiteX2091" fmla="*/ 3814042 w 4752801"/>
              <a:gd name="connsiteY2091" fmla="*/ 2518744 h 2767298"/>
              <a:gd name="connsiteX2092" fmla="*/ 3811208 w 4752801"/>
              <a:gd name="connsiteY2092" fmla="*/ 2513886 h 2767298"/>
              <a:gd name="connsiteX2093" fmla="*/ 3811208 w 4752801"/>
              <a:gd name="connsiteY2093" fmla="*/ 2512672 h 2767298"/>
              <a:gd name="connsiteX2094" fmla="*/ 3814042 w 4752801"/>
              <a:gd name="connsiteY2094" fmla="*/ 2507814 h 2767298"/>
              <a:gd name="connsiteX2095" fmla="*/ 3815256 w 4752801"/>
              <a:gd name="connsiteY2095" fmla="*/ 2507409 h 2767298"/>
              <a:gd name="connsiteX2096" fmla="*/ 3774369 w 4752801"/>
              <a:gd name="connsiteY2096" fmla="*/ 2507004 h 2767298"/>
              <a:gd name="connsiteX2097" fmla="*/ 3781251 w 4752801"/>
              <a:gd name="connsiteY2097" fmla="*/ 2507004 h 2767298"/>
              <a:gd name="connsiteX2098" fmla="*/ 3782466 w 4752801"/>
              <a:gd name="connsiteY2098" fmla="*/ 2507409 h 2767298"/>
              <a:gd name="connsiteX2099" fmla="*/ 3785704 w 4752801"/>
              <a:gd name="connsiteY2099" fmla="*/ 2513076 h 2767298"/>
              <a:gd name="connsiteX2100" fmla="*/ 3785704 w 4752801"/>
              <a:gd name="connsiteY2100" fmla="*/ 2514291 h 2767298"/>
              <a:gd name="connsiteX2101" fmla="*/ 3782466 w 4752801"/>
              <a:gd name="connsiteY2101" fmla="*/ 2519958 h 2767298"/>
              <a:gd name="connsiteX2102" fmla="*/ 3781251 w 4752801"/>
              <a:gd name="connsiteY2102" fmla="*/ 2520768 h 2767298"/>
              <a:gd name="connsiteX2103" fmla="*/ 3774369 w 4752801"/>
              <a:gd name="connsiteY2103" fmla="*/ 2520768 h 2767298"/>
              <a:gd name="connsiteX2104" fmla="*/ 3773155 w 4752801"/>
              <a:gd name="connsiteY2104" fmla="*/ 2519958 h 2767298"/>
              <a:gd name="connsiteX2105" fmla="*/ 3769917 w 4752801"/>
              <a:gd name="connsiteY2105" fmla="*/ 2514291 h 2767298"/>
              <a:gd name="connsiteX2106" fmla="*/ 3769917 w 4752801"/>
              <a:gd name="connsiteY2106" fmla="*/ 2513076 h 2767298"/>
              <a:gd name="connsiteX2107" fmla="*/ 3773155 w 4752801"/>
              <a:gd name="connsiteY2107" fmla="*/ 2507409 h 2767298"/>
              <a:gd name="connsiteX2108" fmla="*/ 3774369 w 4752801"/>
              <a:gd name="connsiteY2108" fmla="*/ 2507004 h 2767298"/>
              <a:gd name="connsiteX2109" fmla="*/ 3733887 w 4752801"/>
              <a:gd name="connsiteY2109" fmla="*/ 2505384 h 2767298"/>
              <a:gd name="connsiteX2110" fmla="*/ 3741174 w 4752801"/>
              <a:gd name="connsiteY2110" fmla="*/ 2505384 h 2767298"/>
              <a:gd name="connsiteX2111" fmla="*/ 3742388 w 4752801"/>
              <a:gd name="connsiteY2111" fmla="*/ 2506194 h 2767298"/>
              <a:gd name="connsiteX2112" fmla="*/ 3746032 w 4752801"/>
              <a:gd name="connsiteY2112" fmla="*/ 2512671 h 2767298"/>
              <a:gd name="connsiteX2113" fmla="*/ 3746032 w 4752801"/>
              <a:gd name="connsiteY2113" fmla="*/ 2513885 h 2767298"/>
              <a:gd name="connsiteX2114" fmla="*/ 3742388 w 4752801"/>
              <a:gd name="connsiteY2114" fmla="*/ 2520362 h 2767298"/>
              <a:gd name="connsiteX2115" fmla="*/ 3741174 w 4752801"/>
              <a:gd name="connsiteY2115" fmla="*/ 2520767 h 2767298"/>
              <a:gd name="connsiteX2116" fmla="*/ 3733887 w 4752801"/>
              <a:gd name="connsiteY2116" fmla="*/ 2520767 h 2767298"/>
              <a:gd name="connsiteX2117" fmla="*/ 3732673 w 4752801"/>
              <a:gd name="connsiteY2117" fmla="*/ 2520362 h 2767298"/>
              <a:gd name="connsiteX2118" fmla="*/ 3729030 w 4752801"/>
              <a:gd name="connsiteY2118" fmla="*/ 2513885 h 2767298"/>
              <a:gd name="connsiteX2119" fmla="*/ 3729030 w 4752801"/>
              <a:gd name="connsiteY2119" fmla="*/ 2512671 h 2767298"/>
              <a:gd name="connsiteX2120" fmla="*/ 3732673 w 4752801"/>
              <a:gd name="connsiteY2120" fmla="*/ 2506194 h 2767298"/>
              <a:gd name="connsiteX2121" fmla="*/ 3733887 w 4752801"/>
              <a:gd name="connsiteY2121" fmla="*/ 2505384 h 2767298"/>
              <a:gd name="connsiteX2122" fmla="*/ 3693002 w 4752801"/>
              <a:gd name="connsiteY2122" fmla="*/ 2504575 h 2767298"/>
              <a:gd name="connsiteX2123" fmla="*/ 3701099 w 4752801"/>
              <a:gd name="connsiteY2123" fmla="*/ 2504575 h 2767298"/>
              <a:gd name="connsiteX2124" fmla="*/ 3702313 w 4752801"/>
              <a:gd name="connsiteY2124" fmla="*/ 2505384 h 2767298"/>
              <a:gd name="connsiteX2125" fmla="*/ 3706361 w 4752801"/>
              <a:gd name="connsiteY2125" fmla="*/ 2512671 h 2767298"/>
              <a:gd name="connsiteX2126" fmla="*/ 3706361 w 4752801"/>
              <a:gd name="connsiteY2126" fmla="*/ 2513886 h 2767298"/>
              <a:gd name="connsiteX2127" fmla="*/ 3702313 w 4752801"/>
              <a:gd name="connsiteY2127" fmla="*/ 2521172 h 2767298"/>
              <a:gd name="connsiteX2128" fmla="*/ 3701099 w 4752801"/>
              <a:gd name="connsiteY2128" fmla="*/ 2521982 h 2767298"/>
              <a:gd name="connsiteX2129" fmla="*/ 3693002 w 4752801"/>
              <a:gd name="connsiteY2129" fmla="*/ 2521982 h 2767298"/>
              <a:gd name="connsiteX2130" fmla="*/ 3691788 w 4752801"/>
              <a:gd name="connsiteY2130" fmla="*/ 2521172 h 2767298"/>
              <a:gd name="connsiteX2131" fmla="*/ 3687740 w 4752801"/>
              <a:gd name="connsiteY2131" fmla="*/ 2513886 h 2767298"/>
              <a:gd name="connsiteX2132" fmla="*/ 3687740 w 4752801"/>
              <a:gd name="connsiteY2132" fmla="*/ 2512671 h 2767298"/>
              <a:gd name="connsiteX2133" fmla="*/ 3691788 w 4752801"/>
              <a:gd name="connsiteY2133" fmla="*/ 2505384 h 2767298"/>
              <a:gd name="connsiteX2134" fmla="*/ 3693002 w 4752801"/>
              <a:gd name="connsiteY2134" fmla="*/ 2504575 h 2767298"/>
              <a:gd name="connsiteX2135" fmla="*/ 3651711 w 4752801"/>
              <a:gd name="connsiteY2135" fmla="*/ 2503360 h 2767298"/>
              <a:gd name="connsiteX2136" fmla="*/ 3661426 w 4752801"/>
              <a:gd name="connsiteY2136" fmla="*/ 2503360 h 2767298"/>
              <a:gd name="connsiteX2137" fmla="*/ 3662641 w 4752801"/>
              <a:gd name="connsiteY2137" fmla="*/ 2504170 h 2767298"/>
              <a:gd name="connsiteX2138" fmla="*/ 3667499 w 4752801"/>
              <a:gd name="connsiteY2138" fmla="*/ 2512671 h 2767298"/>
              <a:gd name="connsiteX2139" fmla="*/ 3667499 w 4752801"/>
              <a:gd name="connsiteY2139" fmla="*/ 2513885 h 2767298"/>
              <a:gd name="connsiteX2140" fmla="*/ 3662641 w 4752801"/>
              <a:gd name="connsiteY2140" fmla="*/ 2522386 h 2767298"/>
              <a:gd name="connsiteX2141" fmla="*/ 3661426 w 4752801"/>
              <a:gd name="connsiteY2141" fmla="*/ 2523196 h 2767298"/>
              <a:gd name="connsiteX2142" fmla="*/ 3651711 w 4752801"/>
              <a:gd name="connsiteY2142" fmla="*/ 2523196 h 2767298"/>
              <a:gd name="connsiteX2143" fmla="*/ 3650497 w 4752801"/>
              <a:gd name="connsiteY2143" fmla="*/ 2522386 h 2767298"/>
              <a:gd name="connsiteX2144" fmla="*/ 3645639 w 4752801"/>
              <a:gd name="connsiteY2144" fmla="*/ 2513885 h 2767298"/>
              <a:gd name="connsiteX2145" fmla="*/ 3645639 w 4752801"/>
              <a:gd name="connsiteY2145" fmla="*/ 2512671 h 2767298"/>
              <a:gd name="connsiteX2146" fmla="*/ 3650497 w 4752801"/>
              <a:gd name="connsiteY2146" fmla="*/ 2504170 h 2767298"/>
              <a:gd name="connsiteX2147" fmla="*/ 3651711 w 4752801"/>
              <a:gd name="connsiteY2147" fmla="*/ 2503360 h 2767298"/>
              <a:gd name="connsiteX2148" fmla="*/ 3529457 w 4752801"/>
              <a:gd name="connsiteY2148" fmla="*/ 2503360 h 2767298"/>
              <a:gd name="connsiteX2149" fmla="*/ 3540387 w 4752801"/>
              <a:gd name="connsiteY2149" fmla="*/ 2503360 h 2767298"/>
              <a:gd name="connsiteX2150" fmla="*/ 3541602 w 4752801"/>
              <a:gd name="connsiteY2150" fmla="*/ 2503765 h 2767298"/>
              <a:gd name="connsiteX2151" fmla="*/ 3546865 w 4752801"/>
              <a:gd name="connsiteY2151" fmla="*/ 2513076 h 2767298"/>
              <a:gd name="connsiteX2152" fmla="*/ 3546865 w 4752801"/>
              <a:gd name="connsiteY2152" fmla="*/ 2514290 h 2767298"/>
              <a:gd name="connsiteX2153" fmla="*/ 3541602 w 4752801"/>
              <a:gd name="connsiteY2153" fmla="*/ 2523601 h 2767298"/>
              <a:gd name="connsiteX2154" fmla="*/ 3540387 w 4752801"/>
              <a:gd name="connsiteY2154" fmla="*/ 2524006 h 2767298"/>
              <a:gd name="connsiteX2155" fmla="*/ 3529457 w 4752801"/>
              <a:gd name="connsiteY2155" fmla="*/ 2524006 h 2767298"/>
              <a:gd name="connsiteX2156" fmla="*/ 3528243 w 4752801"/>
              <a:gd name="connsiteY2156" fmla="*/ 2523601 h 2767298"/>
              <a:gd name="connsiteX2157" fmla="*/ 3522981 w 4752801"/>
              <a:gd name="connsiteY2157" fmla="*/ 2514290 h 2767298"/>
              <a:gd name="connsiteX2158" fmla="*/ 3522981 w 4752801"/>
              <a:gd name="connsiteY2158" fmla="*/ 2513076 h 2767298"/>
              <a:gd name="connsiteX2159" fmla="*/ 3528243 w 4752801"/>
              <a:gd name="connsiteY2159" fmla="*/ 2503765 h 2767298"/>
              <a:gd name="connsiteX2160" fmla="*/ 3529457 w 4752801"/>
              <a:gd name="connsiteY2160" fmla="*/ 2503360 h 2767298"/>
              <a:gd name="connsiteX2161" fmla="*/ 3488976 w 4752801"/>
              <a:gd name="connsiteY2161" fmla="*/ 2503360 h 2767298"/>
              <a:gd name="connsiteX2162" fmla="*/ 3499501 w 4752801"/>
              <a:gd name="connsiteY2162" fmla="*/ 2503360 h 2767298"/>
              <a:gd name="connsiteX2163" fmla="*/ 3500716 w 4752801"/>
              <a:gd name="connsiteY2163" fmla="*/ 2504170 h 2767298"/>
              <a:gd name="connsiteX2164" fmla="*/ 3505978 w 4752801"/>
              <a:gd name="connsiteY2164" fmla="*/ 2513076 h 2767298"/>
              <a:gd name="connsiteX2165" fmla="*/ 3505978 w 4752801"/>
              <a:gd name="connsiteY2165" fmla="*/ 2514290 h 2767298"/>
              <a:gd name="connsiteX2166" fmla="*/ 3500716 w 4752801"/>
              <a:gd name="connsiteY2166" fmla="*/ 2523196 h 2767298"/>
              <a:gd name="connsiteX2167" fmla="*/ 3499501 w 4752801"/>
              <a:gd name="connsiteY2167" fmla="*/ 2524006 h 2767298"/>
              <a:gd name="connsiteX2168" fmla="*/ 3488976 w 4752801"/>
              <a:gd name="connsiteY2168" fmla="*/ 2524006 h 2767298"/>
              <a:gd name="connsiteX2169" fmla="*/ 3487762 w 4752801"/>
              <a:gd name="connsiteY2169" fmla="*/ 2523196 h 2767298"/>
              <a:gd name="connsiteX2170" fmla="*/ 3482500 w 4752801"/>
              <a:gd name="connsiteY2170" fmla="*/ 2514290 h 2767298"/>
              <a:gd name="connsiteX2171" fmla="*/ 3482500 w 4752801"/>
              <a:gd name="connsiteY2171" fmla="*/ 2513076 h 2767298"/>
              <a:gd name="connsiteX2172" fmla="*/ 3487762 w 4752801"/>
              <a:gd name="connsiteY2172" fmla="*/ 2504170 h 2767298"/>
              <a:gd name="connsiteX2173" fmla="*/ 3488976 w 4752801"/>
              <a:gd name="connsiteY2173" fmla="*/ 2503360 h 2767298"/>
              <a:gd name="connsiteX2174" fmla="*/ 3610824 w 4752801"/>
              <a:gd name="connsiteY2174" fmla="*/ 2502551 h 2767298"/>
              <a:gd name="connsiteX2175" fmla="*/ 3621349 w 4752801"/>
              <a:gd name="connsiteY2175" fmla="*/ 2502551 h 2767298"/>
              <a:gd name="connsiteX2176" fmla="*/ 3622564 w 4752801"/>
              <a:gd name="connsiteY2176" fmla="*/ 2503360 h 2767298"/>
              <a:gd name="connsiteX2177" fmla="*/ 3627827 w 4752801"/>
              <a:gd name="connsiteY2177" fmla="*/ 2512671 h 2767298"/>
              <a:gd name="connsiteX2178" fmla="*/ 3627827 w 4752801"/>
              <a:gd name="connsiteY2178" fmla="*/ 2513886 h 2767298"/>
              <a:gd name="connsiteX2179" fmla="*/ 3622564 w 4752801"/>
              <a:gd name="connsiteY2179" fmla="*/ 2523196 h 2767298"/>
              <a:gd name="connsiteX2180" fmla="*/ 3621349 w 4752801"/>
              <a:gd name="connsiteY2180" fmla="*/ 2523601 h 2767298"/>
              <a:gd name="connsiteX2181" fmla="*/ 3610824 w 4752801"/>
              <a:gd name="connsiteY2181" fmla="*/ 2523601 h 2767298"/>
              <a:gd name="connsiteX2182" fmla="*/ 3609610 w 4752801"/>
              <a:gd name="connsiteY2182" fmla="*/ 2523196 h 2767298"/>
              <a:gd name="connsiteX2183" fmla="*/ 3604348 w 4752801"/>
              <a:gd name="connsiteY2183" fmla="*/ 2513886 h 2767298"/>
              <a:gd name="connsiteX2184" fmla="*/ 3604348 w 4752801"/>
              <a:gd name="connsiteY2184" fmla="*/ 2512671 h 2767298"/>
              <a:gd name="connsiteX2185" fmla="*/ 3609610 w 4752801"/>
              <a:gd name="connsiteY2185" fmla="*/ 2503360 h 2767298"/>
              <a:gd name="connsiteX2186" fmla="*/ 3610824 w 4752801"/>
              <a:gd name="connsiteY2186" fmla="*/ 2502551 h 2767298"/>
              <a:gd name="connsiteX2187" fmla="*/ 3569939 w 4752801"/>
              <a:gd name="connsiteY2187" fmla="*/ 2502146 h 2767298"/>
              <a:gd name="connsiteX2188" fmla="*/ 3580868 w 4752801"/>
              <a:gd name="connsiteY2188" fmla="*/ 2502146 h 2767298"/>
              <a:gd name="connsiteX2189" fmla="*/ 3582083 w 4752801"/>
              <a:gd name="connsiteY2189" fmla="*/ 2502956 h 2767298"/>
              <a:gd name="connsiteX2190" fmla="*/ 3587750 w 4752801"/>
              <a:gd name="connsiteY2190" fmla="*/ 2512671 h 2767298"/>
              <a:gd name="connsiteX2191" fmla="*/ 3587750 w 4752801"/>
              <a:gd name="connsiteY2191" fmla="*/ 2513886 h 2767298"/>
              <a:gd name="connsiteX2192" fmla="*/ 3582083 w 4752801"/>
              <a:gd name="connsiteY2192" fmla="*/ 2523601 h 2767298"/>
              <a:gd name="connsiteX2193" fmla="*/ 3580868 w 4752801"/>
              <a:gd name="connsiteY2193" fmla="*/ 2524006 h 2767298"/>
              <a:gd name="connsiteX2194" fmla="*/ 3569939 w 4752801"/>
              <a:gd name="connsiteY2194" fmla="*/ 2524006 h 2767298"/>
              <a:gd name="connsiteX2195" fmla="*/ 3568724 w 4752801"/>
              <a:gd name="connsiteY2195" fmla="*/ 2523601 h 2767298"/>
              <a:gd name="connsiteX2196" fmla="*/ 3563057 w 4752801"/>
              <a:gd name="connsiteY2196" fmla="*/ 2513886 h 2767298"/>
              <a:gd name="connsiteX2197" fmla="*/ 3563057 w 4752801"/>
              <a:gd name="connsiteY2197" fmla="*/ 2512671 h 2767298"/>
              <a:gd name="connsiteX2198" fmla="*/ 3568724 w 4752801"/>
              <a:gd name="connsiteY2198" fmla="*/ 2502956 h 2767298"/>
              <a:gd name="connsiteX2199" fmla="*/ 3569939 w 4752801"/>
              <a:gd name="connsiteY2199" fmla="*/ 2502146 h 2767298"/>
              <a:gd name="connsiteX2200" fmla="*/ 4261763 w 4752801"/>
              <a:gd name="connsiteY2200" fmla="*/ 2470166 h 2767298"/>
              <a:gd name="connsiteX2201" fmla="*/ 4265407 w 4752801"/>
              <a:gd name="connsiteY2201" fmla="*/ 2470166 h 2767298"/>
              <a:gd name="connsiteX2202" fmla="*/ 4267026 w 4752801"/>
              <a:gd name="connsiteY2202" fmla="*/ 2472999 h 2767298"/>
              <a:gd name="connsiteX2203" fmla="*/ 4265407 w 4752801"/>
              <a:gd name="connsiteY2203" fmla="*/ 2475833 h 2767298"/>
              <a:gd name="connsiteX2204" fmla="*/ 4261763 w 4752801"/>
              <a:gd name="connsiteY2204" fmla="*/ 2475833 h 2767298"/>
              <a:gd name="connsiteX2205" fmla="*/ 4260144 w 4752801"/>
              <a:gd name="connsiteY2205" fmla="*/ 2472999 h 2767298"/>
              <a:gd name="connsiteX2206" fmla="*/ 4221282 w 4752801"/>
              <a:gd name="connsiteY2206" fmla="*/ 2470166 h 2767298"/>
              <a:gd name="connsiteX2207" fmla="*/ 4224926 w 4752801"/>
              <a:gd name="connsiteY2207" fmla="*/ 2470166 h 2767298"/>
              <a:gd name="connsiteX2208" fmla="*/ 4226545 w 4752801"/>
              <a:gd name="connsiteY2208" fmla="*/ 2472999 h 2767298"/>
              <a:gd name="connsiteX2209" fmla="*/ 4224926 w 4752801"/>
              <a:gd name="connsiteY2209" fmla="*/ 2475833 h 2767298"/>
              <a:gd name="connsiteX2210" fmla="*/ 4221282 w 4752801"/>
              <a:gd name="connsiteY2210" fmla="*/ 2475833 h 2767298"/>
              <a:gd name="connsiteX2211" fmla="*/ 4219663 w 4752801"/>
              <a:gd name="connsiteY2211" fmla="*/ 2472999 h 2767298"/>
              <a:gd name="connsiteX2212" fmla="*/ 4666576 w 4752801"/>
              <a:gd name="connsiteY2212" fmla="*/ 2469761 h 2767298"/>
              <a:gd name="connsiteX2213" fmla="*/ 4670220 w 4752801"/>
              <a:gd name="connsiteY2213" fmla="*/ 2469761 h 2767298"/>
              <a:gd name="connsiteX2214" fmla="*/ 4671839 w 4752801"/>
              <a:gd name="connsiteY2214" fmla="*/ 2472999 h 2767298"/>
              <a:gd name="connsiteX2215" fmla="*/ 4670220 w 4752801"/>
              <a:gd name="connsiteY2215" fmla="*/ 2476238 h 2767298"/>
              <a:gd name="connsiteX2216" fmla="*/ 4666576 w 4752801"/>
              <a:gd name="connsiteY2216" fmla="*/ 2476238 h 2767298"/>
              <a:gd name="connsiteX2217" fmla="*/ 4664957 w 4752801"/>
              <a:gd name="connsiteY2217" fmla="*/ 2472999 h 2767298"/>
              <a:gd name="connsiteX2218" fmla="*/ 4464170 w 4752801"/>
              <a:gd name="connsiteY2218" fmla="*/ 2469761 h 2767298"/>
              <a:gd name="connsiteX2219" fmla="*/ 4468218 w 4752801"/>
              <a:gd name="connsiteY2219" fmla="*/ 2469761 h 2767298"/>
              <a:gd name="connsiteX2220" fmla="*/ 4470242 w 4752801"/>
              <a:gd name="connsiteY2220" fmla="*/ 2472999 h 2767298"/>
              <a:gd name="connsiteX2221" fmla="*/ 4468218 w 4752801"/>
              <a:gd name="connsiteY2221" fmla="*/ 2476238 h 2767298"/>
              <a:gd name="connsiteX2222" fmla="*/ 4464170 w 4752801"/>
              <a:gd name="connsiteY2222" fmla="*/ 2476238 h 2767298"/>
              <a:gd name="connsiteX2223" fmla="*/ 4462146 w 4752801"/>
              <a:gd name="connsiteY2223" fmla="*/ 2472999 h 2767298"/>
              <a:gd name="connsiteX2224" fmla="*/ 4302245 w 4752801"/>
              <a:gd name="connsiteY2224" fmla="*/ 2469761 h 2767298"/>
              <a:gd name="connsiteX2225" fmla="*/ 4306293 w 4752801"/>
              <a:gd name="connsiteY2225" fmla="*/ 2469761 h 2767298"/>
              <a:gd name="connsiteX2226" fmla="*/ 4308317 w 4752801"/>
              <a:gd name="connsiteY2226" fmla="*/ 2472999 h 2767298"/>
              <a:gd name="connsiteX2227" fmla="*/ 4306293 w 4752801"/>
              <a:gd name="connsiteY2227" fmla="*/ 2476238 h 2767298"/>
              <a:gd name="connsiteX2228" fmla="*/ 4302245 w 4752801"/>
              <a:gd name="connsiteY2228" fmla="*/ 2476238 h 2767298"/>
              <a:gd name="connsiteX2229" fmla="*/ 4300221 w 4752801"/>
              <a:gd name="connsiteY2229" fmla="*/ 2472999 h 2767298"/>
              <a:gd name="connsiteX2230" fmla="*/ 4180801 w 4752801"/>
              <a:gd name="connsiteY2230" fmla="*/ 2469761 h 2767298"/>
              <a:gd name="connsiteX2231" fmla="*/ 4184849 w 4752801"/>
              <a:gd name="connsiteY2231" fmla="*/ 2469761 h 2767298"/>
              <a:gd name="connsiteX2232" fmla="*/ 4186873 w 4752801"/>
              <a:gd name="connsiteY2232" fmla="*/ 2472999 h 2767298"/>
              <a:gd name="connsiteX2233" fmla="*/ 4184849 w 4752801"/>
              <a:gd name="connsiteY2233" fmla="*/ 2476238 h 2767298"/>
              <a:gd name="connsiteX2234" fmla="*/ 4180801 w 4752801"/>
              <a:gd name="connsiteY2234" fmla="*/ 2476238 h 2767298"/>
              <a:gd name="connsiteX2235" fmla="*/ 4178777 w 4752801"/>
              <a:gd name="connsiteY2235" fmla="*/ 2472999 h 2767298"/>
              <a:gd name="connsiteX2236" fmla="*/ 4140320 w 4752801"/>
              <a:gd name="connsiteY2236" fmla="*/ 2469761 h 2767298"/>
              <a:gd name="connsiteX2237" fmla="*/ 4144368 w 4752801"/>
              <a:gd name="connsiteY2237" fmla="*/ 2469761 h 2767298"/>
              <a:gd name="connsiteX2238" fmla="*/ 4146392 w 4752801"/>
              <a:gd name="connsiteY2238" fmla="*/ 2472999 h 2767298"/>
              <a:gd name="connsiteX2239" fmla="*/ 4144368 w 4752801"/>
              <a:gd name="connsiteY2239" fmla="*/ 2476238 h 2767298"/>
              <a:gd name="connsiteX2240" fmla="*/ 4140320 w 4752801"/>
              <a:gd name="connsiteY2240" fmla="*/ 2476238 h 2767298"/>
              <a:gd name="connsiteX2241" fmla="*/ 4138296 w 4752801"/>
              <a:gd name="connsiteY2241" fmla="*/ 2472999 h 2767298"/>
              <a:gd name="connsiteX2242" fmla="*/ 4626095 w 4752801"/>
              <a:gd name="connsiteY2242" fmla="*/ 2469356 h 2767298"/>
              <a:gd name="connsiteX2243" fmla="*/ 4630143 w 4752801"/>
              <a:gd name="connsiteY2243" fmla="*/ 2469356 h 2767298"/>
              <a:gd name="connsiteX2244" fmla="*/ 4632167 w 4752801"/>
              <a:gd name="connsiteY2244" fmla="*/ 2472999 h 2767298"/>
              <a:gd name="connsiteX2245" fmla="*/ 4630143 w 4752801"/>
              <a:gd name="connsiteY2245" fmla="*/ 2476643 h 2767298"/>
              <a:gd name="connsiteX2246" fmla="*/ 4626095 w 4752801"/>
              <a:gd name="connsiteY2246" fmla="*/ 2476643 h 2767298"/>
              <a:gd name="connsiteX2247" fmla="*/ 4624071 w 4752801"/>
              <a:gd name="connsiteY2247" fmla="*/ 2472999 h 2767298"/>
              <a:gd name="connsiteX2248" fmla="*/ 4585613 w 4752801"/>
              <a:gd name="connsiteY2248" fmla="*/ 2469356 h 2767298"/>
              <a:gd name="connsiteX2249" fmla="*/ 4589661 w 4752801"/>
              <a:gd name="connsiteY2249" fmla="*/ 2469356 h 2767298"/>
              <a:gd name="connsiteX2250" fmla="*/ 4591685 w 4752801"/>
              <a:gd name="connsiteY2250" fmla="*/ 2472999 h 2767298"/>
              <a:gd name="connsiteX2251" fmla="*/ 4589661 w 4752801"/>
              <a:gd name="connsiteY2251" fmla="*/ 2476643 h 2767298"/>
              <a:gd name="connsiteX2252" fmla="*/ 4585613 w 4752801"/>
              <a:gd name="connsiteY2252" fmla="*/ 2476643 h 2767298"/>
              <a:gd name="connsiteX2253" fmla="*/ 4583589 w 4752801"/>
              <a:gd name="connsiteY2253" fmla="*/ 2472999 h 2767298"/>
              <a:gd name="connsiteX2254" fmla="*/ 4544728 w 4752801"/>
              <a:gd name="connsiteY2254" fmla="*/ 2469356 h 2767298"/>
              <a:gd name="connsiteX2255" fmla="*/ 4549181 w 4752801"/>
              <a:gd name="connsiteY2255" fmla="*/ 2469356 h 2767298"/>
              <a:gd name="connsiteX2256" fmla="*/ 4551205 w 4752801"/>
              <a:gd name="connsiteY2256" fmla="*/ 2472999 h 2767298"/>
              <a:gd name="connsiteX2257" fmla="*/ 4549181 w 4752801"/>
              <a:gd name="connsiteY2257" fmla="*/ 2476643 h 2767298"/>
              <a:gd name="connsiteX2258" fmla="*/ 4544728 w 4752801"/>
              <a:gd name="connsiteY2258" fmla="*/ 2476643 h 2767298"/>
              <a:gd name="connsiteX2259" fmla="*/ 4542704 w 4752801"/>
              <a:gd name="connsiteY2259" fmla="*/ 2472999 h 2767298"/>
              <a:gd name="connsiteX2260" fmla="*/ 4504651 w 4752801"/>
              <a:gd name="connsiteY2260" fmla="*/ 2469356 h 2767298"/>
              <a:gd name="connsiteX2261" fmla="*/ 4508699 w 4752801"/>
              <a:gd name="connsiteY2261" fmla="*/ 2469356 h 2767298"/>
              <a:gd name="connsiteX2262" fmla="*/ 4510723 w 4752801"/>
              <a:gd name="connsiteY2262" fmla="*/ 2472999 h 2767298"/>
              <a:gd name="connsiteX2263" fmla="*/ 4508699 w 4752801"/>
              <a:gd name="connsiteY2263" fmla="*/ 2476643 h 2767298"/>
              <a:gd name="connsiteX2264" fmla="*/ 4504651 w 4752801"/>
              <a:gd name="connsiteY2264" fmla="*/ 2476643 h 2767298"/>
              <a:gd name="connsiteX2265" fmla="*/ 4502627 w 4752801"/>
              <a:gd name="connsiteY2265" fmla="*/ 2472999 h 2767298"/>
              <a:gd name="connsiteX2266" fmla="*/ 4423688 w 4752801"/>
              <a:gd name="connsiteY2266" fmla="*/ 2469356 h 2767298"/>
              <a:gd name="connsiteX2267" fmla="*/ 4427736 w 4752801"/>
              <a:gd name="connsiteY2267" fmla="*/ 2469356 h 2767298"/>
              <a:gd name="connsiteX2268" fmla="*/ 4429760 w 4752801"/>
              <a:gd name="connsiteY2268" fmla="*/ 2472999 h 2767298"/>
              <a:gd name="connsiteX2269" fmla="*/ 4427736 w 4752801"/>
              <a:gd name="connsiteY2269" fmla="*/ 2476643 h 2767298"/>
              <a:gd name="connsiteX2270" fmla="*/ 4423688 w 4752801"/>
              <a:gd name="connsiteY2270" fmla="*/ 2476643 h 2767298"/>
              <a:gd name="connsiteX2271" fmla="*/ 4421664 w 4752801"/>
              <a:gd name="connsiteY2271" fmla="*/ 2472999 h 2767298"/>
              <a:gd name="connsiteX2272" fmla="*/ 4382803 w 4752801"/>
              <a:gd name="connsiteY2272" fmla="*/ 2469356 h 2767298"/>
              <a:gd name="connsiteX2273" fmla="*/ 4387256 w 4752801"/>
              <a:gd name="connsiteY2273" fmla="*/ 2469356 h 2767298"/>
              <a:gd name="connsiteX2274" fmla="*/ 4389280 w 4752801"/>
              <a:gd name="connsiteY2274" fmla="*/ 2472999 h 2767298"/>
              <a:gd name="connsiteX2275" fmla="*/ 4387256 w 4752801"/>
              <a:gd name="connsiteY2275" fmla="*/ 2476643 h 2767298"/>
              <a:gd name="connsiteX2276" fmla="*/ 4382803 w 4752801"/>
              <a:gd name="connsiteY2276" fmla="*/ 2476643 h 2767298"/>
              <a:gd name="connsiteX2277" fmla="*/ 4380779 w 4752801"/>
              <a:gd name="connsiteY2277" fmla="*/ 2472999 h 2767298"/>
              <a:gd name="connsiteX2278" fmla="*/ 4342726 w 4752801"/>
              <a:gd name="connsiteY2278" fmla="*/ 2469356 h 2767298"/>
              <a:gd name="connsiteX2279" fmla="*/ 4346774 w 4752801"/>
              <a:gd name="connsiteY2279" fmla="*/ 2469356 h 2767298"/>
              <a:gd name="connsiteX2280" fmla="*/ 4348798 w 4752801"/>
              <a:gd name="connsiteY2280" fmla="*/ 2472999 h 2767298"/>
              <a:gd name="connsiteX2281" fmla="*/ 4346774 w 4752801"/>
              <a:gd name="connsiteY2281" fmla="*/ 2476643 h 2767298"/>
              <a:gd name="connsiteX2282" fmla="*/ 4342726 w 4752801"/>
              <a:gd name="connsiteY2282" fmla="*/ 2476643 h 2767298"/>
              <a:gd name="connsiteX2283" fmla="*/ 4340702 w 4752801"/>
              <a:gd name="connsiteY2283" fmla="*/ 2472999 h 2767298"/>
              <a:gd name="connsiteX2284" fmla="*/ 4059358 w 4752801"/>
              <a:gd name="connsiteY2284" fmla="*/ 2468547 h 2767298"/>
              <a:gd name="connsiteX2285" fmla="*/ 4063001 w 4752801"/>
              <a:gd name="connsiteY2285" fmla="*/ 2468547 h 2767298"/>
              <a:gd name="connsiteX2286" fmla="*/ 4064215 w 4752801"/>
              <a:gd name="connsiteY2286" fmla="*/ 2468952 h 2767298"/>
              <a:gd name="connsiteX2287" fmla="*/ 4065834 w 4752801"/>
              <a:gd name="connsiteY2287" fmla="*/ 2472190 h 2767298"/>
              <a:gd name="connsiteX2288" fmla="*/ 4065834 w 4752801"/>
              <a:gd name="connsiteY2288" fmla="*/ 2473405 h 2767298"/>
              <a:gd name="connsiteX2289" fmla="*/ 4064215 w 4752801"/>
              <a:gd name="connsiteY2289" fmla="*/ 2476643 h 2767298"/>
              <a:gd name="connsiteX2290" fmla="*/ 4063001 w 4752801"/>
              <a:gd name="connsiteY2290" fmla="*/ 2477858 h 2767298"/>
              <a:gd name="connsiteX2291" fmla="*/ 4059358 w 4752801"/>
              <a:gd name="connsiteY2291" fmla="*/ 2477858 h 2767298"/>
              <a:gd name="connsiteX2292" fmla="*/ 4058143 w 4752801"/>
              <a:gd name="connsiteY2292" fmla="*/ 2477048 h 2767298"/>
              <a:gd name="connsiteX2293" fmla="*/ 4056524 w 4752801"/>
              <a:gd name="connsiteY2293" fmla="*/ 2473810 h 2767298"/>
              <a:gd name="connsiteX2294" fmla="*/ 4056524 w 4752801"/>
              <a:gd name="connsiteY2294" fmla="*/ 2472595 h 2767298"/>
              <a:gd name="connsiteX2295" fmla="*/ 4058143 w 4752801"/>
              <a:gd name="connsiteY2295" fmla="*/ 2469357 h 2767298"/>
              <a:gd name="connsiteX2296" fmla="*/ 4059358 w 4752801"/>
              <a:gd name="connsiteY2296" fmla="*/ 2468547 h 2767298"/>
              <a:gd name="connsiteX2297" fmla="*/ 4099839 w 4752801"/>
              <a:gd name="connsiteY2297" fmla="*/ 2468142 h 2767298"/>
              <a:gd name="connsiteX2298" fmla="*/ 4103482 w 4752801"/>
              <a:gd name="connsiteY2298" fmla="*/ 2468142 h 2767298"/>
              <a:gd name="connsiteX2299" fmla="*/ 4104696 w 4752801"/>
              <a:gd name="connsiteY2299" fmla="*/ 2468951 h 2767298"/>
              <a:gd name="connsiteX2300" fmla="*/ 4106315 w 4752801"/>
              <a:gd name="connsiteY2300" fmla="*/ 2472190 h 2767298"/>
              <a:gd name="connsiteX2301" fmla="*/ 4106315 w 4752801"/>
              <a:gd name="connsiteY2301" fmla="*/ 2473405 h 2767298"/>
              <a:gd name="connsiteX2302" fmla="*/ 4104696 w 4752801"/>
              <a:gd name="connsiteY2302" fmla="*/ 2476643 h 2767298"/>
              <a:gd name="connsiteX2303" fmla="*/ 4103482 w 4752801"/>
              <a:gd name="connsiteY2303" fmla="*/ 2477453 h 2767298"/>
              <a:gd name="connsiteX2304" fmla="*/ 4099839 w 4752801"/>
              <a:gd name="connsiteY2304" fmla="*/ 2477453 h 2767298"/>
              <a:gd name="connsiteX2305" fmla="*/ 4098624 w 4752801"/>
              <a:gd name="connsiteY2305" fmla="*/ 2476643 h 2767298"/>
              <a:gd name="connsiteX2306" fmla="*/ 4097005 w 4752801"/>
              <a:gd name="connsiteY2306" fmla="*/ 2473405 h 2767298"/>
              <a:gd name="connsiteX2307" fmla="*/ 4097005 w 4752801"/>
              <a:gd name="connsiteY2307" fmla="*/ 2472190 h 2767298"/>
              <a:gd name="connsiteX2308" fmla="*/ 4098624 w 4752801"/>
              <a:gd name="connsiteY2308" fmla="*/ 2468951 h 2767298"/>
              <a:gd name="connsiteX2309" fmla="*/ 4099839 w 4752801"/>
              <a:gd name="connsiteY2309" fmla="*/ 2468142 h 2767298"/>
              <a:gd name="connsiteX2310" fmla="*/ 3977990 w 4752801"/>
              <a:gd name="connsiteY2310" fmla="*/ 2468142 h 2767298"/>
              <a:gd name="connsiteX2311" fmla="*/ 3982443 w 4752801"/>
              <a:gd name="connsiteY2311" fmla="*/ 2468142 h 2767298"/>
              <a:gd name="connsiteX2312" fmla="*/ 3983657 w 4752801"/>
              <a:gd name="connsiteY2312" fmla="*/ 2468951 h 2767298"/>
              <a:gd name="connsiteX2313" fmla="*/ 3985681 w 4752801"/>
              <a:gd name="connsiteY2313" fmla="*/ 2472595 h 2767298"/>
              <a:gd name="connsiteX2314" fmla="*/ 3985681 w 4752801"/>
              <a:gd name="connsiteY2314" fmla="*/ 2473809 h 2767298"/>
              <a:gd name="connsiteX2315" fmla="*/ 3983657 w 4752801"/>
              <a:gd name="connsiteY2315" fmla="*/ 2477453 h 2767298"/>
              <a:gd name="connsiteX2316" fmla="*/ 3982443 w 4752801"/>
              <a:gd name="connsiteY2316" fmla="*/ 2477857 h 2767298"/>
              <a:gd name="connsiteX2317" fmla="*/ 3977990 w 4752801"/>
              <a:gd name="connsiteY2317" fmla="*/ 2477857 h 2767298"/>
              <a:gd name="connsiteX2318" fmla="*/ 3976776 w 4752801"/>
              <a:gd name="connsiteY2318" fmla="*/ 2477453 h 2767298"/>
              <a:gd name="connsiteX2319" fmla="*/ 3974752 w 4752801"/>
              <a:gd name="connsiteY2319" fmla="*/ 2473809 h 2767298"/>
              <a:gd name="connsiteX2320" fmla="*/ 3974752 w 4752801"/>
              <a:gd name="connsiteY2320" fmla="*/ 2472595 h 2767298"/>
              <a:gd name="connsiteX2321" fmla="*/ 3976776 w 4752801"/>
              <a:gd name="connsiteY2321" fmla="*/ 2468951 h 2767298"/>
              <a:gd name="connsiteX2322" fmla="*/ 3977990 w 4752801"/>
              <a:gd name="connsiteY2322" fmla="*/ 2468142 h 2767298"/>
              <a:gd name="connsiteX2323" fmla="*/ 3937913 w 4752801"/>
              <a:gd name="connsiteY2323" fmla="*/ 2468142 h 2767298"/>
              <a:gd name="connsiteX2324" fmla="*/ 3941557 w 4752801"/>
              <a:gd name="connsiteY2324" fmla="*/ 2468142 h 2767298"/>
              <a:gd name="connsiteX2325" fmla="*/ 3942771 w 4752801"/>
              <a:gd name="connsiteY2325" fmla="*/ 2468951 h 2767298"/>
              <a:gd name="connsiteX2326" fmla="*/ 3944795 w 4752801"/>
              <a:gd name="connsiteY2326" fmla="*/ 2472190 h 2767298"/>
              <a:gd name="connsiteX2327" fmla="*/ 3944795 w 4752801"/>
              <a:gd name="connsiteY2327" fmla="*/ 2473405 h 2767298"/>
              <a:gd name="connsiteX2328" fmla="*/ 3942771 w 4752801"/>
              <a:gd name="connsiteY2328" fmla="*/ 2476643 h 2767298"/>
              <a:gd name="connsiteX2329" fmla="*/ 3941557 w 4752801"/>
              <a:gd name="connsiteY2329" fmla="*/ 2477453 h 2767298"/>
              <a:gd name="connsiteX2330" fmla="*/ 3937913 w 4752801"/>
              <a:gd name="connsiteY2330" fmla="*/ 2477453 h 2767298"/>
              <a:gd name="connsiteX2331" fmla="*/ 3936699 w 4752801"/>
              <a:gd name="connsiteY2331" fmla="*/ 2476643 h 2767298"/>
              <a:gd name="connsiteX2332" fmla="*/ 3934675 w 4752801"/>
              <a:gd name="connsiteY2332" fmla="*/ 2473405 h 2767298"/>
              <a:gd name="connsiteX2333" fmla="*/ 3934675 w 4752801"/>
              <a:gd name="connsiteY2333" fmla="*/ 2472190 h 2767298"/>
              <a:gd name="connsiteX2334" fmla="*/ 3936699 w 4752801"/>
              <a:gd name="connsiteY2334" fmla="*/ 2468951 h 2767298"/>
              <a:gd name="connsiteX2335" fmla="*/ 3937913 w 4752801"/>
              <a:gd name="connsiteY2335" fmla="*/ 2468142 h 2767298"/>
              <a:gd name="connsiteX2336" fmla="*/ 3897027 w 4752801"/>
              <a:gd name="connsiteY2336" fmla="*/ 2468142 h 2767298"/>
              <a:gd name="connsiteX2337" fmla="*/ 3901480 w 4752801"/>
              <a:gd name="connsiteY2337" fmla="*/ 2468142 h 2767298"/>
              <a:gd name="connsiteX2338" fmla="*/ 3902694 w 4752801"/>
              <a:gd name="connsiteY2338" fmla="*/ 2468951 h 2767298"/>
              <a:gd name="connsiteX2339" fmla="*/ 3904718 w 4752801"/>
              <a:gd name="connsiteY2339" fmla="*/ 2472595 h 2767298"/>
              <a:gd name="connsiteX2340" fmla="*/ 3904718 w 4752801"/>
              <a:gd name="connsiteY2340" fmla="*/ 2473809 h 2767298"/>
              <a:gd name="connsiteX2341" fmla="*/ 3902694 w 4752801"/>
              <a:gd name="connsiteY2341" fmla="*/ 2477453 h 2767298"/>
              <a:gd name="connsiteX2342" fmla="*/ 3901480 w 4752801"/>
              <a:gd name="connsiteY2342" fmla="*/ 2477857 h 2767298"/>
              <a:gd name="connsiteX2343" fmla="*/ 3897027 w 4752801"/>
              <a:gd name="connsiteY2343" fmla="*/ 2477857 h 2767298"/>
              <a:gd name="connsiteX2344" fmla="*/ 3895813 w 4752801"/>
              <a:gd name="connsiteY2344" fmla="*/ 2477453 h 2767298"/>
              <a:gd name="connsiteX2345" fmla="*/ 3893789 w 4752801"/>
              <a:gd name="connsiteY2345" fmla="*/ 2473809 h 2767298"/>
              <a:gd name="connsiteX2346" fmla="*/ 3893789 w 4752801"/>
              <a:gd name="connsiteY2346" fmla="*/ 2472595 h 2767298"/>
              <a:gd name="connsiteX2347" fmla="*/ 3895813 w 4752801"/>
              <a:gd name="connsiteY2347" fmla="*/ 2468951 h 2767298"/>
              <a:gd name="connsiteX2348" fmla="*/ 3897027 w 4752801"/>
              <a:gd name="connsiteY2348" fmla="*/ 2468142 h 2767298"/>
              <a:gd name="connsiteX2349" fmla="*/ 3816065 w 4752801"/>
              <a:gd name="connsiteY2349" fmla="*/ 2468142 h 2767298"/>
              <a:gd name="connsiteX2350" fmla="*/ 3820922 w 4752801"/>
              <a:gd name="connsiteY2350" fmla="*/ 2468142 h 2767298"/>
              <a:gd name="connsiteX2351" fmla="*/ 3822137 w 4752801"/>
              <a:gd name="connsiteY2351" fmla="*/ 2468547 h 2767298"/>
              <a:gd name="connsiteX2352" fmla="*/ 3824566 w 4752801"/>
              <a:gd name="connsiteY2352" fmla="*/ 2472595 h 2767298"/>
              <a:gd name="connsiteX2353" fmla="*/ 3824566 w 4752801"/>
              <a:gd name="connsiteY2353" fmla="*/ 2473809 h 2767298"/>
              <a:gd name="connsiteX2354" fmla="*/ 3822137 w 4752801"/>
              <a:gd name="connsiteY2354" fmla="*/ 2477857 h 2767298"/>
              <a:gd name="connsiteX2355" fmla="*/ 3820922 w 4752801"/>
              <a:gd name="connsiteY2355" fmla="*/ 2478667 h 2767298"/>
              <a:gd name="connsiteX2356" fmla="*/ 3816065 w 4752801"/>
              <a:gd name="connsiteY2356" fmla="*/ 2478667 h 2767298"/>
              <a:gd name="connsiteX2357" fmla="*/ 3814850 w 4752801"/>
              <a:gd name="connsiteY2357" fmla="*/ 2477857 h 2767298"/>
              <a:gd name="connsiteX2358" fmla="*/ 3812422 w 4752801"/>
              <a:gd name="connsiteY2358" fmla="*/ 2473809 h 2767298"/>
              <a:gd name="connsiteX2359" fmla="*/ 3812422 w 4752801"/>
              <a:gd name="connsiteY2359" fmla="*/ 2472595 h 2767298"/>
              <a:gd name="connsiteX2360" fmla="*/ 3814850 w 4752801"/>
              <a:gd name="connsiteY2360" fmla="*/ 2468547 h 2767298"/>
              <a:gd name="connsiteX2361" fmla="*/ 3816065 w 4752801"/>
              <a:gd name="connsiteY2361" fmla="*/ 2468142 h 2767298"/>
              <a:gd name="connsiteX2362" fmla="*/ 4018876 w 4752801"/>
              <a:gd name="connsiteY2362" fmla="*/ 2467737 h 2767298"/>
              <a:gd name="connsiteX2363" fmla="*/ 4022924 w 4752801"/>
              <a:gd name="connsiteY2363" fmla="*/ 2467737 h 2767298"/>
              <a:gd name="connsiteX2364" fmla="*/ 4024138 w 4752801"/>
              <a:gd name="connsiteY2364" fmla="*/ 2468547 h 2767298"/>
              <a:gd name="connsiteX2365" fmla="*/ 4026163 w 4752801"/>
              <a:gd name="connsiteY2365" fmla="*/ 2472190 h 2767298"/>
              <a:gd name="connsiteX2366" fmla="*/ 4026163 w 4752801"/>
              <a:gd name="connsiteY2366" fmla="*/ 2473404 h 2767298"/>
              <a:gd name="connsiteX2367" fmla="*/ 4024138 w 4752801"/>
              <a:gd name="connsiteY2367" fmla="*/ 2477048 h 2767298"/>
              <a:gd name="connsiteX2368" fmla="*/ 4022924 w 4752801"/>
              <a:gd name="connsiteY2368" fmla="*/ 2477453 h 2767298"/>
              <a:gd name="connsiteX2369" fmla="*/ 4018876 w 4752801"/>
              <a:gd name="connsiteY2369" fmla="*/ 2477453 h 2767298"/>
              <a:gd name="connsiteX2370" fmla="*/ 4017662 w 4752801"/>
              <a:gd name="connsiteY2370" fmla="*/ 2477048 h 2767298"/>
              <a:gd name="connsiteX2371" fmla="*/ 4015638 w 4752801"/>
              <a:gd name="connsiteY2371" fmla="*/ 2473404 h 2767298"/>
              <a:gd name="connsiteX2372" fmla="*/ 4015638 w 4752801"/>
              <a:gd name="connsiteY2372" fmla="*/ 2472190 h 2767298"/>
              <a:gd name="connsiteX2373" fmla="*/ 4017662 w 4752801"/>
              <a:gd name="connsiteY2373" fmla="*/ 2468547 h 2767298"/>
              <a:gd name="connsiteX2374" fmla="*/ 4018876 w 4752801"/>
              <a:gd name="connsiteY2374" fmla="*/ 2467737 h 2767298"/>
              <a:gd name="connsiteX2375" fmla="*/ 3856951 w 4752801"/>
              <a:gd name="connsiteY2375" fmla="*/ 2467737 h 2767298"/>
              <a:gd name="connsiteX2376" fmla="*/ 3860999 w 4752801"/>
              <a:gd name="connsiteY2376" fmla="*/ 2467737 h 2767298"/>
              <a:gd name="connsiteX2377" fmla="*/ 3862213 w 4752801"/>
              <a:gd name="connsiteY2377" fmla="*/ 2468547 h 2767298"/>
              <a:gd name="connsiteX2378" fmla="*/ 3864238 w 4752801"/>
              <a:gd name="connsiteY2378" fmla="*/ 2472190 h 2767298"/>
              <a:gd name="connsiteX2379" fmla="*/ 3864238 w 4752801"/>
              <a:gd name="connsiteY2379" fmla="*/ 2473404 h 2767298"/>
              <a:gd name="connsiteX2380" fmla="*/ 3862213 w 4752801"/>
              <a:gd name="connsiteY2380" fmla="*/ 2477048 h 2767298"/>
              <a:gd name="connsiteX2381" fmla="*/ 3860999 w 4752801"/>
              <a:gd name="connsiteY2381" fmla="*/ 2477453 h 2767298"/>
              <a:gd name="connsiteX2382" fmla="*/ 3856951 w 4752801"/>
              <a:gd name="connsiteY2382" fmla="*/ 2477453 h 2767298"/>
              <a:gd name="connsiteX2383" fmla="*/ 3855737 w 4752801"/>
              <a:gd name="connsiteY2383" fmla="*/ 2477048 h 2767298"/>
              <a:gd name="connsiteX2384" fmla="*/ 3853713 w 4752801"/>
              <a:gd name="connsiteY2384" fmla="*/ 2473404 h 2767298"/>
              <a:gd name="connsiteX2385" fmla="*/ 3853713 w 4752801"/>
              <a:gd name="connsiteY2385" fmla="*/ 2472190 h 2767298"/>
              <a:gd name="connsiteX2386" fmla="*/ 3855737 w 4752801"/>
              <a:gd name="connsiteY2386" fmla="*/ 2468547 h 2767298"/>
              <a:gd name="connsiteX2387" fmla="*/ 3856951 w 4752801"/>
              <a:gd name="connsiteY2387" fmla="*/ 2467737 h 2767298"/>
              <a:gd name="connsiteX2388" fmla="*/ 3774774 w 4752801"/>
              <a:gd name="connsiteY2388" fmla="*/ 2466927 h 2767298"/>
              <a:gd name="connsiteX2389" fmla="*/ 3780847 w 4752801"/>
              <a:gd name="connsiteY2389" fmla="*/ 2466927 h 2767298"/>
              <a:gd name="connsiteX2390" fmla="*/ 3782061 w 4752801"/>
              <a:gd name="connsiteY2390" fmla="*/ 2467332 h 2767298"/>
              <a:gd name="connsiteX2391" fmla="*/ 3785299 w 4752801"/>
              <a:gd name="connsiteY2391" fmla="*/ 2472594 h 2767298"/>
              <a:gd name="connsiteX2392" fmla="*/ 3785299 w 4752801"/>
              <a:gd name="connsiteY2392" fmla="*/ 2473809 h 2767298"/>
              <a:gd name="connsiteX2393" fmla="*/ 3782061 w 4752801"/>
              <a:gd name="connsiteY2393" fmla="*/ 2479071 h 2767298"/>
              <a:gd name="connsiteX2394" fmla="*/ 3780847 w 4752801"/>
              <a:gd name="connsiteY2394" fmla="*/ 2479881 h 2767298"/>
              <a:gd name="connsiteX2395" fmla="*/ 3774774 w 4752801"/>
              <a:gd name="connsiteY2395" fmla="*/ 2479881 h 2767298"/>
              <a:gd name="connsiteX2396" fmla="*/ 3773560 w 4752801"/>
              <a:gd name="connsiteY2396" fmla="*/ 2479476 h 2767298"/>
              <a:gd name="connsiteX2397" fmla="*/ 3770322 w 4752801"/>
              <a:gd name="connsiteY2397" fmla="*/ 2474214 h 2767298"/>
              <a:gd name="connsiteX2398" fmla="*/ 3770322 w 4752801"/>
              <a:gd name="connsiteY2398" fmla="*/ 2472999 h 2767298"/>
              <a:gd name="connsiteX2399" fmla="*/ 3773560 w 4752801"/>
              <a:gd name="connsiteY2399" fmla="*/ 2467737 h 2767298"/>
              <a:gd name="connsiteX2400" fmla="*/ 3774774 w 4752801"/>
              <a:gd name="connsiteY2400" fmla="*/ 2466927 h 2767298"/>
              <a:gd name="connsiteX2401" fmla="*/ 3733888 w 4752801"/>
              <a:gd name="connsiteY2401" fmla="*/ 2466523 h 2767298"/>
              <a:gd name="connsiteX2402" fmla="*/ 3740770 w 4752801"/>
              <a:gd name="connsiteY2402" fmla="*/ 2466523 h 2767298"/>
              <a:gd name="connsiteX2403" fmla="*/ 3741985 w 4752801"/>
              <a:gd name="connsiteY2403" fmla="*/ 2466928 h 2767298"/>
              <a:gd name="connsiteX2404" fmla="*/ 3745223 w 4752801"/>
              <a:gd name="connsiteY2404" fmla="*/ 2472595 h 2767298"/>
              <a:gd name="connsiteX2405" fmla="*/ 3745223 w 4752801"/>
              <a:gd name="connsiteY2405" fmla="*/ 2473810 h 2767298"/>
              <a:gd name="connsiteX2406" fmla="*/ 3741985 w 4752801"/>
              <a:gd name="connsiteY2406" fmla="*/ 2479477 h 2767298"/>
              <a:gd name="connsiteX2407" fmla="*/ 3740770 w 4752801"/>
              <a:gd name="connsiteY2407" fmla="*/ 2480287 h 2767298"/>
              <a:gd name="connsiteX2408" fmla="*/ 3733888 w 4752801"/>
              <a:gd name="connsiteY2408" fmla="*/ 2480287 h 2767298"/>
              <a:gd name="connsiteX2409" fmla="*/ 3732674 w 4752801"/>
              <a:gd name="connsiteY2409" fmla="*/ 2479477 h 2767298"/>
              <a:gd name="connsiteX2410" fmla="*/ 3729436 w 4752801"/>
              <a:gd name="connsiteY2410" fmla="*/ 2473810 h 2767298"/>
              <a:gd name="connsiteX2411" fmla="*/ 3729436 w 4752801"/>
              <a:gd name="connsiteY2411" fmla="*/ 2472595 h 2767298"/>
              <a:gd name="connsiteX2412" fmla="*/ 3732674 w 4752801"/>
              <a:gd name="connsiteY2412" fmla="*/ 2466928 h 2767298"/>
              <a:gd name="connsiteX2413" fmla="*/ 3733888 w 4752801"/>
              <a:gd name="connsiteY2413" fmla="*/ 2466523 h 2767298"/>
              <a:gd name="connsiteX2414" fmla="*/ 3692597 w 4752801"/>
              <a:gd name="connsiteY2414" fmla="*/ 2464903 h 2767298"/>
              <a:gd name="connsiteX2415" fmla="*/ 3700694 w 4752801"/>
              <a:gd name="connsiteY2415" fmla="*/ 2464903 h 2767298"/>
              <a:gd name="connsiteX2416" fmla="*/ 3701908 w 4752801"/>
              <a:gd name="connsiteY2416" fmla="*/ 2465308 h 2767298"/>
              <a:gd name="connsiteX2417" fmla="*/ 3705956 w 4752801"/>
              <a:gd name="connsiteY2417" fmla="*/ 2472190 h 2767298"/>
              <a:gd name="connsiteX2418" fmla="*/ 3705956 w 4752801"/>
              <a:gd name="connsiteY2418" fmla="*/ 2473404 h 2767298"/>
              <a:gd name="connsiteX2419" fmla="*/ 3701908 w 4752801"/>
              <a:gd name="connsiteY2419" fmla="*/ 2480286 h 2767298"/>
              <a:gd name="connsiteX2420" fmla="*/ 3700694 w 4752801"/>
              <a:gd name="connsiteY2420" fmla="*/ 2481096 h 2767298"/>
              <a:gd name="connsiteX2421" fmla="*/ 3692597 w 4752801"/>
              <a:gd name="connsiteY2421" fmla="*/ 2481096 h 2767298"/>
              <a:gd name="connsiteX2422" fmla="*/ 3691383 w 4752801"/>
              <a:gd name="connsiteY2422" fmla="*/ 2480286 h 2767298"/>
              <a:gd name="connsiteX2423" fmla="*/ 3687335 w 4752801"/>
              <a:gd name="connsiteY2423" fmla="*/ 2473404 h 2767298"/>
              <a:gd name="connsiteX2424" fmla="*/ 3687335 w 4752801"/>
              <a:gd name="connsiteY2424" fmla="*/ 2472190 h 2767298"/>
              <a:gd name="connsiteX2425" fmla="*/ 3691383 w 4752801"/>
              <a:gd name="connsiteY2425" fmla="*/ 2465308 h 2767298"/>
              <a:gd name="connsiteX2426" fmla="*/ 3692597 w 4752801"/>
              <a:gd name="connsiteY2426" fmla="*/ 2464903 h 2767298"/>
              <a:gd name="connsiteX2427" fmla="*/ 3652116 w 4752801"/>
              <a:gd name="connsiteY2427" fmla="*/ 2464094 h 2767298"/>
              <a:gd name="connsiteX2428" fmla="*/ 3661022 w 4752801"/>
              <a:gd name="connsiteY2428" fmla="*/ 2464094 h 2767298"/>
              <a:gd name="connsiteX2429" fmla="*/ 3662236 w 4752801"/>
              <a:gd name="connsiteY2429" fmla="*/ 2464903 h 2767298"/>
              <a:gd name="connsiteX2430" fmla="*/ 3666689 w 4752801"/>
              <a:gd name="connsiteY2430" fmla="*/ 2472595 h 2767298"/>
              <a:gd name="connsiteX2431" fmla="*/ 3666689 w 4752801"/>
              <a:gd name="connsiteY2431" fmla="*/ 2473809 h 2767298"/>
              <a:gd name="connsiteX2432" fmla="*/ 3662236 w 4752801"/>
              <a:gd name="connsiteY2432" fmla="*/ 2481501 h 2767298"/>
              <a:gd name="connsiteX2433" fmla="*/ 3661022 w 4752801"/>
              <a:gd name="connsiteY2433" fmla="*/ 2481906 h 2767298"/>
              <a:gd name="connsiteX2434" fmla="*/ 3652116 w 4752801"/>
              <a:gd name="connsiteY2434" fmla="*/ 2481906 h 2767298"/>
              <a:gd name="connsiteX2435" fmla="*/ 3650901 w 4752801"/>
              <a:gd name="connsiteY2435" fmla="*/ 2481501 h 2767298"/>
              <a:gd name="connsiteX2436" fmla="*/ 3646449 w 4752801"/>
              <a:gd name="connsiteY2436" fmla="*/ 2473809 h 2767298"/>
              <a:gd name="connsiteX2437" fmla="*/ 3646449 w 4752801"/>
              <a:gd name="connsiteY2437" fmla="*/ 2472595 h 2767298"/>
              <a:gd name="connsiteX2438" fmla="*/ 3650901 w 4752801"/>
              <a:gd name="connsiteY2438" fmla="*/ 2464903 h 2767298"/>
              <a:gd name="connsiteX2439" fmla="*/ 3652116 w 4752801"/>
              <a:gd name="connsiteY2439" fmla="*/ 2464094 h 2767298"/>
              <a:gd name="connsiteX2440" fmla="*/ 3610825 w 4752801"/>
              <a:gd name="connsiteY2440" fmla="*/ 2463689 h 2767298"/>
              <a:gd name="connsiteX2441" fmla="*/ 3620540 w 4752801"/>
              <a:gd name="connsiteY2441" fmla="*/ 2463689 h 2767298"/>
              <a:gd name="connsiteX2442" fmla="*/ 3621755 w 4752801"/>
              <a:gd name="connsiteY2442" fmla="*/ 2464499 h 2767298"/>
              <a:gd name="connsiteX2443" fmla="*/ 3626613 w 4752801"/>
              <a:gd name="connsiteY2443" fmla="*/ 2472595 h 2767298"/>
              <a:gd name="connsiteX2444" fmla="*/ 3626613 w 4752801"/>
              <a:gd name="connsiteY2444" fmla="*/ 2473809 h 2767298"/>
              <a:gd name="connsiteX2445" fmla="*/ 3621755 w 4752801"/>
              <a:gd name="connsiteY2445" fmla="*/ 2481906 h 2767298"/>
              <a:gd name="connsiteX2446" fmla="*/ 3620540 w 4752801"/>
              <a:gd name="connsiteY2446" fmla="*/ 2482311 h 2767298"/>
              <a:gd name="connsiteX2447" fmla="*/ 3610825 w 4752801"/>
              <a:gd name="connsiteY2447" fmla="*/ 2482311 h 2767298"/>
              <a:gd name="connsiteX2448" fmla="*/ 3609611 w 4752801"/>
              <a:gd name="connsiteY2448" fmla="*/ 2481906 h 2767298"/>
              <a:gd name="connsiteX2449" fmla="*/ 3604753 w 4752801"/>
              <a:gd name="connsiteY2449" fmla="*/ 2473809 h 2767298"/>
              <a:gd name="connsiteX2450" fmla="*/ 3604753 w 4752801"/>
              <a:gd name="connsiteY2450" fmla="*/ 2472595 h 2767298"/>
              <a:gd name="connsiteX2451" fmla="*/ 3609611 w 4752801"/>
              <a:gd name="connsiteY2451" fmla="*/ 2464499 h 2767298"/>
              <a:gd name="connsiteX2452" fmla="*/ 3610825 w 4752801"/>
              <a:gd name="connsiteY2452" fmla="*/ 2463689 h 2767298"/>
              <a:gd name="connsiteX2453" fmla="*/ 3569938 w 4752801"/>
              <a:gd name="connsiteY2453" fmla="*/ 2463284 h 2767298"/>
              <a:gd name="connsiteX2454" fmla="*/ 3580463 w 4752801"/>
              <a:gd name="connsiteY2454" fmla="*/ 2463284 h 2767298"/>
              <a:gd name="connsiteX2455" fmla="*/ 3581678 w 4752801"/>
              <a:gd name="connsiteY2455" fmla="*/ 2463689 h 2767298"/>
              <a:gd name="connsiteX2456" fmla="*/ 3586940 w 4752801"/>
              <a:gd name="connsiteY2456" fmla="*/ 2472595 h 2767298"/>
              <a:gd name="connsiteX2457" fmla="*/ 3586940 w 4752801"/>
              <a:gd name="connsiteY2457" fmla="*/ 2473809 h 2767298"/>
              <a:gd name="connsiteX2458" fmla="*/ 3581678 w 4752801"/>
              <a:gd name="connsiteY2458" fmla="*/ 2482715 h 2767298"/>
              <a:gd name="connsiteX2459" fmla="*/ 3580463 w 4752801"/>
              <a:gd name="connsiteY2459" fmla="*/ 2483120 h 2767298"/>
              <a:gd name="connsiteX2460" fmla="*/ 3569938 w 4752801"/>
              <a:gd name="connsiteY2460" fmla="*/ 2483120 h 2767298"/>
              <a:gd name="connsiteX2461" fmla="*/ 3568724 w 4752801"/>
              <a:gd name="connsiteY2461" fmla="*/ 2482715 h 2767298"/>
              <a:gd name="connsiteX2462" fmla="*/ 3563462 w 4752801"/>
              <a:gd name="connsiteY2462" fmla="*/ 2473809 h 2767298"/>
              <a:gd name="connsiteX2463" fmla="*/ 3563462 w 4752801"/>
              <a:gd name="connsiteY2463" fmla="*/ 2472595 h 2767298"/>
              <a:gd name="connsiteX2464" fmla="*/ 3568724 w 4752801"/>
              <a:gd name="connsiteY2464" fmla="*/ 2463689 h 2767298"/>
              <a:gd name="connsiteX2465" fmla="*/ 3569938 w 4752801"/>
              <a:gd name="connsiteY2465" fmla="*/ 2463284 h 2767298"/>
              <a:gd name="connsiteX2466" fmla="*/ 3449305 w 4752801"/>
              <a:gd name="connsiteY2466" fmla="*/ 2462879 h 2767298"/>
              <a:gd name="connsiteX2467" fmla="*/ 3459020 w 4752801"/>
              <a:gd name="connsiteY2467" fmla="*/ 2462879 h 2767298"/>
              <a:gd name="connsiteX2468" fmla="*/ 3460235 w 4752801"/>
              <a:gd name="connsiteY2468" fmla="*/ 2463689 h 2767298"/>
              <a:gd name="connsiteX2469" fmla="*/ 3465093 w 4752801"/>
              <a:gd name="connsiteY2469" fmla="*/ 2472190 h 2767298"/>
              <a:gd name="connsiteX2470" fmla="*/ 3465093 w 4752801"/>
              <a:gd name="connsiteY2470" fmla="*/ 2473404 h 2767298"/>
              <a:gd name="connsiteX2471" fmla="*/ 3460235 w 4752801"/>
              <a:gd name="connsiteY2471" fmla="*/ 2481905 h 2767298"/>
              <a:gd name="connsiteX2472" fmla="*/ 3459020 w 4752801"/>
              <a:gd name="connsiteY2472" fmla="*/ 2482715 h 2767298"/>
              <a:gd name="connsiteX2473" fmla="*/ 3449305 w 4752801"/>
              <a:gd name="connsiteY2473" fmla="*/ 2482715 h 2767298"/>
              <a:gd name="connsiteX2474" fmla="*/ 3448091 w 4752801"/>
              <a:gd name="connsiteY2474" fmla="*/ 2481905 h 2767298"/>
              <a:gd name="connsiteX2475" fmla="*/ 3443233 w 4752801"/>
              <a:gd name="connsiteY2475" fmla="*/ 2473404 h 2767298"/>
              <a:gd name="connsiteX2476" fmla="*/ 3443233 w 4752801"/>
              <a:gd name="connsiteY2476" fmla="*/ 2472190 h 2767298"/>
              <a:gd name="connsiteX2477" fmla="*/ 3448091 w 4752801"/>
              <a:gd name="connsiteY2477" fmla="*/ 2463689 h 2767298"/>
              <a:gd name="connsiteX2478" fmla="*/ 3449305 w 4752801"/>
              <a:gd name="connsiteY2478" fmla="*/ 2462879 h 2767298"/>
              <a:gd name="connsiteX2479" fmla="*/ 3529457 w 4752801"/>
              <a:gd name="connsiteY2479" fmla="*/ 2462474 h 2767298"/>
              <a:gd name="connsiteX2480" fmla="*/ 3540387 w 4752801"/>
              <a:gd name="connsiteY2480" fmla="*/ 2462474 h 2767298"/>
              <a:gd name="connsiteX2481" fmla="*/ 3541602 w 4752801"/>
              <a:gd name="connsiteY2481" fmla="*/ 2463284 h 2767298"/>
              <a:gd name="connsiteX2482" fmla="*/ 3546865 w 4752801"/>
              <a:gd name="connsiteY2482" fmla="*/ 2472594 h 2767298"/>
              <a:gd name="connsiteX2483" fmla="*/ 3546865 w 4752801"/>
              <a:gd name="connsiteY2483" fmla="*/ 2473809 h 2767298"/>
              <a:gd name="connsiteX2484" fmla="*/ 3541602 w 4752801"/>
              <a:gd name="connsiteY2484" fmla="*/ 2483119 h 2767298"/>
              <a:gd name="connsiteX2485" fmla="*/ 3540387 w 4752801"/>
              <a:gd name="connsiteY2485" fmla="*/ 2483929 h 2767298"/>
              <a:gd name="connsiteX2486" fmla="*/ 3529457 w 4752801"/>
              <a:gd name="connsiteY2486" fmla="*/ 2483929 h 2767298"/>
              <a:gd name="connsiteX2487" fmla="*/ 3528243 w 4752801"/>
              <a:gd name="connsiteY2487" fmla="*/ 2483119 h 2767298"/>
              <a:gd name="connsiteX2488" fmla="*/ 3522981 w 4752801"/>
              <a:gd name="connsiteY2488" fmla="*/ 2473809 h 2767298"/>
              <a:gd name="connsiteX2489" fmla="*/ 3522981 w 4752801"/>
              <a:gd name="connsiteY2489" fmla="*/ 2472594 h 2767298"/>
              <a:gd name="connsiteX2490" fmla="*/ 3528243 w 4752801"/>
              <a:gd name="connsiteY2490" fmla="*/ 2463284 h 2767298"/>
              <a:gd name="connsiteX2491" fmla="*/ 3529457 w 4752801"/>
              <a:gd name="connsiteY2491" fmla="*/ 2462474 h 2767298"/>
              <a:gd name="connsiteX2492" fmla="*/ 3488976 w 4752801"/>
              <a:gd name="connsiteY2492" fmla="*/ 2462474 h 2767298"/>
              <a:gd name="connsiteX2493" fmla="*/ 3499906 w 4752801"/>
              <a:gd name="connsiteY2493" fmla="*/ 2462474 h 2767298"/>
              <a:gd name="connsiteX2494" fmla="*/ 3501121 w 4752801"/>
              <a:gd name="connsiteY2494" fmla="*/ 2462879 h 2767298"/>
              <a:gd name="connsiteX2495" fmla="*/ 3506384 w 4752801"/>
              <a:gd name="connsiteY2495" fmla="*/ 2472190 h 2767298"/>
              <a:gd name="connsiteX2496" fmla="*/ 3506384 w 4752801"/>
              <a:gd name="connsiteY2496" fmla="*/ 2473404 h 2767298"/>
              <a:gd name="connsiteX2497" fmla="*/ 3501121 w 4752801"/>
              <a:gd name="connsiteY2497" fmla="*/ 2482715 h 2767298"/>
              <a:gd name="connsiteX2498" fmla="*/ 3499906 w 4752801"/>
              <a:gd name="connsiteY2498" fmla="*/ 2483524 h 2767298"/>
              <a:gd name="connsiteX2499" fmla="*/ 3488976 w 4752801"/>
              <a:gd name="connsiteY2499" fmla="*/ 2483524 h 2767298"/>
              <a:gd name="connsiteX2500" fmla="*/ 3487762 w 4752801"/>
              <a:gd name="connsiteY2500" fmla="*/ 2482715 h 2767298"/>
              <a:gd name="connsiteX2501" fmla="*/ 3482500 w 4752801"/>
              <a:gd name="connsiteY2501" fmla="*/ 2473404 h 2767298"/>
              <a:gd name="connsiteX2502" fmla="*/ 3482500 w 4752801"/>
              <a:gd name="connsiteY2502" fmla="*/ 2472190 h 2767298"/>
              <a:gd name="connsiteX2503" fmla="*/ 3487762 w 4752801"/>
              <a:gd name="connsiteY2503" fmla="*/ 2462879 h 2767298"/>
              <a:gd name="connsiteX2504" fmla="*/ 3488976 w 4752801"/>
              <a:gd name="connsiteY2504" fmla="*/ 2462474 h 2767298"/>
              <a:gd name="connsiteX2505" fmla="*/ 4666980 w 4752801"/>
              <a:gd name="connsiteY2505" fmla="*/ 2429685 h 2767298"/>
              <a:gd name="connsiteX2506" fmla="*/ 4670219 w 4752801"/>
              <a:gd name="connsiteY2506" fmla="*/ 2429685 h 2767298"/>
              <a:gd name="connsiteX2507" fmla="*/ 4671838 w 4752801"/>
              <a:gd name="connsiteY2507" fmla="*/ 2432518 h 2767298"/>
              <a:gd name="connsiteX2508" fmla="*/ 4670219 w 4752801"/>
              <a:gd name="connsiteY2508" fmla="*/ 2435352 h 2767298"/>
              <a:gd name="connsiteX2509" fmla="*/ 4666980 w 4752801"/>
              <a:gd name="connsiteY2509" fmla="*/ 2435352 h 2767298"/>
              <a:gd name="connsiteX2510" fmla="*/ 4665361 w 4752801"/>
              <a:gd name="connsiteY2510" fmla="*/ 2432518 h 2767298"/>
              <a:gd name="connsiteX2511" fmla="*/ 4302649 w 4752801"/>
              <a:gd name="connsiteY2511" fmla="*/ 2429685 h 2767298"/>
              <a:gd name="connsiteX2512" fmla="*/ 4305888 w 4752801"/>
              <a:gd name="connsiteY2512" fmla="*/ 2429685 h 2767298"/>
              <a:gd name="connsiteX2513" fmla="*/ 4307507 w 4752801"/>
              <a:gd name="connsiteY2513" fmla="*/ 2432518 h 2767298"/>
              <a:gd name="connsiteX2514" fmla="*/ 4305888 w 4752801"/>
              <a:gd name="connsiteY2514" fmla="*/ 2435352 h 2767298"/>
              <a:gd name="connsiteX2515" fmla="*/ 4302649 w 4752801"/>
              <a:gd name="connsiteY2515" fmla="*/ 2435352 h 2767298"/>
              <a:gd name="connsiteX2516" fmla="*/ 4301030 w 4752801"/>
              <a:gd name="connsiteY2516" fmla="*/ 2432518 h 2767298"/>
              <a:gd name="connsiteX2517" fmla="*/ 4626499 w 4752801"/>
              <a:gd name="connsiteY2517" fmla="*/ 2429280 h 2767298"/>
              <a:gd name="connsiteX2518" fmla="*/ 4630142 w 4752801"/>
              <a:gd name="connsiteY2518" fmla="*/ 2429280 h 2767298"/>
              <a:gd name="connsiteX2519" fmla="*/ 4632167 w 4752801"/>
              <a:gd name="connsiteY2519" fmla="*/ 2432518 h 2767298"/>
              <a:gd name="connsiteX2520" fmla="*/ 4630142 w 4752801"/>
              <a:gd name="connsiteY2520" fmla="*/ 2435757 h 2767298"/>
              <a:gd name="connsiteX2521" fmla="*/ 4626499 w 4752801"/>
              <a:gd name="connsiteY2521" fmla="*/ 2435757 h 2767298"/>
              <a:gd name="connsiteX2522" fmla="*/ 4624475 w 4752801"/>
              <a:gd name="connsiteY2522" fmla="*/ 2432518 h 2767298"/>
              <a:gd name="connsiteX2523" fmla="*/ 4464574 w 4752801"/>
              <a:gd name="connsiteY2523" fmla="*/ 2429280 h 2767298"/>
              <a:gd name="connsiteX2524" fmla="*/ 4468217 w 4752801"/>
              <a:gd name="connsiteY2524" fmla="*/ 2429280 h 2767298"/>
              <a:gd name="connsiteX2525" fmla="*/ 4470242 w 4752801"/>
              <a:gd name="connsiteY2525" fmla="*/ 2432518 h 2767298"/>
              <a:gd name="connsiteX2526" fmla="*/ 4468217 w 4752801"/>
              <a:gd name="connsiteY2526" fmla="*/ 2435757 h 2767298"/>
              <a:gd name="connsiteX2527" fmla="*/ 4464574 w 4752801"/>
              <a:gd name="connsiteY2527" fmla="*/ 2435757 h 2767298"/>
              <a:gd name="connsiteX2528" fmla="*/ 4462550 w 4752801"/>
              <a:gd name="connsiteY2528" fmla="*/ 2432518 h 2767298"/>
              <a:gd name="connsiteX2529" fmla="*/ 4221687 w 4752801"/>
              <a:gd name="connsiteY2529" fmla="*/ 2429280 h 2767298"/>
              <a:gd name="connsiteX2530" fmla="*/ 4225330 w 4752801"/>
              <a:gd name="connsiteY2530" fmla="*/ 2429280 h 2767298"/>
              <a:gd name="connsiteX2531" fmla="*/ 4227355 w 4752801"/>
              <a:gd name="connsiteY2531" fmla="*/ 2432518 h 2767298"/>
              <a:gd name="connsiteX2532" fmla="*/ 4225330 w 4752801"/>
              <a:gd name="connsiteY2532" fmla="*/ 2435757 h 2767298"/>
              <a:gd name="connsiteX2533" fmla="*/ 4221687 w 4752801"/>
              <a:gd name="connsiteY2533" fmla="*/ 2435757 h 2767298"/>
              <a:gd name="connsiteX2534" fmla="*/ 4219663 w 4752801"/>
              <a:gd name="connsiteY2534" fmla="*/ 2432518 h 2767298"/>
              <a:gd name="connsiteX2535" fmla="*/ 4181206 w 4752801"/>
              <a:gd name="connsiteY2535" fmla="*/ 2429280 h 2767298"/>
              <a:gd name="connsiteX2536" fmla="*/ 4184849 w 4752801"/>
              <a:gd name="connsiteY2536" fmla="*/ 2429280 h 2767298"/>
              <a:gd name="connsiteX2537" fmla="*/ 4186874 w 4752801"/>
              <a:gd name="connsiteY2537" fmla="*/ 2432518 h 2767298"/>
              <a:gd name="connsiteX2538" fmla="*/ 4184849 w 4752801"/>
              <a:gd name="connsiteY2538" fmla="*/ 2435757 h 2767298"/>
              <a:gd name="connsiteX2539" fmla="*/ 4181206 w 4752801"/>
              <a:gd name="connsiteY2539" fmla="*/ 2435757 h 2767298"/>
              <a:gd name="connsiteX2540" fmla="*/ 4179182 w 4752801"/>
              <a:gd name="connsiteY2540" fmla="*/ 2432518 h 2767298"/>
              <a:gd name="connsiteX2541" fmla="*/ 4585613 w 4752801"/>
              <a:gd name="connsiteY2541" fmla="*/ 2428875 h 2767298"/>
              <a:gd name="connsiteX2542" fmla="*/ 4589661 w 4752801"/>
              <a:gd name="connsiteY2542" fmla="*/ 2428875 h 2767298"/>
              <a:gd name="connsiteX2543" fmla="*/ 4591685 w 4752801"/>
              <a:gd name="connsiteY2543" fmla="*/ 2432518 h 2767298"/>
              <a:gd name="connsiteX2544" fmla="*/ 4589661 w 4752801"/>
              <a:gd name="connsiteY2544" fmla="*/ 2436162 h 2767298"/>
              <a:gd name="connsiteX2545" fmla="*/ 4585613 w 4752801"/>
              <a:gd name="connsiteY2545" fmla="*/ 2436162 h 2767298"/>
              <a:gd name="connsiteX2546" fmla="*/ 4583589 w 4752801"/>
              <a:gd name="connsiteY2546" fmla="*/ 2432518 h 2767298"/>
              <a:gd name="connsiteX2547" fmla="*/ 4545132 w 4752801"/>
              <a:gd name="connsiteY2547" fmla="*/ 2428875 h 2767298"/>
              <a:gd name="connsiteX2548" fmla="*/ 4549180 w 4752801"/>
              <a:gd name="connsiteY2548" fmla="*/ 2428875 h 2767298"/>
              <a:gd name="connsiteX2549" fmla="*/ 4551204 w 4752801"/>
              <a:gd name="connsiteY2549" fmla="*/ 2432518 h 2767298"/>
              <a:gd name="connsiteX2550" fmla="*/ 4549180 w 4752801"/>
              <a:gd name="connsiteY2550" fmla="*/ 2436162 h 2767298"/>
              <a:gd name="connsiteX2551" fmla="*/ 4545132 w 4752801"/>
              <a:gd name="connsiteY2551" fmla="*/ 2436162 h 2767298"/>
              <a:gd name="connsiteX2552" fmla="*/ 4543108 w 4752801"/>
              <a:gd name="connsiteY2552" fmla="*/ 2432518 h 2767298"/>
              <a:gd name="connsiteX2553" fmla="*/ 4504246 w 4752801"/>
              <a:gd name="connsiteY2553" fmla="*/ 2428875 h 2767298"/>
              <a:gd name="connsiteX2554" fmla="*/ 4508699 w 4752801"/>
              <a:gd name="connsiteY2554" fmla="*/ 2428875 h 2767298"/>
              <a:gd name="connsiteX2555" fmla="*/ 4510723 w 4752801"/>
              <a:gd name="connsiteY2555" fmla="*/ 2432518 h 2767298"/>
              <a:gd name="connsiteX2556" fmla="*/ 4508699 w 4752801"/>
              <a:gd name="connsiteY2556" fmla="*/ 2436162 h 2767298"/>
              <a:gd name="connsiteX2557" fmla="*/ 4504246 w 4752801"/>
              <a:gd name="connsiteY2557" fmla="*/ 2436162 h 2767298"/>
              <a:gd name="connsiteX2558" fmla="*/ 4502222 w 4752801"/>
              <a:gd name="connsiteY2558" fmla="*/ 2432518 h 2767298"/>
              <a:gd name="connsiteX2559" fmla="*/ 4423284 w 4752801"/>
              <a:gd name="connsiteY2559" fmla="*/ 2428875 h 2767298"/>
              <a:gd name="connsiteX2560" fmla="*/ 4427737 w 4752801"/>
              <a:gd name="connsiteY2560" fmla="*/ 2428875 h 2767298"/>
              <a:gd name="connsiteX2561" fmla="*/ 4429761 w 4752801"/>
              <a:gd name="connsiteY2561" fmla="*/ 2432518 h 2767298"/>
              <a:gd name="connsiteX2562" fmla="*/ 4427737 w 4752801"/>
              <a:gd name="connsiteY2562" fmla="*/ 2436162 h 2767298"/>
              <a:gd name="connsiteX2563" fmla="*/ 4423284 w 4752801"/>
              <a:gd name="connsiteY2563" fmla="*/ 2436162 h 2767298"/>
              <a:gd name="connsiteX2564" fmla="*/ 4421260 w 4752801"/>
              <a:gd name="connsiteY2564" fmla="*/ 2432518 h 2767298"/>
              <a:gd name="connsiteX2565" fmla="*/ 4383207 w 4752801"/>
              <a:gd name="connsiteY2565" fmla="*/ 2428875 h 2767298"/>
              <a:gd name="connsiteX2566" fmla="*/ 4387255 w 4752801"/>
              <a:gd name="connsiteY2566" fmla="*/ 2428875 h 2767298"/>
              <a:gd name="connsiteX2567" fmla="*/ 4389279 w 4752801"/>
              <a:gd name="connsiteY2567" fmla="*/ 2432518 h 2767298"/>
              <a:gd name="connsiteX2568" fmla="*/ 4387255 w 4752801"/>
              <a:gd name="connsiteY2568" fmla="*/ 2436162 h 2767298"/>
              <a:gd name="connsiteX2569" fmla="*/ 4383207 w 4752801"/>
              <a:gd name="connsiteY2569" fmla="*/ 2436162 h 2767298"/>
              <a:gd name="connsiteX2570" fmla="*/ 4381183 w 4752801"/>
              <a:gd name="connsiteY2570" fmla="*/ 2432518 h 2767298"/>
              <a:gd name="connsiteX2571" fmla="*/ 4342726 w 4752801"/>
              <a:gd name="connsiteY2571" fmla="*/ 2428875 h 2767298"/>
              <a:gd name="connsiteX2572" fmla="*/ 4346774 w 4752801"/>
              <a:gd name="connsiteY2572" fmla="*/ 2428875 h 2767298"/>
              <a:gd name="connsiteX2573" fmla="*/ 4348798 w 4752801"/>
              <a:gd name="connsiteY2573" fmla="*/ 2432518 h 2767298"/>
              <a:gd name="connsiteX2574" fmla="*/ 4346774 w 4752801"/>
              <a:gd name="connsiteY2574" fmla="*/ 2436162 h 2767298"/>
              <a:gd name="connsiteX2575" fmla="*/ 4342726 w 4752801"/>
              <a:gd name="connsiteY2575" fmla="*/ 2436162 h 2767298"/>
              <a:gd name="connsiteX2576" fmla="*/ 4340702 w 4752801"/>
              <a:gd name="connsiteY2576" fmla="*/ 2432518 h 2767298"/>
              <a:gd name="connsiteX2577" fmla="*/ 4140320 w 4752801"/>
              <a:gd name="connsiteY2577" fmla="*/ 2428875 h 2767298"/>
              <a:gd name="connsiteX2578" fmla="*/ 4144368 w 4752801"/>
              <a:gd name="connsiteY2578" fmla="*/ 2428875 h 2767298"/>
              <a:gd name="connsiteX2579" fmla="*/ 4146392 w 4752801"/>
              <a:gd name="connsiteY2579" fmla="*/ 2432518 h 2767298"/>
              <a:gd name="connsiteX2580" fmla="*/ 4144368 w 4752801"/>
              <a:gd name="connsiteY2580" fmla="*/ 2436162 h 2767298"/>
              <a:gd name="connsiteX2581" fmla="*/ 4140320 w 4752801"/>
              <a:gd name="connsiteY2581" fmla="*/ 2436162 h 2767298"/>
              <a:gd name="connsiteX2582" fmla="*/ 4138296 w 4752801"/>
              <a:gd name="connsiteY2582" fmla="*/ 2432518 h 2767298"/>
              <a:gd name="connsiteX2583" fmla="*/ 4099838 w 4752801"/>
              <a:gd name="connsiteY2583" fmla="*/ 2428875 h 2767298"/>
              <a:gd name="connsiteX2584" fmla="*/ 4103886 w 4752801"/>
              <a:gd name="connsiteY2584" fmla="*/ 2428875 h 2767298"/>
              <a:gd name="connsiteX2585" fmla="*/ 4105910 w 4752801"/>
              <a:gd name="connsiteY2585" fmla="*/ 2432518 h 2767298"/>
              <a:gd name="connsiteX2586" fmla="*/ 4103886 w 4752801"/>
              <a:gd name="connsiteY2586" fmla="*/ 2436162 h 2767298"/>
              <a:gd name="connsiteX2587" fmla="*/ 4099838 w 4752801"/>
              <a:gd name="connsiteY2587" fmla="*/ 2436162 h 2767298"/>
              <a:gd name="connsiteX2588" fmla="*/ 4097814 w 4752801"/>
              <a:gd name="connsiteY2588" fmla="*/ 2432518 h 2767298"/>
              <a:gd name="connsiteX2589" fmla="*/ 4261359 w 4752801"/>
              <a:gd name="connsiteY2589" fmla="*/ 2428470 h 2767298"/>
              <a:gd name="connsiteX2590" fmla="*/ 4265812 w 4752801"/>
              <a:gd name="connsiteY2590" fmla="*/ 2428470 h 2767298"/>
              <a:gd name="connsiteX2591" fmla="*/ 4267836 w 4752801"/>
              <a:gd name="connsiteY2591" fmla="*/ 2432518 h 2767298"/>
              <a:gd name="connsiteX2592" fmla="*/ 4265812 w 4752801"/>
              <a:gd name="connsiteY2592" fmla="*/ 2436566 h 2767298"/>
              <a:gd name="connsiteX2593" fmla="*/ 4261359 w 4752801"/>
              <a:gd name="connsiteY2593" fmla="*/ 2436566 h 2767298"/>
              <a:gd name="connsiteX2594" fmla="*/ 4259335 w 4752801"/>
              <a:gd name="connsiteY2594" fmla="*/ 2432518 h 2767298"/>
              <a:gd name="connsiteX2595" fmla="*/ 4059358 w 4752801"/>
              <a:gd name="connsiteY2595" fmla="*/ 2428470 h 2767298"/>
              <a:gd name="connsiteX2596" fmla="*/ 4063001 w 4752801"/>
              <a:gd name="connsiteY2596" fmla="*/ 2428470 h 2767298"/>
              <a:gd name="connsiteX2597" fmla="*/ 4064215 w 4752801"/>
              <a:gd name="connsiteY2597" fmla="*/ 2429280 h 2767298"/>
              <a:gd name="connsiteX2598" fmla="*/ 4065834 w 4752801"/>
              <a:gd name="connsiteY2598" fmla="*/ 2432113 h 2767298"/>
              <a:gd name="connsiteX2599" fmla="*/ 4065834 w 4752801"/>
              <a:gd name="connsiteY2599" fmla="*/ 2433328 h 2767298"/>
              <a:gd name="connsiteX2600" fmla="*/ 4064215 w 4752801"/>
              <a:gd name="connsiteY2600" fmla="*/ 2436162 h 2767298"/>
              <a:gd name="connsiteX2601" fmla="*/ 4063001 w 4752801"/>
              <a:gd name="connsiteY2601" fmla="*/ 2436566 h 2767298"/>
              <a:gd name="connsiteX2602" fmla="*/ 4059358 w 4752801"/>
              <a:gd name="connsiteY2602" fmla="*/ 2436566 h 2767298"/>
              <a:gd name="connsiteX2603" fmla="*/ 4058143 w 4752801"/>
              <a:gd name="connsiteY2603" fmla="*/ 2436162 h 2767298"/>
              <a:gd name="connsiteX2604" fmla="*/ 4056524 w 4752801"/>
              <a:gd name="connsiteY2604" fmla="*/ 2433328 h 2767298"/>
              <a:gd name="connsiteX2605" fmla="*/ 4056524 w 4752801"/>
              <a:gd name="connsiteY2605" fmla="*/ 2432113 h 2767298"/>
              <a:gd name="connsiteX2606" fmla="*/ 4058143 w 4752801"/>
              <a:gd name="connsiteY2606" fmla="*/ 2429280 h 2767298"/>
              <a:gd name="connsiteX2607" fmla="*/ 4059358 w 4752801"/>
              <a:gd name="connsiteY2607" fmla="*/ 2428470 h 2767298"/>
              <a:gd name="connsiteX2608" fmla="*/ 4018877 w 4752801"/>
              <a:gd name="connsiteY2608" fmla="*/ 2428470 h 2767298"/>
              <a:gd name="connsiteX2609" fmla="*/ 4022520 w 4752801"/>
              <a:gd name="connsiteY2609" fmla="*/ 2428470 h 2767298"/>
              <a:gd name="connsiteX2610" fmla="*/ 4023734 w 4752801"/>
              <a:gd name="connsiteY2610" fmla="*/ 2429280 h 2767298"/>
              <a:gd name="connsiteX2611" fmla="*/ 4025353 w 4752801"/>
              <a:gd name="connsiteY2611" fmla="*/ 2432113 h 2767298"/>
              <a:gd name="connsiteX2612" fmla="*/ 4025353 w 4752801"/>
              <a:gd name="connsiteY2612" fmla="*/ 2433328 h 2767298"/>
              <a:gd name="connsiteX2613" fmla="*/ 4023734 w 4752801"/>
              <a:gd name="connsiteY2613" fmla="*/ 2436162 h 2767298"/>
              <a:gd name="connsiteX2614" fmla="*/ 4022520 w 4752801"/>
              <a:gd name="connsiteY2614" fmla="*/ 2436162 h 2767298"/>
              <a:gd name="connsiteX2615" fmla="*/ 4018877 w 4752801"/>
              <a:gd name="connsiteY2615" fmla="*/ 2436162 h 2767298"/>
              <a:gd name="connsiteX2616" fmla="*/ 4017662 w 4752801"/>
              <a:gd name="connsiteY2616" fmla="*/ 2435757 h 2767298"/>
              <a:gd name="connsiteX2617" fmla="*/ 4016043 w 4752801"/>
              <a:gd name="connsiteY2617" fmla="*/ 2432923 h 2767298"/>
              <a:gd name="connsiteX2618" fmla="*/ 4016043 w 4752801"/>
              <a:gd name="connsiteY2618" fmla="*/ 2431709 h 2767298"/>
              <a:gd name="connsiteX2619" fmla="*/ 4017662 w 4752801"/>
              <a:gd name="connsiteY2619" fmla="*/ 2428875 h 2767298"/>
              <a:gd name="connsiteX2620" fmla="*/ 4018877 w 4752801"/>
              <a:gd name="connsiteY2620" fmla="*/ 2428470 h 2767298"/>
              <a:gd name="connsiteX2621" fmla="*/ 3937509 w 4752801"/>
              <a:gd name="connsiteY2621" fmla="*/ 2428065 h 2767298"/>
              <a:gd name="connsiteX2622" fmla="*/ 3941557 w 4752801"/>
              <a:gd name="connsiteY2622" fmla="*/ 2428065 h 2767298"/>
              <a:gd name="connsiteX2623" fmla="*/ 3942771 w 4752801"/>
              <a:gd name="connsiteY2623" fmla="*/ 2428875 h 2767298"/>
              <a:gd name="connsiteX2624" fmla="*/ 3944796 w 4752801"/>
              <a:gd name="connsiteY2624" fmla="*/ 2432113 h 2767298"/>
              <a:gd name="connsiteX2625" fmla="*/ 3944796 w 4752801"/>
              <a:gd name="connsiteY2625" fmla="*/ 2433328 h 2767298"/>
              <a:gd name="connsiteX2626" fmla="*/ 3942771 w 4752801"/>
              <a:gd name="connsiteY2626" fmla="*/ 2436566 h 2767298"/>
              <a:gd name="connsiteX2627" fmla="*/ 3941557 w 4752801"/>
              <a:gd name="connsiteY2627" fmla="*/ 2436971 h 2767298"/>
              <a:gd name="connsiteX2628" fmla="*/ 3937509 w 4752801"/>
              <a:gd name="connsiteY2628" fmla="*/ 2436971 h 2767298"/>
              <a:gd name="connsiteX2629" fmla="*/ 3936295 w 4752801"/>
              <a:gd name="connsiteY2629" fmla="*/ 2436566 h 2767298"/>
              <a:gd name="connsiteX2630" fmla="*/ 3934271 w 4752801"/>
              <a:gd name="connsiteY2630" fmla="*/ 2433328 h 2767298"/>
              <a:gd name="connsiteX2631" fmla="*/ 3934271 w 4752801"/>
              <a:gd name="connsiteY2631" fmla="*/ 2432113 h 2767298"/>
              <a:gd name="connsiteX2632" fmla="*/ 3936295 w 4752801"/>
              <a:gd name="connsiteY2632" fmla="*/ 2428875 h 2767298"/>
              <a:gd name="connsiteX2633" fmla="*/ 3937509 w 4752801"/>
              <a:gd name="connsiteY2633" fmla="*/ 2428065 h 2767298"/>
              <a:gd name="connsiteX2634" fmla="*/ 3897433 w 4752801"/>
              <a:gd name="connsiteY2634" fmla="*/ 2428065 h 2767298"/>
              <a:gd name="connsiteX2635" fmla="*/ 3901076 w 4752801"/>
              <a:gd name="connsiteY2635" fmla="*/ 2428065 h 2767298"/>
              <a:gd name="connsiteX2636" fmla="*/ 3902290 w 4752801"/>
              <a:gd name="connsiteY2636" fmla="*/ 2428470 h 2767298"/>
              <a:gd name="connsiteX2637" fmla="*/ 3903909 w 4752801"/>
              <a:gd name="connsiteY2637" fmla="*/ 2431708 h 2767298"/>
              <a:gd name="connsiteX2638" fmla="*/ 3903909 w 4752801"/>
              <a:gd name="connsiteY2638" fmla="*/ 2432923 h 2767298"/>
              <a:gd name="connsiteX2639" fmla="*/ 3902290 w 4752801"/>
              <a:gd name="connsiteY2639" fmla="*/ 2436161 h 2767298"/>
              <a:gd name="connsiteX2640" fmla="*/ 3901076 w 4752801"/>
              <a:gd name="connsiteY2640" fmla="*/ 2436971 h 2767298"/>
              <a:gd name="connsiteX2641" fmla="*/ 3897433 w 4752801"/>
              <a:gd name="connsiteY2641" fmla="*/ 2436971 h 2767298"/>
              <a:gd name="connsiteX2642" fmla="*/ 3896218 w 4752801"/>
              <a:gd name="connsiteY2642" fmla="*/ 2436161 h 2767298"/>
              <a:gd name="connsiteX2643" fmla="*/ 3894599 w 4752801"/>
              <a:gd name="connsiteY2643" fmla="*/ 2432923 h 2767298"/>
              <a:gd name="connsiteX2644" fmla="*/ 3894599 w 4752801"/>
              <a:gd name="connsiteY2644" fmla="*/ 2431708 h 2767298"/>
              <a:gd name="connsiteX2645" fmla="*/ 3896218 w 4752801"/>
              <a:gd name="connsiteY2645" fmla="*/ 2428470 h 2767298"/>
              <a:gd name="connsiteX2646" fmla="*/ 3897433 w 4752801"/>
              <a:gd name="connsiteY2646" fmla="*/ 2428065 h 2767298"/>
              <a:gd name="connsiteX2647" fmla="*/ 3856952 w 4752801"/>
              <a:gd name="connsiteY2647" fmla="*/ 2428065 h 2767298"/>
              <a:gd name="connsiteX2648" fmla="*/ 3860595 w 4752801"/>
              <a:gd name="connsiteY2648" fmla="*/ 2428065 h 2767298"/>
              <a:gd name="connsiteX2649" fmla="*/ 3861809 w 4752801"/>
              <a:gd name="connsiteY2649" fmla="*/ 2428470 h 2767298"/>
              <a:gd name="connsiteX2650" fmla="*/ 3863428 w 4752801"/>
              <a:gd name="connsiteY2650" fmla="*/ 2431708 h 2767298"/>
              <a:gd name="connsiteX2651" fmla="*/ 3863428 w 4752801"/>
              <a:gd name="connsiteY2651" fmla="*/ 2432923 h 2767298"/>
              <a:gd name="connsiteX2652" fmla="*/ 3861809 w 4752801"/>
              <a:gd name="connsiteY2652" fmla="*/ 2436161 h 2767298"/>
              <a:gd name="connsiteX2653" fmla="*/ 3860595 w 4752801"/>
              <a:gd name="connsiteY2653" fmla="*/ 2436971 h 2767298"/>
              <a:gd name="connsiteX2654" fmla="*/ 3856952 w 4752801"/>
              <a:gd name="connsiteY2654" fmla="*/ 2436971 h 2767298"/>
              <a:gd name="connsiteX2655" fmla="*/ 3855737 w 4752801"/>
              <a:gd name="connsiteY2655" fmla="*/ 2436161 h 2767298"/>
              <a:gd name="connsiteX2656" fmla="*/ 3854118 w 4752801"/>
              <a:gd name="connsiteY2656" fmla="*/ 2432923 h 2767298"/>
              <a:gd name="connsiteX2657" fmla="*/ 3854118 w 4752801"/>
              <a:gd name="connsiteY2657" fmla="*/ 2431708 h 2767298"/>
              <a:gd name="connsiteX2658" fmla="*/ 3855737 w 4752801"/>
              <a:gd name="connsiteY2658" fmla="*/ 2428470 h 2767298"/>
              <a:gd name="connsiteX2659" fmla="*/ 3856952 w 4752801"/>
              <a:gd name="connsiteY2659" fmla="*/ 2428065 h 2767298"/>
              <a:gd name="connsiteX2660" fmla="*/ 3816065 w 4752801"/>
              <a:gd name="connsiteY2660" fmla="*/ 2428065 h 2767298"/>
              <a:gd name="connsiteX2661" fmla="*/ 3820113 w 4752801"/>
              <a:gd name="connsiteY2661" fmla="*/ 2428065 h 2767298"/>
              <a:gd name="connsiteX2662" fmla="*/ 3821327 w 4752801"/>
              <a:gd name="connsiteY2662" fmla="*/ 2428875 h 2767298"/>
              <a:gd name="connsiteX2663" fmla="*/ 3823352 w 4752801"/>
              <a:gd name="connsiteY2663" fmla="*/ 2432113 h 2767298"/>
              <a:gd name="connsiteX2664" fmla="*/ 3823352 w 4752801"/>
              <a:gd name="connsiteY2664" fmla="*/ 2433328 h 2767298"/>
              <a:gd name="connsiteX2665" fmla="*/ 3821327 w 4752801"/>
              <a:gd name="connsiteY2665" fmla="*/ 2436566 h 2767298"/>
              <a:gd name="connsiteX2666" fmla="*/ 3820113 w 4752801"/>
              <a:gd name="connsiteY2666" fmla="*/ 2436971 h 2767298"/>
              <a:gd name="connsiteX2667" fmla="*/ 3816065 w 4752801"/>
              <a:gd name="connsiteY2667" fmla="*/ 2436971 h 2767298"/>
              <a:gd name="connsiteX2668" fmla="*/ 3814851 w 4752801"/>
              <a:gd name="connsiteY2668" fmla="*/ 2436566 h 2767298"/>
              <a:gd name="connsiteX2669" fmla="*/ 3812827 w 4752801"/>
              <a:gd name="connsiteY2669" fmla="*/ 2433328 h 2767298"/>
              <a:gd name="connsiteX2670" fmla="*/ 3812827 w 4752801"/>
              <a:gd name="connsiteY2670" fmla="*/ 2432113 h 2767298"/>
              <a:gd name="connsiteX2671" fmla="*/ 3814851 w 4752801"/>
              <a:gd name="connsiteY2671" fmla="*/ 2428875 h 2767298"/>
              <a:gd name="connsiteX2672" fmla="*/ 3816065 w 4752801"/>
              <a:gd name="connsiteY2672" fmla="*/ 2428065 h 2767298"/>
              <a:gd name="connsiteX2673" fmla="*/ 3978395 w 4752801"/>
              <a:gd name="connsiteY2673" fmla="*/ 2427661 h 2767298"/>
              <a:gd name="connsiteX2674" fmla="*/ 3982038 w 4752801"/>
              <a:gd name="connsiteY2674" fmla="*/ 2427661 h 2767298"/>
              <a:gd name="connsiteX2675" fmla="*/ 3983252 w 4752801"/>
              <a:gd name="connsiteY2675" fmla="*/ 2428470 h 2767298"/>
              <a:gd name="connsiteX2676" fmla="*/ 3984871 w 4752801"/>
              <a:gd name="connsiteY2676" fmla="*/ 2431709 h 2767298"/>
              <a:gd name="connsiteX2677" fmla="*/ 3984871 w 4752801"/>
              <a:gd name="connsiteY2677" fmla="*/ 2432924 h 2767298"/>
              <a:gd name="connsiteX2678" fmla="*/ 3983252 w 4752801"/>
              <a:gd name="connsiteY2678" fmla="*/ 2436162 h 2767298"/>
              <a:gd name="connsiteX2679" fmla="*/ 3982038 w 4752801"/>
              <a:gd name="connsiteY2679" fmla="*/ 2436972 h 2767298"/>
              <a:gd name="connsiteX2680" fmla="*/ 3978395 w 4752801"/>
              <a:gd name="connsiteY2680" fmla="*/ 2436972 h 2767298"/>
              <a:gd name="connsiteX2681" fmla="*/ 3977180 w 4752801"/>
              <a:gd name="connsiteY2681" fmla="*/ 2436162 h 2767298"/>
              <a:gd name="connsiteX2682" fmla="*/ 3975561 w 4752801"/>
              <a:gd name="connsiteY2682" fmla="*/ 2432924 h 2767298"/>
              <a:gd name="connsiteX2683" fmla="*/ 3975561 w 4752801"/>
              <a:gd name="connsiteY2683" fmla="*/ 2431709 h 2767298"/>
              <a:gd name="connsiteX2684" fmla="*/ 3977180 w 4752801"/>
              <a:gd name="connsiteY2684" fmla="*/ 2428470 h 2767298"/>
              <a:gd name="connsiteX2685" fmla="*/ 3978395 w 4752801"/>
              <a:gd name="connsiteY2685" fmla="*/ 2427661 h 2767298"/>
              <a:gd name="connsiteX2686" fmla="*/ 3775179 w 4752801"/>
              <a:gd name="connsiteY2686" fmla="*/ 2426446 h 2767298"/>
              <a:gd name="connsiteX2687" fmla="*/ 3780442 w 4752801"/>
              <a:gd name="connsiteY2687" fmla="*/ 2426446 h 2767298"/>
              <a:gd name="connsiteX2688" fmla="*/ 3781656 w 4752801"/>
              <a:gd name="connsiteY2688" fmla="*/ 2427256 h 2767298"/>
              <a:gd name="connsiteX2689" fmla="*/ 3784085 w 4752801"/>
              <a:gd name="connsiteY2689" fmla="*/ 2431709 h 2767298"/>
              <a:gd name="connsiteX2690" fmla="*/ 3784085 w 4752801"/>
              <a:gd name="connsiteY2690" fmla="*/ 2432923 h 2767298"/>
              <a:gd name="connsiteX2691" fmla="*/ 3781656 w 4752801"/>
              <a:gd name="connsiteY2691" fmla="*/ 2437376 h 2767298"/>
              <a:gd name="connsiteX2692" fmla="*/ 3780442 w 4752801"/>
              <a:gd name="connsiteY2692" fmla="*/ 2438186 h 2767298"/>
              <a:gd name="connsiteX2693" fmla="*/ 3775179 w 4752801"/>
              <a:gd name="connsiteY2693" fmla="*/ 2438186 h 2767298"/>
              <a:gd name="connsiteX2694" fmla="*/ 3773965 w 4752801"/>
              <a:gd name="connsiteY2694" fmla="*/ 2437376 h 2767298"/>
              <a:gd name="connsiteX2695" fmla="*/ 3771536 w 4752801"/>
              <a:gd name="connsiteY2695" fmla="*/ 2432923 h 2767298"/>
              <a:gd name="connsiteX2696" fmla="*/ 3771536 w 4752801"/>
              <a:gd name="connsiteY2696" fmla="*/ 2431709 h 2767298"/>
              <a:gd name="connsiteX2697" fmla="*/ 3773965 w 4752801"/>
              <a:gd name="connsiteY2697" fmla="*/ 2427256 h 2767298"/>
              <a:gd name="connsiteX2698" fmla="*/ 3775179 w 4752801"/>
              <a:gd name="connsiteY2698" fmla="*/ 2426446 h 2767298"/>
              <a:gd name="connsiteX2699" fmla="*/ 3733888 w 4752801"/>
              <a:gd name="connsiteY2699" fmla="*/ 2425232 h 2767298"/>
              <a:gd name="connsiteX2700" fmla="*/ 3740365 w 4752801"/>
              <a:gd name="connsiteY2700" fmla="*/ 2425232 h 2767298"/>
              <a:gd name="connsiteX2701" fmla="*/ 3741580 w 4752801"/>
              <a:gd name="connsiteY2701" fmla="*/ 2426042 h 2767298"/>
              <a:gd name="connsiteX2702" fmla="*/ 3744818 w 4752801"/>
              <a:gd name="connsiteY2702" fmla="*/ 2431709 h 2767298"/>
              <a:gd name="connsiteX2703" fmla="*/ 3744818 w 4752801"/>
              <a:gd name="connsiteY2703" fmla="*/ 2432924 h 2767298"/>
              <a:gd name="connsiteX2704" fmla="*/ 3741580 w 4752801"/>
              <a:gd name="connsiteY2704" fmla="*/ 2438591 h 2767298"/>
              <a:gd name="connsiteX2705" fmla="*/ 3740365 w 4752801"/>
              <a:gd name="connsiteY2705" fmla="*/ 2438996 h 2767298"/>
              <a:gd name="connsiteX2706" fmla="*/ 3733888 w 4752801"/>
              <a:gd name="connsiteY2706" fmla="*/ 2438996 h 2767298"/>
              <a:gd name="connsiteX2707" fmla="*/ 3732674 w 4752801"/>
              <a:gd name="connsiteY2707" fmla="*/ 2438591 h 2767298"/>
              <a:gd name="connsiteX2708" fmla="*/ 3729436 w 4752801"/>
              <a:gd name="connsiteY2708" fmla="*/ 2432924 h 2767298"/>
              <a:gd name="connsiteX2709" fmla="*/ 3729436 w 4752801"/>
              <a:gd name="connsiteY2709" fmla="*/ 2431709 h 2767298"/>
              <a:gd name="connsiteX2710" fmla="*/ 3732674 w 4752801"/>
              <a:gd name="connsiteY2710" fmla="*/ 2426042 h 2767298"/>
              <a:gd name="connsiteX2711" fmla="*/ 3733888 w 4752801"/>
              <a:gd name="connsiteY2711" fmla="*/ 2425232 h 2767298"/>
              <a:gd name="connsiteX2712" fmla="*/ 3693002 w 4752801"/>
              <a:gd name="connsiteY2712" fmla="*/ 2425232 h 2767298"/>
              <a:gd name="connsiteX2713" fmla="*/ 3700288 w 4752801"/>
              <a:gd name="connsiteY2713" fmla="*/ 2425232 h 2767298"/>
              <a:gd name="connsiteX2714" fmla="*/ 3701503 w 4752801"/>
              <a:gd name="connsiteY2714" fmla="*/ 2426042 h 2767298"/>
              <a:gd name="connsiteX2715" fmla="*/ 3705146 w 4752801"/>
              <a:gd name="connsiteY2715" fmla="*/ 2432114 h 2767298"/>
              <a:gd name="connsiteX2716" fmla="*/ 3705146 w 4752801"/>
              <a:gd name="connsiteY2716" fmla="*/ 2433328 h 2767298"/>
              <a:gd name="connsiteX2717" fmla="*/ 3701503 w 4752801"/>
              <a:gd name="connsiteY2717" fmla="*/ 2439400 h 2767298"/>
              <a:gd name="connsiteX2718" fmla="*/ 3700288 w 4752801"/>
              <a:gd name="connsiteY2718" fmla="*/ 2440210 h 2767298"/>
              <a:gd name="connsiteX2719" fmla="*/ 3693002 w 4752801"/>
              <a:gd name="connsiteY2719" fmla="*/ 2440210 h 2767298"/>
              <a:gd name="connsiteX2720" fmla="*/ 3691787 w 4752801"/>
              <a:gd name="connsiteY2720" fmla="*/ 2439400 h 2767298"/>
              <a:gd name="connsiteX2721" fmla="*/ 3688144 w 4752801"/>
              <a:gd name="connsiteY2721" fmla="*/ 2433328 h 2767298"/>
              <a:gd name="connsiteX2722" fmla="*/ 3688144 w 4752801"/>
              <a:gd name="connsiteY2722" fmla="*/ 2432114 h 2767298"/>
              <a:gd name="connsiteX2723" fmla="*/ 3691787 w 4752801"/>
              <a:gd name="connsiteY2723" fmla="*/ 2426042 h 2767298"/>
              <a:gd name="connsiteX2724" fmla="*/ 3693002 w 4752801"/>
              <a:gd name="connsiteY2724" fmla="*/ 2425232 h 2767298"/>
              <a:gd name="connsiteX2725" fmla="*/ 3652520 w 4752801"/>
              <a:gd name="connsiteY2725" fmla="*/ 2424017 h 2767298"/>
              <a:gd name="connsiteX2726" fmla="*/ 3660212 w 4752801"/>
              <a:gd name="connsiteY2726" fmla="*/ 2424017 h 2767298"/>
              <a:gd name="connsiteX2727" fmla="*/ 3661426 w 4752801"/>
              <a:gd name="connsiteY2727" fmla="*/ 2424827 h 2767298"/>
              <a:gd name="connsiteX2728" fmla="*/ 3665474 w 4752801"/>
              <a:gd name="connsiteY2728" fmla="*/ 2431709 h 2767298"/>
              <a:gd name="connsiteX2729" fmla="*/ 3665474 w 4752801"/>
              <a:gd name="connsiteY2729" fmla="*/ 2432923 h 2767298"/>
              <a:gd name="connsiteX2730" fmla="*/ 3661426 w 4752801"/>
              <a:gd name="connsiteY2730" fmla="*/ 2439805 h 2767298"/>
              <a:gd name="connsiteX2731" fmla="*/ 3660212 w 4752801"/>
              <a:gd name="connsiteY2731" fmla="*/ 2440614 h 2767298"/>
              <a:gd name="connsiteX2732" fmla="*/ 3652520 w 4752801"/>
              <a:gd name="connsiteY2732" fmla="*/ 2440614 h 2767298"/>
              <a:gd name="connsiteX2733" fmla="*/ 3651306 w 4752801"/>
              <a:gd name="connsiteY2733" fmla="*/ 2439805 h 2767298"/>
              <a:gd name="connsiteX2734" fmla="*/ 3647258 w 4752801"/>
              <a:gd name="connsiteY2734" fmla="*/ 2432923 h 2767298"/>
              <a:gd name="connsiteX2735" fmla="*/ 3647258 w 4752801"/>
              <a:gd name="connsiteY2735" fmla="*/ 2431709 h 2767298"/>
              <a:gd name="connsiteX2736" fmla="*/ 3651306 w 4752801"/>
              <a:gd name="connsiteY2736" fmla="*/ 2424827 h 2767298"/>
              <a:gd name="connsiteX2737" fmla="*/ 3652520 w 4752801"/>
              <a:gd name="connsiteY2737" fmla="*/ 2424017 h 2767298"/>
              <a:gd name="connsiteX2738" fmla="*/ 3409229 w 4752801"/>
              <a:gd name="connsiteY2738" fmla="*/ 2423208 h 2767298"/>
              <a:gd name="connsiteX2739" fmla="*/ 3418135 w 4752801"/>
              <a:gd name="connsiteY2739" fmla="*/ 2423208 h 2767298"/>
              <a:gd name="connsiteX2740" fmla="*/ 3419349 w 4752801"/>
              <a:gd name="connsiteY2740" fmla="*/ 2424018 h 2767298"/>
              <a:gd name="connsiteX2741" fmla="*/ 3423802 w 4752801"/>
              <a:gd name="connsiteY2741" fmla="*/ 2431709 h 2767298"/>
              <a:gd name="connsiteX2742" fmla="*/ 3423802 w 4752801"/>
              <a:gd name="connsiteY2742" fmla="*/ 2432924 h 2767298"/>
              <a:gd name="connsiteX2743" fmla="*/ 3419349 w 4752801"/>
              <a:gd name="connsiteY2743" fmla="*/ 2440615 h 2767298"/>
              <a:gd name="connsiteX2744" fmla="*/ 3418135 w 4752801"/>
              <a:gd name="connsiteY2744" fmla="*/ 2441425 h 2767298"/>
              <a:gd name="connsiteX2745" fmla="*/ 3409229 w 4752801"/>
              <a:gd name="connsiteY2745" fmla="*/ 2441425 h 2767298"/>
              <a:gd name="connsiteX2746" fmla="*/ 3408014 w 4752801"/>
              <a:gd name="connsiteY2746" fmla="*/ 2440615 h 2767298"/>
              <a:gd name="connsiteX2747" fmla="*/ 3403562 w 4752801"/>
              <a:gd name="connsiteY2747" fmla="*/ 2432924 h 2767298"/>
              <a:gd name="connsiteX2748" fmla="*/ 3403562 w 4752801"/>
              <a:gd name="connsiteY2748" fmla="*/ 2431709 h 2767298"/>
              <a:gd name="connsiteX2749" fmla="*/ 3408014 w 4752801"/>
              <a:gd name="connsiteY2749" fmla="*/ 2424018 h 2767298"/>
              <a:gd name="connsiteX2750" fmla="*/ 3409229 w 4752801"/>
              <a:gd name="connsiteY2750" fmla="*/ 2423208 h 2767298"/>
              <a:gd name="connsiteX2751" fmla="*/ 3611230 w 4752801"/>
              <a:gd name="connsiteY2751" fmla="*/ 2422803 h 2767298"/>
              <a:gd name="connsiteX2752" fmla="*/ 3620541 w 4752801"/>
              <a:gd name="connsiteY2752" fmla="*/ 2422803 h 2767298"/>
              <a:gd name="connsiteX2753" fmla="*/ 3621755 w 4752801"/>
              <a:gd name="connsiteY2753" fmla="*/ 2423613 h 2767298"/>
              <a:gd name="connsiteX2754" fmla="*/ 3626208 w 4752801"/>
              <a:gd name="connsiteY2754" fmla="*/ 2431709 h 2767298"/>
              <a:gd name="connsiteX2755" fmla="*/ 3626208 w 4752801"/>
              <a:gd name="connsiteY2755" fmla="*/ 2432923 h 2767298"/>
              <a:gd name="connsiteX2756" fmla="*/ 3621755 w 4752801"/>
              <a:gd name="connsiteY2756" fmla="*/ 2441020 h 2767298"/>
              <a:gd name="connsiteX2757" fmla="*/ 3620541 w 4752801"/>
              <a:gd name="connsiteY2757" fmla="*/ 2441829 h 2767298"/>
              <a:gd name="connsiteX2758" fmla="*/ 3611230 w 4752801"/>
              <a:gd name="connsiteY2758" fmla="*/ 2441829 h 2767298"/>
              <a:gd name="connsiteX2759" fmla="*/ 3610016 w 4752801"/>
              <a:gd name="connsiteY2759" fmla="*/ 2441020 h 2767298"/>
              <a:gd name="connsiteX2760" fmla="*/ 3605563 w 4752801"/>
              <a:gd name="connsiteY2760" fmla="*/ 2432923 h 2767298"/>
              <a:gd name="connsiteX2761" fmla="*/ 3605563 w 4752801"/>
              <a:gd name="connsiteY2761" fmla="*/ 2431709 h 2767298"/>
              <a:gd name="connsiteX2762" fmla="*/ 3610016 w 4752801"/>
              <a:gd name="connsiteY2762" fmla="*/ 2423613 h 2767298"/>
              <a:gd name="connsiteX2763" fmla="*/ 3611230 w 4752801"/>
              <a:gd name="connsiteY2763" fmla="*/ 2422803 h 2767298"/>
              <a:gd name="connsiteX2764" fmla="*/ 3570343 w 4752801"/>
              <a:gd name="connsiteY2764" fmla="*/ 2421993 h 2767298"/>
              <a:gd name="connsiteX2765" fmla="*/ 3580868 w 4752801"/>
              <a:gd name="connsiteY2765" fmla="*/ 2421993 h 2767298"/>
              <a:gd name="connsiteX2766" fmla="*/ 3582083 w 4752801"/>
              <a:gd name="connsiteY2766" fmla="*/ 2422398 h 2767298"/>
              <a:gd name="connsiteX2767" fmla="*/ 3587346 w 4752801"/>
              <a:gd name="connsiteY2767" fmla="*/ 2431709 h 2767298"/>
              <a:gd name="connsiteX2768" fmla="*/ 3587346 w 4752801"/>
              <a:gd name="connsiteY2768" fmla="*/ 2432923 h 2767298"/>
              <a:gd name="connsiteX2769" fmla="*/ 3582083 w 4752801"/>
              <a:gd name="connsiteY2769" fmla="*/ 2442234 h 2767298"/>
              <a:gd name="connsiteX2770" fmla="*/ 3580868 w 4752801"/>
              <a:gd name="connsiteY2770" fmla="*/ 2442638 h 2767298"/>
              <a:gd name="connsiteX2771" fmla="*/ 3570343 w 4752801"/>
              <a:gd name="connsiteY2771" fmla="*/ 2442638 h 2767298"/>
              <a:gd name="connsiteX2772" fmla="*/ 3569129 w 4752801"/>
              <a:gd name="connsiteY2772" fmla="*/ 2442234 h 2767298"/>
              <a:gd name="connsiteX2773" fmla="*/ 3563867 w 4752801"/>
              <a:gd name="connsiteY2773" fmla="*/ 2432923 h 2767298"/>
              <a:gd name="connsiteX2774" fmla="*/ 3563867 w 4752801"/>
              <a:gd name="connsiteY2774" fmla="*/ 2431709 h 2767298"/>
              <a:gd name="connsiteX2775" fmla="*/ 3569129 w 4752801"/>
              <a:gd name="connsiteY2775" fmla="*/ 2422398 h 2767298"/>
              <a:gd name="connsiteX2776" fmla="*/ 3570343 w 4752801"/>
              <a:gd name="connsiteY2776" fmla="*/ 2421993 h 2767298"/>
              <a:gd name="connsiteX2777" fmla="*/ 3488572 w 4752801"/>
              <a:gd name="connsiteY2777" fmla="*/ 2421993 h 2767298"/>
              <a:gd name="connsiteX2778" fmla="*/ 3499906 w 4752801"/>
              <a:gd name="connsiteY2778" fmla="*/ 2421993 h 2767298"/>
              <a:gd name="connsiteX2779" fmla="*/ 3501121 w 4752801"/>
              <a:gd name="connsiteY2779" fmla="*/ 2422398 h 2767298"/>
              <a:gd name="connsiteX2780" fmla="*/ 3506788 w 4752801"/>
              <a:gd name="connsiteY2780" fmla="*/ 2432113 h 2767298"/>
              <a:gd name="connsiteX2781" fmla="*/ 3506788 w 4752801"/>
              <a:gd name="connsiteY2781" fmla="*/ 2433328 h 2767298"/>
              <a:gd name="connsiteX2782" fmla="*/ 3501121 w 4752801"/>
              <a:gd name="connsiteY2782" fmla="*/ 2443043 h 2767298"/>
              <a:gd name="connsiteX2783" fmla="*/ 3499906 w 4752801"/>
              <a:gd name="connsiteY2783" fmla="*/ 2443853 h 2767298"/>
              <a:gd name="connsiteX2784" fmla="*/ 3488572 w 4752801"/>
              <a:gd name="connsiteY2784" fmla="*/ 2443853 h 2767298"/>
              <a:gd name="connsiteX2785" fmla="*/ 3487357 w 4752801"/>
              <a:gd name="connsiteY2785" fmla="*/ 2443043 h 2767298"/>
              <a:gd name="connsiteX2786" fmla="*/ 3481690 w 4752801"/>
              <a:gd name="connsiteY2786" fmla="*/ 2433328 h 2767298"/>
              <a:gd name="connsiteX2787" fmla="*/ 3481690 w 4752801"/>
              <a:gd name="connsiteY2787" fmla="*/ 2432113 h 2767298"/>
              <a:gd name="connsiteX2788" fmla="*/ 3487357 w 4752801"/>
              <a:gd name="connsiteY2788" fmla="*/ 2422398 h 2767298"/>
              <a:gd name="connsiteX2789" fmla="*/ 3488572 w 4752801"/>
              <a:gd name="connsiteY2789" fmla="*/ 2421993 h 2767298"/>
              <a:gd name="connsiteX2790" fmla="*/ 3448496 w 4752801"/>
              <a:gd name="connsiteY2790" fmla="*/ 2421993 h 2767298"/>
              <a:gd name="connsiteX2791" fmla="*/ 3459425 w 4752801"/>
              <a:gd name="connsiteY2791" fmla="*/ 2421993 h 2767298"/>
              <a:gd name="connsiteX2792" fmla="*/ 3460640 w 4752801"/>
              <a:gd name="connsiteY2792" fmla="*/ 2422803 h 2767298"/>
              <a:gd name="connsiteX2793" fmla="*/ 3466307 w 4752801"/>
              <a:gd name="connsiteY2793" fmla="*/ 2432113 h 2767298"/>
              <a:gd name="connsiteX2794" fmla="*/ 3466307 w 4752801"/>
              <a:gd name="connsiteY2794" fmla="*/ 2433328 h 2767298"/>
              <a:gd name="connsiteX2795" fmla="*/ 3460640 w 4752801"/>
              <a:gd name="connsiteY2795" fmla="*/ 2442638 h 2767298"/>
              <a:gd name="connsiteX2796" fmla="*/ 3459425 w 4752801"/>
              <a:gd name="connsiteY2796" fmla="*/ 2443448 h 2767298"/>
              <a:gd name="connsiteX2797" fmla="*/ 3448496 w 4752801"/>
              <a:gd name="connsiteY2797" fmla="*/ 2443448 h 2767298"/>
              <a:gd name="connsiteX2798" fmla="*/ 3447281 w 4752801"/>
              <a:gd name="connsiteY2798" fmla="*/ 2442638 h 2767298"/>
              <a:gd name="connsiteX2799" fmla="*/ 3441614 w 4752801"/>
              <a:gd name="connsiteY2799" fmla="*/ 2433328 h 2767298"/>
              <a:gd name="connsiteX2800" fmla="*/ 3441614 w 4752801"/>
              <a:gd name="connsiteY2800" fmla="*/ 2432113 h 2767298"/>
              <a:gd name="connsiteX2801" fmla="*/ 3447281 w 4752801"/>
              <a:gd name="connsiteY2801" fmla="*/ 2422803 h 2767298"/>
              <a:gd name="connsiteX2802" fmla="*/ 3448496 w 4752801"/>
              <a:gd name="connsiteY2802" fmla="*/ 2421993 h 2767298"/>
              <a:gd name="connsiteX2803" fmla="*/ 3529053 w 4752801"/>
              <a:gd name="connsiteY2803" fmla="*/ 2421184 h 2767298"/>
              <a:gd name="connsiteX2804" fmla="*/ 3540792 w 4752801"/>
              <a:gd name="connsiteY2804" fmla="*/ 2421184 h 2767298"/>
              <a:gd name="connsiteX2805" fmla="*/ 3542006 w 4752801"/>
              <a:gd name="connsiteY2805" fmla="*/ 2421589 h 2767298"/>
              <a:gd name="connsiteX2806" fmla="*/ 3547674 w 4752801"/>
              <a:gd name="connsiteY2806" fmla="*/ 2431709 h 2767298"/>
              <a:gd name="connsiteX2807" fmla="*/ 3547674 w 4752801"/>
              <a:gd name="connsiteY2807" fmla="*/ 2432924 h 2767298"/>
              <a:gd name="connsiteX2808" fmla="*/ 3542006 w 4752801"/>
              <a:gd name="connsiteY2808" fmla="*/ 2443044 h 2767298"/>
              <a:gd name="connsiteX2809" fmla="*/ 3540792 w 4752801"/>
              <a:gd name="connsiteY2809" fmla="*/ 2443854 h 2767298"/>
              <a:gd name="connsiteX2810" fmla="*/ 3529053 w 4752801"/>
              <a:gd name="connsiteY2810" fmla="*/ 2443854 h 2767298"/>
              <a:gd name="connsiteX2811" fmla="*/ 3527838 w 4752801"/>
              <a:gd name="connsiteY2811" fmla="*/ 2443044 h 2767298"/>
              <a:gd name="connsiteX2812" fmla="*/ 3522171 w 4752801"/>
              <a:gd name="connsiteY2812" fmla="*/ 2432924 h 2767298"/>
              <a:gd name="connsiteX2813" fmla="*/ 3522171 w 4752801"/>
              <a:gd name="connsiteY2813" fmla="*/ 2431709 h 2767298"/>
              <a:gd name="connsiteX2814" fmla="*/ 3527838 w 4752801"/>
              <a:gd name="connsiteY2814" fmla="*/ 2421589 h 2767298"/>
              <a:gd name="connsiteX2815" fmla="*/ 3529053 w 4752801"/>
              <a:gd name="connsiteY2815" fmla="*/ 2421184 h 2767298"/>
              <a:gd name="connsiteX2816" fmla="*/ 4464170 w 4752801"/>
              <a:gd name="connsiteY2816" fmla="*/ 2388799 h 2767298"/>
              <a:gd name="connsiteX2817" fmla="*/ 4468218 w 4752801"/>
              <a:gd name="connsiteY2817" fmla="*/ 2388799 h 2767298"/>
              <a:gd name="connsiteX2818" fmla="*/ 4470242 w 4752801"/>
              <a:gd name="connsiteY2818" fmla="*/ 2392037 h 2767298"/>
              <a:gd name="connsiteX2819" fmla="*/ 4468218 w 4752801"/>
              <a:gd name="connsiteY2819" fmla="*/ 2395276 h 2767298"/>
              <a:gd name="connsiteX2820" fmla="*/ 4464170 w 4752801"/>
              <a:gd name="connsiteY2820" fmla="*/ 2395276 h 2767298"/>
              <a:gd name="connsiteX2821" fmla="*/ 4462146 w 4752801"/>
              <a:gd name="connsiteY2821" fmla="*/ 2392037 h 2767298"/>
              <a:gd name="connsiteX2822" fmla="*/ 4261763 w 4752801"/>
              <a:gd name="connsiteY2822" fmla="*/ 2388799 h 2767298"/>
              <a:gd name="connsiteX2823" fmla="*/ 4265811 w 4752801"/>
              <a:gd name="connsiteY2823" fmla="*/ 2388799 h 2767298"/>
              <a:gd name="connsiteX2824" fmla="*/ 4267835 w 4752801"/>
              <a:gd name="connsiteY2824" fmla="*/ 2392037 h 2767298"/>
              <a:gd name="connsiteX2825" fmla="*/ 4265811 w 4752801"/>
              <a:gd name="connsiteY2825" fmla="*/ 2395276 h 2767298"/>
              <a:gd name="connsiteX2826" fmla="*/ 4261763 w 4752801"/>
              <a:gd name="connsiteY2826" fmla="*/ 2395276 h 2767298"/>
              <a:gd name="connsiteX2827" fmla="*/ 4259739 w 4752801"/>
              <a:gd name="connsiteY2827" fmla="*/ 2392037 h 2767298"/>
              <a:gd name="connsiteX2828" fmla="*/ 4221282 w 4752801"/>
              <a:gd name="connsiteY2828" fmla="*/ 2388799 h 2767298"/>
              <a:gd name="connsiteX2829" fmla="*/ 4225330 w 4752801"/>
              <a:gd name="connsiteY2829" fmla="*/ 2388799 h 2767298"/>
              <a:gd name="connsiteX2830" fmla="*/ 4227354 w 4752801"/>
              <a:gd name="connsiteY2830" fmla="*/ 2392037 h 2767298"/>
              <a:gd name="connsiteX2831" fmla="*/ 4225330 w 4752801"/>
              <a:gd name="connsiteY2831" fmla="*/ 2395276 h 2767298"/>
              <a:gd name="connsiteX2832" fmla="*/ 4221282 w 4752801"/>
              <a:gd name="connsiteY2832" fmla="*/ 2395276 h 2767298"/>
              <a:gd name="connsiteX2833" fmla="*/ 4219258 w 4752801"/>
              <a:gd name="connsiteY2833" fmla="*/ 2392037 h 2767298"/>
              <a:gd name="connsiteX2834" fmla="*/ 4626095 w 4752801"/>
              <a:gd name="connsiteY2834" fmla="*/ 2388394 h 2767298"/>
              <a:gd name="connsiteX2835" fmla="*/ 4630143 w 4752801"/>
              <a:gd name="connsiteY2835" fmla="*/ 2388394 h 2767298"/>
              <a:gd name="connsiteX2836" fmla="*/ 4632167 w 4752801"/>
              <a:gd name="connsiteY2836" fmla="*/ 2392037 h 2767298"/>
              <a:gd name="connsiteX2837" fmla="*/ 4630143 w 4752801"/>
              <a:gd name="connsiteY2837" fmla="*/ 2395681 h 2767298"/>
              <a:gd name="connsiteX2838" fmla="*/ 4626095 w 4752801"/>
              <a:gd name="connsiteY2838" fmla="*/ 2395681 h 2767298"/>
              <a:gd name="connsiteX2839" fmla="*/ 4624071 w 4752801"/>
              <a:gd name="connsiteY2839" fmla="*/ 2392037 h 2767298"/>
              <a:gd name="connsiteX2840" fmla="*/ 4585613 w 4752801"/>
              <a:gd name="connsiteY2840" fmla="*/ 2388394 h 2767298"/>
              <a:gd name="connsiteX2841" fmla="*/ 4589661 w 4752801"/>
              <a:gd name="connsiteY2841" fmla="*/ 2388394 h 2767298"/>
              <a:gd name="connsiteX2842" fmla="*/ 4591685 w 4752801"/>
              <a:gd name="connsiteY2842" fmla="*/ 2392037 h 2767298"/>
              <a:gd name="connsiteX2843" fmla="*/ 4589661 w 4752801"/>
              <a:gd name="connsiteY2843" fmla="*/ 2395681 h 2767298"/>
              <a:gd name="connsiteX2844" fmla="*/ 4585613 w 4752801"/>
              <a:gd name="connsiteY2844" fmla="*/ 2395681 h 2767298"/>
              <a:gd name="connsiteX2845" fmla="*/ 4583589 w 4752801"/>
              <a:gd name="connsiteY2845" fmla="*/ 2392037 h 2767298"/>
              <a:gd name="connsiteX2846" fmla="*/ 4545132 w 4752801"/>
              <a:gd name="connsiteY2846" fmla="*/ 2388394 h 2767298"/>
              <a:gd name="connsiteX2847" fmla="*/ 4549180 w 4752801"/>
              <a:gd name="connsiteY2847" fmla="*/ 2388394 h 2767298"/>
              <a:gd name="connsiteX2848" fmla="*/ 4551204 w 4752801"/>
              <a:gd name="connsiteY2848" fmla="*/ 2392037 h 2767298"/>
              <a:gd name="connsiteX2849" fmla="*/ 4549180 w 4752801"/>
              <a:gd name="connsiteY2849" fmla="*/ 2395681 h 2767298"/>
              <a:gd name="connsiteX2850" fmla="*/ 4545132 w 4752801"/>
              <a:gd name="connsiteY2850" fmla="*/ 2395681 h 2767298"/>
              <a:gd name="connsiteX2851" fmla="*/ 4543108 w 4752801"/>
              <a:gd name="connsiteY2851" fmla="*/ 2392037 h 2767298"/>
              <a:gd name="connsiteX2852" fmla="*/ 4504651 w 4752801"/>
              <a:gd name="connsiteY2852" fmla="*/ 2388394 h 2767298"/>
              <a:gd name="connsiteX2853" fmla="*/ 4508699 w 4752801"/>
              <a:gd name="connsiteY2853" fmla="*/ 2388394 h 2767298"/>
              <a:gd name="connsiteX2854" fmla="*/ 4510723 w 4752801"/>
              <a:gd name="connsiteY2854" fmla="*/ 2392037 h 2767298"/>
              <a:gd name="connsiteX2855" fmla="*/ 4508699 w 4752801"/>
              <a:gd name="connsiteY2855" fmla="*/ 2395681 h 2767298"/>
              <a:gd name="connsiteX2856" fmla="*/ 4504651 w 4752801"/>
              <a:gd name="connsiteY2856" fmla="*/ 2395681 h 2767298"/>
              <a:gd name="connsiteX2857" fmla="*/ 4502627 w 4752801"/>
              <a:gd name="connsiteY2857" fmla="*/ 2392037 h 2767298"/>
              <a:gd name="connsiteX2858" fmla="*/ 4423688 w 4752801"/>
              <a:gd name="connsiteY2858" fmla="*/ 2388394 h 2767298"/>
              <a:gd name="connsiteX2859" fmla="*/ 4427736 w 4752801"/>
              <a:gd name="connsiteY2859" fmla="*/ 2388394 h 2767298"/>
              <a:gd name="connsiteX2860" fmla="*/ 4429760 w 4752801"/>
              <a:gd name="connsiteY2860" fmla="*/ 2392037 h 2767298"/>
              <a:gd name="connsiteX2861" fmla="*/ 4427736 w 4752801"/>
              <a:gd name="connsiteY2861" fmla="*/ 2395681 h 2767298"/>
              <a:gd name="connsiteX2862" fmla="*/ 4423688 w 4752801"/>
              <a:gd name="connsiteY2862" fmla="*/ 2395681 h 2767298"/>
              <a:gd name="connsiteX2863" fmla="*/ 4421664 w 4752801"/>
              <a:gd name="connsiteY2863" fmla="*/ 2392037 h 2767298"/>
              <a:gd name="connsiteX2864" fmla="*/ 4383207 w 4752801"/>
              <a:gd name="connsiteY2864" fmla="*/ 2388394 h 2767298"/>
              <a:gd name="connsiteX2865" fmla="*/ 4387255 w 4752801"/>
              <a:gd name="connsiteY2865" fmla="*/ 2388394 h 2767298"/>
              <a:gd name="connsiteX2866" fmla="*/ 4389279 w 4752801"/>
              <a:gd name="connsiteY2866" fmla="*/ 2392037 h 2767298"/>
              <a:gd name="connsiteX2867" fmla="*/ 4387255 w 4752801"/>
              <a:gd name="connsiteY2867" fmla="*/ 2395681 h 2767298"/>
              <a:gd name="connsiteX2868" fmla="*/ 4383207 w 4752801"/>
              <a:gd name="connsiteY2868" fmla="*/ 2395681 h 2767298"/>
              <a:gd name="connsiteX2869" fmla="*/ 4381183 w 4752801"/>
              <a:gd name="connsiteY2869" fmla="*/ 2392037 h 2767298"/>
              <a:gd name="connsiteX2870" fmla="*/ 4342726 w 4752801"/>
              <a:gd name="connsiteY2870" fmla="*/ 2388394 h 2767298"/>
              <a:gd name="connsiteX2871" fmla="*/ 4346774 w 4752801"/>
              <a:gd name="connsiteY2871" fmla="*/ 2388394 h 2767298"/>
              <a:gd name="connsiteX2872" fmla="*/ 4348798 w 4752801"/>
              <a:gd name="connsiteY2872" fmla="*/ 2392037 h 2767298"/>
              <a:gd name="connsiteX2873" fmla="*/ 4346774 w 4752801"/>
              <a:gd name="connsiteY2873" fmla="*/ 2395681 h 2767298"/>
              <a:gd name="connsiteX2874" fmla="*/ 4342726 w 4752801"/>
              <a:gd name="connsiteY2874" fmla="*/ 2395681 h 2767298"/>
              <a:gd name="connsiteX2875" fmla="*/ 4340702 w 4752801"/>
              <a:gd name="connsiteY2875" fmla="*/ 2392037 h 2767298"/>
              <a:gd name="connsiteX2876" fmla="*/ 4302245 w 4752801"/>
              <a:gd name="connsiteY2876" fmla="*/ 2388394 h 2767298"/>
              <a:gd name="connsiteX2877" fmla="*/ 4306293 w 4752801"/>
              <a:gd name="connsiteY2877" fmla="*/ 2388394 h 2767298"/>
              <a:gd name="connsiteX2878" fmla="*/ 4308317 w 4752801"/>
              <a:gd name="connsiteY2878" fmla="*/ 2392037 h 2767298"/>
              <a:gd name="connsiteX2879" fmla="*/ 4306293 w 4752801"/>
              <a:gd name="connsiteY2879" fmla="*/ 2395681 h 2767298"/>
              <a:gd name="connsiteX2880" fmla="*/ 4302245 w 4752801"/>
              <a:gd name="connsiteY2880" fmla="*/ 2395681 h 2767298"/>
              <a:gd name="connsiteX2881" fmla="*/ 4300221 w 4752801"/>
              <a:gd name="connsiteY2881" fmla="*/ 2392037 h 2767298"/>
              <a:gd name="connsiteX2882" fmla="*/ 4139915 w 4752801"/>
              <a:gd name="connsiteY2882" fmla="*/ 2388394 h 2767298"/>
              <a:gd name="connsiteX2883" fmla="*/ 4144368 w 4752801"/>
              <a:gd name="connsiteY2883" fmla="*/ 2388394 h 2767298"/>
              <a:gd name="connsiteX2884" fmla="*/ 4146392 w 4752801"/>
              <a:gd name="connsiteY2884" fmla="*/ 2392037 h 2767298"/>
              <a:gd name="connsiteX2885" fmla="*/ 4144368 w 4752801"/>
              <a:gd name="connsiteY2885" fmla="*/ 2395681 h 2767298"/>
              <a:gd name="connsiteX2886" fmla="*/ 4139915 w 4752801"/>
              <a:gd name="connsiteY2886" fmla="*/ 2395681 h 2767298"/>
              <a:gd name="connsiteX2887" fmla="*/ 4137891 w 4752801"/>
              <a:gd name="connsiteY2887" fmla="*/ 2392037 h 2767298"/>
              <a:gd name="connsiteX2888" fmla="*/ 4099838 w 4752801"/>
              <a:gd name="connsiteY2888" fmla="*/ 2388394 h 2767298"/>
              <a:gd name="connsiteX2889" fmla="*/ 4103886 w 4752801"/>
              <a:gd name="connsiteY2889" fmla="*/ 2388394 h 2767298"/>
              <a:gd name="connsiteX2890" fmla="*/ 4105910 w 4752801"/>
              <a:gd name="connsiteY2890" fmla="*/ 2392037 h 2767298"/>
              <a:gd name="connsiteX2891" fmla="*/ 4103886 w 4752801"/>
              <a:gd name="connsiteY2891" fmla="*/ 2395681 h 2767298"/>
              <a:gd name="connsiteX2892" fmla="*/ 4099838 w 4752801"/>
              <a:gd name="connsiteY2892" fmla="*/ 2395681 h 2767298"/>
              <a:gd name="connsiteX2893" fmla="*/ 4097814 w 4752801"/>
              <a:gd name="connsiteY2893" fmla="*/ 2392037 h 2767298"/>
              <a:gd name="connsiteX2894" fmla="*/ 4059357 w 4752801"/>
              <a:gd name="connsiteY2894" fmla="*/ 2388394 h 2767298"/>
              <a:gd name="connsiteX2895" fmla="*/ 4063405 w 4752801"/>
              <a:gd name="connsiteY2895" fmla="*/ 2388394 h 2767298"/>
              <a:gd name="connsiteX2896" fmla="*/ 4065429 w 4752801"/>
              <a:gd name="connsiteY2896" fmla="*/ 2392037 h 2767298"/>
              <a:gd name="connsiteX2897" fmla="*/ 4063405 w 4752801"/>
              <a:gd name="connsiteY2897" fmla="*/ 2395681 h 2767298"/>
              <a:gd name="connsiteX2898" fmla="*/ 4059357 w 4752801"/>
              <a:gd name="connsiteY2898" fmla="*/ 2395681 h 2767298"/>
              <a:gd name="connsiteX2899" fmla="*/ 4057333 w 4752801"/>
              <a:gd name="connsiteY2899" fmla="*/ 2392037 h 2767298"/>
              <a:gd name="connsiteX2900" fmla="*/ 4018876 w 4752801"/>
              <a:gd name="connsiteY2900" fmla="*/ 2388394 h 2767298"/>
              <a:gd name="connsiteX2901" fmla="*/ 4022924 w 4752801"/>
              <a:gd name="connsiteY2901" fmla="*/ 2388394 h 2767298"/>
              <a:gd name="connsiteX2902" fmla="*/ 4024948 w 4752801"/>
              <a:gd name="connsiteY2902" fmla="*/ 2392037 h 2767298"/>
              <a:gd name="connsiteX2903" fmla="*/ 4022924 w 4752801"/>
              <a:gd name="connsiteY2903" fmla="*/ 2395681 h 2767298"/>
              <a:gd name="connsiteX2904" fmla="*/ 4018876 w 4752801"/>
              <a:gd name="connsiteY2904" fmla="*/ 2395681 h 2767298"/>
              <a:gd name="connsiteX2905" fmla="*/ 4016852 w 4752801"/>
              <a:gd name="connsiteY2905" fmla="*/ 2392037 h 2767298"/>
              <a:gd name="connsiteX2906" fmla="*/ 3978799 w 4752801"/>
              <a:gd name="connsiteY2906" fmla="*/ 2388394 h 2767298"/>
              <a:gd name="connsiteX2907" fmla="*/ 3982038 w 4752801"/>
              <a:gd name="connsiteY2907" fmla="*/ 2388394 h 2767298"/>
              <a:gd name="connsiteX2908" fmla="*/ 3983252 w 4752801"/>
              <a:gd name="connsiteY2908" fmla="*/ 2388799 h 2767298"/>
              <a:gd name="connsiteX2909" fmla="*/ 3984872 w 4752801"/>
              <a:gd name="connsiteY2909" fmla="*/ 2391632 h 2767298"/>
              <a:gd name="connsiteX2910" fmla="*/ 3984872 w 4752801"/>
              <a:gd name="connsiteY2910" fmla="*/ 2392847 h 2767298"/>
              <a:gd name="connsiteX2911" fmla="*/ 3983252 w 4752801"/>
              <a:gd name="connsiteY2911" fmla="*/ 2395681 h 2767298"/>
              <a:gd name="connsiteX2912" fmla="*/ 3982038 w 4752801"/>
              <a:gd name="connsiteY2912" fmla="*/ 2396490 h 2767298"/>
              <a:gd name="connsiteX2913" fmla="*/ 3978799 w 4752801"/>
              <a:gd name="connsiteY2913" fmla="*/ 2396490 h 2767298"/>
              <a:gd name="connsiteX2914" fmla="*/ 3977585 w 4752801"/>
              <a:gd name="connsiteY2914" fmla="*/ 2395681 h 2767298"/>
              <a:gd name="connsiteX2915" fmla="*/ 3975966 w 4752801"/>
              <a:gd name="connsiteY2915" fmla="*/ 2392847 h 2767298"/>
              <a:gd name="connsiteX2916" fmla="*/ 3975966 w 4752801"/>
              <a:gd name="connsiteY2916" fmla="*/ 2391632 h 2767298"/>
              <a:gd name="connsiteX2917" fmla="*/ 3977585 w 4752801"/>
              <a:gd name="connsiteY2917" fmla="*/ 2388799 h 2767298"/>
              <a:gd name="connsiteX2918" fmla="*/ 3978799 w 4752801"/>
              <a:gd name="connsiteY2918" fmla="*/ 2388394 h 2767298"/>
              <a:gd name="connsiteX2919" fmla="*/ 4180801 w 4752801"/>
              <a:gd name="connsiteY2919" fmla="*/ 2387989 h 2767298"/>
              <a:gd name="connsiteX2920" fmla="*/ 4185254 w 4752801"/>
              <a:gd name="connsiteY2920" fmla="*/ 2387989 h 2767298"/>
              <a:gd name="connsiteX2921" fmla="*/ 4187682 w 4752801"/>
              <a:gd name="connsiteY2921" fmla="*/ 2392037 h 2767298"/>
              <a:gd name="connsiteX2922" fmla="*/ 4185254 w 4752801"/>
              <a:gd name="connsiteY2922" fmla="*/ 2396085 h 2767298"/>
              <a:gd name="connsiteX2923" fmla="*/ 4180801 w 4752801"/>
              <a:gd name="connsiteY2923" fmla="*/ 2396085 h 2767298"/>
              <a:gd name="connsiteX2924" fmla="*/ 4178372 w 4752801"/>
              <a:gd name="connsiteY2924" fmla="*/ 2392037 h 2767298"/>
              <a:gd name="connsiteX2925" fmla="*/ 3938318 w 4752801"/>
              <a:gd name="connsiteY2925" fmla="*/ 2387989 h 2767298"/>
              <a:gd name="connsiteX2926" fmla="*/ 3941557 w 4752801"/>
              <a:gd name="connsiteY2926" fmla="*/ 2387989 h 2767298"/>
              <a:gd name="connsiteX2927" fmla="*/ 3942771 w 4752801"/>
              <a:gd name="connsiteY2927" fmla="*/ 2388799 h 2767298"/>
              <a:gd name="connsiteX2928" fmla="*/ 3944391 w 4752801"/>
              <a:gd name="connsiteY2928" fmla="*/ 2391632 h 2767298"/>
              <a:gd name="connsiteX2929" fmla="*/ 3944391 w 4752801"/>
              <a:gd name="connsiteY2929" fmla="*/ 2392847 h 2767298"/>
              <a:gd name="connsiteX2930" fmla="*/ 3942771 w 4752801"/>
              <a:gd name="connsiteY2930" fmla="*/ 2395681 h 2767298"/>
              <a:gd name="connsiteX2931" fmla="*/ 3941557 w 4752801"/>
              <a:gd name="connsiteY2931" fmla="*/ 2396490 h 2767298"/>
              <a:gd name="connsiteX2932" fmla="*/ 3938318 w 4752801"/>
              <a:gd name="connsiteY2932" fmla="*/ 2396490 h 2767298"/>
              <a:gd name="connsiteX2933" fmla="*/ 3937104 w 4752801"/>
              <a:gd name="connsiteY2933" fmla="*/ 2395681 h 2767298"/>
              <a:gd name="connsiteX2934" fmla="*/ 3935485 w 4752801"/>
              <a:gd name="connsiteY2934" fmla="*/ 2392847 h 2767298"/>
              <a:gd name="connsiteX2935" fmla="*/ 3935485 w 4752801"/>
              <a:gd name="connsiteY2935" fmla="*/ 2391632 h 2767298"/>
              <a:gd name="connsiteX2936" fmla="*/ 3937104 w 4752801"/>
              <a:gd name="connsiteY2936" fmla="*/ 2388799 h 2767298"/>
              <a:gd name="connsiteX2937" fmla="*/ 3938318 w 4752801"/>
              <a:gd name="connsiteY2937" fmla="*/ 2387989 h 2767298"/>
              <a:gd name="connsiteX2938" fmla="*/ 3856952 w 4752801"/>
              <a:gd name="connsiteY2938" fmla="*/ 2387584 h 2767298"/>
              <a:gd name="connsiteX2939" fmla="*/ 3860595 w 4752801"/>
              <a:gd name="connsiteY2939" fmla="*/ 2387584 h 2767298"/>
              <a:gd name="connsiteX2940" fmla="*/ 3861809 w 4752801"/>
              <a:gd name="connsiteY2940" fmla="*/ 2387989 h 2767298"/>
              <a:gd name="connsiteX2941" fmla="*/ 3863428 w 4752801"/>
              <a:gd name="connsiteY2941" fmla="*/ 2391227 h 2767298"/>
              <a:gd name="connsiteX2942" fmla="*/ 3863428 w 4752801"/>
              <a:gd name="connsiteY2942" fmla="*/ 2392442 h 2767298"/>
              <a:gd name="connsiteX2943" fmla="*/ 3861809 w 4752801"/>
              <a:gd name="connsiteY2943" fmla="*/ 2395680 h 2767298"/>
              <a:gd name="connsiteX2944" fmla="*/ 3860595 w 4752801"/>
              <a:gd name="connsiteY2944" fmla="*/ 2396085 h 2767298"/>
              <a:gd name="connsiteX2945" fmla="*/ 3856952 w 4752801"/>
              <a:gd name="connsiteY2945" fmla="*/ 2396085 h 2767298"/>
              <a:gd name="connsiteX2946" fmla="*/ 3855737 w 4752801"/>
              <a:gd name="connsiteY2946" fmla="*/ 2395680 h 2767298"/>
              <a:gd name="connsiteX2947" fmla="*/ 3854118 w 4752801"/>
              <a:gd name="connsiteY2947" fmla="*/ 2392442 h 2767298"/>
              <a:gd name="connsiteX2948" fmla="*/ 3854118 w 4752801"/>
              <a:gd name="connsiteY2948" fmla="*/ 2391227 h 2767298"/>
              <a:gd name="connsiteX2949" fmla="*/ 3855737 w 4752801"/>
              <a:gd name="connsiteY2949" fmla="*/ 2387989 h 2767298"/>
              <a:gd name="connsiteX2950" fmla="*/ 3856952 w 4752801"/>
              <a:gd name="connsiteY2950" fmla="*/ 2387584 h 2767298"/>
              <a:gd name="connsiteX2951" fmla="*/ 3816470 w 4752801"/>
              <a:gd name="connsiteY2951" fmla="*/ 2387584 h 2767298"/>
              <a:gd name="connsiteX2952" fmla="*/ 3820518 w 4752801"/>
              <a:gd name="connsiteY2952" fmla="*/ 2387584 h 2767298"/>
              <a:gd name="connsiteX2953" fmla="*/ 3821732 w 4752801"/>
              <a:gd name="connsiteY2953" fmla="*/ 2387989 h 2767298"/>
              <a:gd name="connsiteX2954" fmla="*/ 3823757 w 4752801"/>
              <a:gd name="connsiteY2954" fmla="*/ 2391632 h 2767298"/>
              <a:gd name="connsiteX2955" fmla="*/ 3823757 w 4752801"/>
              <a:gd name="connsiteY2955" fmla="*/ 2392847 h 2767298"/>
              <a:gd name="connsiteX2956" fmla="*/ 3821732 w 4752801"/>
              <a:gd name="connsiteY2956" fmla="*/ 2396490 h 2767298"/>
              <a:gd name="connsiteX2957" fmla="*/ 3820518 w 4752801"/>
              <a:gd name="connsiteY2957" fmla="*/ 2396895 h 2767298"/>
              <a:gd name="connsiteX2958" fmla="*/ 3816470 w 4752801"/>
              <a:gd name="connsiteY2958" fmla="*/ 2396895 h 2767298"/>
              <a:gd name="connsiteX2959" fmla="*/ 3815256 w 4752801"/>
              <a:gd name="connsiteY2959" fmla="*/ 2396490 h 2767298"/>
              <a:gd name="connsiteX2960" fmla="*/ 3813232 w 4752801"/>
              <a:gd name="connsiteY2960" fmla="*/ 2392847 h 2767298"/>
              <a:gd name="connsiteX2961" fmla="*/ 3813232 w 4752801"/>
              <a:gd name="connsiteY2961" fmla="*/ 2391632 h 2767298"/>
              <a:gd name="connsiteX2962" fmla="*/ 3815256 w 4752801"/>
              <a:gd name="connsiteY2962" fmla="*/ 2387989 h 2767298"/>
              <a:gd name="connsiteX2963" fmla="*/ 3816470 w 4752801"/>
              <a:gd name="connsiteY2963" fmla="*/ 2387584 h 2767298"/>
              <a:gd name="connsiteX2964" fmla="*/ 3775988 w 4752801"/>
              <a:gd name="connsiteY2964" fmla="*/ 2387179 h 2767298"/>
              <a:gd name="connsiteX2965" fmla="*/ 3780036 w 4752801"/>
              <a:gd name="connsiteY2965" fmla="*/ 2387179 h 2767298"/>
              <a:gd name="connsiteX2966" fmla="*/ 3781250 w 4752801"/>
              <a:gd name="connsiteY2966" fmla="*/ 2387584 h 2767298"/>
              <a:gd name="connsiteX2967" fmla="*/ 3783275 w 4752801"/>
              <a:gd name="connsiteY2967" fmla="*/ 2391227 h 2767298"/>
              <a:gd name="connsiteX2968" fmla="*/ 3783275 w 4752801"/>
              <a:gd name="connsiteY2968" fmla="*/ 2392442 h 2767298"/>
              <a:gd name="connsiteX2969" fmla="*/ 3781250 w 4752801"/>
              <a:gd name="connsiteY2969" fmla="*/ 2396085 h 2767298"/>
              <a:gd name="connsiteX2970" fmla="*/ 3780036 w 4752801"/>
              <a:gd name="connsiteY2970" fmla="*/ 2396894 h 2767298"/>
              <a:gd name="connsiteX2971" fmla="*/ 3775988 w 4752801"/>
              <a:gd name="connsiteY2971" fmla="*/ 2396894 h 2767298"/>
              <a:gd name="connsiteX2972" fmla="*/ 3774774 w 4752801"/>
              <a:gd name="connsiteY2972" fmla="*/ 2396085 h 2767298"/>
              <a:gd name="connsiteX2973" fmla="*/ 3772750 w 4752801"/>
              <a:gd name="connsiteY2973" fmla="*/ 2392442 h 2767298"/>
              <a:gd name="connsiteX2974" fmla="*/ 3772750 w 4752801"/>
              <a:gd name="connsiteY2974" fmla="*/ 2391227 h 2767298"/>
              <a:gd name="connsiteX2975" fmla="*/ 3774774 w 4752801"/>
              <a:gd name="connsiteY2975" fmla="*/ 2387584 h 2767298"/>
              <a:gd name="connsiteX2976" fmla="*/ 3775988 w 4752801"/>
              <a:gd name="connsiteY2976" fmla="*/ 2387179 h 2767298"/>
              <a:gd name="connsiteX2977" fmla="*/ 3897027 w 4752801"/>
              <a:gd name="connsiteY2977" fmla="*/ 2386774 h 2767298"/>
              <a:gd name="connsiteX2978" fmla="*/ 3901480 w 4752801"/>
              <a:gd name="connsiteY2978" fmla="*/ 2386774 h 2767298"/>
              <a:gd name="connsiteX2979" fmla="*/ 3902694 w 4752801"/>
              <a:gd name="connsiteY2979" fmla="*/ 2387179 h 2767298"/>
              <a:gd name="connsiteX2980" fmla="*/ 3904718 w 4752801"/>
              <a:gd name="connsiteY2980" fmla="*/ 2391227 h 2767298"/>
              <a:gd name="connsiteX2981" fmla="*/ 3904718 w 4752801"/>
              <a:gd name="connsiteY2981" fmla="*/ 2392441 h 2767298"/>
              <a:gd name="connsiteX2982" fmla="*/ 3902694 w 4752801"/>
              <a:gd name="connsiteY2982" fmla="*/ 2396490 h 2767298"/>
              <a:gd name="connsiteX2983" fmla="*/ 3901480 w 4752801"/>
              <a:gd name="connsiteY2983" fmla="*/ 2397299 h 2767298"/>
              <a:gd name="connsiteX2984" fmla="*/ 3897027 w 4752801"/>
              <a:gd name="connsiteY2984" fmla="*/ 2397299 h 2767298"/>
              <a:gd name="connsiteX2985" fmla="*/ 3895813 w 4752801"/>
              <a:gd name="connsiteY2985" fmla="*/ 2396490 h 2767298"/>
              <a:gd name="connsiteX2986" fmla="*/ 3893789 w 4752801"/>
              <a:gd name="connsiteY2986" fmla="*/ 2392441 h 2767298"/>
              <a:gd name="connsiteX2987" fmla="*/ 3893789 w 4752801"/>
              <a:gd name="connsiteY2987" fmla="*/ 2391227 h 2767298"/>
              <a:gd name="connsiteX2988" fmla="*/ 3895813 w 4752801"/>
              <a:gd name="connsiteY2988" fmla="*/ 2387179 h 2767298"/>
              <a:gd name="connsiteX2989" fmla="*/ 3897027 w 4752801"/>
              <a:gd name="connsiteY2989" fmla="*/ 2386774 h 2767298"/>
              <a:gd name="connsiteX2990" fmla="*/ 3734698 w 4752801"/>
              <a:gd name="connsiteY2990" fmla="*/ 2385965 h 2767298"/>
              <a:gd name="connsiteX2991" fmla="*/ 3739961 w 4752801"/>
              <a:gd name="connsiteY2991" fmla="*/ 2385965 h 2767298"/>
              <a:gd name="connsiteX2992" fmla="*/ 3741175 w 4752801"/>
              <a:gd name="connsiteY2992" fmla="*/ 2386775 h 2767298"/>
              <a:gd name="connsiteX2993" fmla="*/ 3743604 w 4752801"/>
              <a:gd name="connsiteY2993" fmla="*/ 2391228 h 2767298"/>
              <a:gd name="connsiteX2994" fmla="*/ 3743604 w 4752801"/>
              <a:gd name="connsiteY2994" fmla="*/ 2392442 h 2767298"/>
              <a:gd name="connsiteX2995" fmla="*/ 3741175 w 4752801"/>
              <a:gd name="connsiteY2995" fmla="*/ 2396895 h 2767298"/>
              <a:gd name="connsiteX2996" fmla="*/ 3739961 w 4752801"/>
              <a:gd name="connsiteY2996" fmla="*/ 2397705 h 2767298"/>
              <a:gd name="connsiteX2997" fmla="*/ 3734698 w 4752801"/>
              <a:gd name="connsiteY2997" fmla="*/ 2397705 h 2767298"/>
              <a:gd name="connsiteX2998" fmla="*/ 3733484 w 4752801"/>
              <a:gd name="connsiteY2998" fmla="*/ 2396895 h 2767298"/>
              <a:gd name="connsiteX2999" fmla="*/ 3731055 w 4752801"/>
              <a:gd name="connsiteY2999" fmla="*/ 2392442 h 2767298"/>
              <a:gd name="connsiteX3000" fmla="*/ 3731055 w 4752801"/>
              <a:gd name="connsiteY3000" fmla="*/ 2391228 h 2767298"/>
              <a:gd name="connsiteX3001" fmla="*/ 3733484 w 4752801"/>
              <a:gd name="connsiteY3001" fmla="*/ 2386775 h 2767298"/>
              <a:gd name="connsiteX3002" fmla="*/ 3734698 w 4752801"/>
              <a:gd name="connsiteY3002" fmla="*/ 2385965 h 2767298"/>
              <a:gd name="connsiteX3003" fmla="*/ 3693811 w 4752801"/>
              <a:gd name="connsiteY3003" fmla="*/ 2385560 h 2767298"/>
              <a:gd name="connsiteX3004" fmla="*/ 3699884 w 4752801"/>
              <a:gd name="connsiteY3004" fmla="*/ 2385560 h 2767298"/>
              <a:gd name="connsiteX3005" fmla="*/ 3701098 w 4752801"/>
              <a:gd name="connsiteY3005" fmla="*/ 2386370 h 2767298"/>
              <a:gd name="connsiteX3006" fmla="*/ 3704336 w 4752801"/>
              <a:gd name="connsiteY3006" fmla="*/ 2391632 h 2767298"/>
              <a:gd name="connsiteX3007" fmla="*/ 3704336 w 4752801"/>
              <a:gd name="connsiteY3007" fmla="*/ 2392847 h 2767298"/>
              <a:gd name="connsiteX3008" fmla="*/ 3701098 w 4752801"/>
              <a:gd name="connsiteY3008" fmla="*/ 2398109 h 2767298"/>
              <a:gd name="connsiteX3009" fmla="*/ 3699884 w 4752801"/>
              <a:gd name="connsiteY3009" fmla="*/ 2398919 h 2767298"/>
              <a:gd name="connsiteX3010" fmla="*/ 3693811 w 4752801"/>
              <a:gd name="connsiteY3010" fmla="*/ 2398919 h 2767298"/>
              <a:gd name="connsiteX3011" fmla="*/ 3692597 w 4752801"/>
              <a:gd name="connsiteY3011" fmla="*/ 2398109 h 2767298"/>
              <a:gd name="connsiteX3012" fmla="*/ 3689359 w 4752801"/>
              <a:gd name="connsiteY3012" fmla="*/ 2392847 h 2767298"/>
              <a:gd name="connsiteX3013" fmla="*/ 3689359 w 4752801"/>
              <a:gd name="connsiteY3013" fmla="*/ 2391632 h 2767298"/>
              <a:gd name="connsiteX3014" fmla="*/ 3692597 w 4752801"/>
              <a:gd name="connsiteY3014" fmla="*/ 2386370 h 2767298"/>
              <a:gd name="connsiteX3015" fmla="*/ 3693811 w 4752801"/>
              <a:gd name="connsiteY3015" fmla="*/ 2385560 h 2767298"/>
              <a:gd name="connsiteX3016" fmla="*/ 3652521 w 4752801"/>
              <a:gd name="connsiteY3016" fmla="*/ 2384750 h 2767298"/>
              <a:gd name="connsiteX3017" fmla="*/ 3659807 w 4752801"/>
              <a:gd name="connsiteY3017" fmla="*/ 2384750 h 2767298"/>
              <a:gd name="connsiteX3018" fmla="*/ 3661022 w 4752801"/>
              <a:gd name="connsiteY3018" fmla="*/ 2385560 h 2767298"/>
              <a:gd name="connsiteX3019" fmla="*/ 3664665 w 4752801"/>
              <a:gd name="connsiteY3019" fmla="*/ 2391632 h 2767298"/>
              <a:gd name="connsiteX3020" fmla="*/ 3664665 w 4752801"/>
              <a:gd name="connsiteY3020" fmla="*/ 2392846 h 2767298"/>
              <a:gd name="connsiteX3021" fmla="*/ 3661022 w 4752801"/>
              <a:gd name="connsiteY3021" fmla="*/ 2398918 h 2767298"/>
              <a:gd name="connsiteX3022" fmla="*/ 3659807 w 4752801"/>
              <a:gd name="connsiteY3022" fmla="*/ 2399728 h 2767298"/>
              <a:gd name="connsiteX3023" fmla="*/ 3652521 w 4752801"/>
              <a:gd name="connsiteY3023" fmla="*/ 2399728 h 2767298"/>
              <a:gd name="connsiteX3024" fmla="*/ 3651306 w 4752801"/>
              <a:gd name="connsiteY3024" fmla="*/ 2398918 h 2767298"/>
              <a:gd name="connsiteX3025" fmla="*/ 3647663 w 4752801"/>
              <a:gd name="connsiteY3025" fmla="*/ 2392846 h 2767298"/>
              <a:gd name="connsiteX3026" fmla="*/ 3647663 w 4752801"/>
              <a:gd name="connsiteY3026" fmla="*/ 2391632 h 2767298"/>
              <a:gd name="connsiteX3027" fmla="*/ 3651306 w 4752801"/>
              <a:gd name="connsiteY3027" fmla="*/ 2385560 h 2767298"/>
              <a:gd name="connsiteX3028" fmla="*/ 3652521 w 4752801"/>
              <a:gd name="connsiteY3028" fmla="*/ 2384750 h 2767298"/>
              <a:gd name="connsiteX3029" fmla="*/ 3611635 w 4752801"/>
              <a:gd name="connsiteY3029" fmla="*/ 2383536 h 2767298"/>
              <a:gd name="connsiteX3030" fmla="*/ 3620136 w 4752801"/>
              <a:gd name="connsiteY3030" fmla="*/ 2383536 h 2767298"/>
              <a:gd name="connsiteX3031" fmla="*/ 3621350 w 4752801"/>
              <a:gd name="connsiteY3031" fmla="*/ 2384346 h 2767298"/>
              <a:gd name="connsiteX3032" fmla="*/ 3625803 w 4752801"/>
              <a:gd name="connsiteY3032" fmla="*/ 2391632 h 2767298"/>
              <a:gd name="connsiteX3033" fmla="*/ 3625803 w 4752801"/>
              <a:gd name="connsiteY3033" fmla="*/ 2392847 h 2767298"/>
              <a:gd name="connsiteX3034" fmla="*/ 3621350 w 4752801"/>
              <a:gd name="connsiteY3034" fmla="*/ 2400133 h 2767298"/>
              <a:gd name="connsiteX3035" fmla="*/ 3620136 w 4752801"/>
              <a:gd name="connsiteY3035" fmla="*/ 2400943 h 2767298"/>
              <a:gd name="connsiteX3036" fmla="*/ 3611635 w 4752801"/>
              <a:gd name="connsiteY3036" fmla="*/ 2400943 h 2767298"/>
              <a:gd name="connsiteX3037" fmla="*/ 3610420 w 4752801"/>
              <a:gd name="connsiteY3037" fmla="*/ 2400133 h 2767298"/>
              <a:gd name="connsiteX3038" fmla="*/ 3605968 w 4752801"/>
              <a:gd name="connsiteY3038" fmla="*/ 2392847 h 2767298"/>
              <a:gd name="connsiteX3039" fmla="*/ 3605968 w 4752801"/>
              <a:gd name="connsiteY3039" fmla="*/ 2391632 h 2767298"/>
              <a:gd name="connsiteX3040" fmla="*/ 3610420 w 4752801"/>
              <a:gd name="connsiteY3040" fmla="*/ 2384346 h 2767298"/>
              <a:gd name="connsiteX3041" fmla="*/ 3611635 w 4752801"/>
              <a:gd name="connsiteY3041" fmla="*/ 2383536 h 2767298"/>
              <a:gd name="connsiteX3042" fmla="*/ 3570344 w 4752801"/>
              <a:gd name="connsiteY3042" fmla="*/ 2382726 h 2767298"/>
              <a:gd name="connsiteX3043" fmla="*/ 3580464 w 4752801"/>
              <a:gd name="connsiteY3043" fmla="*/ 2382726 h 2767298"/>
              <a:gd name="connsiteX3044" fmla="*/ 3581679 w 4752801"/>
              <a:gd name="connsiteY3044" fmla="*/ 2383131 h 2767298"/>
              <a:gd name="connsiteX3045" fmla="*/ 3586536 w 4752801"/>
              <a:gd name="connsiteY3045" fmla="*/ 2391632 h 2767298"/>
              <a:gd name="connsiteX3046" fmla="*/ 3586536 w 4752801"/>
              <a:gd name="connsiteY3046" fmla="*/ 2392846 h 2767298"/>
              <a:gd name="connsiteX3047" fmla="*/ 3581679 w 4752801"/>
              <a:gd name="connsiteY3047" fmla="*/ 2401348 h 2767298"/>
              <a:gd name="connsiteX3048" fmla="*/ 3580464 w 4752801"/>
              <a:gd name="connsiteY3048" fmla="*/ 2401752 h 2767298"/>
              <a:gd name="connsiteX3049" fmla="*/ 3570344 w 4752801"/>
              <a:gd name="connsiteY3049" fmla="*/ 2401752 h 2767298"/>
              <a:gd name="connsiteX3050" fmla="*/ 3569130 w 4752801"/>
              <a:gd name="connsiteY3050" fmla="*/ 2401348 h 2767298"/>
              <a:gd name="connsiteX3051" fmla="*/ 3564272 w 4752801"/>
              <a:gd name="connsiteY3051" fmla="*/ 2392846 h 2767298"/>
              <a:gd name="connsiteX3052" fmla="*/ 3564272 w 4752801"/>
              <a:gd name="connsiteY3052" fmla="*/ 2391632 h 2767298"/>
              <a:gd name="connsiteX3053" fmla="*/ 3569130 w 4752801"/>
              <a:gd name="connsiteY3053" fmla="*/ 2383131 h 2767298"/>
              <a:gd name="connsiteX3054" fmla="*/ 3570344 w 4752801"/>
              <a:gd name="connsiteY3054" fmla="*/ 2382726 h 2767298"/>
              <a:gd name="connsiteX3055" fmla="*/ 3529457 w 4752801"/>
              <a:gd name="connsiteY3055" fmla="*/ 2381917 h 2767298"/>
              <a:gd name="connsiteX3056" fmla="*/ 3540387 w 4752801"/>
              <a:gd name="connsiteY3056" fmla="*/ 2381917 h 2767298"/>
              <a:gd name="connsiteX3057" fmla="*/ 3541602 w 4752801"/>
              <a:gd name="connsiteY3057" fmla="*/ 2382322 h 2767298"/>
              <a:gd name="connsiteX3058" fmla="*/ 3546865 w 4752801"/>
              <a:gd name="connsiteY3058" fmla="*/ 2391633 h 2767298"/>
              <a:gd name="connsiteX3059" fmla="*/ 3546865 w 4752801"/>
              <a:gd name="connsiteY3059" fmla="*/ 2392847 h 2767298"/>
              <a:gd name="connsiteX3060" fmla="*/ 3541602 w 4752801"/>
              <a:gd name="connsiteY3060" fmla="*/ 2402158 h 2767298"/>
              <a:gd name="connsiteX3061" fmla="*/ 3540387 w 4752801"/>
              <a:gd name="connsiteY3061" fmla="*/ 2402967 h 2767298"/>
              <a:gd name="connsiteX3062" fmla="*/ 3529457 w 4752801"/>
              <a:gd name="connsiteY3062" fmla="*/ 2402967 h 2767298"/>
              <a:gd name="connsiteX3063" fmla="*/ 3528243 w 4752801"/>
              <a:gd name="connsiteY3063" fmla="*/ 2402158 h 2767298"/>
              <a:gd name="connsiteX3064" fmla="*/ 3522981 w 4752801"/>
              <a:gd name="connsiteY3064" fmla="*/ 2392847 h 2767298"/>
              <a:gd name="connsiteX3065" fmla="*/ 3522981 w 4752801"/>
              <a:gd name="connsiteY3065" fmla="*/ 2391633 h 2767298"/>
              <a:gd name="connsiteX3066" fmla="*/ 3528243 w 4752801"/>
              <a:gd name="connsiteY3066" fmla="*/ 2382322 h 2767298"/>
              <a:gd name="connsiteX3067" fmla="*/ 3529457 w 4752801"/>
              <a:gd name="connsiteY3067" fmla="*/ 2381917 h 2767298"/>
              <a:gd name="connsiteX3068" fmla="*/ 3488976 w 4752801"/>
              <a:gd name="connsiteY3068" fmla="*/ 2381512 h 2767298"/>
              <a:gd name="connsiteX3069" fmla="*/ 3499906 w 4752801"/>
              <a:gd name="connsiteY3069" fmla="*/ 2381512 h 2767298"/>
              <a:gd name="connsiteX3070" fmla="*/ 3501121 w 4752801"/>
              <a:gd name="connsiteY3070" fmla="*/ 2382322 h 2767298"/>
              <a:gd name="connsiteX3071" fmla="*/ 3506384 w 4752801"/>
              <a:gd name="connsiteY3071" fmla="*/ 2391632 h 2767298"/>
              <a:gd name="connsiteX3072" fmla="*/ 3506384 w 4752801"/>
              <a:gd name="connsiteY3072" fmla="*/ 2392847 h 2767298"/>
              <a:gd name="connsiteX3073" fmla="*/ 3501121 w 4752801"/>
              <a:gd name="connsiteY3073" fmla="*/ 2402157 h 2767298"/>
              <a:gd name="connsiteX3074" fmla="*/ 3499906 w 4752801"/>
              <a:gd name="connsiteY3074" fmla="*/ 2402967 h 2767298"/>
              <a:gd name="connsiteX3075" fmla="*/ 3488976 w 4752801"/>
              <a:gd name="connsiteY3075" fmla="*/ 2402967 h 2767298"/>
              <a:gd name="connsiteX3076" fmla="*/ 3487762 w 4752801"/>
              <a:gd name="connsiteY3076" fmla="*/ 2402157 h 2767298"/>
              <a:gd name="connsiteX3077" fmla="*/ 3482500 w 4752801"/>
              <a:gd name="connsiteY3077" fmla="*/ 2392847 h 2767298"/>
              <a:gd name="connsiteX3078" fmla="*/ 3482500 w 4752801"/>
              <a:gd name="connsiteY3078" fmla="*/ 2391632 h 2767298"/>
              <a:gd name="connsiteX3079" fmla="*/ 3487762 w 4752801"/>
              <a:gd name="connsiteY3079" fmla="*/ 2382322 h 2767298"/>
              <a:gd name="connsiteX3080" fmla="*/ 3488976 w 4752801"/>
              <a:gd name="connsiteY3080" fmla="*/ 2381512 h 2767298"/>
              <a:gd name="connsiteX3081" fmla="*/ 3408418 w 4752801"/>
              <a:gd name="connsiteY3081" fmla="*/ 2381107 h 2767298"/>
              <a:gd name="connsiteX3082" fmla="*/ 3418943 w 4752801"/>
              <a:gd name="connsiteY3082" fmla="*/ 2381107 h 2767298"/>
              <a:gd name="connsiteX3083" fmla="*/ 3420158 w 4752801"/>
              <a:gd name="connsiteY3083" fmla="*/ 2381916 h 2767298"/>
              <a:gd name="connsiteX3084" fmla="*/ 3425421 w 4752801"/>
              <a:gd name="connsiteY3084" fmla="*/ 2391227 h 2767298"/>
              <a:gd name="connsiteX3085" fmla="*/ 3425421 w 4752801"/>
              <a:gd name="connsiteY3085" fmla="*/ 2392442 h 2767298"/>
              <a:gd name="connsiteX3086" fmla="*/ 3420158 w 4752801"/>
              <a:gd name="connsiteY3086" fmla="*/ 2401752 h 2767298"/>
              <a:gd name="connsiteX3087" fmla="*/ 3418943 w 4752801"/>
              <a:gd name="connsiteY3087" fmla="*/ 2402562 h 2767298"/>
              <a:gd name="connsiteX3088" fmla="*/ 3408418 w 4752801"/>
              <a:gd name="connsiteY3088" fmla="*/ 2402562 h 2767298"/>
              <a:gd name="connsiteX3089" fmla="*/ 3407204 w 4752801"/>
              <a:gd name="connsiteY3089" fmla="*/ 2401752 h 2767298"/>
              <a:gd name="connsiteX3090" fmla="*/ 3401942 w 4752801"/>
              <a:gd name="connsiteY3090" fmla="*/ 2392442 h 2767298"/>
              <a:gd name="connsiteX3091" fmla="*/ 3401942 w 4752801"/>
              <a:gd name="connsiteY3091" fmla="*/ 2391227 h 2767298"/>
              <a:gd name="connsiteX3092" fmla="*/ 3407204 w 4752801"/>
              <a:gd name="connsiteY3092" fmla="*/ 2381916 h 2767298"/>
              <a:gd name="connsiteX3093" fmla="*/ 3408418 w 4752801"/>
              <a:gd name="connsiteY3093" fmla="*/ 2381107 h 2767298"/>
              <a:gd name="connsiteX3094" fmla="*/ 3448091 w 4752801"/>
              <a:gd name="connsiteY3094" fmla="*/ 2380702 h 2767298"/>
              <a:gd name="connsiteX3095" fmla="*/ 3459425 w 4752801"/>
              <a:gd name="connsiteY3095" fmla="*/ 2380702 h 2767298"/>
              <a:gd name="connsiteX3096" fmla="*/ 3460640 w 4752801"/>
              <a:gd name="connsiteY3096" fmla="*/ 2381512 h 2767298"/>
              <a:gd name="connsiteX3097" fmla="*/ 3466307 w 4752801"/>
              <a:gd name="connsiteY3097" fmla="*/ 2391227 h 2767298"/>
              <a:gd name="connsiteX3098" fmla="*/ 3466307 w 4752801"/>
              <a:gd name="connsiteY3098" fmla="*/ 2392442 h 2767298"/>
              <a:gd name="connsiteX3099" fmla="*/ 3460640 w 4752801"/>
              <a:gd name="connsiteY3099" fmla="*/ 2402157 h 2767298"/>
              <a:gd name="connsiteX3100" fmla="*/ 3459425 w 4752801"/>
              <a:gd name="connsiteY3100" fmla="*/ 2402967 h 2767298"/>
              <a:gd name="connsiteX3101" fmla="*/ 3448091 w 4752801"/>
              <a:gd name="connsiteY3101" fmla="*/ 2402967 h 2767298"/>
              <a:gd name="connsiteX3102" fmla="*/ 3446876 w 4752801"/>
              <a:gd name="connsiteY3102" fmla="*/ 2402157 h 2767298"/>
              <a:gd name="connsiteX3103" fmla="*/ 3441209 w 4752801"/>
              <a:gd name="connsiteY3103" fmla="*/ 2392442 h 2767298"/>
              <a:gd name="connsiteX3104" fmla="*/ 3441209 w 4752801"/>
              <a:gd name="connsiteY3104" fmla="*/ 2391227 h 2767298"/>
              <a:gd name="connsiteX3105" fmla="*/ 3446876 w 4752801"/>
              <a:gd name="connsiteY3105" fmla="*/ 2381512 h 2767298"/>
              <a:gd name="connsiteX3106" fmla="*/ 3448091 w 4752801"/>
              <a:gd name="connsiteY3106" fmla="*/ 2380702 h 2767298"/>
              <a:gd name="connsiteX3107" fmla="*/ 4221282 w 4752801"/>
              <a:gd name="connsiteY3107" fmla="*/ 2348317 h 2767298"/>
              <a:gd name="connsiteX3108" fmla="*/ 4225330 w 4752801"/>
              <a:gd name="connsiteY3108" fmla="*/ 2348317 h 2767298"/>
              <a:gd name="connsiteX3109" fmla="*/ 4227354 w 4752801"/>
              <a:gd name="connsiteY3109" fmla="*/ 2351555 h 2767298"/>
              <a:gd name="connsiteX3110" fmla="*/ 4225330 w 4752801"/>
              <a:gd name="connsiteY3110" fmla="*/ 2354794 h 2767298"/>
              <a:gd name="connsiteX3111" fmla="*/ 4221282 w 4752801"/>
              <a:gd name="connsiteY3111" fmla="*/ 2354794 h 2767298"/>
              <a:gd name="connsiteX3112" fmla="*/ 4219258 w 4752801"/>
              <a:gd name="connsiteY3112" fmla="*/ 2351555 h 2767298"/>
              <a:gd name="connsiteX3113" fmla="*/ 4625690 w 4752801"/>
              <a:gd name="connsiteY3113" fmla="*/ 2347913 h 2767298"/>
              <a:gd name="connsiteX3114" fmla="*/ 4630143 w 4752801"/>
              <a:gd name="connsiteY3114" fmla="*/ 2347913 h 2767298"/>
              <a:gd name="connsiteX3115" fmla="*/ 4632167 w 4752801"/>
              <a:gd name="connsiteY3115" fmla="*/ 2351556 h 2767298"/>
              <a:gd name="connsiteX3116" fmla="*/ 4630143 w 4752801"/>
              <a:gd name="connsiteY3116" fmla="*/ 2355200 h 2767298"/>
              <a:gd name="connsiteX3117" fmla="*/ 4625690 w 4752801"/>
              <a:gd name="connsiteY3117" fmla="*/ 2355200 h 2767298"/>
              <a:gd name="connsiteX3118" fmla="*/ 4623666 w 4752801"/>
              <a:gd name="connsiteY3118" fmla="*/ 2351556 h 2767298"/>
              <a:gd name="connsiteX3119" fmla="*/ 4504246 w 4752801"/>
              <a:gd name="connsiteY3119" fmla="*/ 2347913 h 2767298"/>
              <a:gd name="connsiteX3120" fmla="*/ 4508699 w 4752801"/>
              <a:gd name="connsiteY3120" fmla="*/ 2347913 h 2767298"/>
              <a:gd name="connsiteX3121" fmla="*/ 4510723 w 4752801"/>
              <a:gd name="connsiteY3121" fmla="*/ 2351556 h 2767298"/>
              <a:gd name="connsiteX3122" fmla="*/ 4508699 w 4752801"/>
              <a:gd name="connsiteY3122" fmla="*/ 2355200 h 2767298"/>
              <a:gd name="connsiteX3123" fmla="*/ 4504246 w 4752801"/>
              <a:gd name="connsiteY3123" fmla="*/ 2355200 h 2767298"/>
              <a:gd name="connsiteX3124" fmla="*/ 4502222 w 4752801"/>
              <a:gd name="connsiteY3124" fmla="*/ 2351556 h 2767298"/>
              <a:gd name="connsiteX3125" fmla="*/ 4463765 w 4752801"/>
              <a:gd name="connsiteY3125" fmla="*/ 2347913 h 2767298"/>
              <a:gd name="connsiteX3126" fmla="*/ 4468218 w 4752801"/>
              <a:gd name="connsiteY3126" fmla="*/ 2347913 h 2767298"/>
              <a:gd name="connsiteX3127" fmla="*/ 4470242 w 4752801"/>
              <a:gd name="connsiteY3127" fmla="*/ 2351556 h 2767298"/>
              <a:gd name="connsiteX3128" fmla="*/ 4468218 w 4752801"/>
              <a:gd name="connsiteY3128" fmla="*/ 2355200 h 2767298"/>
              <a:gd name="connsiteX3129" fmla="*/ 4463765 w 4752801"/>
              <a:gd name="connsiteY3129" fmla="*/ 2355200 h 2767298"/>
              <a:gd name="connsiteX3130" fmla="*/ 4461741 w 4752801"/>
              <a:gd name="connsiteY3130" fmla="*/ 2351556 h 2767298"/>
              <a:gd name="connsiteX3131" fmla="*/ 4423284 w 4752801"/>
              <a:gd name="connsiteY3131" fmla="*/ 2347913 h 2767298"/>
              <a:gd name="connsiteX3132" fmla="*/ 4427737 w 4752801"/>
              <a:gd name="connsiteY3132" fmla="*/ 2347913 h 2767298"/>
              <a:gd name="connsiteX3133" fmla="*/ 4429761 w 4752801"/>
              <a:gd name="connsiteY3133" fmla="*/ 2351556 h 2767298"/>
              <a:gd name="connsiteX3134" fmla="*/ 4427737 w 4752801"/>
              <a:gd name="connsiteY3134" fmla="*/ 2355200 h 2767298"/>
              <a:gd name="connsiteX3135" fmla="*/ 4423284 w 4752801"/>
              <a:gd name="connsiteY3135" fmla="*/ 2355200 h 2767298"/>
              <a:gd name="connsiteX3136" fmla="*/ 4421260 w 4752801"/>
              <a:gd name="connsiteY3136" fmla="*/ 2351556 h 2767298"/>
              <a:gd name="connsiteX3137" fmla="*/ 4383207 w 4752801"/>
              <a:gd name="connsiteY3137" fmla="*/ 2347913 h 2767298"/>
              <a:gd name="connsiteX3138" fmla="*/ 4387255 w 4752801"/>
              <a:gd name="connsiteY3138" fmla="*/ 2347913 h 2767298"/>
              <a:gd name="connsiteX3139" fmla="*/ 4389279 w 4752801"/>
              <a:gd name="connsiteY3139" fmla="*/ 2351556 h 2767298"/>
              <a:gd name="connsiteX3140" fmla="*/ 4387255 w 4752801"/>
              <a:gd name="connsiteY3140" fmla="*/ 2355200 h 2767298"/>
              <a:gd name="connsiteX3141" fmla="*/ 4383207 w 4752801"/>
              <a:gd name="connsiteY3141" fmla="*/ 2355200 h 2767298"/>
              <a:gd name="connsiteX3142" fmla="*/ 4381183 w 4752801"/>
              <a:gd name="connsiteY3142" fmla="*/ 2351556 h 2767298"/>
              <a:gd name="connsiteX3143" fmla="*/ 4301840 w 4752801"/>
              <a:gd name="connsiteY3143" fmla="*/ 2347913 h 2767298"/>
              <a:gd name="connsiteX3144" fmla="*/ 4306293 w 4752801"/>
              <a:gd name="connsiteY3144" fmla="*/ 2347913 h 2767298"/>
              <a:gd name="connsiteX3145" fmla="*/ 4308317 w 4752801"/>
              <a:gd name="connsiteY3145" fmla="*/ 2351556 h 2767298"/>
              <a:gd name="connsiteX3146" fmla="*/ 4306293 w 4752801"/>
              <a:gd name="connsiteY3146" fmla="*/ 2355200 h 2767298"/>
              <a:gd name="connsiteX3147" fmla="*/ 4301840 w 4752801"/>
              <a:gd name="connsiteY3147" fmla="*/ 2355200 h 2767298"/>
              <a:gd name="connsiteX3148" fmla="*/ 4299816 w 4752801"/>
              <a:gd name="connsiteY3148" fmla="*/ 2351556 h 2767298"/>
              <a:gd name="connsiteX3149" fmla="*/ 4180801 w 4752801"/>
              <a:gd name="connsiteY3149" fmla="*/ 2347913 h 2767298"/>
              <a:gd name="connsiteX3150" fmla="*/ 4184849 w 4752801"/>
              <a:gd name="connsiteY3150" fmla="*/ 2347913 h 2767298"/>
              <a:gd name="connsiteX3151" fmla="*/ 4186873 w 4752801"/>
              <a:gd name="connsiteY3151" fmla="*/ 2351556 h 2767298"/>
              <a:gd name="connsiteX3152" fmla="*/ 4184849 w 4752801"/>
              <a:gd name="connsiteY3152" fmla="*/ 2355200 h 2767298"/>
              <a:gd name="connsiteX3153" fmla="*/ 4180801 w 4752801"/>
              <a:gd name="connsiteY3153" fmla="*/ 2355200 h 2767298"/>
              <a:gd name="connsiteX3154" fmla="*/ 4178777 w 4752801"/>
              <a:gd name="connsiteY3154" fmla="*/ 2351556 h 2767298"/>
              <a:gd name="connsiteX3155" fmla="*/ 3978799 w 4752801"/>
              <a:gd name="connsiteY3155" fmla="*/ 2347913 h 2767298"/>
              <a:gd name="connsiteX3156" fmla="*/ 3982038 w 4752801"/>
              <a:gd name="connsiteY3156" fmla="*/ 2347913 h 2767298"/>
              <a:gd name="connsiteX3157" fmla="*/ 3983252 w 4752801"/>
              <a:gd name="connsiteY3157" fmla="*/ 2348318 h 2767298"/>
              <a:gd name="connsiteX3158" fmla="*/ 3984872 w 4752801"/>
              <a:gd name="connsiteY3158" fmla="*/ 2351151 h 2767298"/>
              <a:gd name="connsiteX3159" fmla="*/ 3984872 w 4752801"/>
              <a:gd name="connsiteY3159" fmla="*/ 2352366 h 2767298"/>
              <a:gd name="connsiteX3160" fmla="*/ 3983252 w 4752801"/>
              <a:gd name="connsiteY3160" fmla="*/ 2355200 h 2767298"/>
              <a:gd name="connsiteX3161" fmla="*/ 3982038 w 4752801"/>
              <a:gd name="connsiteY3161" fmla="*/ 2355604 h 2767298"/>
              <a:gd name="connsiteX3162" fmla="*/ 3978799 w 4752801"/>
              <a:gd name="connsiteY3162" fmla="*/ 2355604 h 2767298"/>
              <a:gd name="connsiteX3163" fmla="*/ 3977585 w 4752801"/>
              <a:gd name="connsiteY3163" fmla="*/ 2355200 h 2767298"/>
              <a:gd name="connsiteX3164" fmla="*/ 3975966 w 4752801"/>
              <a:gd name="connsiteY3164" fmla="*/ 2352366 h 2767298"/>
              <a:gd name="connsiteX3165" fmla="*/ 3975966 w 4752801"/>
              <a:gd name="connsiteY3165" fmla="*/ 2351151 h 2767298"/>
              <a:gd name="connsiteX3166" fmla="*/ 3977585 w 4752801"/>
              <a:gd name="connsiteY3166" fmla="*/ 2348318 h 2767298"/>
              <a:gd name="connsiteX3167" fmla="*/ 3978799 w 4752801"/>
              <a:gd name="connsiteY3167" fmla="*/ 2347913 h 2767298"/>
              <a:gd name="connsiteX3168" fmla="*/ 4585614 w 4752801"/>
              <a:gd name="connsiteY3168" fmla="*/ 2347508 h 2767298"/>
              <a:gd name="connsiteX3169" fmla="*/ 4590067 w 4752801"/>
              <a:gd name="connsiteY3169" fmla="*/ 2347508 h 2767298"/>
              <a:gd name="connsiteX3170" fmla="*/ 4592495 w 4752801"/>
              <a:gd name="connsiteY3170" fmla="*/ 2351556 h 2767298"/>
              <a:gd name="connsiteX3171" fmla="*/ 4590067 w 4752801"/>
              <a:gd name="connsiteY3171" fmla="*/ 2355604 h 2767298"/>
              <a:gd name="connsiteX3172" fmla="*/ 4585614 w 4752801"/>
              <a:gd name="connsiteY3172" fmla="*/ 2355604 h 2767298"/>
              <a:gd name="connsiteX3173" fmla="*/ 4583185 w 4752801"/>
              <a:gd name="connsiteY3173" fmla="*/ 2351556 h 2767298"/>
              <a:gd name="connsiteX3174" fmla="*/ 4545133 w 4752801"/>
              <a:gd name="connsiteY3174" fmla="*/ 2347508 h 2767298"/>
              <a:gd name="connsiteX3175" fmla="*/ 4549586 w 4752801"/>
              <a:gd name="connsiteY3175" fmla="*/ 2347508 h 2767298"/>
              <a:gd name="connsiteX3176" fmla="*/ 4552014 w 4752801"/>
              <a:gd name="connsiteY3176" fmla="*/ 2351556 h 2767298"/>
              <a:gd name="connsiteX3177" fmla="*/ 4549586 w 4752801"/>
              <a:gd name="connsiteY3177" fmla="*/ 2355604 h 2767298"/>
              <a:gd name="connsiteX3178" fmla="*/ 4545133 w 4752801"/>
              <a:gd name="connsiteY3178" fmla="*/ 2355604 h 2767298"/>
              <a:gd name="connsiteX3179" fmla="*/ 4542704 w 4752801"/>
              <a:gd name="connsiteY3179" fmla="*/ 2351556 h 2767298"/>
              <a:gd name="connsiteX3180" fmla="*/ 4342321 w 4752801"/>
              <a:gd name="connsiteY3180" fmla="*/ 2347508 h 2767298"/>
              <a:gd name="connsiteX3181" fmla="*/ 4347179 w 4752801"/>
              <a:gd name="connsiteY3181" fmla="*/ 2347508 h 2767298"/>
              <a:gd name="connsiteX3182" fmla="*/ 4349608 w 4752801"/>
              <a:gd name="connsiteY3182" fmla="*/ 2351556 h 2767298"/>
              <a:gd name="connsiteX3183" fmla="*/ 4347179 w 4752801"/>
              <a:gd name="connsiteY3183" fmla="*/ 2355604 h 2767298"/>
              <a:gd name="connsiteX3184" fmla="*/ 4342321 w 4752801"/>
              <a:gd name="connsiteY3184" fmla="*/ 2355604 h 2767298"/>
              <a:gd name="connsiteX3185" fmla="*/ 4339892 w 4752801"/>
              <a:gd name="connsiteY3185" fmla="*/ 2351556 h 2767298"/>
              <a:gd name="connsiteX3186" fmla="*/ 4261764 w 4752801"/>
              <a:gd name="connsiteY3186" fmla="*/ 2347508 h 2767298"/>
              <a:gd name="connsiteX3187" fmla="*/ 4265407 w 4752801"/>
              <a:gd name="connsiteY3187" fmla="*/ 2347508 h 2767298"/>
              <a:gd name="connsiteX3188" fmla="*/ 4266621 w 4752801"/>
              <a:gd name="connsiteY3188" fmla="*/ 2348318 h 2767298"/>
              <a:gd name="connsiteX3189" fmla="*/ 4268240 w 4752801"/>
              <a:gd name="connsiteY3189" fmla="*/ 2351151 h 2767298"/>
              <a:gd name="connsiteX3190" fmla="*/ 4268240 w 4752801"/>
              <a:gd name="connsiteY3190" fmla="*/ 2352366 h 2767298"/>
              <a:gd name="connsiteX3191" fmla="*/ 4266621 w 4752801"/>
              <a:gd name="connsiteY3191" fmla="*/ 2355200 h 2767298"/>
              <a:gd name="connsiteX3192" fmla="*/ 4265407 w 4752801"/>
              <a:gd name="connsiteY3192" fmla="*/ 2355604 h 2767298"/>
              <a:gd name="connsiteX3193" fmla="*/ 4261764 w 4752801"/>
              <a:gd name="connsiteY3193" fmla="*/ 2355604 h 2767298"/>
              <a:gd name="connsiteX3194" fmla="*/ 4260549 w 4752801"/>
              <a:gd name="connsiteY3194" fmla="*/ 2355200 h 2767298"/>
              <a:gd name="connsiteX3195" fmla="*/ 4258930 w 4752801"/>
              <a:gd name="connsiteY3195" fmla="*/ 2352366 h 2767298"/>
              <a:gd name="connsiteX3196" fmla="*/ 4258930 w 4752801"/>
              <a:gd name="connsiteY3196" fmla="*/ 2351151 h 2767298"/>
              <a:gd name="connsiteX3197" fmla="*/ 4260549 w 4752801"/>
              <a:gd name="connsiteY3197" fmla="*/ 2348318 h 2767298"/>
              <a:gd name="connsiteX3198" fmla="*/ 4261764 w 4752801"/>
              <a:gd name="connsiteY3198" fmla="*/ 2347508 h 2767298"/>
              <a:gd name="connsiteX3199" fmla="*/ 4140320 w 4752801"/>
              <a:gd name="connsiteY3199" fmla="*/ 2347508 h 2767298"/>
              <a:gd name="connsiteX3200" fmla="*/ 4144773 w 4752801"/>
              <a:gd name="connsiteY3200" fmla="*/ 2347508 h 2767298"/>
              <a:gd name="connsiteX3201" fmla="*/ 4147201 w 4752801"/>
              <a:gd name="connsiteY3201" fmla="*/ 2351556 h 2767298"/>
              <a:gd name="connsiteX3202" fmla="*/ 4144773 w 4752801"/>
              <a:gd name="connsiteY3202" fmla="*/ 2355604 h 2767298"/>
              <a:gd name="connsiteX3203" fmla="*/ 4140320 w 4752801"/>
              <a:gd name="connsiteY3203" fmla="*/ 2355604 h 2767298"/>
              <a:gd name="connsiteX3204" fmla="*/ 4137891 w 4752801"/>
              <a:gd name="connsiteY3204" fmla="*/ 2351556 h 2767298"/>
              <a:gd name="connsiteX3205" fmla="*/ 4059762 w 4752801"/>
              <a:gd name="connsiteY3205" fmla="*/ 2347508 h 2767298"/>
              <a:gd name="connsiteX3206" fmla="*/ 4063001 w 4752801"/>
              <a:gd name="connsiteY3206" fmla="*/ 2347508 h 2767298"/>
              <a:gd name="connsiteX3207" fmla="*/ 4064215 w 4752801"/>
              <a:gd name="connsiteY3207" fmla="*/ 2348318 h 2767298"/>
              <a:gd name="connsiteX3208" fmla="*/ 4065835 w 4752801"/>
              <a:gd name="connsiteY3208" fmla="*/ 2351151 h 2767298"/>
              <a:gd name="connsiteX3209" fmla="*/ 4065835 w 4752801"/>
              <a:gd name="connsiteY3209" fmla="*/ 2352366 h 2767298"/>
              <a:gd name="connsiteX3210" fmla="*/ 4064215 w 4752801"/>
              <a:gd name="connsiteY3210" fmla="*/ 2355200 h 2767298"/>
              <a:gd name="connsiteX3211" fmla="*/ 4063001 w 4752801"/>
              <a:gd name="connsiteY3211" fmla="*/ 2356009 h 2767298"/>
              <a:gd name="connsiteX3212" fmla="*/ 4059762 w 4752801"/>
              <a:gd name="connsiteY3212" fmla="*/ 2356009 h 2767298"/>
              <a:gd name="connsiteX3213" fmla="*/ 4058548 w 4752801"/>
              <a:gd name="connsiteY3213" fmla="*/ 2355200 h 2767298"/>
              <a:gd name="connsiteX3214" fmla="*/ 4056929 w 4752801"/>
              <a:gd name="connsiteY3214" fmla="*/ 2352366 h 2767298"/>
              <a:gd name="connsiteX3215" fmla="*/ 4056929 w 4752801"/>
              <a:gd name="connsiteY3215" fmla="*/ 2351151 h 2767298"/>
              <a:gd name="connsiteX3216" fmla="*/ 4058548 w 4752801"/>
              <a:gd name="connsiteY3216" fmla="*/ 2348318 h 2767298"/>
              <a:gd name="connsiteX3217" fmla="*/ 4059762 w 4752801"/>
              <a:gd name="connsiteY3217" fmla="*/ 2347508 h 2767298"/>
              <a:gd name="connsiteX3218" fmla="*/ 4019280 w 4752801"/>
              <a:gd name="connsiteY3218" fmla="*/ 2347508 h 2767298"/>
              <a:gd name="connsiteX3219" fmla="*/ 4022519 w 4752801"/>
              <a:gd name="connsiteY3219" fmla="*/ 2347508 h 2767298"/>
              <a:gd name="connsiteX3220" fmla="*/ 4023733 w 4752801"/>
              <a:gd name="connsiteY3220" fmla="*/ 2348318 h 2767298"/>
              <a:gd name="connsiteX3221" fmla="*/ 4025353 w 4752801"/>
              <a:gd name="connsiteY3221" fmla="*/ 2351151 h 2767298"/>
              <a:gd name="connsiteX3222" fmla="*/ 4025353 w 4752801"/>
              <a:gd name="connsiteY3222" fmla="*/ 2352366 h 2767298"/>
              <a:gd name="connsiteX3223" fmla="*/ 4023733 w 4752801"/>
              <a:gd name="connsiteY3223" fmla="*/ 2355200 h 2767298"/>
              <a:gd name="connsiteX3224" fmla="*/ 4022519 w 4752801"/>
              <a:gd name="connsiteY3224" fmla="*/ 2356009 h 2767298"/>
              <a:gd name="connsiteX3225" fmla="*/ 4019280 w 4752801"/>
              <a:gd name="connsiteY3225" fmla="*/ 2356009 h 2767298"/>
              <a:gd name="connsiteX3226" fmla="*/ 4018066 w 4752801"/>
              <a:gd name="connsiteY3226" fmla="*/ 2355200 h 2767298"/>
              <a:gd name="connsiteX3227" fmla="*/ 4016447 w 4752801"/>
              <a:gd name="connsiteY3227" fmla="*/ 2352366 h 2767298"/>
              <a:gd name="connsiteX3228" fmla="*/ 4016447 w 4752801"/>
              <a:gd name="connsiteY3228" fmla="*/ 2351151 h 2767298"/>
              <a:gd name="connsiteX3229" fmla="*/ 4018066 w 4752801"/>
              <a:gd name="connsiteY3229" fmla="*/ 2348318 h 2767298"/>
              <a:gd name="connsiteX3230" fmla="*/ 4019280 w 4752801"/>
              <a:gd name="connsiteY3230" fmla="*/ 2347508 h 2767298"/>
              <a:gd name="connsiteX3231" fmla="*/ 3897027 w 4752801"/>
              <a:gd name="connsiteY3231" fmla="*/ 2347508 h 2767298"/>
              <a:gd name="connsiteX3232" fmla="*/ 3901075 w 4752801"/>
              <a:gd name="connsiteY3232" fmla="*/ 2347508 h 2767298"/>
              <a:gd name="connsiteX3233" fmla="*/ 3902289 w 4752801"/>
              <a:gd name="connsiteY3233" fmla="*/ 2347913 h 2767298"/>
              <a:gd name="connsiteX3234" fmla="*/ 3904314 w 4752801"/>
              <a:gd name="connsiteY3234" fmla="*/ 2351151 h 2767298"/>
              <a:gd name="connsiteX3235" fmla="*/ 3904314 w 4752801"/>
              <a:gd name="connsiteY3235" fmla="*/ 2352366 h 2767298"/>
              <a:gd name="connsiteX3236" fmla="*/ 3902289 w 4752801"/>
              <a:gd name="connsiteY3236" fmla="*/ 2355604 h 2767298"/>
              <a:gd name="connsiteX3237" fmla="*/ 3901075 w 4752801"/>
              <a:gd name="connsiteY3237" fmla="*/ 2356414 h 2767298"/>
              <a:gd name="connsiteX3238" fmla="*/ 3897027 w 4752801"/>
              <a:gd name="connsiteY3238" fmla="*/ 2356414 h 2767298"/>
              <a:gd name="connsiteX3239" fmla="*/ 3895813 w 4752801"/>
              <a:gd name="connsiteY3239" fmla="*/ 2355604 h 2767298"/>
              <a:gd name="connsiteX3240" fmla="*/ 3893789 w 4752801"/>
              <a:gd name="connsiteY3240" fmla="*/ 2352366 h 2767298"/>
              <a:gd name="connsiteX3241" fmla="*/ 3893789 w 4752801"/>
              <a:gd name="connsiteY3241" fmla="*/ 2351151 h 2767298"/>
              <a:gd name="connsiteX3242" fmla="*/ 3895813 w 4752801"/>
              <a:gd name="connsiteY3242" fmla="*/ 2347913 h 2767298"/>
              <a:gd name="connsiteX3243" fmla="*/ 3897027 w 4752801"/>
              <a:gd name="connsiteY3243" fmla="*/ 2347508 h 2767298"/>
              <a:gd name="connsiteX3244" fmla="*/ 3775988 w 4752801"/>
              <a:gd name="connsiteY3244" fmla="*/ 2347103 h 2767298"/>
              <a:gd name="connsiteX3245" fmla="*/ 3779632 w 4752801"/>
              <a:gd name="connsiteY3245" fmla="*/ 2347103 h 2767298"/>
              <a:gd name="connsiteX3246" fmla="*/ 3780846 w 4752801"/>
              <a:gd name="connsiteY3246" fmla="*/ 2347508 h 2767298"/>
              <a:gd name="connsiteX3247" fmla="*/ 3782870 w 4752801"/>
              <a:gd name="connsiteY3247" fmla="*/ 2350746 h 2767298"/>
              <a:gd name="connsiteX3248" fmla="*/ 3782870 w 4752801"/>
              <a:gd name="connsiteY3248" fmla="*/ 2351961 h 2767298"/>
              <a:gd name="connsiteX3249" fmla="*/ 3780846 w 4752801"/>
              <a:gd name="connsiteY3249" fmla="*/ 2355199 h 2767298"/>
              <a:gd name="connsiteX3250" fmla="*/ 3779632 w 4752801"/>
              <a:gd name="connsiteY3250" fmla="*/ 2356009 h 2767298"/>
              <a:gd name="connsiteX3251" fmla="*/ 3775988 w 4752801"/>
              <a:gd name="connsiteY3251" fmla="*/ 2356009 h 2767298"/>
              <a:gd name="connsiteX3252" fmla="*/ 3774774 w 4752801"/>
              <a:gd name="connsiteY3252" fmla="*/ 2355199 h 2767298"/>
              <a:gd name="connsiteX3253" fmla="*/ 3772750 w 4752801"/>
              <a:gd name="connsiteY3253" fmla="*/ 2351961 h 2767298"/>
              <a:gd name="connsiteX3254" fmla="*/ 3772750 w 4752801"/>
              <a:gd name="connsiteY3254" fmla="*/ 2350746 h 2767298"/>
              <a:gd name="connsiteX3255" fmla="*/ 3774774 w 4752801"/>
              <a:gd name="connsiteY3255" fmla="*/ 2347508 h 2767298"/>
              <a:gd name="connsiteX3256" fmla="*/ 3775988 w 4752801"/>
              <a:gd name="connsiteY3256" fmla="*/ 2347103 h 2767298"/>
              <a:gd name="connsiteX3257" fmla="*/ 4099839 w 4752801"/>
              <a:gd name="connsiteY3257" fmla="*/ 2346698 h 2767298"/>
              <a:gd name="connsiteX3258" fmla="*/ 4103482 w 4752801"/>
              <a:gd name="connsiteY3258" fmla="*/ 2346698 h 2767298"/>
              <a:gd name="connsiteX3259" fmla="*/ 4104696 w 4752801"/>
              <a:gd name="connsiteY3259" fmla="*/ 2347507 h 2767298"/>
              <a:gd name="connsiteX3260" fmla="*/ 4106315 w 4752801"/>
              <a:gd name="connsiteY3260" fmla="*/ 2350746 h 2767298"/>
              <a:gd name="connsiteX3261" fmla="*/ 4106315 w 4752801"/>
              <a:gd name="connsiteY3261" fmla="*/ 2351961 h 2767298"/>
              <a:gd name="connsiteX3262" fmla="*/ 4104696 w 4752801"/>
              <a:gd name="connsiteY3262" fmla="*/ 2355199 h 2767298"/>
              <a:gd name="connsiteX3263" fmla="*/ 4103482 w 4752801"/>
              <a:gd name="connsiteY3263" fmla="*/ 2356009 h 2767298"/>
              <a:gd name="connsiteX3264" fmla="*/ 4099839 w 4752801"/>
              <a:gd name="connsiteY3264" fmla="*/ 2356009 h 2767298"/>
              <a:gd name="connsiteX3265" fmla="*/ 4098624 w 4752801"/>
              <a:gd name="connsiteY3265" fmla="*/ 2355199 h 2767298"/>
              <a:gd name="connsiteX3266" fmla="*/ 4097005 w 4752801"/>
              <a:gd name="connsiteY3266" fmla="*/ 2351961 h 2767298"/>
              <a:gd name="connsiteX3267" fmla="*/ 4097005 w 4752801"/>
              <a:gd name="connsiteY3267" fmla="*/ 2350746 h 2767298"/>
              <a:gd name="connsiteX3268" fmla="*/ 4098624 w 4752801"/>
              <a:gd name="connsiteY3268" fmla="*/ 2347507 h 2767298"/>
              <a:gd name="connsiteX3269" fmla="*/ 4099839 w 4752801"/>
              <a:gd name="connsiteY3269" fmla="*/ 2346698 h 2767298"/>
              <a:gd name="connsiteX3270" fmla="*/ 3856546 w 4752801"/>
              <a:gd name="connsiteY3270" fmla="*/ 2346698 h 2767298"/>
              <a:gd name="connsiteX3271" fmla="*/ 3860999 w 4752801"/>
              <a:gd name="connsiteY3271" fmla="*/ 2346698 h 2767298"/>
              <a:gd name="connsiteX3272" fmla="*/ 3862213 w 4752801"/>
              <a:gd name="connsiteY3272" fmla="*/ 2347507 h 2767298"/>
              <a:gd name="connsiteX3273" fmla="*/ 3864237 w 4752801"/>
              <a:gd name="connsiteY3273" fmla="*/ 2351151 h 2767298"/>
              <a:gd name="connsiteX3274" fmla="*/ 3864237 w 4752801"/>
              <a:gd name="connsiteY3274" fmla="*/ 2352365 h 2767298"/>
              <a:gd name="connsiteX3275" fmla="*/ 3862213 w 4752801"/>
              <a:gd name="connsiteY3275" fmla="*/ 2356009 h 2767298"/>
              <a:gd name="connsiteX3276" fmla="*/ 3860999 w 4752801"/>
              <a:gd name="connsiteY3276" fmla="*/ 2356818 h 2767298"/>
              <a:gd name="connsiteX3277" fmla="*/ 3856546 w 4752801"/>
              <a:gd name="connsiteY3277" fmla="*/ 2356818 h 2767298"/>
              <a:gd name="connsiteX3278" fmla="*/ 3855332 w 4752801"/>
              <a:gd name="connsiteY3278" fmla="*/ 2356009 h 2767298"/>
              <a:gd name="connsiteX3279" fmla="*/ 3853308 w 4752801"/>
              <a:gd name="connsiteY3279" fmla="*/ 2352365 h 2767298"/>
              <a:gd name="connsiteX3280" fmla="*/ 3853308 w 4752801"/>
              <a:gd name="connsiteY3280" fmla="*/ 2351151 h 2767298"/>
              <a:gd name="connsiteX3281" fmla="*/ 3855332 w 4752801"/>
              <a:gd name="connsiteY3281" fmla="*/ 2347507 h 2767298"/>
              <a:gd name="connsiteX3282" fmla="*/ 3856546 w 4752801"/>
              <a:gd name="connsiteY3282" fmla="*/ 2346698 h 2767298"/>
              <a:gd name="connsiteX3283" fmla="*/ 3816065 w 4752801"/>
              <a:gd name="connsiteY3283" fmla="*/ 2346698 h 2767298"/>
              <a:gd name="connsiteX3284" fmla="*/ 3820518 w 4752801"/>
              <a:gd name="connsiteY3284" fmla="*/ 2346698 h 2767298"/>
              <a:gd name="connsiteX3285" fmla="*/ 3821732 w 4752801"/>
              <a:gd name="connsiteY3285" fmla="*/ 2347507 h 2767298"/>
              <a:gd name="connsiteX3286" fmla="*/ 3823756 w 4752801"/>
              <a:gd name="connsiteY3286" fmla="*/ 2351151 h 2767298"/>
              <a:gd name="connsiteX3287" fmla="*/ 3823756 w 4752801"/>
              <a:gd name="connsiteY3287" fmla="*/ 2352365 h 2767298"/>
              <a:gd name="connsiteX3288" fmla="*/ 3821732 w 4752801"/>
              <a:gd name="connsiteY3288" fmla="*/ 2356009 h 2767298"/>
              <a:gd name="connsiteX3289" fmla="*/ 3820518 w 4752801"/>
              <a:gd name="connsiteY3289" fmla="*/ 2356818 h 2767298"/>
              <a:gd name="connsiteX3290" fmla="*/ 3816065 w 4752801"/>
              <a:gd name="connsiteY3290" fmla="*/ 2356818 h 2767298"/>
              <a:gd name="connsiteX3291" fmla="*/ 3814851 w 4752801"/>
              <a:gd name="connsiteY3291" fmla="*/ 2356009 h 2767298"/>
              <a:gd name="connsiteX3292" fmla="*/ 3812827 w 4752801"/>
              <a:gd name="connsiteY3292" fmla="*/ 2352365 h 2767298"/>
              <a:gd name="connsiteX3293" fmla="*/ 3812827 w 4752801"/>
              <a:gd name="connsiteY3293" fmla="*/ 2351151 h 2767298"/>
              <a:gd name="connsiteX3294" fmla="*/ 3814851 w 4752801"/>
              <a:gd name="connsiteY3294" fmla="*/ 2347507 h 2767298"/>
              <a:gd name="connsiteX3295" fmla="*/ 3816065 w 4752801"/>
              <a:gd name="connsiteY3295" fmla="*/ 2346698 h 2767298"/>
              <a:gd name="connsiteX3296" fmla="*/ 3735507 w 4752801"/>
              <a:gd name="connsiteY3296" fmla="*/ 2346698 h 2767298"/>
              <a:gd name="connsiteX3297" fmla="*/ 3739151 w 4752801"/>
              <a:gd name="connsiteY3297" fmla="*/ 2346698 h 2767298"/>
              <a:gd name="connsiteX3298" fmla="*/ 3740365 w 4752801"/>
              <a:gd name="connsiteY3298" fmla="*/ 2347507 h 2767298"/>
              <a:gd name="connsiteX3299" fmla="*/ 3742389 w 4752801"/>
              <a:gd name="connsiteY3299" fmla="*/ 2350746 h 2767298"/>
              <a:gd name="connsiteX3300" fmla="*/ 3742389 w 4752801"/>
              <a:gd name="connsiteY3300" fmla="*/ 2351961 h 2767298"/>
              <a:gd name="connsiteX3301" fmla="*/ 3740365 w 4752801"/>
              <a:gd name="connsiteY3301" fmla="*/ 2355199 h 2767298"/>
              <a:gd name="connsiteX3302" fmla="*/ 3739151 w 4752801"/>
              <a:gd name="connsiteY3302" fmla="*/ 2356009 h 2767298"/>
              <a:gd name="connsiteX3303" fmla="*/ 3735507 w 4752801"/>
              <a:gd name="connsiteY3303" fmla="*/ 2356009 h 2767298"/>
              <a:gd name="connsiteX3304" fmla="*/ 3734293 w 4752801"/>
              <a:gd name="connsiteY3304" fmla="*/ 2355199 h 2767298"/>
              <a:gd name="connsiteX3305" fmla="*/ 3732269 w 4752801"/>
              <a:gd name="connsiteY3305" fmla="*/ 2351961 h 2767298"/>
              <a:gd name="connsiteX3306" fmla="*/ 3732269 w 4752801"/>
              <a:gd name="connsiteY3306" fmla="*/ 2350746 h 2767298"/>
              <a:gd name="connsiteX3307" fmla="*/ 3734293 w 4752801"/>
              <a:gd name="connsiteY3307" fmla="*/ 2347507 h 2767298"/>
              <a:gd name="connsiteX3308" fmla="*/ 3735507 w 4752801"/>
              <a:gd name="connsiteY3308" fmla="*/ 2346698 h 2767298"/>
              <a:gd name="connsiteX3309" fmla="*/ 3937509 w 4752801"/>
              <a:gd name="connsiteY3309" fmla="*/ 2346293 h 2767298"/>
              <a:gd name="connsiteX3310" fmla="*/ 3941962 w 4752801"/>
              <a:gd name="connsiteY3310" fmla="*/ 2346293 h 2767298"/>
              <a:gd name="connsiteX3311" fmla="*/ 3943176 w 4752801"/>
              <a:gd name="connsiteY3311" fmla="*/ 2346698 h 2767298"/>
              <a:gd name="connsiteX3312" fmla="*/ 3945605 w 4752801"/>
              <a:gd name="connsiteY3312" fmla="*/ 2350746 h 2767298"/>
              <a:gd name="connsiteX3313" fmla="*/ 3945605 w 4752801"/>
              <a:gd name="connsiteY3313" fmla="*/ 2351960 h 2767298"/>
              <a:gd name="connsiteX3314" fmla="*/ 3943176 w 4752801"/>
              <a:gd name="connsiteY3314" fmla="*/ 2356009 h 2767298"/>
              <a:gd name="connsiteX3315" fmla="*/ 3941962 w 4752801"/>
              <a:gd name="connsiteY3315" fmla="*/ 2356818 h 2767298"/>
              <a:gd name="connsiteX3316" fmla="*/ 3937509 w 4752801"/>
              <a:gd name="connsiteY3316" fmla="*/ 2356818 h 2767298"/>
              <a:gd name="connsiteX3317" fmla="*/ 3936294 w 4752801"/>
              <a:gd name="connsiteY3317" fmla="*/ 2356009 h 2767298"/>
              <a:gd name="connsiteX3318" fmla="*/ 3933866 w 4752801"/>
              <a:gd name="connsiteY3318" fmla="*/ 2351960 h 2767298"/>
              <a:gd name="connsiteX3319" fmla="*/ 3933866 w 4752801"/>
              <a:gd name="connsiteY3319" fmla="*/ 2350746 h 2767298"/>
              <a:gd name="connsiteX3320" fmla="*/ 3936294 w 4752801"/>
              <a:gd name="connsiteY3320" fmla="*/ 2346698 h 2767298"/>
              <a:gd name="connsiteX3321" fmla="*/ 3937509 w 4752801"/>
              <a:gd name="connsiteY3321" fmla="*/ 2346293 h 2767298"/>
              <a:gd name="connsiteX3322" fmla="*/ 3694621 w 4752801"/>
              <a:gd name="connsiteY3322" fmla="*/ 2345484 h 2767298"/>
              <a:gd name="connsiteX3323" fmla="*/ 3699478 w 4752801"/>
              <a:gd name="connsiteY3323" fmla="*/ 2345484 h 2767298"/>
              <a:gd name="connsiteX3324" fmla="*/ 3700693 w 4752801"/>
              <a:gd name="connsiteY3324" fmla="*/ 2346294 h 2767298"/>
              <a:gd name="connsiteX3325" fmla="*/ 3703122 w 4752801"/>
              <a:gd name="connsiteY3325" fmla="*/ 2350747 h 2767298"/>
              <a:gd name="connsiteX3326" fmla="*/ 3703122 w 4752801"/>
              <a:gd name="connsiteY3326" fmla="*/ 2351961 h 2767298"/>
              <a:gd name="connsiteX3327" fmla="*/ 3700693 w 4752801"/>
              <a:gd name="connsiteY3327" fmla="*/ 2356414 h 2767298"/>
              <a:gd name="connsiteX3328" fmla="*/ 3699478 w 4752801"/>
              <a:gd name="connsiteY3328" fmla="*/ 2356819 h 2767298"/>
              <a:gd name="connsiteX3329" fmla="*/ 3694621 w 4752801"/>
              <a:gd name="connsiteY3329" fmla="*/ 2356819 h 2767298"/>
              <a:gd name="connsiteX3330" fmla="*/ 3693406 w 4752801"/>
              <a:gd name="connsiteY3330" fmla="*/ 2356414 h 2767298"/>
              <a:gd name="connsiteX3331" fmla="*/ 3690978 w 4752801"/>
              <a:gd name="connsiteY3331" fmla="*/ 2351961 h 2767298"/>
              <a:gd name="connsiteX3332" fmla="*/ 3690978 w 4752801"/>
              <a:gd name="connsiteY3332" fmla="*/ 2350747 h 2767298"/>
              <a:gd name="connsiteX3333" fmla="*/ 3693406 w 4752801"/>
              <a:gd name="connsiteY3333" fmla="*/ 2346294 h 2767298"/>
              <a:gd name="connsiteX3334" fmla="*/ 3694621 w 4752801"/>
              <a:gd name="connsiteY3334" fmla="*/ 2345484 h 2767298"/>
              <a:gd name="connsiteX3335" fmla="*/ 3653735 w 4752801"/>
              <a:gd name="connsiteY3335" fmla="*/ 2344674 h 2767298"/>
              <a:gd name="connsiteX3336" fmla="*/ 3659402 w 4752801"/>
              <a:gd name="connsiteY3336" fmla="*/ 2344674 h 2767298"/>
              <a:gd name="connsiteX3337" fmla="*/ 3660617 w 4752801"/>
              <a:gd name="connsiteY3337" fmla="*/ 2345483 h 2767298"/>
              <a:gd name="connsiteX3338" fmla="*/ 3663450 w 4752801"/>
              <a:gd name="connsiteY3338" fmla="*/ 2350746 h 2767298"/>
              <a:gd name="connsiteX3339" fmla="*/ 3663450 w 4752801"/>
              <a:gd name="connsiteY3339" fmla="*/ 2351961 h 2767298"/>
              <a:gd name="connsiteX3340" fmla="*/ 3660617 w 4752801"/>
              <a:gd name="connsiteY3340" fmla="*/ 2357223 h 2767298"/>
              <a:gd name="connsiteX3341" fmla="*/ 3659402 w 4752801"/>
              <a:gd name="connsiteY3341" fmla="*/ 2358033 h 2767298"/>
              <a:gd name="connsiteX3342" fmla="*/ 3653735 w 4752801"/>
              <a:gd name="connsiteY3342" fmla="*/ 2358033 h 2767298"/>
              <a:gd name="connsiteX3343" fmla="*/ 3652521 w 4752801"/>
              <a:gd name="connsiteY3343" fmla="*/ 2357223 h 2767298"/>
              <a:gd name="connsiteX3344" fmla="*/ 3649687 w 4752801"/>
              <a:gd name="connsiteY3344" fmla="*/ 2351961 h 2767298"/>
              <a:gd name="connsiteX3345" fmla="*/ 3649687 w 4752801"/>
              <a:gd name="connsiteY3345" fmla="*/ 2350746 h 2767298"/>
              <a:gd name="connsiteX3346" fmla="*/ 3652521 w 4752801"/>
              <a:gd name="connsiteY3346" fmla="*/ 2345483 h 2767298"/>
              <a:gd name="connsiteX3347" fmla="*/ 3653735 w 4752801"/>
              <a:gd name="connsiteY3347" fmla="*/ 2344674 h 2767298"/>
              <a:gd name="connsiteX3348" fmla="*/ 3612444 w 4752801"/>
              <a:gd name="connsiteY3348" fmla="*/ 2343864 h 2767298"/>
              <a:gd name="connsiteX3349" fmla="*/ 3619326 w 4752801"/>
              <a:gd name="connsiteY3349" fmla="*/ 2343864 h 2767298"/>
              <a:gd name="connsiteX3350" fmla="*/ 3620541 w 4752801"/>
              <a:gd name="connsiteY3350" fmla="*/ 2344674 h 2767298"/>
              <a:gd name="connsiteX3351" fmla="*/ 3624184 w 4752801"/>
              <a:gd name="connsiteY3351" fmla="*/ 2350746 h 2767298"/>
              <a:gd name="connsiteX3352" fmla="*/ 3624184 w 4752801"/>
              <a:gd name="connsiteY3352" fmla="*/ 2351960 h 2767298"/>
              <a:gd name="connsiteX3353" fmla="*/ 3620541 w 4752801"/>
              <a:gd name="connsiteY3353" fmla="*/ 2358032 h 2767298"/>
              <a:gd name="connsiteX3354" fmla="*/ 3619326 w 4752801"/>
              <a:gd name="connsiteY3354" fmla="*/ 2358437 h 2767298"/>
              <a:gd name="connsiteX3355" fmla="*/ 3612444 w 4752801"/>
              <a:gd name="connsiteY3355" fmla="*/ 2358437 h 2767298"/>
              <a:gd name="connsiteX3356" fmla="*/ 3611230 w 4752801"/>
              <a:gd name="connsiteY3356" fmla="*/ 2358032 h 2767298"/>
              <a:gd name="connsiteX3357" fmla="*/ 3607587 w 4752801"/>
              <a:gd name="connsiteY3357" fmla="*/ 2351960 h 2767298"/>
              <a:gd name="connsiteX3358" fmla="*/ 3607587 w 4752801"/>
              <a:gd name="connsiteY3358" fmla="*/ 2350746 h 2767298"/>
              <a:gd name="connsiteX3359" fmla="*/ 3611230 w 4752801"/>
              <a:gd name="connsiteY3359" fmla="*/ 2344674 h 2767298"/>
              <a:gd name="connsiteX3360" fmla="*/ 3612444 w 4752801"/>
              <a:gd name="connsiteY3360" fmla="*/ 2343864 h 2767298"/>
              <a:gd name="connsiteX3361" fmla="*/ 3571153 w 4752801"/>
              <a:gd name="connsiteY3361" fmla="*/ 2343055 h 2767298"/>
              <a:gd name="connsiteX3362" fmla="*/ 3579654 w 4752801"/>
              <a:gd name="connsiteY3362" fmla="*/ 2343055 h 2767298"/>
              <a:gd name="connsiteX3363" fmla="*/ 3580868 w 4752801"/>
              <a:gd name="connsiteY3363" fmla="*/ 2343865 h 2767298"/>
              <a:gd name="connsiteX3364" fmla="*/ 3584917 w 4752801"/>
              <a:gd name="connsiteY3364" fmla="*/ 2351151 h 2767298"/>
              <a:gd name="connsiteX3365" fmla="*/ 3584917 w 4752801"/>
              <a:gd name="connsiteY3365" fmla="*/ 2352366 h 2767298"/>
              <a:gd name="connsiteX3366" fmla="*/ 3580868 w 4752801"/>
              <a:gd name="connsiteY3366" fmla="*/ 2359652 h 2767298"/>
              <a:gd name="connsiteX3367" fmla="*/ 3579654 w 4752801"/>
              <a:gd name="connsiteY3367" fmla="*/ 2360462 h 2767298"/>
              <a:gd name="connsiteX3368" fmla="*/ 3571153 w 4752801"/>
              <a:gd name="connsiteY3368" fmla="*/ 2360462 h 2767298"/>
              <a:gd name="connsiteX3369" fmla="*/ 3569939 w 4752801"/>
              <a:gd name="connsiteY3369" fmla="*/ 2359652 h 2767298"/>
              <a:gd name="connsiteX3370" fmla="*/ 3565891 w 4752801"/>
              <a:gd name="connsiteY3370" fmla="*/ 2352366 h 2767298"/>
              <a:gd name="connsiteX3371" fmla="*/ 3565891 w 4752801"/>
              <a:gd name="connsiteY3371" fmla="*/ 2351151 h 2767298"/>
              <a:gd name="connsiteX3372" fmla="*/ 3569939 w 4752801"/>
              <a:gd name="connsiteY3372" fmla="*/ 2343865 h 2767298"/>
              <a:gd name="connsiteX3373" fmla="*/ 3571153 w 4752801"/>
              <a:gd name="connsiteY3373" fmla="*/ 2343055 h 2767298"/>
              <a:gd name="connsiteX3374" fmla="*/ 3368747 w 4752801"/>
              <a:gd name="connsiteY3374" fmla="*/ 2342650 h 2767298"/>
              <a:gd name="connsiteX3375" fmla="*/ 3377653 w 4752801"/>
              <a:gd name="connsiteY3375" fmla="*/ 2342650 h 2767298"/>
              <a:gd name="connsiteX3376" fmla="*/ 3378867 w 4752801"/>
              <a:gd name="connsiteY3376" fmla="*/ 2343459 h 2767298"/>
              <a:gd name="connsiteX3377" fmla="*/ 3383320 w 4752801"/>
              <a:gd name="connsiteY3377" fmla="*/ 2351151 h 2767298"/>
              <a:gd name="connsiteX3378" fmla="*/ 3383320 w 4752801"/>
              <a:gd name="connsiteY3378" fmla="*/ 2352365 h 2767298"/>
              <a:gd name="connsiteX3379" fmla="*/ 3378867 w 4752801"/>
              <a:gd name="connsiteY3379" fmla="*/ 2360057 h 2767298"/>
              <a:gd name="connsiteX3380" fmla="*/ 3377653 w 4752801"/>
              <a:gd name="connsiteY3380" fmla="*/ 2360462 h 2767298"/>
              <a:gd name="connsiteX3381" fmla="*/ 3368747 w 4752801"/>
              <a:gd name="connsiteY3381" fmla="*/ 2360462 h 2767298"/>
              <a:gd name="connsiteX3382" fmla="*/ 3367532 w 4752801"/>
              <a:gd name="connsiteY3382" fmla="*/ 2360057 h 2767298"/>
              <a:gd name="connsiteX3383" fmla="*/ 3363080 w 4752801"/>
              <a:gd name="connsiteY3383" fmla="*/ 2352365 h 2767298"/>
              <a:gd name="connsiteX3384" fmla="*/ 3363080 w 4752801"/>
              <a:gd name="connsiteY3384" fmla="*/ 2351151 h 2767298"/>
              <a:gd name="connsiteX3385" fmla="*/ 3367532 w 4752801"/>
              <a:gd name="connsiteY3385" fmla="*/ 2343459 h 2767298"/>
              <a:gd name="connsiteX3386" fmla="*/ 3368747 w 4752801"/>
              <a:gd name="connsiteY3386" fmla="*/ 2342650 h 2767298"/>
              <a:gd name="connsiteX3387" fmla="*/ 3529862 w 4752801"/>
              <a:gd name="connsiteY3387" fmla="*/ 2341435 h 2767298"/>
              <a:gd name="connsiteX3388" fmla="*/ 3539983 w 4752801"/>
              <a:gd name="connsiteY3388" fmla="*/ 2341435 h 2767298"/>
              <a:gd name="connsiteX3389" fmla="*/ 3541197 w 4752801"/>
              <a:gd name="connsiteY3389" fmla="*/ 2341840 h 2767298"/>
              <a:gd name="connsiteX3390" fmla="*/ 3546460 w 4752801"/>
              <a:gd name="connsiteY3390" fmla="*/ 2350746 h 2767298"/>
              <a:gd name="connsiteX3391" fmla="*/ 3546460 w 4752801"/>
              <a:gd name="connsiteY3391" fmla="*/ 2351960 h 2767298"/>
              <a:gd name="connsiteX3392" fmla="*/ 3541197 w 4752801"/>
              <a:gd name="connsiteY3392" fmla="*/ 2360866 h 2767298"/>
              <a:gd name="connsiteX3393" fmla="*/ 3539983 w 4752801"/>
              <a:gd name="connsiteY3393" fmla="*/ 2361676 h 2767298"/>
              <a:gd name="connsiteX3394" fmla="*/ 3529862 w 4752801"/>
              <a:gd name="connsiteY3394" fmla="*/ 2361676 h 2767298"/>
              <a:gd name="connsiteX3395" fmla="*/ 3528648 w 4752801"/>
              <a:gd name="connsiteY3395" fmla="*/ 2360866 h 2767298"/>
              <a:gd name="connsiteX3396" fmla="*/ 3523386 w 4752801"/>
              <a:gd name="connsiteY3396" fmla="*/ 2351960 h 2767298"/>
              <a:gd name="connsiteX3397" fmla="*/ 3523386 w 4752801"/>
              <a:gd name="connsiteY3397" fmla="*/ 2350746 h 2767298"/>
              <a:gd name="connsiteX3398" fmla="*/ 3528648 w 4752801"/>
              <a:gd name="connsiteY3398" fmla="*/ 2341840 h 2767298"/>
              <a:gd name="connsiteX3399" fmla="*/ 3529862 w 4752801"/>
              <a:gd name="connsiteY3399" fmla="*/ 2341435 h 2767298"/>
              <a:gd name="connsiteX3400" fmla="*/ 3448495 w 4752801"/>
              <a:gd name="connsiteY3400" fmla="*/ 2341031 h 2767298"/>
              <a:gd name="connsiteX3401" fmla="*/ 3459425 w 4752801"/>
              <a:gd name="connsiteY3401" fmla="*/ 2341031 h 2767298"/>
              <a:gd name="connsiteX3402" fmla="*/ 3460640 w 4752801"/>
              <a:gd name="connsiteY3402" fmla="*/ 2341841 h 2767298"/>
              <a:gd name="connsiteX3403" fmla="*/ 3465903 w 4752801"/>
              <a:gd name="connsiteY3403" fmla="*/ 2351151 h 2767298"/>
              <a:gd name="connsiteX3404" fmla="*/ 3465903 w 4752801"/>
              <a:gd name="connsiteY3404" fmla="*/ 2352366 h 2767298"/>
              <a:gd name="connsiteX3405" fmla="*/ 3460640 w 4752801"/>
              <a:gd name="connsiteY3405" fmla="*/ 2361676 h 2767298"/>
              <a:gd name="connsiteX3406" fmla="*/ 3459425 w 4752801"/>
              <a:gd name="connsiteY3406" fmla="*/ 2362486 h 2767298"/>
              <a:gd name="connsiteX3407" fmla="*/ 3448495 w 4752801"/>
              <a:gd name="connsiteY3407" fmla="*/ 2362486 h 2767298"/>
              <a:gd name="connsiteX3408" fmla="*/ 3447281 w 4752801"/>
              <a:gd name="connsiteY3408" fmla="*/ 2361676 h 2767298"/>
              <a:gd name="connsiteX3409" fmla="*/ 3442019 w 4752801"/>
              <a:gd name="connsiteY3409" fmla="*/ 2352366 h 2767298"/>
              <a:gd name="connsiteX3410" fmla="*/ 3442019 w 4752801"/>
              <a:gd name="connsiteY3410" fmla="*/ 2351151 h 2767298"/>
              <a:gd name="connsiteX3411" fmla="*/ 3447281 w 4752801"/>
              <a:gd name="connsiteY3411" fmla="*/ 2341841 h 2767298"/>
              <a:gd name="connsiteX3412" fmla="*/ 3448495 w 4752801"/>
              <a:gd name="connsiteY3412" fmla="*/ 2341031 h 2767298"/>
              <a:gd name="connsiteX3413" fmla="*/ 3408013 w 4752801"/>
              <a:gd name="connsiteY3413" fmla="*/ 2341031 h 2767298"/>
              <a:gd name="connsiteX3414" fmla="*/ 3418943 w 4752801"/>
              <a:gd name="connsiteY3414" fmla="*/ 2341031 h 2767298"/>
              <a:gd name="connsiteX3415" fmla="*/ 3420158 w 4752801"/>
              <a:gd name="connsiteY3415" fmla="*/ 2341841 h 2767298"/>
              <a:gd name="connsiteX3416" fmla="*/ 3425421 w 4752801"/>
              <a:gd name="connsiteY3416" fmla="*/ 2351151 h 2767298"/>
              <a:gd name="connsiteX3417" fmla="*/ 3425421 w 4752801"/>
              <a:gd name="connsiteY3417" fmla="*/ 2352366 h 2767298"/>
              <a:gd name="connsiteX3418" fmla="*/ 3420158 w 4752801"/>
              <a:gd name="connsiteY3418" fmla="*/ 2361676 h 2767298"/>
              <a:gd name="connsiteX3419" fmla="*/ 3418943 w 4752801"/>
              <a:gd name="connsiteY3419" fmla="*/ 2362486 h 2767298"/>
              <a:gd name="connsiteX3420" fmla="*/ 3408013 w 4752801"/>
              <a:gd name="connsiteY3420" fmla="*/ 2362486 h 2767298"/>
              <a:gd name="connsiteX3421" fmla="*/ 3406799 w 4752801"/>
              <a:gd name="connsiteY3421" fmla="*/ 2361676 h 2767298"/>
              <a:gd name="connsiteX3422" fmla="*/ 3401537 w 4752801"/>
              <a:gd name="connsiteY3422" fmla="*/ 2352366 h 2767298"/>
              <a:gd name="connsiteX3423" fmla="*/ 3401537 w 4752801"/>
              <a:gd name="connsiteY3423" fmla="*/ 2351151 h 2767298"/>
              <a:gd name="connsiteX3424" fmla="*/ 3406799 w 4752801"/>
              <a:gd name="connsiteY3424" fmla="*/ 2341841 h 2767298"/>
              <a:gd name="connsiteX3425" fmla="*/ 3408013 w 4752801"/>
              <a:gd name="connsiteY3425" fmla="*/ 2341031 h 2767298"/>
              <a:gd name="connsiteX3426" fmla="*/ 3488571 w 4752801"/>
              <a:gd name="connsiteY3426" fmla="*/ 2340221 h 2767298"/>
              <a:gd name="connsiteX3427" fmla="*/ 3500311 w 4752801"/>
              <a:gd name="connsiteY3427" fmla="*/ 2340221 h 2767298"/>
              <a:gd name="connsiteX3428" fmla="*/ 3501525 w 4752801"/>
              <a:gd name="connsiteY3428" fmla="*/ 2341031 h 2767298"/>
              <a:gd name="connsiteX3429" fmla="*/ 3507597 w 4752801"/>
              <a:gd name="connsiteY3429" fmla="*/ 2351151 h 2767298"/>
              <a:gd name="connsiteX3430" fmla="*/ 3507597 w 4752801"/>
              <a:gd name="connsiteY3430" fmla="*/ 2352365 h 2767298"/>
              <a:gd name="connsiteX3431" fmla="*/ 3501525 w 4752801"/>
              <a:gd name="connsiteY3431" fmla="*/ 2362486 h 2767298"/>
              <a:gd name="connsiteX3432" fmla="*/ 3500311 w 4752801"/>
              <a:gd name="connsiteY3432" fmla="*/ 2363295 h 2767298"/>
              <a:gd name="connsiteX3433" fmla="*/ 3488571 w 4752801"/>
              <a:gd name="connsiteY3433" fmla="*/ 2363295 h 2767298"/>
              <a:gd name="connsiteX3434" fmla="*/ 3487357 w 4752801"/>
              <a:gd name="connsiteY3434" fmla="*/ 2362486 h 2767298"/>
              <a:gd name="connsiteX3435" fmla="*/ 3481285 w 4752801"/>
              <a:gd name="connsiteY3435" fmla="*/ 2352365 h 2767298"/>
              <a:gd name="connsiteX3436" fmla="*/ 3481285 w 4752801"/>
              <a:gd name="connsiteY3436" fmla="*/ 2351151 h 2767298"/>
              <a:gd name="connsiteX3437" fmla="*/ 3487357 w 4752801"/>
              <a:gd name="connsiteY3437" fmla="*/ 2341031 h 2767298"/>
              <a:gd name="connsiteX3438" fmla="*/ 3488571 w 4752801"/>
              <a:gd name="connsiteY3438" fmla="*/ 2340221 h 2767298"/>
              <a:gd name="connsiteX3439" fmla="*/ 4140320 w 4752801"/>
              <a:gd name="connsiteY3439" fmla="*/ 2307836 h 2767298"/>
              <a:gd name="connsiteX3440" fmla="*/ 4144368 w 4752801"/>
              <a:gd name="connsiteY3440" fmla="*/ 2307836 h 2767298"/>
              <a:gd name="connsiteX3441" fmla="*/ 4146392 w 4752801"/>
              <a:gd name="connsiteY3441" fmla="*/ 2311074 h 2767298"/>
              <a:gd name="connsiteX3442" fmla="*/ 4144368 w 4752801"/>
              <a:gd name="connsiteY3442" fmla="*/ 2314313 h 2767298"/>
              <a:gd name="connsiteX3443" fmla="*/ 4140320 w 4752801"/>
              <a:gd name="connsiteY3443" fmla="*/ 2314313 h 2767298"/>
              <a:gd name="connsiteX3444" fmla="*/ 4138296 w 4752801"/>
              <a:gd name="connsiteY3444" fmla="*/ 2311074 h 2767298"/>
              <a:gd name="connsiteX3445" fmla="*/ 4221282 w 4752801"/>
              <a:gd name="connsiteY3445" fmla="*/ 2307431 h 2767298"/>
              <a:gd name="connsiteX3446" fmla="*/ 4225330 w 4752801"/>
              <a:gd name="connsiteY3446" fmla="*/ 2307431 h 2767298"/>
              <a:gd name="connsiteX3447" fmla="*/ 4227354 w 4752801"/>
              <a:gd name="connsiteY3447" fmla="*/ 2311074 h 2767298"/>
              <a:gd name="connsiteX3448" fmla="*/ 4225330 w 4752801"/>
              <a:gd name="connsiteY3448" fmla="*/ 2314718 h 2767298"/>
              <a:gd name="connsiteX3449" fmla="*/ 4221282 w 4752801"/>
              <a:gd name="connsiteY3449" fmla="*/ 2314718 h 2767298"/>
              <a:gd name="connsiteX3450" fmla="*/ 4219258 w 4752801"/>
              <a:gd name="connsiteY3450" fmla="*/ 2311074 h 2767298"/>
              <a:gd name="connsiteX3451" fmla="*/ 4099838 w 4752801"/>
              <a:gd name="connsiteY3451" fmla="*/ 2307431 h 2767298"/>
              <a:gd name="connsiteX3452" fmla="*/ 4103886 w 4752801"/>
              <a:gd name="connsiteY3452" fmla="*/ 2307431 h 2767298"/>
              <a:gd name="connsiteX3453" fmla="*/ 4105910 w 4752801"/>
              <a:gd name="connsiteY3453" fmla="*/ 2311074 h 2767298"/>
              <a:gd name="connsiteX3454" fmla="*/ 4103886 w 4752801"/>
              <a:gd name="connsiteY3454" fmla="*/ 2314718 h 2767298"/>
              <a:gd name="connsiteX3455" fmla="*/ 4099838 w 4752801"/>
              <a:gd name="connsiteY3455" fmla="*/ 2314718 h 2767298"/>
              <a:gd name="connsiteX3456" fmla="*/ 4097814 w 4752801"/>
              <a:gd name="connsiteY3456" fmla="*/ 2311074 h 2767298"/>
              <a:gd name="connsiteX3457" fmla="*/ 4059358 w 4752801"/>
              <a:gd name="connsiteY3457" fmla="*/ 2307431 h 2767298"/>
              <a:gd name="connsiteX3458" fmla="*/ 4063001 w 4752801"/>
              <a:gd name="connsiteY3458" fmla="*/ 2307431 h 2767298"/>
              <a:gd name="connsiteX3459" fmla="*/ 4064215 w 4752801"/>
              <a:gd name="connsiteY3459" fmla="*/ 2307836 h 2767298"/>
              <a:gd name="connsiteX3460" fmla="*/ 4065834 w 4752801"/>
              <a:gd name="connsiteY3460" fmla="*/ 2310669 h 2767298"/>
              <a:gd name="connsiteX3461" fmla="*/ 4065834 w 4752801"/>
              <a:gd name="connsiteY3461" fmla="*/ 2311884 h 2767298"/>
              <a:gd name="connsiteX3462" fmla="*/ 4064215 w 4752801"/>
              <a:gd name="connsiteY3462" fmla="*/ 2314718 h 2767298"/>
              <a:gd name="connsiteX3463" fmla="*/ 4063001 w 4752801"/>
              <a:gd name="connsiteY3463" fmla="*/ 2315122 h 2767298"/>
              <a:gd name="connsiteX3464" fmla="*/ 4059358 w 4752801"/>
              <a:gd name="connsiteY3464" fmla="*/ 2315122 h 2767298"/>
              <a:gd name="connsiteX3465" fmla="*/ 4058143 w 4752801"/>
              <a:gd name="connsiteY3465" fmla="*/ 2314718 h 2767298"/>
              <a:gd name="connsiteX3466" fmla="*/ 4056524 w 4752801"/>
              <a:gd name="connsiteY3466" fmla="*/ 2311884 h 2767298"/>
              <a:gd name="connsiteX3467" fmla="*/ 4056524 w 4752801"/>
              <a:gd name="connsiteY3467" fmla="*/ 2310669 h 2767298"/>
              <a:gd name="connsiteX3468" fmla="*/ 4058143 w 4752801"/>
              <a:gd name="connsiteY3468" fmla="*/ 2307836 h 2767298"/>
              <a:gd name="connsiteX3469" fmla="*/ 4059358 w 4752801"/>
              <a:gd name="connsiteY3469" fmla="*/ 2307431 h 2767298"/>
              <a:gd name="connsiteX3470" fmla="*/ 4626499 w 4752801"/>
              <a:gd name="connsiteY3470" fmla="*/ 2307026 h 2767298"/>
              <a:gd name="connsiteX3471" fmla="*/ 4629738 w 4752801"/>
              <a:gd name="connsiteY3471" fmla="*/ 2307026 h 2767298"/>
              <a:gd name="connsiteX3472" fmla="*/ 4630952 w 4752801"/>
              <a:gd name="connsiteY3472" fmla="*/ 2307836 h 2767298"/>
              <a:gd name="connsiteX3473" fmla="*/ 4632572 w 4752801"/>
              <a:gd name="connsiteY3473" fmla="*/ 2310669 h 2767298"/>
              <a:gd name="connsiteX3474" fmla="*/ 4632572 w 4752801"/>
              <a:gd name="connsiteY3474" fmla="*/ 2311884 h 2767298"/>
              <a:gd name="connsiteX3475" fmla="*/ 4630952 w 4752801"/>
              <a:gd name="connsiteY3475" fmla="*/ 2314718 h 2767298"/>
              <a:gd name="connsiteX3476" fmla="*/ 4629738 w 4752801"/>
              <a:gd name="connsiteY3476" fmla="*/ 2315527 h 2767298"/>
              <a:gd name="connsiteX3477" fmla="*/ 4626499 w 4752801"/>
              <a:gd name="connsiteY3477" fmla="*/ 2315527 h 2767298"/>
              <a:gd name="connsiteX3478" fmla="*/ 4625285 w 4752801"/>
              <a:gd name="connsiteY3478" fmla="*/ 2314718 h 2767298"/>
              <a:gd name="connsiteX3479" fmla="*/ 4623666 w 4752801"/>
              <a:gd name="connsiteY3479" fmla="*/ 2311884 h 2767298"/>
              <a:gd name="connsiteX3480" fmla="*/ 4623666 w 4752801"/>
              <a:gd name="connsiteY3480" fmla="*/ 2310669 h 2767298"/>
              <a:gd name="connsiteX3481" fmla="*/ 4625285 w 4752801"/>
              <a:gd name="connsiteY3481" fmla="*/ 2307836 h 2767298"/>
              <a:gd name="connsiteX3482" fmla="*/ 4626499 w 4752801"/>
              <a:gd name="connsiteY3482" fmla="*/ 2307026 h 2767298"/>
              <a:gd name="connsiteX3483" fmla="*/ 4545133 w 4752801"/>
              <a:gd name="connsiteY3483" fmla="*/ 2307026 h 2767298"/>
              <a:gd name="connsiteX3484" fmla="*/ 4548776 w 4752801"/>
              <a:gd name="connsiteY3484" fmla="*/ 2307026 h 2767298"/>
              <a:gd name="connsiteX3485" fmla="*/ 4549990 w 4752801"/>
              <a:gd name="connsiteY3485" fmla="*/ 2307836 h 2767298"/>
              <a:gd name="connsiteX3486" fmla="*/ 4551609 w 4752801"/>
              <a:gd name="connsiteY3486" fmla="*/ 2310669 h 2767298"/>
              <a:gd name="connsiteX3487" fmla="*/ 4551609 w 4752801"/>
              <a:gd name="connsiteY3487" fmla="*/ 2311884 h 2767298"/>
              <a:gd name="connsiteX3488" fmla="*/ 4549990 w 4752801"/>
              <a:gd name="connsiteY3488" fmla="*/ 2314718 h 2767298"/>
              <a:gd name="connsiteX3489" fmla="*/ 4548776 w 4752801"/>
              <a:gd name="connsiteY3489" fmla="*/ 2315122 h 2767298"/>
              <a:gd name="connsiteX3490" fmla="*/ 4545133 w 4752801"/>
              <a:gd name="connsiteY3490" fmla="*/ 2315122 h 2767298"/>
              <a:gd name="connsiteX3491" fmla="*/ 4543918 w 4752801"/>
              <a:gd name="connsiteY3491" fmla="*/ 2314718 h 2767298"/>
              <a:gd name="connsiteX3492" fmla="*/ 4542299 w 4752801"/>
              <a:gd name="connsiteY3492" fmla="*/ 2311884 h 2767298"/>
              <a:gd name="connsiteX3493" fmla="*/ 4542299 w 4752801"/>
              <a:gd name="connsiteY3493" fmla="*/ 2310669 h 2767298"/>
              <a:gd name="connsiteX3494" fmla="*/ 4543918 w 4752801"/>
              <a:gd name="connsiteY3494" fmla="*/ 2307836 h 2767298"/>
              <a:gd name="connsiteX3495" fmla="*/ 4545133 w 4752801"/>
              <a:gd name="connsiteY3495" fmla="*/ 2307026 h 2767298"/>
              <a:gd name="connsiteX3496" fmla="*/ 4504651 w 4752801"/>
              <a:gd name="connsiteY3496" fmla="*/ 2307026 h 2767298"/>
              <a:gd name="connsiteX3497" fmla="*/ 4509104 w 4752801"/>
              <a:gd name="connsiteY3497" fmla="*/ 2307026 h 2767298"/>
              <a:gd name="connsiteX3498" fmla="*/ 4511532 w 4752801"/>
              <a:gd name="connsiteY3498" fmla="*/ 2311074 h 2767298"/>
              <a:gd name="connsiteX3499" fmla="*/ 4509104 w 4752801"/>
              <a:gd name="connsiteY3499" fmla="*/ 2315122 h 2767298"/>
              <a:gd name="connsiteX3500" fmla="*/ 4504651 w 4752801"/>
              <a:gd name="connsiteY3500" fmla="*/ 2315122 h 2767298"/>
              <a:gd name="connsiteX3501" fmla="*/ 4502222 w 4752801"/>
              <a:gd name="connsiteY3501" fmla="*/ 2311074 h 2767298"/>
              <a:gd name="connsiteX3502" fmla="*/ 4464170 w 4752801"/>
              <a:gd name="connsiteY3502" fmla="*/ 2307026 h 2767298"/>
              <a:gd name="connsiteX3503" fmla="*/ 4467813 w 4752801"/>
              <a:gd name="connsiteY3503" fmla="*/ 2307026 h 2767298"/>
              <a:gd name="connsiteX3504" fmla="*/ 4469027 w 4752801"/>
              <a:gd name="connsiteY3504" fmla="*/ 2307836 h 2767298"/>
              <a:gd name="connsiteX3505" fmla="*/ 4470646 w 4752801"/>
              <a:gd name="connsiteY3505" fmla="*/ 2310669 h 2767298"/>
              <a:gd name="connsiteX3506" fmla="*/ 4470646 w 4752801"/>
              <a:gd name="connsiteY3506" fmla="*/ 2311884 h 2767298"/>
              <a:gd name="connsiteX3507" fmla="*/ 4469027 w 4752801"/>
              <a:gd name="connsiteY3507" fmla="*/ 2314718 h 2767298"/>
              <a:gd name="connsiteX3508" fmla="*/ 4467813 w 4752801"/>
              <a:gd name="connsiteY3508" fmla="*/ 2315122 h 2767298"/>
              <a:gd name="connsiteX3509" fmla="*/ 4464170 w 4752801"/>
              <a:gd name="connsiteY3509" fmla="*/ 2315122 h 2767298"/>
              <a:gd name="connsiteX3510" fmla="*/ 4462955 w 4752801"/>
              <a:gd name="connsiteY3510" fmla="*/ 2314718 h 2767298"/>
              <a:gd name="connsiteX3511" fmla="*/ 4461336 w 4752801"/>
              <a:gd name="connsiteY3511" fmla="*/ 2311884 h 2767298"/>
              <a:gd name="connsiteX3512" fmla="*/ 4461336 w 4752801"/>
              <a:gd name="connsiteY3512" fmla="*/ 2310669 h 2767298"/>
              <a:gd name="connsiteX3513" fmla="*/ 4462955 w 4752801"/>
              <a:gd name="connsiteY3513" fmla="*/ 2307836 h 2767298"/>
              <a:gd name="connsiteX3514" fmla="*/ 4464170 w 4752801"/>
              <a:gd name="connsiteY3514" fmla="*/ 2307026 h 2767298"/>
              <a:gd name="connsiteX3515" fmla="*/ 4423689 w 4752801"/>
              <a:gd name="connsiteY3515" fmla="*/ 2307026 h 2767298"/>
              <a:gd name="connsiteX3516" fmla="*/ 4428142 w 4752801"/>
              <a:gd name="connsiteY3516" fmla="*/ 2307026 h 2767298"/>
              <a:gd name="connsiteX3517" fmla="*/ 4430570 w 4752801"/>
              <a:gd name="connsiteY3517" fmla="*/ 2311074 h 2767298"/>
              <a:gd name="connsiteX3518" fmla="*/ 4428142 w 4752801"/>
              <a:gd name="connsiteY3518" fmla="*/ 2315122 h 2767298"/>
              <a:gd name="connsiteX3519" fmla="*/ 4423689 w 4752801"/>
              <a:gd name="connsiteY3519" fmla="*/ 2315122 h 2767298"/>
              <a:gd name="connsiteX3520" fmla="*/ 4421260 w 4752801"/>
              <a:gd name="connsiteY3520" fmla="*/ 2311074 h 2767298"/>
              <a:gd name="connsiteX3521" fmla="*/ 4383208 w 4752801"/>
              <a:gd name="connsiteY3521" fmla="*/ 2307026 h 2767298"/>
              <a:gd name="connsiteX3522" fmla="*/ 4387661 w 4752801"/>
              <a:gd name="connsiteY3522" fmla="*/ 2307026 h 2767298"/>
              <a:gd name="connsiteX3523" fmla="*/ 4390089 w 4752801"/>
              <a:gd name="connsiteY3523" fmla="*/ 2311074 h 2767298"/>
              <a:gd name="connsiteX3524" fmla="*/ 4387661 w 4752801"/>
              <a:gd name="connsiteY3524" fmla="*/ 2315122 h 2767298"/>
              <a:gd name="connsiteX3525" fmla="*/ 4383208 w 4752801"/>
              <a:gd name="connsiteY3525" fmla="*/ 2315122 h 2767298"/>
              <a:gd name="connsiteX3526" fmla="*/ 4380779 w 4752801"/>
              <a:gd name="connsiteY3526" fmla="*/ 2311074 h 2767298"/>
              <a:gd name="connsiteX3527" fmla="*/ 4342726 w 4752801"/>
              <a:gd name="connsiteY3527" fmla="*/ 2307026 h 2767298"/>
              <a:gd name="connsiteX3528" fmla="*/ 4347179 w 4752801"/>
              <a:gd name="connsiteY3528" fmla="*/ 2307026 h 2767298"/>
              <a:gd name="connsiteX3529" fmla="*/ 4349607 w 4752801"/>
              <a:gd name="connsiteY3529" fmla="*/ 2311074 h 2767298"/>
              <a:gd name="connsiteX3530" fmla="*/ 4347179 w 4752801"/>
              <a:gd name="connsiteY3530" fmla="*/ 2315122 h 2767298"/>
              <a:gd name="connsiteX3531" fmla="*/ 4342726 w 4752801"/>
              <a:gd name="connsiteY3531" fmla="*/ 2315122 h 2767298"/>
              <a:gd name="connsiteX3532" fmla="*/ 4340297 w 4752801"/>
              <a:gd name="connsiteY3532" fmla="*/ 2311074 h 2767298"/>
              <a:gd name="connsiteX3533" fmla="*/ 4302649 w 4752801"/>
              <a:gd name="connsiteY3533" fmla="*/ 2307026 h 2767298"/>
              <a:gd name="connsiteX3534" fmla="*/ 4305888 w 4752801"/>
              <a:gd name="connsiteY3534" fmla="*/ 2307026 h 2767298"/>
              <a:gd name="connsiteX3535" fmla="*/ 4307102 w 4752801"/>
              <a:gd name="connsiteY3535" fmla="*/ 2307836 h 2767298"/>
              <a:gd name="connsiteX3536" fmla="*/ 4308722 w 4752801"/>
              <a:gd name="connsiteY3536" fmla="*/ 2310669 h 2767298"/>
              <a:gd name="connsiteX3537" fmla="*/ 4308722 w 4752801"/>
              <a:gd name="connsiteY3537" fmla="*/ 2311884 h 2767298"/>
              <a:gd name="connsiteX3538" fmla="*/ 4307102 w 4752801"/>
              <a:gd name="connsiteY3538" fmla="*/ 2314718 h 2767298"/>
              <a:gd name="connsiteX3539" fmla="*/ 4305888 w 4752801"/>
              <a:gd name="connsiteY3539" fmla="*/ 2315527 h 2767298"/>
              <a:gd name="connsiteX3540" fmla="*/ 4302649 w 4752801"/>
              <a:gd name="connsiteY3540" fmla="*/ 2315527 h 2767298"/>
              <a:gd name="connsiteX3541" fmla="*/ 4301435 w 4752801"/>
              <a:gd name="connsiteY3541" fmla="*/ 2314718 h 2767298"/>
              <a:gd name="connsiteX3542" fmla="*/ 4299816 w 4752801"/>
              <a:gd name="connsiteY3542" fmla="*/ 2311884 h 2767298"/>
              <a:gd name="connsiteX3543" fmla="*/ 4299816 w 4752801"/>
              <a:gd name="connsiteY3543" fmla="*/ 2310669 h 2767298"/>
              <a:gd name="connsiteX3544" fmla="*/ 4301435 w 4752801"/>
              <a:gd name="connsiteY3544" fmla="*/ 2307836 h 2767298"/>
              <a:gd name="connsiteX3545" fmla="*/ 4302649 w 4752801"/>
              <a:gd name="connsiteY3545" fmla="*/ 2307026 h 2767298"/>
              <a:gd name="connsiteX3546" fmla="*/ 4261764 w 4752801"/>
              <a:gd name="connsiteY3546" fmla="*/ 2307026 h 2767298"/>
              <a:gd name="connsiteX3547" fmla="*/ 4265407 w 4752801"/>
              <a:gd name="connsiteY3547" fmla="*/ 2307026 h 2767298"/>
              <a:gd name="connsiteX3548" fmla="*/ 4266621 w 4752801"/>
              <a:gd name="connsiteY3548" fmla="*/ 2307836 h 2767298"/>
              <a:gd name="connsiteX3549" fmla="*/ 4268240 w 4752801"/>
              <a:gd name="connsiteY3549" fmla="*/ 2310669 h 2767298"/>
              <a:gd name="connsiteX3550" fmla="*/ 4268240 w 4752801"/>
              <a:gd name="connsiteY3550" fmla="*/ 2311884 h 2767298"/>
              <a:gd name="connsiteX3551" fmla="*/ 4266621 w 4752801"/>
              <a:gd name="connsiteY3551" fmla="*/ 2314718 h 2767298"/>
              <a:gd name="connsiteX3552" fmla="*/ 4265407 w 4752801"/>
              <a:gd name="connsiteY3552" fmla="*/ 2315122 h 2767298"/>
              <a:gd name="connsiteX3553" fmla="*/ 4261764 w 4752801"/>
              <a:gd name="connsiteY3553" fmla="*/ 2315122 h 2767298"/>
              <a:gd name="connsiteX3554" fmla="*/ 4260549 w 4752801"/>
              <a:gd name="connsiteY3554" fmla="*/ 2314718 h 2767298"/>
              <a:gd name="connsiteX3555" fmla="*/ 4258930 w 4752801"/>
              <a:gd name="connsiteY3555" fmla="*/ 2311884 h 2767298"/>
              <a:gd name="connsiteX3556" fmla="*/ 4258930 w 4752801"/>
              <a:gd name="connsiteY3556" fmla="*/ 2310669 h 2767298"/>
              <a:gd name="connsiteX3557" fmla="*/ 4260549 w 4752801"/>
              <a:gd name="connsiteY3557" fmla="*/ 2307836 h 2767298"/>
              <a:gd name="connsiteX3558" fmla="*/ 4261764 w 4752801"/>
              <a:gd name="connsiteY3558" fmla="*/ 2307026 h 2767298"/>
              <a:gd name="connsiteX3559" fmla="*/ 4180801 w 4752801"/>
              <a:gd name="connsiteY3559" fmla="*/ 2307026 h 2767298"/>
              <a:gd name="connsiteX3560" fmla="*/ 4185254 w 4752801"/>
              <a:gd name="connsiteY3560" fmla="*/ 2307026 h 2767298"/>
              <a:gd name="connsiteX3561" fmla="*/ 4187682 w 4752801"/>
              <a:gd name="connsiteY3561" fmla="*/ 2311074 h 2767298"/>
              <a:gd name="connsiteX3562" fmla="*/ 4185254 w 4752801"/>
              <a:gd name="connsiteY3562" fmla="*/ 2315122 h 2767298"/>
              <a:gd name="connsiteX3563" fmla="*/ 4180801 w 4752801"/>
              <a:gd name="connsiteY3563" fmla="*/ 2315122 h 2767298"/>
              <a:gd name="connsiteX3564" fmla="*/ 4178372 w 4752801"/>
              <a:gd name="connsiteY3564" fmla="*/ 2311074 h 2767298"/>
              <a:gd name="connsiteX3565" fmla="*/ 4018876 w 4752801"/>
              <a:gd name="connsiteY3565" fmla="*/ 2307026 h 2767298"/>
              <a:gd name="connsiteX3566" fmla="*/ 4023329 w 4752801"/>
              <a:gd name="connsiteY3566" fmla="*/ 2307026 h 2767298"/>
              <a:gd name="connsiteX3567" fmla="*/ 4025757 w 4752801"/>
              <a:gd name="connsiteY3567" fmla="*/ 2311074 h 2767298"/>
              <a:gd name="connsiteX3568" fmla="*/ 4023329 w 4752801"/>
              <a:gd name="connsiteY3568" fmla="*/ 2315122 h 2767298"/>
              <a:gd name="connsiteX3569" fmla="*/ 4018876 w 4752801"/>
              <a:gd name="connsiteY3569" fmla="*/ 2315122 h 2767298"/>
              <a:gd name="connsiteX3570" fmla="*/ 4016447 w 4752801"/>
              <a:gd name="connsiteY3570" fmla="*/ 2311074 h 2767298"/>
              <a:gd name="connsiteX3571" fmla="*/ 3977990 w 4752801"/>
              <a:gd name="connsiteY3571" fmla="*/ 2307026 h 2767298"/>
              <a:gd name="connsiteX3572" fmla="*/ 3982848 w 4752801"/>
              <a:gd name="connsiteY3572" fmla="*/ 2307026 h 2767298"/>
              <a:gd name="connsiteX3573" fmla="*/ 3985277 w 4752801"/>
              <a:gd name="connsiteY3573" fmla="*/ 2311074 h 2767298"/>
              <a:gd name="connsiteX3574" fmla="*/ 3982848 w 4752801"/>
              <a:gd name="connsiteY3574" fmla="*/ 2315122 h 2767298"/>
              <a:gd name="connsiteX3575" fmla="*/ 3977990 w 4752801"/>
              <a:gd name="connsiteY3575" fmla="*/ 2315122 h 2767298"/>
              <a:gd name="connsiteX3576" fmla="*/ 3975561 w 4752801"/>
              <a:gd name="connsiteY3576" fmla="*/ 2311074 h 2767298"/>
              <a:gd name="connsiteX3577" fmla="*/ 3856546 w 4752801"/>
              <a:gd name="connsiteY3577" fmla="*/ 2307026 h 2767298"/>
              <a:gd name="connsiteX3578" fmla="*/ 3860594 w 4752801"/>
              <a:gd name="connsiteY3578" fmla="*/ 2307026 h 2767298"/>
              <a:gd name="connsiteX3579" fmla="*/ 3861808 w 4752801"/>
              <a:gd name="connsiteY3579" fmla="*/ 2307431 h 2767298"/>
              <a:gd name="connsiteX3580" fmla="*/ 3863833 w 4752801"/>
              <a:gd name="connsiteY3580" fmla="*/ 2310669 h 2767298"/>
              <a:gd name="connsiteX3581" fmla="*/ 3863833 w 4752801"/>
              <a:gd name="connsiteY3581" fmla="*/ 2311884 h 2767298"/>
              <a:gd name="connsiteX3582" fmla="*/ 3861808 w 4752801"/>
              <a:gd name="connsiteY3582" fmla="*/ 2315122 h 2767298"/>
              <a:gd name="connsiteX3583" fmla="*/ 3860594 w 4752801"/>
              <a:gd name="connsiteY3583" fmla="*/ 2315932 h 2767298"/>
              <a:gd name="connsiteX3584" fmla="*/ 3856546 w 4752801"/>
              <a:gd name="connsiteY3584" fmla="*/ 2315932 h 2767298"/>
              <a:gd name="connsiteX3585" fmla="*/ 3855332 w 4752801"/>
              <a:gd name="connsiteY3585" fmla="*/ 2315122 h 2767298"/>
              <a:gd name="connsiteX3586" fmla="*/ 3853308 w 4752801"/>
              <a:gd name="connsiteY3586" fmla="*/ 2311884 h 2767298"/>
              <a:gd name="connsiteX3587" fmla="*/ 3853308 w 4752801"/>
              <a:gd name="connsiteY3587" fmla="*/ 2310669 h 2767298"/>
              <a:gd name="connsiteX3588" fmla="*/ 3855332 w 4752801"/>
              <a:gd name="connsiteY3588" fmla="*/ 2307431 h 2767298"/>
              <a:gd name="connsiteX3589" fmla="*/ 3856546 w 4752801"/>
              <a:gd name="connsiteY3589" fmla="*/ 2307026 h 2767298"/>
              <a:gd name="connsiteX3590" fmla="*/ 3816065 w 4752801"/>
              <a:gd name="connsiteY3590" fmla="*/ 2307026 h 2767298"/>
              <a:gd name="connsiteX3591" fmla="*/ 3820113 w 4752801"/>
              <a:gd name="connsiteY3591" fmla="*/ 2307026 h 2767298"/>
              <a:gd name="connsiteX3592" fmla="*/ 3821327 w 4752801"/>
              <a:gd name="connsiteY3592" fmla="*/ 2307431 h 2767298"/>
              <a:gd name="connsiteX3593" fmla="*/ 3823352 w 4752801"/>
              <a:gd name="connsiteY3593" fmla="*/ 2310669 h 2767298"/>
              <a:gd name="connsiteX3594" fmla="*/ 3823352 w 4752801"/>
              <a:gd name="connsiteY3594" fmla="*/ 2311884 h 2767298"/>
              <a:gd name="connsiteX3595" fmla="*/ 3821327 w 4752801"/>
              <a:gd name="connsiteY3595" fmla="*/ 2315122 h 2767298"/>
              <a:gd name="connsiteX3596" fmla="*/ 3820113 w 4752801"/>
              <a:gd name="connsiteY3596" fmla="*/ 2315932 h 2767298"/>
              <a:gd name="connsiteX3597" fmla="*/ 3816065 w 4752801"/>
              <a:gd name="connsiteY3597" fmla="*/ 2315932 h 2767298"/>
              <a:gd name="connsiteX3598" fmla="*/ 3814851 w 4752801"/>
              <a:gd name="connsiteY3598" fmla="*/ 2315122 h 2767298"/>
              <a:gd name="connsiteX3599" fmla="*/ 3812827 w 4752801"/>
              <a:gd name="connsiteY3599" fmla="*/ 2311884 h 2767298"/>
              <a:gd name="connsiteX3600" fmla="*/ 3812827 w 4752801"/>
              <a:gd name="connsiteY3600" fmla="*/ 2310669 h 2767298"/>
              <a:gd name="connsiteX3601" fmla="*/ 3814851 w 4752801"/>
              <a:gd name="connsiteY3601" fmla="*/ 2307431 h 2767298"/>
              <a:gd name="connsiteX3602" fmla="*/ 3816065 w 4752801"/>
              <a:gd name="connsiteY3602" fmla="*/ 2307026 h 2767298"/>
              <a:gd name="connsiteX3603" fmla="*/ 3735102 w 4752801"/>
              <a:gd name="connsiteY3603" fmla="*/ 2307026 h 2767298"/>
              <a:gd name="connsiteX3604" fmla="*/ 3739150 w 4752801"/>
              <a:gd name="connsiteY3604" fmla="*/ 2307026 h 2767298"/>
              <a:gd name="connsiteX3605" fmla="*/ 3740364 w 4752801"/>
              <a:gd name="connsiteY3605" fmla="*/ 2307431 h 2767298"/>
              <a:gd name="connsiteX3606" fmla="*/ 3742389 w 4752801"/>
              <a:gd name="connsiteY3606" fmla="*/ 2310669 h 2767298"/>
              <a:gd name="connsiteX3607" fmla="*/ 3742389 w 4752801"/>
              <a:gd name="connsiteY3607" fmla="*/ 2311884 h 2767298"/>
              <a:gd name="connsiteX3608" fmla="*/ 3740364 w 4752801"/>
              <a:gd name="connsiteY3608" fmla="*/ 2315122 h 2767298"/>
              <a:gd name="connsiteX3609" fmla="*/ 3739150 w 4752801"/>
              <a:gd name="connsiteY3609" fmla="*/ 2315527 h 2767298"/>
              <a:gd name="connsiteX3610" fmla="*/ 3735102 w 4752801"/>
              <a:gd name="connsiteY3610" fmla="*/ 2315527 h 2767298"/>
              <a:gd name="connsiteX3611" fmla="*/ 3733888 w 4752801"/>
              <a:gd name="connsiteY3611" fmla="*/ 2315122 h 2767298"/>
              <a:gd name="connsiteX3612" fmla="*/ 3731864 w 4752801"/>
              <a:gd name="connsiteY3612" fmla="*/ 2311884 h 2767298"/>
              <a:gd name="connsiteX3613" fmla="*/ 3731864 w 4752801"/>
              <a:gd name="connsiteY3613" fmla="*/ 2310669 h 2767298"/>
              <a:gd name="connsiteX3614" fmla="*/ 3733888 w 4752801"/>
              <a:gd name="connsiteY3614" fmla="*/ 2307431 h 2767298"/>
              <a:gd name="connsiteX3615" fmla="*/ 3735102 w 4752801"/>
              <a:gd name="connsiteY3615" fmla="*/ 2307026 h 2767298"/>
              <a:gd name="connsiteX3616" fmla="*/ 3937913 w 4752801"/>
              <a:gd name="connsiteY3616" fmla="*/ 2306622 h 2767298"/>
              <a:gd name="connsiteX3617" fmla="*/ 3941961 w 4752801"/>
              <a:gd name="connsiteY3617" fmla="*/ 2306622 h 2767298"/>
              <a:gd name="connsiteX3618" fmla="*/ 3943175 w 4752801"/>
              <a:gd name="connsiteY3618" fmla="*/ 2307432 h 2767298"/>
              <a:gd name="connsiteX3619" fmla="*/ 3945200 w 4752801"/>
              <a:gd name="connsiteY3619" fmla="*/ 2310670 h 2767298"/>
              <a:gd name="connsiteX3620" fmla="*/ 3945200 w 4752801"/>
              <a:gd name="connsiteY3620" fmla="*/ 2311885 h 2767298"/>
              <a:gd name="connsiteX3621" fmla="*/ 3943175 w 4752801"/>
              <a:gd name="connsiteY3621" fmla="*/ 2315123 h 2767298"/>
              <a:gd name="connsiteX3622" fmla="*/ 3941961 w 4752801"/>
              <a:gd name="connsiteY3622" fmla="*/ 2315933 h 2767298"/>
              <a:gd name="connsiteX3623" fmla="*/ 3937913 w 4752801"/>
              <a:gd name="connsiteY3623" fmla="*/ 2315933 h 2767298"/>
              <a:gd name="connsiteX3624" fmla="*/ 3936699 w 4752801"/>
              <a:gd name="connsiteY3624" fmla="*/ 2315123 h 2767298"/>
              <a:gd name="connsiteX3625" fmla="*/ 3934675 w 4752801"/>
              <a:gd name="connsiteY3625" fmla="*/ 2311885 h 2767298"/>
              <a:gd name="connsiteX3626" fmla="*/ 3934675 w 4752801"/>
              <a:gd name="connsiteY3626" fmla="*/ 2310670 h 2767298"/>
              <a:gd name="connsiteX3627" fmla="*/ 3936699 w 4752801"/>
              <a:gd name="connsiteY3627" fmla="*/ 2307432 h 2767298"/>
              <a:gd name="connsiteX3628" fmla="*/ 3937913 w 4752801"/>
              <a:gd name="connsiteY3628" fmla="*/ 2306622 h 2767298"/>
              <a:gd name="connsiteX3629" fmla="*/ 3775988 w 4752801"/>
              <a:gd name="connsiteY3629" fmla="*/ 2306622 h 2767298"/>
              <a:gd name="connsiteX3630" fmla="*/ 3780036 w 4752801"/>
              <a:gd name="connsiteY3630" fmla="*/ 2306622 h 2767298"/>
              <a:gd name="connsiteX3631" fmla="*/ 3781250 w 4752801"/>
              <a:gd name="connsiteY3631" fmla="*/ 2307432 h 2767298"/>
              <a:gd name="connsiteX3632" fmla="*/ 3783275 w 4752801"/>
              <a:gd name="connsiteY3632" fmla="*/ 2310670 h 2767298"/>
              <a:gd name="connsiteX3633" fmla="*/ 3783275 w 4752801"/>
              <a:gd name="connsiteY3633" fmla="*/ 2311885 h 2767298"/>
              <a:gd name="connsiteX3634" fmla="*/ 3781250 w 4752801"/>
              <a:gd name="connsiteY3634" fmla="*/ 2315123 h 2767298"/>
              <a:gd name="connsiteX3635" fmla="*/ 3780036 w 4752801"/>
              <a:gd name="connsiteY3635" fmla="*/ 2315933 h 2767298"/>
              <a:gd name="connsiteX3636" fmla="*/ 3775988 w 4752801"/>
              <a:gd name="connsiteY3636" fmla="*/ 2315933 h 2767298"/>
              <a:gd name="connsiteX3637" fmla="*/ 3774774 w 4752801"/>
              <a:gd name="connsiteY3637" fmla="*/ 2315123 h 2767298"/>
              <a:gd name="connsiteX3638" fmla="*/ 3772750 w 4752801"/>
              <a:gd name="connsiteY3638" fmla="*/ 2311885 h 2767298"/>
              <a:gd name="connsiteX3639" fmla="*/ 3772750 w 4752801"/>
              <a:gd name="connsiteY3639" fmla="*/ 2310670 h 2767298"/>
              <a:gd name="connsiteX3640" fmla="*/ 3774774 w 4752801"/>
              <a:gd name="connsiteY3640" fmla="*/ 2307432 h 2767298"/>
              <a:gd name="connsiteX3641" fmla="*/ 3775988 w 4752801"/>
              <a:gd name="connsiteY3641" fmla="*/ 2306622 h 2767298"/>
              <a:gd name="connsiteX3642" fmla="*/ 4585614 w 4752801"/>
              <a:gd name="connsiteY3642" fmla="*/ 2306217 h 2767298"/>
              <a:gd name="connsiteX3643" fmla="*/ 4589257 w 4752801"/>
              <a:gd name="connsiteY3643" fmla="*/ 2306217 h 2767298"/>
              <a:gd name="connsiteX3644" fmla="*/ 4590471 w 4752801"/>
              <a:gd name="connsiteY3644" fmla="*/ 2307026 h 2767298"/>
              <a:gd name="connsiteX3645" fmla="*/ 4592090 w 4752801"/>
              <a:gd name="connsiteY3645" fmla="*/ 2310265 h 2767298"/>
              <a:gd name="connsiteX3646" fmla="*/ 4592090 w 4752801"/>
              <a:gd name="connsiteY3646" fmla="*/ 2311480 h 2767298"/>
              <a:gd name="connsiteX3647" fmla="*/ 4590471 w 4752801"/>
              <a:gd name="connsiteY3647" fmla="*/ 2314718 h 2767298"/>
              <a:gd name="connsiteX3648" fmla="*/ 4589257 w 4752801"/>
              <a:gd name="connsiteY3648" fmla="*/ 2315528 h 2767298"/>
              <a:gd name="connsiteX3649" fmla="*/ 4585614 w 4752801"/>
              <a:gd name="connsiteY3649" fmla="*/ 2315528 h 2767298"/>
              <a:gd name="connsiteX3650" fmla="*/ 4584399 w 4752801"/>
              <a:gd name="connsiteY3650" fmla="*/ 2314718 h 2767298"/>
              <a:gd name="connsiteX3651" fmla="*/ 4582780 w 4752801"/>
              <a:gd name="connsiteY3651" fmla="*/ 2311480 h 2767298"/>
              <a:gd name="connsiteX3652" fmla="*/ 4582780 w 4752801"/>
              <a:gd name="connsiteY3652" fmla="*/ 2310265 h 2767298"/>
              <a:gd name="connsiteX3653" fmla="*/ 4584399 w 4752801"/>
              <a:gd name="connsiteY3653" fmla="*/ 2307026 h 2767298"/>
              <a:gd name="connsiteX3654" fmla="*/ 4585614 w 4752801"/>
              <a:gd name="connsiteY3654" fmla="*/ 2306217 h 2767298"/>
              <a:gd name="connsiteX3655" fmla="*/ 3897027 w 4752801"/>
              <a:gd name="connsiteY3655" fmla="*/ 2306217 h 2767298"/>
              <a:gd name="connsiteX3656" fmla="*/ 3901480 w 4752801"/>
              <a:gd name="connsiteY3656" fmla="*/ 2306217 h 2767298"/>
              <a:gd name="connsiteX3657" fmla="*/ 3902694 w 4752801"/>
              <a:gd name="connsiteY3657" fmla="*/ 2307026 h 2767298"/>
              <a:gd name="connsiteX3658" fmla="*/ 3904718 w 4752801"/>
              <a:gd name="connsiteY3658" fmla="*/ 2310670 h 2767298"/>
              <a:gd name="connsiteX3659" fmla="*/ 3904718 w 4752801"/>
              <a:gd name="connsiteY3659" fmla="*/ 2311884 h 2767298"/>
              <a:gd name="connsiteX3660" fmla="*/ 3902694 w 4752801"/>
              <a:gd name="connsiteY3660" fmla="*/ 2315528 h 2767298"/>
              <a:gd name="connsiteX3661" fmla="*/ 3901480 w 4752801"/>
              <a:gd name="connsiteY3661" fmla="*/ 2315932 h 2767298"/>
              <a:gd name="connsiteX3662" fmla="*/ 3897027 w 4752801"/>
              <a:gd name="connsiteY3662" fmla="*/ 2315932 h 2767298"/>
              <a:gd name="connsiteX3663" fmla="*/ 3895813 w 4752801"/>
              <a:gd name="connsiteY3663" fmla="*/ 2315528 h 2767298"/>
              <a:gd name="connsiteX3664" fmla="*/ 3893789 w 4752801"/>
              <a:gd name="connsiteY3664" fmla="*/ 2311884 h 2767298"/>
              <a:gd name="connsiteX3665" fmla="*/ 3893789 w 4752801"/>
              <a:gd name="connsiteY3665" fmla="*/ 2310670 h 2767298"/>
              <a:gd name="connsiteX3666" fmla="*/ 3895813 w 4752801"/>
              <a:gd name="connsiteY3666" fmla="*/ 2307026 h 2767298"/>
              <a:gd name="connsiteX3667" fmla="*/ 3897027 w 4752801"/>
              <a:gd name="connsiteY3667" fmla="*/ 2306217 h 2767298"/>
              <a:gd name="connsiteX3668" fmla="*/ 3694621 w 4752801"/>
              <a:gd name="connsiteY3668" fmla="*/ 2305407 h 2767298"/>
              <a:gd name="connsiteX3669" fmla="*/ 3699478 w 4752801"/>
              <a:gd name="connsiteY3669" fmla="*/ 2305407 h 2767298"/>
              <a:gd name="connsiteX3670" fmla="*/ 3700693 w 4752801"/>
              <a:gd name="connsiteY3670" fmla="*/ 2305812 h 2767298"/>
              <a:gd name="connsiteX3671" fmla="*/ 3703122 w 4752801"/>
              <a:gd name="connsiteY3671" fmla="*/ 2310265 h 2767298"/>
              <a:gd name="connsiteX3672" fmla="*/ 3703122 w 4752801"/>
              <a:gd name="connsiteY3672" fmla="*/ 2311479 h 2767298"/>
              <a:gd name="connsiteX3673" fmla="*/ 3700693 w 4752801"/>
              <a:gd name="connsiteY3673" fmla="*/ 2315932 h 2767298"/>
              <a:gd name="connsiteX3674" fmla="*/ 3699478 w 4752801"/>
              <a:gd name="connsiteY3674" fmla="*/ 2316742 h 2767298"/>
              <a:gd name="connsiteX3675" fmla="*/ 3694621 w 4752801"/>
              <a:gd name="connsiteY3675" fmla="*/ 2316742 h 2767298"/>
              <a:gd name="connsiteX3676" fmla="*/ 3693406 w 4752801"/>
              <a:gd name="connsiteY3676" fmla="*/ 2315932 h 2767298"/>
              <a:gd name="connsiteX3677" fmla="*/ 3690978 w 4752801"/>
              <a:gd name="connsiteY3677" fmla="*/ 2311479 h 2767298"/>
              <a:gd name="connsiteX3678" fmla="*/ 3690978 w 4752801"/>
              <a:gd name="connsiteY3678" fmla="*/ 2310265 h 2767298"/>
              <a:gd name="connsiteX3679" fmla="*/ 3693406 w 4752801"/>
              <a:gd name="connsiteY3679" fmla="*/ 2305812 h 2767298"/>
              <a:gd name="connsiteX3680" fmla="*/ 3694621 w 4752801"/>
              <a:gd name="connsiteY3680" fmla="*/ 2305407 h 2767298"/>
              <a:gd name="connsiteX3681" fmla="*/ 3653331 w 4752801"/>
              <a:gd name="connsiteY3681" fmla="*/ 2304598 h 2767298"/>
              <a:gd name="connsiteX3682" fmla="*/ 3658998 w 4752801"/>
              <a:gd name="connsiteY3682" fmla="*/ 2304598 h 2767298"/>
              <a:gd name="connsiteX3683" fmla="*/ 3660213 w 4752801"/>
              <a:gd name="connsiteY3683" fmla="*/ 2305408 h 2767298"/>
              <a:gd name="connsiteX3684" fmla="*/ 3663046 w 4752801"/>
              <a:gd name="connsiteY3684" fmla="*/ 2310265 h 2767298"/>
              <a:gd name="connsiteX3685" fmla="*/ 3663046 w 4752801"/>
              <a:gd name="connsiteY3685" fmla="*/ 2311480 h 2767298"/>
              <a:gd name="connsiteX3686" fmla="*/ 3660213 w 4752801"/>
              <a:gd name="connsiteY3686" fmla="*/ 2316338 h 2767298"/>
              <a:gd name="connsiteX3687" fmla="*/ 3658998 w 4752801"/>
              <a:gd name="connsiteY3687" fmla="*/ 2317147 h 2767298"/>
              <a:gd name="connsiteX3688" fmla="*/ 3653331 w 4752801"/>
              <a:gd name="connsiteY3688" fmla="*/ 2317147 h 2767298"/>
              <a:gd name="connsiteX3689" fmla="*/ 3652117 w 4752801"/>
              <a:gd name="connsiteY3689" fmla="*/ 2316338 h 2767298"/>
              <a:gd name="connsiteX3690" fmla="*/ 3649283 w 4752801"/>
              <a:gd name="connsiteY3690" fmla="*/ 2311480 h 2767298"/>
              <a:gd name="connsiteX3691" fmla="*/ 3649283 w 4752801"/>
              <a:gd name="connsiteY3691" fmla="*/ 2310265 h 2767298"/>
              <a:gd name="connsiteX3692" fmla="*/ 3652117 w 4752801"/>
              <a:gd name="connsiteY3692" fmla="*/ 2305408 h 2767298"/>
              <a:gd name="connsiteX3693" fmla="*/ 3653331 w 4752801"/>
              <a:gd name="connsiteY3693" fmla="*/ 2304598 h 2767298"/>
              <a:gd name="connsiteX3694" fmla="*/ 3612849 w 4752801"/>
              <a:gd name="connsiteY3694" fmla="*/ 2304193 h 2767298"/>
              <a:gd name="connsiteX3695" fmla="*/ 3618921 w 4752801"/>
              <a:gd name="connsiteY3695" fmla="*/ 2304193 h 2767298"/>
              <a:gd name="connsiteX3696" fmla="*/ 3620135 w 4752801"/>
              <a:gd name="connsiteY3696" fmla="*/ 2305002 h 2767298"/>
              <a:gd name="connsiteX3697" fmla="*/ 3622969 w 4752801"/>
              <a:gd name="connsiteY3697" fmla="*/ 2310265 h 2767298"/>
              <a:gd name="connsiteX3698" fmla="*/ 3622969 w 4752801"/>
              <a:gd name="connsiteY3698" fmla="*/ 2311480 h 2767298"/>
              <a:gd name="connsiteX3699" fmla="*/ 3620135 w 4752801"/>
              <a:gd name="connsiteY3699" fmla="*/ 2316742 h 2767298"/>
              <a:gd name="connsiteX3700" fmla="*/ 3618921 w 4752801"/>
              <a:gd name="connsiteY3700" fmla="*/ 2317552 h 2767298"/>
              <a:gd name="connsiteX3701" fmla="*/ 3612849 w 4752801"/>
              <a:gd name="connsiteY3701" fmla="*/ 2317552 h 2767298"/>
              <a:gd name="connsiteX3702" fmla="*/ 3611635 w 4752801"/>
              <a:gd name="connsiteY3702" fmla="*/ 2316742 h 2767298"/>
              <a:gd name="connsiteX3703" fmla="*/ 3608801 w 4752801"/>
              <a:gd name="connsiteY3703" fmla="*/ 2311480 h 2767298"/>
              <a:gd name="connsiteX3704" fmla="*/ 3608801 w 4752801"/>
              <a:gd name="connsiteY3704" fmla="*/ 2310265 h 2767298"/>
              <a:gd name="connsiteX3705" fmla="*/ 3611635 w 4752801"/>
              <a:gd name="connsiteY3705" fmla="*/ 2305002 h 2767298"/>
              <a:gd name="connsiteX3706" fmla="*/ 3612849 w 4752801"/>
              <a:gd name="connsiteY3706" fmla="*/ 2304193 h 2767298"/>
              <a:gd name="connsiteX3707" fmla="*/ 3571559 w 4752801"/>
              <a:gd name="connsiteY3707" fmla="*/ 2303383 h 2767298"/>
              <a:gd name="connsiteX3708" fmla="*/ 3579250 w 4752801"/>
              <a:gd name="connsiteY3708" fmla="*/ 2303383 h 2767298"/>
              <a:gd name="connsiteX3709" fmla="*/ 3580464 w 4752801"/>
              <a:gd name="connsiteY3709" fmla="*/ 2304193 h 2767298"/>
              <a:gd name="connsiteX3710" fmla="*/ 3584108 w 4752801"/>
              <a:gd name="connsiteY3710" fmla="*/ 2310670 h 2767298"/>
              <a:gd name="connsiteX3711" fmla="*/ 3584108 w 4752801"/>
              <a:gd name="connsiteY3711" fmla="*/ 2311884 h 2767298"/>
              <a:gd name="connsiteX3712" fmla="*/ 3580464 w 4752801"/>
              <a:gd name="connsiteY3712" fmla="*/ 2318361 h 2767298"/>
              <a:gd name="connsiteX3713" fmla="*/ 3579250 w 4752801"/>
              <a:gd name="connsiteY3713" fmla="*/ 2318766 h 2767298"/>
              <a:gd name="connsiteX3714" fmla="*/ 3571559 w 4752801"/>
              <a:gd name="connsiteY3714" fmla="*/ 2318766 h 2767298"/>
              <a:gd name="connsiteX3715" fmla="*/ 3570344 w 4752801"/>
              <a:gd name="connsiteY3715" fmla="*/ 2318361 h 2767298"/>
              <a:gd name="connsiteX3716" fmla="*/ 3566701 w 4752801"/>
              <a:gd name="connsiteY3716" fmla="*/ 2311884 h 2767298"/>
              <a:gd name="connsiteX3717" fmla="*/ 3566701 w 4752801"/>
              <a:gd name="connsiteY3717" fmla="*/ 2310670 h 2767298"/>
              <a:gd name="connsiteX3718" fmla="*/ 3570344 w 4752801"/>
              <a:gd name="connsiteY3718" fmla="*/ 2304193 h 2767298"/>
              <a:gd name="connsiteX3719" fmla="*/ 3571559 w 4752801"/>
              <a:gd name="connsiteY3719" fmla="*/ 2303383 h 2767298"/>
              <a:gd name="connsiteX3720" fmla="*/ 3530267 w 4752801"/>
              <a:gd name="connsiteY3720" fmla="*/ 2302169 h 2767298"/>
              <a:gd name="connsiteX3721" fmla="*/ 3539173 w 4752801"/>
              <a:gd name="connsiteY3721" fmla="*/ 2302169 h 2767298"/>
              <a:gd name="connsiteX3722" fmla="*/ 3540387 w 4752801"/>
              <a:gd name="connsiteY3722" fmla="*/ 2302574 h 2767298"/>
              <a:gd name="connsiteX3723" fmla="*/ 3544841 w 4752801"/>
              <a:gd name="connsiteY3723" fmla="*/ 2310265 h 2767298"/>
              <a:gd name="connsiteX3724" fmla="*/ 3544841 w 4752801"/>
              <a:gd name="connsiteY3724" fmla="*/ 2311480 h 2767298"/>
              <a:gd name="connsiteX3725" fmla="*/ 3540387 w 4752801"/>
              <a:gd name="connsiteY3725" fmla="*/ 2319171 h 2767298"/>
              <a:gd name="connsiteX3726" fmla="*/ 3539173 w 4752801"/>
              <a:gd name="connsiteY3726" fmla="*/ 2319576 h 2767298"/>
              <a:gd name="connsiteX3727" fmla="*/ 3530267 w 4752801"/>
              <a:gd name="connsiteY3727" fmla="*/ 2319576 h 2767298"/>
              <a:gd name="connsiteX3728" fmla="*/ 3529053 w 4752801"/>
              <a:gd name="connsiteY3728" fmla="*/ 2319171 h 2767298"/>
              <a:gd name="connsiteX3729" fmla="*/ 3524600 w 4752801"/>
              <a:gd name="connsiteY3729" fmla="*/ 2311480 h 2767298"/>
              <a:gd name="connsiteX3730" fmla="*/ 3524600 w 4752801"/>
              <a:gd name="connsiteY3730" fmla="*/ 2310265 h 2767298"/>
              <a:gd name="connsiteX3731" fmla="*/ 3529053 w 4752801"/>
              <a:gd name="connsiteY3731" fmla="*/ 2302574 h 2767298"/>
              <a:gd name="connsiteX3732" fmla="*/ 3530267 w 4752801"/>
              <a:gd name="connsiteY3732" fmla="*/ 2302169 h 2767298"/>
              <a:gd name="connsiteX3733" fmla="*/ 3368342 w 4752801"/>
              <a:gd name="connsiteY3733" fmla="*/ 2301359 h 2767298"/>
              <a:gd name="connsiteX3734" fmla="*/ 3378057 w 4752801"/>
              <a:gd name="connsiteY3734" fmla="*/ 2301359 h 2767298"/>
              <a:gd name="connsiteX3735" fmla="*/ 3379272 w 4752801"/>
              <a:gd name="connsiteY3735" fmla="*/ 2302169 h 2767298"/>
              <a:gd name="connsiteX3736" fmla="*/ 3384130 w 4752801"/>
              <a:gd name="connsiteY3736" fmla="*/ 2310670 h 2767298"/>
              <a:gd name="connsiteX3737" fmla="*/ 3384130 w 4752801"/>
              <a:gd name="connsiteY3737" fmla="*/ 2311884 h 2767298"/>
              <a:gd name="connsiteX3738" fmla="*/ 3379272 w 4752801"/>
              <a:gd name="connsiteY3738" fmla="*/ 2320385 h 2767298"/>
              <a:gd name="connsiteX3739" fmla="*/ 3378057 w 4752801"/>
              <a:gd name="connsiteY3739" fmla="*/ 2321195 h 2767298"/>
              <a:gd name="connsiteX3740" fmla="*/ 3368342 w 4752801"/>
              <a:gd name="connsiteY3740" fmla="*/ 2321195 h 2767298"/>
              <a:gd name="connsiteX3741" fmla="*/ 3367128 w 4752801"/>
              <a:gd name="connsiteY3741" fmla="*/ 2320385 h 2767298"/>
              <a:gd name="connsiteX3742" fmla="*/ 3362270 w 4752801"/>
              <a:gd name="connsiteY3742" fmla="*/ 2311884 h 2767298"/>
              <a:gd name="connsiteX3743" fmla="*/ 3362270 w 4752801"/>
              <a:gd name="connsiteY3743" fmla="*/ 2310670 h 2767298"/>
              <a:gd name="connsiteX3744" fmla="*/ 3367128 w 4752801"/>
              <a:gd name="connsiteY3744" fmla="*/ 2302169 h 2767298"/>
              <a:gd name="connsiteX3745" fmla="*/ 3368342 w 4752801"/>
              <a:gd name="connsiteY3745" fmla="*/ 2301359 h 2767298"/>
              <a:gd name="connsiteX3746" fmla="*/ 3489381 w 4752801"/>
              <a:gd name="connsiteY3746" fmla="*/ 2300954 h 2767298"/>
              <a:gd name="connsiteX3747" fmla="*/ 3499502 w 4752801"/>
              <a:gd name="connsiteY3747" fmla="*/ 2300954 h 2767298"/>
              <a:gd name="connsiteX3748" fmla="*/ 3500716 w 4752801"/>
              <a:gd name="connsiteY3748" fmla="*/ 2301764 h 2767298"/>
              <a:gd name="connsiteX3749" fmla="*/ 3505979 w 4752801"/>
              <a:gd name="connsiteY3749" fmla="*/ 2310670 h 2767298"/>
              <a:gd name="connsiteX3750" fmla="*/ 3505979 w 4752801"/>
              <a:gd name="connsiteY3750" fmla="*/ 2311884 h 2767298"/>
              <a:gd name="connsiteX3751" fmla="*/ 3500716 w 4752801"/>
              <a:gd name="connsiteY3751" fmla="*/ 2320790 h 2767298"/>
              <a:gd name="connsiteX3752" fmla="*/ 3499502 w 4752801"/>
              <a:gd name="connsiteY3752" fmla="*/ 2321600 h 2767298"/>
              <a:gd name="connsiteX3753" fmla="*/ 3489381 w 4752801"/>
              <a:gd name="connsiteY3753" fmla="*/ 2321600 h 2767298"/>
              <a:gd name="connsiteX3754" fmla="*/ 3488167 w 4752801"/>
              <a:gd name="connsiteY3754" fmla="*/ 2320790 h 2767298"/>
              <a:gd name="connsiteX3755" fmla="*/ 3482905 w 4752801"/>
              <a:gd name="connsiteY3755" fmla="*/ 2311884 h 2767298"/>
              <a:gd name="connsiteX3756" fmla="*/ 3482905 w 4752801"/>
              <a:gd name="connsiteY3756" fmla="*/ 2310670 h 2767298"/>
              <a:gd name="connsiteX3757" fmla="*/ 3488167 w 4752801"/>
              <a:gd name="connsiteY3757" fmla="*/ 2301764 h 2767298"/>
              <a:gd name="connsiteX3758" fmla="*/ 3489381 w 4752801"/>
              <a:gd name="connsiteY3758" fmla="*/ 2300954 h 2767298"/>
              <a:gd name="connsiteX3759" fmla="*/ 3448496 w 4752801"/>
              <a:gd name="connsiteY3759" fmla="*/ 2300549 h 2767298"/>
              <a:gd name="connsiteX3760" fmla="*/ 3459425 w 4752801"/>
              <a:gd name="connsiteY3760" fmla="*/ 2300549 h 2767298"/>
              <a:gd name="connsiteX3761" fmla="*/ 3460640 w 4752801"/>
              <a:gd name="connsiteY3761" fmla="*/ 2301359 h 2767298"/>
              <a:gd name="connsiteX3762" fmla="*/ 3466307 w 4752801"/>
              <a:gd name="connsiteY3762" fmla="*/ 2310669 h 2767298"/>
              <a:gd name="connsiteX3763" fmla="*/ 3466307 w 4752801"/>
              <a:gd name="connsiteY3763" fmla="*/ 2311884 h 2767298"/>
              <a:gd name="connsiteX3764" fmla="*/ 3460640 w 4752801"/>
              <a:gd name="connsiteY3764" fmla="*/ 2321194 h 2767298"/>
              <a:gd name="connsiteX3765" fmla="*/ 3459425 w 4752801"/>
              <a:gd name="connsiteY3765" fmla="*/ 2322004 h 2767298"/>
              <a:gd name="connsiteX3766" fmla="*/ 3448496 w 4752801"/>
              <a:gd name="connsiteY3766" fmla="*/ 2322004 h 2767298"/>
              <a:gd name="connsiteX3767" fmla="*/ 3447281 w 4752801"/>
              <a:gd name="connsiteY3767" fmla="*/ 2321194 h 2767298"/>
              <a:gd name="connsiteX3768" fmla="*/ 3441614 w 4752801"/>
              <a:gd name="connsiteY3768" fmla="*/ 2311884 h 2767298"/>
              <a:gd name="connsiteX3769" fmla="*/ 3441614 w 4752801"/>
              <a:gd name="connsiteY3769" fmla="*/ 2310669 h 2767298"/>
              <a:gd name="connsiteX3770" fmla="*/ 3447281 w 4752801"/>
              <a:gd name="connsiteY3770" fmla="*/ 2301359 h 2767298"/>
              <a:gd name="connsiteX3771" fmla="*/ 3448496 w 4752801"/>
              <a:gd name="connsiteY3771" fmla="*/ 2300549 h 2767298"/>
              <a:gd name="connsiteX3772" fmla="*/ 3408013 w 4752801"/>
              <a:gd name="connsiteY3772" fmla="*/ 2300549 h 2767298"/>
              <a:gd name="connsiteX3773" fmla="*/ 3418943 w 4752801"/>
              <a:gd name="connsiteY3773" fmla="*/ 2300549 h 2767298"/>
              <a:gd name="connsiteX3774" fmla="*/ 3420158 w 4752801"/>
              <a:gd name="connsiteY3774" fmla="*/ 2301359 h 2767298"/>
              <a:gd name="connsiteX3775" fmla="*/ 3425421 w 4752801"/>
              <a:gd name="connsiteY3775" fmla="*/ 2310669 h 2767298"/>
              <a:gd name="connsiteX3776" fmla="*/ 3425421 w 4752801"/>
              <a:gd name="connsiteY3776" fmla="*/ 2311884 h 2767298"/>
              <a:gd name="connsiteX3777" fmla="*/ 3420158 w 4752801"/>
              <a:gd name="connsiteY3777" fmla="*/ 2321194 h 2767298"/>
              <a:gd name="connsiteX3778" fmla="*/ 3418943 w 4752801"/>
              <a:gd name="connsiteY3778" fmla="*/ 2322004 h 2767298"/>
              <a:gd name="connsiteX3779" fmla="*/ 3408013 w 4752801"/>
              <a:gd name="connsiteY3779" fmla="*/ 2322004 h 2767298"/>
              <a:gd name="connsiteX3780" fmla="*/ 3406799 w 4752801"/>
              <a:gd name="connsiteY3780" fmla="*/ 2321194 h 2767298"/>
              <a:gd name="connsiteX3781" fmla="*/ 3401537 w 4752801"/>
              <a:gd name="connsiteY3781" fmla="*/ 2311884 h 2767298"/>
              <a:gd name="connsiteX3782" fmla="*/ 3401537 w 4752801"/>
              <a:gd name="connsiteY3782" fmla="*/ 2310669 h 2767298"/>
              <a:gd name="connsiteX3783" fmla="*/ 3406799 w 4752801"/>
              <a:gd name="connsiteY3783" fmla="*/ 2301359 h 2767298"/>
              <a:gd name="connsiteX3784" fmla="*/ 3408013 w 4752801"/>
              <a:gd name="connsiteY3784" fmla="*/ 2300549 h 2767298"/>
              <a:gd name="connsiteX3785" fmla="*/ 4302244 w 4752801"/>
              <a:gd name="connsiteY3785" fmla="*/ 2267355 h 2767298"/>
              <a:gd name="connsiteX3786" fmla="*/ 4305888 w 4752801"/>
              <a:gd name="connsiteY3786" fmla="*/ 2267355 h 2767298"/>
              <a:gd name="connsiteX3787" fmla="*/ 4307507 w 4752801"/>
              <a:gd name="connsiteY3787" fmla="*/ 2270593 h 2767298"/>
              <a:gd name="connsiteX3788" fmla="*/ 4305888 w 4752801"/>
              <a:gd name="connsiteY3788" fmla="*/ 2273832 h 2767298"/>
              <a:gd name="connsiteX3789" fmla="*/ 4302244 w 4752801"/>
              <a:gd name="connsiteY3789" fmla="*/ 2273832 h 2767298"/>
              <a:gd name="connsiteX3790" fmla="*/ 4300625 w 4752801"/>
              <a:gd name="connsiteY3790" fmla="*/ 2270593 h 2767298"/>
              <a:gd name="connsiteX3791" fmla="*/ 4059357 w 4752801"/>
              <a:gd name="connsiteY3791" fmla="*/ 2267355 h 2767298"/>
              <a:gd name="connsiteX3792" fmla="*/ 4063001 w 4752801"/>
              <a:gd name="connsiteY3792" fmla="*/ 2267355 h 2767298"/>
              <a:gd name="connsiteX3793" fmla="*/ 4064620 w 4752801"/>
              <a:gd name="connsiteY3793" fmla="*/ 2270593 h 2767298"/>
              <a:gd name="connsiteX3794" fmla="*/ 4063001 w 4752801"/>
              <a:gd name="connsiteY3794" fmla="*/ 2273832 h 2767298"/>
              <a:gd name="connsiteX3795" fmla="*/ 4059357 w 4752801"/>
              <a:gd name="connsiteY3795" fmla="*/ 2273832 h 2767298"/>
              <a:gd name="connsiteX3796" fmla="*/ 4057738 w 4752801"/>
              <a:gd name="connsiteY3796" fmla="*/ 2270593 h 2767298"/>
              <a:gd name="connsiteX3797" fmla="*/ 4586018 w 4752801"/>
              <a:gd name="connsiteY3797" fmla="*/ 2266950 h 2767298"/>
              <a:gd name="connsiteX3798" fmla="*/ 4589257 w 4752801"/>
              <a:gd name="connsiteY3798" fmla="*/ 2266950 h 2767298"/>
              <a:gd name="connsiteX3799" fmla="*/ 4590471 w 4752801"/>
              <a:gd name="connsiteY3799" fmla="*/ 2267355 h 2767298"/>
              <a:gd name="connsiteX3800" fmla="*/ 4592091 w 4752801"/>
              <a:gd name="connsiteY3800" fmla="*/ 2270188 h 2767298"/>
              <a:gd name="connsiteX3801" fmla="*/ 4592091 w 4752801"/>
              <a:gd name="connsiteY3801" fmla="*/ 2271403 h 2767298"/>
              <a:gd name="connsiteX3802" fmla="*/ 4590471 w 4752801"/>
              <a:gd name="connsiteY3802" fmla="*/ 2274237 h 2767298"/>
              <a:gd name="connsiteX3803" fmla="*/ 4589257 w 4752801"/>
              <a:gd name="connsiteY3803" fmla="*/ 2275046 h 2767298"/>
              <a:gd name="connsiteX3804" fmla="*/ 4586018 w 4752801"/>
              <a:gd name="connsiteY3804" fmla="*/ 2275046 h 2767298"/>
              <a:gd name="connsiteX3805" fmla="*/ 4584804 w 4752801"/>
              <a:gd name="connsiteY3805" fmla="*/ 2274237 h 2767298"/>
              <a:gd name="connsiteX3806" fmla="*/ 4583185 w 4752801"/>
              <a:gd name="connsiteY3806" fmla="*/ 2271403 h 2767298"/>
              <a:gd name="connsiteX3807" fmla="*/ 4583185 w 4752801"/>
              <a:gd name="connsiteY3807" fmla="*/ 2270188 h 2767298"/>
              <a:gd name="connsiteX3808" fmla="*/ 4584804 w 4752801"/>
              <a:gd name="connsiteY3808" fmla="*/ 2267355 h 2767298"/>
              <a:gd name="connsiteX3809" fmla="*/ 4586018 w 4752801"/>
              <a:gd name="connsiteY3809" fmla="*/ 2266950 h 2767298"/>
              <a:gd name="connsiteX3810" fmla="*/ 4423688 w 4752801"/>
              <a:gd name="connsiteY3810" fmla="*/ 2266950 h 2767298"/>
              <a:gd name="connsiteX3811" fmla="*/ 4427736 w 4752801"/>
              <a:gd name="connsiteY3811" fmla="*/ 2266950 h 2767298"/>
              <a:gd name="connsiteX3812" fmla="*/ 4429760 w 4752801"/>
              <a:gd name="connsiteY3812" fmla="*/ 2270593 h 2767298"/>
              <a:gd name="connsiteX3813" fmla="*/ 4427736 w 4752801"/>
              <a:gd name="connsiteY3813" fmla="*/ 2274237 h 2767298"/>
              <a:gd name="connsiteX3814" fmla="*/ 4423688 w 4752801"/>
              <a:gd name="connsiteY3814" fmla="*/ 2274237 h 2767298"/>
              <a:gd name="connsiteX3815" fmla="*/ 4421664 w 4752801"/>
              <a:gd name="connsiteY3815" fmla="*/ 2270593 h 2767298"/>
              <a:gd name="connsiteX3816" fmla="*/ 4382803 w 4752801"/>
              <a:gd name="connsiteY3816" fmla="*/ 2266950 h 2767298"/>
              <a:gd name="connsiteX3817" fmla="*/ 4387256 w 4752801"/>
              <a:gd name="connsiteY3817" fmla="*/ 2266950 h 2767298"/>
              <a:gd name="connsiteX3818" fmla="*/ 4389280 w 4752801"/>
              <a:gd name="connsiteY3818" fmla="*/ 2270593 h 2767298"/>
              <a:gd name="connsiteX3819" fmla="*/ 4387256 w 4752801"/>
              <a:gd name="connsiteY3819" fmla="*/ 2274237 h 2767298"/>
              <a:gd name="connsiteX3820" fmla="*/ 4382803 w 4752801"/>
              <a:gd name="connsiteY3820" fmla="*/ 2274237 h 2767298"/>
              <a:gd name="connsiteX3821" fmla="*/ 4380779 w 4752801"/>
              <a:gd name="connsiteY3821" fmla="*/ 2270593 h 2767298"/>
              <a:gd name="connsiteX3822" fmla="*/ 4139915 w 4752801"/>
              <a:gd name="connsiteY3822" fmla="*/ 2266950 h 2767298"/>
              <a:gd name="connsiteX3823" fmla="*/ 4144368 w 4752801"/>
              <a:gd name="connsiteY3823" fmla="*/ 2266950 h 2767298"/>
              <a:gd name="connsiteX3824" fmla="*/ 4146392 w 4752801"/>
              <a:gd name="connsiteY3824" fmla="*/ 2270593 h 2767298"/>
              <a:gd name="connsiteX3825" fmla="*/ 4144368 w 4752801"/>
              <a:gd name="connsiteY3825" fmla="*/ 2274237 h 2767298"/>
              <a:gd name="connsiteX3826" fmla="*/ 4139915 w 4752801"/>
              <a:gd name="connsiteY3826" fmla="*/ 2274237 h 2767298"/>
              <a:gd name="connsiteX3827" fmla="*/ 4137891 w 4752801"/>
              <a:gd name="connsiteY3827" fmla="*/ 2270593 h 2767298"/>
              <a:gd name="connsiteX3828" fmla="*/ 4099838 w 4752801"/>
              <a:gd name="connsiteY3828" fmla="*/ 2266950 h 2767298"/>
              <a:gd name="connsiteX3829" fmla="*/ 4103886 w 4752801"/>
              <a:gd name="connsiteY3829" fmla="*/ 2266950 h 2767298"/>
              <a:gd name="connsiteX3830" fmla="*/ 4105910 w 4752801"/>
              <a:gd name="connsiteY3830" fmla="*/ 2270593 h 2767298"/>
              <a:gd name="connsiteX3831" fmla="*/ 4103886 w 4752801"/>
              <a:gd name="connsiteY3831" fmla="*/ 2274237 h 2767298"/>
              <a:gd name="connsiteX3832" fmla="*/ 4099838 w 4752801"/>
              <a:gd name="connsiteY3832" fmla="*/ 2274237 h 2767298"/>
              <a:gd name="connsiteX3833" fmla="*/ 4097814 w 4752801"/>
              <a:gd name="connsiteY3833" fmla="*/ 2270593 h 2767298"/>
              <a:gd name="connsiteX3834" fmla="*/ 4018471 w 4752801"/>
              <a:gd name="connsiteY3834" fmla="*/ 2266950 h 2767298"/>
              <a:gd name="connsiteX3835" fmla="*/ 4022924 w 4752801"/>
              <a:gd name="connsiteY3835" fmla="*/ 2266950 h 2767298"/>
              <a:gd name="connsiteX3836" fmla="*/ 4024948 w 4752801"/>
              <a:gd name="connsiteY3836" fmla="*/ 2270593 h 2767298"/>
              <a:gd name="connsiteX3837" fmla="*/ 4022924 w 4752801"/>
              <a:gd name="connsiteY3837" fmla="*/ 2274237 h 2767298"/>
              <a:gd name="connsiteX3838" fmla="*/ 4018471 w 4752801"/>
              <a:gd name="connsiteY3838" fmla="*/ 2274237 h 2767298"/>
              <a:gd name="connsiteX3839" fmla="*/ 4016447 w 4752801"/>
              <a:gd name="connsiteY3839" fmla="*/ 2270593 h 2767298"/>
              <a:gd name="connsiteX3840" fmla="*/ 4626499 w 4752801"/>
              <a:gd name="connsiteY3840" fmla="*/ 2266545 h 2767298"/>
              <a:gd name="connsiteX3841" fmla="*/ 4629738 w 4752801"/>
              <a:gd name="connsiteY3841" fmla="*/ 2266545 h 2767298"/>
              <a:gd name="connsiteX3842" fmla="*/ 4630952 w 4752801"/>
              <a:gd name="connsiteY3842" fmla="*/ 2267355 h 2767298"/>
              <a:gd name="connsiteX3843" fmla="*/ 4632572 w 4752801"/>
              <a:gd name="connsiteY3843" fmla="*/ 2270188 h 2767298"/>
              <a:gd name="connsiteX3844" fmla="*/ 4632572 w 4752801"/>
              <a:gd name="connsiteY3844" fmla="*/ 2271403 h 2767298"/>
              <a:gd name="connsiteX3845" fmla="*/ 4630952 w 4752801"/>
              <a:gd name="connsiteY3845" fmla="*/ 2274237 h 2767298"/>
              <a:gd name="connsiteX3846" fmla="*/ 4629738 w 4752801"/>
              <a:gd name="connsiteY3846" fmla="*/ 2275046 h 2767298"/>
              <a:gd name="connsiteX3847" fmla="*/ 4626499 w 4752801"/>
              <a:gd name="connsiteY3847" fmla="*/ 2275046 h 2767298"/>
              <a:gd name="connsiteX3848" fmla="*/ 4625285 w 4752801"/>
              <a:gd name="connsiteY3848" fmla="*/ 2274237 h 2767298"/>
              <a:gd name="connsiteX3849" fmla="*/ 4623666 w 4752801"/>
              <a:gd name="connsiteY3849" fmla="*/ 2271403 h 2767298"/>
              <a:gd name="connsiteX3850" fmla="*/ 4623666 w 4752801"/>
              <a:gd name="connsiteY3850" fmla="*/ 2270188 h 2767298"/>
              <a:gd name="connsiteX3851" fmla="*/ 4625285 w 4752801"/>
              <a:gd name="connsiteY3851" fmla="*/ 2267355 h 2767298"/>
              <a:gd name="connsiteX3852" fmla="*/ 4626499 w 4752801"/>
              <a:gd name="connsiteY3852" fmla="*/ 2266545 h 2767298"/>
              <a:gd name="connsiteX3853" fmla="*/ 4342726 w 4752801"/>
              <a:gd name="connsiteY3853" fmla="*/ 2266545 h 2767298"/>
              <a:gd name="connsiteX3854" fmla="*/ 4347179 w 4752801"/>
              <a:gd name="connsiteY3854" fmla="*/ 2266545 h 2767298"/>
              <a:gd name="connsiteX3855" fmla="*/ 4349607 w 4752801"/>
              <a:gd name="connsiteY3855" fmla="*/ 2270593 h 2767298"/>
              <a:gd name="connsiteX3856" fmla="*/ 4347179 w 4752801"/>
              <a:gd name="connsiteY3856" fmla="*/ 2274641 h 2767298"/>
              <a:gd name="connsiteX3857" fmla="*/ 4342726 w 4752801"/>
              <a:gd name="connsiteY3857" fmla="*/ 2274641 h 2767298"/>
              <a:gd name="connsiteX3858" fmla="*/ 4340297 w 4752801"/>
              <a:gd name="connsiteY3858" fmla="*/ 2270593 h 2767298"/>
              <a:gd name="connsiteX3859" fmla="*/ 4262168 w 4752801"/>
              <a:gd name="connsiteY3859" fmla="*/ 2266545 h 2767298"/>
              <a:gd name="connsiteX3860" fmla="*/ 4265407 w 4752801"/>
              <a:gd name="connsiteY3860" fmla="*/ 2266545 h 2767298"/>
              <a:gd name="connsiteX3861" fmla="*/ 4266621 w 4752801"/>
              <a:gd name="connsiteY3861" fmla="*/ 2267355 h 2767298"/>
              <a:gd name="connsiteX3862" fmla="*/ 4268241 w 4752801"/>
              <a:gd name="connsiteY3862" fmla="*/ 2270188 h 2767298"/>
              <a:gd name="connsiteX3863" fmla="*/ 4268241 w 4752801"/>
              <a:gd name="connsiteY3863" fmla="*/ 2271403 h 2767298"/>
              <a:gd name="connsiteX3864" fmla="*/ 4266621 w 4752801"/>
              <a:gd name="connsiteY3864" fmla="*/ 2274237 h 2767298"/>
              <a:gd name="connsiteX3865" fmla="*/ 4265407 w 4752801"/>
              <a:gd name="connsiteY3865" fmla="*/ 2275046 h 2767298"/>
              <a:gd name="connsiteX3866" fmla="*/ 4262168 w 4752801"/>
              <a:gd name="connsiteY3866" fmla="*/ 2275046 h 2767298"/>
              <a:gd name="connsiteX3867" fmla="*/ 4260954 w 4752801"/>
              <a:gd name="connsiteY3867" fmla="*/ 2274237 h 2767298"/>
              <a:gd name="connsiteX3868" fmla="*/ 4259335 w 4752801"/>
              <a:gd name="connsiteY3868" fmla="*/ 2271403 h 2767298"/>
              <a:gd name="connsiteX3869" fmla="*/ 4259335 w 4752801"/>
              <a:gd name="connsiteY3869" fmla="*/ 2270188 h 2767298"/>
              <a:gd name="connsiteX3870" fmla="*/ 4260954 w 4752801"/>
              <a:gd name="connsiteY3870" fmla="*/ 2267355 h 2767298"/>
              <a:gd name="connsiteX3871" fmla="*/ 4262168 w 4752801"/>
              <a:gd name="connsiteY3871" fmla="*/ 2266545 h 2767298"/>
              <a:gd name="connsiteX3872" fmla="*/ 4221283 w 4752801"/>
              <a:gd name="connsiteY3872" fmla="*/ 2266545 h 2767298"/>
              <a:gd name="connsiteX3873" fmla="*/ 4225736 w 4752801"/>
              <a:gd name="connsiteY3873" fmla="*/ 2266545 h 2767298"/>
              <a:gd name="connsiteX3874" fmla="*/ 4228164 w 4752801"/>
              <a:gd name="connsiteY3874" fmla="*/ 2270593 h 2767298"/>
              <a:gd name="connsiteX3875" fmla="*/ 4225736 w 4752801"/>
              <a:gd name="connsiteY3875" fmla="*/ 2274641 h 2767298"/>
              <a:gd name="connsiteX3876" fmla="*/ 4221283 w 4752801"/>
              <a:gd name="connsiteY3876" fmla="*/ 2274641 h 2767298"/>
              <a:gd name="connsiteX3877" fmla="*/ 4218854 w 4752801"/>
              <a:gd name="connsiteY3877" fmla="*/ 2270593 h 2767298"/>
              <a:gd name="connsiteX3878" fmla="*/ 4180802 w 4752801"/>
              <a:gd name="connsiteY3878" fmla="*/ 2266545 h 2767298"/>
              <a:gd name="connsiteX3879" fmla="*/ 4184445 w 4752801"/>
              <a:gd name="connsiteY3879" fmla="*/ 2266545 h 2767298"/>
              <a:gd name="connsiteX3880" fmla="*/ 4185659 w 4752801"/>
              <a:gd name="connsiteY3880" fmla="*/ 2267355 h 2767298"/>
              <a:gd name="connsiteX3881" fmla="*/ 4187278 w 4752801"/>
              <a:gd name="connsiteY3881" fmla="*/ 2270188 h 2767298"/>
              <a:gd name="connsiteX3882" fmla="*/ 4187278 w 4752801"/>
              <a:gd name="connsiteY3882" fmla="*/ 2271403 h 2767298"/>
              <a:gd name="connsiteX3883" fmla="*/ 4185659 w 4752801"/>
              <a:gd name="connsiteY3883" fmla="*/ 2274237 h 2767298"/>
              <a:gd name="connsiteX3884" fmla="*/ 4184445 w 4752801"/>
              <a:gd name="connsiteY3884" fmla="*/ 2275046 h 2767298"/>
              <a:gd name="connsiteX3885" fmla="*/ 4180802 w 4752801"/>
              <a:gd name="connsiteY3885" fmla="*/ 2275046 h 2767298"/>
              <a:gd name="connsiteX3886" fmla="*/ 4179587 w 4752801"/>
              <a:gd name="connsiteY3886" fmla="*/ 2274237 h 2767298"/>
              <a:gd name="connsiteX3887" fmla="*/ 4177968 w 4752801"/>
              <a:gd name="connsiteY3887" fmla="*/ 2271403 h 2767298"/>
              <a:gd name="connsiteX3888" fmla="*/ 4177968 w 4752801"/>
              <a:gd name="connsiteY3888" fmla="*/ 2270188 h 2767298"/>
              <a:gd name="connsiteX3889" fmla="*/ 4179587 w 4752801"/>
              <a:gd name="connsiteY3889" fmla="*/ 2267355 h 2767298"/>
              <a:gd name="connsiteX3890" fmla="*/ 4180802 w 4752801"/>
              <a:gd name="connsiteY3890" fmla="*/ 2266545 h 2767298"/>
              <a:gd name="connsiteX3891" fmla="*/ 3977990 w 4752801"/>
              <a:gd name="connsiteY3891" fmla="*/ 2266545 h 2767298"/>
              <a:gd name="connsiteX3892" fmla="*/ 3982848 w 4752801"/>
              <a:gd name="connsiteY3892" fmla="*/ 2266545 h 2767298"/>
              <a:gd name="connsiteX3893" fmla="*/ 3985277 w 4752801"/>
              <a:gd name="connsiteY3893" fmla="*/ 2270593 h 2767298"/>
              <a:gd name="connsiteX3894" fmla="*/ 3982848 w 4752801"/>
              <a:gd name="connsiteY3894" fmla="*/ 2274641 h 2767298"/>
              <a:gd name="connsiteX3895" fmla="*/ 3977990 w 4752801"/>
              <a:gd name="connsiteY3895" fmla="*/ 2274641 h 2767298"/>
              <a:gd name="connsiteX3896" fmla="*/ 3975561 w 4752801"/>
              <a:gd name="connsiteY3896" fmla="*/ 2270593 h 2767298"/>
              <a:gd name="connsiteX3897" fmla="*/ 3937913 w 4752801"/>
              <a:gd name="connsiteY3897" fmla="*/ 2266545 h 2767298"/>
              <a:gd name="connsiteX3898" fmla="*/ 3941557 w 4752801"/>
              <a:gd name="connsiteY3898" fmla="*/ 2266545 h 2767298"/>
              <a:gd name="connsiteX3899" fmla="*/ 3942771 w 4752801"/>
              <a:gd name="connsiteY3899" fmla="*/ 2266950 h 2767298"/>
              <a:gd name="connsiteX3900" fmla="*/ 3944795 w 4752801"/>
              <a:gd name="connsiteY3900" fmla="*/ 2270188 h 2767298"/>
              <a:gd name="connsiteX3901" fmla="*/ 3944795 w 4752801"/>
              <a:gd name="connsiteY3901" fmla="*/ 2271403 h 2767298"/>
              <a:gd name="connsiteX3902" fmla="*/ 3942771 w 4752801"/>
              <a:gd name="connsiteY3902" fmla="*/ 2274641 h 2767298"/>
              <a:gd name="connsiteX3903" fmla="*/ 3941557 w 4752801"/>
              <a:gd name="connsiteY3903" fmla="*/ 2275451 h 2767298"/>
              <a:gd name="connsiteX3904" fmla="*/ 3937913 w 4752801"/>
              <a:gd name="connsiteY3904" fmla="*/ 2275451 h 2767298"/>
              <a:gd name="connsiteX3905" fmla="*/ 3936699 w 4752801"/>
              <a:gd name="connsiteY3905" fmla="*/ 2274641 h 2767298"/>
              <a:gd name="connsiteX3906" fmla="*/ 3934675 w 4752801"/>
              <a:gd name="connsiteY3906" fmla="*/ 2271403 h 2767298"/>
              <a:gd name="connsiteX3907" fmla="*/ 3934675 w 4752801"/>
              <a:gd name="connsiteY3907" fmla="*/ 2270188 h 2767298"/>
              <a:gd name="connsiteX3908" fmla="*/ 3936699 w 4752801"/>
              <a:gd name="connsiteY3908" fmla="*/ 2266950 h 2767298"/>
              <a:gd name="connsiteX3909" fmla="*/ 3937913 w 4752801"/>
              <a:gd name="connsiteY3909" fmla="*/ 2266545 h 2767298"/>
              <a:gd name="connsiteX3910" fmla="*/ 3856546 w 4752801"/>
              <a:gd name="connsiteY3910" fmla="*/ 2266545 h 2767298"/>
              <a:gd name="connsiteX3911" fmla="*/ 3860594 w 4752801"/>
              <a:gd name="connsiteY3911" fmla="*/ 2266545 h 2767298"/>
              <a:gd name="connsiteX3912" fmla="*/ 3861808 w 4752801"/>
              <a:gd name="connsiteY3912" fmla="*/ 2266950 h 2767298"/>
              <a:gd name="connsiteX3913" fmla="*/ 3863833 w 4752801"/>
              <a:gd name="connsiteY3913" fmla="*/ 2270188 h 2767298"/>
              <a:gd name="connsiteX3914" fmla="*/ 3863833 w 4752801"/>
              <a:gd name="connsiteY3914" fmla="*/ 2271403 h 2767298"/>
              <a:gd name="connsiteX3915" fmla="*/ 3861808 w 4752801"/>
              <a:gd name="connsiteY3915" fmla="*/ 2274641 h 2767298"/>
              <a:gd name="connsiteX3916" fmla="*/ 3860594 w 4752801"/>
              <a:gd name="connsiteY3916" fmla="*/ 2275451 h 2767298"/>
              <a:gd name="connsiteX3917" fmla="*/ 3856546 w 4752801"/>
              <a:gd name="connsiteY3917" fmla="*/ 2275451 h 2767298"/>
              <a:gd name="connsiteX3918" fmla="*/ 3855332 w 4752801"/>
              <a:gd name="connsiteY3918" fmla="*/ 2274641 h 2767298"/>
              <a:gd name="connsiteX3919" fmla="*/ 3853308 w 4752801"/>
              <a:gd name="connsiteY3919" fmla="*/ 2271403 h 2767298"/>
              <a:gd name="connsiteX3920" fmla="*/ 3853308 w 4752801"/>
              <a:gd name="connsiteY3920" fmla="*/ 2270188 h 2767298"/>
              <a:gd name="connsiteX3921" fmla="*/ 3855332 w 4752801"/>
              <a:gd name="connsiteY3921" fmla="*/ 2266950 h 2767298"/>
              <a:gd name="connsiteX3922" fmla="*/ 3856546 w 4752801"/>
              <a:gd name="connsiteY3922" fmla="*/ 2266545 h 2767298"/>
              <a:gd name="connsiteX3923" fmla="*/ 4545132 w 4752801"/>
              <a:gd name="connsiteY3923" fmla="*/ 2266140 h 2767298"/>
              <a:gd name="connsiteX3924" fmla="*/ 4548776 w 4752801"/>
              <a:gd name="connsiteY3924" fmla="*/ 2266140 h 2767298"/>
              <a:gd name="connsiteX3925" fmla="*/ 4549990 w 4752801"/>
              <a:gd name="connsiteY3925" fmla="*/ 2266545 h 2767298"/>
              <a:gd name="connsiteX3926" fmla="*/ 4552014 w 4752801"/>
              <a:gd name="connsiteY3926" fmla="*/ 2269783 h 2767298"/>
              <a:gd name="connsiteX3927" fmla="*/ 4552014 w 4752801"/>
              <a:gd name="connsiteY3927" fmla="*/ 2270998 h 2767298"/>
              <a:gd name="connsiteX3928" fmla="*/ 4549990 w 4752801"/>
              <a:gd name="connsiteY3928" fmla="*/ 2274236 h 2767298"/>
              <a:gd name="connsiteX3929" fmla="*/ 4548776 w 4752801"/>
              <a:gd name="connsiteY3929" fmla="*/ 2274641 h 2767298"/>
              <a:gd name="connsiteX3930" fmla="*/ 4545132 w 4752801"/>
              <a:gd name="connsiteY3930" fmla="*/ 2274641 h 2767298"/>
              <a:gd name="connsiteX3931" fmla="*/ 4543918 w 4752801"/>
              <a:gd name="connsiteY3931" fmla="*/ 2274236 h 2767298"/>
              <a:gd name="connsiteX3932" fmla="*/ 4541894 w 4752801"/>
              <a:gd name="connsiteY3932" fmla="*/ 2270998 h 2767298"/>
              <a:gd name="connsiteX3933" fmla="*/ 4541894 w 4752801"/>
              <a:gd name="connsiteY3933" fmla="*/ 2269783 h 2767298"/>
              <a:gd name="connsiteX3934" fmla="*/ 4543918 w 4752801"/>
              <a:gd name="connsiteY3934" fmla="*/ 2266545 h 2767298"/>
              <a:gd name="connsiteX3935" fmla="*/ 4545132 w 4752801"/>
              <a:gd name="connsiteY3935" fmla="*/ 2266140 h 2767298"/>
              <a:gd name="connsiteX3936" fmla="*/ 3897432 w 4752801"/>
              <a:gd name="connsiteY3936" fmla="*/ 2266140 h 2767298"/>
              <a:gd name="connsiteX3937" fmla="*/ 3901480 w 4752801"/>
              <a:gd name="connsiteY3937" fmla="*/ 2266140 h 2767298"/>
              <a:gd name="connsiteX3938" fmla="*/ 3902694 w 4752801"/>
              <a:gd name="connsiteY3938" fmla="*/ 2266950 h 2767298"/>
              <a:gd name="connsiteX3939" fmla="*/ 3904719 w 4752801"/>
              <a:gd name="connsiteY3939" fmla="*/ 2270188 h 2767298"/>
              <a:gd name="connsiteX3940" fmla="*/ 3904719 w 4752801"/>
              <a:gd name="connsiteY3940" fmla="*/ 2271403 h 2767298"/>
              <a:gd name="connsiteX3941" fmla="*/ 3902694 w 4752801"/>
              <a:gd name="connsiteY3941" fmla="*/ 2274641 h 2767298"/>
              <a:gd name="connsiteX3942" fmla="*/ 3901480 w 4752801"/>
              <a:gd name="connsiteY3942" fmla="*/ 2275451 h 2767298"/>
              <a:gd name="connsiteX3943" fmla="*/ 3897432 w 4752801"/>
              <a:gd name="connsiteY3943" fmla="*/ 2275451 h 2767298"/>
              <a:gd name="connsiteX3944" fmla="*/ 3896218 w 4752801"/>
              <a:gd name="connsiteY3944" fmla="*/ 2274641 h 2767298"/>
              <a:gd name="connsiteX3945" fmla="*/ 3894194 w 4752801"/>
              <a:gd name="connsiteY3945" fmla="*/ 2271403 h 2767298"/>
              <a:gd name="connsiteX3946" fmla="*/ 3894194 w 4752801"/>
              <a:gd name="connsiteY3946" fmla="*/ 2270188 h 2767298"/>
              <a:gd name="connsiteX3947" fmla="*/ 3896218 w 4752801"/>
              <a:gd name="connsiteY3947" fmla="*/ 2266950 h 2767298"/>
              <a:gd name="connsiteX3948" fmla="*/ 3897432 w 4752801"/>
              <a:gd name="connsiteY3948" fmla="*/ 2266140 h 2767298"/>
              <a:gd name="connsiteX3949" fmla="*/ 3816470 w 4752801"/>
              <a:gd name="connsiteY3949" fmla="*/ 2266140 h 2767298"/>
              <a:gd name="connsiteX3950" fmla="*/ 3820114 w 4752801"/>
              <a:gd name="connsiteY3950" fmla="*/ 2266140 h 2767298"/>
              <a:gd name="connsiteX3951" fmla="*/ 3821328 w 4752801"/>
              <a:gd name="connsiteY3951" fmla="*/ 2266545 h 2767298"/>
              <a:gd name="connsiteX3952" fmla="*/ 3823352 w 4752801"/>
              <a:gd name="connsiteY3952" fmla="*/ 2269783 h 2767298"/>
              <a:gd name="connsiteX3953" fmla="*/ 3823352 w 4752801"/>
              <a:gd name="connsiteY3953" fmla="*/ 2270998 h 2767298"/>
              <a:gd name="connsiteX3954" fmla="*/ 3821328 w 4752801"/>
              <a:gd name="connsiteY3954" fmla="*/ 2274236 h 2767298"/>
              <a:gd name="connsiteX3955" fmla="*/ 3820114 w 4752801"/>
              <a:gd name="connsiteY3955" fmla="*/ 2274641 h 2767298"/>
              <a:gd name="connsiteX3956" fmla="*/ 3816470 w 4752801"/>
              <a:gd name="connsiteY3956" fmla="*/ 2274641 h 2767298"/>
              <a:gd name="connsiteX3957" fmla="*/ 3815256 w 4752801"/>
              <a:gd name="connsiteY3957" fmla="*/ 2274236 h 2767298"/>
              <a:gd name="connsiteX3958" fmla="*/ 3813232 w 4752801"/>
              <a:gd name="connsiteY3958" fmla="*/ 2270998 h 2767298"/>
              <a:gd name="connsiteX3959" fmla="*/ 3813232 w 4752801"/>
              <a:gd name="connsiteY3959" fmla="*/ 2269783 h 2767298"/>
              <a:gd name="connsiteX3960" fmla="*/ 3815256 w 4752801"/>
              <a:gd name="connsiteY3960" fmla="*/ 2266545 h 2767298"/>
              <a:gd name="connsiteX3961" fmla="*/ 3816470 w 4752801"/>
              <a:gd name="connsiteY3961" fmla="*/ 2266140 h 2767298"/>
              <a:gd name="connsiteX3962" fmla="*/ 4504652 w 4752801"/>
              <a:gd name="connsiteY3962" fmla="*/ 2265736 h 2767298"/>
              <a:gd name="connsiteX3963" fmla="*/ 4508295 w 4752801"/>
              <a:gd name="connsiteY3963" fmla="*/ 2265736 h 2767298"/>
              <a:gd name="connsiteX3964" fmla="*/ 4509509 w 4752801"/>
              <a:gd name="connsiteY3964" fmla="*/ 2266545 h 2767298"/>
              <a:gd name="connsiteX3965" fmla="*/ 4511128 w 4752801"/>
              <a:gd name="connsiteY3965" fmla="*/ 2269784 h 2767298"/>
              <a:gd name="connsiteX3966" fmla="*/ 4511128 w 4752801"/>
              <a:gd name="connsiteY3966" fmla="*/ 2270999 h 2767298"/>
              <a:gd name="connsiteX3967" fmla="*/ 4509509 w 4752801"/>
              <a:gd name="connsiteY3967" fmla="*/ 2274237 h 2767298"/>
              <a:gd name="connsiteX3968" fmla="*/ 4508295 w 4752801"/>
              <a:gd name="connsiteY3968" fmla="*/ 2275047 h 2767298"/>
              <a:gd name="connsiteX3969" fmla="*/ 4504652 w 4752801"/>
              <a:gd name="connsiteY3969" fmla="*/ 2275047 h 2767298"/>
              <a:gd name="connsiteX3970" fmla="*/ 4503437 w 4752801"/>
              <a:gd name="connsiteY3970" fmla="*/ 2274237 h 2767298"/>
              <a:gd name="connsiteX3971" fmla="*/ 4501818 w 4752801"/>
              <a:gd name="connsiteY3971" fmla="*/ 2270999 h 2767298"/>
              <a:gd name="connsiteX3972" fmla="*/ 4501818 w 4752801"/>
              <a:gd name="connsiteY3972" fmla="*/ 2269784 h 2767298"/>
              <a:gd name="connsiteX3973" fmla="*/ 4503437 w 4752801"/>
              <a:gd name="connsiteY3973" fmla="*/ 2266545 h 2767298"/>
              <a:gd name="connsiteX3974" fmla="*/ 4504652 w 4752801"/>
              <a:gd name="connsiteY3974" fmla="*/ 2265736 h 2767298"/>
              <a:gd name="connsiteX3975" fmla="*/ 4464170 w 4752801"/>
              <a:gd name="connsiteY3975" fmla="*/ 2265736 h 2767298"/>
              <a:gd name="connsiteX3976" fmla="*/ 4467813 w 4752801"/>
              <a:gd name="connsiteY3976" fmla="*/ 2265736 h 2767298"/>
              <a:gd name="connsiteX3977" fmla="*/ 4469027 w 4752801"/>
              <a:gd name="connsiteY3977" fmla="*/ 2266545 h 2767298"/>
              <a:gd name="connsiteX3978" fmla="*/ 4470646 w 4752801"/>
              <a:gd name="connsiteY3978" fmla="*/ 2269784 h 2767298"/>
              <a:gd name="connsiteX3979" fmla="*/ 4470646 w 4752801"/>
              <a:gd name="connsiteY3979" fmla="*/ 2270999 h 2767298"/>
              <a:gd name="connsiteX3980" fmla="*/ 4469027 w 4752801"/>
              <a:gd name="connsiteY3980" fmla="*/ 2274237 h 2767298"/>
              <a:gd name="connsiteX3981" fmla="*/ 4467813 w 4752801"/>
              <a:gd name="connsiteY3981" fmla="*/ 2275047 h 2767298"/>
              <a:gd name="connsiteX3982" fmla="*/ 4464170 w 4752801"/>
              <a:gd name="connsiteY3982" fmla="*/ 2275047 h 2767298"/>
              <a:gd name="connsiteX3983" fmla="*/ 4462955 w 4752801"/>
              <a:gd name="connsiteY3983" fmla="*/ 2274237 h 2767298"/>
              <a:gd name="connsiteX3984" fmla="*/ 4461336 w 4752801"/>
              <a:gd name="connsiteY3984" fmla="*/ 2270999 h 2767298"/>
              <a:gd name="connsiteX3985" fmla="*/ 4461336 w 4752801"/>
              <a:gd name="connsiteY3985" fmla="*/ 2269784 h 2767298"/>
              <a:gd name="connsiteX3986" fmla="*/ 4462955 w 4752801"/>
              <a:gd name="connsiteY3986" fmla="*/ 2266545 h 2767298"/>
              <a:gd name="connsiteX3987" fmla="*/ 4464170 w 4752801"/>
              <a:gd name="connsiteY3987" fmla="*/ 2265736 h 2767298"/>
              <a:gd name="connsiteX3988" fmla="*/ 3775584 w 4752801"/>
              <a:gd name="connsiteY3988" fmla="*/ 2265736 h 2767298"/>
              <a:gd name="connsiteX3989" fmla="*/ 3780037 w 4752801"/>
              <a:gd name="connsiteY3989" fmla="*/ 2265736 h 2767298"/>
              <a:gd name="connsiteX3990" fmla="*/ 3781251 w 4752801"/>
              <a:gd name="connsiteY3990" fmla="*/ 2266545 h 2767298"/>
              <a:gd name="connsiteX3991" fmla="*/ 3783275 w 4752801"/>
              <a:gd name="connsiteY3991" fmla="*/ 2270189 h 2767298"/>
              <a:gd name="connsiteX3992" fmla="*/ 3783275 w 4752801"/>
              <a:gd name="connsiteY3992" fmla="*/ 2271403 h 2767298"/>
              <a:gd name="connsiteX3993" fmla="*/ 3781251 w 4752801"/>
              <a:gd name="connsiteY3993" fmla="*/ 2275047 h 2767298"/>
              <a:gd name="connsiteX3994" fmla="*/ 3780037 w 4752801"/>
              <a:gd name="connsiteY3994" fmla="*/ 2275856 h 2767298"/>
              <a:gd name="connsiteX3995" fmla="*/ 3775584 w 4752801"/>
              <a:gd name="connsiteY3995" fmla="*/ 2275856 h 2767298"/>
              <a:gd name="connsiteX3996" fmla="*/ 3774370 w 4752801"/>
              <a:gd name="connsiteY3996" fmla="*/ 2275047 h 2767298"/>
              <a:gd name="connsiteX3997" fmla="*/ 3772346 w 4752801"/>
              <a:gd name="connsiteY3997" fmla="*/ 2271403 h 2767298"/>
              <a:gd name="connsiteX3998" fmla="*/ 3772346 w 4752801"/>
              <a:gd name="connsiteY3998" fmla="*/ 2270189 h 2767298"/>
              <a:gd name="connsiteX3999" fmla="*/ 3774370 w 4752801"/>
              <a:gd name="connsiteY3999" fmla="*/ 2266545 h 2767298"/>
              <a:gd name="connsiteX4000" fmla="*/ 3775584 w 4752801"/>
              <a:gd name="connsiteY4000" fmla="*/ 2265736 h 2767298"/>
              <a:gd name="connsiteX4001" fmla="*/ 3735103 w 4752801"/>
              <a:gd name="connsiteY4001" fmla="*/ 2265736 h 2767298"/>
              <a:gd name="connsiteX4002" fmla="*/ 3739960 w 4752801"/>
              <a:gd name="connsiteY4002" fmla="*/ 2265736 h 2767298"/>
              <a:gd name="connsiteX4003" fmla="*/ 3741175 w 4752801"/>
              <a:gd name="connsiteY4003" fmla="*/ 2266141 h 2767298"/>
              <a:gd name="connsiteX4004" fmla="*/ 3743604 w 4752801"/>
              <a:gd name="connsiteY4004" fmla="*/ 2270189 h 2767298"/>
              <a:gd name="connsiteX4005" fmla="*/ 3743604 w 4752801"/>
              <a:gd name="connsiteY4005" fmla="*/ 2271403 h 2767298"/>
              <a:gd name="connsiteX4006" fmla="*/ 3741175 w 4752801"/>
              <a:gd name="connsiteY4006" fmla="*/ 2275451 h 2767298"/>
              <a:gd name="connsiteX4007" fmla="*/ 3739960 w 4752801"/>
              <a:gd name="connsiteY4007" fmla="*/ 2276261 h 2767298"/>
              <a:gd name="connsiteX4008" fmla="*/ 3735103 w 4752801"/>
              <a:gd name="connsiteY4008" fmla="*/ 2276261 h 2767298"/>
              <a:gd name="connsiteX4009" fmla="*/ 3733888 w 4752801"/>
              <a:gd name="connsiteY4009" fmla="*/ 2275451 h 2767298"/>
              <a:gd name="connsiteX4010" fmla="*/ 3731460 w 4752801"/>
              <a:gd name="connsiteY4010" fmla="*/ 2271403 h 2767298"/>
              <a:gd name="connsiteX4011" fmla="*/ 3731460 w 4752801"/>
              <a:gd name="connsiteY4011" fmla="*/ 2270189 h 2767298"/>
              <a:gd name="connsiteX4012" fmla="*/ 3733888 w 4752801"/>
              <a:gd name="connsiteY4012" fmla="*/ 2266141 h 2767298"/>
              <a:gd name="connsiteX4013" fmla="*/ 3735103 w 4752801"/>
              <a:gd name="connsiteY4013" fmla="*/ 2265736 h 2767298"/>
              <a:gd name="connsiteX4014" fmla="*/ 3694216 w 4752801"/>
              <a:gd name="connsiteY4014" fmla="*/ 2265331 h 2767298"/>
              <a:gd name="connsiteX4015" fmla="*/ 3699074 w 4752801"/>
              <a:gd name="connsiteY4015" fmla="*/ 2265331 h 2767298"/>
              <a:gd name="connsiteX4016" fmla="*/ 3700288 w 4752801"/>
              <a:gd name="connsiteY4016" fmla="*/ 2266141 h 2767298"/>
              <a:gd name="connsiteX4017" fmla="*/ 3702717 w 4752801"/>
              <a:gd name="connsiteY4017" fmla="*/ 2270189 h 2767298"/>
              <a:gd name="connsiteX4018" fmla="*/ 3702717 w 4752801"/>
              <a:gd name="connsiteY4018" fmla="*/ 2271403 h 2767298"/>
              <a:gd name="connsiteX4019" fmla="*/ 3700288 w 4752801"/>
              <a:gd name="connsiteY4019" fmla="*/ 2275451 h 2767298"/>
              <a:gd name="connsiteX4020" fmla="*/ 3699074 w 4752801"/>
              <a:gd name="connsiteY4020" fmla="*/ 2275856 h 2767298"/>
              <a:gd name="connsiteX4021" fmla="*/ 3694216 w 4752801"/>
              <a:gd name="connsiteY4021" fmla="*/ 2275856 h 2767298"/>
              <a:gd name="connsiteX4022" fmla="*/ 3693002 w 4752801"/>
              <a:gd name="connsiteY4022" fmla="*/ 2275451 h 2767298"/>
              <a:gd name="connsiteX4023" fmla="*/ 3690573 w 4752801"/>
              <a:gd name="connsiteY4023" fmla="*/ 2271403 h 2767298"/>
              <a:gd name="connsiteX4024" fmla="*/ 3690573 w 4752801"/>
              <a:gd name="connsiteY4024" fmla="*/ 2270189 h 2767298"/>
              <a:gd name="connsiteX4025" fmla="*/ 3693002 w 4752801"/>
              <a:gd name="connsiteY4025" fmla="*/ 2266141 h 2767298"/>
              <a:gd name="connsiteX4026" fmla="*/ 3694216 w 4752801"/>
              <a:gd name="connsiteY4026" fmla="*/ 2265331 h 2767298"/>
              <a:gd name="connsiteX4027" fmla="*/ 3653735 w 4752801"/>
              <a:gd name="connsiteY4027" fmla="*/ 2264116 h 2767298"/>
              <a:gd name="connsiteX4028" fmla="*/ 3658997 w 4752801"/>
              <a:gd name="connsiteY4028" fmla="*/ 2264116 h 2767298"/>
              <a:gd name="connsiteX4029" fmla="*/ 3660212 w 4752801"/>
              <a:gd name="connsiteY4029" fmla="*/ 2264926 h 2767298"/>
              <a:gd name="connsiteX4030" fmla="*/ 3663046 w 4752801"/>
              <a:gd name="connsiteY4030" fmla="*/ 2269783 h 2767298"/>
              <a:gd name="connsiteX4031" fmla="*/ 3663046 w 4752801"/>
              <a:gd name="connsiteY4031" fmla="*/ 2270998 h 2767298"/>
              <a:gd name="connsiteX4032" fmla="*/ 3660212 w 4752801"/>
              <a:gd name="connsiteY4032" fmla="*/ 2275856 h 2767298"/>
              <a:gd name="connsiteX4033" fmla="*/ 3658997 w 4752801"/>
              <a:gd name="connsiteY4033" fmla="*/ 2276665 h 2767298"/>
              <a:gd name="connsiteX4034" fmla="*/ 3653735 w 4752801"/>
              <a:gd name="connsiteY4034" fmla="*/ 2276665 h 2767298"/>
              <a:gd name="connsiteX4035" fmla="*/ 3652521 w 4752801"/>
              <a:gd name="connsiteY4035" fmla="*/ 2275856 h 2767298"/>
              <a:gd name="connsiteX4036" fmla="*/ 3649687 w 4752801"/>
              <a:gd name="connsiteY4036" fmla="*/ 2270998 h 2767298"/>
              <a:gd name="connsiteX4037" fmla="*/ 3649687 w 4752801"/>
              <a:gd name="connsiteY4037" fmla="*/ 2269783 h 2767298"/>
              <a:gd name="connsiteX4038" fmla="*/ 3652521 w 4752801"/>
              <a:gd name="connsiteY4038" fmla="*/ 2264926 h 2767298"/>
              <a:gd name="connsiteX4039" fmla="*/ 3653735 w 4752801"/>
              <a:gd name="connsiteY4039" fmla="*/ 2264116 h 2767298"/>
              <a:gd name="connsiteX4040" fmla="*/ 3612444 w 4752801"/>
              <a:gd name="connsiteY4040" fmla="*/ 2263307 h 2767298"/>
              <a:gd name="connsiteX4041" fmla="*/ 3618921 w 4752801"/>
              <a:gd name="connsiteY4041" fmla="*/ 2263307 h 2767298"/>
              <a:gd name="connsiteX4042" fmla="*/ 3620136 w 4752801"/>
              <a:gd name="connsiteY4042" fmla="*/ 2264117 h 2767298"/>
              <a:gd name="connsiteX4043" fmla="*/ 3623374 w 4752801"/>
              <a:gd name="connsiteY4043" fmla="*/ 2269784 h 2767298"/>
              <a:gd name="connsiteX4044" fmla="*/ 3623374 w 4752801"/>
              <a:gd name="connsiteY4044" fmla="*/ 2270999 h 2767298"/>
              <a:gd name="connsiteX4045" fmla="*/ 3620136 w 4752801"/>
              <a:gd name="connsiteY4045" fmla="*/ 2276666 h 2767298"/>
              <a:gd name="connsiteX4046" fmla="*/ 3618921 w 4752801"/>
              <a:gd name="connsiteY4046" fmla="*/ 2277475 h 2767298"/>
              <a:gd name="connsiteX4047" fmla="*/ 3612444 w 4752801"/>
              <a:gd name="connsiteY4047" fmla="*/ 2277475 h 2767298"/>
              <a:gd name="connsiteX4048" fmla="*/ 3611230 w 4752801"/>
              <a:gd name="connsiteY4048" fmla="*/ 2276666 h 2767298"/>
              <a:gd name="connsiteX4049" fmla="*/ 3607992 w 4752801"/>
              <a:gd name="connsiteY4049" fmla="*/ 2270999 h 2767298"/>
              <a:gd name="connsiteX4050" fmla="*/ 3607992 w 4752801"/>
              <a:gd name="connsiteY4050" fmla="*/ 2269784 h 2767298"/>
              <a:gd name="connsiteX4051" fmla="*/ 3611230 w 4752801"/>
              <a:gd name="connsiteY4051" fmla="*/ 2264117 h 2767298"/>
              <a:gd name="connsiteX4052" fmla="*/ 3612444 w 4752801"/>
              <a:gd name="connsiteY4052" fmla="*/ 2263307 h 2767298"/>
              <a:gd name="connsiteX4053" fmla="*/ 3571963 w 4752801"/>
              <a:gd name="connsiteY4053" fmla="*/ 2262902 h 2767298"/>
              <a:gd name="connsiteX4054" fmla="*/ 3578845 w 4752801"/>
              <a:gd name="connsiteY4054" fmla="*/ 2262902 h 2767298"/>
              <a:gd name="connsiteX4055" fmla="*/ 3580060 w 4752801"/>
              <a:gd name="connsiteY4055" fmla="*/ 2263712 h 2767298"/>
              <a:gd name="connsiteX4056" fmla="*/ 3583298 w 4752801"/>
              <a:gd name="connsiteY4056" fmla="*/ 2269784 h 2767298"/>
              <a:gd name="connsiteX4057" fmla="*/ 3583298 w 4752801"/>
              <a:gd name="connsiteY4057" fmla="*/ 2270998 h 2767298"/>
              <a:gd name="connsiteX4058" fmla="*/ 3580060 w 4752801"/>
              <a:gd name="connsiteY4058" fmla="*/ 2277070 h 2767298"/>
              <a:gd name="connsiteX4059" fmla="*/ 3578845 w 4752801"/>
              <a:gd name="connsiteY4059" fmla="*/ 2277880 h 2767298"/>
              <a:gd name="connsiteX4060" fmla="*/ 3571963 w 4752801"/>
              <a:gd name="connsiteY4060" fmla="*/ 2277880 h 2767298"/>
              <a:gd name="connsiteX4061" fmla="*/ 3570749 w 4752801"/>
              <a:gd name="connsiteY4061" fmla="*/ 2277070 h 2767298"/>
              <a:gd name="connsiteX4062" fmla="*/ 3567511 w 4752801"/>
              <a:gd name="connsiteY4062" fmla="*/ 2270998 h 2767298"/>
              <a:gd name="connsiteX4063" fmla="*/ 3567511 w 4752801"/>
              <a:gd name="connsiteY4063" fmla="*/ 2269784 h 2767298"/>
              <a:gd name="connsiteX4064" fmla="*/ 3570749 w 4752801"/>
              <a:gd name="connsiteY4064" fmla="*/ 2263712 h 2767298"/>
              <a:gd name="connsiteX4065" fmla="*/ 3571963 w 4752801"/>
              <a:gd name="connsiteY4065" fmla="*/ 2262902 h 2767298"/>
              <a:gd name="connsiteX4066" fmla="*/ 3531481 w 4752801"/>
              <a:gd name="connsiteY4066" fmla="*/ 2262902 h 2767298"/>
              <a:gd name="connsiteX4067" fmla="*/ 3538363 w 4752801"/>
              <a:gd name="connsiteY4067" fmla="*/ 2262902 h 2767298"/>
              <a:gd name="connsiteX4068" fmla="*/ 3539578 w 4752801"/>
              <a:gd name="connsiteY4068" fmla="*/ 2263712 h 2767298"/>
              <a:gd name="connsiteX4069" fmla="*/ 3543221 w 4752801"/>
              <a:gd name="connsiteY4069" fmla="*/ 2269784 h 2767298"/>
              <a:gd name="connsiteX4070" fmla="*/ 3543221 w 4752801"/>
              <a:gd name="connsiteY4070" fmla="*/ 2270998 h 2767298"/>
              <a:gd name="connsiteX4071" fmla="*/ 3539578 w 4752801"/>
              <a:gd name="connsiteY4071" fmla="*/ 2277070 h 2767298"/>
              <a:gd name="connsiteX4072" fmla="*/ 3538363 w 4752801"/>
              <a:gd name="connsiteY4072" fmla="*/ 2277880 h 2767298"/>
              <a:gd name="connsiteX4073" fmla="*/ 3531481 w 4752801"/>
              <a:gd name="connsiteY4073" fmla="*/ 2277880 h 2767298"/>
              <a:gd name="connsiteX4074" fmla="*/ 3530267 w 4752801"/>
              <a:gd name="connsiteY4074" fmla="*/ 2277070 h 2767298"/>
              <a:gd name="connsiteX4075" fmla="*/ 3526624 w 4752801"/>
              <a:gd name="connsiteY4075" fmla="*/ 2270998 h 2767298"/>
              <a:gd name="connsiteX4076" fmla="*/ 3526624 w 4752801"/>
              <a:gd name="connsiteY4076" fmla="*/ 2269784 h 2767298"/>
              <a:gd name="connsiteX4077" fmla="*/ 3530267 w 4752801"/>
              <a:gd name="connsiteY4077" fmla="*/ 2263712 h 2767298"/>
              <a:gd name="connsiteX4078" fmla="*/ 3531481 w 4752801"/>
              <a:gd name="connsiteY4078" fmla="*/ 2262902 h 2767298"/>
              <a:gd name="connsiteX4079" fmla="*/ 3490595 w 4752801"/>
              <a:gd name="connsiteY4079" fmla="*/ 2262902 h 2767298"/>
              <a:gd name="connsiteX4080" fmla="*/ 3498692 w 4752801"/>
              <a:gd name="connsiteY4080" fmla="*/ 2262902 h 2767298"/>
              <a:gd name="connsiteX4081" fmla="*/ 3499906 w 4752801"/>
              <a:gd name="connsiteY4081" fmla="*/ 2263307 h 2767298"/>
              <a:gd name="connsiteX4082" fmla="*/ 3503954 w 4752801"/>
              <a:gd name="connsiteY4082" fmla="*/ 2270189 h 2767298"/>
              <a:gd name="connsiteX4083" fmla="*/ 3503954 w 4752801"/>
              <a:gd name="connsiteY4083" fmla="*/ 2271403 h 2767298"/>
              <a:gd name="connsiteX4084" fmla="*/ 3499906 w 4752801"/>
              <a:gd name="connsiteY4084" fmla="*/ 2278285 h 2767298"/>
              <a:gd name="connsiteX4085" fmla="*/ 3498692 w 4752801"/>
              <a:gd name="connsiteY4085" fmla="*/ 2279095 h 2767298"/>
              <a:gd name="connsiteX4086" fmla="*/ 3490595 w 4752801"/>
              <a:gd name="connsiteY4086" fmla="*/ 2279095 h 2767298"/>
              <a:gd name="connsiteX4087" fmla="*/ 3489381 w 4752801"/>
              <a:gd name="connsiteY4087" fmla="*/ 2278285 h 2767298"/>
              <a:gd name="connsiteX4088" fmla="*/ 3485333 w 4752801"/>
              <a:gd name="connsiteY4088" fmla="*/ 2271403 h 2767298"/>
              <a:gd name="connsiteX4089" fmla="*/ 3485333 w 4752801"/>
              <a:gd name="connsiteY4089" fmla="*/ 2270189 h 2767298"/>
              <a:gd name="connsiteX4090" fmla="*/ 3489381 w 4752801"/>
              <a:gd name="connsiteY4090" fmla="*/ 2263307 h 2767298"/>
              <a:gd name="connsiteX4091" fmla="*/ 3490595 w 4752801"/>
              <a:gd name="connsiteY4091" fmla="*/ 2262902 h 2767298"/>
              <a:gd name="connsiteX4092" fmla="*/ 3367937 w 4752801"/>
              <a:gd name="connsiteY4092" fmla="*/ 2260473 h 2767298"/>
              <a:gd name="connsiteX4093" fmla="*/ 3378462 w 4752801"/>
              <a:gd name="connsiteY4093" fmla="*/ 2260473 h 2767298"/>
              <a:gd name="connsiteX4094" fmla="*/ 3379677 w 4752801"/>
              <a:gd name="connsiteY4094" fmla="*/ 2261283 h 2767298"/>
              <a:gd name="connsiteX4095" fmla="*/ 3384940 w 4752801"/>
              <a:gd name="connsiteY4095" fmla="*/ 2270189 h 2767298"/>
              <a:gd name="connsiteX4096" fmla="*/ 3384940 w 4752801"/>
              <a:gd name="connsiteY4096" fmla="*/ 2271403 h 2767298"/>
              <a:gd name="connsiteX4097" fmla="*/ 3379677 w 4752801"/>
              <a:gd name="connsiteY4097" fmla="*/ 2280309 h 2767298"/>
              <a:gd name="connsiteX4098" fmla="*/ 3378462 w 4752801"/>
              <a:gd name="connsiteY4098" fmla="*/ 2280714 h 2767298"/>
              <a:gd name="connsiteX4099" fmla="*/ 3367937 w 4752801"/>
              <a:gd name="connsiteY4099" fmla="*/ 2280714 h 2767298"/>
              <a:gd name="connsiteX4100" fmla="*/ 3366723 w 4752801"/>
              <a:gd name="connsiteY4100" fmla="*/ 2280309 h 2767298"/>
              <a:gd name="connsiteX4101" fmla="*/ 3361461 w 4752801"/>
              <a:gd name="connsiteY4101" fmla="*/ 2271403 h 2767298"/>
              <a:gd name="connsiteX4102" fmla="*/ 3361461 w 4752801"/>
              <a:gd name="connsiteY4102" fmla="*/ 2270189 h 2767298"/>
              <a:gd name="connsiteX4103" fmla="*/ 3366723 w 4752801"/>
              <a:gd name="connsiteY4103" fmla="*/ 2261283 h 2767298"/>
              <a:gd name="connsiteX4104" fmla="*/ 3367937 w 4752801"/>
              <a:gd name="connsiteY4104" fmla="*/ 2260473 h 2767298"/>
              <a:gd name="connsiteX4105" fmla="*/ 3448900 w 4752801"/>
              <a:gd name="connsiteY4105" fmla="*/ 2260068 h 2767298"/>
              <a:gd name="connsiteX4106" fmla="*/ 3459020 w 4752801"/>
              <a:gd name="connsiteY4106" fmla="*/ 2260068 h 2767298"/>
              <a:gd name="connsiteX4107" fmla="*/ 3460235 w 4752801"/>
              <a:gd name="connsiteY4107" fmla="*/ 2260878 h 2767298"/>
              <a:gd name="connsiteX4108" fmla="*/ 3465092 w 4752801"/>
              <a:gd name="connsiteY4108" fmla="*/ 2269784 h 2767298"/>
              <a:gd name="connsiteX4109" fmla="*/ 3465092 w 4752801"/>
              <a:gd name="connsiteY4109" fmla="*/ 2270998 h 2767298"/>
              <a:gd name="connsiteX4110" fmla="*/ 3460235 w 4752801"/>
              <a:gd name="connsiteY4110" fmla="*/ 2279904 h 2767298"/>
              <a:gd name="connsiteX4111" fmla="*/ 3459020 w 4752801"/>
              <a:gd name="connsiteY4111" fmla="*/ 2280713 h 2767298"/>
              <a:gd name="connsiteX4112" fmla="*/ 3448900 w 4752801"/>
              <a:gd name="connsiteY4112" fmla="*/ 2280713 h 2767298"/>
              <a:gd name="connsiteX4113" fmla="*/ 3447686 w 4752801"/>
              <a:gd name="connsiteY4113" fmla="*/ 2279904 h 2767298"/>
              <a:gd name="connsiteX4114" fmla="*/ 3442828 w 4752801"/>
              <a:gd name="connsiteY4114" fmla="*/ 2270998 h 2767298"/>
              <a:gd name="connsiteX4115" fmla="*/ 3442828 w 4752801"/>
              <a:gd name="connsiteY4115" fmla="*/ 2269784 h 2767298"/>
              <a:gd name="connsiteX4116" fmla="*/ 3447686 w 4752801"/>
              <a:gd name="connsiteY4116" fmla="*/ 2260878 h 2767298"/>
              <a:gd name="connsiteX4117" fmla="*/ 3448900 w 4752801"/>
              <a:gd name="connsiteY4117" fmla="*/ 2260068 h 2767298"/>
              <a:gd name="connsiteX4118" fmla="*/ 3408418 w 4752801"/>
              <a:gd name="connsiteY4118" fmla="*/ 2260068 h 2767298"/>
              <a:gd name="connsiteX4119" fmla="*/ 3418539 w 4752801"/>
              <a:gd name="connsiteY4119" fmla="*/ 2260068 h 2767298"/>
              <a:gd name="connsiteX4120" fmla="*/ 3419753 w 4752801"/>
              <a:gd name="connsiteY4120" fmla="*/ 2260878 h 2767298"/>
              <a:gd name="connsiteX4121" fmla="*/ 3425016 w 4752801"/>
              <a:gd name="connsiteY4121" fmla="*/ 2269784 h 2767298"/>
              <a:gd name="connsiteX4122" fmla="*/ 3425016 w 4752801"/>
              <a:gd name="connsiteY4122" fmla="*/ 2270998 h 2767298"/>
              <a:gd name="connsiteX4123" fmla="*/ 3419753 w 4752801"/>
              <a:gd name="connsiteY4123" fmla="*/ 2279904 h 2767298"/>
              <a:gd name="connsiteX4124" fmla="*/ 3418539 w 4752801"/>
              <a:gd name="connsiteY4124" fmla="*/ 2280713 h 2767298"/>
              <a:gd name="connsiteX4125" fmla="*/ 3408418 w 4752801"/>
              <a:gd name="connsiteY4125" fmla="*/ 2280713 h 2767298"/>
              <a:gd name="connsiteX4126" fmla="*/ 3407204 w 4752801"/>
              <a:gd name="connsiteY4126" fmla="*/ 2279904 h 2767298"/>
              <a:gd name="connsiteX4127" fmla="*/ 3401942 w 4752801"/>
              <a:gd name="connsiteY4127" fmla="*/ 2270998 h 2767298"/>
              <a:gd name="connsiteX4128" fmla="*/ 3401942 w 4752801"/>
              <a:gd name="connsiteY4128" fmla="*/ 2269784 h 2767298"/>
              <a:gd name="connsiteX4129" fmla="*/ 3407204 w 4752801"/>
              <a:gd name="connsiteY4129" fmla="*/ 2260878 h 2767298"/>
              <a:gd name="connsiteX4130" fmla="*/ 3408418 w 4752801"/>
              <a:gd name="connsiteY4130" fmla="*/ 2260068 h 2767298"/>
              <a:gd name="connsiteX4131" fmla="*/ 4100243 w 4752801"/>
              <a:gd name="connsiteY4131" fmla="*/ 2227279 h 2767298"/>
              <a:gd name="connsiteX4132" fmla="*/ 4103482 w 4752801"/>
              <a:gd name="connsiteY4132" fmla="*/ 2227279 h 2767298"/>
              <a:gd name="connsiteX4133" fmla="*/ 4105101 w 4752801"/>
              <a:gd name="connsiteY4133" fmla="*/ 2230112 h 2767298"/>
              <a:gd name="connsiteX4134" fmla="*/ 4103482 w 4752801"/>
              <a:gd name="connsiteY4134" fmla="*/ 2232946 h 2767298"/>
              <a:gd name="connsiteX4135" fmla="*/ 4100243 w 4752801"/>
              <a:gd name="connsiteY4135" fmla="*/ 2232946 h 2767298"/>
              <a:gd name="connsiteX4136" fmla="*/ 4098624 w 4752801"/>
              <a:gd name="connsiteY4136" fmla="*/ 2230112 h 2767298"/>
              <a:gd name="connsiteX4137" fmla="*/ 4181206 w 4752801"/>
              <a:gd name="connsiteY4137" fmla="*/ 2226874 h 2767298"/>
              <a:gd name="connsiteX4138" fmla="*/ 4184849 w 4752801"/>
              <a:gd name="connsiteY4138" fmla="*/ 2226874 h 2767298"/>
              <a:gd name="connsiteX4139" fmla="*/ 4186874 w 4752801"/>
              <a:gd name="connsiteY4139" fmla="*/ 2230112 h 2767298"/>
              <a:gd name="connsiteX4140" fmla="*/ 4184849 w 4752801"/>
              <a:gd name="connsiteY4140" fmla="*/ 2233351 h 2767298"/>
              <a:gd name="connsiteX4141" fmla="*/ 4181206 w 4752801"/>
              <a:gd name="connsiteY4141" fmla="*/ 2233351 h 2767298"/>
              <a:gd name="connsiteX4142" fmla="*/ 4179182 w 4752801"/>
              <a:gd name="connsiteY4142" fmla="*/ 2230112 h 2767298"/>
              <a:gd name="connsiteX4143" fmla="*/ 4140724 w 4752801"/>
              <a:gd name="connsiteY4143" fmla="*/ 2226874 h 2767298"/>
              <a:gd name="connsiteX4144" fmla="*/ 4144367 w 4752801"/>
              <a:gd name="connsiteY4144" fmla="*/ 2226874 h 2767298"/>
              <a:gd name="connsiteX4145" fmla="*/ 4146392 w 4752801"/>
              <a:gd name="connsiteY4145" fmla="*/ 2230112 h 2767298"/>
              <a:gd name="connsiteX4146" fmla="*/ 4144367 w 4752801"/>
              <a:gd name="connsiteY4146" fmla="*/ 2233351 h 2767298"/>
              <a:gd name="connsiteX4147" fmla="*/ 4140724 w 4752801"/>
              <a:gd name="connsiteY4147" fmla="*/ 2233351 h 2767298"/>
              <a:gd name="connsiteX4148" fmla="*/ 4138700 w 4752801"/>
              <a:gd name="connsiteY4148" fmla="*/ 2230112 h 2767298"/>
              <a:gd name="connsiteX4149" fmla="*/ 4626499 w 4752801"/>
              <a:gd name="connsiteY4149" fmla="*/ 2226469 h 2767298"/>
              <a:gd name="connsiteX4150" fmla="*/ 4629738 w 4752801"/>
              <a:gd name="connsiteY4150" fmla="*/ 2226469 h 2767298"/>
              <a:gd name="connsiteX4151" fmla="*/ 4630952 w 4752801"/>
              <a:gd name="connsiteY4151" fmla="*/ 2226874 h 2767298"/>
              <a:gd name="connsiteX4152" fmla="*/ 4632572 w 4752801"/>
              <a:gd name="connsiteY4152" fmla="*/ 2229707 h 2767298"/>
              <a:gd name="connsiteX4153" fmla="*/ 4632572 w 4752801"/>
              <a:gd name="connsiteY4153" fmla="*/ 2230922 h 2767298"/>
              <a:gd name="connsiteX4154" fmla="*/ 4630952 w 4752801"/>
              <a:gd name="connsiteY4154" fmla="*/ 2233756 h 2767298"/>
              <a:gd name="connsiteX4155" fmla="*/ 4629738 w 4752801"/>
              <a:gd name="connsiteY4155" fmla="*/ 2234970 h 2767298"/>
              <a:gd name="connsiteX4156" fmla="*/ 4626499 w 4752801"/>
              <a:gd name="connsiteY4156" fmla="*/ 2234970 h 2767298"/>
              <a:gd name="connsiteX4157" fmla="*/ 4625285 w 4752801"/>
              <a:gd name="connsiteY4157" fmla="*/ 2234160 h 2767298"/>
              <a:gd name="connsiteX4158" fmla="*/ 4623666 w 4752801"/>
              <a:gd name="connsiteY4158" fmla="*/ 2231327 h 2767298"/>
              <a:gd name="connsiteX4159" fmla="*/ 4623666 w 4752801"/>
              <a:gd name="connsiteY4159" fmla="*/ 2230112 h 2767298"/>
              <a:gd name="connsiteX4160" fmla="*/ 4625285 w 4752801"/>
              <a:gd name="connsiteY4160" fmla="*/ 2227279 h 2767298"/>
              <a:gd name="connsiteX4161" fmla="*/ 4626499 w 4752801"/>
              <a:gd name="connsiteY4161" fmla="*/ 2226469 h 2767298"/>
              <a:gd name="connsiteX4162" fmla="*/ 4261359 w 4752801"/>
              <a:gd name="connsiteY4162" fmla="*/ 2226469 h 2767298"/>
              <a:gd name="connsiteX4163" fmla="*/ 4265812 w 4752801"/>
              <a:gd name="connsiteY4163" fmla="*/ 2226469 h 2767298"/>
              <a:gd name="connsiteX4164" fmla="*/ 4267836 w 4752801"/>
              <a:gd name="connsiteY4164" fmla="*/ 2230112 h 2767298"/>
              <a:gd name="connsiteX4165" fmla="*/ 4265812 w 4752801"/>
              <a:gd name="connsiteY4165" fmla="*/ 2233756 h 2767298"/>
              <a:gd name="connsiteX4166" fmla="*/ 4261359 w 4752801"/>
              <a:gd name="connsiteY4166" fmla="*/ 2233756 h 2767298"/>
              <a:gd name="connsiteX4167" fmla="*/ 4259335 w 4752801"/>
              <a:gd name="connsiteY4167" fmla="*/ 2230112 h 2767298"/>
              <a:gd name="connsiteX4168" fmla="*/ 4220878 w 4752801"/>
              <a:gd name="connsiteY4168" fmla="*/ 2226469 h 2767298"/>
              <a:gd name="connsiteX4169" fmla="*/ 4225331 w 4752801"/>
              <a:gd name="connsiteY4169" fmla="*/ 2226469 h 2767298"/>
              <a:gd name="connsiteX4170" fmla="*/ 4227355 w 4752801"/>
              <a:gd name="connsiteY4170" fmla="*/ 2230112 h 2767298"/>
              <a:gd name="connsiteX4171" fmla="*/ 4225331 w 4752801"/>
              <a:gd name="connsiteY4171" fmla="*/ 2233756 h 2767298"/>
              <a:gd name="connsiteX4172" fmla="*/ 4220878 w 4752801"/>
              <a:gd name="connsiteY4172" fmla="*/ 2233756 h 2767298"/>
              <a:gd name="connsiteX4173" fmla="*/ 4218854 w 4752801"/>
              <a:gd name="connsiteY4173" fmla="*/ 2230112 h 2767298"/>
              <a:gd name="connsiteX4174" fmla="*/ 4018876 w 4752801"/>
              <a:gd name="connsiteY4174" fmla="*/ 2226469 h 2767298"/>
              <a:gd name="connsiteX4175" fmla="*/ 4022924 w 4752801"/>
              <a:gd name="connsiteY4175" fmla="*/ 2226469 h 2767298"/>
              <a:gd name="connsiteX4176" fmla="*/ 4024948 w 4752801"/>
              <a:gd name="connsiteY4176" fmla="*/ 2230112 h 2767298"/>
              <a:gd name="connsiteX4177" fmla="*/ 4022924 w 4752801"/>
              <a:gd name="connsiteY4177" fmla="*/ 2233756 h 2767298"/>
              <a:gd name="connsiteX4178" fmla="*/ 4018876 w 4752801"/>
              <a:gd name="connsiteY4178" fmla="*/ 2233756 h 2767298"/>
              <a:gd name="connsiteX4179" fmla="*/ 4016852 w 4752801"/>
              <a:gd name="connsiteY4179" fmla="*/ 2230112 h 2767298"/>
              <a:gd name="connsiteX4180" fmla="*/ 3977990 w 4752801"/>
              <a:gd name="connsiteY4180" fmla="*/ 2226469 h 2767298"/>
              <a:gd name="connsiteX4181" fmla="*/ 3982443 w 4752801"/>
              <a:gd name="connsiteY4181" fmla="*/ 2226469 h 2767298"/>
              <a:gd name="connsiteX4182" fmla="*/ 3984467 w 4752801"/>
              <a:gd name="connsiteY4182" fmla="*/ 2230112 h 2767298"/>
              <a:gd name="connsiteX4183" fmla="*/ 3982443 w 4752801"/>
              <a:gd name="connsiteY4183" fmla="*/ 2233756 h 2767298"/>
              <a:gd name="connsiteX4184" fmla="*/ 3977990 w 4752801"/>
              <a:gd name="connsiteY4184" fmla="*/ 2233756 h 2767298"/>
              <a:gd name="connsiteX4185" fmla="*/ 3975966 w 4752801"/>
              <a:gd name="connsiteY4185" fmla="*/ 2230112 h 2767298"/>
              <a:gd name="connsiteX4186" fmla="*/ 4504651 w 4752801"/>
              <a:gd name="connsiteY4186" fmla="*/ 2226064 h 2767298"/>
              <a:gd name="connsiteX4187" fmla="*/ 4508295 w 4752801"/>
              <a:gd name="connsiteY4187" fmla="*/ 2226064 h 2767298"/>
              <a:gd name="connsiteX4188" fmla="*/ 4509509 w 4752801"/>
              <a:gd name="connsiteY4188" fmla="*/ 2226469 h 2767298"/>
              <a:gd name="connsiteX4189" fmla="*/ 4511533 w 4752801"/>
              <a:gd name="connsiteY4189" fmla="*/ 2229707 h 2767298"/>
              <a:gd name="connsiteX4190" fmla="*/ 4511533 w 4752801"/>
              <a:gd name="connsiteY4190" fmla="*/ 2230922 h 2767298"/>
              <a:gd name="connsiteX4191" fmla="*/ 4509509 w 4752801"/>
              <a:gd name="connsiteY4191" fmla="*/ 2234160 h 2767298"/>
              <a:gd name="connsiteX4192" fmla="*/ 4508295 w 4752801"/>
              <a:gd name="connsiteY4192" fmla="*/ 2234970 h 2767298"/>
              <a:gd name="connsiteX4193" fmla="*/ 4504651 w 4752801"/>
              <a:gd name="connsiteY4193" fmla="*/ 2234970 h 2767298"/>
              <a:gd name="connsiteX4194" fmla="*/ 4503437 w 4752801"/>
              <a:gd name="connsiteY4194" fmla="*/ 2234160 h 2767298"/>
              <a:gd name="connsiteX4195" fmla="*/ 4501413 w 4752801"/>
              <a:gd name="connsiteY4195" fmla="*/ 2230922 h 2767298"/>
              <a:gd name="connsiteX4196" fmla="*/ 4501413 w 4752801"/>
              <a:gd name="connsiteY4196" fmla="*/ 2229707 h 2767298"/>
              <a:gd name="connsiteX4197" fmla="*/ 4503437 w 4752801"/>
              <a:gd name="connsiteY4197" fmla="*/ 2226469 h 2767298"/>
              <a:gd name="connsiteX4198" fmla="*/ 4504651 w 4752801"/>
              <a:gd name="connsiteY4198" fmla="*/ 2226064 h 2767298"/>
              <a:gd name="connsiteX4199" fmla="*/ 4383208 w 4752801"/>
              <a:gd name="connsiteY4199" fmla="*/ 2226064 h 2767298"/>
              <a:gd name="connsiteX4200" fmla="*/ 4386851 w 4752801"/>
              <a:gd name="connsiteY4200" fmla="*/ 2226064 h 2767298"/>
              <a:gd name="connsiteX4201" fmla="*/ 4388065 w 4752801"/>
              <a:gd name="connsiteY4201" fmla="*/ 2226874 h 2767298"/>
              <a:gd name="connsiteX4202" fmla="*/ 4389684 w 4752801"/>
              <a:gd name="connsiteY4202" fmla="*/ 2229707 h 2767298"/>
              <a:gd name="connsiteX4203" fmla="*/ 4389684 w 4752801"/>
              <a:gd name="connsiteY4203" fmla="*/ 2230922 h 2767298"/>
              <a:gd name="connsiteX4204" fmla="*/ 4388065 w 4752801"/>
              <a:gd name="connsiteY4204" fmla="*/ 2233756 h 2767298"/>
              <a:gd name="connsiteX4205" fmla="*/ 4386851 w 4752801"/>
              <a:gd name="connsiteY4205" fmla="*/ 2234565 h 2767298"/>
              <a:gd name="connsiteX4206" fmla="*/ 4383208 w 4752801"/>
              <a:gd name="connsiteY4206" fmla="*/ 2234565 h 2767298"/>
              <a:gd name="connsiteX4207" fmla="*/ 4381993 w 4752801"/>
              <a:gd name="connsiteY4207" fmla="*/ 2233756 h 2767298"/>
              <a:gd name="connsiteX4208" fmla="*/ 4380374 w 4752801"/>
              <a:gd name="connsiteY4208" fmla="*/ 2230922 h 2767298"/>
              <a:gd name="connsiteX4209" fmla="*/ 4380374 w 4752801"/>
              <a:gd name="connsiteY4209" fmla="*/ 2229707 h 2767298"/>
              <a:gd name="connsiteX4210" fmla="*/ 4381993 w 4752801"/>
              <a:gd name="connsiteY4210" fmla="*/ 2226874 h 2767298"/>
              <a:gd name="connsiteX4211" fmla="*/ 4383208 w 4752801"/>
              <a:gd name="connsiteY4211" fmla="*/ 2226064 h 2767298"/>
              <a:gd name="connsiteX4212" fmla="*/ 4302245 w 4752801"/>
              <a:gd name="connsiteY4212" fmla="*/ 2226064 h 2767298"/>
              <a:gd name="connsiteX4213" fmla="*/ 4306698 w 4752801"/>
              <a:gd name="connsiteY4213" fmla="*/ 2226064 h 2767298"/>
              <a:gd name="connsiteX4214" fmla="*/ 4309126 w 4752801"/>
              <a:gd name="connsiteY4214" fmla="*/ 2230112 h 2767298"/>
              <a:gd name="connsiteX4215" fmla="*/ 4306698 w 4752801"/>
              <a:gd name="connsiteY4215" fmla="*/ 2234160 h 2767298"/>
              <a:gd name="connsiteX4216" fmla="*/ 4302245 w 4752801"/>
              <a:gd name="connsiteY4216" fmla="*/ 2234160 h 2767298"/>
              <a:gd name="connsiteX4217" fmla="*/ 4299816 w 4752801"/>
              <a:gd name="connsiteY4217" fmla="*/ 2230112 h 2767298"/>
              <a:gd name="connsiteX4218" fmla="*/ 4059358 w 4752801"/>
              <a:gd name="connsiteY4218" fmla="*/ 2226064 h 2767298"/>
              <a:gd name="connsiteX4219" fmla="*/ 4063811 w 4752801"/>
              <a:gd name="connsiteY4219" fmla="*/ 2226064 h 2767298"/>
              <a:gd name="connsiteX4220" fmla="*/ 4066239 w 4752801"/>
              <a:gd name="connsiteY4220" fmla="*/ 2230112 h 2767298"/>
              <a:gd name="connsiteX4221" fmla="*/ 4063811 w 4752801"/>
              <a:gd name="connsiteY4221" fmla="*/ 2234160 h 2767298"/>
              <a:gd name="connsiteX4222" fmla="*/ 4059358 w 4752801"/>
              <a:gd name="connsiteY4222" fmla="*/ 2234160 h 2767298"/>
              <a:gd name="connsiteX4223" fmla="*/ 4056929 w 4752801"/>
              <a:gd name="connsiteY4223" fmla="*/ 2230112 h 2767298"/>
              <a:gd name="connsiteX4224" fmla="*/ 3897433 w 4752801"/>
              <a:gd name="connsiteY4224" fmla="*/ 2226064 h 2767298"/>
              <a:gd name="connsiteX4225" fmla="*/ 3901076 w 4752801"/>
              <a:gd name="connsiteY4225" fmla="*/ 2226064 h 2767298"/>
              <a:gd name="connsiteX4226" fmla="*/ 3902290 w 4752801"/>
              <a:gd name="connsiteY4226" fmla="*/ 2226874 h 2767298"/>
              <a:gd name="connsiteX4227" fmla="*/ 3903909 w 4752801"/>
              <a:gd name="connsiteY4227" fmla="*/ 2229707 h 2767298"/>
              <a:gd name="connsiteX4228" fmla="*/ 3903909 w 4752801"/>
              <a:gd name="connsiteY4228" fmla="*/ 2230922 h 2767298"/>
              <a:gd name="connsiteX4229" fmla="*/ 3902290 w 4752801"/>
              <a:gd name="connsiteY4229" fmla="*/ 2233756 h 2767298"/>
              <a:gd name="connsiteX4230" fmla="*/ 3901076 w 4752801"/>
              <a:gd name="connsiteY4230" fmla="*/ 2234160 h 2767298"/>
              <a:gd name="connsiteX4231" fmla="*/ 3897433 w 4752801"/>
              <a:gd name="connsiteY4231" fmla="*/ 2234160 h 2767298"/>
              <a:gd name="connsiteX4232" fmla="*/ 3896218 w 4752801"/>
              <a:gd name="connsiteY4232" fmla="*/ 2233756 h 2767298"/>
              <a:gd name="connsiteX4233" fmla="*/ 3894599 w 4752801"/>
              <a:gd name="connsiteY4233" fmla="*/ 2230922 h 2767298"/>
              <a:gd name="connsiteX4234" fmla="*/ 3894599 w 4752801"/>
              <a:gd name="connsiteY4234" fmla="*/ 2229707 h 2767298"/>
              <a:gd name="connsiteX4235" fmla="*/ 3896218 w 4752801"/>
              <a:gd name="connsiteY4235" fmla="*/ 2226874 h 2767298"/>
              <a:gd name="connsiteX4236" fmla="*/ 3897433 w 4752801"/>
              <a:gd name="connsiteY4236" fmla="*/ 2226064 h 2767298"/>
              <a:gd name="connsiteX4237" fmla="*/ 3816470 w 4752801"/>
              <a:gd name="connsiteY4237" fmla="*/ 2226064 h 2767298"/>
              <a:gd name="connsiteX4238" fmla="*/ 3820114 w 4752801"/>
              <a:gd name="connsiteY4238" fmla="*/ 2226064 h 2767298"/>
              <a:gd name="connsiteX4239" fmla="*/ 3821328 w 4752801"/>
              <a:gd name="connsiteY4239" fmla="*/ 2226469 h 2767298"/>
              <a:gd name="connsiteX4240" fmla="*/ 3823352 w 4752801"/>
              <a:gd name="connsiteY4240" fmla="*/ 2229707 h 2767298"/>
              <a:gd name="connsiteX4241" fmla="*/ 3823352 w 4752801"/>
              <a:gd name="connsiteY4241" fmla="*/ 2230922 h 2767298"/>
              <a:gd name="connsiteX4242" fmla="*/ 3821328 w 4752801"/>
              <a:gd name="connsiteY4242" fmla="*/ 2234160 h 2767298"/>
              <a:gd name="connsiteX4243" fmla="*/ 3820114 w 4752801"/>
              <a:gd name="connsiteY4243" fmla="*/ 2234970 h 2767298"/>
              <a:gd name="connsiteX4244" fmla="*/ 3816470 w 4752801"/>
              <a:gd name="connsiteY4244" fmla="*/ 2234970 h 2767298"/>
              <a:gd name="connsiteX4245" fmla="*/ 3815256 w 4752801"/>
              <a:gd name="connsiteY4245" fmla="*/ 2234160 h 2767298"/>
              <a:gd name="connsiteX4246" fmla="*/ 3813232 w 4752801"/>
              <a:gd name="connsiteY4246" fmla="*/ 2230922 h 2767298"/>
              <a:gd name="connsiteX4247" fmla="*/ 3813232 w 4752801"/>
              <a:gd name="connsiteY4247" fmla="*/ 2229707 h 2767298"/>
              <a:gd name="connsiteX4248" fmla="*/ 3815256 w 4752801"/>
              <a:gd name="connsiteY4248" fmla="*/ 2226469 h 2767298"/>
              <a:gd name="connsiteX4249" fmla="*/ 3816470 w 4752801"/>
              <a:gd name="connsiteY4249" fmla="*/ 2226064 h 2767298"/>
              <a:gd name="connsiteX4250" fmla="*/ 4544727 w 4752801"/>
              <a:gd name="connsiteY4250" fmla="*/ 2225659 h 2767298"/>
              <a:gd name="connsiteX4251" fmla="*/ 4548775 w 4752801"/>
              <a:gd name="connsiteY4251" fmla="*/ 2225659 h 2767298"/>
              <a:gd name="connsiteX4252" fmla="*/ 4549989 w 4752801"/>
              <a:gd name="connsiteY4252" fmla="*/ 2226469 h 2767298"/>
              <a:gd name="connsiteX4253" fmla="*/ 4552014 w 4752801"/>
              <a:gd name="connsiteY4253" fmla="*/ 2229707 h 2767298"/>
              <a:gd name="connsiteX4254" fmla="*/ 4552014 w 4752801"/>
              <a:gd name="connsiteY4254" fmla="*/ 2230922 h 2767298"/>
              <a:gd name="connsiteX4255" fmla="*/ 4549989 w 4752801"/>
              <a:gd name="connsiteY4255" fmla="*/ 2234160 h 2767298"/>
              <a:gd name="connsiteX4256" fmla="*/ 4548775 w 4752801"/>
              <a:gd name="connsiteY4256" fmla="*/ 2234565 h 2767298"/>
              <a:gd name="connsiteX4257" fmla="*/ 4544727 w 4752801"/>
              <a:gd name="connsiteY4257" fmla="*/ 2234565 h 2767298"/>
              <a:gd name="connsiteX4258" fmla="*/ 4543513 w 4752801"/>
              <a:gd name="connsiteY4258" fmla="*/ 2234160 h 2767298"/>
              <a:gd name="connsiteX4259" fmla="*/ 4541489 w 4752801"/>
              <a:gd name="connsiteY4259" fmla="*/ 2230922 h 2767298"/>
              <a:gd name="connsiteX4260" fmla="*/ 4541489 w 4752801"/>
              <a:gd name="connsiteY4260" fmla="*/ 2229707 h 2767298"/>
              <a:gd name="connsiteX4261" fmla="*/ 4543513 w 4752801"/>
              <a:gd name="connsiteY4261" fmla="*/ 2226469 h 2767298"/>
              <a:gd name="connsiteX4262" fmla="*/ 4544727 w 4752801"/>
              <a:gd name="connsiteY4262" fmla="*/ 2225659 h 2767298"/>
              <a:gd name="connsiteX4263" fmla="*/ 4423688 w 4752801"/>
              <a:gd name="connsiteY4263" fmla="*/ 2225659 h 2767298"/>
              <a:gd name="connsiteX4264" fmla="*/ 4427332 w 4752801"/>
              <a:gd name="connsiteY4264" fmla="*/ 2225659 h 2767298"/>
              <a:gd name="connsiteX4265" fmla="*/ 4428546 w 4752801"/>
              <a:gd name="connsiteY4265" fmla="*/ 2226064 h 2767298"/>
              <a:gd name="connsiteX4266" fmla="*/ 4430570 w 4752801"/>
              <a:gd name="connsiteY4266" fmla="*/ 2229302 h 2767298"/>
              <a:gd name="connsiteX4267" fmla="*/ 4430570 w 4752801"/>
              <a:gd name="connsiteY4267" fmla="*/ 2230517 h 2767298"/>
              <a:gd name="connsiteX4268" fmla="*/ 4428546 w 4752801"/>
              <a:gd name="connsiteY4268" fmla="*/ 2233755 h 2767298"/>
              <a:gd name="connsiteX4269" fmla="*/ 4427332 w 4752801"/>
              <a:gd name="connsiteY4269" fmla="*/ 2234970 h 2767298"/>
              <a:gd name="connsiteX4270" fmla="*/ 4423688 w 4752801"/>
              <a:gd name="connsiteY4270" fmla="*/ 2234970 h 2767298"/>
              <a:gd name="connsiteX4271" fmla="*/ 4422474 w 4752801"/>
              <a:gd name="connsiteY4271" fmla="*/ 2234160 h 2767298"/>
              <a:gd name="connsiteX4272" fmla="*/ 4420450 w 4752801"/>
              <a:gd name="connsiteY4272" fmla="*/ 2230922 h 2767298"/>
              <a:gd name="connsiteX4273" fmla="*/ 4420450 w 4752801"/>
              <a:gd name="connsiteY4273" fmla="*/ 2229707 h 2767298"/>
              <a:gd name="connsiteX4274" fmla="*/ 4422474 w 4752801"/>
              <a:gd name="connsiteY4274" fmla="*/ 2226469 h 2767298"/>
              <a:gd name="connsiteX4275" fmla="*/ 4423688 w 4752801"/>
              <a:gd name="connsiteY4275" fmla="*/ 2225659 h 2767298"/>
              <a:gd name="connsiteX4276" fmla="*/ 3937914 w 4752801"/>
              <a:gd name="connsiteY4276" fmla="*/ 2225659 h 2767298"/>
              <a:gd name="connsiteX4277" fmla="*/ 3941557 w 4752801"/>
              <a:gd name="connsiteY4277" fmla="*/ 2225659 h 2767298"/>
              <a:gd name="connsiteX4278" fmla="*/ 3942771 w 4752801"/>
              <a:gd name="connsiteY4278" fmla="*/ 2226064 h 2767298"/>
              <a:gd name="connsiteX4279" fmla="*/ 3944390 w 4752801"/>
              <a:gd name="connsiteY4279" fmla="*/ 2229302 h 2767298"/>
              <a:gd name="connsiteX4280" fmla="*/ 3944390 w 4752801"/>
              <a:gd name="connsiteY4280" fmla="*/ 2230517 h 2767298"/>
              <a:gd name="connsiteX4281" fmla="*/ 3942771 w 4752801"/>
              <a:gd name="connsiteY4281" fmla="*/ 2233755 h 2767298"/>
              <a:gd name="connsiteX4282" fmla="*/ 3941557 w 4752801"/>
              <a:gd name="connsiteY4282" fmla="*/ 2234565 h 2767298"/>
              <a:gd name="connsiteX4283" fmla="*/ 3937914 w 4752801"/>
              <a:gd name="connsiteY4283" fmla="*/ 2234565 h 2767298"/>
              <a:gd name="connsiteX4284" fmla="*/ 3936699 w 4752801"/>
              <a:gd name="connsiteY4284" fmla="*/ 2233755 h 2767298"/>
              <a:gd name="connsiteX4285" fmla="*/ 3935080 w 4752801"/>
              <a:gd name="connsiteY4285" fmla="*/ 2230517 h 2767298"/>
              <a:gd name="connsiteX4286" fmla="*/ 3935080 w 4752801"/>
              <a:gd name="connsiteY4286" fmla="*/ 2229302 h 2767298"/>
              <a:gd name="connsiteX4287" fmla="*/ 3936699 w 4752801"/>
              <a:gd name="connsiteY4287" fmla="*/ 2226064 h 2767298"/>
              <a:gd name="connsiteX4288" fmla="*/ 3937914 w 4752801"/>
              <a:gd name="connsiteY4288" fmla="*/ 2225659 h 2767298"/>
              <a:gd name="connsiteX4289" fmla="*/ 3856951 w 4752801"/>
              <a:gd name="connsiteY4289" fmla="*/ 2225659 h 2767298"/>
              <a:gd name="connsiteX4290" fmla="*/ 3860595 w 4752801"/>
              <a:gd name="connsiteY4290" fmla="*/ 2225659 h 2767298"/>
              <a:gd name="connsiteX4291" fmla="*/ 3861809 w 4752801"/>
              <a:gd name="connsiteY4291" fmla="*/ 2226469 h 2767298"/>
              <a:gd name="connsiteX4292" fmla="*/ 3863833 w 4752801"/>
              <a:gd name="connsiteY4292" fmla="*/ 2229707 h 2767298"/>
              <a:gd name="connsiteX4293" fmla="*/ 3863833 w 4752801"/>
              <a:gd name="connsiteY4293" fmla="*/ 2230922 h 2767298"/>
              <a:gd name="connsiteX4294" fmla="*/ 3861809 w 4752801"/>
              <a:gd name="connsiteY4294" fmla="*/ 2234160 h 2767298"/>
              <a:gd name="connsiteX4295" fmla="*/ 3860595 w 4752801"/>
              <a:gd name="connsiteY4295" fmla="*/ 2234970 h 2767298"/>
              <a:gd name="connsiteX4296" fmla="*/ 3856951 w 4752801"/>
              <a:gd name="connsiteY4296" fmla="*/ 2234970 h 2767298"/>
              <a:gd name="connsiteX4297" fmla="*/ 3855737 w 4752801"/>
              <a:gd name="connsiteY4297" fmla="*/ 2234160 h 2767298"/>
              <a:gd name="connsiteX4298" fmla="*/ 3853713 w 4752801"/>
              <a:gd name="connsiteY4298" fmla="*/ 2230922 h 2767298"/>
              <a:gd name="connsiteX4299" fmla="*/ 3853713 w 4752801"/>
              <a:gd name="connsiteY4299" fmla="*/ 2229707 h 2767298"/>
              <a:gd name="connsiteX4300" fmla="*/ 3855737 w 4752801"/>
              <a:gd name="connsiteY4300" fmla="*/ 2226469 h 2767298"/>
              <a:gd name="connsiteX4301" fmla="*/ 3856951 w 4752801"/>
              <a:gd name="connsiteY4301" fmla="*/ 2225659 h 2767298"/>
              <a:gd name="connsiteX4302" fmla="*/ 3735102 w 4752801"/>
              <a:gd name="connsiteY4302" fmla="*/ 2225659 h 2767298"/>
              <a:gd name="connsiteX4303" fmla="*/ 3739555 w 4752801"/>
              <a:gd name="connsiteY4303" fmla="*/ 2225659 h 2767298"/>
              <a:gd name="connsiteX4304" fmla="*/ 3740769 w 4752801"/>
              <a:gd name="connsiteY4304" fmla="*/ 2226064 h 2767298"/>
              <a:gd name="connsiteX4305" fmla="*/ 3742793 w 4752801"/>
              <a:gd name="connsiteY4305" fmla="*/ 2229707 h 2767298"/>
              <a:gd name="connsiteX4306" fmla="*/ 3742793 w 4752801"/>
              <a:gd name="connsiteY4306" fmla="*/ 2230922 h 2767298"/>
              <a:gd name="connsiteX4307" fmla="*/ 3740769 w 4752801"/>
              <a:gd name="connsiteY4307" fmla="*/ 2234565 h 2767298"/>
              <a:gd name="connsiteX4308" fmla="*/ 3739555 w 4752801"/>
              <a:gd name="connsiteY4308" fmla="*/ 2235375 h 2767298"/>
              <a:gd name="connsiteX4309" fmla="*/ 3735102 w 4752801"/>
              <a:gd name="connsiteY4309" fmla="*/ 2235375 h 2767298"/>
              <a:gd name="connsiteX4310" fmla="*/ 3733888 w 4752801"/>
              <a:gd name="connsiteY4310" fmla="*/ 2234565 h 2767298"/>
              <a:gd name="connsiteX4311" fmla="*/ 3731864 w 4752801"/>
              <a:gd name="connsiteY4311" fmla="*/ 2230922 h 2767298"/>
              <a:gd name="connsiteX4312" fmla="*/ 3731864 w 4752801"/>
              <a:gd name="connsiteY4312" fmla="*/ 2229707 h 2767298"/>
              <a:gd name="connsiteX4313" fmla="*/ 3733888 w 4752801"/>
              <a:gd name="connsiteY4313" fmla="*/ 2226064 h 2767298"/>
              <a:gd name="connsiteX4314" fmla="*/ 3735102 w 4752801"/>
              <a:gd name="connsiteY4314" fmla="*/ 2225659 h 2767298"/>
              <a:gd name="connsiteX4315" fmla="*/ 4585613 w 4752801"/>
              <a:gd name="connsiteY4315" fmla="*/ 2225254 h 2767298"/>
              <a:gd name="connsiteX4316" fmla="*/ 4589257 w 4752801"/>
              <a:gd name="connsiteY4316" fmla="*/ 2225254 h 2767298"/>
              <a:gd name="connsiteX4317" fmla="*/ 4590471 w 4752801"/>
              <a:gd name="connsiteY4317" fmla="*/ 2226063 h 2767298"/>
              <a:gd name="connsiteX4318" fmla="*/ 4592495 w 4752801"/>
              <a:gd name="connsiteY4318" fmla="*/ 2229302 h 2767298"/>
              <a:gd name="connsiteX4319" fmla="*/ 4592495 w 4752801"/>
              <a:gd name="connsiteY4319" fmla="*/ 2230517 h 2767298"/>
              <a:gd name="connsiteX4320" fmla="*/ 4590471 w 4752801"/>
              <a:gd name="connsiteY4320" fmla="*/ 2233755 h 2767298"/>
              <a:gd name="connsiteX4321" fmla="*/ 4589257 w 4752801"/>
              <a:gd name="connsiteY4321" fmla="*/ 2234565 h 2767298"/>
              <a:gd name="connsiteX4322" fmla="*/ 4585613 w 4752801"/>
              <a:gd name="connsiteY4322" fmla="*/ 2234565 h 2767298"/>
              <a:gd name="connsiteX4323" fmla="*/ 4584399 w 4752801"/>
              <a:gd name="connsiteY4323" fmla="*/ 2233755 h 2767298"/>
              <a:gd name="connsiteX4324" fmla="*/ 4582375 w 4752801"/>
              <a:gd name="connsiteY4324" fmla="*/ 2230517 h 2767298"/>
              <a:gd name="connsiteX4325" fmla="*/ 4582375 w 4752801"/>
              <a:gd name="connsiteY4325" fmla="*/ 2229302 h 2767298"/>
              <a:gd name="connsiteX4326" fmla="*/ 4584399 w 4752801"/>
              <a:gd name="connsiteY4326" fmla="*/ 2226063 h 2767298"/>
              <a:gd name="connsiteX4327" fmla="*/ 4585613 w 4752801"/>
              <a:gd name="connsiteY4327" fmla="*/ 2225254 h 2767298"/>
              <a:gd name="connsiteX4328" fmla="*/ 4464170 w 4752801"/>
              <a:gd name="connsiteY4328" fmla="*/ 2225254 h 2767298"/>
              <a:gd name="connsiteX4329" fmla="*/ 4467813 w 4752801"/>
              <a:gd name="connsiteY4329" fmla="*/ 2225254 h 2767298"/>
              <a:gd name="connsiteX4330" fmla="*/ 4469027 w 4752801"/>
              <a:gd name="connsiteY4330" fmla="*/ 2226063 h 2767298"/>
              <a:gd name="connsiteX4331" fmla="*/ 4470646 w 4752801"/>
              <a:gd name="connsiteY4331" fmla="*/ 2229302 h 2767298"/>
              <a:gd name="connsiteX4332" fmla="*/ 4470646 w 4752801"/>
              <a:gd name="connsiteY4332" fmla="*/ 2230517 h 2767298"/>
              <a:gd name="connsiteX4333" fmla="*/ 4469027 w 4752801"/>
              <a:gd name="connsiteY4333" fmla="*/ 2233755 h 2767298"/>
              <a:gd name="connsiteX4334" fmla="*/ 4467813 w 4752801"/>
              <a:gd name="connsiteY4334" fmla="*/ 2234565 h 2767298"/>
              <a:gd name="connsiteX4335" fmla="*/ 4464170 w 4752801"/>
              <a:gd name="connsiteY4335" fmla="*/ 2234565 h 2767298"/>
              <a:gd name="connsiteX4336" fmla="*/ 4462955 w 4752801"/>
              <a:gd name="connsiteY4336" fmla="*/ 2233755 h 2767298"/>
              <a:gd name="connsiteX4337" fmla="*/ 4461336 w 4752801"/>
              <a:gd name="connsiteY4337" fmla="*/ 2230517 h 2767298"/>
              <a:gd name="connsiteX4338" fmla="*/ 4461336 w 4752801"/>
              <a:gd name="connsiteY4338" fmla="*/ 2229302 h 2767298"/>
              <a:gd name="connsiteX4339" fmla="*/ 4462955 w 4752801"/>
              <a:gd name="connsiteY4339" fmla="*/ 2226063 h 2767298"/>
              <a:gd name="connsiteX4340" fmla="*/ 4464170 w 4752801"/>
              <a:gd name="connsiteY4340" fmla="*/ 2225254 h 2767298"/>
              <a:gd name="connsiteX4341" fmla="*/ 4342727 w 4752801"/>
              <a:gd name="connsiteY4341" fmla="*/ 2225254 h 2767298"/>
              <a:gd name="connsiteX4342" fmla="*/ 4346370 w 4752801"/>
              <a:gd name="connsiteY4342" fmla="*/ 2225254 h 2767298"/>
              <a:gd name="connsiteX4343" fmla="*/ 4347584 w 4752801"/>
              <a:gd name="connsiteY4343" fmla="*/ 2226063 h 2767298"/>
              <a:gd name="connsiteX4344" fmla="*/ 4349203 w 4752801"/>
              <a:gd name="connsiteY4344" fmla="*/ 2229302 h 2767298"/>
              <a:gd name="connsiteX4345" fmla="*/ 4349203 w 4752801"/>
              <a:gd name="connsiteY4345" fmla="*/ 2230517 h 2767298"/>
              <a:gd name="connsiteX4346" fmla="*/ 4347584 w 4752801"/>
              <a:gd name="connsiteY4346" fmla="*/ 2233755 h 2767298"/>
              <a:gd name="connsiteX4347" fmla="*/ 4346370 w 4752801"/>
              <a:gd name="connsiteY4347" fmla="*/ 2234565 h 2767298"/>
              <a:gd name="connsiteX4348" fmla="*/ 4342727 w 4752801"/>
              <a:gd name="connsiteY4348" fmla="*/ 2234565 h 2767298"/>
              <a:gd name="connsiteX4349" fmla="*/ 4341512 w 4752801"/>
              <a:gd name="connsiteY4349" fmla="*/ 2233755 h 2767298"/>
              <a:gd name="connsiteX4350" fmla="*/ 4339893 w 4752801"/>
              <a:gd name="connsiteY4350" fmla="*/ 2230517 h 2767298"/>
              <a:gd name="connsiteX4351" fmla="*/ 4339893 w 4752801"/>
              <a:gd name="connsiteY4351" fmla="*/ 2229302 h 2767298"/>
              <a:gd name="connsiteX4352" fmla="*/ 4341512 w 4752801"/>
              <a:gd name="connsiteY4352" fmla="*/ 2226063 h 2767298"/>
              <a:gd name="connsiteX4353" fmla="*/ 4342727 w 4752801"/>
              <a:gd name="connsiteY4353" fmla="*/ 2225254 h 2767298"/>
              <a:gd name="connsiteX4354" fmla="*/ 3775584 w 4752801"/>
              <a:gd name="connsiteY4354" fmla="*/ 2224849 h 2767298"/>
              <a:gd name="connsiteX4355" fmla="*/ 3780037 w 4752801"/>
              <a:gd name="connsiteY4355" fmla="*/ 2224849 h 2767298"/>
              <a:gd name="connsiteX4356" fmla="*/ 3781251 w 4752801"/>
              <a:gd name="connsiteY4356" fmla="*/ 2225254 h 2767298"/>
              <a:gd name="connsiteX4357" fmla="*/ 3783680 w 4752801"/>
              <a:gd name="connsiteY4357" fmla="*/ 2229302 h 2767298"/>
              <a:gd name="connsiteX4358" fmla="*/ 3783680 w 4752801"/>
              <a:gd name="connsiteY4358" fmla="*/ 2230516 h 2767298"/>
              <a:gd name="connsiteX4359" fmla="*/ 3781251 w 4752801"/>
              <a:gd name="connsiteY4359" fmla="*/ 2234565 h 2767298"/>
              <a:gd name="connsiteX4360" fmla="*/ 3780037 w 4752801"/>
              <a:gd name="connsiteY4360" fmla="*/ 2235374 h 2767298"/>
              <a:gd name="connsiteX4361" fmla="*/ 3775584 w 4752801"/>
              <a:gd name="connsiteY4361" fmla="*/ 2235374 h 2767298"/>
              <a:gd name="connsiteX4362" fmla="*/ 3774369 w 4752801"/>
              <a:gd name="connsiteY4362" fmla="*/ 2234565 h 2767298"/>
              <a:gd name="connsiteX4363" fmla="*/ 3771941 w 4752801"/>
              <a:gd name="connsiteY4363" fmla="*/ 2230516 h 2767298"/>
              <a:gd name="connsiteX4364" fmla="*/ 3771941 w 4752801"/>
              <a:gd name="connsiteY4364" fmla="*/ 2229302 h 2767298"/>
              <a:gd name="connsiteX4365" fmla="*/ 3774369 w 4752801"/>
              <a:gd name="connsiteY4365" fmla="*/ 2225254 h 2767298"/>
              <a:gd name="connsiteX4366" fmla="*/ 3775584 w 4752801"/>
              <a:gd name="connsiteY4366" fmla="*/ 2224849 h 2767298"/>
              <a:gd name="connsiteX4367" fmla="*/ 3694621 w 4752801"/>
              <a:gd name="connsiteY4367" fmla="*/ 2224445 h 2767298"/>
              <a:gd name="connsiteX4368" fmla="*/ 3699478 w 4752801"/>
              <a:gd name="connsiteY4368" fmla="*/ 2224445 h 2767298"/>
              <a:gd name="connsiteX4369" fmla="*/ 3700693 w 4752801"/>
              <a:gd name="connsiteY4369" fmla="*/ 2224850 h 2767298"/>
              <a:gd name="connsiteX4370" fmla="*/ 3703122 w 4752801"/>
              <a:gd name="connsiteY4370" fmla="*/ 2229303 h 2767298"/>
              <a:gd name="connsiteX4371" fmla="*/ 3703122 w 4752801"/>
              <a:gd name="connsiteY4371" fmla="*/ 2230517 h 2767298"/>
              <a:gd name="connsiteX4372" fmla="*/ 3700693 w 4752801"/>
              <a:gd name="connsiteY4372" fmla="*/ 2234970 h 2767298"/>
              <a:gd name="connsiteX4373" fmla="*/ 3699478 w 4752801"/>
              <a:gd name="connsiteY4373" fmla="*/ 2235375 h 2767298"/>
              <a:gd name="connsiteX4374" fmla="*/ 3694621 w 4752801"/>
              <a:gd name="connsiteY4374" fmla="*/ 2235375 h 2767298"/>
              <a:gd name="connsiteX4375" fmla="*/ 3693406 w 4752801"/>
              <a:gd name="connsiteY4375" fmla="*/ 2234970 h 2767298"/>
              <a:gd name="connsiteX4376" fmla="*/ 3690978 w 4752801"/>
              <a:gd name="connsiteY4376" fmla="*/ 2230517 h 2767298"/>
              <a:gd name="connsiteX4377" fmla="*/ 3690978 w 4752801"/>
              <a:gd name="connsiteY4377" fmla="*/ 2229303 h 2767298"/>
              <a:gd name="connsiteX4378" fmla="*/ 3693406 w 4752801"/>
              <a:gd name="connsiteY4378" fmla="*/ 2224850 h 2767298"/>
              <a:gd name="connsiteX4379" fmla="*/ 3694621 w 4752801"/>
              <a:gd name="connsiteY4379" fmla="*/ 2224445 h 2767298"/>
              <a:gd name="connsiteX4380" fmla="*/ 3653735 w 4752801"/>
              <a:gd name="connsiteY4380" fmla="*/ 2224445 h 2767298"/>
              <a:gd name="connsiteX4381" fmla="*/ 3659402 w 4752801"/>
              <a:gd name="connsiteY4381" fmla="*/ 2224445 h 2767298"/>
              <a:gd name="connsiteX4382" fmla="*/ 3660617 w 4752801"/>
              <a:gd name="connsiteY4382" fmla="*/ 2224850 h 2767298"/>
              <a:gd name="connsiteX4383" fmla="*/ 3663450 w 4752801"/>
              <a:gd name="connsiteY4383" fmla="*/ 2229708 h 2767298"/>
              <a:gd name="connsiteX4384" fmla="*/ 3663450 w 4752801"/>
              <a:gd name="connsiteY4384" fmla="*/ 2230922 h 2767298"/>
              <a:gd name="connsiteX4385" fmla="*/ 3660617 w 4752801"/>
              <a:gd name="connsiteY4385" fmla="*/ 2235780 h 2767298"/>
              <a:gd name="connsiteX4386" fmla="*/ 3659402 w 4752801"/>
              <a:gd name="connsiteY4386" fmla="*/ 2236589 h 2767298"/>
              <a:gd name="connsiteX4387" fmla="*/ 3653735 w 4752801"/>
              <a:gd name="connsiteY4387" fmla="*/ 2236589 h 2767298"/>
              <a:gd name="connsiteX4388" fmla="*/ 3652521 w 4752801"/>
              <a:gd name="connsiteY4388" fmla="*/ 2235780 h 2767298"/>
              <a:gd name="connsiteX4389" fmla="*/ 3649687 w 4752801"/>
              <a:gd name="connsiteY4389" fmla="*/ 2230922 h 2767298"/>
              <a:gd name="connsiteX4390" fmla="*/ 3649687 w 4752801"/>
              <a:gd name="connsiteY4390" fmla="*/ 2229708 h 2767298"/>
              <a:gd name="connsiteX4391" fmla="*/ 3652521 w 4752801"/>
              <a:gd name="connsiteY4391" fmla="*/ 2224850 h 2767298"/>
              <a:gd name="connsiteX4392" fmla="*/ 3653735 w 4752801"/>
              <a:gd name="connsiteY4392" fmla="*/ 2224445 h 2767298"/>
              <a:gd name="connsiteX4393" fmla="*/ 3612849 w 4752801"/>
              <a:gd name="connsiteY4393" fmla="*/ 2222825 h 2767298"/>
              <a:gd name="connsiteX4394" fmla="*/ 3619326 w 4752801"/>
              <a:gd name="connsiteY4394" fmla="*/ 2222825 h 2767298"/>
              <a:gd name="connsiteX4395" fmla="*/ 3620541 w 4752801"/>
              <a:gd name="connsiteY4395" fmla="*/ 2223635 h 2767298"/>
              <a:gd name="connsiteX4396" fmla="*/ 3623780 w 4752801"/>
              <a:gd name="connsiteY4396" fmla="*/ 2229302 h 2767298"/>
              <a:gd name="connsiteX4397" fmla="*/ 3623780 w 4752801"/>
              <a:gd name="connsiteY4397" fmla="*/ 2230517 h 2767298"/>
              <a:gd name="connsiteX4398" fmla="*/ 3620541 w 4752801"/>
              <a:gd name="connsiteY4398" fmla="*/ 2236184 h 2767298"/>
              <a:gd name="connsiteX4399" fmla="*/ 3619326 w 4752801"/>
              <a:gd name="connsiteY4399" fmla="*/ 2236589 h 2767298"/>
              <a:gd name="connsiteX4400" fmla="*/ 3612849 w 4752801"/>
              <a:gd name="connsiteY4400" fmla="*/ 2236589 h 2767298"/>
              <a:gd name="connsiteX4401" fmla="*/ 3611635 w 4752801"/>
              <a:gd name="connsiteY4401" fmla="*/ 2236184 h 2767298"/>
              <a:gd name="connsiteX4402" fmla="*/ 3608397 w 4752801"/>
              <a:gd name="connsiteY4402" fmla="*/ 2230517 h 2767298"/>
              <a:gd name="connsiteX4403" fmla="*/ 3608397 w 4752801"/>
              <a:gd name="connsiteY4403" fmla="*/ 2229302 h 2767298"/>
              <a:gd name="connsiteX4404" fmla="*/ 3611635 w 4752801"/>
              <a:gd name="connsiteY4404" fmla="*/ 2223635 h 2767298"/>
              <a:gd name="connsiteX4405" fmla="*/ 3612849 w 4752801"/>
              <a:gd name="connsiteY4405" fmla="*/ 2222825 h 2767298"/>
              <a:gd name="connsiteX4406" fmla="*/ 3490596 w 4752801"/>
              <a:gd name="connsiteY4406" fmla="*/ 2222421 h 2767298"/>
              <a:gd name="connsiteX4407" fmla="*/ 3498287 w 4752801"/>
              <a:gd name="connsiteY4407" fmla="*/ 2222421 h 2767298"/>
              <a:gd name="connsiteX4408" fmla="*/ 3499501 w 4752801"/>
              <a:gd name="connsiteY4408" fmla="*/ 2223231 h 2767298"/>
              <a:gd name="connsiteX4409" fmla="*/ 3503145 w 4752801"/>
              <a:gd name="connsiteY4409" fmla="*/ 2229708 h 2767298"/>
              <a:gd name="connsiteX4410" fmla="*/ 3503145 w 4752801"/>
              <a:gd name="connsiteY4410" fmla="*/ 2230922 h 2767298"/>
              <a:gd name="connsiteX4411" fmla="*/ 3499501 w 4752801"/>
              <a:gd name="connsiteY4411" fmla="*/ 2237399 h 2767298"/>
              <a:gd name="connsiteX4412" fmla="*/ 3498287 w 4752801"/>
              <a:gd name="connsiteY4412" fmla="*/ 2238209 h 2767298"/>
              <a:gd name="connsiteX4413" fmla="*/ 3490596 w 4752801"/>
              <a:gd name="connsiteY4413" fmla="*/ 2238209 h 2767298"/>
              <a:gd name="connsiteX4414" fmla="*/ 3489381 w 4752801"/>
              <a:gd name="connsiteY4414" fmla="*/ 2237399 h 2767298"/>
              <a:gd name="connsiteX4415" fmla="*/ 3485738 w 4752801"/>
              <a:gd name="connsiteY4415" fmla="*/ 2230922 h 2767298"/>
              <a:gd name="connsiteX4416" fmla="*/ 3485738 w 4752801"/>
              <a:gd name="connsiteY4416" fmla="*/ 2229708 h 2767298"/>
              <a:gd name="connsiteX4417" fmla="*/ 3489381 w 4752801"/>
              <a:gd name="connsiteY4417" fmla="*/ 2223231 h 2767298"/>
              <a:gd name="connsiteX4418" fmla="*/ 3490596 w 4752801"/>
              <a:gd name="connsiteY4418" fmla="*/ 2222421 h 2767298"/>
              <a:gd name="connsiteX4419" fmla="*/ 3450519 w 4752801"/>
              <a:gd name="connsiteY4419" fmla="*/ 2222421 h 2767298"/>
              <a:gd name="connsiteX4420" fmla="*/ 3457806 w 4752801"/>
              <a:gd name="connsiteY4420" fmla="*/ 2222421 h 2767298"/>
              <a:gd name="connsiteX4421" fmla="*/ 3459020 w 4752801"/>
              <a:gd name="connsiteY4421" fmla="*/ 2222826 h 2767298"/>
              <a:gd name="connsiteX4422" fmla="*/ 3462664 w 4752801"/>
              <a:gd name="connsiteY4422" fmla="*/ 2229303 h 2767298"/>
              <a:gd name="connsiteX4423" fmla="*/ 3462664 w 4752801"/>
              <a:gd name="connsiteY4423" fmla="*/ 2230517 h 2767298"/>
              <a:gd name="connsiteX4424" fmla="*/ 3459020 w 4752801"/>
              <a:gd name="connsiteY4424" fmla="*/ 2236994 h 2767298"/>
              <a:gd name="connsiteX4425" fmla="*/ 3457806 w 4752801"/>
              <a:gd name="connsiteY4425" fmla="*/ 2237399 h 2767298"/>
              <a:gd name="connsiteX4426" fmla="*/ 3450519 w 4752801"/>
              <a:gd name="connsiteY4426" fmla="*/ 2237399 h 2767298"/>
              <a:gd name="connsiteX4427" fmla="*/ 3449305 w 4752801"/>
              <a:gd name="connsiteY4427" fmla="*/ 2236994 h 2767298"/>
              <a:gd name="connsiteX4428" fmla="*/ 3445662 w 4752801"/>
              <a:gd name="connsiteY4428" fmla="*/ 2230517 h 2767298"/>
              <a:gd name="connsiteX4429" fmla="*/ 3445662 w 4752801"/>
              <a:gd name="connsiteY4429" fmla="*/ 2229303 h 2767298"/>
              <a:gd name="connsiteX4430" fmla="*/ 3449305 w 4752801"/>
              <a:gd name="connsiteY4430" fmla="*/ 2222826 h 2767298"/>
              <a:gd name="connsiteX4431" fmla="*/ 3450519 w 4752801"/>
              <a:gd name="connsiteY4431" fmla="*/ 2222421 h 2767298"/>
              <a:gd name="connsiteX4432" fmla="*/ 3571153 w 4752801"/>
              <a:gd name="connsiteY4432" fmla="*/ 2222016 h 2767298"/>
              <a:gd name="connsiteX4433" fmla="*/ 3579250 w 4752801"/>
              <a:gd name="connsiteY4433" fmla="*/ 2222016 h 2767298"/>
              <a:gd name="connsiteX4434" fmla="*/ 3580464 w 4752801"/>
              <a:gd name="connsiteY4434" fmla="*/ 2222826 h 2767298"/>
              <a:gd name="connsiteX4435" fmla="*/ 3584512 w 4752801"/>
              <a:gd name="connsiteY4435" fmla="*/ 2229708 h 2767298"/>
              <a:gd name="connsiteX4436" fmla="*/ 3584512 w 4752801"/>
              <a:gd name="connsiteY4436" fmla="*/ 2230922 h 2767298"/>
              <a:gd name="connsiteX4437" fmla="*/ 3580464 w 4752801"/>
              <a:gd name="connsiteY4437" fmla="*/ 2237804 h 2767298"/>
              <a:gd name="connsiteX4438" fmla="*/ 3579250 w 4752801"/>
              <a:gd name="connsiteY4438" fmla="*/ 2238613 h 2767298"/>
              <a:gd name="connsiteX4439" fmla="*/ 3571153 w 4752801"/>
              <a:gd name="connsiteY4439" fmla="*/ 2238613 h 2767298"/>
              <a:gd name="connsiteX4440" fmla="*/ 3569939 w 4752801"/>
              <a:gd name="connsiteY4440" fmla="*/ 2237804 h 2767298"/>
              <a:gd name="connsiteX4441" fmla="*/ 3565891 w 4752801"/>
              <a:gd name="connsiteY4441" fmla="*/ 2230922 h 2767298"/>
              <a:gd name="connsiteX4442" fmla="*/ 3565891 w 4752801"/>
              <a:gd name="connsiteY4442" fmla="*/ 2229708 h 2767298"/>
              <a:gd name="connsiteX4443" fmla="*/ 3569939 w 4752801"/>
              <a:gd name="connsiteY4443" fmla="*/ 2222826 h 2767298"/>
              <a:gd name="connsiteX4444" fmla="*/ 3571153 w 4752801"/>
              <a:gd name="connsiteY4444" fmla="*/ 2222016 h 2767298"/>
              <a:gd name="connsiteX4445" fmla="*/ 3530672 w 4752801"/>
              <a:gd name="connsiteY4445" fmla="*/ 2221611 h 2767298"/>
              <a:gd name="connsiteX4446" fmla="*/ 3539578 w 4752801"/>
              <a:gd name="connsiteY4446" fmla="*/ 2221611 h 2767298"/>
              <a:gd name="connsiteX4447" fmla="*/ 3540792 w 4752801"/>
              <a:gd name="connsiteY4447" fmla="*/ 2222016 h 2767298"/>
              <a:gd name="connsiteX4448" fmla="*/ 3545245 w 4752801"/>
              <a:gd name="connsiteY4448" fmla="*/ 2229707 h 2767298"/>
              <a:gd name="connsiteX4449" fmla="*/ 3545245 w 4752801"/>
              <a:gd name="connsiteY4449" fmla="*/ 2230922 h 2767298"/>
              <a:gd name="connsiteX4450" fmla="*/ 3540792 w 4752801"/>
              <a:gd name="connsiteY4450" fmla="*/ 2238613 h 2767298"/>
              <a:gd name="connsiteX4451" fmla="*/ 3539578 w 4752801"/>
              <a:gd name="connsiteY4451" fmla="*/ 2239423 h 2767298"/>
              <a:gd name="connsiteX4452" fmla="*/ 3530672 w 4752801"/>
              <a:gd name="connsiteY4452" fmla="*/ 2239423 h 2767298"/>
              <a:gd name="connsiteX4453" fmla="*/ 3529457 w 4752801"/>
              <a:gd name="connsiteY4453" fmla="*/ 2238613 h 2767298"/>
              <a:gd name="connsiteX4454" fmla="*/ 3525005 w 4752801"/>
              <a:gd name="connsiteY4454" fmla="*/ 2230922 h 2767298"/>
              <a:gd name="connsiteX4455" fmla="*/ 3525005 w 4752801"/>
              <a:gd name="connsiteY4455" fmla="*/ 2229707 h 2767298"/>
              <a:gd name="connsiteX4456" fmla="*/ 3529457 w 4752801"/>
              <a:gd name="connsiteY4456" fmla="*/ 2222016 h 2767298"/>
              <a:gd name="connsiteX4457" fmla="*/ 3530672 w 4752801"/>
              <a:gd name="connsiteY4457" fmla="*/ 2221611 h 2767298"/>
              <a:gd name="connsiteX4458" fmla="*/ 3409229 w 4752801"/>
              <a:gd name="connsiteY4458" fmla="*/ 2221611 h 2767298"/>
              <a:gd name="connsiteX4459" fmla="*/ 3417730 w 4752801"/>
              <a:gd name="connsiteY4459" fmla="*/ 2221611 h 2767298"/>
              <a:gd name="connsiteX4460" fmla="*/ 3418944 w 4752801"/>
              <a:gd name="connsiteY4460" fmla="*/ 2222421 h 2767298"/>
              <a:gd name="connsiteX4461" fmla="*/ 3423397 w 4752801"/>
              <a:gd name="connsiteY4461" fmla="*/ 2229707 h 2767298"/>
              <a:gd name="connsiteX4462" fmla="*/ 3423397 w 4752801"/>
              <a:gd name="connsiteY4462" fmla="*/ 2230922 h 2767298"/>
              <a:gd name="connsiteX4463" fmla="*/ 3418944 w 4752801"/>
              <a:gd name="connsiteY4463" fmla="*/ 2238208 h 2767298"/>
              <a:gd name="connsiteX4464" fmla="*/ 3417730 w 4752801"/>
              <a:gd name="connsiteY4464" fmla="*/ 2239018 h 2767298"/>
              <a:gd name="connsiteX4465" fmla="*/ 3409229 w 4752801"/>
              <a:gd name="connsiteY4465" fmla="*/ 2239018 h 2767298"/>
              <a:gd name="connsiteX4466" fmla="*/ 3408014 w 4752801"/>
              <a:gd name="connsiteY4466" fmla="*/ 2238208 h 2767298"/>
              <a:gd name="connsiteX4467" fmla="*/ 3403562 w 4752801"/>
              <a:gd name="connsiteY4467" fmla="*/ 2230922 h 2767298"/>
              <a:gd name="connsiteX4468" fmla="*/ 3403562 w 4752801"/>
              <a:gd name="connsiteY4468" fmla="*/ 2229707 h 2767298"/>
              <a:gd name="connsiteX4469" fmla="*/ 3408014 w 4752801"/>
              <a:gd name="connsiteY4469" fmla="*/ 2222421 h 2767298"/>
              <a:gd name="connsiteX4470" fmla="*/ 3409229 w 4752801"/>
              <a:gd name="connsiteY4470" fmla="*/ 2221611 h 2767298"/>
              <a:gd name="connsiteX4471" fmla="*/ 3367532 w 4752801"/>
              <a:gd name="connsiteY4471" fmla="*/ 2220397 h 2767298"/>
              <a:gd name="connsiteX4472" fmla="*/ 3378057 w 4752801"/>
              <a:gd name="connsiteY4472" fmla="*/ 2220397 h 2767298"/>
              <a:gd name="connsiteX4473" fmla="*/ 3379272 w 4752801"/>
              <a:gd name="connsiteY4473" fmla="*/ 2220802 h 2767298"/>
              <a:gd name="connsiteX4474" fmla="*/ 3384534 w 4752801"/>
              <a:gd name="connsiteY4474" fmla="*/ 2229708 h 2767298"/>
              <a:gd name="connsiteX4475" fmla="*/ 3384534 w 4752801"/>
              <a:gd name="connsiteY4475" fmla="*/ 2230922 h 2767298"/>
              <a:gd name="connsiteX4476" fmla="*/ 3379272 w 4752801"/>
              <a:gd name="connsiteY4476" fmla="*/ 2239828 h 2767298"/>
              <a:gd name="connsiteX4477" fmla="*/ 3378057 w 4752801"/>
              <a:gd name="connsiteY4477" fmla="*/ 2240638 h 2767298"/>
              <a:gd name="connsiteX4478" fmla="*/ 3367532 w 4752801"/>
              <a:gd name="connsiteY4478" fmla="*/ 2240638 h 2767298"/>
              <a:gd name="connsiteX4479" fmla="*/ 3366318 w 4752801"/>
              <a:gd name="connsiteY4479" fmla="*/ 2239828 h 2767298"/>
              <a:gd name="connsiteX4480" fmla="*/ 3361056 w 4752801"/>
              <a:gd name="connsiteY4480" fmla="*/ 2230922 h 2767298"/>
              <a:gd name="connsiteX4481" fmla="*/ 3361056 w 4752801"/>
              <a:gd name="connsiteY4481" fmla="*/ 2229708 h 2767298"/>
              <a:gd name="connsiteX4482" fmla="*/ 3366318 w 4752801"/>
              <a:gd name="connsiteY4482" fmla="*/ 2220802 h 2767298"/>
              <a:gd name="connsiteX4483" fmla="*/ 3367532 w 4752801"/>
              <a:gd name="connsiteY4483" fmla="*/ 2220397 h 2767298"/>
              <a:gd name="connsiteX4484" fmla="*/ 3327861 w 4752801"/>
              <a:gd name="connsiteY4484" fmla="*/ 2219992 h 2767298"/>
              <a:gd name="connsiteX4485" fmla="*/ 3337576 w 4752801"/>
              <a:gd name="connsiteY4485" fmla="*/ 2219992 h 2767298"/>
              <a:gd name="connsiteX4486" fmla="*/ 3338791 w 4752801"/>
              <a:gd name="connsiteY4486" fmla="*/ 2220802 h 2767298"/>
              <a:gd name="connsiteX4487" fmla="*/ 3343649 w 4752801"/>
              <a:gd name="connsiteY4487" fmla="*/ 2229303 h 2767298"/>
              <a:gd name="connsiteX4488" fmla="*/ 3343649 w 4752801"/>
              <a:gd name="connsiteY4488" fmla="*/ 2230517 h 2767298"/>
              <a:gd name="connsiteX4489" fmla="*/ 3338791 w 4752801"/>
              <a:gd name="connsiteY4489" fmla="*/ 2239018 h 2767298"/>
              <a:gd name="connsiteX4490" fmla="*/ 3337576 w 4752801"/>
              <a:gd name="connsiteY4490" fmla="*/ 2239828 h 2767298"/>
              <a:gd name="connsiteX4491" fmla="*/ 3327861 w 4752801"/>
              <a:gd name="connsiteY4491" fmla="*/ 2239828 h 2767298"/>
              <a:gd name="connsiteX4492" fmla="*/ 3326647 w 4752801"/>
              <a:gd name="connsiteY4492" fmla="*/ 2239018 h 2767298"/>
              <a:gd name="connsiteX4493" fmla="*/ 3321789 w 4752801"/>
              <a:gd name="connsiteY4493" fmla="*/ 2230517 h 2767298"/>
              <a:gd name="connsiteX4494" fmla="*/ 3321789 w 4752801"/>
              <a:gd name="connsiteY4494" fmla="*/ 2229303 h 2767298"/>
              <a:gd name="connsiteX4495" fmla="*/ 3326647 w 4752801"/>
              <a:gd name="connsiteY4495" fmla="*/ 2220802 h 2767298"/>
              <a:gd name="connsiteX4496" fmla="*/ 3327861 w 4752801"/>
              <a:gd name="connsiteY4496" fmla="*/ 2219992 h 2767298"/>
              <a:gd name="connsiteX4497" fmla="*/ 4140724 w 4752801"/>
              <a:gd name="connsiteY4497" fmla="*/ 2186797 h 2767298"/>
              <a:gd name="connsiteX4498" fmla="*/ 4143963 w 4752801"/>
              <a:gd name="connsiteY4498" fmla="*/ 2186797 h 2767298"/>
              <a:gd name="connsiteX4499" fmla="*/ 4145582 w 4752801"/>
              <a:gd name="connsiteY4499" fmla="*/ 2189630 h 2767298"/>
              <a:gd name="connsiteX4500" fmla="*/ 4143963 w 4752801"/>
              <a:gd name="connsiteY4500" fmla="*/ 2192464 h 2767298"/>
              <a:gd name="connsiteX4501" fmla="*/ 4140724 w 4752801"/>
              <a:gd name="connsiteY4501" fmla="*/ 2192464 h 2767298"/>
              <a:gd name="connsiteX4502" fmla="*/ 4139105 w 4752801"/>
              <a:gd name="connsiteY4502" fmla="*/ 2189630 h 2767298"/>
              <a:gd name="connsiteX4503" fmla="*/ 4626499 w 4752801"/>
              <a:gd name="connsiteY4503" fmla="*/ 2185988 h 2767298"/>
              <a:gd name="connsiteX4504" fmla="*/ 4629738 w 4752801"/>
              <a:gd name="connsiteY4504" fmla="*/ 2185988 h 2767298"/>
              <a:gd name="connsiteX4505" fmla="*/ 4630952 w 4752801"/>
              <a:gd name="connsiteY4505" fmla="*/ 2186393 h 2767298"/>
              <a:gd name="connsiteX4506" fmla="*/ 4632572 w 4752801"/>
              <a:gd name="connsiteY4506" fmla="*/ 2189226 h 2767298"/>
              <a:gd name="connsiteX4507" fmla="*/ 4632572 w 4752801"/>
              <a:gd name="connsiteY4507" fmla="*/ 2190441 h 2767298"/>
              <a:gd name="connsiteX4508" fmla="*/ 4630952 w 4752801"/>
              <a:gd name="connsiteY4508" fmla="*/ 2193275 h 2767298"/>
              <a:gd name="connsiteX4509" fmla="*/ 4629738 w 4752801"/>
              <a:gd name="connsiteY4509" fmla="*/ 2194489 h 2767298"/>
              <a:gd name="connsiteX4510" fmla="*/ 4626499 w 4752801"/>
              <a:gd name="connsiteY4510" fmla="*/ 2194489 h 2767298"/>
              <a:gd name="connsiteX4511" fmla="*/ 4625285 w 4752801"/>
              <a:gd name="connsiteY4511" fmla="*/ 2193679 h 2767298"/>
              <a:gd name="connsiteX4512" fmla="*/ 4623666 w 4752801"/>
              <a:gd name="connsiteY4512" fmla="*/ 2190846 h 2767298"/>
              <a:gd name="connsiteX4513" fmla="*/ 4623666 w 4752801"/>
              <a:gd name="connsiteY4513" fmla="*/ 2189631 h 2767298"/>
              <a:gd name="connsiteX4514" fmla="*/ 4625285 w 4752801"/>
              <a:gd name="connsiteY4514" fmla="*/ 2186798 h 2767298"/>
              <a:gd name="connsiteX4515" fmla="*/ 4626499 w 4752801"/>
              <a:gd name="connsiteY4515" fmla="*/ 2185988 h 2767298"/>
              <a:gd name="connsiteX4516" fmla="*/ 4220878 w 4752801"/>
              <a:gd name="connsiteY4516" fmla="*/ 2185988 h 2767298"/>
              <a:gd name="connsiteX4517" fmla="*/ 4225331 w 4752801"/>
              <a:gd name="connsiteY4517" fmla="*/ 2185988 h 2767298"/>
              <a:gd name="connsiteX4518" fmla="*/ 4227355 w 4752801"/>
              <a:gd name="connsiteY4518" fmla="*/ 2189631 h 2767298"/>
              <a:gd name="connsiteX4519" fmla="*/ 4225331 w 4752801"/>
              <a:gd name="connsiteY4519" fmla="*/ 2193275 h 2767298"/>
              <a:gd name="connsiteX4520" fmla="*/ 4220878 w 4752801"/>
              <a:gd name="connsiteY4520" fmla="*/ 2193275 h 2767298"/>
              <a:gd name="connsiteX4521" fmla="*/ 4218854 w 4752801"/>
              <a:gd name="connsiteY4521" fmla="*/ 2189631 h 2767298"/>
              <a:gd name="connsiteX4522" fmla="*/ 4099838 w 4752801"/>
              <a:gd name="connsiteY4522" fmla="*/ 2185988 h 2767298"/>
              <a:gd name="connsiteX4523" fmla="*/ 4103886 w 4752801"/>
              <a:gd name="connsiteY4523" fmla="*/ 2185988 h 2767298"/>
              <a:gd name="connsiteX4524" fmla="*/ 4105910 w 4752801"/>
              <a:gd name="connsiteY4524" fmla="*/ 2189631 h 2767298"/>
              <a:gd name="connsiteX4525" fmla="*/ 4103886 w 4752801"/>
              <a:gd name="connsiteY4525" fmla="*/ 2193275 h 2767298"/>
              <a:gd name="connsiteX4526" fmla="*/ 4099838 w 4752801"/>
              <a:gd name="connsiteY4526" fmla="*/ 2193275 h 2767298"/>
              <a:gd name="connsiteX4527" fmla="*/ 4097814 w 4752801"/>
              <a:gd name="connsiteY4527" fmla="*/ 2189631 h 2767298"/>
              <a:gd name="connsiteX4528" fmla="*/ 3897837 w 4752801"/>
              <a:gd name="connsiteY4528" fmla="*/ 2185988 h 2767298"/>
              <a:gd name="connsiteX4529" fmla="*/ 3901076 w 4752801"/>
              <a:gd name="connsiteY4529" fmla="*/ 2185988 h 2767298"/>
              <a:gd name="connsiteX4530" fmla="*/ 3902290 w 4752801"/>
              <a:gd name="connsiteY4530" fmla="*/ 2186393 h 2767298"/>
              <a:gd name="connsiteX4531" fmla="*/ 3903910 w 4752801"/>
              <a:gd name="connsiteY4531" fmla="*/ 2189226 h 2767298"/>
              <a:gd name="connsiteX4532" fmla="*/ 3903910 w 4752801"/>
              <a:gd name="connsiteY4532" fmla="*/ 2190441 h 2767298"/>
              <a:gd name="connsiteX4533" fmla="*/ 3902290 w 4752801"/>
              <a:gd name="connsiteY4533" fmla="*/ 2193275 h 2767298"/>
              <a:gd name="connsiteX4534" fmla="*/ 3901076 w 4752801"/>
              <a:gd name="connsiteY4534" fmla="*/ 2194084 h 2767298"/>
              <a:gd name="connsiteX4535" fmla="*/ 3897837 w 4752801"/>
              <a:gd name="connsiteY4535" fmla="*/ 2194084 h 2767298"/>
              <a:gd name="connsiteX4536" fmla="*/ 3896623 w 4752801"/>
              <a:gd name="connsiteY4536" fmla="*/ 2193275 h 2767298"/>
              <a:gd name="connsiteX4537" fmla="*/ 3895004 w 4752801"/>
              <a:gd name="connsiteY4537" fmla="*/ 2190441 h 2767298"/>
              <a:gd name="connsiteX4538" fmla="*/ 3895004 w 4752801"/>
              <a:gd name="connsiteY4538" fmla="*/ 2189226 h 2767298"/>
              <a:gd name="connsiteX4539" fmla="*/ 3896623 w 4752801"/>
              <a:gd name="connsiteY4539" fmla="*/ 2186393 h 2767298"/>
              <a:gd name="connsiteX4540" fmla="*/ 3897837 w 4752801"/>
              <a:gd name="connsiteY4540" fmla="*/ 2185988 h 2767298"/>
              <a:gd name="connsiteX4541" fmla="*/ 4504246 w 4752801"/>
              <a:gd name="connsiteY4541" fmla="*/ 2185583 h 2767298"/>
              <a:gd name="connsiteX4542" fmla="*/ 4508294 w 4752801"/>
              <a:gd name="connsiteY4542" fmla="*/ 2185583 h 2767298"/>
              <a:gd name="connsiteX4543" fmla="*/ 4509508 w 4752801"/>
              <a:gd name="connsiteY4543" fmla="*/ 2185988 h 2767298"/>
              <a:gd name="connsiteX4544" fmla="*/ 4511533 w 4752801"/>
              <a:gd name="connsiteY4544" fmla="*/ 2189226 h 2767298"/>
              <a:gd name="connsiteX4545" fmla="*/ 4511533 w 4752801"/>
              <a:gd name="connsiteY4545" fmla="*/ 2190441 h 2767298"/>
              <a:gd name="connsiteX4546" fmla="*/ 4509508 w 4752801"/>
              <a:gd name="connsiteY4546" fmla="*/ 2193679 h 2767298"/>
              <a:gd name="connsiteX4547" fmla="*/ 4508294 w 4752801"/>
              <a:gd name="connsiteY4547" fmla="*/ 2194084 h 2767298"/>
              <a:gd name="connsiteX4548" fmla="*/ 4504246 w 4752801"/>
              <a:gd name="connsiteY4548" fmla="*/ 2194084 h 2767298"/>
              <a:gd name="connsiteX4549" fmla="*/ 4503032 w 4752801"/>
              <a:gd name="connsiteY4549" fmla="*/ 2193679 h 2767298"/>
              <a:gd name="connsiteX4550" fmla="*/ 4501008 w 4752801"/>
              <a:gd name="connsiteY4550" fmla="*/ 2190441 h 2767298"/>
              <a:gd name="connsiteX4551" fmla="*/ 4501008 w 4752801"/>
              <a:gd name="connsiteY4551" fmla="*/ 2189226 h 2767298"/>
              <a:gd name="connsiteX4552" fmla="*/ 4503032 w 4752801"/>
              <a:gd name="connsiteY4552" fmla="*/ 2185988 h 2767298"/>
              <a:gd name="connsiteX4553" fmla="*/ 4504246 w 4752801"/>
              <a:gd name="connsiteY4553" fmla="*/ 2185583 h 2767298"/>
              <a:gd name="connsiteX4554" fmla="*/ 4423689 w 4752801"/>
              <a:gd name="connsiteY4554" fmla="*/ 2185583 h 2767298"/>
              <a:gd name="connsiteX4555" fmla="*/ 4427332 w 4752801"/>
              <a:gd name="connsiteY4555" fmla="*/ 2185583 h 2767298"/>
              <a:gd name="connsiteX4556" fmla="*/ 4428546 w 4752801"/>
              <a:gd name="connsiteY4556" fmla="*/ 2186393 h 2767298"/>
              <a:gd name="connsiteX4557" fmla="*/ 4430165 w 4752801"/>
              <a:gd name="connsiteY4557" fmla="*/ 2189226 h 2767298"/>
              <a:gd name="connsiteX4558" fmla="*/ 4430165 w 4752801"/>
              <a:gd name="connsiteY4558" fmla="*/ 2190441 h 2767298"/>
              <a:gd name="connsiteX4559" fmla="*/ 4428546 w 4752801"/>
              <a:gd name="connsiteY4559" fmla="*/ 2193275 h 2767298"/>
              <a:gd name="connsiteX4560" fmla="*/ 4427332 w 4752801"/>
              <a:gd name="connsiteY4560" fmla="*/ 2193679 h 2767298"/>
              <a:gd name="connsiteX4561" fmla="*/ 4423689 w 4752801"/>
              <a:gd name="connsiteY4561" fmla="*/ 2193679 h 2767298"/>
              <a:gd name="connsiteX4562" fmla="*/ 4422474 w 4752801"/>
              <a:gd name="connsiteY4562" fmla="*/ 2193275 h 2767298"/>
              <a:gd name="connsiteX4563" fmla="*/ 4420855 w 4752801"/>
              <a:gd name="connsiteY4563" fmla="*/ 2190441 h 2767298"/>
              <a:gd name="connsiteX4564" fmla="*/ 4420855 w 4752801"/>
              <a:gd name="connsiteY4564" fmla="*/ 2189226 h 2767298"/>
              <a:gd name="connsiteX4565" fmla="*/ 4422474 w 4752801"/>
              <a:gd name="connsiteY4565" fmla="*/ 2186393 h 2767298"/>
              <a:gd name="connsiteX4566" fmla="*/ 4423689 w 4752801"/>
              <a:gd name="connsiteY4566" fmla="*/ 2185583 h 2767298"/>
              <a:gd name="connsiteX4567" fmla="*/ 4383612 w 4752801"/>
              <a:gd name="connsiteY4567" fmla="*/ 2185583 h 2767298"/>
              <a:gd name="connsiteX4568" fmla="*/ 4386851 w 4752801"/>
              <a:gd name="connsiteY4568" fmla="*/ 2185583 h 2767298"/>
              <a:gd name="connsiteX4569" fmla="*/ 4388065 w 4752801"/>
              <a:gd name="connsiteY4569" fmla="*/ 2186393 h 2767298"/>
              <a:gd name="connsiteX4570" fmla="*/ 4389685 w 4752801"/>
              <a:gd name="connsiteY4570" fmla="*/ 2189226 h 2767298"/>
              <a:gd name="connsiteX4571" fmla="*/ 4389685 w 4752801"/>
              <a:gd name="connsiteY4571" fmla="*/ 2190441 h 2767298"/>
              <a:gd name="connsiteX4572" fmla="*/ 4388065 w 4752801"/>
              <a:gd name="connsiteY4572" fmla="*/ 2193275 h 2767298"/>
              <a:gd name="connsiteX4573" fmla="*/ 4386851 w 4752801"/>
              <a:gd name="connsiteY4573" fmla="*/ 2193679 h 2767298"/>
              <a:gd name="connsiteX4574" fmla="*/ 4383612 w 4752801"/>
              <a:gd name="connsiteY4574" fmla="*/ 2193679 h 2767298"/>
              <a:gd name="connsiteX4575" fmla="*/ 4382398 w 4752801"/>
              <a:gd name="connsiteY4575" fmla="*/ 2193275 h 2767298"/>
              <a:gd name="connsiteX4576" fmla="*/ 4380779 w 4752801"/>
              <a:gd name="connsiteY4576" fmla="*/ 2190441 h 2767298"/>
              <a:gd name="connsiteX4577" fmla="*/ 4380779 w 4752801"/>
              <a:gd name="connsiteY4577" fmla="*/ 2189226 h 2767298"/>
              <a:gd name="connsiteX4578" fmla="*/ 4382398 w 4752801"/>
              <a:gd name="connsiteY4578" fmla="*/ 2186393 h 2767298"/>
              <a:gd name="connsiteX4579" fmla="*/ 4383612 w 4752801"/>
              <a:gd name="connsiteY4579" fmla="*/ 2185583 h 2767298"/>
              <a:gd name="connsiteX4580" fmla="*/ 4342726 w 4752801"/>
              <a:gd name="connsiteY4580" fmla="*/ 2185583 h 2767298"/>
              <a:gd name="connsiteX4581" fmla="*/ 4347179 w 4752801"/>
              <a:gd name="connsiteY4581" fmla="*/ 2185583 h 2767298"/>
              <a:gd name="connsiteX4582" fmla="*/ 4349607 w 4752801"/>
              <a:gd name="connsiteY4582" fmla="*/ 2189631 h 2767298"/>
              <a:gd name="connsiteX4583" fmla="*/ 4347179 w 4752801"/>
              <a:gd name="connsiteY4583" fmla="*/ 2193679 h 2767298"/>
              <a:gd name="connsiteX4584" fmla="*/ 4342726 w 4752801"/>
              <a:gd name="connsiteY4584" fmla="*/ 2193679 h 2767298"/>
              <a:gd name="connsiteX4585" fmla="*/ 4340297 w 4752801"/>
              <a:gd name="connsiteY4585" fmla="*/ 2189631 h 2767298"/>
              <a:gd name="connsiteX4586" fmla="*/ 4301840 w 4752801"/>
              <a:gd name="connsiteY4586" fmla="*/ 2185583 h 2767298"/>
              <a:gd name="connsiteX4587" fmla="*/ 4306293 w 4752801"/>
              <a:gd name="connsiteY4587" fmla="*/ 2185583 h 2767298"/>
              <a:gd name="connsiteX4588" fmla="*/ 4308317 w 4752801"/>
              <a:gd name="connsiteY4588" fmla="*/ 2189631 h 2767298"/>
              <a:gd name="connsiteX4589" fmla="*/ 4306293 w 4752801"/>
              <a:gd name="connsiteY4589" fmla="*/ 2193679 h 2767298"/>
              <a:gd name="connsiteX4590" fmla="*/ 4301840 w 4752801"/>
              <a:gd name="connsiteY4590" fmla="*/ 2193679 h 2767298"/>
              <a:gd name="connsiteX4591" fmla="*/ 4299816 w 4752801"/>
              <a:gd name="connsiteY4591" fmla="*/ 2189631 h 2767298"/>
              <a:gd name="connsiteX4592" fmla="*/ 4261359 w 4752801"/>
              <a:gd name="connsiteY4592" fmla="*/ 2185583 h 2767298"/>
              <a:gd name="connsiteX4593" fmla="*/ 4266217 w 4752801"/>
              <a:gd name="connsiteY4593" fmla="*/ 2185583 h 2767298"/>
              <a:gd name="connsiteX4594" fmla="*/ 4268646 w 4752801"/>
              <a:gd name="connsiteY4594" fmla="*/ 2189631 h 2767298"/>
              <a:gd name="connsiteX4595" fmla="*/ 4266217 w 4752801"/>
              <a:gd name="connsiteY4595" fmla="*/ 2193679 h 2767298"/>
              <a:gd name="connsiteX4596" fmla="*/ 4261359 w 4752801"/>
              <a:gd name="connsiteY4596" fmla="*/ 2193679 h 2767298"/>
              <a:gd name="connsiteX4597" fmla="*/ 4258930 w 4752801"/>
              <a:gd name="connsiteY4597" fmla="*/ 2189631 h 2767298"/>
              <a:gd name="connsiteX4598" fmla="*/ 4180801 w 4752801"/>
              <a:gd name="connsiteY4598" fmla="*/ 2185583 h 2767298"/>
              <a:gd name="connsiteX4599" fmla="*/ 4185254 w 4752801"/>
              <a:gd name="connsiteY4599" fmla="*/ 2185583 h 2767298"/>
              <a:gd name="connsiteX4600" fmla="*/ 4187682 w 4752801"/>
              <a:gd name="connsiteY4600" fmla="*/ 2189631 h 2767298"/>
              <a:gd name="connsiteX4601" fmla="*/ 4185254 w 4752801"/>
              <a:gd name="connsiteY4601" fmla="*/ 2193679 h 2767298"/>
              <a:gd name="connsiteX4602" fmla="*/ 4180801 w 4752801"/>
              <a:gd name="connsiteY4602" fmla="*/ 2193679 h 2767298"/>
              <a:gd name="connsiteX4603" fmla="*/ 4178372 w 4752801"/>
              <a:gd name="connsiteY4603" fmla="*/ 2189631 h 2767298"/>
              <a:gd name="connsiteX4604" fmla="*/ 4059762 w 4752801"/>
              <a:gd name="connsiteY4604" fmla="*/ 2185583 h 2767298"/>
              <a:gd name="connsiteX4605" fmla="*/ 4063001 w 4752801"/>
              <a:gd name="connsiteY4605" fmla="*/ 2185583 h 2767298"/>
              <a:gd name="connsiteX4606" fmla="*/ 4064215 w 4752801"/>
              <a:gd name="connsiteY4606" fmla="*/ 2186393 h 2767298"/>
              <a:gd name="connsiteX4607" fmla="*/ 4065835 w 4752801"/>
              <a:gd name="connsiteY4607" fmla="*/ 2189226 h 2767298"/>
              <a:gd name="connsiteX4608" fmla="*/ 4065835 w 4752801"/>
              <a:gd name="connsiteY4608" fmla="*/ 2190441 h 2767298"/>
              <a:gd name="connsiteX4609" fmla="*/ 4064215 w 4752801"/>
              <a:gd name="connsiteY4609" fmla="*/ 2193275 h 2767298"/>
              <a:gd name="connsiteX4610" fmla="*/ 4063001 w 4752801"/>
              <a:gd name="connsiteY4610" fmla="*/ 2194084 h 2767298"/>
              <a:gd name="connsiteX4611" fmla="*/ 4059762 w 4752801"/>
              <a:gd name="connsiteY4611" fmla="*/ 2194084 h 2767298"/>
              <a:gd name="connsiteX4612" fmla="*/ 4058548 w 4752801"/>
              <a:gd name="connsiteY4612" fmla="*/ 2193275 h 2767298"/>
              <a:gd name="connsiteX4613" fmla="*/ 4056929 w 4752801"/>
              <a:gd name="connsiteY4613" fmla="*/ 2190441 h 2767298"/>
              <a:gd name="connsiteX4614" fmla="*/ 4056929 w 4752801"/>
              <a:gd name="connsiteY4614" fmla="*/ 2189226 h 2767298"/>
              <a:gd name="connsiteX4615" fmla="*/ 4058548 w 4752801"/>
              <a:gd name="connsiteY4615" fmla="*/ 2186393 h 2767298"/>
              <a:gd name="connsiteX4616" fmla="*/ 4059762 w 4752801"/>
              <a:gd name="connsiteY4616" fmla="*/ 2185583 h 2767298"/>
              <a:gd name="connsiteX4617" fmla="*/ 4019280 w 4752801"/>
              <a:gd name="connsiteY4617" fmla="*/ 2185583 h 2767298"/>
              <a:gd name="connsiteX4618" fmla="*/ 4022519 w 4752801"/>
              <a:gd name="connsiteY4618" fmla="*/ 2185583 h 2767298"/>
              <a:gd name="connsiteX4619" fmla="*/ 4023733 w 4752801"/>
              <a:gd name="connsiteY4619" fmla="*/ 2186393 h 2767298"/>
              <a:gd name="connsiteX4620" fmla="*/ 4025353 w 4752801"/>
              <a:gd name="connsiteY4620" fmla="*/ 2189226 h 2767298"/>
              <a:gd name="connsiteX4621" fmla="*/ 4025353 w 4752801"/>
              <a:gd name="connsiteY4621" fmla="*/ 2190441 h 2767298"/>
              <a:gd name="connsiteX4622" fmla="*/ 4023733 w 4752801"/>
              <a:gd name="connsiteY4622" fmla="*/ 2193275 h 2767298"/>
              <a:gd name="connsiteX4623" fmla="*/ 4022519 w 4752801"/>
              <a:gd name="connsiteY4623" fmla="*/ 2194084 h 2767298"/>
              <a:gd name="connsiteX4624" fmla="*/ 4019280 w 4752801"/>
              <a:gd name="connsiteY4624" fmla="*/ 2194084 h 2767298"/>
              <a:gd name="connsiteX4625" fmla="*/ 4018066 w 4752801"/>
              <a:gd name="connsiteY4625" fmla="*/ 2193275 h 2767298"/>
              <a:gd name="connsiteX4626" fmla="*/ 4016447 w 4752801"/>
              <a:gd name="connsiteY4626" fmla="*/ 2190441 h 2767298"/>
              <a:gd name="connsiteX4627" fmla="*/ 4016447 w 4752801"/>
              <a:gd name="connsiteY4627" fmla="*/ 2189226 h 2767298"/>
              <a:gd name="connsiteX4628" fmla="*/ 4018066 w 4752801"/>
              <a:gd name="connsiteY4628" fmla="*/ 2186393 h 2767298"/>
              <a:gd name="connsiteX4629" fmla="*/ 4019280 w 4752801"/>
              <a:gd name="connsiteY4629" fmla="*/ 2185583 h 2767298"/>
              <a:gd name="connsiteX4630" fmla="*/ 3978395 w 4752801"/>
              <a:gd name="connsiteY4630" fmla="*/ 2185583 h 2767298"/>
              <a:gd name="connsiteX4631" fmla="*/ 3982848 w 4752801"/>
              <a:gd name="connsiteY4631" fmla="*/ 2185583 h 2767298"/>
              <a:gd name="connsiteX4632" fmla="*/ 3985276 w 4752801"/>
              <a:gd name="connsiteY4632" fmla="*/ 2189631 h 2767298"/>
              <a:gd name="connsiteX4633" fmla="*/ 3982848 w 4752801"/>
              <a:gd name="connsiteY4633" fmla="*/ 2193679 h 2767298"/>
              <a:gd name="connsiteX4634" fmla="*/ 3978395 w 4752801"/>
              <a:gd name="connsiteY4634" fmla="*/ 2193679 h 2767298"/>
              <a:gd name="connsiteX4635" fmla="*/ 3975966 w 4752801"/>
              <a:gd name="connsiteY4635" fmla="*/ 2189631 h 2767298"/>
              <a:gd name="connsiteX4636" fmla="*/ 3938318 w 4752801"/>
              <a:gd name="connsiteY4636" fmla="*/ 2185583 h 2767298"/>
              <a:gd name="connsiteX4637" fmla="*/ 3941557 w 4752801"/>
              <a:gd name="connsiteY4637" fmla="*/ 2185583 h 2767298"/>
              <a:gd name="connsiteX4638" fmla="*/ 3942771 w 4752801"/>
              <a:gd name="connsiteY4638" fmla="*/ 2186393 h 2767298"/>
              <a:gd name="connsiteX4639" fmla="*/ 3944391 w 4752801"/>
              <a:gd name="connsiteY4639" fmla="*/ 2189226 h 2767298"/>
              <a:gd name="connsiteX4640" fmla="*/ 3944391 w 4752801"/>
              <a:gd name="connsiteY4640" fmla="*/ 2190441 h 2767298"/>
              <a:gd name="connsiteX4641" fmla="*/ 3942771 w 4752801"/>
              <a:gd name="connsiteY4641" fmla="*/ 2193275 h 2767298"/>
              <a:gd name="connsiteX4642" fmla="*/ 3941557 w 4752801"/>
              <a:gd name="connsiteY4642" fmla="*/ 2193679 h 2767298"/>
              <a:gd name="connsiteX4643" fmla="*/ 3938318 w 4752801"/>
              <a:gd name="connsiteY4643" fmla="*/ 2193679 h 2767298"/>
              <a:gd name="connsiteX4644" fmla="*/ 3937104 w 4752801"/>
              <a:gd name="connsiteY4644" fmla="*/ 2193275 h 2767298"/>
              <a:gd name="connsiteX4645" fmla="*/ 3935485 w 4752801"/>
              <a:gd name="connsiteY4645" fmla="*/ 2190441 h 2767298"/>
              <a:gd name="connsiteX4646" fmla="*/ 3935485 w 4752801"/>
              <a:gd name="connsiteY4646" fmla="*/ 2189226 h 2767298"/>
              <a:gd name="connsiteX4647" fmla="*/ 3937104 w 4752801"/>
              <a:gd name="connsiteY4647" fmla="*/ 2186393 h 2767298"/>
              <a:gd name="connsiteX4648" fmla="*/ 3938318 w 4752801"/>
              <a:gd name="connsiteY4648" fmla="*/ 2185583 h 2767298"/>
              <a:gd name="connsiteX4649" fmla="*/ 3856546 w 4752801"/>
              <a:gd name="connsiteY4649" fmla="*/ 2185583 h 2767298"/>
              <a:gd name="connsiteX4650" fmla="*/ 3860594 w 4752801"/>
              <a:gd name="connsiteY4650" fmla="*/ 2185583 h 2767298"/>
              <a:gd name="connsiteX4651" fmla="*/ 3861808 w 4752801"/>
              <a:gd name="connsiteY4651" fmla="*/ 2185988 h 2767298"/>
              <a:gd name="connsiteX4652" fmla="*/ 3863833 w 4752801"/>
              <a:gd name="connsiteY4652" fmla="*/ 2189226 h 2767298"/>
              <a:gd name="connsiteX4653" fmla="*/ 3863833 w 4752801"/>
              <a:gd name="connsiteY4653" fmla="*/ 2190441 h 2767298"/>
              <a:gd name="connsiteX4654" fmla="*/ 3861808 w 4752801"/>
              <a:gd name="connsiteY4654" fmla="*/ 2193679 h 2767298"/>
              <a:gd name="connsiteX4655" fmla="*/ 3860594 w 4752801"/>
              <a:gd name="connsiteY4655" fmla="*/ 2194489 h 2767298"/>
              <a:gd name="connsiteX4656" fmla="*/ 3856546 w 4752801"/>
              <a:gd name="connsiteY4656" fmla="*/ 2194489 h 2767298"/>
              <a:gd name="connsiteX4657" fmla="*/ 3855332 w 4752801"/>
              <a:gd name="connsiteY4657" fmla="*/ 2193679 h 2767298"/>
              <a:gd name="connsiteX4658" fmla="*/ 3853308 w 4752801"/>
              <a:gd name="connsiteY4658" fmla="*/ 2190441 h 2767298"/>
              <a:gd name="connsiteX4659" fmla="*/ 3853308 w 4752801"/>
              <a:gd name="connsiteY4659" fmla="*/ 2189226 h 2767298"/>
              <a:gd name="connsiteX4660" fmla="*/ 3855332 w 4752801"/>
              <a:gd name="connsiteY4660" fmla="*/ 2185988 h 2767298"/>
              <a:gd name="connsiteX4661" fmla="*/ 3856546 w 4752801"/>
              <a:gd name="connsiteY4661" fmla="*/ 2185583 h 2767298"/>
              <a:gd name="connsiteX4662" fmla="*/ 4545133 w 4752801"/>
              <a:gd name="connsiteY4662" fmla="*/ 2185178 h 2767298"/>
              <a:gd name="connsiteX4663" fmla="*/ 4548776 w 4752801"/>
              <a:gd name="connsiteY4663" fmla="*/ 2185178 h 2767298"/>
              <a:gd name="connsiteX4664" fmla="*/ 4549990 w 4752801"/>
              <a:gd name="connsiteY4664" fmla="*/ 2185583 h 2767298"/>
              <a:gd name="connsiteX4665" fmla="*/ 4551609 w 4752801"/>
              <a:gd name="connsiteY4665" fmla="*/ 2188821 h 2767298"/>
              <a:gd name="connsiteX4666" fmla="*/ 4551609 w 4752801"/>
              <a:gd name="connsiteY4666" fmla="*/ 2190036 h 2767298"/>
              <a:gd name="connsiteX4667" fmla="*/ 4549990 w 4752801"/>
              <a:gd name="connsiteY4667" fmla="*/ 2193274 h 2767298"/>
              <a:gd name="connsiteX4668" fmla="*/ 4548776 w 4752801"/>
              <a:gd name="connsiteY4668" fmla="*/ 2193679 h 2767298"/>
              <a:gd name="connsiteX4669" fmla="*/ 4545133 w 4752801"/>
              <a:gd name="connsiteY4669" fmla="*/ 2193679 h 2767298"/>
              <a:gd name="connsiteX4670" fmla="*/ 4543918 w 4752801"/>
              <a:gd name="connsiteY4670" fmla="*/ 2193274 h 2767298"/>
              <a:gd name="connsiteX4671" fmla="*/ 4542299 w 4752801"/>
              <a:gd name="connsiteY4671" fmla="*/ 2190036 h 2767298"/>
              <a:gd name="connsiteX4672" fmla="*/ 4542299 w 4752801"/>
              <a:gd name="connsiteY4672" fmla="*/ 2188821 h 2767298"/>
              <a:gd name="connsiteX4673" fmla="*/ 4543918 w 4752801"/>
              <a:gd name="connsiteY4673" fmla="*/ 2185583 h 2767298"/>
              <a:gd name="connsiteX4674" fmla="*/ 4545133 w 4752801"/>
              <a:gd name="connsiteY4674" fmla="*/ 2185178 h 2767298"/>
              <a:gd name="connsiteX4675" fmla="*/ 3775584 w 4752801"/>
              <a:gd name="connsiteY4675" fmla="*/ 2185178 h 2767298"/>
              <a:gd name="connsiteX4676" fmla="*/ 3780037 w 4752801"/>
              <a:gd name="connsiteY4676" fmla="*/ 2185178 h 2767298"/>
              <a:gd name="connsiteX4677" fmla="*/ 3781251 w 4752801"/>
              <a:gd name="connsiteY4677" fmla="*/ 2185583 h 2767298"/>
              <a:gd name="connsiteX4678" fmla="*/ 3783275 w 4752801"/>
              <a:gd name="connsiteY4678" fmla="*/ 2189226 h 2767298"/>
              <a:gd name="connsiteX4679" fmla="*/ 3783275 w 4752801"/>
              <a:gd name="connsiteY4679" fmla="*/ 2190441 h 2767298"/>
              <a:gd name="connsiteX4680" fmla="*/ 3781251 w 4752801"/>
              <a:gd name="connsiteY4680" fmla="*/ 2194084 h 2767298"/>
              <a:gd name="connsiteX4681" fmla="*/ 3780037 w 4752801"/>
              <a:gd name="connsiteY4681" fmla="*/ 2195298 h 2767298"/>
              <a:gd name="connsiteX4682" fmla="*/ 3775584 w 4752801"/>
              <a:gd name="connsiteY4682" fmla="*/ 2195298 h 2767298"/>
              <a:gd name="connsiteX4683" fmla="*/ 3774370 w 4752801"/>
              <a:gd name="connsiteY4683" fmla="*/ 2194489 h 2767298"/>
              <a:gd name="connsiteX4684" fmla="*/ 3772346 w 4752801"/>
              <a:gd name="connsiteY4684" fmla="*/ 2190845 h 2767298"/>
              <a:gd name="connsiteX4685" fmla="*/ 3772346 w 4752801"/>
              <a:gd name="connsiteY4685" fmla="*/ 2189631 h 2767298"/>
              <a:gd name="connsiteX4686" fmla="*/ 3774370 w 4752801"/>
              <a:gd name="connsiteY4686" fmla="*/ 2185988 h 2767298"/>
              <a:gd name="connsiteX4687" fmla="*/ 3775584 w 4752801"/>
              <a:gd name="connsiteY4687" fmla="*/ 2185178 h 2767298"/>
              <a:gd name="connsiteX4688" fmla="*/ 4585613 w 4752801"/>
              <a:gd name="connsiteY4688" fmla="*/ 2184773 h 2767298"/>
              <a:gd name="connsiteX4689" fmla="*/ 4589257 w 4752801"/>
              <a:gd name="connsiteY4689" fmla="*/ 2184773 h 2767298"/>
              <a:gd name="connsiteX4690" fmla="*/ 4590471 w 4752801"/>
              <a:gd name="connsiteY4690" fmla="*/ 2185582 h 2767298"/>
              <a:gd name="connsiteX4691" fmla="*/ 4592495 w 4752801"/>
              <a:gd name="connsiteY4691" fmla="*/ 2188821 h 2767298"/>
              <a:gd name="connsiteX4692" fmla="*/ 4592495 w 4752801"/>
              <a:gd name="connsiteY4692" fmla="*/ 2190036 h 2767298"/>
              <a:gd name="connsiteX4693" fmla="*/ 4590471 w 4752801"/>
              <a:gd name="connsiteY4693" fmla="*/ 2193274 h 2767298"/>
              <a:gd name="connsiteX4694" fmla="*/ 4589257 w 4752801"/>
              <a:gd name="connsiteY4694" fmla="*/ 2193679 h 2767298"/>
              <a:gd name="connsiteX4695" fmla="*/ 4585613 w 4752801"/>
              <a:gd name="connsiteY4695" fmla="*/ 2193679 h 2767298"/>
              <a:gd name="connsiteX4696" fmla="*/ 4584399 w 4752801"/>
              <a:gd name="connsiteY4696" fmla="*/ 2193274 h 2767298"/>
              <a:gd name="connsiteX4697" fmla="*/ 4582375 w 4752801"/>
              <a:gd name="connsiteY4697" fmla="*/ 2190036 h 2767298"/>
              <a:gd name="connsiteX4698" fmla="*/ 4582375 w 4752801"/>
              <a:gd name="connsiteY4698" fmla="*/ 2188821 h 2767298"/>
              <a:gd name="connsiteX4699" fmla="*/ 4584399 w 4752801"/>
              <a:gd name="connsiteY4699" fmla="*/ 2185582 h 2767298"/>
              <a:gd name="connsiteX4700" fmla="*/ 4585613 w 4752801"/>
              <a:gd name="connsiteY4700" fmla="*/ 2184773 h 2767298"/>
              <a:gd name="connsiteX4701" fmla="*/ 4464170 w 4752801"/>
              <a:gd name="connsiteY4701" fmla="*/ 2184773 h 2767298"/>
              <a:gd name="connsiteX4702" fmla="*/ 4467814 w 4752801"/>
              <a:gd name="connsiteY4702" fmla="*/ 2184773 h 2767298"/>
              <a:gd name="connsiteX4703" fmla="*/ 4469028 w 4752801"/>
              <a:gd name="connsiteY4703" fmla="*/ 2185582 h 2767298"/>
              <a:gd name="connsiteX4704" fmla="*/ 4471052 w 4752801"/>
              <a:gd name="connsiteY4704" fmla="*/ 2188821 h 2767298"/>
              <a:gd name="connsiteX4705" fmla="*/ 4471052 w 4752801"/>
              <a:gd name="connsiteY4705" fmla="*/ 2190036 h 2767298"/>
              <a:gd name="connsiteX4706" fmla="*/ 4469028 w 4752801"/>
              <a:gd name="connsiteY4706" fmla="*/ 2193274 h 2767298"/>
              <a:gd name="connsiteX4707" fmla="*/ 4467814 w 4752801"/>
              <a:gd name="connsiteY4707" fmla="*/ 2194084 h 2767298"/>
              <a:gd name="connsiteX4708" fmla="*/ 4464170 w 4752801"/>
              <a:gd name="connsiteY4708" fmla="*/ 2194084 h 2767298"/>
              <a:gd name="connsiteX4709" fmla="*/ 4462956 w 4752801"/>
              <a:gd name="connsiteY4709" fmla="*/ 2193274 h 2767298"/>
              <a:gd name="connsiteX4710" fmla="*/ 4460932 w 4752801"/>
              <a:gd name="connsiteY4710" fmla="*/ 2190036 h 2767298"/>
              <a:gd name="connsiteX4711" fmla="*/ 4460932 w 4752801"/>
              <a:gd name="connsiteY4711" fmla="*/ 2188821 h 2767298"/>
              <a:gd name="connsiteX4712" fmla="*/ 4462956 w 4752801"/>
              <a:gd name="connsiteY4712" fmla="*/ 2185582 h 2767298"/>
              <a:gd name="connsiteX4713" fmla="*/ 4464170 w 4752801"/>
              <a:gd name="connsiteY4713" fmla="*/ 2184773 h 2767298"/>
              <a:gd name="connsiteX4714" fmla="*/ 3816065 w 4752801"/>
              <a:gd name="connsiteY4714" fmla="*/ 2184773 h 2767298"/>
              <a:gd name="connsiteX4715" fmla="*/ 3820518 w 4752801"/>
              <a:gd name="connsiteY4715" fmla="*/ 2184773 h 2767298"/>
              <a:gd name="connsiteX4716" fmla="*/ 3821732 w 4752801"/>
              <a:gd name="connsiteY4716" fmla="*/ 2185582 h 2767298"/>
              <a:gd name="connsiteX4717" fmla="*/ 3823756 w 4752801"/>
              <a:gd name="connsiteY4717" fmla="*/ 2189226 h 2767298"/>
              <a:gd name="connsiteX4718" fmla="*/ 3823756 w 4752801"/>
              <a:gd name="connsiteY4718" fmla="*/ 2190440 h 2767298"/>
              <a:gd name="connsiteX4719" fmla="*/ 3821732 w 4752801"/>
              <a:gd name="connsiteY4719" fmla="*/ 2194084 h 2767298"/>
              <a:gd name="connsiteX4720" fmla="*/ 3820518 w 4752801"/>
              <a:gd name="connsiteY4720" fmla="*/ 2194488 h 2767298"/>
              <a:gd name="connsiteX4721" fmla="*/ 3816065 w 4752801"/>
              <a:gd name="connsiteY4721" fmla="*/ 2194488 h 2767298"/>
              <a:gd name="connsiteX4722" fmla="*/ 3814851 w 4752801"/>
              <a:gd name="connsiteY4722" fmla="*/ 2194084 h 2767298"/>
              <a:gd name="connsiteX4723" fmla="*/ 3812827 w 4752801"/>
              <a:gd name="connsiteY4723" fmla="*/ 2190440 h 2767298"/>
              <a:gd name="connsiteX4724" fmla="*/ 3812827 w 4752801"/>
              <a:gd name="connsiteY4724" fmla="*/ 2189226 h 2767298"/>
              <a:gd name="connsiteX4725" fmla="*/ 3814851 w 4752801"/>
              <a:gd name="connsiteY4725" fmla="*/ 2185582 h 2767298"/>
              <a:gd name="connsiteX4726" fmla="*/ 3816065 w 4752801"/>
              <a:gd name="connsiteY4726" fmla="*/ 2184773 h 2767298"/>
              <a:gd name="connsiteX4727" fmla="*/ 3735102 w 4752801"/>
              <a:gd name="connsiteY4727" fmla="*/ 2184773 h 2767298"/>
              <a:gd name="connsiteX4728" fmla="*/ 3739555 w 4752801"/>
              <a:gd name="connsiteY4728" fmla="*/ 2184773 h 2767298"/>
              <a:gd name="connsiteX4729" fmla="*/ 3740769 w 4752801"/>
              <a:gd name="connsiteY4729" fmla="*/ 2185582 h 2767298"/>
              <a:gd name="connsiteX4730" fmla="*/ 3742793 w 4752801"/>
              <a:gd name="connsiteY4730" fmla="*/ 2189226 h 2767298"/>
              <a:gd name="connsiteX4731" fmla="*/ 3742793 w 4752801"/>
              <a:gd name="connsiteY4731" fmla="*/ 2190440 h 2767298"/>
              <a:gd name="connsiteX4732" fmla="*/ 3740769 w 4752801"/>
              <a:gd name="connsiteY4732" fmla="*/ 2194084 h 2767298"/>
              <a:gd name="connsiteX4733" fmla="*/ 3739555 w 4752801"/>
              <a:gd name="connsiteY4733" fmla="*/ 2194893 h 2767298"/>
              <a:gd name="connsiteX4734" fmla="*/ 3735102 w 4752801"/>
              <a:gd name="connsiteY4734" fmla="*/ 2194893 h 2767298"/>
              <a:gd name="connsiteX4735" fmla="*/ 3733888 w 4752801"/>
              <a:gd name="connsiteY4735" fmla="*/ 2194084 h 2767298"/>
              <a:gd name="connsiteX4736" fmla="*/ 3731864 w 4752801"/>
              <a:gd name="connsiteY4736" fmla="*/ 2190440 h 2767298"/>
              <a:gd name="connsiteX4737" fmla="*/ 3731864 w 4752801"/>
              <a:gd name="connsiteY4737" fmla="*/ 2189226 h 2767298"/>
              <a:gd name="connsiteX4738" fmla="*/ 3733888 w 4752801"/>
              <a:gd name="connsiteY4738" fmla="*/ 2185582 h 2767298"/>
              <a:gd name="connsiteX4739" fmla="*/ 3735102 w 4752801"/>
              <a:gd name="connsiteY4739" fmla="*/ 2184773 h 2767298"/>
              <a:gd name="connsiteX4740" fmla="*/ 3694621 w 4752801"/>
              <a:gd name="connsiteY4740" fmla="*/ 2183964 h 2767298"/>
              <a:gd name="connsiteX4741" fmla="*/ 3699478 w 4752801"/>
              <a:gd name="connsiteY4741" fmla="*/ 2183964 h 2767298"/>
              <a:gd name="connsiteX4742" fmla="*/ 3700693 w 4752801"/>
              <a:gd name="connsiteY4742" fmla="*/ 2184369 h 2767298"/>
              <a:gd name="connsiteX4743" fmla="*/ 3703122 w 4752801"/>
              <a:gd name="connsiteY4743" fmla="*/ 2188822 h 2767298"/>
              <a:gd name="connsiteX4744" fmla="*/ 3703122 w 4752801"/>
              <a:gd name="connsiteY4744" fmla="*/ 2190036 h 2767298"/>
              <a:gd name="connsiteX4745" fmla="*/ 3700693 w 4752801"/>
              <a:gd name="connsiteY4745" fmla="*/ 2194489 h 2767298"/>
              <a:gd name="connsiteX4746" fmla="*/ 3699478 w 4752801"/>
              <a:gd name="connsiteY4746" fmla="*/ 2195299 h 2767298"/>
              <a:gd name="connsiteX4747" fmla="*/ 3694621 w 4752801"/>
              <a:gd name="connsiteY4747" fmla="*/ 2195299 h 2767298"/>
              <a:gd name="connsiteX4748" fmla="*/ 3693406 w 4752801"/>
              <a:gd name="connsiteY4748" fmla="*/ 2194489 h 2767298"/>
              <a:gd name="connsiteX4749" fmla="*/ 3690978 w 4752801"/>
              <a:gd name="connsiteY4749" fmla="*/ 2190036 h 2767298"/>
              <a:gd name="connsiteX4750" fmla="*/ 3690978 w 4752801"/>
              <a:gd name="connsiteY4750" fmla="*/ 2188822 h 2767298"/>
              <a:gd name="connsiteX4751" fmla="*/ 3693406 w 4752801"/>
              <a:gd name="connsiteY4751" fmla="*/ 2184369 h 2767298"/>
              <a:gd name="connsiteX4752" fmla="*/ 3694621 w 4752801"/>
              <a:gd name="connsiteY4752" fmla="*/ 2183964 h 2767298"/>
              <a:gd name="connsiteX4753" fmla="*/ 3653735 w 4752801"/>
              <a:gd name="connsiteY4753" fmla="*/ 2183559 h 2767298"/>
              <a:gd name="connsiteX4754" fmla="*/ 3658998 w 4752801"/>
              <a:gd name="connsiteY4754" fmla="*/ 2183559 h 2767298"/>
              <a:gd name="connsiteX4755" fmla="*/ 3660212 w 4752801"/>
              <a:gd name="connsiteY4755" fmla="*/ 2184369 h 2767298"/>
              <a:gd name="connsiteX4756" fmla="*/ 3662641 w 4752801"/>
              <a:gd name="connsiteY4756" fmla="*/ 2188822 h 2767298"/>
              <a:gd name="connsiteX4757" fmla="*/ 3662641 w 4752801"/>
              <a:gd name="connsiteY4757" fmla="*/ 2190036 h 2767298"/>
              <a:gd name="connsiteX4758" fmla="*/ 3660212 w 4752801"/>
              <a:gd name="connsiteY4758" fmla="*/ 2194489 h 2767298"/>
              <a:gd name="connsiteX4759" fmla="*/ 3658998 w 4752801"/>
              <a:gd name="connsiteY4759" fmla="*/ 2194894 h 2767298"/>
              <a:gd name="connsiteX4760" fmla="*/ 3653735 w 4752801"/>
              <a:gd name="connsiteY4760" fmla="*/ 2194894 h 2767298"/>
              <a:gd name="connsiteX4761" fmla="*/ 3652521 w 4752801"/>
              <a:gd name="connsiteY4761" fmla="*/ 2194489 h 2767298"/>
              <a:gd name="connsiteX4762" fmla="*/ 3650092 w 4752801"/>
              <a:gd name="connsiteY4762" fmla="*/ 2190036 h 2767298"/>
              <a:gd name="connsiteX4763" fmla="*/ 3650092 w 4752801"/>
              <a:gd name="connsiteY4763" fmla="*/ 2188822 h 2767298"/>
              <a:gd name="connsiteX4764" fmla="*/ 3652521 w 4752801"/>
              <a:gd name="connsiteY4764" fmla="*/ 2184369 h 2767298"/>
              <a:gd name="connsiteX4765" fmla="*/ 3653735 w 4752801"/>
              <a:gd name="connsiteY4765" fmla="*/ 2183559 h 2767298"/>
              <a:gd name="connsiteX4766" fmla="*/ 3612040 w 4752801"/>
              <a:gd name="connsiteY4766" fmla="*/ 2182344 h 2767298"/>
              <a:gd name="connsiteX4767" fmla="*/ 3619326 w 4752801"/>
              <a:gd name="connsiteY4767" fmla="*/ 2182344 h 2767298"/>
              <a:gd name="connsiteX4768" fmla="*/ 3620541 w 4752801"/>
              <a:gd name="connsiteY4768" fmla="*/ 2183154 h 2767298"/>
              <a:gd name="connsiteX4769" fmla="*/ 3624184 w 4752801"/>
              <a:gd name="connsiteY4769" fmla="*/ 2189226 h 2767298"/>
              <a:gd name="connsiteX4770" fmla="*/ 3624184 w 4752801"/>
              <a:gd name="connsiteY4770" fmla="*/ 2190440 h 2767298"/>
              <a:gd name="connsiteX4771" fmla="*/ 3620541 w 4752801"/>
              <a:gd name="connsiteY4771" fmla="*/ 2196512 h 2767298"/>
              <a:gd name="connsiteX4772" fmla="*/ 3619326 w 4752801"/>
              <a:gd name="connsiteY4772" fmla="*/ 2196917 h 2767298"/>
              <a:gd name="connsiteX4773" fmla="*/ 3612040 w 4752801"/>
              <a:gd name="connsiteY4773" fmla="*/ 2196917 h 2767298"/>
              <a:gd name="connsiteX4774" fmla="*/ 3610825 w 4752801"/>
              <a:gd name="connsiteY4774" fmla="*/ 2196512 h 2767298"/>
              <a:gd name="connsiteX4775" fmla="*/ 3607182 w 4752801"/>
              <a:gd name="connsiteY4775" fmla="*/ 2190440 h 2767298"/>
              <a:gd name="connsiteX4776" fmla="*/ 3607182 w 4752801"/>
              <a:gd name="connsiteY4776" fmla="*/ 2189226 h 2767298"/>
              <a:gd name="connsiteX4777" fmla="*/ 3610825 w 4752801"/>
              <a:gd name="connsiteY4777" fmla="*/ 2183154 h 2767298"/>
              <a:gd name="connsiteX4778" fmla="*/ 3612040 w 4752801"/>
              <a:gd name="connsiteY4778" fmla="*/ 2182344 h 2767298"/>
              <a:gd name="connsiteX4779" fmla="*/ 3571153 w 4752801"/>
              <a:gd name="connsiteY4779" fmla="*/ 2180725 h 2767298"/>
              <a:gd name="connsiteX4780" fmla="*/ 3579654 w 4752801"/>
              <a:gd name="connsiteY4780" fmla="*/ 2180725 h 2767298"/>
              <a:gd name="connsiteX4781" fmla="*/ 3580868 w 4752801"/>
              <a:gd name="connsiteY4781" fmla="*/ 2181534 h 2767298"/>
              <a:gd name="connsiteX4782" fmla="*/ 3584917 w 4752801"/>
              <a:gd name="connsiteY4782" fmla="*/ 2188821 h 2767298"/>
              <a:gd name="connsiteX4783" fmla="*/ 3584917 w 4752801"/>
              <a:gd name="connsiteY4783" fmla="*/ 2190036 h 2767298"/>
              <a:gd name="connsiteX4784" fmla="*/ 3580868 w 4752801"/>
              <a:gd name="connsiteY4784" fmla="*/ 2197322 h 2767298"/>
              <a:gd name="connsiteX4785" fmla="*/ 3579654 w 4752801"/>
              <a:gd name="connsiteY4785" fmla="*/ 2197727 h 2767298"/>
              <a:gd name="connsiteX4786" fmla="*/ 3571153 w 4752801"/>
              <a:gd name="connsiteY4786" fmla="*/ 2197727 h 2767298"/>
              <a:gd name="connsiteX4787" fmla="*/ 3569939 w 4752801"/>
              <a:gd name="connsiteY4787" fmla="*/ 2197322 h 2767298"/>
              <a:gd name="connsiteX4788" fmla="*/ 3565891 w 4752801"/>
              <a:gd name="connsiteY4788" fmla="*/ 2190036 h 2767298"/>
              <a:gd name="connsiteX4789" fmla="*/ 3565891 w 4752801"/>
              <a:gd name="connsiteY4789" fmla="*/ 2188821 h 2767298"/>
              <a:gd name="connsiteX4790" fmla="*/ 3569939 w 4752801"/>
              <a:gd name="connsiteY4790" fmla="*/ 2181534 h 2767298"/>
              <a:gd name="connsiteX4791" fmla="*/ 3571153 w 4752801"/>
              <a:gd name="connsiteY4791" fmla="*/ 2180725 h 2767298"/>
              <a:gd name="connsiteX4792" fmla="*/ 3327861 w 4752801"/>
              <a:gd name="connsiteY4792" fmla="*/ 2179915 h 2767298"/>
              <a:gd name="connsiteX4793" fmla="*/ 3337576 w 4752801"/>
              <a:gd name="connsiteY4793" fmla="*/ 2179915 h 2767298"/>
              <a:gd name="connsiteX4794" fmla="*/ 3338791 w 4752801"/>
              <a:gd name="connsiteY4794" fmla="*/ 2180320 h 2767298"/>
              <a:gd name="connsiteX4795" fmla="*/ 3343649 w 4752801"/>
              <a:gd name="connsiteY4795" fmla="*/ 2188821 h 2767298"/>
              <a:gd name="connsiteX4796" fmla="*/ 3343649 w 4752801"/>
              <a:gd name="connsiteY4796" fmla="*/ 2190035 h 2767298"/>
              <a:gd name="connsiteX4797" fmla="*/ 3338791 w 4752801"/>
              <a:gd name="connsiteY4797" fmla="*/ 2198536 h 2767298"/>
              <a:gd name="connsiteX4798" fmla="*/ 3337576 w 4752801"/>
              <a:gd name="connsiteY4798" fmla="*/ 2199346 h 2767298"/>
              <a:gd name="connsiteX4799" fmla="*/ 3327861 w 4752801"/>
              <a:gd name="connsiteY4799" fmla="*/ 2199346 h 2767298"/>
              <a:gd name="connsiteX4800" fmla="*/ 3326647 w 4752801"/>
              <a:gd name="connsiteY4800" fmla="*/ 2198536 h 2767298"/>
              <a:gd name="connsiteX4801" fmla="*/ 3321789 w 4752801"/>
              <a:gd name="connsiteY4801" fmla="*/ 2190035 h 2767298"/>
              <a:gd name="connsiteX4802" fmla="*/ 3321789 w 4752801"/>
              <a:gd name="connsiteY4802" fmla="*/ 2188821 h 2767298"/>
              <a:gd name="connsiteX4803" fmla="*/ 3326647 w 4752801"/>
              <a:gd name="connsiteY4803" fmla="*/ 2180320 h 2767298"/>
              <a:gd name="connsiteX4804" fmla="*/ 3327861 w 4752801"/>
              <a:gd name="connsiteY4804" fmla="*/ 2179915 h 2767298"/>
              <a:gd name="connsiteX4805" fmla="*/ 3529862 w 4752801"/>
              <a:gd name="connsiteY4805" fmla="*/ 2179510 h 2767298"/>
              <a:gd name="connsiteX4806" fmla="*/ 3539983 w 4752801"/>
              <a:gd name="connsiteY4806" fmla="*/ 2179510 h 2767298"/>
              <a:gd name="connsiteX4807" fmla="*/ 3541197 w 4752801"/>
              <a:gd name="connsiteY4807" fmla="*/ 2180320 h 2767298"/>
              <a:gd name="connsiteX4808" fmla="*/ 3546460 w 4752801"/>
              <a:gd name="connsiteY4808" fmla="*/ 2189226 h 2767298"/>
              <a:gd name="connsiteX4809" fmla="*/ 3546460 w 4752801"/>
              <a:gd name="connsiteY4809" fmla="*/ 2190440 h 2767298"/>
              <a:gd name="connsiteX4810" fmla="*/ 3541197 w 4752801"/>
              <a:gd name="connsiteY4810" fmla="*/ 2199346 h 2767298"/>
              <a:gd name="connsiteX4811" fmla="*/ 3539983 w 4752801"/>
              <a:gd name="connsiteY4811" fmla="*/ 2199751 h 2767298"/>
              <a:gd name="connsiteX4812" fmla="*/ 3529862 w 4752801"/>
              <a:gd name="connsiteY4812" fmla="*/ 2199751 h 2767298"/>
              <a:gd name="connsiteX4813" fmla="*/ 3528648 w 4752801"/>
              <a:gd name="connsiteY4813" fmla="*/ 2199346 h 2767298"/>
              <a:gd name="connsiteX4814" fmla="*/ 3523386 w 4752801"/>
              <a:gd name="connsiteY4814" fmla="*/ 2190440 h 2767298"/>
              <a:gd name="connsiteX4815" fmla="*/ 3523386 w 4752801"/>
              <a:gd name="connsiteY4815" fmla="*/ 2189226 h 2767298"/>
              <a:gd name="connsiteX4816" fmla="*/ 3528648 w 4752801"/>
              <a:gd name="connsiteY4816" fmla="*/ 2180320 h 2767298"/>
              <a:gd name="connsiteX4817" fmla="*/ 3529862 w 4752801"/>
              <a:gd name="connsiteY4817" fmla="*/ 2179510 h 2767298"/>
              <a:gd name="connsiteX4818" fmla="*/ 3367937 w 4752801"/>
              <a:gd name="connsiteY4818" fmla="*/ 2179510 h 2767298"/>
              <a:gd name="connsiteX4819" fmla="*/ 3378462 w 4752801"/>
              <a:gd name="connsiteY4819" fmla="*/ 2179510 h 2767298"/>
              <a:gd name="connsiteX4820" fmla="*/ 3379677 w 4752801"/>
              <a:gd name="connsiteY4820" fmla="*/ 2180320 h 2767298"/>
              <a:gd name="connsiteX4821" fmla="*/ 3384940 w 4752801"/>
              <a:gd name="connsiteY4821" fmla="*/ 2189226 h 2767298"/>
              <a:gd name="connsiteX4822" fmla="*/ 3384940 w 4752801"/>
              <a:gd name="connsiteY4822" fmla="*/ 2190440 h 2767298"/>
              <a:gd name="connsiteX4823" fmla="*/ 3379677 w 4752801"/>
              <a:gd name="connsiteY4823" fmla="*/ 2199346 h 2767298"/>
              <a:gd name="connsiteX4824" fmla="*/ 3378462 w 4752801"/>
              <a:gd name="connsiteY4824" fmla="*/ 2200156 h 2767298"/>
              <a:gd name="connsiteX4825" fmla="*/ 3367937 w 4752801"/>
              <a:gd name="connsiteY4825" fmla="*/ 2200156 h 2767298"/>
              <a:gd name="connsiteX4826" fmla="*/ 3366723 w 4752801"/>
              <a:gd name="connsiteY4826" fmla="*/ 2199346 h 2767298"/>
              <a:gd name="connsiteX4827" fmla="*/ 3361461 w 4752801"/>
              <a:gd name="connsiteY4827" fmla="*/ 2190440 h 2767298"/>
              <a:gd name="connsiteX4828" fmla="*/ 3361461 w 4752801"/>
              <a:gd name="connsiteY4828" fmla="*/ 2189226 h 2767298"/>
              <a:gd name="connsiteX4829" fmla="*/ 3366723 w 4752801"/>
              <a:gd name="connsiteY4829" fmla="*/ 2180320 h 2767298"/>
              <a:gd name="connsiteX4830" fmla="*/ 3367937 w 4752801"/>
              <a:gd name="connsiteY4830" fmla="*/ 2179510 h 2767298"/>
              <a:gd name="connsiteX4831" fmla="*/ 3488977 w 4752801"/>
              <a:gd name="connsiteY4831" fmla="*/ 2178296 h 2767298"/>
              <a:gd name="connsiteX4832" fmla="*/ 3500311 w 4752801"/>
              <a:gd name="connsiteY4832" fmla="*/ 2178296 h 2767298"/>
              <a:gd name="connsiteX4833" fmla="*/ 3501526 w 4752801"/>
              <a:gd name="connsiteY4833" fmla="*/ 2178701 h 2767298"/>
              <a:gd name="connsiteX4834" fmla="*/ 3507193 w 4752801"/>
              <a:gd name="connsiteY4834" fmla="*/ 2188821 h 2767298"/>
              <a:gd name="connsiteX4835" fmla="*/ 3507193 w 4752801"/>
              <a:gd name="connsiteY4835" fmla="*/ 2190036 h 2767298"/>
              <a:gd name="connsiteX4836" fmla="*/ 3501526 w 4752801"/>
              <a:gd name="connsiteY4836" fmla="*/ 2200156 h 2767298"/>
              <a:gd name="connsiteX4837" fmla="*/ 3500311 w 4752801"/>
              <a:gd name="connsiteY4837" fmla="*/ 2200561 h 2767298"/>
              <a:gd name="connsiteX4838" fmla="*/ 3488977 w 4752801"/>
              <a:gd name="connsiteY4838" fmla="*/ 2200561 h 2767298"/>
              <a:gd name="connsiteX4839" fmla="*/ 3487762 w 4752801"/>
              <a:gd name="connsiteY4839" fmla="*/ 2200156 h 2767298"/>
              <a:gd name="connsiteX4840" fmla="*/ 3482095 w 4752801"/>
              <a:gd name="connsiteY4840" fmla="*/ 2190036 h 2767298"/>
              <a:gd name="connsiteX4841" fmla="*/ 3482095 w 4752801"/>
              <a:gd name="connsiteY4841" fmla="*/ 2188821 h 2767298"/>
              <a:gd name="connsiteX4842" fmla="*/ 3487762 w 4752801"/>
              <a:gd name="connsiteY4842" fmla="*/ 2178701 h 2767298"/>
              <a:gd name="connsiteX4843" fmla="*/ 3488977 w 4752801"/>
              <a:gd name="connsiteY4843" fmla="*/ 2178296 h 2767298"/>
              <a:gd name="connsiteX4844" fmla="*/ 3448090 w 4752801"/>
              <a:gd name="connsiteY4844" fmla="*/ 2177486 h 2767298"/>
              <a:gd name="connsiteX4845" fmla="*/ 3460235 w 4752801"/>
              <a:gd name="connsiteY4845" fmla="*/ 2177486 h 2767298"/>
              <a:gd name="connsiteX4846" fmla="*/ 3461449 w 4752801"/>
              <a:gd name="connsiteY4846" fmla="*/ 2178296 h 2767298"/>
              <a:gd name="connsiteX4847" fmla="*/ 3467521 w 4752801"/>
              <a:gd name="connsiteY4847" fmla="*/ 2188821 h 2767298"/>
              <a:gd name="connsiteX4848" fmla="*/ 3467521 w 4752801"/>
              <a:gd name="connsiteY4848" fmla="*/ 2190035 h 2767298"/>
              <a:gd name="connsiteX4849" fmla="*/ 3461449 w 4752801"/>
              <a:gd name="connsiteY4849" fmla="*/ 2200560 h 2767298"/>
              <a:gd name="connsiteX4850" fmla="*/ 3460235 w 4752801"/>
              <a:gd name="connsiteY4850" fmla="*/ 2201370 h 2767298"/>
              <a:gd name="connsiteX4851" fmla="*/ 3448090 w 4752801"/>
              <a:gd name="connsiteY4851" fmla="*/ 2201370 h 2767298"/>
              <a:gd name="connsiteX4852" fmla="*/ 3446876 w 4752801"/>
              <a:gd name="connsiteY4852" fmla="*/ 2200560 h 2767298"/>
              <a:gd name="connsiteX4853" fmla="*/ 3440804 w 4752801"/>
              <a:gd name="connsiteY4853" fmla="*/ 2190035 h 2767298"/>
              <a:gd name="connsiteX4854" fmla="*/ 3440804 w 4752801"/>
              <a:gd name="connsiteY4854" fmla="*/ 2188821 h 2767298"/>
              <a:gd name="connsiteX4855" fmla="*/ 3446876 w 4752801"/>
              <a:gd name="connsiteY4855" fmla="*/ 2178296 h 2767298"/>
              <a:gd name="connsiteX4856" fmla="*/ 3448090 w 4752801"/>
              <a:gd name="connsiteY4856" fmla="*/ 2177486 h 2767298"/>
              <a:gd name="connsiteX4857" fmla="*/ 3407204 w 4752801"/>
              <a:gd name="connsiteY4857" fmla="*/ 2177486 h 2767298"/>
              <a:gd name="connsiteX4858" fmla="*/ 3419349 w 4752801"/>
              <a:gd name="connsiteY4858" fmla="*/ 2177486 h 2767298"/>
              <a:gd name="connsiteX4859" fmla="*/ 3420563 w 4752801"/>
              <a:gd name="connsiteY4859" fmla="*/ 2178296 h 2767298"/>
              <a:gd name="connsiteX4860" fmla="*/ 3426635 w 4752801"/>
              <a:gd name="connsiteY4860" fmla="*/ 2188821 h 2767298"/>
              <a:gd name="connsiteX4861" fmla="*/ 3426635 w 4752801"/>
              <a:gd name="connsiteY4861" fmla="*/ 2190035 h 2767298"/>
              <a:gd name="connsiteX4862" fmla="*/ 3420563 w 4752801"/>
              <a:gd name="connsiteY4862" fmla="*/ 2200560 h 2767298"/>
              <a:gd name="connsiteX4863" fmla="*/ 3419349 w 4752801"/>
              <a:gd name="connsiteY4863" fmla="*/ 2201370 h 2767298"/>
              <a:gd name="connsiteX4864" fmla="*/ 3407204 w 4752801"/>
              <a:gd name="connsiteY4864" fmla="*/ 2201370 h 2767298"/>
              <a:gd name="connsiteX4865" fmla="*/ 3405990 w 4752801"/>
              <a:gd name="connsiteY4865" fmla="*/ 2200560 h 2767298"/>
              <a:gd name="connsiteX4866" fmla="*/ 3399918 w 4752801"/>
              <a:gd name="connsiteY4866" fmla="*/ 2190035 h 2767298"/>
              <a:gd name="connsiteX4867" fmla="*/ 3399918 w 4752801"/>
              <a:gd name="connsiteY4867" fmla="*/ 2188821 h 2767298"/>
              <a:gd name="connsiteX4868" fmla="*/ 3405990 w 4752801"/>
              <a:gd name="connsiteY4868" fmla="*/ 2178296 h 2767298"/>
              <a:gd name="connsiteX4869" fmla="*/ 3407204 w 4752801"/>
              <a:gd name="connsiteY4869" fmla="*/ 2177486 h 2767298"/>
              <a:gd name="connsiteX4870" fmla="*/ 4625690 w 4752801"/>
              <a:gd name="connsiteY4870" fmla="*/ 2145506 h 2767298"/>
              <a:gd name="connsiteX4871" fmla="*/ 4630143 w 4752801"/>
              <a:gd name="connsiteY4871" fmla="*/ 2145506 h 2767298"/>
              <a:gd name="connsiteX4872" fmla="*/ 4632167 w 4752801"/>
              <a:gd name="connsiteY4872" fmla="*/ 2149149 h 2767298"/>
              <a:gd name="connsiteX4873" fmla="*/ 4630143 w 4752801"/>
              <a:gd name="connsiteY4873" fmla="*/ 2152793 h 2767298"/>
              <a:gd name="connsiteX4874" fmla="*/ 4625690 w 4752801"/>
              <a:gd name="connsiteY4874" fmla="*/ 2152793 h 2767298"/>
              <a:gd name="connsiteX4875" fmla="*/ 4623666 w 4752801"/>
              <a:gd name="connsiteY4875" fmla="*/ 2149149 h 2767298"/>
              <a:gd name="connsiteX4876" fmla="*/ 4382803 w 4752801"/>
              <a:gd name="connsiteY4876" fmla="*/ 2145506 h 2767298"/>
              <a:gd name="connsiteX4877" fmla="*/ 4387256 w 4752801"/>
              <a:gd name="connsiteY4877" fmla="*/ 2145506 h 2767298"/>
              <a:gd name="connsiteX4878" fmla="*/ 4389280 w 4752801"/>
              <a:gd name="connsiteY4878" fmla="*/ 2149149 h 2767298"/>
              <a:gd name="connsiteX4879" fmla="*/ 4387256 w 4752801"/>
              <a:gd name="connsiteY4879" fmla="*/ 2152793 h 2767298"/>
              <a:gd name="connsiteX4880" fmla="*/ 4382803 w 4752801"/>
              <a:gd name="connsiteY4880" fmla="*/ 2152793 h 2767298"/>
              <a:gd name="connsiteX4881" fmla="*/ 4380779 w 4752801"/>
              <a:gd name="connsiteY4881" fmla="*/ 2149149 h 2767298"/>
              <a:gd name="connsiteX4882" fmla="*/ 4261359 w 4752801"/>
              <a:gd name="connsiteY4882" fmla="*/ 2145506 h 2767298"/>
              <a:gd name="connsiteX4883" fmla="*/ 4265812 w 4752801"/>
              <a:gd name="connsiteY4883" fmla="*/ 2145506 h 2767298"/>
              <a:gd name="connsiteX4884" fmla="*/ 4267836 w 4752801"/>
              <a:gd name="connsiteY4884" fmla="*/ 2149149 h 2767298"/>
              <a:gd name="connsiteX4885" fmla="*/ 4265812 w 4752801"/>
              <a:gd name="connsiteY4885" fmla="*/ 2152793 h 2767298"/>
              <a:gd name="connsiteX4886" fmla="*/ 4261359 w 4752801"/>
              <a:gd name="connsiteY4886" fmla="*/ 2152793 h 2767298"/>
              <a:gd name="connsiteX4887" fmla="*/ 4259335 w 4752801"/>
              <a:gd name="connsiteY4887" fmla="*/ 2149149 h 2767298"/>
              <a:gd name="connsiteX4888" fmla="*/ 4180396 w 4752801"/>
              <a:gd name="connsiteY4888" fmla="*/ 2145506 h 2767298"/>
              <a:gd name="connsiteX4889" fmla="*/ 4184849 w 4752801"/>
              <a:gd name="connsiteY4889" fmla="*/ 2145506 h 2767298"/>
              <a:gd name="connsiteX4890" fmla="*/ 4186873 w 4752801"/>
              <a:gd name="connsiteY4890" fmla="*/ 2149149 h 2767298"/>
              <a:gd name="connsiteX4891" fmla="*/ 4184849 w 4752801"/>
              <a:gd name="connsiteY4891" fmla="*/ 2152793 h 2767298"/>
              <a:gd name="connsiteX4892" fmla="*/ 4180396 w 4752801"/>
              <a:gd name="connsiteY4892" fmla="*/ 2152793 h 2767298"/>
              <a:gd name="connsiteX4893" fmla="*/ 4178372 w 4752801"/>
              <a:gd name="connsiteY4893" fmla="*/ 2149149 h 2767298"/>
              <a:gd name="connsiteX4894" fmla="*/ 4140320 w 4752801"/>
              <a:gd name="connsiteY4894" fmla="*/ 2145506 h 2767298"/>
              <a:gd name="connsiteX4895" fmla="*/ 4144368 w 4752801"/>
              <a:gd name="connsiteY4895" fmla="*/ 2145506 h 2767298"/>
              <a:gd name="connsiteX4896" fmla="*/ 4146392 w 4752801"/>
              <a:gd name="connsiteY4896" fmla="*/ 2149149 h 2767298"/>
              <a:gd name="connsiteX4897" fmla="*/ 4144368 w 4752801"/>
              <a:gd name="connsiteY4897" fmla="*/ 2152793 h 2767298"/>
              <a:gd name="connsiteX4898" fmla="*/ 4140320 w 4752801"/>
              <a:gd name="connsiteY4898" fmla="*/ 2152793 h 2767298"/>
              <a:gd name="connsiteX4899" fmla="*/ 4138296 w 4752801"/>
              <a:gd name="connsiteY4899" fmla="*/ 2149149 h 2767298"/>
              <a:gd name="connsiteX4900" fmla="*/ 4099838 w 4752801"/>
              <a:gd name="connsiteY4900" fmla="*/ 2145506 h 2767298"/>
              <a:gd name="connsiteX4901" fmla="*/ 4103886 w 4752801"/>
              <a:gd name="connsiteY4901" fmla="*/ 2145506 h 2767298"/>
              <a:gd name="connsiteX4902" fmla="*/ 4105910 w 4752801"/>
              <a:gd name="connsiteY4902" fmla="*/ 2149149 h 2767298"/>
              <a:gd name="connsiteX4903" fmla="*/ 4103886 w 4752801"/>
              <a:gd name="connsiteY4903" fmla="*/ 2152793 h 2767298"/>
              <a:gd name="connsiteX4904" fmla="*/ 4099838 w 4752801"/>
              <a:gd name="connsiteY4904" fmla="*/ 2152793 h 2767298"/>
              <a:gd name="connsiteX4905" fmla="*/ 4097814 w 4752801"/>
              <a:gd name="connsiteY4905" fmla="*/ 2149149 h 2767298"/>
              <a:gd name="connsiteX4906" fmla="*/ 4058953 w 4752801"/>
              <a:gd name="connsiteY4906" fmla="*/ 2145506 h 2767298"/>
              <a:gd name="connsiteX4907" fmla="*/ 4063406 w 4752801"/>
              <a:gd name="connsiteY4907" fmla="*/ 2145506 h 2767298"/>
              <a:gd name="connsiteX4908" fmla="*/ 4065430 w 4752801"/>
              <a:gd name="connsiteY4908" fmla="*/ 2149149 h 2767298"/>
              <a:gd name="connsiteX4909" fmla="*/ 4063406 w 4752801"/>
              <a:gd name="connsiteY4909" fmla="*/ 2152793 h 2767298"/>
              <a:gd name="connsiteX4910" fmla="*/ 4058953 w 4752801"/>
              <a:gd name="connsiteY4910" fmla="*/ 2152793 h 2767298"/>
              <a:gd name="connsiteX4911" fmla="*/ 4056929 w 4752801"/>
              <a:gd name="connsiteY4911" fmla="*/ 2149149 h 2767298"/>
              <a:gd name="connsiteX4912" fmla="*/ 4018471 w 4752801"/>
              <a:gd name="connsiteY4912" fmla="*/ 2145506 h 2767298"/>
              <a:gd name="connsiteX4913" fmla="*/ 4022924 w 4752801"/>
              <a:gd name="connsiteY4913" fmla="*/ 2145506 h 2767298"/>
              <a:gd name="connsiteX4914" fmla="*/ 4024948 w 4752801"/>
              <a:gd name="connsiteY4914" fmla="*/ 2149149 h 2767298"/>
              <a:gd name="connsiteX4915" fmla="*/ 4022924 w 4752801"/>
              <a:gd name="connsiteY4915" fmla="*/ 2152793 h 2767298"/>
              <a:gd name="connsiteX4916" fmla="*/ 4018471 w 4752801"/>
              <a:gd name="connsiteY4916" fmla="*/ 2152793 h 2767298"/>
              <a:gd name="connsiteX4917" fmla="*/ 4016447 w 4752801"/>
              <a:gd name="connsiteY4917" fmla="*/ 2149149 h 2767298"/>
              <a:gd name="connsiteX4918" fmla="*/ 3977990 w 4752801"/>
              <a:gd name="connsiteY4918" fmla="*/ 2145506 h 2767298"/>
              <a:gd name="connsiteX4919" fmla="*/ 3982443 w 4752801"/>
              <a:gd name="connsiteY4919" fmla="*/ 2145506 h 2767298"/>
              <a:gd name="connsiteX4920" fmla="*/ 3984467 w 4752801"/>
              <a:gd name="connsiteY4920" fmla="*/ 2149149 h 2767298"/>
              <a:gd name="connsiteX4921" fmla="*/ 3982443 w 4752801"/>
              <a:gd name="connsiteY4921" fmla="*/ 2152793 h 2767298"/>
              <a:gd name="connsiteX4922" fmla="*/ 3977990 w 4752801"/>
              <a:gd name="connsiteY4922" fmla="*/ 2152793 h 2767298"/>
              <a:gd name="connsiteX4923" fmla="*/ 3975966 w 4752801"/>
              <a:gd name="connsiteY4923" fmla="*/ 2149149 h 2767298"/>
              <a:gd name="connsiteX4924" fmla="*/ 3937913 w 4752801"/>
              <a:gd name="connsiteY4924" fmla="*/ 2145506 h 2767298"/>
              <a:gd name="connsiteX4925" fmla="*/ 3941961 w 4752801"/>
              <a:gd name="connsiteY4925" fmla="*/ 2145506 h 2767298"/>
              <a:gd name="connsiteX4926" fmla="*/ 3943985 w 4752801"/>
              <a:gd name="connsiteY4926" fmla="*/ 2149149 h 2767298"/>
              <a:gd name="connsiteX4927" fmla="*/ 3941961 w 4752801"/>
              <a:gd name="connsiteY4927" fmla="*/ 2152793 h 2767298"/>
              <a:gd name="connsiteX4928" fmla="*/ 3937913 w 4752801"/>
              <a:gd name="connsiteY4928" fmla="*/ 2152793 h 2767298"/>
              <a:gd name="connsiteX4929" fmla="*/ 3935889 w 4752801"/>
              <a:gd name="connsiteY4929" fmla="*/ 2149149 h 2767298"/>
              <a:gd name="connsiteX4930" fmla="*/ 3897432 w 4752801"/>
              <a:gd name="connsiteY4930" fmla="*/ 2145506 h 2767298"/>
              <a:gd name="connsiteX4931" fmla="*/ 3901480 w 4752801"/>
              <a:gd name="connsiteY4931" fmla="*/ 2145506 h 2767298"/>
              <a:gd name="connsiteX4932" fmla="*/ 3903504 w 4752801"/>
              <a:gd name="connsiteY4932" fmla="*/ 2149149 h 2767298"/>
              <a:gd name="connsiteX4933" fmla="*/ 3901480 w 4752801"/>
              <a:gd name="connsiteY4933" fmla="*/ 2152793 h 2767298"/>
              <a:gd name="connsiteX4934" fmla="*/ 3897432 w 4752801"/>
              <a:gd name="connsiteY4934" fmla="*/ 2152793 h 2767298"/>
              <a:gd name="connsiteX4935" fmla="*/ 3895408 w 4752801"/>
              <a:gd name="connsiteY4935" fmla="*/ 2149149 h 2767298"/>
              <a:gd name="connsiteX4936" fmla="*/ 4302245 w 4752801"/>
              <a:gd name="connsiteY4936" fmla="*/ 2145101 h 2767298"/>
              <a:gd name="connsiteX4937" fmla="*/ 4306698 w 4752801"/>
              <a:gd name="connsiteY4937" fmla="*/ 2145101 h 2767298"/>
              <a:gd name="connsiteX4938" fmla="*/ 4309126 w 4752801"/>
              <a:gd name="connsiteY4938" fmla="*/ 2149149 h 2767298"/>
              <a:gd name="connsiteX4939" fmla="*/ 4306698 w 4752801"/>
              <a:gd name="connsiteY4939" fmla="*/ 2153197 h 2767298"/>
              <a:gd name="connsiteX4940" fmla="*/ 4302245 w 4752801"/>
              <a:gd name="connsiteY4940" fmla="*/ 2153197 h 2767298"/>
              <a:gd name="connsiteX4941" fmla="*/ 4299816 w 4752801"/>
              <a:gd name="connsiteY4941" fmla="*/ 2149149 h 2767298"/>
              <a:gd name="connsiteX4942" fmla="*/ 4221283 w 4752801"/>
              <a:gd name="connsiteY4942" fmla="*/ 2145101 h 2767298"/>
              <a:gd name="connsiteX4943" fmla="*/ 4225736 w 4752801"/>
              <a:gd name="connsiteY4943" fmla="*/ 2145101 h 2767298"/>
              <a:gd name="connsiteX4944" fmla="*/ 4228164 w 4752801"/>
              <a:gd name="connsiteY4944" fmla="*/ 2149149 h 2767298"/>
              <a:gd name="connsiteX4945" fmla="*/ 4225736 w 4752801"/>
              <a:gd name="connsiteY4945" fmla="*/ 2153197 h 2767298"/>
              <a:gd name="connsiteX4946" fmla="*/ 4221283 w 4752801"/>
              <a:gd name="connsiteY4946" fmla="*/ 2153197 h 2767298"/>
              <a:gd name="connsiteX4947" fmla="*/ 4218854 w 4752801"/>
              <a:gd name="connsiteY4947" fmla="*/ 2149149 h 2767298"/>
              <a:gd name="connsiteX4948" fmla="*/ 3857355 w 4752801"/>
              <a:gd name="connsiteY4948" fmla="*/ 2145101 h 2767298"/>
              <a:gd name="connsiteX4949" fmla="*/ 3860594 w 4752801"/>
              <a:gd name="connsiteY4949" fmla="*/ 2145101 h 2767298"/>
              <a:gd name="connsiteX4950" fmla="*/ 3861808 w 4752801"/>
              <a:gd name="connsiteY4950" fmla="*/ 2145911 h 2767298"/>
              <a:gd name="connsiteX4951" fmla="*/ 3863428 w 4752801"/>
              <a:gd name="connsiteY4951" fmla="*/ 2148744 h 2767298"/>
              <a:gd name="connsiteX4952" fmla="*/ 3863428 w 4752801"/>
              <a:gd name="connsiteY4952" fmla="*/ 2149959 h 2767298"/>
              <a:gd name="connsiteX4953" fmla="*/ 3861808 w 4752801"/>
              <a:gd name="connsiteY4953" fmla="*/ 2152793 h 2767298"/>
              <a:gd name="connsiteX4954" fmla="*/ 3860594 w 4752801"/>
              <a:gd name="connsiteY4954" fmla="*/ 2153602 h 2767298"/>
              <a:gd name="connsiteX4955" fmla="*/ 3857355 w 4752801"/>
              <a:gd name="connsiteY4955" fmla="*/ 2153602 h 2767298"/>
              <a:gd name="connsiteX4956" fmla="*/ 3856141 w 4752801"/>
              <a:gd name="connsiteY4956" fmla="*/ 2152793 h 2767298"/>
              <a:gd name="connsiteX4957" fmla="*/ 3854522 w 4752801"/>
              <a:gd name="connsiteY4957" fmla="*/ 2149959 h 2767298"/>
              <a:gd name="connsiteX4958" fmla="*/ 3854522 w 4752801"/>
              <a:gd name="connsiteY4958" fmla="*/ 2148744 h 2767298"/>
              <a:gd name="connsiteX4959" fmla="*/ 3856141 w 4752801"/>
              <a:gd name="connsiteY4959" fmla="*/ 2145911 h 2767298"/>
              <a:gd name="connsiteX4960" fmla="*/ 3857355 w 4752801"/>
              <a:gd name="connsiteY4960" fmla="*/ 2145101 h 2767298"/>
              <a:gd name="connsiteX4961" fmla="*/ 4585614 w 4752801"/>
              <a:gd name="connsiteY4961" fmla="*/ 2144697 h 2767298"/>
              <a:gd name="connsiteX4962" fmla="*/ 4589257 w 4752801"/>
              <a:gd name="connsiteY4962" fmla="*/ 2144697 h 2767298"/>
              <a:gd name="connsiteX4963" fmla="*/ 4590471 w 4752801"/>
              <a:gd name="connsiteY4963" fmla="*/ 2145102 h 2767298"/>
              <a:gd name="connsiteX4964" fmla="*/ 4592090 w 4752801"/>
              <a:gd name="connsiteY4964" fmla="*/ 2148340 h 2767298"/>
              <a:gd name="connsiteX4965" fmla="*/ 4592090 w 4752801"/>
              <a:gd name="connsiteY4965" fmla="*/ 2149555 h 2767298"/>
              <a:gd name="connsiteX4966" fmla="*/ 4590471 w 4752801"/>
              <a:gd name="connsiteY4966" fmla="*/ 2152793 h 2767298"/>
              <a:gd name="connsiteX4967" fmla="*/ 4589257 w 4752801"/>
              <a:gd name="connsiteY4967" fmla="*/ 2153198 h 2767298"/>
              <a:gd name="connsiteX4968" fmla="*/ 4585614 w 4752801"/>
              <a:gd name="connsiteY4968" fmla="*/ 2153198 h 2767298"/>
              <a:gd name="connsiteX4969" fmla="*/ 4584399 w 4752801"/>
              <a:gd name="connsiteY4969" fmla="*/ 2152793 h 2767298"/>
              <a:gd name="connsiteX4970" fmla="*/ 4582780 w 4752801"/>
              <a:gd name="connsiteY4970" fmla="*/ 2149555 h 2767298"/>
              <a:gd name="connsiteX4971" fmla="*/ 4582780 w 4752801"/>
              <a:gd name="connsiteY4971" fmla="*/ 2148340 h 2767298"/>
              <a:gd name="connsiteX4972" fmla="*/ 4584399 w 4752801"/>
              <a:gd name="connsiteY4972" fmla="*/ 2145102 h 2767298"/>
              <a:gd name="connsiteX4973" fmla="*/ 4585614 w 4752801"/>
              <a:gd name="connsiteY4973" fmla="*/ 2144697 h 2767298"/>
              <a:gd name="connsiteX4974" fmla="*/ 4545132 w 4752801"/>
              <a:gd name="connsiteY4974" fmla="*/ 2144697 h 2767298"/>
              <a:gd name="connsiteX4975" fmla="*/ 4549180 w 4752801"/>
              <a:gd name="connsiteY4975" fmla="*/ 2144697 h 2767298"/>
              <a:gd name="connsiteX4976" fmla="*/ 4550394 w 4752801"/>
              <a:gd name="connsiteY4976" fmla="*/ 2145102 h 2767298"/>
              <a:gd name="connsiteX4977" fmla="*/ 4552419 w 4752801"/>
              <a:gd name="connsiteY4977" fmla="*/ 2148745 h 2767298"/>
              <a:gd name="connsiteX4978" fmla="*/ 4552419 w 4752801"/>
              <a:gd name="connsiteY4978" fmla="*/ 2149960 h 2767298"/>
              <a:gd name="connsiteX4979" fmla="*/ 4550394 w 4752801"/>
              <a:gd name="connsiteY4979" fmla="*/ 2153603 h 2767298"/>
              <a:gd name="connsiteX4980" fmla="*/ 4549180 w 4752801"/>
              <a:gd name="connsiteY4980" fmla="*/ 2154008 h 2767298"/>
              <a:gd name="connsiteX4981" fmla="*/ 4545132 w 4752801"/>
              <a:gd name="connsiteY4981" fmla="*/ 2154008 h 2767298"/>
              <a:gd name="connsiteX4982" fmla="*/ 4543918 w 4752801"/>
              <a:gd name="connsiteY4982" fmla="*/ 2153603 h 2767298"/>
              <a:gd name="connsiteX4983" fmla="*/ 4541894 w 4752801"/>
              <a:gd name="connsiteY4983" fmla="*/ 2149960 h 2767298"/>
              <a:gd name="connsiteX4984" fmla="*/ 4541894 w 4752801"/>
              <a:gd name="connsiteY4984" fmla="*/ 2148745 h 2767298"/>
              <a:gd name="connsiteX4985" fmla="*/ 4543918 w 4752801"/>
              <a:gd name="connsiteY4985" fmla="*/ 2145102 h 2767298"/>
              <a:gd name="connsiteX4986" fmla="*/ 4545132 w 4752801"/>
              <a:gd name="connsiteY4986" fmla="*/ 2144697 h 2767298"/>
              <a:gd name="connsiteX4987" fmla="*/ 4504246 w 4752801"/>
              <a:gd name="connsiteY4987" fmla="*/ 2144697 h 2767298"/>
              <a:gd name="connsiteX4988" fmla="*/ 4508294 w 4752801"/>
              <a:gd name="connsiteY4988" fmla="*/ 2144697 h 2767298"/>
              <a:gd name="connsiteX4989" fmla="*/ 4509508 w 4752801"/>
              <a:gd name="connsiteY4989" fmla="*/ 2145507 h 2767298"/>
              <a:gd name="connsiteX4990" fmla="*/ 4511533 w 4752801"/>
              <a:gd name="connsiteY4990" fmla="*/ 2148745 h 2767298"/>
              <a:gd name="connsiteX4991" fmla="*/ 4511533 w 4752801"/>
              <a:gd name="connsiteY4991" fmla="*/ 2149960 h 2767298"/>
              <a:gd name="connsiteX4992" fmla="*/ 4509508 w 4752801"/>
              <a:gd name="connsiteY4992" fmla="*/ 2153198 h 2767298"/>
              <a:gd name="connsiteX4993" fmla="*/ 4508294 w 4752801"/>
              <a:gd name="connsiteY4993" fmla="*/ 2154008 h 2767298"/>
              <a:gd name="connsiteX4994" fmla="*/ 4504246 w 4752801"/>
              <a:gd name="connsiteY4994" fmla="*/ 2154008 h 2767298"/>
              <a:gd name="connsiteX4995" fmla="*/ 4503032 w 4752801"/>
              <a:gd name="connsiteY4995" fmla="*/ 2153198 h 2767298"/>
              <a:gd name="connsiteX4996" fmla="*/ 4501008 w 4752801"/>
              <a:gd name="connsiteY4996" fmla="*/ 2149960 h 2767298"/>
              <a:gd name="connsiteX4997" fmla="*/ 4501008 w 4752801"/>
              <a:gd name="connsiteY4997" fmla="*/ 2148745 h 2767298"/>
              <a:gd name="connsiteX4998" fmla="*/ 4503032 w 4752801"/>
              <a:gd name="connsiteY4998" fmla="*/ 2145507 h 2767298"/>
              <a:gd name="connsiteX4999" fmla="*/ 4504246 w 4752801"/>
              <a:gd name="connsiteY4999" fmla="*/ 2144697 h 2767298"/>
              <a:gd name="connsiteX5000" fmla="*/ 4342727 w 4752801"/>
              <a:gd name="connsiteY5000" fmla="*/ 2144697 h 2767298"/>
              <a:gd name="connsiteX5001" fmla="*/ 4346370 w 4752801"/>
              <a:gd name="connsiteY5001" fmla="*/ 2144697 h 2767298"/>
              <a:gd name="connsiteX5002" fmla="*/ 4347584 w 4752801"/>
              <a:gd name="connsiteY5002" fmla="*/ 2145102 h 2767298"/>
              <a:gd name="connsiteX5003" fmla="*/ 4349203 w 4752801"/>
              <a:gd name="connsiteY5003" fmla="*/ 2148340 h 2767298"/>
              <a:gd name="connsiteX5004" fmla="*/ 4349203 w 4752801"/>
              <a:gd name="connsiteY5004" fmla="*/ 2149555 h 2767298"/>
              <a:gd name="connsiteX5005" fmla="*/ 4347584 w 4752801"/>
              <a:gd name="connsiteY5005" fmla="*/ 2152793 h 2767298"/>
              <a:gd name="connsiteX5006" fmla="*/ 4346370 w 4752801"/>
              <a:gd name="connsiteY5006" fmla="*/ 2154008 h 2767298"/>
              <a:gd name="connsiteX5007" fmla="*/ 4342727 w 4752801"/>
              <a:gd name="connsiteY5007" fmla="*/ 2154008 h 2767298"/>
              <a:gd name="connsiteX5008" fmla="*/ 4341512 w 4752801"/>
              <a:gd name="connsiteY5008" fmla="*/ 2153198 h 2767298"/>
              <a:gd name="connsiteX5009" fmla="*/ 4339893 w 4752801"/>
              <a:gd name="connsiteY5009" fmla="*/ 2149960 h 2767298"/>
              <a:gd name="connsiteX5010" fmla="*/ 4339893 w 4752801"/>
              <a:gd name="connsiteY5010" fmla="*/ 2148745 h 2767298"/>
              <a:gd name="connsiteX5011" fmla="*/ 4341512 w 4752801"/>
              <a:gd name="connsiteY5011" fmla="*/ 2145507 h 2767298"/>
              <a:gd name="connsiteX5012" fmla="*/ 4342727 w 4752801"/>
              <a:gd name="connsiteY5012" fmla="*/ 2144697 h 2767298"/>
              <a:gd name="connsiteX5013" fmla="*/ 4423284 w 4752801"/>
              <a:gd name="connsiteY5013" fmla="*/ 2144292 h 2767298"/>
              <a:gd name="connsiteX5014" fmla="*/ 4427737 w 4752801"/>
              <a:gd name="connsiteY5014" fmla="*/ 2144292 h 2767298"/>
              <a:gd name="connsiteX5015" fmla="*/ 4428951 w 4752801"/>
              <a:gd name="connsiteY5015" fmla="*/ 2145101 h 2767298"/>
              <a:gd name="connsiteX5016" fmla="*/ 4430975 w 4752801"/>
              <a:gd name="connsiteY5016" fmla="*/ 2148745 h 2767298"/>
              <a:gd name="connsiteX5017" fmla="*/ 4430975 w 4752801"/>
              <a:gd name="connsiteY5017" fmla="*/ 2149959 h 2767298"/>
              <a:gd name="connsiteX5018" fmla="*/ 4428951 w 4752801"/>
              <a:gd name="connsiteY5018" fmla="*/ 2153603 h 2767298"/>
              <a:gd name="connsiteX5019" fmla="*/ 4427737 w 4752801"/>
              <a:gd name="connsiteY5019" fmla="*/ 2154412 h 2767298"/>
              <a:gd name="connsiteX5020" fmla="*/ 4423284 w 4752801"/>
              <a:gd name="connsiteY5020" fmla="*/ 2154412 h 2767298"/>
              <a:gd name="connsiteX5021" fmla="*/ 4422070 w 4752801"/>
              <a:gd name="connsiteY5021" fmla="*/ 2153603 h 2767298"/>
              <a:gd name="connsiteX5022" fmla="*/ 4420046 w 4752801"/>
              <a:gd name="connsiteY5022" fmla="*/ 2149959 h 2767298"/>
              <a:gd name="connsiteX5023" fmla="*/ 4420046 w 4752801"/>
              <a:gd name="connsiteY5023" fmla="*/ 2148745 h 2767298"/>
              <a:gd name="connsiteX5024" fmla="*/ 4422070 w 4752801"/>
              <a:gd name="connsiteY5024" fmla="*/ 2145101 h 2767298"/>
              <a:gd name="connsiteX5025" fmla="*/ 4423284 w 4752801"/>
              <a:gd name="connsiteY5025" fmla="*/ 2144292 h 2767298"/>
              <a:gd name="connsiteX5026" fmla="*/ 3816470 w 4752801"/>
              <a:gd name="connsiteY5026" fmla="*/ 2144292 h 2767298"/>
              <a:gd name="connsiteX5027" fmla="*/ 3820518 w 4752801"/>
              <a:gd name="connsiteY5027" fmla="*/ 2144292 h 2767298"/>
              <a:gd name="connsiteX5028" fmla="*/ 3821732 w 4752801"/>
              <a:gd name="connsiteY5028" fmla="*/ 2144697 h 2767298"/>
              <a:gd name="connsiteX5029" fmla="*/ 3823757 w 4752801"/>
              <a:gd name="connsiteY5029" fmla="*/ 2148340 h 2767298"/>
              <a:gd name="connsiteX5030" fmla="*/ 3823757 w 4752801"/>
              <a:gd name="connsiteY5030" fmla="*/ 2149555 h 2767298"/>
              <a:gd name="connsiteX5031" fmla="*/ 3821732 w 4752801"/>
              <a:gd name="connsiteY5031" fmla="*/ 2153198 h 2767298"/>
              <a:gd name="connsiteX5032" fmla="*/ 3820518 w 4752801"/>
              <a:gd name="connsiteY5032" fmla="*/ 2153603 h 2767298"/>
              <a:gd name="connsiteX5033" fmla="*/ 3816470 w 4752801"/>
              <a:gd name="connsiteY5033" fmla="*/ 2153603 h 2767298"/>
              <a:gd name="connsiteX5034" fmla="*/ 3815256 w 4752801"/>
              <a:gd name="connsiteY5034" fmla="*/ 2153198 h 2767298"/>
              <a:gd name="connsiteX5035" fmla="*/ 3813232 w 4752801"/>
              <a:gd name="connsiteY5035" fmla="*/ 2149555 h 2767298"/>
              <a:gd name="connsiteX5036" fmla="*/ 3813232 w 4752801"/>
              <a:gd name="connsiteY5036" fmla="*/ 2148340 h 2767298"/>
              <a:gd name="connsiteX5037" fmla="*/ 3815256 w 4752801"/>
              <a:gd name="connsiteY5037" fmla="*/ 2144697 h 2767298"/>
              <a:gd name="connsiteX5038" fmla="*/ 3816470 w 4752801"/>
              <a:gd name="connsiteY5038" fmla="*/ 2144292 h 2767298"/>
              <a:gd name="connsiteX5039" fmla="*/ 4464170 w 4752801"/>
              <a:gd name="connsiteY5039" fmla="*/ 2143887 h 2767298"/>
              <a:gd name="connsiteX5040" fmla="*/ 4468218 w 4752801"/>
              <a:gd name="connsiteY5040" fmla="*/ 2143887 h 2767298"/>
              <a:gd name="connsiteX5041" fmla="*/ 4469432 w 4752801"/>
              <a:gd name="connsiteY5041" fmla="*/ 2144697 h 2767298"/>
              <a:gd name="connsiteX5042" fmla="*/ 4471457 w 4752801"/>
              <a:gd name="connsiteY5042" fmla="*/ 2148340 h 2767298"/>
              <a:gd name="connsiteX5043" fmla="*/ 4471457 w 4752801"/>
              <a:gd name="connsiteY5043" fmla="*/ 2149554 h 2767298"/>
              <a:gd name="connsiteX5044" fmla="*/ 4469432 w 4752801"/>
              <a:gd name="connsiteY5044" fmla="*/ 2153198 h 2767298"/>
              <a:gd name="connsiteX5045" fmla="*/ 4468218 w 4752801"/>
              <a:gd name="connsiteY5045" fmla="*/ 2154007 h 2767298"/>
              <a:gd name="connsiteX5046" fmla="*/ 4464170 w 4752801"/>
              <a:gd name="connsiteY5046" fmla="*/ 2154007 h 2767298"/>
              <a:gd name="connsiteX5047" fmla="*/ 4462956 w 4752801"/>
              <a:gd name="connsiteY5047" fmla="*/ 2153198 h 2767298"/>
              <a:gd name="connsiteX5048" fmla="*/ 4460932 w 4752801"/>
              <a:gd name="connsiteY5048" fmla="*/ 2149554 h 2767298"/>
              <a:gd name="connsiteX5049" fmla="*/ 4460932 w 4752801"/>
              <a:gd name="connsiteY5049" fmla="*/ 2148340 h 2767298"/>
              <a:gd name="connsiteX5050" fmla="*/ 4462956 w 4752801"/>
              <a:gd name="connsiteY5050" fmla="*/ 2144697 h 2767298"/>
              <a:gd name="connsiteX5051" fmla="*/ 4464170 w 4752801"/>
              <a:gd name="connsiteY5051" fmla="*/ 2143887 h 2767298"/>
              <a:gd name="connsiteX5052" fmla="*/ 3775988 w 4752801"/>
              <a:gd name="connsiteY5052" fmla="*/ 2143887 h 2767298"/>
              <a:gd name="connsiteX5053" fmla="*/ 3780036 w 4752801"/>
              <a:gd name="connsiteY5053" fmla="*/ 2143887 h 2767298"/>
              <a:gd name="connsiteX5054" fmla="*/ 3781250 w 4752801"/>
              <a:gd name="connsiteY5054" fmla="*/ 2144697 h 2767298"/>
              <a:gd name="connsiteX5055" fmla="*/ 3783275 w 4752801"/>
              <a:gd name="connsiteY5055" fmla="*/ 2148340 h 2767298"/>
              <a:gd name="connsiteX5056" fmla="*/ 3783275 w 4752801"/>
              <a:gd name="connsiteY5056" fmla="*/ 2149554 h 2767298"/>
              <a:gd name="connsiteX5057" fmla="*/ 3781250 w 4752801"/>
              <a:gd name="connsiteY5057" fmla="*/ 2153198 h 2767298"/>
              <a:gd name="connsiteX5058" fmla="*/ 3780036 w 4752801"/>
              <a:gd name="connsiteY5058" fmla="*/ 2154007 h 2767298"/>
              <a:gd name="connsiteX5059" fmla="*/ 3775988 w 4752801"/>
              <a:gd name="connsiteY5059" fmla="*/ 2154007 h 2767298"/>
              <a:gd name="connsiteX5060" fmla="*/ 3774774 w 4752801"/>
              <a:gd name="connsiteY5060" fmla="*/ 2153198 h 2767298"/>
              <a:gd name="connsiteX5061" fmla="*/ 3772750 w 4752801"/>
              <a:gd name="connsiteY5061" fmla="*/ 2149554 h 2767298"/>
              <a:gd name="connsiteX5062" fmla="*/ 3772750 w 4752801"/>
              <a:gd name="connsiteY5062" fmla="*/ 2148340 h 2767298"/>
              <a:gd name="connsiteX5063" fmla="*/ 3774774 w 4752801"/>
              <a:gd name="connsiteY5063" fmla="*/ 2144697 h 2767298"/>
              <a:gd name="connsiteX5064" fmla="*/ 3775988 w 4752801"/>
              <a:gd name="connsiteY5064" fmla="*/ 2143887 h 2767298"/>
              <a:gd name="connsiteX5065" fmla="*/ 3735507 w 4752801"/>
              <a:gd name="connsiteY5065" fmla="*/ 2143887 h 2767298"/>
              <a:gd name="connsiteX5066" fmla="*/ 3739555 w 4752801"/>
              <a:gd name="connsiteY5066" fmla="*/ 2143887 h 2767298"/>
              <a:gd name="connsiteX5067" fmla="*/ 3740769 w 4752801"/>
              <a:gd name="connsiteY5067" fmla="*/ 2144697 h 2767298"/>
              <a:gd name="connsiteX5068" fmla="*/ 3742794 w 4752801"/>
              <a:gd name="connsiteY5068" fmla="*/ 2148340 h 2767298"/>
              <a:gd name="connsiteX5069" fmla="*/ 3742794 w 4752801"/>
              <a:gd name="connsiteY5069" fmla="*/ 2149554 h 2767298"/>
              <a:gd name="connsiteX5070" fmla="*/ 3740769 w 4752801"/>
              <a:gd name="connsiteY5070" fmla="*/ 2153198 h 2767298"/>
              <a:gd name="connsiteX5071" fmla="*/ 3739555 w 4752801"/>
              <a:gd name="connsiteY5071" fmla="*/ 2154007 h 2767298"/>
              <a:gd name="connsiteX5072" fmla="*/ 3735507 w 4752801"/>
              <a:gd name="connsiteY5072" fmla="*/ 2154007 h 2767298"/>
              <a:gd name="connsiteX5073" fmla="*/ 3734293 w 4752801"/>
              <a:gd name="connsiteY5073" fmla="*/ 2153198 h 2767298"/>
              <a:gd name="connsiteX5074" fmla="*/ 3732269 w 4752801"/>
              <a:gd name="connsiteY5074" fmla="*/ 2149554 h 2767298"/>
              <a:gd name="connsiteX5075" fmla="*/ 3732269 w 4752801"/>
              <a:gd name="connsiteY5075" fmla="*/ 2148340 h 2767298"/>
              <a:gd name="connsiteX5076" fmla="*/ 3734293 w 4752801"/>
              <a:gd name="connsiteY5076" fmla="*/ 2144697 h 2767298"/>
              <a:gd name="connsiteX5077" fmla="*/ 3735507 w 4752801"/>
              <a:gd name="connsiteY5077" fmla="*/ 2143887 h 2767298"/>
              <a:gd name="connsiteX5078" fmla="*/ 3694216 w 4752801"/>
              <a:gd name="connsiteY5078" fmla="*/ 2143482 h 2767298"/>
              <a:gd name="connsiteX5079" fmla="*/ 3699479 w 4752801"/>
              <a:gd name="connsiteY5079" fmla="*/ 2143482 h 2767298"/>
              <a:gd name="connsiteX5080" fmla="*/ 3700693 w 4752801"/>
              <a:gd name="connsiteY5080" fmla="*/ 2143887 h 2767298"/>
              <a:gd name="connsiteX5081" fmla="*/ 3703122 w 4752801"/>
              <a:gd name="connsiteY5081" fmla="*/ 2148340 h 2767298"/>
              <a:gd name="connsiteX5082" fmla="*/ 3703122 w 4752801"/>
              <a:gd name="connsiteY5082" fmla="*/ 2149554 h 2767298"/>
              <a:gd name="connsiteX5083" fmla="*/ 3700693 w 4752801"/>
              <a:gd name="connsiteY5083" fmla="*/ 2154007 h 2767298"/>
              <a:gd name="connsiteX5084" fmla="*/ 3699479 w 4752801"/>
              <a:gd name="connsiteY5084" fmla="*/ 2154412 h 2767298"/>
              <a:gd name="connsiteX5085" fmla="*/ 3694216 w 4752801"/>
              <a:gd name="connsiteY5085" fmla="*/ 2154412 h 2767298"/>
              <a:gd name="connsiteX5086" fmla="*/ 3693002 w 4752801"/>
              <a:gd name="connsiteY5086" fmla="*/ 2154007 h 2767298"/>
              <a:gd name="connsiteX5087" fmla="*/ 3690573 w 4752801"/>
              <a:gd name="connsiteY5087" fmla="*/ 2149554 h 2767298"/>
              <a:gd name="connsiteX5088" fmla="*/ 3690573 w 4752801"/>
              <a:gd name="connsiteY5088" fmla="*/ 2148340 h 2767298"/>
              <a:gd name="connsiteX5089" fmla="*/ 3693002 w 4752801"/>
              <a:gd name="connsiteY5089" fmla="*/ 2143887 h 2767298"/>
              <a:gd name="connsiteX5090" fmla="*/ 3694216 w 4752801"/>
              <a:gd name="connsiteY5090" fmla="*/ 2143482 h 2767298"/>
              <a:gd name="connsiteX5091" fmla="*/ 3652925 w 4752801"/>
              <a:gd name="connsiteY5091" fmla="*/ 2142268 h 2767298"/>
              <a:gd name="connsiteX5092" fmla="*/ 3659402 w 4752801"/>
              <a:gd name="connsiteY5092" fmla="*/ 2142268 h 2767298"/>
              <a:gd name="connsiteX5093" fmla="*/ 3660617 w 4752801"/>
              <a:gd name="connsiteY5093" fmla="*/ 2142673 h 2767298"/>
              <a:gd name="connsiteX5094" fmla="*/ 3663855 w 4752801"/>
              <a:gd name="connsiteY5094" fmla="*/ 2148340 h 2767298"/>
              <a:gd name="connsiteX5095" fmla="*/ 3663855 w 4752801"/>
              <a:gd name="connsiteY5095" fmla="*/ 2149555 h 2767298"/>
              <a:gd name="connsiteX5096" fmla="*/ 3660617 w 4752801"/>
              <a:gd name="connsiteY5096" fmla="*/ 2155222 h 2767298"/>
              <a:gd name="connsiteX5097" fmla="*/ 3659402 w 4752801"/>
              <a:gd name="connsiteY5097" fmla="*/ 2155627 h 2767298"/>
              <a:gd name="connsiteX5098" fmla="*/ 3652925 w 4752801"/>
              <a:gd name="connsiteY5098" fmla="*/ 2155627 h 2767298"/>
              <a:gd name="connsiteX5099" fmla="*/ 3651711 w 4752801"/>
              <a:gd name="connsiteY5099" fmla="*/ 2155222 h 2767298"/>
              <a:gd name="connsiteX5100" fmla="*/ 3648473 w 4752801"/>
              <a:gd name="connsiteY5100" fmla="*/ 2149555 h 2767298"/>
              <a:gd name="connsiteX5101" fmla="*/ 3648473 w 4752801"/>
              <a:gd name="connsiteY5101" fmla="*/ 2148340 h 2767298"/>
              <a:gd name="connsiteX5102" fmla="*/ 3651711 w 4752801"/>
              <a:gd name="connsiteY5102" fmla="*/ 2142673 h 2767298"/>
              <a:gd name="connsiteX5103" fmla="*/ 3652925 w 4752801"/>
              <a:gd name="connsiteY5103" fmla="*/ 2142268 h 2767298"/>
              <a:gd name="connsiteX5104" fmla="*/ 3612444 w 4752801"/>
              <a:gd name="connsiteY5104" fmla="*/ 2142268 h 2767298"/>
              <a:gd name="connsiteX5105" fmla="*/ 3619326 w 4752801"/>
              <a:gd name="connsiteY5105" fmla="*/ 2142268 h 2767298"/>
              <a:gd name="connsiteX5106" fmla="*/ 3620541 w 4752801"/>
              <a:gd name="connsiteY5106" fmla="*/ 2143077 h 2767298"/>
              <a:gd name="connsiteX5107" fmla="*/ 3623779 w 4752801"/>
              <a:gd name="connsiteY5107" fmla="*/ 2148745 h 2767298"/>
              <a:gd name="connsiteX5108" fmla="*/ 3623779 w 4752801"/>
              <a:gd name="connsiteY5108" fmla="*/ 2149959 h 2767298"/>
              <a:gd name="connsiteX5109" fmla="*/ 3620541 w 4752801"/>
              <a:gd name="connsiteY5109" fmla="*/ 2155627 h 2767298"/>
              <a:gd name="connsiteX5110" fmla="*/ 3619326 w 4752801"/>
              <a:gd name="connsiteY5110" fmla="*/ 2156436 h 2767298"/>
              <a:gd name="connsiteX5111" fmla="*/ 3612444 w 4752801"/>
              <a:gd name="connsiteY5111" fmla="*/ 2156436 h 2767298"/>
              <a:gd name="connsiteX5112" fmla="*/ 3611230 w 4752801"/>
              <a:gd name="connsiteY5112" fmla="*/ 2155627 h 2767298"/>
              <a:gd name="connsiteX5113" fmla="*/ 3607992 w 4752801"/>
              <a:gd name="connsiteY5113" fmla="*/ 2149959 h 2767298"/>
              <a:gd name="connsiteX5114" fmla="*/ 3607992 w 4752801"/>
              <a:gd name="connsiteY5114" fmla="*/ 2148745 h 2767298"/>
              <a:gd name="connsiteX5115" fmla="*/ 3611230 w 4752801"/>
              <a:gd name="connsiteY5115" fmla="*/ 2143077 h 2767298"/>
              <a:gd name="connsiteX5116" fmla="*/ 3612444 w 4752801"/>
              <a:gd name="connsiteY5116" fmla="*/ 2142268 h 2767298"/>
              <a:gd name="connsiteX5117" fmla="*/ 3571558 w 4752801"/>
              <a:gd name="connsiteY5117" fmla="*/ 2140649 h 2767298"/>
              <a:gd name="connsiteX5118" fmla="*/ 3579250 w 4752801"/>
              <a:gd name="connsiteY5118" fmla="*/ 2140649 h 2767298"/>
              <a:gd name="connsiteX5119" fmla="*/ 3580464 w 4752801"/>
              <a:gd name="connsiteY5119" fmla="*/ 2141459 h 2767298"/>
              <a:gd name="connsiteX5120" fmla="*/ 3584512 w 4752801"/>
              <a:gd name="connsiteY5120" fmla="*/ 2148341 h 2767298"/>
              <a:gd name="connsiteX5121" fmla="*/ 3584512 w 4752801"/>
              <a:gd name="connsiteY5121" fmla="*/ 2149555 h 2767298"/>
              <a:gd name="connsiteX5122" fmla="*/ 3580464 w 4752801"/>
              <a:gd name="connsiteY5122" fmla="*/ 2156437 h 2767298"/>
              <a:gd name="connsiteX5123" fmla="*/ 3579250 w 4752801"/>
              <a:gd name="connsiteY5123" fmla="*/ 2156842 h 2767298"/>
              <a:gd name="connsiteX5124" fmla="*/ 3571558 w 4752801"/>
              <a:gd name="connsiteY5124" fmla="*/ 2156842 h 2767298"/>
              <a:gd name="connsiteX5125" fmla="*/ 3570344 w 4752801"/>
              <a:gd name="connsiteY5125" fmla="*/ 2156437 h 2767298"/>
              <a:gd name="connsiteX5126" fmla="*/ 3566296 w 4752801"/>
              <a:gd name="connsiteY5126" fmla="*/ 2149555 h 2767298"/>
              <a:gd name="connsiteX5127" fmla="*/ 3566296 w 4752801"/>
              <a:gd name="connsiteY5127" fmla="*/ 2148341 h 2767298"/>
              <a:gd name="connsiteX5128" fmla="*/ 3570344 w 4752801"/>
              <a:gd name="connsiteY5128" fmla="*/ 2141459 h 2767298"/>
              <a:gd name="connsiteX5129" fmla="*/ 3571558 w 4752801"/>
              <a:gd name="connsiteY5129" fmla="*/ 2140649 h 2767298"/>
              <a:gd name="connsiteX5130" fmla="*/ 3286975 w 4752801"/>
              <a:gd name="connsiteY5130" fmla="*/ 2139839 h 2767298"/>
              <a:gd name="connsiteX5131" fmla="*/ 3296690 w 4752801"/>
              <a:gd name="connsiteY5131" fmla="*/ 2139839 h 2767298"/>
              <a:gd name="connsiteX5132" fmla="*/ 3297905 w 4752801"/>
              <a:gd name="connsiteY5132" fmla="*/ 2140649 h 2767298"/>
              <a:gd name="connsiteX5133" fmla="*/ 3302763 w 4752801"/>
              <a:gd name="connsiteY5133" fmla="*/ 2148745 h 2767298"/>
              <a:gd name="connsiteX5134" fmla="*/ 3302763 w 4752801"/>
              <a:gd name="connsiteY5134" fmla="*/ 2149959 h 2767298"/>
              <a:gd name="connsiteX5135" fmla="*/ 3297905 w 4752801"/>
              <a:gd name="connsiteY5135" fmla="*/ 2158056 h 2767298"/>
              <a:gd name="connsiteX5136" fmla="*/ 3296690 w 4752801"/>
              <a:gd name="connsiteY5136" fmla="*/ 2158865 h 2767298"/>
              <a:gd name="connsiteX5137" fmla="*/ 3286975 w 4752801"/>
              <a:gd name="connsiteY5137" fmla="*/ 2158865 h 2767298"/>
              <a:gd name="connsiteX5138" fmla="*/ 3285761 w 4752801"/>
              <a:gd name="connsiteY5138" fmla="*/ 2158056 h 2767298"/>
              <a:gd name="connsiteX5139" fmla="*/ 3280903 w 4752801"/>
              <a:gd name="connsiteY5139" fmla="*/ 2149959 h 2767298"/>
              <a:gd name="connsiteX5140" fmla="*/ 3280903 w 4752801"/>
              <a:gd name="connsiteY5140" fmla="*/ 2148745 h 2767298"/>
              <a:gd name="connsiteX5141" fmla="*/ 3285761 w 4752801"/>
              <a:gd name="connsiteY5141" fmla="*/ 2140649 h 2767298"/>
              <a:gd name="connsiteX5142" fmla="*/ 3286975 w 4752801"/>
              <a:gd name="connsiteY5142" fmla="*/ 2139839 h 2767298"/>
              <a:gd name="connsiteX5143" fmla="*/ 3530267 w 4752801"/>
              <a:gd name="connsiteY5143" fmla="*/ 2139434 h 2767298"/>
              <a:gd name="connsiteX5144" fmla="*/ 3539982 w 4752801"/>
              <a:gd name="connsiteY5144" fmla="*/ 2139434 h 2767298"/>
              <a:gd name="connsiteX5145" fmla="*/ 3541197 w 4752801"/>
              <a:gd name="connsiteY5145" fmla="*/ 2140244 h 2767298"/>
              <a:gd name="connsiteX5146" fmla="*/ 3546055 w 4752801"/>
              <a:gd name="connsiteY5146" fmla="*/ 2148745 h 2767298"/>
              <a:gd name="connsiteX5147" fmla="*/ 3546055 w 4752801"/>
              <a:gd name="connsiteY5147" fmla="*/ 2149959 h 2767298"/>
              <a:gd name="connsiteX5148" fmla="*/ 3541197 w 4752801"/>
              <a:gd name="connsiteY5148" fmla="*/ 2158460 h 2767298"/>
              <a:gd name="connsiteX5149" fmla="*/ 3539982 w 4752801"/>
              <a:gd name="connsiteY5149" fmla="*/ 2158865 h 2767298"/>
              <a:gd name="connsiteX5150" fmla="*/ 3530267 w 4752801"/>
              <a:gd name="connsiteY5150" fmla="*/ 2158865 h 2767298"/>
              <a:gd name="connsiteX5151" fmla="*/ 3529053 w 4752801"/>
              <a:gd name="connsiteY5151" fmla="*/ 2158460 h 2767298"/>
              <a:gd name="connsiteX5152" fmla="*/ 3524195 w 4752801"/>
              <a:gd name="connsiteY5152" fmla="*/ 2149959 h 2767298"/>
              <a:gd name="connsiteX5153" fmla="*/ 3524195 w 4752801"/>
              <a:gd name="connsiteY5153" fmla="*/ 2148745 h 2767298"/>
              <a:gd name="connsiteX5154" fmla="*/ 3529053 w 4752801"/>
              <a:gd name="connsiteY5154" fmla="*/ 2140244 h 2767298"/>
              <a:gd name="connsiteX5155" fmla="*/ 3530267 w 4752801"/>
              <a:gd name="connsiteY5155" fmla="*/ 2139434 h 2767298"/>
              <a:gd name="connsiteX5156" fmla="*/ 3448495 w 4752801"/>
              <a:gd name="connsiteY5156" fmla="*/ 2138624 h 2767298"/>
              <a:gd name="connsiteX5157" fmla="*/ 3459425 w 4752801"/>
              <a:gd name="connsiteY5157" fmla="*/ 2138624 h 2767298"/>
              <a:gd name="connsiteX5158" fmla="*/ 3460640 w 4752801"/>
              <a:gd name="connsiteY5158" fmla="*/ 2139434 h 2767298"/>
              <a:gd name="connsiteX5159" fmla="*/ 3465903 w 4752801"/>
              <a:gd name="connsiteY5159" fmla="*/ 2148744 h 2767298"/>
              <a:gd name="connsiteX5160" fmla="*/ 3465903 w 4752801"/>
              <a:gd name="connsiteY5160" fmla="*/ 2149959 h 2767298"/>
              <a:gd name="connsiteX5161" fmla="*/ 3460640 w 4752801"/>
              <a:gd name="connsiteY5161" fmla="*/ 2159269 h 2767298"/>
              <a:gd name="connsiteX5162" fmla="*/ 3459425 w 4752801"/>
              <a:gd name="connsiteY5162" fmla="*/ 2160079 h 2767298"/>
              <a:gd name="connsiteX5163" fmla="*/ 3448495 w 4752801"/>
              <a:gd name="connsiteY5163" fmla="*/ 2160079 h 2767298"/>
              <a:gd name="connsiteX5164" fmla="*/ 3447281 w 4752801"/>
              <a:gd name="connsiteY5164" fmla="*/ 2159269 h 2767298"/>
              <a:gd name="connsiteX5165" fmla="*/ 3442019 w 4752801"/>
              <a:gd name="connsiteY5165" fmla="*/ 2149959 h 2767298"/>
              <a:gd name="connsiteX5166" fmla="*/ 3442019 w 4752801"/>
              <a:gd name="connsiteY5166" fmla="*/ 2148744 h 2767298"/>
              <a:gd name="connsiteX5167" fmla="*/ 3447281 w 4752801"/>
              <a:gd name="connsiteY5167" fmla="*/ 2139434 h 2767298"/>
              <a:gd name="connsiteX5168" fmla="*/ 3448495 w 4752801"/>
              <a:gd name="connsiteY5168" fmla="*/ 2138624 h 2767298"/>
              <a:gd name="connsiteX5169" fmla="*/ 3408014 w 4752801"/>
              <a:gd name="connsiteY5169" fmla="*/ 2138624 h 2767298"/>
              <a:gd name="connsiteX5170" fmla="*/ 3419348 w 4752801"/>
              <a:gd name="connsiteY5170" fmla="*/ 2138624 h 2767298"/>
              <a:gd name="connsiteX5171" fmla="*/ 3420563 w 4752801"/>
              <a:gd name="connsiteY5171" fmla="*/ 2139029 h 2767298"/>
              <a:gd name="connsiteX5172" fmla="*/ 3426230 w 4752801"/>
              <a:gd name="connsiteY5172" fmla="*/ 2148744 h 2767298"/>
              <a:gd name="connsiteX5173" fmla="*/ 3426230 w 4752801"/>
              <a:gd name="connsiteY5173" fmla="*/ 2149959 h 2767298"/>
              <a:gd name="connsiteX5174" fmla="*/ 3420563 w 4752801"/>
              <a:gd name="connsiteY5174" fmla="*/ 2159674 h 2767298"/>
              <a:gd name="connsiteX5175" fmla="*/ 3419348 w 4752801"/>
              <a:gd name="connsiteY5175" fmla="*/ 2160079 h 2767298"/>
              <a:gd name="connsiteX5176" fmla="*/ 3408014 w 4752801"/>
              <a:gd name="connsiteY5176" fmla="*/ 2160079 h 2767298"/>
              <a:gd name="connsiteX5177" fmla="*/ 3406799 w 4752801"/>
              <a:gd name="connsiteY5177" fmla="*/ 2159674 h 2767298"/>
              <a:gd name="connsiteX5178" fmla="*/ 3401132 w 4752801"/>
              <a:gd name="connsiteY5178" fmla="*/ 2149959 h 2767298"/>
              <a:gd name="connsiteX5179" fmla="*/ 3401132 w 4752801"/>
              <a:gd name="connsiteY5179" fmla="*/ 2148744 h 2767298"/>
              <a:gd name="connsiteX5180" fmla="*/ 3406799 w 4752801"/>
              <a:gd name="connsiteY5180" fmla="*/ 2139029 h 2767298"/>
              <a:gd name="connsiteX5181" fmla="*/ 3408014 w 4752801"/>
              <a:gd name="connsiteY5181" fmla="*/ 2138624 h 2767298"/>
              <a:gd name="connsiteX5182" fmla="*/ 3489381 w 4752801"/>
              <a:gd name="connsiteY5182" fmla="*/ 2138220 h 2767298"/>
              <a:gd name="connsiteX5183" fmla="*/ 3499906 w 4752801"/>
              <a:gd name="connsiteY5183" fmla="*/ 2138220 h 2767298"/>
              <a:gd name="connsiteX5184" fmla="*/ 3501121 w 4752801"/>
              <a:gd name="connsiteY5184" fmla="*/ 2139029 h 2767298"/>
              <a:gd name="connsiteX5185" fmla="*/ 3506384 w 4752801"/>
              <a:gd name="connsiteY5185" fmla="*/ 2148340 h 2767298"/>
              <a:gd name="connsiteX5186" fmla="*/ 3506384 w 4752801"/>
              <a:gd name="connsiteY5186" fmla="*/ 2149555 h 2767298"/>
              <a:gd name="connsiteX5187" fmla="*/ 3501121 w 4752801"/>
              <a:gd name="connsiteY5187" fmla="*/ 2158865 h 2767298"/>
              <a:gd name="connsiteX5188" fmla="*/ 3499906 w 4752801"/>
              <a:gd name="connsiteY5188" fmla="*/ 2159675 h 2767298"/>
              <a:gd name="connsiteX5189" fmla="*/ 3489381 w 4752801"/>
              <a:gd name="connsiteY5189" fmla="*/ 2159675 h 2767298"/>
              <a:gd name="connsiteX5190" fmla="*/ 3488167 w 4752801"/>
              <a:gd name="connsiteY5190" fmla="*/ 2158865 h 2767298"/>
              <a:gd name="connsiteX5191" fmla="*/ 3482905 w 4752801"/>
              <a:gd name="connsiteY5191" fmla="*/ 2149555 h 2767298"/>
              <a:gd name="connsiteX5192" fmla="*/ 3482905 w 4752801"/>
              <a:gd name="connsiteY5192" fmla="*/ 2148340 h 2767298"/>
              <a:gd name="connsiteX5193" fmla="*/ 3488167 w 4752801"/>
              <a:gd name="connsiteY5193" fmla="*/ 2139029 h 2767298"/>
              <a:gd name="connsiteX5194" fmla="*/ 3489381 w 4752801"/>
              <a:gd name="connsiteY5194" fmla="*/ 2138220 h 2767298"/>
              <a:gd name="connsiteX5195" fmla="*/ 3326646 w 4752801"/>
              <a:gd name="connsiteY5195" fmla="*/ 2138220 h 2767298"/>
              <a:gd name="connsiteX5196" fmla="*/ 3338386 w 4752801"/>
              <a:gd name="connsiteY5196" fmla="*/ 2138220 h 2767298"/>
              <a:gd name="connsiteX5197" fmla="*/ 3339600 w 4752801"/>
              <a:gd name="connsiteY5197" fmla="*/ 2138625 h 2767298"/>
              <a:gd name="connsiteX5198" fmla="*/ 3345672 w 4752801"/>
              <a:gd name="connsiteY5198" fmla="*/ 2148745 h 2767298"/>
              <a:gd name="connsiteX5199" fmla="*/ 3345672 w 4752801"/>
              <a:gd name="connsiteY5199" fmla="*/ 2149959 h 2767298"/>
              <a:gd name="connsiteX5200" fmla="*/ 3339600 w 4752801"/>
              <a:gd name="connsiteY5200" fmla="*/ 2160080 h 2767298"/>
              <a:gd name="connsiteX5201" fmla="*/ 3338386 w 4752801"/>
              <a:gd name="connsiteY5201" fmla="*/ 2160889 h 2767298"/>
              <a:gd name="connsiteX5202" fmla="*/ 3326646 w 4752801"/>
              <a:gd name="connsiteY5202" fmla="*/ 2160889 h 2767298"/>
              <a:gd name="connsiteX5203" fmla="*/ 3325432 w 4752801"/>
              <a:gd name="connsiteY5203" fmla="*/ 2160080 h 2767298"/>
              <a:gd name="connsiteX5204" fmla="*/ 3319360 w 4752801"/>
              <a:gd name="connsiteY5204" fmla="*/ 2149959 h 2767298"/>
              <a:gd name="connsiteX5205" fmla="*/ 3319360 w 4752801"/>
              <a:gd name="connsiteY5205" fmla="*/ 2148745 h 2767298"/>
              <a:gd name="connsiteX5206" fmla="*/ 3325432 w 4752801"/>
              <a:gd name="connsiteY5206" fmla="*/ 2138625 h 2767298"/>
              <a:gd name="connsiteX5207" fmla="*/ 3326646 w 4752801"/>
              <a:gd name="connsiteY5207" fmla="*/ 2138220 h 2767298"/>
              <a:gd name="connsiteX5208" fmla="*/ 3366318 w 4752801"/>
              <a:gd name="connsiteY5208" fmla="*/ 2136600 h 2767298"/>
              <a:gd name="connsiteX5209" fmla="*/ 3379677 w 4752801"/>
              <a:gd name="connsiteY5209" fmla="*/ 2136600 h 2767298"/>
              <a:gd name="connsiteX5210" fmla="*/ 3380892 w 4752801"/>
              <a:gd name="connsiteY5210" fmla="*/ 2137410 h 2767298"/>
              <a:gd name="connsiteX5211" fmla="*/ 3387368 w 4752801"/>
              <a:gd name="connsiteY5211" fmla="*/ 2148744 h 2767298"/>
              <a:gd name="connsiteX5212" fmla="*/ 3387368 w 4752801"/>
              <a:gd name="connsiteY5212" fmla="*/ 2149959 h 2767298"/>
              <a:gd name="connsiteX5213" fmla="*/ 3380892 w 4752801"/>
              <a:gd name="connsiteY5213" fmla="*/ 2161293 h 2767298"/>
              <a:gd name="connsiteX5214" fmla="*/ 3379677 w 4752801"/>
              <a:gd name="connsiteY5214" fmla="*/ 2162103 h 2767298"/>
              <a:gd name="connsiteX5215" fmla="*/ 3366318 w 4752801"/>
              <a:gd name="connsiteY5215" fmla="*/ 2162103 h 2767298"/>
              <a:gd name="connsiteX5216" fmla="*/ 3365104 w 4752801"/>
              <a:gd name="connsiteY5216" fmla="*/ 2161293 h 2767298"/>
              <a:gd name="connsiteX5217" fmla="*/ 3358627 w 4752801"/>
              <a:gd name="connsiteY5217" fmla="*/ 2149959 h 2767298"/>
              <a:gd name="connsiteX5218" fmla="*/ 3358627 w 4752801"/>
              <a:gd name="connsiteY5218" fmla="*/ 2148744 h 2767298"/>
              <a:gd name="connsiteX5219" fmla="*/ 3365104 w 4752801"/>
              <a:gd name="connsiteY5219" fmla="*/ 2137410 h 2767298"/>
              <a:gd name="connsiteX5220" fmla="*/ 3366318 w 4752801"/>
              <a:gd name="connsiteY5220" fmla="*/ 2136600 h 2767298"/>
              <a:gd name="connsiteX5221" fmla="*/ 4059357 w 4752801"/>
              <a:gd name="connsiteY5221" fmla="*/ 2105430 h 2767298"/>
              <a:gd name="connsiteX5222" fmla="*/ 4063405 w 4752801"/>
              <a:gd name="connsiteY5222" fmla="*/ 2105430 h 2767298"/>
              <a:gd name="connsiteX5223" fmla="*/ 4065429 w 4752801"/>
              <a:gd name="connsiteY5223" fmla="*/ 2108668 h 2767298"/>
              <a:gd name="connsiteX5224" fmla="*/ 4063405 w 4752801"/>
              <a:gd name="connsiteY5224" fmla="*/ 2111907 h 2767298"/>
              <a:gd name="connsiteX5225" fmla="*/ 4059357 w 4752801"/>
              <a:gd name="connsiteY5225" fmla="*/ 2111907 h 2767298"/>
              <a:gd name="connsiteX5226" fmla="*/ 4057333 w 4752801"/>
              <a:gd name="connsiteY5226" fmla="*/ 2108668 h 2767298"/>
              <a:gd name="connsiteX5227" fmla="*/ 3857356 w 4752801"/>
              <a:gd name="connsiteY5227" fmla="*/ 2105430 h 2767298"/>
              <a:gd name="connsiteX5228" fmla="*/ 3860999 w 4752801"/>
              <a:gd name="connsiteY5228" fmla="*/ 2105430 h 2767298"/>
              <a:gd name="connsiteX5229" fmla="*/ 3863024 w 4752801"/>
              <a:gd name="connsiteY5229" fmla="*/ 2108668 h 2767298"/>
              <a:gd name="connsiteX5230" fmla="*/ 3860999 w 4752801"/>
              <a:gd name="connsiteY5230" fmla="*/ 2111907 h 2767298"/>
              <a:gd name="connsiteX5231" fmla="*/ 3857356 w 4752801"/>
              <a:gd name="connsiteY5231" fmla="*/ 2111907 h 2767298"/>
              <a:gd name="connsiteX5232" fmla="*/ 3855332 w 4752801"/>
              <a:gd name="connsiteY5232" fmla="*/ 2108668 h 2767298"/>
              <a:gd name="connsiteX5233" fmla="*/ 4625690 w 4752801"/>
              <a:gd name="connsiteY5233" fmla="*/ 2105025 h 2767298"/>
              <a:gd name="connsiteX5234" fmla="*/ 4630143 w 4752801"/>
              <a:gd name="connsiteY5234" fmla="*/ 2105025 h 2767298"/>
              <a:gd name="connsiteX5235" fmla="*/ 4632167 w 4752801"/>
              <a:gd name="connsiteY5235" fmla="*/ 2108668 h 2767298"/>
              <a:gd name="connsiteX5236" fmla="*/ 4630143 w 4752801"/>
              <a:gd name="connsiteY5236" fmla="*/ 2112312 h 2767298"/>
              <a:gd name="connsiteX5237" fmla="*/ 4625690 w 4752801"/>
              <a:gd name="connsiteY5237" fmla="*/ 2112312 h 2767298"/>
              <a:gd name="connsiteX5238" fmla="*/ 4623666 w 4752801"/>
              <a:gd name="connsiteY5238" fmla="*/ 2108668 h 2767298"/>
              <a:gd name="connsiteX5239" fmla="*/ 4140320 w 4752801"/>
              <a:gd name="connsiteY5239" fmla="*/ 2105025 h 2767298"/>
              <a:gd name="connsiteX5240" fmla="*/ 4144368 w 4752801"/>
              <a:gd name="connsiteY5240" fmla="*/ 2105025 h 2767298"/>
              <a:gd name="connsiteX5241" fmla="*/ 4146392 w 4752801"/>
              <a:gd name="connsiteY5241" fmla="*/ 2108668 h 2767298"/>
              <a:gd name="connsiteX5242" fmla="*/ 4144368 w 4752801"/>
              <a:gd name="connsiteY5242" fmla="*/ 2112312 h 2767298"/>
              <a:gd name="connsiteX5243" fmla="*/ 4140320 w 4752801"/>
              <a:gd name="connsiteY5243" fmla="*/ 2112312 h 2767298"/>
              <a:gd name="connsiteX5244" fmla="*/ 4138296 w 4752801"/>
              <a:gd name="connsiteY5244" fmla="*/ 2108668 h 2767298"/>
              <a:gd name="connsiteX5245" fmla="*/ 4099434 w 4752801"/>
              <a:gd name="connsiteY5245" fmla="*/ 2105025 h 2767298"/>
              <a:gd name="connsiteX5246" fmla="*/ 4103887 w 4752801"/>
              <a:gd name="connsiteY5246" fmla="*/ 2105025 h 2767298"/>
              <a:gd name="connsiteX5247" fmla="*/ 4105911 w 4752801"/>
              <a:gd name="connsiteY5247" fmla="*/ 2108668 h 2767298"/>
              <a:gd name="connsiteX5248" fmla="*/ 4103887 w 4752801"/>
              <a:gd name="connsiteY5248" fmla="*/ 2112312 h 2767298"/>
              <a:gd name="connsiteX5249" fmla="*/ 4099434 w 4752801"/>
              <a:gd name="connsiteY5249" fmla="*/ 2112312 h 2767298"/>
              <a:gd name="connsiteX5250" fmla="*/ 4097410 w 4752801"/>
              <a:gd name="connsiteY5250" fmla="*/ 2108668 h 2767298"/>
              <a:gd name="connsiteX5251" fmla="*/ 3978395 w 4752801"/>
              <a:gd name="connsiteY5251" fmla="*/ 2105025 h 2767298"/>
              <a:gd name="connsiteX5252" fmla="*/ 3982443 w 4752801"/>
              <a:gd name="connsiteY5252" fmla="*/ 2105025 h 2767298"/>
              <a:gd name="connsiteX5253" fmla="*/ 3984467 w 4752801"/>
              <a:gd name="connsiteY5253" fmla="*/ 2108668 h 2767298"/>
              <a:gd name="connsiteX5254" fmla="*/ 3982443 w 4752801"/>
              <a:gd name="connsiteY5254" fmla="*/ 2112312 h 2767298"/>
              <a:gd name="connsiteX5255" fmla="*/ 3978395 w 4752801"/>
              <a:gd name="connsiteY5255" fmla="*/ 2112312 h 2767298"/>
              <a:gd name="connsiteX5256" fmla="*/ 3976371 w 4752801"/>
              <a:gd name="connsiteY5256" fmla="*/ 2108668 h 2767298"/>
              <a:gd name="connsiteX5257" fmla="*/ 3937509 w 4752801"/>
              <a:gd name="connsiteY5257" fmla="*/ 2105025 h 2767298"/>
              <a:gd name="connsiteX5258" fmla="*/ 3941962 w 4752801"/>
              <a:gd name="connsiteY5258" fmla="*/ 2105025 h 2767298"/>
              <a:gd name="connsiteX5259" fmla="*/ 3943986 w 4752801"/>
              <a:gd name="connsiteY5259" fmla="*/ 2108668 h 2767298"/>
              <a:gd name="connsiteX5260" fmla="*/ 3941962 w 4752801"/>
              <a:gd name="connsiteY5260" fmla="*/ 2112312 h 2767298"/>
              <a:gd name="connsiteX5261" fmla="*/ 3937509 w 4752801"/>
              <a:gd name="connsiteY5261" fmla="*/ 2112312 h 2767298"/>
              <a:gd name="connsiteX5262" fmla="*/ 3935485 w 4752801"/>
              <a:gd name="connsiteY5262" fmla="*/ 2108668 h 2767298"/>
              <a:gd name="connsiteX5263" fmla="*/ 3897432 w 4752801"/>
              <a:gd name="connsiteY5263" fmla="*/ 2105025 h 2767298"/>
              <a:gd name="connsiteX5264" fmla="*/ 3901480 w 4752801"/>
              <a:gd name="connsiteY5264" fmla="*/ 2105025 h 2767298"/>
              <a:gd name="connsiteX5265" fmla="*/ 3903504 w 4752801"/>
              <a:gd name="connsiteY5265" fmla="*/ 2108668 h 2767298"/>
              <a:gd name="connsiteX5266" fmla="*/ 3901480 w 4752801"/>
              <a:gd name="connsiteY5266" fmla="*/ 2112312 h 2767298"/>
              <a:gd name="connsiteX5267" fmla="*/ 3897432 w 4752801"/>
              <a:gd name="connsiteY5267" fmla="*/ 2112312 h 2767298"/>
              <a:gd name="connsiteX5268" fmla="*/ 3895408 w 4752801"/>
              <a:gd name="connsiteY5268" fmla="*/ 2108668 h 2767298"/>
              <a:gd name="connsiteX5269" fmla="*/ 4383208 w 4752801"/>
              <a:gd name="connsiteY5269" fmla="*/ 2104620 h 2767298"/>
              <a:gd name="connsiteX5270" fmla="*/ 4387661 w 4752801"/>
              <a:gd name="connsiteY5270" fmla="*/ 2104620 h 2767298"/>
              <a:gd name="connsiteX5271" fmla="*/ 4390089 w 4752801"/>
              <a:gd name="connsiteY5271" fmla="*/ 2108668 h 2767298"/>
              <a:gd name="connsiteX5272" fmla="*/ 4387661 w 4752801"/>
              <a:gd name="connsiteY5272" fmla="*/ 2112716 h 2767298"/>
              <a:gd name="connsiteX5273" fmla="*/ 4383208 w 4752801"/>
              <a:gd name="connsiteY5273" fmla="*/ 2112716 h 2767298"/>
              <a:gd name="connsiteX5274" fmla="*/ 4380779 w 4752801"/>
              <a:gd name="connsiteY5274" fmla="*/ 2108668 h 2767298"/>
              <a:gd name="connsiteX5275" fmla="*/ 4343130 w 4752801"/>
              <a:gd name="connsiteY5275" fmla="*/ 2104620 h 2767298"/>
              <a:gd name="connsiteX5276" fmla="*/ 4346369 w 4752801"/>
              <a:gd name="connsiteY5276" fmla="*/ 2104620 h 2767298"/>
              <a:gd name="connsiteX5277" fmla="*/ 4347583 w 4752801"/>
              <a:gd name="connsiteY5277" fmla="*/ 2105430 h 2767298"/>
              <a:gd name="connsiteX5278" fmla="*/ 4349203 w 4752801"/>
              <a:gd name="connsiteY5278" fmla="*/ 2108263 h 2767298"/>
              <a:gd name="connsiteX5279" fmla="*/ 4349203 w 4752801"/>
              <a:gd name="connsiteY5279" fmla="*/ 2109478 h 2767298"/>
              <a:gd name="connsiteX5280" fmla="*/ 4347583 w 4752801"/>
              <a:gd name="connsiteY5280" fmla="*/ 2112312 h 2767298"/>
              <a:gd name="connsiteX5281" fmla="*/ 4346369 w 4752801"/>
              <a:gd name="connsiteY5281" fmla="*/ 2113121 h 2767298"/>
              <a:gd name="connsiteX5282" fmla="*/ 4343130 w 4752801"/>
              <a:gd name="connsiteY5282" fmla="*/ 2113121 h 2767298"/>
              <a:gd name="connsiteX5283" fmla="*/ 4341916 w 4752801"/>
              <a:gd name="connsiteY5283" fmla="*/ 2112312 h 2767298"/>
              <a:gd name="connsiteX5284" fmla="*/ 4340297 w 4752801"/>
              <a:gd name="connsiteY5284" fmla="*/ 2109478 h 2767298"/>
              <a:gd name="connsiteX5285" fmla="*/ 4340297 w 4752801"/>
              <a:gd name="connsiteY5285" fmla="*/ 2108263 h 2767298"/>
              <a:gd name="connsiteX5286" fmla="*/ 4341916 w 4752801"/>
              <a:gd name="connsiteY5286" fmla="*/ 2105430 h 2767298"/>
              <a:gd name="connsiteX5287" fmla="*/ 4343130 w 4752801"/>
              <a:gd name="connsiteY5287" fmla="*/ 2104620 h 2767298"/>
              <a:gd name="connsiteX5288" fmla="*/ 4262168 w 4752801"/>
              <a:gd name="connsiteY5288" fmla="*/ 2104620 h 2767298"/>
              <a:gd name="connsiteX5289" fmla="*/ 4265407 w 4752801"/>
              <a:gd name="connsiteY5289" fmla="*/ 2104620 h 2767298"/>
              <a:gd name="connsiteX5290" fmla="*/ 4266621 w 4752801"/>
              <a:gd name="connsiteY5290" fmla="*/ 2105430 h 2767298"/>
              <a:gd name="connsiteX5291" fmla="*/ 4268241 w 4752801"/>
              <a:gd name="connsiteY5291" fmla="*/ 2108263 h 2767298"/>
              <a:gd name="connsiteX5292" fmla="*/ 4268241 w 4752801"/>
              <a:gd name="connsiteY5292" fmla="*/ 2109478 h 2767298"/>
              <a:gd name="connsiteX5293" fmla="*/ 4266621 w 4752801"/>
              <a:gd name="connsiteY5293" fmla="*/ 2112312 h 2767298"/>
              <a:gd name="connsiteX5294" fmla="*/ 4265407 w 4752801"/>
              <a:gd name="connsiteY5294" fmla="*/ 2113121 h 2767298"/>
              <a:gd name="connsiteX5295" fmla="*/ 4262168 w 4752801"/>
              <a:gd name="connsiteY5295" fmla="*/ 2113121 h 2767298"/>
              <a:gd name="connsiteX5296" fmla="*/ 4260954 w 4752801"/>
              <a:gd name="connsiteY5296" fmla="*/ 2112312 h 2767298"/>
              <a:gd name="connsiteX5297" fmla="*/ 4259335 w 4752801"/>
              <a:gd name="connsiteY5297" fmla="*/ 2109478 h 2767298"/>
              <a:gd name="connsiteX5298" fmla="*/ 4259335 w 4752801"/>
              <a:gd name="connsiteY5298" fmla="*/ 2108263 h 2767298"/>
              <a:gd name="connsiteX5299" fmla="*/ 4260954 w 4752801"/>
              <a:gd name="connsiteY5299" fmla="*/ 2105430 h 2767298"/>
              <a:gd name="connsiteX5300" fmla="*/ 4262168 w 4752801"/>
              <a:gd name="connsiteY5300" fmla="*/ 2104620 h 2767298"/>
              <a:gd name="connsiteX5301" fmla="*/ 4221687 w 4752801"/>
              <a:gd name="connsiteY5301" fmla="*/ 2104620 h 2767298"/>
              <a:gd name="connsiteX5302" fmla="*/ 4224926 w 4752801"/>
              <a:gd name="connsiteY5302" fmla="*/ 2104620 h 2767298"/>
              <a:gd name="connsiteX5303" fmla="*/ 4226140 w 4752801"/>
              <a:gd name="connsiteY5303" fmla="*/ 2105430 h 2767298"/>
              <a:gd name="connsiteX5304" fmla="*/ 4227760 w 4752801"/>
              <a:gd name="connsiteY5304" fmla="*/ 2108263 h 2767298"/>
              <a:gd name="connsiteX5305" fmla="*/ 4227760 w 4752801"/>
              <a:gd name="connsiteY5305" fmla="*/ 2109478 h 2767298"/>
              <a:gd name="connsiteX5306" fmla="*/ 4226140 w 4752801"/>
              <a:gd name="connsiteY5306" fmla="*/ 2112312 h 2767298"/>
              <a:gd name="connsiteX5307" fmla="*/ 4224926 w 4752801"/>
              <a:gd name="connsiteY5307" fmla="*/ 2112716 h 2767298"/>
              <a:gd name="connsiteX5308" fmla="*/ 4221687 w 4752801"/>
              <a:gd name="connsiteY5308" fmla="*/ 2112716 h 2767298"/>
              <a:gd name="connsiteX5309" fmla="*/ 4220473 w 4752801"/>
              <a:gd name="connsiteY5309" fmla="*/ 2112312 h 2767298"/>
              <a:gd name="connsiteX5310" fmla="*/ 4218854 w 4752801"/>
              <a:gd name="connsiteY5310" fmla="*/ 2109478 h 2767298"/>
              <a:gd name="connsiteX5311" fmla="*/ 4218854 w 4752801"/>
              <a:gd name="connsiteY5311" fmla="*/ 2108263 h 2767298"/>
              <a:gd name="connsiteX5312" fmla="*/ 4220473 w 4752801"/>
              <a:gd name="connsiteY5312" fmla="*/ 2105430 h 2767298"/>
              <a:gd name="connsiteX5313" fmla="*/ 4221687 w 4752801"/>
              <a:gd name="connsiteY5313" fmla="*/ 2104620 h 2767298"/>
              <a:gd name="connsiteX5314" fmla="*/ 4018876 w 4752801"/>
              <a:gd name="connsiteY5314" fmla="*/ 2104620 h 2767298"/>
              <a:gd name="connsiteX5315" fmla="*/ 4023329 w 4752801"/>
              <a:gd name="connsiteY5315" fmla="*/ 2104620 h 2767298"/>
              <a:gd name="connsiteX5316" fmla="*/ 4025757 w 4752801"/>
              <a:gd name="connsiteY5316" fmla="*/ 2108668 h 2767298"/>
              <a:gd name="connsiteX5317" fmla="*/ 4023329 w 4752801"/>
              <a:gd name="connsiteY5317" fmla="*/ 2112716 h 2767298"/>
              <a:gd name="connsiteX5318" fmla="*/ 4018876 w 4752801"/>
              <a:gd name="connsiteY5318" fmla="*/ 2112716 h 2767298"/>
              <a:gd name="connsiteX5319" fmla="*/ 4016447 w 4752801"/>
              <a:gd name="connsiteY5319" fmla="*/ 2108668 h 2767298"/>
              <a:gd name="connsiteX5320" fmla="*/ 3816470 w 4752801"/>
              <a:gd name="connsiteY5320" fmla="*/ 2104620 h 2767298"/>
              <a:gd name="connsiteX5321" fmla="*/ 3820923 w 4752801"/>
              <a:gd name="connsiteY5321" fmla="*/ 2104620 h 2767298"/>
              <a:gd name="connsiteX5322" fmla="*/ 3823351 w 4752801"/>
              <a:gd name="connsiteY5322" fmla="*/ 2108668 h 2767298"/>
              <a:gd name="connsiteX5323" fmla="*/ 3820923 w 4752801"/>
              <a:gd name="connsiteY5323" fmla="*/ 2112716 h 2767298"/>
              <a:gd name="connsiteX5324" fmla="*/ 3816470 w 4752801"/>
              <a:gd name="connsiteY5324" fmla="*/ 2112716 h 2767298"/>
              <a:gd name="connsiteX5325" fmla="*/ 3814041 w 4752801"/>
              <a:gd name="connsiteY5325" fmla="*/ 2108668 h 2767298"/>
              <a:gd name="connsiteX5326" fmla="*/ 4544727 w 4752801"/>
              <a:gd name="connsiteY5326" fmla="*/ 2104215 h 2767298"/>
              <a:gd name="connsiteX5327" fmla="*/ 4549180 w 4752801"/>
              <a:gd name="connsiteY5327" fmla="*/ 2104215 h 2767298"/>
              <a:gd name="connsiteX5328" fmla="*/ 4550394 w 4752801"/>
              <a:gd name="connsiteY5328" fmla="*/ 2104620 h 2767298"/>
              <a:gd name="connsiteX5329" fmla="*/ 4552418 w 4752801"/>
              <a:gd name="connsiteY5329" fmla="*/ 2108263 h 2767298"/>
              <a:gd name="connsiteX5330" fmla="*/ 4552418 w 4752801"/>
              <a:gd name="connsiteY5330" fmla="*/ 2109478 h 2767298"/>
              <a:gd name="connsiteX5331" fmla="*/ 4550394 w 4752801"/>
              <a:gd name="connsiteY5331" fmla="*/ 2113121 h 2767298"/>
              <a:gd name="connsiteX5332" fmla="*/ 4549180 w 4752801"/>
              <a:gd name="connsiteY5332" fmla="*/ 2113526 h 2767298"/>
              <a:gd name="connsiteX5333" fmla="*/ 4544727 w 4752801"/>
              <a:gd name="connsiteY5333" fmla="*/ 2113526 h 2767298"/>
              <a:gd name="connsiteX5334" fmla="*/ 4543513 w 4752801"/>
              <a:gd name="connsiteY5334" fmla="*/ 2113121 h 2767298"/>
              <a:gd name="connsiteX5335" fmla="*/ 4541489 w 4752801"/>
              <a:gd name="connsiteY5335" fmla="*/ 2109478 h 2767298"/>
              <a:gd name="connsiteX5336" fmla="*/ 4541489 w 4752801"/>
              <a:gd name="connsiteY5336" fmla="*/ 2108263 h 2767298"/>
              <a:gd name="connsiteX5337" fmla="*/ 4543513 w 4752801"/>
              <a:gd name="connsiteY5337" fmla="*/ 2104620 h 2767298"/>
              <a:gd name="connsiteX5338" fmla="*/ 4544727 w 4752801"/>
              <a:gd name="connsiteY5338" fmla="*/ 2104215 h 2767298"/>
              <a:gd name="connsiteX5339" fmla="*/ 4504246 w 4752801"/>
              <a:gd name="connsiteY5339" fmla="*/ 2104215 h 2767298"/>
              <a:gd name="connsiteX5340" fmla="*/ 4508699 w 4752801"/>
              <a:gd name="connsiteY5340" fmla="*/ 2104215 h 2767298"/>
              <a:gd name="connsiteX5341" fmla="*/ 4509913 w 4752801"/>
              <a:gd name="connsiteY5341" fmla="*/ 2104620 h 2767298"/>
              <a:gd name="connsiteX5342" fmla="*/ 4511937 w 4752801"/>
              <a:gd name="connsiteY5342" fmla="*/ 2108263 h 2767298"/>
              <a:gd name="connsiteX5343" fmla="*/ 4511937 w 4752801"/>
              <a:gd name="connsiteY5343" fmla="*/ 2109478 h 2767298"/>
              <a:gd name="connsiteX5344" fmla="*/ 4509913 w 4752801"/>
              <a:gd name="connsiteY5344" fmla="*/ 2113121 h 2767298"/>
              <a:gd name="connsiteX5345" fmla="*/ 4508699 w 4752801"/>
              <a:gd name="connsiteY5345" fmla="*/ 2113526 h 2767298"/>
              <a:gd name="connsiteX5346" fmla="*/ 4504246 w 4752801"/>
              <a:gd name="connsiteY5346" fmla="*/ 2113526 h 2767298"/>
              <a:gd name="connsiteX5347" fmla="*/ 4503032 w 4752801"/>
              <a:gd name="connsiteY5347" fmla="*/ 2113121 h 2767298"/>
              <a:gd name="connsiteX5348" fmla="*/ 4501008 w 4752801"/>
              <a:gd name="connsiteY5348" fmla="*/ 2109478 h 2767298"/>
              <a:gd name="connsiteX5349" fmla="*/ 4501008 w 4752801"/>
              <a:gd name="connsiteY5349" fmla="*/ 2108263 h 2767298"/>
              <a:gd name="connsiteX5350" fmla="*/ 4503032 w 4752801"/>
              <a:gd name="connsiteY5350" fmla="*/ 2104620 h 2767298"/>
              <a:gd name="connsiteX5351" fmla="*/ 4504246 w 4752801"/>
              <a:gd name="connsiteY5351" fmla="*/ 2104215 h 2767298"/>
              <a:gd name="connsiteX5352" fmla="*/ 4464170 w 4752801"/>
              <a:gd name="connsiteY5352" fmla="*/ 2104215 h 2767298"/>
              <a:gd name="connsiteX5353" fmla="*/ 4468218 w 4752801"/>
              <a:gd name="connsiteY5353" fmla="*/ 2104215 h 2767298"/>
              <a:gd name="connsiteX5354" fmla="*/ 4469432 w 4752801"/>
              <a:gd name="connsiteY5354" fmla="*/ 2104620 h 2767298"/>
              <a:gd name="connsiteX5355" fmla="*/ 4471457 w 4752801"/>
              <a:gd name="connsiteY5355" fmla="*/ 2108263 h 2767298"/>
              <a:gd name="connsiteX5356" fmla="*/ 4471457 w 4752801"/>
              <a:gd name="connsiteY5356" fmla="*/ 2109478 h 2767298"/>
              <a:gd name="connsiteX5357" fmla="*/ 4469432 w 4752801"/>
              <a:gd name="connsiteY5357" fmla="*/ 2113121 h 2767298"/>
              <a:gd name="connsiteX5358" fmla="*/ 4468218 w 4752801"/>
              <a:gd name="connsiteY5358" fmla="*/ 2113526 h 2767298"/>
              <a:gd name="connsiteX5359" fmla="*/ 4464170 w 4752801"/>
              <a:gd name="connsiteY5359" fmla="*/ 2113526 h 2767298"/>
              <a:gd name="connsiteX5360" fmla="*/ 4462956 w 4752801"/>
              <a:gd name="connsiteY5360" fmla="*/ 2113121 h 2767298"/>
              <a:gd name="connsiteX5361" fmla="*/ 4460932 w 4752801"/>
              <a:gd name="connsiteY5361" fmla="*/ 2109478 h 2767298"/>
              <a:gd name="connsiteX5362" fmla="*/ 4460932 w 4752801"/>
              <a:gd name="connsiteY5362" fmla="*/ 2108263 h 2767298"/>
              <a:gd name="connsiteX5363" fmla="*/ 4462956 w 4752801"/>
              <a:gd name="connsiteY5363" fmla="*/ 2104620 h 2767298"/>
              <a:gd name="connsiteX5364" fmla="*/ 4464170 w 4752801"/>
              <a:gd name="connsiteY5364" fmla="*/ 2104215 h 2767298"/>
              <a:gd name="connsiteX5365" fmla="*/ 4423688 w 4752801"/>
              <a:gd name="connsiteY5365" fmla="*/ 2104215 h 2767298"/>
              <a:gd name="connsiteX5366" fmla="*/ 4427332 w 4752801"/>
              <a:gd name="connsiteY5366" fmla="*/ 2104215 h 2767298"/>
              <a:gd name="connsiteX5367" fmla="*/ 4428546 w 4752801"/>
              <a:gd name="connsiteY5367" fmla="*/ 2105025 h 2767298"/>
              <a:gd name="connsiteX5368" fmla="*/ 4430570 w 4752801"/>
              <a:gd name="connsiteY5368" fmla="*/ 2108263 h 2767298"/>
              <a:gd name="connsiteX5369" fmla="*/ 4430570 w 4752801"/>
              <a:gd name="connsiteY5369" fmla="*/ 2109478 h 2767298"/>
              <a:gd name="connsiteX5370" fmla="*/ 4428546 w 4752801"/>
              <a:gd name="connsiteY5370" fmla="*/ 2112716 h 2767298"/>
              <a:gd name="connsiteX5371" fmla="*/ 4427332 w 4752801"/>
              <a:gd name="connsiteY5371" fmla="*/ 2113526 h 2767298"/>
              <a:gd name="connsiteX5372" fmla="*/ 4423688 w 4752801"/>
              <a:gd name="connsiteY5372" fmla="*/ 2113526 h 2767298"/>
              <a:gd name="connsiteX5373" fmla="*/ 4422474 w 4752801"/>
              <a:gd name="connsiteY5373" fmla="*/ 2112716 h 2767298"/>
              <a:gd name="connsiteX5374" fmla="*/ 4420450 w 4752801"/>
              <a:gd name="connsiteY5374" fmla="*/ 2109478 h 2767298"/>
              <a:gd name="connsiteX5375" fmla="*/ 4420450 w 4752801"/>
              <a:gd name="connsiteY5375" fmla="*/ 2108263 h 2767298"/>
              <a:gd name="connsiteX5376" fmla="*/ 4422474 w 4752801"/>
              <a:gd name="connsiteY5376" fmla="*/ 2105025 h 2767298"/>
              <a:gd name="connsiteX5377" fmla="*/ 4423688 w 4752801"/>
              <a:gd name="connsiteY5377" fmla="*/ 2104215 h 2767298"/>
              <a:gd name="connsiteX5378" fmla="*/ 4180801 w 4752801"/>
              <a:gd name="connsiteY5378" fmla="*/ 2104215 h 2767298"/>
              <a:gd name="connsiteX5379" fmla="*/ 4184849 w 4752801"/>
              <a:gd name="connsiteY5379" fmla="*/ 2104215 h 2767298"/>
              <a:gd name="connsiteX5380" fmla="*/ 4186063 w 4752801"/>
              <a:gd name="connsiteY5380" fmla="*/ 2105025 h 2767298"/>
              <a:gd name="connsiteX5381" fmla="*/ 4188088 w 4752801"/>
              <a:gd name="connsiteY5381" fmla="*/ 2108263 h 2767298"/>
              <a:gd name="connsiteX5382" fmla="*/ 4188088 w 4752801"/>
              <a:gd name="connsiteY5382" fmla="*/ 2109478 h 2767298"/>
              <a:gd name="connsiteX5383" fmla="*/ 4186063 w 4752801"/>
              <a:gd name="connsiteY5383" fmla="*/ 2112716 h 2767298"/>
              <a:gd name="connsiteX5384" fmla="*/ 4184849 w 4752801"/>
              <a:gd name="connsiteY5384" fmla="*/ 2113121 h 2767298"/>
              <a:gd name="connsiteX5385" fmla="*/ 4180801 w 4752801"/>
              <a:gd name="connsiteY5385" fmla="*/ 2113121 h 2767298"/>
              <a:gd name="connsiteX5386" fmla="*/ 4179587 w 4752801"/>
              <a:gd name="connsiteY5386" fmla="*/ 2112716 h 2767298"/>
              <a:gd name="connsiteX5387" fmla="*/ 4177563 w 4752801"/>
              <a:gd name="connsiteY5387" fmla="*/ 2109478 h 2767298"/>
              <a:gd name="connsiteX5388" fmla="*/ 4177563 w 4752801"/>
              <a:gd name="connsiteY5388" fmla="*/ 2108263 h 2767298"/>
              <a:gd name="connsiteX5389" fmla="*/ 4179587 w 4752801"/>
              <a:gd name="connsiteY5389" fmla="*/ 2105025 h 2767298"/>
              <a:gd name="connsiteX5390" fmla="*/ 4180801 w 4752801"/>
              <a:gd name="connsiteY5390" fmla="*/ 2104215 h 2767298"/>
              <a:gd name="connsiteX5391" fmla="*/ 3775988 w 4752801"/>
              <a:gd name="connsiteY5391" fmla="*/ 2104215 h 2767298"/>
              <a:gd name="connsiteX5392" fmla="*/ 3779632 w 4752801"/>
              <a:gd name="connsiteY5392" fmla="*/ 2104215 h 2767298"/>
              <a:gd name="connsiteX5393" fmla="*/ 3780846 w 4752801"/>
              <a:gd name="connsiteY5393" fmla="*/ 2104620 h 2767298"/>
              <a:gd name="connsiteX5394" fmla="*/ 3782870 w 4752801"/>
              <a:gd name="connsiteY5394" fmla="*/ 2107858 h 2767298"/>
              <a:gd name="connsiteX5395" fmla="*/ 3782870 w 4752801"/>
              <a:gd name="connsiteY5395" fmla="*/ 2109073 h 2767298"/>
              <a:gd name="connsiteX5396" fmla="*/ 3780846 w 4752801"/>
              <a:gd name="connsiteY5396" fmla="*/ 2112311 h 2767298"/>
              <a:gd name="connsiteX5397" fmla="*/ 3779632 w 4752801"/>
              <a:gd name="connsiteY5397" fmla="*/ 2113121 h 2767298"/>
              <a:gd name="connsiteX5398" fmla="*/ 3775988 w 4752801"/>
              <a:gd name="connsiteY5398" fmla="*/ 2113121 h 2767298"/>
              <a:gd name="connsiteX5399" fmla="*/ 3774774 w 4752801"/>
              <a:gd name="connsiteY5399" fmla="*/ 2112311 h 2767298"/>
              <a:gd name="connsiteX5400" fmla="*/ 3772750 w 4752801"/>
              <a:gd name="connsiteY5400" fmla="*/ 2109073 h 2767298"/>
              <a:gd name="connsiteX5401" fmla="*/ 3772750 w 4752801"/>
              <a:gd name="connsiteY5401" fmla="*/ 2107858 h 2767298"/>
              <a:gd name="connsiteX5402" fmla="*/ 3774774 w 4752801"/>
              <a:gd name="connsiteY5402" fmla="*/ 2104620 h 2767298"/>
              <a:gd name="connsiteX5403" fmla="*/ 3775988 w 4752801"/>
              <a:gd name="connsiteY5403" fmla="*/ 2104215 h 2767298"/>
              <a:gd name="connsiteX5404" fmla="*/ 4585614 w 4752801"/>
              <a:gd name="connsiteY5404" fmla="*/ 2103811 h 2767298"/>
              <a:gd name="connsiteX5405" fmla="*/ 4589257 w 4752801"/>
              <a:gd name="connsiteY5405" fmla="*/ 2103811 h 2767298"/>
              <a:gd name="connsiteX5406" fmla="*/ 4590471 w 4752801"/>
              <a:gd name="connsiteY5406" fmla="*/ 2104620 h 2767298"/>
              <a:gd name="connsiteX5407" fmla="*/ 4592090 w 4752801"/>
              <a:gd name="connsiteY5407" fmla="*/ 2107859 h 2767298"/>
              <a:gd name="connsiteX5408" fmla="*/ 4592090 w 4752801"/>
              <a:gd name="connsiteY5408" fmla="*/ 2109074 h 2767298"/>
              <a:gd name="connsiteX5409" fmla="*/ 4590471 w 4752801"/>
              <a:gd name="connsiteY5409" fmla="*/ 2112312 h 2767298"/>
              <a:gd name="connsiteX5410" fmla="*/ 4589257 w 4752801"/>
              <a:gd name="connsiteY5410" fmla="*/ 2113122 h 2767298"/>
              <a:gd name="connsiteX5411" fmla="*/ 4585614 w 4752801"/>
              <a:gd name="connsiteY5411" fmla="*/ 2113122 h 2767298"/>
              <a:gd name="connsiteX5412" fmla="*/ 4584399 w 4752801"/>
              <a:gd name="connsiteY5412" fmla="*/ 2112312 h 2767298"/>
              <a:gd name="connsiteX5413" fmla="*/ 4582780 w 4752801"/>
              <a:gd name="connsiteY5413" fmla="*/ 2109074 h 2767298"/>
              <a:gd name="connsiteX5414" fmla="*/ 4582780 w 4752801"/>
              <a:gd name="connsiteY5414" fmla="*/ 2107859 h 2767298"/>
              <a:gd name="connsiteX5415" fmla="*/ 4584399 w 4752801"/>
              <a:gd name="connsiteY5415" fmla="*/ 2104620 h 2767298"/>
              <a:gd name="connsiteX5416" fmla="*/ 4585614 w 4752801"/>
              <a:gd name="connsiteY5416" fmla="*/ 2103811 h 2767298"/>
              <a:gd name="connsiteX5417" fmla="*/ 4302245 w 4752801"/>
              <a:gd name="connsiteY5417" fmla="*/ 2103811 h 2767298"/>
              <a:gd name="connsiteX5418" fmla="*/ 4305888 w 4752801"/>
              <a:gd name="connsiteY5418" fmla="*/ 2103811 h 2767298"/>
              <a:gd name="connsiteX5419" fmla="*/ 4307102 w 4752801"/>
              <a:gd name="connsiteY5419" fmla="*/ 2104620 h 2767298"/>
              <a:gd name="connsiteX5420" fmla="*/ 4308721 w 4752801"/>
              <a:gd name="connsiteY5420" fmla="*/ 2107859 h 2767298"/>
              <a:gd name="connsiteX5421" fmla="*/ 4308721 w 4752801"/>
              <a:gd name="connsiteY5421" fmla="*/ 2109074 h 2767298"/>
              <a:gd name="connsiteX5422" fmla="*/ 4307102 w 4752801"/>
              <a:gd name="connsiteY5422" fmla="*/ 2112312 h 2767298"/>
              <a:gd name="connsiteX5423" fmla="*/ 4305888 w 4752801"/>
              <a:gd name="connsiteY5423" fmla="*/ 2113122 h 2767298"/>
              <a:gd name="connsiteX5424" fmla="*/ 4302245 w 4752801"/>
              <a:gd name="connsiteY5424" fmla="*/ 2113122 h 2767298"/>
              <a:gd name="connsiteX5425" fmla="*/ 4301030 w 4752801"/>
              <a:gd name="connsiteY5425" fmla="*/ 2112312 h 2767298"/>
              <a:gd name="connsiteX5426" fmla="*/ 4299411 w 4752801"/>
              <a:gd name="connsiteY5426" fmla="*/ 2109074 h 2767298"/>
              <a:gd name="connsiteX5427" fmla="*/ 4299411 w 4752801"/>
              <a:gd name="connsiteY5427" fmla="*/ 2107859 h 2767298"/>
              <a:gd name="connsiteX5428" fmla="*/ 4301030 w 4752801"/>
              <a:gd name="connsiteY5428" fmla="*/ 2104620 h 2767298"/>
              <a:gd name="connsiteX5429" fmla="*/ 4302245 w 4752801"/>
              <a:gd name="connsiteY5429" fmla="*/ 2103811 h 2767298"/>
              <a:gd name="connsiteX5430" fmla="*/ 3734698 w 4752801"/>
              <a:gd name="connsiteY5430" fmla="*/ 2103406 h 2767298"/>
              <a:gd name="connsiteX5431" fmla="*/ 3739556 w 4752801"/>
              <a:gd name="connsiteY5431" fmla="*/ 2103406 h 2767298"/>
              <a:gd name="connsiteX5432" fmla="*/ 3740770 w 4752801"/>
              <a:gd name="connsiteY5432" fmla="*/ 2104216 h 2767298"/>
              <a:gd name="connsiteX5433" fmla="*/ 3743199 w 4752801"/>
              <a:gd name="connsiteY5433" fmla="*/ 2108264 h 2767298"/>
              <a:gd name="connsiteX5434" fmla="*/ 3743199 w 4752801"/>
              <a:gd name="connsiteY5434" fmla="*/ 2109478 h 2767298"/>
              <a:gd name="connsiteX5435" fmla="*/ 3740770 w 4752801"/>
              <a:gd name="connsiteY5435" fmla="*/ 2113526 h 2767298"/>
              <a:gd name="connsiteX5436" fmla="*/ 3739556 w 4752801"/>
              <a:gd name="connsiteY5436" fmla="*/ 2114336 h 2767298"/>
              <a:gd name="connsiteX5437" fmla="*/ 3734698 w 4752801"/>
              <a:gd name="connsiteY5437" fmla="*/ 2114336 h 2767298"/>
              <a:gd name="connsiteX5438" fmla="*/ 3733484 w 4752801"/>
              <a:gd name="connsiteY5438" fmla="*/ 2113526 h 2767298"/>
              <a:gd name="connsiteX5439" fmla="*/ 3731055 w 4752801"/>
              <a:gd name="connsiteY5439" fmla="*/ 2109478 h 2767298"/>
              <a:gd name="connsiteX5440" fmla="*/ 3731055 w 4752801"/>
              <a:gd name="connsiteY5440" fmla="*/ 2108264 h 2767298"/>
              <a:gd name="connsiteX5441" fmla="*/ 3733484 w 4752801"/>
              <a:gd name="connsiteY5441" fmla="*/ 2104216 h 2767298"/>
              <a:gd name="connsiteX5442" fmla="*/ 3734698 w 4752801"/>
              <a:gd name="connsiteY5442" fmla="*/ 2103406 h 2767298"/>
              <a:gd name="connsiteX5443" fmla="*/ 3654140 w 4752801"/>
              <a:gd name="connsiteY5443" fmla="*/ 2103406 h 2767298"/>
              <a:gd name="connsiteX5444" fmla="*/ 3658997 w 4752801"/>
              <a:gd name="connsiteY5444" fmla="*/ 2103406 h 2767298"/>
              <a:gd name="connsiteX5445" fmla="*/ 3660212 w 4752801"/>
              <a:gd name="connsiteY5445" fmla="*/ 2104216 h 2767298"/>
              <a:gd name="connsiteX5446" fmla="*/ 3662641 w 4752801"/>
              <a:gd name="connsiteY5446" fmla="*/ 2108264 h 2767298"/>
              <a:gd name="connsiteX5447" fmla="*/ 3662641 w 4752801"/>
              <a:gd name="connsiteY5447" fmla="*/ 2109478 h 2767298"/>
              <a:gd name="connsiteX5448" fmla="*/ 3660212 w 4752801"/>
              <a:gd name="connsiteY5448" fmla="*/ 2113526 h 2767298"/>
              <a:gd name="connsiteX5449" fmla="*/ 3658997 w 4752801"/>
              <a:gd name="connsiteY5449" fmla="*/ 2113931 h 2767298"/>
              <a:gd name="connsiteX5450" fmla="*/ 3654140 w 4752801"/>
              <a:gd name="connsiteY5450" fmla="*/ 2113931 h 2767298"/>
              <a:gd name="connsiteX5451" fmla="*/ 3652925 w 4752801"/>
              <a:gd name="connsiteY5451" fmla="*/ 2113526 h 2767298"/>
              <a:gd name="connsiteX5452" fmla="*/ 3650497 w 4752801"/>
              <a:gd name="connsiteY5452" fmla="*/ 2109478 h 2767298"/>
              <a:gd name="connsiteX5453" fmla="*/ 3650497 w 4752801"/>
              <a:gd name="connsiteY5453" fmla="*/ 2108264 h 2767298"/>
              <a:gd name="connsiteX5454" fmla="*/ 3652925 w 4752801"/>
              <a:gd name="connsiteY5454" fmla="*/ 2104216 h 2767298"/>
              <a:gd name="connsiteX5455" fmla="*/ 3654140 w 4752801"/>
              <a:gd name="connsiteY5455" fmla="*/ 2103406 h 2767298"/>
              <a:gd name="connsiteX5456" fmla="*/ 3613254 w 4752801"/>
              <a:gd name="connsiteY5456" fmla="*/ 2103001 h 2767298"/>
              <a:gd name="connsiteX5457" fmla="*/ 3618921 w 4752801"/>
              <a:gd name="connsiteY5457" fmla="*/ 2103001 h 2767298"/>
              <a:gd name="connsiteX5458" fmla="*/ 3620136 w 4752801"/>
              <a:gd name="connsiteY5458" fmla="*/ 2103406 h 2767298"/>
              <a:gd name="connsiteX5459" fmla="*/ 3622969 w 4752801"/>
              <a:gd name="connsiteY5459" fmla="*/ 2108264 h 2767298"/>
              <a:gd name="connsiteX5460" fmla="*/ 3622969 w 4752801"/>
              <a:gd name="connsiteY5460" fmla="*/ 2109478 h 2767298"/>
              <a:gd name="connsiteX5461" fmla="*/ 3620136 w 4752801"/>
              <a:gd name="connsiteY5461" fmla="*/ 2114336 h 2767298"/>
              <a:gd name="connsiteX5462" fmla="*/ 3618921 w 4752801"/>
              <a:gd name="connsiteY5462" fmla="*/ 2114740 h 2767298"/>
              <a:gd name="connsiteX5463" fmla="*/ 3613254 w 4752801"/>
              <a:gd name="connsiteY5463" fmla="*/ 2114740 h 2767298"/>
              <a:gd name="connsiteX5464" fmla="*/ 3612040 w 4752801"/>
              <a:gd name="connsiteY5464" fmla="*/ 2114336 h 2767298"/>
              <a:gd name="connsiteX5465" fmla="*/ 3609206 w 4752801"/>
              <a:gd name="connsiteY5465" fmla="*/ 2109478 h 2767298"/>
              <a:gd name="connsiteX5466" fmla="*/ 3609206 w 4752801"/>
              <a:gd name="connsiteY5466" fmla="*/ 2108264 h 2767298"/>
              <a:gd name="connsiteX5467" fmla="*/ 3612040 w 4752801"/>
              <a:gd name="connsiteY5467" fmla="*/ 2103406 h 2767298"/>
              <a:gd name="connsiteX5468" fmla="*/ 3613254 w 4752801"/>
              <a:gd name="connsiteY5468" fmla="*/ 2103001 h 2767298"/>
              <a:gd name="connsiteX5469" fmla="*/ 3694216 w 4752801"/>
              <a:gd name="connsiteY5469" fmla="*/ 2102191 h 2767298"/>
              <a:gd name="connsiteX5470" fmla="*/ 3699478 w 4752801"/>
              <a:gd name="connsiteY5470" fmla="*/ 2102191 h 2767298"/>
              <a:gd name="connsiteX5471" fmla="*/ 3700693 w 4752801"/>
              <a:gd name="connsiteY5471" fmla="*/ 2103001 h 2767298"/>
              <a:gd name="connsiteX5472" fmla="*/ 3703527 w 4752801"/>
              <a:gd name="connsiteY5472" fmla="*/ 2107858 h 2767298"/>
              <a:gd name="connsiteX5473" fmla="*/ 3703527 w 4752801"/>
              <a:gd name="connsiteY5473" fmla="*/ 2109073 h 2767298"/>
              <a:gd name="connsiteX5474" fmla="*/ 3700693 w 4752801"/>
              <a:gd name="connsiteY5474" fmla="*/ 2113931 h 2767298"/>
              <a:gd name="connsiteX5475" fmla="*/ 3699478 w 4752801"/>
              <a:gd name="connsiteY5475" fmla="*/ 2114740 h 2767298"/>
              <a:gd name="connsiteX5476" fmla="*/ 3694216 w 4752801"/>
              <a:gd name="connsiteY5476" fmla="*/ 2114740 h 2767298"/>
              <a:gd name="connsiteX5477" fmla="*/ 3693002 w 4752801"/>
              <a:gd name="connsiteY5477" fmla="*/ 2113931 h 2767298"/>
              <a:gd name="connsiteX5478" fmla="*/ 3690168 w 4752801"/>
              <a:gd name="connsiteY5478" fmla="*/ 2109073 h 2767298"/>
              <a:gd name="connsiteX5479" fmla="*/ 3690168 w 4752801"/>
              <a:gd name="connsiteY5479" fmla="*/ 2107858 h 2767298"/>
              <a:gd name="connsiteX5480" fmla="*/ 3693002 w 4752801"/>
              <a:gd name="connsiteY5480" fmla="*/ 2103001 h 2767298"/>
              <a:gd name="connsiteX5481" fmla="*/ 3694216 w 4752801"/>
              <a:gd name="connsiteY5481" fmla="*/ 2102191 h 2767298"/>
              <a:gd name="connsiteX5482" fmla="*/ 3571963 w 4752801"/>
              <a:gd name="connsiteY5482" fmla="*/ 2101382 h 2767298"/>
              <a:gd name="connsiteX5483" fmla="*/ 3578845 w 4752801"/>
              <a:gd name="connsiteY5483" fmla="*/ 2101382 h 2767298"/>
              <a:gd name="connsiteX5484" fmla="*/ 3580060 w 4752801"/>
              <a:gd name="connsiteY5484" fmla="*/ 2101787 h 2767298"/>
              <a:gd name="connsiteX5485" fmla="*/ 3583298 w 4752801"/>
              <a:gd name="connsiteY5485" fmla="*/ 2107859 h 2767298"/>
              <a:gd name="connsiteX5486" fmla="*/ 3583298 w 4752801"/>
              <a:gd name="connsiteY5486" fmla="*/ 2109074 h 2767298"/>
              <a:gd name="connsiteX5487" fmla="*/ 3580060 w 4752801"/>
              <a:gd name="connsiteY5487" fmla="*/ 2115146 h 2767298"/>
              <a:gd name="connsiteX5488" fmla="*/ 3578845 w 4752801"/>
              <a:gd name="connsiteY5488" fmla="*/ 2115955 h 2767298"/>
              <a:gd name="connsiteX5489" fmla="*/ 3571963 w 4752801"/>
              <a:gd name="connsiteY5489" fmla="*/ 2115955 h 2767298"/>
              <a:gd name="connsiteX5490" fmla="*/ 3570749 w 4752801"/>
              <a:gd name="connsiteY5490" fmla="*/ 2115146 h 2767298"/>
              <a:gd name="connsiteX5491" fmla="*/ 3567511 w 4752801"/>
              <a:gd name="connsiteY5491" fmla="*/ 2109074 h 2767298"/>
              <a:gd name="connsiteX5492" fmla="*/ 3567511 w 4752801"/>
              <a:gd name="connsiteY5492" fmla="*/ 2107859 h 2767298"/>
              <a:gd name="connsiteX5493" fmla="*/ 3570749 w 4752801"/>
              <a:gd name="connsiteY5493" fmla="*/ 2101787 h 2767298"/>
              <a:gd name="connsiteX5494" fmla="*/ 3571963 w 4752801"/>
              <a:gd name="connsiteY5494" fmla="*/ 2101382 h 2767298"/>
              <a:gd name="connsiteX5495" fmla="*/ 3530672 w 4752801"/>
              <a:gd name="connsiteY5495" fmla="*/ 2099763 h 2767298"/>
              <a:gd name="connsiteX5496" fmla="*/ 3539173 w 4752801"/>
              <a:gd name="connsiteY5496" fmla="*/ 2099763 h 2767298"/>
              <a:gd name="connsiteX5497" fmla="*/ 3540387 w 4752801"/>
              <a:gd name="connsiteY5497" fmla="*/ 2100572 h 2767298"/>
              <a:gd name="connsiteX5498" fmla="*/ 3544436 w 4752801"/>
              <a:gd name="connsiteY5498" fmla="*/ 2107859 h 2767298"/>
              <a:gd name="connsiteX5499" fmla="*/ 3544436 w 4752801"/>
              <a:gd name="connsiteY5499" fmla="*/ 2109074 h 2767298"/>
              <a:gd name="connsiteX5500" fmla="*/ 3540387 w 4752801"/>
              <a:gd name="connsiteY5500" fmla="*/ 2116360 h 2767298"/>
              <a:gd name="connsiteX5501" fmla="*/ 3539173 w 4752801"/>
              <a:gd name="connsiteY5501" fmla="*/ 2116765 h 2767298"/>
              <a:gd name="connsiteX5502" fmla="*/ 3530672 w 4752801"/>
              <a:gd name="connsiteY5502" fmla="*/ 2116765 h 2767298"/>
              <a:gd name="connsiteX5503" fmla="*/ 3529458 w 4752801"/>
              <a:gd name="connsiteY5503" fmla="*/ 2116360 h 2767298"/>
              <a:gd name="connsiteX5504" fmla="*/ 3525410 w 4752801"/>
              <a:gd name="connsiteY5504" fmla="*/ 2109074 h 2767298"/>
              <a:gd name="connsiteX5505" fmla="*/ 3525410 w 4752801"/>
              <a:gd name="connsiteY5505" fmla="*/ 2107859 h 2767298"/>
              <a:gd name="connsiteX5506" fmla="*/ 3529458 w 4752801"/>
              <a:gd name="connsiteY5506" fmla="*/ 2100572 h 2767298"/>
              <a:gd name="connsiteX5507" fmla="*/ 3530672 w 4752801"/>
              <a:gd name="connsiteY5507" fmla="*/ 2099763 h 2767298"/>
              <a:gd name="connsiteX5508" fmla="*/ 3489381 w 4752801"/>
              <a:gd name="connsiteY5508" fmla="*/ 2099358 h 2767298"/>
              <a:gd name="connsiteX5509" fmla="*/ 3499096 w 4752801"/>
              <a:gd name="connsiteY5509" fmla="*/ 2099358 h 2767298"/>
              <a:gd name="connsiteX5510" fmla="*/ 3500311 w 4752801"/>
              <a:gd name="connsiteY5510" fmla="*/ 2100168 h 2767298"/>
              <a:gd name="connsiteX5511" fmla="*/ 3505169 w 4752801"/>
              <a:gd name="connsiteY5511" fmla="*/ 2108264 h 2767298"/>
              <a:gd name="connsiteX5512" fmla="*/ 3505169 w 4752801"/>
              <a:gd name="connsiteY5512" fmla="*/ 2109478 h 2767298"/>
              <a:gd name="connsiteX5513" fmla="*/ 3500311 w 4752801"/>
              <a:gd name="connsiteY5513" fmla="*/ 2117575 h 2767298"/>
              <a:gd name="connsiteX5514" fmla="*/ 3499096 w 4752801"/>
              <a:gd name="connsiteY5514" fmla="*/ 2117980 h 2767298"/>
              <a:gd name="connsiteX5515" fmla="*/ 3489381 w 4752801"/>
              <a:gd name="connsiteY5515" fmla="*/ 2117980 h 2767298"/>
              <a:gd name="connsiteX5516" fmla="*/ 3488167 w 4752801"/>
              <a:gd name="connsiteY5516" fmla="*/ 2117575 h 2767298"/>
              <a:gd name="connsiteX5517" fmla="*/ 3483309 w 4752801"/>
              <a:gd name="connsiteY5517" fmla="*/ 2109478 h 2767298"/>
              <a:gd name="connsiteX5518" fmla="*/ 3483309 w 4752801"/>
              <a:gd name="connsiteY5518" fmla="*/ 2108264 h 2767298"/>
              <a:gd name="connsiteX5519" fmla="*/ 3488167 w 4752801"/>
              <a:gd name="connsiteY5519" fmla="*/ 2100168 h 2767298"/>
              <a:gd name="connsiteX5520" fmla="*/ 3489381 w 4752801"/>
              <a:gd name="connsiteY5520" fmla="*/ 2099358 h 2767298"/>
              <a:gd name="connsiteX5521" fmla="*/ 3408418 w 4752801"/>
              <a:gd name="connsiteY5521" fmla="*/ 2098953 h 2767298"/>
              <a:gd name="connsiteX5522" fmla="*/ 3418539 w 4752801"/>
              <a:gd name="connsiteY5522" fmla="*/ 2098953 h 2767298"/>
              <a:gd name="connsiteX5523" fmla="*/ 3419753 w 4752801"/>
              <a:gd name="connsiteY5523" fmla="*/ 2099358 h 2767298"/>
              <a:gd name="connsiteX5524" fmla="*/ 3425016 w 4752801"/>
              <a:gd name="connsiteY5524" fmla="*/ 2108264 h 2767298"/>
              <a:gd name="connsiteX5525" fmla="*/ 3425016 w 4752801"/>
              <a:gd name="connsiteY5525" fmla="*/ 2109478 h 2767298"/>
              <a:gd name="connsiteX5526" fmla="*/ 3419753 w 4752801"/>
              <a:gd name="connsiteY5526" fmla="*/ 2118384 h 2767298"/>
              <a:gd name="connsiteX5527" fmla="*/ 3418539 w 4752801"/>
              <a:gd name="connsiteY5527" fmla="*/ 2119194 h 2767298"/>
              <a:gd name="connsiteX5528" fmla="*/ 3408418 w 4752801"/>
              <a:gd name="connsiteY5528" fmla="*/ 2119194 h 2767298"/>
              <a:gd name="connsiteX5529" fmla="*/ 3407204 w 4752801"/>
              <a:gd name="connsiteY5529" fmla="*/ 2118384 h 2767298"/>
              <a:gd name="connsiteX5530" fmla="*/ 3401942 w 4752801"/>
              <a:gd name="connsiteY5530" fmla="*/ 2109478 h 2767298"/>
              <a:gd name="connsiteX5531" fmla="*/ 3401942 w 4752801"/>
              <a:gd name="connsiteY5531" fmla="*/ 2108264 h 2767298"/>
              <a:gd name="connsiteX5532" fmla="*/ 3407204 w 4752801"/>
              <a:gd name="connsiteY5532" fmla="*/ 2099358 h 2767298"/>
              <a:gd name="connsiteX5533" fmla="*/ 3408418 w 4752801"/>
              <a:gd name="connsiteY5533" fmla="*/ 2098953 h 2767298"/>
              <a:gd name="connsiteX5534" fmla="*/ 3448900 w 4752801"/>
              <a:gd name="connsiteY5534" fmla="*/ 2098548 h 2767298"/>
              <a:gd name="connsiteX5535" fmla="*/ 3459020 w 4752801"/>
              <a:gd name="connsiteY5535" fmla="*/ 2098548 h 2767298"/>
              <a:gd name="connsiteX5536" fmla="*/ 3460235 w 4752801"/>
              <a:gd name="connsiteY5536" fmla="*/ 2098953 h 2767298"/>
              <a:gd name="connsiteX5537" fmla="*/ 3465092 w 4752801"/>
              <a:gd name="connsiteY5537" fmla="*/ 2107859 h 2767298"/>
              <a:gd name="connsiteX5538" fmla="*/ 3465092 w 4752801"/>
              <a:gd name="connsiteY5538" fmla="*/ 2109073 h 2767298"/>
              <a:gd name="connsiteX5539" fmla="*/ 3460235 w 4752801"/>
              <a:gd name="connsiteY5539" fmla="*/ 2117979 h 2767298"/>
              <a:gd name="connsiteX5540" fmla="*/ 3459020 w 4752801"/>
              <a:gd name="connsiteY5540" fmla="*/ 2118789 h 2767298"/>
              <a:gd name="connsiteX5541" fmla="*/ 3448900 w 4752801"/>
              <a:gd name="connsiteY5541" fmla="*/ 2118789 h 2767298"/>
              <a:gd name="connsiteX5542" fmla="*/ 3447686 w 4752801"/>
              <a:gd name="connsiteY5542" fmla="*/ 2117979 h 2767298"/>
              <a:gd name="connsiteX5543" fmla="*/ 3442828 w 4752801"/>
              <a:gd name="connsiteY5543" fmla="*/ 2109073 h 2767298"/>
              <a:gd name="connsiteX5544" fmla="*/ 3442828 w 4752801"/>
              <a:gd name="connsiteY5544" fmla="*/ 2107859 h 2767298"/>
              <a:gd name="connsiteX5545" fmla="*/ 3447686 w 4752801"/>
              <a:gd name="connsiteY5545" fmla="*/ 2098953 h 2767298"/>
              <a:gd name="connsiteX5546" fmla="*/ 3448900 w 4752801"/>
              <a:gd name="connsiteY5546" fmla="*/ 2098548 h 2767298"/>
              <a:gd name="connsiteX5547" fmla="*/ 3367937 w 4752801"/>
              <a:gd name="connsiteY5547" fmla="*/ 2098548 h 2767298"/>
              <a:gd name="connsiteX5548" fmla="*/ 3378462 w 4752801"/>
              <a:gd name="connsiteY5548" fmla="*/ 2098548 h 2767298"/>
              <a:gd name="connsiteX5549" fmla="*/ 3379677 w 4752801"/>
              <a:gd name="connsiteY5549" fmla="*/ 2099358 h 2767298"/>
              <a:gd name="connsiteX5550" fmla="*/ 3384940 w 4752801"/>
              <a:gd name="connsiteY5550" fmla="*/ 2108264 h 2767298"/>
              <a:gd name="connsiteX5551" fmla="*/ 3384940 w 4752801"/>
              <a:gd name="connsiteY5551" fmla="*/ 2109478 h 2767298"/>
              <a:gd name="connsiteX5552" fmla="*/ 3379677 w 4752801"/>
              <a:gd name="connsiteY5552" fmla="*/ 2118384 h 2767298"/>
              <a:gd name="connsiteX5553" fmla="*/ 3378462 w 4752801"/>
              <a:gd name="connsiteY5553" fmla="*/ 2119194 h 2767298"/>
              <a:gd name="connsiteX5554" fmla="*/ 3367937 w 4752801"/>
              <a:gd name="connsiteY5554" fmla="*/ 2119194 h 2767298"/>
              <a:gd name="connsiteX5555" fmla="*/ 3366723 w 4752801"/>
              <a:gd name="connsiteY5555" fmla="*/ 2118384 h 2767298"/>
              <a:gd name="connsiteX5556" fmla="*/ 3361461 w 4752801"/>
              <a:gd name="connsiteY5556" fmla="*/ 2109478 h 2767298"/>
              <a:gd name="connsiteX5557" fmla="*/ 3361461 w 4752801"/>
              <a:gd name="connsiteY5557" fmla="*/ 2108264 h 2767298"/>
              <a:gd name="connsiteX5558" fmla="*/ 3366723 w 4752801"/>
              <a:gd name="connsiteY5558" fmla="*/ 2099358 h 2767298"/>
              <a:gd name="connsiteX5559" fmla="*/ 3367937 w 4752801"/>
              <a:gd name="connsiteY5559" fmla="*/ 2098548 h 2767298"/>
              <a:gd name="connsiteX5560" fmla="*/ 3327861 w 4752801"/>
              <a:gd name="connsiteY5560" fmla="*/ 2098548 h 2767298"/>
              <a:gd name="connsiteX5561" fmla="*/ 3337576 w 4752801"/>
              <a:gd name="connsiteY5561" fmla="*/ 2098548 h 2767298"/>
              <a:gd name="connsiteX5562" fmla="*/ 3338791 w 4752801"/>
              <a:gd name="connsiteY5562" fmla="*/ 2099358 h 2767298"/>
              <a:gd name="connsiteX5563" fmla="*/ 3343649 w 4752801"/>
              <a:gd name="connsiteY5563" fmla="*/ 2107859 h 2767298"/>
              <a:gd name="connsiteX5564" fmla="*/ 3343649 w 4752801"/>
              <a:gd name="connsiteY5564" fmla="*/ 2109073 h 2767298"/>
              <a:gd name="connsiteX5565" fmla="*/ 3338791 w 4752801"/>
              <a:gd name="connsiteY5565" fmla="*/ 2117574 h 2767298"/>
              <a:gd name="connsiteX5566" fmla="*/ 3337576 w 4752801"/>
              <a:gd name="connsiteY5566" fmla="*/ 2117979 h 2767298"/>
              <a:gd name="connsiteX5567" fmla="*/ 3327861 w 4752801"/>
              <a:gd name="connsiteY5567" fmla="*/ 2117979 h 2767298"/>
              <a:gd name="connsiteX5568" fmla="*/ 3326647 w 4752801"/>
              <a:gd name="connsiteY5568" fmla="*/ 2117574 h 2767298"/>
              <a:gd name="connsiteX5569" fmla="*/ 3321789 w 4752801"/>
              <a:gd name="connsiteY5569" fmla="*/ 2109073 h 2767298"/>
              <a:gd name="connsiteX5570" fmla="*/ 3321789 w 4752801"/>
              <a:gd name="connsiteY5570" fmla="*/ 2107859 h 2767298"/>
              <a:gd name="connsiteX5571" fmla="*/ 3326647 w 4752801"/>
              <a:gd name="connsiteY5571" fmla="*/ 2099358 h 2767298"/>
              <a:gd name="connsiteX5572" fmla="*/ 3327861 w 4752801"/>
              <a:gd name="connsiteY5572" fmla="*/ 2098548 h 2767298"/>
              <a:gd name="connsiteX5573" fmla="*/ 3286974 w 4752801"/>
              <a:gd name="connsiteY5573" fmla="*/ 2098143 h 2767298"/>
              <a:gd name="connsiteX5574" fmla="*/ 3297499 w 4752801"/>
              <a:gd name="connsiteY5574" fmla="*/ 2098143 h 2767298"/>
              <a:gd name="connsiteX5575" fmla="*/ 3298714 w 4752801"/>
              <a:gd name="connsiteY5575" fmla="*/ 2098548 h 2767298"/>
              <a:gd name="connsiteX5576" fmla="*/ 3303977 w 4752801"/>
              <a:gd name="connsiteY5576" fmla="*/ 2107859 h 2767298"/>
              <a:gd name="connsiteX5577" fmla="*/ 3303977 w 4752801"/>
              <a:gd name="connsiteY5577" fmla="*/ 2109073 h 2767298"/>
              <a:gd name="connsiteX5578" fmla="*/ 3298714 w 4752801"/>
              <a:gd name="connsiteY5578" fmla="*/ 2118384 h 2767298"/>
              <a:gd name="connsiteX5579" fmla="*/ 3297499 w 4752801"/>
              <a:gd name="connsiteY5579" fmla="*/ 2119193 h 2767298"/>
              <a:gd name="connsiteX5580" fmla="*/ 3286974 w 4752801"/>
              <a:gd name="connsiteY5580" fmla="*/ 2119193 h 2767298"/>
              <a:gd name="connsiteX5581" fmla="*/ 3285760 w 4752801"/>
              <a:gd name="connsiteY5581" fmla="*/ 2118384 h 2767298"/>
              <a:gd name="connsiteX5582" fmla="*/ 3280498 w 4752801"/>
              <a:gd name="connsiteY5582" fmla="*/ 2109073 h 2767298"/>
              <a:gd name="connsiteX5583" fmla="*/ 3280498 w 4752801"/>
              <a:gd name="connsiteY5583" fmla="*/ 2107859 h 2767298"/>
              <a:gd name="connsiteX5584" fmla="*/ 3285760 w 4752801"/>
              <a:gd name="connsiteY5584" fmla="*/ 2098548 h 2767298"/>
              <a:gd name="connsiteX5585" fmla="*/ 3286974 w 4752801"/>
              <a:gd name="connsiteY5585" fmla="*/ 2098143 h 2767298"/>
              <a:gd name="connsiteX5586" fmla="*/ 4140320 w 4752801"/>
              <a:gd name="connsiteY5586" fmla="*/ 2064949 h 2767298"/>
              <a:gd name="connsiteX5587" fmla="*/ 4144368 w 4752801"/>
              <a:gd name="connsiteY5587" fmla="*/ 2064949 h 2767298"/>
              <a:gd name="connsiteX5588" fmla="*/ 4146392 w 4752801"/>
              <a:gd name="connsiteY5588" fmla="*/ 2068187 h 2767298"/>
              <a:gd name="connsiteX5589" fmla="*/ 4144368 w 4752801"/>
              <a:gd name="connsiteY5589" fmla="*/ 2071426 h 2767298"/>
              <a:gd name="connsiteX5590" fmla="*/ 4140320 w 4752801"/>
              <a:gd name="connsiteY5590" fmla="*/ 2071426 h 2767298"/>
              <a:gd name="connsiteX5591" fmla="*/ 4138296 w 4752801"/>
              <a:gd name="connsiteY5591" fmla="*/ 2068187 h 2767298"/>
              <a:gd name="connsiteX5592" fmla="*/ 4100243 w 4752801"/>
              <a:gd name="connsiteY5592" fmla="*/ 2064949 h 2767298"/>
              <a:gd name="connsiteX5593" fmla="*/ 4103886 w 4752801"/>
              <a:gd name="connsiteY5593" fmla="*/ 2064949 h 2767298"/>
              <a:gd name="connsiteX5594" fmla="*/ 4105911 w 4752801"/>
              <a:gd name="connsiteY5594" fmla="*/ 2068187 h 2767298"/>
              <a:gd name="connsiteX5595" fmla="*/ 4103886 w 4752801"/>
              <a:gd name="connsiteY5595" fmla="*/ 2071426 h 2767298"/>
              <a:gd name="connsiteX5596" fmla="*/ 4100243 w 4752801"/>
              <a:gd name="connsiteY5596" fmla="*/ 2071426 h 2767298"/>
              <a:gd name="connsiteX5597" fmla="*/ 4098219 w 4752801"/>
              <a:gd name="connsiteY5597" fmla="*/ 2068187 h 2767298"/>
              <a:gd name="connsiteX5598" fmla="*/ 4221282 w 4752801"/>
              <a:gd name="connsiteY5598" fmla="*/ 2064544 h 2767298"/>
              <a:gd name="connsiteX5599" fmla="*/ 4225330 w 4752801"/>
              <a:gd name="connsiteY5599" fmla="*/ 2064544 h 2767298"/>
              <a:gd name="connsiteX5600" fmla="*/ 4227354 w 4752801"/>
              <a:gd name="connsiteY5600" fmla="*/ 2068187 h 2767298"/>
              <a:gd name="connsiteX5601" fmla="*/ 4225330 w 4752801"/>
              <a:gd name="connsiteY5601" fmla="*/ 2071831 h 2767298"/>
              <a:gd name="connsiteX5602" fmla="*/ 4221282 w 4752801"/>
              <a:gd name="connsiteY5602" fmla="*/ 2071831 h 2767298"/>
              <a:gd name="connsiteX5603" fmla="*/ 4219258 w 4752801"/>
              <a:gd name="connsiteY5603" fmla="*/ 2068187 h 2767298"/>
              <a:gd name="connsiteX5604" fmla="*/ 4059762 w 4752801"/>
              <a:gd name="connsiteY5604" fmla="*/ 2064544 h 2767298"/>
              <a:gd name="connsiteX5605" fmla="*/ 4063001 w 4752801"/>
              <a:gd name="connsiteY5605" fmla="*/ 2064544 h 2767298"/>
              <a:gd name="connsiteX5606" fmla="*/ 4064215 w 4752801"/>
              <a:gd name="connsiteY5606" fmla="*/ 2064949 h 2767298"/>
              <a:gd name="connsiteX5607" fmla="*/ 4065835 w 4752801"/>
              <a:gd name="connsiteY5607" fmla="*/ 2067782 h 2767298"/>
              <a:gd name="connsiteX5608" fmla="*/ 4065835 w 4752801"/>
              <a:gd name="connsiteY5608" fmla="*/ 2068997 h 2767298"/>
              <a:gd name="connsiteX5609" fmla="*/ 4064215 w 4752801"/>
              <a:gd name="connsiteY5609" fmla="*/ 2071831 h 2767298"/>
              <a:gd name="connsiteX5610" fmla="*/ 4063001 w 4752801"/>
              <a:gd name="connsiteY5610" fmla="*/ 2072235 h 2767298"/>
              <a:gd name="connsiteX5611" fmla="*/ 4059762 w 4752801"/>
              <a:gd name="connsiteY5611" fmla="*/ 2072235 h 2767298"/>
              <a:gd name="connsiteX5612" fmla="*/ 4058548 w 4752801"/>
              <a:gd name="connsiteY5612" fmla="*/ 2071831 h 2767298"/>
              <a:gd name="connsiteX5613" fmla="*/ 4056929 w 4752801"/>
              <a:gd name="connsiteY5613" fmla="*/ 2068997 h 2767298"/>
              <a:gd name="connsiteX5614" fmla="*/ 4056929 w 4752801"/>
              <a:gd name="connsiteY5614" fmla="*/ 2067782 h 2767298"/>
              <a:gd name="connsiteX5615" fmla="*/ 4058548 w 4752801"/>
              <a:gd name="connsiteY5615" fmla="*/ 2064949 h 2767298"/>
              <a:gd name="connsiteX5616" fmla="*/ 4059762 w 4752801"/>
              <a:gd name="connsiteY5616" fmla="*/ 2064544 h 2767298"/>
              <a:gd name="connsiteX5617" fmla="*/ 3978395 w 4752801"/>
              <a:gd name="connsiteY5617" fmla="*/ 2064544 h 2767298"/>
              <a:gd name="connsiteX5618" fmla="*/ 3982443 w 4752801"/>
              <a:gd name="connsiteY5618" fmla="*/ 2064544 h 2767298"/>
              <a:gd name="connsiteX5619" fmla="*/ 3984467 w 4752801"/>
              <a:gd name="connsiteY5619" fmla="*/ 2068187 h 2767298"/>
              <a:gd name="connsiteX5620" fmla="*/ 3982443 w 4752801"/>
              <a:gd name="connsiteY5620" fmla="*/ 2071831 h 2767298"/>
              <a:gd name="connsiteX5621" fmla="*/ 3978395 w 4752801"/>
              <a:gd name="connsiteY5621" fmla="*/ 2071831 h 2767298"/>
              <a:gd name="connsiteX5622" fmla="*/ 3976371 w 4752801"/>
              <a:gd name="connsiteY5622" fmla="*/ 2068187 h 2767298"/>
              <a:gd name="connsiteX5623" fmla="*/ 3937509 w 4752801"/>
              <a:gd name="connsiteY5623" fmla="*/ 2064544 h 2767298"/>
              <a:gd name="connsiteX5624" fmla="*/ 3941962 w 4752801"/>
              <a:gd name="connsiteY5624" fmla="*/ 2064544 h 2767298"/>
              <a:gd name="connsiteX5625" fmla="*/ 3943986 w 4752801"/>
              <a:gd name="connsiteY5625" fmla="*/ 2068187 h 2767298"/>
              <a:gd name="connsiteX5626" fmla="*/ 3941962 w 4752801"/>
              <a:gd name="connsiteY5626" fmla="*/ 2071831 h 2767298"/>
              <a:gd name="connsiteX5627" fmla="*/ 3937509 w 4752801"/>
              <a:gd name="connsiteY5627" fmla="*/ 2071831 h 2767298"/>
              <a:gd name="connsiteX5628" fmla="*/ 3935485 w 4752801"/>
              <a:gd name="connsiteY5628" fmla="*/ 2068187 h 2767298"/>
              <a:gd name="connsiteX5629" fmla="*/ 3897028 w 4752801"/>
              <a:gd name="connsiteY5629" fmla="*/ 2064544 h 2767298"/>
              <a:gd name="connsiteX5630" fmla="*/ 3901481 w 4752801"/>
              <a:gd name="connsiteY5630" fmla="*/ 2064544 h 2767298"/>
              <a:gd name="connsiteX5631" fmla="*/ 3903505 w 4752801"/>
              <a:gd name="connsiteY5631" fmla="*/ 2068187 h 2767298"/>
              <a:gd name="connsiteX5632" fmla="*/ 3901481 w 4752801"/>
              <a:gd name="connsiteY5632" fmla="*/ 2071831 h 2767298"/>
              <a:gd name="connsiteX5633" fmla="*/ 3897028 w 4752801"/>
              <a:gd name="connsiteY5633" fmla="*/ 2071831 h 2767298"/>
              <a:gd name="connsiteX5634" fmla="*/ 3895004 w 4752801"/>
              <a:gd name="connsiteY5634" fmla="*/ 2068187 h 2767298"/>
              <a:gd name="connsiteX5635" fmla="*/ 3856546 w 4752801"/>
              <a:gd name="connsiteY5635" fmla="*/ 2064544 h 2767298"/>
              <a:gd name="connsiteX5636" fmla="*/ 3860999 w 4752801"/>
              <a:gd name="connsiteY5636" fmla="*/ 2064544 h 2767298"/>
              <a:gd name="connsiteX5637" fmla="*/ 3863023 w 4752801"/>
              <a:gd name="connsiteY5637" fmla="*/ 2068187 h 2767298"/>
              <a:gd name="connsiteX5638" fmla="*/ 3860999 w 4752801"/>
              <a:gd name="connsiteY5638" fmla="*/ 2071831 h 2767298"/>
              <a:gd name="connsiteX5639" fmla="*/ 3856546 w 4752801"/>
              <a:gd name="connsiteY5639" fmla="*/ 2071831 h 2767298"/>
              <a:gd name="connsiteX5640" fmla="*/ 3854522 w 4752801"/>
              <a:gd name="connsiteY5640" fmla="*/ 2068187 h 2767298"/>
              <a:gd name="connsiteX5641" fmla="*/ 3654545 w 4752801"/>
              <a:gd name="connsiteY5641" fmla="*/ 2064544 h 2767298"/>
              <a:gd name="connsiteX5642" fmla="*/ 3658188 w 4752801"/>
              <a:gd name="connsiteY5642" fmla="*/ 2064544 h 2767298"/>
              <a:gd name="connsiteX5643" fmla="*/ 3659402 w 4752801"/>
              <a:gd name="connsiteY5643" fmla="*/ 2064949 h 2767298"/>
              <a:gd name="connsiteX5644" fmla="*/ 3661021 w 4752801"/>
              <a:gd name="connsiteY5644" fmla="*/ 2067782 h 2767298"/>
              <a:gd name="connsiteX5645" fmla="*/ 3661021 w 4752801"/>
              <a:gd name="connsiteY5645" fmla="*/ 2068997 h 2767298"/>
              <a:gd name="connsiteX5646" fmla="*/ 3659402 w 4752801"/>
              <a:gd name="connsiteY5646" fmla="*/ 2071831 h 2767298"/>
              <a:gd name="connsiteX5647" fmla="*/ 3658188 w 4752801"/>
              <a:gd name="connsiteY5647" fmla="*/ 2072640 h 2767298"/>
              <a:gd name="connsiteX5648" fmla="*/ 3654545 w 4752801"/>
              <a:gd name="connsiteY5648" fmla="*/ 2072640 h 2767298"/>
              <a:gd name="connsiteX5649" fmla="*/ 3653330 w 4752801"/>
              <a:gd name="connsiteY5649" fmla="*/ 2071831 h 2767298"/>
              <a:gd name="connsiteX5650" fmla="*/ 3651711 w 4752801"/>
              <a:gd name="connsiteY5650" fmla="*/ 2068997 h 2767298"/>
              <a:gd name="connsiteX5651" fmla="*/ 3651711 w 4752801"/>
              <a:gd name="connsiteY5651" fmla="*/ 2067782 h 2767298"/>
              <a:gd name="connsiteX5652" fmla="*/ 3653330 w 4752801"/>
              <a:gd name="connsiteY5652" fmla="*/ 2064949 h 2767298"/>
              <a:gd name="connsiteX5653" fmla="*/ 3654545 w 4752801"/>
              <a:gd name="connsiteY5653" fmla="*/ 2064544 h 2767298"/>
              <a:gd name="connsiteX5654" fmla="*/ 4626095 w 4752801"/>
              <a:gd name="connsiteY5654" fmla="*/ 2064139 h 2767298"/>
              <a:gd name="connsiteX5655" fmla="*/ 4630548 w 4752801"/>
              <a:gd name="connsiteY5655" fmla="*/ 2064139 h 2767298"/>
              <a:gd name="connsiteX5656" fmla="*/ 4632976 w 4752801"/>
              <a:gd name="connsiteY5656" fmla="*/ 2068187 h 2767298"/>
              <a:gd name="connsiteX5657" fmla="*/ 4630548 w 4752801"/>
              <a:gd name="connsiteY5657" fmla="*/ 2072235 h 2767298"/>
              <a:gd name="connsiteX5658" fmla="*/ 4626095 w 4752801"/>
              <a:gd name="connsiteY5658" fmla="*/ 2072235 h 2767298"/>
              <a:gd name="connsiteX5659" fmla="*/ 4623666 w 4752801"/>
              <a:gd name="connsiteY5659" fmla="*/ 2068187 h 2767298"/>
              <a:gd name="connsiteX5660" fmla="*/ 4464170 w 4752801"/>
              <a:gd name="connsiteY5660" fmla="*/ 2064139 h 2767298"/>
              <a:gd name="connsiteX5661" fmla="*/ 4467814 w 4752801"/>
              <a:gd name="connsiteY5661" fmla="*/ 2064139 h 2767298"/>
              <a:gd name="connsiteX5662" fmla="*/ 4469028 w 4752801"/>
              <a:gd name="connsiteY5662" fmla="*/ 2064544 h 2767298"/>
              <a:gd name="connsiteX5663" fmla="*/ 4471052 w 4752801"/>
              <a:gd name="connsiteY5663" fmla="*/ 2067782 h 2767298"/>
              <a:gd name="connsiteX5664" fmla="*/ 4471052 w 4752801"/>
              <a:gd name="connsiteY5664" fmla="*/ 2068997 h 2767298"/>
              <a:gd name="connsiteX5665" fmla="*/ 4469028 w 4752801"/>
              <a:gd name="connsiteY5665" fmla="*/ 2072235 h 2767298"/>
              <a:gd name="connsiteX5666" fmla="*/ 4467814 w 4752801"/>
              <a:gd name="connsiteY5666" fmla="*/ 2073045 h 2767298"/>
              <a:gd name="connsiteX5667" fmla="*/ 4464170 w 4752801"/>
              <a:gd name="connsiteY5667" fmla="*/ 2073045 h 2767298"/>
              <a:gd name="connsiteX5668" fmla="*/ 4462956 w 4752801"/>
              <a:gd name="connsiteY5668" fmla="*/ 2072235 h 2767298"/>
              <a:gd name="connsiteX5669" fmla="*/ 4460932 w 4752801"/>
              <a:gd name="connsiteY5669" fmla="*/ 2068997 h 2767298"/>
              <a:gd name="connsiteX5670" fmla="*/ 4460932 w 4752801"/>
              <a:gd name="connsiteY5670" fmla="*/ 2067782 h 2767298"/>
              <a:gd name="connsiteX5671" fmla="*/ 4462956 w 4752801"/>
              <a:gd name="connsiteY5671" fmla="*/ 2064544 h 2767298"/>
              <a:gd name="connsiteX5672" fmla="*/ 4464170 w 4752801"/>
              <a:gd name="connsiteY5672" fmla="*/ 2064139 h 2767298"/>
              <a:gd name="connsiteX5673" fmla="*/ 4383207 w 4752801"/>
              <a:gd name="connsiteY5673" fmla="*/ 2064139 h 2767298"/>
              <a:gd name="connsiteX5674" fmla="*/ 4386851 w 4752801"/>
              <a:gd name="connsiteY5674" fmla="*/ 2064139 h 2767298"/>
              <a:gd name="connsiteX5675" fmla="*/ 4388065 w 4752801"/>
              <a:gd name="connsiteY5675" fmla="*/ 2064544 h 2767298"/>
              <a:gd name="connsiteX5676" fmla="*/ 4390089 w 4752801"/>
              <a:gd name="connsiteY5676" fmla="*/ 2067782 h 2767298"/>
              <a:gd name="connsiteX5677" fmla="*/ 4390089 w 4752801"/>
              <a:gd name="connsiteY5677" fmla="*/ 2068997 h 2767298"/>
              <a:gd name="connsiteX5678" fmla="*/ 4388065 w 4752801"/>
              <a:gd name="connsiteY5678" fmla="*/ 2072235 h 2767298"/>
              <a:gd name="connsiteX5679" fmla="*/ 4386851 w 4752801"/>
              <a:gd name="connsiteY5679" fmla="*/ 2073045 h 2767298"/>
              <a:gd name="connsiteX5680" fmla="*/ 4383207 w 4752801"/>
              <a:gd name="connsiteY5680" fmla="*/ 2073045 h 2767298"/>
              <a:gd name="connsiteX5681" fmla="*/ 4381993 w 4752801"/>
              <a:gd name="connsiteY5681" fmla="*/ 2072235 h 2767298"/>
              <a:gd name="connsiteX5682" fmla="*/ 4379969 w 4752801"/>
              <a:gd name="connsiteY5682" fmla="*/ 2068997 h 2767298"/>
              <a:gd name="connsiteX5683" fmla="*/ 4379969 w 4752801"/>
              <a:gd name="connsiteY5683" fmla="*/ 2067782 h 2767298"/>
              <a:gd name="connsiteX5684" fmla="*/ 4381993 w 4752801"/>
              <a:gd name="connsiteY5684" fmla="*/ 2064544 h 2767298"/>
              <a:gd name="connsiteX5685" fmla="*/ 4383207 w 4752801"/>
              <a:gd name="connsiteY5685" fmla="*/ 2064139 h 2767298"/>
              <a:gd name="connsiteX5686" fmla="*/ 4301840 w 4752801"/>
              <a:gd name="connsiteY5686" fmla="*/ 2064139 h 2767298"/>
              <a:gd name="connsiteX5687" fmla="*/ 4306293 w 4752801"/>
              <a:gd name="connsiteY5687" fmla="*/ 2064139 h 2767298"/>
              <a:gd name="connsiteX5688" fmla="*/ 4308317 w 4752801"/>
              <a:gd name="connsiteY5688" fmla="*/ 2068187 h 2767298"/>
              <a:gd name="connsiteX5689" fmla="*/ 4306293 w 4752801"/>
              <a:gd name="connsiteY5689" fmla="*/ 2072235 h 2767298"/>
              <a:gd name="connsiteX5690" fmla="*/ 4301840 w 4752801"/>
              <a:gd name="connsiteY5690" fmla="*/ 2072235 h 2767298"/>
              <a:gd name="connsiteX5691" fmla="*/ 4299816 w 4752801"/>
              <a:gd name="connsiteY5691" fmla="*/ 2068187 h 2767298"/>
              <a:gd name="connsiteX5692" fmla="*/ 4261764 w 4752801"/>
              <a:gd name="connsiteY5692" fmla="*/ 2064139 h 2767298"/>
              <a:gd name="connsiteX5693" fmla="*/ 4266217 w 4752801"/>
              <a:gd name="connsiteY5693" fmla="*/ 2064139 h 2767298"/>
              <a:gd name="connsiteX5694" fmla="*/ 4268645 w 4752801"/>
              <a:gd name="connsiteY5694" fmla="*/ 2068187 h 2767298"/>
              <a:gd name="connsiteX5695" fmla="*/ 4266217 w 4752801"/>
              <a:gd name="connsiteY5695" fmla="*/ 2072235 h 2767298"/>
              <a:gd name="connsiteX5696" fmla="*/ 4261764 w 4752801"/>
              <a:gd name="connsiteY5696" fmla="*/ 2072235 h 2767298"/>
              <a:gd name="connsiteX5697" fmla="*/ 4259335 w 4752801"/>
              <a:gd name="connsiteY5697" fmla="*/ 2068187 h 2767298"/>
              <a:gd name="connsiteX5698" fmla="*/ 4180801 w 4752801"/>
              <a:gd name="connsiteY5698" fmla="*/ 2064139 h 2767298"/>
              <a:gd name="connsiteX5699" fmla="*/ 4185254 w 4752801"/>
              <a:gd name="connsiteY5699" fmla="*/ 2064139 h 2767298"/>
              <a:gd name="connsiteX5700" fmla="*/ 4187682 w 4752801"/>
              <a:gd name="connsiteY5700" fmla="*/ 2068187 h 2767298"/>
              <a:gd name="connsiteX5701" fmla="*/ 4185254 w 4752801"/>
              <a:gd name="connsiteY5701" fmla="*/ 2072235 h 2767298"/>
              <a:gd name="connsiteX5702" fmla="*/ 4180801 w 4752801"/>
              <a:gd name="connsiteY5702" fmla="*/ 2072235 h 2767298"/>
              <a:gd name="connsiteX5703" fmla="*/ 4178372 w 4752801"/>
              <a:gd name="connsiteY5703" fmla="*/ 2068187 h 2767298"/>
              <a:gd name="connsiteX5704" fmla="*/ 4019280 w 4752801"/>
              <a:gd name="connsiteY5704" fmla="*/ 2064139 h 2767298"/>
              <a:gd name="connsiteX5705" fmla="*/ 4022519 w 4752801"/>
              <a:gd name="connsiteY5705" fmla="*/ 2064139 h 2767298"/>
              <a:gd name="connsiteX5706" fmla="*/ 4023733 w 4752801"/>
              <a:gd name="connsiteY5706" fmla="*/ 2064949 h 2767298"/>
              <a:gd name="connsiteX5707" fmla="*/ 4025353 w 4752801"/>
              <a:gd name="connsiteY5707" fmla="*/ 2067782 h 2767298"/>
              <a:gd name="connsiteX5708" fmla="*/ 4025353 w 4752801"/>
              <a:gd name="connsiteY5708" fmla="*/ 2068997 h 2767298"/>
              <a:gd name="connsiteX5709" fmla="*/ 4023733 w 4752801"/>
              <a:gd name="connsiteY5709" fmla="*/ 2071831 h 2767298"/>
              <a:gd name="connsiteX5710" fmla="*/ 4022519 w 4752801"/>
              <a:gd name="connsiteY5710" fmla="*/ 2072640 h 2767298"/>
              <a:gd name="connsiteX5711" fmla="*/ 4019280 w 4752801"/>
              <a:gd name="connsiteY5711" fmla="*/ 2072640 h 2767298"/>
              <a:gd name="connsiteX5712" fmla="*/ 4018066 w 4752801"/>
              <a:gd name="connsiteY5712" fmla="*/ 2071831 h 2767298"/>
              <a:gd name="connsiteX5713" fmla="*/ 4016447 w 4752801"/>
              <a:gd name="connsiteY5713" fmla="*/ 2068997 h 2767298"/>
              <a:gd name="connsiteX5714" fmla="*/ 4016447 w 4752801"/>
              <a:gd name="connsiteY5714" fmla="*/ 2067782 h 2767298"/>
              <a:gd name="connsiteX5715" fmla="*/ 4018066 w 4752801"/>
              <a:gd name="connsiteY5715" fmla="*/ 2064949 h 2767298"/>
              <a:gd name="connsiteX5716" fmla="*/ 4019280 w 4752801"/>
              <a:gd name="connsiteY5716" fmla="*/ 2064139 h 2767298"/>
              <a:gd name="connsiteX5717" fmla="*/ 3816065 w 4752801"/>
              <a:gd name="connsiteY5717" fmla="*/ 2064139 h 2767298"/>
              <a:gd name="connsiteX5718" fmla="*/ 3820518 w 4752801"/>
              <a:gd name="connsiteY5718" fmla="*/ 2064139 h 2767298"/>
              <a:gd name="connsiteX5719" fmla="*/ 3822542 w 4752801"/>
              <a:gd name="connsiteY5719" fmla="*/ 2068187 h 2767298"/>
              <a:gd name="connsiteX5720" fmla="*/ 3820518 w 4752801"/>
              <a:gd name="connsiteY5720" fmla="*/ 2072235 h 2767298"/>
              <a:gd name="connsiteX5721" fmla="*/ 3816065 w 4752801"/>
              <a:gd name="connsiteY5721" fmla="*/ 2072235 h 2767298"/>
              <a:gd name="connsiteX5722" fmla="*/ 3814041 w 4752801"/>
              <a:gd name="connsiteY5722" fmla="*/ 2068187 h 2767298"/>
              <a:gd name="connsiteX5723" fmla="*/ 3776393 w 4752801"/>
              <a:gd name="connsiteY5723" fmla="*/ 2064139 h 2767298"/>
              <a:gd name="connsiteX5724" fmla="*/ 3779632 w 4752801"/>
              <a:gd name="connsiteY5724" fmla="*/ 2064139 h 2767298"/>
              <a:gd name="connsiteX5725" fmla="*/ 3780846 w 4752801"/>
              <a:gd name="connsiteY5725" fmla="*/ 2064949 h 2767298"/>
              <a:gd name="connsiteX5726" fmla="*/ 3782466 w 4752801"/>
              <a:gd name="connsiteY5726" fmla="*/ 2067782 h 2767298"/>
              <a:gd name="connsiteX5727" fmla="*/ 3782466 w 4752801"/>
              <a:gd name="connsiteY5727" fmla="*/ 2068997 h 2767298"/>
              <a:gd name="connsiteX5728" fmla="*/ 3780846 w 4752801"/>
              <a:gd name="connsiteY5728" fmla="*/ 2071831 h 2767298"/>
              <a:gd name="connsiteX5729" fmla="*/ 3779632 w 4752801"/>
              <a:gd name="connsiteY5729" fmla="*/ 2072640 h 2767298"/>
              <a:gd name="connsiteX5730" fmla="*/ 3776393 w 4752801"/>
              <a:gd name="connsiteY5730" fmla="*/ 2072640 h 2767298"/>
              <a:gd name="connsiteX5731" fmla="*/ 3775179 w 4752801"/>
              <a:gd name="connsiteY5731" fmla="*/ 2071831 h 2767298"/>
              <a:gd name="connsiteX5732" fmla="*/ 3773560 w 4752801"/>
              <a:gd name="connsiteY5732" fmla="*/ 2068997 h 2767298"/>
              <a:gd name="connsiteX5733" fmla="*/ 3773560 w 4752801"/>
              <a:gd name="connsiteY5733" fmla="*/ 2067782 h 2767298"/>
              <a:gd name="connsiteX5734" fmla="*/ 3775179 w 4752801"/>
              <a:gd name="connsiteY5734" fmla="*/ 2064949 h 2767298"/>
              <a:gd name="connsiteX5735" fmla="*/ 3776393 w 4752801"/>
              <a:gd name="connsiteY5735" fmla="*/ 2064139 h 2767298"/>
              <a:gd name="connsiteX5736" fmla="*/ 3695430 w 4752801"/>
              <a:gd name="connsiteY5736" fmla="*/ 2064139 h 2767298"/>
              <a:gd name="connsiteX5737" fmla="*/ 3698669 w 4752801"/>
              <a:gd name="connsiteY5737" fmla="*/ 2064139 h 2767298"/>
              <a:gd name="connsiteX5738" fmla="*/ 3699883 w 4752801"/>
              <a:gd name="connsiteY5738" fmla="*/ 2064949 h 2767298"/>
              <a:gd name="connsiteX5739" fmla="*/ 3701503 w 4752801"/>
              <a:gd name="connsiteY5739" fmla="*/ 2067782 h 2767298"/>
              <a:gd name="connsiteX5740" fmla="*/ 3701503 w 4752801"/>
              <a:gd name="connsiteY5740" fmla="*/ 2068997 h 2767298"/>
              <a:gd name="connsiteX5741" fmla="*/ 3699883 w 4752801"/>
              <a:gd name="connsiteY5741" fmla="*/ 2071831 h 2767298"/>
              <a:gd name="connsiteX5742" fmla="*/ 3698669 w 4752801"/>
              <a:gd name="connsiteY5742" fmla="*/ 2072640 h 2767298"/>
              <a:gd name="connsiteX5743" fmla="*/ 3695430 w 4752801"/>
              <a:gd name="connsiteY5743" fmla="*/ 2072640 h 2767298"/>
              <a:gd name="connsiteX5744" fmla="*/ 3694216 w 4752801"/>
              <a:gd name="connsiteY5744" fmla="*/ 2071831 h 2767298"/>
              <a:gd name="connsiteX5745" fmla="*/ 3692597 w 4752801"/>
              <a:gd name="connsiteY5745" fmla="*/ 2068997 h 2767298"/>
              <a:gd name="connsiteX5746" fmla="*/ 3692597 w 4752801"/>
              <a:gd name="connsiteY5746" fmla="*/ 2067782 h 2767298"/>
              <a:gd name="connsiteX5747" fmla="*/ 3694216 w 4752801"/>
              <a:gd name="connsiteY5747" fmla="*/ 2064949 h 2767298"/>
              <a:gd name="connsiteX5748" fmla="*/ 3695430 w 4752801"/>
              <a:gd name="connsiteY5748" fmla="*/ 2064139 h 2767298"/>
              <a:gd name="connsiteX5749" fmla="*/ 4545132 w 4752801"/>
              <a:gd name="connsiteY5749" fmla="*/ 2063734 h 2767298"/>
              <a:gd name="connsiteX5750" fmla="*/ 4548776 w 4752801"/>
              <a:gd name="connsiteY5750" fmla="*/ 2063734 h 2767298"/>
              <a:gd name="connsiteX5751" fmla="*/ 4549990 w 4752801"/>
              <a:gd name="connsiteY5751" fmla="*/ 2064544 h 2767298"/>
              <a:gd name="connsiteX5752" fmla="*/ 4552014 w 4752801"/>
              <a:gd name="connsiteY5752" fmla="*/ 2067782 h 2767298"/>
              <a:gd name="connsiteX5753" fmla="*/ 4552014 w 4752801"/>
              <a:gd name="connsiteY5753" fmla="*/ 2068997 h 2767298"/>
              <a:gd name="connsiteX5754" fmla="*/ 4549990 w 4752801"/>
              <a:gd name="connsiteY5754" fmla="*/ 2072235 h 2767298"/>
              <a:gd name="connsiteX5755" fmla="*/ 4548776 w 4752801"/>
              <a:gd name="connsiteY5755" fmla="*/ 2073045 h 2767298"/>
              <a:gd name="connsiteX5756" fmla="*/ 4545132 w 4752801"/>
              <a:gd name="connsiteY5756" fmla="*/ 2073045 h 2767298"/>
              <a:gd name="connsiteX5757" fmla="*/ 4543918 w 4752801"/>
              <a:gd name="connsiteY5757" fmla="*/ 2072235 h 2767298"/>
              <a:gd name="connsiteX5758" fmla="*/ 4541894 w 4752801"/>
              <a:gd name="connsiteY5758" fmla="*/ 2068997 h 2767298"/>
              <a:gd name="connsiteX5759" fmla="*/ 4541894 w 4752801"/>
              <a:gd name="connsiteY5759" fmla="*/ 2067782 h 2767298"/>
              <a:gd name="connsiteX5760" fmla="*/ 4543918 w 4752801"/>
              <a:gd name="connsiteY5760" fmla="*/ 2064544 h 2767298"/>
              <a:gd name="connsiteX5761" fmla="*/ 4545132 w 4752801"/>
              <a:gd name="connsiteY5761" fmla="*/ 2063734 h 2767298"/>
              <a:gd name="connsiteX5762" fmla="*/ 4342727 w 4752801"/>
              <a:gd name="connsiteY5762" fmla="*/ 2063734 h 2767298"/>
              <a:gd name="connsiteX5763" fmla="*/ 4346370 w 4752801"/>
              <a:gd name="connsiteY5763" fmla="*/ 2063734 h 2767298"/>
              <a:gd name="connsiteX5764" fmla="*/ 4347584 w 4752801"/>
              <a:gd name="connsiteY5764" fmla="*/ 2064139 h 2767298"/>
              <a:gd name="connsiteX5765" fmla="*/ 4349203 w 4752801"/>
              <a:gd name="connsiteY5765" fmla="*/ 2067377 h 2767298"/>
              <a:gd name="connsiteX5766" fmla="*/ 4349203 w 4752801"/>
              <a:gd name="connsiteY5766" fmla="*/ 2068592 h 2767298"/>
              <a:gd name="connsiteX5767" fmla="*/ 4347584 w 4752801"/>
              <a:gd name="connsiteY5767" fmla="*/ 2071830 h 2767298"/>
              <a:gd name="connsiteX5768" fmla="*/ 4346370 w 4752801"/>
              <a:gd name="connsiteY5768" fmla="*/ 2073045 h 2767298"/>
              <a:gd name="connsiteX5769" fmla="*/ 4342727 w 4752801"/>
              <a:gd name="connsiteY5769" fmla="*/ 2073045 h 2767298"/>
              <a:gd name="connsiteX5770" fmla="*/ 4341512 w 4752801"/>
              <a:gd name="connsiteY5770" fmla="*/ 2072235 h 2767298"/>
              <a:gd name="connsiteX5771" fmla="*/ 4339893 w 4752801"/>
              <a:gd name="connsiteY5771" fmla="*/ 2068997 h 2767298"/>
              <a:gd name="connsiteX5772" fmla="*/ 4339893 w 4752801"/>
              <a:gd name="connsiteY5772" fmla="*/ 2067782 h 2767298"/>
              <a:gd name="connsiteX5773" fmla="*/ 4341512 w 4752801"/>
              <a:gd name="connsiteY5773" fmla="*/ 2064544 h 2767298"/>
              <a:gd name="connsiteX5774" fmla="*/ 4342727 w 4752801"/>
              <a:gd name="connsiteY5774" fmla="*/ 2063734 h 2767298"/>
              <a:gd name="connsiteX5775" fmla="*/ 3735507 w 4752801"/>
              <a:gd name="connsiteY5775" fmla="*/ 2063734 h 2767298"/>
              <a:gd name="connsiteX5776" fmla="*/ 3739555 w 4752801"/>
              <a:gd name="connsiteY5776" fmla="*/ 2063734 h 2767298"/>
              <a:gd name="connsiteX5777" fmla="*/ 3740769 w 4752801"/>
              <a:gd name="connsiteY5777" fmla="*/ 2064139 h 2767298"/>
              <a:gd name="connsiteX5778" fmla="*/ 3742794 w 4752801"/>
              <a:gd name="connsiteY5778" fmla="*/ 2067782 h 2767298"/>
              <a:gd name="connsiteX5779" fmla="*/ 3742794 w 4752801"/>
              <a:gd name="connsiteY5779" fmla="*/ 2068997 h 2767298"/>
              <a:gd name="connsiteX5780" fmla="*/ 3740769 w 4752801"/>
              <a:gd name="connsiteY5780" fmla="*/ 2072640 h 2767298"/>
              <a:gd name="connsiteX5781" fmla="*/ 3739555 w 4752801"/>
              <a:gd name="connsiteY5781" fmla="*/ 2073045 h 2767298"/>
              <a:gd name="connsiteX5782" fmla="*/ 3735507 w 4752801"/>
              <a:gd name="connsiteY5782" fmla="*/ 2073045 h 2767298"/>
              <a:gd name="connsiteX5783" fmla="*/ 3734293 w 4752801"/>
              <a:gd name="connsiteY5783" fmla="*/ 2072640 h 2767298"/>
              <a:gd name="connsiteX5784" fmla="*/ 3732269 w 4752801"/>
              <a:gd name="connsiteY5784" fmla="*/ 2068997 h 2767298"/>
              <a:gd name="connsiteX5785" fmla="*/ 3732269 w 4752801"/>
              <a:gd name="connsiteY5785" fmla="*/ 2067782 h 2767298"/>
              <a:gd name="connsiteX5786" fmla="*/ 3734293 w 4752801"/>
              <a:gd name="connsiteY5786" fmla="*/ 2064139 h 2767298"/>
              <a:gd name="connsiteX5787" fmla="*/ 3735507 w 4752801"/>
              <a:gd name="connsiteY5787" fmla="*/ 2063734 h 2767298"/>
              <a:gd name="connsiteX5788" fmla="*/ 3614063 w 4752801"/>
              <a:gd name="connsiteY5788" fmla="*/ 2063734 h 2767298"/>
              <a:gd name="connsiteX5789" fmla="*/ 3618111 w 4752801"/>
              <a:gd name="connsiteY5789" fmla="*/ 2063734 h 2767298"/>
              <a:gd name="connsiteX5790" fmla="*/ 3619325 w 4752801"/>
              <a:gd name="connsiteY5790" fmla="*/ 2064139 h 2767298"/>
              <a:gd name="connsiteX5791" fmla="*/ 3621350 w 4752801"/>
              <a:gd name="connsiteY5791" fmla="*/ 2067782 h 2767298"/>
              <a:gd name="connsiteX5792" fmla="*/ 3621350 w 4752801"/>
              <a:gd name="connsiteY5792" fmla="*/ 2068997 h 2767298"/>
              <a:gd name="connsiteX5793" fmla="*/ 3619325 w 4752801"/>
              <a:gd name="connsiteY5793" fmla="*/ 2072640 h 2767298"/>
              <a:gd name="connsiteX5794" fmla="*/ 3618111 w 4752801"/>
              <a:gd name="connsiteY5794" fmla="*/ 2073450 h 2767298"/>
              <a:gd name="connsiteX5795" fmla="*/ 3614063 w 4752801"/>
              <a:gd name="connsiteY5795" fmla="*/ 2073450 h 2767298"/>
              <a:gd name="connsiteX5796" fmla="*/ 3612849 w 4752801"/>
              <a:gd name="connsiteY5796" fmla="*/ 2072640 h 2767298"/>
              <a:gd name="connsiteX5797" fmla="*/ 3610825 w 4752801"/>
              <a:gd name="connsiteY5797" fmla="*/ 2068997 h 2767298"/>
              <a:gd name="connsiteX5798" fmla="*/ 3610825 w 4752801"/>
              <a:gd name="connsiteY5798" fmla="*/ 2067782 h 2767298"/>
              <a:gd name="connsiteX5799" fmla="*/ 3612849 w 4752801"/>
              <a:gd name="connsiteY5799" fmla="*/ 2064139 h 2767298"/>
              <a:gd name="connsiteX5800" fmla="*/ 3614063 w 4752801"/>
              <a:gd name="connsiteY5800" fmla="*/ 2063734 h 2767298"/>
              <a:gd name="connsiteX5801" fmla="*/ 4585614 w 4752801"/>
              <a:gd name="connsiteY5801" fmla="*/ 2063329 h 2767298"/>
              <a:gd name="connsiteX5802" fmla="*/ 4589257 w 4752801"/>
              <a:gd name="connsiteY5802" fmla="*/ 2063329 h 2767298"/>
              <a:gd name="connsiteX5803" fmla="*/ 4590471 w 4752801"/>
              <a:gd name="connsiteY5803" fmla="*/ 2064138 h 2767298"/>
              <a:gd name="connsiteX5804" fmla="*/ 4592090 w 4752801"/>
              <a:gd name="connsiteY5804" fmla="*/ 2067377 h 2767298"/>
              <a:gd name="connsiteX5805" fmla="*/ 4592090 w 4752801"/>
              <a:gd name="connsiteY5805" fmla="*/ 2068592 h 2767298"/>
              <a:gd name="connsiteX5806" fmla="*/ 4590471 w 4752801"/>
              <a:gd name="connsiteY5806" fmla="*/ 2071830 h 2767298"/>
              <a:gd name="connsiteX5807" fmla="*/ 4589257 w 4752801"/>
              <a:gd name="connsiteY5807" fmla="*/ 2072640 h 2767298"/>
              <a:gd name="connsiteX5808" fmla="*/ 4585614 w 4752801"/>
              <a:gd name="connsiteY5808" fmla="*/ 2072640 h 2767298"/>
              <a:gd name="connsiteX5809" fmla="*/ 4584399 w 4752801"/>
              <a:gd name="connsiteY5809" fmla="*/ 2071830 h 2767298"/>
              <a:gd name="connsiteX5810" fmla="*/ 4582780 w 4752801"/>
              <a:gd name="connsiteY5810" fmla="*/ 2068592 h 2767298"/>
              <a:gd name="connsiteX5811" fmla="*/ 4582780 w 4752801"/>
              <a:gd name="connsiteY5811" fmla="*/ 2067377 h 2767298"/>
              <a:gd name="connsiteX5812" fmla="*/ 4584399 w 4752801"/>
              <a:gd name="connsiteY5812" fmla="*/ 2064138 h 2767298"/>
              <a:gd name="connsiteX5813" fmla="*/ 4585614 w 4752801"/>
              <a:gd name="connsiteY5813" fmla="*/ 2063329 h 2767298"/>
              <a:gd name="connsiteX5814" fmla="*/ 4423688 w 4752801"/>
              <a:gd name="connsiteY5814" fmla="*/ 2063329 h 2767298"/>
              <a:gd name="connsiteX5815" fmla="*/ 4427332 w 4752801"/>
              <a:gd name="connsiteY5815" fmla="*/ 2063329 h 2767298"/>
              <a:gd name="connsiteX5816" fmla="*/ 4428546 w 4752801"/>
              <a:gd name="connsiteY5816" fmla="*/ 2064138 h 2767298"/>
              <a:gd name="connsiteX5817" fmla="*/ 4430570 w 4752801"/>
              <a:gd name="connsiteY5817" fmla="*/ 2067377 h 2767298"/>
              <a:gd name="connsiteX5818" fmla="*/ 4430570 w 4752801"/>
              <a:gd name="connsiteY5818" fmla="*/ 2068592 h 2767298"/>
              <a:gd name="connsiteX5819" fmla="*/ 4428546 w 4752801"/>
              <a:gd name="connsiteY5819" fmla="*/ 2071830 h 2767298"/>
              <a:gd name="connsiteX5820" fmla="*/ 4427332 w 4752801"/>
              <a:gd name="connsiteY5820" fmla="*/ 2072235 h 2767298"/>
              <a:gd name="connsiteX5821" fmla="*/ 4423688 w 4752801"/>
              <a:gd name="connsiteY5821" fmla="*/ 2072235 h 2767298"/>
              <a:gd name="connsiteX5822" fmla="*/ 4422474 w 4752801"/>
              <a:gd name="connsiteY5822" fmla="*/ 2071830 h 2767298"/>
              <a:gd name="connsiteX5823" fmla="*/ 4420450 w 4752801"/>
              <a:gd name="connsiteY5823" fmla="*/ 2068592 h 2767298"/>
              <a:gd name="connsiteX5824" fmla="*/ 4420450 w 4752801"/>
              <a:gd name="connsiteY5824" fmla="*/ 2067377 h 2767298"/>
              <a:gd name="connsiteX5825" fmla="*/ 4422474 w 4752801"/>
              <a:gd name="connsiteY5825" fmla="*/ 2064138 h 2767298"/>
              <a:gd name="connsiteX5826" fmla="*/ 4423688 w 4752801"/>
              <a:gd name="connsiteY5826" fmla="*/ 2063329 h 2767298"/>
              <a:gd name="connsiteX5827" fmla="*/ 3572773 w 4752801"/>
              <a:gd name="connsiteY5827" fmla="*/ 2062924 h 2767298"/>
              <a:gd name="connsiteX5828" fmla="*/ 3577631 w 4752801"/>
              <a:gd name="connsiteY5828" fmla="*/ 2062924 h 2767298"/>
              <a:gd name="connsiteX5829" fmla="*/ 3578845 w 4752801"/>
              <a:gd name="connsiteY5829" fmla="*/ 2063734 h 2767298"/>
              <a:gd name="connsiteX5830" fmla="*/ 3581274 w 4752801"/>
              <a:gd name="connsiteY5830" fmla="*/ 2067782 h 2767298"/>
              <a:gd name="connsiteX5831" fmla="*/ 3581274 w 4752801"/>
              <a:gd name="connsiteY5831" fmla="*/ 2068996 h 2767298"/>
              <a:gd name="connsiteX5832" fmla="*/ 3578845 w 4752801"/>
              <a:gd name="connsiteY5832" fmla="*/ 2073044 h 2767298"/>
              <a:gd name="connsiteX5833" fmla="*/ 3577631 w 4752801"/>
              <a:gd name="connsiteY5833" fmla="*/ 2073044 h 2767298"/>
              <a:gd name="connsiteX5834" fmla="*/ 3572773 w 4752801"/>
              <a:gd name="connsiteY5834" fmla="*/ 2073044 h 2767298"/>
              <a:gd name="connsiteX5835" fmla="*/ 3571559 w 4752801"/>
              <a:gd name="connsiteY5835" fmla="*/ 2072640 h 2767298"/>
              <a:gd name="connsiteX5836" fmla="*/ 3569130 w 4752801"/>
              <a:gd name="connsiteY5836" fmla="*/ 2068591 h 2767298"/>
              <a:gd name="connsiteX5837" fmla="*/ 3569130 w 4752801"/>
              <a:gd name="connsiteY5837" fmla="*/ 2067377 h 2767298"/>
              <a:gd name="connsiteX5838" fmla="*/ 3571559 w 4752801"/>
              <a:gd name="connsiteY5838" fmla="*/ 2063329 h 2767298"/>
              <a:gd name="connsiteX5839" fmla="*/ 3572773 w 4752801"/>
              <a:gd name="connsiteY5839" fmla="*/ 2062924 h 2767298"/>
              <a:gd name="connsiteX5840" fmla="*/ 4504246 w 4752801"/>
              <a:gd name="connsiteY5840" fmla="*/ 2062520 h 2767298"/>
              <a:gd name="connsiteX5841" fmla="*/ 4508699 w 4752801"/>
              <a:gd name="connsiteY5841" fmla="*/ 2062520 h 2767298"/>
              <a:gd name="connsiteX5842" fmla="*/ 4509913 w 4752801"/>
              <a:gd name="connsiteY5842" fmla="*/ 2063330 h 2767298"/>
              <a:gd name="connsiteX5843" fmla="*/ 4512342 w 4752801"/>
              <a:gd name="connsiteY5843" fmla="*/ 2067378 h 2767298"/>
              <a:gd name="connsiteX5844" fmla="*/ 4512342 w 4752801"/>
              <a:gd name="connsiteY5844" fmla="*/ 2068592 h 2767298"/>
              <a:gd name="connsiteX5845" fmla="*/ 4509913 w 4752801"/>
              <a:gd name="connsiteY5845" fmla="*/ 2072640 h 2767298"/>
              <a:gd name="connsiteX5846" fmla="*/ 4508699 w 4752801"/>
              <a:gd name="connsiteY5846" fmla="*/ 2073045 h 2767298"/>
              <a:gd name="connsiteX5847" fmla="*/ 4504246 w 4752801"/>
              <a:gd name="connsiteY5847" fmla="*/ 2073045 h 2767298"/>
              <a:gd name="connsiteX5848" fmla="*/ 4503031 w 4752801"/>
              <a:gd name="connsiteY5848" fmla="*/ 2072640 h 2767298"/>
              <a:gd name="connsiteX5849" fmla="*/ 4500603 w 4752801"/>
              <a:gd name="connsiteY5849" fmla="*/ 2068592 h 2767298"/>
              <a:gd name="connsiteX5850" fmla="*/ 4500603 w 4752801"/>
              <a:gd name="connsiteY5850" fmla="*/ 2067378 h 2767298"/>
              <a:gd name="connsiteX5851" fmla="*/ 4503031 w 4752801"/>
              <a:gd name="connsiteY5851" fmla="*/ 2063330 h 2767298"/>
              <a:gd name="connsiteX5852" fmla="*/ 4504246 w 4752801"/>
              <a:gd name="connsiteY5852" fmla="*/ 2062520 h 2767298"/>
              <a:gd name="connsiteX5853" fmla="*/ 3531887 w 4752801"/>
              <a:gd name="connsiteY5853" fmla="*/ 2061710 h 2767298"/>
              <a:gd name="connsiteX5854" fmla="*/ 3537554 w 4752801"/>
              <a:gd name="connsiteY5854" fmla="*/ 2061710 h 2767298"/>
              <a:gd name="connsiteX5855" fmla="*/ 3538769 w 4752801"/>
              <a:gd name="connsiteY5855" fmla="*/ 2062520 h 2767298"/>
              <a:gd name="connsiteX5856" fmla="*/ 3541602 w 4752801"/>
              <a:gd name="connsiteY5856" fmla="*/ 2067377 h 2767298"/>
              <a:gd name="connsiteX5857" fmla="*/ 3541602 w 4752801"/>
              <a:gd name="connsiteY5857" fmla="*/ 2068592 h 2767298"/>
              <a:gd name="connsiteX5858" fmla="*/ 3538769 w 4752801"/>
              <a:gd name="connsiteY5858" fmla="*/ 2073450 h 2767298"/>
              <a:gd name="connsiteX5859" fmla="*/ 3537554 w 4752801"/>
              <a:gd name="connsiteY5859" fmla="*/ 2073854 h 2767298"/>
              <a:gd name="connsiteX5860" fmla="*/ 3531887 w 4752801"/>
              <a:gd name="connsiteY5860" fmla="*/ 2073854 h 2767298"/>
              <a:gd name="connsiteX5861" fmla="*/ 3530673 w 4752801"/>
              <a:gd name="connsiteY5861" fmla="*/ 2073450 h 2767298"/>
              <a:gd name="connsiteX5862" fmla="*/ 3527839 w 4752801"/>
              <a:gd name="connsiteY5862" fmla="*/ 2068592 h 2767298"/>
              <a:gd name="connsiteX5863" fmla="*/ 3527839 w 4752801"/>
              <a:gd name="connsiteY5863" fmla="*/ 2067377 h 2767298"/>
              <a:gd name="connsiteX5864" fmla="*/ 3530673 w 4752801"/>
              <a:gd name="connsiteY5864" fmla="*/ 2062520 h 2767298"/>
              <a:gd name="connsiteX5865" fmla="*/ 3531887 w 4752801"/>
              <a:gd name="connsiteY5865" fmla="*/ 2061710 h 2767298"/>
              <a:gd name="connsiteX5866" fmla="*/ 3491000 w 4752801"/>
              <a:gd name="connsiteY5866" fmla="*/ 2061305 h 2767298"/>
              <a:gd name="connsiteX5867" fmla="*/ 3497477 w 4752801"/>
              <a:gd name="connsiteY5867" fmla="*/ 2061305 h 2767298"/>
              <a:gd name="connsiteX5868" fmla="*/ 3498692 w 4752801"/>
              <a:gd name="connsiteY5868" fmla="*/ 2061710 h 2767298"/>
              <a:gd name="connsiteX5869" fmla="*/ 3501930 w 4752801"/>
              <a:gd name="connsiteY5869" fmla="*/ 2067377 h 2767298"/>
              <a:gd name="connsiteX5870" fmla="*/ 3501930 w 4752801"/>
              <a:gd name="connsiteY5870" fmla="*/ 2068592 h 2767298"/>
              <a:gd name="connsiteX5871" fmla="*/ 3498692 w 4752801"/>
              <a:gd name="connsiteY5871" fmla="*/ 2074259 h 2767298"/>
              <a:gd name="connsiteX5872" fmla="*/ 3497477 w 4752801"/>
              <a:gd name="connsiteY5872" fmla="*/ 2074664 h 2767298"/>
              <a:gd name="connsiteX5873" fmla="*/ 3491000 w 4752801"/>
              <a:gd name="connsiteY5873" fmla="*/ 2074664 h 2767298"/>
              <a:gd name="connsiteX5874" fmla="*/ 3489786 w 4752801"/>
              <a:gd name="connsiteY5874" fmla="*/ 2074259 h 2767298"/>
              <a:gd name="connsiteX5875" fmla="*/ 3486548 w 4752801"/>
              <a:gd name="connsiteY5875" fmla="*/ 2068592 h 2767298"/>
              <a:gd name="connsiteX5876" fmla="*/ 3486548 w 4752801"/>
              <a:gd name="connsiteY5876" fmla="*/ 2067377 h 2767298"/>
              <a:gd name="connsiteX5877" fmla="*/ 3489786 w 4752801"/>
              <a:gd name="connsiteY5877" fmla="*/ 2061710 h 2767298"/>
              <a:gd name="connsiteX5878" fmla="*/ 3491000 w 4752801"/>
              <a:gd name="connsiteY5878" fmla="*/ 2061305 h 2767298"/>
              <a:gd name="connsiteX5879" fmla="*/ 3449710 w 4752801"/>
              <a:gd name="connsiteY5879" fmla="*/ 2059281 h 2767298"/>
              <a:gd name="connsiteX5880" fmla="*/ 3458616 w 4752801"/>
              <a:gd name="connsiteY5880" fmla="*/ 2059281 h 2767298"/>
              <a:gd name="connsiteX5881" fmla="*/ 3459830 w 4752801"/>
              <a:gd name="connsiteY5881" fmla="*/ 2060090 h 2767298"/>
              <a:gd name="connsiteX5882" fmla="*/ 3464283 w 4752801"/>
              <a:gd name="connsiteY5882" fmla="*/ 2067782 h 2767298"/>
              <a:gd name="connsiteX5883" fmla="*/ 3464283 w 4752801"/>
              <a:gd name="connsiteY5883" fmla="*/ 2068996 h 2767298"/>
              <a:gd name="connsiteX5884" fmla="*/ 3459830 w 4752801"/>
              <a:gd name="connsiteY5884" fmla="*/ 2076688 h 2767298"/>
              <a:gd name="connsiteX5885" fmla="*/ 3458616 w 4752801"/>
              <a:gd name="connsiteY5885" fmla="*/ 2077498 h 2767298"/>
              <a:gd name="connsiteX5886" fmla="*/ 3449710 w 4752801"/>
              <a:gd name="connsiteY5886" fmla="*/ 2077498 h 2767298"/>
              <a:gd name="connsiteX5887" fmla="*/ 3448495 w 4752801"/>
              <a:gd name="connsiteY5887" fmla="*/ 2076688 h 2767298"/>
              <a:gd name="connsiteX5888" fmla="*/ 3444043 w 4752801"/>
              <a:gd name="connsiteY5888" fmla="*/ 2068996 h 2767298"/>
              <a:gd name="connsiteX5889" fmla="*/ 3444043 w 4752801"/>
              <a:gd name="connsiteY5889" fmla="*/ 2067782 h 2767298"/>
              <a:gd name="connsiteX5890" fmla="*/ 3448495 w 4752801"/>
              <a:gd name="connsiteY5890" fmla="*/ 2060090 h 2767298"/>
              <a:gd name="connsiteX5891" fmla="*/ 3449710 w 4752801"/>
              <a:gd name="connsiteY5891" fmla="*/ 2059281 h 2767298"/>
              <a:gd name="connsiteX5892" fmla="*/ 3287380 w 4752801"/>
              <a:gd name="connsiteY5892" fmla="*/ 2058472 h 2767298"/>
              <a:gd name="connsiteX5893" fmla="*/ 3297095 w 4752801"/>
              <a:gd name="connsiteY5893" fmla="*/ 2058472 h 2767298"/>
              <a:gd name="connsiteX5894" fmla="*/ 3298310 w 4752801"/>
              <a:gd name="connsiteY5894" fmla="*/ 2059282 h 2767298"/>
              <a:gd name="connsiteX5895" fmla="*/ 3303168 w 4752801"/>
              <a:gd name="connsiteY5895" fmla="*/ 2067783 h 2767298"/>
              <a:gd name="connsiteX5896" fmla="*/ 3303168 w 4752801"/>
              <a:gd name="connsiteY5896" fmla="*/ 2068997 h 2767298"/>
              <a:gd name="connsiteX5897" fmla="*/ 3298310 w 4752801"/>
              <a:gd name="connsiteY5897" fmla="*/ 2077498 h 2767298"/>
              <a:gd name="connsiteX5898" fmla="*/ 3297095 w 4752801"/>
              <a:gd name="connsiteY5898" fmla="*/ 2077903 h 2767298"/>
              <a:gd name="connsiteX5899" fmla="*/ 3287380 w 4752801"/>
              <a:gd name="connsiteY5899" fmla="*/ 2077903 h 2767298"/>
              <a:gd name="connsiteX5900" fmla="*/ 3286166 w 4752801"/>
              <a:gd name="connsiteY5900" fmla="*/ 2077498 h 2767298"/>
              <a:gd name="connsiteX5901" fmla="*/ 3281308 w 4752801"/>
              <a:gd name="connsiteY5901" fmla="*/ 2068997 h 2767298"/>
              <a:gd name="connsiteX5902" fmla="*/ 3281308 w 4752801"/>
              <a:gd name="connsiteY5902" fmla="*/ 2067783 h 2767298"/>
              <a:gd name="connsiteX5903" fmla="*/ 3286166 w 4752801"/>
              <a:gd name="connsiteY5903" fmla="*/ 2059282 h 2767298"/>
              <a:gd name="connsiteX5904" fmla="*/ 3287380 w 4752801"/>
              <a:gd name="connsiteY5904" fmla="*/ 2058472 h 2767298"/>
              <a:gd name="connsiteX5905" fmla="*/ 3408013 w 4752801"/>
              <a:gd name="connsiteY5905" fmla="*/ 2057662 h 2767298"/>
              <a:gd name="connsiteX5906" fmla="*/ 3418943 w 4752801"/>
              <a:gd name="connsiteY5906" fmla="*/ 2057662 h 2767298"/>
              <a:gd name="connsiteX5907" fmla="*/ 3420158 w 4752801"/>
              <a:gd name="connsiteY5907" fmla="*/ 2058472 h 2767298"/>
              <a:gd name="connsiteX5908" fmla="*/ 3425421 w 4752801"/>
              <a:gd name="connsiteY5908" fmla="*/ 2067782 h 2767298"/>
              <a:gd name="connsiteX5909" fmla="*/ 3425421 w 4752801"/>
              <a:gd name="connsiteY5909" fmla="*/ 2068997 h 2767298"/>
              <a:gd name="connsiteX5910" fmla="*/ 3420158 w 4752801"/>
              <a:gd name="connsiteY5910" fmla="*/ 2078307 h 2767298"/>
              <a:gd name="connsiteX5911" fmla="*/ 3418943 w 4752801"/>
              <a:gd name="connsiteY5911" fmla="*/ 2079117 h 2767298"/>
              <a:gd name="connsiteX5912" fmla="*/ 3408013 w 4752801"/>
              <a:gd name="connsiteY5912" fmla="*/ 2079117 h 2767298"/>
              <a:gd name="connsiteX5913" fmla="*/ 3406799 w 4752801"/>
              <a:gd name="connsiteY5913" fmla="*/ 2078307 h 2767298"/>
              <a:gd name="connsiteX5914" fmla="*/ 3401537 w 4752801"/>
              <a:gd name="connsiteY5914" fmla="*/ 2068997 h 2767298"/>
              <a:gd name="connsiteX5915" fmla="*/ 3401537 w 4752801"/>
              <a:gd name="connsiteY5915" fmla="*/ 2067782 h 2767298"/>
              <a:gd name="connsiteX5916" fmla="*/ 3406799 w 4752801"/>
              <a:gd name="connsiteY5916" fmla="*/ 2058472 h 2767298"/>
              <a:gd name="connsiteX5917" fmla="*/ 3408013 w 4752801"/>
              <a:gd name="connsiteY5917" fmla="*/ 2057662 h 2767298"/>
              <a:gd name="connsiteX5918" fmla="*/ 3367128 w 4752801"/>
              <a:gd name="connsiteY5918" fmla="*/ 2057257 h 2767298"/>
              <a:gd name="connsiteX5919" fmla="*/ 3378868 w 4752801"/>
              <a:gd name="connsiteY5919" fmla="*/ 2057257 h 2767298"/>
              <a:gd name="connsiteX5920" fmla="*/ 3380082 w 4752801"/>
              <a:gd name="connsiteY5920" fmla="*/ 2057662 h 2767298"/>
              <a:gd name="connsiteX5921" fmla="*/ 3386154 w 4752801"/>
              <a:gd name="connsiteY5921" fmla="*/ 2067782 h 2767298"/>
              <a:gd name="connsiteX5922" fmla="*/ 3386154 w 4752801"/>
              <a:gd name="connsiteY5922" fmla="*/ 2068996 h 2767298"/>
              <a:gd name="connsiteX5923" fmla="*/ 3380082 w 4752801"/>
              <a:gd name="connsiteY5923" fmla="*/ 2079117 h 2767298"/>
              <a:gd name="connsiteX5924" fmla="*/ 3378868 w 4752801"/>
              <a:gd name="connsiteY5924" fmla="*/ 2079522 h 2767298"/>
              <a:gd name="connsiteX5925" fmla="*/ 3367128 w 4752801"/>
              <a:gd name="connsiteY5925" fmla="*/ 2079522 h 2767298"/>
              <a:gd name="connsiteX5926" fmla="*/ 3365914 w 4752801"/>
              <a:gd name="connsiteY5926" fmla="*/ 2079117 h 2767298"/>
              <a:gd name="connsiteX5927" fmla="*/ 3359842 w 4752801"/>
              <a:gd name="connsiteY5927" fmla="*/ 2068996 h 2767298"/>
              <a:gd name="connsiteX5928" fmla="*/ 3359842 w 4752801"/>
              <a:gd name="connsiteY5928" fmla="*/ 2067782 h 2767298"/>
              <a:gd name="connsiteX5929" fmla="*/ 3365914 w 4752801"/>
              <a:gd name="connsiteY5929" fmla="*/ 2057662 h 2767298"/>
              <a:gd name="connsiteX5930" fmla="*/ 3367128 w 4752801"/>
              <a:gd name="connsiteY5930" fmla="*/ 2057257 h 2767298"/>
              <a:gd name="connsiteX5931" fmla="*/ 3327052 w 4752801"/>
              <a:gd name="connsiteY5931" fmla="*/ 2056852 h 2767298"/>
              <a:gd name="connsiteX5932" fmla="*/ 3337981 w 4752801"/>
              <a:gd name="connsiteY5932" fmla="*/ 2056852 h 2767298"/>
              <a:gd name="connsiteX5933" fmla="*/ 3339196 w 4752801"/>
              <a:gd name="connsiteY5933" fmla="*/ 2057662 h 2767298"/>
              <a:gd name="connsiteX5934" fmla="*/ 3344863 w 4752801"/>
              <a:gd name="connsiteY5934" fmla="*/ 2067377 h 2767298"/>
              <a:gd name="connsiteX5935" fmla="*/ 3344863 w 4752801"/>
              <a:gd name="connsiteY5935" fmla="*/ 2068592 h 2767298"/>
              <a:gd name="connsiteX5936" fmla="*/ 3339196 w 4752801"/>
              <a:gd name="connsiteY5936" fmla="*/ 2078307 h 2767298"/>
              <a:gd name="connsiteX5937" fmla="*/ 3337981 w 4752801"/>
              <a:gd name="connsiteY5937" fmla="*/ 2079117 h 2767298"/>
              <a:gd name="connsiteX5938" fmla="*/ 3327052 w 4752801"/>
              <a:gd name="connsiteY5938" fmla="*/ 2079117 h 2767298"/>
              <a:gd name="connsiteX5939" fmla="*/ 3325837 w 4752801"/>
              <a:gd name="connsiteY5939" fmla="*/ 2078307 h 2767298"/>
              <a:gd name="connsiteX5940" fmla="*/ 3320170 w 4752801"/>
              <a:gd name="connsiteY5940" fmla="*/ 2068592 h 2767298"/>
              <a:gd name="connsiteX5941" fmla="*/ 3320170 w 4752801"/>
              <a:gd name="connsiteY5941" fmla="*/ 2067377 h 2767298"/>
              <a:gd name="connsiteX5942" fmla="*/ 3325837 w 4752801"/>
              <a:gd name="connsiteY5942" fmla="*/ 2057662 h 2767298"/>
              <a:gd name="connsiteX5943" fmla="*/ 3327052 w 4752801"/>
              <a:gd name="connsiteY5943" fmla="*/ 2056852 h 2767298"/>
              <a:gd name="connsiteX5944" fmla="*/ 3856951 w 4752801"/>
              <a:gd name="connsiteY5944" fmla="*/ 2024467 h 2767298"/>
              <a:gd name="connsiteX5945" fmla="*/ 3860999 w 4752801"/>
              <a:gd name="connsiteY5945" fmla="*/ 2024467 h 2767298"/>
              <a:gd name="connsiteX5946" fmla="*/ 3863023 w 4752801"/>
              <a:gd name="connsiteY5946" fmla="*/ 2027705 h 2767298"/>
              <a:gd name="connsiteX5947" fmla="*/ 3860999 w 4752801"/>
              <a:gd name="connsiteY5947" fmla="*/ 2030944 h 2767298"/>
              <a:gd name="connsiteX5948" fmla="*/ 3856951 w 4752801"/>
              <a:gd name="connsiteY5948" fmla="*/ 2030944 h 2767298"/>
              <a:gd name="connsiteX5949" fmla="*/ 3854927 w 4752801"/>
              <a:gd name="connsiteY5949" fmla="*/ 2027705 h 2767298"/>
              <a:gd name="connsiteX5950" fmla="*/ 3776393 w 4752801"/>
              <a:gd name="connsiteY5950" fmla="*/ 2024467 h 2767298"/>
              <a:gd name="connsiteX5951" fmla="*/ 3780036 w 4752801"/>
              <a:gd name="connsiteY5951" fmla="*/ 2024467 h 2767298"/>
              <a:gd name="connsiteX5952" fmla="*/ 3782061 w 4752801"/>
              <a:gd name="connsiteY5952" fmla="*/ 2027705 h 2767298"/>
              <a:gd name="connsiteX5953" fmla="*/ 3780036 w 4752801"/>
              <a:gd name="connsiteY5953" fmla="*/ 2030944 h 2767298"/>
              <a:gd name="connsiteX5954" fmla="*/ 3776393 w 4752801"/>
              <a:gd name="connsiteY5954" fmla="*/ 2030944 h 2767298"/>
              <a:gd name="connsiteX5955" fmla="*/ 3774369 w 4752801"/>
              <a:gd name="connsiteY5955" fmla="*/ 2027705 h 2767298"/>
              <a:gd name="connsiteX5956" fmla="*/ 4625690 w 4752801"/>
              <a:gd name="connsiteY5956" fmla="*/ 2024063 h 2767298"/>
              <a:gd name="connsiteX5957" fmla="*/ 4630143 w 4752801"/>
              <a:gd name="connsiteY5957" fmla="*/ 2024063 h 2767298"/>
              <a:gd name="connsiteX5958" fmla="*/ 4632167 w 4752801"/>
              <a:gd name="connsiteY5958" fmla="*/ 2027706 h 2767298"/>
              <a:gd name="connsiteX5959" fmla="*/ 4630143 w 4752801"/>
              <a:gd name="connsiteY5959" fmla="*/ 2031350 h 2767298"/>
              <a:gd name="connsiteX5960" fmla="*/ 4625690 w 4752801"/>
              <a:gd name="connsiteY5960" fmla="*/ 2031350 h 2767298"/>
              <a:gd name="connsiteX5961" fmla="*/ 4623666 w 4752801"/>
              <a:gd name="connsiteY5961" fmla="*/ 2027706 h 2767298"/>
              <a:gd name="connsiteX5962" fmla="*/ 4261764 w 4752801"/>
              <a:gd name="connsiteY5962" fmla="*/ 2024063 h 2767298"/>
              <a:gd name="connsiteX5963" fmla="*/ 4265407 w 4752801"/>
              <a:gd name="connsiteY5963" fmla="*/ 2024063 h 2767298"/>
              <a:gd name="connsiteX5964" fmla="*/ 4266621 w 4752801"/>
              <a:gd name="connsiteY5964" fmla="*/ 2024468 h 2767298"/>
              <a:gd name="connsiteX5965" fmla="*/ 4268240 w 4752801"/>
              <a:gd name="connsiteY5965" fmla="*/ 2027301 h 2767298"/>
              <a:gd name="connsiteX5966" fmla="*/ 4268240 w 4752801"/>
              <a:gd name="connsiteY5966" fmla="*/ 2028516 h 2767298"/>
              <a:gd name="connsiteX5967" fmla="*/ 4266621 w 4752801"/>
              <a:gd name="connsiteY5967" fmla="*/ 2031350 h 2767298"/>
              <a:gd name="connsiteX5968" fmla="*/ 4265407 w 4752801"/>
              <a:gd name="connsiteY5968" fmla="*/ 2032159 h 2767298"/>
              <a:gd name="connsiteX5969" fmla="*/ 4261764 w 4752801"/>
              <a:gd name="connsiteY5969" fmla="*/ 2032159 h 2767298"/>
              <a:gd name="connsiteX5970" fmla="*/ 4260549 w 4752801"/>
              <a:gd name="connsiteY5970" fmla="*/ 2031350 h 2767298"/>
              <a:gd name="connsiteX5971" fmla="*/ 4258930 w 4752801"/>
              <a:gd name="connsiteY5971" fmla="*/ 2028516 h 2767298"/>
              <a:gd name="connsiteX5972" fmla="*/ 4258930 w 4752801"/>
              <a:gd name="connsiteY5972" fmla="*/ 2027301 h 2767298"/>
              <a:gd name="connsiteX5973" fmla="*/ 4260549 w 4752801"/>
              <a:gd name="connsiteY5973" fmla="*/ 2024468 h 2767298"/>
              <a:gd name="connsiteX5974" fmla="*/ 4261764 w 4752801"/>
              <a:gd name="connsiteY5974" fmla="*/ 2024063 h 2767298"/>
              <a:gd name="connsiteX5975" fmla="*/ 4180396 w 4752801"/>
              <a:gd name="connsiteY5975" fmla="*/ 2024063 h 2767298"/>
              <a:gd name="connsiteX5976" fmla="*/ 4184849 w 4752801"/>
              <a:gd name="connsiteY5976" fmla="*/ 2024063 h 2767298"/>
              <a:gd name="connsiteX5977" fmla="*/ 4186873 w 4752801"/>
              <a:gd name="connsiteY5977" fmla="*/ 2027706 h 2767298"/>
              <a:gd name="connsiteX5978" fmla="*/ 4184849 w 4752801"/>
              <a:gd name="connsiteY5978" fmla="*/ 2031350 h 2767298"/>
              <a:gd name="connsiteX5979" fmla="*/ 4180396 w 4752801"/>
              <a:gd name="connsiteY5979" fmla="*/ 2031350 h 2767298"/>
              <a:gd name="connsiteX5980" fmla="*/ 4178372 w 4752801"/>
              <a:gd name="connsiteY5980" fmla="*/ 2027706 h 2767298"/>
              <a:gd name="connsiteX5981" fmla="*/ 4059357 w 4752801"/>
              <a:gd name="connsiteY5981" fmla="*/ 2024063 h 2767298"/>
              <a:gd name="connsiteX5982" fmla="*/ 4063405 w 4752801"/>
              <a:gd name="connsiteY5982" fmla="*/ 2024063 h 2767298"/>
              <a:gd name="connsiteX5983" fmla="*/ 4065429 w 4752801"/>
              <a:gd name="connsiteY5983" fmla="*/ 2027706 h 2767298"/>
              <a:gd name="connsiteX5984" fmla="*/ 4063405 w 4752801"/>
              <a:gd name="connsiteY5984" fmla="*/ 2031350 h 2767298"/>
              <a:gd name="connsiteX5985" fmla="*/ 4059357 w 4752801"/>
              <a:gd name="connsiteY5985" fmla="*/ 2031350 h 2767298"/>
              <a:gd name="connsiteX5986" fmla="*/ 4057333 w 4752801"/>
              <a:gd name="connsiteY5986" fmla="*/ 2027706 h 2767298"/>
              <a:gd name="connsiteX5987" fmla="*/ 4018876 w 4752801"/>
              <a:gd name="connsiteY5987" fmla="*/ 2024063 h 2767298"/>
              <a:gd name="connsiteX5988" fmla="*/ 4022924 w 4752801"/>
              <a:gd name="connsiteY5988" fmla="*/ 2024063 h 2767298"/>
              <a:gd name="connsiteX5989" fmla="*/ 4024948 w 4752801"/>
              <a:gd name="connsiteY5989" fmla="*/ 2027706 h 2767298"/>
              <a:gd name="connsiteX5990" fmla="*/ 4022924 w 4752801"/>
              <a:gd name="connsiteY5990" fmla="*/ 2031350 h 2767298"/>
              <a:gd name="connsiteX5991" fmla="*/ 4018876 w 4752801"/>
              <a:gd name="connsiteY5991" fmla="*/ 2031350 h 2767298"/>
              <a:gd name="connsiteX5992" fmla="*/ 4016852 w 4752801"/>
              <a:gd name="connsiteY5992" fmla="*/ 2027706 h 2767298"/>
              <a:gd name="connsiteX5993" fmla="*/ 3816470 w 4752801"/>
              <a:gd name="connsiteY5993" fmla="*/ 2024063 h 2767298"/>
              <a:gd name="connsiteX5994" fmla="*/ 3820518 w 4752801"/>
              <a:gd name="connsiteY5994" fmla="*/ 2024063 h 2767298"/>
              <a:gd name="connsiteX5995" fmla="*/ 3822542 w 4752801"/>
              <a:gd name="connsiteY5995" fmla="*/ 2027706 h 2767298"/>
              <a:gd name="connsiteX5996" fmla="*/ 3820518 w 4752801"/>
              <a:gd name="connsiteY5996" fmla="*/ 2031350 h 2767298"/>
              <a:gd name="connsiteX5997" fmla="*/ 3816470 w 4752801"/>
              <a:gd name="connsiteY5997" fmla="*/ 2031350 h 2767298"/>
              <a:gd name="connsiteX5998" fmla="*/ 3814446 w 4752801"/>
              <a:gd name="connsiteY5998" fmla="*/ 2027706 h 2767298"/>
              <a:gd name="connsiteX5999" fmla="*/ 3735507 w 4752801"/>
              <a:gd name="connsiteY5999" fmla="*/ 2024063 h 2767298"/>
              <a:gd name="connsiteX6000" fmla="*/ 3739555 w 4752801"/>
              <a:gd name="connsiteY6000" fmla="*/ 2024063 h 2767298"/>
              <a:gd name="connsiteX6001" fmla="*/ 3741579 w 4752801"/>
              <a:gd name="connsiteY6001" fmla="*/ 2027706 h 2767298"/>
              <a:gd name="connsiteX6002" fmla="*/ 3739555 w 4752801"/>
              <a:gd name="connsiteY6002" fmla="*/ 2031350 h 2767298"/>
              <a:gd name="connsiteX6003" fmla="*/ 3735507 w 4752801"/>
              <a:gd name="connsiteY6003" fmla="*/ 2031350 h 2767298"/>
              <a:gd name="connsiteX6004" fmla="*/ 3733483 w 4752801"/>
              <a:gd name="connsiteY6004" fmla="*/ 2027706 h 2767298"/>
              <a:gd name="connsiteX6005" fmla="*/ 4586018 w 4752801"/>
              <a:gd name="connsiteY6005" fmla="*/ 2023658 h 2767298"/>
              <a:gd name="connsiteX6006" fmla="*/ 4589257 w 4752801"/>
              <a:gd name="connsiteY6006" fmla="*/ 2023658 h 2767298"/>
              <a:gd name="connsiteX6007" fmla="*/ 4590471 w 4752801"/>
              <a:gd name="connsiteY6007" fmla="*/ 2024468 h 2767298"/>
              <a:gd name="connsiteX6008" fmla="*/ 4592091 w 4752801"/>
              <a:gd name="connsiteY6008" fmla="*/ 2027301 h 2767298"/>
              <a:gd name="connsiteX6009" fmla="*/ 4592091 w 4752801"/>
              <a:gd name="connsiteY6009" fmla="*/ 2028516 h 2767298"/>
              <a:gd name="connsiteX6010" fmla="*/ 4590471 w 4752801"/>
              <a:gd name="connsiteY6010" fmla="*/ 2031350 h 2767298"/>
              <a:gd name="connsiteX6011" fmla="*/ 4589257 w 4752801"/>
              <a:gd name="connsiteY6011" fmla="*/ 2032159 h 2767298"/>
              <a:gd name="connsiteX6012" fmla="*/ 4586018 w 4752801"/>
              <a:gd name="connsiteY6012" fmla="*/ 2032159 h 2767298"/>
              <a:gd name="connsiteX6013" fmla="*/ 4584804 w 4752801"/>
              <a:gd name="connsiteY6013" fmla="*/ 2031350 h 2767298"/>
              <a:gd name="connsiteX6014" fmla="*/ 4583185 w 4752801"/>
              <a:gd name="connsiteY6014" fmla="*/ 2028516 h 2767298"/>
              <a:gd name="connsiteX6015" fmla="*/ 4583185 w 4752801"/>
              <a:gd name="connsiteY6015" fmla="*/ 2027301 h 2767298"/>
              <a:gd name="connsiteX6016" fmla="*/ 4584804 w 4752801"/>
              <a:gd name="connsiteY6016" fmla="*/ 2024468 h 2767298"/>
              <a:gd name="connsiteX6017" fmla="*/ 4586018 w 4752801"/>
              <a:gd name="connsiteY6017" fmla="*/ 2023658 h 2767298"/>
              <a:gd name="connsiteX6018" fmla="*/ 4504246 w 4752801"/>
              <a:gd name="connsiteY6018" fmla="*/ 2023658 h 2767298"/>
              <a:gd name="connsiteX6019" fmla="*/ 4508294 w 4752801"/>
              <a:gd name="connsiteY6019" fmla="*/ 2023658 h 2767298"/>
              <a:gd name="connsiteX6020" fmla="*/ 4509508 w 4752801"/>
              <a:gd name="connsiteY6020" fmla="*/ 2024063 h 2767298"/>
              <a:gd name="connsiteX6021" fmla="*/ 4511533 w 4752801"/>
              <a:gd name="connsiteY6021" fmla="*/ 2027301 h 2767298"/>
              <a:gd name="connsiteX6022" fmla="*/ 4511533 w 4752801"/>
              <a:gd name="connsiteY6022" fmla="*/ 2028516 h 2767298"/>
              <a:gd name="connsiteX6023" fmla="*/ 4509508 w 4752801"/>
              <a:gd name="connsiteY6023" fmla="*/ 2031754 h 2767298"/>
              <a:gd name="connsiteX6024" fmla="*/ 4508294 w 4752801"/>
              <a:gd name="connsiteY6024" fmla="*/ 2032564 h 2767298"/>
              <a:gd name="connsiteX6025" fmla="*/ 4504246 w 4752801"/>
              <a:gd name="connsiteY6025" fmla="*/ 2032564 h 2767298"/>
              <a:gd name="connsiteX6026" fmla="*/ 4503032 w 4752801"/>
              <a:gd name="connsiteY6026" fmla="*/ 2031754 h 2767298"/>
              <a:gd name="connsiteX6027" fmla="*/ 4501008 w 4752801"/>
              <a:gd name="connsiteY6027" fmla="*/ 2028516 h 2767298"/>
              <a:gd name="connsiteX6028" fmla="*/ 4501008 w 4752801"/>
              <a:gd name="connsiteY6028" fmla="*/ 2027301 h 2767298"/>
              <a:gd name="connsiteX6029" fmla="*/ 4503032 w 4752801"/>
              <a:gd name="connsiteY6029" fmla="*/ 2024063 h 2767298"/>
              <a:gd name="connsiteX6030" fmla="*/ 4504246 w 4752801"/>
              <a:gd name="connsiteY6030" fmla="*/ 2023658 h 2767298"/>
              <a:gd name="connsiteX6031" fmla="*/ 4423688 w 4752801"/>
              <a:gd name="connsiteY6031" fmla="*/ 2023658 h 2767298"/>
              <a:gd name="connsiteX6032" fmla="*/ 4427332 w 4752801"/>
              <a:gd name="connsiteY6032" fmla="*/ 2023658 h 2767298"/>
              <a:gd name="connsiteX6033" fmla="*/ 4428546 w 4752801"/>
              <a:gd name="connsiteY6033" fmla="*/ 2024063 h 2767298"/>
              <a:gd name="connsiteX6034" fmla="*/ 4430570 w 4752801"/>
              <a:gd name="connsiteY6034" fmla="*/ 2027301 h 2767298"/>
              <a:gd name="connsiteX6035" fmla="*/ 4430570 w 4752801"/>
              <a:gd name="connsiteY6035" fmla="*/ 2028516 h 2767298"/>
              <a:gd name="connsiteX6036" fmla="*/ 4428546 w 4752801"/>
              <a:gd name="connsiteY6036" fmla="*/ 2031754 h 2767298"/>
              <a:gd name="connsiteX6037" fmla="*/ 4427332 w 4752801"/>
              <a:gd name="connsiteY6037" fmla="*/ 2032564 h 2767298"/>
              <a:gd name="connsiteX6038" fmla="*/ 4423688 w 4752801"/>
              <a:gd name="connsiteY6038" fmla="*/ 2032564 h 2767298"/>
              <a:gd name="connsiteX6039" fmla="*/ 4422474 w 4752801"/>
              <a:gd name="connsiteY6039" fmla="*/ 2031754 h 2767298"/>
              <a:gd name="connsiteX6040" fmla="*/ 4420450 w 4752801"/>
              <a:gd name="connsiteY6040" fmla="*/ 2028516 h 2767298"/>
              <a:gd name="connsiteX6041" fmla="*/ 4420450 w 4752801"/>
              <a:gd name="connsiteY6041" fmla="*/ 2027301 h 2767298"/>
              <a:gd name="connsiteX6042" fmla="*/ 4422474 w 4752801"/>
              <a:gd name="connsiteY6042" fmla="*/ 2024063 h 2767298"/>
              <a:gd name="connsiteX6043" fmla="*/ 4423688 w 4752801"/>
              <a:gd name="connsiteY6043" fmla="*/ 2023658 h 2767298"/>
              <a:gd name="connsiteX6044" fmla="*/ 4343130 w 4752801"/>
              <a:gd name="connsiteY6044" fmla="*/ 2023658 h 2767298"/>
              <a:gd name="connsiteX6045" fmla="*/ 4346369 w 4752801"/>
              <a:gd name="connsiteY6045" fmla="*/ 2023658 h 2767298"/>
              <a:gd name="connsiteX6046" fmla="*/ 4347583 w 4752801"/>
              <a:gd name="connsiteY6046" fmla="*/ 2024468 h 2767298"/>
              <a:gd name="connsiteX6047" fmla="*/ 4349203 w 4752801"/>
              <a:gd name="connsiteY6047" fmla="*/ 2027301 h 2767298"/>
              <a:gd name="connsiteX6048" fmla="*/ 4349203 w 4752801"/>
              <a:gd name="connsiteY6048" fmla="*/ 2028516 h 2767298"/>
              <a:gd name="connsiteX6049" fmla="*/ 4347583 w 4752801"/>
              <a:gd name="connsiteY6049" fmla="*/ 2031350 h 2767298"/>
              <a:gd name="connsiteX6050" fmla="*/ 4346369 w 4752801"/>
              <a:gd name="connsiteY6050" fmla="*/ 2032159 h 2767298"/>
              <a:gd name="connsiteX6051" fmla="*/ 4343130 w 4752801"/>
              <a:gd name="connsiteY6051" fmla="*/ 2032159 h 2767298"/>
              <a:gd name="connsiteX6052" fmla="*/ 4341916 w 4752801"/>
              <a:gd name="connsiteY6052" fmla="*/ 2031350 h 2767298"/>
              <a:gd name="connsiteX6053" fmla="*/ 4340297 w 4752801"/>
              <a:gd name="connsiteY6053" fmla="*/ 2028516 h 2767298"/>
              <a:gd name="connsiteX6054" fmla="*/ 4340297 w 4752801"/>
              <a:gd name="connsiteY6054" fmla="*/ 2027301 h 2767298"/>
              <a:gd name="connsiteX6055" fmla="*/ 4341916 w 4752801"/>
              <a:gd name="connsiteY6055" fmla="*/ 2024468 h 2767298"/>
              <a:gd name="connsiteX6056" fmla="*/ 4343130 w 4752801"/>
              <a:gd name="connsiteY6056" fmla="*/ 2023658 h 2767298"/>
              <a:gd name="connsiteX6057" fmla="*/ 4302649 w 4752801"/>
              <a:gd name="connsiteY6057" fmla="*/ 2023658 h 2767298"/>
              <a:gd name="connsiteX6058" fmla="*/ 4305888 w 4752801"/>
              <a:gd name="connsiteY6058" fmla="*/ 2023658 h 2767298"/>
              <a:gd name="connsiteX6059" fmla="*/ 4307102 w 4752801"/>
              <a:gd name="connsiteY6059" fmla="*/ 2024468 h 2767298"/>
              <a:gd name="connsiteX6060" fmla="*/ 4308722 w 4752801"/>
              <a:gd name="connsiteY6060" fmla="*/ 2027301 h 2767298"/>
              <a:gd name="connsiteX6061" fmla="*/ 4308722 w 4752801"/>
              <a:gd name="connsiteY6061" fmla="*/ 2028516 h 2767298"/>
              <a:gd name="connsiteX6062" fmla="*/ 4307102 w 4752801"/>
              <a:gd name="connsiteY6062" fmla="*/ 2031350 h 2767298"/>
              <a:gd name="connsiteX6063" fmla="*/ 4305888 w 4752801"/>
              <a:gd name="connsiteY6063" fmla="*/ 2032159 h 2767298"/>
              <a:gd name="connsiteX6064" fmla="*/ 4302649 w 4752801"/>
              <a:gd name="connsiteY6064" fmla="*/ 2032159 h 2767298"/>
              <a:gd name="connsiteX6065" fmla="*/ 4301435 w 4752801"/>
              <a:gd name="connsiteY6065" fmla="*/ 2031350 h 2767298"/>
              <a:gd name="connsiteX6066" fmla="*/ 4299816 w 4752801"/>
              <a:gd name="connsiteY6066" fmla="*/ 2028516 h 2767298"/>
              <a:gd name="connsiteX6067" fmla="*/ 4299816 w 4752801"/>
              <a:gd name="connsiteY6067" fmla="*/ 2027301 h 2767298"/>
              <a:gd name="connsiteX6068" fmla="*/ 4301435 w 4752801"/>
              <a:gd name="connsiteY6068" fmla="*/ 2024468 h 2767298"/>
              <a:gd name="connsiteX6069" fmla="*/ 4302649 w 4752801"/>
              <a:gd name="connsiteY6069" fmla="*/ 2023658 h 2767298"/>
              <a:gd name="connsiteX6070" fmla="*/ 4221687 w 4752801"/>
              <a:gd name="connsiteY6070" fmla="*/ 2023658 h 2767298"/>
              <a:gd name="connsiteX6071" fmla="*/ 4224926 w 4752801"/>
              <a:gd name="connsiteY6071" fmla="*/ 2023658 h 2767298"/>
              <a:gd name="connsiteX6072" fmla="*/ 4226140 w 4752801"/>
              <a:gd name="connsiteY6072" fmla="*/ 2024468 h 2767298"/>
              <a:gd name="connsiteX6073" fmla="*/ 4227760 w 4752801"/>
              <a:gd name="connsiteY6073" fmla="*/ 2027301 h 2767298"/>
              <a:gd name="connsiteX6074" fmla="*/ 4227760 w 4752801"/>
              <a:gd name="connsiteY6074" fmla="*/ 2028516 h 2767298"/>
              <a:gd name="connsiteX6075" fmla="*/ 4226140 w 4752801"/>
              <a:gd name="connsiteY6075" fmla="*/ 2031350 h 2767298"/>
              <a:gd name="connsiteX6076" fmla="*/ 4224926 w 4752801"/>
              <a:gd name="connsiteY6076" fmla="*/ 2032159 h 2767298"/>
              <a:gd name="connsiteX6077" fmla="*/ 4221687 w 4752801"/>
              <a:gd name="connsiteY6077" fmla="*/ 2032159 h 2767298"/>
              <a:gd name="connsiteX6078" fmla="*/ 4220473 w 4752801"/>
              <a:gd name="connsiteY6078" fmla="*/ 2031350 h 2767298"/>
              <a:gd name="connsiteX6079" fmla="*/ 4218854 w 4752801"/>
              <a:gd name="connsiteY6079" fmla="*/ 2028516 h 2767298"/>
              <a:gd name="connsiteX6080" fmla="*/ 4218854 w 4752801"/>
              <a:gd name="connsiteY6080" fmla="*/ 2027301 h 2767298"/>
              <a:gd name="connsiteX6081" fmla="*/ 4220473 w 4752801"/>
              <a:gd name="connsiteY6081" fmla="*/ 2024468 h 2767298"/>
              <a:gd name="connsiteX6082" fmla="*/ 4221687 w 4752801"/>
              <a:gd name="connsiteY6082" fmla="*/ 2023658 h 2767298"/>
              <a:gd name="connsiteX6083" fmla="*/ 4140320 w 4752801"/>
              <a:gd name="connsiteY6083" fmla="*/ 2023658 h 2767298"/>
              <a:gd name="connsiteX6084" fmla="*/ 4144773 w 4752801"/>
              <a:gd name="connsiteY6084" fmla="*/ 2023658 h 2767298"/>
              <a:gd name="connsiteX6085" fmla="*/ 4147201 w 4752801"/>
              <a:gd name="connsiteY6085" fmla="*/ 2027706 h 2767298"/>
              <a:gd name="connsiteX6086" fmla="*/ 4144773 w 4752801"/>
              <a:gd name="connsiteY6086" fmla="*/ 2031754 h 2767298"/>
              <a:gd name="connsiteX6087" fmla="*/ 4140320 w 4752801"/>
              <a:gd name="connsiteY6087" fmla="*/ 2031754 h 2767298"/>
              <a:gd name="connsiteX6088" fmla="*/ 4137891 w 4752801"/>
              <a:gd name="connsiteY6088" fmla="*/ 2027706 h 2767298"/>
              <a:gd name="connsiteX6089" fmla="*/ 4099839 w 4752801"/>
              <a:gd name="connsiteY6089" fmla="*/ 2023658 h 2767298"/>
              <a:gd name="connsiteX6090" fmla="*/ 4104292 w 4752801"/>
              <a:gd name="connsiteY6090" fmla="*/ 2023658 h 2767298"/>
              <a:gd name="connsiteX6091" fmla="*/ 4106720 w 4752801"/>
              <a:gd name="connsiteY6091" fmla="*/ 2027706 h 2767298"/>
              <a:gd name="connsiteX6092" fmla="*/ 4104292 w 4752801"/>
              <a:gd name="connsiteY6092" fmla="*/ 2031754 h 2767298"/>
              <a:gd name="connsiteX6093" fmla="*/ 4099839 w 4752801"/>
              <a:gd name="connsiteY6093" fmla="*/ 2031754 h 2767298"/>
              <a:gd name="connsiteX6094" fmla="*/ 4097410 w 4752801"/>
              <a:gd name="connsiteY6094" fmla="*/ 2027706 h 2767298"/>
              <a:gd name="connsiteX6095" fmla="*/ 3978395 w 4752801"/>
              <a:gd name="connsiteY6095" fmla="*/ 2023658 h 2767298"/>
              <a:gd name="connsiteX6096" fmla="*/ 3982848 w 4752801"/>
              <a:gd name="connsiteY6096" fmla="*/ 2023658 h 2767298"/>
              <a:gd name="connsiteX6097" fmla="*/ 3985276 w 4752801"/>
              <a:gd name="connsiteY6097" fmla="*/ 2027706 h 2767298"/>
              <a:gd name="connsiteX6098" fmla="*/ 3982848 w 4752801"/>
              <a:gd name="connsiteY6098" fmla="*/ 2031754 h 2767298"/>
              <a:gd name="connsiteX6099" fmla="*/ 3978395 w 4752801"/>
              <a:gd name="connsiteY6099" fmla="*/ 2031754 h 2767298"/>
              <a:gd name="connsiteX6100" fmla="*/ 3975966 w 4752801"/>
              <a:gd name="connsiteY6100" fmla="*/ 2027706 h 2767298"/>
              <a:gd name="connsiteX6101" fmla="*/ 3937914 w 4752801"/>
              <a:gd name="connsiteY6101" fmla="*/ 2023658 h 2767298"/>
              <a:gd name="connsiteX6102" fmla="*/ 3942367 w 4752801"/>
              <a:gd name="connsiteY6102" fmla="*/ 2023658 h 2767298"/>
              <a:gd name="connsiteX6103" fmla="*/ 3944795 w 4752801"/>
              <a:gd name="connsiteY6103" fmla="*/ 2027706 h 2767298"/>
              <a:gd name="connsiteX6104" fmla="*/ 3942367 w 4752801"/>
              <a:gd name="connsiteY6104" fmla="*/ 2031754 h 2767298"/>
              <a:gd name="connsiteX6105" fmla="*/ 3937914 w 4752801"/>
              <a:gd name="connsiteY6105" fmla="*/ 2031754 h 2767298"/>
              <a:gd name="connsiteX6106" fmla="*/ 3935485 w 4752801"/>
              <a:gd name="connsiteY6106" fmla="*/ 2027706 h 2767298"/>
              <a:gd name="connsiteX6107" fmla="*/ 3897433 w 4752801"/>
              <a:gd name="connsiteY6107" fmla="*/ 2023658 h 2767298"/>
              <a:gd name="connsiteX6108" fmla="*/ 3901886 w 4752801"/>
              <a:gd name="connsiteY6108" fmla="*/ 2023658 h 2767298"/>
              <a:gd name="connsiteX6109" fmla="*/ 3904314 w 4752801"/>
              <a:gd name="connsiteY6109" fmla="*/ 2027706 h 2767298"/>
              <a:gd name="connsiteX6110" fmla="*/ 3901886 w 4752801"/>
              <a:gd name="connsiteY6110" fmla="*/ 2031754 h 2767298"/>
              <a:gd name="connsiteX6111" fmla="*/ 3897433 w 4752801"/>
              <a:gd name="connsiteY6111" fmla="*/ 2031754 h 2767298"/>
              <a:gd name="connsiteX6112" fmla="*/ 3895004 w 4752801"/>
              <a:gd name="connsiteY6112" fmla="*/ 2027706 h 2767298"/>
              <a:gd name="connsiteX6113" fmla="*/ 4382802 w 4752801"/>
              <a:gd name="connsiteY6113" fmla="*/ 2023253 h 2767298"/>
              <a:gd name="connsiteX6114" fmla="*/ 4386850 w 4752801"/>
              <a:gd name="connsiteY6114" fmla="*/ 2023253 h 2767298"/>
              <a:gd name="connsiteX6115" fmla="*/ 4388064 w 4752801"/>
              <a:gd name="connsiteY6115" fmla="*/ 2024063 h 2767298"/>
              <a:gd name="connsiteX6116" fmla="*/ 4390089 w 4752801"/>
              <a:gd name="connsiteY6116" fmla="*/ 2027301 h 2767298"/>
              <a:gd name="connsiteX6117" fmla="*/ 4390089 w 4752801"/>
              <a:gd name="connsiteY6117" fmla="*/ 2028516 h 2767298"/>
              <a:gd name="connsiteX6118" fmla="*/ 4388064 w 4752801"/>
              <a:gd name="connsiteY6118" fmla="*/ 2031754 h 2767298"/>
              <a:gd name="connsiteX6119" fmla="*/ 4386850 w 4752801"/>
              <a:gd name="connsiteY6119" fmla="*/ 2032159 h 2767298"/>
              <a:gd name="connsiteX6120" fmla="*/ 4382802 w 4752801"/>
              <a:gd name="connsiteY6120" fmla="*/ 2032159 h 2767298"/>
              <a:gd name="connsiteX6121" fmla="*/ 4381588 w 4752801"/>
              <a:gd name="connsiteY6121" fmla="*/ 2031349 h 2767298"/>
              <a:gd name="connsiteX6122" fmla="*/ 4379564 w 4752801"/>
              <a:gd name="connsiteY6122" fmla="*/ 2028111 h 2767298"/>
              <a:gd name="connsiteX6123" fmla="*/ 4379564 w 4752801"/>
              <a:gd name="connsiteY6123" fmla="*/ 2026896 h 2767298"/>
              <a:gd name="connsiteX6124" fmla="*/ 4381588 w 4752801"/>
              <a:gd name="connsiteY6124" fmla="*/ 2023658 h 2767298"/>
              <a:gd name="connsiteX6125" fmla="*/ 4382802 w 4752801"/>
              <a:gd name="connsiteY6125" fmla="*/ 2023253 h 2767298"/>
              <a:gd name="connsiteX6126" fmla="*/ 3695026 w 4752801"/>
              <a:gd name="connsiteY6126" fmla="*/ 2023253 h 2767298"/>
              <a:gd name="connsiteX6127" fmla="*/ 3698670 w 4752801"/>
              <a:gd name="connsiteY6127" fmla="*/ 2023253 h 2767298"/>
              <a:gd name="connsiteX6128" fmla="*/ 3699884 w 4752801"/>
              <a:gd name="connsiteY6128" fmla="*/ 2023658 h 2767298"/>
              <a:gd name="connsiteX6129" fmla="*/ 3701908 w 4752801"/>
              <a:gd name="connsiteY6129" fmla="*/ 2026896 h 2767298"/>
              <a:gd name="connsiteX6130" fmla="*/ 3701908 w 4752801"/>
              <a:gd name="connsiteY6130" fmla="*/ 2028111 h 2767298"/>
              <a:gd name="connsiteX6131" fmla="*/ 3699884 w 4752801"/>
              <a:gd name="connsiteY6131" fmla="*/ 2031349 h 2767298"/>
              <a:gd name="connsiteX6132" fmla="*/ 3698670 w 4752801"/>
              <a:gd name="connsiteY6132" fmla="*/ 2031754 h 2767298"/>
              <a:gd name="connsiteX6133" fmla="*/ 3695026 w 4752801"/>
              <a:gd name="connsiteY6133" fmla="*/ 2031754 h 2767298"/>
              <a:gd name="connsiteX6134" fmla="*/ 3693812 w 4752801"/>
              <a:gd name="connsiteY6134" fmla="*/ 2031349 h 2767298"/>
              <a:gd name="connsiteX6135" fmla="*/ 3691788 w 4752801"/>
              <a:gd name="connsiteY6135" fmla="*/ 2028111 h 2767298"/>
              <a:gd name="connsiteX6136" fmla="*/ 3691788 w 4752801"/>
              <a:gd name="connsiteY6136" fmla="*/ 2026896 h 2767298"/>
              <a:gd name="connsiteX6137" fmla="*/ 3693812 w 4752801"/>
              <a:gd name="connsiteY6137" fmla="*/ 2023658 h 2767298"/>
              <a:gd name="connsiteX6138" fmla="*/ 3695026 w 4752801"/>
              <a:gd name="connsiteY6138" fmla="*/ 2023253 h 2767298"/>
              <a:gd name="connsiteX6139" fmla="*/ 4545132 w 4752801"/>
              <a:gd name="connsiteY6139" fmla="*/ 2022848 h 2767298"/>
              <a:gd name="connsiteX6140" fmla="*/ 4548776 w 4752801"/>
              <a:gd name="connsiteY6140" fmla="*/ 2022848 h 2767298"/>
              <a:gd name="connsiteX6141" fmla="*/ 4549990 w 4752801"/>
              <a:gd name="connsiteY6141" fmla="*/ 2023657 h 2767298"/>
              <a:gd name="connsiteX6142" fmla="*/ 4552014 w 4752801"/>
              <a:gd name="connsiteY6142" fmla="*/ 2026896 h 2767298"/>
              <a:gd name="connsiteX6143" fmla="*/ 4552014 w 4752801"/>
              <a:gd name="connsiteY6143" fmla="*/ 2028111 h 2767298"/>
              <a:gd name="connsiteX6144" fmla="*/ 4549990 w 4752801"/>
              <a:gd name="connsiteY6144" fmla="*/ 2031349 h 2767298"/>
              <a:gd name="connsiteX6145" fmla="*/ 4548776 w 4752801"/>
              <a:gd name="connsiteY6145" fmla="*/ 2032159 h 2767298"/>
              <a:gd name="connsiteX6146" fmla="*/ 4545132 w 4752801"/>
              <a:gd name="connsiteY6146" fmla="*/ 2032159 h 2767298"/>
              <a:gd name="connsiteX6147" fmla="*/ 4543918 w 4752801"/>
              <a:gd name="connsiteY6147" fmla="*/ 2031349 h 2767298"/>
              <a:gd name="connsiteX6148" fmla="*/ 4541894 w 4752801"/>
              <a:gd name="connsiteY6148" fmla="*/ 2028111 h 2767298"/>
              <a:gd name="connsiteX6149" fmla="*/ 4541894 w 4752801"/>
              <a:gd name="connsiteY6149" fmla="*/ 2026896 h 2767298"/>
              <a:gd name="connsiteX6150" fmla="*/ 4543918 w 4752801"/>
              <a:gd name="connsiteY6150" fmla="*/ 2023657 h 2767298"/>
              <a:gd name="connsiteX6151" fmla="*/ 4545132 w 4752801"/>
              <a:gd name="connsiteY6151" fmla="*/ 2022848 h 2767298"/>
              <a:gd name="connsiteX6152" fmla="*/ 4464170 w 4752801"/>
              <a:gd name="connsiteY6152" fmla="*/ 2022848 h 2767298"/>
              <a:gd name="connsiteX6153" fmla="*/ 4468218 w 4752801"/>
              <a:gd name="connsiteY6153" fmla="*/ 2022848 h 2767298"/>
              <a:gd name="connsiteX6154" fmla="*/ 4469432 w 4752801"/>
              <a:gd name="connsiteY6154" fmla="*/ 2023253 h 2767298"/>
              <a:gd name="connsiteX6155" fmla="*/ 4471457 w 4752801"/>
              <a:gd name="connsiteY6155" fmla="*/ 2026896 h 2767298"/>
              <a:gd name="connsiteX6156" fmla="*/ 4471457 w 4752801"/>
              <a:gd name="connsiteY6156" fmla="*/ 2028111 h 2767298"/>
              <a:gd name="connsiteX6157" fmla="*/ 4469432 w 4752801"/>
              <a:gd name="connsiteY6157" fmla="*/ 2031754 h 2767298"/>
              <a:gd name="connsiteX6158" fmla="*/ 4468218 w 4752801"/>
              <a:gd name="connsiteY6158" fmla="*/ 2032563 h 2767298"/>
              <a:gd name="connsiteX6159" fmla="*/ 4464170 w 4752801"/>
              <a:gd name="connsiteY6159" fmla="*/ 2032563 h 2767298"/>
              <a:gd name="connsiteX6160" fmla="*/ 4462956 w 4752801"/>
              <a:gd name="connsiteY6160" fmla="*/ 2031754 h 2767298"/>
              <a:gd name="connsiteX6161" fmla="*/ 4460932 w 4752801"/>
              <a:gd name="connsiteY6161" fmla="*/ 2028111 h 2767298"/>
              <a:gd name="connsiteX6162" fmla="*/ 4460932 w 4752801"/>
              <a:gd name="connsiteY6162" fmla="*/ 2026896 h 2767298"/>
              <a:gd name="connsiteX6163" fmla="*/ 4462956 w 4752801"/>
              <a:gd name="connsiteY6163" fmla="*/ 2023253 h 2767298"/>
              <a:gd name="connsiteX6164" fmla="*/ 4464170 w 4752801"/>
              <a:gd name="connsiteY6164" fmla="*/ 2022848 h 2767298"/>
              <a:gd name="connsiteX6165" fmla="*/ 3654545 w 4752801"/>
              <a:gd name="connsiteY6165" fmla="*/ 2022848 h 2767298"/>
              <a:gd name="connsiteX6166" fmla="*/ 3658188 w 4752801"/>
              <a:gd name="connsiteY6166" fmla="*/ 2022848 h 2767298"/>
              <a:gd name="connsiteX6167" fmla="*/ 3659402 w 4752801"/>
              <a:gd name="connsiteY6167" fmla="*/ 2023657 h 2767298"/>
              <a:gd name="connsiteX6168" fmla="*/ 3661021 w 4752801"/>
              <a:gd name="connsiteY6168" fmla="*/ 2026896 h 2767298"/>
              <a:gd name="connsiteX6169" fmla="*/ 3661021 w 4752801"/>
              <a:gd name="connsiteY6169" fmla="*/ 2028111 h 2767298"/>
              <a:gd name="connsiteX6170" fmla="*/ 3659402 w 4752801"/>
              <a:gd name="connsiteY6170" fmla="*/ 2031349 h 2767298"/>
              <a:gd name="connsiteX6171" fmla="*/ 3658188 w 4752801"/>
              <a:gd name="connsiteY6171" fmla="*/ 2032159 h 2767298"/>
              <a:gd name="connsiteX6172" fmla="*/ 3654545 w 4752801"/>
              <a:gd name="connsiteY6172" fmla="*/ 2032159 h 2767298"/>
              <a:gd name="connsiteX6173" fmla="*/ 3653330 w 4752801"/>
              <a:gd name="connsiteY6173" fmla="*/ 2031349 h 2767298"/>
              <a:gd name="connsiteX6174" fmla="*/ 3651711 w 4752801"/>
              <a:gd name="connsiteY6174" fmla="*/ 2028111 h 2767298"/>
              <a:gd name="connsiteX6175" fmla="*/ 3651711 w 4752801"/>
              <a:gd name="connsiteY6175" fmla="*/ 2026896 h 2767298"/>
              <a:gd name="connsiteX6176" fmla="*/ 3653330 w 4752801"/>
              <a:gd name="connsiteY6176" fmla="*/ 2023657 h 2767298"/>
              <a:gd name="connsiteX6177" fmla="*/ 3654545 w 4752801"/>
              <a:gd name="connsiteY6177" fmla="*/ 2022848 h 2767298"/>
              <a:gd name="connsiteX6178" fmla="*/ 3613659 w 4752801"/>
              <a:gd name="connsiteY6178" fmla="*/ 2022039 h 2767298"/>
              <a:gd name="connsiteX6179" fmla="*/ 3618112 w 4752801"/>
              <a:gd name="connsiteY6179" fmla="*/ 2022039 h 2767298"/>
              <a:gd name="connsiteX6180" fmla="*/ 3619326 w 4752801"/>
              <a:gd name="connsiteY6180" fmla="*/ 2022849 h 2767298"/>
              <a:gd name="connsiteX6181" fmla="*/ 3621350 w 4752801"/>
              <a:gd name="connsiteY6181" fmla="*/ 2026897 h 2767298"/>
              <a:gd name="connsiteX6182" fmla="*/ 3621350 w 4752801"/>
              <a:gd name="connsiteY6182" fmla="*/ 2028111 h 2767298"/>
              <a:gd name="connsiteX6183" fmla="*/ 3619326 w 4752801"/>
              <a:gd name="connsiteY6183" fmla="*/ 2032159 h 2767298"/>
              <a:gd name="connsiteX6184" fmla="*/ 3618112 w 4752801"/>
              <a:gd name="connsiteY6184" fmla="*/ 2032969 h 2767298"/>
              <a:gd name="connsiteX6185" fmla="*/ 3613659 w 4752801"/>
              <a:gd name="connsiteY6185" fmla="*/ 2032969 h 2767298"/>
              <a:gd name="connsiteX6186" fmla="*/ 3612445 w 4752801"/>
              <a:gd name="connsiteY6186" fmla="*/ 2032159 h 2767298"/>
              <a:gd name="connsiteX6187" fmla="*/ 3610421 w 4752801"/>
              <a:gd name="connsiteY6187" fmla="*/ 2028111 h 2767298"/>
              <a:gd name="connsiteX6188" fmla="*/ 3610421 w 4752801"/>
              <a:gd name="connsiteY6188" fmla="*/ 2026897 h 2767298"/>
              <a:gd name="connsiteX6189" fmla="*/ 3612445 w 4752801"/>
              <a:gd name="connsiteY6189" fmla="*/ 2022849 h 2767298"/>
              <a:gd name="connsiteX6190" fmla="*/ 3613659 w 4752801"/>
              <a:gd name="connsiteY6190" fmla="*/ 2022039 h 2767298"/>
              <a:gd name="connsiteX6191" fmla="*/ 3572773 w 4752801"/>
              <a:gd name="connsiteY6191" fmla="*/ 2022039 h 2767298"/>
              <a:gd name="connsiteX6192" fmla="*/ 3577631 w 4752801"/>
              <a:gd name="connsiteY6192" fmla="*/ 2022039 h 2767298"/>
              <a:gd name="connsiteX6193" fmla="*/ 3578845 w 4752801"/>
              <a:gd name="connsiteY6193" fmla="*/ 2022849 h 2767298"/>
              <a:gd name="connsiteX6194" fmla="*/ 3581274 w 4752801"/>
              <a:gd name="connsiteY6194" fmla="*/ 2026897 h 2767298"/>
              <a:gd name="connsiteX6195" fmla="*/ 3581274 w 4752801"/>
              <a:gd name="connsiteY6195" fmla="*/ 2028111 h 2767298"/>
              <a:gd name="connsiteX6196" fmla="*/ 3578845 w 4752801"/>
              <a:gd name="connsiteY6196" fmla="*/ 2032159 h 2767298"/>
              <a:gd name="connsiteX6197" fmla="*/ 3577631 w 4752801"/>
              <a:gd name="connsiteY6197" fmla="*/ 2032969 h 2767298"/>
              <a:gd name="connsiteX6198" fmla="*/ 3572773 w 4752801"/>
              <a:gd name="connsiteY6198" fmla="*/ 2032969 h 2767298"/>
              <a:gd name="connsiteX6199" fmla="*/ 3571559 w 4752801"/>
              <a:gd name="connsiteY6199" fmla="*/ 2032159 h 2767298"/>
              <a:gd name="connsiteX6200" fmla="*/ 3569130 w 4752801"/>
              <a:gd name="connsiteY6200" fmla="*/ 2028111 h 2767298"/>
              <a:gd name="connsiteX6201" fmla="*/ 3569130 w 4752801"/>
              <a:gd name="connsiteY6201" fmla="*/ 2026897 h 2767298"/>
              <a:gd name="connsiteX6202" fmla="*/ 3571559 w 4752801"/>
              <a:gd name="connsiteY6202" fmla="*/ 2022849 h 2767298"/>
              <a:gd name="connsiteX6203" fmla="*/ 3572773 w 4752801"/>
              <a:gd name="connsiteY6203" fmla="*/ 2022039 h 2767298"/>
              <a:gd name="connsiteX6204" fmla="*/ 3532696 w 4752801"/>
              <a:gd name="connsiteY6204" fmla="*/ 2022039 h 2767298"/>
              <a:gd name="connsiteX6205" fmla="*/ 3537149 w 4752801"/>
              <a:gd name="connsiteY6205" fmla="*/ 2022039 h 2767298"/>
              <a:gd name="connsiteX6206" fmla="*/ 3538363 w 4752801"/>
              <a:gd name="connsiteY6206" fmla="*/ 2022849 h 2767298"/>
              <a:gd name="connsiteX6207" fmla="*/ 3540387 w 4752801"/>
              <a:gd name="connsiteY6207" fmla="*/ 2026897 h 2767298"/>
              <a:gd name="connsiteX6208" fmla="*/ 3540387 w 4752801"/>
              <a:gd name="connsiteY6208" fmla="*/ 2028111 h 2767298"/>
              <a:gd name="connsiteX6209" fmla="*/ 3538363 w 4752801"/>
              <a:gd name="connsiteY6209" fmla="*/ 2032159 h 2767298"/>
              <a:gd name="connsiteX6210" fmla="*/ 3537149 w 4752801"/>
              <a:gd name="connsiteY6210" fmla="*/ 2032969 h 2767298"/>
              <a:gd name="connsiteX6211" fmla="*/ 3532696 w 4752801"/>
              <a:gd name="connsiteY6211" fmla="*/ 2032969 h 2767298"/>
              <a:gd name="connsiteX6212" fmla="*/ 3531482 w 4752801"/>
              <a:gd name="connsiteY6212" fmla="*/ 2032159 h 2767298"/>
              <a:gd name="connsiteX6213" fmla="*/ 3529458 w 4752801"/>
              <a:gd name="connsiteY6213" fmla="*/ 2028111 h 2767298"/>
              <a:gd name="connsiteX6214" fmla="*/ 3529458 w 4752801"/>
              <a:gd name="connsiteY6214" fmla="*/ 2026897 h 2767298"/>
              <a:gd name="connsiteX6215" fmla="*/ 3531482 w 4752801"/>
              <a:gd name="connsiteY6215" fmla="*/ 2022849 h 2767298"/>
              <a:gd name="connsiteX6216" fmla="*/ 3532696 w 4752801"/>
              <a:gd name="connsiteY6216" fmla="*/ 2022039 h 2767298"/>
              <a:gd name="connsiteX6217" fmla="*/ 3247708 w 4752801"/>
              <a:gd name="connsiteY6217" fmla="*/ 2020014 h 2767298"/>
              <a:gd name="connsiteX6218" fmla="*/ 3255805 w 4752801"/>
              <a:gd name="connsiteY6218" fmla="*/ 2020014 h 2767298"/>
              <a:gd name="connsiteX6219" fmla="*/ 3257019 w 4752801"/>
              <a:gd name="connsiteY6219" fmla="*/ 2020419 h 2767298"/>
              <a:gd name="connsiteX6220" fmla="*/ 3261067 w 4752801"/>
              <a:gd name="connsiteY6220" fmla="*/ 2027301 h 2767298"/>
              <a:gd name="connsiteX6221" fmla="*/ 3261067 w 4752801"/>
              <a:gd name="connsiteY6221" fmla="*/ 2028515 h 2767298"/>
              <a:gd name="connsiteX6222" fmla="*/ 3257019 w 4752801"/>
              <a:gd name="connsiteY6222" fmla="*/ 2035397 h 2767298"/>
              <a:gd name="connsiteX6223" fmla="*/ 3255805 w 4752801"/>
              <a:gd name="connsiteY6223" fmla="*/ 2035802 h 2767298"/>
              <a:gd name="connsiteX6224" fmla="*/ 3247708 w 4752801"/>
              <a:gd name="connsiteY6224" fmla="*/ 2035802 h 2767298"/>
              <a:gd name="connsiteX6225" fmla="*/ 3246494 w 4752801"/>
              <a:gd name="connsiteY6225" fmla="*/ 2035397 h 2767298"/>
              <a:gd name="connsiteX6226" fmla="*/ 3242446 w 4752801"/>
              <a:gd name="connsiteY6226" fmla="*/ 2028515 h 2767298"/>
              <a:gd name="connsiteX6227" fmla="*/ 3242446 w 4752801"/>
              <a:gd name="connsiteY6227" fmla="*/ 2027301 h 2767298"/>
              <a:gd name="connsiteX6228" fmla="*/ 3246494 w 4752801"/>
              <a:gd name="connsiteY6228" fmla="*/ 2020419 h 2767298"/>
              <a:gd name="connsiteX6229" fmla="*/ 3247708 w 4752801"/>
              <a:gd name="connsiteY6229" fmla="*/ 2020014 h 2767298"/>
              <a:gd name="connsiteX6230" fmla="*/ 3491000 w 4752801"/>
              <a:gd name="connsiteY6230" fmla="*/ 2019609 h 2767298"/>
              <a:gd name="connsiteX6231" fmla="*/ 3498287 w 4752801"/>
              <a:gd name="connsiteY6231" fmla="*/ 2019609 h 2767298"/>
              <a:gd name="connsiteX6232" fmla="*/ 3499501 w 4752801"/>
              <a:gd name="connsiteY6232" fmla="*/ 2020419 h 2767298"/>
              <a:gd name="connsiteX6233" fmla="*/ 3503145 w 4752801"/>
              <a:gd name="connsiteY6233" fmla="*/ 2026896 h 2767298"/>
              <a:gd name="connsiteX6234" fmla="*/ 3503145 w 4752801"/>
              <a:gd name="connsiteY6234" fmla="*/ 2028110 h 2767298"/>
              <a:gd name="connsiteX6235" fmla="*/ 3499501 w 4752801"/>
              <a:gd name="connsiteY6235" fmla="*/ 2034587 h 2767298"/>
              <a:gd name="connsiteX6236" fmla="*/ 3498287 w 4752801"/>
              <a:gd name="connsiteY6236" fmla="*/ 2035397 h 2767298"/>
              <a:gd name="connsiteX6237" fmla="*/ 3491000 w 4752801"/>
              <a:gd name="connsiteY6237" fmla="*/ 2035397 h 2767298"/>
              <a:gd name="connsiteX6238" fmla="*/ 3489786 w 4752801"/>
              <a:gd name="connsiteY6238" fmla="*/ 2034587 h 2767298"/>
              <a:gd name="connsiteX6239" fmla="*/ 3486143 w 4752801"/>
              <a:gd name="connsiteY6239" fmla="*/ 2028110 h 2767298"/>
              <a:gd name="connsiteX6240" fmla="*/ 3486143 w 4752801"/>
              <a:gd name="connsiteY6240" fmla="*/ 2026896 h 2767298"/>
              <a:gd name="connsiteX6241" fmla="*/ 3489786 w 4752801"/>
              <a:gd name="connsiteY6241" fmla="*/ 2020419 h 2767298"/>
              <a:gd name="connsiteX6242" fmla="*/ 3491000 w 4752801"/>
              <a:gd name="connsiteY6242" fmla="*/ 2019609 h 2767298"/>
              <a:gd name="connsiteX6243" fmla="*/ 3449710 w 4752801"/>
              <a:gd name="connsiteY6243" fmla="*/ 2019205 h 2767298"/>
              <a:gd name="connsiteX6244" fmla="*/ 3458211 w 4752801"/>
              <a:gd name="connsiteY6244" fmla="*/ 2019205 h 2767298"/>
              <a:gd name="connsiteX6245" fmla="*/ 3459425 w 4752801"/>
              <a:gd name="connsiteY6245" fmla="*/ 2020015 h 2767298"/>
              <a:gd name="connsiteX6246" fmla="*/ 3463878 w 4752801"/>
              <a:gd name="connsiteY6246" fmla="*/ 2027301 h 2767298"/>
              <a:gd name="connsiteX6247" fmla="*/ 3463878 w 4752801"/>
              <a:gd name="connsiteY6247" fmla="*/ 2028516 h 2767298"/>
              <a:gd name="connsiteX6248" fmla="*/ 3459425 w 4752801"/>
              <a:gd name="connsiteY6248" fmla="*/ 2035802 h 2767298"/>
              <a:gd name="connsiteX6249" fmla="*/ 3458211 w 4752801"/>
              <a:gd name="connsiteY6249" fmla="*/ 2036612 h 2767298"/>
              <a:gd name="connsiteX6250" fmla="*/ 3449710 w 4752801"/>
              <a:gd name="connsiteY6250" fmla="*/ 2036612 h 2767298"/>
              <a:gd name="connsiteX6251" fmla="*/ 3448495 w 4752801"/>
              <a:gd name="connsiteY6251" fmla="*/ 2035802 h 2767298"/>
              <a:gd name="connsiteX6252" fmla="*/ 3444043 w 4752801"/>
              <a:gd name="connsiteY6252" fmla="*/ 2028516 h 2767298"/>
              <a:gd name="connsiteX6253" fmla="*/ 3444043 w 4752801"/>
              <a:gd name="connsiteY6253" fmla="*/ 2027301 h 2767298"/>
              <a:gd name="connsiteX6254" fmla="*/ 3448495 w 4752801"/>
              <a:gd name="connsiteY6254" fmla="*/ 2020015 h 2767298"/>
              <a:gd name="connsiteX6255" fmla="*/ 3449710 w 4752801"/>
              <a:gd name="connsiteY6255" fmla="*/ 2019205 h 2767298"/>
              <a:gd name="connsiteX6256" fmla="*/ 3408013 w 4752801"/>
              <a:gd name="connsiteY6256" fmla="*/ 2017585 h 2767298"/>
              <a:gd name="connsiteX6257" fmla="*/ 3418943 w 4752801"/>
              <a:gd name="connsiteY6257" fmla="*/ 2017585 h 2767298"/>
              <a:gd name="connsiteX6258" fmla="*/ 3420158 w 4752801"/>
              <a:gd name="connsiteY6258" fmla="*/ 2017990 h 2767298"/>
              <a:gd name="connsiteX6259" fmla="*/ 3425421 w 4752801"/>
              <a:gd name="connsiteY6259" fmla="*/ 2027301 h 2767298"/>
              <a:gd name="connsiteX6260" fmla="*/ 3425421 w 4752801"/>
              <a:gd name="connsiteY6260" fmla="*/ 2028515 h 2767298"/>
              <a:gd name="connsiteX6261" fmla="*/ 3420158 w 4752801"/>
              <a:gd name="connsiteY6261" fmla="*/ 2037826 h 2767298"/>
              <a:gd name="connsiteX6262" fmla="*/ 3418943 w 4752801"/>
              <a:gd name="connsiteY6262" fmla="*/ 2038231 h 2767298"/>
              <a:gd name="connsiteX6263" fmla="*/ 3408013 w 4752801"/>
              <a:gd name="connsiteY6263" fmla="*/ 2038231 h 2767298"/>
              <a:gd name="connsiteX6264" fmla="*/ 3406799 w 4752801"/>
              <a:gd name="connsiteY6264" fmla="*/ 2037826 h 2767298"/>
              <a:gd name="connsiteX6265" fmla="*/ 3401537 w 4752801"/>
              <a:gd name="connsiteY6265" fmla="*/ 2028515 h 2767298"/>
              <a:gd name="connsiteX6266" fmla="*/ 3401537 w 4752801"/>
              <a:gd name="connsiteY6266" fmla="*/ 2027301 h 2767298"/>
              <a:gd name="connsiteX6267" fmla="*/ 3406799 w 4752801"/>
              <a:gd name="connsiteY6267" fmla="*/ 2017990 h 2767298"/>
              <a:gd name="connsiteX6268" fmla="*/ 3408013 w 4752801"/>
              <a:gd name="connsiteY6268" fmla="*/ 2017585 h 2767298"/>
              <a:gd name="connsiteX6269" fmla="*/ 3327456 w 4752801"/>
              <a:gd name="connsiteY6269" fmla="*/ 2017181 h 2767298"/>
              <a:gd name="connsiteX6270" fmla="*/ 3337577 w 4752801"/>
              <a:gd name="connsiteY6270" fmla="*/ 2017181 h 2767298"/>
              <a:gd name="connsiteX6271" fmla="*/ 3338791 w 4752801"/>
              <a:gd name="connsiteY6271" fmla="*/ 2017991 h 2767298"/>
              <a:gd name="connsiteX6272" fmla="*/ 3344054 w 4752801"/>
              <a:gd name="connsiteY6272" fmla="*/ 2026897 h 2767298"/>
              <a:gd name="connsiteX6273" fmla="*/ 3344054 w 4752801"/>
              <a:gd name="connsiteY6273" fmla="*/ 2028111 h 2767298"/>
              <a:gd name="connsiteX6274" fmla="*/ 3338791 w 4752801"/>
              <a:gd name="connsiteY6274" fmla="*/ 2037017 h 2767298"/>
              <a:gd name="connsiteX6275" fmla="*/ 3337577 w 4752801"/>
              <a:gd name="connsiteY6275" fmla="*/ 2037826 h 2767298"/>
              <a:gd name="connsiteX6276" fmla="*/ 3327456 w 4752801"/>
              <a:gd name="connsiteY6276" fmla="*/ 2037826 h 2767298"/>
              <a:gd name="connsiteX6277" fmla="*/ 3326242 w 4752801"/>
              <a:gd name="connsiteY6277" fmla="*/ 2037017 h 2767298"/>
              <a:gd name="connsiteX6278" fmla="*/ 3320980 w 4752801"/>
              <a:gd name="connsiteY6278" fmla="*/ 2028111 h 2767298"/>
              <a:gd name="connsiteX6279" fmla="*/ 3320980 w 4752801"/>
              <a:gd name="connsiteY6279" fmla="*/ 2026897 h 2767298"/>
              <a:gd name="connsiteX6280" fmla="*/ 3326242 w 4752801"/>
              <a:gd name="connsiteY6280" fmla="*/ 2017991 h 2767298"/>
              <a:gd name="connsiteX6281" fmla="*/ 3327456 w 4752801"/>
              <a:gd name="connsiteY6281" fmla="*/ 2017181 h 2767298"/>
              <a:gd name="connsiteX6282" fmla="*/ 3367533 w 4752801"/>
              <a:gd name="connsiteY6282" fmla="*/ 2016371 h 2767298"/>
              <a:gd name="connsiteX6283" fmla="*/ 3378462 w 4752801"/>
              <a:gd name="connsiteY6283" fmla="*/ 2016371 h 2767298"/>
              <a:gd name="connsiteX6284" fmla="*/ 3379677 w 4752801"/>
              <a:gd name="connsiteY6284" fmla="*/ 2017181 h 2767298"/>
              <a:gd name="connsiteX6285" fmla="*/ 3385344 w 4752801"/>
              <a:gd name="connsiteY6285" fmla="*/ 2026896 h 2767298"/>
              <a:gd name="connsiteX6286" fmla="*/ 3385344 w 4752801"/>
              <a:gd name="connsiteY6286" fmla="*/ 2028111 h 2767298"/>
              <a:gd name="connsiteX6287" fmla="*/ 3379677 w 4752801"/>
              <a:gd name="connsiteY6287" fmla="*/ 2037826 h 2767298"/>
              <a:gd name="connsiteX6288" fmla="*/ 3378462 w 4752801"/>
              <a:gd name="connsiteY6288" fmla="*/ 2038636 h 2767298"/>
              <a:gd name="connsiteX6289" fmla="*/ 3367533 w 4752801"/>
              <a:gd name="connsiteY6289" fmla="*/ 2038636 h 2767298"/>
              <a:gd name="connsiteX6290" fmla="*/ 3366318 w 4752801"/>
              <a:gd name="connsiteY6290" fmla="*/ 2037826 h 2767298"/>
              <a:gd name="connsiteX6291" fmla="*/ 3360651 w 4752801"/>
              <a:gd name="connsiteY6291" fmla="*/ 2028111 h 2767298"/>
              <a:gd name="connsiteX6292" fmla="*/ 3360651 w 4752801"/>
              <a:gd name="connsiteY6292" fmla="*/ 2026896 h 2767298"/>
              <a:gd name="connsiteX6293" fmla="*/ 3366318 w 4752801"/>
              <a:gd name="connsiteY6293" fmla="*/ 2017181 h 2767298"/>
              <a:gd name="connsiteX6294" fmla="*/ 3367533 w 4752801"/>
              <a:gd name="connsiteY6294" fmla="*/ 2016371 h 2767298"/>
              <a:gd name="connsiteX6295" fmla="*/ 3285761 w 4752801"/>
              <a:gd name="connsiteY6295" fmla="*/ 2015157 h 2767298"/>
              <a:gd name="connsiteX6296" fmla="*/ 3298715 w 4752801"/>
              <a:gd name="connsiteY6296" fmla="*/ 2015157 h 2767298"/>
              <a:gd name="connsiteX6297" fmla="*/ 3299930 w 4752801"/>
              <a:gd name="connsiteY6297" fmla="*/ 2015562 h 2767298"/>
              <a:gd name="connsiteX6298" fmla="*/ 3306406 w 4752801"/>
              <a:gd name="connsiteY6298" fmla="*/ 2026897 h 2767298"/>
              <a:gd name="connsiteX6299" fmla="*/ 3306406 w 4752801"/>
              <a:gd name="connsiteY6299" fmla="*/ 2028111 h 2767298"/>
              <a:gd name="connsiteX6300" fmla="*/ 3299930 w 4752801"/>
              <a:gd name="connsiteY6300" fmla="*/ 2039446 h 2767298"/>
              <a:gd name="connsiteX6301" fmla="*/ 3298715 w 4752801"/>
              <a:gd name="connsiteY6301" fmla="*/ 2040255 h 2767298"/>
              <a:gd name="connsiteX6302" fmla="*/ 3285761 w 4752801"/>
              <a:gd name="connsiteY6302" fmla="*/ 2040255 h 2767298"/>
              <a:gd name="connsiteX6303" fmla="*/ 3284546 w 4752801"/>
              <a:gd name="connsiteY6303" fmla="*/ 2039446 h 2767298"/>
              <a:gd name="connsiteX6304" fmla="*/ 3278070 w 4752801"/>
              <a:gd name="connsiteY6304" fmla="*/ 2028111 h 2767298"/>
              <a:gd name="connsiteX6305" fmla="*/ 3278070 w 4752801"/>
              <a:gd name="connsiteY6305" fmla="*/ 2026897 h 2767298"/>
              <a:gd name="connsiteX6306" fmla="*/ 3284546 w 4752801"/>
              <a:gd name="connsiteY6306" fmla="*/ 2015562 h 2767298"/>
              <a:gd name="connsiteX6307" fmla="*/ 3285761 w 4752801"/>
              <a:gd name="connsiteY6307" fmla="*/ 2015157 h 2767298"/>
              <a:gd name="connsiteX6308" fmla="*/ 3735912 w 4752801"/>
              <a:gd name="connsiteY6308" fmla="*/ 1984796 h 2767298"/>
              <a:gd name="connsiteX6309" fmla="*/ 3738745 w 4752801"/>
              <a:gd name="connsiteY6309" fmla="*/ 1984796 h 2767298"/>
              <a:gd name="connsiteX6310" fmla="*/ 3739960 w 4752801"/>
              <a:gd name="connsiteY6310" fmla="*/ 1987225 h 2767298"/>
              <a:gd name="connsiteX6311" fmla="*/ 3738745 w 4752801"/>
              <a:gd name="connsiteY6311" fmla="*/ 1989654 h 2767298"/>
              <a:gd name="connsiteX6312" fmla="*/ 3735912 w 4752801"/>
              <a:gd name="connsiteY6312" fmla="*/ 1989654 h 2767298"/>
              <a:gd name="connsiteX6313" fmla="*/ 3734697 w 4752801"/>
              <a:gd name="connsiteY6313" fmla="*/ 1987225 h 2767298"/>
              <a:gd name="connsiteX6314" fmla="*/ 3937913 w 4752801"/>
              <a:gd name="connsiteY6314" fmla="*/ 1983986 h 2767298"/>
              <a:gd name="connsiteX6315" fmla="*/ 3941961 w 4752801"/>
              <a:gd name="connsiteY6315" fmla="*/ 1983986 h 2767298"/>
              <a:gd name="connsiteX6316" fmla="*/ 3943985 w 4752801"/>
              <a:gd name="connsiteY6316" fmla="*/ 1987224 h 2767298"/>
              <a:gd name="connsiteX6317" fmla="*/ 3941961 w 4752801"/>
              <a:gd name="connsiteY6317" fmla="*/ 1990463 h 2767298"/>
              <a:gd name="connsiteX6318" fmla="*/ 3937913 w 4752801"/>
              <a:gd name="connsiteY6318" fmla="*/ 1990463 h 2767298"/>
              <a:gd name="connsiteX6319" fmla="*/ 3935889 w 4752801"/>
              <a:gd name="connsiteY6319" fmla="*/ 1987224 h 2767298"/>
              <a:gd name="connsiteX6320" fmla="*/ 3897837 w 4752801"/>
              <a:gd name="connsiteY6320" fmla="*/ 1983986 h 2767298"/>
              <a:gd name="connsiteX6321" fmla="*/ 3901480 w 4752801"/>
              <a:gd name="connsiteY6321" fmla="*/ 1983986 h 2767298"/>
              <a:gd name="connsiteX6322" fmla="*/ 3903505 w 4752801"/>
              <a:gd name="connsiteY6322" fmla="*/ 1987224 h 2767298"/>
              <a:gd name="connsiteX6323" fmla="*/ 3901480 w 4752801"/>
              <a:gd name="connsiteY6323" fmla="*/ 1990463 h 2767298"/>
              <a:gd name="connsiteX6324" fmla="*/ 3897837 w 4752801"/>
              <a:gd name="connsiteY6324" fmla="*/ 1990463 h 2767298"/>
              <a:gd name="connsiteX6325" fmla="*/ 3895813 w 4752801"/>
              <a:gd name="connsiteY6325" fmla="*/ 1987224 h 2767298"/>
              <a:gd name="connsiteX6326" fmla="*/ 3775988 w 4752801"/>
              <a:gd name="connsiteY6326" fmla="*/ 1983986 h 2767298"/>
              <a:gd name="connsiteX6327" fmla="*/ 3780036 w 4752801"/>
              <a:gd name="connsiteY6327" fmla="*/ 1983986 h 2767298"/>
              <a:gd name="connsiteX6328" fmla="*/ 3782060 w 4752801"/>
              <a:gd name="connsiteY6328" fmla="*/ 1987224 h 2767298"/>
              <a:gd name="connsiteX6329" fmla="*/ 3780036 w 4752801"/>
              <a:gd name="connsiteY6329" fmla="*/ 1990463 h 2767298"/>
              <a:gd name="connsiteX6330" fmla="*/ 3775988 w 4752801"/>
              <a:gd name="connsiteY6330" fmla="*/ 1990463 h 2767298"/>
              <a:gd name="connsiteX6331" fmla="*/ 3773964 w 4752801"/>
              <a:gd name="connsiteY6331" fmla="*/ 1987224 h 2767298"/>
              <a:gd name="connsiteX6332" fmla="*/ 4625690 w 4752801"/>
              <a:gd name="connsiteY6332" fmla="*/ 1983581 h 2767298"/>
              <a:gd name="connsiteX6333" fmla="*/ 4630143 w 4752801"/>
              <a:gd name="connsiteY6333" fmla="*/ 1983581 h 2767298"/>
              <a:gd name="connsiteX6334" fmla="*/ 4632167 w 4752801"/>
              <a:gd name="connsiteY6334" fmla="*/ 1987224 h 2767298"/>
              <a:gd name="connsiteX6335" fmla="*/ 4630143 w 4752801"/>
              <a:gd name="connsiteY6335" fmla="*/ 1990868 h 2767298"/>
              <a:gd name="connsiteX6336" fmla="*/ 4625690 w 4752801"/>
              <a:gd name="connsiteY6336" fmla="*/ 1990868 h 2767298"/>
              <a:gd name="connsiteX6337" fmla="*/ 4623666 w 4752801"/>
              <a:gd name="connsiteY6337" fmla="*/ 1987224 h 2767298"/>
              <a:gd name="connsiteX6338" fmla="*/ 4180801 w 4752801"/>
              <a:gd name="connsiteY6338" fmla="*/ 1983581 h 2767298"/>
              <a:gd name="connsiteX6339" fmla="*/ 4184849 w 4752801"/>
              <a:gd name="connsiteY6339" fmla="*/ 1983581 h 2767298"/>
              <a:gd name="connsiteX6340" fmla="*/ 4186873 w 4752801"/>
              <a:gd name="connsiteY6340" fmla="*/ 1987224 h 2767298"/>
              <a:gd name="connsiteX6341" fmla="*/ 4184849 w 4752801"/>
              <a:gd name="connsiteY6341" fmla="*/ 1990868 h 2767298"/>
              <a:gd name="connsiteX6342" fmla="*/ 4180801 w 4752801"/>
              <a:gd name="connsiteY6342" fmla="*/ 1990868 h 2767298"/>
              <a:gd name="connsiteX6343" fmla="*/ 4178777 w 4752801"/>
              <a:gd name="connsiteY6343" fmla="*/ 1987224 h 2767298"/>
              <a:gd name="connsiteX6344" fmla="*/ 4140320 w 4752801"/>
              <a:gd name="connsiteY6344" fmla="*/ 1983581 h 2767298"/>
              <a:gd name="connsiteX6345" fmla="*/ 4144368 w 4752801"/>
              <a:gd name="connsiteY6345" fmla="*/ 1983581 h 2767298"/>
              <a:gd name="connsiteX6346" fmla="*/ 4146392 w 4752801"/>
              <a:gd name="connsiteY6346" fmla="*/ 1987224 h 2767298"/>
              <a:gd name="connsiteX6347" fmla="*/ 4144368 w 4752801"/>
              <a:gd name="connsiteY6347" fmla="*/ 1990868 h 2767298"/>
              <a:gd name="connsiteX6348" fmla="*/ 4140320 w 4752801"/>
              <a:gd name="connsiteY6348" fmla="*/ 1990868 h 2767298"/>
              <a:gd name="connsiteX6349" fmla="*/ 4138296 w 4752801"/>
              <a:gd name="connsiteY6349" fmla="*/ 1987224 h 2767298"/>
              <a:gd name="connsiteX6350" fmla="*/ 4099838 w 4752801"/>
              <a:gd name="connsiteY6350" fmla="*/ 1983581 h 2767298"/>
              <a:gd name="connsiteX6351" fmla="*/ 4103886 w 4752801"/>
              <a:gd name="connsiteY6351" fmla="*/ 1983581 h 2767298"/>
              <a:gd name="connsiteX6352" fmla="*/ 4105910 w 4752801"/>
              <a:gd name="connsiteY6352" fmla="*/ 1987224 h 2767298"/>
              <a:gd name="connsiteX6353" fmla="*/ 4103886 w 4752801"/>
              <a:gd name="connsiteY6353" fmla="*/ 1990868 h 2767298"/>
              <a:gd name="connsiteX6354" fmla="*/ 4099838 w 4752801"/>
              <a:gd name="connsiteY6354" fmla="*/ 1990868 h 2767298"/>
              <a:gd name="connsiteX6355" fmla="*/ 4097814 w 4752801"/>
              <a:gd name="connsiteY6355" fmla="*/ 1987224 h 2767298"/>
              <a:gd name="connsiteX6356" fmla="*/ 4059357 w 4752801"/>
              <a:gd name="connsiteY6356" fmla="*/ 1983581 h 2767298"/>
              <a:gd name="connsiteX6357" fmla="*/ 4063405 w 4752801"/>
              <a:gd name="connsiteY6357" fmla="*/ 1983581 h 2767298"/>
              <a:gd name="connsiteX6358" fmla="*/ 4065429 w 4752801"/>
              <a:gd name="connsiteY6358" fmla="*/ 1987224 h 2767298"/>
              <a:gd name="connsiteX6359" fmla="*/ 4063405 w 4752801"/>
              <a:gd name="connsiteY6359" fmla="*/ 1990868 h 2767298"/>
              <a:gd name="connsiteX6360" fmla="*/ 4059357 w 4752801"/>
              <a:gd name="connsiteY6360" fmla="*/ 1990868 h 2767298"/>
              <a:gd name="connsiteX6361" fmla="*/ 4057333 w 4752801"/>
              <a:gd name="connsiteY6361" fmla="*/ 1987224 h 2767298"/>
              <a:gd name="connsiteX6362" fmla="*/ 4018876 w 4752801"/>
              <a:gd name="connsiteY6362" fmla="*/ 1983581 h 2767298"/>
              <a:gd name="connsiteX6363" fmla="*/ 4022924 w 4752801"/>
              <a:gd name="connsiteY6363" fmla="*/ 1983581 h 2767298"/>
              <a:gd name="connsiteX6364" fmla="*/ 4024948 w 4752801"/>
              <a:gd name="connsiteY6364" fmla="*/ 1987224 h 2767298"/>
              <a:gd name="connsiteX6365" fmla="*/ 4022924 w 4752801"/>
              <a:gd name="connsiteY6365" fmla="*/ 1990868 h 2767298"/>
              <a:gd name="connsiteX6366" fmla="*/ 4018876 w 4752801"/>
              <a:gd name="connsiteY6366" fmla="*/ 1990868 h 2767298"/>
              <a:gd name="connsiteX6367" fmla="*/ 4016852 w 4752801"/>
              <a:gd name="connsiteY6367" fmla="*/ 1987224 h 2767298"/>
              <a:gd name="connsiteX6368" fmla="*/ 3856546 w 4752801"/>
              <a:gd name="connsiteY6368" fmla="*/ 1983581 h 2767298"/>
              <a:gd name="connsiteX6369" fmla="*/ 3860999 w 4752801"/>
              <a:gd name="connsiteY6369" fmla="*/ 1983581 h 2767298"/>
              <a:gd name="connsiteX6370" fmla="*/ 3863023 w 4752801"/>
              <a:gd name="connsiteY6370" fmla="*/ 1987224 h 2767298"/>
              <a:gd name="connsiteX6371" fmla="*/ 3860999 w 4752801"/>
              <a:gd name="connsiteY6371" fmla="*/ 1990868 h 2767298"/>
              <a:gd name="connsiteX6372" fmla="*/ 3856546 w 4752801"/>
              <a:gd name="connsiteY6372" fmla="*/ 1990868 h 2767298"/>
              <a:gd name="connsiteX6373" fmla="*/ 3854522 w 4752801"/>
              <a:gd name="connsiteY6373" fmla="*/ 1987224 h 2767298"/>
              <a:gd name="connsiteX6374" fmla="*/ 3816065 w 4752801"/>
              <a:gd name="connsiteY6374" fmla="*/ 1983581 h 2767298"/>
              <a:gd name="connsiteX6375" fmla="*/ 3820518 w 4752801"/>
              <a:gd name="connsiteY6375" fmla="*/ 1983581 h 2767298"/>
              <a:gd name="connsiteX6376" fmla="*/ 3822542 w 4752801"/>
              <a:gd name="connsiteY6376" fmla="*/ 1987224 h 2767298"/>
              <a:gd name="connsiteX6377" fmla="*/ 3820518 w 4752801"/>
              <a:gd name="connsiteY6377" fmla="*/ 1990868 h 2767298"/>
              <a:gd name="connsiteX6378" fmla="*/ 3816065 w 4752801"/>
              <a:gd name="connsiteY6378" fmla="*/ 1990868 h 2767298"/>
              <a:gd name="connsiteX6379" fmla="*/ 3814041 w 4752801"/>
              <a:gd name="connsiteY6379" fmla="*/ 1987224 h 2767298"/>
              <a:gd name="connsiteX6380" fmla="*/ 3695026 w 4752801"/>
              <a:gd name="connsiteY6380" fmla="*/ 1983581 h 2767298"/>
              <a:gd name="connsiteX6381" fmla="*/ 3699074 w 4752801"/>
              <a:gd name="connsiteY6381" fmla="*/ 1983581 h 2767298"/>
              <a:gd name="connsiteX6382" fmla="*/ 3701098 w 4752801"/>
              <a:gd name="connsiteY6382" fmla="*/ 1987224 h 2767298"/>
              <a:gd name="connsiteX6383" fmla="*/ 3699074 w 4752801"/>
              <a:gd name="connsiteY6383" fmla="*/ 1990868 h 2767298"/>
              <a:gd name="connsiteX6384" fmla="*/ 3695026 w 4752801"/>
              <a:gd name="connsiteY6384" fmla="*/ 1990868 h 2767298"/>
              <a:gd name="connsiteX6385" fmla="*/ 3693002 w 4752801"/>
              <a:gd name="connsiteY6385" fmla="*/ 1987224 h 2767298"/>
              <a:gd name="connsiteX6386" fmla="*/ 4585614 w 4752801"/>
              <a:gd name="connsiteY6386" fmla="*/ 1983176 h 2767298"/>
              <a:gd name="connsiteX6387" fmla="*/ 4590067 w 4752801"/>
              <a:gd name="connsiteY6387" fmla="*/ 1983176 h 2767298"/>
              <a:gd name="connsiteX6388" fmla="*/ 4592495 w 4752801"/>
              <a:gd name="connsiteY6388" fmla="*/ 1987224 h 2767298"/>
              <a:gd name="connsiteX6389" fmla="*/ 4590067 w 4752801"/>
              <a:gd name="connsiteY6389" fmla="*/ 1991272 h 2767298"/>
              <a:gd name="connsiteX6390" fmla="*/ 4585614 w 4752801"/>
              <a:gd name="connsiteY6390" fmla="*/ 1991272 h 2767298"/>
              <a:gd name="connsiteX6391" fmla="*/ 4583185 w 4752801"/>
              <a:gd name="connsiteY6391" fmla="*/ 1987224 h 2767298"/>
              <a:gd name="connsiteX6392" fmla="*/ 4382802 w 4752801"/>
              <a:gd name="connsiteY6392" fmla="*/ 1983176 h 2767298"/>
              <a:gd name="connsiteX6393" fmla="*/ 4386850 w 4752801"/>
              <a:gd name="connsiteY6393" fmla="*/ 1983176 h 2767298"/>
              <a:gd name="connsiteX6394" fmla="*/ 4388064 w 4752801"/>
              <a:gd name="connsiteY6394" fmla="*/ 1983581 h 2767298"/>
              <a:gd name="connsiteX6395" fmla="*/ 4390089 w 4752801"/>
              <a:gd name="connsiteY6395" fmla="*/ 1986819 h 2767298"/>
              <a:gd name="connsiteX6396" fmla="*/ 4390089 w 4752801"/>
              <a:gd name="connsiteY6396" fmla="*/ 1988034 h 2767298"/>
              <a:gd name="connsiteX6397" fmla="*/ 4388064 w 4752801"/>
              <a:gd name="connsiteY6397" fmla="*/ 1991272 h 2767298"/>
              <a:gd name="connsiteX6398" fmla="*/ 4386850 w 4752801"/>
              <a:gd name="connsiteY6398" fmla="*/ 1992082 h 2767298"/>
              <a:gd name="connsiteX6399" fmla="*/ 4382802 w 4752801"/>
              <a:gd name="connsiteY6399" fmla="*/ 1992082 h 2767298"/>
              <a:gd name="connsiteX6400" fmla="*/ 4381588 w 4752801"/>
              <a:gd name="connsiteY6400" fmla="*/ 1991272 h 2767298"/>
              <a:gd name="connsiteX6401" fmla="*/ 4379564 w 4752801"/>
              <a:gd name="connsiteY6401" fmla="*/ 1988034 h 2767298"/>
              <a:gd name="connsiteX6402" fmla="*/ 4379564 w 4752801"/>
              <a:gd name="connsiteY6402" fmla="*/ 1986819 h 2767298"/>
              <a:gd name="connsiteX6403" fmla="*/ 4381588 w 4752801"/>
              <a:gd name="connsiteY6403" fmla="*/ 1983581 h 2767298"/>
              <a:gd name="connsiteX6404" fmla="*/ 4382802 w 4752801"/>
              <a:gd name="connsiteY6404" fmla="*/ 1983176 h 2767298"/>
              <a:gd name="connsiteX6405" fmla="*/ 4221283 w 4752801"/>
              <a:gd name="connsiteY6405" fmla="*/ 1983176 h 2767298"/>
              <a:gd name="connsiteX6406" fmla="*/ 4225736 w 4752801"/>
              <a:gd name="connsiteY6406" fmla="*/ 1983176 h 2767298"/>
              <a:gd name="connsiteX6407" fmla="*/ 4228164 w 4752801"/>
              <a:gd name="connsiteY6407" fmla="*/ 1987224 h 2767298"/>
              <a:gd name="connsiteX6408" fmla="*/ 4225736 w 4752801"/>
              <a:gd name="connsiteY6408" fmla="*/ 1991272 h 2767298"/>
              <a:gd name="connsiteX6409" fmla="*/ 4221283 w 4752801"/>
              <a:gd name="connsiteY6409" fmla="*/ 1991272 h 2767298"/>
              <a:gd name="connsiteX6410" fmla="*/ 4218854 w 4752801"/>
              <a:gd name="connsiteY6410" fmla="*/ 1987224 h 2767298"/>
              <a:gd name="connsiteX6411" fmla="*/ 3977990 w 4752801"/>
              <a:gd name="connsiteY6411" fmla="*/ 1983176 h 2767298"/>
              <a:gd name="connsiteX6412" fmla="*/ 3982848 w 4752801"/>
              <a:gd name="connsiteY6412" fmla="*/ 1983176 h 2767298"/>
              <a:gd name="connsiteX6413" fmla="*/ 3985277 w 4752801"/>
              <a:gd name="connsiteY6413" fmla="*/ 1987224 h 2767298"/>
              <a:gd name="connsiteX6414" fmla="*/ 3982848 w 4752801"/>
              <a:gd name="connsiteY6414" fmla="*/ 1991272 h 2767298"/>
              <a:gd name="connsiteX6415" fmla="*/ 3977990 w 4752801"/>
              <a:gd name="connsiteY6415" fmla="*/ 1991272 h 2767298"/>
              <a:gd name="connsiteX6416" fmla="*/ 3975561 w 4752801"/>
              <a:gd name="connsiteY6416" fmla="*/ 1987224 h 2767298"/>
              <a:gd name="connsiteX6417" fmla="*/ 4544727 w 4752801"/>
              <a:gd name="connsiteY6417" fmla="*/ 1982772 h 2767298"/>
              <a:gd name="connsiteX6418" fmla="*/ 4548775 w 4752801"/>
              <a:gd name="connsiteY6418" fmla="*/ 1982772 h 2767298"/>
              <a:gd name="connsiteX6419" fmla="*/ 4549989 w 4752801"/>
              <a:gd name="connsiteY6419" fmla="*/ 1983582 h 2767298"/>
              <a:gd name="connsiteX6420" fmla="*/ 4552014 w 4752801"/>
              <a:gd name="connsiteY6420" fmla="*/ 1986820 h 2767298"/>
              <a:gd name="connsiteX6421" fmla="*/ 4552014 w 4752801"/>
              <a:gd name="connsiteY6421" fmla="*/ 1988035 h 2767298"/>
              <a:gd name="connsiteX6422" fmla="*/ 4549989 w 4752801"/>
              <a:gd name="connsiteY6422" fmla="*/ 1991273 h 2767298"/>
              <a:gd name="connsiteX6423" fmla="*/ 4548775 w 4752801"/>
              <a:gd name="connsiteY6423" fmla="*/ 1991678 h 2767298"/>
              <a:gd name="connsiteX6424" fmla="*/ 4544727 w 4752801"/>
              <a:gd name="connsiteY6424" fmla="*/ 1991678 h 2767298"/>
              <a:gd name="connsiteX6425" fmla="*/ 4543513 w 4752801"/>
              <a:gd name="connsiteY6425" fmla="*/ 1991273 h 2767298"/>
              <a:gd name="connsiteX6426" fmla="*/ 4541489 w 4752801"/>
              <a:gd name="connsiteY6426" fmla="*/ 1988035 h 2767298"/>
              <a:gd name="connsiteX6427" fmla="*/ 4541489 w 4752801"/>
              <a:gd name="connsiteY6427" fmla="*/ 1986820 h 2767298"/>
              <a:gd name="connsiteX6428" fmla="*/ 4543513 w 4752801"/>
              <a:gd name="connsiteY6428" fmla="*/ 1983582 h 2767298"/>
              <a:gd name="connsiteX6429" fmla="*/ 4544727 w 4752801"/>
              <a:gd name="connsiteY6429" fmla="*/ 1982772 h 2767298"/>
              <a:gd name="connsiteX6430" fmla="*/ 4423284 w 4752801"/>
              <a:gd name="connsiteY6430" fmla="*/ 1982772 h 2767298"/>
              <a:gd name="connsiteX6431" fmla="*/ 4427737 w 4752801"/>
              <a:gd name="connsiteY6431" fmla="*/ 1982772 h 2767298"/>
              <a:gd name="connsiteX6432" fmla="*/ 4428951 w 4752801"/>
              <a:gd name="connsiteY6432" fmla="*/ 1983177 h 2767298"/>
              <a:gd name="connsiteX6433" fmla="*/ 4430975 w 4752801"/>
              <a:gd name="connsiteY6433" fmla="*/ 1986820 h 2767298"/>
              <a:gd name="connsiteX6434" fmla="*/ 4430975 w 4752801"/>
              <a:gd name="connsiteY6434" fmla="*/ 1988035 h 2767298"/>
              <a:gd name="connsiteX6435" fmla="*/ 4428951 w 4752801"/>
              <a:gd name="connsiteY6435" fmla="*/ 1991678 h 2767298"/>
              <a:gd name="connsiteX6436" fmla="*/ 4427737 w 4752801"/>
              <a:gd name="connsiteY6436" fmla="*/ 1992488 h 2767298"/>
              <a:gd name="connsiteX6437" fmla="*/ 4423284 w 4752801"/>
              <a:gd name="connsiteY6437" fmla="*/ 1992488 h 2767298"/>
              <a:gd name="connsiteX6438" fmla="*/ 4422070 w 4752801"/>
              <a:gd name="connsiteY6438" fmla="*/ 1991678 h 2767298"/>
              <a:gd name="connsiteX6439" fmla="*/ 4420046 w 4752801"/>
              <a:gd name="connsiteY6439" fmla="*/ 1988035 h 2767298"/>
              <a:gd name="connsiteX6440" fmla="*/ 4420046 w 4752801"/>
              <a:gd name="connsiteY6440" fmla="*/ 1986820 h 2767298"/>
              <a:gd name="connsiteX6441" fmla="*/ 4422070 w 4752801"/>
              <a:gd name="connsiteY6441" fmla="*/ 1983177 h 2767298"/>
              <a:gd name="connsiteX6442" fmla="*/ 4423284 w 4752801"/>
              <a:gd name="connsiteY6442" fmla="*/ 1982772 h 2767298"/>
              <a:gd name="connsiteX6443" fmla="*/ 4342727 w 4752801"/>
              <a:gd name="connsiteY6443" fmla="*/ 1982772 h 2767298"/>
              <a:gd name="connsiteX6444" fmla="*/ 4346370 w 4752801"/>
              <a:gd name="connsiteY6444" fmla="*/ 1982772 h 2767298"/>
              <a:gd name="connsiteX6445" fmla="*/ 4347584 w 4752801"/>
              <a:gd name="connsiteY6445" fmla="*/ 1983177 h 2767298"/>
              <a:gd name="connsiteX6446" fmla="*/ 4349203 w 4752801"/>
              <a:gd name="connsiteY6446" fmla="*/ 1986415 h 2767298"/>
              <a:gd name="connsiteX6447" fmla="*/ 4349203 w 4752801"/>
              <a:gd name="connsiteY6447" fmla="*/ 1987630 h 2767298"/>
              <a:gd name="connsiteX6448" fmla="*/ 4347584 w 4752801"/>
              <a:gd name="connsiteY6448" fmla="*/ 1990868 h 2767298"/>
              <a:gd name="connsiteX6449" fmla="*/ 4346370 w 4752801"/>
              <a:gd name="connsiteY6449" fmla="*/ 1992083 h 2767298"/>
              <a:gd name="connsiteX6450" fmla="*/ 4342727 w 4752801"/>
              <a:gd name="connsiteY6450" fmla="*/ 1992083 h 2767298"/>
              <a:gd name="connsiteX6451" fmla="*/ 4341512 w 4752801"/>
              <a:gd name="connsiteY6451" fmla="*/ 1991273 h 2767298"/>
              <a:gd name="connsiteX6452" fmla="*/ 4339893 w 4752801"/>
              <a:gd name="connsiteY6452" fmla="*/ 1988035 h 2767298"/>
              <a:gd name="connsiteX6453" fmla="*/ 4339893 w 4752801"/>
              <a:gd name="connsiteY6453" fmla="*/ 1986820 h 2767298"/>
              <a:gd name="connsiteX6454" fmla="*/ 4341512 w 4752801"/>
              <a:gd name="connsiteY6454" fmla="*/ 1983582 h 2767298"/>
              <a:gd name="connsiteX6455" fmla="*/ 4342727 w 4752801"/>
              <a:gd name="connsiteY6455" fmla="*/ 1982772 h 2767298"/>
              <a:gd name="connsiteX6456" fmla="*/ 4504246 w 4752801"/>
              <a:gd name="connsiteY6456" fmla="*/ 1982367 h 2767298"/>
              <a:gd name="connsiteX6457" fmla="*/ 4508699 w 4752801"/>
              <a:gd name="connsiteY6457" fmla="*/ 1982367 h 2767298"/>
              <a:gd name="connsiteX6458" fmla="*/ 4509913 w 4752801"/>
              <a:gd name="connsiteY6458" fmla="*/ 1983176 h 2767298"/>
              <a:gd name="connsiteX6459" fmla="*/ 4511937 w 4752801"/>
              <a:gd name="connsiteY6459" fmla="*/ 1986820 h 2767298"/>
              <a:gd name="connsiteX6460" fmla="*/ 4511937 w 4752801"/>
              <a:gd name="connsiteY6460" fmla="*/ 1988034 h 2767298"/>
              <a:gd name="connsiteX6461" fmla="*/ 4509913 w 4752801"/>
              <a:gd name="connsiteY6461" fmla="*/ 1991678 h 2767298"/>
              <a:gd name="connsiteX6462" fmla="*/ 4508699 w 4752801"/>
              <a:gd name="connsiteY6462" fmla="*/ 1992487 h 2767298"/>
              <a:gd name="connsiteX6463" fmla="*/ 4504246 w 4752801"/>
              <a:gd name="connsiteY6463" fmla="*/ 1992487 h 2767298"/>
              <a:gd name="connsiteX6464" fmla="*/ 4503032 w 4752801"/>
              <a:gd name="connsiteY6464" fmla="*/ 1991678 h 2767298"/>
              <a:gd name="connsiteX6465" fmla="*/ 4501008 w 4752801"/>
              <a:gd name="connsiteY6465" fmla="*/ 1988034 h 2767298"/>
              <a:gd name="connsiteX6466" fmla="*/ 4501008 w 4752801"/>
              <a:gd name="connsiteY6466" fmla="*/ 1986820 h 2767298"/>
              <a:gd name="connsiteX6467" fmla="*/ 4503032 w 4752801"/>
              <a:gd name="connsiteY6467" fmla="*/ 1983176 h 2767298"/>
              <a:gd name="connsiteX6468" fmla="*/ 4504246 w 4752801"/>
              <a:gd name="connsiteY6468" fmla="*/ 1982367 h 2767298"/>
              <a:gd name="connsiteX6469" fmla="*/ 4463765 w 4752801"/>
              <a:gd name="connsiteY6469" fmla="*/ 1982367 h 2767298"/>
              <a:gd name="connsiteX6470" fmla="*/ 4468218 w 4752801"/>
              <a:gd name="connsiteY6470" fmla="*/ 1982367 h 2767298"/>
              <a:gd name="connsiteX6471" fmla="*/ 4469432 w 4752801"/>
              <a:gd name="connsiteY6471" fmla="*/ 1983176 h 2767298"/>
              <a:gd name="connsiteX6472" fmla="*/ 4471456 w 4752801"/>
              <a:gd name="connsiteY6472" fmla="*/ 1986820 h 2767298"/>
              <a:gd name="connsiteX6473" fmla="*/ 4471456 w 4752801"/>
              <a:gd name="connsiteY6473" fmla="*/ 1988034 h 2767298"/>
              <a:gd name="connsiteX6474" fmla="*/ 4469432 w 4752801"/>
              <a:gd name="connsiteY6474" fmla="*/ 1991678 h 2767298"/>
              <a:gd name="connsiteX6475" fmla="*/ 4468218 w 4752801"/>
              <a:gd name="connsiteY6475" fmla="*/ 1992082 h 2767298"/>
              <a:gd name="connsiteX6476" fmla="*/ 4463765 w 4752801"/>
              <a:gd name="connsiteY6476" fmla="*/ 1992082 h 2767298"/>
              <a:gd name="connsiteX6477" fmla="*/ 4462551 w 4752801"/>
              <a:gd name="connsiteY6477" fmla="*/ 1991273 h 2767298"/>
              <a:gd name="connsiteX6478" fmla="*/ 4460527 w 4752801"/>
              <a:gd name="connsiteY6478" fmla="*/ 1987630 h 2767298"/>
              <a:gd name="connsiteX6479" fmla="*/ 4460527 w 4752801"/>
              <a:gd name="connsiteY6479" fmla="*/ 1986415 h 2767298"/>
              <a:gd name="connsiteX6480" fmla="*/ 4462551 w 4752801"/>
              <a:gd name="connsiteY6480" fmla="*/ 1982772 h 2767298"/>
              <a:gd name="connsiteX6481" fmla="*/ 4463765 w 4752801"/>
              <a:gd name="connsiteY6481" fmla="*/ 1982367 h 2767298"/>
              <a:gd name="connsiteX6482" fmla="*/ 4302245 w 4752801"/>
              <a:gd name="connsiteY6482" fmla="*/ 1982367 h 2767298"/>
              <a:gd name="connsiteX6483" fmla="*/ 4306293 w 4752801"/>
              <a:gd name="connsiteY6483" fmla="*/ 1982367 h 2767298"/>
              <a:gd name="connsiteX6484" fmla="*/ 4307507 w 4752801"/>
              <a:gd name="connsiteY6484" fmla="*/ 1982772 h 2767298"/>
              <a:gd name="connsiteX6485" fmla="*/ 4309532 w 4752801"/>
              <a:gd name="connsiteY6485" fmla="*/ 1986415 h 2767298"/>
              <a:gd name="connsiteX6486" fmla="*/ 4309532 w 4752801"/>
              <a:gd name="connsiteY6486" fmla="*/ 1987630 h 2767298"/>
              <a:gd name="connsiteX6487" fmla="*/ 4307507 w 4752801"/>
              <a:gd name="connsiteY6487" fmla="*/ 1991273 h 2767298"/>
              <a:gd name="connsiteX6488" fmla="*/ 4306293 w 4752801"/>
              <a:gd name="connsiteY6488" fmla="*/ 1991678 h 2767298"/>
              <a:gd name="connsiteX6489" fmla="*/ 4302245 w 4752801"/>
              <a:gd name="connsiteY6489" fmla="*/ 1991678 h 2767298"/>
              <a:gd name="connsiteX6490" fmla="*/ 4301031 w 4752801"/>
              <a:gd name="connsiteY6490" fmla="*/ 1991273 h 2767298"/>
              <a:gd name="connsiteX6491" fmla="*/ 4299007 w 4752801"/>
              <a:gd name="connsiteY6491" fmla="*/ 1987630 h 2767298"/>
              <a:gd name="connsiteX6492" fmla="*/ 4299007 w 4752801"/>
              <a:gd name="connsiteY6492" fmla="*/ 1986415 h 2767298"/>
              <a:gd name="connsiteX6493" fmla="*/ 4301031 w 4752801"/>
              <a:gd name="connsiteY6493" fmla="*/ 1982772 h 2767298"/>
              <a:gd name="connsiteX6494" fmla="*/ 4302245 w 4752801"/>
              <a:gd name="connsiteY6494" fmla="*/ 1982367 h 2767298"/>
              <a:gd name="connsiteX6495" fmla="*/ 4261764 w 4752801"/>
              <a:gd name="connsiteY6495" fmla="*/ 1982367 h 2767298"/>
              <a:gd name="connsiteX6496" fmla="*/ 4265407 w 4752801"/>
              <a:gd name="connsiteY6496" fmla="*/ 1982367 h 2767298"/>
              <a:gd name="connsiteX6497" fmla="*/ 4266621 w 4752801"/>
              <a:gd name="connsiteY6497" fmla="*/ 1983176 h 2767298"/>
              <a:gd name="connsiteX6498" fmla="*/ 4268240 w 4752801"/>
              <a:gd name="connsiteY6498" fmla="*/ 1986415 h 2767298"/>
              <a:gd name="connsiteX6499" fmla="*/ 4268240 w 4752801"/>
              <a:gd name="connsiteY6499" fmla="*/ 1987630 h 2767298"/>
              <a:gd name="connsiteX6500" fmla="*/ 4266621 w 4752801"/>
              <a:gd name="connsiteY6500" fmla="*/ 1990868 h 2767298"/>
              <a:gd name="connsiteX6501" fmla="*/ 4265407 w 4752801"/>
              <a:gd name="connsiteY6501" fmla="*/ 1991678 h 2767298"/>
              <a:gd name="connsiteX6502" fmla="*/ 4261764 w 4752801"/>
              <a:gd name="connsiteY6502" fmla="*/ 1991678 h 2767298"/>
              <a:gd name="connsiteX6503" fmla="*/ 4260549 w 4752801"/>
              <a:gd name="connsiteY6503" fmla="*/ 1990868 h 2767298"/>
              <a:gd name="connsiteX6504" fmla="*/ 4258930 w 4752801"/>
              <a:gd name="connsiteY6504" fmla="*/ 1987630 h 2767298"/>
              <a:gd name="connsiteX6505" fmla="*/ 4258930 w 4752801"/>
              <a:gd name="connsiteY6505" fmla="*/ 1986415 h 2767298"/>
              <a:gd name="connsiteX6506" fmla="*/ 4260549 w 4752801"/>
              <a:gd name="connsiteY6506" fmla="*/ 1983176 h 2767298"/>
              <a:gd name="connsiteX6507" fmla="*/ 4261764 w 4752801"/>
              <a:gd name="connsiteY6507" fmla="*/ 1982367 h 2767298"/>
              <a:gd name="connsiteX6508" fmla="*/ 3654140 w 4752801"/>
              <a:gd name="connsiteY6508" fmla="*/ 1982367 h 2767298"/>
              <a:gd name="connsiteX6509" fmla="*/ 3658593 w 4752801"/>
              <a:gd name="connsiteY6509" fmla="*/ 1982367 h 2767298"/>
              <a:gd name="connsiteX6510" fmla="*/ 3659807 w 4752801"/>
              <a:gd name="connsiteY6510" fmla="*/ 1983176 h 2767298"/>
              <a:gd name="connsiteX6511" fmla="*/ 3661831 w 4752801"/>
              <a:gd name="connsiteY6511" fmla="*/ 1986820 h 2767298"/>
              <a:gd name="connsiteX6512" fmla="*/ 3661831 w 4752801"/>
              <a:gd name="connsiteY6512" fmla="*/ 1988034 h 2767298"/>
              <a:gd name="connsiteX6513" fmla="*/ 3659807 w 4752801"/>
              <a:gd name="connsiteY6513" fmla="*/ 1991678 h 2767298"/>
              <a:gd name="connsiteX6514" fmla="*/ 3658593 w 4752801"/>
              <a:gd name="connsiteY6514" fmla="*/ 1992487 h 2767298"/>
              <a:gd name="connsiteX6515" fmla="*/ 3654140 w 4752801"/>
              <a:gd name="connsiteY6515" fmla="*/ 1992487 h 2767298"/>
              <a:gd name="connsiteX6516" fmla="*/ 3652926 w 4752801"/>
              <a:gd name="connsiteY6516" fmla="*/ 1991678 h 2767298"/>
              <a:gd name="connsiteX6517" fmla="*/ 3650902 w 4752801"/>
              <a:gd name="connsiteY6517" fmla="*/ 1988034 h 2767298"/>
              <a:gd name="connsiteX6518" fmla="*/ 3650902 w 4752801"/>
              <a:gd name="connsiteY6518" fmla="*/ 1986820 h 2767298"/>
              <a:gd name="connsiteX6519" fmla="*/ 3652926 w 4752801"/>
              <a:gd name="connsiteY6519" fmla="*/ 1983176 h 2767298"/>
              <a:gd name="connsiteX6520" fmla="*/ 3654140 w 4752801"/>
              <a:gd name="connsiteY6520" fmla="*/ 1982367 h 2767298"/>
              <a:gd name="connsiteX6521" fmla="*/ 3613659 w 4752801"/>
              <a:gd name="connsiteY6521" fmla="*/ 1982367 h 2767298"/>
              <a:gd name="connsiteX6522" fmla="*/ 3618516 w 4752801"/>
              <a:gd name="connsiteY6522" fmla="*/ 1982367 h 2767298"/>
              <a:gd name="connsiteX6523" fmla="*/ 3619731 w 4752801"/>
              <a:gd name="connsiteY6523" fmla="*/ 1982772 h 2767298"/>
              <a:gd name="connsiteX6524" fmla="*/ 3622160 w 4752801"/>
              <a:gd name="connsiteY6524" fmla="*/ 1986820 h 2767298"/>
              <a:gd name="connsiteX6525" fmla="*/ 3622160 w 4752801"/>
              <a:gd name="connsiteY6525" fmla="*/ 1988034 h 2767298"/>
              <a:gd name="connsiteX6526" fmla="*/ 3619731 w 4752801"/>
              <a:gd name="connsiteY6526" fmla="*/ 1992082 h 2767298"/>
              <a:gd name="connsiteX6527" fmla="*/ 3618516 w 4752801"/>
              <a:gd name="connsiteY6527" fmla="*/ 1992487 h 2767298"/>
              <a:gd name="connsiteX6528" fmla="*/ 3613659 w 4752801"/>
              <a:gd name="connsiteY6528" fmla="*/ 1992487 h 2767298"/>
              <a:gd name="connsiteX6529" fmla="*/ 3612444 w 4752801"/>
              <a:gd name="connsiteY6529" fmla="*/ 1992082 h 2767298"/>
              <a:gd name="connsiteX6530" fmla="*/ 3610016 w 4752801"/>
              <a:gd name="connsiteY6530" fmla="*/ 1988034 h 2767298"/>
              <a:gd name="connsiteX6531" fmla="*/ 3610016 w 4752801"/>
              <a:gd name="connsiteY6531" fmla="*/ 1986820 h 2767298"/>
              <a:gd name="connsiteX6532" fmla="*/ 3612444 w 4752801"/>
              <a:gd name="connsiteY6532" fmla="*/ 1982772 h 2767298"/>
              <a:gd name="connsiteX6533" fmla="*/ 3613659 w 4752801"/>
              <a:gd name="connsiteY6533" fmla="*/ 1982367 h 2767298"/>
              <a:gd name="connsiteX6534" fmla="*/ 3573178 w 4752801"/>
              <a:gd name="connsiteY6534" fmla="*/ 1981152 h 2767298"/>
              <a:gd name="connsiteX6535" fmla="*/ 3578035 w 4752801"/>
              <a:gd name="connsiteY6535" fmla="*/ 1981152 h 2767298"/>
              <a:gd name="connsiteX6536" fmla="*/ 3579250 w 4752801"/>
              <a:gd name="connsiteY6536" fmla="*/ 1981962 h 2767298"/>
              <a:gd name="connsiteX6537" fmla="*/ 3581679 w 4752801"/>
              <a:gd name="connsiteY6537" fmla="*/ 1986415 h 2767298"/>
              <a:gd name="connsiteX6538" fmla="*/ 3581679 w 4752801"/>
              <a:gd name="connsiteY6538" fmla="*/ 1987629 h 2767298"/>
              <a:gd name="connsiteX6539" fmla="*/ 3579250 w 4752801"/>
              <a:gd name="connsiteY6539" fmla="*/ 1992082 h 2767298"/>
              <a:gd name="connsiteX6540" fmla="*/ 3578035 w 4752801"/>
              <a:gd name="connsiteY6540" fmla="*/ 1992892 h 2767298"/>
              <a:gd name="connsiteX6541" fmla="*/ 3573178 w 4752801"/>
              <a:gd name="connsiteY6541" fmla="*/ 1992892 h 2767298"/>
              <a:gd name="connsiteX6542" fmla="*/ 3571963 w 4752801"/>
              <a:gd name="connsiteY6542" fmla="*/ 1992082 h 2767298"/>
              <a:gd name="connsiteX6543" fmla="*/ 3569535 w 4752801"/>
              <a:gd name="connsiteY6543" fmla="*/ 1987629 h 2767298"/>
              <a:gd name="connsiteX6544" fmla="*/ 3569535 w 4752801"/>
              <a:gd name="connsiteY6544" fmla="*/ 1986415 h 2767298"/>
              <a:gd name="connsiteX6545" fmla="*/ 3571963 w 4752801"/>
              <a:gd name="connsiteY6545" fmla="*/ 1981962 h 2767298"/>
              <a:gd name="connsiteX6546" fmla="*/ 3573178 w 4752801"/>
              <a:gd name="connsiteY6546" fmla="*/ 1981152 h 2767298"/>
              <a:gd name="connsiteX6547" fmla="*/ 3532291 w 4752801"/>
              <a:gd name="connsiteY6547" fmla="*/ 1981152 h 2767298"/>
              <a:gd name="connsiteX6548" fmla="*/ 3537958 w 4752801"/>
              <a:gd name="connsiteY6548" fmla="*/ 1981152 h 2767298"/>
              <a:gd name="connsiteX6549" fmla="*/ 3539173 w 4752801"/>
              <a:gd name="connsiteY6549" fmla="*/ 1981962 h 2767298"/>
              <a:gd name="connsiteX6550" fmla="*/ 3542006 w 4752801"/>
              <a:gd name="connsiteY6550" fmla="*/ 1986819 h 2767298"/>
              <a:gd name="connsiteX6551" fmla="*/ 3542006 w 4752801"/>
              <a:gd name="connsiteY6551" fmla="*/ 1988034 h 2767298"/>
              <a:gd name="connsiteX6552" fmla="*/ 3539173 w 4752801"/>
              <a:gd name="connsiteY6552" fmla="*/ 1992892 h 2767298"/>
              <a:gd name="connsiteX6553" fmla="*/ 3537958 w 4752801"/>
              <a:gd name="connsiteY6553" fmla="*/ 1993296 h 2767298"/>
              <a:gd name="connsiteX6554" fmla="*/ 3532291 w 4752801"/>
              <a:gd name="connsiteY6554" fmla="*/ 1993296 h 2767298"/>
              <a:gd name="connsiteX6555" fmla="*/ 3531077 w 4752801"/>
              <a:gd name="connsiteY6555" fmla="*/ 1992892 h 2767298"/>
              <a:gd name="connsiteX6556" fmla="*/ 3528243 w 4752801"/>
              <a:gd name="connsiteY6556" fmla="*/ 1988034 h 2767298"/>
              <a:gd name="connsiteX6557" fmla="*/ 3528243 w 4752801"/>
              <a:gd name="connsiteY6557" fmla="*/ 1986819 h 2767298"/>
              <a:gd name="connsiteX6558" fmla="*/ 3531077 w 4752801"/>
              <a:gd name="connsiteY6558" fmla="*/ 1981962 h 2767298"/>
              <a:gd name="connsiteX6559" fmla="*/ 3532291 w 4752801"/>
              <a:gd name="connsiteY6559" fmla="*/ 1981152 h 2767298"/>
              <a:gd name="connsiteX6560" fmla="*/ 3490596 w 4752801"/>
              <a:gd name="connsiteY6560" fmla="*/ 1980343 h 2767298"/>
              <a:gd name="connsiteX6561" fmla="*/ 3497882 w 4752801"/>
              <a:gd name="connsiteY6561" fmla="*/ 1980343 h 2767298"/>
              <a:gd name="connsiteX6562" fmla="*/ 3499097 w 4752801"/>
              <a:gd name="connsiteY6562" fmla="*/ 1980748 h 2767298"/>
              <a:gd name="connsiteX6563" fmla="*/ 3502740 w 4752801"/>
              <a:gd name="connsiteY6563" fmla="*/ 1986820 h 2767298"/>
              <a:gd name="connsiteX6564" fmla="*/ 3502740 w 4752801"/>
              <a:gd name="connsiteY6564" fmla="*/ 1988034 h 2767298"/>
              <a:gd name="connsiteX6565" fmla="*/ 3499097 w 4752801"/>
              <a:gd name="connsiteY6565" fmla="*/ 1994106 h 2767298"/>
              <a:gd name="connsiteX6566" fmla="*/ 3497882 w 4752801"/>
              <a:gd name="connsiteY6566" fmla="*/ 1994916 h 2767298"/>
              <a:gd name="connsiteX6567" fmla="*/ 3490596 w 4752801"/>
              <a:gd name="connsiteY6567" fmla="*/ 1994916 h 2767298"/>
              <a:gd name="connsiteX6568" fmla="*/ 3489381 w 4752801"/>
              <a:gd name="connsiteY6568" fmla="*/ 1994106 h 2767298"/>
              <a:gd name="connsiteX6569" fmla="*/ 3485738 w 4752801"/>
              <a:gd name="connsiteY6569" fmla="*/ 1988034 h 2767298"/>
              <a:gd name="connsiteX6570" fmla="*/ 3485738 w 4752801"/>
              <a:gd name="connsiteY6570" fmla="*/ 1986820 h 2767298"/>
              <a:gd name="connsiteX6571" fmla="*/ 3489381 w 4752801"/>
              <a:gd name="connsiteY6571" fmla="*/ 1980748 h 2767298"/>
              <a:gd name="connsiteX6572" fmla="*/ 3490596 w 4752801"/>
              <a:gd name="connsiteY6572" fmla="*/ 1980343 h 2767298"/>
              <a:gd name="connsiteX6573" fmla="*/ 3449305 w 4752801"/>
              <a:gd name="connsiteY6573" fmla="*/ 1978319 h 2767298"/>
              <a:gd name="connsiteX6574" fmla="*/ 3458211 w 4752801"/>
              <a:gd name="connsiteY6574" fmla="*/ 1978319 h 2767298"/>
              <a:gd name="connsiteX6575" fmla="*/ 3459425 w 4752801"/>
              <a:gd name="connsiteY6575" fmla="*/ 1978724 h 2767298"/>
              <a:gd name="connsiteX6576" fmla="*/ 3463879 w 4752801"/>
              <a:gd name="connsiteY6576" fmla="*/ 1986415 h 2767298"/>
              <a:gd name="connsiteX6577" fmla="*/ 3463879 w 4752801"/>
              <a:gd name="connsiteY6577" fmla="*/ 1987630 h 2767298"/>
              <a:gd name="connsiteX6578" fmla="*/ 3459425 w 4752801"/>
              <a:gd name="connsiteY6578" fmla="*/ 1995321 h 2767298"/>
              <a:gd name="connsiteX6579" fmla="*/ 3458211 w 4752801"/>
              <a:gd name="connsiteY6579" fmla="*/ 1995726 h 2767298"/>
              <a:gd name="connsiteX6580" fmla="*/ 3449305 w 4752801"/>
              <a:gd name="connsiteY6580" fmla="*/ 1995726 h 2767298"/>
              <a:gd name="connsiteX6581" fmla="*/ 3448091 w 4752801"/>
              <a:gd name="connsiteY6581" fmla="*/ 1995321 h 2767298"/>
              <a:gd name="connsiteX6582" fmla="*/ 3443638 w 4752801"/>
              <a:gd name="connsiteY6582" fmla="*/ 1987630 h 2767298"/>
              <a:gd name="connsiteX6583" fmla="*/ 3443638 w 4752801"/>
              <a:gd name="connsiteY6583" fmla="*/ 1986415 h 2767298"/>
              <a:gd name="connsiteX6584" fmla="*/ 3448091 w 4752801"/>
              <a:gd name="connsiteY6584" fmla="*/ 1978724 h 2767298"/>
              <a:gd name="connsiteX6585" fmla="*/ 3449305 w 4752801"/>
              <a:gd name="connsiteY6585" fmla="*/ 1978319 h 2767298"/>
              <a:gd name="connsiteX6586" fmla="*/ 3408013 w 4752801"/>
              <a:gd name="connsiteY6586" fmla="*/ 1977104 h 2767298"/>
              <a:gd name="connsiteX6587" fmla="*/ 3418538 w 4752801"/>
              <a:gd name="connsiteY6587" fmla="*/ 1977104 h 2767298"/>
              <a:gd name="connsiteX6588" fmla="*/ 3419753 w 4752801"/>
              <a:gd name="connsiteY6588" fmla="*/ 1977914 h 2767298"/>
              <a:gd name="connsiteX6589" fmla="*/ 3425015 w 4752801"/>
              <a:gd name="connsiteY6589" fmla="*/ 1986820 h 2767298"/>
              <a:gd name="connsiteX6590" fmla="*/ 3425015 w 4752801"/>
              <a:gd name="connsiteY6590" fmla="*/ 1988034 h 2767298"/>
              <a:gd name="connsiteX6591" fmla="*/ 3419753 w 4752801"/>
              <a:gd name="connsiteY6591" fmla="*/ 1996940 h 2767298"/>
              <a:gd name="connsiteX6592" fmla="*/ 3418538 w 4752801"/>
              <a:gd name="connsiteY6592" fmla="*/ 1997345 h 2767298"/>
              <a:gd name="connsiteX6593" fmla="*/ 3408013 w 4752801"/>
              <a:gd name="connsiteY6593" fmla="*/ 1997345 h 2767298"/>
              <a:gd name="connsiteX6594" fmla="*/ 3406799 w 4752801"/>
              <a:gd name="connsiteY6594" fmla="*/ 1996940 h 2767298"/>
              <a:gd name="connsiteX6595" fmla="*/ 3401537 w 4752801"/>
              <a:gd name="connsiteY6595" fmla="*/ 1988034 h 2767298"/>
              <a:gd name="connsiteX6596" fmla="*/ 3401537 w 4752801"/>
              <a:gd name="connsiteY6596" fmla="*/ 1986820 h 2767298"/>
              <a:gd name="connsiteX6597" fmla="*/ 3406799 w 4752801"/>
              <a:gd name="connsiteY6597" fmla="*/ 1977914 h 2767298"/>
              <a:gd name="connsiteX6598" fmla="*/ 3408013 w 4752801"/>
              <a:gd name="connsiteY6598" fmla="*/ 1977104 h 2767298"/>
              <a:gd name="connsiteX6599" fmla="*/ 3286974 w 4752801"/>
              <a:gd name="connsiteY6599" fmla="*/ 1976295 h 2767298"/>
              <a:gd name="connsiteX6600" fmla="*/ 3297499 w 4752801"/>
              <a:gd name="connsiteY6600" fmla="*/ 1976295 h 2767298"/>
              <a:gd name="connsiteX6601" fmla="*/ 3298714 w 4752801"/>
              <a:gd name="connsiteY6601" fmla="*/ 1977104 h 2767298"/>
              <a:gd name="connsiteX6602" fmla="*/ 3303977 w 4752801"/>
              <a:gd name="connsiteY6602" fmla="*/ 1986415 h 2767298"/>
              <a:gd name="connsiteX6603" fmla="*/ 3303977 w 4752801"/>
              <a:gd name="connsiteY6603" fmla="*/ 1987630 h 2767298"/>
              <a:gd name="connsiteX6604" fmla="*/ 3298714 w 4752801"/>
              <a:gd name="connsiteY6604" fmla="*/ 1996940 h 2767298"/>
              <a:gd name="connsiteX6605" fmla="*/ 3297499 w 4752801"/>
              <a:gd name="connsiteY6605" fmla="*/ 1997345 h 2767298"/>
              <a:gd name="connsiteX6606" fmla="*/ 3286974 w 4752801"/>
              <a:gd name="connsiteY6606" fmla="*/ 1997345 h 2767298"/>
              <a:gd name="connsiteX6607" fmla="*/ 3285760 w 4752801"/>
              <a:gd name="connsiteY6607" fmla="*/ 1996940 h 2767298"/>
              <a:gd name="connsiteX6608" fmla="*/ 3280498 w 4752801"/>
              <a:gd name="connsiteY6608" fmla="*/ 1987630 h 2767298"/>
              <a:gd name="connsiteX6609" fmla="*/ 3280498 w 4752801"/>
              <a:gd name="connsiteY6609" fmla="*/ 1986415 h 2767298"/>
              <a:gd name="connsiteX6610" fmla="*/ 3285760 w 4752801"/>
              <a:gd name="connsiteY6610" fmla="*/ 1977104 h 2767298"/>
              <a:gd name="connsiteX6611" fmla="*/ 3286974 w 4752801"/>
              <a:gd name="connsiteY6611" fmla="*/ 1976295 h 2767298"/>
              <a:gd name="connsiteX6612" fmla="*/ 3367128 w 4752801"/>
              <a:gd name="connsiteY6612" fmla="*/ 1975890 h 2767298"/>
              <a:gd name="connsiteX6613" fmla="*/ 3378867 w 4752801"/>
              <a:gd name="connsiteY6613" fmla="*/ 1975890 h 2767298"/>
              <a:gd name="connsiteX6614" fmla="*/ 3380081 w 4752801"/>
              <a:gd name="connsiteY6614" fmla="*/ 1976295 h 2767298"/>
              <a:gd name="connsiteX6615" fmla="*/ 3385749 w 4752801"/>
              <a:gd name="connsiteY6615" fmla="*/ 1986415 h 2767298"/>
              <a:gd name="connsiteX6616" fmla="*/ 3385749 w 4752801"/>
              <a:gd name="connsiteY6616" fmla="*/ 1987630 h 2767298"/>
              <a:gd name="connsiteX6617" fmla="*/ 3380081 w 4752801"/>
              <a:gd name="connsiteY6617" fmla="*/ 1997750 h 2767298"/>
              <a:gd name="connsiteX6618" fmla="*/ 3378867 w 4752801"/>
              <a:gd name="connsiteY6618" fmla="*/ 1998560 h 2767298"/>
              <a:gd name="connsiteX6619" fmla="*/ 3367128 w 4752801"/>
              <a:gd name="connsiteY6619" fmla="*/ 1998560 h 2767298"/>
              <a:gd name="connsiteX6620" fmla="*/ 3365913 w 4752801"/>
              <a:gd name="connsiteY6620" fmla="*/ 1997750 h 2767298"/>
              <a:gd name="connsiteX6621" fmla="*/ 3360246 w 4752801"/>
              <a:gd name="connsiteY6621" fmla="*/ 1987630 h 2767298"/>
              <a:gd name="connsiteX6622" fmla="*/ 3360246 w 4752801"/>
              <a:gd name="connsiteY6622" fmla="*/ 1986415 h 2767298"/>
              <a:gd name="connsiteX6623" fmla="*/ 3365913 w 4752801"/>
              <a:gd name="connsiteY6623" fmla="*/ 1976295 h 2767298"/>
              <a:gd name="connsiteX6624" fmla="*/ 3367128 w 4752801"/>
              <a:gd name="connsiteY6624" fmla="*/ 1975890 h 2767298"/>
              <a:gd name="connsiteX6625" fmla="*/ 3326646 w 4752801"/>
              <a:gd name="connsiteY6625" fmla="*/ 1975890 h 2767298"/>
              <a:gd name="connsiteX6626" fmla="*/ 3338386 w 4752801"/>
              <a:gd name="connsiteY6626" fmla="*/ 1975890 h 2767298"/>
              <a:gd name="connsiteX6627" fmla="*/ 3339600 w 4752801"/>
              <a:gd name="connsiteY6627" fmla="*/ 1976700 h 2767298"/>
              <a:gd name="connsiteX6628" fmla="*/ 3345672 w 4752801"/>
              <a:gd name="connsiteY6628" fmla="*/ 1986820 h 2767298"/>
              <a:gd name="connsiteX6629" fmla="*/ 3345672 w 4752801"/>
              <a:gd name="connsiteY6629" fmla="*/ 1988034 h 2767298"/>
              <a:gd name="connsiteX6630" fmla="*/ 3339600 w 4752801"/>
              <a:gd name="connsiteY6630" fmla="*/ 1998155 h 2767298"/>
              <a:gd name="connsiteX6631" fmla="*/ 3338386 w 4752801"/>
              <a:gd name="connsiteY6631" fmla="*/ 1998964 h 2767298"/>
              <a:gd name="connsiteX6632" fmla="*/ 3326646 w 4752801"/>
              <a:gd name="connsiteY6632" fmla="*/ 1998964 h 2767298"/>
              <a:gd name="connsiteX6633" fmla="*/ 3325432 w 4752801"/>
              <a:gd name="connsiteY6633" fmla="*/ 1998155 h 2767298"/>
              <a:gd name="connsiteX6634" fmla="*/ 3319360 w 4752801"/>
              <a:gd name="connsiteY6634" fmla="*/ 1988034 h 2767298"/>
              <a:gd name="connsiteX6635" fmla="*/ 3319360 w 4752801"/>
              <a:gd name="connsiteY6635" fmla="*/ 1986820 h 2767298"/>
              <a:gd name="connsiteX6636" fmla="*/ 3325432 w 4752801"/>
              <a:gd name="connsiteY6636" fmla="*/ 1976700 h 2767298"/>
              <a:gd name="connsiteX6637" fmla="*/ 3326646 w 4752801"/>
              <a:gd name="connsiteY6637" fmla="*/ 1975890 h 2767298"/>
              <a:gd name="connsiteX6638" fmla="*/ 3246089 w 4752801"/>
              <a:gd name="connsiteY6638" fmla="*/ 1975890 h 2767298"/>
              <a:gd name="connsiteX6639" fmla="*/ 3257018 w 4752801"/>
              <a:gd name="connsiteY6639" fmla="*/ 1975890 h 2767298"/>
              <a:gd name="connsiteX6640" fmla="*/ 3258233 w 4752801"/>
              <a:gd name="connsiteY6640" fmla="*/ 1976700 h 2767298"/>
              <a:gd name="connsiteX6641" fmla="*/ 3263900 w 4752801"/>
              <a:gd name="connsiteY6641" fmla="*/ 1986415 h 2767298"/>
              <a:gd name="connsiteX6642" fmla="*/ 3263900 w 4752801"/>
              <a:gd name="connsiteY6642" fmla="*/ 1987630 h 2767298"/>
              <a:gd name="connsiteX6643" fmla="*/ 3258233 w 4752801"/>
              <a:gd name="connsiteY6643" fmla="*/ 1997345 h 2767298"/>
              <a:gd name="connsiteX6644" fmla="*/ 3257018 w 4752801"/>
              <a:gd name="connsiteY6644" fmla="*/ 1998155 h 2767298"/>
              <a:gd name="connsiteX6645" fmla="*/ 3246089 w 4752801"/>
              <a:gd name="connsiteY6645" fmla="*/ 1998155 h 2767298"/>
              <a:gd name="connsiteX6646" fmla="*/ 3244874 w 4752801"/>
              <a:gd name="connsiteY6646" fmla="*/ 1997345 h 2767298"/>
              <a:gd name="connsiteX6647" fmla="*/ 3239207 w 4752801"/>
              <a:gd name="connsiteY6647" fmla="*/ 1987630 h 2767298"/>
              <a:gd name="connsiteX6648" fmla="*/ 3239207 w 4752801"/>
              <a:gd name="connsiteY6648" fmla="*/ 1986415 h 2767298"/>
              <a:gd name="connsiteX6649" fmla="*/ 3244874 w 4752801"/>
              <a:gd name="connsiteY6649" fmla="*/ 1976700 h 2767298"/>
              <a:gd name="connsiteX6650" fmla="*/ 3246089 w 4752801"/>
              <a:gd name="connsiteY6650" fmla="*/ 1975890 h 2767298"/>
              <a:gd name="connsiteX6651" fmla="*/ 4099838 w 4752801"/>
              <a:gd name="connsiteY6651" fmla="*/ 1943505 h 2767298"/>
              <a:gd name="connsiteX6652" fmla="*/ 4103482 w 4752801"/>
              <a:gd name="connsiteY6652" fmla="*/ 1943505 h 2767298"/>
              <a:gd name="connsiteX6653" fmla="*/ 4105101 w 4752801"/>
              <a:gd name="connsiteY6653" fmla="*/ 1946743 h 2767298"/>
              <a:gd name="connsiteX6654" fmla="*/ 4103482 w 4752801"/>
              <a:gd name="connsiteY6654" fmla="*/ 1949982 h 2767298"/>
              <a:gd name="connsiteX6655" fmla="*/ 4099838 w 4752801"/>
              <a:gd name="connsiteY6655" fmla="*/ 1949982 h 2767298"/>
              <a:gd name="connsiteX6656" fmla="*/ 4098219 w 4752801"/>
              <a:gd name="connsiteY6656" fmla="*/ 1946743 h 2767298"/>
              <a:gd name="connsiteX6657" fmla="*/ 4018876 w 4752801"/>
              <a:gd name="connsiteY6657" fmla="*/ 1943505 h 2767298"/>
              <a:gd name="connsiteX6658" fmla="*/ 4022924 w 4752801"/>
              <a:gd name="connsiteY6658" fmla="*/ 1943505 h 2767298"/>
              <a:gd name="connsiteX6659" fmla="*/ 4024948 w 4752801"/>
              <a:gd name="connsiteY6659" fmla="*/ 1946743 h 2767298"/>
              <a:gd name="connsiteX6660" fmla="*/ 4022924 w 4752801"/>
              <a:gd name="connsiteY6660" fmla="*/ 1949982 h 2767298"/>
              <a:gd name="connsiteX6661" fmla="*/ 4018876 w 4752801"/>
              <a:gd name="connsiteY6661" fmla="*/ 1949982 h 2767298"/>
              <a:gd name="connsiteX6662" fmla="*/ 4016852 w 4752801"/>
              <a:gd name="connsiteY6662" fmla="*/ 1946743 h 2767298"/>
              <a:gd name="connsiteX6663" fmla="*/ 3978395 w 4752801"/>
              <a:gd name="connsiteY6663" fmla="*/ 1943505 h 2767298"/>
              <a:gd name="connsiteX6664" fmla="*/ 3982443 w 4752801"/>
              <a:gd name="connsiteY6664" fmla="*/ 1943505 h 2767298"/>
              <a:gd name="connsiteX6665" fmla="*/ 3984467 w 4752801"/>
              <a:gd name="connsiteY6665" fmla="*/ 1946743 h 2767298"/>
              <a:gd name="connsiteX6666" fmla="*/ 3982443 w 4752801"/>
              <a:gd name="connsiteY6666" fmla="*/ 1949982 h 2767298"/>
              <a:gd name="connsiteX6667" fmla="*/ 3978395 w 4752801"/>
              <a:gd name="connsiteY6667" fmla="*/ 1949982 h 2767298"/>
              <a:gd name="connsiteX6668" fmla="*/ 3976371 w 4752801"/>
              <a:gd name="connsiteY6668" fmla="*/ 1946743 h 2767298"/>
              <a:gd name="connsiteX6669" fmla="*/ 3938318 w 4752801"/>
              <a:gd name="connsiteY6669" fmla="*/ 1943505 h 2767298"/>
              <a:gd name="connsiteX6670" fmla="*/ 3941961 w 4752801"/>
              <a:gd name="connsiteY6670" fmla="*/ 1943505 h 2767298"/>
              <a:gd name="connsiteX6671" fmla="*/ 3943986 w 4752801"/>
              <a:gd name="connsiteY6671" fmla="*/ 1946743 h 2767298"/>
              <a:gd name="connsiteX6672" fmla="*/ 3941961 w 4752801"/>
              <a:gd name="connsiteY6672" fmla="*/ 1949982 h 2767298"/>
              <a:gd name="connsiteX6673" fmla="*/ 3938318 w 4752801"/>
              <a:gd name="connsiteY6673" fmla="*/ 1949982 h 2767298"/>
              <a:gd name="connsiteX6674" fmla="*/ 3936294 w 4752801"/>
              <a:gd name="connsiteY6674" fmla="*/ 1946743 h 2767298"/>
              <a:gd name="connsiteX6675" fmla="*/ 3816874 w 4752801"/>
              <a:gd name="connsiteY6675" fmla="*/ 1943505 h 2767298"/>
              <a:gd name="connsiteX6676" fmla="*/ 3820517 w 4752801"/>
              <a:gd name="connsiteY6676" fmla="*/ 1943505 h 2767298"/>
              <a:gd name="connsiteX6677" fmla="*/ 3822542 w 4752801"/>
              <a:gd name="connsiteY6677" fmla="*/ 1946743 h 2767298"/>
              <a:gd name="connsiteX6678" fmla="*/ 3820517 w 4752801"/>
              <a:gd name="connsiteY6678" fmla="*/ 1949982 h 2767298"/>
              <a:gd name="connsiteX6679" fmla="*/ 3816874 w 4752801"/>
              <a:gd name="connsiteY6679" fmla="*/ 1949982 h 2767298"/>
              <a:gd name="connsiteX6680" fmla="*/ 3814850 w 4752801"/>
              <a:gd name="connsiteY6680" fmla="*/ 1946743 h 2767298"/>
              <a:gd name="connsiteX6681" fmla="*/ 3775988 w 4752801"/>
              <a:gd name="connsiteY6681" fmla="*/ 1943505 h 2767298"/>
              <a:gd name="connsiteX6682" fmla="*/ 3780036 w 4752801"/>
              <a:gd name="connsiteY6682" fmla="*/ 1943505 h 2767298"/>
              <a:gd name="connsiteX6683" fmla="*/ 3782060 w 4752801"/>
              <a:gd name="connsiteY6683" fmla="*/ 1946743 h 2767298"/>
              <a:gd name="connsiteX6684" fmla="*/ 3780036 w 4752801"/>
              <a:gd name="connsiteY6684" fmla="*/ 1949982 h 2767298"/>
              <a:gd name="connsiteX6685" fmla="*/ 3775988 w 4752801"/>
              <a:gd name="connsiteY6685" fmla="*/ 1949982 h 2767298"/>
              <a:gd name="connsiteX6686" fmla="*/ 3773964 w 4752801"/>
              <a:gd name="connsiteY6686" fmla="*/ 1946743 h 2767298"/>
              <a:gd name="connsiteX6687" fmla="*/ 3735912 w 4752801"/>
              <a:gd name="connsiteY6687" fmla="*/ 1943505 h 2767298"/>
              <a:gd name="connsiteX6688" fmla="*/ 3739555 w 4752801"/>
              <a:gd name="connsiteY6688" fmla="*/ 1943505 h 2767298"/>
              <a:gd name="connsiteX6689" fmla="*/ 3741580 w 4752801"/>
              <a:gd name="connsiteY6689" fmla="*/ 1946743 h 2767298"/>
              <a:gd name="connsiteX6690" fmla="*/ 3739555 w 4752801"/>
              <a:gd name="connsiteY6690" fmla="*/ 1949982 h 2767298"/>
              <a:gd name="connsiteX6691" fmla="*/ 3735912 w 4752801"/>
              <a:gd name="connsiteY6691" fmla="*/ 1949982 h 2767298"/>
              <a:gd name="connsiteX6692" fmla="*/ 3733888 w 4752801"/>
              <a:gd name="connsiteY6692" fmla="*/ 1946743 h 2767298"/>
              <a:gd name="connsiteX6693" fmla="*/ 3695431 w 4752801"/>
              <a:gd name="connsiteY6693" fmla="*/ 1943505 h 2767298"/>
              <a:gd name="connsiteX6694" fmla="*/ 3699074 w 4752801"/>
              <a:gd name="connsiteY6694" fmla="*/ 1943505 h 2767298"/>
              <a:gd name="connsiteX6695" fmla="*/ 3701099 w 4752801"/>
              <a:gd name="connsiteY6695" fmla="*/ 1946743 h 2767298"/>
              <a:gd name="connsiteX6696" fmla="*/ 3699074 w 4752801"/>
              <a:gd name="connsiteY6696" fmla="*/ 1949982 h 2767298"/>
              <a:gd name="connsiteX6697" fmla="*/ 3695431 w 4752801"/>
              <a:gd name="connsiteY6697" fmla="*/ 1949982 h 2767298"/>
              <a:gd name="connsiteX6698" fmla="*/ 3693407 w 4752801"/>
              <a:gd name="connsiteY6698" fmla="*/ 1946743 h 2767298"/>
              <a:gd name="connsiteX6699" fmla="*/ 4626095 w 4752801"/>
              <a:gd name="connsiteY6699" fmla="*/ 1943100 h 2767298"/>
              <a:gd name="connsiteX6700" fmla="*/ 4630143 w 4752801"/>
              <a:gd name="connsiteY6700" fmla="*/ 1943100 h 2767298"/>
              <a:gd name="connsiteX6701" fmla="*/ 4632167 w 4752801"/>
              <a:gd name="connsiteY6701" fmla="*/ 1946743 h 2767298"/>
              <a:gd name="connsiteX6702" fmla="*/ 4630143 w 4752801"/>
              <a:gd name="connsiteY6702" fmla="*/ 1950387 h 2767298"/>
              <a:gd name="connsiteX6703" fmla="*/ 4626095 w 4752801"/>
              <a:gd name="connsiteY6703" fmla="*/ 1950387 h 2767298"/>
              <a:gd name="connsiteX6704" fmla="*/ 4624071 w 4752801"/>
              <a:gd name="connsiteY6704" fmla="*/ 1946743 h 2767298"/>
              <a:gd name="connsiteX6705" fmla="*/ 4180801 w 4752801"/>
              <a:gd name="connsiteY6705" fmla="*/ 1943100 h 2767298"/>
              <a:gd name="connsiteX6706" fmla="*/ 4184849 w 4752801"/>
              <a:gd name="connsiteY6706" fmla="*/ 1943100 h 2767298"/>
              <a:gd name="connsiteX6707" fmla="*/ 4186873 w 4752801"/>
              <a:gd name="connsiteY6707" fmla="*/ 1946743 h 2767298"/>
              <a:gd name="connsiteX6708" fmla="*/ 4184849 w 4752801"/>
              <a:gd name="connsiteY6708" fmla="*/ 1950387 h 2767298"/>
              <a:gd name="connsiteX6709" fmla="*/ 4180801 w 4752801"/>
              <a:gd name="connsiteY6709" fmla="*/ 1950387 h 2767298"/>
              <a:gd name="connsiteX6710" fmla="*/ 4178777 w 4752801"/>
              <a:gd name="connsiteY6710" fmla="*/ 1946743 h 2767298"/>
              <a:gd name="connsiteX6711" fmla="*/ 4139915 w 4752801"/>
              <a:gd name="connsiteY6711" fmla="*/ 1943100 h 2767298"/>
              <a:gd name="connsiteX6712" fmla="*/ 4144368 w 4752801"/>
              <a:gd name="connsiteY6712" fmla="*/ 1943100 h 2767298"/>
              <a:gd name="connsiteX6713" fmla="*/ 4146392 w 4752801"/>
              <a:gd name="connsiteY6713" fmla="*/ 1946743 h 2767298"/>
              <a:gd name="connsiteX6714" fmla="*/ 4144368 w 4752801"/>
              <a:gd name="connsiteY6714" fmla="*/ 1950387 h 2767298"/>
              <a:gd name="connsiteX6715" fmla="*/ 4139915 w 4752801"/>
              <a:gd name="connsiteY6715" fmla="*/ 1950387 h 2767298"/>
              <a:gd name="connsiteX6716" fmla="*/ 4137891 w 4752801"/>
              <a:gd name="connsiteY6716" fmla="*/ 1946743 h 2767298"/>
              <a:gd name="connsiteX6717" fmla="*/ 4058953 w 4752801"/>
              <a:gd name="connsiteY6717" fmla="*/ 1943100 h 2767298"/>
              <a:gd name="connsiteX6718" fmla="*/ 4063406 w 4752801"/>
              <a:gd name="connsiteY6718" fmla="*/ 1943100 h 2767298"/>
              <a:gd name="connsiteX6719" fmla="*/ 4065430 w 4752801"/>
              <a:gd name="connsiteY6719" fmla="*/ 1946743 h 2767298"/>
              <a:gd name="connsiteX6720" fmla="*/ 4063406 w 4752801"/>
              <a:gd name="connsiteY6720" fmla="*/ 1950387 h 2767298"/>
              <a:gd name="connsiteX6721" fmla="*/ 4058953 w 4752801"/>
              <a:gd name="connsiteY6721" fmla="*/ 1950387 h 2767298"/>
              <a:gd name="connsiteX6722" fmla="*/ 4056929 w 4752801"/>
              <a:gd name="connsiteY6722" fmla="*/ 1946743 h 2767298"/>
              <a:gd name="connsiteX6723" fmla="*/ 3897432 w 4752801"/>
              <a:gd name="connsiteY6723" fmla="*/ 1943100 h 2767298"/>
              <a:gd name="connsiteX6724" fmla="*/ 3901480 w 4752801"/>
              <a:gd name="connsiteY6724" fmla="*/ 1943100 h 2767298"/>
              <a:gd name="connsiteX6725" fmla="*/ 3903504 w 4752801"/>
              <a:gd name="connsiteY6725" fmla="*/ 1946743 h 2767298"/>
              <a:gd name="connsiteX6726" fmla="*/ 3901480 w 4752801"/>
              <a:gd name="connsiteY6726" fmla="*/ 1950387 h 2767298"/>
              <a:gd name="connsiteX6727" fmla="*/ 3897432 w 4752801"/>
              <a:gd name="connsiteY6727" fmla="*/ 1950387 h 2767298"/>
              <a:gd name="connsiteX6728" fmla="*/ 3895408 w 4752801"/>
              <a:gd name="connsiteY6728" fmla="*/ 1946743 h 2767298"/>
              <a:gd name="connsiteX6729" fmla="*/ 3856951 w 4752801"/>
              <a:gd name="connsiteY6729" fmla="*/ 1943100 h 2767298"/>
              <a:gd name="connsiteX6730" fmla="*/ 3860999 w 4752801"/>
              <a:gd name="connsiteY6730" fmla="*/ 1943100 h 2767298"/>
              <a:gd name="connsiteX6731" fmla="*/ 3863023 w 4752801"/>
              <a:gd name="connsiteY6731" fmla="*/ 1946743 h 2767298"/>
              <a:gd name="connsiteX6732" fmla="*/ 3860999 w 4752801"/>
              <a:gd name="connsiteY6732" fmla="*/ 1950387 h 2767298"/>
              <a:gd name="connsiteX6733" fmla="*/ 3856951 w 4752801"/>
              <a:gd name="connsiteY6733" fmla="*/ 1950387 h 2767298"/>
              <a:gd name="connsiteX6734" fmla="*/ 3854927 w 4752801"/>
              <a:gd name="connsiteY6734" fmla="*/ 1946743 h 2767298"/>
              <a:gd name="connsiteX6735" fmla="*/ 4585614 w 4752801"/>
              <a:gd name="connsiteY6735" fmla="*/ 1942695 h 2767298"/>
              <a:gd name="connsiteX6736" fmla="*/ 4590067 w 4752801"/>
              <a:gd name="connsiteY6736" fmla="*/ 1942695 h 2767298"/>
              <a:gd name="connsiteX6737" fmla="*/ 4592495 w 4752801"/>
              <a:gd name="connsiteY6737" fmla="*/ 1946743 h 2767298"/>
              <a:gd name="connsiteX6738" fmla="*/ 4590067 w 4752801"/>
              <a:gd name="connsiteY6738" fmla="*/ 1950791 h 2767298"/>
              <a:gd name="connsiteX6739" fmla="*/ 4585614 w 4752801"/>
              <a:gd name="connsiteY6739" fmla="*/ 1950791 h 2767298"/>
              <a:gd name="connsiteX6740" fmla="*/ 4583185 w 4752801"/>
              <a:gd name="connsiteY6740" fmla="*/ 1946743 h 2767298"/>
              <a:gd name="connsiteX6741" fmla="*/ 4342726 w 4752801"/>
              <a:gd name="connsiteY6741" fmla="*/ 1942695 h 2767298"/>
              <a:gd name="connsiteX6742" fmla="*/ 4347179 w 4752801"/>
              <a:gd name="connsiteY6742" fmla="*/ 1942695 h 2767298"/>
              <a:gd name="connsiteX6743" fmla="*/ 4349607 w 4752801"/>
              <a:gd name="connsiteY6743" fmla="*/ 1946743 h 2767298"/>
              <a:gd name="connsiteX6744" fmla="*/ 4347179 w 4752801"/>
              <a:gd name="connsiteY6744" fmla="*/ 1950791 h 2767298"/>
              <a:gd name="connsiteX6745" fmla="*/ 4342726 w 4752801"/>
              <a:gd name="connsiteY6745" fmla="*/ 1950791 h 2767298"/>
              <a:gd name="connsiteX6746" fmla="*/ 4340297 w 4752801"/>
              <a:gd name="connsiteY6746" fmla="*/ 1946743 h 2767298"/>
              <a:gd name="connsiteX6747" fmla="*/ 4302649 w 4752801"/>
              <a:gd name="connsiteY6747" fmla="*/ 1942695 h 2767298"/>
              <a:gd name="connsiteX6748" fmla="*/ 4305888 w 4752801"/>
              <a:gd name="connsiteY6748" fmla="*/ 1942695 h 2767298"/>
              <a:gd name="connsiteX6749" fmla="*/ 4307102 w 4752801"/>
              <a:gd name="connsiteY6749" fmla="*/ 1943505 h 2767298"/>
              <a:gd name="connsiteX6750" fmla="*/ 4308722 w 4752801"/>
              <a:gd name="connsiteY6750" fmla="*/ 1946338 h 2767298"/>
              <a:gd name="connsiteX6751" fmla="*/ 4308722 w 4752801"/>
              <a:gd name="connsiteY6751" fmla="*/ 1947553 h 2767298"/>
              <a:gd name="connsiteX6752" fmla="*/ 4307102 w 4752801"/>
              <a:gd name="connsiteY6752" fmla="*/ 1950387 h 2767298"/>
              <a:gd name="connsiteX6753" fmla="*/ 4305888 w 4752801"/>
              <a:gd name="connsiteY6753" fmla="*/ 1951196 h 2767298"/>
              <a:gd name="connsiteX6754" fmla="*/ 4302649 w 4752801"/>
              <a:gd name="connsiteY6754" fmla="*/ 1951196 h 2767298"/>
              <a:gd name="connsiteX6755" fmla="*/ 4301435 w 4752801"/>
              <a:gd name="connsiteY6755" fmla="*/ 1950387 h 2767298"/>
              <a:gd name="connsiteX6756" fmla="*/ 4299816 w 4752801"/>
              <a:gd name="connsiteY6756" fmla="*/ 1947553 h 2767298"/>
              <a:gd name="connsiteX6757" fmla="*/ 4299816 w 4752801"/>
              <a:gd name="connsiteY6757" fmla="*/ 1946338 h 2767298"/>
              <a:gd name="connsiteX6758" fmla="*/ 4301435 w 4752801"/>
              <a:gd name="connsiteY6758" fmla="*/ 1943505 h 2767298"/>
              <a:gd name="connsiteX6759" fmla="*/ 4302649 w 4752801"/>
              <a:gd name="connsiteY6759" fmla="*/ 1942695 h 2767298"/>
              <a:gd name="connsiteX6760" fmla="*/ 3654545 w 4752801"/>
              <a:gd name="connsiteY6760" fmla="*/ 1942695 h 2767298"/>
              <a:gd name="connsiteX6761" fmla="*/ 3658998 w 4752801"/>
              <a:gd name="connsiteY6761" fmla="*/ 1942695 h 2767298"/>
              <a:gd name="connsiteX6762" fmla="*/ 3661426 w 4752801"/>
              <a:gd name="connsiteY6762" fmla="*/ 1946743 h 2767298"/>
              <a:gd name="connsiteX6763" fmla="*/ 3658998 w 4752801"/>
              <a:gd name="connsiteY6763" fmla="*/ 1950791 h 2767298"/>
              <a:gd name="connsiteX6764" fmla="*/ 3654545 w 4752801"/>
              <a:gd name="connsiteY6764" fmla="*/ 1950791 h 2767298"/>
              <a:gd name="connsiteX6765" fmla="*/ 3652116 w 4752801"/>
              <a:gd name="connsiteY6765" fmla="*/ 1946743 h 2767298"/>
              <a:gd name="connsiteX6766" fmla="*/ 4544727 w 4752801"/>
              <a:gd name="connsiteY6766" fmla="*/ 1942290 h 2767298"/>
              <a:gd name="connsiteX6767" fmla="*/ 4549180 w 4752801"/>
              <a:gd name="connsiteY6767" fmla="*/ 1942290 h 2767298"/>
              <a:gd name="connsiteX6768" fmla="*/ 4550394 w 4752801"/>
              <a:gd name="connsiteY6768" fmla="*/ 1942695 h 2767298"/>
              <a:gd name="connsiteX6769" fmla="*/ 4552418 w 4752801"/>
              <a:gd name="connsiteY6769" fmla="*/ 1946338 h 2767298"/>
              <a:gd name="connsiteX6770" fmla="*/ 4552418 w 4752801"/>
              <a:gd name="connsiteY6770" fmla="*/ 1947553 h 2767298"/>
              <a:gd name="connsiteX6771" fmla="*/ 4550394 w 4752801"/>
              <a:gd name="connsiteY6771" fmla="*/ 1951196 h 2767298"/>
              <a:gd name="connsiteX6772" fmla="*/ 4549180 w 4752801"/>
              <a:gd name="connsiteY6772" fmla="*/ 1952006 h 2767298"/>
              <a:gd name="connsiteX6773" fmla="*/ 4544727 w 4752801"/>
              <a:gd name="connsiteY6773" fmla="*/ 1952006 h 2767298"/>
              <a:gd name="connsiteX6774" fmla="*/ 4543513 w 4752801"/>
              <a:gd name="connsiteY6774" fmla="*/ 1951196 h 2767298"/>
              <a:gd name="connsiteX6775" fmla="*/ 4541489 w 4752801"/>
              <a:gd name="connsiteY6775" fmla="*/ 1947553 h 2767298"/>
              <a:gd name="connsiteX6776" fmla="*/ 4541489 w 4752801"/>
              <a:gd name="connsiteY6776" fmla="*/ 1946338 h 2767298"/>
              <a:gd name="connsiteX6777" fmla="*/ 4543513 w 4752801"/>
              <a:gd name="connsiteY6777" fmla="*/ 1942695 h 2767298"/>
              <a:gd name="connsiteX6778" fmla="*/ 4544727 w 4752801"/>
              <a:gd name="connsiteY6778" fmla="*/ 1942290 h 2767298"/>
              <a:gd name="connsiteX6779" fmla="*/ 4383207 w 4752801"/>
              <a:gd name="connsiteY6779" fmla="*/ 1942290 h 2767298"/>
              <a:gd name="connsiteX6780" fmla="*/ 4386851 w 4752801"/>
              <a:gd name="connsiteY6780" fmla="*/ 1942290 h 2767298"/>
              <a:gd name="connsiteX6781" fmla="*/ 4388065 w 4752801"/>
              <a:gd name="connsiteY6781" fmla="*/ 1942695 h 2767298"/>
              <a:gd name="connsiteX6782" fmla="*/ 4390089 w 4752801"/>
              <a:gd name="connsiteY6782" fmla="*/ 1945933 h 2767298"/>
              <a:gd name="connsiteX6783" fmla="*/ 4390089 w 4752801"/>
              <a:gd name="connsiteY6783" fmla="*/ 1947148 h 2767298"/>
              <a:gd name="connsiteX6784" fmla="*/ 4388065 w 4752801"/>
              <a:gd name="connsiteY6784" fmla="*/ 1950386 h 2767298"/>
              <a:gd name="connsiteX6785" fmla="*/ 4386851 w 4752801"/>
              <a:gd name="connsiteY6785" fmla="*/ 1950791 h 2767298"/>
              <a:gd name="connsiteX6786" fmla="*/ 4383207 w 4752801"/>
              <a:gd name="connsiteY6786" fmla="*/ 1950791 h 2767298"/>
              <a:gd name="connsiteX6787" fmla="*/ 4381993 w 4752801"/>
              <a:gd name="connsiteY6787" fmla="*/ 1950386 h 2767298"/>
              <a:gd name="connsiteX6788" fmla="*/ 4379969 w 4752801"/>
              <a:gd name="connsiteY6788" fmla="*/ 1947148 h 2767298"/>
              <a:gd name="connsiteX6789" fmla="*/ 4379969 w 4752801"/>
              <a:gd name="connsiteY6789" fmla="*/ 1945933 h 2767298"/>
              <a:gd name="connsiteX6790" fmla="*/ 4381993 w 4752801"/>
              <a:gd name="connsiteY6790" fmla="*/ 1942695 h 2767298"/>
              <a:gd name="connsiteX6791" fmla="*/ 4383207 w 4752801"/>
              <a:gd name="connsiteY6791" fmla="*/ 1942290 h 2767298"/>
              <a:gd name="connsiteX6792" fmla="*/ 4261359 w 4752801"/>
              <a:gd name="connsiteY6792" fmla="*/ 1942290 h 2767298"/>
              <a:gd name="connsiteX6793" fmla="*/ 4265407 w 4752801"/>
              <a:gd name="connsiteY6793" fmla="*/ 1942290 h 2767298"/>
              <a:gd name="connsiteX6794" fmla="*/ 4266621 w 4752801"/>
              <a:gd name="connsiteY6794" fmla="*/ 1943100 h 2767298"/>
              <a:gd name="connsiteX6795" fmla="*/ 4268646 w 4752801"/>
              <a:gd name="connsiteY6795" fmla="*/ 1946338 h 2767298"/>
              <a:gd name="connsiteX6796" fmla="*/ 4268646 w 4752801"/>
              <a:gd name="connsiteY6796" fmla="*/ 1947553 h 2767298"/>
              <a:gd name="connsiteX6797" fmla="*/ 4266621 w 4752801"/>
              <a:gd name="connsiteY6797" fmla="*/ 1950791 h 2767298"/>
              <a:gd name="connsiteX6798" fmla="*/ 4265407 w 4752801"/>
              <a:gd name="connsiteY6798" fmla="*/ 1951196 h 2767298"/>
              <a:gd name="connsiteX6799" fmla="*/ 4261359 w 4752801"/>
              <a:gd name="connsiteY6799" fmla="*/ 1951196 h 2767298"/>
              <a:gd name="connsiteX6800" fmla="*/ 4260145 w 4752801"/>
              <a:gd name="connsiteY6800" fmla="*/ 1950791 h 2767298"/>
              <a:gd name="connsiteX6801" fmla="*/ 4258121 w 4752801"/>
              <a:gd name="connsiteY6801" fmla="*/ 1947553 h 2767298"/>
              <a:gd name="connsiteX6802" fmla="*/ 4258121 w 4752801"/>
              <a:gd name="connsiteY6802" fmla="*/ 1946338 h 2767298"/>
              <a:gd name="connsiteX6803" fmla="*/ 4260145 w 4752801"/>
              <a:gd name="connsiteY6803" fmla="*/ 1943100 h 2767298"/>
              <a:gd name="connsiteX6804" fmla="*/ 4261359 w 4752801"/>
              <a:gd name="connsiteY6804" fmla="*/ 1942290 h 2767298"/>
              <a:gd name="connsiteX6805" fmla="*/ 4221282 w 4752801"/>
              <a:gd name="connsiteY6805" fmla="*/ 1942290 h 2767298"/>
              <a:gd name="connsiteX6806" fmla="*/ 4224926 w 4752801"/>
              <a:gd name="connsiteY6806" fmla="*/ 1942290 h 2767298"/>
              <a:gd name="connsiteX6807" fmla="*/ 4226140 w 4752801"/>
              <a:gd name="connsiteY6807" fmla="*/ 1942695 h 2767298"/>
              <a:gd name="connsiteX6808" fmla="*/ 4228164 w 4752801"/>
              <a:gd name="connsiteY6808" fmla="*/ 1945933 h 2767298"/>
              <a:gd name="connsiteX6809" fmla="*/ 4228164 w 4752801"/>
              <a:gd name="connsiteY6809" fmla="*/ 1947148 h 2767298"/>
              <a:gd name="connsiteX6810" fmla="*/ 4226140 w 4752801"/>
              <a:gd name="connsiteY6810" fmla="*/ 1950386 h 2767298"/>
              <a:gd name="connsiteX6811" fmla="*/ 4224926 w 4752801"/>
              <a:gd name="connsiteY6811" fmla="*/ 1951196 h 2767298"/>
              <a:gd name="connsiteX6812" fmla="*/ 4221282 w 4752801"/>
              <a:gd name="connsiteY6812" fmla="*/ 1951196 h 2767298"/>
              <a:gd name="connsiteX6813" fmla="*/ 4220068 w 4752801"/>
              <a:gd name="connsiteY6813" fmla="*/ 1950386 h 2767298"/>
              <a:gd name="connsiteX6814" fmla="*/ 4218044 w 4752801"/>
              <a:gd name="connsiteY6814" fmla="*/ 1947148 h 2767298"/>
              <a:gd name="connsiteX6815" fmla="*/ 4218044 w 4752801"/>
              <a:gd name="connsiteY6815" fmla="*/ 1945933 h 2767298"/>
              <a:gd name="connsiteX6816" fmla="*/ 4220068 w 4752801"/>
              <a:gd name="connsiteY6816" fmla="*/ 1942695 h 2767298"/>
              <a:gd name="connsiteX6817" fmla="*/ 4221282 w 4752801"/>
              <a:gd name="connsiteY6817" fmla="*/ 1942290 h 2767298"/>
              <a:gd name="connsiteX6818" fmla="*/ 4463765 w 4752801"/>
              <a:gd name="connsiteY6818" fmla="*/ 1941886 h 2767298"/>
              <a:gd name="connsiteX6819" fmla="*/ 4468218 w 4752801"/>
              <a:gd name="connsiteY6819" fmla="*/ 1941886 h 2767298"/>
              <a:gd name="connsiteX6820" fmla="*/ 4469432 w 4752801"/>
              <a:gd name="connsiteY6820" fmla="*/ 1942695 h 2767298"/>
              <a:gd name="connsiteX6821" fmla="*/ 4471456 w 4752801"/>
              <a:gd name="connsiteY6821" fmla="*/ 1946339 h 2767298"/>
              <a:gd name="connsiteX6822" fmla="*/ 4471456 w 4752801"/>
              <a:gd name="connsiteY6822" fmla="*/ 1947553 h 2767298"/>
              <a:gd name="connsiteX6823" fmla="*/ 4469432 w 4752801"/>
              <a:gd name="connsiteY6823" fmla="*/ 1951197 h 2767298"/>
              <a:gd name="connsiteX6824" fmla="*/ 4468218 w 4752801"/>
              <a:gd name="connsiteY6824" fmla="*/ 1951601 h 2767298"/>
              <a:gd name="connsiteX6825" fmla="*/ 4463765 w 4752801"/>
              <a:gd name="connsiteY6825" fmla="*/ 1951601 h 2767298"/>
              <a:gd name="connsiteX6826" fmla="*/ 4462551 w 4752801"/>
              <a:gd name="connsiteY6826" fmla="*/ 1951197 h 2767298"/>
              <a:gd name="connsiteX6827" fmla="*/ 4460527 w 4752801"/>
              <a:gd name="connsiteY6827" fmla="*/ 1947553 h 2767298"/>
              <a:gd name="connsiteX6828" fmla="*/ 4460527 w 4752801"/>
              <a:gd name="connsiteY6828" fmla="*/ 1946339 h 2767298"/>
              <a:gd name="connsiteX6829" fmla="*/ 4462551 w 4752801"/>
              <a:gd name="connsiteY6829" fmla="*/ 1942695 h 2767298"/>
              <a:gd name="connsiteX6830" fmla="*/ 4463765 w 4752801"/>
              <a:gd name="connsiteY6830" fmla="*/ 1941886 h 2767298"/>
              <a:gd name="connsiteX6831" fmla="*/ 3614063 w 4752801"/>
              <a:gd name="connsiteY6831" fmla="*/ 1941886 h 2767298"/>
              <a:gd name="connsiteX6832" fmla="*/ 3618111 w 4752801"/>
              <a:gd name="connsiteY6832" fmla="*/ 1941886 h 2767298"/>
              <a:gd name="connsiteX6833" fmla="*/ 3619325 w 4752801"/>
              <a:gd name="connsiteY6833" fmla="*/ 1942291 h 2767298"/>
              <a:gd name="connsiteX6834" fmla="*/ 3621350 w 4752801"/>
              <a:gd name="connsiteY6834" fmla="*/ 1945934 h 2767298"/>
              <a:gd name="connsiteX6835" fmla="*/ 3621350 w 4752801"/>
              <a:gd name="connsiteY6835" fmla="*/ 1947149 h 2767298"/>
              <a:gd name="connsiteX6836" fmla="*/ 3619325 w 4752801"/>
              <a:gd name="connsiteY6836" fmla="*/ 1950792 h 2767298"/>
              <a:gd name="connsiteX6837" fmla="*/ 3618111 w 4752801"/>
              <a:gd name="connsiteY6837" fmla="*/ 1951197 h 2767298"/>
              <a:gd name="connsiteX6838" fmla="*/ 3614063 w 4752801"/>
              <a:gd name="connsiteY6838" fmla="*/ 1951197 h 2767298"/>
              <a:gd name="connsiteX6839" fmla="*/ 3612849 w 4752801"/>
              <a:gd name="connsiteY6839" fmla="*/ 1950792 h 2767298"/>
              <a:gd name="connsiteX6840" fmla="*/ 3610825 w 4752801"/>
              <a:gd name="connsiteY6840" fmla="*/ 1947149 h 2767298"/>
              <a:gd name="connsiteX6841" fmla="*/ 3610825 w 4752801"/>
              <a:gd name="connsiteY6841" fmla="*/ 1945934 h 2767298"/>
              <a:gd name="connsiteX6842" fmla="*/ 3612849 w 4752801"/>
              <a:gd name="connsiteY6842" fmla="*/ 1942291 h 2767298"/>
              <a:gd name="connsiteX6843" fmla="*/ 3614063 w 4752801"/>
              <a:gd name="connsiteY6843" fmla="*/ 1941886 h 2767298"/>
              <a:gd name="connsiteX6844" fmla="*/ 4504651 w 4752801"/>
              <a:gd name="connsiteY6844" fmla="*/ 1941481 h 2767298"/>
              <a:gd name="connsiteX6845" fmla="*/ 4508699 w 4752801"/>
              <a:gd name="connsiteY6845" fmla="*/ 1941481 h 2767298"/>
              <a:gd name="connsiteX6846" fmla="*/ 4509913 w 4752801"/>
              <a:gd name="connsiteY6846" fmla="*/ 1942291 h 2767298"/>
              <a:gd name="connsiteX6847" fmla="*/ 4511938 w 4752801"/>
              <a:gd name="connsiteY6847" fmla="*/ 1945934 h 2767298"/>
              <a:gd name="connsiteX6848" fmla="*/ 4511938 w 4752801"/>
              <a:gd name="connsiteY6848" fmla="*/ 1947148 h 2767298"/>
              <a:gd name="connsiteX6849" fmla="*/ 4509913 w 4752801"/>
              <a:gd name="connsiteY6849" fmla="*/ 1950792 h 2767298"/>
              <a:gd name="connsiteX6850" fmla="*/ 4508699 w 4752801"/>
              <a:gd name="connsiteY6850" fmla="*/ 1951601 h 2767298"/>
              <a:gd name="connsiteX6851" fmla="*/ 4504651 w 4752801"/>
              <a:gd name="connsiteY6851" fmla="*/ 1951601 h 2767298"/>
              <a:gd name="connsiteX6852" fmla="*/ 4503437 w 4752801"/>
              <a:gd name="connsiteY6852" fmla="*/ 1950792 h 2767298"/>
              <a:gd name="connsiteX6853" fmla="*/ 4501413 w 4752801"/>
              <a:gd name="connsiteY6853" fmla="*/ 1947148 h 2767298"/>
              <a:gd name="connsiteX6854" fmla="*/ 4501413 w 4752801"/>
              <a:gd name="connsiteY6854" fmla="*/ 1945934 h 2767298"/>
              <a:gd name="connsiteX6855" fmla="*/ 4503437 w 4752801"/>
              <a:gd name="connsiteY6855" fmla="*/ 1942291 h 2767298"/>
              <a:gd name="connsiteX6856" fmla="*/ 4504651 w 4752801"/>
              <a:gd name="connsiteY6856" fmla="*/ 1941481 h 2767298"/>
              <a:gd name="connsiteX6857" fmla="*/ 4423284 w 4752801"/>
              <a:gd name="connsiteY6857" fmla="*/ 1941481 h 2767298"/>
              <a:gd name="connsiteX6858" fmla="*/ 4427737 w 4752801"/>
              <a:gd name="connsiteY6858" fmla="*/ 1941481 h 2767298"/>
              <a:gd name="connsiteX6859" fmla="*/ 4428951 w 4752801"/>
              <a:gd name="connsiteY6859" fmla="*/ 1941886 h 2767298"/>
              <a:gd name="connsiteX6860" fmla="*/ 4431380 w 4752801"/>
              <a:gd name="connsiteY6860" fmla="*/ 1945934 h 2767298"/>
              <a:gd name="connsiteX6861" fmla="*/ 4431380 w 4752801"/>
              <a:gd name="connsiteY6861" fmla="*/ 1947148 h 2767298"/>
              <a:gd name="connsiteX6862" fmla="*/ 4428951 w 4752801"/>
              <a:gd name="connsiteY6862" fmla="*/ 1951197 h 2767298"/>
              <a:gd name="connsiteX6863" fmla="*/ 4427737 w 4752801"/>
              <a:gd name="connsiteY6863" fmla="*/ 1951601 h 2767298"/>
              <a:gd name="connsiteX6864" fmla="*/ 4423284 w 4752801"/>
              <a:gd name="connsiteY6864" fmla="*/ 1951601 h 2767298"/>
              <a:gd name="connsiteX6865" fmla="*/ 4422069 w 4752801"/>
              <a:gd name="connsiteY6865" fmla="*/ 1951197 h 2767298"/>
              <a:gd name="connsiteX6866" fmla="*/ 4419641 w 4752801"/>
              <a:gd name="connsiteY6866" fmla="*/ 1947148 h 2767298"/>
              <a:gd name="connsiteX6867" fmla="*/ 4419641 w 4752801"/>
              <a:gd name="connsiteY6867" fmla="*/ 1945934 h 2767298"/>
              <a:gd name="connsiteX6868" fmla="*/ 4422069 w 4752801"/>
              <a:gd name="connsiteY6868" fmla="*/ 1941886 h 2767298"/>
              <a:gd name="connsiteX6869" fmla="*/ 4423284 w 4752801"/>
              <a:gd name="connsiteY6869" fmla="*/ 1941481 h 2767298"/>
              <a:gd name="connsiteX6870" fmla="*/ 3573178 w 4752801"/>
              <a:gd name="connsiteY6870" fmla="*/ 1940671 h 2767298"/>
              <a:gd name="connsiteX6871" fmla="*/ 3578035 w 4752801"/>
              <a:gd name="connsiteY6871" fmla="*/ 1940671 h 2767298"/>
              <a:gd name="connsiteX6872" fmla="*/ 3579250 w 4752801"/>
              <a:gd name="connsiteY6872" fmla="*/ 1941481 h 2767298"/>
              <a:gd name="connsiteX6873" fmla="*/ 3581679 w 4752801"/>
              <a:gd name="connsiteY6873" fmla="*/ 1945934 h 2767298"/>
              <a:gd name="connsiteX6874" fmla="*/ 3581679 w 4752801"/>
              <a:gd name="connsiteY6874" fmla="*/ 1947148 h 2767298"/>
              <a:gd name="connsiteX6875" fmla="*/ 3579250 w 4752801"/>
              <a:gd name="connsiteY6875" fmla="*/ 1951601 h 2767298"/>
              <a:gd name="connsiteX6876" fmla="*/ 3578035 w 4752801"/>
              <a:gd name="connsiteY6876" fmla="*/ 1952411 h 2767298"/>
              <a:gd name="connsiteX6877" fmla="*/ 3573178 w 4752801"/>
              <a:gd name="connsiteY6877" fmla="*/ 1952411 h 2767298"/>
              <a:gd name="connsiteX6878" fmla="*/ 3571963 w 4752801"/>
              <a:gd name="connsiteY6878" fmla="*/ 1951601 h 2767298"/>
              <a:gd name="connsiteX6879" fmla="*/ 3569535 w 4752801"/>
              <a:gd name="connsiteY6879" fmla="*/ 1947148 h 2767298"/>
              <a:gd name="connsiteX6880" fmla="*/ 3569535 w 4752801"/>
              <a:gd name="connsiteY6880" fmla="*/ 1945934 h 2767298"/>
              <a:gd name="connsiteX6881" fmla="*/ 3571963 w 4752801"/>
              <a:gd name="connsiteY6881" fmla="*/ 1941481 h 2767298"/>
              <a:gd name="connsiteX6882" fmla="*/ 3573178 w 4752801"/>
              <a:gd name="connsiteY6882" fmla="*/ 1940671 h 2767298"/>
              <a:gd name="connsiteX6883" fmla="*/ 3532291 w 4752801"/>
              <a:gd name="connsiteY6883" fmla="*/ 1940671 h 2767298"/>
              <a:gd name="connsiteX6884" fmla="*/ 3537553 w 4752801"/>
              <a:gd name="connsiteY6884" fmla="*/ 1940671 h 2767298"/>
              <a:gd name="connsiteX6885" fmla="*/ 3538768 w 4752801"/>
              <a:gd name="connsiteY6885" fmla="*/ 1941076 h 2767298"/>
              <a:gd name="connsiteX6886" fmla="*/ 3541602 w 4752801"/>
              <a:gd name="connsiteY6886" fmla="*/ 1945934 h 2767298"/>
              <a:gd name="connsiteX6887" fmla="*/ 3541602 w 4752801"/>
              <a:gd name="connsiteY6887" fmla="*/ 1947148 h 2767298"/>
              <a:gd name="connsiteX6888" fmla="*/ 3538768 w 4752801"/>
              <a:gd name="connsiteY6888" fmla="*/ 1952006 h 2767298"/>
              <a:gd name="connsiteX6889" fmla="*/ 3537553 w 4752801"/>
              <a:gd name="connsiteY6889" fmla="*/ 1952815 h 2767298"/>
              <a:gd name="connsiteX6890" fmla="*/ 3532291 w 4752801"/>
              <a:gd name="connsiteY6890" fmla="*/ 1952815 h 2767298"/>
              <a:gd name="connsiteX6891" fmla="*/ 3531077 w 4752801"/>
              <a:gd name="connsiteY6891" fmla="*/ 1952006 h 2767298"/>
              <a:gd name="connsiteX6892" fmla="*/ 3528243 w 4752801"/>
              <a:gd name="connsiteY6892" fmla="*/ 1947148 h 2767298"/>
              <a:gd name="connsiteX6893" fmla="*/ 3528243 w 4752801"/>
              <a:gd name="connsiteY6893" fmla="*/ 1945934 h 2767298"/>
              <a:gd name="connsiteX6894" fmla="*/ 3531077 w 4752801"/>
              <a:gd name="connsiteY6894" fmla="*/ 1941076 h 2767298"/>
              <a:gd name="connsiteX6895" fmla="*/ 3532291 w 4752801"/>
              <a:gd name="connsiteY6895" fmla="*/ 1940671 h 2767298"/>
              <a:gd name="connsiteX6896" fmla="*/ 3491405 w 4752801"/>
              <a:gd name="connsiteY6896" fmla="*/ 1939862 h 2767298"/>
              <a:gd name="connsiteX6897" fmla="*/ 3497882 w 4752801"/>
              <a:gd name="connsiteY6897" fmla="*/ 1939862 h 2767298"/>
              <a:gd name="connsiteX6898" fmla="*/ 3499097 w 4752801"/>
              <a:gd name="connsiteY6898" fmla="*/ 1940671 h 2767298"/>
              <a:gd name="connsiteX6899" fmla="*/ 3502336 w 4752801"/>
              <a:gd name="connsiteY6899" fmla="*/ 1946339 h 2767298"/>
              <a:gd name="connsiteX6900" fmla="*/ 3502336 w 4752801"/>
              <a:gd name="connsiteY6900" fmla="*/ 1947553 h 2767298"/>
              <a:gd name="connsiteX6901" fmla="*/ 3499097 w 4752801"/>
              <a:gd name="connsiteY6901" fmla="*/ 1953221 h 2767298"/>
              <a:gd name="connsiteX6902" fmla="*/ 3497882 w 4752801"/>
              <a:gd name="connsiteY6902" fmla="*/ 1954030 h 2767298"/>
              <a:gd name="connsiteX6903" fmla="*/ 3491405 w 4752801"/>
              <a:gd name="connsiteY6903" fmla="*/ 1954030 h 2767298"/>
              <a:gd name="connsiteX6904" fmla="*/ 3490191 w 4752801"/>
              <a:gd name="connsiteY6904" fmla="*/ 1953221 h 2767298"/>
              <a:gd name="connsiteX6905" fmla="*/ 3486953 w 4752801"/>
              <a:gd name="connsiteY6905" fmla="*/ 1947553 h 2767298"/>
              <a:gd name="connsiteX6906" fmla="*/ 3486953 w 4752801"/>
              <a:gd name="connsiteY6906" fmla="*/ 1946339 h 2767298"/>
              <a:gd name="connsiteX6907" fmla="*/ 3490191 w 4752801"/>
              <a:gd name="connsiteY6907" fmla="*/ 1940671 h 2767298"/>
              <a:gd name="connsiteX6908" fmla="*/ 3491405 w 4752801"/>
              <a:gd name="connsiteY6908" fmla="*/ 1939862 h 2767298"/>
              <a:gd name="connsiteX6909" fmla="*/ 3450115 w 4752801"/>
              <a:gd name="connsiteY6909" fmla="*/ 1939457 h 2767298"/>
              <a:gd name="connsiteX6910" fmla="*/ 3457401 w 4752801"/>
              <a:gd name="connsiteY6910" fmla="*/ 1939457 h 2767298"/>
              <a:gd name="connsiteX6911" fmla="*/ 3458616 w 4752801"/>
              <a:gd name="connsiteY6911" fmla="*/ 1940267 h 2767298"/>
              <a:gd name="connsiteX6912" fmla="*/ 3462259 w 4752801"/>
              <a:gd name="connsiteY6912" fmla="*/ 1946339 h 2767298"/>
              <a:gd name="connsiteX6913" fmla="*/ 3462259 w 4752801"/>
              <a:gd name="connsiteY6913" fmla="*/ 1947553 h 2767298"/>
              <a:gd name="connsiteX6914" fmla="*/ 3458616 w 4752801"/>
              <a:gd name="connsiteY6914" fmla="*/ 1953625 h 2767298"/>
              <a:gd name="connsiteX6915" fmla="*/ 3457401 w 4752801"/>
              <a:gd name="connsiteY6915" fmla="*/ 1954030 h 2767298"/>
              <a:gd name="connsiteX6916" fmla="*/ 3450115 w 4752801"/>
              <a:gd name="connsiteY6916" fmla="*/ 1954030 h 2767298"/>
              <a:gd name="connsiteX6917" fmla="*/ 3448900 w 4752801"/>
              <a:gd name="connsiteY6917" fmla="*/ 1953625 h 2767298"/>
              <a:gd name="connsiteX6918" fmla="*/ 3445257 w 4752801"/>
              <a:gd name="connsiteY6918" fmla="*/ 1947553 h 2767298"/>
              <a:gd name="connsiteX6919" fmla="*/ 3445257 w 4752801"/>
              <a:gd name="connsiteY6919" fmla="*/ 1946339 h 2767298"/>
              <a:gd name="connsiteX6920" fmla="*/ 3448900 w 4752801"/>
              <a:gd name="connsiteY6920" fmla="*/ 1940267 h 2767298"/>
              <a:gd name="connsiteX6921" fmla="*/ 3450115 w 4752801"/>
              <a:gd name="connsiteY6921" fmla="*/ 1939457 h 2767298"/>
              <a:gd name="connsiteX6922" fmla="*/ 3409229 w 4752801"/>
              <a:gd name="connsiteY6922" fmla="*/ 1938647 h 2767298"/>
              <a:gd name="connsiteX6923" fmla="*/ 3417730 w 4752801"/>
              <a:gd name="connsiteY6923" fmla="*/ 1938647 h 2767298"/>
              <a:gd name="connsiteX6924" fmla="*/ 3418944 w 4752801"/>
              <a:gd name="connsiteY6924" fmla="*/ 1939052 h 2767298"/>
              <a:gd name="connsiteX6925" fmla="*/ 3423397 w 4752801"/>
              <a:gd name="connsiteY6925" fmla="*/ 1946339 h 2767298"/>
              <a:gd name="connsiteX6926" fmla="*/ 3423397 w 4752801"/>
              <a:gd name="connsiteY6926" fmla="*/ 1947553 h 2767298"/>
              <a:gd name="connsiteX6927" fmla="*/ 3418944 w 4752801"/>
              <a:gd name="connsiteY6927" fmla="*/ 1954840 h 2767298"/>
              <a:gd name="connsiteX6928" fmla="*/ 3417730 w 4752801"/>
              <a:gd name="connsiteY6928" fmla="*/ 1955649 h 2767298"/>
              <a:gd name="connsiteX6929" fmla="*/ 3409229 w 4752801"/>
              <a:gd name="connsiteY6929" fmla="*/ 1955649 h 2767298"/>
              <a:gd name="connsiteX6930" fmla="*/ 3408014 w 4752801"/>
              <a:gd name="connsiteY6930" fmla="*/ 1954840 h 2767298"/>
              <a:gd name="connsiteX6931" fmla="*/ 3403562 w 4752801"/>
              <a:gd name="connsiteY6931" fmla="*/ 1947553 h 2767298"/>
              <a:gd name="connsiteX6932" fmla="*/ 3403562 w 4752801"/>
              <a:gd name="connsiteY6932" fmla="*/ 1946339 h 2767298"/>
              <a:gd name="connsiteX6933" fmla="*/ 3408014 w 4752801"/>
              <a:gd name="connsiteY6933" fmla="*/ 1939052 h 2767298"/>
              <a:gd name="connsiteX6934" fmla="*/ 3409229 w 4752801"/>
              <a:gd name="connsiteY6934" fmla="*/ 1938647 h 2767298"/>
              <a:gd name="connsiteX6935" fmla="*/ 3246899 w 4752801"/>
              <a:gd name="connsiteY6935" fmla="*/ 1936623 h 2767298"/>
              <a:gd name="connsiteX6936" fmla="*/ 3256614 w 4752801"/>
              <a:gd name="connsiteY6936" fmla="*/ 1936623 h 2767298"/>
              <a:gd name="connsiteX6937" fmla="*/ 3257829 w 4752801"/>
              <a:gd name="connsiteY6937" fmla="*/ 1937433 h 2767298"/>
              <a:gd name="connsiteX6938" fmla="*/ 3262687 w 4752801"/>
              <a:gd name="connsiteY6938" fmla="*/ 1945934 h 2767298"/>
              <a:gd name="connsiteX6939" fmla="*/ 3262687 w 4752801"/>
              <a:gd name="connsiteY6939" fmla="*/ 1947148 h 2767298"/>
              <a:gd name="connsiteX6940" fmla="*/ 3257829 w 4752801"/>
              <a:gd name="connsiteY6940" fmla="*/ 1955649 h 2767298"/>
              <a:gd name="connsiteX6941" fmla="*/ 3256614 w 4752801"/>
              <a:gd name="connsiteY6941" fmla="*/ 1956459 h 2767298"/>
              <a:gd name="connsiteX6942" fmla="*/ 3246899 w 4752801"/>
              <a:gd name="connsiteY6942" fmla="*/ 1956459 h 2767298"/>
              <a:gd name="connsiteX6943" fmla="*/ 3245685 w 4752801"/>
              <a:gd name="connsiteY6943" fmla="*/ 1955649 h 2767298"/>
              <a:gd name="connsiteX6944" fmla="*/ 3240827 w 4752801"/>
              <a:gd name="connsiteY6944" fmla="*/ 1947148 h 2767298"/>
              <a:gd name="connsiteX6945" fmla="*/ 3240827 w 4752801"/>
              <a:gd name="connsiteY6945" fmla="*/ 1945934 h 2767298"/>
              <a:gd name="connsiteX6946" fmla="*/ 3245685 w 4752801"/>
              <a:gd name="connsiteY6946" fmla="*/ 1937433 h 2767298"/>
              <a:gd name="connsiteX6947" fmla="*/ 3246899 w 4752801"/>
              <a:gd name="connsiteY6947" fmla="*/ 1936623 h 2767298"/>
              <a:gd name="connsiteX6948" fmla="*/ 3367533 w 4752801"/>
              <a:gd name="connsiteY6948" fmla="*/ 1936218 h 2767298"/>
              <a:gd name="connsiteX6949" fmla="*/ 3378462 w 4752801"/>
              <a:gd name="connsiteY6949" fmla="*/ 1936218 h 2767298"/>
              <a:gd name="connsiteX6950" fmla="*/ 3379677 w 4752801"/>
              <a:gd name="connsiteY6950" fmla="*/ 1937028 h 2767298"/>
              <a:gd name="connsiteX6951" fmla="*/ 3385344 w 4752801"/>
              <a:gd name="connsiteY6951" fmla="*/ 1946338 h 2767298"/>
              <a:gd name="connsiteX6952" fmla="*/ 3385344 w 4752801"/>
              <a:gd name="connsiteY6952" fmla="*/ 1947553 h 2767298"/>
              <a:gd name="connsiteX6953" fmla="*/ 3379677 w 4752801"/>
              <a:gd name="connsiteY6953" fmla="*/ 1956863 h 2767298"/>
              <a:gd name="connsiteX6954" fmla="*/ 3378462 w 4752801"/>
              <a:gd name="connsiteY6954" fmla="*/ 1957268 h 2767298"/>
              <a:gd name="connsiteX6955" fmla="*/ 3367533 w 4752801"/>
              <a:gd name="connsiteY6955" fmla="*/ 1957268 h 2767298"/>
              <a:gd name="connsiteX6956" fmla="*/ 3366318 w 4752801"/>
              <a:gd name="connsiteY6956" fmla="*/ 1956863 h 2767298"/>
              <a:gd name="connsiteX6957" fmla="*/ 3360651 w 4752801"/>
              <a:gd name="connsiteY6957" fmla="*/ 1947553 h 2767298"/>
              <a:gd name="connsiteX6958" fmla="*/ 3360651 w 4752801"/>
              <a:gd name="connsiteY6958" fmla="*/ 1946338 h 2767298"/>
              <a:gd name="connsiteX6959" fmla="*/ 3366318 w 4752801"/>
              <a:gd name="connsiteY6959" fmla="*/ 1937028 h 2767298"/>
              <a:gd name="connsiteX6960" fmla="*/ 3367533 w 4752801"/>
              <a:gd name="connsiteY6960" fmla="*/ 1936218 h 2767298"/>
              <a:gd name="connsiteX6961" fmla="*/ 3286974 w 4752801"/>
              <a:gd name="connsiteY6961" fmla="*/ 1936218 h 2767298"/>
              <a:gd name="connsiteX6962" fmla="*/ 3297499 w 4752801"/>
              <a:gd name="connsiteY6962" fmla="*/ 1936218 h 2767298"/>
              <a:gd name="connsiteX6963" fmla="*/ 3298714 w 4752801"/>
              <a:gd name="connsiteY6963" fmla="*/ 1936623 h 2767298"/>
              <a:gd name="connsiteX6964" fmla="*/ 3303977 w 4752801"/>
              <a:gd name="connsiteY6964" fmla="*/ 1945934 h 2767298"/>
              <a:gd name="connsiteX6965" fmla="*/ 3303977 w 4752801"/>
              <a:gd name="connsiteY6965" fmla="*/ 1947148 h 2767298"/>
              <a:gd name="connsiteX6966" fmla="*/ 3298714 w 4752801"/>
              <a:gd name="connsiteY6966" fmla="*/ 1956459 h 2767298"/>
              <a:gd name="connsiteX6967" fmla="*/ 3297499 w 4752801"/>
              <a:gd name="connsiteY6967" fmla="*/ 1957268 h 2767298"/>
              <a:gd name="connsiteX6968" fmla="*/ 3286974 w 4752801"/>
              <a:gd name="connsiteY6968" fmla="*/ 1957268 h 2767298"/>
              <a:gd name="connsiteX6969" fmla="*/ 3285760 w 4752801"/>
              <a:gd name="connsiteY6969" fmla="*/ 1956459 h 2767298"/>
              <a:gd name="connsiteX6970" fmla="*/ 3280498 w 4752801"/>
              <a:gd name="connsiteY6970" fmla="*/ 1947148 h 2767298"/>
              <a:gd name="connsiteX6971" fmla="*/ 3280498 w 4752801"/>
              <a:gd name="connsiteY6971" fmla="*/ 1945934 h 2767298"/>
              <a:gd name="connsiteX6972" fmla="*/ 3285760 w 4752801"/>
              <a:gd name="connsiteY6972" fmla="*/ 1936623 h 2767298"/>
              <a:gd name="connsiteX6973" fmla="*/ 3286974 w 4752801"/>
              <a:gd name="connsiteY6973" fmla="*/ 1936218 h 2767298"/>
              <a:gd name="connsiteX6974" fmla="*/ 3327052 w 4752801"/>
              <a:gd name="connsiteY6974" fmla="*/ 1935409 h 2767298"/>
              <a:gd name="connsiteX6975" fmla="*/ 3337981 w 4752801"/>
              <a:gd name="connsiteY6975" fmla="*/ 1935409 h 2767298"/>
              <a:gd name="connsiteX6976" fmla="*/ 3339196 w 4752801"/>
              <a:gd name="connsiteY6976" fmla="*/ 1936219 h 2767298"/>
              <a:gd name="connsiteX6977" fmla="*/ 3344863 w 4752801"/>
              <a:gd name="connsiteY6977" fmla="*/ 1945934 h 2767298"/>
              <a:gd name="connsiteX6978" fmla="*/ 3344863 w 4752801"/>
              <a:gd name="connsiteY6978" fmla="*/ 1947149 h 2767298"/>
              <a:gd name="connsiteX6979" fmla="*/ 3339196 w 4752801"/>
              <a:gd name="connsiteY6979" fmla="*/ 1956864 h 2767298"/>
              <a:gd name="connsiteX6980" fmla="*/ 3337981 w 4752801"/>
              <a:gd name="connsiteY6980" fmla="*/ 1957674 h 2767298"/>
              <a:gd name="connsiteX6981" fmla="*/ 3327052 w 4752801"/>
              <a:gd name="connsiteY6981" fmla="*/ 1957674 h 2767298"/>
              <a:gd name="connsiteX6982" fmla="*/ 3325837 w 4752801"/>
              <a:gd name="connsiteY6982" fmla="*/ 1956864 h 2767298"/>
              <a:gd name="connsiteX6983" fmla="*/ 3320170 w 4752801"/>
              <a:gd name="connsiteY6983" fmla="*/ 1947149 h 2767298"/>
              <a:gd name="connsiteX6984" fmla="*/ 3320170 w 4752801"/>
              <a:gd name="connsiteY6984" fmla="*/ 1945934 h 2767298"/>
              <a:gd name="connsiteX6985" fmla="*/ 3325837 w 4752801"/>
              <a:gd name="connsiteY6985" fmla="*/ 1936219 h 2767298"/>
              <a:gd name="connsiteX6986" fmla="*/ 3327052 w 4752801"/>
              <a:gd name="connsiteY6986" fmla="*/ 1935409 h 2767298"/>
              <a:gd name="connsiteX6987" fmla="*/ 4059357 w 4752801"/>
              <a:gd name="connsiteY6987" fmla="*/ 1903429 h 2767298"/>
              <a:gd name="connsiteX6988" fmla="*/ 4063001 w 4752801"/>
              <a:gd name="connsiteY6988" fmla="*/ 1903429 h 2767298"/>
              <a:gd name="connsiteX6989" fmla="*/ 4064620 w 4752801"/>
              <a:gd name="connsiteY6989" fmla="*/ 1906262 h 2767298"/>
              <a:gd name="connsiteX6990" fmla="*/ 4063001 w 4752801"/>
              <a:gd name="connsiteY6990" fmla="*/ 1909096 h 2767298"/>
              <a:gd name="connsiteX6991" fmla="*/ 4059357 w 4752801"/>
              <a:gd name="connsiteY6991" fmla="*/ 1909096 h 2767298"/>
              <a:gd name="connsiteX6992" fmla="*/ 4057738 w 4752801"/>
              <a:gd name="connsiteY6992" fmla="*/ 1906262 h 2767298"/>
              <a:gd name="connsiteX6993" fmla="*/ 4018876 w 4752801"/>
              <a:gd name="connsiteY6993" fmla="*/ 1903024 h 2767298"/>
              <a:gd name="connsiteX6994" fmla="*/ 4022924 w 4752801"/>
              <a:gd name="connsiteY6994" fmla="*/ 1903024 h 2767298"/>
              <a:gd name="connsiteX6995" fmla="*/ 4024948 w 4752801"/>
              <a:gd name="connsiteY6995" fmla="*/ 1906262 h 2767298"/>
              <a:gd name="connsiteX6996" fmla="*/ 4022924 w 4752801"/>
              <a:gd name="connsiteY6996" fmla="*/ 1909501 h 2767298"/>
              <a:gd name="connsiteX6997" fmla="*/ 4018876 w 4752801"/>
              <a:gd name="connsiteY6997" fmla="*/ 1909501 h 2767298"/>
              <a:gd name="connsiteX6998" fmla="*/ 4016852 w 4752801"/>
              <a:gd name="connsiteY6998" fmla="*/ 1906262 h 2767298"/>
              <a:gd name="connsiteX6999" fmla="*/ 3857356 w 4752801"/>
              <a:gd name="connsiteY6999" fmla="*/ 1903024 h 2767298"/>
              <a:gd name="connsiteX7000" fmla="*/ 3860999 w 4752801"/>
              <a:gd name="connsiteY7000" fmla="*/ 1903024 h 2767298"/>
              <a:gd name="connsiteX7001" fmla="*/ 3863024 w 4752801"/>
              <a:gd name="connsiteY7001" fmla="*/ 1906262 h 2767298"/>
              <a:gd name="connsiteX7002" fmla="*/ 3860999 w 4752801"/>
              <a:gd name="connsiteY7002" fmla="*/ 1909501 h 2767298"/>
              <a:gd name="connsiteX7003" fmla="*/ 3857356 w 4752801"/>
              <a:gd name="connsiteY7003" fmla="*/ 1909501 h 2767298"/>
              <a:gd name="connsiteX7004" fmla="*/ 3855332 w 4752801"/>
              <a:gd name="connsiteY7004" fmla="*/ 1906262 h 2767298"/>
              <a:gd name="connsiteX7005" fmla="*/ 3816469 w 4752801"/>
              <a:gd name="connsiteY7005" fmla="*/ 1903024 h 2767298"/>
              <a:gd name="connsiteX7006" fmla="*/ 3820113 w 4752801"/>
              <a:gd name="connsiteY7006" fmla="*/ 1903024 h 2767298"/>
              <a:gd name="connsiteX7007" fmla="*/ 3821732 w 4752801"/>
              <a:gd name="connsiteY7007" fmla="*/ 1906262 h 2767298"/>
              <a:gd name="connsiteX7008" fmla="*/ 3820113 w 4752801"/>
              <a:gd name="connsiteY7008" fmla="*/ 1909501 h 2767298"/>
              <a:gd name="connsiteX7009" fmla="*/ 3816469 w 4752801"/>
              <a:gd name="connsiteY7009" fmla="*/ 1909501 h 2767298"/>
              <a:gd name="connsiteX7010" fmla="*/ 3814850 w 4752801"/>
              <a:gd name="connsiteY7010" fmla="*/ 1906262 h 2767298"/>
              <a:gd name="connsiteX7011" fmla="*/ 3775988 w 4752801"/>
              <a:gd name="connsiteY7011" fmla="*/ 1903024 h 2767298"/>
              <a:gd name="connsiteX7012" fmla="*/ 3780036 w 4752801"/>
              <a:gd name="connsiteY7012" fmla="*/ 1903024 h 2767298"/>
              <a:gd name="connsiteX7013" fmla="*/ 3782060 w 4752801"/>
              <a:gd name="connsiteY7013" fmla="*/ 1906262 h 2767298"/>
              <a:gd name="connsiteX7014" fmla="*/ 3780036 w 4752801"/>
              <a:gd name="connsiteY7014" fmla="*/ 1909501 h 2767298"/>
              <a:gd name="connsiteX7015" fmla="*/ 3775988 w 4752801"/>
              <a:gd name="connsiteY7015" fmla="*/ 1909501 h 2767298"/>
              <a:gd name="connsiteX7016" fmla="*/ 3773964 w 4752801"/>
              <a:gd name="connsiteY7016" fmla="*/ 1906262 h 2767298"/>
              <a:gd name="connsiteX7017" fmla="*/ 3695431 w 4752801"/>
              <a:gd name="connsiteY7017" fmla="*/ 1903024 h 2767298"/>
              <a:gd name="connsiteX7018" fmla="*/ 3699074 w 4752801"/>
              <a:gd name="connsiteY7018" fmla="*/ 1903024 h 2767298"/>
              <a:gd name="connsiteX7019" fmla="*/ 3701099 w 4752801"/>
              <a:gd name="connsiteY7019" fmla="*/ 1906262 h 2767298"/>
              <a:gd name="connsiteX7020" fmla="*/ 3699074 w 4752801"/>
              <a:gd name="connsiteY7020" fmla="*/ 1909501 h 2767298"/>
              <a:gd name="connsiteX7021" fmla="*/ 3695431 w 4752801"/>
              <a:gd name="connsiteY7021" fmla="*/ 1909501 h 2767298"/>
              <a:gd name="connsiteX7022" fmla="*/ 3693407 w 4752801"/>
              <a:gd name="connsiteY7022" fmla="*/ 1906262 h 2767298"/>
              <a:gd name="connsiteX7023" fmla="*/ 3654949 w 4752801"/>
              <a:gd name="connsiteY7023" fmla="*/ 1903024 h 2767298"/>
              <a:gd name="connsiteX7024" fmla="*/ 3658592 w 4752801"/>
              <a:gd name="connsiteY7024" fmla="*/ 1903024 h 2767298"/>
              <a:gd name="connsiteX7025" fmla="*/ 3660617 w 4752801"/>
              <a:gd name="connsiteY7025" fmla="*/ 1906262 h 2767298"/>
              <a:gd name="connsiteX7026" fmla="*/ 3658592 w 4752801"/>
              <a:gd name="connsiteY7026" fmla="*/ 1909501 h 2767298"/>
              <a:gd name="connsiteX7027" fmla="*/ 3654949 w 4752801"/>
              <a:gd name="connsiteY7027" fmla="*/ 1909501 h 2767298"/>
              <a:gd name="connsiteX7028" fmla="*/ 3652925 w 4752801"/>
              <a:gd name="connsiteY7028" fmla="*/ 1906262 h 2767298"/>
              <a:gd name="connsiteX7029" fmla="*/ 3614468 w 4752801"/>
              <a:gd name="connsiteY7029" fmla="*/ 1903024 h 2767298"/>
              <a:gd name="connsiteX7030" fmla="*/ 3618111 w 4752801"/>
              <a:gd name="connsiteY7030" fmla="*/ 1903024 h 2767298"/>
              <a:gd name="connsiteX7031" fmla="*/ 3620136 w 4752801"/>
              <a:gd name="connsiteY7031" fmla="*/ 1906262 h 2767298"/>
              <a:gd name="connsiteX7032" fmla="*/ 3618111 w 4752801"/>
              <a:gd name="connsiteY7032" fmla="*/ 1909501 h 2767298"/>
              <a:gd name="connsiteX7033" fmla="*/ 3614468 w 4752801"/>
              <a:gd name="connsiteY7033" fmla="*/ 1909501 h 2767298"/>
              <a:gd name="connsiteX7034" fmla="*/ 3612444 w 4752801"/>
              <a:gd name="connsiteY7034" fmla="*/ 1906262 h 2767298"/>
              <a:gd name="connsiteX7035" fmla="*/ 4625690 w 4752801"/>
              <a:gd name="connsiteY7035" fmla="*/ 1902619 h 2767298"/>
              <a:gd name="connsiteX7036" fmla="*/ 4630143 w 4752801"/>
              <a:gd name="connsiteY7036" fmla="*/ 1902619 h 2767298"/>
              <a:gd name="connsiteX7037" fmla="*/ 4632167 w 4752801"/>
              <a:gd name="connsiteY7037" fmla="*/ 1906262 h 2767298"/>
              <a:gd name="connsiteX7038" fmla="*/ 4630143 w 4752801"/>
              <a:gd name="connsiteY7038" fmla="*/ 1909906 h 2767298"/>
              <a:gd name="connsiteX7039" fmla="*/ 4625690 w 4752801"/>
              <a:gd name="connsiteY7039" fmla="*/ 1909906 h 2767298"/>
              <a:gd name="connsiteX7040" fmla="*/ 4623666 w 4752801"/>
              <a:gd name="connsiteY7040" fmla="*/ 1906262 h 2767298"/>
              <a:gd name="connsiteX7041" fmla="*/ 4302649 w 4752801"/>
              <a:gd name="connsiteY7041" fmla="*/ 1902619 h 2767298"/>
              <a:gd name="connsiteX7042" fmla="*/ 4305888 w 4752801"/>
              <a:gd name="connsiteY7042" fmla="*/ 1902619 h 2767298"/>
              <a:gd name="connsiteX7043" fmla="*/ 4307102 w 4752801"/>
              <a:gd name="connsiteY7043" fmla="*/ 1903024 h 2767298"/>
              <a:gd name="connsiteX7044" fmla="*/ 4308722 w 4752801"/>
              <a:gd name="connsiteY7044" fmla="*/ 1905857 h 2767298"/>
              <a:gd name="connsiteX7045" fmla="*/ 4308722 w 4752801"/>
              <a:gd name="connsiteY7045" fmla="*/ 1907072 h 2767298"/>
              <a:gd name="connsiteX7046" fmla="*/ 4307102 w 4752801"/>
              <a:gd name="connsiteY7046" fmla="*/ 1909906 h 2767298"/>
              <a:gd name="connsiteX7047" fmla="*/ 4305888 w 4752801"/>
              <a:gd name="connsiteY7047" fmla="*/ 1911120 h 2767298"/>
              <a:gd name="connsiteX7048" fmla="*/ 4302649 w 4752801"/>
              <a:gd name="connsiteY7048" fmla="*/ 1911120 h 2767298"/>
              <a:gd name="connsiteX7049" fmla="*/ 4301435 w 4752801"/>
              <a:gd name="connsiteY7049" fmla="*/ 1910310 h 2767298"/>
              <a:gd name="connsiteX7050" fmla="*/ 4299816 w 4752801"/>
              <a:gd name="connsiteY7050" fmla="*/ 1907477 h 2767298"/>
              <a:gd name="connsiteX7051" fmla="*/ 4299816 w 4752801"/>
              <a:gd name="connsiteY7051" fmla="*/ 1906262 h 2767298"/>
              <a:gd name="connsiteX7052" fmla="*/ 4301435 w 4752801"/>
              <a:gd name="connsiteY7052" fmla="*/ 1903429 h 2767298"/>
              <a:gd name="connsiteX7053" fmla="*/ 4302649 w 4752801"/>
              <a:gd name="connsiteY7053" fmla="*/ 1902619 h 2767298"/>
              <a:gd name="connsiteX7054" fmla="*/ 4220878 w 4752801"/>
              <a:gd name="connsiteY7054" fmla="*/ 1902619 h 2767298"/>
              <a:gd name="connsiteX7055" fmla="*/ 4225331 w 4752801"/>
              <a:gd name="connsiteY7055" fmla="*/ 1902619 h 2767298"/>
              <a:gd name="connsiteX7056" fmla="*/ 4227355 w 4752801"/>
              <a:gd name="connsiteY7056" fmla="*/ 1906262 h 2767298"/>
              <a:gd name="connsiteX7057" fmla="*/ 4225331 w 4752801"/>
              <a:gd name="connsiteY7057" fmla="*/ 1909906 h 2767298"/>
              <a:gd name="connsiteX7058" fmla="*/ 4220878 w 4752801"/>
              <a:gd name="connsiteY7058" fmla="*/ 1909906 h 2767298"/>
              <a:gd name="connsiteX7059" fmla="*/ 4218854 w 4752801"/>
              <a:gd name="connsiteY7059" fmla="*/ 1906262 h 2767298"/>
              <a:gd name="connsiteX7060" fmla="*/ 4180802 w 4752801"/>
              <a:gd name="connsiteY7060" fmla="*/ 1902619 h 2767298"/>
              <a:gd name="connsiteX7061" fmla="*/ 4184445 w 4752801"/>
              <a:gd name="connsiteY7061" fmla="*/ 1902619 h 2767298"/>
              <a:gd name="connsiteX7062" fmla="*/ 4185659 w 4752801"/>
              <a:gd name="connsiteY7062" fmla="*/ 1903024 h 2767298"/>
              <a:gd name="connsiteX7063" fmla="*/ 4187278 w 4752801"/>
              <a:gd name="connsiteY7063" fmla="*/ 1905857 h 2767298"/>
              <a:gd name="connsiteX7064" fmla="*/ 4187278 w 4752801"/>
              <a:gd name="connsiteY7064" fmla="*/ 1907072 h 2767298"/>
              <a:gd name="connsiteX7065" fmla="*/ 4185659 w 4752801"/>
              <a:gd name="connsiteY7065" fmla="*/ 1909906 h 2767298"/>
              <a:gd name="connsiteX7066" fmla="*/ 4184445 w 4752801"/>
              <a:gd name="connsiteY7066" fmla="*/ 1911120 h 2767298"/>
              <a:gd name="connsiteX7067" fmla="*/ 4180802 w 4752801"/>
              <a:gd name="connsiteY7067" fmla="*/ 1911120 h 2767298"/>
              <a:gd name="connsiteX7068" fmla="*/ 4179587 w 4752801"/>
              <a:gd name="connsiteY7068" fmla="*/ 1910310 h 2767298"/>
              <a:gd name="connsiteX7069" fmla="*/ 4177968 w 4752801"/>
              <a:gd name="connsiteY7069" fmla="*/ 1907477 h 2767298"/>
              <a:gd name="connsiteX7070" fmla="*/ 4177968 w 4752801"/>
              <a:gd name="connsiteY7070" fmla="*/ 1906262 h 2767298"/>
              <a:gd name="connsiteX7071" fmla="*/ 4179587 w 4752801"/>
              <a:gd name="connsiteY7071" fmla="*/ 1903429 h 2767298"/>
              <a:gd name="connsiteX7072" fmla="*/ 4180802 w 4752801"/>
              <a:gd name="connsiteY7072" fmla="*/ 1902619 h 2767298"/>
              <a:gd name="connsiteX7073" fmla="*/ 4140320 w 4752801"/>
              <a:gd name="connsiteY7073" fmla="*/ 1902619 h 2767298"/>
              <a:gd name="connsiteX7074" fmla="*/ 4144368 w 4752801"/>
              <a:gd name="connsiteY7074" fmla="*/ 1902619 h 2767298"/>
              <a:gd name="connsiteX7075" fmla="*/ 4146392 w 4752801"/>
              <a:gd name="connsiteY7075" fmla="*/ 1906262 h 2767298"/>
              <a:gd name="connsiteX7076" fmla="*/ 4144368 w 4752801"/>
              <a:gd name="connsiteY7076" fmla="*/ 1909906 h 2767298"/>
              <a:gd name="connsiteX7077" fmla="*/ 4140320 w 4752801"/>
              <a:gd name="connsiteY7077" fmla="*/ 1909906 h 2767298"/>
              <a:gd name="connsiteX7078" fmla="*/ 4138296 w 4752801"/>
              <a:gd name="connsiteY7078" fmla="*/ 1906262 h 2767298"/>
              <a:gd name="connsiteX7079" fmla="*/ 3937913 w 4752801"/>
              <a:gd name="connsiteY7079" fmla="*/ 1902619 h 2767298"/>
              <a:gd name="connsiteX7080" fmla="*/ 3941961 w 4752801"/>
              <a:gd name="connsiteY7080" fmla="*/ 1902619 h 2767298"/>
              <a:gd name="connsiteX7081" fmla="*/ 3943985 w 4752801"/>
              <a:gd name="connsiteY7081" fmla="*/ 1906262 h 2767298"/>
              <a:gd name="connsiteX7082" fmla="*/ 3941961 w 4752801"/>
              <a:gd name="connsiteY7082" fmla="*/ 1909906 h 2767298"/>
              <a:gd name="connsiteX7083" fmla="*/ 3937913 w 4752801"/>
              <a:gd name="connsiteY7083" fmla="*/ 1909906 h 2767298"/>
              <a:gd name="connsiteX7084" fmla="*/ 3935889 w 4752801"/>
              <a:gd name="connsiteY7084" fmla="*/ 1906262 h 2767298"/>
              <a:gd name="connsiteX7085" fmla="*/ 3897432 w 4752801"/>
              <a:gd name="connsiteY7085" fmla="*/ 1902619 h 2767298"/>
              <a:gd name="connsiteX7086" fmla="*/ 3901480 w 4752801"/>
              <a:gd name="connsiteY7086" fmla="*/ 1902619 h 2767298"/>
              <a:gd name="connsiteX7087" fmla="*/ 3903504 w 4752801"/>
              <a:gd name="connsiteY7087" fmla="*/ 1906262 h 2767298"/>
              <a:gd name="connsiteX7088" fmla="*/ 3901480 w 4752801"/>
              <a:gd name="connsiteY7088" fmla="*/ 1909906 h 2767298"/>
              <a:gd name="connsiteX7089" fmla="*/ 3897432 w 4752801"/>
              <a:gd name="connsiteY7089" fmla="*/ 1909906 h 2767298"/>
              <a:gd name="connsiteX7090" fmla="*/ 3895408 w 4752801"/>
              <a:gd name="connsiteY7090" fmla="*/ 1906262 h 2767298"/>
              <a:gd name="connsiteX7091" fmla="*/ 3735507 w 4752801"/>
              <a:gd name="connsiteY7091" fmla="*/ 1902619 h 2767298"/>
              <a:gd name="connsiteX7092" fmla="*/ 3739555 w 4752801"/>
              <a:gd name="connsiteY7092" fmla="*/ 1902619 h 2767298"/>
              <a:gd name="connsiteX7093" fmla="*/ 3741579 w 4752801"/>
              <a:gd name="connsiteY7093" fmla="*/ 1906262 h 2767298"/>
              <a:gd name="connsiteX7094" fmla="*/ 3739555 w 4752801"/>
              <a:gd name="connsiteY7094" fmla="*/ 1909906 h 2767298"/>
              <a:gd name="connsiteX7095" fmla="*/ 3735507 w 4752801"/>
              <a:gd name="connsiteY7095" fmla="*/ 1909906 h 2767298"/>
              <a:gd name="connsiteX7096" fmla="*/ 3733483 w 4752801"/>
              <a:gd name="connsiteY7096" fmla="*/ 1906262 h 2767298"/>
              <a:gd name="connsiteX7097" fmla="*/ 4585614 w 4752801"/>
              <a:gd name="connsiteY7097" fmla="*/ 1902214 h 2767298"/>
              <a:gd name="connsiteX7098" fmla="*/ 4590067 w 4752801"/>
              <a:gd name="connsiteY7098" fmla="*/ 1902214 h 2767298"/>
              <a:gd name="connsiteX7099" fmla="*/ 4592495 w 4752801"/>
              <a:gd name="connsiteY7099" fmla="*/ 1906262 h 2767298"/>
              <a:gd name="connsiteX7100" fmla="*/ 4590067 w 4752801"/>
              <a:gd name="connsiteY7100" fmla="*/ 1910310 h 2767298"/>
              <a:gd name="connsiteX7101" fmla="*/ 4585614 w 4752801"/>
              <a:gd name="connsiteY7101" fmla="*/ 1910310 h 2767298"/>
              <a:gd name="connsiteX7102" fmla="*/ 4583185 w 4752801"/>
              <a:gd name="connsiteY7102" fmla="*/ 1906262 h 2767298"/>
              <a:gd name="connsiteX7103" fmla="*/ 4423688 w 4752801"/>
              <a:gd name="connsiteY7103" fmla="*/ 1902214 h 2767298"/>
              <a:gd name="connsiteX7104" fmla="*/ 4427736 w 4752801"/>
              <a:gd name="connsiteY7104" fmla="*/ 1902214 h 2767298"/>
              <a:gd name="connsiteX7105" fmla="*/ 4428950 w 4752801"/>
              <a:gd name="connsiteY7105" fmla="*/ 1902619 h 2767298"/>
              <a:gd name="connsiteX7106" fmla="*/ 4430975 w 4752801"/>
              <a:gd name="connsiteY7106" fmla="*/ 1905857 h 2767298"/>
              <a:gd name="connsiteX7107" fmla="*/ 4430975 w 4752801"/>
              <a:gd name="connsiteY7107" fmla="*/ 1907072 h 2767298"/>
              <a:gd name="connsiteX7108" fmla="*/ 4428950 w 4752801"/>
              <a:gd name="connsiteY7108" fmla="*/ 1910310 h 2767298"/>
              <a:gd name="connsiteX7109" fmla="*/ 4427736 w 4752801"/>
              <a:gd name="connsiteY7109" fmla="*/ 1911120 h 2767298"/>
              <a:gd name="connsiteX7110" fmla="*/ 4423688 w 4752801"/>
              <a:gd name="connsiteY7110" fmla="*/ 1911120 h 2767298"/>
              <a:gd name="connsiteX7111" fmla="*/ 4422474 w 4752801"/>
              <a:gd name="connsiteY7111" fmla="*/ 1910310 h 2767298"/>
              <a:gd name="connsiteX7112" fmla="*/ 4420450 w 4752801"/>
              <a:gd name="connsiteY7112" fmla="*/ 1907072 h 2767298"/>
              <a:gd name="connsiteX7113" fmla="*/ 4420450 w 4752801"/>
              <a:gd name="connsiteY7113" fmla="*/ 1905857 h 2767298"/>
              <a:gd name="connsiteX7114" fmla="*/ 4422474 w 4752801"/>
              <a:gd name="connsiteY7114" fmla="*/ 1902619 h 2767298"/>
              <a:gd name="connsiteX7115" fmla="*/ 4423688 w 4752801"/>
              <a:gd name="connsiteY7115" fmla="*/ 1902214 h 2767298"/>
              <a:gd name="connsiteX7116" fmla="*/ 4382802 w 4752801"/>
              <a:gd name="connsiteY7116" fmla="*/ 1902214 h 2767298"/>
              <a:gd name="connsiteX7117" fmla="*/ 4386850 w 4752801"/>
              <a:gd name="connsiteY7117" fmla="*/ 1902214 h 2767298"/>
              <a:gd name="connsiteX7118" fmla="*/ 4388064 w 4752801"/>
              <a:gd name="connsiteY7118" fmla="*/ 1902619 h 2767298"/>
              <a:gd name="connsiteX7119" fmla="*/ 4390089 w 4752801"/>
              <a:gd name="connsiteY7119" fmla="*/ 1905857 h 2767298"/>
              <a:gd name="connsiteX7120" fmla="*/ 4390089 w 4752801"/>
              <a:gd name="connsiteY7120" fmla="*/ 1907072 h 2767298"/>
              <a:gd name="connsiteX7121" fmla="*/ 4388064 w 4752801"/>
              <a:gd name="connsiteY7121" fmla="*/ 1910310 h 2767298"/>
              <a:gd name="connsiteX7122" fmla="*/ 4386850 w 4752801"/>
              <a:gd name="connsiteY7122" fmla="*/ 1911120 h 2767298"/>
              <a:gd name="connsiteX7123" fmla="*/ 4382802 w 4752801"/>
              <a:gd name="connsiteY7123" fmla="*/ 1911120 h 2767298"/>
              <a:gd name="connsiteX7124" fmla="*/ 4381588 w 4752801"/>
              <a:gd name="connsiteY7124" fmla="*/ 1910310 h 2767298"/>
              <a:gd name="connsiteX7125" fmla="*/ 4379564 w 4752801"/>
              <a:gd name="connsiteY7125" fmla="*/ 1907072 h 2767298"/>
              <a:gd name="connsiteX7126" fmla="*/ 4379564 w 4752801"/>
              <a:gd name="connsiteY7126" fmla="*/ 1905857 h 2767298"/>
              <a:gd name="connsiteX7127" fmla="*/ 4381588 w 4752801"/>
              <a:gd name="connsiteY7127" fmla="*/ 1902619 h 2767298"/>
              <a:gd name="connsiteX7128" fmla="*/ 4382802 w 4752801"/>
              <a:gd name="connsiteY7128" fmla="*/ 1902214 h 2767298"/>
              <a:gd name="connsiteX7129" fmla="*/ 4261764 w 4752801"/>
              <a:gd name="connsiteY7129" fmla="*/ 1902214 h 2767298"/>
              <a:gd name="connsiteX7130" fmla="*/ 4266217 w 4752801"/>
              <a:gd name="connsiteY7130" fmla="*/ 1902214 h 2767298"/>
              <a:gd name="connsiteX7131" fmla="*/ 4268645 w 4752801"/>
              <a:gd name="connsiteY7131" fmla="*/ 1906262 h 2767298"/>
              <a:gd name="connsiteX7132" fmla="*/ 4266217 w 4752801"/>
              <a:gd name="connsiteY7132" fmla="*/ 1910310 h 2767298"/>
              <a:gd name="connsiteX7133" fmla="*/ 4261764 w 4752801"/>
              <a:gd name="connsiteY7133" fmla="*/ 1910310 h 2767298"/>
              <a:gd name="connsiteX7134" fmla="*/ 4259335 w 4752801"/>
              <a:gd name="connsiteY7134" fmla="*/ 1906262 h 2767298"/>
              <a:gd name="connsiteX7135" fmla="*/ 4100243 w 4752801"/>
              <a:gd name="connsiteY7135" fmla="*/ 1902214 h 2767298"/>
              <a:gd name="connsiteX7136" fmla="*/ 4103482 w 4752801"/>
              <a:gd name="connsiteY7136" fmla="*/ 1902214 h 2767298"/>
              <a:gd name="connsiteX7137" fmla="*/ 4104696 w 4752801"/>
              <a:gd name="connsiteY7137" fmla="*/ 1903024 h 2767298"/>
              <a:gd name="connsiteX7138" fmla="*/ 4106316 w 4752801"/>
              <a:gd name="connsiteY7138" fmla="*/ 1905857 h 2767298"/>
              <a:gd name="connsiteX7139" fmla="*/ 4106316 w 4752801"/>
              <a:gd name="connsiteY7139" fmla="*/ 1907072 h 2767298"/>
              <a:gd name="connsiteX7140" fmla="*/ 4104696 w 4752801"/>
              <a:gd name="connsiteY7140" fmla="*/ 1909906 h 2767298"/>
              <a:gd name="connsiteX7141" fmla="*/ 4103482 w 4752801"/>
              <a:gd name="connsiteY7141" fmla="*/ 1910310 h 2767298"/>
              <a:gd name="connsiteX7142" fmla="*/ 4100243 w 4752801"/>
              <a:gd name="connsiteY7142" fmla="*/ 1910310 h 2767298"/>
              <a:gd name="connsiteX7143" fmla="*/ 4099029 w 4752801"/>
              <a:gd name="connsiteY7143" fmla="*/ 1909906 h 2767298"/>
              <a:gd name="connsiteX7144" fmla="*/ 4097410 w 4752801"/>
              <a:gd name="connsiteY7144" fmla="*/ 1907072 h 2767298"/>
              <a:gd name="connsiteX7145" fmla="*/ 4097410 w 4752801"/>
              <a:gd name="connsiteY7145" fmla="*/ 1905857 h 2767298"/>
              <a:gd name="connsiteX7146" fmla="*/ 4099029 w 4752801"/>
              <a:gd name="connsiteY7146" fmla="*/ 1903024 h 2767298"/>
              <a:gd name="connsiteX7147" fmla="*/ 4100243 w 4752801"/>
              <a:gd name="connsiteY7147" fmla="*/ 1902214 h 2767298"/>
              <a:gd name="connsiteX7148" fmla="*/ 3978395 w 4752801"/>
              <a:gd name="connsiteY7148" fmla="*/ 1902214 h 2767298"/>
              <a:gd name="connsiteX7149" fmla="*/ 3982848 w 4752801"/>
              <a:gd name="connsiteY7149" fmla="*/ 1902214 h 2767298"/>
              <a:gd name="connsiteX7150" fmla="*/ 3985276 w 4752801"/>
              <a:gd name="connsiteY7150" fmla="*/ 1906262 h 2767298"/>
              <a:gd name="connsiteX7151" fmla="*/ 3982848 w 4752801"/>
              <a:gd name="connsiteY7151" fmla="*/ 1910310 h 2767298"/>
              <a:gd name="connsiteX7152" fmla="*/ 3978395 w 4752801"/>
              <a:gd name="connsiteY7152" fmla="*/ 1910310 h 2767298"/>
              <a:gd name="connsiteX7153" fmla="*/ 3975966 w 4752801"/>
              <a:gd name="connsiteY7153" fmla="*/ 1906262 h 2767298"/>
              <a:gd name="connsiteX7154" fmla="*/ 4504246 w 4752801"/>
              <a:gd name="connsiteY7154" fmla="*/ 1901809 h 2767298"/>
              <a:gd name="connsiteX7155" fmla="*/ 4508699 w 4752801"/>
              <a:gd name="connsiteY7155" fmla="*/ 1901809 h 2767298"/>
              <a:gd name="connsiteX7156" fmla="*/ 4509913 w 4752801"/>
              <a:gd name="connsiteY7156" fmla="*/ 1902214 h 2767298"/>
              <a:gd name="connsiteX7157" fmla="*/ 4511937 w 4752801"/>
              <a:gd name="connsiteY7157" fmla="*/ 1905857 h 2767298"/>
              <a:gd name="connsiteX7158" fmla="*/ 4511937 w 4752801"/>
              <a:gd name="connsiteY7158" fmla="*/ 1907072 h 2767298"/>
              <a:gd name="connsiteX7159" fmla="*/ 4509913 w 4752801"/>
              <a:gd name="connsiteY7159" fmla="*/ 1910715 h 2767298"/>
              <a:gd name="connsiteX7160" fmla="*/ 4508699 w 4752801"/>
              <a:gd name="connsiteY7160" fmla="*/ 1911525 h 2767298"/>
              <a:gd name="connsiteX7161" fmla="*/ 4504246 w 4752801"/>
              <a:gd name="connsiteY7161" fmla="*/ 1911525 h 2767298"/>
              <a:gd name="connsiteX7162" fmla="*/ 4503032 w 4752801"/>
              <a:gd name="connsiteY7162" fmla="*/ 1910715 h 2767298"/>
              <a:gd name="connsiteX7163" fmla="*/ 4501008 w 4752801"/>
              <a:gd name="connsiteY7163" fmla="*/ 1907072 h 2767298"/>
              <a:gd name="connsiteX7164" fmla="*/ 4501008 w 4752801"/>
              <a:gd name="connsiteY7164" fmla="*/ 1905857 h 2767298"/>
              <a:gd name="connsiteX7165" fmla="*/ 4503032 w 4752801"/>
              <a:gd name="connsiteY7165" fmla="*/ 1902214 h 2767298"/>
              <a:gd name="connsiteX7166" fmla="*/ 4504246 w 4752801"/>
              <a:gd name="connsiteY7166" fmla="*/ 1901809 h 2767298"/>
              <a:gd name="connsiteX7167" fmla="*/ 4342726 w 4752801"/>
              <a:gd name="connsiteY7167" fmla="*/ 1901809 h 2767298"/>
              <a:gd name="connsiteX7168" fmla="*/ 4346774 w 4752801"/>
              <a:gd name="connsiteY7168" fmla="*/ 1901809 h 2767298"/>
              <a:gd name="connsiteX7169" fmla="*/ 4347988 w 4752801"/>
              <a:gd name="connsiteY7169" fmla="*/ 1902214 h 2767298"/>
              <a:gd name="connsiteX7170" fmla="*/ 4350013 w 4752801"/>
              <a:gd name="connsiteY7170" fmla="*/ 1905857 h 2767298"/>
              <a:gd name="connsiteX7171" fmla="*/ 4350013 w 4752801"/>
              <a:gd name="connsiteY7171" fmla="*/ 1907072 h 2767298"/>
              <a:gd name="connsiteX7172" fmla="*/ 4347988 w 4752801"/>
              <a:gd name="connsiteY7172" fmla="*/ 1910715 h 2767298"/>
              <a:gd name="connsiteX7173" fmla="*/ 4346774 w 4752801"/>
              <a:gd name="connsiteY7173" fmla="*/ 1911525 h 2767298"/>
              <a:gd name="connsiteX7174" fmla="*/ 4342726 w 4752801"/>
              <a:gd name="connsiteY7174" fmla="*/ 1911525 h 2767298"/>
              <a:gd name="connsiteX7175" fmla="*/ 4341512 w 4752801"/>
              <a:gd name="connsiteY7175" fmla="*/ 1910715 h 2767298"/>
              <a:gd name="connsiteX7176" fmla="*/ 4339488 w 4752801"/>
              <a:gd name="connsiteY7176" fmla="*/ 1907072 h 2767298"/>
              <a:gd name="connsiteX7177" fmla="*/ 4339488 w 4752801"/>
              <a:gd name="connsiteY7177" fmla="*/ 1905857 h 2767298"/>
              <a:gd name="connsiteX7178" fmla="*/ 4341512 w 4752801"/>
              <a:gd name="connsiteY7178" fmla="*/ 1902214 h 2767298"/>
              <a:gd name="connsiteX7179" fmla="*/ 4342726 w 4752801"/>
              <a:gd name="connsiteY7179" fmla="*/ 1901809 h 2767298"/>
              <a:gd name="connsiteX7180" fmla="*/ 4545132 w 4752801"/>
              <a:gd name="connsiteY7180" fmla="*/ 1901404 h 2767298"/>
              <a:gd name="connsiteX7181" fmla="*/ 4548776 w 4752801"/>
              <a:gd name="connsiteY7181" fmla="*/ 1901404 h 2767298"/>
              <a:gd name="connsiteX7182" fmla="*/ 4549990 w 4752801"/>
              <a:gd name="connsiteY7182" fmla="*/ 1902213 h 2767298"/>
              <a:gd name="connsiteX7183" fmla="*/ 4552014 w 4752801"/>
              <a:gd name="connsiteY7183" fmla="*/ 1905452 h 2767298"/>
              <a:gd name="connsiteX7184" fmla="*/ 4552014 w 4752801"/>
              <a:gd name="connsiteY7184" fmla="*/ 1906667 h 2767298"/>
              <a:gd name="connsiteX7185" fmla="*/ 4549990 w 4752801"/>
              <a:gd name="connsiteY7185" fmla="*/ 1909905 h 2767298"/>
              <a:gd name="connsiteX7186" fmla="*/ 4548776 w 4752801"/>
              <a:gd name="connsiteY7186" fmla="*/ 1910715 h 2767298"/>
              <a:gd name="connsiteX7187" fmla="*/ 4545132 w 4752801"/>
              <a:gd name="connsiteY7187" fmla="*/ 1910715 h 2767298"/>
              <a:gd name="connsiteX7188" fmla="*/ 4543918 w 4752801"/>
              <a:gd name="connsiteY7188" fmla="*/ 1909905 h 2767298"/>
              <a:gd name="connsiteX7189" fmla="*/ 4541894 w 4752801"/>
              <a:gd name="connsiteY7189" fmla="*/ 1906667 h 2767298"/>
              <a:gd name="connsiteX7190" fmla="*/ 4541894 w 4752801"/>
              <a:gd name="connsiteY7190" fmla="*/ 1905452 h 2767298"/>
              <a:gd name="connsiteX7191" fmla="*/ 4543918 w 4752801"/>
              <a:gd name="connsiteY7191" fmla="*/ 1902213 h 2767298"/>
              <a:gd name="connsiteX7192" fmla="*/ 4545132 w 4752801"/>
              <a:gd name="connsiteY7192" fmla="*/ 1901404 h 2767298"/>
              <a:gd name="connsiteX7193" fmla="*/ 3573583 w 4752801"/>
              <a:gd name="connsiteY7193" fmla="*/ 1901404 h 2767298"/>
              <a:gd name="connsiteX7194" fmla="*/ 3577226 w 4752801"/>
              <a:gd name="connsiteY7194" fmla="*/ 1901404 h 2767298"/>
              <a:gd name="connsiteX7195" fmla="*/ 3578440 w 4752801"/>
              <a:gd name="connsiteY7195" fmla="*/ 1902213 h 2767298"/>
              <a:gd name="connsiteX7196" fmla="*/ 3580059 w 4752801"/>
              <a:gd name="connsiteY7196" fmla="*/ 1905452 h 2767298"/>
              <a:gd name="connsiteX7197" fmla="*/ 3580059 w 4752801"/>
              <a:gd name="connsiteY7197" fmla="*/ 1906667 h 2767298"/>
              <a:gd name="connsiteX7198" fmla="*/ 3578440 w 4752801"/>
              <a:gd name="connsiteY7198" fmla="*/ 1909905 h 2767298"/>
              <a:gd name="connsiteX7199" fmla="*/ 3577226 w 4752801"/>
              <a:gd name="connsiteY7199" fmla="*/ 1910310 h 2767298"/>
              <a:gd name="connsiteX7200" fmla="*/ 3573583 w 4752801"/>
              <a:gd name="connsiteY7200" fmla="*/ 1910310 h 2767298"/>
              <a:gd name="connsiteX7201" fmla="*/ 3572368 w 4752801"/>
              <a:gd name="connsiteY7201" fmla="*/ 1909905 h 2767298"/>
              <a:gd name="connsiteX7202" fmla="*/ 3570749 w 4752801"/>
              <a:gd name="connsiteY7202" fmla="*/ 1906667 h 2767298"/>
              <a:gd name="connsiteX7203" fmla="*/ 3570749 w 4752801"/>
              <a:gd name="connsiteY7203" fmla="*/ 1905452 h 2767298"/>
              <a:gd name="connsiteX7204" fmla="*/ 3572368 w 4752801"/>
              <a:gd name="connsiteY7204" fmla="*/ 1902213 h 2767298"/>
              <a:gd name="connsiteX7205" fmla="*/ 3573583 w 4752801"/>
              <a:gd name="connsiteY7205" fmla="*/ 1901404 h 2767298"/>
              <a:gd name="connsiteX7206" fmla="*/ 4463765 w 4752801"/>
              <a:gd name="connsiteY7206" fmla="*/ 1900999 h 2767298"/>
              <a:gd name="connsiteX7207" fmla="*/ 4468218 w 4752801"/>
              <a:gd name="connsiteY7207" fmla="*/ 1900999 h 2767298"/>
              <a:gd name="connsiteX7208" fmla="*/ 4469432 w 4752801"/>
              <a:gd name="connsiteY7208" fmla="*/ 1901404 h 2767298"/>
              <a:gd name="connsiteX7209" fmla="*/ 4471861 w 4752801"/>
              <a:gd name="connsiteY7209" fmla="*/ 1905452 h 2767298"/>
              <a:gd name="connsiteX7210" fmla="*/ 4471861 w 4752801"/>
              <a:gd name="connsiteY7210" fmla="*/ 1906666 h 2767298"/>
              <a:gd name="connsiteX7211" fmla="*/ 4469432 w 4752801"/>
              <a:gd name="connsiteY7211" fmla="*/ 1910715 h 2767298"/>
              <a:gd name="connsiteX7212" fmla="*/ 4468218 w 4752801"/>
              <a:gd name="connsiteY7212" fmla="*/ 1911524 h 2767298"/>
              <a:gd name="connsiteX7213" fmla="*/ 4463765 w 4752801"/>
              <a:gd name="connsiteY7213" fmla="*/ 1911524 h 2767298"/>
              <a:gd name="connsiteX7214" fmla="*/ 4462550 w 4752801"/>
              <a:gd name="connsiteY7214" fmla="*/ 1910715 h 2767298"/>
              <a:gd name="connsiteX7215" fmla="*/ 4460122 w 4752801"/>
              <a:gd name="connsiteY7215" fmla="*/ 1906666 h 2767298"/>
              <a:gd name="connsiteX7216" fmla="*/ 4460122 w 4752801"/>
              <a:gd name="connsiteY7216" fmla="*/ 1905452 h 2767298"/>
              <a:gd name="connsiteX7217" fmla="*/ 4462550 w 4752801"/>
              <a:gd name="connsiteY7217" fmla="*/ 1901404 h 2767298"/>
              <a:gd name="connsiteX7218" fmla="*/ 4463765 w 4752801"/>
              <a:gd name="connsiteY7218" fmla="*/ 1900999 h 2767298"/>
              <a:gd name="connsiteX7219" fmla="*/ 3532291 w 4752801"/>
              <a:gd name="connsiteY7219" fmla="*/ 1900190 h 2767298"/>
              <a:gd name="connsiteX7220" fmla="*/ 3537958 w 4752801"/>
              <a:gd name="connsiteY7220" fmla="*/ 1900190 h 2767298"/>
              <a:gd name="connsiteX7221" fmla="*/ 3539173 w 4752801"/>
              <a:gd name="connsiteY7221" fmla="*/ 1901000 h 2767298"/>
              <a:gd name="connsiteX7222" fmla="*/ 3542006 w 4752801"/>
              <a:gd name="connsiteY7222" fmla="*/ 1905857 h 2767298"/>
              <a:gd name="connsiteX7223" fmla="*/ 3542006 w 4752801"/>
              <a:gd name="connsiteY7223" fmla="*/ 1907072 h 2767298"/>
              <a:gd name="connsiteX7224" fmla="*/ 3539173 w 4752801"/>
              <a:gd name="connsiteY7224" fmla="*/ 1911930 h 2767298"/>
              <a:gd name="connsiteX7225" fmla="*/ 3537958 w 4752801"/>
              <a:gd name="connsiteY7225" fmla="*/ 1912739 h 2767298"/>
              <a:gd name="connsiteX7226" fmla="*/ 3532291 w 4752801"/>
              <a:gd name="connsiteY7226" fmla="*/ 1912739 h 2767298"/>
              <a:gd name="connsiteX7227" fmla="*/ 3531077 w 4752801"/>
              <a:gd name="connsiteY7227" fmla="*/ 1911930 h 2767298"/>
              <a:gd name="connsiteX7228" fmla="*/ 3528243 w 4752801"/>
              <a:gd name="connsiteY7228" fmla="*/ 1907072 h 2767298"/>
              <a:gd name="connsiteX7229" fmla="*/ 3528243 w 4752801"/>
              <a:gd name="connsiteY7229" fmla="*/ 1905857 h 2767298"/>
              <a:gd name="connsiteX7230" fmla="*/ 3531077 w 4752801"/>
              <a:gd name="connsiteY7230" fmla="*/ 1901000 h 2767298"/>
              <a:gd name="connsiteX7231" fmla="*/ 3532291 w 4752801"/>
              <a:gd name="connsiteY7231" fmla="*/ 1900190 h 2767298"/>
              <a:gd name="connsiteX7232" fmla="*/ 3491810 w 4752801"/>
              <a:gd name="connsiteY7232" fmla="*/ 1899785 h 2767298"/>
              <a:gd name="connsiteX7233" fmla="*/ 3497072 w 4752801"/>
              <a:gd name="connsiteY7233" fmla="*/ 1899785 h 2767298"/>
              <a:gd name="connsiteX7234" fmla="*/ 3498287 w 4752801"/>
              <a:gd name="connsiteY7234" fmla="*/ 1900595 h 2767298"/>
              <a:gd name="connsiteX7235" fmla="*/ 3501121 w 4752801"/>
              <a:gd name="connsiteY7235" fmla="*/ 1905452 h 2767298"/>
              <a:gd name="connsiteX7236" fmla="*/ 3501121 w 4752801"/>
              <a:gd name="connsiteY7236" fmla="*/ 1906667 h 2767298"/>
              <a:gd name="connsiteX7237" fmla="*/ 3498287 w 4752801"/>
              <a:gd name="connsiteY7237" fmla="*/ 1911525 h 2767298"/>
              <a:gd name="connsiteX7238" fmla="*/ 3497072 w 4752801"/>
              <a:gd name="connsiteY7238" fmla="*/ 1911929 h 2767298"/>
              <a:gd name="connsiteX7239" fmla="*/ 3491810 w 4752801"/>
              <a:gd name="connsiteY7239" fmla="*/ 1911929 h 2767298"/>
              <a:gd name="connsiteX7240" fmla="*/ 3490596 w 4752801"/>
              <a:gd name="connsiteY7240" fmla="*/ 1911525 h 2767298"/>
              <a:gd name="connsiteX7241" fmla="*/ 3487762 w 4752801"/>
              <a:gd name="connsiteY7241" fmla="*/ 1906667 h 2767298"/>
              <a:gd name="connsiteX7242" fmla="*/ 3487762 w 4752801"/>
              <a:gd name="connsiteY7242" fmla="*/ 1905452 h 2767298"/>
              <a:gd name="connsiteX7243" fmla="*/ 3490596 w 4752801"/>
              <a:gd name="connsiteY7243" fmla="*/ 1900595 h 2767298"/>
              <a:gd name="connsiteX7244" fmla="*/ 3491810 w 4752801"/>
              <a:gd name="connsiteY7244" fmla="*/ 1899785 h 2767298"/>
              <a:gd name="connsiteX7245" fmla="*/ 3450924 w 4752801"/>
              <a:gd name="connsiteY7245" fmla="*/ 1898975 h 2767298"/>
              <a:gd name="connsiteX7246" fmla="*/ 3457401 w 4752801"/>
              <a:gd name="connsiteY7246" fmla="*/ 1898975 h 2767298"/>
              <a:gd name="connsiteX7247" fmla="*/ 3458616 w 4752801"/>
              <a:gd name="connsiteY7247" fmla="*/ 1899785 h 2767298"/>
              <a:gd name="connsiteX7248" fmla="*/ 3461855 w 4752801"/>
              <a:gd name="connsiteY7248" fmla="*/ 1905452 h 2767298"/>
              <a:gd name="connsiteX7249" fmla="*/ 3461855 w 4752801"/>
              <a:gd name="connsiteY7249" fmla="*/ 1906667 h 2767298"/>
              <a:gd name="connsiteX7250" fmla="*/ 3458616 w 4752801"/>
              <a:gd name="connsiteY7250" fmla="*/ 1912334 h 2767298"/>
              <a:gd name="connsiteX7251" fmla="*/ 3457401 w 4752801"/>
              <a:gd name="connsiteY7251" fmla="*/ 1912739 h 2767298"/>
              <a:gd name="connsiteX7252" fmla="*/ 3450924 w 4752801"/>
              <a:gd name="connsiteY7252" fmla="*/ 1912739 h 2767298"/>
              <a:gd name="connsiteX7253" fmla="*/ 3449710 w 4752801"/>
              <a:gd name="connsiteY7253" fmla="*/ 1912334 h 2767298"/>
              <a:gd name="connsiteX7254" fmla="*/ 3446472 w 4752801"/>
              <a:gd name="connsiteY7254" fmla="*/ 1906667 h 2767298"/>
              <a:gd name="connsiteX7255" fmla="*/ 3446472 w 4752801"/>
              <a:gd name="connsiteY7255" fmla="*/ 1905452 h 2767298"/>
              <a:gd name="connsiteX7256" fmla="*/ 3449710 w 4752801"/>
              <a:gd name="connsiteY7256" fmla="*/ 1899785 h 2767298"/>
              <a:gd name="connsiteX7257" fmla="*/ 3450924 w 4752801"/>
              <a:gd name="connsiteY7257" fmla="*/ 1898975 h 2767298"/>
              <a:gd name="connsiteX7258" fmla="*/ 3410037 w 4752801"/>
              <a:gd name="connsiteY7258" fmla="*/ 1898975 h 2767298"/>
              <a:gd name="connsiteX7259" fmla="*/ 3416919 w 4752801"/>
              <a:gd name="connsiteY7259" fmla="*/ 1898975 h 2767298"/>
              <a:gd name="connsiteX7260" fmla="*/ 3418134 w 4752801"/>
              <a:gd name="connsiteY7260" fmla="*/ 1899380 h 2767298"/>
              <a:gd name="connsiteX7261" fmla="*/ 3421777 w 4752801"/>
              <a:gd name="connsiteY7261" fmla="*/ 1905452 h 2767298"/>
              <a:gd name="connsiteX7262" fmla="*/ 3421777 w 4752801"/>
              <a:gd name="connsiteY7262" fmla="*/ 1906667 h 2767298"/>
              <a:gd name="connsiteX7263" fmla="*/ 3418134 w 4752801"/>
              <a:gd name="connsiteY7263" fmla="*/ 1912739 h 2767298"/>
              <a:gd name="connsiteX7264" fmla="*/ 3416919 w 4752801"/>
              <a:gd name="connsiteY7264" fmla="*/ 1913143 h 2767298"/>
              <a:gd name="connsiteX7265" fmla="*/ 3410037 w 4752801"/>
              <a:gd name="connsiteY7265" fmla="*/ 1913143 h 2767298"/>
              <a:gd name="connsiteX7266" fmla="*/ 3408823 w 4752801"/>
              <a:gd name="connsiteY7266" fmla="*/ 1912739 h 2767298"/>
              <a:gd name="connsiteX7267" fmla="*/ 3405180 w 4752801"/>
              <a:gd name="connsiteY7267" fmla="*/ 1906667 h 2767298"/>
              <a:gd name="connsiteX7268" fmla="*/ 3405180 w 4752801"/>
              <a:gd name="connsiteY7268" fmla="*/ 1905452 h 2767298"/>
              <a:gd name="connsiteX7269" fmla="*/ 3408823 w 4752801"/>
              <a:gd name="connsiteY7269" fmla="*/ 1899380 h 2767298"/>
              <a:gd name="connsiteX7270" fmla="*/ 3410037 w 4752801"/>
              <a:gd name="connsiteY7270" fmla="*/ 1898975 h 2767298"/>
              <a:gd name="connsiteX7271" fmla="*/ 3369556 w 4752801"/>
              <a:gd name="connsiteY7271" fmla="*/ 1898166 h 2767298"/>
              <a:gd name="connsiteX7272" fmla="*/ 3376843 w 4752801"/>
              <a:gd name="connsiteY7272" fmla="*/ 1898166 h 2767298"/>
              <a:gd name="connsiteX7273" fmla="*/ 3378057 w 4752801"/>
              <a:gd name="connsiteY7273" fmla="*/ 1898976 h 2767298"/>
              <a:gd name="connsiteX7274" fmla="*/ 3381701 w 4752801"/>
              <a:gd name="connsiteY7274" fmla="*/ 1905453 h 2767298"/>
              <a:gd name="connsiteX7275" fmla="*/ 3381701 w 4752801"/>
              <a:gd name="connsiteY7275" fmla="*/ 1906667 h 2767298"/>
              <a:gd name="connsiteX7276" fmla="*/ 3378057 w 4752801"/>
              <a:gd name="connsiteY7276" fmla="*/ 1913144 h 2767298"/>
              <a:gd name="connsiteX7277" fmla="*/ 3376843 w 4752801"/>
              <a:gd name="connsiteY7277" fmla="*/ 1913954 h 2767298"/>
              <a:gd name="connsiteX7278" fmla="*/ 3369556 w 4752801"/>
              <a:gd name="connsiteY7278" fmla="*/ 1913954 h 2767298"/>
              <a:gd name="connsiteX7279" fmla="*/ 3368342 w 4752801"/>
              <a:gd name="connsiteY7279" fmla="*/ 1913144 h 2767298"/>
              <a:gd name="connsiteX7280" fmla="*/ 3364699 w 4752801"/>
              <a:gd name="connsiteY7280" fmla="*/ 1906667 h 2767298"/>
              <a:gd name="connsiteX7281" fmla="*/ 3364699 w 4752801"/>
              <a:gd name="connsiteY7281" fmla="*/ 1905453 h 2767298"/>
              <a:gd name="connsiteX7282" fmla="*/ 3368342 w 4752801"/>
              <a:gd name="connsiteY7282" fmla="*/ 1898976 h 2767298"/>
              <a:gd name="connsiteX7283" fmla="*/ 3369556 w 4752801"/>
              <a:gd name="connsiteY7283" fmla="*/ 1898166 h 2767298"/>
              <a:gd name="connsiteX7284" fmla="*/ 3327861 w 4752801"/>
              <a:gd name="connsiteY7284" fmla="*/ 1896951 h 2767298"/>
              <a:gd name="connsiteX7285" fmla="*/ 3337172 w 4752801"/>
              <a:gd name="connsiteY7285" fmla="*/ 1896951 h 2767298"/>
              <a:gd name="connsiteX7286" fmla="*/ 3338386 w 4752801"/>
              <a:gd name="connsiteY7286" fmla="*/ 1897761 h 2767298"/>
              <a:gd name="connsiteX7287" fmla="*/ 3343244 w 4752801"/>
              <a:gd name="connsiteY7287" fmla="*/ 1905857 h 2767298"/>
              <a:gd name="connsiteX7288" fmla="*/ 3343244 w 4752801"/>
              <a:gd name="connsiteY7288" fmla="*/ 1907071 h 2767298"/>
              <a:gd name="connsiteX7289" fmla="*/ 3338386 w 4752801"/>
              <a:gd name="connsiteY7289" fmla="*/ 1915168 h 2767298"/>
              <a:gd name="connsiteX7290" fmla="*/ 3337172 w 4752801"/>
              <a:gd name="connsiteY7290" fmla="*/ 1915977 h 2767298"/>
              <a:gd name="connsiteX7291" fmla="*/ 3327861 w 4752801"/>
              <a:gd name="connsiteY7291" fmla="*/ 1915977 h 2767298"/>
              <a:gd name="connsiteX7292" fmla="*/ 3326647 w 4752801"/>
              <a:gd name="connsiteY7292" fmla="*/ 1915168 h 2767298"/>
              <a:gd name="connsiteX7293" fmla="*/ 3321789 w 4752801"/>
              <a:gd name="connsiteY7293" fmla="*/ 1907071 h 2767298"/>
              <a:gd name="connsiteX7294" fmla="*/ 3321789 w 4752801"/>
              <a:gd name="connsiteY7294" fmla="*/ 1905857 h 2767298"/>
              <a:gd name="connsiteX7295" fmla="*/ 3326647 w 4752801"/>
              <a:gd name="connsiteY7295" fmla="*/ 1897761 h 2767298"/>
              <a:gd name="connsiteX7296" fmla="*/ 3327861 w 4752801"/>
              <a:gd name="connsiteY7296" fmla="*/ 1896951 h 2767298"/>
              <a:gd name="connsiteX7297" fmla="*/ 3286974 w 4752801"/>
              <a:gd name="connsiteY7297" fmla="*/ 1895737 h 2767298"/>
              <a:gd name="connsiteX7298" fmla="*/ 3297499 w 4752801"/>
              <a:gd name="connsiteY7298" fmla="*/ 1895737 h 2767298"/>
              <a:gd name="connsiteX7299" fmla="*/ 3298714 w 4752801"/>
              <a:gd name="connsiteY7299" fmla="*/ 1896142 h 2767298"/>
              <a:gd name="connsiteX7300" fmla="*/ 3303977 w 4752801"/>
              <a:gd name="connsiteY7300" fmla="*/ 1905453 h 2767298"/>
              <a:gd name="connsiteX7301" fmla="*/ 3303977 w 4752801"/>
              <a:gd name="connsiteY7301" fmla="*/ 1906667 h 2767298"/>
              <a:gd name="connsiteX7302" fmla="*/ 3298714 w 4752801"/>
              <a:gd name="connsiteY7302" fmla="*/ 1915978 h 2767298"/>
              <a:gd name="connsiteX7303" fmla="*/ 3297499 w 4752801"/>
              <a:gd name="connsiteY7303" fmla="*/ 1916382 h 2767298"/>
              <a:gd name="connsiteX7304" fmla="*/ 3286974 w 4752801"/>
              <a:gd name="connsiteY7304" fmla="*/ 1916382 h 2767298"/>
              <a:gd name="connsiteX7305" fmla="*/ 3285760 w 4752801"/>
              <a:gd name="connsiteY7305" fmla="*/ 1915978 h 2767298"/>
              <a:gd name="connsiteX7306" fmla="*/ 3280498 w 4752801"/>
              <a:gd name="connsiteY7306" fmla="*/ 1906667 h 2767298"/>
              <a:gd name="connsiteX7307" fmla="*/ 3280498 w 4752801"/>
              <a:gd name="connsiteY7307" fmla="*/ 1905453 h 2767298"/>
              <a:gd name="connsiteX7308" fmla="*/ 3285760 w 4752801"/>
              <a:gd name="connsiteY7308" fmla="*/ 1896142 h 2767298"/>
              <a:gd name="connsiteX7309" fmla="*/ 3286974 w 4752801"/>
              <a:gd name="connsiteY7309" fmla="*/ 1895737 h 2767298"/>
              <a:gd name="connsiteX7310" fmla="*/ 3245685 w 4752801"/>
              <a:gd name="connsiteY7310" fmla="*/ 1894927 h 2767298"/>
              <a:gd name="connsiteX7311" fmla="*/ 3257019 w 4752801"/>
              <a:gd name="connsiteY7311" fmla="*/ 1894927 h 2767298"/>
              <a:gd name="connsiteX7312" fmla="*/ 3258234 w 4752801"/>
              <a:gd name="connsiteY7312" fmla="*/ 1895737 h 2767298"/>
              <a:gd name="connsiteX7313" fmla="*/ 3263901 w 4752801"/>
              <a:gd name="connsiteY7313" fmla="*/ 1905452 h 2767298"/>
              <a:gd name="connsiteX7314" fmla="*/ 3263901 w 4752801"/>
              <a:gd name="connsiteY7314" fmla="*/ 1906667 h 2767298"/>
              <a:gd name="connsiteX7315" fmla="*/ 3258234 w 4752801"/>
              <a:gd name="connsiteY7315" fmla="*/ 1916382 h 2767298"/>
              <a:gd name="connsiteX7316" fmla="*/ 3257019 w 4752801"/>
              <a:gd name="connsiteY7316" fmla="*/ 1917192 h 2767298"/>
              <a:gd name="connsiteX7317" fmla="*/ 3245685 w 4752801"/>
              <a:gd name="connsiteY7317" fmla="*/ 1917192 h 2767298"/>
              <a:gd name="connsiteX7318" fmla="*/ 3244470 w 4752801"/>
              <a:gd name="connsiteY7318" fmla="*/ 1916382 h 2767298"/>
              <a:gd name="connsiteX7319" fmla="*/ 3238803 w 4752801"/>
              <a:gd name="connsiteY7319" fmla="*/ 1906667 h 2767298"/>
              <a:gd name="connsiteX7320" fmla="*/ 3238803 w 4752801"/>
              <a:gd name="connsiteY7320" fmla="*/ 1905452 h 2767298"/>
              <a:gd name="connsiteX7321" fmla="*/ 3244470 w 4752801"/>
              <a:gd name="connsiteY7321" fmla="*/ 1895737 h 2767298"/>
              <a:gd name="connsiteX7322" fmla="*/ 3245685 w 4752801"/>
              <a:gd name="connsiteY7322" fmla="*/ 1894927 h 2767298"/>
              <a:gd name="connsiteX7323" fmla="*/ 4019280 w 4752801"/>
              <a:gd name="connsiteY7323" fmla="*/ 1862947 h 2767298"/>
              <a:gd name="connsiteX7324" fmla="*/ 4022519 w 4752801"/>
              <a:gd name="connsiteY7324" fmla="*/ 1862947 h 2767298"/>
              <a:gd name="connsiteX7325" fmla="*/ 4024138 w 4752801"/>
              <a:gd name="connsiteY7325" fmla="*/ 1865780 h 2767298"/>
              <a:gd name="connsiteX7326" fmla="*/ 4022519 w 4752801"/>
              <a:gd name="connsiteY7326" fmla="*/ 1868614 h 2767298"/>
              <a:gd name="connsiteX7327" fmla="*/ 4019280 w 4752801"/>
              <a:gd name="connsiteY7327" fmla="*/ 1868614 h 2767298"/>
              <a:gd name="connsiteX7328" fmla="*/ 4017661 w 4752801"/>
              <a:gd name="connsiteY7328" fmla="*/ 1865780 h 2767298"/>
              <a:gd name="connsiteX7329" fmla="*/ 3776393 w 4752801"/>
              <a:gd name="connsiteY7329" fmla="*/ 1862947 h 2767298"/>
              <a:gd name="connsiteX7330" fmla="*/ 3779632 w 4752801"/>
              <a:gd name="connsiteY7330" fmla="*/ 1862947 h 2767298"/>
              <a:gd name="connsiteX7331" fmla="*/ 3781251 w 4752801"/>
              <a:gd name="connsiteY7331" fmla="*/ 1865780 h 2767298"/>
              <a:gd name="connsiteX7332" fmla="*/ 3779632 w 4752801"/>
              <a:gd name="connsiteY7332" fmla="*/ 1868614 h 2767298"/>
              <a:gd name="connsiteX7333" fmla="*/ 3776393 w 4752801"/>
              <a:gd name="connsiteY7333" fmla="*/ 1868614 h 2767298"/>
              <a:gd name="connsiteX7334" fmla="*/ 3774774 w 4752801"/>
              <a:gd name="connsiteY7334" fmla="*/ 1865780 h 2767298"/>
              <a:gd name="connsiteX7335" fmla="*/ 3695026 w 4752801"/>
              <a:gd name="connsiteY7335" fmla="*/ 1862947 h 2767298"/>
              <a:gd name="connsiteX7336" fmla="*/ 3698670 w 4752801"/>
              <a:gd name="connsiteY7336" fmla="*/ 1862947 h 2767298"/>
              <a:gd name="connsiteX7337" fmla="*/ 3700289 w 4752801"/>
              <a:gd name="connsiteY7337" fmla="*/ 1865780 h 2767298"/>
              <a:gd name="connsiteX7338" fmla="*/ 3698670 w 4752801"/>
              <a:gd name="connsiteY7338" fmla="*/ 1868614 h 2767298"/>
              <a:gd name="connsiteX7339" fmla="*/ 3695026 w 4752801"/>
              <a:gd name="connsiteY7339" fmla="*/ 1868614 h 2767298"/>
              <a:gd name="connsiteX7340" fmla="*/ 3693407 w 4752801"/>
              <a:gd name="connsiteY7340" fmla="*/ 1865780 h 2767298"/>
              <a:gd name="connsiteX7341" fmla="*/ 4100243 w 4752801"/>
              <a:gd name="connsiteY7341" fmla="*/ 1862542 h 2767298"/>
              <a:gd name="connsiteX7342" fmla="*/ 4103886 w 4752801"/>
              <a:gd name="connsiteY7342" fmla="*/ 1862542 h 2767298"/>
              <a:gd name="connsiteX7343" fmla="*/ 4105911 w 4752801"/>
              <a:gd name="connsiteY7343" fmla="*/ 1865780 h 2767298"/>
              <a:gd name="connsiteX7344" fmla="*/ 4103886 w 4752801"/>
              <a:gd name="connsiteY7344" fmla="*/ 1869019 h 2767298"/>
              <a:gd name="connsiteX7345" fmla="*/ 4100243 w 4752801"/>
              <a:gd name="connsiteY7345" fmla="*/ 1869019 h 2767298"/>
              <a:gd name="connsiteX7346" fmla="*/ 4098219 w 4752801"/>
              <a:gd name="connsiteY7346" fmla="*/ 1865780 h 2767298"/>
              <a:gd name="connsiteX7347" fmla="*/ 4059762 w 4752801"/>
              <a:gd name="connsiteY7347" fmla="*/ 1862542 h 2767298"/>
              <a:gd name="connsiteX7348" fmla="*/ 4063405 w 4752801"/>
              <a:gd name="connsiteY7348" fmla="*/ 1862542 h 2767298"/>
              <a:gd name="connsiteX7349" fmla="*/ 4065430 w 4752801"/>
              <a:gd name="connsiteY7349" fmla="*/ 1865780 h 2767298"/>
              <a:gd name="connsiteX7350" fmla="*/ 4063405 w 4752801"/>
              <a:gd name="connsiteY7350" fmla="*/ 1869019 h 2767298"/>
              <a:gd name="connsiteX7351" fmla="*/ 4059762 w 4752801"/>
              <a:gd name="connsiteY7351" fmla="*/ 1869019 h 2767298"/>
              <a:gd name="connsiteX7352" fmla="*/ 4057738 w 4752801"/>
              <a:gd name="connsiteY7352" fmla="*/ 1865780 h 2767298"/>
              <a:gd name="connsiteX7353" fmla="*/ 3897432 w 4752801"/>
              <a:gd name="connsiteY7353" fmla="*/ 1862542 h 2767298"/>
              <a:gd name="connsiteX7354" fmla="*/ 3901480 w 4752801"/>
              <a:gd name="connsiteY7354" fmla="*/ 1862542 h 2767298"/>
              <a:gd name="connsiteX7355" fmla="*/ 3903504 w 4752801"/>
              <a:gd name="connsiteY7355" fmla="*/ 1865780 h 2767298"/>
              <a:gd name="connsiteX7356" fmla="*/ 3901480 w 4752801"/>
              <a:gd name="connsiteY7356" fmla="*/ 1869019 h 2767298"/>
              <a:gd name="connsiteX7357" fmla="*/ 3897432 w 4752801"/>
              <a:gd name="connsiteY7357" fmla="*/ 1869019 h 2767298"/>
              <a:gd name="connsiteX7358" fmla="*/ 3895408 w 4752801"/>
              <a:gd name="connsiteY7358" fmla="*/ 1865780 h 2767298"/>
              <a:gd name="connsiteX7359" fmla="*/ 3857356 w 4752801"/>
              <a:gd name="connsiteY7359" fmla="*/ 1862542 h 2767298"/>
              <a:gd name="connsiteX7360" fmla="*/ 3860999 w 4752801"/>
              <a:gd name="connsiteY7360" fmla="*/ 1862542 h 2767298"/>
              <a:gd name="connsiteX7361" fmla="*/ 3863024 w 4752801"/>
              <a:gd name="connsiteY7361" fmla="*/ 1865780 h 2767298"/>
              <a:gd name="connsiteX7362" fmla="*/ 3860999 w 4752801"/>
              <a:gd name="connsiteY7362" fmla="*/ 1869019 h 2767298"/>
              <a:gd name="connsiteX7363" fmla="*/ 3857356 w 4752801"/>
              <a:gd name="connsiteY7363" fmla="*/ 1869019 h 2767298"/>
              <a:gd name="connsiteX7364" fmla="*/ 3855332 w 4752801"/>
              <a:gd name="connsiteY7364" fmla="*/ 1865780 h 2767298"/>
              <a:gd name="connsiteX7365" fmla="*/ 3816874 w 4752801"/>
              <a:gd name="connsiteY7365" fmla="*/ 1862542 h 2767298"/>
              <a:gd name="connsiteX7366" fmla="*/ 3820517 w 4752801"/>
              <a:gd name="connsiteY7366" fmla="*/ 1862542 h 2767298"/>
              <a:gd name="connsiteX7367" fmla="*/ 3822542 w 4752801"/>
              <a:gd name="connsiteY7367" fmla="*/ 1865780 h 2767298"/>
              <a:gd name="connsiteX7368" fmla="*/ 3820517 w 4752801"/>
              <a:gd name="connsiteY7368" fmla="*/ 1869019 h 2767298"/>
              <a:gd name="connsiteX7369" fmla="*/ 3816874 w 4752801"/>
              <a:gd name="connsiteY7369" fmla="*/ 1869019 h 2767298"/>
              <a:gd name="connsiteX7370" fmla="*/ 3814850 w 4752801"/>
              <a:gd name="connsiteY7370" fmla="*/ 1865780 h 2767298"/>
              <a:gd name="connsiteX7371" fmla="*/ 3735912 w 4752801"/>
              <a:gd name="connsiteY7371" fmla="*/ 1862542 h 2767298"/>
              <a:gd name="connsiteX7372" fmla="*/ 3739555 w 4752801"/>
              <a:gd name="connsiteY7372" fmla="*/ 1862542 h 2767298"/>
              <a:gd name="connsiteX7373" fmla="*/ 3741580 w 4752801"/>
              <a:gd name="connsiteY7373" fmla="*/ 1865780 h 2767298"/>
              <a:gd name="connsiteX7374" fmla="*/ 3739555 w 4752801"/>
              <a:gd name="connsiteY7374" fmla="*/ 1869019 h 2767298"/>
              <a:gd name="connsiteX7375" fmla="*/ 3735912 w 4752801"/>
              <a:gd name="connsiteY7375" fmla="*/ 1869019 h 2767298"/>
              <a:gd name="connsiteX7376" fmla="*/ 3733888 w 4752801"/>
              <a:gd name="connsiteY7376" fmla="*/ 1865780 h 2767298"/>
              <a:gd name="connsiteX7377" fmla="*/ 3654949 w 4752801"/>
              <a:gd name="connsiteY7377" fmla="*/ 1862542 h 2767298"/>
              <a:gd name="connsiteX7378" fmla="*/ 3658592 w 4752801"/>
              <a:gd name="connsiteY7378" fmla="*/ 1862542 h 2767298"/>
              <a:gd name="connsiteX7379" fmla="*/ 3660617 w 4752801"/>
              <a:gd name="connsiteY7379" fmla="*/ 1865780 h 2767298"/>
              <a:gd name="connsiteX7380" fmla="*/ 3658592 w 4752801"/>
              <a:gd name="connsiteY7380" fmla="*/ 1869019 h 2767298"/>
              <a:gd name="connsiteX7381" fmla="*/ 3654949 w 4752801"/>
              <a:gd name="connsiteY7381" fmla="*/ 1869019 h 2767298"/>
              <a:gd name="connsiteX7382" fmla="*/ 3652925 w 4752801"/>
              <a:gd name="connsiteY7382" fmla="*/ 1865780 h 2767298"/>
              <a:gd name="connsiteX7383" fmla="*/ 3573582 w 4752801"/>
              <a:gd name="connsiteY7383" fmla="*/ 1862542 h 2767298"/>
              <a:gd name="connsiteX7384" fmla="*/ 3577630 w 4752801"/>
              <a:gd name="connsiteY7384" fmla="*/ 1862542 h 2767298"/>
              <a:gd name="connsiteX7385" fmla="*/ 3579654 w 4752801"/>
              <a:gd name="connsiteY7385" fmla="*/ 1865780 h 2767298"/>
              <a:gd name="connsiteX7386" fmla="*/ 3577630 w 4752801"/>
              <a:gd name="connsiteY7386" fmla="*/ 1869019 h 2767298"/>
              <a:gd name="connsiteX7387" fmla="*/ 3573582 w 4752801"/>
              <a:gd name="connsiteY7387" fmla="*/ 1869019 h 2767298"/>
              <a:gd name="connsiteX7388" fmla="*/ 3571558 w 4752801"/>
              <a:gd name="connsiteY7388" fmla="*/ 1865780 h 2767298"/>
              <a:gd name="connsiteX7389" fmla="*/ 4586018 w 4752801"/>
              <a:gd name="connsiteY7389" fmla="*/ 1862138 h 2767298"/>
              <a:gd name="connsiteX7390" fmla="*/ 4589257 w 4752801"/>
              <a:gd name="connsiteY7390" fmla="*/ 1862138 h 2767298"/>
              <a:gd name="connsiteX7391" fmla="*/ 4590471 w 4752801"/>
              <a:gd name="connsiteY7391" fmla="*/ 1862543 h 2767298"/>
              <a:gd name="connsiteX7392" fmla="*/ 4592091 w 4752801"/>
              <a:gd name="connsiteY7392" fmla="*/ 1865376 h 2767298"/>
              <a:gd name="connsiteX7393" fmla="*/ 4592091 w 4752801"/>
              <a:gd name="connsiteY7393" fmla="*/ 1866591 h 2767298"/>
              <a:gd name="connsiteX7394" fmla="*/ 4590471 w 4752801"/>
              <a:gd name="connsiteY7394" fmla="*/ 1869425 h 2767298"/>
              <a:gd name="connsiteX7395" fmla="*/ 4589257 w 4752801"/>
              <a:gd name="connsiteY7395" fmla="*/ 1870234 h 2767298"/>
              <a:gd name="connsiteX7396" fmla="*/ 4586018 w 4752801"/>
              <a:gd name="connsiteY7396" fmla="*/ 1870234 h 2767298"/>
              <a:gd name="connsiteX7397" fmla="*/ 4584804 w 4752801"/>
              <a:gd name="connsiteY7397" fmla="*/ 1869425 h 2767298"/>
              <a:gd name="connsiteX7398" fmla="*/ 4583185 w 4752801"/>
              <a:gd name="connsiteY7398" fmla="*/ 1866591 h 2767298"/>
              <a:gd name="connsiteX7399" fmla="*/ 4583185 w 4752801"/>
              <a:gd name="connsiteY7399" fmla="*/ 1865376 h 2767298"/>
              <a:gd name="connsiteX7400" fmla="*/ 4584804 w 4752801"/>
              <a:gd name="connsiteY7400" fmla="*/ 1862543 h 2767298"/>
              <a:gd name="connsiteX7401" fmla="*/ 4586018 w 4752801"/>
              <a:gd name="connsiteY7401" fmla="*/ 1862138 h 2767298"/>
              <a:gd name="connsiteX7402" fmla="*/ 4343130 w 4752801"/>
              <a:gd name="connsiteY7402" fmla="*/ 1862138 h 2767298"/>
              <a:gd name="connsiteX7403" fmla="*/ 4346369 w 4752801"/>
              <a:gd name="connsiteY7403" fmla="*/ 1862138 h 2767298"/>
              <a:gd name="connsiteX7404" fmla="*/ 4347583 w 4752801"/>
              <a:gd name="connsiteY7404" fmla="*/ 1862543 h 2767298"/>
              <a:gd name="connsiteX7405" fmla="*/ 4349203 w 4752801"/>
              <a:gd name="connsiteY7405" fmla="*/ 1865376 h 2767298"/>
              <a:gd name="connsiteX7406" fmla="*/ 4349203 w 4752801"/>
              <a:gd name="connsiteY7406" fmla="*/ 1866591 h 2767298"/>
              <a:gd name="connsiteX7407" fmla="*/ 4347583 w 4752801"/>
              <a:gd name="connsiteY7407" fmla="*/ 1869425 h 2767298"/>
              <a:gd name="connsiteX7408" fmla="*/ 4346369 w 4752801"/>
              <a:gd name="connsiteY7408" fmla="*/ 1870234 h 2767298"/>
              <a:gd name="connsiteX7409" fmla="*/ 4343130 w 4752801"/>
              <a:gd name="connsiteY7409" fmla="*/ 1870234 h 2767298"/>
              <a:gd name="connsiteX7410" fmla="*/ 4341916 w 4752801"/>
              <a:gd name="connsiteY7410" fmla="*/ 1869425 h 2767298"/>
              <a:gd name="connsiteX7411" fmla="*/ 4340297 w 4752801"/>
              <a:gd name="connsiteY7411" fmla="*/ 1866591 h 2767298"/>
              <a:gd name="connsiteX7412" fmla="*/ 4340297 w 4752801"/>
              <a:gd name="connsiteY7412" fmla="*/ 1865376 h 2767298"/>
              <a:gd name="connsiteX7413" fmla="*/ 4341916 w 4752801"/>
              <a:gd name="connsiteY7413" fmla="*/ 1862543 h 2767298"/>
              <a:gd name="connsiteX7414" fmla="*/ 4343130 w 4752801"/>
              <a:gd name="connsiteY7414" fmla="*/ 1862138 h 2767298"/>
              <a:gd name="connsiteX7415" fmla="*/ 4262168 w 4752801"/>
              <a:gd name="connsiteY7415" fmla="*/ 1862138 h 2767298"/>
              <a:gd name="connsiteX7416" fmla="*/ 4265407 w 4752801"/>
              <a:gd name="connsiteY7416" fmla="*/ 1862138 h 2767298"/>
              <a:gd name="connsiteX7417" fmla="*/ 4266621 w 4752801"/>
              <a:gd name="connsiteY7417" fmla="*/ 1862543 h 2767298"/>
              <a:gd name="connsiteX7418" fmla="*/ 4268241 w 4752801"/>
              <a:gd name="connsiteY7418" fmla="*/ 1865376 h 2767298"/>
              <a:gd name="connsiteX7419" fmla="*/ 4268241 w 4752801"/>
              <a:gd name="connsiteY7419" fmla="*/ 1866591 h 2767298"/>
              <a:gd name="connsiteX7420" fmla="*/ 4266621 w 4752801"/>
              <a:gd name="connsiteY7420" fmla="*/ 1869425 h 2767298"/>
              <a:gd name="connsiteX7421" fmla="*/ 4265407 w 4752801"/>
              <a:gd name="connsiteY7421" fmla="*/ 1870234 h 2767298"/>
              <a:gd name="connsiteX7422" fmla="*/ 4262168 w 4752801"/>
              <a:gd name="connsiteY7422" fmla="*/ 1870234 h 2767298"/>
              <a:gd name="connsiteX7423" fmla="*/ 4260954 w 4752801"/>
              <a:gd name="connsiteY7423" fmla="*/ 1869425 h 2767298"/>
              <a:gd name="connsiteX7424" fmla="*/ 4259335 w 4752801"/>
              <a:gd name="connsiteY7424" fmla="*/ 1866591 h 2767298"/>
              <a:gd name="connsiteX7425" fmla="*/ 4259335 w 4752801"/>
              <a:gd name="connsiteY7425" fmla="*/ 1865376 h 2767298"/>
              <a:gd name="connsiteX7426" fmla="*/ 4260954 w 4752801"/>
              <a:gd name="connsiteY7426" fmla="*/ 1862543 h 2767298"/>
              <a:gd name="connsiteX7427" fmla="*/ 4262168 w 4752801"/>
              <a:gd name="connsiteY7427" fmla="*/ 1862138 h 2767298"/>
              <a:gd name="connsiteX7428" fmla="*/ 4140320 w 4752801"/>
              <a:gd name="connsiteY7428" fmla="*/ 1862138 h 2767298"/>
              <a:gd name="connsiteX7429" fmla="*/ 4144368 w 4752801"/>
              <a:gd name="connsiteY7429" fmla="*/ 1862138 h 2767298"/>
              <a:gd name="connsiteX7430" fmla="*/ 4146392 w 4752801"/>
              <a:gd name="connsiteY7430" fmla="*/ 1865781 h 2767298"/>
              <a:gd name="connsiteX7431" fmla="*/ 4144368 w 4752801"/>
              <a:gd name="connsiteY7431" fmla="*/ 1869425 h 2767298"/>
              <a:gd name="connsiteX7432" fmla="*/ 4140320 w 4752801"/>
              <a:gd name="connsiteY7432" fmla="*/ 1869425 h 2767298"/>
              <a:gd name="connsiteX7433" fmla="*/ 4138296 w 4752801"/>
              <a:gd name="connsiteY7433" fmla="*/ 1865781 h 2767298"/>
              <a:gd name="connsiteX7434" fmla="*/ 3977990 w 4752801"/>
              <a:gd name="connsiteY7434" fmla="*/ 1862138 h 2767298"/>
              <a:gd name="connsiteX7435" fmla="*/ 3982443 w 4752801"/>
              <a:gd name="connsiteY7435" fmla="*/ 1862138 h 2767298"/>
              <a:gd name="connsiteX7436" fmla="*/ 3984467 w 4752801"/>
              <a:gd name="connsiteY7436" fmla="*/ 1865781 h 2767298"/>
              <a:gd name="connsiteX7437" fmla="*/ 3982443 w 4752801"/>
              <a:gd name="connsiteY7437" fmla="*/ 1869425 h 2767298"/>
              <a:gd name="connsiteX7438" fmla="*/ 3977990 w 4752801"/>
              <a:gd name="connsiteY7438" fmla="*/ 1869425 h 2767298"/>
              <a:gd name="connsiteX7439" fmla="*/ 3975966 w 4752801"/>
              <a:gd name="connsiteY7439" fmla="*/ 1865781 h 2767298"/>
              <a:gd name="connsiteX7440" fmla="*/ 3937913 w 4752801"/>
              <a:gd name="connsiteY7440" fmla="*/ 1862138 h 2767298"/>
              <a:gd name="connsiteX7441" fmla="*/ 3941961 w 4752801"/>
              <a:gd name="connsiteY7441" fmla="*/ 1862138 h 2767298"/>
              <a:gd name="connsiteX7442" fmla="*/ 3943985 w 4752801"/>
              <a:gd name="connsiteY7442" fmla="*/ 1865781 h 2767298"/>
              <a:gd name="connsiteX7443" fmla="*/ 3941961 w 4752801"/>
              <a:gd name="connsiteY7443" fmla="*/ 1869425 h 2767298"/>
              <a:gd name="connsiteX7444" fmla="*/ 3937913 w 4752801"/>
              <a:gd name="connsiteY7444" fmla="*/ 1869425 h 2767298"/>
              <a:gd name="connsiteX7445" fmla="*/ 3935889 w 4752801"/>
              <a:gd name="connsiteY7445" fmla="*/ 1865781 h 2767298"/>
              <a:gd name="connsiteX7446" fmla="*/ 3613659 w 4752801"/>
              <a:gd name="connsiteY7446" fmla="*/ 1862138 h 2767298"/>
              <a:gd name="connsiteX7447" fmla="*/ 3618112 w 4752801"/>
              <a:gd name="connsiteY7447" fmla="*/ 1862138 h 2767298"/>
              <a:gd name="connsiteX7448" fmla="*/ 3620136 w 4752801"/>
              <a:gd name="connsiteY7448" fmla="*/ 1865781 h 2767298"/>
              <a:gd name="connsiteX7449" fmla="*/ 3618112 w 4752801"/>
              <a:gd name="connsiteY7449" fmla="*/ 1869425 h 2767298"/>
              <a:gd name="connsiteX7450" fmla="*/ 3613659 w 4752801"/>
              <a:gd name="connsiteY7450" fmla="*/ 1869425 h 2767298"/>
              <a:gd name="connsiteX7451" fmla="*/ 3611635 w 4752801"/>
              <a:gd name="connsiteY7451" fmla="*/ 1865781 h 2767298"/>
              <a:gd name="connsiteX7452" fmla="*/ 4626499 w 4752801"/>
              <a:gd name="connsiteY7452" fmla="*/ 1861733 h 2767298"/>
              <a:gd name="connsiteX7453" fmla="*/ 4629738 w 4752801"/>
              <a:gd name="connsiteY7453" fmla="*/ 1861733 h 2767298"/>
              <a:gd name="connsiteX7454" fmla="*/ 4630952 w 4752801"/>
              <a:gd name="connsiteY7454" fmla="*/ 1862543 h 2767298"/>
              <a:gd name="connsiteX7455" fmla="*/ 4632572 w 4752801"/>
              <a:gd name="connsiteY7455" fmla="*/ 1865376 h 2767298"/>
              <a:gd name="connsiteX7456" fmla="*/ 4632572 w 4752801"/>
              <a:gd name="connsiteY7456" fmla="*/ 1866591 h 2767298"/>
              <a:gd name="connsiteX7457" fmla="*/ 4630952 w 4752801"/>
              <a:gd name="connsiteY7457" fmla="*/ 1869425 h 2767298"/>
              <a:gd name="connsiteX7458" fmla="*/ 4629738 w 4752801"/>
              <a:gd name="connsiteY7458" fmla="*/ 1870234 h 2767298"/>
              <a:gd name="connsiteX7459" fmla="*/ 4626499 w 4752801"/>
              <a:gd name="connsiteY7459" fmla="*/ 1870234 h 2767298"/>
              <a:gd name="connsiteX7460" fmla="*/ 4625285 w 4752801"/>
              <a:gd name="connsiteY7460" fmla="*/ 1869425 h 2767298"/>
              <a:gd name="connsiteX7461" fmla="*/ 4623666 w 4752801"/>
              <a:gd name="connsiteY7461" fmla="*/ 1866591 h 2767298"/>
              <a:gd name="connsiteX7462" fmla="*/ 4623666 w 4752801"/>
              <a:gd name="connsiteY7462" fmla="*/ 1865376 h 2767298"/>
              <a:gd name="connsiteX7463" fmla="*/ 4625285 w 4752801"/>
              <a:gd name="connsiteY7463" fmla="*/ 1862543 h 2767298"/>
              <a:gd name="connsiteX7464" fmla="*/ 4626499 w 4752801"/>
              <a:gd name="connsiteY7464" fmla="*/ 1861733 h 2767298"/>
              <a:gd name="connsiteX7465" fmla="*/ 4221687 w 4752801"/>
              <a:gd name="connsiteY7465" fmla="*/ 1861733 h 2767298"/>
              <a:gd name="connsiteX7466" fmla="*/ 4224926 w 4752801"/>
              <a:gd name="connsiteY7466" fmla="*/ 1861733 h 2767298"/>
              <a:gd name="connsiteX7467" fmla="*/ 4226140 w 4752801"/>
              <a:gd name="connsiteY7467" fmla="*/ 1862543 h 2767298"/>
              <a:gd name="connsiteX7468" fmla="*/ 4227760 w 4752801"/>
              <a:gd name="connsiteY7468" fmla="*/ 1865376 h 2767298"/>
              <a:gd name="connsiteX7469" fmla="*/ 4227760 w 4752801"/>
              <a:gd name="connsiteY7469" fmla="*/ 1866591 h 2767298"/>
              <a:gd name="connsiteX7470" fmla="*/ 4226140 w 4752801"/>
              <a:gd name="connsiteY7470" fmla="*/ 1869425 h 2767298"/>
              <a:gd name="connsiteX7471" fmla="*/ 4224926 w 4752801"/>
              <a:gd name="connsiteY7471" fmla="*/ 1870234 h 2767298"/>
              <a:gd name="connsiteX7472" fmla="*/ 4221687 w 4752801"/>
              <a:gd name="connsiteY7472" fmla="*/ 1870234 h 2767298"/>
              <a:gd name="connsiteX7473" fmla="*/ 4220473 w 4752801"/>
              <a:gd name="connsiteY7473" fmla="*/ 1869425 h 2767298"/>
              <a:gd name="connsiteX7474" fmla="*/ 4218854 w 4752801"/>
              <a:gd name="connsiteY7474" fmla="*/ 1866591 h 2767298"/>
              <a:gd name="connsiteX7475" fmla="*/ 4218854 w 4752801"/>
              <a:gd name="connsiteY7475" fmla="*/ 1865376 h 2767298"/>
              <a:gd name="connsiteX7476" fmla="*/ 4220473 w 4752801"/>
              <a:gd name="connsiteY7476" fmla="*/ 1862543 h 2767298"/>
              <a:gd name="connsiteX7477" fmla="*/ 4221687 w 4752801"/>
              <a:gd name="connsiteY7477" fmla="*/ 1861733 h 2767298"/>
              <a:gd name="connsiteX7478" fmla="*/ 4180801 w 4752801"/>
              <a:gd name="connsiteY7478" fmla="*/ 1861733 h 2767298"/>
              <a:gd name="connsiteX7479" fmla="*/ 4185254 w 4752801"/>
              <a:gd name="connsiteY7479" fmla="*/ 1861733 h 2767298"/>
              <a:gd name="connsiteX7480" fmla="*/ 4187682 w 4752801"/>
              <a:gd name="connsiteY7480" fmla="*/ 1865781 h 2767298"/>
              <a:gd name="connsiteX7481" fmla="*/ 4185254 w 4752801"/>
              <a:gd name="connsiteY7481" fmla="*/ 1869829 h 2767298"/>
              <a:gd name="connsiteX7482" fmla="*/ 4180801 w 4752801"/>
              <a:gd name="connsiteY7482" fmla="*/ 1869829 h 2767298"/>
              <a:gd name="connsiteX7483" fmla="*/ 4178372 w 4752801"/>
              <a:gd name="connsiteY7483" fmla="*/ 1865781 h 2767298"/>
              <a:gd name="connsiteX7484" fmla="*/ 3533101 w 4752801"/>
              <a:gd name="connsiteY7484" fmla="*/ 1861733 h 2767298"/>
              <a:gd name="connsiteX7485" fmla="*/ 3537554 w 4752801"/>
              <a:gd name="connsiteY7485" fmla="*/ 1861733 h 2767298"/>
              <a:gd name="connsiteX7486" fmla="*/ 3539982 w 4752801"/>
              <a:gd name="connsiteY7486" fmla="*/ 1865781 h 2767298"/>
              <a:gd name="connsiteX7487" fmla="*/ 3537554 w 4752801"/>
              <a:gd name="connsiteY7487" fmla="*/ 1869829 h 2767298"/>
              <a:gd name="connsiteX7488" fmla="*/ 3533101 w 4752801"/>
              <a:gd name="connsiteY7488" fmla="*/ 1869829 h 2767298"/>
              <a:gd name="connsiteX7489" fmla="*/ 3530672 w 4752801"/>
              <a:gd name="connsiteY7489" fmla="*/ 1865781 h 2767298"/>
              <a:gd name="connsiteX7490" fmla="*/ 4545133 w 4752801"/>
              <a:gd name="connsiteY7490" fmla="*/ 1861328 h 2767298"/>
              <a:gd name="connsiteX7491" fmla="*/ 4548776 w 4752801"/>
              <a:gd name="connsiteY7491" fmla="*/ 1861328 h 2767298"/>
              <a:gd name="connsiteX7492" fmla="*/ 4549990 w 4752801"/>
              <a:gd name="connsiteY7492" fmla="*/ 1861733 h 2767298"/>
              <a:gd name="connsiteX7493" fmla="*/ 4551609 w 4752801"/>
              <a:gd name="connsiteY7493" fmla="*/ 1864971 h 2767298"/>
              <a:gd name="connsiteX7494" fmla="*/ 4551609 w 4752801"/>
              <a:gd name="connsiteY7494" fmla="*/ 1866186 h 2767298"/>
              <a:gd name="connsiteX7495" fmla="*/ 4549990 w 4752801"/>
              <a:gd name="connsiteY7495" fmla="*/ 1869424 h 2767298"/>
              <a:gd name="connsiteX7496" fmla="*/ 4548776 w 4752801"/>
              <a:gd name="connsiteY7496" fmla="*/ 1870234 h 2767298"/>
              <a:gd name="connsiteX7497" fmla="*/ 4545133 w 4752801"/>
              <a:gd name="connsiteY7497" fmla="*/ 1870234 h 2767298"/>
              <a:gd name="connsiteX7498" fmla="*/ 4543918 w 4752801"/>
              <a:gd name="connsiteY7498" fmla="*/ 1869424 h 2767298"/>
              <a:gd name="connsiteX7499" fmla="*/ 4542299 w 4752801"/>
              <a:gd name="connsiteY7499" fmla="*/ 1866186 h 2767298"/>
              <a:gd name="connsiteX7500" fmla="*/ 4542299 w 4752801"/>
              <a:gd name="connsiteY7500" fmla="*/ 1864971 h 2767298"/>
              <a:gd name="connsiteX7501" fmla="*/ 4543918 w 4752801"/>
              <a:gd name="connsiteY7501" fmla="*/ 1861733 h 2767298"/>
              <a:gd name="connsiteX7502" fmla="*/ 4545133 w 4752801"/>
              <a:gd name="connsiteY7502" fmla="*/ 1861328 h 2767298"/>
              <a:gd name="connsiteX7503" fmla="*/ 4504246 w 4752801"/>
              <a:gd name="connsiteY7503" fmla="*/ 1861328 h 2767298"/>
              <a:gd name="connsiteX7504" fmla="*/ 4508294 w 4752801"/>
              <a:gd name="connsiteY7504" fmla="*/ 1861328 h 2767298"/>
              <a:gd name="connsiteX7505" fmla="*/ 4509508 w 4752801"/>
              <a:gd name="connsiteY7505" fmla="*/ 1862138 h 2767298"/>
              <a:gd name="connsiteX7506" fmla="*/ 4511533 w 4752801"/>
              <a:gd name="connsiteY7506" fmla="*/ 1865376 h 2767298"/>
              <a:gd name="connsiteX7507" fmla="*/ 4511533 w 4752801"/>
              <a:gd name="connsiteY7507" fmla="*/ 1866591 h 2767298"/>
              <a:gd name="connsiteX7508" fmla="*/ 4509508 w 4752801"/>
              <a:gd name="connsiteY7508" fmla="*/ 1869829 h 2767298"/>
              <a:gd name="connsiteX7509" fmla="*/ 4508294 w 4752801"/>
              <a:gd name="connsiteY7509" fmla="*/ 1870639 h 2767298"/>
              <a:gd name="connsiteX7510" fmla="*/ 4504246 w 4752801"/>
              <a:gd name="connsiteY7510" fmla="*/ 1870639 h 2767298"/>
              <a:gd name="connsiteX7511" fmla="*/ 4503032 w 4752801"/>
              <a:gd name="connsiteY7511" fmla="*/ 1869829 h 2767298"/>
              <a:gd name="connsiteX7512" fmla="*/ 4501008 w 4752801"/>
              <a:gd name="connsiteY7512" fmla="*/ 1866591 h 2767298"/>
              <a:gd name="connsiteX7513" fmla="*/ 4501008 w 4752801"/>
              <a:gd name="connsiteY7513" fmla="*/ 1865376 h 2767298"/>
              <a:gd name="connsiteX7514" fmla="*/ 4503032 w 4752801"/>
              <a:gd name="connsiteY7514" fmla="*/ 1862138 h 2767298"/>
              <a:gd name="connsiteX7515" fmla="*/ 4504246 w 4752801"/>
              <a:gd name="connsiteY7515" fmla="*/ 1861328 h 2767298"/>
              <a:gd name="connsiteX7516" fmla="*/ 4382802 w 4752801"/>
              <a:gd name="connsiteY7516" fmla="*/ 1861328 h 2767298"/>
              <a:gd name="connsiteX7517" fmla="*/ 4386850 w 4752801"/>
              <a:gd name="connsiteY7517" fmla="*/ 1861328 h 2767298"/>
              <a:gd name="connsiteX7518" fmla="*/ 4388064 w 4752801"/>
              <a:gd name="connsiteY7518" fmla="*/ 1862138 h 2767298"/>
              <a:gd name="connsiteX7519" fmla="*/ 4390089 w 4752801"/>
              <a:gd name="connsiteY7519" fmla="*/ 1865376 h 2767298"/>
              <a:gd name="connsiteX7520" fmla="*/ 4390089 w 4752801"/>
              <a:gd name="connsiteY7520" fmla="*/ 1866591 h 2767298"/>
              <a:gd name="connsiteX7521" fmla="*/ 4388064 w 4752801"/>
              <a:gd name="connsiteY7521" fmla="*/ 1869829 h 2767298"/>
              <a:gd name="connsiteX7522" fmla="*/ 4386850 w 4752801"/>
              <a:gd name="connsiteY7522" fmla="*/ 1870639 h 2767298"/>
              <a:gd name="connsiteX7523" fmla="*/ 4382802 w 4752801"/>
              <a:gd name="connsiteY7523" fmla="*/ 1870639 h 2767298"/>
              <a:gd name="connsiteX7524" fmla="*/ 4381588 w 4752801"/>
              <a:gd name="connsiteY7524" fmla="*/ 1869829 h 2767298"/>
              <a:gd name="connsiteX7525" fmla="*/ 4379564 w 4752801"/>
              <a:gd name="connsiteY7525" fmla="*/ 1866591 h 2767298"/>
              <a:gd name="connsiteX7526" fmla="*/ 4379564 w 4752801"/>
              <a:gd name="connsiteY7526" fmla="*/ 1865376 h 2767298"/>
              <a:gd name="connsiteX7527" fmla="*/ 4381588 w 4752801"/>
              <a:gd name="connsiteY7527" fmla="*/ 1862138 h 2767298"/>
              <a:gd name="connsiteX7528" fmla="*/ 4382802 w 4752801"/>
              <a:gd name="connsiteY7528" fmla="*/ 1861328 h 2767298"/>
              <a:gd name="connsiteX7529" fmla="*/ 4302245 w 4752801"/>
              <a:gd name="connsiteY7529" fmla="*/ 1861328 h 2767298"/>
              <a:gd name="connsiteX7530" fmla="*/ 4305889 w 4752801"/>
              <a:gd name="connsiteY7530" fmla="*/ 1861328 h 2767298"/>
              <a:gd name="connsiteX7531" fmla="*/ 4307103 w 4752801"/>
              <a:gd name="connsiteY7531" fmla="*/ 1862138 h 2767298"/>
              <a:gd name="connsiteX7532" fmla="*/ 4309127 w 4752801"/>
              <a:gd name="connsiteY7532" fmla="*/ 1865376 h 2767298"/>
              <a:gd name="connsiteX7533" fmla="*/ 4309127 w 4752801"/>
              <a:gd name="connsiteY7533" fmla="*/ 1866591 h 2767298"/>
              <a:gd name="connsiteX7534" fmla="*/ 4307103 w 4752801"/>
              <a:gd name="connsiteY7534" fmla="*/ 1869829 h 2767298"/>
              <a:gd name="connsiteX7535" fmla="*/ 4305889 w 4752801"/>
              <a:gd name="connsiteY7535" fmla="*/ 1870639 h 2767298"/>
              <a:gd name="connsiteX7536" fmla="*/ 4302245 w 4752801"/>
              <a:gd name="connsiteY7536" fmla="*/ 1870639 h 2767298"/>
              <a:gd name="connsiteX7537" fmla="*/ 4301031 w 4752801"/>
              <a:gd name="connsiteY7537" fmla="*/ 1869829 h 2767298"/>
              <a:gd name="connsiteX7538" fmla="*/ 4299007 w 4752801"/>
              <a:gd name="connsiteY7538" fmla="*/ 1866591 h 2767298"/>
              <a:gd name="connsiteX7539" fmla="*/ 4299007 w 4752801"/>
              <a:gd name="connsiteY7539" fmla="*/ 1865376 h 2767298"/>
              <a:gd name="connsiteX7540" fmla="*/ 4301031 w 4752801"/>
              <a:gd name="connsiteY7540" fmla="*/ 1862138 h 2767298"/>
              <a:gd name="connsiteX7541" fmla="*/ 4302245 w 4752801"/>
              <a:gd name="connsiteY7541" fmla="*/ 1861328 h 2767298"/>
              <a:gd name="connsiteX7542" fmla="*/ 4423688 w 4752801"/>
              <a:gd name="connsiteY7542" fmla="*/ 1860923 h 2767298"/>
              <a:gd name="connsiteX7543" fmla="*/ 4427736 w 4752801"/>
              <a:gd name="connsiteY7543" fmla="*/ 1860923 h 2767298"/>
              <a:gd name="connsiteX7544" fmla="*/ 4428950 w 4752801"/>
              <a:gd name="connsiteY7544" fmla="*/ 1861732 h 2767298"/>
              <a:gd name="connsiteX7545" fmla="*/ 4430975 w 4752801"/>
              <a:gd name="connsiteY7545" fmla="*/ 1865376 h 2767298"/>
              <a:gd name="connsiteX7546" fmla="*/ 4430975 w 4752801"/>
              <a:gd name="connsiteY7546" fmla="*/ 1866590 h 2767298"/>
              <a:gd name="connsiteX7547" fmla="*/ 4428950 w 4752801"/>
              <a:gd name="connsiteY7547" fmla="*/ 1870234 h 2767298"/>
              <a:gd name="connsiteX7548" fmla="*/ 4427736 w 4752801"/>
              <a:gd name="connsiteY7548" fmla="*/ 1871043 h 2767298"/>
              <a:gd name="connsiteX7549" fmla="*/ 4423688 w 4752801"/>
              <a:gd name="connsiteY7549" fmla="*/ 1871043 h 2767298"/>
              <a:gd name="connsiteX7550" fmla="*/ 4422474 w 4752801"/>
              <a:gd name="connsiteY7550" fmla="*/ 1870234 h 2767298"/>
              <a:gd name="connsiteX7551" fmla="*/ 4420450 w 4752801"/>
              <a:gd name="connsiteY7551" fmla="*/ 1866590 h 2767298"/>
              <a:gd name="connsiteX7552" fmla="*/ 4420450 w 4752801"/>
              <a:gd name="connsiteY7552" fmla="*/ 1865376 h 2767298"/>
              <a:gd name="connsiteX7553" fmla="*/ 4422474 w 4752801"/>
              <a:gd name="connsiteY7553" fmla="*/ 1861732 h 2767298"/>
              <a:gd name="connsiteX7554" fmla="*/ 4423688 w 4752801"/>
              <a:gd name="connsiteY7554" fmla="*/ 1860923 h 2767298"/>
              <a:gd name="connsiteX7555" fmla="*/ 4463765 w 4752801"/>
              <a:gd name="connsiteY7555" fmla="*/ 1860518 h 2767298"/>
              <a:gd name="connsiteX7556" fmla="*/ 4468218 w 4752801"/>
              <a:gd name="connsiteY7556" fmla="*/ 1860518 h 2767298"/>
              <a:gd name="connsiteX7557" fmla="*/ 4469432 w 4752801"/>
              <a:gd name="connsiteY7557" fmla="*/ 1860923 h 2767298"/>
              <a:gd name="connsiteX7558" fmla="*/ 4471861 w 4752801"/>
              <a:gd name="connsiteY7558" fmla="*/ 1864971 h 2767298"/>
              <a:gd name="connsiteX7559" fmla="*/ 4471861 w 4752801"/>
              <a:gd name="connsiteY7559" fmla="*/ 1866185 h 2767298"/>
              <a:gd name="connsiteX7560" fmla="*/ 4469432 w 4752801"/>
              <a:gd name="connsiteY7560" fmla="*/ 1870234 h 2767298"/>
              <a:gd name="connsiteX7561" fmla="*/ 4468218 w 4752801"/>
              <a:gd name="connsiteY7561" fmla="*/ 1870638 h 2767298"/>
              <a:gd name="connsiteX7562" fmla="*/ 4463765 w 4752801"/>
              <a:gd name="connsiteY7562" fmla="*/ 1870638 h 2767298"/>
              <a:gd name="connsiteX7563" fmla="*/ 4462550 w 4752801"/>
              <a:gd name="connsiteY7563" fmla="*/ 1870234 h 2767298"/>
              <a:gd name="connsiteX7564" fmla="*/ 4460122 w 4752801"/>
              <a:gd name="connsiteY7564" fmla="*/ 1866185 h 2767298"/>
              <a:gd name="connsiteX7565" fmla="*/ 4460122 w 4752801"/>
              <a:gd name="connsiteY7565" fmla="*/ 1864971 h 2767298"/>
              <a:gd name="connsiteX7566" fmla="*/ 4462550 w 4752801"/>
              <a:gd name="connsiteY7566" fmla="*/ 1860923 h 2767298"/>
              <a:gd name="connsiteX7567" fmla="*/ 4463765 w 4752801"/>
              <a:gd name="connsiteY7567" fmla="*/ 1860518 h 2767298"/>
              <a:gd name="connsiteX7568" fmla="*/ 3492215 w 4752801"/>
              <a:gd name="connsiteY7568" fmla="*/ 1860114 h 2767298"/>
              <a:gd name="connsiteX7569" fmla="*/ 3496668 w 4752801"/>
              <a:gd name="connsiteY7569" fmla="*/ 1860114 h 2767298"/>
              <a:gd name="connsiteX7570" fmla="*/ 3497882 w 4752801"/>
              <a:gd name="connsiteY7570" fmla="*/ 1860924 h 2767298"/>
              <a:gd name="connsiteX7571" fmla="*/ 3499906 w 4752801"/>
              <a:gd name="connsiteY7571" fmla="*/ 1864972 h 2767298"/>
              <a:gd name="connsiteX7572" fmla="*/ 3499906 w 4752801"/>
              <a:gd name="connsiteY7572" fmla="*/ 1866186 h 2767298"/>
              <a:gd name="connsiteX7573" fmla="*/ 3497882 w 4752801"/>
              <a:gd name="connsiteY7573" fmla="*/ 1870234 h 2767298"/>
              <a:gd name="connsiteX7574" fmla="*/ 3496668 w 4752801"/>
              <a:gd name="connsiteY7574" fmla="*/ 1871044 h 2767298"/>
              <a:gd name="connsiteX7575" fmla="*/ 3492215 w 4752801"/>
              <a:gd name="connsiteY7575" fmla="*/ 1871044 h 2767298"/>
              <a:gd name="connsiteX7576" fmla="*/ 3491001 w 4752801"/>
              <a:gd name="connsiteY7576" fmla="*/ 1870234 h 2767298"/>
              <a:gd name="connsiteX7577" fmla="*/ 3488977 w 4752801"/>
              <a:gd name="connsiteY7577" fmla="*/ 1866186 h 2767298"/>
              <a:gd name="connsiteX7578" fmla="*/ 3488977 w 4752801"/>
              <a:gd name="connsiteY7578" fmla="*/ 1864972 h 2767298"/>
              <a:gd name="connsiteX7579" fmla="*/ 3491001 w 4752801"/>
              <a:gd name="connsiteY7579" fmla="*/ 1860924 h 2767298"/>
              <a:gd name="connsiteX7580" fmla="*/ 3492215 w 4752801"/>
              <a:gd name="connsiteY7580" fmla="*/ 1860114 h 2767298"/>
              <a:gd name="connsiteX7581" fmla="*/ 3450924 w 4752801"/>
              <a:gd name="connsiteY7581" fmla="*/ 1858899 h 2767298"/>
              <a:gd name="connsiteX7582" fmla="*/ 3457401 w 4752801"/>
              <a:gd name="connsiteY7582" fmla="*/ 1858899 h 2767298"/>
              <a:gd name="connsiteX7583" fmla="*/ 3458616 w 4752801"/>
              <a:gd name="connsiteY7583" fmla="*/ 1859304 h 2767298"/>
              <a:gd name="connsiteX7584" fmla="*/ 3461855 w 4752801"/>
              <a:gd name="connsiteY7584" fmla="*/ 1864971 h 2767298"/>
              <a:gd name="connsiteX7585" fmla="*/ 3461855 w 4752801"/>
              <a:gd name="connsiteY7585" fmla="*/ 1866186 h 2767298"/>
              <a:gd name="connsiteX7586" fmla="*/ 3458616 w 4752801"/>
              <a:gd name="connsiteY7586" fmla="*/ 1871853 h 2767298"/>
              <a:gd name="connsiteX7587" fmla="*/ 3457401 w 4752801"/>
              <a:gd name="connsiteY7587" fmla="*/ 1872662 h 2767298"/>
              <a:gd name="connsiteX7588" fmla="*/ 3450924 w 4752801"/>
              <a:gd name="connsiteY7588" fmla="*/ 1872662 h 2767298"/>
              <a:gd name="connsiteX7589" fmla="*/ 3449710 w 4752801"/>
              <a:gd name="connsiteY7589" fmla="*/ 1871853 h 2767298"/>
              <a:gd name="connsiteX7590" fmla="*/ 3446472 w 4752801"/>
              <a:gd name="connsiteY7590" fmla="*/ 1866186 h 2767298"/>
              <a:gd name="connsiteX7591" fmla="*/ 3446472 w 4752801"/>
              <a:gd name="connsiteY7591" fmla="*/ 1864971 h 2767298"/>
              <a:gd name="connsiteX7592" fmla="*/ 3449710 w 4752801"/>
              <a:gd name="connsiteY7592" fmla="*/ 1859304 h 2767298"/>
              <a:gd name="connsiteX7593" fmla="*/ 3450924 w 4752801"/>
              <a:gd name="connsiteY7593" fmla="*/ 1858899 h 2767298"/>
              <a:gd name="connsiteX7594" fmla="*/ 3328671 w 4752801"/>
              <a:gd name="connsiteY7594" fmla="*/ 1858494 h 2767298"/>
              <a:gd name="connsiteX7595" fmla="*/ 3336362 w 4752801"/>
              <a:gd name="connsiteY7595" fmla="*/ 1858494 h 2767298"/>
              <a:gd name="connsiteX7596" fmla="*/ 3337576 w 4752801"/>
              <a:gd name="connsiteY7596" fmla="*/ 1858899 h 2767298"/>
              <a:gd name="connsiteX7597" fmla="*/ 3341220 w 4752801"/>
              <a:gd name="connsiteY7597" fmla="*/ 1865376 h 2767298"/>
              <a:gd name="connsiteX7598" fmla="*/ 3341220 w 4752801"/>
              <a:gd name="connsiteY7598" fmla="*/ 1866590 h 2767298"/>
              <a:gd name="connsiteX7599" fmla="*/ 3337576 w 4752801"/>
              <a:gd name="connsiteY7599" fmla="*/ 1873067 h 2767298"/>
              <a:gd name="connsiteX7600" fmla="*/ 3336362 w 4752801"/>
              <a:gd name="connsiteY7600" fmla="*/ 1873472 h 2767298"/>
              <a:gd name="connsiteX7601" fmla="*/ 3328671 w 4752801"/>
              <a:gd name="connsiteY7601" fmla="*/ 1873472 h 2767298"/>
              <a:gd name="connsiteX7602" fmla="*/ 3327456 w 4752801"/>
              <a:gd name="connsiteY7602" fmla="*/ 1873067 h 2767298"/>
              <a:gd name="connsiteX7603" fmla="*/ 3323813 w 4752801"/>
              <a:gd name="connsiteY7603" fmla="*/ 1866590 h 2767298"/>
              <a:gd name="connsiteX7604" fmla="*/ 3323813 w 4752801"/>
              <a:gd name="connsiteY7604" fmla="*/ 1865376 h 2767298"/>
              <a:gd name="connsiteX7605" fmla="*/ 3327456 w 4752801"/>
              <a:gd name="connsiteY7605" fmla="*/ 1858899 h 2767298"/>
              <a:gd name="connsiteX7606" fmla="*/ 3328671 w 4752801"/>
              <a:gd name="connsiteY7606" fmla="*/ 1858494 h 2767298"/>
              <a:gd name="connsiteX7607" fmla="*/ 3369152 w 4752801"/>
              <a:gd name="connsiteY7607" fmla="*/ 1857684 h 2767298"/>
              <a:gd name="connsiteX7608" fmla="*/ 3377249 w 4752801"/>
              <a:gd name="connsiteY7608" fmla="*/ 1857684 h 2767298"/>
              <a:gd name="connsiteX7609" fmla="*/ 3378463 w 4752801"/>
              <a:gd name="connsiteY7609" fmla="*/ 1858494 h 2767298"/>
              <a:gd name="connsiteX7610" fmla="*/ 3382511 w 4752801"/>
              <a:gd name="connsiteY7610" fmla="*/ 1865376 h 2767298"/>
              <a:gd name="connsiteX7611" fmla="*/ 3382511 w 4752801"/>
              <a:gd name="connsiteY7611" fmla="*/ 1866590 h 2767298"/>
              <a:gd name="connsiteX7612" fmla="*/ 3378463 w 4752801"/>
              <a:gd name="connsiteY7612" fmla="*/ 1873472 h 2767298"/>
              <a:gd name="connsiteX7613" fmla="*/ 3377249 w 4752801"/>
              <a:gd name="connsiteY7613" fmla="*/ 1874281 h 2767298"/>
              <a:gd name="connsiteX7614" fmla="*/ 3369152 w 4752801"/>
              <a:gd name="connsiteY7614" fmla="*/ 1874281 h 2767298"/>
              <a:gd name="connsiteX7615" fmla="*/ 3367938 w 4752801"/>
              <a:gd name="connsiteY7615" fmla="*/ 1873472 h 2767298"/>
              <a:gd name="connsiteX7616" fmla="*/ 3363890 w 4752801"/>
              <a:gd name="connsiteY7616" fmla="*/ 1866590 h 2767298"/>
              <a:gd name="connsiteX7617" fmla="*/ 3363890 w 4752801"/>
              <a:gd name="connsiteY7617" fmla="*/ 1865376 h 2767298"/>
              <a:gd name="connsiteX7618" fmla="*/ 3367938 w 4752801"/>
              <a:gd name="connsiteY7618" fmla="*/ 1858494 h 2767298"/>
              <a:gd name="connsiteX7619" fmla="*/ 3369152 w 4752801"/>
              <a:gd name="connsiteY7619" fmla="*/ 1857684 h 2767298"/>
              <a:gd name="connsiteX7620" fmla="*/ 3287785 w 4752801"/>
              <a:gd name="connsiteY7620" fmla="*/ 1857684 h 2767298"/>
              <a:gd name="connsiteX7621" fmla="*/ 3296286 w 4752801"/>
              <a:gd name="connsiteY7621" fmla="*/ 1857684 h 2767298"/>
              <a:gd name="connsiteX7622" fmla="*/ 3297500 w 4752801"/>
              <a:gd name="connsiteY7622" fmla="*/ 1858089 h 2767298"/>
              <a:gd name="connsiteX7623" fmla="*/ 3301953 w 4752801"/>
              <a:gd name="connsiteY7623" fmla="*/ 1865376 h 2767298"/>
              <a:gd name="connsiteX7624" fmla="*/ 3301953 w 4752801"/>
              <a:gd name="connsiteY7624" fmla="*/ 1866590 h 2767298"/>
              <a:gd name="connsiteX7625" fmla="*/ 3297500 w 4752801"/>
              <a:gd name="connsiteY7625" fmla="*/ 1873877 h 2767298"/>
              <a:gd name="connsiteX7626" fmla="*/ 3296286 w 4752801"/>
              <a:gd name="connsiteY7626" fmla="*/ 1874281 h 2767298"/>
              <a:gd name="connsiteX7627" fmla="*/ 3287785 w 4752801"/>
              <a:gd name="connsiteY7627" fmla="*/ 1874281 h 2767298"/>
              <a:gd name="connsiteX7628" fmla="*/ 3286570 w 4752801"/>
              <a:gd name="connsiteY7628" fmla="*/ 1873877 h 2767298"/>
              <a:gd name="connsiteX7629" fmla="*/ 3282118 w 4752801"/>
              <a:gd name="connsiteY7629" fmla="*/ 1866590 h 2767298"/>
              <a:gd name="connsiteX7630" fmla="*/ 3282118 w 4752801"/>
              <a:gd name="connsiteY7630" fmla="*/ 1865376 h 2767298"/>
              <a:gd name="connsiteX7631" fmla="*/ 3286570 w 4752801"/>
              <a:gd name="connsiteY7631" fmla="*/ 1858089 h 2767298"/>
              <a:gd name="connsiteX7632" fmla="*/ 3287785 w 4752801"/>
              <a:gd name="connsiteY7632" fmla="*/ 1857684 h 2767298"/>
              <a:gd name="connsiteX7633" fmla="*/ 3409228 w 4752801"/>
              <a:gd name="connsiteY7633" fmla="*/ 1857280 h 2767298"/>
              <a:gd name="connsiteX7634" fmla="*/ 3417325 w 4752801"/>
              <a:gd name="connsiteY7634" fmla="*/ 1857280 h 2767298"/>
              <a:gd name="connsiteX7635" fmla="*/ 3418539 w 4752801"/>
              <a:gd name="connsiteY7635" fmla="*/ 1858090 h 2767298"/>
              <a:gd name="connsiteX7636" fmla="*/ 3422587 w 4752801"/>
              <a:gd name="connsiteY7636" fmla="*/ 1864972 h 2767298"/>
              <a:gd name="connsiteX7637" fmla="*/ 3422587 w 4752801"/>
              <a:gd name="connsiteY7637" fmla="*/ 1866186 h 2767298"/>
              <a:gd name="connsiteX7638" fmla="*/ 3418539 w 4752801"/>
              <a:gd name="connsiteY7638" fmla="*/ 1873068 h 2767298"/>
              <a:gd name="connsiteX7639" fmla="*/ 3417325 w 4752801"/>
              <a:gd name="connsiteY7639" fmla="*/ 1873473 h 2767298"/>
              <a:gd name="connsiteX7640" fmla="*/ 3409228 w 4752801"/>
              <a:gd name="connsiteY7640" fmla="*/ 1873473 h 2767298"/>
              <a:gd name="connsiteX7641" fmla="*/ 3408014 w 4752801"/>
              <a:gd name="connsiteY7641" fmla="*/ 1873068 h 2767298"/>
              <a:gd name="connsiteX7642" fmla="*/ 3403966 w 4752801"/>
              <a:gd name="connsiteY7642" fmla="*/ 1866186 h 2767298"/>
              <a:gd name="connsiteX7643" fmla="*/ 3403966 w 4752801"/>
              <a:gd name="connsiteY7643" fmla="*/ 1864972 h 2767298"/>
              <a:gd name="connsiteX7644" fmla="*/ 3408014 w 4752801"/>
              <a:gd name="connsiteY7644" fmla="*/ 1858090 h 2767298"/>
              <a:gd name="connsiteX7645" fmla="*/ 3409228 w 4752801"/>
              <a:gd name="connsiteY7645" fmla="*/ 1857280 h 2767298"/>
              <a:gd name="connsiteX7646" fmla="*/ 3206417 w 4752801"/>
              <a:gd name="connsiteY7646" fmla="*/ 1855660 h 2767298"/>
              <a:gd name="connsiteX7647" fmla="*/ 3216132 w 4752801"/>
              <a:gd name="connsiteY7647" fmla="*/ 1855660 h 2767298"/>
              <a:gd name="connsiteX7648" fmla="*/ 3217347 w 4752801"/>
              <a:gd name="connsiteY7648" fmla="*/ 1856470 h 2767298"/>
              <a:gd name="connsiteX7649" fmla="*/ 3222205 w 4752801"/>
              <a:gd name="connsiteY7649" fmla="*/ 1864971 h 2767298"/>
              <a:gd name="connsiteX7650" fmla="*/ 3222205 w 4752801"/>
              <a:gd name="connsiteY7650" fmla="*/ 1866185 h 2767298"/>
              <a:gd name="connsiteX7651" fmla="*/ 3217347 w 4752801"/>
              <a:gd name="connsiteY7651" fmla="*/ 1874686 h 2767298"/>
              <a:gd name="connsiteX7652" fmla="*/ 3216132 w 4752801"/>
              <a:gd name="connsiteY7652" fmla="*/ 1874686 h 2767298"/>
              <a:gd name="connsiteX7653" fmla="*/ 3206417 w 4752801"/>
              <a:gd name="connsiteY7653" fmla="*/ 1874686 h 2767298"/>
              <a:gd name="connsiteX7654" fmla="*/ 3205203 w 4752801"/>
              <a:gd name="connsiteY7654" fmla="*/ 1874282 h 2767298"/>
              <a:gd name="connsiteX7655" fmla="*/ 3200345 w 4752801"/>
              <a:gd name="connsiteY7655" fmla="*/ 1865780 h 2767298"/>
              <a:gd name="connsiteX7656" fmla="*/ 3200345 w 4752801"/>
              <a:gd name="connsiteY7656" fmla="*/ 1864566 h 2767298"/>
              <a:gd name="connsiteX7657" fmla="*/ 3205203 w 4752801"/>
              <a:gd name="connsiteY7657" fmla="*/ 1856065 h 2767298"/>
              <a:gd name="connsiteX7658" fmla="*/ 3206417 w 4752801"/>
              <a:gd name="connsiteY7658" fmla="*/ 1855660 h 2767298"/>
              <a:gd name="connsiteX7659" fmla="*/ 3246088 w 4752801"/>
              <a:gd name="connsiteY7659" fmla="*/ 1855256 h 2767298"/>
              <a:gd name="connsiteX7660" fmla="*/ 3257018 w 4752801"/>
              <a:gd name="connsiteY7660" fmla="*/ 1855256 h 2767298"/>
              <a:gd name="connsiteX7661" fmla="*/ 3258233 w 4752801"/>
              <a:gd name="connsiteY7661" fmla="*/ 1856066 h 2767298"/>
              <a:gd name="connsiteX7662" fmla="*/ 3263496 w 4752801"/>
              <a:gd name="connsiteY7662" fmla="*/ 1865376 h 2767298"/>
              <a:gd name="connsiteX7663" fmla="*/ 3263496 w 4752801"/>
              <a:gd name="connsiteY7663" fmla="*/ 1866591 h 2767298"/>
              <a:gd name="connsiteX7664" fmla="*/ 3258233 w 4752801"/>
              <a:gd name="connsiteY7664" fmla="*/ 1875901 h 2767298"/>
              <a:gd name="connsiteX7665" fmla="*/ 3257018 w 4752801"/>
              <a:gd name="connsiteY7665" fmla="*/ 1876711 h 2767298"/>
              <a:gd name="connsiteX7666" fmla="*/ 3246088 w 4752801"/>
              <a:gd name="connsiteY7666" fmla="*/ 1876711 h 2767298"/>
              <a:gd name="connsiteX7667" fmla="*/ 3244874 w 4752801"/>
              <a:gd name="connsiteY7667" fmla="*/ 1875901 h 2767298"/>
              <a:gd name="connsiteX7668" fmla="*/ 3239612 w 4752801"/>
              <a:gd name="connsiteY7668" fmla="*/ 1866591 h 2767298"/>
              <a:gd name="connsiteX7669" fmla="*/ 3239612 w 4752801"/>
              <a:gd name="connsiteY7669" fmla="*/ 1865376 h 2767298"/>
              <a:gd name="connsiteX7670" fmla="*/ 3244874 w 4752801"/>
              <a:gd name="connsiteY7670" fmla="*/ 1856066 h 2767298"/>
              <a:gd name="connsiteX7671" fmla="*/ 3246088 w 4752801"/>
              <a:gd name="connsiteY7671" fmla="*/ 1855256 h 2767298"/>
              <a:gd name="connsiteX7672" fmla="*/ 4060166 w 4752801"/>
              <a:gd name="connsiteY7672" fmla="*/ 1822871 h 2767298"/>
              <a:gd name="connsiteX7673" fmla="*/ 4063000 w 4752801"/>
              <a:gd name="connsiteY7673" fmla="*/ 1822871 h 2767298"/>
              <a:gd name="connsiteX7674" fmla="*/ 4064619 w 4752801"/>
              <a:gd name="connsiteY7674" fmla="*/ 1825300 h 2767298"/>
              <a:gd name="connsiteX7675" fmla="*/ 4063000 w 4752801"/>
              <a:gd name="connsiteY7675" fmla="*/ 1827729 h 2767298"/>
              <a:gd name="connsiteX7676" fmla="*/ 4060166 w 4752801"/>
              <a:gd name="connsiteY7676" fmla="*/ 1827729 h 2767298"/>
              <a:gd name="connsiteX7677" fmla="*/ 4058547 w 4752801"/>
              <a:gd name="connsiteY7677" fmla="*/ 1825300 h 2767298"/>
              <a:gd name="connsiteX7678" fmla="*/ 3978800 w 4752801"/>
              <a:gd name="connsiteY7678" fmla="*/ 1822871 h 2767298"/>
              <a:gd name="connsiteX7679" fmla="*/ 3981633 w 4752801"/>
              <a:gd name="connsiteY7679" fmla="*/ 1822871 h 2767298"/>
              <a:gd name="connsiteX7680" fmla="*/ 3982848 w 4752801"/>
              <a:gd name="connsiteY7680" fmla="*/ 1825300 h 2767298"/>
              <a:gd name="connsiteX7681" fmla="*/ 3981633 w 4752801"/>
              <a:gd name="connsiteY7681" fmla="*/ 1827729 h 2767298"/>
              <a:gd name="connsiteX7682" fmla="*/ 3978800 w 4752801"/>
              <a:gd name="connsiteY7682" fmla="*/ 1827729 h 2767298"/>
              <a:gd name="connsiteX7683" fmla="*/ 3977585 w 4752801"/>
              <a:gd name="connsiteY7683" fmla="*/ 1825300 h 2767298"/>
              <a:gd name="connsiteX7684" fmla="*/ 3817279 w 4752801"/>
              <a:gd name="connsiteY7684" fmla="*/ 1822871 h 2767298"/>
              <a:gd name="connsiteX7685" fmla="*/ 3820113 w 4752801"/>
              <a:gd name="connsiteY7685" fmla="*/ 1822871 h 2767298"/>
              <a:gd name="connsiteX7686" fmla="*/ 3821732 w 4752801"/>
              <a:gd name="connsiteY7686" fmla="*/ 1825300 h 2767298"/>
              <a:gd name="connsiteX7687" fmla="*/ 3820113 w 4752801"/>
              <a:gd name="connsiteY7687" fmla="*/ 1827729 h 2767298"/>
              <a:gd name="connsiteX7688" fmla="*/ 3817279 w 4752801"/>
              <a:gd name="connsiteY7688" fmla="*/ 1827729 h 2767298"/>
              <a:gd name="connsiteX7689" fmla="*/ 3815660 w 4752801"/>
              <a:gd name="connsiteY7689" fmla="*/ 1825300 h 2767298"/>
              <a:gd name="connsiteX7690" fmla="*/ 4019280 w 4752801"/>
              <a:gd name="connsiteY7690" fmla="*/ 1822466 h 2767298"/>
              <a:gd name="connsiteX7691" fmla="*/ 4022519 w 4752801"/>
              <a:gd name="connsiteY7691" fmla="*/ 1822466 h 2767298"/>
              <a:gd name="connsiteX7692" fmla="*/ 4024138 w 4752801"/>
              <a:gd name="connsiteY7692" fmla="*/ 1825299 h 2767298"/>
              <a:gd name="connsiteX7693" fmla="*/ 4022519 w 4752801"/>
              <a:gd name="connsiteY7693" fmla="*/ 1828133 h 2767298"/>
              <a:gd name="connsiteX7694" fmla="*/ 4019280 w 4752801"/>
              <a:gd name="connsiteY7694" fmla="*/ 1828133 h 2767298"/>
              <a:gd name="connsiteX7695" fmla="*/ 4017661 w 4752801"/>
              <a:gd name="connsiteY7695" fmla="*/ 1825299 h 2767298"/>
              <a:gd name="connsiteX7696" fmla="*/ 3938318 w 4752801"/>
              <a:gd name="connsiteY7696" fmla="*/ 1822466 h 2767298"/>
              <a:gd name="connsiteX7697" fmla="*/ 3941557 w 4752801"/>
              <a:gd name="connsiteY7697" fmla="*/ 1822466 h 2767298"/>
              <a:gd name="connsiteX7698" fmla="*/ 3943176 w 4752801"/>
              <a:gd name="connsiteY7698" fmla="*/ 1825299 h 2767298"/>
              <a:gd name="connsiteX7699" fmla="*/ 3941557 w 4752801"/>
              <a:gd name="connsiteY7699" fmla="*/ 1828133 h 2767298"/>
              <a:gd name="connsiteX7700" fmla="*/ 3938318 w 4752801"/>
              <a:gd name="connsiteY7700" fmla="*/ 1828133 h 2767298"/>
              <a:gd name="connsiteX7701" fmla="*/ 3936699 w 4752801"/>
              <a:gd name="connsiteY7701" fmla="*/ 1825299 h 2767298"/>
              <a:gd name="connsiteX7702" fmla="*/ 3897837 w 4752801"/>
              <a:gd name="connsiteY7702" fmla="*/ 1822466 h 2767298"/>
              <a:gd name="connsiteX7703" fmla="*/ 3901076 w 4752801"/>
              <a:gd name="connsiteY7703" fmla="*/ 1822466 h 2767298"/>
              <a:gd name="connsiteX7704" fmla="*/ 3902695 w 4752801"/>
              <a:gd name="connsiteY7704" fmla="*/ 1825299 h 2767298"/>
              <a:gd name="connsiteX7705" fmla="*/ 3901076 w 4752801"/>
              <a:gd name="connsiteY7705" fmla="*/ 1828133 h 2767298"/>
              <a:gd name="connsiteX7706" fmla="*/ 3897837 w 4752801"/>
              <a:gd name="connsiteY7706" fmla="*/ 1828133 h 2767298"/>
              <a:gd name="connsiteX7707" fmla="*/ 3896218 w 4752801"/>
              <a:gd name="connsiteY7707" fmla="*/ 1825299 h 2767298"/>
              <a:gd name="connsiteX7708" fmla="*/ 3857355 w 4752801"/>
              <a:gd name="connsiteY7708" fmla="*/ 1822466 h 2767298"/>
              <a:gd name="connsiteX7709" fmla="*/ 3860594 w 4752801"/>
              <a:gd name="connsiteY7709" fmla="*/ 1822466 h 2767298"/>
              <a:gd name="connsiteX7710" fmla="*/ 3862213 w 4752801"/>
              <a:gd name="connsiteY7710" fmla="*/ 1825299 h 2767298"/>
              <a:gd name="connsiteX7711" fmla="*/ 3860594 w 4752801"/>
              <a:gd name="connsiteY7711" fmla="*/ 1828133 h 2767298"/>
              <a:gd name="connsiteX7712" fmla="*/ 3857355 w 4752801"/>
              <a:gd name="connsiteY7712" fmla="*/ 1828133 h 2767298"/>
              <a:gd name="connsiteX7713" fmla="*/ 3855736 w 4752801"/>
              <a:gd name="connsiteY7713" fmla="*/ 1825299 h 2767298"/>
              <a:gd name="connsiteX7714" fmla="*/ 3775988 w 4752801"/>
              <a:gd name="connsiteY7714" fmla="*/ 1822466 h 2767298"/>
              <a:gd name="connsiteX7715" fmla="*/ 3779632 w 4752801"/>
              <a:gd name="connsiteY7715" fmla="*/ 1822466 h 2767298"/>
              <a:gd name="connsiteX7716" fmla="*/ 3781251 w 4752801"/>
              <a:gd name="connsiteY7716" fmla="*/ 1825299 h 2767298"/>
              <a:gd name="connsiteX7717" fmla="*/ 3779632 w 4752801"/>
              <a:gd name="connsiteY7717" fmla="*/ 1828133 h 2767298"/>
              <a:gd name="connsiteX7718" fmla="*/ 3775988 w 4752801"/>
              <a:gd name="connsiteY7718" fmla="*/ 1828133 h 2767298"/>
              <a:gd name="connsiteX7719" fmla="*/ 3774369 w 4752801"/>
              <a:gd name="connsiteY7719" fmla="*/ 1825299 h 2767298"/>
              <a:gd name="connsiteX7720" fmla="*/ 4099838 w 4752801"/>
              <a:gd name="connsiteY7720" fmla="*/ 1822061 h 2767298"/>
              <a:gd name="connsiteX7721" fmla="*/ 4103482 w 4752801"/>
              <a:gd name="connsiteY7721" fmla="*/ 1822061 h 2767298"/>
              <a:gd name="connsiteX7722" fmla="*/ 4105101 w 4752801"/>
              <a:gd name="connsiteY7722" fmla="*/ 1825299 h 2767298"/>
              <a:gd name="connsiteX7723" fmla="*/ 4103482 w 4752801"/>
              <a:gd name="connsiteY7723" fmla="*/ 1828538 h 2767298"/>
              <a:gd name="connsiteX7724" fmla="*/ 4099838 w 4752801"/>
              <a:gd name="connsiteY7724" fmla="*/ 1828538 h 2767298"/>
              <a:gd name="connsiteX7725" fmla="*/ 4098219 w 4752801"/>
              <a:gd name="connsiteY7725" fmla="*/ 1825299 h 2767298"/>
              <a:gd name="connsiteX7726" fmla="*/ 3735507 w 4752801"/>
              <a:gd name="connsiteY7726" fmla="*/ 1822061 h 2767298"/>
              <a:gd name="connsiteX7727" fmla="*/ 3739555 w 4752801"/>
              <a:gd name="connsiteY7727" fmla="*/ 1822061 h 2767298"/>
              <a:gd name="connsiteX7728" fmla="*/ 3741579 w 4752801"/>
              <a:gd name="connsiteY7728" fmla="*/ 1825299 h 2767298"/>
              <a:gd name="connsiteX7729" fmla="*/ 3739555 w 4752801"/>
              <a:gd name="connsiteY7729" fmla="*/ 1828538 h 2767298"/>
              <a:gd name="connsiteX7730" fmla="*/ 3735507 w 4752801"/>
              <a:gd name="connsiteY7730" fmla="*/ 1828538 h 2767298"/>
              <a:gd name="connsiteX7731" fmla="*/ 3733483 w 4752801"/>
              <a:gd name="connsiteY7731" fmla="*/ 1825299 h 2767298"/>
              <a:gd name="connsiteX7732" fmla="*/ 3533101 w 4752801"/>
              <a:gd name="connsiteY7732" fmla="*/ 1822061 h 2767298"/>
              <a:gd name="connsiteX7733" fmla="*/ 3537149 w 4752801"/>
              <a:gd name="connsiteY7733" fmla="*/ 1822061 h 2767298"/>
              <a:gd name="connsiteX7734" fmla="*/ 3539173 w 4752801"/>
              <a:gd name="connsiteY7734" fmla="*/ 1825299 h 2767298"/>
              <a:gd name="connsiteX7735" fmla="*/ 3537149 w 4752801"/>
              <a:gd name="connsiteY7735" fmla="*/ 1828538 h 2767298"/>
              <a:gd name="connsiteX7736" fmla="*/ 3533101 w 4752801"/>
              <a:gd name="connsiteY7736" fmla="*/ 1828538 h 2767298"/>
              <a:gd name="connsiteX7737" fmla="*/ 3531077 w 4752801"/>
              <a:gd name="connsiteY7737" fmla="*/ 1825299 h 2767298"/>
              <a:gd name="connsiteX7738" fmla="*/ 4221282 w 4752801"/>
              <a:gd name="connsiteY7738" fmla="*/ 1821656 h 2767298"/>
              <a:gd name="connsiteX7739" fmla="*/ 4225330 w 4752801"/>
              <a:gd name="connsiteY7739" fmla="*/ 1821656 h 2767298"/>
              <a:gd name="connsiteX7740" fmla="*/ 4227354 w 4752801"/>
              <a:gd name="connsiteY7740" fmla="*/ 1825299 h 2767298"/>
              <a:gd name="connsiteX7741" fmla="*/ 4225330 w 4752801"/>
              <a:gd name="connsiteY7741" fmla="*/ 1828943 h 2767298"/>
              <a:gd name="connsiteX7742" fmla="*/ 4221282 w 4752801"/>
              <a:gd name="connsiteY7742" fmla="*/ 1828943 h 2767298"/>
              <a:gd name="connsiteX7743" fmla="*/ 4219258 w 4752801"/>
              <a:gd name="connsiteY7743" fmla="*/ 1825299 h 2767298"/>
              <a:gd name="connsiteX7744" fmla="*/ 4140320 w 4752801"/>
              <a:gd name="connsiteY7744" fmla="*/ 1821656 h 2767298"/>
              <a:gd name="connsiteX7745" fmla="*/ 4144368 w 4752801"/>
              <a:gd name="connsiteY7745" fmla="*/ 1821656 h 2767298"/>
              <a:gd name="connsiteX7746" fmla="*/ 4146392 w 4752801"/>
              <a:gd name="connsiteY7746" fmla="*/ 1825299 h 2767298"/>
              <a:gd name="connsiteX7747" fmla="*/ 4144368 w 4752801"/>
              <a:gd name="connsiteY7747" fmla="*/ 1828943 h 2767298"/>
              <a:gd name="connsiteX7748" fmla="*/ 4140320 w 4752801"/>
              <a:gd name="connsiteY7748" fmla="*/ 1828943 h 2767298"/>
              <a:gd name="connsiteX7749" fmla="*/ 4138296 w 4752801"/>
              <a:gd name="connsiteY7749" fmla="*/ 1825299 h 2767298"/>
              <a:gd name="connsiteX7750" fmla="*/ 3654140 w 4752801"/>
              <a:gd name="connsiteY7750" fmla="*/ 1821656 h 2767298"/>
              <a:gd name="connsiteX7751" fmla="*/ 3658593 w 4752801"/>
              <a:gd name="connsiteY7751" fmla="*/ 1821656 h 2767298"/>
              <a:gd name="connsiteX7752" fmla="*/ 3660617 w 4752801"/>
              <a:gd name="connsiteY7752" fmla="*/ 1825299 h 2767298"/>
              <a:gd name="connsiteX7753" fmla="*/ 3658593 w 4752801"/>
              <a:gd name="connsiteY7753" fmla="*/ 1828943 h 2767298"/>
              <a:gd name="connsiteX7754" fmla="*/ 3654140 w 4752801"/>
              <a:gd name="connsiteY7754" fmla="*/ 1828943 h 2767298"/>
              <a:gd name="connsiteX7755" fmla="*/ 3652116 w 4752801"/>
              <a:gd name="connsiteY7755" fmla="*/ 1825299 h 2767298"/>
              <a:gd name="connsiteX7756" fmla="*/ 3614063 w 4752801"/>
              <a:gd name="connsiteY7756" fmla="*/ 1821656 h 2767298"/>
              <a:gd name="connsiteX7757" fmla="*/ 3618111 w 4752801"/>
              <a:gd name="connsiteY7757" fmla="*/ 1821656 h 2767298"/>
              <a:gd name="connsiteX7758" fmla="*/ 3620135 w 4752801"/>
              <a:gd name="connsiteY7758" fmla="*/ 1825299 h 2767298"/>
              <a:gd name="connsiteX7759" fmla="*/ 3618111 w 4752801"/>
              <a:gd name="connsiteY7759" fmla="*/ 1828943 h 2767298"/>
              <a:gd name="connsiteX7760" fmla="*/ 3614063 w 4752801"/>
              <a:gd name="connsiteY7760" fmla="*/ 1828943 h 2767298"/>
              <a:gd name="connsiteX7761" fmla="*/ 3612039 w 4752801"/>
              <a:gd name="connsiteY7761" fmla="*/ 1825299 h 2767298"/>
              <a:gd name="connsiteX7762" fmla="*/ 3573582 w 4752801"/>
              <a:gd name="connsiteY7762" fmla="*/ 1821656 h 2767298"/>
              <a:gd name="connsiteX7763" fmla="*/ 3577630 w 4752801"/>
              <a:gd name="connsiteY7763" fmla="*/ 1821656 h 2767298"/>
              <a:gd name="connsiteX7764" fmla="*/ 3579654 w 4752801"/>
              <a:gd name="connsiteY7764" fmla="*/ 1825299 h 2767298"/>
              <a:gd name="connsiteX7765" fmla="*/ 3577630 w 4752801"/>
              <a:gd name="connsiteY7765" fmla="*/ 1828943 h 2767298"/>
              <a:gd name="connsiteX7766" fmla="*/ 3573582 w 4752801"/>
              <a:gd name="connsiteY7766" fmla="*/ 1828943 h 2767298"/>
              <a:gd name="connsiteX7767" fmla="*/ 3571558 w 4752801"/>
              <a:gd name="connsiteY7767" fmla="*/ 1825299 h 2767298"/>
              <a:gd name="connsiteX7768" fmla="*/ 4626095 w 4752801"/>
              <a:gd name="connsiteY7768" fmla="*/ 1821251 h 2767298"/>
              <a:gd name="connsiteX7769" fmla="*/ 4629738 w 4752801"/>
              <a:gd name="connsiteY7769" fmla="*/ 1821251 h 2767298"/>
              <a:gd name="connsiteX7770" fmla="*/ 4630952 w 4752801"/>
              <a:gd name="connsiteY7770" fmla="*/ 1822061 h 2767298"/>
              <a:gd name="connsiteX7771" fmla="*/ 4632571 w 4752801"/>
              <a:gd name="connsiteY7771" fmla="*/ 1824894 h 2767298"/>
              <a:gd name="connsiteX7772" fmla="*/ 4632571 w 4752801"/>
              <a:gd name="connsiteY7772" fmla="*/ 1826109 h 2767298"/>
              <a:gd name="connsiteX7773" fmla="*/ 4630952 w 4752801"/>
              <a:gd name="connsiteY7773" fmla="*/ 1828943 h 2767298"/>
              <a:gd name="connsiteX7774" fmla="*/ 4629738 w 4752801"/>
              <a:gd name="connsiteY7774" fmla="*/ 1828943 h 2767298"/>
              <a:gd name="connsiteX7775" fmla="*/ 4626095 w 4752801"/>
              <a:gd name="connsiteY7775" fmla="*/ 1828943 h 2767298"/>
              <a:gd name="connsiteX7776" fmla="*/ 4624880 w 4752801"/>
              <a:gd name="connsiteY7776" fmla="*/ 1828538 h 2767298"/>
              <a:gd name="connsiteX7777" fmla="*/ 4623261 w 4752801"/>
              <a:gd name="connsiteY7777" fmla="*/ 1825704 h 2767298"/>
              <a:gd name="connsiteX7778" fmla="*/ 4623261 w 4752801"/>
              <a:gd name="connsiteY7778" fmla="*/ 1824490 h 2767298"/>
              <a:gd name="connsiteX7779" fmla="*/ 4624880 w 4752801"/>
              <a:gd name="connsiteY7779" fmla="*/ 1821656 h 2767298"/>
              <a:gd name="connsiteX7780" fmla="*/ 4626095 w 4752801"/>
              <a:gd name="connsiteY7780" fmla="*/ 1821251 h 2767298"/>
              <a:gd name="connsiteX7781" fmla="*/ 4585614 w 4752801"/>
              <a:gd name="connsiteY7781" fmla="*/ 1821251 h 2767298"/>
              <a:gd name="connsiteX7782" fmla="*/ 4590067 w 4752801"/>
              <a:gd name="connsiteY7782" fmla="*/ 1821251 h 2767298"/>
              <a:gd name="connsiteX7783" fmla="*/ 4592495 w 4752801"/>
              <a:gd name="connsiteY7783" fmla="*/ 1825299 h 2767298"/>
              <a:gd name="connsiteX7784" fmla="*/ 4590067 w 4752801"/>
              <a:gd name="connsiteY7784" fmla="*/ 1829347 h 2767298"/>
              <a:gd name="connsiteX7785" fmla="*/ 4585614 w 4752801"/>
              <a:gd name="connsiteY7785" fmla="*/ 1829347 h 2767298"/>
              <a:gd name="connsiteX7786" fmla="*/ 4583185 w 4752801"/>
              <a:gd name="connsiteY7786" fmla="*/ 1825299 h 2767298"/>
              <a:gd name="connsiteX7787" fmla="*/ 4504246 w 4752801"/>
              <a:gd name="connsiteY7787" fmla="*/ 1821251 h 2767298"/>
              <a:gd name="connsiteX7788" fmla="*/ 4508294 w 4752801"/>
              <a:gd name="connsiteY7788" fmla="*/ 1821251 h 2767298"/>
              <a:gd name="connsiteX7789" fmla="*/ 4509508 w 4752801"/>
              <a:gd name="connsiteY7789" fmla="*/ 1821656 h 2767298"/>
              <a:gd name="connsiteX7790" fmla="*/ 4511533 w 4752801"/>
              <a:gd name="connsiteY7790" fmla="*/ 1824894 h 2767298"/>
              <a:gd name="connsiteX7791" fmla="*/ 4511533 w 4752801"/>
              <a:gd name="connsiteY7791" fmla="*/ 1826109 h 2767298"/>
              <a:gd name="connsiteX7792" fmla="*/ 4509508 w 4752801"/>
              <a:gd name="connsiteY7792" fmla="*/ 1829347 h 2767298"/>
              <a:gd name="connsiteX7793" fmla="*/ 4508294 w 4752801"/>
              <a:gd name="connsiteY7793" fmla="*/ 1829752 h 2767298"/>
              <a:gd name="connsiteX7794" fmla="*/ 4504246 w 4752801"/>
              <a:gd name="connsiteY7794" fmla="*/ 1829752 h 2767298"/>
              <a:gd name="connsiteX7795" fmla="*/ 4503032 w 4752801"/>
              <a:gd name="connsiteY7795" fmla="*/ 1829347 h 2767298"/>
              <a:gd name="connsiteX7796" fmla="*/ 4501008 w 4752801"/>
              <a:gd name="connsiteY7796" fmla="*/ 1826109 h 2767298"/>
              <a:gd name="connsiteX7797" fmla="*/ 4501008 w 4752801"/>
              <a:gd name="connsiteY7797" fmla="*/ 1824894 h 2767298"/>
              <a:gd name="connsiteX7798" fmla="*/ 4503032 w 4752801"/>
              <a:gd name="connsiteY7798" fmla="*/ 1821656 h 2767298"/>
              <a:gd name="connsiteX7799" fmla="*/ 4504246 w 4752801"/>
              <a:gd name="connsiteY7799" fmla="*/ 1821251 h 2767298"/>
              <a:gd name="connsiteX7800" fmla="*/ 4342726 w 4752801"/>
              <a:gd name="connsiteY7800" fmla="*/ 1821251 h 2767298"/>
              <a:gd name="connsiteX7801" fmla="*/ 4346370 w 4752801"/>
              <a:gd name="connsiteY7801" fmla="*/ 1821251 h 2767298"/>
              <a:gd name="connsiteX7802" fmla="*/ 4347584 w 4752801"/>
              <a:gd name="connsiteY7802" fmla="*/ 1821656 h 2767298"/>
              <a:gd name="connsiteX7803" fmla="*/ 4349608 w 4752801"/>
              <a:gd name="connsiteY7803" fmla="*/ 1824894 h 2767298"/>
              <a:gd name="connsiteX7804" fmla="*/ 4349608 w 4752801"/>
              <a:gd name="connsiteY7804" fmla="*/ 1826109 h 2767298"/>
              <a:gd name="connsiteX7805" fmla="*/ 4347584 w 4752801"/>
              <a:gd name="connsiteY7805" fmla="*/ 1829347 h 2767298"/>
              <a:gd name="connsiteX7806" fmla="*/ 4346370 w 4752801"/>
              <a:gd name="connsiteY7806" fmla="*/ 1829752 h 2767298"/>
              <a:gd name="connsiteX7807" fmla="*/ 4342726 w 4752801"/>
              <a:gd name="connsiteY7807" fmla="*/ 1829752 h 2767298"/>
              <a:gd name="connsiteX7808" fmla="*/ 4341512 w 4752801"/>
              <a:gd name="connsiteY7808" fmla="*/ 1829347 h 2767298"/>
              <a:gd name="connsiteX7809" fmla="*/ 4339488 w 4752801"/>
              <a:gd name="connsiteY7809" fmla="*/ 1826109 h 2767298"/>
              <a:gd name="connsiteX7810" fmla="*/ 4339488 w 4752801"/>
              <a:gd name="connsiteY7810" fmla="*/ 1824894 h 2767298"/>
              <a:gd name="connsiteX7811" fmla="*/ 4341512 w 4752801"/>
              <a:gd name="connsiteY7811" fmla="*/ 1821656 h 2767298"/>
              <a:gd name="connsiteX7812" fmla="*/ 4342726 w 4752801"/>
              <a:gd name="connsiteY7812" fmla="*/ 1821251 h 2767298"/>
              <a:gd name="connsiteX7813" fmla="*/ 4302245 w 4752801"/>
              <a:gd name="connsiteY7813" fmla="*/ 1821251 h 2767298"/>
              <a:gd name="connsiteX7814" fmla="*/ 4306698 w 4752801"/>
              <a:gd name="connsiteY7814" fmla="*/ 1821251 h 2767298"/>
              <a:gd name="connsiteX7815" fmla="*/ 4309126 w 4752801"/>
              <a:gd name="connsiteY7815" fmla="*/ 1825299 h 2767298"/>
              <a:gd name="connsiteX7816" fmla="*/ 4306698 w 4752801"/>
              <a:gd name="connsiteY7816" fmla="*/ 1829347 h 2767298"/>
              <a:gd name="connsiteX7817" fmla="*/ 4302245 w 4752801"/>
              <a:gd name="connsiteY7817" fmla="*/ 1829347 h 2767298"/>
              <a:gd name="connsiteX7818" fmla="*/ 4299816 w 4752801"/>
              <a:gd name="connsiteY7818" fmla="*/ 1825299 h 2767298"/>
              <a:gd name="connsiteX7819" fmla="*/ 4261764 w 4752801"/>
              <a:gd name="connsiteY7819" fmla="*/ 1821251 h 2767298"/>
              <a:gd name="connsiteX7820" fmla="*/ 4266217 w 4752801"/>
              <a:gd name="connsiteY7820" fmla="*/ 1821251 h 2767298"/>
              <a:gd name="connsiteX7821" fmla="*/ 4268645 w 4752801"/>
              <a:gd name="connsiteY7821" fmla="*/ 1825299 h 2767298"/>
              <a:gd name="connsiteX7822" fmla="*/ 4266217 w 4752801"/>
              <a:gd name="connsiteY7822" fmla="*/ 1829347 h 2767298"/>
              <a:gd name="connsiteX7823" fmla="*/ 4261764 w 4752801"/>
              <a:gd name="connsiteY7823" fmla="*/ 1829347 h 2767298"/>
              <a:gd name="connsiteX7824" fmla="*/ 4259335 w 4752801"/>
              <a:gd name="connsiteY7824" fmla="*/ 1825299 h 2767298"/>
              <a:gd name="connsiteX7825" fmla="*/ 4180801 w 4752801"/>
              <a:gd name="connsiteY7825" fmla="*/ 1821251 h 2767298"/>
              <a:gd name="connsiteX7826" fmla="*/ 4185254 w 4752801"/>
              <a:gd name="connsiteY7826" fmla="*/ 1821251 h 2767298"/>
              <a:gd name="connsiteX7827" fmla="*/ 4187682 w 4752801"/>
              <a:gd name="connsiteY7827" fmla="*/ 1825299 h 2767298"/>
              <a:gd name="connsiteX7828" fmla="*/ 4185254 w 4752801"/>
              <a:gd name="connsiteY7828" fmla="*/ 1829347 h 2767298"/>
              <a:gd name="connsiteX7829" fmla="*/ 4180801 w 4752801"/>
              <a:gd name="connsiteY7829" fmla="*/ 1829347 h 2767298"/>
              <a:gd name="connsiteX7830" fmla="*/ 4178372 w 4752801"/>
              <a:gd name="connsiteY7830" fmla="*/ 1825299 h 2767298"/>
              <a:gd name="connsiteX7831" fmla="*/ 3694621 w 4752801"/>
              <a:gd name="connsiteY7831" fmla="*/ 1821251 h 2767298"/>
              <a:gd name="connsiteX7832" fmla="*/ 3699479 w 4752801"/>
              <a:gd name="connsiteY7832" fmla="*/ 1821251 h 2767298"/>
              <a:gd name="connsiteX7833" fmla="*/ 3701908 w 4752801"/>
              <a:gd name="connsiteY7833" fmla="*/ 1825299 h 2767298"/>
              <a:gd name="connsiteX7834" fmla="*/ 3699479 w 4752801"/>
              <a:gd name="connsiteY7834" fmla="*/ 1829347 h 2767298"/>
              <a:gd name="connsiteX7835" fmla="*/ 3694621 w 4752801"/>
              <a:gd name="connsiteY7835" fmla="*/ 1829347 h 2767298"/>
              <a:gd name="connsiteX7836" fmla="*/ 3692192 w 4752801"/>
              <a:gd name="connsiteY7836" fmla="*/ 1825299 h 2767298"/>
              <a:gd name="connsiteX7837" fmla="*/ 3492620 w 4752801"/>
              <a:gd name="connsiteY7837" fmla="*/ 1821251 h 2767298"/>
              <a:gd name="connsiteX7838" fmla="*/ 3497073 w 4752801"/>
              <a:gd name="connsiteY7838" fmla="*/ 1821251 h 2767298"/>
              <a:gd name="connsiteX7839" fmla="*/ 3499501 w 4752801"/>
              <a:gd name="connsiteY7839" fmla="*/ 1825299 h 2767298"/>
              <a:gd name="connsiteX7840" fmla="*/ 3497073 w 4752801"/>
              <a:gd name="connsiteY7840" fmla="*/ 1829347 h 2767298"/>
              <a:gd name="connsiteX7841" fmla="*/ 3492620 w 4752801"/>
              <a:gd name="connsiteY7841" fmla="*/ 1829347 h 2767298"/>
              <a:gd name="connsiteX7842" fmla="*/ 3490191 w 4752801"/>
              <a:gd name="connsiteY7842" fmla="*/ 1825299 h 2767298"/>
              <a:gd name="connsiteX7843" fmla="*/ 4544727 w 4752801"/>
              <a:gd name="connsiteY7843" fmla="*/ 1820847 h 2767298"/>
              <a:gd name="connsiteX7844" fmla="*/ 4548775 w 4752801"/>
              <a:gd name="connsiteY7844" fmla="*/ 1820847 h 2767298"/>
              <a:gd name="connsiteX7845" fmla="*/ 4549989 w 4752801"/>
              <a:gd name="connsiteY7845" fmla="*/ 1821657 h 2767298"/>
              <a:gd name="connsiteX7846" fmla="*/ 4552014 w 4752801"/>
              <a:gd name="connsiteY7846" fmla="*/ 1824895 h 2767298"/>
              <a:gd name="connsiteX7847" fmla="*/ 4552014 w 4752801"/>
              <a:gd name="connsiteY7847" fmla="*/ 1826110 h 2767298"/>
              <a:gd name="connsiteX7848" fmla="*/ 4549989 w 4752801"/>
              <a:gd name="connsiteY7848" fmla="*/ 1829348 h 2767298"/>
              <a:gd name="connsiteX7849" fmla="*/ 4548775 w 4752801"/>
              <a:gd name="connsiteY7849" fmla="*/ 1829753 h 2767298"/>
              <a:gd name="connsiteX7850" fmla="*/ 4544727 w 4752801"/>
              <a:gd name="connsiteY7850" fmla="*/ 1829753 h 2767298"/>
              <a:gd name="connsiteX7851" fmla="*/ 4543513 w 4752801"/>
              <a:gd name="connsiteY7851" fmla="*/ 1829348 h 2767298"/>
              <a:gd name="connsiteX7852" fmla="*/ 4541489 w 4752801"/>
              <a:gd name="connsiteY7852" fmla="*/ 1826110 h 2767298"/>
              <a:gd name="connsiteX7853" fmla="*/ 4541489 w 4752801"/>
              <a:gd name="connsiteY7853" fmla="*/ 1824895 h 2767298"/>
              <a:gd name="connsiteX7854" fmla="*/ 4543513 w 4752801"/>
              <a:gd name="connsiteY7854" fmla="*/ 1821657 h 2767298"/>
              <a:gd name="connsiteX7855" fmla="*/ 4544727 w 4752801"/>
              <a:gd name="connsiteY7855" fmla="*/ 1820847 h 2767298"/>
              <a:gd name="connsiteX7856" fmla="*/ 4463765 w 4752801"/>
              <a:gd name="connsiteY7856" fmla="*/ 1820847 h 2767298"/>
              <a:gd name="connsiteX7857" fmla="*/ 4467813 w 4752801"/>
              <a:gd name="connsiteY7857" fmla="*/ 1820847 h 2767298"/>
              <a:gd name="connsiteX7858" fmla="*/ 4469027 w 4752801"/>
              <a:gd name="connsiteY7858" fmla="*/ 1821657 h 2767298"/>
              <a:gd name="connsiteX7859" fmla="*/ 4471052 w 4752801"/>
              <a:gd name="connsiteY7859" fmla="*/ 1824895 h 2767298"/>
              <a:gd name="connsiteX7860" fmla="*/ 4471052 w 4752801"/>
              <a:gd name="connsiteY7860" fmla="*/ 1826110 h 2767298"/>
              <a:gd name="connsiteX7861" fmla="*/ 4469027 w 4752801"/>
              <a:gd name="connsiteY7861" fmla="*/ 1829348 h 2767298"/>
              <a:gd name="connsiteX7862" fmla="*/ 4467813 w 4752801"/>
              <a:gd name="connsiteY7862" fmla="*/ 1830158 h 2767298"/>
              <a:gd name="connsiteX7863" fmla="*/ 4463765 w 4752801"/>
              <a:gd name="connsiteY7863" fmla="*/ 1830158 h 2767298"/>
              <a:gd name="connsiteX7864" fmla="*/ 4462551 w 4752801"/>
              <a:gd name="connsiteY7864" fmla="*/ 1829348 h 2767298"/>
              <a:gd name="connsiteX7865" fmla="*/ 4460527 w 4752801"/>
              <a:gd name="connsiteY7865" fmla="*/ 1826110 h 2767298"/>
              <a:gd name="connsiteX7866" fmla="*/ 4460527 w 4752801"/>
              <a:gd name="connsiteY7866" fmla="*/ 1824895 h 2767298"/>
              <a:gd name="connsiteX7867" fmla="*/ 4462551 w 4752801"/>
              <a:gd name="connsiteY7867" fmla="*/ 1821657 h 2767298"/>
              <a:gd name="connsiteX7868" fmla="*/ 4463765 w 4752801"/>
              <a:gd name="connsiteY7868" fmla="*/ 1820847 h 2767298"/>
              <a:gd name="connsiteX7869" fmla="*/ 4383208 w 4752801"/>
              <a:gd name="connsiteY7869" fmla="*/ 1820847 h 2767298"/>
              <a:gd name="connsiteX7870" fmla="*/ 4386851 w 4752801"/>
              <a:gd name="connsiteY7870" fmla="*/ 1820847 h 2767298"/>
              <a:gd name="connsiteX7871" fmla="*/ 4388065 w 4752801"/>
              <a:gd name="connsiteY7871" fmla="*/ 1821252 h 2767298"/>
              <a:gd name="connsiteX7872" fmla="*/ 4389684 w 4752801"/>
              <a:gd name="connsiteY7872" fmla="*/ 1824490 h 2767298"/>
              <a:gd name="connsiteX7873" fmla="*/ 4389684 w 4752801"/>
              <a:gd name="connsiteY7873" fmla="*/ 1825705 h 2767298"/>
              <a:gd name="connsiteX7874" fmla="*/ 4388065 w 4752801"/>
              <a:gd name="connsiteY7874" fmla="*/ 1828943 h 2767298"/>
              <a:gd name="connsiteX7875" fmla="*/ 4386851 w 4752801"/>
              <a:gd name="connsiteY7875" fmla="*/ 1829348 h 2767298"/>
              <a:gd name="connsiteX7876" fmla="*/ 4383208 w 4752801"/>
              <a:gd name="connsiteY7876" fmla="*/ 1829348 h 2767298"/>
              <a:gd name="connsiteX7877" fmla="*/ 4381993 w 4752801"/>
              <a:gd name="connsiteY7877" fmla="*/ 1828943 h 2767298"/>
              <a:gd name="connsiteX7878" fmla="*/ 4380374 w 4752801"/>
              <a:gd name="connsiteY7878" fmla="*/ 1825705 h 2767298"/>
              <a:gd name="connsiteX7879" fmla="*/ 4380374 w 4752801"/>
              <a:gd name="connsiteY7879" fmla="*/ 1824490 h 2767298"/>
              <a:gd name="connsiteX7880" fmla="*/ 4381993 w 4752801"/>
              <a:gd name="connsiteY7880" fmla="*/ 1821252 h 2767298"/>
              <a:gd name="connsiteX7881" fmla="*/ 4383208 w 4752801"/>
              <a:gd name="connsiteY7881" fmla="*/ 1820847 h 2767298"/>
              <a:gd name="connsiteX7882" fmla="*/ 3451734 w 4752801"/>
              <a:gd name="connsiteY7882" fmla="*/ 1820847 h 2767298"/>
              <a:gd name="connsiteX7883" fmla="*/ 3455782 w 4752801"/>
              <a:gd name="connsiteY7883" fmla="*/ 1820847 h 2767298"/>
              <a:gd name="connsiteX7884" fmla="*/ 3456996 w 4752801"/>
              <a:gd name="connsiteY7884" fmla="*/ 1821657 h 2767298"/>
              <a:gd name="connsiteX7885" fmla="*/ 3459021 w 4752801"/>
              <a:gd name="connsiteY7885" fmla="*/ 1824895 h 2767298"/>
              <a:gd name="connsiteX7886" fmla="*/ 3459021 w 4752801"/>
              <a:gd name="connsiteY7886" fmla="*/ 1826110 h 2767298"/>
              <a:gd name="connsiteX7887" fmla="*/ 3456996 w 4752801"/>
              <a:gd name="connsiteY7887" fmla="*/ 1829348 h 2767298"/>
              <a:gd name="connsiteX7888" fmla="*/ 3455782 w 4752801"/>
              <a:gd name="connsiteY7888" fmla="*/ 1830158 h 2767298"/>
              <a:gd name="connsiteX7889" fmla="*/ 3451734 w 4752801"/>
              <a:gd name="connsiteY7889" fmla="*/ 1830158 h 2767298"/>
              <a:gd name="connsiteX7890" fmla="*/ 3450520 w 4752801"/>
              <a:gd name="connsiteY7890" fmla="*/ 1829348 h 2767298"/>
              <a:gd name="connsiteX7891" fmla="*/ 3448496 w 4752801"/>
              <a:gd name="connsiteY7891" fmla="*/ 1826110 h 2767298"/>
              <a:gd name="connsiteX7892" fmla="*/ 3448496 w 4752801"/>
              <a:gd name="connsiteY7892" fmla="*/ 1824895 h 2767298"/>
              <a:gd name="connsiteX7893" fmla="*/ 3450520 w 4752801"/>
              <a:gd name="connsiteY7893" fmla="*/ 1821657 h 2767298"/>
              <a:gd name="connsiteX7894" fmla="*/ 3451734 w 4752801"/>
              <a:gd name="connsiteY7894" fmla="*/ 1820847 h 2767298"/>
              <a:gd name="connsiteX7895" fmla="*/ 4423284 w 4752801"/>
              <a:gd name="connsiteY7895" fmla="*/ 1820442 h 2767298"/>
              <a:gd name="connsiteX7896" fmla="*/ 4427737 w 4752801"/>
              <a:gd name="connsiteY7896" fmla="*/ 1820442 h 2767298"/>
              <a:gd name="connsiteX7897" fmla="*/ 4428951 w 4752801"/>
              <a:gd name="connsiteY7897" fmla="*/ 1821251 h 2767298"/>
              <a:gd name="connsiteX7898" fmla="*/ 4430975 w 4752801"/>
              <a:gd name="connsiteY7898" fmla="*/ 1824895 h 2767298"/>
              <a:gd name="connsiteX7899" fmla="*/ 4430975 w 4752801"/>
              <a:gd name="connsiteY7899" fmla="*/ 1826109 h 2767298"/>
              <a:gd name="connsiteX7900" fmla="*/ 4428951 w 4752801"/>
              <a:gd name="connsiteY7900" fmla="*/ 1829753 h 2767298"/>
              <a:gd name="connsiteX7901" fmla="*/ 4427737 w 4752801"/>
              <a:gd name="connsiteY7901" fmla="*/ 1830157 h 2767298"/>
              <a:gd name="connsiteX7902" fmla="*/ 4423284 w 4752801"/>
              <a:gd name="connsiteY7902" fmla="*/ 1830157 h 2767298"/>
              <a:gd name="connsiteX7903" fmla="*/ 4422070 w 4752801"/>
              <a:gd name="connsiteY7903" fmla="*/ 1829753 h 2767298"/>
              <a:gd name="connsiteX7904" fmla="*/ 4420046 w 4752801"/>
              <a:gd name="connsiteY7904" fmla="*/ 1826109 h 2767298"/>
              <a:gd name="connsiteX7905" fmla="*/ 4420046 w 4752801"/>
              <a:gd name="connsiteY7905" fmla="*/ 1824895 h 2767298"/>
              <a:gd name="connsiteX7906" fmla="*/ 4422070 w 4752801"/>
              <a:gd name="connsiteY7906" fmla="*/ 1821251 h 2767298"/>
              <a:gd name="connsiteX7907" fmla="*/ 4423284 w 4752801"/>
              <a:gd name="connsiteY7907" fmla="*/ 1820442 h 2767298"/>
              <a:gd name="connsiteX7908" fmla="*/ 3411657 w 4752801"/>
              <a:gd name="connsiteY7908" fmla="*/ 1820037 h 2767298"/>
              <a:gd name="connsiteX7909" fmla="*/ 3415705 w 4752801"/>
              <a:gd name="connsiteY7909" fmla="*/ 1820037 h 2767298"/>
              <a:gd name="connsiteX7910" fmla="*/ 3416919 w 4752801"/>
              <a:gd name="connsiteY7910" fmla="*/ 1820847 h 2767298"/>
              <a:gd name="connsiteX7911" fmla="*/ 3418944 w 4752801"/>
              <a:gd name="connsiteY7911" fmla="*/ 1824490 h 2767298"/>
              <a:gd name="connsiteX7912" fmla="*/ 3418944 w 4752801"/>
              <a:gd name="connsiteY7912" fmla="*/ 1825704 h 2767298"/>
              <a:gd name="connsiteX7913" fmla="*/ 3416919 w 4752801"/>
              <a:gd name="connsiteY7913" fmla="*/ 1829348 h 2767298"/>
              <a:gd name="connsiteX7914" fmla="*/ 3415705 w 4752801"/>
              <a:gd name="connsiteY7914" fmla="*/ 1829753 h 2767298"/>
              <a:gd name="connsiteX7915" fmla="*/ 3411657 w 4752801"/>
              <a:gd name="connsiteY7915" fmla="*/ 1829753 h 2767298"/>
              <a:gd name="connsiteX7916" fmla="*/ 3410443 w 4752801"/>
              <a:gd name="connsiteY7916" fmla="*/ 1829348 h 2767298"/>
              <a:gd name="connsiteX7917" fmla="*/ 3408419 w 4752801"/>
              <a:gd name="connsiteY7917" fmla="*/ 1825704 h 2767298"/>
              <a:gd name="connsiteX7918" fmla="*/ 3408419 w 4752801"/>
              <a:gd name="connsiteY7918" fmla="*/ 1824490 h 2767298"/>
              <a:gd name="connsiteX7919" fmla="*/ 3410443 w 4752801"/>
              <a:gd name="connsiteY7919" fmla="*/ 1820847 h 2767298"/>
              <a:gd name="connsiteX7920" fmla="*/ 3411657 w 4752801"/>
              <a:gd name="connsiteY7920" fmla="*/ 1820037 h 2767298"/>
              <a:gd name="connsiteX7921" fmla="*/ 3370366 w 4752801"/>
              <a:gd name="connsiteY7921" fmla="*/ 1819632 h 2767298"/>
              <a:gd name="connsiteX7922" fmla="*/ 3376033 w 4752801"/>
              <a:gd name="connsiteY7922" fmla="*/ 1819632 h 2767298"/>
              <a:gd name="connsiteX7923" fmla="*/ 3377248 w 4752801"/>
              <a:gd name="connsiteY7923" fmla="*/ 1820037 h 2767298"/>
              <a:gd name="connsiteX7924" fmla="*/ 3380081 w 4752801"/>
              <a:gd name="connsiteY7924" fmla="*/ 1824895 h 2767298"/>
              <a:gd name="connsiteX7925" fmla="*/ 3380081 w 4752801"/>
              <a:gd name="connsiteY7925" fmla="*/ 1826109 h 2767298"/>
              <a:gd name="connsiteX7926" fmla="*/ 3377248 w 4752801"/>
              <a:gd name="connsiteY7926" fmla="*/ 1830967 h 2767298"/>
              <a:gd name="connsiteX7927" fmla="*/ 3376033 w 4752801"/>
              <a:gd name="connsiteY7927" fmla="*/ 1831371 h 2767298"/>
              <a:gd name="connsiteX7928" fmla="*/ 3370366 w 4752801"/>
              <a:gd name="connsiteY7928" fmla="*/ 1831371 h 2767298"/>
              <a:gd name="connsiteX7929" fmla="*/ 3369152 w 4752801"/>
              <a:gd name="connsiteY7929" fmla="*/ 1830967 h 2767298"/>
              <a:gd name="connsiteX7930" fmla="*/ 3366318 w 4752801"/>
              <a:gd name="connsiteY7930" fmla="*/ 1826109 h 2767298"/>
              <a:gd name="connsiteX7931" fmla="*/ 3366318 w 4752801"/>
              <a:gd name="connsiteY7931" fmla="*/ 1824895 h 2767298"/>
              <a:gd name="connsiteX7932" fmla="*/ 3369152 w 4752801"/>
              <a:gd name="connsiteY7932" fmla="*/ 1820037 h 2767298"/>
              <a:gd name="connsiteX7933" fmla="*/ 3370366 w 4752801"/>
              <a:gd name="connsiteY7933" fmla="*/ 1819632 h 2767298"/>
              <a:gd name="connsiteX7934" fmla="*/ 3328671 w 4752801"/>
              <a:gd name="connsiteY7934" fmla="*/ 1818013 h 2767298"/>
              <a:gd name="connsiteX7935" fmla="*/ 3336362 w 4752801"/>
              <a:gd name="connsiteY7935" fmla="*/ 1818013 h 2767298"/>
              <a:gd name="connsiteX7936" fmla="*/ 3337576 w 4752801"/>
              <a:gd name="connsiteY7936" fmla="*/ 1818418 h 2767298"/>
              <a:gd name="connsiteX7937" fmla="*/ 3341220 w 4752801"/>
              <a:gd name="connsiteY7937" fmla="*/ 1824895 h 2767298"/>
              <a:gd name="connsiteX7938" fmla="*/ 3341220 w 4752801"/>
              <a:gd name="connsiteY7938" fmla="*/ 1826109 h 2767298"/>
              <a:gd name="connsiteX7939" fmla="*/ 3337576 w 4752801"/>
              <a:gd name="connsiteY7939" fmla="*/ 1832586 h 2767298"/>
              <a:gd name="connsiteX7940" fmla="*/ 3336362 w 4752801"/>
              <a:gd name="connsiteY7940" fmla="*/ 1832991 h 2767298"/>
              <a:gd name="connsiteX7941" fmla="*/ 3328671 w 4752801"/>
              <a:gd name="connsiteY7941" fmla="*/ 1832991 h 2767298"/>
              <a:gd name="connsiteX7942" fmla="*/ 3327456 w 4752801"/>
              <a:gd name="connsiteY7942" fmla="*/ 1832586 h 2767298"/>
              <a:gd name="connsiteX7943" fmla="*/ 3323813 w 4752801"/>
              <a:gd name="connsiteY7943" fmla="*/ 1826109 h 2767298"/>
              <a:gd name="connsiteX7944" fmla="*/ 3323813 w 4752801"/>
              <a:gd name="connsiteY7944" fmla="*/ 1824895 h 2767298"/>
              <a:gd name="connsiteX7945" fmla="*/ 3327456 w 4752801"/>
              <a:gd name="connsiteY7945" fmla="*/ 1818418 h 2767298"/>
              <a:gd name="connsiteX7946" fmla="*/ 3328671 w 4752801"/>
              <a:gd name="connsiteY7946" fmla="*/ 1818013 h 2767298"/>
              <a:gd name="connsiteX7947" fmla="*/ 3287784 w 4752801"/>
              <a:gd name="connsiteY7947" fmla="*/ 1816394 h 2767298"/>
              <a:gd name="connsiteX7948" fmla="*/ 3296285 w 4752801"/>
              <a:gd name="connsiteY7948" fmla="*/ 1816394 h 2767298"/>
              <a:gd name="connsiteX7949" fmla="*/ 3297499 w 4752801"/>
              <a:gd name="connsiteY7949" fmla="*/ 1817203 h 2767298"/>
              <a:gd name="connsiteX7950" fmla="*/ 3301548 w 4752801"/>
              <a:gd name="connsiteY7950" fmla="*/ 1824490 h 2767298"/>
              <a:gd name="connsiteX7951" fmla="*/ 3301548 w 4752801"/>
              <a:gd name="connsiteY7951" fmla="*/ 1825705 h 2767298"/>
              <a:gd name="connsiteX7952" fmla="*/ 3297499 w 4752801"/>
              <a:gd name="connsiteY7952" fmla="*/ 1832991 h 2767298"/>
              <a:gd name="connsiteX7953" fmla="*/ 3296285 w 4752801"/>
              <a:gd name="connsiteY7953" fmla="*/ 1833801 h 2767298"/>
              <a:gd name="connsiteX7954" fmla="*/ 3287784 w 4752801"/>
              <a:gd name="connsiteY7954" fmla="*/ 1833801 h 2767298"/>
              <a:gd name="connsiteX7955" fmla="*/ 3286570 w 4752801"/>
              <a:gd name="connsiteY7955" fmla="*/ 1832991 h 2767298"/>
              <a:gd name="connsiteX7956" fmla="*/ 3282522 w 4752801"/>
              <a:gd name="connsiteY7956" fmla="*/ 1825705 h 2767298"/>
              <a:gd name="connsiteX7957" fmla="*/ 3282522 w 4752801"/>
              <a:gd name="connsiteY7957" fmla="*/ 1824490 h 2767298"/>
              <a:gd name="connsiteX7958" fmla="*/ 3286570 w 4752801"/>
              <a:gd name="connsiteY7958" fmla="*/ 1817203 h 2767298"/>
              <a:gd name="connsiteX7959" fmla="*/ 3287784 w 4752801"/>
              <a:gd name="connsiteY7959" fmla="*/ 1816394 h 2767298"/>
              <a:gd name="connsiteX7960" fmla="*/ 3166341 w 4752801"/>
              <a:gd name="connsiteY7960" fmla="*/ 1816394 h 2767298"/>
              <a:gd name="connsiteX7961" fmla="*/ 3175247 w 4752801"/>
              <a:gd name="connsiteY7961" fmla="*/ 1816394 h 2767298"/>
              <a:gd name="connsiteX7962" fmla="*/ 3176461 w 4752801"/>
              <a:gd name="connsiteY7962" fmla="*/ 1817203 h 2767298"/>
              <a:gd name="connsiteX7963" fmla="*/ 3180914 w 4752801"/>
              <a:gd name="connsiteY7963" fmla="*/ 1824895 h 2767298"/>
              <a:gd name="connsiteX7964" fmla="*/ 3180914 w 4752801"/>
              <a:gd name="connsiteY7964" fmla="*/ 1826109 h 2767298"/>
              <a:gd name="connsiteX7965" fmla="*/ 3176461 w 4752801"/>
              <a:gd name="connsiteY7965" fmla="*/ 1833801 h 2767298"/>
              <a:gd name="connsiteX7966" fmla="*/ 3175247 w 4752801"/>
              <a:gd name="connsiteY7966" fmla="*/ 1834206 h 2767298"/>
              <a:gd name="connsiteX7967" fmla="*/ 3166341 w 4752801"/>
              <a:gd name="connsiteY7967" fmla="*/ 1834206 h 2767298"/>
              <a:gd name="connsiteX7968" fmla="*/ 3165126 w 4752801"/>
              <a:gd name="connsiteY7968" fmla="*/ 1833801 h 2767298"/>
              <a:gd name="connsiteX7969" fmla="*/ 3160674 w 4752801"/>
              <a:gd name="connsiteY7969" fmla="*/ 1826109 h 2767298"/>
              <a:gd name="connsiteX7970" fmla="*/ 3160674 w 4752801"/>
              <a:gd name="connsiteY7970" fmla="*/ 1824895 h 2767298"/>
              <a:gd name="connsiteX7971" fmla="*/ 3165126 w 4752801"/>
              <a:gd name="connsiteY7971" fmla="*/ 1817203 h 2767298"/>
              <a:gd name="connsiteX7972" fmla="*/ 3166341 w 4752801"/>
              <a:gd name="connsiteY7972" fmla="*/ 1816394 h 2767298"/>
              <a:gd name="connsiteX7973" fmla="*/ 3246898 w 4752801"/>
              <a:gd name="connsiteY7973" fmla="*/ 1815584 h 2767298"/>
              <a:gd name="connsiteX7974" fmla="*/ 3256209 w 4752801"/>
              <a:gd name="connsiteY7974" fmla="*/ 1815584 h 2767298"/>
              <a:gd name="connsiteX7975" fmla="*/ 3257423 w 4752801"/>
              <a:gd name="connsiteY7975" fmla="*/ 1816394 h 2767298"/>
              <a:gd name="connsiteX7976" fmla="*/ 3261876 w 4752801"/>
              <a:gd name="connsiteY7976" fmla="*/ 1824490 h 2767298"/>
              <a:gd name="connsiteX7977" fmla="*/ 3261876 w 4752801"/>
              <a:gd name="connsiteY7977" fmla="*/ 1825704 h 2767298"/>
              <a:gd name="connsiteX7978" fmla="*/ 3257423 w 4752801"/>
              <a:gd name="connsiteY7978" fmla="*/ 1833801 h 2767298"/>
              <a:gd name="connsiteX7979" fmla="*/ 3256209 w 4752801"/>
              <a:gd name="connsiteY7979" fmla="*/ 1834610 h 2767298"/>
              <a:gd name="connsiteX7980" fmla="*/ 3246898 w 4752801"/>
              <a:gd name="connsiteY7980" fmla="*/ 1834610 h 2767298"/>
              <a:gd name="connsiteX7981" fmla="*/ 3245684 w 4752801"/>
              <a:gd name="connsiteY7981" fmla="*/ 1833801 h 2767298"/>
              <a:gd name="connsiteX7982" fmla="*/ 3241231 w 4752801"/>
              <a:gd name="connsiteY7982" fmla="*/ 1825704 h 2767298"/>
              <a:gd name="connsiteX7983" fmla="*/ 3241231 w 4752801"/>
              <a:gd name="connsiteY7983" fmla="*/ 1824490 h 2767298"/>
              <a:gd name="connsiteX7984" fmla="*/ 3245684 w 4752801"/>
              <a:gd name="connsiteY7984" fmla="*/ 1816394 h 2767298"/>
              <a:gd name="connsiteX7985" fmla="*/ 3246898 w 4752801"/>
              <a:gd name="connsiteY7985" fmla="*/ 1815584 h 2767298"/>
              <a:gd name="connsiteX7986" fmla="*/ 3206013 w 4752801"/>
              <a:gd name="connsiteY7986" fmla="*/ 1815584 h 2767298"/>
              <a:gd name="connsiteX7987" fmla="*/ 3216133 w 4752801"/>
              <a:gd name="connsiteY7987" fmla="*/ 1815584 h 2767298"/>
              <a:gd name="connsiteX7988" fmla="*/ 3217348 w 4752801"/>
              <a:gd name="connsiteY7988" fmla="*/ 1816394 h 2767298"/>
              <a:gd name="connsiteX7989" fmla="*/ 3222205 w 4752801"/>
              <a:gd name="connsiteY7989" fmla="*/ 1824895 h 2767298"/>
              <a:gd name="connsiteX7990" fmla="*/ 3222205 w 4752801"/>
              <a:gd name="connsiteY7990" fmla="*/ 1826109 h 2767298"/>
              <a:gd name="connsiteX7991" fmla="*/ 3217348 w 4752801"/>
              <a:gd name="connsiteY7991" fmla="*/ 1834610 h 2767298"/>
              <a:gd name="connsiteX7992" fmla="*/ 3216133 w 4752801"/>
              <a:gd name="connsiteY7992" fmla="*/ 1835420 h 2767298"/>
              <a:gd name="connsiteX7993" fmla="*/ 3206013 w 4752801"/>
              <a:gd name="connsiteY7993" fmla="*/ 1835420 h 2767298"/>
              <a:gd name="connsiteX7994" fmla="*/ 3204799 w 4752801"/>
              <a:gd name="connsiteY7994" fmla="*/ 1834610 h 2767298"/>
              <a:gd name="connsiteX7995" fmla="*/ 3199941 w 4752801"/>
              <a:gd name="connsiteY7995" fmla="*/ 1826109 h 2767298"/>
              <a:gd name="connsiteX7996" fmla="*/ 3199941 w 4752801"/>
              <a:gd name="connsiteY7996" fmla="*/ 1824895 h 2767298"/>
              <a:gd name="connsiteX7997" fmla="*/ 3204799 w 4752801"/>
              <a:gd name="connsiteY7997" fmla="*/ 1816394 h 2767298"/>
              <a:gd name="connsiteX7998" fmla="*/ 3206013 w 4752801"/>
              <a:gd name="connsiteY7998" fmla="*/ 1815584 h 2767298"/>
              <a:gd name="connsiteX7999" fmla="*/ 3979204 w 4752801"/>
              <a:gd name="connsiteY7999" fmla="*/ 1782794 h 2767298"/>
              <a:gd name="connsiteX8000" fmla="*/ 3981633 w 4752801"/>
              <a:gd name="connsiteY8000" fmla="*/ 1782794 h 2767298"/>
              <a:gd name="connsiteX8001" fmla="*/ 3982848 w 4752801"/>
              <a:gd name="connsiteY8001" fmla="*/ 1784818 h 2767298"/>
              <a:gd name="connsiteX8002" fmla="*/ 3981633 w 4752801"/>
              <a:gd name="connsiteY8002" fmla="*/ 1786842 h 2767298"/>
              <a:gd name="connsiteX8003" fmla="*/ 3979204 w 4752801"/>
              <a:gd name="connsiteY8003" fmla="*/ 1786842 h 2767298"/>
              <a:gd name="connsiteX8004" fmla="*/ 3977990 w 4752801"/>
              <a:gd name="connsiteY8004" fmla="*/ 1784818 h 2767298"/>
              <a:gd name="connsiteX8005" fmla="*/ 3938723 w 4752801"/>
              <a:gd name="connsiteY8005" fmla="*/ 1782794 h 2767298"/>
              <a:gd name="connsiteX8006" fmla="*/ 3941152 w 4752801"/>
              <a:gd name="connsiteY8006" fmla="*/ 1782794 h 2767298"/>
              <a:gd name="connsiteX8007" fmla="*/ 3942367 w 4752801"/>
              <a:gd name="connsiteY8007" fmla="*/ 1784818 h 2767298"/>
              <a:gd name="connsiteX8008" fmla="*/ 3941152 w 4752801"/>
              <a:gd name="connsiteY8008" fmla="*/ 1786842 h 2767298"/>
              <a:gd name="connsiteX8009" fmla="*/ 3938723 w 4752801"/>
              <a:gd name="connsiteY8009" fmla="*/ 1786842 h 2767298"/>
              <a:gd name="connsiteX8010" fmla="*/ 3937509 w 4752801"/>
              <a:gd name="connsiteY8010" fmla="*/ 1784818 h 2767298"/>
              <a:gd name="connsiteX8011" fmla="*/ 3817279 w 4752801"/>
              <a:gd name="connsiteY8011" fmla="*/ 1782794 h 2767298"/>
              <a:gd name="connsiteX8012" fmla="*/ 3819708 w 4752801"/>
              <a:gd name="connsiteY8012" fmla="*/ 1782794 h 2767298"/>
              <a:gd name="connsiteX8013" fmla="*/ 3820923 w 4752801"/>
              <a:gd name="connsiteY8013" fmla="*/ 1784818 h 2767298"/>
              <a:gd name="connsiteX8014" fmla="*/ 3819708 w 4752801"/>
              <a:gd name="connsiteY8014" fmla="*/ 1786842 h 2767298"/>
              <a:gd name="connsiteX8015" fmla="*/ 3817279 w 4752801"/>
              <a:gd name="connsiteY8015" fmla="*/ 1786842 h 2767298"/>
              <a:gd name="connsiteX8016" fmla="*/ 3816065 w 4752801"/>
              <a:gd name="connsiteY8016" fmla="*/ 1784818 h 2767298"/>
              <a:gd name="connsiteX8017" fmla="*/ 4019685 w 4752801"/>
              <a:gd name="connsiteY8017" fmla="*/ 1782389 h 2767298"/>
              <a:gd name="connsiteX8018" fmla="*/ 4022519 w 4752801"/>
              <a:gd name="connsiteY8018" fmla="*/ 1782389 h 2767298"/>
              <a:gd name="connsiteX8019" fmla="*/ 4024138 w 4752801"/>
              <a:gd name="connsiteY8019" fmla="*/ 1784818 h 2767298"/>
              <a:gd name="connsiteX8020" fmla="*/ 4022519 w 4752801"/>
              <a:gd name="connsiteY8020" fmla="*/ 1787247 h 2767298"/>
              <a:gd name="connsiteX8021" fmla="*/ 4019685 w 4752801"/>
              <a:gd name="connsiteY8021" fmla="*/ 1787247 h 2767298"/>
              <a:gd name="connsiteX8022" fmla="*/ 4018066 w 4752801"/>
              <a:gd name="connsiteY8022" fmla="*/ 1784818 h 2767298"/>
              <a:gd name="connsiteX8023" fmla="*/ 3897837 w 4752801"/>
              <a:gd name="connsiteY8023" fmla="*/ 1782389 h 2767298"/>
              <a:gd name="connsiteX8024" fmla="*/ 3900670 w 4752801"/>
              <a:gd name="connsiteY8024" fmla="*/ 1782389 h 2767298"/>
              <a:gd name="connsiteX8025" fmla="*/ 3901885 w 4752801"/>
              <a:gd name="connsiteY8025" fmla="*/ 1784818 h 2767298"/>
              <a:gd name="connsiteX8026" fmla="*/ 3900670 w 4752801"/>
              <a:gd name="connsiteY8026" fmla="*/ 1787247 h 2767298"/>
              <a:gd name="connsiteX8027" fmla="*/ 3897837 w 4752801"/>
              <a:gd name="connsiteY8027" fmla="*/ 1787247 h 2767298"/>
              <a:gd name="connsiteX8028" fmla="*/ 3896622 w 4752801"/>
              <a:gd name="connsiteY8028" fmla="*/ 1784818 h 2767298"/>
              <a:gd name="connsiteX8029" fmla="*/ 3776394 w 4752801"/>
              <a:gd name="connsiteY8029" fmla="*/ 1782389 h 2767298"/>
              <a:gd name="connsiteX8030" fmla="*/ 3779227 w 4752801"/>
              <a:gd name="connsiteY8030" fmla="*/ 1782389 h 2767298"/>
              <a:gd name="connsiteX8031" fmla="*/ 3780442 w 4752801"/>
              <a:gd name="connsiteY8031" fmla="*/ 1784818 h 2767298"/>
              <a:gd name="connsiteX8032" fmla="*/ 3779227 w 4752801"/>
              <a:gd name="connsiteY8032" fmla="*/ 1787247 h 2767298"/>
              <a:gd name="connsiteX8033" fmla="*/ 3776394 w 4752801"/>
              <a:gd name="connsiteY8033" fmla="*/ 1787247 h 2767298"/>
              <a:gd name="connsiteX8034" fmla="*/ 3775179 w 4752801"/>
              <a:gd name="connsiteY8034" fmla="*/ 1784818 h 2767298"/>
              <a:gd name="connsiteX8035" fmla="*/ 3735912 w 4752801"/>
              <a:gd name="connsiteY8035" fmla="*/ 1782389 h 2767298"/>
              <a:gd name="connsiteX8036" fmla="*/ 3738745 w 4752801"/>
              <a:gd name="connsiteY8036" fmla="*/ 1782389 h 2767298"/>
              <a:gd name="connsiteX8037" fmla="*/ 3739960 w 4752801"/>
              <a:gd name="connsiteY8037" fmla="*/ 1784818 h 2767298"/>
              <a:gd name="connsiteX8038" fmla="*/ 3738745 w 4752801"/>
              <a:gd name="connsiteY8038" fmla="*/ 1787247 h 2767298"/>
              <a:gd name="connsiteX8039" fmla="*/ 3735912 w 4752801"/>
              <a:gd name="connsiteY8039" fmla="*/ 1787247 h 2767298"/>
              <a:gd name="connsiteX8040" fmla="*/ 3734697 w 4752801"/>
              <a:gd name="connsiteY8040" fmla="*/ 1784818 h 2767298"/>
              <a:gd name="connsiteX8041" fmla="*/ 4181205 w 4752801"/>
              <a:gd name="connsiteY8041" fmla="*/ 1781985 h 2767298"/>
              <a:gd name="connsiteX8042" fmla="*/ 4184444 w 4752801"/>
              <a:gd name="connsiteY8042" fmla="*/ 1781985 h 2767298"/>
              <a:gd name="connsiteX8043" fmla="*/ 4186063 w 4752801"/>
              <a:gd name="connsiteY8043" fmla="*/ 1784818 h 2767298"/>
              <a:gd name="connsiteX8044" fmla="*/ 4184444 w 4752801"/>
              <a:gd name="connsiteY8044" fmla="*/ 1787652 h 2767298"/>
              <a:gd name="connsiteX8045" fmla="*/ 4181205 w 4752801"/>
              <a:gd name="connsiteY8045" fmla="*/ 1787652 h 2767298"/>
              <a:gd name="connsiteX8046" fmla="*/ 4179586 w 4752801"/>
              <a:gd name="connsiteY8046" fmla="*/ 1784818 h 2767298"/>
              <a:gd name="connsiteX8047" fmla="*/ 4100243 w 4752801"/>
              <a:gd name="connsiteY8047" fmla="*/ 1781985 h 2767298"/>
              <a:gd name="connsiteX8048" fmla="*/ 4103482 w 4752801"/>
              <a:gd name="connsiteY8048" fmla="*/ 1781985 h 2767298"/>
              <a:gd name="connsiteX8049" fmla="*/ 4105101 w 4752801"/>
              <a:gd name="connsiteY8049" fmla="*/ 1784818 h 2767298"/>
              <a:gd name="connsiteX8050" fmla="*/ 4103482 w 4752801"/>
              <a:gd name="connsiteY8050" fmla="*/ 1787652 h 2767298"/>
              <a:gd name="connsiteX8051" fmla="*/ 4100243 w 4752801"/>
              <a:gd name="connsiteY8051" fmla="*/ 1787652 h 2767298"/>
              <a:gd name="connsiteX8052" fmla="*/ 4098624 w 4752801"/>
              <a:gd name="connsiteY8052" fmla="*/ 1784818 h 2767298"/>
              <a:gd name="connsiteX8053" fmla="*/ 4059762 w 4752801"/>
              <a:gd name="connsiteY8053" fmla="*/ 1781985 h 2767298"/>
              <a:gd name="connsiteX8054" fmla="*/ 4063001 w 4752801"/>
              <a:gd name="connsiteY8054" fmla="*/ 1781985 h 2767298"/>
              <a:gd name="connsiteX8055" fmla="*/ 4064620 w 4752801"/>
              <a:gd name="connsiteY8055" fmla="*/ 1784818 h 2767298"/>
              <a:gd name="connsiteX8056" fmla="*/ 4063001 w 4752801"/>
              <a:gd name="connsiteY8056" fmla="*/ 1787652 h 2767298"/>
              <a:gd name="connsiteX8057" fmla="*/ 4059762 w 4752801"/>
              <a:gd name="connsiteY8057" fmla="*/ 1787652 h 2767298"/>
              <a:gd name="connsiteX8058" fmla="*/ 4058143 w 4752801"/>
              <a:gd name="connsiteY8058" fmla="*/ 1784818 h 2767298"/>
              <a:gd name="connsiteX8059" fmla="*/ 3857355 w 4752801"/>
              <a:gd name="connsiteY8059" fmla="*/ 1781985 h 2767298"/>
              <a:gd name="connsiteX8060" fmla="*/ 3860594 w 4752801"/>
              <a:gd name="connsiteY8060" fmla="*/ 1781985 h 2767298"/>
              <a:gd name="connsiteX8061" fmla="*/ 3862213 w 4752801"/>
              <a:gd name="connsiteY8061" fmla="*/ 1784818 h 2767298"/>
              <a:gd name="connsiteX8062" fmla="*/ 3860594 w 4752801"/>
              <a:gd name="connsiteY8062" fmla="*/ 1787652 h 2767298"/>
              <a:gd name="connsiteX8063" fmla="*/ 3857355 w 4752801"/>
              <a:gd name="connsiteY8063" fmla="*/ 1787652 h 2767298"/>
              <a:gd name="connsiteX8064" fmla="*/ 3855736 w 4752801"/>
              <a:gd name="connsiteY8064" fmla="*/ 1784818 h 2767298"/>
              <a:gd name="connsiteX8065" fmla="*/ 3695430 w 4752801"/>
              <a:gd name="connsiteY8065" fmla="*/ 1781985 h 2767298"/>
              <a:gd name="connsiteX8066" fmla="*/ 3698669 w 4752801"/>
              <a:gd name="connsiteY8066" fmla="*/ 1781985 h 2767298"/>
              <a:gd name="connsiteX8067" fmla="*/ 3700288 w 4752801"/>
              <a:gd name="connsiteY8067" fmla="*/ 1784818 h 2767298"/>
              <a:gd name="connsiteX8068" fmla="*/ 3698669 w 4752801"/>
              <a:gd name="connsiteY8068" fmla="*/ 1787652 h 2767298"/>
              <a:gd name="connsiteX8069" fmla="*/ 3695430 w 4752801"/>
              <a:gd name="connsiteY8069" fmla="*/ 1787652 h 2767298"/>
              <a:gd name="connsiteX8070" fmla="*/ 3693811 w 4752801"/>
              <a:gd name="connsiteY8070" fmla="*/ 1784818 h 2767298"/>
              <a:gd name="connsiteX8071" fmla="*/ 4140724 w 4752801"/>
              <a:gd name="connsiteY8071" fmla="*/ 1781580 h 2767298"/>
              <a:gd name="connsiteX8072" fmla="*/ 4144367 w 4752801"/>
              <a:gd name="connsiteY8072" fmla="*/ 1781580 h 2767298"/>
              <a:gd name="connsiteX8073" fmla="*/ 4146392 w 4752801"/>
              <a:gd name="connsiteY8073" fmla="*/ 1784818 h 2767298"/>
              <a:gd name="connsiteX8074" fmla="*/ 4144367 w 4752801"/>
              <a:gd name="connsiteY8074" fmla="*/ 1788057 h 2767298"/>
              <a:gd name="connsiteX8075" fmla="*/ 4140724 w 4752801"/>
              <a:gd name="connsiteY8075" fmla="*/ 1788057 h 2767298"/>
              <a:gd name="connsiteX8076" fmla="*/ 4138700 w 4752801"/>
              <a:gd name="connsiteY8076" fmla="*/ 1784818 h 2767298"/>
              <a:gd name="connsiteX8077" fmla="*/ 3654949 w 4752801"/>
              <a:gd name="connsiteY8077" fmla="*/ 1781580 h 2767298"/>
              <a:gd name="connsiteX8078" fmla="*/ 3658592 w 4752801"/>
              <a:gd name="connsiteY8078" fmla="*/ 1781580 h 2767298"/>
              <a:gd name="connsiteX8079" fmla="*/ 3660617 w 4752801"/>
              <a:gd name="connsiteY8079" fmla="*/ 1784818 h 2767298"/>
              <a:gd name="connsiteX8080" fmla="*/ 3658592 w 4752801"/>
              <a:gd name="connsiteY8080" fmla="*/ 1788057 h 2767298"/>
              <a:gd name="connsiteX8081" fmla="*/ 3654949 w 4752801"/>
              <a:gd name="connsiteY8081" fmla="*/ 1788057 h 2767298"/>
              <a:gd name="connsiteX8082" fmla="*/ 3652925 w 4752801"/>
              <a:gd name="connsiteY8082" fmla="*/ 1784818 h 2767298"/>
              <a:gd name="connsiteX8083" fmla="*/ 3493024 w 4752801"/>
              <a:gd name="connsiteY8083" fmla="*/ 1781580 h 2767298"/>
              <a:gd name="connsiteX8084" fmla="*/ 3496667 w 4752801"/>
              <a:gd name="connsiteY8084" fmla="*/ 1781580 h 2767298"/>
              <a:gd name="connsiteX8085" fmla="*/ 3498692 w 4752801"/>
              <a:gd name="connsiteY8085" fmla="*/ 1784818 h 2767298"/>
              <a:gd name="connsiteX8086" fmla="*/ 3496667 w 4752801"/>
              <a:gd name="connsiteY8086" fmla="*/ 1788057 h 2767298"/>
              <a:gd name="connsiteX8087" fmla="*/ 3493024 w 4752801"/>
              <a:gd name="connsiteY8087" fmla="*/ 1788057 h 2767298"/>
              <a:gd name="connsiteX8088" fmla="*/ 3491000 w 4752801"/>
              <a:gd name="connsiteY8088" fmla="*/ 1784818 h 2767298"/>
              <a:gd name="connsiteX8089" fmla="*/ 4586018 w 4752801"/>
              <a:gd name="connsiteY8089" fmla="*/ 1781175 h 2767298"/>
              <a:gd name="connsiteX8090" fmla="*/ 4589257 w 4752801"/>
              <a:gd name="connsiteY8090" fmla="*/ 1781175 h 2767298"/>
              <a:gd name="connsiteX8091" fmla="*/ 4590471 w 4752801"/>
              <a:gd name="connsiteY8091" fmla="*/ 1781580 h 2767298"/>
              <a:gd name="connsiteX8092" fmla="*/ 4592091 w 4752801"/>
              <a:gd name="connsiteY8092" fmla="*/ 1784413 h 2767298"/>
              <a:gd name="connsiteX8093" fmla="*/ 4592091 w 4752801"/>
              <a:gd name="connsiteY8093" fmla="*/ 1785628 h 2767298"/>
              <a:gd name="connsiteX8094" fmla="*/ 4590471 w 4752801"/>
              <a:gd name="connsiteY8094" fmla="*/ 1788462 h 2767298"/>
              <a:gd name="connsiteX8095" fmla="*/ 4589257 w 4752801"/>
              <a:gd name="connsiteY8095" fmla="*/ 1789271 h 2767298"/>
              <a:gd name="connsiteX8096" fmla="*/ 4586018 w 4752801"/>
              <a:gd name="connsiteY8096" fmla="*/ 1789271 h 2767298"/>
              <a:gd name="connsiteX8097" fmla="*/ 4584804 w 4752801"/>
              <a:gd name="connsiteY8097" fmla="*/ 1788462 h 2767298"/>
              <a:gd name="connsiteX8098" fmla="*/ 4583185 w 4752801"/>
              <a:gd name="connsiteY8098" fmla="*/ 1785628 h 2767298"/>
              <a:gd name="connsiteX8099" fmla="*/ 4583185 w 4752801"/>
              <a:gd name="connsiteY8099" fmla="*/ 1784413 h 2767298"/>
              <a:gd name="connsiteX8100" fmla="*/ 4584804 w 4752801"/>
              <a:gd name="connsiteY8100" fmla="*/ 1781580 h 2767298"/>
              <a:gd name="connsiteX8101" fmla="*/ 4586018 w 4752801"/>
              <a:gd name="connsiteY8101" fmla="*/ 1781175 h 2767298"/>
              <a:gd name="connsiteX8102" fmla="*/ 4261359 w 4752801"/>
              <a:gd name="connsiteY8102" fmla="*/ 1781175 h 2767298"/>
              <a:gd name="connsiteX8103" fmla="*/ 4265812 w 4752801"/>
              <a:gd name="connsiteY8103" fmla="*/ 1781175 h 2767298"/>
              <a:gd name="connsiteX8104" fmla="*/ 4267836 w 4752801"/>
              <a:gd name="connsiteY8104" fmla="*/ 1784818 h 2767298"/>
              <a:gd name="connsiteX8105" fmla="*/ 4265812 w 4752801"/>
              <a:gd name="connsiteY8105" fmla="*/ 1788462 h 2767298"/>
              <a:gd name="connsiteX8106" fmla="*/ 4261359 w 4752801"/>
              <a:gd name="connsiteY8106" fmla="*/ 1788462 h 2767298"/>
              <a:gd name="connsiteX8107" fmla="*/ 4259335 w 4752801"/>
              <a:gd name="connsiteY8107" fmla="*/ 1784818 h 2767298"/>
              <a:gd name="connsiteX8108" fmla="*/ 4220878 w 4752801"/>
              <a:gd name="connsiteY8108" fmla="*/ 1781175 h 2767298"/>
              <a:gd name="connsiteX8109" fmla="*/ 4225331 w 4752801"/>
              <a:gd name="connsiteY8109" fmla="*/ 1781175 h 2767298"/>
              <a:gd name="connsiteX8110" fmla="*/ 4227355 w 4752801"/>
              <a:gd name="connsiteY8110" fmla="*/ 1784818 h 2767298"/>
              <a:gd name="connsiteX8111" fmla="*/ 4225331 w 4752801"/>
              <a:gd name="connsiteY8111" fmla="*/ 1788462 h 2767298"/>
              <a:gd name="connsiteX8112" fmla="*/ 4220878 w 4752801"/>
              <a:gd name="connsiteY8112" fmla="*/ 1788462 h 2767298"/>
              <a:gd name="connsiteX8113" fmla="*/ 4218854 w 4752801"/>
              <a:gd name="connsiteY8113" fmla="*/ 1784818 h 2767298"/>
              <a:gd name="connsiteX8114" fmla="*/ 3614063 w 4752801"/>
              <a:gd name="connsiteY8114" fmla="*/ 1781175 h 2767298"/>
              <a:gd name="connsiteX8115" fmla="*/ 3618111 w 4752801"/>
              <a:gd name="connsiteY8115" fmla="*/ 1781175 h 2767298"/>
              <a:gd name="connsiteX8116" fmla="*/ 3620135 w 4752801"/>
              <a:gd name="connsiteY8116" fmla="*/ 1784818 h 2767298"/>
              <a:gd name="connsiteX8117" fmla="*/ 3618111 w 4752801"/>
              <a:gd name="connsiteY8117" fmla="*/ 1788462 h 2767298"/>
              <a:gd name="connsiteX8118" fmla="*/ 3614063 w 4752801"/>
              <a:gd name="connsiteY8118" fmla="*/ 1788462 h 2767298"/>
              <a:gd name="connsiteX8119" fmla="*/ 3612039 w 4752801"/>
              <a:gd name="connsiteY8119" fmla="*/ 1784818 h 2767298"/>
              <a:gd name="connsiteX8120" fmla="*/ 3573178 w 4752801"/>
              <a:gd name="connsiteY8120" fmla="*/ 1781175 h 2767298"/>
              <a:gd name="connsiteX8121" fmla="*/ 3577631 w 4752801"/>
              <a:gd name="connsiteY8121" fmla="*/ 1781175 h 2767298"/>
              <a:gd name="connsiteX8122" fmla="*/ 3579655 w 4752801"/>
              <a:gd name="connsiteY8122" fmla="*/ 1784818 h 2767298"/>
              <a:gd name="connsiteX8123" fmla="*/ 3577631 w 4752801"/>
              <a:gd name="connsiteY8123" fmla="*/ 1788462 h 2767298"/>
              <a:gd name="connsiteX8124" fmla="*/ 3573178 w 4752801"/>
              <a:gd name="connsiteY8124" fmla="*/ 1788462 h 2767298"/>
              <a:gd name="connsiteX8125" fmla="*/ 3571154 w 4752801"/>
              <a:gd name="connsiteY8125" fmla="*/ 1784818 h 2767298"/>
              <a:gd name="connsiteX8126" fmla="*/ 3533101 w 4752801"/>
              <a:gd name="connsiteY8126" fmla="*/ 1781175 h 2767298"/>
              <a:gd name="connsiteX8127" fmla="*/ 3537149 w 4752801"/>
              <a:gd name="connsiteY8127" fmla="*/ 1781175 h 2767298"/>
              <a:gd name="connsiteX8128" fmla="*/ 3539173 w 4752801"/>
              <a:gd name="connsiteY8128" fmla="*/ 1784818 h 2767298"/>
              <a:gd name="connsiteX8129" fmla="*/ 3537149 w 4752801"/>
              <a:gd name="connsiteY8129" fmla="*/ 1788462 h 2767298"/>
              <a:gd name="connsiteX8130" fmla="*/ 3533101 w 4752801"/>
              <a:gd name="connsiteY8130" fmla="*/ 1788462 h 2767298"/>
              <a:gd name="connsiteX8131" fmla="*/ 3531077 w 4752801"/>
              <a:gd name="connsiteY8131" fmla="*/ 1784818 h 2767298"/>
              <a:gd name="connsiteX8132" fmla="*/ 3451734 w 4752801"/>
              <a:gd name="connsiteY8132" fmla="*/ 1781175 h 2767298"/>
              <a:gd name="connsiteX8133" fmla="*/ 3456187 w 4752801"/>
              <a:gd name="connsiteY8133" fmla="*/ 1781175 h 2767298"/>
              <a:gd name="connsiteX8134" fmla="*/ 3458211 w 4752801"/>
              <a:gd name="connsiteY8134" fmla="*/ 1784818 h 2767298"/>
              <a:gd name="connsiteX8135" fmla="*/ 3456187 w 4752801"/>
              <a:gd name="connsiteY8135" fmla="*/ 1788462 h 2767298"/>
              <a:gd name="connsiteX8136" fmla="*/ 3451734 w 4752801"/>
              <a:gd name="connsiteY8136" fmla="*/ 1788462 h 2767298"/>
              <a:gd name="connsiteX8137" fmla="*/ 3449710 w 4752801"/>
              <a:gd name="connsiteY8137" fmla="*/ 1784818 h 2767298"/>
              <a:gd name="connsiteX8138" fmla="*/ 4625690 w 4752801"/>
              <a:gd name="connsiteY8138" fmla="*/ 1780770 h 2767298"/>
              <a:gd name="connsiteX8139" fmla="*/ 4630548 w 4752801"/>
              <a:gd name="connsiteY8139" fmla="*/ 1780770 h 2767298"/>
              <a:gd name="connsiteX8140" fmla="*/ 4632977 w 4752801"/>
              <a:gd name="connsiteY8140" fmla="*/ 1784818 h 2767298"/>
              <a:gd name="connsiteX8141" fmla="*/ 4630548 w 4752801"/>
              <a:gd name="connsiteY8141" fmla="*/ 1788866 h 2767298"/>
              <a:gd name="connsiteX8142" fmla="*/ 4625690 w 4752801"/>
              <a:gd name="connsiteY8142" fmla="*/ 1788866 h 2767298"/>
              <a:gd name="connsiteX8143" fmla="*/ 4623261 w 4752801"/>
              <a:gd name="connsiteY8143" fmla="*/ 1784818 h 2767298"/>
              <a:gd name="connsiteX8144" fmla="*/ 4545132 w 4752801"/>
              <a:gd name="connsiteY8144" fmla="*/ 1780770 h 2767298"/>
              <a:gd name="connsiteX8145" fmla="*/ 4548776 w 4752801"/>
              <a:gd name="connsiteY8145" fmla="*/ 1780770 h 2767298"/>
              <a:gd name="connsiteX8146" fmla="*/ 4549990 w 4752801"/>
              <a:gd name="connsiteY8146" fmla="*/ 1781175 h 2767298"/>
              <a:gd name="connsiteX8147" fmla="*/ 4552014 w 4752801"/>
              <a:gd name="connsiteY8147" fmla="*/ 1784413 h 2767298"/>
              <a:gd name="connsiteX8148" fmla="*/ 4552014 w 4752801"/>
              <a:gd name="connsiteY8148" fmla="*/ 1785628 h 2767298"/>
              <a:gd name="connsiteX8149" fmla="*/ 4549990 w 4752801"/>
              <a:gd name="connsiteY8149" fmla="*/ 1788866 h 2767298"/>
              <a:gd name="connsiteX8150" fmla="*/ 4548776 w 4752801"/>
              <a:gd name="connsiteY8150" fmla="*/ 1789271 h 2767298"/>
              <a:gd name="connsiteX8151" fmla="*/ 4545132 w 4752801"/>
              <a:gd name="connsiteY8151" fmla="*/ 1789271 h 2767298"/>
              <a:gd name="connsiteX8152" fmla="*/ 4543918 w 4752801"/>
              <a:gd name="connsiteY8152" fmla="*/ 1788866 h 2767298"/>
              <a:gd name="connsiteX8153" fmla="*/ 4541894 w 4752801"/>
              <a:gd name="connsiteY8153" fmla="*/ 1785628 h 2767298"/>
              <a:gd name="connsiteX8154" fmla="*/ 4541894 w 4752801"/>
              <a:gd name="connsiteY8154" fmla="*/ 1784413 h 2767298"/>
              <a:gd name="connsiteX8155" fmla="*/ 4543918 w 4752801"/>
              <a:gd name="connsiteY8155" fmla="*/ 1781175 h 2767298"/>
              <a:gd name="connsiteX8156" fmla="*/ 4545132 w 4752801"/>
              <a:gd name="connsiteY8156" fmla="*/ 1780770 h 2767298"/>
              <a:gd name="connsiteX8157" fmla="*/ 4423688 w 4752801"/>
              <a:gd name="connsiteY8157" fmla="*/ 1780770 h 2767298"/>
              <a:gd name="connsiteX8158" fmla="*/ 4427736 w 4752801"/>
              <a:gd name="connsiteY8158" fmla="*/ 1780770 h 2767298"/>
              <a:gd name="connsiteX8159" fmla="*/ 4428950 w 4752801"/>
              <a:gd name="connsiteY8159" fmla="*/ 1781175 h 2767298"/>
              <a:gd name="connsiteX8160" fmla="*/ 4430975 w 4752801"/>
              <a:gd name="connsiteY8160" fmla="*/ 1784413 h 2767298"/>
              <a:gd name="connsiteX8161" fmla="*/ 4430975 w 4752801"/>
              <a:gd name="connsiteY8161" fmla="*/ 1785628 h 2767298"/>
              <a:gd name="connsiteX8162" fmla="*/ 4428950 w 4752801"/>
              <a:gd name="connsiteY8162" fmla="*/ 1788866 h 2767298"/>
              <a:gd name="connsiteX8163" fmla="*/ 4427736 w 4752801"/>
              <a:gd name="connsiteY8163" fmla="*/ 1789676 h 2767298"/>
              <a:gd name="connsiteX8164" fmla="*/ 4423688 w 4752801"/>
              <a:gd name="connsiteY8164" fmla="*/ 1789676 h 2767298"/>
              <a:gd name="connsiteX8165" fmla="*/ 4422474 w 4752801"/>
              <a:gd name="connsiteY8165" fmla="*/ 1788866 h 2767298"/>
              <a:gd name="connsiteX8166" fmla="*/ 4420450 w 4752801"/>
              <a:gd name="connsiteY8166" fmla="*/ 1785628 h 2767298"/>
              <a:gd name="connsiteX8167" fmla="*/ 4420450 w 4752801"/>
              <a:gd name="connsiteY8167" fmla="*/ 1784413 h 2767298"/>
              <a:gd name="connsiteX8168" fmla="*/ 4422474 w 4752801"/>
              <a:gd name="connsiteY8168" fmla="*/ 1781175 h 2767298"/>
              <a:gd name="connsiteX8169" fmla="*/ 4423688 w 4752801"/>
              <a:gd name="connsiteY8169" fmla="*/ 1780770 h 2767298"/>
              <a:gd name="connsiteX8170" fmla="*/ 4383207 w 4752801"/>
              <a:gd name="connsiteY8170" fmla="*/ 1780770 h 2767298"/>
              <a:gd name="connsiteX8171" fmla="*/ 4386851 w 4752801"/>
              <a:gd name="connsiteY8171" fmla="*/ 1780770 h 2767298"/>
              <a:gd name="connsiteX8172" fmla="*/ 4388065 w 4752801"/>
              <a:gd name="connsiteY8172" fmla="*/ 1781175 h 2767298"/>
              <a:gd name="connsiteX8173" fmla="*/ 4390089 w 4752801"/>
              <a:gd name="connsiteY8173" fmla="*/ 1784413 h 2767298"/>
              <a:gd name="connsiteX8174" fmla="*/ 4390089 w 4752801"/>
              <a:gd name="connsiteY8174" fmla="*/ 1785628 h 2767298"/>
              <a:gd name="connsiteX8175" fmla="*/ 4388065 w 4752801"/>
              <a:gd name="connsiteY8175" fmla="*/ 1788866 h 2767298"/>
              <a:gd name="connsiteX8176" fmla="*/ 4386851 w 4752801"/>
              <a:gd name="connsiteY8176" fmla="*/ 1789271 h 2767298"/>
              <a:gd name="connsiteX8177" fmla="*/ 4383207 w 4752801"/>
              <a:gd name="connsiteY8177" fmla="*/ 1789271 h 2767298"/>
              <a:gd name="connsiteX8178" fmla="*/ 4381993 w 4752801"/>
              <a:gd name="connsiteY8178" fmla="*/ 1788866 h 2767298"/>
              <a:gd name="connsiteX8179" fmla="*/ 4379969 w 4752801"/>
              <a:gd name="connsiteY8179" fmla="*/ 1785628 h 2767298"/>
              <a:gd name="connsiteX8180" fmla="*/ 4379969 w 4752801"/>
              <a:gd name="connsiteY8180" fmla="*/ 1784413 h 2767298"/>
              <a:gd name="connsiteX8181" fmla="*/ 4381993 w 4752801"/>
              <a:gd name="connsiteY8181" fmla="*/ 1781175 h 2767298"/>
              <a:gd name="connsiteX8182" fmla="*/ 4383207 w 4752801"/>
              <a:gd name="connsiteY8182" fmla="*/ 1780770 h 2767298"/>
              <a:gd name="connsiteX8183" fmla="*/ 4301840 w 4752801"/>
              <a:gd name="connsiteY8183" fmla="*/ 1780770 h 2767298"/>
              <a:gd name="connsiteX8184" fmla="*/ 4306293 w 4752801"/>
              <a:gd name="connsiteY8184" fmla="*/ 1780770 h 2767298"/>
              <a:gd name="connsiteX8185" fmla="*/ 4308317 w 4752801"/>
              <a:gd name="connsiteY8185" fmla="*/ 1784818 h 2767298"/>
              <a:gd name="connsiteX8186" fmla="*/ 4306293 w 4752801"/>
              <a:gd name="connsiteY8186" fmla="*/ 1788866 h 2767298"/>
              <a:gd name="connsiteX8187" fmla="*/ 4301840 w 4752801"/>
              <a:gd name="connsiteY8187" fmla="*/ 1788866 h 2767298"/>
              <a:gd name="connsiteX8188" fmla="*/ 4299816 w 4752801"/>
              <a:gd name="connsiteY8188" fmla="*/ 1784818 h 2767298"/>
              <a:gd name="connsiteX8189" fmla="*/ 4504246 w 4752801"/>
              <a:gd name="connsiteY8189" fmla="*/ 1780365 h 2767298"/>
              <a:gd name="connsiteX8190" fmla="*/ 4508699 w 4752801"/>
              <a:gd name="connsiteY8190" fmla="*/ 1780365 h 2767298"/>
              <a:gd name="connsiteX8191" fmla="*/ 4509913 w 4752801"/>
              <a:gd name="connsiteY8191" fmla="*/ 1780770 h 2767298"/>
              <a:gd name="connsiteX8192" fmla="*/ 4511937 w 4752801"/>
              <a:gd name="connsiteY8192" fmla="*/ 1784413 h 2767298"/>
              <a:gd name="connsiteX8193" fmla="*/ 4511937 w 4752801"/>
              <a:gd name="connsiteY8193" fmla="*/ 1785628 h 2767298"/>
              <a:gd name="connsiteX8194" fmla="*/ 4509913 w 4752801"/>
              <a:gd name="connsiteY8194" fmla="*/ 1789271 h 2767298"/>
              <a:gd name="connsiteX8195" fmla="*/ 4508699 w 4752801"/>
              <a:gd name="connsiteY8195" fmla="*/ 1790081 h 2767298"/>
              <a:gd name="connsiteX8196" fmla="*/ 4504246 w 4752801"/>
              <a:gd name="connsiteY8196" fmla="*/ 1790081 h 2767298"/>
              <a:gd name="connsiteX8197" fmla="*/ 4503032 w 4752801"/>
              <a:gd name="connsiteY8197" fmla="*/ 1789271 h 2767298"/>
              <a:gd name="connsiteX8198" fmla="*/ 4501008 w 4752801"/>
              <a:gd name="connsiteY8198" fmla="*/ 1785628 h 2767298"/>
              <a:gd name="connsiteX8199" fmla="*/ 4501008 w 4752801"/>
              <a:gd name="connsiteY8199" fmla="*/ 1784413 h 2767298"/>
              <a:gd name="connsiteX8200" fmla="*/ 4503032 w 4752801"/>
              <a:gd name="connsiteY8200" fmla="*/ 1780770 h 2767298"/>
              <a:gd name="connsiteX8201" fmla="*/ 4504246 w 4752801"/>
              <a:gd name="connsiteY8201" fmla="*/ 1780365 h 2767298"/>
              <a:gd name="connsiteX8202" fmla="*/ 4463765 w 4752801"/>
              <a:gd name="connsiteY8202" fmla="*/ 1779961 h 2767298"/>
              <a:gd name="connsiteX8203" fmla="*/ 4468218 w 4752801"/>
              <a:gd name="connsiteY8203" fmla="*/ 1779961 h 2767298"/>
              <a:gd name="connsiteX8204" fmla="*/ 4469432 w 4752801"/>
              <a:gd name="connsiteY8204" fmla="*/ 1780770 h 2767298"/>
              <a:gd name="connsiteX8205" fmla="*/ 4471456 w 4752801"/>
              <a:gd name="connsiteY8205" fmla="*/ 1784414 h 2767298"/>
              <a:gd name="connsiteX8206" fmla="*/ 4471456 w 4752801"/>
              <a:gd name="connsiteY8206" fmla="*/ 1785628 h 2767298"/>
              <a:gd name="connsiteX8207" fmla="*/ 4469432 w 4752801"/>
              <a:gd name="connsiteY8207" fmla="*/ 1789272 h 2767298"/>
              <a:gd name="connsiteX8208" fmla="*/ 4468218 w 4752801"/>
              <a:gd name="connsiteY8208" fmla="*/ 1790081 h 2767298"/>
              <a:gd name="connsiteX8209" fmla="*/ 4463765 w 4752801"/>
              <a:gd name="connsiteY8209" fmla="*/ 1790081 h 2767298"/>
              <a:gd name="connsiteX8210" fmla="*/ 4462551 w 4752801"/>
              <a:gd name="connsiteY8210" fmla="*/ 1789272 h 2767298"/>
              <a:gd name="connsiteX8211" fmla="*/ 4460527 w 4752801"/>
              <a:gd name="connsiteY8211" fmla="*/ 1785628 h 2767298"/>
              <a:gd name="connsiteX8212" fmla="*/ 4460527 w 4752801"/>
              <a:gd name="connsiteY8212" fmla="*/ 1784414 h 2767298"/>
              <a:gd name="connsiteX8213" fmla="*/ 4462551 w 4752801"/>
              <a:gd name="connsiteY8213" fmla="*/ 1780770 h 2767298"/>
              <a:gd name="connsiteX8214" fmla="*/ 4463765 w 4752801"/>
              <a:gd name="connsiteY8214" fmla="*/ 1779961 h 2767298"/>
              <a:gd name="connsiteX8215" fmla="*/ 4342727 w 4752801"/>
              <a:gd name="connsiteY8215" fmla="*/ 1779961 h 2767298"/>
              <a:gd name="connsiteX8216" fmla="*/ 4346370 w 4752801"/>
              <a:gd name="connsiteY8216" fmla="*/ 1779961 h 2767298"/>
              <a:gd name="connsiteX8217" fmla="*/ 4347584 w 4752801"/>
              <a:gd name="connsiteY8217" fmla="*/ 1780770 h 2767298"/>
              <a:gd name="connsiteX8218" fmla="*/ 4349203 w 4752801"/>
              <a:gd name="connsiteY8218" fmla="*/ 1784009 h 2767298"/>
              <a:gd name="connsiteX8219" fmla="*/ 4349203 w 4752801"/>
              <a:gd name="connsiteY8219" fmla="*/ 1785224 h 2767298"/>
              <a:gd name="connsiteX8220" fmla="*/ 4347584 w 4752801"/>
              <a:gd name="connsiteY8220" fmla="*/ 1788462 h 2767298"/>
              <a:gd name="connsiteX8221" fmla="*/ 4346370 w 4752801"/>
              <a:gd name="connsiteY8221" fmla="*/ 1788867 h 2767298"/>
              <a:gd name="connsiteX8222" fmla="*/ 4342727 w 4752801"/>
              <a:gd name="connsiteY8222" fmla="*/ 1788867 h 2767298"/>
              <a:gd name="connsiteX8223" fmla="*/ 4341512 w 4752801"/>
              <a:gd name="connsiteY8223" fmla="*/ 1788462 h 2767298"/>
              <a:gd name="connsiteX8224" fmla="*/ 4339893 w 4752801"/>
              <a:gd name="connsiteY8224" fmla="*/ 1785224 h 2767298"/>
              <a:gd name="connsiteX8225" fmla="*/ 4339893 w 4752801"/>
              <a:gd name="connsiteY8225" fmla="*/ 1784009 h 2767298"/>
              <a:gd name="connsiteX8226" fmla="*/ 4341512 w 4752801"/>
              <a:gd name="connsiteY8226" fmla="*/ 1780770 h 2767298"/>
              <a:gd name="connsiteX8227" fmla="*/ 4342727 w 4752801"/>
              <a:gd name="connsiteY8227" fmla="*/ 1779961 h 2767298"/>
              <a:gd name="connsiteX8228" fmla="*/ 3411657 w 4752801"/>
              <a:gd name="connsiteY8228" fmla="*/ 1779961 h 2767298"/>
              <a:gd name="connsiteX8229" fmla="*/ 3415705 w 4752801"/>
              <a:gd name="connsiteY8229" fmla="*/ 1779961 h 2767298"/>
              <a:gd name="connsiteX8230" fmla="*/ 3416919 w 4752801"/>
              <a:gd name="connsiteY8230" fmla="*/ 1780366 h 2767298"/>
              <a:gd name="connsiteX8231" fmla="*/ 3418944 w 4752801"/>
              <a:gd name="connsiteY8231" fmla="*/ 1784009 h 2767298"/>
              <a:gd name="connsiteX8232" fmla="*/ 3418944 w 4752801"/>
              <a:gd name="connsiteY8232" fmla="*/ 1785224 h 2767298"/>
              <a:gd name="connsiteX8233" fmla="*/ 3416919 w 4752801"/>
              <a:gd name="connsiteY8233" fmla="*/ 1788867 h 2767298"/>
              <a:gd name="connsiteX8234" fmla="*/ 3415705 w 4752801"/>
              <a:gd name="connsiteY8234" fmla="*/ 1789676 h 2767298"/>
              <a:gd name="connsiteX8235" fmla="*/ 3411657 w 4752801"/>
              <a:gd name="connsiteY8235" fmla="*/ 1789676 h 2767298"/>
              <a:gd name="connsiteX8236" fmla="*/ 3410443 w 4752801"/>
              <a:gd name="connsiteY8236" fmla="*/ 1788867 h 2767298"/>
              <a:gd name="connsiteX8237" fmla="*/ 3408419 w 4752801"/>
              <a:gd name="connsiteY8237" fmla="*/ 1785224 h 2767298"/>
              <a:gd name="connsiteX8238" fmla="*/ 3408419 w 4752801"/>
              <a:gd name="connsiteY8238" fmla="*/ 1784009 h 2767298"/>
              <a:gd name="connsiteX8239" fmla="*/ 3410443 w 4752801"/>
              <a:gd name="connsiteY8239" fmla="*/ 1780366 h 2767298"/>
              <a:gd name="connsiteX8240" fmla="*/ 3411657 w 4752801"/>
              <a:gd name="connsiteY8240" fmla="*/ 1779961 h 2767298"/>
              <a:gd name="connsiteX8241" fmla="*/ 3370771 w 4752801"/>
              <a:gd name="connsiteY8241" fmla="*/ 1779961 h 2767298"/>
              <a:gd name="connsiteX8242" fmla="*/ 3375224 w 4752801"/>
              <a:gd name="connsiteY8242" fmla="*/ 1779961 h 2767298"/>
              <a:gd name="connsiteX8243" fmla="*/ 3376438 w 4752801"/>
              <a:gd name="connsiteY8243" fmla="*/ 1780770 h 2767298"/>
              <a:gd name="connsiteX8244" fmla="*/ 3378462 w 4752801"/>
              <a:gd name="connsiteY8244" fmla="*/ 1784414 h 2767298"/>
              <a:gd name="connsiteX8245" fmla="*/ 3378462 w 4752801"/>
              <a:gd name="connsiteY8245" fmla="*/ 1785628 h 2767298"/>
              <a:gd name="connsiteX8246" fmla="*/ 3376438 w 4752801"/>
              <a:gd name="connsiteY8246" fmla="*/ 1789272 h 2767298"/>
              <a:gd name="connsiteX8247" fmla="*/ 3375224 w 4752801"/>
              <a:gd name="connsiteY8247" fmla="*/ 1790081 h 2767298"/>
              <a:gd name="connsiteX8248" fmla="*/ 3370771 w 4752801"/>
              <a:gd name="connsiteY8248" fmla="*/ 1790081 h 2767298"/>
              <a:gd name="connsiteX8249" fmla="*/ 3369557 w 4752801"/>
              <a:gd name="connsiteY8249" fmla="*/ 1789272 h 2767298"/>
              <a:gd name="connsiteX8250" fmla="*/ 3367533 w 4752801"/>
              <a:gd name="connsiteY8250" fmla="*/ 1785628 h 2767298"/>
              <a:gd name="connsiteX8251" fmla="*/ 3367533 w 4752801"/>
              <a:gd name="connsiteY8251" fmla="*/ 1784414 h 2767298"/>
              <a:gd name="connsiteX8252" fmla="*/ 3369557 w 4752801"/>
              <a:gd name="connsiteY8252" fmla="*/ 1780770 h 2767298"/>
              <a:gd name="connsiteX8253" fmla="*/ 3370771 w 4752801"/>
              <a:gd name="connsiteY8253" fmla="*/ 1779961 h 2767298"/>
              <a:gd name="connsiteX8254" fmla="*/ 3329885 w 4752801"/>
              <a:gd name="connsiteY8254" fmla="*/ 1779556 h 2767298"/>
              <a:gd name="connsiteX8255" fmla="*/ 3335147 w 4752801"/>
              <a:gd name="connsiteY8255" fmla="*/ 1779556 h 2767298"/>
              <a:gd name="connsiteX8256" fmla="*/ 3336362 w 4752801"/>
              <a:gd name="connsiteY8256" fmla="*/ 1779961 h 2767298"/>
              <a:gd name="connsiteX8257" fmla="*/ 3339196 w 4752801"/>
              <a:gd name="connsiteY8257" fmla="*/ 1784414 h 2767298"/>
              <a:gd name="connsiteX8258" fmla="*/ 3339196 w 4752801"/>
              <a:gd name="connsiteY8258" fmla="*/ 1785628 h 2767298"/>
              <a:gd name="connsiteX8259" fmla="*/ 3336362 w 4752801"/>
              <a:gd name="connsiteY8259" fmla="*/ 1790081 h 2767298"/>
              <a:gd name="connsiteX8260" fmla="*/ 3335147 w 4752801"/>
              <a:gd name="connsiteY8260" fmla="*/ 1790891 h 2767298"/>
              <a:gd name="connsiteX8261" fmla="*/ 3329885 w 4752801"/>
              <a:gd name="connsiteY8261" fmla="*/ 1790891 h 2767298"/>
              <a:gd name="connsiteX8262" fmla="*/ 3328671 w 4752801"/>
              <a:gd name="connsiteY8262" fmla="*/ 1790081 h 2767298"/>
              <a:gd name="connsiteX8263" fmla="*/ 3325837 w 4752801"/>
              <a:gd name="connsiteY8263" fmla="*/ 1785628 h 2767298"/>
              <a:gd name="connsiteX8264" fmla="*/ 3325837 w 4752801"/>
              <a:gd name="connsiteY8264" fmla="*/ 1784414 h 2767298"/>
              <a:gd name="connsiteX8265" fmla="*/ 3328671 w 4752801"/>
              <a:gd name="connsiteY8265" fmla="*/ 1779961 h 2767298"/>
              <a:gd name="connsiteX8266" fmla="*/ 3329885 w 4752801"/>
              <a:gd name="connsiteY8266" fmla="*/ 1779556 h 2767298"/>
              <a:gd name="connsiteX8267" fmla="*/ 3288189 w 4752801"/>
              <a:gd name="connsiteY8267" fmla="*/ 1777127 h 2767298"/>
              <a:gd name="connsiteX8268" fmla="*/ 3296286 w 4752801"/>
              <a:gd name="connsiteY8268" fmla="*/ 1777127 h 2767298"/>
              <a:gd name="connsiteX8269" fmla="*/ 3297500 w 4752801"/>
              <a:gd name="connsiteY8269" fmla="*/ 1777532 h 2767298"/>
              <a:gd name="connsiteX8270" fmla="*/ 3301548 w 4752801"/>
              <a:gd name="connsiteY8270" fmla="*/ 1784414 h 2767298"/>
              <a:gd name="connsiteX8271" fmla="*/ 3301548 w 4752801"/>
              <a:gd name="connsiteY8271" fmla="*/ 1785628 h 2767298"/>
              <a:gd name="connsiteX8272" fmla="*/ 3297500 w 4752801"/>
              <a:gd name="connsiteY8272" fmla="*/ 1792510 h 2767298"/>
              <a:gd name="connsiteX8273" fmla="*/ 3296286 w 4752801"/>
              <a:gd name="connsiteY8273" fmla="*/ 1792915 h 2767298"/>
              <a:gd name="connsiteX8274" fmla="*/ 3288189 w 4752801"/>
              <a:gd name="connsiteY8274" fmla="*/ 1792915 h 2767298"/>
              <a:gd name="connsiteX8275" fmla="*/ 3286975 w 4752801"/>
              <a:gd name="connsiteY8275" fmla="*/ 1792510 h 2767298"/>
              <a:gd name="connsiteX8276" fmla="*/ 3282927 w 4752801"/>
              <a:gd name="connsiteY8276" fmla="*/ 1785628 h 2767298"/>
              <a:gd name="connsiteX8277" fmla="*/ 3282927 w 4752801"/>
              <a:gd name="connsiteY8277" fmla="*/ 1784414 h 2767298"/>
              <a:gd name="connsiteX8278" fmla="*/ 3286975 w 4752801"/>
              <a:gd name="connsiteY8278" fmla="*/ 1777532 h 2767298"/>
              <a:gd name="connsiteX8279" fmla="*/ 3288189 w 4752801"/>
              <a:gd name="connsiteY8279" fmla="*/ 1777127 h 2767298"/>
              <a:gd name="connsiteX8280" fmla="*/ 3247304 w 4752801"/>
              <a:gd name="connsiteY8280" fmla="*/ 1775913 h 2767298"/>
              <a:gd name="connsiteX8281" fmla="*/ 3256210 w 4752801"/>
              <a:gd name="connsiteY8281" fmla="*/ 1775913 h 2767298"/>
              <a:gd name="connsiteX8282" fmla="*/ 3257424 w 4752801"/>
              <a:gd name="connsiteY8282" fmla="*/ 1776722 h 2767298"/>
              <a:gd name="connsiteX8283" fmla="*/ 3261877 w 4752801"/>
              <a:gd name="connsiteY8283" fmla="*/ 1784414 h 2767298"/>
              <a:gd name="connsiteX8284" fmla="*/ 3261877 w 4752801"/>
              <a:gd name="connsiteY8284" fmla="*/ 1785628 h 2767298"/>
              <a:gd name="connsiteX8285" fmla="*/ 3257424 w 4752801"/>
              <a:gd name="connsiteY8285" fmla="*/ 1793320 h 2767298"/>
              <a:gd name="connsiteX8286" fmla="*/ 3256210 w 4752801"/>
              <a:gd name="connsiteY8286" fmla="*/ 1794130 h 2767298"/>
              <a:gd name="connsiteX8287" fmla="*/ 3247304 w 4752801"/>
              <a:gd name="connsiteY8287" fmla="*/ 1794130 h 2767298"/>
              <a:gd name="connsiteX8288" fmla="*/ 3246089 w 4752801"/>
              <a:gd name="connsiteY8288" fmla="*/ 1793320 h 2767298"/>
              <a:gd name="connsiteX8289" fmla="*/ 3241637 w 4752801"/>
              <a:gd name="connsiteY8289" fmla="*/ 1785628 h 2767298"/>
              <a:gd name="connsiteX8290" fmla="*/ 3241637 w 4752801"/>
              <a:gd name="connsiteY8290" fmla="*/ 1784414 h 2767298"/>
              <a:gd name="connsiteX8291" fmla="*/ 3246089 w 4752801"/>
              <a:gd name="connsiteY8291" fmla="*/ 1776722 h 2767298"/>
              <a:gd name="connsiteX8292" fmla="*/ 3247304 w 4752801"/>
              <a:gd name="connsiteY8292" fmla="*/ 1775913 h 2767298"/>
              <a:gd name="connsiteX8293" fmla="*/ 3205607 w 4752801"/>
              <a:gd name="connsiteY8293" fmla="*/ 1774698 h 2767298"/>
              <a:gd name="connsiteX8294" fmla="*/ 3216537 w 4752801"/>
              <a:gd name="connsiteY8294" fmla="*/ 1774698 h 2767298"/>
              <a:gd name="connsiteX8295" fmla="*/ 3217752 w 4752801"/>
              <a:gd name="connsiteY8295" fmla="*/ 1775103 h 2767298"/>
              <a:gd name="connsiteX8296" fmla="*/ 3223015 w 4752801"/>
              <a:gd name="connsiteY8296" fmla="*/ 1784414 h 2767298"/>
              <a:gd name="connsiteX8297" fmla="*/ 3223015 w 4752801"/>
              <a:gd name="connsiteY8297" fmla="*/ 1785628 h 2767298"/>
              <a:gd name="connsiteX8298" fmla="*/ 3217752 w 4752801"/>
              <a:gd name="connsiteY8298" fmla="*/ 1794939 h 2767298"/>
              <a:gd name="connsiteX8299" fmla="*/ 3216537 w 4752801"/>
              <a:gd name="connsiteY8299" fmla="*/ 1795344 h 2767298"/>
              <a:gd name="connsiteX8300" fmla="*/ 3205607 w 4752801"/>
              <a:gd name="connsiteY8300" fmla="*/ 1795344 h 2767298"/>
              <a:gd name="connsiteX8301" fmla="*/ 3204393 w 4752801"/>
              <a:gd name="connsiteY8301" fmla="*/ 1794939 h 2767298"/>
              <a:gd name="connsiteX8302" fmla="*/ 3199131 w 4752801"/>
              <a:gd name="connsiteY8302" fmla="*/ 1785628 h 2767298"/>
              <a:gd name="connsiteX8303" fmla="*/ 3199131 w 4752801"/>
              <a:gd name="connsiteY8303" fmla="*/ 1784414 h 2767298"/>
              <a:gd name="connsiteX8304" fmla="*/ 3204393 w 4752801"/>
              <a:gd name="connsiteY8304" fmla="*/ 1775103 h 2767298"/>
              <a:gd name="connsiteX8305" fmla="*/ 3205607 w 4752801"/>
              <a:gd name="connsiteY8305" fmla="*/ 1774698 h 2767298"/>
              <a:gd name="connsiteX8306" fmla="*/ 3165531 w 4752801"/>
              <a:gd name="connsiteY8306" fmla="*/ 1774698 h 2767298"/>
              <a:gd name="connsiteX8307" fmla="*/ 3175651 w 4752801"/>
              <a:gd name="connsiteY8307" fmla="*/ 1774698 h 2767298"/>
              <a:gd name="connsiteX8308" fmla="*/ 3176866 w 4752801"/>
              <a:gd name="connsiteY8308" fmla="*/ 1775103 h 2767298"/>
              <a:gd name="connsiteX8309" fmla="*/ 3181723 w 4752801"/>
              <a:gd name="connsiteY8309" fmla="*/ 1784009 h 2767298"/>
              <a:gd name="connsiteX8310" fmla="*/ 3181723 w 4752801"/>
              <a:gd name="connsiteY8310" fmla="*/ 1785223 h 2767298"/>
              <a:gd name="connsiteX8311" fmla="*/ 3176866 w 4752801"/>
              <a:gd name="connsiteY8311" fmla="*/ 1794129 h 2767298"/>
              <a:gd name="connsiteX8312" fmla="*/ 3175651 w 4752801"/>
              <a:gd name="connsiteY8312" fmla="*/ 1794534 h 2767298"/>
              <a:gd name="connsiteX8313" fmla="*/ 3165531 w 4752801"/>
              <a:gd name="connsiteY8313" fmla="*/ 1794534 h 2767298"/>
              <a:gd name="connsiteX8314" fmla="*/ 3164317 w 4752801"/>
              <a:gd name="connsiteY8314" fmla="*/ 1794129 h 2767298"/>
              <a:gd name="connsiteX8315" fmla="*/ 3159459 w 4752801"/>
              <a:gd name="connsiteY8315" fmla="*/ 1785223 h 2767298"/>
              <a:gd name="connsiteX8316" fmla="*/ 3159459 w 4752801"/>
              <a:gd name="connsiteY8316" fmla="*/ 1784009 h 2767298"/>
              <a:gd name="connsiteX8317" fmla="*/ 3164317 w 4752801"/>
              <a:gd name="connsiteY8317" fmla="*/ 1775103 h 2767298"/>
              <a:gd name="connsiteX8318" fmla="*/ 3165531 w 4752801"/>
              <a:gd name="connsiteY8318" fmla="*/ 1774698 h 2767298"/>
              <a:gd name="connsiteX8319" fmla="*/ 4627309 w 4752801"/>
              <a:gd name="connsiteY8319" fmla="*/ 1743123 h 2767298"/>
              <a:gd name="connsiteX8320" fmla="*/ 4628929 w 4752801"/>
              <a:gd name="connsiteY8320" fmla="*/ 1743123 h 2767298"/>
              <a:gd name="connsiteX8321" fmla="*/ 4629739 w 4752801"/>
              <a:gd name="connsiteY8321" fmla="*/ 1744337 h 2767298"/>
              <a:gd name="connsiteX8322" fmla="*/ 4628929 w 4752801"/>
              <a:gd name="connsiteY8322" fmla="*/ 1745552 h 2767298"/>
              <a:gd name="connsiteX8323" fmla="*/ 4627309 w 4752801"/>
              <a:gd name="connsiteY8323" fmla="*/ 1745552 h 2767298"/>
              <a:gd name="connsiteX8324" fmla="*/ 4626500 w 4752801"/>
              <a:gd name="connsiteY8324" fmla="*/ 1744337 h 2767298"/>
              <a:gd name="connsiteX8325" fmla="*/ 3898242 w 4752801"/>
              <a:gd name="connsiteY8325" fmla="*/ 1742313 h 2767298"/>
              <a:gd name="connsiteX8326" fmla="*/ 3900671 w 4752801"/>
              <a:gd name="connsiteY8326" fmla="*/ 1742313 h 2767298"/>
              <a:gd name="connsiteX8327" fmla="*/ 3901886 w 4752801"/>
              <a:gd name="connsiteY8327" fmla="*/ 1744337 h 2767298"/>
              <a:gd name="connsiteX8328" fmla="*/ 3900671 w 4752801"/>
              <a:gd name="connsiteY8328" fmla="*/ 1746361 h 2767298"/>
              <a:gd name="connsiteX8329" fmla="*/ 3898242 w 4752801"/>
              <a:gd name="connsiteY8329" fmla="*/ 1746361 h 2767298"/>
              <a:gd name="connsiteX8330" fmla="*/ 3897028 w 4752801"/>
              <a:gd name="connsiteY8330" fmla="*/ 1744337 h 2767298"/>
              <a:gd name="connsiteX8331" fmla="*/ 3858165 w 4752801"/>
              <a:gd name="connsiteY8331" fmla="*/ 1742313 h 2767298"/>
              <a:gd name="connsiteX8332" fmla="*/ 3860189 w 4752801"/>
              <a:gd name="connsiteY8332" fmla="*/ 1742313 h 2767298"/>
              <a:gd name="connsiteX8333" fmla="*/ 3861404 w 4752801"/>
              <a:gd name="connsiteY8333" fmla="*/ 1744337 h 2767298"/>
              <a:gd name="connsiteX8334" fmla="*/ 3860189 w 4752801"/>
              <a:gd name="connsiteY8334" fmla="*/ 1746361 h 2767298"/>
              <a:gd name="connsiteX8335" fmla="*/ 3858165 w 4752801"/>
              <a:gd name="connsiteY8335" fmla="*/ 1746361 h 2767298"/>
              <a:gd name="connsiteX8336" fmla="*/ 3856951 w 4752801"/>
              <a:gd name="connsiteY8336" fmla="*/ 1744337 h 2767298"/>
              <a:gd name="connsiteX8337" fmla="*/ 3817279 w 4752801"/>
              <a:gd name="connsiteY8337" fmla="*/ 1742313 h 2767298"/>
              <a:gd name="connsiteX8338" fmla="*/ 3819708 w 4752801"/>
              <a:gd name="connsiteY8338" fmla="*/ 1742313 h 2767298"/>
              <a:gd name="connsiteX8339" fmla="*/ 3820923 w 4752801"/>
              <a:gd name="connsiteY8339" fmla="*/ 1744337 h 2767298"/>
              <a:gd name="connsiteX8340" fmla="*/ 3819708 w 4752801"/>
              <a:gd name="connsiteY8340" fmla="*/ 1746361 h 2767298"/>
              <a:gd name="connsiteX8341" fmla="*/ 3817279 w 4752801"/>
              <a:gd name="connsiteY8341" fmla="*/ 1746361 h 2767298"/>
              <a:gd name="connsiteX8342" fmla="*/ 3816065 w 4752801"/>
              <a:gd name="connsiteY8342" fmla="*/ 1744337 h 2767298"/>
              <a:gd name="connsiteX8343" fmla="*/ 4100648 w 4752801"/>
              <a:gd name="connsiteY8343" fmla="*/ 1741908 h 2767298"/>
              <a:gd name="connsiteX8344" fmla="*/ 4103482 w 4752801"/>
              <a:gd name="connsiteY8344" fmla="*/ 1741908 h 2767298"/>
              <a:gd name="connsiteX8345" fmla="*/ 4105101 w 4752801"/>
              <a:gd name="connsiteY8345" fmla="*/ 1744337 h 2767298"/>
              <a:gd name="connsiteX8346" fmla="*/ 4103482 w 4752801"/>
              <a:gd name="connsiteY8346" fmla="*/ 1746766 h 2767298"/>
              <a:gd name="connsiteX8347" fmla="*/ 4100648 w 4752801"/>
              <a:gd name="connsiteY8347" fmla="*/ 1746766 h 2767298"/>
              <a:gd name="connsiteX8348" fmla="*/ 4099029 w 4752801"/>
              <a:gd name="connsiteY8348" fmla="*/ 1744337 h 2767298"/>
              <a:gd name="connsiteX8349" fmla="*/ 3978800 w 4752801"/>
              <a:gd name="connsiteY8349" fmla="*/ 1741908 h 2767298"/>
              <a:gd name="connsiteX8350" fmla="*/ 3981633 w 4752801"/>
              <a:gd name="connsiteY8350" fmla="*/ 1741908 h 2767298"/>
              <a:gd name="connsiteX8351" fmla="*/ 3982848 w 4752801"/>
              <a:gd name="connsiteY8351" fmla="*/ 1744337 h 2767298"/>
              <a:gd name="connsiteX8352" fmla="*/ 3981633 w 4752801"/>
              <a:gd name="connsiteY8352" fmla="*/ 1746766 h 2767298"/>
              <a:gd name="connsiteX8353" fmla="*/ 3978800 w 4752801"/>
              <a:gd name="connsiteY8353" fmla="*/ 1746766 h 2767298"/>
              <a:gd name="connsiteX8354" fmla="*/ 3977585 w 4752801"/>
              <a:gd name="connsiteY8354" fmla="*/ 1744337 h 2767298"/>
              <a:gd name="connsiteX8355" fmla="*/ 3938319 w 4752801"/>
              <a:gd name="connsiteY8355" fmla="*/ 1741908 h 2767298"/>
              <a:gd name="connsiteX8356" fmla="*/ 3941152 w 4752801"/>
              <a:gd name="connsiteY8356" fmla="*/ 1741908 h 2767298"/>
              <a:gd name="connsiteX8357" fmla="*/ 3942367 w 4752801"/>
              <a:gd name="connsiteY8357" fmla="*/ 1744337 h 2767298"/>
              <a:gd name="connsiteX8358" fmla="*/ 3941152 w 4752801"/>
              <a:gd name="connsiteY8358" fmla="*/ 1746766 h 2767298"/>
              <a:gd name="connsiteX8359" fmla="*/ 3938319 w 4752801"/>
              <a:gd name="connsiteY8359" fmla="*/ 1746766 h 2767298"/>
              <a:gd name="connsiteX8360" fmla="*/ 3937104 w 4752801"/>
              <a:gd name="connsiteY8360" fmla="*/ 1744337 h 2767298"/>
              <a:gd name="connsiteX8361" fmla="*/ 3776394 w 4752801"/>
              <a:gd name="connsiteY8361" fmla="*/ 1741908 h 2767298"/>
              <a:gd name="connsiteX8362" fmla="*/ 3779227 w 4752801"/>
              <a:gd name="connsiteY8362" fmla="*/ 1741908 h 2767298"/>
              <a:gd name="connsiteX8363" fmla="*/ 3780442 w 4752801"/>
              <a:gd name="connsiteY8363" fmla="*/ 1744337 h 2767298"/>
              <a:gd name="connsiteX8364" fmla="*/ 3779227 w 4752801"/>
              <a:gd name="connsiteY8364" fmla="*/ 1746766 h 2767298"/>
              <a:gd name="connsiteX8365" fmla="*/ 3776394 w 4752801"/>
              <a:gd name="connsiteY8365" fmla="*/ 1746766 h 2767298"/>
              <a:gd name="connsiteX8366" fmla="*/ 3775179 w 4752801"/>
              <a:gd name="connsiteY8366" fmla="*/ 1744337 h 2767298"/>
              <a:gd name="connsiteX8367" fmla="*/ 3736316 w 4752801"/>
              <a:gd name="connsiteY8367" fmla="*/ 1741908 h 2767298"/>
              <a:gd name="connsiteX8368" fmla="*/ 3739150 w 4752801"/>
              <a:gd name="connsiteY8368" fmla="*/ 1741908 h 2767298"/>
              <a:gd name="connsiteX8369" fmla="*/ 3740769 w 4752801"/>
              <a:gd name="connsiteY8369" fmla="*/ 1744337 h 2767298"/>
              <a:gd name="connsiteX8370" fmla="*/ 3739150 w 4752801"/>
              <a:gd name="connsiteY8370" fmla="*/ 1746766 h 2767298"/>
              <a:gd name="connsiteX8371" fmla="*/ 3736316 w 4752801"/>
              <a:gd name="connsiteY8371" fmla="*/ 1746766 h 2767298"/>
              <a:gd name="connsiteX8372" fmla="*/ 3734697 w 4752801"/>
              <a:gd name="connsiteY8372" fmla="*/ 1744337 h 2767298"/>
              <a:gd name="connsiteX8373" fmla="*/ 3654950 w 4752801"/>
              <a:gd name="connsiteY8373" fmla="*/ 1741908 h 2767298"/>
              <a:gd name="connsiteX8374" fmla="*/ 3657783 w 4752801"/>
              <a:gd name="connsiteY8374" fmla="*/ 1741908 h 2767298"/>
              <a:gd name="connsiteX8375" fmla="*/ 3658998 w 4752801"/>
              <a:gd name="connsiteY8375" fmla="*/ 1744337 h 2767298"/>
              <a:gd name="connsiteX8376" fmla="*/ 3657783 w 4752801"/>
              <a:gd name="connsiteY8376" fmla="*/ 1746766 h 2767298"/>
              <a:gd name="connsiteX8377" fmla="*/ 3654950 w 4752801"/>
              <a:gd name="connsiteY8377" fmla="*/ 1746766 h 2767298"/>
              <a:gd name="connsiteX8378" fmla="*/ 3653735 w 4752801"/>
              <a:gd name="connsiteY8378" fmla="*/ 1744337 h 2767298"/>
              <a:gd name="connsiteX8379" fmla="*/ 3574391 w 4752801"/>
              <a:gd name="connsiteY8379" fmla="*/ 1741908 h 2767298"/>
              <a:gd name="connsiteX8380" fmla="*/ 3577225 w 4752801"/>
              <a:gd name="connsiteY8380" fmla="*/ 1741908 h 2767298"/>
              <a:gd name="connsiteX8381" fmla="*/ 3578844 w 4752801"/>
              <a:gd name="connsiteY8381" fmla="*/ 1744337 h 2767298"/>
              <a:gd name="connsiteX8382" fmla="*/ 3577225 w 4752801"/>
              <a:gd name="connsiteY8382" fmla="*/ 1746766 h 2767298"/>
              <a:gd name="connsiteX8383" fmla="*/ 3574391 w 4752801"/>
              <a:gd name="connsiteY8383" fmla="*/ 1746766 h 2767298"/>
              <a:gd name="connsiteX8384" fmla="*/ 3572772 w 4752801"/>
              <a:gd name="connsiteY8384" fmla="*/ 1744337 h 2767298"/>
              <a:gd name="connsiteX8385" fmla="*/ 4059762 w 4752801"/>
              <a:gd name="connsiteY8385" fmla="*/ 1741504 h 2767298"/>
              <a:gd name="connsiteX8386" fmla="*/ 4063001 w 4752801"/>
              <a:gd name="connsiteY8386" fmla="*/ 1741504 h 2767298"/>
              <a:gd name="connsiteX8387" fmla="*/ 4064620 w 4752801"/>
              <a:gd name="connsiteY8387" fmla="*/ 1744337 h 2767298"/>
              <a:gd name="connsiteX8388" fmla="*/ 4063001 w 4752801"/>
              <a:gd name="connsiteY8388" fmla="*/ 1747171 h 2767298"/>
              <a:gd name="connsiteX8389" fmla="*/ 4059762 w 4752801"/>
              <a:gd name="connsiteY8389" fmla="*/ 1747171 h 2767298"/>
              <a:gd name="connsiteX8390" fmla="*/ 4058143 w 4752801"/>
              <a:gd name="connsiteY8390" fmla="*/ 1744337 h 2767298"/>
              <a:gd name="connsiteX8391" fmla="*/ 4019280 w 4752801"/>
              <a:gd name="connsiteY8391" fmla="*/ 1741504 h 2767298"/>
              <a:gd name="connsiteX8392" fmla="*/ 4022519 w 4752801"/>
              <a:gd name="connsiteY8392" fmla="*/ 1741504 h 2767298"/>
              <a:gd name="connsiteX8393" fmla="*/ 4024138 w 4752801"/>
              <a:gd name="connsiteY8393" fmla="*/ 1744337 h 2767298"/>
              <a:gd name="connsiteX8394" fmla="*/ 4022519 w 4752801"/>
              <a:gd name="connsiteY8394" fmla="*/ 1747171 h 2767298"/>
              <a:gd name="connsiteX8395" fmla="*/ 4019280 w 4752801"/>
              <a:gd name="connsiteY8395" fmla="*/ 1747171 h 2767298"/>
              <a:gd name="connsiteX8396" fmla="*/ 4017661 w 4752801"/>
              <a:gd name="connsiteY8396" fmla="*/ 1744337 h 2767298"/>
              <a:gd name="connsiteX8397" fmla="*/ 3695430 w 4752801"/>
              <a:gd name="connsiteY8397" fmla="*/ 1741504 h 2767298"/>
              <a:gd name="connsiteX8398" fmla="*/ 3698669 w 4752801"/>
              <a:gd name="connsiteY8398" fmla="*/ 1741504 h 2767298"/>
              <a:gd name="connsiteX8399" fmla="*/ 3700288 w 4752801"/>
              <a:gd name="connsiteY8399" fmla="*/ 1744337 h 2767298"/>
              <a:gd name="connsiteX8400" fmla="*/ 3698669 w 4752801"/>
              <a:gd name="connsiteY8400" fmla="*/ 1747171 h 2767298"/>
              <a:gd name="connsiteX8401" fmla="*/ 3695430 w 4752801"/>
              <a:gd name="connsiteY8401" fmla="*/ 1747171 h 2767298"/>
              <a:gd name="connsiteX8402" fmla="*/ 3693811 w 4752801"/>
              <a:gd name="connsiteY8402" fmla="*/ 1744337 h 2767298"/>
              <a:gd name="connsiteX8403" fmla="*/ 3533505 w 4752801"/>
              <a:gd name="connsiteY8403" fmla="*/ 1741504 h 2767298"/>
              <a:gd name="connsiteX8404" fmla="*/ 3536744 w 4752801"/>
              <a:gd name="connsiteY8404" fmla="*/ 1741504 h 2767298"/>
              <a:gd name="connsiteX8405" fmla="*/ 3538363 w 4752801"/>
              <a:gd name="connsiteY8405" fmla="*/ 1744337 h 2767298"/>
              <a:gd name="connsiteX8406" fmla="*/ 3536744 w 4752801"/>
              <a:gd name="connsiteY8406" fmla="*/ 1747171 h 2767298"/>
              <a:gd name="connsiteX8407" fmla="*/ 3533505 w 4752801"/>
              <a:gd name="connsiteY8407" fmla="*/ 1747171 h 2767298"/>
              <a:gd name="connsiteX8408" fmla="*/ 3531886 w 4752801"/>
              <a:gd name="connsiteY8408" fmla="*/ 1744337 h 2767298"/>
              <a:gd name="connsiteX8409" fmla="*/ 4181206 w 4752801"/>
              <a:gd name="connsiteY8409" fmla="*/ 1741099 h 2767298"/>
              <a:gd name="connsiteX8410" fmla="*/ 4184849 w 4752801"/>
              <a:gd name="connsiteY8410" fmla="*/ 1741099 h 2767298"/>
              <a:gd name="connsiteX8411" fmla="*/ 4186874 w 4752801"/>
              <a:gd name="connsiteY8411" fmla="*/ 1744337 h 2767298"/>
              <a:gd name="connsiteX8412" fmla="*/ 4184849 w 4752801"/>
              <a:gd name="connsiteY8412" fmla="*/ 1747576 h 2767298"/>
              <a:gd name="connsiteX8413" fmla="*/ 4181206 w 4752801"/>
              <a:gd name="connsiteY8413" fmla="*/ 1747576 h 2767298"/>
              <a:gd name="connsiteX8414" fmla="*/ 4179182 w 4752801"/>
              <a:gd name="connsiteY8414" fmla="*/ 1744337 h 2767298"/>
              <a:gd name="connsiteX8415" fmla="*/ 3614063 w 4752801"/>
              <a:gd name="connsiteY8415" fmla="*/ 1741099 h 2767298"/>
              <a:gd name="connsiteX8416" fmla="*/ 3617707 w 4752801"/>
              <a:gd name="connsiteY8416" fmla="*/ 1741099 h 2767298"/>
              <a:gd name="connsiteX8417" fmla="*/ 3619326 w 4752801"/>
              <a:gd name="connsiteY8417" fmla="*/ 1744337 h 2767298"/>
              <a:gd name="connsiteX8418" fmla="*/ 3617707 w 4752801"/>
              <a:gd name="connsiteY8418" fmla="*/ 1747576 h 2767298"/>
              <a:gd name="connsiteX8419" fmla="*/ 3614063 w 4752801"/>
              <a:gd name="connsiteY8419" fmla="*/ 1747576 h 2767298"/>
              <a:gd name="connsiteX8420" fmla="*/ 3612444 w 4752801"/>
              <a:gd name="connsiteY8420" fmla="*/ 1744337 h 2767298"/>
              <a:gd name="connsiteX8421" fmla="*/ 3492620 w 4752801"/>
              <a:gd name="connsiteY8421" fmla="*/ 1741099 h 2767298"/>
              <a:gd name="connsiteX8422" fmla="*/ 3496668 w 4752801"/>
              <a:gd name="connsiteY8422" fmla="*/ 1741099 h 2767298"/>
              <a:gd name="connsiteX8423" fmla="*/ 3498692 w 4752801"/>
              <a:gd name="connsiteY8423" fmla="*/ 1744337 h 2767298"/>
              <a:gd name="connsiteX8424" fmla="*/ 3496668 w 4752801"/>
              <a:gd name="connsiteY8424" fmla="*/ 1747576 h 2767298"/>
              <a:gd name="connsiteX8425" fmla="*/ 3492620 w 4752801"/>
              <a:gd name="connsiteY8425" fmla="*/ 1747576 h 2767298"/>
              <a:gd name="connsiteX8426" fmla="*/ 3490596 w 4752801"/>
              <a:gd name="connsiteY8426" fmla="*/ 1744337 h 2767298"/>
              <a:gd name="connsiteX8427" fmla="*/ 4261763 w 4752801"/>
              <a:gd name="connsiteY8427" fmla="*/ 1740694 h 2767298"/>
              <a:gd name="connsiteX8428" fmla="*/ 4265811 w 4752801"/>
              <a:gd name="connsiteY8428" fmla="*/ 1740694 h 2767298"/>
              <a:gd name="connsiteX8429" fmla="*/ 4267835 w 4752801"/>
              <a:gd name="connsiteY8429" fmla="*/ 1744337 h 2767298"/>
              <a:gd name="connsiteX8430" fmla="*/ 4265811 w 4752801"/>
              <a:gd name="connsiteY8430" fmla="*/ 1747981 h 2767298"/>
              <a:gd name="connsiteX8431" fmla="*/ 4261763 w 4752801"/>
              <a:gd name="connsiteY8431" fmla="*/ 1747981 h 2767298"/>
              <a:gd name="connsiteX8432" fmla="*/ 4259739 w 4752801"/>
              <a:gd name="connsiteY8432" fmla="*/ 1744337 h 2767298"/>
              <a:gd name="connsiteX8433" fmla="*/ 4221282 w 4752801"/>
              <a:gd name="connsiteY8433" fmla="*/ 1740694 h 2767298"/>
              <a:gd name="connsiteX8434" fmla="*/ 4225330 w 4752801"/>
              <a:gd name="connsiteY8434" fmla="*/ 1740694 h 2767298"/>
              <a:gd name="connsiteX8435" fmla="*/ 4227354 w 4752801"/>
              <a:gd name="connsiteY8435" fmla="*/ 1744337 h 2767298"/>
              <a:gd name="connsiteX8436" fmla="*/ 4225330 w 4752801"/>
              <a:gd name="connsiteY8436" fmla="*/ 1747981 h 2767298"/>
              <a:gd name="connsiteX8437" fmla="*/ 4221282 w 4752801"/>
              <a:gd name="connsiteY8437" fmla="*/ 1747981 h 2767298"/>
              <a:gd name="connsiteX8438" fmla="*/ 4219258 w 4752801"/>
              <a:gd name="connsiteY8438" fmla="*/ 1744337 h 2767298"/>
              <a:gd name="connsiteX8439" fmla="*/ 4140320 w 4752801"/>
              <a:gd name="connsiteY8439" fmla="*/ 1740694 h 2767298"/>
              <a:gd name="connsiteX8440" fmla="*/ 4144368 w 4752801"/>
              <a:gd name="connsiteY8440" fmla="*/ 1740694 h 2767298"/>
              <a:gd name="connsiteX8441" fmla="*/ 4146392 w 4752801"/>
              <a:gd name="connsiteY8441" fmla="*/ 1744337 h 2767298"/>
              <a:gd name="connsiteX8442" fmla="*/ 4144368 w 4752801"/>
              <a:gd name="connsiteY8442" fmla="*/ 1747981 h 2767298"/>
              <a:gd name="connsiteX8443" fmla="*/ 4140320 w 4752801"/>
              <a:gd name="connsiteY8443" fmla="*/ 1747981 h 2767298"/>
              <a:gd name="connsiteX8444" fmla="*/ 4138296 w 4752801"/>
              <a:gd name="connsiteY8444" fmla="*/ 1744337 h 2767298"/>
              <a:gd name="connsiteX8445" fmla="*/ 3451734 w 4752801"/>
              <a:gd name="connsiteY8445" fmla="*/ 1740694 h 2767298"/>
              <a:gd name="connsiteX8446" fmla="*/ 3456187 w 4752801"/>
              <a:gd name="connsiteY8446" fmla="*/ 1740694 h 2767298"/>
              <a:gd name="connsiteX8447" fmla="*/ 3458211 w 4752801"/>
              <a:gd name="connsiteY8447" fmla="*/ 1744337 h 2767298"/>
              <a:gd name="connsiteX8448" fmla="*/ 3456187 w 4752801"/>
              <a:gd name="connsiteY8448" fmla="*/ 1747981 h 2767298"/>
              <a:gd name="connsiteX8449" fmla="*/ 3451734 w 4752801"/>
              <a:gd name="connsiteY8449" fmla="*/ 1747981 h 2767298"/>
              <a:gd name="connsiteX8450" fmla="*/ 3449710 w 4752801"/>
              <a:gd name="connsiteY8450" fmla="*/ 1744337 h 2767298"/>
              <a:gd name="connsiteX8451" fmla="*/ 4586018 w 4752801"/>
              <a:gd name="connsiteY8451" fmla="*/ 1740289 h 2767298"/>
              <a:gd name="connsiteX8452" fmla="*/ 4589257 w 4752801"/>
              <a:gd name="connsiteY8452" fmla="*/ 1740289 h 2767298"/>
              <a:gd name="connsiteX8453" fmla="*/ 4590471 w 4752801"/>
              <a:gd name="connsiteY8453" fmla="*/ 1741099 h 2767298"/>
              <a:gd name="connsiteX8454" fmla="*/ 4592091 w 4752801"/>
              <a:gd name="connsiteY8454" fmla="*/ 1743932 h 2767298"/>
              <a:gd name="connsiteX8455" fmla="*/ 4592091 w 4752801"/>
              <a:gd name="connsiteY8455" fmla="*/ 1745147 h 2767298"/>
              <a:gd name="connsiteX8456" fmla="*/ 4590471 w 4752801"/>
              <a:gd name="connsiteY8456" fmla="*/ 1747981 h 2767298"/>
              <a:gd name="connsiteX8457" fmla="*/ 4589257 w 4752801"/>
              <a:gd name="connsiteY8457" fmla="*/ 1748790 h 2767298"/>
              <a:gd name="connsiteX8458" fmla="*/ 4586018 w 4752801"/>
              <a:gd name="connsiteY8458" fmla="*/ 1748790 h 2767298"/>
              <a:gd name="connsiteX8459" fmla="*/ 4584804 w 4752801"/>
              <a:gd name="connsiteY8459" fmla="*/ 1747981 h 2767298"/>
              <a:gd name="connsiteX8460" fmla="*/ 4583185 w 4752801"/>
              <a:gd name="connsiteY8460" fmla="*/ 1745147 h 2767298"/>
              <a:gd name="connsiteX8461" fmla="*/ 4583185 w 4752801"/>
              <a:gd name="connsiteY8461" fmla="*/ 1743932 h 2767298"/>
              <a:gd name="connsiteX8462" fmla="*/ 4584804 w 4752801"/>
              <a:gd name="connsiteY8462" fmla="*/ 1741099 h 2767298"/>
              <a:gd name="connsiteX8463" fmla="*/ 4586018 w 4752801"/>
              <a:gd name="connsiteY8463" fmla="*/ 1740289 h 2767298"/>
              <a:gd name="connsiteX8464" fmla="*/ 3411253 w 4752801"/>
              <a:gd name="connsiteY8464" fmla="*/ 1740289 h 2767298"/>
              <a:gd name="connsiteX8465" fmla="*/ 3415706 w 4752801"/>
              <a:gd name="connsiteY8465" fmla="*/ 1740289 h 2767298"/>
              <a:gd name="connsiteX8466" fmla="*/ 3417730 w 4752801"/>
              <a:gd name="connsiteY8466" fmla="*/ 1744337 h 2767298"/>
              <a:gd name="connsiteX8467" fmla="*/ 3415706 w 4752801"/>
              <a:gd name="connsiteY8467" fmla="*/ 1748385 h 2767298"/>
              <a:gd name="connsiteX8468" fmla="*/ 3411253 w 4752801"/>
              <a:gd name="connsiteY8468" fmla="*/ 1748385 h 2767298"/>
              <a:gd name="connsiteX8469" fmla="*/ 3409229 w 4752801"/>
              <a:gd name="connsiteY8469" fmla="*/ 1744337 h 2767298"/>
              <a:gd name="connsiteX8470" fmla="*/ 4545132 w 4752801"/>
              <a:gd name="connsiteY8470" fmla="*/ 1739884 h 2767298"/>
              <a:gd name="connsiteX8471" fmla="*/ 4548776 w 4752801"/>
              <a:gd name="connsiteY8471" fmla="*/ 1739884 h 2767298"/>
              <a:gd name="connsiteX8472" fmla="*/ 4549990 w 4752801"/>
              <a:gd name="connsiteY8472" fmla="*/ 1740694 h 2767298"/>
              <a:gd name="connsiteX8473" fmla="*/ 4552014 w 4752801"/>
              <a:gd name="connsiteY8473" fmla="*/ 1743932 h 2767298"/>
              <a:gd name="connsiteX8474" fmla="*/ 4552014 w 4752801"/>
              <a:gd name="connsiteY8474" fmla="*/ 1745147 h 2767298"/>
              <a:gd name="connsiteX8475" fmla="*/ 4549990 w 4752801"/>
              <a:gd name="connsiteY8475" fmla="*/ 1748385 h 2767298"/>
              <a:gd name="connsiteX8476" fmla="*/ 4548776 w 4752801"/>
              <a:gd name="connsiteY8476" fmla="*/ 1749195 h 2767298"/>
              <a:gd name="connsiteX8477" fmla="*/ 4545132 w 4752801"/>
              <a:gd name="connsiteY8477" fmla="*/ 1749195 h 2767298"/>
              <a:gd name="connsiteX8478" fmla="*/ 4543918 w 4752801"/>
              <a:gd name="connsiteY8478" fmla="*/ 1748385 h 2767298"/>
              <a:gd name="connsiteX8479" fmla="*/ 4541894 w 4752801"/>
              <a:gd name="connsiteY8479" fmla="*/ 1745147 h 2767298"/>
              <a:gd name="connsiteX8480" fmla="*/ 4541894 w 4752801"/>
              <a:gd name="connsiteY8480" fmla="*/ 1743932 h 2767298"/>
              <a:gd name="connsiteX8481" fmla="*/ 4543918 w 4752801"/>
              <a:gd name="connsiteY8481" fmla="*/ 1740694 h 2767298"/>
              <a:gd name="connsiteX8482" fmla="*/ 4545132 w 4752801"/>
              <a:gd name="connsiteY8482" fmla="*/ 1739884 h 2767298"/>
              <a:gd name="connsiteX8483" fmla="*/ 4463765 w 4752801"/>
              <a:gd name="connsiteY8483" fmla="*/ 1739884 h 2767298"/>
              <a:gd name="connsiteX8484" fmla="*/ 4468218 w 4752801"/>
              <a:gd name="connsiteY8484" fmla="*/ 1739884 h 2767298"/>
              <a:gd name="connsiteX8485" fmla="*/ 4469432 w 4752801"/>
              <a:gd name="connsiteY8485" fmla="*/ 1740289 h 2767298"/>
              <a:gd name="connsiteX8486" fmla="*/ 4471456 w 4752801"/>
              <a:gd name="connsiteY8486" fmla="*/ 1743932 h 2767298"/>
              <a:gd name="connsiteX8487" fmla="*/ 4471456 w 4752801"/>
              <a:gd name="connsiteY8487" fmla="*/ 1745147 h 2767298"/>
              <a:gd name="connsiteX8488" fmla="*/ 4469432 w 4752801"/>
              <a:gd name="connsiteY8488" fmla="*/ 1748790 h 2767298"/>
              <a:gd name="connsiteX8489" fmla="*/ 4468218 w 4752801"/>
              <a:gd name="connsiteY8489" fmla="*/ 1749600 h 2767298"/>
              <a:gd name="connsiteX8490" fmla="*/ 4463765 w 4752801"/>
              <a:gd name="connsiteY8490" fmla="*/ 1749600 h 2767298"/>
              <a:gd name="connsiteX8491" fmla="*/ 4462551 w 4752801"/>
              <a:gd name="connsiteY8491" fmla="*/ 1748790 h 2767298"/>
              <a:gd name="connsiteX8492" fmla="*/ 4460527 w 4752801"/>
              <a:gd name="connsiteY8492" fmla="*/ 1745147 h 2767298"/>
              <a:gd name="connsiteX8493" fmla="*/ 4460527 w 4752801"/>
              <a:gd name="connsiteY8493" fmla="*/ 1743932 h 2767298"/>
              <a:gd name="connsiteX8494" fmla="*/ 4462551 w 4752801"/>
              <a:gd name="connsiteY8494" fmla="*/ 1740289 h 2767298"/>
              <a:gd name="connsiteX8495" fmla="*/ 4463765 w 4752801"/>
              <a:gd name="connsiteY8495" fmla="*/ 1739884 h 2767298"/>
              <a:gd name="connsiteX8496" fmla="*/ 4383207 w 4752801"/>
              <a:gd name="connsiteY8496" fmla="*/ 1739884 h 2767298"/>
              <a:gd name="connsiteX8497" fmla="*/ 4386851 w 4752801"/>
              <a:gd name="connsiteY8497" fmla="*/ 1739884 h 2767298"/>
              <a:gd name="connsiteX8498" fmla="*/ 4388065 w 4752801"/>
              <a:gd name="connsiteY8498" fmla="*/ 1740694 h 2767298"/>
              <a:gd name="connsiteX8499" fmla="*/ 4390089 w 4752801"/>
              <a:gd name="connsiteY8499" fmla="*/ 1743932 h 2767298"/>
              <a:gd name="connsiteX8500" fmla="*/ 4390089 w 4752801"/>
              <a:gd name="connsiteY8500" fmla="*/ 1745147 h 2767298"/>
              <a:gd name="connsiteX8501" fmla="*/ 4388065 w 4752801"/>
              <a:gd name="connsiteY8501" fmla="*/ 1748385 h 2767298"/>
              <a:gd name="connsiteX8502" fmla="*/ 4386851 w 4752801"/>
              <a:gd name="connsiteY8502" fmla="*/ 1749195 h 2767298"/>
              <a:gd name="connsiteX8503" fmla="*/ 4383207 w 4752801"/>
              <a:gd name="connsiteY8503" fmla="*/ 1749195 h 2767298"/>
              <a:gd name="connsiteX8504" fmla="*/ 4381993 w 4752801"/>
              <a:gd name="connsiteY8504" fmla="*/ 1748385 h 2767298"/>
              <a:gd name="connsiteX8505" fmla="*/ 4379969 w 4752801"/>
              <a:gd name="connsiteY8505" fmla="*/ 1745147 h 2767298"/>
              <a:gd name="connsiteX8506" fmla="*/ 4379969 w 4752801"/>
              <a:gd name="connsiteY8506" fmla="*/ 1743932 h 2767298"/>
              <a:gd name="connsiteX8507" fmla="*/ 4381993 w 4752801"/>
              <a:gd name="connsiteY8507" fmla="*/ 1740694 h 2767298"/>
              <a:gd name="connsiteX8508" fmla="*/ 4383207 w 4752801"/>
              <a:gd name="connsiteY8508" fmla="*/ 1739884 h 2767298"/>
              <a:gd name="connsiteX8509" fmla="*/ 4302245 w 4752801"/>
              <a:gd name="connsiteY8509" fmla="*/ 1739884 h 2767298"/>
              <a:gd name="connsiteX8510" fmla="*/ 4305888 w 4752801"/>
              <a:gd name="connsiteY8510" fmla="*/ 1739884 h 2767298"/>
              <a:gd name="connsiteX8511" fmla="*/ 4307102 w 4752801"/>
              <a:gd name="connsiteY8511" fmla="*/ 1740289 h 2767298"/>
              <a:gd name="connsiteX8512" fmla="*/ 4308721 w 4752801"/>
              <a:gd name="connsiteY8512" fmla="*/ 1743527 h 2767298"/>
              <a:gd name="connsiteX8513" fmla="*/ 4308721 w 4752801"/>
              <a:gd name="connsiteY8513" fmla="*/ 1744742 h 2767298"/>
              <a:gd name="connsiteX8514" fmla="*/ 4307102 w 4752801"/>
              <a:gd name="connsiteY8514" fmla="*/ 1747980 h 2767298"/>
              <a:gd name="connsiteX8515" fmla="*/ 4305888 w 4752801"/>
              <a:gd name="connsiteY8515" fmla="*/ 1748385 h 2767298"/>
              <a:gd name="connsiteX8516" fmla="*/ 4302245 w 4752801"/>
              <a:gd name="connsiteY8516" fmla="*/ 1748385 h 2767298"/>
              <a:gd name="connsiteX8517" fmla="*/ 4301030 w 4752801"/>
              <a:gd name="connsiteY8517" fmla="*/ 1747980 h 2767298"/>
              <a:gd name="connsiteX8518" fmla="*/ 4299411 w 4752801"/>
              <a:gd name="connsiteY8518" fmla="*/ 1744742 h 2767298"/>
              <a:gd name="connsiteX8519" fmla="*/ 4299411 w 4752801"/>
              <a:gd name="connsiteY8519" fmla="*/ 1743527 h 2767298"/>
              <a:gd name="connsiteX8520" fmla="*/ 4301030 w 4752801"/>
              <a:gd name="connsiteY8520" fmla="*/ 1740289 h 2767298"/>
              <a:gd name="connsiteX8521" fmla="*/ 4302245 w 4752801"/>
              <a:gd name="connsiteY8521" fmla="*/ 1739884 h 2767298"/>
              <a:gd name="connsiteX8522" fmla="*/ 4423688 w 4752801"/>
              <a:gd name="connsiteY8522" fmla="*/ 1739479 h 2767298"/>
              <a:gd name="connsiteX8523" fmla="*/ 4427736 w 4752801"/>
              <a:gd name="connsiteY8523" fmla="*/ 1739479 h 2767298"/>
              <a:gd name="connsiteX8524" fmla="*/ 4428950 w 4752801"/>
              <a:gd name="connsiteY8524" fmla="*/ 1740288 h 2767298"/>
              <a:gd name="connsiteX8525" fmla="*/ 4430975 w 4752801"/>
              <a:gd name="connsiteY8525" fmla="*/ 1743932 h 2767298"/>
              <a:gd name="connsiteX8526" fmla="*/ 4430975 w 4752801"/>
              <a:gd name="connsiteY8526" fmla="*/ 1745146 h 2767298"/>
              <a:gd name="connsiteX8527" fmla="*/ 4428950 w 4752801"/>
              <a:gd name="connsiteY8527" fmla="*/ 1748790 h 2767298"/>
              <a:gd name="connsiteX8528" fmla="*/ 4427736 w 4752801"/>
              <a:gd name="connsiteY8528" fmla="*/ 1749194 h 2767298"/>
              <a:gd name="connsiteX8529" fmla="*/ 4423688 w 4752801"/>
              <a:gd name="connsiteY8529" fmla="*/ 1749194 h 2767298"/>
              <a:gd name="connsiteX8530" fmla="*/ 4422474 w 4752801"/>
              <a:gd name="connsiteY8530" fmla="*/ 1748790 h 2767298"/>
              <a:gd name="connsiteX8531" fmla="*/ 4420450 w 4752801"/>
              <a:gd name="connsiteY8531" fmla="*/ 1745146 h 2767298"/>
              <a:gd name="connsiteX8532" fmla="*/ 4420450 w 4752801"/>
              <a:gd name="connsiteY8532" fmla="*/ 1743932 h 2767298"/>
              <a:gd name="connsiteX8533" fmla="*/ 4422474 w 4752801"/>
              <a:gd name="connsiteY8533" fmla="*/ 1740288 h 2767298"/>
              <a:gd name="connsiteX8534" fmla="*/ 4423688 w 4752801"/>
              <a:gd name="connsiteY8534" fmla="*/ 1739479 h 2767298"/>
              <a:gd name="connsiteX8535" fmla="*/ 4342726 w 4752801"/>
              <a:gd name="connsiteY8535" fmla="*/ 1739479 h 2767298"/>
              <a:gd name="connsiteX8536" fmla="*/ 4346370 w 4752801"/>
              <a:gd name="connsiteY8536" fmla="*/ 1739479 h 2767298"/>
              <a:gd name="connsiteX8537" fmla="*/ 4347584 w 4752801"/>
              <a:gd name="connsiteY8537" fmla="*/ 1740288 h 2767298"/>
              <a:gd name="connsiteX8538" fmla="*/ 4349608 w 4752801"/>
              <a:gd name="connsiteY8538" fmla="*/ 1743527 h 2767298"/>
              <a:gd name="connsiteX8539" fmla="*/ 4349608 w 4752801"/>
              <a:gd name="connsiteY8539" fmla="*/ 1744742 h 2767298"/>
              <a:gd name="connsiteX8540" fmla="*/ 4347584 w 4752801"/>
              <a:gd name="connsiteY8540" fmla="*/ 1747980 h 2767298"/>
              <a:gd name="connsiteX8541" fmla="*/ 4346370 w 4752801"/>
              <a:gd name="connsiteY8541" fmla="*/ 1748790 h 2767298"/>
              <a:gd name="connsiteX8542" fmla="*/ 4342726 w 4752801"/>
              <a:gd name="connsiteY8542" fmla="*/ 1748790 h 2767298"/>
              <a:gd name="connsiteX8543" fmla="*/ 4341512 w 4752801"/>
              <a:gd name="connsiteY8543" fmla="*/ 1747980 h 2767298"/>
              <a:gd name="connsiteX8544" fmla="*/ 4339488 w 4752801"/>
              <a:gd name="connsiteY8544" fmla="*/ 1744742 h 2767298"/>
              <a:gd name="connsiteX8545" fmla="*/ 4339488 w 4752801"/>
              <a:gd name="connsiteY8545" fmla="*/ 1743527 h 2767298"/>
              <a:gd name="connsiteX8546" fmla="*/ 4341512 w 4752801"/>
              <a:gd name="connsiteY8546" fmla="*/ 1740288 h 2767298"/>
              <a:gd name="connsiteX8547" fmla="*/ 4342726 w 4752801"/>
              <a:gd name="connsiteY8547" fmla="*/ 1739479 h 2767298"/>
              <a:gd name="connsiteX8548" fmla="*/ 3370771 w 4752801"/>
              <a:gd name="connsiteY8548" fmla="*/ 1739479 h 2767298"/>
              <a:gd name="connsiteX8549" fmla="*/ 3375224 w 4752801"/>
              <a:gd name="connsiteY8549" fmla="*/ 1739479 h 2767298"/>
              <a:gd name="connsiteX8550" fmla="*/ 3376438 w 4752801"/>
              <a:gd name="connsiteY8550" fmla="*/ 1740288 h 2767298"/>
              <a:gd name="connsiteX8551" fmla="*/ 3378462 w 4752801"/>
              <a:gd name="connsiteY8551" fmla="*/ 1743932 h 2767298"/>
              <a:gd name="connsiteX8552" fmla="*/ 3378462 w 4752801"/>
              <a:gd name="connsiteY8552" fmla="*/ 1745146 h 2767298"/>
              <a:gd name="connsiteX8553" fmla="*/ 3376438 w 4752801"/>
              <a:gd name="connsiteY8553" fmla="*/ 1748790 h 2767298"/>
              <a:gd name="connsiteX8554" fmla="*/ 3375224 w 4752801"/>
              <a:gd name="connsiteY8554" fmla="*/ 1749599 h 2767298"/>
              <a:gd name="connsiteX8555" fmla="*/ 3370771 w 4752801"/>
              <a:gd name="connsiteY8555" fmla="*/ 1749599 h 2767298"/>
              <a:gd name="connsiteX8556" fmla="*/ 3369557 w 4752801"/>
              <a:gd name="connsiteY8556" fmla="*/ 1748790 h 2767298"/>
              <a:gd name="connsiteX8557" fmla="*/ 3367533 w 4752801"/>
              <a:gd name="connsiteY8557" fmla="*/ 1745146 h 2767298"/>
              <a:gd name="connsiteX8558" fmla="*/ 3367533 w 4752801"/>
              <a:gd name="connsiteY8558" fmla="*/ 1743932 h 2767298"/>
              <a:gd name="connsiteX8559" fmla="*/ 3369557 w 4752801"/>
              <a:gd name="connsiteY8559" fmla="*/ 1740288 h 2767298"/>
              <a:gd name="connsiteX8560" fmla="*/ 3370771 w 4752801"/>
              <a:gd name="connsiteY8560" fmla="*/ 1739479 h 2767298"/>
              <a:gd name="connsiteX8561" fmla="*/ 4504651 w 4752801"/>
              <a:gd name="connsiteY8561" fmla="*/ 1739074 h 2767298"/>
              <a:gd name="connsiteX8562" fmla="*/ 4508699 w 4752801"/>
              <a:gd name="connsiteY8562" fmla="*/ 1739074 h 2767298"/>
              <a:gd name="connsiteX8563" fmla="*/ 4509913 w 4752801"/>
              <a:gd name="connsiteY8563" fmla="*/ 1739884 h 2767298"/>
              <a:gd name="connsiteX8564" fmla="*/ 4511938 w 4752801"/>
              <a:gd name="connsiteY8564" fmla="*/ 1743527 h 2767298"/>
              <a:gd name="connsiteX8565" fmla="*/ 4511938 w 4752801"/>
              <a:gd name="connsiteY8565" fmla="*/ 1744741 h 2767298"/>
              <a:gd name="connsiteX8566" fmla="*/ 4509913 w 4752801"/>
              <a:gd name="connsiteY8566" fmla="*/ 1748385 h 2767298"/>
              <a:gd name="connsiteX8567" fmla="*/ 4508699 w 4752801"/>
              <a:gd name="connsiteY8567" fmla="*/ 1748790 h 2767298"/>
              <a:gd name="connsiteX8568" fmla="*/ 4504651 w 4752801"/>
              <a:gd name="connsiteY8568" fmla="*/ 1748790 h 2767298"/>
              <a:gd name="connsiteX8569" fmla="*/ 4503437 w 4752801"/>
              <a:gd name="connsiteY8569" fmla="*/ 1748385 h 2767298"/>
              <a:gd name="connsiteX8570" fmla="*/ 4501413 w 4752801"/>
              <a:gd name="connsiteY8570" fmla="*/ 1744741 h 2767298"/>
              <a:gd name="connsiteX8571" fmla="*/ 4501413 w 4752801"/>
              <a:gd name="connsiteY8571" fmla="*/ 1743527 h 2767298"/>
              <a:gd name="connsiteX8572" fmla="*/ 4503437 w 4752801"/>
              <a:gd name="connsiteY8572" fmla="*/ 1739884 h 2767298"/>
              <a:gd name="connsiteX8573" fmla="*/ 4504651 w 4752801"/>
              <a:gd name="connsiteY8573" fmla="*/ 1739074 h 2767298"/>
              <a:gd name="connsiteX8574" fmla="*/ 3330290 w 4752801"/>
              <a:gd name="connsiteY8574" fmla="*/ 1739074 h 2767298"/>
              <a:gd name="connsiteX8575" fmla="*/ 3335147 w 4752801"/>
              <a:gd name="connsiteY8575" fmla="*/ 1739074 h 2767298"/>
              <a:gd name="connsiteX8576" fmla="*/ 3336362 w 4752801"/>
              <a:gd name="connsiteY8576" fmla="*/ 1739884 h 2767298"/>
              <a:gd name="connsiteX8577" fmla="*/ 3338791 w 4752801"/>
              <a:gd name="connsiteY8577" fmla="*/ 1743932 h 2767298"/>
              <a:gd name="connsiteX8578" fmla="*/ 3338791 w 4752801"/>
              <a:gd name="connsiteY8578" fmla="*/ 1745146 h 2767298"/>
              <a:gd name="connsiteX8579" fmla="*/ 3336362 w 4752801"/>
              <a:gd name="connsiteY8579" fmla="*/ 1749194 h 2767298"/>
              <a:gd name="connsiteX8580" fmla="*/ 3335147 w 4752801"/>
              <a:gd name="connsiteY8580" fmla="*/ 1749599 h 2767298"/>
              <a:gd name="connsiteX8581" fmla="*/ 3330290 w 4752801"/>
              <a:gd name="connsiteY8581" fmla="*/ 1749599 h 2767298"/>
              <a:gd name="connsiteX8582" fmla="*/ 3329075 w 4752801"/>
              <a:gd name="connsiteY8582" fmla="*/ 1749194 h 2767298"/>
              <a:gd name="connsiteX8583" fmla="*/ 3326647 w 4752801"/>
              <a:gd name="connsiteY8583" fmla="*/ 1745146 h 2767298"/>
              <a:gd name="connsiteX8584" fmla="*/ 3326647 w 4752801"/>
              <a:gd name="connsiteY8584" fmla="*/ 1743932 h 2767298"/>
              <a:gd name="connsiteX8585" fmla="*/ 3329075 w 4752801"/>
              <a:gd name="connsiteY8585" fmla="*/ 1739884 h 2767298"/>
              <a:gd name="connsiteX8586" fmla="*/ 3330290 w 4752801"/>
              <a:gd name="connsiteY8586" fmla="*/ 1739074 h 2767298"/>
              <a:gd name="connsiteX8587" fmla="*/ 3289404 w 4752801"/>
              <a:gd name="connsiteY8587" fmla="*/ 1739074 h 2767298"/>
              <a:gd name="connsiteX8588" fmla="*/ 3294262 w 4752801"/>
              <a:gd name="connsiteY8588" fmla="*/ 1739074 h 2767298"/>
              <a:gd name="connsiteX8589" fmla="*/ 3295476 w 4752801"/>
              <a:gd name="connsiteY8589" fmla="*/ 1739884 h 2767298"/>
              <a:gd name="connsiteX8590" fmla="*/ 3297905 w 4752801"/>
              <a:gd name="connsiteY8590" fmla="*/ 1743932 h 2767298"/>
              <a:gd name="connsiteX8591" fmla="*/ 3297905 w 4752801"/>
              <a:gd name="connsiteY8591" fmla="*/ 1745146 h 2767298"/>
              <a:gd name="connsiteX8592" fmla="*/ 3295476 w 4752801"/>
              <a:gd name="connsiteY8592" fmla="*/ 1749194 h 2767298"/>
              <a:gd name="connsiteX8593" fmla="*/ 3294262 w 4752801"/>
              <a:gd name="connsiteY8593" fmla="*/ 1750004 h 2767298"/>
              <a:gd name="connsiteX8594" fmla="*/ 3289404 w 4752801"/>
              <a:gd name="connsiteY8594" fmla="*/ 1750004 h 2767298"/>
              <a:gd name="connsiteX8595" fmla="*/ 3288190 w 4752801"/>
              <a:gd name="connsiteY8595" fmla="*/ 1749194 h 2767298"/>
              <a:gd name="connsiteX8596" fmla="*/ 3285761 w 4752801"/>
              <a:gd name="connsiteY8596" fmla="*/ 1745146 h 2767298"/>
              <a:gd name="connsiteX8597" fmla="*/ 3285761 w 4752801"/>
              <a:gd name="connsiteY8597" fmla="*/ 1743932 h 2767298"/>
              <a:gd name="connsiteX8598" fmla="*/ 3288190 w 4752801"/>
              <a:gd name="connsiteY8598" fmla="*/ 1739884 h 2767298"/>
              <a:gd name="connsiteX8599" fmla="*/ 3289404 w 4752801"/>
              <a:gd name="connsiteY8599" fmla="*/ 1739074 h 2767298"/>
              <a:gd name="connsiteX8600" fmla="*/ 3248923 w 4752801"/>
              <a:gd name="connsiteY8600" fmla="*/ 1738265 h 2767298"/>
              <a:gd name="connsiteX8601" fmla="*/ 3254590 w 4752801"/>
              <a:gd name="connsiteY8601" fmla="*/ 1738265 h 2767298"/>
              <a:gd name="connsiteX8602" fmla="*/ 3255805 w 4752801"/>
              <a:gd name="connsiteY8602" fmla="*/ 1739075 h 2767298"/>
              <a:gd name="connsiteX8603" fmla="*/ 3258638 w 4752801"/>
              <a:gd name="connsiteY8603" fmla="*/ 1743932 h 2767298"/>
              <a:gd name="connsiteX8604" fmla="*/ 3258638 w 4752801"/>
              <a:gd name="connsiteY8604" fmla="*/ 1745147 h 2767298"/>
              <a:gd name="connsiteX8605" fmla="*/ 3255805 w 4752801"/>
              <a:gd name="connsiteY8605" fmla="*/ 1750005 h 2767298"/>
              <a:gd name="connsiteX8606" fmla="*/ 3254590 w 4752801"/>
              <a:gd name="connsiteY8606" fmla="*/ 1750814 h 2767298"/>
              <a:gd name="connsiteX8607" fmla="*/ 3248923 w 4752801"/>
              <a:gd name="connsiteY8607" fmla="*/ 1750814 h 2767298"/>
              <a:gd name="connsiteX8608" fmla="*/ 3247709 w 4752801"/>
              <a:gd name="connsiteY8608" fmla="*/ 1750005 h 2767298"/>
              <a:gd name="connsiteX8609" fmla="*/ 3244875 w 4752801"/>
              <a:gd name="connsiteY8609" fmla="*/ 1745147 h 2767298"/>
              <a:gd name="connsiteX8610" fmla="*/ 3244875 w 4752801"/>
              <a:gd name="connsiteY8610" fmla="*/ 1743932 h 2767298"/>
              <a:gd name="connsiteX8611" fmla="*/ 3247709 w 4752801"/>
              <a:gd name="connsiteY8611" fmla="*/ 1739075 h 2767298"/>
              <a:gd name="connsiteX8612" fmla="*/ 3248923 w 4752801"/>
              <a:gd name="connsiteY8612" fmla="*/ 1738265 h 2767298"/>
              <a:gd name="connsiteX8613" fmla="*/ 3206822 w 4752801"/>
              <a:gd name="connsiteY8613" fmla="*/ 1735431 h 2767298"/>
              <a:gd name="connsiteX8614" fmla="*/ 3215728 w 4752801"/>
              <a:gd name="connsiteY8614" fmla="*/ 1735431 h 2767298"/>
              <a:gd name="connsiteX8615" fmla="*/ 3216942 w 4752801"/>
              <a:gd name="connsiteY8615" fmla="*/ 1736240 h 2767298"/>
              <a:gd name="connsiteX8616" fmla="*/ 3221395 w 4752801"/>
              <a:gd name="connsiteY8616" fmla="*/ 1743932 h 2767298"/>
              <a:gd name="connsiteX8617" fmla="*/ 3221395 w 4752801"/>
              <a:gd name="connsiteY8617" fmla="*/ 1745146 h 2767298"/>
              <a:gd name="connsiteX8618" fmla="*/ 3216942 w 4752801"/>
              <a:gd name="connsiteY8618" fmla="*/ 1752838 h 2767298"/>
              <a:gd name="connsiteX8619" fmla="*/ 3215728 w 4752801"/>
              <a:gd name="connsiteY8619" fmla="*/ 1753648 h 2767298"/>
              <a:gd name="connsiteX8620" fmla="*/ 3206822 w 4752801"/>
              <a:gd name="connsiteY8620" fmla="*/ 1753648 h 2767298"/>
              <a:gd name="connsiteX8621" fmla="*/ 3205607 w 4752801"/>
              <a:gd name="connsiteY8621" fmla="*/ 1752838 h 2767298"/>
              <a:gd name="connsiteX8622" fmla="*/ 3201155 w 4752801"/>
              <a:gd name="connsiteY8622" fmla="*/ 1745146 h 2767298"/>
              <a:gd name="connsiteX8623" fmla="*/ 3201155 w 4752801"/>
              <a:gd name="connsiteY8623" fmla="*/ 1743932 h 2767298"/>
              <a:gd name="connsiteX8624" fmla="*/ 3205607 w 4752801"/>
              <a:gd name="connsiteY8624" fmla="*/ 1736240 h 2767298"/>
              <a:gd name="connsiteX8625" fmla="*/ 3206822 w 4752801"/>
              <a:gd name="connsiteY8625" fmla="*/ 1735431 h 2767298"/>
              <a:gd name="connsiteX8626" fmla="*/ 3125050 w 4752801"/>
              <a:gd name="connsiteY8626" fmla="*/ 1734622 h 2767298"/>
              <a:gd name="connsiteX8627" fmla="*/ 3135170 w 4752801"/>
              <a:gd name="connsiteY8627" fmla="*/ 1734622 h 2767298"/>
              <a:gd name="connsiteX8628" fmla="*/ 3136385 w 4752801"/>
              <a:gd name="connsiteY8628" fmla="*/ 1735432 h 2767298"/>
              <a:gd name="connsiteX8629" fmla="*/ 3141242 w 4752801"/>
              <a:gd name="connsiteY8629" fmla="*/ 1743933 h 2767298"/>
              <a:gd name="connsiteX8630" fmla="*/ 3141242 w 4752801"/>
              <a:gd name="connsiteY8630" fmla="*/ 1745147 h 2767298"/>
              <a:gd name="connsiteX8631" fmla="*/ 3136385 w 4752801"/>
              <a:gd name="connsiteY8631" fmla="*/ 1753648 h 2767298"/>
              <a:gd name="connsiteX8632" fmla="*/ 3135170 w 4752801"/>
              <a:gd name="connsiteY8632" fmla="*/ 1754053 h 2767298"/>
              <a:gd name="connsiteX8633" fmla="*/ 3125050 w 4752801"/>
              <a:gd name="connsiteY8633" fmla="*/ 1754053 h 2767298"/>
              <a:gd name="connsiteX8634" fmla="*/ 3123836 w 4752801"/>
              <a:gd name="connsiteY8634" fmla="*/ 1753648 h 2767298"/>
              <a:gd name="connsiteX8635" fmla="*/ 3118978 w 4752801"/>
              <a:gd name="connsiteY8635" fmla="*/ 1745147 h 2767298"/>
              <a:gd name="connsiteX8636" fmla="*/ 3118978 w 4752801"/>
              <a:gd name="connsiteY8636" fmla="*/ 1743933 h 2767298"/>
              <a:gd name="connsiteX8637" fmla="*/ 3123836 w 4752801"/>
              <a:gd name="connsiteY8637" fmla="*/ 1735432 h 2767298"/>
              <a:gd name="connsiteX8638" fmla="*/ 3125050 w 4752801"/>
              <a:gd name="connsiteY8638" fmla="*/ 1734622 h 2767298"/>
              <a:gd name="connsiteX8639" fmla="*/ 3165531 w 4752801"/>
              <a:gd name="connsiteY8639" fmla="*/ 1733812 h 2767298"/>
              <a:gd name="connsiteX8640" fmla="*/ 3176056 w 4752801"/>
              <a:gd name="connsiteY8640" fmla="*/ 1733812 h 2767298"/>
              <a:gd name="connsiteX8641" fmla="*/ 3177271 w 4752801"/>
              <a:gd name="connsiteY8641" fmla="*/ 1734217 h 2767298"/>
              <a:gd name="connsiteX8642" fmla="*/ 3182534 w 4752801"/>
              <a:gd name="connsiteY8642" fmla="*/ 1743528 h 2767298"/>
              <a:gd name="connsiteX8643" fmla="*/ 3182534 w 4752801"/>
              <a:gd name="connsiteY8643" fmla="*/ 1744742 h 2767298"/>
              <a:gd name="connsiteX8644" fmla="*/ 3177271 w 4752801"/>
              <a:gd name="connsiteY8644" fmla="*/ 1754053 h 2767298"/>
              <a:gd name="connsiteX8645" fmla="*/ 3176056 w 4752801"/>
              <a:gd name="connsiteY8645" fmla="*/ 1754457 h 2767298"/>
              <a:gd name="connsiteX8646" fmla="*/ 3165531 w 4752801"/>
              <a:gd name="connsiteY8646" fmla="*/ 1754457 h 2767298"/>
              <a:gd name="connsiteX8647" fmla="*/ 3164317 w 4752801"/>
              <a:gd name="connsiteY8647" fmla="*/ 1754053 h 2767298"/>
              <a:gd name="connsiteX8648" fmla="*/ 3159055 w 4752801"/>
              <a:gd name="connsiteY8648" fmla="*/ 1744742 h 2767298"/>
              <a:gd name="connsiteX8649" fmla="*/ 3159055 w 4752801"/>
              <a:gd name="connsiteY8649" fmla="*/ 1743528 h 2767298"/>
              <a:gd name="connsiteX8650" fmla="*/ 3164317 w 4752801"/>
              <a:gd name="connsiteY8650" fmla="*/ 1734217 h 2767298"/>
              <a:gd name="connsiteX8651" fmla="*/ 3165531 w 4752801"/>
              <a:gd name="connsiteY8651" fmla="*/ 1733812 h 2767298"/>
              <a:gd name="connsiteX8652" fmla="*/ 3858165 w 4752801"/>
              <a:gd name="connsiteY8652" fmla="*/ 1702237 h 2767298"/>
              <a:gd name="connsiteX8653" fmla="*/ 3860189 w 4752801"/>
              <a:gd name="connsiteY8653" fmla="*/ 1702237 h 2767298"/>
              <a:gd name="connsiteX8654" fmla="*/ 3861404 w 4752801"/>
              <a:gd name="connsiteY8654" fmla="*/ 1703856 h 2767298"/>
              <a:gd name="connsiteX8655" fmla="*/ 3860189 w 4752801"/>
              <a:gd name="connsiteY8655" fmla="*/ 1705475 h 2767298"/>
              <a:gd name="connsiteX8656" fmla="*/ 3858165 w 4752801"/>
              <a:gd name="connsiteY8656" fmla="*/ 1705475 h 2767298"/>
              <a:gd name="connsiteX8657" fmla="*/ 3856951 w 4752801"/>
              <a:gd name="connsiteY8657" fmla="*/ 1703856 h 2767298"/>
              <a:gd name="connsiteX8658" fmla="*/ 3817684 w 4752801"/>
              <a:gd name="connsiteY8658" fmla="*/ 1701832 h 2767298"/>
              <a:gd name="connsiteX8659" fmla="*/ 3819708 w 4752801"/>
              <a:gd name="connsiteY8659" fmla="*/ 1701832 h 2767298"/>
              <a:gd name="connsiteX8660" fmla="*/ 3820923 w 4752801"/>
              <a:gd name="connsiteY8660" fmla="*/ 1703856 h 2767298"/>
              <a:gd name="connsiteX8661" fmla="*/ 3819708 w 4752801"/>
              <a:gd name="connsiteY8661" fmla="*/ 1705880 h 2767298"/>
              <a:gd name="connsiteX8662" fmla="*/ 3817684 w 4752801"/>
              <a:gd name="connsiteY8662" fmla="*/ 1705880 h 2767298"/>
              <a:gd name="connsiteX8663" fmla="*/ 3816470 w 4752801"/>
              <a:gd name="connsiteY8663" fmla="*/ 1703856 h 2767298"/>
              <a:gd name="connsiteX8664" fmla="*/ 3695835 w 4752801"/>
              <a:gd name="connsiteY8664" fmla="*/ 1701832 h 2767298"/>
              <a:gd name="connsiteX8665" fmla="*/ 3698264 w 4752801"/>
              <a:gd name="connsiteY8665" fmla="*/ 1701832 h 2767298"/>
              <a:gd name="connsiteX8666" fmla="*/ 3699479 w 4752801"/>
              <a:gd name="connsiteY8666" fmla="*/ 1703856 h 2767298"/>
              <a:gd name="connsiteX8667" fmla="*/ 3698264 w 4752801"/>
              <a:gd name="connsiteY8667" fmla="*/ 1705880 h 2767298"/>
              <a:gd name="connsiteX8668" fmla="*/ 3695835 w 4752801"/>
              <a:gd name="connsiteY8668" fmla="*/ 1705880 h 2767298"/>
              <a:gd name="connsiteX8669" fmla="*/ 3694621 w 4752801"/>
              <a:gd name="connsiteY8669" fmla="*/ 1703856 h 2767298"/>
              <a:gd name="connsiteX8670" fmla="*/ 3655354 w 4752801"/>
              <a:gd name="connsiteY8670" fmla="*/ 1701832 h 2767298"/>
              <a:gd name="connsiteX8671" fmla="*/ 3657783 w 4752801"/>
              <a:gd name="connsiteY8671" fmla="*/ 1701832 h 2767298"/>
              <a:gd name="connsiteX8672" fmla="*/ 3658998 w 4752801"/>
              <a:gd name="connsiteY8672" fmla="*/ 1703856 h 2767298"/>
              <a:gd name="connsiteX8673" fmla="*/ 3657783 w 4752801"/>
              <a:gd name="connsiteY8673" fmla="*/ 1705880 h 2767298"/>
              <a:gd name="connsiteX8674" fmla="*/ 3655354 w 4752801"/>
              <a:gd name="connsiteY8674" fmla="*/ 1705880 h 2767298"/>
              <a:gd name="connsiteX8675" fmla="*/ 3654140 w 4752801"/>
              <a:gd name="connsiteY8675" fmla="*/ 1703856 h 2767298"/>
              <a:gd name="connsiteX8676" fmla="*/ 4060166 w 4752801"/>
              <a:gd name="connsiteY8676" fmla="*/ 1701427 h 2767298"/>
              <a:gd name="connsiteX8677" fmla="*/ 4063000 w 4752801"/>
              <a:gd name="connsiteY8677" fmla="*/ 1701427 h 2767298"/>
              <a:gd name="connsiteX8678" fmla="*/ 4064619 w 4752801"/>
              <a:gd name="connsiteY8678" fmla="*/ 1703856 h 2767298"/>
              <a:gd name="connsiteX8679" fmla="*/ 4063000 w 4752801"/>
              <a:gd name="connsiteY8679" fmla="*/ 1706285 h 2767298"/>
              <a:gd name="connsiteX8680" fmla="*/ 4060166 w 4752801"/>
              <a:gd name="connsiteY8680" fmla="*/ 1706285 h 2767298"/>
              <a:gd name="connsiteX8681" fmla="*/ 4058547 w 4752801"/>
              <a:gd name="connsiteY8681" fmla="*/ 1703856 h 2767298"/>
              <a:gd name="connsiteX8682" fmla="*/ 3938319 w 4752801"/>
              <a:gd name="connsiteY8682" fmla="*/ 1701427 h 2767298"/>
              <a:gd name="connsiteX8683" fmla="*/ 3941152 w 4752801"/>
              <a:gd name="connsiteY8683" fmla="*/ 1701427 h 2767298"/>
              <a:gd name="connsiteX8684" fmla="*/ 3942367 w 4752801"/>
              <a:gd name="connsiteY8684" fmla="*/ 1703856 h 2767298"/>
              <a:gd name="connsiteX8685" fmla="*/ 3941152 w 4752801"/>
              <a:gd name="connsiteY8685" fmla="*/ 1706285 h 2767298"/>
              <a:gd name="connsiteX8686" fmla="*/ 3938319 w 4752801"/>
              <a:gd name="connsiteY8686" fmla="*/ 1706285 h 2767298"/>
              <a:gd name="connsiteX8687" fmla="*/ 3937104 w 4752801"/>
              <a:gd name="connsiteY8687" fmla="*/ 1703856 h 2767298"/>
              <a:gd name="connsiteX8688" fmla="*/ 3897837 w 4752801"/>
              <a:gd name="connsiteY8688" fmla="*/ 1701427 h 2767298"/>
              <a:gd name="connsiteX8689" fmla="*/ 3900670 w 4752801"/>
              <a:gd name="connsiteY8689" fmla="*/ 1701427 h 2767298"/>
              <a:gd name="connsiteX8690" fmla="*/ 3901885 w 4752801"/>
              <a:gd name="connsiteY8690" fmla="*/ 1703856 h 2767298"/>
              <a:gd name="connsiteX8691" fmla="*/ 3900670 w 4752801"/>
              <a:gd name="connsiteY8691" fmla="*/ 1706285 h 2767298"/>
              <a:gd name="connsiteX8692" fmla="*/ 3897837 w 4752801"/>
              <a:gd name="connsiteY8692" fmla="*/ 1706285 h 2767298"/>
              <a:gd name="connsiteX8693" fmla="*/ 3896622 w 4752801"/>
              <a:gd name="connsiteY8693" fmla="*/ 1703856 h 2767298"/>
              <a:gd name="connsiteX8694" fmla="*/ 3776394 w 4752801"/>
              <a:gd name="connsiteY8694" fmla="*/ 1701427 h 2767298"/>
              <a:gd name="connsiteX8695" fmla="*/ 3779227 w 4752801"/>
              <a:gd name="connsiteY8695" fmla="*/ 1701427 h 2767298"/>
              <a:gd name="connsiteX8696" fmla="*/ 3780442 w 4752801"/>
              <a:gd name="connsiteY8696" fmla="*/ 1703856 h 2767298"/>
              <a:gd name="connsiteX8697" fmla="*/ 3779227 w 4752801"/>
              <a:gd name="connsiteY8697" fmla="*/ 1706285 h 2767298"/>
              <a:gd name="connsiteX8698" fmla="*/ 3776394 w 4752801"/>
              <a:gd name="connsiteY8698" fmla="*/ 1706285 h 2767298"/>
              <a:gd name="connsiteX8699" fmla="*/ 3775179 w 4752801"/>
              <a:gd name="connsiteY8699" fmla="*/ 1703856 h 2767298"/>
              <a:gd name="connsiteX8700" fmla="*/ 3735912 w 4752801"/>
              <a:gd name="connsiteY8700" fmla="*/ 1701427 h 2767298"/>
              <a:gd name="connsiteX8701" fmla="*/ 3738745 w 4752801"/>
              <a:gd name="connsiteY8701" fmla="*/ 1701427 h 2767298"/>
              <a:gd name="connsiteX8702" fmla="*/ 3739960 w 4752801"/>
              <a:gd name="connsiteY8702" fmla="*/ 1703856 h 2767298"/>
              <a:gd name="connsiteX8703" fmla="*/ 3738745 w 4752801"/>
              <a:gd name="connsiteY8703" fmla="*/ 1706285 h 2767298"/>
              <a:gd name="connsiteX8704" fmla="*/ 3735912 w 4752801"/>
              <a:gd name="connsiteY8704" fmla="*/ 1706285 h 2767298"/>
              <a:gd name="connsiteX8705" fmla="*/ 3734697 w 4752801"/>
              <a:gd name="connsiteY8705" fmla="*/ 1703856 h 2767298"/>
              <a:gd name="connsiteX8706" fmla="*/ 4140724 w 4752801"/>
              <a:gd name="connsiteY8706" fmla="*/ 1701022 h 2767298"/>
              <a:gd name="connsiteX8707" fmla="*/ 4143963 w 4752801"/>
              <a:gd name="connsiteY8707" fmla="*/ 1701022 h 2767298"/>
              <a:gd name="connsiteX8708" fmla="*/ 4145582 w 4752801"/>
              <a:gd name="connsiteY8708" fmla="*/ 1703855 h 2767298"/>
              <a:gd name="connsiteX8709" fmla="*/ 4143963 w 4752801"/>
              <a:gd name="connsiteY8709" fmla="*/ 1706689 h 2767298"/>
              <a:gd name="connsiteX8710" fmla="*/ 4140724 w 4752801"/>
              <a:gd name="connsiteY8710" fmla="*/ 1706689 h 2767298"/>
              <a:gd name="connsiteX8711" fmla="*/ 4139105 w 4752801"/>
              <a:gd name="connsiteY8711" fmla="*/ 1703855 h 2767298"/>
              <a:gd name="connsiteX8712" fmla="*/ 4100243 w 4752801"/>
              <a:gd name="connsiteY8712" fmla="*/ 1701022 h 2767298"/>
              <a:gd name="connsiteX8713" fmla="*/ 4103482 w 4752801"/>
              <a:gd name="connsiteY8713" fmla="*/ 1701022 h 2767298"/>
              <a:gd name="connsiteX8714" fmla="*/ 4105101 w 4752801"/>
              <a:gd name="connsiteY8714" fmla="*/ 1703855 h 2767298"/>
              <a:gd name="connsiteX8715" fmla="*/ 4103482 w 4752801"/>
              <a:gd name="connsiteY8715" fmla="*/ 1706689 h 2767298"/>
              <a:gd name="connsiteX8716" fmla="*/ 4100243 w 4752801"/>
              <a:gd name="connsiteY8716" fmla="*/ 1706689 h 2767298"/>
              <a:gd name="connsiteX8717" fmla="*/ 4098624 w 4752801"/>
              <a:gd name="connsiteY8717" fmla="*/ 1703855 h 2767298"/>
              <a:gd name="connsiteX8718" fmla="*/ 4019280 w 4752801"/>
              <a:gd name="connsiteY8718" fmla="*/ 1701022 h 2767298"/>
              <a:gd name="connsiteX8719" fmla="*/ 4022519 w 4752801"/>
              <a:gd name="connsiteY8719" fmla="*/ 1701022 h 2767298"/>
              <a:gd name="connsiteX8720" fmla="*/ 4024138 w 4752801"/>
              <a:gd name="connsiteY8720" fmla="*/ 1703855 h 2767298"/>
              <a:gd name="connsiteX8721" fmla="*/ 4022519 w 4752801"/>
              <a:gd name="connsiteY8721" fmla="*/ 1706689 h 2767298"/>
              <a:gd name="connsiteX8722" fmla="*/ 4019280 w 4752801"/>
              <a:gd name="connsiteY8722" fmla="*/ 1706689 h 2767298"/>
              <a:gd name="connsiteX8723" fmla="*/ 4017661 w 4752801"/>
              <a:gd name="connsiteY8723" fmla="*/ 1703855 h 2767298"/>
              <a:gd name="connsiteX8724" fmla="*/ 3978799 w 4752801"/>
              <a:gd name="connsiteY8724" fmla="*/ 1701022 h 2767298"/>
              <a:gd name="connsiteX8725" fmla="*/ 3982038 w 4752801"/>
              <a:gd name="connsiteY8725" fmla="*/ 1701022 h 2767298"/>
              <a:gd name="connsiteX8726" fmla="*/ 3983657 w 4752801"/>
              <a:gd name="connsiteY8726" fmla="*/ 1703855 h 2767298"/>
              <a:gd name="connsiteX8727" fmla="*/ 3982038 w 4752801"/>
              <a:gd name="connsiteY8727" fmla="*/ 1706689 h 2767298"/>
              <a:gd name="connsiteX8728" fmla="*/ 3978799 w 4752801"/>
              <a:gd name="connsiteY8728" fmla="*/ 1706689 h 2767298"/>
              <a:gd name="connsiteX8729" fmla="*/ 3977180 w 4752801"/>
              <a:gd name="connsiteY8729" fmla="*/ 1703855 h 2767298"/>
              <a:gd name="connsiteX8730" fmla="*/ 3614063 w 4752801"/>
              <a:gd name="connsiteY8730" fmla="*/ 1701022 h 2767298"/>
              <a:gd name="connsiteX8731" fmla="*/ 3617707 w 4752801"/>
              <a:gd name="connsiteY8731" fmla="*/ 1701022 h 2767298"/>
              <a:gd name="connsiteX8732" fmla="*/ 3619326 w 4752801"/>
              <a:gd name="connsiteY8732" fmla="*/ 1703855 h 2767298"/>
              <a:gd name="connsiteX8733" fmla="*/ 3617707 w 4752801"/>
              <a:gd name="connsiteY8733" fmla="*/ 1706689 h 2767298"/>
              <a:gd name="connsiteX8734" fmla="*/ 3614063 w 4752801"/>
              <a:gd name="connsiteY8734" fmla="*/ 1706689 h 2767298"/>
              <a:gd name="connsiteX8735" fmla="*/ 3612444 w 4752801"/>
              <a:gd name="connsiteY8735" fmla="*/ 1703855 h 2767298"/>
              <a:gd name="connsiteX8736" fmla="*/ 3573582 w 4752801"/>
              <a:gd name="connsiteY8736" fmla="*/ 1701022 h 2767298"/>
              <a:gd name="connsiteX8737" fmla="*/ 3577226 w 4752801"/>
              <a:gd name="connsiteY8737" fmla="*/ 1701022 h 2767298"/>
              <a:gd name="connsiteX8738" fmla="*/ 3578845 w 4752801"/>
              <a:gd name="connsiteY8738" fmla="*/ 1703855 h 2767298"/>
              <a:gd name="connsiteX8739" fmla="*/ 3577226 w 4752801"/>
              <a:gd name="connsiteY8739" fmla="*/ 1706689 h 2767298"/>
              <a:gd name="connsiteX8740" fmla="*/ 3573582 w 4752801"/>
              <a:gd name="connsiteY8740" fmla="*/ 1706689 h 2767298"/>
              <a:gd name="connsiteX8741" fmla="*/ 3571963 w 4752801"/>
              <a:gd name="connsiteY8741" fmla="*/ 1703855 h 2767298"/>
              <a:gd name="connsiteX8742" fmla="*/ 3493024 w 4752801"/>
              <a:gd name="connsiteY8742" fmla="*/ 1701022 h 2767298"/>
              <a:gd name="connsiteX8743" fmla="*/ 3496263 w 4752801"/>
              <a:gd name="connsiteY8743" fmla="*/ 1701022 h 2767298"/>
              <a:gd name="connsiteX8744" fmla="*/ 3497882 w 4752801"/>
              <a:gd name="connsiteY8744" fmla="*/ 1703855 h 2767298"/>
              <a:gd name="connsiteX8745" fmla="*/ 3496263 w 4752801"/>
              <a:gd name="connsiteY8745" fmla="*/ 1706689 h 2767298"/>
              <a:gd name="connsiteX8746" fmla="*/ 3493024 w 4752801"/>
              <a:gd name="connsiteY8746" fmla="*/ 1706689 h 2767298"/>
              <a:gd name="connsiteX8747" fmla="*/ 3491405 w 4752801"/>
              <a:gd name="connsiteY8747" fmla="*/ 1703855 h 2767298"/>
              <a:gd name="connsiteX8748" fmla="*/ 3412062 w 4752801"/>
              <a:gd name="connsiteY8748" fmla="*/ 1701022 h 2767298"/>
              <a:gd name="connsiteX8749" fmla="*/ 3415301 w 4752801"/>
              <a:gd name="connsiteY8749" fmla="*/ 1701022 h 2767298"/>
              <a:gd name="connsiteX8750" fmla="*/ 3416920 w 4752801"/>
              <a:gd name="connsiteY8750" fmla="*/ 1703855 h 2767298"/>
              <a:gd name="connsiteX8751" fmla="*/ 3415301 w 4752801"/>
              <a:gd name="connsiteY8751" fmla="*/ 1706689 h 2767298"/>
              <a:gd name="connsiteX8752" fmla="*/ 3412062 w 4752801"/>
              <a:gd name="connsiteY8752" fmla="*/ 1706689 h 2767298"/>
              <a:gd name="connsiteX8753" fmla="*/ 3410443 w 4752801"/>
              <a:gd name="connsiteY8753" fmla="*/ 1703855 h 2767298"/>
              <a:gd name="connsiteX8754" fmla="*/ 3533506 w 4752801"/>
              <a:gd name="connsiteY8754" fmla="*/ 1700617 h 2767298"/>
              <a:gd name="connsiteX8755" fmla="*/ 3537149 w 4752801"/>
              <a:gd name="connsiteY8755" fmla="*/ 1700617 h 2767298"/>
              <a:gd name="connsiteX8756" fmla="*/ 3539174 w 4752801"/>
              <a:gd name="connsiteY8756" fmla="*/ 1703855 h 2767298"/>
              <a:gd name="connsiteX8757" fmla="*/ 3537149 w 4752801"/>
              <a:gd name="connsiteY8757" fmla="*/ 1707094 h 2767298"/>
              <a:gd name="connsiteX8758" fmla="*/ 3533506 w 4752801"/>
              <a:gd name="connsiteY8758" fmla="*/ 1707094 h 2767298"/>
              <a:gd name="connsiteX8759" fmla="*/ 3531482 w 4752801"/>
              <a:gd name="connsiteY8759" fmla="*/ 1703855 h 2767298"/>
              <a:gd name="connsiteX8760" fmla="*/ 4343130 w 4752801"/>
              <a:gd name="connsiteY8760" fmla="*/ 1700213 h 2767298"/>
              <a:gd name="connsiteX8761" fmla="*/ 4346369 w 4752801"/>
              <a:gd name="connsiteY8761" fmla="*/ 1700213 h 2767298"/>
              <a:gd name="connsiteX8762" fmla="*/ 4347583 w 4752801"/>
              <a:gd name="connsiteY8762" fmla="*/ 1700618 h 2767298"/>
              <a:gd name="connsiteX8763" fmla="*/ 4349203 w 4752801"/>
              <a:gd name="connsiteY8763" fmla="*/ 1703451 h 2767298"/>
              <a:gd name="connsiteX8764" fmla="*/ 4349203 w 4752801"/>
              <a:gd name="connsiteY8764" fmla="*/ 1704666 h 2767298"/>
              <a:gd name="connsiteX8765" fmla="*/ 4347583 w 4752801"/>
              <a:gd name="connsiteY8765" fmla="*/ 1707500 h 2767298"/>
              <a:gd name="connsiteX8766" fmla="*/ 4346369 w 4752801"/>
              <a:gd name="connsiteY8766" fmla="*/ 1707904 h 2767298"/>
              <a:gd name="connsiteX8767" fmla="*/ 4343130 w 4752801"/>
              <a:gd name="connsiteY8767" fmla="*/ 1707904 h 2767298"/>
              <a:gd name="connsiteX8768" fmla="*/ 4341916 w 4752801"/>
              <a:gd name="connsiteY8768" fmla="*/ 1707500 h 2767298"/>
              <a:gd name="connsiteX8769" fmla="*/ 4340297 w 4752801"/>
              <a:gd name="connsiteY8769" fmla="*/ 1704666 h 2767298"/>
              <a:gd name="connsiteX8770" fmla="*/ 4340297 w 4752801"/>
              <a:gd name="connsiteY8770" fmla="*/ 1703451 h 2767298"/>
              <a:gd name="connsiteX8771" fmla="*/ 4341916 w 4752801"/>
              <a:gd name="connsiteY8771" fmla="*/ 1700618 h 2767298"/>
              <a:gd name="connsiteX8772" fmla="*/ 4343130 w 4752801"/>
              <a:gd name="connsiteY8772" fmla="*/ 1700213 h 2767298"/>
              <a:gd name="connsiteX8773" fmla="*/ 4302649 w 4752801"/>
              <a:gd name="connsiteY8773" fmla="*/ 1700213 h 2767298"/>
              <a:gd name="connsiteX8774" fmla="*/ 4305888 w 4752801"/>
              <a:gd name="connsiteY8774" fmla="*/ 1700213 h 2767298"/>
              <a:gd name="connsiteX8775" fmla="*/ 4307102 w 4752801"/>
              <a:gd name="connsiteY8775" fmla="*/ 1700618 h 2767298"/>
              <a:gd name="connsiteX8776" fmla="*/ 4308722 w 4752801"/>
              <a:gd name="connsiteY8776" fmla="*/ 1703451 h 2767298"/>
              <a:gd name="connsiteX8777" fmla="*/ 4308722 w 4752801"/>
              <a:gd name="connsiteY8777" fmla="*/ 1704666 h 2767298"/>
              <a:gd name="connsiteX8778" fmla="*/ 4307102 w 4752801"/>
              <a:gd name="connsiteY8778" fmla="*/ 1707500 h 2767298"/>
              <a:gd name="connsiteX8779" fmla="*/ 4305888 w 4752801"/>
              <a:gd name="connsiteY8779" fmla="*/ 1707904 h 2767298"/>
              <a:gd name="connsiteX8780" fmla="*/ 4302649 w 4752801"/>
              <a:gd name="connsiteY8780" fmla="*/ 1707904 h 2767298"/>
              <a:gd name="connsiteX8781" fmla="*/ 4301435 w 4752801"/>
              <a:gd name="connsiteY8781" fmla="*/ 1707500 h 2767298"/>
              <a:gd name="connsiteX8782" fmla="*/ 4299816 w 4752801"/>
              <a:gd name="connsiteY8782" fmla="*/ 1704666 h 2767298"/>
              <a:gd name="connsiteX8783" fmla="*/ 4299816 w 4752801"/>
              <a:gd name="connsiteY8783" fmla="*/ 1703451 h 2767298"/>
              <a:gd name="connsiteX8784" fmla="*/ 4301435 w 4752801"/>
              <a:gd name="connsiteY8784" fmla="*/ 1700618 h 2767298"/>
              <a:gd name="connsiteX8785" fmla="*/ 4302649 w 4752801"/>
              <a:gd name="connsiteY8785" fmla="*/ 1700213 h 2767298"/>
              <a:gd name="connsiteX8786" fmla="*/ 4261763 w 4752801"/>
              <a:gd name="connsiteY8786" fmla="*/ 1700213 h 2767298"/>
              <a:gd name="connsiteX8787" fmla="*/ 4265811 w 4752801"/>
              <a:gd name="connsiteY8787" fmla="*/ 1700213 h 2767298"/>
              <a:gd name="connsiteX8788" fmla="*/ 4267835 w 4752801"/>
              <a:gd name="connsiteY8788" fmla="*/ 1703856 h 2767298"/>
              <a:gd name="connsiteX8789" fmla="*/ 4265811 w 4752801"/>
              <a:gd name="connsiteY8789" fmla="*/ 1707500 h 2767298"/>
              <a:gd name="connsiteX8790" fmla="*/ 4261763 w 4752801"/>
              <a:gd name="connsiteY8790" fmla="*/ 1707500 h 2767298"/>
              <a:gd name="connsiteX8791" fmla="*/ 4259739 w 4752801"/>
              <a:gd name="connsiteY8791" fmla="*/ 1703856 h 2767298"/>
              <a:gd name="connsiteX8792" fmla="*/ 4221282 w 4752801"/>
              <a:gd name="connsiteY8792" fmla="*/ 1700213 h 2767298"/>
              <a:gd name="connsiteX8793" fmla="*/ 4225330 w 4752801"/>
              <a:gd name="connsiteY8793" fmla="*/ 1700213 h 2767298"/>
              <a:gd name="connsiteX8794" fmla="*/ 4227354 w 4752801"/>
              <a:gd name="connsiteY8794" fmla="*/ 1703856 h 2767298"/>
              <a:gd name="connsiteX8795" fmla="*/ 4225330 w 4752801"/>
              <a:gd name="connsiteY8795" fmla="*/ 1707500 h 2767298"/>
              <a:gd name="connsiteX8796" fmla="*/ 4221282 w 4752801"/>
              <a:gd name="connsiteY8796" fmla="*/ 1707500 h 2767298"/>
              <a:gd name="connsiteX8797" fmla="*/ 4219258 w 4752801"/>
              <a:gd name="connsiteY8797" fmla="*/ 1703856 h 2767298"/>
              <a:gd name="connsiteX8798" fmla="*/ 4180396 w 4752801"/>
              <a:gd name="connsiteY8798" fmla="*/ 1699808 h 2767298"/>
              <a:gd name="connsiteX8799" fmla="*/ 4184849 w 4752801"/>
              <a:gd name="connsiteY8799" fmla="*/ 1699808 h 2767298"/>
              <a:gd name="connsiteX8800" fmla="*/ 4186873 w 4752801"/>
              <a:gd name="connsiteY8800" fmla="*/ 1703856 h 2767298"/>
              <a:gd name="connsiteX8801" fmla="*/ 4184849 w 4752801"/>
              <a:gd name="connsiteY8801" fmla="*/ 1707904 h 2767298"/>
              <a:gd name="connsiteX8802" fmla="*/ 4180396 w 4752801"/>
              <a:gd name="connsiteY8802" fmla="*/ 1707904 h 2767298"/>
              <a:gd name="connsiteX8803" fmla="*/ 4178372 w 4752801"/>
              <a:gd name="connsiteY8803" fmla="*/ 1703856 h 2767298"/>
              <a:gd name="connsiteX8804" fmla="*/ 3452139 w 4752801"/>
              <a:gd name="connsiteY8804" fmla="*/ 1699808 h 2767298"/>
              <a:gd name="connsiteX8805" fmla="*/ 3456592 w 4752801"/>
              <a:gd name="connsiteY8805" fmla="*/ 1699808 h 2767298"/>
              <a:gd name="connsiteX8806" fmla="*/ 3459020 w 4752801"/>
              <a:gd name="connsiteY8806" fmla="*/ 1703856 h 2767298"/>
              <a:gd name="connsiteX8807" fmla="*/ 3456592 w 4752801"/>
              <a:gd name="connsiteY8807" fmla="*/ 1707904 h 2767298"/>
              <a:gd name="connsiteX8808" fmla="*/ 3452139 w 4752801"/>
              <a:gd name="connsiteY8808" fmla="*/ 1707904 h 2767298"/>
              <a:gd name="connsiteX8809" fmla="*/ 3449710 w 4752801"/>
              <a:gd name="connsiteY8809" fmla="*/ 1703856 h 2767298"/>
              <a:gd name="connsiteX8810" fmla="*/ 4545132 w 4752801"/>
              <a:gd name="connsiteY8810" fmla="*/ 1699403 h 2767298"/>
              <a:gd name="connsiteX8811" fmla="*/ 4548776 w 4752801"/>
              <a:gd name="connsiteY8811" fmla="*/ 1699403 h 2767298"/>
              <a:gd name="connsiteX8812" fmla="*/ 4549990 w 4752801"/>
              <a:gd name="connsiteY8812" fmla="*/ 1700213 h 2767298"/>
              <a:gd name="connsiteX8813" fmla="*/ 4552014 w 4752801"/>
              <a:gd name="connsiteY8813" fmla="*/ 1703451 h 2767298"/>
              <a:gd name="connsiteX8814" fmla="*/ 4552014 w 4752801"/>
              <a:gd name="connsiteY8814" fmla="*/ 1704666 h 2767298"/>
              <a:gd name="connsiteX8815" fmla="*/ 4549990 w 4752801"/>
              <a:gd name="connsiteY8815" fmla="*/ 1707904 h 2767298"/>
              <a:gd name="connsiteX8816" fmla="*/ 4548776 w 4752801"/>
              <a:gd name="connsiteY8816" fmla="*/ 1708714 h 2767298"/>
              <a:gd name="connsiteX8817" fmla="*/ 4545132 w 4752801"/>
              <a:gd name="connsiteY8817" fmla="*/ 1708714 h 2767298"/>
              <a:gd name="connsiteX8818" fmla="*/ 4543918 w 4752801"/>
              <a:gd name="connsiteY8818" fmla="*/ 1707904 h 2767298"/>
              <a:gd name="connsiteX8819" fmla="*/ 4541894 w 4752801"/>
              <a:gd name="connsiteY8819" fmla="*/ 1704666 h 2767298"/>
              <a:gd name="connsiteX8820" fmla="*/ 4541894 w 4752801"/>
              <a:gd name="connsiteY8820" fmla="*/ 1703451 h 2767298"/>
              <a:gd name="connsiteX8821" fmla="*/ 4543918 w 4752801"/>
              <a:gd name="connsiteY8821" fmla="*/ 1700213 h 2767298"/>
              <a:gd name="connsiteX8822" fmla="*/ 4545132 w 4752801"/>
              <a:gd name="connsiteY8822" fmla="*/ 1699403 h 2767298"/>
              <a:gd name="connsiteX8823" fmla="*/ 4383207 w 4752801"/>
              <a:gd name="connsiteY8823" fmla="*/ 1699403 h 2767298"/>
              <a:gd name="connsiteX8824" fmla="*/ 4386851 w 4752801"/>
              <a:gd name="connsiteY8824" fmla="*/ 1699403 h 2767298"/>
              <a:gd name="connsiteX8825" fmla="*/ 4388065 w 4752801"/>
              <a:gd name="connsiteY8825" fmla="*/ 1700213 h 2767298"/>
              <a:gd name="connsiteX8826" fmla="*/ 4390089 w 4752801"/>
              <a:gd name="connsiteY8826" fmla="*/ 1703451 h 2767298"/>
              <a:gd name="connsiteX8827" fmla="*/ 4390089 w 4752801"/>
              <a:gd name="connsiteY8827" fmla="*/ 1704666 h 2767298"/>
              <a:gd name="connsiteX8828" fmla="*/ 4388065 w 4752801"/>
              <a:gd name="connsiteY8828" fmla="*/ 1707904 h 2767298"/>
              <a:gd name="connsiteX8829" fmla="*/ 4386851 w 4752801"/>
              <a:gd name="connsiteY8829" fmla="*/ 1708714 h 2767298"/>
              <a:gd name="connsiteX8830" fmla="*/ 4383207 w 4752801"/>
              <a:gd name="connsiteY8830" fmla="*/ 1708714 h 2767298"/>
              <a:gd name="connsiteX8831" fmla="*/ 4381993 w 4752801"/>
              <a:gd name="connsiteY8831" fmla="*/ 1707904 h 2767298"/>
              <a:gd name="connsiteX8832" fmla="*/ 4379969 w 4752801"/>
              <a:gd name="connsiteY8832" fmla="*/ 1704666 h 2767298"/>
              <a:gd name="connsiteX8833" fmla="*/ 4379969 w 4752801"/>
              <a:gd name="connsiteY8833" fmla="*/ 1703451 h 2767298"/>
              <a:gd name="connsiteX8834" fmla="*/ 4381993 w 4752801"/>
              <a:gd name="connsiteY8834" fmla="*/ 1700213 h 2767298"/>
              <a:gd name="connsiteX8835" fmla="*/ 4383207 w 4752801"/>
              <a:gd name="connsiteY8835" fmla="*/ 1699403 h 2767298"/>
              <a:gd name="connsiteX8836" fmla="*/ 4585614 w 4752801"/>
              <a:gd name="connsiteY8836" fmla="*/ 1698998 h 2767298"/>
              <a:gd name="connsiteX8837" fmla="*/ 4589257 w 4752801"/>
              <a:gd name="connsiteY8837" fmla="*/ 1698998 h 2767298"/>
              <a:gd name="connsiteX8838" fmla="*/ 4590471 w 4752801"/>
              <a:gd name="connsiteY8838" fmla="*/ 1699807 h 2767298"/>
              <a:gd name="connsiteX8839" fmla="*/ 4592090 w 4752801"/>
              <a:gd name="connsiteY8839" fmla="*/ 1703046 h 2767298"/>
              <a:gd name="connsiteX8840" fmla="*/ 4592090 w 4752801"/>
              <a:gd name="connsiteY8840" fmla="*/ 1704261 h 2767298"/>
              <a:gd name="connsiteX8841" fmla="*/ 4590471 w 4752801"/>
              <a:gd name="connsiteY8841" fmla="*/ 1707499 h 2767298"/>
              <a:gd name="connsiteX8842" fmla="*/ 4589257 w 4752801"/>
              <a:gd name="connsiteY8842" fmla="*/ 1708309 h 2767298"/>
              <a:gd name="connsiteX8843" fmla="*/ 4585614 w 4752801"/>
              <a:gd name="connsiteY8843" fmla="*/ 1708309 h 2767298"/>
              <a:gd name="connsiteX8844" fmla="*/ 4584399 w 4752801"/>
              <a:gd name="connsiteY8844" fmla="*/ 1707499 h 2767298"/>
              <a:gd name="connsiteX8845" fmla="*/ 4582780 w 4752801"/>
              <a:gd name="connsiteY8845" fmla="*/ 1704261 h 2767298"/>
              <a:gd name="connsiteX8846" fmla="*/ 4582780 w 4752801"/>
              <a:gd name="connsiteY8846" fmla="*/ 1703046 h 2767298"/>
              <a:gd name="connsiteX8847" fmla="*/ 4584399 w 4752801"/>
              <a:gd name="connsiteY8847" fmla="*/ 1699807 h 2767298"/>
              <a:gd name="connsiteX8848" fmla="*/ 4585614 w 4752801"/>
              <a:gd name="connsiteY8848" fmla="*/ 1698998 h 2767298"/>
              <a:gd name="connsiteX8849" fmla="*/ 4504246 w 4752801"/>
              <a:gd name="connsiteY8849" fmla="*/ 1698998 h 2767298"/>
              <a:gd name="connsiteX8850" fmla="*/ 4508699 w 4752801"/>
              <a:gd name="connsiteY8850" fmla="*/ 1698998 h 2767298"/>
              <a:gd name="connsiteX8851" fmla="*/ 4509913 w 4752801"/>
              <a:gd name="connsiteY8851" fmla="*/ 1699807 h 2767298"/>
              <a:gd name="connsiteX8852" fmla="*/ 4511937 w 4752801"/>
              <a:gd name="connsiteY8852" fmla="*/ 1703451 h 2767298"/>
              <a:gd name="connsiteX8853" fmla="*/ 4511937 w 4752801"/>
              <a:gd name="connsiteY8853" fmla="*/ 1704665 h 2767298"/>
              <a:gd name="connsiteX8854" fmla="*/ 4509913 w 4752801"/>
              <a:gd name="connsiteY8854" fmla="*/ 1708309 h 2767298"/>
              <a:gd name="connsiteX8855" fmla="*/ 4508699 w 4752801"/>
              <a:gd name="connsiteY8855" fmla="*/ 1709118 h 2767298"/>
              <a:gd name="connsiteX8856" fmla="*/ 4504246 w 4752801"/>
              <a:gd name="connsiteY8856" fmla="*/ 1709118 h 2767298"/>
              <a:gd name="connsiteX8857" fmla="*/ 4503032 w 4752801"/>
              <a:gd name="connsiteY8857" fmla="*/ 1708309 h 2767298"/>
              <a:gd name="connsiteX8858" fmla="*/ 4501008 w 4752801"/>
              <a:gd name="connsiteY8858" fmla="*/ 1704665 h 2767298"/>
              <a:gd name="connsiteX8859" fmla="*/ 4501008 w 4752801"/>
              <a:gd name="connsiteY8859" fmla="*/ 1703451 h 2767298"/>
              <a:gd name="connsiteX8860" fmla="*/ 4503032 w 4752801"/>
              <a:gd name="connsiteY8860" fmla="*/ 1699807 h 2767298"/>
              <a:gd name="connsiteX8861" fmla="*/ 4504246 w 4752801"/>
              <a:gd name="connsiteY8861" fmla="*/ 1698998 h 2767298"/>
              <a:gd name="connsiteX8862" fmla="*/ 4423284 w 4752801"/>
              <a:gd name="connsiteY8862" fmla="*/ 1698998 h 2767298"/>
              <a:gd name="connsiteX8863" fmla="*/ 4427737 w 4752801"/>
              <a:gd name="connsiteY8863" fmla="*/ 1698998 h 2767298"/>
              <a:gd name="connsiteX8864" fmla="*/ 4428951 w 4752801"/>
              <a:gd name="connsiteY8864" fmla="*/ 1699807 h 2767298"/>
              <a:gd name="connsiteX8865" fmla="*/ 4430975 w 4752801"/>
              <a:gd name="connsiteY8865" fmla="*/ 1703451 h 2767298"/>
              <a:gd name="connsiteX8866" fmla="*/ 4430975 w 4752801"/>
              <a:gd name="connsiteY8866" fmla="*/ 1704665 h 2767298"/>
              <a:gd name="connsiteX8867" fmla="*/ 4428951 w 4752801"/>
              <a:gd name="connsiteY8867" fmla="*/ 1708309 h 2767298"/>
              <a:gd name="connsiteX8868" fmla="*/ 4427737 w 4752801"/>
              <a:gd name="connsiteY8868" fmla="*/ 1708713 h 2767298"/>
              <a:gd name="connsiteX8869" fmla="*/ 4423284 w 4752801"/>
              <a:gd name="connsiteY8869" fmla="*/ 1708713 h 2767298"/>
              <a:gd name="connsiteX8870" fmla="*/ 4422070 w 4752801"/>
              <a:gd name="connsiteY8870" fmla="*/ 1708309 h 2767298"/>
              <a:gd name="connsiteX8871" fmla="*/ 4420046 w 4752801"/>
              <a:gd name="connsiteY8871" fmla="*/ 1704665 h 2767298"/>
              <a:gd name="connsiteX8872" fmla="*/ 4420046 w 4752801"/>
              <a:gd name="connsiteY8872" fmla="*/ 1703451 h 2767298"/>
              <a:gd name="connsiteX8873" fmla="*/ 4422070 w 4752801"/>
              <a:gd name="connsiteY8873" fmla="*/ 1699807 h 2767298"/>
              <a:gd name="connsiteX8874" fmla="*/ 4423284 w 4752801"/>
              <a:gd name="connsiteY8874" fmla="*/ 1698998 h 2767298"/>
              <a:gd name="connsiteX8875" fmla="*/ 3371177 w 4752801"/>
              <a:gd name="connsiteY8875" fmla="*/ 1698998 h 2767298"/>
              <a:gd name="connsiteX8876" fmla="*/ 3374820 w 4752801"/>
              <a:gd name="connsiteY8876" fmla="*/ 1698998 h 2767298"/>
              <a:gd name="connsiteX8877" fmla="*/ 3376034 w 4752801"/>
              <a:gd name="connsiteY8877" fmla="*/ 1699807 h 2767298"/>
              <a:gd name="connsiteX8878" fmla="*/ 3377653 w 4752801"/>
              <a:gd name="connsiteY8878" fmla="*/ 1703046 h 2767298"/>
              <a:gd name="connsiteX8879" fmla="*/ 3377653 w 4752801"/>
              <a:gd name="connsiteY8879" fmla="*/ 1704261 h 2767298"/>
              <a:gd name="connsiteX8880" fmla="*/ 3376034 w 4752801"/>
              <a:gd name="connsiteY8880" fmla="*/ 1707499 h 2767298"/>
              <a:gd name="connsiteX8881" fmla="*/ 3374820 w 4752801"/>
              <a:gd name="connsiteY8881" fmla="*/ 1708309 h 2767298"/>
              <a:gd name="connsiteX8882" fmla="*/ 3371177 w 4752801"/>
              <a:gd name="connsiteY8882" fmla="*/ 1708309 h 2767298"/>
              <a:gd name="connsiteX8883" fmla="*/ 3369962 w 4752801"/>
              <a:gd name="connsiteY8883" fmla="*/ 1707499 h 2767298"/>
              <a:gd name="connsiteX8884" fmla="*/ 3368343 w 4752801"/>
              <a:gd name="connsiteY8884" fmla="*/ 1704261 h 2767298"/>
              <a:gd name="connsiteX8885" fmla="*/ 3368343 w 4752801"/>
              <a:gd name="connsiteY8885" fmla="*/ 1703046 h 2767298"/>
              <a:gd name="connsiteX8886" fmla="*/ 3369962 w 4752801"/>
              <a:gd name="connsiteY8886" fmla="*/ 1699807 h 2767298"/>
              <a:gd name="connsiteX8887" fmla="*/ 3371177 w 4752801"/>
              <a:gd name="connsiteY8887" fmla="*/ 1698998 h 2767298"/>
              <a:gd name="connsiteX8888" fmla="*/ 3329885 w 4752801"/>
              <a:gd name="connsiteY8888" fmla="*/ 1698998 h 2767298"/>
              <a:gd name="connsiteX8889" fmla="*/ 3334743 w 4752801"/>
              <a:gd name="connsiteY8889" fmla="*/ 1698998 h 2767298"/>
              <a:gd name="connsiteX8890" fmla="*/ 3335957 w 4752801"/>
              <a:gd name="connsiteY8890" fmla="*/ 1699403 h 2767298"/>
              <a:gd name="connsiteX8891" fmla="*/ 3338386 w 4752801"/>
              <a:gd name="connsiteY8891" fmla="*/ 1703451 h 2767298"/>
              <a:gd name="connsiteX8892" fmla="*/ 3338386 w 4752801"/>
              <a:gd name="connsiteY8892" fmla="*/ 1704665 h 2767298"/>
              <a:gd name="connsiteX8893" fmla="*/ 3335957 w 4752801"/>
              <a:gd name="connsiteY8893" fmla="*/ 1708713 h 2767298"/>
              <a:gd name="connsiteX8894" fmla="*/ 3334743 w 4752801"/>
              <a:gd name="connsiteY8894" fmla="*/ 1709118 h 2767298"/>
              <a:gd name="connsiteX8895" fmla="*/ 3329885 w 4752801"/>
              <a:gd name="connsiteY8895" fmla="*/ 1709118 h 2767298"/>
              <a:gd name="connsiteX8896" fmla="*/ 3328671 w 4752801"/>
              <a:gd name="connsiteY8896" fmla="*/ 1708713 h 2767298"/>
              <a:gd name="connsiteX8897" fmla="*/ 3326242 w 4752801"/>
              <a:gd name="connsiteY8897" fmla="*/ 1704665 h 2767298"/>
              <a:gd name="connsiteX8898" fmla="*/ 3326242 w 4752801"/>
              <a:gd name="connsiteY8898" fmla="*/ 1703451 h 2767298"/>
              <a:gd name="connsiteX8899" fmla="*/ 3328671 w 4752801"/>
              <a:gd name="connsiteY8899" fmla="*/ 1699403 h 2767298"/>
              <a:gd name="connsiteX8900" fmla="*/ 3329885 w 4752801"/>
              <a:gd name="connsiteY8900" fmla="*/ 1698998 h 2767298"/>
              <a:gd name="connsiteX8901" fmla="*/ 3087807 w 4752801"/>
              <a:gd name="connsiteY8901" fmla="*/ 1698998 h 2767298"/>
              <a:gd name="connsiteX8902" fmla="*/ 3091451 w 4752801"/>
              <a:gd name="connsiteY8902" fmla="*/ 1698998 h 2767298"/>
              <a:gd name="connsiteX8903" fmla="*/ 3092665 w 4752801"/>
              <a:gd name="connsiteY8903" fmla="*/ 1699807 h 2767298"/>
              <a:gd name="connsiteX8904" fmla="*/ 3094689 w 4752801"/>
              <a:gd name="connsiteY8904" fmla="*/ 1703046 h 2767298"/>
              <a:gd name="connsiteX8905" fmla="*/ 3094689 w 4752801"/>
              <a:gd name="connsiteY8905" fmla="*/ 1704261 h 2767298"/>
              <a:gd name="connsiteX8906" fmla="*/ 3092665 w 4752801"/>
              <a:gd name="connsiteY8906" fmla="*/ 1707499 h 2767298"/>
              <a:gd name="connsiteX8907" fmla="*/ 3091451 w 4752801"/>
              <a:gd name="connsiteY8907" fmla="*/ 1708309 h 2767298"/>
              <a:gd name="connsiteX8908" fmla="*/ 3087807 w 4752801"/>
              <a:gd name="connsiteY8908" fmla="*/ 1708309 h 2767298"/>
              <a:gd name="connsiteX8909" fmla="*/ 3086593 w 4752801"/>
              <a:gd name="connsiteY8909" fmla="*/ 1707499 h 2767298"/>
              <a:gd name="connsiteX8910" fmla="*/ 3084569 w 4752801"/>
              <a:gd name="connsiteY8910" fmla="*/ 1704261 h 2767298"/>
              <a:gd name="connsiteX8911" fmla="*/ 3084569 w 4752801"/>
              <a:gd name="connsiteY8911" fmla="*/ 1703046 h 2767298"/>
              <a:gd name="connsiteX8912" fmla="*/ 3086593 w 4752801"/>
              <a:gd name="connsiteY8912" fmla="*/ 1699807 h 2767298"/>
              <a:gd name="connsiteX8913" fmla="*/ 3087807 w 4752801"/>
              <a:gd name="connsiteY8913" fmla="*/ 1698998 h 2767298"/>
              <a:gd name="connsiteX8914" fmla="*/ 4463765 w 4752801"/>
              <a:gd name="connsiteY8914" fmla="*/ 1698593 h 2767298"/>
              <a:gd name="connsiteX8915" fmla="*/ 4468218 w 4752801"/>
              <a:gd name="connsiteY8915" fmla="*/ 1698593 h 2767298"/>
              <a:gd name="connsiteX8916" fmla="*/ 4469432 w 4752801"/>
              <a:gd name="connsiteY8916" fmla="*/ 1698998 h 2767298"/>
              <a:gd name="connsiteX8917" fmla="*/ 4471861 w 4752801"/>
              <a:gd name="connsiteY8917" fmla="*/ 1703046 h 2767298"/>
              <a:gd name="connsiteX8918" fmla="*/ 4471861 w 4752801"/>
              <a:gd name="connsiteY8918" fmla="*/ 1704260 h 2767298"/>
              <a:gd name="connsiteX8919" fmla="*/ 4469432 w 4752801"/>
              <a:gd name="connsiteY8919" fmla="*/ 1708309 h 2767298"/>
              <a:gd name="connsiteX8920" fmla="*/ 4468218 w 4752801"/>
              <a:gd name="connsiteY8920" fmla="*/ 1708713 h 2767298"/>
              <a:gd name="connsiteX8921" fmla="*/ 4463765 w 4752801"/>
              <a:gd name="connsiteY8921" fmla="*/ 1708713 h 2767298"/>
              <a:gd name="connsiteX8922" fmla="*/ 4462550 w 4752801"/>
              <a:gd name="connsiteY8922" fmla="*/ 1708309 h 2767298"/>
              <a:gd name="connsiteX8923" fmla="*/ 4460122 w 4752801"/>
              <a:gd name="connsiteY8923" fmla="*/ 1704260 h 2767298"/>
              <a:gd name="connsiteX8924" fmla="*/ 4460122 w 4752801"/>
              <a:gd name="connsiteY8924" fmla="*/ 1703046 h 2767298"/>
              <a:gd name="connsiteX8925" fmla="*/ 4462550 w 4752801"/>
              <a:gd name="connsiteY8925" fmla="*/ 1698998 h 2767298"/>
              <a:gd name="connsiteX8926" fmla="*/ 4463765 w 4752801"/>
              <a:gd name="connsiteY8926" fmla="*/ 1698593 h 2767298"/>
              <a:gd name="connsiteX8927" fmla="*/ 3289404 w 4752801"/>
              <a:gd name="connsiteY8927" fmla="*/ 1698189 h 2767298"/>
              <a:gd name="connsiteX8928" fmla="*/ 3294667 w 4752801"/>
              <a:gd name="connsiteY8928" fmla="*/ 1698189 h 2767298"/>
              <a:gd name="connsiteX8929" fmla="*/ 3295881 w 4752801"/>
              <a:gd name="connsiteY8929" fmla="*/ 1698999 h 2767298"/>
              <a:gd name="connsiteX8930" fmla="*/ 3298310 w 4752801"/>
              <a:gd name="connsiteY8930" fmla="*/ 1703452 h 2767298"/>
              <a:gd name="connsiteX8931" fmla="*/ 3298310 w 4752801"/>
              <a:gd name="connsiteY8931" fmla="*/ 1704666 h 2767298"/>
              <a:gd name="connsiteX8932" fmla="*/ 3295881 w 4752801"/>
              <a:gd name="connsiteY8932" fmla="*/ 1709119 h 2767298"/>
              <a:gd name="connsiteX8933" fmla="*/ 3294667 w 4752801"/>
              <a:gd name="connsiteY8933" fmla="*/ 1709928 h 2767298"/>
              <a:gd name="connsiteX8934" fmla="*/ 3289404 w 4752801"/>
              <a:gd name="connsiteY8934" fmla="*/ 1709928 h 2767298"/>
              <a:gd name="connsiteX8935" fmla="*/ 3288190 w 4752801"/>
              <a:gd name="connsiteY8935" fmla="*/ 1709119 h 2767298"/>
              <a:gd name="connsiteX8936" fmla="*/ 3285761 w 4752801"/>
              <a:gd name="connsiteY8936" fmla="*/ 1704666 h 2767298"/>
              <a:gd name="connsiteX8937" fmla="*/ 3285761 w 4752801"/>
              <a:gd name="connsiteY8937" fmla="*/ 1703452 h 2767298"/>
              <a:gd name="connsiteX8938" fmla="*/ 3288190 w 4752801"/>
              <a:gd name="connsiteY8938" fmla="*/ 1698999 h 2767298"/>
              <a:gd name="connsiteX8939" fmla="*/ 3289404 w 4752801"/>
              <a:gd name="connsiteY8939" fmla="*/ 1698189 h 2767298"/>
              <a:gd name="connsiteX8940" fmla="*/ 3248518 w 4752801"/>
              <a:gd name="connsiteY8940" fmla="*/ 1696974 h 2767298"/>
              <a:gd name="connsiteX8941" fmla="*/ 3254590 w 4752801"/>
              <a:gd name="connsiteY8941" fmla="*/ 1696974 h 2767298"/>
              <a:gd name="connsiteX8942" fmla="*/ 3255804 w 4752801"/>
              <a:gd name="connsiteY8942" fmla="*/ 1697783 h 2767298"/>
              <a:gd name="connsiteX8943" fmla="*/ 3258638 w 4752801"/>
              <a:gd name="connsiteY8943" fmla="*/ 1703046 h 2767298"/>
              <a:gd name="connsiteX8944" fmla="*/ 3258638 w 4752801"/>
              <a:gd name="connsiteY8944" fmla="*/ 1704261 h 2767298"/>
              <a:gd name="connsiteX8945" fmla="*/ 3255804 w 4752801"/>
              <a:gd name="connsiteY8945" fmla="*/ 1709523 h 2767298"/>
              <a:gd name="connsiteX8946" fmla="*/ 3254590 w 4752801"/>
              <a:gd name="connsiteY8946" fmla="*/ 1710333 h 2767298"/>
              <a:gd name="connsiteX8947" fmla="*/ 3248518 w 4752801"/>
              <a:gd name="connsiteY8947" fmla="*/ 1710333 h 2767298"/>
              <a:gd name="connsiteX8948" fmla="*/ 3247304 w 4752801"/>
              <a:gd name="connsiteY8948" fmla="*/ 1709523 h 2767298"/>
              <a:gd name="connsiteX8949" fmla="*/ 3244470 w 4752801"/>
              <a:gd name="connsiteY8949" fmla="*/ 1704261 h 2767298"/>
              <a:gd name="connsiteX8950" fmla="*/ 3244470 w 4752801"/>
              <a:gd name="connsiteY8950" fmla="*/ 1703046 h 2767298"/>
              <a:gd name="connsiteX8951" fmla="*/ 3247304 w 4752801"/>
              <a:gd name="connsiteY8951" fmla="*/ 1697783 h 2767298"/>
              <a:gd name="connsiteX8952" fmla="*/ 3248518 w 4752801"/>
              <a:gd name="connsiteY8952" fmla="*/ 1696974 h 2767298"/>
              <a:gd name="connsiteX8953" fmla="*/ 3207631 w 4752801"/>
              <a:gd name="connsiteY8953" fmla="*/ 1696164 h 2767298"/>
              <a:gd name="connsiteX8954" fmla="*/ 3214918 w 4752801"/>
              <a:gd name="connsiteY8954" fmla="*/ 1696164 h 2767298"/>
              <a:gd name="connsiteX8955" fmla="*/ 3216132 w 4752801"/>
              <a:gd name="connsiteY8955" fmla="*/ 1696569 h 2767298"/>
              <a:gd name="connsiteX8956" fmla="*/ 3219776 w 4752801"/>
              <a:gd name="connsiteY8956" fmla="*/ 1703046 h 2767298"/>
              <a:gd name="connsiteX8957" fmla="*/ 3219776 w 4752801"/>
              <a:gd name="connsiteY8957" fmla="*/ 1704260 h 2767298"/>
              <a:gd name="connsiteX8958" fmla="*/ 3216132 w 4752801"/>
              <a:gd name="connsiteY8958" fmla="*/ 1710737 h 2767298"/>
              <a:gd name="connsiteX8959" fmla="*/ 3214918 w 4752801"/>
              <a:gd name="connsiteY8959" fmla="*/ 1711142 h 2767298"/>
              <a:gd name="connsiteX8960" fmla="*/ 3207631 w 4752801"/>
              <a:gd name="connsiteY8960" fmla="*/ 1711142 h 2767298"/>
              <a:gd name="connsiteX8961" fmla="*/ 3206417 w 4752801"/>
              <a:gd name="connsiteY8961" fmla="*/ 1710737 h 2767298"/>
              <a:gd name="connsiteX8962" fmla="*/ 3202774 w 4752801"/>
              <a:gd name="connsiteY8962" fmla="*/ 1704260 h 2767298"/>
              <a:gd name="connsiteX8963" fmla="*/ 3202774 w 4752801"/>
              <a:gd name="connsiteY8963" fmla="*/ 1703046 h 2767298"/>
              <a:gd name="connsiteX8964" fmla="*/ 3206417 w 4752801"/>
              <a:gd name="connsiteY8964" fmla="*/ 1696569 h 2767298"/>
              <a:gd name="connsiteX8965" fmla="*/ 3207631 w 4752801"/>
              <a:gd name="connsiteY8965" fmla="*/ 1696164 h 2767298"/>
              <a:gd name="connsiteX8966" fmla="*/ 3165936 w 4752801"/>
              <a:gd name="connsiteY8966" fmla="*/ 1694545 h 2767298"/>
              <a:gd name="connsiteX8967" fmla="*/ 3175247 w 4752801"/>
              <a:gd name="connsiteY8967" fmla="*/ 1694545 h 2767298"/>
              <a:gd name="connsiteX8968" fmla="*/ 3176461 w 4752801"/>
              <a:gd name="connsiteY8968" fmla="*/ 1695355 h 2767298"/>
              <a:gd name="connsiteX8969" fmla="*/ 3181319 w 4752801"/>
              <a:gd name="connsiteY8969" fmla="*/ 1703451 h 2767298"/>
              <a:gd name="connsiteX8970" fmla="*/ 3181319 w 4752801"/>
              <a:gd name="connsiteY8970" fmla="*/ 1704665 h 2767298"/>
              <a:gd name="connsiteX8971" fmla="*/ 3176461 w 4752801"/>
              <a:gd name="connsiteY8971" fmla="*/ 1712762 h 2767298"/>
              <a:gd name="connsiteX8972" fmla="*/ 3175247 w 4752801"/>
              <a:gd name="connsiteY8972" fmla="*/ 1713571 h 2767298"/>
              <a:gd name="connsiteX8973" fmla="*/ 3165936 w 4752801"/>
              <a:gd name="connsiteY8973" fmla="*/ 1713571 h 2767298"/>
              <a:gd name="connsiteX8974" fmla="*/ 3164722 w 4752801"/>
              <a:gd name="connsiteY8974" fmla="*/ 1712762 h 2767298"/>
              <a:gd name="connsiteX8975" fmla="*/ 3159864 w 4752801"/>
              <a:gd name="connsiteY8975" fmla="*/ 1704665 h 2767298"/>
              <a:gd name="connsiteX8976" fmla="*/ 3159864 w 4752801"/>
              <a:gd name="connsiteY8976" fmla="*/ 1703451 h 2767298"/>
              <a:gd name="connsiteX8977" fmla="*/ 3164722 w 4752801"/>
              <a:gd name="connsiteY8977" fmla="*/ 1695355 h 2767298"/>
              <a:gd name="connsiteX8978" fmla="*/ 3165936 w 4752801"/>
              <a:gd name="connsiteY8978" fmla="*/ 1694545 h 2767298"/>
              <a:gd name="connsiteX8979" fmla="*/ 3125049 w 4752801"/>
              <a:gd name="connsiteY8979" fmla="*/ 1693735 h 2767298"/>
              <a:gd name="connsiteX8980" fmla="*/ 3135170 w 4752801"/>
              <a:gd name="connsiteY8980" fmla="*/ 1693735 h 2767298"/>
              <a:gd name="connsiteX8981" fmla="*/ 3136384 w 4752801"/>
              <a:gd name="connsiteY8981" fmla="*/ 1694140 h 2767298"/>
              <a:gd name="connsiteX8982" fmla="*/ 3141647 w 4752801"/>
              <a:gd name="connsiteY8982" fmla="*/ 1703046 h 2767298"/>
              <a:gd name="connsiteX8983" fmla="*/ 3141647 w 4752801"/>
              <a:gd name="connsiteY8983" fmla="*/ 1704260 h 2767298"/>
              <a:gd name="connsiteX8984" fmla="*/ 3136384 w 4752801"/>
              <a:gd name="connsiteY8984" fmla="*/ 1713166 h 2767298"/>
              <a:gd name="connsiteX8985" fmla="*/ 3135170 w 4752801"/>
              <a:gd name="connsiteY8985" fmla="*/ 1713976 h 2767298"/>
              <a:gd name="connsiteX8986" fmla="*/ 3125049 w 4752801"/>
              <a:gd name="connsiteY8986" fmla="*/ 1713976 h 2767298"/>
              <a:gd name="connsiteX8987" fmla="*/ 3123835 w 4752801"/>
              <a:gd name="connsiteY8987" fmla="*/ 1713166 h 2767298"/>
              <a:gd name="connsiteX8988" fmla="*/ 3118573 w 4752801"/>
              <a:gd name="connsiteY8988" fmla="*/ 1704260 h 2767298"/>
              <a:gd name="connsiteX8989" fmla="*/ 3118573 w 4752801"/>
              <a:gd name="connsiteY8989" fmla="*/ 1703046 h 2767298"/>
              <a:gd name="connsiteX8990" fmla="*/ 3123835 w 4752801"/>
              <a:gd name="connsiteY8990" fmla="*/ 1694140 h 2767298"/>
              <a:gd name="connsiteX8991" fmla="*/ 3125049 w 4752801"/>
              <a:gd name="connsiteY8991" fmla="*/ 1693735 h 2767298"/>
              <a:gd name="connsiteX8992" fmla="*/ 3776798 w 4752801"/>
              <a:gd name="connsiteY8992" fmla="*/ 1661755 h 2767298"/>
              <a:gd name="connsiteX8993" fmla="*/ 3778822 w 4752801"/>
              <a:gd name="connsiteY8993" fmla="*/ 1661755 h 2767298"/>
              <a:gd name="connsiteX8994" fmla="*/ 3779632 w 4752801"/>
              <a:gd name="connsiteY8994" fmla="*/ 1663374 h 2767298"/>
              <a:gd name="connsiteX8995" fmla="*/ 3778822 w 4752801"/>
              <a:gd name="connsiteY8995" fmla="*/ 1664993 h 2767298"/>
              <a:gd name="connsiteX8996" fmla="*/ 3776798 w 4752801"/>
              <a:gd name="connsiteY8996" fmla="*/ 1664993 h 2767298"/>
              <a:gd name="connsiteX8997" fmla="*/ 3775989 w 4752801"/>
              <a:gd name="connsiteY8997" fmla="*/ 1663374 h 2767298"/>
              <a:gd name="connsiteX8998" fmla="*/ 3655759 w 4752801"/>
              <a:gd name="connsiteY8998" fmla="*/ 1661755 h 2767298"/>
              <a:gd name="connsiteX8999" fmla="*/ 3657783 w 4752801"/>
              <a:gd name="connsiteY8999" fmla="*/ 1661755 h 2767298"/>
              <a:gd name="connsiteX9000" fmla="*/ 3658998 w 4752801"/>
              <a:gd name="connsiteY9000" fmla="*/ 1663374 h 2767298"/>
              <a:gd name="connsiteX9001" fmla="*/ 3657783 w 4752801"/>
              <a:gd name="connsiteY9001" fmla="*/ 1664993 h 2767298"/>
              <a:gd name="connsiteX9002" fmla="*/ 3655759 w 4752801"/>
              <a:gd name="connsiteY9002" fmla="*/ 1664993 h 2767298"/>
              <a:gd name="connsiteX9003" fmla="*/ 3654545 w 4752801"/>
              <a:gd name="connsiteY9003" fmla="*/ 1663374 h 2767298"/>
              <a:gd name="connsiteX9004" fmla="*/ 3857760 w 4752801"/>
              <a:gd name="connsiteY9004" fmla="*/ 1661350 h 2767298"/>
              <a:gd name="connsiteX9005" fmla="*/ 3860189 w 4752801"/>
              <a:gd name="connsiteY9005" fmla="*/ 1661350 h 2767298"/>
              <a:gd name="connsiteX9006" fmla="*/ 3861404 w 4752801"/>
              <a:gd name="connsiteY9006" fmla="*/ 1663374 h 2767298"/>
              <a:gd name="connsiteX9007" fmla="*/ 3860189 w 4752801"/>
              <a:gd name="connsiteY9007" fmla="*/ 1665398 h 2767298"/>
              <a:gd name="connsiteX9008" fmla="*/ 3857760 w 4752801"/>
              <a:gd name="connsiteY9008" fmla="*/ 1665398 h 2767298"/>
              <a:gd name="connsiteX9009" fmla="*/ 3856546 w 4752801"/>
              <a:gd name="connsiteY9009" fmla="*/ 1663374 h 2767298"/>
              <a:gd name="connsiteX9010" fmla="*/ 3817684 w 4752801"/>
              <a:gd name="connsiteY9010" fmla="*/ 1661350 h 2767298"/>
              <a:gd name="connsiteX9011" fmla="*/ 3819708 w 4752801"/>
              <a:gd name="connsiteY9011" fmla="*/ 1661350 h 2767298"/>
              <a:gd name="connsiteX9012" fmla="*/ 3820923 w 4752801"/>
              <a:gd name="connsiteY9012" fmla="*/ 1663374 h 2767298"/>
              <a:gd name="connsiteX9013" fmla="*/ 3819708 w 4752801"/>
              <a:gd name="connsiteY9013" fmla="*/ 1665398 h 2767298"/>
              <a:gd name="connsiteX9014" fmla="*/ 3817684 w 4752801"/>
              <a:gd name="connsiteY9014" fmla="*/ 1665398 h 2767298"/>
              <a:gd name="connsiteX9015" fmla="*/ 3816470 w 4752801"/>
              <a:gd name="connsiteY9015" fmla="*/ 1663374 h 2767298"/>
              <a:gd name="connsiteX9016" fmla="*/ 3736721 w 4752801"/>
              <a:gd name="connsiteY9016" fmla="*/ 1661350 h 2767298"/>
              <a:gd name="connsiteX9017" fmla="*/ 3738745 w 4752801"/>
              <a:gd name="connsiteY9017" fmla="*/ 1661350 h 2767298"/>
              <a:gd name="connsiteX9018" fmla="*/ 3739960 w 4752801"/>
              <a:gd name="connsiteY9018" fmla="*/ 1663374 h 2767298"/>
              <a:gd name="connsiteX9019" fmla="*/ 3738745 w 4752801"/>
              <a:gd name="connsiteY9019" fmla="*/ 1665398 h 2767298"/>
              <a:gd name="connsiteX9020" fmla="*/ 3736721 w 4752801"/>
              <a:gd name="connsiteY9020" fmla="*/ 1665398 h 2767298"/>
              <a:gd name="connsiteX9021" fmla="*/ 3735507 w 4752801"/>
              <a:gd name="connsiteY9021" fmla="*/ 1663374 h 2767298"/>
              <a:gd name="connsiteX9022" fmla="*/ 3938723 w 4752801"/>
              <a:gd name="connsiteY9022" fmla="*/ 1660946 h 2767298"/>
              <a:gd name="connsiteX9023" fmla="*/ 3941152 w 4752801"/>
              <a:gd name="connsiteY9023" fmla="*/ 1660946 h 2767298"/>
              <a:gd name="connsiteX9024" fmla="*/ 3942367 w 4752801"/>
              <a:gd name="connsiteY9024" fmla="*/ 1663375 h 2767298"/>
              <a:gd name="connsiteX9025" fmla="*/ 3941152 w 4752801"/>
              <a:gd name="connsiteY9025" fmla="*/ 1665804 h 2767298"/>
              <a:gd name="connsiteX9026" fmla="*/ 3938723 w 4752801"/>
              <a:gd name="connsiteY9026" fmla="*/ 1665804 h 2767298"/>
              <a:gd name="connsiteX9027" fmla="*/ 3937509 w 4752801"/>
              <a:gd name="connsiteY9027" fmla="*/ 1663375 h 2767298"/>
              <a:gd name="connsiteX9028" fmla="*/ 3897837 w 4752801"/>
              <a:gd name="connsiteY9028" fmla="*/ 1660946 h 2767298"/>
              <a:gd name="connsiteX9029" fmla="*/ 3900670 w 4752801"/>
              <a:gd name="connsiteY9029" fmla="*/ 1660946 h 2767298"/>
              <a:gd name="connsiteX9030" fmla="*/ 3901885 w 4752801"/>
              <a:gd name="connsiteY9030" fmla="*/ 1663375 h 2767298"/>
              <a:gd name="connsiteX9031" fmla="*/ 3900670 w 4752801"/>
              <a:gd name="connsiteY9031" fmla="*/ 1665804 h 2767298"/>
              <a:gd name="connsiteX9032" fmla="*/ 3897837 w 4752801"/>
              <a:gd name="connsiteY9032" fmla="*/ 1665804 h 2767298"/>
              <a:gd name="connsiteX9033" fmla="*/ 3896622 w 4752801"/>
              <a:gd name="connsiteY9033" fmla="*/ 1663375 h 2767298"/>
              <a:gd name="connsiteX9034" fmla="*/ 3695835 w 4752801"/>
              <a:gd name="connsiteY9034" fmla="*/ 1660946 h 2767298"/>
              <a:gd name="connsiteX9035" fmla="*/ 3698264 w 4752801"/>
              <a:gd name="connsiteY9035" fmla="*/ 1660946 h 2767298"/>
              <a:gd name="connsiteX9036" fmla="*/ 3699479 w 4752801"/>
              <a:gd name="connsiteY9036" fmla="*/ 1663375 h 2767298"/>
              <a:gd name="connsiteX9037" fmla="*/ 3698264 w 4752801"/>
              <a:gd name="connsiteY9037" fmla="*/ 1665804 h 2767298"/>
              <a:gd name="connsiteX9038" fmla="*/ 3695835 w 4752801"/>
              <a:gd name="connsiteY9038" fmla="*/ 1665804 h 2767298"/>
              <a:gd name="connsiteX9039" fmla="*/ 3694621 w 4752801"/>
              <a:gd name="connsiteY9039" fmla="*/ 1663375 h 2767298"/>
              <a:gd name="connsiteX9040" fmla="*/ 3614469 w 4752801"/>
              <a:gd name="connsiteY9040" fmla="*/ 1660946 h 2767298"/>
              <a:gd name="connsiteX9041" fmla="*/ 3617302 w 4752801"/>
              <a:gd name="connsiteY9041" fmla="*/ 1660946 h 2767298"/>
              <a:gd name="connsiteX9042" fmla="*/ 3618517 w 4752801"/>
              <a:gd name="connsiteY9042" fmla="*/ 1663375 h 2767298"/>
              <a:gd name="connsiteX9043" fmla="*/ 3617302 w 4752801"/>
              <a:gd name="connsiteY9043" fmla="*/ 1665804 h 2767298"/>
              <a:gd name="connsiteX9044" fmla="*/ 3614469 w 4752801"/>
              <a:gd name="connsiteY9044" fmla="*/ 1665804 h 2767298"/>
              <a:gd name="connsiteX9045" fmla="*/ 3613254 w 4752801"/>
              <a:gd name="connsiteY9045" fmla="*/ 1663375 h 2767298"/>
              <a:gd name="connsiteX9046" fmla="*/ 3573987 w 4752801"/>
              <a:gd name="connsiteY9046" fmla="*/ 1660946 h 2767298"/>
              <a:gd name="connsiteX9047" fmla="*/ 3576820 w 4752801"/>
              <a:gd name="connsiteY9047" fmla="*/ 1660946 h 2767298"/>
              <a:gd name="connsiteX9048" fmla="*/ 3578035 w 4752801"/>
              <a:gd name="connsiteY9048" fmla="*/ 1663375 h 2767298"/>
              <a:gd name="connsiteX9049" fmla="*/ 3576820 w 4752801"/>
              <a:gd name="connsiteY9049" fmla="*/ 1665804 h 2767298"/>
              <a:gd name="connsiteX9050" fmla="*/ 3573987 w 4752801"/>
              <a:gd name="connsiteY9050" fmla="*/ 1665804 h 2767298"/>
              <a:gd name="connsiteX9051" fmla="*/ 3572772 w 4752801"/>
              <a:gd name="connsiteY9051" fmla="*/ 1663375 h 2767298"/>
              <a:gd name="connsiteX9052" fmla="*/ 3493025 w 4752801"/>
              <a:gd name="connsiteY9052" fmla="*/ 1660946 h 2767298"/>
              <a:gd name="connsiteX9053" fmla="*/ 3495858 w 4752801"/>
              <a:gd name="connsiteY9053" fmla="*/ 1660946 h 2767298"/>
              <a:gd name="connsiteX9054" fmla="*/ 3497073 w 4752801"/>
              <a:gd name="connsiteY9054" fmla="*/ 1663375 h 2767298"/>
              <a:gd name="connsiteX9055" fmla="*/ 3495858 w 4752801"/>
              <a:gd name="connsiteY9055" fmla="*/ 1665804 h 2767298"/>
              <a:gd name="connsiteX9056" fmla="*/ 3493025 w 4752801"/>
              <a:gd name="connsiteY9056" fmla="*/ 1665804 h 2767298"/>
              <a:gd name="connsiteX9057" fmla="*/ 3491810 w 4752801"/>
              <a:gd name="connsiteY9057" fmla="*/ 1663375 h 2767298"/>
              <a:gd name="connsiteX9058" fmla="*/ 3452544 w 4752801"/>
              <a:gd name="connsiteY9058" fmla="*/ 1660946 h 2767298"/>
              <a:gd name="connsiteX9059" fmla="*/ 3455377 w 4752801"/>
              <a:gd name="connsiteY9059" fmla="*/ 1660946 h 2767298"/>
              <a:gd name="connsiteX9060" fmla="*/ 3456592 w 4752801"/>
              <a:gd name="connsiteY9060" fmla="*/ 1663375 h 2767298"/>
              <a:gd name="connsiteX9061" fmla="*/ 3455377 w 4752801"/>
              <a:gd name="connsiteY9061" fmla="*/ 1665804 h 2767298"/>
              <a:gd name="connsiteX9062" fmla="*/ 3452544 w 4752801"/>
              <a:gd name="connsiteY9062" fmla="*/ 1665804 h 2767298"/>
              <a:gd name="connsiteX9063" fmla="*/ 3451329 w 4752801"/>
              <a:gd name="connsiteY9063" fmla="*/ 1663375 h 2767298"/>
              <a:gd name="connsiteX9064" fmla="*/ 4019280 w 4752801"/>
              <a:gd name="connsiteY9064" fmla="*/ 1660541 h 2767298"/>
              <a:gd name="connsiteX9065" fmla="*/ 4022519 w 4752801"/>
              <a:gd name="connsiteY9065" fmla="*/ 1660541 h 2767298"/>
              <a:gd name="connsiteX9066" fmla="*/ 4024138 w 4752801"/>
              <a:gd name="connsiteY9066" fmla="*/ 1663374 h 2767298"/>
              <a:gd name="connsiteX9067" fmla="*/ 4022519 w 4752801"/>
              <a:gd name="connsiteY9067" fmla="*/ 1666208 h 2767298"/>
              <a:gd name="connsiteX9068" fmla="*/ 4019280 w 4752801"/>
              <a:gd name="connsiteY9068" fmla="*/ 1666208 h 2767298"/>
              <a:gd name="connsiteX9069" fmla="*/ 4017661 w 4752801"/>
              <a:gd name="connsiteY9069" fmla="*/ 1663374 h 2767298"/>
              <a:gd name="connsiteX9070" fmla="*/ 3978799 w 4752801"/>
              <a:gd name="connsiteY9070" fmla="*/ 1660541 h 2767298"/>
              <a:gd name="connsiteX9071" fmla="*/ 3982038 w 4752801"/>
              <a:gd name="connsiteY9071" fmla="*/ 1660541 h 2767298"/>
              <a:gd name="connsiteX9072" fmla="*/ 3983657 w 4752801"/>
              <a:gd name="connsiteY9072" fmla="*/ 1663374 h 2767298"/>
              <a:gd name="connsiteX9073" fmla="*/ 3982038 w 4752801"/>
              <a:gd name="connsiteY9073" fmla="*/ 1666208 h 2767298"/>
              <a:gd name="connsiteX9074" fmla="*/ 3978799 w 4752801"/>
              <a:gd name="connsiteY9074" fmla="*/ 1666208 h 2767298"/>
              <a:gd name="connsiteX9075" fmla="*/ 3977180 w 4752801"/>
              <a:gd name="connsiteY9075" fmla="*/ 1663374 h 2767298"/>
              <a:gd name="connsiteX9076" fmla="*/ 3533505 w 4752801"/>
              <a:gd name="connsiteY9076" fmla="*/ 1660541 h 2767298"/>
              <a:gd name="connsiteX9077" fmla="*/ 3536744 w 4752801"/>
              <a:gd name="connsiteY9077" fmla="*/ 1660541 h 2767298"/>
              <a:gd name="connsiteX9078" fmla="*/ 3538363 w 4752801"/>
              <a:gd name="connsiteY9078" fmla="*/ 1663374 h 2767298"/>
              <a:gd name="connsiteX9079" fmla="*/ 3536744 w 4752801"/>
              <a:gd name="connsiteY9079" fmla="*/ 1666208 h 2767298"/>
              <a:gd name="connsiteX9080" fmla="*/ 3533505 w 4752801"/>
              <a:gd name="connsiteY9080" fmla="*/ 1666208 h 2767298"/>
              <a:gd name="connsiteX9081" fmla="*/ 3531886 w 4752801"/>
              <a:gd name="connsiteY9081" fmla="*/ 1663374 h 2767298"/>
              <a:gd name="connsiteX9082" fmla="*/ 4140724 w 4752801"/>
              <a:gd name="connsiteY9082" fmla="*/ 1660136 h 2767298"/>
              <a:gd name="connsiteX9083" fmla="*/ 4144367 w 4752801"/>
              <a:gd name="connsiteY9083" fmla="*/ 1660136 h 2767298"/>
              <a:gd name="connsiteX9084" fmla="*/ 4146392 w 4752801"/>
              <a:gd name="connsiteY9084" fmla="*/ 1663374 h 2767298"/>
              <a:gd name="connsiteX9085" fmla="*/ 4144367 w 4752801"/>
              <a:gd name="connsiteY9085" fmla="*/ 1666613 h 2767298"/>
              <a:gd name="connsiteX9086" fmla="*/ 4140724 w 4752801"/>
              <a:gd name="connsiteY9086" fmla="*/ 1666613 h 2767298"/>
              <a:gd name="connsiteX9087" fmla="*/ 4138700 w 4752801"/>
              <a:gd name="connsiteY9087" fmla="*/ 1663374 h 2767298"/>
              <a:gd name="connsiteX9088" fmla="*/ 4100243 w 4752801"/>
              <a:gd name="connsiteY9088" fmla="*/ 1660136 h 2767298"/>
              <a:gd name="connsiteX9089" fmla="*/ 4103886 w 4752801"/>
              <a:gd name="connsiteY9089" fmla="*/ 1660136 h 2767298"/>
              <a:gd name="connsiteX9090" fmla="*/ 4105911 w 4752801"/>
              <a:gd name="connsiteY9090" fmla="*/ 1663374 h 2767298"/>
              <a:gd name="connsiteX9091" fmla="*/ 4103886 w 4752801"/>
              <a:gd name="connsiteY9091" fmla="*/ 1666613 h 2767298"/>
              <a:gd name="connsiteX9092" fmla="*/ 4100243 w 4752801"/>
              <a:gd name="connsiteY9092" fmla="*/ 1666613 h 2767298"/>
              <a:gd name="connsiteX9093" fmla="*/ 4098219 w 4752801"/>
              <a:gd name="connsiteY9093" fmla="*/ 1663374 h 2767298"/>
              <a:gd name="connsiteX9094" fmla="*/ 4059762 w 4752801"/>
              <a:gd name="connsiteY9094" fmla="*/ 1660136 h 2767298"/>
              <a:gd name="connsiteX9095" fmla="*/ 4063405 w 4752801"/>
              <a:gd name="connsiteY9095" fmla="*/ 1660136 h 2767298"/>
              <a:gd name="connsiteX9096" fmla="*/ 4065430 w 4752801"/>
              <a:gd name="connsiteY9096" fmla="*/ 1663374 h 2767298"/>
              <a:gd name="connsiteX9097" fmla="*/ 4063405 w 4752801"/>
              <a:gd name="connsiteY9097" fmla="*/ 1666613 h 2767298"/>
              <a:gd name="connsiteX9098" fmla="*/ 4059762 w 4752801"/>
              <a:gd name="connsiteY9098" fmla="*/ 1666613 h 2767298"/>
              <a:gd name="connsiteX9099" fmla="*/ 4057738 w 4752801"/>
              <a:gd name="connsiteY9099" fmla="*/ 1663374 h 2767298"/>
              <a:gd name="connsiteX9100" fmla="*/ 4301840 w 4752801"/>
              <a:gd name="connsiteY9100" fmla="*/ 1659731 h 2767298"/>
              <a:gd name="connsiteX9101" fmla="*/ 4306293 w 4752801"/>
              <a:gd name="connsiteY9101" fmla="*/ 1659731 h 2767298"/>
              <a:gd name="connsiteX9102" fmla="*/ 4308317 w 4752801"/>
              <a:gd name="connsiteY9102" fmla="*/ 1663374 h 2767298"/>
              <a:gd name="connsiteX9103" fmla="*/ 4306293 w 4752801"/>
              <a:gd name="connsiteY9103" fmla="*/ 1667018 h 2767298"/>
              <a:gd name="connsiteX9104" fmla="*/ 4301840 w 4752801"/>
              <a:gd name="connsiteY9104" fmla="*/ 1667018 h 2767298"/>
              <a:gd name="connsiteX9105" fmla="*/ 4299816 w 4752801"/>
              <a:gd name="connsiteY9105" fmla="*/ 1663374 h 2767298"/>
              <a:gd name="connsiteX9106" fmla="*/ 4261359 w 4752801"/>
              <a:gd name="connsiteY9106" fmla="*/ 1659731 h 2767298"/>
              <a:gd name="connsiteX9107" fmla="*/ 4265812 w 4752801"/>
              <a:gd name="connsiteY9107" fmla="*/ 1659731 h 2767298"/>
              <a:gd name="connsiteX9108" fmla="*/ 4267836 w 4752801"/>
              <a:gd name="connsiteY9108" fmla="*/ 1663374 h 2767298"/>
              <a:gd name="connsiteX9109" fmla="*/ 4265812 w 4752801"/>
              <a:gd name="connsiteY9109" fmla="*/ 1667018 h 2767298"/>
              <a:gd name="connsiteX9110" fmla="*/ 4261359 w 4752801"/>
              <a:gd name="connsiteY9110" fmla="*/ 1667018 h 2767298"/>
              <a:gd name="connsiteX9111" fmla="*/ 4259335 w 4752801"/>
              <a:gd name="connsiteY9111" fmla="*/ 1663374 h 2767298"/>
              <a:gd name="connsiteX9112" fmla="*/ 3411253 w 4752801"/>
              <a:gd name="connsiteY9112" fmla="*/ 1659731 h 2767298"/>
              <a:gd name="connsiteX9113" fmla="*/ 3415706 w 4752801"/>
              <a:gd name="connsiteY9113" fmla="*/ 1659731 h 2767298"/>
              <a:gd name="connsiteX9114" fmla="*/ 3417730 w 4752801"/>
              <a:gd name="connsiteY9114" fmla="*/ 1663374 h 2767298"/>
              <a:gd name="connsiteX9115" fmla="*/ 3415706 w 4752801"/>
              <a:gd name="connsiteY9115" fmla="*/ 1667018 h 2767298"/>
              <a:gd name="connsiteX9116" fmla="*/ 3411253 w 4752801"/>
              <a:gd name="connsiteY9116" fmla="*/ 1667018 h 2767298"/>
              <a:gd name="connsiteX9117" fmla="*/ 3409229 w 4752801"/>
              <a:gd name="connsiteY9117" fmla="*/ 1663374 h 2767298"/>
              <a:gd name="connsiteX9118" fmla="*/ 4221283 w 4752801"/>
              <a:gd name="connsiteY9118" fmla="*/ 1659326 h 2767298"/>
              <a:gd name="connsiteX9119" fmla="*/ 4225736 w 4752801"/>
              <a:gd name="connsiteY9119" fmla="*/ 1659326 h 2767298"/>
              <a:gd name="connsiteX9120" fmla="*/ 4228164 w 4752801"/>
              <a:gd name="connsiteY9120" fmla="*/ 1663374 h 2767298"/>
              <a:gd name="connsiteX9121" fmla="*/ 4225736 w 4752801"/>
              <a:gd name="connsiteY9121" fmla="*/ 1667422 h 2767298"/>
              <a:gd name="connsiteX9122" fmla="*/ 4221283 w 4752801"/>
              <a:gd name="connsiteY9122" fmla="*/ 1667422 h 2767298"/>
              <a:gd name="connsiteX9123" fmla="*/ 4218854 w 4752801"/>
              <a:gd name="connsiteY9123" fmla="*/ 1663374 h 2767298"/>
              <a:gd name="connsiteX9124" fmla="*/ 4180396 w 4752801"/>
              <a:gd name="connsiteY9124" fmla="*/ 1659326 h 2767298"/>
              <a:gd name="connsiteX9125" fmla="*/ 4184849 w 4752801"/>
              <a:gd name="connsiteY9125" fmla="*/ 1659326 h 2767298"/>
              <a:gd name="connsiteX9126" fmla="*/ 4186873 w 4752801"/>
              <a:gd name="connsiteY9126" fmla="*/ 1663374 h 2767298"/>
              <a:gd name="connsiteX9127" fmla="*/ 4184849 w 4752801"/>
              <a:gd name="connsiteY9127" fmla="*/ 1667422 h 2767298"/>
              <a:gd name="connsiteX9128" fmla="*/ 4180396 w 4752801"/>
              <a:gd name="connsiteY9128" fmla="*/ 1667422 h 2767298"/>
              <a:gd name="connsiteX9129" fmla="*/ 4178372 w 4752801"/>
              <a:gd name="connsiteY9129" fmla="*/ 1663374 h 2767298"/>
              <a:gd name="connsiteX9130" fmla="*/ 3371176 w 4752801"/>
              <a:gd name="connsiteY9130" fmla="*/ 1659326 h 2767298"/>
              <a:gd name="connsiteX9131" fmla="*/ 3374820 w 4752801"/>
              <a:gd name="connsiteY9131" fmla="*/ 1659326 h 2767298"/>
              <a:gd name="connsiteX9132" fmla="*/ 3376034 w 4752801"/>
              <a:gd name="connsiteY9132" fmla="*/ 1659731 h 2767298"/>
              <a:gd name="connsiteX9133" fmla="*/ 3378058 w 4752801"/>
              <a:gd name="connsiteY9133" fmla="*/ 1662969 h 2767298"/>
              <a:gd name="connsiteX9134" fmla="*/ 3378058 w 4752801"/>
              <a:gd name="connsiteY9134" fmla="*/ 1664184 h 2767298"/>
              <a:gd name="connsiteX9135" fmla="*/ 3376034 w 4752801"/>
              <a:gd name="connsiteY9135" fmla="*/ 1667422 h 2767298"/>
              <a:gd name="connsiteX9136" fmla="*/ 3374820 w 4752801"/>
              <a:gd name="connsiteY9136" fmla="*/ 1668232 h 2767298"/>
              <a:gd name="connsiteX9137" fmla="*/ 3371176 w 4752801"/>
              <a:gd name="connsiteY9137" fmla="*/ 1668232 h 2767298"/>
              <a:gd name="connsiteX9138" fmla="*/ 3369962 w 4752801"/>
              <a:gd name="connsiteY9138" fmla="*/ 1667422 h 2767298"/>
              <a:gd name="connsiteX9139" fmla="*/ 3367938 w 4752801"/>
              <a:gd name="connsiteY9139" fmla="*/ 1664184 h 2767298"/>
              <a:gd name="connsiteX9140" fmla="*/ 3367938 w 4752801"/>
              <a:gd name="connsiteY9140" fmla="*/ 1662969 h 2767298"/>
              <a:gd name="connsiteX9141" fmla="*/ 3369962 w 4752801"/>
              <a:gd name="connsiteY9141" fmla="*/ 1659731 h 2767298"/>
              <a:gd name="connsiteX9142" fmla="*/ 3371176 w 4752801"/>
              <a:gd name="connsiteY9142" fmla="*/ 1659326 h 2767298"/>
              <a:gd name="connsiteX9143" fmla="*/ 4585613 w 4752801"/>
              <a:gd name="connsiteY9143" fmla="*/ 1658517 h 2767298"/>
              <a:gd name="connsiteX9144" fmla="*/ 4589257 w 4752801"/>
              <a:gd name="connsiteY9144" fmla="*/ 1658517 h 2767298"/>
              <a:gd name="connsiteX9145" fmla="*/ 4590471 w 4752801"/>
              <a:gd name="connsiteY9145" fmla="*/ 1659326 h 2767298"/>
              <a:gd name="connsiteX9146" fmla="*/ 4592495 w 4752801"/>
              <a:gd name="connsiteY9146" fmla="*/ 1662565 h 2767298"/>
              <a:gd name="connsiteX9147" fmla="*/ 4592495 w 4752801"/>
              <a:gd name="connsiteY9147" fmla="*/ 1663780 h 2767298"/>
              <a:gd name="connsiteX9148" fmla="*/ 4590471 w 4752801"/>
              <a:gd name="connsiteY9148" fmla="*/ 1667018 h 2767298"/>
              <a:gd name="connsiteX9149" fmla="*/ 4589257 w 4752801"/>
              <a:gd name="connsiteY9149" fmla="*/ 1667828 h 2767298"/>
              <a:gd name="connsiteX9150" fmla="*/ 4585613 w 4752801"/>
              <a:gd name="connsiteY9150" fmla="*/ 1667828 h 2767298"/>
              <a:gd name="connsiteX9151" fmla="*/ 4584399 w 4752801"/>
              <a:gd name="connsiteY9151" fmla="*/ 1667018 h 2767298"/>
              <a:gd name="connsiteX9152" fmla="*/ 4582375 w 4752801"/>
              <a:gd name="connsiteY9152" fmla="*/ 1663780 h 2767298"/>
              <a:gd name="connsiteX9153" fmla="*/ 4582375 w 4752801"/>
              <a:gd name="connsiteY9153" fmla="*/ 1662565 h 2767298"/>
              <a:gd name="connsiteX9154" fmla="*/ 4584399 w 4752801"/>
              <a:gd name="connsiteY9154" fmla="*/ 1659326 h 2767298"/>
              <a:gd name="connsiteX9155" fmla="*/ 4585613 w 4752801"/>
              <a:gd name="connsiteY9155" fmla="*/ 1658517 h 2767298"/>
              <a:gd name="connsiteX9156" fmla="*/ 4504246 w 4752801"/>
              <a:gd name="connsiteY9156" fmla="*/ 1658517 h 2767298"/>
              <a:gd name="connsiteX9157" fmla="*/ 4508699 w 4752801"/>
              <a:gd name="connsiteY9157" fmla="*/ 1658517 h 2767298"/>
              <a:gd name="connsiteX9158" fmla="*/ 4509913 w 4752801"/>
              <a:gd name="connsiteY9158" fmla="*/ 1659326 h 2767298"/>
              <a:gd name="connsiteX9159" fmla="*/ 4511937 w 4752801"/>
              <a:gd name="connsiteY9159" fmla="*/ 1662970 h 2767298"/>
              <a:gd name="connsiteX9160" fmla="*/ 4511937 w 4752801"/>
              <a:gd name="connsiteY9160" fmla="*/ 1664184 h 2767298"/>
              <a:gd name="connsiteX9161" fmla="*/ 4509913 w 4752801"/>
              <a:gd name="connsiteY9161" fmla="*/ 1667828 h 2767298"/>
              <a:gd name="connsiteX9162" fmla="*/ 4508699 w 4752801"/>
              <a:gd name="connsiteY9162" fmla="*/ 1668232 h 2767298"/>
              <a:gd name="connsiteX9163" fmla="*/ 4504246 w 4752801"/>
              <a:gd name="connsiteY9163" fmla="*/ 1668232 h 2767298"/>
              <a:gd name="connsiteX9164" fmla="*/ 4503032 w 4752801"/>
              <a:gd name="connsiteY9164" fmla="*/ 1667828 h 2767298"/>
              <a:gd name="connsiteX9165" fmla="*/ 4501008 w 4752801"/>
              <a:gd name="connsiteY9165" fmla="*/ 1664184 h 2767298"/>
              <a:gd name="connsiteX9166" fmla="*/ 4501008 w 4752801"/>
              <a:gd name="connsiteY9166" fmla="*/ 1662970 h 2767298"/>
              <a:gd name="connsiteX9167" fmla="*/ 4503032 w 4752801"/>
              <a:gd name="connsiteY9167" fmla="*/ 1659326 h 2767298"/>
              <a:gd name="connsiteX9168" fmla="*/ 4504246 w 4752801"/>
              <a:gd name="connsiteY9168" fmla="*/ 1658517 h 2767298"/>
              <a:gd name="connsiteX9169" fmla="*/ 4463765 w 4752801"/>
              <a:gd name="connsiteY9169" fmla="*/ 1658517 h 2767298"/>
              <a:gd name="connsiteX9170" fmla="*/ 4468218 w 4752801"/>
              <a:gd name="connsiteY9170" fmla="*/ 1658517 h 2767298"/>
              <a:gd name="connsiteX9171" fmla="*/ 4469432 w 4752801"/>
              <a:gd name="connsiteY9171" fmla="*/ 1659326 h 2767298"/>
              <a:gd name="connsiteX9172" fmla="*/ 4471456 w 4752801"/>
              <a:gd name="connsiteY9172" fmla="*/ 1662970 h 2767298"/>
              <a:gd name="connsiteX9173" fmla="*/ 4471456 w 4752801"/>
              <a:gd name="connsiteY9173" fmla="*/ 1664184 h 2767298"/>
              <a:gd name="connsiteX9174" fmla="*/ 4469432 w 4752801"/>
              <a:gd name="connsiteY9174" fmla="*/ 1667828 h 2767298"/>
              <a:gd name="connsiteX9175" fmla="*/ 4468218 w 4752801"/>
              <a:gd name="connsiteY9175" fmla="*/ 1668232 h 2767298"/>
              <a:gd name="connsiteX9176" fmla="*/ 4463765 w 4752801"/>
              <a:gd name="connsiteY9176" fmla="*/ 1668232 h 2767298"/>
              <a:gd name="connsiteX9177" fmla="*/ 4462551 w 4752801"/>
              <a:gd name="connsiteY9177" fmla="*/ 1667828 h 2767298"/>
              <a:gd name="connsiteX9178" fmla="*/ 4460527 w 4752801"/>
              <a:gd name="connsiteY9178" fmla="*/ 1664184 h 2767298"/>
              <a:gd name="connsiteX9179" fmla="*/ 4460527 w 4752801"/>
              <a:gd name="connsiteY9179" fmla="*/ 1662970 h 2767298"/>
              <a:gd name="connsiteX9180" fmla="*/ 4462551 w 4752801"/>
              <a:gd name="connsiteY9180" fmla="*/ 1659326 h 2767298"/>
              <a:gd name="connsiteX9181" fmla="*/ 4463765 w 4752801"/>
              <a:gd name="connsiteY9181" fmla="*/ 1658517 h 2767298"/>
              <a:gd name="connsiteX9182" fmla="*/ 4423284 w 4752801"/>
              <a:gd name="connsiteY9182" fmla="*/ 1658517 h 2767298"/>
              <a:gd name="connsiteX9183" fmla="*/ 4427737 w 4752801"/>
              <a:gd name="connsiteY9183" fmla="*/ 1658517 h 2767298"/>
              <a:gd name="connsiteX9184" fmla="*/ 4428951 w 4752801"/>
              <a:gd name="connsiteY9184" fmla="*/ 1659326 h 2767298"/>
              <a:gd name="connsiteX9185" fmla="*/ 4430975 w 4752801"/>
              <a:gd name="connsiteY9185" fmla="*/ 1662970 h 2767298"/>
              <a:gd name="connsiteX9186" fmla="*/ 4430975 w 4752801"/>
              <a:gd name="connsiteY9186" fmla="*/ 1664184 h 2767298"/>
              <a:gd name="connsiteX9187" fmla="*/ 4428951 w 4752801"/>
              <a:gd name="connsiteY9187" fmla="*/ 1667828 h 2767298"/>
              <a:gd name="connsiteX9188" fmla="*/ 4427737 w 4752801"/>
              <a:gd name="connsiteY9188" fmla="*/ 1668232 h 2767298"/>
              <a:gd name="connsiteX9189" fmla="*/ 4423284 w 4752801"/>
              <a:gd name="connsiteY9189" fmla="*/ 1668232 h 2767298"/>
              <a:gd name="connsiteX9190" fmla="*/ 4422070 w 4752801"/>
              <a:gd name="connsiteY9190" fmla="*/ 1667828 h 2767298"/>
              <a:gd name="connsiteX9191" fmla="*/ 4420046 w 4752801"/>
              <a:gd name="connsiteY9191" fmla="*/ 1664184 h 2767298"/>
              <a:gd name="connsiteX9192" fmla="*/ 4420046 w 4752801"/>
              <a:gd name="connsiteY9192" fmla="*/ 1662970 h 2767298"/>
              <a:gd name="connsiteX9193" fmla="*/ 4422070 w 4752801"/>
              <a:gd name="connsiteY9193" fmla="*/ 1659326 h 2767298"/>
              <a:gd name="connsiteX9194" fmla="*/ 4423284 w 4752801"/>
              <a:gd name="connsiteY9194" fmla="*/ 1658517 h 2767298"/>
              <a:gd name="connsiteX9195" fmla="*/ 4383207 w 4752801"/>
              <a:gd name="connsiteY9195" fmla="*/ 1658517 h 2767298"/>
              <a:gd name="connsiteX9196" fmla="*/ 4387255 w 4752801"/>
              <a:gd name="connsiteY9196" fmla="*/ 1658517 h 2767298"/>
              <a:gd name="connsiteX9197" fmla="*/ 4388469 w 4752801"/>
              <a:gd name="connsiteY9197" fmla="*/ 1658922 h 2767298"/>
              <a:gd name="connsiteX9198" fmla="*/ 4390494 w 4752801"/>
              <a:gd name="connsiteY9198" fmla="*/ 1662565 h 2767298"/>
              <a:gd name="connsiteX9199" fmla="*/ 4390494 w 4752801"/>
              <a:gd name="connsiteY9199" fmla="*/ 1663780 h 2767298"/>
              <a:gd name="connsiteX9200" fmla="*/ 4388469 w 4752801"/>
              <a:gd name="connsiteY9200" fmla="*/ 1667423 h 2767298"/>
              <a:gd name="connsiteX9201" fmla="*/ 4387255 w 4752801"/>
              <a:gd name="connsiteY9201" fmla="*/ 1667828 h 2767298"/>
              <a:gd name="connsiteX9202" fmla="*/ 4383207 w 4752801"/>
              <a:gd name="connsiteY9202" fmla="*/ 1667828 h 2767298"/>
              <a:gd name="connsiteX9203" fmla="*/ 4381993 w 4752801"/>
              <a:gd name="connsiteY9203" fmla="*/ 1667423 h 2767298"/>
              <a:gd name="connsiteX9204" fmla="*/ 4379969 w 4752801"/>
              <a:gd name="connsiteY9204" fmla="*/ 1663780 h 2767298"/>
              <a:gd name="connsiteX9205" fmla="*/ 4379969 w 4752801"/>
              <a:gd name="connsiteY9205" fmla="*/ 1662565 h 2767298"/>
              <a:gd name="connsiteX9206" fmla="*/ 4381993 w 4752801"/>
              <a:gd name="connsiteY9206" fmla="*/ 1658922 h 2767298"/>
              <a:gd name="connsiteX9207" fmla="*/ 4383207 w 4752801"/>
              <a:gd name="connsiteY9207" fmla="*/ 1658517 h 2767298"/>
              <a:gd name="connsiteX9208" fmla="*/ 4342726 w 4752801"/>
              <a:gd name="connsiteY9208" fmla="*/ 1658517 h 2767298"/>
              <a:gd name="connsiteX9209" fmla="*/ 4346370 w 4752801"/>
              <a:gd name="connsiteY9209" fmla="*/ 1658517 h 2767298"/>
              <a:gd name="connsiteX9210" fmla="*/ 4347584 w 4752801"/>
              <a:gd name="connsiteY9210" fmla="*/ 1659326 h 2767298"/>
              <a:gd name="connsiteX9211" fmla="*/ 4349608 w 4752801"/>
              <a:gd name="connsiteY9211" fmla="*/ 1662565 h 2767298"/>
              <a:gd name="connsiteX9212" fmla="*/ 4349608 w 4752801"/>
              <a:gd name="connsiteY9212" fmla="*/ 1663780 h 2767298"/>
              <a:gd name="connsiteX9213" fmla="*/ 4347584 w 4752801"/>
              <a:gd name="connsiteY9213" fmla="*/ 1667018 h 2767298"/>
              <a:gd name="connsiteX9214" fmla="*/ 4346370 w 4752801"/>
              <a:gd name="connsiteY9214" fmla="*/ 1667828 h 2767298"/>
              <a:gd name="connsiteX9215" fmla="*/ 4342726 w 4752801"/>
              <a:gd name="connsiteY9215" fmla="*/ 1667828 h 2767298"/>
              <a:gd name="connsiteX9216" fmla="*/ 4341512 w 4752801"/>
              <a:gd name="connsiteY9216" fmla="*/ 1667018 h 2767298"/>
              <a:gd name="connsiteX9217" fmla="*/ 4339488 w 4752801"/>
              <a:gd name="connsiteY9217" fmla="*/ 1663780 h 2767298"/>
              <a:gd name="connsiteX9218" fmla="*/ 4339488 w 4752801"/>
              <a:gd name="connsiteY9218" fmla="*/ 1662565 h 2767298"/>
              <a:gd name="connsiteX9219" fmla="*/ 4341512 w 4752801"/>
              <a:gd name="connsiteY9219" fmla="*/ 1659326 h 2767298"/>
              <a:gd name="connsiteX9220" fmla="*/ 4342726 w 4752801"/>
              <a:gd name="connsiteY9220" fmla="*/ 1658517 h 2767298"/>
              <a:gd name="connsiteX9221" fmla="*/ 4545132 w 4752801"/>
              <a:gd name="connsiteY9221" fmla="*/ 1658112 h 2767298"/>
              <a:gd name="connsiteX9222" fmla="*/ 4549180 w 4752801"/>
              <a:gd name="connsiteY9222" fmla="*/ 1658112 h 2767298"/>
              <a:gd name="connsiteX9223" fmla="*/ 4550394 w 4752801"/>
              <a:gd name="connsiteY9223" fmla="*/ 1658922 h 2767298"/>
              <a:gd name="connsiteX9224" fmla="*/ 4552419 w 4752801"/>
              <a:gd name="connsiteY9224" fmla="*/ 1662565 h 2767298"/>
              <a:gd name="connsiteX9225" fmla="*/ 4552419 w 4752801"/>
              <a:gd name="connsiteY9225" fmla="*/ 1663779 h 2767298"/>
              <a:gd name="connsiteX9226" fmla="*/ 4550394 w 4752801"/>
              <a:gd name="connsiteY9226" fmla="*/ 1667423 h 2767298"/>
              <a:gd name="connsiteX9227" fmla="*/ 4549180 w 4752801"/>
              <a:gd name="connsiteY9227" fmla="*/ 1667828 h 2767298"/>
              <a:gd name="connsiteX9228" fmla="*/ 4545132 w 4752801"/>
              <a:gd name="connsiteY9228" fmla="*/ 1667828 h 2767298"/>
              <a:gd name="connsiteX9229" fmla="*/ 4543918 w 4752801"/>
              <a:gd name="connsiteY9229" fmla="*/ 1667423 h 2767298"/>
              <a:gd name="connsiteX9230" fmla="*/ 4541894 w 4752801"/>
              <a:gd name="connsiteY9230" fmla="*/ 1663779 h 2767298"/>
              <a:gd name="connsiteX9231" fmla="*/ 4541894 w 4752801"/>
              <a:gd name="connsiteY9231" fmla="*/ 1662565 h 2767298"/>
              <a:gd name="connsiteX9232" fmla="*/ 4543918 w 4752801"/>
              <a:gd name="connsiteY9232" fmla="*/ 1658922 h 2767298"/>
              <a:gd name="connsiteX9233" fmla="*/ 4545132 w 4752801"/>
              <a:gd name="connsiteY9233" fmla="*/ 1658112 h 2767298"/>
              <a:gd name="connsiteX9234" fmla="*/ 3330290 w 4752801"/>
              <a:gd name="connsiteY9234" fmla="*/ 1658112 h 2767298"/>
              <a:gd name="connsiteX9235" fmla="*/ 3334743 w 4752801"/>
              <a:gd name="connsiteY9235" fmla="*/ 1658112 h 2767298"/>
              <a:gd name="connsiteX9236" fmla="*/ 3335957 w 4752801"/>
              <a:gd name="connsiteY9236" fmla="*/ 1658517 h 2767298"/>
              <a:gd name="connsiteX9237" fmla="*/ 3338386 w 4752801"/>
              <a:gd name="connsiteY9237" fmla="*/ 1662565 h 2767298"/>
              <a:gd name="connsiteX9238" fmla="*/ 3338386 w 4752801"/>
              <a:gd name="connsiteY9238" fmla="*/ 1663779 h 2767298"/>
              <a:gd name="connsiteX9239" fmla="*/ 3335957 w 4752801"/>
              <a:gd name="connsiteY9239" fmla="*/ 1667828 h 2767298"/>
              <a:gd name="connsiteX9240" fmla="*/ 3334743 w 4752801"/>
              <a:gd name="connsiteY9240" fmla="*/ 1668232 h 2767298"/>
              <a:gd name="connsiteX9241" fmla="*/ 3330290 w 4752801"/>
              <a:gd name="connsiteY9241" fmla="*/ 1668232 h 2767298"/>
              <a:gd name="connsiteX9242" fmla="*/ 3329075 w 4752801"/>
              <a:gd name="connsiteY9242" fmla="*/ 1667828 h 2767298"/>
              <a:gd name="connsiteX9243" fmla="*/ 3326647 w 4752801"/>
              <a:gd name="connsiteY9243" fmla="*/ 1663779 h 2767298"/>
              <a:gd name="connsiteX9244" fmla="*/ 3326647 w 4752801"/>
              <a:gd name="connsiteY9244" fmla="*/ 1662565 h 2767298"/>
              <a:gd name="connsiteX9245" fmla="*/ 3329075 w 4752801"/>
              <a:gd name="connsiteY9245" fmla="*/ 1658517 h 2767298"/>
              <a:gd name="connsiteX9246" fmla="*/ 3330290 w 4752801"/>
              <a:gd name="connsiteY9246" fmla="*/ 1658112 h 2767298"/>
              <a:gd name="connsiteX9247" fmla="*/ 3289809 w 4752801"/>
              <a:gd name="connsiteY9247" fmla="*/ 1658112 h 2767298"/>
              <a:gd name="connsiteX9248" fmla="*/ 3294262 w 4752801"/>
              <a:gd name="connsiteY9248" fmla="*/ 1658112 h 2767298"/>
              <a:gd name="connsiteX9249" fmla="*/ 3295476 w 4752801"/>
              <a:gd name="connsiteY9249" fmla="*/ 1658517 h 2767298"/>
              <a:gd name="connsiteX9250" fmla="*/ 3297500 w 4752801"/>
              <a:gd name="connsiteY9250" fmla="*/ 1662565 h 2767298"/>
              <a:gd name="connsiteX9251" fmla="*/ 3297500 w 4752801"/>
              <a:gd name="connsiteY9251" fmla="*/ 1663779 h 2767298"/>
              <a:gd name="connsiteX9252" fmla="*/ 3295476 w 4752801"/>
              <a:gd name="connsiteY9252" fmla="*/ 1667828 h 2767298"/>
              <a:gd name="connsiteX9253" fmla="*/ 3294262 w 4752801"/>
              <a:gd name="connsiteY9253" fmla="*/ 1668232 h 2767298"/>
              <a:gd name="connsiteX9254" fmla="*/ 3289809 w 4752801"/>
              <a:gd name="connsiteY9254" fmla="*/ 1668232 h 2767298"/>
              <a:gd name="connsiteX9255" fmla="*/ 3288595 w 4752801"/>
              <a:gd name="connsiteY9255" fmla="*/ 1667828 h 2767298"/>
              <a:gd name="connsiteX9256" fmla="*/ 3286571 w 4752801"/>
              <a:gd name="connsiteY9256" fmla="*/ 1663779 h 2767298"/>
              <a:gd name="connsiteX9257" fmla="*/ 3286571 w 4752801"/>
              <a:gd name="connsiteY9257" fmla="*/ 1662565 h 2767298"/>
              <a:gd name="connsiteX9258" fmla="*/ 3288595 w 4752801"/>
              <a:gd name="connsiteY9258" fmla="*/ 1658517 h 2767298"/>
              <a:gd name="connsiteX9259" fmla="*/ 3289809 w 4752801"/>
              <a:gd name="connsiteY9259" fmla="*/ 1658112 h 2767298"/>
              <a:gd name="connsiteX9260" fmla="*/ 3248923 w 4752801"/>
              <a:gd name="connsiteY9260" fmla="*/ 1657302 h 2767298"/>
              <a:gd name="connsiteX9261" fmla="*/ 3254186 w 4752801"/>
              <a:gd name="connsiteY9261" fmla="*/ 1657302 h 2767298"/>
              <a:gd name="connsiteX9262" fmla="*/ 3255400 w 4752801"/>
              <a:gd name="connsiteY9262" fmla="*/ 1658112 h 2767298"/>
              <a:gd name="connsiteX9263" fmla="*/ 3257829 w 4752801"/>
              <a:gd name="connsiteY9263" fmla="*/ 1662565 h 2767298"/>
              <a:gd name="connsiteX9264" fmla="*/ 3257829 w 4752801"/>
              <a:gd name="connsiteY9264" fmla="*/ 1663779 h 2767298"/>
              <a:gd name="connsiteX9265" fmla="*/ 3255400 w 4752801"/>
              <a:gd name="connsiteY9265" fmla="*/ 1668232 h 2767298"/>
              <a:gd name="connsiteX9266" fmla="*/ 3254186 w 4752801"/>
              <a:gd name="connsiteY9266" fmla="*/ 1669042 h 2767298"/>
              <a:gd name="connsiteX9267" fmla="*/ 3248923 w 4752801"/>
              <a:gd name="connsiteY9267" fmla="*/ 1669042 h 2767298"/>
              <a:gd name="connsiteX9268" fmla="*/ 3247709 w 4752801"/>
              <a:gd name="connsiteY9268" fmla="*/ 1668232 h 2767298"/>
              <a:gd name="connsiteX9269" fmla="*/ 3245280 w 4752801"/>
              <a:gd name="connsiteY9269" fmla="*/ 1663779 h 2767298"/>
              <a:gd name="connsiteX9270" fmla="*/ 3245280 w 4752801"/>
              <a:gd name="connsiteY9270" fmla="*/ 1662565 h 2767298"/>
              <a:gd name="connsiteX9271" fmla="*/ 3247709 w 4752801"/>
              <a:gd name="connsiteY9271" fmla="*/ 1658112 h 2767298"/>
              <a:gd name="connsiteX9272" fmla="*/ 3248923 w 4752801"/>
              <a:gd name="connsiteY9272" fmla="*/ 1657302 h 2767298"/>
              <a:gd name="connsiteX9273" fmla="*/ 3208036 w 4752801"/>
              <a:gd name="connsiteY9273" fmla="*/ 1656898 h 2767298"/>
              <a:gd name="connsiteX9274" fmla="*/ 3214109 w 4752801"/>
              <a:gd name="connsiteY9274" fmla="*/ 1656898 h 2767298"/>
              <a:gd name="connsiteX9275" fmla="*/ 3215323 w 4752801"/>
              <a:gd name="connsiteY9275" fmla="*/ 1657708 h 2767298"/>
              <a:gd name="connsiteX9276" fmla="*/ 3218561 w 4752801"/>
              <a:gd name="connsiteY9276" fmla="*/ 1662970 h 2767298"/>
              <a:gd name="connsiteX9277" fmla="*/ 3218561 w 4752801"/>
              <a:gd name="connsiteY9277" fmla="*/ 1664185 h 2767298"/>
              <a:gd name="connsiteX9278" fmla="*/ 3215323 w 4752801"/>
              <a:gd name="connsiteY9278" fmla="*/ 1669447 h 2767298"/>
              <a:gd name="connsiteX9279" fmla="*/ 3214109 w 4752801"/>
              <a:gd name="connsiteY9279" fmla="*/ 1670257 h 2767298"/>
              <a:gd name="connsiteX9280" fmla="*/ 3208036 w 4752801"/>
              <a:gd name="connsiteY9280" fmla="*/ 1670257 h 2767298"/>
              <a:gd name="connsiteX9281" fmla="*/ 3206822 w 4752801"/>
              <a:gd name="connsiteY9281" fmla="*/ 1669447 h 2767298"/>
              <a:gd name="connsiteX9282" fmla="*/ 3203584 w 4752801"/>
              <a:gd name="connsiteY9282" fmla="*/ 1664185 h 2767298"/>
              <a:gd name="connsiteX9283" fmla="*/ 3203584 w 4752801"/>
              <a:gd name="connsiteY9283" fmla="*/ 1662970 h 2767298"/>
              <a:gd name="connsiteX9284" fmla="*/ 3206822 w 4752801"/>
              <a:gd name="connsiteY9284" fmla="*/ 1657708 h 2767298"/>
              <a:gd name="connsiteX9285" fmla="*/ 3208036 w 4752801"/>
              <a:gd name="connsiteY9285" fmla="*/ 1656898 h 2767298"/>
              <a:gd name="connsiteX9286" fmla="*/ 3166341 w 4752801"/>
              <a:gd name="connsiteY9286" fmla="*/ 1654874 h 2767298"/>
              <a:gd name="connsiteX9287" fmla="*/ 3175247 w 4752801"/>
              <a:gd name="connsiteY9287" fmla="*/ 1654874 h 2767298"/>
              <a:gd name="connsiteX9288" fmla="*/ 3176461 w 4752801"/>
              <a:gd name="connsiteY9288" fmla="*/ 1655279 h 2767298"/>
              <a:gd name="connsiteX9289" fmla="*/ 3180914 w 4752801"/>
              <a:gd name="connsiteY9289" fmla="*/ 1662970 h 2767298"/>
              <a:gd name="connsiteX9290" fmla="*/ 3180914 w 4752801"/>
              <a:gd name="connsiteY9290" fmla="*/ 1664185 h 2767298"/>
              <a:gd name="connsiteX9291" fmla="*/ 3176461 w 4752801"/>
              <a:gd name="connsiteY9291" fmla="*/ 1671876 h 2767298"/>
              <a:gd name="connsiteX9292" fmla="*/ 3175247 w 4752801"/>
              <a:gd name="connsiteY9292" fmla="*/ 1672281 h 2767298"/>
              <a:gd name="connsiteX9293" fmla="*/ 3166341 w 4752801"/>
              <a:gd name="connsiteY9293" fmla="*/ 1672281 h 2767298"/>
              <a:gd name="connsiteX9294" fmla="*/ 3165126 w 4752801"/>
              <a:gd name="connsiteY9294" fmla="*/ 1671876 h 2767298"/>
              <a:gd name="connsiteX9295" fmla="*/ 3160674 w 4752801"/>
              <a:gd name="connsiteY9295" fmla="*/ 1664185 h 2767298"/>
              <a:gd name="connsiteX9296" fmla="*/ 3160674 w 4752801"/>
              <a:gd name="connsiteY9296" fmla="*/ 1662970 h 2767298"/>
              <a:gd name="connsiteX9297" fmla="*/ 3165126 w 4752801"/>
              <a:gd name="connsiteY9297" fmla="*/ 1655279 h 2767298"/>
              <a:gd name="connsiteX9298" fmla="*/ 3166341 w 4752801"/>
              <a:gd name="connsiteY9298" fmla="*/ 1654874 h 2767298"/>
              <a:gd name="connsiteX9299" fmla="*/ 3125049 w 4752801"/>
              <a:gd name="connsiteY9299" fmla="*/ 1653254 h 2767298"/>
              <a:gd name="connsiteX9300" fmla="*/ 3135170 w 4752801"/>
              <a:gd name="connsiteY9300" fmla="*/ 1653254 h 2767298"/>
              <a:gd name="connsiteX9301" fmla="*/ 3136384 w 4752801"/>
              <a:gd name="connsiteY9301" fmla="*/ 1653659 h 2767298"/>
              <a:gd name="connsiteX9302" fmla="*/ 3141647 w 4752801"/>
              <a:gd name="connsiteY9302" fmla="*/ 1662565 h 2767298"/>
              <a:gd name="connsiteX9303" fmla="*/ 3141647 w 4752801"/>
              <a:gd name="connsiteY9303" fmla="*/ 1663779 h 2767298"/>
              <a:gd name="connsiteX9304" fmla="*/ 3136384 w 4752801"/>
              <a:gd name="connsiteY9304" fmla="*/ 1672685 h 2767298"/>
              <a:gd name="connsiteX9305" fmla="*/ 3135170 w 4752801"/>
              <a:gd name="connsiteY9305" fmla="*/ 1673090 h 2767298"/>
              <a:gd name="connsiteX9306" fmla="*/ 3125049 w 4752801"/>
              <a:gd name="connsiteY9306" fmla="*/ 1673090 h 2767298"/>
              <a:gd name="connsiteX9307" fmla="*/ 3123835 w 4752801"/>
              <a:gd name="connsiteY9307" fmla="*/ 1672685 h 2767298"/>
              <a:gd name="connsiteX9308" fmla="*/ 3118573 w 4752801"/>
              <a:gd name="connsiteY9308" fmla="*/ 1663779 h 2767298"/>
              <a:gd name="connsiteX9309" fmla="*/ 3118573 w 4752801"/>
              <a:gd name="connsiteY9309" fmla="*/ 1662565 h 2767298"/>
              <a:gd name="connsiteX9310" fmla="*/ 3123835 w 4752801"/>
              <a:gd name="connsiteY9310" fmla="*/ 1653659 h 2767298"/>
              <a:gd name="connsiteX9311" fmla="*/ 3125049 w 4752801"/>
              <a:gd name="connsiteY9311" fmla="*/ 1653254 h 2767298"/>
              <a:gd name="connsiteX9312" fmla="*/ 3084569 w 4752801"/>
              <a:gd name="connsiteY9312" fmla="*/ 1652849 h 2767298"/>
              <a:gd name="connsiteX9313" fmla="*/ 3094689 w 4752801"/>
              <a:gd name="connsiteY9313" fmla="*/ 1652849 h 2767298"/>
              <a:gd name="connsiteX9314" fmla="*/ 3095904 w 4752801"/>
              <a:gd name="connsiteY9314" fmla="*/ 1653659 h 2767298"/>
              <a:gd name="connsiteX9315" fmla="*/ 3100761 w 4752801"/>
              <a:gd name="connsiteY9315" fmla="*/ 1662565 h 2767298"/>
              <a:gd name="connsiteX9316" fmla="*/ 3100761 w 4752801"/>
              <a:gd name="connsiteY9316" fmla="*/ 1663779 h 2767298"/>
              <a:gd name="connsiteX9317" fmla="*/ 3095904 w 4752801"/>
              <a:gd name="connsiteY9317" fmla="*/ 1672685 h 2767298"/>
              <a:gd name="connsiteX9318" fmla="*/ 3094689 w 4752801"/>
              <a:gd name="connsiteY9318" fmla="*/ 1673494 h 2767298"/>
              <a:gd name="connsiteX9319" fmla="*/ 3084569 w 4752801"/>
              <a:gd name="connsiteY9319" fmla="*/ 1673494 h 2767298"/>
              <a:gd name="connsiteX9320" fmla="*/ 3083355 w 4752801"/>
              <a:gd name="connsiteY9320" fmla="*/ 1672685 h 2767298"/>
              <a:gd name="connsiteX9321" fmla="*/ 3078497 w 4752801"/>
              <a:gd name="connsiteY9321" fmla="*/ 1663779 h 2767298"/>
              <a:gd name="connsiteX9322" fmla="*/ 3078497 w 4752801"/>
              <a:gd name="connsiteY9322" fmla="*/ 1662565 h 2767298"/>
              <a:gd name="connsiteX9323" fmla="*/ 3083355 w 4752801"/>
              <a:gd name="connsiteY9323" fmla="*/ 1653659 h 2767298"/>
              <a:gd name="connsiteX9324" fmla="*/ 3084569 w 4752801"/>
              <a:gd name="connsiteY9324" fmla="*/ 1652849 h 2767298"/>
              <a:gd name="connsiteX9325" fmla="*/ 3817279 w 4752801"/>
              <a:gd name="connsiteY9325" fmla="*/ 1621274 h 2767298"/>
              <a:gd name="connsiteX9326" fmla="*/ 3819303 w 4752801"/>
              <a:gd name="connsiteY9326" fmla="*/ 1621274 h 2767298"/>
              <a:gd name="connsiteX9327" fmla="*/ 3820113 w 4752801"/>
              <a:gd name="connsiteY9327" fmla="*/ 1622893 h 2767298"/>
              <a:gd name="connsiteX9328" fmla="*/ 3819303 w 4752801"/>
              <a:gd name="connsiteY9328" fmla="*/ 1624512 h 2767298"/>
              <a:gd name="connsiteX9329" fmla="*/ 3817279 w 4752801"/>
              <a:gd name="connsiteY9329" fmla="*/ 1624512 h 2767298"/>
              <a:gd name="connsiteX9330" fmla="*/ 3816470 w 4752801"/>
              <a:gd name="connsiteY9330" fmla="*/ 1622893 h 2767298"/>
              <a:gd name="connsiteX9331" fmla="*/ 3736316 w 4752801"/>
              <a:gd name="connsiteY9331" fmla="*/ 1621274 h 2767298"/>
              <a:gd name="connsiteX9332" fmla="*/ 3738340 w 4752801"/>
              <a:gd name="connsiteY9332" fmla="*/ 1621274 h 2767298"/>
              <a:gd name="connsiteX9333" fmla="*/ 3739150 w 4752801"/>
              <a:gd name="connsiteY9333" fmla="*/ 1622893 h 2767298"/>
              <a:gd name="connsiteX9334" fmla="*/ 3738340 w 4752801"/>
              <a:gd name="connsiteY9334" fmla="*/ 1624512 h 2767298"/>
              <a:gd name="connsiteX9335" fmla="*/ 3736316 w 4752801"/>
              <a:gd name="connsiteY9335" fmla="*/ 1624512 h 2767298"/>
              <a:gd name="connsiteX9336" fmla="*/ 3735507 w 4752801"/>
              <a:gd name="connsiteY9336" fmla="*/ 1622893 h 2767298"/>
              <a:gd name="connsiteX9337" fmla="*/ 3655354 w 4752801"/>
              <a:gd name="connsiteY9337" fmla="*/ 1621274 h 2767298"/>
              <a:gd name="connsiteX9338" fmla="*/ 3657378 w 4752801"/>
              <a:gd name="connsiteY9338" fmla="*/ 1621274 h 2767298"/>
              <a:gd name="connsiteX9339" fmla="*/ 3658188 w 4752801"/>
              <a:gd name="connsiteY9339" fmla="*/ 1622893 h 2767298"/>
              <a:gd name="connsiteX9340" fmla="*/ 3657378 w 4752801"/>
              <a:gd name="connsiteY9340" fmla="*/ 1624512 h 2767298"/>
              <a:gd name="connsiteX9341" fmla="*/ 3655354 w 4752801"/>
              <a:gd name="connsiteY9341" fmla="*/ 1624512 h 2767298"/>
              <a:gd name="connsiteX9342" fmla="*/ 3654545 w 4752801"/>
              <a:gd name="connsiteY9342" fmla="*/ 1622893 h 2767298"/>
              <a:gd name="connsiteX9343" fmla="*/ 3615278 w 4752801"/>
              <a:gd name="connsiteY9343" fmla="*/ 1621274 h 2767298"/>
              <a:gd name="connsiteX9344" fmla="*/ 3617302 w 4752801"/>
              <a:gd name="connsiteY9344" fmla="*/ 1621274 h 2767298"/>
              <a:gd name="connsiteX9345" fmla="*/ 3618517 w 4752801"/>
              <a:gd name="connsiteY9345" fmla="*/ 1622893 h 2767298"/>
              <a:gd name="connsiteX9346" fmla="*/ 3617302 w 4752801"/>
              <a:gd name="connsiteY9346" fmla="*/ 1624512 h 2767298"/>
              <a:gd name="connsiteX9347" fmla="*/ 3615278 w 4752801"/>
              <a:gd name="connsiteY9347" fmla="*/ 1624512 h 2767298"/>
              <a:gd name="connsiteX9348" fmla="*/ 3614064 w 4752801"/>
              <a:gd name="connsiteY9348" fmla="*/ 1622893 h 2767298"/>
              <a:gd name="connsiteX9349" fmla="*/ 3857760 w 4752801"/>
              <a:gd name="connsiteY9349" fmla="*/ 1620869 h 2767298"/>
              <a:gd name="connsiteX9350" fmla="*/ 3860189 w 4752801"/>
              <a:gd name="connsiteY9350" fmla="*/ 1620869 h 2767298"/>
              <a:gd name="connsiteX9351" fmla="*/ 3861404 w 4752801"/>
              <a:gd name="connsiteY9351" fmla="*/ 1622893 h 2767298"/>
              <a:gd name="connsiteX9352" fmla="*/ 3860189 w 4752801"/>
              <a:gd name="connsiteY9352" fmla="*/ 1624917 h 2767298"/>
              <a:gd name="connsiteX9353" fmla="*/ 3857760 w 4752801"/>
              <a:gd name="connsiteY9353" fmla="*/ 1624917 h 2767298"/>
              <a:gd name="connsiteX9354" fmla="*/ 3856546 w 4752801"/>
              <a:gd name="connsiteY9354" fmla="*/ 1622893 h 2767298"/>
              <a:gd name="connsiteX9355" fmla="*/ 3777203 w 4752801"/>
              <a:gd name="connsiteY9355" fmla="*/ 1620869 h 2767298"/>
              <a:gd name="connsiteX9356" fmla="*/ 3779227 w 4752801"/>
              <a:gd name="connsiteY9356" fmla="*/ 1620869 h 2767298"/>
              <a:gd name="connsiteX9357" fmla="*/ 3780442 w 4752801"/>
              <a:gd name="connsiteY9357" fmla="*/ 1622893 h 2767298"/>
              <a:gd name="connsiteX9358" fmla="*/ 3779227 w 4752801"/>
              <a:gd name="connsiteY9358" fmla="*/ 1624917 h 2767298"/>
              <a:gd name="connsiteX9359" fmla="*/ 3777203 w 4752801"/>
              <a:gd name="connsiteY9359" fmla="*/ 1624917 h 2767298"/>
              <a:gd name="connsiteX9360" fmla="*/ 3775989 w 4752801"/>
              <a:gd name="connsiteY9360" fmla="*/ 1622893 h 2767298"/>
              <a:gd name="connsiteX9361" fmla="*/ 3695835 w 4752801"/>
              <a:gd name="connsiteY9361" fmla="*/ 1620869 h 2767298"/>
              <a:gd name="connsiteX9362" fmla="*/ 3698264 w 4752801"/>
              <a:gd name="connsiteY9362" fmla="*/ 1620869 h 2767298"/>
              <a:gd name="connsiteX9363" fmla="*/ 3699479 w 4752801"/>
              <a:gd name="connsiteY9363" fmla="*/ 1622893 h 2767298"/>
              <a:gd name="connsiteX9364" fmla="*/ 3698264 w 4752801"/>
              <a:gd name="connsiteY9364" fmla="*/ 1624917 h 2767298"/>
              <a:gd name="connsiteX9365" fmla="*/ 3695835 w 4752801"/>
              <a:gd name="connsiteY9365" fmla="*/ 1624917 h 2767298"/>
              <a:gd name="connsiteX9366" fmla="*/ 3694621 w 4752801"/>
              <a:gd name="connsiteY9366" fmla="*/ 1622893 h 2767298"/>
              <a:gd name="connsiteX9367" fmla="*/ 3574796 w 4752801"/>
              <a:gd name="connsiteY9367" fmla="*/ 1620869 h 2767298"/>
              <a:gd name="connsiteX9368" fmla="*/ 3576820 w 4752801"/>
              <a:gd name="connsiteY9368" fmla="*/ 1620869 h 2767298"/>
              <a:gd name="connsiteX9369" fmla="*/ 3578035 w 4752801"/>
              <a:gd name="connsiteY9369" fmla="*/ 1622893 h 2767298"/>
              <a:gd name="connsiteX9370" fmla="*/ 3576820 w 4752801"/>
              <a:gd name="connsiteY9370" fmla="*/ 1624917 h 2767298"/>
              <a:gd name="connsiteX9371" fmla="*/ 3574796 w 4752801"/>
              <a:gd name="connsiteY9371" fmla="*/ 1624917 h 2767298"/>
              <a:gd name="connsiteX9372" fmla="*/ 3573582 w 4752801"/>
              <a:gd name="connsiteY9372" fmla="*/ 1622893 h 2767298"/>
              <a:gd name="connsiteX9373" fmla="*/ 3533910 w 4752801"/>
              <a:gd name="connsiteY9373" fmla="*/ 1620869 h 2767298"/>
              <a:gd name="connsiteX9374" fmla="*/ 3536339 w 4752801"/>
              <a:gd name="connsiteY9374" fmla="*/ 1620869 h 2767298"/>
              <a:gd name="connsiteX9375" fmla="*/ 3537554 w 4752801"/>
              <a:gd name="connsiteY9375" fmla="*/ 1622893 h 2767298"/>
              <a:gd name="connsiteX9376" fmla="*/ 3536339 w 4752801"/>
              <a:gd name="connsiteY9376" fmla="*/ 1624917 h 2767298"/>
              <a:gd name="connsiteX9377" fmla="*/ 3533910 w 4752801"/>
              <a:gd name="connsiteY9377" fmla="*/ 1624917 h 2767298"/>
              <a:gd name="connsiteX9378" fmla="*/ 3532696 w 4752801"/>
              <a:gd name="connsiteY9378" fmla="*/ 1622893 h 2767298"/>
              <a:gd name="connsiteX9379" fmla="*/ 3493429 w 4752801"/>
              <a:gd name="connsiteY9379" fmla="*/ 1620869 h 2767298"/>
              <a:gd name="connsiteX9380" fmla="*/ 3495858 w 4752801"/>
              <a:gd name="connsiteY9380" fmla="*/ 1620869 h 2767298"/>
              <a:gd name="connsiteX9381" fmla="*/ 3497073 w 4752801"/>
              <a:gd name="connsiteY9381" fmla="*/ 1622893 h 2767298"/>
              <a:gd name="connsiteX9382" fmla="*/ 3495858 w 4752801"/>
              <a:gd name="connsiteY9382" fmla="*/ 1624917 h 2767298"/>
              <a:gd name="connsiteX9383" fmla="*/ 3493429 w 4752801"/>
              <a:gd name="connsiteY9383" fmla="*/ 1624917 h 2767298"/>
              <a:gd name="connsiteX9384" fmla="*/ 3492215 w 4752801"/>
              <a:gd name="connsiteY9384" fmla="*/ 1622893 h 2767298"/>
              <a:gd name="connsiteX9385" fmla="*/ 3453353 w 4752801"/>
              <a:gd name="connsiteY9385" fmla="*/ 1620869 h 2767298"/>
              <a:gd name="connsiteX9386" fmla="*/ 3455377 w 4752801"/>
              <a:gd name="connsiteY9386" fmla="*/ 1620869 h 2767298"/>
              <a:gd name="connsiteX9387" fmla="*/ 3456592 w 4752801"/>
              <a:gd name="connsiteY9387" fmla="*/ 1622893 h 2767298"/>
              <a:gd name="connsiteX9388" fmla="*/ 3455377 w 4752801"/>
              <a:gd name="connsiteY9388" fmla="*/ 1624917 h 2767298"/>
              <a:gd name="connsiteX9389" fmla="*/ 3453353 w 4752801"/>
              <a:gd name="connsiteY9389" fmla="*/ 1624917 h 2767298"/>
              <a:gd name="connsiteX9390" fmla="*/ 3452139 w 4752801"/>
              <a:gd name="connsiteY9390" fmla="*/ 1622893 h 2767298"/>
              <a:gd name="connsiteX9391" fmla="*/ 3412467 w 4752801"/>
              <a:gd name="connsiteY9391" fmla="*/ 1620869 h 2767298"/>
              <a:gd name="connsiteX9392" fmla="*/ 3414896 w 4752801"/>
              <a:gd name="connsiteY9392" fmla="*/ 1620869 h 2767298"/>
              <a:gd name="connsiteX9393" fmla="*/ 3416111 w 4752801"/>
              <a:gd name="connsiteY9393" fmla="*/ 1622893 h 2767298"/>
              <a:gd name="connsiteX9394" fmla="*/ 3414896 w 4752801"/>
              <a:gd name="connsiteY9394" fmla="*/ 1624917 h 2767298"/>
              <a:gd name="connsiteX9395" fmla="*/ 3412467 w 4752801"/>
              <a:gd name="connsiteY9395" fmla="*/ 1624917 h 2767298"/>
              <a:gd name="connsiteX9396" fmla="*/ 3411253 w 4752801"/>
              <a:gd name="connsiteY9396" fmla="*/ 1622893 h 2767298"/>
              <a:gd name="connsiteX9397" fmla="*/ 3898241 w 4752801"/>
              <a:gd name="connsiteY9397" fmla="*/ 1620464 h 2767298"/>
              <a:gd name="connsiteX9398" fmla="*/ 3901075 w 4752801"/>
              <a:gd name="connsiteY9398" fmla="*/ 1620464 h 2767298"/>
              <a:gd name="connsiteX9399" fmla="*/ 3902694 w 4752801"/>
              <a:gd name="connsiteY9399" fmla="*/ 1622893 h 2767298"/>
              <a:gd name="connsiteX9400" fmla="*/ 3901075 w 4752801"/>
              <a:gd name="connsiteY9400" fmla="*/ 1625322 h 2767298"/>
              <a:gd name="connsiteX9401" fmla="*/ 3898241 w 4752801"/>
              <a:gd name="connsiteY9401" fmla="*/ 1625322 h 2767298"/>
              <a:gd name="connsiteX9402" fmla="*/ 3896622 w 4752801"/>
              <a:gd name="connsiteY9402" fmla="*/ 1622893 h 2767298"/>
              <a:gd name="connsiteX9403" fmla="*/ 3938318 w 4752801"/>
              <a:gd name="connsiteY9403" fmla="*/ 1620060 h 2767298"/>
              <a:gd name="connsiteX9404" fmla="*/ 3941557 w 4752801"/>
              <a:gd name="connsiteY9404" fmla="*/ 1620060 h 2767298"/>
              <a:gd name="connsiteX9405" fmla="*/ 3943176 w 4752801"/>
              <a:gd name="connsiteY9405" fmla="*/ 1622893 h 2767298"/>
              <a:gd name="connsiteX9406" fmla="*/ 3941557 w 4752801"/>
              <a:gd name="connsiteY9406" fmla="*/ 1625727 h 2767298"/>
              <a:gd name="connsiteX9407" fmla="*/ 3938318 w 4752801"/>
              <a:gd name="connsiteY9407" fmla="*/ 1625727 h 2767298"/>
              <a:gd name="connsiteX9408" fmla="*/ 3936699 w 4752801"/>
              <a:gd name="connsiteY9408" fmla="*/ 1622893 h 2767298"/>
              <a:gd name="connsiteX9409" fmla="*/ 4059357 w 4752801"/>
              <a:gd name="connsiteY9409" fmla="*/ 1619655 h 2767298"/>
              <a:gd name="connsiteX9410" fmla="*/ 4063405 w 4752801"/>
              <a:gd name="connsiteY9410" fmla="*/ 1619655 h 2767298"/>
              <a:gd name="connsiteX9411" fmla="*/ 4065429 w 4752801"/>
              <a:gd name="connsiteY9411" fmla="*/ 1622893 h 2767298"/>
              <a:gd name="connsiteX9412" fmla="*/ 4063405 w 4752801"/>
              <a:gd name="connsiteY9412" fmla="*/ 1626132 h 2767298"/>
              <a:gd name="connsiteX9413" fmla="*/ 4059357 w 4752801"/>
              <a:gd name="connsiteY9413" fmla="*/ 1626132 h 2767298"/>
              <a:gd name="connsiteX9414" fmla="*/ 4057333 w 4752801"/>
              <a:gd name="connsiteY9414" fmla="*/ 1622893 h 2767298"/>
              <a:gd name="connsiteX9415" fmla="*/ 3978799 w 4752801"/>
              <a:gd name="connsiteY9415" fmla="*/ 1619655 h 2767298"/>
              <a:gd name="connsiteX9416" fmla="*/ 3982442 w 4752801"/>
              <a:gd name="connsiteY9416" fmla="*/ 1619655 h 2767298"/>
              <a:gd name="connsiteX9417" fmla="*/ 3984467 w 4752801"/>
              <a:gd name="connsiteY9417" fmla="*/ 1622893 h 2767298"/>
              <a:gd name="connsiteX9418" fmla="*/ 3982442 w 4752801"/>
              <a:gd name="connsiteY9418" fmla="*/ 1626132 h 2767298"/>
              <a:gd name="connsiteX9419" fmla="*/ 3978799 w 4752801"/>
              <a:gd name="connsiteY9419" fmla="*/ 1626132 h 2767298"/>
              <a:gd name="connsiteX9420" fmla="*/ 3976775 w 4752801"/>
              <a:gd name="connsiteY9420" fmla="*/ 1622893 h 2767298"/>
              <a:gd name="connsiteX9421" fmla="*/ 3371581 w 4752801"/>
              <a:gd name="connsiteY9421" fmla="*/ 1619655 h 2767298"/>
              <a:gd name="connsiteX9422" fmla="*/ 3375224 w 4752801"/>
              <a:gd name="connsiteY9422" fmla="*/ 1619655 h 2767298"/>
              <a:gd name="connsiteX9423" fmla="*/ 3377249 w 4752801"/>
              <a:gd name="connsiteY9423" fmla="*/ 1622893 h 2767298"/>
              <a:gd name="connsiteX9424" fmla="*/ 3375224 w 4752801"/>
              <a:gd name="connsiteY9424" fmla="*/ 1626132 h 2767298"/>
              <a:gd name="connsiteX9425" fmla="*/ 3371581 w 4752801"/>
              <a:gd name="connsiteY9425" fmla="*/ 1626132 h 2767298"/>
              <a:gd name="connsiteX9426" fmla="*/ 3369557 w 4752801"/>
              <a:gd name="connsiteY9426" fmla="*/ 1622893 h 2767298"/>
              <a:gd name="connsiteX9427" fmla="*/ 4504652 w 4752801"/>
              <a:gd name="connsiteY9427" fmla="*/ 1619250 h 2767298"/>
              <a:gd name="connsiteX9428" fmla="*/ 4508295 w 4752801"/>
              <a:gd name="connsiteY9428" fmla="*/ 1619250 h 2767298"/>
              <a:gd name="connsiteX9429" fmla="*/ 4509509 w 4752801"/>
              <a:gd name="connsiteY9429" fmla="*/ 1619655 h 2767298"/>
              <a:gd name="connsiteX9430" fmla="*/ 4511128 w 4752801"/>
              <a:gd name="connsiteY9430" fmla="*/ 1622488 h 2767298"/>
              <a:gd name="connsiteX9431" fmla="*/ 4511128 w 4752801"/>
              <a:gd name="connsiteY9431" fmla="*/ 1623703 h 2767298"/>
              <a:gd name="connsiteX9432" fmla="*/ 4509509 w 4752801"/>
              <a:gd name="connsiteY9432" fmla="*/ 1626537 h 2767298"/>
              <a:gd name="connsiteX9433" fmla="*/ 4508295 w 4752801"/>
              <a:gd name="connsiteY9433" fmla="*/ 1626941 h 2767298"/>
              <a:gd name="connsiteX9434" fmla="*/ 4504652 w 4752801"/>
              <a:gd name="connsiteY9434" fmla="*/ 1626941 h 2767298"/>
              <a:gd name="connsiteX9435" fmla="*/ 4503437 w 4752801"/>
              <a:gd name="connsiteY9435" fmla="*/ 1626537 h 2767298"/>
              <a:gd name="connsiteX9436" fmla="*/ 4501818 w 4752801"/>
              <a:gd name="connsiteY9436" fmla="*/ 1623703 h 2767298"/>
              <a:gd name="connsiteX9437" fmla="*/ 4501818 w 4752801"/>
              <a:gd name="connsiteY9437" fmla="*/ 1622488 h 2767298"/>
              <a:gd name="connsiteX9438" fmla="*/ 4503437 w 4752801"/>
              <a:gd name="connsiteY9438" fmla="*/ 1619655 h 2767298"/>
              <a:gd name="connsiteX9439" fmla="*/ 4504652 w 4752801"/>
              <a:gd name="connsiteY9439" fmla="*/ 1619250 h 2767298"/>
              <a:gd name="connsiteX9440" fmla="*/ 4342321 w 4752801"/>
              <a:gd name="connsiteY9440" fmla="*/ 1619250 h 2767298"/>
              <a:gd name="connsiteX9441" fmla="*/ 4346774 w 4752801"/>
              <a:gd name="connsiteY9441" fmla="*/ 1619250 h 2767298"/>
              <a:gd name="connsiteX9442" fmla="*/ 4348798 w 4752801"/>
              <a:gd name="connsiteY9442" fmla="*/ 1622893 h 2767298"/>
              <a:gd name="connsiteX9443" fmla="*/ 4346774 w 4752801"/>
              <a:gd name="connsiteY9443" fmla="*/ 1626537 h 2767298"/>
              <a:gd name="connsiteX9444" fmla="*/ 4342321 w 4752801"/>
              <a:gd name="connsiteY9444" fmla="*/ 1626537 h 2767298"/>
              <a:gd name="connsiteX9445" fmla="*/ 4340297 w 4752801"/>
              <a:gd name="connsiteY9445" fmla="*/ 1622893 h 2767298"/>
              <a:gd name="connsiteX9446" fmla="*/ 4302649 w 4752801"/>
              <a:gd name="connsiteY9446" fmla="*/ 1619250 h 2767298"/>
              <a:gd name="connsiteX9447" fmla="*/ 4305888 w 4752801"/>
              <a:gd name="connsiteY9447" fmla="*/ 1619250 h 2767298"/>
              <a:gd name="connsiteX9448" fmla="*/ 4307102 w 4752801"/>
              <a:gd name="connsiteY9448" fmla="*/ 1619655 h 2767298"/>
              <a:gd name="connsiteX9449" fmla="*/ 4308722 w 4752801"/>
              <a:gd name="connsiteY9449" fmla="*/ 1622488 h 2767298"/>
              <a:gd name="connsiteX9450" fmla="*/ 4308722 w 4752801"/>
              <a:gd name="connsiteY9450" fmla="*/ 1623703 h 2767298"/>
              <a:gd name="connsiteX9451" fmla="*/ 4307102 w 4752801"/>
              <a:gd name="connsiteY9451" fmla="*/ 1626537 h 2767298"/>
              <a:gd name="connsiteX9452" fmla="*/ 4305888 w 4752801"/>
              <a:gd name="connsiteY9452" fmla="*/ 1626941 h 2767298"/>
              <a:gd name="connsiteX9453" fmla="*/ 4302649 w 4752801"/>
              <a:gd name="connsiteY9453" fmla="*/ 1626941 h 2767298"/>
              <a:gd name="connsiteX9454" fmla="*/ 4301435 w 4752801"/>
              <a:gd name="connsiteY9454" fmla="*/ 1626537 h 2767298"/>
              <a:gd name="connsiteX9455" fmla="*/ 4299816 w 4752801"/>
              <a:gd name="connsiteY9455" fmla="*/ 1623703 h 2767298"/>
              <a:gd name="connsiteX9456" fmla="*/ 4299816 w 4752801"/>
              <a:gd name="connsiteY9456" fmla="*/ 1622488 h 2767298"/>
              <a:gd name="connsiteX9457" fmla="*/ 4301435 w 4752801"/>
              <a:gd name="connsiteY9457" fmla="*/ 1619655 h 2767298"/>
              <a:gd name="connsiteX9458" fmla="*/ 4302649 w 4752801"/>
              <a:gd name="connsiteY9458" fmla="*/ 1619250 h 2767298"/>
              <a:gd name="connsiteX9459" fmla="*/ 4221282 w 4752801"/>
              <a:gd name="connsiteY9459" fmla="*/ 1619250 h 2767298"/>
              <a:gd name="connsiteX9460" fmla="*/ 4225330 w 4752801"/>
              <a:gd name="connsiteY9460" fmla="*/ 1619250 h 2767298"/>
              <a:gd name="connsiteX9461" fmla="*/ 4227354 w 4752801"/>
              <a:gd name="connsiteY9461" fmla="*/ 1622893 h 2767298"/>
              <a:gd name="connsiteX9462" fmla="*/ 4225330 w 4752801"/>
              <a:gd name="connsiteY9462" fmla="*/ 1626537 h 2767298"/>
              <a:gd name="connsiteX9463" fmla="*/ 4221282 w 4752801"/>
              <a:gd name="connsiteY9463" fmla="*/ 1626537 h 2767298"/>
              <a:gd name="connsiteX9464" fmla="*/ 4219258 w 4752801"/>
              <a:gd name="connsiteY9464" fmla="*/ 1622893 h 2767298"/>
              <a:gd name="connsiteX9465" fmla="*/ 4180396 w 4752801"/>
              <a:gd name="connsiteY9465" fmla="*/ 1619250 h 2767298"/>
              <a:gd name="connsiteX9466" fmla="*/ 4184849 w 4752801"/>
              <a:gd name="connsiteY9466" fmla="*/ 1619250 h 2767298"/>
              <a:gd name="connsiteX9467" fmla="*/ 4186873 w 4752801"/>
              <a:gd name="connsiteY9467" fmla="*/ 1622893 h 2767298"/>
              <a:gd name="connsiteX9468" fmla="*/ 4184849 w 4752801"/>
              <a:gd name="connsiteY9468" fmla="*/ 1626537 h 2767298"/>
              <a:gd name="connsiteX9469" fmla="*/ 4180396 w 4752801"/>
              <a:gd name="connsiteY9469" fmla="*/ 1626537 h 2767298"/>
              <a:gd name="connsiteX9470" fmla="*/ 4178372 w 4752801"/>
              <a:gd name="connsiteY9470" fmla="*/ 1622893 h 2767298"/>
              <a:gd name="connsiteX9471" fmla="*/ 4099838 w 4752801"/>
              <a:gd name="connsiteY9471" fmla="*/ 1619250 h 2767298"/>
              <a:gd name="connsiteX9472" fmla="*/ 4103886 w 4752801"/>
              <a:gd name="connsiteY9472" fmla="*/ 1619250 h 2767298"/>
              <a:gd name="connsiteX9473" fmla="*/ 4105910 w 4752801"/>
              <a:gd name="connsiteY9473" fmla="*/ 1622893 h 2767298"/>
              <a:gd name="connsiteX9474" fmla="*/ 4103886 w 4752801"/>
              <a:gd name="connsiteY9474" fmla="*/ 1626537 h 2767298"/>
              <a:gd name="connsiteX9475" fmla="*/ 4099838 w 4752801"/>
              <a:gd name="connsiteY9475" fmla="*/ 1626537 h 2767298"/>
              <a:gd name="connsiteX9476" fmla="*/ 4097814 w 4752801"/>
              <a:gd name="connsiteY9476" fmla="*/ 1622893 h 2767298"/>
              <a:gd name="connsiteX9477" fmla="*/ 4018876 w 4752801"/>
              <a:gd name="connsiteY9477" fmla="*/ 1619250 h 2767298"/>
              <a:gd name="connsiteX9478" fmla="*/ 4022924 w 4752801"/>
              <a:gd name="connsiteY9478" fmla="*/ 1619250 h 2767298"/>
              <a:gd name="connsiteX9479" fmla="*/ 4024948 w 4752801"/>
              <a:gd name="connsiteY9479" fmla="*/ 1622893 h 2767298"/>
              <a:gd name="connsiteX9480" fmla="*/ 4022924 w 4752801"/>
              <a:gd name="connsiteY9480" fmla="*/ 1626537 h 2767298"/>
              <a:gd name="connsiteX9481" fmla="*/ 4018876 w 4752801"/>
              <a:gd name="connsiteY9481" fmla="*/ 1626537 h 2767298"/>
              <a:gd name="connsiteX9482" fmla="*/ 4016852 w 4752801"/>
              <a:gd name="connsiteY9482" fmla="*/ 1622893 h 2767298"/>
              <a:gd name="connsiteX9483" fmla="*/ 4586018 w 4752801"/>
              <a:gd name="connsiteY9483" fmla="*/ 1618845 h 2767298"/>
              <a:gd name="connsiteX9484" fmla="*/ 4589257 w 4752801"/>
              <a:gd name="connsiteY9484" fmla="*/ 1618845 h 2767298"/>
              <a:gd name="connsiteX9485" fmla="*/ 4590471 w 4752801"/>
              <a:gd name="connsiteY9485" fmla="*/ 1619655 h 2767298"/>
              <a:gd name="connsiteX9486" fmla="*/ 4592091 w 4752801"/>
              <a:gd name="connsiteY9486" fmla="*/ 1622488 h 2767298"/>
              <a:gd name="connsiteX9487" fmla="*/ 4592091 w 4752801"/>
              <a:gd name="connsiteY9487" fmla="*/ 1623703 h 2767298"/>
              <a:gd name="connsiteX9488" fmla="*/ 4590471 w 4752801"/>
              <a:gd name="connsiteY9488" fmla="*/ 1626537 h 2767298"/>
              <a:gd name="connsiteX9489" fmla="*/ 4589257 w 4752801"/>
              <a:gd name="connsiteY9489" fmla="*/ 1627346 h 2767298"/>
              <a:gd name="connsiteX9490" fmla="*/ 4586018 w 4752801"/>
              <a:gd name="connsiteY9490" fmla="*/ 1627346 h 2767298"/>
              <a:gd name="connsiteX9491" fmla="*/ 4584804 w 4752801"/>
              <a:gd name="connsiteY9491" fmla="*/ 1626537 h 2767298"/>
              <a:gd name="connsiteX9492" fmla="*/ 4583185 w 4752801"/>
              <a:gd name="connsiteY9492" fmla="*/ 1623703 h 2767298"/>
              <a:gd name="connsiteX9493" fmla="*/ 4583185 w 4752801"/>
              <a:gd name="connsiteY9493" fmla="*/ 1622488 h 2767298"/>
              <a:gd name="connsiteX9494" fmla="*/ 4584804 w 4752801"/>
              <a:gd name="connsiteY9494" fmla="*/ 1619655 h 2767298"/>
              <a:gd name="connsiteX9495" fmla="*/ 4586018 w 4752801"/>
              <a:gd name="connsiteY9495" fmla="*/ 1618845 h 2767298"/>
              <a:gd name="connsiteX9496" fmla="*/ 4382802 w 4752801"/>
              <a:gd name="connsiteY9496" fmla="*/ 1618845 h 2767298"/>
              <a:gd name="connsiteX9497" fmla="*/ 4386850 w 4752801"/>
              <a:gd name="connsiteY9497" fmla="*/ 1618845 h 2767298"/>
              <a:gd name="connsiteX9498" fmla="*/ 4388064 w 4752801"/>
              <a:gd name="connsiteY9498" fmla="*/ 1619250 h 2767298"/>
              <a:gd name="connsiteX9499" fmla="*/ 4390089 w 4752801"/>
              <a:gd name="connsiteY9499" fmla="*/ 1622488 h 2767298"/>
              <a:gd name="connsiteX9500" fmla="*/ 4390089 w 4752801"/>
              <a:gd name="connsiteY9500" fmla="*/ 1623703 h 2767298"/>
              <a:gd name="connsiteX9501" fmla="*/ 4388064 w 4752801"/>
              <a:gd name="connsiteY9501" fmla="*/ 1626941 h 2767298"/>
              <a:gd name="connsiteX9502" fmla="*/ 4386850 w 4752801"/>
              <a:gd name="connsiteY9502" fmla="*/ 1627346 h 2767298"/>
              <a:gd name="connsiteX9503" fmla="*/ 4382802 w 4752801"/>
              <a:gd name="connsiteY9503" fmla="*/ 1627346 h 2767298"/>
              <a:gd name="connsiteX9504" fmla="*/ 4381588 w 4752801"/>
              <a:gd name="connsiteY9504" fmla="*/ 1626941 h 2767298"/>
              <a:gd name="connsiteX9505" fmla="*/ 4379564 w 4752801"/>
              <a:gd name="connsiteY9505" fmla="*/ 1623703 h 2767298"/>
              <a:gd name="connsiteX9506" fmla="*/ 4379564 w 4752801"/>
              <a:gd name="connsiteY9506" fmla="*/ 1622488 h 2767298"/>
              <a:gd name="connsiteX9507" fmla="*/ 4381588 w 4752801"/>
              <a:gd name="connsiteY9507" fmla="*/ 1619250 h 2767298"/>
              <a:gd name="connsiteX9508" fmla="*/ 4382802 w 4752801"/>
              <a:gd name="connsiteY9508" fmla="*/ 1618845 h 2767298"/>
              <a:gd name="connsiteX9509" fmla="*/ 4261359 w 4752801"/>
              <a:gd name="connsiteY9509" fmla="*/ 1618845 h 2767298"/>
              <a:gd name="connsiteX9510" fmla="*/ 4266217 w 4752801"/>
              <a:gd name="connsiteY9510" fmla="*/ 1618845 h 2767298"/>
              <a:gd name="connsiteX9511" fmla="*/ 4268646 w 4752801"/>
              <a:gd name="connsiteY9511" fmla="*/ 1622893 h 2767298"/>
              <a:gd name="connsiteX9512" fmla="*/ 4266217 w 4752801"/>
              <a:gd name="connsiteY9512" fmla="*/ 1626941 h 2767298"/>
              <a:gd name="connsiteX9513" fmla="*/ 4261359 w 4752801"/>
              <a:gd name="connsiteY9513" fmla="*/ 1626941 h 2767298"/>
              <a:gd name="connsiteX9514" fmla="*/ 4258930 w 4752801"/>
              <a:gd name="connsiteY9514" fmla="*/ 1622893 h 2767298"/>
              <a:gd name="connsiteX9515" fmla="*/ 4140320 w 4752801"/>
              <a:gd name="connsiteY9515" fmla="*/ 1618845 h 2767298"/>
              <a:gd name="connsiteX9516" fmla="*/ 4144773 w 4752801"/>
              <a:gd name="connsiteY9516" fmla="*/ 1618845 h 2767298"/>
              <a:gd name="connsiteX9517" fmla="*/ 4147201 w 4752801"/>
              <a:gd name="connsiteY9517" fmla="*/ 1622893 h 2767298"/>
              <a:gd name="connsiteX9518" fmla="*/ 4144773 w 4752801"/>
              <a:gd name="connsiteY9518" fmla="*/ 1626941 h 2767298"/>
              <a:gd name="connsiteX9519" fmla="*/ 4140320 w 4752801"/>
              <a:gd name="connsiteY9519" fmla="*/ 1626941 h 2767298"/>
              <a:gd name="connsiteX9520" fmla="*/ 4137891 w 4752801"/>
              <a:gd name="connsiteY9520" fmla="*/ 1622893 h 2767298"/>
              <a:gd name="connsiteX9521" fmla="*/ 3331099 w 4752801"/>
              <a:gd name="connsiteY9521" fmla="*/ 1618845 h 2767298"/>
              <a:gd name="connsiteX9522" fmla="*/ 3334338 w 4752801"/>
              <a:gd name="connsiteY9522" fmla="*/ 1618845 h 2767298"/>
              <a:gd name="connsiteX9523" fmla="*/ 3335552 w 4752801"/>
              <a:gd name="connsiteY9523" fmla="*/ 1619655 h 2767298"/>
              <a:gd name="connsiteX9524" fmla="*/ 3337172 w 4752801"/>
              <a:gd name="connsiteY9524" fmla="*/ 1622488 h 2767298"/>
              <a:gd name="connsiteX9525" fmla="*/ 3337172 w 4752801"/>
              <a:gd name="connsiteY9525" fmla="*/ 1623703 h 2767298"/>
              <a:gd name="connsiteX9526" fmla="*/ 3335552 w 4752801"/>
              <a:gd name="connsiteY9526" fmla="*/ 1626537 h 2767298"/>
              <a:gd name="connsiteX9527" fmla="*/ 3334338 w 4752801"/>
              <a:gd name="connsiteY9527" fmla="*/ 1626941 h 2767298"/>
              <a:gd name="connsiteX9528" fmla="*/ 3331099 w 4752801"/>
              <a:gd name="connsiteY9528" fmla="*/ 1626941 h 2767298"/>
              <a:gd name="connsiteX9529" fmla="*/ 3329885 w 4752801"/>
              <a:gd name="connsiteY9529" fmla="*/ 1626537 h 2767298"/>
              <a:gd name="connsiteX9530" fmla="*/ 3328266 w 4752801"/>
              <a:gd name="connsiteY9530" fmla="*/ 1623703 h 2767298"/>
              <a:gd name="connsiteX9531" fmla="*/ 3328266 w 4752801"/>
              <a:gd name="connsiteY9531" fmla="*/ 1622488 h 2767298"/>
              <a:gd name="connsiteX9532" fmla="*/ 3329885 w 4752801"/>
              <a:gd name="connsiteY9532" fmla="*/ 1619655 h 2767298"/>
              <a:gd name="connsiteX9533" fmla="*/ 3331099 w 4752801"/>
              <a:gd name="connsiteY9533" fmla="*/ 1618845 h 2767298"/>
              <a:gd name="connsiteX9534" fmla="*/ 4423284 w 4752801"/>
              <a:gd name="connsiteY9534" fmla="*/ 1618440 h 2767298"/>
              <a:gd name="connsiteX9535" fmla="*/ 4427332 w 4752801"/>
              <a:gd name="connsiteY9535" fmla="*/ 1618440 h 2767298"/>
              <a:gd name="connsiteX9536" fmla="*/ 4428546 w 4752801"/>
              <a:gd name="connsiteY9536" fmla="*/ 1619250 h 2767298"/>
              <a:gd name="connsiteX9537" fmla="*/ 4430571 w 4752801"/>
              <a:gd name="connsiteY9537" fmla="*/ 1622488 h 2767298"/>
              <a:gd name="connsiteX9538" fmla="*/ 4430571 w 4752801"/>
              <a:gd name="connsiteY9538" fmla="*/ 1623703 h 2767298"/>
              <a:gd name="connsiteX9539" fmla="*/ 4428546 w 4752801"/>
              <a:gd name="connsiteY9539" fmla="*/ 1626941 h 2767298"/>
              <a:gd name="connsiteX9540" fmla="*/ 4427332 w 4752801"/>
              <a:gd name="connsiteY9540" fmla="*/ 1627751 h 2767298"/>
              <a:gd name="connsiteX9541" fmla="*/ 4423284 w 4752801"/>
              <a:gd name="connsiteY9541" fmla="*/ 1627751 h 2767298"/>
              <a:gd name="connsiteX9542" fmla="*/ 4422070 w 4752801"/>
              <a:gd name="connsiteY9542" fmla="*/ 1626941 h 2767298"/>
              <a:gd name="connsiteX9543" fmla="*/ 4420046 w 4752801"/>
              <a:gd name="connsiteY9543" fmla="*/ 1623703 h 2767298"/>
              <a:gd name="connsiteX9544" fmla="*/ 4420046 w 4752801"/>
              <a:gd name="connsiteY9544" fmla="*/ 1622488 h 2767298"/>
              <a:gd name="connsiteX9545" fmla="*/ 4422070 w 4752801"/>
              <a:gd name="connsiteY9545" fmla="*/ 1619250 h 2767298"/>
              <a:gd name="connsiteX9546" fmla="*/ 4423284 w 4752801"/>
              <a:gd name="connsiteY9546" fmla="*/ 1618440 h 2767298"/>
              <a:gd name="connsiteX9547" fmla="*/ 4545132 w 4752801"/>
              <a:gd name="connsiteY9547" fmla="*/ 1618036 h 2767298"/>
              <a:gd name="connsiteX9548" fmla="*/ 4549180 w 4752801"/>
              <a:gd name="connsiteY9548" fmla="*/ 1618036 h 2767298"/>
              <a:gd name="connsiteX9549" fmla="*/ 4550394 w 4752801"/>
              <a:gd name="connsiteY9549" fmla="*/ 1618441 h 2767298"/>
              <a:gd name="connsiteX9550" fmla="*/ 4552419 w 4752801"/>
              <a:gd name="connsiteY9550" fmla="*/ 1622084 h 2767298"/>
              <a:gd name="connsiteX9551" fmla="*/ 4552419 w 4752801"/>
              <a:gd name="connsiteY9551" fmla="*/ 1623299 h 2767298"/>
              <a:gd name="connsiteX9552" fmla="*/ 4550394 w 4752801"/>
              <a:gd name="connsiteY9552" fmla="*/ 1626942 h 2767298"/>
              <a:gd name="connsiteX9553" fmla="*/ 4549180 w 4752801"/>
              <a:gd name="connsiteY9553" fmla="*/ 1627347 h 2767298"/>
              <a:gd name="connsiteX9554" fmla="*/ 4545132 w 4752801"/>
              <a:gd name="connsiteY9554" fmla="*/ 1627347 h 2767298"/>
              <a:gd name="connsiteX9555" fmla="*/ 4543918 w 4752801"/>
              <a:gd name="connsiteY9555" fmla="*/ 1626942 h 2767298"/>
              <a:gd name="connsiteX9556" fmla="*/ 4541894 w 4752801"/>
              <a:gd name="connsiteY9556" fmla="*/ 1623299 h 2767298"/>
              <a:gd name="connsiteX9557" fmla="*/ 4541894 w 4752801"/>
              <a:gd name="connsiteY9557" fmla="*/ 1622084 h 2767298"/>
              <a:gd name="connsiteX9558" fmla="*/ 4543918 w 4752801"/>
              <a:gd name="connsiteY9558" fmla="*/ 1618441 h 2767298"/>
              <a:gd name="connsiteX9559" fmla="*/ 4545132 w 4752801"/>
              <a:gd name="connsiteY9559" fmla="*/ 1618036 h 2767298"/>
              <a:gd name="connsiteX9560" fmla="*/ 4464170 w 4752801"/>
              <a:gd name="connsiteY9560" fmla="*/ 1618036 h 2767298"/>
              <a:gd name="connsiteX9561" fmla="*/ 4468218 w 4752801"/>
              <a:gd name="connsiteY9561" fmla="*/ 1618036 h 2767298"/>
              <a:gd name="connsiteX9562" fmla="*/ 4469432 w 4752801"/>
              <a:gd name="connsiteY9562" fmla="*/ 1618441 h 2767298"/>
              <a:gd name="connsiteX9563" fmla="*/ 4471457 w 4752801"/>
              <a:gd name="connsiteY9563" fmla="*/ 1622084 h 2767298"/>
              <a:gd name="connsiteX9564" fmla="*/ 4471457 w 4752801"/>
              <a:gd name="connsiteY9564" fmla="*/ 1623299 h 2767298"/>
              <a:gd name="connsiteX9565" fmla="*/ 4469432 w 4752801"/>
              <a:gd name="connsiteY9565" fmla="*/ 1626942 h 2767298"/>
              <a:gd name="connsiteX9566" fmla="*/ 4468218 w 4752801"/>
              <a:gd name="connsiteY9566" fmla="*/ 1627347 h 2767298"/>
              <a:gd name="connsiteX9567" fmla="*/ 4464170 w 4752801"/>
              <a:gd name="connsiteY9567" fmla="*/ 1627347 h 2767298"/>
              <a:gd name="connsiteX9568" fmla="*/ 4462956 w 4752801"/>
              <a:gd name="connsiteY9568" fmla="*/ 1626942 h 2767298"/>
              <a:gd name="connsiteX9569" fmla="*/ 4460932 w 4752801"/>
              <a:gd name="connsiteY9569" fmla="*/ 1623299 h 2767298"/>
              <a:gd name="connsiteX9570" fmla="*/ 4460932 w 4752801"/>
              <a:gd name="connsiteY9570" fmla="*/ 1622084 h 2767298"/>
              <a:gd name="connsiteX9571" fmla="*/ 4462956 w 4752801"/>
              <a:gd name="connsiteY9571" fmla="*/ 1618441 h 2767298"/>
              <a:gd name="connsiteX9572" fmla="*/ 4464170 w 4752801"/>
              <a:gd name="connsiteY9572" fmla="*/ 1618036 h 2767298"/>
              <a:gd name="connsiteX9573" fmla="*/ 3290213 w 4752801"/>
              <a:gd name="connsiteY9573" fmla="*/ 1618036 h 2767298"/>
              <a:gd name="connsiteX9574" fmla="*/ 3294261 w 4752801"/>
              <a:gd name="connsiteY9574" fmla="*/ 1618036 h 2767298"/>
              <a:gd name="connsiteX9575" fmla="*/ 3295475 w 4752801"/>
              <a:gd name="connsiteY9575" fmla="*/ 1618845 h 2767298"/>
              <a:gd name="connsiteX9576" fmla="*/ 3297500 w 4752801"/>
              <a:gd name="connsiteY9576" fmla="*/ 1622489 h 2767298"/>
              <a:gd name="connsiteX9577" fmla="*/ 3297500 w 4752801"/>
              <a:gd name="connsiteY9577" fmla="*/ 1623703 h 2767298"/>
              <a:gd name="connsiteX9578" fmla="*/ 3295475 w 4752801"/>
              <a:gd name="connsiteY9578" fmla="*/ 1627347 h 2767298"/>
              <a:gd name="connsiteX9579" fmla="*/ 3294261 w 4752801"/>
              <a:gd name="connsiteY9579" fmla="*/ 1627751 h 2767298"/>
              <a:gd name="connsiteX9580" fmla="*/ 3290213 w 4752801"/>
              <a:gd name="connsiteY9580" fmla="*/ 1627751 h 2767298"/>
              <a:gd name="connsiteX9581" fmla="*/ 3288999 w 4752801"/>
              <a:gd name="connsiteY9581" fmla="*/ 1627347 h 2767298"/>
              <a:gd name="connsiteX9582" fmla="*/ 3286975 w 4752801"/>
              <a:gd name="connsiteY9582" fmla="*/ 1623703 h 2767298"/>
              <a:gd name="connsiteX9583" fmla="*/ 3286975 w 4752801"/>
              <a:gd name="connsiteY9583" fmla="*/ 1622489 h 2767298"/>
              <a:gd name="connsiteX9584" fmla="*/ 3288999 w 4752801"/>
              <a:gd name="connsiteY9584" fmla="*/ 1618845 h 2767298"/>
              <a:gd name="connsiteX9585" fmla="*/ 3290213 w 4752801"/>
              <a:gd name="connsiteY9585" fmla="*/ 1618036 h 2767298"/>
              <a:gd name="connsiteX9586" fmla="*/ 3208441 w 4752801"/>
              <a:gd name="connsiteY9586" fmla="*/ 1617631 h 2767298"/>
              <a:gd name="connsiteX9587" fmla="*/ 3213704 w 4752801"/>
              <a:gd name="connsiteY9587" fmla="*/ 1617631 h 2767298"/>
              <a:gd name="connsiteX9588" fmla="*/ 3214918 w 4752801"/>
              <a:gd name="connsiteY9588" fmla="*/ 1618036 h 2767298"/>
              <a:gd name="connsiteX9589" fmla="*/ 3217347 w 4752801"/>
              <a:gd name="connsiteY9589" fmla="*/ 1622489 h 2767298"/>
              <a:gd name="connsiteX9590" fmla="*/ 3217347 w 4752801"/>
              <a:gd name="connsiteY9590" fmla="*/ 1623703 h 2767298"/>
              <a:gd name="connsiteX9591" fmla="*/ 3214918 w 4752801"/>
              <a:gd name="connsiteY9591" fmla="*/ 1628156 h 2767298"/>
              <a:gd name="connsiteX9592" fmla="*/ 3213704 w 4752801"/>
              <a:gd name="connsiteY9592" fmla="*/ 1628966 h 2767298"/>
              <a:gd name="connsiteX9593" fmla="*/ 3208441 w 4752801"/>
              <a:gd name="connsiteY9593" fmla="*/ 1628966 h 2767298"/>
              <a:gd name="connsiteX9594" fmla="*/ 3207227 w 4752801"/>
              <a:gd name="connsiteY9594" fmla="*/ 1628156 h 2767298"/>
              <a:gd name="connsiteX9595" fmla="*/ 3204798 w 4752801"/>
              <a:gd name="connsiteY9595" fmla="*/ 1623703 h 2767298"/>
              <a:gd name="connsiteX9596" fmla="*/ 3204798 w 4752801"/>
              <a:gd name="connsiteY9596" fmla="*/ 1622489 h 2767298"/>
              <a:gd name="connsiteX9597" fmla="*/ 3207227 w 4752801"/>
              <a:gd name="connsiteY9597" fmla="*/ 1618036 h 2767298"/>
              <a:gd name="connsiteX9598" fmla="*/ 3208441 w 4752801"/>
              <a:gd name="connsiteY9598" fmla="*/ 1617631 h 2767298"/>
              <a:gd name="connsiteX9599" fmla="*/ 3249328 w 4752801"/>
              <a:gd name="connsiteY9599" fmla="*/ 1617226 h 2767298"/>
              <a:gd name="connsiteX9600" fmla="*/ 3253781 w 4752801"/>
              <a:gd name="connsiteY9600" fmla="*/ 1617226 h 2767298"/>
              <a:gd name="connsiteX9601" fmla="*/ 3254995 w 4752801"/>
              <a:gd name="connsiteY9601" fmla="*/ 1618036 h 2767298"/>
              <a:gd name="connsiteX9602" fmla="*/ 3257424 w 4752801"/>
              <a:gd name="connsiteY9602" fmla="*/ 1622084 h 2767298"/>
              <a:gd name="connsiteX9603" fmla="*/ 3257424 w 4752801"/>
              <a:gd name="connsiteY9603" fmla="*/ 1623298 h 2767298"/>
              <a:gd name="connsiteX9604" fmla="*/ 3254995 w 4752801"/>
              <a:gd name="connsiteY9604" fmla="*/ 1627346 h 2767298"/>
              <a:gd name="connsiteX9605" fmla="*/ 3253781 w 4752801"/>
              <a:gd name="connsiteY9605" fmla="*/ 1627751 h 2767298"/>
              <a:gd name="connsiteX9606" fmla="*/ 3249328 w 4752801"/>
              <a:gd name="connsiteY9606" fmla="*/ 1627751 h 2767298"/>
              <a:gd name="connsiteX9607" fmla="*/ 3248113 w 4752801"/>
              <a:gd name="connsiteY9607" fmla="*/ 1627346 h 2767298"/>
              <a:gd name="connsiteX9608" fmla="*/ 3245685 w 4752801"/>
              <a:gd name="connsiteY9608" fmla="*/ 1623298 h 2767298"/>
              <a:gd name="connsiteX9609" fmla="*/ 3245685 w 4752801"/>
              <a:gd name="connsiteY9609" fmla="*/ 1622084 h 2767298"/>
              <a:gd name="connsiteX9610" fmla="*/ 3248113 w 4752801"/>
              <a:gd name="connsiteY9610" fmla="*/ 1618036 h 2767298"/>
              <a:gd name="connsiteX9611" fmla="*/ 3249328 w 4752801"/>
              <a:gd name="connsiteY9611" fmla="*/ 1617226 h 2767298"/>
              <a:gd name="connsiteX9612" fmla="*/ 3167150 w 4752801"/>
              <a:gd name="connsiteY9612" fmla="*/ 1616012 h 2767298"/>
              <a:gd name="connsiteX9613" fmla="*/ 3174032 w 4752801"/>
              <a:gd name="connsiteY9613" fmla="*/ 1616012 h 2767298"/>
              <a:gd name="connsiteX9614" fmla="*/ 3175247 w 4752801"/>
              <a:gd name="connsiteY9614" fmla="*/ 1616821 h 2767298"/>
              <a:gd name="connsiteX9615" fmla="*/ 3178485 w 4752801"/>
              <a:gd name="connsiteY9615" fmla="*/ 1622489 h 2767298"/>
              <a:gd name="connsiteX9616" fmla="*/ 3178485 w 4752801"/>
              <a:gd name="connsiteY9616" fmla="*/ 1623703 h 2767298"/>
              <a:gd name="connsiteX9617" fmla="*/ 3175247 w 4752801"/>
              <a:gd name="connsiteY9617" fmla="*/ 1629371 h 2767298"/>
              <a:gd name="connsiteX9618" fmla="*/ 3174032 w 4752801"/>
              <a:gd name="connsiteY9618" fmla="*/ 1630180 h 2767298"/>
              <a:gd name="connsiteX9619" fmla="*/ 3167150 w 4752801"/>
              <a:gd name="connsiteY9619" fmla="*/ 1630180 h 2767298"/>
              <a:gd name="connsiteX9620" fmla="*/ 3165936 w 4752801"/>
              <a:gd name="connsiteY9620" fmla="*/ 1629371 h 2767298"/>
              <a:gd name="connsiteX9621" fmla="*/ 3162698 w 4752801"/>
              <a:gd name="connsiteY9621" fmla="*/ 1623703 h 2767298"/>
              <a:gd name="connsiteX9622" fmla="*/ 3162698 w 4752801"/>
              <a:gd name="connsiteY9622" fmla="*/ 1622489 h 2767298"/>
              <a:gd name="connsiteX9623" fmla="*/ 3165936 w 4752801"/>
              <a:gd name="connsiteY9623" fmla="*/ 1616821 h 2767298"/>
              <a:gd name="connsiteX9624" fmla="*/ 3167150 w 4752801"/>
              <a:gd name="connsiteY9624" fmla="*/ 1616012 h 2767298"/>
              <a:gd name="connsiteX9625" fmla="*/ 3125859 w 4752801"/>
              <a:gd name="connsiteY9625" fmla="*/ 1614392 h 2767298"/>
              <a:gd name="connsiteX9626" fmla="*/ 3134360 w 4752801"/>
              <a:gd name="connsiteY9626" fmla="*/ 1614392 h 2767298"/>
              <a:gd name="connsiteX9627" fmla="*/ 3135574 w 4752801"/>
              <a:gd name="connsiteY9627" fmla="*/ 1615202 h 2767298"/>
              <a:gd name="connsiteX9628" fmla="*/ 3139623 w 4752801"/>
              <a:gd name="connsiteY9628" fmla="*/ 1622488 h 2767298"/>
              <a:gd name="connsiteX9629" fmla="*/ 3139623 w 4752801"/>
              <a:gd name="connsiteY9629" fmla="*/ 1623703 h 2767298"/>
              <a:gd name="connsiteX9630" fmla="*/ 3135574 w 4752801"/>
              <a:gd name="connsiteY9630" fmla="*/ 1630989 h 2767298"/>
              <a:gd name="connsiteX9631" fmla="*/ 3134360 w 4752801"/>
              <a:gd name="connsiteY9631" fmla="*/ 1631394 h 2767298"/>
              <a:gd name="connsiteX9632" fmla="*/ 3125859 w 4752801"/>
              <a:gd name="connsiteY9632" fmla="*/ 1631394 h 2767298"/>
              <a:gd name="connsiteX9633" fmla="*/ 3124645 w 4752801"/>
              <a:gd name="connsiteY9633" fmla="*/ 1630989 h 2767298"/>
              <a:gd name="connsiteX9634" fmla="*/ 3120597 w 4752801"/>
              <a:gd name="connsiteY9634" fmla="*/ 1623703 h 2767298"/>
              <a:gd name="connsiteX9635" fmla="*/ 3120597 w 4752801"/>
              <a:gd name="connsiteY9635" fmla="*/ 1622488 h 2767298"/>
              <a:gd name="connsiteX9636" fmla="*/ 3124645 w 4752801"/>
              <a:gd name="connsiteY9636" fmla="*/ 1615202 h 2767298"/>
              <a:gd name="connsiteX9637" fmla="*/ 3125859 w 4752801"/>
              <a:gd name="connsiteY9637" fmla="*/ 1614392 h 2767298"/>
              <a:gd name="connsiteX9638" fmla="*/ 3044492 w 4752801"/>
              <a:gd name="connsiteY9638" fmla="*/ 1613178 h 2767298"/>
              <a:gd name="connsiteX9639" fmla="*/ 3054207 w 4752801"/>
              <a:gd name="connsiteY9639" fmla="*/ 1613178 h 2767298"/>
              <a:gd name="connsiteX9640" fmla="*/ 3055422 w 4752801"/>
              <a:gd name="connsiteY9640" fmla="*/ 1613583 h 2767298"/>
              <a:gd name="connsiteX9641" fmla="*/ 3060280 w 4752801"/>
              <a:gd name="connsiteY9641" fmla="*/ 1622084 h 2767298"/>
              <a:gd name="connsiteX9642" fmla="*/ 3060280 w 4752801"/>
              <a:gd name="connsiteY9642" fmla="*/ 1623298 h 2767298"/>
              <a:gd name="connsiteX9643" fmla="*/ 3055422 w 4752801"/>
              <a:gd name="connsiteY9643" fmla="*/ 1631799 h 2767298"/>
              <a:gd name="connsiteX9644" fmla="*/ 3054207 w 4752801"/>
              <a:gd name="connsiteY9644" fmla="*/ 1632204 h 2767298"/>
              <a:gd name="connsiteX9645" fmla="*/ 3044492 w 4752801"/>
              <a:gd name="connsiteY9645" fmla="*/ 1632204 h 2767298"/>
              <a:gd name="connsiteX9646" fmla="*/ 3043278 w 4752801"/>
              <a:gd name="connsiteY9646" fmla="*/ 1631799 h 2767298"/>
              <a:gd name="connsiteX9647" fmla="*/ 3038420 w 4752801"/>
              <a:gd name="connsiteY9647" fmla="*/ 1623298 h 2767298"/>
              <a:gd name="connsiteX9648" fmla="*/ 3038420 w 4752801"/>
              <a:gd name="connsiteY9648" fmla="*/ 1622084 h 2767298"/>
              <a:gd name="connsiteX9649" fmla="*/ 3043278 w 4752801"/>
              <a:gd name="connsiteY9649" fmla="*/ 1613583 h 2767298"/>
              <a:gd name="connsiteX9650" fmla="*/ 3044492 w 4752801"/>
              <a:gd name="connsiteY9650" fmla="*/ 1613178 h 2767298"/>
              <a:gd name="connsiteX9651" fmla="*/ 3084568 w 4752801"/>
              <a:gd name="connsiteY9651" fmla="*/ 1612368 h 2767298"/>
              <a:gd name="connsiteX9652" fmla="*/ 3094689 w 4752801"/>
              <a:gd name="connsiteY9652" fmla="*/ 1612368 h 2767298"/>
              <a:gd name="connsiteX9653" fmla="*/ 3095903 w 4752801"/>
              <a:gd name="connsiteY9653" fmla="*/ 1613178 h 2767298"/>
              <a:gd name="connsiteX9654" fmla="*/ 3101166 w 4752801"/>
              <a:gd name="connsiteY9654" fmla="*/ 1622084 h 2767298"/>
              <a:gd name="connsiteX9655" fmla="*/ 3101166 w 4752801"/>
              <a:gd name="connsiteY9655" fmla="*/ 1623298 h 2767298"/>
              <a:gd name="connsiteX9656" fmla="*/ 3095903 w 4752801"/>
              <a:gd name="connsiteY9656" fmla="*/ 1632204 h 2767298"/>
              <a:gd name="connsiteX9657" fmla="*/ 3094689 w 4752801"/>
              <a:gd name="connsiteY9657" fmla="*/ 1633013 h 2767298"/>
              <a:gd name="connsiteX9658" fmla="*/ 3084568 w 4752801"/>
              <a:gd name="connsiteY9658" fmla="*/ 1633013 h 2767298"/>
              <a:gd name="connsiteX9659" fmla="*/ 3083354 w 4752801"/>
              <a:gd name="connsiteY9659" fmla="*/ 1632204 h 2767298"/>
              <a:gd name="connsiteX9660" fmla="*/ 3078092 w 4752801"/>
              <a:gd name="connsiteY9660" fmla="*/ 1623298 h 2767298"/>
              <a:gd name="connsiteX9661" fmla="*/ 3078092 w 4752801"/>
              <a:gd name="connsiteY9661" fmla="*/ 1622084 h 2767298"/>
              <a:gd name="connsiteX9662" fmla="*/ 3083354 w 4752801"/>
              <a:gd name="connsiteY9662" fmla="*/ 1613178 h 2767298"/>
              <a:gd name="connsiteX9663" fmla="*/ 3084568 w 4752801"/>
              <a:gd name="connsiteY9663" fmla="*/ 1612368 h 2767298"/>
              <a:gd name="connsiteX9664" fmla="*/ 3736316 w 4752801"/>
              <a:gd name="connsiteY9664" fmla="*/ 1580793 h 2767298"/>
              <a:gd name="connsiteX9665" fmla="*/ 3738340 w 4752801"/>
              <a:gd name="connsiteY9665" fmla="*/ 1580793 h 2767298"/>
              <a:gd name="connsiteX9666" fmla="*/ 3739150 w 4752801"/>
              <a:gd name="connsiteY9666" fmla="*/ 1582412 h 2767298"/>
              <a:gd name="connsiteX9667" fmla="*/ 3738340 w 4752801"/>
              <a:gd name="connsiteY9667" fmla="*/ 1584031 h 2767298"/>
              <a:gd name="connsiteX9668" fmla="*/ 3736316 w 4752801"/>
              <a:gd name="connsiteY9668" fmla="*/ 1584031 h 2767298"/>
              <a:gd name="connsiteX9669" fmla="*/ 3735507 w 4752801"/>
              <a:gd name="connsiteY9669" fmla="*/ 1582412 h 2767298"/>
              <a:gd name="connsiteX9670" fmla="*/ 3614873 w 4752801"/>
              <a:gd name="connsiteY9670" fmla="*/ 1580793 h 2767298"/>
              <a:gd name="connsiteX9671" fmla="*/ 3616897 w 4752801"/>
              <a:gd name="connsiteY9671" fmla="*/ 1580793 h 2767298"/>
              <a:gd name="connsiteX9672" fmla="*/ 3617707 w 4752801"/>
              <a:gd name="connsiteY9672" fmla="*/ 1582412 h 2767298"/>
              <a:gd name="connsiteX9673" fmla="*/ 3616897 w 4752801"/>
              <a:gd name="connsiteY9673" fmla="*/ 1584031 h 2767298"/>
              <a:gd name="connsiteX9674" fmla="*/ 3614873 w 4752801"/>
              <a:gd name="connsiteY9674" fmla="*/ 1584031 h 2767298"/>
              <a:gd name="connsiteX9675" fmla="*/ 3614064 w 4752801"/>
              <a:gd name="connsiteY9675" fmla="*/ 1582412 h 2767298"/>
              <a:gd name="connsiteX9676" fmla="*/ 3574391 w 4752801"/>
              <a:gd name="connsiteY9676" fmla="*/ 1580793 h 2767298"/>
              <a:gd name="connsiteX9677" fmla="*/ 3576415 w 4752801"/>
              <a:gd name="connsiteY9677" fmla="*/ 1580793 h 2767298"/>
              <a:gd name="connsiteX9678" fmla="*/ 3577225 w 4752801"/>
              <a:gd name="connsiteY9678" fmla="*/ 1582412 h 2767298"/>
              <a:gd name="connsiteX9679" fmla="*/ 3576415 w 4752801"/>
              <a:gd name="connsiteY9679" fmla="*/ 1584031 h 2767298"/>
              <a:gd name="connsiteX9680" fmla="*/ 3574391 w 4752801"/>
              <a:gd name="connsiteY9680" fmla="*/ 1584031 h 2767298"/>
              <a:gd name="connsiteX9681" fmla="*/ 3573582 w 4752801"/>
              <a:gd name="connsiteY9681" fmla="*/ 1582412 h 2767298"/>
              <a:gd name="connsiteX9682" fmla="*/ 3452948 w 4752801"/>
              <a:gd name="connsiteY9682" fmla="*/ 1580793 h 2767298"/>
              <a:gd name="connsiteX9683" fmla="*/ 3454972 w 4752801"/>
              <a:gd name="connsiteY9683" fmla="*/ 1580793 h 2767298"/>
              <a:gd name="connsiteX9684" fmla="*/ 3455782 w 4752801"/>
              <a:gd name="connsiteY9684" fmla="*/ 1582412 h 2767298"/>
              <a:gd name="connsiteX9685" fmla="*/ 3454972 w 4752801"/>
              <a:gd name="connsiteY9685" fmla="*/ 1584031 h 2767298"/>
              <a:gd name="connsiteX9686" fmla="*/ 3452948 w 4752801"/>
              <a:gd name="connsiteY9686" fmla="*/ 1584031 h 2767298"/>
              <a:gd name="connsiteX9687" fmla="*/ 3452139 w 4752801"/>
              <a:gd name="connsiteY9687" fmla="*/ 1582412 h 2767298"/>
              <a:gd name="connsiteX9688" fmla="*/ 3857760 w 4752801"/>
              <a:gd name="connsiteY9688" fmla="*/ 1580388 h 2767298"/>
              <a:gd name="connsiteX9689" fmla="*/ 3860189 w 4752801"/>
              <a:gd name="connsiteY9689" fmla="*/ 1580388 h 2767298"/>
              <a:gd name="connsiteX9690" fmla="*/ 3861404 w 4752801"/>
              <a:gd name="connsiteY9690" fmla="*/ 1582412 h 2767298"/>
              <a:gd name="connsiteX9691" fmla="*/ 3860189 w 4752801"/>
              <a:gd name="connsiteY9691" fmla="*/ 1584436 h 2767298"/>
              <a:gd name="connsiteX9692" fmla="*/ 3857760 w 4752801"/>
              <a:gd name="connsiteY9692" fmla="*/ 1584436 h 2767298"/>
              <a:gd name="connsiteX9693" fmla="*/ 3856546 w 4752801"/>
              <a:gd name="connsiteY9693" fmla="*/ 1582412 h 2767298"/>
              <a:gd name="connsiteX9694" fmla="*/ 3817279 w 4752801"/>
              <a:gd name="connsiteY9694" fmla="*/ 1580388 h 2767298"/>
              <a:gd name="connsiteX9695" fmla="*/ 3819708 w 4752801"/>
              <a:gd name="connsiteY9695" fmla="*/ 1580388 h 2767298"/>
              <a:gd name="connsiteX9696" fmla="*/ 3820923 w 4752801"/>
              <a:gd name="connsiteY9696" fmla="*/ 1582412 h 2767298"/>
              <a:gd name="connsiteX9697" fmla="*/ 3819708 w 4752801"/>
              <a:gd name="connsiteY9697" fmla="*/ 1584436 h 2767298"/>
              <a:gd name="connsiteX9698" fmla="*/ 3817279 w 4752801"/>
              <a:gd name="connsiteY9698" fmla="*/ 1584436 h 2767298"/>
              <a:gd name="connsiteX9699" fmla="*/ 3816065 w 4752801"/>
              <a:gd name="connsiteY9699" fmla="*/ 1582412 h 2767298"/>
              <a:gd name="connsiteX9700" fmla="*/ 3777203 w 4752801"/>
              <a:gd name="connsiteY9700" fmla="*/ 1580388 h 2767298"/>
              <a:gd name="connsiteX9701" fmla="*/ 3779227 w 4752801"/>
              <a:gd name="connsiteY9701" fmla="*/ 1580388 h 2767298"/>
              <a:gd name="connsiteX9702" fmla="*/ 3780442 w 4752801"/>
              <a:gd name="connsiteY9702" fmla="*/ 1582412 h 2767298"/>
              <a:gd name="connsiteX9703" fmla="*/ 3779227 w 4752801"/>
              <a:gd name="connsiteY9703" fmla="*/ 1584436 h 2767298"/>
              <a:gd name="connsiteX9704" fmla="*/ 3777203 w 4752801"/>
              <a:gd name="connsiteY9704" fmla="*/ 1584436 h 2767298"/>
              <a:gd name="connsiteX9705" fmla="*/ 3775989 w 4752801"/>
              <a:gd name="connsiteY9705" fmla="*/ 1582412 h 2767298"/>
              <a:gd name="connsiteX9706" fmla="*/ 3696240 w 4752801"/>
              <a:gd name="connsiteY9706" fmla="*/ 1580388 h 2767298"/>
              <a:gd name="connsiteX9707" fmla="*/ 3698264 w 4752801"/>
              <a:gd name="connsiteY9707" fmla="*/ 1580388 h 2767298"/>
              <a:gd name="connsiteX9708" fmla="*/ 3699479 w 4752801"/>
              <a:gd name="connsiteY9708" fmla="*/ 1582412 h 2767298"/>
              <a:gd name="connsiteX9709" fmla="*/ 3698264 w 4752801"/>
              <a:gd name="connsiteY9709" fmla="*/ 1584436 h 2767298"/>
              <a:gd name="connsiteX9710" fmla="*/ 3696240 w 4752801"/>
              <a:gd name="connsiteY9710" fmla="*/ 1584436 h 2767298"/>
              <a:gd name="connsiteX9711" fmla="*/ 3695026 w 4752801"/>
              <a:gd name="connsiteY9711" fmla="*/ 1582412 h 2767298"/>
              <a:gd name="connsiteX9712" fmla="*/ 3655759 w 4752801"/>
              <a:gd name="connsiteY9712" fmla="*/ 1580388 h 2767298"/>
              <a:gd name="connsiteX9713" fmla="*/ 3657783 w 4752801"/>
              <a:gd name="connsiteY9713" fmla="*/ 1580388 h 2767298"/>
              <a:gd name="connsiteX9714" fmla="*/ 3658998 w 4752801"/>
              <a:gd name="connsiteY9714" fmla="*/ 1582412 h 2767298"/>
              <a:gd name="connsiteX9715" fmla="*/ 3657783 w 4752801"/>
              <a:gd name="connsiteY9715" fmla="*/ 1584436 h 2767298"/>
              <a:gd name="connsiteX9716" fmla="*/ 3655759 w 4752801"/>
              <a:gd name="connsiteY9716" fmla="*/ 1584436 h 2767298"/>
              <a:gd name="connsiteX9717" fmla="*/ 3654545 w 4752801"/>
              <a:gd name="connsiteY9717" fmla="*/ 1582412 h 2767298"/>
              <a:gd name="connsiteX9718" fmla="*/ 3534315 w 4752801"/>
              <a:gd name="connsiteY9718" fmla="*/ 1580388 h 2767298"/>
              <a:gd name="connsiteX9719" fmla="*/ 3536339 w 4752801"/>
              <a:gd name="connsiteY9719" fmla="*/ 1580388 h 2767298"/>
              <a:gd name="connsiteX9720" fmla="*/ 3537554 w 4752801"/>
              <a:gd name="connsiteY9720" fmla="*/ 1582412 h 2767298"/>
              <a:gd name="connsiteX9721" fmla="*/ 3536339 w 4752801"/>
              <a:gd name="connsiteY9721" fmla="*/ 1584436 h 2767298"/>
              <a:gd name="connsiteX9722" fmla="*/ 3534315 w 4752801"/>
              <a:gd name="connsiteY9722" fmla="*/ 1584436 h 2767298"/>
              <a:gd name="connsiteX9723" fmla="*/ 3533101 w 4752801"/>
              <a:gd name="connsiteY9723" fmla="*/ 1582412 h 2767298"/>
              <a:gd name="connsiteX9724" fmla="*/ 3493429 w 4752801"/>
              <a:gd name="connsiteY9724" fmla="*/ 1580388 h 2767298"/>
              <a:gd name="connsiteX9725" fmla="*/ 3495858 w 4752801"/>
              <a:gd name="connsiteY9725" fmla="*/ 1580388 h 2767298"/>
              <a:gd name="connsiteX9726" fmla="*/ 3497073 w 4752801"/>
              <a:gd name="connsiteY9726" fmla="*/ 1582412 h 2767298"/>
              <a:gd name="connsiteX9727" fmla="*/ 3495858 w 4752801"/>
              <a:gd name="connsiteY9727" fmla="*/ 1584436 h 2767298"/>
              <a:gd name="connsiteX9728" fmla="*/ 3493429 w 4752801"/>
              <a:gd name="connsiteY9728" fmla="*/ 1584436 h 2767298"/>
              <a:gd name="connsiteX9729" fmla="*/ 3492215 w 4752801"/>
              <a:gd name="connsiteY9729" fmla="*/ 1582412 h 2767298"/>
              <a:gd name="connsiteX9730" fmla="*/ 3412467 w 4752801"/>
              <a:gd name="connsiteY9730" fmla="*/ 1580388 h 2767298"/>
              <a:gd name="connsiteX9731" fmla="*/ 3414896 w 4752801"/>
              <a:gd name="connsiteY9731" fmla="*/ 1580388 h 2767298"/>
              <a:gd name="connsiteX9732" fmla="*/ 3416111 w 4752801"/>
              <a:gd name="connsiteY9732" fmla="*/ 1582412 h 2767298"/>
              <a:gd name="connsiteX9733" fmla="*/ 3414896 w 4752801"/>
              <a:gd name="connsiteY9733" fmla="*/ 1584436 h 2767298"/>
              <a:gd name="connsiteX9734" fmla="*/ 3412467 w 4752801"/>
              <a:gd name="connsiteY9734" fmla="*/ 1584436 h 2767298"/>
              <a:gd name="connsiteX9735" fmla="*/ 3411253 w 4752801"/>
              <a:gd name="connsiteY9735" fmla="*/ 1582412 h 2767298"/>
              <a:gd name="connsiteX9736" fmla="*/ 3898241 w 4752801"/>
              <a:gd name="connsiteY9736" fmla="*/ 1579983 h 2767298"/>
              <a:gd name="connsiteX9737" fmla="*/ 3901075 w 4752801"/>
              <a:gd name="connsiteY9737" fmla="*/ 1579983 h 2767298"/>
              <a:gd name="connsiteX9738" fmla="*/ 3902694 w 4752801"/>
              <a:gd name="connsiteY9738" fmla="*/ 1582412 h 2767298"/>
              <a:gd name="connsiteX9739" fmla="*/ 3901075 w 4752801"/>
              <a:gd name="connsiteY9739" fmla="*/ 1584841 h 2767298"/>
              <a:gd name="connsiteX9740" fmla="*/ 3898241 w 4752801"/>
              <a:gd name="connsiteY9740" fmla="*/ 1584841 h 2767298"/>
              <a:gd name="connsiteX9741" fmla="*/ 3896622 w 4752801"/>
              <a:gd name="connsiteY9741" fmla="*/ 1582412 h 2767298"/>
              <a:gd name="connsiteX9742" fmla="*/ 4100243 w 4752801"/>
              <a:gd name="connsiteY9742" fmla="*/ 1579174 h 2767298"/>
              <a:gd name="connsiteX9743" fmla="*/ 4103886 w 4752801"/>
              <a:gd name="connsiteY9743" fmla="*/ 1579174 h 2767298"/>
              <a:gd name="connsiteX9744" fmla="*/ 4105911 w 4752801"/>
              <a:gd name="connsiteY9744" fmla="*/ 1582412 h 2767298"/>
              <a:gd name="connsiteX9745" fmla="*/ 4103886 w 4752801"/>
              <a:gd name="connsiteY9745" fmla="*/ 1585651 h 2767298"/>
              <a:gd name="connsiteX9746" fmla="*/ 4100243 w 4752801"/>
              <a:gd name="connsiteY9746" fmla="*/ 1585651 h 2767298"/>
              <a:gd name="connsiteX9747" fmla="*/ 4098219 w 4752801"/>
              <a:gd name="connsiteY9747" fmla="*/ 1582412 h 2767298"/>
              <a:gd name="connsiteX9748" fmla="*/ 3371176 w 4752801"/>
              <a:gd name="connsiteY9748" fmla="*/ 1579174 h 2767298"/>
              <a:gd name="connsiteX9749" fmla="*/ 3374820 w 4752801"/>
              <a:gd name="connsiteY9749" fmla="*/ 1579174 h 2767298"/>
              <a:gd name="connsiteX9750" fmla="*/ 3376439 w 4752801"/>
              <a:gd name="connsiteY9750" fmla="*/ 1582412 h 2767298"/>
              <a:gd name="connsiteX9751" fmla="*/ 3374820 w 4752801"/>
              <a:gd name="connsiteY9751" fmla="*/ 1585651 h 2767298"/>
              <a:gd name="connsiteX9752" fmla="*/ 3371176 w 4752801"/>
              <a:gd name="connsiteY9752" fmla="*/ 1585651 h 2767298"/>
              <a:gd name="connsiteX9753" fmla="*/ 3369557 w 4752801"/>
              <a:gd name="connsiteY9753" fmla="*/ 1582412 h 2767298"/>
              <a:gd name="connsiteX9754" fmla="*/ 3331099 w 4752801"/>
              <a:gd name="connsiteY9754" fmla="*/ 1579174 h 2767298"/>
              <a:gd name="connsiteX9755" fmla="*/ 3334742 w 4752801"/>
              <a:gd name="connsiteY9755" fmla="*/ 1579174 h 2767298"/>
              <a:gd name="connsiteX9756" fmla="*/ 3336767 w 4752801"/>
              <a:gd name="connsiteY9756" fmla="*/ 1582412 h 2767298"/>
              <a:gd name="connsiteX9757" fmla="*/ 3334742 w 4752801"/>
              <a:gd name="connsiteY9757" fmla="*/ 1585651 h 2767298"/>
              <a:gd name="connsiteX9758" fmla="*/ 3331099 w 4752801"/>
              <a:gd name="connsiteY9758" fmla="*/ 1585651 h 2767298"/>
              <a:gd name="connsiteX9759" fmla="*/ 3329075 w 4752801"/>
              <a:gd name="connsiteY9759" fmla="*/ 1582412 h 2767298"/>
              <a:gd name="connsiteX9760" fmla="*/ 4180801 w 4752801"/>
              <a:gd name="connsiteY9760" fmla="*/ 1578769 h 2767298"/>
              <a:gd name="connsiteX9761" fmla="*/ 4184849 w 4752801"/>
              <a:gd name="connsiteY9761" fmla="*/ 1578769 h 2767298"/>
              <a:gd name="connsiteX9762" fmla="*/ 4186873 w 4752801"/>
              <a:gd name="connsiteY9762" fmla="*/ 1582412 h 2767298"/>
              <a:gd name="connsiteX9763" fmla="*/ 4184849 w 4752801"/>
              <a:gd name="connsiteY9763" fmla="*/ 1586056 h 2767298"/>
              <a:gd name="connsiteX9764" fmla="*/ 4180801 w 4752801"/>
              <a:gd name="connsiteY9764" fmla="*/ 1586056 h 2767298"/>
              <a:gd name="connsiteX9765" fmla="*/ 4178777 w 4752801"/>
              <a:gd name="connsiteY9765" fmla="*/ 1582412 h 2767298"/>
              <a:gd name="connsiteX9766" fmla="*/ 4139915 w 4752801"/>
              <a:gd name="connsiteY9766" fmla="*/ 1578769 h 2767298"/>
              <a:gd name="connsiteX9767" fmla="*/ 4144368 w 4752801"/>
              <a:gd name="connsiteY9767" fmla="*/ 1578769 h 2767298"/>
              <a:gd name="connsiteX9768" fmla="*/ 4146392 w 4752801"/>
              <a:gd name="connsiteY9768" fmla="*/ 1582412 h 2767298"/>
              <a:gd name="connsiteX9769" fmla="*/ 4144368 w 4752801"/>
              <a:gd name="connsiteY9769" fmla="*/ 1586056 h 2767298"/>
              <a:gd name="connsiteX9770" fmla="*/ 4139915 w 4752801"/>
              <a:gd name="connsiteY9770" fmla="*/ 1586056 h 2767298"/>
              <a:gd name="connsiteX9771" fmla="*/ 4137891 w 4752801"/>
              <a:gd name="connsiteY9771" fmla="*/ 1582412 h 2767298"/>
              <a:gd name="connsiteX9772" fmla="*/ 4059357 w 4752801"/>
              <a:gd name="connsiteY9772" fmla="*/ 1578769 h 2767298"/>
              <a:gd name="connsiteX9773" fmla="*/ 4063405 w 4752801"/>
              <a:gd name="connsiteY9773" fmla="*/ 1578769 h 2767298"/>
              <a:gd name="connsiteX9774" fmla="*/ 4065429 w 4752801"/>
              <a:gd name="connsiteY9774" fmla="*/ 1582412 h 2767298"/>
              <a:gd name="connsiteX9775" fmla="*/ 4063405 w 4752801"/>
              <a:gd name="connsiteY9775" fmla="*/ 1586056 h 2767298"/>
              <a:gd name="connsiteX9776" fmla="*/ 4059357 w 4752801"/>
              <a:gd name="connsiteY9776" fmla="*/ 1586056 h 2767298"/>
              <a:gd name="connsiteX9777" fmla="*/ 4057333 w 4752801"/>
              <a:gd name="connsiteY9777" fmla="*/ 1582412 h 2767298"/>
              <a:gd name="connsiteX9778" fmla="*/ 4018876 w 4752801"/>
              <a:gd name="connsiteY9778" fmla="*/ 1578769 h 2767298"/>
              <a:gd name="connsiteX9779" fmla="*/ 4022924 w 4752801"/>
              <a:gd name="connsiteY9779" fmla="*/ 1578769 h 2767298"/>
              <a:gd name="connsiteX9780" fmla="*/ 4024948 w 4752801"/>
              <a:gd name="connsiteY9780" fmla="*/ 1582412 h 2767298"/>
              <a:gd name="connsiteX9781" fmla="*/ 4022924 w 4752801"/>
              <a:gd name="connsiteY9781" fmla="*/ 1586056 h 2767298"/>
              <a:gd name="connsiteX9782" fmla="*/ 4018876 w 4752801"/>
              <a:gd name="connsiteY9782" fmla="*/ 1586056 h 2767298"/>
              <a:gd name="connsiteX9783" fmla="*/ 4016852 w 4752801"/>
              <a:gd name="connsiteY9783" fmla="*/ 1582412 h 2767298"/>
              <a:gd name="connsiteX9784" fmla="*/ 3937509 w 4752801"/>
              <a:gd name="connsiteY9784" fmla="*/ 1578769 h 2767298"/>
              <a:gd name="connsiteX9785" fmla="*/ 3941962 w 4752801"/>
              <a:gd name="connsiteY9785" fmla="*/ 1578769 h 2767298"/>
              <a:gd name="connsiteX9786" fmla="*/ 3943986 w 4752801"/>
              <a:gd name="connsiteY9786" fmla="*/ 1582412 h 2767298"/>
              <a:gd name="connsiteX9787" fmla="*/ 3941962 w 4752801"/>
              <a:gd name="connsiteY9787" fmla="*/ 1586056 h 2767298"/>
              <a:gd name="connsiteX9788" fmla="*/ 3937509 w 4752801"/>
              <a:gd name="connsiteY9788" fmla="*/ 1586056 h 2767298"/>
              <a:gd name="connsiteX9789" fmla="*/ 3935485 w 4752801"/>
              <a:gd name="connsiteY9789" fmla="*/ 1582412 h 2767298"/>
              <a:gd name="connsiteX9790" fmla="*/ 4504246 w 4752801"/>
              <a:gd name="connsiteY9790" fmla="*/ 1578364 h 2767298"/>
              <a:gd name="connsiteX9791" fmla="*/ 4508294 w 4752801"/>
              <a:gd name="connsiteY9791" fmla="*/ 1578364 h 2767298"/>
              <a:gd name="connsiteX9792" fmla="*/ 4509508 w 4752801"/>
              <a:gd name="connsiteY9792" fmla="*/ 1578769 h 2767298"/>
              <a:gd name="connsiteX9793" fmla="*/ 4511533 w 4752801"/>
              <a:gd name="connsiteY9793" fmla="*/ 1582007 h 2767298"/>
              <a:gd name="connsiteX9794" fmla="*/ 4511533 w 4752801"/>
              <a:gd name="connsiteY9794" fmla="*/ 1583222 h 2767298"/>
              <a:gd name="connsiteX9795" fmla="*/ 4509508 w 4752801"/>
              <a:gd name="connsiteY9795" fmla="*/ 1586460 h 2767298"/>
              <a:gd name="connsiteX9796" fmla="*/ 4508294 w 4752801"/>
              <a:gd name="connsiteY9796" fmla="*/ 1586865 h 2767298"/>
              <a:gd name="connsiteX9797" fmla="*/ 4504246 w 4752801"/>
              <a:gd name="connsiteY9797" fmla="*/ 1586865 h 2767298"/>
              <a:gd name="connsiteX9798" fmla="*/ 4503032 w 4752801"/>
              <a:gd name="connsiteY9798" fmla="*/ 1586460 h 2767298"/>
              <a:gd name="connsiteX9799" fmla="*/ 4501008 w 4752801"/>
              <a:gd name="connsiteY9799" fmla="*/ 1583222 h 2767298"/>
              <a:gd name="connsiteX9800" fmla="*/ 4501008 w 4752801"/>
              <a:gd name="connsiteY9800" fmla="*/ 1582007 h 2767298"/>
              <a:gd name="connsiteX9801" fmla="*/ 4503032 w 4752801"/>
              <a:gd name="connsiteY9801" fmla="*/ 1578769 h 2767298"/>
              <a:gd name="connsiteX9802" fmla="*/ 4504246 w 4752801"/>
              <a:gd name="connsiteY9802" fmla="*/ 1578364 h 2767298"/>
              <a:gd name="connsiteX9803" fmla="*/ 3978395 w 4752801"/>
              <a:gd name="connsiteY9803" fmla="*/ 1578364 h 2767298"/>
              <a:gd name="connsiteX9804" fmla="*/ 3982848 w 4752801"/>
              <a:gd name="connsiteY9804" fmla="*/ 1578364 h 2767298"/>
              <a:gd name="connsiteX9805" fmla="*/ 3985276 w 4752801"/>
              <a:gd name="connsiteY9805" fmla="*/ 1582412 h 2767298"/>
              <a:gd name="connsiteX9806" fmla="*/ 3982848 w 4752801"/>
              <a:gd name="connsiteY9806" fmla="*/ 1586460 h 2767298"/>
              <a:gd name="connsiteX9807" fmla="*/ 3978395 w 4752801"/>
              <a:gd name="connsiteY9807" fmla="*/ 1586460 h 2767298"/>
              <a:gd name="connsiteX9808" fmla="*/ 3975966 w 4752801"/>
              <a:gd name="connsiteY9808" fmla="*/ 1582412 h 2767298"/>
              <a:gd name="connsiteX9809" fmla="*/ 4585613 w 4752801"/>
              <a:gd name="connsiteY9809" fmla="*/ 1577554 h 2767298"/>
              <a:gd name="connsiteX9810" fmla="*/ 4589257 w 4752801"/>
              <a:gd name="connsiteY9810" fmla="*/ 1577554 h 2767298"/>
              <a:gd name="connsiteX9811" fmla="*/ 4590471 w 4752801"/>
              <a:gd name="connsiteY9811" fmla="*/ 1578363 h 2767298"/>
              <a:gd name="connsiteX9812" fmla="*/ 4592495 w 4752801"/>
              <a:gd name="connsiteY9812" fmla="*/ 1581602 h 2767298"/>
              <a:gd name="connsiteX9813" fmla="*/ 4592495 w 4752801"/>
              <a:gd name="connsiteY9813" fmla="*/ 1582817 h 2767298"/>
              <a:gd name="connsiteX9814" fmla="*/ 4590471 w 4752801"/>
              <a:gd name="connsiteY9814" fmla="*/ 1586055 h 2767298"/>
              <a:gd name="connsiteX9815" fmla="*/ 4589257 w 4752801"/>
              <a:gd name="connsiteY9815" fmla="*/ 1586865 h 2767298"/>
              <a:gd name="connsiteX9816" fmla="*/ 4585613 w 4752801"/>
              <a:gd name="connsiteY9816" fmla="*/ 1586865 h 2767298"/>
              <a:gd name="connsiteX9817" fmla="*/ 4584399 w 4752801"/>
              <a:gd name="connsiteY9817" fmla="*/ 1586055 h 2767298"/>
              <a:gd name="connsiteX9818" fmla="*/ 4582375 w 4752801"/>
              <a:gd name="connsiteY9818" fmla="*/ 1582817 h 2767298"/>
              <a:gd name="connsiteX9819" fmla="*/ 4582375 w 4752801"/>
              <a:gd name="connsiteY9819" fmla="*/ 1581602 h 2767298"/>
              <a:gd name="connsiteX9820" fmla="*/ 4584399 w 4752801"/>
              <a:gd name="connsiteY9820" fmla="*/ 1578363 h 2767298"/>
              <a:gd name="connsiteX9821" fmla="*/ 4585613 w 4752801"/>
              <a:gd name="connsiteY9821" fmla="*/ 1577554 h 2767298"/>
              <a:gd name="connsiteX9822" fmla="*/ 4545132 w 4752801"/>
              <a:gd name="connsiteY9822" fmla="*/ 1577554 h 2767298"/>
              <a:gd name="connsiteX9823" fmla="*/ 4549180 w 4752801"/>
              <a:gd name="connsiteY9823" fmla="*/ 1577554 h 2767298"/>
              <a:gd name="connsiteX9824" fmla="*/ 4550394 w 4752801"/>
              <a:gd name="connsiteY9824" fmla="*/ 1577959 h 2767298"/>
              <a:gd name="connsiteX9825" fmla="*/ 4552419 w 4752801"/>
              <a:gd name="connsiteY9825" fmla="*/ 1581602 h 2767298"/>
              <a:gd name="connsiteX9826" fmla="*/ 4552419 w 4752801"/>
              <a:gd name="connsiteY9826" fmla="*/ 1582817 h 2767298"/>
              <a:gd name="connsiteX9827" fmla="*/ 4550394 w 4752801"/>
              <a:gd name="connsiteY9827" fmla="*/ 1586460 h 2767298"/>
              <a:gd name="connsiteX9828" fmla="*/ 4549180 w 4752801"/>
              <a:gd name="connsiteY9828" fmla="*/ 1587269 h 2767298"/>
              <a:gd name="connsiteX9829" fmla="*/ 4545132 w 4752801"/>
              <a:gd name="connsiteY9829" fmla="*/ 1587269 h 2767298"/>
              <a:gd name="connsiteX9830" fmla="*/ 4543918 w 4752801"/>
              <a:gd name="connsiteY9830" fmla="*/ 1586460 h 2767298"/>
              <a:gd name="connsiteX9831" fmla="*/ 4541894 w 4752801"/>
              <a:gd name="connsiteY9831" fmla="*/ 1582817 h 2767298"/>
              <a:gd name="connsiteX9832" fmla="*/ 4541894 w 4752801"/>
              <a:gd name="connsiteY9832" fmla="*/ 1581602 h 2767298"/>
              <a:gd name="connsiteX9833" fmla="*/ 4543918 w 4752801"/>
              <a:gd name="connsiteY9833" fmla="*/ 1577959 h 2767298"/>
              <a:gd name="connsiteX9834" fmla="*/ 4545132 w 4752801"/>
              <a:gd name="connsiteY9834" fmla="*/ 1577554 h 2767298"/>
              <a:gd name="connsiteX9835" fmla="*/ 4464170 w 4752801"/>
              <a:gd name="connsiteY9835" fmla="*/ 1577554 h 2767298"/>
              <a:gd name="connsiteX9836" fmla="*/ 4468218 w 4752801"/>
              <a:gd name="connsiteY9836" fmla="*/ 1577554 h 2767298"/>
              <a:gd name="connsiteX9837" fmla="*/ 4469432 w 4752801"/>
              <a:gd name="connsiteY9837" fmla="*/ 1578363 h 2767298"/>
              <a:gd name="connsiteX9838" fmla="*/ 4471457 w 4752801"/>
              <a:gd name="connsiteY9838" fmla="*/ 1582007 h 2767298"/>
              <a:gd name="connsiteX9839" fmla="*/ 4471457 w 4752801"/>
              <a:gd name="connsiteY9839" fmla="*/ 1583221 h 2767298"/>
              <a:gd name="connsiteX9840" fmla="*/ 4469432 w 4752801"/>
              <a:gd name="connsiteY9840" fmla="*/ 1586865 h 2767298"/>
              <a:gd name="connsiteX9841" fmla="*/ 4468218 w 4752801"/>
              <a:gd name="connsiteY9841" fmla="*/ 1587269 h 2767298"/>
              <a:gd name="connsiteX9842" fmla="*/ 4464170 w 4752801"/>
              <a:gd name="connsiteY9842" fmla="*/ 1587269 h 2767298"/>
              <a:gd name="connsiteX9843" fmla="*/ 4462956 w 4752801"/>
              <a:gd name="connsiteY9843" fmla="*/ 1586865 h 2767298"/>
              <a:gd name="connsiteX9844" fmla="*/ 4460932 w 4752801"/>
              <a:gd name="connsiteY9844" fmla="*/ 1583221 h 2767298"/>
              <a:gd name="connsiteX9845" fmla="*/ 4460932 w 4752801"/>
              <a:gd name="connsiteY9845" fmla="*/ 1582007 h 2767298"/>
              <a:gd name="connsiteX9846" fmla="*/ 4462956 w 4752801"/>
              <a:gd name="connsiteY9846" fmla="*/ 1578363 h 2767298"/>
              <a:gd name="connsiteX9847" fmla="*/ 4464170 w 4752801"/>
              <a:gd name="connsiteY9847" fmla="*/ 1577554 h 2767298"/>
              <a:gd name="connsiteX9848" fmla="*/ 4423688 w 4752801"/>
              <a:gd name="connsiteY9848" fmla="*/ 1577554 h 2767298"/>
              <a:gd name="connsiteX9849" fmla="*/ 4427332 w 4752801"/>
              <a:gd name="connsiteY9849" fmla="*/ 1577554 h 2767298"/>
              <a:gd name="connsiteX9850" fmla="*/ 4428546 w 4752801"/>
              <a:gd name="connsiteY9850" fmla="*/ 1578363 h 2767298"/>
              <a:gd name="connsiteX9851" fmla="*/ 4430570 w 4752801"/>
              <a:gd name="connsiteY9851" fmla="*/ 1581602 h 2767298"/>
              <a:gd name="connsiteX9852" fmla="*/ 4430570 w 4752801"/>
              <a:gd name="connsiteY9852" fmla="*/ 1582817 h 2767298"/>
              <a:gd name="connsiteX9853" fmla="*/ 4428546 w 4752801"/>
              <a:gd name="connsiteY9853" fmla="*/ 1586055 h 2767298"/>
              <a:gd name="connsiteX9854" fmla="*/ 4427332 w 4752801"/>
              <a:gd name="connsiteY9854" fmla="*/ 1586865 h 2767298"/>
              <a:gd name="connsiteX9855" fmla="*/ 4423688 w 4752801"/>
              <a:gd name="connsiteY9855" fmla="*/ 1586865 h 2767298"/>
              <a:gd name="connsiteX9856" fmla="*/ 4422474 w 4752801"/>
              <a:gd name="connsiteY9856" fmla="*/ 1586055 h 2767298"/>
              <a:gd name="connsiteX9857" fmla="*/ 4420450 w 4752801"/>
              <a:gd name="connsiteY9857" fmla="*/ 1582817 h 2767298"/>
              <a:gd name="connsiteX9858" fmla="*/ 4420450 w 4752801"/>
              <a:gd name="connsiteY9858" fmla="*/ 1581602 h 2767298"/>
              <a:gd name="connsiteX9859" fmla="*/ 4422474 w 4752801"/>
              <a:gd name="connsiteY9859" fmla="*/ 1578363 h 2767298"/>
              <a:gd name="connsiteX9860" fmla="*/ 4423688 w 4752801"/>
              <a:gd name="connsiteY9860" fmla="*/ 1577554 h 2767298"/>
              <a:gd name="connsiteX9861" fmla="*/ 4383207 w 4752801"/>
              <a:gd name="connsiteY9861" fmla="*/ 1577554 h 2767298"/>
              <a:gd name="connsiteX9862" fmla="*/ 4386851 w 4752801"/>
              <a:gd name="connsiteY9862" fmla="*/ 1577554 h 2767298"/>
              <a:gd name="connsiteX9863" fmla="*/ 4388065 w 4752801"/>
              <a:gd name="connsiteY9863" fmla="*/ 1578363 h 2767298"/>
              <a:gd name="connsiteX9864" fmla="*/ 4390089 w 4752801"/>
              <a:gd name="connsiteY9864" fmla="*/ 1581602 h 2767298"/>
              <a:gd name="connsiteX9865" fmla="*/ 4390089 w 4752801"/>
              <a:gd name="connsiteY9865" fmla="*/ 1582817 h 2767298"/>
              <a:gd name="connsiteX9866" fmla="*/ 4388065 w 4752801"/>
              <a:gd name="connsiteY9866" fmla="*/ 1586055 h 2767298"/>
              <a:gd name="connsiteX9867" fmla="*/ 4386851 w 4752801"/>
              <a:gd name="connsiteY9867" fmla="*/ 1586865 h 2767298"/>
              <a:gd name="connsiteX9868" fmla="*/ 4383207 w 4752801"/>
              <a:gd name="connsiteY9868" fmla="*/ 1586865 h 2767298"/>
              <a:gd name="connsiteX9869" fmla="*/ 4381993 w 4752801"/>
              <a:gd name="connsiteY9869" fmla="*/ 1586055 h 2767298"/>
              <a:gd name="connsiteX9870" fmla="*/ 4379969 w 4752801"/>
              <a:gd name="connsiteY9870" fmla="*/ 1582817 h 2767298"/>
              <a:gd name="connsiteX9871" fmla="*/ 4379969 w 4752801"/>
              <a:gd name="connsiteY9871" fmla="*/ 1581602 h 2767298"/>
              <a:gd name="connsiteX9872" fmla="*/ 4381993 w 4752801"/>
              <a:gd name="connsiteY9872" fmla="*/ 1578363 h 2767298"/>
              <a:gd name="connsiteX9873" fmla="*/ 4383207 w 4752801"/>
              <a:gd name="connsiteY9873" fmla="*/ 1577554 h 2767298"/>
              <a:gd name="connsiteX9874" fmla="*/ 4342727 w 4752801"/>
              <a:gd name="connsiteY9874" fmla="*/ 1577554 h 2767298"/>
              <a:gd name="connsiteX9875" fmla="*/ 4346370 w 4752801"/>
              <a:gd name="connsiteY9875" fmla="*/ 1577554 h 2767298"/>
              <a:gd name="connsiteX9876" fmla="*/ 4347584 w 4752801"/>
              <a:gd name="connsiteY9876" fmla="*/ 1578363 h 2767298"/>
              <a:gd name="connsiteX9877" fmla="*/ 4349203 w 4752801"/>
              <a:gd name="connsiteY9877" fmla="*/ 1581602 h 2767298"/>
              <a:gd name="connsiteX9878" fmla="*/ 4349203 w 4752801"/>
              <a:gd name="connsiteY9878" fmla="*/ 1582817 h 2767298"/>
              <a:gd name="connsiteX9879" fmla="*/ 4347584 w 4752801"/>
              <a:gd name="connsiteY9879" fmla="*/ 1586055 h 2767298"/>
              <a:gd name="connsiteX9880" fmla="*/ 4346370 w 4752801"/>
              <a:gd name="connsiteY9880" fmla="*/ 1586865 h 2767298"/>
              <a:gd name="connsiteX9881" fmla="*/ 4342727 w 4752801"/>
              <a:gd name="connsiteY9881" fmla="*/ 1586865 h 2767298"/>
              <a:gd name="connsiteX9882" fmla="*/ 4341512 w 4752801"/>
              <a:gd name="connsiteY9882" fmla="*/ 1586055 h 2767298"/>
              <a:gd name="connsiteX9883" fmla="*/ 4339893 w 4752801"/>
              <a:gd name="connsiteY9883" fmla="*/ 1582817 h 2767298"/>
              <a:gd name="connsiteX9884" fmla="*/ 4339893 w 4752801"/>
              <a:gd name="connsiteY9884" fmla="*/ 1581602 h 2767298"/>
              <a:gd name="connsiteX9885" fmla="*/ 4341512 w 4752801"/>
              <a:gd name="connsiteY9885" fmla="*/ 1578363 h 2767298"/>
              <a:gd name="connsiteX9886" fmla="*/ 4342727 w 4752801"/>
              <a:gd name="connsiteY9886" fmla="*/ 1577554 h 2767298"/>
              <a:gd name="connsiteX9887" fmla="*/ 4261764 w 4752801"/>
              <a:gd name="connsiteY9887" fmla="*/ 1577554 h 2767298"/>
              <a:gd name="connsiteX9888" fmla="*/ 4265407 w 4752801"/>
              <a:gd name="connsiteY9888" fmla="*/ 1577554 h 2767298"/>
              <a:gd name="connsiteX9889" fmla="*/ 4266621 w 4752801"/>
              <a:gd name="connsiteY9889" fmla="*/ 1578363 h 2767298"/>
              <a:gd name="connsiteX9890" fmla="*/ 4268240 w 4752801"/>
              <a:gd name="connsiteY9890" fmla="*/ 1581602 h 2767298"/>
              <a:gd name="connsiteX9891" fmla="*/ 4268240 w 4752801"/>
              <a:gd name="connsiteY9891" fmla="*/ 1582817 h 2767298"/>
              <a:gd name="connsiteX9892" fmla="*/ 4266621 w 4752801"/>
              <a:gd name="connsiteY9892" fmla="*/ 1586055 h 2767298"/>
              <a:gd name="connsiteX9893" fmla="*/ 4265407 w 4752801"/>
              <a:gd name="connsiteY9893" fmla="*/ 1586865 h 2767298"/>
              <a:gd name="connsiteX9894" fmla="*/ 4261764 w 4752801"/>
              <a:gd name="connsiteY9894" fmla="*/ 1586865 h 2767298"/>
              <a:gd name="connsiteX9895" fmla="*/ 4260549 w 4752801"/>
              <a:gd name="connsiteY9895" fmla="*/ 1586055 h 2767298"/>
              <a:gd name="connsiteX9896" fmla="*/ 4258930 w 4752801"/>
              <a:gd name="connsiteY9896" fmla="*/ 1582817 h 2767298"/>
              <a:gd name="connsiteX9897" fmla="*/ 4258930 w 4752801"/>
              <a:gd name="connsiteY9897" fmla="*/ 1581602 h 2767298"/>
              <a:gd name="connsiteX9898" fmla="*/ 4260549 w 4752801"/>
              <a:gd name="connsiteY9898" fmla="*/ 1578363 h 2767298"/>
              <a:gd name="connsiteX9899" fmla="*/ 4261764 w 4752801"/>
              <a:gd name="connsiteY9899" fmla="*/ 1577554 h 2767298"/>
              <a:gd name="connsiteX9900" fmla="*/ 4221283 w 4752801"/>
              <a:gd name="connsiteY9900" fmla="*/ 1577554 h 2767298"/>
              <a:gd name="connsiteX9901" fmla="*/ 4224926 w 4752801"/>
              <a:gd name="connsiteY9901" fmla="*/ 1577554 h 2767298"/>
              <a:gd name="connsiteX9902" fmla="*/ 4226140 w 4752801"/>
              <a:gd name="connsiteY9902" fmla="*/ 1578363 h 2767298"/>
              <a:gd name="connsiteX9903" fmla="*/ 4227759 w 4752801"/>
              <a:gd name="connsiteY9903" fmla="*/ 1581602 h 2767298"/>
              <a:gd name="connsiteX9904" fmla="*/ 4227759 w 4752801"/>
              <a:gd name="connsiteY9904" fmla="*/ 1582817 h 2767298"/>
              <a:gd name="connsiteX9905" fmla="*/ 4226140 w 4752801"/>
              <a:gd name="connsiteY9905" fmla="*/ 1586055 h 2767298"/>
              <a:gd name="connsiteX9906" fmla="*/ 4224926 w 4752801"/>
              <a:gd name="connsiteY9906" fmla="*/ 1586865 h 2767298"/>
              <a:gd name="connsiteX9907" fmla="*/ 4221283 w 4752801"/>
              <a:gd name="connsiteY9907" fmla="*/ 1586865 h 2767298"/>
              <a:gd name="connsiteX9908" fmla="*/ 4220068 w 4752801"/>
              <a:gd name="connsiteY9908" fmla="*/ 1586055 h 2767298"/>
              <a:gd name="connsiteX9909" fmla="*/ 4218449 w 4752801"/>
              <a:gd name="connsiteY9909" fmla="*/ 1582817 h 2767298"/>
              <a:gd name="connsiteX9910" fmla="*/ 4218449 w 4752801"/>
              <a:gd name="connsiteY9910" fmla="*/ 1581602 h 2767298"/>
              <a:gd name="connsiteX9911" fmla="*/ 4220068 w 4752801"/>
              <a:gd name="connsiteY9911" fmla="*/ 1578363 h 2767298"/>
              <a:gd name="connsiteX9912" fmla="*/ 4221283 w 4752801"/>
              <a:gd name="connsiteY9912" fmla="*/ 1577554 h 2767298"/>
              <a:gd name="connsiteX9913" fmla="*/ 3290213 w 4752801"/>
              <a:gd name="connsiteY9913" fmla="*/ 1577554 h 2767298"/>
              <a:gd name="connsiteX9914" fmla="*/ 3293857 w 4752801"/>
              <a:gd name="connsiteY9914" fmla="*/ 1577554 h 2767298"/>
              <a:gd name="connsiteX9915" fmla="*/ 3295071 w 4752801"/>
              <a:gd name="connsiteY9915" fmla="*/ 1578363 h 2767298"/>
              <a:gd name="connsiteX9916" fmla="*/ 3297095 w 4752801"/>
              <a:gd name="connsiteY9916" fmla="*/ 1581602 h 2767298"/>
              <a:gd name="connsiteX9917" fmla="*/ 3297095 w 4752801"/>
              <a:gd name="connsiteY9917" fmla="*/ 1582817 h 2767298"/>
              <a:gd name="connsiteX9918" fmla="*/ 3295071 w 4752801"/>
              <a:gd name="connsiteY9918" fmla="*/ 1586055 h 2767298"/>
              <a:gd name="connsiteX9919" fmla="*/ 3293857 w 4752801"/>
              <a:gd name="connsiteY9919" fmla="*/ 1586865 h 2767298"/>
              <a:gd name="connsiteX9920" fmla="*/ 3290213 w 4752801"/>
              <a:gd name="connsiteY9920" fmla="*/ 1586865 h 2767298"/>
              <a:gd name="connsiteX9921" fmla="*/ 3288999 w 4752801"/>
              <a:gd name="connsiteY9921" fmla="*/ 1586055 h 2767298"/>
              <a:gd name="connsiteX9922" fmla="*/ 3286975 w 4752801"/>
              <a:gd name="connsiteY9922" fmla="*/ 1582817 h 2767298"/>
              <a:gd name="connsiteX9923" fmla="*/ 3286975 w 4752801"/>
              <a:gd name="connsiteY9923" fmla="*/ 1581602 h 2767298"/>
              <a:gd name="connsiteX9924" fmla="*/ 3288999 w 4752801"/>
              <a:gd name="connsiteY9924" fmla="*/ 1578363 h 2767298"/>
              <a:gd name="connsiteX9925" fmla="*/ 3290213 w 4752801"/>
              <a:gd name="connsiteY9925" fmla="*/ 1577554 h 2767298"/>
              <a:gd name="connsiteX9926" fmla="*/ 4302245 w 4752801"/>
              <a:gd name="connsiteY9926" fmla="*/ 1577149 h 2767298"/>
              <a:gd name="connsiteX9927" fmla="*/ 4306293 w 4752801"/>
              <a:gd name="connsiteY9927" fmla="*/ 1577149 h 2767298"/>
              <a:gd name="connsiteX9928" fmla="*/ 4307507 w 4752801"/>
              <a:gd name="connsiteY9928" fmla="*/ 1577959 h 2767298"/>
              <a:gd name="connsiteX9929" fmla="*/ 4309532 w 4752801"/>
              <a:gd name="connsiteY9929" fmla="*/ 1581602 h 2767298"/>
              <a:gd name="connsiteX9930" fmla="*/ 4309532 w 4752801"/>
              <a:gd name="connsiteY9930" fmla="*/ 1582816 h 2767298"/>
              <a:gd name="connsiteX9931" fmla="*/ 4307507 w 4752801"/>
              <a:gd name="connsiteY9931" fmla="*/ 1586460 h 2767298"/>
              <a:gd name="connsiteX9932" fmla="*/ 4306293 w 4752801"/>
              <a:gd name="connsiteY9932" fmla="*/ 1587269 h 2767298"/>
              <a:gd name="connsiteX9933" fmla="*/ 4302245 w 4752801"/>
              <a:gd name="connsiteY9933" fmla="*/ 1587269 h 2767298"/>
              <a:gd name="connsiteX9934" fmla="*/ 4301031 w 4752801"/>
              <a:gd name="connsiteY9934" fmla="*/ 1586460 h 2767298"/>
              <a:gd name="connsiteX9935" fmla="*/ 4299007 w 4752801"/>
              <a:gd name="connsiteY9935" fmla="*/ 1582816 h 2767298"/>
              <a:gd name="connsiteX9936" fmla="*/ 4299007 w 4752801"/>
              <a:gd name="connsiteY9936" fmla="*/ 1581602 h 2767298"/>
              <a:gd name="connsiteX9937" fmla="*/ 4301031 w 4752801"/>
              <a:gd name="connsiteY9937" fmla="*/ 1577959 h 2767298"/>
              <a:gd name="connsiteX9938" fmla="*/ 4302245 w 4752801"/>
              <a:gd name="connsiteY9938" fmla="*/ 1577149 h 2767298"/>
              <a:gd name="connsiteX9939" fmla="*/ 3249328 w 4752801"/>
              <a:gd name="connsiteY9939" fmla="*/ 1577149 h 2767298"/>
              <a:gd name="connsiteX9940" fmla="*/ 3253781 w 4752801"/>
              <a:gd name="connsiteY9940" fmla="*/ 1577149 h 2767298"/>
              <a:gd name="connsiteX9941" fmla="*/ 3254995 w 4752801"/>
              <a:gd name="connsiteY9941" fmla="*/ 1577554 h 2767298"/>
              <a:gd name="connsiteX9942" fmla="*/ 3257424 w 4752801"/>
              <a:gd name="connsiteY9942" fmla="*/ 1581602 h 2767298"/>
              <a:gd name="connsiteX9943" fmla="*/ 3257424 w 4752801"/>
              <a:gd name="connsiteY9943" fmla="*/ 1582816 h 2767298"/>
              <a:gd name="connsiteX9944" fmla="*/ 3254995 w 4752801"/>
              <a:gd name="connsiteY9944" fmla="*/ 1586865 h 2767298"/>
              <a:gd name="connsiteX9945" fmla="*/ 3253781 w 4752801"/>
              <a:gd name="connsiteY9945" fmla="*/ 1587674 h 2767298"/>
              <a:gd name="connsiteX9946" fmla="*/ 3249328 w 4752801"/>
              <a:gd name="connsiteY9946" fmla="*/ 1587674 h 2767298"/>
              <a:gd name="connsiteX9947" fmla="*/ 3248113 w 4752801"/>
              <a:gd name="connsiteY9947" fmla="*/ 1586865 h 2767298"/>
              <a:gd name="connsiteX9948" fmla="*/ 3245685 w 4752801"/>
              <a:gd name="connsiteY9948" fmla="*/ 1582816 h 2767298"/>
              <a:gd name="connsiteX9949" fmla="*/ 3245685 w 4752801"/>
              <a:gd name="connsiteY9949" fmla="*/ 1581602 h 2767298"/>
              <a:gd name="connsiteX9950" fmla="*/ 3248113 w 4752801"/>
              <a:gd name="connsiteY9950" fmla="*/ 1577554 h 2767298"/>
              <a:gd name="connsiteX9951" fmla="*/ 3249328 w 4752801"/>
              <a:gd name="connsiteY9951" fmla="*/ 1577149 h 2767298"/>
              <a:gd name="connsiteX9952" fmla="*/ 3167960 w 4752801"/>
              <a:gd name="connsiteY9952" fmla="*/ 1576745 h 2767298"/>
              <a:gd name="connsiteX9953" fmla="*/ 3173627 w 4752801"/>
              <a:gd name="connsiteY9953" fmla="*/ 1576745 h 2767298"/>
              <a:gd name="connsiteX9954" fmla="*/ 3174842 w 4752801"/>
              <a:gd name="connsiteY9954" fmla="*/ 1577150 h 2767298"/>
              <a:gd name="connsiteX9955" fmla="*/ 3177675 w 4752801"/>
              <a:gd name="connsiteY9955" fmla="*/ 1582008 h 2767298"/>
              <a:gd name="connsiteX9956" fmla="*/ 3177675 w 4752801"/>
              <a:gd name="connsiteY9956" fmla="*/ 1583222 h 2767298"/>
              <a:gd name="connsiteX9957" fmla="*/ 3174842 w 4752801"/>
              <a:gd name="connsiteY9957" fmla="*/ 1588080 h 2767298"/>
              <a:gd name="connsiteX9958" fmla="*/ 3173627 w 4752801"/>
              <a:gd name="connsiteY9958" fmla="*/ 1588889 h 2767298"/>
              <a:gd name="connsiteX9959" fmla="*/ 3167960 w 4752801"/>
              <a:gd name="connsiteY9959" fmla="*/ 1588889 h 2767298"/>
              <a:gd name="connsiteX9960" fmla="*/ 3166746 w 4752801"/>
              <a:gd name="connsiteY9960" fmla="*/ 1588080 h 2767298"/>
              <a:gd name="connsiteX9961" fmla="*/ 3163912 w 4752801"/>
              <a:gd name="connsiteY9961" fmla="*/ 1583222 h 2767298"/>
              <a:gd name="connsiteX9962" fmla="*/ 3163912 w 4752801"/>
              <a:gd name="connsiteY9962" fmla="*/ 1582008 h 2767298"/>
              <a:gd name="connsiteX9963" fmla="*/ 3166746 w 4752801"/>
              <a:gd name="connsiteY9963" fmla="*/ 1577150 h 2767298"/>
              <a:gd name="connsiteX9964" fmla="*/ 3167960 w 4752801"/>
              <a:gd name="connsiteY9964" fmla="*/ 1576745 h 2767298"/>
              <a:gd name="connsiteX9965" fmla="*/ 3208037 w 4752801"/>
              <a:gd name="connsiteY9965" fmla="*/ 1575935 h 2767298"/>
              <a:gd name="connsiteX9966" fmla="*/ 3213704 w 4752801"/>
              <a:gd name="connsiteY9966" fmla="*/ 1575935 h 2767298"/>
              <a:gd name="connsiteX9967" fmla="*/ 3214919 w 4752801"/>
              <a:gd name="connsiteY9967" fmla="*/ 1576745 h 2767298"/>
              <a:gd name="connsiteX9968" fmla="*/ 3217752 w 4752801"/>
              <a:gd name="connsiteY9968" fmla="*/ 1581602 h 2767298"/>
              <a:gd name="connsiteX9969" fmla="*/ 3217752 w 4752801"/>
              <a:gd name="connsiteY9969" fmla="*/ 1582817 h 2767298"/>
              <a:gd name="connsiteX9970" fmla="*/ 3214919 w 4752801"/>
              <a:gd name="connsiteY9970" fmla="*/ 1587675 h 2767298"/>
              <a:gd name="connsiteX9971" fmla="*/ 3213704 w 4752801"/>
              <a:gd name="connsiteY9971" fmla="*/ 1588484 h 2767298"/>
              <a:gd name="connsiteX9972" fmla="*/ 3208037 w 4752801"/>
              <a:gd name="connsiteY9972" fmla="*/ 1588484 h 2767298"/>
              <a:gd name="connsiteX9973" fmla="*/ 3206823 w 4752801"/>
              <a:gd name="connsiteY9973" fmla="*/ 1587675 h 2767298"/>
              <a:gd name="connsiteX9974" fmla="*/ 3203989 w 4752801"/>
              <a:gd name="connsiteY9974" fmla="*/ 1582817 h 2767298"/>
              <a:gd name="connsiteX9975" fmla="*/ 3203989 w 4752801"/>
              <a:gd name="connsiteY9975" fmla="*/ 1581602 h 2767298"/>
              <a:gd name="connsiteX9976" fmla="*/ 3206823 w 4752801"/>
              <a:gd name="connsiteY9976" fmla="*/ 1576745 h 2767298"/>
              <a:gd name="connsiteX9977" fmla="*/ 3208037 w 4752801"/>
              <a:gd name="connsiteY9977" fmla="*/ 1575935 h 2767298"/>
              <a:gd name="connsiteX9978" fmla="*/ 3126669 w 4752801"/>
              <a:gd name="connsiteY9978" fmla="*/ 1574316 h 2767298"/>
              <a:gd name="connsiteX9979" fmla="*/ 3133956 w 4752801"/>
              <a:gd name="connsiteY9979" fmla="*/ 1574316 h 2767298"/>
              <a:gd name="connsiteX9980" fmla="*/ 3135170 w 4752801"/>
              <a:gd name="connsiteY9980" fmla="*/ 1575126 h 2767298"/>
              <a:gd name="connsiteX9981" fmla="*/ 3138814 w 4752801"/>
              <a:gd name="connsiteY9981" fmla="*/ 1581603 h 2767298"/>
              <a:gd name="connsiteX9982" fmla="*/ 3138814 w 4752801"/>
              <a:gd name="connsiteY9982" fmla="*/ 1582817 h 2767298"/>
              <a:gd name="connsiteX9983" fmla="*/ 3135170 w 4752801"/>
              <a:gd name="connsiteY9983" fmla="*/ 1589294 h 2767298"/>
              <a:gd name="connsiteX9984" fmla="*/ 3133956 w 4752801"/>
              <a:gd name="connsiteY9984" fmla="*/ 1590104 h 2767298"/>
              <a:gd name="connsiteX9985" fmla="*/ 3126669 w 4752801"/>
              <a:gd name="connsiteY9985" fmla="*/ 1590104 h 2767298"/>
              <a:gd name="connsiteX9986" fmla="*/ 3125455 w 4752801"/>
              <a:gd name="connsiteY9986" fmla="*/ 1589294 h 2767298"/>
              <a:gd name="connsiteX9987" fmla="*/ 3121812 w 4752801"/>
              <a:gd name="connsiteY9987" fmla="*/ 1582817 h 2767298"/>
              <a:gd name="connsiteX9988" fmla="*/ 3121812 w 4752801"/>
              <a:gd name="connsiteY9988" fmla="*/ 1581603 h 2767298"/>
              <a:gd name="connsiteX9989" fmla="*/ 3125455 w 4752801"/>
              <a:gd name="connsiteY9989" fmla="*/ 1575126 h 2767298"/>
              <a:gd name="connsiteX9990" fmla="*/ 3126669 w 4752801"/>
              <a:gd name="connsiteY9990" fmla="*/ 1574316 h 2767298"/>
              <a:gd name="connsiteX9991" fmla="*/ 3084974 w 4752801"/>
              <a:gd name="connsiteY9991" fmla="*/ 1573101 h 2767298"/>
              <a:gd name="connsiteX9992" fmla="*/ 3094285 w 4752801"/>
              <a:gd name="connsiteY9992" fmla="*/ 1573101 h 2767298"/>
              <a:gd name="connsiteX9993" fmla="*/ 3095499 w 4752801"/>
              <a:gd name="connsiteY9993" fmla="*/ 1573506 h 2767298"/>
              <a:gd name="connsiteX9994" fmla="*/ 3100357 w 4752801"/>
              <a:gd name="connsiteY9994" fmla="*/ 1581602 h 2767298"/>
              <a:gd name="connsiteX9995" fmla="*/ 3100357 w 4752801"/>
              <a:gd name="connsiteY9995" fmla="*/ 1582817 h 2767298"/>
              <a:gd name="connsiteX9996" fmla="*/ 3095499 w 4752801"/>
              <a:gd name="connsiteY9996" fmla="*/ 1590913 h 2767298"/>
              <a:gd name="connsiteX9997" fmla="*/ 3094285 w 4752801"/>
              <a:gd name="connsiteY9997" fmla="*/ 1591318 h 2767298"/>
              <a:gd name="connsiteX9998" fmla="*/ 3084974 w 4752801"/>
              <a:gd name="connsiteY9998" fmla="*/ 1591318 h 2767298"/>
              <a:gd name="connsiteX9999" fmla="*/ 3083760 w 4752801"/>
              <a:gd name="connsiteY9999" fmla="*/ 1590913 h 2767298"/>
              <a:gd name="connsiteX10000" fmla="*/ 3078902 w 4752801"/>
              <a:gd name="connsiteY10000" fmla="*/ 1582817 h 2767298"/>
              <a:gd name="connsiteX10001" fmla="*/ 3078902 w 4752801"/>
              <a:gd name="connsiteY10001" fmla="*/ 1581602 h 2767298"/>
              <a:gd name="connsiteX10002" fmla="*/ 3083760 w 4752801"/>
              <a:gd name="connsiteY10002" fmla="*/ 1573506 h 2767298"/>
              <a:gd name="connsiteX10003" fmla="*/ 3084974 w 4752801"/>
              <a:gd name="connsiteY10003" fmla="*/ 1573101 h 2767298"/>
              <a:gd name="connsiteX10004" fmla="*/ 3004011 w 4752801"/>
              <a:gd name="connsiteY10004" fmla="*/ 1572697 h 2767298"/>
              <a:gd name="connsiteX10005" fmla="*/ 3013322 w 4752801"/>
              <a:gd name="connsiteY10005" fmla="*/ 1572697 h 2767298"/>
              <a:gd name="connsiteX10006" fmla="*/ 3014536 w 4752801"/>
              <a:gd name="connsiteY10006" fmla="*/ 1573507 h 2767298"/>
              <a:gd name="connsiteX10007" fmla="*/ 3018989 w 4752801"/>
              <a:gd name="connsiteY10007" fmla="*/ 1581603 h 2767298"/>
              <a:gd name="connsiteX10008" fmla="*/ 3018989 w 4752801"/>
              <a:gd name="connsiteY10008" fmla="*/ 1582817 h 2767298"/>
              <a:gd name="connsiteX10009" fmla="*/ 3014536 w 4752801"/>
              <a:gd name="connsiteY10009" fmla="*/ 1590914 h 2767298"/>
              <a:gd name="connsiteX10010" fmla="*/ 3013322 w 4752801"/>
              <a:gd name="connsiteY10010" fmla="*/ 1591723 h 2767298"/>
              <a:gd name="connsiteX10011" fmla="*/ 3004011 w 4752801"/>
              <a:gd name="connsiteY10011" fmla="*/ 1591723 h 2767298"/>
              <a:gd name="connsiteX10012" fmla="*/ 3002797 w 4752801"/>
              <a:gd name="connsiteY10012" fmla="*/ 1590914 h 2767298"/>
              <a:gd name="connsiteX10013" fmla="*/ 2998344 w 4752801"/>
              <a:gd name="connsiteY10013" fmla="*/ 1582817 h 2767298"/>
              <a:gd name="connsiteX10014" fmla="*/ 2998344 w 4752801"/>
              <a:gd name="connsiteY10014" fmla="*/ 1581603 h 2767298"/>
              <a:gd name="connsiteX10015" fmla="*/ 3002797 w 4752801"/>
              <a:gd name="connsiteY10015" fmla="*/ 1573507 h 2767298"/>
              <a:gd name="connsiteX10016" fmla="*/ 3004011 w 4752801"/>
              <a:gd name="connsiteY10016" fmla="*/ 1572697 h 2767298"/>
              <a:gd name="connsiteX10017" fmla="*/ 3043682 w 4752801"/>
              <a:gd name="connsiteY10017" fmla="*/ 1572292 h 2767298"/>
              <a:gd name="connsiteX10018" fmla="*/ 3054207 w 4752801"/>
              <a:gd name="connsiteY10018" fmla="*/ 1572292 h 2767298"/>
              <a:gd name="connsiteX10019" fmla="*/ 3055422 w 4752801"/>
              <a:gd name="connsiteY10019" fmla="*/ 1573102 h 2767298"/>
              <a:gd name="connsiteX10020" fmla="*/ 3060684 w 4752801"/>
              <a:gd name="connsiteY10020" fmla="*/ 1582008 h 2767298"/>
              <a:gd name="connsiteX10021" fmla="*/ 3060684 w 4752801"/>
              <a:gd name="connsiteY10021" fmla="*/ 1583222 h 2767298"/>
              <a:gd name="connsiteX10022" fmla="*/ 3055422 w 4752801"/>
              <a:gd name="connsiteY10022" fmla="*/ 1592128 h 2767298"/>
              <a:gd name="connsiteX10023" fmla="*/ 3054207 w 4752801"/>
              <a:gd name="connsiteY10023" fmla="*/ 1592938 h 2767298"/>
              <a:gd name="connsiteX10024" fmla="*/ 3043682 w 4752801"/>
              <a:gd name="connsiteY10024" fmla="*/ 1592938 h 2767298"/>
              <a:gd name="connsiteX10025" fmla="*/ 3042468 w 4752801"/>
              <a:gd name="connsiteY10025" fmla="*/ 1592128 h 2767298"/>
              <a:gd name="connsiteX10026" fmla="*/ 3037206 w 4752801"/>
              <a:gd name="connsiteY10026" fmla="*/ 1583222 h 2767298"/>
              <a:gd name="connsiteX10027" fmla="*/ 3037206 w 4752801"/>
              <a:gd name="connsiteY10027" fmla="*/ 1582008 h 2767298"/>
              <a:gd name="connsiteX10028" fmla="*/ 3042468 w 4752801"/>
              <a:gd name="connsiteY10028" fmla="*/ 1573102 h 2767298"/>
              <a:gd name="connsiteX10029" fmla="*/ 3043682 w 4752801"/>
              <a:gd name="connsiteY10029" fmla="*/ 1572292 h 2767298"/>
              <a:gd name="connsiteX10030" fmla="*/ 3736316 w 4752801"/>
              <a:gd name="connsiteY10030" fmla="*/ 1540312 h 2767298"/>
              <a:gd name="connsiteX10031" fmla="*/ 3738340 w 4752801"/>
              <a:gd name="connsiteY10031" fmla="*/ 1540312 h 2767298"/>
              <a:gd name="connsiteX10032" fmla="*/ 3739150 w 4752801"/>
              <a:gd name="connsiteY10032" fmla="*/ 1541931 h 2767298"/>
              <a:gd name="connsiteX10033" fmla="*/ 3738340 w 4752801"/>
              <a:gd name="connsiteY10033" fmla="*/ 1543550 h 2767298"/>
              <a:gd name="connsiteX10034" fmla="*/ 3736316 w 4752801"/>
              <a:gd name="connsiteY10034" fmla="*/ 1543550 h 2767298"/>
              <a:gd name="connsiteX10035" fmla="*/ 3735507 w 4752801"/>
              <a:gd name="connsiteY10035" fmla="*/ 1541931 h 2767298"/>
              <a:gd name="connsiteX10036" fmla="*/ 3695835 w 4752801"/>
              <a:gd name="connsiteY10036" fmla="*/ 1540312 h 2767298"/>
              <a:gd name="connsiteX10037" fmla="*/ 3697859 w 4752801"/>
              <a:gd name="connsiteY10037" fmla="*/ 1540312 h 2767298"/>
              <a:gd name="connsiteX10038" fmla="*/ 3698669 w 4752801"/>
              <a:gd name="connsiteY10038" fmla="*/ 1541931 h 2767298"/>
              <a:gd name="connsiteX10039" fmla="*/ 3697859 w 4752801"/>
              <a:gd name="connsiteY10039" fmla="*/ 1543550 h 2767298"/>
              <a:gd name="connsiteX10040" fmla="*/ 3695835 w 4752801"/>
              <a:gd name="connsiteY10040" fmla="*/ 1543550 h 2767298"/>
              <a:gd name="connsiteX10041" fmla="*/ 3695026 w 4752801"/>
              <a:gd name="connsiteY10041" fmla="*/ 1541931 h 2767298"/>
              <a:gd name="connsiteX10042" fmla="*/ 3614873 w 4752801"/>
              <a:gd name="connsiteY10042" fmla="*/ 1540312 h 2767298"/>
              <a:gd name="connsiteX10043" fmla="*/ 3616897 w 4752801"/>
              <a:gd name="connsiteY10043" fmla="*/ 1540312 h 2767298"/>
              <a:gd name="connsiteX10044" fmla="*/ 3617707 w 4752801"/>
              <a:gd name="connsiteY10044" fmla="*/ 1541931 h 2767298"/>
              <a:gd name="connsiteX10045" fmla="*/ 3616897 w 4752801"/>
              <a:gd name="connsiteY10045" fmla="*/ 1543550 h 2767298"/>
              <a:gd name="connsiteX10046" fmla="*/ 3614873 w 4752801"/>
              <a:gd name="connsiteY10046" fmla="*/ 1543550 h 2767298"/>
              <a:gd name="connsiteX10047" fmla="*/ 3614064 w 4752801"/>
              <a:gd name="connsiteY10047" fmla="*/ 1541931 h 2767298"/>
              <a:gd name="connsiteX10048" fmla="*/ 3574796 w 4752801"/>
              <a:gd name="connsiteY10048" fmla="*/ 1540312 h 2767298"/>
              <a:gd name="connsiteX10049" fmla="*/ 3576820 w 4752801"/>
              <a:gd name="connsiteY10049" fmla="*/ 1540312 h 2767298"/>
              <a:gd name="connsiteX10050" fmla="*/ 3578035 w 4752801"/>
              <a:gd name="connsiteY10050" fmla="*/ 1541931 h 2767298"/>
              <a:gd name="connsiteX10051" fmla="*/ 3576820 w 4752801"/>
              <a:gd name="connsiteY10051" fmla="*/ 1543550 h 2767298"/>
              <a:gd name="connsiteX10052" fmla="*/ 3574796 w 4752801"/>
              <a:gd name="connsiteY10052" fmla="*/ 1543550 h 2767298"/>
              <a:gd name="connsiteX10053" fmla="*/ 3573582 w 4752801"/>
              <a:gd name="connsiteY10053" fmla="*/ 1541931 h 2767298"/>
              <a:gd name="connsiteX10054" fmla="*/ 3534315 w 4752801"/>
              <a:gd name="connsiteY10054" fmla="*/ 1540312 h 2767298"/>
              <a:gd name="connsiteX10055" fmla="*/ 3536339 w 4752801"/>
              <a:gd name="connsiteY10055" fmla="*/ 1540312 h 2767298"/>
              <a:gd name="connsiteX10056" fmla="*/ 3537554 w 4752801"/>
              <a:gd name="connsiteY10056" fmla="*/ 1541931 h 2767298"/>
              <a:gd name="connsiteX10057" fmla="*/ 3536339 w 4752801"/>
              <a:gd name="connsiteY10057" fmla="*/ 1543550 h 2767298"/>
              <a:gd name="connsiteX10058" fmla="*/ 3534315 w 4752801"/>
              <a:gd name="connsiteY10058" fmla="*/ 1543550 h 2767298"/>
              <a:gd name="connsiteX10059" fmla="*/ 3533101 w 4752801"/>
              <a:gd name="connsiteY10059" fmla="*/ 1541931 h 2767298"/>
              <a:gd name="connsiteX10060" fmla="*/ 3493429 w 4752801"/>
              <a:gd name="connsiteY10060" fmla="*/ 1540312 h 2767298"/>
              <a:gd name="connsiteX10061" fmla="*/ 3495453 w 4752801"/>
              <a:gd name="connsiteY10061" fmla="*/ 1540312 h 2767298"/>
              <a:gd name="connsiteX10062" fmla="*/ 3496263 w 4752801"/>
              <a:gd name="connsiteY10062" fmla="*/ 1541931 h 2767298"/>
              <a:gd name="connsiteX10063" fmla="*/ 3495453 w 4752801"/>
              <a:gd name="connsiteY10063" fmla="*/ 1543550 h 2767298"/>
              <a:gd name="connsiteX10064" fmla="*/ 3493429 w 4752801"/>
              <a:gd name="connsiteY10064" fmla="*/ 1543550 h 2767298"/>
              <a:gd name="connsiteX10065" fmla="*/ 3492620 w 4752801"/>
              <a:gd name="connsiteY10065" fmla="*/ 1541931 h 2767298"/>
              <a:gd name="connsiteX10066" fmla="*/ 3776798 w 4752801"/>
              <a:gd name="connsiteY10066" fmla="*/ 1539907 h 2767298"/>
              <a:gd name="connsiteX10067" fmla="*/ 3779227 w 4752801"/>
              <a:gd name="connsiteY10067" fmla="*/ 1539907 h 2767298"/>
              <a:gd name="connsiteX10068" fmla="*/ 3780442 w 4752801"/>
              <a:gd name="connsiteY10068" fmla="*/ 1541931 h 2767298"/>
              <a:gd name="connsiteX10069" fmla="*/ 3779227 w 4752801"/>
              <a:gd name="connsiteY10069" fmla="*/ 1543955 h 2767298"/>
              <a:gd name="connsiteX10070" fmla="*/ 3776798 w 4752801"/>
              <a:gd name="connsiteY10070" fmla="*/ 1543955 h 2767298"/>
              <a:gd name="connsiteX10071" fmla="*/ 3775584 w 4752801"/>
              <a:gd name="connsiteY10071" fmla="*/ 1541931 h 2767298"/>
              <a:gd name="connsiteX10072" fmla="*/ 3655354 w 4752801"/>
              <a:gd name="connsiteY10072" fmla="*/ 1539907 h 2767298"/>
              <a:gd name="connsiteX10073" fmla="*/ 3657783 w 4752801"/>
              <a:gd name="connsiteY10073" fmla="*/ 1539907 h 2767298"/>
              <a:gd name="connsiteX10074" fmla="*/ 3658998 w 4752801"/>
              <a:gd name="connsiteY10074" fmla="*/ 1541931 h 2767298"/>
              <a:gd name="connsiteX10075" fmla="*/ 3657783 w 4752801"/>
              <a:gd name="connsiteY10075" fmla="*/ 1543955 h 2767298"/>
              <a:gd name="connsiteX10076" fmla="*/ 3655354 w 4752801"/>
              <a:gd name="connsiteY10076" fmla="*/ 1543955 h 2767298"/>
              <a:gd name="connsiteX10077" fmla="*/ 3654140 w 4752801"/>
              <a:gd name="connsiteY10077" fmla="*/ 1541931 h 2767298"/>
              <a:gd name="connsiteX10078" fmla="*/ 3452948 w 4752801"/>
              <a:gd name="connsiteY10078" fmla="*/ 1539907 h 2767298"/>
              <a:gd name="connsiteX10079" fmla="*/ 3455377 w 4752801"/>
              <a:gd name="connsiteY10079" fmla="*/ 1539907 h 2767298"/>
              <a:gd name="connsiteX10080" fmla="*/ 3456592 w 4752801"/>
              <a:gd name="connsiteY10080" fmla="*/ 1541931 h 2767298"/>
              <a:gd name="connsiteX10081" fmla="*/ 3455377 w 4752801"/>
              <a:gd name="connsiteY10081" fmla="*/ 1543955 h 2767298"/>
              <a:gd name="connsiteX10082" fmla="*/ 3452948 w 4752801"/>
              <a:gd name="connsiteY10082" fmla="*/ 1543955 h 2767298"/>
              <a:gd name="connsiteX10083" fmla="*/ 3451734 w 4752801"/>
              <a:gd name="connsiteY10083" fmla="*/ 1541931 h 2767298"/>
              <a:gd name="connsiteX10084" fmla="*/ 3412467 w 4752801"/>
              <a:gd name="connsiteY10084" fmla="*/ 1539907 h 2767298"/>
              <a:gd name="connsiteX10085" fmla="*/ 3414896 w 4752801"/>
              <a:gd name="connsiteY10085" fmla="*/ 1539907 h 2767298"/>
              <a:gd name="connsiteX10086" fmla="*/ 3416111 w 4752801"/>
              <a:gd name="connsiteY10086" fmla="*/ 1541931 h 2767298"/>
              <a:gd name="connsiteX10087" fmla="*/ 3414896 w 4752801"/>
              <a:gd name="connsiteY10087" fmla="*/ 1543955 h 2767298"/>
              <a:gd name="connsiteX10088" fmla="*/ 3412467 w 4752801"/>
              <a:gd name="connsiteY10088" fmla="*/ 1543955 h 2767298"/>
              <a:gd name="connsiteX10089" fmla="*/ 3411253 w 4752801"/>
              <a:gd name="connsiteY10089" fmla="*/ 1541931 h 2767298"/>
              <a:gd name="connsiteX10090" fmla="*/ 3371985 w 4752801"/>
              <a:gd name="connsiteY10090" fmla="*/ 1539907 h 2767298"/>
              <a:gd name="connsiteX10091" fmla="*/ 3374414 w 4752801"/>
              <a:gd name="connsiteY10091" fmla="*/ 1539907 h 2767298"/>
              <a:gd name="connsiteX10092" fmla="*/ 3375629 w 4752801"/>
              <a:gd name="connsiteY10092" fmla="*/ 1541931 h 2767298"/>
              <a:gd name="connsiteX10093" fmla="*/ 3374414 w 4752801"/>
              <a:gd name="connsiteY10093" fmla="*/ 1543955 h 2767298"/>
              <a:gd name="connsiteX10094" fmla="*/ 3371985 w 4752801"/>
              <a:gd name="connsiteY10094" fmla="*/ 1543955 h 2767298"/>
              <a:gd name="connsiteX10095" fmla="*/ 3370771 w 4752801"/>
              <a:gd name="connsiteY10095" fmla="*/ 1541931 h 2767298"/>
              <a:gd name="connsiteX10096" fmla="*/ 3857760 w 4752801"/>
              <a:gd name="connsiteY10096" fmla="*/ 1539502 h 2767298"/>
              <a:gd name="connsiteX10097" fmla="*/ 3860594 w 4752801"/>
              <a:gd name="connsiteY10097" fmla="*/ 1539502 h 2767298"/>
              <a:gd name="connsiteX10098" fmla="*/ 3862213 w 4752801"/>
              <a:gd name="connsiteY10098" fmla="*/ 1541931 h 2767298"/>
              <a:gd name="connsiteX10099" fmla="*/ 3860594 w 4752801"/>
              <a:gd name="connsiteY10099" fmla="*/ 1544360 h 2767298"/>
              <a:gd name="connsiteX10100" fmla="*/ 3857760 w 4752801"/>
              <a:gd name="connsiteY10100" fmla="*/ 1544360 h 2767298"/>
              <a:gd name="connsiteX10101" fmla="*/ 3856141 w 4752801"/>
              <a:gd name="connsiteY10101" fmla="*/ 1541931 h 2767298"/>
              <a:gd name="connsiteX10102" fmla="*/ 3817279 w 4752801"/>
              <a:gd name="connsiteY10102" fmla="*/ 1539502 h 2767298"/>
              <a:gd name="connsiteX10103" fmla="*/ 3819708 w 4752801"/>
              <a:gd name="connsiteY10103" fmla="*/ 1539502 h 2767298"/>
              <a:gd name="connsiteX10104" fmla="*/ 3820923 w 4752801"/>
              <a:gd name="connsiteY10104" fmla="*/ 1541931 h 2767298"/>
              <a:gd name="connsiteX10105" fmla="*/ 3819708 w 4752801"/>
              <a:gd name="connsiteY10105" fmla="*/ 1544360 h 2767298"/>
              <a:gd name="connsiteX10106" fmla="*/ 3817279 w 4752801"/>
              <a:gd name="connsiteY10106" fmla="*/ 1544360 h 2767298"/>
              <a:gd name="connsiteX10107" fmla="*/ 3816065 w 4752801"/>
              <a:gd name="connsiteY10107" fmla="*/ 1541931 h 2767298"/>
              <a:gd name="connsiteX10108" fmla="*/ 3331099 w 4752801"/>
              <a:gd name="connsiteY10108" fmla="*/ 1539097 h 2767298"/>
              <a:gd name="connsiteX10109" fmla="*/ 3334338 w 4752801"/>
              <a:gd name="connsiteY10109" fmla="*/ 1539097 h 2767298"/>
              <a:gd name="connsiteX10110" fmla="*/ 3335957 w 4752801"/>
              <a:gd name="connsiteY10110" fmla="*/ 1541930 h 2767298"/>
              <a:gd name="connsiteX10111" fmla="*/ 3334338 w 4752801"/>
              <a:gd name="connsiteY10111" fmla="*/ 1544764 h 2767298"/>
              <a:gd name="connsiteX10112" fmla="*/ 3331099 w 4752801"/>
              <a:gd name="connsiteY10112" fmla="*/ 1544764 h 2767298"/>
              <a:gd name="connsiteX10113" fmla="*/ 3329480 w 4752801"/>
              <a:gd name="connsiteY10113" fmla="*/ 1541930 h 2767298"/>
              <a:gd name="connsiteX10114" fmla="*/ 3290213 w 4752801"/>
              <a:gd name="connsiteY10114" fmla="*/ 1538692 h 2767298"/>
              <a:gd name="connsiteX10115" fmla="*/ 3294261 w 4752801"/>
              <a:gd name="connsiteY10115" fmla="*/ 1538692 h 2767298"/>
              <a:gd name="connsiteX10116" fmla="*/ 3296285 w 4752801"/>
              <a:gd name="connsiteY10116" fmla="*/ 1541930 h 2767298"/>
              <a:gd name="connsiteX10117" fmla="*/ 3294261 w 4752801"/>
              <a:gd name="connsiteY10117" fmla="*/ 1545169 h 2767298"/>
              <a:gd name="connsiteX10118" fmla="*/ 3290213 w 4752801"/>
              <a:gd name="connsiteY10118" fmla="*/ 1545169 h 2767298"/>
              <a:gd name="connsiteX10119" fmla="*/ 3288189 w 4752801"/>
              <a:gd name="connsiteY10119" fmla="*/ 1541930 h 2767298"/>
              <a:gd name="connsiteX10120" fmla="*/ 4586018 w 4752801"/>
              <a:gd name="connsiteY10120" fmla="*/ 1538288 h 2767298"/>
              <a:gd name="connsiteX10121" fmla="*/ 4589257 w 4752801"/>
              <a:gd name="connsiteY10121" fmla="*/ 1538288 h 2767298"/>
              <a:gd name="connsiteX10122" fmla="*/ 4590471 w 4752801"/>
              <a:gd name="connsiteY10122" fmla="*/ 1538693 h 2767298"/>
              <a:gd name="connsiteX10123" fmla="*/ 4592091 w 4752801"/>
              <a:gd name="connsiteY10123" fmla="*/ 1541526 h 2767298"/>
              <a:gd name="connsiteX10124" fmla="*/ 4592091 w 4752801"/>
              <a:gd name="connsiteY10124" fmla="*/ 1542741 h 2767298"/>
              <a:gd name="connsiteX10125" fmla="*/ 4590471 w 4752801"/>
              <a:gd name="connsiteY10125" fmla="*/ 1545575 h 2767298"/>
              <a:gd name="connsiteX10126" fmla="*/ 4589257 w 4752801"/>
              <a:gd name="connsiteY10126" fmla="*/ 1545979 h 2767298"/>
              <a:gd name="connsiteX10127" fmla="*/ 4586018 w 4752801"/>
              <a:gd name="connsiteY10127" fmla="*/ 1545979 h 2767298"/>
              <a:gd name="connsiteX10128" fmla="*/ 4584804 w 4752801"/>
              <a:gd name="connsiteY10128" fmla="*/ 1545575 h 2767298"/>
              <a:gd name="connsiteX10129" fmla="*/ 4583185 w 4752801"/>
              <a:gd name="connsiteY10129" fmla="*/ 1542741 h 2767298"/>
              <a:gd name="connsiteX10130" fmla="*/ 4583185 w 4752801"/>
              <a:gd name="connsiteY10130" fmla="*/ 1541526 h 2767298"/>
              <a:gd name="connsiteX10131" fmla="*/ 4584804 w 4752801"/>
              <a:gd name="connsiteY10131" fmla="*/ 1538693 h 2767298"/>
              <a:gd name="connsiteX10132" fmla="*/ 4586018 w 4752801"/>
              <a:gd name="connsiteY10132" fmla="*/ 1538288 h 2767298"/>
              <a:gd name="connsiteX10133" fmla="*/ 4343130 w 4752801"/>
              <a:gd name="connsiteY10133" fmla="*/ 1538288 h 2767298"/>
              <a:gd name="connsiteX10134" fmla="*/ 4346369 w 4752801"/>
              <a:gd name="connsiteY10134" fmla="*/ 1538288 h 2767298"/>
              <a:gd name="connsiteX10135" fmla="*/ 4347583 w 4752801"/>
              <a:gd name="connsiteY10135" fmla="*/ 1538693 h 2767298"/>
              <a:gd name="connsiteX10136" fmla="*/ 4349203 w 4752801"/>
              <a:gd name="connsiteY10136" fmla="*/ 1541526 h 2767298"/>
              <a:gd name="connsiteX10137" fmla="*/ 4349203 w 4752801"/>
              <a:gd name="connsiteY10137" fmla="*/ 1542741 h 2767298"/>
              <a:gd name="connsiteX10138" fmla="*/ 4347583 w 4752801"/>
              <a:gd name="connsiteY10138" fmla="*/ 1545575 h 2767298"/>
              <a:gd name="connsiteX10139" fmla="*/ 4346369 w 4752801"/>
              <a:gd name="connsiteY10139" fmla="*/ 1546384 h 2767298"/>
              <a:gd name="connsiteX10140" fmla="*/ 4343130 w 4752801"/>
              <a:gd name="connsiteY10140" fmla="*/ 1546384 h 2767298"/>
              <a:gd name="connsiteX10141" fmla="*/ 4341916 w 4752801"/>
              <a:gd name="connsiteY10141" fmla="*/ 1545575 h 2767298"/>
              <a:gd name="connsiteX10142" fmla="*/ 4340297 w 4752801"/>
              <a:gd name="connsiteY10142" fmla="*/ 1542741 h 2767298"/>
              <a:gd name="connsiteX10143" fmla="*/ 4340297 w 4752801"/>
              <a:gd name="connsiteY10143" fmla="*/ 1541526 h 2767298"/>
              <a:gd name="connsiteX10144" fmla="*/ 4341916 w 4752801"/>
              <a:gd name="connsiteY10144" fmla="*/ 1538693 h 2767298"/>
              <a:gd name="connsiteX10145" fmla="*/ 4343130 w 4752801"/>
              <a:gd name="connsiteY10145" fmla="*/ 1538288 h 2767298"/>
              <a:gd name="connsiteX10146" fmla="*/ 4262168 w 4752801"/>
              <a:gd name="connsiteY10146" fmla="*/ 1538288 h 2767298"/>
              <a:gd name="connsiteX10147" fmla="*/ 4265407 w 4752801"/>
              <a:gd name="connsiteY10147" fmla="*/ 1538288 h 2767298"/>
              <a:gd name="connsiteX10148" fmla="*/ 4266621 w 4752801"/>
              <a:gd name="connsiteY10148" fmla="*/ 1538693 h 2767298"/>
              <a:gd name="connsiteX10149" fmla="*/ 4268241 w 4752801"/>
              <a:gd name="connsiteY10149" fmla="*/ 1541526 h 2767298"/>
              <a:gd name="connsiteX10150" fmla="*/ 4268241 w 4752801"/>
              <a:gd name="connsiteY10150" fmla="*/ 1542741 h 2767298"/>
              <a:gd name="connsiteX10151" fmla="*/ 4266621 w 4752801"/>
              <a:gd name="connsiteY10151" fmla="*/ 1545575 h 2767298"/>
              <a:gd name="connsiteX10152" fmla="*/ 4265407 w 4752801"/>
              <a:gd name="connsiteY10152" fmla="*/ 1545979 h 2767298"/>
              <a:gd name="connsiteX10153" fmla="*/ 4262168 w 4752801"/>
              <a:gd name="connsiteY10153" fmla="*/ 1545979 h 2767298"/>
              <a:gd name="connsiteX10154" fmla="*/ 4260954 w 4752801"/>
              <a:gd name="connsiteY10154" fmla="*/ 1545575 h 2767298"/>
              <a:gd name="connsiteX10155" fmla="*/ 4259335 w 4752801"/>
              <a:gd name="connsiteY10155" fmla="*/ 1542741 h 2767298"/>
              <a:gd name="connsiteX10156" fmla="*/ 4259335 w 4752801"/>
              <a:gd name="connsiteY10156" fmla="*/ 1541526 h 2767298"/>
              <a:gd name="connsiteX10157" fmla="*/ 4260954 w 4752801"/>
              <a:gd name="connsiteY10157" fmla="*/ 1538693 h 2767298"/>
              <a:gd name="connsiteX10158" fmla="*/ 4262168 w 4752801"/>
              <a:gd name="connsiteY10158" fmla="*/ 1538288 h 2767298"/>
              <a:gd name="connsiteX10159" fmla="*/ 4221687 w 4752801"/>
              <a:gd name="connsiteY10159" fmla="*/ 1538288 h 2767298"/>
              <a:gd name="connsiteX10160" fmla="*/ 4224926 w 4752801"/>
              <a:gd name="connsiteY10160" fmla="*/ 1538288 h 2767298"/>
              <a:gd name="connsiteX10161" fmla="*/ 4226140 w 4752801"/>
              <a:gd name="connsiteY10161" fmla="*/ 1538693 h 2767298"/>
              <a:gd name="connsiteX10162" fmla="*/ 4227760 w 4752801"/>
              <a:gd name="connsiteY10162" fmla="*/ 1541526 h 2767298"/>
              <a:gd name="connsiteX10163" fmla="*/ 4227760 w 4752801"/>
              <a:gd name="connsiteY10163" fmla="*/ 1542741 h 2767298"/>
              <a:gd name="connsiteX10164" fmla="*/ 4226140 w 4752801"/>
              <a:gd name="connsiteY10164" fmla="*/ 1545575 h 2767298"/>
              <a:gd name="connsiteX10165" fmla="*/ 4224926 w 4752801"/>
              <a:gd name="connsiteY10165" fmla="*/ 1545979 h 2767298"/>
              <a:gd name="connsiteX10166" fmla="*/ 4221687 w 4752801"/>
              <a:gd name="connsiteY10166" fmla="*/ 1545979 h 2767298"/>
              <a:gd name="connsiteX10167" fmla="*/ 4220473 w 4752801"/>
              <a:gd name="connsiteY10167" fmla="*/ 1545575 h 2767298"/>
              <a:gd name="connsiteX10168" fmla="*/ 4218854 w 4752801"/>
              <a:gd name="connsiteY10168" fmla="*/ 1542741 h 2767298"/>
              <a:gd name="connsiteX10169" fmla="*/ 4218854 w 4752801"/>
              <a:gd name="connsiteY10169" fmla="*/ 1541526 h 2767298"/>
              <a:gd name="connsiteX10170" fmla="*/ 4220473 w 4752801"/>
              <a:gd name="connsiteY10170" fmla="*/ 1538693 h 2767298"/>
              <a:gd name="connsiteX10171" fmla="*/ 4221687 w 4752801"/>
              <a:gd name="connsiteY10171" fmla="*/ 1538288 h 2767298"/>
              <a:gd name="connsiteX10172" fmla="*/ 4180396 w 4752801"/>
              <a:gd name="connsiteY10172" fmla="*/ 1538288 h 2767298"/>
              <a:gd name="connsiteX10173" fmla="*/ 4184849 w 4752801"/>
              <a:gd name="connsiteY10173" fmla="*/ 1538288 h 2767298"/>
              <a:gd name="connsiteX10174" fmla="*/ 4186873 w 4752801"/>
              <a:gd name="connsiteY10174" fmla="*/ 1541931 h 2767298"/>
              <a:gd name="connsiteX10175" fmla="*/ 4184849 w 4752801"/>
              <a:gd name="connsiteY10175" fmla="*/ 1545575 h 2767298"/>
              <a:gd name="connsiteX10176" fmla="*/ 4180396 w 4752801"/>
              <a:gd name="connsiteY10176" fmla="*/ 1545575 h 2767298"/>
              <a:gd name="connsiteX10177" fmla="*/ 4178372 w 4752801"/>
              <a:gd name="connsiteY10177" fmla="*/ 1541931 h 2767298"/>
              <a:gd name="connsiteX10178" fmla="*/ 4383208 w 4752801"/>
              <a:gd name="connsiteY10178" fmla="*/ 1537883 h 2767298"/>
              <a:gd name="connsiteX10179" fmla="*/ 4387661 w 4752801"/>
              <a:gd name="connsiteY10179" fmla="*/ 1537883 h 2767298"/>
              <a:gd name="connsiteX10180" fmla="*/ 4390089 w 4752801"/>
              <a:gd name="connsiteY10180" fmla="*/ 1541931 h 2767298"/>
              <a:gd name="connsiteX10181" fmla="*/ 4387661 w 4752801"/>
              <a:gd name="connsiteY10181" fmla="*/ 1545979 h 2767298"/>
              <a:gd name="connsiteX10182" fmla="*/ 4383208 w 4752801"/>
              <a:gd name="connsiteY10182" fmla="*/ 1545979 h 2767298"/>
              <a:gd name="connsiteX10183" fmla="*/ 4380779 w 4752801"/>
              <a:gd name="connsiteY10183" fmla="*/ 1541931 h 2767298"/>
              <a:gd name="connsiteX10184" fmla="*/ 4302245 w 4752801"/>
              <a:gd name="connsiteY10184" fmla="*/ 1537883 h 2767298"/>
              <a:gd name="connsiteX10185" fmla="*/ 4306698 w 4752801"/>
              <a:gd name="connsiteY10185" fmla="*/ 1537883 h 2767298"/>
              <a:gd name="connsiteX10186" fmla="*/ 4309126 w 4752801"/>
              <a:gd name="connsiteY10186" fmla="*/ 1541931 h 2767298"/>
              <a:gd name="connsiteX10187" fmla="*/ 4306698 w 4752801"/>
              <a:gd name="connsiteY10187" fmla="*/ 1545979 h 2767298"/>
              <a:gd name="connsiteX10188" fmla="*/ 4302245 w 4752801"/>
              <a:gd name="connsiteY10188" fmla="*/ 1545979 h 2767298"/>
              <a:gd name="connsiteX10189" fmla="*/ 4299816 w 4752801"/>
              <a:gd name="connsiteY10189" fmla="*/ 1541931 h 2767298"/>
              <a:gd name="connsiteX10190" fmla="*/ 4140320 w 4752801"/>
              <a:gd name="connsiteY10190" fmla="*/ 1537883 h 2767298"/>
              <a:gd name="connsiteX10191" fmla="*/ 4144773 w 4752801"/>
              <a:gd name="connsiteY10191" fmla="*/ 1537883 h 2767298"/>
              <a:gd name="connsiteX10192" fmla="*/ 4147201 w 4752801"/>
              <a:gd name="connsiteY10192" fmla="*/ 1541931 h 2767298"/>
              <a:gd name="connsiteX10193" fmla="*/ 4144773 w 4752801"/>
              <a:gd name="connsiteY10193" fmla="*/ 1545979 h 2767298"/>
              <a:gd name="connsiteX10194" fmla="*/ 4140320 w 4752801"/>
              <a:gd name="connsiteY10194" fmla="*/ 1545979 h 2767298"/>
              <a:gd name="connsiteX10195" fmla="*/ 4137891 w 4752801"/>
              <a:gd name="connsiteY10195" fmla="*/ 1541931 h 2767298"/>
              <a:gd name="connsiteX10196" fmla="*/ 4099839 w 4752801"/>
              <a:gd name="connsiteY10196" fmla="*/ 1537883 h 2767298"/>
              <a:gd name="connsiteX10197" fmla="*/ 4104292 w 4752801"/>
              <a:gd name="connsiteY10197" fmla="*/ 1537883 h 2767298"/>
              <a:gd name="connsiteX10198" fmla="*/ 4106720 w 4752801"/>
              <a:gd name="connsiteY10198" fmla="*/ 1541931 h 2767298"/>
              <a:gd name="connsiteX10199" fmla="*/ 4104292 w 4752801"/>
              <a:gd name="connsiteY10199" fmla="*/ 1545979 h 2767298"/>
              <a:gd name="connsiteX10200" fmla="*/ 4099839 w 4752801"/>
              <a:gd name="connsiteY10200" fmla="*/ 1545979 h 2767298"/>
              <a:gd name="connsiteX10201" fmla="*/ 4097410 w 4752801"/>
              <a:gd name="connsiteY10201" fmla="*/ 1541931 h 2767298"/>
              <a:gd name="connsiteX10202" fmla="*/ 3937509 w 4752801"/>
              <a:gd name="connsiteY10202" fmla="*/ 1537883 h 2767298"/>
              <a:gd name="connsiteX10203" fmla="*/ 3942367 w 4752801"/>
              <a:gd name="connsiteY10203" fmla="*/ 1537883 h 2767298"/>
              <a:gd name="connsiteX10204" fmla="*/ 3944796 w 4752801"/>
              <a:gd name="connsiteY10204" fmla="*/ 1541931 h 2767298"/>
              <a:gd name="connsiteX10205" fmla="*/ 3942367 w 4752801"/>
              <a:gd name="connsiteY10205" fmla="*/ 1545979 h 2767298"/>
              <a:gd name="connsiteX10206" fmla="*/ 3937509 w 4752801"/>
              <a:gd name="connsiteY10206" fmla="*/ 1545979 h 2767298"/>
              <a:gd name="connsiteX10207" fmla="*/ 3935080 w 4752801"/>
              <a:gd name="connsiteY10207" fmla="*/ 1541931 h 2767298"/>
              <a:gd name="connsiteX10208" fmla="*/ 3897433 w 4752801"/>
              <a:gd name="connsiteY10208" fmla="*/ 1537883 h 2767298"/>
              <a:gd name="connsiteX10209" fmla="*/ 3901076 w 4752801"/>
              <a:gd name="connsiteY10209" fmla="*/ 1537883 h 2767298"/>
              <a:gd name="connsiteX10210" fmla="*/ 3902290 w 4752801"/>
              <a:gd name="connsiteY10210" fmla="*/ 1538693 h 2767298"/>
              <a:gd name="connsiteX10211" fmla="*/ 3903909 w 4752801"/>
              <a:gd name="connsiteY10211" fmla="*/ 1541526 h 2767298"/>
              <a:gd name="connsiteX10212" fmla="*/ 3903909 w 4752801"/>
              <a:gd name="connsiteY10212" fmla="*/ 1542741 h 2767298"/>
              <a:gd name="connsiteX10213" fmla="*/ 3902290 w 4752801"/>
              <a:gd name="connsiteY10213" fmla="*/ 1545575 h 2767298"/>
              <a:gd name="connsiteX10214" fmla="*/ 3901076 w 4752801"/>
              <a:gd name="connsiteY10214" fmla="*/ 1545979 h 2767298"/>
              <a:gd name="connsiteX10215" fmla="*/ 3897433 w 4752801"/>
              <a:gd name="connsiteY10215" fmla="*/ 1545979 h 2767298"/>
              <a:gd name="connsiteX10216" fmla="*/ 3896218 w 4752801"/>
              <a:gd name="connsiteY10216" fmla="*/ 1545575 h 2767298"/>
              <a:gd name="connsiteX10217" fmla="*/ 3894599 w 4752801"/>
              <a:gd name="connsiteY10217" fmla="*/ 1542741 h 2767298"/>
              <a:gd name="connsiteX10218" fmla="*/ 3894599 w 4752801"/>
              <a:gd name="connsiteY10218" fmla="*/ 1541526 h 2767298"/>
              <a:gd name="connsiteX10219" fmla="*/ 3896218 w 4752801"/>
              <a:gd name="connsiteY10219" fmla="*/ 1538693 h 2767298"/>
              <a:gd name="connsiteX10220" fmla="*/ 3897433 w 4752801"/>
              <a:gd name="connsiteY10220" fmla="*/ 1537883 h 2767298"/>
              <a:gd name="connsiteX10221" fmla="*/ 3249327 w 4752801"/>
              <a:gd name="connsiteY10221" fmla="*/ 1537883 h 2767298"/>
              <a:gd name="connsiteX10222" fmla="*/ 3254185 w 4752801"/>
              <a:gd name="connsiteY10222" fmla="*/ 1537883 h 2767298"/>
              <a:gd name="connsiteX10223" fmla="*/ 3256614 w 4752801"/>
              <a:gd name="connsiteY10223" fmla="*/ 1541931 h 2767298"/>
              <a:gd name="connsiteX10224" fmla="*/ 3254185 w 4752801"/>
              <a:gd name="connsiteY10224" fmla="*/ 1545979 h 2767298"/>
              <a:gd name="connsiteX10225" fmla="*/ 3249327 w 4752801"/>
              <a:gd name="connsiteY10225" fmla="*/ 1545979 h 2767298"/>
              <a:gd name="connsiteX10226" fmla="*/ 3246898 w 4752801"/>
              <a:gd name="connsiteY10226" fmla="*/ 1541931 h 2767298"/>
              <a:gd name="connsiteX10227" fmla="*/ 4464170 w 4752801"/>
              <a:gd name="connsiteY10227" fmla="*/ 1537478 h 2767298"/>
              <a:gd name="connsiteX10228" fmla="*/ 4467813 w 4752801"/>
              <a:gd name="connsiteY10228" fmla="*/ 1537478 h 2767298"/>
              <a:gd name="connsiteX10229" fmla="*/ 4469027 w 4752801"/>
              <a:gd name="connsiteY10229" fmla="*/ 1537883 h 2767298"/>
              <a:gd name="connsiteX10230" fmla="*/ 4470646 w 4752801"/>
              <a:gd name="connsiteY10230" fmla="*/ 1541121 h 2767298"/>
              <a:gd name="connsiteX10231" fmla="*/ 4470646 w 4752801"/>
              <a:gd name="connsiteY10231" fmla="*/ 1542336 h 2767298"/>
              <a:gd name="connsiteX10232" fmla="*/ 4469027 w 4752801"/>
              <a:gd name="connsiteY10232" fmla="*/ 1545574 h 2767298"/>
              <a:gd name="connsiteX10233" fmla="*/ 4467813 w 4752801"/>
              <a:gd name="connsiteY10233" fmla="*/ 1545979 h 2767298"/>
              <a:gd name="connsiteX10234" fmla="*/ 4464170 w 4752801"/>
              <a:gd name="connsiteY10234" fmla="*/ 1545979 h 2767298"/>
              <a:gd name="connsiteX10235" fmla="*/ 4462955 w 4752801"/>
              <a:gd name="connsiteY10235" fmla="*/ 1545574 h 2767298"/>
              <a:gd name="connsiteX10236" fmla="*/ 4461336 w 4752801"/>
              <a:gd name="connsiteY10236" fmla="*/ 1542336 h 2767298"/>
              <a:gd name="connsiteX10237" fmla="*/ 4461336 w 4752801"/>
              <a:gd name="connsiteY10237" fmla="*/ 1541121 h 2767298"/>
              <a:gd name="connsiteX10238" fmla="*/ 4462955 w 4752801"/>
              <a:gd name="connsiteY10238" fmla="*/ 1537883 h 2767298"/>
              <a:gd name="connsiteX10239" fmla="*/ 4464170 w 4752801"/>
              <a:gd name="connsiteY10239" fmla="*/ 1537478 h 2767298"/>
              <a:gd name="connsiteX10240" fmla="*/ 4504651 w 4752801"/>
              <a:gd name="connsiteY10240" fmla="*/ 1537073 h 2767298"/>
              <a:gd name="connsiteX10241" fmla="*/ 4508699 w 4752801"/>
              <a:gd name="connsiteY10241" fmla="*/ 1537073 h 2767298"/>
              <a:gd name="connsiteX10242" fmla="*/ 4509913 w 4752801"/>
              <a:gd name="connsiteY10242" fmla="*/ 1537478 h 2767298"/>
              <a:gd name="connsiteX10243" fmla="*/ 4511938 w 4752801"/>
              <a:gd name="connsiteY10243" fmla="*/ 1541121 h 2767298"/>
              <a:gd name="connsiteX10244" fmla="*/ 4511938 w 4752801"/>
              <a:gd name="connsiteY10244" fmla="*/ 1542336 h 2767298"/>
              <a:gd name="connsiteX10245" fmla="*/ 4509913 w 4752801"/>
              <a:gd name="connsiteY10245" fmla="*/ 1545979 h 2767298"/>
              <a:gd name="connsiteX10246" fmla="*/ 4508699 w 4752801"/>
              <a:gd name="connsiteY10246" fmla="*/ 1546384 h 2767298"/>
              <a:gd name="connsiteX10247" fmla="*/ 4504651 w 4752801"/>
              <a:gd name="connsiteY10247" fmla="*/ 1546384 h 2767298"/>
              <a:gd name="connsiteX10248" fmla="*/ 4503437 w 4752801"/>
              <a:gd name="connsiteY10248" fmla="*/ 1545979 h 2767298"/>
              <a:gd name="connsiteX10249" fmla="*/ 4501413 w 4752801"/>
              <a:gd name="connsiteY10249" fmla="*/ 1542336 h 2767298"/>
              <a:gd name="connsiteX10250" fmla="*/ 4501413 w 4752801"/>
              <a:gd name="connsiteY10250" fmla="*/ 1541121 h 2767298"/>
              <a:gd name="connsiteX10251" fmla="*/ 4503437 w 4752801"/>
              <a:gd name="connsiteY10251" fmla="*/ 1537478 h 2767298"/>
              <a:gd name="connsiteX10252" fmla="*/ 4504651 w 4752801"/>
              <a:gd name="connsiteY10252" fmla="*/ 1537073 h 2767298"/>
              <a:gd name="connsiteX10253" fmla="*/ 4423689 w 4752801"/>
              <a:gd name="connsiteY10253" fmla="*/ 1537073 h 2767298"/>
              <a:gd name="connsiteX10254" fmla="*/ 4427332 w 4752801"/>
              <a:gd name="connsiteY10254" fmla="*/ 1537073 h 2767298"/>
              <a:gd name="connsiteX10255" fmla="*/ 4428546 w 4752801"/>
              <a:gd name="connsiteY10255" fmla="*/ 1537882 h 2767298"/>
              <a:gd name="connsiteX10256" fmla="*/ 4430165 w 4752801"/>
              <a:gd name="connsiteY10256" fmla="*/ 1541121 h 2767298"/>
              <a:gd name="connsiteX10257" fmla="*/ 4430165 w 4752801"/>
              <a:gd name="connsiteY10257" fmla="*/ 1542336 h 2767298"/>
              <a:gd name="connsiteX10258" fmla="*/ 4428546 w 4752801"/>
              <a:gd name="connsiteY10258" fmla="*/ 1545574 h 2767298"/>
              <a:gd name="connsiteX10259" fmla="*/ 4427332 w 4752801"/>
              <a:gd name="connsiteY10259" fmla="*/ 1546384 h 2767298"/>
              <a:gd name="connsiteX10260" fmla="*/ 4423689 w 4752801"/>
              <a:gd name="connsiteY10260" fmla="*/ 1546384 h 2767298"/>
              <a:gd name="connsiteX10261" fmla="*/ 4422474 w 4752801"/>
              <a:gd name="connsiteY10261" fmla="*/ 1545574 h 2767298"/>
              <a:gd name="connsiteX10262" fmla="*/ 4420855 w 4752801"/>
              <a:gd name="connsiteY10262" fmla="*/ 1542336 h 2767298"/>
              <a:gd name="connsiteX10263" fmla="*/ 4420855 w 4752801"/>
              <a:gd name="connsiteY10263" fmla="*/ 1541121 h 2767298"/>
              <a:gd name="connsiteX10264" fmla="*/ 4422474 w 4752801"/>
              <a:gd name="connsiteY10264" fmla="*/ 1537882 h 2767298"/>
              <a:gd name="connsiteX10265" fmla="*/ 4423689 w 4752801"/>
              <a:gd name="connsiteY10265" fmla="*/ 1537073 h 2767298"/>
              <a:gd name="connsiteX10266" fmla="*/ 4059357 w 4752801"/>
              <a:gd name="connsiteY10266" fmla="*/ 1537073 h 2767298"/>
              <a:gd name="connsiteX10267" fmla="*/ 4063001 w 4752801"/>
              <a:gd name="connsiteY10267" fmla="*/ 1537073 h 2767298"/>
              <a:gd name="connsiteX10268" fmla="*/ 4064215 w 4752801"/>
              <a:gd name="connsiteY10268" fmla="*/ 1537882 h 2767298"/>
              <a:gd name="connsiteX10269" fmla="*/ 4066239 w 4752801"/>
              <a:gd name="connsiteY10269" fmla="*/ 1541121 h 2767298"/>
              <a:gd name="connsiteX10270" fmla="*/ 4066239 w 4752801"/>
              <a:gd name="connsiteY10270" fmla="*/ 1542336 h 2767298"/>
              <a:gd name="connsiteX10271" fmla="*/ 4064215 w 4752801"/>
              <a:gd name="connsiteY10271" fmla="*/ 1545574 h 2767298"/>
              <a:gd name="connsiteX10272" fmla="*/ 4063001 w 4752801"/>
              <a:gd name="connsiteY10272" fmla="*/ 1545979 h 2767298"/>
              <a:gd name="connsiteX10273" fmla="*/ 4059357 w 4752801"/>
              <a:gd name="connsiteY10273" fmla="*/ 1545979 h 2767298"/>
              <a:gd name="connsiteX10274" fmla="*/ 4058143 w 4752801"/>
              <a:gd name="connsiteY10274" fmla="*/ 1545574 h 2767298"/>
              <a:gd name="connsiteX10275" fmla="*/ 4056119 w 4752801"/>
              <a:gd name="connsiteY10275" fmla="*/ 1542336 h 2767298"/>
              <a:gd name="connsiteX10276" fmla="*/ 4056119 w 4752801"/>
              <a:gd name="connsiteY10276" fmla="*/ 1541121 h 2767298"/>
              <a:gd name="connsiteX10277" fmla="*/ 4058143 w 4752801"/>
              <a:gd name="connsiteY10277" fmla="*/ 1537882 h 2767298"/>
              <a:gd name="connsiteX10278" fmla="*/ 4059357 w 4752801"/>
              <a:gd name="connsiteY10278" fmla="*/ 1537073 h 2767298"/>
              <a:gd name="connsiteX10279" fmla="*/ 3978395 w 4752801"/>
              <a:gd name="connsiteY10279" fmla="*/ 1537073 h 2767298"/>
              <a:gd name="connsiteX10280" fmla="*/ 3982038 w 4752801"/>
              <a:gd name="connsiteY10280" fmla="*/ 1537073 h 2767298"/>
              <a:gd name="connsiteX10281" fmla="*/ 3983252 w 4752801"/>
              <a:gd name="connsiteY10281" fmla="*/ 1537882 h 2767298"/>
              <a:gd name="connsiteX10282" fmla="*/ 3984871 w 4752801"/>
              <a:gd name="connsiteY10282" fmla="*/ 1541121 h 2767298"/>
              <a:gd name="connsiteX10283" fmla="*/ 3984871 w 4752801"/>
              <a:gd name="connsiteY10283" fmla="*/ 1542336 h 2767298"/>
              <a:gd name="connsiteX10284" fmla="*/ 3983252 w 4752801"/>
              <a:gd name="connsiteY10284" fmla="*/ 1545574 h 2767298"/>
              <a:gd name="connsiteX10285" fmla="*/ 3982038 w 4752801"/>
              <a:gd name="connsiteY10285" fmla="*/ 1546384 h 2767298"/>
              <a:gd name="connsiteX10286" fmla="*/ 3978395 w 4752801"/>
              <a:gd name="connsiteY10286" fmla="*/ 1546384 h 2767298"/>
              <a:gd name="connsiteX10287" fmla="*/ 3977180 w 4752801"/>
              <a:gd name="connsiteY10287" fmla="*/ 1545574 h 2767298"/>
              <a:gd name="connsiteX10288" fmla="*/ 3975561 w 4752801"/>
              <a:gd name="connsiteY10288" fmla="*/ 1542336 h 2767298"/>
              <a:gd name="connsiteX10289" fmla="*/ 3975561 w 4752801"/>
              <a:gd name="connsiteY10289" fmla="*/ 1541121 h 2767298"/>
              <a:gd name="connsiteX10290" fmla="*/ 3977180 w 4752801"/>
              <a:gd name="connsiteY10290" fmla="*/ 1537882 h 2767298"/>
              <a:gd name="connsiteX10291" fmla="*/ 3978395 w 4752801"/>
              <a:gd name="connsiteY10291" fmla="*/ 1537073 h 2767298"/>
              <a:gd name="connsiteX10292" fmla="*/ 4545132 w 4752801"/>
              <a:gd name="connsiteY10292" fmla="*/ 1536668 h 2767298"/>
              <a:gd name="connsiteX10293" fmla="*/ 4549180 w 4752801"/>
              <a:gd name="connsiteY10293" fmla="*/ 1536668 h 2767298"/>
              <a:gd name="connsiteX10294" fmla="*/ 4550394 w 4752801"/>
              <a:gd name="connsiteY10294" fmla="*/ 1537478 h 2767298"/>
              <a:gd name="connsiteX10295" fmla="*/ 4552419 w 4752801"/>
              <a:gd name="connsiteY10295" fmla="*/ 1541121 h 2767298"/>
              <a:gd name="connsiteX10296" fmla="*/ 4552419 w 4752801"/>
              <a:gd name="connsiteY10296" fmla="*/ 1542335 h 2767298"/>
              <a:gd name="connsiteX10297" fmla="*/ 4550394 w 4752801"/>
              <a:gd name="connsiteY10297" fmla="*/ 1545979 h 2767298"/>
              <a:gd name="connsiteX10298" fmla="*/ 4549180 w 4752801"/>
              <a:gd name="connsiteY10298" fmla="*/ 1545979 h 2767298"/>
              <a:gd name="connsiteX10299" fmla="*/ 4545132 w 4752801"/>
              <a:gd name="connsiteY10299" fmla="*/ 1545979 h 2767298"/>
              <a:gd name="connsiteX10300" fmla="*/ 4543918 w 4752801"/>
              <a:gd name="connsiteY10300" fmla="*/ 1545574 h 2767298"/>
              <a:gd name="connsiteX10301" fmla="*/ 4541894 w 4752801"/>
              <a:gd name="connsiteY10301" fmla="*/ 1541931 h 2767298"/>
              <a:gd name="connsiteX10302" fmla="*/ 4541894 w 4752801"/>
              <a:gd name="connsiteY10302" fmla="*/ 1540716 h 2767298"/>
              <a:gd name="connsiteX10303" fmla="*/ 4543918 w 4752801"/>
              <a:gd name="connsiteY10303" fmla="*/ 1537073 h 2767298"/>
              <a:gd name="connsiteX10304" fmla="*/ 4545132 w 4752801"/>
              <a:gd name="connsiteY10304" fmla="*/ 1536668 h 2767298"/>
              <a:gd name="connsiteX10305" fmla="*/ 4018876 w 4752801"/>
              <a:gd name="connsiteY10305" fmla="*/ 1536668 h 2767298"/>
              <a:gd name="connsiteX10306" fmla="*/ 4022924 w 4752801"/>
              <a:gd name="connsiteY10306" fmla="*/ 1536668 h 2767298"/>
              <a:gd name="connsiteX10307" fmla="*/ 4024138 w 4752801"/>
              <a:gd name="connsiteY10307" fmla="*/ 1537478 h 2767298"/>
              <a:gd name="connsiteX10308" fmla="*/ 4026163 w 4752801"/>
              <a:gd name="connsiteY10308" fmla="*/ 1541121 h 2767298"/>
              <a:gd name="connsiteX10309" fmla="*/ 4026163 w 4752801"/>
              <a:gd name="connsiteY10309" fmla="*/ 1542335 h 2767298"/>
              <a:gd name="connsiteX10310" fmla="*/ 4024138 w 4752801"/>
              <a:gd name="connsiteY10310" fmla="*/ 1545979 h 2767298"/>
              <a:gd name="connsiteX10311" fmla="*/ 4022924 w 4752801"/>
              <a:gd name="connsiteY10311" fmla="*/ 1546788 h 2767298"/>
              <a:gd name="connsiteX10312" fmla="*/ 4018876 w 4752801"/>
              <a:gd name="connsiteY10312" fmla="*/ 1546788 h 2767298"/>
              <a:gd name="connsiteX10313" fmla="*/ 4017662 w 4752801"/>
              <a:gd name="connsiteY10313" fmla="*/ 1545979 h 2767298"/>
              <a:gd name="connsiteX10314" fmla="*/ 4015638 w 4752801"/>
              <a:gd name="connsiteY10314" fmla="*/ 1542335 h 2767298"/>
              <a:gd name="connsiteX10315" fmla="*/ 4015638 w 4752801"/>
              <a:gd name="connsiteY10315" fmla="*/ 1541121 h 2767298"/>
              <a:gd name="connsiteX10316" fmla="*/ 4017662 w 4752801"/>
              <a:gd name="connsiteY10316" fmla="*/ 1537478 h 2767298"/>
              <a:gd name="connsiteX10317" fmla="*/ 4018876 w 4752801"/>
              <a:gd name="connsiteY10317" fmla="*/ 1536668 h 2767298"/>
              <a:gd name="connsiteX10318" fmla="*/ 3208846 w 4752801"/>
              <a:gd name="connsiteY10318" fmla="*/ 1536668 h 2767298"/>
              <a:gd name="connsiteX10319" fmla="*/ 3213299 w 4752801"/>
              <a:gd name="connsiteY10319" fmla="*/ 1536668 h 2767298"/>
              <a:gd name="connsiteX10320" fmla="*/ 3214513 w 4752801"/>
              <a:gd name="connsiteY10320" fmla="*/ 1537073 h 2767298"/>
              <a:gd name="connsiteX10321" fmla="*/ 3216942 w 4752801"/>
              <a:gd name="connsiteY10321" fmla="*/ 1541121 h 2767298"/>
              <a:gd name="connsiteX10322" fmla="*/ 3216942 w 4752801"/>
              <a:gd name="connsiteY10322" fmla="*/ 1542335 h 2767298"/>
              <a:gd name="connsiteX10323" fmla="*/ 3214513 w 4752801"/>
              <a:gd name="connsiteY10323" fmla="*/ 1546384 h 2767298"/>
              <a:gd name="connsiteX10324" fmla="*/ 3213299 w 4752801"/>
              <a:gd name="connsiteY10324" fmla="*/ 1546788 h 2767298"/>
              <a:gd name="connsiteX10325" fmla="*/ 3208846 w 4752801"/>
              <a:gd name="connsiteY10325" fmla="*/ 1546788 h 2767298"/>
              <a:gd name="connsiteX10326" fmla="*/ 3207631 w 4752801"/>
              <a:gd name="connsiteY10326" fmla="*/ 1546384 h 2767298"/>
              <a:gd name="connsiteX10327" fmla="*/ 3205203 w 4752801"/>
              <a:gd name="connsiteY10327" fmla="*/ 1542335 h 2767298"/>
              <a:gd name="connsiteX10328" fmla="*/ 3205203 w 4752801"/>
              <a:gd name="connsiteY10328" fmla="*/ 1541121 h 2767298"/>
              <a:gd name="connsiteX10329" fmla="*/ 3207631 w 4752801"/>
              <a:gd name="connsiteY10329" fmla="*/ 1537073 h 2767298"/>
              <a:gd name="connsiteX10330" fmla="*/ 3208846 w 4752801"/>
              <a:gd name="connsiteY10330" fmla="*/ 1536668 h 2767298"/>
              <a:gd name="connsiteX10331" fmla="*/ 3167960 w 4752801"/>
              <a:gd name="connsiteY10331" fmla="*/ 1536668 h 2767298"/>
              <a:gd name="connsiteX10332" fmla="*/ 3173223 w 4752801"/>
              <a:gd name="connsiteY10332" fmla="*/ 1536668 h 2767298"/>
              <a:gd name="connsiteX10333" fmla="*/ 3174437 w 4752801"/>
              <a:gd name="connsiteY10333" fmla="*/ 1537073 h 2767298"/>
              <a:gd name="connsiteX10334" fmla="*/ 3176866 w 4752801"/>
              <a:gd name="connsiteY10334" fmla="*/ 1541526 h 2767298"/>
              <a:gd name="connsiteX10335" fmla="*/ 3176866 w 4752801"/>
              <a:gd name="connsiteY10335" fmla="*/ 1542740 h 2767298"/>
              <a:gd name="connsiteX10336" fmla="*/ 3174437 w 4752801"/>
              <a:gd name="connsiteY10336" fmla="*/ 1547193 h 2767298"/>
              <a:gd name="connsiteX10337" fmla="*/ 3173223 w 4752801"/>
              <a:gd name="connsiteY10337" fmla="*/ 1548003 h 2767298"/>
              <a:gd name="connsiteX10338" fmla="*/ 3167960 w 4752801"/>
              <a:gd name="connsiteY10338" fmla="*/ 1548003 h 2767298"/>
              <a:gd name="connsiteX10339" fmla="*/ 3166746 w 4752801"/>
              <a:gd name="connsiteY10339" fmla="*/ 1547193 h 2767298"/>
              <a:gd name="connsiteX10340" fmla="*/ 3164317 w 4752801"/>
              <a:gd name="connsiteY10340" fmla="*/ 1542740 h 2767298"/>
              <a:gd name="connsiteX10341" fmla="*/ 3164317 w 4752801"/>
              <a:gd name="connsiteY10341" fmla="*/ 1541526 h 2767298"/>
              <a:gd name="connsiteX10342" fmla="*/ 3166746 w 4752801"/>
              <a:gd name="connsiteY10342" fmla="*/ 1537073 h 2767298"/>
              <a:gd name="connsiteX10343" fmla="*/ 3167960 w 4752801"/>
              <a:gd name="connsiteY10343" fmla="*/ 1536668 h 2767298"/>
              <a:gd name="connsiteX10344" fmla="*/ 3126669 w 4752801"/>
              <a:gd name="connsiteY10344" fmla="*/ 1534644 h 2767298"/>
              <a:gd name="connsiteX10345" fmla="*/ 3133551 w 4752801"/>
              <a:gd name="connsiteY10345" fmla="*/ 1534644 h 2767298"/>
              <a:gd name="connsiteX10346" fmla="*/ 3134766 w 4752801"/>
              <a:gd name="connsiteY10346" fmla="*/ 1535049 h 2767298"/>
              <a:gd name="connsiteX10347" fmla="*/ 3138004 w 4752801"/>
              <a:gd name="connsiteY10347" fmla="*/ 1541121 h 2767298"/>
              <a:gd name="connsiteX10348" fmla="*/ 3138004 w 4752801"/>
              <a:gd name="connsiteY10348" fmla="*/ 1542336 h 2767298"/>
              <a:gd name="connsiteX10349" fmla="*/ 3134766 w 4752801"/>
              <a:gd name="connsiteY10349" fmla="*/ 1548408 h 2767298"/>
              <a:gd name="connsiteX10350" fmla="*/ 3133551 w 4752801"/>
              <a:gd name="connsiteY10350" fmla="*/ 1549217 h 2767298"/>
              <a:gd name="connsiteX10351" fmla="*/ 3126669 w 4752801"/>
              <a:gd name="connsiteY10351" fmla="*/ 1549217 h 2767298"/>
              <a:gd name="connsiteX10352" fmla="*/ 3125455 w 4752801"/>
              <a:gd name="connsiteY10352" fmla="*/ 1548408 h 2767298"/>
              <a:gd name="connsiteX10353" fmla="*/ 3122217 w 4752801"/>
              <a:gd name="connsiteY10353" fmla="*/ 1542336 h 2767298"/>
              <a:gd name="connsiteX10354" fmla="*/ 3122217 w 4752801"/>
              <a:gd name="connsiteY10354" fmla="*/ 1541121 h 2767298"/>
              <a:gd name="connsiteX10355" fmla="*/ 3125455 w 4752801"/>
              <a:gd name="connsiteY10355" fmla="*/ 1535049 h 2767298"/>
              <a:gd name="connsiteX10356" fmla="*/ 3126669 w 4752801"/>
              <a:gd name="connsiteY10356" fmla="*/ 1534644 h 2767298"/>
              <a:gd name="connsiteX10357" fmla="*/ 2964340 w 4752801"/>
              <a:gd name="connsiteY10357" fmla="*/ 1534239 h 2767298"/>
              <a:gd name="connsiteX10358" fmla="*/ 2972031 w 4752801"/>
              <a:gd name="connsiteY10358" fmla="*/ 1534239 h 2767298"/>
              <a:gd name="connsiteX10359" fmla="*/ 2973245 w 4752801"/>
              <a:gd name="connsiteY10359" fmla="*/ 1535049 h 2767298"/>
              <a:gd name="connsiteX10360" fmla="*/ 2976889 w 4752801"/>
              <a:gd name="connsiteY10360" fmla="*/ 1541526 h 2767298"/>
              <a:gd name="connsiteX10361" fmla="*/ 2976889 w 4752801"/>
              <a:gd name="connsiteY10361" fmla="*/ 1542740 h 2767298"/>
              <a:gd name="connsiteX10362" fmla="*/ 2973245 w 4752801"/>
              <a:gd name="connsiteY10362" fmla="*/ 1549217 h 2767298"/>
              <a:gd name="connsiteX10363" fmla="*/ 2972031 w 4752801"/>
              <a:gd name="connsiteY10363" fmla="*/ 1550027 h 2767298"/>
              <a:gd name="connsiteX10364" fmla="*/ 2964340 w 4752801"/>
              <a:gd name="connsiteY10364" fmla="*/ 1550027 h 2767298"/>
              <a:gd name="connsiteX10365" fmla="*/ 2963125 w 4752801"/>
              <a:gd name="connsiteY10365" fmla="*/ 1549217 h 2767298"/>
              <a:gd name="connsiteX10366" fmla="*/ 2959482 w 4752801"/>
              <a:gd name="connsiteY10366" fmla="*/ 1542740 h 2767298"/>
              <a:gd name="connsiteX10367" fmla="*/ 2959482 w 4752801"/>
              <a:gd name="connsiteY10367" fmla="*/ 1541526 h 2767298"/>
              <a:gd name="connsiteX10368" fmla="*/ 2963125 w 4752801"/>
              <a:gd name="connsiteY10368" fmla="*/ 1535049 h 2767298"/>
              <a:gd name="connsiteX10369" fmla="*/ 2964340 w 4752801"/>
              <a:gd name="connsiteY10369" fmla="*/ 1534239 h 2767298"/>
              <a:gd name="connsiteX10370" fmla="*/ 3085783 w 4752801"/>
              <a:gd name="connsiteY10370" fmla="*/ 1533834 h 2767298"/>
              <a:gd name="connsiteX10371" fmla="*/ 3093475 w 4752801"/>
              <a:gd name="connsiteY10371" fmla="*/ 1533834 h 2767298"/>
              <a:gd name="connsiteX10372" fmla="*/ 3094689 w 4752801"/>
              <a:gd name="connsiteY10372" fmla="*/ 1534239 h 2767298"/>
              <a:gd name="connsiteX10373" fmla="*/ 3098737 w 4752801"/>
              <a:gd name="connsiteY10373" fmla="*/ 1541121 h 2767298"/>
              <a:gd name="connsiteX10374" fmla="*/ 3098737 w 4752801"/>
              <a:gd name="connsiteY10374" fmla="*/ 1542335 h 2767298"/>
              <a:gd name="connsiteX10375" fmla="*/ 3094689 w 4752801"/>
              <a:gd name="connsiteY10375" fmla="*/ 1549217 h 2767298"/>
              <a:gd name="connsiteX10376" fmla="*/ 3093475 w 4752801"/>
              <a:gd name="connsiteY10376" fmla="*/ 1550027 h 2767298"/>
              <a:gd name="connsiteX10377" fmla="*/ 3085783 w 4752801"/>
              <a:gd name="connsiteY10377" fmla="*/ 1550027 h 2767298"/>
              <a:gd name="connsiteX10378" fmla="*/ 3084569 w 4752801"/>
              <a:gd name="connsiteY10378" fmla="*/ 1549217 h 2767298"/>
              <a:gd name="connsiteX10379" fmla="*/ 3080521 w 4752801"/>
              <a:gd name="connsiteY10379" fmla="*/ 1542335 h 2767298"/>
              <a:gd name="connsiteX10380" fmla="*/ 3080521 w 4752801"/>
              <a:gd name="connsiteY10380" fmla="*/ 1541121 h 2767298"/>
              <a:gd name="connsiteX10381" fmla="*/ 3084569 w 4752801"/>
              <a:gd name="connsiteY10381" fmla="*/ 1534239 h 2767298"/>
              <a:gd name="connsiteX10382" fmla="*/ 3085783 w 4752801"/>
              <a:gd name="connsiteY10382" fmla="*/ 1533834 h 2767298"/>
              <a:gd name="connsiteX10383" fmla="*/ 3044492 w 4752801"/>
              <a:gd name="connsiteY10383" fmla="*/ 1532215 h 2767298"/>
              <a:gd name="connsiteX10384" fmla="*/ 3054207 w 4752801"/>
              <a:gd name="connsiteY10384" fmla="*/ 1532215 h 2767298"/>
              <a:gd name="connsiteX10385" fmla="*/ 3055422 w 4752801"/>
              <a:gd name="connsiteY10385" fmla="*/ 1532620 h 2767298"/>
              <a:gd name="connsiteX10386" fmla="*/ 3060280 w 4752801"/>
              <a:gd name="connsiteY10386" fmla="*/ 1541121 h 2767298"/>
              <a:gd name="connsiteX10387" fmla="*/ 3060280 w 4752801"/>
              <a:gd name="connsiteY10387" fmla="*/ 1542335 h 2767298"/>
              <a:gd name="connsiteX10388" fmla="*/ 3055422 w 4752801"/>
              <a:gd name="connsiteY10388" fmla="*/ 1550836 h 2767298"/>
              <a:gd name="connsiteX10389" fmla="*/ 3054207 w 4752801"/>
              <a:gd name="connsiteY10389" fmla="*/ 1551646 h 2767298"/>
              <a:gd name="connsiteX10390" fmla="*/ 3044492 w 4752801"/>
              <a:gd name="connsiteY10390" fmla="*/ 1551646 h 2767298"/>
              <a:gd name="connsiteX10391" fmla="*/ 3043278 w 4752801"/>
              <a:gd name="connsiteY10391" fmla="*/ 1550836 h 2767298"/>
              <a:gd name="connsiteX10392" fmla="*/ 3038420 w 4752801"/>
              <a:gd name="connsiteY10392" fmla="*/ 1542335 h 2767298"/>
              <a:gd name="connsiteX10393" fmla="*/ 3038420 w 4752801"/>
              <a:gd name="connsiteY10393" fmla="*/ 1541121 h 2767298"/>
              <a:gd name="connsiteX10394" fmla="*/ 3043278 w 4752801"/>
              <a:gd name="connsiteY10394" fmla="*/ 1532620 h 2767298"/>
              <a:gd name="connsiteX10395" fmla="*/ 3044492 w 4752801"/>
              <a:gd name="connsiteY10395" fmla="*/ 1532215 h 2767298"/>
              <a:gd name="connsiteX10396" fmla="*/ 3003201 w 4752801"/>
              <a:gd name="connsiteY10396" fmla="*/ 1531810 h 2767298"/>
              <a:gd name="connsiteX10397" fmla="*/ 3013726 w 4752801"/>
              <a:gd name="connsiteY10397" fmla="*/ 1531810 h 2767298"/>
              <a:gd name="connsiteX10398" fmla="*/ 3014941 w 4752801"/>
              <a:gd name="connsiteY10398" fmla="*/ 1532620 h 2767298"/>
              <a:gd name="connsiteX10399" fmla="*/ 3020203 w 4752801"/>
              <a:gd name="connsiteY10399" fmla="*/ 1541526 h 2767298"/>
              <a:gd name="connsiteX10400" fmla="*/ 3020203 w 4752801"/>
              <a:gd name="connsiteY10400" fmla="*/ 1542740 h 2767298"/>
              <a:gd name="connsiteX10401" fmla="*/ 3014941 w 4752801"/>
              <a:gd name="connsiteY10401" fmla="*/ 1551646 h 2767298"/>
              <a:gd name="connsiteX10402" fmla="*/ 3013726 w 4752801"/>
              <a:gd name="connsiteY10402" fmla="*/ 1552051 h 2767298"/>
              <a:gd name="connsiteX10403" fmla="*/ 3003201 w 4752801"/>
              <a:gd name="connsiteY10403" fmla="*/ 1552051 h 2767298"/>
              <a:gd name="connsiteX10404" fmla="*/ 3001987 w 4752801"/>
              <a:gd name="connsiteY10404" fmla="*/ 1551646 h 2767298"/>
              <a:gd name="connsiteX10405" fmla="*/ 2996725 w 4752801"/>
              <a:gd name="connsiteY10405" fmla="*/ 1542740 h 2767298"/>
              <a:gd name="connsiteX10406" fmla="*/ 2996725 w 4752801"/>
              <a:gd name="connsiteY10406" fmla="*/ 1541526 h 2767298"/>
              <a:gd name="connsiteX10407" fmla="*/ 3001987 w 4752801"/>
              <a:gd name="connsiteY10407" fmla="*/ 1532620 h 2767298"/>
              <a:gd name="connsiteX10408" fmla="*/ 3003201 w 4752801"/>
              <a:gd name="connsiteY10408" fmla="*/ 1531810 h 2767298"/>
              <a:gd name="connsiteX10409" fmla="*/ 3736721 w 4752801"/>
              <a:gd name="connsiteY10409" fmla="*/ 1499830 h 2767298"/>
              <a:gd name="connsiteX10410" fmla="*/ 3738745 w 4752801"/>
              <a:gd name="connsiteY10410" fmla="*/ 1499830 h 2767298"/>
              <a:gd name="connsiteX10411" fmla="*/ 3739960 w 4752801"/>
              <a:gd name="connsiteY10411" fmla="*/ 1501449 h 2767298"/>
              <a:gd name="connsiteX10412" fmla="*/ 3738745 w 4752801"/>
              <a:gd name="connsiteY10412" fmla="*/ 1503068 h 2767298"/>
              <a:gd name="connsiteX10413" fmla="*/ 3736721 w 4752801"/>
              <a:gd name="connsiteY10413" fmla="*/ 1503068 h 2767298"/>
              <a:gd name="connsiteX10414" fmla="*/ 3735507 w 4752801"/>
              <a:gd name="connsiteY10414" fmla="*/ 1501449 h 2767298"/>
              <a:gd name="connsiteX10415" fmla="*/ 3615278 w 4752801"/>
              <a:gd name="connsiteY10415" fmla="*/ 1499830 h 2767298"/>
              <a:gd name="connsiteX10416" fmla="*/ 3617302 w 4752801"/>
              <a:gd name="connsiteY10416" fmla="*/ 1499830 h 2767298"/>
              <a:gd name="connsiteX10417" fmla="*/ 3618517 w 4752801"/>
              <a:gd name="connsiteY10417" fmla="*/ 1501449 h 2767298"/>
              <a:gd name="connsiteX10418" fmla="*/ 3617302 w 4752801"/>
              <a:gd name="connsiteY10418" fmla="*/ 1503068 h 2767298"/>
              <a:gd name="connsiteX10419" fmla="*/ 3615278 w 4752801"/>
              <a:gd name="connsiteY10419" fmla="*/ 1503068 h 2767298"/>
              <a:gd name="connsiteX10420" fmla="*/ 3614064 w 4752801"/>
              <a:gd name="connsiteY10420" fmla="*/ 1501449 h 2767298"/>
              <a:gd name="connsiteX10421" fmla="*/ 3372390 w 4752801"/>
              <a:gd name="connsiteY10421" fmla="*/ 1499830 h 2767298"/>
              <a:gd name="connsiteX10422" fmla="*/ 3374414 w 4752801"/>
              <a:gd name="connsiteY10422" fmla="*/ 1499830 h 2767298"/>
              <a:gd name="connsiteX10423" fmla="*/ 3375629 w 4752801"/>
              <a:gd name="connsiteY10423" fmla="*/ 1501449 h 2767298"/>
              <a:gd name="connsiteX10424" fmla="*/ 3374414 w 4752801"/>
              <a:gd name="connsiteY10424" fmla="*/ 1503068 h 2767298"/>
              <a:gd name="connsiteX10425" fmla="*/ 3372390 w 4752801"/>
              <a:gd name="connsiteY10425" fmla="*/ 1503068 h 2767298"/>
              <a:gd name="connsiteX10426" fmla="*/ 3371176 w 4752801"/>
              <a:gd name="connsiteY10426" fmla="*/ 1501449 h 2767298"/>
              <a:gd name="connsiteX10427" fmla="*/ 3695835 w 4752801"/>
              <a:gd name="connsiteY10427" fmla="*/ 1499425 h 2767298"/>
              <a:gd name="connsiteX10428" fmla="*/ 3698264 w 4752801"/>
              <a:gd name="connsiteY10428" fmla="*/ 1499425 h 2767298"/>
              <a:gd name="connsiteX10429" fmla="*/ 3699479 w 4752801"/>
              <a:gd name="connsiteY10429" fmla="*/ 1501449 h 2767298"/>
              <a:gd name="connsiteX10430" fmla="*/ 3698264 w 4752801"/>
              <a:gd name="connsiteY10430" fmla="*/ 1503473 h 2767298"/>
              <a:gd name="connsiteX10431" fmla="*/ 3695835 w 4752801"/>
              <a:gd name="connsiteY10431" fmla="*/ 1503473 h 2767298"/>
              <a:gd name="connsiteX10432" fmla="*/ 3694621 w 4752801"/>
              <a:gd name="connsiteY10432" fmla="*/ 1501449 h 2767298"/>
              <a:gd name="connsiteX10433" fmla="*/ 3655354 w 4752801"/>
              <a:gd name="connsiteY10433" fmla="*/ 1499425 h 2767298"/>
              <a:gd name="connsiteX10434" fmla="*/ 3657783 w 4752801"/>
              <a:gd name="connsiteY10434" fmla="*/ 1499425 h 2767298"/>
              <a:gd name="connsiteX10435" fmla="*/ 3658998 w 4752801"/>
              <a:gd name="connsiteY10435" fmla="*/ 1501449 h 2767298"/>
              <a:gd name="connsiteX10436" fmla="*/ 3657783 w 4752801"/>
              <a:gd name="connsiteY10436" fmla="*/ 1503473 h 2767298"/>
              <a:gd name="connsiteX10437" fmla="*/ 3655354 w 4752801"/>
              <a:gd name="connsiteY10437" fmla="*/ 1503473 h 2767298"/>
              <a:gd name="connsiteX10438" fmla="*/ 3654140 w 4752801"/>
              <a:gd name="connsiteY10438" fmla="*/ 1501449 h 2767298"/>
              <a:gd name="connsiteX10439" fmla="*/ 3574796 w 4752801"/>
              <a:gd name="connsiteY10439" fmla="*/ 1499425 h 2767298"/>
              <a:gd name="connsiteX10440" fmla="*/ 3576820 w 4752801"/>
              <a:gd name="connsiteY10440" fmla="*/ 1499425 h 2767298"/>
              <a:gd name="connsiteX10441" fmla="*/ 3578035 w 4752801"/>
              <a:gd name="connsiteY10441" fmla="*/ 1501449 h 2767298"/>
              <a:gd name="connsiteX10442" fmla="*/ 3576820 w 4752801"/>
              <a:gd name="connsiteY10442" fmla="*/ 1503473 h 2767298"/>
              <a:gd name="connsiteX10443" fmla="*/ 3574796 w 4752801"/>
              <a:gd name="connsiteY10443" fmla="*/ 1503473 h 2767298"/>
              <a:gd name="connsiteX10444" fmla="*/ 3573582 w 4752801"/>
              <a:gd name="connsiteY10444" fmla="*/ 1501449 h 2767298"/>
              <a:gd name="connsiteX10445" fmla="*/ 3533910 w 4752801"/>
              <a:gd name="connsiteY10445" fmla="*/ 1499425 h 2767298"/>
              <a:gd name="connsiteX10446" fmla="*/ 3536339 w 4752801"/>
              <a:gd name="connsiteY10446" fmla="*/ 1499425 h 2767298"/>
              <a:gd name="connsiteX10447" fmla="*/ 3537554 w 4752801"/>
              <a:gd name="connsiteY10447" fmla="*/ 1501449 h 2767298"/>
              <a:gd name="connsiteX10448" fmla="*/ 3536339 w 4752801"/>
              <a:gd name="connsiteY10448" fmla="*/ 1503473 h 2767298"/>
              <a:gd name="connsiteX10449" fmla="*/ 3533910 w 4752801"/>
              <a:gd name="connsiteY10449" fmla="*/ 1503473 h 2767298"/>
              <a:gd name="connsiteX10450" fmla="*/ 3532696 w 4752801"/>
              <a:gd name="connsiteY10450" fmla="*/ 1501449 h 2767298"/>
              <a:gd name="connsiteX10451" fmla="*/ 3493834 w 4752801"/>
              <a:gd name="connsiteY10451" fmla="*/ 1499425 h 2767298"/>
              <a:gd name="connsiteX10452" fmla="*/ 3495858 w 4752801"/>
              <a:gd name="connsiteY10452" fmla="*/ 1499425 h 2767298"/>
              <a:gd name="connsiteX10453" fmla="*/ 3497073 w 4752801"/>
              <a:gd name="connsiteY10453" fmla="*/ 1501449 h 2767298"/>
              <a:gd name="connsiteX10454" fmla="*/ 3495858 w 4752801"/>
              <a:gd name="connsiteY10454" fmla="*/ 1503473 h 2767298"/>
              <a:gd name="connsiteX10455" fmla="*/ 3493834 w 4752801"/>
              <a:gd name="connsiteY10455" fmla="*/ 1503473 h 2767298"/>
              <a:gd name="connsiteX10456" fmla="*/ 3492620 w 4752801"/>
              <a:gd name="connsiteY10456" fmla="*/ 1501449 h 2767298"/>
              <a:gd name="connsiteX10457" fmla="*/ 3452948 w 4752801"/>
              <a:gd name="connsiteY10457" fmla="*/ 1499425 h 2767298"/>
              <a:gd name="connsiteX10458" fmla="*/ 3455377 w 4752801"/>
              <a:gd name="connsiteY10458" fmla="*/ 1499425 h 2767298"/>
              <a:gd name="connsiteX10459" fmla="*/ 3456592 w 4752801"/>
              <a:gd name="connsiteY10459" fmla="*/ 1501449 h 2767298"/>
              <a:gd name="connsiteX10460" fmla="*/ 3455377 w 4752801"/>
              <a:gd name="connsiteY10460" fmla="*/ 1503473 h 2767298"/>
              <a:gd name="connsiteX10461" fmla="*/ 3452948 w 4752801"/>
              <a:gd name="connsiteY10461" fmla="*/ 1503473 h 2767298"/>
              <a:gd name="connsiteX10462" fmla="*/ 3451734 w 4752801"/>
              <a:gd name="connsiteY10462" fmla="*/ 1501449 h 2767298"/>
              <a:gd name="connsiteX10463" fmla="*/ 3412467 w 4752801"/>
              <a:gd name="connsiteY10463" fmla="*/ 1499425 h 2767298"/>
              <a:gd name="connsiteX10464" fmla="*/ 3414896 w 4752801"/>
              <a:gd name="connsiteY10464" fmla="*/ 1499425 h 2767298"/>
              <a:gd name="connsiteX10465" fmla="*/ 3416111 w 4752801"/>
              <a:gd name="connsiteY10465" fmla="*/ 1501449 h 2767298"/>
              <a:gd name="connsiteX10466" fmla="*/ 3414896 w 4752801"/>
              <a:gd name="connsiteY10466" fmla="*/ 1503473 h 2767298"/>
              <a:gd name="connsiteX10467" fmla="*/ 3412467 w 4752801"/>
              <a:gd name="connsiteY10467" fmla="*/ 1503473 h 2767298"/>
              <a:gd name="connsiteX10468" fmla="*/ 3411253 w 4752801"/>
              <a:gd name="connsiteY10468" fmla="*/ 1501449 h 2767298"/>
              <a:gd name="connsiteX10469" fmla="*/ 3331100 w 4752801"/>
              <a:gd name="connsiteY10469" fmla="*/ 1499021 h 2767298"/>
              <a:gd name="connsiteX10470" fmla="*/ 3333933 w 4752801"/>
              <a:gd name="connsiteY10470" fmla="*/ 1499021 h 2767298"/>
              <a:gd name="connsiteX10471" fmla="*/ 3335148 w 4752801"/>
              <a:gd name="connsiteY10471" fmla="*/ 1501450 h 2767298"/>
              <a:gd name="connsiteX10472" fmla="*/ 3333933 w 4752801"/>
              <a:gd name="connsiteY10472" fmla="*/ 1503879 h 2767298"/>
              <a:gd name="connsiteX10473" fmla="*/ 3331100 w 4752801"/>
              <a:gd name="connsiteY10473" fmla="*/ 1503879 h 2767298"/>
              <a:gd name="connsiteX10474" fmla="*/ 3329885 w 4752801"/>
              <a:gd name="connsiteY10474" fmla="*/ 1501450 h 2767298"/>
              <a:gd name="connsiteX10475" fmla="*/ 3290618 w 4752801"/>
              <a:gd name="connsiteY10475" fmla="*/ 1498616 h 2767298"/>
              <a:gd name="connsiteX10476" fmla="*/ 3293857 w 4752801"/>
              <a:gd name="connsiteY10476" fmla="*/ 1498616 h 2767298"/>
              <a:gd name="connsiteX10477" fmla="*/ 3295476 w 4752801"/>
              <a:gd name="connsiteY10477" fmla="*/ 1501449 h 2767298"/>
              <a:gd name="connsiteX10478" fmla="*/ 3293857 w 4752801"/>
              <a:gd name="connsiteY10478" fmla="*/ 1504283 h 2767298"/>
              <a:gd name="connsiteX10479" fmla="*/ 3290618 w 4752801"/>
              <a:gd name="connsiteY10479" fmla="*/ 1504283 h 2767298"/>
              <a:gd name="connsiteX10480" fmla="*/ 3288999 w 4752801"/>
              <a:gd name="connsiteY10480" fmla="*/ 1501449 h 2767298"/>
              <a:gd name="connsiteX10481" fmla="*/ 3775988 w 4752801"/>
              <a:gd name="connsiteY10481" fmla="*/ 1498211 h 2767298"/>
              <a:gd name="connsiteX10482" fmla="*/ 3779632 w 4752801"/>
              <a:gd name="connsiteY10482" fmla="*/ 1498211 h 2767298"/>
              <a:gd name="connsiteX10483" fmla="*/ 3781251 w 4752801"/>
              <a:gd name="connsiteY10483" fmla="*/ 1501449 h 2767298"/>
              <a:gd name="connsiteX10484" fmla="*/ 3779632 w 4752801"/>
              <a:gd name="connsiteY10484" fmla="*/ 1504688 h 2767298"/>
              <a:gd name="connsiteX10485" fmla="*/ 3775988 w 4752801"/>
              <a:gd name="connsiteY10485" fmla="*/ 1504688 h 2767298"/>
              <a:gd name="connsiteX10486" fmla="*/ 3774369 w 4752801"/>
              <a:gd name="connsiteY10486" fmla="*/ 1501449 h 2767298"/>
              <a:gd name="connsiteX10487" fmla="*/ 4383208 w 4752801"/>
              <a:gd name="connsiteY10487" fmla="*/ 1497806 h 2767298"/>
              <a:gd name="connsiteX10488" fmla="*/ 4386851 w 4752801"/>
              <a:gd name="connsiteY10488" fmla="*/ 1497806 h 2767298"/>
              <a:gd name="connsiteX10489" fmla="*/ 4388065 w 4752801"/>
              <a:gd name="connsiteY10489" fmla="*/ 1498211 h 2767298"/>
              <a:gd name="connsiteX10490" fmla="*/ 4389684 w 4752801"/>
              <a:gd name="connsiteY10490" fmla="*/ 1501044 h 2767298"/>
              <a:gd name="connsiteX10491" fmla="*/ 4389684 w 4752801"/>
              <a:gd name="connsiteY10491" fmla="*/ 1502259 h 2767298"/>
              <a:gd name="connsiteX10492" fmla="*/ 4388065 w 4752801"/>
              <a:gd name="connsiteY10492" fmla="*/ 1505093 h 2767298"/>
              <a:gd name="connsiteX10493" fmla="*/ 4386851 w 4752801"/>
              <a:gd name="connsiteY10493" fmla="*/ 1505497 h 2767298"/>
              <a:gd name="connsiteX10494" fmla="*/ 4383208 w 4752801"/>
              <a:gd name="connsiteY10494" fmla="*/ 1505497 h 2767298"/>
              <a:gd name="connsiteX10495" fmla="*/ 4381993 w 4752801"/>
              <a:gd name="connsiteY10495" fmla="*/ 1505093 h 2767298"/>
              <a:gd name="connsiteX10496" fmla="*/ 4380374 w 4752801"/>
              <a:gd name="connsiteY10496" fmla="*/ 1502259 h 2767298"/>
              <a:gd name="connsiteX10497" fmla="*/ 4380374 w 4752801"/>
              <a:gd name="connsiteY10497" fmla="*/ 1501044 h 2767298"/>
              <a:gd name="connsiteX10498" fmla="*/ 4381993 w 4752801"/>
              <a:gd name="connsiteY10498" fmla="*/ 1498211 h 2767298"/>
              <a:gd name="connsiteX10499" fmla="*/ 4383208 w 4752801"/>
              <a:gd name="connsiteY10499" fmla="*/ 1497806 h 2767298"/>
              <a:gd name="connsiteX10500" fmla="*/ 4180802 w 4752801"/>
              <a:gd name="connsiteY10500" fmla="*/ 1497806 h 2767298"/>
              <a:gd name="connsiteX10501" fmla="*/ 4184445 w 4752801"/>
              <a:gd name="connsiteY10501" fmla="*/ 1497806 h 2767298"/>
              <a:gd name="connsiteX10502" fmla="*/ 4185659 w 4752801"/>
              <a:gd name="connsiteY10502" fmla="*/ 1498211 h 2767298"/>
              <a:gd name="connsiteX10503" fmla="*/ 4187278 w 4752801"/>
              <a:gd name="connsiteY10503" fmla="*/ 1501044 h 2767298"/>
              <a:gd name="connsiteX10504" fmla="*/ 4187278 w 4752801"/>
              <a:gd name="connsiteY10504" fmla="*/ 1502259 h 2767298"/>
              <a:gd name="connsiteX10505" fmla="*/ 4185659 w 4752801"/>
              <a:gd name="connsiteY10505" fmla="*/ 1505093 h 2767298"/>
              <a:gd name="connsiteX10506" fmla="*/ 4184445 w 4752801"/>
              <a:gd name="connsiteY10506" fmla="*/ 1505497 h 2767298"/>
              <a:gd name="connsiteX10507" fmla="*/ 4180802 w 4752801"/>
              <a:gd name="connsiteY10507" fmla="*/ 1505497 h 2767298"/>
              <a:gd name="connsiteX10508" fmla="*/ 4179587 w 4752801"/>
              <a:gd name="connsiteY10508" fmla="*/ 1505093 h 2767298"/>
              <a:gd name="connsiteX10509" fmla="*/ 4177968 w 4752801"/>
              <a:gd name="connsiteY10509" fmla="*/ 1502259 h 2767298"/>
              <a:gd name="connsiteX10510" fmla="*/ 4177968 w 4752801"/>
              <a:gd name="connsiteY10510" fmla="*/ 1501044 h 2767298"/>
              <a:gd name="connsiteX10511" fmla="*/ 4179587 w 4752801"/>
              <a:gd name="connsiteY10511" fmla="*/ 1498211 h 2767298"/>
              <a:gd name="connsiteX10512" fmla="*/ 4180802 w 4752801"/>
              <a:gd name="connsiteY10512" fmla="*/ 1497806 h 2767298"/>
              <a:gd name="connsiteX10513" fmla="*/ 4139915 w 4752801"/>
              <a:gd name="connsiteY10513" fmla="*/ 1497806 h 2767298"/>
              <a:gd name="connsiteX10514" fmla="*/ 4144368 w 4752801"/>
              <a:gd name="connsiteY10514" fmla="*/ 1497806 h 2767298"/>
              <a:gd name="connsiteX10515" fmla="*/ 4146392 w 4752801"/>
              <a:gd name="connsiteY10515" fmla="*/ 1501449 h 2767298"/>
              <a:gd name="connsiteX10516" fmla="*/ 4144368 w 4752801"/>
              <a:gd name="connsiteY10516" fmla="*/ 1505093 h 2767298"/>
              <a:gd name="connsiteX10517" fmla="*/ 4139915 w 4752801"/>
              <a:gd name="connsiteY10517" fmla="*/ 1505093 h 2767298"/>
              <a:gd name="connsiteX10518" fmla="*/ 4137891 w 4752801"/>
              <a:gd name="connsiteY10518" fmla="*/ 1501449 h 2767298"/>
              <a:gd name="connsiteX10519" fmla="*/ 3816470 w 4752801"/>
              <a:gd name="connsiteY10519" fmla="*/ 1497806 h 2767298"/>
              <a:gd name="connsiteX10520" fmla="*/ 3820518 w 4752801"/>
              <a:gd name="connsiteY10520" fmla="*/ 1497806 h 2767298"/>
              <a:gd name="connsiteX10521" fmla="*/ 3822542 w 4752801"/>
              <a:gd name="connsiteY10521" fmla="*/ 1501449 h 2767298"/>
              <a:gd name="connsiteX10522" fmla="*/ 3820518 w 4752801"/>
              <a:gd name="connsiteY10522" fmla="*/ 1505093 h 2767298"/>
              <a:gd name="connsiteX10523" fmla="*/ 3816470 w 4752801"/>
              <a:gd name="connsiteY10523" fmla="*/ 1505093 h 2767298"/>
              <a:gd name="connsiteX10524" fmla="*/ 3814446 w 4752801"/>
              <a:gd name="connsiteY10524" fmla="*/ 1501449 h 2767298"/>
              <a:gd name="connsiteX10525" fmla="*/ 3249732 w 4752801"/>
              <a:gd name="connsiteY10525" fmla="*/ 1497806 h 2767298"/>
              <a:gd name="connsiteX10526" fmla="*/ 3253780 w 4752801"/>
              <a:gd name="connsiteY10526" fmla="*/ 1497806 h 2767298"/>
              <a:gd name="connsiteX10527" fmla="*/ 3255804 w 4752801"/>
              <a:gd name="connsiteY10527" fmla="*/ 1501449 h 2767298"/>
              <a:gd name="connsiteX10528" fmla="*/ 3253780 w 4752801"/>
              <a:gd name="connsiteY10528" fmla="*/ 1505093 h 2767298"/>
              <a:gd name="connsiteX10529" fmla="*/ 3249732 w 4752801"/>
              <a:gd name="connsiteY10529" fmla="*/ 1505093 h 2767298"/>
              <a:gd name="connsiteX10530" fmla="*/ 3247708 w 4752801"/>
              <a:gd name="connsiteY10530" fmla="*/ 1501449 h 2767298"/>
              <a:gd name="connsiteX10531" fmla="*/ 4302649 w 4752801"/>
              <a:gd name="connsiteY10531" fmla="*/ 1497401 h 2767298"/>
              <a:gd name="connsiteX10532" fmla="*/ 4305888 w 4752801"/>
              <a:gd name="connsiteY10532" fmla="*/ 1497401 h 2767298"/>
              <a:gd name="connsiteX10533" fmla="*/ 4307102 w 4752801"/>
              <a:gd name="connsiteY10533" fmla="*/ 1498211 h 2767298"/>
              <a:gd name="connsiteX10534" fmla="*/ 4308722 w 4752801"/>
              <a:gd name="connsiteY10534" fmla="*/ 1501044 h 2767298"/>
              <a:gd name="connsiteX10535" fmla="*/ 4308722 w 4752801"/>
              <a:gd name="connsiteY10535" fmla="*/ 1502259 h 2767298"/>
              <a:gd name="connsiteX10536" fmla="*/ 4307102 w 4752801"/>
              <a:gd name="connsiteY10536" fmla="*/ 1505093 h 2767298"/>
              <a:gd name="connsiteX10537" fmla="*/ 4305888 w 4752801"/>
              <a:gd name="connsiteY10537" fmla="*/ 1505902 h 2767298"/>
              <a:gd name="connsiteX10538" fmla="*/ 4302649 w 4752801"/>
              <a:gd name="connsiteY10538" fmla="*/ 1505902 h 2767298"/>
              <a:gd name="connsiteX10539" fmla="*/ 4301435 w 4752801"/>
              <a:gd name="connsiteY10539" fmla="*/ 1505093 h 2767298"/>
              <a:gd name="connsiteX10540" fmla="*/ 4299816 w 4752801"/>
              <a:gd name="connsiteY10540" fmla="*/ 1502259 h 2767298"/>
              <a:gd name="connsiteX10541" fmla="*/ 4299816 w 4752801"/>
              <a:gd name="connsiteY10541" fmla="*/ 1501044 h 2767298"/>
              <a:gd name="connsiteX10542" fmla="*/ 4301435 w 4752801"/>
              <a:gd name="connsiteY10542" fmla="*/ 1498211 h 2767298"/>
              <a:gd name="connsiteX10543" fmla="*/ 4302649 w 4752801"/>
              <a:gd name="connsiteY10543" fmla="*/ 1497401 h 2767298"/>
              <a:gd name="connsiteX10544" fmla="*/ 4099434 w 4752801"/>
              <a:gd name="connsiteY10544" fmla="*/ 1497401 h 2767298"/>
              <a:gd name="connsiteX10545" fmla="*/ 4103887 w 4752801"/>
              <a:gd name="connsiteY10545" fmla="*/ 1497401 h 2767298"/>
              <a:gd name="connsiteX10546" fmla="*/ 4105911 w 4752801"/>
              <a:gd name="connsiteY10546" fmla="*/ 1501449 h 2767298"/>
              <a:gd name="connsiteX10547" fmla="*/ 4103887 w 4752801"/>
              <a:gd name="connsiteY10547" fmla="*/ 1505497 h 2767298"/>
              <a:gd name="connsiteX10548" fmla="*/ 4099434 w 4752801"/>
              <a:gd name="connsiteY10548" fmla="*/ 1505497 h 2767298"/>
              <a:gd name="connsiteX10549" fmla="*/ 4097410 w 4752801"/>
              <a:gd name="connsiteY10549" fmla="*/ 1501449 h 2767298"/>
              <a:gd name="connsiteX10550" fmla="*/ 4464170 w 4752801"/>
              <a:gd name="connsiteY10550" fmla="*/ 1496997 h 2767298"/>
              <a:gd name="connsiteX10551" fmla="*/ 4467814 w 4752801"/>
              <a:gd name="connsiteY10551" fmla="*/ 1496997 h 2767298"/>
              <a:gd name="connsiteX10552" fmla="*/ 4469028 w 4752801"/>
              <a:gd name="connsiteY10552" fmla="*/ 1497807 h 2767298"/>
              <a:gd name="connsiteX10553" fmla="*/ 4471052 w 4752801"/>
              <a:gd name="connsiteY10553" fmla="*/ 1501045 h 2767298"/>
              <a:gd name="connsiteX10554" fmla="*/ 4471052 w 4752801"/>
              <a:gd name="connsiteY10554" fmla="*/ 1502260 h 2767298"/>
              <a:gd name="connsiteX10555" fmla="*/ 4469028 w 4752801"/>
              <a:gd name="connsiteY10555" fmla="*/ 1505498 h 2767298"/>
              <a:gd name="connsiteX10556" fmla="*/ 4467814 w 4752801"/>
              <a:gd name="connsiteY10556" fmla="*/ 1506308 h 2767298"/>
              <a:gd name="connsiteX10557" fmla="*/ 4464170 w 4752801"/>
              <a:gd name="connsiteY10557" fmla="*/ 1506308 h 2767298"/>
              <a:gd name="connsiteX10558" fmla="*/ 4462956 w 4752801"/>
              <a:gd name="connsiteY10558" fmla="*/ 1505498 h 2767298"/>
              <a:gd name="connsiteX10559" fmla="*/ 4460932 w 4752801"/>
              <a:gd name="connsiteY10559" fmla="*/ 1502260 h 2767298"/>
              <a:gd name="connsiteX10560" fmla="*/ 4460932 w 4752801"/>
              <a:gd name="connsiteY10560" fmla="*/ 1501045 h 2767298"/>
              <a:gd name="connsiteX10561" fmla="*/ 4462956 w 4752801"/>
              <a:gd name="connsiteY10561" fmla="*/ 1497807 h 2767298"/>
              <a:gd name="connsiteX10562" fmla="*/ 4464170 w 4752801"/>
              <a:gd name="connsiteY10562" fmla="*/ 1496997 h 2767298"/>
              <a:gd name="connsiteX10563" fmla="*/ 4342727 w 4752801"/>
              <a:gd name="connsiteY10563" fmla="*/ 1496997 h 2767298"/>
              <a:gd name="connsiteX10564" fmla="*/ 4346370 w 4752801"/>
              <a:gd name="connsiteY10564" fmla="*/ 1496997 h 2767298"/>
              <a:gd name="connsiteX10565" fmla="*/ 4347584 w 4752801"/>
              <a:gd name="connsiteY10565" fmla="*/ 1497402 h 2767298"/>
              <a:gd name="connsiteX10566" fmla="*/ 4349203 w 4752801"/>
              <a:gd name="connsiteY10566" fmla="*/ 1500640 h 2767298"/>
              <a:gd name="connsiteX10567" fmla="*/ 4349203 w 4752801"/>
              <a:gd name="connsiteY10567" fmla="*/ 1501855 h 2767298"/>
              <a:gd name="connsiteX10568" fmla="*/ 4347584 w 4752801"/>
              <a:gd name="connsiteY10568" fmla="*/ 1505093 h 2767298"/>
              <a:gd name="connsiteX10569" fmla="*/ 4346370 w 4752801"/>
              <a:gd name="connsiteY10569" fmla="*/ 1505498 h 2767298"/>
              <a:gd name="connsiteX10570" fmla="*/ 4342727 w 4752801"/>
              <a:gd name="connsiteY10570" fmla="*/ 1505498 h 2767298"/>
              <a:gd name="connsiteX10571" fmla="*/ 4341512 w 4752801"/>
              <a:gd name="connsiteY10571" fmla="*/ 1505093 h 2767298"/>
              <a:gd name="connsiteX10572" fmla="*/ 4339893 w 4752801"/>
              <a:gd name="connsiteY10572" fmla="*/ 1501855 h 2767298"/>
              <a:gd name="connsiteX10573" fmla="*/ 4339893 w 4752801"/>
              <a:gd name="connsiteY10573" fmla="*/ 1500640 h 2767298"/>
              <a:gd name="connsiteX10574" fmla="*/ 4341512 w 4752801"/>
              <a:gd name="connsiteY10574" fmla="*/ 1497402 h 2767298"/>
              <a:gd name="connsiteX10575" fmla="*/ 4342727 w 4752801"/>
              <a:gd name="connsiteY10575" fmla="*/ 1496997 h 2767298"/>
              <a:gd name="connsiteX10576" fmla="*/ 4221283 w 4752801"/>
              <a:gd name="connsiteY10576" fmla="*/ 1496997 h 2767298"/>
              <a:gd name="connsiteX10577" fmla="*/ 4224926 w 4752801"/>
              <a:gd name="connsiteY10577" fmla="*/ 1496997 h 2767298"/>
              <a:gd name="connsiteX10578" fmla="*/ 4226140 w 4752801"/>
              <a:gd name="connsiteY10578" fmla="*/ 1497402 h 2767298"/>
              <a:gd name="connsiteX10579" fmla="*/ 4227759 w 4752801"/>
              <a:gd name="connsiteY10579" fmla="*/ 1500640 h 2767298"/>
              <a:gd name="connsiteX10580" fmla="*/ 4227759 w 4752801"/>
              <a:gd name="connsiteY10580" fmla="*/ 1501855 h 2767298"/>
              <a:gd name="connsiteX10581" fmla="*/ 4226140 w 4752801"/>
              <a:gd name="connsiteY10581" fmla="*/ 1505093 h 2767298"/>
              <a:gd name="connsiteX10582" fmla="*/ 4224926 w 4752801"/>
              <a:gd name="connsiteY10582" fmla="*/ 1505903 h 2767298"/>
              <a:gd name="connsiteX10583" fmla="*/ 4221283 w 4752801"/>
              <a:gd name="connsiteY10583" fmla="*/ 1505903 h 2767298"/>
              <a:gd name="connsiteX10584" fmla="*/ 4220068 w 4752801"/>
              <a:gd name="connsiteY10584" fmla="*/ 1505093 h 2767298"/>
              <a:gd name="connsiteX10585" fmla="*/ 4218449 w 4752801"/>
              <a:gd name="connsiteY10585" fmla="*/ 1501855 h 2767298"/>
              <a:gd name="connsiteX10586" fmla="*/ 4218449 w 4752801"/>
              <a:gd name="connsiteY10586" fmla="*/ 1500640 h 2767298"/>
              <a:gd name="connsiteX10587" fmla="*/ 4220068 w 4752801"/>
              <a:gd name="connsiteY10587" fmla="*/ 1497402 h 2767298"/>
              <a:gd name="connsiteX10588" fmla="*/ 4221283 w 4752801"/>
              <a:gd name="connsiteY10588" fmla="*/ 1496997 h 2767298"/>
              <a:gd name="connsiteX10589" fmla="*/ 4059358 w 4752801"/>
              <a:gd name="connsiteY10589" fmla="*/ 1496997 h 2767298"/>
              <a:gd name="connsiteX10590" fmla="*/ 4063001 w 4752801"/>
              <a:gd name="connsiteY10590" fmla="*/ 1496997 h 2767298"/>
              <a:gd name="connsiteX10591" fmla="*/ 4064215 w 4752801"/>
              <a:gd name="connsiteY10591" fmla="*/ 1497402 h 2767298"/>
              <a:gd name="connsiteX10592" fmla="*/ 4065834 w 4752801"/>
              <a:gd name="connsiteY10592" fmla="*/ 1500640 h 2767298"/>
              <a:gd name="connsiteX10593" fmla="*/ 4065834 w 4752801"/>
              <a:gd name="connsiteY10593" fmla="*/ 1501855 h 2767298"/>
              <a:gd name="connsiteX10594" fmla="*/ 4064215 w 4752801"/>
              <a:gd name="connsiteY10594" fmla="*/ 1505093 h 2767298"/>
              <a:gd name="connsiteX10595" fmla="*/ 4063001 w 4752801"/>
              <a:gd name="connsiteY10595" fmla="*/ 1505498 h 2767298"/>
              <a:gd name="connsiteX10596" fmla="*/ 4059358 w 4752801"/>
              <a:gd name="connsiteY10596" fmla="*/ 1505498 h 2767298"/>
              <a:gd name="connsiteX10597" fmla="*/ 4058143 w 4752801"/>
              <a:gd name="connsiteY10597" fmla="*/ 1505093 h 2767298"/>
              <a:gd name="connsiteX10598" fmla="*/ 4056524 w 4752801"/>
              <a:gd name="connsiteY10598" fmla="*/ 1501855 h 2767298"/>
              <a:gd name="connsiteX10599" fmla="*/ 4056524 w 4752801"/>
              <a:gd name="connsiteY10599" fmla="*/ 1500640 h 2767298"/>
              <a:gd name="connsiteX10600" fmla="*/ 4058143 w 4752801"/>
              <a:gd name="connsiteY10600" fmla="*/ 1497402 h 2767298"/>
              <a:gd name="connsiteX10601" fmla="*/ 4059358 w 4752801"/>
              <a:gd name="connsiteY10601" fmla="*/ 1496997 h 2767298"/>
              <a:gd name="connsiteX10602" fmla="*/ 3937913 w 4752801"/>
              <a:gd name="connsiteY10602" fmla="*/ 1496997 h 2767298"/>
              <a:gd name="connsiteX10603" fmla="*/ 3941557 w 4752801"/>
              <a:gd name="connsiteY10603" fmla="*/ 1496997 h 2767298"/>
              <a:gd name="connsiteX10604" fmla="*/ 3942771 w 4752801"/>
              <a:gd name="connsiteY10604" fmla="*/ 1497807 h 2767298"/>
              <a:gd name="connsiteX10605" fmla="*/ 3944795 w 4752801"/>
              <a:gd name="connsiteY10605" fmla="*/ 1501045 h 2767298"/>
              <a:gd name="connsiteX10606" fmla="*/ 3944795 w 4752801"/>
              <a:gd name="connsiteY10606" fmla="*/ 1502260 h 2767298"/>
              <a:gd name="connsiteX10607" fmla="*/ 3942771 w 4752801"/>
              <a:gd name="connsiteY10607" fmla="*/ 1505498 h 2767298"/>
              <a:gd name="connsiteX10608" fmla="*/ 3941557 w 4752801"/>
              <a:gd name="connsiteY10608" fmla="*/ 1506308 h 2767298"/>
              <a:gd name="connsiteX10609" fmla="*/ 3937913 w 4752801"/>
              <a:gd name="connsiteY10609" fmla="*/ 1506308 h 2767298"/>
              <a:gd name="connsiteX10610" fmla="*/ 3936699 w 4752801"/>
              <a:gd name="connsiteY10610" fmla="*/ 1505498 h 2767298"/>
              <a:gd name="connsiteX10611" fmla="*/ 3934675 w 4752801"/>
              <a:gd name="connsiteY10611" fmla="*/ 1502260 h 2767298"/>
              <a:gd name="connsiteX10612" fmla="*/ 3934675 w 4752801"/>
              <a:gd name="connsiteY10612" fmla="*/ 1501045 h 2767298"/>
              <a:gd name="connsiteX10613" fmla="*/ 3936699 w 4752801"/>
              <a:gd name="connsiteY10613" fmla="*/ 1497807 h 2767298"/>
              <a:gd name="connsiteX10614" fmla="*/ 3937913 w 4752801"/>
              <a:gd name="connsiteY10614" fmla="*/ 1496997 h 2767298"/>
              <a:gd name="connsiteX10615" fmla="*/ 3856546 w 4752801"/>
              <a:gd name="connsiteY10615" fmla="*/ 1496997 h 2767298"/>
              <a:gd name="connsiteX10616" fmla="*/ 3860594 w 4752801"/>
              <a:gd name="connsiteY10616" fmla="*/ 1496997 h 2767298"/>
              <a:gd name="connsiteX10617" fmla="*/ 3861808 w 4752801"/>
              <a:gd name="connsiteY10617" fmla="*/ 1497807 h 2767298"/>
              <a:gd name="connsiteX10618" fmla="*/ 3863833 w 4752801"/>
              <a:gd name="connsiteY10618" fmla="*/ 1501045 h 2767298"/>
              <a:gd name="connsiteX10619" fmla="*/ 3863833 w 4752801"/>
              <a:gd name="connsiteY10619" fmla="*/ 1502260 h 2767298"/>
              <a:gd name="connsiteX10620" fmla="*/ 3861808 w 4752801"/>
              <a:gd name="connsiteY10620" fmla="*/ 1505498 h 2767298"/>
              <a:gd name="connsiteX10621" fmla="*/ 3860594 w 4752801"/>
              <a:gd name="connsiteY10621" fmla="*/ 1506308 h 2767298"/>
              <a:gd name="connsiteX10622" fmla="*/ 3856546 w 4752801"/>
              <a:gd name="connsiteY10622" fmla="*/ 1506308 h 2767298"/>
              <a:gd name="connsiteX10623" fmla="*/ 3855332 w 4752801"/>
              <a:gd name="connsiteY10623" fmla="*/ 1505498 h 2767298"/>
              <a:gd name="connsiteX10624" fmla="*/ 3853308 w 4752801"/>
              <a:gd name="connsiteY10624" fmla="*/ 1502260 h 2767298"/>
              <a:gd name="connsiteX10625" fmla="*/ 3853308 w 4752801"/>
              <a:gd name="connsiteY10625" fmla="*/ 1501045 h 2767298"/>
              <a:gd name="connsiteX10626" fmla="*/ 3855332 w 4752801"/>
              <a:gd name="connsiteY10626" fmla="*/ 1497807 h 2767298"/>
              <a:gd name="connsiteX10627" fmla="*/ 3856546 w 4752801"/>
              <a:gd name="connsiteY10627" fmla="*/ 1496997 h 2767298"/>
              <a:gd name="connsiteX10628" fmla="*/ 3209252 w 4752801"/>
              <a:gd name="connsiteY10628" fmla="*/ 1496997 h 2767298"/>
              <a:gd name="connsiteX10629" fmla="*/ 3212895 w 4752801"/>
              <a:gd name="connsiteY10629" fmla="*/ 1496997 h 2767298"/>
              <a:gd name="connsiteX10630" fmla="*/ 3214109 w 4752801"/>
              <a:gd name="connsiteY10630" fmla="*/ 1497402 h 2767298"/>
              <a:gd name="connsiteX10631" fmla="*/ 3215728 w 4752801"/>
              <a:gd name="connsiteY10631" fmla="*/ 1500640 h 2767298"/>
              <a:gd name="connsiteX10632" fmla="*/ 3215728 w 4752801"/>
              <a:gd name="connsiteY10632" fmla="*/ 1501855 h 2767298"/>
              <a:gd name="connsiteX10633" fmla="*/ 3214109 w 4752801"/>
              <a:gd name="connsiteY10633" fmla="*/ 1505093 h 2767298"/>
              <a:gd name="connsiteX10634" fmla="*/ 3212895 w 4752801"/>
              <a:gd name="connsiteY10634" fmla="*/ 1505903 h 2767298"/>
              <a:gd name="connsiteX10635" fmla="*/ 3209252 w 4752801"/>
              <a:gd name="connsiteY10635" fmla="*/ 1505903 h 2767298"/>
              <a:gd name="connsiteX10636" fmla="*/ 3208037 w 4752801"/>
              <a:gd name="connsiteY10636" fmla="*/ 1505093 h 2767298"/>
              <a:gd name="connsiteX10637" fmla="*/ 3206418 w 4752801"/>
              <a:gd name="connsiteY10637" fmla="*/ 1501855 h 2767298"/>
              <a:gd name="connsiteX10638" fmla="*/ 3206418 w 4752801"/>
              <a:gd name="connsiteY10638" fmla="*/ 1500640 h 2767298"/>
              <a:gd name="connsiteX10639" fmla="*/ 3208037 w 4752801"/>
              <a:gd name="connsiteY10639" fmla="*/ 1497402 h 2767298"/>
              <a:gd name="connsiteX10640" fmla="*/ 3209252 w 4752801"/>
              <a:gd name="connsiteY10640" fmla="*/ 1496997 h 2767298"/>
              <a:gd name="connsiteX10641" fmla="*/ 4585614 w 4752801"/>
              <a:gd name="connsiteY10641" fmla="*/ 1496592 h 2767298"/>
              <a:gd name="connsiteX10642" fmla="*/ 4589257 w 4752801"/>
              <a:gd name="connsiteY10642" fmla="*/ 1496592 h 2767298"/>
              <a:gd name="connsiteX10643" fmla="*/ 4590471 w 4752801"/>
              <a:gd name="connsiteY10643" fmla="*/ 1497401 h 2767298"/>
              <a:gd name="connsiteX10644" fmla="*/ 4592090 w 4752801"/>
              <a:gd name="connsiteY10644" fmla="*/ 1500640 h 2767298"/>
              <a:gd name="connsiteX10645" fmla="*/ 4592090 w 4752801"/>
              <a:gd name="connsiteY10645" fmla="*/ 1501855 h 2767298"/>
              <a:gd name="connsiteX10646" fmla="*/ 4590471 w 4752801"/>
              <a:gd name="connsiteY10646" fmla="*/ 1505093 h 2767298"/>
              <a:gd name="connsiteX10647" fmla="*/ 4589257 w 4752801"/>
              <a:gd name="connsiteY10647" fmla="*/ 1505903 h 2767298"/>
              <a:gd name="connsiteX10648" fmla="*/ 4585614 w 4752801"/>
              <a:gd name="connsiteY10648" fmla="*/ 1505903 h 2767298"/>
              <a:gd name="connsiteX10649" fmla="*/ 4584399 w 4752801"/>
              <a:gd name="connsiteY10649" fmla="*/ 1505093 h 2767298"/>
              <a:gd name="connsiteX10650" fmla="*/ 4582780 w 4752801"/>
              <a:gd name="connsiteY10650" fmla="*/ 1501855 h 2767298"/>
              <a:gd name="connsiteX10651" fmla="*/ 4582780 w 4752801"/>
              <a:gd name="connsiteY10651" fmla="*/ 1500640 h 2767298"/>
              <a:gd name="connsiteX10652" fmla="*/ 4584399 w 4752801"/>
              <a:gd name="connsiteY10652" fmla="*/ 1497401 h 2767298"/>
              <a:gd name="connsiteX10653" fmla="*/ 4585614 w 4752801"/>
              <a:gd name="connsiteY10653" fmla="*/ 1496592 h 2767298"/>
              <a:gd name="connsiteX10654" fmla="*/ 4504651 w 4752801"/>
              <a:gd name="connsiteY10654" fmla="*/ 1496592 h 2767298"/>
              <a:gd name="connsiteX10655" fmla="*/ 4508295 w 4752801"/>
              <a:gd name="connsiteY10655" fmla="*/ 1496592 h 2767298"/>
              <a:gd name="connsiteX10656" fmla="*/ 4509509 w 4752801"/>
              <a:gd name="connsiteY10656" fmla="*/ 1497401 h 2767298"/>
              <a:gd name="connsiteX10657" fmla="*/ 4511533 w 4752801"/>
              <a:gd name="connsiteY10657" fmla="*/ 1500640 h 2767298"/>
              <a:gd name="connsiteX10658" fmla="*/ 4511533 w 4752801"/>
              <a:gd name="connsiteY10658" fmla="*/ 1501855 h 2767298"/>
              <a:gd name="connsiteX10659" fmla="*/ 4509509 w 4752801"/>
              <a:gd name="connsiteY10659" fmla="*/ 1505093 h 2767298"/>
              <a:gd name="connsiteX10660" fmla="*/ 4508295 w 4752801"/>
              <a:gd name="connsiteY10660" fmla="*/ 1505903 h 2767298"/>
              <a:gd name="connsiteX10661" fmla="*/ 4504651 w 4752801"/>
              <a:gd name="connsiteY10661" fmla="*/ 1505903 h 2767298"/>
              <a:gd name="connsiteX10662" fmla="*/ 4503437 w 4752801"/>
              <a:gd name="connsiteY10662" fmla="*/ 1505093 h 2767298"/>
              <a:gd name="connsiteX10663" fmla="*/ 4501413 w 4752801"/>
              <a:gd name="connsiteY10663" fmla="*/ 1501855 h 2767298"/>
              <a:gd name="connsiteX10664" fmla="*/ 4501413 w 4752801"/>
              <a:gd name="connsiteY10664" fmla="*/ 1500640 h 2767298"/>
              <a:gd name="connsiteX10665" fmla="*/ 4503437 w 4752801"/>
              <a:gd name="connsiteY10665" fmla="*/ 1497401 h 2767298"/>
              <a:gd name="connsiteX10666" fmla="*/ 4504651 w 4752801"/>
              <a:gd name="connsiteY10666" fmla="*/ 1496592 h 2767298"/>
              <a:gd name="connsiteX10667" fmla="*/ 4423688 w 4752801"/>
              <a:gd name="connsiteY10667" fmla="*/ 1496592 h 2767298"/>
              <a:gd name="connsiteX10668" fmla="*/ 4427332 w 4752801"/>
              <a:gd name="connsiteY10668" fmla="*/ 1496592 h 2767298"/>
              <a:gd name="connsiteX10669" fmla="*/ 4428546 w 4752801"/>
              <a:gd name="connsiteY10669" fmla="*/ 1497401 h 2767298"/>
              <a:gd name="connsiteX10670" fmla="*/ 4430570 w 4752801"/>
              <a:gd name="connsiteY10670" fmla="*/ 1500640 h 2767298"/>
              <a:gd name="connsiteX10671" fmla="*/ 4430570 w 4752801"/>
              <a:gd name="connsiteY10671" fmla="*/ 1501855 h 2767298"/>
              <a:gd name="connsiteX10672" fmla="*/ 4428546 w 4752801"/>
              <a:gd name="connsiteY10672" fmla="*/ 1505093 h 2767298"/>
              <a:gd name="connsiteX10673" fmla="*/ 4427332 w 4752801"/>
              <a:gd name="connsiteY10673" fmla="*/ 1505903 h 2767298"/>
              <a:gd name="connsiteX10674" fmla="*/ 4423688 w 4752801"/>
              <a:gd name="connsiteY10674" fmla="*/ 1505903 h 2767298"/>
              <a:gd name="connsiteX10675" fmla="*/ 4422474 w 4752801"/>
              <a:gd name="connsiteY10675" fmla="*/ 1505093 h 2767298"/>
              <a:gd name="connsiteX10676" fmla="*/ 4420450 w 4752801"/>
              <a:gd name="connsiteY10676" fmla="*/ 1501855 h 2767298"/>
              <a:gd name="connsiteX10677" fmla="*/ 4420450 w 4752801"/>
              <a:gd name="connsiteY10677" fmla="*/ 1500640 h 2767298"/>
              <a:gd name="connsiteX10678" fmla="*/ 4422474 w 4752801"/>
              <a:gd name="connsiteY10678" fmla="*/ 1497401 h 2767298"/>
              <a:gd name="connsiteX10679" fmla="*/ 4423688 w 4752801"/>
              <a:gd name="connsiteY10679" fmla="*/ 1496592 h 2767298"/>
              <a:gd name="connsiteX10680" fmla="*/ 4261763 w 4752801"/>
              <a:gd name="connsiteY10680" fmla="*/ 1496592 h 2767298"/>
              <a:gd name="connsiteX10681" fmla="*/ 4265407 w 4752801"/>
              <a:gd name="connsiteY10681" fmla="*/ 1496592 h 2767298"/>
              <a:gd name="connsiteX10682" fmla="*/ 4266621 w 4752801"/>
              <a:gd name="connsiteY10682" fmla="*/ 1497401 h 2767298"/>
              <a:gd name="connsiteX10683" fmla="*/ 4268645 w 4752801"/>
              <a:gd name="connsiteY10683" fmla="*/ 1500640 h 2767298"/>
              <a:gd name="connsiteX10684" fmla="*/ 4268645 w 4752801"/>
              <a:gd name="connsiteY10684" fmla="*/ 1501855 h 2767298"/>
              <a:gd name="connsiteX10685" fmla="*/ 4266621 w 4752801"/>
              <a:gd name="connsiteY10685" fmla="*/ 1505093 h 2767298"/>
              <a:gd name="connsiteX10686" fmla="*/ 4265407 w 4752801"/>
              <a:gd name="connsiteY10686" fmla="*/ 1505903 h 2767298"/>
              <a:gd name="connsiteX10687" fmla="*/ 4261763 w 4752801"/>
              <a:gd name="connsiteY10687" fmla="*/ 1505903 h 2767298"/>
              <a:gd name="connsiteX10688" fmla="*/ 4260549 w 4752801"/>
              <a:gd name="connsiteY10688" fmla="*/ 1505093 h 2767298"/>
              <a:gd name="connsiteX10689" fmla="*/ 4258525 w 4752801"/>
              <a:gd name="connsiteY10689" fmla="*/ 1501855 h 2767298"/>
              <a:gd name="connsiteX10690" fmla="*/ 4258525 w 4752801"/>
              <a:gd name="connsiteY10690" fmla="*/ 1500640 h 2767298"/>
              <a:gd name="connsiteX10691" fmla="*/ 4260549 w 4752801"/>
              <a:gd name="connsiteY10691" fmla="*/ 1497401 h 2767298"/>
              <a:gd name="connsiteX10692" fmla="*/ 4261763 w 4752801"/>
              <a:gd name="connsiteY10692" fmla="*/ 1496592 h 2767298"/>
              <a:gd name="connsiteX10693" fmla="*/ 4018876 w 4752801"/>
              <a:gd name="connsiteY10693" fmla="*/ 1496592 h 2767298"/>
              <a:gd name="connsiteX10694" fmla="*/ 4022924 w 4752801"/>
              <a:gd name="connsiteY10694" fmla="*/ 1496592 h 2767298"/>
              <a:gd name="connsiteX10695" fmla="*/ 4024138 w 4752801"/>
              <a:gd name="connsiteY10695" fmla="*/ 1496997 h 2767298"/>
              <a:gd name="connsiteX10696" fmla="*/ 4026163 w 4752801"/>
              <a:gd name="connsiteY10696" fmla="*/ 1500640 h 2767298"/>
              <a:gd name="connsiteX10697" fmla="*/ 4026163 w 4752801"/>
              <a:gd name="connsiteY10697" fmla="*/ 1501855 h 2767298"/>
              <a:gd name="connsiteX10698" fmla="*/ 4024138 w 4752801"/>
              <a:gd name="connsiteY10698" fmla="*/ 1505498 h 2767298"/>
              <a:gd name="connsiteX10699" fmla="*/ 4022924 w 4752801"/>
              <a:gd name="connsiteY10699" fmla="*/ 1505903 h 2767298"/>
              <a:gd name="connsiteX10700" fmla="*/ 4018876 w 4752801"/>
              <a:gd name="connsiteY10700" fmla="*/ 1505903 h 2767298"/>
              <a:gd name="connsiteX10701" fmla="*/ 4017662 w 4752801"/>
              <a:gd name="connsiteY10701" fmla="*/ 1505498 h 2767298"/>
              <a:gd name="connsiteX10702" fmla="*/ 4015638 w 4752801"/>
              <a:gd name="connsiteY10702" fmla="*/ 1501855 h 2767298"/>
              <a:gd name="connsiteX10703" fmla="*/ 4015638 w 4752801"/>
              <a:gd name="connsiteY10703" fmla="*/ 1500640 h 2767298"/>
              <a:gd name="connsiteX10704" fmla="*/ 4017662 w 4752801"/>
              <a:gd name="connsiteY10704" fmla="*/ 1496997 h 2767298"/>
              <a:gd name="connsiteX10705" fmla="*/ 4018876 w 4752801"/>
              <a:gd name="connsiteY10705" fmla="*/ 1496592 h 2767298"/>
              <a:gd name="connsiteX10706" fmla="*/ 3978395 w 4752801"/>
              <a:gd name="connsiteY10706" fmla="*/ 1496592 h 2767298"/>
              <a:gd name="connsiteX10707" fmla="*/ 3982039 w 4752801"/>
              <a:gd name="connsiteY10707" fmla="*/ 1496592 h 2767298"/>
              <a:gd name="connsiteX10708" fmla="*/ 3983253 w 4752801"/>
              <a:gd name="connsiteY10708" fmla="*/ 1497401 h 2767298"/>
              <a:gd name="connsiteX10709" fmla="*/ 3985277 w 4752801"/>
              <a:gd name="connsiteY10709" fmla="*/ 1500640 h 2767298"/>
              <a:gd name="connsiteX10710" fmla="*/ 3985277 w 4752801"/>
              <a:gd name="connsiteY10710" fmla="*/ 1501855 h 2767298"/>
              <a:gd name="connsiteX10711" fmla="*/ 3983253 w 4752801"/>
              <a:gd name="connsiteY10711" fmla="*/ 1505093 h 2767298"/>
              <a:gd name="connsiteX10712" fmla="*/ 3982039 w 4752801"/>
              <a:gd name="connsiteY10712" fmla="*/ 1505903 h 2767298"/>
              <a:gd name="connsiteX10713" fmla="*/ 3978395 w 4752801"/>
              <a:gd name="connsiteY10713" fmla="*/ 1505903 h 2767298"/>
              <a:gd name="connsiteX10714" fmla="*/ 3977181 w 4752801"/>
              <a:gd name="connsiteY10714" fmla="*/ 1505093 h 2767298"/>
              <a:gd name="connsiteX10715" fmla="*/ 3975157 w 4752801"/>
              <a:gd name="connsiteY10715" fmla="*/ 1501855 h 2767298"/>
              <a:gd name="connsiteX10716" fmla="*/ 3975157 w 4752801"/>
              <a:gd name="connsiteY10716" fmla="*/ 1500640 h 2767298"/>
              <a:gd name="connsiteX10717" fmla="*/ 3977181 w 4752801"/>
              <a:gd name="connsiteY10717" fmla="*/ 1497401 h 2767298"/>
              <a:gd name="connsiteX10718" fmla="*/ 3978395 w 4752801"/>
              <a:gd name="connsiteY10718" fmla="*/ 1496592 h 2767298"/>
              <a:gd name="connsiteX10719" fmla="*/ 3897433 w 4752801"/>
              <a:gd name="connsiteY10719" fmla="*/ 1496592 h 2767298"/>
              <a:gd name="connsiteX10720" fmla="*/ 3901076 w 4752801"/>
              <a:gd name="connsiteY10720" fmla="*/ 1496592 h 2767298"/>
              <a:gd name="connsiteX10721" fmla="*/ 3902290 w 4752801"/>
              <a:gd name="connsiteY10721" fmla="*/ 1497401 h 2767298"/>
              <a:gd name="connsiteX10722" fmla="*/ 3903909 w 4752801"/>
              <a:gd name="connsiteY10722" fmla="*/ 1500640 h 2767298"/>
              <a:gd name="connsiteX10723" fmla="*/ 3903909 w 4752801"/>
              <a:gd name="connsiteY10723" fmla="*/ 1501855 h 2767298"/>
              <a:gd name="connsiteX10724" fmla="*/ 3902290 w 4752801"/>
              <a:gd name="connsiteY10724" fmla="*/ 1505093 h 2767298"/>
              <a:gd name="connsiteX10725" fmla="*/ 3901076 w 4752801"/>
              <a:gd name="connsiteY10725" fmla="*/ 1505903 h 2767298"/>
              <a:gd name="connsiteX10726" fmla="*/ 3897433 w 4752801"/>
              <a:gd name="connsiteY10726" fmla="*/ 1505903 h 2767298"/>
              <a:gd name="connsiteX10727" fmla="*/ 3896218 w 4752801"/>
              <a:gd name="connsiteY10727" fmla="*/ 1505093 h 2767298"/>
              <a:gd name="connsiteX10728" fmla="*/ 3894599 w 4752801"/>
              <a:gd name="connsiteY10728" fmla="*/ 1501855 h 2767298"/>
              <a:gd name="connsiteX10729" fmla="*/ 3894599 w 4752801"/>
              <a:gd name="connsiteY10729" fmla="*/ 1500640 h 2767298"/>
              <a:gd name="connsiteX10730" fmla="*/ 3896218 w 4752801"/>
              <a:gd name="connsiteY10730" fmla="*/ 1497401 h 2767298"/>
              <a:gd name="connsiteX10731" fmla="*/ 3897433 w 4752801"/>
              <a:gd name="connsiteY10731" fmla="*/ 1496592 h 2767298"/>
              <a:gd name="connsiteX10732" fmla="*/ 3168770 w 4752801"/>
              <a:gd name="connsiteY10732" fmla="*/ 1496592 h 2767298"/>
              <a:gd name="connsiteX10733" fmla="*/ 3172818 w 4752801"/>
              <a:gd name="connsiteY10733" fmla="*/ 1496592 h 2767298"/>
              <a:gd name="connsiteX10734" fmla="*/ 3174032 w 4752801"/>
              <a:gd name="connsiteY10734" fmla="*/ 1496997 h 2767298"/>
              <a:gd name="connsiteX10735" fmla="*/ 3176057 w 4752801"/>
              <a:gd name="connsiteY10735" fmla="*/ 1500640 h 2767298"/>
              <a:gd name="connsiteX10736" fmla="*/ 3176057 w 4752801"/>
              <a:gd name="connsiteY10736" fmla="*/ 1501855 h 2767298"/>
              <a:gd name="connsiteX10737" fmla="*/ 3174032 w 4752801"/>
              <a:gd name="connsiteY10737" fmla="*/ 1505498 h 2767298"/>
              <a:gd name="connsiteX10738" fmla="*/ 3172818 w 4752801"/>
              <a:gd name="connsiteY10738" fmla="*/ 1505903 h 2767298"/>
              <a:gd name="connsiteX10739" fmla="*/ 3168770 w 4752801"/>
              <a:gd name="connsiteY10739" fmla="*/ 1505903 h 2767298"/>
              <a:gd name="connsiteX10740" fmla="*/ 3167556 w 4752801"/>
              <a:gd name="connsiteY10740" fmla="*/ 1505498 h 2767298"/>
              <a:gd name="connsiteX10741" fmla="*/ 3165532 w 4752801"/>
              <a:gd name="connsiteY10741" fmla="*/ 1501855 h 2767298"/>
              <a:gd name="connsiteX10742" fmla="*/ 3165532 w 4752801"/>
              <a:gd name="connsiteY10742" fmla="*/ 1500640 h 2767298"/>
              <a:gd name="connsiteX10743" fmla="*/ 3167556 w 4752801"/>
              <a:gd name="connsiteY10743" fmla="*/ 1496997 h 2767298"/>
              <a:gd name="connsiteX10744" fmla="*/ 3168770 w 4752801"/>
              <a:gd name="connsiteY10744" fmla="*/ 1496592 h 2767298"/>
              <a:gd name="connsiteX10745" fmla="*/ 4545132 w 4752801"/>
              <a:gd name="connsiteY10745" fmla="*/ 1496187 h 2767298"/>
              <a:gd name="connsiteX10746" fmla="*/ 4549180 w 4752801"/>
              <a:gd name="connsiteY10746" fmla="*/ 1496187 h 2767298"/>
              <a:gd name="connsiteX10747" fmla="*/ 4550394 w 4752801"/>
              <a:gd name="connsiteY10747" fmla="*/ 1496997 h 2767298"/>
              <a:gd name="connsiteX10748" fmla="*/ 4552419 w 4752801"/>
              <a:gd name="connsiteY10748" fmla="*/ 1500640 h 2767298"/>
              <a:gd name="connsiteX10749" fmla="*/ 4552419 w 4752801"/>
              <a:gd name="connsiteY10749" fmla="*/ 1501854 h 2767298"/>
              <a:gd name="connsiteX10750" fmla="*/ 4550394 w 4752801"/>
              <a:gd name="connsiteY10750" fmla="*/ 1505498 h 2767298"/>
              <a:gd name="connsiteX10751" fmla="*/ 4549180 w 4752801"/>
              <a:gd name="connsiteY10751" fmla="*/ 1506307 h 2767298"/>
              <a:gd name="connsiteX10752" fmla="*/ 4545132 w 4752801"/>
              <a:gd name="connsiteY10752" fmla="*/ 1506307 h 2767298"/>
              <a:gd name="connsiteX10753" fmla="*/ 4543918 w 4752801"/>
              <a:gd name="connsiteY10753" fmla="*/ 1505498 h 2767298"/>
              <a:gd name="connsiteX10754" fmla="*/ 4541894 w 4752801"/>
              <a:gd name="connsiteY10754" fmla="*/ 1501854 h 2767298"/>
              <a:gd name="connsiteX10755" fmla="*/ 4541894 w 4752801"/>
              <a:gd name="connsiteY10755" fmla="*/ 1500640 h 2767298"/>
              <a:gd name="connsiteX10756" fmla="*/ 4543918 w 4752801"/>
              <a:gd name="connsiteY10756" fmla="*/ 1496997 h 2767298"/>
              <a:gd name="connsiteX10757" fmla="*/ 4545132 w 4752801"/>
              <a:gd name="connsiteY10757" fmla="*/ 1496187 h 2767298"/>
              <a:gd name="connsiteX10758" fmla="*/ 3127479 w 4752801"/>
              <a:gd name="connsiteY10758" fmla="*/ 1495782 h 2767298"/>
              <a:gd name="connsiteX10759" fmla="*/ 3132741 w 4752801"/>
              <a:gd name="connsiteY10759" fmla="*/ 1495782 h 2767298"/>
              <a:gd name="connsiteX10760" fmla="*/ 3133956 w 4752801"/>
              <a:gd name="connsiteY10760" fmla="*/ 1496592 h 2767298"/>
              <a:gd name="connsiteX10761" fmla="*/ 3136790 w 4752801"/>
              <a:gd name="connsiteY10761" fmla="*/ 1501045 h 2767298"/>
              <a:gd name="connsiteX10762" fmla="*/ 3136790 w 4752801"/>
              <a:gd name="connsiteY10762" fmla="*/ 1502259 h 2767298"/>
              <a:gd name="connsiteX10763" fmla="*/ 3133956 w 4752801"/>
              <a:gd name="connsiteY10763" fmla="*/ 1506712 h 2767298"/>
              <a:gd name="connsiteX10764" fmla="*/ 3132741 w 4752801"/>
              <a:gd name="connsiteY10764" fmla="*/ 1507521 h 2767298"/>
              <a:gd name="connsiteX10765" fmla="*/ 3127479 w 4752801"/>
              <a:gd name="connsiteY10765" fmla="*/ 1507521 h 2767298"/>
              <a:gd name="connsiteX10766" fmla="*/ 3126265 w 4752801"/>
              <a:gd name="connsiteY10766" fmla="*/ 1506712 h 2767298"/>
              <a:gd name="connsiteX10767" fmla="*/ 3123431 w 4752801"/>
              <a:gd name="connsiteY10767" fmla="*/ 1502259 h 2767298"/>
              <a:gd name="connsiteX10768" fmla="*/ 3123431 w 4752801"/>
              <a:gd name="connsiteY10768" fmla="*/ 1501045 h 2767298"/>
              <a:gd name="connsiteX10769" fmla="*/ 3126265 w 4752801"/>
              <a:gd name="connsiteY10769" fmla="*/ 1496592 h 2767298"/>
              <a:gd name="connsiteX10770" fmla="*/ 3127479 w 4752801"/>
              <a:gd name="connsiteY10770" fmla="*/ 1495782 h 2767298"/>
              <a:gd name="connsiteX10771" fmla="*/ 3086592 w 4752801"/>
              <a:gd name="connsiteY10771" fmla="*/ 1495377 h 2767298"/>
              <a:gd name="connsiteX10772" fmla="*/ 3092665 w 4752801"/>
              <a:gd name="connsiteY10772" fmla="*/ 1495377 h 2767298"/>
              <a:gd name="connsiteX10773" fmla="*/ 3093879 w 4752801"/>
              <a:gd name="connsiteY10773" fmla="*/ 1495782 h 2767298"/>
              <a:gd name="connsiteX10774" fmla="*/ 3097117 w 4752801"/>
              <a:gd name="connsiteY10774" fmla="*/ 1501044 h 2767298"/>
              <a:gd name="connsiteX10775" fmla="*/ 3097117 w 4752801"/>
              <a:gd name="connsiteY10775" fmla="*/ 1502259 h 2767298"/>
              <a:gd name="connsiteX10776" fmla="*/ 3093879 w 4752801"/>
              <a:gd name="connsiteY10776" fmla="*/ 1507521 h 2767298"/>
              <a:gd name="connsiteX10777" fmla="*/ 3092665 w 4752801"/>
              <a:gd name="connsiteY10777" fmla="*/ 1507926 h 2767298"/>
              <a:gd name="connsiteX10778" fmla="*/ 3086592 w 4752801"/>
              <a:gd name="connsiteY10778" fmla="*/ 1507926 h 2767298"/>
              <a:gd name="connsiteX10779" fmla="*/ 3085378 w 4752801"/>
              <a:gd name="connsiteY10779" fmla="*/ 1507521 h 2767298"/>
              <a:gd name="connsiteX10780" fmla="*/ 3082140 w 4752801"/>
              <a:gd name="connsiteY10780" fmla="*/ 1502259 h 2767298"/>
              <a:gd name="connsiteX10781" fmla="*/ 3082140 w 4752801"/>
              <a:gd name="connsiteY10781" fmla="*/ 1501044 h 2767298"/>
              <a:gd name="connsiteX10782" fmla="*/ 3085378 w 4752801"/>
              <a:gd name="connsiteY10782" fmla="*/ 1495782 h 2767298"/>
              <a:gd name="connsiteX10783" fmla="*/ 3086592 w 4752801"/>
              <a:gd name="connsiteY10783" fmla="*/ 1495377 h 2767298"/>
              <a:gd name="connsiteX10784" fmla="*/ 3044897 w 4752801"/>
              <a:gd name="connsiteY10784" fmla="*/ 1492544 h 2767298"/>
              <a:gd name="connsiteX10785" fmla="*/ 3053398 w 4752801"/>
              <a:gd name="connsiteY10785" fmla="*/ 1492544 h 2767298"/>
              <a:gd name="connsiteX10786" fmla="*/ 3054612 w 4752801"/>
              <a:gd name="connsiteY10786" fmla="*/ 1493353 h 2767298"/>
              <a:gd name="connsiteX10787" fmla="*/ 3058661 w 4752801"/>
              <a:gd name="connsiteY10787" fmla="*/ 1500640 h 2767298"/>
              <a:gd name="connsiteX10788" fmla="*/ 3058661 w 4752801"/>
              <a:gd name="connsiteY10788" fmla="*/ 1501855 h 2767298"/>
              <a:gd name="connsiteX10789" fmla="*/ 3054612 w 4752801"/>
              <a:gd name="connsiteY10789" fmla="*/ 1509141 h 2767298"/>
              <a:gd name="connsiteX10790" fmla="*/ 3053398 w 4752801"/>
              <a:gd name="connsiteY10790" fmla="*/ 1509951 h 2767298"/>
              <a:gd name="connsiteX10791" fmla="*/ 3044897 w 4752801"/>
              <a:gd name="connsiteY10791" fmla="*/ 1509951 h 2767298"/>
              <a:gd name="connsiteX10792" fmla="*/ 3043683 w 4752801"/>
              <a:gd name="connsiteY10792" fmla="*/ 1509141 h 2767298"/>
              <a:gd name="connsiteX10793" fmla="*/ 3039635 w 4752801"/>
              <a:gd name="connsiteY10793" fmla="*/ 1501855 h 2767298"/>
              <a:gd name="connsiteX10794" fmla="*/ 3039635 w 4752801"/>
              <a:gd name="connsiteY10794" fmla="*/ 1500640 h 2767298"/>
              <a:gd name="connsiteX10795" fmla="*/ 3043683 w 4752801"/>
              <a:gd name="connsiteY10795" fmla="*/ 1493353 h 2767298"/>
              <a:gd name="connsiteX10796" fmla="*/ 3044897 w 4752801"/>
              <a:gd name="connsiteY10796" fmla="*/ 1492544 h 2767298"/>
              <a:gd name="connsiteX10797" fmla="*/ 3003606 w 4752801"/>
              <a:gd name="connsiteY10797" fmla="*/ 1491329 h 2767298"/>
              <a:gd name="connsiteX10798" fmla="*/ 3013727 w 4752801"/>
              <a:gd name="connsiteY10798" fmla="*/ 1491329 h 2767298"/>
              <a:gd name="connsiteX10799" fmla="*/ 3014941 w 4752801"/>
              <a:gd name="connsiteY10799" fmla="*/ 1491734 h 2767298"/>
              <a:gd name="connsiteX10800" fmla="*/ 3020204 w 4752801"/>
              <a:gd name="connsiteY10800" fmla="*/ 1500640 h 2767298"/>
              <a:gd name="connsiteX10801" fmla="*/ 3020204 w 4752801"/>
              <a:gd name="connsiteY10801" fmla="*/ 1501854 h 2767298"/>
              <a:gd name="connsiteX10802" fmla="*/ 3014941 w 4752801"/>
              <a:gd name="connsiteY10802" fmla="*/ 1510760 h 2767298"/>
              <a:gd name="connsiteX10803" fmla="*/ 3013727 w 4752801"/>
              <a:gd name="connsiteY10803" fmla="*/ 1511570 h 2767298"/>
              <a:gd name="connsiteX10804" fmla="*/ 3003606 w 4752801"/>
              <a:gd name="connsiteY10804" fmla="*/ 1511570 h 2767298"/>
              <a:gd name="connsiteX10805" fmla="*/ 3002392 w 4752801"/>
              <a:gd name="connsiteY10805" fmla="*/ 1510760 h 2767298"/>
              <a:gd name="connsiteX10806" fmla="*/ 2997130 w 4752801"/>
              <a:gd name="connsiteY10806" fmla="*/ 1501854 h 2767298"/>
              <a:gd name="connsiteX10807" fmla="*/ 2997130 w 4752801"/>
              <a:gd name="connsiteY10807" fmla="*/ 1500640 h 2767298"/>
              <a:gd name="connsiteX10808" fmla="*/ 3002392 w 4752801"/>
              <a:gd name="connsiteY10808" fmla="*/ 1491734 h 2767298"/>
              <a:gd name="connsiteX10809" fmla="*/ 3003606 w 4752801"/>
              <a:gd name="connsiteY10809" fmla="*/ 1491329 h 2767298"/>
              <a:gd name="connsiteX10810" fmla="*/ 2963124 w 4752801"/>
              <a:gd name="connsiteY10810" fmla="*/ 1491329 h 2767298"/>
              <a:gd name="connsiteX10811" fmla="*/ 2973245 w 4752801"/>
              <a:gd name="connsiteY10811" fmla="*/ 1491329 h 2767298"/>
              <a:gd name="connsiteX10812" fmla="*/ 2974459 w 4752801"/>
              <a:gd name="connsiteY10812" fmla="*/ 1491734 h 2767298"/>
              <a:gd name="connsiteX10813" fmla="*/ 2979722 w 4752801"/>
              <a:gd name="connsiteY10813" fmla="*/ 1500640 h 2767298"/>
              <a:gd name="connsiteX10814" fmla="*/ 2979722 w 4752801"/>
              <a:gd name="connsiteY10814" fmla="*/ 1501854 h 2767298"/>
              <a:gd name="connsiteX10815" fmla="*/ 2974459 w 4752801"/>
              <a:gd name="connsiteY10815" fmla="*/ 1510760 h 2767298"/>
              <a:gd name="connsiteX10816" fmla="*/ 2973245 w 4752801"/>
              <a:gd name="connsiteY10816" fmla="*/ 1511570 h 2767298"/>
              <a:gd name="connsiteX10817" fmla="*/ 2963124 w 4752801"/>
              <a:gd name="connsiteY10817" fmla="*/ 1511570 h 2767298"/>
              <a:gd name="connsiteX10818" fmla="*/ 2961910 w 4752801"/>
              <a:gd name="connsiteY10818" fmla="*/ 1510760 h 2767298"/>
              <a:gd name="connsiteX10819" fmla="*/ 2956648 w 4752801"/>
              <a:gd name="connsiteY10819" fmla="*/ 1501854 h 2767298"/>
              <a:gd name="connsiteX10820" fmla="*/ 2956648 w 4752801"/>
              <a:gd name="connsiteY10820" fmla="*/ 1500640 h 2767298"/>
              <a:gd name="connsiteX10821" fmla="*/ 2961910 w 4752801"/>
              <a:gd name="connsiteY10821" fmla="*/ 1491734 h 2767298"/>
              <a:gd name="connsiteX10822" fmla="*/ 2963124 w 4752801"/>
              <a:gd name="connsiteY10822" fmla="*/ 1491329 h 2767298"/>
              <a:gd name="connsiteX10823" fmla="*/ 3614873 w 4752801"/>
              <a:gd name="connsiteY10823" fmla="*/ 1458944 h 2767298"/>
              <a:gd name="connsiteX10824" fmla="*/ 3617302 w 4752801"/>
              <a:gd name="connsiteY10824" fmla="*/ 1458944 h 2767298"/>
              <a:gd name="connsiteX10825" fmla="*/ 3618517 w 4752801"/>
              <a:gd name="connsiteY10825" fmla="*/ 1460968 h 2767298"/>
              <a:gd name="connsiteX10826" fmla="*/ 3617302 w 4752801"/>
              <a:gd name="connsiteY10826" fmla="*/ 1462992 h 2767298"/>
              <a:gd name="connsiteX10827" fmla="*/ 3614873 w 4752801"/>
              <a:gd name="connsiteY10827" fmla="*/ 1462992 h 2767298"/>
              <a:gd name="connsiteX10828" fmla="*/ 3613659 w 4752801"/>
              <a:gd name="connsiteY10828" fmla="*/ 1460968 h 2767298"/>
              <a:gd name="connsiteX10829" fmla="*/ 3452948 w 4752801"/>
              <a:gd name="connsiteY10829" fmla="*/ 1458944 h 2767298"/>
              <a:gd name="connsiteX10830" fmla="*/ 3455377 w 4752801"/>
              <a:gd name="connsiteY10830" fmla="*/ 1458944 h 2767298"/>
              <a:gd name="connsiteX10831" fmla="*/ 3456592 w 4752801"/>
              <a:gd name="connsiteY10831" fmla="*/ 1460968 h 2767298"/>
              <a:gd name="connsiteX10832" fmla="*/ 3455377 w 4752801"/>
              <a:gd name="connsiteY10832" fmla="*/ 1462992 h 2767298"/>
              <a:gd name="connsiteX10833" fmla="*/ 3452948 w 4752801"/>
              <a:gd name="connsiteY10833" fmla="*/ 1462992 h 2767298"/>
              <a:gd name="connsiteX10834" fmla="*/ 3451734 w 4752801"/>
              <a:gd name="connsiteY10834" fmla="*/ 1460968 h 2767298"/>
              <a:gd name="connsiteX10835" fmla="*/ 3412467 w 4752801"/>
              <a:gd name="connsiteY10835" fmla="*/ 1458944 h 2767298"/>
              <a:gd name="connsiteX10836" fmla="*/ 3414896 w 4752801"/>
              <a:gd name="connsiteY10836" fmla="*/ 1458944 h 2767298"/>
              <a:gd name="connsiteX10837" fmla="*/ 3416111 w 4752801"/>
              <a:gd name="connsiteY10837" fmla="*/ 1460968 h 2767298"/>
              <a:gd name="connsiteX10838" fmla="*/ 3414896 w 4752801"/>
              <a:gd name="connsiteY10838" fmla="*/ 1462992 h 2767298"/>
              <a:gd name="connsiteX10839" fmla="*/ 3412467 w 4752801"/>
              <a:gd name="connsiteY10839" fmla="*/ 1462992 h 2767298"/>
              <a:gd name="connsiteX10840" fmla="*/ 3411253 w 4752801"/>
              <a:gd name="connsiteY10840" fmla="*/ 1460968 h 2767298"/>
              <a:gd name="connsiteX10841" fmla="*/ 3371985 w 4752801"/>
              <a:gd name="connsiteY10841" fmla="*/ 1458944 h 2767298"/>
              <a:gd name="connsiteX10842" fmla="*/ 3374414 w 4752801"/>
              <a:gd name="connsiteY10842" fmla="*/ 1458944 h 2767298"/>
              <a:gd name="connsiteX10843" fmla="*/ 3375629 w 4752801"/>
              <a:gd name="connsiteY10843" fmla="*/ 1460968 h 2767298"/>
              <a:gd name="connsiteX10844" fmla="*/ 3374414 w 4752801"/>
              <a:gd name="connsiteY10844" fmla="*/ 1462992 h 2767298"/>
              <a:gd name="connsiteX10845" fmla="*/ 3371985 w 4752801"/>
              <a:gd name="connsiteY10845" fmla="*/ 1462992 h 2767298"/>
              <a:gd name="connsiteX10846" fmla="*/ 3370771 w 4752801"/>
              <a:gd name="connsiteY10846" fmla="*/ 1460968 h 2767298"/>
              <a:gd name="connsiteX10847" fmla="*/ 3331909 w 4752801"/>
              <a:gd name="connsiteY10847" fmla="*/ 1458944 h 2767298"/>
              <a:gd name="connsiteX10848" fmla="*/ 3333933 w 4752801"/>
              <a:gd name="connsiteY10848" fmla="*/ 1458944 h 2767298"/>
              <a:gd name="connsiteX10849" fmla="*/ 3335148 w 4752801"/>
              <a:gd name="connsiteY10849" fmla="*/ 1460968 h 2767298"/>
              <a:gd name="connsiteX10850" fmla="*/ 3333933 w 4752801"/>
              <a:gd name="connsiteY10850" fmla="*/ 1462992 h 2767298"/>
              <a:gd name="connsiteX10851" fmla="*/ 3331909 w 4752801"/>
              <a:gd name="connsiteY10851" fmla="*/ 1462992 h 2767298"/>
              <a:gd name="connsiteX10852" fmla="*/ 3330695 w 4752801"/>
              <a:gd name="connsiteY10852" fmla="*/ 1460968 h 2767298"/>
              <a:gd name="connsiteX10853" fmla="*/ 3291023 w 4752801"/>
              <a:gd name="connsiteY10853" fmla="*/ 1458944 h 2767298"/>
              <a:gd name="connsiteX10854" fmla="*/ 3293452 w 4752801"/>
              <a:gd name="connsiteY10854" fmla="*/ 1458944 h 2767298"/>
              <a:gd name="connsiteX10855" fmla="*/ 3294667 w 4752801"/>
              <a:gd name="connsiteY10855" fmla="*/ 1460968 h 2767298"/>
              <a:gd name="connsiteX10856" fmla="*/ 3293452 w 4752801"/>
              <a:gd name="connsiteY10856" fmla="*/ 1462992 h 2767298"/>
              <a:gd name="connsiteX10857" fmla="*/ 3291023 w 4752801"/>
              <a:gd name="connsiteY10857" fmla="*/ 1462992 h 2767298"/>
              <a:gd name="connsiteX10858" fmla="*/ 3289809 w 4752801"/>
              <a:gd name="connsiteY10858" fmla="*/ 1460968 h 2767298"/>
              <a:gd name="connsiteX10859" fmla="*/ 3695431 w 4752801"/>
              <a:gd name="connsiteY10859" fmla="*/ 1458539 h 2767298"/>
              <a:gd name="connsiteX10860" fmla="*/ 3698264 w 4752801"/>
              <a:gd name="connsiteY10860" fmla="*/ 1458539 h 2767298"/>
              <a:gd name="connsiteX10861" fmla="*/ 3699479 w 4752801"/>
              <a:gd name="connsiteY10861" fmla="*/ 1460968 h 2767298"/>
              <a:gd name="connsiteX10862" fmla="*/ 3698264 w 4752801"/>
              <a:gd name="connsiteY10862" fmla="*/ 1463397 h 2767298"/>
              <a:gd name="connsiteX10863" fmla="*/ 3695431 w 4752801"/>
              <a:gd name="connsiteY10863" fmla="*/ 1463397 h 2767298"/>
              <a:gd name="connsiteX10864" fmla="*/ 3694216 w 4752801"/>
              <a:gd name="connsiteY10864" fmla="*/ 1460968 h 2767298"/>
              <a:gd name="connsiteX10865" fmla="*/ 3654950 w 4752801"/>
              <a:gd name="connsiteY10865" fmla="*/ 1458539 h 2767298"/>
              <a:gd name="connsiteX10866" fmla="*/ 3657783 w 4752801"/>
              <a:gd name="connsiteY10866" fmla="*/ 1458539 h 2767298"/>
              <a:gd name="connsiteX10867" fmla="*/ 3658998 w 4752801"/>
              <a:gd name="connsiteY10867" fmla="*/ 1460968 h 2767298"/>
              <a:gd name="connsiteX10868" fmla="*/ 3657783 w 4752801"/>
              <a:gd name="connsiteY10868" fmla="*/ 1463397 h 2767298"/>
              <a:gd name="connsiteX10869" fmla="*/ 3654950 w 4752801"/>
              <a:gd name="connsiteY10869" fmla="*/ 1463397 h 2767298"/>
              <a:gd name="connsiteX10870" fmla="*/ 3653735 w 4752801"/>
              <a:gd name="connsiteY10870" fmla="*/ 1460968 h 2767298"/>
              <a:gd name="connsiteX10871" fmla="*/ 3573987 w 4752801"/>
              <a:gd name="connsiteY10871" fmla="*/ 1458539 h 2767298"/>
              <a:gd name="connsiteX10872" fmla="*/ 3576820 w 4752801"/>
              <a:gd name="connsiteY10872" fmla="*/ 1458539 h 2767298"/>
              <a:gd name="connsiteX10873" fmla="*/ 3578035 w 4752801"/>
              <a:gd name="connsiteY10873" fmla="*/ 1460968 h 2767298"/>
              <a:gd name="connsiteX10874" fmla="*/ 3576820 w 4752801"/>
              <a:gd name="connsiteY10874" fmla="*/ 1463397 h 2767298"/>
              <a:gd name="connsiteX10875" fmla="*/ 3573987 w 4752801"/>
              <a:gd name="connsiteY10875" fmla="*/ 1463397 h 2767298"/>
              <a:gd name="connsiteX10876" fmla="*/ 3572772 w 4752801"/>
              <a:gd name="connsiteY10876" fmla="*/ 1460968 h 2767298"/>
              <a:gd name="connsiteX10877" fmla="*/ 3533506 w 4752801"/>
              <a:gd name="connsiteY10877" fmla="*/ 1458539 h 2767298"/>
              <a:gd name="connsiteX10878" fmla="*/ 3536339 w 4752801"/>
              <a:gd name="connsiteY10878" fmla="*/ 1458539 h 2767298"/>
              <a:gd name="connsiteX10879" fmla="*/ 3537554 w 4752801"/>
              <a:gd name="connsiteY10879" fmla="*/ 1460968 h 2767298"/>
              <a:gd name="connsiteX10880" fmla="*/ 3536339 w 4752801"/>
              <a:gd name="connsiteY10880" fmla="*/ 1463397 h 2767298"/>
              <a:gd name="connsiteX10881" fmla="*/ 3533506 w 4752801"/>
              <a:gd name="connsiteY10881" fmla="*/ 1463397 h 2767298"/>
              <a:gd name="connsiteX10882" fmla="*/ 3532291 w 4752801"/>
              <a:gd name="connsiteY10882" fmla="*/ 1460968 h 2767298"/>
              <a:gd name="connsiteX10883" fmla="*/ 3493429 w 4752801"/>
              <a:gd name="connsiteY10883" fmla="*/ 1458539 h 2767298"/>
              <a:gd name="connsiteX10884" fmla="*/ 3496263 w 4752801"/>
              <a:gd name="connsiteY10884" fmla="*/ 1458539 h 2767298"/>
              <a:gd name="connsiteX10885" fmla="*/ 3497882 w 4752801"/>
              <a:gd name="connsiteY10885" fmla="*/ 1460968 h 2767298"/>
              <a:gd name="connsiteX10886" fmla="*/ 3496263 w 4752801"/>
              <a:gd name="connsiteY10886" fmla="*/ 1463397 h 2767298"/>
              <a:gd name="connsiteX10887" fmla="*/ 3493429 w 4752801"/>
              <a:gd name="connsiteY10887" fmla="*/ 1463397 h 2767298"/>
              <a:gd name="connsiteX10888" fmla="*/ 3491810 w 4752801"/>
              <a:gd name="connsiteY10888" fmla="*/ 1460968 h 2767298"/>
              <a:gd name="connsiteX10889" fmla="*/ 3250541 w 4752801"/>
              <a:gd name="connsiteY10889" fmla="*/ 1458539 h 2767298"/>
              <a:gd name="connsiteX10890" fmla="*/ 3253375 w 4752801"/>
              <a:gd name="connsiteY10890" fmla="*/ 1458539 h 2767298"/>
              <a:gd name="connsiteX10891" fmla="*/ 3254994 w 4752801"/>
              <a:gd name="connsiteY10891" fmla="*/ 1460968 h 2767298"/>
              <a:gd name="connsiteX10892" fmla="*/ 3253375 w 4752801"/>
              <a:gd name="connsiteY10892" fmla="*/ 1463397 h 2767298"/>
              <a:gd name="connsiteX10893" fmla="*/ 3250541 w 4752801"/>
              <a:gd name="connsiteY10893" fmla="*/ 1463397 h 2767298"/>
              <a:gd name="connsiteX10894" fmla="*/ 3248922 w 4752801"/>
              <a:gd name="connsiteY10894" fmla="*/ 1460968 h 2767298"/>
              <a:gd name="connsiteX10895" fmla="*/ 4140724 w 4752801"/>
              <a:gd name="connsiteY10895" fmla="*/ 1457730 h 2767298"/>
              <a:gd name="connsiteX10896" fmla="*/ 4144367 w 4752801"/>
              <a:gd name="connsiteY10896" fmla="*/ 1457730 h 2767298"/>
              <a:gd name="connsiteX10897" fmla="*/ 4146392 w 4752801"/>
              <a:gd name="connsiteY10897" fmla="*/ 1460968 h 2767298"/>
              <a:gd name="connsiteX10898" fmla="*/ 4144367 w 4752801"/>
              <a:gd name="connsiteY10898" fmla="*/ 1464207 h 2767298"/>
              <a:gd name="connsiteX10899" fmla="*/ 4140724 w 4752801"/>
              <a:gd name="connsiteY10899" fmla="*/ 1464207 h 2767298"/>
              <a:gd name="connsiteX10900" fmla="*/ 4138700 w 4752801"/>
              <a:gd name="connsiteY10900" fmla="*/ 1460968 h 2767298"/>
              <a:gd name="connsiteX10901" fmla="*/ 3735912 w 4752801"/>
              <a:gd name="connsiteY10901" fmla="*/ 1457730 h 2767298"/>
              <a:gd name="connsiteX10902" fmla="*/ 3739555 w 4752801"/>
              <a:gd name="connsiteY10902" fmla="*/ 1457730 h 2767298"/>
              <a:gd name="connsiteX10903" fmla="*/ 3741580 w 4752801"/>
              <a:gd name="connsiteY10903" fmla="*/ 1460968 h 2767298"/>
              <a:gd name="connsiteX10904" fmla="*/ 3739555 w 4752801"/>
              <a:gd name="connsiteY10904" fmla="*/ 1464207 h 2767298"/>
              <a:gd name="connsiteX10905" fmla="*/ 3735912 w 4752801"/>
              <a:gd name="connsiteY10905" fmla="*/ 1464207 h 2767298"/>
              <a:gd name="connsiteX10906" fmla="*/ 3733888 w 4752801"/>
              <a:gd name="connsiteY10906" fmla="*/ 1460968 h 2767298"/>
              <a:gd name="connsiteX10907" fmla="*/ 3209251 w 4752801"/>
              <a:gd name="connsiteY10907" fmla="*/ 1457730 h 2767298"/>
              <a:gd name="connsiteX10908" fmla="*/ 3213299 w 4752801"/>
              <a:gd name="connsiteY10908" fmla="*/ 1457730 h 2767298"/>
              <a:gd name="connsiteX10909" fmla="*/ 3215323 w 4752801"/>
              <a:gd name="connsiteY10909" fmla="*/ 1460968 h 2767298"/>
              <a:gd name="connsiteX10910" fmla="*/ 3213299 w 4752801"/>
              <a:gd name="connsiteY10910" fmla="*/ 1464207 h 2767298"/>
              <a:gd name="connsiteX10911" fmla="*/ 3209251 w 4752801"/>
              <a:gd name="connsiteY10911" fmla="*/ 1464207 h 2767298"/>
              <a:gd name="connsiteX10912" fmla="*/ 3207227 w 4752801"/>
              <a:gd name="connsiteY10912" fmla="*/ 1460968 h 2767298"/>
              <a:gd name="connsiteX10913" fmla="*/ 4586018 w 4752801"/>
              <a:gd name="connsiteY10913" fmla="*/ 1457325 h 2767298"/>
              <a:gd name="connsiteX10914" fmla="*/ 4589257 w 4752801"/>
              <a:gd name="connsiteY10914" fmla="*/ 1457325 h 2767298"/>
              <a:gd name="connsiteX10915" fmla="*/ 4590471 w 4752801"/>
              <a:gd name="connsiteY10915" fmla="*/ 1457730 h 2767298"/>
              <a:gd name="connsiteX10916" fmla="*/ 4592091 w 4752801"/>
              <a:gd name="connsiteY10916" fmla="*/ 1460563 h 2767298"/>
              <a:gd name="connsiteX10917" fmla="*/ 4592091 w 4752801"/>
              <a:gd name="connsiteY10917" fmla="*/ 1461778 h 2767298"/>
              <a:gd name="connsiteX10918" fmla="*/ 4590471 w 4752801"/>
              <a:gd name="connsiteY10918" fmla="*/ 1464612 h 2767298"/>
              <a:gd name="connsiteX10919" fmla="*/ 4589257 w 4752801"/>
              <a:gd name="connsiteY10919" fmla="*/ 1465421 h 2767298"/>
              <a:gd name="connsiteX10920" fmla="*/ 4586018 w 4752801"/>
              <a:gd name="connsiteY10920" fmla="*/ 1465421 h 2767298"/>
              <a:gd name="connsiteX10921" fmla="*/ 4584804 w 4752801"/>
              <a:gd name="connsiteY10921" fmla="*/ 1464612 h 2767298"/>
              <a:gd name="connsiteX10922" fmla="*/ 4583185 w 4752801"/>
              <a:gd name="connsiteY10922" fmla="*/ 1461778 h 2767298"/>
              <a:gd name="connsiteX10923" fmla="*/ 4583185 w 4752801"/>
              <a:gd name="connsiteY10923" fmla="*/ 1460563 h 2767298"/>
              <a:gd name="connsiteX10924" fmla="*/ 4584804 w 4752801"/>
              <a:gd name="connsiteY10924" fmla="*/ 1457730 h 2767298"/>
              <a:gd name="connsiteX10925" fmla="*/ 4586018 w 4752801"/>
              <a:gd name="connsiteY10925" fmla="*/ 1457325 h 2767298"/>
              <a:gd name="connsiteX10926" fmla="*/ 4545133 w 4752801"/>
              <a:gd name="connsiteY10926" fmla="*/ 1457325 h 2767298"/>
              <a:gd name="connsiteX10927" fmla="*/ 4548776 w 4752801"/>
              <a:gd name="connsiteY10927" fmla="*/ 1457325 h 2767298"/>
              <a:gd name="connsiteX10928" fmla="*/ 4549990 w 4752801"/>
              <a:gd name="connsiteY10928" fmla="*/ 1457730 h 2767298"/>
              <a:gd name="connsiteX10929" fmla="*/ 4551609 w 4752801"/>
              <a:gd name="connsiteY10929" fmla="*/ 1460563 h 2767298"/>
              <a:gd name="connsiteX10930" fmla="*/ 4551609 w 4752801"/>
              <a:gd name="connsiteY10930" fmla="*/ 1461778 h 2767298"/>
              <a:gd name="connsiteX10931" fmla="*/ 4549990 w 4752801"/>
              <a:gd name="connsiteY10931" fmla="*/ 1464612 h 2767298"/>
              <a:gd name="connsiteX10932" fmla="*/ 4548776 w 4752801"/>
              <a:gd name="connsiteY10932" fmla="*/ 1465016 h 2767298"/>
              <a:gd name="connsiteX10933" fmla="*/ 4545133 w 4752801"/>
              <a:gd name="connsiteY10933" fmla="*/ 1465016 h 2767298"/>
              <a:gd name="connsiteX10934" fmla="*/ 4543918 w 4752801"/>
              <a:gd name="connsiteY10934" fmla="*/ 1464612 h 2767298"/>
              <a:gd name="connsiteX10935" fmla="*/ 4542299 w 4752801"/>
              <a:gd name="connsiteY10935" fmla="*/ 1461778 h 2767298"/>
              <a:gd name="connsiteX10936" fmla="*/ 4542299 w 4752801"/>
              <a:gd name="connsiteY10936" fmla="*/ 1460563 h 2767298"/>
              <a:gd name="connsiteX10937" fmla="*/ 4543918 w 4752801"/>
              <a:gd name="connsiteY10937" fmla="*/ 1457730 h 2767298"/>
              <a:gd name="connsiteX10938" fmla="*/ 4545133 w 4752801"/>
              <a:gd name="connsiteY10938" fmla="*/ 1457325 h 2767298"/>
              <a:gd name="connsiteX10939" fmla="*/ 4505055 w 4752801"/>
              <a:gd name="connsiteY10939" fmla="*/ 1457325 h 2767298"/>
              <a:gd name="connsiteX10940" fmla="*/ 4508294 w 4752801"/>
              <a:gd name="connsiteY10940" fmla="*/ 1457325 h 2767298"/>
              <a:gd name="connsiteX10941" fmla="*/ 4509508 w 4752801"/>
              <a:gd name="connsiteY10941" fmla="*/ 1457730 h 2767298"/>
              <a:gd name="connsiteX10942" fmla="*/ 4511128 w 4752801"/>
              <a:gd name="connsiteY10942" fmla="*/ 1460563 h 2767298"/>
              <a:gd name="connsiteX10943" fmla="*/ 4511128 w 4752801"/>
              <a:gd name="connsiteY10943" fmla="*/ 1461778 h 2767298"/>
              <a:gd name="connsiteX10944" fmla="*/ 4509508 w 4752801"/>
              <a:gd name="connsiteY10944" fmla="*/ 1464612 h 2767298"/>
              <a:gd name="connsiteX10945" fmla="*/ 4508294 w 4752801"/>
              <a:gd name="connsiteY10945" fmla="*/ 1465016 h 2767298"/>
              <a:gd name="connsiteX10946" fmla="*/ 4505055 w 4752801"/>
              <a:gd name="connsiteY10946" fmla="*/ 1465016 h 2767298"/>
              <a:gd name="connsiteX10947" fmla="*/ 4503841 w 4752801"/>
              <a:gd name="connsiteY10947" fmla="*/ 1464612 h 2767298"/>
              <a:gd name="connsiteX10948" fmla="*/ 4502222 w 4752801"/>
              <a:gd name="connsiteY10948" fmla="*/ 1461778 h 2767298"/>
              <a:gd name="connsiteX10949" fmla="*/ 4502222 w 4752801"/>
              <a:gd name="connsiteY10949" fmla="*/ 1460563 h 2767298"/>
              <a:gd name="connsiteX10950" fmla="*/ 4503841 w 4752801"/>
              <a:gd name="connsiteY10950" fmla="*/ 1457730 h 2767298"/>
              <a:gd name="connsiteX10951" fmla="*/ 4505055 w 4752801"/>
              <a:gd name="connsiteY10951" fmla="*/ 1457325 h 2767298"/>
              <a:gd name="connsiteX10952" fmla="*/ 4099434 w 4752801"/>
              <a:gd name="connsiteY10952" fmla="*/ 1457325 h 2767298"/>
              <a:gd name="connsiteX10953" fmla="*/ 4103887 w 4752801"/>
              <a:gd name="connsiteY10953" fmla="*/ 1457325 h 2767298"/>
              <a:gd name="connsiteX10954" fmla="*/ 4105911 w 4752801"/>
              <a:gd name="connsiteY10954" fmla="*/ 1460968 h 2767298"/>
              <a:gd name="connsiteX10955" fmla="*/ 4103887 w 4752801"/>
              <a:gd name="connsiteY10955" fmla="*/ 1464612 h 2767298"/>
              <a:gd name="connsiteX10956" fmla="*/ 4099434 w 4752801"/>
              <a:gd name="connsiteY10956" fmla="*/ 1464612 h 2767298"/>
              <a:gd name="connsiteX10957" fmla="*/ 4097410 w 4752801"/>
              <a:gd name="connsiteY10957" fmla="*/ 1460968 h 2767298"/>
              <a:gd name="connsiteX10958" fmla="*/ 4059358 w 4752801"/>
              <a:gd name="connsiteY10958" fmla="*/ 1457325 h 2767298"/>
              <a:gd name="connsiteX10959" fmla="*/ 4063001 w 4752801"/>
              <a:gd name="connsiteY10959" fmla="*/ 1457325 h 2767298"/>
              <a:gd name="connsiteX10960" fmla="*/ 4064215 w 4752801"/>
              <a:gd name="connsiteY10960" fmla="*/ 1457730 h 2767298"/>
              <a:gd name="connsiteX10961" fmla="*/ 4065834 w 4752801"/>
              <a:gd name="connsiteY10961" fmla="*/ 1460563 h 2767298"/>
              <a:gd name="connsiteX10962" fmla="*/ 4065834 w 4752801"/>
              <a:gd name="connsiteY10962" fmla="*/ 1461778 h 2767298"/>
              <a:gd name="connsiteX10963" fmla="*/ 4064215 w 4752801"/>
              <a:gd name="connsiteY10963" fmla="*/ 1464612 h 2767298"/>
              <a:gd name="connsiteX10964" fmla="*/ 4063001 w 4752801"/>
              <a:gd name="connsiteY10964" fmla="*/ 1465016 h 2767298"/>
              <a:gd name="connsiteX10965" fmla="*/ 4059358 w 4752801"/>
              <a:gd name="connsiteY10965" fmla="*/ 1465016 h 2767298"/>
              <a:gd name="connsiteX10966" fmla="*/ 4058143 w 4752801"/>
              <a:gd name="connsiteY10966" fmla="*/ 1464612 h 2767298"/>
              <a:gd name="connsiteX10967" fmla="*/ 4056524 w 4752801"/>
              <a:gd name="connsiteY10967" fmla="*/ 1461778 h 2767298"/>
              <a:gd name="connsiteX10968" fmla="*/ 4056524 w 4752801"/>
              <a:gd name="connsiteY10968" fmla="*/ 1460563 h 2767298"/>
              <a:gd name="connsiteX10969" fmla="*/ 4058143 w 4752801"/>
              <a:gd name="connsiteY10969" fmla="*/ 1457730 h 2767298"/>
              <a:gd name="connsiteX10970" fmla="*/ 4059358 w 4752801"/>
              <a:gd name="connsiteY10970" fmla="*/ 1457325 h 2767298"/>
              <a:gd name="connsiteX10971" fmla="*/ 4019280 w 4752801"/>
              <a:gd name="connsiteY10971" fmla="*/ 1457325 h 2767298"/>
              <a:gd name="connsiteX10972" fmla="*/ 4022519 w 4752801"/>
              <a:gd name="connsiteY10972" fmla="*/ 1457325 h 2767298"/>
              <a:gd name="connsiteX10973" fmla="*/ 4023733 w 4752801"/>
              <a:gd name="connsiteY10973" fmla="*/ 1457730 h 2767298"/>
              <a:gd name="connsiteX10974" fmla="*/ 4025353 w 4752801"/>
              <a:gd name="connsiteY10974" fmla="*/ 1460563 h 2767298"/>
              <a:gd name="connsiteX10975" fmla="*/ 4025353 w 4752801"/>
              <a:gd name="connsiteY10975" fmla="*/ 1461778 h 2767298"/>
              <a:gd name="connsiteX10976" fmla="*/ 4023733 w 4752801"/>
              <a:gd name="connsiteY10976" fmla="*/ 1464612 h 2767298"/>
              <a:gd name="connsiteX10977" fmla="*/ 4022519 w 4752801"/>
              <a:gd name="connsiteY10977" fmla="*/ 1465421 h 2767298"/>
              <a:gd name="connsiteX10978" fmla="*/ 4019280 w 4752801"/>
              <a:gd name="connsiteY10978" fmla="*/ 1465421 h 2767298"/>
              <a:gd name="connsiteX10979" fmla="*/ 4018066 w 4752801"/>
              <a:gd name="connsiteY10979" fmla="*/ 1464612 h 2767298"/>
              <a:gd name="connsiteX10980" fmla="*/ 4016447 w 4752801"/>
              <a:gd name="connsiteY10980" fmla="*/ 1461778 h 2767298"/>
              <a:gd name="connsiteX10981" fmla="*/ 4016447 w 4752801"/>
              <a:gd name="connsiteY10981" fmla="*/ 1460563 h 2767298"/>
              <a:gd name="connsiteX10982" fmla="*/ 4018066 w 4752801"/>
              <a:gd name="connsiteY10982" fmla="*/ 1457730 h 2767298"/>
              <a:gd name="connsiteX10983" fmla="*/ 4019280 w 4752801"/>
              <a:gd name="connsiteY10983" fmla="*/ 1457325 h 2767298"/>
              <a:gd name="connsiteX10984" fmla="*/ 3897837 w 4752801"/>
              <a:gd name="connsiteY10984" fmla="*/ 1457325 h 2767298"/>
              <a:gd name="connsiteX10985" fmla="*/ 3901076 w 4752801"/>
              <a:gd name="connsiteY10985" fmla="*/ 1457325 h 2767298"/>
              <a:gd name="connsiteX10986" fmla="*/ 3902290 w 4752801"/>
              <a:gd name="connsiteY10986" fmla="*/ 1457730 h 2767298"/>
              <a:gd name="connsiteX10987" fmla="*/ 3903910 w 4752801"/>
              <a:gd name="connsiteY10987" fmla="*/ 1460563 h 2767298"/>
              <a:gd name="connsiteX10988" fmla="*/ 3903910 w 4752801"/>
              <a:gd name="connsiteY10988" fmla="*/ 1461778 h 2767298"/>
              <a:gd name="connsiteX10989" fmla="*/ 3902290 w 4752801"/>
              <a:gd name="connsiteY10989" fmla="*/ 1464612 h 2767298"/>
              <a:gd name="connsiteX10990" fmla="*/ 3901076 w 4752801"/>
              <a:gd name="connsiteY10990" fmla="*/ 1465421 h 2767298"/>
              <a:gd name="connsiteX10991" fmla="*/ 3897837 w 4752801"/>
              <a:gd name="connsiteY10991" fmla="*/ 1465421 h 2767298"/>
              <a:gd name="connsiteX10992" fmla="*/ 3896623 w 4752801"/>
              <a:gd name="connsiteY10992" fmla="*/ 1464612 h 2767298"/>
              <a:gd name="connsiteX10993" fmla="*/ 3895004 w 4752801"/>
              <a:gd name="connsiteY10993" fmla="*/ 1461778 h 2767298"/>
              <a:gd name="connsiteX10994" fmla="*/ 3895004 w 4752801"/>
              <a:gd name="connsiteY10994" fmla="*/ 1460563 h 2767298"/>
              <a:gd name="connsiteX10995" fmla="*/ 3896623 w 4752801"/>
              <a:gd name="connsiteY10995" fmla="*/ 1457730 h 2767298"/>
              <a:gd name="connsiteX10996" fmla="*/ 3897837 w 4752801"/>
              <a:gd name="connsiteY10996" fmla="*/ 1457325 h 2767298"/>
              <a:gd name="connsiteX10997" fmla="*/ 3856546 w 4752801"/>
              <a:gd name="connsiteY10997" fmla="*/ 1457325 h 2767298"/>
              <a:gd name="connsiteX10998" fmla="*/ 3860999 w 4752801"/>
              <a:gd name="connsiteY10998" fmla="*/ 1457325 h 2767298"/>
              <a:gd name="connsiteX10999" fmla="*/ 3863023 w 4752801"/>
              <a:gd name="connsiteY10999" fmla="*/ 1460968 h 2767298"/>
              <a:gd name="connsiteX11000" fmla="*/ 3860999 w 4752801"/>
              <a:gd name="connsiteY11000" fmla="*/ 1464612 h 2767298"/>
              <a:gd name="connsiteX11001" fmla="*/ 3856546 w 4752801"/>
              <a:gd name="connsiteY11001" fmla="*/ 1464612 h 2767298"/>
              <a:gd name="connsiteX11002" fmla="*/ 3854522 w 4752801"/>
              <a:gd name="connsiteY11002" fmla="*/ 1460968 h 2767298"/>
              <a:gd name="connsiteX11003" fmla="*/ 3816470 w 4752801"/>
              <a:gd name="connsiteY11003" fmla="*/ 1457325 h 2767298"/>
              <a:gd name="connsiteX11004" fmla="*/ 3820518 w 4752801"/>
              <a:gd name="connsiteY11004" fmla="*/ 1457325 h 2767298"/>
              <a:gd name="connsiteX11005" fmla="*/ 3822542 w 4752801"/>
              <a:gd name="connsiteY11005" fmla="*/ 1460968 h 2767298"/>
              <a:gd name="connsiteX11006" fmla="*/ 3820518 w 4752801"/>
              <a:gd name="connsiteY11006" fmla="*/ 1464612 h 2767298"/>
              <a:gd name="connsiteX11007" fmla="*/ 3816470 w 4752801"/>
              <a:gd name="connsiteY11007" fmla="*/ 1464612 h 2767298"/>
              <a:gd name="connsiteX11008" fmla="*/ 3814446 w 4752801"/>
              <a:gd name="connsiteY11008" fmla="*/ 1460968 h 2767298"/>
              <a:gd name="connsiteX11009" fmla="*/ 3775584 w 4752801"/>
              <a:gd name="connsiteY11009" fmla="*/ 1457325 h 2767298"/>
              <a:gd name="connsiteX11010" fmla="*/ 3780037 w 4752801"/>
              <a:gd name="connsiteY11010" fmla="*/ 1457325 h 2767298"/>
              <a:gd name="connsiteX11011" fmla="*/ 3782061 w 4752801"/>
              <a:gd name="connsiteY11011" fmla="*/ 1460968 h 2767298"/>
              <a:gd name="connsiteX11012" fmla="*/ 3780037 w 4752801"/>
              <a:gd name="connsiteY11012" fmla="*/ 1464612 h 2767298"/>
              <a:gd name="connsiteX11013" fmla="*/ 3775584 w 4752801"/>
              <a:gd name="connsiteY11013" fmla="*/ 1464612 h 2767298"/>
              <a:gd name="connsiteX11014" fmla="*/ 3773560 w 4752801"/>
              <a:gd name="connsiteY11014" fmla="*/ 1460968 h 2767298"/>
              <a:gd name="connsiteX11015" fmla="*/ 4302649 w 4752801"/>
              <a:gd name="connsiteY11015" fmla="*/ 1456920 h 2767298"/>
              <a:gd name="connsiteX11016" fmla="*/ 4305888 w 4752801"/>
              <a:gd name="connsiteY11016" fmla="*/ 1456920 h 2767298"/>
              <a:gd name="connsiteX11017" fmla="*/ 4307102 w 4752801"/>
              <a:gd name="connsiteY11017" fmla="*/ 1457730 h 2767298"/>
              <a:gd name="connsiteX11018" fmla="*/ 4308722 w 4752801"/>
              <a:gd name="connsiteY11018" fmla="*/ 1460563 h 2767298"/>
              <a:gd name="connsiteX11019" fmla="*/ 4308722 w 4752801"/>
              <a:gd name="connsiteY11019" fmla="*/ 1461778 h 2767298"/>
              <a:gd name="connsiteX11020" fmla="*/ 4307102 w 4752801"/>
              <a:gd name="connsiteY11020" fmla="*/ 1464612 h 2767298"/>
              <a:gd name="connsiteX11021" fmla="*/ 4305888 w 4752801"/>
              <a:gd name="connsiteY11021" fmla="*/ 1465421 h 2767298"/>
              <a:gd name="connsiteX11022" fmla="*/ 4302649 w 4752801"/>
              <a:gd name="connsiteY11022" fmla="*/ 1465421 h 2767298"/>
              <a:gd name="connsiteX11023" fmla="*/ 4301435 w 4752801"/>
              <a:gd name="connsiteY11023" fmla="*/ 1464612 h 2767298"/>
              <a:gd name="connsiteX11024" fmla="*/ 4299816 w 4752801"/>
              <a:gd name="connsiteY11024" fmla="*/ 1461778 h 2767298"/>
              <a:gd name="connsiteX11025" fmla="*/ 4299816 w 4752801"/>
              <a:gd name="connsiteY11025" fmla="*/ 1460563 h 2767298"/>
              <a:gd name="connsiteX11026" fmla="*/ 4301435 w 4752801"/>
              <a:gd name="connsiteY11026" fmla="*/ 1457730 h 2767298"/>
              <a:gd name="connsiteX11027" fmla="*/ 4302649 w 4752801"/>
              <a:gd name="connsiteY11027" fmla="*/ 1456920 h 2767298"/>
              <a:gd name="connsiteX11028" fmla="*/ 4262168 w 4752801"/>
              <a:gd name="connsiteY11028" fmla="*/ 1456920 h 2767298"/>
              <a:gd name="connsiteX11029" fmla="*/ 4265407 w 4752801"/>
              <a:gd name="connsiteY11029" fmla="*/ 1456920 h 2767298"/>
              <a:gd name="connsiteX11030" fmla="*/ 4266621 w 4752801"/>
              <a:gd name="connsiteY11030" fmla="*/ 1457730 h 2767298"/>
              <a:gd name="connsiteX11031" fmla="*/ 4268241 w 4752801"/>
              <a:gd name="connsiteY11031" fmla="*/ 1460563 h 2767298"/>
              <a:gd name="connsiteX11032" fmla="*/ 4268241 w 4752801"/>
              <a:gd name="connsiteY11032" fmla="*/ 1461778 h 2767298"/>
              <a:gd name="connsiteX11033" fmla="*/ 4266621 w 4752801"/>
              <a:gd name="connsiteY11033" fmla="*/ 1464612 h 2767298"/>
              <a:gd name="connsiteX11034" fmla="*/ 4265407 w 4752801"/>
              <a:gd name="connsiteY11034" fmla="*/ 1465421 h 2767298"/>
              <a:gd name="connsiteX11035" fmla="*/ 4262168 w 4752801"/>
              <a:gd name="connsiteY11035" fmla="*/ 1465421 h 2767298"/>
              <a:gd name="connsiteX11036" fmla="*/ 4260954 w 4752801"/>
              <a:gd name="connsiteY11036" fmla="*/ 1464612 h 2767298"/>
              <a:gd name="connsiteX11037" fmla="*/ 4259335 w 4752801"/>
              <a:gd name="connsiteY11037" fmla="*/ 1461778 h 2767298"/>
              <a:gd name="connsiteX11038" fmla="*/ 4259335 w 4752801"/>
              <a:gd name="connsiteY11038" fmla="*/ 1460563 h 2767298"/>
              <a:gd name="connsiteX11039" fmla="*/ 4260954 w 4752801"/>
              <a:gd name="connsiteY11039" fmla="*/ 1457730 h 2767298"/>
              <a:gd name="connsiteX11040" fmla="*/ 4262168 w 4752801"/>
              <a:gd name="connsiteY11040" fmla="*/ 1456920 h 2767298"/>
              <a:gd name="connsiteX11041" fmla="*/ 4181205 w 4752801"/>
              <a:gd name="connsiteY11041" fmla="*/ 1456920 h 2767298"/>
              <a:gd name="connsiteX11042" fmla="*/ 4184444 w 4752801"/>
              <a:gd name="connsiteY11042" fmla="*/ 1456920 h 2767298"/>
              <a:gd name="connsiteX11043" fmla="*/ 4185658 w 4752801"/>
              <a:gd name="connsiteY11043" fmla="*/ 1457730 h 2767298"/>
              <a:gd name="connsiteX11044" fmla="*/ 4187278 w 4752801"/>
              <a:gd name="connsiteY11044" fmla="*/ 1460563 h 2767298"/>
              <a:gd name="connsiteX11045" fmla="*/ 4187278 w 4752801"/>
              <a:gd name="connsiteY11045" fmla="*/ 1461778 h 2767298"/>
              <a:gd name="connsiteX11046" fmla="*/ 4185658 w 4752801"/>
              <a:gd name="connsiteY11046" fmla="*/ 1464612 h 2767298"/>
              <a:gd name="connsiteX11047" fmla="*/ 4184444 w 4752801"/>
              <a:gd name="connsiteY11047" fmla="*/ 1465421 h 2767298"/>
              <a:gd name="connsiteX11048" fmla="*/ 4181205 w 4752801"/>
              <a:gd name="connsiteY11048" fmla="*/ 1465421 h 2767298"/>
              <a:gd name="connsiteX11049" fmla="*/ 4179991 w 4752801"/>
              <a:gd name="connsiteY11049" fmla="*/ 1464612 h 2767298"/>
              <a:gd name="connsiteX11050" fmla="*/ 4178372 w 4752801"/>
              <a:gd name="connsiteY11050" fmla="*/ 1461778 h 2767298"/>
              <a:gd name="connsiteX11051" fmla="*/ 4178372 w 4752801"/>
              <a:gd name="connsiteY11051" fmla="*/ 1460563 h 2767298"/>
              <a:gd name="connsiteX11052" fmla="*/ 4179991 w 4752801"/>
              <a:gd name="connsiteY11052" fmla="*/ 1457730 h 2767298"/>
              <a:gd name="connsiteX11053" fmla="*/ 4181205 w 4752801"/>
              <a:gd name="connsiteY11053" fmla="*/ 1456920 h 2767298"/>
              <a:gd name="connsiteX11054" fmla="*/ 3937914 w 4752801"/>
              <a:gd name="connsiteY11054" fmla="*/ 1456920 h 2767298"/>
              <a:gd name="connsiteX11055" fmla="*/ 3941557 w 4752801"/>
              <a:gd name="connsiteY11055" fmla="*/ 1456920 h 2767298"/>
              <a:gd name="connsiteX11056" fmla="*/ 3942771 w 4752801"/>
              <a:gd name="connsiteY11056" fmla="*/ 1457730 h 2767298"/>
              <a:gd name="connsiteX11057" fmla="*/ 3944390 w 4752801"/>
              <a:gd name="connsiteY11057" fmla="*/ 1460563 h 2767298"/>
              <a:gd name="connsiteX11058" fmla="*/ 3944390 w 4752801"/>
              <a:gd name="connsiteY11058" fmla="*/ 1461778 h 2767298"/>
              <a:gd name="connsiteX11059" fmla="*/ 3942771 w 4752801"/>
              <a:gd name="connsiteY11059" fmla="*/ 1464612 h 2767298"/>
              <a:gd name="connsiteX11060" fmla="*/ 3941557 w 4752801"/>
              <a:gd name="connsiteY11060" fmla="*/ 1465421 h 2767298"/>
              <a:gd name="connsiteX11061" fmla="*/ 3937914 w 4752801"/>
              <a:gd name="connsiteY11061" fmla="*/ 1465421 h 2767298"/>
              <a:gd name="connsiteX11062" fmla="*/ 3936699 w 4752801"/>
              <a:gd name="connsiteY11062" fmla="*/ 1464612 h 2767298"/>
              <a:gd name="connsiteX11063" fmla="*/ 3935080 w 4752801"/>
              <a:gd name="connsiteY11063" fmla="*/ 1461778 h 2767298"/>
              <a:gd name="connsiteX11064" fmla="*/ 3935080 w 4752801"/>
              <a:gd name="connsiteY11064" fmla="*/ 1460563 h 2767298"/>
              <a:gd name="connsiteX11065" fmla="*/ 3936699 w 4752801"/>
              <a:gd name="connsiteY11065" fmla="*/ 1457730 h 2767298"/>
              <a:gd name="connsiteX11066" fmla="*/ 3937914 w 4752801"/>
              <a:gd name="connsiteY11066" fmla="*/ 1456920 h 2767298"/>
              <a:gd name="connsiteX11067" fmla="*/ 3168770 w 4752801"/>
              <a:gd name="connsiteY11067" fmla="*/ 1456920 h 2767298"/>
              <a:gd name="connsiteX11068" fmla="*/ 3173223 w 4752801"/>
              <a:gd name="connsiteY11068" fmla="*/ 1456920 h 2767298"/>
              <a:gd name="connsiteX11069" fmla="*/ 3175651 w 4752801"/>
              <a:gd name="connsiteY11069" fmla="*/ 1460968 h 2767298"/>
              <a:gd name="connsiteX11070" fmla="*/ 3173223 w 4752801"/>
              <a:gd name="connsiteY11070" fmla="*/ 1465016 h 2767298"/>
              <a:gd name="connsiteX11071" fmla="*/ 3168770 w 4752801"/>
              <a:gd name="connsiteY11071" fmla="*/ 1465016 h 2767298"/>
              <a:gd name="connsiteX11072" fmla="*/ 3166341 w 4752801"/>
              <a:gd name="connsiteY11072" fmla="*/ 1460968 h 2767298"/>
              <a:gd name="connsiteX11073" fmla="*/ 4464170 w 4752801"/>
              <a:gd name="connsiteY11073" fmla="*/ 1456515 h 2767298"/>
              <a:gd name="connsiteX11074" fmla="*/ 4467814 w 4752801"/>
              <a:gd name="connsiteY11074" fmla="*/ 1456515 h 2767298"/>
              <a:gd name="connsiteX11075" fmla="*/ 4469028 w 4752801"/>
              <a:gd name="connsiteY11075" fmla="*/ 1457325 h 2767298"/>
              <a:gd name="connsiteX11076" fmla="*/ 4471052 w 4752801"/>
              <a:gd name="connsiteY11076" fmla="*/ 1460563 h 2767298"/>
              <a:gd name="connsiteX11077" fmla="*/ 4471052 w 4752801"/>
              <a:gd name="connsiteY11077" fmla="*/ 1461778 h 2767298"/>
              <a:gd name="connsiteX11078" fmla="*/ 4469028 w 4752801"/>
              <a:gd name="connsiteY11078" fmla="*/ 1465016 h 2767298"/>
              <a:gd name="connsiteX11079" fmla="*/ 4467814 w 4752801"/>
              <a:gd name="connsiteY11079" fmla="*/ 1465016 h 2767298"/>
              <a:gd name="connsiteX11080" fmla="*/ 4464170 w 4752801"/>
              <a:gd name="connsiteY11080" fmla="*/ 1465016 h 2767298"/>
              <a:gd name="connsiteX11081" fmla="*/ 4462956 w 4752801"/>
              <a:gd name="connsiteY11081" fmla="*/ 1464611 h 2767298"/>
              <a:gd name="connsiteX11082" fmla="*/ 4460932 w 4752801"/>
              <a:gd name="connsiteY11082" fmla="*/ 1461373 h 2767298"/>
              <a:gd name="connsiteX11083" fmla="*/ 4460932 w 4752801"/>
              <a:gd name="connsiteY11083" fmla="*/ 1460158 h 2767298"/>
              <a:gd name="connsiteX11084" fmla="*/ 4462956 w 4752801"/>
              <a:gd name="connsiteY11084" fmla="*/ 1456920 h 2767298"/>
              <a:gd name="connsiteX11085" fmla="*/ 4464170 w 4752801"/>
              <a:gd name="connsiteY11085" fmla="*/ 1456515 h 2767298"/>
              <a:gd name="connsiteX11086" fmla="*/ 4423688 w 4752801"/>
              <a:gd name="connsiteY11086" fmla="*/ 1456515 h 2767298"/>
              <a:gd name="connsiteX11087" fmla="*/ 4427332 w 4752801"/>
              <a:gd name="connsiteY11087" fmla="*/ 1456515 h 2767298"/>
              <a:gd name="connsiteX11088" fmla="*/ 4428546 w 4752801"/>
              <a:gd name="connsiteY11088" fmla="*/ 1457325 h 2767298"/>
              <a:gd name="connsiteX11089" fmla="*/ 4430570 w 4752801"/>
              <a:gd name="connsiteY11089" fmla="*/ 1460563 h 2767298"/>
              <a:gd name="connsiteX11090" fmla="*/ 4430570 w 4752801"/>
              <a:gd name="connsiteY11090" fmla="*/ 1461778 h 2767298"/>
              <a:gd name="connsiteX11091" fmla="*/ 4428546 w 4752801"/>
              <a:gd name="connsiteY11091" fmla="*/ 1465016 h 2767298"/>
              <a:gd name="connsiteX11092" fmla="*/ 4427332 w 4752801"/>
              <a:gd name="connsiteY11092" fmla="*/ 1465421 h 2767298"/>
              <a:gd name="connsiteX11093" fmla="*/ 4423688 w 4752801"/>
              <a:gd name="connsiteY11093" fmla="*/ 1465421 h 2767298"/>
              <a:gd name="connsiteX11094" fmla="*/ 4422474 w 4752801"/>
              <a:gd name="connsiteY11094" fmla="*/ 1465016 h 2767298"/>
              <a:gd name="connsiteX11095" fmla="*/ 4420450 w 4752801"/>
              <a:gd name="connsiteY11095" fmla="*/ 1461778 h 2767298"/>
              <a:gd name="connsiteX11096" fmla="*/ 4420450 w 4752801"/>
              <a:gd name="connsiteY11096" fmla="*/ 1460563 h 2767298"/>
              <a:gd name="connsiteX11097" fmla="*/ 4422474 w 4752801"/>
              <a:gd name="connsiteY11097" fmla="*/ 1457325 h 2767298"/>
              <a:gd name="connsiteX11098" fmla="*/ 4423688 w 4752801"/>
              <a:gd name="connsiteY11098" fmla="*/ 1456515 h 2767298"/>
              <a:gd name="connsiteX11099" fmla="*/ 4220877 w 4752801"/>
              <a:gd name="connsiteY11099" fmla="*/ 1456515 h 2767298"/>
              <a:gd name="connsiteX11100" fmla="*/ 4224925 w 4752801"/>
              <a:gd name="connsiteY11100" fmla="*/ 1456515 h 2767298"/>
              <a:gd name="connsiteX11101" fmla="*/ 4226139 w 4752801"/>
              <a:gd name="connsiteY11101" fmla="*/ 1457325 h 2767298"/>
              <a:gd name="connsiteX11102" fmla="*/ 4228164 w 4752801"/>
              <a:gd name="connsiteY11102" fmla="*/ 1460563 h 2767298"/>
              <a:gd name="connsiteX11103" fmla="*/ 4228164 w 4752801"/>
              <a:gd name="connsiteY11103" fmla="*/ 1461778 h 2767298"/>
              <a:gd name="connsiteX11104" fmla="*/ 4226139 w 4752801"/>
              <a:gd name="connsiteY11104" fmla="*/ 1465016 h 2767298"/>
              <a:gd name="connsiteX11105" fmla="*/ 4224925 w 4752801"/>
              <a:gd name="connsiteY11105" fmla="*/ 1465826 h 2767298"/>
              <a:gd name="connsiteX11106" fmla="*/ 4220877 w 4752801"/>
              <a:gd name="connsiteY11106" fmla="*/ 1465826 h 2767298"/>
              <a:gd name="connsiteX11107" fmla="*/ 4219663 w 4752801"/>
              <a:gd name="connsiteY11107" fmla="*/ 1465016 h 2767298"/>
              <a:gd name="connsiteX11108" fmla="*/ 4217639 w 4752801"/>
              <a:gd name="connsiteY11108" fmla="*/ 1461778 h 2767298"/>
              <a:gd name="connsiteX11109" fmla="*/ 4217639 w 4752801"/>
              <a:gd name="connsiteY11109" fmla="*/ 1460563 h 2767298"/>
              <a:gd name="connsiteX11110" fmla="*/ 4219663 w 4752801"/>
              <a:gd name="connsiteY11110" fmla="*/ 1457325 h 2767298"/>
              <a:gd name="connsiteX11111" fmla="*/ 4220877 w 4752801"/>
              <a:gd name="connsiteY11111" fmla="*/ 1456515 h 2767298"/>
              <a:gd name="connsiteX11112" fmla="*/ 3978395 w 4752801"/>
              <a:gd name="connsiteY11112" fmla="*/ 1456515 h 2767298"/>
              <a:gd name="connsiteX11113" fmla="*/ 3982038 w 4752801"/>
              <a:gd name="connsiteY11113" fmla="*/ 1456515 h 2767298"/>
              <a:gd name="connsiteX11114" fmla="*/ 3983252 w 4752801"/>
              <a:gd name="connsiteY11114" fmla="*/ 1456920 h 2767298"/>
              <a:gd name="connsiteX11115" fmla="*/ 3984871 w 4752801"/>
              <a:gd name="connsiteY11115" fmla="*/ 1460158 h 2767298"/>
              <a:gd name="connsiteX11116" fmla="*/ 3984871 w 4752801"/>
              <a:gd name="connsiteY11116" fmla="*/ 1461373 h 2767298"/>
              <a:gd name="connsiteX11117" fmla="*/ 3983252 w 4752801"/>
              <a:gd name="connsiteY11117" fmla="*/ 1464611 h 2767298"/>
              <a:gd name="connsiteX11118" fmla="*/ 3982038 w 4752801"/>
              <a:gd name="connsiteY11118" fmla="*/ 1465016 h 2767298"/>
              <a:gd name="connsiteX11119" fmla="*/ 3978395 w 4752801"/>
              <a:gd name="connsiteY11119" fmla="*/ 1465016 h 2767298"/>
              <a:gd name="connsiteX11120" fmla="*/ 3977180 w 4752801"/>
              <a:gd name="connsiteY11120" fmla="*/ 1464611 h 2767298"/>
              <a:gd name="connsiteX11121" fmla="*/ 3975561 w 4752801"/>
              <a:gd name="connsiteY11121" fmla="*/ 1461373 h 2767298"/>
              <a:gd name="connsiteX11122" fmla="*/ 3975561 w 4752801"/>
              <a:gd name="connsiteY11122" fmla="*/ 1460158 h 2767298"/>
              <a:gd name="connsiteX11123" fmla="*/ 3977180 w 4752801"/>
              <a:gd name="connsiteY11123" fmla="*/ 1456920 h 2767298"/>
              <a:gd name="connsiteX11124" fmla="*/ 3978395 w 4752801"/>
              <a:gd name="connsiteY11124" fmla="*/ 1456515 h 2767298"/>
              <a:gd name="connsiteX11125" fmla="*/ 4383208 w 4752801"/>
              <a:gd name="connsiteY11125" fmla="*/ 1456111 h 2767298"/>
              <a:gd name="connsiteX11126" fmla="*/ 4386851 w 4752801"/>
              <a:gd name="connsiteY11126" fmla="*/ 1456111 h 2767298"/>
              <a:gd name="connsiteX11127" fmla="*/ 4388065 w 4752801"/>
              <a:gd name="connsiteY11127" fmla="*/ 1456920 h 2767298"/>
              <a:gd name="connsiteX11128" fmla="*/ 4389684 w 4752801"/>
              <a:gd name="connsiteY11128" fmla="*/ 1460159 h 2767298"/>
              <a:gd name="connsiteX11129" fmla="*/ 4389684 w 4752801"/>
              <a:gd name="connsiteY11129" fmla="*/ 1461374 h 2767298"/>
              <a:gd name="connsiteX11130" fmla="*/ 4388065 w 4752801"/>
              <a:gd name="connsiteY11130" fmla="*/ 1464612 h 2767298"/>
              <a:gd name="connsiteX11131" fmla="*/ 4386851 w 4752801"/>
              <a:gd name="connsiteY11131" fmla="*/ 1465422 h 2767298"/>
              <a:gd name="connsiteX11132" fmla="*/ 4383208 w 4752801"/>
              <a:gd name="connsiteY11132" fmla="*/ 1465422 h 2767298"/>
              <a:gd name="connsiteX11133" fmla="*/ 4381993 w 4752801"/>
              <a:gd name="connsiteY11133" fmla="*/ 1464612 h 2767298"/>
              <a:gd name="connsiteX11134" fmla="*/ 4380374 w 4752801"/>
              <a:gd name="connsiteY11134" fmla="*/ 1461374 h 2767298"/>
              <a:gd name="connsiteX11135" fmla="*/ 4380374 w 4752801"/>
              <a:gd name="connsiteY11135" fmla="*/ 1460159 h 2767298"/>
              <a:gd name="connsiteX11136" fmla="*/ 4381993 w 4752801"/>
              <a:gd name="connsiteY11136" fmla="*/ 1456920 h 2767298"/>
              <a:gd name="connsiteX11137" fmla="*/ 4383208 w 4752801"/>
              <a:gd name="connsiteY11137" fmla="*/ 1456111 h 2767298"/>
              <a:gd name="connsiteX11138" fmla="*/ 4342727 w 4752801"/>
              <a:gd name="connsiteY11138" fmla="*/ 1456111 h 2767298"/>
              <a:gd name="connsiteX11139" fmla="*/ 4346370 w 4752801"/>
              <a:gd name="connsiteY11139" fmla="*/ 1456111 h 2767298"/>
              <a:gd name="connsiteX11140" fmla="*/ 4347584 w 4752801"/>
              <a:gd name="connsiteY11140" fmla="*/ 1456920 h 2767298"/>
              <a:gd name="connsiteX11141" fmla="*/ 4349203 w 4752801"/>
              <a:gd name="connsiteY11141" fmla="*/ 1460159 h 2767298"/>
              <a:gd name="connsiteX11142" fmla="*/ 4349203 w 4752801"/>
              <a:gd name="connsiteY11142" fmla="*/ 1461374 h 2767298"/>
              <a:gd name="connsiteX11143" fmla="*/ 4347584 w 4752801"/>
              <a:gd name="connsiteY11143" fmla="*/ 1464612 h 2767298"/>
              <a:gd name="connsiteX11144" fmla="*/ 4346370 w 4752801"/>
              <a:gd name="connsiteY11144" fmla="*/ 1465422 h 2767298"/>
              <a:gd name="connsiteX11145" fmla="*/ 4342727 w 4752801"/>
              <a:gd name="connsiteY11145" fmla="*/ 1465422 h 2767298"/>
              <a:gd name="connsiteX11146" fmla="*/ 4341512 w 4752801"/>
              <a:gd name="connsiteY11146" fmla="*/ 1464612 h 2767298"/>
              <a:gd name="connsiteX11147" fmla="*/ 4339893 w 4752801"/>
              <a:gd name="connsiteY11147" fmla="*/ 1461374 h 2767298"/>
              <a:gd name="connsiteX11148" fmla="*/ 4339893 w 4752801"/>
              <a:gd name="connsiteY11148" fmla="*/ 1460159 h 2767298"/>
              <a:gd name="connsiteX11149" fmla="*/ 4341512 w 4752801"/>
              <a:gd name="connsiteY11149" fmla="*/ 1456920 h 2767298"/>
              <a:gd name="connsiteX11150" fmla="*/ 4342727 w 4752801"/>
              <a:gd name="connsiteY11150" fmla="*/ 1456111 h 2767298"/>
              <a:gd name="connsiteX11151" fmla="*/ 3127884 w 4752801"/>
              <a:gd name="connsiteY11151" fmla="*/ 1456111 h 2767298"/>
              <a:gd name="connsiteX11152" fmla="*/ 3132337 w 4752801"/>
              <a:gd name="connsiteY11152" fmla="*/ 1456111 h 2767298"/>
              <a:gd name="connsiteX11153" fmla="*/ 3133551 w 4752801"/>
              <a:gd name="connsiteY11153" fmla="*/ 1456920 h 2767298"/>
              <a:gd name="connsiteX11154" fmla="*/ 3135575 w 4752801"/>
              <a:gd name="connsiteY11154" fmla="*/ 1460564 h 2767298"/>
              <a:gd name="connsiteX11155" fmla="*/ 3135575 w 4752801"/>
              <a:gd name="connsiteY11155" fmla="*/ 1461778 h 2767298"/>
              <a:gd name="connsiteX11156" fmla="*/ 3133551 w 4752801"/>
              <a:gd name="connsiteY11156" fmla="*/ 1465422 h 2767298"/>
              <a:gd name="connsiteX11157" fmla="*/ 3132337 w 4752801"/>
              <a:gd name="connsiteY11157" fmla="*/ 1466231 h 2767298"/>
              <a:gd name="connsiteX11158" fmla="*/ 3127884 w 4752801"/>
              <a:gd name="connsiteY11158" fmla="*/ 1466231 h 2767298"/>
              <a:gd name="connsiteX11159" fmla="*/ 3126670 w 4752801"/>
              <a:gd name="connsiteY11159" fmla="*/ 1465422 h 2767298"/>
              <a:gd name="connsiteX11160" fmla="*/ 3124646 w 4752801"/>
              <a:gd name="connsiteY11160" fmla="*/ 1461778 h 2767298"/>
              <a:gd name="connsiteX11161" fmla="*/ 3124646 w 4752801"/>
              <a:gd name="connsiteY11161" fmla="*/ 1460564 h 2767298"/>
              <a:gd name="connsiteX11162" fmla="*/ 3126670 w 4752801"/>
              <a:gd name="connsiteY11162" fmla="*/ 1456920 h 2767298"/>
              <a:gd name="connsiteX11163" fmla="*/ 3127884 w 4752801"/>
              <a:gd name="connsiteY11163" fmla="*/ 1456111 h 2767298"/>
              <a:gd name="connsiteX11164" fmla="*/ 3086188 w 4752801"/>
              <a:gd name="connsiteY11164" fmla="*/ 1453682 h 2767298"/>
              <a:gd name="connsiteX11165" fmla="*/ 3092665 w 4752801"/>
              <a:gd name="connsiteY11165" fmla="*/ 1453682 h 2767298"/>
              <a:gd name="connsiteX11166" fmla="*/ 3093880 w 4752801"/>
              <a:gd name="connsiteY11166" fmla="*/ 1454492 h 2767298"/>
              <a:gd name="connsiteX11167" fmla="*/ 3097118 w 4752801"/>
              <a:gd name="connsiteY11167" fmla="*/ 1460159 h 2767298"/>
              <a:gd name="connsiteX11168" fmla="*/ 3097118 w 4752801"/>
              <a:gd name="connsiteY11168" fmla="*/ 1461374 h 2767298"/>
              <a:gd name="connsiteX11169" fmla="*/ 3093880 w 4752801"/>
              <a:gd name="connsiteY11169" fmla="*/ 1467041 h 2767298"/>
              <a:gd name="connsiteX11170" fmla="*/ 3092665 w 4752801"/>
              <a:gd name="connsiteY11170" fmla="*/ 1467850 h 2767298"/>
              <a:gd name="connsiteX11171" fmla="*/ 3086188 w 4752801"/>
              <a:gd name="connsiteY11171" fmla="*/ 1467850 h 2767298"/>
              <a:gd name="connsiteX11172" fmla="*/ 3084974 w 4752801"/>
              <a:gd name="connsiteY11172" fmla="*/ 1467041 h 2767298"/>
              <a:gd name="connsiteX11173" fmla="*/ 3081736 w 4752801"/>
              <a:gd name="connsiteY11173" fmla="*/ 1461374 h 2767298"/>
              <a:gd name="connsiteX11174" fmla="*/ 3081736 w 4752801"/>
              <a:gd name="connsiteY11174" fmla="*/ 1460159 h 2767298"/>
              <a:gd name="connsiteX11175" fmla="*/ 3084974 w 4752801"/>
              <a:gd name="connsiteY11175" fmla="*/ 1454492 h 2767298"/>
              <a:gd name="connsiteX11176" fmla="*/ 3086188 w 4752801"/>
              <a:gd name="connsiteY11176" fmla="*/ 1453682 h 2767298"/>
              <a:gd name="connsiteX11177" fmla="*/ 3045302 w 4752801"/>
              <a:gd name="connsiteY11177" fmla="*/ 1453682 h 2767298"/>
              <a:gd name="connsiteX11178" fmla="*/ 3052588 w 4752801"/>
              <a:gd name="connsiteY11178" fmla="*/ 1453682 h 2767298"/>
              <a:gd name="connsiteX11179" fmla="*/ 3053803 w 4752801"/>
              <a:gd name="connsiteY11179" fmla="*/ 1454492 h 2767298"/>
              <a:gd name="connsiteX11180" fmla="*/ 3057446 w 4752801"/>
              <a:gd name="connsiteY11180" fmla="*/ 1460564 h 2767298"/>
              <a:gd name="connsiteX11181" fmla="*/ 3057446 w 4752801"/>
              <a:gd name="connsiteY11181" fmla="*/ 1461778 h 2767298"/>
              <a:gd name="connsiteX11182" fmla="*/ 3053803 w 4752801"/>
              <a:gd name="connsiteY11182" fmla="*/ 1467850 h 2767298"/>
              <a:gd name="connsiteX11183" fmla="*/ 3052588 w 4752801"/>
              <a:gd name="connsiteY11183" fmla="*/ 1468255 h 2767298"/>
              <a:gd name="connsiteX11184" fmla="*/ 3045302 w 4752801"/>
              <a:gd name="connsiteY11184" fmla="*/ 1468255 h 2767298"/>
              <a:gd name="connsiteX11185" fmla="*/ 3044087 w 4752801"/>
              <a:gd name="connsiteY11185" fmla="*/ 1467850 h 2767298"/>
              <a:gd name="connsiteX11186" fmla="*/ 3040444 w 4752801"/>
              <a:gd name="connsiteY11186" fmla="*/ 1461778 h 2767298"/>
              <a:gd name="connsiteX11187" fmla="*/ 3040444 w 4752801"/>
              <a:gd name="connsiteY11187" fmla="*/ 1460564 h 2767298"/>
              <a:gd name="connsiteX11188" fmla="*/ 3044087 w 4752801"/>
              <a:gd name="connsiteY11188" fmla="*/ 1454492 h 2767298"/>
              <a:gd name="connsiteX11189" fmla="*/ 3045302 w 4752801"/>
              <a:gd name="connsiteY11189" fmla="*/ 1453682 h 2767298"/>
              <a:gd name="connsiteX11190" fmla="*/ 3004416 w 4752801"/>
              <a:gd name="connsiteY11190" fmla="*/ 1452467 h 2767298"/>
              <a:gd name="connsiteX11191" fmla="*/ 3013322 w 4752801"/>
              <a:gd name="connsiteY11191" fmla="*/ 1452467 h 2767298"/>
              <a:gd name="connsiteX11192" fmla="*/ 3014536 w 4752801"/>
              <a:gd name="connsiteY11192" fmla="*/ 1452872 h 2767298"/>
              <a:gd name="connsiteX11193" fmla="*/ 3018989 w 4752801"/>
              <a:gd name="connsiteY11193" fmla="*/ 1460563 h 2767298"/>
              <a:gd name="connsiteX11194" fmla="*/ 3018989 w 4752801"/>
              <a:gd name="connsiteY11194" fmla="*/ 1461778 h 2767298"/>
              <a:gd name="connsiteX11195" fmla="*/ 3014536 w 4752801"/>
              <a:gd name="connsiteY11195" fmla="*/ 1469469 h 2767298"/>
              <a:gd name="connsiteX11196" fmla="*/ 3013322 w 4752801"/>
              <a:gd name="connsiteY11196" fmla="*/ 1469874 h 2767298"/>
              <a:gd name="connsiteX11197" fmla="*/ 3004416 w 4752801"/>
              <a:gd name="connsiteY11197" fmla="*/ 1469874 h 2767298"/>
              <a:gd name="connsiteX11198" fmla="*/ 3003201 w 4752801"/>
              <a:gd name="connsiteY11198" fmla="*/ 1469469 h 2767298"/>
              <a:gd name="connsiteX11199" fmla="*/ 2998749 w 4752801"/>
              <a:gd name="connsiteY11199" fmla="*/ 1461778 h 2767298"/>
              <a:gd name="connsiteX11200" fmla="*/ 2998749 w 4752801"/>
              <a:gd name="connsiteY11200" fmla="*/ 1460563 h 2767298"/>
              <a:gd name="connsiteX11201" fmla="*/ 3003201 w 4752801"/>
              <a:gd name="connsiteY11201" fmla="*/ 1452872 h 2767298"/>
              <a:gd name="connsiteX11202" fmla="*/ 3004416 w 4752801"/>
              <a:gd name="connsiteY11202" fmla="*/ 1452467 h 2767298"/>
              <a:gd name="connsiteX11203" fmla="*/ 2963530 w 4752801"/>
              <a:gd name="connsiteY11203" fmla="*/ 1451253 h 2767298"/>
              <a:gd name="connsiteX11204" fmla="*/ 2973245 w 4752801"/>
              <a:gd name="connsiteY11204" fmla="*/ 1451253 h 2767298"/>
              <a:gd name="connsiteX11205" fmla="*/ 2974460 w 4752801"/>
              <a:gd name="connsiteY11205" fmla="*/ 1452063 h 2767298"/>
              <a:gd name="connsiteX11206" fmla="*/ 2979318 w 4752801"/>
              <a:gd name="connsiteY11206" fmla="*/ 1460564 h 2767298"/>
              <a:gd name="connsiteX11207" fmla="*/ 2979318 w 4752801"/>
              <a:gd name="connsiteY11207" fmla="*/ 1461778 h 2767298"/>
              <a:gd name="connsiteX11208" fmla="*/ 2974460 w 4752801"/>
              <a:gd name="connsiteY11208" fmla="*/ 1470279 h 2767298"/>
              <a:gd name="connsiteX11209" fmla="*/ 2973245 w 4752801"/>
              <a:gd name="connsiteY11209" fmla="*/ 1471089 h 2767298"/>
              <a:gd name="connsiteX11210" fmla="*/ 2963530 w 4752801"/>
              <a:gd name="connsiteY11210" fmla="*/ 1471089 h 2767298"/>
              <a:gd name="connsiteX11211" fmla="*/ 2962316 w 4752801"/>
              <a:gd name="connsiteY11211" fmla="*/ 1470279 h 2767298"/>
              <a:gd name="connsiteX11212" fmla="*/ 2957458 w 4752801"/>
              <a:gd name="connsiteY11212" fmla="*/ 1461778 h 2767298"/>
              <a:gd name="connsiteX11213" fmla="*/ 2957458 w 4752801"/>
              <a:gd name="connsiteY11213" fmla="*/ 1460564 h 2767298"/>
              <a:gd name="connsiteX11214" fmla="*/ 2962316 w 4752801"/>
              <a:gd name="connsiteY11214" fmla="*/ 1452063 h 2767298"/>
              <a:gd name="connsiteX11215" fmla="*/ 2963530 w 4752801"/>
              <a:gd name="connsiteY11215" fmla="*/ 1451253 h 2767298"/>
              <a:gd name="connsiteX11216" fmla="*/ 2923049 w 4752801"/>
              <a:gd name="connsiteY11216" fmla="*/ 1451253 h 2767298"/>
              <a:gd name="connsiteX11217" fmla="*/ 2932764 w 4752801"/>
              <a:gd name="connsiteY11217" fmla="*/ 1451253 h 2767298"/>
              <a:gd name="connsiteX11218" fmla="*/ 2933979 w 4752801"/>
              <a:gd name="connsiteY11218" fmla="*/ 1452063 h 2767298"/>
              <a:gd name="connsiteX11219" fmla="*/ 2938837 w 4752801"/>
              <a:gd name="connsiteY11219" fmla="*/ 1460564 h 2767298"/>
              <a:gd name="connsiteX11220" fmla="*/ 2938837 w 4752801"/>
              <a:gd name="connsiteY11220" fmla="*/ 1461778 h 2767298"/>
              <a:gd name="connsiteX11221" fmla="*/ 2933979 w 4752801"/>
              <a:gd name="connsiteY11221" fmla="*/ 1470279 h 2767298"/>
              <a:gd name="connsiteX11222" fmla="*/ 2932764 w 4752801"/>
              <a:gd name="connsiteY11222" fmla="*/ 1471089 h 2767298"/>
              <a:gd name="connsiteX11223" fmla="*/ 2923049 w 4752801"/>
              <a:gd name="connsiteY11223" fmla="*/ 1471089 h 2767298"/>
              <a:gd name="connsiteX11224" fmla="*/ 2921835 w 4752801"/>
              <a:gd name="connsiteY11224" fmla="*/ 1470279 h 2767298"/>
              <a:gd name="connsiteX11225" fmla="*/ 2916977 w 4752801"/>
              <a:gd name="connsiteY11225" fmla="*/ 1461778 h 2767298"/>
              <a:gd name="connsiteX11226" fmla="*/ 2916977 w 4752801"/>
              <a:gd name="connsiteY11226" fmla="*/ 1460564 h 2767298"/>
              <a:gd name="connsiteX11227" fmla="*/ 2921835 w 4752801"/>
              <a:gd name="connsiteY11227" fmla="*/ 1452063 h 2767298"/>
              <a:gd name="connsiteX11228" fmla="*/ 2923049 w 4752801"/>
              <a:gd name="connsiteY11228" fmla="*/ 1451253 h 2767298"/>
              <a:gd name="connsiteX11229" fmla="*/ 3452948 w 4752801"/>
              <a:gd name="connsiteY11229" fmla="*/ 1418463 h 2767298"/>
              <a:gd name="connsiteX11230" fmla="*/ 3455377 w 4752801"/>
              <a:gd name="connsiteY11230" fmla="*/ 1418463 h 2767298"/>
              <a:gd name="connsiteX11231" fmla="*/ 3456592 w 4752801"/>
              <a:gd name="connsiteY11231" fmla="*/ 1420487 h 2767298"/>
              <a:gd name="connsiteX11232" fmla="*/ 3455377 w 4752801"/>
              <a:gd name="connsiteY11232" fmla="*/ 1422511 h 2767298"/>
              <a:gd name="connsiteX11233" fmla="*/ 3452948 w 4752801"/>
              <a:gd name="connsiteY11233" fmla="*/ 1422511 h 2767298"/>
              <a:gd name="connsiteX11234" fmla="*/ 3451734 w 4752801"/>
              <a:gd name="connsiteY11234" fmla="*/ 1420487 h 2767298"/>
              <a:gd name="connsiteX11235" fmla="*/ 3412467 w 4752801"/>
              <a:gd name="connsiteY11235" fmla="*/ 1418463 h 2767298"/>
              <a:gd name="connsiteX11236" fmla="*/ 3414896 w 4752801"/>
              <a:gd name="connsiteY11236" fmla="*/ 1418463 h 2767298"/>
              <a:gd name="connsiteX11237" fmla="*/ 3416111 w 4752801"/>
              <a:gd name="connsiteY11237" fmla="*/ 1420487 h 2767298"/>
              <a:gd name="connsiteX11238" fmla="*/ 3414896 w 4752801"/>
              <a:gd name="connsiteY11238" fmla="*/ 1422511 h 2767298"/>
              <a:gd name="connsiteX11239" fmla="*/ 3412467 w 4752801"/>
              <a:gd name="connsiteY11239" fmla="*/ 1422511 h 2767298"/>
              <a:gd name="connsiteX11240" fmla="*/ 3411253 w 4752801"/>
              <a:gd name="connsiteY11240" fmla="*/ 1420487 h 2767298"/>
              <a:gd name="connsiteX11241" fmla="*/ 3371985 w 4752801"/>
              <a:gd name="connsiteY11241" fmla="*/ 1418463 h 2767298"/>
              <a:gd name="connsiteX11242" fmla="*/ 3374414 w 4752801"/>
              <a:gd name="connsiteY11242" fmla="*/ 1418463 h 2767298"/>
              <a:gd name="connsiteX11243" fmla="*/ 3375629 w 4752801"/>
              <a:gd name="connsiteY11243" fmla="*/ 1420487 h 2767298"/>
              <a:gd name="connsiteX11244" fmla="*/ 3374414 w 4752801"/>
              <a:gd name="connsiteY11244" fmla="*/ 1422511 h 2767298"/>
              <a:gd name="connsiteX11245" fmla="*/ 3371985 w 4752801"/>
              <a:gd name="connsiteY11245" fmla="*/ 1422511 h 2767298"/>
              <a:gd name="connsiteX11246" fmla="*/ 3370771 w 4752801"/>
              <a:gd name="connsiteY11246" fmla="*/ 1420487 h 2767298"/>
              <a:gd name="connsiteX11247" fmla="*/ 3331504 w 4752801"/>
              <a:gd name="connsiteY11247" fmla="*/ 1418463 h 2767298"/>
              <a:gd name="connsiteX11248" fmla="*/ 3333933 w 4752801"/>
              <a:gd name="connsiteY11248" fmla="*/ 1418463 h 2767298"/>
              <a:gd name="connsiteX11249" fmla="*/ 3335148 w 4752801"/>
              <a:gd name="connsiteY11249" fmla="*/ 1420487 h 2767298"/>
              <a:gd name="connsiteX11250" fmla="*/ 3333933 w 4752801"/>
              <a:gd name="connsiteY11250" fmla="*/ 1422511 h 2767298"/>
              <a:gd name="connsiteX11251" fmla="*/ 3331504 w 4752801"/>
              <a:gd name="connsiteY11251" fmla="*/ 1422511 h 2767298"/>
              <a:gd name="connsiteX11252" fmla="*/ 3330290 w 4752801"/>
              <a:gd name="connsiteY11252" fmla="*/ 1420487 h 2767298"/>
              <a:gd name="connsiteX11253" fmla="*/ 3291023 w 4752801"/>
              <a:gd name="connsiteY11253" fmla="*/ 1418463 h 2767298"/>
              <a:gd name="connsiteX11254" fmla="*/ 3293452 w 4752801"/>
              <a:gd name="connsiteY11254" fmla="*/ 1418463 h 2767298"/>
              <a:gd name="connsiteX11255" fmla="*/ 3294667 w 4752801"/>
              <a:gd name="connsiteY11255" fmla="*/ 1420487 h 2767298"/>
              <a:gd name="connsiteX11256" fmla="*/ 3293452 w 4752801"/>
              <a:gd name="connsiteY11256" fmla="*/ 1422511 h 2767298"/>
              <a:gd name="connsiteX11257" fmla="*/ 3291023 w 4752801"/>
              <a:gd name="connsiteY11257" fmla="*/ 1422511 h 2767298"/>
              <a:gd name="connsiteX11258" fmla="*/ 3289809 w 4752801"/>
              <a:gd name="connsiteY11258" fmla="*/ 1420487 h 2767298"/>
              <a:gd name="connsiteX11259" fmla="*/ 3250946 w 4752801"/>
              <a:gd name="connsiteY11259" fmla="*/ 1418463 h 2767298"/>
              <a:gd name="connsiteX11260" fmla="*/ 3252970 w 4752801"/>
              <a:gd name="connsiteY11260" fmla="*/ 1418463 h 2767298"/>
              <a:gd name="connsiteX11261" fmla="*/ 3254185 w 4752801"/>
              <a:gd name="connsiteY11261" fmla="*/ 1420487 h 2767298"/>
              <a:gd name="connsiteX11262" fmla="*/ 3252970 w 4752801"/>
              <a:gd name="connsiteY11262" fmla="*/ 1422511 h 2767298"/>
              <a:gd name="connsiteX11263" fmla="*/ 3250946 w 4752801"/>
              <a:gd name="connsiteY11263" fmla="*/ 1422511 h 2767298"/>
              <a:gd name="connsiteX11264" fmla="*/ 3249732 w 4752801"/>
              <a:gd name="connsiteY11264" fmla="*/ 1420487 h 2767298"/>
              <a:gd name="connsiteX11265" fmla="*/ 3533910 w 4752801"/>
              <a:gd name="connsiteY11265" fmla="*/ 1418058 h 2767298"/>
              <a:gd name="connsiteX11266" fmla="*/ 3536744 w 4752801"/>
              <a:gd name="connsiteY11266" fmla="*/ 1418058 h 2767298"/>
              <a:gd name="connsiteX11267" fmla="*/ 3538363 w 4752801"/>
              <a:gd name="connsiteY11267" fmla="*/ 1420487 h 2767298"/>
              <a:gd name="connsiteX11268" fmla="*/ 3536744 w 4752801"/>
              <a:gd name="connsiteY11268" fmla="*/ 1422916 h 2767298"/>
              <a:gd name="connsiteX11269" fmla="*/ 3533910 w 4752801"/>
              <a:gd name="connsiteY11269" fmla="*/ 1422916 h 2767298"/>
              <a:gd name="connsiteX11270" fmla="*/ 3532291 w 4752801"/>
              <a:gd name="connsiteY11270" fmla="*/ 1420487 h 2767298"/>
              <a:gd name="connsiteX11271" fmla="*/ 3493025 w 4752801"/>
              <a:gd name="connsiteY11271" fmla="*/ 1418058 h 2767298"/>
              <a:gd name="connsiteX11272" fmla="*/ 3495858 w 4752801"/>
              <a:gd name="connsiteY11272" fmla="*/ 1418058 h 2767298"/>
              <a:gd name="connsiteX11273" fmla="*/ 3497073 w 4752801"/>
              <a:gd name="connsiteY11273" fmla="*/ 1420487 h 2767298"/>
              <a:gd name="connsiteX11274" fmla="*/ 3495858 w 4752801"/>
              <a:gd name="connsiteY11274" fmla="*/ 1422916 h 2767298"/>
              <a:gd name="connsiteX11275" fmla="*/ 3493025 w 4752801"/>
              <a:gd name="connsiteY11275" fmla="*/ 1422916 h 2767298"/>
              <a:gd name="connsiteX11276" fmla="*/ 3491810 w 4752801"/>
              <a:gd name="connsiteY11276" fmla="*/ 1420487 h 2767298"/>
              <a:gd name="connsiteX11277" fmla="*/ 3573987 w 4752801"/>
              <a:gd name="connsiteY11277" fmla="*/ 1417654 h 2767298"/>
              <a:gd name="connsiteX11278" fmla="*/ 3577226 w 4752801"/>
              <a:gd name="connsiteY11278" fmla="*/ 1417654 h 2767298"/>
              <a:gd name="connsiteX11279" fmla="*/ 3578845 w 4752801"/>
              <a:gd name="connsiteY11279" fmla="*/ 1420487 h 2767298"/>
              <a:gd name="connsiteX11280" fmla="*/ 3577226 w 4752801"/>
              <a:gd name="connsiteY11280" fmla="*/ 1423321 h 2767298"/>
              <a:gd name="connsiteX11281" fmla="*/ 3573987 w 4752801"/>
              <a:gd name="connsiteY11281" fmla="*/ 1423321 h 2767298"/>
              <a:gd name="connsiteX11282" fmla="*/ 3572368 w 4752801"/>
              <a:gd name="connsiteY11282" fmla="*/ 1420487 h 2767298"/>
              <a:gd name="connsiteX11283" fmla="*/ 3209655 w 4752801"/>
              <a:gd name="connsiteY11283" fmla="*/ 1417654 h 2767298"/>
              <a:gd name="connsiteX11284" fmla="*/ 3212894 w 4752801"/>
              <a:gd name="connsiteY11284" fmla="*/ 1417654 h 2767298"/>
              <a:gd name="connsiteX11285" fmla="*/ 3214513 w 4752801"/>
              <a:gd name="connsiteY11285" fmla="*/ 1420487 h 2767298"/>
              <a:gd name="connsiteX11286" fmla="*/ 3212894 w 4752801"/>
              <a:gd name="connsiteY11286" fmla="*/ 1423321 h 2767298"/>
              <a:gd name="connsiteX11287" fmla="*/ 3209655 w 4752801"/>
              <a:gd name="connsiteY11287" fmla="*/ 1423321 h 2767298"/>
              <a:gd name="connsiteX11288" fmla="*/ 3208036 w 4752801"/>
              <a:gd name="connsiteY11288" fmla="*/ 1420487 h 2767298"/>
              <a:gd name="connsiteX11289" fmla="*/ 4586018 w 4752801"/>
              <a:gd name="connsiteY11289" fmla="*/ 1416844 h 2767298"/>
              <a:gd name="connsiteX11290" fmla="*/ 4589257 w 4752801"/>
              <a:gd name="connsiteY11290" fmla="*/ 1416844 h 2767298"/>
              <a:gd name="connsiteX11291" fmla="*/ 4590471 w 4752801"/>
              <a:gd name="connsiteY11291" fmla="*/ 1417249 h 2767298"/>
              <a:gd name="connsiteX11292" fmla="*/ 4592091 w 4752801"/>
              <a:gd name="connsiteY11292" fmla="*/ 1420082 h 2767298"/>
              <a:gd name="connsiteX11293" fmla="*/ 4592091 w 4752801"/>
              <a:gd name="connsiteY11293" fmla="*/ 1421297 h 2767298"/>
              <a:gd name="connsiteX11294" fmla="*/ 4590471 w 4752801"/>
              <a:gd name="connsiteY11294" fmla="*/ 1424131 h 2767298"/>
              <a:gd name="connsiteX11295" fmla="*/ 4589257 w 4752801"/>
              <a:gd name="connsiteY11295" fmla="*/ 1424940 h 2767298"/>
              <a:gd name="connsiteX11296" fmla="*/ 4586018 w 4752801"/>
              <a:gd name="connsiteY11296" fmla="*/ 1424940 h 2767298"/>
              <a:gd name="connsiteX11297" fmla="*/ 4584804 w 4752801"/>
              <a:gd name="connsiteY11297" fmla="*/ 1424131 h 2767298"/>
              <a:gd name="connsiteX11298" fmla="*/ 4583185 w 4752801"/>
              <a:gd name="connsiteY11298" fmla="*/ 1421297 h 2767298"/>
              <a:gd name="connsiteX11299" fmla="*/ 4583185 w 4752801"/>
              <a:gd name="connsiteY11299" fmla="*/ 1420082 h 2767298"/>
              <a:gd name="connsiteX11300" fmla="*/ 4584804 w 4752801"/>
              <a:gd name="connsiteY11300" fmla="*/ 1417249 h 2767298"/>
              <a:gd name="connsiteX11301" fmla="*/ 4586018 w 4752801"/>
              <a:gd name="connsiteY11301" fmla="*/ 1416844 h 2767298"/>
              <a:gd name="connsiteX11302" fmla="*/ 3168365 w 4752801"/>
              <a:gd name="connsiteY11302" fmla="*/ 1416844 h 2767298"/>
              <a:gd name="connsiteX11303" fmla="*/ 3172818 w 4752801"/>
              <a:gd name="connsiteY11303" fmla="*/ 1416844 h 2767298"/>
              <a:gd name="connsiteX11304" fmla="*/ 3174842 w 4752801"/>
              <a:gd name="connsiteY11304" fmla="*/ 1420487 h 2767298"/>
              <a:gd name="connsiteX11305" fmla="*/ 3172818 w 4752801"/>
              <a:gd name="connsiteY11305" fmla="*/ 1424131 h 2767298"/>
              <a:gd name="connsiteX11306" fmla="*/ 3168365 w 4752801"/>
              <a:gd name="connsiteY11306" fmla="*/ 1424131 h 2767298"/>
              <a:gd name="connsiteX11307" fmla="*/ 3166341 w 4752801"/>
              <a:gd name="connsiteY11307" fmla="*/ 1420487 h 2767298"/>
              <a:gd name="connsiteX11308" fmla="*/ 4504652 w 4752801"/>
              <a:gd name="connsiteY11308" fmla="*/ 1416439 h 2767298"/>
              <a:gd name="connsiteX11309" fmla="*/ 4508295 w 4752801"/>
              <a:gd name="connsiteY11309" fmla="*/ 1416439 h 2767298"/>
              <a:gd name="connsiteX11310" fmla="*/ 4509509 w 4752801"/>
              <a:gd name="connsiteY11310" fmla="*/ 1417249 h 2767298"/>
              <a:gd name="connsiteX11311" fmla="*/ 4511128 w 4752801"/>
              <a:gd name="connsiteY11311" fmla="*/ 1420082 h 2767298"/>
              <a:gd name="connsiteX11312" fmla="*/ 4511128 w 4752801"/>
              <a:gd name="connsiteY11312" fmla="*/ 1421297 h 2767298"/>
              <a:gd name="connsiteX11313" fmla="*/ 4509509 w 4752801"/>
              <a:gd name="connsiteY11313" fmla="*/ 1424131 h 2767298"/>
              <a:gd name="connsiteX11314" fmla="*/ 4508295 w 4752801"/>
              <a:gd name="connsiteY11314" fmla="*/ 1424535 h 2767298"/>
              <a:gd name="connsiteX11315" fmla="*/ 4504652 w 4752801"/>
              <a:gd name="connsiteY11315" fmla="*/ 1424535 h 2767298"/>
              <a:gd name="connsiteX11316" fmla="*/ 4503437 w 4752801"/>
              <a:gd name="connsiteY11316" fmla="*/ 1424131 h 2767298"/>
              <a:gd name="connsiteX11317" fmla="*/ 4501818 w 4752801"/>
              <a:gd name="connsiteY11317" fmla="*/ 1421297 h 2767298"/>
              <a:gd name="connsiteX11318" fmla="*/ 4501818 w 4752801"/>
              <a:gd name="connsiteY11318" fmla="*/ 1420082 h 2767298"/>
              <a:gd name="connsiteX11319" fmla="*/ 4503437 w 4752801"/>
              <a:gd name="connsiteY11319" fmla="*/ 1417249 h 2767298"/>
              <a:gd name="connsiteX11320" fmla="*/ 4504652 w 4752801"/>
              <a:gd name="connsiteY11320" fmla="*/ 1416439 h 2767298"/>
              <a:gd name="connsiteX11321" fmla="*/ 4423284 w 4752801"/>
              <a:gd name="connsiteY11321" fmla="*/ 1416439 h 2767298"/>
              <a:gd name="connsiteX11322" fmla="*/ 4428142 w 4752801"/>
              <a:gd name="connsiteY11322" fmla="*/ 1416439 h 2767298"/>
              <a:gd name="connsiteX11323" fmla="*/ 4430571 w 4752801"/>
              <a:gd name="connsiteY11323" fmla="*/ 1420487 h 2767298"/>
              <a:gd name="connsiteX11324" fmla="*/ 4428142 w 4752801"/>
              <a:gd name="connsiteY11324" fmla="*/ 1424535 h 2767298"/>
              <a:gd name="connsiteX11325" fmla="*/ 4423284 w 4752801"/>
              <a:gd name="connsiteY11325" fmla="*/ 1424535 h 2767298"/>
              <a:gd name="connsiteX11326" fmla="*/ 4420855 w 4752801"/>
              <a:gd name="connsiteY11326" fmla="*/ 1420487 h 2767298"/>
              <a:gd name="connsiteX11327" fmla="*/ 4342727 w 4752801"/>
              <a:gd name="connsiteY11327" fmla="*/ 1416439 h 2767298"/>
              <a:gd name="connsiteX11328" fmla="*/ 4346370 w 4752801"/>
              <a:gd name="connsiteY11328" fmla="*/ 1416439 h 2767298"/>
              <a:gd name="connsiteX11329" fmla="*/ 4347584 w 4752801"/>
              <a:gd name="connsiteY11329" fmla="*/ 1417249 h 2767298"/>
              <a:gd name="connsiteX11330" fmla="*/ 4349203 w 4752801"/>
              <a:gd name="connsiteY11330" fmla="*/ 1420082 h 2767298"/>
              <a:gd name="connsiteX11331" fmla="*/ 4349203 w 4752801"/>
              <a:gd name="connsiteY11331" fmla="*/ 1421297 h 2767298"/>
              <a:gd name="connsiteX11332" fmla="*/ 4347584 w 4752801"/>
              <a:gd name="connsiteY11332" fmla="*/ 1424131 h 2767298"/>
              <a:gd name="connsiteX11333" fmla="*/ 4346370 w 4752801"/>
              <a:gd name="connsiteY11333" fmla="*/ 1424940 h 2767298"/>
              <a:gd name="connsiteX11334" fmla="*/ 4342727 w 4752801"/>
              <a:gd name="connsiteY11334" fmla="*/ 1424940 h 2767298"/>
              <a:gd name="connsiteX11335" fmla="*/ 4341512 w 4752801"/>
              <a:gd name="connsiteY11335" fmla="*/ 1424131 h 2767298"/>
              <a:gd name="connsiteX11336" fmla="*/ 4339893 w 4752801"/>
              <a:gd name="connsiteY11336" fmla="*/ 1421297 h 2767298"/>
              <a:gd name="connsiteX11337" fmla="*/ 4339893 w 4752801"/>
              <a:gd name="connsiteY11337" fmla="*/ 1420082 h 2767298"/>
              <a:gd name="connsiteX11338" fmla="*/ 4341512 w 4752801"/>
              <a:gd name="connsiteY11338" fmla="*/ 1417249 h 2767298"/>
              <a:gd name="connsiteX11339" fmla="*/ 4342727 w 4752801"/>
              <a:gd name="connsiteY11339" fmla="*/ 1416439 h 2767298"/>
              <a:gd name="connsiteX11340" fmla="*/ 4302649 w 4752801"/>
              <a:gd name="connsiteY11340" fmla="*/ 1416439 h 2767298"/>
              <a:gd name="connsiteX11341" fmla="*/ 4305888 w 4752801"/>
              <a:gd name="connsiteY11341" fmla="*/ 1416439 h 2767298"/>
              <a:gd name="connsiteX11342" fmla="*/ 4307102 w 4752801"/>
              <a:gd name="connsiteY11342" fmla="*/ 1417249 h 2767298"/>
              <a:gd name="connsiteX11343" fmla="*/ 4308722 w 4752801"/>
              <a:gd name="connsiteY11343" fmla="*/ 1420082 h 2767298"/>
              <a:gd name="connsiteX11344" fmla="*/ 4308722 w 4752801"/>
              <a:gd name="connsiteY11344" fmla="*/ 1421297 h 2767298"/>
              <a:gd name="connsiteX11345" fmla="*/ 4307102 w 4752801"/>
              <a:gd name="connsiteY11345" fmla="*/ 1424131 h 2767298"/>
              <a:gd name="connsiteX11346" fmla="*/ 4305888 w 4752801"/>
              <a:gd name="connsiteY11346" fmla="*/ 1424940 h 2767298"/>
              <a:gd name="connsiteX11347" fmla="*/ 4302649 w 4752801"/>
              <a:gd name="connsiteY11347" fmla="*/ 1424940 h 2767298"/>
              <a:gd name="connsiteX11348" fmla="*/ 4301435 w 4752801"/>
              <a:gd name="connsiteY11348" fmla="*/ 1424131 h 2767298"/>
              <a:gd name="connsiteX11349" fmla="*/ 4299816 w 4752801"/>
              <a:gd name="connsiteY11349" fmla="*/ 1421297 h 2767298"/>
              <a:gd name="connsiteX11350" fmla="*/ 4299816 w 4752801"/>
              <a:gd name="connsiteY11350" fmla="*/ 1420082 h 2767298"/>
              <a:gd name="connsiteX11351" fmla="*/ 4301435 w 4752801"/>
              <a:gd name="connsiteY11351" fmla="*/ 1417249 h 2767298"/>
              <a:gd name="connsiteX11352" fmla="*/ 4302649 w 4752801"/>
              <a:gd name="connsiteY11352" fmla="*/ 1416439 h 2767298"/>
              <a:gd name="connsiteX11353" fmla="*/ 4261764 w 4752801"/>
              <a:gd name="connsiteY11353" fmla="*/ 1416439 h 2767298"/>
              <a:gd name="connsiteX11354" fmla="*/ 4265407 w 4752801"/>
              <a:gd name="connsiteY11354" fmla="*/ 1416439 h 2767298"/>
              <a:gd name="connsiteX11355" fmla="*/ 4266621 w 4752801"/>
              <a:gd name="connsiteY11355" fmla="*/ 1417249 h 2767298"/>
              <a:gd name="connsiteX11356" fmla="*/ 4268240 w 4752801"/>
              <a:gd name="connsiteY11356" fmla="*/ 1420082 h 2767298"/>
              <a:gd name="connsiteX11357" fmla="*/ 4268240 w 4752801"/>
              <a:gd name="connsiteY11357" fmla="*/ 1421297 h 2767298"/>
              <a:gd name="connsiteX11358" fmla="*/ 4266621 w 4752801"/>
              <a:gd name="connsiteY11358" fmla="*/ 1424131 h 2767298"/>
              <a:gd name="connsiteX11359" fmla="*/ 4265407 w 4752801"/>
              <a:gd name="connsiteY11359" fmla="*/ 1424940 h 2767298"/>
              <a:gd name="connsiteX11360" fmla="*/ 4261764 w 4752801"/>
              <a:gd name="connsiteY11360" fmla="*/ 1424940 h 2767298"/>
              <a:gd name="connsiteX11361" fmla="*/ 4260549 w 4752801"/>
              <a:gd name="connsiteY11361" fmla="*/ 1424131 h 2767298"/>
              <a:gd name="connsiteX11362" fmla="*/ 4258930 w 4752801"/>
              <a:gd name="connsiteY11362" fmla="*/ 1421297 h 2767298"/>
              <a:gd name="connsiteX11363" fmla="*/ 4258930 w 4752801"/>
              <a:gd name="connsiteY11363" fmla="*/ 1420082 h 2767298"/>
              <a:gd name="connsiteX11364" fmla="*/ 4260549 w 4752801"/>
              <a:gd name="connsiteY11364" fmla="*/ 1417249 h 2767298"/>
              <a:gd name="connsiteX11365" fmla="*/ 4261764 w 4752801"/>
              <a:gd name="connsiteY11365" fmla="*/ 1416439 h 2767298"/>
              <a:gd name="connsiteX11366" fmla="*/ 4181205 w 4752801"/>
              <a:gd name="connsiteY11366" fmla="*/ 1416439 h 2767298"/>
              <a:gd name="connsiteX11367" fmla="*/ 4184444 w 4752801"/>
              <a:gd name="connsiteY11367" fmla="*/ 1416439 h 2767298"/>
              <a:gd name="connsiteX11368" fmla="*/ 4185658 w 4752801"/>
              <a:gd name="connsiteY11368" fmla="*/ 1417249 h 2767298"/>
              <a:gd name="connsiteX11369" fmla="*/ 4187278 w 4752801"/>
              <a:gd name="connsiteY11369" fmla="*/ 1420082 h 2767298"/>
              <a:gd name="connsiteX11370" fmla="*/ 4187278 w 4752801"/>
              <a:gd name="connsiteY11370" fmla="*/ 1421297 h 2767298"/>
              <a:gd name="connsiteX11371" fmla="*/ 4185658 w 4752801"/>
              <a:gd name="connsiteY11371" fmla="*/ 1424131 h 2767298"/>
              <a:gd name="connsiteX11372" fmla="*/ 4184444 w 4752801"/>
              <a:gd name="connsiteY11372" fmla="*/ 1424940 h 2767298"/>
              <a:gd name="connsiteX11373" fmla="*/ 4181205 w 4752801"/>
              <a:gd name="connsiteY11373" fmla="*/ 1424940 h 2767298"/>
              <a:gd name="connsiteX11374" fmla="*/ 4179991 w 4752801"/>
              <a:gd name="connsiteY11374" fmla="*/ 1424131 h 2767298"/>
              <a:gd name="connsiteX11375" fmla="*/ 4178372 w 4752801"/>
              <a:gd name="connsiteY11375" fmla="*/ 1421297 h 2767298"/>
              <a:gd name="connsiteX11376" fmla="*/ 4178372 w 4752801"/>
              <a:gd name="connsiteY11376" fmla="*/ 1420082 h 2767298"/>
              <a:gd name="connsiteX11377" fmla="*/ 4179991 w 4752801"/>
              <a:gd name="connsiteY11377" fmla="*/ 1417249 h 2767298"/>
              <a:gd name="connsiteX11378" fmla="*/ 4181205 w 4752801"/>
              <a:gd name="connsiteY11378" fmla="*/ 1416439 h 2767298"/>
              <a:gd name="connsiteX11379" fmla="*/ 4140724 w 4752801"/>
              <a:gd name="connsiteY11379" fmla="*/ 1416439 h 2767298"/>
              <a:gd name="connsiteX11380" fmla="*/ 4143963 w 4752801"/>
              <a:gd name="connsiteY11380" fmla="*/ 1416439 h 2767298"/>
              <a:gd name="connsiteX11381" fmla="*/ 4145177 w 4752801"/>
              <a:gd name="connsiteY11381" fmla="*/ 1417249 h 2767298"/>
              <a:gd name="connsiteX11382" fmla="*/ 4146797 w 4752801"/>
              <a:gd name="connsiteY11382" fmla="*/ 1420082 h 2767298"/>
              <a:gd name="connsiteX11383" fmla="*/ 4146797 w 4752801"/>
              <a:gd name="connsiteY11383" fmla="*/ 1421297 h 2767298"/>
              <a:gd name="connsiteX11384" fmla="*/ 4145177 w 4752801"/>
              <a:gd name="connsiteY11384" fmla="*/ 1424131 h 2767298"/>
              <a:gd name="connsiteX11385" fmla="*/ 4143963 w 4752801"/>
              <a:gd name="connsiteY11385" fmla="*/ 1424940 h 2767298"/>
              <a:gd name="connsiteX11386" fmla="*/ 4140724 w 4752801"/>
              <a:gd name="connsiteY11386" fmla="*/ 1424940 h 2767298"/>
              <a:gd name="connsiteX11387" fmla="*/ 4139510 w 4752801"/>
              <a:gd name="connsiteY11387" fmla="*/ 1424131 h 2767298"/>
              <a:gd name="connsiteX11388" fmla="*/ 4137891 w 4752801"/>
              <a:gd name="connsiteY11388" fmla="*/ 1421297 h 2767298"/>
              <a:gd name="connsiteX11389" fmla="*/ 4137891 w 4752801"/>
              <a:gd name="connsiteY11389" fmla="*/ 1420082 h 2767298"/>
              <a:gd name="connsiteX11390" fmla="*/ 4139510 w 4752801"/>
              <a:gd name="connsiteY11390" fmla="*/ 1417249 h 2767298"/>
              <a:gd name="connsiteX11391" fmla="*/ 4140724 w 4752801"/>
              <a:gd name="connsiteY11391" fmla="*/ 1416439 h 2767298"/>
              <a:gd name="connsiteX11392" fmla="*/ 4099839 w 4752801"/>
              <a:gd name="connsiteY11392" fmla="*/ 1416439 h 2767298"/>
              <a:gd name="connsiteX11393" fmla="*/ 4104292 w 4752801"/>
              <a:gd name="connsiteY11393" fmla="*/ 1416439 h 2767298"/>
              <a:gd name="connsiteX11394" fmla="*/ 4106720 w 4752801"/>
              <a:gd name="connsiteY11394" fmla="*/ 1420487 h 2767298"/>
              <a:gd name="connsiteX11395" fmla="*/ 4104292 w 4752801"/>
              <a:gd name="connsiteY11395" fmla="*/ 1424535 h 2767298"/>
              <a:gd name="connsiteX11396" fmla="*/ 4099839 w 4752801"/>
              <a:gd name="connsiteY11396" fmla="*/ 1424535 h 2767298"/>
              <a:gd name="connsiteX11397" fmla="*/ 4097410 w 4752801"/>
              <a:gd name="connsiteY11397" fmla="*/ 1420487 h 2767298"/>
              <a:gd name="connsiteX11398" fmla="*/ 4059358 w 4752801"/>
              <a:gd name="connsiteY11398" fmla="*/ 1416439 h 2767298"/>
              <a:gd name="connsiteX11399" fmla="*/ 4063001 w 4752801"/>
              <a:gd name="connsiteY11399" fmla="*/ 1416439 h 2767298"/>
              <a:gd name="connsiteX11400" fmla="*/ 4064215 w 4752801"/>
              <a:gd name="connsiteY11400" fmla="*/ 1417249 h 2767298"/>
              <a:gd name="connsiteX11401" fmla="*/ 4065834 w 4752801"/>
              <a:gd name="connsiteY11401" fmla="*/ 1420082 h 2767298"/>
              <a:gd name="connsiteX11402" fmla="*/ 4065834 w 4752801"/>
              <a:gd name="connsiteY11402" fmla="*/ 1421297 h 2767298"/>
              <a:gd name="connsiteX11403" fmla="*/ 4064215 w 4752801"/>
              <a:gd name="connsiteY11403" fmla="*/ 1424131 h 2767298"/>
              <a:gd name="connsiteX11404" fmla="*/ 4063001 w 4752801"/>
              <a:gd name="connsiteY11404" fmla="*/ 1424940 h 2767298"/>
              <a:gd name="connsiteX11405" fmla="*/ 4059358 w 4752801"/>
              <a:gd name="connsiteY11405" fmla="*/ 1424940 h 2767298"/>
              <a:gd name="connsiteX11406" fmla="*/ 4058143 w 4752801"/>
              <a:gd name="connsiteY11406" fmla="*/ 1424131 h 2767298"/>
              <a:gd name="connsiteX11407" fmla="*/ 4056524 w 4752801"/>
              <a:gd name="connsiteY11407" fmla="*/ 1421297 h 2767298"/>
              <a:gd name="connsiteX11408" fmla="*/ 4056524 w 4752801"/>
              <a:gd name="connsiteY11408" fmla="*/ 1420082 h 2767298"/>
              <a:gd name="connsiteX11409" fmla="*/ 4058143 w 4752801"/>
              <a:gd name="connsiteY11409" fmla="*/ 1417249 h 2767298"/>
              <a:gd name="connsiteX11410" fmla="*/ 4059358 w 4752801"/>
              <a:gd name="connsiteY11410" fmla="*/ 1416439 h 2767298"/>
              <a:gd name="connsiteX11411" fmla="*/ 4018471 w 4752801"/>
              <a:gd name="connsiteY11411" fmla="*/ 1416439 h 2767298"/>
              <a:gd name="connsiteX11412" fmla="*/ 4022519 w 4752801"/>
              <a:gd name="connsiteY11412" fmla="*/ 1416439 h 2767298"/>
              <a:gd name="connsiteX11413" fmla="*/ 4023733 w 4752801"/>
              <a:gd name="connsiteY11413" fmla="*/ 1416844 h 2767298"/>
              <a:gd name="connsiteX11414" fmla="*/ 4025758 w 4752801"/>
              <a:gd name="connsiteY11414" fmla="*/ 1420082 h 2767298"/>
              <a:gd name="connsiteX11415" fmla="*/ 4025758 w 4752801"/>
              <a:gd name="connsiteY11415" fmla="*/ 1421297 h 2767298"/>
              <a:gd name="connsiteX11416" fmla="*/ 4023733 w 4752801"/>
              <a:gd name="connsiteY11416" fmla="*/ 1424535 h 2767298"/>
              <a:gd name="connsiteX11417" fmla="*/ 4022519 w 4752801"/>
              <a:gd name="connsiteY11417" fmla="*/ 1424940 h 2767298"/>
              <a:gd name="connsiteX11418" fmla="*/ 4018471 w 4752801"/>
              <a:gd name="connsiteY11418" fmla="*/ 1424940 h 2767298"/>
              <a:gd name="connsiteX11419" fmla="*/ 4017257 w 4752801"/>
              <a:gd name="connsiteY11419" fmla="*/ 1424535 h 2767298"/>
              <a:gd name="connsiteX11420" fmla="*/ 4015233 w 4752801"/>
              <a:gd name="connsiteY11420" fmla="*/ 1421297 h 2767298"/>
              <a:gd name="connsiteX11421" fmla="*/ 4015233 w 4752801"/>
              <a:gd name="connsiteY11421" fmla="*/ 1420082 h 2767298"/>
              <a:gd name="connsiteX11422" fmla="*/ 4017257 w 4752801"/>
              <a:gd name="connsiteY11422" fmla="*/ 1416844 h 2767298"/>
              <a:gd name="connsiteX11423" fmla="*/ 4018471 w 4752801"/>
              <a:gd name="connsiteY11423" fmla="*/ 1416439 h 2767298"/>
              <a:gd name="connsiteX11424" fmla="*/ 3127884 w 4752801"/>
              <a:gd name="connsiteY11424" fmla="*/ 1416034 h 2767298"/>
              <a:gd name="connsiteX11425" fmla="*/ 3132337 w 4752801"/>
              <a:gd name="connsiteY11425" fmla="*/ 1416034 h 2767298"/>
              <a:gd name="connsiteX11426" fmla="*/ 3133551 w 4752801"/>
              <a:gd name="connsiteY11426" fmla="*/ 1416439 h 2767298"/>
              <a:gd name="connsiteX11427" fmla="*/ 3135575 w 4752801"/>
              <a:gd name="connsiteY11427" fmla="*/ 1420082 h 2767298"/>
              <a:gd name="connsiteX11428" fmla="*/ 3135575 w 4752801"/>
              <a:gd name="connsiteY11428" fmla="*/ 1421297 h 2767298"/>
              <a:gd name="connsiteX11429" fmla="*/ 3133551 w 4752801"/>
              <a:gd name="connsiteY11429" fmla="*/ 1424940 h 2767298"/>
              <a:gd name="connsiteX11430" fmla="*/ 3132337 w 4752801"/>
              <a:gd name="connsiteY11430" fmla="*/ 1425345 h 2767298"/>
              <a:gd name="connsiteX11431" fmla="*/ 3127884 w 4752801"/>
              <a:gd name="connsiteY11431" fmla="*/ 1425345 h 2767298"/>
              <a:gd name="connsiteX11432" fmla="*/ 3126670 w 4752801"/>
              <a:gd name="connsiteY11432" fmla="*/ 1424940 h 2767298"/>
              <a:gd name="connsiteX11433" fmla="*/ 3124646 w 4752801"/>
              <a:gd name="connsiteY11433" fmla="*/ 1421297 h 2767298"/>
              <a:gd name="connsiteX11434" fmla="*/ 3124646 w 4752801"/>
              <a:gd name="connsiteY11434" fmla="*/ 1420082 h 2767298"/>
              <a:gd name="connsiteX11435" fmla="*/ 3126670 w 4752801"/>
              <a:gd name="connsiteY11435" fmla="*/ 1416439 h 2767298"/>
              <a:gd name="connsiteX11436" fmla="*/ 3127884 w 4752801"/>
              <a:gd name="connsiteY11436" fmla="*/ 1416034 h 2767298"/>
              <a:gd name="connsiteX11437" fmla="*/ 4545133 w 4752801"/>
              <a:gd name="connsiteY11437" fmla="*/ 1415629 h 2767298"/>
              <a:gd name="connsiteX11438" fmla="*/ 4548776 w 4752801"/>
              <a:gd name="connsiteY11438" fmla="*/ 1415629 h 2767298"/>
              <a:gd name="connsiteX11439" fmla="*/ 4549990 w 4752801"/>
              <a:gd name="connsiteY11439" fmla="*/ 1416438 h 2767298"/>
              <a:gd name="connsiteX11440" fmla="*/ 4551609 w 4752801"/>
              <a:gd name="connsiteY11440" fmla="*/ 1419677 h 2767298"/>
              <a:gd name="connsiteX11441" fmla="*/ 4551609 w 4752801"/>
              <a:gd name="connsiteY11441" fmla="*/ 1420892 h 2767298"/>
              <a:gd name="connsiteX11442" fmla="*/ 4549990 w 4752801"/>
              <a:gd name="connsiteY11442" fmla="*/ 1424130 h 2767298"/>
              <a:gd name="connsiteX11443" fmla="*/ 4548776 w 4752801"/>
              <a:gd name="connsiteY11443" fmla="*/ 1424535 h 2767298"/>
              <a:gd name="connsiteX11444" fmla="*/ 4545133 w 4752801"/>
              <a:gd name="connsiteY11444" fmla="*/ 1424535 h 2767298"/>
              <a:gd name="connsiteX11445" fmla="*/ 4543918 w 4752801"/>
              <a:gd name="connsiteY11445" fmla="*/ 1424130 h 2767298"/>
              <a:gd name="connsiteX11446" fmla="*/ 4542299 w 4752801"/>
              <a:gd name="connsiteY11446" fmla="*/ 1420892 h 2767298"/>
              <a:gd name="connsiteX11447" fmla="*/ 4542299 w 4752801"/>
              <a:gd name="connsiteY11447" fmla="*/ 1419677 h 2767298"/>
              <a:gd name="connsiteX11448" fmla="*/ 4543918 w 4752801"/>
              <a:gd name="connsiteY11448" fmla="*/ 1416438 h 2767298"/>
              <a:gd name="connsiteX11449" fmla="*/ 4545133 w 4752801"/>
              <a:gd name="connsiteY11449" fmla="*/ 1415629 h 2767298"/>
              <a:gd name="connsiteX11450" fmla="*/ 4464170 w 4752801"/>
              <a:gd name="connsiteY11450" fmla="*/ 1415629 h 2767298"/>
              <a:gd name="connsiteX11451" fmla="*/ 4467813 w 4752801"/>
              <a:gd name="connsiteY11451" fmla="*/ 1415629 h 2767298"/>
              <a:gd name="connsiteX11452" fmla="*/ 4469027 w 4752801"/>
              <a:gd name="connsiteY11452" fmla="*/ 1416438 h 2767298"/>
              <a:gd name="connsiteX11453" fmla="*/ 4470646 w 4752801"/>
              <a:gd name="connsiteY11453" fmla="*/ 1419677 h 2767298"/>
              <a:gd name="connsiteX11454" fmla="*/ 4470646 w 4752801"/>
              <a:gd name="connsiteY11454" fmla="*/ 1420892 h 2767298"/>
              <a:gd name="connsiteX11455" fmla="*/ 4469027 w 4752801"/>
              <a:gd name="connsiteY11455" fmla="*/ 1424130 h 2767298"/>
              <a:gd name="connsiteX11456" fmla="*/ 4467813 w 4752801"/>
              <a:gd name="connsiteY11456" fmla="*/ 1424535 h 2767298"/>
              <a:gd name="connsiteX11457" fmla="*/ 4464170 w 4752801"/>
              <a:gd name="connsiteY11457" fmla="*/ 1424535 h 2767298"/>
              <a:gd name="connsiteX11458" fmla="*/ 4462955 w 4752801"/>
              <a:gd name="connsiteY11458" fmla="*/ 1424130 h 2767298"/>
              <a:gd name="connsiteX11459" fmla="*/ 4461336 w 4752801"/>
              <a:gd name="connsiteY11459" fmla="*/ 1420892 h 2767298"/>
              <a:gd name="connsiteX11460" fmla="*/ 4461336 w 4752801"/>
              <a:gd name="connsiteY11460" fmla="*/ 1419677 h 2767298"/>
              <a:gd name="connsiteX11461" fmla="*/ 4462955 w 4752801"/>
              <a:gd name="connsiteY11461" fmla="*/ 1416438 h 2767298"/>
              <a:gd name="connsiteX11462" fmla="*/ 4464170 w 4752801"/>
              <a:gd name="connsiteY11462" fmla="*/ 1415629 h 2767298"/>
              <a:gd name="connsiteX11463" fmla="*/ 4383207 w 4752801"/>
              <a:gd name="connsiteY11463" fmla="*/ 1415629 h 2767298"/>
              <a:gd name="connsiteX11464" fmla="*/ 4386851 w 4752801"/>
              <a:gd name="connsiteY11464" fmla="*/ 1415629 h 2767298"/>
              <a:gd name="connsiteX11465" fmla="*/ 4388065 w 4752801"/>
              <a:gd name="connsiteY11465" fmla="*/ 1416438 h 2767298"/>
              <a:gd name="connsiteX11466" fmla="*/ 4390089 w 4752801"/>
              <a:gd name="connsiteY11466" fmla="*/ 1419677 h 2767298"/>
              <a:gd name="connsiteX11467" fmla="*/ 4390089 w 4752801"/>
              <a:gd name="connsiteY11467" fmla="*/ 1420892 h 2767298"/>
              <a:gd name="connsiteX11468" fmla="*/ 4388065 w 4752801"/>
              <a:gd name="connsiteY11468" fmla="*/ 1424130 h 2767298"/>
              <a:gd name="connsiteX11469" fmla="*/ 4386851 w 4752801"/>
              <a:gd name="connsiteY11469" fmla="*/ 1424940 h 2767298"/>
              <a:gd name="connsiteX11470" fmla="*/ 4383207 w 4752801"/>
              <a:gd name="connsiteY11470" fmla="*/ 1424940 h 2767298"/>
              <a:gd name="connsiteX11471" fmla="*/ 4381993 w 4752801"/>
              <a:gd name="connsiteY11471" fmla="*/ 1424130 h 2767298"/>
              <a:gd name="connsiteX11472" fmla="*/ 4379969 w 4752801"/>
              <a:gd name="connsiteY11472" fmla="*/ 1420892 h 2767298"/>
              <a:gd name="connsiteX11473" fmla="*/ 4379969 w 4752801"/>
              <a:gd name="connsiteY11473" fmla="*/ 1419677 h 2767298"/>
              <a:gd name="connsiteX11474" fmla="*/ 4381993 w 4752801"/>
              <a:gd name="connsiteY11474" fmla="*/ 1416438 h 2767298"/>
              <a:gd name="connsiteX11475" fmla="*/ 4383207 w 4752801"/>
              <a:gd name="connsiteY11475" fmla="*/ 1415629 h 2767298"/>
              <a:gd name="connsiteX11476" fmla="*/ 4221283 w 4752801"/>
              <a:gd name="connsiteY11476" fmla="*/ 1415629 h 2767298"/>
              <a:gd name="connsiteX11477" fmla="*/ 4224926 w 4752801"/>
              <a:gd name="connsiteY11477" fmla="*/ 1415629 h 2767298"/>
              <a:gd name="connsiteX11478" fmla="*/ 4226140 w 4752801"/>
              <a:gd name="connsiteY11478" fmla="*/ 1416438 h 2767298"/>
              <a:gd name="connsiteX11479" fmla="*/ 4227759 w 4752801"/>
              <a:gd name="connsiteY11479" fmla="*/ 1419677 h 2767298"/>
              <a:gd name="connsiteX11480" fmla="*/ 4227759 w 4752801"/>
              <a:gd name="connsiteY11480" fmla="*/ 1420892 h 2767298"/>
              <a:gd name="connsiteX11481" fmla="*/ 4226140 w 4752801"/>
              <a:gd name="connsiteY11481" fmla="*/ 1424130 h 2767298"/>
              <a:gd name="connsiteX11482" fmla="*/ 4224926 w 4752801"/>
              <a:gd name="connsiteY11482" fmla="*/ 1424535 h 2767298"/>
              <a:gd name="connsiteX11483" fmla="*/ 4221283 w 4752801"/>
              <a:gd name="connsiteY11483" fmla="*/ 1424535 h 2767298"/>
              <a:gd name="connsiteX11484" fmla="*/ 4220068 w 4752801"/>
              <a:gd name="connsiteY11484" fmla="*/ 1424130 h 2767298"/>
              <a:gd name="connsiteX11485" fmla="*/ 4218449 w 4752801"/>
              <a:gd name="connsiteY11485" fmla="*/ 1420892 h 2767298"/>
              <a:gd name="connsiteX11486" fmla="*/ 4218449 w 4752801"/>
              <a:gd name="connsiteY11486" fmla="*/ 1419677 h 2767298"/>
              <a:gd name="connsiteX11487" fmla="*/ 4220068 w 4752801"/>
              <a:gd name="connsiteY11487" fmla="*/ 1416438 h 2767298"/>
              <a:gd name="connsiteX11488" fmla="*/ 4221283 w 4752801"/>
              <a:gd name="connsiteY11488" fmla="*/ 1415629 h 2767298"/>
              <a:gd name="connsiteX11489" fmla="*/ 3653735 w 4752801"/>
              <a:gd name="connsiteY11489" fmla="*/ 1415629 h 2767298"/>
              <a:gd name="connsiteX11490" fmla="*/ 3658593 w 4752801"/>
              <a:gd name="connsiteY11490" fmla="*/ 1415629 h 2767298"/>
              <a:gd name="connsiteX11491" fmla="*/ 3659807 w 4752801"/>
              <a:gd name="connsiteY11491" fmla="*/ 1416034 h 2767298"/>
              <a:gd name="connsiteX11492" fmla="*/ 3662236 w 4752801"/>
              <a:gd name="connsiteY11492" fmla="*/ 1420082 h 2767298"/>
              <a:gd name="connsiteX11493" fmla="*/ 3662236 w 4752801"/>
              <a:gd name="connsiteY11493" fmla="*/ 1421296 h 2767298"/>
              <a:gd name="connsiteX11494" fmla="*/ 3659807 w 4752801"/>
              <a:gd name="connsiteY11494" fmla="*/ 1425344 h 2767298"/>
              <a:gd name="connsiteX11495" fmla="*/ 3658593 w 4752801"/>
              <a:gd name="connsiteY11495" fmla="*/ 1426154 h 2767298"/>
              <a:gd name="connsiteX11496" fmla="*/ 3653735 w 4752801"/>
              <a:gd name="connsiteY11496" fmla="*/ 1426154 h 2767298"/>
              <a:gd name="connsiteX11497" fmla="*/ 3652521 w 4752801"/>
              <a:gd name="connsiteY11497" fmla="*/ 1425344 h 2767298"/>
              <a:gd name="connsiteX11498" fmla="*/ 3650092 w 4752801"/>
              <a:gd name="connsiteY11498" fmla="*/ 1421296 h 2767298"/>
              <a:gd name="connsiteX11499" fmla="*/ 3650092 w 4752801"/>
              <a:gd name="connsiteY11499" fmla="*/ 1420082 h 2767298"/>
              <a:gd name="connsiteX11500" fmla="*/ 3652521 w 4752801"/>
              <a:gd name="connsiteY11500" fmla="*/ 1416034 h 2767298"/>
              <a:gd name="connsiteX11501" fmla="*/ 3653735 w 4752801"/>
              <a:gd name="connsiteY11501" fmla="*/ 1415629 h 2767298"/>
              <a:gd name="connsiteX11502" fmla="*/ 3614064 w 4752801"/>
              <a:gd name="connsiteY11502" fmla="*/ 1415629 h 2767298"/>
              <a:gd name="connsiteX11503" fmla="*/ 3617707 w 4752801"/>
              <a:gd name="connsiteY11503" fmla="*/ 1415629 h 2767298"/>
              <a:gd name="connsiteX11504" fmla="*/ 3618921 w 4752801"/>
              <a:gd name="connsiteY11504" fmla="*/ 1416438 h 2767298"/>
              <a:gd name="connsiteX11505" fmla="*/ 3620540 w 4752801"/>
              <a:gd name="connsiteY11505" fmla="*/ 1419677 h 2767298"/>
              <a:gd name="connsiteX11506" fmla="*/ 3620540 w 4752801"/>
              <a:gd name="connsiteY11506" fmla="*/ 1420892 h 2767298"/>
              <a:gd name="connsiteX11507" fmla="*/ 3618921 w 4752801"/>
              <a:gd name="connsiteY11507" fmla="*/ 1424130 h 2767298"/>
              <a:gd name="connsiteX11508" fmla="*/ 3617707 w 4752801"/>
              <a:gd name="connsiteY11508" fmla="*/ 1424940 h 2767298"/>
              <a:gd name="connsiteX11509" fmla="*/ 3614064 w 4752801"/>
              <a:gd name="connsiteY11509" fmla="*/ 1424940 h 2767298"/>
              <a:gd name="connsiteX11510" fmla="*/ 3612849 w 4752801"/>
              <a:gd name="connsiteY11510" fmla="*/ 1424130 h 2767298"/>
              <a:gd name="connsiteX11511" fmla="*/ 3611230 w 4752801"/>
              <a:gd name="connsiteY11511" fmla="*/ 1420892 h 2767298"/>
              <a:gd name="connsiteX11512" fmla="*/ 3611230 w 4752801"/>
              <a:gd name="connsiteY11512" fmla="*/ 1419677 h 2767298"/>
              <a:gd name="connsiteX11513" fmla="*/ 3612849 w 4752801"/>
              <a:gd name="connsiteY11513" fmla="*/ 1416438 h 2767298"/>
              <a:gd name="connsiteX11514" fmla="*/ 3614064 w 4752801"/>
              <a:gd name="connsiteY11514" fmla="*/ 1415629 h 2767298"/>
              <a:gd name="connsiteX11515" fmla="*/ 3977585 w 4752801"/>
              <a:gd name="connsiteY11515" fmla="*/ 1415224 h 2767298"/>
              <a:gd name="connsiteX11516" fmla="*/ 3982848 w 4752801"/>
              <a:gd name="connsiteY11516" fmla="*/ 1415224 h 2767298"/>
              <a:gd name="connsiteX11517" fmla="*/ 3984062 w 4752801"/>
              <a:gd name="connsiteY11517" fmla="*/ 1415629 h 2767298"/>
              <a:gd name="connsiteX11518" fmla="*/ 3986491 w 4752801"/>
              <a:gd name="connsiteY11518" fmla="*/ 1420082 h 2767298"/>
              <a:gd name="connsiteX11519" fmla="*/ 3986491 w 4752801"/>
              <a:gd name="connsiteY11519" fmla="*/ 1421296 h 2767298"/>
              <a:gd name="connsiteX11520" fmla="*/ 3984062 w 4752801"/>
              <a:gd name="connsiteY11520" fmla="*/ 1425749 h 2767298"/>
              <a:gd name="connsiteX11521" fmla="*/ 3982848 w 4752801"/>
              <a:gd name="connsiteY11521" fmla="*/ 1426154 h 2767298"/>
              <a:gd name="connsiteX11522" fmla="*/ 3977585 w 4752801"/>
              <a:gd name="connsiteY11522" fmla="*/ 1426154 h 2767298"/>
              <a:gd name="connsiteX11523" fmla="*/ 3976371 w 4752801"/>
              <a:gd name="connsiteY11523" fmla="*/ 1425749 h 2767298"/>
              <a:gd name="connsiteX11524" fmla="*/ 3973942 w 4752801"/>
              <a:gd name="connsiteY11524" fmla="*/ 1421296 h 2767298"/>
              <a:gd name="connsiteX11525" fmla="*/ 3973942 w 4752801"/>
              <a:gd name="connsiteY11525" fmla="*/ 1420082 h 2767298"/>
              <a:gd name="connsiteX11526" fmla="*/ 3976371 w 4752801"/>
              <a:gd name="connsiteY11526" fmla="*/ 1415629 h 2767298"/>
              <a:gd name="connsiteX11527" fmla="*/ 3977585 w 4752801"/>
              <a:gd name="connsiteY11527" fmla="*/ 1415224 h 2767298"/>
              <a:gd name="connsiteX11528" fmla="*/ 3694621 w 4752801"/>
              <a:gd name="connsiteY11528" fmla="*/ 1415224 h 2767298"/>
              <a:gd name="connsiteX11529" fmla="*/ 3699074 w 4752801"/>
              <a:gd name="connsiteY11529" fmla="*/ 1415224 h 2767298"/>
              <a:gd name="connsiteX11530" fmla="*/ 3700288 w 4752801"/>
              <a:gd name="connsiteY11530" fmla="*/ 1415629 h 2767298"/>
              <a:gd name="connsiteX11531" fmla="*/ 3702717 w 4752801"/>
              <a:gd name="connsiteY11531" fmla="*/ 1419677 h 2767298"/>
              <a:gd name="connsiteX11532" fmla="*/ 3702717 w 4752801"/>
              <a:gd name="connsiteY11532" fmla="*/ 1420891 h 2767298"/>
              <a:gd name="connsiteX11533" fmla="*/ 3700288 w 4752801"/>
              <a:gd name="connsiteY11533" fmla="*/ 1424940 h 2767298"/>
              <a:gd name="connsiteX11534" fmla="*/ 3699074 w 4752801"/>
              <a:gd name="connsiteY11534" fmla="*/ 1425749 h 2767298"/>
              <a:gd name="connsiteX11535" fmla="*/ 3694621 w 4752801"/>
              <a:gd name="connsiteY11535" fmla="*/ 1425749 h 2767298"/>
              <a:gd name="connsiteX11536" fmla="*/ 3693406 w 4752801"/>
              <a:gd name="connsiteY11536" fmla="*/ 1424940 h 2767298"/>
              <a:gd name="connsiteX11537" fmla="*/ 3690978 w 4752801"/>
              <a:gd name="connsiteY11537" fmla="*/ 1420891 h 2767298"/>
              <a:gd name="connsiteX11538" fmla="*/ 3690978 w 4752801"/>
              <a:gd name="connsiteY11538" fmla="*/ 1419677 h 2767298"/>
              <a:gd name="connsiteX11539" fmla="*/ 3693406 w 4752801"/>
              <a:gd name="connsiteY11539" fmla="*/ 1415629 h 2767298"/>
              <a:gd name="connsiteX11540" fmla="*/ 3694621 w 4752801"/>
              <a:gd name="connsiteY11540" fmla="*/ 1415224 h 2767298"/>
              <a:gd name="connsiteX11541" fmla="*/ 3086998 w 4752801"/>
              <a:gd name="connsiteY11541" fmla="*/ 1414820 h 2767298"/>
              <a:gd name="connsiteX11542" fmla="*/ 3092260 w 4752801"/>
              <a:gd name="connsiteY11542" fmla="*/ 1414820 h 2767298"/>
              <a:gd name="connsiteX11543" fmla="*/ 3093475 w 4752801"/>
              <a:gd name="connsiteY11543" fmla="*/ 1415630 h 2767298"/>
              <a:gd name="connsiteX11544" fmla="*/ 3096309 w 4752801"/>
              <a:gd name="connsiteY11544" fmla="*/ 1420083 h 2767298"/>
              <a:gd name="connsiteX11545" fmla="*/ 3096309 w 4752801"/>
              <a:gd name="connsiteY11545" fmla="*/ 1421297 h 2767298"/>
              <a:gd name="connsiteX11546" fmla="*/ 3093475 w 4752801"/>
              <a:gd name="connsiteY11546" fmla="*/ 1425750 h 2767298"/>
              <a:gd name="connsiteX11547" fmla="*/ 3092260 w 4752801"/>
              <a:gd name="connsiteY11547" fmla="*/ 1426155 h 2767298"/>
              <a:gd name="connsiteX11548" fmla="*/ 3086998 w 4752801"/>
              <a:gd name="connsiteY11548" fmla="*/ 1426155 h 2767298"/>
              <a:gd name="connsiteX11549" fmla="*/ 3085784 w 4752801"/>
              <a:gd name="connsiteY11549" fmla="*/ 1425750 h 2767298"/>
              <a:gd name="connsiteX11550" fmla="*/ 3082950 w 4752801"/>
              <a:gd name="connsiteY11550" fmla="*/ 1421297 h 2767298"/>
              <a:gd name="connsiteX11551" fmla="*/ 3082950 w 4752801"/>
              <a:gd name="connsiteY11551" fmla="*/ 1420083 h 2767298"/>
              <a:gd name="connsiteX11552" fmla="*/ 3085784 w 4752801"/>
              <a:gd name="connsiteY11552" fmla="*/ 1415630 h 2767298"/>
              <a:gd name="connsiteX11553" fmla="*/ 3086998 w 4752801"/>
              <a:gd name="connsiteY11553" fmla="*/ 1414820 h 2767298"/>
              <a:gd name="connsiteX11554" fmla="*/ 3936294 w 4752801"/>
              <a:gd name="connsiteY11554" fmla="*/ 1413605 h 2767298"/>
              <a:gd name="connsiteX11555" fmla="*/ 3943176 w 4752801"/>
              <a:gd name="connsiteY11555" fmla="*/ 1413605 h 2767298"/>
              <a:gd name="connsiteX11556" fmla="*/ 3944391 w 4752801"/>
              <a:gd name="connsiteY11556" fmla="*/ 1414414 h 2767298"/>
              <a:gd name="connsiteX11557" fmla="*/ 3947629 w 4752801"/>
              <a:gd name="connsiteY11557" fmla="*/ 1420082 h 2767298"/>
              <a:gd name="connsiteX11558" fmla="*/ 3947629 w 4752801"/>
              <a:gd name="connsiteY11558" fmla="*/ 1421296 h 2767298"/>
              <a:gd name="connsiteX11559" fmla="*/ 3944391 w 4752801"/>
              <a:gd name="connsiteY11559" fmla="*/ 1426964 h 2767298"/>
              <a:gd name="connsiteX11560" fmla="*/ 3943176 w 4752801"/>
              <a:gd name="connsiteY11560" fmla="*/ 1427773 h 2767298"/>
              <a:gd name="connsiteX11561" fmla="*/ 3936294 w 4752801"/>
              <a:gd name="connsiteY11561" fmla="*/ 1427773 h 2767298"/>
              <a:gd name="connsiteX11562" fmla="*/ 3935080 w 4752801"/>
              <a:gd name="connsiteY11562" fmla="*/ 1426964 h 2767298"/>
              <a:gd name="connsiteX11563" fmla="*/ 3931842 w 4752801"/>
              <a:gd name="connsiteY11563" fmla="*/ 1421296 h 2767298"/>
              <a:gd name="connsiteX11564" fmla="*/ 3931842 w 4752801"/>
              <a:gd name="connsiteY11564" fmla="*/ 1420082 h 2767298"/>
              <a:gd name="connsiteX11565" fmla="*/ 3935080 w 4752801"/>
              <a:gd name="connsiteY11565" fmla="*/ 1414414 h 2767298"/>
              <a:gd name="connsiteX11566" fmla="*/ 3936294 w 4752801"/>
              <a:gd name="connsiteY11566" fmla="*/ 1413605 h 2767298"/>
              <a:gd name="connsiteX11567" fmla="*/ 3734293 w 4752801"/>
              <a:gd name="connsiteY11567" fmla="*/ 1413605 h 2767298"/>
              <a:gd name="connsiteX11568" fmla="*/ 3740365 w 4752801"/>
              <a:gd name="connsiteY11568" fmla="*/ 1413605 h 2767298"/>
              <a:gd name="connsiteX11569" fmla="*/ 3741579 w 4752801"/>
              <a:gd name="connsiteY11569" fmla="*/ 1414414 h 2767298"/>
              <a:gd name="connsiteX11570" fmla="*/ 3744413 w 4752801"/>
              <a:gd name="connsiteY11570" fmla="*/ 1419677 h 2767298"/>
              <a:gd name="connsiteX11571" fmla="*/ 3744413 w 4752801"/>
              <a:gd name="connsiteY11571" fmla="*/ 1420892 h 2767298"/>
              <a:gd name="connsiteX11572" fmla="*/ 3741579 w 4752801"/>
              <a:gd name="connsiteY11572" fmla="*/ 1426154 h 2767298"/>
              <a:gd name="connsiteX11573" fmla="*/ 3740365 w 4752801"/>
              <a:gd name="connsiteY11573" fmla="*/ 1426559 h 2767298"/>
              <a:gd name="connsiteX11574" fmla="*/ 3734293 w 4752801"/>
              <a:gd name="connsiteY11574" fmla="*/ 1426559 h 2767298"/>
              <a:gd name="connsiteX11575" fmla="*/ 3733079 w 4752801"/>
              <a:gd name="connsiteY11575" fmla="*/ 1426154 h 2767298"/>
              <a:gd name="connsiteX11576" fmla="*/ 3730245 w 4752801"/>
              <a:gd name="connsiteY11576" fmla="*/ 1420892 h 2767298"/>
              <a:gd name="connsiteX11577" fmla="*/ 3730245 w 4752801"/>
              <a:gd name="connsiteY11577" fmla="*/ 1419677 h 2767298"/>
              <a:gd name="connsiteX11578" fmla="*/ 3733079 w 4752801"/>
              <a:gd name="connsiteY11578" fmla="*/ 1414414 h 2767298"/>
              <a:gd name="connsiteX11579" fmla="*/ 3734293 w 4752801"/>
              <a:gd name="connsiteY11579" fmla="*/ 1413605 h 2767298"/>
              <a:gd name="connsiteX11580" fmla="*/ 3046112 w 4752801"/>
              <a:gd name="connsiteY11580" fmla="*/ 1413605 h 2767298"/>
              <a:gd name="connsiteX11581" fmla="*/ 3052184 w 4752801"/>
              <a:gd name="connsiteY11581" fmla="*/ 1413605 h 2767298"/>
              <a:gd name="connsiteX11582" fmla="*/ 3053398 w 4752801"/>
              <a:gd name="connsiteY11582" fmla="*/ 1414414 h 2767298"/>
              <a:gd name="connsiteX11583" fmla="*/ 3056232 w 4752801"/>
              <a:gd name="connsiteY11583" fmla="*/ 1419677 h 2767298"/>
              <a:gd name="connsiteX11584" fmla="*/ 3056232 w 4752801"/>
              <a:gd name="connsiteY11584" fmla="*/ 1420892 h 2767298"/>
              <a:gd name="connsiteX11585" fmla="*/ 3053398 w 4752801"/>
              <a:gd name="connsiteY11585" fmla="*/ 1426154 h 2767298"/>
              <a:gd name="connsiteX11586" fmla="*/ 3052184 w 4752801"/>
              <a:gd name="connsiteY11586" fmla="*/ 1426559 h 2767298"/>
              <a:gd name="connsiteX11587" fmla="*/ 3046112 w 4752801"/>
              <a:gd name="connsiteY11587" fmla="*/ 1426559 h 2767298"/>
              <a:gd name="connsiteX11588" fmla="*/ 3044898 w 4752801"/>
              <a:gd name="connsiteY11588" fmla="*/ 1426154 h 2767298"/>
              <a:gd name="connsiteX11589" fmla="*/ 3042064 w 4752801"/>
              <a:gd name="connsiteY11589" fmla="*/ 1420892 h 2767298"/>
              <a:gd name="connsiteX11590" fmla="*/ 3042064 w 4752801"/>
              <a:gd name="connsiteY11590" fmla="*/ 1419677 h 2767298"/>
              <a:gd name="connsiteX11591" fmla="*/ 3044898 w 4752801"/>
              <a:gd name="connsiteY11591" fmla="*/ 1414414 h 2767298"/>
              <a:gd name="connsiteX11592" fmla="*/ 3046112 w 4752801"/>
              <a:gd name="connsiteY11592" fmla="*/ 1413605 h 2767298"/>
              <a:gd name="connsiteX11593" fmla="*/ 3774369 w 4752801"/>
              <a:gd name="connsiteY11593" fmla="*/ 1413200 h 2767298"/>
              <a:gd name="connsiteX11594" fmla="*/ 3781251 w 4752801"/>
              <a:gd name="connsiteY11594" fmla="*/ 1413200 h 2767298"/>
              <a:gd name="connsiteX11595" fmla="*/ 3782466 w 4752801"/>
              <a:gd name="connsiteY11595" fmla="*/ 1414010 h 2767298"/>
              <a:gd name="connsiteX11596" fmla="*/ 3786109 w 4752801"/>
              <a:gd name="connsiteY11596" fmla="*/ 1420082 h 2767298"/>
              <a:gd name="connsiteX11597" fmla="*/ 3786109 w 4752801"/>
              <a:gd name="connsiteY11597" fmla="*/ 1421296 h 2767298"/>
              <a:gd name="connsiteX11598" fmla="*/ 3782466 w 4752801"/>
              <a:gd name="connsiteY11598" fmla="*/ 1427368 h 2767298"/>
              <a:gd name="connsiteX11599" fmla="*/ 3781251 w 4752801"/>
              <a:gd name="connsiteY11599" fmla="*/ 1428178 h 2767298"/>
              <a:gd name="connsiteX11600" fmla="*/ 3774369 w 4752801"/>
              <a:gd name="connsiteY11600" fmla="*/ 1428178 h 2767298"/>
              <a:gd name="connsiteX11601" fmla="*/ 3773155 w 4752801"/>
              <a:gd name="connsiteY11601" fmla="*/ 1427368 h 2767298"/>
              <a:gd name="connsiteX11602" fmla="*/ 3769512 w 4752801"/>
              <a:gd name="connsiteY11602" fmla="*/ 1421296 h 2767298"/>
              <a:gd name="connsiteX11603" fmla="*/ 3769512 w 4752801"/>
              <a:gd name="connsiteY11603" fmla="*/ 1420082 h 2767298"/>
              <a:gd name="connsiteX11604" fmla="*/ 3773155 w 4752801"/>
              <a:gd name="connsiteY11604" fmla="*/ 1414010 h 2767298"/>
              <a:gd name="connsiteX11605" fmla="*/ 3774369 w 4752801"/>
              <a:gd name="connsiteY11605" fmla="*/ 1413200 h 2767298"/>
              <a:gd name="connsiteX11606" fmla="*/ 3004820 w 4752801"/>
              <a:gd name="connsiteY11606" fmla="*/ 1412796 h 2767298"/>
              <a:gd name="connsiteX11607" fmla="*/ 3012917 w 4752801"/>
              <a:gd name="connsiteY11607" fmla="*/ 1412796 h 2767298"/>
              <a:gd name="connsiteX11608" fmla="*/ 3014131 w 4752801"/>
              <a:gd name="connsiteY11608" fmla="*/ 1413201 h 2767298"/>
              <a:gd name="connsiteX11609" fmla="*/ 3018179 w 4752801"/>
              <a:gd name="connsiteY11609" fmla="*/ 1420083 h 2767298"/>
              <a:gd name="connsiteX11610" fmla="*/ 3018179 w 4752801"/>
              <a:gd name="connsiteY11610" fmla="*/ 1421297 h 2767298"/>
              <a:gd name="connsiteX11611" fmla="*/ 3014131 w 4752801"/>
              <a:gd name="connsiteY11611" fmla="*/ 1428179 h 2767298"/>
              <a:gd name="connsiteX11612" fmla="*/ 3012917 w 4752801"/>
              <a:gd name="connsiteY11612" fmla="*/ 1428989 h 2767298"/>
              <a:gd name="connsiteX11613" fmla="*/ 3004820 w 4752801"/>
              <a:gd name="connsiteY11613" fmla="*/ 1428989 h 2767298"/>
              <a:gd name="connsiteX11614" fmla="*/ 3003606 w 4752801"/>
              <a:gd name="connsiteY11614" fmla="*/ 1428179 h 2767298"/>
              <a:gd name="connsiteX11615" fmla="*/ 2999558 w 4752801"/>
              <a:gd name="connsiteY11615" fmla="*/ 1421297 h 2767298"/>
              <a:gd name="connsiteX11616" fmla="*/ 2999558 w 4752801"/>
              <a:gd name="connsiteY11616" fmla="*/ 1420083 h 2767298"/>
              <a:gd name="connsiteX11617" fmla="*/ 3003606 w 4752801"/>
              <a:gd name="connsiteY11617" fmla="*/ 1413201 h 2767298"/>
              <a:gd name="connsiteX11618" fmla="*/ 3004820 w 4752801"/>
              <a:gd name="connsiteY11618" fmla="*/ 1412796 h 2767298"/>
              <a:gd name="connsiteX11619" fmla="*/ 3895812 w 4752801"/>
              <a:gd name="connsiteY11619" fmla="*/ 1412391 h 2767298"/>
              <a:gd name="connsiteX11620" fmla="*/ 3903099 w 4752801"/>
              <a:gd name="connsiteY11620" fmla="*/ 1412391 h 2767298"/>
              <a:gd name="connsiteX11621" fmla="*/ 3904313 w 4752801"/>
              <a:gd name="connsiteY11621" fmla="*/ 1413201 h 2767298"/>
              <a:gd name="connsiteX11622" fmla="*/ 3907957 w 4752801"/>
              <a:gd name="connsiteY11622" fmla="*/ 1419678 h 2767298"/>
              <a:gd name="connsiteX11623" fmla="*/ 3907957 w 4752801"/>
              <a:gd name="connsiteY11623" fmla="*/ 1420892 h 2767298"/>
              <a:gd name="connsiteX11624" fmla="*/ 3904313 w 4752801"/>
              <a:gd name="connsiteY11624" fmla="*/ 1427369 h 2767298"/>
              <a:gd name="connsiteX11625" fmla="*/ 3903099 w 4752801"/>
              <a:gd name="connsiteY11625" fmla="*/ 1428179 h 2767298"/>
              <a:gd name="connsiteX11626" fmla="*/ 3895812 w 4752801"/>
              <a:gd name="connsiteY11626" fmla="*/ 1428179 h 2767298"/>
              <a:gd name="connsiteX11627" fmla="*/ 3894598 w 4752801"/>
              <a:gd name="connsiteY11627" fmla="*/ 1427369 h 2767298"/>
              <a:gd name="connsiteX11628" fmla="*/ 3890955 w 4752801"/>
              <a:gd name="connsiteY11628" fmla="*/ 1420892 h 2767298"/>
              <a:gd name="connsiteX11629" fmla="*/ 3890955 w 4752801"/>
              <a:gd name="connsiteY11629" fmla="*/ 1419678 h 2767298"/>
              <a:gd name="connsiteX11630" fmla="*/ 3894598 w 4752801"/>
              <a:gd name="connsiteY11630" fmla="*/ 1413201 h 2767298"/>
              <a:gd name="connsiteX11631" fmla="*/ 3895812 w 4752801"/>
              <a:gd name="connsiteY11631" fmla="*/ 1412391 h 2767298"/>
              <a:gd name="connsiteX11632" fmla="*/ 3854522 w 4752801"/>
              <a:gd name="connsiteY11632" fmla="*/ 1411581 h 2767298"/>
              <a:gd name="connsiteX11633" fmla="*/ 3863023 w 4752801"/>
              <a:gd name="connsiteY11633" fmla="*/ 1411581 h 2767298"/>
              <a:gd name="connsiteX11634" fmla="*/ 3864237 w 4752801"/>
              <a:gd name="connsiteY11634" fmla="*/ 1411986 h 2767298"/>
              <a:gd name="connsiteX11635" fmla="*/ 3868690 w 4752801"/>
              <a:gd name="connsiteY11635" fmla="*/ 1419677 h 2767298"/>
              <a:gd name="connsiteX11636" fmla="*/ 3868690 w 4752801"/>
              <a:gd name="connsiteY11636" fmla="*/ 1420892 h 2767298"/>
              <a:gd name="connsiteX11637" fmla="*/ 3864237 w 4752801"/>
              <a:gd name="connsiteY11637" fmla="*/ 1428583 h 2767298"/>
              <a:gd name="connsiteX11638" fmla="*/ 3863023 w 4752801"/>
              <a:gd name="connsiteY11638" fmla="*/ 1429393 h 2767298"/>
              <a:gd name="connsiteX11639" fmla="*/ 3854522 w 4752801"/>
              <a:gd name="connsiteY11639" fmla="*/ 1429393 h 2767298"/>
              <a:gd name="connsiteX11640" fmla="*/ 3853307 w 4752801"/>
              <a:gd name="connsiteY11640" fmla="*/ 1428583 h 2767298"/>
              <a:gd name="connsiteX11641" fmla="*/ 3848855 w 4752801"/>
              <a:gd name="connsiteY11641" fmla="*/ 1420892 h 2767298"/>
              <a:gd name="connsiteX11642" fmla="*/ 3848855 w 4752801"/>
              <a:gd name="connsiteY11642" fmla="*/ 1419677 h 2767298"/>
              <a:gd name="connsiteX11643" fmla="*/ 3853307 w 4752801"/>
              <a:gd name="connsiteY11643" fmla="*/ 1411986 h 2767298"/>
              <a:gd name="connsiteX11644" fmla="*/ 3854522 w 4752801"/>
              <a:gd name="connsiteY11644" fmla="*/ 1411581 h 2767298"/>
              <a:gd name="connsiteX11645" fmla="*/ 3814041 w 4752801"/>
              <a:gd name="connsiteY11645" fmla="*/ 1411581 h 2767298"/>
              <a:gd name="connsiteX11646" fmla="*/ 3822542 w 4752801"/>
              <a:gd name="connsiteY11646" fmla="*/ 1411581 h 2767298"/>
              <a:gd name="connsiteX11647" fmla="*/ 3823756 w 4752801"/>
              <a:gd name="connsiteY11647" fmla="*/ 1412390 h 2767298"/>
              <a:gd name="connsiteX11648" fmla="*/ 3827805 w 4752801"/>
              <a:gd name="connsiteY11648" fmla="*/ 1419677 h 2767298"/>
              <a:gd name="connsiteX11649" fmla="*/ 3827805 w 4752801"/>
              <a:gd name="connsiteY11649" fmla="*/ 1420892 h 2767298"/>
              <a:gd name="connsiteX11650" fmla="*/ 3823756 w 4752801"/>
              <a:gd name="connsiteY11650" fmla="*/ 1428178 h 2767298"/>
              <a:gd name="connsiteX11651" fmla="*/ 3822542 w 4752801"/>
              <a:gd name="connsiteY11651" fmla="*/ 1428988 h 2767298"/>
              <a:gd name="connsiteX11652" fmla="*/ 3814041 w 4752801"/>
              <a:gd name="connsiteY11652" fmla="*/ 1428988 h 2767298"/>
              <a:gd name="connsiteX11653" fmla="*/ 3812827 w 4752801"/>
              <a:gd name="connsiteY11653" fmla="*/ 1428178 h 2767298"/>
              <a:gd name="connsiteX11654" fmla="*/ 3808779 w 4752801"/>
              <a:gd name="connsiteY11654" fmla="*/ 1420892 h 2767298"/>
              <a:gd name="connsiteX11655" fmla="*/ 3808779 w 4752801"/>
              <a:gd name="connsiteY11655" fmla="*/ 1419677 h 2767298"/>
              <a:gd name="connsiteX11656" fmla="*/ 3812827 w 4752801"/>
              <a:gd name="connsiteY11656" fmla="*/ 1412390 h 2767298"/>
              <a:gd name="connsiteX11657" fmla="*/ 3814041 w 4752801"/>
              <a:gd name="connsiteY11657" fmla="*/ 1411581 h 2767298"/>
              <a:gd name="connsiteX11658" fmla="*/ 2963125 w 4752801"/>
              <a:gd name="connsiteY11658" fmla="*/ 1411176 h 2767298"/>
              <a:gd name="connsiteX11659" fmla="*/ 2972840 w 4752801"/>
              <a:gd name="connsiteY11659" fmla="*/ 1411176 h 2767298"/>
              <a:gd name="connsiteX11660" fmla="*/ 2974055 w 4752801"/>
              <a:gd name="connsiteY11660" fmla="*/ 1411986 h 2767298"/>
              <a:gd name="connsiteX11661" fmla="*/ 2978913 w 4752801"/>
              <a:gd name="connsiteY11661" fmla="*/ 1420082 h 2767298"/>
              <a:gd name="connsiteX11662" fmla="*/ 2978913 w 4752801"/>
              <a:gd name="connsiteY11662" fmla="*/ 1421296 h 2767298"/>
              <a:gd name="connsiteX11663" fmla="*/ 2974055 w 4752801"/>
              <a:gd name="connsiteY11663" fmla="*/ 1429393 h 2767298"/>
              <a:gd name="connsiteX11664" fmla="*/ 2972840 w 4752801"/>
              <a:gd name="connsiteY11664" fmla="*/ 1430202 h 2767298"/>
              <a:gd name="connsiteX11665" fmla="*/ 2963125 w 4752801"/>
              <a:gd name="connsiteY11665" fmla="*/ 1430202 h 2767298"/>
              <a:gd name="connsiteX11666" fmla="*/ 2961911 w 4752801"/>
              <a:gd name="connsiteY11666" fmla="*/ 1429393 h 2767298"/>
              <a:gd name="connsiteX11667" fmla="*/ 2957053 w 4752801"/>
              <a:gd name="connsiteY11667" fmla="*/ 1421296 h 2767298"/>
              <a:gd name="connsiteX11668" fmla="*/ 2957053 w 4752801"/>
              <a:gd name="connsiteY11668" fmla="*/ 1420082 h 2767298"/>
              <a:gd name="connsiteX11669" fmla="*/ 2961911 w 4752801"/>
              <a:gd name="connsiteY11669" fmla="*/ 1411986 h 2767298"/>
              <a:gd name="connsiteX11670" fmla="*/ 2963125 w 4752801"/>
              <a:gd name="connsiteY11670" fmla="*/ 1411176 h 2767298"/>
              <a:gd name="connsiteX11671" fmla="*/ 2437274 w 4752801"/>
              <a:gd name="connsiteY11671" fmla="*/ 1411176 h 2767298"/>
              <a:gd name="connsiteX11672" fmla="*/ 2446989 w 4752801"/>
              <a:gd name="connsiteY11672" fmla="*/ 1411176 h 2767298"/>
              <a:gd name="connsiteX11673" fmla="*/ 2448204 w 4752801"/>
              <a:gd name="connsiteY11673" fmla="*/ 1411581 h 2767298"/>
              <a:gd name="connsiteX11674" fmla="*/ 2453062 w 4752801"/>
              <a:gd name="connsiteY11674" fmla="*/ 1420082 h 2767298"/>
              <a:gd name="connsiteX11675" fmla="*/ 2453062 w 4752801"/>
              <a:gd name="connsiteY11675" fmla="*/ 1421296 h 2767298"/>
              <a:gd name="connsiteX11676" fmla="*/ 2448204 w 4752801"/>
              <a:gd name="connsiteY11676" fmla="*/ 1429798 h 2767298"/>
              <a:gd name="connsiteX11677" fmla="*/ 2446989 w 4752801"/>
              <a:gd name="connsiteY11677" fmla="*/ 1430202 h 2767298"/>
              <a:gd name="connsiteX11678" fmla="*/ 2437274 w 4752801"/>
              <a:gd name="connsiteY11678" fmla="*/ 1430202 h 2767298"/>
              <a:gd name="connsiteX11679" fmla="*/ 2436059 w 4752801"/>
              <a:gd name="connsiteY11679" fmla="*/ 1429798 h 2767298"/>
              <a:gd name="connsiteX11680" fmla="*/ 2431202 w 4752801"/>
              <a:gd name="connsiteY11680" fmla="*/ 1421296 h 2767298"/>
              <a:gd name="connsiteX11681" fmla="*/ 2431202 w 4752801"/>
              <a:gd name="connsiteY11681" fmla="*/ 1420082 h 2767298"/>
              <a:gd name="connsiteX11682" fmla="*/ 2436059 w 4752801"/>
              <a:gd name="connsiteY11682" fmla="*/ 1411581 h 2767298"/>
              <a:gd name="connsiteX11683" fmla="*/ 2437274 w 4752801"/>
              <a:gd name="connsiteY11683" fmla="*/ 1411176 h 2767298"/>
              <a:gd name="connsiteX11684" fmla="*/ 2922238 w 4752801"/>
              <a:gd name="connsiteY11684" fmla="*/ 1410367 h 2767298"/>
              <a:gd name="connsiteX11685" fmla="*/ 2932763 w 4752801"/>
              <a:gd name="connsiteY11685" fmla="*/ 1410367 h 2767298"/>
              <a:gd name="connsiteX11686" fmla="*/ 2933978 w 4752801"/>
              <a:gd name="connsiteY11686" fmla="*/ 1411177 h 2767298"/>
              <a:gd name="connsiteX11687" fmla="*/ 2939240 w 4752801"/>
              <a:gd name="connsiteY11687" fmla="*/ 1420083 h 2767298"/>
              <a:gd name="connsiteX11688" fmla="*/ 2939240 w 4752801"/>
              <a:gd name="connsiteY11688" fmla="*/ 1421297 h 2767298"/>
              <a:gd name="connsiteX11689" fmla="*/ 2933978 w 4752801"/>
              <a:gd name="connsiteY11689" fmla="*/ 1430203 h 2767298"/>
              <a:gd name="connsiteX11690" fmla="*/ 2932763 w 4752801"/>
              <a:gd name="connsiteY11690" fmla="*/ 1431013 h 2767298"/>
              <a:gd name="connsiteX11691" fmla="*/ 2922238 w 4752801"/>
              <a:gd name="connsiteY11691" fmla="*/ 1431013 h 2767298"/>
              <a:gd name="connsiteX11692" fmla="*/ 2921024 w 4752801"/>
              <a:gd name="connsiteY11692" fmla="*/ 1430203 h 2767298"/>
              <a:gd name="connsiteX11693" fmla="*/ 2915762 w 4752801"/>
              <a:gd name="connsiteY11693" fmla="*/ 1421297 h 2767298"/>
              <a:gd name="connsiteX11694" fmla="*/ 2915762 w 4752801"/>
              <a:gd name="connsiteY11694" fmla="*/ 1420083 h 2767298"/>
              <a:gd name="connsiteX11695" fmla="*/ 2921024 w 4752801"/>
              <a:gd name="connsiteY11695" fmla="*/ 1411177 h 2767298"/>
              <a:gd name="connsiteX11696" fmla="*/ 2922238 w 4752801"/>
              <a:gd name="connsiteY11696" fmla="*/ 1410367 h 2767298"/>
              <a:gd name="connsiteX11697" fmla="*/ 2476945 w 4752801"/>
              <a:gd name="connsiteY11697" fmla="*/ 1410367 h 2767298"/>
              <a:gd name="connsiteX11698" fmla="*/ 2487875 w 4752801"/>
              <a:gd name="connsiteY11698" fmla="*/ 1410367 h 2767298"/>
              <a:gd name="connsiteX11699" fmla="*/ 2489090 w 4752801"/>
              <a:gd name="connsiteY11699" fmla="*/ 1410772 h 2767298"/>
              <a:gd name="connsiteX11700" fmla="*/ 2494757 w 4752801"/>
              <a:gd name="connsiteY11700" fmla="*/ 1420083 h 2767298"/>
              <a:gd name="connsiteX11701" fmla="*/ 2494757 w 4752801"/>
              <a:gd name="connsiteY11701" fmla="*/ 1421297 h 2767298"/>
              <a:gd name="connsiteX11702" fmla="*/ 2489090 w 4752801"/>
              <a:gd name="connsiteY11702" fmla="*/ 1430608 h 2767298"/>
              <a:gd name="connsiteX11703" fmla="*/ 2487875 w 4752801"/>
              <a:gd name="connsiteY11703" fmla="*/ 1431013 h 2767298"/>
              <a:gd name="connsiteX11704" fmla="*/ 2476945 w 4752801"/>
              <a:gd name="connsiteY11704" fmla="*/ 1431013 h 2767298"/>
              <a:gd name="connsiteX11705" fmla="*/ 2475731 w 4752801"/>
              <a:gd name="connsiteY11705" fmla="*/ 1430608 h 2767298"/>
              <a:gd name="connsiteX11706" fmla="*/ 2470064 w 4752801"/>
              <a:gd name="connsiteY11706" fmla="*/ 1421297 h 2767298"/>
              <a:gd name="connsiteX11707" fmla="*/ 2470064 w 4752801"/>
              <a:gd name="connsiteY11707" fmla="*/ 1420083 h 2767298"/>
              <a:gd name="connsiteX11708" fmla="*/ 2475731 w 4752801"/>
              <a:gd name="connsiteY11708" fmla="*/ 1410772 h 2767298"/>
              <a:gd name="connsiteX11709" fmla="*/ 2476945 w 4752801"/>
              <a:gd name="connsiteY11709" fmla="*/ 1410367 h 2767298"/>
              <a:gd name="connsiteX11710" fmla="*/ 2882162 w 4752801"/>
              <a:gd name="connsiteY11710" fmla="*/ 1409962 h 2767298"/>
              <a:gd name="connsiteX11711" fmla="*/ 2892283 w 4752801"/>
              <a:gd name="connsiteY11711" fmla="*/ 1409962 h 2767298"/>
              <a:gd name="connsiteX11712" fmla="*/ 2893497 w 4752801"/>
              <a:gd name="connsiteY11712" fmla="*/ 1410772 h 2767298"/>
              <a:gd name="connsiteX11713" fmla="*/ 2898760 w 4752801"/>
              <a:gd name="connsiteY11713" fmla="*/ 1419678 h 2767298"/>
              <a:gd name="connsiteX11714" fmla="*/ 2898760 w 4752801"/>
              <a:gd name="connsiteY11714" fmla="*/ 1420892 h 2767298"/>
              <a:gd name="connsiteX11715" fmla="*/ 2893497 w 4752801"/>
              <a:gd name="connsiteY11715" fmla="*/ 1429798 h 2767298"/>
              <a:gd name="connsiteX11716" fmla="*/ 2892283 w 4752801"/>
              <a:gd name="connsiteY11716" fmla="*/ 1430607 h 2767298"/>
              <a:gd name="connsiteX11717" fmla="*/ 2882162 w 4752801"/>
              <a:gd name="connsiteY11717" fmla="*/ 1430607 h 2767298"/>
              <a:gd name="connsiteX11718" fmla="*/ 2880948 w 4752801"/>
              <a:gd name="connsiteY11718" fmla="*/ 1429798 h 2767298"/>
              <a:gd name="connsiteX11719" fmla="*/ 2875686 w 4752801"/>
              <a:gd name="connsiteY11719" fmla="*/ 1420892 h 2767298"/>
              <a:gd name="connsiteX11720" fmla="*/ 2875686 w 4752801"/>
              <a:gd name="connsiteY11720" fmla="*/ 1419678 h 2767298"/>
              <a:gd name="connsiteX11721" fmla="*/ 2880948 w 4752801"/>
              <a:gd name="connsiteY11721" fmla="*/ 1410772 h 2767298"/>
              <a:gd name="connsiteX11722" fmla="*/ 2882162 w 4752801"/>
              <a:gd name="connsiteY11722" fmla="*/ 1409962 h 2767298"/>
              <a:gd name="connsiteX11723" fmla="*/ 2598388 w 4752801"/>
              <a:gd name="connsiteY11723" fmla="*/ 1409962 h 2767298"/>
              <a:gd name="connsiteX11724" fmla="*/ 2609723 w 4752801"/>
              <a:gd name="connsiteY11724" fmla="*/ 1409962 h 2767298"/>
              <a:gd name="connsiteX11725" fmla="*/ 2610938 w 4752801"/>
              <a:gd name="connsiteY11725" fmla="*/ 1410367 h 2767298"/>
              <a:gd name="connsiteX11726" fmla="*/ 2616605 w 4752801"/>
              <a:gd name="connsiteY11726" fmla="*/ 1420082 h 2767298"/>
              <a:gd name="connsiteX11727" fmla="*/ 2616605 w 4752801"/>
              <a:gd name="connsiteY11727" fmla="*/ 1421297 h 2767298"/>
              <a:gd name="connsiteX11728" fmla="*/ 2610938 w 4752801"/>
              <a:gd name="connsiteY11728" fmla="*/ 1431012 h 2767298"/>
              <a:gd name="connsiteX11729" fmla="*/ 2609723 w 4752801"/>
              <a:gd name="connsiteY11729" fmla="*/ 1431822 h 2767298"/>
              <a:gd name="connsiteX11730" fmla="*/ 2598388 w 4752801"/>
              <a:gd name="connsiteY11730" fmla="*/ 1431822 h 2767298"/>
              <a:gd name="connsiteX11731" fmla="*/ 2597174 w 4752801"/>
              <a:gd name="connsiteY11731" fmla="*/ 1431012 h 2767298"/>
              <a:gd name="connsiteX11732" fmla="*/ 2591507 w 4752801"/>
              <a:gd name="connsiteY11732" fmla="*/ 1421297 h 2767298"/>
              <a:gd name="connsiteX11733" fmla="*/ 2591507 w 4752801"/>
              <a:gd name="connsiteY11733" fmla="*/ 1420082 h 2767298"/>
              <a:gd name="connsiteX11734" fmla="*/ 2597174 w 4752801"/>
              <a:gd name="connsiteY11734" fmla="*/ 1410367 h 2767298"/>
              <a:gd name="connsiteX11735" fmla="*/ 2598388 w 4752801"/>
              <a:gd name="connsiteY11735" fmla="*/ 1409962 h 2767298"/>
              <a:gd name="connsiteX11736" fmla="*/ 2517426 w 4752801"/>
              <a:gd name="connsiteY11736" fmla="*/ 1409557 h 2767298"/>
              <a:gd name="connsiteX11737" fmla="*/ 2528356 w 4752801"/>
              <a:gd name="connsiteY11737" fmla="*/ 1409557 h 2767298"/>
              <a:gd name="connsiteX11738" fmla="*/ 2529571 w 4752801"/>
              <a:gd name="connsiteY11738" fmla="*/ 1409962 h 2767298"/>
              <a:gd name="connsiteX11739" fmla="*/ 2535238 w 4752801"/>
              <a:gd name="connsiteY11739" fmla="*/ 1419677 h 2767298"/>
              <a:gd name="connsiteX11740" fmla="*/ 2535238 w 4752801"/>
              <a:gd name="connsiteY11740" fmla="*/ 1420892 h 2767298"/>
              <a:gd name="connsiteX11741" fmla="*/ 2529571 w 4752801"/>
              <a:gd name="connsiteY11741" fmla="*/ 1430607 h 2767298"/>
              <a:gd name="connsiteX11742" fmla="*/ 2528356 w 4752801"/>
              <a:gd name="connsiteY11742" fmla="*/ 1431417 h 2767298"/>
              <a:gd name="connsiteX11743" fmla="*/ 2517426 w 4752801"/>
              <a:gd name="connsiteY11743" fmla="*/ 1431417 h 2767298"/>
              <a:gd name="connsiteX11744" fmla="*/ 2516212 w 4752801"/>
              <a:gd name="connsiteY11744" fmla="*/ 1430607 h 2767298"/>
              <a:gd name="connsiteX11745" fmla="*/ 2510545 w 4752801"/>
              <a:gd name="connsiteY11745" fmla="*/ 1420892 h 2767298"/>
              <a:gd name="connsiteX11746" fmla="*/ 2510545 w 4752801"/>
              <a:gd name="connsiteY11746" fmla="*/ 1419677 h 2767298"/>
              <a:gd name="connsiteX11747" fmla="*/ 2516212 w 4752801"/>
              <a:gd name="connsiteY11747" fmla="*/ 1409962 h 2767298"/>
              <a:gd name="connsiteX11748" fmla="*/ 2517426 w 4752801"/>
              <a:gd name="connsiteY11748" fmla="*/ 1409557 h 2767298"/>
              <a:gd name="connsiteX11749" fmla="*/ 2557503 w 4752801"/>
              <a:gd name="connsiteY11749" fmla="*/ 1409152 h 2767298"/>
              <a:gd name="connsiteX11750" fmla="*/ 2569243 w 4752801"/>
              <a:gd name="connsiteY11750" fmla="*/ 1409152 h 2767298"/>
              <a:gd name="connsiteX11751" fmla="*/ 2570457 w 4752801"/>
              <a:gd name="connsiteY11751" fmla="*/ 1409557 h 2767298"/>
              <a:gd name="connsiteX11752" fmla="*/ 2576125 w 4752801"/>
              <a:gd name="connsiteY11752" fmla="*/ 1419677 h 2767298"/>
              <a:gd name="connsiteX11753" fmla="*/ 2576125 w 4752801"/>
              <a:gd name="connsiteY11753" fmla="*/ 1420892 h 2767298"/>
              <a:gd name="connsiteX11754" fmla="*/ 2570457 w 4752801"/>
              <a:gd name="connsiteY11754" fmla="*/ 1431012 h 2767298"/>
              <a:gd name="connsiteX11755" fmla="*/ 2569243 w 4752801"/>
              <a:gd name="connsiteY11755" fmla="*/ 1431822 h 2767298"/>
              <a:gd name="connsiteX11756" fmla="*/ 2557503 w 4752801"/>
              <a:gd name="connsiteY11756" fmla="*/ 1431822 h 2767298"/>
              <a:gd name="connsiteX11757" fmla="*/ 2556289 w 4752801"/>
              <a:gd name="connsiteY11757" fmla="*/ 1431012 h 2767298"/>
              <a:gd name="connsiteX11758" fmla="*/ 2550622 w 4752801"/>
              <a:gd name="connsiteY11758" fmla="*/ 1420892 h 2767298"/>
              <a:gd name="connsiteX11759" fmla="*/ 2550622 w 4752801"/>
              <a:gd name="connsiteY11759" fmla="*/ 1419677 h 2767298"/>
              <a:gd name="connsiteX11760" fmla="*/ 2556289 w 4752801"/>
              <a:gd name="connsiteY11760" fmla="*/ 1409557 h 2767298"/>
              <a:gd name="connsiteX11761" fmla="*/ 2557503 w 4752801"/>
              <a:gd name="connsiteY11761" fmla="*/ 1409152 h 2767298"/>
              <a:gd name="connsiteX11762" fmla="*/ 3371985 w 4752801"/>
              <a:gd name="connsiteY11762" fmla="*/ 1377982 h 2767298"/>
              <a:gd name="connsiteX11763" fmla="*/ 3374414 w 4752801"/>
              <a:gd name="connsiteY11763" fmla="*/ 1377982 h 2767298"/>
              <a:gd name="connsiteX11764" fmla="*/ 3375629 w 4752801"/>
              <a:gd name="connsiteY11764" fmla="*/ 1380006 h 2767298"/>
              <a:gd name="connsiteX11765" fmla="*/ 3374414 w 4752801"/>
              <a:gd name="connsiteY11765" fmla="*/ 1382030 h 2767298"/>
              <a:gd name="connsiteX11766" fmla="*/ 3371985 w 4752801"/>
              <a:gd name="connsiteY11766" fmla="*/ 1382030 h 2767298"/>
              <a:gd name="connsiteX11767" fmla="*/ 3370771 w 4752801"/>
              <a:gd name="connsiteY11767" fmla="*/ 1380006 h 2767298"/>
              <a:gd name="connsiteX11768" fmla="*/ 3331504 w 4752801"/>
              <a:gd name="connsiteY11768" fmla="*/ 1377982 h 2767298"/>
              <a:gd name="connsiteX11769" fmla="*/ 3333933 w 4752801"/>
              <a:gd name="connsiteY11769" fmla="*/ 1377982 h 2767298"/>
              <a:gd name="connsiteX11770" fmla="*/ 3335148 w 4752801"/>
              <a:gd name="connsiteY11770" fmla="*/ 1380006 h 2767298"/>
              <a:gd name="connsiteX11771" fmla="*/ 3333933 w 4752801"/>
              <a:gd name="connsiteY11771" fmla="*/ 1382030 h 2767298"/>
              <a:gd name="connsiteX11772" fmla="*/ 3331504 w 4752801"/>
              <a:gd name="connsiteY11772" fmla="*/ 1382030 h 2767298"/>
              <a:gd name="connsiteX11773" fmla="*/ 3330290 w 4752801"/>
              <a:gd name="connsiteY11773" fmla="*/ 1380006 h 2767298"/>
              <a:gd name="connsiteX11774" fmla="*/ 3250542 w 4752801"/>
              <a:gd name="connsiteY11774" fmla="*/ 1377982 h 2767298"/>
              <a:gd name="connsiteX11775" fmla="*/ 3252971 w 4752801"/>
              <a:gd name="connsiteY11775" fmla="*/ 1377982 h 2767298"/>
              <a:gd name="connsiteX11776" fmla="*/ 3254186 w 4752801"/>
              <a:gd name="connsiteY11776" fmla="*/ 1380006 h 2767298"/>
              <a:gd name="connsiteX11777" fmla="*/ 3252971 w 4752801"/>
              <a:gd name="connsiteY11777" fmla="*/ 1382030 h 2767298"/>
              <a:gd name="connsiteX11778" fmla="*/ 3250542 w 4752801"/>
              <a:gd name="connsiteY11778" fmla="*/ 1382030 h 2767298"/>
              <a:gd name="connsiteX11779" fmla="*/ 3249328 w 4752801"/>
              <a:gd name="connsiteY11779" fmla="*/ 1380006 h 2767298"/>
              <a:gd name="connsiteX11780" fmla="*/ 3210465 w 4752801"/>
              <a:gd name="connsiteY11780" fmla="*/ 1377982 h 2767298"/>
              <a:gd name="connsiteX11781" fmla="*/ 3212489 w 4752801"/>
              <a:gd name="connsiteY11781" fmla="*/ 1377982 h 2767298"/>
              <a:gd name="connsiteX11782" fmla="*/ 3213704 w 4752801"/>
              <a:gd name="connsiteY11782" fmla="*/ 1380006 h 2767298"/>
              <a:gd name="connsiteX11783" fmla="*/ 3212489 w 4752801"/>
              <a:gd name="connsiteY11783" fmla="*/ 1382030 h 2767298"/>
              <a:gd name="connsiteX11784" fmla="*/ 3210465 w 4752801"/>
              <a:gd name="connsiteY11784" fmla="*/ 1382030 h 2767298"/>
              <a:gd name="connsiteX11785" fmla="*/ 3209251 w 4752801"/>
              <a:gd name="connsiteY11785" fmla="*/ 1380006 h 2767298"/>
              <a:gd name="connsiteX11786" fmla="*/ 3452544 w 4752801"/>
              <a:gd name="connsiteY11786" fmla="*/ 1377577 h 2767298"/>
              <a:gd name="connsiteX11787" fmla="*/ 3455377 w 4752801"/>
              <a:gd name="connsiteY11787" fmla="*/ 1377577 h 2767298"/>
              <a:gd name="connsiteX11788" fmla="*/ 3456592 w 4752801"/>
              <a:gd name="connsiteY11788" fmla="*/ 1380006 h 2767298"/>
              <a:gd name="connsiteX11789" fmla="*/ 3455377 w 4752801"/>
              <a:gd name="connsiteY11789" fmla="*/ 1382435 h 2767298"/>
              <a:gd name="connsiteX11790" fmla="*/ 3452544 w 4752801"/>
              <a:gd name="connsiteY11790" fmla="*/ 1382435 h 2767298"/>
              <a:gd name="connsiteX11791" fmla="*/ 3451329 w 4752801"/>
              <a:gd name="connsiteY11791" fmla="*/ 1380006 h 2767298"/>
              <a:gd name="connsiteX11792" fmla="*/ 3412062 w 4752801"/>
              <a:gd name="connsiteY11792" fmla="*/ 1377577 h 2767298"/>
              <a:gd name="connsiteX11793" fmla="*/ 3414895 w 4752801"/>
              <a:gd name="connsiteY11793" fmla="*/ 1377577 h 2767298"/>
              <a:gd name="connsiteX11794" fmla="*/ 3416110 w 4752801"/>
              <a:gd name="connsiteY11794" fmla="*/ 1380006 h 2767298"/>
              <a:gd name="connsiteX11795" fmla="*/ 3414895 w 4752801"/>
              <a:gd name="connsiteY11795" fmla="*/ 1382435 h 2767298"/>
              <a:gd name="connsiteX11796" fmla="*/ 3412062 w 4752801"/>
              <a:gd name="connsiteY11796" fmla="*/ 1382435 h 2767298"/>
              <a:gd name="connsiteX11797" fmla="*/ 3410847 w 4752801"/>
              <a:gd name="connsiteY11797" fmla="*/ 1380006 h 2767298"/>
              <a:gd name="connsiteX11798" fmla="*/ 3290619 w 4752801"/>
              <a:gd name="connsiteY11798" fmla="*/ 1377577 h 2767298"/>
              <a:gd name="connsiteX11799" fmla="*/ 3293452 w 4752801"/>
              <a:gd name="connsiteY11799" fmla="*/ 1377577 h 2767298"/>
              <a:gd name="connsiteX11800" fmla="*/ 3294667 w 4752801"/>
              <a:gd name="connsiteY11800" fmla="*/ 1380006 h 2767298"/>
              <a:gd name="connsiteX11801" fmla="*/ 3293452 w 4752801"/>
              <a:gd name="connsiteY11801" fmla="*/ 1382435 h 2767298"/>
              <a:gd name="connsiteX11802" fmla="*/ 3290619 w 4752801"/>
              <a:gd name="connsiteY11802" fmla="*/ 1382435 h 2767298"/>
              <a:gd name="connsiteX11803" fmla="*/ 3289404 w 4752801"/>
              <a:gd name="connsiteY11803" fmla="*/ 1380006 h 2767298"/>
              <a:gd name="connsiteX11804" fmla="*/ 3493024 w 4752801"/>
              <a:gd name="connsiteY11804" fmla="*/ 1376767 h 2767298"/>
              <a:gd name="connsiteX11805" fmla="*/ 3496667 w 4752801"/>
              <a:gd name="connsiteY11805" fmla="*/ 1376767 h 2767298"/>
              <a:gd name="connsiteX11806" fmla="*/ 3498692 w 4752801"/>
              <a:gd name="connsiteY11806" fmla="*/ 1380005 h 2767298"/>
              <a:gd name="connsiteX11807" fmla="*/ 3496667 w 4752801"/>
              <a:gd name="connsiteY11807" fmla="*/ 1383244 h 2767298"/>
              <a:gd name="connsiteX11808" fmla="*/ 3493024 w 4752801"/>
              <a:gd name="connsiteY11808" fmla="*/ 1383244 h 2767298"/>
              <a:gd name="connsiteX11809" fmla="*/ 3491000 w 4752801"/>
              <a:gd name="connsiteY11809" fmla="*/ 1380005 h 2767298"/>
              <a:gd name="connsiteX11810" fmla="*/ 3169174 w 4752801"/>
              <a:gd name="connsiteY11810" fmla="*/ 1376767 h 2767298"/>
              <a:gd name="connsiteX11811" fmla="*/ 3172817 w 4752801"/>
              <a:gd name="connsiteY11811" fmla="*/ 1376767 h 2767298"/>
              <a:gd name="connsiteX11812" fmla="*/ 3174842 w 4752801"/>
              <a:gd name="connsiteY11812" fmla="*/ 1380005 h 2767298"/>
              <a:gd name="connsiteX11813" fmla="*/ 3172817 w 4752801"/>
              <a:gd name="connsiteY11813" fmla="*/ 1383244 h 2767298"/>
              <a:gd name="connsiteX11814" fmla="*/ 3169174 w 4752801"/>
              <a:gd name="connsiteY11814" fmla="*/ 1383244 h 2767298"/>
              <a:gd name="connsiteX11815" fmla="*/ 3167150 w 4752801"/>
              <a:gd name="connsiteY11815" fmla="*/ 1380005 h 2767298"/>
              <a:gd name="connsiteX11816" fmla="*/ 4586018 w 4752801"/>
              <a:gd name="connsiteY11816" fmla="*/ 1376363 h 2767298"/>
              <a:gd name="connsiteX11817" fmla="*/ 4589257 w 4752801"/>
              <a:gd name="connsiteY11817" fmla="*/ 1376363 h 2767298"/>
              <a:gd name="connsiteX11818" fmla="*/ 4590471 w 4752801"/>
              <a:gd name="connsiteY11818" fmla="*/ 1376768 h 2767298"/>
              <a:gd name="connsiteX11819" fmla="*/ 4592091 w 4752801"/>
              <a:gd name="connsiteY11819" fmla="*/ 1379601 h 2767298"/>
              <a:gd name="connsiteX11820" fmla="*/ 4592091 w 4752801"/>
              <a:gd name="connsiteY11820" fmla="*/ 1380816 h 2767298"/>
              <a:gd name="connsiteX11821" fmla="*/ 4590471 w 4752801"/>
              <a:gd name="connsiteY11821" fmla="*/ 1383650 h 2767298"/>
              <a:gd name="connsiteX11822" fmla="*/ 4589257 w 4752801"/>
              <a:gd name="connsiteY11822" fmla="*/ 1384459 h 2767298"/>
              <a:gd name="connsiteX11823" fmla="*/ 4586018 w 4752801"/>
              <a:gd name="connsiteY11823" fmla="*/ 1384459 h 2767298"/>
              <a:gd name="connsiteX11824" fmla="*/ 4584804 w 4752801"/>
              <a:gd name="connsiteY11824" fmla="*/ 1383650 h 2767298"/>
              <a:gd name="connsiteX11825" fmla="*/ 4583185 w 4752801"/>
              <a:gd name="connsiteY11825" fmla="*/ 1380816 h 2767298"/>
              <a:gd name="connsiteX11826" fmla="*/ 4583185 w 4752801"/>
              <a:gd name="connsiteY11826" fmla="*/ 1379601 h 2767298"/>
              <a:gd name="connsiteX11827" fmla="*/ 4584804 w 4752801"/>
              <a:gd name="connsiteY11827" fmla="*/ 1376768 h 2767298"/>
              <a:gd name="connsiteX11828" fmla="*/ 4586018 w 4752801"/>
              <a:gd name="connsiteY11828" fmla="*/ 1376363 h 2767298"/>
              <a:gd name="connsiteX11829" fmla="*/ 4504652 w 4752801"/>
              <a:gd name="connsiteY11829" fmla="*/ 1376363 h 2767298"/>
              <a:gd name="connsiteX11830" fmla="*/ 4508295 w 4752801"/>
              <a:gd name="connsiteY11830" fmla="*/ 1376363 h 2767298"/>
              <a:gd name="connsiteX11831" fmla="*/ 4509509 w 4752801"/>
              <a:gd name="connsiteY11831" fmla="*/ 1376768 h 2767298"/>
              <a:gd name="connsiteX11832" fmla="*/ 4511128 w 4752801"/>
              <a:gd name="connsiteY11832" fmla="*/ 1379601 h 2767298"/>
              <a:gd name="connsiteX11833" fmla="*/ 4511128 w 4752801"/>
              <a:gd name="connsiteY11833" fmla="*/ 1380816 h 2767298"/>
              <a:gd name="connsiteX11834" fmla="*/ 4509509 w 4752801"/>
              <a:gd name="connsiteY11834" fmla="*/ 1383650 h 2767298"/>
              <a:gd name="connsiteX11835" fmla="*/ 4508295 w 4752801"/>
              <a:gd name="connsiteY11835" fmla="*/ 1384054 h 2767298"/>
              <a:gd name="connsiteX11836" fmla="*/ 4504652 w 4752801"/>
              <a:gd name="connsiteY11836" fmla="*/ 1384054 h 2767298"/>
              <a:gd name="connsiteX11837" fmla="*/ 4503437 w 4752801"/>
              <a:gd name="connsiteY11837" fmla="*/ 1383650 h 2767298"/>
              <a:gd name="connsiteX11838" fmla="*/ 4501818 w 4752801"/>
              <a:gd name="connsiteY11838" fmla="*/ 1380816 h 2767298"/>
              <a:gd name="connsiteX11839" fmla="*/ 4501818 w 4752801"/>
              <a:gd name="connsiteY11839" fmla="*/ 1379601 h 2767298"/>
              <a:gd name="connsiteX11840" fmla="*/ 4503437 w 4752801"/>
              <a:gd name="connsiteY11840" fmla="*/ 1376768 h 2767298"/>
              <a:gd name="connsiteX11841" fmla="*/ 4504652 w 4752801"/>
              <a:gd name="connsiteY11841" fmla="*/ 1376363 h 2767298"/>
              <a:gd name="connsiteX11842" fmla="*/ 4342321 w 4752801"/>
              <a:gd name="connsiteY11842" fmla="*/ 1376363 h 2767298"/>
              <a:gd name="connsiteX11843" fmla="*/ 4346774 w 4752801"/>
              <a:gd name="connsiteY11843" fmla="*/ 1376363 h 2767298"/>
              <a:gd name="connsiteX11844" fmla="*/ 4348798 w 4752801"/>
              <a:gd name="connsiteY11844" fmla="*/ 1380006 h 2767298"/>
              <a:gd name="connsiteX11845" fmla="*/ 4346774 w 4752801"/>
              <a:gd name="connsiteY11845" fmla="*/ 1383650 h 2767298"/>
              <a:gd name="connsiteX11846" fmla="*/ 4342321 w 4752801"/>
              <a:gd name="connsiteY11846" fmla="*/ 1383650 h 2767298"/>
              <a:gd name="connsiteX11847" fmla="*/ 4340297 w 4752801"/>
              <a:gd name="connsiteY11847" fmla="*/ 1380006 h 2767298"/>
              <a:gd name="connsiteX11848" fmla="*/ 4261763 w 4752801"/>
              <a:gd name="connsiteY11848" fmla="*/ 1376363 h 2767298"/>
              <a:gd name="connsiteX11849" fmla="*/ 4265811 w 4752801"/>
              <a:gd name="connsiteY11849" fmla="*/ 1376363 h 2767298"/>
              <a:gd name="connsiteX11850" fmla="*/ 4267835 w 4752801"/>
              <a:gd name="connsiteY11850" fmla="*/ 1380006 h 2767298"/>
              <a:gd name="connsiteX11851" fmla="*/ 4265811 w 4752801"/>
              <a:gd name="connsiteY11851" fmla="*/ 1383650 h 2767298"/>
              <a:gd name="connsiteX11852" fmla="*/ 4261763 w 4752801"/>
              <a:gd name="connsiteY11852" fmla="*/ 1383650 h 2767298"/>
              <a:gd name="connsiteX11853" fmla="*/ 4259739 w 4752801"/>
              <a:gd name="connsiteY11853" fmla="*/ 1380006 h 2767298"/>
              <a:gd name="connsiteX11854" fmla="*/ 4220878 w 4752801"/>
              <a:gd name="connsiteY11854" fmla="*/ 1376363 h 2767298"/>
              <a:gd name="connsiteX11855" fmla="*/ 4225331 w 4752801"/>
              <a:gd name="connsiteY11855" fmla="*/ 1376363 h 2767298"/>
              <a:gd name="connsiteX11856" fmla="*/ 4227355 w 4752801"/>
              <a:gd name="connsiteY11856" fmla="*/ 1380006 h 2767298"/>
              <a:gd name="connsiteX11857" fmla="*/ 4225331 w 4752801"/>
              <a:gd name="connsiteY11857" fmla="*/ 1383650 h 2767298"/>
              <a:gd name="connsiteX11858" fmla="*/ 4220878 w 4752801"/>
              <a:gd name="connsiteY11858" fmla="*/ 1383650 h 2767298"/>
              <a:gd name="connsiteX11859" fmla="*/ 4218854 w 4752801"/>
              <a:gd name="connsiteY11859" fmla="*/ 1380006 h 2767298"/>
              <a:gd name="connsiteX11860" fmla="*/ 4140724 w 4752801"/>
              <a:gd name="connsiteY11860" fmla="*/ 1376363 h 2767298"/>
              <a:gd name="connsiteX11861" fmla="*/ 4143963 w 4752801"/>
              <a:gd name="connsiteY11861" fmla="*/ 1376363 h 2767298"/>
              <a:gd name="connsiteX11862" fmla="*/ 4145177 w 4752801"/>
              <a:gd name="connsiteY11862" fmla="*/ 1376768 h 2767298"/>
              <a:gd name="connsiteX11863" fmla="*/ 4146797 w 4752801"/>
              <a:gd name="connsiteY11863" fmla="*/ 1379601 h 2767298"/>
              <a:gd name="connsiteX11864" fmla="*/ 4146797 w 4752801"/>
              <a:gd name="connsiteY11864" fmla="*/ 1380816 h 2767298"/>
              <a:gd name="connsiteX11865" fmla="*/ 4145177 w 4752801"/>
              <a:gd name="connsiteY11865" fmla="*/ 1383650 h 2767298"/>
              <a:gd name="connsiteX11866" fmla="*/ 4143963 w 4752801"/>
              <a:gd name="connsiteY11866" fmla="*/ 1384054 h 2767298"/>
              <a:gd name="connsiteX11867" fmla="*/ 4140724 w 4752801"/>
              <a:gd name="connsiteY11867" fmla="*/ 1384054 h 2767298"/>
              <a:gd name="connsiteX11868" fmla="*/ 4139510 w 4752801"/>
              <a:gd name="connsiteY11868" fmla="*/ 1383650 h 2767298"/>
              <a:gd name="connsiteX11869" fmla="*/ 4137891 w 4752801"/>
              <a:gd name="connsiteY11869" fmla="*/ 1380816 h 2767298"/>
              <a:gd name="connsiteX11870" fmla="*/ 4137891 w 4752801"/>
              <a:gd name="connsiteY11870" fmla="*/ 1379601 h 2767298"/>
              <a:gd name="connsiteX11871" fmla="*/ 4139510 w 4752801"/>
              <a:gd name="connsiteY11871" fmla="*/ 1376768 h 2767298"/>
              <a:gd name="connsiteX11872" fmla="*/ 4140724 w 4752801"/>
              <a:gd name="connsiteY11872" fmla="*/ 1376363 h 2767298"/>
              <a:gd name="connsiteX11873" fmla="*/ 3775584 w 4752801"/>
              <a:gd name="connsiteY11873" fmla="*/ 1376363 h 2767298"/>
              <a:gd name="connsiteX11874" fmla="*/ 3780037 w 4752801"/>
              <a:gd name="connsiteY11874" fmla="*/ 1376363 h 2767298"/>
              <a:gd name="connsiteX11875" fmla="*/ 3782061 w 4752801"/>
              <a:gd name="connsiteY11875" fmla="*/ 1380006 h 2767298"/>
              <a:gd name="connsiteX11876" fmla="*/ 3780037 w 4752801"/>
              <a:gd name="connsiteY11876" fmla="*/ 1383650 h 2767298"/>
              <a:gd name="connsiteX11877" fmla="*/ 3775584 w 4752801"/>
              <a:gd name="connsiteY11877" fmla="*/ 1383650 h 2767298"/>
              <a:gd name="connsiteX11878" fmla="*/ 3773560 w 4752801"/>
              <a:gd name="connsiteY11878" fmla="*/ 1380006 h 2767298"/>
              <a:gd name="connsiteX11879" fmla="*/ 3735507 w 4752801"/>
              <a:gd name="connsiteY11879" fmla="*/ 1376363 h 2767298"/>
              <a:gd name="connsiteX11880" fmla="*/ 3739555 w 4752801"/>
              <a:gd name="connsiteY11880" fmla="*/ 1376363 h 2767298"/>
              <a:gd name="connsiteX11881" fmla="*/ 3741579 w 4752801"/>
              <a:gd name="connsiteY11881" fmla="*/ 1380006 h 2767298"/>
              <a:gd name="connsiteX11882" fmla="*/ 3739555 w 4752801"/>
              <a:gd name="connsiteY11882" fmla="*/ 1383650 h 2767298"/>
              <a:gd name="connsiteX11883" fmla="*/ 3735507 w 4752801"/>
              <a:gd name="connsiteY11883" fmla="*/ 1383650 h 2767298"/>
              <a:gd name="connsiteX11884" fmla="*/ 3733483 w 4752801"/>
              <a:gd name="connsiteY11884" fmla="*/ 1380006 h 2767298"/>
              <a:gd name="connsiteX11885" fmla="*/ 3694621 w 4752801"/>
              <a:gd name="connsiteY11885" fmla="*/ 1376363 h 2767298"/>
              <a:gd name="connsiteX11886" fmla="*/ 3699074 w 4752801"/>
              <a:gd name="connsiteY11886" fmla="*/ 1376363 h 2767298"/>
              <a:gd name="connsiteX11887" fmla="*/ 3701098 w 4752801"/>
              <a:gd name="connsiteY11887" fmla="*/ 1380006 h 2767298"/>
              <a:gd name="connsiteX11888" fmla="*/ 3699074 w 4752801"/>
              <a:gd name="connsiteY11888" fmla="*/ 1383650 h 2767298"/>
              <a:gd name="connsiteX11889" fmla="*/ 3694621 w 4752801"/>
              <a:gd name="connsiteY11889" fmla="*/ 1383650 h 2767298"/>
              <a:gd name="connsiteX11890" fmla="*/ 3692597 w 4752801"/>
              <a:gd name="connsiteY11890" fmla="*/ 1380006 h 2767298"/>
              <a:gd name="connsiteX11891" fmla="*/ 4545133 w 4752801"/>
              <a:gd name="connsiteY11891" fmla="*/ 1375958 h 2767298"/>
              <a:gd name="connsiteX11892" fmla="*/ 4549586 w 4752801"/>
              <a:gd name="connsiteY11892" fmla="*/ 1375958 h 2767298"/>
              <a:gd name="connsiteX11893" fmla="*/ 4552014 w 4752801"/>
              <a:gd name="connsiteY11893" fmla="*/ 1380006 h 2767298"/>
              <a:gd name="connsiteX11894" fmla="*/ 4549586 w 4752801"/>
              <a:gd name="connsiteY11894" fmla="*/ 1384054 h 2767298"/>
              <a:gd name="connsiteX11895" fmla="*/ 4545133 w 4752801"/>
              <a:gd name="connsiteY11895" fmla="*/ 1384054 h 2767298"/>
              <a:gd name="connsiteX11896" fmla="*/ 4542704 w 4752801"/>
              <a:gd name="connsiteY11896" fmla="*/ 1380006 h 2767298"/>
              <a:gd name="connsiteX11897" fmla="*/ 4302649 w 4752801"/>
              <a:gd name="connsiteY11897" fmla="*/ 1375958 h 2767298"/>
              <a:gd name="connsiteX11898" fmla="*/ 4305888 w 4752801"/>
              <a:gd name="connsiteY11898" fmla="*/ 1375958 h 2767298"/>
              <a:gd name="connsiteX11899" fmla="*/ 4307102 w 4752801"/>
              <a:gd name="connsiteY11899" fmla="*/ 1376768 h 2767298"/>
              <a:gd name="connsiteX11900" fmla="*/ 4308722 w 4752801"/>
              <a:gd name="connsiteY11900" fmla="*/ 1379601 h 2767298"/>
              <a:gd name="connsiteX11901" fmla="*/ 4308722 w 4752801"/>
              <a:gd name="connsiteY11901" fmla="*/ 1380816 h 2767298"/>
              <a:gd name="connsiteX11902" fmla="*/ 4307102 w 4752801"/>
              <a:gd name="connsiteY11902" fmla="*/ 1383650 h 2767298"/>
              <a:gd name="connsiteX11903" fmla="*/ 4305888 w 4752801"/>
              <a:gd name="connsiteY11903" fmla="*/ 1384054 h 2767298"/>
              <a:gd name="connsiteX11904" fmla="*/ 4302649 w 4752801"/>
              <a:gd name="connsiteY11904" fmla="*/ 1384054 h 2767298"/>
              <a:gd name="connsiteX11905" fmla="*/ 4301435 w 4752801"/>
              <a:gd name="connsiteY11905" fmla="*/ 1383650 h 2767298"/>
              <a:gd name="connsiteX11906" fmla="*/ 4299816 w 4752801"/>
              <a:gd name="connsiteY11906" fmla="*/ 1380816 h 2767298"/>
              <a:gd name="connsiteX11907" fmla="*/ 4299816 w 4752801"/>
              <a:gd name="connsiteY11907" fmla="*/ 1379601 h 2767298"/>
              <a:gd name="connsiteX11908" fmla="*/ 4301435 w 4752801"/>
              <a:gd name="connsiteY11908" fmla="*/ 1376768 h 2767298"/>
              <a:gd name="connsiteX11909" fmla="*/ 4302649 w 4752801"/>
              <a:gd name="connsiteY11909" fmla="*/ 1375958 h 2767298"/>
              <a:gd name="connsiteX11910" fmla="*/ 4181205 w 4752801"/>
              <a:gd name="connsiteY11910" fmla="*/ 1375958 h 2767298"/>
              <a:gd name="connsiteX11911" fmla="*/ 4184444 w 4752801"/>
              <a:gd name="connsiteY11911" fmla="*/ 1375958 h 2767298"/>
              <a:gd name="connsiteX11912" fmla="*/ 4185658 w 4752801"/>
              <a:gd name="connsiteY11912" fmla="*/ 1376768 h 2767298"/>
              <a:gd name="connsiteX11913" fmla="*/ 4187278 w 4752801"/>
              <a:gd name="connsiteY11913" fmla="*/ 1379601 h 2767298"/>
              <a:gd name="connsiteX11914" fmla="*/ 4187278 w 4752801"/>
              <a:gd name="connsiteY11914" fmla="*/ 1380816 h 2767298"/>
              <a:gd name="connsiteX11915" fmla="*/ 4185658 w 4752801"/>
              <a:gd name="connsiteY11915" fmla="*/ 1383650 h 2767298"/>
              <a:gd name="connsiteX11916" fmla="*/ 4184444 w 4752801"/>
              <a:gd name="connsiteY11916" fmla="*/ 1384459 h 2767298"/>
              <a:gd name="connsiteX11917" fmla="*/ 4181205 w 4752801"/>
              <a:gd name="connsiteY11917" fmla="*/ 1384459 h 2767298"/>
              <a:gd name="connsiteX11918" fmla="*/ 4179991 w 4752801"/>
              <a:gd name="connsiteY11918" fmla="*/ 1383650 h 2767298"/>
              <a:gd name="connsiteX11919" fmla="*/ 4178372 w 4752801"/>
              <a:gd name="connsiteY11919" fmla="*/ 1380816 h 2767298"/>
              <a:gd name="connsiteX11920" fmla="*/ 4178372 w 4752801"/>
              <a:gd name="connsiteY11920" fmla="*/ 1379601 h 2767298"/>
              <a:gd name="connsiteX11921" fmla="*/ 4179991 w 4752801"/>
              <a:gd name="connsiteY11921" fmla="*/ 1376768 h 2767298"/>
              <a:gd name="connsiteX11922" fmla="*/ 4181205 w 4752801"/>
              <a:gd name="connsiteY11922" fmla="*/ 1375958 h 2767298"/>
              <a:gd name="connsiteX11923" fmla="*/ 3654545 w 4752801"/>
              <a:gd name="connsiteY11923" fmla="*/ 1375958 h 2767298"/>
              <a:gd name="connsiteX11924" fmla="*/ 3658998 w 4752801"/>
              <a:gd name="connsiteY11924" fmla="*/ 1375958 h 2767298"/>
              <a:gd name="connsiteX11925" fmla="*/ 3661426 w 4752801"/>
              <a:gd name="connsiteY11925" fmla="*/ 1380006 h 2767298"/>
              <a:gd name="connsiteX11926" fmla="*/ 3658998 w 4752801"/>
              <a:gd name="connsiteY11926" fmla="*/ 1384054 h 2767298"/>
              <a:gd name="connsiteX11927" fmla="*/ 3654545 w 4752801"/>
              <a:gd name="connsiteY11927" fmla="*/ 1384054 h 2767298"/>
              <a:gd name="connsiteX11928" fmla="*/ 3652116 w 4752801"/>
              <a:gd name="connsiteY11928" fmla="*/ 1380006 h 2767298"/>
              <a:gd name="connsiteX11929" fmla="*/ 3573178 w 4752801"/>
              <a:gd name="connsiteY11929" fmla="*/ 1375958 h 2767298"/>
              <a:gd name="connsiteX11930" fmla="*/ 3577631 w 4752801"/>
              <a:gd name="connsiteY11930" fmla="*/ 1375958 h 2767298"/>
              <a:gd name="connsiteX11931" fmla="*/ 3579655 w 4752801"/>
              <a:gd name="connsiteY11931" fmla="*/ 1380006 h 2767298"/>
              <a:gd name="connsiteX11932" fmla="*/ 3577631 w 4752801"/>
              <a:gd name="connsiteY11932" fmla="*/ 1384054 h 2767298"/>
              <a:gd name="connsiteX11933" fmla="*/ 3573178 w 4752801"/>
              <a:gd name="connsiteY11933" fmla="*/ 1384054 h 2767298"/>
              <a:gd name="connsiteX11934" fmla="*/ 3571154 w 4752801"/>
              <a:gd name="connsiteY11934" fmla="*/ 1380006 h 2767298"/>
              <a:gd name="connsiteX11935" fmla="*/ 3128693 w 4752801"/>
              <a:gd name="connsiteY11935" fmla="*/ 1375958 h 2767298"/>
              <a:gd name="connsiteX11936" fmla="*/ 3131932 w 4752801"/>
              <a:gd name="connsiteY11936" fmla="*/ 1375958 h 2767298"/>
              <a:gd name="connsiteX11937" fmla="*/ 3133146 w 4752801"/>
              <a:gd name="connsiteY11937" fmla="*/ 1376768 h 2767298"/>
              <a:gd name="connsiteX11938" fmla="*/ 3134766 w 4752801"/>
              <a:gd name="connsiteY11938" fmla="*/ 1379601 h 2767298"/>
              <a:gd name="connsiteX11939" fmla="*/ 3134766 w 4752801"/>
              <a:gd name="connsiteY11939" fmla="*/ 1380816 h 2767298"/>
              <a:gd name="connsiteX11940" fmla="*/ 3133146 w 4752801"/>
              <a:gd name="connsiteY11940" fmla="*/ 1383650 h 2767298"/>
              <a:gd name="connsiteX11941" fmla="*/ 3131932 w 4752801"/>
              <a:gd name="connsiteY11941" fmla="*/ 1384459 h 2767298"/>
              <a:gd name="connsiteX11942" fmla="*/ 3128693 w 4752801"/>
              <a:gd name="connsiteY11942" fmla="*/ 1384459 h 2767298"/>
              <a:gd name="connsiteX11943" fmla="*/ 3127479 w 4752801"/>
              <a:gd name="connsiteY11943" fmla="*/ 1383650 h 2767298"/>
              <a:gd name="connsiteX11944" fmla="*/ 3125860 w 4752801"/>
              <a:gd name="connsiteY11944" fmla="*/ 1380816 h 2767298"/>
              <a:gd name="connsiteX11945" fmla="*/ 3125860 w 4752801"/>
              <a:gd name="connsiteY11945" fmla="*/ 1379601 h 2767298"/>
              <a:gd name="connsiteX11946" fmla="*/ 3127479 w 4752801"/>
              <a:gd name="connsiteY11946" fmla="*/ 1376768 h 2767298"/>
              <a:gd name="connsiteX11947" fmla="*/ 3128693 w 4752801"/>
              <a:gd name="connsiteY11947" fmla="*/ 1375958 h 2767298"/>
              <a:gd name="connsiteX11948" fmla="*/ 4099838 w 4752801"/>
              <a:gd name="connsiteY11948" fmla="*/ 1375553 h 2767298"/>
              <a:gd name="connsiteX11949" fmla="*/ 4103482 w 4752801"/>
              <a:gd name="connsiteY11949" fmla="*/ 1375553 h 2767298"/>
              <a:gd name="connsiteX11950" fmla="*/ 4104696 w 4752801"/>
              <a:gd name="connsiteY11950" fmla="*/ 1376363 h 2767298"/>
              <a:gd name="connsiteX11951" fmla="*/ 4106720 w 4752801"/>
              <a:gd name="connsiteY11951" fmla="*/ 1379601 h 2767298"/>
              <a:gd name="connsiteX11952" fmla="*/ 4106720 w 4752801"/>
              <a:gd name="connsiteY11952" fmla="*/ 1380816 h 2767298"/>
              <a:gd name="connsiteX11953" fmla="*/ 4104696 w 4752801"/>
              <a:gd name="connsiteY11953" fmla="*/ 1384054 h 2767298"/>
              <a:gd name="connsiteX11954" fmla="*/ 4103482 w 4752801"/>
              <a:gd name="connsiteY11954" fmla="*/ 1384864 h 2767298"/>
              <a:gd name="connsiteX11955" fmla="*/ 4099838 w 4752801"/>
              <a:gd name="connsiteY11955" fmla="*/ 1384864 h 2767298"/>
              <a:gd name="connsiteX11956" fmla="*/ 4098624 w 4752801"/>
              <a:gd name="connsiteY11956" fmla="*/ 1384054 h 2767298"/>
              <a:gd name="connsiteX11957" fmla="*/ 4096600 w 4752801"/>
              <a:gd name="connsiteY11957" fmla="*/ 1380816 h 2767298"/>
              <a:gd name="connsiteX11958" fmla="*/ 4096600 w 4752801"/>
              <a:gd name="connsiteY11958" fmla="*/ 1379601 h 2767298"/>
              <a:gd name="connsiteX11959" fmla="*/ 4098624 w 4752801"/>
              <a:gd name="connsiteY11959" fmla="*/ 1376363 h 2767298"/>
              <a:gd name="connsiteX11960" fmla="*/ 4099838 w 4752801"/>
              <a:gd name="connsiteY11960" fmla="*/ 1375553 h 2767298"/>
              <a:gd name="connsiteX11961" fmla="*/ 4059357 w 4752801"/>
              <a:gd name="connsiteY11961" fmla="*/ 1375553 h 2767298"/>
              <a:gd name="connsiteX11962" fmla="*/ 4063001 w 4752801"/>
              <a:gd name="connsiteY11962" fmla="*/ 1375553 h 2767298"/>
              <a:gd name="connsiteX11963" fmla="*/ 4064215 w 4752801"/>
              <a:gd name="connsiteY11963" fmla="*/ 1375958 h 2767298"/>
              <a:gd name="connsiteX11964" fmla="*/ 4066239 w 4752801"/>
              <a:gd name="connsiteY11964" fmla="*/ 1379196 h 2767298"/>
              <a:gd name="connsiteX11965" fmla="*/ 4066239 w 4752801"/>
              <a:gd name="connsiteY11965" fmla="*/ 1380411 h 2767298"/>
              <a:gd name="connsiteX11966" fmla="*/ 4064215 w 4752801"/>
              <a:gd name="connsiteY11966" fmla="*/ 1383649 h 2767298"/>
              <a:gd name="connsiteX11967" fmla="*/ 4063001 w 4752801"/>
              <a:gd name="connsiteY11967" fmla="*/ 1384054 h 2767298"/>
              <a:gd name="connsiteX11968" fmla="*/ 4059357 w 4752801"/>
              <a:gd name="connsiteY11968" fmla="*/ 1384054 h 2767298"/>
              <a:gd name="connsiteX11969" fmla="*/ 4058143 w 4752801"/>
              <a:gd name="connsiteY11969" fmla="*/ 1383649 h 2767298"/>
              <a:gd name="connsiteX11970" fmla="*/ 4056119 w 4752801"/>
              <a:gd name="connsiteY11970" fmla="*/ 1380411 h 2767298"/>
              <a:gd name="connsiteX11971" fmla="*/ 4056119 w 4752801"/>
              <a:gd name="connsiteY11971" fmla="*/ 1379196 h 2767298"/>
              <a:gd name="connsiteX11972" fmla="*/ 4058143 w 4752801"/>
              <a:gd name="connsiteY11972" fmla="*/ 1375958 h 2767298"/>
              <a:gd name="connsiteX11973" fmla="*/ 4059357 w 4752801"/>
              <a:gd name="connsiteY11973" fmla="*/ 1375553 h 2767298"/>
              <a:gd name="connsiteX11974" fmla="*/ 3614063 w 4752801"/>
              <a:gd name="connsiteY11974" fmla="*/ 1375553 h 2767298"/>
              <a:gd name="connsiteX11975" fmla="*/ 3617707 w 4752801"/>
              <a:gd name="connsiteY11975" fmla="*/ 1375553 h 2767298"/>
              <a:gd name="connsiteX11976" fmla="*/ 3618921 w 4752801"/>
              <a:gd name="connsiteY11976" fmla="*/ 1375958 h 2767298"/>
              <a:gd name="connsiteX11977" fmla="*/ 3620945 w 4752801"/>
              <a:gd name="connsiteY11977" fmla="*/ 1379196 h 2767298"/>
              <a:gd name="connsiteX11978" fmla="*/ 3620945 w 4752801"/>
              <a:gd name="connsiteY11978" fmla="*/ 1380411 h 2767298"/>
              <a:gd name="connsiteX11979" fmla="*/ 3618921 w 4752801"/>
              <a:gd name="connsiteY11979" fmla="*/ 1383649 h 2767298"/>
              <a:gd name="connsiteX11980" fmla="*/ 3617707 w 4752801"/>
              <a:gd name="connsiteY11980" fmla="*/ 1384054 h 2767298"/>
              <a:gd name="connsiteX11981" fmla="*/ 3614063 w 4752801"/>
              <a:gd name="connsiteY11981" fmla="*/ 1384054 h 2767298"/>
              <a:gd name="connsiteX11982" fmla="*/ 3612849 w 4752801"/>
              <a:gd name="connsiteY11982" fmla="*/ 1383649 h 2767298"/>
              <a:gd name="connsiteX11983" fmla="*/ 3610825 w 4752801"/>
              <a:gd name="connsiteY11983" fmla="*/ 1380411 h 2767298"/>
              <a:gd name="connsiteX11984" fmla="*/ 3610825 w 4752801"/>
              <a:gd name="connsiteY11984" fmla="*/ 1379196 h 2767298"/>
              <a:gd name="connsiteX11985" fmla="*/ 3612849 w 4752801"/>
              <a:gd name="connsiteY11985" fmla="*/ 1375958 h 2767298"/>
              <a:gd name="connsiteX11986" fmla="*/ 3614063 w 4752801"/>
              <a:gd name="connsiteY11986" fmla="*/ 1375553 h 2767298"/>
              <a:gd name="connsiteX11987" fmla="*/ 3533102 w 4752801"/>
              <a:gd name="connsiteY11987" fmla="*/ 1375553 h 2767298"/>
              <a:gd name="connsiteX11988" fmla="*/ 3536745 w 4752801"/>
              <a:gd name="connsiteY11988" fmla="*/ 1375553 h 2767298"/>
              <a:gd name="connsiteX11989" fmla="*/ 3537959 w 4752801"/>
              <a:gd name="connsiteY11989" fmla="*/ 1375958 h 2767298"/>
              <a:gd name="connsiteX11990" fmla="*/ 3539578 w 4752801"/>
              <a:gd name="connsiteY11990" fmla="*/ 1379196 h 2767298"/>
              <a:gd name="connsiteX11991" fmla="*/ 3539578 w 4752801"/>
              <a:gd name="connsiteY11991" fmla="*/ 1380411 h 2767298"/>
              <a:gd name="connsiteX11992" fmla="*/ 3537959 w 4752801"/>
              <a:gd name="connsiteY11992" fmla="*/ 1383649 h 2767298"/>
              <a:gd name="connsiteX11993" fmla="*/ 3536745 w 4752801"/>
              <a:gd name="connsiteY11993" fmla="*/ 1384459 h 2767298"/>
              <a:gd name="connsiteX11994" fmla="*/ 3533102 w 4752801"/>
              <a:gd name="connsiteY11994" fmla="*/ 1384459 h 2767298"/>
              <a:gd name="connsiteX11995" fmla="*/ 3531887 w 4752801"/>
              <a:gd name="connsiteY11995" fmla="*/ 1383649 h 2767298"/>
              <a:gd name="connsiteX11996" fmla="*/ 3530268 w 4752801"/>
              <a:gd name="connsiteY11996" fmla="*/ 1380411 h 2767298"/>
              <a:gd name="connsiteX11997" fmla="*/ 3530268 w 4752801"/>
              <a:gd name="connsiteY11997" fmla="*/ 1379196 h 2767298"/>
              <a:gd name="connsiteX11998" fmla="*/ 3531887 w 4752801"/>
              <a:gd name="connsiteY11998" fmla="*/ 1375958 h 2767298"/>
              <a:gd name="connsiteX11999" fmla="*/ 3533102 w 4752801"/>
              <a:gd name="connsiteY11999" fmla="*/ 1375553 h 2767298"/>
              <a:gd name="connsiteX12000" fmla="*/ 4464170 w 4752801"/>
              <a:gd name="connsiteY12000" fmla="*/ 1375148 h 2767298"/>
              <a:gd name="connsiteX12001" fmla="*/ 4467813 w 4752801"/>
              <a:gd name="connsiteY12001" fmla="*/ 1375148 h 2767298"/>
              <a:gd name="connsiteX12002" fmla="*/ 4469027 w 4752801"/>
              <a:gd name="connsiteY12002" fmla="*/ 1375957 h 2767298"/>
              <a:gd name="connsiteX12003" fmla="*/ 4470646 w 4752801"/>
              <a:gd name="connsiteY12003" fmla="*/ 1379196 h 2767298"/>
              <a:gd name="connsiteX12004" fmla="*/ 4470646 w 4752801"/>
              <a:gd name="connsiteY12004" fmla="*/ 1380411 h 2767298"/>
              <a:gd name="connsiteX12005" fmla="*/ 4469027 w 4752801"/>
              <a:gd name="connsiteY12005" fmla="*/ 1383649 h 2767298"/>
              <a:gd name="connsiteX12006" fmla="*/ 4467813 w 4752801"/>
              <a:gd name="connsiteY12006" fmla="*/ 1384054 h 2767298"/>
              <a:gd name="connsiteX12007" fmla="*/ 4464170 w 4752801"/>
              <a:gd name="connsiteY12007" fmla="*/ 1384054 h 2767298"/>
              <a:gd name="connsiteX12008" fmla="*/ 4462955 w 4752801"/>
              <a:gd name="connsiteY12008" fmla="*/ 1383649 h 2767298"/>
              <a:gd name="connsiteX12009" fmla="*/ 4461336 w 4752801"/>
              <a:gd name="connsiteY12009" fmla="*/ 1380411 h 2767298"/>
              <a:gd name="connsiteX12010" fmla="*/ 4461336 w 4752801"/>
              <a:gd name="connsiteY12010" fmla="*/ 1379196 h 2767298"/>
              <a:gd name="connsiteX12011" fmla="*/ 4462955 w 4752801"/>
              <a:gd name="connsiteY12011" fmla="*/ 1375957 h 2767298"/>
              <a:gd name="connsiteX12012" fmla="*/ 4464170 w 4752801"/>
              <a:gd name="connsiteY12012" fmla="*/ 1375148 h 2767298"/>
              <a:gd name="connsiteX12013" fmla="*/ 4423688 w 4752801"/>
              <a:gd name="connsiteY12013" fmla="*/ 1375148 h 2767298"/>
              <a:gd name="connsiteX12014" fmla="*/ 4427736 w 4752801"/>
              <a:gd name="connsiteY12014" fmla="*/ 1375148 h 2767298"/>
              <a:gd name="connsiteX12015" fmla="*/ 4428950 w 4752801"/>
              <a:gd name="connsiteY12015" fmla="*/ 1375553 h 2767298"/>
              <a:gd name="connsiteX12016" fmla="*/ 4430975 w 4752801"/>
              <a:gd name="connsiteY12016" fmla="*/ 1379196 h 2767298"/>
              <a:gd name="connsiteX12017" fmla="*/ 4430975 w 4752801"/>
              <a:gd name="connsiteY12017" fmla="*/ 1380411 h 2767298"/>
              <a:gd name="connsiteX12018" fmla="*/ 4428950 w 4752801"/>
              <a:gd name="connsiteY12018" fmla="*/ 1384054 h 2767298"/>
              <a:gd name="connsiteX12019" fmla="*/ 4427736 w 4752801"/>
              <a:gd name="connsiteY12019" fmla="*/ 1385268 h 2767298"/>
              <a:gd name="connsiteX12020" fmla="*/ 4423688 w 4752801"/>
              <a:gd name="connsiteY12020" fmla="*/ 1385268 h 2767298"/>
              <a:gd name="connsiteX12021" fmla="*/ 4422474 w 4752801"/>
              <a:gd name="connsiteY12021" fmla="*/ 1384459 h 2767298"/>
              <a:gd name="connsiteX12022" fmla="*/ 4420450 w 4752801"/>
              <a:gd name="connsiteY12022" fmla="*/ 1380815 h 2767298"/>
              <a:gd name="connsiteX12023" fmla="*/ 4420450 w 4752801"/>
              <a:gd name="connsiteY12023" fmla="*/ 1379601 h 2767298"/>
              <a:gd name="connsiteX12024" fmla="*/ 4422474 w 4752801"/>
              <a:gd name="connsiteY12024" fmla="*/ 1375957 h 2767298"/>
              <a:gd name="connsiteX12025" fmla="*/ 4423688 w 4752801"/>
              <a:gd name="connsiteY12025" fmla="*/ 1375148 h 2767298"/>
              <a:gd name="connsiteX12026" fmla="*/ 4383207 w 4752801"/>
              <a:gd name="connsiteY12026" fmla="*/ 1375148 h 2767298"/>
              <a:gd name="connsiteX12027" fmla="*/ 4386851 w 4752801"/>
              <a:gd name="connsiteY12027" fmla="*/ 1375148 h 2767298"/>
              <a:gd name="connsiteX12028" fmla="*/ 4388065 w 4752801"/>
              <a:gd name="connsiteY12028" fmla="*/ 1375957 h 2767298"/>
              <a:gd name="connsiteX12029" fmla="*/ 4390089 w 4752801"/>
              <a:gd name="connsiteY12029" fmla="*/ 1379196 h 2767298"/>
              <a:gd name="connsiteX12030" fmla="*/ 4390089 w 4752801"/>
              <a:gd name="connsiteY12030" fmla="*/ 1380411 h 2767298"/>
              <a:gd name="connsiteX12031" fmla="*/ 4388065 w 4752801"/>
              <a:gd name="connsiteY12031" fmla="*/ 1383649 h 2767298"/>
              <a:gd name="connsiteX12032" fmla="*/ 4386851 w 4752801"/>
              <a:gd name="connsiteY12032" fmla="*/ 1384459 h 2767298"/>
              <a:gd name="connsiteX12033" fmla="*/ 4383207 w 4752801"/>
              <a:gd name="connsiteY12033" fmla="*/ 1384459 h 2767298"/>
              <a:gd name="connsiteX12034" fmla="*/ 4381993 w 4752801"/>
              <a:gd name="connsiteY12034" fmla="*/ 1383649 h 2767298"/>
              <a:gd name="connsiteX12035" fmla="*/ 4379969 w 4752801"/>
              <a:gd name="connsiteY12035" fmla="*/ 1380411 h 2767298"/>
              <a:gd name="connsiteX12036" fmla="*/ 4379969 w 4752801"/>
              <a:gd name="connsiteY12036" fmla="*/ 1379196 h 2767298"/>
              <a:gd name="connsiteX12037" fmla="*/ 4381993 w 4752801"/>
              <a:gd name="connsiteY12037" fmla="*/ 1375957 h 2767298"/>
              <a:gd name="connsiteX12038" fmla="*/ 4383207 w 4752801"/>
              <a:gd name="connsiteY12038" fmla="*/ 1375148 h 2767298"/>
              <a:gd name="connsiteX12039" fmla="*/ 3816470 w 4752801"/>
              <a:gd name="connsiteY12039" fmla="*/ 1374743 h 2767298"/>
              <a:gd name="connsiteX12040" fmla="*/ 3820518 w 4752801"/>
              <a:gd name="connsiteY12040" fmla="*/ 1374743 h 2767298"/>
              <a:gd name="connsiteX12041" fmla="*/ 3821732 w 4752801"/>
              <a:gd name="connsiteY12041" fmla="*/ 1375553 h 2767298"/>
              <a:gd name="connsiteX12042" fmla="*/ 3823757 w 4752801"/>
              <a:gd name="connsiteY12042" fmla="*/ 1379196 h 2767298"/>
              <a:gd name="connsiteX12043" fmla="*/ 3823757 w 4752801"/>
              <a:gd name="connsiteY12043" fmla="*/ 1380410 h 2767298"/>
              <a:gd name="connsiteX12044" fmla="*/ 3821732 w 4752801"/>
              <a:gd name="connsiteY12044" fmla="*/ 1384054 h 2767298"/>
              <a:gd name="connsiteX12045" fmla="*/ 3820518 w 4752801"/>
              <a:gd name="connsiteY12045" fmla="*/ 1384863 h 2767298"/>
              <a:gd name="connsiteX12046" fmla="*/ 3816470 w 4752801"/>
              <a:gd name="connsiteY12046" fmla="*/ 1384863 h 2767298"/>
              <a:gd name="connsiteX12047" fmla="*/ 3815256 w 4752801"/>
              <a:gd name="connsiteY12047" fmla="*/ 1384054 h 2767298"/>
              <a:gd name="connsiteX12048" fmla="*/ 3813232 w 4752801"/>
              <a:gd name="connsiteY12048" fmla="*/ 1380410 h 2767298"/>
              <a:gd name="connsiteX12049" fmla="*/ 3813232 w 4752801"/>
              <a:gd name="connsiteY12049" fmla="*/ 1379196 h 2767298"/>
              <a:gd name="connsiteX12050" fmla="*/ 3815256 w 4752801"/>
              <a:gd name="connsiteY12050" fmla="*/ 1375553 h 2767298"/>
              <a:gd name="connsiteX12051" fmla="*/ 3816470 w 4752801"/>
              <a:gd name="connsiteY12051" fmla="*/ 1374743 h 2767298"/>
              <a:gd name="connsiteX12052" fmla="*/ 3086998 w 4752801"/>
              <a:gd name="connsiteY12052" fmla="*/ 1374743 h 2767298"/>
              <a:gd name="connsiteX12053" fmla="*/ 3091856 w 4752801"/>
              <a:gd name="connsiteY12053" fmla="*/ 1374743 h 2767298"/>
              <a:gd name="connsiteX12054" fmla="*/ 3093070 w 4752801"/>
              <a:gd name="connsiteY12054" fmla="*/ 1375553 h 2767298"/>
              <a:gd name="connsiteX12055" fmla="*/ 3095499 w 4752801"/>
              <a:gd name="connsiteY12055" fmla="*/ 1379601 h 2767298"/>
              <a:gd name="connsiteX12056" fmla="*/ 3095499 w 4752801"/>
              <a:gd name="connsiteY12056" fmla="*/ 1380815 h 2767298"/>
              <a:gd name="connsiteX12057" fmla="*/ 3093070 w 4752801"/>
              <a:gd name="connsiteY12057" fmla="*/ 1384863 h 2767298"/>
              <a:gd name="connsiteX12058" fmla="*/ 3091856 w 4752801"/>
              <a:gd name="connsiteY12058" fmla="*/ 1385673 h 2767298"/>
              <a:gd name="connsiteX12059" fmla="*/ 3086998 w 4752801"/>
              <a:gd name="connsiteY12059" fmla="*/ 1385673 h 2767298"/>
              <a:gd name="connsiteX12060" fmla="*/ 3085784 w 4752801"/>
              <a:gd name="connsiteY12060" fmla="*/ 1384863 h 2767298"/>
              <a:gd name="connsiteX12061" fmla="*/ 3083355 w 4752801"/>
              <a:gd name="connsiteY12061" fmla="*/ 1380815 h 2767298"/>
              <a:gd name="connsiteX12062" fmla="*/ 3083355 w 4752801"/>
              <a:gd name="connsiteY12062" fmla="*/ 1379601 h 2767298"/>
              <a:gd name="connsiteX12063" fmla="*/ 3085784 w 4752801"/>
              <a:gd name="connsiteY12063" fmla="*/ 1375553 h 2767298"/>
              <a:gd name="connsiteX12064" fmla="*/ 3086998 w 4752801"/>
              <a:gd name="connsiteY12064" fmla="*/ 1374743 h 2767298"/>
              <a:gd name="connsiteX12065" fmla="*/ 4018471 w 4752801"/>
              <a:gd name="connsiteY12065" fmla="*/ 1374339 h 2767298"/>
              <a:gd name="connsiteX12066" fmla="*/ 4022924 w 4752801"/>
              <a:gd name="connsiteY12066" fmla="*/ 1374339 h 2767298"/>
              <a:gd name="connsiteX12067" fmla="*/ 4024138 w 4752801"/>
              <a:gd name="connsiteY12067" fmla="*/ 1375149 h 2767298"/>
              <a:gd name="connsiteX12068" fmla="*/ 4026567 w 4752801"/>
              <a:gd name="connsiteY12068" fmla="*/ 1379197 h 2767298"/>
              <a:gd name="connsiteX12069" fmla="*/ 4026567 w 4752801"/>
              <a:gd name="connsiteY12069" fmla="*/ 1380411 h 2767298"/>
              <a:gd name="connsiteX12070" fmla="*/ 4024138 w 4752801"/>
              <a:gd name="connsiteY12070" fmla="*/ 1384459 h 2767298"/>
              <a:gd name="connsiteX12071" fmla="*/ 4022924 w 4752801"/>
              <a:gd name="connsiteY12071" fmla="*/ 1385269 h 2767298"/>
              <a:gd name="connsiteX12072" fmla="*/ 4018471 w 4752801"/>
              <a:gd name="connsiteY12072" fmla="*/ 1385269 h 2767298"/>
              <a:gd name="connsiteX12073" fmla="*/ 4017256 w 4752801"/>
              <a:gd name="connsiteY12073" fmla="*/ 1384459 h 2767298"/>
              <a:gd name="connsiteX12074" fmla="*/ 4014828 w 4752801"/>
              <a:gd name="connsiteY12074" fmla="*/ 1380411 h 2767298"/>
              <a:gd name="connsiteX12075" fmla="*/ 4014828 w 4752801"/>
              <a:gd name="connsiteY12075" fmla="*/ 1379197 h 2767298"/>
              <a:gd name="connsiteX12076" fmla="*/ 4017256 w 4752801"/>
              <a:gd name="connsiteY12076" fmla="*/ 1375149 h 2767298"/>
              <a:gd name="connsiteX12077" fmla="*/ 4018471 w 4752801"/>
              <a:gd name="connsiteY12077" fmla="*/ 1374339 h 2767298"/>
              <a:gd name="connsiteX12078" fmla="*/ 3896217 w 4752801"/>
              <a:gd name="connsiteY12078" fmla="*/ 1373529 h 2767298"/>
              <a:gd name="connsiteX12079" fmla="*/ 3902290 w 4752801"/>
              <a:gd name="connsiteY12079" fmla="*/ 1373529 h 2767298"/>
              <a:gd name="connsiteX12080" fmla="*/ 3903504 w 4752801"/>
              <a:gd name="connsiteY12080" fmla="*/ 1374339 h 2767298"/>
              <a:gd name="connsiteX12081" fmla="*/ 3906742 w 4752801"/>
              <a:gd name="connsiteY12081" fmla="*/ 1379601 h 2767298"/>
              <a:gd name="connsiteX12082" fmla="*/ 3906742 w 4752801"/>
              <a:gd name="connsiteY12082" fmla="*/ 1380816 h 2767298"/>
              <a:gd name="connsiteX12083" fmla="*/ 3903504 w 4752801"/>
              <a:gd name="connsiteY12083" fmla="*/ 1386078 h 2767298"/>
              <a:gd name="connsiteX12084" fmla="*/ 3902290 w 4752801"/>
              <a:gd name="connsiteY12084" fmla="*/ 1386888 h 2767298"/>
              <a:gd name="connsiteX12085" fmla="*/ 3896217 w 4752801"/>
              <a:gd name="connsiteY12085" fmla="*/ 1386888 h 2767298"/>
              <a:gd name="connsiteX12086" fmla="*/ 3895003 w 4752801"/>
              <a:gd name="connsiteY12086" fmla="*/ 1386078 h 2767298"/>
              <a:gd name="connsiteX12087" fmla="*/ 3891765 w 4752801"/>
              <a:gd name="connsiteY12087" fmla="*/ 1380816 h 2767298"/>
              <a:gd name="connsiteX12088" fmla="*/ 3891765 w 4752801"/>
              <a:gd name="connsiteY12088" fmla="*/ 1379601 h 2767298"/>
              <a:gd name="connsiteX12089" fmla="*/ 3895003 w 4752801"/>
              <a:gd name="connsiteY12089" fmla="*/ 1374339 h 2767298"/>
              <a:gd name="connsiteX12090" fmla="*/ 3896217 w 4752801"/>
              <a:gd name="connsiteY12090" fmla="*/ 1373529 h 2767298"/>
              <a:gd name="connsiteX12091" fmla="*/ 3856141 w 4752801"/>
              <a:gd name="connsiteY12091" fmla="*/ 1373529 h 2767298"/>
              <a:gd name="connsiteX12092" fmla="*/ 3861403 w 4752801"/>
              <a:gd name="connsiteY12092" fmla="*/ 1373529 h 2767298"/>
              <a:gd name="connsiteX12093" fmla="*/ 3862618 w 4752801"/>
              <a:gd name="connsiteY12093" fmla="*/ 1374339 h 2767298"/>
              <a:gd name="connsiteX12094" fmla="*/ 3865452 w 4752801"/>
              <a:gd name="connsiteY12094" fmla="*/ 1379196 h 2767298"/>
              <a:gd name="connsiteX12095" fmla="*/ 3865452 w 4752801"/>
              <a:gd name="connsiteY12095" fmla="*/ 1380411 h 2767298"/>
              <a:gd name="connsiteX12096" fmla="*/ 3862618 w 4752801"/>
              <a:gd name="connsiteY12096" fmla="*/ 1385269 h 2767298"/>
              <a:gd name="connsiteX12097" fmla="*/ 3861403 w 4752801"/>
              <a:gd name="connsiteY12097" fmla="*/ 1386078 h 2767298"/>
              <a:gd name="connsiteX12098" fmla="*/ 3856141 w 4752801"/>
              <a:gd name="connsiteY12098" fmla="*/ 1386078 h 2767298"/>
              <a:gd name="connsiteX12099" fmla="*/ 3854927 w 4752801"/>
              <a:gd name="connsiteY12099" fmla="*/ 1385269 h 2767298"/>
              <a:gd name="connsiteX12100" fmla="*/ 3852093 w 4752801"/>
              <a:gd name="connsiteY12100" fmla="*/ 1380411 h 2767298"/>
              <a:gd name="connsiteX12101" fmla="*/ 3852093 w 4752801"/>
              <a:gd name="connsiteY12101" fmla="*/ 1379196 h 2767298"/>
              <a:gd name="connsiteX12102" fmla="*/ 3854927 w 4752801"/>
              <a:gd name="connsiteY12102" fmla="*/ 1374339 h 2767298"/>
              <a:gd name="connsiteX12103" fmla="*/ 3856141 w 4752801"/>
              <a:gd name="connsiteY12103" fmla="*/ 1373529 h 2767298"/>
              <a:gd name="connsiteX12104" fmla="*/ 3005225 w 4752801"/>
              <a:gd name="connsiteY12104" fmla="*/ 1373529 h 2767298"/>
              <a:gd name="connsiteX12105" fmla="*/ 3012107 w 4752801"/>
              <a:gd name="connsiteY12105" fmla="*/ 1373529 h 2767298"/>
              <a:gd name="connsiteX12106" fmla="*/ 3013322 w 4752801"/>
              <a:gd name="connsiteY12106" fmla="*/ 1373934 h 2767298"/>
              <a:gd name="connsiteX12107" fmla="*/ 3016560 w 4752801"/>
              <a:gd name="connsiteY12107" fmla="*/ 1379601 h 2767298"/>
              <a:gd name="connsiteX12108" fmla="*/ 3016560 w 4752801"/>
              <a:gd name="connsiteY12108" fmla="*/ 1380816 h 2767298"/>
              <a:gd name="connsiteX12109" fmla="*/ 3013322 w 4752801"/>
              <a:gd name="connsiteY12109" fmla="*/ 1386483 h 2767298"/>
              <a:gd name="connsiteX12110" fmla="*/ 3012107 w 4752801"/>
              <a:gd name="connsiteY12110" fmla="*/ 1387293 h 2767298"/>
              <a:gd name="connsiteX12111" fmla="*/ 3005225 w 4752801"/>
              <a:gd name="connsiteY12111" fmla="*/ 1387293 h 2767298"/>
              <a:gd name="connsiteX12112" fmla="*/ 3004011 w 4752801"/>
              <a:gd name="connsiteY12112" fmla="*/ 1386483 h 2767298"/>
              <a:gd name="connsiteX12113" fmla="*/ 3000773 w 4752801"/>
              <a:gd name="connsiteY12113" fmla="*/ 1380816 h 2767298"/>
              <a:gd name="connsiteX12114" fmla="*/ 3000773 w 4752801"/>
              <a:gd name="connsiteY12114" fmla="*/ 1379601 h 2767298"/>
              <a:gd name="connsiteX12115" fmla="*/ 3004011 w 4752801"/>
              <a:gd name="connsiteY12115" fmla="*/ 1373934 h 2767298"/>
              <a:gd name="connsiteX12116" fmla="*/ 3005225 w 4752801"/>
              <a:gd name="connsiteY12116" fmla="*/ 1373529 h 2767298"/>
              <a:gd name="connsiteX12117" fmla="*/ 3936699 w 4752801"/>
              <a:gd name="connsiteY12117" fmla="*/ 1373124 h 2767298"/>
              <a:gd name="connsiteX12118" fmla="*/ 3943176 w 4752801"/>
              <a:gd name="connsiteY12118" fmla="*/ 1373124 h 2767298"/>
              <a:gd name="connsiteX12119" fmla="*/ 3944391 w 4752801"/>
              <a:gd name="connsiteY12119" fmla="*/ 1373529 h 2767298"/>
              <a:gd name="connsiteX12120" fmla="*/ 3947630 w 4752801"/>
              <a:gd name="connsiteY12120" fmla="*/ 1379196 h 2767298"/>
              <a:gd name="connsiteX12121" fmla="*/ 3947630 w 4752801"/>
              <a:gd name="connsiteY12121" fmla="*/ 1380411 h 2767298"/>
              <a:gd name="connsiteX12122" fmla="*/ 3944391 w 4752801"/>
              <a:gd name="connsiteY12122" fmla="*/ 1386078 h 2767298"/>
              <a:gd name="connsiteX12123" fmla="*/ 3943176 w 4752801"/>
              <a:gd name="connsiteY12123" fmla="*/ 1386483 h 2767298"/>
              <a:gd name="connsiteX12124" fmla="*/ 3936699 w 4752801"/>
              <a:gd name="connsiteY12124" fmla="*/ 1386483 h 2767298"/>
              <a:gd name="connsiteX12125" fmla="*/ 3935485 w 4752801"/>
              <a:gd name="connsiteY12125" fmla="*/ 1386078 h 2767298"/>
              <a:gd name="connsiteX12126" fmla="*/ 3932247 w 4752801"/>
              <a:gd name="connsiteY12126" fmla="*/ 1380411 h 2767298"/>
              <a:gd name="connsiteX12127" fmla="*/ 3932247 w 4752801"/>
              <a:gd name="connsiteY12127" fmla="*/ 1379196 h 2767298"/>
              <a:gd name="connsiteX12128" fmla="*/ 3935485 w 4752801"/>
              <a:gd name="connsiteY12128" fmla="*/ 1373529 h 2767298"/>
              <a:gd name="connsiteX12129" fmla="*/ 3936699 w 4752801"/>
              <a:gd name="connsiteY12129" fmla="*/ 1373124 h 2767298"/>
              <a:gd name="connsiteX12130" fmla="*/ 3045706 w 4752801"/>
              <a:gd name="connsiteY12130" fmla="*/ 1373124 h 2767298"/>
              <a:gd name="connsiteX12131" fmla="*/ 3052588 w 4752801"/>
              <a:gd name="connsiteY12131" fmla="*/ 1373124 h 2767298"/>
              <a:gd name="connsiteX12132" fmla="*/ 3053803 w 4752801"/>
              <a:gd name="connsiteY12132" fmla="*/ 1373933 h 2767298"/>
              <a:gd name="connsiteX12133" fmla="*/ 3057041 w 4752801"/>
              <a:gd name="connsiteY12133" fmla="*/ 1379601 h 2767298"/>
              <a:gd name="connsiteX12134" fmla="*/ 3057041 w 4752801"/>
              <a:gd name="connsiteY12134" fmla="*/ 1380815 h 2767298"/>
              <a:gd name="connsiteX12135" fmla="*/ 3053803 w 4752801"/>
              <a:gd name="connsiteY12135" fmla="*/ 1386483 h 2767298"/>
              <a:gd name="connsiteX12136" fmla="*/ 3052588 w 4752801"/>
              <a:gd name="connsiteY12136" fmla="*/ 1387292 h 2767298"/>
              <a:gd name="connsiteX12137" fmla="*/ 3045706 w 4752801"/>
              <a:gd name="connsiteY12137" fmla="*/ 1387292 h 2767298"/>
              <a:gd name="connsiteX12138" fmla="*/ 3044492 w 4752801"/>
              <a:gd name="connsiteY12138" fmla="*/ 1386483 h 2767298"/>
              <a:gd name="connsiteX12139" fmla="*/ 3041254 w 4752801"/>
              <a:gd name="connsiteY12139" fmla="*/ 1380815 h 2767298"/>
              <a:gd name="connsiteX12140" fmla="*/ 3041254 w 4752801"/>
              <a:gd name="connsiteY12140" fmla="*/ 1379601 h 2767298"/>
              <a:gd name="connsiteX12141" fmla="*/ 3044492 w 4752801"/>
              <a:gd name="connsiteY12141" fmla="*/ 1373933 h 2767298"/>
              <a:gd name="connsiteX12142" fmla="*/ 3045706 w 4752801"/>
              <a:gd name="connsiteY12142" fmla="*/ 1373124 h 2767298"/>
              <a:gd name="connsiteX12143" fmla="*/ 3976775 w 4752801"/>
              <a:gd name="connsiteY12143" fmla="*/ 1372719 h 2767298"/>
              <a:gd name="connsiteX12144" fmla="*/ 3983252 w 4752801"/>
              <a:gd name="connsiteY12144" fmla="*/ 1372719 h 2767298"/>
              <a:gd name="connsiteX12145" fmla="*/ 3984467 w 4752801"/>
              <a:gd name="connsiteY12145" fmla="*/ 1373529 h 2767298"/>
              <a:gd name="connsiteX12146" fmla="*/ 3987705 w 4752801"/>
              <a:gd name="connsiteY12146" fmla="*/ 1379196 h 2767298"/>
              <a:gd name="connsiteX12147" fmla="*/ 3987705 w 4752801"/>
              <a:gd name="connsiteY12147" fmla="*/ 1380411 h 2767298"/>
              <a:gd name="connsiteX12148" fmla="*/ 3984467 w 4752801"/>
              <a:gd name="connsiteY12148" fmla="*/ 1386078 h 2767298"/>
              <a:gd name="connsiteX12149" fmla="*/ 3983252 w 4752801"/>
              <a:gd name="connsiteY12149" fmla="*/ 1386887 h 2767298"/>
              <a:gd name="connsiteX12150" fmla="*/ 3976775 w 4752801"/>
              <a:gd name="connsiteY12150" fmla="*/ 1386887 h 2767298"/>
              <a:gd name="connsiteX12151" fmla="*/ 3975561 w 4752801"/>
              <a:gd name="connsiteY12151" fmla="*/ 1386078 h 2767298"/>
              <a:gd name="connsiteX12152" fmla="*/ 3972323 w 4752801"/>
              <a:gd name="connsiteY12152" fmla="*/ 1380411 h 2767298"/>
              <a:gd name="connsiteX12153" fmla="*/ 3972323 w 4752801"/>
              <a:gd name="connsiteY12153" fmla="*/ 1379196 h 2767298"/>
              <a:gd name="connsiteX12154" fmla="*/ 3975561 w 4752801"/>
              <a:gd name="connsiteY12154" fmla="*/ 1373529 h 2767298"/>
              <a:gd name="connsiteX12155" fmla="*/ 3976775 w 4752801"/>
              <a:gd name="connsiteY12155" fmla="*/ 1372719 h 2767298"/>
              <a:gd name="connsiteX12156" fmla="*/ 2964339 w 4752801"/>
              <a:gd name="connsiteY12156" fmla="*/ 1372314 h 2767298"/>
              <a:gd name="connsiteX12157" fmla="*/ 2972436 w 4752801"/>
              <a:gd name="connsiteY12157" fmla="*/ 1372314 h 2767298"/>
              <a:gd name="connsiteX12158" fmla="*/ 2973650 w 4752801"/>
              <a:gd name="connsiteY12158" fmla="*/ 1372719 h 2767298"/>
              <a:gd name="connsiteX12159" fmla="*/ 2977698 w 4752801"/>
              <a:gd name="connsiteY12159" fmla="*/ 1379601 h 2767298"/>
              <a:gd name="connsiteX12160" fmla="*/ 2977698 w 4752801"/>
              <a:gd name="connsiteY12160" fmla="*/ 1380815 h 2767298"/>
              <a:gd name="connsiteX12161" fmla="*/ 2973650 w 4752801"/>
              <a:gd name="connsiteY12161" fmla="*/ 1387697 h 2767298"/>
              <a:gd name="connsiteX12162" fmla="*/ 2972436 w 4752801"/>
              <a:gd name="connsiteY12162" fmla="*/ 1388507 h 2767298"/>
              <a:gd name="connsiteX12163" fmla="*/ 2964339 w 4752801"/>
              <a:gd name="connsiteY12163" fmla="*/ 1388507 h 2767298"/>
              <a:gd name="connsiteX12164" fmla="*/ 2963125 w 4752801"/>
              <a:gd name="connsiteY12164" fmla="*/ 1387697 h 2767298"/>
              <a:gd name="connsiteX12165" fmla="*/ 2959077 w 4752801"/>
              <a:gd name="connsiteY12165" fmla="*/ 1380815 h 2767298"/>
              <a:gd name="connsiteX12166" fmla="*/ 2959077 w 4752801"/>
              <a:gd name="connsiteY12166" fmla="*/ 1379601 h 2767298"/>
              <a:gd name="connsiteX12167" fmla="*/ 2963125 w 4752801"/>
              <a:gd name="connsiteY12167" fmla="*/ 1372719 h 2767298"/>
              <a:gd name="connsiteX12168" fmla="*/ 2964339 w 4752801"/>
              <a:gd name="connsiteY12168" fmla="*/ 1372314 h 2767298"/>
              <a:gd name="connsiteX12169" fmla="*/ 2357121 w 4752801"/>
              <a:gd name="connsiteY12169" fmla="*/ 1371505 h 2767298"/>
              <a:gd name="connsiteX12170" fmla="*/ 2365217 w 4752801"/>
              <a:gd name="connsiteY12170" fmla="*/ 1371505 h 2767298"/>
              <a:gd name="connsiteX12171" fmla="*/ 2366432 w 4752801"/>
              <a:gd name="connsiteY12171" fmla="*/ 1371910 h 2767298"/>
              <a:gd name="connsiteX12172" fmla="*/ 2370480 w 4752801"/>
              <a:gd name="connsiteY12172" fmla="*/ 1379197 h 2767298"/>
              <a:gd name="connsiteX12173" fmla="*/ 2370480 w 4752801"/>
              <a:gd name="connsiteY12173" fmla="*/ 1380411 h 2767298"/>
              <a:gd name="connsiteX12174" fmla="*/ 2366432 w 4752801"/>
              <a:gd name="connsiteY12174" fmla="*/ 1387698 h 2767298"/>
              <a:gd name="connsiteX12175" fmla="*/ 2365217 w 4752801"/>
              <a:gd name="connsiteY12175" fmla="*/ 1388507 h 2767298"/>
              <a:gd name="connsiteX12176" fmla="*/ 2357121 w 4752801"/>
              <a:gd name="connsiteY12176" fmla="*/ 1388507 h 2767298"/>
              <a:gd name="connsiteX12177" fmla="*/ 2355907 w 4752801"/>
              <a:gd name="connsiteY12177" fmla="*/ 1387698 h 2767298"/>
              <a:gd name="connsiteX12178" fmla="*/ 2351859 w 4752801"/>
              <a:gd name="connsiteY12178" fmla="*/ 1380411 h 2767298"/>
              <a:gd name="connsiteX12179" fmla="*/ 2351859 w 4752801"/>
              <a:gd name="connsiteY12179" fmla="*/ 1379197 h 2767298"/>
              <a:gd name="connsiteX12180" fmla="*/ 2355907 w 4752801"/>
              <a:gd name="connsiteY12180" fmla="*/ 1371910 h 2767298"/>
              <a:gd name="connsiteX12181" fmla="*/ 2357121 w 4752801"/>
              <a:gd name="connsiteY12181" fmla="*/ 1371505 h 2767298"/>
              <a:gd name="connsiteX12182" fmla="*/ 2923049 w 4752801"/>
              <a:gd name="connsiteY12182" fmla="*/ 1371100 h 2767298"/>
              <a:gd name="connsiteX12183" fmla="*/ 2932360 w 4752801"/>
              <a:gd name="connsiteY12183" fmla="*/ 1371100 h 2767298"/>
              <a:gd name="connsiteX12184" fmla="*/ 2933574 w 4752801"/>
              <a:gd name="connsiteY12184" fmla="*/ 1371505 h 2767298"/>
              <a:gd name="connsiteX12185" fmla="*/ 2938432 w 4752801"/>
              <a:gd name="connsiteY12185" fmla="*/ 1379601 h 2767298"/>
              <a:gd name="connsiteX12186" fmla="*/ 2938432 w 4752801"/>
              <a:gd name="connsiteY12186" fmla="*/ 1380815 h 2767298"/>
              <a:gd name="connsiteX12187" fmla="*/ 2933574 w 4752801"/>
              <a:gd name="connsiteY12187" fmla="*/ 1388912 h 2767298"/>
              <a:gd name="connsiteX12188" fmla="*/ 2932360 w 4752801"/>
              <a:gd name="connsiteY12188" fmla="*/ 1389317 h 2767298"/>
              <a:gd name="connsiteX12189" fmla="*/ 2923049 w 4752801"/>
              <a:gd name="connsiteY12189" fmla="*/ 1389317 h 2767298"/>
              <a:gd name="connsiteX12190" fmla="*/ 2921835 w 4752801"/>
              <a:gd name="connsiteY12190" fmla="*/ 1388912 h 2767298"/>
              <a:gd name="connsiteX12191" fmla="*/ 2916977 w 4752801"/>
              <a:gd name="connsiteY12191" fmla="*/ 1380815 h 2767298"/>
              <a:gd name="connsiteX12192" fmla="*/ 2916977 w 4752801"/>
              <a:gd name="connsiteY12192" fmla="*/ 1379601 h 2767298"/>
              <a:gd name="connsiteX12193" fmla="*/ 2921835 w 4752801"/>
              <a:gd name="connsiteY12193" fmla="*/ 1371505 h 2767298"/>
              <a:gd name="connsiteX12194" fmla="*/ 2923049 w 4752801"/>
              <a:gd name="connsiteY12194" fmla="*/ 1371100 h 2767298"/>
              <a:gd name="connsiteX12195" fmla="*/ 2882162 w 4752801"/>
              <a:gd name="connsiteY12195" fmla="*/ 1369481 h 2767298"/>
              <a:gd name="connsiteX12196" fmla="*/ 2892283 w 4752801"/>
              <a:gd name="connsiteY12196" fmla="*/ 1369481 h 2767298"/>
              <a:gd name="connsiteX12197" fmla="*/ 2893497 w 4752801"/>
              <a:gd name="connsiteY12197" fmla="*/ 1370291 h 2767298"/>
              <a:gd name="connsiteX12198" fmla="*/ 2898760 w 4752801"/>
              <a:gd name="connsiteY12198" fmla="*/ 1379197 h 2767298"/>
              <a:gd name="connsiteX12199" fmla="*/ 2898760 w 4752801"/>
              <a:gd name="connsiteY12199" fmla="*/ 1380411 h 2767298"/>
              <a:gd name="connsiteX12200" fmla="*/ 2893497 w 4752801"/>
              <a:gd name="connsiteY12200" fmla="*/ 1389317 h 2767298"/>
              <a:gd name="connsiteX12201" fmla="*/ 2892283 w 4752801"/>
              <a:gd name="connsiteY12201" fmla="*/ 1389722 h 2767298"/>
              <a:gd name="connsiteX12202" fmla="*/ 2882162 w 4752801"/>
              <a:gd name="connsiteY12202" fmla="*/ 1389722 h 2767298"/>
              <a:gd name="connsiteX12203" fmla="*/ 2880948 w 4752801"/>
              <a:gd name="connsiteY12203" fmla="*/ 1389317 h 2767298"/>
              <a:gd name="connsiteX12204" fmla="*/ 2875686 w 4752801"/>
              <a:gd name="connsiteY12204" fmla="*/ 1380411 h 2767298"/>
              <a:gd name="connsiteX12205" fmla="*/ 2875686 w 4752801"/>
              <a:gd name="connsiteY12205" fmla="*/ 1379197 h 2767298"/>
              <a:gd name="connsiteX12206" fmla="*/ 2880948 w 4752801"/>
              <a:gd name="connsiteY12206" fmla="*/ 1370291 h 2767298"/>
              <a:gd name="connsiteX12207" fmla="*/ 2882162 w 4752801"/>
              <a:gd name="connsiteY12207" fmla="*/ 1369481 h 2767298"/>
              <a:gd name="connsiteX12208" fmla="*/ 2841681 w 4752801"/>
              <a:gd name="connsiteY12208" fmla="*/ 1369481 h 2767298"/>
              <a:gd name="connsiteX12209" fmla="*/ 2851802 w 4752801"/>
              <a:gd name="connsiteY12209" fmla="*/ 1369481 h 2767298"/>
              <a:gd name="connsiteX12210" fmla="*/ 2853016 w 4752801"/>
              <a:gd name="connsiteY12210" fmla="*/ 1370291 h 2767298"/>
              <a:gd name="connsiteX12211" fmla="*/ 2858279 w 4752801"/>
              <a:gd name="connsiteY12211" fmla="*/ 1379197 h 2767298"/>
              <a:gd name="connsiteX12212" fmla="*/ 2858279 w 4752801"/>
              <a:gd name="connsiteY12212" fmla="*/ 1380411 h 2767298"/>
              <a:gd name="connsiteX12213" fmla="*/ 2853016 w 4752801"/>
              <a:gd name="connsiteY12213" fmla="*/ 1389317 h 2767298"/>
              <a:gd name="connsiteX12214" fmla="*/ 2851802 w 4752801"/>
              <a:gd name="connsiteY12214" fmla="*/ 1390126 h 2767298"/>
              <a:gd name="connsiteX12215" fmla="*/ 2841681 w 4752801"/>
              <a:gd name="connsiteY12215" fmla="*/ 1390126 h 2767298"/>
              <a:gd name="connsiteX12216" fmla="*/ 2840467 w 4752801"/>
              <a:gd name="connsiteY12216" fmla="*/ 1389317 h 2767298"/>
              <a:gd name="connsiteX12217" fmla="*/ 2835205 w 4752801"/>
              <a:gd name="connsiteY12217" fmla="*/ 1380411 h 2767298"/>
              <a:gd name="connsiteX12218" fmla="*/ 2835205 w 4752801"/>
              <a:gd name="connsiteY12218" fmla="*/ 1379197 h 2767298"/>
              <a:gd name="connsiteX12219" fmla="*/ 2840467 w 4752801"/>
              <a:gd name="connsiteY12219" fmla="*/ 1370291 h 2767298"/>
              <a:gd name="connsiteX12220" fmla="*/ 2841681 w 4752801"/>
              <a:gd name="connsiteY12220" fmla="*/ 1369481 h 2767298"/>
              <a:gd name="connsiteX12221" fmla="*/ 2396388 w 4752801"/>
              <a:gd name="connsiteY12221" fmla="*/ 1369481 h 2767298"/>
              <a:gd name="connsiteX12222" fmla="*/ 2406913 w 4752801"/>
              <a:gd name="connsiteY12222" fmla="*/ 1369481 h 2767298"/>
              <a:gd name="connsiteX12223" fmla="*/ 2408127 w 4752801"/>
              <a:gd name="connsiteY12223" fmla="*/ 1369886 h 2767298"/>
              <a:gd name="connsiteX12224" fmla="*/ 2413390 w 4752801"/>
              <a:gd name="connsiteY12224" fmla="*/ 1379197 h 2767298"/>
              <a:gd name="connsiteX12225" fmla="*/ 2413390 w 4752801"/>
              <a:gd name="connsiteY12225" fmla="*/ 1380411 h 2767298"/>
              <a:gd name="connsiteX12226" fmla="*/ 2408127 w 4752801"/>
              <a:gd name="connsiteY12226" fmla="*/ 1389722 h 2767298"/>
              <a:gd name="connsiteX12227" fmla="*/ 2406913 w 4752801"/>
              <a:gd name="connsiteY12227" fmla="*/ 1390126 h 2767298"/>
              <a:gd name="connsiteX12228" fmla="*/ 2396388 w 4752801"/>
              <a:gd name="connsiteY12228" fmla="*/ 1390126 h 2767298"/>
              <a:gd name="connsiteX12229" fmla="*/ 2395173 w 4752801"/>
              <a:gd name="connsiteY12229" fmla="*/ 1389722 h 2767298"/>
              <a:gd name="connsiteX12230" fmla="*/ 2389911 w 4752801"/>
              <a:gd name="connsiteY12230" fmla="*/ 1380411 h 2767298"/>
              <a:gd name="connsiteX12231" fmla="*/ 2389911 w 4752801"/>
              <a:gd name="connsiteY12231" fmla="*/ 1379197 h 2767298"/>
              <a:gd name="connsiteX12232" fmla="*/ 2395173 w 4752801"/>
              <a:gd name="connsiteY12232" fmla="*/ 1369886 h 2767298"/>
              <a:gd name="connsiteX12233" fmla="*/ 2396388 w 4752801"/>
              <a:gd name="connsiteY12233" fmla="*/ 1369481 h 2767298"/>
              <a:gd name="connsiteX12234" fmla="*/ 2476540 w 4752801"/>
              <a:gd name="connsiteY12234" fmla="*/ 1369076 h 2767298"/>
              <a:gd name="connsiteX12235" fmla="*/ 2487875 w 4752801"/>
              <a:gd name="connsiteY12235" fmla="*/ 1369076 h 2767298"/>
              <a:gd name="connsiteX12236" fmla="*/ 2489089 w 4752801"/>
              <a:gd name="connsiteY12236" fmla="*/ 1369481 h 2767298"/>
              <a:gd name="connsiteX12237" fmla="*/ 2494757 w 4752801"/>
              <a:gd name="connsiteY12237" fmla="*/ 1379196 h 2767298"/>
              <a:gd name="connsiteX12238" fmla="*/ 2494757 w 4752801"/>
              <a:gd name="connsiteY12238" fmla="*/ 1380411 h 2767298"/>
              <a:gd name="connsiteX12239" fmla="*/ 2489089 w 4752801"/>
              <a:gd name="connsiteY12239" fmla="*/ 1390126 h 2767298"/>
              <a:gd name="connsiteX12240" fmla="*/ 2487875 w 4752801"/>
              <a:gd name="connsiteY12240" fmla="*/ 1390531 h 2767298"/>
              <a:gd name="connsiteX12241" fmla="*/ 2476540 w 4752801"/>
              <a:gd name="connsiteY12241" fmla="*/ 1390531 h 2767298"/>
              <a:gd name="connsiteX12242" fmla="*/ 2475326 w 4752801"/>
              <a:gd name="connsiteY12242" fmla="*/ 1390126 h 2767298"/>
              <a:gd name="connsiteX12243" fmla="*/ 2469659 w 4752801"/>
              <a:gd name="connsiteY12243" fmla="*/ 1380411 h 2767298"/>
              <a:gd name="connsiteX12244" fmla="*/ 2469659 w 4752801"/>
              <a:gd name="connsiteY12244" fmla="*/ 1379196 h 2767298"/>
              <a:gd name="connsiteX12245" fmla="*/ 2475326 w 4752801"/>
              <a:gd name="connsiteY12245" fmla="*/ 1369481 h 2767298"/>
              <a:gd name="connsiteX12246" fmla="*/ 2476540 w 4752801"/>
              <a:gd name="connsiteY12246" fmla="*/ 1369076 h 2767298"/>
              <a:gd name="connsiteX12247" fmla="*/ 2517021 w 4752801"/>
              <a:gd name="connsiteY12247" fmla="*/ 1368671 h 2767298"/>
              <a:gd name="connsiteX12248" fmla="*/ 2528761 w 4752801"/>
              <a:gd name="connsiteY12248" fmla="*/ 1368671 h 2767298"/>
              <a:gd name="connsiteX12249" fmla="*/ 2529975 w 4752801"/>
              <a:gd name="connsiteY12249" fmla="*/ 1369481 h 2767298"/>
              <a:gd name="connsiteX12250" fmla="*/ 2535643 w 4752801"/>
              <a:gd name="connsiteY12250" fmla="*/ 1379601 h 2767298"/>
              <a:gd name="connsiteX12251" fmla="*/ 2535643 w 4752801"/>
              <a:gd name="connsiteY12251" fmla="*/ 1380815 h 2767298"/>
              <a:gd name="connsiteX12252" fmla="*/ 2529975 w 4752801"/>
              <a:gd name="connsiteY12252" fmla="*/ 1390936 h 2767298"/>
              <a:gd name="connsiteX12253" fmla="*/ 2528761 w 4752801"/>
              <a:gd name="connsiteY12253" fmla="*/ 1391745 h 2767298"/>
              <a:gd name="connsiteX12254" fmla="*/ 2517021 w 4752801"/>
              <a:gd name="connsiteY12254" fmla="*/ 1391745 h 2767298"/>
              <a:gd name="connsiteX12255" fmla="*/ 2515807 w 4752801"/>
              <a:gd name="connsiteY12255" fmla="*/ 1390936 h 2767298"/>
              <a:gd name="connsiteX12256" fmla="*/ 2510140 w 4752801"/>
              <a:gd name="connsiteY12256" fmla="*/ 1380815 h 2767298"/>
              <a:gd name="connsiteX12257" fmla="*/ 2510140 w 4752801"/>
              <a:gd name="connsiteY12257" fmla="*/ 1379601 h 2767298"/>
              <a:gd name="connsiteX12258" fmla="*/ 2515807 w 4752801"/>
              <a:gd name="connsiteY12258" fmla="*/ 1369481 h 2767298"/>
              <a:gd name="connsiteX12259" fmla="*/ 2517021 w 4752801"/>
              <a:gd name="connsiteY12259" fmla="*/ 1368671 h 2767298"/>
              <a:gd name="connsiteX12260" fmla="*/ 2436059 w 4752801"/>
              <a:gd name="connsiteY12260" fmla="*/ 1368671 h 2767298"/>
              <a:gd name="connsiteX12261" fmla="*/ 2447799 w 4752801"/>
              <a:gd name="connsiteY12261" fmla="*/ 1368671 h 2767298"/>
              <a:gd name="connsiteX12262" fmla="*/ 2449013 w 4752801"/>
              <a:gd name="connsiteY12262" fmla="*/ 1369076 h 2767298"/>
              <a:gd name="connsiteX12263" fmla="*/ 2454681 w 4752801"/>
              <a:gd name="connsiteY12263" fmla="*/ 1379196 h 2767298"/>
              <a:gd name="connsiteX12264" fmla="*/ 2454681 w 4752801"/>
              <a:gd name="connsiteY12264" fmla="*/ 1380411 h 2767298"/>
              <a:gd name="connsiteX12265" fmla="*/ 2449013 w 4752801"/>
              <a:gd name="connsiteY12265" fmla="*/ 1390531 h 2767298"/>
              <a:gd name="connsiteX12266" fmla="*/ 2447799 w 4752801"/>
              <a:gd name="connsiteY12266" fmla="*/ 1390936 h 2767298"/>
              <a:gd name="connsiteX12267" fmla="*/ 2436059 w 4752801"/>
              <a:gd name="connsiteY12267" fmla="*/ 1390936 h 2767298"/>
              <a:gd name="connsiteX12268" fmla="*/ 2434845 w 4752801"/>
              <a:gd name="connsiteY12268" fmla="*/ 1390531 h 2767298"/>
              <a:gd name="connsiteX12269" fmla="*/ 2429178 w 4752801"/>
              <a:gd name="connsiteY12269" fmla="*/ 1380411 h 2767298"/>
              <a:gd name="connsiteX12270" fmla="*/ 2429178 w 4752801"/>
              <a:gd name="connsiteY12270" fmla="*/ 1379196 h 2767298"/>
              <a:gd name="connsiteX12271" fmla="*/ 2434845 w 4752801"/>
              <a:gd name="connsiteY12271" fmla="*/ 1369076 h 2767298"/>
              <a:gd name="connsiteX12272" fmla="*/ 2436059 w 4752801"/>
              <a:gd name="connsiteY12272" fmla="*/ 1368671 h 2767298"/>
              <a:gd name="connsiteX12273" fmla="*/ 2557503 w 4752801"/>
              <a:gd name="connsiteY12273" fmla="*/ 1368266 h 2767298"/>
              <a:gd name="connsiteX12274" fmla="*/ 2569648 w 4752801"/>
              <a:gd name="connsiteY12274" fmla="*/ 1368266 h 2767298"/>
              <a:gd name="connsiteX12275" fmla="*/ 2570862 w 4752801"/>
              <a:gd name="connsiteY12275" fmla="*/ 1368671 h 2767298"/>
              <a:gd name="connsiteX12276" fmla="*/ 2576934 w 4752801"/>
              <a:gd name="connsiteY12276" fmla="*/ 1379196 h 2767298"/>
              <a:gd name="connsiteX12277" fmla="*/ 2576934 w 4752801"/>
              <a:gd name="connsiteY12277" fmla="*/ 1380410 h 2767298"/>
              <a:gd name="connsiteX12278" fmla="*/ 2570862 w 4752801"/>
              <a:gd name="connsiteY12278" fmla="*/ 1390935 h 2767298"/>
              <a:gd name="connsiteX12279" fmla="*/ 2569648 w 4752801"/>
              <a:gd name="connsiteY12279" fmla="*/ 1391340 h 2767298"/>
              <a:gd name="connsiteX12280" fmla="*/ 2557503 w 4752801"/>
              <a:gd name="connsiteY12280" fmla="*/ 1391340 h 2767298"/>
              <a:gd name="connsiteX12281" fmla="*/ 2556289 w 4752801"/>
              <a:gd name="connsiteY12281" fmla="*/ 1390935 h 2767298"/>
              <a:gd name="connsiteX12282" fmla="*/ 2550217 w 4752801"/>
              <a:gd name="connsiteY12282" fmla="*/ 1380410 h 2767298"/>
              <a:gd name="connsiteX12283" fmla="*/ 2550217 w 4752801"/>
              <a:gd name="connsiteY12283" fmla="*/ 1379196 h 2767298"/>
              <a:gd name="connsiteX12284" fmla="*/ 2556289 w 4752801"/>
              <a:gd name="connsiteY12284" fmla="*/ 1368671 h 2767298"/>
              <a:gd name="connsiteX12285" fmla="*/ 2557503 w 4752801"/>
              <a:gd name="connsiteY12285" fmla="*/ 1368266 h 2767298"/>
              <a:gd name="connsiteX12286" fmla="*/ 2678542 w 4752801"/>
              <a:gd name="connsiteY12286" fmla="*/ 1367457 h 2767298"/>
              <a:gd name="connsiteX12287" fmla="*/ 2691091 w 4752801"/>
              <a:gd name="connsiteY12287" fmla="*/ 1367457 h 2767298"/>
              <a:gd name="connsiteX12288" fmla="*/ 2692305 w 4752801"/>
              <a:gd name="connsiteY12288" fmla="*/ 1368267 h 2767298"/>
              <a:gd name="connsiteX12289" fmla="*/ 2698783 w 4752801"/>
              <a:gd name="connsiteY12289" fmla="*/ 1379197 h 2767298"/>
              <a:gd name="connsiteX12290" fmla="*/ 2698783 w 4752801"/>
              <a:gd name="connsiteY12290" fmla="*/ 1380411 h 2767298"/>
              <a:gd name="connsiteX12291" fmla="*/ 2692305 w 4752801"/>
              <a:gd name="connsiteY12291" fmla="*/ 1391341 h 2767298"/>
              <a:gd name="connsiteX12292" fmla="*/ 2691091 w 4752801"/>
              <a:gd name="connsiteY12292" fmla="*/ 1392150 h 2767298"/>
              <a:gd name="connsiteX12293" fmla="*/ 2678542 w 4752801"/>
              <a:gd name="connsiteY12293" fmla="*/ 1392150 h 2767298"/>
              <a:gd name="connsiteX12294" fmla="*/ 2677327 w 4752801"/>
              <a:gd name="connsiteY12294" fmla="*/ 1391341 h 2767298"/>
              <a:gd name="connsiteX12295" fmla="*/ 2670851 w 4752801"/>
              <a:gd name="connsiteY12295" fmla="*/ 1380411 h 2767298"/>
              <a:gd name="connsiteX12296" fmla="*/ 2670851 w 4752801"/>
              <a:gd name="connsiteY12296" fmla="*/ 1379197 h 2767298"/>
              <a:gd name="connsiteX12297" fmla="*/ 2677327 w 4752801"/>
              <a:gd name="connsiteY12297" fmla="*/ 1368267 h 2767298"/>
              <a:gd name="connsiteX12298" fmla="*/ 2678542 w 4752801"/>
              <a:gd name="connsiteY12298" fmla="*/ 1367457 h 2767298"/>
              <a:gd name="connsiteX12299" fmla="*/ 2638060 w 4752801"/>
              <a:gd name="connsiteY12299" fmla="*/ 1367457 h 2767298"/>
              <a:gd name="connsiteX12300" fmla="*/ 2651014 w 4752801"/>
              <a:gd name="connsiteY12300" fmla="*/ 1367457 h 2767298"/>
              <a:gd name="connsiteX12301" fmla="*/ 2652228 w 4752801"/>
              <a:gd name="connsiteY12301" fmla="*/ 1368267 h 2767298"/>
              <a:gd name="connsiteX12302" fmla="*/ 2658706 w 4752801"/>
              <a:gd name="connsiteY12302" fmla="*/ 1379601 h 2767298"/>
              <a:gd name="connsiteX12303" fmla="*/ 2658706 w 4752801"/>
              <a:gd name="connsiteY12303" fmla="*/ 1380816 h 2767298"/>
              <a:gd name="connsiteX12304" fmla="*/ 2652228 w 4752801"/>
              <a:gd name="connsiteY12304" fmla="*/ 1392150 h 2767298"/>
              <a:gd name="connsiteX12305" fmla="*/ 2651014 w 4752801"/>
              <a:gd name="connsiteY12305" fmla="*/ 1392555 h 2767298"/>
              <a:gd name="connsiteX12306" fmla="*/ 2638060 w 4752801"/>
              <a:gd name="connsiteY12306" fmla="*/ 1392555 h 2767298"/>
              <a:gd name="connsiteX12307" fmla="*/ 2636846 w 4752801"/>
              <a:gd name="connsiteY12307" fmla="*/ 1392150 h 2767298"/>
              <a:gd name="connsiteX12308" fmla="*/ 2630369 w 4752801"/>
              <a:gd name="connsiteY12308" fmla="*/ 1380816 h 2767298"/>
              <a:gd name="connsiteX12309" fmla="*/ 2630369 w 4752801"/>
              <a:gd name="connsiteY12309" fmla="*/ 1379601 h 2767298"/>
              <a:gd name="connsiteX12310" fmla="*/ 2636846 w 4752801"/>
              <a:gd name="connsiteY12310" fmla="*/ 1368267 h 2767298"/>
              <a:gd name="connsiteX12311" fmla="*/ 2638060 w 4752801"/>
              <a:gd name="connsiteY12311" fmla="*/ 1367457 h 2767298"/>
              <a:gd name="connsiteX12312" fmla="*/ 2597175 w 4752801"/>
              <a:gd name="connsiteY12312" fmla="*/ 1366647 h 2767298"/>
              <a:gd name="connsiteX12313" fmla="*/ 2610534 w 4752801"/>
              <a:gd name="connsiteY12313" fmla="*/ 1366647 h 2767298"/>
              <a:gd name="connsiteX12314" fmla="*/ 2611748 w 4752801"/>
              <a:gd name="connsiteY12314" fmla="*/ 1367457 h 2767298"/>
              <a:gd name="connsiteX12315" fmla="*/ 2618630 w 4752801"/>
              <a:gd name="connsiteY12315" fmla="*/ 1379196 h 2767298"/>
              <a:gd name="connsiteX12316" fmla="*/ 2618630 w 4752801"/>
              <a:gd name="connsiteY12316" fmla="*/ 1380411 h 2767298"/>
              <a:gd name="connsiteX12317" fmla="*/ 2611748 w 4752801"/>
              <a:gd name="connsiteY12317" fmla="*/ 1392150 h 2767298"/>
              <a:gd name="connsiteX12318" fmla="*/ 2610534 w 4752801"/>
              <a:gd name="connsiteY12318" fmla="*/ 1392960 h 2767298"/>
              <a:gd name="connsiteX12319" fmla="*/ 2597175 w 4752801"/>
              <a:gd name="connsiteY12319" fmla="*/ 1392960 h 2767298"/>
              <a:gd name="connsiteX12320" fmla="*/ 2595960 w 4752801"/>
              <a:gd name="connsiteY12320" fmla="*/ 1392150 h 2767298"/>
              <a:gd name="connsiteX12321" fmla="*/ 2589079 w 4752801"/>
              <a:gd name="connsiteY12321" fmla="*/ 1380411 h 2767298"/>
              <a:gd name="connsiteX12322" fmla="*/ 2589079 w 4752801"/>
              <a:gd name="connsiteY12322" fmla="*/ 1379196 h 2767298"/>
              <a:gd name="connsiteX12323" fmla="*/ 2595960 w 4752801"/>
              <a:gd name="connsiteY12323" fmla="*/ 1367457 h 2767298"/>
              <a:gd name="connsiteX12324" fmla="*/ 2597175 w 4752801"/>
              <a:gd name="connsiteY12324" fmla="*/ 1366647 h 2767298"/>
              <a:gd name="connsiteX12325" fmla="*/ 3210465 w 4752801"/>
              <a:gd name="connsiteY12325" fmla="*/ 1337905 h 2767298"/>
              <a:gd name="connsiteX12326" fmla="*/ 3212489 w 4752801"/>
              <a:gd name="connsiteY12326" fmla="*/ 1337905 h 2767298"/>
              <a:gd name="connsiteX12327" fmla="*/ 3213704 w 4752801"/>
              <a:gd name="connsiteY12327" fmla="*/ 1339524 h 2767298"/>
              <a:gd name="connsiteX12328" fmla="*/ 3212489 w 4752801"/>
              <a:gd name="connsiteY12328" fmla="*/ 1341143 h 2767298"/>
              <a:gd name="connsiteX12329" fmla="*/ 3210465 w 4752801"/>
              <a:gd name="connsiteY12329" fmla="*/ 1341143 h 2767298"/>
              <a:gd name="connsiteX12330" fmla="*/ 3209251 w 4752801"/>
              <a:gd name="connsiteY12330" fmla="*/ 1339524 h 2767298"/>
              <a:gd name="connsiteX12331" fmla="*/ 3371985 w 4752801"/>
              <a:gd name="connsiteY12331" fmla="*/ 1337500 h 2767298"/>
              <a:gd name="connsiteX12332" fmla="*/ 3374414 w 4752801"/>
              <a:gd name="connsiteY12332" fmla="*/ 1337500 h 2767298"/>
              <a:gd name="connsiteX12333" fmla="*/ 3375629 w 4752801"/>
              <a:gd name="connsiteY12333" fmla="*/ 1339524 h 2767298"/>
              <a:gd name="connsiteX12334" fmla="*/ 3374414 w 4752801"/>
              <a:gd name="connsiteY12334" fmla="*/ 1341548 h 2767298"/>
              <a:gd name="connsiteX12335" fmla="*/ 3371985 w 4752801"/>
              <a:gd name="connsiteY12335" fmla="*/ 1341548 h 2767298"/>
              <a:gd name="connsiteX12336" fmla="*/ 3370771 w 4752801"/>
              <a:gd name="connsiteY12336" fmla="*/ 1339524 h 2767298"/>
              <a:gd name="connsiteX12337" fmla="*/ 3331504 w 4752801"/>
              <a:gd name="connsiteY12337" fmla="*/ 1337500 h 2767298"/>
              <a:gd name="connsiteX12338" fmla="*/ 3333933 w 4752801"/>
              <a:gd name="connsiteY12338" fmla="*/ 1337500 h 2767298"/>
              <a:gd name="connsiteX12339" fmla="*/ 3335148 w 4752801"/>
              <a:gd name="connsiteY12339" fmla="*/ 1339524 h 2767298"/>
              <a:gd name="connsiteX12340" fmla="*/ 3333933 w 4752801"/>
              <a:gd name="connsiteY12340" fmla="*/ 1341548 h 2767298"/>
              <a:gd name="connsiteX12341" fmla="*/ 3331504 w 4752801"/>
              <a:gd name="connsiteY12341" fmla="*/ 1341548 h 2767298"/>
              <a:gd name="connsiteX12342" fmla="*/ 3330290 w 4752801"/>
              <a:gd name="connsiteY12342" fmla="*/ 1339524 h 2767298"/>
              <a:gd name="connsiteX12343" fmla="*/ 3291023 w 4752801"/>
              <a:gd name="connsiteY12343" fmla="*/ 1337500 h 2767298"/>
              <a:gd name="connsiteX12344" fmla="*/ 3293452 w 4752801"/>
              <a:gd name="connsiteY12344" fmla="*/ 1337500 h 2767298"/>
              <a:gd name="connsiteX12345" fmla="*/ 3294667 w 4752801"/>
              <a:gd name="connsiteY12345" fmla="*/ 1339524 h 2767298"/>
              <a:gd name="connsiteX12346" fmla="*/ 3293452 w 4752801"/>
              <a:gd name="connsiteY12346" fmla="*/ 1341548 h 2767298"/>
              <a:gd name="connsiteX12347" fmla="*/ 3291023 w 4752801"/>
              <a:gd name="connsiteY12347" fmla="*/ 1341548 h 2767298"/>
              <a:gd name="connsiteX12348" fmla="*/ 3289809 w 4752801"/>
              <a:gd name="connsiteY12348" fmla="*/ 1339524 h 2767298"/>
              <a:gd name="connsiteX12349" fmla="*/ 3412062 w 4752801"/>
              <a:gd name="connsiteY12349" fmla="*/ 1337096 h 2767298"/>
              <a:gd name="connsiteX12350" fmla="*/ 3414895 w 4752801"/>
              <a:gd name="connsiteY12350" fmla="*/ 1337096 h 2767298"/>
              <a:gd name="connsiteX12351" fmla="*/ 3416110 w 4752801"/>
              <a:gd name="connsiteY12351" fmla="*/ 1339525 h 2767298"/>
              <a:gd name="connsiteX12352" fmla="*/ 3414895 w 4752801"/>
              <a:gd name="connsiteY12352" fmla="*/ 1341954 h 2767298"/>
              <a:gd name="connsiteX12353" fmla="*/ 3412062 w 4752801"/>
              <a:gd name="connsiteY12353" fmla="*/ 1341954 h 2767298"/>
              <a:gd name="connsiteX12354" fmla="*/ 3410847 w 4752801"/>
              <a:gd name="connsiteY12354" fmla="*/ 1339525 h 2767298"/>
              <a:gd name="connsiteX12355" fmla="*/ 3250137 w 4752801"/>
              <a:gd name="connsiteY12355" fmla="*/ 1337096 h 2767298"/>
              <a:gd name="connsiteX12356" fmla="*/ 3252970 w 4752801"/>
              <a:gd name="connsiteY12356" fmla="*/ 1337096 h 2767298"/>
              <a:gd name="connsiteX12357" fmla="*/ 3254185 w 4752801"/>
              <a:gd name="connsiteY12357" fmla="*/ 1339525 h 2767298"/>
              <a:gd name="connsiteX12358" fmla="*/ 3252970 w 4752801"/>
              <a:gd name="connsiteY12358" fmla="*/ 1341954 h 2767298"/>
              <a:gd name="connsiteX12359" fmla="*/ 3250137 w 4752801"/>
              <a:gd name="connsiteY12359" fmla="*/ 1341954 h 2767298"/>
              <a:gd name="connsiteX12360" fmla="*/ 3248922 w 4752801"/>
              <a:gd name="connsiteY12360" fmla="*/ 1339525 h 2767298"/>
              <a:gd name="connsiteX12361" fmla="*/ 3169579 w 4752801"/>
              <a:gd name="connsiteY12361" fmla="*/ 1337096 h 2767298"/>
              <a:gd name="connsiteX12362" fmla="*/ 3172413 w 4752801"/>
              <a:gd name="connsiteY12362" fmla="*/ 1337096 h 2767298"/>
              <a:gd name="connsiteX12363" fmla="*/ 3174032 w 4752801"/>
              <a:gd name="connsiteY12363" fmla="*/ 1339525 h 2767298"/>
              <a:gd name="connsiteX12364" fmla="*/ 3172413 w 4752801"/>
              <a:gd name="connsiteY12364" fmla="*/ 1341954 h 2767298"/>
              <a:gd name="connsiteX12365" fmla="*/ 3169579 w 4752801"/>
              <a:gd name="connsiteY12365" fmla="*/ 1341954 h 2767298"/>
              <a:gd name="connsiteX12366" fmla="*/ 3167960 w 4752801"/>
              <a:gd name="connsiteY12366" fmla="*/ 1339525 h 2767298"/>
              <a:gd name="connsiteX12367" fmla="*/ 2764767 w 4752801"/>
              <a:gd name="connsiteY12367" fmla="*/ 1337096 h 2767298"/>
              <a:gd name="connsiteX12368" fmla="*/ 2767196 w 4752801"/>
              <a:gd name="connsiteY12368" fmla="*/ 1337096 h 2767298"/>
              <a:gd name="connsiteX12369" fmla="*/ 2768411 w 4752801"/>
              <a:gd name="connsiteY12369" fmla="*/ 1339525 h 2767298"/>
              <a:gd name="connsiteX12370" fmla="*/ 2767196 w 4752801"/>
              <a:gd name="connsiteY12370" fmla="*/ 1341954 h 2767298"/>
              <a:gd name="connsiteX12371" fmla="*/ 2764767 w 4752801"/>
              <a:gd name="connsiteY12371" fmla="*/ 1341954 h 2767298"/>
              <a:gd name="connsiteX12372" fmla="*/ 2763553 w 4752801"/>
              <a:gd name="connsiteY12372" fmla="*/ 1339525 h 2767298"/>
              <a:gd name="connsiteX12373" fmla="*/ 3128693 w 4752801"/>
              <a:gd name="connsiteY12373" fmla="*/ 1336691 h 2767298"/>
              <a:gd name="connsiteX12374" fmla="*/ 3131932 w 4752801"/>
              <a:gd name="connsiteY12374" fmla="*/ 1336691 h 2767298"/>
              <a:gd name="connsiteX12375" fmla="*/ 3133551 w 4752801"/>
              <a:gd name="connsiteY12375" fmla="*/ 1339524 h 2767298"/>
              <a:gd name="connsiteX12376" fmla="*/ 3131932 w 4752801"/>
              <a:gd name="connsiteY12376" fmla="*/ 1342358 h 2767298"/>
              <a:gd name="connsiteX12377" fmla="*/ 3128693 w 4752801"/>
              <a:gd name="connsiteY12377" fmla="*/ 1342358 h 2767298"/>
              <a:gd name="connsiteX12378" fmla="*/ 3127074 w 4752801"/>
              <a:gd name="connsiteY12378" fmla="*/ 1339524 h 2767298"/>
              <a:gd name="connsiteX12379" fmla="*/ 3897837 w 4752801"/>
              <a:gd name="connsiteY12379" fmla="*/ 1336286 h 2767298"/>
              <a:gd name="connsiteX12380" fmla="*/ 3901480 w 4752801"/>
              <a:gd name="connsiteY12380" fmla="*/ 1336286 h 2767298"/>
              <a:gd name="connsiteX12381" fmla="*/ 3903505 w 4752801"/>
              <a:gd name="connsiteY12381" fmla="*/ 1339524 h 2767298"/>
              <a:gd name="connsiteX12382" fmla="*/ 3901480 w 4752801"/>
              <a:gd name="connsiteY12382" fmla="*/ 1342763 h 2767298"/>
              <a:gd name="connsiteX12383" fmla="*/ 3897837 w 4752801"/>
              <a:gd name="connsiteY12383" fmla="*/ 1342763 h 2767298"/>
              <a:gd name="connsiteX12384" fmla="*/ 3895813 w 4752801"/>
              <a:gd name="connsiteY12384" fmla="*/ 1339524 h 2767298"/>
              <a:gd name="connsiteX12385" fmla="*/ 3452543 w 4752801"/>
              <a:gd name="connsiteY12385" fmla="*/ 1336286 h 2767298"/>
              <a:gd name="connsiteX12386" fmla="*/ 3456186 w 4752801"/>
              <a:gd name="connsiteY12386" fmla="*/ 1336286 h 2767298"/>
              <a:gd name="connsiteX12387" fmla="*/ 3458211 w 4752801"/>
              <a:gd name="connsiteY12387" fmla="*/ 1339524 h 2767298"/>
              <a:gd name="connsiteX12388" fmla="*/ 3456186 w 4752801"/>
              <a:gd name="connsiteY12388" fmla="*/ 1342763 h 2767298"/>
              <a:gd name="connsiteX12389" fmla="*/ 3452543 w 4752801"/>
              <a:gd name="connsiteY12389" fmla="*/ 1342763 h 2767298"/>
              <a:gd name="connsiteX12390" fmla="*/ 3450519 w 4752801"/>
              <a:gd name="connsiteY12390" fmla="*/ 1339524 h 2767298"/>
              <a:gd name="connsiteX12391" fmla="*/ 4505055 w 4752801"/>
              <a:gd name="connsiteY12391" fmla="*/ 1335881 h 2767298"/>
              <a:gd name="connsiteX12392" fmla="*/ 4508294 w 4752801"/>
              <a:gd name="connsiteY12392" fmla="*/ 1335881 h 2767298"/>
              <a:gd name="connsiteX12393" fmla="*/ 4509508 w 4752801"/>
              <a:gd name="connsiteY12393" fmla="*/ 1336286 h 2767298"/>
              <a:gd name="connsiteX12394" fmla="*/ 4511128 w 4752801"/>
              <a:gd name="connsiteY12394" fmla="*/ 1339119 h 2767298"/>
              <a:gd name="connsiteX12395" fmla="*/ 4511128 w 4752801"/>
              <a:gd name="connsiteY12395" fmla="*/ 1340334 h 2767298"/>
              <a:gd name="connsiteX12396" fmla="*/ 4509508 w 4752801"/>
              <a:gd name="connsiteY12396" fmla="*/ 1343168 h 2767298"/>
              <a:gd name="connsiteX12397" fmla="*/ 4508294 w 4752801"/>
              <a:gd name="connsiteY12397" fmla="*/ 1343977 h 2767298"/>
              <a:gd name="connsiteX12398" fmla="*/ 4505055 w 4752801"/>
              <a:gd name="connsiteY12398" fmla="*/ 1343977 h 2767298"/>
              <a:gd name="connsiteX12399" fmla="*/ 4503841 w 4752801"/>
              <a:gd name="connsiteY12399" fmla="*/ 1343168 h 2767298"/>
              <a:gd name="connsiteX12400" fmla="*/ 4502222 w 4752801"/>
              <a:gd name="connsiteY12400" fmla="*/ 1340334 h 2767298"/>
              <a:gd name="connsiteX12401" fmla="*/ 4502222 w 4752801"/>
              <a:gd name="connsiteY12401" fmla="*/ 1339119 h 2767298"/>
              <a:gd name="connsiteX12402" fmla="*/ 4503841 w 4752801"/>
              <a:gd name="connsiteY12402" fmla="*/ 1336286 h 2767298"/>
              <a:gd name="connsiteX12403" fmla="*/ 4505055 w 4752801"/>
              <a:gd name="connsiteY12403" fmla="*/ 1335881 h 2767298"/>
              <a:gd name="connsiteX12404" fmla="*/ 4302649 w 4752801"/>
              <a:gd name="connsiteY12404" fmla="*/ 1335881 h 2767298"/>
              <a:gd name="connsiteX12405" fmla="*/ 4305888 w 4752801"/>
              <a:gd name="connsiteY12405" fmla="*/ 1335881 h 2767298"/>
              <a:gd name="connsiteX12406" fmla="*/ 4307102 w 4752801"/>
              <a:gd name="connsiteY12406" fmla="*/ 1336286 h 2767298"/>
              <a:gd name="connsiteX12407" fmla="*/ 4308722 w 4752801"/>
              <a:gd name="connsiteY12407" fmla="*/ 1339119 h 2767298"/>
              <a:gd name="connsiteX12408" fmla="*/ 4308722 w 4752801"/>
              <a:gd name="connsiteY12408" fmla="*/ 1340334 h 2767298"/>
              <a:gd name="connsiteX12409" fmla="*/ 4307102 w 4752801"/>
              <a:gd name="connsiteY12409" fmla="*/ 1343168 h 2767298"/>
              <a:gd name="connsiteX12410" fmla="*/ 4305888 w 4752801"/>
              <a:gd name="connsiteY12410" fmla="*/ 1343572 h 2767298"/>
              <a:gd name="connsiteX12411" fmla="*/ 4302649 w 4752801"/>
              <a:gd name="connsiteY12411" fmla="*/ 1343572 h 2767298"/>
              <a:gd name="connsiteX12412" fmla="*/ 4301435 w 4752801"/>
              <a:gd name="connsiteY12412" fmla="*/ 1343168 h 2767298"/>
              <a:gd name="connsiteX12413" fmla="*/ 4299816 w 4752801"/>
              <a:gd name="connsiteY12413" fmla="*/ 1340334 h 2767298"/>
              <a:gd name="connsiteX12414" fmla="*/ 4299816 w 4752801"/>
              <a:gd name="connsiteY12414" fmla="*/ 1339119 h 2767298"/>
              <a:gd name="connsiteX12415" fmla="*/ 4301435 w 4752801"/>
              <a:gd name="connsiteY12415" fmla="*/ 1336286 h 2767298"/>
              <a:gd name="connsiteX12416" fmla="*/ 4302649 w 4752801"/>
              <a:gd name="connsiteY12416" fmla="*/ 1335881 h 2767298"/>
              <a:gd name="connsiteX12417" fmla="*/ 4261359 w 4752801"/>
              <a:gd name="connsiteY12417" fmla="*/ 1335881 h 2767298"/>
              <a:gd name="connsiteX12418" fmla="*/ 4265812 w 4752801"/>
              <a:gd name="connsiteY12418" fmla="*/ 1335881 h 2767298"/>
              <a:gd name="connsiteX12419" fmla="*/ 4267836 w 4752801"/>
              <a:gd name="connsiteY12419" fmla="*/ 1339524 h 2767298"/>
              <a:gd name="connsiteX12420" fmla="*/ 4265812 w 4752801"/>
              <a:gd name="connsiteY12420" fmla="*/ 1343168 h 2767298"/>
              <a:gd name="connsiteX12421" fmla="*/ 4261359 w 4752801"/>
              <a:gd name="connsiteY12421" fmla="*/ 1343168 h 2767298"/>
              <a:gd name="connsiteX12422" fmla="*/ 4259335 w 4752801"/>
              <a:gd name="connsiteY12422" fmla="*/ 1339524 h 2767298"/>
              <a:gd name="connsiteX12423" fmla="*/ 3856546 w 4752801"/>
              <a:gd name="connsiteY12423" fmla="*/ 1335881 h 2767298"/>
              <a:gd name="connsiteX12424" fmla="*/ 3860999 w 4752801"/>
              <a:gd name="connsiteY12424" fmla="*/ 1335881 h 2767298"/>
              <a:gd name="connsiteX12425" fmla="*/ 3863023 w 4752801"/>
              <a:gd name="connsiteY12425" fmla="*/ 1339524 h 2767298"/>
              <a:gd name="connsiteX12426" fmla="*/ 3860999 w 4752801"/>
              <a:gd name="connsiteY12426" fmla="*/ 1343168 h 2767298"/>
              <a:gd name="connsiteX12427" fmla="*/ 3856546 w 4752801"/>
              <a:gd name="connsiteY12427" fmla="*/ 1343168 h 2767298"/>
              <a:gd name="connsiteX12428" fmla="*/ 3854522 w 4752801"/>
              <a:gd name="connsiteY12428" fmla="*/ 1339524 h 2767298"/>
              <a:gd name="connsiteX12429" fmla="*/ 4585209 w 4752801"/>
              <a:gd name="connsiteY12429" fmla="*/ 1335476 h 2767298"/>
              <a:gd name="connsiteX12430" fmla="*/ 4589257 w 4752801"/>
              <a:gd name="connsiteY12430" fmla="*/ 1335476 h 2767298"/>
              <a:gd name="connsiteX12431" fmla="*/ 4590471 w 4752801"/>
              <a:gd name="connsiteY12431" fmla="*/ 1335881 h 2767298"/>
              <a:gd name="connsiteX12432" fmla="*/ 4592496 w 4752801"/>
              <a:gd name="connsiteY12432" fmla="*/ 1339119 h 2767298"/>
              <a:gd name="connsiteX12433" fmla="*/ 4592496 w 4752801"/>
              <a:gd name="connsiteY12433" fmla="*/ 1340334 h 2767298"/>
              <a:gd name="connsiteX12434" fmla="*/ 4590471 w 4752801"/>
              <a:gd name="connsiteY12434" fmla="*/ 1343572 h 2767298"/>
              <a:gd name="connsiteX12435" fmla="*/ 4589257 w 4752801"/>
              <a:gd name="connsiteY12435" fmla="*/ 1343977 h 2767298"/>
              <a:gd name="connsiteX12436" fmla="*/ 4585209 w 4752801"/>
              <a:gd name="connsiteY12436" fmla="*/ 1343977 h 2767298"/>
              <a:gd name="connsiteX12437" fmla="*/ 4583995 w 4752801"/>
              <a:gd name="connsiteY12437" fmla="*/ 1343572 h 2767298"/>
              <a:gd name="connsiteX12438" fmla="*/ 4581971 w 4752801"/>
              <a:gd name="connsiteY12438" fmla="*/ 1340334 h 2767298"/>
              <a:gd name="connsiteX12439" fmla="*/ 4581971 w 4752801"/>
              <a:gd name="connsiteY12439" fmla="*/ 1339119 h 2767298"/>
              <a:gd name="connsiteX12440" fmla="*/ 4583995 w 4752801"/>
              <a:gd name="connsiteY12440" fmla="*/ 1335881 h 2767298"/>
              <a:gd name="connsiteX12441" fmla="*/ 4585209 w 4752801"/>
              <a:gd name="connsiteY12441" fmla="*/ 1335476 h 2767298"/>
              <a:gd name="connsiteX12442" fmla="*/ 4545537 w 4752801"/>
              <a:gd name="connsiteY12442" fmla="*/ 1335476 h 2767298"/>
              <a:gd name="connsiteX12443" fmla="*/ 4548776 w 4752801"/>
              <a:gd name="connsiteY12443" fmla="*/ 1335476 h 2767298"/>
              <a:gd name="connsiteX12444" fmla="*/ 4549990 w 4752801"/>
              <a:gd name="connsiteY12444" fmla="*/ 1336286 h 2767298"/>
              <a:gd name="connsiteX12445" fmla="*/ 4551610 w 4752801"/>
              <a:gd name="connsiteY12445" fmla="*/ 1339119 h 2767298"/>
              <a:gd name="connsiteX12446" fmla="*/ 4551610 w 4752801"/>
              <a:gd name="connsiteY12446" fmla="*/ 1340334 h 2767298"/>
              <a:gd name="connsiteX12447" fmla="*/ 4549990 w 4752801"/>
              <a:gd name="connsiteY12447" fmla="*/ 1343168 h 2767298"/>
              <a:gd name="connsiteX12448" fmla="*/ 4548776 w 4752801"/>
              <a:gd name="connsiteY12448" fmla="*/ 1343572 h 2767298"/>
              <a:gd name="connsiteX12449" fmla="*/ 4545537 w 4752801"/>
              <a:gd name="connsiteY12449" fmla="*/ 1343572 h 2767298"/>
              <a:gd name="connsiteX12450" fmla="*/ 4544323 w 4752801"/>
              <a:gd name="connsiteY12450" fmla="*/ 1343168 h 2767298"/>
              <a:gd name="connsiteX12451" fmla="*/ 4542704 w 4752801"/>
              <a:gd name="connsiteY12451" fmla="*/ 1340334 h 2767298"/>
              <a:gd name="connsiteX12452" fmla="*/ 4542704 w 4752801"/>
              <a:gd name="connsiteY12452" fmla="*/ 1339119 h 2767298"/>
              <a:gd name="connsiteX12453" fmla="*/ 4544323 w 4752801"/>
              <a:gd name="connsiteY12453" fmla="*/ 1336286 h 2767298"/>
              <a:gd name="connsiteX12454" fmla="*/ 4545537 w 4752801"/>
              <a:gd name="connsiteY12454" fmla="*/ 1335476 h 2767298"/>
              <a:gd name="connsiteX12455" fmla="*/ 4383208 w 4752801"/>
              <a:gd name="connsiteY12455" fmla="*/ 1335476 h 2767298"/>
              <a:gd name="connsiteX12456" fmla="*/ 4387661 w 4752801"/>
              <a:gd name="connsiteY12456" fmla="*/ 1335476 h 2767298"/>
              <a:gd name="connsiteX12457" fmla="*/ 4390089 w 4752801"/>
              <a:gd name="connsiteY12457" fmla="*/ 1339524 h 2767298"/>
              <a:gd name="connsiteX12458" fmla="*/ 4387661 w 4752801"/>
              <a:gd name="connsiteY12458" fmla="*/ 1343572 h 2767298"/>
              <a:gd name="connsiteX12459" fmla="*/ 4383208 w 4752801"/>
              <a:gd name="connsiteY12459" fmla="*/ 1343572 h 2767298"/>
              <a:gd name="connsiteX12460" fmla="*/ 4380779 w 4752801"/>
              <a:gd name="connsiteY12460" fmla="*/ 1339524 h 2767298"/>
              <a:gd name="connsiteX12461" fmla="*/ 4342726 w 4752801"/>
              <a:gd name="connsiteY12461" fmla="*/ 1335476 h 2767298"/>
              <a:gd name="connsiteX12462" fmla="*/ 4347179 w 4752801"/>
              <a:gd name="connsiteY12462" fmla="*/ 1335476 h 2767298"/>
              <a:gd name="connsiteX12463" fmla="*/ 4349607 w 4752801"/>
              <a:gd name="connsiteY12463" fmla="*/ 1339524 h 2767298"/>
              <a:gd name="connsiteX12464" fmla="*/ 4347179 w 4752801"/>
              <a:gd name="connsiteY12464" fmla="*/ 1343572 h 2767298"/>
              <a:gd name="connsiteX12465" fmla="*/ 4342726 w 4752801"/>
              <a:gd name="connsiteY12465" fmla="*/ 1343572 h 2767298"/>
              <a:gd name="connsiteX12466" fmla="*/ 4340297 w 4752801"/>
              <a:gd name="connsiteY12466" fmla="*/ 1339524 h 2767298"/>
              <a:gd name="connsiteX12467" fmla="*/ 4221687 w 4752801"/>
              <a:gd name="connsiteY12467" fmla="*/ 1335476 h 2767298"/>
              <a:gd name="connsiteX12468" fmla="*/ 4224926 w 4752801"/>
              <a:gd name="connsiteY12468" fmla="*/ 1335476 h 2767298"/>
              <a:gd name="connsiteX12469" fmla="*/ 4226140 w 4752801"/>
              <a:gd name="connsiteY12469" fmla="*/ 1336286 h 2767298"/>
              <a:gd name="connsiteX12470" fmla="*/ 4227760 w 4752801"/>
              <a:gd name="connsiteY12470" fmla="*/ 1339119 h 2767298"/>
              <a:gd name="connsiteX12471" fmla="*/ 4227760 w 4752801"/>
              <a:gd name="connsiteY12471" fmla="*/ 1340334 h 2767298"/>
              <a:gd name="connsiteX12472" fmla="*/ 4226140 w 4752801"/>
              <a:gd name="connsiteY12472" fmla="*/ 1343168 h 2767298"/>
              <a:gd name="connsiteX12473" fmla="*/ 4224926 w 4752801"/>
              <a:gd name="connsiteY12473" fmla="*/ 1343977 h 2767298"/>
              <a:gd name="connsiteX12474" fmla="*/ 4221687 w 4752801"/>
              <a:gd name="connsiteY12474" fmla="*/ 1343977 h 2767298"/>
              <a:gd name="connsiteX12475" fmla="*/ 4220473 w 4752801"/>
              <a:gd name="connsiteY12475" fmla="*/ 1343168 h 2767298"/>
              <a:gd name="connsiteX12476" fmla="*/ 4218854 w 4752801"/>
              <a:gd name="connsiteY12476" fmla="*/ 1340334 h 2767298"/>
              <a:gd name="connsiteX12477" fmla="*/ 4218854 w 4752801"/>
              <a:gd name="connsiteY12477" fmla="*/ 1339119 h 2767298"/>
              <a:gd name="connsiteX12478" fmla="*/ 4220473 w 4752801"/>
              <a:gd name="connsiteY12478" fmla="*/ 1336286 h 2767298"/>
              <a:gd name="connsiteX12479" fmla="*/ 4221687 w 4752801"/>
              <a:gd name="connsiteY12479" fmla="*/ 1335476 h 2767298"/>
              <a:gd name="connsiteX12480" fmla="*/ 4181205 w 4752801"/>
              <a:gd name="connsiteY12480" fmla="*/ 1335476 h 2767298"/>
              <a:gd name="connsiteX12481" fmla="*/ 4184444 w 4752801"/>
              <a:gd name="connsiteY12481" fmla="*/ 1335476 h 2767298"/>
              <a:gd name="connsiteX12482" fmla="*/ 4185658 w 4752801"/>
              <a:gd name="connsiteY12482" fmla="*/ 1336286 h 2767298"/>
              <a:gd name="connsiteX12483" fmla="*/ 4187278 w 4752801"/>
              <a:gd name="connsiteY12483" fmla="*/ 1339119 h 2767298"/>
              <a:gd name="connsiteX12484" fmla="*/ 4187278 w 4752801"/>
              <a:gd name="connsiteY12484" fmla="*/ 1340334 h 2767298"/>
              <a:gd name="connsiteX12485" fmla="*/ 4185658 w 4752801"/>
              <a:gd name="connsiteY12485" fmla="*/ 1343168 h 2767298"/>
              <a:gd name="connsiteX12486" fmla="*/ 4184444 w 4752801"/>
              <a:gd name="connsiteY12486" fmla="*/ 1343977 h 2767298"/>
              <a:gd name="connsiteX12487" fmla="*/ 4181205 w 4752801"/>
              <a:gd name="connsiteY12487" fmla="*/ 1343977 h 2767298"/>
              <a:gd name="connsiteX12488" fmla="*/ 4179991 w 4752801"/>
              <a:gd name="connsiteY12488" fmla="*/ 1343168 h 2767298"/>
              <a:gd name="connsiteX12489" fmla="*/ 4178372 w 4752801"/>
              <a:gd name="connsiteY12489" fmla="*/ 1340334 h 2767298"/>
              <a:gd name="connsiteX12490" fmla="*/ 4178372 w 4752801"/>
              <a:gd name="connsiteY12490" fmla="*/ 1339119 h 2767298"/>
              <a:gd name="connsiteX12491" fmla="*/ 4179991 w 4752801"/>
              <a:gd name="connsiteY12491" fmla="*/ 1336286 h 2767298"/>
              <a:gd name="connsiteX12492" fmla="*/ 4181205 w 4752801"/>
              <a:gd name="connsiteY12492" fmla="*/ 1335476 h 2767298"/>
              <a:gd name="connsiteX12493" fmla="*/ 3087808 w 4752801"/>
              <a:gd name="connsiteY12493" fmla="*/ 1335476 h 2767298"/>
              <a:gd name="connsiteX12494" fmla="*/ 3092261 w 4752801"/>
              <a:gd name="connsiteY12494" fmla="*/ 1335476 h 2767298"/>
              <a:gd name="connsiteX12495" fmla="*/ 3094689 w 4752801"/>
              <a:gd name="connsiteY12495" fmla="*/ 1339524 h 2767298"/>
              <a:gd name="connsiteX12496" fmla="*/ 3092261 w 4752801"/>
              <a:gd name="connsiteY12496" fmla="*/ 1343572 h 2767298"/>
              <a:gd name="connsiteX12497" fmla="*/ 3087808 w 4752801"/>
              <a:gd name="connsiteY12497" fmla="*/ 1343572 h 2767298"/>
              <a:gd name="connsiteX12498" fmla="*/ 3085379 w 4752801"/>
              <a:gd name="connsiteY12498" fmla="*/ 1339524 h 2767298"/>
              <a:gd name="connsiteX12499" fmla="*/ 4139915 w 4752801"/>
              <a:gd name="connsiteY12499" fmla="*/ 1335072 h 2767298"/>
              <a:gd name="connsiteX12500" fmla="*/ 4143963 w 4752801"/>
              <a:gd name="connsiteY12500" fmla="*/ 1335072 h 2767298"/>
              <a:gd name="connsiteX12501" fmla="*/ 4145177 w 4752801"/>
              <a:gd name="connsiteY12501" fmla="*/ 1335882 h 2767298"/>
              <a:gd name="connsiteX12502" fmla="*/ 4147202 w 4752801"/>
              <a:gd name="connsiteY12502" fmla="*/ 1339120 h 2767298"/>
              <a:gd name="connsiteX12503" fmla="*/ 4147202 w 4752801"/>
              <a:gd name="connsiteY12503" fmla="*/ 1340335 h 2767298"/>
              <a:gd name="connsiteX12504" fmla="*/ 4145177 w 4752801"/>
              <a:gd name="connsiteY12504" fmla="*/ 1343573 h 2767298"/>
              <a:gd name="connsiteX12505" fmla="*/ 4143963 w 4752801"/>
              <a:gd name="connsiteY12505" fmla="*/ 1344383 h 2767298"/>
              <a:gd name="connsiteX12506" fmla="*/ 4139915 w 4752801"/>
              <a:gd name="connsiteY12506" fmla="*/ 1344383 h 2767298"/>
              <a:gd name="connsiteX12507" fmla="*/ 4138701 w 4752801"/>
              <a:gd name="connsiteY12507" fmla="*/ 1343573 h 2767298"/>
              <a:gd name="connsiteX12508" fmla="*/ 4136677 w 4752801"/>
              <a:gd name="connsiteY12508" fmla="*/ 1340335 h 2767298"/>
              <a:gd name="connsiteX12509" fmla="*/ 4136677 w 4752801"/>
              <a:gd name="connsiteY12509" fmla="*/ 1339120 h 2767298"/>
              <a:gd name="connsiteX12510" fmla="*/ 4138701 w 4752801"/>
              <a:gd name="connsiteY12510" fmla="*/ 1335882 h 2767298"/>
              <a:gd name="connsiteX12511" fmla="*/ 4139915 w 4752801"/>
              <a:gd name="connsiteY12511" fmla="*/ 1335072 h 2767298"/>
              <a:gd name="connsiteX12512" fmla="*/ 3937913 w 4752801"/>
              <a:gd name="connsiteY12512" fmla="*/ 1335072 h 2767298"/>
              <a:gd name="connsiteX12513" fmla="*/ 3941557 w 4752801"/>
              <a:gd name="connsiteY12513" fmla="*/ 1335072 h 2767298"/>
              <a:gd name="connsiteX12514" fmla="*/ 3942771 w 4752801"/>
              <a:gd name="connsiteY12514" fmla="*/ 1335477 h 2767298"/>
              <a:gd name="connsiteX12515" fmla="*/ 3944795 w 4752801"/>
              <a:gd name="connsiteY12515" fmla="*/ 1338715 h 2767298"/>
              <a:gd name="connsiteX12516" fmla="*/ 3944795 w 4752801"/>
              <a:gd name="connsiteY12516" fmla="*/ 1339930 h 2767298"/>
              <a:gd name="connsiteX12517" fmla="*/ 3942771 w 4752801"/>
              <a:gd name="connsiteY12517" fmla="*/ 1343168 h 2767298"/>
              <a:gd name="connsiteX12518" fmla="*/ 3941557 w 4752801"/>
              <a:gd name="connsiteY12518" fmla="*/ 1344383 h 2767298"/>
              <a:gd name="connsiteX12519" fmla="*/ 3937913 w 4752801"/>
              <a:gd name="connsiteY12519" fmla="*/ 1344383 h 2767298"/>
              <a:gd name="connsiteX12520" fmla="*/ 3936699 w 4752801"/>
              <a:gd name="connsiteY12520" fmla="*/ 1343573 h 2767298"/>
              <a:gd name="connsiteX12521" fmla="*/ 3934675 w 4752801"/>
              <a:gd name="connsiteY12521" fmla="*/ 1340335 h 2767298"/>
              <a:gd name="connsiteX12522" fmla="*/ 3934675 w 4752801"/>
              <a:gd name="connsiteY12522" fmla="*/ 1339120 h 2767298"/>
              <a:gd name="connsiteX12523" fmla="*/ 3936699 w 4752801"/>
              <a:gd name="connsiteY12523" fmla="*/ 1335882 h 2767298"/>
              <a:gd name="connsiteX12524" fmla="*/ 3937913 w 4752801"/>
              <a:gd name="connsiteY12524" fmla="*/ 1335072 h 2767298"/>
              <a:gd name="connsiteX12525" fmla="*/ 4464170 w 4752801"/>
              <a:gd name="connsiteY12525" fmla="*/ 1334667 h 2767298"/>
              <a:gd name="connsiteX12526" fmla="*/ 4467814 w 4752801"/>
              <a:gd name="connsiteY12526" fmla="*/ 1334667 h 2767298"/>
              <a:gd name="connsiteX12527" fmla="*/ 4469028 w 4752801"/>
              <a:gd name="connsiteY12527" fmla="*/ 1335476 h 2767298"/>
              <a:gd name="connsiteX12528" fmla="*/ 4471052 w 4752801"/>
              <a:gd name="connsiteY12528" fmla="*/ 1338715 h 2767298"/>
              <a:gd name="connsiteX12529" fmla="*/ 4471052 w 4752801"/>
              <a:gd name="connsiteY12529" fmla="*/ 1339930 h 2767298"/>
              <a:gd name="connsiteX12530" fmla="*/ 4469028 w 4752801"/>
              <a:gd name="connsiteY12530" fmla="*/ 1343168 h 2767298"/>
              <a:gd name="connsiteX12531" fmla="*/ 4467814 w 4752801"/>
              <a:gd name="connsiteY12531" fmla="*/ 1343978 h 2767298"/>
              <a:gd name="connsiteX12532" fmla="*/ 4464170 w 4752801"/>
              <a:gd name="connsiteY12532" fmla="*/ 1343978 h 2767298"/>
              <a:gd name="connsiteX12533" fmla="*/ 4462956 w 4752801"/>
              <a:gd name="connsiteY12533" fmla="*/ 1343168 h 2767298"/>
              <a:gd name="connsiteX12534" fmla="*/ 4460932 w 4752801"/>
              <a:gd name="connsiteY12534" fmla="*/ 1339930 h 2767298"/>
              <a:gd name="connsiteX12535" fmla="*/ 4460932 w 4752801"/>
              <a:gd name="connsiteY12535" fmla="*/ 1338715 h 2767298"/>
              <a:gd name="connsiteX12536" fmla="*/ 4462956 w 4752801"/>
              <a:gd name="connsiteY12536" fmla="*/ 1335476 h 2767298"/>
              <a:gd name="connsiteX12537" fmla="*/ 4464170 w 4752801"/>
              <a:gd name="connsiteY12537" fmla="*/ 1334667 h 2767298"/>
              <a:gd name="connsiteX12538" fmla="*/ 4423689 w 4752801"/>
              <a:gd name="connsiteY12538" fmla="*/ 1334667 h 2767298"/>
              <a:gd name="connsiteX12539" fmla="*/ 4427332 w 4752801"/>
              <a:gd name="connsiteY12539" fmla="*/ 1334667 h 2767298"/>
              <a:gd name="connsiteX12540" fmla="*/ 4428546 w 4752801"/>
              <a:gd name="connsiteY12540" fmla="*/ 1335476 h 2767298"/>
              <a:gd name="connsiteX12541" fmla="*/ 4430165 w 4752801"/>
              <a:gd name="connsiteY12541" fmla="*/ 1338715 h 2767298"/>
              <a:gd name="connsiteX12542" fmla="*/ 4430165 w 4752801"/>
              <a:gd name="connsiteY12542" fmla="*/ 1339930 h 2767298"/>
              <a:gd name="connsiteX12543" fmla="*/ 4428546 w 4752801"/>
              <a:gd name="connsiteY12543" fmla="*/ 1343168 h 2767298"/>
              <a:gd name="connsiteX12544" fmla="*/ 4427332 w 4752801"/>
              <a:gd name="connsiteY12544" fmla="*/ 1343573 h 2767298"/>
              <a:gd name="connsiteX12545" fmla="*/ 4423689 w 4752801"/>
              <a:gd name="connsiteY12545" fmla="*/ 1343573 h 2767298"/>
              <a:gd name="connsiteX12546" fmla="*/ 4422474 w 4752801"/>
              <a:gd name="connsiteY12546" fmla="*/ 1343168 h 2767298"/>
              <a:gd name="connsiteX12547" fmla="*/ 4420855 w 4752801"/>
              <a:gd name="connsiteY12547" fmla="*/ 1339930 h 2767298"/>
              <a:gd name="connsiteX12548" fmla="*/ 4420855 w 4752801"/>
              <a:gd name="connsiteY12548" fmla="*/ 1338715 h 2767298"/>
              <a:gd name="connsiteX12549" fmla="*/ 4422474 w 4752801"/>
              <a:gd name="connsiteY12549" fmla="*/ 1335476 h 2767298"/>
              <a:gd name="connsiteX12550" fmla="*/ 4423689 w 4752801"/>
              <a:gd name="connsiteY12550" fmla="*/ 1334667 h 2767298"/>
              <a:gd name="connsiteX12551" fmla="*/ 3694621 w 4752801"/>
              <a:gd name="connsiteY12551" fmla="*/ 1334667 h 2767298"/>
              <a:gd name="connsiteX12552" fmla="*/ 3699074 w 4752801"/>
              <a:gd name="connsiteY12552" fmla="*/ 1334667 h 2767298"/>
              <a:gd name="connsiteX12553" fmla="*/ 3700288 w 4752801"/>
              <a:gd name="connsiteY12553" fmla="*/ 1335476 h 2767298"/>
              <a:gd name="connsiteX12554" fmla="*/ 3702312 w 4752801"/>
              <a:gd name="connsiteY12554" fmla="*/ 1339120 h 2767298"/>
              <a:gd name="connsiteX12555" fmla="*/ 3702312 w 4752801"/>
              <a:gd name="connsiteY12555" fmla="*/ 1340334 h 2767298"/>
              <a:gd name="connsiteX12556" fmla="*/ 3700288 w 4752801"/>
              <a:gd name="connsiteY12556" fmla="*/ 1343978 h 2767298"/>
              <a:gd name="connsiteX12557" fmla="*/ 3699074 w 4752801"/>
              <a:gd name="connsiteY12557" fmla="*/ 1344787 h 2767298"/>
              <a:gd name="connsiteX12558" fmla="*/ 3694621 w 4752801"/>
              <a:gd name="connsiteY12558" fmla="*/ 1344787 h 2767298"/>
              <a:gd name="connsiteX12559" fmla="*/ 3693407 w 4752801"/>
              <a:gd name="connsiteY12559" fmla="*/ 1343978 h 2767298"/>
              <a:gd name="connsiteX12560" fmla="*/ 3691383 w 4752801"/>
              <a:gd name="connsiteY12560" fmla="*/ 1340334 h 2767298"/>
              <a:gd name="connsiteX12561" fmla="*/ 3691383 w 4752801"/>
              <a:gd name="connsiteY12561" fmla="*/ 1339120 h 2767298"/>
              <a:gd name="connsiteX12562" fmla="*/ 3693407 w 4752801"/>
              <a:gd name="connsiteY12562" fmla="*/ 1335476 h 2767298"/>
              <a:gd name="connsiteX12563" fmla="*/ 3694621 w 4752801"/>
              <a:gd name="connsiteY12563" fmla="*/ 1334667 h 2767298"/>
              <a:gd name="connsiteX12564" fmla="*/ 3046921 w 4752801"/>
              <a:gd name="connsiteY12564" fmla="*/ 1334667 h 2767298"/>
              <a:gd name="connsiteX12565" fmla="*/ 3051374 w 4752801"/>
              <a:gd name="connsiteY12565" fmla="*/ 1334667 h 2767298"/>
              <a:gd name="connsiteX12566" fmla="*/ 3052588 w 4752801"/>
              <a:gd name="connsiteY12566" fmla="*/ 1335476 h 2767298"/>
              <a:gd name="connsiteX12567" fmla="*/ 3054612 w 4752801"/>
              <a:gd name="connsiteY12567" fmla="*/ 1339120 h 2767298"/>
              <a:gd name="connsiteX12568" fmla="*/ 3054612 w 4752801"/>
              <a:gd name="connsiteY12568" fmla="*/ 1340334 h 2767298"/>
              <a:gd name="connsiteX12569" fmla="*/ 3052588 w 4752801"/>
              <a:gd name="connsiteY12569" fmla="*/ 1343978 h 2767298"/>
              <a:gd name="connsiteX12570" fmla="*/ 3051374 w 4752801"/>
              <a:gd name="connsiteY12570" fmla="*/ 1344382 h 2767298"/>
              <a:gd name="connsiteX12571" fmla="*/ 3046921 w 4752801"/>
              <a:gd name="connsiteY12571" fmla="*/ 1344382 h 2767298"/>
              <a:gd name="connsiteX12572" fmla="*/ 3045707 w 4752801"/>
              <a:gd name="connsiteY12572" fmla="*/ 1343978 h 2767298"/>
              <a:gd name="connsiteX12573" fmla="*/ 3043683 w 4752801"/>
              <a:gd name="connsiteY12573" fmla="*/ 1340334 h 2767298"/>
              <a:gd name="connsiteX12574" fmla="*/ 3043683 w 4752801"/>
              <a:gd name="connsiteY12574" fmla="*/ 1339120 h 2767298"/>
              <a:gd name="connsiteX12575" fmla="*/ 3045707 w 4752801"/>
              <a:gd name="connsiteY12575" fmla="*/ 1335476 h 2767298"/>
              <a:gd name="connsiteX12576" fmla="*/ 3046921 w 4752801"/>
              <a:gd name="connsiteY12576" fmla="*/ 1334667 h 2767298"/>
              <a:gd name="connsiteX12577" fmla="*/ 4099434 w 4752801"/>
              <a:gd name="connsiteY12577" fmla="*/ 1334262 h 2767298"/>
              <a:gd name="connsiteX12578" fmla="*/ 4104291 w 4752801"/>
              <a:gd name="connsiteY12578" fmla="*/ 1334262 h 2767298"/>
              <a:gd name="connsiteX12579" fmla="*/ 4105506 w 4752801"/>
              <a:gd name="connsiteY12579" fmla="*/ 1335072 h 2767298"/>
              <a:gd name="connsiteX12580" fmla="*/ 4107935 w 4752801"/>
              <a:gd name="connsiteY12580" fmla="*/ 1339120 h 2767298"/>
              <a:gd name="connsiteX12581" fmla="*/ 4107935 w 4752801"/>
              <a:gd name="connsiteY12581" fmla="*/ 1340334 h 2767298"/>
              <a:gd name="connsiteX12582" fmla="*/ 4105506 w 4752801"/>
              <a:gd name="connsiteY12582" fmla="*/ 1344382 h 2767298"/>
              <a:gd name="connsiteX12583" fmla="*/ 4104291 w 4752801"/>
              <a:gd name="connsiteY12583" fmla="*/ 1345192 h 2767298"/>
              <a:gd name="connsiteX12584" fmla="*/ 4099434 w 4752801"/>
              <a:gd name="connsiteY12584" fmla="*/ 1345192 h 2767298"/>
              <a:gd name="connsiteX12585" fmla="*/ 4098219 w 4752801"/>
              <a:gd name="connsiteY12585" fmla="*/ 1344382 h 2767298"/>
              <a:gd name="connsiteX12586" fmla="*/ 4095791 w 4752801"/>
              <a:gd name="connsiteY12586" fmla="*/ 1340334 h 2767298"/>
              <a:gd name="connsiteX12587" fmla="*/ 4095791 w 4752801"/>
              <a:gd name="connsiteY12587" fmla="*/ 1339120 h 2767298"/>
              <a:gd name="connsiteX12588" fmla="*/ 4098219 w 4752801"/>
              <a:gd name="connsiteY12588" fmla="*/ 1335072 h 2767298"/>
              <a:gd name="connsiteX12589" fmla="*/ 4099434 w 4752801"/>
              <a:gd name="connsiteY12589" fmla="*/ 1334262 h 2767298"/>
              <a:gd name="connsiteX12590" fmla="*/ 3977990 w 4752801"/>
              <a:gd name="connsiteY12590" fmla="*/ 1334262 h 2767298"/>
              <a:gd name="connsiteX12591" fmla="*/ 3982443 w 4752801"/>
              <a:gd name="connsiteY12591" fmla="*/ 1334262 h 2767298"/>
              <a:gd name="connsiteX12592" fmla="*/ 3983657 w 4752801"/>
              <a:gd name="connsiteY12592" fmla="*/ 1334667 h 2767298"/>
              <a:gd name="connsiteX12593" fmla="*/ 3986086 w 4752801"/>
              <a:gd name="connsiteY12593" fmla="*/ 1338715 h 2767298"/>
              <a:gd name="connsiteX12594" fmla="*/ 3986086 w 4752801"/>
              <a:gd name="connsiteY12594" fmla="*/ 1339929 h 2767298"/>
              <a:gd name="connsiteX12595" fmla="*/ 3983657 w 4752801"/>
              <a:gd name="connsiteY12595" fmla="*/ 1343978 h 2767298"/>
              <a:gd name="connsiteX12596" fmla="*/ 3982443 w 4752801"/>
              <a:gd name="connsiteY12596" fmla="*/ 1344382 h 2767298"/>
              <a:gd name="connsiteX12597" fmla="*/ 3977990 w 4752801"/>
              <a:gd name="connsiteY12597" fmla="*/ 1344382 h 2767298"/>
              <a:gd name="connsiteX12598" fmla="*/ 3976775 w 4752801"/>
              <a:gd name="connsiteY12598" fmla="*/ 1343978 h 2767298"/>
              <a:gd name="connsiteX12599" fmla="*/ 3974347 w 4752801"/>
              <a:gd name="connsiteY12599" fmla="*/ 1339929 h 2767298"/>
              <a:gd name="connsiteX12600" fmla="*/ 3974347 w 4752801"/>
              <a:gd name="connsiteY12600" fmla="*/ 1338715 h 2767298"/>
              <a:gd name="connsiteX12601" fmla="*/ 3976775 w 4752801"/>
              <a:gd name="connsiteY12601" fmla="*/ 1334667 h 2767298"/>
              <a:gd name="connsiteX12602" fmla="*/ 3977990 w 4752801"/>
              <a:gd name="connsiteY12602" fmla="*/ 1334262 h 2767298"/>
              <a:gd name="connsiteX12603" fmla="*/ 4058953 w 4752801"/>
              <a:gd name="connsiteY12603" fmla="*/ 1333857 h 2767298"/>
              <a:gd name="connsiteX12604" fmla="*/ 4063810 w 4752801"/>
              <a:gd name="connsiteY12604" fmla="*/ 1333857 h 2767298"/>
              <a:gd name="connsiteX12605" fmla="*/ 4065025 w 4752801"/>
              <a:gd name="connsiteY12605" fmla="*/ 1334262 h 2767298"/>
              <a:gd name="connsiteX12606" fmla="*/ 4067454 w 4752801"/>
              <a:gd name="connsiteY12606" fmla="*/ 1338715 h 2767298"/>
              <a:gd name="connsiteX12607" fmla="*/ 4067454 w 4752801"/>
              <a:gd name="connsiteY12607" fmla="*/ 1339929 h 2767298"/>
              <a:gd name="connsiteX12608" fmla="*/ 4065025 w 4752801"/>
              <a:gd name="connsiteY12608" fmla="*/ 1344382 h 2767298"/>
              <a:gd name="connsiteX12609" fmla="*/ 4063810 w 4752801"/>
              <a:gd name="connsiteY12609" fmla="*/ 1345192 h 2767298"/>
              <a:gd name="connsiteX12610" fmla="*/ 4058953 w 4752801"/>
              <a:gd name="connsiteY12610" fmla="*/ 1345192 h 2767298"/>
              <a:gd name="connsiteX12611" fmla="*/ 4057738 w 4752801"/>
              <a:gd name="connsiteY12611" fmla="*/ 1344382 h 2767298"/>
              <a:gd name="connsiteX12612" fmla="*/ 4055310 w 4752801"/>
              <a:gd name="connsiteY12612" fmla="*/ 1339929 h 2767298"/>
              <a:gd name="connsiteX12613" fmla="*/ 4055310 w 4752801"/>
              <a:gd name="connsiteY12613" fmla="*/ 1338715 h 2767298"/>
              <a:gd name="connsiteX12614" fmla="*/ 4057738 w 4752801"/>
              <a:gd name="connsiteY12614" fmla="*/ 1334262 h 2767298"/>
              <a:gd name="connsiteX12615" fmla="*/ 4058953 w 4752801"/>
              <a:gd name="connsiteY12615" fmla="*/ 1333857 h 2767298"/>
              <a:gd name="connsiteX12616" fmla="*/ 4018066 w 4752801"/>
              <a:gd name="connsiteY12616" fmla="*/ 1333857 h 2767298"/>
              <a:gd name="connsiteX12617" fmla="*/ 4023329 w 4752801"/>
              <a:gd name="connsiteY12617" fmla="*/ 1333857 h 2767298"/>
              <a:gd name="connsiteX12618" fmla="*/ 4024543 w 4752801"/>
              <a:gd name="connsiteY12618" fmla="*/ 1334667 h 2767298"/>
              <a:gd name="connsiteX12619" fmla="*/ 4026972 w 4752801"/>
              <a:gd name="connsiteY12619" fmla="*/ 1339120 h 2767298"/>
              <a:gd name="connsiteX12620" fmla="*/ 4026972 w 4752801"/>
              <a:gd name="connsiteY12620" fmla="*/ 1340334 h 2767298"/>
              <a:gd name="connsiteX12621" fmla="*/ 4024543 w 4752801"/>
              <a:gd name="connsiteY12621" fmla="*/ 1344787 h 2767298"/>
              <a:gd name="connsiteX12622" fmla="*/ 4023329 w 4752801"/>
              <a:gd name="connsiteY12622" fmla="*/ 1345596 h 2767298"/>
              <a:gd name="connsiteX12623" fmla="*/ 4018066 w 4752801"/>
              <a:gd name="connsiteY12623" fmla="*/ 1345596 h 2767298"/>
              <a:gd name="connsiteX12624" fmla="*/ 4016852 w 4752801"/>
              <a:gd name="connsiteY12624" fmla="*/ 1344787 h 2767298"/>
              <a:gd name="connsiteX12625" fmla="*/ 4014423 w 4752801"/>
              <a:gd name="connsiteY12625" fmla="*/ 1340334 h 2767298"/>
              <a:gd name="connsiteX12626" fmla="*/ 4014423 w 4752801"/>
              <a:gd name="connsiteY12626" fmla="*/ 1339120 h 2767298"/>
              <a:gd name="connsiteX12627" fmla="*/ 4016852 w 4752801"/>
              <a:gd name="connsiteY12627" fmla="*/ 1334667 h 2767298"/>
              <a:gd name="connsiteX12628" fmla="*/ 4018066 w 4752801"/>
              <a:gd name="connsiteY12628" fmla="*/ 1333857 h 2767298"/>
              <a:gd name="connsiteX12629" fmla="*/ 3775179 w 4752801"/>
              <a:gd name="connsiteY12629" fmla="*/ 1333452 h 2767298"/>
              <a:gd name="connsiteX12630" fmla="*/ 3780441 w 4752801"/>
              <a:gd name="connsiteY12630" fmla="*/ 1333452 h 2767298"/>
              <a:gd name="connsiteX12631" fmla="*/ 3781656 w 4752801"/>
              <a:gd name="connsiteY12631" fmla="*/ 1333857 h 2767298"/>
              <a:gd name="connsiteX12632" fmla="*/ 3784490 w 4752801"/>
              <a:gd name="connsiteY12632" fmla="*/ 1338715 h 2767298"/>
              <a:gd name="connsiteX12633" fmla="*/ 3784490 w 4752801"/>
              <a:gd name="connsiteY12633" fmla="*/ 1339929 h 2767298"/>
              <a:gd name="connsiteX12634" fmla="*/ 3781656 w 4752801"/>
              <a:gd name="connsiteY12634" fmla="*/ 1344787 h 2767298"/>
              <a:gd name="connsiteX12635" fmla="*/ 3780441 w 4752801"/>
              <a:gd name="connsiteY12635" fmla="*/ 1345596 h 2767298"/>
              <a:gd name="connsiteX12636" fmla="*/ 3775179 w 4752801"/>
              <a:gd name="connsiteY12636" fmla="*/ 1345596 h 2767298"/>
              <a:gd name="connsiteX12637" fmla="*/ 3773965 w 4752801"/>
              <a:gd name="connsiteY12637" fmla="*/ 1344787 h 2767298"/>
              <a:gd name="connsiteX12638" fmla="*/ 3771131 w 4752801"/>
              <a:gd name="connsiteY12638" fmla="*/ 1339929 h 2767298"/>
              <a:gd name="connsiteX12639" fmla="*/ 3771131 w 4752801"/>
              <a:gd name="connsiteY12639" fmla="*/ 1338715 h 2767298"/>
              <a:gd name="connsiteX12640" fmla="*/ 3773965 w 4752801"/>
              <a:gd name="connsiteY12640" fmla="*/ 1333857 h 2767298"/>
              <a:gd name="connsiteX12641" fmla="*/ 3775179 w 4752801"/>
              <a:gd name="connsiteY12641" fmla="*/ 1333452 h 2767298"/>
              <a:gd name="connsiteX12642" fmla="*/ 3735103 w 4752801"/>
              <a:gd name="connsiteY12642" fmla="*/ 1333452 h 2767298"/>
              <a:gd name="connsiteX12643" fmla="*/ 3739960 w 4752801"/>
              <a:gd name="connsiteY12643" fmla="*/ 1333452 h 2767298"/>
              <a:gd name="connsiteX12644" fmla="*/ 3741175 w 4752801"/>
              <a:gd name="connsiteY12644" fmla="*/ 1334262 h 2767298"/>
              <a:gd name="connsiteX12645" fmla="*/ 3743604 w 4752801"/>
              <a:gd name="connsiteY12645" fmla="*/ 1338715 h 2767298"/>
              <a:gd name="connsiteX12646" fmla="*/ 3743604 w 4752801"/>
              <a:gd name="connsiteY12646" fmla="*/ 1339929 h 2767298"/>
              <a:gd name="connsiteX12647" fmla="*/ 3741175 w 4752801"/>
              <a:gd name="connsiteY12647" fmla="*/ 1344382 h 2767298"/>
              <a:gd name="connsiteX12648" fmla="*/ 3739960 w 4752801"/>
              <a:gd name="connsiteY12648" fmla="*/ 1345192 h 2767298"/>
              <a:gd name="connsiteX12649" fmla="*/ 3735103 w 4752801"/>
              <a:gd name="connsiteY12649" fmla="*/ 1345192 h 2767298"/>
              <a:gd name="connsiteX12650" fmla="*/ 3733888 w 4752801"/>
              <a:gd name="connsiteY12650" fmla="*/ 1344382 h 2767298"/>
              <a:gd name="connsiteX12651" fmla="*/ 3731460 w 4752801"/>
              <a:gd name="connsiteY12651" fmla="*/ 1339929 h 2767298"/>
              <a:gd name="connsiteX12652" fmla="*/ 3731460 w 4752801"/>
              <a:gd name="connsiteY12652" fmla="*/ 1338715 h 2767298"/>
              <a:gd name="connsiteX12653" fmla="*/ 3733888 w 4752801"/>
              <a:gd name="connsiteY12653" fmla="*/ 1334262 h 2767298"/>
              <a:gd name="connsiteX12654" fmla="*/ 3735103 w 4752801"/>
              <a:gd name="connsiteY12654" fmla="*/ 1333452 h 2767298"/>
              <a:gd name="connsiteX12655" fmla="*/ 3005225 w 4752801"/>
              <a:gd name="connsiteY12655" fmla="*/ 1332643 h 2767298"/>
              <a:gd name="connsiteX12656" fmla="*/ 3011702 w 4752801"/>
              <a:gd name="connsiteY12656" fmla="*/ 1332643 h 2767298"/>
              <a:gd name="connsiteX12657" fmla="*/ 3012917 w 4752801"/>
              <a:gd name="connsiteY12657" fmla="*/ 1333048 h 2767298"/>
              <a:gd name="connsiteX12658" fmla="*/ 3016155 w 4752801"/>
              <a:gd name="connsiteY12658" fmla="*/ 1338715 h 2767298"/>
              <a:gd name="connsiteX12659" fmla="*/ 3016155 w 4752801"/>
              <a:gd name="connsiteY12659" fmla="*/ 1339930 h 2767298"/>
              <a:gd name="connsiteX12660" fmla="*/ 3012917 w 4752801"/>
              <a:gd name="connsiteY12660" fmla="*/ 1345597 h 2767298"/>
              <a:gd name="connsiteX12661" fmla="*/ 3011702 w 4752801"/>
              <a:gd name="connsiteY12661" fmla="*/ 1346002 h 2767298"/>
              <a:gd name="connsiteX12662" fmla="*/ 3005225 w 4752801"/>
              <a:gd name="connsiteY12662" fmla="*/ 1346002 h 2767298"/>
              <a:gd name="connsiteX12663" fmla="*/ 3004011 w 4752801"/>
              <a:gd name="connsiteY12663" fmla="*/ 1345597 h 2767298"/>
              <a:gd name="connsiteX12664" fmla="*/ 3000773 w 4752801"/>
              <a:gd name="connsiteY12664" fmla="*/ 1339930 h 2767298"/>
              <a:gd name="connsiteX12665" fmla="*/ 3000773 w 4752801"/>
              <a:gd name="connsiteY12665" fmla="*/ 1338715 h 2767298"/>
              <a:gd name="connsiteX12666" fmla="*/ 3004011 w 4752801"/>
              <a:gd name="connsiteY12666" fmla="*/ 1333048 h 2767298"/>
              <a:gd name="connsiteX12667" fmla="*/ 3005225 w 4752801"/>
              <a:gd name="connsiteY12667" fmla="*/ 1332643 h 2767298"/>
              <a:gd name="connsiteX12668" fmla="*/ 2964340 w 4752801"/>
              <a:gd name="connsiteY12668" fmla="*/ 1332238 h 2767298"/>
              <a:gd name="connsiteX12669" fmla="*/ 2971626 w 4752801"/>
              <a:gd name="connsiteY12669" fmla="*/ 1332238 h 2767298"/>
              <a:gd name="connsiteX12670" fmla="*/ 2972841 w 4752801"/>
              <a:gd name="connsiteY12670" fmla="*/ 1333048 h 2767298"/>
              <a:gd name="connsiteX12671" fmla="*/ 2976484 w 4752801"/>
              <a:gd name="connsiteY12671" fmla="*/ 1339120 h 2767298"/>
              <a:gd name="connsiteX12672" fmla="*/ 2976484 w 4752801"/>
              <a:gd name="connsiteY12672" fmla="*/ 1340334 h 2767298"/>
              <a:gd name="connsiteX12673" fmla="*/ 2972841 w 4752801"/>
              <a:gd name="connsiteY12673" fmla="*/ 1346406 h 2767298"/>
              <a:gd name="connsiteX12674" fmla="*/ 2971626 w 4752801"/>
              <a:gd name="connsiteY12674" fmla="*/ 1347216 h 2767298"/>
              <a:gd name="connsiteX12675" fmla="*/ 2964340 w 4752801"/>
              <a:gd name="connsiteY12675" fmla="*/ 1347216 h 2767298"/>
              <a:gd name="connsiteX12676" fmla="*/ 2963125 w 4752801"/>
              <a:gd name="connsiteY12676" fmla="*/ 1346406 h 2767298"/>
              <a:gd name="connsiteX12677" fmla="*/ 2959482 w 4752801"/>
              <a:gd name="connsiteY12677" fmla="*/ 1340334 h 2767298"/>
              <a:gd name="connsiteX12678" fmla="*/ 2959482 w 4752801"/>
              <a:gd name="connsiteY12678" fmla="*/ 1339120 h 2767298"/>
              <a:gd name="connsiteX12679" fmla="*/ 2963125 w 4752801"/>
              <a:gd name="connsiteY12679" fmla="*/ 1333048 h 2767298"/>
              <a:gd name="connsiteX12680" fmla="*/ 2964340 w 4752801"/>
              <a:gd name="connsiteY12680" fmla="*/ 1332238 h 2767298"/>
              <a:gd name="connsiteX12681" fmla="*/ 3814850 w 4752801"/>
              <a:gd name="connsiteY12681" fmla="*/ 1331833 h 2767298"/>
              <a:gd name="connsiteX12682" fmla="*/ 3822137 w 4752801"/>
              <a:gd name="connsiteY12682" fmla="*/ 1331833 h 2767298"/>
              <a:gd name="connsiteX12683" fmla="*/ 3823351 w 4752801"/>
              <a:gd name="connsiteY12683" fmla="*/ 1332238 h 2767298"/>
              <a:gd name="connsiteX12684" fmla="*/ 3826995 w 4752801"/>
              <a:gd name="connsiteY12684" fmla="*/ 1338715 h 2767298"/>
              <a:gd name="connsiteX12685" fmla="*/ 3826995 w 4752801"/>
              <a:gd name="connsiteY12685" fmla="*/ 1339929 h 2767298"/>
              <a:gd name="connsiteX12686" fmla="*/ 3823351 w 4752801"/>
              <a:gd name="connsiteY12686" fmla="*/ 1346406 h 2767298"/>
              <a:gd name="connsiteX12687" fmla="*/ 3822137 w 4752801"/>
              <a:gd name="connsiteY12687" fmla="*/ 1346811 h 2767298"/>
              <a:gd name="connsiteX12688" fmla="*/ 3814850 w 4752801"/>
              <a:gd name="connsiteY12688" fmla="*/ 1346811 h 2767298"/>
              <a:gd name="connsiteX12689" fmla="*/ 3813636 w 4752801"/>
              <a:gd name="connsiteY12689" fmla="*/ 1346406 h 2767298"/>
              <a:gd name="connsiteX12690" fmla="*/ 3809993 w 4752801"/>
              <a:gd name="connsiteY12690" fmla="*/ 1339929 h 2767298"/>
              <a:gd name="connsiteX12691" fmla="*/ 3809993 w 4752801"/>
              <a:gd name="connsiteY12691" fmla="*/ 1338715 h 2767298"/>
              <a:gd name="connsiteX12692" fmla="*/ 3813636 w 4752801"/>
              <a:gd name="connsiteY12692" fmla="*/ 1332238 h 2767298"/>
              <a:gd name="connsiteX12693" fmla="*/ 3814850 w 4752801"/>
              <a:gd name="connsiteY12693" fmla="*/ 1331833 h 2767298"/>
              <a:gd name="connsiteX12694" fmla="*/ 2923454 w 4752801"/>
              <a:gd name="connsiteY12694" fmla="*/ 1331024 h 2767298"/>
              <a:gd name="connsiteX12695" fmla="*/ 2931955 w 4752801"/>
              <a:gd name="connsiteY12695" fmla="*/ 1331024 h 2767298"/>
              <a:gd name="connsiteX12696" fmla="*/ 2933169 w 4752801"/>
              <a:gd name="connsiteY12696" fmla="*/ 1331834 h 2767298"/>
              <a:gd name="connsiteX12697" fmla="*/ 2937622 w 4752801"/>
              <a:gd name="connsiteY12697" fmla="*/ 1339120 h 2767298"/>
              <a:gd name="connsiteX12698" fmla="*/ 2937622 w 4752801"/>
              <a:gd name="connsiteY12698" fmla="*/ 1340335 h 2767298"/>
              <a:gd name="connsiteX12699" fmla="*/ 2933169 w 4752801"/>
              <a:gd name="connsiteY12699" fmla="*/ 1347621 h 2767298"/>
              <a:gd name="connsiteX12700" fmla="*/ 2931955 w 4752801"/>
              <a:gd name="connsiteY12700" fmla="*/ 1348431 h 2767298"/>
              <a:gd name="connsiteX12701" fmla="*/ 2923454 w 4752801"/>
              <a:gd name="connsiteY12701" fmla="*/ 1348431 h 2767298"/>
              <a:gd name="connsiteX12702" fmla="*/ 2922239 w 4752801"/>
              <a:gd name="connsiteY12702" fmla="*/ 1347621 h 2767298"/>
              <a:gd name="connsiteX12703" fmla="*/ 2917787 w 4752801"/>
              <a:gd name="connsiteY12703" fmla="*/ 1340335 h 2767298"/>
              <a:gd name="connsiteX12704" fmla="*/ 2917787 w 4752801"/>
              <a:gd name="connsiteY12704" fmla="*/ 1339120 h 2767298"/>
              <a:gd name="connsiteX12705" fmla="*/ 2922239 w 4752801"/>
              <a:gd name="connsiteY12705" fmla="*/ 1331834 h 2767298"/>
              <a:gd name="connsiteX12706" fmla="*/ 2923454 w 4752801"/>
              <a:gd name="connsiteY12706" fmla="*/ 1331024 h 2767298"/>
              <a:gd name="connsiteX12707" fmla="*/ 2355906 w 4752801"/>
              <a:gd name="connsiteY12707" fmla="*/ 1330619 h 2767298"/>
              <a:gd name="connsiteX12708" fmla="*/ 2365621 w 4752801"/>
              <a:gd name="connsiteY12708" fmla="*/ 1330619 h 2767298"/>
              <a:gd name="connsiteX12709" fmla="*/ 2366836 w 4752801"/>
              <a:gd name="connsiteY12709" fmla="*/ 1331024 h 2767298"/>
              <a:gd name="connsiteX12710" fmla="*/ 2371693 w 4752801"/>
              <a:gd name="connsiteY12710" fmla="*/ 1339120 h 2767298"/>
              <a:gd name="connsiteX12711" fmla="*/ 2371693 w 4752801"/>
              <a:gd name="connsiteY12711" fmla="*/ 1340334 h 2767298"/>
              <a:gd name="connsiteX12712" fmla="*/ 2366836 w 4752801"/>
              <a:gd name="connsiteY12712" fmla="*/ 1348431 h 2767298"/>
              <a:gd name="connsiteX12713" fmla="*/ 2365621 w 4752801"/>
              <a:gd name="connsiteY12713" fmla="*/ 1348836 h 2767298"/>
              <a:gd name="connsiteX12714" fmla="*/ 2355906 w 4752801"/>
              <a:gd name="connsiteY12714" fmla="*/ 1348836 h 2767298"/>
              <a:gd name="connsiteX12715" fmla="*/ 2354691 w 4752801"/>
              <a:gd name="connsiteY12715" fmla="*/ 1348431 h 2767298"/>
              <a:gd name="connsiteX12716" fmla="*/ 2349834 w 4752801"/>
              <a:gd name="connsiteY12716" fmla="*/ 1340334 h 2767298"/>
              <a:gd name="connsiteX12717" fmla="*/ 2349834 w 4752801"/>
              <a:gd name="connsiteY12717" fmla="*/ 1339120 h 2767298"/>
              <a:gd name="connsiteX12718" fmla="*/ 2354691 w 4752801"/>
              <a:gd name="connsiteY12718" fmla="*/ 1331024 h 2767298"/>
              <a:gd name="connsiteX12719" fmla="*/ 2355906 w 4752801"/>
              <a:gd name="connsiteY12719" fmla="*/ 1330619 h 2767298"/>
              <a:gd name="connsiteX12720" fmla="*/ 3610825 w 4752801"/>
              <a:gd name="connsiteY12720" fmla="*/ 1330214 h 2767298"/>
              <a:gd name="connsiteX12721" fmla="*/ 3620945 w 4752801"/>
              <a:gd name="connsiteY12721" fmla="*/ 1330214 h 2767298"/>
              <a:gd name="connsiteX12722" fmla="*/ 3622160 w 4752801"/>
              <a:gd name="connsiteY12722" fmla="*/ 1330619 h 2767298"/>
              <a:gd name="connsiteX12723" fmla="*/ 3627017 w 4752801"/>
              <a:gd name="connsiteY12723" fmla="*/ 1339120 h 2767298"/>
              <a:gd name="connsiteX12724" fmla="*/ 3627017 w 4752801"/>
              <a:gd name="connsiteY12724" fmla="*/ 1340334 h 2767298"/>
              <a:gd name="connsiteX12725" fmla="*/ 3622160 w 4752801"/>
              <a:gd name="connsiteY12725" fmla="*/ 1348836 h 2767298"/>
              <a:gd name="connsiteX12726" fmla="*/ 3620945 w 4752801"/>
              <a:gd name="connsiteY12726" fmla="*/ 1349645 h 2767298"/>
              <a:gd name="connsiteX12727" fmla="*/ 3610825 w 4752801"/>
              <a:gd name="connsiteY12727" fmla="*/ 1349645 h 2767298"/>
              <a:gd name="connsiteX12728" fmla="*/ 3609611 w 4752801"/>
              <a:gd name="connsiteY12728" fmla="*/ 1348836 h 2767298"/>
              <a:gd name="connsiteX12729" fmla="*/ 3604753 w 4752801"/>
              <a:gd name="connsiteY12729" fmla="*/ 1340334 h 2767298"/>
              <a:gd name="connsiteX12730" fmla="*/ 3604753 w 4752801"/>
              <a:gd name="connsiteY12730" fmla="*/ 1339120 h 2767298"/>
              <a:gd name="connsiteX12731" fmla="*/ 3609611 w 4752801"/>
              <a:gd name="connsiteY12731" fmla="*/ 1330619 h 2767298"/>
              <a:gd name="connsiteX12732" fmla="*/ 3610825 w 4752801"/>
              <a:gd name="connsiteY12732" fmla="*/ 1330214 h 2767298"/>
              <a:gd name="connsiteX12733" fmla="*/ 2477350 w 4752801"/>
              <a:gd name="connsiteY12733" fmla="*/ 1329809 h 2767298"/>
              <a:gd name="connsiteX12734" fmla="*/ 2487470 w 4752801"/>
              <a:gd name="connsiteY12734" fmla="*/ 1329809 h 2767298"/>
              <a:gd name="connsiteX12735" fmla="*/ 2488685 w 4752801"/>
              <a:gd name="connsiteY12735" fmla="*/ 1330619 h 2767298"/>
              <a:gd name="connsiteX12736" fmla="*/ 2493542 w 4752801"/>
              <a:gd name="connsiteY12736" fmla="*/ 1339120 h 2767298"/>
              <a:gd name="connsiteX12737" fmla="*/ 2493542 w 4752801"/>
              <a:gd name="connsiteY12737" fmla="*/ 1340334 h 2767298"/>
              <a:gd name="connsiteX12738" fmla="*/ 2488685 w 4752801"/>
              <a:gd name="connsiteY12738" fmla="*/ 1348835 h 2767298"/>
              <a:gd name="connsiteX12739" fmla="*/ 2487470 w 4752801"/>
              <a:gd name="connsiteY12739" fmla="*/ 1349645 h 2767298"/>
              <a:gd name="connsiteX12740" fmla="*/ 2477350 w 4752801"/>
              <a:gd name="connsiteY12740" fmla="*/ 1349645 h 2767298"/>
              <a:gd name="connsiteX12741" fmla="*/ 2476135 w 4752801"/>
              <a:gd name="connsiteY12741" fmla="*/ 1348835 h 2767298"/>
              <a:gd name="connsiteX12742" fmla="*/ 2471278 w 4752801"/>
              <a:gd name="connsiteY12742" fmla="*/ 1340334 h 2767298"/>
              <a:gd name="connsiteX12743" fmla="*/ 2471278 w 4752801"/>
              <a:gd name="connsiteY12743" fmla="*/ 1339120 h 2767298"/>
              <a:gd name="connsiteX12744" fmla="*/ 2476135 w 4752801"/>
              <a:gd name="connsiteY12744" fmla="*/ 1330619 h 2767298"/>
              <a:gd name="connsiteX12745" fmla="*/ 2477350 w 4752801"/>
              <a:gd name="connsiteY12745" fmla="*/ 1329809 h 2767298"/>
              <a:gd name="connsiteX12746" fmla="*/ 3570749 w 4752801"/>
              <a:gd name="connsiteY12746" fmla="*/ 1329404 h 2767298"/>
              <a:gd name="connsiteX12747" fmla="*/ 3580464 w 4752801"/>
              <a:gd name="connsiteY12747" fmla="*/ 1329404 h 2767298"/>
              <a:gd name="connsiteX12748" fmla="*/ 3581679 w 4752801"/>
              <a:gd name="connsiteY12748" fmla="*/ 1330214 h 2767298"/>
              <a:gd name="connsiteX12749" fmla="*/ 3586537 w 4752801"/>
              <a:gd name="connsiteY12749" fmla="*/ 1338715 h 2767298"/>
              <a:gd name="connsiteX12750" fmla="*/ 3586537 w 4752801"/>
              <a:gd name="connsiteY12750" fmla="*/ 1339929 h 2767298"/>
              <a:gd name="connsiteX12751" fmla="*/ 3581679 w 4752801"/>
              <a:gd name="connsiteY12751" fmla="*/ 1348430 h 2767298"/>
              <a:gd name="connsiteX12752" fmla="*/ 3580464 w 4752801"/>
              <a:gd name="connsiteY12752" fmla="*/ 1349240 h 2767298"/>
              <a:gd name="connsiteX12753" fmla="*/ 3570749 w 4752801"/>
              <a:gd name="connsiteY12753" fmla="*/ 1349240 h 2767298"/>
              <a:gd name="connsiteX12754" fmla="*/ 3569535 w 4752801"/>
              <a:gd name="connsiteY12754" fmla="*/ 1348430 h 2767298"/>
              <a:gd name="connsiteX12755" fmla="*/ 3564677 w 4752801"/>
              <a:gd name="connsiteY12755" fmla="*/ 1339929 h 2767298"/>
              <a:gd name="connsiteX12756" fmla="*/ 3564677 w 4752801"/>
              <a:gd name="connsiteY12756" fmla="*/ 1338715 h 2767298"/>
              <a:gd name="connsiteX12757" fmla="*/ 3569535 w 4752801"/>
              <a:gd name="connsiteY12757" fmla="*/ 1330214 h 2767298"/>
              <a:gd name="connsiteX12758" fmla="*/ 3570749 w 4752801"/>
              <a:gd name="connsiteY12758" fmla="*/ 1329404 h 2767298"/>
              <a:gd name="connsiteX12759" fmla="*/ 2841277 w 4752801"/>
              <a:gd name="connsiteY12759" fmla="*/ 1329404 h 2767298"/>
              <a:gd name="connsiteX12760" fmla="*/ 2852206 w 4752801"/>
              <a:gd name="connsiteY12760" fmla="*/ 1329404 h 2767298"/>
              <a:gd name="connsiteX12761" fmla="*/ 2853421 w 4752801"/>
              <a:gd name="connsiteY12761" fmla="*/ 1329809 h 2767298"/>
              <a:gd name="connsiteX12762" fmla="*/ 2859088 w 4752801"/>
              <a:gd name="connsiteY12762" fmla="*/ 1339120 h 2767298"/>
              <a:gd name="connsiteX12763" fmla="*/ 2859088 w 4752801"/>
              <a:gd name="connsiteY12763" fmla="*/ 1340334 h 2767298"/>
              <a:gd name="connsiteX12764" fmla="*/ 2853421 w 4752801"/>
              <a:gd name="connsiteY12764" fmla="*/ 1349645 h 2767298"/>
              <a:gd name="connsiteX12765" fmla="*/ 2852206 w 4752801"/>
              <a:gd name="connsiteY12765" fmla="*/ 1350050 h 2767298"/>
              <a:gd name="connsiteX12766" fmla="*/ 2841277 w 4752801"/>
              <a:gd name="connsiteY12766" fmla="*/ 1350050 h 2767298"/>
              <a:gd name="connsiteX12767" fmla="*/ 2840062 w 4752801"/>
              <a:gd name="connsiteY12767" fmla="*/ 1349645 h 2767298"/>
              <a:gd name="connsiteX12768" fmla="*/ 2834395 w 4752801"/>
              <a:gd name="connsiteY12768" fmla="*/ 1340334 h 2767298"/>
              <a:gd name="connsiteX12769" fmla="*/ 2834395 w 4752801"/>
              <a:gd name="connsiteY12769" fmla="*/ 1339120 h 2767298"/>
              <a:gd name="connsiteX12770" fmla="*/ 2840062 w 4752801"/>
              <a:gd name="connsiteY12770" fmla="*/ 1329809 h 2767298"/>
              <a:gd name="connsiteX12771" fmla="*/ 2841277 w 4752801"/>
              <a:gd name="connsiteY12771" fmla="*/ 1329404 h 2767298"/>
              <a:gd name="connsiteX12772" fmla="*/ 2801605 w 4752801"/>
              <a:gd name="connsiteY12772" fmla="*/ 1329404 h 2767298"/>
              <a:gd name="connsiteX12773" fmla="*/ 2811320 w 4752801"/>
              <a:gd name="connsiteY12773" fmla="*/ 1329404 h 2767298"/>
              <a:gd name="connsiteX12774" fmla="*/ 2812535 w 4752801"/>
              <a:gd name="connsiteY12774" fmla="*/ 1330214 h 2767298"/>
              <a:gd name="connsiteX12775" fmla="*/ 2817393 w 4752801"/>
              <a:gd name="connsiteY12775" fmla="*/ 1338715 h 2767298"/>
              <a:gd name="connsiteX12776" fmla="*/ 2817393 w 4752801"/>
              <a:gd name="connsiteY12776" fmla="*/ 1339929 h 2767298"/>
              <a:gd name="connsiteX12777" fmla="*/ 2812535 w 4752801"/>
              <a:gd name="connsiteY12777" fmla="*/ 1348430 h 2767298"/>
              <a:gd name="connsiteX12778" fmla="*/ 2811320 w 4752801"/>
              <a:gd name="connsiteY12778" fmla="*/ 1349240 h 2767298"/>
              <a:gd name="connsiteX12779" fmla="*/ 2801605 w 4752801"/>
              <a:gd name="connsiteY12779" fmla="*/ 1349240 h 2767298"/>
              <a:gd name="connsiteX12780" fmla="*/ 2800391 w 4752801"/>
              <a:gd name="connsiteY12780" fmla="*/ 1348430 h 2767298"/>
              <a:gd name="connsiteX12781" fmla="*/ 2795533 w 4752801"/>
              <a:gd name="connsiteY12781" fmla="*/ 1339929 h 2767298"/>
              <a:gd name="connsiteX12782" fmla="*/ 2795533 w 4752801"/>
              <a:gd name="connsiteY12782" fmla="*/ 1338715 h 2767298"/>
              <a:gd name="connsiteX12783" fmla="*/ 2800391 w 4752801"/>
              <a:gd name="connsiteY12783" fmla="*/ 1330214 h 2767298"/>
              <a:gd name="connsiteX12784" fmla="*/ 2801605 w 4752801"/>
              <a:gd name="connsiteY12784" fmla="*/ 1329404 h 2767298"/>
              <a:gd name="connsiteX12785" fmla="*/ 2436869 w 4752801"/>
              <a:gd name="connsiteY12785" fmla="*/ 1329404 h 2767298"/>
              <a:gd name="connsiteX12786" fmla="*/ 2446989 w 4752801"/>
              <a:gd name="connsiteY12786" fmla="*/ 1329404 h 2767298"/>
              <a:gd name="connsiteX12787" fmla="*/ 2448203 w 4752801"/>
              <a:gd name="connsiteY12787" fmla="*/ 1330214 h 2767298"/>
              <a:gd name="connsiteX12788" fmla="*/ 2453466 w 4752801"/>
              <a:gd name="connsiteY12788" fmla="*/ 1339120 h 2767298"/>
              <a:gd name="connsiteX12789" fmla="*/ 2453466 w 4752801"/>
              <a:gd name="connsiteY12789" fmla="*/ 1340334 h 2767298"/>
              <a:gd name="connsiteX12790" fmla="*/ 2448203 w 4752801"/>
              <a:gd name="connsiteY12790" fmla="*/ 1349240 h 2767298"/>
              <a:gd name="connsiteX12791" fmla="*/ 2446989 w 4752801"/>
              <a:gd name="connsiteY12791" fmla="*/ 1350050 h 2767298"/>
              <a:gd name="connsiteX12792" fmla="*/ 2436869 w 4752801"/>
              <a:gd name="connsiteY12792" fmla="*/ 1350050 h 2767298"/>
              <a:gd name="connsiteX12793" fmla="*/ 2435654 w 4752801"/>
              <a:gd name="connsiteY12793" fmla="*/ 1349240 h 2767298"/>
              <a:gd name="connsiteX12794" fmla="*/ 2430392 w 4752801"/>
              <a:gd name="connsiteY12794" fmla="*/ 1340334 h 2767298"/>
              <a:gd name="connsiteX12795" fmla="*/ 2430392 w 4752801"/>
              <a:gd name="connsiteY12795" fmla="*/ 1339120 h 2767298"/>
              <a:gd name="connsiteX12796" fmla="*/ 2435654 w 4752801"/>
              <a:gd name="connsiteY12796" fmla="*/ 1330214 h 2767298"/>
              <a:gd name="connsiteX12797" fmla="*/ 2436869 w 4752801"/>
              <a:gd name="connsiteY12797" fmla="*/ 1329404 h 2767298"/>
              <a:gd name="connsiteX12798" fmla="*/ 3650902 w 4752801"/>
              <a:gd name="connsiteY12798" fmla="*/ 1328999 h 2767298"/>
              <a:gd name="connsiteX12799" fmla="*/ 3662236 w 4752801"/>
              <a:gd name="connsiteY12799" fmla="*/ 1328999 h 2767298"/>
              <a:gd name="connsiteX12800" fmla="*/ 3663451 w 4752801"/>
              <a:gd name="connsiteY12800" fmla="*/ 1329404 h 2767298"/>
              <a:gd name="connsiteX12801" fmla="*/ 3669118 w 4752801"/>
              <a:gd name="connsiteY12801" fmla="*/ 1339119 h 2767298"/>
              <a:gd name="connsiteX12802" fmla="*/ 3669118 w 4752801"/>
              <a:gd name="connsiteY12802" fmla="*/ 1340334 h 2767298"/>
              <a:gd name="connsiteX12803" fmla="*/ 3663451 w 4752801"/>
              <a:gd name="connsiteY12803" fmla="*/ 1350049 h 2767298"/>
              <a:gd name="connsiteX12804" fmla="*/ 3662236 w 4752801"/>
              <a:gd name="connsiteY12804" fmla="*/ 1350859 h 2767298"/>
              <a:gd name="connsiteX12805" fmla="*/ 3650902 w 4752801"/>
              <a:gd name="connsiteY12805" fmla="*/ 1350859 h 2767298"/>
              <a:gd name="connsiteX12806" fmla="*/ 3649687 w 4752801"/>
              <a:gd name="connsiteY12806" fmla="*/ 1350049 h 2767298"/>
              <a:gd name="connsiteX12807" fmla="*/ 3644020 w 4752801"/>
              <a:gd name="connsiteY12807" fmla="*/ 1340334 h 2767298"/>
              <a:gd name="connsiteX12808" fmla="*/ 3644020 w 4752801"/>
              <a:gd name="connsiteY12808" fmla="*/ 1339119 h 2767298"/>
              <a:gd name="connsiteX12809" fmla="*/ 3649687 w 4752801"/>
              <a:gd name="connsiteY12809" fmla="*/ 1329404 h 2767298"/>
              <a:gd name="connsiteX12810" fmla="*/ 3650902 w 4752801"/>
              <a:gd name="connsiteY12810" fmla="*/ 1328999 h 2767298"/>
              <a:gd name="connsiteX12811" fmla="*/ 3529862 w 4752801"/>
              <a:gd name="connsiteY12811" fmla="*/ 1328999 h 2767298"/>
              <a:gd name="connsiteX12812" fmla="*/ 3539983 w 4752801"/>
              <a:gd name="connsiteY12812" fmla="*/ 1328999 h 2767298"/>
              <a:gd name="connsiteX12813" fmla="*/ 3541197 w 4752801"/>
              <a:gd name="connsiteY12813" fmla="*/ 1329809 h 2767298"/>
              <a:gd name="connsiteX12814" fmla="*/ 3546460 w 4752801"/>
              <a:gd name="connsiteY12814" fmla="*/ 1338715 h 2767298"/>
              <a:gd name="connsiteX12815" fmla="*/ 3546460 w 4752801"/>
              <a:gd name="connsiteY12815" fmla="*/ 1339929 h 2767298"/>
              <a:gd name="connsiteX12816" fmla="*/ 3541197 w 4752801"/>
              <a:gd name="connsiteY12816" fmla="*/ 1348835 h 2767298"/>
              <a:gd name="connsiteX12817" fmla="*/ 3539983 w 4752801"/>
              <a:gd name="connsiteY12817" fmla="*/ 1349644 h 2767298"/>
              <a:gd name="connsiteX12818" fmla="*/ 3529862 w 4752801"/>
              <a:gd name="connsiteY12818" fmla="*/ 1349644 h 2767298"/>
              <a:gd name="connsiteX12819" fmla="*/ 3528648 w 4752801"/>
              <a:gd name="connsiteY12819" fmla="*/ 1348835 h 2767298"/>
              <a:gd name="connsiteX12820" fmla="*/ 3523386 w 4752801"/>
              <a:gd name="connsiteY12820" fmla="*/ 1339929 h 2767298"/>
              <a:gd name="connsiteX12821" fmla="*/ 3523386 w 4752801"/>
              <a:gd name="connsiteY12821" fmla="*/ 1338715 h 2767298"/>
              <a:gd name="connsiteX12822" fmla="*/ 3528648 w 4752801"/>
              <a:gd name="connsiteY12822" fmla="*/ 1329809 h 2767298"/>
              <a:gd name="connsiteX12823" fmla="*/ 3529862 w 4752801"/>
              <a:gd name="connsiteY12823" fmla="*/ 1328999 h 2767298"/>
              <a:gd name="connsiteX12824" fmla="*/ 2517426 w 4752801"/>
              <a:gd name="connsiteY12824" fmla="*/ 1328999 h 2767298"/>
              <a:gd name="connsiteX12825" fmla="*/ 2528761 w 4752801"/>
              <a:gd name="connsiteY12825" fmla="*/ 1328999 h 2767298"/>
              <a:gd name="connsiteX12826" fmla="*/ 2529976 w 4752801"/>
              <a:gd name="connsiteY12826" fmla="*/ 1329404 h 2767298"/>
              <a:gd name="connsiteX12827" fmla="*/ 2535643 w 4752801"/>
              <a:gd name="connsiteY12827" fmla="*/ 1339119 h 2767298"/>
              <a:gd name="connsiteX12828" fmla="*/ 2535643 w 4752801"/>
              <a:gd name="connsiteY12828" fmla="*/ 1340334 h 2767298"/>
              <a:gd name="connsiteX12829" fmla="*/ 2529976 w 4752801"/>
              <a:gd name="connsiteY12829" fmla="*/ 1350049 h 2767298"/>
              <a:gd name="connsiteX12830" fmla="*/ 2528761 w 4752801"/>
              <a:gd name="connsiteY12830" fmla="*/ 1350859 h 2767298"/>
              <a:gd name="connsiteX12831" fmla="*/ 2517426 w 4752801"/>
              <a:gd name="connsiteY12831" fmla="*/ 1350859 h 2767298"/>
              <a:gd name="connsiteX12832" fmla="*/ 2516212 w 4752801"/>
              <a:gd name="connsiteY12832" fmla="*/ 1350049 h 2767298"/>
              <a:gd name="connsiteX12833" fmla="*/ 2510545 w 4752801"/>
              <a:gd name="connsiteY12833" fmla="*/ 1340334 h 2767298"/>
              <a:gd name="connsiteX12834" fmla="*/ 2510545 w 4752801"/>
              <a:gd name="connsiteY12834" fmla="*/ 1339119 h 2767298"/>
              <a:gd name="connsiteX12835" fmla="*/ 2516212 w 4752801"/>
              <a:gd name="connsiteY12835" fmla="*/ 1329404 h 2767298"/>
              <a:gd name="connsiteX12836" fmla="*/ 2517426 w 4752801"/>
              <a:gd name="connsiteY12836" fmla="*/ 1328999 h 2767298"/>
              <a:gd name="connsiteX12837" fmla="*/ 2881757 w 4752801"/>
              <a:gd name="connsiteY12837" fmla="*/ 1328595 h 2767298"/>
              <a:gd name="connsiteX12838" fmla="*/ 2892687 w 4752801"/>
              <a:gd name="connsiteY12838" fmla="*/ 1328595 h 2767298"/>
              <a:gd name="connsiteX12839" fmla="*/ 2893902 w 4752801"/>
              <a:gd name="connsiteY12839" fmla="*/ 1329404 h 2767298"/>
              <a:gd name="connsiteX12840" fmla="*/ 2899165 w 4752801"/>
              <a:gd name="connsiteY12840" fmla="*/ 1338715 h 2767298"/>
              <a:gd name="connsiteX12841" fmla="*/ 2899165 w 4752801"/>
              <a:gd name="connsiteY12841" fmla="*/ 1339930 h 2767298"/>
              <a:gd name="connsiteX12842" fmla="*/ 2893902 w 4752801"/>
              <a:gd name="connsiteY12842" fmla="*/ 1349240 h 2767298"/>
              <a:gd name="connsiteX12843" fmla="*/ 2892687 w 4752801"/>
              <a:gd name="connsiteY12843" fmla="*/ 1350050 h 2767298"/>
              <a:gd name="connsiteX12844" fmla="*/ 2881757 w 4752801"/>
              <a:gd name="connsiteY12844" fmla="*/ 1350050 h 2767298"/>
              <a:gd name="connsiteX12845" fmla="*/ 2880543 w 4752801"/>
              <a:gd name="connsiteY12845" fmla="*/ 1349240 h 2767298"/>
              <a:gd name="connsiteX12846" fmla="*/ 2875281 w 4752801"/>
              <a:gd name="connsiteY12846" fmla="*/ 1339930 h 2767298"/>
              <a:gd name="connsiteX12847" fmla="*/ 2875281 w 4752801"/>
              <a:gd name="connsiteY12847" fmla="*/ 1338715 h 2767298"/>
              <a:gd name="connsiteX12848" fmla="*/ 2880543 w 4752801"/>
              <a:gd name="connsiteY12848" fmla="*/ 1329404 h 2767298"/>
              <a:gd name="connsiteX12849" fmla="*/ 2881757 w 4752801"/>
              <a:gd name="connsiteY12849" fmla="*/ 1328595 h 2767298"/>
              <a:gd name="connsiteX12850" fmla="*/ 2396388 w 4752801"/>
              <a:gd name="connsiteY12850" fmla="*/ 1328595 h 2767298"/>
              <a:gd name="connsiteX12851" fmla="*/ 2406913 w 4752801"/>
              <a:gd name="connsiteY12851" fmla="*/ 1328595 h 2767298"/>
              <a:gd name="connsiteX12852" fmla="*/ 2408127 w 4752801"/>
              <a:gd name="connsiteY12852" fmla="*/ 1329404 h 2767298"/>
              <a:gd name="connsiteX12853" fmla="*/ 2413390 w 4752801"/>
              <a:gd name="connsiteY12853" fmla="*/ 1338715 h 2767298"/>
              <a:gd name="connsiteX12854" fmla="*/ 2413390 w 4752801"/>
              <a:gd name="connsiteY12854" fmla="*/ 1339930 h 2767298"/>
              <a:gd name="connsiteX12855" fmla="*/ 2408127 w 4752801"/>
              <a:gd name="connsiteY12855" fmla="*/ 1349240 h 2767298"/>
              <a:gd name="connsiteX12856" fmla="*/ 2406913 w 4752801"/>
              <a:gd name="connsiteY12856" fmla="*/ 1350050 h 2767298"/>
              <a:gd name="connsiteX12857" fmla="*/ 2396388 w 4752801"/>
              <a:gd name="connsiteY12857" fmla="*/ 1350050 h 2767298"/>
              <a:gd name="connsiteX12858" fmla="*/ 2395173 w 4752801"/>
              <a:gd name="connsiteY12858" fmla="*/ 1349240 h 2767298"/>
              <a:gd name="connsiteX12859" fmla="*/ 2389911 w 4752801"/>
              <a:gd name="connsiteY12859" fmla="*/ 1339930 h 2767298"/>
              <a:gd name="connsiteX12860" fmla="*/ 2389911 w 4752801"/>
              <a:gd name="connsiteY12860" fmla="*/ 1338715 h 2767298"/>
              <a:gd name="connsiteX12861" fmla="*/ 2395173 w 4752801"/>
              <a:gd name="connsiteY12861" fmla="*/ 1329404 h 2767298"/>
              <a:gd name="connsiteX12862" fmla="*/ 2396388 w 4752801"/>
              <a:gd name="connsiteY12862" fmla="*/ 1328595 h 2767298"/>
              <a:gd name="connsiteX12863" fmla="*/ 2557503 w 4752801"/>
              <a:gd name="connsiteY12863" fmla="*/ 1327785 h 2767298"/>
              <a:gd name="connsiteX12864" fmla="*/ 2569648 w 4752801"/>
              <a:gd name="connsiteY12864" fmla="*/ 1327785 h 2767298"/>
              <a:gd name="connsiteX12865" fmla="*/ 2570862 w 4752801"/>
              <a:gd name="connsiteY12865" fmla="*/ 1328595 h 2767298"/>
              <a:gd name="connsiteX12866" fmla="*/ 2576934 w 4752801"/>
              <a:gd name="connsiteY12866" fmla="*/ 1339120 h 2767298"/>
              <a:gd name="connsiteX12867" fmla="*/ 2576934 w 4752801"/>
              <a:gd name="connsiteY12867" fmla="*/ 1340334 h 2767298"/>
              <a:gd name="connsiteX12868" fmla="*/ 2570862 w 4752801"/>
              <a:gd name="connsiteY12868" fmla="*/ 1350859 h 2767298"/>
              <a:gd name="connsiteX12869" fmla="*/ 2569648 w 4752801"/>
              <a:gd name="connsiteY12869" fmla="*/ 1351669 h 2767298"/>
              <a:gd name="connsiteX12870" fmla="*/ 2557503 w 4752801"/>
              <a:gd name="connsiteY12870" fmla="*/ 1351669 h 2767298"/>
              <a:gd name="connsiteX12871" fmla="*/ 2556289 w 4752801"/>
              <a:gd name="connsiteY12871" fmla="*/ 1350859 h 2767298"/>
              <a:gd name="connsiteX12872" fmla="*/ 2550217 w 4752801"/>
              <a:gd name="connsiteY12872" fmla="*/ 1340334 h 2767298"/>
              <a:gd name="connsiteX12873" fmla="*/ 2550217 w 4752801"/>
              <a:gd name="connsiteY12873" fmla="*/ 1339120 h 2767298"/>
              <a:gd name="connsiteX12874" fmla="*/ 2556289 w 4752801"/>
              <a:gd name="connsiteY12874" fmla="*/ 1328595 h 2767298"/>
              <a:gd name="connsiteX12875" fmla="*/ 2557503 w 4752801"/>
              <a:gd name="connsiteY12875" fmla="*/ 1327785 h 2767298"/>
              <a:gd name="connsiteX12876" fmla="*/ 3487762 w 4752801"/>
              <a:gd name="connsiteY12876" fmla="*/ 1326166 h 2767298"/>
              <a:gd name="connsiteX12877" fmla="*/ 3501526 w 4752801"/>
              <a:gd name="connsiteY12877" fmla="*/ 1326166 h 2767298"/>
              <a:gd name="connsiteX12878" fmla="*/ 3502740 w 4752801"/>
              <a:gd name="connsiteY12878" fmla="*/ 1326571 h 2767298"/>
              <a:gd name="connsiteX12879" fmla="*/ 3509622 w 4752801"/>
              <a:gd name="connsiteY12879" fmla="*/ 1338715 h 2767298"/>
              <a:gd name="connsiteX12880" fmla="*/ 3509622 w 4752801"/>
              <a:gd name="connsiteY12880" fmla="*/ 1339930 h 2767298"/>
              <a:gd name="connsiteX12881" fmla="*/ 3502740 w 4752801"/>
              <a:gd name="connsiteY12881" fmla="*/ 1352074 h 2767298"/>
              <a:gd name="connsiteX12882" fmla="*/ 3501526 w 4752801"/>
              <a:gd name="connsiteY12882" fmla="*/ 1352884 h 2767298"/>
              <a:gd name="connsiteX12883" fmla="*/ 3487762 w 4752801"/>
              <a:gd name="connsiteY12883" fmla="*/ 1352884 h 2767298"/>
              <a:gd name="connsiteX12884" fmla="*/ 3486548 w 4752801"/>
              <a:gd name="connsiteY12884" fmla="*/ 1352074 h 2767298"/>
              <a:gd name="connsiteX12885" fmla="*/ 3479666 w 4752801"/>
              <a:gd name="connsiteY12885" fmla="*/ 1339930 h 2767298"/>
              <a:gd name="connsiteX12886" fmla="*/ 3479666 w 4752801"/>
              <a:gd name="connsiteY12886" fmla="*/ 1338715 h 2767298"/>
              <a:gd name="connsiteX12887" fmla="*/ 3486548 w 4752801"/>
              <a:gd name="connsiteY12887" fmla="*/ 1326571 h 2767298"/>
              <a:gd name="connsiteX12888" fmla="*/ 3487762 w 4752801"/>
              <a:gd name="connsiteY12888" fmla="*/ 1326166 h 2767298"/>
              <a:gd name="connsiteX12889" fmla="*/ 2718618 w 4752801"/>
              <a:gd name="connsiteY12889" fmla="*/ 1326166 h 2767298"/>
              <a:gd name="connsiteX12890" fmla="*/ 2731977 w 4752801"/>
              <a:gd name="connsiteY12890" fmla="*/ 1326166 h 2767298"/>
              <a:gd name="connsiteX12891" fmla="*/ 2733191 w 4752801"/>
              <a:gd name="connsiteY12891" fmla="*/ 1326976 h 2767298"/>
              <a:gd name="connsiteX12892" fmla="*/ 2740073 w 4752801"/>
              <a:gd name="connsiteY12892" fmla="*/ 1338715 h 2767298"/>
              <a:gd name="connsiteX12893" fmla="*/ 2740073 w 4752801"/>
              <a:gd name="connsiteY12893" fmla="*/ 1339930 h 2767298"/>
              <a:gd name="connsiteX12894" fmla="*/ 2733191 w 4752801"/>
              <a:gd name="connsiteY12894" fmla="*/ 1351669 h 2767298"/>
              <a:gd name="connsiteX12895" fmla="*/ 2731977 w 4752801"/>
              <a:gd name="connsiteY12895" fmla="*/ 1352479 h 2767298"/>
              <a:gd name="connsiteX12896" fmla="*/ 2718618 w 4752801"/>
              <a:gd name="connsiteY12896" fmla="*/ 1352479 h 2767298"/>
              <a:gd name="connsiteX12897" fmla="*/ 2717404 w 4752801"/>
              <a:gd name="connsiteY12897" fmla="*/ 1351669 h 2767298"/>
              <a:gd name="connsiteX12898" fmla="*/ 2710522 w 4752801"/>
              <a:gd name="connsiteY12898" fmla="*/ 1339930 h 2767298"/>
              <a:gd name="connsiteX12899" fmla="*/ 2710522 w 4752801"/>
              <a:gd name="connsiteY12899" fmla="*/ 1338715 h 2767298"/>
              <a:gd name="connsiteX12900" fmla="*/ 2717404 w 4752801"/>
              <a:gd name="connsiteY12900" fmla="*/ 1326976 h 2767298"/>
              <a:gd name="connsiteX12901" fmla="*/ 2718618 w 4752801"/>
              <a:gd name="connsiteY12901" fmla="*/ 1326166 h 2767298"/>
              <a:gd name="connsiteX12902" fmla="*/ 2678137 w 4752801"/>
              <a:gd name="connsiteY12902" fmla="*/ 1326166 h 2767298"/>
              <a:gd name="connsiteX12903" fmla="*/ 2691496 w 4752801"/>
              <a:gd name="connsiteY12903" fmla="*/ 1326166 h 2767298"/>
              <a:gd name="connsiteX12904" fmla="*/ 2692710 w 4752801"/>
              <a:gd name="connsiteY12904" fmla="*/ 1326976 h 2767298"/>
              <a:gd name="connsiteX12905" fmla="*/ 2699592 w 4752801"/>
              <a:gd name="connsiteY12905" fmla="*/ 1338715 h 2767298"/>
              <a:gd name="connsiteX12906" fmla="*/ 2699592 w 4752801"/>
              <a:gd name="connsiteY12906" fmla="*/ 1339930 h 2767298"/>
              <a:gd name="connsiteX12907" fmla="*/ 2692710 w 4752801"/>
              <a:gd name="connsiteY12907" fmla="*/ 1351669 h 2767298"/>
              <a:gd name="connsiteX12908" fmla="*/ 2691496 w 4752801"/>
              <a:gd name="connsiteY12908" fmla="*/ 1352479 h 2767298"/>
              <a:gd name="connsiteX12909" fmla="*/ 2678137 w 4752801"/>
              <a:gd name="connsiteY12909" fmla="*/ 1352479 h 2767298"/>
              <a:gd name="connsiteX12910" fmla="*/ 2676923 w 4752801"/>
              <a:gd name="connsiteY12910" fmla="*/ 1351669 h 2767298"/>
              <a:gd name="connsiteX12911" fmla="*/ 2670041 w 4752801"/>
              <a:gd name="connsiteY12911" fmla="*/ 1339930 h 2767298"/>
              <a:gd name="connsiteX12912" fmla="*/ 2670041 w 4752801"/>
              <a:gd name="connsiteY12912" fmla="*/ 1338715 h 2767298"/>
              <a:gd name="connsiteX12913" fmla="*/ 2676923 w 4752801"/>
              <a:gd name="connsiteY12913" fmla="*/ 1326976 h 2767298"/>
              <a:gd name="connsiteX12914" fmla="*/ 2678137 w 4752801"/>
              <a:gd name="connsiteY12914" fmla="*/ 1326166 h 2767298"/>
              <a:gd name="connsiteX12915" fmla="*/ 2637251 w 4752801"/>
              <a:gd name="connsiteY12915" fmla="*/ 1326166 h 2767298"/>
              <a:gd name="connsiteX12916" fmla="*/ 2651824 w 4752801"/>
              <a:gd name="connsiteY12916" fmla="*/ 1326166 h 2767298"/>
              <a:gd name="connsiteX12917" fmla="*/ 2653038 w 4752801"/>
              <a:gd name="connsiteY12917" fmla="*/ 1326571 h 2767298"/>
              <a:gd name="connsiteX12918" fmla="*/ 2660325 w 4752801"/>
              <a:gd name="connsiteY12918" fmla="*/ 1339120 h 2767298"/>
              <a:gd name="connsiteX12919" fmla="*/ 2660325 w 4752801"/>
              <a:gd name="connsiteY12919" fmla="*/ 1340334 h 2767298"/>
              <a:gd name="connsiteX12920" fmla="*/ 2653038 w 4752801"/>
              <a:gd name="connsiteY12920" fmla="*/ 1352884 h 2767298"/>
              <a:gd name="connsiteX12921" fmla="*/ 2651824 w 4752801"/>
              <a:gd name="connsiteY12921" fmla="*/ 1353288 h 2767298"/>
              <a:gd name="connsiteX12922" fmla="*/ 2637251 w 4752801"/>
              <a:gd name="connsiteY12922" fmla="*/ 1353288 h 2767298"/>
              <a:gd name="connsiteX12923" fmla="*/ 2636036 w 4752801"/>
              <a:gd name="connsiteY12923" fmla="*/ 1352884 h 2767298"/>
              <a:gd name="connsiteX12924" fmla="*/ 2628750 w 4752801"/>
              <a:gd name="connsiteY12924" fmla="*/ 1340334 h 2767298"/>
              <a:gd name="connsiteX12925" fmla="*/ 2628750 w 4752801"/>
              <a:gd name="connsiteY12925" fmla="*/ 1339120 h 2767298"/>
              <a:gd name="connsiteX12926" fmla="*/ 2636036 w 4752801"/>
              <a:gd name="connsiteY12926" fmla="*/ 1326571 h 2767298"/>
              <a:gd name="connsiteX12927" fmla="*/ 2637251 w 4752801"/>
              <a:gd name="connsiteY12927" fmla="*/ 1326166 h 2767298"/>
              <a:gd name="connsiteX12928" fmla="*/ 2596770 w 4752801"/>
              <a:gd name="connsiteY12928" fmla="*/ 1325761 h 2767298"/>
              <a:gd name="connsiteX12929" fmla="*/ 2611343 w 4752801"/>
              <a:gd name="connsiteY12929" fmla="*/ 1325761 h 2767298"/>
              <a:gd name="connsiteX12930" fmla="*/ 2612557 w 4752801"/>
              <a:gd name="connsiteY12930" fmla="*/ 1326571 h 2767298"/>
              <a:gd name="connsiteX12931" fmla="*/ 2619844 w 4752801"/>
              <a:gd name="connsiteY12931" fmla="*/ 1339120 h 2767298"/>
              <a:gd name="connsiteX12932" fmla="*/ 2619844 w 4752801"/>
              <a:gd name="connsiteY12932" fmla="*/ 1340334 h 2767298"/>
              <a:gd name="connsiteX12933" fmla="*/ 2612557 w 4752801"/>
              <a:gd name="connsiteY12933" fmla="*/ 1352883 h 2767298"/>
              <a:gd name="connsiteX12934" fmla="*/ 2611343 w 4752801"/>
              <a:gd name="connsiteY12934" fmla="*/ 1353288 h 2767298"/>
              <a:gd name="connsiteX12935" fmla="*/ 2596770 w 4752801"/>
              <a:gd name="connsiteY12935" fmla="*/ 1353288 h 2767298"/>
              <a:gd name="connsiteX12936" fmla="*/ 2595555 w 4752801"/>
              <a:gd name="connsiteY12936" fmla="*/ 1352883 h 2767298"/>
              <a:gd name="connsiteX12937" fmla="*/ 2588269 w 4752801"/>
              <a:gd name="connsiteY12937" fmla="*/ 1340334 h 2767298"/>
              <a:gd name="connsiteX12938" fmla="*/ 2588269 w 4752801"/>
              <a:gd name="connsiteY12938" fmla="*/ 1339120 h 2767298"/>
              <a:gd name="connsiteX12939" fmla="*/ 2595555 w 4752801"/>
              <a:gd name="connsiteY12939" fmla="*/ 1326571 h 2767298"/>
              <a:gd name="connsiteX12940" fmla="*/ 2596770 w 4752801"/>
              <a:gd name="connsiteY12940" fmla="*/ 1325761 h 2767298"/>
              <a:gd name="connsiteX12941" fmla="*/ 3169984 w 4752801"/>
              <a:gd name="connsiteY12941" fmla="*/ 1297019 h 2767298"/>
              <a:gd name="connsiteX12942" fmla="*/ 3172008 w 4752801"/>
              <a:gd name="connsiteY12942" fmla="*/ 1297019 h 2767298"/>
              <a:gd name="connsiteX12943" fmla="*/ 3173223 w 4752801"/>
              <a:gd name="connsiteY12943" fmla="*/ 1299043 h 2767298"/>
              <a:gd name="connsiteX12944" fmla="*/ 3172008 w 4752801"/>
              <a:gd name="connsiteY12944" fmla="*/ 1301067 h 2767298"/>
              <a:gd name="connsiteX12945" fmla="*/ 3169984 w 4752801"/>
              <a:gd name="connsiteY12945" fmla="*/ 1301067 h 2767298"/>
              <a:gd name="connsiteX12946" fmla="*/ 3168770 w 4752801"/>
              <a:gd name="connsiteY12946" fmla="*/ 1299043 h 2767298"/>
              <a:gd name="connsiteX12947" fmla="*/ 3331100 w 4752801"/>
              <a:gd name="connsiteY12947" fmla="*/ 1296614 h 2767298"/>
              <a:gd name="connsiteX12948" fmla="*/ 3333933 w 4752801"/>
              <a:gd name="connsiteY12948" fmla="*/ 1296614 h 2767298"/>
              <a:gd name="connsiteX12949" fmla="*/ 3335148 w 4752801"/>
              <a:gd name="connsiteY12949" fmla="*/ 1299043 h 2767298"/>
              <a:gd name="connsiteX12950" fmla="*/ 3333933 w 4752801"/>
              <a:gd name="connsiteY12950" fmla="*/ 1301472 h 2767298"/>
              <a:gd name="connsiteX12951" fmla="*/ 3331100 w 4752801"/>
              <a:gd name="connsiteY12951" fmla="*/ 1301472 h 2767298"/>
              <a:gd name="connsiteX12952" fmla="*/ 3329885 w 4752801"/>
              <a:gd name="connsiteY12952" fmla="*/ 1299043 h 2767298"/>
              <a:gd name="connsiteX12953" fmla="*/ 3250541 w 4752801"/>
              <a:gd name="connsiteY12953" fmla="*/ 1296614 h 2767298"/>
              <a:gd name="connsiteX12954" fmla="*/ 3253375 w 4752801"/>
              <a:gd name="connsiteY12954" fmla="*/ 1296614 h 2767298"/>
              <a:gd name="connsiteX12955" fmla="*/ 3254994 w 4752801"/>
              <a:gd name="connsiteY12955" fmla="*/ 1299043 h 2767298"/>
              <a:gd name="connsiteX12956" fmla="*/ 3253375 w 4752801"/>
              <a:gd name="connsiteY12956" fmla="*/ 1301472 h 2767298"/>
              <a:gd name="connsiteX12957" fmla="*/ 3250541 w 4752801"/>
              <a:gd name="connsiteY12957" fmla="*/ 1301472 h 2767298"/>
              <a:gd name="connsiteX12958" fmla="*/ 3248922 w 4752801"/>
              <a:gd name="connsiteY12958" fmla="*/ 1299043 h 2767298"/>
              <a:gd name="connsiteX12959" fmla="*/ 3209656 w 4752801"/>
              <a:gd name="connsiteY12959" fmla="*/ 1296614 h 2767298"/>
              <a:gd name="connsiteX12960" fmla="*/ 3212489 w 4752801"/>
              <a:gd name="connsiteY12960" fmla="*/ 1296614 h 2767298"/>
              <a:gd name="connsiteX12961" fmla="*/ 3213704 w 4752801"/>
              <a:gd name="connsiteY12961" fmla="*/ 1299043 h 2767298"/>
              <a:gd name="connsiteX12962" fmla="*/ 3212489 w 4752801"/>
              <a:gd name="connsiteY12962" fmla="*/ 1301472 h 2767298"/>
              <a:gd name="connsiteX12963" fmla="*/ 3209656 w 4752801"/>
              <a:gd name="connsiteY12963" fmla="*/ 1301472 h 2767298"/>
              <a:gd name="connsiteX12964" fmla="*/ 3208441 w 4752801"/>
              <a:gd name="connsiteY12964" fmla="*/ 1299043 h 2767298"/>
              <a:gd name="connsiteX12965" fmla="*/ 3128694 w 4752801"/>
              <a:gd name="connsiteY12965" fmla="*/ 1296614 h 2767298"/>
              <a:gd name="connsiteX12966" fmla="*/ 3131527 w 4752801"/>
              <a:gd name="connsiteY12966" fmla="*/ 1296614 h 2767298"/>
              <a:gd name="connsiteX12967" fmla="*/ 3132742 w 4752801"/>
              <a:gd name="connsiteY12967" fmla="*/ 1299043 h 2767298"/>
              <a:gd name="connsiteX12968" fmla="*/ 3131527 w 4752801"/>
              <a:gd name="connsiteY12968" fmla="*/ 1301472 h 2767298"/>
              <a:gd name="connsiteX12969" fmla="*/ 3128694 w 4752801"/>
              <a:gd name="connsiteY12969" fmla="*/ 1301472 h 2767298"/>
              <a:gd name="connsiteX12970" fmla="*/ 3127479 w 4752801"/>
              <a:gd name="connsiteY12970" fmla="*/ 1299043 h 2767298"/>
              <a:gd name="connsiteX12971" fmla="*/ 3371580 w 4752801"/>
              <a:gd name="connsiteY12971" fmla="*/ 1296210 h 2767298"/>
              <a:gd name="connsiteX12972" fmla="*/ 3374819 w 4752801"/>
              <a:gd name="connsiteY12972" fmla="*/ 1296210 h 2767298"/>
              <a:gd name="connsiteX12973" fmla="*/ 3376438 w 4752801"/>
              <a:gd name="connsiteY12973" fmla="*/ 1299043 h 2767298"/>
              <a:gd name="connsiteX12974" fmla="*/ 3374819 w 4752801"/>
              <a:gd name="connsiteY12974" fmla="*/ 1301877 h 2767298"/>
              <a:gd name="connsiteX12975" fmla="*/ 3371580 w 4752801"/>
              <a:gd name="connsiteY12975" fmla="*/ 1301877 h 2767298"/>
              <a:gd name="connsiteX12976" fmla="*/ 3369961 w 4752801"/>
              <a:gd name="connsiteY12976" fmla="*/ 1299043 h 2767298"/>
              <a:gd name="connsiteX12977" fmla="*/ 3290618 w 4752801"/>
              <a:gd name="connsiteY12977" fmla="*/ 1296210 h 2767298"/>
              <a:gd name="connsiteX12978" fmla="*/ 3293857 w 4752801"/>
              <a:gd name="connsiteY12978" fmla="*/ 1296210 h 2767298"/>
              <a:gd name="connsiteX12979" fmla="*/ 3295476 w 4752801"/>
              <a:gd name="connsiteY12979" fmla="*/ 1299043 h 2767298"/>
              <a:gd name="connsiteX12980" fmla="*/ 3293857 w 4752801"/>
              <a:gd name="connsiteY12980" fmla="*/ 1301877 h 2767298"/>
              <a:gd name="connsiteX12981" fmla="*/ 3290618 w 4752801"/>
              <a:gd name="connsiteY12981" fmla="*/ 1301877 h 2767298"/>
              <a:gd name="connsiteX12982" fmla="*/ 3288999 w 4752801"/>
              <a:gd name="connsiteY12982" fmla="*/ 1299043 h 2767298"/>
              <a:gd name="connsiteX12983" fmla="*/ 3088212 w 4752801"/>
              <a:gd name="connsiteY12983" fmla="*/ 1296210 h 2767298"/>
              <a:gd name="connsiteX12984" fmla="*/ 3091451 w 4752801"/>
              <a:gd name="connsiteY12984" fmla="*/ 1296210 h 2767298"/>
              <a:gd name="connsiteX12985" fmla="*/ 3093070 w 4752801"/>
              <a:gd name="connsiteY12985" fmla="*/ 1299043 h 2767298"/>
              <a:gd name="connsiteX12986" fmla="*/ 3091451 w 4752801"/>
              <a:gd name="connsiteY12986" fmla="*/ 1301877 h 2767298"/>
              <a:gd name="connsiteX12987" fmla="*/ 3088212 w 4752801"/>
              <a:gd name="connsiteY12987" fmla="*/ 1301877 h 2767298"/>
              <a:gd name="connsiteX12988" fmla="*/ 3086593 w 4752801"/>
              <a:gd name="connsiteY12988" fmla="*/ 1299043 h 2767298"/>
              <a:gd name="connsiteX12989" fmla="*/ 4018876 w 4752801"/>
              <a:gd name="connsiteY12989" fmla="*/ 1295400 h 2767298"/>
              <a:gd name="connsiteX12990" fmla="*/ 4022924 w 4752801"/>
              <a:gd name="connsiteY12990" fmla="*/ 1295400 h 2767298"/>
              <a:gd name="connsiteX12991" fmla="*/ 4024948 w 4752801"/>
              <a:gd name="connsiteY12991" fmla="*/ 1299043 h 2767298"/>
              <a:gd name="connsiteX12992" fmla="*/ 4022924 w 4752801"/>
              <a:gd name="connsiteY12992" fmla="*/ 1302687 h 2767298"/>
              <a:gd name="connsiteX12993" fmla="*/ 4018876 w 4752801"/>
              <a:gd name="connsiteY12993" fmla="*/ 1302687 h 2767298"/>
              <a:gd name="connsiteX12994" fmla="*/ 4016852 w 4752801"/>
              <a:gd name="connsiteY12994" fmla="*/ 1299043 h 2767298"/>
              <a:gd name="connsiteX12995" fmla="*/ 3411253 w 4752801"/>
              <a:gd name="connsiteY12995" fmla="*/ 1295400 h 2767298"/>
              <a:gd name="connsiteX12996" fmla="*/ 3415706 w 4752801"/>
              <a:gd name="connsiteY12996" fmla="*/ 1295400 h 2767298"/>
              <a:gd name="connsiteX12997" fmla="*/ 3417730 w 4752801"/>
              <a:gd name="connsiteY12997" fmla="*/ 1299043 h 2767298"/>
              <a:gd name="connsiteX12998" fmla="*/ 3415706 w 4752801"/>
              <a:gd name="connsiteY12998" fmla="*/ 1302687 h 2767298"/>
              <a:gd name="connsiteX12999" fmla="*/ 3411253 w 4752801"/>
              <a:gd name="connsiteY12999" fmla="*/ 1302687 h 2767298"/>
              <a:gd name="connsiteX13000" fmla="*/ 3409229 w 4752801"/>
              <a:gd name="connsiteY13000" fmla="*/ 1299043 h 2767298"/>
              <a:gd name="connsiteX13001" fmla="*/ 4585614 w 4752801"/>
              <a:gd name="connsiteY13001" fmla="*/ 1294995 h 2767298"/>
              <a:gd name="connsiteX13002" fmla="*/ 4590067 w 4752801"/>
              <a:gd name="connsiteY13002" fmla="*/ 1294995 h 2767298"/>
              <a:gd name="connsiteX13003" fmla="*/ 4592495 w 4752801"/>
              <a:gd name="connsiteY13003" fmla="*/ 1299043 h 2767298"/>
              <a:gd name="connsiteX13004" fmla="*/ 4590067 w 4752801"/>
              <a:gd name="connsiteY13004" fmla="*/ 1303091 h 2767298"/>
              <a:gd name="connsiteX13005" fmla="*/ 4585614 w 4752801"/>
              <a:gd name="connsiteY13005" fmla="*/ 1303091 h 2767298"/>
              <a:gd name="connsiteX13006" fmla="*/ 4583185 w 4752801"/>
              <a:gd name="connsiteY13006" fmla="*/ 1299043 h 2767298"/>
              <a:gd name="connsiteX13007" fmla="*/ 4463765 w 4752801"/>
              <a:gd name="connsiteY13007" fmla="*/ 1294995 h 2767298"/>
              <a:gd name="connsiteX13008" fmla="*/ 4467813 w 4752801"/>
              <a:gd name="connsiteY13008" fmla="*/ 1294995 h 2767298"/>
              <a:gd name="connsiteX13009" fmla="*/ 4469027 w 4752801"/>
              <a:gd name="connsiteY13009" fmla="*/ 1295400 h 2767298"/>
              <a:gd name="connsiteX13010" fmla="*/ 4471052 w 4752801"/>
              <a:gd name="connsiteY13010" fmla="*/ 1298638 h 2767298"/>
              <a:gd name="connsiteX13011" fmla="*/ 4471052 w 4752801"/>
              <a:gd name="connsiteY13011" fmla="*/ 1299853 h 2767298"/>
              <a:gd name="connsiteX13012" fmla="*/ 4469027 w 4752801"/>
              <a:gd name="connsiteY13012" fmla="*/ 1303091 h 2767298"/>
              <a:gd name="connsiteX13013" fmla="*/ 4467813 w 4752801"/>
              <a:gd name="connsiteY13013" fmla="*/ 1303901 h 2767298"/>
              <a:gd name="connsiteX13014" fmla="*/ 4463765 w 4752801"/>
              <a:gd name="connsiteY13014" fmla="*/ 1303901 h 2767298"/>
              <a:gd name="connsiteX13015" fmla="*/ 4462551 w 4752801"/>
              <a:gd name="connsiteY13015" fmla="*/ 1303091 h 2767298"/>
              <a:gd name="connsiteX13016" fmla="*/ 4460527 w 4752801"/>
              <a:gd name="connsiteY13016" fmla="*/ 1299853 h 2767298"/>
              <a:gd name="connsiteX13017" fmla="*/ 4460527 w 4752801"/>
              <a:gd name="connsiteY13017" fmla="*/ 1298638 h 2767298"/>
              <a:gd name="connsiteX13018" fmla="*/ 4462551 w 4752801"/>
              <a:gd name="connsiteY13018" fmla="*/ 1295400 h 2767298"/>
              <a:gd name="connsiteX13019" fmla="*/ 4463765 w 4752801"/>
              <a:gd name="connsiteY13019" fmla="*/ 1294995 h 2767298"/>
              <a:gd name="connsiteX13020" fmla="*/ 4423284 w 4752801"/>
              <a:gd name="connsiteY13020" fmla="*/ 1294995 h 2767298"/>
              <a:gd name="connsiteX13021" fmla="*/ 4427332 w 4752801"/>
              <a:gd name="connsiteY13021" fmla="*/ 1294995 h 2767298"/>
              <a:gd name="connsiteX13022" fmla="*/ 4428546 w 4752801"/>
              <a:gd name="connsiteY13022" fmla="*/ 1295400 h 2767298"/>
              <a:gd name="connsiteX13023" fmla="*/ 4430571 w 4752801"/>
              <a:gd name="connsiteY13023" fmla="*/ 1298638 h 2767298"/>
              <a:gd name="connsiteX13024" fmla="*/ 4430571 w 4752801"/>
              <a:gd name="connsiteY13024" fmla="*/ 1299853 h 2767298"/>
              <a:gd name="connsiteX13025" fmla="*/ 4428546 w 4752801"/>
              <a:gd name="connsiteY13025" fmla="*/ 1303091 h 2767298"/>
              <a:gd name="connsiteX13026" fmla="*/ 4427332 w 4752801"/>
              <a:gd name="connsiteY13026" fmla="*/ 1303901 h 2767298"/>
              <a:gd name="connsiteX13027" fmla="*/ 4423284 w 4752801"/>
              <a:gd name="connsiteY13027" fmla="*/ 1303901 h 2767298"/>
              <a:gd name="connsiteX13028" fmla="*/ 4422070 w 4752801"/>
              <a:gd name="connsiteY13028" fmla="*/ 1303091 h 2767298"/>
              <a:gd name="connsiteX13029" fmla="*/ 4420046 w 4752801"/>
              <a:gd name="connsiteY13029" fmla="*/ 1299853 h 2767298"/>
              <a:gd name="connsiteX13030" fmla="*/ 4420046 w 4752801"/>
              <a:gd name="connsiteY13030" fmla="*/ 1298638 h 2767298"/>
              <a:gd name="connsiteX13031" fmla="*/ 4422070 w 4752801"/>
              <a:gd name="connsiteY13031" fmla="*/ 1295400 h 2767298"/>
              <a:gd name="connsiteX13032" fmla="*/ 4423284 w 4752801"/>
              <a:gd name="connsiteY13032" fmla="*/ 1294995 h 2767298"/>
              <a:gd name="connsiteX13033" fmla="*/ 4342726 w 4752801"/>
              <a:gd name="connsiteY13033" fmla="*/ 1294995 h 2767298"/>
              <a:gd name="connsiteX13034" fmla="*/ 4346370 w 4752801"/>
              <a:gd name="connsiteY13034" fmla="*/ 1294995 h 2767298"/>
              <a:gd name="connsiteX13035" fmla="*/ 4347584 w 4752801"/>
              <a:gd name="connsiteY13035" fmla="*/ 1295400 h 2767298"/>
              <a:gd name="connsiteX13036" fmla="*/ 4349608 w 4752801"/>
              <a:gd name="connsiteY13036" fmla="*/ 1298638 h 2767298"/>
              <a:gd name="connsiteX13037" fmla="*/ 4349608 w 4752801"/>
              <a:gd name="connsiteY13037" fmla="*/ 1299853 h 2767298"/>
              <a:gd name="connsiteX13038" fmla="*/ 4347584 w 4752801"/>
              <a:gd name="connsiteY13038" fmla="*/ 1303091 h 2767298"/>
              <a:gd name="connsiteX13039" fmla="*/ 4346370 w 4752801"/>
              <a:gd name="connsiteY13039" fmla="*/ 1303496 h 2767298"/>
              <a:gd name="connsiteX13040" fmla="*/ 4342726 w 4752801"/>
              <a:gd name="connsiteY13040" fmla="*/ 1303496 h 2767298"/>
              <a:gd name="connsiteX13041" fmla="*/ 4341512 w 4752801"/>
              <a:gd name="connsiteY13041" fmla="*/ 1303091 h 2767298"/>
              <a:gd name="connsiteX13042" fmla="*/ 4339488 w 4752801"/>
              <a:gd name="connsiteY13042" fmla="*/ 1299853 h 2767298"/>
              <a:gd name="connsiteX13043" fmla="*/ 4339488 w 4752801"/>
              <a:gd name="connsiteY13043" fmla="*/ 1298638 h 2767298"/>
              <a:gd name="connsiteX13044" fmla="*/ 4341512 w 4752801"/>
              <a:gd name="connsiteY13044" fmla="*/ 1295400 h 2767298"/>
              <a:gd name="connsiteX13045" fmla="*/ 4342726 w 4752801"/>
              <a:gd name="connsiteY13045" fmla="*/ 1294995 h 2767298"/>
              <a:gd name="connsiteX13046" fmla="*/ 3978799 w 4752801"/>
              <a:gd name="connsiteY13046" fmla="*/ 1294995 h 2767298"/>
              <a:gd name="connsiteX13047" fmla="*/ 3982038 w 4752801"/>
              <a:gd name="connsiteY13047" fmla="*/ 1294995 h 2767298"/>
              <a:gd name="connsiteX13048" fmla="*/ 3983252 w 4752801"/>
              <a:gd name="connsiteY13048" fmla="*/ 1295805 h 2767298"/>
              <a:gd name="connsiteX13049" fmla="*/ 3984872 w 4752801"/>
              <a:gd name="connsiteY13049" fmla="*/ 1298638 h 2767298"/>
              <a:gd name="connsiteX13050" fmla="*/ 3984872 w 4752801"/>
              <a:gd name="connsiteY13050" fmla="*/ 1299853 h 2767298"/>
              <a:gd name="connsiteX13051" fmla="*/ 3983252 w 4752801"/>
              <a:gd name="connsiteY13051" fmla="*/ 1302687 h 2767298"/>
              <a:gd name="connsiteX13052" fmla="*/ 3982038 w 4752801"/>
              <a:gd name="connsiteY13052" fmla="*/ 1303496 h 2767298"/>
              <a:gd name="connsiteX13053" fmla="*/ 3978799 w 4752801"/>
              <a:gd name="connsiteY13053" fmla="*/ 1303496 h 2767298"/>
              <a:gd name="connsiteX13054" fmla="*/ 3977585 w 4752801"/>
              <a:gd name="connsiteY13054" fmla="*/ 1302687 h 2767298"/>
              <a:gd name="connsiteX13055" fmla="*/ 3975966 w 4752801"/>
              <a:gd name="connsiteY13055" fmla="*/ 1299853 h 2767298"/>
              <a:gd name="connsiteX13056" fmla="*/ 3975966 w 4752801"/>
              <a:gd name="connsiteY13056" fmla="*/ 1298638 h 2767298"/>
              <a:gd name="connsiteX13057" fmla="*/ 3977585 w 4752801"/>
              <a:gd name="connsiteY13057" fmla="*/ 1295805 h 2767298"/>
              <a:gd name="connsiteX13058" fmla="*/ 3978799 w 4752801"/>
              <a:gd name="connsiteY13058" fmla="*/ 1294995 h 2767298"/>
              <a:gd name="connsiteX13059" fmla="*/ 3735102 w 4752801"/>
              <a:gd name="connsiteY13059" fmla="*/ 1294995 h 2767298"/>
              <a:gd name="connsiteX13060" fmla="*/ 3739150 w 4752801"/>
              <a:gd name="connsiteY13060" fmla="*/ 1294995 h 2767298"/>
              <a:gd name="connsiteX13061" fmla="*/ 3740364 w 4752801"/>
              <a:gd name="connsiteY13061" fmla="*/ 1295400 h 2767298"/>
              <a:gd name="connsiteX13062" fmla="*/ 3742389 w 4752801"/>
              <a:gd name="connsiteY13062" fmla="*/ 1298638 h 2767298"/>
              <a:gd name="connsiteX13063" fmla="*/ 3742389 w 4752801"/>
              <a:gd name="connsiteY13063" fmla="*/ 1299853 h 2767298"/>
              <a:gd name="connsiteX13064" fmla="*/ 3740364 w 4752801"/>
              <a:gd name="connsiteY13064" fmla="*/ 1303091 h 2767298"/>
              <a:gd name="connsiteX13065" fmla="*/ 3739150 w 4752801"/>
              <a:gd name="connsiteY13065" fmla="*/ 1303496 h 2767298"/>
              <a:gd name="connsiteX13066" fmla="*/ 3735102 w 4752801"/>
              <a:gd name="connsiteY13066" fmla="*/ 1303496 h 2767298"/>
              <a:gd name="connsiteX13067" fmla="*/ 3733888 w 4752801"/>
              <a:gd name="connsiteY13067" fmla="*/ 1303091 h 2767298"/>
              <a:gd name="connsiteX13068" fmla="*/ 3731864 w 4752801"/>
              <a:gd name="connsiteY13068" fmla="*/ 1299853 h 2767298"/>
              <a:gd name="connsiteX13069" fmla="*/ 3731864 w 4752801"/>
              <a:gd name="connsiteY13069" fmla="*/ 1298638 h 2767298"/>
              <a:gd name="connsiteX13070" fmla="*/ 3733888 w 4752801"/>
              <a:gd name="connsiteY13070" fmla="*/ 1295400 h 2767298"/>
              <a:gd name="connsiteX13071" fmla="*/ 3735102 w 4752801"/>
              <a:gd name="connsiteY13071" fmla="*/ 1294995 h 2767298"/>
              <a:gd name="connsiteX13072" fmla="*/ 3047326 w 4752801"/>
              <a:gd name="connsiteY13072" fmla="*/ 1294995 h 2767298"/>
              <a:gd name="connsiteX13073" fmla="*/ 3051779 w 4752801"/>
              <a:gd name="connsiteY13073" fmla="*/ 1294995 h 2767298"/>
              <a:gd name="connsiteX13074" fmla="*/ 3054207 w 4752801"/>
              <a:gd name="connsiteY13074" fmla="*/ 1299043 h 2767298"/>
              <a:gd name="connsiteX13075" fmla="*/ 3051779 w 4752801"/>
              <a:gd name="connsiteY13075" fmla="*/ 1303091 h 2767298"/>
              <a:gd name="connsiteX13076" fmla="*/ 3047326 w 4752801"/>
              <a:gd name="connsiteY13076" fmla="*/ 1303091 h 2767298"/>
              <a:gd name="connsiteX13077" fmla="*/ 3044897 w 4752801"/>
              <a:gd name="connsiteY13077" fmla="*/ 1299043 h 2767298"/>
              <a:gd name="connsiteX13078" fmla="*/ 4383207 w 4752801"/>
              <a:gd name="connsiteY13078" fmla="*/ 1294590 h 2767298"/>
              <a:gd name="connsiteX13079" fmla="*/ 4386851 w 4752801"/>
              <a:gd name="connsiteY13079" fmla="*/ 1294590 h 2767298"/>
              <a:gd name="connsiteX13080" fmla="*/ 4388065 w 4752801"/>
              <a:gd name="connsiteY13080" fmla="*/ 1294995 h 2767298"/>
              <a:gd name="connsiteX13081" fmla="*/ 4390089 w 4752801"/>
              <a:gd name="connsiteY13081" fmla="*/ 1298233 h 2767298"/>
              <a:gd name="connsiteX13082" fmla="*/ 4390089 w 4752801"/>
              <a:gd name="connsiteY13082" fmla="*/ 1299448 h 2767298"/>
              <a:gd name="connsiteX13083" fmla="*/ 4388065 w 4752801"/>
              <a:gd name="connsiteY13083" fmla="*/ 1302686 h 2767298"/>
              <a:gd name="connsiteX13084" fmla="*/ 4386851 w 4752801"/>
              <a:gd name="connsiteY13084" fmla="*/ 1303091 h 2767298"/>
              <a:gd name="connsiteX13085" fmla="*/ 4383207 w 4752801"/>
              <a:gd name="connsiteY13085" fmla="*/ 1303091 h 2767298"/>
              <a:gd name="connsiteX13086" fmla="*/ 4381993 w 4752801"/>
              <a:gd name="connsiteY13086" fmla="*/ 1302686 h 2767298"/>
              <a:gd name="connsiteX13087" fmla="*/ 4379969 w 4752801"/>
              <a:gd name="connsiteY13087" fmla="*/ 1299448 h 2767298"/>
              <a:gd name="connsiteX13088" fmla="*/ 4379969 w 4752801"/>
              <a:gd name="connsiteY13088" fmla="*/ 1298233 h 2767298"/>
              <a:gd name="connsiteX13089" fmla="*/ 4381993 w 4752801"/>
              <a:gd name="connsiteY13089" fmla="*/ 1294995 h 2767298"/>
              <a:gd name="connsiteX13090" fmla="*/ 4383207 w 4752801"/>
              <a:gd name="connsiteY13090" fmla="*/ 1294590 h 2767298"/>
              <a:gd name="connsiteX13091" fmla="*/ 4261764 w 4752801"/>
              <a:gd name="connsiteY13091" fmla="*/ 1294590 h 2767298"/>
              <a:gd name="connsiteX13092" fmla="*/ 4265407 w 4752801"/>
              <a:gd name="connsiteY13092" fmla="*/ 1294590 h 2767298"/>
              <a:gd name="connsiteX13093" fmla="*/ 4266621 w 4752801"/>
              <a:gd name="connsiteY13093" fmla="*/ 1294995 h 2767298"/>
              <a:gd name="connsiteX13094" fmla="*/ 4268240 w 4752801"/>
              <a:gd name="connsiteY13094" fmla="*/ 1298233 h 2767298"/>
              <a:gd name="connsiteX13095" fmla="*/ 4268240 w 4752801"/>
              <a:gd name="connsiteY13095" fmla="*/ 1299448 h 2767298"/>
              <a:gd name="connsiteX13096" fmla="*/ 4266621 w 4752801"/>
              <a:gd name="connsiteY13096" fmla="*/ 1302686 h 2767298"/>
              <a:gd name="connsiteX13097" fmla="*/ 4265407 w 4752801"/>
              <a:gd name="connsiteY13097" fmla="*/ 1303496 h 2767298"/>
              <a:gd name="connsiteX13098" fmla="*/ 4261764 w 4752801"/>
              <a:gd name="connsiteY13098" fmla="*/ 1303496 h 2767298"/>
              <a:gd name="connsiteX13099" fmla="*/ 4260549 w 4752801"/>
              <a:gd name="connsiteY13099" fmla="*/ 1302686 h 2767298"/>
              <a:gd name="connsiteX13100" fmla="*/ 4258930 w 4752801"/>
              <a:gd name="connsiteY13100" fmla="*/ 1299448 h 2767298"/>
              <a:gd name="connsiteX13101" fmla="*/ 4258930 w 4752801"/>
              <a:gd name="connsiteY13101" fmla="*/ 1298233 h 2767298"/>
              <a:gd name="connsiteX13102" fmla="*/ 4260549 w 4752801"/>
              <a:gd name="connsiteY13102" fmla="*/ 1294995 h 2767298"/>
              <a:gd name="connsiteX13103" fmla="*/ 4261764 w 4752801"/>
              <a:gd name="connsiteY13103" fmla="*/ 1294590 h 2767298"/>
              <a:gd name="connsiteX13104" fmla="*/ 4099838 w 4752801"/>
              <a:gd name="connsiteY13104" fmla="*/ 1294590 h 2767298"/>
              <a:gd name="connsiteX13105" fmla="*/ 4103482 w 4752801"/>
              <a:gd name="connsiteY13105" fmla="*/ 1294590 h 2767298"/>
              <a:gd name="connsiteX13106" fmla="*/ 4104696 w 4752801"/>
              <a:gd name="connsiteY13106" fmla="*/ 1294995 h 2767298"/>
              <a:gd name="connsiteX13107" fmla="*/ 4106720 w 4752801"/>
              <a:gd name="connsiteY13107" fmla="*/ 1298233 h 2767298"/>
              <a:gd name="connsiteX13108" fmla="*/ 4106720 w 4752801"/>
              <a:gd name="connsiteY13108" fmla="*/ 1299448 h 2767298"/>
              <a:gd name="connsiteX13109" fmla="*/ 4104696 w 4752801"/>
              <a:gd name="connsiteY13109" fmla="*/ 1302686 h 2767298"/>
              <a:gd name="connsiteX13110" fmla="*/ 4103482 w 4752801"/>
              <a:gd name="connsiteY13110" fmla="*/ 1303091 h 2767298"/>
              <a:gd name="connsiteX13111" fmla="*/ 4099838 w 4752801"/>
              <a:gd name="connsiteY13111" fmla="*/ 1303091 h 2767298"/>
              <a:gd name="connsiteX13112" fmla="*/ 4098624 w 4752801"/>
              <a:gd name="connsiteY13112" fmla="*/ 1302686 h 2767298"/>
              <a:gd name="connsiteX13113" fmla="*/ 4096600 w 4752801"/>
              <a:gd name="connsiteY13113" fmla="*/ 1299448 h 2767298"/>
              <a:gd name="connsiteX13114" fmla="*/ 4096600 w 4752801"/>
              <a:gd name="connsiteY13114" fmla="*/ 1298233 h 2767298"/>
              <a:gd name="connsiteX13115" fmla="*/ 4098624 w 4752801"/>
              <a:gd name="connsiteY13115" fmla="*/ 1294995 h 2767298"/>
              <a:gd name="connsiteX13116" fmla="*/ 4099838 w 4752801"/>
              <a:gd name="connsiteY13116" fmla="*/ 1294590 h 2767298"/>
              <a:gd name="connsiteX13117" fmla="*/ 4545133 w 4752801"/>
              <a:gd name="connsiteY13117" fmla="*/ 1294186 h 2767298"/>
              <a:gd name="connsiteX13118" fmla="*/ 4548776 w 4752801"/>
              <a:gd name="connsiteY13118" fmla="*/ 1294186 h 2767298"/>
              <a:gd name="connsiteX13119" fmla="*/ 4549990 w 4752801"/>
              <a:gd name="connsiteY13119" fmla="*/ 1294995 h 2767298"/>
              <a:gd name="connsiteX13120" fmla="*/ 4551609 w 4752801"/>
              <a:gd name="connsiteY13120" fmla="*/ 1298234 h 2767298"/>
              <a:gd name="connsiteX13121" fmla="*/ 4551609 w 4752801"/>
              <a:gd name="connsiteY13121" fmla="*/ 1299449 h 2767298"/>
              <a:gd name="connsiteX13122" fmla="*/ 4549990 w 4752801"/>
              <a:gd name="connsiteY13122" fmla="*/ 1302687 h 2767298"/>
              <a:gd name="connsiteX13123" fmla="*/ 4548776 w 4752801"/>
              <a:gd name="connsiteY13123" fmla="*/ 1303497 h 2767298"/>
              <a:gd name="connsiteX13124" fmla="*/ 4545133 w 4752801"/>
              <a:gd name="connsiteY13124" fmla="*/ 1303497 h 2767298"/>
              <a:gd name="connsiteX13125" fmla="*/ 4543918 w 4752801"/>
              <a:gd name="connsiteY13125" fmla="*/ 1302687 h 2767298"/>
              <a:gd name="connsiteX13126" fmla="*/ 4542299 w 4752801"/>
              <a:gd name="connsiteY13126" fmla="*/ 1299449 h 2767298"/>
              <a:gd name="connsiteX13127" fmla="*/ 4542299 w 4752801"/>
              <a:gd name="connsiteY13127" fmla="*/ 1298234 h 2767298"/>
              <a:gd name="connsiteX13128" fmla="*/ 4543918 w 4752801"/>
              <a:gd name="connsiteY13128" fmla="*/ 1294995 h 2767298"/>
              <a:gd name="connsiteX13129" fmla="*/ 4545133 w 4752801"/>
              <a:gd name="connsiteY13129" fmla="*/ 1294186 h 2767298"/>
              <a:gd name="connsiteX13130" fmla="*/ 4504651 w 4752801"/>
              <a:gd name="connsiteY13130" fmla="*/ 1294186 h 2767298"/>
              <a:gd name="connsiteX13131" fmla="*/ 4508699 w 4752801"/>
              <a:gd name="connsiteY13131" fmla="*/ 1294186 h 2767298"/>
              <a:gd name="connsiteX13132" fmla="*/ 4509913 w 4752801"/>
              <a:gd name="connsiteY13132" fmla="*/ 1294591 h 2767298"/>
              <a:gd name="connsiteX13133" fmla="*/ 4511938 w 4752801"/>
              <a:gd name="connsiteY13133" fmla="*/ 1298234 h 2767298"/>
              <a:gd name="connsiteX13134" fmla="*/ 4511938 w 4752801"/>
              <a:gd name="connsiteY13134" fmla="*/ 1299449 h 2767298"/>
              <a:gd name="connsiteX13135" fmla="*/ 4509913 w 4752801"/>
              <a:gd name="connsiteY13135" fmla="*/ 1303092 h 2767298"/>
              <a:gd name="connsiteX13136" fmla="*/ 4508699 w 4752801"/>
              <a:gd name="connsiteY13136" fmla="*/ 1303497 h 2767298"/>
              <a:gd name="connsiteX13137" fmla="*/ 4504651 w 4752801"/>
              <a:gd name="connsiteY13137" fmla="*/ 1303497 h 2767298"/>
              <a:gd name="connsiteX13138" fmla="*/ 4503437 w 4752801"/>
              <a:gd name="connsiteY13138" fmla="*/ 1303092 h 2767298"/>
              <a:gd name="connsiteX13139" fmla="*/ 4501413 w 4752801"/>
              <a:gd name="connsiteY13139" fmla="*/ 1299449 h 2767298"/>
              <a:gd name="connsiteX13140" fmla="*/ 4501413 w 4752801"/>
              <a:gd name="connsiteY13140" fmla="*/ 1298234 h 2767298"/>
              <a:gd name="connsiteX13141" fmla="*/ 4503437 w 4752801"/>
              <a:gd name="connsiteY13141" fmla="*/ 1294591 h 2767298"/>
              <a:gd name="connsiteX13142" fmla="*/ 4504651 w 4752801"/>
              <a:gd name="connsiteY13142" fmla="*/ 1294186 h 2767298"/>
              <a:gd name="connsiteX13143" fmla="*/ 4221282 w 4752801"/>
              <a:gd name="connsiteY13143" fmla="*/ 1294186 h 2767298"/>
              <a:gd name="connsiteX13144" fmla="*/ 4225330 w 4752801"/>
              <a:gd name="connsiteY13144" fmla="*/ 1294186 h 2767298"/>
              <a:gd name="connsiteX13145" fmla="*/ 4226544 w 4752801"/>
              <a:gd name="connsiteY13145" fmla="*/ 1294591 h 2767298"/>
              <a:gd name="connsiteX13146" fmla="*/ 4228569 w 4752801"/>
              <a:gd name="connsiteY13146" fmla="*/ 1298234 h 2767298"/>
              <a:gd name="connsiteX13147" fmla="*/ 4228569 w 4752801"/>
              <a:gd name="connsiteY13147" fmla="*/ 1299449 h 2767298"/>
              <a:gd name="connsiteX13148" fmla="*/ 4226544 w 4752801"/>
              <a:gd name="connsiteY13148" fmla="*/ 1303092 h 2767298"/>
              <a:gd name="connsiteX13149" fmla="*/ 4225330 w 4752801"/>
              <a:gd name="connsiteY13149" fmla="*/ 1303901 h 2767298"/>
              <a:gd name="connsiteX13150" fmla="*/ 4221282 w 4752801"/>
              <a:gd name="connsiteY13150" fmla="*/ 1303901 h 2767298"/>
              <a:gd name="connsiteX13151" fmla="*/ 4220068 w 4752801"/>
              <a:gd name="connsiteY13151" fmla="*/ 1303092 h 2767298"/>
              <a:gd name="connsiteX13152" fmla="*/ 4218044 w 4752801"/>
              <a:gd name="connsiteY13152" fmla="*/ 1299449 h 2767298"/>
              <a:gd name="connsiteX13153" fmla="*/ 4218044 w 4752801"/>
              <a:gd name="connsiteY13153" fmla="*/ 1298234 h 2767298"/>
              <a:gd name="connsiteX13154" fmla="*/ 4220068 w 4752801"/>
              <a:gd name="connsiteY13154" fmla="*/ 1294591 h 2767298"/>
              <a:gd name="connsiteX13155" fmla="*/ 4221282 w 4752801"/>
              <a:gd name="connsiteY13155" fmla="*/ 1294186 h 2767298"/>
              <a:gd name="connsiteX13156" fmla="*/ 4180801 w 4752801"/>
              <a:gd name="connsiteY13156" fmla="*/ 1294186 h 2767298"/>
              <a:gd name="connsiteX13157" fmla="*/ 4184849 w 4752801"/>
              <a:gd name="connsiteY13157" fmla="*/ 1294186 h 2767298"/>
              <a:gd name="connsiteX13158" fmla="*/ 4186063 w 4752801"/>
              <a:gd name="connsiteY13158" fmla="*/ 1294591 h 2767298"/>
              <a:gd name="connsiteX13159" fmla="*/ 4188088 w 4752801"/>
              <a:gd name="connsiteY13159" fmla="*/ 1298234 h 2767298"/>
              <a:gd name="connsiteX13160" fmla="*/ 4188088 w 4752801"/>
              <a:gd name="connsiteY13160" fmla="*/ 1299449 h 2767298"/>
              <a:gd name="connsiteX13161" fmla="*/ 4186063 w 4752801"/>
              <a:gd name="connsiteY13161" fmla="*/ 1303092 h 2767298"/>
              <a:gd name="connsiteX13162" fmla="*/ 4184849 w 4752801"/>
              <a:gd name="connsiteY13162" fmla="*/ 1303901 h 2767298"/>
              <a:gd name="connsiteX13163" fmla="*/ 4180801 w 4752801"/>
              <a:gd name="connsiteY13163" fmla="*/ 1303901 h 2767298"/>
              <a:gd name="connsiteX13164" fmla="*/ 4179587 w 4752801"/>
              <a:gd name="connsiteY13164" fmla="*/ 1303092 h 2767298"/>
              <a:gd name="connsiteX13165" fmla="*/ 4177563 w 4752801"/>
              <a:gd name="connsiteY13165" fmla="*/ 1299449 h 2767298"/>
              <a:gd name="connsiteX13166" fmla="*/ 4177563 w 4752801"/>
              <a:gd name="connsiteY13166" fmla="*/ 1298234 h 2767298"/>
              <a:gd name="connsiteX13167" fmla="*/ 4179587 w 4752801"/>
              <a:gd name="connsiteY13167" fmla="*/ 1294591 h 2767298"/>
              <a:gd name="connsiteX13168" fmla="*/ 4180801 w 4752801"/>
              <a:gd name="connsiteY13168" fmla="*/ 1294186 h 2767298"/>
              <a:gd name="connsiteX13169" fmla="*/ 4140320 w 4752801"/>
              <a:gd name="connsiteY13169" fmla="*/ 1294186 h 2767298"/>
              <a:gd name="connsiteX13170" fmla="*/ 4143963 w 4752801"/>
              <a:gd name="connsiteY13170" fmla="*/ 1294186 h 2767298"/>
              <a:gd name="connsiteX13171" fmla="*/ 4145177 w 4752801"/>
              <a:gd name="connsiteY13171" fmla="*/ 1294995 h 2767298"/>
              <a:gd name="connsiteX13172" fmla="*/ 4146796 w 4752801"/>
              <a:gd name="connsiteY13172" fmla="*/ 1298234 h 2767298"/>
              <a:gd name="connsiteX13173" fmla="*/ 4146796 w 4752801"/>
              <a:gd name="connsiteY13173" fmla="*/ 1299449 h 2767298"/>
              <a:gd name="connsiteX13174" fmla="*/ 4145177 w 4752801"/>
              <a:gd name="connsiteY13174" fmla="*/ 1302687 h 2767298"/>
              <a:gd name="connsiteX13175" fmla="*/ 4143963 w 4752801"/>
              <a:gd name="connsiteY13175" fmla="*/ 1303497 h 2767298"/>
              <a:gd name="connsiteX13176" fmla="*/ 4140320 w 4752801"/>
              <a:gd name="connsiteY13176" fmla="*/ 1303497 h 2767298"/>
              <a:gd name="connsiteX13177" fmla="*/ 4139105 w 4752801"/>
              <a:gd name="connsiteY13177" fmla="*/ 1302687 h 2767298"/>
              <a:gd name="connsiteX13178" fmla="*/ 4137486 w 4752801"/>
              <a:gd name="connsiteY13178" fmla="*/ 1299449 h 2767298"/>
              <a:gd name="connsiteX13179" fmla="*/ 4137486 w 4752801"/>
              <a:gd name="connsiteY13179" fmla="*/ 1298234 h 2767298"/>
              <a:gd name="connsiteX13180" fmla="*/ 4139105 w 4752801"/>
              <a:gd name="connsiteY13180" fmla="*/ 1294995 h 2767298"/>
              <a:gd name="connsiteX13181" fmla="*/ 4140320 w 4752801"/>
              <a:gd name="connsiteY13181" fmla="*/ 1294186 h 2767298"/>
              <a:gd name="connsiteX13182" fmla="*/ 4059358 w 4752801"/>
              <a:gd name="connsiteY13182" fmla="*/ 1294186 h 2767298"/>
              <a:gd name="connsiteX13183" fmla="*/ 4063001 w 4752801"/>
              <a:gd name="connsiteY13183" fmla="*/ 1294186 h 2767298"/>
              <a:gd name="connsiteX13184" fmla="*/ 4064215 w 4752801"/>
              <a:gd name="connsiteY13184" fmla="*/ 1294995 h 2767298"/>
              <a:gd name="connsiteX13185" fmla="*/ 4065834 w 4752801"/>
              <a:gd name="connsiteY13185" fmla="*/ 1298234 h 2767298"/>
              <a:gd name="connsiteX13186" fmla="*/ 4065834 w 4752801"/>
              <a:gd name="connsiteY13186" fmla="*/ 1299449 h 2767298"/>
              <a:gd name="connsiteX13187" fmla="*/ 4064215 w 4752801"/>
              <a:gd name="connsiteY13187" fmla="*/ 1302687 h 2767298"/>
              <a:gd name="connsiteX13188" fmla="*/ 4063001 w 4752801"/>
              <a:gd name="connsiteY13188" fmla="*/ 1303497 h 2767298"/>
              <a:gd name="connsiteX13189" fmla="*/ 4059358 w 4752801"/>
              <a:gd name="connsiteY13189" fmla="*/ 1303497 h 2767298"/>
              <a:gd name="connsiteX13190" fmla="*/ 4058143 w 4752801"/>
              <a:gd name="connsiteY13190" fmla="*/ 1302687 h 2767298"/>
              <a:gd name="connsiteX13191" fmla="*/ 4056524 w 4752801"/>
              <a:gd name="connsiteY13191" fmla="*/ 1299449 h 2767298"/>
              <a:gd name="connsiteX13192" fmla="*/ 4056524 w 4752801"/>
              <a:gd name="connsiteY13192" fmla="*/ 1298234 h 2767298"/>
              <a:gd name="connsiteX13193" fmla="*/ 4058143 w 4752801"/>
              <a:gd name="connsiteY13193" fmla="*/ 1294995 h 2767298"/>
              <a:gd name="connsiteX13194" fmla="*/ 4059358 w 4752801"/>
              <a:gd name="connsiteY13194" fmla="*/ 1294186 h 2767298"/>
              <a:gd name="connsiteX13195" fmla="*/ 4302245 w 4752801"/>
              <a:gd name="connsiteY13195" fmla="*/ 1293781 h 2767298"/>
              <a:gd name="connsiteX13196" fmla="*/ 4306293 w 4752801"/>
              <a:gd name="connsiteY13196" fmla="*/ 1293781 h 2767298"/>
              <a:gd name="connsiteX13197" fmla="*/ 4307507 w 4752801"/>
              <a:gd name="connsiteY13197" fmla="*/ 1294591 h 2767298"/>
              <a:gd name="connsiteX13198" fmla="*/ 4309532 w 4752801"/>
              <a:gd name="connsiteY13198" fmla="*/ 1298234 h 2767298"/>
              <a:gd name="connsiteX13199" fmla="*/ 4309532 w 4752801"/>
              <a:gd name="connsiteY13199" fmla="*/ 1299448 h 2767298"/>
              <a:gd name="connsiteX13200" fmla="*/ 4307507 w 4752801"/>
              <a:gd name="connsiteY13200" fmla="*/ 1303092 h 2767298"/>
              <a:gd name="connsiteX13201" fmla="*/ 4306293 w 4752801"/>
              <a:gd name="connsiteY13201" fmla="*/ 1303901 h 2767298"/>
              <a:gd name="connsiteX13202" fmla="*/ 4302245 w 4752801"/>
              <a:gd name="connsiteY13202" fmla="*/ 1303901 h 2767298"/>
              <a:gd name="connsiteX13203" fmla="*/ 4301031 w 4752801"/>
              <a:gd name="connsiteY13203" fmla="*/ 1303092 h 2767298"/>
              <a:gd name="connsiteX13204" fmla="*/ 4299007 w 4752801"/>
              <a:gd name="connsiteY13204" fmla="*/ 1299448 h 2767298"/>
              <a:gd name="connsiteX13205" fmla="*/ 4299007 w 4752801"/>
              <a:gd name="connsiteY13205" fmla="*/ 1298234 h 2767298"/>
              <a:gd name="connsiteX13206" fmla="*/ 4301031 w 4752801"/>
              <a:gd name="connsiteY13206" fmla="*/ 1294591 h 2767298"/>
              <a:gd name="connsiteX13207" fmla="*/ 4302245 w 4752801"/>
              <a:gd name="connsiteY13207" fmla="*/ 1293781 h 2767298"/>
              <a:gd name="connsiteX13208" fmla="*/ 3775988 w 4752801"/>
              <a:gd name="connsiteY13208" fmla="*/ 1293781 h 2767298"/>
              <a:gd name="connsiteX13209" fmla="*/ 3780036 w 4752801"/>
              <a:gd name="connsiteY13209" fmla="*/ 1293781 h 2767298"/>
              <a:gd name="connsiteX13210" fmla="*/ 3781250 w 4752801"/>
              <a:gd name="connsiteY13210" fmla="*/ 1294591 h 2767298"/>
              <a:gd name="connsiteX13211" fmla="*/ 3783275 w 4752801"/>
              <a:gd name="connsiteY13211" fmla="*/ 1298234 h 2767298"/>
              <a:gd name="connsiteX13212" fmla="*/ 3783275 w 4752801"/>
              <a:gd name="connsiteY13212" fmla="*/ 1299448 h 2767298"/>
              <a:gd name="connsiteX13213" fmla="*/ 3781250 w 4752801"/>
              <a:gd name="connsiteY13213" fmla="*/ 1303092 h 2767298"/>
              <a:gd name="connsiteX13214" fmla="*/ 3780036 w 4752801"/>
              <a:gd name="connsiteY13214" fmla="*/ 1303901 h 2767298"/>
              <a:gd name="connsiteX13215" fmla="*/ 3775988 w 4752801"/>
              <a:gd name="connsiteY13215" fmla="*/ 1303901 h 2767298"/>
              <a:gd name="connsiteX13216" fmla="*/ 3774774 w 4752801"/>
              <a:gd name="connsiteY13216" fmla="*/ 1303092 h 2767298"/>
              <a:gd name="connsiteX13217" fmla="*/ 3772750 w 4752801"/>
              <a:gd name="connsiteY13217" fmla="*/ 1299448 h 2767298"/>
              <a:gd name="connsiteX13218" fmla="*/ 3772750 w 4752801"/>
              <a:gd name="connsiteY13218" fmla="*/ 1298234 h 2767298"/>
              <a:gd name="connsiteX13219" fmla="*/ 3774774 w 4752801"/>
              <a:gd name="connsiteY13219" fmla="*/ 1294591 h 2767298"/>
              <a:gd name="connsiteX13220" fmla="*/ 3775988 w 4752801"/>
              <a:gd name="connsiteY13220" fmla="*/ 1293781 h 2767298"/>
              <a:gd name="connsiteX13221" fmla="*/ 3006440 w 4752801"/>
              <a:gd name="connsiteY13221" fmla="*/ 1293781 h 2767298"/>
              <a:gd name="connsiteX13222" fmla="*/ 3010893 w 4752801"/>
              <a:gd name="connsiteY13222" fmla="*/ 1293781 h 2767298"/>
              <a:gd name="connsiteX13223" fmla="*/ 3012107 w 4752801"/>
              <a:gd name="connsiteY13223" fmla="*/ 1294186 h 2767298"/>
              <a:gd name="connsiteX13224" fmla="*/ 3014536 w 4752801"/>
              <a:gd name="connsiteY13224" fmla="*/ 1298234 h 2767298"/>
              <a:gd name="connsiteX13225" fmla="*/ 3014536 w 4752801"/>
              <a:gd name="connsiteY13225" fmla="*/ 1299448 h 2767298"/>
              <a:gd name="connsiteX13226" fmla="*/ 3012107 w 4752801"/>
              <a:gd name="connsiteY13226" fmla="*/ 1303497 h 2767298"/>
              <a:gd name="connsiteX13227" fmla="*/ 3010893 w 4752801"/>
              <a:gd name="connsiteY13227" fmla="*/ 1304306 h 2767298"/>
              <a:gd name="connsiteX13228" fmla="*/ 3006440 w 4752801"/>
              <a:gd name="connsiteY13228" fmla="*/ 1304306 h 2767298"/>
              <a:gd name="connsiteX13229" fmla="*/ 3005225 w 4752801"/>
              <a:gd name="connsiteY13229" fmla="*/ 1303497 h 2767298"/>
              <a:gd name="connsiteX13230" fmla="*/ 3002797 w 4752801"/>
              <a:gd name="connsiteY13230" fmla="*/ 1299448 h 2767298"/>
              <a:gd name="connsiteX13231" fmla="*/ 3002797 w 4752801"/>
              <a:gd name="connsiteY13231" fmla="*/ 1298234 h 2767298"/>
              <a:gd name="connsiteX13232" fmla="*/ 3005225 w 4752801"/>
              <a:gd name="connsiteY13232" fmla="*/ 1294186 h 2767298"/>
              <a:gd name="connsiteX13233" fmla="*/ 3006440 w 4752801"/>
              <a:gd name="connsiteY13233" fmla="*/ 1293781 h 2767298"/>
              <a:gd name="connsiteX13234" fmla="*/ 3816065 w 4752801"/>
              <a:gd name="connsiteY13234" fmla="*/ 1292971 h 2767298"/>
              <a:gd name="connsiteX13235" fmla="*/ 3820922 w 4752801"/>
              <a:gd name="connsiteY13235" fmla="*/ 1292971 h 2767298"/>
              <a:gd name="connsiteX13236" fmla="*/ 3822137 w 4752801"/>
              <a:gd name="connsiteY13236" fmla="*/ 1293781 h 2767298"/>
              <a:gd name="connsiteX13237" fmla="*/ 3824566 w 4752801"/>
              <a:gd name="connsiteY13237" fmla="*/ 1298234 h 2767298"/>
              <a:gd name="connsiteX13238" fmla="*/ 3824566 w 4752801"/>
              <a:gd name="connsiteY13238" fmla="*/ 1299448 h 2767298"/>
              <a:gd name="connsiteX13239" fmla="*/ 3822137 w 4752801"/>
              <a:gd name="connsiteY13239" fmla="*/ 1303901 h 2767298"/>
              <a:gd name="connsiteX13240" fmla="*/ 3820922 w 4752801"/>
              <a:gd name="connsiteY13240" fmla="*/ 1304306 h 2767298"/>
              <a:gd name="connsiteX13241" fmla="*/ 3816065 w 4752801"/>
              <a:gd name="connsiteY13241" fmla="*/ 1304306 h 2767298"/>
              <a:gd name="connsiteX13242" fmla="*/ 3814850 w 4752801"/>
              <a:gd name="connsiteY13242" fmla="*/ 1303901 h 2767298"/>
              <a:gd name="connsiteX13243" fmla="*/ 3812422 w 4752801"/>
              <a:gd name="connsiteY13243" fmla="*/ 1299448 h 2767298"/>
              <a:gd name="connsiteX13244" fmla="*/ 3812422 w 4752801"/>
              <a:gd name="connsiteY13244" fmla="*/ 1298234 h 2767298"/>
              <a:gd name="connsiteX13245" fmla="*/ 3814850 w 4752801"/>
              <a:gd name="connsiteY13245" fmla="*/ 1293781 h 2767298"/>
              <a:gd name="connsiteX13246" fmla="*/ 3816065 w 4752801"/>
              <a:gd name="connsiteY13246" fmla="*/ 1292971 h 2767298"/>
              <a:gd name="connsiteX13247" fmla="*/ 3855736 w 4752801"/>
              <a:gd name="connsiteY13247" fmla="*/ 1292566 h 2767298"/>
              <a:gd name="connsiteX13248" fmla="*/ 3861809 w 4752801"/>
              <a:gd name="connsiteY13248" fmla="*/ 1292566 h 2767298"/>
              <a:gd name="connsiteX13249" fmla="*/ 3863023 w 4752801"/>
              <a:gd name="connsiteY13249" fmla="*/ 1293376 h 2767298"/>
              <a:gd name="connsiteX13250" fmla="*/ 3866261 w 4752801"/>
              <a:gd name="connsiteY13250" fmla="*/ 1298638 h 2767298"/>
              <a:gd name="connsiteX13251" fmla="*/ 3866261 w 4752801"/>
              <a:gd name="connsiteY13251" fmla="*/ 1299853 h 2767298"/>
              <a:gd name="connsiteX13252" fmla="*/ 3863023 w 4752801"/>
              <a:gd name="connsiteY13252" fmla="*/ 1305115 h 2767298"/>
              <a:gd name="connsiteX13253" fmla="*/ 3861809 w 4752801"/>
              <a:gd name="connsiteY13253" fmla="*/ 1305925 h 2767298"/>
              <a:gd name="connsiteX13254" fmla="*/ 3855736 w 4752801"/>
              <a:gd name="connsiteY13254" fmla="*/ 1305925 h 2767298"/>
              <a:gd name="connsiteX13255" fmla="*/ 3854522 w 4752801"/>
              <a:gd name="connsiteY13255" fmla="*/ 1305115 h 2767298"/>
              <a:gd name="connsiteX13256" fmla="*/ 3851284 w 4752801"/>
              <a:gd name="connsiteY13256" fmla="*/ 1299853 h 2767298"/>
              <a:gd name="connsiteX13257" fmla="*/ 3851284 w 4752801"/>
              <a:gd name="connsiteY13257" fmla="*/ 1298638 h 2767298"/>
              <a:gd name="connsiteX13258" fmla="*/ 3854522 w 4752801"/>
              <a:gd name="connsiteY13258" fmla="*/ 1293376 h 2767298"/>
              <a:gd name="connsiteX13259" fmla="*/ 3855736 w 4752801"/>
              <a:gd name="connsiteY13259" fmla="*/ 1292566 h 2767298"/>
              <a:gd name="connsiteX13260" fmla="*/ 2965149 w 4752801"/>
              <a:gd name="connsiteY13260" fmla="*/ 1292566 h 2767298"/>
              <a:gd name="connsiteX13261" fmla="*/ 2971222 w 4752801"/>
              <a:gd name="connsiteY13261" fmla="*/ 1292566 h 2767298"/>
              <a:gd name="connsiteX13262" fmla="*/ 2972436 w 4752801"/>
              <a:gd name="connsiteY13262" fmla="*/ 1293376 h 2767298"/>
              <a:gd name="connsiteX13263" fmla="*/ 2975674 w 4752801"/>
              <a:gd name="connsiteY13263" fmla="*/ 1298638 h 2767298"/>
              <a:gd name="connsiteX13264" fmla="*/ 2975674 w 4752801"/>
              <a:gd name="connsiteY13264" fmla="*/ 1299853 h 2767298"/>
              <a:gd name="connsiteX13265" fmla="*/ 2972436 w 4752801"/>
              <a:gd name="connsiteY13265" fmla="*/ 1305115 h 2767298"/>
              <a:gd name="connsiteX13266" fmla="*/ 2971222 w 4752801"/>
              <a:gd name="connsiteY13266" fmla="*/ 1305925 h 2767298"/>
              <a:gd name="connsiteX13267" fmla="*/ 2965149 w 4752801"/>
              <a:gd name="connsiteY13267" fmla="*/ 1305925 h 2767298"/>
              <a:gd name="connsiteX13268" fmla="*/ 2963935 w 4752801"/>
              <a:gd name="connsiteY13268" fmla="*/ 1305115 h 2767298"/>
              <a:gd name="connsiteX13269" fmla="*/ 2960697 w 4752801"/>
              <a:gd name="connsiteY13269" fmla="*/ 1299853 h 2767298"/>
              <a:gd name="connsiteX13270" fmla="*/ 2960697 w 4752801"/>
              <a:gd name="connsiteY13270" fmla="*/ 1298638 h 2767298"/>
              <a:gd name="connsiteX13271" fmla="*/ 2963935 w 4752801"/>
              <a:gd name="connsiteY13271" fmla="*/ 1293376 h 2767298"/>
              <a:gd name="connsiteX13272" fmla="*/ 2965149 w 4752801"/>
              <a:gd name="connsiteY13272" fmla="*/ 1292566 h 2767298"/>
              <a:gd name="connsiteX13273" fmla="*/ 3936294 w 4752801"/>
              <a:gd name="connsiteY13273" fmla="*/ 1291757 h 2767298"/>
              <a:gd name="connsiteX13274" fmla="*/ 3943176 w 4752801"/>
              <a:gd name="connsiteY13274" fmla="*/ 1291757 h 2767298"/>
              <a:gd name="connsiteX13275" fmla="*/ 3944391 w 4752801"/>
              <a:gd name="connsiteY13275" fmla="*/ 1292162 h 2767298"/>
              <a:gd name="connsiteX13276" fmla="*/ 3947629 w 4752801"/>
              <a:gd name="connsiteY13276" fmla="*/ 1298234 h 2767298"/>
              <a:gd name="connsiteX13277" fmla="*/ 3947629 w 4752801"/>
              <a:gd name="connsiteY13277" fmla="*/ 1299449 h 2767298"/>
              <a:gd name="connsiteX13278" fmla="*/ 3944391 w 4752801"/>
              <a:gd name="connsiteY13278" fmla="*/ 1305521 h 2767298"/>
              <a:gd name="connsiteX13279" fmla="*/ 3943176 w 4752801"/>
              <a:gd name="connsiteY13279" fmla="*/ 1305925 h 2767298"/>
              <a:gd name="connsiteX13280" fmla="*/ 3936294 w 4752801"/>
              <a:gd name="connsiteY13280" fmla="*/ 1305925 h 2767298"/>
              <a:gd name="connsiteX13281" fmla="*/ 3935080 w 4752801"/>
              <a:gd name="connsiteY13281" fmla="*/ 1305521 h 2767298"/>
              <a:gd name="connsiteX13282" fmla="*/ 3931842 w 4752801"/>
              <a:gd name="connsiteY13282" fmla="*/ 1299449 h 2767298"/>
              <a:gd name="connsiteX13283" fmla="*/ 3931842 w 4752801"/>
              <a:gd name="connsiteY13283" fmla="*/ 1298234 h 2767298"/>
              <a:gd name="connsiteX13284" fmla="*/ 3935080 w 4752801"/>
              <a:gd name="connsiteY13284" fmla="*/ 1292162 h 2767298"/>
              <a:gd name="connsiteX13285" fmla="*/ 3936294 w 4752801"/>
              <a:gd name="connsiteY13285" fmla="*/ 1291757 h 2767298"/>
              <a:gd name="connsiteX13286" fmla="*/ 3895408 w 4752801"/>
              <a:gd name="connsiteY13286" fmla="*/ 1290947 h 2767298"/>
              <a:gd name="connsiteX13287" fmla="*/ 3903505 w 4752801"/>
              <a:gd name="connsiteY13287" fmla="*/ 1290947 h 2767298"/>
              <a:gd name="connsiteX13288" fmla="*/ 3904719 w 4752801"/>
              <a:gd name="connsiteY13288" fmla="*/ 1291757 h 2767298"/>
              <a:gd name="connsiteX13289" fmla="*/ 3908767 w 4752801"/>
              <a:gd name="connsiteY13289" fmla="*/ 1298639 h 2767298"/>
              <a:gd name="connsiteX13290" fmla="*/ 3908767 w 4752801"/>
              <a:gd name="connsiteY13290" fmla="*/ 1299853 h 2767298"/>
              <a:gd name="connsiteX13291" fmla="*/ 3904719 w 4752801"/>
              <a:gd name="connsiteY13291" fmla="*/ 1306735 h 2767298"/>
              <a:gd name="connsiteX13292" fmla="*/ 3903505 w 4752801"/>
              <a:gd name="connsiteY13292" fmla="*/ 1307544 h 2767298"/>
              <a:gd name="connsiteX13293" fmla="*/ 3895408 w 4752801"/>
              <a:gd name="connsiteY13293" fmla="*/ 1307544 h 2767298"/>
              <a:gd name="connsiteX13294" fmla="*/ 3894194 w 4752801"/>
              <a:gd name="connsiteY13294" fmla="*/ 1306735 h 2767298"/>
              <a:gd name="connsiteX13295" fmla="*/ 3890146 w 4752801"/>
              <a:gd name="connsiteY13295" fmla="*/ 1299853 h 2767298"/>
              <a:gd name="connsiteX13296" fmla="*/ 3890146 w 4752801"/>
              <a:gd name="connsiteY13296" fmla="*/ 1298639 h 2767298"/>
              <a:gd name="connsiteX13297" fmla="*/ 3894194 w 4752801"/>
              <a:gd name="connsiteY13297" fmla="*/ 1291757 h 2767298"/>
              <a:gd name="connsiteX13298" fmla="*/ 3895408 w 4752801"/>
              <a:gd name="connsiteY13298" fmla="*/ 1290947 h 2767298"/>
              <a:gd name="connsiteX13299" fmla="*/ 2923858 w 4752801"/>
              <a:gd name="connsiteY13299" fmla="*/ 1290947 h 2767298"/>
              <a:gd name="connsiteX13300" fmla="*/ 2931955 w 4752801"/>
              <a:gd name="connsiteY13300" fmla="*/ 1290947 h 2767298"/>
              <a:gd name="connsiteX13301" fmla="*/ 2933169 w 4752801"/>
              <a:gd name="connsiteY13301" fmla="*/ 1291757 h 2767298"/>
              <a:gd name="connsiteX13302" fmla="*/ 2937217 w 4752801"/>
              <a:gd name="connsiteY13302" fmla="*/ 1298639 h 2767298"/>
              <a:gd name="connsiteX13303" fmla="*/ 2937217 w 4752801"/>
              <a:gd name="connsiteY13303" fmla="*/ 1299853 h 2767298"/>
              <a:gd name="connsiteX13304" fmla="*/ 2933169 w 4752801"/>
              <a:gd name="connsiteY13304" fmla="*/ 1306735 h 2767298"/>
              <a:gd name="connsiteX13305" fmla="*/ 2931955 w 4752801"/>
              <a:gd name="connsiteY13305" fmla="*/ 1307544 h 2767298"/>
              <a:gd name="connsiteX13306" fmla="*/ 2923858 w 4752801"/>
              <a:gd name="connsiteY13306" fmla="*/ 1307544 h 2767298"/>
              <a:gd name="connsiteX13307" fmla="*/ 2922644 w 4752801"/>
              <a:gd name="connsiteY13307" fmla="*/ 1306735 h 2767298"/>
              <a:gd name="connsiteX13308" fmla="*/ 2918596 w 4752801"/>
              <a:gd name="connsiteY13308" fmla="*/ 1299853 h 2767298"/>
              <a:gd name="connsiteX13309" fmla="*/ 2918596 w 4752801"/>
              <a:gd name="connsiteY13309" fmla="*/ 1298639 h 2767298"/>
              <a:gd name="connsiteX13310" fmla="*/ 2922644 w 4752801"/>
              <a:gd name="connsiteY13310" fmla="*/ 1291757 h 2767298"/>
              <a:gd name="connsiteX13311" fmla="*/ 2923858 w 4752801"/>
              <a:gd name="connsiteY13311" fmla="*/ 1290947 h 2767298"/>
              <a:gd name="connsiteX13312" fmla="*/ 2437678 w 4752801"/>
              <a:gd name="connsiteY13312" fmla="*/ 1290947 h 2767298"/>
              <a:gd name="connsiteX13313" fmla="*/ 2446179 w 4752801"/>
              <a:gd name="connsiteY13313" fmla="*/ 1290947 h 2767298"/>
              <a:gd name="connsiteX13314" fmla="*/ 2447394 w 4752801"/>
              <a:gd name="connsiteY13314" fmla="*/ 1291352 h 2767298"/>
              <a:gd name="connsiteX13315" fmla="*/ 2451442 w 4752801"/>
              <a:gd name="connsiteY13315" fmla="*/ 1298639 h 2767298"/>
              <a:gd name="connsiteX13316" fmla="*/ 2451442 w 4752801"/>
              <a:gd name="connsiteY13316" fmla="*/ 1299853 h 2767298"/>
              <a:gd name="connsiteX13317" fmla="*/ 2447394 w 4752801"/>
              <a:gd name="connsiteY13317" fmla="*/ 1307140 h 2767298"/>
              <a:gd name="connsiteX13318" fmla="*/ 2446179 w 4752801"/>
              <a:gd name="connsiteY13318" fmla="*/ 1307544 h 2767298"/>
              <a:gd name="connsiteX13319" fmla="*/ 2437678 w 4752801"/>
              <a:gd name="connsiteY13319" fmla="*/ 1307544 h 2767298"/>
              <a:gd name="connsiteX13320" fmla="*/ 2436464 w 4752801"/>
              <a:gd name="connsiteY13320" fmla="*/ 1307140 h 2767298"/>
              <a:gd name="connsiteX13321" fmla="*/ 2432416 w 4752801"/>
              <a:gd name="connsiteY13321" fmla="*/ 1299853 h 2767298"/>
              <a:gd name="connsiteX13322" fmla="*/ 2432416 w 4752801"/>
              <a:gd name="connsiteY13322" fmla="*/ 1298639 h 2767298"/>
              <a:gd name="connsiteX13323" fmla="*/ 2436464 w 4752801"/>
              <a:gd name="connsiteY13323" fmla="*/ 1291352 h 2767298"/>
              <a:gd name="connsiteX13324" fmla="*/ 2437678 w 4752801"/>
              <a:gd name="connsiteY13324" fmla="*/ 1290947 h 2767298"/>
              <a:gd name="connsiteX13325" fmla="*/ 2396793 w 4752801"/>
              <a:gd name="connsiteY13325" fmla="*/ 1290138 h 2767298"/>
              <a:gd name="connsiteX13326" fmla="*/ 2406103 w 4752801"/>
              <a:gd name="connsiteY13326" fmla="*/ 1290138 h 2767298"/>
              <a:gd name="connsiteX13327" fmla="*/ 2407318 w 4752801"/>
              <a:gd name="connsiteY13327" fmla="*/ 1290543 h 2767298"/>
              <a:gd name="connsiteX13328" fmla="*/ 2412176 w 4752801"/>
              <a:gd name="connsiteY13328" fmla="*/ 1298639 h 2767298"/>
              <a:gd name="connsiteX13329" fmla="*/ 2412176 w 4752801"/>
              <a:gd name="connsiteY13329" fmla="*/ 1299853 h 2767298"/>
              <a:gd name="connsiteX13330" fmla="*/ 2407318 w 4752801"/>
              <a:gd name="connsiteY13330" fmla="*/ 1307950 h 2767298"/>
              <a:gd name="connsiteX13331" fmla="*/ 2406103 w 4752801"/>
              <a:gd name="connsiteY13331" fmla="*/ 1308355 h 2767298"/>
              <a:gd name="connsiteX13332" fmla="*/ 2396793 w 4752801"/>
              <a:gd name="connsiteY13332" fmla="*/ 1308355 h 2767298"/>
              <a:gd name="connsiteX13333" fmla="*/ 2395578 w 4752801"/>
              <a:gd name="connsiteY13333" fmla="*/ 1307950 h 2767298"/>
              <a:gd name="connsiteX13334" fmla="*/ 2390721 w 4752801"/>
              <a:gd name="connsiteY13334" fmla="*/ 1299853 h 2767298"/>
              <a:gd name="connsiteX13335" fmla="*/ 2390721 w 4752801"/>
              <a:gd name="connsiteY13335" fmla="*/ 1298639 h 2767298"/>
              <a:gd name="connsiteX13336" fmla="*/ 2395578 w 4752801"/>
              <a:gd name="connsiteY13336" fmla="*/ 1290543 h 2767298"/>
              <a:gd name="connsiteX13337" fmla="*/ 2396793 w 4752801"/>
              <a:gd name="connsiteY13337" fmla="*/ 1290138 h 2767298"/>
              <a:gd name="connsiteX13338" fmla="*/ 2842086 w 4752801"/>
              <a:gd name="connsiteY13338" fmla="*/ 1289733 h 2767298"/>
              <a:gd name="connsiteX13339" fmla="*/ 2851397 w 4752801"/>
              <a:gd name="connsiteY13339" fmla="*/ 1289733 h 2767298"/>
              <a:gd name="connsiteX13340" fmla="*/ 2852611 w 4752801"/>
              <a:gd name="connsiteY13340" fmla="*/ 1290543 h 2767298"/>
              <a:gd name="connsiteX13341" fmla="*/ 2857469 w 4752801"/>
              <a:gd name="connsiteY13341" fmla="*/ 1298639 h 2767298"/>
              <a:gd name="connsiteX13342" fmla="*/ 2857469 w 4752801"/>
              <a:gd name="connsiteY13342" fmla="*/ 1299853 h 2767298"/>
              <a:gd name="connsiteX13343" fmla="*/ 2852611 w 4752801"/>
              <a:gd name="connsiteY13343" fmla="*/ 1307950 h 2767298"/>
              <a:gd name="connsiteX13344" fmla="*/ 2851397 w 4752801"/>
              <a:gd name="connsiteY13344" fmla="*/ 1308759 h 2767298"/>
              <a:gd name="connsiteX13345" fmla="*/ 2842086 w 4752801"/>
              <a:gd name="connsiteY13345" fmla="*/ 1308759 h 2767298"/>
              <a:gd name="connsiteX13346" fmla="*/ 2840872 w 4752801"/>
              <a:gd name="connsiteY13346" fmla="*/ 1307950 h 2767298"/>
              <a:gd name="connsiteX13347" fmla="*/ 2836014 w 4752801"/>
              <a:gd name="connsiteY13347" fmla="*/ 1299853 h 2767298"/>
              <a:gd name="connsiteX13348" fmla="*/ 2836014 w 4752801"/>
              <a:gd name="connsiteY13348" fmla="*/ 1298639 h 2767298"/>
              <a:gd name="connsiteX13349" fmla="*/ 2840872 w 4752801"/>
              <a:gd name="connsiteY13349" fmla="*/ 1290543 h 2767298"/>
              <a:gd name="connsiteX13350" fmla="*/ 2842086 w 4752801"/>
              <a:gd name="connsiteY13350" fmla="*/ 1289733 h 2767298"/>
              <a:gd name="connsiteX13351" fmla="*/ 2477350 w 4752801"/>
              <a:gd name="connsiteY13351" fmla="*/ 1289733 h 2767298"/>
              <a:gd name="connsiteX13352" fmla="*/ 2487065 w 4752801"/>
              <a:gd name="connsiteY13352" fmla="*/ 1289733 h 2767298"/>
              <a:gd name="connsiteX13353" fmla="*/ 2488280 w 4752801"/>
              <a:gd name="connsiteY13353" fmla="*/ 1290543 h 2767298"/>
              <a:gd name="connsiteX13354" fmla="*/ 2493137 w 4752801"/>
              <a:gd name="connsiteY13354" fmla="*/ 1298639 h 2767298"/>
              <a:gd name="connsiteX13355" fmla="*/ 2493137 w 4752801"/>
              <a:gd name="connsiteY13355" fmla="*/ 1299853 h 2767298"/>
              <a:gd name="connsiteX13356" fmla="*/ 2488280 w 4752801"/>
              <a:gd name="connsiteY13356" fmla="*/ 1307950 h 2767298"/>
              <a:gd name="connsiteX13357" fmla="*/ 2487065 w 4752801"/>
              <a:gd name="connsiteY13357" fmla="*/ 1308759 h 2767298"/>
              <a:gd name="connsiteX13358" fmla="*/ 2477350 w 4752801"/>
              <a:gd name="connsiteY13358" fmla="*/ 1308759 h 2767298"/>
              <a:gd name="connsiteX13359" fmla="*/ 2476135 w 4752801"/>
              <a:gd name="connsiteY13359" fmla="*/ 1307950 h 2767298"/>
              <a:gd name="connsiteX13360" fmla="*/ 2471278 w 4752801"/>
              <a:gd name="connsiteY13360" fmla="*/ 1299853 h 2767298"/>
              <a:gd name="connsiteX13361" fmla="*/ 2471278 w 4752801"/>
              <a:gd name="connsiteY13361" fmla="*/ 1298639 h 2767298"/>
              <a:gd name="connsiteX13362" fmla="*/ 2476135 w 4752801"/>
              <a:gd name="connsiteY13362" fmla="*/ 1290543 h 2767298"/>
              <a:gd name="connsiteX13363" fmla="*/ 2477350 w 4752801"/>
              <a:gd name="connsiteY13363" fmla="*/ 1289733 h 2767298"/>
              <a:gd name="connsiteX13364" fmla="*/ 2356311 w 4752801"/>
              <a:gd name="connsiteY13364" fmla="*/ 1289733 h 2767298"/>
              <a:gd name="connsiteX13365" fmla="*/ 2365622 w 4752801"/>
              <a:gd name="connsiteY13365" fmla="*/ 1289733 h 2767298"/>
              <a:gd name="connsiteX13366" fmla="*/ 2366836 w 4752801"/>
              <a:gd name="connsiteY13366" fmla="*/ 1290138 h 2767298"/>
              <a:gd name="connsiteX13367" fmla="*/ 2371289 w 4752801"/>
              <a:gd name="connsiteY13367" fmla="*/ 1298234 h 2767298"/>
              <a:gd name="connsiteX13368" fmla="*/ 2371289 w 4752801"/>
              <a:gd name="connsiteY13368" fmla="*/ 1299449 h 2767298"/>
              <a:gd name="connsiteX13369" fmla="*/ 2366836 w 4752801"/>
              <a:gd name="connsiteY13369" fmla="*/ 1307545 h 2767298"/>
              <a:gd name="connsiteX13370" fmla="*/ 2365622 w 4752801"/>
              <a:gd name="connsiteY13370" fmla="*/ 1307950 h 2767298"/>
              <a:gd name="connsiteX13371" fmla="*/ 2356311 w 4752801"/>
              <a:gd name="connsiteY13371" fmla="*/ 1307950 h 2767298"/>
              <a:gd name="connsiteX13372" fmla="*/ 2355097 w 4752801"/>
              <a:gd name="connsiteY13372" fmla="*/ 1307545 h 2767298"/>
              <a:gd name="connsiteX13373" fmla="*/ 2350644 w 4752801"/>
              <a:gd name="connsiteY13373" fmla="*/ 1299449 h 2767298"/>
              <a:gd name="connsiteX13374" fmla="*/ 2350644 w 4752801"/>
              <a:gd name="connsiteY13374" fmla="*/ 1298234 h 2767298"/>
              <a:gd name="connsiteX13375" fmla="*/ 2355097 w 4752801"/>
              <a:gd name="connsiteY13375" fmla="*/ 1290138 h 2767298"/>
              <a:gd name="connsiteX13376" fmla="*/ 2356311 w 4752801"/>
              <a:gd name="connsiteY13376" fmla="*/ 1289733 h 2767298"/>
              <a:gd name="connsiteX13377" fmla="*/ 3448899 w 4752801"/>
              <a:gd name="connsiteY13377" fmla="*/ 1289328 h 2767298"/>
              <a:gd name="connsiteX13378" fmla="*/ 3459424 w 4752801"/>
              <a:gd name="connsiteY13378" fmla="*/ 1289328 h 2767298"/>
              <a:gd name="connsiteX13379" fmla="*/ 3460639 w 4752801"/>
              <a:gd name="connsiteY13379" fmla="*/ 1289733 h 2767298"/>
              <a:gd name="connsiteX13380" fmla="*/ 3465902 w 4752801"/>
              <a:gd name="connsiteY13380" fmla="*/ 1298639 h 2767298"/>
              <a:gd name="connsiteX13381" fmla="*/ 3465902 w 4752801"/>
              <a:gd name="connsiteY13381" fmla="*/ 1299853 h 2767298"/>
              <a:gd name="connsiteX13382" fmla="*/ 3460639 w 4752801"/>
              <a:gd name="connsiteY13382" fmla="*/ 1308759 h 2767298"/>
              <a:gd name="connsiteX13383" fmla="*/ 3459424 w 4752801"/>
              <a:gd name="connsiteY13383" fmla="*/ 1309164 h 2767298"/>
              <a:gd name="connsiteX13384" fmla="*/ 3448899 w 4752801"/>
              <a:gd name="connsiteY13384" fmla="*/ 1309164 h 2767298"/>
              <a:gd name="connsiteX13385" fmla="*/ 3447685 w 4752801"/>
              <a:gd name="connsiteY13385" fmla="*/ 1308759 h 2767298"/>
              <a:gd name="connsiteX13386" fmla="*/ 3442423 w 4752801"/>
              <a:gd name="connsiteY13386" fmla="*/ 1299853 h 2767298"/>
              <a:gd name="connsiteX13387" fmla="*/ 3442423 w 4752801"/>
              <a:gd name="connsiteY13387" fmla="*/ 1298639 h 2767298"/>
              <a:gd name="connsiteX13388" fmla="*/ 3447685 w 4752801"/>
              <a:gd name="connsiteY13388" fmla="*/ 1289733 h 2767298"/>
              <a:gd name="connsiteX13389" fmla="*/ 3448899 w 4752801"/>
              <a:gd name="connsiteY13389" fmla="*/ 1289328 h 2767298"/>
              <a:gd name="connsiteX13390" fmla="*/ 2882567 w 4752801"/>
              <a:gd name="connsiteY13390" fmla="*/ 1289328 h 2767298"/>
              <a:gd name="connsiteX13391" fmla="*/ 2891878 w 4752801"/>
              <a:gd name="connsiteY13391" fmla="*/ 1289328 h 2767298"/>
              <a:gd name="connsiteX13392" fmla="*/ 2893092 w 4752801"/>
              <a:gd name="connsiteY13392" fmla="*/ 1290138 h 2767298"/>
              <a:gd name="connsiteX13393" fmla="*/ 2897545 w 4752801"/>
              <a:gd name="connsiteY13393" fmla="*/ 1298234 h 2767298"/>
              <a:gd name="connsiteX13394" fmla="*/ 2897545 w 4752801"/>
              <a:gd name="connsiteY13394" fmla="*/ 1299448 h 2767298"/>
              <a:gd name="connsiteX13395" fmla="*/ 2893092 w 4752801"/>
              <a:gd name="connsiteY13395" fmla="*/ 1307545 h 2767298"/>
              <a:gd name="connsiteX13396" fmla="*/ 2891878 w 4752801"/>
              <a:gd name="connsiteY13396" fmla="*/ 1308354 h 2767298"/>
              <a:gd name="connsiteX13397" fmla="*/ 2882567 w 4752801"/>
              <a:gd name="connsiteY13397" fmla="*/ 1308354 h 2767298"/>
              <a:gd name="connsiteX13398" fmla="*/ 2881353 w 4752801"/>
              <a:gd name="connsiteY13398" fmla="*/ 1307545 h 2767298"/>
              <a:gd name="connsiteX13399" fmla="*/ 2876900 w 4752801"/>
              <a:gd name="connsiteY13399" fmla="*/ 1299448 h 2767298"/>
              <a:gd name="connsiteX13400" fmla="*/ 2876900 w 4752801"/>
              <a:gd name="connsiteY13400" fmla="*/ 1298234 h 2767298"/>
              <a:gd name="connsiteX13401" fmla="*/ 2881353 w 4752801"/>
              <a:gd name="connsiteY13401" fmla="*/ 1290138 h 2767298"/>
              <a:gd name="connsiteX13402" fmla="*/ 2882567 w 4752801"/>
              <a:gd name="connsiteY13402" fmla="*/ 1289328 h 2767298"/>
              <a:gd name="connsiteX13403" fmla="*/ 2801605 w 4752801"/>
              <a:gd name="connsiteY13403" fmla="*/ 1289328 h 2767298"/>
              <a:gd name="connsiteX13404" fmla="*/ 2811320 w 4752801"/>
              <a:gd name="connsiteY13404" fmla="*/ 1289328 h 2767298"/>
              <a:gd name="connsiteX13405" fmla="*/ 2812535 w 4752801"/>
              <a:gd name="connsiteY13405" fmla="*/ 1290138 h 2767298"/>
              <a:gd name="connsiteX13406" fmla="*/ 2817393 w 4752801"/>
              <a:gd name="connsiteY13406" fmla="*/ 1298639 h 2767298"/>
              <a:gd name="connsiteX13407" fmla="*/ 2817393 w 4752801"/>
              <a:gd name="connsiteY13407" fmla="*/ 1299853 h 2767298"/>
              <a:gd name="connsiteX13408" fmla="*/ 2812535 w 4752801"/>
              <a:gd name="connsiteY13408" fmla="*/ 1308354 h 2767298"/>
              <a:gd name="connsiteX13409" fmla="*/ 2811320 w 4752801"/>
              <a:gd name="connsiteY13409" fmla="*/ 1309164 h 2767298"/>
              <a:gd name="connsiteX13410" fmla="*/ 2801605 w 4752801"/>
              <a:gd name="connsiteY13410" fmla="*/ 1309164 h 2767298"/>
              <a:gd name="connsiteX13411" fmla="*/ 2800391 w 4752801"/>
              <a:gd name="connsiteY13411" fmla="*/ 1308354 h 2767298"/>
              <a:gd name="connsiteX13412" fmla="*/ 2795533 w 4752801"/>
              <a:gd name="connsiteY13412" fmla="*/ 1299853 h 2767298"/>
              <a:gd name="connsiteX13413" fmla="*/ 2795533 w 4752801"/>
              <a:gd name="connsiteY13413" fmla="*/ 1298639 h 2767298"/>
              <a:gd name="connsiteX13414" fmla="*/ 2800391 w 4752801"/>
              <a:gd name="connsiteY13414" fmla="*/ 1290138 h 2767298"/>
              <a:gd name="connsiteX13415" fmla="*/ 2801605 w 4752801"/>
              <a:gd name="connsiteY13415" fmla="*/ 1289328 h 2767298"/>
              <a:gd name="connsiteX13416" fmla="*/ 3570343 w 4752801"/>
              <a:gd name="connsiteY13416" fmla="*/ 1288923 h 2767298"/>
              <a:gd name="connsiteX13417" fmla="*/ 3580464 w 4752801"/>
              <a:gd name="connsiteY13417" fmla="*/ 1288923 h 2767298"/>
              <a:gd name="connsiteX13418" fmla="*/ 3581678 w 4752801"/>
              <a:gd name="connsiteY13418" fmla="*/ 1289733 h 2767298"/>
              <a:gd name="connsiteX13419" fmla="*/ 3586941 w 4752801"/>
              <a:gd name="connsiteY13419" fmla="*/ 1298639 h 2767298"/>
              <a:gd name="connsiteX13420" fmla="*/ 3586941 w 4752801"/>
              <a:gd name="connsiteY13420" fmla="*/ 1299853 h 2767298"/>
              <a:gd name="connsiteX13421" fmla="*/ 3581678 w 4752801"/>
              <a:gd name="connsiteY13421" fmla="*/ 1308759 h 2767298"/>
              <a:gd name="connsiteX13422" fmla="*/ 3580464 w 4752801"/>
              <a:gd name="connsiteY13422" fmla="*/ 1309164 h 2767298"/>
              <a:gd name="connsiteX13423" fmla="*/ 3570343 w 4752801"/>
              <a:gd name="connsiteY13423" fmla="*/ 1309164 h 2767298"/>
              <a:gd name="connsiteX13424" fmla="*/ 3569129 w 4752801"/>
              <a:gd name="connsiteY13424" fmla="*/ 1308759 h 2767298"/>
              <a:gd name="connsiteX13425" fmla="*/ 3563867 w 4752801"/>
              <a:gd name="connsiteY13425" fmla="*/ 1299853 h 2767298"/>
              <a:gd name="connsiteX13426" fmla="*/ 3563867 w 4752801"/>
              <a:gd name="connsiteY13426" fmla="*/ 1298639 h 2767298"/>
              <a:gd name="connsiteX13427" fmla="*/ 3569129 w 4752801"/>
              <a:gd name="connsiteY13427" fmla="*/ 1289733 h 2767298"/>
              <a:gd name="connsiteX13428" fmla="*/ 3570343 w 4752801"/>
              <a:gd name="connsiteY13428" fmla="*/ 1288923 h 2767298"/>
              <a:gd name="connsiteX13429" fmla="*/ 3610824 w 4752801"/>
              <a:gd name="connsiteY13429" fmla="*/ 1288518 h 2767298"/>
              <a:gd name="connsiteX13430" fmla="*/ 3620945 w 4752801"/>
              <a:gd name="connsiteY13430" fmla="*/ 1288518 h 2767298"/>
              <a:gd name="connsiteX13431" fmla="*/ 3622159 w 4752801"/>
              <a:gd name="connsiteY13431" fmla="*/ 1289328 h 2767298"/>
              <a:gd name="connsiteX13432" fmla="*/ 3627422 w 4752801"/>
              <a:gd name="connsiteY13432" fmla="*/ 1298234 h 2767298"/>
              <a:gd name="connsiteX13433" fmla="*/ 3627422 w 4752801"/>
              <a:gd name="connsiteY13433" fmla="*/ 1299448 h 2767298"/>
              <a:gd name="connsiteX13434" fmla="*/ 3622159 w 4752801"/>
              <a:gd name="connsiteY13434" fmla="*/ 1308354 h 2767298"/>
              <a:gd name="connsiteX13435" fmla="*/ 3620945 w 4752801"/>
              <a:gd name="connsiteY13435" fmla="*/ 1308354 h 2767298"/>
              <a:gd name="connsiteX13436" fmla="*/ 3610824 w 4752801"/>
              <a:gd name="connsiteY13436" fmla="*/ 1308354 h 2767298"/>
              <a:gd name="connsiteX13437" fmla="*/ 3609610 w 4752801"/>
              <a:gd name="connsiteY13437" fmla="*/ 1307949 h 2767298"/>
              <a:gd name="connsiteX13438" fmla="*/ 3604348 w 4752801"/>
              <a:gd name="connsiteY13438" fmla="*/ 1299043 h 2767298"/>
              <a:gd name="connsiteX13439" fmla="*/ 3604348 w 4752801"/>
              <a:gd name="connsiteY13439" fmla="*/ 1297829 h 2767298"/>
              <a:gd name="connsiteX13440" fmla="*/ 3609610 w 4752801"/>
              <a:gd name="connsiteY13440" fmla="*/ 1288923 h 2767298"/>
              <a:gd name="connsiteX13441" fmla="*/ 3610824 w 4752801"/>
              <a:gd name="connsiteY13441" fmla="*/ 1288518 h 2767298"/>
              <a:gd name="connsiteX13442" fmla="*/ 2760718 w 4752801"/>
              <a:gd name="connsiteY13442" fmla="*/ 1288518 h 2767298"/>
              <a:gd name="connsiteX13443" fmla="*/ 2771243 w 4752801"/>
              <a:gd name="connsiteY13443" fmla="*/ 1288518 h 2767298"/>
              <a:gd name="connsiteX13444" fmla="*/ 2772458 w 4752801"/>
              <a:gd name="connsiteY13444" fmla="*/ 1288923 h 2767298"/>
              <a:gd name="connsiteX13445" fmla="*/ 2777721 w 4752801"/>
              <a:gd name="connsiteY13445" fmla="*/ 1298234 h 2767298"/>
              <a:gd name="connsiteX13446" fmla="*/ 2777721 w 4752801"/>
              <a:gd name="connsiteY13446" fmla="*/ 1299448 h 2767298"/>
              <a:gd name="connsiteX13447" fmla="*/ 2772458 w 4752801"/>
              <a:gd name="connsiteY13447" fmla="*/ 1308759 h 2767298"/>
              <a:gd name="connsiteX13448" fmla="*/ 2771243 w 4752801"/>
              <a:gd name="connsiteY13448" fmla="*/ 1309163 h 2767298"/>
              <a:gd name="connsiteX13449" fmla="*/ 2760718 w 4752801"/>
              <a:gd name="connsiteY13449" fmla="*/ 1309163 h 2767298"/>
              <a:gd name="connsiteX13450" fmla="*/ 2759504 w 4752801"/>
              <a:gd name="connsiteY13450" fmla="*/ 1308759 h 2767298"/>
              <a:gd name="connsiteX13451" fmla="*/ 2754242 w 4752801"/>
              <a:gd name="connsiteY13451" fmla="*/ 1299448 h 2767298"/>
              <a:gd name="connsiteX13452" fmla="*/ 2754242 w 4752801"/>
              <a:gd name="connsiteY13452" fmla="*/ 1298234 h 2767298"/>
              <a:gd name="connsiteX13453" fmla="*/ 2759504 w 4752801"/>
              <a:gd name="connsiteY13453" fmla="*/ 1288923 h 2767298"/>
              <a:gd name="connsiteX13454" fmla="*/ 2760718 w 4752801"/>
              <a:gd name="connsiteY13454" fmla="*/ 1288518 h 2767298"/>
              <a:gd name="connsiteX13455" fmla="*/ 2517427 w 4752801"/>
              <a:gd name="connsiteY13455" fmla="*/ 1288114 h 2767298"/>
              <a:gd name="connsiteX13456" fmla="*/ 2528357 w 4752801"/>
              <a:gd name="connsiteY13456" fmla="*/ 1288114 h 2767298"/>
              <a:gd name="connsiteX13457" fmla="*/ 2529571 w 4752801"/>
              <a:gd name="connsiteY13457" fmla="*/ 1288923 h 2767298"/>
              <a:gd name="connsiteX13458" fmla="*/ 2534834 w 4752801"/>
              <a:gd name="connsiteY13458" fmla="*/ 1298234 h 2767298"/>
              <a:gd name="connsiteX13459" fmla="*/ 2534834 w 4752801"/>
              <a:gd name="connsiteY13459" fmla="*/ 1299449 h 2767298"/>
              <a:gd name="connsiteX13460" fmla="*/ 2529571 w 4752801"/>
              <a:gd name="connsiteY13460" fmla="*/ 1308759 h 2767298"/>
              <a:gd name="connsiteX13461" fmla="*/ 2528357 w 4752801"/>
              <a:gd name="connsiteY13461" fmla="*/ 1309569 h 2767298"/>
              <a:gd name="connsiteX13462" fmla="*/ 2517427 w 4752801"/>
              <a:gd name="connsiteY13462" fmla="*/ 1309569 h 2767298"/>
              <a:gd name="connsiteX13463" fmla="*/ 2516212 w 4752801"/>
              <a:gd name="connsiteY13463" fmla="*/ 1308759 h 2767298"/>
              <a:gd name="connsiteX13464" fmla="*/ 2510950 w 4752801"/>
              <a:gd name="connsiteY13464" fmla="*/ 1299449 h 2767298"/>
              <a:gd name="connsiteX13465" fmla="*/ 2510950 w 4752801"/>
              <a:gd name="connsiteY13465" fmla="*/ 1298234 h 2767298"/>
              <a:gd name="connsiteX13466" fmla="*/ 2516212 w 4752801"/>
              <a:gd name="connsiteY13466" fmla="*/ 1288923 h 2767298"/>
              <a:gd name="connsiteX13467" fmla="*/ 2517427 w 4752801"/>
              <a:gd name="connsiteY13467" fmla="*/ 1288114 h 2767298"/>
              <a:gd name="connsiteX13468" fmla="*/ 3488571 w 4752801"/>
              <a:gd name="connsiteY13468" fmla="*/ 1287709 h 2767298"/>
              <a:gd name="connsiteX13469" fmla="*/ 3500311 w 4752801"/>
              <a:gd name="connsiteY13469" fmla="*/ 1287709 h 2767298"/>
              <a:gd name="connsiteX13470" fmla="*/ 3501525 w 4752801"/>
              <a:gd name="connsiteY13470" fmla="*/ 1288519 h 2767298"/>
              <a:gd name="connsiteX13471" fmla="*/ 3507597 w 4752801"/>
              <a:gd name="connsiteY13471" fmla="*/ 1298639 h 2767298"/>
              <a:gd name="connsiteX13472" fmla="*/ 3507597 w 4752801"/>
              <a:gd name="connsiteY13472" fmla="*/ 1299853 h 2767298"/>
              <a:gd name="connsiteX13473" fmla="*/ 3501525 w 4752801"/>
              <a:gd name="connsiteY13473" fmla="*/ 1309974 h 2767298"/>
              <a:gd name="connsiteX13474" fmla="*/ 3500311 w 4752801"/>
              <a:gd name="connsiteY13474" fmla="*/ 1310783 h 2767298"/>
              <a:gd name="connsiteX13475" fmla="*/ 3488571 w 4752801"/>
              <a:gd name="connsiteY13475" fmla="*/ 1310783 h 2767298"/>
              <a:gd name="connsiteX13476" fmla="*/ 3487357 w 4752801"/>
              <a:gd name="connsiteY13476" fmla="*/ 1309974 h 2767298"/>
              <a:gd name="connsiteX13477" fmla="*/ 3481285 w 4752801"/>
              <a:gd name="connsiteY13477" fmla="*/ 1299853 h 2767298"/>
              <a:gd name="connsiteX13478" fmla="*/ 3481285 w 4752801"/>
              <a:gd name="connsiteY13478" fmla="*/ 1298639 h 2767298"/>
              <a:gd name="connsiteX13479" fmla="*/ 3487357 w 4752801"/>
              <a:gd name="connsiteY13479" fmla="*/ 1288519 h 2767298"/>
              <a:gd name="connsiteX13480" fmla="*/ 3488571 w 4752801"/>
              <a:gd name="connsiteY13480" fmla="*/ 1287709 h 2767298"/>
              <a:gd name="connsiteX13481" fmla="*/ 3650496 w 4752801"/>
              <a:gd name="connsiteY13481" fmla="*/ 1286899 h 2767298"/>
              <a:gd name="connsiteX13482" fmla="*/ 3662641 w 4752801"/>
              <a:gd name="connsiteY13482" fmla="*/ 1286899 h 2767298"/>
              <a:gd name="connsiteX13483" fmla="*/ 3663855 w 4752801"/>
              <a:gd name="connsiteY13483" fmla="*/ 1287709 h 2767298"/>
              <a:gd name="connsiteX13484" fmla="*/ 3669927 w 4752801"/>
              <a:gd name="connsiteY13484" fmla="*/ 1298234 h 2767298"/>
              <a:gd name="connsiteX13485" fmla="*/ 3669927 w 4752801"/>
              <a:gd name="connsiteY13485" fmla="*/ 1299448 h 2767298"/>
              <a:gd name="connsiteX13486" fmla="*/ 3663855 w 4752801"/>
              <a:gd name="connsiteY13486" fmla="*/ 1309973 h 2767298"/>
              <a:gd name="connsiteX13487" fmla="*/ 3662641 w 4752801"/>
              <a:gd name="connsiteY13487" fmla="*/ 1310783 h 2767298"/>
              <a:gd name="connsiteX13488" fmla="*/ 3650496 w 4752801"/>
              <a:gd name="connsiteY13488" fmla="*/ 1310783 h 2767298"/>
              <a:gd name="connsiteX13489" fmla="*/ 3649282 w 4752801"/>
              <a:gd name="connsiteY13489" fmla="*/ 1309973 h 2767298"/>
              <a:gd name="connsiteX13490" fmla="*/ 3643210 w 4752801"/>
              <a:gd name="connsiteY13490" fmla="*/ 1299448 h 2767298"/>
              <a:gd name="connsiteX13491" fmla="*/ 3643210 w 4752801"/>
              <a:gd name="connsiteY13491" fmla="*/ 1298234 h 2767298"/>
              <a:gd name="connsiteX13492" fmla="*/ 3649282 w 4752801"/>
              <a:gd name="connsiteY13492" fmla="*/ 1287709 h 2767298"/>
              <a:gd name="connsiteX13493" fmla="*/ 3650496 w 4752801"/>
              <a:gd name="connsiteY13493" fmla="*/ 1286899 h 2767298"/>
              <a:gd name="connsiteX13494" fmla="*/ 2557098 w 4752801"/>
              <a:gd name="connsiteY13494" fmla="*/ 1286494 h 2767298"/>
              <a:gd name="connsiteX13495" fmla="*/ 2570052 w 4752801"/>
              <a:gd name="connsiteY13495" fmla="*/ 1286494 h 2767298"/>
              <a:gd name="connsiteX13496" fmla="*/ 2571266 w 4752801"/>
              <a:gd name="connsiteY13496" fmla="*/ 1286899 h 2767298"/>
              <a:gd name="connsiteX13497" fmla="*/ 2577744 w 4752801"/>
              <a:gd name="connsiteY13497" fmla="*/ 1298234 h 2767298"/>
              <a:gd name="connsiteX13498" fmla="*/ 2577744 w 4752801"/>
              <a:gd name="connsiteY13498" fmla="*/ 1299448 h 2767298"/>
              <a:gd name="connsiteX13499" fmla="*/ 2571266 w 4752801"/>
              <a:gd name="connsiteY13499" fmla="*/ 1310783 h 2767298"/>
              <a:gd name="connsiteX13500" fmla="*/ 2570052 w 4752801"/>
              <a:gd name="connsiteY13500" fmla="*/ 1311187 h 2767298"/>
              <a:gd name="connsiteX13501" fmla="*/ 2557098 w 4752801"/>
              <a:gd name="connsiteY13501" fmla="*/ 1311187 h 2767298"/>
              <a:gd name="connsiteX13502" fmla="*/ 2555884 w 4752801"/>
              <a:gd name="connsiteY13502" fmla="*/ 1310783 h 2767298"/>
              <a:gd name="connsiteX13503" fmla="*/ 2549407 w 4752801"/>
              <a:gd name="connsiteY13503" fmla="*/ 1299448 h 2767298"/>
              <a:gd name="connsiteX13504" fmla="*/ 2549407 w 4752801"/>
              <a:gd name="connsiteY13504" fmla="*/ 1298234 h 2767298"/>
              <a:gd name="connsiteX13505" fmla="*/ 2555884 w 4752801"/>
              <a:gd name="connsiteY13505" fmla="*/ 1286899 h 2767298"/>
              <a:gd name="connsiteX13506" fmla="*/ 2557098 w 4752801"/>
              <a:gd name="connsiteY13506" fmla="*/ 1286494 h 2767298"/>
              <a:gd name="connsiteX13507" fmla="*/ 3689764 w 4752801"/>
              <a:gd name="connsiteY13507" fmla="*/ 1286089 h 2767298"/>
              <a:gd name="connsiteX13508" fmla="*/ 3703932 w 4752801"/>
              <a:gd name="connsiteY13508" fmla="*/ 1286089 h 2767298"/>
              <a:gd name="connsiteX13509" fmla="*/ 3705147 w 4752801"/>
              <a:gd name="connsiteY13509" fmla="*/ 1286494 h 2767298"/>
              <a:gd name="connsiteX13510" fmla="*/ 3712028 w 4752801"/>
              <a:gd name="connsiteY13510" fmla="*/ 1298638 h 2767298"/>
              <a:gd name="connsiteX13511" fmla="*/ 3712028 w 4752801"/>
              <a:gd name="connsiteY13511" fmla="*/ 1299852 h 2767298"/>
              <a:gd name="connsiteX13512" fmla="*/ 3705147 w 4752801"/>
              <a:gd name="connsiteY13512" fmla="*/ 1311997 h 2767298"/>
              <a:gd name="connsiteX13513" fmla="*/ 3703932 w 4752801"/>
              <a:gd name="connsiteY13513" fmla="*/ 1312807 h 2767298"/>
              <a:gd name="connsiteX13514" fmla="*/ 3689764 w 4752801"/>
              <a:gd name="connsiteY13514" fmla="*/ 1312807 h 2767298"/>
              <a:gd name="connsiteX13515" fmla="*/ 3688550 w 4752801"/>
              <a:gd name="connsiteY13515" fmla="*/ 1311997 h 2767298"/>
              <a:gd name="connsiteX13516" fmla="*/ 3681668 w 4752801"/>
              <a:gd name="connsiteY13516" fmla="*/ 1299852 h 2767298"/>
              <a:gd name="connsiteX13517" fmla="*/ 3681668 w 4752801"/>
              <a:gd name="connsiteY13517" fmla="*/ 1298638 h 2767298"/>
              <a:gd name="connsiteX13518" fmla="*/ 3688550 w 4752801"/>
              <a:gd name="connsiteY13518" fmla="*/ 1286494 h 2767298"/>
              <a:gd name="connsiteX13519" fmla="*/ 3689764 w 4752801"/>
              <a:gd name="connsiteY13519" fmla="*/ 1286089 h 2767298"/>
              <a:gd name="connsiteX13520" fmla="*/ 2718213 w 4752801"/>
              <a:gd name="connsiteY13520" fmla="*/ 1285684 h 2767298"/>
              <a:gd name="connsiteX13521" fmla="*/ 2732787 w 4752801"/>
              <a:gd name="connsiteY13521" fmla="*/ 1285684 h 2767298"/>
              <a:gd name="connsiteX13522" fmla="*/ 2734001 w 4752801"/>
              <a:gd name="connsiteY13522" fmla="*/ 1286089 h 2767298"/>
              <a:gd name="connsiteX13523" fmla="*/ 2741288 w 4752801"/>
              <a:gd name="connsiteY13523" fmla="*/ 1298638 h 2767298"/>
              <a:gd name="connsiteX13524" fmla="*/ 2741288 w 4752801"/>
              <a:gd name="connsiteY13524" fmla="*/ 1299852 h 2767298"/>
              <a:gd name="connsiteX13525" fmla="*/ 2734001 w 4752801"/>
              <a:gd name="connsiteY13525" fmla="*/ 1312402 h 2767298"/>
              <a:gd name="connsiteX13526" fmla="*/ 2732787 w 4752801"/>
              <a:gd name="connsiteY13526" fmla="*/ 1312806 h 2767298"/>
              <a:gd name="connsiteX13527" fmla="*/ 2718213 w 4752801"/>
              <a:gd name="connsiteY13527" fmla="*/ 1312806 h 2767298"/>
              <a:gd name="connsiteX13528" fmla="*/ 2716999 w 4752801"/>
              <a:gd name="connsiteY13528" fmla="*/ 1312402 h 2767298"/>
              <a:gd name="connsiteX13529" fmla="*/ 2709713 w 4752801"/>
              <a:gd name="connsiteY13529" fmla="*/ 1299852 h 2767298"/>
              <a:gd name="connsiteX13530" fmla="*/ 2709713 w 4752801"/>
              <a:gd name="connsiteY13530" fmla="*/ 1298638 h 2767298"/>
              <a:gd name="connsiteX13531" fmla="*/ 2716999 w 4752801"/>
              <a:gd name="connsiteY13531" fmla="*/ 1286089 h 2767298"/>
              <a:gd name="connsiteX13532" fmla="*/ 2718213 w 4752801"/>
              <a:gd name="connsiteY13532" fmla="*/ 1285684 h 2767298"/>
              <a:gd name="connsiteX13533" fmla="*/ 2636846 w 4752801"/>
              <a:gd name="connsiteY13533" fmla="*/ 1285280 h 2767298"/>
              <a:gd name="connsiteX13534" fmla="*/ 2651825 w 4752801"/>
              <a:gd name="connsiteY13534" fmla="*/ 1285280 h 2767298"/>
              <a:gd name="connsiteX13535" fmla="*/ 2653039 w 4752801"/>
              <a:gd name="connsiteY13535" fmla="*/ 1285685 h 2767298"/>
              <a:gd name="connsiteX13536" fmla="*/ 2660730 w 4752801"/>
              <a:gd name="connsiteY13536" fmla="*/ 1298639 h 2767298"/>
              <a:gd name="connsiteX13537" fmla="*/ 2660730 w 4752801"/>
              <a:gd name="connsiteY13537" fmla="*/ 1299853 h 2767298"/>
              <a:gd name="connsiteX13538" fmla="*/ 2653039 w 4752801"/>
              <a:gd name="connsiteY13538" fmla="*/ 1312807 h 2767298"/>
              <a:gd name="connsiteX13539" fmla="*/ 2651825 w 4752801"/>
              <a:gd name="connsiteY13539" fmla="*/ 1313212 h 2767298"/>
              <a:gd name="connsiteX13540" fmla="*/ 2636846 w 4752801"/>
              <a:gd name="connsiteY13540" fmla="*/ 1313212 h 2767298"/>
              <a:gd name="connsiteX13541" fmla="*/ 2635632 w 4752801"/>
              <a:gd name="connsiteY13541" fmla="*/ 1312807 h 2767298"/>
              <a:gd name="connsiteX13542" fmla="*/ 2627941 w 4752801"/>
              <a:gd name="connsiteY13542" fmla="*/ 1299853 h 2767298"/>
              <a:gd name="connsiteX13543" fmla="*/ 2627941 w 4752801"/>
              <a:gd name="connsiteY13543" fmla="*/ 1298639 h 2767298"/>
              <a:gd name="connsiteX13544" fmla="*/ 2635632 w 4752801"/>
              <a:gd name="connsiteY13544" fmla="*/ 1285685 h 2767298"/>
              <a:gd name="connsiteX13545" fmla="*/ 2636846 w 4752801"/>
              <a:gd name="connsiteY13545" fmla="*/ 1285280 h 2767298"/>
              <a:gd name="connsiteX13546" fmla="*/ 2596770 w 4752801"/>
              <a:gd name="connsiteY13546" fmla="*/ 1285280 h 2767298"/>
              <a:gd name="connsiteX13547" fmla="*/ 2611343 w 4752801"/>
              <a:gd name="connsiteY13547" fmla="*/ 1285280 h 2767298"/>
              <a:gd name="connsiteX13548" fmla="*/ 2612557 w 4752801"/>
              <a:gd name="connsiteY13548" fmla="*/ 1286090 h 2767298"/>
              <a:gd name="connsiteX13549" fmla="*/ 2619844 w 4752801"/>
              <a:gd name="connsiteY13549" fmla="*/ 1298639 h 2767298"/>
              <a:gd name="connsiteX13550" fmla="*/ 2619844 w 4752801"/>
              <a:gd name="connsiteY13550" fmla="*/ 1299853 h 2767298"/>
              <a:gd name="connsiteX13551" fmla="*/ 2612557 w 4752801"/>
              <a:gd name="connsiteY13551" fmla="*/ 1312402 h 2767298"/>
              <a:gd name="connsiteX13552" fmla="*/ 2611343 w 4752801"/>
              <a:gd name="connsiteY13552" fmla="*/ 1313212 h 2767298"/>
              <a:gd name="connsiteX13553" fmla="*/ 2596770 w 4752801"/>
              <a:gd name="connsiteY13553" fmla="*/ 1313212 h 2767298"/>
              <a:gd name="connsiteX13554" fmla="*/ 2595555 w 4752801"/>
              <a:gd name="connsiteY13554" fmla="*/ 1312402 h 2767298"/>
              <a:gd name="connsiteX13555" fmla="*/ 2588269 w 4752801"/>
              <a:gd name="connsiteY13555" fmla="*/ 1299853 h 2767298"/>
              <a:gd name="connsiteX13556" fmla="*/ 2588269 w 4752801"/>
              <a:gd name="connsiteY13556" fmla="*/ 1298639 h 2767298"/>
              <a:gd name="connsiteX13557" fmla="*/ 2595555 w 4752801"/>
              <a:gd name="connsiteY13557" fmla="*/ 1286090 h 2767298"/>
              <a:gd name="connsiteX13558" fmla="*/ 2596770 w 4752801"/>
              <a:gd name="connsiteY13558" fmla="*/ 1285280 h 2767298"/>
              <a:gd name="connsiteX13559" fmla="*/ 3527433 w 4752801"/>
              <a:gd name="connsiteY13559" fmla="*/ 1284875 h 2767298"/>
              <a:gd name="connsiteX13560" fmla="*/ 3542007 w 4752801"/>
              <a:gd name="connsiteY13560" fmla="*/ 1284875 h 2767298"/>
              <a:gd name="connsiteX13561" fmla="*/ 3543221 w 4752801"/>
              <a:gd name="connsiteY13561" fmla="*/ 1285685 h 2767298"/>
              <a:gd name="connsiteX13562" fmla="*/ 3550508 w 4752801"/>
              <a:gd name="connsiteY13562" fmla="*/ 1298234 h 2767298"/>
              <a:gd name="connsiteX13563" fmla="*/ 3550508 w 4752801"/>
              <a:gd name="connsiteY13563" fmla="*/ 1299448 h 2767298"/>
              <a:gd name="connsiteX13564" fmla="*/ 3543221 w 4752801"/>
              <a:gd name="connsiteY13564" fmla="*/ 1311997 h 2767298"/>
              <a:gd name="connsiteX13565" fmla="*/ 3542007 w 4752801"/>
              <a:gd name="connsiteY13565" fmla="*/ 1312807 h 2767298"/>
              <a:gd name="connsiteX13566" fmla="*/ 3527433 w 4752801"/>
              <a:gd name="connsiteY13566" fmla="*/ 1312807 h 2767298"/>
              <a:gd name="connsiteX13567" fmla="*/ 3526219 w 4752801"/>
              <a:gd name="connsiteY13567" fmla="*/ 1311997 h 2767298"/>
              <a:gd name="connsiteX13568" fmla="*/ 3518933 w 4752801"/>
              <a:gd name="connsiteY13568" fmla="*/ 1299448 h 2767298"/>
              <a:gd name="connsiteX13569" fmla="*/ 3518933 w 4752801"/>
              <a:gd name="connsiteY13569" fmla="*/ 1298234 h 2767298"/>
              <a:gd name="connsiteX13570" fmla="*/ 3526219 w 4752801"/>
              <a:gd name="connsiteY13570" fmla="*/ 1285685 h 2767298"/>
              <a:gd name="connsiteX13571" fmla="*/ 3527433 w 4752801"/>
              <a:gd name="connsiteY13571" fmla="*/ 1284875 h 2767298"/>
              <a:gd name="connsiteX13572" fmla="*/ 2677328 w 4752801"/>
              <a:gd name="connsiteY13572" fmla="*/ 1284875 h 2767298"/>
              <a:gd name="connsiteX13573" fmla="*/ 2692305 w 4752801"/>
              <a:gd name="connsiteY13573" fmla="*/ 1284875 h 2767298"/>
              <a:gd name="connsiteX13574" fmla="*/ 2693520 w 4752801"/>
              <a:gd name="connsiteY13574" fmla="*/ 1285685 h 2767298"/>
              <a:gd name="connsiteX13575" fmla="*/ 2701212 w 4752801"/>
              <a:gd name="connsiteY13575" fmla="*/ 1298639 h 2767298"/>
              <a:gd name="connsiteX13576" fmla="*/ 2701212 w 4752801"/>
              <a:gd name="connsiteY13576" fmla="*/ 1299853 h 2767298"/>
              <a:gd name="connsiteX13577" fmla="*/ 2693520 w 4752801"/>
              <a:gd name="connsiteY13577" fmla="*/ 1312807 h 2767298"/>
              <a:gd name="connsiteX13578" fmla="*/ 2692305 w 4752801"/>
              <a:gd name="connsiteY13578" fmla="*/ 1313212 h 2767298"/>
              <a:gd name="connsiteX13579" fmla="*/ 2677328 w 4752801"/>
              <a:gd name="connsiteY13579" fmla="*/ 1313212 h 2767298"/>
              <a:gd name="connsiteX13580" fmla="*/ 2676113 w 4752801"/>
              <a:gd name="connsiteY13580" fmla="*/ 1312807 h 2767298"/>
              <a:gd name="connsiteX13581" fmla="*/ 2668422 w 4752801"/>
              <a:gd name="connsiteY13581" fmla="*/ 1299853 h 2767298"/>
              <a:gd name="connsiteX13582" fmla="*/ 2668422 w 4752801"/>
              <a:gd name="connsiteY13582" fmla="*/ 1298639 h 2767298"/>
              <a:gd name="connsiteX13583" fmla="*/ 2676113 w 4752801"/>
              <a:gd name="connsiteY13583" fmla="*/ 1285685 h 2767298"/>
              <a:gd name="connsiteX13584" fmla="*/ 2677328 w 4752801"/>
              <a:gd name="connsiteY13584" fmla="*/ 1284875 h 2767298"/>
              <a:gd name="connsiteX13585" fmla="*/ 3169579 w 4752801"/>
              <a:gd name="connsiteY13585" fmla="*/ 1256538 h 2767298"/>
              <a:gd name="connsiteX13586" fmla="*/ 3172008 w 4752801"/>
              <a:gd name="connsiteY13586" fmla="*/ 1256538 h 2767298"/>
              <a:gd name="connsiteX13587" fmla="*/ 3173223 w 4752801"/>
              <a:gd name="connsiteY13587" fmla="*/ 1258562 h 2767298"/>
              <a:gd name="connsiteX13588" fmla="*/ 3172008 w 4752801"/>
              <a:gd name="connsiteY13588" fmla="*/ 1260586 h 2767298"/>
              <a:gd name="connsiteX13589" fmla="*/ 3169579 w 4752801"/>
              <a:gd name="connsiteY13589" fmla="*/ 1260586 h 2767298"/>
              <a:gd name="connsiteX13590" fmla="*/ 3168365 w 4752801"/>
              <a:gd name="connsiteY13590" fmla="*/ 1258562 h 2767298"/>
              <a:gd name="connsiteX13591" fmla="*/ 3129503 w 4752801"/>
              <a:gd name="connsiteY13591" fmla="*/ 1256538 h 2767298"/>
              <a:gd name="connsiteX13592" fmla="*/ 3131527 w 4752801"/>
              <a:gd name="connsiteY13592" fmla="*/ 1256538 h 2767298"/>
              <a:gd name="connsiteX13593" fmla="*/ 3132742 w 4752801"/>
              <a:gd name="connsiteY13593" fmla="*/ 1258562 h 2767298"/>
              <a:gd name="connsiteX13594" fmla="*/ 3131527 w 4752801"/>
              <a:gd name="connsiteY13594" fmla="*/ 1260586 h 2767298"/>
              <a:gd name="connsiteX13595" fmla="*/ 3129503 w 4752801"/>
              <a:gd name="connsiteY13595" fmla="*/ 1260586 h 2767298"/>
              <a:gd name="connsiteX13596" fmla="*/ 3128289 w 4752801"/>
              <a:gd name="connsiteY13596" fmla="*/ 1258562 h 2767298"/>
              <a:gd name="connsiteX13597" fmla="*/ 3331504 w 4752801"/>
              <a:gd name="connsiteY13597" fmla="*/ 1256133 h 2767298"/>
              <a:gd name="connsiteX13598" fmla="*/ 3334338 w 4752801"/>
              <a:gd name="connsiteY13598" fmla="*/ 1256133 h 2767298"/>
              <a:gd name="connsiteX13599" fmla="*/ 3335957 w 4752801"/>
              <a:gd name="connsiteY13599" fmla="*/ 1258562 h 2767298"/>
              <a:gd name="connsiteX13600" fmla="*/ 3334338 w 4752801"/>
              <a:gd name="connsiteY13600" fmla="*/ 1260991 h 2767298"/>
              <a:gd name="connsiteX13601" fmla="*/ 3331504 w 4752801"/>
              <a:gd name="connsiteY13601" fmla="*/ 1260991 h 2767298"/>
              <a:gd name="connsiteX13602" fmla="*/ 3329885 w 4752801"/>
              <a:gd name="connsiteY13602" fmla="*/ 1258562 h 2767298"/>
              <a:gd name="connsiteX13603" fmla="*/ 3291023 w 4752801"/>
              <a:gd name="connsiteY13603" fmla="*/ 1256133 h 2767298"/>
              <a:gd name="connsiteX13604" fmla="*/ 3293857 w 4752801"/>
              <a:gd name="connsiteY13604" fmla="*/ 1256133 h 2767298"/>
              <a:gd name="connsiteX13605" fmla="*/ 3295476 w 4752801"/>
              <a:gd name="connsiteY13605" fmla="*/ 1258562 h 2767298"/>
              <a:gd name="connsiteX13606" fmla="*/ 3293857 w 4752801"/>
              <a:gd name="connsiteY13606" fmla="*/ 1260991 h 2767298"/>
              <a:gd name="connsiteX13607" fmla="*/ 3291023 w 4752801"/>
              <a:gd name="connsiteY13607" fmla="*/ 1260991 h 2767298"/>
              <a:gd name="connsiteX13608" fmla="*/ 3289404 w 4752801"/>
              <a:gd name="connsiteY13608" fmla="*/ 1258562 h 2767298"/>
              <a:gd name="connsiteX13609" fmla="*/ 3250137 w 4752801"/>
              <a:gd name="connsiteY13609" fmla="*/ 1256133 h 2767298"/>
              <a:gd name="connsiteX13610" fmla="*/ 3252970 w 4752801"/>
              <a:gd name="connsiteY13610" fmla="*/ 1256133 h 2767298"/>
              <a:gd name="connsiteX13611" fmla="*/ 3254185 w 4752801"/>
              <a:gd name="connsiteY13611" fmla="*/ 1258562 h 2767298"/>
              <a:gd name="connsiteX13612" fmla="*/ 3252970 w 4752801"/>
              <a:gd name="connsiteY13612" fmla="*/ 1260991 h 2767298"/>
              <a:gd name="connsiteX13613" fmla="*/ 3250137 w 4752801"/>
              <a:gd name="connsiteY13613" fmla="*/ 1260991 h 2767298"/>
              <a:gd name="connsiteX13614" fmla="*/ 3248922 w 4752801"/>
              <a:gd name="connsiteY13614" fmla="*/ 1258562 h 2767298"/>
              <a:gd name="connsiteX13615" fmla="*/ 3209656 w 4752801"/>
              <a:gd name="connsiteY13615" fmla="*/ 1256133 h 2767298"/>
              <a:gd name="connsiteX13616" fmla="*/ 3212489 w 4752801"/>
              <a:gd name="connsiteY13616" fmla="*/ 1256133 h 2767298"/>
              <a:gd name="connsiteX13617" fmla="*/ 3213704 w 4752801"/>
              <a:gd name="connsiteY13617" fmla="*/ 1258562 h 2767298"/>
              <a:gd name="connsiteX13618" fmla="*/ 3212489 w 4752801"/>
              <a:gd name="connsiteY13618" fmla="*/ 1260991 h 2767298"/>
              <a:gd name="connsiteX13619" fmla="*/ 3209656 w 4752801"/>
              <a:gd name="connsiteY13619" fmla="*/ 1260991 h 2767298"/>
              <a:gd name="connsiteX13620" fmla="*/ 3208441 w 4752801"/>
              <a:gd name="connsiteY13620" fmla="*/ 1258562 h 2767298"/>
              <a:gd name="connsiteX13621" fmla="*/ 3088212 w 4752801"/>
              <a:gd name="connsiteY13621" fmla="*/ 1256133 h 2767298"/>
              <a:gd name="connsiteX13622" fmla="*/ 3091045 w 4752801"/>
              <a:gd name="connsiteY13622" fmla="*/ 1256133 h 2767298"/>
              <a:gd name="connsiteX13623" fmla="*/ 3092260 w 4752801"/>
              <a:gd name="connsiteY13623" fmla="*/ 1258562 h 2767298"/>
              <a:gd name="connsiteX13624" fmla="*/ 3091045 w 4752801"/>
              <a:gd name="connsiteY13624" fmla="*/ 1260991 h 2767298"/>
              <a:gd name="connsiteX13625" fmla="*/ 3088212 w 4752801"/>
              <a:gd name="connsiteY13625" fmla="*/ 1260991 h 2767298"/>
              <a:gd name="connsiteX13626" fmla="*/ 3086997 w 4752801"/>
              <a:gd name="connsiteY13626" fmla="*/ 1258562 h 2767298"/>
              <a:gd name="connsiteX13627" fmla="*/ 3047326 w 4752801"/>
              <a:gd name="connsiteY13627" fmla="*/ 1255324 h 2767298"/>
              <a:gd name="connsiteX13628" fmla="*/ 3051374 w 4752801"/>
              <a:gd name="connsiteY13628" fmla="*/ 1255324 h 2767298"/>
              <a:gd name="connsiteX13629" fmla="*/ 3053398 w 4752801"/>
              <a:gd name="connsiteY13629" fmla="*/ 1258563 h 2767298"/>
              <a:gd name="connsiteX13630" fmla="*/ 3051374 w 4752801"/>
              <a:gd name="connsiteY13630" fmla="*/ 1261801 h 2767298"/>
              <a:gd name="connsiteX13631" fmla="*/ 3047326 w 4752801"/>
              <a:gd name="connsiteY13631" fmla="*/ 1261801 h 2767298"/>
              <a:gd name="connsiteX13632" fmla="*/ 3045302 w 4752801"/>
              <a:gd name="connsiteY13632" fmla="*/ 1258563 h 2767298"/>
              <a:gd name="connsiteX13633" fmla="*/ 4140320 w 4752801"/>
              <a:gd name="connsiteY13633" fmla="*/ 1254919 h 2767298"/>
              <a:gd name="connsiteX13634" fmla="*/ 4143963 w 4752801"/>
              <a:gd name="connsiteY13634" fmla="*/ 1254919 h 2767298"/>
              <a:gd name="connsiteX13635" fmla="*/ 4145177 w 4752801"/>
              <a:gd name="connsiteY13635" fmla="*/ 1255324 h 2767298"/>
              <a:gd name="connsiteX13636" fmla="*/ 4146796 w 4752801"/>
              <a:gd name="connsiteY13636" fmla="*/ 1258157 h 2767298"/>
              <a:gd name="connsiteX13637" fmla="*/ 4146796 w 4752801"/>
              <a:gd name="connsiteY13637" fmla="*/ 1259372 h 2767298"/>
              <a:gd name="connsiteX13638" fmla="*/ 4145177 w 4752801"/>
              <a:gd name="connsiteY13638" fmla="*/ 1262206 h 2767298"/>
              <a:gd name="connsiteX13639" fmla="*/ 4143963 w 4752801"/>
              <a:gd name="connsiteY13639" fmla="*/ 1262610 h 2767298"/>
              <a:gd name="connsiteX13640" fmla="*/ 4140320 w 4752801"/>
              <a:gd name="connsiteY13640" fmla="*/ 1262610 h 2767298"/>
              <a:gd name="connsiteX13641" fmla="*/ 4139105 w 4752801"/>
              <a:gd name="connsiteY13641" fmla="*/ 1262206 h 2767298"/>
              <a:gd name="connsiteX13642" fmla="*/ 4137486 w 4752801"/>
              <a:gd name="connsiteY13642" fmla="*/ 1259372 h 2767298"/>
              <a:gd name="connsiteX13643" fmla="*/ 4137486 w 4752801"/>
              <a:gd name="connsiteY13643" fmla="*/ 1258157 h 2767298"/>
              <a:gd name="connsiteX13644" fmla="*/ 4139105 w 4752801"/>
              <a:gd name="connsiteY13644" fmla="*/ 1255324 h 2767298"/>
              <a:gd name="connsiteX13645" fmla="*/ 4140320 w 4752801"/>
              <a:gd name="connsiteY13645" fmla="*/ 1254919 h 2767298"/>
              <a:gd name="connsiteX13646" fmla="*/ 3007249 w 4752801"/>
              <a:gd name="connsiteY13646" fmla="*/ 1254919 h 2767298"/>
              <a:gd name="connsiteX13647" fmla="*/ 3010488 w 4752801"/>
              <a:gd name="connsiteY13647" fmla="*/ 1254919 h 2767298"/>
              <a:gd name="connsiteX13648" fmla="*/ 3011702 w 4752801"/>
              <a:gd name="connsiteY13648" fmla="*/ 1255324 h 2767298"/>
              <a:gd name="connsiteX13649" fmla="*/ 3013322 w 4752801"/>
              <a:gd name="connsiteY13649" fmla="*/ 1258157 h 2767298"/>
              <a:gd name="connsiteX13650" fmla="*/ 3013322 w 4752801"/>
              <a:gd name="connsiteY13650" fmla="*/ 1259372 h 2767298"/>
              <a:gd name="connsiteX13651" fmla="*/ 3011702 w 4752801"/>
              <a:gd name="connsiteY13651" fmla="*/ 1262206 h 2767298"/>
              <a:gd name="connsiteX13652" fmla="*/ 3010488 w 4752801"/>
              <a:gd name="connsiteY13652" fmla="*/ 1263015 h 2767298"/>
              <a:gd name="connsiteX13653" fmla="*/ 3007249 w 4752801"/>
              <a:gd name="connsiteY13653" fmla="*/ 1263015 h 2767298"/>
              <a:gd name="connsiteX13654" fmla="*/ 3006035 w 4752801"/>
              <a:gd name="connsiteY13654" fmla="*/ 1262206 h 2767298"/>
              <a:gd name="connsiteX13655" fmla="*/ 3004416 w 4752801"/>
              <a:gd name="connsiteY13655" fmla="*/ 1259372 h 2767298"/>
              <a:gd name="connsiteX13656" fmla="*/ 3004416 w 4752801"/>
              <a:gd name="connsiteY13656" fmla="*/ 1258157 h 2767298"/>
              <a:gd name="connsiteX13657" fmla="*/ 3006035 w 4752801"/>
              <a:gd name="connsiteY13657" fmla="*/ 1255324 h 2767298"/>
              <a:gd name="connsiteX13658" fmla="*/ 3007249 w 4752801"/>
              <a:gd name="connsiteY13658" fmla="*/ 1254919 h 2767298"/>
              <a:gd name="connsiteX13659" fmla="*/ 4585614 w 4752801"/>
              <a:gd name="connsiteY13659" fmla="*/ 1254514 h 2767298"/>
              <a:gd name="connsiteX13660" fmla="*/ 4590067 w 4752801"/>
              <a:gd name="connsiteY13660" fmla="*/ 1254514 h 2767298"/>
              <a:gd name="connsiteX13661" fmla="*/ 4592495 w 4752801"/>
              <a:gd name="connsiteY13661" fmla="*/ 1258562 h 2767298"/>
              <a:gd name="connsiteX13662" fmla="*/ 4590067 w 4752801"/>
              <a:gd name="connsiteY13662" fmla="*/ 1262610 h 2767298"/>
              <a:gd name="connsiteX13663" fmla="*/ 4585614 w 4752801"/>
              <a:gd name="connsiteY13663" fmla="*/ 1262610 h 2767298"/>
              <a:gd name="connsiteX13664" fmla="*/ 4583185 w 4752801"/>
              <a:gd name="connsiteY13664" fmla="*/ 1258562 h 2767298"/>
              <a:gd name="connsiteX13665" fmla="*/ 4545537 w 4752801"/>
              <a:gd name="connsiteY13665" fmla="*/ 1254514 h 2767298"/>
              <a:gd name="connsiteX13666" fmla="*/ 4548776 w 4752801"/>
              <a:gd name="connsiteY13666" fmla="*/ 1254514 h 2767298"/>
              <a:gd name="connsiteX13667" fmla="*/ 4549990 w 4752801"/>
              <a:gd name="connsiteY13667" fmla="*/ 1255324 h 2767298"/>
              <a:gd name="connsiteX13668" fmla="*/ 4551610 w 4752801"/>
              <a:gd name="connsiteY13668" fmla="*/ 1258157 h 2767298"/>
              <a:gd name="connsiteX13669" fmla="*/ 4551610 w 4752801"/>
              <a:gd name="connsiteY13669" fmla="*/ 1259372 h 2767298"/>
              <a:gd name="connsiteX13670" fmla="*/ 4549990 w 4752801"/>
              <a:gd name="connsiteY13670" fmla="*/ 1262205 h 2767298"/>
              <a:gd name="connsiteX13671" fmla="*/ 4548776 w 4752801"/>
              <a:gd name="connsiteY13671" fmla="*/ 1262610 h 2767298"/>
              <a:gd name="connsiteX13672" fmla="*/ 4545537 w 4752801"/>
              <a:gd name="connsiteY13672" fmla="*/ 1262610 h 2767298"/>
              <a:gd name="connsiteX13673" fmla="*/ 4544323 w 4752801"/>
              <a:gd name="connsiteY13673" fmla="*/ 1261801 h 2767298"/>
              <a:gd name="connsiteX13674" fmla="*/ 4542704 w 4752801"/>
              <a:gd name="connsiteY13674" fmla="*/ 1258967 h 2767298"/>
              <a:gd name="connsiteX13675" fmla="*/ 4542704 w 4752801"/>
              <a:gd name="connsiteY13675" fmla="*/ 1257752 h 2767298"/>
              <a:gd name="connsiteX13676" fmla="*/ 4544323 w 4752801"/>
              <a:gd name="connsiteY13676" fmla="*/ 1254919 h 2767298"/>
              <a:gd name="connsiteX13677" fmla="*/ 4545537 w 4752801"/>
              <a:gd name="connsiteY13677" fmla="*/ 1254514 h 2767298"/>
              <a:gd name="connsiteX13678" fmla="*/ 4261763 w 4752801"/>
              <a:gd name="connsiteY13678" fmla="*/ 1254514 h 2767298"/>
              <a:gd name="connsiteX13679" fmla="*/ 4265811 w 4752801"/>
              <a:gd name="connsiteY13679" fmla="*/ 1254514 h 2767298"/>
              <a:gd name="connsiteX13680" fmla="*/ 4267025 w 4752801"/>
              <a:gd name="connsiteY13680" fmla="*/ 1254919 h 2767298"/>
              <a:gd name="connsiteX13681" fmla="*/ 4269050 w 4752801"/>
              <a:gd name="connsiteY13681" fmla="*/ 1258157 h 2767298"/>
              <a:gd name="connsiteX13682" fmla="*/ 4269050 w 4752801"/>
              <a:gd name="connsiteY13682" fmla="*/ 1259372 h 2767298"/>
              <a:gd name="connsiteX13683" fmla="*/ 4267025 w 4752801"/>
              <a:gd name="connsiteY13683" fmla="*/ 1262610 h 2767298"/>
              <a:gd name="connsiteX13684" fmla="*/ 4265811 w 4752801"/>
              <a:gd name="connsiteY13684" fmla="*/ 1263015 h 2767298"/>
              <a:gd name="connsiteX13685" fmla="*/ 4261763 w 4752801"/>
              <a:gd name="connsiteY13685" fmla="*/ 1263015 h 2767298"/>
              <a:gd name="connsiteX13686" fmla="*/ 4260549 w 4752801"/>
              <a:gd name="connsiteY13686" fmla="*/ 1262610 h 2767298"/>
              <a:gd name="connsiteX13687" fmla="*/ 4258525 w 4752801"/>
              <a:gd name="connsiteY13687" fmla="*/ 1259372 h 2767298"/>
              <a:gd name="connsiteX13688" fmla="*/ 4258525 w 4752801"/>
              <a:gd name="connsiteY13688" fmla="*/ 1258157 h 2767298"/>
              <a:gd name="connsiteX13689" fmla="*/ 4260549 w 4752801"/>
              <a:gd name="connsiteY13689" fmla="*/ 1254919 h 2767298"/>
              <a:gd name="connsiteX13690" fmla="*/ 4261763 w 4752801"/>
              <a:gd name="connsiteY13690" fmla="*/ 1254514 h 2767298"/>
              <a:gd name="connsiteX13691" fmla="*/ 4180396 w 4752801"/>
              <a:gd name="connsiteY13691" fmla="*/ 1254514 h 2767298"/>
              <a:gd name="connsiteX13692" fmla="*/ 4184444 w 4752801"/>
              <a:gd name="connsiteY13692" fmla="*/ 1254514 h 2767298"/>
              <a:gd name="connsiteX13693" fmla="*/ 4185658 w 4752801"/>
              <a:gd name="connsiteY13693" fmla="*/ 1254919 h 2767298"/>
              <a:gd name="connsiteX13694" fmla="*/ 4187683 w 4752801"/>
              <a:gd name="connsiteY13694" fmla="*/ 1258157 h 2767298"/>
              <a:gd name="connsiteX13695" fmla="*/ 4187683 w 4752801"/>
              <a:gd name="connsiteY13695" fmla="*/ 1259372 h 2767298"/>
              <a:gd name="connsiteX13696" fmla="*/ 4185658 w 4752801"/>
              <a:gd name="connsiteY13696" fmla="*/ 1262610 h 2767298"/>
              <a:gd name="connsiteX13697" fmla="*/ 4184444 w 4752801"/>
              <a:gd name="connsiteY13697" fmla="*/ 1263015 h 2767298"/>
              <a:gd name="connsiteX13698" fmla="*/ 4180396 w 4752801"/>
              <a:gd name="connsiteY13698" fmla="*/ 1263015 h 2767298"/>
              <a:gd name="connsiteX13699" fmla="*/ 4179182 w 4752801"/>
              <a:gd name="connsiteY13699" fmla="*/ 1262610 h 2767298"/>
              <a:gd name="connsiteX13700" fmla="*/ 4177158 w 4752801"/>
              <a:gd name="connsiteY13700" fmla="*/ 1259372 h 2767298"/>
              <a:gd name="connsiteX13701" fmla="*/ 4177158 w 4752801"/>
              <a:gd name="connsiteY13701" fmla="*/ 1258157 h 2767298"/>
              <a:gd name="connsiteX13702" fmla="*/ 4179182 w 4752801"/>
              <a:gd name="connsiteY13702" fmla="*/ 1254919 h 2767298"/>
              <a:gd name="connsiteX13703" fmla="*/ 4180396 w 4752801"/>
              <a:gd name="connsiteY13703" fmla="*/ 1254514 h 2767298"/>
              <a:gd name="connsiteX13704" fmla="*/ 4099839 w 4752801"/>
              <a:gd name="connsiteY13704" fmla="*/ 1254514 h 2767298"/>
              <a:gd name="connsiteX13705" fmla="*/ 4103482 w 4752801"/>
              <a:gd name="connsiteY13705" fmla="*/ 1254514 h 2767298"/>
              <a:gd name="connsiteX13706" fmla="*/ 4104696 w 4752801"/>
              <a:gd name="connsiteY13706" fmla="*/ 1255324 h 2767298"/>
              <a:gd name="connsiteX13707" fmla="*/ 4106315 w 4752801"/>
              <a:gd name="connsiteY13707" fmla="*/ 1258157 h 2767298"/>
              <a:gd name="connsiteX13708" fmla="*/ 4106315 w 4752801"/>
              <a:gd name="connsiteY13708" fmla="*/ 1259372 h 2767298"/>
              <a:gd name="connsiteX13709" fmla="*/ 4104696 w 4752801"/>
              <a:gd name="connsiteY13709" fmla="*/ 1262205 h 2767298"/>
              <a:gd name="connsiteX13710" fmla="*/ 4103482 w 4752801"/>
              <a:gd name="connsiteY13710" fmla="*/ 1263015 h 2767298"/>
              <a:gd name="connsiteX13711" fmla="*/ 4099839 w 4752801"/>
              <a:gd name="connsiteY13711" fmla="*/ 1263015 h 2767298"/>
              <a:gd name="connsiteX13712" fmla="*/ 4098624 w 4752801"/>
              <a:gd name="connsiteY13712" fmla="*/ 1262205 h 2767298"/>
              <a:gd name="connsiteX13713" fmla="*/ 4097005 w 4752801"/>
              <a:gd name="connsiteY13713" fmla="*/ 1259372 h 2767298"/>
              <a:gd name="connsiteX13714" fmla="*/ 4097005 w 4752801"/>
              <a:gd name="connsiteY13714" fmla="*/ 1258157 h 2767298"/>
              <a:gd name="connsiteX13715" fmla="*/ 4098624 w 4752801"/>
              <a:gd name="connsiteY13715" fmla="*/ 1255324 h 2767298"/>
              <a:gd name="connsiteX13716" fmla="*/ 4099839 w 4752801"/>
              <a:gd name="connsiteY13716" fmla="*/ 1254514 h 2767298"/>
              <a:gd name="connsiteX13717" fmla="*/ 3371176 w 4752801"/>
              <a:gd name="connsiteY13717" fmla="*/ 1254514 h 2767298"/>
              <a:gd name="connsiteX13718" fmla="*/ 3375629 w 4752801"/>
              <a:gd name="connsiteY13718" fmla="*/ 1254514 h 2767298"/>
              <a:gd name="connsiteX13719" fmla="*/ 3378057 w 4752801"/>
              <a:gd name="connsiteY13719" fmla="*/ 1258562 h 2767298"/>
              <a:gd name="connsiteX13720" fmla="*/ 3375629 w 4752801"/>
              <a:gd name="connsiteY13720" fmla="*/ 1262610 h 2767298"/>
              <a:gd name="connsiteX13721" fmla="*/ 3371176 w 4752801"/>
              <a:gd name="connsiteY13721" fmla="*/ 1262610 h 2767298"/>
              <a:gd name="connsiteX13722" fmla="*/ 3368747 w 4752801"/>
              <a:gd name="connsiteY13722" fmla="*/ 1258562 h 2767298"/>
              <a:gd name="connsiteX13723" fmla="*/ 4423284 w 4752801"/>
              <a:gd name="connsiteY13723" fmla="*/ 1254109 h 2767298"/>
              <a:gd name="connsiteX13724" fmla="*/ 4427332 w 4752801"/>
              <a:gd name="connsiteY13724" fmla="*/ 1254109 h 2767298"/>
              <a:gd name="connsiteX13725" fmla="*/ 4428546 w 4752801"/>
              <a:gd name="connsiteY13725" fmla="*/ 1254919 h 2767298"/>
              <a:gd name="connsiteX13726" fmla="*/ 4430571 w 4752801"/>
              <a:gd name="connsiteY13726" fmla="*/ 1258157 h 2767298"/>
              <a:gd name="connsiteX13727" fmla="*/ 4430571 w 4752801"/>
              <a:gd name="connsiteY13727" fmla="*/ 1259372 h 2767298"/>
              <a:gd name="connsiteX13728" fmla="*/ 4428546 w 4752801"/>
              <a:gd name="connsiteY13728" fmla="*/ 1262610 h 2767298"/>
              <a:gd name="connsiteX13729" fmla="*/ 4427332 w 4752801"/>
              <a:gd name="connsiteY13729" fmla="*/ 1263420 h 2767298"/>
              <a:gd name="connsiteX13730" fmla="*/ 4423284 w 4752801"/>
              <a:gd name="connsiteY13730" fmla="*/ 1263420 h 2767298"/>
              <a:gd name="connsiteX13731" fmla="*/ 4422070 w 4752801"/>
              <a:gd name="connsiteY13731" fmla="*/ 1262610 h 2767298"/>
              <a:gd name="connsiteX13732" fmla="*/ 4420046 w 4752801"/>
              <a:gd name="connsiteY13732" fmla="*/ 1259372 h 2767298"/>
              <a:gd name="connsiteX13733" fmla="*/ 4420046 w 4752801"/>
              <a:gd name="connsiteY13733" fmla="*/ 1258157 h 2767298"/>
              <a:gd name="connsiteX13734" fmla="*/ 4422070 w 4752801"/>
              <a:gd name="connsiteY13734" fmla="*/ 1254919 h 2767298"/>
              <a:gd name="connsiteX13735" fmla="*/ 4423284 w 4752801"/>
              <a:gd name="connsiteY13735" fmla="*/ 1254109 h 2767298"/>
              <a:gd name="connsiteX13736" fmla="*/ 3856546 w 4752801"/>
              <a:gd name="connsiteY13736" fmla="*/ 1254109 h 2767298"/>
              <a:gd name="connsiteX13737" fmla="*/ 3860999 w 4752801"/>
              <a:gd name="connsiteY13737" fmla="*/ 1254109 h 2767298"/>
              <a:gd name="connsiteX13738" fmla="*/ 3862213 w 4752801"/>
              <a:gd name="connsiteY13738" fmla="*/ 1254514 h 2767298"/>
              <a:gd name="connsiteX13739" fmla="*/ 3864237 w 4752801"/>
              <a:gd name="connsiteY13739" fmla="*/ 1258157 h 2767298"/>
              <a:gd name="connsiteX13740" fmla="*/ 3864237 w 4752801"/>
              <a:gd name="connsiteY13740" fmla="*/ 1259372 h 2767298"/>
              <a:gd name="connsiteX13741" fmla="*/ 3862213 w 4752801"/>
              <a:gd name="connsiteY13741" fmla="*/ 1263015 h 2767298"/>
              <a:gd name="connsiteX13742" fmla="*/ 3860999 w 4752801"/>
              <a:gd name="connsiteY13742" fmla="*/ 1263420 h 2767298"/>
              <a:gd name="connsiteX13743" fmla="*/ 3856546 w 4752801"/>
              <a:gd name="connsiteY13743" fmla="*/ 1263420 h 2767298"/>
              <a:gd name="connsiteX13744" fmla="*/ 3855332 w 4752801"/>
              <a:gd name="connsiteY13744" fmla="*/ 1263015 h 2767298"/>
              <a:gd name="connsiteX13745" fmla="*/ 3853308 w 4752801"/>
              <a:gd name="connsiteY13745" fmla="*/ 1259372 h 2767298"/>
              <a:gd name="connsiteX13746" fmla="*/ 3853308 w 4752801"/>
              <a:gd name="connsiteY13746" fmla="*/ 1258157 h 2767298"/>
              <a:gd name="connsiteX13747" fmla="*/ 3855332 w 4752801"/>
              <a:gd name="connsiteY13747" fmla="*/ 1254514 h 2767298"/>
              <a:gd name="connsiteX13748" fmla="*/ 3856546 w 4752801"/>
              <a:gd name="connsiteY13748" fmla="*/ 1254109 h 2767298"/>
              <a:gd name="connsiteX13749" fmla="*/ 4383207 w 4752801"/>
              <a:gd name="connsiteY13749" fmla="*/ 1253704 h 2767298"/>
              <a:gd name="connsiteX13750" fmla="*/ 4387255 w 4752801"/>
              <a:gd name="connsiteY13750" fmla="*/ 1253704 h 2767298"/>
              <a:gd name="connsiteX13751" fmla="*/ 4388469 w 4752801"/>
              <a:gd name="connsiteY13751" fmla="*/ 1254109 h 2767298"/>
              <a:gd name="connsiteX13752" fmla="*/ 4390494 w 4752801"/>
              <a:gd name="connsiteY13752" fmla="*/ 1257752 h 2767298"/>
              <a:gd name="connsiteX13753" fmla="*/ 4390494 w 4752801"/>
              <a:gd name="connsiteY13753" fmla="*/ 1258967 h 2767298"/>
              <a:gd name="connsiteX13754" fmla="*/ 4388469 w 4752801"/>
              <a:gd name="connsiteY13754" fmla="*/ 1262610 h 2767298"/>
              <a:gd name="connsiteX13755" fmla="*/ 4387255 w 4752801"/>
              <a:gd name="connsiteY13755" fmla="*/ 1263419 h 2767298"/>
              <a:gd name="connsiteX13756" fmla="*/ 4383207 w 4752801"/>
              <a:gd name="connsiteY13756" fmla="*/ 1263419 h 2767298"/>
              <a:gd name="connsiteX13757" fmla="*/ 4381993 w 4752801"/>
              <a:gd name="connsiteY13757" fmla="*/ 1262610 h 2767298"/>
              <a:gd name="connsiteX13758" fmla="*/ 4379969 w 4752801"/>
              <a:gd name="connsiteY13758" fmla="*/ 1258967 h 2767298"/>
              <a:gd name="connsiteX13759" fmla="*/ 4379969 w 4752801"/>
              <a:gd name="connsiteY13759" fmla="*/ 1257752 h 2767298"/>
              <a:gd name="connsiteX13760" fmla="*/ 4381993 w 4752801"/>
              <a:gd name="connsiteY13760" fmla="*/ 1254109 h 2767298"/>
              <a:gd name="connsiteX13761" fmla="*/ 4383207 w 4752801"/>
              <a:gd name="connsiteY13761" fmla="*/ 1253704 h 2767298"/>
              <a:gd name="connsiteX13762" fmla="*/ 4342726 w 4752801"/>
              <a:gd name="connsiteY13762" fmla="*/ 1253704 h 2767298"/>
              <a:gd name="connsiteX13763" fmla="*/ 4346774 w 4752801"/>
              <a:gd name="connsiteY13763" fmla="*/ 1253704 h 2767298"/>
              <a:gd name="connsiteX13764" fmla="*/ 4347988 w 4752801"/>
              <a:gd name="connsiteY13764" fmla="*/ 1254109 h 2767298"/>
              <a:gd name="connsiteX13765" fmla="*/ 4350013 w 4752801"/>
              <a:gd name="connsiteY13765" fmla="*/ 1257752 h 2767298"/>
              <a:gd name="connsiteX13766" fmla="*/ 4350013 w 4752801"/>
              <a:gd name="connsiteY13766" fmla="*/ 1258967 h 2767298"/>
              <a:gd name="connsiteX13767" fmla="*/ 4347988 w 4752801"/>
              <a:gd name="connsiteY13767" fmla="*/ 1262610 h 2767298"/>
              <a:gd name="connsiteX13768" fmla="*/ 4346774 w 4752801"/>
              <a:gd name="connsiteY13768" fmla="*/ 1263015 h 2767298"/>
              <a:gd name="connsiteX13769" fmla="*/ 4342726 w 4752801"/>
              <a:gd name="connsiteY13769" fmla="*/ 1263015 h 2767298"/>
              <a:gd name="connsiteX13770" fmla="*/ 4341512 w 4752801"/>
              <a:gd name="connsiteY13770" fmla="*/ 1262610 h 2767298"/>
              <a:gd name="connsiteX13771" fmla="*/ 4339488 w 4752801"/>
              <a:gd name="connsiteY13771" fmla="*/ 1258967 h 2767298"/>
              <a:gd name="connsiteX13772" fmla="*/ 4339488 w 4752801"/>
              <a:gd name="connsiteY13772" fmla="*/ 1257752 h 2767298"/>
              <a:gd name="connsiteX13773" fmla="*/ 4341512 w 4752801"/>
              <a:gd name="connsiteY13773" fmla="*/ 1254109 h 2767298"/>
              <a:gd name="connsiteX13774" fmla="*/ 4342726 w 4752801"/>
              <a:gd name="connsiteY13774" fmla="*/ 1253704 h 2767298"/>
              <a:gd name="connsiteX13775" fmla="*/ 4058952 w 4752801"/>
              <a:gd name="connsiteY13775" fmla="*/ 1253704 h 2767298"/>
              <a:gd name="connsiteX13776" fmla="*/ 4063405 w 4752801"/>
              <a:gd name="connsiteY13776" fmla="*/ 1253704 h 2767298"/>
              <a:gd name="connsiteX13777" fmla="*/ 4064619 w 4752801"/>
              <a:gd name="connsiteY13777" fmla="*/ 1254514 h 2767298"/>
              <a:gd name="connsiteX13778" fmla="*/ 4066643 w 4752801"/>
              <a:gd name="connsiteY13778" fmla="*/ 1258157 h 2767298"/>
              <a:gd name="connsiteX13779" fmla="*/ 4066643 w 4752801"/>
              <a:gd name="connsiteY13779" fmla="*/ 1259371 h 2767298"/>
              <a:gd name="connsiteX13780" fmla="*/ 4064619 w 4752801"/>
              <a:gd name="connsiteY13780" fmla="*/ 1263015 h 2767298"/>
              <a:gd name="connsiteX13781" fmla="*/ 4063405 w 4752801"/>
              <a:gd name="connsiteY13781" fmla="*/ 1263824 h 2767298"/>
              <a:gd name="connsiteX13782" fmla="*/ 4058952 w 4752801"/>
              <a:gd name="connsiteY13782" fmla="*/ 1263824 h 2767298"/>
              <a:gd name="connsiteX13783" fmla="*/ 4057738 w 4752801"/>
              <a:gd name="connsiteY13783" fmla="*/ 1263015 h 2767298"/>
              <a:gd name="connsiteX13784" fmla="*/ 4055714 w 4752801"/>
              <a:gd name="connsiteY13784" fmla="*/ 1259371 h 2767298"/>
              <a:gd name="connsiteX13785" fmla="*/ 4055714 w 4752801"/>
              <a:gd name="connsiteY13785" fmla="*/ 1258157 h 2767298"/>
              <a:gd name="connsiteX13786" fmla="*/ 4057738 w 4752801"/>
              <a:gd name="connsiteY13786" fmla="*/ 1254514 h 2767298"/>
              <a:gd name="connsiteX13787" fmla="*/ 4058952 w 4752801"/>
              <a:gd name="connsiteY13787" fmla="*/ 1253704 h 2767298"/>
              <a:gd name="connsiteX13788" fmla="*/ 2965554 w 4752801"/>
              <a:gd name="connsiteY13788" fmla="*/ 1253704 h 2767298"/>
              <a:gd name="connsiteX13789" fmla="*/ 2970412 w 4752801"/>
              <a:gd name="connsiteY13789" fmla="*/ 1253704 h 2767298"/>
              <a:gd name="connsiteX13790" fmla="*/ 2971626 w 4752801"/>
              <a:gd name="connsiteY13790" fmla="*/ 1254109 h 2767298"/>
              <a:gd name="connsiteX13791" fmla="*/ 2974055 w 4752801"/>
              <a:gd name="connsiteY13791" fmla="*/ 1258157 h 2767298"/>
              <a:gd name="connsiteX13792" fmla="*/ 2974055 w 4752801"/>
              <a:gd name="connsiteY13792" fmla="*/ 1259371 h 2767298"/>
              <a:gd name="connsiteX13793" fmla="*/ 2971626 w 4752801"/>
              <a:gd name="connsiteY13793" fmla="*/ 1263419 h 2767298"/>
              <a:gd name="connsiteX13794" fmla="*/ 2970412 w 4752801"/>
              <a:gd name="connsiteY13794" fmla="*/ 1264229 h 2767298"/>
              <a:gd name="connsiteX13795" fmla="*/ 2965554 w 4752801"/>
              <a:gd name="connsiteY13795" fmla="*/ 1264229 h 2767298"/>
              <a:gd name="connsiteX13796" fmla="*/ 2964340 w 4752801"/>
              <a:gd name="connsiteY13796" fmla="*/ 1263419 h 2767298"/>
              <a:gd name="connsiteX13797" fmla="*/ 2961911 w 4752801"/>
              <a:gd name="connsiteY13797" fmla="*/ 1259371 h 2767298"/>
              <a:gd name="connsiteX13798" fmla="*/ 2961911 w 4752801"/>
              <a:gd name="connsiteY13798" fmla="*/ 1258157 h 2767298"/>
              <a:gd name="connsiteX13799" fmla="*/ 2964340 w 4752801"/>
              <a:gd name="connsiteY13799" fmla="*/ 1254109 h 2767298"/>
              <a:gd name="connsiteX13800" fmla="*/ 2965554 w 4752801"/>
              <a:gd name="connsiteY13800" fmla="*/ 1253704 h 2767298"/>
              <a:gd name="connsiteX13801" fmla="*/ 4301840 w 4752801"/>
              <a:gd name="connsiteY13801" fmla="*/ 1253299 h 2767298"/>
              <a:gd name="connsiteX13802" fmla="*/ 4306293 w 4752801"/>
              <a:gd name="connsiteY13802" fmla="*/ 1253299 h 2767298"/>
              <a:gd name="connsiteX13803" fmla="*/ 4307507 w 4752801"/>
              <a:gd name="connsiteY13803" fmla="*/ 1253704 h 2767298"/>
              <a:gd name="connsiteX13804" fmla="*/ 4309531 w 4752801"/>
              <a:gd name="connsiteY13804" fmla="*/ 1257752 h 2767298"/>
              <a:gd name="connsiteX13805" fmla="*/ 4309531 w 4752801"/>
              <a:gd name="connsiteY13805" fmla="*/ 1258966 h 2767298"/>
              <a:gd name="connsiteX13806" fmla="*/ 4307507 w 4752801"/>
              <a:gd name="connsiteY13806" fmla="*/ 1263015 h 2767298"/>
              <a:gd name="connsiteX13807" fmla="*/ 4306293 w 4752801"/>
              <a:gd name="connsiteY13807" fmla="*/ 1263419 h 2767298"/>
              <a:gd name="connsiteX13808" fmla="*/ 4301840 w 4752801"/>
              <a:gd name="connsiteY13808" fmla="*/ 1263419 h 2767298"/>
              <a:gd name="connsiteX13809" fmla="*/ 4300626 w 4752801"/>
              <a:gd name="connsiteY13809" fmla="*/ 1263015 h 2767298"/>
              <a:gd name="connsiteX13810" fmla="*/ 4298602 w 4752801"/>
              <a:gd name="connsiteY13810" fmla="*/ 1258966 h 2767298"/>
              <a:gd name="connsiteX13811" fmla="*/ 4298602 w 4752801"/>
              <a:gd name="connsiteY13811" fmla="*/ 1257752 h 2767298"/>
              <a:gd name="connsiteX13812" fmla="*/ 4300626 w 4752801"/>
              <a:gd name="connsiteY13812" fmla="*/ 1253704 h 2767298"/>
              <a:gd name="connsiteX13813" fmla="*/ 4301840 w 4752801"/>
              <a:gd name="connsiteY13813" fmla="*/ 1253299 h 2767298"/>
              <a:gd name="connsiteX13814" fmla="*/ 4221282 w 4752801"/>
              <a:gd name="connsiteY13814" fmla="*/ 1253299 h 2767298"/>
              <a:gd name="connsiteX13815" fmla="*/ 4225330 w 4752801"/>
              <a:gd name="connsiteY13815" fmla="*/ 1253299 h 2767298"/>
              <a:gd name="connsiteX13816" fmla="*/ 4226544 w 4752801"/>
              <a:gd name="connsiteY13816" fmla="*/ 1254109 h 2767298"/>
              <a:gd name="connsiteX13817" fmla="*/ 4228569 w 4752801"/>
              <a:gd name="connsiteY13817" fmla="*/ 1257752 h 2767298"/>
              <a:gd name="connsiteX13818" fmla="*/ 4228569 w 4752801"/>
              <a:gd name="connsiteY13818" fmla="*/ 1258966 h 2767298"/>
              <a:gd name="connsiteX13819" fmla="*/ 4226544 w 4752801"/>
              <a:gd name="connsiteY13819" fmla="*/ 1262610 h 2767298"/>
              <a:gd name="connsiteX13820" fmla="*/ 4225330 w 4752801"/>
              <a:gd name="connsiteY13820" fmla="*/ 1263419 h 2767298"/>
              <a:gd name="connsiteX13821" fmla="*/ 4221282 w 4752801"/>
              <a:gd name="connsiteY13821" fmla="*/ 1263419 h 2767298"/>
              <a:gd name="connsiteX13822" fmla="*/ 4220068 w 4752801"/>
              <a:gd name="connsiteY13822" fmla="*/ 1262610 h 2767298"/>
              <a:gd name="connsiteX13823" fmla="*/ 4218044 w 4752801"/>
              <a:gd name="connsiteY13823" fmla="*/ 1258966 h 2767298"/>
              <a:gd name="connsiteX13824" fmla="*/ 4218044 w 4752801"/>
              <a:gd name="connsiteY13824" fmla="*/ 1257752 h 2767298"/>
              <a:gd name="connsiteX13825" fmla="*/ 4220068 w 4752801"/>
              <a:gd name="connsiteY13825" fmla="*/ 1254109 h 2767298"/>
              <a:gd name="connsiteX13826" fmla="*/ 4221282 w 4752801"/>
              <a:gd name="connsiteY13826" fmla="*/ 1253299 h 2767298"/>
              <a:gd name="connsiteX13827" fmla="*/ 3816470 w 4752801"/>
              <a:gd name="connsiteY13827" fmla="*/ 1253299 h 2767298"/>
              <a:gd name="connsiteX13828" fmla="*/ 3820518 w 4752801"/>
              <a:gd name="connsiteY13828" fmla="*/ 1253299 h 2767298"/>
              <a:gd name="connsiteX13829" fmla="*/ 3821732 w 4752801"/>
              <a:gd name="connsiteY13829" fmla="*/ 1254109 h 2767298"/>
              <a:gd name="connsiteX13830" fmla="*/ 3823757 w 4752801"/>
              <a:gd name="connsiteY13830" fmla="*/ 1257752 h 2767298"/>
              <a:gd name="connsiteX13831" fmla="*/ 3823757 w 4752801"/>
              <a:gd name="connsiteY13831" fmla="*/ 1258966 h 2767298"/>
              <a:gd name="connsiteX13832" fmla="*/ 3821732 w 4752801"/>
              <a:gd name="connsiteY13832" fmla="*/ 1262610 h 2767298"/>
              <a:gd name="connsiteX13833" fmla="*/ 3820518 w 4752801"/>
              <a:gd name="connsiteY13833" fmla="*/ 1263419 h 2767298"/>
              <a:gd name="connsiteX13834" fmla="*/ 3816470 w 4752801"/>
              <a:gd name="connsiteY13834" fmla="*/ 1263419 h 2767298"/>
              <a:gd name="connsiteX13835" fmla="*/ 3815256 w 4752801"/>
              <a:gd name="connsiteY13835" fmla="*/ 1262610 h 2767298"/>
              <a:gd name="connsiteX13836" fmla="*/ 3813232 w 4752801"/>
              <a:gd name="connsiteY13836" fmla="*/ 1258966 h 2767298"/>
              <a:gd name="connsiteX13837" fmla="*/ 3813232 w 4752801"/>
              <a:gd name="connsiteY13837" fmla="*/ 1257752 h 2767298"/>
              <a:gd name="connsiteX13838" fmla="*/ 3815256 w 4752801"/>
              <a:gd name="connsiteY13838" fmla="*/ 1254109 h 2767298"/>
              <a:gd name="connsiteX13839" fmla="*/ 3816470 w 4752801"/>
              <a:gd name="connsiteY13839" fmla="*/ 1253299 h 2767298"/>
              <a:gd name="connsiteX13840" fmla="*/ 3775988 w 4752801"/>
              <a:gd name="connsiteY13840" fmla="*/ 1253299 h 2767298"/>
              <a:gd name="connsiteX13841" fmla="*/ 3780036 w 4752801"/>
              <a:gd name="connsiteY13841" fmla="*/ 1253299 h 2767298"/>
              <a:gd name="connsiteX13842" fmla="*/ 3781250 w 4752801"/>
              <a:gd name="connsiteY13842" fmla="*/ 1254109 h 2767298"/>
              <a:gd name="connsiteX13843" fmla="*/ 3783275 w 4752801"/>
              <a:gd name="connsiteY13843" fmla="*/ 1257752 h 2767298"/>
              <a:gd name="connsiteX13844" fmla="*/ 3783275 w 4752801"/>
              <a:gd name="connsiteY13844" fmla="*/ 1258966 h 2767298"/>
              <a:gd name="connsiteX13845" fmla="*/ 3781250 w 4752801"/>
              <a:gd name="connsiteY13845" fmla="*/ 1262610 h 2767298"/>
              <a:gd name="connsiteX13846" fmla="*/ 3780036 w 4752801"/>
              <a:gd name="connsiteY13846" fmla="*/ 1263419 h 2767298"/>
              <a:gd name="connsiteX13847" fmla="*/ 3775988 w 4752801"/>
              <a:gd name="connsiteY13847" fmla="*/ 1263419 h 2767298"/>
              <a:gd name="connsiteX13848" fmla="*/ 3774774 w 4752801"/>
              <a:gd name="connsiteY13848" fmla="*/ 1262610 h 2767298"/>
              <a:gd name="connsiteX13849" fmla="*/ 3772750 w 4752801"/>
              <a:gd name="connsiteY13849" fmla="*/ 1258966 h 2767298"/>
              <a:gd name="connsiteX13850" fmla="*/ 3772750 w 4752801"/>
              <a:gd name="connsiteY13850" fmla="*/ 1257752 h 2767298"/>
              <a:gd name="connsiteX13851" fmla="*/ 3774774 w 4752801"/>
              <a:gd name="connsiteY13851" fmla="*/ 1254109 h 2767298"/>
              <a:gd name="connsiteX13852" fmla="*/ 3775988 w 4752801"/>
              <a:gd name="connsiteY13852" fmla="*/ 1253299 h 2767298"/>
              <a:gd name="connsiteX13853" fmla="*/ 4504246 w 4752801"/>
              <a:gd name="connsiteY13853" fmla="*/ 1252895 h 2767298"/>
              <a:gd name="connsiteX13854" fmla="*/ 4508699 w 4752801"/>
              <a:gd name="connsiteY13854" fmla="*/ 1252895 h 2767298"/>
              <a:gd name="connsiteX13855" fmla="*/ 4509913 w 4752801"/>
              <a:gd name="connsiteY13855" fmla="*/ 1253705 h 2767298"/>
              <a:gd name="connsiteX13856" fmla="*/ 4512342 w 4752801"/>
              <a:gd name="connsiteY13856" fmla="*/ 1257753 h 2767298"/>
              <a:gd name="connsiteX13857" fmla="*/ 4512342 w 4752801"/>
              <a:gd name="connsiteY13857" fmla="*/ 1258967 h 2767298"/>
              <a:gd name="connsiteX13858" fmla="*/ 4509913 w 4752801"/>
              <a:gd name="connsiteY13858" fmla="*/ 1263015 h 2767298"/>
              <a:gd name="connsiteX13859" fmla="*/ 4508699 w 4752801"/>
              <a:gd name="connsiteY13859" fmla="*/ 1263825 h 2767298"/>
              <a:gd name="connsiteX13860" fmla="*/ 4504246 w 4752801"/>
              <a:gd name="connsiteY13860" fmla="*/ 1263825 h 2767298"/>
              <a:gd name="connsiteX13861" fmla="*/ 4503031 w 4752801"/>
              <a:gd name="connsiteY13861" fmla="*/ 1263015 h 2767298"/>
              <a:gd name="connsiteX13862" fmla="*/ 4500603 w 4752801"/>
              <a:gd name="connsiteY13862" fmla="*/ 1258967 h 2767298"/>
              <a:gd name="connsiteX13863" fmla="*/ 4500603 w 4752801"/>
              <a:gd name="connsiteY13863" fmla="*/ 1257753 h 2767298"/>
              <a:gd name="connsiteX13864" fmla="*/ 4503031 w 4752801"/>
              <a:gd name="connsiteY13864" fmla="*/ 1253705 h 2767298"/>
              <a:gd name="connsiteX13865" fmla="*/ 4504246 w 4752801"/>
              <a:gd name="connsiteY13865" fmla="*/ 1252895 h 2767298"/>
              <a:gd name="connsiteX13866" fmla="*/ 4463360 w 4752801"/>
              <a:gd name="connsiteY13866" fmla="*/ 1252895 h 2767298"/>
              <a:gd name="connsiteX13867" fmla="*/ 4468218 w 4752801"/>
              <a:gd name="connsiteY13867" fmla="*/ 1252895 h 2767298"/>
              <a:gd name="connsiteX13868" fmla="*/ 4469432 w 4752801"/>
              <a:gd name="connsiteY13868" fmla="*/ 1253705 h 2767298"/>
              <a:gd name="connsiteX13869" fmla="*/ 4471861 w 4752801"/>
              <a:gd name="connsiteY13869" fmla="*/ 1257753 h 2767298"/>
              <a:gd name="connsiteX13870" fmla="*/ 4471861 w 4752801"/>
              <a:gd name="connsiteY13870" fmla="*/ 1258967 h 2767298"/>
              <a:gd name="connsiteX13871" fmla="*/ 4469432 w 4752801"/>
              <a:gd name="connsiteY13871" fmla="*/ 1263015 h 2767298"/>
              <a:gd name="connsiteX13872" fmla="*/ 4468218 w 4752801"/>
              <a:gd name="connsiteY13872" fmla="*/ 1263825 h 2767298"/>
              <a:gd name="connsiteX13873" fmla="*/ 4463360 w 4752801"/>
              <a:gd name="connsiteY13873" fmla="*/ 1263825 h 2767298"/>
              <a:gd name="connsiteX13874" fmla="*/ 4462146 w 4752801"/>
              <a:gd name="connsiteY13874" fmla="*/ 1263015 h 2767298"/>
              <a:gd name="connsiteX13875" fmla="*/ 4459717 w 4752801"/>
              <a:gd name="connsiteY13875" fmla="*/ 1258967 h 2767298"/>
              <a:gd name="connsiteX13876" fmla="*/ 4459717 w 4752801"/>
              <a:gd name="connsiteY13876" fmla="*/ 1257753 h 2767298"/>
              <a:gd name="connsiteX13877" fmla="*/ 4462146 w 4752801"/>
              <a:gd name="connsiteY13877" fmla="*/ 1253705 h 2767298"/>
              <a:gd name="connsiteX13878" fmla="*/ 4463360 w 4752801"/>
              <a:gd name="connsiteY13878" fmla="*/ 1252895 h 2767298"/>
              <a:gd name="connsiteX13879" fmla="*/ 3896623 w 4752801"/>
              <a:gd name="connsiteY13879" fmla="*/ 1252895 h 2767298"/>
              <a:gd name="connsiteX13880" fmla="*/ 3901481 w 4752801"/>
              <a:gd name="connsiteY13880" fmla="*/ 1252895 h 2767298"/>
              <a:gd name="connsiteX13881" fmla="*/ 3902695 w 4752801"/>
              <a:gd name="connsiteY13881" fmla="*/ 1253705 h 2767298"/>
              <a:gd name="connsiteX13882" fmla="*/ 3905124 w 4752801"/>
              <a:gd name="connsiteY13882" fmla="*/ 1257753 h 2767298"/>
              <a:gd name="connsiteX13883" fmla="*/ 3905124 w 4752801"/>
              <a:gd name="connsiteY13883" fmla="*/ 1258967 h 2767298"/>
              <a:gd name="connsiteX13884" fmla="*/ 3902695 w 4752801"/>
              <a:gd name="connsiteY13884" fmla="*/ 1263015 h 2767298"/>
              <a:gd name="connsiteX13885" fmla="*/ 3901481 w 4752801"/>
              <a:gd name="connsiteY13885" fmla="*/ 1263825 h 2767298"/>
              <a:gd name="connsiteX13886" fmla="*/ 3896623 w 4752801"/>
              <a:gd name="connsiteY13886" fmla="*/ 1263825 h 2767298"/>
              <a:gd name="connsiteX13887" fmla="*/ 3895409 w 4752801"/>
              <a:gd name="connsiteY13887" fmla="*/ 1263015 h 2767298"/>
              <a:gd name="connsiteX13888" fmla="*/ 3892980 w 4752801"/>
              <a:gd name="connsiteY13888" fmla="*/ 1258967 h 2767298"/>
              <a:gd name="connsiteX13889" fmla="*/ 3892980 w 4752801"/>
              <a:gd name="connsiteY13889" fmla="*/ 1257753 h 2767298"/>
              <a:gd name="connsiteX13890" fmla="*/ 3895409 w 4752801"/>
              <a:gd name="connsiteY13890" fmla="*/ 1253705 h 2767298"/>
              <a:gd name="connsiteX13891" fmla="*/ 3896623 w 4752801"/>
              <a:gd name="connsiteY13891" fmla="*/ 1252895 h 2767298"/>
              <a:gd name="connsiteX13892" fmla="*/ 2925073 w 4752801"/>
              <a:gd name="connsiteY13892" fmla="*/ 1252490 h 2767298"/>
              <a:gd name="connsiteX13893" fmla="*/ 2930740 w 4752801"/>
              <a:gd name="connsiteY13893" fmla="*/ 1252490 h 2767298"/>
              <a:gd name="connsiteX13894" fmla="*/ 2931955 w 4752801"/>
              <a:gd name="connsiteY13894" fmla="*/ 1253300 h 2767298"/>
              <a:gd name="connsiteX13895" fmla="*/ 2934788 w 4752801"/>
              <a:gd name="connsiteY13895" fmla="*/ 1258157 h 2767298"/>
              <a:gd name="connsiteX13896" fmla="*/ 2934788 w 4752801"/>
              <a:gd name="connsiteY13896" fmla="*/ 1259372 h 2767298"/>
              <a:gd name="connsiteX13897" fmla="*/ 2931955 w 4752801"/>
              <a:gd name="connsiteY13897" fmla="*/ 1264230 h 2767298"/>
              <a:gd name="connsiteX13898" fmla="*/ 2930740 w 4752801"/>
              <a:gd name="connsiteY13898" fmla="*/ 1265039 h 2767298"/>
              <a:gd name="connsiteX13899" fmla="*/ 2925073 w 4752801"/>
              <a:gd name="connsiteY13899" fmla="*/ 1265039 h 2767298"/>
              <a:gd name="connsiteX13900" fmla="*/ 2923859 w 4752801"/>
              <a:gd name="connsiteY13900" fmla="*/ 1264230 h 2767298"/>
              <a:gd name="connsiteX13901" fmla="*/ 2921025 w 4752801"/>
              <a:gd name="connsiteY13901" fmla="*/ 1259372 h 2767298"/>
              <a:gd name="connsiteX13902" fmla="*/ 2921025 w 4752801"/>
              <a:gd name="connsiteY13902" fmla="*/ 1258157 h 2767298"/>
              <a:gd name="connsiteX13903" fmla="*/ 2923859 w 4752801"/>
              <a:gd name="connsiteY13903" fmla="*/ 1253300 h 2767298"/>
              <a:gd name="connsiteX13904" fmla="*/ 2925073 w 4752801"/>
              <a:gd name="connsiteY13904" fmla="*/ 1252490 h 2767298"/>
              <a:gd name="connsiteX13905" fmla="*/ 3936294 w 4752801"/>
              <a:gd name="connsiteY13905" fmla="*/ 1252085 h 2767298"/>
              <a:gd name="connsiteX13906" fmla="*/ 3943176 w 4752801"/>
              <a:gd name="connsiteY13906" fmla="*/ 1252085 h 2767298"/>
              <a:gd name="connsiteX13907" fmla="*/ 3944391 w 4752801"/>
              <a:gd name="connsiteY13907" fmla="*/ 1252490 h 2767298"/>
              <a:gd name="connsiteX13908" fmla="*/ 3947629 w 4752801"/>
              <a:gd name="connsiteY13908" fmla="*/ 1258157 h 2767298"/>
              <a:gd name="connsiteX13909" fmla="*/ 3947629 w 4752801"/>
              <a:gd name="connsiteY13909" fmla="*/ 1259372 h 2767298"/>
              <a:gd name="connsiteX13910" fmla="*/ 3944391 w 4752801"/>
              <a:gd name="connsiteY13910" fmla="*/ 1265039 h 2767298"/>
              <a:gd name="connsiteX13911" fmla="*/ 3943176 w 4752801"/>
              <a:gd name="connsiteY13911" fmla="*/ 1265444 h 2767298"/>
              <a:gd name="connsiteX13912" fmla="*/ 3936294 w 4752801"/>
              <a:gd name="connsiteY13912" fmla="*/ 1265444 h 2767298"/>
              <a:gd name="connsiteX13913" fmla="*/ 3935080 w 4752801"/>
              <a:gd name="connsiteY13913" fmla="*/ 1265039 h 2767298"/>
              <a:gd name="connsiteX13914" fmla="*/ 3931842 w 4752801"/>
              <a:gd name="connsiteY13914" fmla="*/ 1259372 h 2767298"/>
              <a:gd name="connsiteX13915" fmla="*/ 3931842 w 4752801"/>
              <a:gd name="connsiteY13915" fmla="*/ 1258157 h 2767298"/>
              <a:gd name="connsiteX13916" fmla="*/ 3935080 w 4752801"/>
              <a:gd name="connsiteY13916" fmla="*/ 1252490 h 2767298"/>
              <a:gd name="connsiteX13917" fmla="*/ 3936294 w 4752801"/>
              <a:gd name="connsiteY13917" fmla="*/ 1252085 h 2767298"/>
              <a:gd name="connsiteX13918" fmla="*/ 2843705 w 4752801"/>
              <a:gd name="connsiteY13918" fmla="*/ 1251275 h 2767298"/>
              <a:gd name="connsiteX13919" fmla="*/ 2850182 w 4752801"/>
              <a:gd name="connsiteY13919" fmla="*/ 1251275 h 2767298"/>
              <a:gd name="connsiteX13920" fmla="*/ 2851397 w 4752801"/>
              <a:gd name="connsiteY13920" fmla="*/ 1252085 h 2767298"/>
              <a:gd name="connsiteX13921" fmla="*/ 2854636 w 4752801"/>
              <a:gd name="connsiteY13921" fmla="*/ 1257752 h 2767298"/>
              <a:gd name="connsiteX13922" fmla="*/ 2854636 w 4752801"/>
              <a:gd name="connsiteY13922" fmla="*/ 1258967 h 2767298"/>
              <a:gd name="connsiteX13923" fmla="*/ 2851397 w 4752801"/>
              <a:gd name="connsiteY13923" fmla="*/ 1264634 h 2767298"/>
              <a:gd name="connsiteX13924" fmla="*/ 2850182 w 4752801"/>
              <a:gd name="connsiteY13924" fmla="*/ 1265443 h 2767298"/>
              <a:gd name="connsiteX13925" fmla="*/ 2843705 w 4752801"/>
              <a:gd name="connsiteY13925" fmla="*/ 1265443 h 2767298"/>
              <a:gd name="connsiteX13926" fmla="*/ 2842491 w 4752801"/>
              <a:gd name="connsiteY13926" fmla="*/ 1264634 h 2767298"/>
              <a:gd name="connsiteX13927" fmla="*/ 2839253 w 4752801"/>
              <a:gd name="connsiteY13927" fmla="*/ 1258967 h 2767298"/>
              <a:gd name="connsiteX13928" fmla="*/ 2839253 w 4752801"/>
              <a:gd name="connsiteY13928" fmla="*/ 1257752 h 2767298"/>
              <a:gd name="connsiteX13929" fmla="*/ 2842491 w 4752801"/>
              <a:gd name="connsiteY13929" fmla="*/ 1252085 h 2767298"/>
              <a:gd name="connsiteX13930" fmla="*/ 2843705 w 4752801"/>
              <a:gd name="connsiteY13930" fmla="*/ 1251275 h 2767298"/>
              <a:gd name="connsiteX13931" fmla="*/ 4016852 w 4752801"/>
              <a:gd name="connsiteY13931" fmla="*/ 1250871 h 2767298"/>
              <a:gd name="connsiteX13932" fmla="*/ 4024543 w 4752801"/>
              <a:gd name="connsiteY13932" fmla="*/ 1250871 h 2767298"/>
              <a:gd name="connsiteX13933" fmla="*/ 4025757 w 4752801"/>
              <a:gd name="connsiteY13933" fmla="*/ 1251681 h 2767298"/>
              <a:gd name="connsiteX13934" fmla="*/ 4029401 w 4752801"/>
              <a:gd name="connsiteY13934" fmla="*/ 1258158 h 2767298"/>
              <a:gd name="connsiteX13935" fmla="*/ 4029401 w 4752801"/>
              <a:gd name="connsiteY13935" fmla="*/ 1259372 h 2767298"/>
              <a:gd name="connsiteX13936" fmla="*/ 4025757 w 4752801"/>
              <a:gd name="connsiteY13936" fmla="*/ 1265849 h 2767298"/>
              <a:gd name="connsiteX13937" fmla="*/ 4024543 w 4752801"/>
              <a:gd name="connsiteY13937" fmla="*/ 1266659 h 2767298"/>
              <a:gd name="connsiteX13938" fmla="*/ 4016852 w 4752801"/>
              <a:gd name="connsiteY13938" fmla="*/ 1266659 h 2767298"/>
              <a:gd name="connsiteX13939" fmla="*/ 4015637 w 4752801"/>
              <a:gd name="connsiteY13939" fmla="*/ 1265849 h 2767298"/>
              <a:gd name="connsiteX13940" fmla="*/ 4011994 w 4752801"/>
              <a:gd name="connsiteY13940" fmla="*/ 1259372 h 2767298"/>
              <a:gd name="connsiteX13941" fmla="*/ 4011994 w 4752801"/>
              <a:gd name="connsiteY13941" fmla="*/ 1258158 h 2767298"/>
              <a:gd name="connsiteX13942" fmla="*/ 4015637 w 4752801"/>
              <a:gd name="connsiteY13942" fmla="*/ 1251681 h 2767298"/>
              <a:gd name="connsiteX13943" fmla="*/ 4016852 w 4752801"/>
              <a:gd name="connsiteY13943" fmla="*/ 1250871 h 2767298"/>
              <a:gd name="connsiteX13944" fmla="*/ 3976370 w 4752801"/>
              <a:gd name="connsiteY13944" fmla="*/ 1250466 h 2767298"/>
              <a:gd name="connsiteX13945" fmla="*/ 3984467 w 4752801"/>
              <a:gd name="connsiteY13945" fmla="*/ 1250466 h 2767298"/>
              <a:gd name="connsiteX13946" fmla="*/ 3985681 w 4752801"/>
              <a:gd name="connsiteY13946" fmla="*/ 1251276 h 2767298"/>
              <a:gd name="connsiteX13947" fmla="*/ 3989729 w 4752801"/>
              <a:gd name="connsiteY13947" fmla="*/ 1258157 h 2767298"/>
              <a:gd name="connsiteX13948" fmla="*/ 3989729 w 4752801"/>
              <a:gd name="connsiteY13948" fmla="*/ 1259372 h 2767298"/>
              <a:gd name="connsiteX13949" fmla="*/ 3985681 w 4752801"/>
              <a:gd name="connsiteY13949" fmla="*/ 1266254 h 2767298"/>
              <a:gd name="connsiteX13950" fmla="*/ 3984467 w 4752801"/>
              <a:gd name="connsiteY13950" fmla="*/ 1267063 h 2767298"/>
              <a:gd name="connsiteX13951" fmla="*/ 3976370 w 4752801"/>
              <a:gd name="connsiteY13951" fmla="*/ 1267063 h 2767298"/>
              <a:gd name="connsiteX13952" fmla="*/ 3975156 w 4752801"/>
              <a:gd name="connsiteY13952" fmla="*/ 1266254 h 2767298"/>
              <a:gd name="connsiteX13953" fmla="*/ 3971108 w 4752801"/>
              <a:gd name="connsiteY13953" fmla="*/ 1259372 h 2767298"/>
              <a:gd name="connsiteX13954" fmla="*/ 3971108 w 4752801"/>
              <a:gd name="connsiteY13954" fmla="*/ 1258157 h 2767298"/>
              <a:gd name="connsiteX13955" fmla="*/ 3975156 w 4752801"/>
              <a:gd name="connsiteY13955" fmla="*/ 1251276 h 2767298"/>
              <a:gd name="connsiteX13956" fmla="*/ 3976370 w 4752801"/>
              <a:gd name="connsiteY13956" fmla="*/ 1250466 h 2767298"/>
              <a:gd name="connsiteX13957" fmla="*/ 2883781 w 4752801"/>
              <a:gd name="connsiteY13957" fmla="*/ 1250466 h 2767298"/>
              <a:gd name="connsiteX13958" fmla="*/ 2891068 w 4752801"/>
              <a:gd name="connsiteY13958" fmla="*/ 1250466 h 2767298"/>
              <a:gd name="connsiteX13959" fmla="*/ 2892282 w 4752801"/>
              <a:gd name="connsiteY13959" fmla="*/ 1251276 h 2767298"/>
              <a:gd name="connsiteX13960" fmla="*/ 2895926 w 4752801"/>
              <a:gd name="connsiteY13960" fmla="*/ 1257753 h 2767298"/>
              <a:gd name="connsiteX13961" fmla="*/ 2895926 w 4752801"/>
              <a:gd name="connsiteY13961" fmla="*/ 1258967 h 2767298"/>
              <a:gd name="connsiteX13962" fmla="*/ 2892282 w 4752801"/>
              <a:gd name="connsiteY13962" fmla="*/ 1265444 h 2767298"/>
              <a:gd name="connsiteX13963" fmla="*/ 2891068 w 4752801"/>
              <a:gd name="connsiteY13963" fmla="*/ 1266254 h 2767298"/>
              <a:gd name="connsiteX13964" fmla="*/ 2883781 w 4752801"/>
              <a:gd name="connsiteY13964" fmla="*/ 1266254 h 2767298"/>
              <a:gd name="connsiteX13965" fmla="*/ 2882567 w 4752801"/>
              <a:gd name="connsiteY13965" fmla="*/ 1265444 h 2767298"/>
              <a:gd name="connsiteX13966" fmla="*/ 2878924 w 4752801"/>
              <a:gd name="connsiteY13966" fmla="*/ 1258967 h 2767298"/>
              <a:gd name="connsiteX13967" fmla="*/ 2878924 w 4752801"/>
              <a:gd name="connsiteY13967" fmla="*/ 1257753 h 2767298"/>
              <a:gd name="connsiteX13968" fmla="*/ 2882567 w 4752801"/>
              <a:gd name="connsiteY13968" fmla="*/ 1251276 h 2767298"/>
              <a:gd name="connsiteX13969" fmla="*/ 2883781 w 4752801"/>
              <a:gd name="connsiteY13969" fmla="*/ 1250466 h 2767298"/>
              <a:gd name="connsiteX13970" fmla="*/ 3408013 w 4752801"/>
              <a:gd name="connsiteY13970" fmla="*/ 1248847 h 2767298"/>
              <a:gd name="connsiteX13971" fmla="*/ 3418538 w 4752801"/>
              <a:gd name="connsiteY13971" fmla="*/ 1248847 h 2767298"/>
              <a:gd name="connsiteX13972" fmla="*/ 3419753 w 4752801"/>
              <a:gd name="connsiteY13972" fmla="*/ 1249252 h 2767298"/>
              <a:gd name="connsiteX13973" fmla="*/ 3425015 w 4752801"/>
              <a:gd name="connsiteY13973" fmla="*/ 1258158 h 2767298"/>
              <a:gd name="connsiteX13974" fmla="*/ 3425015 w 4752801"/>
              <a:gd name="connsiteY13974" fmla="*/ 1259372 h 2767298"/>
              <a:gd name="connsiteX13975" fmla="*/ 3419753 w 4752801"/>
              <a:gd name="connsiteY13975" fmla="*/ 1268278 h 2767298"/>
              <a:gd name="connsiteX13976" fmla="*/ 3418538 w 4752801"/>
              <a:gd name="connsiteY13976" fmla="*/ 1268683 h 2767298"/>
              <a:gd name="connsiteX13977" fmla="*/ 3408013 w 4752801"/>
              <a:gd name="connsiteY13977" fmla="*/ 1268683 h 2767298"/>
              <a:gd name="connsiteX13978" fmla="*/ 3406799 w 4752801"/>
              <a:gd name="connsiteY13978" fmla="*/ 1268278 h 2767298"/>
              <a:gd name="connsiteX13979" fmla="*/ 3401537 w 4752801"/>
              <a:gd name="connsiteY13979" fmla="*/ 1259372 h 2767298"/>
              <a:gd name="connsiteX13980" fmla="*/ 3401537 w 4752801"/>
              <a:gd name="connsiteY13980" fmla="*/ 1258158 h 2767298"/>
              <a:gd name="connsiteX13981" fmla="*/ 3406799 w 4752801"/>
              <a:gd name="connsiteY13981" fmla="*/ 1249252 h 2767298"/>
              <a:gd name="connsiteX13982" fmla="*/ 3408013 w 4752801"/>
              <a:gd name="connsiteY13982" fmla="*/ 1248847 h 2767298"/>
              <a:gd name="connsiteX13983" fmla="*/ 3691788 w 4752801"/>
              <a:gd name="connsiteY13983" fmla="*/ 1248442 h 2767298"/>
              <a:gd name="connsiteX13984" fmla="*/ 3701908 w 4752801"/>
              <a:gd name="connsiteY13984" fmla="*/ 1248442 h 2767298"/>
              <a:gd name="connsiteX13985" fmla="*/ 3703123 w 4752801"/>
              <a:gd name="connsiteY13985" fmla="*/ 1248847 h 2767298"/>
              <a:gd name="connsiteX13986" fmla="*/ 3707980 w 4752801"/>
              <a:gd name="connsiteY13986" fmla="*/ 1257753 h 2767298"/>
              <a:gd name="connsiteX13987" fmla="*/ 3707980 w 4752801"/>
              <a:gd name="connsiteY13987" fmla="*/ 1258967 h 2767298"/>
              <a:gd name="connsiteX13988" fmla="*/ 3703123 w 4752801"/>
              <a:gd name="connsiteY13988" fmla="*/ 1267873 h 2767298"/>
              <a:gd name="connsiteX13989" fmla="*/ 3701908 w 4752801"/>
              <a:gd name="connsiteY13989" fmla="*/ 1268278 h 2767298"/>
              <a:gd name="connsiteX13990" fmla="*/ 3691788 w 4752801"/>
              <a:gd name="connsiteY13990" fmla="*/ 1268278 h 2767298"/>
              <a:gd name="connsiteX13991" fmla="*/ 3690574 w 4752801"/>
              <a:gd name="connsiteY13991" fmla="*/ 1267873 h 2767298"/>
              <a:gd name="connsiteX13992" fmla="*/ 3685716 w 4752801"/>
              <a:gd name="connsiteY13992" fmla="*/ 1258967 h 2767298"/>
              <a:gd name="connsiteX13993" fmla="*/ 3685716 w 4752801"/>
              <a:gd name="connsiteY13993" fmla="*/ 1257753 h 2767298"/>
              <a:gd name="connsiteX13994" fmla="*/ 3690574 w 4752801"/>
              <a:gd name="connsiteY13994" fmla="*/ 1248847 h 2767298"/>
              <a:gd name="connsiteX13995" fmla="*/ 3691788 w 4752801"/>
              <a:gd name="connsiteY13995" fmla="*/ 1248442 h 2767298"/>
              <a:gd name="connsiteX13996" fmla="*/ 3448495 w 4752801"/>
              <a:gd name="connsiteY13996" fmla="*/ 1248442 h 2767298"/>
              <a:gd name="connsiteX13997" fmla="*/ 3459425 w 4752801"/>
              <a:gd name="connsiteY13997" fmla="*/ 1248442 h 2767298"/>
              <a:gd name="connsiteX13998" fmla="*/ 3460640 w 4752801"/>
              <a:gd name="connsiteY13998" fmla="*/ 1248847 h 2767298"/>
              <a:gd name="connsiteX13999" fmla="*/ 3465903 w 4752801"/>
              <a:gd name="connsiteY13999" fmla="*/ 1258157 h 2767298"/>
              <a:gd name="connsiteX14000" fmla="*/ 3465903 w 4752801"/>
              <a:gd name="connsiteY14000" fmla="*/ 1259372 h 2767298"/>
              <a:gd name="connsiteX14001" fmla="*/ 3460640 w 4752801"/>
              <a:gd name="connsiteY14001" fmla="*/ 1268683 h 2767298"/>
              <a:gd name="connsiteX14002" fmla="*/ 3459425 w 4752801"/>
              <a:gd name="connsiteY14002" fmla="*/ 1269492 h 2767298"/>
              <a:gd name="connsiteX14003" fmla="*/ 3448495 w 4752801"/>
              <a:gd name="connsiteY14003" fmla="*/ 1269492 h 2767298"/>
              <a:gd name="connsiteX14004" fmla="*/ 3447281 w 4752801"/>
              <a:gd name="connsiteY14004" fmla="*/ 1268683 h 2767298"/>
              <a:gd name="connsiteX14005" fmla="*/ 3442019 w 4752801"/>
              <a:gd name="connsiteY14005" fmla="*/ 1259372 h 2767298"/>
              <a:gd name="connsiteX14006" fmla="*/ 3442019 w 4752801"/>
              <a:gd name="connsiteY14006" fmla="*/ 1258157 h 2767298"/>
              <a:gd name="connsiteX14007" fmla="*/ 3447281 w 4752801"/>
              <a:gd name="connsiteY14007" fmla="*/ 1248847 h 2767298"/>
              <a:gd name="connsiteX14008" fmla="*/ 3448495 w 4752801"/>
              <a:gd name="connsiteY14008" fmla="*/ 1248442 h 2767298"/>
              <a:gd name="connsiteX14009" fmla="*/ 2396388 w 4752801"/>
              <a:gd name="connsiteY14009" fmla="*/ 1248442 h 2767298"/>
              <a:gd name="connsiteX14010" fmla="*/ 2406508 w 4752801"/>
              <a:gd name="connsiteY14010" fmla="*/ 1248442 h 2767298"/>
              <a:gd name="connsiteX14011" fmla="*/ 2407722 w 4752801"/>
              <a:gd name="connsiteY14011" fmla="*/ 1249252 h 2767298"/>
              <a:gd name="connsiteX14012" fmla="*/ 2412985 w 4752801"/>
              <a:gd name="connsiteY14012" fmla="*/ 1258157 h 2767298"/>
              <a:gd name="connsiteX14013" fmla="*/ 2412985 w 4752801"/>
              <a:gd name="connsiteY14013" fmla="*/ 1259372 h 2767298"/>
              <a:gd name="connsiteX14014" fmla="*/ 2407722 w 4752801"/>
              <a:gd name="connsiteY14014" fmla="*/ 1268278 h 2767298"/>
              <a:gd name="connsiteX14015" fmla="*/ 2406508 w 4752801"/>
              <a:gd name="connsiteY14015" fmla="*/ 1268683 h 2767298"/>
              <a:gd name="connsiteX14016" fmla="*/ 2396388 w 4752801"/>
              <a:gd name="connsiteY14016" fmla="*/ 1268683 h 2767298"/>
              <a:gd name="connsiteX14017" fmla="*/ 2395173 w 4752801"/>
              <a:gd name="connsiteY14017" fmla="*/ 1268278 h 2767298"/>
              <a:gd name="connsiteX14018" fmla="*/ 2389911 w 4752801"/>
              <a:gd name="connsiteY14018" fmla="*/ 1259372 h 2767298"/>
              <a:gd name="connsiteX14019" fmla="*/ 2389911 w 4752801"/>
              <a:gd name="connsiteY14019" fmla="*/ 1258157 h 2767298"/>
              <a:gd name="connsiteX14020" fmla="*/ 2395173 w 4752801"/>
              <a:gd name="connsiteY14020" fmla="*/ 1249252 h 2767298"/>
              <a:gd name="connsiteX14021" fmla="*/ 2396388 w 4752801"/>
              <a:gd name="connsiteY14021" fmla="*/ 1248442 h 2767298"/>
              <a:gd name="connsiteX14022" fmla="*/ 2801199 w 4752801"/>
              <a:gd name="connsiteY14022" fmla="*/ 1248037 h 2767298"/>
              <a:gd name="connsiteX14023" fmla="*/ 2811320 w 4752801"/>
              <a:gd name="connsiteY14023" fmla="*/ 1248037 h 2767298"/>
              <a:gd name="connsiteX14024" fmla="*/ 2812534 w 4752801"/>
              <a:gd name="connsiteY14024" fmla="*/ 1248847 h 2767298"/>
              <a:gd name="connsiteX14025" fmla="*/ 2817797 w 4752801"/>
              <a:gd name="connsiteY14025" fmla="*/ 1257752 h 2767298"/>
              <a:gd name="connsiteX14026" fmla="*/ 2817797 w 4752801"/>
              <a:gd name="connsiteY14026" fmla="*/ 1258967 h 2767298"/>
              <a:gd name="connsiteX14027" fmla="*/ 2812534 w 4752801"/>
              <a:gd name="connsiteY14027" fmla="*/ 1267873 h 2767298"/>
              <a:gd name="connsiteX14028" fmla="*/ 2811320 w 4752801"/>
              <a:gd name="connsiteY14028" fmla="*/ 1268682 h 2767298"/>
              <a:gd name="connsiteX14029" fmla="*/ 2801199 w 4752801"/>
              <a:gd name="connsiteY14029" fmla="*/ 1268682 h 2767298"/>
              <a:gd name="connsiteX14030" fmla="*/ 2799985 w 4752801"/>
              <a:gd name="connsiteY14030" fmla="*/ 1267873 h 2767298"/>
              <a:gd name="connsiteX14031" fmla="*/ 2794723 w 4752801"/>
              <a:gd name="connsiteY14031" fmla="*/ 1258967 h 2767298"/>
              <a:gd name="connsiteX14032" fmla="*/ 2794723 w 4752801"/>
              <a:gd name="connsiteY14032" fmla="*/ 1257752 h 2767298"/>
              <a:gd name="connsiteX14033" fmla="*/ 2799985 w 4752801"/>
              <a:gd name="connsiteY14033" fmla="*/ 1248847 h 2767298"/>
              <a:gd name="connsiteX14034" fmla="*/ 2801199 w 4752801"/>
              <a:gd name="connsiteY14034" fmla="*/ 1248037 h 2767298"/>
              <a:gd name="connsiteX14035" fmla="*/ 2760718 w 4752801"/>
              <a:gd name="connsiteY14035" fmla="*/ 1248037 h 2767298"/>
              <a:gd name="connsiteX14036" fmla="*/ 2771243 w 4752801"/>
              <a:gd name="connsiteY14036" fmla="*/ 1248037 h 2767298"/>
              <a:gd name="connsiteX14037" fmla="*/ 2772458 w 4752801"/>
              <a:gd name="connsiteY14037" fmla="*/ 1248442 h 2767298"/>
              <a:gd name="connsiteX14038" fmla="*/ 2777721 w 4752801"/>
              <a:gd name="connsiteY14038" fmla="*/ 1257752 h 2767298"/>
              <a:gd name="connsiteX14039" fmla="*/ 2777721 w 4752801"/>
              <a:gd name="connsiteY14039" fmla="*/ 1258967 h 2767298"/>
              <a:gd name="connsiteX14040" fmla="*/ 2772458 w 4752801"/>
              <a:gd name="connsiteY14040" fmla="*/ 1268278 h 2767298"/>
              <a:gd name="connsiteX14041" fmla="*/ 2771243 w 4752801"/>
              <a:gd name="connsiteY14041" fmla="*/ 1268682 h 2767298"/>
              <a:gd name="connsiteX14042" fmla="*/ 2760718 w 4752801"/>
              <a:gd name="connsiteY14042" fmla="*/ 1268682 h 2767298"/>
              <a:gd name="connsiteX14043" fmla="*/ 2759504 w 4752801"/>
              <a:gd name="connsiteY14043" fmla="*/ 1268278 h 2767298"/>
              <a:gd name="connsiteX14044" fmla="*/ 2754242 w 4752801"/>
              <a:gd name="connsiteY14044" fmla="*/ 1258967 h 2767298"/>
              <a:gd name="connsiteX14045" fmla="*/ 2754242 w 4752801"/>
              <a:gd name="connsiteY14045" fmla="*/ 1257752 h 2767298"/>
              <a:gd name="connsiteX14046" fmla="*/ 2759504 w 4752801"/>
              <a:gd name="connsiteY14046" fmla="*/ 1248442 h 2767298"/>
              <a:gd name="connsiteX14047" fmla="*/ 2760718 w 4752801"/>
              <a:gd name="connsiteY14047" fmla="*/ 1248037 h 2767298"/>
              <a:gd name="connsiteX14048" fmla="*/ 3731460 w 4752801"/>
              <a:gd name="connsiteY14048" fmla="*/ 1247632 h 2767298"/>
              <a:gd name="connsiteX14049" fmla="*/ 3742794 w 4752801"/>
              <a:gd name="connsiteY14049" fmla="*/ 1247632 h 2767298"/>
              <a:gd name="connsiteX14050" fmla="*/ 3744009 w 4752801"/>
              <a:gd name="connsiteY14050" fmla="*/ 1248442 h 2767298"/>
              <a:gd name="connsiteX14051" fmla="*/ 3749676 w 4752801"/>
              <a:gd name="connsiteY14051" fmla="*/ 1258157 h 2767298"/>
              <a:gd name="connsiteX14052" fmla="*/ 3749676 w 4752801"/>
              <a:gd name="connsiteY14052" fmla="*/ 1259372 h 2767298"/>
              <a:gd name="connsiteX14053" fmla="*/ 3744009 w 4752801"/>
              <a:gd name="connsiteY14053" fmla="*/ 1269087 h 2767298"/>
              <a:gd name="connsiteX14054" fmla="*/ 3742794 w 4752801"/>
              <a:gd name="connsiteY14054" fmla="*/ 1269897 h 2767298"/>
              <a:gd name="connsiteX14055" fmla="*/ 3731460 w 4752801"/>
              <a:gd name="connsiteY14055" fmla="*/ 1269897 h 2767298"/>
              <a:gd name="connsiteX14056" fmla="*/ 3730245 w 4752801"/>
              <a:gd name="connsiteY14056" fmla="*/ 1269087 h 2767298"/>
              <a:gd name="connsiteX14057" fmla="*/ 3724578 w 4752801"/>
              <a:gd name="connsiteY14057" fmla="*/ 1259372 h 2767298"/>
              <a:gd name="connsiteX14058" fmla="*/ 3724578 w 4752801"/>
              <a:gd name="connsiteY14058" fmla="*/ 1258157 h 2767298"/>
              <a:gd name="connsiteX14059" fmla="*/ 3730245 w 4752801"/>
              <a:gd name="connsiteY14059" fmla="*/ 1248442 h 2767298"/>
              <a:gd name="connsiteX14060" fmla="*/ 3731460 w 4752801"/>
              <a:gd name="connsiteY14060" fmla="*/ 1247632 h 2767298"/>
              <a:gd name="connsiteX14061" fmla="*/ 3610016 w 4752801"/>
              <a:gd name="connsiteY14061" fmla="*/ 1247632 h 2767298"/>
              <a:gd name="connsiteX14062" fmla="*/ 3621755 w 4752801"/>
              <a:gd name="connsiteY14062" fmla="*/ 1247632 h 2767298"/>
              <a:gd name="connsiteX14063" fmla="*/ 3622969 w 4752801"/>
              <a:gd name="connsiteY14063" fmla="*/ 1248037 h 2767298"/>
              <a:gd name="connsiteX14064" fmla="*/ 3628637 w 4752801"/>
              <a:gd name="connsiteY14064" fmla="*/ 1258157 h 2767298"/>
              <a:gd name="connsiteX14065" fmla="*/ 3628637 w 4752801"/>
              <a:gd name="connsiteY14065" fmla="*/ 1259372 h 2767298"/>
              <a:gd name="connsiteX14066" fmla="*/ 3622969 w 4752801"/>
              <a:gd name="connsiteY14066" fmla="*/ 1269492 h 2767298"/>
              <a:gd name="connsiteX14067" fmla="*/ 3621755 w 4752801"/>
              <a:gd name="connsiteY14067" fmla="*/ 1270302 h 2767298"/>
              <a:gd name="connsiteX14068" fmla="*/ 3610016 w 4752801"/>
              <a:gd name="connsiteY14068" fmla="*/ 1270302 h 2767298"/>
              <a:gd name="connsiteX14069" fmla="*/ 3608801 w 4752801"/>
              <a:gd name="connsiteY14069" fmla="*/ 1269492 h 2767298"/>
              <a:gd name="connsiteX14070" fmla="*/ 3603134 w 4752801"/>
              <a:gd name="connsiteY14070" fmla="*/ 1259372 h 2767298"/>
              <a:gd name="connsiteX14071" fmla="*/ 3603134 w 4752801"/>
              <a:gd name="connsiteY14071" fmla="*/ 1258157 h 2767298"/>
              <a:gd name="connsiteX14072" fmla="*/ 3608801 w 4752801"/>
              <a:gd name="connsiteY14072" fmla="*/ 1248037 h 2767298"/>
              <a:gd name="connsiteX14073" fmla="*/ 3610016 w 4752801"/>
              <a:gd name="connsiteY14073" fmla="*/ 1247632 h 2767298"/>
              <a:gd name="connsiteX14074" fmla="*/ 3489381 w 4752801"/>
              <a:gd name="connsiteY14074" fmla="*/ 1247632 h 2767298"/>
              <a:gd name="connsiteX14075" fmla="*/ 3499906 w 4752801"/>
              <a:gd name="connsiteY14075" fmla="*/ 1247632 h 2767298"/>
              <a:gd name="connsiteX14076" fmla="*/ 3501121 w 4752801"/>
              <a:gd name="connsiteY14076" fmla="*/ 1248442 h 2767298"/>
              <a:gd name="connsiteX14077" fmla="*/ 3506384 w 4752801"/>
              <a:gd name="connsiteY14077" fmla="*/ 1257752 h 2767298"/>
              <a:gd name="connsiteX14078" fmla="*/ 3506384 w 4752801"/>
              <a:gd name="connsiteY14078" fmla="*/ 1258967 h 2767298"/>
              <a:gd name="connsiteX14079" fmla="*/ 3501121 w 4752801"/>
              <a:gd name="connsiteY14079" fmla="*/ 1268277 h 2767298"/>
              <a:gd name="connsiteX14080" fmla="*/ 3499906 w 4752801"/>
              <a:gd name="connsiteY14080" fmla="*/ 1269087 h 2767298"/>
              <a:gd name="connsiteX14081" fmla="*/ 3489381 w 4752801"/>
              <a:gd name="connsiteY14081" fmla="*/ 1269087 h 2767298"/>
              <a:gd name="connsiteX14082" fmla="*/ 3488167 w 4752801"/>
              <a:gd name="connsiteY14082" fmla="*/ 1268277 h 2767298"/>
              <a:gd name="connsiteX14083" fmla="*/ 3482905 w 4752801"/>
              <a:gd name="connsiteY14083" fmla="*/ 1258967 h 2767298"/>
              <a:gd name="connsiteX14084" fmla="*/ 3482905 w 4752801"/>
              <a:gd name="connsiteY14084" fmla="*/ 1257752 h 2767298"/>
              <a:gd name="connsiteX14085" fmla="*/ 3488167 w 4752801"/>
              <a:gd name="connsiteY14085" fmla="*/ 1248442 h 2767298"/>
              <a:gd name="connsiteX14086" fmla="*/ 3489381 w 4752801"/>
              <a:gd name="connsiteY14086" fmla="*/ 1247632 h 2767298"/>
              <a:gd name="connsiteX14087" fmla="*/ 2719832 w 4752801"/>
              <a:gd name="connsiteY14087" fmla="*/ 1247632 h 2767298"/>
              <a:gd name="connsiteX14088" fmla="*/ 2730762 w 4752801"/>
              <a:gd name="connsiteY14088" fmla="*/ 1247632 h 2767298"/>
              <a:gd name="connsiteX14089" fmla="*/ 2731977 w 4752801"/>
              <a:gd name="connsiteY14089" fmla="*/ 1248442 h 2767298"/>
              <a:gd name="connsiteX14090" fmla="*/ 2737240 w 4752801"/>
              <a:gd name="connsiteY14090" fmla="*/ 1257752 h 2767298"/>
              <a:gd name="connsiteX14091" fmla="*/ 2737240 w 4752801"/>
              <a:gd name="connsiteY14091" fmla="*/ 1258967 h 2767298"/>
              <a:gd name="connsiteX14092" fmla="*/ 2731977 w 4752801"/>
              <a:gd name="connsiteY14092" fmla="*/ 1268277 h 2767298"/>
              <a:gd name="connsiteX14093" fmla="*/ 2730762 w 4752801"/>
              <a:gd name="connsiteY14093" fmla="*/ 1269087 h 2767298"/>
              <a:gd name="connsiteX14094" fmla="*/ 2719832 w 4752801"/>
              <a:gd name="connsiteY14094" fmla="*/ 1269087 h 2767298"/>
              <a:gd name="connsiteX14095" fmla="*/ 2718618 w 4752801"/>
              <a:gd name="connsiteY14095" fmla="*/ 1268277 h 2767298"/>
              <a:gd name="connsiteX14096" fmla="*/ 2713356 w 4752801"/>
              <a:gd name="connsiteY14096" fmla="*/ 1258967 h 2767298"/>
              <a:gd name="connsiteX14097" fmla="*/ 2713356 w 4752801"/>
              <a:gd name="connsiteY14097" fmla="*/ 1257752 h 2767298"/>
              <a:gd name="connsiteX14098" fmla="*/ 2718618 w 4752801"/>
              <a:gd name="connsiteY14098" fmla="*/ 1248442 h 2767298"/>
              <a:gd name="connsiteX14099" fmla="*/ 2719832 w 4752801"/>
              <a:gd name="connsiteY14099" fmla="*/ 1247632 h 2767298"/>
              <a:gd name="connsiteX14100" fmla="*/ 2436059 w 4752801"/>
              <a:gd name="connsiteY14100" fmla="*/ 1247632 h 2767298"/>
              <a:gd name="connsiteX14101" fmla="*/ 2447799 w 4752801"/>
              <a:gd name="connsiteY14101" fmla="*/ 1247632 h 2767298"/>
              <a:gd name="connsiteX14102" fmla="*/ 2449013 w 4752801"/>
              <a:gd name="connsiteY14102" fmla="*/ 1248037 h 2767298"/>
              <a:gd name="connsiteX14103" fmla="*/ 2454681 w 4752801"/>
              <a:gd name="connsiteY14103" fmla="*/ 1258157 h 2767298"/>
              <a:gd name="connsiteX14104" fmla="*/ 2454681 w 4752801"/>
              <a:gd name="connsiteY14104" fmla="*/ 1259372 h 2767298"/>
              <a:gd name="connsiteX14105" fmla="*/ 2449013 w 4752801"/>
              <a:gd name="connsiteY14105" fmla="*/ 1269492 h 2767298"/>
              <a:gd name="connsiteX14106" fmla="*/ 2447799 w 4752801"/>
              <a:gd name="connsiteY14106" fmla="*/ 1270302 h 2767298"/>
              <a:gd name="connsiteX14107" fmla="*/ 2436059 w 4752801"/>
              <a:gd name="connsiteY14107" fmla="*/ 1270302 h 2767298"/>
              <a:gd name="connsiteX14108" fmla="*/ 2434845 w 4752801"/>
              <a:gd name="connsiteY14108" fmla="*/ 1269492 h 2767298"/>
              <a:gd name="connsiteX14109" fmla="*/ 2429178 w 4752801"/>
              <a:gd name="connsiteY14109" fmla="*/ 1259372 h 2767298"/>
              <a:gd name="connsiteX14110" fmla="*/ 2429178 w 4752801"/>
              <a:gd name="connsiteY14110" fmla="*/ 1258157 h 2767298"/>
              <a:gd name="connsiteX14111" fmla="*/ 2434845 w 4752801"/>
              <a:gd name="connsiteY14111" fmla="*/ 1248037 h 2767298"/>
              <a:gd name="connsiteX14112" fmla="*/ 2436059 w 4752801"/>
              <a:gd name="connsiteY14112" fmla="*/ 1247632 h 2767298"/>
              <a:gd name="connsiteX14113" fmla="*/ 3569534 w 4752801"/>
              <a:gd name="connsiteY14113" fmla="*/ 1247227 h 2767298"/>
              <a:gd name="connsiteX14114" fmla="*/ 3581679 w 4752801"/>
              <a:gd name="connsiteY14114" fmla="*/ 1247227 h 2767298"/>
              <a:gd name="connsiteX14115" fmla="*/ 3582893 w 4752801"/>
              <a:gd name="connsiteY14115" fmla="*/ 1247632 h 2767298"/>
              <a:gd name="connsiteX14116" fmla="*/ 3588965 w 4752801"/>
              <a:gd name="connsiteY14116" fmla="*/ 1258157 h 2767298"/>
              <a:gd name="connsiteX14117" fmla="*/ 3588965 w 4752801"/>
              <a:gd name="connsiteY14117" fmla="*/ 1259371 h 2767298"/>
              <a:gd name="connsiteX14118" fmla="*/ 3582893 w 4752801"/>
              <a:gd name="connsiteY14118" fmla="*/ 1269897 h 2767298"/>
              <a:gd name="connsiteX14119" fmla="*/ 3581679 w 4752801"/>
              <a:gd name="connsiteY14119" fmla="*/ 1270706 h 2767298"/>
              <a:gd name="connsiteX14120" fmla="*/ 3569534 w 4752801"/>
              <a:gd name="connsiteY14120" fmla="*/ 1270706 h 2767298"/>
              <a:gd name="connsiteX14121" fmla="*/ 3568320 w 4752801"/>
              <a:gd name="connsiteY14121" fmla="*/ 1269897 h 2767298"/>
              <a:gd name="connsiteX14122" fmla="*/ 3562248 w 4752801"/>
              <a:gd name="connsiteY14122" fmla="*/ 1259371 h 2767298"/>
              <a:gd name="connsiteX14123" fmla="*/ 3562248 w 4752801"/>
              <a:gd name="connsiteY14123" fmla="*/ 1258157 h 2767298"/>
              <a:gd name="connsiteX14124" fmla="*/ 3568320 w 4752801"/>
              <a:gd name="connsiteY14124" fmla="*/ 1247632 h 2767298"/>
              <a:gd name="connsiteX14125" fmla="*/ 3569534 w 4752801"/>
              <a:gd name="connsiteY14125" fmla="*/ 1247227 h 2767298"/>
              <a:gd name="connsiteX14126" fmla="*/ 3528648 w 4752801"/>
              <a:gd name="connsiteY14126" fmla="*/ 1246823 h 2767298"/>
              <a:gd name="connsiteX14127" fmla="*/ 3541197 w 4752801"/>
              <a:gd name="connsiteY14127" fmla="*/ 1246823 h 2767298"/>
              <a:gd name="connsiteX14128" fmla="*/ 3542411 w 4752801"/>
              <a:gd name="connsiteY14128" fmla="*/ 1247228 h 2767298"/>
              <a:gd name="connsiteX14129" fmla="*/ 3548889 w 4752801"/>
              <a:gd name="connsiteY14129" fmla="*/ 1258158 h 2767298"/>
              <a:gd name="connsiteX14130" fmla="*/ 3548889 w 4752801"/>
              <a:gd name="connsiteY14130" fmla="*/ 1259372 h 2767298"/>
              <a:gd name="connsiteX14131" fmla="*/ 3542411 w 4752801"/>
              <a:gd name="connsiteY14131" fmla="*/ 1270302 h 2767298"/>
              <a:gd name="connsiteX14132" fmla="*/ 3541197 w 4752801"/>
              <a:gd name="connsiteY14132" fmla="*/ 1270707 h 2767298"/>
              <a:gd name="connsiteX14133" fmla="*/ 3528648 w 4752801"/>
              <a:gd name="connsiteY14133" fmla="*/ 1270707 h 2767298"/>
              <a:gd name="connsiteX14134" fmla="*/ 3527433 w 4752801"/>
              <a:gd name="connsiteY14134" fmla="*/ 1270302 h 2767298"/>
              <a:gd name="connsiteX14135" fmla="*/ 3520957 w 4752801"/>
              <a:gd name="connsiteY14135" fmla="*/ 1259372 h 2767298"/>
              <a:gd name="connsiteX14136" fmla="*/ 3520957 w 4752801"/>
              <a:gd name="connsiteY14136" fmla="*/ 1258158 h 2767298"/>
              <a:gd name="connsiteX14137" fmla="*/ 3527433 w 4752801"/>
              <a:gd name="connsiteY14137" fmla="*/ 1247228 h 2767298"/>
              <a:gd name="connsiteX14138" fmla="*/ 3528648 w 4752801"/>
              <a:gd name="connsiteY14138" fmla="*/ 1246823 h 2767298"/>
              <a:gd name="connsiteX14139" fmla="*/ 2476540 w 4752801"/>
              <a:gd name="connsiteY14139" fmla="*/ 1246823 h 2767298"/>
              <a:gd name="connsiteX14140" fmla="*/ 2488280 w 4752801"/>
              <a:gd name="connsiteY14140" fmla="*/ 1246823 h 2767298"/>
              <a:gd name="connsiteX14141" fmla="*/ 2489494 w 4752801"/>
              <a:gd name="connsiteY14141" fmla="*/ 1247633 h 2767298"/>
              <a:gd name="connsiteX14142" fmla="*/ 2495162 w 4752801"/>
              <a:gd name="connsiteY14142" fmla="*/ 1257753 h 2767298"/>
              <a:gd name="connsiteX14143" fmla="*/ 2495162 w 4752801"/>
              <a:gd name="connsiteY14143" fmla="*/ 1258967 h 2767298"/>
              <a:gd name="connsiteX14144" fmla="*/ 2489494 w 4752801"/>
              <a:gd name="connsiteY14144" fmla="*/ 1269088 h 2767298"/>
              <a:gd name="connsiteX14145" fmla="*/ 2488280 w 4752801"/>
              <a:gd name="connsiteY14145" fmla="*/ 1269492 h 2767298"/>
              <a:gd name="connsiteX14146" fmla="*/ 2476540 w 4752801"/>
              <a:gd name="connsiteY14146" fmla="*/ 1269492 h 2767298"/>
              <a:gd name="connsiteX14147" fmla="*/ 2475326 w 4752801"/>
              <a:gd name="connsiteY14147" fmla="*/ 1269088 h 2767298"/>
              <a:gd name="connsiteX14148" fmla="*/ 2469659 w 4752801"/>
              <a:gd name="connsiteY14148" fmla="*/ 1258967 h 2767298"/>
              <a:gd name="connsiteX14149" fmla="*/ 2469659 w 4752801"/>
              <a:gd name="connsiteY14149" fmla="*/ 1257753 h 2767298"/>
              <a:gd name="connsiteX14150" fmla="*/ 2475326 w 4752801"/>
              <a:gd name="connsiteY14150" fmla="*/ 1247633 h 2767298"/>
              <a:gd name="connsiteX14151" fmla="*/ 2476540 w 4752801"/>
              <a:gd name="connsiteY14151" fmla="*/ 1246823 h 2767298"/>
              <a:gd name="connsiteX14152" fmla="*/ 2516212 w 4752801"/>
              <a:gd name="connsiteY14152" fmla="*/ 1246418 h 2767298"/>
              <a:gd name="connsiteX14153" fmla="*/ 2529571 w 4752801"/>
              <a:gd name="connsiteY14153" fmla="*/ 1246418 h 2767298"/>
              <a:gd name="connsiteX14154" fmla="*/ 2530785 w 4752801"/>
              <a:gd name="connsiteY14154" fmla="*/ 1246823 h 2767298"/>
              <a:gd name="connsiteX14155" fmla="*/ 2537262 w 4752801"/>
              <a:gd name="connsiteY14155" fmla="*/ 1258158 h 2767298"/>
              <a:gd name="connsiteX14156" fmla="*/ 2537262 w 4752801"/>
              <a:gd name="connsiteY14156" fmla="*/ 1259372 h 2767298"/>
              <a:gd name="connsiteX14157" fmla="*/ 2530785 w 4752801"/>
              <a:gd name="connsiteY14157" fmla="*/ 1270707 h 2767298"/>
              <a:gd name="connsiteX14158" fmla="*/ 2529571 w 4752801"/>
              <a:gd name="connsiteY14158" fmla="*/ 1271516 h 2767298"/>
              <a:gd name="connsiteX14159" fmla="*/ 2516212 w 4752801"/>
              <a:gd name="connsiteY14159" fmla="*/ 1271516 h 2767298"/>
              <a:gd name="connsiteX14160" fmla="*/ 2514998 w 4752801"/>
              <a:gd name="connsiteY14160" fmla="*/ 1270707 h 2767298"/>
              <a:gd name="connsiteX14161" fmla="*/ 2508521 w 4752801"/>
              <a:gd name="connsiteY14161" fmla="*/ 1259372 h 2767298"/>
              <a:gd name="connsiteX14162" fmla="*/ 2508521 w 4752801"/>
              <a:gd name="connsiteY14162" fmla="*/ 1258158 h 2767298"/>
              <a:gd name="connsiteX14163" fmla="*/ 2514998 w 4752801"/>
              <a:gd name="connsiteY14163" fmla="*/ 1246823 h 2767298"/>
              <a:gd name="connsiteX14164" fmla="*/ 2516212 w 4752801"/>
              <a:gd name="connsiteY14164" fmla="*/ 1246418 h 2767298"/>
              <a:gd name="connsiteX14165" fmla="*/ 3648877 w 4752801"/>
              <a:gd name="connsiteY14165" fmla="*/ 1243989 h 2767298"/>
              <a:gd name="connsiteX14166" fmla="*/ 3663855 w 4752801"/>
              <a:gd name="connsiteY14166" fmla="*/ 1243989 h 2767298"/>
              <a:gd name="connsiteX14167" fmla="*/ 3665070 w 4752801"/>
              <a:gd name="connsiteY14167" fmla="*/ 1244799 h 2767298"/>
              <a:gd name="connsiteX14168" fmla="*/ 3672357 w 4752801"/>
              <a:gd name="connsiteY14168" fmla="*/ 1257753 h 2767298"/>
              <a:gd name="connsiteX14169" fmla="*/ 3672357 w 4752801"/>
              <a:gd name="connsiteY14169" fmla="*/ 1258967 h 2767298"/>
              <a:gd name="connsiteX14170" fmla="*/ 3665070 w 4752801"/>
              <a:gd name="connsiteY14170" fmla="*/ 1271921 h 2767298"/>
              <a:gd name="connsiteX14171" fmla="*/ 3663855 w 4752801"/>
              <a:gd name="connsiteY14171" fmla="*/ 1272731 h 2767298"/>
              <a:gd name="connsiteX14172" fmla="*/ 3648877 w 4752801"/>
              <a:gd name="connsiteY14172" fmla="*/ 1272731 h 2767298"/>
              <a:gd name="connsiteX14173" fmla="*/ 3647663 w 4752801"/>
              <a:gd name="connsiteY14173" fmla="*/ 1271921 h 2767298"/>
              <a:gd name="connsiteX14174" fmla="*/ 3640377 w 4752801"/>
              <a:gd name="connsiteY14174" fmla="*/ 1258967 h 2767298"/>
              <a:gd name="connsiteX14175" fmla="*/ 3640377 w 4752801"/>
              <a:gd name="connsiteY14175" fmla="*/ 1257753 h 2767298"/>
              <a:gd name="connsiteX14176" fmla="*/ 3647663 w 4752801"/>
              <a:gd name="connsiteY14176" fmla="*/ 1244799 h 2767298"/>
              <a:gd name="connsiteX14177" fmla="*/ 3648877 w 4752801"/>
              <a:gd name="connsiteY14177" fmla="*/ 1243989 h 2767298"/>
              <a:gd name="connsiteX14178" fmla="*/ 2596364 w 4752801"/>
              <a:gd name="connsiteY14178" fmla="*/ 1243989 h 2767298"/>
              <a:gd name="connsiteX14179" fmla="*/ 2611747 w 4752801"/>
              <a:gd name="connsiteY14179" fmla="*/ 1243989 h 2767298"/>
              <a:gd name="connsiteX14180" fmla="*/ 2612962 w 4752801"/>
              <a:gd name="connsiteY14180" fmla="*/ 1244799 h 2767298"/>
              <a:gd name="connsiteX14181" fmla="*/ 2620653 w 4752801"/>
              <a:gd name="connsiteY14181" fmla="*/ 1258157 h 2767298"/>
              <a:gd name="connsiteX14182" fmla="*/ 2620653 w 4752801"/>
              <a:gd name="connsiteY14182" fmla="*/ 1259372 h 2767298"/>
              <a:gd name="connsiteX14183" fmla="*/ 2612962 w 4752801"/>
              <a:gd name="connsiteY14183" fmla="*/ 1272731 h 2767298"/>
              <a:gd name="connsiteX14184" fmla="*/ 2611747 w 4752801"/>
              <a:gd name="connsiteY14184" fmla="*/ 1273136 h 2767298"/>
              <a:gd name="connsiteX14185" fmla="*/ 2596364 w 4752801"/>
              <a:gd name="connsiteY14185" fmla="*/ 1273136 h 2767298"/>
              <a:gd name="connsiteX14186" fmla="*/ 2595150 w 4752801"/>
              <a:gd name="connsiteY14186" fmla="*/ 1272731 h 2767298"/>
              <a:gd name="connsiteX14187" fmla="*/ 2587459 w 4752801"/>
              <a:gd name="connsiteY14187" fmla="*/ 1259372 h 2767298"/>
              <a:gd name="connsiteX14188" fmla="*/ 2587459 w 4752801"/>
              <a:gd name="connsiteY14188" fmla="*/ 1258157 h 2767298"/>
              <a:gd name="connsiteX14189" fmla="*/ 2595150 w 4752801"/>
              <a:gd name="connsiteY14189" fmla="*/ 1244799 h 2767298"/>
              <a:gd name="connsiteX14190" fmla="*/ 2596364 w 4752801"/>
              <a:gd name="connsiteY14190" fmla="*/ 1243989 h 2767298"/>
              <a:gd name="connsiteX14191" fmla="*/ 2676923 w 4752801"/>
              <a:gd name="connsiteY14191" fmla="*/ 1243584 h 2767298"/>
              <a:gd name="connsiteX14192" fmla="*/ 2692710 w 4752801"/>
              <a:gd name="connsiteY14192" fmla="*/ 1243584 h 2767298"/>
              <a:gd name="connsiteX14193" fmla="*/ 2693925 w 4752801"/>
              <a:gd name="connsiteY14193" fmla="*/ 1243989 h 2767298"/>
              <a:gd name="connsiteX14194" fmla="*/ 2701616 w 4752801"/>
              <a:gd name="connsiteY14194" fmla="*/ 1257752 h 2767298"/>
              <a:gd name="connsiteX14195" fmla="*/ 2701616 w 4752801"/>
              <a:gd name="connsiteY14195" fmla="*/ 1258967 h 2767298"/>
              <a:gd name="connsiteX14196" fmla="*/ 2693925 w 4752801"/>
              <a:gd name="connsiteY14196" fmla="*/ 1272730 h 2767298"/>
              <a:gd name="connsiteX14197" fmla="*/ 2692710 w 4752801"/>
              <a:gd name="connsiteY14197" fmla="*/ 1273135 h 2767298"/>
              <a:gd name="connsiteX14198" fmla="*/ 2676923 w 4752801"/>
              <a:gd name="connsiteY14198" fmla="*/ 1273135 h 2767298"/>
              <a:gd name="connsiteX14199" fmla="*/ 2675708 w 4752801"/>
              <a:gd name="connsiteY14199" fmla="*/ 1272730 h 2767298"/>
              <a:gd name="connsiteX14200" fmla="*/ 2668017 w 4752801"/>
              <a:gd name="connsiteY14200" fmla="*/ 1258967 h 2767298"/>
              <a:gd name="connsiteX14201" fmla="*/ 2668017 w 4752801"/>
              <a:gd name="connsiteY14201" fmla="*/ 1257752 h 2767298"/>
              <a:gd name="connsiteX14202" fmla="*/ 2675708 w 4752801"/>
              <a:gd name="connsiteY14202" fmla="*/ 1243989 h 2767298"/>
              <a:gd name="connsiteX14203" fmla="*/ 2676923 w 4752801"/>
              <a:gd name="connsiteY14203" fmla="*/ 1243584 h 2767298"/>
              <a:gd name="connsiteX14204" fmla="*/ 2555478 w 4752801"/>
              <a:gd name="connsiteY14204" fmla="*/ 1243584 h 2767298"/>
              <a:gd name="connsiteX14205" fmla="*/ 2570861 w 4752801"/>
              <a:gd name="connsiteY14205" fmla="*/ 1243584 h 2767298"/>
              <a:gd name="connsiteX14206" fmla="*/ 2572076 w 4752801"/>
              <a:gd name="connsiteY14206" fmla="*/ 1244394 h 2767298"/>
              <a:gd name="connsiteX14207" fmla="*/ 2579767 w 4752801"/>
              <a:gd name="connsiteY14207" fmla="*/ 1257752 h 2767298"/>
              <a:gd name="connsiteX14208" fmla="*/ 2579767 w 4752801"/>
              <a:gd name="connsiteY14208" fmla="*/ 1258967 h 2767298"/>
              <a:gd name="connsiteX14209" fmla="*/ 2572076 w 4752801"/>
              <a:gd name="connsiteY14209" fmla="*/ 1272326 h 2767298"/>
              <a:gd name="connsiteX14210" fmla="*/ 2570861 w 4752801"/>
              <a:gd name="connsiteY14210" fmla="*/ 1272730 h 2767298"/>
              <a:gd name="connsiteX14211" fmla="*/ 2555478 w 4752801"/>
              <a:gd name="connsiteY14211" fmla="*/ 1272730 h 2767298"/>
              <a:gd name="connsiteX14212" fmla="*/ 2554264 w 4752801"/>
              <a:gd name="connsiteY14212" fmla="*/ 1272326 h 2767298"/>
              <a:gd name="connsiteX14213" fmla="*/ 2546573 w 4752801"/>
              <a:gd name="connsiteY14213" fmla="*/ 1258967 h 2767298"/>
              <a:gd name="connsiteX14214" fmla="*/ 2546573 w 4752801"/>
              <a:gd name="connsiteY14214" fmla="*/ 1257752 h 2767298"/>
              <a:gd name="connsiteX14215" fmla="*/ 2554264 w 4752801"/>
              <a:gd name="connsiteY14215" fmla="*/ 1244394 h 2767298"/>
              <a:gd name="connsiteX14216" fmla="*/ 2555478 w 4752801"/>
              <a:gd name="connsiteY14216" fmla="*/ 1243584 h 2767298"/>
              <a:gd name="connsiteX14217" fmla="*/ 2636441 w 4752801"/>
              <a:gd name="connsiteY14217" fmla="*/ 1243179 h 2767298"/>
              <a:gd name="connsiteX14218" fmla="*/ 2652229 w 4752801"/>
              <a:gd name="connsiteY14218" fmla="*/ 1243179 h 2767298"/>
              <a:gd name="connsiteX14219" fmla="*/ 2653444 w 4752801"/>
              <a:gd name="connsiteY14219" fmla="*/ 1243989 h 2767298"/>
              <a:gd name="connsiteX14220" fmla="*/ 2661540 w 4752801"/>
              <a:gd name="connsiteY14220" fmla="*/ 1257752 h 2767298"/>
              <a:gd name="connsiteX14221" fmla="*/ 2661540 w 4752801"/>
              <a:gd name="connsiteY14221" fmla="*/ 1258967 h 2767298"/>
              <a:gd name="connsiteX14222" fmla="*/ 2653444 w 4752801"/>
              <a:gd name="connsiteY14222" fmla="*/ 1272730 h 2767298"/>
              <a:gd name="connsiteX14223" fmla="*/ 2652229 w 4752801"/>
              <a:gd name="connsiteY14223" fmla="*/ 1273540 h 2767298"/>
              <a:gd name="connsiteX14224" fmla="*/ 2636441 w 4752801"/>
              <a:gd name="connsiteY14224" fmla="*/ 1273540 h 2767298"/>
              <a:gd name="connsiteX14225" fmla="*/ 2635227 w 4752801"/>
              <a:gd name="connsiteY14225" fmla="*/ 1272730 h 2767298"/>
              <a:gd name="connsiteX14226" fmla="*/ 2627131 w 4752801"/>
              <a:gd name="connsiteY14226" fmla="*/ 1258967 h 2767298"/>
              <a:gd name="connsiteX14227" fmla="*/ 2627131 w 4752801"/>
              <a:gd name="connsiteY14227" fmla="*/ 1257752 h 2767298"/>
              <a:gd name="connsiteX14228" fmla="*/ 2635227 w 4752801"/>
              <a:gd name="connsiteY14228" fmla="*/ 1243989 h 2767298"/>
              <a:gd name="connsiteX14229" fmla="*/ 2636441 w 4752801"/>
              <a:gd name="connsiteY14229" fmla="*/ 1243179 h 2767298"/>
              <a:gd name="connsiteX14230" fmla="*/ 3089021 w 4752801"/>
              <a:gd name="connsiteY14230" fmla="*/ 1216462 h 2767298"/>
              <a:gd name="connsiteX14231" fmla="*/ 3091045 w 4752801"/>
              <a:gd name="connsiteY14231" fmla="*/ 1216462 h 2767298"/>
              <a:gd name="connsiteX14232" fmla="*/ 3092260 w 4752801"/>
              <a:gd name="connsiteY14232" fmla="*/ 1218081 h 2767298"/>
              <a:gd name="connsiteX14233" fmla="*/ 3091045 w 4752801"/>
              <a:gd name="connsiteY14233" fmla="*/ 1219700 h 2767298"/>
              <a:gd name="connsiteX14234" fmla="*/ 3089021 w 4752801"/>
              <a:gd name="connsiteY14234" fmla="*/ 1219700 h 2767298"/>
              <a:gd name="connsiteX14235" fmla="*/ 3087807 w 4752801"/>
              <a:gd name="connsiteY14235" fmla="*/ 1218081 h 2767298"/>
              <a:gd name="connsiteX14236" fmla="*/ 3250542 w 4752801"/>
              <a:gd name="connsiteY14236" fmla="*/ 1215652 h 2767298"/>
              <a:gd name="connsiteX14237" fmla="*/ 3252971 w 4752801"/>
              <a:gd name="connsiteY14237" fmla="*/ 1215652 h 2767298"/>
              <a:gd name="connsiteX14238" fmla="*/ 3254186 w 4752801"/>
              <a:gd name="connsiteY14238" fmla="*/ 1218081 h 2767298"/>
              <a:gd name="connsiteX14239" fmla="*/ 3252971 w 4752801"/>
              <a:gd name="connsiteY14239" fmla="*/ 1220510 h 2767298"/>
              <a:gd name="connsiteX14240" fmla="*/ 3250542 w 4752801"/>
              <a:gd name="connsiteY14240" fmla="*/ 1220510 h 2767298"/>
              <a:gd name="connsiteX14241" fmla="*/ 3249328 w 4752801"/>
              <a:gd name="connsiteY14241" fmla="*/ 1218081 h 2767298"/>
              <a:gd name="connsiteX14242" fmla="*/ 3169175 w 4752801"/>
              <a:gd name="connsiteY14242" fmla="*/ 1215652 h 2767298"/>
              <a:gd name="connsiteX14243" fmla="*/ 3172008 w 4752801"/>
              <a:gd name="connsiteY14243" fmla="*/ 1215652 h 2767298"/>
              <a:gd name="connsiteX14244" fmla="*/ 3173223 w 4752801"/>
              <a:gd name="connsiteY14244" fmla="*/ 1218081 h 2767298"/>
              <a:gd name="connsiteX14245" fmla="*/ 3172008 w 4752801"/>
              <a:gd name="connsiteY14245" fmla="*/ 1220510 h 2767298"/>
              <a:gd name="connsiteX14246" fmla="*/ 3169175 w 4752801"/>
              <a:gd name="connsiteY14246" fmla="*/ 1220510 h 2767298"/>
              <a:gd name="connsiteX14247" fmla="*/ 3167960 w 4752801"/>
              <a:gd name="connsiteY14247" fmla="*/ 1218081 h 2767298"/>
              <a:gd name="connsiteX14248" fmla="*/ 3128694 w 4752801"/>
              <a:gd name="connsiteY14248" fmla="*/ 1215652 h 2767298"/>
              <a:gd name="connsiteX14249" fmla="*/ 3131527 w 4752801"/>
              <a:gd name="connsiteY14249" fmla="*/ 1215652 h 2767298"/>
              <a:gd name="connsiteX14250" fmla="*/ 3132742 w 4752801"/>
              <a:gd name="connsiteY14250" fmla="*/ 1218081 h 2767298"/>
              <a:gd name="connsiteX14251" fmla="*/ 3131527 w 4752801"/>
              <a:gd name="connsiteY14251" fmla="*/ 1220510 h 2767298"/>
              <a:gd name="connsiteX14252" fmla="*/ 3128694 w 4752801"/>
              <a:gd name="connsiteY14252" fmla="*/ 1220510 h 2767298"/>
              <a:gd name="connsiteX14253" fmla="*/ 3127479 w 4752801"/>
              <a:gd name="connsiteY14253" fmla="*/ 1218081 h 2767298"/>
              <a:gd name="connsiteX14254" fmla="*/ 3047731 w 4752801"/>
              <a:gd name="connsiteY14254" fmla="*/ 1215652 h 2767298"/>
              <a:gd name="connsiteX14255" fmla="*/ 3050564 w 4752801"/>
              <a:gd name="connsiteY14255" fmla="*/ 1215652 h 2767298"/>
              <a:gd name="connsiteX14256" fmla="*/ 3051779 w 4752801"/>
              <a:gd name="connsiteY14256" fmla="*/ 1218081 h 2767298"/>
              <a:gd name="connsiteX14257" fmla="*/ 3050564 w 4752801"/>
              <a:gd name="connsiteY14257" fmla="*/ 1220510 h 2767298"/>
              <a:gd name="connsiteX14258" fmla="*/ 3047731 w 4752801"/>
              <a:gd name="connsiteY14258" fmla="*/ 1220510 h 2767298"/>
              <a:gd name="connsiteX14259" fmla="*/ 3046516 w 4752801"/>
              <a:gd name="connsiteY14259" fmla="*/ 1218081 h 2767298"/>
              <a:gd name="connsiteX14260" fmla="*/ 3209655 w 4752801"/>
              <a:gd name="connsiteY14260" fmla="*/ 1215247 h 2767298"/>
              <a:gd name="connsiteX14261" fmla="*/ 3212894 w 4752801"/>
              <a:gd name="connsiteY14261" fmla="*/ 1215247 h 2767298"/>
              <a:gd name="connsiteX14262" fmla="*/ 3214513 w 4752801"/>
              <a:gd name="connsiteY14262" fmla="*/ 1218081 h 2767298"/>
              <a:gd name="connsiteX14263" fmla="*/ 3212894 w 4752801"/>
              <a:gd name="connsiteY14263" fmla="*/ 1220914 h 2767298"/>
              <a:gd name="connsiteX14264" fmla="*/ 3209655 w 4752801"/>
              <a:gd name="connsiteY14264" fmla="*/ 1220914 h 2767298"/>
              <a:gd name="connsiteX14265" fmla="*/ 3208036 w 4752801"/>
              <a:gd name="connsiteY14265" fmla="*/ 1218081 h 2767298"/>
              <a:gd name="connsiteX14266" fmla="*/ 3006844 w 4752801"/>
              <a:gd name="connsiteY14266" fmla="*/ 1215247 h 2767298"/>
              <a:gd name="connsiteX14267" fmla="*/ 3010488 w 4752801"/>
              <a:gd name="connsiteY14267" fmla="*/ 1215247 h 2767298"/>
              <a:gd name="connsiteX14268" fmla="*/ 3012107 w 4752801"/>
              <a:gd name="connsiteY14268" fmla="*/ 1218081 h 2767298"/>
              <a:gd name="connsiteX14269" fmla="*/ 3010488 w 4752801"/>
              <a:gd name="connsiteY14269" fmla="*/ 1220914 h 2767298"/>
              <a:gd name="connsiteX14270" fmla="*/ 3006844 w 4752801"/>
              <a:gd name="connsiteY14270" fmla="*/ 1220914 h 2767298"/>
              <a:gd name="connsiteX14271" fmla="*/ 3005225 w 4752801"/>
              <a:gd name="connsiteY14271" fmla="*/ 1218081 h 2767298"/>
              <a:gd name="connsiteX14272" fmla="*/ 3290618 w 4752801"/>
              <a:gd name="connsiteY14272" fmla="*/ 1214842 h 2767298"/>
              <a:gd name="connsiteX14273" fmla="*/ 3294261 w 4752801"/>
              <a:gd name="connsiteY14273" fmla="*/ 1214842 h 2767298"/>
              <a:gd name="connsiteX14274" fmla="*/ 3296286 w 4752801"/>
              <a:gd name="connsiteY14274" fmla="*/ 1218081 h 2767298"/>
              <a:gd name="connsiteX14275" fmla="*/ 3294261 w 4752801"/>
              <a:gd name="connsiteY14275" fmla="*/ 1221319 h 2767298"/>
              <a:gd name="connsiteX14276" fmla="*/ 3290618 w 4752801"/>
              <a:gd name="connsiteY14276" fmla="*/ 1221319 h 2767298"/>
              <a:gd name="connsiteX14277" fmla="*/ 3288594 w 4752801"/>
              <a:gd name="connsiteY14277" fmla="*/ 1218081 h 2767298"/>
              <a:gd name="connsiteX14278" fmla="*/ 2966768 w 4752801"/>
              <a:gd name="connsiteY14278" fmla="*/ 1214438 h 2767298"/>
              <a:gd name="connsiteX14279" fmla="*/ 2970007 w 4752801"/>
              <a:gd name="connsiteY14279" fmla="*/ 1214438 h 2767298"/>
              <a:gd name="connsiteX14280" fmla="*/ 2971221 w 4752801"/>
              <a:gd name="connsiteY14280" fmla="*/ 1214843 h 2767298"/>
              <a:gd name="connsiteX14281" fmla="*/ 2972841 w 4752801"/>
              <a:gd name="connsiteY14281" fmla="*/ 1217676 h 2767298"/>
              <a:gd name="connsiteX14282" fmla="*/ 2972841 w 4752801"/>
              <a:gd name="connsiteY14282" fmla="*/ 1218891 h 2767298"/>
              <a:gd name="connsiteX14283" fmla="*/ 2971221 w 4752801"/>
              <a:gd name="connsiteY14283" fmla="*/ 1221725 h 2767298"/>
              <a:gd name="connsiteX14284" fmla="*/ 2970007 w 4752801"/>
              <a:gd name="connsiteY14284" fmla="*/ 1222129 h 2767298"/>
              <a:gd name="connsiteX14285" fmla="*/ 2966768 w 4752801"/>
              <a:gd name="connsiteY14285" fmla="*/ 1222129 h 2767298"/>
              <a:gd name="connsiteX14286" fmla="*/ 2965554 w 4752801"/>
              <a:gd name="connsiteY14286" fmla="*/ 1221725 h 2767298"/>
              <a:gd name="connsiteX14287" fmla="*/ 2963935 w 4752801"/>
              <a:gd name="connsiteY14287" fmla="*/ 1218891 h 2767298"/>
              <a:gd name="connsiteX14288" fmla="*/ 2963935 w 4752801"/>
              <a:gd name="connsiteY14288" fmla="*/ 1217676 h 2767298"/>
              <a:gd name="connsiteX14289" fmla="*/ 2965554 w 4752801"/>
              <a:gd name="connsiteY14289" fmla="*/ 1214843 h 2767298"/>
              <a:gd name="connsiteX14290" fmla="*/ 2966768 w 4752801"/>
              <a:gd name="connsiteY14290" fmla="*/ 1214438 h 2767298"/>
              <a:gd name="connsiteX14291" fmla="*/ 4586018 w 4752801"/>
              <a:gd name="connsiteY14291" fmla="*/ 1214033 h 2767298"/>
              <a:gd name="connsiteX14292" fmla="*/ 4589257 w 4752801"/>
              <a:gd name="connsiteY14292" fmla="*/ 1214033 h 2767298"/>
              <a:gd name="connsiteX14293" fmla="*/ 4590471 w 4752801"/>
              <a:gd name="connsiteY14293" fmla="*/ 1214843 h 2767298"/>
              <a:gd name="connsiteX14294" fmla="*/ 4592091 w 4752801"/>
              <a:gd name="connsiteY14294" fmla="*/ 1217676 h 2767298"/>
              <a:gd name="connsiteX14295" fmla="*/ 4592091 w 4752801"/>
              <a:gd name="connsiteY14295" fmla="*/ 1218891 h 2767298"/>
              <a:gd name="connsiteX14296" fmla="*/ 4590471 w 4752801"/>
              <a:gd name="connsiteY14296" fmla="*/ 1221724 h 2767298"/>
              <a:gd name="connsiteX14297" fmla="*/ 4589257 w 4752801"/>
              <a:gd name="connsiteY14297" fmla="*/ 1222129 h 2767298"/>
              <a:gd name="connsiteX14298" fmla="*/ 4586018 w 4752801"/>
              <a:gd name="connsiteY14298" fmla="*/ 1222129 h 2767298"/>
              <a:gd name="connsiteX14299" fmla="*/ 4584804 w 4752801"/>
              <a:gd name="connsiteY14299" fmla="*/ 1221724 h 2767298"/>
              <a:gd name="connsiteX14300" fmla="*/ 4583185 w 4752801"/>
              <a:gd name="connsiteY14300" fmla="*/ 1218891 h 2767298"/>
              <a:gd name="connsiteX14301" fmla="*/ 4583185 w 4752801"/>
              <a:gd name="connsiteY14301" fmla="*/ 1217676 h 2767298"/>
              <a:gd name="connsiteX14302" fmla="*/ 4584804 w 4752801"/>
              <a:gd name="connsiteY14302" fmla="*/ 1214843 h 2767298"/>
              <a:gd name="connsiteX14303" fmla="*/ 4586018 w 4752801"/>
              <a:gd name="connsiteY14303" fmla="*/ 1214033 h 2767298"/>
              <a:gd name="connsiteX14304" fmla="*/ 4382802 w 4752801"/>
              <a:gd name="connsiteY14304" fmla="*/ 1214033 h 2767298"/>
              <a:gd name="connsiteX14305" fmla="*/ 4386850 w 4752801"/>
              <a:gd name="connsiteY14305" fmla="*/ 1214033 h 2767298"/>
              <a:gd name="connsiteX14306" fmla="*/ 4388064 w 4752801"/>
              <a:gd name="connsiteY14306" fmla="*/ 1214438 h 2767298"/>
              <a:gd name="connsiteX14307" fmla="*/ 4390089 w 4752801"/>
              <a:gd name="connsiteY14307" fmla="*/ 1217676 h 2767298"/>
              <a:gd name="connsiteX14308" fmla="*/ 4390089 w 4752801"/>
              <a:gd name="connsiteY14308" fmla="*/ 1218891 h 2767298"/>
              <a:gd name="connsiteX14309" fmla="*/ 4388064 w 4752801"/>
              <a:gd name="connsiteY14309" fmla="*/ 1222129 h 2767298"/>
              <a:gd name="connsiteX14310" fmla="*/ 4386850 w 4752801"/>
              <a:gd name="connsiteY14310" fmla="*/ 1222534 h 2767298"/>
              <a:gd name="connsiteX14311" fmla="*/ 4382802 w 4752801"/>
              <a:gd name="connsiteY14311" fmla="*/ 1222534 h 2767298"/>
              <a:gd name="connsiteX14312" fmla="*/ 4381588 w 4752801"/>
              <a:gd name="connsiteY14312" fmla="*/ 1222129 h 2767298"/>
              <a:gd name="connsiteX14313" fmla="*/ 4379564 w 4752801"/>
              <a:gd name="connsiteY14313" fmla="*/ 1218891 h 2767298"/>
              <a:gd name="connsiteX14314" fmla="*/ 4379564 w 4752801"/>
              <a:gd name="connsiteY14314" fmla="*/ 1217676 h 2767298"/>
              <a:gd name="connsiteX14315" fmla="*/ 4381588 w 4752801"/>
              <a:gd name="connsiteY14315" fmla="*/ 1214438 h 2767298"/>
              <a:gd name="connsiteX14316" fmla="*/ 4382802 w 4752801"/>
              <a:gd name="connsiteY14316" fmla="*/ 1214033 h 2767298"/>
              <a:gd name="connsiteX14317" fmla="*/ 4261763 w 4752801"/>
              <a:gd name="connsiteY14317" fmla="*/ 1214033 h 2767298"/>
              <a:gd name="connsiteX14318" fmla="*/ 4265407 w 4752801"/>
              <a:gd name="connsiteY14318" fmla="*/ 1214033 h 2767298"/>
              <a:gd name="connsiteX14319" fmla="*/ 4266621 w 4752801"/>
              <a:gd name="connsiteY14319" fmla="*/ 1214438 h 2767298"/>
              <a:gd name="connsiteX14320" fmla="*/ 4268645 w 4752801"/>
              <a:gd name="connsiteY14320" fmla="*/ 1217676 h 2767298"/>
              <a:gd name="connsiteX14321" fmla="*/ 4268645 w 4752801"/>
              <a:gd name="connsiteY14321" fmla="*/ 1218891 h 2767298"/>
              <a:gd name="connsiteX14322" fmla="*/ 4266621 w 4752801"/>
              <a:gd name="connsiteY14322" fmla="*/ 1222129 h 2767298"/>
              <a:gd name="connsiteX14323" fmla="*/ 4265407 w 4752801"/>
              <a:gd name="connsiteY14323" fmla="*/ 1222534 h 2767298"/>
              <a:gd name="connsiteX14324" fmla="*/ 4261763 w 4752801"/>
              <a:gd name="connsiteY14324" fmla="*/ 1222534 h 2767298"/>
              <a:gd name="connsiteX14325" fmla="*/ 4260549 w 4752801"/>
              <a:gd name="connsiteY14325" fmla="*/ 1222129 h 2767298"/>
              <a:gd name="connsiteX14326" fmla="*/ 4258525 w 4752801"/>
              <a:gd name="connsiteY14326" fmla="*/ 1218891 h 2767298"/>
              <a:gd name="connsiteX14327" fmla="*/ 4258525 w 4752801"/>
              <a:gd name="connsiteY14327" fmla="*/ 1217676 h 2767298"/>
              <a:gd name="connsiteX14328" fmla="*/ 4260549 w 4752801"/>
              <a:gd name="connsiteY14328" fmla="*/ 1214438 h 2767298"/>
              <a:gd name="connsiteX14329" fmla="*/ 4261763 w 4752801"/>
              <a:gd name="connsiteY14329" fmla="*/ 1214033 h 2767298"/>
              <a:gd name="connsiteX14330" fmla="*/ 3856951 w 4752801"/>
              <a:gd name="connsiteY14330" fmla="*/ 1214033 h 2767298"/>
              <a:gd name="connsiteX14331" fmla="*/ 3860595 w 4752801"/>
              <a:gd name="connsiteY14331" fmla="*/ 1214033 h 2767298"/>
              <a:gd name="connsiteX14332" fmla="*/ 3861809 w 4752801"/>
              <a:gd name="connsiteY14332" fmla="*/ 1214438 h 2767298"/>
              <a:gd name="connsiteX14333" fmla="*/ 3863833 w 4752801"/>
              <a:gd name="connsiteY14333" fmla="*/ 1217676 h 2767298"/>
              <a:gd name="connsiteX14334" fmla="*/ 3863833 w 4752801"/>
              <a:gd name="connsiteY14334" fmla="*/ 1218891 h 2767298"/>
              <a:gd name="connsiteX14335" fmla="*/ 3861809 w 4752801"/>
              <a:gd name="connsiteY14335" fmla="*/ 1222129 h 2767298"/>
              <a:gd name="connsiteX14336" fmla="*/ 3860595 w 4752801"/>
              <a:gd name="connsiteY14336" fmla="*/ 1222939 h 2767298"/>
              <a:gd name="connsiteX14337" fmla="*/ 3856951 w 4752801"/>
              <a:gd name="connsiteY14337" fmla="*/ 1222939 h 2767298"/>
              <a:gd name="connsiteX14338" fmla="*/ 3855737 w 4752801"/>
              <a:gd name="connsiteY14338" fmla="*/ 1222129 h 2767298"/>
              <a:gd name="connsiteX14339" fmla="*/ 3853713 w 4752801"/>
              <a:gd name="connsiteY14339" fmla="*/ 1218891 h 2767298"/>
              <a:gd name="connsiteX14340" fmla="*/ 3853713 w 4752801"/>
              <a:gd name="connsiteY14340" fmla="*/ 1217676 h 2767298"/>
              <a:gd name="connsiteX14341" fmla="*/ 3855737 w 4752801"/>
              <a:gd name="connsiteY14341" fmla="*/ 1214438 h 2767298"/>
              <a:gd name="connsiteX14342" fmla="*/ 3856951 w 4752801"/>
              <a:gd name="connsiteY14342" fmla="*/ 1214033 h 2767298"/>
              <a:gd name="connsiteX14343" fmla="*/ 4302245 w 4752801"/>
              <a:gd name="connsiteY14343" fmla="*/ 1213628 h 2767298"/>
              <a:gd name="connsiteX14344" fmla="*/ 4305889 w 4752801"/>
              <a:gd name="connsiteY14344" fmla="*/ 1213628 h 2767298"/>
              <a:gd name="connsiteX14345" fmla="*/ 4307103 w 4752801"/>
              <a:gd name="connsiteY14345" fmla="*/ 1214033 h 2767298"/>
              <a:gd name="connsiteX14346" fmla="*/ 4309127 w 4752801"/>
              <a:gd name="connsiteY14346" fmla="*/ 1217271 h 2767298"/>
              <a:gd name="connsiteX14347" fmla="*/ 4309127 w 4752801"/>
              <a:gd name="connsiteY14347" fmla="*/ 1218486 h 2767298"/>
              <a:gd name="connsiteX14348" fmla="*/ 4307103 w 4752801"/>
              <a:gd name="connsiteY14348" fmla="*/ 1221724 h 2767298"/>
              <a:gd name="connsiteX14349" fmla="*/ 4305889 w 4752801"/>
              <a:gd name="connsiteY14349" fmla="*/ 1222129 h 2767298"/>
              <a:gd name="connsiteX14350" fmla="*/ 4302245 w 4752801"/>
              <a:gd name="connsiteY14350" fmla="*/ 1222129 h 2767298"/>
              <a:gd name="connsiteX14351" fmla="*/ 4301031 w 4752801"/>
              <a:gd name="connsiteY14351" fmla="*/ 1221724 h 2767298"/>
              <a:gd name="connsiteX14352" fmla="*/ 4299007 w 4752801"/>
              <a:gd name="connsiteY14352" fmla="*/ 1218486 h 2767298"/>
              <a:gd name="connsiteX14353" fmla="*/ 4299007 w 4752801"/>
              <a:gd name="connsiteY14353" fmla="*/ 1217271 h 2767298"/>
              <a:gd name="connsiteX14354" fmla="*/ 4301031 w 4752801"/>
              <a:gd name="connsiteY14354" fmla="*/ 1214033 h 2767298"/>
              <a:gd name="connsiteX14355" fmla="*/ 4302245 w 4752801"/>
              <a:gd name="connsiteY14355" fmla="*/ 1213628 h 2767298"/>
              <a:gd name="connsiteX14356" fmla="*/ 4139915 w 4752801"/>
              <a:gd name="connsiteY14356" fmla="*/ 1213628 h 2767298"/>
              <a:gd name="connsiteX14357" fmla="*/ 4143963 w 4752801"/>
              <a:gd name="connsiteY14357" fmla="*/ 1213628 h 2767298"/>
              <a:gd name="connsiteX14358" fmla="*/ 4145177 w 4752801"/>
              <a:gd name="connsiteY14358" fmla="*/ 1214438 h 2767298"/>
              <a:gd name="connsiteX14359" fmla="*/ 4147202 w 4752801"/>
              <a:gd name="connsiteY14359" fmla="*/ 1217676 h 2767298"/>
              <a:gd name="connsiteX14360" fmla="*/ 4147202 w 4752801"/>
              <a:gd name="connsiteY14360" fmla="*/ 1218891 h 2767298"/>
              <a:gd name="connsiteX14361" fmla="*/ 4145177 w 4752801"/>
              <a:gd name="connsiteY14361" fmla="*/ 1222129 h 2767298"/>
              <a:gd name="connsiteX14362" fmla="*/ 4143963 w 4752801"/>
              <a:gd name="connsiteY14362" fmla="*/ 1222939 h 2767298"/>
              <a:gd name="connsiteX14363" fmla="*/ 4139915 w 4752801"/>
              <a:gd name="connsiteY14363" fmla="*/ 1222939 h 2767298"/>
              <a:gd name="connsiteX14364" fmla="*/ 4138701 w 4752801"/>
              <a:gd name="connsiteY14364" fmla="*/ 1222129 h 2767298"/>
              <a:gd name="connsiteX14365" fmla="*/ 4136677 w 4752801"/>
              <a:gd name="connsiteY14365" fmla="*/ 1218891 h 2767298"/>
              <a:gd name="connsiteX14366" fmla="*/ 4136677 w 4752801"/>
              <a:gd name="connsiteY14366" fmla="*/ 1217676 h 2767298"/>
              <a:gd name="connsiteX14367" fmla="*/ 4138701 w 4752801"/>
              <a:gd name="connsiteY14367" fmla="*/ 1214438 h 2767298"/>
              <a:gd name="connsiteX14368" fmla="*/ 4139915 w 4752801"/>
              <a:gd name="connsiteY14368" fmla="*/ 1213628 h 2767298"/>
              <a:gd name="connsiteX14369" fmla="*/ 3330695 w 4752801"/>
              <a:gd name="connsiteY14369" fmla="*/ 1213628 h 2767298"/>
              <a:gd name="connsiteX14370" fmla="*/ 3334339 w 4752801"/>
              <a:gd name="connsiteY14370" fmla="*/ 1213628 h 2767298"/>
              <a:gd name="connsiteX14371" fmla="*/ 3335553 w 4752801"/>
              <a:gd name="connsiteY14371" fmla="*/ 1214033 h 2767298"/>
              <a:gd name="connsiteX14372" fmla="*/ 3337577 w 4752801"/>
              <a:gd name="connsiteY14372" fmla="*/ 1217271 h 2767298"/>
              <a:gd name="connsiteX14373" fmla="*/ 3337577 w 4752801"/>
              <a:gd name="connsiteY14373" fmla="*/ 1218486 h 2767298"/>
              <a:gd name="connsiteX14374" fmla="*/ 3335553 w 4752801"/>
              <a:gd name="connsiteY14374" fmla="*/ 1221724 h 2767298"/>
              <a:gd name="connsiteX14375" fmla="*/ 3334339 w 4752801"/>
              <a:gd name="connsiteY14375" fmla="*/ 1222534 h 2767298"/>
              <a:gd name="connsiteX14376" fmla="*/ 3330695 w 4752801"/>
              <a:gd name="connsiteY14376" fmla="*/ 1222534 h 2767298"/>
              <a:gd name="connsiteX14377" fmla="*/ 3329481 w 4752801"/>
              <a:gd name="connsiteY14377" fmla="*/ 1221724 h 2767298"/>
              <a:gd name="connsiteX14378" fmla="*/ 3327457 w 4752801"/>
              <a:gd name="connsiteY14378" fmla="*/ 1218486 h 2767298"/>
              <a:gd name="connsiteX14379" fmla="*/ 3327457 w 4752801"/>
              <a:gd name="connsiteY14379" fmla="*/ 1217271 h 2767298"/>
              <a:gd name="connsiteX14380" fmla="*/ 3329481 w 4752801"/>
              <a:gd name="connsiteY14380" fmla="*/ 1214033 h 2767298"/>
              <a:gd name="connsiteX14381" fmla="*/ 3330695 w 4752801"/>
              <a:gd name="connsiteY14381" fmla="*/ 1213628 h 2767298"/>
              <a:gd name="connsiteX14382" fmla="*/ 4545132 w 4752801"/>
              <a:gd name="connsiteY14382" fmla="*/ 1213223 h 2767298"/>
              <a:gd name="connsiteX14383" fmla="*/ 4549180 w 4752801"/>
              <a:gd name="connsiteY14383" fmla="*/ 1213223 h 2767298"/>
              <a:gd name="connsiteX14384" fmla="*/ 4550394 w 4752801"/>
              <a:gd name="connsiteY14384" fmla="*/ 1214033 h 2767298"/>
              <a:gd name="connsiteX14385" fmla="*/ 4552419 w 4752801"/>
              <a:gd name="connsiteY14385" fmla="*/ 1217676 h 2767298"/>
              <a:gd name="connsiteX14386" fmla="*/ 4552419 w 4752801"/>
              <a:gd name="connsiteY14386" fmla="*/ 1218890 h 2767298"/>
              <a:gd name="connsiteX14387" fmla="*/ 4550394 w 4752801"/>
              <a:gd name="connsiteY14387" fmla="*/ 1222534 h 2767298"/>
              <a:gd name="connsiteX14388" fmla="*/ 4549180 w 4752801"/>
              <a:gd name="connsiteY14388" fmla="*/ 1223343 h 2767298"/>
              <a:gd name="connsiteX14389" fmla="*/ 4545132 w 4752801"/>
              <a:gd name="connsiteY14389" fmla="*/ 1223343 h 2767298"/>
              <a:gd name="connsiteX14390" fmla="*/ 4543918 w 4752801"/>
              <a:gd name="connsiteY14390" fmla="*/ 1222534 h 2767298"/>
              <a:gd name="connsiteX14391" fmla="*/ 4541894 w 4752801"/>
              <a:gd name="connsiteY14391" fmla="*/ 1218890 h 2767298"/>
              <a:gd name="connsiteX14392" fmla="*/ 4541894 w 4752801"/>
              <a:gd name="connsiteY14392" fmla="*/ 1217676 h 2767298"/>
              <a:gd name="connsiteX14393" fmla="*/ 4543918 w 4752801"/>
              <a:gd name="connsiteY14393" fmla="*/ 1214033 h 2767298"/>
              <a:gd name="connsiteX14394" fmla="*/ 4545132 w 4752801"/>
              <a:gd name="connsiteY14394" fmla="*/ 1213223 h 2767298"/>
              <a:gd name="connsiteX14395" fmla="*/ 4423688 w 4752801"/>
              <a:gd name="connsiteY14395" fmla="*/ 1213223 h 2767298"/>
              <a:gd name="connsiteX14396" fmla="*/ 4427736 w 4752801"/>
              <a:gd name="connsiteY14396" fmla="*/ 1213223 h 2767298"/>
              <a:gd name="connsiteX14397" fmla="*/ 4428950 w 4752801"/>
              <a:gd name="connsiteY14397" fmla="*/ 1213628 h 2767298"/>
              <a:gd name="connsiteX14398" fmla="*/ 4430975 w 4752801"/>
              <a:gd name="connsiteY14398" fmla="*/ 1217271 h 2767298"/>
              <a:gd name="connsiteX14399" fmla="*/ 4430975 w 4752801"/>
              <a:gd name="connsiteY14399" fmla="*/ 1218486 h 2767298"/>
              <a:gd name="connsiteX14400" fmla="*/ 4428950 w 4752801"/>
              <a:gd name="connsiteY14400" fmla="*/ 1222129 h 2767298"/>
              <a:gd name="connsiteX14401" fmla="*/ 4427736 w 4752801"/>
              <a:gd name="connsiteY14401" fmla="*/ 1222534 h 2767298"/>
              <a:gd name="connsiteX14402" fmla="*/ 4423688 w 4752801"/>
              <a:gd name="connsiteY14402" fmla="*/ 1222534 h 2767298"/>
              <a:gd name="connsiteX14403" fmla="*/ 4422474 w 4752801"/>
              <a:gd name="connsiteY14403" fmla="*/ 1222129 h 2767298"/>
              <a:gd name="connsiteX14404" fmla="*/ 4420450 w 4752801"/>
              <a:gd name="connsiteY14404" fmla="*/ 1218486 h 2767298"/>
              <a:gd name="connsiteX14405" fmla="*/ 4420450 w 4752801"/>
              <a:gd name="connsiteY14405" fmla="*/ 1217271 h 2767298"/>
              <a:gd name="connsiteX14406" fmla="*/ 4422474 w 4752801"/>
              <a:gd name="connsiteY14406" fmla="*/ 1213628 h 2767298"/>
              <a:gd name="connsiteX14407" fmla="*/ 4423688 w 4752801"/>
              <a:gd name="connsiteY14407" fmla="*/ 1213223 h 2767298"/>
              <a:gd name="connsiteX14408" fmla="*/ 4342726 w 4752801"/>
              <a:gd name="connsiteY14408" fmla="*/ 1212818 h 2767298"/>
              <a:gd name="connsiteX14409" fmla="*/ 4346774 w 4752801"/>
              <a:gd name="connsiteY14409" fmla="*/ 1212818 h 2767298"/>
              <a:gd name="connsiteX14410" fmla="*/ 4347988 w 4752801"/>
              <a:gd name="connsiteY14410" fmla="*/ 1213628 h 2767298"/>
              <a:gd name="connsiteX14411" fmla="*/ 4350013 w 4752801"/>
              <a:gd name="connsiteY14411" fmla="*/ 1217271 h 2767298"/>
              <a:gd name="connsiteX14412" fmla="*/ 4350013 w 4752801"/>
              <a:gd name="connsiteY14412" fmla="*/ 1218485 h 2767298"/>
              <a:gd name="connsiteX14413" fmla="*/ 4347988 w 4752801"/>
              <a:gd name="connsiteY14413" fmla="*/ 1222129 h 2767298"/>
              <a:gd name="connsiteX14414" fmla="*/ 4346774 w 4752801"/>
              <a:gd name="connsiteY14414" fmla="*/ 1222534 h 2767298"/>
              <a:gd name="connsiteX14415" fmla="*/ 4342726 w 4752801"/>
              <a:gd name="connsiteY14415" fmla="*/ 1222534 h 2767298"/>
              <a:gd name="connsiteX14416" fmla="*/ 4341512 w 4752801"/>
              <a:gd name="connsiteY14416" fmla="*/ 1222129 h 2767298"/>
              <a:gd name="connsiteX14417" fmla="*/ 4339488 w 4752801"/>
              <a:gd name="connsiteY14417" fmla="*/ 1218485 h 2767298"/>
              <a:gd name="connsiteX14418" fmla="*/ 4339488 w 4752801"/>
              <a:gd name="connsiteY14418" fmla="*/ 1217271 h 2767298"/>
              <a:gd name="connsiteX14419" fmla="*/ 4341512 w 4752801"/>
              <a:gd name="connsiteY14419" fmla="*/ 1213628 h 2767298"/>
              <a:gd name="connsiteX14420" fmla="*/ 4342726 w 4752801"/>
              <a:gd name="connsiteY14420" fmla="*/ 1212818 h 2767298"/>
              <a:gd name="connsiteX14421" fmla="*/ 4221282 w 4752801"/>
              <a:gd name="connsiteY14421" fmla="*/ 1212818 h 2767298"/>
              <a:gd name="connsiteX14422" fmla="*/ 4225330 w 4752801"/>
              <a:gd name="connsiteY14422" fmla="*/ 1212818 h 2767298"/>
              <a:gd name="connsiteX14423" fmla="*/ 4226544 w 4752801"/>
              <a:gd name="connsiteY14423" fmla="*/ 1213628 h 2767298"/>
              <a:gd name="connsiteX14424" fmla="*/ 4228569 w 4752801"/>
              <a:gd name="connsiteY14424" fmla="*/ 1217271 h 2767298"/>
              <a:gd name="connsiteX14425" fmla="*/ 4228569 w 4752801"/>
              <a:gd name="connsiteY14425" fmla="*/ 1218485 h 2767298"/>
              <a:gd name="connsiteX14426" fmla="*/ 4226544 w 4752801"/>
              <a:gd name="connsiteY14426" fmla="*/ 1222129 h 2767298"/>
              <a:gd name="connsiteX14427" fmla="*/ 4225330 w 4752801"/>
              <a:gd name="connsiteY14427" fmla="*/ 1222534 h 2767298"/>
              <a:gd name="connsiteX14428" fmla="*/ 4221282 w 4752801"/>
              <a:gd name="connsiteY14428" fmla="*/ 1222534 h 2767298"/>
              <a:gd name="connsiteX14429" fmla="*/ 4220068 w 4752801"/>
              <a:gd name="connsiteY14429" fmla="*/ 1222129 h 2767298"/>
              <a:gd name="connsiteX14430" fmla="*/ 4218044 w 4752801"/>
              <a:gd name="connsiteY14430" fmla="*/ 1218485 h 2767298"/>
              <a:gd name="connsiteX14431" fmla="*/ 4218044 w 4752801"/>
              <a:gd name="connsiteY14431" fmla="*/ 1217271 h 2767298"/>
              <a:gd name="connsiteX14432" fmla="*/ 4220068 w 4752801"/>
              <a:gd name="connsiteY14432" fmla="*/ 1213628 h 2767298"/>
              <a:gd name="connsiteX14433" fmla="*/ 4221282 w 4752801"/>
              <a:gd name="connsiteY14433" fmla="*/ 1212818 h 2767298"/>
              <a:gd name="connsiteX14434" fmla="*/ 4180801 w 4752801"/>
              <a:gd name="connsiteY14434" fmla="*/ 1212818 h 2767298"/>
              <a:gd name="connsiteX14435" fmla="*/ 4184849 w 4752801"/>
              <a:gd name="connsiteY14435" fmla="*/ 1212818 h 2767298"/>
              <a:gd name="connsiteX14436" fmla="*/ 4186063 w 4752801"/>
              <a:gd name="connsiteY14436" fmla="*/ 1213628 h 2767298"/>
              <a:gd name="connsiteX14437" fmla="*/ 4188088 w 4752801"/>
              <a:gd name="connsiteY14437" fmla="*/ 1217271 h 2767298"/>
              <a:gd name="connsiteX14438" fmla="*/ 4188088 w 4752801"/>
              <a:gd name="connsiteY14438" fmla="*/ 1218485 h 2767298"/>
              <a:gd name="connsiteX14439" fmla="*/ 4186063 w 4752801"/>
              <a:gd name="connsiteY14439" fmla="*/ 1222129 h 2767298"/>
              <a:gd name="connsiteX14440" fmla="*/ 4184849 w 4752801"/>
              <a:gd name="connsiteY14440" fmla="*/ 1222534 h 2767298"/>
              <a:gd name="connsiteX14441" fmla="*/ 4180801 w 4752801"/>
              <a:gd name="connsiteY14441" fmla="*/ 1222534 h 2767298"/>
              <a:gd name="connsiteX14442" fmla="*/ 4179587 w 4752801"/>
              <a:gd name="connsiteY14442" fmla="*/ 1222129 h 2767298"/>
              <a:gd name="connsiteX14443" fmla="*/ 4177563 w 4752801"/>
              <a:gd name="connsiteY14443" fmla="*/ 1218485 h 2767298"/>
              <a:gd name="connsiteX14444" fmla="*/ 4177563 w 4752801"/>
              <a:gd name="connsiteY14444" fmla="*/ 1217271 h 2767298"/>
              <a:gd name="connsiteX14445" fmla="*/ 4179587 w 4752801"/>
              <a:gd name="connsiteY14445" fmla="*/ 1213628 h 2767298"/>
              <a:gd name="connsiteX14446" fmla="*/ 4180801 w 4752801"/>
              <a:gd name="connsiteY14446" fmla="*/ 1212818 h 2767298"/>
              <a:gd name="connsiteX14447" fmla="*/ 4463360 w 4752801"/>
              <a:gd name="connsiteY14447" fmla="*/ 1212414 h 2767298"/>
              <a:gd name="connsiteX14448" fmla="*/ 4468623 w 4752801"/>
              <a:gd name="connsiteY14448" fmla="*/ 1212414 h 2767298"/>
              <a:gd name="connsiteX14449" fmla="*/ 4469837 w 4752801"/>
              <a:gd name="connsiteY14449" fmla="*/ 1213224 h 2767298"/>
              <a:gd name="connsiteX14450" fmla="*/ 4472266 w 4752801"/>
              <a:gd name="connsiteY14450" fmla="*/ 1217677 h 2767298"/>
              <a:gd name="connsiteX14451" fmla="*/ 4472266 w 4752801"/>
              <a:gd name="connsiteY14451" fmla="*/ 1218891 h 2767298"/>
              <a:gd name="connsiteX14452" fmla="*/ 4469837 w 4752801"/>
              <a:gd name="connsiteY14452" fmla="*/ 1223344 h 2767298"/>
              <a:gd name="connsiteX14453" fmla="*/ 4468623 w 4752801"/>
              <a:gd name="connsiteY14453" fmla="*/ 1224154 h 2767298"/>
              <a:gd name="connsiteX14454" fmla="*/ 4463360 w 4752801"/>
              <a:gd name="connsiteY14454" fmla="*/ 1224154 h 2767298"/>
              <a:gd name="connsiteX14455" fmla="*/ 4462146 w 4752801"/>
              <a:gd name="connsiteY14455" fmla="*/ 1223344 h 2767298"/>
              <a:gd name="connsiteX14456" fmla="*/ 4459717 w 4752801"/>
              <a:gd name="connsiteY14456" fmla="*/ 1218891 h 2767298"/>
              <a:gd name="connsiteX14457" fmla="*/ 4459717 w 4752801"/>
              <a:gd name="connsiteY14457" fmla="*/ 1217677 h 2767298"/>
              <a:gd name="connsiteX14458" fmla="*/ 4462146 w 4752801"/>
              <a:gd name="connsiteY14458" fmla="*/ 1213224 h 2767298"/>
              <a:gd name="connsiteX14459" fmla="*/ 4463360 w 4752801"/>
              <a:gd name="connsiteY14459" fmla="*/ 1212414 h 2767298"/>
              <a:gd name="connsiteX14460" fmla="*/ 4099434 w 4752801"/>
              <a:gd name="connsiteY14460" fmla="*/ 1212414 h 2767298"/>
              <a:gd name="connsiteX14461" fmla="*/ 4103887 w 4752801"/>
              <a:gd name="connsiteY14461" fmla="*/ 1212414 h 2767298"/>
              <a:gd name="connsiteX14462" fmla="*/ 4105101 w 4752801"/>
              <a:gd name="connsiteY14462" fmla="*/ 1213224 h 2767298"/>
              <a:gd name="connsiteX14463" fmla="*/ 4107530 w 4752801"/>
              <a:gd name="connsiteY14463" fmla="*/ 1217272 h 2767298"/>
              <a:gd name="connsiteX14464" fmla="*/ 4107530 w 4752801"/>
              <a:gd name="connsiteY14464" fmla="*/ 1218486 h 2767298"/>
              <a:gd name="connsiteX14465" fmla="*/ 4105101 w 4752801"/>
              <a:gd name="connsiteY14465" fmla="*/ 1222534 h 2767298"/>
              <a:gd name="connsiteX14466" fmla="*/ 4103887 w 4752801"/>
              <a:gd name="connsiteY14466" fmla="*/ 1223344 h 2767298"/>
              <a:gd name="connsiteX14467" fmla="*/ 4099434 w 4752801"/>
              <a:gd name="connsiteY14467" fmla="*/ 1223344 h 2767298"/>
              <a:gd name="connsiteX14468" fmla="*/ 4098219 w 4752801"/>
              <a:gd name="connsiteY14468" fmla="*/ 1222534 h 2767298"/>
              <a:gd name="connsiteX14469" fmla="*/ 4095791 w 4752801"/>
              <a:gd name="connsiteY14469" fmla="*/ 1218486 h 2767298"/>
              <a:gd name="connsiteX14470" fmla="*/ 4095791 w 4752801"/>
              <a:gd name="connsiteY14470" fmla="*/ 1217272 h 2767298"/>
              <a:gd name="connsiteX14471" fmla="*/ 4098219 w 4752801"/>
              <a:gd name="connsiteY14471" fmla="*/ 1213224 h 2767298"/>
              <a:gd name="connsiteX14472" fmla="*/ 4099434 w 4752801"/>
              <a:gd name="connsiteY14472" fmla="*/ 1212414 h 2767298"/>
              <a:gd name="connsiteX14473" fmla="*/ 4058953 w 4752801"/>
              <a:gd name="connsiteY14473" fmla="*/ 1212414 h 2767298"/>
              <a:gd name="connsiteX14474" fmla="*/ 4063406 w 4752801"/>
              <a:gd name="connsiteY14474" fmla="*/ 1212414 h 2767298"/>
              <a:gd name="connsiteX14475" fmla="*/ 4064620 w 4752801"/>
              <a:gd name="connsiteY14475" fmla="*/ 1213224 h 2767298"/>
              <a:gd name="connsiteX14476" fmla="*/ 4067049 w 4752801"/>
              <a:gd name="connsiteY14476" fmla="*/ 1217272 h 2767298"/>
              <a:gd name="connsiteX14477" fmla="*/ 4067049 w 4752801"/>
              <a:gd name="connsiteY14477" fmla="*/ 1218486 h 2767298"/>
              <a:gd name="connsiteX14478" fmla="*/ 4064620 w 4752801"/>
              <a:gd name="connsiteY14478" fmla="*/ 1222534 h 2767298"/>
              <a:gd name="connsiteX14479" fmla="*/ 4063406 w 4752801"/>
              <a:gd name="connsiteY14479" fmla="*/ 1223344 h 2767298"/>
              <a:gd name="connsiteX14480" fmla="*/ 4058953 w 4752801"/>
              <a:gd name="connsiteY14480" fmla="*/ 1223344 h 2767298"/>
              <a:gd name="connsiteX14481" fmla="*/ 4057738 w 4752801"/>
              <a:gd name="connsiteY14481" fmla="*/ 1222534 h 2767298"/>
              <a:gd name="connsiteX14482" fmla="*/ 4055310 w 4752801"/>
              <a:gd name="connsiteY14482" fmla="*/ 1218486 h 2767298"/>
              <a:gd name="connsiteX14483" fmla="*/ 4055310 w 4752801"/>
              <a:gd name="connsiteY14483" fmla="*/ 1217272 h 2767298"/>
              <a:gd name="connsiteX14484" fmla="*/ 4057738 w 4752801"/>
              <a:gd name="connsiteY14484" fmla="*/ 1213224 h 2767298"/>
              <a:gd name="connsiteX14485" fmla="*/ 4058953 w 4752801"/>
              <a:gd name="connsiteY14485" fmla="*/ 1212414 h 2767298"/>
              <a:gd name="connsiteX14486" fmla="*/ 3816065 w 4752801"/>
              <a:gd name="connsiteY14486" fmla="*/ 1212414 h 2767298"/>
              <a:gd name="connsiteX14487" fmla="*/ 3820518 w 4752801"/>
              <a:gd name="connsiteY14487" fmla="*/ 1212414 h 2767298"/>
              <a:gd name="connsiteX14488" fmla="*/ 3821732 w 4752801"/>
              <a:gd name="connsiteY14488" fmla="*/ 1213224 h 2767298"/>
              <a:gd name="connsiteX14489" fmla="*/ 3824161 w 4752801"/>
              <a:gd name="connsiteY14489" fmla="*/ 1217272 h 2767298"/>
              <a:gd name="connsiteX14490" fmla="*/ 3824161 w 4752801"/>
              <a:gd name="connsiteY14490" fmla="*/ 1218486 h 2767298"/>
              <a:gd name="connsiteX14491" fmla="*/ 3821732 w 4752801"/>
              <a:gd name="connsiteY14491" fmla="*/ 1222534 h 2767298"/>
              <a:gd name="connsiteX14492" fmla="*/ 3820518 w 4752801"/>
              <a:gd name="connsiteY14492" fmla="*/ 1222939 h 2767298"/>
              <a:gd name="connsiteX14493" fmla="*/ 3816065 w 4752801"/>
              <a:gd name="connsiteY14493" fmla="*/ 1222939 h 2767298"/>
              <a:gd name="connsiteX14494" fmla="*/ 3814850 w 4752801"/>
              <a:gd name="connsiteY14494" fmla="*/ 1222534 h 2767298"/>
              <a:gd name="connsiteX14495" fmla="*/ 3812422 w 4752801"/>
              <a:gd name="connsiteY14495" fmla="*/ 1218486 h 2767298"/>
              <a:gd name="connsiteX14496" fmla="*/ 3812422 w 4752801"/>
              <a:gd name="connsiteY14496" fmla="*/ 1217272 h 2767298"/>
              <a:gd name="connsiteX14497" fmla="*/ 3814850 w 4752801"/>
              <a:gd name="connsiteY14497" fmla="*/ 1213224 h 2767298"/>
              <a:gd name="connsiteX14498" fmla="*/ 3816065 w 4752801"/>
              <a:gd name="connsiteY14498" fmla="*/ 1212414 h 2767298"/>
              <a:gd name="connsiteX14499" fmla="*/ 4504246 w 4752801"/>
              <a:gd name="connsiteY14499" fmla="*/ 1212009 h 2767298"/>
              <a:gd name="connsiteX14500" fmla="*/ 4509103 w 4752801"/>
              <a:gd name="connsiteY14500" fmla="*/ 1212009 h 2767298"/>
              <a:gd name="connsiteX14501" fmla="*/ 4510318 w 4752801"/>
              <a:gd name="connsiteY14501" fmla="*/ 1212819 h 2767298"/>
              <a:gd name="connsiteX14502" fmla="*/ 4512747 w 4752801"/>
              <a:gd name="connsiteY14502" fmla="*/ 1217272 h 2767298"/>
              <a:gd name="connsiteX14503" fmla="*/ 4512747 w 4752801"/>
              <a:gd name="connsiteY14503" fmla="*/ 1218486 h 2767298"/>
              <a:gd name="connsiteX14504" fmla="*/ 4510318 w 4752801"/>
              <a:gd name="connsiteY14504" fmla="*/ 1222939 h 2767298"/>
              <a:gd name="connsiteX14505" fmla="*/ 4509103 w 4752801"/>
              <a:gd name="connsiteY14505" fmla="*/ 1223749 h 2767298"/>
              <a:gd name="connsiteX14506" fmla="*/ 4504246 w 4752801"/>
              <a:gd name="connsiteY14506" fmla="*/ 1223749 h 2767298"/>
              <a:gd name="connsiteX14507" fmla="*/ 4503031 w 4752801"/>
              <a:gd name="connsiteY14507" fmla="*/ 1222939 h 2767298"/>
              <a:gd name="connsiteX14508" fmla="*/ 4500603 w 4752801"/>
              <a:gd name="connsiteY14508" fmla="*/ 1218486 h 2767298"/>
              <a:gd name="connsiteX14509" fmla="*/ 4500603 w 4752801"/>
              <a:gd name="connsiteY14509" fmla="*/ 1217272 h 2767298"/>
              <a:gd name="connsiteX14510" fmla="*/ 4503031 w 4752801"/>
              <a:gd name="connsiteY14510" fmla="*/ 1212819 h 2767298"/>
              <a:gd name="connsiteX14511" fmla="*/ 4504246 w 4752801"/>
              <a:gd name="connsiteY14511" fmla="*/ 1212009 h 2767298"/>
              <a:gd name="connsiteX14512" fmla="*/ 4018471 w 4752801"/>
              <a:gd name="connsiteY14512" fmla="*/ 1212009 h 2767298"/>
              <a:gd name="connsiteX14513" fmla="*/ 4023328 w 4752801"/>
              <a:gd name="connsiteY14513" fmla="*/ 1212009 h 2767298"/>
              <a:gd name="connsiteX14514" fmla="*/ 4024543 w 4752801"/>
              <a:gd name="connsiteY14514" fmla="*/ 1212819 h 2767298"/>
              <a:gd name="connsiteX14515" fmla="*/ 4026972 w 4752801"/>
              <a:gd name="connsiteY14515" fmla="*/ 1217272 h 2767298"/>
              <a:gd name="connsiteX14516" fmla="*/ 4026972 w 4752801"/>
              <a:gd name="connsiteY14516" fmla="*/ 1218486 h 2767298"/>
              <a:gd name="connsiteX14517" fmla="*/ 4024543 w 4752801"/>
              <a:gd name="connsiteY14517" fmla="*/ 1222939 h 2767298"/>
              <a:gd name="connsiteX14518" fmla="*/ 4023328 w 4752801"/>
              <a:gd name="connsiteY14518" fmla="*/ 1223749 h 2767298"/>
              <a:gd name="connsiteX14519" fmla="*/ 4018471 w 4752801"/>
              <a:gd name="connsiteY14519" fmla="*/ 1223749 h 2767298"/>
              <a:gd name="connsiteX14520" fmla="*/ 4017256 w 4752801"/>
              <a:gd name="connsiteY14520" fmla="*/ 1222939 h 2767298"/>
              <a:gd name="connsiteX14521" fmla="*/ 4014828 w 4752801"/>
              <a:gd name="connsiteY14521" fmla="*/ 1218486 h 2767298"/>
              <a:gd name="connsiteX14522" fmla="*/ 4014828 w 4752801"/>
              <a:gd name="connsiteY14522" fmla="*/ 1217272 h 2767298"/>
              <a:gd name="connsiteX14523" fmla="*/ 4017256 w 4752801"/>
              <a:gd name="connsiteY14523" fmla="*/ 1212819 h 2767298"/>
              <a:gd name="connsiteX14524" fmla="*/ 4018471 w 4752801"/>
              <a:gd name="connsiteY14524" fmla="*/ 1212009 h 2767298"/>
              <a:gd name="connsiteX14525" fmla="*/ 2924667 w 4752801"/>
              <a:gd name="connsiteY14525" fmla="*/ 1212009 h 2767298"/>
              <a:gd name="connsiteX14526" fmla="*/ 2930740 w 4752801"/>
              <a:gd name="connsiteY14526" fmla="*/ 1212009 h 2767298"/>
              <a:gd name="connsiteX14527" fmla="*/ 2931954 w 4752801"/>
              <a:gd name="connsiteY14527" fmla="*/ 1212414 h 2767298"/>
              <a:gd name="connsiteX14528" fmla="*/ 2935192 w 4752801"/>
              <a:gd name="connsiteY14528" fmla="*/ 1217676 h 2767298"/>
              <a:gd name="connsiteX14529" fmla="*/ 2935192 w 4752801"/>
              <a:gd name="connsiteY14529" fmla="*/ 1218891 h 2767298"/>
              <a:gd name="connsiteX14530" fmla="*/ 2931954 w 4752801"/>
              <a:gd name="connsiteY14530" fmla="*/ 1224153 h 2767298"/>
              <a:gd name="connsiteX14531" fmla="*/ 2930740 w 4752801"/>
              <a:gd name="connsiteY14531" fmla="*/ 1224558 h 2767298"/>
              <a:gd name="connsiteX14532" fmla="*/ 2924667 w 4752801"/>
              <a:gd name="connsiteY14532" fmla="*/ 1224558 h 2767298"/>
              <a:gd name="connsiteX14533" fmla="*/ 2923453 w 4752801"/>
              <a:gd name="connsiteY14533" fmla="*/ 1224153 h 2767298"/>
              <a:gd name="connsiteX14534" fmla="*/ 2920215 w 4752801"/>
              <a:gd name="connsiteY14534" fmla="*/ 1218891 h 2767298"/>
              <a:gd name="connsiteX14535" fmla="*/ 2920215 w 4752801"/>
              <a:gd name="connsiteY14535" fmla="*/ 1217676 h 2767298"/>
              <a:gd name="connsiteX14536" fmla="*/ 2923453 w 4752801"/>
              <a:gd name="connsiteY14536" fmla="*/ 1212414 h 2767298"/>
              <a:gd name="connsiteX14537" fmla="*/ 2924667 w 4752801"/>
              <a:gd name="connsiteY14537" fmla="*/ 1212009 h 2767298"/>
              <a:gd name="connsiteX14538" fmla="*/ 3896623 w 4752801"/>
              <a:gd name="connsiteY14538" fmla="*/ 1211604 h 2767298"/>
              <a:gd name="connsiteX14539" fmla="*/ 3901885 w 4752801"/>
              <a:gd name="connsiteY14539" fmla="*/ 1211604 h 2767298"/>
              <a:gd name="connsiteX14540" fmla="*/ 3903100 w 4752801"/>
              <a:gd name="connsiteY14540" fmla="*/ 1212414 h 2767298"/>
              <a:gd name="connsiteX14541" fmla="*/ 3905934 w 4752801"/>
              <a:gd name="connsiteY14541" fmla="*/ 1217271 h 2767298"/>
              <a:gd name="connsiteX14542" fmla="*/ 3905934 w 4752801"/>
              <a:gd name="connsiteY14542" fmla="*/ 1218486 h 2767298"/>
              <a:gd name="connsiteX14543" fmla="*/ 3903100 w 4752801"/>
              <a:gd name="connsiteY14543" fmla="*/ 1223344 h 2767298"/>
              <a:gd name="connsiteX14544" fmla="*/ 3901885 w 4752801"/>
              <a:gd name="connsiteY14544" fmla="*/ 1223748 h 2767298"/>
              <a:gd name="connsiteX14545" fmla="*/ 3896623 w 4752801"/>
              <a:gd name="connsiteY14545" fmla="*/ 1223748 h 2767298"/>
              <a:gd name="connsiteX14546" fmla="*/ 3895409 w 4752801"/>
              <a:gd name="connsiteY14546" fmla="*/ 1223344 h 2767298"/>
              <a:gd name="connsiteX14547" fmla="*/ 3892575 w 4752801"/>
              <a:gd name="connsiteY14547" fmla="*/ 1218486 h 2767298"/>
              <a:gd name="connsiteX14548" fmla="*/ 3892575 w 4752801"/>
              <a:gd name="connsiteY14548" fmla="*/ 1217271 h 2767298"/>
              <a:gd name="connsiteX14549" fmla="*/ 3895409 w 4752801"/>
              <a:gd name="connsiteY14549" fmla="*/ 1212414 h 2767298"/>
              <a:gd name="connsiteX14550" fmla="*/ 3896623 w 4752801"/>
              <a:gd name="connsiteY14550" fmla="*/ 1211604 h 2767298"/>
              <a:gd name="connsiteX14551" fmla="*/ 3977181 w 4752801"/>
              <a:gd name="connsiteY14551" fmla="*/ 1211199 h 2767298"/>
              <a:gd name="connsiteX14552" fmla="*/ 3983253 w 4752801"/>
              <a:gd name="connsiteY14552" fmla="*/ 1211199 h 2767298"/>
              <a:gd name="connsiteX14553" fmla="*/ 3984467 w 4752801"/>
              <a:gd name="connsiteY14553" fmla="*/ 1212009 h 2767298"/>
              <a:gd name="connsiteX14554" fmla="*/ 3987301 w 4752801"/>
              <a:gd name="connsiteY14554" fmla="*/ 1217271 h 2767298"/>
              <a:gd name="connsiteX14555" fmla="*/ 3987301 w 4752801"/>
              <a:gd name="connsiteY14555" fmla="*/ 1218486 h 2767298"/>
              <a:gd name="connsiteX14556" fmla="*/ 3984467 w 4752801"/>
              <a:gd name="connsiteY14556" fmla="*/ 1223748 h 2767298"/>
              <a:gd name="connsiteX14557" fmla="*/ 3983253 w 4752801"/>
              <a:gd name="connsiteY14557" fmla="*/ 1224558 h 2767298"/>
              <a:gd name="connsiteX14558" fmla="*/ 3977181 w 4752801"/>
              <a:gd name="connsiteY14558" fmla="*/ 1224558 h 2767298"/>
              <a:gd name="connsiteX14559" fmla="*/ 3975967 w 4752801"/>
              <a:gd name="connsiteY14559" fmla="*/ 1223748 h 2767298"/>
              <a:gd name="connsiteX14560" fmla="*/ 3973133 w 4752801"/>
              <a:gd name="connsiteY14560" fmla="*/ 1218486 h 2767298"/>
              <a:gd name="connsiteX14561" fmla="*/ 3973133 w 4752801"/>
              <a:gd name="connsiteY14561" fmla="*/ 1217271 h 2767298"/>
              <a:gd name="connsiteX14562" fmla="*/ 3975967 w 4752801"/>
              <a:gd name="connsiteY14562" fmla="*/ 1212009 h 2767298"/>
              <a:gd name="connsiteX14563" fmla="*/ 3977181 w 4752801"/>
              <a:gd name="connsiteY14563" fmla="*/ 1211199 h 2767298"/>
              <a:gd name="connsiteX14564" fmla="*/ 3936699 w 4752801"/>
              <a:gd name="connsiteY14564" fmla="*/ 1210794 h 2767298"/>
              <a:gd name="connsiteX14565" fmla="*/ 3943176 w 4752801"/>
              <a:gd name="connsiteY14565" fmla="*/ 1210794 h 2767298"/>
              <a:gd name="connsiteX14566" fmla="*/ 3944391 w 4752801"/>
              <a:gd name="connsiteY14566" fmla="*/ 1211604 h 2767298"/>
              <a:gd name="connsiteX14567" fmla="*/ 3947630 w 4752801"/>
              <a:gd name="connsiteY14567" fmla="*/ 1217271 h 2767298"/>
              <a:gd name="connsiteX14568" fmla="*/ 3947630 w 4752801"/>
              <a:gd name="connsiteY14568" fmla="*/ 1218486 h 2767298"/>
              <a:gd name="connsiteX14569" fmla="*/ 3944391 w 4752801"/>
              <a:gd name="connsiteY14569" fmla="*/ 1224153 h 2767298"/>
              <a:gd name="connsiteX14570" fmla="*/ 3943176 w 4752801"/>
              <a:gd name="connsiteY14570" fmla="*/ 1224962 h 2767298"/>
              <a:gd name="connsiteX14571" fmla="*/ 3936699 w 4752801"/>
              <a:gd name="connsiteY14571" fmla="*/ 1224962 h 2767298"/>
              <a:gd name="connsiteX14572" fmla="*/ 3935485 w 4752801"/>
              <a:gd name="connsiteY14572" fmla="*/ 1224153 h 2767298"/>
              <a:gd name="connsiteX14573" fmla="*/ 3932247 w 4752801"/>
              <a:gd name="connsiteY14573" fmla="*/ 1218486 h 2767298"/>
              <a:gd name="connsiteX14574" fmla="*/ 3932247 w 4752801"/>
              <a:gd name="connsiteY14574" fmla="*/ 1217271 h 2767298"/>
              <a:gd name="connsiteX14575" fmla="*/ 3935485 w 4752801"/>
              <a:gd name="connsiteY14575" fmla="*/ 1211604 h 2767298"/>
              <a:gd name="connsiteX14576" fmla="*/ 3936699 w 4752801"/>
              <a:gd name="connsiteY14576" fmla="*/ 1210794 h 2767298"/>
              <a:gd name="connsiteX14577" fmla="*/ 2883377 w 4752801"/>
              <a:gd name="connsiteY14577" fmla="*/ 1210794 h 2767298"/>
              <a:gd name="connsiteX14578" fmla="*/ 2890663 w 4752801"/>
              <a:gd name="connsiteY14578" fmla="*/ 1210794 h 2767298"/>
              <a:gd name="connsiteX14579" fmla="*/ 2891878 w 4752801"/>
              <a:gd name="connsiteY14579" fmla="*/ 1211604 h 2767298"/>
              <a:gd name="connsiteX14580" fmla="*/ 2895521 w 4752801"/>
              <a:gd name="connsiteY14580" fmla="*/ 1217676 h 2767298"/>
              <a:gd name="connsiteX14581" fmla="*/ 2895521 w 4752801"/>
              <a:gd name="connsiteY14581" fmla="*/ 1218890 h 2767298"/>
              <a:gd name="connsiteX14582" fmla="*/ 2891878 w 4752801"/>
              <a:gd name="connsiteY14582" fmla="*/ 1224962 h 2767298"/>
              <a:gd name="connsiteX14583" fmla="*/ 2890663 w 4752801"/>
              <a:gd name="connsiteY14583" fmla="*/ 1225367 h 2767298"/>
              <a:gd name="connsiteX14584" fmla="*/ 2883377 w 4752801"/>
              <a:gd name="connsiteY14584" fmla="*/ 1225367 h 2767298"/>
              <a:gd name="connsiteX14585" fmla="*/ 2882162 w 4752801"/>
              <a:gd name="connsiteY14585" fmla="*/ 1224962 h 2767298"/>
              <a:gd name="connsiteX14586" fmla="*/ 2878519 w 4752801"/>
              <a:gd name="connsiteY14586" fmla="*/ 1218890 h 2767298"/>
              <a:gd name="connsiteX14587" fmla="*/ 2878519 w 4752801"/>
              <a:gd name="connsiteY14587" fmla="*/ 1217676 h 2767298"/>
              <a:gd name="connsiteX14588" fmla="*/ 2882162 w 4752801"/>
              <a:gd name="connsiteY14588" fmla="*/ 1211604 h 2767298"/>
              <a:gd name="connsiteX14589" fmla="*/ 2883377 w 4752801"/>
              <a:gd name="connsiteY14589" fmla="*/ 1210794 h 2767298"/>
              <a:gd name="connsiteX14590" fmla="*/ 2843300 w 4752801"/>
              <a:gd name="connsiteY14590" fmla="*/ 1210794 h 2767298"/>
              <a:gd name="connsiteX14591" fmla="*/ 2850182 w 4752801"/>
              <a:gd name="connsiteY14591" fmla="*/ 1210794 h 2767298"/>
              <a:gd name="connsiteX14592" fmla="*/ 2851397 w 4752801"/>
              <a:gd name="connsiteY14592" fmla="*/ 1211199 h 2767298"/>
              <a:gd name="connsiteX14593" fmla="*/ 2855040 w 4752801"/>
              <a:gd name="connsiteY14593" fmla="*/ 1217271 h 2767298"/>
              <a:gd name="connsiteX14594" fmla="*/ 2855040 w 4752801"/>
              <a:gd name="connsiteY14594" fmla="*/ 1218486 h 2767298"/>
              <a:gd name="connsiteX14595" fmla="*/ 2851397 w 4752801"/>
              <a:gd name="connsiteY14595" fmla="*/ 1224558 h 2767298"/>
              <a:gd name="connsiteX14596" fmla="*/ 2850182 w 4752801"/>
              <a:gd name="connsiteY14596" fmla="*/ 1225367 h 2767298"/>
              <a:gd name="connsiteX14597" fmla="*/ 2843300 w 4752801"/>
              <a:gd name="connsiteY14597" fmla="*/ 1225367 h 2767298"/>
              <a:gd name="connsiteX14598" fmla="*/ 2842086 w 4752801"/>
              <a:gd name="connsiteY14598" fmla="*/ 1224558 h 2767298"/>
              <a:gd name="connsiteX14599" fmla="*/ 2838443 w 4752801"/>
              <a:gd name="connsiteY14599" fmla="*/ 1218486 h 2767298"/>
              <a:gd name="connsiteX14600" fmla="*/ 2838443 w 4752801"/>
              <a:gd name="connsiteY14600" fmla="*/ 1217271 h 2767298"/>
              <a:gd name="connsiteX14601" fmla="*/ 2842086 w 4752801"/>
              <a:gd name="connsiteY14601" fmla="*/ 1211199 h 2767298"/>
              <a:gd name="connsiteX14602" fmla="*/ 2843300 w 4752801"/>
              <a:gd name="connsiteY14602" fmla="*/ 1210794 h 2767298"/>
              <a:gd name="connsiteX14603" fmla="*/ 2802414 w 4752801"/>
              <a:gd name="connsiteY14603" fmla="*/ 1210389 h 2767298"/>
              <a:gd name="connsiteX14604" fmla="*/ 2810511 w 4752801"/>
              <a:gd name="connsiteY14604" fmla="*/ 1210389 h 2767298"/>
              <a:gd name="connsiteX14605" fmla="*/ 2811725 w 4752801"/>
              <a:gd name="connsiteY14605" fmla="*/ 1210794 h 2767298"/>
              <a:gd name="connsiteX14606" fmla="*/ 2815773 w 4752801"/>
              <a:gd name="connsiteY14606" fmla="*/ 1217676 h 2767298"/>
              <a:gd name="connsiteX14607" fmla="*/ 2815773 w 4752801"/>
              <a:gd name="connsiteY14607" fmla="*/ 1218890 h 2767298"/>
              <a:gd name="connsiteX14608" fmla="*/ 2811725 w 4752801"/>
              <a:gd name="connsiteY14608" fmla="*/ 1225772 h 2767298"/>
              <a:gd name="connsiteX14609" fmla="*/ 2810511 w 4752801"/>
              <a:gd name="connsiteY14609" fmla="*/ 1226177 h 2767298"/>
              <a:gd name="connsiteX14610" fmla="*/ 2802414 w 4752801"/>
              <a:gd name="connsiteY14610" fmla="*/ 1226177 h 2767298"/>
              <a:gd name="connsiteX14611" fmla="*/ 2801200 w 4752801"/>
              <a:gd name="connsiteY14611" fmla="*/ 1225772 h 2767298"/>
              <a:gd name="connsiteX14612" fmla="*/ 2797152 w 4752801"/>
              <a:gd name="connsiteY14612" fmla="*/ 1218890 h 2767298"/>
              <a:gd name="connsiteX14613" fmla="*/ 2797152 w 4752801"/>
              <a:gd name="connsiteY14613" fmla="*/ 1217676 h 2767298"/>
              <a:gd name="connsiteX14614" fmla="*/ 2801200 w 4752801"/>
              <a:gd name="connsiteY14614" fmla="*/ 1210794 h 2767298"/>
              <a:gd name="connsiteX14615" fmla="*/ 2802414 w 4752801"/>
              <a:gd name="connsiteY14615" fmla="*/ 1210389 h 2767298"/>
              <a:gd name="connsiteX14616" fmla="*/ 2680566 w 4752801"/>
              <a:gd name="connsiteY14616" fmla="*/ 1209175 h 2767298"/>
              <a:gd name="connsiteX14617" fmla="*/ 2689472 w 4752801"/>
              <a:gd name="connsiteY14617" fmla="*/ 1209175 h 2767298"/>
              <a:gd name="connsiteX14618" fmla="*/ 2690686 w 4752801"/>
              <a:gd name="connsiteY14618" fmla="*/ 1209985 h 2767298"/>
              <a:gd name="connsiteX14619" fmla="*/ 2695139 w 4752801"/>
              <a:gd name="connsiteY14619" fmla="*/ 1217676 h 2767298"/>
              <a:gd name="connsiteX14620" fmla="*/ 2695139 w 4752801"/>
              <a:gd name="connsiteY14620" fmla="*/ 1218890 h 2767298"/>
              <a:gd name="connsiteX14621" fmla="*/ 2690686 w 4752801"/>
              <a:gd name="connsiteY14621" fmla="*/ 1226582 h 2767298"/>
              <a:gd name="connsiteX14622" fmla="*/ 2689472 w 4752801"/>
              <a:gd name="connsiteY14622" fmla="*/ 1227392 h 2767298"/>
              <a:gd name="connsiteX14623" fmla="*/ 2680566 w 4752801"/>
              <a:gd name="connsiteY14623" fmla="*/ 1227392 h 2767298"/>
              <a:gd name="connsiteX14624" fmla="*/ 2679351 w 4752801"/>
              <a:gd name="connsiteY14624" fmla="*/ 1226582 h 2767298"/>
              <a:gd name="connsiteX14625" fmla="*/ 2674899 w 4752801"/>
              <a:gd name="connsiteY14625" fmla="*/ 1218890 h 2767298"/>
              <a:gd name="connsiteX14626" fmla="*/ 2674899 w 4752801"/>
              <a:gd name="connsiteY14626" fmla="*/ 1217676 h 2767298"/>
              <a:gd name="connsiteX14627" fmla="*/ 2679351 w 4752801"/>
              <a:gd name="connsiteY14627" fmla="*/ 1209985 h 2767298"/>
              <a:gd name="connsiteX14628" fmla="*/ 2680566 w 4752801"/>
              <a:gd name="connsiteY14628" fmla="*/ 1209175 h 2767298"/>
              <a:gd name="connsiteX14629" fmla="*/ 2315830 w 4752801"/>
              <a:gd name="connsiteY14629" fmla="*/ 1209175 h 2767298"/>
              <a:gd name="connsiteX14630" fmla="*/ 2325140 w 4752801"/>
              <a:gd name="connsiteY14630" fmla="*/ 1209175 h 2767298"/>
              <a:gd name="connsiteX14631" fmla="*/ 2326355 w 4752801"/>
              <a:gd name="connsiteY14631" fmla="*/ 1209580 h 2767298"/>
              <a:gd name="connsiteX14632" fmla="*/ 2331213 w 4752801"/>
              <a:gd name="connsiteY14632" fmla="*/ 1217676 h 2767298"/>
              <a:gd name="connsiteX14633" fmla="*/ 2331213 w 4752801"/>
              <a:gd name="connsiteY14633" fmla="*/ 1218890 h 2767298"/>
              <a:gd name="connsiteX14634" fmla="*/ 2326355 w 4752801"/>
              <a:gd name="connsiteY14634" fmla="*/ 1226987 h 2767298"/>
              <a:gd name="connsiteX14635" fmla="*/ 2325140 w 4752801"/>
              <a:gd name="connsiteY14635" fmla="*/ 1227796 h 2767298"/>
              <a:gd name="connsiteX14636" fmla="*/ 2315830 w 4752801"/>
              <a:gd name="connsiteY14636" fmla="*/ 1227796 h 2767298"/>
              <a:gd name="connsiteX14637" fmla="*/ 2314615 w 4752801"/>
              <a:gd name="connsiteY14637" fmla="*/ 1226987 h 2767298"/>
              <a:gd name="connsiteX14638" fmla="*/ 2309758 w 4752801"/>
              <a:gd name="connsiteY14638" fmla="*/ 1218890 h 2767298"/>
              <a:gd name="connsiteX14639" fmla="*/ 2309758 w 4752801"/>
              <a:gd name="connsiteY14639" fmla="*/ 1217676 h 2767298"/>
              <a:gd name="connsiteX14640" fmla="*/ 2314615 w 4752801"/>
              <a:gd name="connsiteY14640" fmla="*/ 1209580 h 2767298"/>
              <a:gd name="connsiteX14641" fmla="*/ 2315830 w 4752801"/>
              <a:gd name="connsiteY14641" fmla="*/ 1209175 h 2767298"/>
              <a:gd name="connsiteX14642" fmla="*/ 3449305 w 4752801"/>
              <a:gd name="connsiteY14642" fmla="*/ 1208770 h 2767298"/>
              <a:gd name="connsiteX14643" fmla="*/ 3459020 w 4752801"/>
              <a:gd name="connsiteY14643" fmla="*/ 1208770 h 2767298"/>
              <a:gd name="connsiteX14644" fmla="*/ 3460235 w 4752801"/>
              <a:gd name="connsiteY14644" fmla="*/ 1209175 h 2767298"/>
              <a:gd name="connsiteX14645" fmla="*/ 3465093 w 4752801"/>
              <a:gd name="connsiteY14645" fmla="*/ 1217676 h 2767298"/>
              <a:gd name="connsiteX14646" fmla="*/ 3465093 w 4752801"/>
              <a:gd name="connsiteY14646" fmla="*/ 1218890 h 2767298"/>
              <a:gd name="connsiteX14647" fmla="*/ 3460235 w 4752801"/>
              <a:gd name="connsiteY14647" fmla="*/ 1227391 h 2767298"/>
              <a:gd name="connsiteX14648" fmla="*/ 3459020 w 4752801"/>
              <a:gd name="connsiteY14648" fmla="*/ 1227796 h 2767298"/>
              <a:gd name="connsiteX14649" fmla="*/ 3449305 w 4752801"/>
              <a:gd name="connsiteY14649" fmla="*/ 1227796 h 2767298"/>
              <a:gd name="connsiteX14650" fmla="*/ 3448091 w 4752801"/>
              <a:gd name="connsiteY14650" fmla="*/ 1227391 h 2767298"/>
              <a:gd name="connsiteX14651" fmla="*/ 3443233 w 4752801"/>
              <a:gd name="connsiteY14651" fmla="*/ 1218890 h 2767298"/>
              <a:gd name="connsiteX14652" fmla="*/ 3443233 w 4752801"/>
              <a:gd name="connsiteY14652" fmla="*/ 1217676 h 2767298"/>
              <a:gd name="connsiteX14653" fmla="*/ 3448091 w 4752801"/>
              <a:gd name="connsiteY14653" fmla="*/ 1209175 h 2767298"/>
              <a:gd name="connsiteX14654" fmla="*/ 3449305 w 4752801"/>
              <a:gd name="connsiteY14654" fmla="*/ 1208770 h 2767298"/>
              <a:gd name="connsiteX14655" fmla="*/ 3408419 w 4752801"/>
              <a:gd name="connsiteY14655" fmla="*/ 1208770 h 2767298"/>
              <a:gd name="connsiteX14656" fmla="*/ 3418134 w 4752801"/>
              <a:gd name="connsiteY14656" fmla="*/ 1208770 h 2767298"/>
              <a:gd name="connsiteX14657" fmla="*/ 3419349 w 4752801"/>
              <a:gd name="connsiteY14657" fmla="*/ 1209580 h 2767298"/>
              <a:gd name="connsiteX14658" fmla="*/ 3424207 w 4752801"/>
              <a:gd name="connsiteY14658" fmla="*/ 1217676 h 2767298"/>
              <a:gd name="connsiteX14659" fmla="*/ 3424207 w 4752801"/>
              <a:gd name="connsiteY14659" fmla="*/ 1218890 h 2767298"/>
              <a:gd name="connsiteX14660" fmla="*/ 3419349 w 4752801"/>
              <a:gd name="connsiteY14660" fmla="*/ 1226987 h 2767298"/>
              <a:gd name="connsiteX14661" fmla="*/ 3418134 w 4752801"/>
              <a:gd name="connsiteY14661" fmla="*/ 1227391 h 2767298"/>
              <a:gd name="connsiteX14662" fmla="*/ 3408419 w 4752801"/>
              <a:gd name="connsiteY14662" fmla="*/ 1227391 h 2767298"/>
              <a:gd name="connsiteX14663" fmla="*/ 3407205 w 4752801"/>
              <a:gd name="connsiteY14663" fmla="*/ 1226987 h 2767298"/>
              <a:gd name="connsiteX14664" fmla="*/ 3402347 w 4752801"/>
              <a:gd name="connsiteY14664" fmla="*/ 1218890 h 2767298"/>
              <a:gd name="connsiteX14665" fmla="*/ 3402347 w 4752801"/>
              <a:gd name="connsiteY14665" fmla="*/ 1217676 h 2767298"/>
              <a:gd name="connsiteX14666" fmla="*/ 3407205 w 4752801"/>
              <a:gd name="connsiteY14666" fmla="*/ 1209580 h 2767298"/>
              <a:gd name="connsiteX14667" fmla="*/ 3408419 w 4752801"/>
              <a:gd name="connsiteY14667" fmla="*/ 1208770 h 2767298"/>
              <a:gd name="connsiteX14668" fmla="*/ 3368342 w 4752801"/>
              <a:gd name="connsiteY14668" fmla="*/ 1208365 h 2767298"/>
              <a:gd name="connsiteX14669" fmla="*/ 3377653 w 4752801"/>
              <a:gd name="connsiteY14669" fmla="*/ 1208365 h 2767298"/>
              <a:gd name="connsiteX14670" fmla="*/ 3378867 w 4752801"/>
              <a:gd name="connsiteY14670" fmla="*/ 1209175 h 2767298"/>
              <a:gd name="connsiteX14671" fmla="*/ 3383320 w 4752801"/>
              <a:gd name="connsiteY14671" fmla="*/ 1217271 h 2767298"/>
              <a:gd name="connsiteX14672" fmla="*/ 3383320 w 4752801"/>
              <a:gd name="connsiteY14672" fmla="*/ 1218485 h 2767298"/>
              <a:gd name="connsiteX14673" fmla="*/ 3378867 w 4752801"/>
              <a:gd name="connsiteY14673" fmla="*/ 1226582 h 2767298"/>
              <a:gd name="connsiteX14674" fmla="*/ 3377653 w 4752801"/>
              <a:gd name="connsiteY14674" fmla="*/ 1226986 h 2767298"/>
              <a:gd name="connsiteX14675" fmla="*/ 3368342 w 4752801"/>
              <a:gd name="connsiteY14675" fmla="*/ 1226986 h 2767298"/>
              <a:gd name="connsiteX14676" fmla="*/ 3367128 w 4752801"/>
              <a:gd name="connsiteY14676" fmla="*/ 1226582 h 2767298"/>
              <a:gd name="connsiteX14677" fmla="*/ 3362675 w 4752801"/>
              <a:gd name="connsiteY14677" fmla="*/ 1218485 h 2767298"/>
              <a:gd name="connsiteX14678" fmla="*/ 3362675 w 4752801"/>
              <a:gd name="connsiteY14678" fmla="*/ 1217271 h 2767298"/>
              <a:gd name="connsiteX14679" fmla="*/ 3367128 w 4752801"/>
              <a:gd name="connsiteY14679" fmla="*/ 1209175 h 2767298"/>
              <a:gd name="connsiteX14680" fmla="*/ 3368342 w 4752801"/>
              <a:gd name="connsiteY14680" fmla="*/ 1208365 h 2767298"/>
              <a:gd name="connsiteX14681" fmla="*/ 2761124 w 4752801"/>
              <a:gd name="connsiteY14681" fmla="*/ 1207961 h 2767298"/>
              <a:gd name="connsiteX14682" fmla="*/ 2770839 w 4752801"/>
              <a:gd name="connsiteY14682" fmla="*/ 1207961 h 2767298"/>
              <a:gd name="connsiteX14683" fmla="*/ 2772054 w 4752801"/>
              <a:gd name="connsiteY14683" fmla="*/ 1208771 h 2767298"/>
              <a:gd name="connsiteX14684" fmla="*/ 2776912 w 4752801"/>
              <a:gd name="connsiteY14684" fmla="*/ 1217272 h 2767298"/>
              <a:gd name="connsiteX14685" fmla="*/ 2776912 w 4752801"/>
              <a:gd name="connsiteY14685" fmla="*/ 1218486 h 2767298"/>
              <a:gd name="connsiteX14686" fmla="*/ 2772054 w 4752801"/>
              <a:gd name="connsiteY14686" fmla="*/ 1226987 h 2767298"/>
              <a:gd name="connsiteX14687" fmla="*/ 2770839 w 4752801"/>
              <a:gd name="connsiteY14687" fmla="*/ 1227392 h 2767298"/>
              <a:gd name="connsiteX14688" fmla="*/ 2761124 w 4752801"/>
              <a:gd name="connsiteY14688" fmla="*/ 1227392 h 2767298"/>
              <a:gd name="connsiteX14689" fmla="*/ 2759910 w 4752801"/>
              <a:gd name="connsiteY14689" fmla="*/ 1226987 h 2767298"/>
              <a:gd name="connsiteX14690" fmla="*/ 2755052 w 4752801"/>
              <a:gd name="connsiteY14690" fmla="*/ 1218486 h 2767298"/>
              <a:gd name="connsiteX14691" fmla="*/ 2755052 w 4752801"/>
              <a:gd name="connsiteY14691" fmla="*/ 1217272 h 2767298"/>
              <a:gd name="connsiteX14692" fmla="*/ 2759910 w 4752801"/>
              <a:gd name="connsiteY14692" fmla="*/ 1208771 h 2767298"/>
              <a:gd name="connsiteX14693" fmla="*/ 2761124 w 4752801"/>
              <a:gd name="connsiteY14693" fmla="*/ 1207961 h 2767298"/>
              <a:gd name="connsiteX14694" fmla="*/ 3691787 w 4752801"/>
              <a:gd name="connsiteY14694" fmla="*/ 1207556 h 2767298"/>
              <a:gd name="connsiteX14695" fmla="*/ 3701908 w 4752801"/>
              <a:gd name="connsiteY14695" fmla="*/ 1207556 h 2767298"/>
              <a:gd name="connsiteX14696" fmla="*/ 3703122 w 4752801"/>
              <a:gd name="connsiteY14696" fmla="*/ 1208366 h 2767298"/>
              <a:gd name="connsiteX14697" fmla="*/ 3708385 w 4752801"/>
              <a:gd name="connsiteY14697" fmla="*/ 1217271 h 2767298"/>
              <a:gd name="connsiteX14698" fmla="*/ 3708385 w 4752801"/>
              <a:gd name="connsiteY14698" fmla="*/ 1218486 h 2767298"/>
              <a:gd name="connsiteX14699" fmla="*/ 3703122 w 4752801"/>
              <a:gd name="connsiteY14699" fmla="*/ 1227392 h 2767298"/>
              <a:gd name="connsiteX14700" fmla="*/ 3701908 w 4752801"/>
              <a:gd name="connsiteY14700" fmla="*/ 1228201 h 2767298"/>
              <a:gd name="connsiteX14701" fmla="*/ 3691787 w 4752801"/>
              <a:gd name="connsiteY14701" fmla="*/ 1228201 h 2767298"/>
              <a:gd name="connsiteX14702" fmla="*/ 3690573 w 4752801"/>
              <a:gd name="connsiteY14702" fmla="*/ 1227392 h 2767298"/>
              <a:gd name="connsiteX14703" fmla="*/ 3685311 w 4752801"/>
              <a:gd name="connsiteY14703" fmla="*/ 1218486 h 2767298"/>
              <a:gd name="connsiteX14704" fmla="*/ 3685311 w 4752801"/>
              <a:gd name="connsiteY14704" fmla="*/ 1217271 h 2767298"/>
              <a:gd name="connsiteX14705" fmla="*/ 3690573 w 4752801"/>
              <a:gd name="connsiteY14705" fmla="*/ 1208366 h 2767298"/>
              <a:gd name="connsiteX14706" fmla="*/ 3691787 w 4752801"/>
              <a:gd name="connsiteY14706" fmla="*/ 1207556 h 2767298"/>
              <a:gd name="connsiteX14707" fmla="*/ 2719832 w 4752801"/>
              <a:gd name="connsiteY14707" fmla="*/ 1207556 h 2767298"/>
              <a:gd name="connsiteX14708" fmla="*/ 2730762 w 4752801"/>
              <a:gd name="connsiteY14708" fmla="*/ 1207556 h 2767298"/>
              <a:gd name="connsiteX14709" fmla="*/ 2731977 w 4752801"/>
              <a:gd name="connsiteY14709" fmla="*/ 1208366 h 2767298"/>
              <a:gd name="connsiteX14710" fmla="*/ 2737240 w 4752801"/>
              <a:gd name="connsiteY14710" fmla="*/ 1217676 h 2767298"/>
              <a:gd name="connsiteX14711" fmla="*/ 2737240 w 4752801"/>
              <a:gd name="connsiteY14711" fmla="*/ 1218891 h 2767298"/>
              <a:gd name="connsiteX14712" fmla="*/ 2731977 w 4752801"/>
              <a:gd name="connsiteY14712" fmla="*/ 1228201 h 2767298"/>
              <a:gd name="connsiteX14713" fmla="*/ 2730762 w 4752801"/>
              <a:gd name="connsiteY14713" fmla="*/ 1229011 h 2767298"/>
              <a:gd name="connsiteX14714" fmla="*/ 2719832 w 4752801"/>
              <a:gd name="connsiteY14714" fmla="*/ 1229011 h 2767298"/>
              <a:gd name="connsiteX14715" fmla="*/ 2718618 w 4752801"/>
              <a:gd name="connsiteY14715" fmla="*/ 1228201 h 2767298"/>
              <a:gd name="connsiteX14716" fmla="*/ 2713356 w 4752801"/>
              <a:gd name="connsiteY14716" fmla="*/ 1218891 h 2767298"/>
              <a:gd name="connsiteX14717" fmla="*/ 2713356 w 4752801"/>
              <a:gd name="connsiteY14717" fmla="*/ 1217676 h 2767298"/>
              <a:gd name="connsiteX14718" fmla="*/ 2718618 w 4752801"/>
              <a:gd name="connsiteY14718" fmla="*/ 1208366 h 2767298"/>
              <a:gd name="connsiteX14719" fmla="*/ 2719832 w 4752801"/>
              <a:gd name="connsiteY14719" fmla="*/ 1207556 h 2767298"/>
              <a:gd name="connsiteX14720" fmla="*/ 3731460 w 4752801"/>
              <a:gd name="connsiteY14720" fmla="*/ 1207151 h 2767298"/>
              <a:gd name="connsiteX14721" fmla="*/ 3742794 w 4752801"/>
              <a:gd name="connsiteY14721" fmla="*/ 1207151 h 2767298"/>
              <a:gd name="connsiteX14722" fmla="*/ 3744009 w 4752801"/>
              <a:gd name="connsiteY14722" fmla="*/ 1207556 h 2767298"/>
              <a:gd name="connsiteX14723" fmla="*/ 3749676 w 4752801"/>
              <a:gd name="connsiteY14723" fmla="*/ 1217271 h 2767298"/>
              <a:gd name="connsiteX14724" fmla="*/ 3749676 w 4752801"/>
              <a:gd name="connsiteY14724" fmla="*/ 1218486 h 2767298"/>
              <a:gd name="connsiteX14725" fmla="*/ 3744009 w 4752801"/>
              <a:gd name="connsiteY14725" fmla="*/ 1228201 h 2767298"/>
              <a:gd name="connsiteX14726" fmla="*/ 3742794 w 4752801"/>
              <a:gd name="connsiteY14726" fmla="*/ 1228606 h 2767298"/>
              <a:gd name="connsiteX14727" fmla="*/ 3731460 w 4752801"/>
              <a:gd name="connsiteY14727" fmla="*/ 1228606 h 2767298"/>
              <a:gd name="connsiteX14728" fmla="*/ 3730245 w 4752801"/>
              <a:gd name="connsiteY14728" fmla="*/ 1228201 h 2767298"/>
              <a:gd name="connsiteX14729" fmla="*/ 3724578 w 4752801"/>
              <a:gd name="connsiteY14729" fmla="*/ 1218486 h 2767298"/>
              <a:gd name="connsiteX14730" fmla="*/ 3724578 w 4752801"/>
              <a:gd name="connsiteY14730" fmla="*/ 1217271 h 2767298"/>
              <a:gd name="connsiteX14731" fmla="*/ 3730245 w 4752801"/>
              <a:gd name="connsiteY14731" fmla="*/ 1207556 h 2767298"/>
              <a:gd name="connsiteX14732" fmla="*/ 3731460 w 4752801"/>
              <a:gd name="connsiteY14732" fmla="*/ 1207151 h 2767298"/>
              <a:gd name="connsiteX14733" fmla="*/ 3650497 w 4752801"/>
              <a:gd name="connsiteY14733" fmla="*/ 1207151 h 2767298"/>
              <a:gd name="connsiteX14734" fmla="*/ 3661831 w 4752801"/>
              <a:gd name="connsiteY14734" fmla="*/ 1207151 h 2767298"/>
              <a:gd name="connsiteX14735" fmla="*/ 3663046 w 4752801"/>
              <a:gd name="connsiteY14735" fmla="*/ 1207556 h 2767298"/>
              <a:gd name="connsiteX14736" fmla="*/ 3668713 w 4752801"/>
              <a:gd name="connsiteY14736" fmla="*/ 1217271 h 2767298"/>
              <a:gd name="connsiteX14737" fmla="*/ 3668713 w 4752801"/>
              <a:gd name="connsiteY14737" fmla="*/ 1218486 h 2767298"/>
              <a:gd name="connsiteX14738" fmla="*/ 3663046 w 4752801"/>
              <a:gd name="connsiteY14738" fmla="*/ 1228201 h 2767298"/>
              <a:gd name="connsiteX14739" fmla="*/ 3661831 w 4752801"/>
              <a:gd name="connsiteY14739" fmla="*/ 1229011 h 2767298"/>
              <a:gd name="connsiteX14740" fmla="*/ 3650497 w 4752801"/>
              <a:gd name="connsiteY14740" fmla="*/ 1229011 h 2767298"/>
              <a:gd name="connsiteX14741" fmla="*/ 3649282 w 4752801"/>
              <a:gd name="connsiteY14741" fmla="*/ 1228201 h 2767298"/>
              <a:gd name="connsiteX14742" fmla="*/ 3643615 w 4752801"/>
              <a:gd name="connsiteY14742" fmla="*/ 1218486 h 2767298"/>
              <a:gd name="connsiteX14743" fmla="*/ 3643615 w 4752801"/>
              <a:gd name="connsiteY14743" fmla="*/ 1217271 h 2767298"/>
              <a:gd name="connsiteX14744" fmla="*/ 3649282 w 4752801"/>
              <a:gd name="connsiteY14744" fmla="*/ 1207556 h 2767298"/>
              <a:gd name="connsiteX14745" fmla="*/ 3650497 w 4752801"/>
              <a:gd name="connsiteY14745" fmla="*/ 1207151 h 2767298"/>
              <a:gd name="connsiteX14746" fmla="*/ 3488977 w 4752801"/>
              <a:gd name="connsiteY14746" fmla="*/ 1207151 h 2767298"/>
              <a:gd name="connsiteX14747" fmla="*/ 3500311 w 4752801"/>
              <a:gd name="connsiteY14747" fmla="*/ 1207151 h 2767298"/>
              <a:gd name="connsiteX14748" fmla="*/ 3501526 w 4752801"/>
              <a:gd name="connsiteY14748" fmla="*/ 1207961 h 2767298"/>
              <a:gd name="connsiteX14749" fmla="*/ 3507193 w 4752801"/>
              <a:gd name="connsiteY14749" fmla="*/ 1217676 h 2767298"/>
              <a:gd name="connsiteX14750" fmla="*/ 3507193 w 4752801"/>
              <a:gd name="connsiteY14750" fmla="*/ 1218891 h 2767298"/>
              <a:gd name="connsiteX14751" fmla="*/ 3501526 w 4752801"/>
              <a:gd name="connsiteY14751" fmla="*/ 1228606 h 2767298"/>
              <a:gd name="connsiteX14752" fmla="*/ 3500311 w 4752801"/>
              <a:gd name="connsiteY14752" fmla="*/ 1229416 h 2767298"/>
              <a:gd name="connsiteX14753" fmla="*/ 3488977 w 4752801"/>
              <a:gd name="connsiteY14753" fmla="*/ 1229416 h 2767298"/>
              <a:gd name="connsiteX14754" fmla="*/ 3487762 w 4752801"/>
              <a:gd name="connsiteY14754" fmla="*/ 1228606 h 2767298"/>
              <a:gd name="connsiteX14755" fmla="*/ 3482095 w 4752801"/>
              <a:gd name="connsiteY14755" fmla="*/ 1218891 h 2767298"/>
              <a:gd name="connsiteX14756" fmla="*/ 3482095 w 4752801"/>
              <a:gd name="connsiteY14756" fmla="*/ 1217676 h 2767298"/>
              <a:gd name="connsiteX14757" fmla="*/ 3487762 w 4752801"/>
              <a:gd name="connsiteY14757" fmla="*/ 1207961 h 2767298"/>
              <a:gd name="connsiteX14758" fmla="*/ 3488977 w 4752801"/>
              <a:gd name="connsiteY14758" fmla="*/ 1207151 h 2767298"/>
              <a:gd name="connsiteX14759" fmla="*/ 2355096 w 4752801"/>
              <a:gd name="connsiteY14759" fmla="*/ 1206746 h 2767298"/>
              <a:gd name="connsiteX14760" fmla="*/ 2366431 w 4752801"/>
              <a:gd name="connsiteY14760" fmla="*/ 1206746 h 2767298"/>
              <a:gd name="connsiteX14761" fmla="*/ 2367645 w 4752801"/>
              <a:gd name="connsiteY14761" fmla="*/ 1207556 h 2767298"/>
              <a:gd name="connsiteX14762" fmla="*/ 2373313 w 4752801"/>
              <a:gd name="connsiteY14762" fmla="*/ 1217271 h 2767298"/>
              <a:gd name="connsiteX14763" fmla="*/ 2373313 w 4752801"/>
              <a:gd name="connsiteY14763" fmla="*/ 1218486 h 2767298"/>
              <a:gd name="connsiteX14764" fmla="*/ 2367645 w 4752801"/>
              <a:gd name="connsiteY14764" fmla="*/ 1228201 h 2767298"/>
              <a:gd name="connsiteX14765" fmla="*/ 2366431 w 4752801"/>
              <a:gd name="connsiteY14765" fmla="*/ 1229011 h 2767298"/>
              <a:gd name="connsiteX14766" fmla="*/ 2355096 w 4752801"/>
              <a:gd name="connsiteY14766" fmla="*/ 1229011 h 2767298"/>
              <a:gd name="connsiteX14767" fmla="*/ 2353882 w 4752801"/>
              <a:gd name="connsiteY14767" fmla="*/ 1228201 h 2767298"/>
              <a:gd name="connsiteX14768" fmla="*/ 2348215 w 4752801"/>
              <a:gd name="connsiteY14768" fmla="*/ 1218486 h 2767298"/>
              <a:gd name="connsiteX14769" fmla="*/ 2348215 w 4752801"/>
              <a:gd name="connsiteY14769" fmla="*/ 1217271 h 2767298"/>
              <a:gd name="connsiteX14770" fmla="*/ 2353882 w 4752801"/>
              <a:gd name="connsiteY14770" fmla="*/ 1207556 h 2767298"/>
              <a:gd name="connsiteX14771" fmla="*/ 2355096 w 4752801"/>
              <a:gd name="connsiteY14771" fmla="*/ 1206746 h 2767298"/>
              <a:gd name="connsiteX14772" fmla="*/ 2395173 w 4752801"/>
              <a:gd name="connsiteY14772" fmla="*/ 1206341 h 2767298"/>
              <a:gd name="connsiteX14773" fmla="*/ 2407722 w 4752801"/>
              <a:gd name="connsiteY14773" fmla="*/ 1206341 h 2767298"/>
              <a:gd name="connsiteX14774" fmla="*/ 2408937 w 4752801"/>
              <a:gd name="connsiteY14774" fmla="*/ 1206746 h 2767298"/>
              <a:gd name="connsiteX14775" fmla="*/ 2415414 w 4752801"/>
              <a:gd name="connsiteY14775" fmla="*/ 1217676 h 2767298"/>
              <a:gd name="connsiteX14776" fmla="*/ 2415414 w 4752801"/>
              <a:gd name="connsiteY14776" fmla="*/ 1218890 h 2767298"/>
              <a:gd name="connsiteX14777" fmla="*/ 2408937 w 4752801"/>
              <a:gd name="connsiteY14777" fmla="*/ 1229820 h 2767298"/>
              <a:gd name="connsiteX14778" fmla="*/ 2407722 w 4752801"/>
              <a:gd name="connsiteY14778" fmla="*/ 1230630 h 2767298"/>
              <a:gd name="connsiteX14779" fmla="*/ 2395173 w 4752801"/>
              <a:gd name="connsiteY14779" fmla="*/ 1230630 h 2767298"/>
              <a:gd name="connsiteX14780" fmla="*/ 2393959 w 4752801"/>
              <a:gd name="connsiteY14780" fmla="*/ 1229820 h 2767298"/>
              <a:gd name="connsiteX14781" fmla="*/ 2387482 w 4752801"/>
              <a:gd name="connsiteY14781" fmla="*/ 1218890 h 2767298"/>
              <a:gd name="connsiteX14782" fmla="*/ 2387482 w 4752801"/>
              <a:gd name="connsiteY14782" fmla="*/ 1217676 h 2767298"/>
              <a:gd name="connsiteX14783" fmla="*/ 2393959 w 4752801"/>
              <a:gd name="connsiteY14783" fmla="*/ 1206746 h 2767298"/>
              <a:gd name="connsiteX14784" fmla="*/ 2395173 w 4752801"/>
              <a:gd name="connsiteY14784" fmla="*/ 1206341 h 2767298"/>
              <a:gd name="connsiteX14785" fmla="*/ 3528648 w 4752801"/>
              <a:gd name="connsiteY14785" fmla="*/ 1205936 h 2767298"/>
              <a:gd name="connsiteX14786" fmla="*/ 3541197 w 4752801"/>
              <a:gd name="connsiteY14786" fmla="*/ 1205936 h 2767298"/>
              <a:gd name="connsiteX14787" fmla="*/ 3542412 w 4752801"/>
              <a:gd name="connsiteY14787" fmla="*/ 1206341 h 2767298"/>
              <a:gd name="connsiteX14788" fmla="*/ 3548484 w 4752801"/>
              <a:gd name="connsiteY14788" fmla="*/ 1217271 h 2767298"/>
              <a:gd name="connsiteX14789" fmla="*/ 3548484 w 4752801"/>
              <a:gd name="connsiteY14789" fmla="*/ 1218485 h 2767298"/>
              <a:gd name="connsiteX14790" fmla="*/ 3542412 w 4752801"/>
              <a:gd name="connsiteY14790" fmla="*/ 1229415 h 2767298"/>
              <a:gd name="connsiteX14791" fmla="*/ 3541197 w 4752801"/>
              <a:gd name="connsiteY14791" fmla="*/ 1230225 h 2767298"/>
              <a:gd name="connsiteX14792" fmla="*/ 3528648 w 4752801"/>
              <a:gd name="connsiteY14792" fmla="*/ 1230225 h 2767298"/>
              <a:gd name="connsiteX14793" fmla="*/ 3527434 w 4752801"/>
              <a:gd name="connsiteY14793" fmla="*/ 1229415 h 2767298"/>
              <a:gd name="connsiteX14794" fmla="*/ 3521362 w 4752801"/>
              <a:gd name="connsiteY14794" fmla="*/ 1218485 h 2767298"/>
              <a:gd name="connsiteX14795" fmla="*/ 3521362 w 4752801"/>
              <a:gd name="connsiteY14795" fmla="*/ 1217271 h 2767298"/>
              <a:gd name="connsiteX14796" fmla="*/ 3527434 w 4752801"/>
              <a:gd name="connsiteY14796" fmla="*/ 1206341 h 2767298"/>
              <a:gd name="connsiteX14797" fmla="*/ 3528648 w 4752801"/>
              <a:gd name="connsiteY14797" fmla="*/ 1205936 h 2767298"/>
              <a:gd name="connsiteX14798" fmla="*/ 3771536 w 4752801"/>
              <a:gd name="connsiteY14798" fmla="*/ 1205532 h 2767298"/>
              <a:gd name="connsiteX14799" fmla="*/ 3784490 w 4752801"/>
              <a:gd name="connsiteY14799" fmla="*/ 1205532 h 2767298"/>
              <a:gd name="connsiteX14800" fmla="*/ 3785705 w 4752801"/>
              <a:gd name="connsiteY14800" fmla="*/ 1206342 h 2767298"/>
              <a:gd name="connsiteX14801" fmla="*/ 3792181 w 4752801"/>
              <a:gd name="connsiteY14801" fmla="*/ 1217676 h 2767298"/>
              <a:gd name="connsiteX14802" fmla="*/ 3792181 w 4752801"/>
              <a:gd name="connsiteY14802" fmla="*/ 1218891 h 2767298"/>
              <a:gd name="connsiteX14803" fmla="*/ 3785705 w 4752801"/>
              <a:gd name="connsiteY14803" fmla="*/ 1230226 h 2767298"/>
              <a:gd name="connsiteX14804" fmla="*/ 3784490 w 4752801"/>
              <a:gd name="connsiteY14804" fmla="*/ 1231035 h 2767298"/>
              <a:gd name="connsiteX14805" fmla="*/ 3771536 w 4752801"/>
              <a:gd name="connsiteY14805" fmla="*/ 1231035 h 2767298"/>
              <a:gd name="connsiteX14806" fmla="*/ 3770321 w 4752801"/>
              <a:gd name="connsiteY14806" fmla="*/ 1230226 h 2767298"/>
              <a:gd name="connsiteX14807" fmla="*/ 3763845 w 4752801"/>
              <a:gd name="connsiteY14807" fmla="*/ 1218891 h 2767298"/>
              <a:gd name="connsiteX14808" fmla="*/ 3763845 w 4752801"/>
              <a:gd name="connsiteY14808" fmla="*/ 1217676 h 2767298"/>
              <a:gd name="connsiteX14809" fmla="*/ 3770321 w 4752801"/>
              <a:gd name="connsiteY14809" fmla="*/ 1206342 h 2767298"/>
              <a:gd name="connsiteX14810" fmla="*/ 3771536 w 4752801"/>
              <a:gd name="connsiteY14810" fmla="*/ 1205532 h 2767298"/>
              <a:gd name="connsiteX14811" fmla="*/ 2434845 w 4752801"/>
              <a:gd name="connsiteY14811" fmla="*/ 1204722 h 2767298"/>
              <a:gd name="connsiteX14812" fmla="*/ 2449013 w 4752801"/>
              <a:gd name="connsiteY14812" fmla="*/ 1204722 h 2767298"/>
              <a:gd name="connsiteX14813" fmla="*/ 2450228 w 4752801"/>
              <a:gd name="connsiteY14813" fmla="*/ 1205127 h 2767298"/>
              <a:gd name="connsiteX14814" fmla="*/ 2457110 w 4752801"/>
              <a:gd name="connsiteY14814" fmla="*/ 1217271 h 2767298"/>
              <a:gd name="connsiteX14815" fmla="*/ 2457110 w 4752801"/>
              <a:gd name="connsiteY14815" fmla="*/ 1218486 h 2767298"/>
              <a:gd name="connsiteX14816" fmla="*/ 2450228 w 4752801"/>
              <a:gd name="connsiteY14816" fmla="*/ 1230630 h 2767298"/>
              <a:gd name="connsiteX14817" fmla="*/ 2449013 w 4752801"/>
              <a:gd name="connsiteY14817" fmla="*/ 1231035 h 2767298"/>
              <a:gd name="connsiteX14818" fmla="*/ 2434845 w 4752801"/>
              <a:gd name="connsiteY14818" fmla="*/ 1231035 h 2767298"/>
              <a:gd name="connsiteX14819" fmla="*/ 2433630 w 4752801"/>
              <a:gd name="connsiteY14819" fmla="*/ 1230630 h 2767298"/>
              <a:gd name="connsiteX14820" fmla="*/ 2426749 w 4752801"/>
              <a:gd name="connsiteY14820" fmla="*/ 1218486 h 2767298"/>
              <a:gd name="connsiteX14821" fmla="*/ 2426749 w 4752801"/>
              <a:gd name="connsiteY14821" fmla="*/ 1217271 h 2767298"/>
              <a:gd name="connsiteX14822" fmla="*/ 2433630 w 4752801"/>
              <a:gd name="connsiteY14822" fmla="*/ 1205127 h 2767298"/>
              <a:gd name="connsiteX14823" fmla="*/ 2434845 w 4752801"/>
              <a:gd name="connsiteY14823" fmla="*/ 1204722 h 2767298"/>
              <a:gd name="connsiteX14824" fmla="*/ 3608800 w 4752801"/>
              <a:gd name="connsiteY14824" fmla="*/ 1203912 h 2767298"/>
              <a:gd name="connsiteX14825" fmla="*/ 3622969 w 4752801"/>
              <a:gd name="connsiteY14825" fmla="*/ 1203912 h 2767298"/>
              <a:gd name="connsiteX14826" fmla="*/ 3624184 w 4752801"/>
              <a:gd name="connsiteY14826" fmla="*/ 1204722 h 2767298"/>
              <a:gd name="connsiteX14827" fmla="*/ 3631470 w 4752801"/>
              <a:gd name="connsiteY14827" fmla="*/ 1217271 h 2767298"/>
              <a:gd name="connsiteX14828" fmla="*/ 3631470 w 4752801"/>
              <a:gd name="connsiteY14828" fmla="*/ 1218485 h 2767298"/>
              <a:gd name="connsiteX14829" fmla="*/ 3624184 w 4752801"/>
              <a:gd name="connsiteY14829" fmla="*/ 1231034 h 2767298"/>
              <a:gd name="connsiteX14830" fmla="*/ 3622969 w 4752801"/>
              <a:gd name="connsiteY14830" fmla="*/ 1231844 h 2767298"/>
              <a:gd name="connsiteX14831" fmla="*/ 3608800 w 4752801"/>
              <a:gd name="connsiteY14831" fmla="*/ 1231844 h 2767298"/>
              <a:gd name="connsiteX14832" fmla="*/ 3607586 w 4752801"/>
              <a:gd name="connsiteY14832" fmla="*/ 1231034 h 2767298"/>
              <a:gd name="connsiteX14833" fmla="*/ 3600300 w 4752801"/>
              <a:gd name="connsiteY14833" fmla="*/ 1218485 h 2767298"/>
              <a:gd name="connsiteX14834" fmla="*/ 3600300 w 4752801"/>
              <a:gd name="connsiteY14834" fmla="*/ 1217271 h 2767298"/>
              <a:gd name="connsiteX14835" fmla="*/ 3607586 w 4752801"/>
              <a:gd name="connsiteY14835" fmla="*/ 1204722 h 2767298"/>
              <a:gd name="connsiteX14836" fmla="*/ 3608800 w 4752801"/>
              <a:gd name="connsiteY14836" fmla="*/ 1203912 h 2767298"/>
              <a:gd name="connsiteX14837" fmla="*/ 3567915 w 4752801"/>
              <a:gd name="connsiteY14837" fmla="*/ 1203912 h 2767298"/>
              <a:gd name="connsiteX14838" fmla="*/ 3583298 w 4752801"/>
              <a:gd name="connsiteY14838" fmla="*/ 1203912 h 2767298"/>
              <a:gd name="connsiteX14839" fmla="*/ 3584512 w 4752801"/>
              <a:gd name="connsiteY14839" fmla="*/ 1204317 h 2767298"/>
              <a:gd name="connsiteX14840" fmla="*/ 3592203 w 4752801"/>
              <a:gd name="connsiteY14840" fmla="*/ 1217676 h 2767298"/>
              <a:gd name="connsiteX14841" fmla="*/ 3592203 w 4752801"/>
              <a:gd name="connsiteY14841" fmla="*/ 1218890 h 2767298"/>
              <a:gd name="connsiteX14842" fmla="*/ 3584512 w 4752801"/>
              <a:gd name="connsiteY14842" fmla="*/ 1232249 h 2767298"/>
              <a:gd name="connsiteX14843" fmla="*/ 3583298 w 4752801"/>
              <a:gd name="connsiteY14843" fmla="*/ 1232654 h 2767298"/>
              <a:gd name="connsiteX14844" fmla="*/ 3567915 w 4752801"/>
              <a:gd name="connsiteY14844" fmla="*/ 1232654 h 2767298"/>
              <a:gd name="connsiteX14845" fmla="*/ 3566700 w 4752801"/>
              <a:gd name="connsiteY14845" fmla="*/ 1232249 h 2767298"/>
              <a:gd name="connsiteX14846" fmla="*/ 3559009 w 4752801"/>
              <a:gd name="connsiteY14846" fmla="*/ 1218890 h 2767298"/>
              <a:gd name="connsiteX14847" fmla="*/ 3559009 w 4752801"/>
              <a:gd name="connsiteY14847" fmla="*/ 1217676 h 2767298"/>
              <a:gd name="connsiteX14848" fmla="*/ 3566700 w 4752801"/>
              <a:gd name="connsiteY14848" fmla="*/ 1204317 h 2767298"/>
              <a:gd name="connsiteX14849" fmla="*/ 3567915 w 4752801"/>
              <a:gd name="connsiteY14849" fmla="*/ 1203912 h 2767298"/>
              <a:gd name="connsiteX14850" fmla="*/ 2636441 w 4752801"/>
              <a:gd name="connsiteY14850" fmla="*/ 1202698 h 2767298"/>
              <a:gd name="connsiteX14851" fmla="*/ 2652634 w 4752801"/>
              <a:gd name="connsiteY14851" fmla="*/ 1202698 h 2767298"/>
              <a:gd name="connsiteX14852" fmla="*/ 2653848 w 4752801"/>
              <a:gd name="connsiteY14852" fmla="*/ 1203508 h 2767298"/>
              <a:gd name="connsiteX14853" fmla="*/ 2661944 w 4752801"/>
              <a:gd name="connsiteY14853" fmla="*/ 1217676 h 2767298"/>
              <a:gd name="connsiteX14854" fmla="*/ 2661944 w 4752801"/>
              <a:gd name="connsiteY14854" fmla="*/ 1218891 h 2767298"/>
              <a:gd name="connsiteX14855" fmla="*/ 2653848 w 4752801"/>
              <a:gd name="connsiteY14855" fmla="*/ 1233059 h 2767298"/>
              <a:gd name="connsiteX14856" fmla="*/ 2652634 w 4752801"/>
              <a:gd name="connsiteY14856" fmla="*/ 1233869 h 2767298"/>
              <a:gd name="connsiteX14857" fmla="*/ 2636441 w 4752801"/>
              <a:gd name="connsiteY14857" fmla="*/ 1233869 h 2767298"/>
              <a:gd name="connsiteX14858" fmla="*/ 2635227 w 4752801"/>
              <a:gd name="connsiteY14858" fmla="*/ 1233059 h 2767298"/>
              <a:gd name="connsiteX14859" fmla="*/ 2627131 w 4752801"/>
              <a:gd name="connsiteY14859" fmla="*/ 1218891 h 2767298"/>
              <a:gd name="connsiteX14860" fmla="*/ 2627131 w 4752801"/>
              <a:gd name="connsiteY14860" fmla="*/ 1217676 h 2767298"/>
              <a:gd name="connsiteX14861" fmla="*/ 2635227 w 4752801"/>
              <a:gd name="connsiteY14861" fmla="*/ 1203508 h 2767298"/>
              <a:gd name="connsiteX14862" fmla="*/ 2636441 w 4752801"/>
              <a:gd name="connsiteY14862" fmla="*/ 1202698 h 2767298"/>
              <a:gd name="connsiteX14863" fmla="*/ 2595555 w 4752801"/>
              <a:gd name="connsiteY14863" fmla="*/ 1202293 h 2767298"/>
              <a:gd name="connsiteX14864" fmla="*/ 2612557 w 4752801"/>
              <a:gd name="connsiteY14864" fmla="*/ 1202293 h 2767298"/>
              <a:gd name="connsiteX14865" fmla="*/ 2613772 w 4752801"/>
              <a:gd name="connsiteY14865" fmla="*/ 1203103 h 2767298"/>
              <a:gd name="connsiteX14866" fmla="*/ 2622273 w 4752801"/>
              <a:gd name="connsiteY14866" fmla="*/ 1217676 h 2767298"/>
              <a:gd name="connsiteX14867" fmla="*/ 2622273 w 4752801"/>
              <a:gd name="connsiteY14867" fmla="*/ 1218890 h 2767298"/>
              <a:gd name="connsiteX14868" fmla="*/ 2613772 w 4752801"/>
              <a:gd name="connsiteY14868" fmla="*/ 1233463 h 2767298"/>
              <a:gd name="connsiteX14869" fmla="*/ 2612557 w 4752801"/>
              <a:gd name="connsiteY14869" fmla="*/ 1233868 h 2767298"/>
              <a:gd name="connsiteX14870" fmla="*/ 2595555 w 4752801"/>
              <a:gd name="connsiteY14870" fmla="*/ 1233868 h 2767298"/>
              <a:gd name="connsiteX14871" fmla="*/ 2594341 w 4752801"/>
              <a:gd name="connsiteY14871" fmla="*/ 1233463 h 2767298"/>
              <a:gd name="connsiteX14872" fmla="*/ 2585840 w 4752801"/>
              <a:gd name="connsiteY14872" fmla="*/ 1218890 h 2767298"/>
              <a:gd name="connsiteX14873" fmla="*/ 2585840 w 4752801"/>
              <a:gd name="connsiteY14873" fmla="*/ 1217676 h 2767298"/>
              <a:gd name="connsiteX14874" fmla="*/ 2594341 w 4752801"/>
              <a:gd name="connsiteY14874" fmla="*/ 1203103 h 2767298"/>
              <a:gd name="connsiteX14875" fmla="*/ 2595555 w 4752801"/>
              <a:gd name="connsiteY14875" fmla="*/ 1202293 h 2767298"/>
              <a:gd name="connsiteX14876" fmla="*/ 2555074 w 4752801"/>
              <a:gd name="connsiteY14876" fmla="*/ 1202293 h 2767298"/>
              <a:gd name="connsiteX14877" fmla="*/ 2572076 w 4752801"/>
              <a:gd name="connsiteY14877" fmla="*/ 1202293 h 2767298"/>
              <a:gd name="connsiteX14878" fmla="*/ 2573291 w 4752801"/>
              <a:gd name="connsiteY14878" fmla="*/ 1203103 h 2767298"/>
              <a:gd name="connsiteX14879" fmla="*/ 2581792 w 4752801"/>
              <a:gd name="connsiteY14879" fmla="*/ 1217676 h 2767298"/>
              <a:gd name="connsiteX14880" fmla="*/ 2581792 w 4752801"/>
              <a:gd name="connsiteY14880" fmla="*/ 1218890 h 2767298"/>
              <a:gd name="connsiteX14881" fmla="*/ 2573291 w 4752801"/>
              <a:gd name="connsiteY14881" fmla="*/ 1233463 h 2767298"/>
              <a:gd name="connsiteX14882" fmla="*/ 2572076 w 4752801"/>
              <a:gd name="connsiteY14882" fmla="*/ 1233868 h 2767298"/>
              <a:gd name="connsiteX14883" fmla="*/ 2555074 w 4752801"/>
              <a:gd name="connsiteY14883" fmla="*/ 1233868 h 2767298"/>
              <a:gd name="connsiteX14884" fmla="*/ 2553860 w 4752801"/>
              <a:gd name="connsiteY14884" fmla="*/ 1233463 h 2767298"/>
              <a:gd name="connsiteX14885" fmla="*/ 2545359 w 4752801"/>
              <a:gd name="connsiteY14885" fmla="*/ 1218890 h 2767298"/>
              <a:gd name="connsiteX14886" fmla="*/ 2545359 w 4752801"/>
              <a:gd name="connsiteY14886" fmla="*/ 1217676 h 2767298"/>
              <a:gd name="connsiteX14887" fmla="*/ 2553860 w 4752801"/>
              <a:gd name="connsiteY14887" fmla="*/ 1203103 h 2767298"/>
              <a:gd name="connsiteX14888" fmla="*/ 2555074 w 4752801"/>
              <a:gd name="connsiteY14888" fmla="*/ 1202293 h 2767298"/>
              <a:gd name="connsiteX14889" fmla="*/ 2474111 w 4752801"/>
              <a:gd name="connsiteY14889" fmla="*/ 1201888 h 2767298"/>
              <a:gd name="connsiteX14890" fmla="*/ 2490709 w 4752801"/>
              <a:gd name="connsiteY14890" fmla="*/ 1201888 h 2767298"/>
              <a:gd name="connsiteX14891" fmla="*/ 2491923 w 4752801"/>
              <a:gd name="connsiteY14891" fmla="*/ 1202698 h 2767298"/>
              <a:gd name="connsiteX14892" fmla="*/ 2500424 w 4752801"/>
              <a:gd name="connsiteY14892" fmla="*/ 1217271 h 2767298"/>
              <a:gd name="connsiteX14893" fmla="*/ 2500424 w 4752801"/>
              <a:gd name="connsiteY14893" fmla="*/ 1218485 h 2767298"/>
              <a:gd name="connsiteX14894" fmla="*/ 2491923 w 4752801"/>
              <a:gd name="connsiteY14894" fmla="*/ 1233058 h 2767298"/>
              <a:gd name="connsiteX14895" fmla="*/ 2490709 w 4752801"/>
              <a:gd name="connsiteY14895" fmla="*/ 1233463 h 2767298"/>
              <a:gd name="connsiteX14896" fmla="*/ 2474111 w 4752801"/>
              <a:gd name="connsiteY14896" fmla="*/ 1233463 h 2767298"/>
              <a:gd name="connsiteX14897" fmla="*/ 2472897 w 4752801"/>
              <a:gd name="connsiteY14897" fmla="*/ 1233058 h 2767298"/>
              <a:gd name="connsiteX14898" fmla="*/ 2464396 w 4752801"/>
              <a:gd name="connsiteY14898" fmla="*/ 1218485 h 2767298"/>
              <a:gd name="connsiteX14899" fmla="*/ 2464396 w 4752801"/>
              <a:gd name="connsiteY14899" fmla="*/ 1217271 h 2767298"/>
              <a:gd name="connsiteX14900" fmla="*/ 2472897 w 4752801"/>
              <a:gd name="connsiteY14900" fmla="*/ 1202698 h 2767298"/>
              <a:gd name="connsiteX14901" fmla="*/ 2474111 w 4752801"/>
              <a:gd name="connsiteY14901" fmla="*/ 1201888 h 2767298"/>
              <a:gd name="connsiteX14902" fmla="*/ 2514593 w 4752801"/>
              <a:gd name="connsiteY14902" fmla="*/ 1201484 h 2767298"/>
              <a:gd name="connsiteX14903" fmla="*/ 2531595 w 4752801"/>
              <a:gd name="connsiteY14903" fmla="*/ 1201484 h 2767298"/>
              <a:gd name="connsiteX14904" fmla="*/ 2532810 w 4752801"/>
              <a:gd name="connsiteY14904" fmla="*/ 1202294 h 2767298"/>
              <a:gd name="connsiteX14905" fmla="*/ 2541311 w 4752801"/>
              <a:gd name="connsiteY14905" fmla="*/ 1217272 h 2767298"/>
              <a:gd name="connsiteX14906" fmla="*/ 2541311 w 4752801"/>
              <a:gd name="connsiteY14906" fmla="*/ 1218486 h 2767298"/>
              <a:gd name="connsiteX14907" fmla="*/ 2532810 w 4752801"/>
              <a:gd name="connsiteY14907" fmla="*/ 1233464 h 2767298"/>
              <a:gd name="connsiteX14908" fmla="*/ 2531595 w 4752801"/>
              <a:gd name="connsiteY14908" fmla="*/ 1234274 h 2767298"/>
              <a:gd name="connsiteX14909" fmla="*/ 2514593 w 4752801"/>
              <a:gd name="connsiteY14909" fmla="*/ 1234274 h 2767298"/>
              <a:gd name="connsiteX14910" fmla="*/ 2513379 w 4752801"/>
              <a:gd name="connsiteY14910" fmla="*/ 1233464 h 2767298"/>
              <a:gd name="connsiteX14911" fmla="*/ 2504878 w 4752801"/>
              <a:gd name="connsiteY14911" fmla="*/ 1218486 h 2767298"/>
              <a:gd name="connsiteX14912" fmla="*/ 2504878 w 4752801"/>
              <a:gd name="connsiteY14912" fmla="*/ 1217272 h 2767298"/>
              <a:gd name="connsiteX14913" fmla="*/ 2513379 w 4752801"/>
              <a:gd name="connsiteY14913" fmla="*/ 1202294 h 2767298"/>
              <a:gd name="connsiteX14914" fmla="*/ 2514593 w 4752801"/>
              <a:gd name="connsiteY14914" fmla="*/ 1201484 h 2767298"/>
              <a:gd name="connsiteX14915" fmla="*/ 3048540 w 4752801"/>
              <a:gd name="connsiteY14915" fmla="*/ 1175576 h 2767298"/>
              <a:gd name="connsiteX14916" fmla="*/ 3050564 w 4752801"/>
              <a:gd name="connsiteY14916" fmla="*/ 1175576 h 2767298"/>
              <a:gd name="connsiteX14917" fmla="*/ 3051779 w 4752801"/>
              <a:gd name="connsiteY14917" fmla="*/ 1177600 h 2767298"/>
              <a:gd name="connsiteX14918" fmla="*/ 3050564 w 4752801"/>
              <a:gd name="connsiteY14918" fmla="*/ 1179624 h 2767298"/>
              <a:gd name="connsiteX14919" fmla="*/ 3048540 w 4752801"/>
              <a:gd name="connsiteY14919" fmla="*/ 1179624 h 2767298"/>
              <a:gd name="connsiteX14920" fmla="*/ 3047326 w 4752801"/>
              <a:gd name="connsiteY14920" fmla="*/ 1177600 h 2767298"/>
              <a:gd name="connsiteX14921" fmla="*/ 3209656 w 4752801"/>
              <a:gd name="connsiteY14921" fmla="*/ 1175171 h 2767298"/>
              <a:gd name="connsiteX14922" fmla="*/ 3212489 w 4752801"/>
              <a:gd name="connsiteY14922" fmla="*/ 1175171 h 2767298"/>
              <a:gd name="connsiteX14923" fmla="*/ 3213704 w 4752801"/>
              <a:gd name="connsiteY14923" fmla="*/ 1177600 h 2767298"/>
              <a:gd name="connsiteX14924" fmla="*/ 3212489 w 4752801"/>
              <a:gd name="connsiteY14924" fmla="*/ 1180029 h 2767298"/>
              <a:gd name="connsiteX14925" fmla="*/ 3209656 w 4752801"/>
              <a:gd name="connsiteY14925" fmla="*/ 1180029 h 2767298"/>
              <a:gd name="connsiteX14926" fmla="*/ 3208441 w 4752801"/>
              <a:gd name="connsiteY14926" fmla="*/ 1177600 h 2767298"/>
              <a:gd name="connsiteX14927" fmla="*/ 3169175 w 4752801"/>
              <a:gd name="connsiteY14927" fmla="*/ 1175171 h 2767298"/>
              <a:gd name="connsiteX14928" fmla="*/ 3172008 w 4752801"/>
              <a:gd name="connsiteY14928" fmla="*/ 1175171 h 2767298"/>
              <a:gd name="connsiteX14929" fmla="*/ 3173223 w 4752801"/>
              <a:gd name="connsiteY14929" fmla="*/ 1177600 h 2767298"/>
              <a:gd name="connsiteX14930" fmla="*/ 3172008 w 4752801"/>
              <a:gd name="connsiteY14930" fmla="*/ 1180029 h 2767298"/>
              <a:gd name="connsiteX14931" fmla="*/ 3169175 w 4752801"/>
              <a:gd name="connsiteY14931" fmla="*/ 1180029 h 2767298"/>
              <a:gd name="connsiteX14932" fmla="*/ 3167960 w 4752801"/>
              <a:gd name="connsiteY14932" fmla="*/ 1177600 h 2767298"/>
              <a:gd name="connsiteX14933" fmla="*/ 3128694 w 4752801"/>
              <a:gd name="connsiteY14933" fmla="*/ 1175171 h 2767298"/>
              <a:gd name="connsiteX14934" fmla="*/ 3131527 w 4752801"/>
              <a:gd name="connsiteY14934" fmla="*/ 1175171 h 2767298"/>
              <a:gd name="connsiteX14935" fmla="*/ 3132742 w 4752801"/>
              <a:gd name="connsiteY14935" fmla="*/ 1177600 h 2767298"/>
              <a:gd name="connsiteX14936" fmla="*/ 3131527 w 4752801"/>
              <a:gd name="connsiteY14936" fmla="*/ 1180029 h 2767298"/>
              <a:gd name="connsiteX14937" fmla="*/ 3128694 w 4752801"/>
              <a:gd name="connsiteY14937" fmla="*/ 1180029 h 2767298"/>
              <a:gd name="connsiteX14938" fmla="*/ 3127479 w 4752801"/>
              <a:gd name="connsiteY14938" fmla="*/ 1177600 h 2767298"/>
              <a:gd name="connsiteX14939" fmla="*/ 3088212 w 4752801"/>
              <a:gd name="connsiteY14939" fmla="*/ 1175171 h 2767298"/>
              <a:gd name="connsiteX14940" fmla="*/ 3091045 w 4752801"/>
              <a:gd name="connsiteY14940" fmla="*/ 1175171 h 2767298"/>
              <a:gd name="connsiteX14941" fmla="*/ 3092260 w 4752801"/>
              <a:gd name="connsiteY14941" fmla="*/ 1177600 h 2767298"/>
              <a:gd name="connsiteX14942" fmla="*/ 3091045 w 4752801"/>
              <a:gd name="connsiteY14942" fmla="*/ 1180029 h 2767298"/>
              <a:gd name="connsiteX14943" fmla="*/ 3088212 w 4752801"/>
              <a:gd name="connsiteY14943" fmla="*/ 1180029 h 2767298"/>
              <a:gd name="connsiteX14944" fmla="*/ 3086997 w 4752801"/>
              <a:gd name="connsiteY14944" fmla="*/ 1177600 h 2767298"/>
              <a:gd name="connsiteX14945" fmla="*/ 3249732 w 4752801"/>
              <a:gd name="connsiteY14945" fmla="*/ 1174361 h 2767298"/>
              <a:gd name="connsiteX14946" fmla="*/ 3253780 w 4752801"/>
              <a:gd name="connsiteY14946" fmla="*/ 1174361 h 2767298"/>
              <a:gd name="connsiteX14947" fmla="*/ 3255804 w 4752801"/>
              <a:gd name="connsiteY14947" fmla="*/ 1177600 h 2767298"/>
              <a:gd name="connsiteX14948" fmla="*/ 3253780 w 4752801"/>
              <a:gd name="connsiteY14948" fmla="*/ 1180838 h 2767298"/>
              <a:gd name="connsiteX14949" fmla="*/ 3249732 w 4752801"/>
              <a:gd name="connsiteY14949" fmla="*/ 1180838 h 2767298"/>
              <a:gd name="connsiteX14950" fmla="*/ 3247708 w 4752801"/>
              <a:gd name="connsiteY14950" fmla="*/ 1177600 h 2767298"/>
              <a:gd name="connsiteX14951" fmla="*/ 3006844 w 4752801"/>
              <a:gd name="connsiteY14951" fmla="*/ 1174361 h 2767298"/>
              <a:gd name="connsiteX14952" fmla="*/ 3010488 w 4752801"/>
              <a:gd name="connsiteY14952" fmla="*/ 1174361 h 2767298"/>
              <a:gd name="connsiteX14953" fmla="*/ 3012107 w 4752801"/>
              <a:gd name="connsiteY14953" fmla="*/ 1177600 h 2767298"/>
              <a:gd name="connsiteX14954" fmla="*/ 3010488 w 4752801"/>
              <a:gd name="connsiteY14954" fmla="*/ 1180838 h 2767298"/>
              <a:gd name="connsiteX14955" fmla="*/ 3006844 w 4752801"/>
              <a:gd name="connsiteY14955" fmla="*/ 1180838 h 2767298"/>
              <a:gd name="connsiteX14956" fmla="*/ 3005225 w 4752801"/>
              <a:gd name="connsiteY14956" fmla="*/ 1177600 h 2767298"/>
              <a:gd name="connsiteX14957" fmla="*/ 2965959 w 4752801"/>
              <a:gd name="connsiteY14957" fmla="*/ 1173956 h 2767298"/>
              <a:gd name="connsiteX14958" fmla="*/ 2970412 w 4752801"/>
              <a:gd name="connsiteY14958" fmla="*/ 1173956 h 2767298"/>
              <a:gd name="connsiteX14959" fmla="*/ 2972436 w 4752801"/>
              <a:gd name="connsiteY14959" fmla="*/ 1177599 h 2767298"/>
              <a:gd name="connsiteX14960" fmla="*/ 2970412 w 4752801"/>
              <a:gd name="connsiteY14960" fmla="*/ 1181243 h 2767298"/>
              <a:gd name="connsiteX14961" fmla="*/ 2965959 w 4752801"/>
              <a:gd name="connsiteY14961" fmla="*/ 1181243 h 2767298"/>
              <a:gd name="connsiteX14962" fmla="*/ 2963935 w 4752801"/>
              <a:gd name="connsiteY14962" fmla="*/ 1177599 h 2767298"/>
              <a:gd name="connsiteX14963" fmla="*/ 2925478 w 4752801"/>
              <a:gd name="connsiteY14963" fmla="*/ 1173956 h 2767298"/>
              <a:gd name="connsiteX14964" fmla="*/ 2929931 w 4752801"/>
              <a:gd name="connsiteY14964" fmla="*/ 1173956 h 2767298"/>
              <a:gd name="connsiteX14965" fmla="*/ 2931955 w 4752801"/>
              <a:gd name="connsiteY14965" fmla="*/ 1177599 h 2767298"/>
              <a:gd name="connsiteX14966" fmla="*/ 2929931 w 4752801"/>
              <a:gd name="connsiteY14966" fmla="*/ 1181243 h 2767298"/>
              <a:gd name="connsiteX14967" fmla="*/ 2925478 w 4752801"/>
              <a:gd name="connsiteY14967" fmla="*/ 1181243 h 2767298"/>
              <a:gd name="connsiteX14968" fmla="*/ 2923454 w 4752801"/>
              <a:gd name="connsiteY14968" fmla="*/ 1177599 h 2767298"/>
              <a:gd name="connsiteX14969" fmla="*/ 4585614 w 4752801"/>
              <a:gd name="connsiteY14969" fmla="*/ 1173551 h 2767298"/>
              <a:gd name="connsiteX14970" fmla="*/ 4590067 w 4752801"/>
              <a:gd name="connsiteY14970" fmla="*/ 1173551 h 2767298"/>
              <a:gd name="connsiteX14971" fmla="*/ 4592495 w 4752801"/>
              <a:gd name="connsiteY14971" fmla="*/ 1177599 h 2767298"/>
              <a:gd name="connsiteX14972" fmla="*/ 4590067 w 4752801"/>
              <a:gd name="connsiteY14972" fmla="*/ 1181647 h 2767298"/>
              <a:gd name="connsiteX14973" fmla="*/ 4585614 w 4752801"/>
              <a:gd name="connsiteY14973" fmla="*/ 1181647 h 2767298"/>
              <a:gd name="connsiteX14974" fmla="*/ 4583185 w 4752801"/>
              <a:gd name="connsiteY14974" fmla="*/ 1177599 h 2767298"/>
              <a:gd name="connsiteX14975" fmla="*/ 4423688 w 4752801"/>
              <a:gd name="connsiteY14975" fmla="*/ 1173551 h 2767298"/>
              <a:gd name="connsiteX14976" fmla="*/ 4427332 w 4752801"/>
              <a:gd name="connsiteY14976" fmla="*/ 1173551 h 2767298"/>
              <a:gd name="connsiteX14977" fmla="*/ 4428546 w 4752801"/>
              <a:gd name="connsiteY14977" fmla="*/ 1173956 h 2767298"/>
              <a:gd name="connsiteX14978" fmla="*/ 4430570 w 4752801"/>
              <a:gd name="connsiteY14978" fmla="*/ 1177194 h 2767298"/>
              <a:gd name="connsiteX14979" fmla="*/ 4430570 w 4752801"/>
              <a:gd name="connsiteY14979" fmla="*/ 1178409 h 2767298"/>
              <a:gd name="connsiteX14980" fmla="*/ 4428546 w 4752801"/>
              <a:gd name="connsiteY14980" fmla="*/ 1181647 h 2767298"/>
              <a:gd name="connsiteX14981" fmla="*/ 4427332 w 4752801"/>
              <a:gd name="connsiteY14981" fmla="*/ 1182457 h 2767298"/>
              <a:gd name="connsiteX14982" fmla="*/ 4423688 w 4752801"/>
              <a:gd name="connsiteY14982" fmla="*/ 1182457 h 2767298"/>
              <a:gd name="connsiteX14983" fmla="*/ 4422474 w 4752801"/>
              <a:gd name="connsiteY14983" fmla="*/ 1181647 h 2767298"/>
              <a:gd name="connsiteX14984" fmla="*/ 4420450 w 4752801"/>
              <a:gd name="connsiteY14984" fmla="*/ 1178409 h 2767298"/>
              <a:gd name="connsiteX14985" fmla="*/ 4420450 w 4752801"/>
              <a:gd name="connsiteY14985" fmla="*/ 1177194 h 2767298"/>
              <a:gd name="connsiteX14986" fmla="*/ 4422474 w 4752801"/>
              <a:gd name="connsiteY14986" fmla="*/ 1173956 h 2767298"/>
              <a:gd name="connsiteX14987" fmla="*/ 4423688 w 4752801"/>
              <a:gd name="connsiteY14987" fmla="*/ 1173551 h 2767298"/>
              <a:gd name="connsiteX14988" fmla="*/ 4221282 w 4752801"/>
              <a:gd name="connsiteY14988" fmla="*/ 1173551 h 2767298"/>
              <a:gd name="connsiteX14989" fmla="*/ 4224926 w 4752801"/>
              <a:gd name="connsiteY14989" fmla="*/ 1173551 h 2767298"/>
              <a:gd name="connsiteX14990" fmla="*/ 4226140 w 4752801"/>
              <a:gd name="connsiteY14990" fmla="*/ 1173956 h 2767298"/>
              <a:gd name="connsiteX14991" fmla="*/ 4228164 w 4752801"/>
              <a:gd name="connsiteY14991" fmla="*/ 1177194 h 2767298"/>
              <a:gd name="connsiteX14992" fmla="*/ 4228164 w 4752801"/>
              <a:gd name="connsiteY14992" fmla="*/ 1178409 h 2767298"/>
              <a:gd name="connsiteX14993" fmla="*/ 4226140 w 4752801"/>
              <a:gd name="connsiteY14993" fmla="*/ 1181647 h 2767298"/>
              <a:gd name="connsiteX14994" fmla="*/ 4224926 w 4752801"/>
              <a:gd name="connsiteY14994" fmla="*/ 1182052 h 2767298"/>
              <a:gd name="connsiteX14995" fmla="*/ 4221282 w 4752801"/>
              <a:gd name="connsiteY14995" fmla="*/ 1182052 h 2767298"/>
              <a:gd name="connsiteX14996" fmla="*/ 4220068 w 4752801"/>
              <a:gd name="connsiteY14996" fmla="*/ 1181647 h 2767298"/>
              <a:gd name="connsiteX14997" fmla="*/ 4218044 w 4752801"/>
              <a:gd name="connsiteY14997" fmla="*/ 1178409 h 2767298"/>
              <a:gd name="connsiteX14998" fmla="*/ 4218044 w 4752801"/>
              <a:gd name="connsiteY14998" fmla="*/ 1177194 h 2767298"/>
              <a:gd name="connsiteX14999" fmla="*/ 4220068 w 4752801"/>
              <a:gd name="connsiteY14999" fmla="*/ 1173956 h 2767298"/>
              <a:gd name="connsiteX15000" fmla="*/ 4221282 w 4752801"/>
              <a:gd name="connsiteY15000" fmla="*/ 1173551 h 2767298"/>
              <a:gd name="connsiteX15001" fmla="*/ 4059762 w 4752801"/>
              <a:gd name="connsiteY15001" fmla="*/ 1173551 h 2767298"/>
              <a:gd name="connsiteX15002" fmla="*/ 4063001 w 4752801"/>
              <a:gd name="connsiteY15002" fmla="*/ 1173551 h 2767298"/>
              <a:gd name="connsiteX15003" fmla="*/ 4064215 w 4752801"/>
              <a:gd name="connsiteY15003" fmla="*/ 1174361 h 2767298"/>
              <a:gd name="connsiteX15004" fmla="*/ 4065835 w 4752801"/>
              <a:gd name="connsiteY15004" fmla="*/ 1177194 h 2767298"/>
              <a:gd name="connsiteX15005" fmla="*/ 4065835 w 4752801"/>
              <a:gd name="connsiteY15005" fmla="*/ 1178409 h 2767298"/>
              <a:gd name="connsiteX15006" fmla="*/ 4064215 w 4752801"/>
              <a:gd name="connsiteY15006" fmla="*/ 1181242 h 2767298"/>
              <a:gd name="connsiteX15007" fmla="*/ 4063001 w 4752801"/>
              <a:gd name="connsiteY15007" fmla="*/ 1182052 h 2767298"/>
              <a:gd name="connsiteX15008" fmla="*/ 4059762 w 4752801"/>
              <a:gd name="connsiteY15008" fmla="*/ 1182052 h 2767298"/>
              <a:gd name="connsiteX15009" fmla="*/ 4058548 w 4752801"/>
              <a:gd name="connsiteY15009" fmla="*/ 1181242 h 2767298"/>
              <a:gd name="connsiteX15010" fmla="*/ 4056929 w 4752801"/>
              <a:gd name="connsiteY15010" fmla="*/ 1178409 h 2767298"/>
              <a:gd name="connsiteX15011" fmla="*/ 4056929 w 4752801"/>
              <a:gd name="connsiteY15011" fmla="*/ 1177194 h 2767298"/>
              <a:gd name="connsiteX15012" fmla="*/ 4058548 w 4752801"/>
              <a:gd name="connsiteY15012" fmla="*/ 1174361 h 2767298"/>
              <a:gd name="connsiteX15013" fmla="*/ 4059762 w 4752801"/>
              <a:gd name="connsiteY15013" fmla="*/ 1173551 h 2767298"/>
              <a:gd name="connsiteX15014" fmla="*/ 4342727 w 4752801"/>
              <a:gd name="connsiteY15014" fmla="*/ 1173147 h 2767298"/>
              <a:gd name="connsiteX15015" fmla="*/ 4346370 w 4752801"/>
              <a:gd name="connsiteY15015" fmla="*/ 1173147 h 2767298"/>
              <a:gd name="connsiteX15016" fmla="*/ 4347584 w 4752801"/>
              <a:gd name="connsiteY15016" fmla="*/ 1173552 h 2767298"/>
              <a:gd name="connsiteX15017" fmla="*/ 4349203 w 4752801"/>
              <a:gd name="connsiteY15017" fmla="*/ 1176790 h 2767298"/>
              <a:gd name="connsiteX15018" fmla="*/ 4349203 w 4752801"/>
              <a:gd name="connsiteY15018" fmla="*/ 1178005 h 2767298"/>
              <a:gd name="connsiteX15019" fmla="*/ 4347584 w 4752801"/>
              <a:gd name="connsiteY15019" fmla="*/ 1181243 h 2767298"/>
              <a:gd name="connsiteX15020" fmla="*/ 4346370 w 4752801"/>
              <a:gd name="connsiteY15020" fmla="*/ 1182053 h 2767298"/>
              <a:gd name="connsiteX15021" fmla="*/ 4342727 w 4752801"/>
              <a:gd name="connsiteY15021" fmla="*/ 1182053 h 2767298"/>
              <a:gd name="connsiteX15022" fmla="*/ 4341512 w 4752801"/>
              <a:gd name="connsiteY15022" fmla="*/ 1181243 h 2767298"/>
              <a:gd name="connsiteX15023" fmla="*/ 4339893 w 4752801"/>
              <a:gd name="connsiteY15023" fmla="*/ 1178005 h 2767298"/>
              <a:gd name="connsiteX15024" fmla="*/ 4339893 w 4752801"/>
              <a:gd name="connsiteY15024" fmla="*/ 1176790 h 2767298"/>
              <a:gd name="connsiteX15025" fmla="*/ 4341512 w 4752801"/>
              <a:gd name="connsiteY15025" fmla="*/ 1173552 h 2767298"/>
              <a:gd name="connsiteX15026" fmla="*/ 4342727 w 4752801"/>
              <a:gd name="connsiteY15026" fmla="*/ 1173147 h 2767298"/>
              <a:gd name="connsiteX15027" fmla="*/ 4302245 w 4752801"/>
              <a:gd name="connsiteY15027" fmla="*/ 1173147 h 2767298"/>
              <a:gd name="connsiteX15028" fmla="*/ 4305888 w 4752801"/>
              <a:gd name="connsiteY15028" fmla="*/ 1173147 h 2767298"/>
              <a:gd name="connsiteX15029" fmla="*/ 4307102 w 4752801"/>
              <a:gd name="connsiteY15029" fmla="*/ 1173552 h 2767298"/>
              <a:gd name="connsiteX15030" fmla="*/ 4308721 w 4752801"/>
              <a:gd name="connsiteY15030" fmla="*/ 1176790 h 2767298"/>
              <a:gd name="connsiteX15031" fmla="*/ 4308721 w 4752801"/>
              <a:gd name="connsiteY15031" fmla="*/ 1178005 h 2767298"/>
              <a:gd name="connsiteX15032" fmla="*/ 4307102 w 4752801"/>
              <a:gd name="connsiteY15032" fmla="*/ 1181243 h 2767298"/>
              <a:gd name="connsiteX15033" fmla="*/ 4305888 w 4752801"/>
              <a:gd name="connsiteY15033" fmla="*/ 1181648 h 2767298"/>
              <a:gd name="connsiteX15034" fmla="*/ 4302245 w 4752801"/>
              <a:gd name="connsiteY15034" fmla="*/ 1181648 h 2767298"/>
              <a:gd name="connsiteX15035" fmla="*/ 4301030 w 4752801"/>
              <a:gd name="connsiteY15035" fmla="*/ 1181243 h 2767298"/>
              <a:gd name="connsiteX15036" fmla="*/ 4299411 w 4752801"/>
              <a:gd name="connsiteY15036" fmla="*/ 1178005 h 2767298"/>
              <a:gd name="connsiteX15037" fmla="*/ 4299411 w 4752801"/>
              <a:gd name="connsiteY15037" fmla="*/ 1176790 h 2767298"/>
              <a:gd name="connsiteX15038" fmla="*/ 4301030 w 4752801"/>
              <a:gd name="connsiteY15038" fmla="*/ 1173552 h 2767298"/>
              <a:gd name="connsiteX15039" fmla="*/ 4302245 w 4752801"/>
              <a:gd name="connsiteY15039" fmla="*/ 1173147 h 2767298"/>
              <a:gd name="connsiteX15040" fmla="*/ 4261763 w 4752801"/>
              <a:gd name="connsiteY15040" fmla="*/ 1173147 h 2767298"/>
              <a:gd name="connsiteX15041" fmla="*/ 4265407 w 4752801"/>
              <a:gd name="connsiteY15041" fmla="*/ 1173147 h 2767298"/>
              <a:gd name="connsiteX15042" fmla="*/ 4266621 w 4752801"/>
              <a:gd name="connsiteY15042" fmla="*/ 1173552 h 2767298"/>
              <a:gd name="connsiteX15043" fmla="*/ 4268645 w 4752801"/>
              <a:gd name="connsiteY15043" fmla="*/ 1176790 h 2767298"/>
              <a:gd name="connsiteX15044" fmla="*/ 4268645 w 4752801"/>
              <a:gd name="connsiteY15044" fmla="*/ 1178005 h 2767298"/>
              <a:gd name="connsiteX15045" fmla="*/ 4266621 w 4752801"/>
              <a:gd name="connsiteY15045" fmla="*/ 1181243 h 2767298"/>
              <a:gd name="connsiteX15046" fmla="*/ 4265407 w 4752801"/>
              <a:gd name="connsiteY15046" fmla="*/ 1181648 h 2767298"/>
              <a:gd name="connsiteX15047" fmla="*/ 4261763 w 4752801"/>
              <a:gd name="connsiteY15047" fmla="*/ 1181648 h 2767298"/>
              <a:gd name="connsiteX15048" fmla="*/ 4260549 w 4752801"/>
              <a:gd name="connsiteY15048" fmla="*/ 1181243 h 2767298"/>
              <a:gd name="connsiteX15049" fmla="*/ 4258525 w 4752801"/>
              <a:gd name="connsiteY15049" fmla="*/ 1178005 h 2767298"/>
              <a:gd name="connsiteX15050" fmla="*/ 4258525 w 4752801"/>
              <a:gd name="connsiteY15050" fmla="*/ 1176790 h 2767298"/>
              <a:gd name="connsiteX15051" fmla="*/ 4260549 w 4752801"/>
              <a:gd name="connsiteY15051" fmla="*/ 1173552 h 2767298"/>
              <a:gd name="connsiteX15052" fmla="*/ 4261763 w 4752801"/>
              <a:gd name="connsiteY15052" fmla="*/ 1173147 h 2767298"/>
              <a:gd name="connsiteX15053" fmla="*/ 4099839 w 4752801"/>
              <a:gd name="connsiteY15053" fmla="*/ 1173147 h 2767298"/>
              <a:gd name="connsiteX15054" fmla="*/ 4103482 w 4752801"/>
              <a:gd name="connsiteY15054" fmla="*/ 1173147 h 2767298"/>
              <a:gd name="connsiteX15055" fmla="*/ 4104696 w 4752801"/>
              <a:gd name="connsiteY15055" fmla="*/ 1173552 h 2767298"/>
              <a:gd name="connsiteX15056" fmla="*/ 4106315 w 4752801"/>
              <a:gd name="connsiteY15056" fmla="*/ 1176790 h 2767298"/>
              <a:gd name="connsiteX15057" fmla="*/ 4106315 w 4752801"/>
              <a:gd name="connsiteY15057" fmla="*/ 1178005 h 2767298"/>
              <a:gd name="connsiteX15058" fmla="*/ 4104696 w 4752801"/>
              <a:gd name="connsiteY15058" fmla="*/ 1181243 h 2767298"/>
              <a:gd name="connsiteX15059" fmla="*/ 4103482 w 4752801"/>
              <a:gd name="connsiteY15059" fmla="*/ 1181648 h 2767298"/>
              <a:gd name="connsiteX15060" fmla="*/ 4099839 w 4752801"/>
              <a:gd name="connsiteY15060" fmla="*/ 1181648 h 2767298"/>
              <a:gd name="connsiteX15061" fmla="*/ 4098624 w 4752801"/>
              <a:gd name="connsiteY15061" fmla="*/ 1181243 h 2767298"/>
              <a:gd name="connsiteX15062" fmla="*/ 4097005 w 4752801"/>
              <a:gd name="connsiteY15062" fmla="*/ 1178005 h 2767298"/>
              <a:gd name="connsiteX15063" fmla="*/ 4097005 w 4752801"/>
              <a:gd name="connsiteY15063" fmla="*/ 1176790 h 2767298"/>
              <a:gd name="connsiteX15064" fmla="*/ 4098624 w 4752801"/>
              <a:gd name="connsiteY15064" fmla="*/ 1173552 h 2767298"/>
              <a:gd name="connsiteX15065" fmla="*/ 4099839 w 4752801"/>
              <a:gd name="connsiteY15065" fmla="*/ 1173147 h 2767298"/>
              <a:gd name="connsiteX15066" fmla="*/ 4504246 w 4752801"/>
              <a:gd name="connsiteY15066" fmla="*/ 1172742 h 2767298"/>
              <a:gd name="connsiteX15067" fmla="*/ 4509103 w 4752801"/>
              <a:gd name="connsiteY15067" fmla="*/ 1172742 h 2767298"/>
              <a:gd name="connsiteX15068" fmla="*/ 4510318 w 4752801"/>
              <a:gd name="connsiteY15068" fmla="*/ 1173147 h 2767298"/>
              <a:gd name="connsiteX15069" fmla="*/ 4512747 w 4752801"/>
              <a:gd name="connsiteY15069" fmla="*/ 1177195 h 2767298"/>
              <a:gd name="connsiteX15070" fmla="*/ 4512747 w 4752801"/>
              <a:gd name="connsiteY15070" fmla="*/ 1178409 h 2767298"/>
              <a:gd name="connsiteX15071" fmla="*/ 4510318 w 4752801"/>
              <a:gd name="connsiteY15071" fmla="*/ 1182457 h 2767298"/>
              <a:gd name="connsiteX15072" fmla="*/ 4509103 w 4752801"/>
              <a:gd name="connsiteY15072" fmla="*/ 1182862 h 2767298"/>
              <a:gd name="connsiteX15073" fmla="*/ 4504246 w 4752801"/>
              <a:gd name="connsiteY15073" fmla="*/ 1182862 h 2767298"/>
              <a:gd name="connsiteX15074" fmla="*/ 4503031 w 4752801"/>
              <a:gd name="connsiteY15074" fmla="*/ 1182457 h 2767298"/>
              <a:gd name="connsiteX15075" fmla="*/ 4500603 w 4752801"/>
              <a:gd name="connsiteY15075" fmla="*/ 1178409 h 2767298"/>
              <a:gd name="connsiteX15076" fmla="*/ 4500603 w 4752801"/>
              <a:gd name="connsiteY15076" fmla="*/ 1177195 h 2767298"/>
              <a:gd name="connsiteX15077" fmla="*/ 4503031 w 4752801"/>
              <a:gd name="connsiteY15077" fmla="*/ 1173147 h 2767298"/>
              <a:gd name="connsiteX15078" fmla="*/ 4504246 w 4752801"/>
              <a:gd name="connsiteY15078" fmla="*/ 1172742 h 2767298"/>
              <a:gd name="connsiteX15079" fmla="*/ 4180801 w 4752801"/>
              <a:gd name="connsiteY15079" fmla="*/ 1172742 h 2767298"/>
              <a:gd name="connsiteX15080" fmla="*/ 4184849 w 4752801"/>
              <a:gd name="connsiteY15080" fmla="*/ 1172742 h 2767298"/>
              <a:gd name="connsiteX15081" fmla="*/ 4186063 w 4752801"/>
              <a:gd name="connsiteY15081" fmla="*/ 1173147 h 2767298"/>
              <a:gd name="connsiteX15082" fmla="*/ 4188088 w 4752801"/>
              <a:gd name="connsiteY15082" fmla="*/ 1176790 h 2767298"/>
              <a:gd name="connsiteX15083" fmla="*/ 4188088 w 4752801"/>
              <a:gd name="connsiteY15083" fmla="*/ 1178005 h 2767298"/>
              <a:gd name="connsiteX15084" fmla="*/ 4186063 w 4752801"/>
              <a:gd name="connsiteY15084" fmla="*/ 1181648 h 2767298"/>
              <a:gd name="connsiteX15085" fmla="*/ 4184849 w 4752801"/>
              <a:gd name="connsiteY15085" fmla="*/ 1182053 h 2767298"/>
              <a:gd name="connsiteX15086" fmla="*/ 4180801 w 4752801"/>
              <a:gd name="connsiteY15086" fmla="*/ 1182053 h 2767298"/>
              <a:gd name="connsiteX15087" fmla="*/ 4179587 w 4752801"/>
              <a:gd name="connsiteY15087" fmla="*/ 1181648 h 2767298"/>
              <a:gd name="connsiteX15088" fmla="*/ 4177563 w 4752801"/>
              <a:gd name="connsiteY15088" fmla="*/ 1178005 h 2767298"/>
              <a:gd name="connsiteX15089" fmla="*/ 4177563 w 4752801"/>
              <a:gd name="connsiteY15089" fmla="*/ 1176790 h 2767298"/>
              <a:gd name="connsiteX15090" fmla="*/ 4179587 w 4752801"/>
              <a:gd name="connsiteY15090" fmla="*/ 1173147 h 2767298"/>
              <a:gd name="connsiteX15091" fmla="*/ 4180801 w 4752801"/>
              <a:gd name="connsiteY15091" fmla="*/ 1172742 h 2767298"/>
              <a:gd name="connsiteX15092" fmla="*/ 4018471 w 4752801"/>
              <a:gd name="connsiteY15092" fmla="*/ 1172742 h 2767298"/>
              <a:gd name="connsiteX15093" fmla="*/ 4023328 w 4752801"/>
              <a:gd name="connsiteY15093" fmla="*/ 1172742 h 2767298"/>
              <a:gd name="connsiteX15094" fmla="*/ 4024543 w 4752801"/>
              <a:gd name="connsiteY15094" fmla="*/ 1173147 h 2767298"/>
              <a:gd name="connsiteX15095" fmla="*/ 4026972 w 4752801"/>
              <a:gd name="connsiteY15095" fmla="*/ 1177195 h 2767298"/>
              <a:gd name="connsiteX15096" fmla="*/ 4026972 w 4752801"/>
              <a:gd name="connsiteY15096" fmla="*/ 1178409 h 2767298"/>
              <a:gd name="connsiteX15097" fmla="*/ 4024543 w 4752801"/>
              <a:gd name="connsiteY15097" fmla="*/ 1182457 h 2767298"/>
              <a:gd name="connsiteX15098" fmla="*/ 4023328 w 4752801"/>
              <a:gd name="connsiteY15098" fmla="*/ 1182862 h 2767298"/>
              <a:gd name="connsiteX15099" fmla="*/ 4018471 w 4752801"/>
              <a:gd name="connsiteY15099" fmla="*/ 1182862 h 2767298"/>
              <a:gd name="connsiteX15100" fmla="*/ 4017256 w 4752801"/>
              <a:gd name="connsiteY15100" fmla="*/ 1182457 h 2767298"/>
              <a:gd name="connsiteX15101" fmla="*/ 4014828 w 4752801"/>
              <a:gd name="connsiteY15101" fmla="*/ 1178409 h 2767298"/>
              <a:gd name="connsiteX15102" fmla="*/ 4014828 w 4752801"/>
              <a:gd name="connsiteY15102" fmla="*/ 1177195 h 2767298"/>
              <a:gd name="connsiteX15103" fmla="*/ 4017256 w 4752801"/>
              <a:gd name="connsiteY15103" fmla="*/ 1173147 h 2767298"/>
              <a:gd name="connsiteX15104" fmla="*/ 4018471 w 4752801"/>
              <a:gd name="connsiteY15104" fmla="*/ 1172742 h 2767298"/>
              <a:gd name="connsiteX15105" fmla="*/ 4544727 w 4752801"/>
              <a:gd name="connsiteY15105" fmla="*/ 1172337 h 2767298"/>
              <a:gd name="connsiteX15106" fmla="*/ 4549180 w 4752801"/>
              <a:gd name="connsiteY15106" fmla="*/ 1172337 h 2767298"/>
              <a:gd name="connsiteX15107" fmla="*/ 4550394 w 4752801"/>
              <a:gd name="connsiteY15107" fmla="*/ 1172742 h 2767298"/>
              <a:gd name="connsiteX15108" fmla="*/ 4552418 w 4752801"/>
              <a:gd name="connsiteY15108" fmla="*/ 1176790 h 2767298"/>
              <a:gd name="connsiteX15109" fmla="*/ 4552418 w 4752801"/>
              <a:gd name="connsiteY15109" fmla="*/ 1178004 h 2767298"/>
              <a:gd name="connsiteX15110" fmla="*/ 4550394 w 4752801"/>
              <a:gd name="connsiteY15110" fmla="*/ 1182053 h 2767298"/>
              <a:gd name="connsiteX15111" fmla="*/ 4549180 w 4752801"/>
              <a:gd name="connsiteY15111" fmla="*/ 1182457 h 2767298"/>
              <a:gd name="connsiteX15112" fmla="*/ 4544727 w 4752801"/>
              <a:gd name="connsiteY15112" fmla="*/ 1182457 h 2767298"/>
              <a:gd name="connsiteX15113" fmla="*/ 4543513 w 4752801"/>
              <a:gd name="connsiteY15113" fmla="*/ 1182053 h 2767298"/>
              <a:gd name="connsiteX15114" fmla="*/ 4541489 w 4752801"/>
              <a:gd name="connsiteY15114" fmla="*/ 1178004 h 2767298"/>
              <a:gd name="connsiteX15115" fmla="*/ 4541489 w 4752801"/>
              <a:gd name="connsiteY15115" fmla="*/ 1176790 h 2767298"/>
              <a:gd name="connsiteX15116" fmla="*/ 4543513 w 4752801"/>
              <a:gd name="connsiteY15116" fmla="*/ 1172742 h 2767298"/>
              <a:gd name="connsiteX15117" fmla="*/ 4544727 w 4752801"/>
              <a:gd name="connsiteY15117" fmla="*/ 1172337 h 2767298"/>
              <a:gd name="connsiteX15118" fmla="*/ 4463765 w 4752801"/>
              <a:gd name="connsiteY15118" fmla="*/ 1172337 h 2767298"/>
              <a:gd name="connsiteX15119" fmla="*/ 4468218 w 4752801"/>
              <a:gd name="connsiteY15119" fmla="*/ 1172337 h 2767298"/>
              <a:gd name="connsiteX15120" fmla="*/ 4469432 w 4752801"/>
              <a:gd name="connsiteY15120" fmla="*/ 1172742 h 2767298"/>
              <a:gd name="connsiteX15121" fmla="*/ 4471456 w 4752801"/>
              <a:gd name="connsiteY15121" fmla="*/ 1176790 h 2767298"/>
              <a:gd name="connsiteX15122" fmla="*/ 4471456 w 4752801"/>
              <a:gd name="connsiteY15122" fmla="*/ 1178004 h 2767298"/>
              <a:gd name="connsiteX15123" fmla="*/ 4469432 w 4752801"/>
              <a:gd name="connsiteY15123" fmla="*/ 1182053 h 2767298"/>
              <a:gd name="connsiteX15124" fmla="*/ 4468218 w 4752801"/>
              <a:gd name="connsiteY15124" fmla="*/ 1182457 h 2767298"/>
              <a:gd name="connsiteX15125" fmla="*/ 4463765 w 4752801"/>
              <a:gd name="connsiteY15125" fmla="*/ 1182457 h 2767298"/>
              <a:gd name="connsiteX15126" fmla="*/ 4462551 w 4752801"/>
              <a:gd name="connsiteY15126" fmla="*/ 1182053 h 2767298"/>
              <a:gd name="connsiteX15127" fmla="*/ 4460527 w 4752801"/>
              <a:gd name="connsiteY15127" fmla="*/ 1178004 h 2767298"/>
              <a:gd name="connsiteX15128" fmla="*/ 4460527 w 4752801"/>
              <a:gd name="connsiteY15128" fmla="*/ 1176790 h 2767298"/>
              <a:gd name="connsiteX15129" fmla="*/ 4462551 w 4752801"/>
              <a:gd name="connsiteY15129" fmla="*/ 1172742 h 2767298"/>
              <a:gd name="connsiteX15130" fmla="*/ 4463765 w 4752801"/>
              <a:gd name="connsiteY15130" fmla="*/ 1172337 h 2767298"/>
              <a:gd name="connsiteX15131" fmla="*/ 4383207 w 4752801"/>
              <a:gd name="connsiteY15131" fmla="*/ 1172337 h 2767298"/>
              <a:gd name="connsiteX15132" fmla="*/ 4387255 w 4752801"/>
              <a:gd name="connsiteY15132" fmla="*/ 1172337 h 2767298"/>
              <a:gd name="connsiteX15133" fmla="*/ 4388469 w 4752801"/>
              <a:gd name="connsiteY15133" fmla="*/ 1173147 h 2767298"/>
              <a:gd name="connsiteX15134" fmla="*/ 4390494 w 4752801"/>
              <a:gd name="connsiteY15134" fmla="*/ 1176790 h 2767298"/>
              <a:gd name="connsiteX15135" fmla="*/ 4390494 w 4752801"/>
              <a:gd name="connsiteY15135" fmla="*/ 1178004 h 2767298"/>
              <a:gd name="connsiteX15136" fmla="*/ 4388469 w 4752801"/>
              <a:gd name="connsiteY15136" fmla="*/ 1181648 h 2767298"/>
              <a:gd name="connsiteX15137" fmla="*/ 4387255 w 4752801"/>
              <a:gd name="connsiteY15137" fmla="*/ 1182457 h 2767298"/>
              <a:gd name="connsiteX15138" fmla="*/ 4383207 w 4752801"/>
              <a:gd name="connsiteY15138" fmla="*/ 1182457 h 2767298"/>
              <a:gd name="connsiteX15139" fmla="*/ 4381993 w 4752801"/>
              <a:gd name="connsiteY15139" fmla="*/ 1181648 h 2767298"/>
              <a:gd name="connsiteX15140" fmla="*/ 4379969 w 4752801"/>
              <a:gd name="connsiteY15140" fmla="*/ 1178004 h 2767298"/>
              <a:gd name="connsiteX15141" fmla="*/ 4379969 w 4752801"/>
              <a:gd name="connsiteY15141" fmla="*/ 1176790 h 2767298"/>
              <a:gd name="connsiteX15142" fmla="*/ 4381993 w 4752801"/>
              <a:gd name="connsiteY15142" fmla="*/ 1173147 h 2767298"/>
              <a:gd name="connsiteX15143" fmla="*/ 4383207 w 4752801"/>
              <a:gd name="connsiteY15143" fmla="*/ 1172337 h 2767298"/>
              <a:gd name="connsiteX15144" fmla="*/ 4140320 w 4752801"/>
              <a:gd name="connsiteY15144" fmla="*/ 1172337 h 2767298"/>
              <a:gd name="connsiteX15145" fmla="*/ 4144368 w 4752801"/>
              <a:gd name="connsiteY15145" fmla="*/ 1172337 h 2767298"/>
              <a:gd name="connsiteX15146" fmla="*/ 4145582 w 4752801"/>
              <a:gd name="connsiteY15146" fmla="*/ 1173147 h 2767298"/>
              <a:gd name="connsiteX15147" fmla="*/ 4147607 w 4752801"/>
              <a:gd name="connsiteY15147" fmla="*/ 1176790 h 2767298"/>
              <a:gd name="connsiteX15148" fmla="*/ 4147607 w 4752801"/>
              <a:gd name="connsiteY15148" fmla="*/ 1178004 h 2767298"/>
              <a:gd name="connsiteX15149" fmla="*/ 4145582 w 4752801"/>
              <a:gd name="connsiteY15149" fmla="*/ 1181648 h 2767298"/>
              <a:gd name="connsiteX15150" fmla="*/ 4144368 w 4752801"/>
              <a:gd name="connsiteY15150" fmla="*/ 1182457 h 2767298"/>
              <a:gd name="connsiteX15151" fmla="*/ 4140320 w 4752801"/>
              <a:gd name="connsiteY15151" fmla="*/ 1182457 h 2767298"/>
              <a:gd name="connsiteX15152" fmla="*/ 4139106 w 4752801"/>
              <a:gd name="connsiteY15152" fmla="*/ 1181648 h 2767298"/>
              <a:gd name="connsiteX15153" fmla="*/ 4137082 w 4752801"/>
              <a:gd name="connsiteY15153" fmla="*/ 1178004 h 2767298"/>
              <a:gd name="connsiteX15154" fmla="*/ 4137082 w 4752801"/>
              <a:gd name="connsiteY15154" fmla="*/ 1176790 h 2767298"/>
              <a:gd name="connsiteX15155" fmla="*/ 4139106 w 4752801"/>
              <a:gd name="connsiteY15155" fmla="*/ 1173147 h 2767298"/>
              <a:gd name="connsiteX15156" fmla="*/ 4140320 w 4752801"/>
              <a:gd name="connsiteY15156" fmla="*/ 1172337 h 2767298"/>
              <a:gd name="connsiteX15157" fmla="*/ 3896623 w 4752801"/>
              <a:gd name="connsiteY15157" fmla="*/ 1171932 h 2767298"/>
              <a:gd name="connsiteX15158" fmla="*/ 3901885 w 4752801"/>
              <a:gd name="connsiteY15158" fmla="*/ 1171932 h 2767298"/>
              <a:gd name="connsiteX15159" fmla="*/ 3903100 w 4752801"/>
              <a:gd name="connsiteY15159" fmla="*/ 1172742 h 2767298"/>
              <a:gd name="connsiteX15160" fmla="*/ 3905934 w 4752801"/>
              <a:gd name="connsiteY15160" fmla="*/ 1177195 h 2767298"/>
              <a:gd name="connsiteX15161" fmla="*/ 3905934 w 4752801"/>
              <a:gd name="connsiteY15161" fmla="*/ 1178409 h 2767298"/>
              <a:gd name="connsiteX15162" fmla="*/ 3903100 w 4752801"/>
              <a:gd name="connsiteY15162" fmla="*/ 1182862 h 2767298"/>
              <a:gd name="connsiteX15163" fmla="*/ 3901885 w 4752801"/>
              <a:gd name="connsiteY15163" fmla="*/ 1183672 h 2767298"/>
              <a:gd name="connsiteX15164" fmla="*/ 3896623 w 4752801"/>
              <a:gd name="connsiteY15164" fmla="*/ 1183672 h 2767298"/>
              <a:gd name="connsiteX15165" fmla="*/ 3895409 w 4752801"/>
              <a:gd name="connsiteY15165" fmla="*/ 1182862 h 2767298"/>
              <a:gd name="connsiteX15166" fmla="*/ 3892575 w 4752801"/>
              <a:gd name="connsiteY15166" fmla="*/ 1178409 h 2767298"/>
              <a:gd name="connsiteX15167" fmla="*/ 3892575 w 4752801"/>
              <a:gd name="connsiteY15167" fmla="*/ 1177195 h 2767298"/>
              <a:gd name="connsiteX15168" fmla="*/ 3895409 w 4752801"/>
              <a:gd name="connsiteY15168" fmla="*/ 1172742 h 2767298"/>
              <a:gd name="connsiteX15169" fmla="*/ 3896623 w 4752801"/>
              <a:gd name="connsiteY15169" fmla="*/ 1171932 h 2767298"/>
              <a:gd name="connsiteX15170" fmla="*/ 3856546 w 4752801"/>
              <a:gd name="connsiteY15170" fmla="*/ 1171932 h 2767298"/>
              <a:gd name="connsiteX15171" fmla="*/ 3861403 w 4752801"/>
              <a:gd name="connsiteY15171" fmla="*/ 1171932 h 2767298"/>
              <a:gd name="connsiteX15172" fmla="*/ 3862618 w 4752801"/>
              <a:gd name="connsiteY15172" fmla="*/ 1172337 h 2767298"/>
              <a:gd name="connsiteX15173" fmla="*/ 3865047 w 4752801"/>
              <a:gd name="connsiteY15173" fmla="*/ 1176790 h 2767298"/>
              <a:gd name="connsiteX15174" fmla="*/ 3865047 w 4752801"/>
              <a:gd name="connsiteY15174" fmla="*/ 1178004 h 2767298"/>
              <a:gd name="connsiteX15175" fmla="*/ 3862618 w 4752801"/>
              <a:gd name="connsiteY15175" fmla="*/ 1182457 h 2767298"/>
              <a:gd name="connsiteX15176" fmla="*/ 3861403 w 4752801"/>
              <a:gd name="connsiteY15176" fmla="*/ 1182862 h 2767298"/>
              <a:gd name="connsiteX15177" fmla="*/ 3856546 w 4752801"/>
              <a:gd name="connsiteY15177" fmla="*/ 1182862 h 2767298"/>
              <a:gd name="connsiteX15178" fmla="*/ 3855331 w 4752801"/>
              <a:gd name="connsiteY15178" fmla="*/ 1182457 h 2767298"/>
              <a:gd name="connsiteX15179" fmla="*/ 3852903 w 4752801"/>
              <a:gd name="connsiteY15179" fmla="*/ 1178004 h 2767298"/>
              <a:gd name="connsiteX15180" fmla="*/ 3852903 w 4752801"/>
              <a:gd name="connsiteY15180" fmla="*/ 1176790 h 2767298"/>
              <a:gd name="connsiteX15181" fmla="*/ 3855331 w 4752801"/>
              <a:gd name="connsiteY15181" fmla="*/ 1172337 h 2767298"/>
              <a:gd name="connsiteX15182" fmla="*/ 3856546 w 4752801"/>
              <a:gd name="connsiteY15182" fmla="*/ 1171932 h 2767298"/>
              <a:gd name="connsiteX15183" fmla="*/ 3977585 w 4752801"/>
              <a:gd name="connsiteY15183" fmla="*/ 1171527 h 2767298"/>
              <a:gd name="connsiteX15184" fmla="*/ 3983252 w 4752801"/>
              <a:gd name="connsiteY15184" fmla="*/ 1171527 h 2767298"/>
              <a:gd name="connsiteX15185" fmla="*/ 3984467 w 4752801"/>
              <a:gd name="connsiteY15185" fmla="*/ 1172337 h 2767298"/>
              <a:gd name="connsiteX15186" fmla="*/ 3987300 w 4752801"/>
              <a:gd name="connsiteY15186" fmla="*/ 1177194 h 2767298"/>
              <a:gd name="connsiteX15187" fmla="*/ 3987300 w 4752801"/>
              <a:gd name="connsiteY15187" fmla="*/ 1178409 h 2767298"/>
              <a:gd name="connsiteX15188" fmla="*/ 3984467 w 4752801"/>
              <a:gd name="connsiteY15188" fmla="*/ 1183267 h 2767298"/>
              <a:gd name="connsiteX15189" fmla="*/ 3983252 w 4752801"/>
              <a:gd name="connsiteY15189" fmla="*/ 1184076 h 2767298"/>
              <a:gd name="connsiteX15190" fmla="*/ 3977585 w 4752801"/>
              <a:gd name="connsiteY15190" fmla="*/ 1184076 h 2767298"/>
              <a:gd name="connsiteX15191" fmla="*/ 3976371 w 4752801"/>
              <a:gd name="connsiteY15191" fmla="*/ 1183267 h 2767298"/>
              <a:gd name="connsiteX15192" fmla="*/ 3973537 w 4752801"/>
              <a:gd name="connsiteY15192" fmla="*/ 1178409 h 2767298"/>
              <a:gd name="connsiteX15193" fmla="*/ 3973537 w 4752801"/>
              <a:gd name="connsiteY15193" fmla="*/ 1177194 h 2767298"/>
              <a:gd name="connsiteX15194" fmla="*/ 3976371 w 4752801"/>
              <a:gd name="connsiteY15194" fmla="*/ 1172337 h 2767298"/>
              <a:gd name="connsiteX15195" fmla="*/ 3977585 w 4752801"/>
              <a:gd name="connsiteY15195" fmla="*/ 1171527 h 2767298"/>
              <a:gd name="connsiteX15196" fmla="*/ 2804034 w 4752801"/>
              <a:gd name="connsiteY15196" fmla="*/ 1171527 h 2767298"/>
              <a:gd name="connsiteX15197" fmla="*/ 2808891 w 4752801"/>
              <a:gd name="connsiteY15197" fmla="*/ 1171527 h 2767298"/>
              <a:gd name="connsiteX15198" fmla="*/ 2810106 w 4752801"/>
              <a:gd name="connsiteY15198" fmla="*/ 1172337 h 2767298"/>
              <a:gd name="connsiteX15199" fmla="*/ 2812535 w 4752801"/>
              <a:gd name="connsiteY15199" fmla="*/ 1176790 h 2767298"/>
              <a:gd name="connsiteX15200" fmla="*/ 2812535 w 4752801"/>
              <a:gd name="connsiteY15200" fmla="*/ 1178004 h 2767298"/>
              <a:gd name="connsiteX15201" fmla="*/ 2810106 w 4752801"/>
              <a:gd name="connsiteY15201" fmla="*/ 1182457 h 2767298"/>
              <a:gd name="connsiteX15202" fmla="*/ 2808891 w 4752801"/>
              <a:gd name="connsiteY15202" fmla="*/ 1183267 h 2767298"/>
              <a:gd name="connsiteX15203" fmla="*/ 2804034 w 4752801"/>
              <a:gd name="connsiteY15203" fmla="*/ 1183267 h 2767298"/>
              <a:gd name="connsiteX15204" fmla="*/ 2802819 w 4752801"/>
              <a:gd name="connsiteY15204" fmla="*/ 1182457 h 2767298"/>
              <a:gd name="connsiteX15205" fmla="*/ 2800391 w 4752801"/>
              <a:gd name="connsiteY15205" fmla="*/ 1178004 h 2767298"/>
              <a:gd name="connsiteX15206" fmla="*/ 2800391 w 4752801"/>
              <a:gd name="connsiteY15206" fmla="*/ 1176790 h 2767298"/>
              <a:gd name="connsiteX15207" fmla="*/ 2802819 w 4752801"/>
              <a:gd name="connsiteY15207" fmla="*/ 1172337 h 2767298"/>
              <a:gd name="connsiteX15208" fmla="*/ 2804034 w 4752801"/>
              <a:gd name="connsiteY15208" fmla="*/ 1171527 h 2767298"/>
              <a:gd name="connsiteX15209" fmla="*/ 3937104 w 4752801"/>
              <a:gd name="connsiteY15209" fmla="*/ 1170718 h 2767298"/>
              <a:gd name="connsiteX15210" fmla="*/ 3942771 w 4752801"/>
              <a:gd name="connsiteY15210" fmla="*/ 1170718 h 2767298"/>
              <a:gd name="connsiteX15211" fmla="*/ 3943986 w 4752801"/>
              <a:gd name="connsiteY15211" fmla="*/ 1171528 h 2767298"/>
              <a:gd name="connsiteX15212" fmla="*/ 3946819 w 4752801"/>
              <a:gd name="connsiteY15212" fmla="*/ 1176790 h 2767298"/>
              <a:gd name="connsiteX15213" fmla="*/ 3946819 w 4752801"/>
              <a:gd name="connsiteY15213" fmla="*/ 1178005 h 2767298"/>
              <a:gd name="connsiteX15214" fmla="*/ 3943986 w 4752801"/>
              <a:gd name="connsiteY15214" fmla="*/ 1183267 h 2767298"/>
              <a:gd name="connsiteX15215" fmla="*/ 3942771 w 4752801"/>
              <a:gd name="connsiteY15215" fmla="*/ 1184077 h 2767298"/>
              <a:gd name="connsiteX15216" fmla="*/ 3937104 w 4752801"/>
              <a:gd name="connsiteY15216" fmla="*/ 1184077 h 2767298"/>
              <a:gd name="connsiteX15217" fmla="*/ 3935890 w 4752801"/>
              <a:gd name="connsiteY15217" fmla="*/ 1183267 h 2767298"/>
              <a:gd name="connsiteX15218" fmla="*/ 3933056 w 4752801"/>
              <a:gd name="connsiteY15218" fmla="*/ 1178005 h 2767298"/>
              <a:gd name="connsiteX15219" fmla="*/ 3933056 w 4752801"/>
              <a:gd name="connsiteY15219" fmla="*/ 1176790 h 2767298"/>
              <a:gd name="connsiteX15220" fmla="*/ 3935890 w 4752801"/>
              <a:gd name="connsiteY15220" fmla="*/ 1171528 h 2767298"/>
              <a:gd name="connsiteX15221" fmla="*/ 3937104 w 4752801"/>
              <a:gd name="connsiteY15221" fmla="*/ 1170718 h 2767298"/>
              <a:gd name="connsiteX15222" fmla="*/ 2762337 w 4752801"/>
              <a:gd name="connsiteY15222" fmla="*/ 1170718 h 2767298"/>
              <a:gd name="connsiteX15223" fmla="*/ 2769219 w 4752801"/>
              <a:gd name="connsiteY15223" fmla="*/ 1170718 h 2767298"/>
              <a:gd name="connsiteX15224" fmla="*/ 2770434 w 4752801"/>
              <a:gd name="connsiteY15224" fmla="*/ 1171123 h 2767298"/>
              <a:gd name="connsiteX15225" fmla="*/ 2774077 w 4752801"/>
              <a:gd name="connsiteY15225" fmla="*/ 1177195 h 2767298"/>
              <a:gd name="connsiteX15226" fmla="*/ 2774077 w 4752801"/>
              <a:gd name="connsiteY15226" fmla="*/ 1178409 h 2767298"/>
              <a:gd name="connsiteX15227" fmla="*/ 2770434 w 4752801"/>
              <a:gd name="connsiteY15227" fmla="*/ 1184482 h 2767298"/>
              <a:gd name="connsiteX15228" fmla="*/ 2769219 w 4752801"/>
              <a:gd name="connsiteY15228" fmla="*/ 1184886 h 2767298"/>
              <a:gd name="connsiteX15229" fmla="*/ 2762337 w 4752801"/>
              <a:gd name="connsiteY15229" fmla="*/ 1184886 h 2767298"/>
              <a:gd name="connsiteX15230" fmla="*/ 2761123 w 4752801"/>
              <a:gd name="connsiteY15230" fmla="*/ 1184482 h 2767298"/>
              <a:gd name="connsiteX15231" fmla="*/ 2757480 w 4752801"/>
              <a:gd name="connsiteY15231" fmla="*/ 1178409 h 2767298"/>
              <a:gd name="connsiteX15232" fmla="*/ 2757480 w 4752801"/>
              <a:gd name="connsiteY15232" fmla="*/ 1177195 h 2767298"/>
              <a:gd name="connsiteX15233" fmla="*/ 2761123 w 4752801"/>
              <a:gd name="connsiteY15233" fmla="*/ 1171123 h 2767298"/>
              <a:gd name="connsiteX15234" fmla="*/ 2762337 w 4752801"/>
              <a:gd name="connsiteY15234" fmla="*/ 1170718 h 2767298"/>
              <a:gd name="connsiteX15235" fmla="*/ 2843705 w 4752801"/>
              <a:gd name="connsiteY15235" fmla="*/ 1170313 h 2767298"/>
              <a:gd name="connsiteX15236" fmla="*/ 2850182 w 4752801"/>
              <a:gd name="connsiteY15236" fmla="*/ 1170313 h 2767298"/>
              <a:gd name="connsiteX15237" fmla="*/ 2851397 w 4752801"/>
              <a:gd name="connsiteY15237" fmla="*/ 1171123 h 2767298"/>
              <a:gd name="connsiteX15238" fmla="*/ 2854636 w 4752801"/>
              <a:gd name="connsiteY15238" fmla="*/ 1176790 h 2767298"/>
              <a:gd name="connsiteX15239" fmla="*/ 2854636 w 4752801"/>
              <a:gd name="connsiteY15239" fmla="*/ 1178005 h 2767298"/>
              <a:gd name="connsiteX15240" fmla="*/ 2851397 w 4752801"/>
              <a:gd name="connsiteY15240" fmla="*/ 1183672 h 2767298"/>
              <a:gd name="connsiteX15241" fmla="*/ 2850182 w 4752801"/>
              <a:gd name="connsiteY15241" fmla="*/ 1184481 h 2767298"/>
              <a:gd name="connsiteX15242" fmla="*/ 2843705 w 4752801"/>
              <a:gd name="connsiteY15242" fmla="*/ 1184481 h 2767298"/>
              <a:gd name="connsiteX15243" fmla="*/ 2842491 w 4752801"/>
              <a:gd name="connsiteY15243" fmla="*/ 1183672 h 2767298"/>
              <a:gd name="connsiteX15244" fmla="*/ 2839253 w 4752801"/>
              <a:gd name="connsiteY15244" fmla="*/ 1178005 h 2767298"/>
              <a:gd name="connsiteX15245" fmla="*/ 2839253 w 4752801"/>
              <a:gd name="connsiteY15245" fmla="*/ 1176790 h 2767298"/>
              <a:gd name="connsiteX15246" fmla="*/ 2842491 w 4752801"/>
              <a:gd name="connsiteY15246" fmla="*/ 1171123 h 2767298"/>
              <a:gd name="connsiteX15247" fmla="*/ 2843705 w 4752801"/>
              <a:gd name="connsiteY15247" fmla="*/ 1170313 h 2767298"/>
              <a:gd name="connsiteX15248" fmla="*/ 3287784 w 4752801"/>
              <a:gd name="connsiteY15248" fmla="*/ 1169908 h 2767298"/>
              <a:gd name="connsiteX15249" fmla="*/ 3295881 w 4752801"/>
              <a:gd name="connsiteY15249" fmla="*/ 1169908 h 2767298"/>
              <a:gd name="connsiteX15250" fmla="*/ 3297095 w 4752801"/>
              <a:gd name="connsiteY15250" fmla="*/ 1170313 h 2767298"/>
              <a:gd name="connsiteX15251" fmla="*/ 3301143 w 4752801"/>
              <a:gd name="connsiteY15251" fmla="*/ 1177195 h 2767298"/>
              <a:gd name="connsiteX15252" fmla="*/ 3301143 w 4752801"/>
              <a:gd name="connsiteY15252" fmla="*/ 1178409 h 2767298"/>
              <a:gd name="connsiteX15253" fmla="*/ 3297095 w 4752801"/>
              <a:gd name="connsiteY15253" fmla="*/ 1185291 h 2767298"/>
              <a:gd name="connsiteX15254" fmla="*/ 3295881 w 4752801"/>
              <a:gd name="connsiteY15254" fmla="*/ 1185696 h 2767298"/>
              <a:gd name="connsiteX15255" fmla="*/ 3287784 w 4752801"/>
              <a:gd name="connsiteY15255" fmla="*/ 1185696 h 2767298"/>
              <a:gd name="connsiteX15256" fmla="*/ 3286570 w 4752801"/>
              <a:gd name="connsiteY15256" fmla="*/ 1185291 h 2767298"/>
              <a:gd name="connsiteX15257" fmla="*/ 3282522 w 4752801"/>
              <a:gd name="connsiteY15257" fmla="*/ 1178409 h 2767298"/>
              <a:gd name="connsiteX15258" fmla="*/ 3282522 w 4752801"/>
              <a:gd name="connsiteY15258" fmla="*/ 1177195 h 2767298"/>
              <a:gd name="connsiteX15259" fmla="*/ 3286570 w 4752801"/>
              <a:gd name="connsiteY15259" fmla="*/ 1170313 h 2767298"/>
              <a:gd name="connsiteX15260" fmla="*/ 3287784 w 4752801"/>
              <a:gd name="connsiteY15260" fmla="*/ 1169908 h 2767298"/>
              <a:gd name="connsiteX15261" fmla="*/ 3409229 w 4752801"/>
              <a:gd name="connsiteY15261" fmla="*/ 1169503 h 2767298"/>
              <a:gd name="connsiteX15262" fmla="*/ 3417730 w 4752801"/>
              <a:gd name="connsiteY15262" fmla="*/ 1169503 h 2767298"/>
              <a:gd name="connsiteX15263" fmla="*/ 3418944 w 4752801"/>
              <a:gd name="connsiteY15263" fmla="*/ 1169908 h 2767298"/>
              <a:gd name="connsiteX15264" fmla="*/ 3423397 w 4752801"/>
              <a:gd name="connsiteY15264" fmla="*/ 1177194 h 2767298"/>
              <a:gd name="connsiteX15265" fmla="*/ 3423397 w 4752801"/>
              <a:gd name="connsiteY15265" fmla="*/ 1178409 h 2767298"/>
              <a:gd name="connsiteX15266" fmla="*/ 3418944 w 4752801"/>
              <a:gd name="connsiteY15266" fmla="*/ 1185696 h 2767298"/>
              <a:gd name="connsiteX15267" fmla="*/ 3417730 w 4752801"/>
              <a:gd name="connsiteY15267" fmla="*/ 1186100 h 2767298"/>
              <a:gd name="connsiteX15268" fmla="*/ 3409229 w 4752801"/>
              <a:gd name="connsiteY15268" fmla="*/ 1186100 h 2767298"/>
              <a:gd name="connsiteX15269" fmla="*/ 3408014 w 4752801"/>
              <a:gd name="connsiteY15269" fmla="*/ 1185696 h 2767298"/>
              <a:gd name="connsiteX15270" fmla="*/ 3403562 w 4752801"/>
              <a:gd name="connsiteY15270" fmla="*/ 1178409 h 2767298"/>
              <a:gd name="connsiteX15271" fmla="*/ 3403562 w 4752801"/>
              <a:gd name="connsiteY15271" fmla="*/ 1177194 h 2767298"/>
              <a:gd name="connsiteX15272" fmla="*/ 3408014 w 4752801"/>
              <a:gd name="connsiteY15272" fmla="*/ 1169908 h 2767298"/>
              <a:gd name="connsiteX15273" fmla="*/ 3409229 w 4752801"/>
              <a:gd name="connsiteY15273" fmla="*/ 1169503 h 2767298"/>
              <a:gd name="connsiteX15274" fmla="*/ 2883781 w 4752801"/>
              <a:gd name="connsiteY15274" fmla="*/ 1169503 h 2767298"/>
              <a:gd name="connsiteX15275" fmla="*/ 2891068 w 4752801"/>
              <a:gd name="connsiteY15275" fmla="*/ 1169503 h 2767298"/>
              <a:gd name="connsiteX15276" fmla="*/ 2892282 w 4752801"/>
              <a:gd name="connsiteY15276" fmla="*/ 1170313 h 2767298"/>
              <a:gd name="connsiteX15277" fmla="*/ 2895926 w 4752801"/>
              <a:gd name="connsiteY15277" fmla="*/ 1176790 h 2767298"/>
              <a:gd name="connsiteX15278" fmla="*/ 2895926 w 4752801"/>
              <a:gd name="connsiteY15278" fmla="*/ 1178004 h 2767298"/>
              <a:gd name="connsiteX15279" fmla="*/ 2892282 w 4752801"/>
              <a:gd name="connsiteY15279" fmla="*/ 1184481 h 2767298"/>
              <a:gd name="connsiteX15280" fmla="*/ 2891068 w 4752801"/>
              <a:gd name="connsiteY15280" fmla="*/ 1185291 h 2767298"/>
              <a:gd name="connsiteX15281" fmla="*/ 2883781 w 4752801"/>
              <a:gd name="connsiteY15281" fmla="*/ 1185291 h 2767298"/>
              <a:gd name="connsiteX15282" fmla="*/ 2882567 w 4752801"/>
              <a:gd name="connsiteY15282" fmla="*/ 1184481 h 2767298"/>
              <a:gd name="connsiteX15283" fmla="*/ 2878924 w 4752801"/>
              <a:gd name="connsiteY15283" fmla="*/ 1178004 h 2767298"/>
              <a:gd name="connsiteX15284" fmla="*/ 2878924 w 4752801"/>
              <a:gd name="connsiteY15284" fmla="*/ 1176790 h 2767298"/>
              <a:gd name="connsiteX15285" fmla="*/ 2882567 w 4752801"/>
              <a:gd name="connsiteY15285" fmla="*/ 1170313 h 2767298"/>
              <a:gd name="connsiteX15286" fmla="*/ 2883781 w 4752801"/>
              <a:gd name="connsiteY15286" fmla="*/ 1169503 h 2767298"/>
              <a:gd name="connsiteX15287" fmla="*/ 3368747 w 4752801"/>
              <a:gd name="connsiteY15287" fmla="*/ 1169099 h 2767298"/>
              <a:gd name="connsiteX15288" fmla="*/ 3377248 w 4752801"/>
              <a:gd name="connsiteY15288" fmla="*/ 1169099 h 2767298"/>
              <a:gd name="connsiteX15289" fmla="*/ 3378462 w 4752801"/>
              <a:gd name="connsiteY15289" fmla="*/ 1169909 h 2767298"/>
              <a:gd name="connsiteX15290" fmla="*/ 3382511 w 4752801"/>
              <a:gd name="connsiteY15290" fmla="*/ 1177195 h 2767298"/>
              <a:gd name="connsiteX15291" fmla="*/ 3382511 w 4752801"/>
              <a:gd name="connsiteY15291" fmla="*/ 1178410 h 2767298"/>
              <a:gd name="connsiteX15292" fmla="*/ 3378462 w 4752801"/>
              <a:gd name="connsiteY15292" fmla="*/ 1185696 h 2767298"/>
              <a:gd name="connsiteX15293" fmla="*/ 3377248 w 4752801"/>
              <a:gd name="connsiteY15293" fmla="*/ 1186506 h 2767298"/>
              <a:gd name="connsiteX15294" fmla="*/ 3368747 w 4752801"/>
              <a:gd name="connsiteY15294" fmla="*/ 1186506 h 2767298"/>
              <a:gd name="connsiteX15295" fmla="*/ 3367533 w 4752801"/>
              <a:gd name="connsiteY15295" fmla="*/ 1185696 h 2767298"/>
              <a:gd name="connsiteX15296" fmla="*/ 3363485 w 4752801"/>
              <a:gd name="connsiteY15296" fmla="*/ 1178410 h 2767298"/>
              <a:gd name="connsiteX15297" fmla="*/ 3363485 w 4752801"/>
              <a:gd name="connsiteY15297" fmla="*/ 1177195 h 2767298"/>
              <a:gd name="connsiteX15298" fmla="*/ 3367533 w 4752801"/>
              <a:gd name="connsiteY15298" fmla="*/ 1169909 h 2767298"/>
              <a:gd name="connsiteX15299" fmla="*/ 3368747 w 4752801"/>
              <a:gd name="connsiteY15299" fmla="*/ 1169099 h 2767298"/>
              <a:gd name="connsiteX15300" fmla="*/ 3328266 w 4752801"/>
              <a:gd name="connsiteY15300" fmla="*/ 1168694 h 2767298"/>
              <a:gd name="connsiteX15301" fmla="*/ 3336767 w 4752801"/>
              <a:gd name="connsiteY15301" fmla="*/ 1168694 h 2767298"/>
              <a:gd name="connsiteX15302" fmla="*/ 3337981 w 4752801"/>
              <a:gd name="connsiteY15302" fmla="*/ 1169099 h 2767298"/>
              <a:gd name="connsiteX15303" fmla="*/ 3342434 w 4752801"/>
              <a:gd name="connsiteY15303" fmla="*/ 1176790 h 2767298"/>
              <a:gd name="connsiteX15304" fmla="*/ 3342434 w 4752801"/>
              <a:gd name="connsiteY15304" fmla="*/ 1178005 h 2767298"/>
              <a:gd name="connsiteX15305" fmla="*/ 3337981 w 4752801"/>
              <a:gd name="connsiteY15305" fmla="*/ 1185696 h 2767298"/>
              <a:gd name="connsiteX15306" fmla="*/ 3336767 w 4752801"/>
              <a:gd name="connsiteY15306" fmla="*/ 1186506 h 2767298"/>
              <a:gd name="connsiteX15307" fmla="*/ 3328266 w 4752801"/>
              <a:gd name="connsiteY15307" fmla="*/ 1186506 h 2767298"/>
              <a:gd name="connsiteX15308" fmla="*/ 3327051 w 4752801"/>
              <a:gd name="connsiteY15308" fmla="*/ 1185696 h 2767298"/>
              <a:gd name="connsiteX15309" fmla="*/ 3322599 w 4752801"/>
              <a:gd name="connsiteY15309" fmla="*/ 1178005 h 2767298"/>
              <a:gd name="connsiteX15310" fmla="*/ 3322599 w 4752801"/>
              <a:gd name="connsiteY15310" fmla="*/ 1176790 h 2767298"/>
              <a:gd name="connsiteX15311" fmla="*/ 3327051 w 4752801"/>
              <a:gd name="connsiteY15311" fmla="*/ 1169099 h 2767298"/>
              <a:gd name="connsiteX15312" fmla="*/ 3328266 w 4752801"/>
              <a:gd name="connsiteY15312" fmla="*/ 1168694 h 2767298"/>
              <a:gd name="connsiteX15313" fmla="*/ 2639680 w 4752801"/>
              <a:gd name="connsiteY15313" fmla="*/ 1168694 h 2767298"/>
              <a:gd name="connsiteX15314" fmla="*/ 2648990 w 4752801"/>
              <a:gd name="connsiteY15314" fmla="*/ 1168694 h 2767298"/>
              <a:gd name="connsiteX15315" fmla="*/ 2650205 w 4752801"/>
              <a:gd name="connsiteY15315" fmla="*/ 1169099 h 2767298"/>
              <a:gd name="connsiteX15316" fmla="*/ 2655063 w 4752801"/>
              <a:gd name="connsiteY15316" fmla="*/ 1177195 h 2767298"/>
              <a:gd name="connsiteX15317" fmla="*/ 2655063 w 4752801"/>
              <a:gd name="connsiteY15317" fmla="*/ 1178409 h 2767298"/>
              <a:gd name="connsiteX15318" fmla="*/ 2650205 w 4752801"/>
              <a:gd name="connsiteY15318" fmla="*/ 1186506 h 2767298"/>
              <a:gd name="connsiteX15319" fmla="*/ 2648990 w 4752801"/>
              <a:gd name="connsiteY15319" fmla="*/ 1186911 h 2767298"/>
              <a:gd name="connsiteX15320" fmla="*/ 2639680 w 4752801"/>
              <a:gd name="connsiteY15320" fmla="*/ 1186911 h 2767298"/>
              <a:gd name="connsiteX15321" fmla="*/ 2638465 w 4752801"/>
              <a:gd name="connsiteY15321" fmla="*/ 1186506 h 2767298"/>
              <a:gd name="connsiteX15322" fmla="*/ 2633608 w 4752801"/>
              <a:gd name="connsiteY15322" fmla="*/ 1178409 h 2767298"/>
              <a:gd name="connsiteX15323" fmla="*/ 2633608 w 4752801"/>
              <a:gd name="connsiteY15323" fmla="*/ 1177195 h 2767298"/>
              <a:gd name="connsiteX15324" fmla="*/ 2638465 w 4752801"/>
              <a:gd name="connsiteY15324" fmla="*/ 1169099 h 2767298"/>
              <a:gd name="connsiteX15325" fmla="*/ 2639680 w 4752801"/>
              <a:gd name="connsiteY15325" fmla="*/ 1168694 h 2767298"/>
              <a:gd name="connsiteX15326" fmla="*/ 2720238 w 4752801"/>
              <a:gd name="connsiteY15326" fmla="*/ 1168289 h 2767298"/>
              <a:gd name="connsiteX15327" fmla="*/ 2730358 w 4752801"/>
              <a:gd name="connsiteY15327" fmla="*/ 1168289 h 2767298"/>
              <a:gd name="connsiteX15328" fmla="*/ 2731573 w 4752801"/>
              <a:gd name="connsiteY15328" fmla="*/ 1168694 h 2767298"/>
              <a:gd name="connsiteX15329" fmla="*/ 2736430 w 4752801"/>
              <a:gd name="connsiteY15329" fmla="*/ 1177195 h 2767298"/>
              <a:gd name="connsiteX15330" fmla="*/ 2736430 w 4752801"/>
              <a:gd name="connsiteY15330" fmla="*/ 1178409 h 2767298"/>
              <a:gd name="connsiteX15331" fmla="*/ 2731573 w 4752801"/>
              <a:gd name="connsiteY15331" fmla="*/ 1186910 h 2767298"/>
              <a:gd name="connsiteX15332" fmla="*/ 2730358 w 4752801"/>
              <a:gd name="connsiteY15332" fmla="*/ 1187315 h 2767298"/>
              <a:gd name="connsiteX15333" fmla="*/ 2720238 w 4752801"/>
              <a:gd name="connsiteY15333" fmla="*/ 1187315 h 2767298"/>
              <a:gd name="connsiteX15334" fmla="*/ 2719024 w 4752801"/>
              <a:gd name="connsiteY15334" fmla="*/ 1186910 h 2767298"/>
              <a:gd name="connsiteX15335" fmla="*/ 2714166 w 4752801"/>
              <a:gd name="connsiteY15335" fmla="*/ 1178409 h 2767298"/>
              <a:gd name="connsiteX15336" fmla="*/ 2714166 w 4752801"/>
              <a:gd name="connsiteY15336" fmla="*/ 1177195 h 2767298"/>
              <a:gd name="connsiteX15337" fmla="*/ 2719024 w 4752801"/>
              <a:gd name="connsiteY15337" fmla="*/ 1168694 h 2767298"/>
              <a:gd name="connsiteX15338" fmla="*/ 2720238 w 4752801"/>
              <a:gd name="connsiteY15338" fmla="*/ 1168289 h 2767298"/>
              <a:gd name="connsiteX15339" fmla="*/ 2680161 w 4752801"/>
              <a:gd name="connsiteY15339" fmla="*/ 1167884 h 2767298"/>
              <a:gd name="connsiteX15340" fmla="*/ 2689876 w 4752801"/>
              <a:gd name="connsiteY15340" fmla="*/ 1167884 h 2767298"/>
              <a:gd name="connsiteX15341" fmla="*/ 2691091 w 4752801"/>
              <a:gd name="connsiteY15341" fmla="*/ 1168289 h 2767298"/>
              <a:gd name="connsiteX15342" fmla="*/ 2695949 w 4752801"/>
              <a:gd name="connsiteY15342" fmla="*/ 1176790 h 2767298"/>
              <a:gd name="connsiteX15343" fmla="*/ 2695949 w 4752801"/>
              <a:gd name="connsiteY15343" fmla="*/ 1178004 h 2767298"/>
              <a:gd name="connsiteX15344" fmla="*/ 2691091 w 4752801"/>
              <a:gd name="connsiteY15344" fmla="*/ 1186505 h 2767298"/>
              <a:gd name="connsiteX15345" fmla="*/ 2689876 w 4752801"/>
              <a:gd name="connsiteY15345" fmla="*/ 1186910 h 2767298"/>
              <a:gd name="connsiteX15346" fmla="*/ 2680161 w 4752801"/>
              <a:gd name="connsiteY15346" fmla="*/ 1186910 h 2767298"/>
              <a:gd name="connsiteX15347" fmla="*/ 2678947 w 4752801"/>
              <a:gd name="connsiteY15347" fmla="*/ 1186505 h 2767298"/>
              <a:gd name="connsiteX15348" fmla="*/ 2674089 w 4752801"/>
              <a:gd name="connsiteY15348" fmla="*/ 1178004 h 2767298"/>
              <a:gd name="connsiteX15349" fmla="*/ 2674089 w 4752801"/>
              <a:gd name="connsiteY15349" fmla="*/ 1176790 h 2767298"/>
              <a:gd name="connsiteX15350" fmla="*/ 2678947 w 4752801"/>
              <a:gd name="connsiteY15350" fmla="*/ 1168289 h 2767298"/>
              <a:gd name="connsiteX15351" fmla="*/ 2680161 w 4752801"/>
              <a:gd name="connsiteY15351" fmla="*/ 1167884 h 2767298"/>
              <a:gd name="connsiteX15352" fmla="*/ 2274944 w 4752801"/>
              <a:gd name="connsiteY15352" fmla="*/ 1167884 h 2767298"/>
              <a:gd name="connsiteX15353" fmla="*/ 2285064 w 4752801"/>
              <a:gd name="connsiteY15353" fmla="*/ 1167884 h 2767298"/>
              <a:gd name="connsiteX15354" fmla="*/ 2286279 w 4752801"/>
              <a:gd name="connsiteY15354" fmla="*/ 1168694 h 2767298"/>
              <a:gd name="connsiteX15355" fmla="*/ 2291136 w 4752801"/>
              <a:gd name="connsiteY15355" fmla="*/ 1177195 h 2767298"/>
              <a:gd name="connsiteX15356" fmla="*/ 2291136 w 4752801"/>
              <a:gd name="connsiteY15356" fmla="*/ 1178409 h 2767298"/>
              <a:gd name="connsiteX15357" fmla="*/ 2286279 w 4752801"/>
              <a:gd name="connsiteY15357" fmla="*/ 1186910 h 2767298"/>
              <a:gd name="connsiteX15358" fmla="*/ 2285064 w 4752801"/>
              <a:gd name="connsiteY15358" fmla="*/ 1187315 h 2767298"/>
              <a:gd name="connsiteX15359" fmla="*/ 2274944 w 4752801"/>
              <a:gd name="connsiteY15359" fmla="*/ 1187315 h 2767298"/>
              <a:gd name="connsiteX15360" fmla="*/ 2273729 w 4752801"/>
              <a:gd name="connsiteY15360" fmla="*/ 1186910 h 2767298"/>
              <a:gd name="connsiteX15361" fmla="*/ 2268872 w 4752801"/>
              <a:gd name="connsiteY15361" fmla="*/ 1178409 h 2767298"/>
              <a:gd name="connsiteX15362" fmla="*/ 2268872 w 4752801"/>
              <a:gd name="connsiteY15362" fmla="*/ 1177195 h 2767298"/>
              <a:gd name="connsiteX15363" fmla="*/ 2273729 w 4752801"/>
              <a:gd name="connsiteY15363" fmla="*/ 1168694 h 2767298"/>
              <a:gd name="connsiteX15364" fmla="*/ 2274944 w 4752801"/>
              <a:gd name="connsiteY15364" fmla="*/ 1167884 h 2767298"/>
              <a:gd name="connsiteX15365" fmla="*/ 3812826 w 4752801"/>
              <a:gd name="connsiteY15365" fmla="*/ 1167074 h 2767298"/>
              <a:gd name="connsiteX15366" fmla="*/ 3823756 w 4752801"/>
              <a:gd name="connsiteY15366" fmla="*/ 1167074 h 2767298"/>
              <a:gd name="connsiteX15367" fmla="*/ 3824971 w 4752801"/>
              <a:gd name="connsiteY15367" fmla="*/ 1167884 h 2767298"/>
              <a:gd name="connsiteX15368" fmla="*/ 3830234 w 4752801"/>
              <a:gd name="connsiteY15368" fmla="*/ 1177194 h 2767298"/>
              <a:gd name="connsiteX15369" fmla="*/ 3830234 w 4752801"/>
              <a:gd name="connsiteY15369" fmla="*/ 1178409 h 2767298"/>
              <a:gd name="connsiteX15370" fmla="*/ 3824971 w 4752801"/>
              <a:gd name="connsiteY15370" fmla="*/ 1187719 h 2767298"/>
              <a:gd name="connsiteX15371" fmla="*/ 3823756 w 4752801"/>
              <a:gd name="connsiteY15371" fmla="*/ 1188529 h 2767298"/>
              <a:gd name="connsiteX15372" fmla="*/ 3812826 w 4752801"/>
              <a:gd name="connsiteY15372" fmla="*/ 1188529 h 2767298"/>
              <a:gd name="connsiteX15373" fmla="*/ 3811612 w 4752801"/>
              <a:gd name="connsiteY15373" fmla="*/ 1187719 h 2767298"/>
              <a:gd name="connsiteX15374" fmla="*/ 3806350 w 4752801"/>
              <a:gd name="connsiteY15374" fmla="*/ 1178409 h 2767298"/>
              <a:gd name="connsiteX15375" fmla="*/ 3806350 w 4752801"/>
              <a:gd name="connsiteY15375" fmla="*/ 1177194 h 2767298"/>
              <a:gd name="connsiteX15376" fmla="*/ 3811612 w 4752801"/>
              <a:gd name="connsiteY15376" fmla="*/ 1167884 h 2767298"/>
              <a:gd name="connsiteX15377" fmla="*/ 3812826 w 4752801"/>
              <a:gd name="connsiteY15377" fmla="*/ 1167074 h 2767298"/>
              <a:gd name="connsiteX15378" fmla="*/ 3691787 w 4752801"/>
              <a:gd name="connsiteY15378" fmla="*/ 1167074 h 2767298"/>
              <a:gd name="connsiteX15379" fmla="*/ 3701908 w 4752801"/>
              <a:gd name="connsiteY15379" fmla="*/ 1167074 h 2767298"/>
              <a:gd name="connsiteX15380" fmla="*/ 3703122 w 4752801"/>
              <a:gd name="connsiteY15380" fmla="*/ 1167884 h 2767298"/>
              <a:gd name="connsiteX15381" fmla="*/ 3708385 w 4752801"/>
              <a:gd name="connsiteY15381" fmla="*/ 1176789 h 2767298"/>
              <a:gd name="connsiteX15382" fmla="*/ 3708385 w 4752801"/>
              <a:gd name="connsiteY15382" fmla="*/ 1178004 h 2767298"/>
              <a:gd name="connsiteX15383" fmla="*/ 3703122 w 4752801"/>
              <a:gd name="connsiteY15383" fmla="*/ 1186910 h 2767298"/>
              <a:gd name="connsiteX15384" fmla="*/ 3701908 w 4752801"/>
              <a:gd name="connsiteY15384" fmla="*/ 1187719 h 2767298"/>
              <a:gd name="connsiteX15385" fmla="*/ 3691787 w 4752801"/>
              <a:gd name="connsiteY15385" fmla="*/ 1187719 h 2767298"/>
              <a:gd name="connsiteX15386" fmla="*/ 3690573 w 4752801"/>
              <a:gd name="connsiteY15386" fmla="*/ 1186910 h 2767298"/>
              <a:gd name="connsiteX15387" fmla="*/ 3685311 w 4752801"/>
              <a:gd name="connsiteY15387" fmla="*/ 1178004 h 2767298"/>
              <a:gd name="connsiteX15388" fmla="*/ 3685311 w 4752801"/>
              <a:gd name="connsiteY15388" fmla="*/ 1176789 h 2767298"/>
              <a:gd name="connsiteX15389" fmla="*/ 3690573 w 4752801"/>
              <a:gd name="connsiteY15389" fmla="*/ 1167884 h 2767298"/>
              <a:gd name="connsiteX15390" fmla="*/ 3691787 w 4752801"/>
              <a:gd name="connsiteY15390" fmla="*/ 1167074 h 2767298"/>
              <a:gd name="connsiteX15391" fmla="*/ 3651306 w 4752801"/>
              <a:gd name="connsiteY15391" fmla="*/ 1167074 h 2767298"/>
              <a:gd name="connsiteX15392" fmla="*/ 3661427 w 4752801"/>
              <a:gd name="connsiteY15392" fmla="*/ 1167074 h 2767298"/>
              <a:gd name="connsiteX15393" fmla="*/ 3662641 w 4752801"/>
              <a:gd name="connsiteY15393" fmla="*/ 1167884 h 2767298"/>
              <a:gd name="connsiteX15394" fmla="*/ 3667904 w 4752801"/>
              <a:gd name="connsiteY15394" fmla="*/ 1176789 h 2767298"/>
              <a:gd name="connsiteX15395" fmla="*/ 3667904 w 4752801"/>
              <a:gd name="connsiteY15395" fmla="*/ 1178004 h 2767298"/>
              <a:gd name="connsiteX15396" fmla="*/ 3662641 w 4752801"/>
              <a:gd name="connsiteY15396" fmla="*/ 1186910 h 2767298"/>
              <a:gd name="connsiteX15397" fmla="*/ 3661427 w 4752801"/>
              <a:gd name="connsiteY15397" fmla="*/ 1187719 h 2767298"/>
              <a:gd name="connsiteX15398" fmla="*/ 3651306 w 4752801"/>
              <a:gd name="connsiteY15398" fmla="*/ 1187719 h 2767298"/>
              <a:gd name="connsiteX15399" fmla="*/ 3650092 w 4752801"/>
              <a:gd name="connsiteY15399" fmla="*/ 1186910 h 2767298"/>
              <a:gd name="connsiteX15400" fmla="*/ 3644830 w 4752801"/>
              <a:gd name="connsiteY15400" fmla="*/ 1178004 h 2767298"/>
              <a:gd name="connsiteX15401" fmla="*/ 3644830 w 4752801"/>
              <a:gd name="connsiteY15401" fmla="*/ 1176789 h 2767298"/>
              <a:gd name="connsiteX15402" fmla="*/ 3650092 w 4752801"/>
              <a:gd name="connsiteY15402" fmla="*/ 1167884 h 2767298"/>
              <a:gd name="connsiteX15403" fmla="*/ 3651306 w 4752801"/>
              <a:gd name="connsiteY15403" fmla="*/ 1167074 h 2767298"/>
              <a:gd name="connsiteX15404" fmla="*/ 2355501 w 4752801"/>
              <a:gd name="connsiteY15404" fmla="*/ 1167074 h 2767298"/>
              <a:gd name="connsiteX15405" fmla="*/ 2366836 w 4752801"/>
              <a:gd name="connsiteY15405" fmla="*/ 1167074 h 2767298"/>
              <a:gd name="connsiteX15406" fmla="*/ 2368051 w 4752801"/>
              <a:gd name="connsiteY15406" fmla="*/ 1167479 h 2767298"/>
              <a:gd name="connsiteX15407" fmla="*/ 2373718 w 4752801"/>
              <a:gd name="connsiteY15407" fmla="*/ 1177194 h 2767298"/>
              <a:gd name="connsiteX15408" fmla="*/ 2373718 w 4752801"/>
              <a:gd name="connsiteY15408" fmla="*/ 1178409 h 2767298"/>
              <a:gd name="connsiteX15409" fmla="*/ 2368051 w 4752801"/>
              <a:gd name="connsiteY15409" fmla="*/ 1188124 h 2767298"/>
              <a:gd name="connsiteX15410" fmla="*/ 2366836 w 4752801"/>
              <a:gd name="connsiteY15410" fmla="*/ 1188529 h 2767298"/>
              <a:gd name="connsiteX15411" fmla="*/ 2355501 w 4752801"/>
              <a:gd name="connsiteY15411" fmla="*/ 1188529 h 2767298"/>
              <a:gd name="connsiteX15412" fmla="*/ 2354287 w 4752801"/>
              <a:gd name="connsiteY15412" fmla="*/ 1188124 h 2767298"/>
              <a:gd name="connsiteX15413" fmla="*/ 2348620 w 4752801"/>
              <a:gd name="connsiteY15413" fmla="*/ 1178409 h 2767298"/>
              <a:gd name="connsiteX15414" fmla="*/ 2348620 w 4752801"/>
              <a:gd name="connsiteY15414" fmla="*/ 1177194 h 2767298"/>
              <a:gd name="connsiteX15415" fmla="*/ 2354287 w 4752801"/>
              <a:gd name="connsiteY15415" fmla="*/ 1167479 h 2767298"/>
              <a:gd name="connsiteX15416" fmla="*/ 2355501 w 4752801"/>
              <a:gd name="connsiteY15416" fmla="*/ 1167074 h 2767298"/>
              <a:gd name="connsiteX15417" fmla="*/ 3448899 w 4752801"/>
              <a:gd name="connsiteY15417" fmla="*/ 1166670 h 2767298"/>
              <a:gd name="connsiteX15418" fmla="*/ 3459424 w 4752801"/>
              <a:gd name="connsiteY15418" fmla="*/ 1166670 h 2767298"/>
              <a:gd name="connsiteX15419" fmla="*/ 3460639 w 4752801"/>
              <a:gd name="connsiteY15419" fmla="*/ 1167480 h 2767298"/>
              <a:gd name="connsiteX15420" fmla="*/ 3465902 w 4752801"/>
              <a:gd name="connsiteY15420" fmla="*/ 1176790 h 2767298"/>
              <a:gd name="connsiteX15421" fmla="*/ 3465902 w 4752801"/>
              <a:gd name="connsiteY15421" fmla="*/ 1178005 h 2767298"/>
              <a:gd name="connsiteX15422" fmla="*/ 3460639 w 4752801"/>
              <a:gd name="connsiteY15422" fmla="*/ 1187315 h 2767298"/>
              <a:gd name="connsiteX15423" fmla="*/ 3459424 w 4752801"/>
              <a:gd name="connsiteY15423" fmla="*/ 1187720 h 2767298"/>
              <a:gd name="connsiteX15424" fmla="*/ 3448899 w 4752801"/>
              <a:gd name="connsiteY15424" fmla="*/ 1187720 h 2767298"/>
              <a:gd name="connsiteX15425" fmla="*/ 3447685 w 4752801"/>
              <a:gd name="connsiteY15425" fmla="*/ 1187315 h 2767298"/>
              <a:gd name="connsiteX15426" fmla="*/ 3442423 w 4752801"/>
              <a:gd name="connsiteY15426" fmla="*/ 1178005 h 2767298"/>
              <a:gd name="connsiteX15427" fmla="*/ 3442423 w 4752801"/>
              <a:gd name="connsiteY15427" fmla="*/ 1176790 h 2767298"/>
              <a:gd name="connsiteX15428" fmla="*/ 3447685 w 4752801"/>
              <a:gd name="connsiteY15428" fmla="*/ 1167480 h 2767298"/>
              <a:gd name="connsiteX15429" fmla="*/ 3448899 w 4752801"/>
              <a:gd name="connsiteY15429" fmla="*/ 1166670 h 2767298"/>
              <a:gd name="connsiteX15430" fmla="*/ 2395578 w 4752801"/>
              <a:gd name="connsiteY15430" fmla="*/ 1166670 h 2767298"/>
              <a:gd name="connsiteX15431" fmla="*/ 2407318 w 4752801"/>
              <a:gd name="connsiteY15431" fmla="*/ 1166670 h 2767298"/>
              <a:gd name="connsiteX15432" fmla="*/ 2408532 w 4752801"/>
              <a:gd name="connsiteY15432" fmla="*/ 1167075 h 2767298"/>
              <a:gd name="connsiteX15433" fmla="*/ 2414605 w 4752801"/>
              <a:gd name="connsiteY15433" fmla="*/ 1177195 h 2767298"/>
              <a:gd name="connsiteX15434" fmla="*/ 2414605 w 4752801"/>
              <a:gd name="connsiteY15434" fmla="*/ 1178410 h 2767298"/>
              <a:gd name="connsiteX15435" fmla="*/ 2408532 w 4752801"/>
              <a:gd name="connsiteY15435" fmla="*/ 1188530 h 2767298"/>
              <a:gd name="connsiteX15436" fmla="*/ 2407318 w 4752801"/>
              <a:gd name="connsiteY15436" fmla="*/ 1188935 h 2767298"/>
              <a:gd name="connsiteX15437" fmla="*/ 2395578 w 4752801"/>
              <a:gd name="connsiteY15437" fmla="*/ 1188935 h 2767298"/>
              <a:gd name="connsiteX15438" fmla="*/ 2394364 w 4752801"/>
              <a:gd name="connsiteY15438" fmla="*/ 1188530 h 2767298"/>
              <a:gd name="connsiteX15439" fmla="*/ 2388292 w 4752801"/>
              <a:gd name="connsiteY15439" fmla="*/ 1178410 h 2767298"/>
              <a:gd name="connsiteX15440" fmla="*/ 2388292 w 4752801"/>
              <a:gd name="connsiteY15440" fmla="*/ 1177195 h 2767298"/>
              <a:gd name="connsiteX15441" fmla="*/ 2394364 w 4752801"/>
              <a:gd name="connsiteY15441" fmla="*/ 1167075 h 2767298"/>
              <a:gd name="connsiteX15442" fmla="*/ 2395578 w 4752801"/>
              <a:gd name="connsiteY15442" fmla="*/ 1166670 h 2767298"/>
              <a:gd name="connsiteX15443" fmla="*/ 3610421 w 4752801"/>
              <a:gd name="connsiteY15443" fmla="*/ 1166265 h 2767298"/>
              <a:gd name="connsiteX15444" fmla="*/ 3621755 w 4752801"/>
              <a:gd name="connsiteY15444" fmla="*/ 1166265 h 2767298"/>
              <a:gd name="connsiteX15445" fmla="*/ 3622970 w 4752801"/>
              <a:gd name="connsiteY15445" fmla="*/ 1166670 h 2767298"/>
              <a:gd name="connsiteX15446" fmla="*/ 3628637 w 4752801"/>
              <a:gd name="connsiteY15446" fmla="*/ 1176790 h 2767298"/>
              <a:gd name="connsiteX15447" fmla="*/ 3628637 w 4752801"/>
              <a:gd name="connsiteY15447" fmla="*/ 1178005 h 2767298"/>
              <a:gd name="connsiteX15448" fmla="*/ 3622970 w 4752801"/>
              <a:gd name="connsiteY15448" fmla="*/ 1188125 h 2767298"/>
              <a:gd name="connsiteX15449" fmla="*/ 3621755 w 4752801"/>
              <a:gd name="connsiteY15449" fmla="*/ 1188530 h 2767298"/>
              <a:gd name="connsiteX15450" fmla="*/ 3610421 w 4752801"/>
              <a:gd name="connsiteY15450" fmla="*/ 1188530 h 2767298"/>
              <a:gd name="connsiteX15451" fmla="*/ 3609206 w 4752801"/>
              <a:gd name="connsiteY15451" fmla="*/ 1188125 h 2767298"/>
              <a:gd name="connsiteX15452" fmla="*/ 3603539 w 4752801"/>
              <a:gd name="connsiteY15452" fmla="*/ 1178005 h 2767298"/>
              <a:gd name="connsiteX15453" fmla="*/ 3603539 w 4752801"/>
              <a:gd name="connsiteY15453" fmla="*/ 1176790 h 2767298"/>
              <a:gd name="connsiteX15454" fmla="*/ 3609206 w 4752801"/>
              <a:gd name="connsiteY15454" fmla="*/ 1166670 h 2767298"/>
              <a:gd name="connsiteX15455" fmla="*/ 3610421 w 4752801"/>
              <a:gd name="connsiteY15455" fmla="*/ 1166265 h 2767298"/>
              <a:gd name="connsiteX15456" fmla="*/ 2315020 w 4752801"/>
              <a:gd name="connsiteY15456" fmla="*/ 1166265 h 2767298"/>
              <a:gd name="connsiteX15457" fmla="*/ 2325950 w 4752801"/>
              <a:gd name="connsiteY15457" fmla="*/ 1166265 h 2767298"/>
              <a:gd name="connsiteX15458" fmla="*/ 2327165 w 4752801"/>
              <a:gd name="connsiteY15458" fmla="*/ 1167075 h 2767298"/>
              <a:gd name="connsiteX15459" fmla="*/ 2332832 w 4752801"/>
              <a:gd name="connsiteY15459" fmla="*/ 1176790 h 2767298"/>
              <a:gd name="connsiteX15460" fmla="*/ 2332832 w 4752801"/>
              <a:gd name="connsiteY15460" fmla="*/ 1178005 h 2767298"/>
              <a:gd name="connsiteX15461" fmla="*/ 2327165 w 4752801"/>
              <a:gd name="connsiteY15461" fmla="*/ 1187720 h 2767298"/>
              <a:gd name="connsiteX15462" fmla="*/ 2325950 w 4752801"/>
              <a:gd name="connsiteY15462" fmla="*/ 1188530 h 2767298"/>
              <a:gd name="connsiteX15463" fmla="*/ 2315020 w 4752801"/>
              <a:gd name="connsiteY15463" fmla="*/ 1188530 h 2767298"/>
              <a:gd name="connsiteX15464" fmla="*/ 2313806 w 4752801"/>
              <a:gd name="connsiteY15464" fmla="*/ 1187720 h 2767298"/>
              <a:gd name="connsiteX15465" fmla="*/ 2308139 w 4752801"/>
              <a:gd name="connsiteY15465" fmla="*/ 1178005 h 2767298"/>
              <a:gd name="connsiteX15466" fmla="*/ 2308139 w 4752801"/>
              <a:gd name="connsiteY15466" fmla="*/ 1176790 h 2767298"/>
              <a:gd name="connsiteX15467" fmla="*/ 2313806 w 4752801"/>
              <a:gd name="connsiteY15467" fmla="*/ 1167075 h 2767298"/>
              <a:gd name="connsiteX15468" fmla="*/ 2315020 w 4752801"/>
              <a:gd name="connsiteY15468" fmla="*/ 1166265 h 2767298"/>
              <a:gd name="connsiteX15469" fmla="*/ 3731459 w 4752801"/>
              <a:gd name="connsiteY15469" fmla="*/ 1165860 h 2767298"/>
              <a:gd name="connsiteX15470" fmla="*/ 3743199 w 4752801"/>
              <a:gd name="connsiteY15470" fmla="*/ 1165860 h 2767298"/>
              <a:gd name="connsiteX15471" fmla="*/ 3744413 w 4752801"/>
              <a:gd name="connsiteY15471" fmla="*/ 1166265 h 2767298"/>
              <a:gd name="connsiteX15472" fmla="*/ 3750485 w 4752801"/>
              <a:gd name="connsiteY15472" fmla="*/ 1176790 h 2767298"/>
              <a:gd name="connsiteX15473" fmla="*/ 3750485 w 4752801"/>
              <a:gd name="connsiteY15473" fmla="*/ 1178004 h 2767298"/>
              <a:gd name="connsiteX15474" fmla="*/ 3744413 w 4752801"/>
              <a:gd name="connsiteY15474" fmla="*/ 1188529 h 2767298"/>
              <a:gd name="connsiteX15475" fmla="*/ 3743199 w 4752801"/>
              <a:gd name="connsiteY15475" fmla="*/ 1188934 h 2767298"/>
              <a:gd name="connsiteX15476" fmla="*/ 3731459 w 4752801"/>
              <a:gd name="connsiteY15476" fmla="*/ 1188934 h 2767298"/>
              <a:gd name="connsiteX15477" fmla="*/ 3730245 w 4752801"/>
              <a:gd name="connsiteY15477" fmla="*/ 1188529 h 2767298"/>
              <a:gd name="connsiteX15478" fmla="*/ 3724173 w 4752801"/>
              <a:gd name="connsiteY15478" fmla="*/ 1178004 h 2767298"/>
              <a:gd name="connsiteX15479" fmla="*/ 3724173 w 4752801"/>
              <a:gd name="connsiteY15479" fmla="*/ 1176790 h 2767298"/>
              <a:gd name="connsiteX15480" fmla="*/ 3730245 w 4752801"/>
              <a:gd name="connsiteY15480" fmla="*/ 1166265 h 2767298"/>
              <a:gd name="connsiteX15481" fmla="*/ 3731459 w 4752801"/>
              <a:gd name="connsiteY15481" fmla="*/ 1165860 h 2767298"/>
              <a:gd name="connsiteX15482" fmla="*/ 2435249 w 4752801"/>
              <a:gd name="connsiteY15482" fmla="*/ 1165860 h 2767298"/>
              <a:gd name="connsiteX15483" fmla="*/ 2448203 w 4752801"/>
              <a:gd name="connsiteY15483" fmla="*/ 1165860 h 2767298"/>
              <a:gd name="connsiteX15484" fmla="*/ 2449418 w 4752801"/>
              <a:gd name="connsiteY15484" fmla="*/ 1166265 h 2767298"/>
              <a:gd name="connsiteX15485" fmla="*/ 2455894 w 4752801"/>
              <a:gd name="connsiteY15485" fmla="*/ 1177195 h 2767298"/>
              <a:gd name="connsiteX15486" fmla="*/ 2455894 w 4752801"/>
              <a:gd name="connsiteY15486" fmla="*/ 1178409 h 2767298"/>
              <a:gd name="connsiteX15487" fmla="*/ 2449418 w 4752801"/>
              <a:gd name="connsiteY15487" fmla="*/ 1189339 h 2767298"/>
              <a:gd name="connsiteX15488" fmla="*/ 2448203 w 4752801"/>
              <a:gd name="connsiteY15488" fmla="*/ 1189744 h 2767298"/>
              <a:gd name="connsiteX15489" fmla="*/ 2435249 w 4752801"/>
              <a:gd name="connsiteY15489" fmla="*/ 1189744 h 2767298"/>
              <a:gd name="connsiteX15490" fmla="*/ 2434035 w 4752801"/>
              <a:gd name="connsiteY15490" fmla="*/ 1189339 h 2767298"/>
              <a:gd name="connsiteX15491" fmla="*/ 2427558 w 4752801"/>
              <a:gd name="connsiteY15491" fmla="*/ 1178409 h 2767298"/>
              <a:gd name="connsiteX15492" fmla="*/ 2427558 w 4752801"/>
              <a:gd name="connsiteY15492" fmla="*/ 1177195 h 2767298"/>
              <a:gd name="connsiteX15493" fmla="*/ 2434035 w 4752801"/>
              <a:gd name="connsiteY15493" fmla="*/ 1166265 h 2767298"/>
              <a:gd name="connsiteX15494" fmla="*/ 2435249 w 4752801"/>
              <a:gd name="connsiteY15494" fmla="*/ 1165860 h 2767298"/>
              <a:gd name="connsiteX15495" fmla="*/ 3771131 w 4752801"/>
              <a:gd name="connsiteY15495" fmla="*/ 1165455 h 2767298"/>
              <a:gd name="connsiteX15496" fmla="*/ 3784490 w 4752801"/>
              <a:gd name="connsiteY15496" fmla="*/ 1165455 h 2767298"/>
              <a:gd name="connsiteX15497" fmla="*/ 3785705 w 4752801"/>
              <a:gd name="connsiteY15497" fmla="*/ 1165860 h 2767298"/>
              <a:gd name="connsiteX15498" fmla="*/ 3792181 w 4752801"/>
              <a:gd name="connsiteY15498" fmla="*/ 1177195 h 2767298"/>
              <a:gd name="connsiteX15499" fmla="*/ 3792181 w 4752801"/>
              <a:gd name="connsiteY15499" fmla="*/ 1178409 h 2767298"/>
              <a:gd name="connsiteX15500" fmla="*/ 3785705 w 4752801"/>
              <a:gd name="connsiteY15500" fmla="*/ 1189744 h 2767298"/>
              <a:gd name="connsiteX15501" fmla="*/ 3784490 w 4752801"/>
              <a:gd name="connsiteY15501" fmla="*/ 1190149 h 2767298"/>
              <a:gd name="connsiteX15502" fmla="*/ 3771131 w 4752801"/>
              <a:gd name="connsiteY15502" fmla="*/ 1190149 h 2767298"/>
              <a:gd name="connsiteX15503" fmla="*/ 3769917 w 4752801"/>
              <a:gd name="connsiteY15503" fmla="*/ 1189744 h 2767298"/>
              <a:gd name="connsiteX15504" fmla="*/ 3763440 w 4752801"/>
              <a:gd name="connsiteY15504" fmla="*/ 1178409 h 2767298"/>
              <a:gd name="connsiteX15505" fmla="*/ 3763440 w 4752801"/>
              <a:gd name="connsiteY15505" fmla="*/ 1177195 h 2767298"/>
              <a:gd name="connsiteX15506" fmla="*/ 3769917 w 4752801"/>
              <a:gd name="connsiteY15506" fmla="*/ 1165860 h 2767298"/>
              <a:gd name="connsiteX15507" fmla="*/ 3771131 w 4752801"/>
              <a:gd name="connsiteY15507" fmla="*/ 1165455 h 2767298"/>
              <a:gd name="connsiteX15508" fmla="*/ 2475326 w 4752801"/>
              <a:gd name="connsiteY15508" fmla="*/ 1165050 h 2767298"/>
              <a:gd name="connsiteX15509" fmla="*/ 2489089 w 4752801"/>
              <a:gd name="connsiteY15509" fmla="*/ 1165050 h 2767298"/>
              <a:gd name="connsiteX15510" fmla="*/ 2490304 w 4752801"/>
              <a:gd name="connsiteY15510" fmla="*/ 1165455 h 2767298"/>
              <a:gd name="connsiteX15511" fmla="*/ 2497186 w 4752801"/>
              <a:gd name="connsiteY15511" fmla="*/ 1177194 h 2767298"/>
              <a:gd name="connsiteX15512" fmla="*/ 2497186 w 4752801"/>
              <a:gd name="connsiteY15512" fmla="*/ 1178409 h 2767298"/>
              <a:gd name="connsiteX15513" fmla="*/ 2490304 w 4752801"/>
              <a:gd name="connsiteY15513" fmla="*/ 1190148 h 2767298"/>
              <a:gd name="connsiteX15514" fmla="*/ 2489089 w 4752801"/>
              <a:gd name="connsiteY15514" fmla="*/ 1190553 h 2767298"/>
              <a:gd name="connsiteX15515" fmla="*/ 2475326 w 4752801"/>
              <a:gd name="connsiteY15515" fmla="*/ 1190553 h 2767298"/>
              <a:gd name="connsiteX15516" fmla="*/ 2474111 w 4752801"/>
              <a:gd name="connsiteY15516" fmla="*/ 1190148 h 2767298"/>
              <a:gd name="connsiteX15517" fmla="*/ 2467230 w 4752801"/>
              <a:gd name="connsiteY15517" fmla="*/ 1178409 h 2767298"/>
              <a:gd name="connsiteX15518" fmla="*/ 2467230 w 4752801"/>
              <a:gd name="connsiteY15518" fmla="*/ 1177194 h 2767298"/>
              <a:gd name="connsiteX15519" fmla="*/ 2474111 w 4752801"/>
              <a:gd name="connsiteY15519" fmla="*/ 1165455 h 2767298"/>
              <a:gd name="connsiteX15520" fmla="*/ 2475326 w 4752801"/>
              <a:gd name="connsiteY15520" fmla="*/ 1165050 h 2767298"/>
              <a:gd name="connsiteX15521" fmla="*/ 3488167 w 4752801"/>
              <a:gd name="connsiteY15521" fmla="*/ 1164646 h 2767298"/>
              <a:gd name="connsiteX15522" fmla="*/ 3501121 w 4752801"/>
              <a:gd name="connsiteY15522" fmla="*/ 1164646 h 2767298"/>
              <a:gd name="connsiteX15523" fmla="*/ 3502336 w 4752801"/>
              <a:gd name="connsiteY15523" fmla="*/ 1165456 h 2767298"/>
              <a:gd name="connsiteX15524" fmla="*/ 3508812 w 4752801"/>
              <a:gd name="connsiteY15524" fmla="*/ 1176790 h 2767298"/>
              <a:gd name="connsiteX15525" fmla="*/ 3508812 w 4752801"/>
              <a:gd name="connsiteY15525" fmla="*/ 1178005 h 2767298"/>
              <a:gd name="connsiteX15526" fmla="*/ 3502336 w 4752801"/>
              <a:gd name="connsiteY15526" fmla="*/ 1189340 h 2767298"/>
              <a:gd name="connsiteX15527" fmla="*/ 3501121 w 4752801"/>
              <a:gd name="connsiteY15527" fmla="*/ 1190149 h 2767298"/>
              <a:gd name="connsiteX15528" fmla="*/ 3488167 w 4752801"/>
              <a:gd name="connsiteY15528" fmla="*/ 1190149 h 2767298"/>
              <a:gd name="connsiteX15529" fmla="*/ 3486952 w 4752801"/>
              <a:gd name="connsiteY15529" fmla="*/ 1189340 h 2767298"/>
              <a:gd name="connsiteX15530" fmla="*/ 3480476 w 4752801"/>
              <a:gd name="connsiteY15530" fmla="*/ 1178005 h 2767298"/>
              <a:gd name="connsiteX15531" fmla="*/ 3480476 w 4752801"/>
              <a:gd name="connsiteY15531" fmla="*/ 1176790 h 2767298"/>
              <a:gd name="connsiteX15532" fmla="*/ 3486952 w 4752801"/>
              <a:gd name="connsiteY15532" fmla="*/ 1165456 h 2767298"/>
              <a:gd name="connsiteX15533" fmla="*/ 3488167 w 4752801"/>
              <a:gd name="connsiteY15533" fmla="*/ 1164646 h 2767298"/>
              <a:gd name="connsiteX15534" fmla="*/ 2515808 w 4752801"/>
              <a:gd name="connsiteY15534" fmla="*/ 1164241 h 2767298"/>
              <a:gd name="connsiteX15535" fmla="*/ 2530381 w 4752801"/>
              <a:gd name="connsiteY15535" fmla="*/ 1164241 h 2767298"/>
              <a:gd name="connsiteX15536" fmla="*/ 2531595 w 4752801"/>
              <a:gd name="connsiteY15536" fmla="*/ 1164646 h 2767298"/>
              <a:gd name="connsiteX15537" fmla="*/ 2538882 w 4752801"/>
              <a:gd name="connsiteY15537" fmla="*/ 1177195 h 2767298"/>
              <a:gd name="connsiteX15538" fmla="*/ 2538882 w 4752801"/>
              <a:gd name="connsiteY15538" fmla="*/ 1178409 h 2767298"/>
              <a:gd name="connsiteX15539" fmla="*/ 2531595 w 4752801"/>
              <a:gd name="connsiteY15539" fmla="*/ 1190959 h 2767298"/>
              <a:gd name="connsiteX15540" fmla="*/ 2530381 w 4752801"/>
              <a:gd name="connsiteY15540" fmla="*/ 1191363 h 2767298"/>
              <a:gd name="connsiteX15541" fmla="*/ 2515808 w 4752801"/>
              <a:gd name="connsiteY15541" fmla="*/ 1191363 h 2767298"/>
              <a:gd name="connsiteX15542" fmla="*/ 2514593 w 4752801"/>
              <a:gd name="connsiteY15542" fmla="*/ 1190959 h 2767298"/>
              <a:gd name="connsiteX15543" fmla="*/ 2507307 w 4752801"/>
              <a:gd name="connsiteY15543" fmla="*/ 1178409 h 2767298"/>
              <a:gd name="connsiteX15544" fmla="*/ 2507307 w 4752801"/>
              <a:gd name="connsiteY15544" fmla="*/ 1177195 h 2767298"/>
              <a:gd name="connsiteX15545" fmla="*/ 2514593 w 4752801"/>
              <a:gd name="connsiteY15545" fmla="*/ 1164646 h 2767298"/>
              <a:gd name="connsiteX15546" fmla="*/ 2515808 w 4752801"/>
              <a:gd name="connsiteY15546" fmla="*/ 1164241 h 2767298"/>
              <a:gd name="connsiteX15547" fmla="*/ 3527029 w 4752801"/>
              <a:gd name="connsiteY15547" fmla="*/ 1163026 h 2767298"/>
              <a:gd name="connsiteX15548" fmla="*/ 3542816 w 4752801"/>
              <a:gd name="connsiteY15548" fmla="*/ 1163026 h 2767298"/>
              <a:gd name="connsiteX15549" fmla="*/ 3544031 w 4752801"/>
              <a:gd name="connsiteY15549" fmla="*/ 1163836 h 2767298"/>
              <a:gd name="connsiteX15550" fmla="*/ 3551722 w 4752801"/>
              <a:gd name="connsiteY15550" fmla="*/ 1177194 h 2767298"/>
              <a:gd name="connsiteX15551" fmla="*/ 3551722 w 4752801"/>
              <a:gd name="connsiteY15551" fmla="*/ 1178409 h 2767298"/>
              <a:gd name="connsiteX15552" fmla="*/ 3544031 w 4752801"/>
              <a:gd name="connsiteY15552" fmla="*/ 1191768 h 2767298"/>
              <a:gd name="connsiteX15553" fmla="*/ 3542816 w 4752801"/>
              <a:gd name="connsiteY15553" fmla="*/ 1192577 h 2767298"/>
              <a:gd name="connsiteX15554" fmla="*/ 3527029 w 4752801"/>
              <a:gd name="connsiteY15554" fmla="*/ 1192577 h 2767298"/>
              <a:gd name="connsiteX15555" fmla="*/ 3525814 w 4752801"/>
              <a:gd name="connsiteY15555" fmla="*/ 1191768 h 2767298"/>
              <a:gd name="connsiteX15556" fmla="*/ 3518123 w 4752801"/>
              <a:gd name="connsiteY15556" fmla="*/ 1178409 h 2767298"/>
              <a:gd name="connsiteX15557" fmla="*/ 3518123 w 4752801"/>
              <a:gd name="connsiteY15557" fmla="*/ 1177194 h 2767298"/>
              <a:gd name="connsiteX15558" fmla="*/ 3525814 w 4752801"/>
              <a:gd name="connsiteY15558" fmla="*/ 1163836 h 2767298"/>
              <a:gd name="connsiteX15559" fmla="*/ 3527029 w 4752801"/>
              <a:gd name="connsiteY15559" fmla="*/ 1163026 h 2767298"/>
              <a:gd name="connsiteX15560" fmla="*/ 2555074 w 4752801"/>
              <a:gd name="connsiteY15560" fmla="*/ 1163026 h 2767298"/>
              <a:gd name="connsiteX15561" fmla="*/ 2571267 w 4752801"/>
              <a:gd name="connsiteY15561" fmla="*/ 1163026 h 2767298"/>
              <a:gd name="connsiteX15562" fmla="*/ 2572481 w 4752801"/>
              <a:gd name="connsiteY15562" fmla="*/ 1163431 h 2767298"/>
              <a:gd name="connsiteX15563" fmla="*/ 2580578 w 4752801"/>
              <a:gd name="connsiteY15563" fmla="*/ 1177194 h 2767298"/>
              <a:gd name="connsiteX15564" fmla="*/ 2580578 w 4752801"/>
              <a:gd name="connsiteY15564" fmla="*/ 1178409 h 2767298"/>
              <a:gd name="connsiteX15565" fmla="*/ 2572481 w 4752801"/>
              <a:gd name="connsiteY15565" fmla="*/ 1192173 h 2767298"/>
              <a:gd name="connsiteX15566" fmla="*/ 2571267 w 4752801"/>
              <a:gd name="connsiteY15566" fmla="*/ 1192577 h 2767298"/>
              <a:gd name="connsiteX15567" fmla="*/ 2555074 w 4752801"/>
              <a:gd name="connsiteY15567" fmla="*/ 1192577 h 2767298"/>
              <a:gd name="connsiteX15568" fmla="*/ 2553860 w 4752801"/>
              <a:gd name="connsiteY15568" fmla="*/ 1192173 h 2767298"/>
              <a:gd name="connsiteX15569" fmla="*/ 2545764 w 4752801"/>
              <a:gd name="connsiteY15569" fmla="*/ 1178409 h 2767298"/>
              <a:gd name="connsiteX15570" fmla="*/ 2545764 w 4752801"/>
              <a:gd name="connsiteY15570" fmla="*/ 1177194 h 2767298"/>
              <a:gd name="connsiteX15571" fmla="*/ 2553860 w 4752801"/>
              <a:gd name="connsiteY15571" fmla="*/ 1163431 h 2767298"/>
              <a:gd name="connsiteX15572" fmla="*/ 2555074 w 4752801"/>
              <a:gd name="connsiteY15572" fmla="*/ 1163026 h 2767298"/>
              <a:gd name="connsiteX15573" fmla="*/ 3566700 w 4752801"/>
              <a:gd name="connsiteY15573" fmla="*/ 1161812 h 2767298"/>
              <a:gd name="connsiteX15574" fmla="*/ 3583702 w 4752801"/>
              <a:gd name="connsiteY15574" fmla="*/ 1161812 h 2767298"/>
              <a:gd name="connsiteX15575" fmla="*/ 3584917 w 4752801"/>
              <a:gd name="connsiteY15575" fmla="*/ 1162622 h 2767298"/>
              <a:gd name="connsiteX15576" fmla="*/ 3593418 w 4752801"/>
              <a:gd name="connsiteY15576" fmla="*/ 1177195 h 2767298"/>
              <a:gd name="connsiteX15577" fmla="*/ 3593418 w 4752801"/>
              <a:gd name="connsiteY15577" fmla="*/ 1178409 h 2767298"/>
              <a:gd name="connsiteX15578" fmla="*/ 3584917 w 4752801"/>
              <a:gd name="connsiteY15578" fmla="*/ 1192982 h 2767298"/>
              <a:gd name="connsiteX15579" fmla="*/ 3583702 w 4752801"/>
              <a:gd name="connsiteY15579" fmla="*/ 1193387 h 2767298"/>
              <a:gd name="connsiteX15580" fmla="*/ 3566700 w 4752801"/>
              <a:gd name="connsiteY15580" fmla="*/ 1193387 h 2767298"/>
              <a:gd name="connsiteX15581" fmla="*/ 3565486 w 4752801"/>
              <a:gd name="connsiteY15581" fmla="*/ 1192982 h 2767298"/>
              <a:gd name="connsiteX15582" fmla="*/ 3556985 w 4752801"/>
              <a:gd name="connsiteY15582" fmla="*/ 1178409 h 2767298"/>
              <a:gd name="connsiteX15583" fmla="*/ 3556985 w 4752801"/>
              <a:gd name="connsiteY15583" fmla="*/ 1177195 h 2767298"/>
              <a:gd name="connsiteX15584" fmla="*/ 3565486 w 4752801"/>
              <a:gd name="connsiteY15584" fmla="*/ 1162622 h 2767298"/>
              <a:gd name="connsiteX15585" fmla="*/ 3566700 w 4752801"/>
              <a:gd name="connsiteY15585" fmla="*/ 1161812 h 2767298"/>
              <a:gd name="connsiteX15586" fmla="*/ 2595150 w 4752801"/>
              <a:gd name="connsiteY15586" fmla="*/ 1161002 h 2767298"/>
              <a:gd name="connsiteX15587" fmla="*/ 2612557 w 4752801"/>
              <a:gd name="connsiteY15587" fmla="*/ 1161002 h 2767298"/>
              <a:gd name="connsiteX15588" fmla="*/ 2613771 w 4752801"/>
              <a:gd name="connsiteY15588" fmla="*/ 1161812 h 2767298"/>
              <a:gd name="connsiteX15589" fmla="*/ 2622273 w 4752801"/>
              <a:gd name="connsiteY15589" fmla="*/ 1176790 h 2767298"/>
              <a:gd name="connsiteX15590" fmla="*/ 2622273 w 4752801"/>
              <a:gd name="connsiteY15590" fmla="*/ 1178004 h 2767298"/>
              <a:gd name="connsiteX15591" fmla="*/ 2613771 w 4752801"/>
              <a:gd name="connsiteY15591" fmla="*/ 1192982 h 2767298"/>
              <a:gd name="connsiteX15592" fmla="*/ 2612557 w 4752801"/>
              <a:gd name="connsiteY15592" fmla="*/ 1193792 h 2767298"/>
              <a:gd name="connsiteX15593" fmla="*/ 2595150 w 4752801"/>
              <a:gd name="connsiteY15593" fmla="*/ 1193792 h 2767298"/>
              <a:gd name="connsiteX15594" fmla="*/ 2593936 w 4752801"/>
              <a:gd name="connsiteY15594" fmla="*/ 1192982 h 2767298"/>
              <a:gd name="connsiteX15595" fmla="*/ 2585435 w 4752801"/>
              <a:gd name="connsiteY15595" fmla="*/ 1178004 h 2767298"/>
              <a:gd name="connsiteX15596" fmla="*/ 2585435 w 4752801"/>
              <a:gd name="connsiteY15596" fmla="*/ 1176790 h 2767298"/>
              <a:gd name="connsiteX15597" fmla="*/ 2593936 w 4752801"/>
              <a:gd name="connsiteY15597" fmla="*/ 1161812 h 2767298"/>
              <a:gd name="connsiteX15598" fmla="*/ 2595150 w 4752801"/>
              <a:gd name="connsiteY15598" fmla="*/ 1161002 h 2767298"/>
              <a:gd name="connsiteX15599" fmla="*/ 3008059 w 4752801"/>
              <a:gd name="connsiteY15599" fmla="*/ 1135499 h 2767298"/>
              <a:gd name="connsiteX15600" fmla="*/ 3010083 w 4752801"/>
              <a:gd name="connsiteY15600" fmla="*/ 1135499 h 2767298"/>
              <a:gd name="connsiteX15601" fmla="*/ 3011298 w 4752801"/>
              <a:gd name="connsiteY15601" fmla="*/ 1137118 h 2767298"/>
              <a:gd name="connsiteX15602" fmla="*/ 3010083 w 4752801"/>
              <a:gd name="connsiteY15602" fmla="*/ 1138737 h 2767298"/>
              <a:gd name="connsiteX15603" fmla="*/ 3008059 w 4752801"/>
              <a:gd name="connsiteY15603" fmla="*/ 1138737 h 2767298"/>
              <a:gd name="connsiteX15604" fmla="*/ 3006845 w 4752801"/>
              <a:gd name="connsiteY15604" fmla="*/ 1137118 h 2767298"/>
              <a:gd name="connsiteX15605" fmla="*/ 3048135 w 4752801"/>
              <a:gd name="connsiteY15605" fmla="*/ 1135094 h 2767298"/>
              <a:gd name="connsiteX15606" fmla="*/ 3050564 w 4752801"/>
              <a:gd name="connsiteY15606" fmla="*/ 1135094 h 2767298"/>
              <a:gd name="connsiteX15607" fmla="*/ 3051779 w 4752801"/>
              <a:gd name="connsiteY15607" fmla="*/ 1137118 h 2767298"/>
              <a:gd name="connsiteX15608" fmla="*/ 3050564 w 4752801"/>
              <a:gd name="connsiteY15608" fmla="*/ 1139142 h 2767298"/>
              <a:gd name="connsiteX15609" fmla="*/ 3048135 w 4752801"/>
              <a:gd name="connsiteY15609" fmla="*/ 1139142 h 2767298"/>
              <a:gd name="connsiteX15610" fmla="*/ 3046921 w 4752801"/>
              <a:gd name="connsiteY15610" fmla="*/ 1137118 h 2767298"/>
              <a:gd name="connsiteX15611" fmla="*/ 3088212 w 4752801"/>
              <a:gd name="connsiteY15611" fmla="*/ 1134689 h 2767298"/>
              <a:gd name="connsiteX15612" fmla="*/ 3091045 w 4752801"/>
              <a:gd name="connsiteY15612" fmla="*/ 1134689 h 2767298"/>
              <a:gd name="connsiteX15613" fmla="*/ 3092260 w 4752801"/>
              <a:gd name="connsiteY15613" fmla="*/ 1137118 h 2767298"/>
              <a:gd name="connsiteX15614" fmla="*/ 3091045 w 4752801"/>
              <a:gd name="connsiteY15614" fmla="*/ 1139547 h 2767298"/>
              <a:gd name="connsiteX15615" fmla="*/ 3088212 w 4752801"/>
              <a:gd name="connsiteY15615" fmla="*/ 1139547 h 2767298"/>
              <a:gd name="connsiteX15616" fmla="*/ 3086997 w 4752801"/>
              <a:gd name="connsiteY15616" fmla="*/ 1137118 h 2767298"/>
              <a:gd name="connsiteX15617" fmla="*/ 3169174 w 4752801"/>
              <a:gd name="connsiteY15617" fmla="*/ 1134285 h 2767298"/>
              <a:gd name="connsiteX15618" fmla="*/ 3172413 w 4752801"/>
              <a:gd name="connsiteY15618" fmla="*/ 1134285 h 2767298"/>
              <a:gd name="connsiteX15619" fmla="*/ 3174032 w 4752801"/>
              <a:gd name="connsiteY15619" fmla="*/ 1137119 h 2767298"/>
              <a:gd name="connsiteX15620" fmla="*/ 3172413 w 4752801"/>
              <a:gd name="connsiteY15620" fmla="*/ 1139952 h 2767298"/>
              <a:gd name="connsiteX15621" fmla="*/ 3169174 w 4752801"/>
              <a:gd name="connsiteY15621" fmla="*/ 1139952 h 2767298"/>
              <a:gd name="connsiteX15622" fmla="*/ 3167555 w 4752801"/>
              <a:gd name="connsiteY15622" fmla="*/ 1137119 h 2767298"/>
              <a:gd name="connsiteX15623" fmla="*/ 3128693 w 4752801"/>
              <a:gd name="connsiteY15623" fmla="*/ 1134285 h 2767298"/>
              <a:gd name="connsiteX15624" fmla="*/ 3131932 w 4752801"/>
              <a:gd name="connsiteY15624" fmla="*/ 1134285 h 2767298"/>
              <a:gd name="connsiteX15625" fmla="*/ 3133551 w 4752801"/>
              <a:gd name="connsiteY15625" fmla="*/ 1137119 h 2767298"/>
              <a:gd name="connsiteX15626" fmla="*/ 3131932 w 4752801"/>
              <a:gd name="connsiteY15626" fmla="*/ 1139952 h 2767298"/>
              <a:gd name="connsiteX15627" fmla="*/ 3128693 w 4752801"/>
              <a:gd name="connsiteY15627" fmla="*/ 1139952 h 2767298"/>
              <a:gd name="connsiteX15628" fmla="*/ 3127074 w 4752801"/>
              <a:gd name="connsiteY15628" fmla="*/ 1137119 h 2767298"/>
              <a:gd name="connsiteX15629" fmla="*/ 2966768 w 4752801"/>
              <a:gd name="connsiteY15629" fmla="*/ 1134285 h 2767298"/>
              <a:gd name="connsiteX15630" fmla="*/ 2970007 w 4752801"/>
              <a:gd name="connsiteY15630" fmla="*/ 1134285 h 2767298"/>
              <a:gd name="connsiteX15631" fmla="*/ 2971626 w 4752801"/>
              <a:gd name="connsiteY15631" fmla="*/ 1137119 h 2767298"/>
              <a:gd name="connsiteX15632" fmla="*/ 2970007 w 4752801"/>
              <a:gd name="connsiteY15632" fmla="*/ 1139952 h 2767298"/>
              <a:gd name="connsiteX15633" fmla="*/ 2966768 w 4752801"/>
              <a:gd name="connsiteY15633" fmla="*/ 1139952 h 2767298"/>
              <a:gd name="connsiteX15634" fmla="*/ 2965149 w 4752801"/>
              <a:gd name="connsiteY15634" fmla="*/ 1137119 h 2767298"/>
              <a:gd name="connsiteX15635" fmla="*/ 3209251 w 4752801"/>
              <a:gd name="connsiteY15635" fmla="*/ 1133880 h 2767298"/>
              <a:gd name="connsiteX15636" fmla="*/ 3213299 w 4752801"/>
              <a:gd name="connsiteY15636" fmla="*/ 1133880 h 2767298"/>
              <a:gd name="connsiteX15637" fmla="*/ 3215323 w 4752801"/>
              <a:gd name="connsiteY15637" fmla="*/ 1137119 h 2767298"/>
              <a:gd name="connsiteX15638" fmla="*/ 3213299 w 4752801"/>
              <a:gd name="connsiteY15638" fmla="*/ 1140357 h 2767298"/>
              <a:gd name="connsiteX15639" fmla="*/ 3209251 w 4752801"/>
              <a:gd name="connsiteY15639" fmla="*/ 1140357 h 2767298"/>
              <a:gd name="connsiteX15640" fmla="*/ 3207227 w 4752801"/>
              <a:gd name="connsiteY15640" fmla="*/ 1137119 h 2767298"/>
              <a:gd name="connsiteX15641" fmla="*/ 4342727 w 4752801"/>
              <a:gd name="connsiteY15641" fmla="*/ 1133475 h 2767298"/>
              <a:gd name="connsiteX15642" fmla="*/ 4346370 w 4752801"/>
              <a:gd name="connsiteY15642" fmla="*/ 1133475 h 2767298"/>
              <a:gd name="connsiteX15643" fmla="*/ 4347584 w 4752801"/>
              <a:gd name="connsiteY15643" fmla="*/ 1133880 h 2767298"/>
              <a:gd name="connsiteX15644" fmla="*/ 4349203 w 4752801"/>
              <a:gd name="connsiteY15644" fmla="*/ 1136713 h 2767298"/>
              <a:gd name="connsiteX15645" fmla="*/ 4349203 w 4752801"/>
              <a:gd name="connsiteY15645" fmla="*/ 1137928 h 2767298"/>
              <a:gd name="connsiteX15646" fmla="*/ 4347584 w 4752801"/>
              <a:gd name="connsiteY15646" fmla="*/ 1140762 h 2767298"/>
              <a:gd name="connsiteX15647" fmla="*/ 4346370 w 4752801"/>
              <a:gd name="connsiteY15647" fmla="*/ 1141166 h 2767298"/>
              <a:gd name="connsiteX15648" fmla="*/ 4342727 w 4752801"/>
              <a:gd name="connsiteY15648" fmla="*/ 1141166 h 2767298"/>
              <a:gd name="connsiteX15649" fmla="*/ 4341512 w 4752801"/>
              <a:gd name="connsiteY15649" fmla="*/ 1140762 h 2767298"/>
              <a:gd name="connsiteX15650" fmla="*/ 4339893 w 4752801"/>
              <a:gd name="connsiteY15650" fmla="*/ 1137928 h 2767298"/>
              <a:gd name="connsiteX15651" fmla="*/ 4339893 w 4752801"/>
              <a:gd name="connsiteY15651" fmla="*/ 1136713 h 2767298"/>
              <a:gd name="connsiteX15652" fmla="*/ 4341512 w 4752801"/>
              <a:gd name="connsiteY15652" fmla="*/ 1133880 h 2767298"/>
              <a:gd name="connsiteX15653" fmla="*/ 4342727 w 4752801"/>
              <a:gd name="connsiteY15653" fmla="*/ 1133475 h 2767298"/>
              <a:gd name="connsiteX15654" fmla="*/ 4301840 w 4752801"/>
              <a:gd name="connsiteY15654" fmla="*/ 1133475 h 2767298"/>
              <a:gd name="connsiteX15655" fmla="*/ 4306293 w 4752801"/>
              <a:gd name="connsiteY15655" fmla="*/ 1133475 h 2767298"/>
              <a:gd name="connsiteX15656" fmla="*/ 4308317 w 4752801"/>
              <a:gd name="connsiteY15656" fmla="*/ 1137118 h 2767298"/>
              <a:gd name="connsiteX15657" fmla="*/ 4306293 w 4752801"/>
              <a:gd name="connsiteY15657" fmla="*/ 1140762 h 2767298"/>
              <a:gd name="connsiteX15658" fmla="*/ 4301840 w 4752801"/>
              <a:gd name="connsiteY15658" fmla="*/ 1140762 h 2767298"/>
              <a:gd name="connsiteX15659" fmla="*/ 4299816 w 4752801"/>
              <a:gd name="connsiteY15659" fmla="*/ 1137118 h 2767298"/>
              <a:gd name="connsiteX15660" fmla="*/ 4585614 w 4752801"/>
              <a:gd name="connsiteY15660" fmla="*/ 1133070 h 2767298"/>
              <a:gd name="connsiteX15661" fmla="*/ 4590067 w 4752801"/>
              <a:gd name="connsiteY15661" fmla="*/ 1133070 h 2767298"/>
              <a:gd name="connsiteX15662" fmla="*/ 4592495 w 4752801"/>
              <a:gd name="connsiteY15662" fmla="*/ 1137118 h 2767298"/>
              <a:gd name="connsiteX15663" fmla="*/ 4590067 w 4752801"/>
              <a:gd name="connsiteY15663" fmla="*/ 1141166 h 2767298"/>
              <a:gd name="connsiteX15664" fmla="*/ 4585614 w 4752801"/>
              <a:gd name="connsiteY15664" fmla="*/ 1141166 h 2767298"/>
              <a:gd name="connsiteX15665" fmla="*/ 4583185 w 4752801"/>
              <a:gd name="connsiteY15665" fmla="*/ 1137118 h 2767298"/>
              <a:gd name="connsiteX15666" fmla="*/ 4180801 w 4752801"/>
              <a:gd name="connsiteY15666" fmla="*/ 1133070 h 2767298"/>
              <a:gd name="connsiteX15667" fmla="*/ 4184445 w 4752801"/>
              <a:gd name="connsiteY15667" fmla="*/ 1133070 h 2767298"/>
              <a:gd name="connsiteX15668" fmla="*/ 4185659 w 4752801"/>
              <a:gd name="connsiteY15668" fmla="*/ 1133475 h 2767298"/>
              <a:gd name="connsiteX15669" fmla="*/ 4187683 w 4752801"/>
              <a:gd name="connsiteY15669" fmla="*/ 1136713 h 2767298"/>
              <a:gd name="connsiteX15670" fmla="*/ 4187683 w 4752801"/>
              <a:gd name="connsiteY15670" fmla="*/ 1137928 h 2767298"/>
              <a:gd name="connsiteX15671" fmla="*/ 4185659 w 4752801"/>
              <a:gd name="connsiteY15671" fmla="*/ 1141166 h 2767298"/>
              <a:gd name="connsiteX15672" fmla="*/ 4184445 w 4752801"/>
              <a:gd name="connsiteY15672" fmla="*/ 1141571 h 2767298"/>
              <a:gd name="connsiteX15673" fmla="*/ 4180801 w 4752801"/>
              <a:gd name="connsiteY15673" fmla="*/ 1141571 h 2767298"/>
              <a:gd name="connsiteX15674" fmla="*/ 4179587 w 4752801"/>
              <a:gd name="connsiteY15674" fmla="*/ 1141166 h 2767298"/>
              <a:gd name="connsiteX15675" fmla="*/ 4177563 w 4752801"/>
              <a:gd name="connsiteY15675" fmla="*/ 1137928 h 2767298"/>
              <a:gd name="connsiteX15676" fmla="*/ 4177563 w 4752801"/>
              <a:gd name="connsiteY15676" fmla="*/ 1136713 h 2767298"/>
              <a:gd name="connsiteX15677" fmla="*/ 4179587 w 4752801"/>
              <a:gd name="connsiteY15677" fmla="*/ 1133475 h 2767298"/>
              <a:gd name="connsiteX15678" fmla="*/ 4180801 w 4752801"/>
              <a:gd name="connsiteY15678" fmla="*/ 1133070 h 2767298"/>
              <a:gd name="connsiteX15679" fmla="*/ 2926287 w 4752801"/>
              <a:gd name="connsiteY15679" fmla="*/ 1133070 h 2767298"/>
              <a:gd name="connsiteX15680" fmla="*/ 2929526 w 4752801"/>
              <a:gd name="connsiteY15680" fmla="*/ 1133070 h 2767298"/>
              <a:gd name="connsiteX15681" fmla="*/ 2930740 w 4752801"/>
              <a:gd name="connsiteY15681" fmla="*/ 1133880 h 2767298"/>
              <a:gd name="connsiteX15682" fmla="*/ 2932360 w 4752801"/>
              <a:gd name="connsiteY15682" fmla="*/ 1136713 h 2767298"/>
              <a:gd name="connsiteX15683" fmla="*/ 2932360 w 4752801"/>
              <a:gd name="connsiteY15683" fmla="*/ 1137928 h 2767298"/>
              <a:gd name="connsiteX15684" fmla="*/ 2930740 w 4752801"/>
              <a:gd name="connsiteY15684" fmla="*/ 1140761 h 2767298"/>
              <a:gd name="connsiteX15685" fmla="*/ 2929526 w 4752801"/>
              <a:gd name="connsiteY15685" fmla="*/ 1141166 h 2767298"/>
              <a:gd name="connsiteX15686" fmla="*/ 2926287 w 4752801"/>
              <a:gd name="connsiteY15686" fmla="*/ 1141166 h 2767298"/>
              <a:gd name="connsiteX15687" fmla="*/ 2925073 w 4752801"/>
              <a:gd name="connsiteY15687" fmla="*/ 1140761 h 2767298"/>
              <a:gd name="connsiteX15688" fmla="*/ 2923454 w 4752801"/>
              <a:gd name="connsiteY15688" fmla="*/ 1137928 h 2767298"/>
              <a:gd name="connsiteX15689" fmla="*/ 2923454 w 4752801"/>
              <a:gd name="connsiteY15689" fmla="*/ 1136713 h 2767298"/>
              <a:gd name="connsiteX15690" fmla="*/ 2925073 w 4752801"/>
              <a:gd name="connsiteY15690" fmla="*/ 1133880 h 2767298"/>
              <a:gd name="connsiteX15691" fmla="*/ 2926287 w 4752801"/>
              <a:gd name="connsiteY15691" fmla="*/ 1133070 h 2767298"/>
              <a:gd name="connsiteX15692" fmla="*/ 4504246 w 4752801"/>
              <a:gd name="connsiteY15692" fmla="*/ 1132665 h 2767298"/>
              <a:gd name="connsiteX15693" fmla="*/ 4508699 w 4752801"/>
              <a:gd name="connsiteY15693" fmla="*/ 1132665 h 2767298"/>
              <a:gd name="connsiteX15694" fmla="*/ 4509913 w 4752801"/>
              <a:gd name="connsiteY15694" fmla="*/ 1133070 h 2767298"/>
              <a:gd name="connsiteX15695" fmla="*/ 4511937 w 4752801"/>
              <a:gd name="connsiteY15695" fmla="*/ 1136713 h 2767298"/>
              <a:gd name="connsiteX15696" fmla="*/ 4511937 w 4752801"/>
              <a:gd name="connsiteY15696" fmla="*/ 1137928 h 2767298"/>
              <a:gd name="connsiteX15697" fmla="*/ 4509913 w 4752801"/>
              <a:gd name="connsiteY15697" fmla="*/ 1141571 h 2767298"/>
              <a:gd name="connsiteX15698" fmla="*/ 4508699 w 4752801"/>
              <a:gd name="connsiteY15698" fmla="*/ 1142380 h 2767298"/>
              <a:gd name="connsiteX15699" fmla="*/ 4504246 w 4752801"/>
              <a:gd name="connsiteY15699" fmla="*/ 1142380 h 2767298"/>
              <a:gd name="connsiteX15700" fmla="*/ 4503032 w 4752801"/>
              <a:gd name="connsiteY15700" fmla="*/ 1141571 h 2767298"/>
              <a:gd name="connsiteX15701" fmla="*/ 4501008 w 4752801"/>
              <a:gd name="connsiteY15701" fmla="*/ 1137928 h 2767298"/>
              <a:gd name="connsiteX15702" fmla="*/ 4501008 w 4752801"/>
              <a:gd name="connsiteY15702" fmla="*/ 1136713 h 2767298"/>
              <a:gd name="connsiteX15703" fmla="*/ 4503032 w 4752801"/>
              <a:gd name="connsiteY15703" fmla="*/ 1133070 h 2767298"/>
              <a:gd name="connsiteX15704" fmla="*/ 4504246 w 4752801"/>
              <a:gd name="connsiteY15704" fmla="*/ 1132665 h 2767298"/>
              <a:gd name="connsiteX15705" fmla="*/ 4463765 w 4752801"/>
              <a:gd name="connsiteY15705" fmla="*/ 1132665 h 2767298"/>
              <a:gd name="connsiteX15706" fmla="*/ 4467813 w 4752801"/>
              <a:gd name="connsiteY15706" fmla="*/ 1132665 h 2767298"/>
              <a:gd name="connsiteX15707" fmla="*/ 4469027 w 4752801"/>
              <a:gd name="connsiteY15707" fmla="*/ 1133475 h 2767298"/>
              <a:gd name="connsiteX15708" fmla="*/ 4471052 w 4752801"/>
              <a:gd name="connsiteY15708" fmla="*/ 1136713 h 2767298"/>
              <a:gd name="connsiteX15709" fmla="*/ 4471052 w 4752801"/>
              <a:gd name="connsiteY15709" fmla="*/ 1137928 h 2767298"/>
              <a:gd name="connsiteX15710" fmla="*/ 4469027 w 4752801"/>
              <a:gd name="connsiteY15710" fmla="*/ 1141166 h 2767298"/>
              <a:gd name="connsiteX15711" fmla="*/ 4467813 w 4752801"/>
              <a:gd name="connsiteY15711" fmla="*/ 1141976 h 2767298"/>
              <a:gd name="connsiteX15712" fmla="*/ 4463765 w 4752801"/>
              <a:gd name="connsiteY15712" fmla="*/ 1141976 h 2767298"/>
              <a:gd name="connsiteX15713" fmla="*/ 4462551 w 4752801"/>
              <a:gd name="connsiteY15713" fmla="*/ 1141166 h 2767298"/>
              <a:gd name="connsiteX15714" fmla="*/ 4460527 w 4752801"/>
              <a:gd name="connsiteY15714" fmla="*/ 1137928 h 2767298"/>
              <a:gd name="connsiteX15715" fmla="*/ 4460527 w 4752801"/>
              <a:gd name="connsiteY15715" fmla="*/ 1136713 h 2767298"/>
              <a:gd name="connsiteX15716" fmla="*/ 4462551 w 4752801"/>
              <a:gd name="connsiteY15716" fmla="*/ 1133475 h 2767298"/>
              <a:gd name="connsiteX15717" fmla="*/ 4463765 w 4752801"/>
              <a:gd name="connsiteY15717" fmla="*/ 1132665 h 2767298"/>
              <a:gd name="connsiteX15718" fmla="*/ 4261764 w 4752801"/>
              <a:gd name="connsiteY15718" fmla="*/ 1132665 h 2767298"/>
              <a:gd name="connsiteX15719" fmla="*/ 4265407 w 4752801"/>
              <a:gd name="connsiteY15719" fmla="*/ 1132665 h 2767298"/>
              <a:gd name="connsiteX15720" fmla="*/ 4266621 w 4752801"/>
              <a:gd name="connsiteY15720" fmla="*/ 1133070 h 2767298"/>
              <a:gd name="connsiteX15721" fmla="*/ 4268240 w 4752801"/>
              <a:gd name="connsiteY15721" fmla="*/ 1136308 h 2767298"/>
              <a:gd name="connsiteX15722" fmla="*/ 4268240 w 4752801"/>
              <a:gd name="connsiteY15722" fmla="*/ 1137523 h 2767298"/>
              <a:gd name="connsiteX15723" fmla="*/ 4266621 w 4752801"/>
              <a:gd name="connsiteY15723" fmla="*/ 1140761 h 2767298"/>
              <a:gd name="connsiteX15724" fmla="*/ 4265407 w 4752801"/>
              <a:gd name="connsiteY15724" fmla="*/ 1141166 h 2767298"/>
              <a:gd name="connsiteX15725" fmla="*/ 4261764 w 4752801"/>
              <a:gd name="connsiteY15725" fmla="*/ 1141166 h 2767298"/>
              <a:gd name="connsiteX15726" fmla="*/ 4260549 w 4752801"/>
              <a:gd name="connsiteY15726" fmla="*/ 1140761 h 2767298"/>
              <a:gd name="connsiteX15727" fmla="*/ 4258930 w 4752801"/>
              <a:gd name="connsiteY15727" fmla="*/ 1137523 h 2767298"/>
              <a:gd name="connsiteX15728" fmla="*/ 4258930 w 4752801"/>
              <a:gd name="connsiteY15728" fmla="*/ 1136308 h 2767298"/>
              <a:gd name="connsiteX15729" fmla="*/ 4260549 w 4752801"/>
              <a:gd name="connsiteY15729" fmla="*/ 1133070 h 2767298"/>
              <a:gd name="connsiteX15730" fmla="*/ 4261764 w 4752801"/>
              <a:gd name="connsiteY15730" fmla="*/ 1132665 h 2767298"/>
              <a:gd name="connsiteX15731" fmla="*/ 4221283 w 4752801"/>
              <a:gd name="connsiteY15731" fmla="*/ 1132665 h 2767298"/>
              <a:gd name="connsiteX15732" fmla="*/ 4224926 w 4752801"/>
              <a:gd name="connsiteY15732" fmla="*/ 1132665 h 2767298"/>
              <a:gd name="connsiteX15733" fmla="*/ 4226140 w 4752801"/>
              <a:gd name="connsiteY15733" fmla="*/ 1133070 h 2767298"/>
              <a:gd name="connsiteX15734" fmla="*/ 4227759 w 4752801"/>
              <a:gd name="connsiteY15734" fmla="*/ 1136308 h 2767298"/>
              <a:gd name="connsiteX15735" fmla="*/ 4227759 w 4752801"/>
              <a:gd name="connsiteY15735" fmla="*/ 1137523 h 2767298"/>
              <a:gd name="connsiteX15736" fmla="*/ 4226140 w 4752801"/>
              <a:gd name="connsiteY15736" fmla="*/ 1140761 h 2767298"/>
              <a:gd name="connsiteX15737" fmla="*/ 4224926 w 4752801"/>
              <a:gd name="connsiteY15737" fmla="*/ 1141571 h 2767298"/>
              <a:gd name="connsiteX15738" fmla="*/ 4221283 w 4752801"/>
              <a:gd name="connsiteY15738" fmla="*/ 1141571 h 2767298"/>
              <a:gd name="connsiteX15739" fmla="*/ 4220068 w 4752801"/>
              <a:gd name="connsiteY15739" fmla="*/ 1140761 h 2767298"/>
              <a:gd name="connsiteX15740" fmla="*/ 4218449 w 4752801"/>
              <a:gd name="connsiteY15740" fmla="*/ 1137523 h 2767298"/>
              <a:gd name="connsiteX15741" fmla="*/ 4218449 w 4752801"/>
              <a:gd name="connsiteY15741" fmla="*/ 1136308 h 2767298"/>
              <a:gd name="connsiteX15742" fmla="*/ 4220068 w 4752801"/>
              <a:gd name="connsiteY15742" fmla="*/ 1133070 h 2767298"/>
              <a:gd name="connsiteX15743" fmla="*/ 4221283 w 4752801"/>
              <a:gd name="connsiteY15743" fmla="*/ 1132665 h 2767298"/>
              <a:gd name="connsiteX15744" fmla="*/ 4545132 w 4752801"/>
              <a:gd name="connsiteY15744" fmla="*/ 1132261 h 2767298"/>
              <a:gd name="connsiteX15745" fmla="*/ 4549180 w 4752801"/>
              <a:gd name="connsiteY15745" fmla="*/ 1132261 h 2767298"/>
              <a:gd name="connsiteX15746" fmla="*/ 4550394 w 4752801"/>
              <a:gd name="connsiteY15746" fmla="*/ 1132666 h 2767298"/>
              <a:gd name="connsiteX15747" fmla="*/ 4552419 w 4752801"/>
              <a:gd name="connsiteY15747" fmla="*/ 1136309 h 2767298"/>
              <a:gd name="connsiteX15748" fmla="*/ 4552419 w 4752801"/>
              <a:gd name="connsiteY15748" fmla="*/ 1137524 h 2767298"/>
              <a:gd name="connsiteX15749" fmla="*/ 4550394 w 4752801"/>
              <a:gd name="connsiteY15749" fmla="*/ 1141167 h 2767298"/>
              <a:gd name="connsiteX15750" fmla="*/ 4549180 w 4752801"/>
              <a:gd name="connsiteY15750" fmla="*/ 1141572 h 2767298"/>
              <a:gd name="connsiteX15751" fmla="*/ 4545132 w 4752801"/>
              <a:gd name="connsiteY15751" fmla="*/ 1141572 h 2767298"/>
              <a:gd name="connsiteX15752" fmla="*/ 4543918 w 4752801"/>
              <a:gd name="connsiteY15752" fmla="*/ 1141167 h 2767298"/>
              <a:gd name="connsiteX15753" fmla="*/ 4541894 w 4752801"/>
              <a:gd name="connsiteY15753" fmla="*/ 1137524 h 2767298"/>
              <a:gd name="connsiteX15754" fmla="*/ 4541894 w 4752801"/>
              <a:gd name="connsiteY15754" fmla="*/ 1136309 h 2767298"/>
              <a:gd name="connsiteX15755" fmla="*/ 4543918 w 4752801"/>
              <a:gd name="connsiteY15755" fmla="*/ 1132666 h 2767298"/>
              <a:gd name="connsiteX15756" fmla="*/ 4545132 w 4752801"/>
              <a:gd name="connsiteY15756" fmla="*/ 1132261 h 2767298"/>
              <a:gd name="connsiteX15757" fmla="*/ 4423688 w 4752801"/>
              <a:gd name="connsiteY15757" fmla="*/ 1132261 h 2767298"/>
              <a:gd name="connsiteX15758" fmla="*/ 4427736 w 4752801"/>
              <a:gd name="connsiteY15758" fmla="*/ 1132261 h 2767298"/>
              <a:gd name="connsiteX15759" fmla="*/ 4428950 w 4752801"/>
              <a:gd name="connsiteY15759" fmla="*/ 1133071 h 2767298"/>
              <a:gd name="connsiteX15760" fmla="*/ 4430975 w 4752801"/>
              <a:gd name="connsiteY15760" fmla="*/ 1136714 h 2767298"/>
              <a:gd name="connsiteX15761" fmla="*/ 4430975 w 4752801"/>
              <a:gd name="connsiteY15761" fmla="*/ 1137928 h 2767298"/>
              <a:gd name="connsiteX15762" fmla="*/ 4428950 w 4752801"/>
              <a:gd name="connsiteY15762" fmla="*/ 1141572 h 2767298"/>
              <a:gd name="connsiteX15763" fmla="*/ 4427736 w 4752801"/>
              <a:gd name="connsiteY15763" fmla="*/ 1142381 h 2767298"/>
              <a:gd name="connsiteX15764" fmla="*/ 4423688 w 4752801"/>
              <a:gd name="connsiteY15764" fmla="*/ 1142381 h 2767298"/>
              <a:gd name="connsiteX15765" fmla="*/ 4422474 w 4752801"/>
              <a:gd name="connsiteY15765" fmla="*/ 1141572 h 2767298"/>
              <a:gd name="connsiteX15766" fmla="*/ 4420450 w 4752801"/>
              <a:gd name="connsiteY15766" fmla="*/ 1137928 h 2767298"/>
              <a:gd name="connsiteX15767" fmla="*/ 4420450 w 4752801"/>
              <a:gd name="connsiteY15767" fmla="*/ 1136714 h 2767298"/>
              <a:gd name="connsiteX15768" fmla="*/ 4422474 w 4752801"/>
              <a:gd name="connsiteY15768" fmla="*/ 1133071 h 2767298"/>
              <a:gd name="connsiteX15769" fmla="*/ 4423688 w 4752801"/>
              <a:gd name="connsiteY15769" fmla="*/ 1132261 h 2767298"/>
              <a:gd name="connsiteX15770" fmla="*/ 4382802 w 4752801"/>
              <a:gd name="connsiteY15770" fmla="*/ 1132261 h 2767298"/>
              <a:gd name="connsiteX15771" fmla="*/ 4387255 w 4752801"/>
              <a:gd name="connsiteY15771" fmla="*/ 1132261 h 2767298"/>
              <a:gd name="connsiteX15772" fmla="*/ 4388469 w 4752801"/>
              <a:gd name="connsiteY15772" fmla="*/ 1133071 h 2767298"/>
              <a:gd name="connsiteX15773" fmla="*/ 4390493 w 4752801"/>
              <a:gd name="connsiteY15773" fmla="*/ 1136714 h 2767298"/>
              <a:gd name="connsiteX15774" fmla="*/ 4390493 w 4752801"/>
              <a:gd name="connsiteY15774" fmla="*/ 1137928 h 2767298"/>
              <a:gd name="connsiteX15775" fmla="*/ 4388469 w 4752801"/>
              <a:gd name="connsiteY15775" fmla="*/ 1141572 h 2767298"/>
              <a:gd name="connsiteX15776" fmla="*/ 4387255 w 4752801"/>
              <a:gd name="connsiteY15776" fmla="*/ 1142381 h 2767298"/>
              <a:gd name="connsiteX15777" fmla="*/ 4382802 w 4752801"/>
              <a:gd name="connsiteY15777" fmla="*/ 1142381 h 2767298"/>
              <a:gd name="connsiteX15778" fmla="*/ 4381588 w 4752801"/>
              <a:gd name="connsiteY15778" fmla="*/ 1141572 h 2767298"/>
              <a:gd name="connsiteX15779" fmla="*/ 4379564 w 4752801"/>
              <a:gd name="connsiteY15779" fmla="*/ 1137928 h 2767298"/>
              <a:gd name="connsiteX15780" fmla="*/ 4379564 w 4752801"/>
              <a:gd name="connsiteY15780" fmla="*/ 1136714 h 2767298"/>
              <a:gd name="connsiteX15781" fmla="*/ 4381588 w 4752801"/>
              <a:gd name="connsiteY15781" fmla="*/ 1133071 h 2767298"/>
              <a:gd name="connsiteX15782" fmla="*/ 4382802 w 4752801"/>
              <a:gd name="connsiteY15782" fmla="*/ 1132261 h 2767298"/>
              <a:gd name="connsiteX15783" fmla="*/ 2885402 w 4752801"/>
              <a:gd name="connsiteY15783" fmla="*/ 1132261 h 2767298"/>
              <a:gd name="connsiteX15784" fmla="*/ 2889045 w 4752801"/>
              <a:gd name="connsiteY15784" fmla="*/ 1132261 h 2767298"/>
              <a:gd name="connsiteX15785" fmla="*/ 2890259 w 4752801"/>
              <a:gd name="connsiteY15785" fmla="*/ 1133071 h 2767298"/>
              <a:gd name="connsiteX15786" fmla="*/ 2891878 w 4752801"/>
              <a:gd name="connsiteY15786" fmla="*/ 1136309 h 2767298"/>
              <a:gd name="connsiteX15787" fmla="*/ 2891878 w 4752801"/>
              <a:gd name="connsiteY15787" fmla="*/ 1137524 h 2767298"/>
              <a:gd name="connsiteX15788" fmla="*/ 2890259 w 4752801"/>
              <a:gd name="connsiteY15788" fmla="*/ 1140762 h 2767298"/>
              <a:gd name="connsiteX15789" fmla="*/ 2889045 w 4752801"/>
              <a:gd name="connsiteY15789" fmla="*/ 1141572 h 2767298"/>
              <a:gd name="connsiteX15790" fmla="*/ 2885402 w 4752801"/>
              <a:gd name="connsiteY15790" fmla="*/ 1141572 h 2767298"/>
              <a:gd name="connsiteX15791" fmla="*/ 2884187 w 4752801"/>
              <a:gd name="connsiteY15791" fmla="*/ 1140762 h 2767298"/>
              <a:gd name="connsiteX15792" fmla="*/ 2882568 w 4752801"/>
              <a:gd name="connsiteY15792" fmla="*/ 1137524 h 2767298"/>
              <a:gd name="connsiteX15793" fmla="*/ 2882568 w 4752801"/>
              <a:gd name="connsiteY15793" fmla="*/ 1136309 h 2767298"/>
              <a:gd name="connsiteX15794" fmla="*/ 2884187 w 4752801"/>
              <a:gd name="connsiteY15794" fmla="*/ 1133071 h 2767298"/>
              <a:gd name="connsiteX15795" fmla="*/ 2885402 w 4752801"/>
              <a:gd name="connsiteY15795" fmla="*/ 1132261 h 2767298"/>
              <a:gd name="connsiteX15796" fmla="*/ 4140320 w 4752801"/>
              <a:gd name="connsiteY15796" fmla="*/ 1131856 h 2767298"/>
              <a:gd name="connsiteX15797" fmla="*/ 4144368 w 4752801"/>
              <a:gd name="connsiteY15797" fmla="*/ 1131856 h 2767298"/>
              <a:gd name="connsiteX15798" fmla="*/ 4145582 w 4752801"/>
              <a:gd name="connsiteY15798" fmla="*/ 1132666 h 2767298"/>
              <a:gd name="connsiteX15799" fmla="*/ 4147607 w 4752801"/>
              <a:gd name="connsiteY15799" fmla="*/ 1136309 h 2767298"/>
              <a:gd name="connsiteX15800" fmla="*/ 4147607 w 4752801"/>
              <a:gd name="connsiteY15800" fmla="*/ 1137523 h 2767298"/>
              <a:gd name="connsiteX15801" fmla="*/ 4145582 w 4752801"/>
              <a:gd name="connsiteY15801" fmla="*/ 1141167 h 2767298"/>
              <a:gd name="connsiteX15802" fmla="*/ 4144368 w 4752801"/>
              <a:gd name="connsiteY15802" fmla="*/ 1141976 h 2767298"/>
              <a:gd name="connsiteX15803" fmla="*/ 4140320 w 4752801"/>
              <a:gd name="connsiteY15803" fmla="*/ 1141976 h 2767298"/>
              <a:gd name="connsiteX15804" fmla="*/ 4139106 w 4752801"/>
              <a:gd name="connsiteY15804" fmla="*/ 1141167 h 2767298"/>
              <a:gd name="connsiteX15805" fmla="*/ 4137082 w 4752801"/>
              <a:gd name="connsiteY15805" fmla="*/ 1137523 h 2767298"/>
              <a:gd name="connsiteX15806" fmla="*/ 4137082 w 4752801"/>
              <a:gd name="connsiteY15806" fmla="*/ 1136309 h 2767298"/>
              <a:gd name="connsiteX15807" fmla="*/ 4139106 w 4752801"/>
              <a:gd name="connsiteY15807" fmla="*/ 1132666 h 2767298"/>
              <a:gd name="connsiteX15808" fmla="*/ 4140320 w 4752801"/>
              <a:gd name="connsiteY15808" fmla="*/ 1131856 h 2767298"/>
              <a:gd name="connsiteX15809" fmla="*/ 3897028 w 4752801"/>
              <a:gd name="connsiteY15809" fmla="*/ 1131856 h 2767298"/>
              <a:gd name="connsiteX15810" fmla="*/ 3901885 w 4752801"/>
              <a:gd name="connsiteY15810" fmla="*/ 1131856 h 2767298"/>
              <a:gd name="connsiteX15811" fmla="*/ 3903100 w 4752801"/>
              <a:gd name="connsiteY15811" fmla="*/ 1132666 h 2767298"/>
              <a:gd name="connsiteX15812" fmla="*/ 3905529 w 4752801"/>
              <a:gd name="connsiteY15812" fmla="*/ 1136714 h 2767298"/>
              <a:gd name="connsiteX15813" fmla="*/ 3905529 w 4752801"/>
              <a:gd name="connsiteY15813" fmla="*/ 1137928 h 2767298"/>
              <a:gd name="connsiteX15814" fmla="*/ 3903100 w 4752801"/>
              <a:gd name="connsiteY15814" fmla="*/ 1141976 h 2767298"/>
              <a:gd name="connsiteX15815" fmla="*/ 3901885 w 4752801"/>
              <a:gd name="connsiteY15815" fmla="*/ 1142786 h 2767298"/>
              <a:gd name="connsiteX15816" fmla="*/ 3897028 w 4752801"/>
              <a:gd name="connsiteY15816" fmla="*/ 1142786 h 2767298"/>
              <a:gd name="connsiteX15817" fmla="*/ 3895813 w 4752801"/>
              <a:gd name="connsiteY15817" fmla="*/ 1141976 h 2767298"/>
              <a:gd name="connsiteX15818" fmla="*/ 3893385 w 4752801"/>
              <a:gd name="connsiteY15818" fmla="*/ 1137928 h 2767298"/>
              <a:gd name="connsiteX15819" fmla="*/ 3893385 w 4752801"/>
              <a:gd name="connsiteY15819" fmla="*/ 1136714 h 2767298"/>
              <a:gd name="connsiteX15820" fmla="*/ 3895813 w 4752801"/>
              <a:gd name="connsiteY15820" fmla="*/ 1132666 h 2767298"/>
              <a:gd name="connsiteX15821" fmla="*/ 3897028 w 4752801"/>
              <a:gd name="connsiteY15821" fmla="*/ 1131856 h 2767298"/>
              <a:gd name="connsiteX15822" fmla="*/ 2844515 w 4752801"/>
              <a:gd name="connsiteY15822" fmla="*/ 1131856 h 2767298"/>
              <a:gd name="connsiteX15823" fmla="*/ 2849372 w 4752801"/>
              <a:gd name="connsiteY15823" fmla="*/ 1131856 h 2767298"/>
              <a:gd name="connsiteX15824" fmla="*/ 2850587 w 4752801"/>
              <a:gd name="connsiteY15824" fmla="*/ 1132666 h 2767298"/>
              <a:gd name="connsiteX15825" fmla="*/ 2853016 w 4752801"/>
              <a:gd name="connsiteY15825" fmla="*/ 1136714 h 2767298"/>
              <a:gd name="connsiteX15826" fmla="*/ 2853016 w 4752801"/>
              <a:gd name="connsiteY15826" fmla="*/ 1137928 h 2767298"/>
              <a:gd name="connsiteX15827" fmla="*/ 2850587 w 4752801"/>
              <a:gd name="connsiteY15827" fmla="*/ 1141976 h 2767298"/>
              <a:gd name="connsiteX15828" fmla="*/ 2849372 w 4752801"/>
              <a:gd name="connsiteY15828" fmla="*/ 1142786 h 2767298"/>
              <a:gd name="connsiteX15829" fmla="*/ 2844515 w 4752801"/>
              <a:gd name="connsiteY15829" fmla="*/ 1142786 h 2767298"/>
              <a:gd name="connsiteX15830" fmla="*/ 2843300 w 4752801"/>
              <a:gd name="connsiteY15830" fmla="*/ 1141976 h 2767298"/>
              <a:gd name="connsiteX15831" fmla="*/ 2840872 w 4752801"/>
              <a:gd name="connsiteY15831" fmla="*/ 1137928 h 2767298"/>
              <a:gd name="connsiteX15832" fmla="*/ 2840872 w 4752801"/>
              <a:gd name="connsiteY15832" fmla="*/ 1136714 h 2767298"/>
              <a:gd name="connsiteX15833" fmla="*/ 2843300 w 4752801"/>
              <a:gd name="connsiteY15833" fmla="*/ 1132666 h 2767298"/>
              <a:gd name="connsiteX15834" fmla="*/ 2844515 w 4752801"/>
              <a:gd name="connsiteY15834" fmla="*/ 1131856 h 2767298"/>
              <a:gd name="connsiteX15835" fmla="*/ 2803629 w 4752801"/>
              <a:gd name="connsiteY15835" fmla="*/ 1131856 h 2767298"/>
              <a:gd name="connsiteX15836" fmla="*/ 2808487 w 4752801"/>
              <a:gd name="connsiteY15836" fmla="*/ 1131856 h 2767298"/>
              <a:gd name="connsiteX15837" fmla="*/ 2809701 w 4752801"/>
              <a:gd name="connsiteY15837" fmla="*/ 1132666 h 2767298"/>
              <a:gd name="connsiteX15838" fmla="*/ 2812130 w 4752801"/>
              <a:gd name="connsiteY15838" fmla="*/ 1136714 h 2767298"/>
              <a:gd name="connsiteX15839" fmla="*/ 2812130 w 4752801"/>
              <a:gd name="connsiteY15839" fmla="*/ 1137928 h 2767298"/>
              <a:gd name="connsiteX15840" fmla="*/ 2809701 w 4752801"/>
              <a:gd name="connsiteY15840" fmla="*/ 1141976 h 2767298"/>
              <a:gd name="connsiteX15841" fmla="*/ 2808487 w 4752801"/>
              <a:gd name="connsiteY15841" fmla="*/ 1142786 h 2767298"/>
              <a:gd name="connsiteX15842" fmla="*/ 2803629 w 4752801"/>
              <a:gd name="connsiteY15842" fmla="*/ 1142786 h 2767298"/>
              <a:gd name="connsiteX15843" fmla="*/ 2802415 w 4752801"/>
              <a:gd name="connsiteY15843" fmla="*/ 1141976 h 2767298"/>
              <a:gd name="connsiteX15844" fmla="*/ 2799986 w 4752801"/>
              <a:gd name="connsiteY15844" fmla="*/ 1137928 h 2767298"/>
              <a:gd name="connsiteX15845" fmla="*/ 2799986 w 4752801"/>
              <a:gd name="connsiteY15845" fmla="*/ 1136714 h 2767298"/>
              <a:gd name="connsiteX15846" fmla="*/ 2802415 w 4752801"/>
              <a:gd name="connsiteY15846" fmla="*/ 1132666 h 2767298"/>
              <a:gd name="connsiteX15847" fmla="*/ 2803629 w 4752801"/>
              <a:gd name="connsiteY15847" fmla="*/ 1131856 h 2767298"/>
              <a:gd name="connsiteX15848" fmla="*/ 4058548 w 4752801"/>
              <a:gd name="connsiteY15848" fmla="*/ 1131451 h 2767298"/>
              <a:gd name="connsiteX15849" fmla="*/ 4064215 w 4752801"/>
              <a:gd name="connsiteY15849" fmla="*/ 1131451 h 2767298"/>
              <a:gd name="connsiteX15850" fmla="*/ 4065430 w 4752801"/>
              <a:gd name="connsiteY15850" fmla="*/ 1131856 h 2767298"/>
              <a:gd name="connsiteX15851" fmla="*/ 4068263 w 4752801"/>
              <a:gd name="connsiteY15851" fmla="*/ 1136714 h 2767298"/>
              <a:gd name="connsiteX15852" fmla="*/ 4068263 w 4752801"/>
              <a:gd name="connsiteY15852" fmla="*/ 1137928 h 2767298"/>
              <a:gd name="connsiteX15853" fmla="*/ 4065430 w 4752801"/>
              <a:gd name="connsiteY15853" fmla="*/ 1142786 h 2767298"/>
              <a:gd name="connsiteX15854" fmla="*/ 4064215 w 4752801"/>
              <a:gd name="connsiteY15854" fmla="*/ 1143191 h 2767298"/>
              <a:gd name="connsiteX15855" fmla="*/ 4058548 w 4752801"/>
              <a:gd name="connsiteY15855" fmla="*/ 1143191 h 2767298"/>
              <a:gd name="connsiteX15856" fmla="*/ 4057334 w 4752801"/>
              <a:gd name="connsiteY15856" fmla="*/ 1142786 h 2767298"/>
              <a:gd name="connsiteX15857" fmla="*/ 4054500 w 4752801"/>
              <a:gd name="connsiteY15857" fmla="*/ 1137928 h 2767298"/>
              <a:gd name="connsiteX15858" fmla="*/ 4054500 w 4752801"/>
              <a:gd name="connsiteY15858" fmla="*/ 1136714 h 2767298"/>
              <a:gd name="connsiteX15859" fmla="*/ 4057334 w 4752801"/>
              <a:gd name="connsiteY15859" fmla="*/ 1131856 h 2767298"/>
              <a:gd name="connsiteX15860" fmla="*/ 4058548 w 4752801"/>
              <a:gd name="connsiteY15860" fmla="*/ 1131451 h 2767298"/>
              <a:gd name="connsiteX15861" fmla="*/ 3937104 w 4752801"/>
              <a:gd name="connsiteY15861" fmla="*/ 1131046 h 2767298"/>
              <a:gd name="connsiteX15862" fmla="*/ 3942771 w 4752801"/>
              <a:gd name="connsiteY15862" fmla="*/ 1131046 h 2767298"/>
              <a:gd name="connsiteX15863" fmla="*/ 3943986 w 4752801"/>
              <a:gd name="connsiteY15863" fmla="*/ 1131856 h 2767298"/>
              <a:gd name="connsiteX15864" fmla="*/ 3946819 w 4752801"/>
              <a:gd name="connsiteY15864" fmla="*/ 1136713 h 2767298"/>
              <a:gd name="connsiteX15865" fmla="*/ 3946819 w 4752801"/>
              <a:gd name="connsiteY15865" fmla="*/ 1137928 h 2767298"/>
              <a:gd name="connsiteX15866" fmla="*/ 3943986 w 4752801"/>
              <a:gd name="connsiteY15866" fmla="*/ 1142786 h 2767298"/>
              <a:gd name="connsiteX15867" fmla="*/ 3942771 w 4752801"/>
              <a:gd name="connsiteY15867" fmla="*/ 1143595 h 2767298"/>
              <a:gd name="connsiteX15868" fmla="*/ 3937104 w 4752801"/>
              <a:gd name="connsiteY15868" fmla="*/ 1143595 h 2767298"/>
              <a:gd name="connsiteX15869" fmla="*/ 3935890 w 4752801"/>
              <a:gd name="connsiteY15869" fmla="*/ 1142786 h 2767298"/>
              <a:gd name="connsiteX15870" fmla="*/ 3933056 w 4752801"/>
              <a:gd name="connsiteY15870" fmla="*/ 1137928 h 2767298"/>
              <a:gd name="connsiteX15871" fmla="*/ 3933056 w 4752801"/>
              <a:gd name="connsiteY15871" fmla="*/ 1136713 h 2767298"/>
              <a:gd name="connsiteX15872" fmla="*/ 3935890 w 4752801"/>
              <a:gd name="connsiteY15872" fmla="*/ 1131856 h 2767298"/>
              <a:gd name="connsiteX15873" fmla="*/ 3937104 w 4752801"/>
              <a:gd name="connsiteY15873" fmla="*/ 1131046 h 2767298"/>
              <a:gd name="connsiteX15874" fmla="*/ 4099029 w 4752801"/>
              <a:gd name="connsiteY15874" fmla="*/ 1130641 h 2767298"/>
              <a:gd name="connsiteX15875" fmla="*/ 4104291 w 4752801"/>
              <a:gd name="connsiteY15875" fmla="*/ 1130641 h 2767298"/>
              <a:gd name="connsiteX15876" fmla="*/ 4105506 w 4752801"/>
              <a:gd name="connsiteY15876" fmla="*/ 1131451 h 2767298"/>
              <a:gd name="connsiteX15877" fmla="*/ 4108340 w 4752801"/>
              <a:gd name="connsiteY15877" fmla="*/ 1136308 h 2767298"/>
              <a:gd name="connsiteX15878" fmla="*/ 4108340 w 4752801"/>
              <a:gd name="connsiteY15878" fmla="*/ 1137523 h 2767298"/>
              <a:gd name="connsiteX15879" fmla="*/ 4105506 w 4752801"/>
              <a:gd name="connsiteY15879" fmla="*/ 1142381 h 2767298"/>
              <a:gd name="connsiteX15880" fmla="*/ 4104291 w 4752801"/>
              <a:gd name="connsiteY15880" fmla="*/ 1143190 h 2767298"/>
              <a:gd name="connsiteX15881" fmla="*/ 4099029 w 4752801"/>
              <a:gd name="connsiteY15881" fmla="*/ 1143190 h 2767298"/>
              <a:gd name="connsiteX15882" fmla="*/ 4097815 w 4752801"/>
              <a:gd name="connsiteY15882" fmla="*/ 1142381 h 2767298"/>
              <a:gd name="connsiteX15883" fmla="*/ 4094981 w 4752801"/>
              <a:gd name="connsiteY15883" fmla="*/ 1137523 h 2767298"/>
              <a:gd name="connsiteX15884" fmla="*/ 4094981 w 4752801"/>
              <a:gd name="connsiteY15884" fmla="*/ 1136308 h 2767298"/>
              <a:gd name="connsiteX15885" fmla="*/ 4097815 w 4752801"/>
              <a:gd name="connsiteY15885" fmla="*/ 1131451 h 2767298"/>
              <a:gd name="connsiteX15886" fmla="*/ 4099029 w 4752801"/>
              <a:gd name="connsiteY15886" fmla="*/ 1130641 h 2767298"/>
              <a:gd name="connsiteX15887" fmla="*/ 2762742 w 4752801"/>
              <a:gd name="connsiteY15887" fmla="*/ 1130641 h 2767298"/>
              <a:gd name="connsiteX15888" fmla="*/ 2768815 w 4752801"/>
              <a:gd name="connsiteY15888" fmla="*/ 1130641 h 2767298"/>
              <a:gd name="connsiteX15889" fmla="*/ 2770029 w 4752801"/>
              <a:gd name="connsiteY15889" fmla="*/ 1131451 h 2767298"/>
              <a:gd name="connsiteX15890" fmla="*/ 2773267 w 4752801"/>
              <a:gd name="connsiteY15890" fmla="*/ 1136713 h 2767298"/>
              <a:gd name="connsiteX15891" fmla="*/ 2773267 w 4752801"/>
              <a:gd name="connsiteY15891" fmla="*/ 1137928 h 2767298"/>
              <a:gd name="connsiteX15892" fmla="*/ 2770029 w 4752801"/>
              <a:gd name="connsiteY15892" fmla="*/ 1143190 h 2767298"/>
              <a:gd name="connsiteX15893" fmla="*/ 2768815 w 4752801"/>
              <a:gd name="connsiteY15893" fmla="*/ 1143595 h 2767298"/>
              <a:gd name="connsiteX15894" fmla="*/ 2762742 w 4752801"/>
              <a:gd name="connsiteY15894" fmla="*/ 1143595 h 2767298"/>
              <a:gd name="connsiteX15895" fmla="*/ 2761528 w 4752801"/>
              <a:gd name="connsiteY15895" fmla="*/ 1143190 h 2767298"/>
              <a:gd name="connsiteX15896" fmla="*/ 2758290 w 4752801"/>
              <a:gd name="connsiteY15896" fmla="*/ 1137928 h 2767298"/>
              <a:gd name="connsiteX15897" fmla="*/ 2758290 w 4752801"/>
              <a:gd name="connsiteY15897" fmla="*/ 1136713 h 2767298"/>
              <a:gd name="connsiteX15898" fmla="*/ 2761528 w 4752801"/>
              <a:gd name="connsiteY15898" fmla="*/ 1131451 h 2767298"/>
              <a:gd name="connsiteX15899" fmla="*/ 2762742 w 4752801"/>
              <a:gd name="connsiteY15899" fmla="*/ 1130641 h 2767298"/>
              <a:gd name="connsiteX15900" fmla="*/ 3977180 w 4752801"/>
              <a:gd name="connsiteY15900" fmla="*/ 1130237 h 2767298"/>
              <a:gd name="connsiteX15901" fmla="*/ 3983657 w 4752801"/>
              <a:gd name="connsiteY15901" fmla="*/ 1130237 h 2767298"/>
              <a:gd name="connsiteX15902" fmla="*/ 3984872 w 4752801"/>
              <a:gd name="connsiteY15902" fmla="*/ 1131047 h 2767298"/>
              <a:gd name="connsiteX15903" fmla="*/ 3988111 w 4752801"/>
              <a:gd name="connsiteY15903" fmla="*/ 1136714 h 2767298"/>
              <a:gd name="connsiteX15904" fmla="*/ 3988111 w 4752801"/>
              <a:gd name="connsiteY15904" fmla="*/ 1137928 h 2767298"/>
              <a:gd name="connsiteX15905" fmla="*/ 3984872 w 4752801"/>
              <a:gd name="connsiteY15905" fmla="*/ 1143596 h 2767298"/>
              <a:gd name="connsiteX15906" fmla="*/ 3983657 w 4752801"/>
              <a:gd name="connsiteY15906" fmla="*/ 1144405 h 2767298"/>
              <a:gd name="connsiteX15907" fmla="*/ 3977180 w 4752801"/>
              <a:gd name="connsiteY15907" fmla="*/ 1144405 h 2767298"/>
              <a:gd name="connsiteX15908" fmla="*/ 3975966 w 4752801"/>
              <a:gd name="connsiteY15908" fmla="*/ 1143596 h 2767298"/>
              <a:gd name="connsiteX15909" fmla="*/ 3972728 w 4752801"/>
              <a:gd name="connsiteY15909" fmla="*/ 1137928 h 2767298"/>
              <a:gd name="connsiteX15910" fmla="*/ 3972728 w 4752801"/>
              <a:gd name="connsiteY15910" fmla="*/ 1136714 h 2767298"/>
              <a:gd name="connsiteX15911" fmla="*/ 3975966 w 4752801"/>
              <a:gd name="connsiteY15911" fmla="*/ 1131047 h 2767298"/>
              <a:gd name="connsiteX15912" fmla="*/ 3977180 w 4752801"/>
              <a:gd name="connsiteY15912" fmla="*/ 1130237 h 2767298"/>
              <a:gd name="connsiteX15913" fmla="*/ 4017256 w 4752801"/>
              <a:gd name="connsiteY15913" fmla="*/ 1129832 h 2767298"/>
              <a:gd name="connsiteX15914" fmla="*/ 4024543 w 4752801"/>
              <a:gd name="connsiteY15914" fmla="*/ 1129832 h 2767298"/>
              <a:gd name="connsiteX15915" fmla="*/ 4025757 w 4752801"/>
              <a:gd name="connsiteY15915" fmla="*/ 1130642 h 2767298"/>
              <a:gd name="connsiteX15916" fmla="*/ 4029401 w 4752801"/>
              <a:gd name="connsiteY15916" fmla="*/ 1136714 h 2767298"/>
              <a:gd name="connsiteX15917" fmla="*/ 4029401 w 4752801"/>
              <a:gd name="connsiteY15917" fmla="*/ 1137928 h 2767298"/>
              <a:gd name="connsiteX15918" fmla="*/ 4025757 w 4752801"/>
              <a:gd name="connsiteY15918" fmla="*/ 1144000 h 2767298"/>
              <a:gd name="connsiteX15919" fmla="*/ 4024543 w 4752801"/>
              <a:gd name="connsiteY15919" fmla="*/ 1144810 h 2767298"/>
              <a:gd name="connsiteX15920" fmla="*/ 4017256 w 4752801"/>
              <a:gd name="connsiteY15920" fmla="*/ 1144810 h 2767298"/>
              <a:gd name="connsiteX15921" fmla="*/ 4016042 w 4752801"/>
              <a:gd name="connsiteY15921" fmla="*/ 1144000 h 2767298"/>
              <a:gd name="connsiteX15922" fmla="*/ 4012399 w 4752801"/>
              <a:gd name="connsiteY15922" fmla="*/ 1137928 h 2767298"/>
              <a:gd name="connsiteX15923" fmla="*/ 4012399 w 4752801"/>
              <a:gd name="connsiteY15923" fmla="*/ 1136714 h 2767298"/>
              <a:gd name="connsiteX15924" fmla="*/ 4016042 w 4752801"/>
              <a:gd name="connsiteY15924" fmla="*/ 1130642 h 2767298"/>
              <a:gd name="connsiteX15925" fmla="*/ 4017256 w 4752801"/>
              <a:gd name="connsiteY15925" fmla="*/ 1129832 h 2767298"/>
              <a:gd name="connsiteX15926" fmla="*/ 2721856 w 4752801"/>
              <a:gd name="connsiteY15926" fmla="*/ 1129832 h 2767298"/>
              <a:gd name="connsiteX15927" fmla="*/ 2728333 w 4752801"/>
              <a:gd name="connsiteY15927" fmla="*/ 1129832 h 2767298"/>
              <a:gd name="connsiteX15928" fmla="*/ 2729548 w 4752801"/>
              <a:gd name="connsiteY15928" fmla="*/ 1130642 h 2767298"/>
              <a:gd name="connsiteX15929" fmla="*/ 2732786 w 4752801"/>
              <a:gd name="connsiteY15929" fmla="*/ 1136309 h 2767298"/>
              <a:gd name="connsiteX15930" fmla="*/ 2732786 w 4752801"/>
              <a:gd name="connsiteY15930" fmla="*/ 1137524 h 2767298"/>
              <a:gd name="connsiteX15931" fmla="*/ 2729548 w 4752801"/>
              <a:gd name="connsiteY15931" fmla="*/ 1143191 h 2767298"/>
              <a:gd name="connsiteX15932" fmla="*/ 2728333 w 4752801"/>
              <a:gd name="connsiteY15932" fmla="*/ 1144000 h 2767298"/>
              <a:gd name="connsiteX15933" fmla="*/ 2721856 w 4752801"/>
              <a:gd name="connsiteY15933" fmla="*/ 1144000 h 2767298"/>
              <a:gd name="connsiteX15934" fmla="*/ 2720642 w 4752801"/>
              <a:gd name="connsiteY15934" fmla="*/ 1143191 h 2767298"/>
              <a:gd name="connsiteX15935" fmla="*/ 2717404 w 4752801"/>
              <a:gd name="connsiteY15935" fmla="*/ 1137524 h 2767298"/>
              <a:gd name="connsiteX15936" fmla="*/ 2717404 w 4752801"/>
              <a:gd name="connsiteY15936" fmla="*/ 1136309 h 2767298"/>
              <a:gd name="connsiteX15937" fmla="*/ 2720642 w 4752801"/>
              <a:gd name="connsiteY15937" fmla="*/ 1130642 h 2767298"/>
              <a:gd name="connsiteX15938" fmla="*/ 2721856 w 4752801"/>
              <a:gd name="connsiteY15938" fmla="*/ 1129832 h 2767298"/>
              <a:gd name="connsiteX15939" fmla="*/ 3328266 w 4752801"/>
              <a:gd name="connsiteY15939" fmla="*/ 1129022 h 2767298"/>
              <a:gd name="connsiteX15940" fmla="*/ 3336767 w 4752801"/>
              <a:gd name="connsiteY15940" fmla="*/ 1129022 h 2767298"/>
              <a:gd name="connsiteX15941" fmla="*/ 3337981 w 4752801"/>
              <a:gd name="connsiteY15941" fmla="*/ 1129427 h 2767298"/>
              <a:gd name="connsiteX15942" fmla="*/ 3342030 w 4752801"/>
              <a:gd name="connsiteY15942" fmla="*/ 1136713 h 2767298"/>
              <a:gd name="connsiteX15943" fmla="*/ 3342030 w 4752801"/>
              <a:gd name="connsiteY15943" fmla="*/ 1137928 h 2767298"/>
              <a:gd name="connsiteX15944" fmla="*/ 3337981 w 4752801"/>
              <a:gd name="connsiteY15944" fmla="*/ 1145215 h 2767298"/>
              <a:gd name="connsiteX15945" fmla="*/ 3336767 w 4752801"/>
              <a:gd name="connsiteY15945" fmla="*/ 1145619 h 2767298"/>
              <a:gd name="connsiteX15946" fmla="*/ 3328266 w 4752801"/>
              <a:gd name="connsiteY15946" fmla="*/ 1145619 h 2767298"/>
              <a:gd name="connsiteX15947" fmla="*/ 3327052 w 4752801"/>
              <a:gd name="connsiteY15947" fmla="*/ 1145215 h 2767298"/>
              <a:gd name="connsiteX15948" fmla="*/ 3323004 w 4752801"/>
              <a:gd name="connsiteY15948" fmla="*/ 1137928 h 2767298"/>
              <a:gd name="connsiteX15949" fmla="*/ 3323004 w 4752801"/>
              <a:gd name="connsiteY15949" fmla="*/ 1136713 h 2767298"/>
              <a:gd name="connsiteX15950" fmla="*/ 3327052 w 4752801"/>
              <a:gd name="connsiteY15950" fmla="*/ 1129427 h 2767298"/>
              <a:gd name="connsiteX15951" fmla="*/ 3328266 w 4752801"/>
              <a:gd name="connsiteY15951" fmla="*/ 1129022 h 2767298"/>
              <a:gd name="connsiteX15952" fmla="*/ 3247304 w 4752801"/>
              <a:gd name="connsiteY15952" fmla="*/ 1129022 h 2767298"/>
              <a:gd name="connsiteX15953" fmla="*/ 3255805 w 4752801"/>
              <a:gd name="connsiteY15953" fmla="*/ 1129022 h 2767298"/>
              <a:gd name="connsiteX15954" fmla="*/ 3257019 w 4752801"/>
              <a:gd name="connsiteY15954" fmla="*/ 1129427 h 2767298"/>
              <a:gd name="connsiteX15955" fmla="*/ 3261472 w 4752801"/>
              <a:gd name="connsiteY15955" fmla="*/ 1136713 h 2767298"/>
              <a:gd name="connsiteX15956" fmla="*/ 3261472 w 4752801"/>
              <a:gd name="connsiteY15956" fmla="*/ 1137928 h 2767298"/>
              <a:gd name="connsiteX15957" fmla="*/ 3257019 w 4752801"/>
              <a:gd name="connsiteY15957" fmla="*/ 1145215 h 2767298"/>
              <a:gd name="connsiteX15958" fmla="*/ 3255805 w 4752801"/>
              <a:gd name="connsiteY15958" fmla="*/ 1145619 h 2767298"/>
              <a:gd name="connsiteX15959" fmla="*/ 3247304 w 4752801"/>
              <a:gd name="connsiteY15959" fmla="*/ 1145619 h 2767298"/>
              <a:gd name="connsiteX15960" fmla="*/ 3246089 w 4752801"/>
              <a:gd name="connsiteY15960" fmla="*/ 1145215 h 2767298"/>
              <a:gd name="connsiteX15961" fmla="*/ 3241637 w 4752801"/>
              <a:gd name="connsiteY15961" fmla="*/ 1137928 h 2767298"/>
              <a:gd name="connsiteX15962" fmla="*/ 3241637 w 4752801"/>
              <a:gd name="connsiteY15962" fmla="*/ 1136713 h 2767298"/>
              <a:gd name="connsiteX15963" fmla="*/ 3246089 w 4752801"/>
              <a:gd name="connsiteY15963" fmla="*/ 1129427 h 2767298"/>
              <a:gd name="connsiteX15964" fmla="*/ 3247304 w 4752801"/>
              <a:gd name="connsiteY15964" fmla="*/ 1129022 h 2767298"/>
              <a:gd name="connsiteX15965" fmla="*/ 2235272 w 4752801"/>
              <a:gd name="connsiteY15965" fmla="*/ 1129022 h 2767298"/>
              <a:gd name="connsiteX15966" fmla="*/ 2243773 w 4752801"/>
              <a:gd name="connsiteY15966" fmla="*/ 1129022 h 2767298"/>
              <a:gd name="connsiteX15967" fmla="*/ 2244988 w 4752801"/>
              <a:gd name="connsiteY15967" fmla="*/ 1129427 h 2767298"/>
              <a:gd name="connsiteX15968" fmla="*/ 2249440 w 4752801"/>
              <a:gd name="connsiteY15968" fmla="*/ 1136713 h 2767298"/>
              <a:gd name="connsiteX15969" fmla="*/ 2249440 w 4752801"/>
              <a:gd name="connsiteY15969" fmla="*/ 1137928 h 2767298"/>
              <a:gd name="connsiteX15970" fmla="*/ 2244988 w 4752801"/>
              <a:gd name="connsiteY15970" fmla="*/ 1145215 h 2767298"/>
              <a:gd name="connsiteX15971" fmla="*/ 2243773 w 4752801"/>
              <a:gd name="connsiteY15971" fmla="*/ 1145619 h 2767298"/>
              <a:gd name="connsiteX15972" fmla="*/ 2235272 w 4752801"/>
              <a:gd name="connsiteY15972" fmla="*/ 1145619 h 2767298"/>
              <a:gd name="connsiteX15973" fmla="*/ 2234058 w 4752801"/>
              <a:gd name="connsiteY15973" fmla="*/ 1145215 h 2767298"/>
              <a:gd name="connsiteX15974" fmla="*/ 2229605 w 4752801"/>
              <a:gd name="connsiteY15974" fmla="*/ 1137928 h 2767298"/>
              <a:gd name="connsiteX15975" fmla="*/ 2229605 w 4752801"/>
              <a:gd name="connsiteY15975" fmla="*/ 1136713 h 2767298"/>
              <a:gd name="connsiteX15976" fmla="*/ 2234058 w 4752801"/>
              <a:gd name="connsiteY15976" fmla="*/ 1129427 h 2767298"/>
              <a:gd name="connsiteX15977" fmla="*/ 2235272 w 4752801"/>
              <a:gd name="connsiteY15977" fmla="*/ 1129022 h 2767298"/>
              <a:gd name="connsiteX15978" fmla="*/ 3287784 w 4752801"/>
              <a:gd name="connsiteY15978" fmla="*/ 1128617 h 2767298"/>
              <a:gd name="connsiteX15979" fmla="*/ 3296285 w 4752801"/>
              <a:gd name="connsiteY15979" fmla="*/ 1128617 h 2767298"/>
              <a:gd name="connsiteX15980" fmla="*/ 3297499 w 4752801"/>
              <a:gd name="connsiteY15980" fmla="*/ 1129022 h 2767298"/>
              <a:gd name="connsiteX15981" fmla="*/ 3301548 w 4752801"/>
              <a:gd name="connsiteY15981" fmla="*/ 1136308 h 2767298"/>
              <a:gd name="connsiteX15982" fmla="*/ 3301548 w 4752801"/>
              <a:gd name="connsiteY15982" fmla="*/ 1137523 h 2767298"/>
              <a:gd name="connsiteX15983" fmla="*/ 3297499 w 4752801"/>
              <a:gd name="connsiteY15983" fmla="*/ 1144810 h 2767298"/>
              <a:gd name="connsiteX15984" fmla="*/ 3296285 w 4752801"/>
              <a:gd name="connsiteY15984" fmla="*/ 1145619 h 2767298"/>
              <a:gd name="connsiteX15985" fmla="*/ 3287784 w 4752801"/>
              <a:gd name="connsiteY15985" fmla="*/ 1145619 h 2767298"/>
              <a:gd name="connsiteX15986" fmla="*/ 3286570 w 4752801"/>
              <a:gd name="connsiteY15986" fmla="*/ 1144810 h 2767298"/>
              <a:gd name="connsiteX15987" fmla="*/ 3282522 w 4752801"/>
              <a:gd name="connsiteY15987" fmla="*/ 1137523 h 2767298"/>
              <a:gd name="connsiteX15988" fmla="*/ 3282522 w 4752801"/>
              <a:gd name="connsiteY15988" fmla="*/ 1136308 h 2767298"/>
              <a:gd name="connsiteX15989" fmla="*/ 3286570 w 4752801"/>
              <a:gd name="connsiteY15989" fmla="*/ 1129022 h 2767298"/>
              <a:gd name="connsiteX15990" fmla="*/ 3287784 w 4752801"/>
              <a:gd name="connsiteY15990" fmla="*/ 1128617 h 2767298"/>
              <a:gd name="connsiteX15991" fmla="*/ 3773155 w 4752801"/>
              <a:gd name="connsiteY15991" fmla="*/ 1127808 h 2767298"/>
              <a:gd name="connsiteX15992" fmla="*/ 3782870 w 4752801"/>
              <a:gd name="connsiteY15992" fmla="*/ 1127808 h 2767298"/>
              <a:gd name="connsiteX15993" fmla="*/ 3784085 w 4752801"/>
              <a:gd name="connsiteY15993" fmla="*/ 1128213 h 2767298"/>
              <a:gd name="connsiteX15994" fmla="*/ 3788943 w 4752801"/>
              <a:gd name="connsiteY15994" fmla="*/ 1136714 h 2767298"/>
              <a:gd name="connsiteX15995" fmla="*/ 3788943 w 4752801"/>
              <a:gd name="connsiteY15995" fmla="*/ 1137928 h 2767298"/>
              <a:gd name="connsiteX15996" fmla="*/ 3784085 w 4752801"/>
              <a:gd name="connsiteY15996" fmla="*/ 1146429 h 2767298"/>
              <a:gd name="connsiteX15997" fmla="*/ 3782870 w 4752801"/>
              <a:gd name="connsiteY15997" fmla="*/ 1146834 h 2767298"/>
              <a:gd name="connsiteX15998" fmla="*/ 3773155 w 4752801"/>
              <a:gd name="connsiteY15998" fmla="*/ 1146834 h 2767298"/>
              <a:gd name="connsiteX15999" fmla="*/ 3771941 w 4752801"/>
              <a:gd name="connsiteY15999" fmla="*/ 1146429 h 2767298"/>
              <a:gd name="connsiteX16000" fmla="*/ 3767083 w 4752801"/>
              <a:gd name="connsiteY16000" fmla="*/ 1137928 h 2767298"/>
              <a:gd name="connsiteX16001" fmla="*/ 3767083 w 4752801"/>
              <a:gd name="connsiteY16001" fmla="*/ 1136714 h 2767298"/>
              <a:gd name="connsiteX16002" fmla="*/ 3771941 w 4752801"/>
              <a:gd name="connsiteY16002" fmla="*/ 1128213 h 2767298"/>
              <a:gd name="connsiteX16003" fmla="*/ 3773155 w 4752801"/>
              <a:gd name="connsiteY16003" fmla="*/ 1127808 h 2767298"/>
              <a:gd name="connsiteX16004" fmla="*/ 3367938 w 4752801"/>
              <a:gd name="connsiteY16004" fmla="*/ 1127808 h 2767298"/>
              <a:gd name="connsiteX16005" fmla="*/ 3378058 w 4752801"/>
              <a:gd name="connsiteY16005" fmla="*/ 1127808 h 2767298"/>
              <a:gd name="connsiteX16006" fmla="*/ 3379273 w 4752801"/>
              <a:gd name="connsiteY16006" fmla="*/ 1128213 h 2767298"/>
              <a:gd name="connsiteX16007" fmla="*/ 3384130 w 4752801"/>
              <a:gd name="connsiteY16007" fmla="*/ 1136714 h 2767298"/>
              <a:gd name="connsiteX16008" fmla="*/ 3384130 w 4752801"/>
              <a:gd name="connsiteY16008" fmla="*/ 1137928 h 2767298"/>
              <a:gd name="connsiteX16009" fmla="*/ 3379273 w 4752801"/>
              <a:gd name="connsiteY16009" fmla="*/ 1146429 h 2767298"/>
              <a:gd name="connsiteX16010" fmla="*/ 3378058 w 4752801"/>
              <a:gd name="connsiteY16010" fmla="*/ 1147239 h 2767298"/>
              <a:gd name="connsiteX16011" fmla="*/ 3367938 w 4752801"/>
              <a:gd name="connsiteY16011" fmla="*/ 1147239 h 2767298"/>
              <a:gd name="connsiteX16012" fmla="*/ 3366724 w 4752801"/>
              <a:gd name="connsiteY16012" fmla="*/ 1146429 h 2767298"/>
              <a:gd name="connsiteX16013" fmla="*/ 3361866 w 4752801"/>
              <a:gd name="connsiteY16013" fmla="*/ 1137928 h 2767298"/>
              <a:gd name="connsiteX16014" fmla="*/ 3361866 w 4752801"/>
              <a:gd name="connsiteY16014" fmla="*/ 1136714 h 2767298"/>
              <a:gd name="connsiteX16015" fmla="*/ 3366724 w 4752801"/>
              <a:gd name="connsiteY16015" fmla="*/ 1128213 h 2767298"/>
              <a:gd name="connsiteX16016" fmla="*/ 3367938 w 4752801"/>
              <a:gd name="connsiteY16016" fmla="*/ 1127808 h 2767298"/>
              <a:gd name="connsiteX16017" fmla="*/ 2680161 w 4752801"/>
              <a:gd name="connsiteY16017" fmla="*/ 1127808 h 2767298"/>
              <a:gd name="connsiteX16018" fmla="*/ 2689067 w 4752801"/>
              <a:gd name="connsiteY16018" fmla="*/ 1127808 h 2767298"/>
              <a:gd name="connsiteX16019" fmla="*/ 2690281 w 4752801"/>
              <a:gd name="connsiteY16019" fmla="*/ 1128618 h 2767298"/>
              <a:gd name="connsiteX16020" fmla="*/ 2694735 w 4752801"/>
              <a:gd name="connsiteY16020" fmla="*/ 1136309 h 2767298"/>
              <a:gd name="connsiteX16021" fmla="*/ 2694735 w 4752801"/>
              <a:gd name="connsiteY16021" fmla="*/ 1137524 h 2767298"/>
              <a:gd name="connsiteX16022" fmla="*/ 2690281 w 4752801"/>
              <a:gd name="connsiteY16022" fmla="*/ 1145215 h 2767298"/>
              <a:gd name="connsiteX16023" fmla="*/ 2689067 w 4752801"/>
              <a:gd name="connsiteY16023" fmla="*/ 1145620 h 2767298"/>
              <a:gd name="connsiteX16024" fmla="*/ 2680161 w 4752801"/>
              <a:gd name="connsiteY16024" fmla="*/ 1145620 h 2767298"/>
              <a:gd name="connsiteX16025" fmla="*/ 2678947 w 4752801"/>
              <a:gd name="connsiteY16025" fmla="*/ 1145215 h 2767298"/>
              <a:gd name="connsiteX16026" fmla="*/ 2674494 w 4752801"/>
              <a:gd name="connsiteY16026" fmla="*/ 1137524 h 2767298"/>
              <a:gd name="connsiteX16027" fmla="*/ 2674494 w 4752801"/>
              <a:gd name="connsiteY16027" fmla="*/ 1136309 h 2767298"/>
              <a:gd name="connsiteX16028" fmla="*/ 2678947 w 4752801"/>
              <a:gd name="connsiteY16028" fmla="*/ 1128618 h 2767298"/>
              <a:gd name="connsiteX16029" fmla="*/ 2680161 w 4752801"/>
              <a:gd name="connsiteY16029" fmla="*/ 1127808 h 2767298"/>
              <a:gd name="connsiteX16030" fmla="*/ 2639275 w 4752801"/>
              <a:gd name="connsiteY16030" fmla="*/ 1127403 h 2767298"/>
              <a:gd name="connsiteX16031" fmla="*/ 2649395 w 4752801"/>
              <a:gd name="connsiteY16031" fmla="*/ 1127403 h 2767298"/>
              <a:gd name="connsiteX16032" fmla="*/ 2650610 w 4752801"/>
              <a:gd name="connsiteY16032" fmla="*/ 1128213 h 2767298"/>
              <a:gd name="connsiteX16033" fmla="*/ 2655467 w 4752801"/>
              <a:gd name="connsiteY16033" fmla="*/ 1136714 h 2767298"/>
              <a:gd name="connsiteX16034" fmla="*/ 2655467 w 4752801"/>
              <a:gd name="connsiteY16034" fmla="*/ 1137928 h 2767298"/>
              <a:gd name="connsiteX16035" fmla="*/ 2650610 w 4752801"/>
              <a:gd name="connsiteY16035" fmla="*/ 1146429 h 2767298"/>
              <a:gd name="connsiteX16036" fmla="*/ 2649395 w 4752801"/>
              <a:gd name="connsiteY16036" fmla="*/ 1147239 h 2767298"/>
              <a:gd name="connsiteX16037" fmla="*/ 2639275 w 4752801"/>
              <a:gd name="connsiteY16037" fmla="*/ 1147239 h 2767298"/>
              <a:gd name="connsiteX16038" fmla="*/ 2638060 w 4752801"/>
              <a:gd name="connsiteY16038" fmla="*/ 1146429 h 2767298"/>
              <a:gd name="connsiteX16039" fmla="*/ 2633203 w 4752801"/>
              <a:gd name="connsiteY16039" fmla="*/ 1137928 h 2767298"/>
              <a:gd name="connsiteX16040" fmla="*/ 2633203 w 4752801"/>
              <a:gd name="connsiteY16040" fmla="*/ 1136714 h 2767298"/>
              <a:gd name="connsiteX16041" fmla="*/ 2638060 w 4752801"/>
              <a:gd name="connsiteY16041" fmla="*/ 1128213 h 2767298"/>
              <a:gd name="connsiteX16042" fmla="*/ 2639275 w 4752801"/>
              <a:gd name="connsiteY16042" fmla="*/ 1127403 h 2767298"/>
              <a:gd name="connsiteX16043" fmla="*/ 2599199 w 4752801"/>
              <a:gd name="connsiteY16043" fmla="*/ 1127403 h 2767298"/>
              <a:gd name="connsiteX16044" fmla="*/ 2608510 w 4752801"/>
              <a:gd name="connsiteY16044" fmla="*/ 1127403 h 2767298"/>
              <a:gd name="connsiteX16045" fmla="*/ 2609724 w 4752801"/>
              <a:gd name="connsiteY16045" fmla="*/ 1128213 h 2767298"/>
              <a:gd name="connsiteX16046" fmla="*/ 2614177 w 4752801"/>
              <a:gd name="connsiteY16046" fmla="*/ 1136309 h 2767298"/>
              <a:gd name="connsiteX16047" fmla="*/ 2614177 w 4752801"/>
              <a:gd name="connsiteY16047" fmla="*/ 1137523 h 2767298"/>
              <a:gd name="connsiteX16048" fmla="*/ 2609724 w 4752801"/>
              <a:gd name="connsiteY16048" fmla="*/ 1145620 h 2767298"/>
              <a:gd name="connsiteX16049" fmla="*/ 2608510 w 4752801"/>
              <a:gd name="connsiteY16049" fmla="*/ 1146429 h 2767298"/>
              <a:gd name="connsiteX16050" fmla="*/ 2599199 w 4752801"/>
              <a:gd name="connsiteY16050" fmla="*/ 1146429 h 2767298"/>
              <a:gd name="connsiteX16051" fmla="*/ 2597985 w 4752801"/>
              <a:gd name="connsiteY16051" fmla="*/ 1145620 h 2767298"/>
              <a:gd name="connsiteX16052" fmla="*/ 2593532 w 4752801"/>
              <a:gd name="connsiteY16052" fmla="*/ 1137523 h 2767298"/>
              <a:gd name="connsiteX16053" fmla="*/ 2593532 w 4752801"/>
              <a:gd name="connsiteY16053" fmla="*/ 1136309 h 2767298"/>
              <a:gd name="connsiteX16054" fmla="*/ 2597985 w 4752801"/>
              <a:gd name="connsiteY16054" fmla="*/ 1128213 h 2767298"/>
              <a:gd name="connsiteX16055" fmla="*/ 2599199 w 4752801"/>
              <a:gd name="connsiteY16055" fmla="*/ 1127403 h 2767298"/>
              <a:gd name="connsiteX16056" fmla="*/ 2274539 w 4752801"/>
              <a:gd name="connsiteY16056" fmla="*/ 1127403 h 2767298"/>
              <a:gd name="connsiteX16057" fmla="*/ 2285064 w 4752801"/>
              <a:gd name="connsiteY16057" fmla="*/ 1127403 h 2767298"/>
              <a:gd name="connsiteX16058" fmla="*/ 2286278 w 4752801"/>
              <a:gd name="connsiteY16058" fmla="*/ 1127808 h 2767298"/>
              <a:gd name="connsiteX16059" fmla="*/ 2291541 w 4752801"/>
              <a:gd name="connsiteY16059" fmla="*/ 1136714 h 2767298"/>
              <a:gd name="connsiteX16060" fmla="*/ 2291541 w 4752801"/>
              <a:gd name="connsiteY16060" fmla="*/ 1137928 h 2767298"/>
              <a:gd name="connsiteX16061" fmla="*/ 2286278 w 4752801"/>
              <a:gd name="connsiteY16061" fmla="*/ 1146834 h 2767298"/>
              <a:gd name="connsiteX16062" fmla="*/ 2285064 w 4752801"/>
              <a:gd name="connsiteY16062" fmla="*/ 1147239 h 2767298"/>
              <a:gd name="connsiteX16063" fmla="*/ 2274539 w 4752801"/>
              <a:gd name="connsiteY16063" fmla="*/ 1147239 h 2767298"/>
              <a:gd name="connsiteX16064" fmla="*/ 2273324 w 4752801"/>
              <a:gd name="connsiteY16064" fmla="*/ 1146834 h 2767298"/>
              <a:gd name="connsiteX16065" fmla="*/ 2268062 w 4752801"/>
              <a:gd name="connsiteY16065" fmla="*/ 1137928 h 2767298"/>
              <a:gd name="connsiteX16066" fmla="*/ 2268062 w 4752801"/>
              <a:gd name="connsiteY16066" fmla="*/ 1136714 h 2767298"/>
              <a:gd name="connsiteX16067" fmla="*/ 2273324 w 4752801"/>
              <a:gd name="connsiteY16067" fmla="*/ 1127808 h 2767298"/>
              <a:gd name="connsiteX16068" fmla="*/ 2274539 w 4752801"/>
              <a:gd name="connsiteY16068" fmla="*/ 1127403 h 2767298"/>
              <a:gd name="connsiteX16069" fmla="*/ 3812826 w 4752801"/>
              <a:gd name="connsiteY16069" fmla="*/ 1126998 h 2767298"/>
              <a:gd name="connsiteX16070" fmla="*/ 3823351 w 4752801"/>
              <a:gd name="connsiteY16070" fmla="*/ 1126998 h 2767298"/>
              <a:gd name="connsiteX16071" fmla="*/ 3824566 w 4752801"/>
              <a:gd name="connsiteY16071" fmla="*/ 1127808 h 2767298"/>
              <a:gd name="connsiteX16072" fmla="*/ 3829828 w 4752801"/>
              <a:gd name="connsiteY16072" fmla="*/ 1136713 h 2767298"/>
              <a:gd name="connsiteX16073" fmla="*/ 3829828 w 4752801"/>
              <a:gd name="connsiteY16073" fmla="*/ 1137928 h 2767298"/>
              <a:gd name="connsiteX16074" fmla="*/ 3824566 w 4752801"/>
              <a:gd name="connsiteY16074" fmla="*/ 1146834 h 2767298"/>
              <a:gd name="connsiteX16075" fmla="*/ 3823351 w 4752801"/>
              <a:gd name="connsiteY16075" fmla="*/ 1147239 h 2767298"/>
              <a:gd name="connsiteX16076" fmla="*/ 3812826 w 4752801"/>
              <a:gd name="connsiteY16076" fmla="*/ 1147239 h 2767298"/>
              <a:gd name="connsiteX16077" fmla="*/ 3811612 w 4752801"/>
              <a:gd name="connsiteY16077" fmla="*/ 1146834 h 2767298"/>
              <a:gd name="connsiteX16078" fmla="*/ 3806350 w 4752801"/>
              <a:gd name="connsiteY16078" fmla="*/ 1137928 h 2767298"/>
              <a:gd name="connsiteX16079" fmla="*/ 3806350 w 4752801"/>
              <a:gd name="connsiteY16079" fmla="*/ 1136713 h 2767298"/>
              <a:gd name="connsiteX16080" fmla="*/ 3811612 w 4752801"/>
              <a:gd name="connsiteY16080" fmla="*/ 1127808 h 2767298"/>
              <a:gd name="connsiteX16081" fmla="*/ 3812826 w 4752801"/>
              <a:gd name="connsiteY16081" fmla="*/ 1126998 h 2767298"/>
              <a:gd name="connsiteX16082" fmla="*/ 3691787 w 4752801"/>
              <a:gd name="connsiteY16082" fmla="*/ 1126998 h 2767298"/>
              <a:gd name="connsiteX16083" fmla="*/ 3702312 w 4752801"/>
              <a:gd name="connsiteY16083" fmla="*/ 1126998 h 2767298"/>
              <a:gd name="connsiteX16084" fmla="*/ 3703527 w 4752801"/>
              <a:gd name="connsiteY16084" fmla="*/ 1127808 h 2767298"/>
              <a:gd name="connsiteX16085" fmla="*/ 3708790 w 4752801"/>
              <a:gd name="connsiteY16085" fmla="*/ 1136713 h 2767298"/>
              <a:gd name="connsiteX16086" fmla="*/ 3708790 w 4752801"/>
              <a:gd name="connsiteY16086" fmla="*/ 1137928 h 2767298"/>
              <a:gd name="connsiteX16087" fmla="*/ 3703527 w 4752801"/>
              <a:gd name="connsiteY16087" fmla="*/ 1146834 h 2767298"/>
              <a:gd name="connsiteX16088" fmla="*/ 3702312 w 4752801"/>
              <a:gd name="connsiteY16088" fmla="*/ 1147643 h 2767298"/>
              <a:gd name="connsiteX16089" fmla="*/ 3691787 w 4752801"/>
              <a:gd name="connsiteY16089" fmla="*/ 1147643 h 2767298"/>
              <a:gd name="connsiteX16090" fmla="*/ 3690573 w 4752801"/>
              <a:gd name="connsiteY16090" fmla="*/ 1146834 h 2767298"/>
              <a:gd name="connsiteX16091" fmla="*/ 3685311 w 4752801"/>
              <a:gd name="connsiteY16091" fmla="*/ 1137928 h 2767298"/>
              <a:gd name="connsiteX16092" fmla="*/ 3685311 w 4752801"/>
              <a:gd name="connsiteY16092" fmla="*/ 1136713 h 2767298"/>
              <a:gd name="connsiteX16093" fmla="*/ 3690573 w 4752801"/>
              <a:gd name="connsiteY16093" fmla="*/ 1127808 h 2767298"/>
              <a:gd name="connsiteX16094" fmla="*/ 3691787 w 4752801"/>
              <a:gd name="connsiteY16094" fmla="*/ 1126998 h 2767298"/>
              <a:gd name="connsiteX16095" fmla="*/ 3610421 w 4752801"/>
              <a:gd name="connsiteY16095" fmla="*/ 1126593 h 2767298"/>
              <a:gd name="connsiteX16096" fmla="*/ 3621755 w 4752801"/>
              <a:gd name="connsiteY16096" fmla="*/ 1126593 h 2767298"/>
              <a:gd name="connsiteX16097" fmla="*/ 3622970 w 4752801"/>
              <a:gd name="connsiteY16097" fmla="*/ 1126998 h 2767298"/>
              <a:gd name="connsiteX16098" fmla="*/ 3628637 w 4752801"/>
              <a:gd name="connsiteY16098" fmla="*/ 1136713 h 2767298"/>
              <a:gd name="connsiteX16099" fmla="*/ 3628637 w 4752801"/>
              <a:gd name="connsiteY16099" fmla="*/ 1137928 h 2767298"/>
              <a:gd name="connsiteX16100" fmla="*/ 3622970 w 4752801"/>
              <a:gd name="connsiteY16100" fmla="*/ 1147643 h 2767298"/>
              <a:gd name="connsiteX16101" fmla="*/ 3621755 w 4752801"/>
              <a:gd name="connsiteY16101" fmla="*/ 1148048 h 2767298"/>
              <a:gd name="connsiteX16102" fmla="*/ 3610421 w 4752801"/>
              <a:gd name="connsiteY16102" fmla="*/ 1148048 h 2767298"/>
              <a:gd name="connsiteX16103" fmla="*/ 3609206 w 4752801"/>
              <a:gd name="connsiteY16103" fmla="*/ 1147643 h 2767298"/>
              <a:gd name="connsiteX16104" fmla="*/ 3603539 w 4752801"/>
              <a:gd name="connsiteY16104" fmla="*/ 1137928 h 2767298"/>
              <a:gd name="connsiteX16105" fmla="*/ 3603539 w 4752801"/>
              <a:gd name="connsiteY16105" fmla="*/ 1136713 h 2767298"/>
              <a:gd name="connsiteX16106" fmla="*/ 3609206 w 4752801"/>
              <a:gd name="connsiteY16106" fmla="*/ 1126998 h 2767298"/>
              <a:gd name="connsiteX16107" fmla="*/ 3610421 w 4752801"/>
              <a:gd name="connsiteY16107" fmla="*/ 1126593 h 2767298"/>
              <a:gd name="connsiteX16108" fmla="*/ 3853712 w 4752801"/>
              <a:gd name="connsiteY16108" fmla="*/ 1126188 h 2767298"/>
              <a:gd name="connsiteX16109" fmla="*/ 3864237 w 4752801"/>
              <a:gd name="connsiteY16109" fmla="*/ 1126188 h 2767298"/>
              <a:gd name="connsiteX16110" fmla="*/ 3865452 w 4752801"/>
              <a:gd name="connsiteY16110" fmla="*/ 1126998 h 2767298"/>
              <a:gd name="connsiteX16111" fmla="*/ 3870715 w 4752801"/>
              <a:gd name="connsiteY16111" fmla="*/ 1136308 h 2767298"/>
              <a:gd name="connsiteX16112" fmla="*/ 3870715 w 4752801"/>
              <a:gd name="connsiteY16112" fmla="*/ 1137523 h 2767298"/>
              <a:gd name="connsiteX16113" fmla="*/ 3865452 w 4752801"/>
              <a:gd name="connsiteY16113" fmla="*/ 1146833 h 2767298"/>
              <a:gd name="connsiteX16114" fmla="*/ 3864237 w 4752801"/>
              <a:gd name="connsiteY16114" fmla="*/ 1147643 h 2767298"/>
              <a:gd name="connsiteX16115" fmla="*/ 3853712 w 4752801"/>
              <a:gd name="connsiteY16115" fmla="*/ 1147643 h 2767298"/>
              <a:gd name="connsiteX16116" fmla="*/ 3852498 w 4752801"/>
              <a:gd name="connsiteY16116" fmla="*/ 1146833 h 2767298"/>
              <a:gd name="connsiteX16117" fmla="*/ 3847236 w 4752801"/>
              <a:gd name="connsiteY16117" fmla="*/ 1137523 h 2767298"/>
              <a:gd name="connsiteX16118" fmla="*/ 3847236 w 4752801"/>
              <a:gd name="connsiteY16118" fmla="*/ 1136308 h 2767298"/>
              <a:gd name="connsiteX16119" fmla="*/ 3852498 w 4752801"/>
              <a:gd name="connsiteY16119" fmla="*/ 1126998 h 2767298"/>
              <a:gd name="connsiteX16120" fmla="*/ 3853712 w 4752801"/>
              <a:gd name="connsiteY16120" fmla="*/ 1126188 h 2767298"/>
              <a:gd name="connsiteX16121" fmla="*/ 2355501 w 4752801"/>
              <a:gd name="connsiteY16121" fmla="*/ 1126188 h 2767298"/>
              <a:gd name="connsiteX16122" fmla="*/ 2366836 w 4752801"/>
              <a:gd name="connsiteY16122" fmla="*/ 1126188 h 2767298"/>
              <a:gd name="connsiteX16123" fmla="*/ 2368051 w 4752801"/>
              <a:gd name="connsiteY16123" fmla="*/ 1126998 h 2767298"/>
              <a:gd name="connsiteX16124" fmla="*/ 2373718 w 4752801"/>
              <a:gd name="connsiteY16124" fmla="*/ 1136713 h 2767298"/>
              <a:gd name="connsiteX16125" fmla="*/ 2373718 w 4752801"/>
              <a:gd name="connsiteY16125" fmla="*/ 1137928 h 2767298"/>
              <a:gd name="connsiteX16126" fmla="*/ 2368051 w 4752801"/>
              <a:gd name="connsiteY16126" fmla="*/ 1147643 h 2767298"/>
              <a:gd name="connsiteX16127" fmla="*/ 2366836 w 4752801"/>
              <a:gd name="connsiteY16127" fmla="*/ 1148453 h 2767298"/>
              <a:gd name="connsiteX16128" fmla="*/ 2355501 w 4752801"/>
              <a:gd name="connsiteY16128" fmla="*/ 1148453 h 2767298"/>
              <a:gd name="connsiteX16129" fmla="*/ 2354287 w 4752801"/>
              <a:gd name="connsiteY16129" fmla="*/ 1147643 h 2767298"/>
              <a:gd name="connsiteX16130" fmla="*/ 2348620 w 4752801"/>
              <a:gd name="connsiteY16130" fmla="*/ 1137928 h 2767298"/>
              <a:gd name="connsiteX16131" fmla="*/ 2348620 w 4752801"/>
              <a:gd name="connsiteY16131" fmla="*/ 1136713 h 2767298"/>
              <a:gd name="connsiteX16132" fmla="*/ 2354287 w 4752801"/>
              <a:gd name="connsiteY16132" fmla="*/ 1126998 h 2767298"/>
              <a:gd name="connsiteX16133" fmla="*/ 2355501 w 4752801"/>
              <a:gd name="connsiteY16133" fmla="*/ 1126188 h 2767298"/>
              <a:gd name="connsiteX16134" fmla="*/ 2315020 w 4752801"/>
              <a:gd name="connsiteY16134" fmla="*/ 1126188 h 2767298"/>
              <a:gd name="connsiteX16135" fmla="*/ 2326355 w 4752801"/>
              <a:gd name="connsiteY16135" fmla="*/ 1126188 h 2767298"/>
              <a:gd name="connsiteX16136" fmla="*/ 2327570 w 4752801"/>
              <a:gd name="connsiteY16136" fmla="*/ 1126998 h 2767298"/>
              <a:gd name="connsiteX16137" fmla="*/ 2333237 w 4752801"/>
              <a:gd name="connsiteY16137" fmla="*/ 1136713 h 2767298"/>
              <a:gd name="connsiteX16138" fmla="*/ 2333237 w 4752801"/>
              <a:gd name="connsiteY16138" fmla="*/ 1137928 h 2767298"/>
              <a:gd name="connsiteX16139" fmla="*/ 2327570 w 4752801"/>
              <a:gd name="connsiteY16139" fmla="*/ 1147643 h 2767298"/>
              <a:gd name="connsiteX16140" fmla="*/ 2326355 w 4752801"/>
              <a:gd name="connsiteY16140" fmla="*/ 1148453 h 2767298"/>
              <a:gd name="connsiteX16141" fmla="*/ 2315020 w 4752801"/>
              <a:gd name="connsiteY16141" fmla="*/ 1148453 h 2767298"/>
              <a:gd name="connsiteX16142" fmla="*/ 2313806 w 4752801"/>
              <a:gd name="connsiteY16142" fmla="*/ 1147643 h 2767298"/>
              <a:gd name="connsiteX16143" fmla="*/ 2308139 w 4752801"/>
              <a:gd name="connsiteY16143" fmla="*/ 1137928 h 2767298"/>
              <a:gd name="connsiteX16144" fmla="*/ 2308139 w 4752801"/>
              <a:gd name="connsiteY16144" fmla="*/ 1136713 h 2767298"/>
              <a:gd name="connsiteX16145" fmla="*/ 2313806 w 4752801"/>
              <a:gd name="connsiteY16145" fmla="*/ 1126998 h 2767298"/>
              <a:gd name="connsiteX16146" fmla="*/ 2315020 w 4752801"/>
              <a:gd name="connsiteY16146" fmla="*/ 1126188 h 2767298"/>
              <a:gd name="connsiteX16147" fmla="*/ 3650496 w 4752801"/>
              <a:gd name="connsiteY16147" fmla="*/ 1125784 h 2767298"/>
              <a:gd name="connsiteX16148" fmla="*/ 3662236 w 4752801"/>
              <a:gd name="connsiteY16148" fmla="*/ 1125784 h 2767298"/>
              <a:gd name="connsiteX16149" fmla="*/ 3663450 w 4752801"/>
              <a:gd name="connsiteY16149" fmla="*/ 1126594 h 2767298"/>
              <a:gd name="connsiteX16150" fmla="*/ 3669522 w 4752801"/>
              <a:gd name="connsiteY16150" fmla="*/ 1136714 h 2767298"/>
              <a:gd name="connsiteX16151" fmla="*/ 3669522 w 4752801"/>
              <a:gd name="connsiteY16151" fmla="*/ 1137928 h 2767298"/>
              <a:gd name="connsiteX16152" fmla="*/ 3663450 w 4752801"/>
              <a:gd name="connsiteY16152" fmla="*/ 1148049 h 2767298"/>
              <a:gd name="connsiteX16153" fmla="*/ 3662236 w 4752801"/>
              <a:gd name="connsiteY16153" fmla="*/ 1148858 h 2767298"/>
              <a:gd name="connsiteX16154" fmla="*/ 3650496 w 4752801"/>
              <a:gd name="connsiteY16154" fmla="*/ 1148858 h 2767298"/>
              <a:gd name="connsiteX16155" fmla="*/ 3649282 w 4752801"/>
              <a:gd name="connsiteY16155" fmla="*/ 1148049 h 2767298"/>
              <a:gd name="connsiteX16156" fmla="*/ 3643210 w 4752801"/>
              <a:gd name="connsiteY16156" fmla="*/ 1137928 h 2767298"/>
              <a:gd name="connsiteX16157" fmla="*/ 3643210 w 4752801"/>
              <a:gd name="connsiteY16157" fmla="*/ 1136714 h 2767298"/>
              <a:gd name="connsiteX16158" fmla="*/ 3649282 w 4752801"/>
              <a:gd name="connsiteY16158" fmla="*/ 1126594 h 2767298"/>
              <a:gd name="connsiteX16159" fmla="*/ 3650496 w 4752801"/>
              <a:gd name="connsiteY16159" fmla="*/ 1125784 h 2767298"/>
              <a:gd name="connsiteX16160" fmla="*/ 2395578 w 4752801"/>
              <a:gd name="connsiteY16160" fmla="*/ 1125784 h 2767298"/>
              <a:gd name="connsiteX16161" fmla="*/ 2407723 w 4752801"/>
              <a:gd name="connsiteY16161" fmla="*/ 1125784 h 2767298"/>
              <a:gd name="connsiteX16162" fmla="*/ 2408937 w 4752801"/>
              <a:gd name="connsiteY16162" fmla="*/ 1126189 h 2767298"/>
              <a:gd name="connsiteX16163" fmla="*/ 2415009 w 4752801"/>
              <a:gd name="connsiteY16163" fmla="*/ 1136714 h 2767298"/>
              <a:gd name="connsiteX16164" fmla="*/ 2415009 w 4752801"/>
              <a:gd name="connsiteY16164" fmla="*/ 1137928 h 2767298"/>
              <a:gd name="connsiteX16165" fmla="*/ 2408937 w 4752801"/>
              <a:gd name="connsiteY16165" fmla="*/ 1148454 h 2767298"/>
              <a:gd name="connsiteX16166" fmla="*/ 2407723 w 4752801"/>
              <a:gd name="connsiteY16166" fmla="*/ 1149263 h 2767298"/>
              <a:gd name="connsiteX16167" fmla="*/ 2395578 w 4752801"/>
              <a:gd name="connsiteY16167" fmla="*/ 1149263 h 2767298"/>
              <a:gd name="connsiteX16168" fmla="*/ 2394364 w 4752801"/>
              <a:gd name="connsiteY16168" fmla="*/ 1148454 h 2767298"/>
              <a:gd name="connsiteX16169" fmla="*/ 2388292 w 4752801"/>
              <a:gd name="connsiteY16169" fmla="*/ 1137928 h 2767298"/>
              <a:gd name="connsiteX16170" fmla="*/ 2388292 w 4752801"/>
              <a:gd name="connsiteY16170" fmla="*/ 1136714 h 2767298"/>
              <a:gd name="connsiteX16171" fmla="*/ 2394364 w 4752801"/>
              <a:gd name="connsiteY16171" fmla="*/ 1126189 h 2767298"/>
              <a:gd name="connsiteX16172" fmla="*/ 2395578 w 4752801"/>
              <a:gd name="connsiteY16172" fmla="*/ 1125784 h 2767298"/>
              <a:gd name="connsiteX16173" fmla="*/ 3731054 w 4752801"/>
              <a:gd name="connsiteY16173" fmla="*/ 1125379 h 2767298"/>
              <a:gd name="connsiteX16174" fmla="*/ 3743603 w 4752801"/>
              <a:gd name="connsiteY16174" fmla="*/ 1125379 h 2767298"/>
              <a:gd name="connsiteX16175" fmla="*/ 3744818 w 4752801"/>
              <a:gd name="connsiteY16175" fmla="*/ 1126189 h 2767298"/>
              <a:gd name="connsiteX16176" fmla="*/ 3750890 w 4752801"/>
              <a:gd name="connsiteY16176" fmla="*/ 1136714 h 2767298"/>
              <a:gd name="connsiteX16177" fmla="*/ 3750890 w 4752801"/>
              <a:gd name="connsiteY16177" fmla="*/ 1137928 h 2767298"/>
              <a:gd name="connsiteX16178" fmla="*/ 3744818 w 4752801"/>
              <a:gd name="connsiteY16178" fmla="*/ 1148453 h 2767298"/>
              <a:gd name="connsiteX16179" fmla="*/ 3743603 w 4752801"/>
              <a:gd name="connsiteY16179" fmla="*/ 1149263 h 2767298"/>
              <a:gd name="connsiteX16180" fmla="*/ 3731054 w 4752801"/>
              <a:gd name="connsiteY16180" fmla="*/ 1149263 h 2767298"/>
              <a:gd name="connsiteX16181" fmla="*/ 3729840 w 4752801"/>
              <a:gd name="connsiteY16181" fmla="*/ 1148453 h 2767298"/>
              <a:gd name="connsiteX16182" fmla="*/ 3723768 w 4752801"/>
              <a:gd name="connsiteY16182" fmla="*/ 1137928 h 2767298"/>
              <a:gd name="connsiteX16183" fmla="*/ 3723768 w 4752801"/>
              <a:gd name="connsiteY16183" fmla="*/ 1136714 h 2767298"/>
              <a:gd name="connsiteX16184" fmla="*/ 3729840 w 4752801"/>
              <a:gd name="connsiteY16184" fmla="*/ 1126189 h 2767298"/>
              <a:gd name="connsiteX16185" fmla="*/ 3731054 w 4752801"/>
              <a:gd name="connsiteY16185" fmla="*/ 1125379 h 2767298"/>
              <a:gd name="connsiteX16186" fmla="*/ 3407204 w 4752801"/>
              <a:gd name="connsiteY16186" fmla="*/ 1124569 h 2767298"/>
              <a:gd name="connsiteX16187" fmla="*/ 3419753 w 4752801"/>
              <a:gd name="connsiteY16187" fmla="*/ 1124569 h 2767298"/>
              <a:gd name="connsiteX16188" fmla="*/ 3420967 w 4752801"/>
              <a:gd name="connsiteY16188" fmla="*/ 1125379 h 2767298"/>
              <a:gd name="connsiteX16189" fmla="*/ 3427445 w 4752801"/>
              <a:gd name="connsiteY16189" fmla="*/ 1136309 h 2767298"/>
              <a:gd name="connsiteX16190" fmla="*/ 3427445 w 4752801"/>
              <a:gd name="connsiteY16190" fmla="*/ 1137523 h 2767298"/>
              <a:gd name="connsiteX16191" fmla="*/ 3420967 w 4752801"/>
              <a:gd name="connsiteY16191" fmla="*/ 1148453 h 2767298"/>
              <a:gd name="connsiteX16192" fmla="*/ 3419753 w 4752801"/>
              <a:gd name="connsiteY16192" fmla="*/ 1149263 h 2767298"/>
              <a:gd name="connsiteX16193" fmla="*/ 3407204 w 4752801"/>
              <a:gd name="connsiteY16193" fmla="*/ 1149263 h 2767298"/>
              <a:gd name="connsiteX16194" fmla="*/ 3405989 w 4752801"/>
              <a:gd name="connsiteY16194" fmla="*/ 1148453 h 2767298"/>
              <a:gd name="connsiteX16195" fmla="*/ 3399513 w 4752801"/>
              <a:gd name="connsiteY16195" fmla="*/ 1137523 h 2767298"/>
              <a:gd name="connsiteX16196" fmla="*/ 3399513 w 4752801"/>
              <a:gd name="connsiteY16196" fmla="*/ 1136309 h 2767298"/>
              <a:gd name="connsiteX16197" fmla="*/ 3405989 w 4752801"/>
              <a:gd name="connsiteY16197" fmla="*/ 1125379 h 2767298"/>
              <a:gd name="connsiteX16198" fmla="*/ 3407204 w 4752801"/>
              <a:gd name="connsiteY16198" fmla="*/ 1124569 h 2767298"/>
              <a:gd name="connsiteX16199" fmla="*/ 2515808 w 4752801"/>
              <a:gd name="connsiteY16199" fmla="*/ 1123759 h 2767298"/>
              <a:gd name="connsiteX16200" fmla="*/ 2530381 w 4752801"/>
              <a:gd name="connsiteY16200" fmla="*/ 1123759 h 2767298"/>
              <a:gd name="connsiteX16201" fmla="*/ 2531595 w 4752801"/>
              <a:gd name="connsiteY16201" fmla="*/ 1124164 h 2767298"/>
              <a:gd name="connsiteX16202" fmla="*/ 2538882 w 4752801"/>
              <a:gd name="connsiteY16202" fmla="*/ 1136713 h 2767298"/>
              <a:gd name="connsiteX16203" fmla="*/ 2538882 w 4752801"/>
              <a:gd name="connsiteY16203" fmla="*/ 1137927 h 2767298"/>
              <a:gd name="connsiteX16204" fmla="*/ 2531595 w 4752801"/>
              <a:gd name="connsiteY16204" fmla="*/ 1150477 h 2767298"/>
              <a:gd name="connsiteX16205" fmla="*/ 2530381 w 4752801"/>
              <a:gd name="connsiteY16205" fmla="*/ 1151286 h 2767298"/>
              <a:gd name="connsiteX16206" fmla="*/ 2515808 w 4752801"/>
              <a:gd name="connsiteY16206" fmla="*/ 1151286 h 2767298"/>
              <a:gd name="connsiteX16207" fmla="*/ 2514593 w 4752801"/>
              <a:gd name="connsiteY16207" fmla="*/ 1150477 h 2767298"/>
              <a:gd name="connsiteX16208" fmla="*/ 2507307 w 4752801"/>
              <a:gd name="connsiteY16208" fmla="*/ 1137927 h 2767298"/>
              <a:gd name="connsiteX16209" fmla="*/ 2507307 w 4752801"/>
              <a:gd name="connsiteY16209" fmla="*/ 1136713 h 2767298"/>
              <a:gd name="connsiteX16210" fmla="*/ 2514593 w 4752801"/>
              <a:gd name="connsiteY16210" fmla="*/ 1124164 h 2767298"/>
              <a:gd name="connsiteX16211" fmla="*/ 2515808 w 4752801"/>
              <a:gd name="connsiteY16211" fmla="*/ 1123759 h 2767298"/>
              <a:gd name="connsiteX16212" fmla="*/ 2435250 w 4752801"/>
              <a:gd name="connsiteY16212" fmla="*/ 1123759 h 2767298"/>
              <a:gd name="connsiteX16213" fmla="*/ 2448609 w 4752801"/>
              <a:gd name="connsiteY16213" fmla="*/ 1123759 h 2767298"/>
              <a:gd name="connsiteX16214" fmla="*/ 2449823 w 4752801"/>
              <a:gd name="connsiteY16214" fmla="*/ 1124569 h 2767298"/>
              <a:gd name="connsiteX16215" fmla="*/ 2456705 w 4752801"/>
              <a:gd name="connsiteY16215" fmla="*/ 1136308 h 2767298"/>
              <a:gd name="connsiteX16216" fmla="*/ 2456705 w 4752801"/>
              <a:gd name="connsiteY16216" fmla="*/ 1137523 h 2767298"/>
              <a:gd name="connsiteX16217" fmla="*/ 2449823 w 4752801"/>
              <a:gd name="connsiteY16217" fmla="*/ 1149262 h 2767298"/>
              <a:gd name="connsiteX16218" fmla="*/ 2448609 w 4752801"/>
              <a:gd name="connsiteY16218" fmla="*/ 1150072 h 2767298"/>
              <a:gd name="connsiteX16219" fmla="*/ 2435250 w 4752801"/>
              <a:gd name="connsiteY16219" fmla="*/ 1150072 h 2767298"/>
              <a:gd name="connsiteX16220" fmla="*/ 2434035 w 4752801"/>
              <a:gd name="connsiteY16220" fmla="*/ 1149262 h 2767298"/>
              <a:gd name="connsiteX16221" fmla="*/ 2427154 w 4752801"/>
              <a:gd name="connsiteY16221" fmla="*/ 1137523 h 2767298"/>
              <a:gd name="connsiteX16222" fmla="*/ 2427154 w 4752801"/>
              <a:gd name="connsiteY16222" fmla="*/ 1136308 h 2767298"/>
              <a:gd name="connsiteX16223" fmla="*/ 2434035 w 4752801"/>
              <a:gd name="connsiteY16223" fmla="*/ 1124569 h 2767298"/>
              <a:gd name="connsiteX16224" fmla="*/ 2435250 w 4752801"/>
              <a:gd name="connsiteY16224" fmla="*/ 1123759 h 2767298"/>
              <a:gd name="connsiteX16225" fmla="*/ 3446471 w 4752801"/>
              <a:gd name="connsiteY16225" fmla="*/ 1123355 h 2767298"/>
              <a:gd name="connsiteX16226" fmla="*/ 3461449 w 4752801"/>
              <a:gd name="connsiteY16226" fmla="*/ 1123355 h 2767298"/>
              <a:gd name="connsiteX16227" fmla="*/ 3462664 w 4752801"/>
              <a:gd name="connsiteY16227" fmla="*/ 1123760 h 2767298"/>
              <a:gd name="connsiteX16228" fmla="*/ 3469951 w 4752801"/>
              <a:gd name="connsiteY16228" fmla="*/ 1136714 h 2767298"/>
              <a:gd name="connsiteX16229" fmla="*/ 3469951 w 4752801"/>
              <a:gd name="connsiteY16229" fmla="*/ 1137928 h 2767298"/>
              <a:gd name="connsiteX16230" fmla="*/ 3462664 w 4752801"/>
              <a:gd name="connsiteY16230" fmla="*/ 1150882 h 2767298"/>
              <a:gd name="connsiteX16231" fmla="*/ 3461449 w 4752801"/>
              <a:gd name="connsiteY16231" fmla="*/ 1151287 h 2767298"/>
              <a:gd name="connsiteX16232" fmla="*/ 3446471 w 4752801"/>
              <a:gd name="connsiteY16232" fmla="*/ 1151287 h 2767298"/>
              <a:gd name="connsiteX16233" fmla="*/ 3445257 w 4752801"/>
              <a:gd name="connsiteY16233" fmla="*/ 1150882 h 2767298"/>
              <a:gd name="connsiteX16234" fmla="*/ 3437971 w 4752801"/>
              <a:gd name="connsiteY16234" fmla="*/ 1137928 h 2767298"/>
              <a:gd name="connsiteX16235" fmla="*/ 3437971 w 4752801"/>
              <a:gd name="connsiteY16235" fmla="*/ 1136714 h 2767298"/>
              <a:gd name="connsiteX16236" fmla="*/ 3445257 w 4752801"/>
              <a:gd name="connsiteY16236" fmla="*/ 1123760 h 2767298"/>
              <a:gd name="connsiteX16237" fmla="*/ 3446471 w 4752801"/>
              <a:gd name="connsiteY16237" fmla="*/ 1123355 h 2767298"/>
              <a:gd name="connsiteX16238" fmla="*/ 2555883 w 4752801"/>
              <a:gd name="connsiteY16238" fmla="*/ 1122950 h 2767298"/>
              <a:gd name="connsiteX16239" fmla="*/ 2570862 w 4752801"/>
              <a:gd name="connsiteY16239" fmla="*/ 1122950 h 2767298"/>
              <a:gd name="connsiteX16240" fmla="*/ 2572076 w 4752801"/>
              <a:gd name="connsiteY16240" fmla="*/ 1123760 h 2767298"/>
              <a:gd name="connsiteX16241" fmla="*/ 2579767 w 4752801"/>
              <a:gd name="connsiteY16241" fmla="*/ 1136714 h 2767298"/>
              <a:gd name="connsiteX16242" fmla="*/ 2579767 w 4752801"/>
              <a:gd name="connsiteY16242" fmla="*/ 1137928 h 2767298"/>
              <a:gd name="connsiteX16243" fmla="*/ 2572076 w 4752801"/>
              <a:gd name="connsiteY16243" fmla="*/ 1150882 h 2767298"/>
              <a:gd name="connsiteX16244" fmla="*/ 2570862 w 4752801"/>
              <a:gd name="connsiteY16244" fmla="*/ 1151692 h 2767298"/>
              <a:gd name="connsiteX16245" fmla="*/ 2555883 w 4752801"/>
              <a:gd name="connsiteY16245" fmla="*/ 1151692 h 2767298"/>
              <a:gd name="connsiteX16246" fmla="*/ 2554669 w 4752801"/>
              <a:gd name="connsiteY16246" fmla="*/ 1150882 h 2767298"/>
              <a:gd name="connsiteX16247" fmla="*/ 2546978 w 4752801"/>
              <a:gd name="connsiteY16247" fmla="*/ 1137928 h 2767298"/>
              <a:gd name="connsiteX16248" fmla="*/ 2546978 w 4752801"/>
              <a:gd name="connsiteY16248" fmla="*/ 1136714 h 2767298"/>
              <a:gd name="connsiteX16249" fmla="*/ 2554669 w 4752801"/>
              <a:gd name="connsiteY16249" fmla="*/ 1123760 h 2767298"/>
              <a:gd name="connsiteX16250" fmla="*/ 2555883 w 4752801"/>
              <a:gd name="connsiteY16250" fmla="*/ 1122950 h 2767298"/>
              <a:gd name="connsiteX16251" fmla="*/ 2475326 w 4752801"/>
              <a:gd name="connsiteY16251" fmla="*/ 1122545 h 2767298"/>
              <a:gd name="connsiteX16252" fmla="*/ 2489899 w 4752801"/>
              <a:gd name="connsiteY16252" fmla="*/ 1122545 h 2767298"/>
              <a:gd name="connsiteX16253" fmla="*/ 2491113 w 4752801"/>
              <a:gd name="connsiteY16253" fmla="*/ 1123355 h 2767298"/>
              <a:gd name="connsiteX16254" fmla="*/ 2498400 w 4752801"/>
              <a:gd name="connsiteY16254" fmla="*/ 1136309 h 2767298"/>
              <a:gd name="connsiteX16255" fmla="*/ 2498400 w 4752801"/>
              <a:gd name="connsiteY16255" fmla="*/ 1137523 h 2767298"/>
              <a:gd name="connsiteX16256" fmla="*/ 2491113 w 4752801"/>
              <a:gd name="connsiteY16256" fmla="*/ 1150477 h 2767298"/>
              <a:gd name="connsiteX16257" fmla="*/ 2489899 w 4752801"/>
              <a:gd name="connsiteY16257" fmla="*/ 1151287 h 2767298"/>
              <a:gd name="connsiteX16258" fmla="*/ 2475326 w 4752801"/>
              <a:gd name="connsiteY16258" fmla="*/ 1151287 h 2767298"/>
              <a:gd name="connsiteX16259" fmla="*/ 2474111 w 4752801"/>
              <a:gd name="connsiteY16259" fmla="*/ 1150477 h 2767298"/>
              <a:gd name="connsiteX16260" fmla="*/ 2466825 w 4752801"/>
              <a:gd name="connsiteY16260" fmla="*/ 1137523 h 2767298"/>
              <a:gd name="connsiteX16261" fmla="*/ 2466825 w 4752801"/>
              <a:gd name="connsiteY16261" fmla="*/ 1136309 h 2767298"/>
              <a:gd name="connsiteX16262" fmla="*/ 2474111 w 4752801"/>
              <a:gd name="connsiteY16262" fmla="*/ 1123355 h 2767298"/>
              <a:gd name="connsiteX16263" fmla="*/ 2475326 w 4752801"/>
              <a:gd name="connsiteY16263" fmla="*/ 1122545 h 2767298"/>
              <a:gd name="connsiteX16264" fmla="*/ 3526624 w 4752801"/>
              <a:gd name="connsiteY16264" fmla="*/ 1122140 h 2767298"/>
              <a:gd name="connsiteX16265" fmla="*/ 3543222 w 4752801"/>
              <a:gd name="connsiteY16265" fmla="*/ 1122140 h 2767298"/>
              <a:gd name="connsiteX16266" fmla="*/ 3544436 w 4752801"/>
              <a:gd name="connsiteY16266" fmla="*/ 1122545 h 2767298"/>
              <a:gd name="connsiteX16267" fmla="*/ 3552532 w 4752801"/>
              <a:gd name="connsiteY16267" fmla="*/ 1136713 h 2767298"/>
              <a:gd name="connsiteX16268" fmla="*/ 3552532 w 4752801"/>
              <a:gd name="connsiteY16268" fmla="*/ 1137928 h 2767298"/>
              <a:gd name="connsiteX16269" fmla="*/ 3544436 w 4752801"/>
              <a:gd name="connsiteY16269" fmla="*/ 1152096 h 2767298"/>
              <a:gd name="connsiteX16270" fmla="*/ 3543222 w 4752801"/>
              <a:gd name="connsiteY16270" fmla="*/ 1152501 h 2767298"/>
              <a:gd name="connsiteX16271" fmla="*/ 3526624 w 4752801"/>
              <a:gd name="connsiteY16271" fmla="*/ 1152501 h 2767298"/>
              <a:gd name="connsiteX16272" fmla="*/ 3525410 w 4752801"/>
              <a:gd name="connsiteY16272" fmla="*/ 1152096 h 2767298"/>
              <a:gd name="connsiteX16273" fmla="*/ 3517314 w 4752801"/>
              <a:gd name="connsiteY16273" fmla="*/ 1137928 h 2767298"/>
              <a:gd name="connsiteX16274" fmla="*/ 3517314 w 4752801"/>
              <a:gd name="connsiteY16274" fmla="*/ 1136713 h 2767298"/>
              <a:gd name="connsiteX16275" fmla="*/ 3525410 w 4752801"/>
              <a:gd name="connsiteY16275" fmla="*/ 1122545 h 2767298"/>
              <a:gd name="connsiteX16276" fmla="*/ 3526624 w 4752801"/>
              <a:gd name="connsiteY16276" fmla="*/ 1122140 h 2767298"/>
              <a:gd name="connsiteX16277" fmla="*/ 3486547 w 4752801"/>
              <a:gd name="connsiteY16277" fmla="*/ 1122140 h 2767298"/>
              <a:gd name="connsiteX16278" fmla="*/ 3502335 w 4752801"/>
              <a:gd name="connsiteY16278" fmla="*/ 1122140 h 2767298"/>
              <a:gd name="connsiteX16279" fmla="*/ 3503549 w 4752801"/>
              <a:gd name="connsiteY16279" fmla="*/ 1122950 h 2767298"/>
              <a:gd name="connsiteX16280" fmla="*/ 3511646 w 4752801"/>
              <a:gd name="connsiteY16280" fmla="*/ 1136713 h 2767298"/>
              <a:gd name="connsiteX16281" fmla="*/ 3511646 w 4752801"/>
              <a:gd name="connsiteY16281" fmla="*/ 1137928 h 2767298"/>
              <a:gd name="connsiteX16282" fmla="*/ 3503549 w 4752801"/>
              <a:gd name="connsiteY16282" fmla="*/ 1151691 h 2767298"/>
              <a:gd name="connsiteX16283" fmla="*/ 3502335 w 4752801"/>
              <a:gd name="connsiteY16283" fmla="*/ 1152501 h 2767298"/>
              <a:gd name="connsiteX16284" fmla="*/ 3486547 w 4752801"/>
              <a:gd name="connsiteY16284" fmla="*/ 1152501 h 2767298"/>
              <a:gd name="connsiteX16285" fmla="*/ 3485333 w 4752801"/>
              <a:gd name="connsiteY16285" fmla="*/ 1151691 h 2767298"/>
              <a:gd name="connsiteX16286" fmla="*/ 3477237 w 4752801"/>
              <a:gd name="connsiteY16286" fmla="*/ 1137928 h 2767298"/>
              <a:gd name="connsiteX16287" fmla="*/ 3477237 w 4752801"/>
              <a:gd name="connsiteY16287" fmla="*/ 1136713 h 2767298"/>
              <a:gd name="connsiteX16288" fmla="*/ 3485333 w 4752801"/>
              <a:gd name="connsiteY16288" fmla="*/ 1122950 h 2767298"/>
              <a:gd name="connsiteX16289" fmla="*/ 3486547 w 4752801"/>
              <a:gd name="connsiteY16289" fmla="*/ 1122140 h 2767298"/>
              <a:gd name="connsiteX16290" fmla="*/ 3566700 w 4752801"/>
              <a:gd name="connsiteY16290" fmla="*/ 1120521 h 2767298"/>
              <a:gd name="connsiteX16291" fmla="*/ 3584107 w 4752801"/>
              <a:gd name="connsiteY16291" fmla="*/ 1120521 h 2767298"/>
              <a:gd name="connsiteX16292" fmla="*/ 3585322 w 4752801"/>
              <a:gd name="connsiteY16292" fmla="*/ 1121331 h 2767298"/>
              <a:gd name="connsiteX16293" fmla="*/ 3593823 w 4752801"/>
              <a:gd name="connsiteY16293" fmla="*/ 1136309 h 2767298"/>
              <a:gd name="connsiteX16294" fmla="*/ 3593823 w 4752801"/>
              <a:gd name="connsiteY16294" fmla="*/ 1137523 h 2767298"/>
              <a:gd name="connsiteX16295" fmla="*/ 3585322 w 4752801"/>
              <a:gd name="connsiteY16295" fmla="*/ 1152501 h 2767298"/>
              <a:gd name="connsiteX16296" fmla="*/ 3584107 w 4752801"/>
              <a:gd name="connsiteY16296" fmla="*/ 1153311 h 2767298"/>
              <a:gd name="connsiteX16297" fmla="*/ 3566700 w 4752801"/>
              <a:gd name="connsiteY16297" fmla="*/ 1153311 h 2767298"/>
              <a:gd name="connsiteX16298" fmla="*/ 3565486 w 4752801"/>
              <a:gd name="connsiteY16298" fmla="*/ 1152501 h 2767298"/>
              <a:gd name="connsiteX16299" fmla="*/ 3556985 w 4752801"/>
              <a:gd name="connsiteY16299" fmla="*/ 1137523 h 2767298"/>
              <a:gd name="connsiteX16300" fmla="*/ 3556985 w 4752801"/>
              <a:gd name="connsiteY16300" fmla="*/ 1136309 h 2767298"/>
              <a:gd name="connsiteX16301" fmla="*/ 3565486 w 4752801"/>
              <a:gd name="connsiteY16301" fmla="*/ 1121331 h 2767298"/>
              <a:gd name="connsiteX16302" fmla="*/ 3566700 w 4752801"/>
              <a:gd name="connsiteY16302" fmla="*/ 1120521 h 2767298"/>
              <a:gd name="connsiteX16303" fmla="*/ 2967173 w 4752801"/>
              <a:gd name="connsiteY16303" fmla="*/ 1094613 h 2767298"/>
              <a:gd name="connsiteX16304" fmla="*/ 2969602 w 4752801"/>
              <a:gd name="connsiteY16304" fmla="*/ 1094613 h 2767298"/>
              <a:gd name="connsiteX16305" fmla="*/ 2970817 w 4752801"/>
              <a:gd name="connsiteY16305" fmla="*/ 1096637 h 2767298"/>
              <a:gd name="connsiteX16306" fmla="*/ 2969602 w 4752801"/>
              <a:gd name="connsiteY16306" fmla="*/ 1098661 h 2767298"/>
              <a:gd name="connsiteX16307" fmla="*/ 2967173 w 4752801"/>
              <a:gd name="connsiteY16307" fmla="*/ 1098661 h 2767298"/>
              <a:gd name="connsiteX16308" fmla="*/ 2965959 w 4752801"/>
              <a:gd name="connsiteY16308" fmla="*/ 1096637 h 2767298"/>
              <a:gd name="connsiteX16309" fmla="*/ 3088212 w 4752801"/>
              <a:gd name="connsiteY16309" fmla="*/ 1094208 h 2767298"/>
              <a:gd name="connsiteX16310" fmla="*/ 3091045 w 4752801"/>
              <a:gd name="connsiteY16310" fmla="*/ 1094208 h 2767298"/>
              <a:gd name="connsiteX16311" fmla="*/ 3092260 w 4752801"/>
              <a:gd name="connsiteY16311" fmla="*/ 1096637 h 2767298"/>
              <a:gd name="connsiteX16312" fmla="*/ 3091045 w 4752801"/>
              <a:gd name="connsiteY16312" fmla="*/ 1099066 h 2767298"/>
              <a:gd name="connsiteX16313" fmla="*/ 3088212 w 4752801"/>
              <a:gd name="connsiteY16313" fmla="*/ 1099066 h 2767298"/>
              <a:gd name="connsiteX16314" fmla="*/ 3086997 w 4752801"/>
              <a:gd name="connsiteY16314" fmla="*/ 1096637 h 2767298"/>
              <a:gd name="connsiteX16315" fmla="*/ 3007250 w 4752801"/>
              <a:gd name="connsiteY16315" fmla="*/ 1094208 h 2767298"/>
              <a:gd name="connsiteX16316" fmla="*/ 3010083 w 4752801"/>
              <a:gd name="connsiteY16316" fmla="*/ 1094208 h 2767298"/>
              <a:gd name="connsiteX16317" fmla="*/ 3011298 w 4752801"/>
              <a:gd name="connsiteY16317" fmla="*/ 1096637 h 2767298"/>
              <a:gd name="connsiteX16318" fmla="*/ 3010083 w 4752801"/>
              <a:gd name="connsiteY16318" fmla="*/ 1099066 h 2767298"/>
              <a:gd name="connsiteX16319" fmla="*/ 3007250 w 4752801"/>
              <a:gd name="connsiteY16319" fmla="*/ 1099066 h 2767298"/>
              <a:gd name="connsiteX16320" fmla="*/ 3006035 w 4752801"/>
              <a:gd name="connsiteY16320" fmla="*/ 1096637 h 2767298"/>
              <a:gd name="connsiteX16321" fmla="*/ 3128693 w 4752801"/>
              <a:gd name="connsiteY16321" fmla="*/ 1093803 h 2767298"/>
              <a:gd name="connsiteX16322" fmla="*/ 3131932 w 4752801"/>
              <a:gd name="connsiteY16322" fmla="*/ 1093803 h 2767298"/>
              <a:gd name="connsiteX16323" fmla="*/ 3133551 w 4752801"/>
              <a:gd name="connsiteY16323" fmla="*/ 1096637 h 2767298"/>
              <a:gd name="connsiteX16324" fmla="*/ 3131932 w 4752801"/>
              <a:gd name="connsiteY16324" fmla="*/ 1099470 h 2767298"/>
              <a:gd name="connsiteX16325" fmla="*/ 3128693 w 4752801"/>
              <a:gd name="connsiteY16325" fmla="*/ 1099470 h 2767298"/>
              <a:gd name="connsiteX16326" fmla="*/ 3127074 w 4752801"/>
              <a:gd name="connsiteY16326" fmla="*/ 1096637 h 2767298"/>
              <a:gd name="connsiteX16327" fmla="*/ 4302245 w 4752801"/>
              <a:gd name="connsiteY16327" fmla="*/ 1093399 h 2767298"/>
              <a:gd name="connsiteX16328" fmla="*/ 4306293 w 4752801"/>
              <a:gd name="connsiteY16328" fmla="*/ 1093399 h 2767298"/>
              <a:gd name="connsiteX16329" fmla="*/ 4308317 w 4752801"/>
              <a:gd name="connsiteY16329" fmla="*/ 1096638 h 2767298"/>
              <a:gd name="connsiteX16330" fmla="*/ 4306293 w 4752801"/>
              <a:gd name="connsiteY16330" fmla="*/ 1099876 h 2767298"/>
              <a:gd name="connsiteX16331" fmla="*/ 4302245 w 4752801"/>
              <a:gd name="connsiteY16331" fmla="*/ 1099876 h 2767298"/>
              <a:gd name="connsiteX16332" fmla="*/ 4300221 w 4752801"/>
              <a:gd name="connsiteY16332" fmla="*/ 1096638 h 2767298"/>
              <a:gd name="connsiteX16333" fmla="*/ 3169174 w 4752801"/>
              <a:gd name="connsiteY16333" fmla="*/ 1093399 h 2767298"/>
              <a:gd name="connsiteX16334" fmla="*/ 3172817 w 4752801"/>
              <a:gd name="connsiteY16334" fmla="*/ 1093399 h 2767298"/>
              <a:gd name="connsiteX16335" fmla="*/ 3174842 w 4752801"/>
              <a:gd name="connsiteY16335" fmla="*/ 1096638 h 2767298"/>
              <a:gd name="connsiteX16336" fmla="*/ 3172817 w 4752801"/>
              <a:gd name="connsiteY16336" fmla="*/ 1099876 h 2767298"/>
              <a:gd name="connsiteX16337" fmla="*/ 3169174 w 4752801"/>
              <a:gd name="connsiteY16337" fmla="*/ 1099876 h 2767298"/>
              <a:gd name="connsiteX16338" fmla="*/ 3167150 w 4752801"/>
              <a:gd name="connsiteY16338" fmla="*/ 1096638 h 2767298"/>
              <a:gd name="connsiteX16339" fmla="*/ 3047731 w 4752801"/>
              <a:gd name="connsiteY16339" fmla="*/ 1093399 h 2767298"/>
              <a:gd name="connsiteX16340" fmla="*/ 3051374 w 4752801"/>
              <a:gd name="connsiteY16340" fmla="*/ 1093399 h 2767298"/>
              <a:gd name="connsiteX16341" fmla="*/ 3053399 w 4752801"/>
              <a:gd name="connsiteY16341" fmla="*/ 1096638 h 2767298"/>
              <a:gd name="connsiteX16342" fmla="*/ 3051374 w 4752801"/>
              <a:gd name="connsiteY16342" fmla="*/ 1099876 h 2767298"/>
              <a:gd name="connsiteX16343" fmla="*/ 3047731 w 4752801"/>
              <a:gd name="connsiteY16343" fmla="*/ 1099876 h 2767298"/>
              <a:gd name="connsiteX16344" fmla="*/ 3045707 w 4752801"/>
              <a:gd name="connsiteY16344" fmla="*/ 1096638 h 2767298"/>
              <a:gd name="connsiteX16345" fmla="*/ 4261359 w 4752801"/>
              <a:gd name="connsiteY16345" fmla="*/ 1092994 h 2767298"/>
              <a:gd name="connsiteX16346" fmla="*/ 4265812 w 4752801"/>
              <a:gd name="connsiteY16346" fmla="*/ 1092994 h 2767298"/>
              <a:gd name="connsiteX16347" fmla="*/ 4267836 w 4752801"/>
              <a:gd name="connsiteY16347" fmla="*/ 1096637 h 2767298"/>
              <a:gd name="connsiteX16348" fmla="*/ 4265812 w 4752801"/>
              <a:gd name="connsiteY16348" fmla="*/ 1100281 h 2767298"/>
              <a:gd name="connsiteX16349" fmla="*/ 4261359 w 4752801"/>
              <a:gd name="connsiteY16349" fmla="*/ 1100281 h 2767298"/>
              <a:gd name="connsiteX16350" fmla="*/ 4259335 w 4752801"/>
              <a:gd name="connsiteY16350" fmla="*/ 1096637 h 2767298"/>
              <a:gd name="connsiteX16351" fmla="*/ 2925478 w 4752801"/>
              <a:gd name="connsiteY16351" fmla="*/ 1092994 h 2767298"/>
              <a:gd name="connsiteX16352" fmla="*/ 2929931 w 4752801"/>
              <a:gd name="connsiteY16352" fmla="*/ 1092994 h 2767298"/>
              <a:gd name="connsiteX16353" fmla="*/ 2931955 w 4752801"/>
              <a:gd name="connsiteY16353" fmla="*/ 1096637 h 2767298"/>
              <a:gd name="connsiteX16354" fmla="*/ 2929931 w 4752801"/>
              <a:gd name="connsiteY16354" fmla="*/ 1100281 h 2767298"/>
              <a:gd name="connsiteX16355" fmla="*/ 2925478 w 4752801"/>
              <a:gd name="connsiteY16355" fmla="*/ 1100281 h 2767298"/>
              <a:gd name="connsiteX16356" fmla="*/ 2923454 w 4752801"/>
              <a:gd name="connsiteY16356" fmla="*/ 1096637 h 2767298"/>
              <a:gd name="connsiteX16357" fmla="*/ 2885805 w 4752801"/>
              <a:gd name="connsiteY16357" fmla="*/ 1092994 h 2767298"/>
              <a:gd name="connsiteX16358" fmla="*/ 2889044 w 4752801"/>
              <a:gd name="connsiteY16358" fmla="*/ 1092994 h 2767298"/>
              <a:gd name="connsiteX16359" fmla="*/ 2890258 w 4752801"/>
              <a:gd name="connsiteY16359" fmla="*/ 1093399 h 2767298"/>
              <a:gd name="connsiteX16360" fmla="*/ 2891878 w 4752801"/>
              <a:gd name="connsiteY16360" fmla="*/ 1096232 h 2767298"/>
              <a:gd name="connsiteX16361" fmla="*/ 2891878 w 4752801"/>
              <a:gd name="connsiteY16361" fmla="*/ 1097447 h 2767298"/>
              <a:gd name="connsiteX16362" fmla="*/ 2890258 w 4752801"/>
              <a:gd name="connsiteY16362" fmla="*/ 1100281 h 2767298"/>
              <a:gd name="connsiteX16363" fmla="*/ 2889044 w 4752801"/>
              <a:gd name="connsiteY16363" fmla="*/ 1101090 h 2767298"/>
              <a:gd name="connsiteX16364" fmla="*/ 2885805 w 4752801"/>
              <a:gd name="connsiteY16364" fmla="*/ 1101090 h 2767298"/>
              <a:gd name="connsiteX16365" fmla="*/ 2884591 w 4752801"/>
              <a:gd name="connsiteY16365" fmla="*/ 1100281 h 2767298"/>
              <a:gd name="connsiteX16366" fmla="*/ 2882972 w 4752801"/>
              <a:gd name="connsiteY16366" fmla="*/ 1097447 h 2767298"/>
              <a:gd name="connsiteX16367" fmla="*/ 2882972 w 4752801"/>
              <a:gd name="connsiteY16367" fmla="*/ 1096232 h 2767298"/>
              <a:gd name="connsiteX16368" fmla="*/ 2884591 w 4752801"/>
              <a:gd name="connsiteY16368" fmla="*/ 1093399 h 2767298"/>
              <a:gd name="connsiteX16369" fmla="*/ 2885805 w 4752801"/>
              <a:gd name="connsiteY16369" fmla="*/ 1092994 h 2767298"/>
              <a:gd name="connsiteX16370" fmla="*/ 4585614 w 4752801"/>
              <a:gd name="connsiteY16370" fmla="*/ 1092589 h 2767298"/>
              <a:gd name="connsiteX16371" fmla="*/ 4590067 w 4752801"/>
              <a:gd name="connsiteY16371" fmla="*/ 1092589 h 2767298"/>
              <a:gd name="connsiteX16372" fmla="*/ 4592495 w 4752801"/>
              <a:gd name="connsiteY16372" fmla="*/ 1096637 h 2767298"/>
              <a:gd name="connsiteX16373" fmla="*/ 4590067 w 4752801"/>
              <a:gd name="connsiteY16373" fmla="*/ 1100685 h 2767298"/>
              <a:gd name="connsiteX16374" fmla="*/ 4585614 w 4752801"/>
              <a:gd name="connsiteY16374" fmla="*/ 1100685 h 2767298"/>
              <a:gd name="connsiteX16375" fmla="*/ 4583185 w 4752801"/>
              <a:gd name="connsiteY16375" fmla="*/ 1096637 h 2767298"/>
              <a:gd name="connsiteX16376" fmla="*/ 4545133 w 4752801"/>
              <a:gd name="connsiteY16376" fmla="*/ 1092589 h 2767298"/>
              <a:gd name="connsiteX16377" fmla="*/ 4549586 w 4752801"/>
              <a:gd name="connsiteY16377" fmla="*/ 1092589 h 2767298"/>
              <a:gd name="connsiteX16378" fmla="*/ 4552014 w 4752801"/>
              <a:gd name="connsiteY16378" fmla="*/ 1096637 h 2767298"/>
              <a:gd name="connsiteX16379" fmla="*/ 4549586 w 4752801"/>
              <a:gd name="connsiteY16379" fmla="*/ 1100685 h 2767298"/>
              <a:gd name="connsiteX16380" fmla="*/ 4545133 w 4752801"/>
              <a:gd name="connsiteY16380" fmla="*/ 1100685 h 2767298"/>
              <a:gd name="connsiteX16381" fmla="*/ 4542704 w 4752801"/>
              <a:gd name="connsiteY16381" fmla="*/ 1096637 h 2767298"/>
              <a:gd name="connsiteX16382" fmla="*/ 4504246 w 4752801"/>
              <a:gd name="connsiteY16382" fmla="*/ 1092589 h 2767298"/>
              <a:gd name="connsiteX16383" fmla="*/ 4509104 w 4752801"/>
              <a:gd name="connsiteY16383" fmla="*/ 1092589 h 2767298"/>
              <a:gd name="connsiteX16384" fmla="*/ 4511533 w 4752801"/>
              <a:gd name="connsiteY16384" fmla="*/ 1096637 h 2767298"/>
              <a:gd name="connsiteX16385" fmla="*/ 4509104 w 4752801"/>
              <a:gd name="connsiteY16385" fmla="*/ 1100685 h 2767298"/>
              <a:gd name="connsiteX16386" fmla="*/ 4504246 w 4752801"/>
              <a:gd name="connsiteY16386" fmla="*/ 1100685 h 2767298"/>
              <a:gd name="connsiteX16387" fmla="*/ 4501817 w 4752801"/>
              <a:gd name="connsiteY16387" fmla="*/ 1096637 h 2767298"/>
              <a:gd name="connsiteX16388" fmla="*/ 4464170 w 4752801"/>
              <a:gd name="connsiteY16388" fmla="*/ 1092589 h 2767298"/>
              <a:gd name="connsiteX16389" fmla="*/ 4468623 w 4752801"/>
              <a:gd name="connsiteY16389" fmla="*/ 1092589 h 2767298"/>
              <a:gd name="connsiteX16390" fmla="*/ 4471051 w 4752801"/>
              <a:gd name="connsiteY16390" fmla="*/ 1096637 h 2767298"/>
              <a:gd name="connsiteX16391" fmla="*/ 4468623 w 4752801"/>
              <a:gd name="connsiteY16391" fmla="*/ 1100685 h 2767298"/>
              <a:gd name="connsiteX16392" fmla="*/ 4464170 w 4752801"/>
              <a:gd name="connsiteY16392" fmla="*/ 1100685 h 2767298"/>
              <a:gd name="connsiteX16393" fmla="*/ 4461741 w 4752801"/>
              <a:gd name="connsiteY16393" fmla="*/ 1096637 h 2767298"/>
              <a:gd name="connsiteX16394" fmla="*/ 4342726 w 4752801"/>
              <a:gd name="connsiteY16394" fmla="*/ 1092589 h 2767298"/>
              <a:gd name="connsiteX16395" fmla="*/ 4347179 w 4752801"/>
              <a:gd name="connsiteY16395" fmla="*/ 1092589 h 2767298"/>
              <a:gd name="connsiteX16396" fmla="*/ 4349607 w 4752801"/>
              <a:gd name="connsiteY16396" fmla="*/ 1096637 h 2767298"/>
              <a:gd name="connsiteX16397" fmla="*/ 4347179 w 4752801"/>
              <a:gd name="connsiteY16397" fmla="*/ 1100685 h 2767298"/>
              <a:gd name="connsiteX16398" fmla="*/ 4342726 w 4752801"/>
              <a:gd name="connsiteY16398" fmla="*/ 1100685 h 2767298"/>
              <a:gd name="connsiteX16399" fmla="*/ 4340297 w 4752801"/>
              <a:gd name="connsiteY16399" fmla="*/ 1096637 h 2767298"/>
              <a:gd name="connsiteX16400" fmla="*/ 4221687 w 4752801"/>
              <a:gd name="connsiteY16400" fmla="*/ 1092589 h 2767298"/>
              <a:gd name="connsiteX16401" fmla="*/ 4224926 w 4752801"/>
              <a:gd name="connsiteY16401" fmla="*/ 1092589 h 2767298"/>
              <a:gd name="connsiteX16402" fmla="*/ 4226140 w 4752801"/>
              <a:gd name="connsiteY16402" fmla="*/ 1093399 h 2767298"/>
              <a:gd name="connsiteX16403" fmla="*/ 4227760 w 4752801"/>
              <a:gd name="connsiteY16403" fmla="*/ 1096232 h 2767298"/>
              <a:gd name="connsiteX16404" fmla="*/ 4227760 w 4752801"/>
              <a:gd name="connsiteY16404" fmla="*/ 1097447 h 2767298"/>
              <a:gd name="connsiteX16405" fmla="*/ 4226140 w 4752801"/>
              <a:gd name="connsiteY16405" fmla="*/ 1100280 h 2767298"/>
              <a:gd name="connsiteX16406" fmla="*/ 4224926 w 4752801"/>
              <a:gd name="connsiteY16406" fmla="*/ 1101090 h 2767298"/>
              <a:gd name="connsiteX16407" fmla="*/ 4221687 w 4752801"/>
              <a:gd name="connsiteY16407" fmla="*/ 1101090 h 2767298"/>
              <a:gd name="connsiteX16408" fmla="*/ 4220473 w 4752801"/>
              <a:gd name="connsiteY16408" fmla="*/ 1100280 h 2767298"/>
              <a:gd name="connsiteX16409" fmla="*/ 4218854 w 4752801"/>
              <a:gd name="connsiteY16409" fmla="*/ 1097447 h 2767298"/>
              <a:gd name="connsiteX16410" fmla="*/ 4218854 w 4752801"/>
              <a:gd name="connsiteY16410" fmla="*/ 1096232 h 2767298"/>
              <a:gd name="connsiteX16411" fmla="*/ 4220473 w 4752801"/>
              <a:gd name="connsiteY16411" fmla="*/ 1093399 h 2767298"/>
              <a:gd name="connsiteX16412" fmla="*/ 4221687 w 4752801"/>
              <a:gd name="connsiteY16412" fmla="*/ 1092589 h 2767298"/>
              <a:gd name="connsiteX16413" fmla="*/ 4180801 w 4752801"/>
              <a:gd name="connsiteY16413" fmla="*/ 1092589 h 2767298"/>
              <a:gd name="connsiteX16414" fmla="*/ 4184445 w 4752801"/>
              <a:gd name="connsiteY16414" fmla="*/ 1092589 h 2767298"/>
              <a:gd name="connsiteX16415" fmla="*/ 4185659 w 4752801"/>
              <a:gd name="connsiteY16415" fmla="*/ 1092994 h 2767298"/>
              <a:gd name="connsiteX16416" fmla="*/ 4187683 w 4752801"/>
              <a:gd name="connsiteY16416" fmla="*/ 1096232 h 2767298"/>
              <a:gd name="connsiteX16417" fmla="*/ 4187683 w 4752801"/>
              <a:gd name="connsiteY16417" fmla="*/ 1097447 h 2767298"/>
              <a:gd name="connsiteX16418" fmla="*/ 4185659 w 4752801"/>
              <a:gd name="connsiteY16418" fmla="*/ 1100685 h 2767298"/>
              <a:gd name="connsiteX16419" fmla="*/ 4184445 w 4752801"/>
              <a:gd name="connsiteY16419" fmla="*/ 1101090 h 2767298"/>
              <a:gd name="connsiteX16420" fmla="*/ 4180801 w 4752801"/>
              <a:gd name="connsiteY16420" fmla="*/ 1101090 h 2767298"/>
              <a:gd name="connsiteX16421" fmla="*/ 4179587 w 4752801"/>
              <a:gd name="connsiteY16421" fmla="*/ 1100685 h 2767298"/>
              <a:gd name="connsiteX16422" fmla="*/ 4177563 w 4752801"/>
              <a:gd name="connsiteY16422" fmla="*/ 1097447 h 2767298"/>
              <a:gd name="connsiteX16423" fmla="*/ 4177563 w 4752801"/>
              <a:gd name="connsiteY16423" fmla="*/ 1096232 h 2767298"/>
              <a:gd name="connsiteX16424" fmla="*/ 4179587 w 4752801"/>
              <a:gd name="connsiteY16424" fmla="*/ 1092994 h 2767298"/>
              <a:gd name="connsiteX16425" fmla="*/ 4180801 w 4752801"/>
              <a:gd name="connsiteY16425" fmla="*/ 1092589 h 2767298"/>
              <a:gd name="connsiteX16426" fmla="*/ 4423689 w 4752801"/>
              <a:gd name="connsiteY16426" fmla="*/ 1092184 h 2767298"/>
              <a:gd name="connsiteX16427" fmla="*/ 4427332 w 4752801"/>
              <a:gd name="connsiteY16427" fmla="*/ 1092184 h 2767298"/>
              <a:gd name="connsiteX16428" fmla="*/ 4428546 w 4752801"/>
              <a:gd name="connsiteY16428" fmla="*/ 1092589 h 2767298"/>
              <a:gd name="connsiteX16429" fmla="*/ 4430165 w 4752801"/>
              <a:gd name="connsiteY16429" fmla="*/ 1095827 h 2767298"/>
              <a:gd name="connsiteX16430" fmla="*/ 4430165 w 4752801"/>
              <a:gd name="connsiteY16430" fmla="*/ 1097042 h 2767298"/>
              <a:gd name="connsiteX16431" fmla="*/ 4428546 w 4752801"/>
              <a:gd name="connsiteY16431" fmla="*/ 1100280 h 2767298"/>
              <a:gd name="connsiteX16432" fmla="*/ 4427332 w 4752801"/>
              <a:gd name="connsiteY16432" fmla="*/ 1101090 h 2767298"/>
              <a:gd name="connsiteX16433" fmla="*/ 4423689 w 4752801"/>
              <a:gd name="connsiteY16433" fmla="*/ 1101090 h 2767298"/>
              <a:gd name="connsiteX16434" fmla="*/ 4422474 w 4752801"/>
              <a:gd name="connsiteY16434" fmla="*/ 1100280 h 2767298"/>
              <a:gd name="connsiteX16435" fmla="*/ 4420855 w 4752801"/>
              <a:gd name="connsiteY16435" fmla="*/ 1097042 h 2767298"/>
              <a:gd name="connsiteX16436" fmla="*/ 4420855 w 4752801"/>
              <a:gd name="connsiteY16436" fmla="*/ 1095827 h 2767298"/>
              <a:gd name="connsiteX16437" fmla="*/ 4422474 w 4752801"/>
              <a:gd name="connsiteY16437" fmla="*/ 1092589 h 2767298"/>
              <a:gd name="connsiteX16438" fmla="*/ 4423689 w 4752801"/>
              <a:gd name="connsiteY16438" fmla="*/ 1092184 h 2767298"/>
              <a:gd name="connsiteX16439" fmla="*/ 4383207 w 4752801"/>
              <a:gd name="connsiteY16439" fmla="*/ 1092184 h 2767298"/>
              <a:gd name="connsiteX16440" fmla="*/ 4386851 w 4752801"/>
              <a:gd name="connsiteY16440" fmla="*/ 1092184 h 2767298"/>
              <a:gd name="connsiteX16441" fmla="*/ 4388065 w 4752801"/>
              <a:gd name="connsiteY16441" fmla="*/ 1092589 h 2767298"/>
              <a:gd name="connsiteX16442" fmla="*/ 4390089 w 4752801"/>
              <a:gd name="connsiteY16442" fmla="*/ 1095827 h 2767298"/>
              <a:gd name="connsiteX16443" fmla="*/ 4390089 w 4752801"/>
              <a:gd name="connsiteY16443" fmla="*/ 1097042 h 2767298"/>
              <a:gd name="connsiteX16444" fmla="*/ 4388065 w 4752801"/>
              <a:gd name="connsiteY16444" fmla="*/ 1100280 h 2767298"/>
              <a:gd name="connsiteX16445" fmla="*/ 4386851 w 4752801"/>
              <a:gd name="connsiteY16445" fmla="*/ 1101090 h 2767298"/>
              <a:gd name="connsiteX16446" fmla="*/ 4383207 w 4752801"/>
              <a:gd name="connsiteY16446" fmla="*/ 1101090 h 2767298"/>
              <a:gd name="connsiteX16447" fmla="*/ 4381993 w 4752801"/>
              <a:gd name="connsiteY16447" fmla="*/ 1100280 h 2767298"/>
              <a:gd name="connsiteX16448" fmla="*/ 4379969 w 4752801"/>
              <a:gd name="connsiteY16448" fmla="*/ 1097042 h 2767298"/>
              <a:gd name="connsiteX16449" fmla="*/ 4379969 w 4752801"/>
              <a:gd name="connsiteY16449" fmla="*/ 1095827 h 2767298"/>
              <a:gd name="connsiteX16450" fmla="*/ 4381993 w 4752801"/>
              <a:gd name="connsiteY16450" fmla="*/ 1092589 h 2767298"/>
              <a:gd name="connsiteX16451" fmla="*/ 4383207 w 4752801"/>
              <a:gd name="connsiteY16451" fmla="*/ 1092184 h 2767298"/>
              <a:gd name="connsiteX16452" fmla="*/ 4139915 w 4752801"/>
              <a:gd name="connsiteY16452" fmla="*/ 1092184 h 2767298"/>
              <a:gd name="connsiteX16453" fmla="*/ 4144368 w 4752801"/>
              <a:gd name="connsiteY16453" fmla="*/ 1092184 h 2767298"/>
              <a:gd name="connsiteX16454" fmla="*/ 4145582 w 4752801"/>
              <a:gd name="connsiteY16454" fmla="*/ 1092589 h 2767298"/>
              <a:gd name="connsiteX16455" fmla="*/ 4147606 w 4752801"/>
              <a:gd name="connsiteY16455" fmla="*/ 1096232 h 2767298"/>
              <a:gd name="connsiteX16456" fmla="*/ 4147606 w 4752801"/>
              <a:gd name="connsiteY16456" fmla="*/ 1097447 h 2767298"/>
              <a:gd name="connsiteX16457" fmla="*/ 4145582 w 4752801"/>
              <a:gd name="connsiteY16457" fmla="*/ 1101090 h 2767298"/>
              <a:gd name="connsiteX16458" fmla="*/ 4144368 w 4752801"/>
              <a:gd name="connsiteY16458" fmla="*/ 1101495 h 2767298"/>
              <a:gd name="connsiteX16459" fmla="*/ 4139915 w 4752801"/>
              <a:gd name="connsiteY16459" fmla="*/ 1101495 h 2767298"/>
              <a:gd name="connsiteX16460" fmla="*/ 4138701 w 4752801"/>
              <a:gd name="connsiteY16460" fmla="*/ 1101090 h 2767298"/>
              <a:gd name="connsiteX16461" fmla="*/ 4136677 w 4752801"/>
              <a:gd name="connsiteY16461" fmla="*/ 1097447 h 2767298"/>
              <a:gd name="connsiteX16462" fmla="*/ 4136677 w 4752801"/>
              <a:gd name="connsiteY16462" fmla="*/ 1096232 h 2767298"/>
              <a:gd name="connsiteX16463" fmla="*/ 4138701 w 4752801"/>
              <a:gd name="connsiteY16463" fmla="*/ 1092589 h 2767298"/>
              <a:gd name="connsiteX16464" fmla="*/ 4139915 w 4752801"/>
              <a:gd name="connsiteY16464" fmla="*/ 1092184 h 2767298"/>
              <a:gd name="connsiteX16465" fmla="*/ 2844515 w 4752801"/>
              <a:gd name="connsiteY16465" fmla="*/ 1091779 h 2767298"/>
              <a:gd name="connsiteX16466" fmla="*/ 2848968 w 4752801"/>
              <a:gd name="connsiteY16466" fmla="*/ 1091779 h 2767298"/>
              <a:gd name="connsiteX16467" fmla="*/ 2850182 w 4752801"/>
              <a:gd name="connsiteY16467" fmla="*/ 1092589 h 2767298"/>
              <a:gd name="connsiteX16468" fmla="*/ 2852206 w 4752801"/>
              <a:gd name="connsiteY16468" fmla="*/ 1096232 h 2767298"/>
              <a:gd name="connsiteX16469" fmla="*/ 2852206 w 4752801"/>
              <a:gd name="connsiteY16469" fmla="*/ 1097446 h 2767298"/>
              <a:gd name="connsiteX16470" fmla="*/ 2850182 w 4752801"/>
              <a:gd name="connsiteY16470" fmla="*/ 1101090 h 2767298"/>
              <a:gd name="connsiteX16471" fmla="*/ 2848968 w 4752801"/>
              <a:gd name="connsiteY16471" fmla="*/ 1101899 h 2767298"/>
              <a:gd name="connsiteX16472" fmla="*/ 2844515 w 4752801"/>
              <a:gd name="connsiteY16472" fmla="*/ 1101899 h 2767298"/>
              <a:gd name="connsiteX16473" fmla="*/ 2843301 w 4752801"/>
              <a:gd name="connsiteY16473" fmla="*/ 1101090 h 2767298"/>
              <a:gd name="connsiteX16474" fmla="*/ 2841277 w 4752801"/>
              <a:gd name="connsiteY16474" fmla="*/ 1097446 h 2767298"/>
              <a:gd name="connsiteX16475" fmla="*/ 2841277 w 4752801"/>
              <a:gd name="connsiteY16475" fmla="*/ 1096232 h 2767298"/>
              <a:gd name="connsiteX16476" fmla="*/ 2843301 w 4752801"/>
              <a:gd name="connsiteY16476" fmla="*/ 1092589 h 2767298"/>
              <a:gd name="connsiteX16477" fmla="*/ 2844515 w 4752801"/>
              <a:gd name="connsiteY16477" fmla="*/ 1091779 h 2767298"/>
              <a:gd name="connsiteX16478" fmla="*/ 2763552 w 4752801"/>
              <a:gd name="connsiteY16478" fmla="*/ 1091779 h 2767298"/>
              <a:gd name="connsiteX16479" fmla="*/ 2768005 w 4752801"/>
              <a:gd name="connsiteY16479" fmla="*/ 1091779 h 2767298"/>
              <a:gd name="connsiteX16480" fmla="*/ 2769219 w 4752801"/>
              <a:gd name="connsiteY16480" fmla="*/ 1092589 h 2767298"/>
              <a:gd name="connsiteX16481" fmla="*/ 2771243 w 4752801"/>
              <a:gd name="connsiteY16481" fmla="*/ 1096232 h 2767298"/>
              <a:gd name="connsiteX16482" fmla="*/ 2771243 w 4752801"/>
              <a:gd name="connsiteY16482" fmla="*/ 1097446 h 2767298"/>
              <a:gd name="connsiteX16483" fmla="*/ 2769219 w 4752801"/>
              <a:gd name="connsiteY16483" fmla="*/ 1101090 h 2767298"/>
              <a:gd name="connsiteX16484" fmla="*/ 2768005 w 4752801"/>
              <a:gd name="connsiteY16484" fmla="*/ 1101899 h 2767298"/>
              <a:gd name="connsiteX16485" fmla="*/ 2763552 w 4752801"/>
              <a:gd name="connsiteY16485" fmla="*/ 1101899 h 2767298"/>
              <a:gd name="connsiteX16486" fmla="*/ 2762338 w 4752801"/>
              <a:gd name="connsiteY16486" fmla="*/ 1101090 h 2767298"/>
              <a:gd name="connsiteX16487" fmla="*/ 2760314 w 4752801"/>
              <a:gd name="connsiteY16487" fmla="*/ 1097446 h 2767298"/>
              <a:gd name="connsiteX16488" fmla="*/ 2760314 w 4752801"/>
              <a:gd name="connsiteY16488" fmla="*/ 1096232 h 2767298"/>
              <a:gd name="connsiteX16489" fmla="*/ 2762338 w 4752801"/>
              <a:gd name="connsiteY16489" fmla="*/ 1092589 h 2767298"/>
              <a:gd name="connsiteX16490" fmla="*/ 2763552 w 4752801"/>
              <a:gd name="connsiteY16490" fmla="*/ 1091779 h 2767298"/>
              <a:gd name="connsiteX16491" fmla="*/ 2804438 w 4752801"/>
              <a:gd name="connsiteY16491" fmla="*/ 1091374 h 2767298"/>
              <a:gd name="connsiteX16492" fmla="*/ 2808486 w 4752801"/>
              <a:gd name="connsiteY16492" fmla="*/ 1091374 h 2767298"/>
              <a:gd name="connsiteX16493" fmla="*/ 2809700 w 4752801"/>
              <a:gd name="connsiteY16493" fmla="*/ 1092184 h 2767298"/>
              <a:gd name="connsiteX16494" fmla="*/ 2811725 w 4752801"/>
              <a:gd name="connsiteY16494" fmla="*/ 1095827 h 2767298"/>
              <a:gd name="connsiteX16495" fmla="*/ 2811725 w 4752801"/>
              <a:gd name="connsiteY16495" fmla="*/ 1097041 h 2767298"/>
              <a:gd name="connsiteX16496" fmla="*/ 2809700 w 4752801"/>
              <a:gd name="connsiteY16496" fmla="*/ 1100685 h 2767298"/>
              <a:gd name="connsiteX16497" fmla="*/ 2808486 w 4752801"/>
              <a:gd name="connsiteY16497" fmla="*/ 1101494 h 2767298"/>
              <a:gd name="connsiteX16498" fmla="*/ 2804438 w 4752801"/>
              <a:gd name="connsiteY16498" fmla="*/ 1101494 h 2767298"/>
              <a:gd name="connsiteX16499" fmla="*/ 2803224 w 4752801"/>
              <a:gd name="connsiteY16499" fmla="*/ 1100685 h 2767298"/>
              <a:gd name="connsiteX16500" fmla="*/ 2801200 w 4752801"/>
              <a:gd name="connsiteY16500" fmla="*/ 1097041 h 2767298"/>
              <a:gd name="connsiteX16501" fmla="*/ 2801200 w 4752801"/>
              <a:gd name="connsiteY16501" fmla="*/ 1095827 h 2767298"/>
              <a:gd name="connsiteX16502" fmla="*/ 2803224 w 4752801"/>
              <a:gd name="connsiteY16502" fmla="*/ 1092184 h 2767298"/>
              <a:gd name="connsiteX16503" fmla="*/ 2804438 w 4752801"/>
              <a:gd name="connsiteY16503" fmla="*/ 1091374 h 2767298"/>
              <a:gd name="connsiteX16504" fmla="*/ 3937104 w 4752801"/>
              <a:gd name="connsiteY16504" fmla="*/ 1090970 h 2767298"/>
              <a:gd name="connsiteX16505" fmla="*/ 3942771 w 4752801"/>
              <a:gd name="connsiteY16505" fmla="*/ 1090970 h 2767298"/>
              <a:gd name="connsiteX16506" fmla="*/ 3943986 w 4752801"/>
              <a:gd name="connsiteY16506" fmla="*/ 1091375 h 2767298"/>
              <a:gd name="connsiteX16507" fmla="*/ 3946819 w 4752801"/>
              <a:gd name="connsiteY16507" fmla="*/ 1096233 h 2767298"/>
              <a:gd name="connsiteX16508" fmla="*/ 3946819 w 4752801"/>
              <a:gd name="connsiteY16508" fmla="*/ 1097447 h 2767298"/>
              <a:gd name="connsiteX16509" fmla="*/ 3943986 w 4752801"/>
              <a:gd name="connsiteY16509" fmla="*/ 1102305 h 2767298"/>
              <a:gd name="connsiteX16510" fmla="*/ 3942771 w 4752801"/>
              <a:gd name="connsiteY16510" fmla="*/ 1102710 h 2767298"/>
              <a:gd name="connsiteX16511" fmla="*/ 3937104 w 4752801"/>
              <a:gd name="connsiteY16511" fmla="*/ 1102710 h 2767298"/>
              <a:gd name="connsiteX16512" fmla="*/ 3935890 w 4752801"/>
              <a:gd name="connsiteY16512" fmla="*/ 1102305 h 2767298"/>
              <a:gd name="connsiteX16513" fmla="*/ 3933056 w 4752801"/>
              <a:gd name="connsiteY16513" fmla="*/ 1097447 h 2767298"/>
              <a:gd name="connsiteX16514" fmla="*/ 3933056 w 4752801"/>
              <a:gd name="connsiteY16514" fmla="*/ 1096233 h 2767298"/>
              <a:gd name="connsiteX16515" fmla="*/ 3935890 w 4752801"/>
              <a:gd name="connsiteY16515" fmla="*/ 1091375 h 2767298"/>
              <a:gd name="connsiteX16516" fmla="*/ 3937104 w 4752801"/>
              <a:gd name="connsiteY16516" fmla="*/ 1090970 h 2767298"/>
              <a:gd name="connsiteX16517" fmla="*/ 4099029 w 4752801"/>
              <a:gd name="connsiteY16517" fmla="*/ 1090565 h 2767298"/>
              <a:gd name="connsiteX16518" fmla="*/ 4104696 w 4752801"/>
              <a:gd name="connsiteY16518" fmla="*/ 1090565 h 2767298"/>
              <a:gd name="connsiteX16519" fmla="*/ 4105911 w 4752801"/>
              <a:gd name="connsiteY16519" fmla="*/ 1091375 h 2767298"/>
              <a:gd name="connsiteX16520" fmla="*/ 4108744 w 4752801"/>
              <a:gd name="connsiteY16520" fmla="*/ 1096232 h 2767298"/>
              <a:gd name="connsiteX16521" fmla="*/ 4108744 w 4752801"/>
              <a:gd name="connsiteY16521" fmla="*/ 1097447 h 2767298"/>
              <a:gd name="connsiteX16522" fmla="*/ 4105911 w 4752801"/>
              <a:gd name="connsiteY16522" fmla="*/ 1102305 h 2767298"/>
              <a:gd name="connsiteX16523" fmla="*/ 4104696 w 4752801"/>
              <a:gd name="connsiteY16523" fmla="*/ 1103114 h 2767298"/>
              <a:gd name="connsiteX16524" fmla="*/ 4099029 w 4752801"/>
              <a:gd name="connsiteY16524" fmla="*/ 1103114 h 2767298"/>
              <a:gd name="connsiteX16525" fmla="*/ 4097815 w 4752801"/>
              <a:gd name="connsiteY16525" fmla="*/ 1102305 h 2767298"/>
              <a:gd name="connsiteX16526" fmla="*/ 4094981 w 4752801"/>
              <a:gd name="connsiteY16526" fmla="*/ 1097447 h 2767298"/>
              <a:gd name="connsiteX16527" fmla="*/ 4094981 w 4752801"/>
              <a:gd name="connsiteY16527" fmla="*/ 1096232 h 2767298"/>
              <a:gd name="connsiteX16528" fmla="*/ 4097815 w 4752801"/>
              <a:gd name="connsiteY16528" fmla="*/ 1091375 h 2767298"/>
              <a:gd name="connsiteX16529" fmla="*/ 4099029 w 4752801"/>
              <a:gd name="connsiteY16529" fmla="*/ 1090565 h 2767298"/>
              <a:gd name="connsiteX16530" fmla="*/ 3977585 w 4752801"/>
              <a:gd name="connsiteY16530" fmla="*/ 1090565 h 2767298"/>
              <a:gd name="connsiteX16531" fmla="*/ 3983252 w 4752801"/>
              <a:gd name="connsiteY16531" fmla="*/ 1090565 h 2767298"/>
              <a:gd name="connsiteX16532" fmla="*/ 3984467 w 4752801"/>
              <a:gd name="connsiteY16532" fmla="*/ 1091375 h 2767298"/>
              <a:gd name="connsiteX16533" fmla="*/ 3987300 w 4752801"/>
              <a:gd name="connsiteY16533" fmla="*/ 1096232 h 2767298"/>
              <a:gd name="connsiteX16534" fmla="*/ 3987300 w 4752801"/>
              <a:gd name="connsiteY16534" fmla="*/ 1097447 h 2767298"/>
              <a:gd name="connsiteX16535" fmla="*/ 3984467 w 4752801"/>
              <a:gd name="connsiteY16535" fmla="*/ 1102305 h 2767298"/>
              <a:gd name="connsiteX16536" fmla="*/ 3983252 w 4752801"/>
              <a:gd name="connsiteY16536" fmla="*/ 1103114 h 2767298"/>
              <a:gd name="connsiteX16537" fmla="*/ 3977585 w 4752801"/>
              <a:gd name="connsiteY16537" fmla="*/ 1103114 h 2767298"/>
              <a:gd name="connsiteX16538" fmla="*/ 3976371 w 4752801"/>
              <a:gd name="connsiteY16538" fmla="*/ 1102305 h 2767298"/>
              <a:gd name="connsiteX16539" fmla="*/ 3973537 w 4752801"/>
              <a:gd name="connsiteY16539" fmla="*/ 1097447 h 2767298"/>
              <a:gd name="connsiteX16540" fmla="*/ 3973537 w 4752801"/>
              <a:gd name="connsiteY16540" fmla="*/ 1096232 h 2767298"/>
              <a:gd name="connsiteX16541" fmla="*/ 3976371 w 4752801"/>
              <a:gd name="connsiteY16541" fmla="*/ 1091375 h 2767298"/>
              <a:gd name="connsiteX16542" fmla="*/ 3977585 w 4752801"/>
              <a:gd name="connsiteY16542" fmla="*/ 1090565 h 2767298"/>
              <a:gd name="connsiteX16543" fmla="*/ 2722262 w 4752801"/>
              <a:gd name="connsiteY16543" fmla="*/ 1090160 h 2767298"/>
              <a:gd name="connsiteX16544" fmla="*/ 2728334 w 4752801"/>
              <a:gd name="connsiteY16544" fmla="*/ 1090160 h 2767298"/>
              <a:gd name="connsiteX16545" fmla="*/ 2729548 w 4752801"/>
              <a:gd name="connsiteY16545" fmla="*/ 1090565 h 2767298"/>
              <a:gd name="connsiteX16546" fmla="*/ 2732382 w 4752801"/>
              <a:gd name="connsiteY16546" fmla="*/ 1095827 h 2767298"/>
              <a:gd name="connsiteX16547" fmla="*/ 2732382 w 4752801"/>
              <a:gd name="connsiteY16547" fmla="*/ 1097042 h 2767298"/>
              <a:gd name="connsiteX16548" fmla="*/ 2729548 w 4752801"/>
              <a:gd name="connsiteY16548" fmla="*/ 1102304 h 2767298"/>
              <a:gd name="connsiteX16549" fmla="*/ 2728334 w 4752801"/>
              <a:gd name="connsiteY16549" fmla="*/ 1102709 h 2767298"/>
              <a:gd name="connsiteX16550" fmla="*/ 2722262 w 4752801"/>
              <a:gd name="connsiteY16550" fmla="*/ 1102709 h 2767298"/>
              <a:gd name="connsiteX16551" fmla="*/ 2721048 w 4752801"/>
              <a:gd name="connsiteY16551" fmla="*/ 1102304 h 2767298"/>
              <a:gd name="connsiteX16552" fmla="*/ 2718214 w 4752801"/>
              <a:gd name="connsiteY16552" fmla="*/ 1097042 h 2767298"/>
              <a:gd name="connsiteX16553" fmla="*/ 2718214 w 4752801"/>
              <a:gd name="connsiteY16553" fmla="*/ 1095827 h 2767298"/>
              <a:gd name="connsiteX16554" fmla="*/ 2721048 w 4752801"/>
              <a:gd name="connsiteY16554" fmla="*/ 1090565 h 2767298"/>
              <a:gd name="connsiteX16555" fmla="*/ 2722262 w 4752801"/>
              <a:gd name="connsiteY16555" fmla="*/ 1090160 h 2767298"/>
              <a:gd name="connsiteX16556" fmla="*/ 4058142 w 4752801"/>
              <a:gd name="connsiteY16556" fmla="*/ 1089755 h 2767298"/>
              <a:gd name="connsiteX16557" fmla="*/ 4064619 w 4752801"/>
              <a:gd name="connsiteY16557" fmla="*/ 1089755 h 2767298"/>
              <a:gd name="connsiteX16558" fmla="*/ 4065834 w 4752801"/>
              <a:gd name="connsiteY16558" fmla="*/ 1090565 h 2767298"/>
              <a:gd name="connsiteX16559" fmla="*/ 4069073 w 4752801"/>
              <a:gd name="connsiteY16559" fmla="*/ 1096232 h 2767298"/>
              <a:gd name="connsiteX16560" fmla="*/ 4069073 w 4752801"/>
              <a:gd name="connsiteY16560" fmla="*/ 1097446 h 2767298"/>
              <a:gd name="connsiteX16561" fmla="*/ 4065834 w 4752801"/>
              <a:gd name="connsiteY16561" fmla="*/ 1103114 h 2767298"/>
              <a:gd name="connsiteX16562" fmla="*/ 4064619 w 4752801"/>
              <a:gd name="connsiteY16562" fmla="*/ 1103923 h 2767298"/>
              <a:gd name="connsiteX16563" fmla="*/ 4058142 w 4752801"/>
              <a:gd name="connsiteY16563" fmla="*/ 1103923 h 2767298"/>
              <a:gd name="connsiteX16564" fmla="*/ 4056928 w 4752801"/>
              <a:gd name="connsiteY16564" fmla="*/ 1103114 h 2767298"/>
              <a:gd name="connsiteX16565" fmla="*/ 4053690 w 4752801"/>
              <a:gd name="connsiteY16565" fmla="*/ 1097446 h 2767298"/>
              <a:gd name="connsiteX16566" fmla="*/ 4053690 w 4752801"/>
              <a:gd name="connsiteY16566" fmla="*/ 1096232 h 2767298"/>
              <a:gd name="connsiteX16567" fmla="*/ 4056928 w 4752801"/>
              <a:gd name="connsiteY16567" fmla="*/ 1090565 h 2767298"/>
              <a:gd name="connsiteX16568" fmla="*/ 4058142 w 4752801"/>
              <a:gd name="connsiteY16568" fmla="*/ 1089755 h 2767298"/>
              <a:gd name="connsiteX16569" fmla="*/ 4017256 w 4752801"/>
              <a:gd name="connsiteY16569" fmla="*/ 1088946 h 2767298"/>
              <a:gd name="connsiteX16570" fmla="*/ 4024543 w 4752801"/>
              <a:gd name="connsiteY16570" fmla="*/ 1088946 h 2767298"/>
              <a:gd name="connsiteX16571" fmla="*/ 4025757 w 4752801"/>
              <a:gd name="connsiteY16571" fmla="*/ 1089351 h 2767298"/>
              <a:gd name="connsiteX16572" fmla="*/ 4029401 w 4752801"/>
              <a:gd name="connsiteY16572" fmla="*/ 1095828 h 2767298"/>
              <a:gd name="connsiteX16573" fmla="*/ 4029401 w 4752801"/>
              <a:gd name="connsiteY16573" fmla="*/ 1097042 h 2767298"/>
              <a:gd name="connsiteX16574" fmla="*/ 4025757 w 4752801"/>
              <a:gd name="connsiteY16574" fmla="*/ 1103519 h 2767298"/>
              <a:gd name="connsiteX16575" fmla="*/ 4024543 w 4752801"/>
              <a:gd name="connsiteY16575" fmla="*/ 1103924 h 2767298"/>
              <a:gd name="connsiteX16576" fmla="*/ 4017256 w 4752801"/>
              <a:gd name="connsiteY16576" fmla="*/ 1103924 h 2767298"/>
              <a:gd name="connsiteX16577" fmla="*/ 4016042 w 4752801"/>
              <a:gd name="connsiteY16577" fmla="*/ 1103519 h 2767298"/>
              <a:gd name="connsiteX16578" fmla="*/ 4012399 w 4752801"/>
              <a:gd name="connsiteY16578" fmla="*/ 1097042 h 2767298"/>
              <a:gd name="connsiteX16579" fmla="*/ 4012399 w 4752801"/>
              <a:gd name="connsiteY16579" fmla="*/ 1095828 h 2767298"/>
              <a:gd name="connsiteX16580" fmla="*/ 4016042 w 4752801"/>
              <a:gd name="connsiteY16580" fmla="*/ 1089351 h 2767298"/>
              <a:gd name="connsiteX16581" fmla="*/ 4017256 w 4752801"/>
              <a:gd name="connsiteY16581" fmla="*/ 1088946 h 2767298"/>
              <a:gd name="connsiteX16582" fmla="*/ 3247709 w 4752801"/>
              <a:gd name="connsiteY16582" fmla="*/ 1088946 h 2767298"/>
              <a:gd name="connsiteX16583" fmla="*/ 3255400 w 4752801"/>
              <a:gd name="connsiteY16583" fmla="*/ 1088946 h 2767298"/>
              <a:gd name="connsiteX16584" fmla="*/ 3256614 w 4752801"/>
              <a:gd name="connsiteY16584" fmla="*/ 1089756 h 2767298"/>
              <a:gd name="connsiteX16585" fmla="*/ 3260258 w 4752801"/>
              <a:gd name="connsiteY16585" fmla="*/ 1096233 h 2767298"/>
              <a:gd name="connsiteX16586" fmla="*/ 3260258 w 4752801"/>
              <a:gd name="connsiteY16586" fmla="*/ 1097447 h 2767298"/>
              <a:gd name="connsiteX16587" fmla="*/ 3256614 w 4752801"/>
              <a:gd name="connsiteY16587" fmla="*/ 1103924 h 2767298"/>
              <a:gd name="connsiteX16588" fmla="*/ 3255400 w 4752801"/>
              <a:gd name="connsiteY16588" fmla="*/ 1104734 h 2767298"/>
              <a:gd name="connsiteX16589" fmla="*/ 3247709 w 4752801"/>
              <a:gd name="connsiteY16589" fmla="*/ 1104734 h 2767298"/>
              <a:gd name="connsiteX16590" fmla="*/ 3246494 w 4752801"/>
              <a:gd name="connsiteY16590" fmla="*/ 1103924 h 2767298"/>
              <a:gd name="connsiteX16591" fmla="*/ 3242851 w 4752801"/>
              <a:gd name="connsiteY16591" fmla="*/ 1097447 h 2767298"/>
              <a:gd name="connsiteX16592" fmla="*/ 3242851 w 4752801"/>
              <a:gd name="connsiteY16592" fmla="*/ 1096233 h 2767298"/>
              <a:gd name="connsiteX16593" fmla="*/ 3246494 w 4752801"/>
              <a:gd name="connsiteY16593" fmla="*/ 1089756 h 2767298"/>
              <a:gd name="connsiteX16594" fmla="*/ 3247709 w 4752801"/>
              <a:gd name="connsiteY16594" fmla="*/ 1088946 h 2767298"/>
              <a:gd name="connsiteX16595" fmla="*/ 3206822 w 4752801"/>
              <a:gd name="connsiteY16595" fmla="*/ 1088541 h 2767298"/>
              <a:gd name="connsiteX16596" fmla="*/ 3215323 w 4752801"/>
              <a:gd name="connsiteY16596" fmla="*/ 1088541 h 2767298"/>
              <a:gd name="connsiteX16597" fmla="*/ 3216537 w 4752801"/>
              <a:gd name="connsiteY16597" fmla="*/ 1088946 h 2767298"/>
              <a:gd name="connsiteX16598" fmla="*/ 3220990 w 4752801"/>
              <a:gd name="connsiteY16598" fmla="*/ 1096232 h 2767298"/>
              <a:gd name="connsiteX16599" fmla="*/ 3220990 w 4752801"/>
              <a:gd name="connsiteY16599" fmla="*/ 1097447 h 2767298"/>
              <a:gd name="connsiteX16600" fmla="*/ 3216537 w 4752801"/>
              <a:gd name="connsiteY16600" fmla="*/ 1104734 h 2767298"/>
              <a:gd name="connsiteX16601" fmla="*/ 3215323 w 4752801"/>
              <a:gd name="connsiteY16601" fmla="*/ 1105138 h 2767298"/>
              <a:gd name="connsiteX16602" fmla="*/ 3206822 w 4752801"/>
              <a:gd name="connsiteY16602" fmla="*/ 1105138 h 2767298"/>
              <a:gd name="connsiteX16603" fmla="*/ 3205607 w 4752801"/>
              <a:gd name="connsiteY16603" fmla="*/ 1104734 h 2767298"/>
              <a:gd name="connsiteX16604" fmla="*/ 3201155 w 4752801"/>
              <a:gd name="connsiteY16604" fmla="*/ 1097447 h 2767298"/>
              <a:gd name="connsiteX16605" fmla="*/ 3201155 w 4752801"/>
              <a:gd name="connsiteY16605" fmla="*/ 1096232 h 2767298"/>
              <a:gd name="connsiteX16606" fmla="*/ 3205607 w 4752801"/>
              <a:gd name="connsiteY16606" fmla="*/ 1088946 h 2767298"/>
              <a:gd name="connsiteX16607" fmla="*/ 3206822 w 4752801"/>
              <a:gd name="connsiteY16607" fmla="*/ 1088541 h 2767298"/>
              <a:gd name="connsiteX16608" fmla="*/ 2235677 w 4752801"/>
              <a:gd name="connsiteY16608" fmla="*/ 1088541 h 2767298"/>
              <a:gd name="connsiteX16609" fmla="*/ 2243773 w 4752801"/>
              <a:gd name="connsiteY16609" fmla="*/ 1088541 h 2767298"/>
              <a:gd name="connsiteX16610" fmla="*/ 2244988 w 4752801"/>
              <a:gd name="connsiteY16610" fmla="*/ 1089351 h 2767298"/>
              <a:gd name="connsiteX16611" fmla="*/ 2249036 w 4752801"/>
              <a:gd name="connsiteY16611" fmla="*/ 1096232 h 2767298"/>
              <a:gd name="connsiteX16612" fmla="*/ 2249036 w 4752801"/>
              <a:gd name="connsiteY16612" fmla="*/ 1097447 h 2767298"/>
              <a:gd name="connsiteX16613" fmla="*/ 2244988 w 4752801"/>
              <a:gd name="connsiteY16613" fmla="*/ 1104329 h 2767298"/>
              <a:gd name="connsiteX16614" fmla="*/ 2243773 w 4752801"/>
              <a:gd name="connsiteY16614" fmla="*/ 1105138 h 2767298"/>
              <a:gd name="connsiteX16615" fmla="*/ 2235677 w 4752801"/>
              <a:gd name="connsiteY16615" fmla="*/ 1105138 h 2767298"/>
              <a:gd name="connsiteX16616" fmla="*/ 2234463 w 4752801"/>
              <a:gd name="connsiteY16616" fmla="*/ 1104329 h 2767298"/>
              <a:gd name="connsiteX16617" fmla="*/ 2230415 w 4752801"/>
              <a:gd name="connsiteY16617" fmla="*/ 1097447 h 2767298"/>
              <a:gd name="connsiteX16618" fmla="*/ 2230415 w 4752801"/>
              <a:gd name="connsiteY16618" fmla="*/ 1096232 h 2767298"/>
              <a:gd name="connsiteX16619" fmla="*/ 2234463 w 4752801"/>
              <a:gd name="connsiteY16619" fmla="*/ 1089351 h 2767298"/>
              <a:gd name="connsiteX16620" fmla="*/ 2235677 w 4752801"/>
              <a:gd name="connsiteY16620" fmla="*/ 1088541 h 2767298"/>
              <a:gd name="connsiteX16621" fmla="*/ 2680566 w 4752801"/>
              <a:gd name="connsiteY16621" fmla="*/ 1088136 h 2767298"/>
              <a:gd name="connsiteX16622" fmla="*/ 2688663 w 4752801"/>
              <a:gd name="connsiteY16622" fmla="*/ 1088136 h 2767298"/>
              <a:gd name="connsiteX16623" fmla="*/ 2689877 w 4752801"/>
              <a:gd name="connsiteY16623" fmla="*/ 1088946 h 2767298"/>
              <a:gd name="connsiteX16624" fmla="*/ 2693925 w 4752801"/>
              <a:gd name="connsiteY16624" fmla="*/ 1095827 h 2767298"/>
              <a:gd name="connsiteX16625" fmla="*/ 2693925 w 4752801"/>
              <a:gd name="connsiteY16625" fmla="*/ 1097042 h 2767298"/>
              <a:gd name="connsiteX16626" fmla="*/ 2689877 w 4752801"/>
              <a:gd name="connsiteY16626" fmla="*/ 1103924 h 2767298"/>
              <a:gd name="connsiteX16627" fmla="*/ 2688663 w 4752801"/>
              <a:gd name="connsiteY16627" fmla="*/ 1104733 h 2767298"/>
              <a:gd name="connsiteX16628" fmla="*/ 2680566 w 4752801"/>
              <a:gd name="connsiteY16628" fmla="*/ 1104733 h 2767298"/>
              <a:gd name="connsiteX16629" fmla="*/ 2679352 w 4752801"/>
              <a:gd name="connsiteY16629" fmla="*/ 1103924 h 2767298"/>
              <a:gd name="connsiteX16630" fmla="*/ 2675304 w 4752801"/>
              <a:gd name="connsiteY16630" fmla="*/ 1097042 h 2767298"/>
              <a:gd name="connsiteX16631" fmla="*/ 2675304 w 4752801"/>
              <a:gd name="connsiteY16631" fmla="*/ 1095827 h 2767298"/>
              <a:gd name="connsiteX16632" fmla="*/ 2679352 w 4752801"/>
              <a:gd name="connsiteY16632" fmla="*/ 1088946 h 2767298"/>
              <a:gd name="connsiteX16633" fmla="*/ 2680566 w 4752801"/>
              <a:gd name="connsiteY16633" fmla="*/ 1088136 h 2767298"/>
              <a:gd name="connsiteX16634" fmla="*/ 3773560 w 4752801"/>
              <a:gd name="connsiteY16634" fmla="*/ 1087731 h 2767298"/>
              <a:gd name="connsiteX16635" fmla="*/ 3782466 w 4752801"/>
              <a:gd name="connsiteY16635" fmla="*/ 1087731 h 2767298"/>
              <a:gd name="connsiteX16636" fmla="*/ 3783680 w 4752801"/>
              <a:gd name="connsiteY16636" fmla="*/ 1088541 h 2767298"/>
              <a:gd name="connsiteX16637" fmla="*/ 3788133 w 4752801"/>
              <a:gd name="connsiteY16637" fmla="*/ 1096232 h 2767298"/>
              <a:gd name="connsiteX16638" fmla="*/ 3788133 w 4752801"/>
              <a:gd name="connsiteY16638" fmla="*/ 1097446 h 2767298"/>
              <a:gd name="connsiteX16639" fmla="*/ 3783680 w 4752801"/>
              <a:gd name="connsiteY16639" fmla="*/ 1105138 h 2767298"/>
              <a:gd name="connsiteX16640" fmla="*/ 3782466 w 4752801"/>
              <a:gd name="connsiteY16640" fmla="*/ 1105948 h 2767298"/>
              <a:gd name="connsiteX16641" fmla="*/ 3773560 w 4752801"/>
              <a:gd name="connsiteY16641" fmla="*/ 1105948 h 2767298"/>
              <a:gd name="connsiteX16642" fmla="*/ 3772345 w 4752801"/>
              <a:gd name="connsiteY16642" fmla="*/ 1105138 h 2767298"/>
              <a:gd name="connsiteX16643" fmla="*/ 3767893 w 4752801"/>
              <a:gd name="connsiteY16643" fmla="*/ 1097446 h 2767298"/>
              <a:gd name="connsiteX16644" fmla="*/ 3767893 w 4752801"/>
              <a:gd name="connsiteY16644" fmla="*/ 1096232 h 2767298"/>
              <a:gd name="connsiteX16645" fmla="*/ 3772345 w 4752801"/>
              <a:gd name="connsiteY16645" fmla="*/ 1088541 h 2767298"/>
              <a:gd name="connsiteX16646" fmla="*/ 3773560 w 4752801"/>
              <a:gd name="connsiteY16646" fmla="*/ 1087731 h 2767298"/>
              <a:gd name="connsiteX16647" fmla="*/ 3854117 w 4752801"/>
              <a:gd name="connsiteY16647" fmla="*/ 1087326 h 2767298"/>
              <a:gd name="connsiteX16648" fmla="*/ 3863428 w 4752801"/>
              <a:gd name="connsiteY16648" fmla="*/ 1087326 h 2767298"/>
              <a:gd name="connsiteX16649" fmla="*/ 3864642 w 4752801"/>
              <a:gd name="connsiteY16649" fmla="*/ 1088136 h 2767298"/>
              <a:gd name="connsiteX16650" fmla="*/ 3869500 w 4752801"/>
              <a:gd name="connsiteY16650" fmla="*/ 1096232 h 2767298"/>
              <a:gd name="connsiteX16651" fmla="*/ 3869500 w 4752801"/>
              <a:gd name="connsiteY16651" fmla="*/ 1097446 h 2767298"/>
              <a:gd name="connsiteX16652" fmla="*/ 3864642 w 4752801"/>
              <a:gd name="connsiteY16652" fmla="*/ 1105543 h 2767298"/>
              <a:gd name="connsiteX16653" fmla="*/ 3863428 w 4752801"/>
              <a:gd name="connsiteY16653" fmla="*/ 1106352 h 2767298"/>
              <a:gd name="connsiteX16654" fmla="*/ 3854117 w 4752801"/>
              <a:gd name="connsiteY16654" fmla="*/ 1106352 h 2767298"/>
              <a:gd name="connsiteX16655" fmla="*/ 3852903 w 4752801"/>
              <a:gd name="connsiteY16655" fmla="*/ 1105543 h 2767298"/>
              <a:gd name="connsiteX16656" fmla="*/ 3848045 w 4752801"/>
              <a:gd name="connsiteY16656" fmla="*/ 1097446 h 2767298"/>
              <a:gd name="connsiteX16657" fmla="*/ 3848045 w 4752801"/>
              <a:gd name="connsiteY16657" fmla="*/ 1096232 h 2767298"/>
              <a:gd name="connsiteX16658" fmla="*/ 3852903 w 4752801"/>
              <a:gd name="connsiteY16658" fmla="*/ 1088136 h 2767298"/>
              <a:gd name="connsiteX16659" fmla="*/ 3854117 w 4752801"/>
              <a:gd name="connsiteY16659" fmla="*/ 1087326 h 2767298"/>
              <a:gd name="connsiteX16660" fmla="*/ 3813636 w 4752801"/>
              <a:gd name="connsiteY16660" fmla="*/ 1087326 h 2767298"/>
              <a:gd name="connsiteX16661" fmla="*/ 3822947 w 4752801"/>
              <a:gd name="connsiteY16661" fmla="*/ 1087326 h 2767298"/>
              <a:gd name="connsiteX16662" fmla="*/ 3824161 w 4752801"/>
              <a:gd name="connsiteY16662" fmla="*/ 1088136 h 2767298"/>
              <a:gd name="connsiteX16663" fmla="*/ 3829019 w 4752801"/>
              <a:gd name="connsiteY16663" fmla="*/ 1096232 h 2767298"/>
              <a:gd name="connsiteX16664" fmla="*/ 3829019 w 4752801"/>
              <a:gd name="connsiteY16664" fmla="*/ 1097446 h 2767298"/>
              <a:gd name="connsiteX16665" fmla="*/ 3824161 w 4752801"/>
              <a:gd name="connsiteY16665" fmla="*/ 1105543 h 2767298"/>
              <a:gd name="connsiteX16666" fmla="*/ 3822947 w 4752801"/>
              <a:gd name="connsiteY16666" fmla="*/ 1106352 h 2767298"/>
              <a:gd name="connsiteX16667" fmla="*/ 3813636 w 4752801"/>
              <a:gd name="connsiteY16667" fmla="*/ 1106352 h 2767298"/>
              <a:gd name="connsiteX16668" fmla="*/ 3812422 w 4752801"/>
              <a:gd name="connsiteY16668" fmla="*/ 1105543 h 2767298"/>
              <a:gd name="connsiteX16669" fmla="*/ 3807564 w 4752801"/>
              <a:gd name="connsiteY16669" fmla="*/ 1097446 h 2767298"/>
              <a:gd name="connsiteX16670" fmla="*/ 3807564 w 4752801"/>
              <a:gd name="connsiteY16670" fmla="*/ 1096232 h 2767298"/>
              <a:gd name="connsiteX16671" fmla="*/ 3812422 w 4752801"/>
              <a:gd name="connsiteY16671" fmla="*/ 1088136 h 2767298"/>
              <a:gd name="connsiteX16672" fmla="*/ 3813636 w 4752801"/>
              <a:gd name="connsiteY16672" fmla="*/ 1087326 h 2767298"/>
              <a:gd name="connsiteX16673" fmla="*/ 3287380 w 4752801"/>
              <a:gd name="connsiteY16673" fmla="*/ 1087326 h 2767298"/>
              <a:gd name="connsiteX16674" fmla="*/ 3296691 w 4752801"/>
              <a:gd name="connsiteY16674" fmla="*/ 1087326 h 2767298"/>
              <a:gd name="connsiteX16675" fmla="*/ 3297905 w 4752801"/>
              <a:gd name="connsiteY16675" fmla="*/ 1088136 h 2767298"/>
              <a:gd name="connsiteX16676" fmla="*/ 3302763 w 4752801"/>
              <a:gd name="connsiteY16676" fmla="*/ 1096232 h 2767298"/>
              <a:gd name="connsiteX16677" fmla="*/ 3302763 w 4752801"/>
              <a:gd name="connsiteY16677" fmla="*/ 1097446 h 2767298"/>
              <a:gd name="connsiteX16678" fmla="*/ 3297905 w 4752801"/>
              <a:gd name="connsiteY16678" fmla="*/ 1105543 h 2767298"/>
              <a:gd name="connsiteX16679" fmla="*/ 3296691 w 4752801"/>
              <a:gd name="connsiteY16679" fmla="*/ 1106352 h 2767298"/>
              <a:gd name="connsiteX16680" fmla="*/ 3287380 w 4752801"/>
              <a:gd name="connsiteY16680" fmla="*/ 1106352 h 2767298"/>
              <a:gd name="connsiteX16681" fmla="*/ 3286166 w 4752801"/>
              <a:gd name="connsiteY16681" fmla="*/ 1105543 h 2767298"/>
              <a:gd name="connsiteX16682" fmla="*/ 3281308 w 4752801"/>
              <a:gd name="connsiteY16682" fmla="*/ 1097446 h 2767298"/>
              <a:gd name="connsiteX16683" fmla="*/ 3281308 w 4752801"/>
              <a:gd name="connsiteY16683" fmla="*/ 1096232 h 2767298"/>
              <a:gd name="connsiteX16684" fmla="*/ 3286166 w 4752801"/>
              <a:gd name="connsiteY16684" fmla="*/ 1088136 h 2767298"/>
              <a:gd name="connsiteX16685" fmla="*/ 3287380 w 4752801"/>
              <a:gd name="connsiteY16685" fmla="*/ 1087326 h 2767298"/>
              <a:gd name="connsiteX16686" fmla="*/ 2639275 w 4752801"/>
              <a:gd name="connsiteY16686" fmla="*/ 1086922 h 2767298"/>
              <a:gd name="connsiteX16687" fmla="*/ 2649395 w 4752801"/>
              <a:gd name="connsiteY16687" fmla="*/ 1086922 h 2767298"/>
              <a:gd name="connsiteX16688" fmla="*/ 2650610 w 4752801"/>
              <a:gd name="connsiteY16688" fmla="*/ 1087732 h 2767298"/>
              <a:gd name="connsiteX16689" fmla="*/ 2655467 w 4752801"/>
              <a:gd name="connsiteY16689" fmla="*/ 1096233 h 2767298"/>
              <a:gd name="connsiteX16690" fmla="*/ 2655467 w 4752801"/>
              <a:gd name="connsiteY16690" fmla="*/ 1097447 h 2767298"/>
              <a:gd name="connsiteX16691" fmla="*/ 2650610 w 4752801"/>
              <a:gd name="connsiteY16691" fmla="*/ 1105948 h 2767298"/>
              <a:gd name="connsiteX16692" fmla="*/ 2649395 w 4752801"/>
              <a:gd name="connsiteY16692" fmla="*/ 1106758 h 2767298"/>
              <a:gd name="connsiteX16693" fmla="*/ 2639275 w 4752801"/>
              <a:gd name="connsiteY16693" fmla="*/ 1106758 h 2767298"/>
              <a:gd name="connsiteX16694" fmla="*/ 2638060 w 4752801"/>
              <a:gd name="connsiteY16694" fmla="*/ 1105948 h 2767298"/>
              <a:gd name="connsiteX16695" fmla="*/ 2633203 w 4752801"/>
              <a:gd name="connsiteY16695" fmla="*/ 1097447 h 2767298"/>
              <a:gd name="connsiteX16696" fmla="*/ 2633203 w 4752801"/>
              <a:gd name="connsiteY16696" fmla="*/ 1096233 h 2767298"/>
              <a:gd name="connsiteX16697" fmla="*/ 2638060 w 4752801"/>
              <a:gd name="connsiteY16697" fmla="*/ 1087732 h 2767298"/>
              <a:gd name="connsiteX16698" fmla="*/ 2639275 w 4752801"/>
              <a:gd name="connsiteY16698" fmla="*/ 1086922 h 2767298"/>
              <a:gd name="connsiteX16699" fmla="*/ 2275349 w 4752801"/>
              <a:gd name="connsiteY16699" fmla="*/ 1086922 h 2767298"/>
              <a:gd name="connsiteX16700" fmla="*/ 2284660 w 4752801"/>
              <a:gd name="connsiteY16700" fmla="*/ 1086922 h 2767298"/>
              <a:gd name="connsiteX16701" fmla="*/ 2285874 w 4752801"/>
              <a:gd name="connsiteY16701" fmla="*/ 1087732 h 2767298"/>
              <a:gd name="connsiteX16702" fmla="*/ 2290327 w 4752801"/>
              <a:gd name="connsiteY16702" fmla="*/ 1095828 h 2767298"/>
              <a:gd name="connsiteX16703" fmla="*/ 2290327 w 4752801"/>
              <a:gd name="connsiteY16703" fmla="*/ 1097042 h 2767298"/>
              <a:gd name="connsiteX16704" fmla="*/ 2285874 w 4752801"/>
              <a:gd name="connsiteY16704" fmla="*/ 1105139 h 2767298"/>
              <a:gd name="connsiteX16705" fmla="*/ 2284660 w 4752801"/>
              <a:gd name="connsiteY16705" fmla="*/ 1105948 h 2767298"/>
              <a:gd name="connsiteX16706" fmla="*/ 2275349 w 4752801"/>
              <a:gd name="connsiteY16706" fmla="*/ 1105948 h 2767298"/>
              <a:gd name="connsiteX16707" fmla="*/ 2274135 w 4752801"/>
              <a:gd name="connsiteY16707" fmla="*/ 1105139 h 2767298"/>
              <a:gd name="connsiteX16708" fmla="*/ 2269682 w 4752801"/>
              <a:gd name="connsiteY16708" fmla="*/ 1097042 h 2767298"/>
              <a:gd name="connsiteX16709" fmla="*/ 2269682 w 4752801"/>
              <a:gd name="connsiteY16709" fmla="*/ 1095828 h 2767298"/>
              <a:gd name="connsiteX16710" fmla="*/ 2274135 w 4752801"/>
              <a:gd name="connsiteY16710" fmla="*/ 1087732 h 2767298"/>
              <a:gd name="connsiteX16711" fmla="*/ 2275349 w 4752801"/>
              <a:gd name="connsiteY16711" fmla="*/ 1086922 h 2767298"/>
              <a:gd name="connsiteX16712" fmla="*/ 3894193 w 4752801"/>
              <a:gd name="connsiteY16712" fmla="*/ 1086517 h 2767298"/>
              <a:gd name="connsiteX16713" fmla="*/ 3904718 w 4752801"/>
              <a:gd name="connsiteY16713" fmla="*/ 1086517 h 2767298"/>
              <a:gd name="connsiteX16714" fmla="*/ 3905933 w 4752801"/>
              <a:gd name="connsiteY16714" fmla="*/ 1087327 h 2767298"/>
              <a:gd name="connsiteX16715" fmla="*/ 3911196 w 4752801"/>
              <a:gd name="connsiteY16715" fmla="*/ 1096232 h 2767298"/>
              <a:gd name="connsiteX16716" fmla="*/ 3911196 w 4752801"/>
              <a:gd name="connsiteY16716" fmla="*/ 1097447 h 2767298"/>
              <a:gd name="connsiteX16717" fmla="*/ 3905933 w 4752801"/>
              <a:gd name="connsiteY16717" fmla="*/ 1106353 h 2767298"/>
              <a:gd name="connsiteX16718" fmla="*/ 3904718 w 4752801"/>
              <a:gd name="connsiteY16718" fmla="*/ 1107162 h 2767298"/>
              <a:gd name="connsiteX16719" fmla="*/ 3894193 w 4752801"/>
              <a:gd name="connsiteY16719" fmla="*/ 1107162 h 2767298"/>
              <a:gd name="connsiteX16720" fmla="*/ 3892979 w 4752801"/>
              <a:gd name="connsiteY16720" fmla="*/ 1106353 h 2767298"/>
              <a:gd name="connsiteX16721" fmla="*/ 3887717 w 4752801"/>
              <a:gd name="connsiteY16721" fmla="*/ 1097447 h 2767298"/>
              <a:gd name="connsiteX16722" fmla="*/ 3887717 w 4752801"/>
              <a:gd name="connsiteY16722" fmla="*/ 1096232 h 2767298"/>
              <a:gd name="connsiteX16723" fmla="*/ 3892979 w 4752801"/>
              <a:gd name="connsiteY16723" fmla="*/ 1087327 h 2767298"/>
              <a:gd name="connsiteX16724" fmla="*/ 3894193 w 4752801"/>
              <a:gd name="connsiteY16724" fmla="*/ 1086517 h 2767298"/>
              <a:gd name="connsiteX16725" fmla="*/ 2598794 w 4752801"/>
              <a:gd name="connsiteY16725" fmla="*/ 1086517 h 2767298"/>
              <a:gd name="connsiteX16726" fmla="*/ 2608914 w 4752801"/>
              <a:gd name="connsiteY16726" fmla="*/ 1086517 h 2767298"/>
              <a:gd name="connsiteX16727" fmla="*/ 2610129 w 4752801"/>
              <a:gd name="connsiteY16727" fmla="*/ 1086922 h 2767298"/>
              <a:gd name="connsiteX16728" fmla="*/ 2614986 w 4752801"/>
              <a:gd name="connsiteY16728" fmla="*/ 1095828 h 2767298"/>
              <a:gd name="connsiteX16729" fmla="*/ 2614986 w 4752801"/>
              <a:gd name="connsiteY16729" fmla="*/ 1097042 h 2767298"/>
              <a:gd name="connsiteX16730" fmla="*/ 2610129 w 4752801"/>
              <a:gd name="connsiteY16730" fmla="*/ 1105948 h 2767298"/>
              <a:gd name="connsiteX16731" fmla="*/ 2608914 w 4752801"/>
              <a:gd name="connsiteY16731" fmla="*/ 1106353 h 2767298"/>
              <a:gd name="connsiteX16732" fmla="*/ 2598794 w 4752801"/>
              <a:gd name="connsiteY16732" fmla="*/ 1106353 h 2767298"/>
              <a:gd name="connsiteX16733" fmla="*/ 2597579 w 4752801"/>
              <a:gd name="connsiteY16733" fmla="*/ 1105948 h 2767298"/>
              <a:gd name="connsiteX16734" fmla="*/ 2592722 w 4752801"/>
              <a:gd name="connsiteY16734" fmla="*/ 1097042 h 2767298"/>
              <a:gd name="connsiteX16735" fmla="*/ 2592722 w 4752801"/>
              <a:gd name="connsiteY16735" fmla="*/ 1095828 h 2767298"/>
              <a:gd name="connsiteX16736" fmla="*/ 2597579 w 4752801"/>
              <a:gd name="connsiteY16736" fmla="*/ 1086922 h 2767298"/>
              <a:gd name="connsiteX16737" fmla="*/ 2598794 w 4752801"/>
              <a:gd name="connsiteY16737" fmla="*/ 1086517 h 2767298"/>
              <a:gd name="connsiteX16738" fmla="*/ 2558313 w 4752801"/>
              <a:gd name="connsiteY16738" fmla="*/ 1086517 h 2767298"/>
              <a:gd name="connsiteX16739" fmla="*/ 2568838 w 4752801"/>
              <a:gd name="connsiteY16739" fmla="*/ 1086517 h 2767298"/>
              <a:gd name="connsiteX16740" fmla="*/ 2570052 w 4752801"/>
              <a:gd name="connsiteY16740" fmla="*/ 1087327 h 2767298"/>
              <a:gd name="connsiteX16741" fmla="*/ 2575315 w 4752801"/>
              <a:gd name="connsiteY16741" fmla="*/ 1096232 h 2767298"/>
              <a:gd name="connsiteX16742" fmla="*/ 2575315 w 4752801"/>
              <a:gd name="connsiteY16742" fmla="*/ 1097447 h 2767298"/>
              <a:gd name="connsiteX16743" fmla="*/ 2570052 w 4752801"/>
              <a:gd name="connsiteY16743" fmla="*/ 1106353 h 2767298"/>
              <a:gd name="connsiteX16744" fmla="*/ 2568838 w 4752801"/>
              <a:gd name="connsiteY16744" fmla="*/ 1107162 h 2767298"/>
              <a:gd name="connsiteX16745" fmla="*/ 2558313 w 4752801"/>
              <a:gd name="connsiteY16745" fmla="*/ 1107162 h 2767298"/>
              <a:gd name="connsiteX16746" fmla="*/ 2557098 w 4752801"/>
              <a:gd name="connsiteY16746" fmla="*/ 1106353 h 2767298"/>
              <a:gd name="connsiteX16747" fmla="*/ 2551836 w 4752801"/>
              <a:gd name="connsiteY16747" fmla="*/ 1097447 h 2767298"/>
              <a:gd name="connsiteX16748" fmla="*/ 2551836 w 4752801"/>
              <a:gd name="connsiteY16748" fmla="*/ 1096232 h 2767298"/>
              <a:gd name="connsiteX16749" fmla="*/ 2557098 w 4752801"/>
              <a:gd name="connsiteY16749" fmla="*/ 1087327 h 2767298"/>
              <a:gd name="connsiteX16750" fmla="*/ 2558313 w 4752801"/>
              <a:gd name="connsiteY16750" fmla="*/ 1086517 h 2767298"/>
              <a:gd name="connsiteX16751" fmla="*/ 3327051 w 4752801"/>
              <a:gd name="connsiteY16751" fmla="*/ 1086112 h 2767298"/>
              <a:gd name="connsiteX16752" fmla="*/ 3337981 w 4752801"/>
              <a:gd name="connsiteY16752" fmla="*/ 1086112 h 2767298"/>
              <a:gd name="connsiteX16753" fmla="*/ 3339196 w 4752801"/>
              <a:gd name="connsiteY16753" fmla="*/ 1086922 h 2767298"/>
              <a:gd name="connsiteX16754" fmla="*/ 3344459 w 4752801"/>
              <a:gd name="connsiteY16754" fmla="*/ 1096232 h 2767298"/>
              <a:gd name="connsiteX16755" fmla="*/ 3344459 w 4752801"/>
              <a:gd name="connsiteY16755" fmla="*/ 1097447 h 2767298"/>
              <a:gd name="connsiteX16756" fmla="*/ 3339196 w 4752801"/>
              <a:gd name="connsiteY16756" fmla="*/ 1106757 h 2767298"/>
              <a:gd name="connsiteX16757" fmla="*/ 3337981 w 4752801"/>
              <a:gd name="connsiteY16757" fmla="*/ 1107567 h 2767298"/>
              <a:gd name="connsiteX16758" fmla="*/ 3327051 w 4752801"/>
              <a:gd name="connsiteY16758" fmla="*/ 1107567 h 2767298"/>
              <a:gd name="connsiteX16759" fmla="*/ 3325837 w 4752801"/>
              <a:gd name="connsiteY16759" fmla="*/ 1106757 h 2767298"/>
              <a:gd name="connsiteX16760" fmla="*/ 3320575 w 4752801"/>
              <a:gd name="connsiteY16760" fmla="*/ 1097447 h 2767298"/>
              <a:gd name="connsiteX16761" fmla="*/ 3320575 w 4752801"/>
              <a:gd name="connsiteY16761" fmla="*/ 1096232 h 2767298"/>
              <a:gd name="connsiteX16762" fmla="*/ 3325837 w 4752801"/>
              <a:gd name="connsiteY16762" fmla="*/ 1086922 h 2767298"/>
              <a:gd name="connsiteX16763" fmla="*/ 3327051 w 4752801"/>
              <a:gd name="connsiteY16763" fmla="*/ 1086112 h 2767298"/>
              <a:gd name="connsiteX16764" fmla="*/ 3488977 w 4752801"/>
              <a:gd name="connsiteY16764" fmla="*/ 1085707 h 2767298"/>
              <a:gd name="connsiteX16765" fmla="*/ 3500311 w 4752801"/>
              <a:gd name="connsiteY16765" fmla="*/ 1085707 h 2767298"/>
              <a:gd name="connsiteX16766" fmla="*/ 3501526 w 4752801"/>
              <a:gd name="connsiteY16766" fmla="*/ 1086517 h 2767298"/>
              <a:gd name="connsiteX16767" fmla="*/ 3507193 w 4752801"/>
              <a:gd name="connsiteY16767" fmla="*/ 1096232 h 2767298"/>
              <a:gd name="connsiteX16768" fmla="*/ 3507193 w 4752801"/>
              <a:gd name="connsiteY16768" fmla="*/ 1097447 h 2767298"/>
              <a:gd name="connsiteX16769" fmla="*/ 3501526 w 4752801"/>
              <a:gd name="connsiteY16769" fmla="*/ 1107162 h 2767298"/>
              <a:gd name="connsiteX16770" fmla="*/ 3500311 w 4752801"/>
              <a:gd name="connsiteY16770" fmla="*/ 1107972 h 2767298"/>
              <a:gd name="connsiteX16771" fmla="*/ 3488977 w 4752801"/>
              <a:gd name="connsiteY16771" fmla="*/ 1107972 h 2767298"/>
              <a:gd name="connsiteX16772" fmla="*/ 3487762 w 4752801"/>
              <a:gd name="connsiteY16772" fmla="*/ 1107162 h 2767298"/>
              <a:gd name="connsiteX16773" fmla="*/ 3482095 w 4752801"/>
              <a:gd name="connsiteY16773" fmla="*/ 1097447 h 2767298"/>
              <a:gd name="connsiteX16774" fmla="*/ 3482095 w 4752801"/>
              <a:gd name="connsiteY16774" fmla="*/ 1096232 h 2767298"/>
              <a:gd name="connsiteX16775" fmla="*/ 3487762 w 4752801"/>
              <a:gd name="connsiteY16775" fmla="*/ 1086517 h 2767298"/>
              <a:gd name="connsiteX16776" fmla="*/ 3488977 w 4752801"/>
              <a:gd name="connsiteY16776" fmla="*/ 1085707 h 2767298"/>
              <a:gd name="connsiteX16777" fmla="*/ 2315425 w 4752801"/>
              <a:gd name="connsiteY16777" fmla="*/ 1085707 h 2767298"/>
              <a:gd name="connsiteX16778" fmla="*/ 2325950 w 4752801"/>
              <a:gd name="connsiteY16778" fmla="*/ 1085707 h 2767298"/>
              <a:gd name="connsiteX16779" fmla="*/ 2327164 w 4752801"/>
              <a:gd name="connsiteY16779" fmla="*/ 1086517 h 2767298"/>
              <a:gd name="connsiteX16780" fmla="*/ 2332427 w 4752801"/>
              <a:gd name="connsiteY16780" fmla="*/ 1095827 h 2767298"/>
              <a:gd name="connsiteX16781" fmla="*/ 2332427 w 4752801"/>
              <a:gd name="connsiteY16781" fmla="*/ 1097042 h 2767298"/>
              <a:gd name="connsiteX16782" fmla="*/ 2327164 w 4752801"/>
              <a:gd name="connsiteY16782" fmla="*/ 1106352 h 2767298"/>
              <a:gd name="connsiteX16783" fmla="*/ 2325950 w 4752801"/>
              <a:gd name="connsiteY16783" fmla="*/ 1107162 h 2767298"/>
              <a:gd name="connsiteX16784" fmla="*/ 2315425 w 4752801"/>
              <a:gd name="connsiteY16784" fmla="*/ 1107162 h 2767298"/>
              <a:gd name="connsiteX16785" fmla="*/ 2314210 w 4752801"/>
              <a:gd name="connsiteY16785" fmla="*/ 1106352 h 2767298"/>
              <a:gd name="connsiteX16786" fmla="*/ 2308948 w 4752801"/>
              <a:gd name="connsiteY16786" fmla="*/ 1097042 h 2767298"/>
              <a:gd name="connsiteX16787" fmla="*/ 2308948 w 4752801"/>
              <a:gd name="connsiteY16787" fmla="*/ 1095827 h 2767298"/>
              <a:gd name="connsiteX16788" fmla="*/ 2314210 w 4752801"/>
              <a:gd name="connsiteY16788" fmla="*/ 1086517 h 2767298"/>
              <a:gd name="connsiteX16789" fmla="*/ 2315425 w 4752801"/>
              <a:gd name="connsiteY16789" fmla="*/ 1085707 h 2767298"/>
              <a:gd name="connsiteX16790" fmla="*/ 3690978 w 4752801"/>
              <a:gd name="connsiteY16790" fmla="*/ 1085302 h 2767298"/>
              <a:gd name="connsiteX16791" fmla="*/ 3702718 w 4752801"/>
              <a:gd name="connsiteY16791" fmla="*/ 1085302 h 2767298"/>
              <a:gd name="connsiteX16792" fmla="*/ 3703932 w 4752801"/>
              <a:gd name="connsiteY16792" fmla="*/ 1086112 h 2767298"/>
              <a:gd name="connsiteX16793" fmla="*/ 3710004 w 4752801"/>
              <a:gd name="connsiteY16793" fmla="*/ 1096232 h 2767298"/>
              <a:gd name="connsiteX16794" fmla="*/ 3710004 w 4752801"/>
              <a:gd name="connsiteY16794" fmla="*/ 1097446 h 2767298"/>
              <a:gd name="connsiteX16795" fmla="*/ 3703932 w 4752801"/>
              <a:gd name="connsiteY16795" fmla="*/ 1107567 h 2767298"/>
              <a:gd name="connsiteX16796" fmla="*/ 3702718 w 4752801"/>
              <a:gd name="connsiteY16796" fmla="*/ 1108376 h 2767298"/>
              <a:gd name="connsiteX16797" fmla="*/ 3690978 w 4752801"/>
              <a:gd name="connsiteY16797" fmla="*/ 1108376 h 2767298"/>
              <a:gd name="connsiteX16798" fmla="*/ 3689764 w 4752801"/>
              <a:gd name="connsiteY16798" fmla="*/ 1107567 h 2767298"/>
              <a:gd name="connsiteX16799" fmla="*/ 3683692 w 4752801"/>
              <a:gd name="connsiteY16799" fmla="*/ 1097446 h 2767298"/>
              <a:gd name="connsiteX16800" fmla="*/ 3683692 w 4752801"/>
              <a:gd name="connsiteY16800" fmla="*/ 1096232 h 2767298"/>
              <a:gd name="connsiteX16801" fmla="*/ 3689764 w 4752801"/>
              <a:gd name="connsiteY16801" fmla="*/ 1086112 h 2767298"/>
              <a:gd name="connsiteX16802" fmla="*/ 3690978 w 4752801"/>
              <a:gd name="connsiteY16802" fmla="*/ 1085302 h 2767298"/>
              <a:gd name="connsiteX16803" fmla="*/ 3529053 w 4752801"/>
              <a:gd name="connsiteY16803" fmla="*/ 1085302 h 2767298"/>
              <a:gd name="connsiteX16804" fmla="*/ 3541198 w 4752801"/>
              <a:gd name="connsiteY16804" fmla="*/ 1085302 h 2767298"/>
              <a:gd name="connsiteX16805" fmla="*/ 3542412 w 4752801"/>
              <a:gd name="connsiteY16805" fmla="*/ 1085707 h 2767298"/>
              <a:gd name="connsiteX16806" fmla="*/ 3548484 w 4752801"/>
              <a:gd name="connsiteY16806" fmla="*/ 1096232 h 2767298"/>
              <a:gd name="connsiteX16807" fmla="*/ 3548484 w 4752801"/>
              <a:gd name="connsiteY16807" fmla="*/ 1097446 h 2767298"/>
              <a:gd name="connsiteX16808" fmla="*/ 3542412 w 4752801"/>
              <a:gd name="connsiteY16808" fmla="*/ 1107972 h 2767298"/>
              <a:gd name="connsiteX16809" fmla="*/ 3541198 w 4752801"/>
              <a:gd name="connsiteY16809" fmla="*/ 1108781 h 2767298"/>
              <a:gd name="connsiteX16810" fmla="*/ 3529053 w 4752801"/>
              <a:gd name="connsiteY16810" fmla="*/ 1108781 h 2767298"/>
              <a:gd name="connsiteX16811" fmla="*/ 3527839 w 4752801"/>
              <a:gd name="connsiteY16811" fmla="*/ 1107972 h 2767298"/>
              <a:gd name="connsiteX16812" fmla="*/ 3521767 w 4752801"/>
              <a:gd name="connsiteY16812" fmla="*/ 1097446 h 2767298"/>
              <a:gd name="connsiteX16813" fmla="*/ 3521767 w 4752801"/>
              <a:gd name="connsiteY16813" fmla="*/ 1096232 h 2767298"/>
              <a:gd name="connsiteX16814" fmla="*/ 3527839 w 4752801"/>
              <a:gd name="connsiteY16814" fmla="*/ 1085707 h 2767298"/>
              <a:gd name="connsiteX16815" fmla="*/ 3529053 w 4752801"/>
              <a:gd name="connsiteY16815" fmla="*/ 1085302 h 2767298"/>
              <a:gd name="connsiteX16816" fmla="*/ 3448090 w 4752801"/>
              <a:gd name="connsiteY16816" fmla="*/ 1085302 h 2767298"/>
              <a:gd name="connsiteX16817" fmla="*/ 3460235 w 4752801"/>
              <a:gd name="connsiteY16817" fmla="*/ 1085302 h 2767298"/>
              <a:gd name="connsiteX16818" fmla="*/ 3461449 w 4752801"/>
              <a:gd name="connsiteY16818" fmla="*/ 1085707 h 2767298"/>
              <a:gd name="connsiteX16819" fmla="*/ 3467521 w 4752801"/>
              <a:gd name="connsiteY16819" fmla="*/ 1096232 h 2767298"/>
              <a:gd name="connsiteX16820" fmla="*/ 3467521 w 4752801"/>
              <a:gd name="connsiteY16820" fmla="*/ 1097446 h 2767298"/>
              <a:gd name="connsiteX16821" fmla="*/ 3461449 w 4752801"/>
              <a:gd name="connsiteY16821" fmla="*/ 1107972 h 2767298"/>
              <a:gd name="connsiteX16822" fmla="*/ 3460235 w 4752801"/>
              <a:gd name="connsiteY16822" fmla="*/ 1108376 h 2767298"/>
              <a:gd name="connsiteX16823" fmla="*/ 3448090 w 4752801"/>
              <a:gd name="connsiteY16823" fmla="*/ 1108376 h 2767298"/>
              <a:gd name="connsiteX16824" fmla="*/ 3446876 w 4752801"/>
              <a:gd name="connsiteY16824" fmla="*/ 1107972 h 2767298"/>
              <a:gd name="connsiteX16825" fmla="*/ 3440804 w 4752801"/>
              <a:gd name="connsiteY16825" fmla="*/ 1097446 h 2767298"/>
              <a:gd name="connsiteX16826" fmla="*/ 3440804 w 4752801"/>
              <a:gd name="connsiteY16826" fmla="*/ 1096232 h 2767298"/>
              <a:gd name="connsiteX16827" fmla="*/ 3446876 w 4752801"/>
              <a:gd name="connsiteY16827" fmla="*/ 1085707 h 2767298"/>
              <a:gd name="connsiteX16828" fmla="*/ 3448090 w 4752801"/>
              <a:gd name="connsiteY16828" fmla="*/ 1085302 h 2767298"/>
              <a:gd name="connsiteX16829" fmla="*/ 2355096 w 4752801"/>
              <a:gd name="connsiteY16829" fmla="*/ 1085302 h 2767298"/>
              <a:gd name="connsiteX16830" fmla="*/ 2366836 w 4752801"/>
              <a:gd name="connsiteY16830" fmla="*/ 1085302 h 2767298"/>
              <a:gd name="connsiteX16831" fmla="*/ 2368050 w 4752801"/>
              <a:gd name="connsiteY16831" fmla="*/ 1086112 h 2767298"/>
              <a:gd name="connsiteX16832" fmla="*/ 2374123 w 4752801"/>
              <a:gd name="connsiteY16832" fmla="*/ 1096232 h 2767298"/>
              <a:gd name="connsiteX16833" fmla="*/ 2374123 w 4752801"/>
              <a:gd name="connsiteY16833" fmla="*/ 1097446 h 2767298"/>
              <a:gd name="connsiteX16834" fmla="*/ 2368050 w 4752801"/>
              <a:gd name="connsiteY16834" fmla="*/ 1107567 h 2767298"/>
              <a:gd name="connsiteX16835" fmla="*/ 2366836 w 4752801"/>
              <a:gd name="connsiteY16835" fmla="*/ 1108376 h 2767298"/>
              <a:gd name="connsiteX16836" fmla="*/ 2355096 w 4752801"/>
              <a:gd name="connsiteY16836" fmla="*/ 1108376 h 2767298"/>
              <a:gd name="connsiteX16837" fmla="*/ 2353882 w 4752801"/>
              <a:gd name="connsiteY16837" fmla="*/ 1107567 h 2767298"/>
              <a:gd name="connsiteX16838" fmla="*/ 2347810 w 4752801"/>
              <a:gd name="connsiteY16838" fmla="*/ 1097446 h 2767298"/>
              <a:gd name="connsiteX16839" fmla="*/ 2347810 w 4752801"/>
              <a:gd name="connsiteY16839" fmla="*/ 1096232 h 2767298"/>
              <a:gd name="connsiteX16840" fmla="*/ 2353882 w 4752801"/>
              <a:gd name="connsiteY16840" fmla="*/ 1086112 h 2767298"/>
              <a:gd name="connsiteX16841" fmla="*/ 2355096 w 4752801"/>
              <a:gd name="connsiteY16841" fmla="*/ 1085302 h 2767298"/>
              <a:gd name="connsiteX16842" fmla="*/ 3730649 w 4752801"/>
              <a:gd name="connsiteY16842" fmla="*/ 1084898 h 2767298"/>
              <a:gd name="connsiteX16843" fmla="*/ 3743603 w 4752801"/>
              <a:gd name="connsiteY16843" fmla="*/ 1084898 h 2767298"/>
              <a:gd name="connsiteX16844" fmla="*/ 3744817 w 4752801"/>
              <a:gd name="connsiteY16844" fmla="*/ 1085303 h 2767298"/>
              <a:gd name="connsiteX16845" fmla="*/ 3751295 w 4752801"/>
              <a:gd name="connsiteY16845" fmla="*/ 1096233 h 2767298"/>
              <a:gd name="connsiteX16846" fmla="*/ 3751295 w 4752801"/>
              <a:gd name="connsiteY16846" fmla="*/ 1097447 h 2767298"/>
              <a:gd name="connsiteX16847" fmla="*/ 3744817 w 4752801"/>
              <a:gd name="connsiteY16847" fmla="*/ 1108377 h 2767298"/>
              <a:gd name="connsiteX16848" fmla="*/ 3743603 w 4752801"/>
              <a:gd name="connsiteY16848" fmla="*/ 1108782 h 2767298"/>
              <a:gd name="connsiteX16849" fmla="*/ 3730649 w 4752801"/>
              <a:gd name="connsiteY16849" fmla="*/ 1108782 h 2767298"/>
              <a:gd name="connsiteX16850" fmla="*/ 3729435 w 4752801"/>
              <a:gd name="connsiteY16850" fmla="*/ 1108377 h 2767298"/>
              <a:gd name="connsiteX16851" fmla="*/ 3722958 w 4752801"/>
              <a:gd name="connsiteY16851" fmla="*/ 1097447 h 2767298"/>
              <a:gd name="connsiteX16852" fmla="*/ 3722958 w 4752801"/>
              <a:gd name="connsiteY16852" fmla="*/ 1096233 h 2767298"/>
              <a:gd name="connsiteX16853" fmla="*/ 3729435 w 4752801"/>
              <a:gd name="connsiteY16853" fmla="*/ 1085303 h 2767298"/>
              <a:gd name="connsiteX16854" fmla="*/ 3730649 w 4752801"/>
              <a:gd name="connsiteY16854" fmla="*/ 1084898 h 2767298"/>
              <a:gd name="connsiteX16855" fmla="*/ 3650496 w 4752801"/>
              <a:gd name="connsiteY16855" fmla="*/ 1084898 h 2767298"/>
              <a:gd name="connsiteX16856" fmla="*/ 3662641 w 4752801"/>
              <a:gd name="connsiteY16856" fmla="*/ 1084898 h 2767298"/>
              <a:gd name="connsiteX16857" fmla="*/ 3663855 w 4752801"/>
              <a:gd name="connsiteY16857" fmla="*/ 1085708 h 2767298"/>
              <a:gd name="connsiteX16858" fmla="*/ 3669927 w 4752801"/>
              <a:gd name="connsiteY16858" fmla="*/ 1096233 h 2767298"/>
              <a:gd name="connsiteX16859" fmla="*/ 3669927 w 4752801"/>
              <a:gd name="connsiteY16859" fmla="*/ 1097447 h 2767298"/>
              <a:gd name="connsiteX16860" fmla="*/ 3663855 w 4752801"/>
              <a:gd name="connsiteY16860" fmla="*/ 1107972 h 2767298"/>
              <a:gd name="connsiteX16861" fmla="*/ 3662641 w 4752801"/>
              <a:gd name="connsiteY16861" fmla="*/ 1108782 h 2767298"/>
              <a:gd name="connsiteX16862" fmla="*/ 3650496 w 4752801"/>
              <a:gd name="connsiteY16862" fmla="*/ 1108782 h 2767298"/>
              <a:gd name="connsiteX16863" fmla="*/ 3649282 w 4752801"/>
              <a:gd name="connsiteY16863" fmla="*/ 1107972 h 2767298"/>
              <a:gd name="connsiteX16864" fmla="*/ 3643210 w 4752801"/>
              <a:gd name="connsiteY16864" fmla="*/ 1097447 h 2767298"/>
              <a:gd name="connsiteX16865" fmla="*/ 3643210 w 4752801"/>
              <a:gd name="connsiteY16865" fmla="*/ 1096233 h 2767298"/>
              <a:gd name="connsiteX16866" fmla="*/ 3649282 w 4752801"/>
              <a:gd name="connsiteY16866" fmla="*/ 1085708 h 2767298"/>
              <a:gd name="connsiteX16867" fmla="*/ 3650496 w 4752801"/>
              <a:gd name="connsiteY16867" fmla="*/ 1084898 h 2767298"/>
              <a:gd name="connsiteX16868" fmla="*/ 3569129 w 4752801"/>
              <a:gd name="connsiteY16868" fmla="*/ 1084088 h 2767298"/>
              <a:gd name="connsiteX16869" fmla="*/ 3582083 w 4752801"/>
              <a:gd name="connsiteY16869" fmla="*/ 1084088 h 2767298"/>
              <a:gd name="connsiteX16870" fmla="*/ 3583298 w 4752801"/>
              <a:gd name="connsiteY16870" fmla="*/ 1084493 h 2767298"/>
              <a:gd name="connsiteX16871" fmla="*/ 3589774 w 4752801"/>
              <a:gd name="connsiteY16871" fmla="*/ 1095828 h 2767298"/>
              <a:gd name="connsiteX16872" fmla="*/ 3589774 w 4752801"/>
              <a:gd name="connsiteY16872" fmla="*/ 1097042 h 2767298"/>
              <a:gd name="connsiteX16873" fmla="*/ 3583298 w 4752801"/>
              <a:gd name="connsiteY16873" fmla="*/ 1108377 h 2767298"/>
              <a:gd name="connsiteX16874" fmla="*/ 3582083 w 4752801"/>
              <a:gd name="connsiteY16874" fmla="*/ 1108782 h 2767298"/>
              <a:gd name="connsiteX16875" fmla="*/ 3569129 w 4752801"/>
              <a:gd name="connsiteY16875" fmla="*/ 1108782 h 2767298"/>
              <a:gd name="connsiteX16876" fmla="*/ 3567914 w 4752801"/>
              <a:gd name="connsiteY16876" fmla="*/ 1108377 h 2767298"/>
              <a:gd name="connsiteX16877" fmla="*/ 3561438 w 4752801"/>
              <a:gd name="connsiteY16877" fmla="*/ 1097042 h 2767298"/>
              <a:gd name="connsiteX16878" fmla="*/ 3561438 w 4752801"/>
              <a:gd name="connsiteY16878" fmla="*/ 1095828 h 2767298"/>
              <a:gd name="connsiteX16879" fmla="*/ 3567914 w 4752801"/>
              <a:gd name="connsiteY16879" fmla="*/ 1084493 h 2767298"/>
              <a:gd name="connsiteX16880" fmla="*/ 3569129 w 4752801"/>
              <a:gd name="connsiteY16880" fmla="*/ 1084088 h 2767298"/>
              <a:gd name="connsiteX16881" fmla="*/ 2394768 w 4752801"/>
              <a:gd name="connsiteY16881" fmla="*/ 1083278 h 2767298"/>
              <a:gd name="connsiteX16882" fmla="*/ 2408127 w 4752801"/>
              <a:gd name="connsiteY16882" fmla="*/ 1083278 h 2767298"/>
              <a:gd name="connsiteX16883" fmla="*/ 2409341 w 4752801"/>
              <a:gd name="connsiteY16883" fmla="*/ 1084088 h 2767298"/>
              <a:gd name="connsiteX16884" fmla="*/ 2416223 w 4752801"/>
              <a:gd name="connsiteY16884" fmla="*/ 1095827 h 2767298"/>
              <a:gd name="connsiteX16885" fmla="*/ 2416223 w 4752801"/>
              <a:gd name="connsiteY16885" fmla="*/ 1097042 h 2767298"/>
              <a:gd name="connsiteX16886" fmla="*/ 2409341 w 4752801"/>
              <a:gd name="connsiteY16886" fmla="*/ 1108781 h 2767298"/>
              <a:gd name="connsiteX16887" fmla="*/ 2408127 w 4752801"/>
              <a:gd name="connsiteY16887" fmla="*/ 1109591 h 2767298"/>
              <a:gd name="connsiteX16888" fmla="*/ 2394768 w 4752801"/>
              <a:gd name="connsiteY16888" fmla="*/ 1109591 h 2767298"/>
              <a:gd name="connsiteX16889" fmla="*/ 2393553 w 4752801"/>
              <a:gd name="connsiteY16889" fmla="*/ 1108781 h 2767298"/>
              <a:gd name="connsiteX16890" fmla="*/ 2386672 w 4752801"/>
              <a:gd name="connsiteY16890" fmla="*/ 1097042 h 2767298"/>
              <a:gd name="connsiteX16891" fmla="*/ 2386672 w 4752801"/>
              <a:gd name="connsiteY16891" fmla="*/ 1095827 h 2767298"/>
              <a:gd name="connsiteX16892" fmla="*/ 2393553 w 4752801"/>
              <a:gd name="connsiteY16892" fmla="*/ 1084088 h 2767298"/>
              <a:gd name="connsiteX16893" fmla="*/ 2394768 w 4752801"/>
              <a:gd name="connsiteY16893" fmla="*/ 1083278 h 2767298"/>
              <a:gd name="connsiteX16894" fmla="*/ 3365509 w 4752801"/>
              <a:gd name="connsiteY16894" fmla="*/ 1082469 h 2767298"/>
              <a:gd name="connsiteX16895" fmla="*/ 3380486 w 4752801"/>
              <a:gd name="connsiteY16895" fmla="*/ 1082469 h 2767298"/>
              <a:gd name="connsiteX16896" fmla="*/ 3381701 w 4752801"/>
              <a:gd name="connsiteY16896" fmla="*/ 1083279 h 2767298"/>
              <a:gd name="connsiteX16897" fmla="*/ 3389393 w 4752801"/>
              <a:gd name="connsiteY16897" fmla="*/ 1096233 h 2767298"/>
              <a:gd name="connsiteX16898" fmla="*/ 3389393 w 4752801"/>
              <a:gd name="connsiteY16898" fmla="*/ 1097447 h 2767298"/>
              <a:gd name="connsiteX16899" fmla="*/ 3381701 w 4752801"/>
              <a:gd name="connsiteY16899" fmla="*/ 1110401 h 2767298"/>
              <a:gd name="connsiteX16900" fmla="*/ 3380486 w 4752801"/>
              <a:gd name="connsiteY16900" fmla="*/ 1111211 h 2767298"/>
              <a:gd name="connsiteX16901" fmla="*/ 3365509 w 4752801"/>
              <a:gd name="connsiteY16901" fmla="*/ 1111211 h 2767298"/>
              <a:gd name="connsiteX16902" fmla="*/ 3364294 w 4752801"/>
              <a:gd name="connsiteY16902" fmla="*/ 1110401 h 2767298"/>
              <a:gd name="connsiteX16903" fmla="*/ 3356603 w 4752801"/>
              <a:gd name="connsiteY16903" fmla="*/ 1097447 h 2767298"/>
              <a:gd name="connsiteX16904" fmla="*/ 3356603 w 4752801"/>
              <a:gd name="connsiteY16904" fmla="*/ 1096233 h 2767298"/>
              <a:gd name="connsiteX16905" fmla="*/ 3364294 w 4752801"/>
              <a:gd name="connsiteY16905" fmla="*/ 1083279 h 2767298"/>
              <a:gd name="connsiteX16906" fmla="*/ 3365509 w 4752801"/>
              <a:gd name="connsiteY16906" fmla="*/ 1082469 h 2767298"/>
              <a:gd name="connsiteX16907" fmla="*/ 2474921 w 4752801"/>
              <a:gd name="connsiteY16907" fmla="*/ 1082469 h 2767298"/>
              <a:gd name="connsiteX16908" fmla="*/ 2489900 w 4752801"/>
              <a:gd name="connsiteY16908" fmla="*/ 1082469 h 2767298"/>
              <a:gd name="connsiteX16909" fmla="*/ 2491114 w 4752801"/>
              <a:gd name="connsiteY16909" fmla="*/ 1083279 h 2767298"/>
              <a:gd name="connsiteX16910" fmla="*/ 2498805 w 4752801"/>
              <a:gd name="connsiteY16910" fmla="*/ 1096233 h 2767298"/>
              <a:gd name="connsiteX16911" fmla="*/ 2498805 w 4752801"/>
              <a:gd name="connsiteY16911" fmla="*/ 1097447 h 2767298"/>
              <a:gd name="connsiteX16912" fmla="*/ 2491114 w 4752801"/>
              <a:gd name="connsiteY16912" fmla="*/ 1110401 h 2767298"/>
              <a:gd name="connsiteX16913" fmla="*/ 2489900 w 4752801"/>
              <a:gd name="connsiteY16913" fmla="*/ 1111211 h 2767298"/>
              <a:gd name="connsiteX16914" fmla="*/ 2474921 w 4752801"/>
              <a:gd name="connsiteY16914" fmla="*/ 1111211 h 2767298"/>
              <a:gd name="connsiteX16915" fmla="*/ 2473707 w 4752801"/>
              <a:gd name="connsiteY16915" fmla="*/ 1110401 h 2767298"/>
              <a:gd name="connsiteX16916" fmla="*/ 2466016 w 4752801"/>
              <a:gd name="connsiteY16916" fmla="*/ 1097447 h 2767298"/>
              <a:gd name="connsiteX16917" fmla="*/ 2466016 w 4752801"/>
              <a:gd name="connsiteY16917" fmla="*/ 1096233 h 2767298"/>
              <a:gd name="connsiteX16918" fmla="*/ 2473707 w 4752801"/>
              <a:gd name="connsiteY16918" fmla="*/ 1083279 h 2767298"/>
              <a:gd name="connsiteX16919" fmla="*/ 2474921 w 4752801"/>
              <a:gd name="connsiteY16919" fmla="*/ 1082469 h 2767298"/>
              <a:gd name="connsiteX16920" fmla="*/ 2434439 w 4752801"/>
              <a:gd name="connsiteY16920" fmla="*/ 1082469 h 2767298"/>
              <a:gd name="connsiteX16921" fmla="*/ 2449418 w 4752801"/>
              <a:gd name="connsiteY16921" fmla="*/ 1082469 h 2767298"/>
              <a:gd name="connsiteX16922" fmla="*/ 2450632 w 4752801"/>
              <a:gd name="connsiteY16922" fmla="*/ 1083279 h 2767298"/>
              <a:gd name="connsiteX16923" fmla="*/ 2458323 w 4752801"/>
              <a:gd name="connsiteY16923" fmla="*/ 1096233 h 2767298"/>
              <a:gd name="connsiteX16924" fmla="*/ 2458323 w 4752801"/>
              <a:gd name="connsiteY16924" fmla="*/ 1097447 h 2767298"/>
              <a:gd name="connsiteX16925" fmla="*/ 2450632 w 4752801"/>
              <a:gd name="connsiteY16925" fmla="*/ 1110401 h 2767298"/>
              <a:gd name="connsiteX16926" fmla="*/ 2449418 w 4752801"/>
              <a:gd name="connsiteY16926" fmla="*/ 1111211 h 2767298"/>
              <a:gd name="connsiteX16927" fmla="*/ 2434439 w 4752801"/>
              <a:gd name="connsiteY16927" fmla="*/ 1111211 h 2767298"/>
              <a:gd name="connsiteX16928" fmla="*/ 2433225 w 4752801"/>
              <a:gd name="connsiteY16928" fmla="*/ 1110401 h 2767298"/>
              <a:gd name="connsiteX16929" fmla="*/ 2425534 w 4752801"/>
              <a:gd name="connsiteY16929" fmla="*/ 1097447 h 2767298"/>
              <a:gd name="connsiteX16930" fmla="*/ 2425534 w 4752801"/>
              <a:gd name="connsiteY16930" fmla="*/ 1096233 h 2767298"/>
              <a:gd name="connsiteX16931" fmla="*/ 2433225 w 4752801"/>
              <a:gd name="connsiteY16931" fmla="*/ 1083279 h 2767298"/>
              <a:gd name="connsiteX16932" fmla="*/ 2434439 w 4752801"/>
              <a:gd name="connsiteY16932" fmla="*/ 1082469 h 2767298"/>
              <a:gd name="connsiteX16933" fmla="*/ 3608396 w 4752801"/>
              <a:gd name="connsiteY16933" fmla="*/ 1082064 h 2767298"/>
              <a:gd name="connsiteX16934" fmla="*/ 3623779 w 4752801"/>
              <a:gd name="connsiteY16934" fmla="*/ 1082064 h 2767298"/>
              <a:gd name="connsiteX16935" fmla="*/ 3624993 w 4752801"/>
              <a:gd name="connsiteY16935" fmla="*/ 1082469 h 2767298"/>
              <a:gd name="connsiteX16936" fmla="*/ 3632684 w 4752801"/>
              <a:gd name="connsiteY16936" fmla="*/ 1095828 h 2767298"/>
              <a:gd name="connsiteX16937" fmla="*/ 3632684 w 4752801"/>
              <a:gd name="connsiteY16937" fmla="*/ 1097042 h 2767298"/>
              <a:gd name="connsiteX16938" fmla="*/ 3624993 w 4752801"/>
              <a:gd name="connsiteY16938" fmla="*/ 1110401 h 2767298"/>
              <a:gd name="connsiteX16939" fmla="*/ 3623779 w 4752801"/>
              <a:gd name="connsiteY16939" fmla="*/ 1110806 h 2767298"/>
              <a:gd name="connsiteX16940" fmla="*/ 3608396 w 4752801"/>
              <a:gd name="connsiteY16940" fmla="*/ 1110806 h 2767298"/>
              <a:gd name="connsiteX16941" fmla="*/ 3607181 w 4752801"/>
              <a:gd name="connsiteY16941" fmla="*/ 1110401 h 2767298"/>
              <a:gd name="connsiteX16942" fmla="*/ 3599490 w 4752801"/>
              <a:gd name="connsiteY16942" fmla="*/ 1097042 h 2767298"/>
              <a:gd name="connsiteX16943" fmla="*/ 3599490 w 4752801"/>
              <a:gd name="connsiteY16943" fmla="*/ 1095828 h 2767298"/>
              <a:gd name="connsiteX16944" fmla="*/ 3607181 w 4752801"/>
              <a:gd name="connsiteY16944" fmla="*/ 1082469 h 2767298"/>
              <a:gd name="connsiteX16945" fmla="*/ 3608396 w 4752801"/>
              <a:gd name="connsiteY16945" fmla="*/ 1082064 h 2767298"/>
              <a:gd name="connsiteX16946" fmla="*/ 3405180 w 4752801"/>
              <a:gd name="connsiteY16946" fmla="*/ 1082064 h 2767298"/>
              <a:gd name="connsiteX16947" fmla="*/ 3421373 w 4752801"/>
              <a:gd name="connsiteY16947" fmla="*/ 1082064 h 2767298"/>
              <a:gd name="connsiteX16948" fmla="*/ 3422587 w 4752801"/>
              <a:gd name="connsiteY16948" fmla="*/ 1082469 h 2767298"/>
              <a:gd name="connsiteX16949" fmla="*/ 3430683 w 4752801"/>
              <a:gd name="connsiteY16949" fmla="*/ 1096232 h 2767298"/>
              <a:gd name="connsiteX16950" fmla="*/ 3430683 w 4752801"/>
              <a:gd name="connsiteY16950" fmla="*/ 1097447 h 2767298"/>
              <a:gd name="connsiteX16951" fmla="*/ 3422587 w 4752801"/>
              <a:gd name="connsiteY16951" fmla="*/ 1111211 h 2767298"/>
              <a:gd name="connsiteX16952" fmla="*/ 3421373 w 4752801"/>
              <a:gd name="connsiteY16952" fmla="*/ 1112020 h 2767298"/>
              <a:gd name="connsiteX16953" fmla="*/ 3405180 w 4752801"/>
              <a:gd name="connsiteY16953" fmla="*/ 1112020 h 2767298"/>
              <a:gd name="connsiteX16954" fmla="*/ 3403966 w 4752801"/>
              <a:gd name="connsiteY16954" fmla="*/ 1111211 h 2767298"/>
              <a:gd name="connsiteX16955" fmla="*/ 3395870 w 4752801"/>
              <a:gd name="connsiteY16955" fmla="*/ 1097447 h 2767298"/>
              <a:gd name="connsiteX16956" fmla="*/ 3395870 w 4752801"/>
              <a:gd name="connsiteY16956" fmla="*/ 1096232 h 2767298"/>
              <a:gd name="connsiteX16957" fmla="*/ 3403966 w 4752801"/>
              <a:gd name="connsiteY16957" fmla="*/ 1082469 h 2767298"/>
              <a:gd name="connsiteX16958" fmla="*/ 3405180 w 4752801"/>
              <a:gd name="connsiteY16958" fmla="*/ 1082064 h 2767298"/>
              <a:gd name="connsiteX16959" fmla="*/ 2515808 w 4752801"/>
              <a:gd name="connsiteY16959" fmla="*/ 1082064 h 2767298"/>
              <a:gd name="connsiteX16960" fmla="*/ 2530381 w 4752801"/>
              <a:gd name="connsiteY16960" fmla="*/ 1082064 h 2767298"/>
              <a:gd name="connsiteX16961" fmla="*/ 2531595 w 4752801"/>
              <a:gd name="connsiteY16961" fmla="*/ 1082874 h 2767298"/>
              <a:gd name="connsiteX16962" fmla="*/ 2538882 w 4752801"/>
              <a:gd name="connsiteY16962" fmla="*/ 1095828 h 2767298"/>
              <a:gd name="connsiteX16963" fmla="*/ 2538882 w 4752801"/>
              <a:gd name="connsiteY16963" fmla="*/ 1097042 h 2767298"/>
              <a:gd name="connsiteX16964" fmla="*/ 2531595 w 4752801"/>
              <a:gd name="connsiteY16964" fmla="*/ 1109996 h 2767298"/>
              <a:gd name="connsiteX16965" fmla="*/ 2530381 w 4752801"/>
              <a:gd name="connsiteY16965" fmla="*/ 1110806 h 2767298"/>
              <a:gd name="connsiteX16966" fmla="*/ 2515808 w 4752801"/>
              <a:gd name="connsiteY16966" fmla="*/ 1110806 h 2767298"/>
              <a:gd name="connsiteX16967" fmla="*/ 2514593 w 4752801"/>
              <a:gd name="connsiteY16967" fmla="*/ 1109996 h 2767298"/>
              <a:gd name="connsiteX16968" fmla="*/ 2507307 w 4752801"/>
              <a:gd name="connsiteY16968" fmla="*/ 1097042 h 2767298"/>
              <a:gd name="connsiteX16969" fmla="*/ 2507307 w 4752801"/>
              <a:gd name="connsiteY16969" fmla="*/ 1095828 h 2767298"/>
              <a:gd name="connsiteX16970" fmla="*/ 2514593 w 4752801"/>
              <a:gd name="connsiteY16970" fmla="*/ 1082874 h 2767298"/>
              <a:gd name="connsiteX16971" fmla="*/ 2515808 w 4752801"/>
              <a:gd name="connsiteY16971" fmla="*/ 1082064 h 2767298"/>
              <a:gd name="connsiteX16972" fmla="*/ 3088616 w 4752801"/>
              <a:gd name="connsiteY16972" fmla="*/ 1053727 h 2767298"/>
              <a:gd name="connsiteX16973" fmla="*/ 3091450 w 4752801"/>
              <a:gd name="connsiteY16973" fmla="*/ 1053727 h 2767298"/>
              <a:gd name="connsiteX16974" fmla="*/ 3093069 w 4752801"/>
              <a:gd name="connsiteY16974" fmla="*/ 1056156 h 2767298"/>
              <a:gd name="connsiteX16975" fmla="*/ 3091450 w 4752801"/>
              <a:gd name="connsiteY16975" fmla="*/ 1058585 h 2767298"/>
              <a:gd name="connsiteX16976" fmla="*/ 3088616 w 4752801"/>
              <a:gd name="connsiteY16976" fmla="*/ 1058585 h 2767298"/>
              <a:gd name="connsiteX16977" fmla="*/ 3086997 w 4752801"/>
              <a:gd name="connsiteY16977" fmla="*/ 1056156 h 2767298"/>
              <a:gd name="connsiteX16978" fmla="*/ 3048135 w 4752801"/>
              <a:gd name="connsiteY16978" fmla="*/ 1053727 h 2767298"/>
              <a:gd name="connsiteX16979" fmla="*/ 3050969 w 4752801"/>
              <a:gd name="connsiteY16979" fmla="*/ 1053727 h 2767298"/>
              <a:gd name="connsiteX16980" fmla="*/ 3052588 w 4752801"/>
              <a:gd name="connsiteY16980" fmla="*/ 1056156 h 2767298"/>
              <a:gd name="connsiteX16981" fmla="*/ 3050969 w 4752801"/>
              <a:gd name="connsiteY16981" fmla="*/ 1058585 h 2767298"/>
              <a:gd name="connsiteX16982" fmla="*/ 3048135 w 4752801"/>
              <a:gd name="connsiteY16982" fmla="*/ 1058585 h 2767298"/>
              <a:gd name="connsiteX16983" fmla="*/ 3046516 w 4752801"/>
              <a:gd name="connsiteY16983" fmla="*/ 1056156 h 2767298"/>
              <a:gd name="connsiteX16984" fmla="*/ 3007654 w 4752801"/>
              <a:gd name="connsiteY16984" fmla="*/ 1053727 h 2767298"/>
              <a:gd name="connsiteX16985" fmla="*/ 3010488 w 4752801"/>
              <a:gd name="connsiteY16985" fmla="*/ 1053727 h 2767298"/>
              <a:gd name="connsiteX16986" fmla="*/ 3012107 w 4752801"/>
              <a:gd name="connsiteY16986" fmla="*/ 1056156 h 2767298"/>
              <a:gd name="connsiteX16987" fmla="*/ 3010488 w 4752801"/>
              <a:gd name="connsiteY16987" fmla="*/ 1058585 h 2767298"/>
              <a:gd name="connsiteX16988" fmla="*/ 3007654 w 4752801"/>
              <a:gd name="connsiteY16988" fmla="*/ 1058585 h 2767298"/>
              <a:gd name="connsiteX16989" fmla="*/ 3006035 w 4752801"/>
              <a:gd name="connsiteY16989" fmla="*/ 1056156 h 2767298"/>
              <a:gd name="connsiteX16990" fmla="*/ 2926287 w 4752801"/>
              <a:gd name="connsiteY16990" fmla="*/ 1053727 h 2767298"/>
              <a:gd name="connsiteX16991" fmla="*/ 2929120 w 4752801"/>
              <a:gd name="connsiteY16991" fmla="*/ 1053727 h 2767298"/>
              <a:gd name="connsiteX16992" fmla="*/ 2930335 w 4752801"/>
              <a:gd name="connsiteY16992" fmla="*/ 1056156 h 2767298"/>
              <a:gd name="connsiteX16993" fmla="*/ 2929120 w 4752801"/>
              <a:gd name="connsiteY16993" fmla="*/ 1058585 h 2767298"/>
              <a:gd name="connsiteX16994" fmla="*/ 2926287 w 4752801"/>
              <a:gd name="connsiteY16994" fmla="*/ 1058585 h 2767298"/>
              <a:gd name="connsiteX16995" fmla="*/ 2925072 w 4752801"/>
              <a:gd name="connsiteY16995" fmla="*/ 1056156 h 2767298"/>
              <a:gd name="connsiteX16996" fmla="*/ 2885806 w 4752801"/>
              <a:gd name="connsiteY16996" fmla="*/ 1053727 h 2767298"/>
              <a:gd name="connsiteX16997" fmla="*/ 2888639 w 4752801"/>
              <a:gd name="connsiteY16997" fmla="*/ 1053727 h 2767298"/>
              <a:gd name="connsiteX16998" fmla="*/ 2889854 w 4752801"/>
              <a:gd name="connsiteY16998" fmla="*/ 1056156 h 2767298"/>
              <a:gd name="connsiteX16999" fmla="*/ 2888639 w 4752801"/>
              <a:gd name="connsiteY16999" fmla="*/ 1058585 h 2767298"/>
              <a:gd name="connsiteX17000" fmla="*/ 2885806 w 4752801"/>
              <a:gd name="connsiteY17000" fmla="*/ 1058585 h 2767298"/>
              <a:gd name="connsiteX17001" fmla="*/ 2884591 w 4752801"/>
              <a:gd name="connsiteY17001" fmla="*/ 1056156 h 2767298"/>
              <a:gd name="connsiteX17002" fmla="*/ 4585613 w 4752801"/>
              <a:gd name="connsiteY17002" fmla="*/ 1052917 h 2767298"/>
              <a:gd name="connsiteX17003" fmla="*/ 4589661 w 4752801"/>
              <a:gd name="connsiteY17003" fmla="*/ 1052917 h 2767298"/>
              <a:gd name="connsiteX17004" fmla="*/ 4591685 w 4752801"/>
              <a:gd name="connsiteY17004" fmla="*/ 1056156 h 2767298"/>
              <a:gd name="connsiteX17005" fmla="*/ 4589661 w 4752801"/>
              <a:gd name="connsiteY17005" fmla="*/ 1059394 h 2767298"/>
              <a:gd name="connsiteX17006" fmla="*/ 4585613 w 4752801"/>
              <a:gd name="connsiteY17006" fmla="*/ 1059394 h 2767298"/>
              <a:gd name="connsiteX17007" fmla="*/ 4583589 w 4752801"/>
              <a:gd name="connsiteY17007" fmla="*/ 1056156 h 2767298"/>
              <a:gd name="connsiteX17008" fmla="*/ 4342726 w 4752801"/>
              <a:gd name="connsiteY17008" fmla="*/ 1052917 h 2767298"/>
              <a:gd name="connsiteX17009" fmla="*/ 4346774 w 4752801"/>
              <a:gd name="connsiteY17009" fmla="*/ 1052917 h 2767298"/>
              <a:gd name="connsiteX17010" fmla="*/ 4348798 w 4752801"/>
              <a:gd name="connsiteY17010" fmla="*/ 1056156 h 2767298"/>
              <a:gd name="connsiteX17011" fmla="*/ 4346774 w 4752801"/>
              <a:gd name="connsiteY17011" fmla="*/ 1059394 h 2767298"/>
              <a:gd name="connsiteX17012" fmla="*/ 4342726 w 4752801"/>
              <a:gd name="connsiteY17012" fmla="*/ 1059394 h 2767298"/>
              <a:gd name="connsiteX17013" fmla="*/ 4340702 w 4752801"/>
              <a:gd name="connsiteY17013" fmla="*/ 1056156 h 2767298"/>
              <a:gd name="connsiteX17014" fmla="*/ 2966768 w 4752801"/>
              <a:gd name="connsiteY17014" fmla="*/ 1052917 h 2767298"/>
              <a:gd name="connsiteX17015" fmla="*/ 2970411 w 4752801"/>
              <a:gd name="connsiteY17015" fmla="*/ 1052917 h 2767298"/>
              <a:gd name="connsiteX17016" fmla="*/ 2972436 w 4752801"/>
              <a:gd name="connsiteY17016" fmla="*/ 1056156 h 2767298"/>
              <a:gd name="connsiteX17017" fmla="*/ 2970411 w 4752801"/>
              <a:gd name="connsiteY17017" fmla="*/ 1059394 h 2767298"/>
              <a:gd name="connsiteX17018" fmla="*/ 2966768 w 4752801"/>
              <a:gd name="connsiteY17018" fmla="*/ 1059394 h 2767298"/>
              <a:gd name="connsiteX17019" fmla="*/ 2964744 w 4752801"/>
              <a:gd name="connsiteY17019" fmla="*/ 1056156 h 2767298"/>
              <a:gd name="connsiteX17020" fmla="*/ 4544728 w 4752801"/>
              <a:gd name="connsiteY17020" fmla="*/ 1052513 h 2767298"/>
              <a:gd name="connsiteX17021" fmla="*/ 4549181 w 4752801"/>
              <a:gd name="connsiteY17021" fmla="*/ 1052513 h 2767298"/>
              <a:gd name="connsiteX17022" fmla="*/ 4551205 w 4752801"/>
              <a:gd name="connsiteY17022" fmla="*/ 1056156 h 2767298"/>
              <a:gd name="connsiteX17023" fmla="*/ 4549181 w 4752801"/>
              <a:gd name="connsiteY17023" fmla="*/ 1059800 h 2767298"/>
              <a:gd name="connsiteX17024" fmla="*/ 4544728 w 4752801"/>
              <a:gd name="connsiteY17024" fmla="*/ 1059800 h 2767298"/>
              <a:gd name="connsiteX17025" fmla="*/ 4542704 w 4752801"/>
              <a:gd name="connsiteY17025" fmla="*/ 1056156 h 2767298"/>
              <a:gd name="connsiteX17026" fmla="*/ 4504246 w 4752801"/>
              <a:gd name="connsiteY17026" fmla="*/ 1052513 h 2767298"/>
              <a:gd name="connsiteX17027" fmla="*/ 4508699 w 4752801"/>
              <a:gd name="connsiteY17027" fmla="*/ 1052513 h 2767298"/>
              <a:gd name="connsiteX17028" fmla="*/ 4510723 w 4752801"/>
              <a:gd name="connsiteY17028" fmla="*/ 1056156 h 2767298"/>
              <a:gd name="connsiteX17029" fmla="*/ 4508699 w 4752801"/>
              <a:gd name="connsiteY17029" fmla="*/ 1059800 h 2767298"/>
              <a:gd name="connsiteX17030" fmla="*/ 4504246 w 4752801"/>
              <a:gd name="connsiteY17030" fmla="*/ 1059800 h 2767298"/>
              <a:gd name="connsiteX17031" fmla="*/ 4502222 w 4752801"/>
              <a:gd name="connsiteY17031" fmla="*/ 1056156 h 2767298"/>
              <a:gd name="connsiteX17032" fmla="*/ 4464170 w 4752801"/>
              <a:gd name="connsiteY17032" fmla="*/ 1052513 h 2767298"/>
              <a:gd name="connsiteX17033" fmla="*/ 4468218 w 4752801"/>
              <a:gd name="connsiteY17033" fmla="*/ 1052513 h 2767298"/>
              <a:gd name="connsiteX17034" fmla="*/ 4470242 w 4752801"/>
              <a:gd name="connsiteY17034" fmla="*/ 1056156 h 2767298"/>
              <a:gd name="connsiteX17035" fmla="*/ 4468218 w 4752801"/>
              <a:gd name="connsiteY17035" fmla="*/ 1059800 h 2767298"/>
              <a:gd name="connsiteX17036" fmla="*/ 4464170 w 4752801"/>
              <a:gd name="connsiteY17036" fmla="*/ 1059800 h 2767298"/>
              <a:gd name="connsiteX17037" fmla="*/ 4462146 w 4752801"/>
              <a:gd name="connsiteY17037" fmla="*/ 1056156 h 2767298"/>
              <a:gd name="connsiteX17038" fmla="*/ 4423284 w 4752801"/>
              <a:gd name="connsiteY17038" fmla="*/ 1052513 h 2767298"/>
              <a:gd name="connsiteX17039" fmla="*/ 4427737 w 4752801"/>
              <a:gd name="connsiteY17039" fmla="*/ 1052513 h 2767298"/>
              <a:gd name="connsiteX17040" fmla="*/ 4429761 w 4752801"/>
              <a:gd name="connsiteY17040" fmla="*/ 1056156 h 2767298"/>
              <a:gd name="connsiteX17041" fmla="*/ 4427737 w 4752801"/>
              <a:gd name="connsiteY17041" fmla="*/ 1059800 h 2767298"/>
              <a:gd name="connsiteX17042" fmla="*/ 4423284 w 4752801"/>
              <a:gd name="connsiteY17042" fmla="*/ 1059800 h 2767298"/>
              <a:gd name="connsiteX17043" fmla="*/ 4421260 w 4752801"/>
              <a:gd name="connsiteY17043" fmla="*/ 1056156 h 2767298"/>
              <a:gd name="connsiteX17044" fmla="*/ 4383207 w 4752801"/>
              <a:gd name="connsiteY17044" fmla="*/ 1052513 h 2767298"/>
              <a:gd name="connsiteX17045" fmla="*/ 4387255 w 4752801"/>
              <a:gd name="connsiteY17045" fmla="*/ 1052513 h 2767298"/>
              <a:gd name="connsiteX17046" fmla="*/ 4389279 w 4752801"/>
              <a:gd name="connsiteY17046" fmla="*/ 1056156 h 2767298"/>
              <a:gd name="connsiteX17047" fmla="*/ 4387255 w 4752801"/>
              <a:gd name="connsiteY17047" fmla="*/ 1059800 h 2767298"/>
              <a:gd name="connsiteX17048" fmla="*/ 4383207 w 4752801"/>
              <a:gd name="connsiteY17048" fmla="*/ 1059800 h 2767298"/>
              <a:gd name="connsiteX17049" fmla="*/ 4381183 w 4752801"/>
              <a:gd name="connsiteY17049" fmla="*/ 1056156 h 2767298"/>
              <a:gd name="connsiteX17050" fmla="*/ 4302245 w 4752801"/>
              <a:gd name="connsiteY17050" fmla="*/ 1052513 h 2767298"/>
              <a:gd name="connsiteX17051" fmla="*/ 4306293 w 4752801"/>
              <a:gd name="connsiteY17051" fmla="*/ 1052513 h 2767298"/>
              <a:gd name="connsiteX17052" fmla="*/ 4308317 w 4752801"/>
              <a:gd name="connsiteY17052" fmla="*/ 1056156 h 2767298"/>
              <a:gd name="connsiteX17053" fmla="*/ 4306293 w 4752801"/>
              <a:gd name="connsiteY17053" fmla="*/ 1059800 h 2767298"/>
              <a:gd name="connsiteX17054" fmla="*/ 4302245 w 4752801"/>
              <a:gd name="connsiteY17054" fmla="*/ 1059800 h 2767298"/>
              <a:gd name="connsiteX17055" fmla="*/ 4300221 w 4752801"/>
              <a:gd name="connsiteY17055" fmla="*/ 1056156 h 2767298"/>
              <a:gd name="connsiteX17056" fmla="*/ 4261359 w 4752801"/>
              <a:gd name="connsiteY17056" fmla="*/ 1052513 h 2767298"/>
              <a:gd name="connsiteX17057" fmla="*/ 4265812 w 4752801"/>
              <a:gd name="connsiteY17057" fmla="*/ 1052513 h 2767298"/>
              <a:gd name="connsiteX17058" fmla="*/ 4267836 w 4752801"/>
              <a:gd name="connsiteY17058" fmla="*/ 1056156 h 2767298"/>
              <a:gd name="connsiteX17059" fmla="*/ 4265812 w 4752801"/>
              <a:gd name="connsiteY17059" fmla="*/ 1059800 h 2767298"/>
              <a:gd name="connsiteX17060" fmla="*/ 4261359 w 4752801"/>
              <a:gd name="connsiteY17060" fmla="*/ 1059800 h 2767298"/>
              <a:gd name="connsiteX17061" fmla="*/ 4259335 w 4752801"/>
              <a:gd name="connsiteY17061" fmla="*/ 1056156 h 2767298"/>
              <a:gd name="connsiteX17062" fmla="*/ 3128288 w 4752801"/>
              <a:gd name="connsiteY17062" fmla="*/ 1052513 h 2767298"/>
              <a:gd name="connsiteX17063" fmla="*/ 3132336 w 4752801"/>
              <a:gd name="connsiteY17063" fmla="*/ 1052513 h 2767298"/>
              <a:gd name="connsiteX17064" fmla="*/ 3134360 w 4752801"/>
              <a:gd name="connsiteY17064" fmla="*/ 1056156 h 2767298"/>
              <a:gd name="connsiteX17065" fmla="*/ 3132336 w 4752801"/>
              <a:gd name="connsiteY17065" fmla="*/ 1059800 h 2767298"/>
              <a:gd name="connsiteX17066" fmla="*/ 3128288 w 4752801"/>
              <a:gd name="connsiteY17066" fmla="*/ 1059800 h 2767298"/>
              <a:gd name="connsiteX17067" fmla="*/ 3126264 w 4752801"/>
              <a:gd name="connsiteY17067" fmla="*/ 1056156 h 2767298"/>
              <a:gd name="connsiteX17068" fmla="*/ 4220877 w 4752801"/>
              <a:gd name="connsiteY17068" fmla="*/ 1052108 h 2767298"/>
              <a:gd name="connsiteX17069" fmla="*/ 4225735 w 4752801"/>
              <a:gd name="connsiteY17069" fmla="*/ 1052108 h 2767298"/>
              <a:gd name="connsiteX17070" fmla="*/ 4228164 w 4752801"/>
              <a:gd name="connsiteY17070" fmla="*/ 1056156 h 2767298"/>
              <a:gd name="connsiteX17071" fmla="*/ 4225735 w 4752801"/>
              <a:gd name="connsiteY17071" fmla="*/ 1060204 h 2767298"/>
              <a:gd name="connsiteX17072" fmla="*/ 4220877 w 4752801"/>
              <a:gd name="connsiteY17072" fmla="*/ 1060204 h 2767298"/>
              <a:gd name="connsiteX17073" fmla="*/ 4218448 w 4752801"/>
              <a:gd name="connsiteY17073" fmla="*/ 1056156 h 2767298"/>
              <a:gd name="connsiteX17074" fmla="*/ 4180396 w 4752801"/>
              <a:gd name="connsiteY17074" fmla="*/ 1052108 h 2767298"/>
              <a:gd name="connsiteX17075" fmla="*/ 4185254 w 4752801"/>
              <a:gd name="connsiteY17075" fmla="*/ 1052108 h 2767298"/>
              <a:gd name="connsiteX17076" fmla="*/ 4187683 w 4752801"/>
              <a:gd name="connsiteY17076" fmla="*/ 1056156 h 2767298"/>
              <a:gd name="connsiteX17077" fmla="*/ 4185254 w 4752801"/>
              <a:gd name="connsiteY17077" fmla="*/ 1060204 h 2767298"/>
              <a:gd name="connsiteX17078" fmla="*/ 4180396 w 4752801"/>
              <a:gd name="connsiteY17078" fmla="*/ 1060204 h 2767298"/>
              <a:gd name="connsiteX17079" fmla="*/ 4177967 w 4752801"/>
              <a:gd name="connsiteY17079" fmla="*/ 1056156 h 2767298"/>
              <a:gd name="connsiteX17080" fmla="*/ 2804438 w 4752801"/>
              <a:gd name="connsiteY17080" fmla="*/ 1052108 h 2767298"/>
              <a:gd name="connsiteX17081" fmla="*/ 2808082 w 4752801"/>
              <a:gd name="connsiteY17081" fmla="*/ 1052108 h 2767298"/>
              <a:gd name="connsiteX17082" fmla="*/ 2809296 w 4752801"/>
              <a:gd name="connsiteY17082" fmla="*/ 1052513 h 2767298"/>
              <a:gd name="connsiteX17083" fmla="*/ 2811320 w 4752801"/>
              <a:gd name="connsiteY17083" fmla="*/ 1055751 h 2767298"/>
              <a:gd name="connsiteX17084" fmla="*/ 2811320 w 4752801"/>
              <a:gd name="connsiteY17084" fmla="*/ 1056966 h 2767298"/>
              <a:gd name="connsiteX17085" fmla="*/ 2809296 w 4752801"/>
              <a:gd name="connsiteY17085" fmla="*/ 1060204 h 2767298"/>
              <a:gd name="connsiteX17086" fmla="*/ 2808082 w 4752801"/>
              <a:gd name="connsiteY17086" fmla="*/ 1060609 h 2767298"/>
              <a:gd name="connsiteX17087" fmla="*/ 2804438 w 4752801"/>
              <a:gd name="connsiteY17087" fmla="*/ 1060609 h 2767298"/>
              <a:gd name="connsiteX17088" fmla="*/ 2803224 w 4752801"/>
              <a:gd name="connsiteY17088" fmla="*/ 1060204 h 2767298"/>
              <a:gd name="connsiteX17089" fmla="*/ 2801200 w 4752801"/>
              <a:gd name="connsiteY17089" fmla="*/ 1056966 h 2767298"/>
              <a:gd name="connsiteX17090" fmla="*/ 2801200 w 4752801"/>
              <a:gd name="connsiteY17090" fmla="*/ 1055751 h 2767298"/>
              <a:gd name="connsiteX17091" fmla="*/ 2803224 w 4752801"/>
              <a:gd name="connsiteY17091" fmla="*/ 1052513 h 2767298"/>
              <a:gd name="connsiteX17092" fmla="*/ 2804438 w 4752801"/>
              <a:gd name="connsiteY17092" fmla="*/ 1052108 h 2767298"/>
              <a:gd name="connsiteX17093" fmla="*/ 4139915 w 4752801"/>
              <a:gd name="connsiteY17093" fmla="*/ 1051298 h 2767298"/>
              <a:gd name="connsiteX17094" fmla="*/ 4144368 w 4752801"/>
              <a:gd name="connsiteY17094" fmla="*/ 1051298 h 2767298"/>
              <a:gd name="connsiteX17095" fmla="*/ 4145582 w 4752801"/>
              <a:gd name="connsiteY17095" fmla="*/ 1052108 h 2767298"/>
              <a:gd name="connsiteX17096" fmla="*/ 4147606 w 4752801"/>
              <a:gd name="connsiteY17096" fmla="*/ 1055751 h 2767298"/>
              <a:gd name="connsiteX17097" fmla="*/ 4147606 w 4752801"/>
              <a:gd name="connsiteY17097" fmla="*/ 1056965 h 2767298"/>
              <a:gd name="connsiteX17098" fmla="*/ 4145582 w 4752801"/>
              <a:gd name="connsiteY17098" fmla="*/ 1060609 h 2767298"/>
              <a:gd name="connsiteX17099" fmla="*/ 4144368 w 4752801"/>
              <a:gd name="connsiteY17099" fmla="*/ 1061418 h 2767298"/>
              <a:gd name="connsiteX17100" fmla="*/ 4139915 w 4752801"/>
              <a:gd name="connsiteY17100" fmla="*/ 1061418 h 2767298"/>
              <a:gd name="connsiteX17101" fmla="*/ 4138701 w 4752801"/>
              <a:gd name="connsiteY17101" fmla="*/ 1060609 h 2767298"/>
              <a:gd name="connsiteX17102" fmla="*/ 4136677 w 4752801"/>
              <a:gd name="connsiteY17102" fmla="*/ 1056965 h 2767298"/>
              <a:gd name="connsiteX17103" fmla="*/ 4136677 w 4752801"/>
              <a:gd name="connsiteY17103" fmla="*/ 1055751 h 2767298"/>
              <a:gd name="connsiteX17104" fmla="*/ 4138701 w 4752801"/>
              <a:gd name="connsiteY17104" fmla="*/ 1052108 h 2767298"/>
              <a:gd name="connsiteX17105" fmla="*/ 4139915 w 4752801"/>
              <a:gd name="connsiteY17105" fmla="*/ 1051298 h 2767298"/>
              <a:gd name="connsiteX17106" fmla="*/ 2844920 w 4752801"/>
              <a:gd name="connsiteY17106" fmla="*/ 1051298 h 2767298"/>
              <a:gd name="connsiteX17107" fmla="*/ 2848564 w 4752801"/>
              <a:gd name="connsiteY17107" fmla="*/ 1051298 h 2767298"/>
              <a:gd name="connsiteX17108" fmla="*/ 2849778 w 4752801"/>
              <a:gd name="connsiteY17108" fmla="*/ 1052108 h 2767298"/>
              <a:gd name="connsiteX17109" fmla="*/ 2851802 w 4752801"/>
              <a:gd name="connsiteY17109" fmla="*/ 1055346 h 2767298"/>
              <a:gd name="connsiteX17110" fmla="*/ 2851802 w 4752801"/>
              <a:gd name="connsiteY17110" fmla="*/ 1056561 h 2767298"/>
              <a:gd name="connsiteX17111" fmla="*/ 2849778 w 4752801"/>
              <a:gd name="connsiteY17111" fmla="*/ 1059799 h 2767298"/>
              <a:gd name="connsiteX17112" fmla="*/ 2848564 w 4752801"/>
              <a:gd name="connsiteY17112" fmla="*/ 1060609 h 2767298"/>
              <a:gd name="connsiteX17113" fmla="*/ 2844920 w 4752801"/>
              <a:gd name="connsiteY17113" fmla="*/ 1060609 h 2767298"/>
              <a:gd name="connsiteX17114" fmla="*/ 2843706 w 4752801"/>
              <a:gd name="connsiteY17114" fmla="*/ 1059799 h 2767298"/>
              <a:gd name="connsiteX17115" fmla="*/ 2841682 w 4752801"/>
              <a:gd name="connsiteY17115" fmla="*/ 1056561 h 2767298"/>
              <a:gd name="connsiteX17116" fmla="*/ 2841682 w 4752801"/>
              <a:gd name="connsiteY17116" fmla="*/ 1055346 h 2767298"/>
              <a:gd name="connsiteX17117" fmla="*/ 2843706 w 4752801"/>
              <a:gd name="connsiteY17117" fmla="*/ 1052108 h 2767298"/>
              <a:gd name="connsiteX17118" fmla="*/ 2844920 w 4752801"/>
              <a:gd name="connsiteY17118" fmla="*/ 1051298 h 2767298"/>
              <a:gd name="connsiteX17119" fmla="*/ 2763957 w 4752801"/>
              <a:gd name="connsiteY17119" fmla="*/ 1050893 h 2767298"/>
              <a:gd name="connsiteX17120" fmla="*/ 2768005 w 4752801"/>
              <a:gd name="connsiteY17120" fmla="*/ 1050893 h 2767298"/>
              <a:gd name="connsiteX17121" fmla="*/ 2769219 w 4752801"/>
              <a:gd name="connsiteY17121" fmla="*/ 1051703 h 2767298"/>
              <a:gd name="connsiteX17122" fmla="*/ 2771244 w 4752801"/>
              <a:gd name="connsiteY17122" fmla="*/ 1055346 h 2767298"/>
              <a:gd name="connsiteX17123" fmla="*/ 2771244 w 4752801"/>
              <a:gd name="connsiteY17123" fmla="*/ 1056560 h 2767298"/>
              <a:gd name="connsiteX17124" fmla="*/ 2769219 w 4752801"/>
              <a:gd name="connsiteY17124" fmla="*/ 1060204 h 2767298"/>
              <a:gd name="connsiteX17125" fmla="*/ 2768005 w 4752801"/>
              <a:gd name="connsiteY17125" fmla="*/ 1061013 h 2767298"/>
              <a:gd name="connsiteX17126" fmla="*/ 2763957 w 4752801"/>
              <a:gd name="connsiteY17126" fmla="*/ 1061013 h 2767298"/>
              <a:gd name="connsiteX17127" fmla="*/ 2762743 w 4752801"/>
              <a:gd name="connsiteY17127" fmla="*/ 1060204 h 2767298"/>
              <a:gd name="connsiteX17128" fmla="*/ 2760719 w 4752801"/>
              <a:gd name="connsiteY17128" fmla="*/ 1056560 h 2767298"/>
              <a:gd name="connsiteX17129" fmla="*/ 2760719 w 4752801"/>
              <a:gd name="connsiteY17129" fmla="*/ 1055346 h 2767298"/>
              <a:gd name="connsiteX17130" fmla="*/ 2762743 w 4752801"/>
              <a:gd name="connsiteY17130" fmla="*/ 1051703 h 2767298"/>
              <a:gd name="connsiteX17131" fmla="*/ 2763957 w 4752801"/>
              <a:gd name="connsiteY17131" fmla="*/ 1050893 h 2767298"/>
              <a:gd name="connsiteX17132" fmla="*/ 2236891 w 4752801"/>
              <a:gd name="connsiteY17132" fmla="*/ 1050893 h 2767298"/>
              <a:gd name="connsiteX17133" fmla="*/ 2241749 w 4752801"/>
              <a:gd name="connsiteY17133" fmla="*/ 1050893 h 2767298"/>
              <a:gd name="connsiteX17134" fmla="*/ 2242963 w 4752801"/>
              <a:gd name="connsiteY17134" fmla="*/ 1051703 h 2767298"/>
              <a:gd name="connsiteX17135" fmla="*/ 2245392 w 4752801"/>
              <a:gd name="connsiteY17135" fmla="*/ 1055751 h 2767298"/>
              <a:gd name="connsiteX17136" fmla="*/ 2245392 w 4752801"/>
              <a:gd name="connsiteY17136" fmla="*/ 1056965 h 2767298"/>
              <a:gd name="connsiteX17137" fmla="*/ 2242963 w 4752801"/>
              <a:gd name="connsiteY17137" fmla="*/ 1061013 h 2767298"/>
              <a:gd name="connsiteX17138" fmla="*/ 2241749 w 4752801"/>
              <a:gd name="connsiteY17138" fmla="*/ 1061823 h 2767298"/>
              <a:gd name="connsiteX17139" fmla="*/ 2236891 w 4752801"/>
              <a:gd name="connsiteY17139" fmla="*/ 1061823 h 2767298"/>
              <a:gd name="connsiteX17140" fmla="*/ 2235677 w 4752801"/>
              <a:gd name="connsiteY17140" fmla="*/ 1061013 h 2767298"/>
              <a:gd name="connsiteX17141" fmla="*/ 2233248 w 4752801"/>
              <a:gd name="connsiteY17141" fmla="*/ 1056965 h 2767298"/>
              <a:gd name="connsiteX17142" fmla="*/ 2233248 w 4752801"/>
              <a:gd name="connsiteY17142" fmla="*/ 1055751 h 2767298"/>
              <a:gd name="connsiteX17143" fmla="*/ 2235677 w 4752801"/>
              <a:gd name="connsiteY17143" fmla="*/ 1051703 h 2767298"/>
              <a:gd name="connsiteX17144" fmla="*/ 2236891 w 4752801"/>
              <a:gd name="connsiteY17144" fmla="*/ 1050893 h 2767298"/>
              <a:gd name="connsiteX17145" fmla="*/ 2722666 w 4752801"/>
              <a:gd name="connsiteY17145" fmla="*/ 1050084 h 2767298"/>
              <a:gd name="connsiteX17146" fmla="*/ 2727928 w 4752801"/>
              <a:gd name="connsiteY17146" fmla="*/ 1050084 h 2767298"/>
              <a:gd name="connsiteX17147" fmla="*/ 2729143 w 4752801"/>
              <a:gd name="connsiteY17147" fmla="*/ 1050489 h 2767298"/>
              <a:gd name="connsiteX17148" fmla="*/ 2731977 w 4752801"/>
              <a:gd name="connsiteY17148" fmla="*/ 1055347 h 2767298"/>
              <a:gd name="connsiteX17149" fmla="*/ 2731977 w 4752801"/>
              <a:gd name="connsiteY17149" fmla="*/ 1056561 h 2767298"/>
              <a:gd name="connsiteX17150" fmla="*/ 2729143 w 4752801"/>
              <a:gd name="connsiteY17150" fmla="*/ 1061419 h 2767298"/>
              <a:gd name="connsiteX17151" fmla="*/ 2727928 w 4752801"/>
              <a:gd name="connsiteY17151" fmla="*/ 1061824 h 2767298"/>
              <a:gd name="connsiteX17152" fmla="*/ 2722666 w 4752801"/>
              <a:gd name="connsiteY17152" fmla="*/ 1061824 h 2767298"/>
              <a:gd name="connsiteX17153" fmla="*/ 2721452 w 4752801"/>
              <a:gd name="connsiteY17153" fmla="*/ 1061419 h 2767298"/>
              <a:gd name="connsiteX17154" fmla="*/ 2718618 w 4752801"/>
              <a:gd name="connsiteY17154" fmla="*/ 1056561 h 2767298"/>
              <a:gd name="connsiteX17155" fmla="*/ 2718618 w 4752801"/>
              <a:gd name="connsiteY17155" fmla="*/ 1055347 h 2767298"/>
              <a:gd name="connsiteX17156" fmla="*/ 2721452 w 4752801"/>
              <a:gd name="connsiteY17156" fmla="*/ 1050489 h 2767298"/>
              <a:gd name="connsiteX17157" fmla="*/ 2722666 w 4752801"/>
              <a:gd name="connsiteY17157" fmla="*/ 1050084 h 2767298"/>
              <a:gd name="connsiteX17158" fmla="*/ 4098624 w 4752801"/>
              <a:gd name="connsiteY17158" fmla="*/ 1049679 h 2767298"/>
              <a:gd name="connsiteX17159" fmla="*/ 4104697 w 4752801"/>
              <a:gd name="connsiteY17159" fmla="*/ 1049679 h 2767298"/>
              <a:gd name="connsiteX17160" fmla="*/ 4105911 w 4752801"/>
              <a:gd name="connsiteY17160" fmla="*/ 1050489 h 2767298"/>
              <a:gd name="connsiteX17161" fmla="*/ 4109149 w 4752801"/>
              <a:gd name="connsiteY17161" fmla="*/ 1055751 h 2767298"/>
              <a:gd name="connsiteX17162" fmla="*/ 4109149 w 4752801"/>
              <a:gd name="connsiteY17162" fmla="*/ 1056966 h 2767298"/>
              <a:gd name="connsiteX17163" fmla="*/ 4105911 w 4752801"/>
              <a:gd name="connsiteY17163" fmla="*/ 1062228 h 2767298"/>
              <a:gd name="connsiteX17164" fmla="*/ 4104697 w 4752801"/>
              <a:gd name="connsiteY17164" fmla="*/ 1063038 h 2767298"/>
              <a:gd name="connsiteX17165" fmla="*/ 4098624 w 4752801"/>
              <a:gd name="connsiteY17165" fmla="*/ 1063038 h 2767298"/>
              <a:gd name="connsiteX17166" fmla="*/ 4097410 w 4752801"/>
              <a:gd name="connsiteY17166" fmla="*/ 1062228 h 2767298"/>
              <a:gd name="connsiteX17167" fmla="*/ 4094172 w 4752801"/>
              <a:gd name="connsiteY17167" fmla="*/ 1056966 h 2767298"/>
              <a:gd name="connsiteX17168" fmla="*/ 4094172 w 4752801"/>
              <a:gd name="connsiteY17168" fmla="*/ 1055751 h 2767298"/>
              <a:gd name="connsiteX17169" fmla="*/ 4097410 w 4752801"/>
              <a:gd name="connsiteY17169" fmla="*/ 1050489 h 2767298"/>
              <a:gd name="connsiteX17170" fmla="*/ 4098624 w 4752801"/>
              <a:gd name="connsiteY17170" fmla="*/ 1049679 h 2767298"/>
              <a:gd name="connsiteX17171" fmla="*/ 3167556 w 4752801"/>
              <a:gd name="connsiteY17171" fmla="*/ 1049274 h 2767298"/>
              <a:gd name="connsiteX17172" fmla="*/ 3173628 w 4752801"/>
              <a:gd name="connsiteY17172" fmla="*/ 1049274 h 2767298"/>
              <a:gd name="connsiteX17173" fmla="*/ 3174842 w 4752801"/>
              <a:gd name="connsiteY17173" fmla="*/ 1050084 h 2767298"/>
              <a:gd name="connsiteX17174" fmla="*/ 3177676 w 4752801"/>
              <a:gd name="connsiteY17174" fmla="*/ 1055346 h 2767298"/>
              <a:gd name="connsiteX17175" fmla="*/ 3177676 w 4752801"/>
              <a:gd name="connsiteY17175" fmla="*/ 1056561 h 2767298"/>
              <a:gd name="connsiteX17176" fmla="*/ 3174842 w 4752801"/>
              <a:gd name="connsiteY17176" fmla="*/ 1061823 h 2767298"/>
              <a:gd name="connsiteX17177" fmla="*/ 3173628 w 4752801"/>
              <a:gd name="connsiteY17177" fmla="*/ 1062633 h 2767298"/>
              <a:gd name="connsiteX17178" fmla="*/ 3167556 w 4752801"/>
              <a:gd name="connsiteY17178" fmla="*/ 1062633 h 2767298"/>
              <a:gd name="connsiteX17179" fmla="*/ 3166342 w 4752801"/>
              <a:gd name="connsiteY17179" fmla="*/ 1061823 h 2767298"/>
              <a:gd name="connsiteX17180" fmla="*/ 3163508 w 4752801"/>
              <a:gd name="connsiteY17180" fmla="*/ 1056561 h 2767298"/>
              <a:gd name="connsiteX17181" fmla="*/ 3163508 w 4752801"/>
              <a:gd name="connsiteY17181" fmla="*/ 1055346 h 2767298"/>
              <a:gd name="connsiteX17182" fmla="*/ 3166342 w 4752801"/>
              <a:gd name="connsiteY17182" fmla="*/ 1050084 h 2767298"/>
              <a:gd name="connsiteX17183" fmla="*/ 3167556 w 4752801"/>
              <a:gd name="connsiteY17183" fmla="*/ 1049274 h 2767298"/>
              <a:gd name="connsiteX17184" fmla="*/ 2681780 w 4752801"/>
              <a:gd name="connsiteY17184" fmla="*/ 1049274 h 2767298"/>
              <a:gd name="connsiteX17185" fmla="*/ 2688257 w 4752801"/>
              <a:gd name="connsiteY17185" fmla="*/ 1049274 h 2767298"/>
              <a:gd name="connsiteX17186" fmla="*/ 2689472 w 4752801"/>
              <a:gd name="connsiteY17186" fmla="*/ 1050084 h 2767298"/>
              <a:gd name="connsiteX17187" fmla="*/ 2692711 w 4752801"/>
              <a:gd name="connsiteY17187" fmla="*/ 1055751 h 2767298"/>
              <a:gd name="connsiteX17188" fmla="*/ 2692711 w 4752801"/>
              <a:gd name="connsiteY17188" fmla="*/ 1056965 h 2767298"/>
              <a:gd name="connsiteX17189" fmla="*/ 2689472 w 4752801"/>
              <a:gd name="connsiteY17189" fmla="*/ 1062633 h 2767298"/>
              <a:gd name="connsiteX17190" fmla="*/ 2688257 w 4752801"/>
              <a:gd name="connsiteY17190" fmla="*/ 1063442 h 2767298"/>
              <a:gd name="connsiteX17191" fmla="*/ 2681780 w 4752801"/>
              <a:gd name="connsiteY17191" fmla="*/ 1063442 h 2767298"/>
              <a:gd name="connsiteX17192" fmla="*/ 2680566 w 4752801"/>
              <a:gd name="connsiteY17192" fmla="*/ 1062633 h 2767298"/>
              <a:gd name="connsiteX17193" fmla="*/ 2677328 w 4752801"/>
              <a:gd name="connsiteY17193" fmla="*/ 1056965 h 2767298"/>
              <a:gd name="connsiteX17194" fmla="*/ 2677328 w 4752801"/>
              <a:gd name="connsiteY17194" fmla="*/ 1055751 h 2767298"/>
              <a:gd name="connsiteX17195" fmla="*/ 2680566 w 4752801"/>
              <a:gd name="connsiteY17195" fmla="*/ 1050084 h 2767298"/>
              <a:gd name="connsiteX17196" fmla="*/ 2681780 w 4752801"/>
              <a:gd name="connsiteY17196" fmla="*/ 1049274 h 2767298"/>
              <a:gd name="connsiteX17197" fmla="*/ 3977180 w 4752801"/>
              <a:gd name="connsiteY17197" fmla="*/ 1048869 h 2767298"/>
              <a:gd name="connsiteX17198" fmla="*/ 3983657 w 4752801"/>
              <a:gd name="connsiteY17198" fmla="*/ 1048869 h 2767298"/>
              <a:gd name="connsiteX17199" fmla="*/ 3984872 w 4752801"/>
              <a:gd name="connsiteY17199" fmla="*/ 1049679 h 2767298"/>
              <a:gd name="connsiteX17200" fmla="*/ 3988111 w 4752801"/>
              <a:gd name="connsiteY17200" fmla="*/ 1055346 h 2767298"/>
              <a:gd name="connsiteX17201" fmla="*/ 3988111 w 4752801"/>
              <a:gd name="connsiteY17201" fmla="*/ 1056561 h 2767298"/>
              <a:gd name="connsiteX17202" fmla="*/ 3984872 w 4752801"/>
              <a:gd name="connsiteY17202" fmla="*/ 1062228 h 2767298"/>
              <a:gd name="connsiteX17203" fmla="*/ 3983657 w 4752801"/>
              <a:gd name="connsiteY17203" fmla="*/ 1063037 h 2767298"/>
              <a:gd name="connsiteX17204" fmla="*/ 3977180 w 4752801"/>
              <a:gd name="connsiteY17204" fmla="*/ 1063037 h 2767298"/>
              <a:gd name="connsiteX17205" fmla="*/ 3975966 w 4752801"/>
              <a:gd name="connsiteY17205" fmla="*/ 1062228 h 2767298"/>
              <a:gd name="connsiteX17206" fmla="*/ 3972728 w 4752801"/>
              <a:gd name="connsiteY17206" fmla="*/ 1056561 h 2767298"/>
              <a:gd name="connsiteX17207" fmla="*/ 3972728 w 4752801"/>
              <a:gd name="connsiteY17207" fmla="*/ 1055346 h 2767298"/>
              <a:gd name="connsiteX17208" fmla="*/ 3975966 w 4752801"/>
              <a:gd name="connsiteY17208" fmla="*/ 1049679 h 2767298"/>
              <a:gd name="connsiteX17209" fmla="*/ 3977180 w 4752801"/>
              <a:gd name="connsiteY17209" fmla="*/ 1048869 h 2767298"/>
              <a:gd name="connsiteX17210" fmla="*/ 4057738 w 4752801"/>
              <a:gd name="connsiteY17210" fmla="*/ 1048464 h 2767298"/>
              <a:gd name="connsiteX17211" fmla="*/ 4064620 w 4752801"/>
              <a:gd name="connsiteY17211" fmla="*/ 1048464 h 2767298"/>
              <a:gd name="connsiteX17212" fmla="*/ 4065835 w 4752801"/>
              <a:gd name="connsiteY17212" fmla="*/ 1049274 h 2767298"/>
              <a:gd name="connsiteX17213" fmla="*/ 4069073 w 4752801"/>
              <a:gd name="connsiteY17213" fmla="*/ 1055346 h 2767298"/>
              <a:gd name="connsiteX17214" fmla="*/ 4069073 w 4752801"/>
              <a:gd name="connsiteY17214" fmla="*/ 1056560 h 2767298"/>
              <a:gd name="connsiteX17215" fmla="*/ 4065835 w 4752801"/>
              <a:gd name="connsiteY17215" fmla="*/ 1062632 h 2767298"/>
              <a:gd name="connsiteX17216" fmla="*/ 4064620 w 4752801"/>
              <a:gd name="connsiteY17216" fmla="*/ 1063442 h 2767298"/>
              <a:gd name="connsiteX17217" fmla="*/ 4057738 w 4752801"/>
              <a:gd name="connsiteY17217" fmla="*/ 1063442 h 2767298"/>
              <a:gd name="connsiteX17218" fmla="*/ 4056524 w 4752801"/>
              <a:gd name="connsiteY17218" fmla="*/ 1062632 h 2767298"/>
              <a:gd name="connsiteX17219" fmla="*/ 4053286 w 4752801"/>
              <a:gd name="connsiteY17219" fmla="*/ 1056560 h 2767298"/>
              <a:gd name="connsiteX17220" fmla="*/ 4053286 w 4752801"/>
              <a:gd name="connsiteY17220" fmla="*/ 1055346 h 2767298"/>
              <a:gd name="connsiteX17221" fmla="*/ 4056524 w 4752801"/>
              <a:gd name="connsiteY17221" fmla="*/ 1049274 h 2767298"/>
              <a:gd name="connsiteX17222" fmla="*/ 4057738 w 4752801"/>
              <a:gd name="connsiteY17222" fmla="*/ 1048464 h 2767298"/>
              <a:gd name="connsiteX17223" fmla="*/ 3207631 w 4752801"/>
              <a:gd name="connsiteY17223" fmla="*/ 1048464 h 2767298"/>
              <a:gd name="connsiteX17224" fmla="*/ 3214918 w 4752801"/>
              <a:gd name="connsiteY17224" fmla="*/ 1048464 h 2767298"/>
              <a:gd name="connsiteX17225" fmla="*/ 3216132 w 4752801"/>
              <a:gd name="connsiteY17225" fmla="*/ 1049274 h 2767298"/>
              <a:gd name="connsiteX17226" fmla="*/ 3219776 w 4752801"/>
              <a:gd name="connsiteY17226" fmla="*/ 1055751 h 2767298"/>
              <a:gd name="connsiteX17227" fmla="*/ 3219776 w 4752801"/>
              <a:gd name="connsiteY17227" fmla="*/ 1056965 h 2767298"/>
              <a:gd name="connsiteX17228" fmla="*/ 3216132 w 4752801"/>
              <a:gd name="connsiteY17228" fmla="*/ 1063442 h 2767298"/>
              <a:gd name="connsiteX17229" fmla="*/ 3214918 w 4752801"/>
              <a:gd name="connsiteY17229" fmla="*/ 1064252 h 2767298"/>
              <a:gd name="connsiteX17230" fmla="*/ 3207631 w 4752801"/>
              <a:gd name="connsiteY17230" fmla="*/ 1064252 h 2767298"/>
              <a:gd name="connsiteX17231" fmla="*/ 3206417 w 4752801"/>
              <a:gd name="connsiteY17231" fmla="*/ 1063442 h 2767298"/>
              <a:gd name="connsiteX17232" fmla="*/ 3202774 w 4752801"/>
              <a:gd name="connsiteY17232" fmla="*/ 1056965 h 2767298"/>
              <a:gd name="connsiteX17233" fmla="*/ 3202774 w 4752801"/>
              <a:gd name="connsiteY17233" fmla="*/ 1055751 h 2767298"/>
              <a:gd name="connsiteX17234" fmla="*/ 3206417 w 4752801"/>
              <a:gd name="connsiteY17234" fmla="*/ 1049274 h 2767298"/>
              <a:gd name="connsiteX17235" fmla="*/ 3207631 w 4752801"/>
              <a:gd name="connsiteY17235" fmla="*/ 1048464 h 2767298"/>
              <a:gd name="connsiteX17236" fmla="*/ 4017256 w 4752801"/>
              <a:gd name="connsiteY17236" fmla="*/ 1048060 h 2767298"/>
              <a:gd name="connsiteX17237" fmla="*/ 4024543 w 4752801"/>
              <a:gd name="connsiteY17237" fmla="*/ 1048060 h 2767298"/>
              <a:gd name="connsiteX17238" fmla="*/ 4025757 w 4752801"/>
              <a:gd name="connsiteY17238" fmla="*/ 1048870 h 2767298"/>
              <a:gd name="connsiteX17239" fmla="*/ 4029401 w 4752801"/>
              <a:gd name="connsiteY17239" fmla="*/ 1055347 h 2767298"/>
              <a:gd name="connsiteX17240" fmla="*/ 4029401 w 4752801"/>
              <a:gd name="connsiteY17240" fmla="*/ 1056561 h 2767298"/>
              <a:gd name="connsiteX17241" fmla="*/ 4025757 w 4752801"/>
              <a:gd name="connsiteY17241" fmla="*/ 1063038 h 2767298"/>
              <a:gd name="connsiteX17242" fmla="*/ 4024543 w 4752801"/>
              <a:gd name="connsiteY17242" fmla="*/ 1063848 h 2767298"/>
              <a:gd name="connsiteX17243" fmla="*/ 4017256 w 4752801"/>
              <a:gd name="connsiteY17243" fmla="*/ 1063848 h 2767298"/>
              <a:gd name="connsiteX17244" fmla="*/ 4016042 w 4752801"/>
              <a:gd name="connsiteY17244" fmla="*/ 1063038 h 2767298"/>
              <a:gd name="connsiteX17245" fmla="*/ 4012399 w 4752801"/>
              <a:gd name="connsiteY17245" fmla="*/ 1056561 h 2767298"/>
              <a:gd name="connsiteX17246" fmla="*/ 4012399 w 4752801"/>
              <a:gd name="connsiteY17246" fmla="*/ 1055347 h 2767298"/>
              <a:gd name="connsiteX17247" fmla="*/ 4016042 w 4752801"/>
              <a:gd name="connsiteY17247" fmla="*/ 1048870 h 2767298"/>
              <a:gd name="connsiteX17248" fmla="*/ 4017256 w 4752801"/>
              <a:gd name="connsiteY17248" fmla="*/ 1048060 h 2767298"/>
              <a:gd name="connsiteX17249" fmla="*/ 2600008 w 4752801"/>
              <a:gd name="connsiteY17249" fmla="*/ 1048060 h 2767298"/>
              <a:gd name="connsiteX17250" fmla="*/ 2608104 w 4752801"/>
              <a:gd name="connsiteY17250" fmla="*/ 1048060 h 2767298"/>
              <a:gd name="connsiteX17251" fmla="*/ 2609319 w 4752801"/>
              <a:gd name="connsiteY17251" fmla="*/ 1048870 h 2767298"/>
              <a:gd name="connsiteX17252" fmla="*/ 2613367 w 4752801"/>
              <a:gd name="connsiteY17252" fmla="*/ 1055751 h 2767298"/>
              <a:gd name="connsiteX17253" fmla="*/ 2613367 w 4752801"/>
              <a:gd name="connsiteY17253" fmla="*/ 1056966 h 2767298"/>
              <a:gd name="connsiteX17254" fmla="*/ 2609319 w 4752801"/>
              <a:gd name="connsiteY17254" fmla="*/ 1063848 h 2767298"/>
              <a:gd name="connsiteX17255" fmla="*/ 2608104 w 4752801"/>
              <a:gd name="connsiteY17255" fmla="*/ 1064657 h 2767298"/>
              <a:gd name="connsiteX17256" fmla="*/ 2600008 w 4752801"/>
              <a:gd name="connsiteY17256" fmla="*/ 1064657 h 2767298"/>
              <a:gd name="connsiteX17257" fmla="*/ 2598794 w 4752801"/>
              <a:gd name="connsiteY17257" fmla="*/ 1063848 h 2767298"/>
              <a:gd name="connsiteX17258" fmla="*/ 2594746 w 4752801"/>
              <a:gd name="connsiteY17258" fmla="*/ 1056966 h 2767298"/>
              <a:gd name="connsiteX17259" fmla="*/ 2594746 w 4752801"/>
              <a:gd name="connsiteY17259" fmla="*/ 1055751 h 2767298"/>
              <a:gd name="connsiteX17260" fmla="*/ 2598794 w 4752801"/>
              <a:gd name="connsiteY17260" fmla="*/ 1048870 h 2767298"/>
              <a:gd name="connsiteX17261" fmla="*/ 2600008 w 4752801"/>
              <a:gd name="connsiteY17261" fmla="*/ 1048060 h 2767298"/>
              <a:gd name="connsiteX17262" fmla="*/ 3895003 w 4752801"/>
              <a:gd name="connsiteY17262" fmla="*/ 1047655 h 2767298"/>
              <a:gd name="connsiteX17263" fmla="*/ 3903504 w 4752801"/>
              <a:gd name="connsiteY17263" fmla="*/ 1047655 h 2767298"/>
              <a:gd name="connsiteX17264" fmla="*/ 3904718 w 4752801"/>
              <a:gd name="connsiteY17264" fmla="*/ 1048465 h 2767298"/>
              <a:gd name="connsiteX17265" fmla="*/ 3908767 w 4752801"/>
              <a:gd name="connsiteY17265" fmla="*/ 1055751 h 2767298"/>
              <a:gd name="connsiteX17266" fmla="*/ 3908767 w 4752801"/>
              <a:gd name="connsiteY17266" fmla="*/ 1056966 h 2767298"/>
              <a:gd name="connsiteX17267" fmla="*/ 3904718 w 4752801"/>
              <a:gd name="connsiteY17267" fmla="*/ 1064252 h 2767298"/>
              <a:gd name="connsiteX17268" fmla="*/ 3903504 w 4752801"/>
              <a:gd name="connsiteY17268" fmla="*/ 1065062 h 2767298"/>
              <a:gd name="connsiteX17269" fmla="*/ 3895003 w 4752801"/>
              <a:gd name="connsiteY17269" fmla="*/ 1065062 h 2767298"/>
              <a:gd name="connsiteX17270" fmla="*/ 3893789 w 4752801"/>
              <a:gd name="connsiteY17270" fmla="*/ 1064252 h 2767298"/>
              <a:gd name="connsiteX17271" fmla="*/ 3889741 w 4752801"/>
              <a:gd name="connsiteY17271" fmla="*/ 1056966 h 2767298"/>
              <a:gd name="connsiteX17272" fmla="*/ 3889741 w 4752801"/>
              <a:gd name="connsiteY17272" fmla="*/ 1055751 h 2767298"/>
              <a:gd name="connsiteX17273" fmla="*/ 3893789 w 4752801"/>
              <a:gd name="connsiteY17273" fmla="*/ 1048465 h 2767298"/>
              <a:gd name="connsiteX17274" fmla="*/ 3895003 w 4752801"/>
              <a:gd name="connsiteY17274" fmla="*/ 1047655 h 2767298"/>
              <a:gd name="connsiteX17275" fmla="*/ 3854522 w 4752801"/>
              <a:gd name="connsiteY17275" fmla="*/ 1047655 h 2767298"/>
              <a:gd name="connsiteX17276" fmla="*/ 3863023 w 4752801"/>
              <a:gd name="connsiteY17276" fmla="*/ 1047655 h 2767298"/>
              <a:gd name="connsiteX17277" fmla="*/ 3864237 w 4752801"/>
              <a:gd name="connsiteY17277" fmla="*/ 1048465 h 2767298"/>
              <a:gd name="connsiteX17278" fmla="*/ 3868286 w 4752801"/>
              <a:gd name="connsiteY17278" fmla="*/ 1055751 h 2767298"/>
              <a:gd name="connsiteX17279" fmla="*/ 3868286 w 4752801"/>
              <a:gd name="connsiteY17279" fmla="*/ 1056966 h 2767298"/>
              <a:gd name="connsiteX17280" fmla="*/ 3864237 w 4752801"/>
              <a:gd name="connsiteY17280" fmla="*/ 1064252 h 2767298"/>
              <a:gd name="connsiteX17281" fmla="*/ 3863023 w 4752801"/>
              <a:gd name="connsiteY17281" fmla="*/ 1065062 h 2767298"/>
              <a:gd name="connsiteX17282" fmla="*/ 3854522 w 4752801"/>
              <a:gd name="connsiteY17282" fmla="*/ 1065062 h 2767298"/>
              <a:gd name="connsiteX17283" fmla="*/ 3853308 w 4752801"/>
              <a:gd name="connsiteY17283" fmla="*/ 1064252 h 2767298"/>
              <a:gd name="connsiteX17284" fmla="*/ 3849260 w 4752801"/>
              <a:gd name="connsiteY17284" fmla="*/ 1056966 h 2767298"/>
              <a:gd name="connsiteX17285" fmla="*/ 3849260 w 4752801"/>
              <a:gd name="connsiteY17285" fmla="*/ 1055751 h 2767298"/>
              <a:gd name="connsiteX17286" fmla="*/ 3853308 w 4752801"/>
              <a:gd name="connsiteY17286" fmla="*/ 1048465 h 2767298"/>
              <a:gd name="connsiteX17287" fmla="*/ 3854522 w 4752801"/>
              <a:gd name="connsiteY17287" fmla="*/ 1047655 h 2767298"/>
              <a:gd name="connsiteX17288" fmla="*/ 3814041 w 4752801"/>
              <a:gd name="connsiteY17288" fmla="*/ 1047655 h 2767298"/>
              <a:gd name="connsiteX17289" fmla="*/ 3822947 w 4752801"/>
              <a:gd name="connsiteY17289" fmla="*/ 1047655 h 2767298"/>
              <a:gd name="connsiteX17290" fmla="*/ 3824161 w 4752801"/>
              <a:gd name="connsiteY17290" fmla="*/ 1048060 h 2767298"/>
              <a:gd name="connsiteX17291" fmla="*/ 3828614 w 4752801"/>
              <a:gd name="connsiteY17291" fmla="*/ 1055751 h 2767298"/>
              <a:gd name="connsiteX17292" fmla="*/ 3828614 w 4752801"/>
              <a:gd name="connsiteY17292" fmla="*/ 1056966 h 2767298"/>
              <a:gd name="connsiteX17293" fmla="*/ 3824161 w 4752801"/>
              <a:gd name="connsiteY17293" fmla="*/ 1064657 h 2767298"/>
              <a:gd name="connsiteX17294" fmla="*/ 3822947 w 4752801"/>
              <a:gd name="connsiteY17294" fmla="*/ 1065062 h 2767298"/>
              <a:gd name="connsiteX17295" fmla="*/ 3814041 w 4752801"/>
              <a:gd name="connsiteY17295" fmla="*/ 1065062 h 2767298"/>
              <a:gd name="connsiteX17296" fmla="*/ 3812826 w 4752801"/>
              <a:gd name="connsiteY17296" fmla="*/ 1064657 h 2767298"/>
              <a:gd name="connsiteX17297" fmla="*/ 3808374 w 4752801"/>
              <a:gd name="connsiteY17297" fmla="*/ 1056966 h 2767298"/>
              <a:gd name="connsiteX17298" fmla="*/ 3808374 w 4752801"/>
              <a:gd name="connsiteY17298" fmla="*/ 1055751 h 2767298"/>
              <a:gd name="connsiteX17299" fmla="*/ 3812826 w 4752801"/>
              <a:gd name="connsiteY17299" fmla="*/ 1048060 h 2767298"/>
              <a:gd name="connsiteX17300" fmla="*/ 3814041 w 4752801"/>
              <a:gd name="connsiteY17300" fmla="*/ 1047655 h 2767298"/>
              <a:gd name="connsiteX17301" fmla="*/ 3773559 w 4752801"/>
              <a:gd name="connsiteY17301" fmla="*/ 1047655 h 2767298"/>
              <a:gd name="connsiteX17302" fmla="*/ 3782060 w 4752801"/>
              <a:gd name="connsiteY17302" fmla="*/ 1047655 h 2767298"/>
              <a:gd name="connsiteX17303" fmla="*/ 3783274 w 4752801"/>
              <a:gd name="connsiteY17303" fmla="*/ 1048060 h 2767298"/>
              <a:gd name="connsiteX17304" fmla="*/ 3787323 w 4752801"/>
              <a:gd name="connsiteY17304" fmla="*/ 1055346 h 2767298"/>
              <a:gd name="connsiteX17305" fmla="*/ 3787323 w 4752801"/>
              <a:gd name="connsiteY17305" fmla="*/ 1056561 h 2767298"/>
              <a:gd name="connsiteX17306" fmla="*/ 3783274 w 4752801"/>
              <a:gd name="connsiteY17306" fmla="*/ 1063848 h 2767298"/>
              <a:gd name="connsiteX17307" fmla="*/ 3782060 w 4752801"/>
              <a:gd name="connsiteY17307" fmla="*/ 1064252 h 2767298"/>
              <a:gd name="connsiteX17308" fmla="*/ 3773559 w 4752801"/>
              <a:gd name="connsiteY17308" fmla="*/ 1064252 h 2767298"/>
              <a:gd name="connsiteX17309" fmla="*/ 3772345 w 4752801"/>
              <a:gd name="connsiteY17309" fmla="*/ 1063848 h 2767298"/>
              <a:gd name="connsiteX17310" fmla="*/ 3768297 w 4752801"/>
              <a:gd name="connsiteY17310" fmla="*/ 1056561 h 2767298"/>
              <a:gd name="connsiteX17311" fmla="*/ 3768297 w 4752801"/>
              <a:gd name="connsiteY17311" fmla="*/ 1055346 h 2767298"/>
              <a:gd name="connsiteX17312" fmla="*/ 3772345 w 4752801"/>
              <a:gd name="connsiteY17312" fmla="*/ 1048060 h 2767298"/>
              <a:gd name="connsiteX17313" fmla="*/ 3773559 w 4752801"/>
              <a:gd name="connsiteY17313" fmla="*/ 1047655 h 2767298"/>
              <a:gd name="connsiteX17314" fmla="*/ 3247708 w 4752801"/>
              <a:gd name="connsiteY17314" fmla="*/ 1047655 h 2767298"/>
              <a:gd name="connsiteX17315" fmla="*/ 3255400 w 4752801"/>
              <a:gd name="connsiteY17315" fmla="*/ 1047655 h 2767298"/>
              <a:gd name="connsiteX17316" fmla="*/ 3256614 w 4752801"/>
              <a:gd name="connsiteY17316" fmla="*/ 1048465 h 2767298"/>
              <a:gd name="connsiteX17317" fmla="*/ 3260662 w 4752801"/>
              <a:gd name="connsiteY17317" fmla="*/ 1055346 h 2767298"/>
              <a:gd name="connsiteX17318" fmla="*/ 3260662 w 4752801"/>
              <a:gd name="connsiteY17318" fmla="*/ 1056561 h 2767298"/>
              <a:gd name="connsiteX17319" fmla="*/ 3256614 w 4752801"/>
              <a:gd name="connsiteY17319" fmla="*/ 1063443 h 2767298"/>
              <a:gd name="connsiteX17320" fmla="*/ 3255400 w 4752801"/>
              <a:gd name="connsiteY17320" fmla="*/ 1064252 h 2767298"/>
              <a:gd name="connsiteX17321" fmla="*/ 3247708 w 4752801"/>
              <a:gd name="connsiteY17321" fmla="*/ 1064252 h 2767298"/>
              <a:gd name="connsiteX17322" fmla="*/ 3246494 w 4752801"/>
              <a:gd name="connsiteY17322" fmla="*/ 1063443 h 2767298"/>
              <a:gd name="connsiteX17323" fmla="*/ 3242446 w 4752801"/>
              <a:gd name="connsiteY17323" fmla="*/ 1056561 h 2767298"/>
              <a:gd name="connsiteX17324" fmla="*/ 3242446 w 4752801"/>
              <a:gd name="connsiteY17324" fmla="*/ 1055346 h 2767298"/>
              <a:gd name="connsiteX17325" fmla="*/ 3246494 w 4752801"/>
              <a:gd name="connsiteY17325" fmla="*/ 1048465 h 2767298"/>
              <a:gd name="connsiteX17326" fmla="*/ 3247708 w 4752801"/>
              <a:gd name="connsiteY17326" fmla="*/ 1047655 h 2767298"/>
              <a:gd name="connsiteX17327" fmla="*/ 2640085 w 4752801"/>
              <a:gd name="connsiteY17327" fmla="*/ 1047655 h 2767298"/>
              <a:gd name="connsiteX17328" fmla="*/ 2648586 w 4752801"/>
              <a:gd name="connsiteY17328" fmla="*/ 1047655 h 2767298"/>
              <a:gd name="connsiteX17329" fmla="*/ 2649801 w 4752801"/>
              <a:gd name="connsiteY17329" fmla="*/ 1048465 h 2767298"/>
              <a:gd name="connsiteX17330" fmla="*/ 2654253 w 4752801"/>
              <a:gd name="connsiteY17330" fmla="*/ 1055751 h 2767298"/>
              <a:gd name="connsiteX17331" fmla="*/ 2654253 w 4752801"/>
              <a:gd name="connsiteY17331" fmla="*/ 1056966 h 2767298"/>
              <a:gd name="connsiteX17332" fmla="*/ 2649801 w 4752801"/>
              <a:gd name="connsiteY17332" fmla="*/ 1064252 h 2767298"/>
              <a:gd name="connsiteX17333" fmla="*/ 2648586 w 4752801"/>
              <a:gd name="connsiteY17333" fmla="*/ 1065062 h 2767298"/>
              <a:gd name="connsiteX17334" fmla="*/ 2640085 w 4752801"/>
              <a:gd name="connsiteY17334" fmla="*/ 1065062 h 2767298"/>
              <a:gd name="connsiteX17335" fmla="*/ 2638871 w 4752801"/>
              <a:gd name="connsiteY17335" fmla="*/ 1064252 h 2767298"/>
              <a:gd name="connsiteX17336" fmla="*/ 2634418 w 4752801"/>
              <a:gd name="connsiteY17336" fmla="*/ 1056966 h 2767298"/>
              <a:gd name="connsiteX17337" fmla="*/ 2634418 w 4752801"/>
              <a:gd name="connsiteY17337" fmla="*/ 1055751 h 2767298"/>
              <a:gd name="connsiteX17338" fmla="*/ 2638871 w 4752801"/>
              <a:gd name="connsiteY17338" fmla="*/ 1048465 h 2767298"/>
              <a:gd name="connsiteX17339" fmla="*/ 2640085 w 4752801"/>
              <a:gd name="connsiteY17339" fmla="*/ 1047655 h 2767298"/>
              <a:gd name="connsiteX17340" fmla="*/ 2276158 w 4752801"/>
              <a:gd name="connsiteY17340" fmla="*/ 1047655 h 2767298"/>
              <a:gd name="connsiteX17341" fmla="*/ 2283850 w 4752801"/>
              <a:gd name="connsiteY17341" fmla="*/ 1047655 h 2767298"/>
              <a:gd name="connsiteX17342" fmla="*/ 2285064 w 4752801"/>
              <a:gd name="connsiteY17342" fmla="*/ 1048465 h 2767298"/>
              <a:gd name="connsiteX17343" fmla="*/ 2289112 w 4752801"/>
              <a:gd name="connsiteY17343" fmla="*/ 1055346 h 2767298"/>
              <a:gd name="connsiteX17344" fmla="*/ 2289112 w 4752801"/>
              <a:gd name="connsiteY17344" fmla="*/ 1056561 h 2767298"/>
              <a:gd name="connsiteX17345" fmla="*/ 2285064 w 4752801"/>
              <a:gd name="connsiteY17345" fmla="*/ 1063443 h 2767298"/>
              <a:gd name="connsiteX17346" fmla="*/ 2283850 w 4752801"/>
              <a:gd name="connsiteY17346" fmla="*/ 1064252 h 2767298"/>
              <a:gd name="connsiteX17347" fmla="*/ 2276158 w 4752801"/>
              <a:gd name="connsiteY17347" fmla="*/ 1064252 h 2767298"/>
              <a:gd name="connsiteX17348" fmla="*/ 2274944 w 4752801"/>
              <a:gd name="connsiteY17348" fmla="*/ 1063443 h 2767298"/>
              <a:gd name="connsiteX17349" fmla="*/ 2270896 w 4752801"/>
              <a:gd name="connsiteY17349" fmla="*/ 1056561 h 2767298"/>
              <a:gd name="connsiteX17350" fmla="*/ 2270896 w 4752801"/>
              <a:gd name="connsiteY17350" fmla="*/ 1055346 h 2767298"/>
              <a:gd name="connsiteX17351" fmla="*/ 2274944 w 4752801"/>
              <a:gd name="connsiteY17351" fmla="*/ 1048465 h 2767298"/>
              <a:gd name="connsiteX17352" fmla="*/ 2276158 w 4752801"/>
              <a:gd name="connsiteY17352" fmla="*/ 1047655 h 2767298"/>
              <a:gd name="connsiteX17353" fmla="*/ 3733079 w 4752801"/>
              <a:gd name="connsiteY17353" fmla="*/ 1047250 h 2767298"/>
              <a:gd name="connsiteX17354" fmla="*/ 3741985 w 4752801"/>
              <a:gd name="connsiteY17354" fmla="*/ 1047250 h 2767298"/>
              <a:gd name="connsiteX17355" fmla="*/ 3743199 w 4752801"/>
              <a:gd name="connsiteY17355" fmla="*/ 1048060 h 2767298"/>
              <a:gd name="connsiteX17356" fmla="*/ 3747652 w 4752801"/>
              <a:gd name="connsiteY17356" fmla="*/ 1055751 h 2767298"/>
              <a:gd name="connsiteX17357" fmla="*/ 3747652 w 4752801"/>
              <a:gd name="connsiteY17357" fmla="*/ 1056965 h 2767298"/>
              <a:gd name="connsiteX17358" fmla="*/ 3743199 w 4752801"/>
              <a:gd name="connsiteY17358" fmla="*/ 1064657 h 2767298"/>
              <a:gd name="connsiteX17359" fmla="*/ 3741985 w 4752801"/>
              <a:gd name="connsiteY17359" fmla="*/ 1065467 h 2767298"/>
              <a:gd name="connsiteX17360" fmla="*/ 3733079 w 4752801"/>
              <a:gd name="connsiteY17360" fmla="*/ 1065467 h 2767298"/>
              <a:gd name="connsiteX17361" fmla="*/ 3731864 w 4752801"/>
              <a:gd name="connsiteY17361" fmla="*/ 1064657 h 2767298"/>
              <a:gd name="connsiteX17362" fmla="*/ 3727412 w 4752801"/>
              <a:gd name="connsiteY17362" fmla="*/ 1056965 h 2767298"/>
              <a:gd name="connsiteX17363" fmla="*/ 3727412 w 4752801"/>
              <a:gd name="connsiteY17363" fmla="*/ 1055751 h 2767298"/>
              <a:gd name="connsiteX17364" fmla="*/ 3731864 w 4752801"/>
              <a:gd name="connsiteY17364" fmla="*/ 1048060 h 2767298"/>
              <a:gd name="connsiteX17365" fmla="*/ 3733079 w 4752801"/>
              <a:gd name="connsiteY17365" fmla="*/ 1047250 h 2767298"/>
              <a:gd name="connsiteX17366" fmla="*/ 3934675 w 4752801"/>
              <a:gd name="connsiteY17366" fmla="*/ 1046845 h 2767298"/>
              <a:gd name="connsiteX17367" fmla="*/ 3944795 w 4752801"/>
              <a:gd name="connsiteY17367" fmla="*/ 1046845 h 2767298"/>
              <a:gd name="connsiteX17368" fmla="*/ 3946010 w 4752801"/>
              <a:gd name="connsiteY17368" fmla="*/ 1047250 h 2767298"/>
              <a:gd name="connsiteX17369" fmla="*/ 3950867 w 4752801"/>
              <a:gd name="connsiteY17369" fmla="*/ 1055751 h 2767298"/>
              <a:gd name="connsiteX17370" fmla="*/ 3950867 w 4752801"/>
              <a:gd name="connsiteY17370" fmla="*/ 1056965 h 2767298"/>
              <a:gd name="connsiteX17371" fmla="*/ 3946010 w 4752801"/>
              <a:gd name="connsiteY17371" fmla="*/ 1065466 h 2767298"/>
              <a:gd name="connsiteX17372" fmla="*/ 3944795 w 4752801"/>
              <a:gd name="connsiteY17372" fmla="*/ 1066276 h 2767298"/>
              <a:gd name="connsiteX17373" fmla="*/ 3934675 w 4752801"/>
              <a:gd name="connsiteY17373" fmla="*/ 1066276 h 2767298"/>
              <a:gd name="connsiteX17374" fmla="*/ 3933461 w 4752801"/>
              <a:gd name="connsiteY17374" fmla="*/ 1065466 h 2767298"/>
              <a:gd name="connsiteX17375" fmla="*/ 3928603 w 4752801"/>
              <a:gd name="connsiteY17375" fmla="*/ 1056965 h 2767298"/>
              <a:gd name="connsiteX17376" fmla="*/ 3928603 w 4752801"/>
              <a:gd name="connsiteY17376" fmla="*/ 1055751 h 2767298"/>
              <a:gd name="connsiteX17377" fmla="*/ 3933461 w 4752801"/>
              <a:gd name="connsiteY17377" fmla="*/ 1047250 h 2767298"/>
              <a:gd name="connsiteX17378" fmla="*/ 3934675 w 4752801"/>
              <a:gd name="connsiteY17378" fmla="*/ 1046845 h 2767298"/>
              <a:gd name="connsiteX17379" fmla="*/ 2315830 w 4752801"/>
              <a:gd name="connsiteY17379" fmla="*/ 1046440 h 2767298"/>
              <a:gd name="connsiteX17380" fmla="*/ 2325545 w 4752801"/>
              <a:gd name="connsiteY17380" fmla="*/ 1046440 h 2767298"/>
              <a:gd name="connsiteX17381" fmla="*/ 2326760 w 4752801"/>
              <a:gd name="connsiteY17381" fmla="*/ 1047250 h 2767298"/>
              <a:gd name="connsiteX17382" fmla="*/ 2331618 w 4752801"/>
              <a:gd name="connsiteY17382" fmla="*/ 1055751 h 2767298"/>
              <a:gd name="connsiteX17383" fmla="*/ 2331618 w 4752801"/>
              <a:gd name="connsiteY17383" fmla="*/ 1056965 h 2767298"/>
              <a:gd name="connsiteX17384" fmla="*/ 2326760 w 4752801"/>
              <a:gd name="connsiteY17384" fmla="*/ 1065466 h 2767298"/>
              <a:gd name="connsiteX17385" fmla="*/ 2325545 w 4752801"/>
              <a:gd name="connsiteY17385" fmla="*/ 1066276 h 2767298"/>
              <a:gd name="connsiteX17386" fmla="*/ 2315830 w 4752801"/>
              <a:gd name="connsiteY17386" fmla="*/ 1066276 h 2767298"/>
              <a:gd name="connsiteX17387" fmla="*/ 2314615 w 4752801"/>
              <a:gd name="connsiteY17387" fmla="*/ 1065466 h 2767298"/>
              <a:gd name="connsiteX17388" fmla="*/ 2309758 w 4752801"/>
              <a:gd name="connsiteY17388" fmla="*/ 1056965 h 2767298"/>
              <a:gd name="connsiteX17389" fmla="*/ 2309758 w 4752801"/>
              <a:gd name="connsiteY17389" fmla="*/ 1055751 h 2767298"/>
              <a:gd name="connsiteX17390" fmla="*/ 2314615 w 4752801"/>
              <a:gd name="connsiteY17390" fmla="*/ 1047250 h 2767298"/>
              <a:gd name="connsiteX17391" fmla="*/ 2315830 w 4752801"/>
              <a:gd name="connsiteY17391" fmla="*/ 1046440 h 2767298"/>
              <a:gd name="connsiteX17392" fmla="*/ 3488976 w 4752801"/>
              <a:gd name="connsiteY17392" fmla="*/ 1046036 h 2767298"/>
              <a:gd name="connsiteX17393" fmla="*/ 3499906 w 4752801"/>
              <a:gd name="connsiteY17393" fmla="*/ 1046036 h 2767298"/>
              <a:gd name="connsiteX17394" fmla="*/ 3501121 w 4752801"/>
              <a:gd name="connsiteY17394" fmla="*/ 1046441 h 2767298"/>
              <a:gd name="connsiteX17395" fmla="*/ 3506384 w 4752801"/>
              <a:gd name="connsiteY17395" fmla="*/ 1055751 h 2767298"/>
              <a:gd name="connsiteX17396" fmla="*/ 3506384 w 4752801"/>
              <a:gd name="connsiteY17396" fmla="*/ 1056966 h 2767298"/>
              <a:gd name="connsiteX17397" fmla="*/ 3501121 w 4752801"/>
              <a:gd name="connsiteY17397" fmla="*/ 1066277 h 2767298"/>
              <a:gd name="connsiteX17398" fmla="*/ 3499906 w 4752801"/>
              <a:gd name="connsiteY17398" fmla="*/ 1066681 h 2767298"/>
              <a:gd name="connsiteX17399" fmla="*/ 3488976 w 4752801"/>
              <a:gd name="connsiteY17399" fmla="*/ 1066681 h 2767298"/>
              <a:gd name="connsiteX17400" fmla="*/ 3487762 w 4752801"/>
              <a:gd name="connsiteY17400" fmla="*/ 1066277 h 2767298"/>
              <a:gd name="connsiteX17401" fmla="*/ 3482500 w 4752801"/>
              <a:gd name="connsiteY17401" fmla="*/ 1056966 h 2767298"/>
              <a:gd name="connsiteX17402" fmla="*/ 3482500 w 4752801"/>
              <a:gd name="connsiteY17402" fmla="*/ 1055751 h 2767298"/>
              <a:gd name="connsiteX17403" fmla="*/ 3487762 w 4752801"/>
              <a:gd name="connsiteY17403" fmla="*/ 1046441 h 2767298"/>
              <a:gd name="connsiteX17404" fmla="*/ 3488976 w 4752801"/>
              <a:gd name="connsiteY17404" fmla="*/ 1046036 h 2767298"/>
              <a:gd name="connsiteX17405" fmla="*/ 3691383 w 4752801"/>
              <a:gd name="connsiteY17405" fmla="*/ 1045226 h 2767298"/>
              <a:gd name="connsiteX17406" fmla="*/ 3702717 w 4752801"/>
              <a:gd name="connsiteY17406" fmla="*/ 1045226 h 2767298"/>
              <a:gd name="connsiteX17407" fmla="*/ 3703932 w 4752801"/>
              <a:gd name="connsiteY17407" fmla="*/ 1046036 h 2767298"/>
              <a:gd name="connsiteX17408" fmla="*/ 3709599 w 4752801"/>
              <a:gd name="connsiteY17408" fmla="*/ 1055751 h 2767298"/>
              <a:gd name="connsiteX17409" fmla="*/ 3709599 w 4752801"/>
              <a:gd name="connsiteY17409" fmla="*/ 1056966 h 2767298"/>
              <a:gd name="connsiteX17410" fmla="*/ 3703932 w 4752801"/>
              <a:gd name="connsiteY17410" fmla="*/ 1066681 h 2767298"/>
              <a:gd name="connsiteX17411" fmla="*/ 3702717 w 4752801"/>
              <a:gd name="connsiteY17411" fmla="*/ 1067491 h 2767298"/>
              <a:gd name="connsiteX17412" fmla="*/ 3691383 w 4752801"/>
              <a:gd name="connsiteY17412" fmla="*/ 1067491 h 2767298"/>
              <a:gd name="connsiteX17413" fmla="*/ 3690168 w 4752801"/>
              <a:gd name="connsiteY17413" fmla="*/ 1066681 h 2767298"/>
              <a:gd name="connsiteX17414" fmla="*/ 3684501 w 4752801"/>
              <a:gd name="connsiteY17414" fmla="*/ 1056966 h 2767298"/>
              <a:gd name="connsiteX17415" fmla="*/ 3684501 w 4752801"/>
              <a:gd name="connsiteY17415" fmla="*/ 1055751 h 2767298"/>
              <a:gd name="connsiteX17416" fmla="*/ 3690168 w 4752801"/>
              <a:gd name="connsiteY17416" fmla="*/ 1046036 h 2767298"/>
              <a:gd name="connsiteX17417" fmla="*/ 3691383 w 4752801"/>
              <a:gd name="connsiteY17417" fmla="*/ 1045226 h 2767298"/>
              <a:gd name="connsiteX17418" fmla="*/ 3529053 w 4752801"/>
              <a:gd name="connsiteY17418" fmla="*/ 1044821 h 2767298"/>
              <a:gd name="connsiteX17419" fmla="*/ 3540792 w 4752801"/>
              <a:gd name="connsiteY17419" fmla="*/ 1044821 h 2767298"/>
              <a:gd name="connsiteX17420" fmla="*/ 3542006 w 4752801"/>
              <a:gd name="connsiteY17420" fmla="*/ 1045226 h 2767298"/>
              <a:gd name="connsiteX17421" fmla="*/ 3547674 w 4752801"/>
              <a:gd name="connsiteY17421" fmla="*/ 1055346 h 2767298"/>
              <a:gd name="connsiteX17422" fmla="*/ 3547674 w 4752801"/>
              <a:gd name="connsiteY17422" fmla="*/ 1056561 h 2767298"/>
              <a:gd name="connsiteX17423" fmla="*/ 3542006 w 4752801"/>
              <a:gd name="connsiteY17423" fmla="*/ 1066681 h 2767298"/>
              <a:gd name="connsiteX17424" fmla="*/ 3540792 w 4752801"/>
              <a:gd name="connsiteY17424" fmla="*/ 1067086 h 2767298"/>
              <a:gd name="connsiteX17425" fmla="*/ 3529053 w 4752801"/>
              <a:gd name="connsiteY17425" fmla="*/ 1067086 h 2767298"/>
              <a:gd name="connsiteX17426" fmla="*/ 3527838 w 4752801"/>
              <a:gd name="connsiteY17426" fmla="*/ 1066681 h 2767298"/>
              <a:gd name="connsiteX17427" fmla="*/ 3522171 w 4752801"/>
              <a:gd name="connsiteY17427" fmla="*/ 1056561 h 2767298"/>
              <a:gd name="connsiteX17428" fmla="*/ 3522171 w 4752801"/>
              <a:gd name="connsiteY17428" fmla="*/ 1055346 h 2767298"/>
              <a:gd name="connsiteX17429" fmla="*/ 3527838 w 4752801"/>
              <a:gd name="connsiteY17429" fmla="*/ 1045226 h 2767298"/>
              <a:gd name="connsiteX17430" fmla="*/ 3529053 w 4752801"/>
              <a:gd name="connsiteY17430" fmla="*/ 1044821 h 2767298"/>
              <a:gd name="connsiteX17431" fmla="*/ 3448091 w 4752801"/>
              <a:gd name="connsiteY17431" fmla="*/ 1044821 h 2767298"/>
              <a:gd name="connsiteX17432" fmla="*/ 3459425 w 4752801"/>
              <a:gd name="connsiteY17432" fmla="*/ 1044821 h 2767298"/>
              <a:gd name="connsiteX17433" fmla="*/ 3460640 w 4752801"/>
              <a:gd name="connsiteY17433" fmla="*/ 1045631 h 2767298"/>
              <a:gd name="connsiteX17434" fmla="*/ 3466307 w 4752801"/>
              <a:gd name="connsiteY17434" fmla="*/ 1055346 h 2767298"/>
              <a:gd name="connsiteX17435" fmla="*/ 3466307 w 4752801"/>
              <a:gd name="connsiteY17435" fmla="*/ 1056561 h 2767298"/>
              <a:gd name="connsiteX17436" fmla="*/ 3460640 w 4752801"/>
              <a:gd name="connsiteY17436" fmla="*/ 1066276 h 2767298"/>
              <a:gd name="connsiteX17437" fmla="*/ 3459425 w 4752801"/>
              <a:gd name="connsiteY17437" fmla="*/ 1067086 h 2767298"/>
              <a:gd name="connsiteX17438" fmla="*/ 3448091 w 4752801"/>
              <a:gd name="connsiteY17438" fmla="*/ 1067086 h 2767298"/>
              <a:gd name="connsiteX17439" fmla="*/ 3446876 w 4752801"/>
              <a:gd name="connsiteY17439" fmla="*/ 1066276 h 2767298"/>
              <a:gd name="connsiteX17440" fmla="*/ 3441209 w 4752801"/>
              <a:gd name="connsiteY17440" fmla="*/ 1056561 h 2767298"/>
              <a:gd name="connsiteX17441" fmla="*/ 3441209 w 4752801"/>
              <a:gd name="connsiteY17441" fmla="*/ 1055346 h 2767298"/>
              <a:gd name="connsiteX17442" fmla="*/ 3446876 w 4752801"/>
              <a:gd name="connsiteY17442" fmla="*/ 1045631 h 2767298"/>
              <a:gd name="connsiteX17443" fmla="*/ 3448091 w 4752801"/>
              <a:gd name="connsiteY17443" fmla="*/ 1044821 h 2767298"/>
              <a:gd name="connsiteX17444" fmla="*/ 3569129 w 4752801"/>
              <a:gd name="connsiteY17444" fmla="*/ 1044416 h 2767298"/>
              <a:gd name="connsiteX17445" fmla="*/ 3581678 w 4752801"/>
              <a:gd name="connsiteY17445" fmla="*/ 1044416 h 2767298"/>
              <a:gd name="connsiteX17446" fmla="*/ 3582892 w 4752801"/>
              <a:gd name="connsiteY17446" fmla="*/ 1044821 h 2767298"/>
              <a:gd name="connsiteX17447" fmla="*/ 3589370 w 4752801"/>
              <a:gd name="connsiteY17447" fmla="*/ 1055751 h 2767298"/>
              <a:gd name="connsiteX17448" fmla="*/ 3589370 w 4752801"/>
              <a:gd name="connsiteY17448" fmla="*/ 1056965 h 2767298"/>
              <a:gd name="connsiteX17449" fmla="*/ 3582892 w 4752801"/>
              <a:gd name="connsiteY17449" fmla="*/ 1067895 h 2767298"/>
              <a:gd name="connsiteX17450" fmla="*/ 3581678 w 4752801"/>
              <a:gd name="connsiteY17450" fmla="*/ 1068300 h 2767298"/>
              <a:gd name="connsiteX17451" fmla="*/ 3569129 w 4752801"/>
              <a:gd name="connsiteY17451" fmla="*/ 1068300 h 2767298"/>
              <a:gd name="connsiteX17452" fmla="*/ 3567914 w 4752801"/>
              <a:gd name="connsiteY17452" fmla="*/ 1067895 h 2767298"/>
              <a:gd name="connsiteX17453" fmla="*/ 3561438 w 4752801"/>
              <a:gd name="connsiteY17453" fmla="*/ 1056965 h 2767298"/>
              <a:gd name="connsiteX17454" fmla="*/ 3561438 w 4752801"/>
              <a:gd name="connsiteY17454" fmla="*/ 1055751 h 2767298"/>
              <a:gd name="connsiteX17455" fmla="*/ 3567914 w 4752801"/>
              <a:gd name="connsiteY17455" fmla="*/ 1044821 h 2767298"/>
              <a:gd name="connsiteX17456" fmla="*/ 3569129 w 4752801"/>
              <a:gd name="connsiteY17456" fmla="*/ 1044416 h 2767298"/>
              <a:gd name="connsiteX17457" fmla="*/ 3407610 w 4752801"/>
              <a:gd name="connsiteY17457" fmla="*/ 1044416 h 2767298"/>
              <a:gd name="connsiteX17458" fmla="*/ 3419349 w 4752801"/>
              <a:gd name="connsiteY17458" fmla="*/ 1044416 h 2767298"/>
              <a:gd name="connsiteX17459" fmla="*/ 3420563 w 4752801"/>
              <a:gd name="connsiteY17459" fmla="*/ 1045226 h 2767298"/>
              <a:gd name="connsiteX17460" fmla="*/ 3426231 w 4752801"/>
              <a:gd name="connsiteY17460" fmla="*/ 1055346 h 2767298"/>
              <a:gd name="connsiteX17461" fmla="*/ 3426231 w 4752801"/>
              <a:gd name="connsiteY17461" fmla="*/ 1056560 h 2767298"/>
              <a:gd name="connsiteX17462" fmla="*/ 3420563 w 4752801"/>
              <a:gd name="connsiteY17462" fmla="*/ 1066681 h 2767298"/>
              <a:gd name="connsiteX17463" fmla="*/ 3419349 w 4752801"/>
              <a:gd name="connsiteY17463" fmla="*/ 1067490 h 2767298"/>
              <a:gd name="connsiteX17464" fmla="*/ 3407610 w 4752801"/>
              <a:gd name="connsiteY17464" fmla="*/ 1067490 h 2767298"/>
              <a:gd name="connsiteX17465" fmla="*/ 3406395 w 4752801"/>
              <a:gd name="connsiteY17465" fmla="*/ 1066681 h 2767298"/>
              <a:gd name="connsiteX17466" fmla="*/ 3400728 w 4752801"/>
              <a:gd name="connsiteY17466" fmla="*/ 1056560 h 2767298"/>
              <a:gd name="connsiteX17467" fmla="*/ 3400728 w 4752801"/>
              <a:gd name="connsiteY17467" fmla="*/ 1055346 h 2767298"/>
              <a:gd name="connsiteX17468" fmla="*/ 3406395 w 4752801"/>
              <a:gd name="connsiteY17468" fmla="*/ 1045226 h 2767298"/>
              <a:gd name="connsiteX17469" fmla="*/ 3407610 w 4752801"/>
              <a:gd name="connsiteY17469" fmla="*/ 1044416 h 2767298"/>
              <a:gd name="connsiteX17470" fmla="*/ 2557907 w 4752801"/>
              <a:gd name="connsiteY17470" fmla="*/ 1044416 h 2767298"/>
              <a:gd name="connsiteX17471" fmla="*/ 2569242 w 4752801"/>
              <a:gd name="connsiteY17471" fmla="*/ 1044416 h 2767298"/>
              <a:gd name="connsiteX17472" fmla="*/ 2570457 w 4752801"/>
              <a:gd name="connsiteY17472" fmla="*/ 1045226 h 2767298"/>
              <a:gd name="connsiteX17473" fmla="*/ 2576124 w 4752801"/>
              <a:gd name="connsiteY17473" fmla="*/ 1055346 h 2767298"/>
              <a:gd name="connsiteX17474" fmla="*/ 2576124 w 4752801"/>
              <a:gd name="connsiteY17474" fmla="*/ 1056560 h 2767298"/>
              <a:gd name="connsiteX17475" fmla="*/ 2570457 w 4752801"/>
              <a:gd name="connsiteY17475" fmla="*/ 1066681 h 2767298"/>
              <a:gd name="connsiteX17476" fmla="*/ 2569242 w 4752801"/>
              <a:gd name="connsiteY17476" fmla="*/ 1067490 h 2767298"/>
              <a:gd name="connsiteX17477" fmla="*/ 2557907 w 4752801"/>
              <a:gd name="connsiteY17477" fmla="*/ 1067490 h 2767298"/>
              <a:gd name="connsiteX17478" fmla="*/ 2556693 w 4752801"/>
              <a:gd name="connsiteY17478" fmla="*/ 1066681 h 2767298"/>
              <a:gd name="connsiteX17479" fmla="*/ 2551026 w 4752801"/>
              <a:gd name="connsiteY17479" fmla="*/ 1056560 h 2767298"/>
              <a:gd name="connsiteX17480" fmla="*/ 2551026 w 4752801"/>
              <a:gd name="connsiteY17480" fmla="*/ 1055346 h 2767298"/>
              <a:gd name="connsiteX17481" fmla="*/ 2556693 w 4752801"/>
              <a:gd name="connsiteY17481" fmla="*/ 1045226 h 2767298"/>
              <a:gd name="connsiteX17482" fmla="*/ 2557907 w 4752801"/>
              <a:gd name="connsiteY17482" fmla="*/ 1044416 h 2767298"/>
              <a:gd name="connsiteX17483" fmla="*/ 2517021 w 4752801"/>
              <a:gd name="connsiteY17483" fmla="*/ 1044011 h 2767298"/>
              <a:gd name="connsiteX17484" fmla="*/ 2529166 w 4752801"/>
              <a:gd name="connsiteY17484" fmla="*/ 1044011 h 2767298"/>
              <a:gd name="connsiteX17485" fmla="*/ 2530380 w 4752801"/>
              <a:gd name="connsiteY17485" fmla="*/ 1044821 h 2767298"/>
              <a:gd name="connsiteX17486" fmla="*/ 2536452 w 4752801"/>
              <a:gd name="connsiteY17486" fmla="*/ 1055346 h 2767298"/>
              <a:gd name="connsiteX17487" fmla="*/ 2536452 w 4752801"/>
              <a:gd name="connsiteY17487" fmla="*/ 1056560 h 2767298"/>
              <a:gd name="connsiteX17488" fmla="*/ 2530380 w 4752801"/>
              <a:gd name="connsiteY17488" fmla="*/ 1067085 h 2767298"/>
              <a:gd name="connsiteX17489" fmla="*/ 2529166 w 4752801"/>
              <a:gd name="connsiteY17489" fmla="*/ 1067895 h 2767298"/>
              <a:gd name="connsiteX17490" fmla="*/ 2517021 w 4752801"/>
              <a:gd name="connsiteY17490" fmla="*/ 1067895 h 2767298"/>
              <a:gd name="connsiteX17491" fmla="*/ 2515807 w 4752801"/>
              <a:gd name="connsiteY17491" fmla="*/ 1067085 h 2767298"/>
              <a:gd name="connsiteX17492" fmla="*/ 2509735 w 4752801"/>
              <a:gd name="connsiteY17492" fmla="*/ 1056560 h 2767298"/>
              <a:gd name="connsiteX17493" fmla="*/ 2509735 w 4752801"/>
              <a:gd name="connsiteY17493" fmla="*/ 1055346 h 2767298"/>
              <a:gd name="connsiteX17494" fmla="*/ 2515807 w 4752801"/>
              <a:gd name="connsiteY17494" fmla="*/ 1044821 h 2767298"/>
              <a:gd name="connsiteX17495" fmla="*/ 2517021 w 4752801"/>
              <a:gd name="connsiteY17495" fmla="*/ 1044011 h 2767298"/>
              <a:gd name="connsiteX17496" fmla="*/ 2355096 w 4752801"/>
              <a:gd name="connsiteY17496" fmla="*/ 1044011 h 2767298"/>
              <a:gd name="connsiteX17497" fmla="*/ 2367241 w 4752801"/>
              <a:gd name="connsiteY17497" fmla="*/ 1044011 h 2767298"/>
              <a:gd name="connsiteX17498" fmla="*/ 2368455 w 4752801"/>
              <a:gd name="connsiteY17498" fmla="*/ 1044821 h 2767298"/>
              <a:gd name="connsiteX17499" fmla="*/ 2374527 w 4752801"/>
              <a:gd name="connsiteY17499" fmla="*/ 1055346 h 2767298"/>
              <a:gd name="connsiteX17500" fmla="*/ 2374527 w 4752801"/>
              <a:gd name="connsiteY17500" fmla="*/ 1056560 h 2767298"/>
              <a:gd name="connsiteX17501" fmla="*/ 2368455 w 4752801"/>
              <a:gd name="connsiteY17501" fmla="*/ 1067085 h 2767298"/>
              <a:gd name="connsiteX17502" fmla="*/ 2367241 w 4752801"/>
              <a:gd name="connsiteY17502" fmla="*/ 1067895 h 2767298"/>
              <a:gd name="connsiteX17503" fmla="*/ 2355096 w 4752801"/>
              <a:gd name="connsiteY17503" fmla="*/ 1067895 h 2767298"/>
              <a:gd name="connsiteX17504" fmla="*/ 2353882 w 4752801"/>
              <a:gd name="connsiteY17504" fmla="*/ 1067085 h 2767298"/>
              <a:gd name="connsiteX17505" fmla="*/ 2347810 w 4752801"/>
              <a:gd name="connsiteY17505" fmla="*/ 1056560 h 2767298"/>
              <a:gd name="connsiteX17506" fmla="*/ 2347810 w 4752801"/>
              <a:gd name="connsiteY17506" fmla="*/ 1055346 h 2767298"/>
              <a:gd name="connsiteX17507" fmla="*/ 2353882 w 4752801"/>
              <a:gd name="connsiteY17507" fmla="*/ 1044821 h 2767298"/>
              <a:gd name="connsiteX17508" fmla="*/ 2355096 w 4752801"/>
              <a:gd name="connsiteY17508" fmla="*/ 1044011 h 2767298"/>
              <a:gd name="connsiteX17509" fmla="*/ 3366723 w 4752801"/>
              <a:gd name="connsiteY17509" fmla="*/ 1043607 h 2767298"/>
              <a:gd name="connsiteX17510" fmla="*/ 3379272 w 4752801"/>
              <a:gd name="connsiteY17510" fmla="*/ 1043607 h 2767298"/>
              <a:gd name="connsiteX17511" fmla="*/ 3380487 w 4752801"/>
              <a:gd name="connsiteY17511" fmla="*/ 1044417 h 2767298"/>
              <a:gd name="connsiteX17512" fmla="*/ 3386559 w 4752801"/>
              <a:gd name="connsiteY17512" fmla="*/ 1055347 h 2767298"/>
              <a:gd name="connsiteX17513" fmla="*/ 3386559 w 4752801"/>
              <a:gd name="connsiteY17513" fmla="*/ 1056561 h 2767298"/>
              <a:gd name="connsiteX17514" fmla="*/ 3380487 w 4752801"/>
              <a:gd name="connsiteY17514" fmla="*/ 1067491 h 2767298"/>
              <a:gd name="connsiteX17515" fmla="*/ 3379272 w 4752801"/>
              <a:gd name="connsiteY17515" fmla="*/ 1068301 h 2767298"/>
              <a:gd name="connsiteX17516" fmla="*/ 3366723 w 4752801"/>
              <a:gd name="connsiteY17516" fmla="*/ 1068301 h 2767298"/>
              <a:gd name="connsiteX17517" fmla="*/ 3365509 w 4752801"/>
              <a:gd name="connsiteY17517" fmla="*/ 1067491 h 2767298"/>
              <a:gd name="connsiteX17518" fmla="*/ 3359437 w 4752801"/>
              <a:gd name="connsiteY17518" fmla="*/ 1056561 h 2767298"/>
              <a:gd name="connsiteX17519" fmla="*/ 3359437 w 4752801"/>
              <a:gd name="connsiteY17519" fmla="*/ 1055347 h 2767298"/>
              <a:gd name="connsiteX17520" fmla="*/ 3365509 w 4752801"/>
              <a:gd name="connsiteY17520" fmla="*/ 1044417 h 2767298"/>
              <a:gd name="connsiteX17521" fmla="*/ 3366723 w 4752801"/>
              <a:gd name="connsiteY17521" fmla="*/ 1043607 h 2767298"/>
              <a:gd name="connsiteX17522" fmla="*/ 3285761 w 4752801"/>
              <a:gd name="connsiteY17522" fmla="*/ 1043607 h 2767298"/>
              <a:gd name="connsiteX17523" fmla="*/ 3298310 w 4752801"/>
              <a:gd name="connsiteY17523" fmla="*/ 1043607 h 2767298"/>
              <a:gd name="connsiteX17524" fmla="*/ 3299524 w 4752801"/>
              <a:gd name="connsiteY17524" fmla="*/ 1044417 h 2767298"/>
              <a:gd name="connsiteX17525" fmla="*/ 3306002 w 4752801"/>
              <a:gd name="connsiteY17525" fmla="*/ 1055347 h 2767298"/>
              <a:gd name="connsiteX17526" fmla="*/ 3306002 w 4752801"/>
              <a:gd name="connsiteY17526" fmla="*/ 1056561 h 2767298"/>
              <a:gd name="connsiteX17527" fmla="*/ 3299524 w 4752801"/>
              <a:gd name="connsiteY17527" fmla="*/ 1067491 h 2767298"/>
              <a:gd name="connsiteX17528" fmla="*/ 3298310 w 4752801"/>
              <a:gd name="connsiteY17528" fmla="*/ 1068301 h 2767298"/>
              <a:gd name="connsiteX17529" fmla="*/ 3285761 w 4752801"/>
              <a:gd name="connsiteY17529" fmla="*/ 1068301 h 2767298"/>
              <a:gd name="connsiteX17530" fmla="*/ 3284546 w 4752801"/>
              <a:gd name="connsiteY17530" fmla="*/ 1067491 h 2767298"/>
              <a:gd name="connsiteX17531" fmla="*/ 3278070 w 4752801"/>
              <a:gd name="connsiteY17531" fmla="*/ 1056561 h 2767298"/>
              <a:gd name="connsiteX17532" fmla="*/ 3278070 w 4752801"/>
              <a:gd name="connsiteY17532" fmla="*/ 1055347 h 2767298"/>
              <a:gd name="connsiteX17533" fmla="*/ 3284546 w 4752801"/>
              <a:gd name="connsiteY17533" fmla="*/ 1044417 h 2767298"/>
              <a:gd name="connsiteX17534" fmla="*/ 3285761 w 4752801"/>
              <a:gd name="connsiteY17534" fmla="*/ 1043607 h 2767298"/>
              <a:gd name="connsiteX17535" fmla="*/ 2394364 w 4752801"/>
              <a:gd name="connsiteY17535" fmla="*/ 1042797 h 2767298"/>
              <a:gd name="connsiteX17536" fmla="*/ 2408532 w 4752801"/>
              <a:gd name="connsiteY17536" fmla="*/ 1042797 h 2767298"/>
              <a:gd name="connsiteX17537" fmla="*/ 2409747 w 4752801"/>
              <a:gd name="connsiteY17537" fmla="*/ 1043607 h 2767298"/>
              <a:gd name="connsiteX17538" fmla="*/ 2417033 w 4752801"/>
              <a:gd name="connsiteY17538" fmla="*/ 1055751 h 2767298"/>
              <a:gd name="connsiteX17539" fmla="*/ 2417033 w 4752801"/>
              <a:gd name="connsiteY17539" fmla="*/ 1056965 h 2767298"/>
              <a:gd name="connsiteX17540" fmla="*/ 2409747 w 4752801"/>
              <a:gd name="connsiteY17540" fmla="*/ 1069110 h 2767298"/>
              <a:gd name="connsiteX17541" fmla="*/ 2408532 w 4752801"/>
              <a:gd name="connsiteY17541" fmla="*/ 1069919 h 2767298"/>
              <a:gd name="connsiteX17542" fmla="*/ 2394364 w 4752801"/>
              <a:gd name="connsiteY17542" fmla="*/ 1069919 h 2767298"/>
              <a:gd name="connsiteX17543" fmla="*/ 2393149 w 4752801"/>
              <a:gd name="connsiteY17543" fmla="*/ 1069110 h 2767298"/>
              <a:gd name="connsiteX17544" fmla="*/ 2385863 w 4752801"/>
              <a:gd name="connsiteY17544" fmla="*/ 1056965 h 2767298"/>
              <a:gd name="connsiteX17545" fmla="*/ 2385863 w 4752801"/>
              <a:gd name="connsiteY17545" fmla="*/ 1055751 h 2767298"/>
              <a:gd name="connsiteX17546" fmla="*/ 2393149 w 4752801"/>
              <a:gd name="connsiteY17546" fmla="*/ 1043607 h 2767298"/>
              <a:gd name="connsiteX17547" fmla="*/ 2394364 w 4752801"/>
              <a:gd name="connsiteY17547" fmla="*/ 1042797 h 2767298"/>
              <a:gd name="connsiteX17548" fmla="*/ 3608800 w 4752801"/>
              <a:gd name="connsiteY17548" fmla="*/ 1042392 h 2767298"/>
              <a:gd name="connsiteX17549" fmla="*/ 3623374 w 4752801"/>
              <a:gd name="connsiteY17549" fmla="*/ 1042392 h 2767298"/>
              <a:gd name="connsiteX17550" fmla="*/ 3624588 w 4752801"/>
              <a:gd name="connsiteY17550" fmla="*/ 1043202 h 2767298"/>
              <a:gd name="connsiteX17551" fmla="*/ 3631875 w 4752801"/>
              <a:gd name="connsiteY17551" fmla="*/ 1055751 h 2767298"/>
              <a:gd name="connsiteX17552" fmla="*/ 3631875 w 4752801"/>
              <a:gd name="connsiteY17552" fmla="*/ 1056965 h 2767298"/>
              <a:gd name="connsiteX17553" fmla="*/ 3624588 w 4752801"/>
              <a:gd name="connsiteY17553" fmla="*/ 1069514 h 2767298"/>
              <a:gd name="connsiteX17554" fmla="*/ 3623374 w 4752801"/>
              <a:gd name="connsiteY17554" fmla="*/ 1070324 h 2767298"/>
              <a:gd name="connsiteX17555" fmla="*/ 3608800 w 4752801"/>
              <a:gd name="connsiteY17555" fmla="*/ 1070324 h 2767298"/>
              <a:gd name="connsiteX17556" fmla="*/ 3607586 w 4752801"/>
              <a:gd name="connsiteY17556" fmla="*/ 1069514 h 2767298"/>
              <a:gd name="connsiteX17557" fmla="*/ 3600300 w 4752801"/>
              <a:gd name="connsiteY17557" fmla="*/ 1056965 h 2767298"/>
              <a:gd name="connsiteX17558" fmla="*/ 3600300 w 4752801"/>
              <a:gd name="connsiteY17558" fmla="*/ 1055751 h 2767298"/>
              <a:gd name="connsiteX17559" fmla="*/ 3607586 w 4752801"/>
              <a:gd name="connsiteY17559" fmla="*/ 1043202 h 2767298"/>
              <a:gd name="connsiteX17560" fmla="*/ 3608800 w 4752801"/>
              <a:gd name="connsiteY17560" fmla="*/ 1042392 h 2767298"/>
              <a:gd name="connsiteX17561" fmla="*/ 2434035 w 4752801"/>
              <a:gd name="connsiteY17561" fmla="*/ 1042392 h 2767298"/>
              <a:gd name="connsiteX17562" fmla="*/ 2449418 w 4752801"/>
              <a:gd name="connsiteY17562" fmla="*/ 1042392 h 2767298"/>
              <a:gd name="connsiteX17563" fmla="*/ 2450633 w 4752801"/>
              <a:gd name="connsiteY17563" fmla="*/ 1042797 h 2767298"/>
              <a:gd name="connsiteX17564" fmla="*/ 2458324 w 4752801"/>
              <a:gd name="connsiteY17564" fmla="*/ 1055751 h 2767298"/>
              <a:gd name="connsiteX17565" fmla="*/ 2458324 w 4752801"/>
              <a:gd name="connsiteY17565" fmla="*/ 1056965 h 2767298"/>
              <a:gd name="connsiteX17566" fmla="*/ 2450633 w 4752801"/>
              <a:gd name="connsiteY17566" fmla="*/ 1069919 h 2767298"/>
              <a:gd name="connsiteX17567" fmla="*/ 2449418 w 4752801"/>
              <a:gd name="connsiteY17567" fmla="*/ 1070324 h 2767298"/>
              <a:gd name="connsiteX17568" fmla="*/ 2434035 w 4752801"/>
              <a:gd name="connsiteY17568" fmla="*/ 1070324 h 2767298"/>
              <a:gd name="connsiteX17569" fmla="*/ 2432821 w 4752801"/>
              <a:gd name="connsiteY17569" fmla="*/ 1069919 h 2767298"/>
              <a:gd name="connsiteX17570" fmla="*/ 2425130 w 4752801"/>
              <a:gd name="connsiteY17570" fmla="*/ 1056965 h 2767298"/>
              <a:gd name="connsiteX17571" fmla="*/ 2425130 w 4752801"/>
              <a:gd name="connsiteY17571" fmla="*/ 1055751 h 2767298"/>
              <a:gd name="connsiteX17572" fmla="*/ 2432821 w 4752801"/>
              <a:gd name="connsiteY17572" fmla="*/ 1042797 h 2767298"/>
              <a:gd name="connsiteX17573" fmla="*/ 2434035 w 4752801"/>
              <a:gd name="connsiteY17573" fmla="*/ 1042392 h 2767298"/>
              <a:gd name="connsiteX17574" fmla="*/ 3648878 w 4752801"/>
              <a:gd name="connsiteY17574" fmla="*/ 1041987 h 2767298"/>
              <a:gd name="connsiteX17575" fmla="*/ 3663855 w 4752801"/>
              <a:gd name="connsiteY17575" fmla="*/ 1041987 h 2767298"/>
              <a:gd name="connsiteX17576" fmla="*/ 3665070 w 4752801"/>
              <a:gd name="connsiteY17576" fmla="*/ 1042797 h 2767298"/>
              <a:gd name="connsiteX17577" fmla="*/ 3672762 w 4752801"/>
              <a:gd name="connsiteY17577" fmla="*/ 1055751 h 2767298"/>
              <a:gd name="connsiteX17578" fmla="*/ 3672762 w 4752801"/>
              <a:gd name="connsiteY17578" fmla="*/ 1056965 h 2767298"/>
              <a:gd name="connsiteX17579" fmla="*/ 3665070 w 4752801"/>
              <a:gd name="connsiteY17579" fmla="*/ 1069919 h 2767298"/>
              <a:gd name="connsiteX17580" fmla="*/ 3663855 w 4752801"/>
              <a:gd name="connsiteY17580" fmla="*/ 1070729 h 2767298"/>
              <a:gd name="connsiteX17581" fmla="*/ 3648878 w 4752801"/>
              <a:gd name="connsiteY17581" fmla="*/ 1070729 h 2767298"/>
              <a:gd name="connsiteX17582" fmla="*/ 3647663 w 4752801"/>
              <a:gd name="connsiteY17582" fmla="*/ 1069919 h 2767298"/>
              <a:gd name="connsiteX17583" fmla="*/ 3639972 w 4752801"/>
              <a:gd name="connsiteY17583" fmla="*/ 1056965 h 2767298"/>
              <a:gd name="connsiteX17584" fmla="*/ 3639972 w 4752801"/>
              <a:gd name="connsiteY17584" fmla="*/ 1055751 h 2767298"/>
              <a:gd name="connsiteX17585" fmla="*/ 3647663 w 4752801"/>
              <a:gd name="connsiteY17585" fmla="*/ 1042797 h 2767298"/>
              <a:gd name="connsiteX17586" fmla="*/ 3648878 w 4752801"/>
              <a:gd name="connsiteY17586" fmla="*/ 1041987 h 2767298"/>
              <a:gd name="connsiteX17587" fmla="*/ 2474921 w 4752801"/>
              <a:gd name="connsiteY17587" fmla="*/ 1041583 h 2767298"/>
              <a:gd name="connsiteX17588" fmla="*/ 2490304 w 4752801"/>
              <a:gd name="connsiteY17588" fmla="*/ 1041583 h 2767298"/>
              <a:gd name="connsiteX17589" fmla="*/ 2491519 w 4752801"/>
              <a:gd name="connsiteY17589" fmla="*/ 1042393 h 2767298"/>
              <a:gd name="connsiteX17590" fmla="*/ 2499210 w 4752801"/>
              <a:gd name="connsiteY17590" fmla="*/ 1055751 h 2767298"/>
              <a:gd name="connsiteX17591" fmla="*/ 2499210 w 4752801"/>
              <a:gd name="connsiteY17591" fmla="*/ 1056966 h 2767298"/>
              <a:gd name="connsiteX17592" fmla="*/ 2491519 w 4752801"/>
              <a:gd name="connsiteY17592" fmla="*/ 1070325 h 2767298"/>
              <a:gd name="connsiteX17593" fmla="*/ 2490304 w 4752801"/>
              <a:gd name="connsiteY17593" fmla="*/ 1071134 h 2767298"/>
              <a:gd name="connsiteX17594" fmla="*/ 2474921 w 4752801"/>
              <a:gd name="connsiteY17594" fmla="*/ 1071134 h 2767298"/>
              <a:gd name="connsiteX17595" fmla="*/ 2473707 w 4752801"/>
              <a:gd name="connsiteY17595" fmla="*/ 1070325 h 2767298"/>
              <a:gd name="connsiteX17596" fmla="*/ 2466016 w 4752801"/>
              <a:gd name="connsiteY17596" fmla="*/ 1056966 h 2767298"/>
              <a:gd name="connsiteX17597" fmla="*/ 2466016 w 4752801"/>
              <a:gd name="connsiteY17597" fmla="*/ 1055751 h 2767298"/>
              <a:gd name="connsiteX17598" fmla="*/ 2473707 w 4752801"/>
              <a:gd name="connsiteY17598" fmla="*/ 1042393 h 2767298"/>
              <a:gd name="connsiteX17599" fmla="*/ 2474921 w 4752801"/>
              <a:gd name="connsiteY17599" fmla="*/ 1041583 h 2767298"/>
              <a:gd name="connsiteX17600" fmla="*/ 3324217 w 4752801"/>
              <a:gd name="connsiteY17600" fmla="*/ 1041178 h 2767298"/>
              <a:gd name="connsiteX17601" fmla="*/ 3340410 w 4752801"/>
              <a:gd name="connsiteY17601" fmla="*/ 1041178 h 2767298"/>
              <a:gd name="connsiteX17602" fmla="*/ 3341624 w 4752801"/>
              <a:gd name="connsiteY17602" fmla="*/ 1041988 h 2767298"/>
              <a:gd name="connsiteX17603" fmla="*/ 3349720 w 4752801"/>
              <a:gd name="connsiteY17603" fmla="*/ 1055751 h 2767298"/>
              <a:gd name="connsiteX17604" fmla="*/ 3349720 w 4752801"/>
              <a:gd name="connsiteY17604" fmla="*/ 1056966 h 2767298"/>
              <a:gd name="connsiteX17605" fmla="*/ 3341624 w 4752801"/>
              <a:gd name="connsiteY17605" fmla="*/ 1070729 h 2767298"/>
              <a:gd name="connsiteX17606" fmla="*/ 3340410 w 4752801"/>
              <a:gd name="connsiteY17606" fmla="*/ 1071539 h 2767298"/>
              <a:gd name="connsiteX17607" fmla="*/ 3324217 w 4752801"/>
              <a:gd name="connsiteY17607" fmla="*/ 1071539 h 2767298"/>
              <a:gd name="connsiteX17608" fmla="*/ 3323003 w 4752801"/>
              <a:gd name="connsiteY17608" fmla="*/ 1070729 h 2767298"/>
              <a:gd name="connsiteX17609" fmla="*/ 3314907 w 4752801"/>
              <a:gd name="connsiteY17609" fmla="*/ 1056966 h 2767298"/>
              <a:gd name="connsiteX17610" fmla="*/ 3314907 w 4752801"/>
              <a:gd name="connsiteY17610" fmla="*/ 1055751 h 2767298"/>
              <a:gd name="connsiteX17611" fmla="*/ 3323003 w 4752801"/>
              <a:gd name="connsiteY17611" fmla="*/ 1041988 h 2767298"/>
              <a:gd name="connsiteX17612" fmla="*/ 3324217 w 4752801"/>
              <a:gd name="connsiteY17612" fmla="*/ 1041178 h 2767298"/>
              <a:gd name="connsiteX17613" fmla="*/ 4586019 w 4752801"/>
              <a:gd name="connsiteY17613" fmla="*/ 1013246 h 2767298"/>
              <a:gd name="connsiteX17614" fmla="*/ 4588852 w 4752801"/>
              <a:gd name="connsiteY17614" fmla="*/ 1013246 h 2767298"/>
              <a:gd name="connsiteX17615" fmla="*/ 4590067 w 4752801"/>
              <a:gd name="connsiteY17615" fmla="*/ 1015675 h 2767298"/>
              <a:gd name="connsiteX17616" fmla="*/ 4588852 w 4752801"/>
              <a:gd name="connsiteY17616" fmla="*/ 1018104 h 2767298"/>
              <a:gd name="connsiteX17617" fmla="*/ 4586019 w 4752801"/>
              <a:gd name="connsiteY17617" fmla="*/ 1018104 h 2767298"/>
              <a:gd name="connsiteX17618" fmla="*/ 4584804 w 4752801"/>
              <a:gd name="connsiteY17618" fmla="*/ 1015675 h 2767298"/>
              <a:gd name="connsiteX17619" fmla="*/ 3047731 w 4752801"/>
              <a:gd name="connsiteY17619" fmla="*/ 1013246 h 2767298"/>
              <a:gd name="connsiteX17620" fmla="*/ 3050564 w 4752801"/>
              <a:gd name="connsiteY17620" fmla="*/ 1013246 h 2767298"/>
              <a:gd name="connsiteX17621" fmla="*/ 3051779 w 4752801"/>
              <a:gd name="connsiteY17621" fmla="*/ 1015675 h 2767298"/>
              <a:gd name="connsiteX17622" fmla="*/ 3050564 w 4752801"/>
              <a:gd name="connsiteY17622" fmla="*/ 1018104 h 2767298"/>
              <a:gd name="connsiteX17623" fmla="*/ 3047731 w 4752801"/>
              <a:gd name="connsiteY17623" fmla="*/ 1018104 h 2767298"/>
              <a:gd name="connsiteX17624" fmla="*/ 3046516 w 4752801"/>
              <a:gd name="connsiteY17624" fmla="*/ 1015675 h 2767298"/>
              <a:gd name="connsiteX17625" fmla="*/ 3007654 w 4752801"/>
              <a:gd name="connsiteY17625" fmla="*/ 1013246 h 2767298"/>
              <a:gd name="connsiteX17626" fmla="*/ 3010083 w 4752801"/>
              <a:gd name="connsiteY17626" fmla="*/ 1013246 h 2767298"/>
              <a:gd name="connsiteX17627" fmla="*/ 3011298 w 4752801"/>
              <a:gd name="connsiteY17627" fmla="*/ 1015675 h 2767298"/>
              <a:gd name="connsiteX17628" fmla="*/ 3010083 w 4752801"/>
              <a:gd name="connsiteY17628" fmla="*/ 1018104 h 2767298"/>
              <a:gd name="connsiteX17629" fmla="*/ 3007654 w 4752801"/>
              <a:gd name="connsiteY17629" fmla="*/ 1018104 h 2767298"/>
              <a:gd name="connsiteX17630" fmla="*/ 3006440 w 4752801"/>
              <a:gd name="connsiteY17630" fmla="*/ 1015675 h 2767298"/>
              <a:gd name="connsiteX17631" fmla="*/ 2926691 w 4752801"/>
              <a:gd name="connsiteY17631" fmla="*/ 1013246 h 2767298"/>
              <a:gd name="connsiteX17632" fmla="*/ 2929525 w 4752801"/>
              <a:gd name="connsiteY17632" fmla="*/ 1013246 h 2767298"/>
              <a:gd name="connsiteX17633" fmla="*/ 2931144 w 4752801"/>
              <a:gd name="connsiteY17633" fmla="*/ 1015675 h 2767298"/>
              <a:gd name="connsiteX17634" fmla="*/ 2929525 w 4752801"/>
              <a:gd name="connsiteY17634" fmla="*/ 1018104 h 2767298"/>
              <a:gd name="connsiteX17635" fmla="*/ 2926691 w 4752801"/>
              <a:gd name="connsiteY17635" fmla="*/ 1018104 h 2767298"/>
              <a:gd name="connsiteX17636" fmla="*/ 2925072 w 4752801"/>
              <a:gd name="connsiteY17636" fmla="*/ 1015675 h 2767298"/>
              <a:gd name="connsiteX17637" fmla="*/ 2966768 w 4752801"/>
              <a:gd name="connsiteY17637" fmla="*/ 1012841 h 2767298"/>
              <a:gd name="connsiteX17638" fmla="*/ 2970007 w 4752801"/>
              <a:gd name="connsiteY17638" fmla="*/ 1012841 h 2767298"/>
              <a:gd name="connsiteX17639" fmla="*/ 2971626 w 4752801"/>
              <a:gd name="connsiteY17639" fmla="*/ 1015675 h 2767298"/>
              <a:gd name="connsiteX17640" fmla="*/ 2970007 w 4752801"/>
              <a:gd name="connsiteY17640" fmla="*/ 1018508 h 2767298"/>
              <a:gd name="connsiteX17641" fmla="*/ 2966768 w 4752801"/>
              <a:gd name="connsiteY17641" fmla="*/ 1018508 h 2767298"/>
              <a:gd name="connsiteX17642" fmla="*/ 2965149 w 4752801"/>
              <a:gd name="connsiteY17642" fmla="*/ 1015675 h 2767298"/>
              <a:gd name="connsiteX17643" fmla="*/ 2845324 w 4752801"/>
              <a:gd name="connsiteY17643" fmla="*/ 1012841 h 2767298"/>
              <a:gd name="connsiteX17644" fmla="*/ 2848563 w 4752801"/>
              <a:gd name="connsiteY17644" fmla="*/ 1012841 h 2767298"/>
              <a:gd name="connsiteX17645" fmla="*/ 2850182 w 4752801"/>
              <a:gd name="connsiteY17645" fmla="*/ 1015675 h 2767298"/>
              <a:gd name="connsiteX17646" fmla="*/ 2848563 w 4752801"/>
              <a:gd name="connsiteY17646" fmla="*/ 1018508 h 2767298"/>
              <a:gd name="connsiteX17647" fmla="*/ 2845324 w 4752801"/>
              <a:gd name="connsiteY17647" fmla="*/ 1018508 h 2767298"/>
              <a:gd name="connsiteX17648" fmla="*/ 2843705 w 4752801"/>
              <a:gd name="connsiteY17648" fmla="*/ 1015675 h 2767298"/>
              <a:gd name="connsiteX17649" fmla="*/ 4504651 w 4752801"/>
              <a:gd name="connsiteY17649" fmla="*/ 1012436 h 2767298"/>
              <a:gd name="connsiteX17650" fmla="*/ 4508699 w 4752801"/>
              <a:gd name="connsiteY17650" fmla="*/ 1012436 h 2767298"/>
              <a:gd name="connsiteX17651" fmla="*/ 4510723 w 4752801"/>
              <a:gd name="connsiteY17651" fmla="*/ 1015675 h 2767298"/>
              <a:gd name="connsiteX17652" fmla="*/ 4508699 w 4752801"/>
              <a:gd name="connsiteY17652" fmla="*/ 1018913 h 2767298"/>
              <a:gd name="connsiteX17653" fmla="*/ 4504651 w 4752801"/>
              <a:gd name="connsiteY17653" fmla="*/ 1018913 h 2767298"/>
              <a:gd name="connsiteX17654" fmla="*/ 4502627 w 4752801"/>
              <a:gd name="connsiteY17654" fmla="*/ 1015675 h 2767298"/>
              <a:gd name="connsiteX17655" fmla="*/ 4464170 w 4752801"/>
              <a:gd name="connsiteY17655" fmla="*/ 1012436 h 2767298"/>
              <a:gd name="connsiteX17656" fmla="*/ 4468218 w 4752801"/>
              <a:gd name="connsiteY17656" fmla="*/ 1012436 h 2767298"/>
              <a:gd name="connsiteX17657" fmla="*/ 4470242 w 4752801"/>
              <a:gd name="connsiteY17657" fmla="*/ 1015675 h 2767298"/>
              <a:gd name="connsiteX17658" fmla="*/ 4468218 w 4752801"/>
              <a:gd name="connsiteY17658" fmla="*/ 1018913 h 2767298"/>
              <a:gd name="connsiteX17659" fmla="*/ 4464170 w 4752801"/>
              <a:gd name="connsiteY17659" fmla="*/ 1018913 h 2767298"/>
              <a:gd name="connsiteX17660" fmla="*/ 4462146 w 4752801"/>
              <a:gd name="connsiteY17660" fmla="*/ 1015675 h 2767298"/>
              <a:gd name="connsiteX17661" fmla="*/ 4424093 w 4752801"/>
              <a:gd name="connsiteY17661" fmla="*/ 1012436 h 2767298"/>
              <a:gd name="connsiteX17662" fmla="*/ 4427736 w 4752801"/>
              <a:gd name="connsiteY17662" fmla="*/ 1012436 h 2767298"/>
              <a:gd name="connsiteX17663" fmla="*/ 4429761 w 4752801"/>
              <a:gd name="connsiteY17663" fmla="*/ 1015675 h 2767298"/>
              <a:gd name="connsiteX17664" fmla="*/ 4427736 w 4752801"/>
              <a:gd name="connsiteY17664" fmla="*/ 1018913 h 2767298"/>
              <a:gd name="connsiteX17665" fmla="*/ 4424093 w 4752801"/>
              <a:gd name="connsiteY17665" fmla="*/ 1018913 h 2767298"/>
              <a:gd name="connsiteX17666" fmla="*/ 4422069 w 4752801"/>
              <a:gd name="connsiteY17666" fmla="*/ 1015675 h 2767298"/>
              <a:gd name="connsiteX17667" fmla="*/ 4383207 w 4752801"/>
              <a:gd name="connsiteY17667" fmla="*/ 1012436 h 2767298"/>
              <a:gd name="connsiteX17668" fmla="*/ 4387255 w 4752801"/>
              <a:gd name="connsiteY17668" fmla="*/ 1012436 h 2767298"/>
              <a:gd name="connsiteX17669" fmla="*/ 4389279 w 4752801"/>
              <a:gd name="connsiteY17669" fmla="*/ 1015675 h 2767298"/>
              <a:gd name="connsiteX17670" fmla="*/ 4387255 w 4752801"/>
              <a:gd name="connsiteY17670" fmla="*/ 1018913 h 2767298"/>
              <a:gd name="connsiteX17671" fmla="*/ 4383207 w 4752801"/>
              <a:gd name="connsiteY17671" fmla="*/ 1018913 h 2767298"/>
              <a:gd name="connsiteX17672" fmla="*/ 4381183 w 4752801"/>
              <a:gd name="connsiteY17672" fmla="*/ 1015675 h 2767298"/>
              <a:gd name="connsiteX17673" fmla="*/ 4342726 w 4752801"/>
              <a:gd name="connsiteY17673" fmla="*/ 1012436 h 2767298"/>
              <a:gd name="connsiteX17674" fmla="*/ 4346370 w 4752801"/>
              <a:gd name="connsiteY17674" fmla="*/ 1012436 h 2767298"/>
              <a:gd name="connsiteX17675" fmla="*/ 4347989 w 4752801"/>
              <a:gd name="connsiteY17675" fmla="*/ 1015675 h 2767298"/>
              <a:gd name="connsiteX17676" fmla="*/ 4346370 w 4752801"/>
              <a:gd name="connsiteY17676" fmla="*/ 1018913 h 2767298"/>
              <a:gd name="connsiteX17677" fmla="*/ 4342726 w 4752801"/>
              <a:gd name="connsiteY17677" fmla="*/ 1018913 h 2767298"/>
              <a:gd name="connsiteX17678" fmla="*/ 4341107 w 4752801"/>
              <a:gd name="connsiteY17678" fmla="*/ 1015675 h 2767298"/>
              <a:gd name="connsiteX17679" fmla="*/ 4302244 w 4752801"/>
              <a:gd name="connsiteY17679" fmla="*/ 1012436 h 2767298"/>
              <a:gd name="connsiteX17680" fmla="*/ 4305888 w 4752801"/>
              <a:gd name="connsiteY17680" fmla="*/ 1012436 h 2767298"/>
              <a:gd name="connsiteX17681" fmla="*/ 4307507 w 4752801"/>
              <a:gd name="connsiteY17681" fmla="*/ 1015675 h 2767298"/>
              <a:gd name="connsiteX17682" fmla="*/ 4305888 w 4752801"/>
              <a:gd name="connsiteY17682" fmla="*/ 1018913 h 2767298"/>
              <a:gd name="connsiteX17683" fmla="*/ 4302244 w 4752801"/>
              <a:gd name="connsiteY17683" fmla="*/ 1018913 h 2767298"/>
              <a:gd name="connsiteX17684" fmla="*/ 4300625 w 4752801"/>
              <a:gd name="connsiteY17684" fmla="*/ 1015675 h 2767298"/>
              <a:gd name="connsiteX17685" fmla="*/ 4262168 w 4752801"/>
              <a:gd name="connsiteY17685" fmla="*/ 1012436 h 2767298"/>
              <a:gd name="connsiteX17686" fmla="*/ 4265811 w 4752801"/>
              <a:gd name="connsiteY17686" fmla="*/ 1012436 h 2767298"/>
              <a:gd name="connsiteX17687" fmla="*/ 4267836 w 4752801"/>
              <a:gd name="connsiteY17687" fmla="*/ 1015675 h 2767298"/>
              <a:gd name="connsiteX17688" fmla="*/ 4265811 w 4752801"/>
              <a:gd name="connsiteY17688" fmla="*/ 1018913 h 2767298"/>
              <a:gd name="connsiteX17689" fmla="*/ 4262168 w 4752801"/>
              <a:gd name="connsiteY17689" fmla="*/ 1018913 h 2767298"/>
              <a:gd name="connsiteX17690" fmla="*/ 4260144 w 4752801"/>
              <a:gd name="connsiteY17690" fmla="*/ 1015675 h 2767298"/>
              <a:gd name="connsiteX17691" fmla="*/ 4544728 w 4752801"/>
              <a:gd name="connsiteY17691" fmla="*/ 1012031 h 2767298"/>
              <a:gd name="connsiteX17692" fmla="*/ 4549181 w 4752801"/>
              <a:gd name="connsiteY17692" fmla="*/ 1012031 h 2767298"/>
              <a:gd name="connsiteX17693" fmla="*/ 4551205 w 4752801"/>
              <a:gd name="connsiteY17693" fmla="*/ 1015674 h 2767298"/>
              <a:gd name="connsiteX17694" fmla="*/ 4549181 w 4752801"/>
              <a:gd name="connsiteY17694" fmla="*/ 1019318 h 2767298"/>
              <a:gd name="connsiteX17695" fmla="*/ 4544728 w 4752801"/>
              <a:gd name="connsiteY17695" fmla="*/ 1019318 h 2767298"/>
              <a:gd name="connsiteX17696" fmla="*/ 4542704 w 4752801"/>
              <a:gd name="connsiteY17696" fmla="*/ 1015674 h 2767298"/>
              <a:gd name="connsiteX17697" fmla="*/ 4220878 w 4752801"/>
              <a:gd name="connsiteY17697" fmla="*/ 1012031 h 2767298"/>
              <a:gd name="connsiteX17698" fmla="*/ 4225331 w 4752801"/>
              <a:gd name="connsiteY17698" fmla="*/ 1012031 h 2767298"/>
              <a:gd name="connsiteX17699" fmla="*/ 4227355 w 4752801"/>
              <a:gd name="connsiteY17699" fmla="*/ 1015674 h 2767298"/>
              <a:gd name="connsiteX17700" fmla="*/ 4225331 w 4752801"/>
              <a:gd name="connsiteY17700" fmla="*/ 1019318 h 2767298"/>
              <a:gd name="connsiteX17701" fmla="*/ 4220878 w 4752801"/>
              <a:gd name="connsiteY17701" fmla="*/ 1019318 h 2767298"/>
              <a:gd name="connsiteX17702" fmla="*/ 4218854 w 4752801"/>
              <a:gd name="connsiteY17702" fmla="*/ 1015674 h 2767298"/>
              <a:gd name="connsiteX17703" fmla="*/ 3087807 w 4752801"/>
              <a:gd name="connsiteY17703" fmla="*/ 1012031 h 2767298"/>
              <a:gd name="connsiteX17704" fmla="*/ 3091855 w 4752801"/>
              <a:gd name="connsiteY17704" fmla="*/ 1012031 h 2767298"/>
              <a:gd name="connsiteX17705" fmla="*/ 3093879 w 4752801"/>
              <a:gd name="connsiteY17705" fmla="*/ 1015674 h 2767298"/>
              <a:gd name="connsiteX17706" fmla="*/ 3091855 w 4752801"/>
              <a:gd name="connsiteY17706" fmla="*/ 1019318 h 2767298"/>
              <a:gd name="connsiteX17707" fmla="*/ 3087807 w 4752801"/>
              <a:gd name="connsiteY17707" fmla="*/ 1019318 h 2767298"/>
              <a:gd name="connsiteX17708" fmla="*/ 3085783 w 4752801"/>
              <a:gd name="connsiteY17708" fmla="*/ 1015674 h 2767298"/>
              <a:gd name="connsiteX17709" fmla="*/ 2804034 w 4752801"/>
              <a:gd name="connsiteY17709" fmla="*/ 1012031 h 2767298"/>
              <a:gd name="connsiteX17710" fmla="*/ 2808487 w 4752801"/>
              <a:gd name="connsiteY17710" fmla="*/ 1012031 h 2767298"/>
              <a:gd name="connsiteX17711" fmla="*/ 2810511 w 4752801"/>
              <a:gd name="connsiteY17711" fmla="*/ 1015674 h 2767298"/>
              <a:gd name="connsiteX17712" fmla="*/ 2808487 w 4752801"/>
              <a:gd name="connsiteY17712" fmla="*/ 1019318 h 2767298"/>
              <a:gd name="connsiteX17713" fmla="*/ 2804034 w 4752801"/>
              <a:gd name="connsiteY17713" fmla="*/ 1019318 h 2767298"/>
              <a:gd name="connsiteX17714" fmla="*/ 2802010 w 4752801"/>
              <a:gd name="connsiteY17714" fmla="*/ 1015674 h 2767298"/>
              <a:gd name="connsiteX17715" fmla="*/ 2884996 w 4752801"/>
              <a:gd name="connsiteY17715" fmla="*/ 1011626 h 2767298"/>
              <a:gd name="connsiteX17716" fmla="*/ 2889854 w 4752801"/>
              <a:gd name="connsiteY17716" fmla="*/ 1011626 h 2767298"/>
              <a:gd name="connsiteX17717" fmla="*/ 2892283 w 4752801"/>
              <a:gd name="connsiteY17717" fmla="*/ 1015674 h 2767298"/>
              <a:gd name="connsiteX17718" fmla="*/ 2889854 w 4752801"/>
              <a:gd name="connsiteY17718" fmla="*/ 1019722 h 2767298"/>
              <a:gd name="connsiteX17719" fmla="*/ 2884996 w 4752801"/>
              <a:gd name="connsiteY17719" fmla="*/ 1019722 h 2767298"/>
              <a:gd name="connsiteX17720" fmla="*/ 2882567 w 4752801"/>
              <a:gd name="connsiteY17720" fmla="*/ 1015674 h 2767298"/>
              <a:gd name="connsiteX17721" fmla="*/ 2763958 w 4752801"/>
              <a:gd name="connsiteY17721" fmla="*/ 1011626 h 2767298"/>
              <a:gd name="connsiteX17722" fmla="*/ 2768411 w 4752801"/>
              <a:gd name="connsiteY17722" fmla="*/ 1011626 h 2767298"/>
              <a:gd name="connsiteX17723" fmla="*/ 2770839 w 4752801"/>
              <a:gd name="connsiteY17723" fmla="*/ 1015674 h 2767298"/>
              <a:gd name="connsiteX17724" fmla="*/ 2768411 w 4752801"/>
              <a:gd name="connsiteY17724" fmla="*/ 1019722 h 2767298"/>
              <a:gd name="connsiteX17725" fmla="*/ 2763958 w 4752801"/>
              <a:gd name="connsiteY17725" fmla="*/ 1019722 h 2767298"/>
              <a:gd name="connsiteX17726" fmla="*/ 2761529 w 4752801"/>
              <a:gd name="connsiteY17726" fmla="*/ 1015674 h 2767298"/>
              <a:gd name="connsiteX17727" fmla="*/ 4180801 w 4752801"/>
              <a:gd name="connsiteY17727" fmla="*/ 1010817 h 2767298"/>
              <a:gd name="connsiteX17728" fmla="*/ 4184445 w 4752801"/>
              <a:gd name="connsiteY17728" fmla="*/ 1010817 h 2767298"/>
              <a:gd name="connsiteX17729" fmla="*/ 4185659 w 4752801"/>
              <a:gd name="connsiteY17729" fmla="*/ 1011627 h 2767298"/>
              <a:gd name="connsiteX17730" fmla="*/ 4187683 w 4752801"/>
              <a:gd name="connsiteY17730" fmla="*/ 1014865 h 2767298"/>
              <a:gd name="connsiteX17731" fmla="*/ 4187683 w 4752801"/>
              <a:gd name="connsiteY17731" fmla="*/ 1016080 h 2767298"/>
              <a:gd name="connsiteX17732" fmla="*/ 4185659 w 4752801"/>
              <a:gd name="connsiteY17732" fmla="*/ 1019318 h 2767298"/>
              <a:gd name="connsiteX17733" fmla="*/ 4184445 w 4752801"/>
              <a:gd name="connsiteY17733" fmla="*/ 1020128 h 2767298"/>
              <a:gd name="connsiteX17734" fmla="*/ 4180801 w 4752801"/>
              <a:gd name="connsiteY17734" fmla="*/ 1020128 h 2767298"/>
              <a:gd name="connsiteX17735" fmla="*/ 4179587 w 4752801"/>
              <a:gd name="connsiteY17735" fmla="*/ 1019318 h 2767298"/>
              <a:gd name="connsiteX17736" fmla="*/ 4177563 w 4752801"/>
              <a:gd name="connsiteY17736" fmla="*/ 1016080 h 2767298"/>
              <a:gd name="connsiteX17737" fmla="*/ 4177563 w 4752801"/>
              <a:gd name="connsiteY17737" fmla="*/ 1014865 h 2767298"/>
              <a:gd name="connsiteX17738" fmla="*/ 4179587 w 4752801"/>
              <a:gd name="connsiteY17738" fmla="*/ 1011627 h 2767298"/>
              <a:gd name="connsiteX17739" fmla="*/ 4180801 w 4752801"/>
              <a:gd name="connsiteY17739" fmla="*/ 1010817 h 2767298"/>
              <a:gd name="connsiteX17740" fmla="*/ 4140320 w 4752801"/>
              <a:gd name="connsiteY17740" fmla="*/ 1010412 h 2767298"/>
              <a:gd name="connsiteX17741" fmla="*/ 4144368 w 4752801"/>
              <a:gd name="connsiteY17741" fmla="*/ 1010412 h 2767298"/>
              <a:gd name="connsiteX17742" fmla="*/ 4145582 w 4752801"/>
              <a:gd name="connsiteY17742" fmla="*/ 1011222 h 2767298"/>
              <a:gd name="connsiteX17743" fmla="*/ 4147607 w 4752801"/>
              <a:gd name="connsiteY17743" fmla="*/ 1014865 h 2767298"/>
              <a:gd name="connsiteX17744" fmla="*/ 4147607 w 4752801"/>
              <a:gd name="connsiteY17744" fmla="*/ 1016079 h 2767298"/>
              <a:gd name="connsiteX17745" fmla="*/ 4145582 w 4752801"/>
              <a:gd name="connsiteY17745" fmla="*/ 1019723 h 2767298"/>
              <a:gd name="connsiteX17746" fmla="*/ 4144368 w 4752801"/>
              <a:gd name="connsiteY17746" fmla="*/ 1020532 h 2767298"/>
              <a:gd name="connsiteX17747" fmla="*/ 4140320 w 4752801"/>
              <a:gd name="connsiteY17747" fmla="*/ 1020532 h 2767298"/>
              <a:gd name="connsiteX17748" fmla="*/ 4139106 w 4752801"/>
              <a:gd name="connsiteY17748" fmla="*/ 1019723 h 2767298"/>
              <a:gd name="connsiteX17749" fmla="*/ 4137082 w 4752801"/>
              <a:gd name="connsiteY17749" fmla="*/ 1016079 h 2767298"/>
              <a:gd name="connsiteX17750" fmla="*/ 4137082 w 4752801"/>
              <a:gd name="connsiteY17750" fmla="*/ 1014865 h 2767298"/>
              <a:gd name="connsiteX17751" fmla="*/ 4139106 w 4752801"/>
              <a:gd name="connsiteY17751" fmla="*/ 1011222 h 2767298"/>
              <a:gd name="connsiteX17752" fmla="*/ 4140320 w 4752801"/>
              <a:gd name="connsiteY17752" fmla="*/ 1010412 h 2767298"/>
              <a:gd name="connsiteX17753" fmla="*/ 2723476 w 4752801"/>
              <a:gd name="connsiteY17753" fmla="*/ 1010412 h 2767298"/>
              <a:gd name="connsiteX17754" fmla="*/ 2727524 w 4752801"/>
              <a:gd name="connsiteY17754" fmla="*/ 1010412 h 2767298"/>
              <a:gd name="connsiteX17755" fmla="*/ 2728738 w 4752801"/>
              <a:gd name="connsiteY17755" fmla="*/ 1011222 h 2767298"/>
              <a:gd name="connsiteX17756" fmla="*/ 2730763 w 4752801"/>
              <a:gd name="connsiteY17756" fmla="*/ 1014865 h 2767298"/>
              <a:gd name="connsiteX17757" fmla="*/ 2730763 w 4752801"/>
              <a:gd name="connsiteY17757" fmla="*/ 1016079 h 2767298"/>
              <a:gd name="connsiteX17758" fmla="*/ 2728738 w 4752801"/>
              <a:gd name="connsiteY17758" fmla="*/ 1019723 h 2767298"/>
              <a:gd name="connsiteX17759" fmla="*/ 2727524 w 4752801"/>
              <a:gd name="connsiteY17759" fmla="*/ 1020532 h 2767298"/>
              <a:gd name="connsiteX17760" fmla="*/ 2723476 w 4752801"/>
              <a:gd name="connsiteY17760" fmla="*/ 1020532 h 2767298"/>
              <a:gd name="connsiteX17761" fmla="*/ 2722262 w 4752801"/>
              <a:gd name="connsiteY17761" fmla="*/ 1019723 h 2767298"/>
              <a:gd name="connsiteX17762" fmla="*/ 2720238 w 4752801"/>
              <a:gd name="connsiteY17762" fmla="*/ 1016079 h 2767298"/>
              <a:gd name="connsiteX17763" fmla="*/ 2720238 w 4752801"/>
              <a:gd name="connsiteY17763" fmla="*/ 1014865 h 2767298"/>
              <a:gd name="connsiteX17764" fmla="*/ 2722262 w 4752801"/>
              <a:gd name="connsiteY17764" fmla="*/ 1011222 h 2767298"/>
              <a:gd name="connsiteX17765" fmla="*/ 2723476 w 4752801"/>
              <a:gd name="connsiteY17765" fmla="*/ 1010412 h 2767298"/>
              <a:gd name="connsiteX17766" fmla="*/ 4099029 w 4752801"/>
              <a:gd name="connsiteY17766" fmla="*/ 1010007 h 2767298"/>
              <a:gd name="connsiteX17767" fmla="*/ 4104292 w 4752801"/>
              <a:gd name="connsiteY17767" fmla="*/ 1010007 h 2767298"/>
              <a:gd name="connsiteX17768" fmla="*/ 4105506 w 4752801"/>
              <a:gd name="connsiteY17768" fmla="*/ 1010817 h 2767298"/>
              <a:gd name="connsiteX17769" fmla="*/ 4107935 w 4752801"/>
              <a:gd name="connsiteY17769" fmla="*/ 1015270 h 2767298"/>
              <a:gd name="connsiteX17770" fmla="*/ 4107935 w 4752801"/>
              <a:gd name="connsiteY17770" fmla="*/ 1016484 h 2767298"/>
              <a:gd name="connsiteX17771" fmla="*/ 4105506 w 4752801"/>
              <a:gd name="connsiteY17771" fmla="*/ 1020937 h 2767298"/>
              <a:gd name="connsiteX17772" fmla="*/ 4104292 w 4752801"/>
              <a:gd name="connsiteY17772" fmla="*/ 1021747 h 2767298"/>
              <a:gd name="connsiteX17773" fmla="*/ 4099029 w 4752801"/>
              <a:gd name="connsiteY17773" fmla="*/ 1021747 h 2767298"/>
              <a:gd name="connsiteX17774" fmla="*/ 4097815 w 4752801"/>
              <a:gd name="connsiteY17774" fmla="*/ 1020937 h 2767298"/>
              <a:gd name="connsiteX17775" fmla="*/ 4095386 w 4752801"/>
              <a:gd name="connsiteY17775" fmla="*/ 1016484 h 2767298"/>
              <a:gd name="connsiteX17776" fmla="*/ 4095386 w 4752801"/>
              <a:gd name="connsiteY17776" fmla="*/ 1015270 h 2767298"/>
              <a:gd name="connsiteX17777" fmla="*/ 4097815 w 4752801"/>
              <a:gd name="connsiteY17777" fmla="*/ 1010817 h 2767298"/>
              <a:gd name="connsiteX17778" fmla="*/ 4099029 w 4752801"/>
              <a:gd name="connsiteY17778" fmla="*/ 1010007 h 2767298"/>
              <a:gd name="connsiteX17779" fmla="*/ 3127884 w 4752801"/>
              <a:gd name="connsiteY17779" fmla="*/ 1010007 h 2767298"/>
              <a:gd name="connsiteX17780" fmla="*/ 3132337 w 4752801"/>
              <a:gd name="connsiteY17780" fmla="*/ 1010007 h 2767298"/>
              <a:gd name="connsiteX17781" fmla="*/ 3133551 w 4752801"/>
              <a:gd name="connsiteY17781" fmla="*/ 1010817 h 2767298"/>
              <a:gd name="connsiteX17782" fmla="*/ 3135980 w 4752801"/>
              <a:gd name="connsiteY17782" fmla="*/ 1014865 h 2767298"/>
              <a:gd name="connsiteX17783" fmla="*/ 3135980 w 4752801"/>
              <a:gd name="connsiteY17783" fmla="*/ 1016079 h 2767298"/>
              <a:gd name="connsiteX17784" fmla="*/ 3133551 w 4752801"/>
              <a:gd name="connsiteY17784" fmla="*/ 1020127 h 2767298"/>
              <a:gd name="connsiteX17785" fmla="*/ 3132337 w 4752801"/>
              <a:gd name="connsiteY17785" fmla="*/ 1020937 h 2767298"/>
              <a:gd name="connsiteX17786" fmla="*/ 3127884 w 4752801"/>
              <a:gd name="connsiteY17786" fmla="*/ 1020937 h 2767298"/>
              <a:gd name="connsiteX17787" fmla="*/ 3126669 w 4752801"/>
              <a:gd name="connsiteY17787" fmla="*/ 1020127 h 2767298"/>
              <a:gd name="connsiteX17788" fmla="*/ 3124241 w 4752801"/>
              <a:gd name="connsiteY17788" fmla="*/ 1016079 h 2767298"/>
              <a:gd name="connsiteX17789" fmla="*/ 3124241 w 4752801"/>
              <a:gd name="connsiteY17789" fmla="*/ 1014865 h 2767298"/>
              <a:gd name="connsiteX17790" fmla="*/ 3126669 w 4752801"/>
              <a:gd name="connsiteY17790" fmla="*/ 1010817 h 2767298"/>
              <a:gd name="connsiteX17791" fmla="*/ 3127884 w 4752801"/>
              <a:gd name="connsiteY17791" fmla="*/ 1010007 h 2767298"/>
              <a:gd name="connsiteX17792" fmla="*/ 2276968 w 4752801"/>
              <a:gd name="connsiteY17792" fmla="*/ 1009198 h 2767298"/>
              <a:gd name="connsiteX17793" fmla="*/ 2283040 w 4752801"/>
              <a:gd name="connsiteY17793" fmla="*/ 1009198 h 2767298"/>
              <a:gd name="connsiteX17794" fmla="*/ 2284254 w 4752801"/>
              <a:gd name="connsiteY17794" fmla="*/ 1009603 h 2767298"/>
              <a:gd name="connsiteX17795" fmla="*/ 2287088 w 4752801"/>
              <a:gd name="connsiteY17795" fmla="*/ 1014865 h 2767298"/>
              <a:gd name="connsiteX17796" fmla="*/ 2287088 w 4752801"/>
              <a:gd name="connsiteY17796" fmla="*/ 1016080 h 2767298"/>
              <a:gd name="connsiteX17797" fmla="*/ 2284254 w 4752801"/>
              <a:gd name="connsiteY17797" fmla="*/ 1021342 h 2767298"/>
              <a:gd name="connsiteX17798" fmla="*/ 2283040 w 4752801"/>
              <a:gd name="connsiteY17798" fmla="*/ 1021747 h 2767298"/>
              <a:gd name="connsiteX17799" fmla="*/ 2276968 w 4752801"/>
              <a:gd name="connsiteY17799" fmla="*/ 1021747 h 2767298"/>
              <a:gd name="connsiteX17800" fmla="*/ 2275753 w 4752801"/>
              <a:gd name="connsiteY17800" fmla="*/ 1021342 h 2767298"/>
              <a:gd name="connsiteX17801" fmla="*/ 2272920 w 4752801"/>
              <a:gd name="connsiteY17801" fmla="*/ 1016080 h 2767298"/>
              <a:gd name="connsiteX17802" fmla="*/ 2272920 w 4752801"/>
              <a:gd name="connsiteY17802" fmla="*/ 1014865 h 2767298"/>
              <a:gd name="connsiteX17803" fmla="*/ 2275753 w 4752801"/>
              <a:gd name="connsiteY17803" fmla="*/ 1009603 h 2767298"/>
              <a:gd name="connsiteX17804" fmla="*/ 2276968 w 4752801"/>
              <a:gd name="connsiteY17804" fmla="*/ 1009198 h 2767298"/>
              <a:gd name="connsiteX17805" fmla="*/ 3936294 w 4752801"/>
              <a:gd name="connsiteY17805" fmla="*/ 1008793 h 2767298"/>
              <a:gd name="connsiteX17806" fmla="*/ 3943176 w 4752801"/>
              <a:gd name="connsiteY17806" fmla="*/ 1008793 h 2767298"/>
              <a:gd name="connsiteX17807" fmla="*/ 3944391 w 4752801"/>
              <a:gd name="connsiteY17807" fmla="*/ 1009198 h 2767298"/>
              <a:gd name="connsiteX17808" fmla="*/ 3948034 w 4752801"/>
              <a:gd name="connsiteY17808" fmla="*/ 1015270 h 2767298"/>
              <a:gd name="connsiteX17809" fmla="*/ 3948034 w 4752801"/>
              <a:gd name="connsiteY17809" fmla="*/ 1016484 h 2767298"/>
              <a:gd name="connsiteX17810" fmla="*/ 3944391 w 4752801"/>
              <a:gd name="connsiteY17810" fmla="*/ 1022557 h 2767298"/>
              <a:gd name="connsiteX17811" fmla="*/ 3943176 w 4752801"/>
              <a:gd name="connsiteY17811" fmla="*/ 1022961 h 2767298"/>
              <a:gd name="connsiteX17812" fmla="*/ 3936294 w 4752801"/>
              <a:gd name="connsiteY17812" fmla="*/ 1022961 h 2767298"/>
              <a:gd name="connsiteX17813" fmla="*/ 3935080 w 4752801"/>
              <a:gd name="connsiteY17813" fmla="*/ 1022557 h 2767298"/>
              <a:gd name="connsiteX17814" fmla="*/ 3931437 w 4752801"/>
              <a:gd name="connsiteY17814" fmla="*/ 1016484 h 2767298"/>
              <a:gd name="connsiteX17815" fmla="*/ 3931437 w 4752801"/>
              <a:gd name="connsiteY17815" fmla="*/ 1015270 h 2767298"/>
              <a:gd name="connsiteX17816" fmla="*/ 3935080 w 4752801"/>
              <a:gd name="connsiteY17816" fmla="*/ 1009198 h 2767298"/>
              <a:gd name="connsiteX17817" fmla="*/ 3936294 w 4752801"/>
              <a:gd name="connsiteY17817" fmla="*/ 1008793 h 2767298"/>
              <a:gd name="connsiteX17818" fmla="*/ 2681781 w 4752801"/>
              <a:gd name="connsiteY17818" fmla="*/ 1008793 h 2767298"/>
              <a:gd name="connsiteX17819" fmla="*/ 2687853 w 4752801"/>
              <a:gd name="connsiteY17819" fmla="*/ 1008793 h 2767298"/>
              <a:gd name="connsiteX17820" fmla="*/ 2689067 w 4752801"/>
              <a:gd name="connsiteY17820" fmla="*/ 1009603 h 2767298"/>
              <a:gd name="connsiteX17821" fmla="*/ 2691901 w 4752801"/>
              <a:gd name="connsiteY17821" fmla="*/ 1014865 h 2767298"/>
              <a:gd name="connsiteX17822" fmla="*/ 2691901 w 4752801"/>
              <a:gd name="connsiteY17822" fmla="*/ 1016080 h 2767298"/>
              <a:gd name="connsiteX17823" fmla="*/ 2689067 w 4752801"/>
              <a:gd name="connsiteY17823" fmla="*/ 1021342 h 2767298"/>
              <a:gd name="connsiteX17824" fmla="*/ 2687853 w 4752801"/>
              <a:gd name="connsiteY17824" fmla="*/ 1022152 h 2767298"/>
              <a:gd name="connsiteX17825" fmla="*/ 2681781 w 4752801"/>
              <a:gd name="connsiteY17825" fmla="*/ 1022152 h 2767298"/>
              <a:gd name="connsiteX17826" fmla="*/ 2680567 w 4752801"/>
              <a:gd name="connsiteY17826" fmla="*/ 1021342 h 2767298"/>
              <a:gd name="connsiteX17827" fmla="*/ 2677733 w 4752801"/>
              <a:gd name="connsiteY17827" fmla="*/ 1016080 h 2767298"/>
              <a:gd name="connsiteX17828" fmla="*/ 2677733 w 4752801"/>
              <a:gd name="connsiteY17828" fmla="*/ 1014865 h 2767298"/>
              <a:gd name="connsiteX17829" fmla="*/ 2680567 w 4752801"/>
              <a:gd name="connsiteY17829" fmla="*/ 1009603 h 2767298"/>
              <a:gd name="connsiteX17830" fmla="*/ 2681781 w 4752801"/>
              <a:gd name="connsiteY17830" fmla="*/ 1008793 h 2767298"/>
              <a:gd name="connsiteX17831" fmla="*/ 2357525 w 4752801"/>
              <a:gd name="connsiteY17831" fmla="*/ 1008793 h 2767298"/>
              <a:gd name="connsiteX17832" fmla="*/ 2364407 w 4752801"/>
              <a:gd name="connsiteY17832" fmla="*/ 1008793 h 2767298"/>
              <a:gd name="connsiteX17833" fmla="*/ 2365622 w 4752801"/>
              <a:gd name="connsiteY17833" fmla="*/ 1009198 h 2767298"/>
              <a:gd name="connsiteX17834" fmla="*/ 2369265 w 4752801"/>
              <a:gd name="connsiteY17834" fmla="*/ 1015270 h 2767298"/>
              <a:gd name="connsiteX17835" fmla="*/ 2369265 w 4752801"/>
              <a:gd name="connsiteY17835" fmla="*/ 1016484 h 2767298"/>
              <a:gd name="connsiteX17836" fmla="*/ 2365622 w 4752801"/>
              <a:gd name="connsiteY17836" fmla="*/ 1022557 h 2767298"/>
              <a:gd name="connsiteX17837" fmla="*/ 2364407 w 4752801"/>
              <a:gd name="connsiteY17837" fmla="*/ 1022961 h 2767298"/>
              <a:gd name="connsiteX17838" fmla="*/ 2357525 w 4752801"/>
              <a:gd name="connsiteY17838" fmla="*/ 1022961 h 2767298"/>
              <a:gd name="connsiteX17839" fmla="*/ 2356311 w 4752801"/>
              <a:gd name="connsiteY17839" fmla="*/ 1022557 h 2767298"/>
              <a:gd name="connsiteX17840" fmla="*/ 2352668 w 4752801"/>
              <a:gd name="connsiteY17840" fmla="*/ 1016484 h 2767298"/>
              <a:gd name="connsiteX17841" fmla="*/ 2352668 w 4752801"/>
              <a:gd name="connsiteY17841" fmla="*/ 1015270 h 2767298"/>
              <a:gd name="connsiteX17842" fmla="*/ 2356311 w 4752801"/>
              <a:gd name="connsiteY17842" fmla="*/ 1009198 h 2767298"/>
              <a:gd name="connsiteX17843" fmla="*/ 2357525 w 4752801"/>
              <a:gd name="connsiteY17843" fmla="*/ 1008793 h 2767298"/>
              <a:gd name="connsiteX17844" fmla="*/ 4057738 w 4752801"/>
              <a:gd name="connsiteY17844" fmla="*/ 1008388 h 2767298"/>
              <a:gd name="connsiteX17845" fmla="*/ 4064215 w 4752801"/>
              <a:gd name="connsiteY17845" fmla="*/ 1008388 h 2767298"/>
              <a:gd name="connsiteX17846" fmla="*/ 4065430 w 4752801"/>
              <a:gd name="connsiteY17846" fmla="*/ 1009198 h 2767298"/>
              <a:gd name="connsiteX17847" fmla="*/ 4068668 w 4752801"/>
              <a:gd name="connsiteY17847" fmla="*/ 1014865 h 2767298"/>
              <a:gd name="connsiteX17848" fmla="*/ 4068668 w 4752801"/>
              <a:gd name="connsiteY17848" fmla="*/ 1016080 h 2767298"/>
              <a:gd name="connsiteX17849" fmla="*/ 4065430 w 4752801"/>
              <a:gd name="connsiteY17849" fmla="*/ 1021747 h 2767298"/>
              <a:gd name="connsiteX17850" fmla="*/ 4064215 w 4752801"/>
              <a:gd name="connsiteY17850" fmla="*/ 1022556 h 2767298"/>
              <a:gd name="connsiteX17851" fmla="*/ 4057738 w 4752801"/>
              <a:gd name="connsiteY17851" fmla="*/ 1022556 h 2767298"/>
              <a:gd name="connsiteX17852" fmla="*/ 4056524 w 4752801"/>
              <a:gd name="connsiteY17852" fmla="*/ 1021747 h 2767298"/>
              <a:gd name="connsiteX17853" fmla="*/ 4053286 w 4752801"/>
              <a:gd name="connsiteY17853" fmla="*/ 1016080 h 2767298"/>
              <a:gd name="connsiteX17854" fmla="*/ 4053286 w 4752801"/>
              <a:gd name="connsiteY17854" fmla="*/ 1014865 h 2767298"/>
              <a:gd name="connsiteX17855" fmla="*/ 4056524 w 4752801"/>
              <a:gd name="connsiteY17855" fmla="*/ 1009198 h 2767298"/>
              <a:gd name="connsiteX17856" fmla="*/ 4057738 w 4752801"/>
              <a:gd name="connsiteY17856" fmla="*/ 1008388 h 2767298"/>
              <a:gd name="connsiteX17857" fmla="*/ 2641300 w 4752801"/>
              <a:gd name="connsiteY17857" fmla="*/ 1008388 h 2767298"/>
              <a:gd name="connsiteX17858" fmla="*/ 2647777 w 4752801"/>
              <a:gd name="connsiteY17858" fmla="*/ 1008388 h 2767298"/>
              <a:gd name="connsiteX17859" fmla="*/ 2648991 w 4752801"/>
              <a:gd name="connsiteY17859" fmla="*/ 1009198 h 2767298"/>
              <a:gd name="connsiteX17860" fmla="*/ 2652229 w 4752801"/>
              <a:gd name="connsiteY17860" fmla="*/ 1014865 h 2767298"/>
              <a:gd name="connsiteX17861" fmla="*/ 2652229 w 4752801"/>
              <a:gd name="connsiteY17861" fmla="*/ 1016080 h 2767298"/>
              <a:gd name="connsiteX17862" fmla="*/ 2648991 w 4752801"/>
              <a:gd name="connsiteY17862" fmla="*/ 1021747 h 2767298"/>
              <a:gd name="connsiteX17863" fmla="*/ 2647777 w 4752801"/>
              <a:gd name="connsiteY17863" fmla="*/ 1022152 h 2767298"/>
              <a:gd name="connsiteX17864" fmla="*/ 2641300 w 4752801"/>
              <a:gd name="connsiteY17864" fmla="*/ 1022152 h 2767298"/>
              <a:gd name="connsiteX17865" fmla="*/ 2640085 w 4752801"/>
              <a:gd name="connsiteY17865" fmla="*/ 1021747 h 2767298"/>
              <a:gd name="connsiteX17866" fmla="*/ 2636847 w 4752801"/>
              <a:gd name="connsiteY17866" fmla="*/ 1016080 h 2767298"/>
              <a:gd name="connsiteX17867" fmla="*/ 2636847 w 4752801"/>
              <a:gd name="connsiteY17867" fmla="*/ 1014865 h 2767298"/>
              <a:gd name="connsiteX17868" fmla="*/ 2640085 w 4752801"/>
              <a:gd name="connsiteY17868" fmla="*/ 1009198 h 2767298"/>
              <a:gd name="connsiteX17869" fmla="*/ 2641300 w 4752801"/>
              <a:gd name="connsiteY17869" fmla="*/ 1008388 h 2767298"/>
              <a:gd name="connsiteX17870" fmla="*/ 3895409 w 4752801"/>
              <a:gd name="connsiteY17870" fmla="*/ 1007983 h 2767298"/>
              <a:gd name="connsiteX17871" fmla="*/ 3903100 w 4752801"/>
              <a:gd name="connsiteY17871" fmla="*/ 1007983 h 2767298"/>
              <a:gd name="connsiteX17872" fmla="*/ 3904314 w 4752801"/>
              <a:gd name="connsiteY17872" fmla="*/ 1008793 h 2767298"/>
              <a:gd name="connsiteX17873" fmla="*/ 3907958 w 4752801"/>
              <a:gd name="connsiteY17873" fmla="*/ 1015270 h 2767298"/>
              <a:gd name="connsiteX17874" fmla="*/ 3907958 w 4752801"/>
              <a:gd name="connsiteY17874" fmla="*/ 1016484 h 2767298"/>
              <a:gd name="connsiteX17875" fmla="*/ 3904314 w 4752801"/>
              <a:gd name="connsiteY17875" fmla="*/ 1022961 h 2767298"/>
              <a:gd name="connsiteX17876" fmla="*/ 3903100 w 4752801"/>
              <a:gd name="connsiteY17876" fmla="*/ 1023771 h 2767298"/>
              <a:gd name="connsiteX17877" fmla="*/ 3895409 w 4752801"/>
              <a:gd name="connsiteY17877" fmla="*/ 1023771 h 2767298"/>
              <a:gd name="connsiteX17878" fmla="*/ 3894194 w 4752801"/>
              <a:gd name="connsiteY17878" fmla="*/ 1022961 h 2767298"/>
              <a:gd name="connsiteX17879" fmla="*/ 3890551 w 4752801"/>
              <a:gd name="connsiteY17879" fmla="*/ 1016484 h 2767298"/>
              <a:gd name="connsiteX17880" fmla="*/ 3890551 w 4752801"/>
              <a:gd name="connsiteY17880" fmla="*/ 1015270 h 2767298"/>
              <a:gd name="connsiteX17881" fmla="*/ 3894194 w 4752801"/>
              <a:gd name="connsiteY17881" fmla="*/ 1008793 h 2767298"/>
              <a:gd name="connsiteX17882" fmla="*/ 3895409 w 4752801"/>
              <a:gd name="connsiteY17882" fmla="*/ 1007983 h 2767298"/>
              <a:gd name="connsiteX17883" fmla="*/ 4016852 w 4752801"/>
              <a:gd name="connsiteY17883" fmla="*/ 1007578 h 2767298"/>
              <a:gd name="connsiteX17884" fmla="*/ 4024949 w 4752801"/>
              <a:gd name="connsiteY17884" fmla="*/ 1007578 h 2767298"/>
              <a:gd name="connsiteX17885" fmla="*/ 4026163 w 4752801"/>
              <a:gd name="connsiteY17885" fmla="*/ 1008388 h 2767298"/>
              <a:gd name="connsiteX17886" fmla="*/ 4030211 w 4752801"/>
              <a:gd name="connsiteY17886" fmla="*/ 1015269 h 2767298"/>
              <a:gd name="connsiteX17887" fmla="*/ 4030211 w 4752801"/>
              <a:gd name="connsiteY17887" fmla="*/ 1016484 h 2767298"/>
              <a:gd name="connsiteX17888" fmla="*/ 4026163 w 4752801"/>
              <a:gd name="connsiteY17888" fmla="*/ 1023366 h 2767298"/>
              <a:gd name="connsiteX17889" fmla="*/ 4024949 w 4752801"/>
              <a:gd name="connsiteY17889" fmla="*/ 1024175 h 2767298"/>
              <a:gd name="connsiteX17890" fmla="*/ 4016852 w 4752801"/>
              <a:gd name="connsiteY17890" fmla="*/ 1024175 h 2767298"/>
              <a:gd name="connsiteX17891" fmla="*/ 4015638 w 4752801"/>
              <a:gd name="connsiteY17891" fmla="*/ 1023366 h 2767298"/>
              <a:gd name="connsiteX17892" fmla="*/ 4011590 w 4752801"/>
              <a:gd name="connsiteY17892" fmla="*/ 1016484 h 2767298"/>
              <a:gd name="connsiteX17893" fmla="*/ 4011590 w 4752801"/>
              <a:gd name="connsiteY17893" fmla="*/ 1015269 h 2767298"/>
              <a:gd name="connsiteX17894" fmla="*/ 4015638 w 4752801"/>
              <a:gd name="connsiteY17894" fmla="*/ 1008388 h 2767298"/>
              <a:gd name="connsiteX17895" fmla="*/ 4016852 w 4752801"/>
              <a:gd name="connsiteY17895" fmla="*/ 1007578 h 2767298"/>
              <a:gd name="connsiteX17896" fmla="*/ 3854522 w 4752801"/>
              <a:gd name="connsiteY17896" fmla="*/ 1007578 h 2767298"/>
              <a:gd name="connsiteX17897" fmla="*/ 3862619 w 4752801"/>
              <a:gd name="connsiteY17897" fmla="*/ 1007578 h 2767298"/>
              <a:gd name="connsiteX17898" fmla="*/ 3863833 w 4752801"/>
              <a:gd name="connsiteY17898" fmla="*/ 1007983 h 2767298"/>
              <a:gd name="connsiteX17899" fmla="*/ 3867881 w 4752801"/>
              <a:gd name="connsiteY17899" fmla="*/ 1014865 h 2767298"/>
              <a:gd name="connsiteX17900" fmla="*/ 3867881 w 4752801"/>
              <a:gd name="connsiteY17900" fmla="*/ 1016079 h 2767298"/>
              <a:gd name="connsiteX17901" fmla="*/ 3863833 w 4752801"/>
              <a:gd name="connsiteY17901" fmla="*/ 1022961 h 2767298"/>
              <a:gd name="connsiteX17902" fmla="*/ 3862619 w 4752801"/>
              <a:gd name="connsiteY17902" fmla="*/ 1023366 h 2767298"/>
              <a:gd name="connsiteX17903" fmla="*/ 3854522 w 4752801"/>
              <a:gd name="connsiteY17903" fmla="*/ 1023366 h 2767298"/>
              <a:gd name="connsiteX17904" fmla="*/ 3853308 w 4752801"/>
              <a:gd name="connsiteY17904" fmla="*/ 1022961 h 2767298"/>
              <a:gd name="connsiteX17905" fmla="*/ 3849260 w 4752801"/>
              <a:gd name="connsiteY17905" fmla="*/ 1016079 h 2767298"/>
              <a:gd name="connsiteX17906" fmla="*/ 3849260 w 4752801"/>
              <a:gd name="connsiteY17906" fmla="*/ 1014865 h 2767298"/>
              <a:gd name="connsiteX17907" fmla="*/ 3853308 w 4752801"/>
              <a:gd name="connsiteY17907" fmla="*/ 1007983 h 2767298"/>
              <a:gd name="connsiteX17908" fmla="*/ 3854522 w 4752801"/>
              <a:gd name="connsiteY17908" fmla="*/ 1007578 h 2767298"/>
              <a:gd name="connsiteX17909" fmla="*/ 3773559 w 4752801"/>
              <a:gd name="connsiteY17909" fmla="*/ 1006769 h 2767298"/>
              <a:gd name="connsiteX17910" fmla="*/ 3782060 w 4752801"/>
              <a:gd name="connsiteY17910" fmla="*/ 1006769 h 2767298"/>
              <a:gd name="connsiteX17911" fmla="*/ 3783274 w 4752801"/>
              <a:gd name="connsiteY17911" fmla="*/ 1007579 h 2767298"/>
              <a:gd name="connsiteX17912" fmla="*/ 3787323 w 4752801"/>
              <a:gd name="connsiteY17912" fmla="*/ 1014865 h 2767298"/>
              <a:gd name="connsiteX17913" fmla="*/ 3787323 w 4752801"/>
              <a:gd name="connsiteY17913" fmla="*/ 1016080 h 2767298"/>
              <a:gd name="connsiteX17914" fmla="*/ 3783274 w 4752801"/>
              <a:gd name="connsiteY17914" fmla="*/ 1023366 h 2767298"/>
              <a:gd name="connsiteX17915" fmla="*/ 3782060 w 4752801"/>
              <a:gd name="connsiteY17915" fmla="*/ 1024176 h 2767298"/>
              <a:gd name="connsiteX17916" fmla="*/ 3773559 w 4752801"/>
              <a:gd name="connsiteY17916" fmla="*/ 1024176 h 2767298"/>
              <a:gd name="connsiteX17917" fmla="*/ 3772345 w 4752801"/>
              <a:gd name="connsiteY17917" fmla="*/ 1023366 h 2767298"/>
              <a:gd name="connsiteX17918" fmla="*/ 3768297 w 4752801"/>
              <a:gd name="connsiteY17918" fmla="*/ 1016080 h 2767298"/>
              <a:gd name="connsiteX17919" fmla="*/ 3768297 w 4752801"/>
              <a:gd name="connsiteY17919" fmla="*/ 1014865 h 2767298"/>
              <a:gd name="connsiteX17920" fmla="*/ 3772345 w 4752801"/>
              <a:gd name="connsiteY17920" fmla="*/ 1007579 h 2767298"/>
              <a:gd name="connsiteX17921" fmla="*/ 3773559 w 4752801"/>
              <a:gd name="connsiteY17921" fmla="*/ 1006769 h 2767298"/>
              <a:gd name="connsiteX17922" fmla="*/ 3733079 w 4752801"/>
              <a:gd name="connsiteY17922" fmla="*/ 1006769 h 2767298"/>
              <a:gd name="connsiteX17923" fmla="*/ 3741580 w 4752801"/>
              <a:gd name="connsiteY17923" fmla="*/ 1006769 h 2767298"/>
              <a:gd name="connsiteX17924" fmla="*/ 3742794 w 4752801"/>
              <a:gd name="connsiteY17924" fmla="*/ 1007174 h 2767298"/>
              <a:gd name="connsiteX17925" fmla="*/ 3747247 w 4752801"/>
              <a:gd name="connsiteY17925" fmla="*/ 1014865 h 2767298"/>
              <a:gd name="connsiteX17926" fmla="*/ 3747247 w 4752801"/>
              <a:gd name="connsiteY17926" fmla="*/ 1016080 h 2767298"/>
              <a:gd name="connsiteX17927" fmla="*/ 3742794 w 4752801"/>
              <a:gd name="connsiteY17927" fmla="*/ 1023771 h 2767298"/>
              <a:gd name="connsiteX17928" fmla="*/ 3741580 w 4752801"/>
              <a:gd name="connsiteY17928" fmla="*/ 1024176 h 2767298"/>
              <a:gd name="connsiteX17929" fmla="*/ 3733079 w 4752801"/>
              <a:gd name="connsiteY17929" fmla="*/ 1024176 h 2767298"/>
              <a:gd name="connsiteX17930" fmla="*/ 3731864 w 4752801"/>
              <a:gd name="connsiteY17930" fmla="*/ 1023771 h 2767298"/>
              <a:gd name="connsiteX17931" fmla="*/ 3727412 w 4752801"/>
              <a:gd name="connsiteY17931" fmla="*/ 1016080 h 2767298"/>
              <a:gd name="connsiteX17932" fmla="*/ 3727412 w 4752801"/>
              <a:gd name="connsiteY17932" fmla="*/ 1014865 h 2767298"/>
              <a:gd name="connsiteX17933" fmla="*/ 3731864 w 4752801"/>
              <a:gd name="connsiteY17933" fmla="*/ 1007174 h 2767298"/>
              <a:gd name="connsiteX17934" fmla="*/ 3733079 w 4752801"/>
              <a:gd name="connsiteY17934" fmla="*/ 1006769 h 2767298"/>
              <a:gd name="connsiteX17935" fmla="*/ 2315830 w 4752801"/>
              <a:gd name="connsiteY17935" fmla="*/ 1006769 h 2767298"/>
              <a:gd name="connsiteX17936" fmla="*/ 2325140 w 4752801"/>
              <a:gd name="connsiteY17936" fmla="*/ 1006769 h 2767298"/>
              <a:gd name="connsiteX17937" fmla="*/ 2326355 w 4752801"/>
              <a:gd name="connsiteY17937" fmla="*/ 1007174 h 2767298"/>
              <a:gd name="connsiteX17938" fmla="*/ 2331213 w 4752801"/>
              <a:gd name="connsiteY17938" fmla="*/ 1015270 h 2767298"/>
              <a:gd name="connsiteX17939" fmla="*/ 2331213 w 4752801"/>
              <a:gd name="connsiteY17939" fmla="*/ 1016484 h 2767298"/>
              <a:gd name="connsiteX17940" fmla="*/ 2326355 w 4752801"/>
              <a:gd name="connsiteY17940" fmla="*/ 1024581 h 2767298"/>
              <a:gd name="connsiteX17941" fmla="*/ 2325140 w 4752801"/>
              <a:gd name="connsiteY17941" fmla="*/ 1024986 h 2767298"/>
              <a:gd name="connsiteX17942" fmla="*/ 2315830 w 4752801"/>
              <a:gd name="connsiteY17942" fmla="*/ 1024986 h 2767298"/>
              <a:gd name="connsiteX17943" fmla="*/ 2314615 w 4752801"/>
              <a:gd name="connsiteY17943" fmla="*/ 1024581 h 2767298"/>
              <a:gd name="connsiteX17944" fmla="*/ 2309758 w 4752801"/>
              <a:gd name="connsiteY17944" fmla="*/ 1016484 h 2767298"/>
              <a:gd name="connsiteX17945" fmla="*/ 2309758 w 4752801"/>
              <a:gd name="connsiteY17945" fmla="*/ 1015270 h 2767298"/>
              <a:gd name="connsiteX17946" fmla="*/ 2314615 w 4752801"/>
              <a:gd name="connsiteY17946" fmla="*/ 1007174 h 2767298"/>
              <a:gd name="connsiteX17947" fmla="*/ 2315830 w 4752801"/>
              <a:gd name="connsiteY17947" fmla="*/ 1006769 h 2767298"/>
              <a:gd name="connsiteX17948" fmla="*/ 3813636 w 4752801"/>
              <a:gd name="connsiteY17948" fmla="*/ 1006364 h 2767298"/>
              <a:gd name="connsiteX17949" fmla="*/ 3822947 w 4752801"/>
              <a:gd name="connsiteY17949" fmla="*/ 1006364 h 2767298"/>
              <a:gd name="connsiteX17950" fmla="*/ 3824161 w 4752801"/>
              <a:gd name="connsiteY17950" fmla="*/ 1007174 h 2767298"/>
              <a:gd name="connsiteX17951" fmla="*/ 3829019 w 4752801"/>
              <a:gd name="connsiteY17951" fmla="*/ 1015270 h 2767298"/>
              <a:gd name="connsiteX17952" fmla="*/ 3829019 w 4752801"/>
              <a:gd name="connsiteY17952" fmla="*/ 1016484 h 2767298"/>
              <a:gd name="connsiteX17953" fmla="*/ 3824161 w 4752801"/>
              <a:gd name="connsiteY17953" fmla="*/ 1024581 h 2767298"/>
              <a:gd name="connsiteX17954" fmla="*/ 3822947 w 4752801"/>
              <a:gd name="connsiteY17954" fmla="*/ 1025390 h 2767298"/>
              <a:gd name="connsiteX17955" fmla="*/ 3813636 w 4752801"/>
              <a:gd name="connsiteY17955" fmla="*/ 1025390 h 2767298"/>
              <a:gd name="connsiteX17956" fmla="*/ 3812422 w 4752801"/>
              <a:gd name="connsiteY17956" fmla="*/ 1024581 h 2767298"/>
              <a:gd name="connsiteX17957" fmla="*/ 3807564 w 4752801"/>
              <a:gd name="connsiteY17957" fmla="*/ 1016484 h 2767298"/>
              <a:gd name="connsiteX17958" fmla="*/ 3807564 w 4752801"/>
              <a:gd name="connsiteY17958" fmla="*/ 1015270 h 2767298"/>
              <a:gd name="connsiteX17959" fmla="*/ 3812422 w 4752801"/>
              <a:gd name="connsiteY17959" fmla="*/ 1007174 h 2767298"/>
              <a:gd name="connsiteX17960" fmla="*/ 3813636 w 4752801"/>
              <a:gd name="connsiteY17960" fmla="*/ 1006364 h 2767298"/>
              <a:gd name="connsiteX17961" fmla="*/ 3165936 w 4752801"/>
              <a:gd name="connsiteY17961" fmla="*/ 1006364 h 2767298"/>
              <a:gd name="connsiteX17962" fmla="*/ 3175247 w 4752801"/>
              <a:gd name="connsiteY17962" fmla="*/ 1006364 h 2767298"/>
              <a:gd name="connsiteX17963" fmla="*/ 3176461 w 4752801"/>
              <a:gd name="connsiteY17963" fmla="*/ 1007174 h 2767298"/>
              <a:gd name="connsiteX17964" fmla="*/ 3181319 w 4752801"/>
              <a:gd name="connsiteY17964" fmla="*/ 1015270 h 2767298"/>
              <a:gd name="connsiteX17965" fmla="*/ 3181319 w 4752801"/>
              <a:gd name="connsiteY17965" fmla="*/ 1016484 h 2767298"/>
              <a:gd name="connsiteX17966" fmla="*/ 3176461 w 4752801"/>
              <a:gd name="connsiteY17966" fmla="*/ 1024581 h 2767298"/>
              <a:gd name="connsiteX17967" fmla="*/ 3175247 w 4752801"/>
              <a:gd name="connsiteY17967" fmla="*/ 1025390 h 2767298"/>
              <a:gd name="connsiteX17968" fmla="*/ 3165936 w 4752801"/>
              <a:gd name="connsiteY17968" fmla="*/ 1025390 h 2767298"/>
              <a:gd name="connsiteX17969" fmla="*/ 3164722 w 4752801"/>
              <a:gd name="connsiteY17969" fmla="*/ 1024581 h 2767298"/>
              <a:gd name="connsiteX17970" fmla="*/ 3159864 w 4752801"/>
              <a:gd name="connsiteY17970" fmla="*/ 1016484 h 2767298"/>
              <a:gd name="connsiteX17971" fmla="*/ 3159864 w 4752801"/>
              <a:gd name="connsiteY17971" fmla="*/ 1015270 h 2767298"/>
              <a:gd name="connsiteX17972" fmla="*/ 3164722 w 4752801"/>
              <a:gd name="connsiteY17972" fmla="*/ 1007174 h 2767298"/>
              <a:gd name="connsiteX17973" fmla="*/ 3165936 w 4752801"/>
              <a:gd name="connsiteY17973" fmla="*/ 1006364 h 2767298"/>
              <a:gd name="connsiteX17974" fmla="*/ 2598389 w 4752801"/>
              <a:gd name="connsiteY17974" fmla="*/ 1005959 h 2767298"/>
              <a:gd name="connsiteX17975" fmla="*/ 2608914 w 4752801"/>
              <a:gd name="connsiteY17975" fmla="*/ 1005959 h 2767298"/>
              <a:gd name="connsiteX17976" fmla="*/ 2610128 w 4752801"/>
              <a:gd name="connsiteY17976" fmla="*/ 1006364 h 2767298"/>
              <a:gd name="connsiteX17977" fmla="*/ 2615391 w 4752801"/>
              <a:gd name="connsiteY17977" fmla="*/ 1015270 h 2767298"/>
              <a:gd name="connsiteX17978" fmla="*/ 2615391 w 4752801"/>
              <a:gd name="connsiteY17978" fmla="*/ 1016484 h 2767298"/>
              <a:gd name="connsiteX17979" fmla="*/ 2610128 w 4752801"/>
              <a:gd name="connsiteY17979" fmla="*/ 1025390 h 2767298"/>
              <a:gd name="connsiteX17980" fmla="*/ 2608914 w 4752801"/>
              <a:gd name="connsiteY17980" fmla="*/ 1025795 h 2767298"/>
              <a:gd name="connsiteX17981" fmla="*/ 2598389 w 4752801"/>
              <a:gd name="connsiteY17981" fmla="*/ 1025795 h 2767298"/>
              <a:gd name="connsiteX17982" fmla="*/ 2597174 w 4752801"/>
              <a:gd name="connsiteY17982" fmla="*/ 1025390 h 2767298"/>
              <a:gd name="connsiteX17983" fmla="*/ 2591912 w 4752801"/>
              <a:gd name="connsiteY17983" fmla="*/ 1016484 h 2767298"/>
              <a:gd name="connsiteX17984" fmla="*/ 2591912 w 4752801"/>
              <a:gd name="connsiteY17984" fmla="*/ 1015270 h 2767298"/>
              <a:gd name="connsiteX17985" fmla="*/ 2597174 w 4752801"/>
              <a:gd name="connsiteY17985" fmla="*/ 1006364 h 2767298"/>
              <a:gd name="connsiteX17986" fmla="*/ 2598389 w 4752801"/>
              <a:gd name="connsiteY17986" fmla="*/ 1005959 h 2767298"/>
              <a:gd name="connsiteX17987" fmla="*/ 2518236 w 4752801"/>
              <a:gd name="connsiteY17987" fmla="*/ 1005959 h 2767298"/>
              <a:gd name="connsiteX17988" fmla="*/ 2527951 w 4752801"/>
              <a:gd name="connsiteY17988" fmla="*/ 1005959 h 2767298"/>
              <a:gd name="connsiteX17989" fmla="*/ 2529166 w 4752801"/>
              <a:gd name="connsiteY17989" fmla="*/ 1006364 h 2767298"/>
              <a:gd name="connsiteX17990" fmla="*/ 2534024 w 4752801"/>
              <a:gd name="connsiteY17990" fmla="*/ 1014865 h 2767298"/>
              <a:gd name="connsiteX17991" fmla="*/ 2534024 w 4752801"/>
              <a:gd name="connsiteY17991" fmla="*/ 1016079 h 2767298"/>
              <a:gd name="connsiteX17992" fmla="*/ 2529166 w 4752801"/>
              <a:gd name="connsiteY17992" fmla="*/ 1024580 h 2767298"/>
              <a:gd name="connsiteX17993" fmla="*/ 2527951 w 4752801"/>
              <a:gd name="connsiteY17993" fmla="*/ 1024985 h 2767298"/>
              <a:gd name="connsiteX17994" fmla="*/ 2518236 w 4752801"/>
              <a:gd name="connsiteY17994" fmla="*/ 1024985 h 2767298"/>
              <a:gd name="connsiteX17995" fmla="*/ 2517021 w 4752801"/>
              <a:gd name="connsiteY17995" fmla="*/ 1024580 h 2767298"/>
              <a:gd name="connsiteX17996" fmla="*/ 2512164 w 4752801"/>
              <a:gd name="connsiteY17996" fmla="*/ 1016079 h 2767298"/>
              <a:gd name="connsiteX17997" fmla="*/ 2512164 w 4752801"/>
              <a:gd name="connsiteY17997" fmla="*/ 1014865 h 2767298"/>
              <a:gd name="connsiteX17998" fmla="*/ 2517021 w 4752801"/>
              <a:gd name="connsiteY17998" fmla="*/ 1006364 h 2767298"/>
              <a:gd name="connsiteX17999" fmla="*/ 2518236 w 4752801"/>
              <a:gd name="connsiteY17999" fmla="*/ 1005959 h 2767298"/>
              <a:gd name="connsiteX18000" fmla="*/ 2437274 w 4752801"/>
              <a:gd name="connsiteY18000" fmla="*/ 1005959 h 2767298"/>
              <a:gd name="connsiteX18001" fmla="*/ 2446989 w 4752801"/>
              <a:gd name="connsiteY18001" fmla="*/ 1005959 h 2767298"/>
              <a:gd name="connsiteX18002" fmla="*/ 2448204 w 4752801"/>
              <a:gd name="connsiteY18002" fmla="*/ 1006364 h 2767298"/>
              <a:gd name="connsiteX18003" fmla="*/ 2453062 w 4752801"/>
              <a:gd name="connsiteY18003" fmla="*/ 1014865 h 2767298"/>
              <a:gd name="connsiteX18004" fmla="*/ 2453062 w 4752801"/>
              <a:gd name="connsiteY18004" fmla="*/ 1016079 h 2767298"/>
              <a:gd name="connsiteX18005" fmla="*/ 2448204 w 4752801"/>
              <a:gd name="connsiteY18005" fmla="*/ 1024580 h 2767298"/>
              <a:gd name="connsiteX18006" fmla="*/ 2446989 w 4752801"/>
              <a:gd name="connsiteY18006" fmla="*/ 1024985 h 2767298"/>
              <a:gd name="connsiteX18007" fmla="*/ 2437274 w 4752801"/>
              <a:gd name="connsiteY18007" fmla="*/ 1024985 h 2767298"/>
              <a:gd name="connsiteX18008" fmla="*/ 2436059 w 4752801"/>
              <a:gd name="connsiteY18008" fmla="*/ 1024580 h 2767298"/>
              <a:gd name="connsiteX18009" fmla="*/ 2431202 w 4752801"/>
              <a:gd name="connsiteY18009" fmla="*/ 1016079 h 2767298"/>
              <a:gd name="connsiteX18010" fmla="*/ 2431202 w 4752801"/>
              <a:gd name="connsiteY18010" fmla="*/ 1014865 h 2767298"/>
              <a:gd name="connsiteX18011" fmla="*/ 2436059 w 4752801"/>
              <a:gd name="connsiteY18011" fmla="*/ 1006364 h 2767298"/>
              <a:gd name="connsiteX18012" fmla="*/ 2437274 w 4752801"/>
              <a:gd name="connsiteY18012" fmla="*/ 1005959 h 2767298"/>
              <a:gd name="connsiteX18013" fmla="*/ 3408013 w 4752801"/>
              <a:gd name="connsiteY18013" fmla="*/ 1005554 h 2767298"/>
              <a:gd name="connsiteX18014" fmla="*/ 3418943 w 4752801"/>
              <a:gd name="connsiteY18014" fmla="*/ 1005554 h 2767298"/>
              <a:gd name="connsiteX18015" fmla="*/ 3420158 w 4752801"/>
              <a:gd name="connsiteY18015" fmla="*/ 1005959 h 2767298"/>
              <a:gd name="connsiteX18016" fmla="*/ 3425421 w 4752801"/>
              <a:gd name="connsiteY18016" fmla="*/ 1015269 h 2767298"/>
              <a:gd name="connsiteX18017" fmla="*/ 3425421 w 4752801"/>
              <a:gd name="connsiteY18017" fmla="*/ 1016484 h 2767298"/>
              <a:gd name="connsiteX18018" fmla="*/ 3420158 w 4752801"/>
              <a:gd name="connsiteY18018" fmla="*/ 1025795 h 2767298"/>
              <a:gd name="connsiteX18019" fmla="*/ 3418943 w 4752801"/>
              <a:gd name="connsiteY18019" fmla="*/ 1026199 h 2767298"/>
              <a:gd name="connsiteX18020" fmla="*/ 3408013 w 4752801"/>
              <a:gd name="connsiteY18020" fmla="*/ 1026199 h 2767298"/>
              <a:gd name="connsiteX18021" fmla="*/ 3406799 w 4752801"/>
              <a:gd name="connsiteY18021" fmla="*/ 1025795 h 2767298"/>
              <a:gd name="connsiteX18022" fmla="*/ 3401537 w 4752801"/>
              <a:gd name="connsiteY18022" fmla="*/ 1016484 h 2767298"/>
              <a:gd name="connsiteX18023" fmla="*/ 3401537 w 4752801"/>
              <a:gd name="connsiteY18023" fmla="*/ 1015269 h 2767298"/>
              <a:gd name="connsiteX18024" fmla="*/ 3406799 w 4752801"/>
              <a:gd name="connsiteY18024" fmla="*/ 1005959 h 2767298"/>
              <a:gd name="connsiteX18025" fmla="*/ 3408013 w 4752801"/>
              <a:gd name="connsiteY18025" fmla="*/ 1005554 h 2767298"/>
              <a:gd name="connsiteX18026" fmla="*/ 2558313 w 4752801"/>
              <a:gd name="connsiteY18026" fmla="*/ 1005554 h 2767298"/>
              <a:gd name="connsiteX18027" fmla="*/ 2568433 w 4752801"/>
              <a:gd name="connsiteY18027" fmla="*/ 1005554 h 2767298"/>
              <a:gd name="connsiteX18028" fmla="*/ 2569647 w 4752801"/>
              <a:gd name="connsiteY18028" fmla="*/ 1006364 h 2767298"/>
              <a:gd name="connsiteX18029" fmla="*/ 2574910 w 4752801"/>
              <a:gd name="connsiteY18029" fmla="*/ 1015269 h 2767298"/>
              <a:gd name="connsiteX18030" fmla="*/ 2574910 w 4752801"/>
              <a:gd name="connsiteY18030" fmla="*/ 1016484 h 2767298"/>
              <a:gd name="connsiteX18031" fmla="*/ 2569647 w 4752801"/>
              <a:gd name="connsiteY18031" fmla="*/ 1025390 h 2767298"/>
              <a:gd name="connsiteX18032" fmla="*/ 2568433 w 4752801"/>
              <a:gd name="connsiteY18032" fmla="*/ 1026199 h 2767298"/>
              <a:gd name="connsiteX18033" fmla="*/ 2558313 w 4752801"/>
              <a:gd name="connsiteY18033" fmla="*/ 1026199 h 2767298"/>
              <a:gd name="connsiteX18034" fmla="*/ 2557098 w 4752801"/>
              <a:gd name="connsiteY18034" fmla="*/ 1025390 h 2767298"/>
              <a:gd name="connsiteX18035" fmla="*/ 2551836 w 4752801"/>
              <a:gd name="connsiteY18035" fmla="*/ 1016484 h 2767298"/>
              <a:gd name="connsiteX18036" fmla="*/ 2551836 w 4752801"/>
              <a:gd name="connsiteY18036" fmla="*/ 1015269 h 2767298"/>
              <a:gd name="connsiteX18037" fmla="*/ 2557098 w 4752801"/>
              <a:gd name="connsiteY18037" fmla="*/ 1006364 h 2767298"/>
              <a:gd name="connsiteX18038" fmla="*/ 2558313 w 4752801"/>
              <a:gd name="connsiteY18038" fmla="*/ 1005554 h 2767298"/>
              <a:gd name="connsiteX18039" fmla="*/ 3206012 w 4752801"/>
              <a:gd name="connsiteY18039" fmla="*/ 1005149 h 2767298"/>
              <a:gd name="connsiteX18040" fmla="*/ 3216133 w 4752801"/>
              <a:gd name="connsiteY18040" fmla="*/ 1005149 h 2767298"/>
              <a:gd name="connsiteX18041" fmla="*/ 3217347 w 4752801"/>
              <a:gd name="connsiteY18041" fmla="*/ 1005959 h 2767298"/>
              <a:gd name="connsiteX18042" fmla="*/ 3222610 w 4752801"/>
              <a:gd name="connsiteY18042" fmla="*/ 1014864 h 2767298"/>
              <a:gd name="connsiteX18043" fmla="*/ 3222610 w 4752801"/>
              <a:gd name="connsiteY18043" fmla="*/ 1016079 h 2767298"/>
              <a:gd name="connsiteX18044" fmla="*/ 3217347 w 4752801"/>
              <a:gd name="connsiteY18044" fmla="*/ 1024985 h 2767298"/>
              <a:gd name="connsiteX18045" fmla="*/ 3216133 w 4752801"/>
              <a:gd name="connsiteY18045" fmla="*/ 1025794 h 2767298"/>
              <a:gd name="connsiteX18046" fmla="*/ 3206012 w 4752801"/>
              <a:gd name="connsiteY18046" fmla="*/ 1025794 h 2767298"/>
              <a:gd name="connsiteX18047" fmla="*/ 3204798 w 4752801"/>
              <a:gd name="connsiteY18047" fmla="*/ 1024985 h 2767298"/>
              <a:gd name="connsiteX18048" fmla="*/ 3199536 w 4752801"/>
              <a:gd name="connsiteY18048" fmla="*/ 1016079 h 2767298"/>
              <a:gd name="connsiteX18049" fmla="*/ 3199536 w 4752801"/>
              <a:gd name="connsiteY18049" fmla="*/ 1014864 h 2767298"/>
              <a:gd name="connsiteX18050" fmla="*/ 3204798 w 4752801"/>
              <a:gd name="connsiteY18050" fmla="*/ 1005959 h 2767298"/>
              <a:gd name="connsiteX18051" fmla="*/ 3206012 w 4752801"/>
              <a:gd name="connsiteY18051" fmla="*/ 1005149 h 2767298"/>
              <a:gd name="connsiteX18052" fmla="*/ 3448090 w 4752801"/>
              <a:gd name="connsiteY18052" fmla="*/ 1004745 h 2767298"/>
              <a:gd name="connsiteX18053" fmla="*/ 3459830 w 4752801"/>
              <a:gd name="connsiteY18053" fmla="*/ 1004745 h 2767298"/>
              <a:gd name="connsiteX18054" fmla="*/ 3461044 w 4752801"/>
              <a:gd name="connsiteY18054" fmla="*/ 1005150 h 2767298"/>
              <a:gd name="connsiteX18055" fmla="*/ 3467116 w 4752801"/>
              <a:gd name="connsiteY18055" fmla="*/ 1015270 h 2767298"/>
              <a:gd name="connsiteX18056" fmla="*/ 3467116 w 4752801"/>
              <a:gd name="connsiteY18056" fmla="*/ 1016485 h 2767298"/>
              <a:gd name="connsiteX18057" fmla="*/ 3461044 w 4752801"/>
              <a:gd name="connsiteY18057" fmla="*/ 1026605 h 2767298"/>
              <a:gd name="connsiteX18058" fmla="*/ 3459830 w 4752801"/>
              <a:gd name="connsiteY18058" fmla="*/ 1027415 h 2767298"/>
              <a:gd name="connsiteX18059" fmla="*/ 3448090 w 4752801"/>
              <a:gd name="connsiteY18059" fmla="*/ 1027415 h 2767298"/>
              <a:gd name="connsiteX18060" fmla="*/ 3446876 w 4752801"/>
              <a:gd name="connsiteY18060" fmla="*/ 1026605 h 2767298"/>
              <a:gd name="connsiteX18061" fmla="*/ 3440804 w 4752801"/>
              <a:gd name="connsiteY18061" fmla="*/ 1016485 h 2767298"/>
              <a:gd name="connsiteX18062" fmla="*/ 3440804 w 4752801"/>
              <a:gd name="connsiteY18062" fmla="*/ 1015270 h 2767298"/>
              <a:gd name="connsiteX18063" fmla="*/ 3446876 w 4752801"/>
              <a:gd name="connsiteY18063" fmla="*/ 1005150 h 2767298"/>
              <a:gd name="connsiteX18064" fmla="*/ 3448090 w 4752801"/>
              <a:gd name="connsiteY18064" fmla="*/ 1004745 h 2767298"/>
              <a:gd name="connsiteX18065" fmla="*/ 3367128 w 4752801"/>
              <a:gd name="connsiteY18065" fmla="*/ 1004745 h 2767298"/>
              <a:gd name="connsiteX18066" fmla="*/ 3378462 w 4752801"/>
              <a:gd name="connsiteY18066" fmla="*/ 1004745 h 2767298"/>
              <a:gd name="connsiteX18067" fmla="*/ 3379677 w 4752801"/>
              <a:gd name="connsiteY18067" fmla="*/ 1005150 h 2767298"/>
              <a:gd name="connsiteX18068" fmla="*/ 3385344 w 4752801"/>
              <a:gd name="connsiteY18068" fmla="*/ 1014865 h 2767298"/>
              <a:gd name="connsiteX18069" fmla="*/ 3385344 w 4752801"/>
              <a:gd name="connsiteY18069" fmla="*/ 1016080 h 2767298"/>
              <a:gd name="connsiteX18070" fmla="*/ 3379677 w 4752801"/>
              <a:gd name="connsiteY18070" fmla="*/ 1025795 h 2767298"/>
              <a:gd name="connsiteX18071" fmla="*/ 3378462 w 4752801"/>
              <a:gd name="connsiteY18071" fmla="*/ 1026200 h 2767298"/>
              <a:gd name="connsiteX18072" fmla="*/ 3367128 w 4752801"/>
              <a:gd name="connsiteY18072" fmla="*/ 1026200 h 2767298"/>
              <a:gd name="connsiteX18073" fmla="*/ 3365913 w 4752801"/>
              <a:gd name="connsiteY18073" fmla="*/ 1025795 h 2767298"/>
              <a:gd name="connsiteX18074" fmla="*/ 3360246 w 4752801"/>
              <a:gd name="connsiteY18074" fmla="*/ 1016080 h 2767298"/>
              <a:gd name="connsiteX18075" fmla="*/ 3360246 w 4752801"/>
              <a:gd name="connsiteY18075" fmla="*/ 1014865 h 2767298"/>
              <a:gd name="connsiteX18076" fmla="*/ 3365913 w 4752801"/>
              <a:gd name="connsiteY18076" fmla="*/ 1005150 h 2767298"/>
              <a:gd name="connsiteX18077" fmla="*/ 3367128 w 4752801"/>
              <a:gd name="connsiteY18077" fmla="*/ 1004745 h 2767298"/>
              <a:gd name="connsiteX18078" fmla="*/ 3974752 w 4752801"/>
              <a:gd name="connsiteY18078" fmla="*/ 1004340 h 2767298"/>
              <a:gd name="connsiteX18079" fmla="*/ 3985681 w 4752801"/>
              <a:gd name="connsiteY18079" fmla="*/ 1004340 h 2767298"/>
              <a:gd name="connsiteX18080" fmla="*/ 3986896 w 4752801"/>
              <a:gd name="connsiteY18080" fmla="*/ 1005150 h 2767298"/>
              <a:gd name="connsiteX18081" fmla="*/ 3992563 w 4752801"/>
              <a:gd name="connsiteY18081" fmla="*/ 1014865 h 2767298"/>
              <a:gd name="connsiteX18082" fmla="*/ 3992563 w 4752801"/>
              <a:gd name="connsiteY18082" fmla="*/ 1016080 h 2767298"/>
              <a:gd name="connsiteX18083" fmla="*/ 3986896 w 4752801"/>
              <a:gd name="connsiteY18083" fmla="*/ 1025795 h 2767298"/>
              <a:gd name="connsiteX18084" fmla="*/ 3985681 w 4752801"/>
              <a:gd name="connsiteY18084" fmla="*/ 1026605 h 2767298"/>
              <a:gd name="connsiteX18085" fmla="*/ 3974752 w 4752801"/>
              <a:gd name="connsiteY18085" fmla="*/ 1026605 h 2767298"/>
              <a:gd name="connsiteX18086" fmla="*/ 3973537 w 4752801"/>
              <a:gd name="connsiteY18086" fmla="*/ 1025795 h 2767298"/>
              <a:gd name="connsiteX18087" fmla="*/ 3967870 w 4752801"/>
              <a:gd name="connsiteY18087" fmla="*/ 1016080 h 2767298"/>
              <a:gd name="connsiteX18088" fmla="*/ 3967870 w 4752801"/>
              <a:gd name="connsiteY18088" fmla="*/ 1014865 h 2767298"/>
              <a:gd name="connsiteX18089" fmla="*/ 3973537 w 4752801"/>
              <a:gd name="connsiteY18089" fmla="*/ 1005150 h 2767298"/>
              <a:gd name="connsiteX18090" fmla="*/ 3974752 w 4752801"/>
              <a:gd name="connsiteY18090" fmla="*/ 1004340 h 2767298"/>
              <a:gd name="connsiteX18091" fmla="*/ 3690978 w 4752801"/>
              <a:gd name="connsiteY18091" fmla="*/ 1004340 h 2767298"/>
              <a:gd name="connsiteX18092" fmla="*/ 3702717 w 4752801"/>
              <a:gd name="connsiteY18092" fmla="*/ 1004340 h 2767298"/>
              <a:gd name="connsiteX18093" fmla="*/ 3703931 w 4752801"/>
              <a:gd name="connsiteY18093" fmla="*/ 1005150 h 2767298"/>
              <a:gd name="connsiteX18094" fmla="*/ 3709599 w 4752801"/>
              <a:gd name="connsiteY18094" fmla="*/ 1015270 h 2767298"/>
              <a:gd name="connsiteX18095" fmla="*/ 3709599 w 4752801"/>
              <a:gd name="connsiteY18095" fmla="*/ 1016484 h 2767298"/>
              <a:gd name="connsiteX18096" fmla="*/ 3703931 w 4752801"/>
              <a:gd name="connsiteY18096" fmla="*/ 1026605 h 2767298"/>
              <a:gd name="connsiteX18097" fmla="*/ 3702717 w 4752801"/>
              <a:gd name="connsiteY18097" fmla="*/ 1027414 h 2767298"/>
              <a:gd name="connsiteX18098" fmla="*/ 3690978 w 4752801"/>
              <a:gd name="connsiteY18098" fmla="*/ 1027414 h 2767298"/>
              <a:gd name="connsiteX18099" fmla="*/ 3689763 w 4752801"/>
              <a:gd name="connsiteY18099" fmla="*/ 1026605 h 2767298"/>
              <a:gd name="connsiteX18100" fmla="*/ 3684096 w 4752801"/>
              <a:gd name="connsiteY18100" fmla="*/ 1016484 h 2767298"/>
              <a:gd name="connsiteX18101" fmla="*/ 3684096 w 4752801"/>
              <a:gd name="connsiteY18101" fmla="*/ 1015270 h 2767298"/>
              <a:gd name="connsiteX18102" fmla="*/ 3689763 w 4752801"/>
              <a:gd name="connsiteY18102" fmla="*/ 1005150 h 2767298"/>
              <a:gd name="connsiteX18103" fmla="*/ 3690978 w 4752801"/>
              <a:gd name="connsiteY18103" fmla="*/ 1004340 h 2767298"/>
              <a:gd name="connsiteX18104" fmla="*/ 3488571 w 4752801"/>
              <a:gd name="connsiteY18104" fmla="*/ 1004340 h 2767298"/>
              <a:gd name="connsiteX18105" fmla="*/ 3500311 w 4752801"/>
              <a:gd name="connsiteY18105" fmla="*/ 1004340 h 2767298"/>
              <a:gd name="connsiteX18106" fmla="*/ 3501525 w 4752801"/>
              <a:gd name="connsiteY18106" fmla="*/ 1005150 h 2767298"/>
              <a:gd name="connsiteX18107" fmla="*/ 3507597 w 4752801"/>
              <a:gd name="connsiteY18107" fmla="*/ 1015270 h 2767298"/>
              <a:gd name="connsiteX18108" fmla="*/ 3507597 w 4752801"/>
              <a:gd name="connsiteY18108" fmla="*/ 1016484 h 2767298"/>
              <a:gd name="connsiteX18109" fmla="*/ 3501525 w 4752801"/>
              <a:gd name="connsiteY18109" fmla="*/ 1026605 h 2767298"/>
              <a:gd name="connsiteX18110" fmla="*/ 3500311 w 4752801"/>
              <a:gd name="connsiteY18110" fmla="*/ 1027414 h 2767298"/>
              <a:gd name="connsiteX18111" fmla="*/ 3488571 w 4752801"/>
              <a:gd name="connsiteY18111" fmla="*/ 1027414 h 2767298"/>
              <a:gd name="connsiteX18112" fmla="*/ 3487357 w 4752801"/>
              <a:gd name="connsiteY18112" fmla="*/ 1026605 h 2767298"/>
              <a:gd name="connsiteX18113" fmla="*/ 3481285 w 4752801"/>
              <a:gd name="connsiteY18113" fmla="*/ 1016484 h 2767298"/>
              <a:gd name="connsiteX18114" fmla="*/ 3481285 w 4752801"/>
              <a:gd name="connsiteY18114" fmla="*/ 1015270 h 2767298"/>
              <a:gd name="connsiteX18115" fmla="*/ 3487357 w 4752801"/>
              <a:gd name="connsiteY18115" fmla="*/ 1005150 h 2767298"/>
              <a:gd name="connsiteX18116" fmla="*/ 3488571 w 4752801"/>
              <a:gd name="connsiteY18116" fmla="*/ 1004340 h 2767298"/>
              <a:gd name="connsiteX18117" fmla="*/ 2395578 w 4752801"/>
              <a:gd name="connsiteY18117" fmla="*/ 1004340 h 2767298"/>
              <a:gd name="connsiteX18118" fmla="*/ 2407318 w 4752801"/>
              <a:gd name="connsiteY18118" fmla="*/ 1004340 h 2767298"/>
              <a:gd name="connsiteX18119" fmla="*/ 2408532 w 4752801"/>
              <a:gd name="connsiteY18119" fmla="*/ 1005150 h 2767298"/>
              <a:gd name="connsiteX18120" fmla="*/ 2414200 w 4752801"/>
              <a:gd name="connsiteY18120" fmla="*/ 1015270 h 2767298"/>
              <a:gd name="connsiteX18121" fmla="*/ 2414200 w 4752801"/>
              <a:gd name="connsiteY18121" fmla="*/ 1016484 h 2767298"/>
              <a:gd name="connsiteX18122" fmla="*/ 2408532 w 4752801"/>
              <a:gd name="connsiteY18122" fmla="*/ 1026605 h 2767298"/>
              <a:gd name="connsiteX18123" fmla="*/ 2407318 w 4752801"/>
              <a:gd name="connsiteY18123" fmla="*/ 1027414 h 2767298"/>
              <a:gd name="connsiteX18124" fmla="*/ 2395578 w 4752801"/>
              <a:gd name="connsiteY18124" fmla="*/ 1027414 h 2767298"/>
              <a:gd name="connsiteX18125" fmla="*/ 2394364 w 4752801"/>
              <a:gd name="connsiteY18125" fmla="*/ 1026605 h 2767298"/>
              <a:gd name="connsiteX18126" fmla="*/ 2388697 w 4752801"/>
              <a:gd name="connsiteY18126" fmla="*/ 1016484 h 2767298"/>
              <a:gd name="connsiteX18127" fmla="*/ 2388697 w 4752801"/>
              <a:gd name="connsiteY18127" fmla="*/ 1015270 h 2767298"/>
              <a:gd name="connsiteX18128" fmla="*/ 2394364 w 4752801"/>
              <a:gd name="connsiteY18128" fmla="*/ 1005150 h 2767298"/>
              <a:gd name="connsiteX18129" fmla="*/ 2395578 w 4752801"/>
              <a:gd name="connsiteY18129" fmla="*/ 1004340 h 2767298"/>
              <a:gd name="connsiteX18130" fmla="*/ 3528648 w 4752801"/>
              <a:gd name="connsiteY18130" fmla="*/ 1003935 h 2767298"/>
              <a:gd name="connsiteX18131" fmla="*/ 3541197 w 4752801"/>
              <a:gd name="connsiteY18131" fmla="*/ 1003935 h 2767298"/>
              <a:gd name="connsiteX18132" fmla="*/ 3542411 w 4752801"/>
              <a:gd name="connsiteY18132" fmla="*/ 1004340 h 2767298"/>
              <a:gd name="connsiteX18133" fmla="*/ 3548889 w 4752801"/>
              <a:gd name="connsiteY18133" fmla="*/ 1015270 h 2767298"/>
              <a:gd name="connsiteX18134" fmla="*/ 3548889 w 4752801"/>
              <a:gd name="connsiteY18134" fmla="*/ 1016484 h 2767298"/>
              <a:gd name="connsiteX18135" fmla="*/ 3542411 w 4752801"/>
              <a:gd name="connsiteY18135" fmla="*/ 1027414 h 2767298"/>
              <a:gd name="connsiteX18136" fmla="*/ 3541197 w 4752801"/>
              <a:gd name="connsiteY18136" fmla="*/ 1027819 h 2767298"/>
              <a:gd name="connsiteX18137" fmla="*/ 3528648 w 4752801"/>
              <a:gd name="connsiteY18137" fmla="*/ 1027819 h 2767298"/>
              <a:gd name="connsiteX18138" fmla="*/ 3527433 w 4752801"/>
              <a:gd name="connsiteY18138" fmla="*/ 1027414 h 2767298"/>
              <a:gd name="connsiteX18139" fmla="*/ 3520957 w 4752801"/>
              <a:gd name="connsiteY18139" fmla="*/ 1016484 h 2767298"/>
              <a:gd name="connsiteX18140" fmla="*/ 3520957 w 4752801"/>
              <a:gd name="connsiteY18140" fmla="*/ 1015270 h 2767298"/>
              <a:gd name="connsiteX18141" fmla="*/ 3527433 w 4752801"/>
              <a:gd name="connsiteY18141" fmla="*/ 1004340 h 2767298"/>
              <a:gd name="connsiteX18142" fmla="*/ 3528648 w 4752801"/>
              <a:gd name="connsiteY18142" fmla="*/ 1003935 h 2767298"/>
              <a:gd name="connsiteX18143" fmla="*/ 3326242 w 4752801"/>
              <a:gd name="connsiteY18143" fmla="*/ 1003125 h 2767298"/>
              <a:gd name="connsiteX18144" fmla="*/ 3338791 w 4752801"/>
              <a:gd name="connsiteY18144" fmla="*/ 1003125 h 2767298"/>
              <a:gd name="connsiteX18145" fmla="*/ 3340006 w 4752801"/>
              <a:gd name="connsiteY18145" fmla="*/ 1003935 h 2767298"/>
              <a:gd name="connsiteX18146" fmla="*/ 3346078 w 4752801"/>
              <a:gd name="connsiteY18146" fmla="*/ 1014865 h 2767298"/>
              <a:gd name="connsiteX18147" fmla="*/ 3346078 w 4752801"/>
              <a:gd name="connsiteY18147" fmla="*/ 1016079 h 2767298"/>
              <a:gd name="connsiteX18148" fmla="*/ 3340006 w 4752801"/>
              <a:gd name="connsiteY18148" fmla="*/ 1027009 h 2767298"/>
              <a:gd name="connsiteX18149" fmla="*/ 3338791 w 4752801"/>
              <a:gd name="connsiteY18149" fmla="*/ 1027819 h 2767298"/>
              <a:gd name="connsiteX18150" fmla="*/ 3326242 w 4752801"/>
              <a:gd name="connsiteY18150" fmla="*/ 1027819 h 2767298"/>
              <a:gd name="connsiteX18151" fmla="*/ 3325028 w 4752801"/>
              <a:gd name="connsiteY18151" fmla="*/ 1027009 h 2767298"/>
              <a:gd name="connsiteX18152" fmla="*/ 3318956 w 4752801"/>
              <a:gd name="connsiteY18152" fmla="*/ 1016079 h 2767298"/>
              <a:gd name="connsiteX18153" fmla="*/ 3318956 w 4752801"/>
              <a:gd name="connsiteY18153" fmla="*/ 1014865 h 2767298"/>
              <a:gd name="connsiteX18154" fmla="*/ 3325028 w 4752801"/>
              <a:gd name="connsiteY18154" fmla="*/ 1003935 h 2767298"/>
              <a:gd name="connsiteX18155" fmla="*/ 3326242 w 4752801"/>
              <a:gd name="connsiteY18155" fmla="*/ 1003125 h 2767298"/>
              <a:gd name="connsiteX18156" fmla="*/ 3568320 w 4752801"/>
              <a:gd name="connsiteY18156" fmla="*/ 1002721 h 2767298"/>
              <a:gd name="connsiteX18157" fmla="*/ 3582084 w 4752801"/>
              <a:gd name="connsiteY18157" fmla="*/ 1002721 h 2767298"/>
              <a:gd name="connsiteX18158" fmla="*/ 3583298 w 4752801"/>
              <a:gd name="connsiteY18158" fmla="*/ 1003531 h 2767298"/>
              <a:gd name="connsiteX18159" fmla="*/ 3590180 w 4752801"/>
              <a:gd name="connsiteY18159" fmla="*/ 1015270 h 2767298"/>
              <a:gd name="connsiteX18160" fmla="*/ 3590180 w 4752801"/>
              <a:gd name="connsiteY18160" fmla="*/ 1016485 h 2767298"/>
              <a:gd name="connsiteX18161" fmla="*/ 3583298 w 4752801"/>
              <a:gd name="connsiteY18161" fmla="*/ 1028224 h 2767298"/>
              <a:gd name="connsiteX18162" fmla="*/ 3582084 w 4752801"/>
              <a:gd name="connsiteY18162" fmla="*/ 1029034 h 2767298"/>
              <a:gd name="connsiteX18163" fmla="*/ 3568320 w 4752801"/>
              <a:gd name="connsiteY18163" fmla="*/ 1029034 h 2767298"/>
              <a:gd name="connsiteX18164" fmla="*/ 3567106 w 4752801"/>
              <a:gd name="connsiteY18164" fmla="*/ 1028224 h 2767298"/>
              <a:gd name="connsiteX18165" fmla="*/ 3560224 w 4752801"/>
              <a:gd name="connsiteY18165" fmla="*/ 1016485 h 2767298"/>
              <a:gd name="connsiteX18166" fmla="*/ 3560224 w 4752801"/>
              <a:gd name="connsiteY18166" fmla="*/ 1015270 h 2767298"/>
              <a:gd name="connsiteX18167" fmla="*/ 3567106 w 4752801"/>
              <a:gd name="connsiteY18167" fmla="*/ 1003531 h 2767298"/>
              <a:gd name="connsiteX18168" fmla="*/ 3568320 w 4752801"/>
              <a:gd name="connsiteY18168" fmla="*/ 1002721 h 2767298"/>
              <a:gd name="connsiteX18169" fmla="*/ 3244874 w 4752801"/>
              <a:gd name="connsiteY18169" fmla="*/ 1002721 h 2767298"/>
              <a:gd name="connsiteX18170" fmla="*/ 3258638 w 4752801"/>
              <a:gd name="connsiteY18170" fmla="*/ 1002721 h 2767298"/>
              <a:gd name="connsiteX18171" fmla="*/ 3259852 w 4752801"/>
              <a:gd name="connsiteY18171" fmla="*/ 1003531 h 2767298"/>
              <a:gd name="connsiteX18172" fmla="*/ 3266734 w 4752801"/>
              <a:gd name="connsiteY18172" fmla="*/ 1015270 h 2767298"/>
              <a:gd name="connsiteX18173" fmla="*/ 3266734 w 4752801"/>
              <a:gd name="connsiteY18173" fmla="*/ 1016485 h 2767298"/>
              <a:gd name="connsiteX18174" fmla="*/ 3259852 w 4752801"/>
              <a:gd name="connsiteY18174" fmla="*/ 1028224 h 2767298"/>
              <a:gd name="connsiteX18175" fmla="*/ 3258638 w 4752801"/>
              <a:gd name="connsiteY18175" fmla="*/ 1029034 h 2767298"/>
              <a:gd name="connsiteX18176" fmla="*/ 3244874 w 4752801"/>
              <a:gd name="connsiteY18176" fmla="*/ 1029034 h 2767298"/>
              <a:gd name="connsiteX18177" fmla="*/ 3243660 w 4752801"/>
              <a:gd name="connsiteY18177" fmla="*/ 1028224 h 2767298"/>
              <a:gd name="connsiteX18178" fmla="*/ 3236778 w 4752801"/>
              <a:gd name="connsiteY18178" fmla="*/ 1016485 h 2767298"/>
              <a:gd name="connsiteX18179" fmla="*/ 3236778 w 4752801"/>
              <a:gd name="connsiteY18179" fmla="*/ 1015270 h 2767298"/>
              <a:gd name="connsiteX18180" fmla="*/ 3243660 w 4752801"/>
              <a:gd name="connsiteY18180" fmla="*/ 1003531 h 2767298"/>
              <a:gd name="connsiteX18181" fmla="*/ 3244874 w 4752801"/>
              <a:gd name="connsiteY18181" fmla="*/ 1002721 h 2767298"/>
              <a:gd name="connsiteX18182" fmla="*/ 2475326 w 4752801"/>
              <a:gd name="connsiteY18182" fmla="*/ 1002721 h 2767298"/>
              <a:gd name="connsiteX18183" fmla="*/ 2489089 w 4752801"/>
              <a:gd name="connsiteY18183" fmla="*/ 1002721 h 2767298"/>
              <a:gd name="connsiteX18184" fmla="*/ 2490304 w 4752801"/>
              <a:gd name="connsiteY18184" fmla="*/ 1003531 h 2767298"/>
              <a:gd name="connsiteX18185" fmla="*/ 2497186 w 4752801"/>
              <a:gd name="connsiteY18185" fmla="*/ 1015270 h 2767298"/>
              <a:gd name="connsiteX18186" fmla="*/ 2497186 w 4752801"/>
              <a:gd name="connsiteY18186" fmla="*/ 1016485 h 2767298"/>
              <a:gd name="connsiteX18187" fmla="*/ 2490304 w 4752801"/>
              <a:gd name="connsiteY18187" fmla="*/ 1028224 h 2767298"/>
              <a:gd name="connsiteX18188" fmla="*/ 2489089 w 4752801"/>
              <a:gd name="connsiteY18188" fmla="*/ 1029034 h 2767298"/>
              <a:gd name="connsiteX18189" fmla="*/ 2475326 w 4752801"/>
              <a:gd name="connsiteY18189" fmla="*/ 1029034 h 2767298"/>
              <a:gd name="connsiteX18190" fmla="*/ 2474111 w 4752801"/>
              <a:gd name="connsiteY18190" fmla="*/ 1028224 h 2767298"/>
              <a:gd name="connsiteX18191" fmla="*/ 2467230 w 4752801"/>
              <a:gd name="connsiteY18191" fmla="*/ 1016485 h 2767298"/>
              <a:gd name="connsiteX18192" fmla="*/ 2467230 w 4752801"/>
              <a:gd name="connsiteY18192" fmla="*/ 1015270 h 2767298"/>
              <a:gd name="connsiteX18193" fmla="*/ 2474111 w 4752801"/>
              <a:gd name="connsiteY18193" fmla="*/ 1003531 h 2767298"/>
              <a:gd name="connsiteX18194" fmla="*/ 2475326 w 4752801"/>
              <a:gd name="connsiteY18194" fmla="*/ 1002721 h 2767298"/>
              <a:gd name="connsiteX18195" fmla="*/ 3608800 w 4752801"/>
              <a:gd name="connsiteY18195" fmla="*/ 1002316 h 2767298"/>
              <a:gd name="connsiteX18196" fmla="*/ 3623374 w 4752801"/>
              <a:gd name="connsiteY18196" fmla="*/ 1002316 h 2767298"/>
              <a:gd name="connsiteX18197" fmla="*/ 3624588 w 4752801"/>
              <a:gd name="connsiteY18197" fmla="*/ 1002721 h 2767298"/>
              <a:gd name="connsiteX18198" fmla="*/ 3631875 w 4752801"/>
              <a:gd name="connsiteY18198" fmla="*/ 1015270 h 2767298"/>
              <a:gd name="connsiteX18199" fmla="*/ 3631875 w 4752801"/>
              <a:gd name="connsiteY18199" fmla="*/ 1016484 h 2767298"/>
              <a:gd name="connsiteX18200" fmla="*/ 3624588 w 4752801"/>
              <a:gd name="connsiteY18200" fmla="*/ 1029034 h 2767298"/>
              <a:gd name="connsiteX18201" fmla="*/ 3623374 w 4752801"/>
              <a:gd name="connsiteY18201" fmla="*/ 1029438 h 2767298"/>
              <a:gd name="connsiteX18202" fmla="*/ 3608800 w 4752801"/>
              <a:gd name="connsiteY18202" fmla="*/ 1029438 h 2767298"/>
              <a:gd name="connsiteX18203" fmla="*/ 3607586 w 4752801"/>
              <a:gd name="connsiteY18203" fmla="*/ 1029034 h 2767298"/>
              <a:gd name="connsiteX18204" fmla="*/ 3600300 w 4752801"/>
              <a:gd name="connsiteY18204" fmla="*/ 1016484 h 2767298"/>
              <a:gd name="connsiteX18205" fmla="*/ 3600300 w 4752801"/>
              <a:gd name="connsiteY18205" fmla="*/ 1015270 h 2767298"/>
              <a:gd name="connsiteX18206" fmla="*/ 3607586 w 4752801"/>
              <a:gd name="connsiteY18206" fmla="*/ 1002721 h 2767298"/>
              <a:gd name="connsiteX18207" fmla="*/ 3608800 w 4752801"/>
              <a:gd name="connsiteY18207" fmla="*/ 1002316 h 2767298"/>
              <a:gd name="connsiteX18208" fmla="*/ 3284546 w 4752801"/>
              <a:gd name="connsiteY18208" fmla="*/ 1001506 h 2767298"/>
              <a:gd name="connsiteX18209" fmla="*/ 3299523 w 4752801"/>
              <a:gd name="connsiteY18209" fmla="*/ 1001506 h 2767298"/>
              <a:gd name="connsiteX18210" fmla="*/ 3300738 w 4752801"/>
              <a:gd name="connsiteY18210" fmla="*/ 1002316 h 2767298"/>
              <a:gd name="connsiteX18211" fmla="*/ 3308430 w 4752801"/>
              <a:gd name="connsiteY18211" fmla="*/ 1015270 h 2767298"/>
              <a:gd name="connsiteX18212" fmla="*/ 3308430 w 4752801"/>
              <a:gd name="connsiteY18212" fmla="*/ 1016484 h 2767298"/>
              <a:gd name="connsiteX18213" fmla="*/ 3300738 w 4752801"/>
              <a:gd name="connsiteY18213" fmla="*/ 1029438 h 2767298"/>
              <a:gd name="connsiteX18214" fmla="*/ 3299523 w 4752801"/>
              <a:gd name="connsiteY18214" fmla="*/ 1030248 h 2767298"/>
              <a:gd name="connsiteX18215" fmla="*/ 3284546 w 4752801"/>
              <a:gd name="connsiteY18215" fmla="*/ 1030248 h 2767298"/>
              <a:gd name="connsiteX18216" fmla="*/ 3283331 w 4752801"/>
              <a:gd name="connsiteY18216" fmla="*/ 1029438 h 2767298"/>
              <a:gd name="connsiteX18217" fmla="*/ 3275640 w 4752801"/>
              <a:gd name="connsiteY18217" fmla="*/ 1016484 h 2767298"/>
              <a:gd name="connsiteX18218" fmla="*/ 3275640 w 4752801"/>
              <a:gd name="connsiteY18218" fmla="*/ 1015270 h 2767298"/>
              <a:gd name="connsiteX18219" fmla="*/ 3283331 w 4752801"/>
              <a:gd name="connsiteY18219" fmla="*/ 1002316 h 2767298"/>
              <a:gd name="connsiteX18220" fmla="*/ 3284546 w 4752801"/>
              <a:gd name="connsiteY18220" fmla="*/ 1001506 h 2767298"/>
              <a:gd name="connsiteX18221" fmla="*/ 3648473 w 4752801"/>
              <a:gd name="connsiteY18221" fmla="*/ 1001101 h 2767298"/>
              <a:gd name="connsiteX18222" fmla="*/ 3663855 w 4752801"/>
              <a:gd name="connsiteY18222" fmla="*/ 1001101 h 2767298"/>
              <a:gd name="connsiteX18223" fmla="*/ 3665070 w 4752801"/>
              <a:gd name="connsiteY18223" fmla="*/ 1001506 h 2767298"/>
              <a:gd name="connsiteX18224" fmla="*/ 3672761 w 4752801"/>
              <a:gd name="connsiteY18224" fmla="*/ 1014865 h 2767298"/>
              <a:gd name="connsiteX18225" fmla="*/ 3672761 w 4752801"/>
              <a:gd name="connsiteY18225" fmla="*/ 1016079 h 2767298"/>
              <a:gd name="connsiteX18226" fmla="*/ 3665070 w 4752801"/>
              <a:gd name="connsiteY18226" fmla="*/ 1029438 h 2767298"/>
              <a:gd name="connsiteX18227" fmla="*/ 3663855 w 4752801"/>
              <a:gd name="connsiteY18227" fmla="*/ 1029843 h 2767298"/>
              <a:gd name="connsiteX18228" fmla="*/ 3648473 w 4752801"/>
              <a:gd name="connsiteY18228" fmla="*/ 1029843 h 2767298"/>
              <a:gd name="connsiteX18229" fmla="*/ 3647258 w 4752801"/>
              <a:gd name="connsiteY18229" fmla="*/ 1029438 h 2767298"/>
              <a:gd name="connsiteX18230" fmla="*/ 3639567 w 4752801"/>
              <a:gd name="connsiteY18230" fmla="*/ 1016079 h 2767298"/>
              <a:gd name="connsiteX18231" fmla="*/ 3639567 w 4752801"/>
              <a:gd name="connsiteY18231" fmla="*/ 1014865 h 2767298"/>
              <a:gd name="connsiteX18232" fmla="*/ 3647258 w 4752801"/>
              <a:gd name="connsiteY18232" fmla="*/ 1001506 h 2767298"/>
              <a:gd name="connsiteX18233" fmla="*/ 3648473 w 4752801"/>
              <a:gd name="connsiteY18233" fmla="*/ 1001101 h 2767298"/>
              <a:gd name="connsiteX18234" fmla="*/ 4384016 w 4752801"/>
              <a:gd name="connsiteY18234" fmla="*/ 972764 h 2767298"/>
              <a:gd name="connsiteX18235" fmla="*/ 4386850 w 4752801"/>
              <a:gd name="connsiteY18235" fmla="*/ 972764 h 2767298"/>
              <a:gd name="connsiteX18236" fmla="*/ 4388469 w 4752801"/>
              <a:gd name="connsiteY18236" fmla="*/ 975193 h 2767298"/>
              <a:gd name="connsiteX18237" fmla="*/ 4386850 w 4752801"/>
              <a:gd name="connsiteY18237" fmla="*/ 977622 h 2767298"/>
              <a:gd name="connsiteX18238" fmla="*/ 4384016 w 4752801"/>
              <a:gd name="connsiteY18238" fmla="*/ 977622 h 2767298"/>
              <a:gd name="connsiteX18239" fmla="*/ 4382397 w 4752801"/>
              <a:gd name="connsiteY18239" fmla="*/ 975193 h 2767298"/>
              <a:gd name="connsiteX18240" fmla="*/ 4303054 w 4752801"/>
              <a:gd name="connsiteY18240" fmla="*/ 972764 h 2767298"/>
              <a:gd name="connsiteX18241" fmla="*/ 4305888 w 4752801"/>
              <a:gd name="connsiteY18241" fmla="*/ 972764 h 2767298"/>
              <a:gd name="connsiteX18242" fmla="*/ 4307507 w 4752801"/>
              <a:gd name="connsiteY18242" fmla="*/ 975193 h 2767298"/>
              <a:gd name="connsiteX18243" fmla="*/ 4305888 w 4752801"/>
              <a:gd name="connsiteY18243" fmla="*/ 977622 h 2767298"/>
              <a:gd name="connsiteX18244" fmla="*/ 4303054 w 4752801"/>
              <a:gd name="connsiteY18244" fmla="*/ 977622 h 2767298"/>
              <a:gd name="connsiteX18245" fmla="*/ 4301435 w 4752801"/>
              <a:gd name="connsiteY18245" fmla="*/ 975193 h 2767298"/>
              <a:gd name="connsiteX18246" fmla="*/ 3007654 w 4752801"/>
              <a:gd name="connsiteY18246" fmla="*/ 972764 h 2767298"/>
              <a:gd name="connsiteX18247" fmla="*/ 3010488 w 4752801"/>
              <a:gd name="connsiteY18247" fmla="*/ 972764 h 2767298"/>
              <a:gd name="connsiteX18248" fmla="*/ 3012107 w 4752801"/>
              <a:gd name="connsiteY18248" fmla="*/ 975193 h 2767298"/>
              <a:gd name="connsiteX18249" fmla="*/ 3010488 w 4752801"/>
              <a:gd name="connsiteY18249" fmla="*/ 977622 h 2767298"/>
              <a:gd name="connsiteX18250" fmla="*/ 3007654 w 4752801"/>
              <a:gd name="connsiteY18250" fmla="*/ 977622 h 2767298"/>
              <a:gd name="connsiteX18251" fmla="*/ 3006035 w 4752801"/>
              <a:gd name="connsiteY18251" fmla="*/ 975193 h 2767298"/>
              <a:gd name="connsiteX18252" fmla="*/ 2967173 w 4752801"/>
              <a:gd name="connsiteY18252" fmla="*/ 972764 h 2767298"/>
              <a:gd name="connsiteX18253" fmla="*/ 2970007 w 4752801"/>
              <a:gd name="connsiteY18253" fmla="*/ 972764 h 2767298"/>
              <a:gd name="connsiteX18254" fmla="*/ 2971626 w 4752801"/>
              <a:gd name="connsiteY18254" fmla="*/ 975193 h 2767298"/>
              <a:gd name="connsiteX18255" fmla="*/ 2970007 w 4752801"/>
              <a:gd name="connsiteY18255" fmla="*/ 977622 h 2767298"/>
              <a:gd name="connsiteX18256" fmla="*/ 2967173 w 4752801"/>
              <a:gd name="connsiteY18256" fmla="*/ 977622 h 2767298"/>
              <a:gd name="connsiteX18257" fmla="*/ 2965554 w 4752801"/>
              <a:gd name="connsiteY18257" fmla="*/ 975193 h 2767298"/>
              <a:gd name="connsiteX18258" fmla="*/ 2926691 w 4752801"/>
              <a:gd name="connsiteY18258" fmla="*/ 972764 h 2767298"/>
              <a:gd name="connsiteX18259" fmla="*/ 2929525 w 4752801"/>
              <a:gd name="connsiteY18259" fmla="*/ 972764 h 2767298"/>
              <a:gd name="connsiteX18260" fmla="*/ 2931144 w 4752801"/>
              <a:gd name="connsiteY18260" fmla="*/ 975193 h 2767298"/>
              <a:gd name="connsiteX18261" fmla="*/ 2929525 w 4752801"/>
              <a:gd name="connsiteY18261" fmla="*/ 977622 h 2767298"/>
              <a:gd name="connsiteX18262" fmla="*/ 2926691 w 4752801"/>
              <a:gd name="connsiteY18262" fmla="*/ 977622 h 2767298"/>
              <a:gd name="connsiteX18263" fmla="*/ 2925072 w 4752801"/>
              <a:gd name="connsiteY18263" fmla="*/ 975193 h 2767298"/>
              <a:gd name="connsiteX18264" fmla="*/ 2886210 w 4752801"/>
              <a:gd name="connsiteY18264" fmla="*/ 972764 h 2767298"/>
              <a:gd name="connsiteX18265" fmla="*/ 2888639 w 4752801"/>
              <a:gd name="connsiteY18265" fmla="*/ 972764 h 2767298"/>
              <a:gd name="connsiteX18266" fmla="*/ 2889854 w 4752801"/>
              <a:gd name="connsiteY18266" fmla="*/ 975193 h 2767298"/>
              <a:gd name="connsiteX18267" fmla="*/ 2888639 w 4752801"/>
              <a:gd name="connsiteY18267" fmla="*/ 977622 h 2767298"/>
              <a:gd name="connsiteX18268" fmla="*/ 2886210 w 4752801"/>
              <a:gd name="connsiteY18268" fmla="*/ 977622 h 2767298"/>
              <a:gd name="connsiteX18269" fmla="*/ 2884996 w 4752801"/>
              <a:gd name="connsiteY18269" fmla="*/ 975193 h 2767298"/>
              <a:gd name="connsiteX18270" fmla="*/ 2845729 w 4752801"/>
              <a:gd name="connsiteY18270" fmla="*/ 972764 h 2767298"/>
              <a:gd name="connsiteX18271" fmla="*/ 2848563 w 4752801"/>
              <a:gd name="connsiteY18271" fmla="*/ 972764 h 2767298"/>
              <a:gd name="connsiteX18272" fmla="*/ 2850182 w 4752801"/>
              <a:gd name="connsiteY18272" fmla="*/ 975193 h 2767298"/>
              <a:gd name="connsiteX18273" fmla="*/ 2848563 w 4752801"/>
              <a:gd name="connsiteY18273" fmla="*/ 977622 h 2767298"/>
              <a:gd name="connsiteX18274" fmla="*/ 2845729 w 4752801"/>
              <a:gd name="connsiteY18274" fmla="*/ 977622 h 2767298"/>
              <a:gd name="connsiteX18275" fmla="*/ 2844110 w 4752801"/>
              <a:gd name="connsiteY18275" fmla="*/ 975193 h 2767298"/>
              <a:gd name="connsiteX18276" fmla="*/ 4586018 w 4752801"/>
              <a:gd name="connsiteY18276" fmla="*/ 972360 h 2767298"/>
              <a:gd name="connsiteX18277" fmla="*/ 4589257 w 4752801"/>
              <a:gd name="connsiteY18277" fmla="*/ 972360 h 2767298"/>
              <a:gd name="connsiteX18278" fmla="*/ 4590876 w 4752801"/>
              <a:gd name="connsiteY18278" fmla="*/ 975194 h 2767298"/>
              <a:gd name="connsiteX18279" fmla="*/ 4589257 w 4752801"/>
              <a:gd name="connsiteY18279" fmla="*/ 978027 h 2767298"/>
              <a:gd name="connsiteX18280" fmla="*/ 4586018 w 4752801"/>
              <a:gd name="connsiteY18280" fmla="*/ 978027 h 2767298"/>
              <a:gd name="connsiteX18281" fmla="*/ 4584399 w 4752801"/>
              <a:gd name="connsiteY18281" fmla="*/ 975194 h 2767298"/>
              <a:gd name="connsiteX18282" fmla="*/ 4343130 w 4752801"/>
              <a:gd name="connsiteY18282" fmla="*/ 972360 h 2767298"/>
              <a:gd name="connsiteX18283" fmla="*/ 4346369 w 4752801"/>
              <a:gd name="connsiteY18283" fmla="*/ 972360 h 2767298"/>
              <a:gd name="connsiteX18284" fmla="*/ 4347988 w 4752801"/>
              <a:gd name="connsiteY18284" fmla="*/ 975194 h 2767298"/>
              <a:gd name="connsiteX18285" fmla="*/ 4346369 w 4752801"/>
              <a:gd name="connsiteY18285" fmla="*/ 978027 h 2767298"/>
              <a:gd name="connsiteX18286" fmla="*/ 4343130 w 4752801"/>
              <a:gd name="connsiteY18286" fmla="*/ 978027 h 2767298"/>
              <a:gd name="connsiteX18287" fmla="*/ 4341511 w 4752801"/>
              <a:gd name="connsiteY18287" fmla="*/ 975194 h 2767298"/>
              <a:gd name="connsiteX18288" fmla="*/ 4262168 w 4752801"/>
              <a:gd name="connsiteY18288" fmla="*/ 972360 h 2767298"/>
              <a:gd name="connsiteX18289" fmla="*/ 4265407 w 4752801"/>
              <a:gd name="connsiteY18289" fmla="*/ 972360 h 2767298"/>
              <a:gd name="connsiteX18290" fmla="*/ 4267026 w 4752801"/>
              <a:gd name="connsiteY18290" fmla="*/ 975194 h 2767298"/>
              <a:gd name="connsiteX18291" fmla="*/ 4265407 w 4752801"/>
              <a:gd name="connsiteY18291" fmla="*/ 978027 h 2767298"/>
              <a:gd name="connsiteX18292" fmla="*/ 4262168 w 4752801"/>
              <a:gd name="connsiteY18292" fmla="*/ 978027 h 2767298"/>
              <a:gd name="connsiteX18293" fmla="*/ 4260549 w 4752801"/>
              <a:gd name="connsiteY18293" fmla="*/ 975194 h 2767298"/>
              <a:gd name="connsiteX18294" fmla="*/ 4464574 w 4752801"/>
              <a:gd name="connsiteY18294" fmla="*/ 971955 h 2767298"/>
              <a:gd name="connsiteX18295" fmla="*/ 4468217 w 4752801"/>
              <a:gd name="connsiteY18295" fmla="*/ 971955 h 2767298"/>
              <a:gd name="connsiteX18296" fmla="*/ 4470242 w 4752801"/>
              <a:gd name="connsiteY18296" fmla="*/ 975194 h 2767298"/>
              <a:gd name="connsiteX18297" fmla="*/ 4468217 w 4752801"/>
              <a:gd name="connsiteY18297" fmla="*/ 978432 h 2767298"/>
              <a:gd name="connsiteX18298" fmla="*/ 4464574 w 4752801"/>
              <a:gd name="connsiteY18298" fmla="*/ 978432 h 2767298"/>
              <a:gd name="connsiteX18299" fmla="*/ 4462550 w 4752801"/>
              <a:gd name="connsiteY18299" fmla="*/ 975194 h 2767298"/>
              <a:gd name="connsiteX18300" fmla="*/ 4424093 w 4752801"/>
              <a:gd name="connsiteY18300" fmla="*/ 971955 h 2767298"/>
              <a:gd name="connsiteX18301" fmla="*/ 4427736 w 4752801"/>
              <a:gd name="connsiteY18301" fmla="*/ 971955 h 2767298"/>
              <a:gd name="connsiteX18302" fmla="*/ 4429761 w 4752801"/>
              <a:gd name="connsiteY18302" fmla="*/ 975194 h 2767298"/>
              <a:gd name="connsiteX18303" fmla="*/ 4427736 w 4752801"/>
              <a:gd name="connsiteY18303" fmla="*/ 978432 h 2767298"/>
              <a:gd name="connsiteX18304" fmla="*/ 4424093 w 4752801"/>
              <a:gd name="connsiteY18304" fmla="*/ 978432 h 2767298"/>
              <a:gd name="connsiteX18305" fmla="*/ 4422069 w 4752801"/>
              <a:gd name="connsiteY18305" fmla="*/ 975194 h 2767298"/>
              <a:gd name="connsiteX18306" fmla="*/ 4221282 w 4752801"/>
              <a:gd name="connsiteY18306" fmla="*/ 971955 h 2767298"/>
              <a:gd name="connsiteX18307" fmla="*/ 4224926 w 4752801"/>
              <a:gd name="connsiteY18307" fmla="*/ 971955 h 2767298"/>
              <a:gd name="connsiteX18308" fmla="*/ 4226545 w 4752801"/>
              <a:gd name="connsiteY18308" fmla="*/ 975194 h 2767298"/>
              <a:gd name="connsiteX18309" fmla="*/ 4224926 w 4752801"/>
              <a:gd name="connsiteY18309" fmla="*/ 978432 h 2767298"/>
              <a:gd name="connsiteX18310" fmla="*/ 4221282 w 4752801"/>
              <a:gd name="connsiteY18310" fmla="*/ 978432 h 2767298"/>
              <a:gd name="connsiteX18311" fmla="*/ 4219663 w 4752801"/>
              <a:gd name="connsiteY18311" fmla="*/ 975194 h 2767298"/>
              <a:gd name="connsiteX18312" fmla="*/ 2804438 w 4752801"/>
              <a:gd name="connsiteY18312" fmla="*/ 971955 h 2767298"/>
              <a:gd name="connsiteX18313" fmla="*/ 2808082 w 4752801"/>
              <a:gd name="connsiteY18313" fmla="*/ 971955 h 2767298"/>
              <a:gd name="connsiteX18314" fmla="*/ 2809701 w 4752801"/>
              <a:gd name="connsiteY18314" fmla="*/ 975194 h 2767298"/>
              <a:gd name="connsiteX18315" fmla="*/ 2808082 w 4752801"/>
              <a:gd name="connsiteY18315" fmla="*/ 978432 h 2767298"/>
              <a:gd name="connsiteX18316" fmla="*/ 2804438 w 4752801"/>
              <a:gd name="connsiteY18316" fmla="*/ 978432 h 2767298"/>
              <a:gd name="connsiteX18317" fmla="*/ 2802819 w 4752801"/>
              <a:gd name="connsiteY18317" fmla="*/ 975194 h 2767298"/>
              <a:gd name="connsiteX18318" fmla="*/ 4544728 w 4752801"/>
              <a:gd name="connsiteY18318" fmla="*/ 971550 h 2767298"/>
              <a:gd name="connsiteX18319" fmla="*/ 4549181 w 4752801"/>
              <a:gd name="connsiteY18319" fmla="*/ 971550 h 2767298"/>
              <a:gd name="connsiteX18320" fmla="*/ 4551205 w 4752801"/>
              <a:gd name="connsiteY18320" fmla="*/ 975193 h 2767298"/>
              <a:gd name="connsiteX18321" fmla="*/ 4549181 w 4752801"/>
              <a:gd name="connsiteY18321" fmla="*/ 978837 h 2767298"/>
              <a:gd name="connsiteX18322" fmla="*/ 4544728 w 4752801"/>
              <a:gd name="connsiteY18322" fmla="*/ 978837 h 2767298"/>
              <a:gd name="connsiteX18323" fmla="*/ 4542704 w 4752801"/>
              <a:gd name="connsiteY18323" fmla="*/ 975193 h 2767298"/>
              <a:gd name="connsiteX18324" fmla="*/ 4504651 w 4752801"/>
              <a:gd name="connsiteY18324" fmla="*/ 971550 h 2767298"/>
              <a:gd name="connsiteX18325" fmla="*/ 4508699 w 4752801"/>
              <a:gd name="connsiteY18325" fmla="*/ 971550 h 2767298"/>
              <a:gd name="connsiteX18326" fmla="*/ 4510723 w 4752801"/>
              <a:gd name="connsiteY18326" fmla="*/ 975193 h 2767298"/>
              <a:gd name="connsiteX18327" fmla="*/ 4508699 w 4752801"/>
              <a:gd name="connsiteY18327" fmla="*/ 978837 h 2767298"/>
              <a:gd name="connsiteX18328" fmla="*/ 4504651 w 4752801"/>
              <a:gd name="connsiteY18328" fmla="*/ 978837 h 2767298"/>
              <a:gd name="connsiteX18329" fmla="*/ 4502627 w 4752801"/>
              <a:gd name="connsiteY18329" fmla="*/ 975193 h 2767298"/>
              <a:gd name="connsiteX18330" fmla="*/ 4181205 w 4752801"/>
              <a:gd name="connsiteY18330" fmla="*/ 971550 h 2767298"/>
              <a:gd name="connsiteX18331" fmla="*/ 4184444 w 4752801"/>
              <a:gd name="connsiteY18331" fmla="*/ 971550 h 2767298"/>
              <a:gd name="connsiteX18332" fmla="*/ 4185658 w 4752801"/>
              <a:gd name="connsiteY18332" fmla="*/ 971955 h 2767298"/>
              <a:gd name="connsiteX18333" fmla="*/ 4187278 w 4752801"/>
              <a:gd name="connsiteY18333" fmla="*/ 974788 h 2767298"/>
              <a:gd name="connsiteX18334" fmla="*/ 4187278 w 4752801"/>
              <a:gd name="connsiteY18334" fmla="*/ 976003 h 2767298"/>
              <a:gd name="connsiteX18335" fmla="*/ 4185658 w 4752801"/>
              <a:gd name="connsiteY18335" fmla="*/ 978837 h 2767298"/>
              <a:gd name="connsiteX18336" fmla="*/ 4184444 w 4752801"/>
              <a:gd name="connsiteY18336" fmla="*/ 979241 h 2767298"/>
              <a:gd name="connsiteX18337" fmla="*/ 4181205 w 4752801"/>
              <a:gd name="connsiteY18337" fmla="*/ 979241 h 2767298"/>
              <a:gd name="connsiteX18338" fmla="*/ 4179991 w 4752801"/>
              <a:gd name="connsiteY18338" fmla="*/ 978837 h 2767298"/>
              <a:gd name="connsiteX18339" fmla="*/ 4178372 w 4752801"/>
              <a:gd name="connsiteY18339" fmla="*/ 976003 h 2767298"/>
              <a:gd name="connsiteX18340" fmla="*/ 4178372 w 4752801"/>
              <a:gd name="connsiteY18340" fmla="*/ 974788 h 2767298"/>
              <a:gd name="connsiteX18341" fmla="*/ 4179991 w 4752801"/>
              <a:gd name="connsiteY18341" fmla="*/ 971955 h 2767298"/>
              <a:gd name="connsiteX18342" fmla="*/ 4181205 w 4752801"/>
              <a:gd name="connsiteY18342" fmla="*/ 971550 h 2767298"/>
              <a:gd name="connsiteX18343" fmla="*/ 3047326 w 4752801"/>
              <a:gd name="connsiteY18343" fmla="*/ 971550 h 2767298"/>
              <a:gd name="connsiteX18344" fmla="*/ 3051374 w 4752801"/>
              <a:gd name="connsiteY18344" fmla="*/ 971550 h 2767298"/>
              <a:gd name="connsiteX18345" fmla="*/ 3053398 w 4752801"/>
              <a:gd name="connsiteY18345" fmla="*/ 975193 h 2767298"/>
              <a:gd name="connsiteX18346" fmla="*/ 3051374 w 4752801"/>
              <a:gd name="connsiteY18346" fmla="*/ 978837 h 2767298"/>
              <a:gd name="connsiteX18347" fmla="*/ 3047326 w 4752801"/>
              <a:gd name="connsiteY18347" fmla="*/ 978837 h 2767298"/>
              <a:gd name="connsiteX18348" fmla="*/ 3045302 w 4752801"/>
              <a:gd name="connsiteY18348" fmla="*/ 975193 h 2767298"/>
              <a:gd name="connsiteX18349" fmla="*/ 4099838 w 4752801"/>
              <a:gd name="connsiteY18349" fmla="*/ 971145 h 2767298"/>
              <a:gd name="connsiteX18350" fmla="*/ 4103482 w 4752801"/>
              <a:gd name="connsiteY18350" fmla="*/ 971145 h 2767298"/>
              <a:gd name="connsiteX18351" fmla="*/ 4104696 w 4752801"/>
              <a:gd name="connsiteY18351" fmla="*/ 971550 h 2767298"/>
              <a:gd name="connsiteX18352" fmla="*/ 4106720 w 4752801"/>
              <a:gd name="connsiteY18352" fmla="*/ 974788 h 2767298"/>
              <a:gd name="connsiteX18353" fmla="*/ 4106720 w 4752801"/>
              <a:gd name="connsiteY18353" fmla="*/ 976003 h 2767298"/>
              <a:gd name="connsiteX18354" fmla="*/ 4104696 w 4752801"/>
              <a:gd name="connsiteY18354" fmla="*/ 979241 h 2767298"/>
              <a:gd name="connsiteX18355" fmla="*/ 4103482 w 4752801"/>
              <a:gd name="connsiteY18355" fmla="*/ 979646 h 2767298"/>
              <a:gd name="connsiteX18356" fmla="*/ 4099838 w 4752801"/>
              <a:gd name="connsiteY18356" fmla="*/ 979646 h 2767298"/>
              <a:gd name="connsiteX18357" fmla="*/ 4098624 w 4752801"/>
              <a:gd name="connsiteY18357" fmla="*/ 979241 h 2767298"/>
              <a:gd name="connsiteX18358" fmla="*/ 4096600 w 4752801"/>
              <a:gd name="connsiteY18358" fmla="*/ 976003 h 2767298"/>
              <a:gd name="connsiteX18359" fmla="*/ 4096600 w 4752801"/>
              <a:gd name="connsiteY18359" fmla="*/ 974788 h 2767298"/>
              <a:gd name="connsiteX18360" fmla="*/ 4098624 w 4752801"/>
              <a:gd name="connsiteY18360" fmla="*/ 971550 h 2767298"/>
              <a:gd name="connsiteX18361" fmla="*/ 4099838 w 4752801"/>
              <a:gd name="connsiteY18361" fmla="*/ 971145 h 2767298"/>
              <a:gd name="connsiteX18362" fmla="*/ 2763958 w 4752801"/>
              <a:gd name="connsiteY18362" fmla="*/ 971145 h 2767298"/>
              <a:gd name="connsiteX18363" fmla="*/ 2768411 w 4752801"/>
              <a:gd name="connsiteY18363" fmla="*/ 971145 h 2767298"/>
              <a:gd name="connsiteX18364" fmla="*/ 2770839 w 4752801"/>
              <a:gd name="connsiteY18364" fmla="*/ 975193 h 2767298"/>
              <a:gd name="connsiteX18365" fmla="*/ 2768411 w 4752801"/>
              <a:gd name="connsiteY18365" fmla="*/ 979241 h 2767298"/>
              <a:gd name="connsiteX18366" fmla="*/ 2763958 w 4752801"/>
              <a:gd name="connsiteY18366" fmla="*/ 979241 h 2767298"/>
              <a:gd name="connsiteX18367" fmla="*/ 2761529 w 4752801"/>
              <a:gd name="connsiteY18367" fmla="*/ 975193 h 2767298"/>
              <a:gd name="connsiteX18368" fmla="*/ 4059357 w 4752801"/>
              <a:gd name="connsiteY18368" fmla="*/ 970740 h 2767298"/>
              <a:gd name="connsiteX18369" fmla="*/ 4063405 w 4752801"/>
              <a:gd name="connsiteY18369" fmla="*/ 970740 h 2767298"/>
              <a:gd name="connsiteX18370" fmla="*/ 4064619 w 4752801"/>
              <a:gd name="connsiteY18370" fmla="*/ 971145 h 2767298"/>
              <a:gd name="connsiteX18371" fmla="*/ 4066644 w 4752801"/>
              <a:gd name="connsiteY18371" fmla="*/ 974788 h 2767298"/>
              <a:gd name="connsiteX18372" fmla="*/ 4066644 w 4752801"/>
              <a:gd name="connsiteY18372" fmla="*/ 976003 h 2767298"/>
              <a:gd name="connsiteX18373" fmla="*/ 4064619 w 4752801"/>
              <a:gd name="connsiteY18373" fmla="*/ 979646 h 2767298"/>
              <a:gd name="connsiteX18374" fmla="*/ 4063405 w 4752801"/>
              <a:gd name="connsiteY18374" fmla="*/ 980051 h 2767298"/>
              <a:gd name="connsiteX18375" fmla="*/ 4059357 w 4752801"/>
              <a:gd name="connsiteY18375" fmla="*/ 980051 h 2767298"/>
              <a:gd name="connsiteX18376" fmla="*/ 4058143 w 4752801"/>
              <a:gd name="connsiteY18376" fmla="*/ 979646 h 2767298"/>
              <a:gd name="connsiteX18377" fmla="*/ 4056119 w 4752801"/>
              <a:gd name="connsiteY18377" fmla="*/ 976003 h 2767298"/>
              <a:gd name="connsiteX18378" fmla="*/ 4056119 w 4752801"/>
              <a:gd name="connsiteY18378" fmla="*/ 974788 h 2767298"/>
              <a:gd name="connsiteX18379" fmla="*/ 4058143 w 4752801"/>
              <a:gd name="connsiteY18379" fmla="*/ 971145 h 2767298"/>
              <a:gd name="connsiteX18380" fmla="*/ 4059357 w 4752801"/>
              <a:gd name="connsiteY18380" fmla="*/ 970740 h 2767298"/>
              <a:gd name="connsiteX18381" fmla="*/ 3087402 w 4752801"/>
              <a:gd name="connsiteY18381" fmla="*/ 970740 h 2767298"/>
              <a:gd name="connsiteX18382" fmla="*/ 3091855 w 4752801"/>
              <a:gd name="connsiteY18382" fmla="*/ 970740 h 2767298"/>
              <a:gd name="connsiteX18383" fmla="*/ 3093069 w 4752801"/>
              <a:gd name="connsiteY18383" fmla="*/ 971145 h 2767298"/>
              <a:gd name="connsiteX18384" fmla="*/ 3095093 w 4752801"/>
              <a:gd name="connsiteY18384" fmla="*/ 974788 h 2767298"/>
              <a:gd name="connsiteX18385" fmla="*/ 3095093 w 4752801"/>
              <a:gd name="connsiteY18385" fmla="*/ 976003 h 2767298"/>
              <a:gd name="connsiteX18386" fmla="*/ 3093069 w 4752801"/>
              <a:gd name="connsiteY18386" fmla="*/ 979646 h 2767298"/>
              <a:gd name="connsiteX18387" fmla="*/ 3091855 w 4752801"/>
              <a:gd name="connsiteY18387" fmla="*/ 980051 h 2767298"/>
              <a:gd name="connsiteX18388" fmla="*/ 3087402 w 4752801"/>
              <a:gd name="connsiteY18388" fmla="*/ 980051 h 2767298"/>
              <a:gd name="connsiteX18389" fmla="*/ 3086188 w 4752801"/>
              <a:gd name="connsiteY18389" fmla="*/ 979646 h 2767298"/>
              <a:gd name="connsiteX18390" fmla="*/ 3084164 w 4752801"/>
              <a:gd name="connsiteY18390" fmla="*/ 976003 h 2767298"/>
              <a:gd name="connsiteX18391" fmla="*/ 3084164 w 4752801"/>
              <a:gd name="connsiteY18391" fmla="*/ 974788 h 2767298"/>
              <a:gd name="connsiteX18392" fmla="*/ 3086188 w 4752801"/>
              <a:gd name="connsiteY18392" fmla="*/ 971145 h 2767298"/>
              <a:gd name="connsiteX18393" fmla="*/ 3087402 w 4752801"/>
              <a:gd name="connsiteY18393" fmla="*/ 970740 h 2767298"/>
              <a:gd name="connsiteX18394" fmla="*/ 4140320 w 4752801"/>
              <a:gd name="connsiteY18394" fmla="*/ 970336 h 2767298"/>
              <a:gd name="connsiteX18395" fmla="*/ 4143963 w 4752801"/>
              <a:gd name="connsiteY18395" fmla="*/ 970336 h 2767298"/>
              <a:gd name="connsiteX18396" fmla="*/ 4145177 w 4752801"/>
              <a:gd name="connsiteY18396" fmla="*/ 971146 h 2767298"/>
              <a:gd name="connsiteX18397" fmla="*/ 4146796 w 4752801"/>
              <a:gd name="connsiteY18397" fmla="*/ 974384 h 2767298"/>
              <a:gd name="connsiteX18398" fmla="*/ 4146796 w 4752801"/>
              <a:gd name="connsiteY18398" fmla="*/ 975599 h 2767298"/>
              <a:gd name="connsiteX18399" fmla="*/ 4145177 w 4752801"/>
              <a:gd name="connsiteY18399" fmla="*/ 978837 h 2767298"/>
              <a:gd name="connsiteX18400" fmla="*/ 4143963 w 4752801"/>
              <a:gd name="connsiteY18400" fmla="*/ 979647 h 2767298"/>
              <a:gd name="connsiteX18401" fmla="*/ 4140320 w 4752801"/>
              <a:gd name="connsiteY18401" fmla="*/ 979647 h 2767298"/>
              <a:gd name="connsiteX18402" fmla="*/ 4139105 w 4752801"/>
              <a:gd name="connsiteY18402" fmla="*/ 978837 h 2767298"/>
              <a:gd name="connsiteX18403" fmla="*/ 4137486 w 4752801"/>
              <a:gd name="connsiteY18403" fmla="*/ 975599 h 2767298"/>
              <a:gd name="connsiteX18404" fmla="*/ 4137486 w 4752801"/>
              <a:gd name="connsiteY18404" fmla="*/ 974384 h 2767298"/>
              <a:gd name="connsiteX18405" fmla="*/ 4139105 w 4752801"/>
              <a:gd name="connsiteY18405" fmla="*/ 971146 h 2767298"/>
              <a:gd name="connsiteX18406" fmla="*/ 4140320 w 4752801"/>
              <a:gd name="connsiteY18406" fmla="*/ 970336 h 2767298"/>
              <a:gd name="connsiteX18407" fmla="*/ 2723476 w 4752801"/>
              <a:gd name="connsiteY18407" fmla="*/ 969931 h 2767298"/>
              <a:gd name="connsiteX18408" fmla="*/ 2727524 w 4752801"/>
              <a:gd name="connsiteY18408" fmla="*/ 969931 h 2767298"/>
              <a:gd name="connsiteX18409" fmla="*/ 2728738 w 4752801"/>
              <a:gd name="connsiteY18409" fmla="*/ 970741 h 2767298"/>
              <a:gd name="connsiteX18410" fmla="*/ 2730763 w 4752801"/>
              <a:gd name="connsiteY18410" fmla="*/ 974384 h 2767298"/>
              <a:gd name="connsiteX18411" fmla="*/ 2730763 w 4752801"/>
              <a:gd name="connsiteY18411" fmla="*/ 975598 h 2767298"/>
              <a:gd name="connsiteX18412" fmla="*/ 2728738 w 4752801"/>
              <a:gd name="connsiteY18412" fmla="*/ 979242 h 2767298"/>
              <a:gd name="connsiteX18413" fmla="*/ 2727524 w 4752801"/>
              <a:gd name="connsiteY18413" fmla="*/ 979242 h 2767298"/>
              <a:gd name="connsiteX18414" fmla="*/ 2723476 w 4752801"/>
              <a:gd name="connsiteY18414" fmla="*/ 979242 h 2767298"/>
              <a:gd name="connsiteX18415" fmla="*/ 2722262 w 4752801"/>
              <a:gd name="connsiteY18415" fmla="*/ 978837 h 2767298"/>
              <a:gd name="connsiteX18416" fmla="*/ 2720238 w 4752801"/>
              <a:gd name="connsiteY18416" fmla="*/ 975194 h 2767298"/>
              <a:gd name="connsiteX18417" fmla="*/ 2720238 w 4752801"/>
              <a:gd name="connsiteY18417" fmla="*/ 973979 h 2767298"/>
              <a:gd name="connsiteX18418" fmla="*/ 2722262 w 4752801"/>
              <a:gd name="connsiteY18418" fmla="*/ 970336 h 2767298"/>
              <a:gd name="connsiteX18419" fmla="*/ 2723476 w 4752801"/>
              <a:gd name="connsiteY18419" fmla="*/ 969931 h 2767298"/>
              <a:gd name="connsiteX18420" fmla="*/ 3937104 w 4752801"/>
              <a:gd name="connsiteY18420" fmla="*/ 969121 h 2767298"/>
              <a:gd name="connsiteX18421" fmla="*/ 3942771 w 4752801"/>
              <a:gd name="connsiteY18421" fmla="*/ 969121 h 2767298"/>
              <a:gd name="connsiteX18422" fmla="*/ 3943986 w 4752801"/>
              <a:gd name="connsiteY18422" fmla="*/ 969931 h 2767298"/>
              <a:gd name="connsiteX18423" fmla="*/ 3946819 w 4752801"/>
              <a:gd name="connsiteY18423" fmla="*/ 974788 h 2767298"/>
              <a:gd name="connsiteX18424" fmla="*/ 3946819 w 4752801"/>
              <a:gd name="connsiteY18424" fmla="*/ 976003 h 2767298"/>
              <a:gd name="connsiteX18425" fmla="*/ 3943986 w 4752801"/>
              <a:gd name="connsiteY18425" fmla="*/ 980861 h 2767298"/>
              <a:gd name="connsiteX18426" fmla="*/ 3942771 w 4752801"/>
              <a:gd name="connsiteY18426" fmla="*/ 981670 h 2767298"/>
              <a:gd name="connsiteX18427" fmla="*/ 3937104 w 4752801"/>
              <a:gd name="connsiteY18427" fmla="*/ 981670 h 2767298"/>
              <a:gd name="connsiteX18428" fmla="*/ 3935890 w 4752801"/>
              <a:gd name="connsiteY18428" fmla="*/ 980861 h 2767298"/>
              <a:gd name="connsiteX18429" fmla="*/ 3933056 w 4752801"/>
              <a:gd name="connsiteY18429" fmla="*/ 976003 h 2767298"/>
              <a:gd name="connsiteX18430" fmla="*/ 3933056 w 4752801"/>
              <a:gd name="connsiteY18430" fmla="*/ 974788 h 2767298"/>
              <a:gd name="connsiteX18431" fmla="*/ 3935890 w 4752801"/>
              <a:gd name="connsiteY18431" fmla="*/ 969931 h 2767298"/>
              <a:gd name="connsiteX18432" fmla="*/ 3937104 w 4752801"/>
              <a:gd name="connsiteY18432" fmla="*/ 969121 h 2767298"/>
              <a:gd name="connsiteX18433" fmla="*/ 2681780 w 4752801"/>
              <a:gd name="connsiteY18433" fmla="*/ 968716 h 2767298"/>
              <a:gd name="connsiteX18434" fmla="*/ 2687853 w 4752801"/>
              <a:gd name="connsiteY18434" fmla="*/ 968716 h 2767298"/>
              <a:gd name="connsiteX18435" fmla="*/ 2689067 w 4752801"/>
              <a:gd name="connsiteY18435" fmla="*/ 969526 h 2767298"/>
              <a:gd name="connsiteX18436" fmla="*/ 2692305 w 4752801"/>
              <a:gd name="connsiteY18436" fmla="*/ 974788 h 2767298"/>
              <a:gd name="connsiteX18437" fmla="*/ 2692305 w 4752801"/>
              <a:gd name="connsiteY18437" fmla="*/ 976003 h 2767298"/>
              <a:gd name="connsiteX18438" fmla="*/ 2689067 w 4752801"/>
              <a:gd name="connsiteY18438" fmla="*/ 981265 h 2767298"/>
              <a:gd name="connsiteX18439" fmla="*/ 2687853 w 4752801"/>
              <a:gd name="connsiteY18439" fmla="*/ 982075 h 2767298"/>
              <a:gd name="connsiteX18440" fmla="*/ 2681780 w 4752801"/>
              <a:gd name="connsiteY18440" fmla="*/ 982075 h 2767298"/>
              <a:gd name="connsiteX18441" fmla="*/ 2680566 w 4752801"/>
              <a:gd name="connsiteY18441" fmla="*/ 981265 h 2767298"/>
              <a:gd name="connsiteX18442" fmla="*/ 2677328 w 4752801"/>
              <a:gd name="connsiteY18442" fmla="*/ 976003 h 2767298"/>
              <a:gd name="connsiteX18443" fmla="*/ 2677328 w 4752801"/>
              <a:gd name="connsiteY18443" fmla="*/ 974788 h 2767298"/>
              <a:gd name="connsiteX18444" fmla="*/ 2680566 w 4752801"/>
              <a:gd name="connsiteY18444" fmla="*/ 969526 h 2767298"/>
              <a:gd name="connsiteX18445" fmla="*/ 2681780 w 4752801"/>
              <a:gd name="connsiteY18445" fmla="*/ 968716 h 2767298"/>
              <a:gd name="connsiteX18446" fmla="*/ 3896217 w 4752801"/>
              <a:gd name="connsiteY18446" fmla="*/ 968312 h 2767298"/>
              <a:gd name="connsiteX18447" fmla="*/ 3902694 w 4752801"/>
              <a:gd name="connsiteY18447" fmla="*/ 968312 h 2767298"/>
              <a:gd name="connsiteX18448" fmla="*/ 3903909 w 4752801"/>
              <a:gd name="connsiteY18448" fmla="*/ 969122 h 2767298"/>
              <a:gd name="connsiteX18449" fmla="*/ 3907148 w 4752801"/>
              <a:gd name="connsiteY18449" fmla="*/ 974789 h 2767298"/>
              <a:gd name="connsiteX18450" fmla="*/ 3907148 w 4752801"/>
              <a:gd name="connsiteY18450" fmla="*/ 976003 h 2767298"/>
              <a:gd name="connsiteX18451" fmla="*/ 3903909 w 4752801"/>
              <a:gd name="connsiteY18451" fmla="*/ 981671 h 2767298"/>
              <a:gd name="connsiteX18452" fmla="*/ 3902694 w 4752801"/>
              <a:gd name="connsiteY18452" fmla="*/ 982480 h 2767298"/>
              <a:gd name="connsiteX18453" fmla="*/ 3896217 w 4752801"/>
              <a:gd name="connsiteY18453" fmla="*/ 982480 h 2767298"/>
              <a:gd name="connsiteX18454" fmla="*/ 3895003 w 4752801"/>
              <a:gd name="connsiteY18454" fmla="*/ 981671 h 2767298"/>
              <a:gd name="connsiteX18455" fmla="*/ 3891765 w 4752801"/>
              <a:gd name="connsiteY18455" fmla="*/ 976003 h 2767298"/>
              <a:gd name="connsiteX18456" fmla="*/ 3891765 w 4752801"/>
              <a:gd name="connsiteY18456" fmla="*/ 974789 h 2767298"/>
              <a:gd name="connsiteX18457" fmla="*/ 3895003 w 4752801"/>
              <a:gd name="connsiteY18457" fmla="*/ 969122 h 2767298"/>
              <a:gd name="connsiteX18458" fmla="*/ 3896217 w 4752801"/>
              <a:gd name="connsiteY18458" fmla="*/ 968312 h 2767298"/>
              <a:gd name="connsiteX18459" fmla="*/ 2640894 w 4752801"/>
              <a:gd name="connsiteY18459" fmla="*/ 967907 h 2767298"/>
              <a:gd name="connsiteX18460" fmla="*/ 2648181 w 4752801"/>
              <a:gd name="connsiteY18460" fmla="*/ 967907 h 2767298"/>
              <a:gd name="connsiteX18461" fmla="*/ 2649396 w 4752801"/>
              <a:gd name="connsiteY18461" fmla="*/ 968717 h 2767298"/>
              <a:gd name="connsiteX18462" fmla="*/ 2653039 w 4752801"/>
              <a:gd name="connsiteY18462" fmla="*/ 974789 h 2767298"/>
              <a:gd name="connsiteX18463" fmla="*/ 2653039 w 4752801"/>
              <a:gd name="connsiteY18463" fmla="*/ 976003 h 2767298"/>
              <a:gd name="connsiteX18464" fmla="*/ 2649396 w 4752801"/>
              <a:gd name="connsiteY18464" fmla="*/ 982075 h 2767298"/>
              <a:gd name="connsiteX18465" fmla="*/ 2648181 w 4752801"/>
              <a:gd name="connsiteY18465" fmla="*/ 982885 h 2767298"/>
              <a:gd name="connsiteX18466" fmla="*/ 2640894 w 4752801"/>
              <a:gd name="connsiteY18466" fmla="*/ 982885 h 2767298"/>
              <a:gd name="connsiteX18467" fmla="*/ 2639680 w 4752801"/>
              <a:gd name="connsiteY18467" fmla="*/ 982075 h 2767298"/>
              <a:gd name="connsiteX18468" fmla="*/ 2636037 w 4752801"/>
              <a:gd name="connsiteY18468" fmla="*/ 976003 h 2767298"/>
              <a:gd name="connsiteX18469" fmla="*/ 2636037 w 4752801"/>
              <a:gd name="connsiteY18469" fmla="*/ 974789 h 2767298"/>
              <a:gd name="connsiteX18470" fmla="*/ 2639680 w 4752801"/>
              <a:gd name="connsiteY18470" fmla="*/ 968717 h 2767298"/>
              <a:gd name="connsiteX18471" fmla="*/ 2640894 w 4752801"/>
              <a:gd name="connsiteY18471" fmla="*/ 967907 h 2767298"/>
              <a:gd name="connsiteX18472" fmla="*/ 3976370 w 4752801"/>
              <a:gd name="connsiteY18472" fmla="*/ 967502 h 2767298"/>
              <a:gd name="connsiteX18473" fmla="*/ 3984467 w 4752801"/>
              <a:gd name="connsiteY18473" fmla="*/ 967502 h 2767298"/>
              <a:gd name="connsiteX18474" fmla="*/ 3985681 w 4752801"/>
              <a:gd name="connsiteY18474" fmla="*/ 967907 h 2767298"/>
              <a:gd name="connsiteX18475" fmla="*/ 3989729 w 4752801"/>
              <a:gd name="connsiteY18475" fmla="*/ 974789 h 2767298"/>
              <a:gd name="connsiteX18476" fmla="*/ 3989729 w 4752801"/>
              <a:gd name="connsiteY18476" fmla="*/ 976003 h 2767298"/>
              <a:gd name="connsiteX18477" fmla="*/ 3985681 w 4752801"/>
              <a:gd name="connsiteY18477" fmla="*/ 982885 h 2767298"/>
              <a:gd name="connsiteX18478" fmla="*/ 3984467 w 4752801"/>
              <a:gd name="connsiteY18478" fmla="*/ 983695 h 2767298"/>
              <a:gd name="connsiteX18479" fmla="*/ 3976370 w 4752801"/>
              <a:gd name="connsiteY18479" fmla="*/ 983695 h 2767298"/>
              <a:gd name="connsiteX18480" fmla="*/ 3975156 w 4752801"/>
              <a:gd name="connsiteY18480" fmla="*/ 982885 h 2767298"/>
              <a:gd name="connsiteX18481" fmla="*/ 3971108 w 4752801"/>
              <a:gd name="connsiteY18481" fmla="*/ 976003 h 2767298"/>
              <a:gd name="connsiteX18482" fmla="*/ 3971108 w 4752801"/>
              <a:gd name="connsiteY18482" fmla="*/ 974789 h 2767298"/>
              <a:gd name="connsiteX18483" fmla="*/ 3975156 w 4752801"/>
              <a:gd name="connsiteY18483" fmla="*/ 967907 h 2767298"/>
              <a:gd name="connsiteX18484" fmla="*/ 3976370 w 4752801"/>
              <a:gd name="connsiteY18484" fmla="*/ 967502 h 2767298"/>
              <a:gd name="connsiteX18485" fmla="*/ 3855331 w 4752801"/>
              <a:gd name="connsiteY18485" fmla="*/ 967502 h 2767298"/>
              <a:gd name="connsiteX18486" fmla="*/ 3862618 w 4752801"/>
              <a:gd name="connsiteY18486" fmla="*/ 967502 h 2767298"/>
              <a:gd name="connsiteX18487" fmla="*/ 3863832 w 4752801"/>
              <a:gd name="connsiteY18487" fmla="*/ 967907 h 2767298"/>
              <a:gd name="connsiteX18488" fmla="*/ 3867476 w 4752801"/>
              <a:gd name="connsiteY18488" fmla="*/ 974384 h 2767298"/>
              <a:gd name="connsiteX18489" fmla="*/ 3867476 w 4752801"/>
              <a:gd name="connsiteY18489" fmla="*/ 975598 h 2767298"/>
              <a:gd name="connsiteX18490" fmla="*/ 3863832 w 4752801"/>
              <a:gd name="connsiteY18490" fmla="*/ 982075 h 2767298"/>
              <a:gd name="connsiteX18491" fmla="*/ 3862618 w 4752801"/>
              <a:gd name="connsiteY18491" fmla="*/ 982480 h 2767298"/>
              <a:gd name="connsiteX18492" fmla="*/ 3855331 w 4752801"/>
              <a:gd name="connsiteY18492" fmla="*/ 982480 h 2767298"/>
              <a:gd name="connsiteX18493" fmla="*/ 3854117 w 4752801"/>
              <a:gd name="connsiteY18493" fmla="*/ 982075 h 2767298"/>
              <a:gd name="connsiteX18494" fmla="*/ 3850474 w 4752801"/>
              <a:gd name="connsiteY18494" fmla="*/ 975598 h 2767298"/>
              <a:gd name="connsiteX18495" fmla="*/ 3850474 w 4752801"/>
              <a:gd name="connsiteY18495" fmla="*/ 974384 h 2767298"/>
              <a:gd name="connsiteX18496" fmla="*/ 3854117 w 4752801"/>
              <a:gd name="connsiteY18496" fmla="*/ 967907 h 2767298"/>
              <a:gd name="connsiteX18497" fmla="*/ 3855331 w 4752801"/>
              <a:gd name="connsiteY18497" fmla="*/ 967502 h 2767298"/>
              <a:gd name="connsiteX18498" fmla="*/ 2397602 w 4752801"/>
              <a:gd name="connsiteY18498" fmla="*/ 967502 h 2767298"/>
              <a:gd name="connsiteX18499" fmla="*/ 2405698 w 4752801"/>
              <a:gd name="connsiteY18499" fmla="*/ 967502 h 2767298"/>
              <a:gd name="connsiteX18500" fmla="*/ 2406913 w 4752801"/>
              <a:gd name="connsiteY18500" fmla="*/ 967907 h 2767298"/>
              <a:gd name="connsiteX18501" fmla="*/ 2410961 w 4752801"/>
              <a:gd name="connsiteY18501" fmla="*/ 974789 h 2767298"/>
              <a:gd name="connsiteX18502" fmla="*/ 2410961 w 4752801"/>
              <a:gd name="connsiteY18502" fmla="*/ 976003 h 2767298"/>
              <a:gd name="connsiteX18503" fmla="*/ 2406913 w 4752801"/>
              <a:gd name="connsiteY18503" fmla="*/ 982885 h 2767298"/>
              <a:gd name="connsiteX18504" fmla="*/ 2405698 w 4752801"/>
              <a:gd name="connsiteY18504" fmla="*/ 983290 h 2767298"/>
              <a:gd name="connsiteX18505" fmla="*/ 2397602 w 4752801"/>
              <a:gd name="connsiteY18505" fmla="*/ 983290 h 2767298"/>
              <a:gd name="connsiteX18506" fmla="*/ 2396388 w 4752801"/>
              <a:gd name="connsiteY18506" fmla="*/ 982885 h 2767298"/>
              <a:gd name="connsiteX18507" fmla="*/ 2392340 w 4752801"/>
              <a:gd name="connsiteY18507" fmla="*/ 976003 h 2767298"/>
              <a:gd name="connsiteX18508" fmla="*/ 2392340 w 4752801"/>
              <a:gd name="connsiteY18508" fmla="*/ 974789 h 2767298"/>
              <a:gd name="connsiteX18509" fmla="*/ 2396388 w 4752801"/>
              <a:gd name="connsiteY18509" fmla="*/ 967907 h 2767298"/>
              <a:gd name="connsiteX18510" fmla="*/ 2397602 w 4752801"/>
              <a:gd name="connsiteY18510" fmla="*/ 967502 h 2767298"/>
              <a:gd name="connsiteX18511" fmla="*/ 2356716 w 4752801"/>
              <a:gd name="connsiteY18511" fmla="*/ 967097 h 2767298"/>
              <a:gd name="connsiteX18512" fmla="*/ 2365217 w 4752801"/>
              <a:gd name="connsiteY18512" fmla="*/ 967097 h 2767298"/>
              <a:gd name="connsiteX18513" fmla="*/ 2366432 w 4752801"/>
              <a:gd name="connsiteY18513" fmla="*/ 967502 h 2767298"/>
              <a:gd name="connsiteX18514" fmla="*/ 2370884 w 4752801"/>
              <a:gd name="connsiteY18514" fmla="*/ 974788 h 2767298"/>
              <a:gd name="connsiteX18515" fmla="*/ 2370884 w 4752801"/>
              <a:gd name="connsiteY18515" fmla="*/ 976003 h 2767298"/>
              <a:gd name="connsiteX18516" fmla="*/ 2366432 w 4752801"/>
              <a:gd name="connsiteY18516" fmla="*/ 983290 h 2767298"/>
              <a:gd name="connsiteX18517" fmla="*/ 2365217 w 4752801"/>
              <a:gd name="connsiteY18517" fmla="*/ 983694 h 2767298"/>
              <a:gd name="connsiteX18518" fmla="*/ 2356716 w 4752801"/>
              <a:gd name="connsiteY18518" fmla="*/ 983694 h 2767298"/>
              <a:gd name="connsiteX18519" fmla="*/ 2355502 w 4752801"/>
              <a:gd name="connsiteY18519" fmla="*/ 983290 h 2767298"/>
              <a:gd name="connsiteX18520" fmla="*/ 2351049 w 4752801"/>
              <a:gd name="connsiteY18520" fmla="*/ 976003 h 2767298"/>
              <a:gd name="connsiteX18521" fmla="*/ 2351049 w 4752801"/>
              <a:gd name="connsiteY18521" fmla="*/ 974788 h 2767298"/>
              <a:gd name="connsiteX18522" fmla="*/ 2355502 w 4752801"/>
              <a:gd name="connsiteY18522" fmla="*/ 967502 h 2767298"/>
              <a:gd name="connsiteX18523" fmla="*/ 2356716 w 4752801"/>
              <a:gd name="connsiteY18523" fmla="*/ 967097 h 2767298"/>
              <a:gd name="connsiteX18524" fmla="*/ 3733078 w 4752801"/>
              <a:gd name="connsiteY18524" fmla="*/ 966692 h 2767298"/>
              <a:gd name="connsiteX18525" fmla="*/ 3741579 w 4752801"/>
              <a:gd name="connsiteY18525" fmla="*/ 966692 h 2767298"/>
              <a:gd name="connsiteX18526" fmla="*/ 3742793 w 4752801"/>
              <a:gd name="connsiteY18526" fmla="*/ 967097 h 2767298"/>
              <a:gd name="connsiteX18527" fmla="*/ 3746842 w 4752801"/>
              <a:gd name="connsiteY18527" fmla="*/ 974383 h 2767298"/>
              <a:gd name="connsiteX18528" fmla="*/ 3746842 w 4752801"/>
              <a:gd name="connsiteY18528" fmla="*/ 975598 h 2767298"/>
              <a:gd name="connsiteX18529" fmla="*/ 3742793 w 4752801"/>
              <a:gd name="connsiteY18529" fmla="*/ 982885 h 2767298"/>
              <a:gd name="connsiteX18530" fmla="*/ 3741579 w 4752801"/>
              <a:gd name="connsiteY18530" fmla="*/ 983289 h 2767298"/>
              <a:gd name="connsiteX18531" fmla="*/ 3733078 w 4752801"/>
              <a:gd name="connsiteY18531" fmla="*/ 983289 h 2767298"/>
              <a:gd name="connsiteX18532" fmla="*/ 3731864 w 4752801"/>
              <a:gd name="connsiteY18532" fmla="*/ 982885 h 2767298"/>
              <a:gd name="connsiteX18533" fmla="*/ 3727816 w 4752801"/>
              <a:gd name="connsiteY18533" fmla="*/ 975598 h 2767298"/>
              <a:gd name="connsiteX18534" fmla="*/ 3727816 w 4752801"/>
              <a:gd name="connsiteY18534" fmla="*/ 974383 h 2767298"/>
              <a:gd name="connsiteX18535" fmla="*/ 3731864 w 4752801"/>
              <a:gd name="connsiteY18535" fmla="*/ 967097 h 2767298"/>
              <a:gd name="connsiteX18536" fmla="*/ 3733078 w 4752801"/>
              <a:gd name="connsiteY18536" fmla="*/ 966692 h 2767298"/>
              <a:gd name="connsiteX18537" fmla="*/ 3814445 w 4752801"/>
              <a:gd name="connsiteY18537" fmla="*/ 966287 h 2767298"/>
              <a:gd name="connsiteX18538" fmla="*/ 3822542 w 4752801"/>
              <a:gd name="connsiteY18538" fmla="*/ 966287 h 2767298"/>
              <a:gd name="connsiteX18539" fmla="*/ 3823756 w 4752801"/>
              <a:gd name="connsiteY18539" fmla="*/ 967097 h 2767298"/>
              <a:gd name="connsiteX18540" fmla="*/ 3827804 w 4752801"/>
              <a:gd name="connsiteY18540" fmla="*/ 974383 h 2767298"/>
              <a:gd name="connsiteX18541" fmla="*/ 3827804 w 4752801"/>
              <a:gd name="connsiteY18541" fmla="*/ 975598 h 2767298"/>
              <a:gd name="connsiteX18542" fmla="*/ 3823756 w 4752801"/>
              <a:gd name="connsiteY18542" fmla="*/ 982884 h 2767298"/>
              <a:gd name="connsiteX18543" fmla="*/ 3822542 w 4752801"/>
              <a:gd name="connsiteY18543" fmla="*/ 983694 h 2767298"/>
              <a:gd name="connsiteX18544" fmla="*/ 3814445 w 4752801"/>
              <a:gd name="connsiteY18544" fmla="*/ 983694 h 2767298"/>
              <a:gd name="connsiteX18545" fmla="*/ 3813231 w 4752801"/>
              <a:gd name="connsiteY18545" fmla="*/ 982884 h 2767298"/>
              <a:gd name="connsiteX18546" fmla="*/ 3809183 w 4752801"/>
              <a:gd name="connsiteY18546" fmla="*/ 975598 h 2767298"/>
              <a:gd name="connsiteX18547" fmla="*/ 3809183 w 4752801"/>
              <a:gd name="connsiteY18547" fmla="*/ 974383 h 2767298"/>
              <a:gd name="connsiteX18548" fmla="*/ 3813231 w 4752801"/>
              <a:gd name="connsiteY18548" fmla="*/ 967097 h 2767298"/>
              <a:gd name="connsiteX18549" fmla="*/ 3814445 w 4752801"/>
              <a:gd name="connsiteY18549" fmla="*/ 966287 h 2767298"/>
              <a:gd name="connsiteX18550" fmla="*/ 3773560 w 4752801"/>
              <a:gd name="connsiteY18550" fmla="*/ 966287 h 2767298"/>
              <a:gd name="connsiteX18551" fmla="*/ 3782466 w 4752801"/>
              <a:gd name="connsiteY18551" fmla="*/ 966287 h 2767298"/>
              <a:gd name="connsiteX18552" fmla="*/ 3783680 w 4752801"/>
              <a:gd name="connsiteY18552" fmla="*/ 967097 h 2767298"/>
              <a:gd name="connsiteX18553" fmla="*/ 3788133 w 4752801"/>
              <a:gd name="connsiteY18553" fmla="*/ 974788 h 2767298"/>
              <a:gd name="connsiteX18554" fmla="*/ 3788133 w 4752801"/>
              <a:gd name="connsiteY18554" fmla="*/ 976002 h 2767298"/>
              <a:gd name="connsiteX18555" fmla="*/ 3783680 w 4752801"/>
              <a:gd name="connsiteY18555" fmla="*/ 983694 h 2767298"/>
              <a:gd name="connsiteX18556" fmla="*/ 3782466 w 4752801"/>
              <a:gd name="connsiteY18556" fmla="*/ 984504 h 2767298"/>
              <a:gd name="connsiteX18557" fmla="*/ 3773560 w 4752801"/>
              <a:gd name="connsiteY18557" fmla="*/ 984504 h 2767298"/>
              <a:gd name="connsiteX18558" fmla="*/ 3772345 w 4752801"/>
              <a:gd name="connsiteY18558" fmla="*/ 983694 h 2767298"/>
              <a:gd name="connsiteX18559" fmla="*/ 3767893 w 4752801"/>
              <a:gd name="connsiteY18559" fmla="*/ 976002 h 2767298"/>
              <a:gd name="connsiteX18560" fmla="*/ 3767893 w 4752801"/>
              <a:gd name="connsiteY18560" fmla="*/ 974788 h 2767298"/>
              <a:gd name="connsiteX18561" fmla="*/ 3772345 w 4752801"/>
              <a:gd name="connsiteY18561" fmla="*/ 967097 h 2767298"/>
              <a:gd name="connsiteX18562" fmla="*/ 3773560 w 4752801"/>
              <a:gd name="connsiteY18562" fmla="*/ 966287 h 2767298"/>
              <a:gd name="connsiteX18563" fmla="*/ 2599603 w 4752801"/>
              <a:gd name="connsiteY18563" fmla="*/ 966287 h 2767298"/>
              <a:gd name="connsiteX18564" fmla="*/ 2608104 w 4752801"/>
              <a:gd name="connsiteY18564" fmla="*/ 966287 h 2767298"/>
              <a:gd name="connsiteX18565" fmla="*/ 2609319 w 4752801"/>
              <a:gd name="connsiteY18565" fmla="*/ 967097 h 2767298"/>
              <a:gd name="connsiteX18566" fmla="*/ 2613367 w 4752801"/>
              <a:gd name="connsiteY18566" fmla="*/ 974383 h 2767298"/>
              <a:gd name="connsiteX18567" fmla="*/ 2613367 w 4752801"/>
              <a:gd name="connsiteY18567" fmla="*/ 975598 h 2767298"/>
              <a:gd name="connsiteX18568" fmla="*/ 2609319 w 4752801"/>
              <a:gd name="connsiteY18568" fmla="*/ 982884 h 2767298"/>
              <a:gd name="connsiteX18569" fmla="*/ 2608104 w 4752801"/>
              <a:gd name="connsiteY18569" fmla="*/ 983694 h 2767298"/>
              <a:gd name="connsiteX18570" fmla="*/ 2599603 w 4752801"/>
              <a:gd name="connsiteY18570" fmla="*/ 983694 h 2767298"/>
              <a:gd name="connsiteX18571" fmla="*/ 2598389 w 4752801"/>
              <a:gd name="connsiteY18571" fmla="*/ 982884 h 2767298"/>
              <a:gd name="connsiteX18572" fmla="*/ 2594341 w 4752801"/>
              <a:gd name="connsiteY18572" fmla="*/ 975598 h 2767298"/>
              <a:gd name="connsiteX18573" fmla="*/ 2594341 w 4752801"/>
              <a:gd name="connsiteY18573" fmla="*/ 974383 h 2767298"/>
              <a:gd name="connsiteX18574" fmla="*/ 2598389 w 4752801"/>
              <a:gd name="connsiteY18574" fmla="*/ 967097 h 2767298"/>
              <a:gd name="connsiteX18575" fmla="*/ 2599603 w 4752801"/>
              <a:gd name="connsiteY18575" fmla="*/ 966287 h 2767298"/>
              <a:gd name="connsiteX18576" fmla="*/ 2559122 w 4752801"/>
              <a:gd name="connsiteY18576" fmla="*/ 966287 h 2767298"/>
              <a:gd name="connsiteX18577" fmla="*/ 2568028 w 4752801"/>
              <a:gd name="connsiteY18577" fmla="*/ 966287 h 2767298"/>
              <a:gd name="connsiteX18578" fmla="*/ 2569242 w 4752801"/>
              <a:gd name="connsiteY18578" fmla="*/ 967097 h 2767298"/>
              <a:gd name="connsiteX18579" fmla="*/ 2573695 w 4752801"/>
              <a:gd name="connsiteY18579" fmla="*/ 974788 h 2767298"/>
              <a:gd name="connsiteX18580" fmla="*/ 2573695 w 4752801"/>
              <a:gd name="connsiteY18580" fmla="*/ 976002 h 2767298"/>
              <a:gd name="connsiteX18581" fmla="*/ 2569242 w 4752801"/>
              <a:gd name="connsiteY18581" fmla="*/ 983694 h 2767298"/>
              <a:gd name="connsiteX18582" fmla="*/ 2568028 w 4752801"/>
              <a:gd name="connsiteY18582" fmla="*/ 984504 h 2767298"/>
              <a:gd name="connsiteX18583" fmla="*/ 2559122 w 4752801"/>
              <a:gd name="connsiteY18583" fmla="*/ 984504 h 2767298"/>
              <a:gd name="connsiteX18584" fmla="*/ 2557908 w 4752801"/>
              <a:gd name="connsiteY18584" fmla="*/ 983694 h 2767298"/>
              <a:gd name="connsiteX18585" fmla="*/ 2553455 w 4752801"/>
              <a:gd name="connsiteY18585" fmla="*/ 976002 h 2767298"/>
              <a:gd name="connsiteX18586" fmla="*/ 2553455 w 4752801"/>
              <a:gd name="connsiteY18586" fmla="*/ 974788 h 2767298"/>
              <a:gd name="connsiteX18587" fmla="*/ 2557908 w 4752801"/>
              <a:gd name="connsiteY18587" fmla="*/ 967097 h 2767298"/>
              <a:gd name="connsiteX18588" fmla="*/ 2559122 w 4752801"/>
              <a:gd name="connsiteY18588" fmla="*/ 966287 h 2767298"/>
              <a:gd name="connsiteX18589" fmla="*/ 2437274 w 4752801"/>
              <a:gd name="connsiteY18589" fmla="*/ 965883 h 2767298"/>
              <a:gd name="connsiteX18590" fmla="*/ 2446584 w 4752801"/>
              <a:gd name="connsiteY18590" fmla="*/ 965883 h 2767298"/>
              <a:gd name="connsiteX18591" fmla="*/ 2447799 w 4752801"/>
              <a:gd name="connsiteY18591" fmla="*/ 966693 h 2767298"/>
              <a:gd name="connsiteX18592" fmla="*/ 2452657 w 4752801"/>
              <a:gd name="connsiteY18592" fmla="*/ 974789 h 2767298"/>
              <a:gd name="connsiteX18593" fmla="*/ 2452657 w 4752801"/>
              <a:gd name="connsiteY18593" fmla="*/ 976003 h 2767298"/>
              <a:gd name="connsiteX18594" fmla="*/ 2447799 w 4752801"/>
              <a:gd name="connsiteY18594" fmla="*/ 984100 h 2767298"/>
              <a:gd name="connsiteX18595" fmla="*/ 2446584 w 4752801"/>
              <a:gd name="connsiteY18595" fmla="*/ 984909 h 2767298"/>
              <a:gd name="connsiteX18596" fmla="*/ 2437274 w 4752801"/>
              <a:gd name="connsiteY18596" fmla="*/ 984909 h 2767298"/>
              <a:gd name="connsiteX18597" fmla="*/ 2436059 w 4752801"/>
              <a:gd name="connsiteY18597" fmla="*/ 984100 h 2767298"/>
              <a:gd name="connsiteX18598" fmla="*/ 2431202 w 4752801"/>
              <a:gd name="connsiteY18598" fmla="*/ 976003 h 2767298"/>
              <a:gd name="connsiteX18599" fmla="*/ 2431202 w 4752801"/>
              <a:gd name="connsiteY18599" fmla="*/ 974789 h 2767298"/>
              <a:gd name="connsiteX18600" fmla="*/ 2436059 w 4752801"/>
              <a:gd name="connsiteY18600" fmla="*/ 966693 h 2767298"/>
              <a:gd name="connsiteX18601" fmla="*/ 2437274 w 4752801"/>
              <a:gd name="connsiteY18601" fmla="*/ 965883 h 2767298"/>
              <a:gd name="connsiteX18602" fmla="*/ 4016042 w 4752801"/>
              <a:gd name="connsiteY18602" fmla="*/ 965478 h 2767298"/>
              <a:gd name="connsiteX18603" fmla="*/ 4025353 w 4752801"/>
              <a:gd name="connsiteY18603" fmla="*/ 965478 h 2767298"/>
              <a:gd name="connsiteX18604" fmla="*/ 4026567 w 4752801"/>
              <a:gd name="connsiteY18604" fmla="*/ 966288 h 2767298"/>
              <a:gd name="connsiteX18605" fmla="*/ 4031020 w 4752801"/>
              <a:gd name="connsiteY18605" fmla="*/ 974384 h 2767298"/>
              <a:gd name="connsiteX18606" fmla="*/ 4031020 w 4752801"/>
              <a:gd name="connsiteY18606" fmla="*/ 975598 h 2767298"/>
              <a:gd name="connsiteX18607" fmla="*/ 4026567 w 4752801"/>
              <a:gd name="connsiteY18607" fmla="*/ 983695 h 2767298"/>
              <a:gd name="connsiteX18608" fmla="*/ 4025353 w 4752801"/>
              <a:gd name="connsiteY18608" fmla="*/ 984504 h 2767298"/>
              <a:gd name="connsiteX18609" fmla="*/ 4016042 w 4752801"/>
              <a:gd name="connsiteY18609" fmla="*/ 984504 h 2767298"/>
              <a:gd name="connsiteX18610" fmla="*/ 4014828 w 4752801"/>
              <a:gd name="connsiteY18610" fmla="*/ 983695 h 2767298"/>
              <a:gd name="connsiteX18611" fmla="*/ 4010375 w 4752801"/>
              <a:gd name="connsiteY18611" fmla="*/ 975598 h 2767298"/>
              <a:gd name="connsiteX18612" fmla="*/ 4010375 w 4752801"/>
              <a:gd name="connsiteY18612" fmla="*/ 974384 h 2767298"/>
              <a:gd name="connsiteX18613" fmla="*/ 4014828 w 4752801"/>
              <a:gd name="connsiteY18613" fmla="*/ 966288 h 2767298"/>
              <a:gd name="connsiteX18614" fmla="*/ 4016042 w 4752801"/>
              <a:gd name="connsiteY18614" fmla="*/ 965478 h 2767298"/>
              <a:gd name="connsiteX18615" fmla="*/ 2477755 w 4752801"/>
              <a:gd name="connsiteY18615" fmla="*/ 965073 h 2767298"/>
              <a:gd name="connsiteX18616" fmla="*/ 2487470 w 4752801"/>
              <a:gd name="connsiteY18616" fmla="*/ 965073 h 2767298"/>
              <a:gd name="connsiteX18617" fmla="*/ 2488685 w 4752801"/>
              <a:gd name="connsiteY18617" fmla="*/ 965883 h 2767298"/>
              <a:gd name="connsiteX18618" fmla="*/ 2493543 w 4752801"/>
              <a:gd name="connsiteY18618" fmla="*/ 974384 h 2767298"/>
              <a:gd name="connsiteX18619" fmla="*/ 2493543 w 4752801"/>
              <a:gd name="connsiteY18619" fmla="*/ 975598 h 2767298"/>
              <a:gd name="connsiteX18620" fmla="*/ 2488685 w 4752801"/>
              <a:gd name="connsiteY18620" fmla="*/ 984099 h 2767298"/>
              <a:gd name="connsiteX18621" fmla="*/ 2487470 w 4752801"/>
              <a:gd name="connsiteY18621" fmla="*/ 984909 h 2767298"/>
              <a:gd name="connsiteX18622" fmla="*/ 2477755 w 4752801"/>
              <a:gd name="connsiteY18622" fmla="*/ 984909 h 2767298"/>
              <a:gd name="connsiteX18623" fmla="*/ 2476540 w 4752801"/>
              <a:gd name="connsiteY18623" fmla="*/ 984099 h 2767298"/>
              <a:gd name="connsiteX18624" fmla="*/ 2471683 w 4752801"/>
              <a:gd name="connsiteY18624" fmla="*/ 975598 h 2767298"/>
              <a:gd name="connsiteX18625" fmla="*/ 2471683 w 4752801"/>
              <a:gd name="connsiteY18625" fmla="*/ 974384 h 2767298"/>
              <a:gd name="connsiteX18626" fmla="*/ 2476540 w 4752801"/>
              <a:gd name="connsiteY18626" fmla="*/ 965883 h 2767298"/>
              <a:gd name="connsiteX18627" fmla="*/ 2477755 w 4752801"/>
              <a:gd name="connsiteY18627" fmla="*/ 965073 h 2767298"/>
              <a:gd name="connsiteX18628" fmla="*/ 3124241 w 4752801"/>
              <a:gd name="connsiteY18628" fmla="*/ 964263 h 2767298"/>
              <a:gd name="connsiteX18629" fmla="*/ 3135575 w 4752801"/>
              <a:gd name="connsiteY18629" fmla="*/ 964263 h 2767298"/>
              <a:gd name="connsiteX18630" fmla="*/ 3136790 w 4752801"/>
              <a:gd name="connsiteY18630" fmla="*/ 965073 h 2767298"/>
              <a:gd name="connsiteX18631" fmla="*/ 3142457 w 4752801"/>
              <a:gd name="connsiteY18631" fmla="*/ 974788 h 2767298"/>
              <a:gd name="connsiteX18632" fmla="*/ 3142457 w 4752801"/>
              <a:gd name="connsiteY18632" fmla="*/ 976003 h 2767298"/>
              <a:gd name="connsiteX18633" fmla="*/ 3136790 w 4752801"/>
              <a:gd name="connsiteY18633" fmla="*/ 985718 h 2767298"/>
              <a:gd name="connsiteX18634" fmla="*/ 3135575 w 4752801"/>
              <a:gd name="connsiteY18634" fmla="*/ 986528 h 2767298"/>
              <a:gd name="connsiteX18635" fmla="*/ 3124241 w 4752801"/>
              <a:gd name="connsiteY18635" fmla="*/ 986528 h 2767298"/>
              <a:gd name="connsiteX18636" fmla="*/ 3123026 w 4752801"/>
              <a:gd name="connsiteY18636" fmla="*/ 985718 h 2767298"/>
              <a:gd name="connsiteX18637" fmla="*/ 3117359 w 4752801"/>
              <a:gd name="connsiteY18637" fmla="*/ 976003 h 2767298"/>
              <a:gd name="connsiteX18638" fmla="*/ 3117359 w 4752801"/>
              <a:gd name="connsiteY18638" fmla="*/ 974788 h 2767298"/>
              <a:gd name="connsiteX18639" fmla="*/ 3123026 w 4752801"/>
              <a:gd name="connsiteY18639" fmla="*/ 965073 h 2767298"/>
              <a:gd name="connsiteX18640" fmla="*/ 3124241 w 4752801"/>
              <a:gd name="connsiteY18640" fmla="*/ 964263 h 2767298"/>
              <a:gd name="connsiteX18641" fmla="*/ 2517832 w 4752801"/>
              <a:gd name="connsiteY18641" fmla="*/ 964263 h 2767298"/>
              <a:gd name="connsiteX18642" fmla="*/ 2528357 w 4752801"/>
              <a:gd name="connsiteY18642" fmla="*/ 964263 h 2767298"/>
              <a:gd name="connsiteX18643" fmla="*/ 2529571 w 4752801"/>
              <a:gd name="connsiteY18643" fmla="*/ 965073 h 2767298"/>
              <a:gd name="connsiteX18644" fmla="*/ 2534834 w 4752801"/>
              <a:gd name="connsiteY18644" fmla="*/ 974383 h 2767298"/>
              <a:gd name="connsiteX18645" fmla="*/ 2534834 w 4752801"/>
              <a:gd name="connsiteY18645" fmla="*/ 975598 h 2767298"/>
              <a:gd name="connsiteX18646" fmla="*/ 2529571 w 4752801"/>
              <a:gd name="connsiteY18646" fmla="*/ 984908 h 2767298"/>
              <a:gd name="connsiteX18647" fmla="*/ 2528357 w 4752801"/>
              <a:gd name="connsiteY18647" fmla="*/ 985313 h 2767298"/>
              <a:gd name="connsiteX18648" fmla="*/ 2517832 w 4752801"/>
              <a:gd name="connsiteY18648" fmla="*/ 985313 h 2767298"/>
              <a:gd name="connsiteX18649" fmla="*/ 2516617 w 4752801"/>
              <a:gd name="connsiteY18649" fmla="*/ 984908 h 2767298"/>
              <a:gd name="connsiteX18650" fmla="*/ 2511355 w 4752801"/>
              <a:gd name="connsiteY18650" fmla="*/ 975598 h 2767298"/>
              <a:gd name="connsiteX18651" fmla="*/ 2511355 w 4752801"/>
              <a:gd name="connsiteY18651" fmla="*/ 974383 h 2767298"/>
              <a:gd name="connsiteX18652" fmla="*/ 2516617 w 4752801"/>
              <a:gd name="connsiteY18652" fmla="*/ 965073 h 2767298"/>
              <a:gd name="connsiteX18653" fmla="*/ 2517832 w 4752801"/>
              <a:gd name="connsiteY18653" fmla="*/ 964263 h 2767298"/>
              <a:gd name="connsiteX18654" fmla="*/ 3367533 w 4752801"/>
              <a:gd name="connsiteY18654" fmla="*/ 963859 h 2767298"/>
              <a:gd name="connsiteX18655" fmla="*/ 3378462 w 4752801"/>
              <a:gd name="connsiteY18655" fmla="*/ 963859 h 2767298"/>
              <a:gd name="connsiteX18656" fmla="*/ 3379677 w 4752801"/>
              <a:gd name="connsiteY18656" fmla="*/ 964669 h 2767298"/>
              <a:gd name="connsiteX18657" fmla="*/ 3385344 w 4752801"/>
              <a:gd name="connsiteY18657" fmla="*/ 974384 h 2767298"/>
              <a:gd name="connsiteX18658" fmla="*/ 3385344 w 4752801"/>
              <a:gd name="connsiteY18658" fmla="*/ 975599 h 2767298"/>
              <a:gd name="connsiteX18659" fmla="*/ 3379677 w 4752801"/>
              <a:gd name="connsiteY18659" fmla="*/ 985314 h 2767298"/>
              <a:gd name="connsiteX18660" fmla="*/ 3378462 w 4752801"/>
              <a:gd name="connsiteY18660" fmla="*/ 986124 h 2767298"/>
              <a:gd name="connsiteX18661" fmla="*/ 3367533 w 4752801"/>
              <a:gd name="connsiteY18661" fmla="*/ 986124 h 2767298"/>
              <a:gd name="connsiteX18662" fmla="*/ 3366318 w 4752801"/>
              <a:gd name="connsiteY18662" fmla="*/ 985314 h 2767298"/>
              <a:gd name="connsiteX18663" fmla="*/ 3360651 w 4752801"/>
              <a:gd name="connsiteY18663" fmla="*/ 975599 h 2767298"/>
              <a:gd name="connsiteX18664" fmla="*/ 3360651 w 4752801"/>
              <a:gd name="connsiteY18664" fmla="*/ 974384 h 2767298"/>
              <a:gd name="connsiteX18665" fmla="*/ 3366318 w 4752801"/>
              <a:gd name="connsiteY18665" fmla="*/ 964669 h 2767298"/>
              <a:gd name="connsiteX18666" fmla="*/ 3367533 w 4752801"/>
              <a:gd name="connsiteY18666" fmla="*/ 963859 h 2767298"/>
              <a:gd name="connsiteX18667" fmla="*/ 3326647 w 4752801"/>
              <a:gd name="connsiteY18667" fmla="*/ 963859 h 2767298"/>
              <a:gd name="connsiteX18668" fmla="*/ 3338386 w 4752801"/>
              <a:gd name="connsiteY18668" fmla="*/ 963859 h 2767298"/>
              <a:gd name="connsiteX18669" fmla="*/ 3339600 w 4752801"/>
              <a:gd name="connsiteY18669" fmla="*/ 964264 h 2767298"/>
              <a:gd name="connsiteX18670" fmla="*/ 3345268 w 4752801"/>
              <a:gd name="connsiteY18670" fmla="*/ 974384 h 2767298"/>
              <a:gd name="connsiteX18671" fmla="*/ 3345268 w 4752801"/>
              <a:gd name="connsiteY18671" fmla="*/ 975599 h 2767298"/>
              <a:gd name="connsiteX18672" fmla="*/ 3339600 w 4752801"/>
              <a:gd name="connsiteY18672" fmla="*/ 985719 h 2767298"/>
              <a:gd name="connsiteX18673" fmla="*/ 3338386 w 4752801"/>
              <a:gd name="connsiteY18673" fmla="*/ 986124 h 2767298"/>
              <a:gd name="connsiteX18674" fmla="*/ 3326647 w 4752801"/>
              <a:gd name="connsiteY18674" fmla="*/ 986124 h 2767298"/>
              <a:gd name="connsiteX18675" fmla="*/ 3325432 w 4752801"/>
              <a:gd name="connsiteY18675" fmla="*/ 985719 h 2767298"/>
              <a:gd name="connsiteX18676" fmla="*/ 3319765 w 4752801"/>
              <a:gd name="connsiteY18676" fmla="*/ 975599 h 2767298"/>
              <a:gd name="connsiteX18677" fmla="*/ 3319765 w 4752801"/>
              <a:gd name="connsiteY18677" fmla="*/ 974384 h 2767298"/>
              <a:gd name="connsiteX18678" fmla="*/ 3325432 w 4752801"/>
              <a:gd name="connsiteY18678" fmla="*/ 964264 h 2767298"/>
              <a:gd name="connsiteX18679" fmla="*/ 3326647 w 4752801"/>
              <a:gd name="connsiteY18679" fmla="*/ 963859 h 2767298"/>
              <a:gd name="connsiteX18680" fmla="*/ 3650496 w 4752801"/>
              <a:gd name="connsiteY18680" fmla="*/ 963049 h 2767298"/>
              <a:gd name="connsiteX18681" fmla="*/ 3662236 w 4752801"/>
              <a:gd name="connsiteY18681" fmla="*/ 963049 h 2767298"/>
              <a:gd name="connsiteX18682" fmla="*/ 3663450 w 4752801"/>
              <a:gd name="connsiteY18682" fmla="*/ 963859 h 2767298"/>
              <a:gd name="connsiteX18683" fmla="*/ 3669522 w 4752801"/>
              <a:gd name="connsiteY18683" fmla="*/ 974384 h 2767298"/>
              <a:gd name="connsiteX18684" fmla="*/ 3669522 w 4752801"/>
              <a:gd name="connsiteY18684" fmla="*/ 975598 h 2767298"/>
              <a:gd name="connsiteX18685" fmla="*/ 3663450 w 4752801"/>
              <a:gd name="connsiteY18685" fmla="*/ 986123 h 2767298"/>
              <a:gd name="connsiteX18686" fmla="*/ 3662236 w 4752801"/>
              <a:gd name="connsiteY18686" fmla="*/ 986933 h 2767298"/>
              <a:gd name="connsiteX18687" fmla="*/ 3650496 w 4752801"/>
              <a:gd name="connsiteY18687" fmla="*/ 986933 h 2767298"/>
              <a:gd name="connsiteX18688" fmla="*/ 3649282 w 4752801"/>
              <a:gd name="connsiteY18688" fmla="*/ 986123 h 2767298"/>
              <a:gd name="connsiteX18689" fmla="*/ 3643210 w 4752801"/>
              <a:gd name="connsiteY18689" fmla="*/ 975598 h 2767298"/>
              <a:gd name="connsiteX18690" fmla="*/ 3643210 w 4752801"/>
              <a:gd name="connsiteY18690" fmla="*/ 974384 h 2767298"/>
              <a:gd name="connsiteX18691" fmla="*/ 3649282 w 4752801"/>
              <a:gd name="connsiteY18691" fmla="*/ 963859 h 2767298"/>
              <a:gd name="connsiteX18692" fmla="*/ 3650496 w 4752801"/>
              <a:gd name="connsiteY18692" fmla="*/ 963049 h 2767298"/>
              <a:gd name="connsiteX18693" fmla="*/ 3609206 w 4752801"/>
              <a:gd name="connsiteY18693" fmla="*/ 963049 h 2767298"/>
              <a:gd name="connsiteX18694" fmla="*/ 3622160 w 4752801"/>
              <a:gd name="connsiteY18694" fmla="*/ 963049 h 2767298"/>
              <a:gd name="connsiteX18695" fmla="*/ 3623374 w 4752801"/>
              <a:gd name="connsiteY18695" fmla="*/ 963859 h 2767298"/>
              <a:gd name="connsiteX18696" fmla="*/ 3629852 w 4752801"/>
              <a:gd name="connsiteY18696" fmla="*/ 974789 h 2767298"/>
              <a:gd name="connsiteX18697" fmla="*/ 3629852 w 4752801"/>
              <a:gd name="connsiteY18697" fmla="*/ 976003 h 2767298"/>
              <a:gd name="connsiteX18698" fmla="*/ 3623374 w 4752801"/>
              <a:gd name="connsiteY18698" fmla="*/ 986933 h 2767298"/>
              <a:gd name="connsiteX18699" fmla="*/ 3622160 w 4752801"/>
              <a:gd name="connsiteY18699" fmla="*/ 987743 h 2767298"/>
              <a:gd name="connsiteX18700" fmla="*/ 3609206 w 4752801"/>
              <a:gd name="connsiteY18700" fmla="*/ 987743 h 2767298"/>
              <a:gd name="connsiteX18701" fmla="*/ 3607992 w 4752801"/>
              <a:gd name="connsiteY18701" fmla="*/ 986933 h 2767298"/>
              <a:gd name="connsiteX18702" fmla="*/ 3601515 w 4752801"/>
              <a:gd name="connsiteY18702" fmla="*/ 976003 h 2767298"/>
              <a:gd name="connsiteX18703" fmla="*/ 3601515 w 4752801"/>
              <a:gd name="connsiteY18703" fmla="*/ 974789 h 2767298"/>
              <a:gd name="connsiteX18704" fmla="*/ 3607992 w 4752801"/>
              <a:gd name="connsiteY18704" fmla="*/ 963859 h 2767298"/>
              <a:gd name="connsiteX18705" fmla="*/ 3609206 w 4752801"/>
              <a:gd name="connsiteY18705" fmla="*/ 963049 h 2767298"/>
              <a:gd name="connsiteX18706" fmla="*/ 3407609 w 4752801"/>
              <a:gd name="connsiteY18706" fmla="*/ 963049 h 2767298"/>
              <a:gd name="connsiteX18707" fmla="*/ 3419754 w 4752801"/>
              <a:gd name="connsiteY18707" fmla="*/ 963049 h 2767298"/>
              <a:gd name="connsiteX18708" fmla="*/ 3420968 w 4752801"/>
              <a:gd name="connsiteY18708" fmla="*/ 963859 h 2767298"/>
              <a:gd name="connsiteX18709" fmla="*/ 3427040 w 4752801"/>
              <a:gd name="connsiteY18709" fmla="*/ 974384 h 2767298"/>
              <a:gd name="connsiteX18710" fmla="*/ 3427040 w 4752801"/>
              <a:gd name="connsiteY18710" fmla="*/ 975598 h 2767298"/>
              <a:gd name="connsiteX18711" fmla="*/ 3420968 w 4752801"/>
              <a:gd name="connsiteY18711" fmla="*/ 986123 h 2767298"/>
              <a:gd name="connsiteX18712" fmla="*/ 3419754 w 4752801"/>
              <a:gd name="connsiteY18712" fmla="*/ 986933 h 2767298"/>
              <a:gd name="connsiteX18713" fmla="*/ 3407609 w 4752801"/>
              <a:gd name="connsiteY18713" fmla="*/ 986933 h 2767298"/>
              <a:gd name="connsiteX18714" fmla="*/ 3406395 w 4752801"/>
              <a:gd name="connsiteY18714" fmla="*/ 986123 h 2767298"/>
              <a:gd name="connsiteX18715" fmla="*/ 3400323 w 4752801"/>
              <a:gd name="connsiteY18715" fmla="*/ 975598 h 2767298"/>
              <a:gd name="connsiteX18716" fmla="*/ 3400323 w 4752801"/>
              <a:gd name="connsiteY18716" fmla="*/ 974384 h 2767298"/>
              <a:gd name="connsiteX18717" fmla="*/ 3406395 w 4752801"/>
              <a:gd name="connsiteY18717" fmla="*/ 963859 h 2767298"/>
              <a:gd name="connsiteX18718" fmla="*/ 3407609 w 4752801"/>
              <a:gd name="connsiteY18718" fmla="*/ 963049 h 2767298"/>
              <a:gd name="connsiteX18719" fmla="*/ 3487762 w 4752801"/>
              <a:gd name="connsiteY18719" fmla="*/ 962239 h 2767298"/>
              <a:gd name="connsiteX18720" fmla="*/ 3501526 w 4752801"/>
              <a:gd name="connsiteY18720" fmla="*/ 962239 h 2767298"/>
              <a:gd name="connsiteX18721" fmla="*/ 3502740 w 4752801"/>
              <a:gd name="connsiteY18721" fmla="*/ 963049 h 2767298"/>
              <a:gd name="connsiteX18722" fmla="*/ 3509622 w 4752801"/>
              <a:gd name="connsiteY18722" fmla="*/ 974788 h 2767298"/>
              <a:gd name="connsiteX18723" fmla="*/ 3509622 w 4752801"/>
              <a:gd name="connsiteY18723" fmla="*/ 976003 h 2767298"/>
              <a:gd name="connsiteX18724" fmla="*/ 3502740 w 4752801"/>
              <a:gd name="connsiteY18724" fmla="*/ 987742 h 2767298"/>
              <a:gd name="connsiteX18725" fmla="*/ 3501526 w 4752801"/>
              <a:gd name="connsiteY18725" fmla="*/ 988552 h 2767298"/>
              <a:gd name="connsiteX18726" fmla="*/ 3487762 w 4752801"/>
              <a:gd name="connsiteY18726" fmla="*/ 988552 h 2767298"/>
              <a:gd name="connsiteX18727" fmla="*/ 3486548 w 4752801"/>
              <a:gd name="connsiteY18727" fmla="*/ 987742 h 2767298"/>
              <a:gd name="connsiteX18728" fmla="*/ 3479666 w 4752801"/>
              <a:gd name="connsiteY18728" fmla="*/ 976003 h 2767298"/>
              <a:gd name="connsiteX18729" fmla="*/ 3479666 w 4752801"/>
              <a:gd name="connsiteY18729" fmla="*/ 974788 h 2767298"/>
              <a:gd name="connsiteX18730" fmla="*/ 3486548 w 4752801"/>
              <a:gd name="connsiteY18730" fmla="*/ 963049 h 2767298"/>
              <a:gd name="connsiteX18731" fmla="*/ 3487762 w 4752801"/>
              <a:gd name="connsiteY18731" fmla="*/ 962239 h 2767298"/>
              <a:gd name="connsiteX18732" fmla="*/ 3447686 w 4752801"/>
              <a:gd name="connsiteY18732" fmla="*/ 962239 h 2767298"/>
              <a:gd name="connsiteX18733" fmla="*/ 3460640 w 4752801"/>
              <a:gd name="connsiteY18733" fmla="*/ 962239 h 2767298"/>
              <a:gd name="connsiteX18734" fmla="*/ 3461855 w 4752801"/>
              <a:gd name="connsiteY18734" fmla="*/ 963049 h 2767298"/>
              <a:gd name="connsiteX18735" fmla="*/ 3468331 w 4752801"/>
              <a:gd name="connsiteY18735" fmla="*/ 974383 h 2767298"/>
              <a:gd name="connsiteX18736" fmla="*/ 3468331 w 4752801"/>
              <a:gd name="connsiteY18736" fmla="*/ 975598 h 2767298"/>
              <a:gd name="connsiteX18737" fmla="*/ 3461855 w 4752801"/>
              <a:gd name="connsiteY18737" fmla="*/ 986933 h 2767298"/>
              <a:gd name="connsiteX18738" fmla="*/ 3460640 w 4752801"/>
              <a:gd name="connsiteY18738" fmla="*/ 987742 h 2767298"/>
              <a:gd name="connsiteX18739" fmla="*/ 3447686 w 4752801"/>
              <a:gd name="connsiteY18739" fmla="*/ 987742 h 2767298"/>
              <a:gd name="connsiteX18740" fmla="*/ 3446471 w 4752801"/>
              <a:gd name="connsiteY18740" fmla="*/ 986933 h 2767298"/>
              <a:gd name="connsiteX18741" fmla="*/ 3439995 w 4752801"/>
              <a:gd name="connsiteY18741" fmla="*/ 975598 h 2767298"/>
              <a:gd name="connsiteX18742" fmla="*/ 3439995 w 4752801"/>
              <a:gd name="connsiteY18742" fmla="*/ 974383 h 2767298"/>
              <a:gd name="connsiteX18743" fmla="*/ 3446471 w 4752801"/>
              <a:gd name="connsiteY18743" fmla="*/ 963049 h 2767298"/>
              <a:gd name="connsiteX18744" fmla="*/ 3447686 w 4752801"/>
              <a:gd name="connsiteY18744" fmla="*/ 962239 h 2767298"/>
              <a:gd name="connsiteX18745" fmla="*/ 3164317 w 4752801"/>
              <a:gd name="connsiteY18745" fmla="*/ 962239 h 2767298"/>
              <a:gd name="connsiteX18746" fmla="*/ 3177271 w 4752801"/>
              <a:gd name="connsiteY18746" fmla="*/ 962239 h 2767298"/>
              <a:gd name="connsiteX18747" fmla="*/ 3178486 w 4752801"/>
              <a:gd name="connsiteY18747" fmla="*/ 963049 h 2767298"/>
              <a:gd name="connsiteX18748" fmla="*/ 3184962 w 4752801"/>
              <a:gd name="connsiteY18748" fmla="*/ 974383 h 2767298"/>
              <a:gd name="connsiteX18749" fmla="*/ 3184962 w 4752801"/>
              <a:gd name="connsiteY18749" fmla="*/ 975598 h 2767298"/>
              <a:gd name="connsiteX18750" fmla="*/ 3178486 w 4752801"/>
              <a:gd name="connsiteY18750" fmla="*/ 986933 h 2767298"/>
              <a:gd name="connsiteX18751" fmla="*/ 3177271 w 4752801"/>
              <a:gd name="connsiteY18751" fmla="*/ 987742 h 2767298"/>
              <a:gd name="connsiteX18752" fmla="*/ 3164317 w 4752801"/>
              <a:gd name="connsiteY18752" fmla="*/ 987742 h 2767298"/>
              <a:gd name="connsiteX18753" fmla="*/ 3163102 w 4752801"/>
              <a:gd name="connsiteY18753" fmla="*/ 986933 h 2767298"/>
              <a:gd name="connsiteX18754" fmla="*/ 3156626 w 4752801"/>
              <a:gd name="connsiteY18754" fmla="*/ 975598 h 2767298"/>
              <a:gd name="connsiteX18755" fmla="*/ 3156626 w 4752801"/>
              <a:gd name="connsiteY18755" fmla="*/ 974383 h 2767298"/>
              <a:gd name="connsiteX18756" fmla="*/ 3163102 w 4752801"/>
              <a:gd name="connsiteY18756" fmla="*/ 963049 h 2767298"/>
              <a:gd name="connsiteX18757" fmla="*/ 3164317 w 4752801"/>
              <a:gd name="connsiteY18757" fmla="*/ 962239 h 2767298"/>
              <a:gd name="connsiteX18758" fmla="*/ 3689763 w 4752801"/>
              <a:gd name="connsiteY18758" fmla="*/ 961430 h 2767298"/>
              <a:gd name="connsiteX18759" fmla="*/ 3704337 w 4752801"/>
              <a:gd name="connsiteY18759" fmla="*/ 961430 h 2767298"/>
              <a:gd name="connsiteX18760" fmla="*/ 3705551 w 4752801"/>
              <a:gd name="connsiteY18760" fmla="*/ 962240 h 2767298"/>
              <a:gd name="connsiteX18761" fmla="*/ 3712838 w 4752801"/>
              <a:gd name="connsiteY18761" fmla="*/ 974789 h 2767298"/>
              <a:gd name="connsiteX18762" fmla="*/ 3712838 w 4752801"/>
              <a:gd name="connsiteY18762" fmla="*/ 976003 h 2767298"/>
              <a:gd name="connsiteX18763" fmla="*/ 3705551 w 4752801"/>
              <a:gd name="connsiteY18763" fmla="*/ 988552 h 2767298"/>
              <a:gd name="connsiteX18764" fmla="*/ 3704337 w 4752801"/>
              <a:gd name="connsiteY18764" fmla="*/ 989362 h 2767298"/>
              <a:gd name="connsiteX18765" fmla="*/ 3689763 w 4752801"/>
              <a:gd name="connsiteY18765" fmla="*/ 989362 h 2767298"/>
              <a:gd name="connsiteX18766" fmla="*/ 3688549 w 4752801"/>
              <a:gd name="connsiteY18766" fmla="*/ 988552 h 2767298"/>
              <a:gd name="connsiteX18767" fmla="*/ 3681263 w 4752801"/>
              <a:gd name="connsiteY18767" fmla="*/ 976003 h 2767298"/>
              <a:gd name="connsiteX18768" fmla="*/ 3681263 w 4752801"/>
              <a:gd name="connsiteY18768" fmla="*/ 974789 h 2767298"/>
              <a:gd name="connsiteX18769" fmla="*/ 3688549 w 4752801"/>
              <a:gd name="connsiteY18769" fmla="*/ 962240 h 2767298"/>
              <a:gd name="connsiteX18770" fmla="*/ 3689763 w 4752801"/>
              <a:gd name="connsiteY18770" fmla="*/ 961430 h 2767298"/>
              <a:gd name="connsiteX18771" fmla="*/ 3285356 w 4752801"/>
              <a:gd name="connsiteY18771" fmla="*/ 961430 h 2767298"/>
              <a:gd name="connsiteX18772" fmla="*/ 3299120 w 4752801"/>
              <a:gd name="connsiteY18772" fmla="*/ 961430 h 2767298"/>
              <a:gd name="connsiteX18773" fmla="*/ 3300334 w 4752801"/>
              <a:gd name="connsiteY18773" fmla="*/ 962240 h 2767298"/>
              <a:gd name="connsiteX18774" fmla="*/ 3307216 w 4752801"/>
              <a:gd name="connsiteY18774" fmla="*/ 974384 h 2767298"/>
              <a:gd name="connsiteX18775" fmla="*/ 3307216 w 4752801"/>
              <a:gd name="connsiteY18775" fmla="*/ 975598 h 2767298"/>
              <a:gd name="connsiteX18776" fmla="*/ 3300334 w 4752801"/>
              <a:gd name="connsiteY18776" fmla="*/ 987743 h 2767298"/>
              <a:gd name="connsiteX18777" fmla="*/ 3299120 w 4752801"/>
              <a:gd name="connsiteY18777" fmla="*/ 988552 h 2767298"/>
              <a:gd name="connsiteX18778" fmla="*/ 3285356 w 4752801"/>
              <a:gd name="connsiteY18778" fmla="*/ 988552 h 2767298"/>
              <a:gd name="connsiteX18779" fmla="*/ 3284142 w 4752801"/>
              <a:gd name="connsiteY18779" fmla="*/ 987743 h 2767298"/>
              <a:gd name="connsiteX18780" fmla="*/ 3277260 w 4752801"/>
              <a:gd name="connsiteY18780" fmla="*/ 975598 h 2767298"/>
              <a:gd name="connsiteX18781" fmla="*/ 3277260 w 4752801"/>
              <a:gd name="connsiteY18781" fmla="*/ 974384 h 2767298"/>
              <a:gd name="connsiteX18782" fmla="*/ 3284142 w 4752801"/>
              <a:gd name="connsiteY18782" fmla="*/ 962240 h 2767298"/>
              <a:gd name="connsiteX18783" fmla="*/ 3285356 w 4752801"/>
              <a:gd name="connsiteY18783" fmla="*/ 961430 h 2767298"/>
              <a:gd name="connsiteX18784" fmla="*/ 3203988 w 4752801"/>
              <a:gd name="connsiteY18784" fmla="*/ 961430 h 2767298"/>
              <a:gd name="connsiteX18785" fmla="*/ 3218157 w 4752801"/>
              <a:gd name="connsiteY18785" fmla="*/ 961430 h 2767298"/>
              <a:gd name="connsiteX18786" fmla="*/ 3219372 w 4752801"/>
              <a:gd name="connsiteY18786" fmla="*/ 961835 h 2767298"/>
              <a:gd name="connsiteX18787" fmla="*/ 3226658 w 4752801"/>
              <a:gd name="connsiteY18787" fmla="*/ 974384 h 2767298"/>
              <a:gd name="connsiteX18788" fmla="*/ 3226658 w 4752801"/>
              <a:gd name="connsiteY18788" fmla="*/ 975598 h 2767298"/>
              <a:gd name="connsiteX18789" fmla="*/ 3219372 w 4752801"/>
              <a:gd name="connsiteY18789" fmla="*/ 988148 h 2767298"/>
              <a:gd name="connsiteX18790" fmla="*/ 3218157 w 4752801"/>
              <a:gd name="connsiteY18790" fmla="*/ 988552 h 2767298"/>
              <a:gd name="connsiteX18791" fmla="*/ 3203988 w 4752801"/>
              <a:gd name="connsiteY18791" fmla="*/ 988552 h 2767298"/>
              <a:gd name="connsiteX18792" fmla="*/ 3202774 w 4752801"/>
              <a:gd name="connsiteY18792" fmla="*/ 988148 h 2767298"/>
              <a:gd name="connsiteX18793" fmla="*/ 3195488 w 4752801"/>
              <a:gd name="connsiteY18793" fmla="*/ 975598 h 2767298"/>
              <a:gd name="connsiteX18794" fmla="*/ 3195488 w 4752801"/>
              <a:gd name="connsiteY18794" fmla="*/ 974384 h 2767298"/>
              <a:gd name="connsiteX18795" fmla="*/ 3202774 w 4752801"/>
              <a:gd name="connsiteY18795" fmla="*/ 961835 h 2767298"/>
              <a:gd name="connsiteX18796" fmla="*/ 3203988 w 4752801"/>
              <a:gd name="connsiteY18796" fmla="*/ 961430 h 2767298"/>
              <a:gd name="connsiteX18797" fmla="*/ 3527433 w 4752801"/>
              <a:gd name="connsiteY18797" fmla="*/ 961025 h 2767298"/>
              <a:gd name="connsiteX18798" fmla="*/ 3542007 w 4752801"/>
              <a:gd name="connsiteY18798" fmla="*/ 961025 h 2767298"/>
              <a:gd name="connsiteX18799" fmla="*/ 3543221 w 4752801"/>
              <a:gd name="connsiteY18799" fmla="*/ 961835 h 2767298"/>
              <a:gd name="connsiteX18800" fmla="*/ 3550508 w 4752801"/>
              <a:gd name="connsiteY18800" fmla="*/ 974384 h 2767298"/>
              <a:gd name="connsiteX18801" fmla="*/ 3550508 w 4752801"/>
              <a:gd name="connsiteY18801" fmla="*/ 975598 h 2767298"/>
              <a:gd name="connsiteX18802" fmla="*/ 3543221 w 4752801"/>
              <a:gd name="connsiteY18802" fmla="*/ 988147 h 2767298"/>
              <a:gd name="connsiteX18803" fmla="*/ 3542007 w 4752801"/>
              <a:gd name="connsiteY18803" fmla="*/ 988957 h 2767298"/>
              <a:gd name="connsiteX18804" fmla="*/ 3527433 w 4752801"/>
              <a:gd name="connsiteY18804" fmla="*/ 988957 h 2767298"/>
              <a:gd name="connsiteX18805" fmla="*/ 3526219 w 4752801"/>
              <a:gd name="connsiteY18805" fmla="*/ 988147 h 2767298"/>
              <a:gd name="connsiteX18806" fmla="*/ 3518933 w 4752801"/>
              <a:gd name="connsiteY18806" fmla="*/ 975598 h 2767298"/>
              <a:gd name="connsiteX18807" fmla="*/ 3518933 w 4752801"/>
              <a:gd name="connsiteY18807" fmla="*/ 974384 h 2767298"/>
              <a:gd name="connsiteX18808" fmla="*/ 3526219 w 4752801"/>
              <a:gd name="connsiteY18808" fmla="*/ 961835 h 2767298"/>
              <a:gd name="connsiteX18809" fmla="*/ 3527433 w 4752801"/>
              <a:gd name="connsiteY18809" fmla="*/ 961025 h 2767298"/>
              <a:gd name="connsiteX18810" fmla="*/ 3567914 w 4752801"/>
              <a:gd name="connsiteY18810" fmla="*/ 960620 h 2767298"/>
              <a:gd name="connsiteX18811" fmla="*/ 3582892 w 4752801"/>
              <a:gd name="connsiteY18811" fmla="*/ 960620 h 2767298"/>
              <a:gd name="connsiteX18812" fmla="*/ 3584107 w 4752801"/>
              <a:gd name="connsiteY18812" fmla="*/ 961430 h 2767298"/>
              <a:gd name="connsiteX18813" fmla="*/ 3591394 w 4752801"/>
              <a:gd name="connsiteY18813" fmla="*/ 974384 h 2767298"/>
              <a:gd name="connsiteX18814" fmla="*/ 3591394 w 4752801"/>
              <a:gd name="connsiteY18814" fmla="*/ 975598 h 2767298"/>
              <a:gd name="connsiteX18815" fmla="*/ 3584107 w 4752801"/>
              <a:gd name="connsiteY18815" fmla="*/ 988552 h 2767298"/>
              <a:gd name="connsiteX18816" fmla="*/ 3582892 w 4752801"/>
              <a:gd name="connsiteY18816" fmla="*/ 989362 h 2767298"/>
              <a:gd name="connsiteX18817" fmla="*/ 3567914 w 4752801"/>
              <a:gd name="connsiteY18817" fmla="*/ 989362 h 2767298"/>
              <a:gd name="connsiteX18818" fmla="*/ 3566700 w 4752801"/>
              <a:gd name="connsiteY18818" fmla="*/ 988552 h 2767298"/>
              <a:gd name="connsiteX18819" fmla="*/ 3559414 w 4752801"/>
              <a:gd name="connsiteY18819" fmla="*/ 975598 h 2767298"/>
              <a:gd name="connsiteX18820" fmla="*/ 3559414 w 4752801"/>
              <a:gd name="connsiteY18820" fmla="*/ 974384 h 2767298"/>
              <a:gd name="connsiteX18821" fmla="*/ 3566700 w 4752801"/>
              <a:gd name="connsiteY18821" fmla="*/ 961430 h 2767298"/>
              <a:gd name="connsiteX18822" fmla="*/ 3567914 w 4752801"/>
              <a:gd name="connsiteY18822" fmla="*/ 960620 h 2767298"/>
              <a:gd name="connsiteX18823" fmla="*/ 3244065 w 4752801"/>
              <a:gd name="connsiteY18823" fmla="*/ 960215 h 2767298"/>
              <a:gd name="connsiteX18824" fmla="*/ 3259448 w 4752801"/>
              <a:gd name="connsiteY18824" fmla="*/ 960215 h 2767298"/>
              <a:gd name="connsiteX18825" fmla="*/ 3260662 w 4752801"/>
              <a:gd name="connsiteY18825" fmla="*/ 961025 h 2767298"/>
              <a:gd name="connsiteX18826" fmla="*/ 3268353 w 4752801"/>
              <a:gd name="connsiteY18826" fmla="*/ 974383 h 2767298"/>
              <a:gd name="connsiteX18827" fmla="*/ 3268353 w 4752801"/>
              <a:gd name="connsiteY18827" fmla="*/ 975598 h 2767298"/>
              <a:gd name="connsiteX18828" fmla="*/ 3260662 w 4752801"/>
              <a:gd name="connsiteY18828" fmla="*/ 988957 h 2767298"/>
              <a:gd name="connsiteX18829" fmla="*/ 3259448 w 4752801"/>
              <a:gd name="connsiteY18829" fmla="*/ 989766 h 2767298"/>
              <a:gd name="connsiteX18830" fmla="*/ 3244065 w 4752801"/>
              <a:gd name="connsiteY18830" fmla="*/ 989766 h 2767298"/>
              <a:gd name="connsiteX18831" fmla="*/ 3242850 w 4752801"/>
              <a:gd name="connsiteY18831" fmla="*/ 988957 h 2767298"/>
              <a:gd name="connsiteX18832" fmla="*/ 3235159 w 4752801"/>
              <a:gd name="connsiteY18832" fmla="*/ 975598 h 2767298"/>
              <a:gd name="connsiteX18833" fmla="*/ 3235159 w 4752801"/>
              <a:gd name="connsiteY18833" fmla="*/ 974383 h 2767298"/>
              <a:gd name="connsiteX18834" fmla="*/ 3242850 w 4752801"/>
              <a:gd name="connsiteY18834" fmla="*/ 961025 h 2767298"/>
              <a:gd name="connsiteX18835" fmla="*/ 3244065 w 4752801"/>
              <a:gd name="connsiteY18835" fmla="*/ 960215 h 2767298"/>
              <a:gd name="connsiteX18836" fmla="*/ 2845729 w 4752801"/>
              <a:gd name="connsiteY18836" fmla="*/ 932688 h 2767298"/>
              <a:gd name="connsiteX18837" fmla="*/ 2848158 w 4752801"/>
              <a:gd name="connsiteY18837" fmla="*/ 932688 h 2767298"/>
              <a:gd name="connsiteX18838" fmla="*/ 2849373 w 4752801"/>
              <a:gd name="connsiteY18838" fmla="*/ 934712 h 2767298"/>
              <a:gd name="connsiteX18839" fmla="*/ 2848158 w 4752801"/>
              <a:gd name="connsiteY18839" fmla="*/ 936736 h 2767298"/>
              <a:gd name="connsiteX18840" fmla="*/ 2845729 w 4752801"/>
              <a:gd name="connsiteY18840" fmla="*/ 936736 h 2767298"/>
              <a:gd name="connsiteX18841" fmla="*/ 2844515 w 4752801"/>
              <a:gd name="connsiteY18841" fmla="*/ 934712 h 2767298"/>
              <a:gd name="connsiteX18842" fmla="*/ 4384016 w 4752801"/>
              <a:gd name="connsiteY18842" fmla="*/ 932283 h 2767298"/>
              <a:gd name="connsiteX18843" fmla="*/ 4386850 w 4752801"/>
              <a:gd name="connsiteY18843" fmla="*/ 932283 h 2767298"/>
              <a:gd name="connsiteX18844" fmla="*/ 4388469 w 4752801"/>
              <a:gd name="connsiteY18844" fmla="*/ 934712 h 2767298"/>
              <a:gd name="connsiteX18845" fmla="*/ 4386850 w 4752801"/>
              <a:gd name="connsiteY18845" fmla="*/ 937141 h 2767298"/>
              <a:gd name="connsiteX18846" fmla="*/ 4384016 w 4752801"/>
              <a:gd name="connsiteY18846" fmla="*/ 937141 h 2767298"/>
              <a:gd name="connsiteX18847" fmla="*/ 4382397 w 4752801"/>
              <a:gd name="connsiteY18847" fmla="*/ 934712 h 2767298"/>
              <a:gd name="connsiteX18848" fmla="*/ 4343131 w 4752801"/>
              <a:gd name="connsiteY18848" fmla="*/ 932283 h 2767298"/>
              <a:gd name="connsiteX18849" fmla="*/ 4345964 w 4752801"/>
              <a:gd name="connsiteY18849" fmla="*/ 932283 h 2767298"/>
              <a:gd name="connsiteX18850" fmla="*/ 4347179 w 4752801"/>
              <a:gd name="connsiteY18850" fmla="*/ 934712 h 2767298"/>
              <a:gd name="connsiteX18851" fmla="*/ 4345964 w 4752801"/>
              <a:gd name="connsiteY18851" fmla="*/ 937141 h 2767298"/>
              <a:gd name="connsiteX18852" fmla="*/ 4343131 w 4752801"/>
              <a:gd name="connsiteY18852" fmla="*/ 937141 h 2767298"/>
              <a:gd name="connsiteX18853" fmla="*/ 4341916 w 4752801"/>
              <a:gd name="connsiteY18853" fmla="*/ 934712 h 2767298"/>
              <a:gd name="connsiteX18854" fmla="*/ 4303054 w 4752801"/>
              <a:gd name="connsiteY18854" fmla="*/ 932283 h 2767298"/>
              <a:gd name="connsiteX18855" fmla="*/ 4305888 w 4752801"/>
              <a:gd name="connsiteY18855" fmla="*/ 932283 h 2767298"/>
              <a:gd name="connsiteX18856" fmla="*/ 4307507 w 4752801"/>
              <a:gd name="connsiteY18856" fmla="*/ 934712 h 2767298"/>
              <a:gd name="connsiteX18857" fmla="*/ 4305888 w 4752801"/>
              <a:gd name="connsiteY18857" fmla="*/ 937141 h 2767298"/>
              <a:gd name="connsiteX18858" fmla="*/ 4303054 w 4752801"/>
              <a:gd name="connsiteY18858" fmla="*/ 937141 h 2767298"/>
              <a:gd name="connsiteX18859" fmla="*/ 4301435 w 4752801"/>
              <a:gd name="connsiteY18859" fmla="*/ 934712 h 2767298"/>
              <a:gd name="connsiteX18860" fmla="*/ 2886210 w 4752801"/>
              <a:gd name="connsiteY18860" fmla="*/ 932283 h 2767298"/>
              <a:gd name="connsiteX18861" fmla="*/ 2888639 w 4752801"/>
              <a:gd name="connsiteY18861" fmla="*/ 932283 h 2767298"/>
              <a:gd name="connsiteX18862" fmla="*/ 2889854 w 4752801"/>
              <a:gd name="connsiteY18862" fmla="*/ 934712 h 2767298"/>
              <a:gd name="connsiteX18863" fmla="*/ 2888639 w 4752801"/>
              <a:gd name="connsiteY18863" fmla="*/ 937141 h 2767298"/>
              <a:gd name="connsiteX18864" fmla="*/ 2886210 w 4752801"/>
              <a:gd name="connsiteY18864" fmla="*/ 937141 h 2767298"/>
              <a:gd name="connsiteX18865" fmla="*/ 2884996 w 4752801"/>
              <a:gd name="connsiteY18865" fmla="*/ 934712 h 2767298"/>
              <a:gd name="connsiteX18866" fmla="*/ 4545537 w 4752801"/>
              <a:gd name="connsiteY18866" fmla="*/ 931878 h 2767298"/>
              <a:gd name="connsiteX18867" fmla="*/ 4548776 w 4752801"/>
              <a:gd name="connsiteY18867" fmla="*/ 931878 h 2767298"/>
              <a:gd name="connsiteX18868" fmla="*/ 4550395 w 4752801"/>
              <a:gd name="connsiteY18868" fmla="*/ 934712 h 2767298"/>
              <a:gd name="connsiteX18869" fmla="*/ 4548776 w 4752801"/>
              <a:gd name="connsiteY18869" fmla="*/ 937545 h 2767298"/>
              <a:gd name="connsiteX18870" fmla="*/ 4545537 w 4752801"/>
              <a:gd name="connsiteY18870" fmla="*/ 937545 h 2767298"/>
              <a:gd name="connsiteX18871" fmla="*/ 4543918 w 4752801"/>
              <a:gd name="connsiteY18871" fmla="*/ 934712 h 2767298"/>
              <a:gd name="connsiteX18872" fmla="*/ 4464169 w 4752801"/>
              <a:gd name="connsiteY18872" fmla="*/ 931878 h 2767298"/>
              <a:gd name="connsiteX18873" fmla="*/ 4467813 w 4752801"/>
              <a:gd name="connsiteY18873" fmla="*/ 931878 h 2767298"/>
              <a:gd name="connsiteX18874" fmla="*/ 4469432 w 4752801"/>
              <a:gd name="connsiteY18874" fmla="*/ 934712 h 2767298"/>
              <a:gd name="connsiteX18875" fmla="*/ 4467813 w 4752801"/>
              <a:gd name="connsiteY18875" fmla="*/ 937545 h 2767298"/>
              <a:gd name="connsiteX18876" fmla="*/ 4464169 w 4752801"/>
              <a:gd name="connsiteY18876" fmla="*/ 937545 h 2767298"/>
              <a:gd name="connsiteX18877" fmla="*/ 4462550 w 4752801"/>
              <a:gd name="connsiteY18877" fmla="*/ 934712 h 2767298"/>
              <a:gd name="connsiteX18878" fmla="*/ 4424093 w 4752801"/>
              <a:gd name="connsiteY18878" fmla="*/ 931878 h 2767298"/>
              <a:gd name="connsiteX18879" fmla="*/ 4427332 w 4752801"/>
              <a:gd name="connsiteY18879" fmla="*/ 931878 h 2767298"/>
              <a:gd name="connsiteX18880" fmla="*/ 4428951 w 4752801"/>
              <a:gd name="connsiteY18880" fmla="*/ 934712 h 2767298"/>
              <a:gd name="connsiteX18881" fmla="*/ 4427332 w 4752801"/>
              <a:gd name="connsiteY18881" fmla="*/ 937545 h 2767298"/>
              <a:gd name="connsiteX18882" fmla="*/ 4424093 w 4752801"/>
              <a:gd name="connsiteY18882" fmla="*/ 937545 h 2767298"/>
              <a:gd name="connsiteX18883" fmla="*/ 4422474 w 4752801"/>
              <a:gd name="connsiteY18883" fmla="*/ 934712 h 2767298"/>
              <a:gd name="connsiteX18884" fmla="*/ 4262168 w 4752801"/>
              <a:gd name="connsiteY18884" fmla="*/ 931878 h 2767298"/>
              <a:gd name="connsiteX18885" fmla="*/ 4265407 w 4752801"/>
              <a:gd name="connsiteY18885" fmla="*/ 931878 h 2767298"/>
              <a:gd name="connsiteX18886" fmla="*/ 4267026 w 4752801"/>
              <a:gd name="connsiteY18886" fmla="*/ 934712 h 2767298"/>
              <a:gd name="connsiteX18887" fmla="*/ 4265407 w 4752801"/>
              <a:gd name="connsiteY18887" fmla="*/ 937545 h 2767298"/>
              <a:gd name="connsiteX18888" fmla="*/ 4262168 w 4752801"/>
              <a:gd name="connsiteY18888" fmla="*/ 937545 h 2767298"/>
              <a:gd name="connsiteX18889" fmla="*/ 4260549 w 4752801"/>
              <a:gd name="connsiteY18889" fmla="*/ 934712 h 2767298"/>
              <a:gd name="connsiteX18890" fmla="*/ 2926287 w 4752801"/>
              <a:gd name="connsiteY18890" fmla="*/ 931878 h 2767298"/>
              <a:gd name="connsiteX18891" fmla="*/ 2929526 w 4752801"/>
              <a:gd name="connsiteY18891" fmla="*/ 931878 h 2767298"/>
              <a:gd name="connsiteX18892" fmla="*/ 2931145 w 4752801"/>
              <a:gd name="connsiteY18892" fmla="*/ 934712 h 2767298"/>
              <a:gd name="connsiteX18893" fmla="*/ 2929526 w 4752801"/>
              <a:gd name="connsiteY18893" fmla="*/ 937545 h 2767298"/>
              <a:gd name="connsiteX18894" fmla="*/ 2926287 w 4752801"/>
              <a:gd name="connsiteY18894" fmla="*/ 937545 h 2767298"/>
              <a:gd name="connsiteX18895" fmla="*/ 2924668 w 4752801"/>
              <a:gd name="connsiteY18895" fmla="*/ 934712 h 2767298"/>
              <a:gd name="connsiteX18896" fmla="*/ 2804843 w 4752801"/>
              <a:gd name="connsiteY18896" fmla="*/ 931878 h 2767298"/>
              <a:gd name="connsiteX18897" fmla="*/ 2808082 w 4752801"/>
              <a:gd name="connsiteY18897" fmla="*/ 931878 h 2767298"/>
              <a:gd name="connsiteX18898" fmla="*/ 2809701 w 4752801"/>
              <a:gd name="connsiteY18898" fmla="*/ 934712 h 2767298"/>
              <a:gd name="connsiteX18899" fmla="*/ 2808082 w 4752801"/>
              <a:gd name="connsiteY18899" fmla="*/ 937545 h 2767298"/>
              <a:gd name="connsiteX18900" fmla="*/ 2804843 w 4752801"/>
              <a:gd name="connsiteY18900" fmla="*/ 937545 h 2767298"/>
              <a:gd name="connsiteX18901" fmla="*/ 2803224 w 4752801"/>
              <a:gd name="connsiteY18901" fmla="*/ 934712 h 2767298"/>
              <a:gd name="connsiteX18902" fmla="*/ 4505056 w 4752801"/>
              <a:gd name="connsiteY18902" fmla="*/ 931474 h 2767298"/>
              <a:gd name="connsiteX18903" fmla="*/ 4508699 w 4752801"/>
              <a:gd name="connsiteY18903" fmla="*/ 931474 h 2767298"/>
              <a:gd name="connsiteX18904" fmla="*/ 4510724 w 4752801"/>
              <a:gd name="connsiteY18904" fmla="*/ 934713 h 2767298"/>
              <a:gd name="connsiteX18905" fmla="*/ 4508699 w 4752801"/>
              <a:gd name="connsiteY18905" fmla="*/ 937951 h 2767298"/>
              <a:gd name="connsiteX18906" fmla="*/ 4505056 w 4752801"/>
              <a:gd name="connsiteY18906" fmla="*/ 937951 h 2767298"/>
              <a:gd name="connsiteX18907" fmla="*/ 4503032 w 4752801"/>
              <a:gd name="connsiteY18907" fmla="*/ 934713 h 2767298"/>
              <a:gd name="connsiteX18908" fmla="*/ 4221687 w 4752801"/>
              <a:gd name="connsiteY18908" fmla="*/ 931474 h 2767298"/>
              <a:gd name="connsiteX18909" fmla="*/ 4225330 w 4752801"/>
              <a:gd name="connsiteY18909" fmla="*/ 931474 h 2767298"/>
              <a:gd name="connsiteX18910" fmla="*/ 4227355 w 4752801"/>
              <a:gd name="connsiteY18910" fmla="*/ 934713 h 2767298"/>
              <a:gd name="connsiteX18911" fmla="*/ 4225330 w 4752801"/>
              <a:gd name="connsiteY18911" fmla="*/ 937951 h 2767298"/>
              <a:gd name="connsiteX18912" fmla="*/ 4221687 w 4752801"/>
              <a:gd name="connsiteY18912" fmla="*/ 937951 h 2767298"/>
              <a:gd name="connsiteX18913" fmla="*/ 4219663 w 4752801"/>
              <a:gd name="connsiteY18913" fmla="*/ 934713 h 2767298"/>
              <a:gd name="connsiteX18914" fmla="*/ 3007249 w 4752801"/>
              <a:gd name="connsiteY18914" fmla="*/ 931474 h 2767298"/>
              <a:gd name="connsiteX18915" fmla="*/ 3010892 w 4752801"/>
              <a:gd name="connsiteY18915" fmla="*/ 931474 h 2767298"/>
              <a:gd name="connsiteX18916" fmla="*/ 3012917 w 4752801"/>
              <a:gd name="connsiteY18916" fmla="*/ 934713 h 2767298"/>
              <a:gd name="connsiteX18917" fmla="*/ 3010892 w 4752801"/>
              <a:gd name="connsiteY18917" fmla="*/ 937951 h 2767298"/>
              <a:gd name="connsiteX18918" fmla="*/ 3007249 w 4752801"/>
              <a:gd name="connsiteY18918" fmla="*/ 937951 h 2767298"/>
              <a:gd name="connsiteX18919" fmla="*/ 3005225 w 4752801"/>
              <a:gd name="connsiteY18919" fmla="*/ 934713 h 2767298"/>
              <a:gd name="connsiteX18920" fmla="*/ 2966768 w 4752801"/>
              <a:gd name="connsiteY18920" fmla="*/ 931474 h 2767298"/>
              <a:gd name="connsiteX18921" fmla="*/ 2970411 w 4752801"/>
              <a:gd name="connsiteY18921" fmla="*/ 931474 h 2767298"/>
              <a:gd name="connsiteX18922" fmla="*/ 2972436 w 4752801"/>
              <a:gd name="connsiteY18922" fmla="*/ 934713 h 2767298"/>
              <a:gd name="connsiteX18923" fmla="*/ 2970411 w 4752801"/>
              <a:gd name="connsiteY18923" fmla="*/ 937951 h 2767298"/>
              <a:gd name="connsiteX18924" fmla="*/ 2966768 w 4752801"/>
              <a:gd name="connsiteY18924" fmla="*/ 937951 h 2767298"/>
              <a:gd name="connsiteX18925" fmla="*/ 2964744 w 4752801"/>
              <a:gd name="connsiteY18925" fmla="*/ 934713 h 2767298"/>
              <a:gd name="connsiteX18926" fmla="*/ 4180396 w 4752801"/>
              <a:gd name="connsiteY18926" fmla="*/ 931069 h 2767298"/>
              <a:gd name="connsiteX18927" fmla="*/ 4184849 w 4752801"/>
              <a:gd name="connsiteY18927" fmla="*/ 931069 h 2767298"/>
              <a:gd name="connsiteX18928" fmla="*/ 4186873 w 4752801"/>
              <a:gd name="connsiteY18928" fmla="*/ 934712 h 2767298"/>
              <a:gd name="connsiteX18929" fmla="*/ 4184849 w 4752801"/>
              <a:gd name="connsiteY18929" fmla="*/ 938356 h 2767298"/>
              <a:gd name="connsiteX18930" fmla="*/ 4180396 w 4752801"/>
              <a:gd name="connsiteY18930" fmla="*/ 938356 h 2767298"/>
              <a:gd name="connsiteX18931" fmla="*/ 4178372 w 4752801"/>
              <a:gd name="connsiteY18931" fmla="*/ 934712 h 2767298"/>
              <a:gd name="connsiteX18932" fmla="*/ 4059357 w 4752801"/>
              <a:gd name="connsiteY18932" fmla="*/ 931069 h 2767298"/>
              <a:gd name="connsiteX18933" fmla="*/ 4063405 w 4752801"/>
              <a:gd name="connsiteY18933" fmla="*/ 931069 h 2767298"/>
              <a:gd name="connsiteX18934" fmla="*/ 4065429 w 4752801"/>
              <a:gd name="connsiteY18934" fmla="*/ 934712 h 2767298"/>
              <a:gd name="connsiteX18935" fmla="*/ 4063405 w 4752801"/>
              <a:gd name="connsiteY18935" fmla="*/ 938356 h 2767298"/>
              <a:gd name="connsiteX18936" fmla="*/ 4059357 w 4752801"/>
              <a:gd name="connsiteY18936" fmla="*/ 938356 h 2767298"/>
              <a:gd name="connsiteX18937" fmla="*/ 4057333 w 4752801"/>
              <a:gd name="connsiteY18937" fmla="*/ 934712 h 2767298"/>
              <a:gd name="connsiteX18938" fmla="*/ 4139915 w 4752801"/>
              <a:gd name="connsiteY18938" fmla="*/ 930664 h 2767298"/>
              <a:gd name="connsiteX18939" fmla="*/ 4143963 w 4752801"/>
              <a:gd name="connsiteY18939" fmla="*/ 930664 h 2767298"/>
              <a:gd name="connsiteX18940" fmla="*/ 4145177 w 4752801"/>
              <a:gd name="connsiteY18940" fmla="*/ 931069 h 2767298"/>
              <a:gd name="connsiteX18941" fmla="*/ 4147202 w 4752801"/>
              <a:gd name="connsiteY18941" fmla="*/ 934307 h 2767298"/>
              <a:gd name="connsiteX18942" fmla="*/ 4147202 w 4752801"/>
              <a:gd name="connsiteY18942" fmla="*/ 935522 h 2767298"/>
              <a:gd name="connsiteX18943" fmla="*/ 4145177 w 4752801"/>
              <a:gd name="connsiteY18943" fmla="*/ 938760 h 2767298"/>
              <a:gd name="connsiteX18944" fmla="*/ 4143963 w 4752801"/>
              <a:gd name="connsiteY18944" fmla="*/ 939165 h 2767298"/>
              <a:gd name="connsiteX18945" fmla="*/ 4139915 w 4752801"/>
              <a:gd name="connsiteY18945" fmla="*/ 939165 h 2767298"/>
              <a:gd name="connsiteX18946" fmla="*/ 4138701 w 4752801"/>
              <a:gd name="connsiteY18946" fmla="*/ 938760 h 2767298"/>
              <a:gd name="connsiteX18947" fmla="*/ 4136677 w 4752801"/>
              <a:gd name="connsiteY18947" fmla="*/ 935522 h 2767298"/>
              <a:gd name="connsiteX18948" fmla="*/ 4136677 w 4752801"/>
              <a:gd name="connsiteY18948" fmla="*/ 934307 h 2767298"/>
              <a:gd name="connsiteX18949" fmla="*/ 4138701 w 4752801"/>
              <a:gd name="connsiteY18949" fmla="*/ 931069 h 2767298"/>
              <a:gd name="connsiteX18950" fmla="*/ 4139915 w 4752801"/>
              <a:gd name="connsiteY18950" fmla="*/ 930664 h 2767298"/>
              <a:gd name="connsiteX18951" fmla="*/ 2763553 w 4752801"/>
              <a:gd name="connsiteY18951" fmla="*/ 930664 h 2767298"/>
              <a:gd name="connsiteX18952" fmla="*/ 2768006 w 4752801"/>
              <a:gd name="connsiteY18952" fmla="*/ 930664 h 2767298"/>
              <a:gd name="connsiteX18953" fmla="*/ 2770030 w 4752801"/>
              <a:gd name="connsiteY18953" fmla="*/ 934712 h 2767298"/>
              <a:gd name="connsiteX18954" fmla="*/ 2768006 w 4752801"/>
              <a:gd name="connsiteY18954" fmla="*/ 938760 h 2767298"/>
              <a:gd name="connsiteX18955" fmla="*/ 2763553 w 4752801"/>
              <a:gd name="connsiteY18955" fmla="*/ 938760 h 2767298"/>
              <a:gd name="connsiteX18956" fmla="*/ 2761529 w 4752801"/>
              <a:gd name="connsiteY18956" fmla="*/ 934712 h 2767298"/>
              <a:gd name="connsiteX18957" fmla="*/ 4099839 w 4752801"/>
              <a:gd name="connsiteY18957" fmla="*/ 929854 h 2767298"/>
              <a:gd name="connsiteX18958" fmla="*/ 4103482 w 4752801"/>
              <a:gd name="connsiteY18958" fmla="*/ 929854 h 2767298"/>
              <a:gd name="connsiteX18959" fmla="*/ 4104696 w 4752801"/>
              <a:gd name="connsiteY18959" fmla="*/ 930664 h 2767298"/>
              <a:gd name="connsiteX18960" fmla="*/ 4106315 w 4752801"/>
              <a:gd name="connsiteY18960" fmla="*/ 933902 h 2767298"/>
              <a:gd name="connsiteX18961" fmla="*/ 4106315 w 4752801"/>
              <a:gd name="connsiteY18961" fmla="*/ 935117 h 2767298"/>
              <a:gd name="connsiteX18962" fmla="*/ 4104696 w 4752801"/>
              <a:gd name="connsiteY18962" fmla="*/ 938355 h 2767298"/>
              <a:gd name="connsiteX18963" fmla="*/ 4103482 w 4752801"/>
              <a:gd name="connsiteY18963" fmla="*/ 939165 h 2767298"/>
              <a:gd name="connsiteX18964" fmla="*/ 4099839 w 4752801"/>
              <a:gd name="connsiteY18964" fmla="*/ 939165 h 2767298"/>
              <a:gd name="connsiteX18965" fmla="*/ 4098624 w 4752801"/>
              <a:gd name="connsiteY18965" fmla="*/ 938355 h 2767298"/>
              <a:gd name="connsiteX18966" fmla="*/ 4097005 w 4752801"/>
              <a:gd name="connsiteY18966" fmla="*/ 935117 h 2767298"/>
              <a:gd name="connsiteX18967" fmla="*/ 4097005 w 4752801"/>
              <a:gd name="connsiteY18967" fmla="*/ 933902 h 2767298"/>
              <a:gd name="connsiteX18968" fmla="*/ 4098624 w 4752801"/>
              <a:gd name="connsiteY18968" fmla="*/ 930664 h 2767298"/>
              <a:gd name="connsiteX18969" fmla="*/ 4099839 w 4752801"/>
              <a:gd name="connsiteY18969" fmla="*/ 929854 h 2767298"/>
              <a:gd name="connsiteX18970" fmla="*/ 2682995 w 4752801"/>
              <a:gd name="connsiteY18970" fmla="*/ 929854 h 2767298"/>
              <a:gd name="connsiteX18971" fmla="*/ 2687043 w 4752801"/>
              <a:gd name="connsiteY18971" fmla="*/ 929854 h 2767298"/>
              <a:gd name="connsiteX18972" fmla="*/ 2688257 w 4752801"/>
              <a:gd name="connsiteY18972" fmla="*/ 930259 h 2767298"/>
              <a:gd name="connsiteX18973" fmla="*/ 2690282 w 4752801"/>
              <a:gd name="connsiteY18973" fmla="*/ 933902 h 2767298"/>
              <a:gd name="connsiteX18974" fmla="*/ 2690282 w 4752801"/>
              <a:gd name="connsiteY18974" fmla="*/ 935117 h 2767298"/>
              <a:gd name="connsiteX18975" fmla="*/ 2688257 w 4752801"/>
              <a:gd name="connsiteY18975" fmla="*/ 938760 h 2767298"/>
              <a:gd name="connsiteX18976" fmla="*/ 2687043 w 4752801"/>
              <a:gd name="connsiteY18976" fmla="*/ 939165 h 2767298"/>
              <a:gd name="connsiteX18977" fmla="*/ 2682995 w 4752801"/>
              <a:gd name="connsiteY18977" fmla="*/ 939165 h 2767298"/>
              <a:gd name="connsiteX18978" fmla="*/ 2681781 w 4752801"/>
              <a:gd name="connsiteY18978" fmla="*/ 938760 h 2767298"/>
              <a:gd name="connsiteX18979" fmla="*/ 2679757 w 4752801"/>
              <a:gd name="connsiteY18979" fmla="*/ 935117 h 2767298"/>
              <a:gd name="connsiteX18980" fmla="*/ 2679757 w 4752801"/>
              <a:gd name="connsiteY18980" fmla="*/ 933902 h 2767298"/>
              <a:gd name="connsiteX18981" fmla="*/ 2681781 w 4752801"/>
              <a:gd name="connsiteY18981" fmla="*/ 930259 h 2767298"/>
              <a:gd name="connsiteX18982" fmla="*/ 2682995 w 4752801"/>
              <a:gd name="connsiteY18982" fmla="*/ 929854 h 2767298"/>
              <a:gd name="connsiteX18983" fmla="*/ 4018066 w 4752801"/>
              <a:gd name="connsiteY18983" fmla="*/ 929045 h 2767298"/>
              <a:gd name="connsiteX18984" fmla="*/ 4023328 w 4752801"/>
              <a:gd name="connsiteY18984" fmla="*/ 929045 h 2767298"/>
              <a:gd name="connsiteX18985" fmla="*/ 4024543 w 4752801"/>
              <a:gd name="connsiteY18985" fmla="*/ 929855 h 2767298"/>
              <a:gd name="connsiteX18986" fmla="*/ 4027377 w 4752801"/>
              <a:gd name="connsiteY18986" fmla="*/ 934308 h 2767298"/>
              <a:gd name="connsiteX18987" fmla="*/ 4027377 w 4752801"/>
              <a:gd name="connsiteY18987" fmla="*/ 935522 h 2767298"/>
              <a:gd name="connsiteX18988" fmla="*/ 4024543 w 4752801"/>
              <a:gd name="connsiteY18988" fmla="*/ 939975 h 2767298"/>
              <a:gd name="connsiteX18989" fmla="*/ 4023328 w 4752801"/>
              <a:gd name="connsiteY18989" fmla="*/ 940785 h 2767298"/>
              <a:gd name="connsiteX18990" fmla="*/ 4018066 w 4752801"/>
              <a:gd name="connsiteY18990" fmla="*/ 940785 h 2767298"/>
              <a:gd name="connsiteX18991" fmla="*/ 4016852 w 4752801"/>
              <a:gd name="connsiteY18991" fmla="*/ 939975 h 2767298"/>
              <a:gd name="connsiteX18992" fmla="*/ 4014018 w 4752801"/>
              <a:gd name="connsiteY18992" fmla="*/ 935522 h 2767298"/>
              <a:gd name="connsiteX18993" fmla="*/ 4014018 w 4752801"/>
              <a:gd name="connsiteY18993" fmla="*/ 934308 h 2767298"/>
              <a:gd name="connsiteX18994" fmla="*/ 4016852 w 4752801"/>
              <a:gd name="connsiteY18994" fmla="*/ 929855 h 2767298"/>
              <a:gd name="connsiteX18995" fmla="*/ 4018066 w 4752801"/>
              <a:gd name="connsiteY18995" fmla="*/ 929045 h 2767298"/>
              <a:gd name="connsiteX18996" fmla="*/ 3046921 w 4752801"/>
              <a:gd name="connsiteY18996" fmla="*/ 929045 h 2767298"/>
              <a:gd name="connsiteX18997" fmla="*/ 3051374 w 4752801"/>
              <a:gd name="connsiteY18997" fmla="*/ 929045 h 2767298"/>
              <a:gd name="connsiteX18998" fmla="*/ 3052588 w 4752801"/>
              <a:gd name="connsiteY18998" fmla="*/ 929855 h 2767298"/>
              <a:gd name="connsiteX18999" fmla="*/ 3055017 w 4752801"/>
              <a:gd name="connsiteY18999" fmla="*/ 933903 h 2767298"/>
              <a:gd name="connsiteX19000" fmla="*/ 3055017 w 4752801"/>
              <a:gd name="connsiteY19000" fmla="*/ 935117 h 2767298"/>
              <a:gd name="connsiteX19001" fmla="*/ 3052588 w 4752801"/>
              <a:gd name="connsiteY19001" fmla="*/ 939165 h 2767298"/>
              <a:gd name="connsiteX19002" fmla="*/ 3051374 w 4752801"/>
              <a:gd name="connsiteY19002" fmla="*/ 939975 h 2767298"/>
              <a:gd name="connsiteX19003" fmla="*/ 3046921 w 4752801"/>
              <a:gd name="connsiteY19003" fmla="*/ 939975 h 2767298"/>
              <a:gd name="connsiteX19004" fmla="*/ 3045706 w 4752801"/>
              <a:gd name="connsiteY19004" fmla="*/ 939165 h 2767298"/>
              <a:gd name="connsiteX19005" fmla="*/ 3043278 w 4752801"/>
              <a:gd name="connsiteY19005" fmla="*/ 935117 h 2767298"/>
              <a:gd name="connsiteX19006" fmla="*/ 3043278 w 4752801"/>
              <a:gd name="connsiteY19006" fmla="*/ 933903 h 2767298"/>
              <a:gd name="connsiteX19007" fmla="*/ 3045706 w 4752801"/>
              <a:gd name="connsiteY19007" fmla="*/ 929855 h 2767298"/>
              <a:gd name="connsiteX19008" fmla="*/ 3046921 w 4752801"/>
              <a:gd name="connsiteY19008" fmla="*/ 929045 h 2767298"/>
              <a:gd name="connsiteX19009" fmla="*/ 2641704 w 4752801"/>
              <a:gd name="connsiteY19009" fmla="*/ 929045 h 2767298"/>
              <a:gd name="connsiteX19010" fmla="*/ 2646966 w 4752801"/>
              <a:gd name="connsiteY19010" fmla="*/ 929045 h 2767298"/>
              <a:gd name="connsiteX19011" fmla="*/ 2648181 w 4752801"/>
              <a:gd name="connsiteY19011" fmla="*/ 929450 h 2767298"/>
              <a:gd name="connsiteX19012" fmla="*/ 2650610 w 4752801"/>
              <a:gd name="connsiteY19012" fmla="*/ 933903 h 2767298"/>
              <a:gd name="connsiteX19013" fmla="*/ 2650610 w 4752801"/>
              <a:gd name="connsiteY19013" fmla="*/ 935117 h 2767298"/>
              <a:gd name="connsiteX19014" fmla="*/ 2648181 w 4752801"/>
              <a:gd name="connsiteY19014" fmla="*/ 939570 h 2767298"/>
              <a:gd name="connsiteX19015" fmla="*/ 2646966 w 4752801"/>
              <a:gd name="connsiteY19015" fmla="*/ 939975 h 2767298"/>
              <a:gd name="connsiteX19016" fmla="*/ 2641704 w 4752801"/>
              <a:gd name="connsiteY19016" fmla="*/ 939975 h 2767298"/>
              <a:gd name="connsiteX19017" fmla="*/ 2640490 w 4752801"/>
              <a:gd name="connsiteY19017" fmla="*/ 939570 h 2767298"/>
              <a:gd name="connsiteX19018" fmla="*/ 2638061 w 4752801"/>
              <a:gd name="connsiteY19018" fmla="*/ 935117 h 2767298"/>
              <a:gd name="connsiteX19019" fmla="*/ 2638061 w 4752801"/>
              <a:gd name="connsiteY19019" fmla="*/ 933903 h 2767298"/>
              <a:gd name="connsiteX19020" fmla="*/ 2640490 w 4752801"/>
              <a:gd name="connsiteY19020" fmla="*/ 929450 h 2767298"/>
              <a:gd name="connsiteX19021" fmla="*/ 2641704 w 4752801"/>
              <a:gd name="connsiteY19021" fmla="*/ 929045 h 2767298"/>
              <a:gd name="connsiteX19022" fmla="*/ 2723071 w 4752801"/>
              <a:gd name="connsiteY19022" fmla="*/ 928640 h 2767298"/>
              <a:gd name="connsiteX19023" fmla="*/ 2727928 w 4752801"/>
              <a:gd name="connsiteY19023" fmla="*/ 928640 h 2767298"/>
              <a:gd name="connsiteX19024" fmla="*/ 2729143 w 4752801"/>
              <a:gd name="connsiteY19024" fmla="*/ 929450 h 2767298"/>
              <a:gd name="connsiteX19025" fmla="*/ 2731572 w 4752801"/>
              <a:gd name="connsiteY19025" fmla="*/ 933903 h 2767298"/>
              <a:gd name="connsiteX19026" fmla="*/ 2731572 w 4752801"/>
              <a:gd name="connsiteY19026" fmla="*/ 935117 h 2767298"/>
              <a:gd name="connsiteX19027" fmla="*/ 2729143 w 4752801"/>
              <a:gd name="connsiteY19027" fmla="*/ 939570 h 2767298"/>
              <a:gd name="connsiteX19028" fmla="*/ 2727928 w 4752801"/>
              <a:gd name="connsiteY19028" fmla="*/ 940380 h 2767298"/>
              <a:gd name="connsiteX19029" fmla="*/ 2723071 w 4752801"/>
              <a:gd name="connsiteY19029" fmla="*/ 940380 h 2767298"/>
              <a:gd name="connsiteX19030" fmla="*/ 2721856 w 4752801"/>
              <a:gd name="connsiteY19030" fmla="*/ 939570 h 2767298"/>
              <a:gd name="connsiteX19031" fmla="*/ 2719428 w 4752801"/>
              <a:gd name="connsiteY19031" fmla="*/ 935117 h 2767298"/>
              <a:gd name="connsiteX19032" fmla="*/ 2719428 w 4752801"/>
              <a:gd name="connsiteY19032" fmla="*/ 933903 h 2767298"/>
              <a:gd name="connsiteX19033" fmla="*/ 2721856 w 4752801"/>
              <a:gd name="connsiteY19033" fmla="*/ 929450 h 2767298"/>
              <a:gd name="connsiteX19034" fmla="*/ 2723071 w 4752801"/>
              <a:gd name="connsiteY19034" fmla="*/ 928640 h 2767298"/>
              <a:gd name="connsiteX19035" fmla="*/ 2600818 w 4752801"/>
              <a:gd name="connsiteY19035" fmla="*/ 927830 h 2767298"/>
              <a:gd name="connsiteX19036" fmla="*/ 2606890 w 4752801"/>
              <a:gd name="connsiteY19036" fmla="*/ 927830 h 2767298"/>
              <a:gd name="connsiteX19037" fmla="*/ 2608104 w 4752801"/>
              <a:gd name="connsiteY19037" fmla="*/ 928640 h 2767298"/>
              <a:gd name="connsiteX19038" fmla="*/ 2610938 w 4752801"/>
              <a:gd name="connsiteY19038" fmla="*/ 933902 h 2767298"/>
              <a:gd name="connsiteX19039" fmla="*/ 2610938 w 4752801"/>
              <a:gd name="connsiteY19039" fmla="*/ 935117 h 2767298"/>
              <a:gd name="connsiteX19040" fmla="*/ 2608104 w 4752801"/>
              <a:gd name="connsiteY19040" fmla="*/ 940379 h 2767298"/>
              <a:gd name="connsiteX19041" fmla="*/ 2606890 w 4752801"/>
              <a:gd name="connsiteY19041" fmla="*/ 941189 h 2767298"/>
              <a:gd name="connsiteX19042" fmla="*/ 2600818 w 4752801"/>
              <a:gd name="connsiteY19042" fmla="*/ 941189 h 2767298"/>
              <a:gd name="connsiteX19043" fmla="*/ 2599603 w 4752801"/>
              <a:gd name="connsiteY19043" fmla="*/ 940379 h 2767298"/>
              <a:gd name="connsiteX19044" fmla="*/ 2596770 w 4752801"/>
              <a:gd name="connsiteY19044" fmla="*/ 935117 h 2767298"/>
              <a:gd name="connsiteX19045" fmla="*/ 2596770 w 4752801"/>
              <a:gd name="connsiteY19045" fmla="*/ 933902 h 2767298"/>
              <a:gd name="connsiteX19046" fmla="*/ 2599603 w 4752801"/>
              <a:gd name="connsiteY19046" fmla="*/ 928640 h 2767298"/>
              <a:gd name="connsiteX19047" fmla="*/ 2600818 w 4752801"/>
              <a:gd name="connsiteY19047" fmla="*/ 927830 h 2767298"/>
              <a:gd name="connsiteX19048" fmla="*/ 2559527 w 4752801"/>
              <a:gd name="connsiteY19048" fmla="*/ 927425 h 2767298"/>
              <a:gd name="connsiteX19049" fmla="*/ 2566814 w 4752801"/>
              <a:gd name="connsiteY19049" fmla="*/ 927425 h 2767298"/>
              <a:gd name="connsiteX19050" fmla="*/ 2568028 w 4752801"/>
              <a:gd name="connsiteY19050" fmla="*/ 928235 h 2767298"/>
              <a:gd name="connsiteX19051" fmla="*/ 2571672 w 4752801"/>
              <a:gd name="connsiteY19051" fmla="*/ 934307 h 2767298"/>
              <a:gd name="connsiteX19052" fmla="*/ 2571672 w 4752801"/>
              <a:gd name="connsiteY19052" fmla="*/ 935521 h 2767298"/>
              <a:gd name="connsiteX19053" fmla="*/ 2568028 w 4752801"/>
              <a:gd name="connsiteY19053" fmla="*/ 941593 h 2767298"/>
              <a:gd name="connsiteX19054" fmla="*/ 2566814 w 4752801"/>
              <a:gd name="connsiteY19054" fmla="*/ 942403 h 2767298"/>
              <a:gd name="connsiteX19055" fmla="*/ 2559527 w 4752801"/>
              <a:gd name="connsiteY19055" fmla="*/ 942403 h 2767298"/>
              <a:gd name="connsiteX19056" fmla="*/ 2558313 w 4752801"/>
              <a:gd name="connsiteY19056" fmla="*/ 941593 h 2767298"/>
              <a:gd name="connsiteX19057" fmla="*/ 2554670 w 4752801"/>
              <a:gd name="connsiteY19057" fmla="*/ 935521 h 2767298"/>
              <a:gd name="connsiteX19058" fmla="*/ 2554670 w 4752801"/>
              <a:gd name="connsiteY19058" fmla="*/ 934307 h 2767298"/>
              <a:gd name="connsiteX19059" fmla="*/ 2558313 w 4752801"/>
              <a:gd name="connsiteY19059" fmla="*/ 928235 h 2767298"/>
              <a:gd name="connsiteX19060" fmla="*/ 2559527 w 4752801"/>
              <a:gd name="connsiteY19060" fmla="*/ 927425 h 2767298"/>
              <a:gd name="connsiteX19061" fmla="*/ 3976371 w 4752801"/>
              <a:gd name="connsiteY19061" fmla="*/ 927021 h 2767298"/>
              <a:gd name="connsiteX19062" fmla="*/ 3984062 w 4752801"/>
              <a:gd name="connsiteY19062" fmla="*/ 927021 h 2767298"/>
              <a:gd name="connsiteX19063" fmla="*/ 3985276 w 4752801"/>
              <a:gd name="connsiteY19063" fmla="*/ 927831 h 2767298"/>
              <a:gd name="connsiteX19064" fmla="*/ 3988920 w 4752801"/>
              <a:gd name="connsiteY19064" fmla="*/ 934308 h 2767298"/>
              <a:gd name="connsiteX19065" fmla="*/ 3988920 w 4752801"/>
              <a:gd name="connsiteY19065" fmla="*/ 935522 h 2767298"/>
              <a:gd name="connsiteX19066" fmla="*/ 3985276 w 4752801"/>
              <a:gd name="connsiteY19066" fmla="*/ 941999 h 2767298"/>
              <a:gd name="connsiteX19067" fmla="*/ 3984062 w 4752801"/>
              <a:gd name="connsiteY19067" fmla="*/ 942809 h 2767298"/>
              <a:gd name="connsiteX19068" fmla="*/ 3976371 w 4752801"/>
              <a:gd name="connsiteY19068" fmla="*/ 942809 h 2767298"/>
              <a:gd name="connsiteX19069" fmla="*/ 3975156 w 4752801"/>
              <a:gd name="connsiteY19069" fmla="*/ 941999 h 2767298"/>
              <a:gd name="connsiteX19070" fmla="*/ 3971513 w 4752801"/>
              <a:gd name="connsiteY19070" fmla="*/ 935522 h 2767298"/>
              <a:gd name="connsiteX19071" fmla="*/ 3971513 w 4752801"/>
              <a:gd name="connsiteY19071" fmla="*/ 934308 h 2767298"/>
              <a:gd name="connsiteX19072" fmla="*/ 3975156 w 4752801"/>
              <a:gd name="connsiteY19072" fmla="*/ 927831 h 2767298"/>
              <a:gd name="connsiteX19073" fmla="*/ 3976371 w 4752801"/>
              <a:gd name="connsiteY19073" fmla="*/ 927021 h 2767298"/>
              <a:gd name="connsiteX19074" fmla="*/ 3814445 w 4752801"/>
              <a:gd name="connsiteY19074" fmla="*/ 927021 h 2767298"/>
              <a:gd name="connsiteX19075" fmla="*/ 3822542 w 4752801"/>
              <a:gd name="connsiteY19075" fmla="*/ 927021 h 2767298"/>
              <a:gd name="connsiteX19076" fmla="*/ 3823756 w 4752801"/>
              <a:gd name="connsiteY19076" fmla="*/ 927426 h 2767298"/>
              <a:gd name="connsiteX19077" fmla="*/ 3827804 w 4752801"/>
              <a:gd name="connsiteY19077" fmla="*/ 934308 h 2767298"/>
              <a:gd name="connsiteX19078" fmla="*/ 3827804 w 4752801"/>
              <a:gd name="connsiteY19078" fmla="*/ 935522 h 2767298"/>
              <a:gd name="connsiteX19079" fmla="*/ 3823756 w 4752801"/>
              <a:gd name="connsiteY19079" fmla="*/ 942404 h 2767298"/>
              <a:gd name="connsiteX19080" fmla="*/ 3822542 w 4752801"/>
              <a:gd name="connsiteY19080" fmla="*/ 942809 h 2767298"/>
              <a:gd name="connsiteX19081" fmla="*/ 3814445 w 4752801"/>
              <a:gd name="connsiteY19081" fmla="*/ 942809 h 2767298"/>
              <a:gd name="connsiteX19082" fmla="*/ 3813231 w 4752801"/>
              <a:gd name="connsiteY19082" fmla="*/ 942404 h 2767298"/>
              <a:gd name="connsiteX19083" fmla="*/ 3809183 w 4752801"/>
              <a:gd name="connsiteY19083" fmla="*/ 935522 h 2767298"/>
              <a:gd name="connsiteX19084" fmla="*/ 3809183 w 4752801"/>
              <a:gd name="connsiteY19084" fmla="*/ 934308 h 2767298"/>
              <a:gd name="connsiteX19085" fmla="*/ 3813231 w 4752801"/>
              <a:gd name="connsiteY19085" fmla="*/ 927426 h 2767298"/>
              <a:gd name="connsiteX19086" fmla="*/ 3814445 w 4752801"/>
              <a:gd name="connsiteY19086" fmla="*/ 927021 h 2767298"/>
              <a:gd name="connsiteX19087" fmla="*/ 3085379 w 4752801"/>
              <a:gd name="connsiteY19087" fmla="*/ 926616 h 2767298"/>
              <a:gd name="connsiteX19088" fmla="*/ 3093880 w 4752801"/>
              <a:gd name="connsiteY19088" fmla="*/ 926616 h 2767298"/>
              <a:gd name="connsiteX19089" fmla="*/ 3095094 w 4752801"/>
              <a:gd name="connsiteY19089" fmla="*/ 927021 h 2767298"/>
              <a:gd name="connsiteX19090" fmla="*/ 3099547 w 4752801"/>
              <a:gd name="connsiteY19090" fmla="*/ 934307 h 2767298"/>
              <a:gd name="connsiteX19091" fmla="*/ 3099547 w 4752801"/>
              <a:gd name="connsiteY19091" fmla="*/ 935522 h 2767298"/>
              <a:gd name="connsiteX19092" fmla="*/ 3095094 w 4752801"/>
              <a:gd name="connsiteY19092" fmla="*/ 942809 h 2767298"/>
              <a:gd name="connsiteX19093" fmla="*/ 3093880 w 4752801"/>
              <a:gd name="connsiteY19093" fmla="*/ 943213 h 2767298"/>
              <a:gd name="connsiteX19094" fmla="*/ 3085379 w 4752801"/>
              <a:gd name="connsiteY19094" fmla="*/ 943213 h 2767298"/>
              <a:gd name="connsiteX19095" fmla="*/ 3084164 w 4752801"/>
              <a:gd name="connsiteY19095" fmla="*/ 942809 h 2767298"/>
              <a:gd name="connsiteX19096" fmla="*/ 3079712 w 4752801"/>
              <a:gd name="connsiteY19096" fmla="*/ 935522 h 2767298"/>
              <a:gd name="connsiteX19097" fmla="*/ 3079712 w 4752801"/>
              <a:gd name="connsiteY19097" fmla="*/ 934307 h 2767298"/>
              <a:gd name="connsiteX19098" fmla="*/ 3084164 w 4752801"/>
              <a:gd name="connsiteY19098" fmla="*/ 927021 h 2767298"/>
              <a:gd name="connsiteX19099" fmla="*/ 3085379 w 4752801"/>
              <a:gd name="connsiteY19099" fmla="*/ 926616 h 2767298"/>
              <a:gd name="connsiteX19100" fmla="*/ 3733078 w 4752801"/>
              <a:gd name="connsiteY19100" fmla="*/ 926211 h 2767298"/>
              <a:gd name="connsiteX19101" fmla="*/ 3741579 w 4752801"/>
              <a:gd name="connsiteY19101" fmla="*/ 926211 h 2767298"/>
              <a:gd name="connsiteX19102" fmla="*/ 3742793 w 4752801"/>
              <a:gd name="connsiteY19102" fmla="*/ 927021 h 2767298"/>
              <a:gd name="connsiteX19103" fmla="*/ 3746842 w 4752801"/>
              <a:gd name="connsiteY19103" fmla="*/ 934307 h 2767298"/>
              <a:gd name="connsiteX19104" fmla="*/ 3746842 w 4752801"/>
              <a:gd name="connsiteY19104" fmla="*/ 935522 h 2767298"/>
              <a:gd name="connsiteX19105" fmla="*/ 3742793 w 4752801"/>
              <a:gd name="connsiteY19105" fmla="*/ 942808 h 2767298"/>
              <a:gd name="connsiteX19106" fmla="*/ 3741579 w 4752801"/>
              <a:gd name="connsiteY19106" fmla="*/ 943618 h 2767298"/>
              <a:gd name="connsiteX19107" fmla="*/ 3733078 w 4752801"/>
              <a:gd name="connsiteY19107" fmla="*/ 943618 h 2767298"/>
              <a:gd name="connsiteX19108" fmla="*/ 3731864 w 4752801"/>
              <a:gd name="connsiteY19108" fmla="*/ 942808 h 2767298"/>
              <a:gd name="connsiteX19109" fmla="*/ 3727816 w 4752801"/>
              <a:gd name="connsiteY19109" fmla="*/ 935522 h 2767298"/>
              <a:gd name="connsiteX19110" fmla="*/ 3727816 w 4752801"/>
              <a:gd name="connsiteY19110" fmla="*/ 934307 h 2767298"/>
              <a:gd name="connsiteX19111" fmla="*/ 3731864 w 4752801"/>
              <a:gd name="connsiteY19111" fmla="*/ 927021 h 2767298"/>
              <a:gd name="connsiteX19112" fmla="*/ 3733078 w 4752801"/>
              <a:gd name="connsiteY19112" fmla="*/ 926211 h 2767298"/>
              <a:gd name="connsiteX19113" fmla="*/ 2357121 w 4752801"/>
              <a:gd name="connsiteY19113" fmla="*/ 926211 h 2767298"/>
              <a:gd name="connsiteX19114" fmla="*/ 2365217 w 4752801"/>
              <a:gd name="connsiteY19114" fmla="*/ 926211 h 2767298"/>
              <a:gd name="connsiteX19115" fmla="*/ 2366432 w 4752801"/>
              <a:gd name="connsiteY19115" fmla="*/ 926616 h 2767298"/>
              <a:gd name="connsiteX19116" fmla="*/ 2370480 w 4752801"/>
              <a:gd name="connsiteY19116" fmla="*/ 933902 h 2767298"/>
              <a:gd name="connsiteX19117" fmla="*/ 2370480 w 4752801"/>
              <a:gd name="connsiteY19117" fmla="*/ 935117 h 2767298"/>
              <a:gd name="connsiteX19118" fmla="*/ 2366432 w 4752801"/>
              <a:gd name="connsiteY19118" fmla="*/ 942404 h 2767298"/>
              <a:gd name="connsiteX19119" fmla="*/ 2365217 w 4752801"/>
              <a:gd name="connsiteY19119" fmla="*/ 942808 h 2767298"/>
              <a:gd name="connsiteX19120" fmla="*/ 2357121 w 4752801"/>
              <a:gd name="connsiteY19120" fmla="*/ 942808 h 2767298"/>
              <a:gd name="connsiteX19121" fmla="*/ 2355907 w 4752801"/>
              <a:gd name="connsiteY19121" fmla="*/ 942404 h 2767298"/>
              <a:gd name="connsiteX19122" fmla="*/ 2351859 w 4752801"/>
              <a:gd name="connsiteY19122" fmla="*/ 935117 h 2767298"/>
              <a:gd name="connsiteX19123" fmla="*/ 2351859 w 4752801"/>
              <a:gd name="connsiteY19123" fmla="*/ 933902 h 2767298"/>
              <a:gd name="connsiteX19124" fmla="*/ 2355907 w 4752801"/>
              <a:gd name="connsiteY19124" fmla="*/ 926616 h 2767298"/>
              <a:gd name="connsiteX19125" fmla="*/ 2357121 w 4752801"/>
              <a:gd name="connsiteY19125" fmla="*/ 926211 h 2767298"/>
              <a:gd name="connsiteX19126" fmla="*/ 3935889 w 4752801"/>
              <a:gd name="connsiteY19126" fmla="*/ 925806 h 2767298"/>
              <a:gd name="connsiteX19127" fmla="*/ 3943986 w 4752801"/>
              <a:gd name="connsiteY19127" fmla="*/ 925806 h 2767298"/>
              <a:gd name="connsiteX19128" fmla="*/ 3945200 w 4752801"/>
              <a:gd name="connsiteY19128" fmla="*/ 926616 h 2767298"/>
              <a:gd name="connsiteX19129" fmla="*/ 3949248 w 4752801"/>
              <a:gd name="connsiteY19129" fmla="*/ 933902 h 2767298"/>
              <a:gd name="connsiteX19130" fmla="*/ 3949248 w 4752801"/>
              <a:gd name="connsiteY19130" fmla="*/ 935117 h 2767298"/>
              <a:gd name="connsiteX19131" fmla="*/ 3945200 w 4752801"/>
              <a:gd name="connsiteY19131" fmla="*/ 942403 h 2767298"/>
              <a:gd name="connsiteX19132" fmla="*/ 3943986 w 4752801"/>
              <a:gd name="connsiteY19132" fmla="*/ 943213 h 2767298"/>
              <a:gd name="connsiteX19133" fmla="*/ 3935889 w 4752801"/>
              <a:gd name="connsiteY19133" fmla="*/ 943213 h 2767298"/>
              <a:gd name="connsiteX19134" fmla="*/ 3934675 w 4752801"/>
              <a:gd name="connsiteY19134" fmla="*/ 942403 h 2767298"/>
              <a:gd name="connsiteX19135" fmla="*/ 3930627 w 4752801"/>
              <a:gd name="connsiteY19135" fmla="*/ 935117 h 2767298"/>
              <a:gd name="connsiteX19136" fmla="*/ 3930627 w 4752801"/>
              <a:gd name="connsiteY19136" fmla="*/ 933902 h 2767298"/>
              <a:gd name="connsiteX19137" fmla="*/ 3934675 w 4752801"/>
              <a:gd name="connsiteY19137" fmla="*/ 926616 h 2767298"/>
              <a:gd name="connsiteX19138" fmla="*/ 3935889 w 4752801"/>
              <a:gd name="connsiteY19138" fmla="*/ 925806 h 2767298"/>
              <a:gd name="connsiteX19139" fmla="*/ 3854117 w 4752801"/>
              <a:gd name="connsiteY19139" fmla="*/ 925806 h 2767298"/>
              <a:gd name="connsiteX19140" fmla="*/ 3863023 w 4752801"/>
              <a:gd name="connsiteY19140" fmla="*/ 925806 h 2767298"/>
              <a:gd name="connsiteX19141" fmla="*/ 3864237 w 4752801"/>
              <a:gd name="connsiteY19141" fmla="*/ 926211 h 2767298"/>
              <a:gd name="connsiteX19142" fmla="*/ 3868691 w 4752801"/>
              <a:gd name="connsiteY19142" fmla="*/ 933902 h 2767298"/>
              <a:gd name="connsiteX19143" fmla="*/ 3868691 w 4752801"/>
              <a:gd name="connsiteY19143" fmla="*/ 935117 h 2767298"/>
              <a:gd name="connsiteX19144" fmla="*/ 3864237 w 4752801"/>
              <a:gd name="connsiteY19144" fmla="*/ 942808 h 2767298"/>
              <a:gd name="connsiteX19145" fmla="*/ 3863023 w 4752801"/>
              <a:gd name="connsiteY19145" fmla="*/ 943213 h 2767298"/>
              <a:gd name="connsiteX19146" fmla="*/ 3854117 w 4752801"/>
              <a:gd name="connsiteY19146" fmla="*/ 943213 h 2767298"/>
              <a:gd name="connsiteX19147" fmla="*/ 3852903 w 4752801"/>
              <a:gd name="connsiteY19147" fmla="*/ 942808 h 2767298"/>
              <a:gd name="connsiteX19148" fmla="*/ 3848450 w 4752801"/>
              <a:gd name="connsiteY19148" fmla="*/ 935117 h 2767298"/>
              <a:gd name="connsiteX19149" fmla="*/ 3848450 w 4752801"/>
              <a:gd name="connsiteY19149" fmla="*/ 933902 h 2767298"/>
              <a:gd name="connsiteX19150" fmla="*/ 3852903 w 4752801"/>
              <a:gd name="connsiteY19150" fmla="*/ 926211 h 2767298"/>
              <a:gd name="connsiteX19151" fmla="*/ 3854117 w 4752801"/>
              <a:gd name="connsiteY19151" fmla="*/ 925806 h 2767298"/>
              <a:gd name="connsiteX19152" fmla="*/ 3773155 w 4752801"/>
              <a:gd name="connsiteY19152" fmla="*/ 925401 h 2767298"/>
              <a:gd name="connsiteX19153" fmla="*/ 3782870 w 4752801"/>
              <a:gd name="connsiteY19153" fmla="*/ 925401 h 2767298"/>
              <a:gd name="connsiteX19154" fmla="*/ 3784085 w 4752801"/>
              <a:gd name="connsiteY19154" fmla="*/ 925806 h 2767298"/>
              <a:gd name="connsiteX19155" fmla="*/ 3788943 w 4752801"/>
              <a:gd name="connsiteY19155" fmla="*/ 934307 h 2767298"/>
              <a:gd name="connsiteX19156" fmla="*/ 3788943 w 4752801"/>
              <a:gd name="connsiteY19156" fmla="*/ 935521 h 2767298"/>
              <a:gd name="connsiteX19157" fmla="*/ 3784085 w 4752801"/>
              <a:gd name="connsiteY19157" fmla="*/ 944022 h 2767298"/>
              <a:gd name="connsiteX19158" fmla="*/ 3782870 w 4752801"/>
              <a:gd name="connsiteY19158" fmla="*/ 944427 h 2767298"/>
              <a:gd name="connsiteX19159" fmla="*/ 3773155 w 4752801"/>
              <a:gd name="connsiteY19159" fmla="*/ 944427 h 2767298"/>
              <a:gd name="connsiteX19160" fmla="*/ 3771941 w 4752801"/>
              <a:gd name="connsiteY19160" fmla="*/ 944022 h 2767298"/>
              <a:gd name="connsiteX19161" fmla="*/ 3767083 w 4752801"/>
              <a:gd name="connsiteY19161" fmla="*/ 935521 h 2767298"/>
              <a:gd name="connsiteX19162" fmla="*/ 3767083 w 4752801"/>
              <a:gd name="connsiteY19162" fmla="*/ 934307 h 2767298"/>
              <a:gd name="connsiteX19163" fmla="*/ 3771941 w 4752801"/>
              <a:gd name="connsiteY19163" fmla="*/ 925806 h 2767298"/>
              <a:gd name="connsiteX19164" fmla="*/ 3773155 w 4752801"/>
              <a:gd name="connsiteY19164" fmla="*/ 925401 h 2767298"/>
              <a:gd name="connsiteX19165" fmla="*/ 2518236 w 4752801"/>
              <a:gd name="connsiteY19165" fmla="*/ 925401 h 2767298"/>
              <a:gd name="connsiteX19166" fmla="*/ 2527547 w 4752801"/>
              <a:gd name="connsiteY19166" fmla="*/ 925401 h 2767298"/>
              <a:gd name="connsiteX19167" fmla="*/ 2528761 w 4752801"/>
              <a:gd name="connsiteY19167" fmla="*/ 925806 h 2767298"/>
              <a:gd name="connsiteX19168" fmla="*/ 2533214 w 4752801"/>
              <a:gd name="connsiteY19168" fmla="*/ 933902 h 2767298"/>
              <a:gd name="connsiteX19169" fmla="*/ 2533214 w 4752801"/>
              <a:gd name="connsiteY19169" fmla="*/ 935117 h 2767298"/>
              <a:gd name="connsiteX19170" fmla="*/ 2528761 w 4752801"/>
              <a:gd name="connsiteY19170" fmla="*/ 943213 h 2767298"/>
              <a:gd name="connsiteX19171" fmla="*/ 2527547 w 4752801"/>
              <a:gd name="connsiteY19171" fmla="*/ 943618 h 2767298"/>
              <a:gd name="connsiteX19172" fmla="*/ 2518236 w 4752801"/>
              <a:gd name="connsiteY19172" fmla="*/ 943618 h 2767298"/>
              <a:gd name="connsiteX19173" fmla="*/ 2517022 w 4752801"/>
              <a:gd name="connsiteY19173" fmla="*/ 943213 h 2767298"/>
              <a:gd name="connsiteX19174" fmla="*/ 2512569 w 4752801"/>
              <a:gd name="connsiteY19174" fmla="*/ 935117 h 2767298"/>
              <a:gd name="connsiteX19175" fmla="*/ 2512569 w 4752801"/>
              <a:gd name="connsiteY19175" fmla="*/ 933902 h 2767298"/>
              <a:gd name="connsiteX19176" fmla="*/ 2517022 w 4752801"/>
              <a:gd name="connsiteY19176" fmla="*/ 925806 h 2767298"/>
              <a:gd name="connsiteX19177" fmla="*/ 2518236 w 4752801"/>
              <a:gd name="connsiteY19177" fmla="*/ 925401 h 2767298"/>
              <a:gd name="connsiteX19178" fmla="*/ 2477350 w 4752801"/>
              <a:gd name="connsiteY19178" fmla="*/ 925401 h 2767298"/>
              <a:gd name="connsiteX19179" fmla="*/ 2487470 w 4752801"/>
              <a:gd name="connsiteY19179" fmla="*/ 925401 h 2767298"/>
              <a:gd name="connsiteX19180" fmla="*/ 2488685 w 4752801"/>
              <a:gd name="connsiteY19180" fmla="*/ 925806 h 2767298"/>
              <a:gd name="connsiteX19181" fmla="*/ 2493542 w 4752801"/>
              <a:gd name="connsiteY19181" fmla="*/ 934307 h 2767298"/>
              <a:gd name="connsiteX19182" fmla="*/ 2493542 w 4752801"/>
              <a:gd name="connsiteY19182" fmla="*/ 935521 h 2767298"/>
              <a:gd name="connsiteX19183" fmla="*/ 2488685 w 4752801"/>
              <a:gd name="connsiteY19183" fmla="*/ 944022 h 2767298"/>
              <a:gd name="connsiteX19184" fmla="*/ 2487470 w 4752801"/>
              <a:gd name="connsiteY19184" fmla="*/ 944427 h 2767298"/>
              <a:gd name="connsiteX19185" fmla="*/ 2477350 w 4752801"/>
              <a:gd name="connsiteY19185" fmla="*/ 944427 h 2767298"/>
              <a:gd name="connsiteX19186" fmla="*/ 2476135 w 4752801"/>
              <a:gd name="connsiteY19186" fmla="*/ 944022 h 2767298"/>
              <a:gd name="connsiteX19187" fmla="*/ 2471278 w 4752801"/>
              <a:gd name="connsiteY19187" fmla="*/ 935521 h 2767298"/>
              <a:gd name="connsiteX19188" fmla="*/ 2471278 w 4752801"/>
              <a:gd name="connsiteY19188" fmla="*/ 934307 h 2767298"/>
              <a:gd name="connsiteX19189" fmla="*/ 2476135 w 4752801"/>
              <a:gd name="connsiteY19189" fmla="*/ 925806 h 2767298"/>
              <a:gd name="connsiteX19190" fmla="*/ 2477350 w 4752801"/>
              <a:gd name="connsiteY19190" fmla="*/ 925401 h 2767298"/>
              <a:gd name="connsiteX19191" fmla="*/ 2396793 w 4752801"/>
              <a:gd name="connsiteY19191" fmla="*/ 925401 h 2767298"/>
              <a:gd name="connsiteX19192" fmla="*/ 2406103 w 4752801"/>
              <a:gd name="connsiteY19192" fmla="*/ 925401 h 2767298"/>
              <a:gd name="connsiteX19193" fmla="*/ 2407318 w 4752801"/>
              <a:gd name="connsiteY19193" fmla="*/ 926211 h 2767298"/>
              <a:gd name="connsiteX19194" fmla="*/ 2412176 w 4752801"/>
              <a:gd name="connsiteY19194" fmla="*/ 934307 h 2767298"/>
              <a:gd name="connsiteX19195" fmla="*/ 2412176 w 4752801"/>
              <a:gd name="connsiteY19195" fmla="*/ 935521 h 2767298"/>
              <a:gd name="connsiteX19196" fmla="*/ 2407318 w 4752801"/>
              <a:gd name="connsiteY19196" fmla="*/ 943618 h 2767298"/>
              <a:gd name="connsiteX19197" fmla="*/ 2406103 w 4752801"/>
              <a:gd name="connsiteY19197" fmla="*/ 944427 h 2767298"/>
              <a:gd name="connsiteX19198" fmla="*/ 2396793 w 4752801"/>
              <a:gd name="connsiteY19198" fmla="*/ 944427 h 2767298"/>
              <a:gd name="connsiteX19199" fmla="*/ 2395578 w 4752801"/>
              <a:gd name="connsiteY19199" fmla="*/ 943618 h 2767298"/>
              <a:gd name="connsiteX19200" fmla="*/ 2390721 w 4752801"/>
              <a:gd name="connsiteY19200" fmla="*/ 935521 h 2767298"/>
              <a:gd name="connsiteX19201" fmla="*/ 2390721 w 4752801"/>
              <a:gd name="connsiteY19201" fmla="*/ 934307 h 2767298"/>
              <a:gd name="connsiteX19202" fmla="*/ 2395578 w 4752801"/>
              <a:gd name="connsiteY19202" fmla="*/ 926211 h 2767298"/>
              <a:gd name="connsiteX19203" fmla="*/ 2396793 w 4752801"/>
              <a:gd name="connsiteY19203" fmla="*/ 925401 h 2767298"/>
              <a:gd name="connsiteX19204" fmla="*/ 3894599 w 4752801"/>
              <a:gd name="connsiteY19204" fmla="*/ 924997 h 2767298"/>
              <a:gd name="connsiteX19205" fmla="*/ 3904314 w 4752801"/>
              <a:gd name="connsiteY19205" fmla="*/ 924997 h 2767298"/>
              <a:gd name="connsiteX19206" fmla="*/ 3905529 w 4752801"/>
              <a:gd name="connsiteY19206" fmla="*/ 925402 h 2767298"/>
              <a:gd name="connsiteX19207" fmla="*/ 3910387 w 4752801"/>
              <a:gd name="connsiteY19207" fmla="*/ 933903 h 2767298"/>
              <a:gd name="connsiteX19208" fmla="*/ 3910387 w 4752801"/>
              <a:gd name="connsiteY19208" fmla="*/ 935117 h 2767298"/>
              <a:gd name="connsiteX19209" fmla="*/ 3905529 w 4752801"/>
              <a:gd name="connsiteY19209" fmla="*/ 943618 h 2767298"/>
              <a:gd name="connsiteX19210" fmla="*/ 3904314 w 4752801"/>
              <a:gd name="connsiteY19210" fmla="*/ 944833 h 2767298"/>
              <a:gd name="connsiteX19211" fmla="*/ 3894599 w 4752801"/>
              <a:gd name="connsiteY19211" fmla="*/ 944833 h 2767298"/>
              <a:gd name="connsiteX19212" fmla="*/ 3893385 w 4752801"/>
              <a:gd name="connsiteY19212" fmla="*/ 944023 h 2767298"/>
              <a:gd name="connsiteX19213" fmla="*/ 3888527 w 4752801"/>
              <a:gd name="connsiteY19213" fmla="*/ 935522 h 2767298"/>
              <a:gd name="connsiteX19214" fmla="*/ 3888527 w 4752801"/>
              <a:gd name="connsiteY19214" fmla="*/ 934308 h 2767298"/>
              <a:gd name="connsiteX19215" fmla="*/ 3893385 w 4752801"/>
              <a:gd name="connsiteY19215" fmla="*/ 925807 h 2767298"/>
              <a:gd name="connsiteX19216" fmla="*/ 3894599 w 4752801"/>
              <a:gd name="connsiteY19216" fmla="*/ 924997 h 2767298"/>
              <a:gd name="connsiteX19217" fmla="*/ 3125455 w 4752801"/>
              <a:gd name="connsiteY19217" fmla="*/ 924997 h 2767298"/>
              <a:gd name="connsiteX19218" fmla="*/ 3135170 w 4752801"/>
              <a:gd name="connsiteY19218" fmla="*/ 924997 h 2767298"/>
              <a:gd name="connsiteX19219" fmla="*/ 3136385 w 4752801"/>
              <a:gd name="connsiteY19219" fmla="*/ 925402 h 2767298"/>
              <a:gd name="connsiteX19220" fmla="*/ 3141243 w 4752801"/>
              <a:gd name="connsiteY19220" fmla="*/ 933903 h 2767298"/>
              <a:gd name="connsiteX19221" fmla="*/ 3141243 w 4752801"/>
              <a:gd name="connsiteY19221" fmla="*/ 935117 h 2767298"/>
              <a:gd name="connsiteX19222" fmla="*/ 3136385 w 4752801"/>
              <a:gd name="connsiteY19222" fmla="*/ 943618 h 2767298"/>
              <a:gd name="connsiteX19223" fmla="*/ 3135170 w 4752801"/>
              <a:gd name="connsiteY19223" fmla="*/ 944023 h 2767298"/>
              <a:gd name="connsiteX19224" fmla="*/ 3125455 w 4752801"/>
              <a:gd name="connsiteY19224" fmla="*/ 944023 h 2767298"/>
              <a:gd name="connsiteX19225" fmla="*/ 3124241 w 4752801"/>
              <a:gd name="connsiteY19225" fmla="*/ 943618 h 2767298"/>
              <a:gd name="connsiteX19226" fmla="*/ 3119383 w 4752801"/>
              <a:gd name="connsiteY19226" fmla="*/ 935117 h 2767298"/>
              <a:gd name="connsiteX19227" fmla="*/ 3119383 w 4752801"/>
              <a:gd name="connsiteY19227" fmla="*/ 933903 h 2767298"/>
              <a:gd name="connsiteX19228" fmla="*/ 3124241 w 4752801"/>
              <a:gd name="connsiteY19228" fmla="*/ 925402 h 2767298"/>
              <a:gd name="connsiteX19229" fmla="*/ 3125455 w 4752801"/>
              <a:gd name="connsiteY19229" fmla="*/ 924997 h 2767298"/>
              <a:gd name="connsiteX19230" fmla="*/ 3610824 w 4752801"/>
              <a:gd name="connsiteY19230" fmla="*/ 924592 h 2767298"/>
              <a:gd name="connsiteX19231" fmla="*/ 3621349 w 4752801"/>
              <a:gd name="connsiteY19231" fmla="*/ 924592 h 2767298"/>
              <a:gd name="connsiteX19232" fmla="*/ 3622564 w 4752801"/>
              <a:gd name="connsiteY19232" fmla="*/ 925402 h 2767298"/>
              <a:gd name="connsiteX19233" fmla="*/ 3627827 w 4752801"/>
              <a:gd name="connsiteY19233" fmla="*/ 934307 h 2767298"/>
              <a:gd name="connsiteX19234" fmla="*/ 3627827 w 4752801"/>
              <a:gd name="connsiteY19234" fmla="*/ 935522 h 2767298"/>
              <a:gd name="connsiteX19235" fmla="*/ 3622564 w 4752801"/>
              <a:gd name="connsiteY19235" fmla="*/ 944428 h 2767298"/>
              <a:gd name="connsiteX19236" fmla="*/ 3621349 w 4752801"/>
              <a:gd name="connsiteY19236" fmla="*/ 945237 h 2767298"/>
              <a:gd name="connsiteX19237" fmla="*/ 3610824 w 4752801"/>
              <a:gd name="connsiteY19237" fmla="*/ 945237 h 2767298"/>
              <a:gd name="connsiteX19238" fmla="*/ 3609610 w 4752801"/>
              <a:gd name="connsiteY19238" fmla="*/ 944428 h 2767298"/>
              <a:gd name="connsiteX19239" fmla="*/ 3604348 w 4752801"/>
              <a:gd name="connsiteY19239" fmla="*/ 935522 h 2767298"/>
              <a:gd name="connsiteX19240" fmla="*/ 3604348 w 4752801"/>
              <a:gd name="connsiteY19240" fmla="*/ 934307 h 2767298"/>
              <a:gd name="connsiteX19241" fmla="*/ 3609610 w 4752801"/>
              <a:gd name="connsiteY19241" fmla="*/ 925402 h 2767298"/>
              <a:gd name="connsiteX19242" fmla="*/ 3610824 w 4752801"/>
              <a:gd name="connsiteY19242" fmla="*/ 924592 h 2767298"/>
              <a:gd name="connsiteX19243" fmla="*/ 3569938 w 4752801"/>
              <a:gd name="connsiteY19243" fmla="*/ 924592 h 2767298"/>
              <a:gd name="connsiteX19244" fmla="*/ 3580868 w 4752801"/>
              <a:gd name="connsiteY19244" fmla="*/ 924592 h 2767298"/>
              <a:gd name="connsiteX19245" fmla="*/ 3582083 w 4752801"/>
              <a:gd name="connsiteY19245" fmla="*/ 924997 h 2767298"/>
              <a:gd name="connsiteX19246" fmla="*/ 3587346 w 4752801"/>
              <a:gd name="connsiteY19246" fmla="*/ 934307 h 2767298"/>
              <a:gd name="connsiteX19247" fmla="*/ 3587346 w 4752801"/>
              <a:gd name="connsiteY19247" fmla="*/ 935522 h 2767298"/>
              <a:gd name="connsiteX19248" fmla="*/ 3582083 w 4752801"/>
              <a:gd name="connsiteY19248" fmla="*/ 944833 h 2767298"/>
              <a:gd name="connsiteX19249" fmla="*/ 3580868 w 4752801"/>
              <a:gd name="connsiteY19249" fmla="*/ 945237 h 2767298"/>
              <a:gd name="connsiteX19250" fmla="*/ 3569938 w 4752801"/>
              <a:gd name="connsiteY19250" fmla="*/ 945237 h 2767298"/>
              <a:gd name="connsiteX19251" fmla="*/ 3568724 w 4752801"/>
              <a:gd name="connsiteY19251" fmla="*/ 944833 h 2767298"/>
              <a:gd name="connsiteX19252" fmla="*/ 3563462 w 4752801"/>
              <a:gd name="connsiteY19252" fmla="*/ 935522 h 2767298"/>
              <a:gd name="connsiteX19253" fmla="*/ 3563462 w 4752801"/>
              <a:gd name="connsiteY19253" fmla="*/ 934307 h 2767298"/>
              <a:gd name="connsiteX19254" fmla="*/ 3568724 w 4752801"/>
              <a:gd name="connsiteY19254" fmla="*/ 924997 h 2767298"/>
              <a:gd name="connsiteX19255" fmla="*/ 3569938 w 4752801"/>
              <a:gd name="connsiteY19255" fmla="*/ 924592 h 2767298"/>
              <a:gd name="connsiteX19256" fmla="*/ 3650902 w 4752801"/>
              <a:gd name="connsiteY19256" fmla="*/ 924187 h 2767298"/>
              <a:gd name="connsiteX19257" fmla="*/ 3662236 w 4752801"/>
              <a:gd name="connsiteY19257" fmla="*/ 924187 h 2767298"/>
              <a:gd name="connsiteX19258" fmla="*/ 3663451 w 4752801"/>
              <a:gd name="connsiteY19258" fmla="*/ 924592 h 2767298"/>
              <a:gd name="connsiteX19259" fmla="*/ 3669118 w 4752801"/>
              <a:gd name="connsiteY19259" fmla="*/ 934307 h 2767298"/>
              <a:gd name="connsiteX19260" fmla="*/ 3669118 w 4752801"/>
              <a:gd name="connsiteY19260" fmla="*/ 935522 h 2767298"/>
              <a:gd name="connsiteX19261" fmla="*/ 3663451 w 4752801"/>
              <a:gd name="connsiteY19261" fmla="*/ 945237 h 2767298"/>
              <a:gd name="connsiteX19262" fmla="*/ 3662236 w 4752801"/>
              <a:gd name="connsiteY19262" fmla="*/ 945642 h 2767298"/>
              <a:gd name="connsiteX19263" fmla="*/ 3650902 w 4752801"/>
              <a:gd name="connsiteY19263" fmla="*/ 945642 h 2767298"/>
              <a:gd name="connsiteX19264" fmla="*/ 3649687 w 4752801"/>
              <a:gd name="connsiteY19264" fmla="*/ 945237 h 2767298"/>
              <a:gd name="connsiteX19265" fmla="*/ 3644020 w 4752801"/>
              <a:gd name="connsiteY19265" fmla="*/ 935522 h 2767298"/>
              <a:gd name="connsiteX19266" fmla="*/ 3644020 w 4752801"/>
              <a:gd name="connsiteY19266" fmla="*/ 934307 h 2767298"/>
              <a:gd name="connsiteX19267" fmla="*/ 3649687 w 4752801"/>
              <a:gd name="connsiteY19267" fmla="*/ 924592 h 2767298"/>
              <a:gd name="connsiteX19268" fmla="*/ 3650902 w 4752801"/>
              <a:gd name="connsiteY19268" fmla="*/ 924187 h 2767298"/>
              <a:gd name="connsiteX19269" fmla="*/ 3529863 w 4752801"/>
              <a:gd name="connsiteY19269" fmla="*/ 924187 h 2767298"/>
              <a:gd name="connsiteX19270" fmla="*/ 3539983 w 4752801"/>
              <a:gd name="connsiteY19270" fmla="*/ 924187 h 2767298"/>
              <a:gd name="connsiteX19271" fmla="*/ 3541198 w 4752801"/>
              <a:gd name="connsiteY19271" fmla="*/ 924997 h 2767298"/>
              <a:gd name="connsiteX19272" fmla="*/ 3546055 w 4752801"/>
              <a:gd name="connsiteY19272" fmla="*/ 933902 h 2767298"/>
              <a:gd name="connsiteX19273" fmla="*/ 3546055 w 4752801"/>
              <a:gd name="connsiteY19273" fmla="*/ 935117 h 2767298"/>
              <a:gd name="connsiteX19274" fmla="*/ 3541198 w 4752801"/>
              <a:gd name="connsiteY19274" fmla="*/ 944023 h 2767298"/>
              <a:gd name="connsiteX19275" fmla="*/ 3539983 w 4752801"/>
              <a:gd name="connsiteY19275" fmla="*/ 944832 h 2767298"/>
              <a:gd name="connsiteX19276" fmla="*/ 3529863 w 4752801"/>
              <a:gd name="connsiteY19276" fmla="*/ 944832 h 2767298"/>
              <a:gd name="connsiteX19277" fmla="*/ 3528649 w 4752801"/>
              <a:gd name="connsiteY19277" fmla="*/ 944023 h 2767298"/>
              <a:gd name="connsiteX19278" fmla="*/ 3523791 w 4752801"/>
              <a:gd name="connsiteY19278" fmla="*/ 935117 h 2767298"/>
              <a:gd name="connsiteX19279" fmla="*/ 3523791 w 4752801"/>
              <a:gd name="connsiteY19279" fmla="*/ 933902 h 2767298"/>
              <a:gd name="connsiteX19280" fmla="*/ 3528649 w 4752801"/>
              <a:gd name="connsiteY19280" fmla="*/ 924997 h 2767298"/>
              <a:gd name="connsiteX19281" fmla="*/ 3529863 w 4752801"/>
              <a:gd name="connsiteY19281" fmla="*/ 924187 h 2767298"/>
              <a:gd name="connsiteX19282" fmla="*/ 3327052 w 4752801"/>
              <a:gd name="connsiteY19282" fmla="*/ 924187 h 2767298"/>
              <a:gd name="connsiteX19283" fmla="*/ 3338386 w 4752801"/>
              <a:gd name="connsiteY19283" fmla="*/ 924187 h 2767298"/>
              <a:gd name="connsiteX19284" fmla="*/ 3339601 w 4752801"/>
              <a:gd name="connsiteY19284" fmla="*/ 924592 h 2767298"/>
              <a:gd name="connsiteX19285" fmla="*/ 3345268 w 4752801"/>
              <a:gd name="connsiteY19285" fmla="*/ 934307 h 2767298"/>
              <a:gd name="connsiteX19286" fmla="*/ 3345268 w 4752801"/>
              <a:gd name="connsiteY19286" fmla="*/ 935522 h 2767298"/>
              <a:gd name="connsiteX19287" fmla="*/ 3339601 w 4752801"/>
              <a:gd name="connsiteY19287" fmla="*/ 945237 h 2767298"/>
              <a:gd name="connsiteX19288" fmla="*/ 3338386 w 4752801"/>
              <a:gd name="connsiteY19288" fmla="*/ 945642 h 2767298"/>
              <a:gd name="connsiteX19289" fmla="*/ 3327052 w 4752801"/>
              <a:gd name="connsiteY19289" fmla="*/ 945642 h 2767298"/>
              <a:gd name="connsiteX19290" fmla="*/ 3325837 w 4752801"/>
              <a:gd name="connsiteY19290" fmla="*/ 945237 h 2767298"/>
              <a:gd name="connsiteX19291" fmla="*/ 3320170 w 4752801"/>
              <a:gd name="connsiteY19291" fmla="*/ 935522 h 2767298"/>
              <a:gd name="connsiteX19292" fmla="*/ 3320170 w 4752801"/>
              <a:gd name="connsiteY19292" fmla="*/ 934307 h 2767298"/>
              <a:gd name="connsiteX19293" fmla="*/ 3325837 w 4752801"/>
              <a:gd name="connsiteY19293" fmla="*/ 924592 h 2767298"/>
              <a:gd name="connsiteX19294" fmla="*/ 3327052 w 4752801"/>
              <a:gd name="connsiteY19294" fmla="*/ 924187 h 2767298"/>
              <a:gd name="connsiteX19295" fmla="*/ 2436869 w 4752801"/>
              <a:gd name="connsiteY19295" fmla="*/ 924187 h 2767298"/>
              <a:gd name="connsiteX19296" fmla="*/ 2446989 w 4752801"/>
              <a:gd name="connsiteY19296" fmla="*/ 924187 h 2767298"/>
              <a:gd name="connsiteX19297" fmla="*/ 2448203 w 4752801"/>
              <a:gd name="connsiteY19297" fmla="*/ 924997 h 2767298"/>
              <a:gd name="connsiteX19298" fmla="*/ 2453466 w 4752801"/>
              <a:gd name="connsiteY19298" fmla="*/ 933902 h 2767298"/>
              <a:gd name="connsiteX19299" fmla="*/ 2453466 w 4752801"/>
              <a:gd name="connsiteY19299" fmla="*/ 935117 h 2767298"/>
              <a:gd name="connsiteX19300" fmla="*/ 2448203 w 4752801"/>
              <a:gd name="connsiteY19300" fmla="*/ 944023 h 2767298"/>
              <a:gd name="connsiteX19301" fmla="*/ 2446989 w 4752801"/>
              <a:gd name="connsiteY19301" fmla="*/ 944832 h 2767298"/>
              <a:gd name="connsiteX19302" fmla="*/ 2436869 w 4752801"/>
              <a:gd name="connsiteY19302" fmla="*/ 944832 h 2767298"/>
              <a:gd name="connsiteX19303" fmla="*/ 2435654 w 4752801"/>
              <a:gd name="connsiteY19303" fmla="*/ 944023 h 2767298"/>
              <a:gd name="connsiteX19304" fmla="*/ 2430392 w 4752801"/>
              <a:gd name="connsiteY19304" fmla="*/ 935117 h 2767298"/>
              <a:gd name="connsiteX19305" fmla="*/ 2430392 w 4752801"/>
              <a:gd name="connsiteY19305" fmla="*/ 933902 h 2767298"/>
              <a:gd name="connsiteX19306" fmla="*/ 2435654 w 4752801"/>
              <a:gd name="connsiteY19306" fmla="*/ 924997 h 2767298"/>
              <a:gd name="connsiteX19307" fmla="*/ 2436869 w 4752801"/>
              <a:gd name="connsiteY19307" fmla="*/ 924187 h 2767298"/>
              <a:gd name="connsiteX19308" fmla="*/ 3164722 w 4752801"/>
              <a:gd name="connsiteY19308" fmla="*/ 923782 h 2767298"/>
              <a:gd name="connsiteX19309" fmla="*/ 3176056 w 4752801"/>
              <a:gd name="connsiteY19309" fmla="*/ 923782 h 2767298"/>
              <a:gd name="connsiteX19310" fmla="*/ 3177271 w 4752801"/>
              <a:gd name="connsiteY19310" fmla="*/ 924592 h 2767298"/>
              <a:gd name="connsiteX19311" fmla="*/ 3182938 w 4752801"/>
              <a:gd name="connsiteY19311" fmla="*/ 934307 h 2767298"/>
              <a:gd name="connsiteX19312" fmla="*/ 3182938 w 4752801"/>
              <a:gd name="connsiteY19312" fmla="*/ 935522 h 2767298"/>
              <a:gd name="connsiteX19313" fmla="*/ 3177271 w 4752801"/>
              <a:gd name="connsiteY19313" fmla="*/ 945237 h 2767298"/>
              <a:gd name="connsiteX19314" fmla="*/ 3176056 w 4752801"/>
              <a:gd name="connsiteY19314" fmla="*/ 946047 h 2767298"/>
              <a:gd name="connsiteX19315" fmla="*/ 3164722 w 4752801"/>
              <a:gd name="connsiteY19315" fmla="*/ 946047 h 2767298"/>
              <a:gd name="connsiteX19316" fmla="*/ 3163507 w 4752801"/>
              <a:gd name="connsiteY19316" fmla="*/ 945237 h 2767298"/>
              <a:gd name="connsiteX19317" fmla="*/ 3157840 w 4752801"/>
              <a:gd name="connsiteY19317" fmla="*/ 935522 h 2767298"/>
              <a:gd name="connsiteX19318" fmla="*/ 3157840 w 4752801"/>
              <a:gd name="connsiteY19318" fmla="*/ 934307 h 2767298"/>
              <a:gd name="connsiteX19319" fmla="*/ 3163507 w 4752801"/>
              <a:gd name="connsiteY19319" fmla="*/ 924592 h 2767298"/>
              <a:gd name="connsiteX19320" fmla="*/ 3164722 w 4752801"/>
              <a:gd name="connsiteY19320" fmla="*/ 923782 h 2767298"/>
              <a:gd name="connsiteX19321" fmla="*/ 3245279 w 4752801"/>
              <a:gd name="connsiteY19321" fmla="*/ 922568 h 2767298"/>
              <a:gd name="connsiteX19322" fmla="*/ 3257424 w 4752801"/>
              <a:gd name="connsiteY19322" fmla="*/ 922568 h 2767298"/>
              <a:gd name="connsiteX19323" fmla="*/ 3258638 w 4752801"/>
              <a:gd name="connsiteY19323" fmla="*/ 923378 h 2767298"/>
              <a:gd name="connsiteX19324" fmla="*/ 3264710 w 4752801"/>
              <a:gd name="connsiteY19324" fmla="*/ 933903 h 2767298"/>
              <a:gd name="connsiteX19325" fmla="*/ 3264710 w 4752801"/>
              <a:gd name="connsiteY19325" fmla="*/ 935117 h 2767298"/>
              <a:gd name="connsiteX19326" fmla="*/ 3258638 w 4752801"/>
              <a:gd name="connsiteY19326" fmla="*/ 945642 h 2767298"/>
              <a:gd name="connsiteX19327" fmla="*/ 3257424 w 4752801"/>
              <a:gd name="connsiteY19327" fmla="*/ 946452 h 2767298"/>
              <a:gd name="connsiteX19328" fmla="*/ 3245279 w 4752801"/>
              <a:gd name="connsiteY19328" fmla="*/ 946452 h 2767298"/>
              <a:gd name="connsiteX19329" fmla="*/ 3244065 w 4752801"/>
              <a:gd name="connsiteY19329" fmla="*/ 945642 h 2767298"/>
              <a:gd name="connsiteX19330" fmla="*/ 3237993 w 4752801"/>
              <a:gd name="connsiteY19330" fmla="*/ 935117 h 2767298"/>
              <a:gd name="connsiteX19331" fmla="*/ 3237993 w 4752801"/>
              <a:gd name="connsiteY19331" fmla="*/ 933903 h 2767298"/>
              <a:gd name="connsiteX19332" fmla="*/ 3244065 w 4752801"/>
              <a:gd name="connsiteY19332" fmla="*/ 923378 h 2767298"/>
              <a:gd name="connsiteX19333" fmla="*/ 3245279 w 4752801"/>
              <a:gd name="connsiteY19333" fmla="*/ 922568 h 2767298"/>
              <a:gd name="connsiteX19334" fmla="*/ 3205203 w 4752801"/>
              <a:gd name="connsiteY19334" fmla="*/ 922568 h 2767298"/>
              <a:gd name="connsiteX19335" fmla="*/ 3216943 w 4752801"/>
              <a:gd name="connsiteY19335" fmla="*/ 922568 h 2767298"/>
              <a:gd name="connsiteX19336" fmla="*/ 3218157 w 4752801"/>
              <a:gd name="connsiteY19336" fmla="*/ 923378 h 2767298"/>
              <a:gd name="connsiteX19337" fmla="*/ 3224229 w 4752801"/>
              <a:gd name="connsiteY19337" fmla="*/ 933903 h 2767298"/>
              <a:gd name="connsiteX19338" fmla="*/ 3224229 w 4752801"/>
              <a:gd name="connsiteY19338" fmla="*/ 935117 h 2767298"/>
              <a:gd name="connsiteX19339" fmla="*/ 3218157 w 4752801"/>
              <a:gd name="connsiteY19339" fmla="*/ 945642 h 2767298"/>
              <a:gd name="connsiteX19340" fmla="*/ 3216943 w 4752801"/>
              <a:gd name="connsiteY19340" fmla="*/ 946452 h 2767298"/>
              <a:gd name="connsiteX19341" fmla="*/ 3205203 w 4752801"/>
              <a:gd name="connsiteY19341" fmla="*/ 946452 h 2767298"/>
              <a:gd name="connsiteX19342" fmla="*/ 3203989 w 4752801"/>
              <a:gd name="connsiteY19342" fmla="*/ 945642 h 2767298"/>
              <a:gd name="connsiteX19343" fmla="*/ 3197917 w 4752801"/>
              <a:gd name="connsiteY19343" fmla="*/ 935117 h 2767298"/>
              <a:gd name="connsiteX19344" fmla="*/ 3197917 w 4752801"/>
              <a:gd name="connsiteY19344" fmla="*/ 933903 h 2767298"/>
              <a:gd name="connsiteX19345" fmla="*/ 3203989 w 4752801"/>
              <a:gd name="connsiteY19345" fmla="*/ 923378 h 2767298"/>
              <a:gd name="connsiteX19346" fmla="*/ 3205203 w 4752801"/>
              <a:gd name="connsiteY19346" fmla="*/ 922568 h 2767298"/>
              <a:gd name="connsiteX19347" fmla="*/ 3366723 w 4752801"/>
              <a:gd name="connsiteY19347" fmla="*/ 922163 h 2767298"/>
              <a:gd name="connsiteX19348" fmla="*/ 3379272 w 4752801"/>
              <a:gd name="connsiteY19348" fmla="*/ 922163 h 2767298"/>
              <a:gd name="connsiteX19349" fmla="*/ 3380487 w 4752801"/>
              <a:gd name="connsiteY19349" fmla="*/ 922973 h 2767298"/>
              <a:gd name="connsiteX19350" fmla="*/ 3386559 w 4752801"/>
              <a:gd name="connsiteY19350" fmla="*/ 933903 h 2767298"/>
              <a:gd name="connsiteX19351" fmla="*/ 3386559 w 4752801"/>
              <a:gd name="connsiteY19351" fmla="*/ 935117 h 2767298"/>
              <a:gd name="connsiteX19352" fmla="*/ 3380487 w 4752801"/>
              <a:gd name="connsiteY19352" fmla="*/ 946047 h 2767298"/>
              <a:gd name="connsiteX19353" fmla="*/ 3379272 w 4752801"/>
              <a:gd name="connsiteY19353" fmla="*/ 946857 h 2767298"/>
              <a:gd name="connsiteX19354" fmla="*/ 3366723 w 4752801"/>
              <a:gd name="connsiteY19354" fmla="*/ 946857 h 2767298"/>
              <a:gd name="connsiteX19355" fmla="*/ 3365509 w 4752801"/>
              <a:gd name="connsiteY19355" fmla="*/ 946047 h 2767298"/>
              <a:gd name="connsiteX19356" fmla="*/ 3359437 w 4752801"/>
              <a:gd name="connsiteY19356" fmla="*/ 935117 h 2767298"/>
              <a:gd name="connsiteX19357" fmla="*/ 3359437 w 4752801"/>
              <a:gd name="connsiteY19357" fmla="*/ 933903 h 2767298"/>
              <a:gd name="connsiteX19358" fmla="*/ 3365509 w 4752801"/>
              <a:gd name="connsiteY19358" fmla="*/ 922973 h 2767298"/>
              <a:gd name="connsiteX19359" fmla="*/ 3366723 w 4752801"/>
              <a:gd name="connsiteY19359" fmla="*/ 922163 h 2767298"/>
              <a:gd name="connsiteX19360" fmla="*/ 3690573 w 4752801"/>
              <a:gd name="connsiteY19360" fmla="*/ 921758 h 2767298"/>
              <a:gd name="connsiteX19361" fmla="*/ 3703527 w 4752801"/>
              <a:gd name="connsiteY19361" fmla="*/ 921758 h 2767298"/>
              <a:gd name="connsiteX19362" fmla="*/ 3704742 w 4752801"/>
              <a:gd name="connsiteY19362" fmla="*/ 922568 h 2767298"/>
              <a:gd name="connsiteX19363" fmla="*/ 3711218 w 4752801"/>
              <a:gd name="connsiteY19363" fmla="*/ 933902 h 2767298"/>
              <a:gd name="connsiteX19364" fmla="*/ 3711218 w 4752801"/>
              <a:gd name="connsiteY19364" fmla="*/ 935117 h 2767298"/>
              <a:gd name="connsiteX19365" fmla="*/ 3704742 w 4752801"/>
              <a:gd name="connsiteY19365" fmla="*/ 946452 h 2767298"/>
              <a:gd name="connsiteX19366" fmla="*/ 3703527 w 4752801"/>
              <a:gd name="connsiteY19366" fmla="*/ 947261 h 2767298"/>
              <a:gd name="connsiteX19367" fmla="*/ 3690573 w 4752801"/>
              <a:gd name="connsiteY19367" fmla="*/ 947261 h 2767298"/>
              <a:gd name="connsiteX19368" fmla="*/ 3689358 w 4752801"/>
              <a:gd name="connsiteY19368" fmla="*/ 946452 h 2767298"/>
              <a:gd name="connsiteX19369" fmla="*/ 3682882 w 4752801"/>
              <a:gd name="connsiteY19369" fmla="*/ 935117 h 2767298"/>
              <a:gd name="connsiteX19370" fmla="*/ 3682882 w 4752801"/>
              <a:gd name="connsiteY19370" fmla="*/ 933902 h 2767298"/>
              <a:gd name="connsiteX19371" fmla="*/ 3689358 w 4752801"/>
              <a:gd name="connsiteY19371" fmla="*/ 922568 h 2767298"/>
              <a:gd name="connsiteX19372" fmla="*/ 3690573 w 4752801"/>
              <a:gd name="connsiteY19372" fmla="*/ 921758 h 2767298"/>
              <a:gd name="connsiteX19373" fmla="*/ 3446876 w 4752801"/>
              <a:gd name="connsiteY19373" fmla="*/ 921758 h 2767298"/>
              <a:gd name="connsiteX19374" fmla="*/ 3461044 w 4752801"/>
              <a:gd name="connsiteY19374" fmla="*/ 921758 h 2767298"/>
              <a:gd name="connsiteX19375" fmla="*/ 3462259 w 4752801"/>
              <a:gd name="connsiteY19375" fmla="*/ 922163 h 2767298"/>
              <a:gd name="connsiteX19376" fmla="*/ 3469140 w 4752801"/>
              <a:gd name="connsiteY19376" fmla="*/ 934307 h 2767298"/>
              <a:gd name="connsiteX19377" fmla="*/ 3469140 w 4752801"/>
              <a:gd name="connsiteY19377" fmla="*/ 935522 h 2767298"/>
              <a:gd name="connsiteX19378" fmla="*/ 3462259 w 4752801"/>
              <a:gd name="connsiteY19378" fmla="*/ 947666 h 2767298"/>
              <a:gd name="connsiteX19379" fmla="*/ 3461044 w 4752801"/>
              <a:gd name="connsiteY19379" fmla="*/ 948071 h 2767298"/>
              <a:gd name="connsiteX19380" fmla="*/ 3446876 w 4752801"/>
              <a:gd name="connsiteY19380" fmla="*/ 948071 h 2767298"/>
              <a:gd name="connsiteX19381" fmla="*/ 3445662 w 4752801"/>
              <a:gd name="connsiteY19381" fmla="*/ 947666 h 2767298"/>
              <a:gd name="connsiteX19382" fmla="*/ 3438780 w 4752801"/>
              <a:gd name="connsiteY19382" fmla="*/ 935522 h 2767298"/>
              <a:gd name="connsiteX19383" fmla="*/ 3438780 w 4752801"/>
              <a:gd name="connsiteY19383" fmla="*/ 934307 h 2767298"/>
              <a:gd name="connsiteX19384" fmla="*/ 3445662 w 4752801"/>
              <a:gd name="connsiteY19384" fmla="*/ 922163 h 2767298"/>
              <a:gd name="connsiteX19385" fmla="*/ 3446876 w 4752801"/>
              <a:gd name="connsiteY19385" fmla="*/ 921758 h 2767298"/>
              <a:gd name="connsiteX19386" fmla="*/ 3285356 w 4752801"/>
              <a:gd name="connsiteY19386" fmla="*/ 921758 h 2767298"/>
              <a:gd name="connsiteX19387" fmla="*/ 3298715 w 4752801"/>
              <a:gd name="connsiteY19387" fmla="*/ 921758 h 2767298"/>
              <a:gd name="connsiteX19388" fmla="*/ 3299929 w 4752801"/>
              <a:gd name="connsiteY19388" fmla="*/ 922163 h 2767298"/>
              <a:gd name="connsiteX19389" fmla="*/ 3306811 w 4752801"/>
              <a:gd name="connsiteY19389" fmla="*/ 933902 h 2767298"/>
              <a:gd name="connsiteX19390" fmla="*/ 3306811 w 4752801"/>
              <a:gd name="connsiteY19390" fmla="*/ 935117 h 2767298"/>
              <a:gd name="connsiteX19391" fmla="*/ 3299929 w 4752801"/>
              <a:gd name="connsiteY19391" fmla="*/ 946856 h 2767298"/>
              <a:gd name="connsiteX19392" fmla="*/ 3298715 w 4752801"/>
              <a:gd name="connsiteY19392" fmla="*/ 947261 h 2767298"/>
              <a:gd name="connsiteX19393" fmla="*/ 3285356 w 4752801"/>
              <a:gd name="connsiteY19393" fmla="*/ 947261 h 2767298"/>
              <a:gd name="connsiteX19394" fmla="*/ 3284142 w 4752801"/>
              <a:gd name="connsiteY19394" fmla="*/ 946856 h 2767298"/>
              <a:gd name="connsiteX19395" fmla="*/ 3277260 w 4752801"/>
              <a:gd name="connsiteY19395" fmla="*/ 935117 h 2767298"/>
              <a:gd name="connsiteX19396" fmla="*/ 3277260 w 4752801"/>
              <a:gd name="connsiteY19396" fmla="*/ 933902 h 2767298"/>
              <a:gd name="connsiteX19397" fmla="*/ 3284142 w 4752801"/>
              <a:gd name="connsiteY19397" fmla="*/ 922163 h 2767298"/>
              <a:gd name="connsiteX19398" fmla="*/ 3285356 w 4752801"/>
              <a:gd name="connsiteY19398" fmla="*/ 921758 h 2767298"/>
              <a:gd name="connsiteX19399" fmla="*/ 3406799 w 4752801"/>
              <a:gd name="connsiteY19399" fmla="*/ 921353 h 2767298"/>
              <a:gd name="connsiteX19400" fmla="*/ 3420158 w 4752801"/>
              <a:gd name="connsiteY19400" fmla="*/ 921353 h 2767298"/>
              <a:gd name="connsiteX19401" fmla="*/ 3421372 w 4752801"/>
              <a:gd name="connsiteY19401" fmla="*/ 922163 h 2767298"/>
              <a:gd name="connsiteX19402" fmla="*/ 3428254 w 4752801"/>
              <a:gd name="connsiteY19402" fmla="*/ 933902 h 2767298"/>
              <a:gd name="connsiteX19403" fmla="*/ 3428254 w 4752801"/>
              <a:gd name="connsiteY19403" fmla="*/ 935117 h 2767298"/>
              <a:gd name="connsiteX19404" fmla="*/ 3421372 w 4752801"/>
              <a:gd name="connsiteY19404" fmla="*/ 946856 h 2767298"/>
              <a:gd name="connsiteX19405" fmla="*/ 3420158 w 4752801"/>
              <a:gd name="connsiteY19405" fmla="*/ 947666 h 2767298"/>
              <a:gd name="connsiteX19406" fmla="*/ 3406799 w 4752801"/>
              <a:gd name="connsiteY19406" fmla="*/ 947666 h 2767298"/>
              <a:gd name="connsiteX19407" fmla="*/ 3405585 w 4752801"/>
              <a:gd name="connsiteY19407" fmla="*/ 946856 h 2767298"/>
              <a:gd name="connsiteX19408" fmla="*/ 3398703 w 4752801"/>
              <a:gd name="connsiteY19408" fmla="*/ 935117 h 2767298"/>
              <a:gd name="connsiteX19409" fmla="*/ 3398703 w 4752801"/>
              <a:gd name="connsiteY19409" fmla="*/ 933902 h 2767298"/>
              <a:gd name="connsiteX19410" fmla="*/ 3405585 w 4752801"/>
              <a:gd name="connsiteY19410" fmla="*/ 922163 h 2767298"/>
              <a:gd name="connsiteX19411" fmla="*/ 3406799 w 4752801"/>
              <a:gd name="connsiteY19411" fmla="*/ 921353 h 2767298"/>
              <a:gd name="connsiteX19412" fmla="*/ 3487357 w 4752801"/>
              <a:gd name="connsiteY19412" fmla="*/ 920949 h 2767298"/>
              <a:gd name="connsiteX19413" fmla="*/ 3501526 w 4752801"/>
              <a:gd name="connsiteY19413" fmla="*/ 920949 h 2767298"/>
              <a:gd name="connsiteX19414" fmla="*/ 3502741 w 4752801"/>
              <a:gd name="connsiteY19414" fmla="*/ 921354 h 2767298"/>
              <a:gd name="connsiteX19415" fmla="*/ 3510027 w 4752801"/>
              <a:gd name="connsiteY19415" fmla="*/ 933903 h 2767298"/>
              <a:gd name="connsiteX19416" fmla="*/ 3510027 w 4752801"/>
              <a:gd name="connsiteY19416" fmla="*/ 935117 h 2767298"/>
              <a:gd name="connsiteX19417" fmla="*/ 3502741 w 4752801"/>
              <a:gd name="connsiteY19417" fmla="*/ 947667 h 2767298"/>
              <a:gd name="connsiteX19418" fmla="*/ 3501526 w 4752801"/>
              <a:gd name="connsiteY19418" fmla="*/ 948071 h 2767298"/>
              <a:gd name="connsiteX19419" fmla="*/ 3487357 w 4752801"/>
              <a:gd name="connsiteY19419" fmla="*/ 948071 h 2767298"/>
              <a:gd name="connsiteX19420" fmla="*/ 3486143 w 4752801"/>
              <a:gd name="connsiteY19420" fmla="*/ 947667 h 2767298"/>
              <a:gd name="connsiteX19421" fmla="*/ 3478857 w 4752801"/>
              <a:gd name="connsiteY19421" fmla="*/ 935117 h 2767298"/>
              <a:gd name="connsiteX19422" fmla="*/ 3478857 w 4752801"/>
              <a:gd name="connsiteY19422" fmla="*/ 933903 h 2767298"/>
              <a:gd name="connsiteX19423" fmla="*/ 3486143 w 4752801"/>
              <a:gd name="connsiteY19423" fmla="*/ 921354 h 2767298"/>
              <a:gd name="connsiteX19424" fmla="*/ 3487357 w 4752801"/>
              <a:gd name="connsiteY19424" fmla="*/ 920949 h 2767298"/>
              <a:gd name="connsiteX19425" fmla="*/ 4384017 w 4752801"/>
              <a:gd name="connsiteY19425" fmla="*/ 892207 h 2767298"/>
              <a:gd name="connsiteX19426" fmla="*/ 4386446 w 4752801"/>
              <a:gd name="connsiteY19426" fmla="*/ 892207 h 2767298"/>
              <a:gd name="connsiteX19427" fmla="*/ 4387661 w 4752801"/>
              <a:gd name="connsiteY19427" fmla="*/ 894231 h 2767298"/>
              <a:gd name="connsiteX19428" fmla="*/ 4386446 w 4752801"/>
              <a:gd name="connsiteY19428" fmla="*/ 896255 h 2767298"/>
              <a:gd name="connsiteX19429" fmla="*/ 4384017 w 4752801"/>
              <a:gd name="connsiteY19429" fmla="*/ 896255 h 2767298"/>
              <a:gd name="connsiteX19430" fmla="*/ 4382803 w 4752801"/>
              <a:gd name="connsiteY19430" fmla="*/ 894231 h 2767298"/>
              <a:gd name="connsiteX19431" fmla="*/ 2845729 w 4752801"/>
              <a:gd name="connsiteY19431" fmla="*/ 892207 h 2767298"/>
              <a:gd name="connsiteX19432" fmla="*/ 2848158 w 4752801"/>
              <a:gd name="connsiteY19432" fmla="*/ 892207 h 2767298"/>
              <a:gd name="connsiteX19433" fmla="*/ 2849373 w 4752801"/>
              <a:gd name="connsiteY19433" fmla="*/ 894231 h 2767298"/>
              <a:gd name="connsiteX19434" fmla="*/ 2848158 w 4752801"/>
              <a:gd name="connsiteY19434" fmla="*/ 896255 h 2767298"/>
              <a:gd name="connsiteX19435" fmla="*/ 2845729 w 4752801"/>
              <a:gd name="connsiteY19435" fmla="*/ 896255 h 2767298"/>
              <a:gd name="connsiteX19436" fmla="*/ 2844515 w 4752801"/>
              <a:gd name="connsiteY19436" fmla="*/ 894231 h 2767298"/>
              <a:gd name="connsiteX19437" fmla="*/ 4424498 w 4752801"/>
              <a:gd name="connsiteY19437" fmla="*/ 891802 h 2767298"/>
              <a:gd name="connsiteX19438" fmla="*/ 4427332 w 4752801"/>
              <a:gd name="connsiteY19438" fmla="*/ 891802 h 2767298"/>
              <a:gd name="connsiteX19439" fmla="*/ 4428951 w 4752801"/>
              <a:gd name="connsiteY19439" fmla="*/ 894231 h 2767298"/>
              <a:gd name="connsiteX19440" fmla="*/ 4427332 w 4752801"/>
              <a:gd name="connsiteY19440" fmla="*/ 896660 h 2767298"/>
              <a:gd name="connsiteX19441" fmla="*/ 4424498 w 4752801"/>
              <a:gd name="connsiteY19441" fmla="*/ 896660 h 2767298"/>
              <a:gd name="connsiteX19442" fmla="*/ 4422879 w 4752801"/>
              <a:gd name="connsiteY19442" fmla="*/ 894231 h 2767298"/>
              <a:gd name="connsiteX19443" fmla="*/ 4343131 w 4752801"/>
              <a:gd name="connsiteY19443" fmla="*/ 891802 h 2767298"/>
              <a:gd name="connsiteX19444" fmla="*/ 4345964 w 4752801"/>
              <a:gd name="connsiteY19444" fmla="*/ 891802 h 2767298"/>
              <a:gd name="connsiteX19445" fmla="*/ 4347179 w 4752801"/>
              <a:gd name="connsiteY19445" fmla="*/ 894231 h 2767298"/>
              <a:gd name="connsiteX19446" fmla="*/ 4345964 w 4752801"/>
              <a:gd name="connsiteY19446" fmla="*/ 896660 h 2767298"/>
              <a:gd name="connsiteX19447" fmla="*/ 4343131 w 4752801"/>
              <a:gd name="connsiteY19447" fmla="*/ 896660 h 2767298"/>
              <a:gd name="connsiteX19448" fmla="*/ 4341916 w 4752801"/>
              <a:gd name="connsiteY19448" fmla="*/ 894231 h 2767298"/>
              <a:gd name="connsiteX19449" fmla="*/ 4302650 w 4752801"/>
              <a:gd name="connsiteY19449" fmla="*/ 891802 h 2767298"/>
              <a:gd name="connsiteX19450" fmla="*/ 4305483 w 4752801"/>
              <a:gd name="connsiteY19450" fmla="*/ 891802 h 2767298"/>
              <a:gd name="connsiteX19451" fmla="*/ 4306698 w 4752801"/>
              <a:gd name="connsiteY19451" fmla="*/ 894231 h 2767298"/>
              <a:gd name="connsiteX19452" fmla="*/ 4305483 w 4752801"/>
              <a:gd name="connsiteY19452" fmla="*/ 896660 h 2767298"/>
              <a:gd name="connsiteX19453" fmla="*/ 4302650 w 4752801"/>
              <a:gd name="connsiteY19453" fmla="*/ 896660 h 2767298"/>
              <a:gd name="connsiteX19454" fmla="*/ 4301435 w 4752801"/>
              <a:gd name="connsiteY19454" fmla="*/ 894231 h 2767298"/>
              <a:gd name="connsiteX19455" fmla="*/ 4262573 w 4752801"/>
              <a:gd name="connsiteY19455" fmla="*/ 891802 h 2767298"/>
              <a:gd name="connsiteX19456" fmla="*/ 4265002 w 4752801"/>
              <a:gd name="connsiteY19456" fmla="*/ 891802 h 2767298"/>
              <a:gd name="connsiteX19457" fmla="*/ 4266217 w 4752801"/>
              <a:gd name="connsiteY19457" fmla="*/ 894231 h 2767298"/>
              <a:gd name="connsiteX19458" fmla="*/ 4265002 w 4752801"/>
              <a:gd name="connsiteY19458" fmla="*/ 896660 h 2767298"/>
              <a:gd name="connsiteX19459" fmla="*/ 4262573 w 4752801"/>
              <a:gd name="connsiteY19459" fmla="*/ 896660 h 2767298"/>
              <a:gd name="connsiteX19460" fmla="*/ 4261359 w 4752801"/>
              <a:gd name="connsiteY19460" fmla="*/ 894231 h 2767298"/>
              <a:gd name="connsiteX19461" fmla="*/ 2885806 w 4752801"/>
              <a:gd name="connsiteY19461" fmla="*/ 891802 h 2767298"/>
              <a:gd name="connsiteX19462" fmla="*/ 2888639 w 4752801"/>
              <a:gd name="connsiteY19462" fmla="*/ 891802 h 2767298"/>
              <a:gd name="connsiteX19463" fmla="*/ 2889854 w 4752801"/>
              <a:gd name="connsiteY19463" fmla="*/ 894231 h 2767298"/>
              <a:gd name="connsiteX19464" fmla="*/ 2888639 w 4752801"/>
              <a:gd name="connsiteY19464" fmla="*/ 896660 h 2767298"/>
              <a:gd name="connsiteX19465" fmla="*/ 2885806 w 4752801"/>
              <a:gd name="connsiteY19465" fmla="*/ 896660 h 2767298"/>
              <a:gd name="connsiteX19466" fmla="*/ 2884591 w 4752801"/>
              <a:gd name="connsiteY19466" fmla="*/ 894231 h 2767298"/>
              <a:gd name="connsiteX19467" fmla="*/ 4545537 w 4752801"/>
              <a:gd name="connsiteY19467" fmla="*/ 891397 h 2767298"/>
              <a:gd name="connsiteX19468" fmla="*/ 4548776 w 4752801"/>
              <a:gd name="connsiteY19468" fmla="*/ 891397 h 2767298"/>
              <a:gd name="connsiteX19469" fmla="*/ 4550395 w 4752801"/>
              <a:gd name="connsiteY19469" fmla="*/ 894231 h 2767298"/>
              <a:gd name="connsiteX19470" fmla="*/ 4548776 w 4752801"/>
              <a:gd name="connsiteY19470" fmla="*/ 897064 h 2767298"/>
              <a:gd name="connsiteX19471" fmla="*/ 4545537 w 4752801"/>
              <a:gd name="connsiteY19471" fmla="*/ 897064 h 2767298"/>
              <a:gd name="connsiteX19472" fmla="*/ 4543918 w 4752801"/>
              <a:gd name="connsiteY19472" fmla="*/ 894231 h 2767298"/>
              <a:gd name="connsiteX19473" fmla="*/ 4464574 w 4752801"/>
              <a:gd name="connsiteY19473" fmla="*/ 891397 h 2767298"/>
              <a:gd name="connsiteX19474" fmla="*/ 4467813 w 4752801"/>
              <a:gd name="connsiteY19474" fmla="*/ 891397 h 2767298"/>
              <a:gd name="connsiteX19475" fmla="*/ 4469432 w 4752801"/>
              <a:gd name="connsiteY19475" fmla="*/ 894231 h 2767298"/>
              <a:gd name="connsiteX19476" fmla="*/ 4467813 w 4752801"/>
              <a:gd name="connsiteY19476" fmla="*/ 897064 h 2767298"/>
              <a:gd name="connsiteX19477" fmla="*/ 4464574 w 4752801"/>
              <a:gd name="connsiteY19477" fmla="*/ 897064 h 2767298"/>
              <a:gd name="connsiteX19478" fmla="*/ 4462955 w 4752801"/>
              <a:gd name="connsiteY19478" fmla="*/ 894231 h 2767298"/>
              <a:gd name="connsiteX19479" fmla="*/ 4221687 w 4752801"/>
              <a:gd name="connsiteY19479" fmla="*/ 891397 h 2767298"/>
              <a:gd name="connsiteX19480" fmla="*/ 4224926 w 4752801"/>
              <a:gd name="connsiteY19480" fmla="*/ 891397 h 2767298"/>
              <a:gd name="connsiteX19481" fmla="*/ 4226545 w 4752801"/>
              <a:gd name="connsiteY19481" fmla="*/ 894231 h 2767298"/>
              <a:gd name="connsiteX19482" fmla="*/ 4224926 w 4752801"/>
              <a:gd name="connsiteY19482" fmla="*/ 897064 h 2767298"/>
              <a:gd name="connsiteX19483" fmla="*/ 4221687 w 4752801"/>
              <a:gd name="connsiteY19483" fmla="*/ 897064 h 2767298"/>
              <a:gd name="connsiteX19484" fmla="*/ 4220068 w 4752801"/>
              <a:gd name="connsiteY19484" fmla="*/ 894231 h 2767298"/>
              <a:gd name="connsiteX19485" fmla="*/ 2925882 w 4752801"/>
              <a:gd name="connsiteY19485" fmla="*/ 891397 h 2767298"/>
              <a:gd name="connsiteX19486" fmla="*/ 2929526 w 4752801"/>
              <a:gd name="connsiteY19486" fmla="*/ 891397 h 2767298"/>
              <a:gd name="connsiteX19487" fmla="*/ 2931145 w 4752801"/>
              <a:gd name="connsiteY19487" fmla="*/ 894231 h 2767298"/>
              <a:gd name="connsiteX19488" fmla="*/ 2929526 w 4752801"/>
              <a:gd name="connsiteY19488" fmla="*/ 897064 h 2767298"/>
              <a:gd name="connsiteX19489" fmla="*/ 2925882 w 4752801"/>
              <a:gd name="connsiteY19489" fmla="*/ 897064 h 2767298"/>
              <a:gd name="connsiteX19490" fmla="*/ 2924263 w 4752801"/>
              <a:gd name="connsiteY19490" fmla="*/ 894231 h 2767298"/>
              <a:gd name="connsiteX19491" fmla="*/ 2804843 w 4752801"/>
              <a:gd name="connsiteY19491" fmla="*/ 891397 h 2767298"/>
              <a:gd name="connsiteX19492" fmla="*/ 2808082 w 4752801"/>
              <a:gd name="connsiteY19492" fmla="*/ 891397 h 2767298"/>
              <a:gd name="connsiteX19493" fmla="*/ 2809701 w 4752801"/>
              <a:gd name="connsiteY19493" fmla="*/ 894231 h 2767298"/>
              <a:gd name="connsiteX19494" fmla="*/ 2808082 w 4752801"/>
              <a:gd name="connsiteY19494" fmla="*/ 897064 h 2767298"/>
              <a:gd name="connsiteX19495" fmla="*/ 2804843 w 4752801"/>
              <a:gd name="connsiteY19495" fmla="*/ 897064 h 2767298"/>
              <a:gd name="connsiteX19496" fmla="*/ 2803224 w 4752801"/>
              <a:gd name="connsiteY19496" fmla="*/ 894231 h 2767298"/>
              <a:gd name="connsiteX19497" fmla="*/ 4504651 w 4752801"/>
              <a:gd name="connsiteY19497" fmla="*/ 890992 h 2767298"/>
              <a:gd name="connsiteX19498" fmla="*/ 4508295 w 4752801"/>
              <a:gd name="connsiteY19498" fmla="*/ 890992 h 2767298"/>
              <a:gd name="connsiteX19499" fmla="*/ 4509914 w 4752801"/>
              <a:gd name="connsiteY19499" fmla="*/ 894231 h 2767298"/>
              <a:gd name="connsiteX19500" fmla="*/ 4508295 w 4752801"/>
              <a:gd name="connsiteY19500" fmla="*/ 897469 h 2767298"/>
              <a:gd name="connsiteX19501" fmla="*/ 4504651 w 4752801"/>
              <a:gd name="connsiteY19501" fmla="*/ 897469 h 2767298"/>
              <a:gd name="connsiteX19502" fmla="*/ 4503032 w 4752801"/>
              <a:gd name="connsiteY19502" fmla="*/ 894231 h 2767298"/>
              <a:gd name="connsiteX19503" fmla="*/ 2966768 w 4752801"/>
              <a:gd name="connsiteY19503" fmla="*/ 890992 h 2767298"/>
              <a:gd name="connsiteX19504" fmla="*/ 2970411 w 4752801"/>
              <a:gd name="connsiteY19504" fmla="*/ 890992 h 2767298"/>
              <a:gd name="connsiteX19505" fmla="*/ 2972436 w 4752801"/>
              <a:gd name="connsiteY19505" fmla="*/ 894231 h 2767298"/>
              <a:gd name="connsiteX19506" fmla="*/ 2970411 w 4752801"/>
              <a:gd name="connsiteY19506" fmla="*/ 897469 h 2767298"/>
              <a:gd name="connsiteX19507" fmla="*/ 2966768 w 4752801"/>
              <a:gd name="connsiteY19507" fmla="*/ 897469 h 2767298"/>
              <a:gd name="connsiteX19508" fmla="*/ 2964744 w 4752801"/>
              <a:gd name="connsiteY19508" fmla="*/ 894231 h 2767298"/>
              <a:gd name="connsiteX19509" fmla="*/ 4180801 w 4752801"/>
              <a:gd name="connsiteY19509" fmla="*/ 890588 h 2767298"/>
              <a:gd name="connsiteX19510" fmla="*/ 4184849 w 4752801"/>
              <a:gd name="connsiteY19510" fmla="*/ 890588 h 2767298"/>
              <a:gd name="connsiteX19511" fmla="*/ 4186873 w 4752801"/>
              <a:gd name="connsiteY19511" fmla="*/ 894231 h 2767298"/>
              <a:gd name="connsiteX19512" fmla="*/ 4184849 w 4752801"/>
              <a:gd name="connsiteY19512" fmla="*/ 897875 h 2767298"/>
              <a:gd name="connsiteX19513" fmla="*/ 4180801 w 4752801"/>
              <a:gd name="connsiteY19513" fmla="*/ 897875 h 2767298"/>
              <a:gd name="connsiteX19514" fmla="*/ 4178777 w 4752801"/>
              <a:gd name="connsiteY19514" fmla="*/ 894231 h 2767298"/>
              <a:gd name="connsiteX19515" fmla="*/ 4059357 w 4752801"/>
              <a:gd name="connsiteY19515" fmla="*/ 890588 h 2767298"/>
              <a:gd name="connsiteX19516" fmla="*/ 4063405 w 4752801"/>
              <a:gd name="connsiteY19516" fmla="*/ 890588 h 2767298"/>
              <a:gd name="connsiteX19517" fmla="*/ 4065429 w 4752801"/>
              <a:gd name="connsiteY19517" fmla="*/ 894231 h 2767298"/>
              <a:gd name="connsiteX19518" fmla="*/ 4063405 w 4752801"/>
              <a:gd name="connsiteY19518" fmla="*/ 897875 h 2767298"/>
              <a:gd name="connsiteX19519" fmla="*/ 4059357 w 4752801"/>
              <a:gd name="connsiteY19519" fmla="*/ 897875 h 2767298"/>
              <a:gd name="connsiteX19520" fmla="*/ 4057333 w 4752801"/>
              <a:gd name="connsiteY19520" fmla="*/ 894231 h 2767298"/>
              <a:gd name="connsiteX19521" fmla="*/ 2763957 w 4752801"/>
              <a:gd name="connsiteY19521" fmla="*/ 890588 h 2767298"/>
              <a:gd name="connsiteX19522" fmla="*/ 2768005 w 4752801"/>
              <a:gd name="connsiteY19522" fmla="*/ 890588 h 2767298"/>
              <a:gd name="connsiteX19523" fmla="*/ 2770029 w 4752801"/>
              <a:gd name="connsiteY19523" fmla="*/ 894231 h 2767298"/>
              <a:gd name="connsiteX19524" fmla="*/ 2768005 w 4752801"/>
              <a:gd name="connsiteY19524" fmla="*/ 897875 h 2767298"/>
              <a:gd name="connsiteX19525" fmla="*/ 2763957 w 4752801"/>
              <a:gd name="connsiteY19525" fmla="*/ 897875 h 2767298"/>
              <a:gd name="connsiteX19526" fmla="*/ 2761933 w 4752801"/>
              <a:gd name="connsiteY19526" fmla="*/ 894231 h 2767298"/>
              <a:gd name="connsiteX19527" fmla="*/ 2682590 w 4752801"/>
              <a:gd name="connsiteY19527" fmla="*/ 890588 h 2767298"/>
              <a:gd name="connsiteX19528" fmla="*/ 2687043 w 4752801"/>
              <a:gd name="connsiteY19528" fmla="*/ 890588 h 2767298"/>
              <a:gd name="connsiteX19529" fmla="*/ 2689067 w 4752801"/>
              <a:gd name="connsiteY19529" fmla="*/ 894231 h 2767298"/>
              <a:gd name="connsiteX19530" fmla="*/ 2687043 w 4752801"/>
              <a:gd name="connsiteY19530" fmla="*/ 897875 h 2767298"/>
              <a:gd name="connsiteX19531" fmla="*/ 2682590 w 4752801"/>
              <a:gd name="connsiteY19531" fmla="*/ 897875 h 2767298"/>
              <a:gd name="connsiteX19532" fmla="*/ 2680566 w 4752801"/>
              <a:gd name="connsiteY19532" fmla="*/ 894231 h 2767298"/>
              <a:gd name="connsiteX19533" fmla="*/ 2642918 w 4752801"/>
              <a:gd name="connsiteY19533" fmla="*/ 890183 h 2767298"/>
              <a:gd name="connsiteX19534" fmla="*/ 2646157 w 4752801"/>
              <a:gd name="connsiteY19534" fmla="*/ 890183 h 2767298"/>
              <a:gd name="connsiteX19535" fmla="*/ 2647371 w 4752801"/>
              <a:gd name="connsiteY19535" fmla="*/ 890993 h 2767298"/>
              <a:gd name="connsiteX19536" fmla="*/ 2648990 w 4752801"/>
              <a:gd name="connsiteY19536" fmla="*/ 893826 h 2767298"/>
              <a:gd name="connsiteX19537" fmla="*/ 2648990 w 4752801"/>
              <a:gd name="connsiteY19537" fmla="*/ 895041 h 2767298"/>
              <a:gd name="connsiteX19538" fmla="*/ 2647371 w 4752801"/>
              <a:gd name="connsiteY19538" fmla="*/ 897874 h 2767298"/>
              <a:gd name="connsiteX19539" fmla="*/ 2646157 w 4752801"/>
              <a:gd name="connsiteY19539" fmla="*/ 898279 h 2767298"/>
              <a:gd name="connsiteX19540" fmla="*/ 2642918 w 4752801"/>
              <a:gd name="connsiteY19540" fmla="*/ 898279 h 2767298"/>
              <a:gd name="connsiteX19541" fmla="*/ 2641704 w 4752801"/>
              <a:gd name="connsiteY19541" fmla="*/ 897874 h 2767298"/>
              <a:gd name="connsiteX19542" fmla="*/ 2640085 w 4752801"/>
              <a:gd name="connsiteY19542" fmla="*/ 895041 h 2767298"/>
              <a:gd name="connsiteX19543" fmla="*/ 2640085 w 4752801"/>
              <a:gd name="connsiteY19543" fmla="*/ 893826 h 2767298"/>
              <a:gd name="connsiteX19544" fmla="*/ 2641704 w 4752801"/>
              <a:gd name="connsiteY19544" fmla="*/ 890993 h 2767298"/>
              <a:gd name="connsiteX19545" fmla="*/ 2642918 w 4752801"/>
              <a:gd name="connsiteY19545" fmla="*/ 890183 h 2767298"/>
              <a:gd name="connsiteX19546" fmla="*/ 4140320 w 4752801"/>
              <a:gd name="connsiteY19546" fmla="*/ 889778 h 2767298"/>
              <a:gd name="connsiteX19547" fmla="*/ 4143963 w 4752801"/>
              <a:gd name="connsiteY19547" fmla="*/ 889778 h 2767298"/>
              <a:gd name="connsiteX19548" fmla="*/ 4145177 w 4752801"/>
              <a:gd name="connsiteY19548" fmla="*/ 890183 h 2767298"/>
              <a:gd name="connsiteX19549" fmla="*/ 4146796 w 4752801"/>
              <a:gd name="connsiteY19549" fmla="*/ 893421 h 2767298"/>
              <a:gd name="connsiteX19550" fmla="*/ 4146796 w 4752801"/>
              <a:gd name="connsiteY19550" fmla="*/ 894636 h 2767298"/>
              <a:gd name="connsiteX19551" fmla="*/ 4145177 w 4752801"/>
              <a:gd name="connsiteY19551" fmla="*/ 897874 h 2767298"/>
              <a:gd name="connsiteX19552" fmla="*/ 4143963 w 4752801"/>
              <a:gd name="connsiteY19552" fmla="*/ 899089 h 2767298"/>
              <a:gd name="connsiteX19553" fmla="*/ 4140320 w 4752801"/>
              <a:gd name="connsiteY19553" fmla="*/ 899089 h 2767298"/>
              <a:gd name="connsiteX19554" fmla="*/ 4139105 w 4752801"/>
              <a:gd name="connsiteY19554" fmla="*/ 898279 h 2767298"/>
              <a:gd name="connsiteX19555" fmla="*/ 4137486 w 4752801"/>
              <a:gd name="connsiteY19555" fmla="*/ 895041 h 2767298"/>
              <a:gd name="connsiteX19556" fmla="*/ 4137486 w 4752801"/>
              <a:gd name="connsiteY19556" fmla="*/ 893826 h 2767298"/>
              <a:gd name="connsiteX19557" fmla="*/ 4139105 w 4752801"/>
              <a:gd name="connsiteY19557" fmla="*/ 890588 h 2767298"/>
              <a:gd name="connsiteX19558" fmla="*/ 4140320 w 4752801"/>
              <a:gd name="connsiteY19558" fmla="*/ 889778 h 2767298"/>
              <a:gd name="connsiteX19559" fmla="*/ 3006845 w 4752801"/>
              <a:gd name="connsiteY19559" fmla="*/ 889778 h 2767298"/>
              <a:gd name="connsiteX19560" fmla="*/ 3010489 w 4752801"/>
              <a:gd name="connsiteY19560" fmla="*/ 889778 h 2767298"/>
              <a:gd name="connsiteX19561" fmla="*/ 3011703 w 4752801"/>
              <a:gd name="connsiteY19561" fmla="*/ 890183 h 2767298"/>
              <a:gd name="connsiteX19562" fmla="*/ 3013727 w 4752801"/>
              <a:gd name="connsiteY19562" fmla="*/ 893421 h 2767298"/>
              <a:gd name="connsiteX19563" fmla="*/ 3013727 w 4752801"/>
              <a:gd name="connsiteY19563" fmla="*/ 894636 h 2767298"/>
              <a:gd name="connsiteX19564" fmla="*/ 3011703 w 4752801"/>
              <a:gd name="connsiteY19564" fmla="*/ 897874 h 2767298"/>
              <a:gd name="connsiteX19565" fmla="*/ 3010489 w 4752801"/>
              <a:gd name="connsiteY19565" fmla="*/ 898279 h 2767298"/>
              <a:gd name="connsiteX19566" fmla="*/ 3006845 w 4752801"/>
              <a:gd name="connsiteY19566" fmla="*/ 898279 h 2767298"/>
              <a:gd name="connsiteX19567" fmla="*/ 3005631 w 4752801"/>
              <a:gd name="connsiteY19567" fmla="*/ 897874 h 2767298"/>
              <a:gd name="connsiteX19568" fmla="*/ 3003607 w 4752801"/>
              <a:gd name="connsiteY19568" fmla="*/ 894636 h 2767298"/>
              <a:gd name="connsiteX19569" fmla="*/ 3003607 w 4752801"/>
              <a:gd name="connsiteY19569" fmla="*/ 893421 h 2767298"/>
              <a:gd name="connsiteX19570" fmla="*/ 3005631 w 4752801"/>
              <a:gd name="connsiteY19570" fmla="*/ 890183 h 2767298"/>
              <a:gd name="connsiteX19571" fmla="*/ 3006845 w 4752801"/>
              <a:gd name="connsiteY19571" fmla="*/ 889778 h 2767298"/>
              <a:gd name="connsiteX19572" fmla="*/ 4099839 w 4752801"/>
              <a:gd name="connsiteY19572" fmla="*/ 889373 h 2767298"/>
              <a:gd name="connsiteX19573" fmla="*/ 4103482 w 4752801"/>
              <a:gd name="connsiteY19573" fmla="*/ 889373 h 2767298"/>
              <a:gd name="connsiteX19574" fmla="*/ 4104696 w 4752801"/>
              <a:gd name="connsiteY19574" fmla="*/ 890183 h 2767298"/>
              <a:gd name="connsiteX19575" fmla="*/ 4106315 w 4752801"/>
              <a:gd name="connsiteY19575" fmla="*/ 893421 h 2767298"/>
              <a:gd name="connsiteX19576" fmla="*/ 4106315 w 4752801"/>
              <a:gd name="connsiteY19576" fmla="*/ 894636 h 2767298"/>
              <a:gd name="connsiteX19577" fmla="*/ 4104696 w 4752801"/>
              <a:gd name="connsiteY19577" fmla="*/ 897874 h 2767298"/>
              <a:gd name="connsiteX19578" fmla="*/ 4103482 w 4752801"/>
              <a:gd name="connsiteY19578" fmla="*/ 898684 h 2767298"/>
              <a:gd name="connsiteX19579" fmla="*/ 4099839 w 4752801"/>
              <a:gd name="connsiteY19579" fmla="*/ 898684 h 2767298"/>
              <a:gd name="connsiteX19580" fmla="*/ 4098624 w 4752801"/>
              <a:gd name="connsiteY19580" fmla="*/ 897874 h 2767298"/>
              <a:gd name="connsiteX19581" fmla="*/ 4097005 w 4752801"/>
              <a:gd name="connsiteY19581" fmla="*/ 894636 h 2767298"/>
              <a:gd name="connsiteX19582" fmla="*/ 4097005 w 4752801"/>
              <a:gd name="connsiteY19582" fmla="*/ 893421 h 2767298"/>
              <a:gd name="connsiteX19583" fmla="*/ 4098624 w 4752801"/>
              <a:gd name="connsiteY19583" fmla="*/ 890183 h 2767298"/>
              <a:gd name="connsiteX19584" fmla="*/ 4099839 w 4752801"/>
              <a:gd name="connsiteY19584" fmla="*/ 889373 h 2767298"/>
              <a:gd name="connsiteX19585" fmla="*/ 2723071 w 4752801"/>
              <a:gd name="connsiteY19585" fmla="*/ 888968 h 2767298"/>
              <a:gd name="connsiteX19586" fmla="*/ 2727928 w 4752801"/>
              <a:gd name="connsiteY19586" fmla="*/ 888968 h 2767298"/>
              <a:gd name="connsiteX19587" fmla="*/ 2729143 w 4752801"/>
              <a:gd name="connsiteY19587" fmla="*/ 889778 h 2767298"/>
              <a:gd name="connsiteX19588" fmla="*/ 2731572 w 4752801"/>
              <a:gd name="connsiteY19588" fmla="*/ 893826 h 2767298"/>
              <a:gd name="connsiteX19589" fmla="*/ 2731572 w 4752801"/>
              <a:gd name="connsiteY19589" fmla="*/ 895040 h 2767298"/>
              <a:gd name="connsiteX19590" fmla="*/ 2729143 w 4752801"/>
              <a:gd name="connsiteY19590" fmla="*/ 899088 h 2767298"/>
              <a:gd name="connsiteX19591" fmla="*/ 2727928 w 4752801"/>
              <a:gd name="connsiteY19591" fmla="*/ 899898 h 2767298"/>
              <a:gd name="connsiteX19592" fmla="*/ 2723071 w 4752801"/>
              <a:gd name="connsiteY19592" fmla="*/ 899898 h 2767298"/>
              <a:gd name="connsiteX19593" fmla="*/ 2721856 w 4752801"/>
              <a:gd name="connsiteY19593" fmla="*/ 899088 h 2767298"/>
              <a:gd name="connsiteX19594" fmla="*/ 2719428 w 4752801"/>
              <a:gd name="connsiteY19594" fmla="*/ 895040 h 2767298"/>
              <a:gd name="connsiteX19595" fmla="*/ 2719428 w 4752801"/>
              <a:gd name="connsiteY19595" fmla="*/ 893826 h 2767298"/>
              <a:gd name="connsiteX19596" fmla="*/ 2721856 w 4752801"/>
              <a:gd name="connsiteY19596" fmla="*/ 889778 h 2767298"/>
              <a:gd name="connsiteX19597" fmla="*/ 2723071 w 4752801"/>
              <a:gd name="connsiteY19597" fmla="*/ 888968 h 2767298"/>
              <a:gd name="connsiteX19598" fmla="*/ 2601627 w 4752801"/>
              <a:gd name="connsiteY19598" fmla="*/ 888564 h 2767298"/>
              <a:gd name="connsiteX19599" fmla="*/ 2606485 w 4752801"/>
              <a:gd name="connsiteY19599" fmla="*/ 888564 h 2767298"/>
              <a:gd name="connsiteX19600" fmla="*/ 2607699 w 4752801"/>
              <a:gd name="connsiteY19600" fmla="*/ 888969 h 2767298"/>
              <a:gd name="connsiteX19601" fmla="*/ 2610128 w 4752801"/>
              <a:gd name="connsiteY19601" fmla="*/ 893422 h 2767298"/>
              <a:gd name="connsiteX19602" fmla="*/ 2610128 w 4752801"/>
              <a:gd name="connsiteY19602" fmla="*/ 894636 h 2767298"/>
              <a:gd name="connsiteX19603" fmla="*/ 2607699 w 4752801"/>
              <a:gd name="connsiteY19603" fmla="*/ 899089 h 2767298"/>
              <a:gd name="connsiteX19604" fmla="*/ 2606485 w 4752801"/>
              <a:gd name="connsiteY19604" fmla="*/ 899494 h 2767298"/>
              <a:gd name="connsiteX19605" fmla="*/ 2601627 w 4752801"/>
              <a:gd name="connsiteY19605" fmla="*/ 899494 h 2767298"/>
              <a:gd name="connsiteX19606" fmla="*/ 2600412 w 4752801"/>
              <a:gd name="connsiteY19606" fmla="*/ 899089 h 2767298"/>
              <a:gd name="connsiteX19607" fmla="*/ 2597984 w 4752801"/>
              <a:gd name="connsiteY19607" fmla="*/ 894636 h 2767298"/>
              <a:gd name="connsiteX19608" fmla="*/ 2597984 w 4752801"/>
              <a:gd name="connsiteY19608" fmla="*/ 893422 h 2767298"/>
              <a:gd name="connsiteX19609" fmla="*/ 2600412 w 4752801"/>
              <a:gd name="connsiteY19609" fmla="*/ 888969 h 2767298"/>
              <a:gd name="connsiteX19610" fmla="*/ 2601627 w 4752801"/>
              <a:gd name="connsiteY19610" fmla="*/ 888564 h 2767298"/>
              <a:gd name="connsiteX19611" fmla="*/ 2560337 w 4752801"/>
              <a:gd name="connsiteY19611" fmla="*/ 887754 h 2767298"/>
              <a:gd name="connsiteX19612" fmla="*/ 2566409 w 4752801"/>
              <a:gd name="connsiteY19612" fmla="*/ 887754 h 2767298"/>
              <a:gd name="connsiteX19613" fmla="*/ 2567623 w 4752801"/>
              <a:gd name="connsiteY19613" fmla="*/ 888564 h 2767298"/>
              <a:gd name="connsiteX19614" fmla="*/ 2570862 w 4752801"/>
              <a:gd name="connsiteY19614" fmla="*/ 893826 h 2767298"/>
              <a:gd name="connsiteX19615" fmla="*/ 2570862 w 4752801"/>
              <a:gd name="connsiteY19615" fmla="*/ 895041 h 2767298"/>
              <a:gd name="connsiteX19616" fmla="*/ 2567623 w 4752801"/>
              <a:gd name="connsiteY19616" fmla="*/ 900303 h 2767298"/>
              <a:gd name="connsiteX19617" fmla="*/ 2566409 w 4752801"/>
              <a:gd name="connsiteY19617" fmla="*/ 901113 h 2767298"/>
              <a:gd name="connsiteX19618" fmla="*/ 2560337 w 4752801"/>
              <a:gd name="connsiteY19618" fmla="*/ 901113 h 2767298"/>
              <a:gd name="connsiteX19619" fmla="*/ 2559122 w 4752801"/>
              <a:gd name="connsiteY19619" fmla="*/ 900303 h 2767298"/>
              <a:gd name="connsiteX19620" fmla="*/ 2555884 w 4752801"/>
              <a:gd name="connsiteY19620" fmla="*/ 895041 h 2767298"/>
              <a:gd name="connsiteX19621" fmla="*/ 2555884 w 4752801"/>
              <a:gd name="connsiteY19621" fmla="*/ 893826 h 2767298"/>
              <a:gd name="connsiteX19622" fmla="*/ 2559122 w 4752801"/>
              <a:gd name="connsiteY19622" fmla="*/ 888564 h 2767298"/>
              <a:gd name="connsiteX19623" fmla="*/ 2560337 w 4752801"/>
              <a:gd name="connsiteY19623" fmla="*/ 887754 h 2767298"/>
              <a:gd name="connsiteX19624" fmla="*/ 4018066 w 4752801"/>
              <a:gd name="connsiteY19624" fmla="*/ 887349 h 2767298"/>
              <a:gd name="connsiteX19625" fmla="*/ 4023733 w 4752801"/>
              <a:gd name="connsiteY19625" fmla="*/ 887349 h 2767298"/>
              <a:gd name="connsiteX19626" fmla="*/ 4024948 w 4752801"/>
              <a:gd name="connsiteY19626" fmla="*/ 888159 h 2767298"/>
              <a:gd name="connsiteX19627" fmla="*/ 4027781 w 4752801"/>
              <a:gd name="connsiteY19627" fmla="*/ 893421 h 2767298"/>
              <a:gd name="connsiteX19628" fmla="*/ 4027781 w 4752801"/>
              <a:gd name="connsiteY19628" fmla="*/ 894636 h 2767298"/>
              <a:gd name="connsiteX19629" fmla="*/ 4024948 w 4752801"/>
              <a:gd name="connsiteY19629" fmla="*/ 899898 h 2767298"/>
              <a:gd name="connsiteX19630" fmla="*/ 4023733 w 4752801"/>
              <a:gd name="connsiteY19630" fmla="*/ 900708 h 2767298"/>
              <a:gd name="connsiteX19631" fmla="*/ 4018066 w 4752801"/>
              <a:gd name="connsiteY19631" fmla="*/ 900708 h 2767298"/>
              <a:gd name="connsiteX19632" fmla="*/ 4016852 w 4752801"/>
              <a:gd name="connsiteY19632" fmla="*/ 899898 h 2767298"/>
              <a:gd name="connsiteX19633" fmla="*/ 4014018 w 4752801"/>
              <a:gd name="connsiteY19633" fmla="*/ 894636 h 2767298"/>
              <a:gd name="connsiteX19634" fmla="*/ 4014018 w 4752801"/>
              <a:gd name="connsiteY19634" fmla="*/ 893421 h 2767298"/>
              <a:gd name="connsiteX19635" fmla="*/ 4016852 w 4752801"/>
              <a:gd name="connsiteY19635" fmla="*/ 888159 h 2767298"/>
              <a:gd name="connsiteX19636" fmla="*/ 4018066 w 4752801"/>
              <a:gd name="connsiteY19636" fmla="*/ 887349 h 2767298"/>
              <a:gd name="connsiteX19637" fmla="*/ 3814446 w 4752801"/>
              <a:gd name="connsiteY19637" fmla="*/ 886539 h 2767298"/>
              <a:gd name="connsiteX19638" fmla="*/ 3822137 w 4752801"/>
              <a:gd name="connsiteY19638" fmla="*/ 886539 h 2767298"/>
              <a:gd name="connsiteX19639" fmla="*/ 3823351 w 4752801"/>
              <a:gd name="connsiteY19639" fmla="*/ 887349 h 2767298"/>
              <a:gd name="connsiteX19640" fmla="*/ 3826995 w 4752801"/>
              <a:gd name="connsiteY19640" fmla="*/ 893826 h 2767298"/>
              <a:gd name="connsiteX19641" fmla="*/ 3826995 w 4752801"/>
              <a:gd name="connsiteY19641" fmla="*/ 895040 h 2767298"/>
              <a:gd name="connsiteX19642" fmla="*/ 3823351 w 4752801"/>
              <a:gd name="connsiteY19642" fmla="*/ 901517 h 2767298"/>
              <a:gd name="connsiteX19643" fmla="*/ 3822137 w 4752801"/>
              <a:gd name="connsiteY19643" fmla="*/ 902327 h 2767298"/>
              <a:gd name="connsiteX19644" fmla="*/ 3814446 w 4752801"/>
              <a:gd name="connsiteY19644" fmla="*/ 902327 h 2767298"/>
              <a:gd name="connsiteX19645" fmla="*/ 3813231 w 4752801"/>
              <a:gd name="connsiteY19645" fmla="*/ 901517 h 2767298"/>
              <a:gd name="connsiteX19646" fmla="*/ 3809588 w 4752801"/>
              <a:gd name="connsiteY19646" fmla="*/ 895040 h 2767298"/>
              <a:gd name="connsiteX19647" fmla="*/ 3809588 w 4752801"/>
              <a:gd name="connsiteY19647" fmla="*/ 893826 h 2767298"/>
              <a:gd name="connsiteX19648" fmla="*/ 3813231 w 4752801"/>
              <a:gd name="connsiteY19648" fmla="*/ 887349 h 2767298"/>
              <a:gd name="connsiteX19649" fmla="*/ 3814446 w 4752801"/>
              <a:gd name="connsiteY19649" fmla="*/ 886539 h 2767298"/>
              <a:gd name="connsiteX19650" fmla="*/ 2519450 w 4752801"/>
              <a:gd name="connsiteY19650" fmla="*/ 886539 h 2767298"/>
              <a:gd name="connsiteX19651" fmla="*/ 2526737 w 4752801"/>
              <a:gd name="connsiteY19651" fmla="*/ 886539 h 2767298"/>
              <a:gd name="connsiteX19652" fmla="*/ 2527952 w 4752801"/>
              <a:gd name="connsiteY19652" fmla="*/ 886944 h 2767298"/>
              <a:gd name="connsiteX19653" fmla="*/ 2531595 w 4752801"/>
              <a:gd name="connsiteY19653" fmla="*/ 893421 h 2767298"/>
              <a:gd name="connsiteX19654" fmla="*/ 2531595 w 4752801"/>
              <a:gd name="connsiteY19654" fmla="*/ 894635 h 2767298"/>
              <a:gd name="connsiteX19655" fmla="*/ 2527952 w 4752801"/>
              <a:gd name="connsiteY19655" fmla="*/ 901112 h 2767298"/>
              <a:gd name="connsiteX19656" fmla="*/ 2526737 w 4752801"/>
              <a:gd name="connsiteY19656" fmla="*/ 901517 h 2767298"/>
              <a:gd name="connsiteX19657" fmla="*/ 2519450 w 4752801"/>
              <a:gd name="connsiteY19657" fmla="*/ 901517 h 2767298"/>
              <a:gd name="connsiteX19658" fmla="*/ 2518236 w 4752801"/>
              <a:gd name="connsiteY19658" fmla="*/ 901112 h 2767298"/>
              <a:gd name="connsiteX19659" fmla="*/ 2514593 w 4752801"/>
              <a:gd name="connsiteY19659" fmla="*/ 894635 h 2767298"/>
              <a:gd name="connsiteX19660" fmla="*/ 2514593 w 4752801"/>
              <a:gd name="connsiteY19660" fmla="*/ 893421 h 2767298"/>
              <a:gd name="connsiteX19661" fmla="*/ 2518236 w 4752801"/>
              <a:gd name="connsiteY19661" fmla="*/ 886944 h 2767298"/>
              <a:gd name="connsiteX19662" fmla="*/ 2519450 w 4752801"/>
              <a:gd name="connsiteY19662" fmla="*/ 886539 h 2767298"/>
              <a:gd name="connsiteX19663" fmla="*/ 3044897 w 4752801"/>
              <a:gd name="connsiteY19663" fmla="*/ 886135 h 2767298"/>
              <a:gd name="connsiteX19664" fmla="*/ 3052994 w 4752801"/>
              <a:gd name="connsiteY19664" fmla="*/ 886135 h 2767298"/>
              <a:gd name="connsiteX19665" fmla="*/ 3054208 w 4752801"/>
              <a:gd name="connsiteY19665" fmla="*/ 886540 h 2767298"/>
              <a:gd name="connsiteX19666" fmla="*/ 3058256 w 4752801"/>
              <a:gd name="connsiteY19666" fmla="*/ 893422 h 2767298"/>
              <a:gd name="connsiteX19667" fmla="*/ 3058256 w 4752801"/>
              <a:gd name="connsiteY19667" fmla="*/ 894636 h 2767298"/>
              <a:gd name="connsiteX19668" fmla="*/ 3054208 w 4752801"/>
              <a:gd name="connsiteY19668" fmla="*/ 901518 h 2767298"/>
              <a:gd name="connsiteX19669" fmla="*/ 3052994 w 4752801"/>
              <a:gd name="connsiteY19669" fmla="*/ 901923 h 2767298"/>
              <a:gd name="connsiteX19670" fmla="*/ 3044897 w 4752801"/>
              <a:gd name="connsiteY19670" fmla="*/ 901923 h 2767298"/>
              <a:gd name="connsiteX19671" fmla="*/ 3043683 w 4752801"/>
              <a:gd name="connsiteY19671" fmla="*/ 901518 h 2767298"/>
              <a:gd name="connsiteX19672" fmla="*/ 3039635 w 4752801"/>
              <a:gd name="connsiteY19672" fmla="*/ 894636 h 2767298"/>
              <a:gd name="connsiteX19673" fmla="*/ 3039635 w 4752801"/>
              <a:gd name="connsiteY19673" fmla="*/ 893422 h 2767298"/>
              <a:gd name="connsiteX19674" fmla="*/ 3043683 w 4752801"/>
              <a:gd name="connsiteY19674" fmla="*/ 886540 h 2767298"/>
              <a:gd name="connsiteX19675" fmla="*/ 3044897 w 4752801"/>
              <a:gd name="connsiteY19675" fmla="*/ 886135 h 2767298"/>
              <a:gd name="connsiteX19676" fmla="*/ 3854927 w 4752801"/>
              <a:gd name="connsiteY19676" fmla="*/ 885730 h 2767298"/>
              <a:gd name="connsiteX19677" fmla="*/ 3863024 w 4752801"/>
              <a:gd name="connsiteY19677" fmla="*/ 885730 h 2767298"/>
              <a:gd name="connsiteX19678" fmla="*/ 3864238 w 4752801"/>
              <a:gd name="connsiteY19678" fmla="*/ 886135 h 2767298"/>
              <a:gd name="connsiteX19679" fmla="*/ 3868286 w 4752801"/>
              <a:gd name="connsiteY19679" fmla="*/ 893421 h 2767298"/>
              <a:gd name="connsiteX19680" fmla="*/ 3868286 w 4752801"/>
              <a:gd name="connsiteY19680" fmla="*/ 894636 h 2767298"/>
              <a:gd name="connsiteX19681" fmla="*/ 3864238 w 4752801"/>
              <a:gd name="connsiteY19681" fmla="*/ 901923 h 2767298"/>
              <a:gd name="connsiteX19682" fmla="*/ 3863024 w 4752801"/>
              <a:gd name="connsiteY19682" fmla="*/ 902327 h 2767298"/>
              <a:gd name="connsiteX19683" fmla="*/ 3854927 w 4752801"/>
              <a:gd name="connsiteY19683" fmla="*/ 902327 h 2767298"/>
              <a:gd name="connsiteX19684" fmla="*/ 3853713 w 4752801"/>
              <a:gd name="connsiteY19684" fmla="*/ 901923 h 2767298"/>
              <a:gd name="connsiteX19685" fmla="*/ 3849665 w 4752801"/>
              <a:gd name="connsiteY19685" fmla="*/ 894636 h 2767298"/>
              <a:gd name="connsiteX19686" fmla="*/ 3849665 w 4752801"/>
              <a:gd name="connsiteY19686" fmla="*/ 893421 h 2767298"/>
              <a:gd name="connsiteX19687" fmla="*/ 3853713 w 4752801"/>
              <a:gd name="connsiteY19687" fmla="*/ 886135 h 2767298"/>
              <a:gd name="connsiteX19688" fmla="*/ 3854927 w 4752801"/>
              <a:gd name="connsiteY19688" fmla="*/ 885730 h 2767298"/>
              <a:gd name="connsiteX19689" fmla="*/ 3085783 w 4752801"/>
              <a:gd name="connsiteY19689" fmla="*/ 885730 h 2767298"/>
              <a:gd name="connsiteX19690" fmla="*/ 3093475 w 4752801"/>
              <a:gd name="connsiteY19690" fmla="*/ 885730 h 2767298"/>
              <a:gd name="connsiteX19691" fmla="*/ 3094689 w 4752801"/>
              <a:gd name="connsiteY19691" fmla="*/ 886540 h 2767298"/>
              <a:gd name="connsiteX19692" fmla="*/ 3098737 w 4752801"/>
              <a:gd name="connsiteY19692" fmla="*/ 893421 h 2767298"/>
              <a:gd name="connsiteX19693" fmla="*/ 3098737 w 4752801"/>
              <a:gd name="connsiteY19693" fmla="*/ 894636 h 2767298"/>
              <a:gd name="connsiteX19694" fmla="*/ 3094689 w 4752801"/>
              <a:gd name="connsiteY19694" fmla="*/ 901518 h 2767298"/>
              <a:gd name="connsiteX19695" fmla="*/ 3093475 w 4752801"/>
              <a:gd name="connsiteY19695" fmla="*/ 902327 h 2767298"/>
              <a:gd name="connsiteX19696" fmla="*/ 3085783 w 4752801"/>
              <a:gd name="connsiteY19696" fmla="*/ 902327 h 2767298"/>
              <a:gd name="connsiteX19697" fmla="*/ 3084569 w 4752801"/>
              <a:gd name="connsiteY19697" fmla="*/ 901518 h 2767298"/>
              <a:gd name="connsiteX19698" fmla="*/ 3080521 w 4752801"/>
              <a:gd name="connsiteY19698" fmla="*/ 894636 h 2767298"/>
              <a:gd name="connsiteX19699" fmla="*/ 3080521 w 4752801"/>
              <a:gd name="connsiteY19699" fmla="*/ 893421 h 2767298"/>
              <a:gd name="connsiteX19700" fmla="*/ 3084569 w 4752801"/>
              <a:gd name="connsiteY19700" fmla="*/ 886540 h 2767298"/>
              <a:gd name="connsiteX19701" fmla="*/ 3085783 w 4752801"/>
              <a:gd name="connsiteY19701" fmla="*/ 885730 h 2767298"/>
              <a:gd name="connsiteX19702" fmla="*/ 3570344 w 4752801"/>
              <a:gd name="connsiteY19702" fmla="*/ 885325 h 2767298"/>
              <a:gd name="connsiteX19703" fmla="*/ 3580059 w 4752801"/>
              <a:gd name="connsiteY19703" fmla="*/ 885325 h 2767298"/>
              <a:gd name="connsiteX19704" fmla="*/ 3581274 w 4752801"/>
              <a:gd name="connsiteY19704" fmla="*/ 885730 h 2767298"/>
              <a:gd name="connsiteX19705" fmla="*/ 3586132 w 4752801"/>
              <a:gd name="connsiteY19705" fmla="*/ 893826 h 2767298"/>
              <a:gd name="connsiteX19706" fmla="*/ 3586132 w 4752801"/>
              <a:gd name="connsiteY19706" fmla="*/ 895040 h 2767298"/>
              <a:gd name="connsiteX19707" fmla="*/ 3581274 w 4752801"/>
              <a:gd name="connsiteY19707" fmla="*/ 903137 h 2767298"/>
              <a:gd name="connsiteX19708" fmla="*/ 3580059 w 4752801"/>
              <a:gd name="connsiteY19708" fmla="*/ 903542 h 2767298"/>
              <a:gd name="connsiteX19709" fmla="*/ 3570344 w 4752801"/>
              <a:gd name="connsiteY19709" fmla="*/ 903542 h 2767298"/>
              <a:gd name="connsiteX19710" fmla="*/ 3569130 w 4752801"/>
              <a:gd name="connsiteY19710" fmla="*/ 903137 h 2767298"/>
              <a:gd name="connsiteX19711" fmla="*/ 3564272 w 4752801"/>
              <a:gd name="connsiteY19711" fmla="*/ 895040 h 2767298"/>
              <a:gd name="connsiteX19712" fmla="*/ 3564272 w 4752801"/>
              <a:gd name="connsiteY19712" fmla="*/ 893826 h 2767298"/>
              <a:gd name="connsiteX19713" fmla="*/ 3569130 w 4752801"/>
              <a:gd name="connsiteY19713" fmla="*/ 885730 h 2767298"/>
              <a:gd name="connsiteX19714" fmla="*/ 3570344 w 4752801"/>
              <a:gd name="connsiteY19714" fmla="*/ 885325 h 2767298"/>
              <a:gd name="connsiteX19715" fmla="*/ 3166341 w 4752801"/>
              <a:gd name="connsiteY19715" fmla="*/ 885325 h 2767298"/>
              <a:gd name="connsiteX19716" fmla="*/ 3175247 w 4752801"/>
              <a:gd name="connsiteY19716" fmla="*/ 885325 h 2767298"/>
              <a:gd name="connsiteX19717" fmla="*/ 3176461 w 4752801"/>
              <a:gd name="connsiteY19717" fmla="*/ 886135 h 2767298"/>
              <a:gd name="connsiteX19718" fmla="*/ 3180914 w 4752801"/>
              <a:gd name="connsiteY19718" fmla="*/ 893826 h 2767298"/>
              <a:gd name="connsiteX19719" fmla="*/ 3180914 w 4752801"/>
              <a:gd name="connsiteY19719" fmla="*/ 895040 h 2767298"/>
              <a:gd name="connsiteX19720" fmla="*/ 3176461 w 4752801"/>
              <a:gd name="connsiteY19720" fmla="*/ 902732 h 2767298"/>
              <a:gd name="connsiteX19721" fmla="*/ 3175247 w 4752801"/>
              <a:gd name="connsiteY19721" fmla="*/ 903542 h 2767298"/>
              <a:gd name="connsiteX19722" fmla="*/ 3166341 w 4752801"/>
              <a:gd name="connsiteY19722" fmla="*/ 903542 h 2767298"/>
              <a:gd name="connsiteX19723" fmla="*/ 3165126 w 4752801"/>
              <a:gd name="connsiteY19723" fmla="*/ 902732 h 2767298"/>
              <a:gd name="connsiteX19724" fmla="*/ 3160674 w 4752801"/>
              <a:gd name="connsiteY19724" fmla="*/ 895040 h 2767298"/>
              <a:gd name="connsiteX19725" fmla="*/ 3160674 w 4752801"/>
              <a:gd name="connsiteY19725" fmla="*/ 893826 h 2767298"/>
              <a:gd name="connsiteX19726" fmla="*/ 3165126 w 4752801"/>
              <a:gd name="connsiteY19726" fmla="*/ 886135 h 2767298"/>
              <a:gd name="connsiteX19727" fmla="*/ 3166341 w 4752801"/>
              <a:gd name="connsiteY19727" fmla="*/ 885325 h 2767298"/>
              <a:gd name="connsiteX19728" fmla="*/ 3125859 w 4752801"/>
              <a:gd name="connsiteY19728" fmla="*/ 885325 h 2767298"/>
              <a:gd name="connsiteX19729" fmla="*/ 3134360 w 4752801"/>
              <a:gd name="connsiteY19729" fmla="*/ 885325 h 2767298"/>
              <a:gd name="connsiteX19730" fmla="*/ 3135574 w 4752801"/>
              <a:gd name="connsiteY19730" fmla="*/ 886135 h 2767298"/>
              <a:gd name="connsiteX19731" fmla="*/ 3139623 w 4752801"/>
              <a:gd name="connsiteY19731" fmla="*/ 893421 h 2767298"/>
              <a:gd name="connsiteX19732" fmla="*/ 3139623 w 4752801"/>
              <a:gd name="connsiteY19732" fmla="*/ 894636 h 2767298"/>
              <a:gd name="connsiteX19733" fmla="*/ 3135574 w 4752801"/>
              <a:gd name="connsiteY19733" fmla="*/ 901922 h 2767298"/>
              <a:gd name="connsiteX19734" fmla="*/ 3134360 w 4752801"/>
              <a:gd name="connsiteY19734" fmla="*/ 902732 h 2767298"/>
              <a:gd name="connsiteX19735" fmla="*/ 3125859 w 4752801"/>
              <a:gd name="connsiteY19735" fmla="*/ 902732 h 2767298"/>
              <a:gd name="connsiteX19736" fmla="*/ 3124645 w 4752801"/>
              <a:gd name="connsiteY19736" fmla="*/ 901922 h 2767298"/>
              <a:gd name="connsiteX19737" fmla="*/ 3120597 w 4752801"/>
              <a:gd name="connsiteY19737" fmla="*/ 894636 h 2767298"/>
              <a:gd name="connsiteX19738" fmla="*/ 3120597 w 4752801"/>
              <a:gd name="connsiteY19738" fmla="*/ 893421 h 2767298"/>
              <a:gd name="connsiteX19739" fmla="*/ 3124645 w 4752801"/>
              <a:gd name="connsiteY19739" fmla="*/ 886135 h 2767298"/>
              <a:gd name="connsiteX19740" fmla="*/ 3125859 w 4752801"/>
              <a:gd name="connsiteY19740" fmla="*/ 885325 h 2767298"/>
              <a:gd name="connsiteX19741" fmla="*/ 2477755 w 4752801"/>
              <a:gd name="connsiteY19741" fmla="*/ 885325 h 2767298"/>
              <a:gd name="connsiteX19742" fmla="*/ 2486661 w 4752801"/>
              <a:gd name="connsiteY19742" fmla="*/ 885325 h 2767298"/>
              <a:gd name="connsiteX19743" fmla="*/ 2487875 w 4752801"/>
              <a:gd name="connsiteY19743" fmla="*/ 885730 h 2767298"/>
              <a:gd name="connsiteX19744" fmla="*/ 2492328 w 4752801"/>
              <a:gd name="connsiteY19744" fmla="*/ 893421 h 2767298"/>
              <a:gd name="connsiteX19745" fmla="*/ 2492328 w 4752801"/>
              <a:gd name="connsiteY19745" fmla="*/ 894636 h 2767298"/>
              <a:gd name="connsiteX19746" fmla="*/ 2487875 w 4752801"/>
              <a:gd name="connsiteY19746" fmla="*/ 902327 h 2767298"/>
              <a:gd name="connsiteX19747" fmla="*/ 2486661 w 4752801"/>
              <a:gd name="connsiteY19747" fmla="*/ 902732 h 2767298"/>
              <a:gd name="connsiteX19748" fmla="*/ 2477755 w 4752801"/>
              <a:gd name="connsiteY19748" fmla="*/ 902732 h 2767298"/>
              <a:gd name="connsiteX19749" fmla="*/ 2476541 w 4752801"/>
              <a:gd name="connsiteY19749" fmla="*/ 902327 h 2767298"/>
              <a:gd name="connsiteX19750" fmla="*/ 2472088 w 4752801"/>
              <a:gd name="connsiteY19750" fmla="*/ 894636 h 2767298"/>
              <a:gd name="connsiteX19751" fmla="*/ 2472088 w 4752801"/>
              <a:gd name="connsiteY19751" fmla="*/ 893421 h 2767298"/>
              <a:gd name="connsiteX19752" fmla="*/ 2476541 w 4752801"/>
              <a:gd name="connsiteY19752" fmla="*/ 885730 h 2767298"/>
              <a:gd name="connsiteX19753" fmla="*/ 2477755 w 4752801"/>
              <a:gd name="connsiteY19753" fmla="*/ 885325 h 2767298"/>
              <a:gd name="connsiteX19754" fmla="*/ 3773155 w 4752801"/>
              <a:gd name="connsiteY19754" fmla="*/ 884920 h 2767298"/>
              <a:gd name="connsiteX19755" fmla="*/ 3782466 w 4752801"/>
              <a:gd name="connsiteY19755" fmla="*/ 884920 h 2767298"/>
              <a:gd name="connsiteX19756" fmla="*/ 3783680 w 4752801"/>
              <a:gd name="connsiteY19756" fmla="*/ 885730 h 2767298"/>
              <a:gd name="connsiteX19757" fmla="*/ 3788538 w 4752801"/>
              <a:gd name="connsiteY19757" fmla="*/ 893826 h 2767298"/>
              <a:gd name="connsiteX19758" fmla="*/ 3788538 w 4752801"/>
              <a:gd name="connsiteY19758" fmla="*/ 895040 h 2767298"/>
              <a:gd name="connsiteX19759" fmla="*/ 3783680 w 4752801"/>
              <a:gd name="connsiteY19759" fmla="*/ 903137 h 2767298"/>
              <a:gd name="connsiteX19760" fmla="*/ 3782466 w 4752801"/>
              <a:gd name="connsiteY19760" fmla="*/ 903946 h 2767298"/>
              <a:gd name="connsiteX19761" fmla="*/ 3773155 w 4752801"/>
              <a:gd name="connsiteY19761" fmla="*/ 903946 h 2767298"/>
              <a:gd name="connsiteX19762" fmla="*/ 3771941 w 4752801"/>
              <a:gd name="connsiteY19762" fmla="*/ 903137 h 2767298"/>
              <a:gd name="connsiteX19763" fmla="*/ 3767083 w 4752801"/>
              <a:gd name="connsiteY19763" fmla="*/ 895040 h 2767298"/>
              <a:gd name="connsiteX19764" fmla="*/ 3767083 w 4752801"/>
              <a:gd name="connsiteY19764" fmla="*/ 893826 h 2767298"/>
              <a:gd name="connsiteX19765" fmla="*/ 3771941 w 4752801"/>
              <a:gd name="connsiteY19765" fmla="*/ 885730 h 2767298"/>
              <a:gd name="connsiteX19766" fmla="*/ 3773155 w 4752801"/>
              <a:gd name="connsiteY19766" fmla="*/ 884920 h 2767298"/>
              <a:gd name="connsiteX19767" fmla="*/ 3530267 w 4752801"/>
              <a:gd name="connsiteY19767" fmla="*/ 884920 h 2767298"/>
              <a:gd name="connsiteX19768" fmla="*/ 3539578 w 4752801"/>
              <a:gd name="connsiteY19768" fmla="*/ 884920 h 2767298"/>
              <a:gd name="connsiteX19769" fmla="*/ 3540792 w 4752801"/>
              <a:gd name="connsiteY19769" fmla="*/ 885730 h 2767298"/>
              <a:gd name="connsiteX19770" fmla="*/ 3545650 w 4752801"/>
              <a:gd name="connsiteY19770" fmla="*/ 893826 h 2767298"/>
              <a:gd name="connsiteX19771" fmla="*/ 3545650 w 4752801"/>
              <a:gd name="connsiteY19771" fmla="*/ 895040 h 2767298"/>
              <a:gd name="connsiteX19772" fmla="*/ 3540792 w 4752801"/>
              <a:gd name="connsiteY19772" fmla="*/ 903137 h 2767298"/>
              <a:gd name="connsiteX19773" fmla="*/ 3539578 w 4752801"/>
              <a:gd name="connsiteY19773" fmla="*/ 903946 h 2767298"/>
              <a:gd name="connsiteX19774" fmla="*/ 3530267 w 4752801"/>
              <a:gd name="connsiteY19774" fmla="*/ 903946 h 2767298"/>
              <a:gd name="connsiteX19775" fmla="*/ 3529053 w 4752801"/>
              <a:gd name="connsiteY19775" fmla="*/ 903137 h 2767298"/>
              <a:gd name="connsiteX19776" fmla="*/ 3524195 w 4752801"/>
              <a:gd name="connsiteY19776" fmla="*/ 895040 h 2767298"/>
              <a:gd name="connsiteX19777" fmla="*/ 3524195 w 4752801"/>
              <a:gd name="connsiteY19777" fmla="*/ 893826 h 2767298"/>
              <a:gd name="connsiteX19778" fmla="*/ 3529053 w 4752801"/>
              <a:gd name="connsiteY19778" fmla="*/ 885730 h 2767298"/>
              <a:gd name="connsiteX19779" fmla="*/ 3530267 w 4752801"/>
              <a:gd name="connsiteY19779" fmla="*/ 884920 h 2767298"/>
              <a:gd name="connsiteX19780" fmla="*/ 3489786 w 4752801"/>
              <a:gd name="connsiteY19780" fmla="*/ 884920 h 2767298"/>
              <a:gd name="connsiteX19781" fmla="*/ 3499501 w 4752801"/>
              <a:gd name="connsiteY19781" fmla="*/ 884920 h 2767298"/>
              <a:gd name="connsiteX19782" fmla="*/ 3500716 w 4752801"/>
              <a:gd name="connsiteY19782" fmla="*/ 885325 h 2767298"/>
              <a:gd name="connsiteX19783" fmla="*/ 3505574 w 4752801"/>
              <a:gd name="connsiteY19783" fmla="*/ 893826 h 2767298"/>
              <a:gd name="connsiteX19784" fmla="*/ 3505574 w 4752801"/>
              <a:gd name="connsiteY19784" fmla="*/ 895040 h 2767298"/>
              <a:gd name="connsiteX19785" fmla="*/ 3500716 w 4752801"/>
              <a:gd name="connsiteY19785" fmla="*/ 903541 h 2767298"/>
              <a:gd name="connsiteX19786" fmla="*/ 3499501 w 4752801"/>
              <a:gd name="connsiteY19786" fmla="*/ 903946 h 2767298"/>
              <a:gd name="connsiteX19787" fmla="*/ 3489786 w 4752801"/>
              <a:gd name="connsiteY19787" fmla="*/ 903946 h 2767298"/>
              <a:gd name="connsiteX19788" fmla="*/ 3488572 w 4752801"/>
              <a:gd name="connsiteY19788" fmla="*/ 903541 h 2767298"/>
              <a:gd name="connsiteX19789" fmla="*/ 3483714 w 4752801"/>
              <a:gd name="connsiteY19789" fmla="*/ 895040 h 2767298"/>
              <a:gd name="connsiteX19790" fmla="*/ 3483714 w 4752801"/>
              <a:gd name="connsiteY19790" fmla="*/ 893826 h 2767298"/>
              <a:gd name="connsiteX19791" fmla="*/ 3488572 w 4752801"/>
              <a:gd name="connsiteY19791" fmla="*/ 885325 h 2767298"/>
              <a:gd name="connsiteX19792" fmla="*/ 3489786 w 4752801"/>
              <a:gd name="connsiteY19792" fmla="*/ 884920 h 2767298"/>
              <a:gd name="connsiteX19793" fmla="*/ 2355906 w 4752801"/>
              <a:gd name="connsiteY19793" fmla="*/ 884920 h 2767298"/>
              <a:gd name="connsiteX19794" fmla="*/ 2365621 w 4752801"/>
              <a:gd name="connsiteY19794" fmla="*/ 884920 h 2767298"/>
              <a:gd name="connsiteX19795" fmla="*/ 2366836 w 4752801"/>
              <a:gd name="connsiteY19795" fmla="*/ 885730 h 2767298"/>
              <a:gd name="connsiteX19796" fmla="*/ 2371693 w 4752801"/>
              <a:gd name="connsiteY19796" fmla="*/ 893826 h 2767298"/>
              <a:gd name="connsiteX19797" fmla="*/ 2371693 w 4752801"/>
              <a:gd name="connsiteY19797" fmla="*/ 895040 h 2767298"/>
              <a:gd name="connsiteX19798" fmla="*/ 2366836 w 4752801"/>
              <a:gd name="connsiteY19798" fmla="*/ 903137 h 2767298"/>
              <a:gd name="connsiteX19799" fmla="*/ 2365621 w 4752801"/>
              <a:gd name="connsiteY19799" fmla="*/ 903946 h 2767298"/>
              <a:gd name="connsiteX19800" fmla="*/ 2355906 w 4752801"/>
              <a:gd name="connsiteY19800" fmla="*/ 903946 h 2767298"/>
              <a:gd name="connsiteX19801" fmla="*/ 2354691 w 4752801"/>
              <a:gd name="connsiteY19801" fmla="*/ 903137 h 2767298"/>
              <a:gd name="connsiteX19802" fmla="*/ 2349834 w 4752801"/>
              <a:gd name="connsiteY19802" fmla="*/ 895040 h 2767298"/>
              <a:gd name="connsiteX19803" fmla="*/ 2349834 w 4752801"/>
              <a:gd name="connsiteY19803" fmla="*/ 893826 h 2767298"/>
              <a:gd name="connsiteX19804" fmla="*/ 2354691 w 4752801"/>
              <a:gd name="connsiteY19804" fmla="*/ 885730 h 2767298"/>
              <a:gd name="connsiteX19805" fmla="*/ 2355906 w 4752801"/>
              <a:gd name="connsiteY19805" fmla="*/ 884920 h 2767298"/>
              <a:gd name="connsiteX19806" fmla="*/ 3975561 w 4752801"/>
              <a:gd name="connsiteY19806" fmla="*/ 884515 h 2767298"/>
              <a:gd name="connsiteX19807" fmla="*/ 3985276 w 4752801"/>
              <a:gd name="connsiteY19807" fmla="*/ 884515 h 2767298"/>
              <a:gd name="connsiteX19808" fmla="*/ 3986491 w 4752801"/>
              <a:gd name="connsiteY19808" fmla="*/ 884920 h 2767298"/>
              <a:gd name="connsiteX19809" fmla="*/ 3991349 w 4752801"/>
              <a:gd name="connsiteY19809" fmla="*/ 893421 h 2767298"/>
              <a:gd name="connsiteX19810" fmla="*/ 3991349 w 4752801"/>
              <a:gd name="connsiteY19810" fmla="*/ 894635 h 2767298"/>
              <a:gd name="connsiteX19811" fmla="*/ 3986491 w 4752801"/>
              <a:gd name="connsiteY19811" fmla="*/ 903136 h 2767298"/>
              <a:gd name="connsiteX19812" fmla="*/ 3985276 w 4752801"/>
              <a:gd name="connsiteY19812" fmla="*/ 903541 h 2767298"/>
              <a:gd name="connsiteX19813" fmla="*/ 3975561 w 4752801"/>
              <a:gd name="connsiteY19813" fmla="*/ 903541 h 2767298"/>
              <a:gd name="connsiteX19814" fmla="*/ 3974347 w 4752801"/>
              <a:gd name="connsiteY19814" fmla="*/ 903136 h 2767298"/>
              <a:gd name="connsiteX19815" fmla="*/ 3969489 w 4752801"/>
              <a:gd name="connsiteY19815" fmla="*/ 894635 h 2767298"/>
              <a:gd name="connsiteX19816" fmla="*/ 3969489 w 4752801"/>
              <a:gd name="connsiteY19816" fmla="*/ 893421 h 2767298"/>
              <a:gd name="connsiteX19817" fmla="*/ 3974347 w 4752801"/>
              <a:gd name="connsiteY19817" fmla="*/ 884920 h 2767298"/>
              <a:gd name="connsiteX19818" fmla="*/ 3975561 w 4752801"/>
              <a:gd name="connsiteY19818" fmla="*/ 884515 h 2767298"/>
              <a:gd name="connsiteX19819" fmla="*/ 3934674 w 4752801"/>
              <a:gd name="connsiteY19819" fmla="*/ 884515 h 2767298"/>
              <a:gd name="connsiteX19820" fmla="*/ 3944795 w 4752801"/>
              <a:gd name="connsiteY19820" fmla="*/ 884515 h 2767298"/>
              <a:gd name="connsiteX19821" fmla="*/ 3946009 w 4752801"/>
              <a:gd name="connsiteY19821" fmla="*/ 884920 h 2767298"/>
              <a:gd name="connsiteX19822" fmla="*/ 3951272 w 4752801"/>
              <a:gd name="connsiteY19822" fmla="*/ 893826 h 2767298"/>
              <a:gd name="connsiteX19823" fmla="*/ 3951272 w 4752801"/>
              <a:gd name="connsiteY19823" fmla="*/ 895040 h 2767298"/>
              <a:gd name="connsiteX19824" fmla="*/ 3946009 w 4752801"/>
              <a:gd name="connsiteY19824" fmla="*/ 903946 h 2767298"/>
              <a:gd name="connsiteX19825" fmla="*/ 3944795 w 4752801"/>
              <a:gd name="connsiteY19825" fmla="*/ 904351 h 2767298"/>
              <a:gd name="connsiteX19826" fmla="*/ 3934674 w 4752801"/>
              <a:gd name="connsiteY19826" fmla="*/ 904351 h 2767298"/>
              <a:gd name="connsiteX19827" fmla="*/ 3933460 w 4752801"/>
              <a:gd name="connsiteY19827" fmla="*/ 903946 h 2767298"/>
              <a:gd name="connsiteX19828" fmla="*/ 3928198 w 4752801"/>
              <a:gd name="connsiteY19828" fmla="*/ 895040 h 2767298"/>
              <a:gd name="connsiteX19829" fmla="*/ 3928198 w 4752801"/>
              <a:gd name="connsiteY19829" fmla="*/ 893826 h 2767298"/>
              <a:gd name="connsiteX19830" fmla="*/ 3933460 w 4752801"/>
              <a:gd name="connsiteY19830" fmla="*/ 884920 h 2767298"/>
              <a:gd name="connsiteX19831" fmla="*/ 3934674 w 4752801"/>
              <a:gd name="connsiteY19831" fmla="*/ 884515 h 2767298"/>
              <a:gd name="connsiteX19832" fmla="*/ 3732673 w 4752801"/>
              <a:gd name="connsiteY19832" fmla="*/ 884515 h 2767298"/>
              <a:gd name="connsiteX19833" fmla="*/ 3741984 w 4752801"/>
              <a:gd name="connsiteY19833" fmla="*/ 884515 h 2767298"/>
              <a:gd name="connsiteX19834" fmla="*/ 3743198 w 4752801"/>
              <a:gd name="connsiteY19834" fmla="*/ 885325 h 2767298"/>
              <a:gd name="connsiteX19835" fmla="*/ 3747651 w 4752801"/>
              <a:gd name="connsiteY19835" fmla="*/ 893421 h 2767298"/>
              <a:gd name="connsiteX19836" fmla="*/ 3747651 w 4752801"/>
              <a:gd name="connsiteY19836" fmla="*/ 894635 h 2767298"/>
              <a:gd name="connsiteX19837" fmla="*/ 3743198 w 4752801"/>
              <a:gd name="connsiteY19837" fmla="*/ 902732 h 2767298"/>
              <a:gd name="connsiteX19838" fmla="*/ 3741984 w 4752801"/>
              <a:gd name="connsiteY19838" fmla="*/ 903541 h 2767298"/>
              <a:gd name="connsiteX19839" fmla="*/ 3732673 w 4752801"/>
              <a:gd name="connsiteY19839" fmla="*/ 903541 h 2767298"/>
              <a:gd name="connsiteX19840" fmla="*/ 3731459 w 4752801"/>
              <a:gd name="connsiteY19840" fmla="*/ 902732 h 2767298"/>
              <a:gd name="connsiteX19841" fmla="*/ 3727006 w 4752801"/>
              <a:gd name="connsiteY19841" fmla="*/ 894635 h 2767298"/>
              <a:gd name="connsiteX19842" fmla="*/ 3727006 w 4752801"/>
              <a:gd name="connsiteY19842" fmla="*/ 893421 h 2767298"/>
              <a:gd name="connsiteX19843" fmla="*/ 3731459 w 4752801"/>
              <a:gd name="connsiteY19843" fmla="*/ 885325 h 2767298"/>
              <a:gd name="connsiteX19844" fmla="*/ 3732673 w 4752801"/>
              <a:gd name="connsiteY19844" fmla="*/ 884515 h 2767298"/>
              <a:gd name="connsiteX19845" fmla="*/ 3894193 w 4752801"/>
              <a:gd name="connsiteY19845" fmla="*/ 884111 h 2767298"/>
              <a:gd name="connsiteX19846" fmla="*/ 3904314 w 4752801"/>
              <a:gd name="connsiteY19846" fmla="*/ 884111 h 2767298"/>
              <a:gd name="connsiteX19847" fmla="*/ 3905528 w 4752801"/>
              <a:gd name="connsiteY19847" fmla="*/ 884516 h 2767298"/>
              <a:gd name="connsiteX19848" fmla="*/ 3910791 w 4752801"/>
              <a:gd name="connsiteY19848" fmla="*/ 893422 h 2767298"/>
              <a:gd name="connsiteX19849" fmla="*/ 3910791 w 4752801"/>
              <a:gd name="connsiteY19849" fmla="*/ 894636 h 2767298"/>
              <a:gd name="connsiteX19850" fmla="*/ 3905528 w 4752801"/>
              <a:gd name="connsiteY19850" fmla="*/ 903542 h 2767298"/>
              <a:gd name="connsiteX19851" fmla="*/ 3904314 w 4752801"/>
              <a:gd name="connsiteY19851" fmla="*/ 903947 h 2767298"/>
              <a:gd name="connsiteX19852" fmla="*/ 3894193 w 4752801"/>
              <a:gd name="connsiteY19852" fmla="*/ 903947 h 2767298"/>
              <a:gd name="connsiteX19853" fmla="*/ 3892979 w 4752801"/>
              <a:gd name="connsiteY19853" fmla="*/ 903542 h 2767298"/>
              <a:gd name="connsiteX19854" fmla="*/ 3887717 w 4752801"/>
              <a:gd name="connsiteY19854" fmla="*/ 894636 h 2767298"/>
              <a:gd name="connsiteX19855" fmla="*/ 3887717 w 4752801"/>
              <a:gd name="connsiteY19855" fmla="*/ 893422 h 2767298"/>
              <a:gd name="connsiteX19856" fmla="*/ 3892979 w 4752801"/>
              <a:gd name="connsiteY19856" fmla="*/ 884516 h 2767298"/>
              <a:gd name="connsiteX19857" fmla="*/ 3894193 w 4752801"/>
              <a:gd name="connsiteY19857" fmla="*/ 884111 h 2767298"/>
              <a:gd name="connsiteX19858" fmla="*/ 3448495 w 4752801"/>
              <a:gd name="connsiteY19858" fmla="*/ 884111 h 2767298"/>
              <a:gd name="connsiteX19859" fmla="*/ 3459020 w 4752801"/>
              <a:gd name="connsiteY19859" fmla="*/ 884111 h 2767298"/>
              <a:gd name="connsiteX19860" fmla="*/ 3460235 w 4752801"/>
              <a:gd name="connsiteY19860" fmla="*/ 884921 h 2767298"/>
              <a:gd name="connsiteX19861" fmla="*/ 3465497 w 4752801"/>
              <a:gd name="connsiteY19861" fmla="*/ 893826 h 2767298"/>
              <a:gd name="connsiteX19862" fmla="*/ 3465497 w 4752801"/>
              <a:gd name="connsiteY19862" fmla="*/ 895041 h 2767298"/>
              <a:gd name="connsiteX19863" fmla="*/ 3460235 w 4752801"/>
              <a:gd name="connsiteY19863" fmla="*/ 903947 h 2767298"/>
              <a:gd name="connsiteX19864" fmla="*/ 3459020 w 4752801"/>
              <a:gd name="connsiteY19864" fmla="*/ 904756 h 2767298"/>
              <a:gd name="connsiteX19865" fmla="*/ 3448495 w 4752801"/>
              <a:gd name="connsiteY19865" fmla="*/ 904756 h 2767298"/>
              <a:gd name="connsiteX19866" fmla="*/ 3447281 w 4752801"/>
              <a:gd name="connsiteY19866" fmla="*/ 903947 h 2767298"/>
              <a:gd name="connsiteX19867" fmla="*/ 3442019 w 4752801"/>
              <a:gd name="connsiteY19867" fmla="*/ 895041 h 2767298"/>
              <a:gd name="connsiteX19868" fmla="*/ 3442019 w 4752801"/>
              <a:gd name="connsiteY19868" fmla="*/ 893826 h 2767298"/>
              <a:gd name="connsiteX19869" fmla="*/ 3447281 w 4752801"/>
              <a:gd name="connsiteY19869" fmla="*/ 884921 h 2767298"/>
              <a:gd name="connsiteX19870" fmla="*/ 3448495 w 4752801"/>
              <a:gd name="connsiteY19870" fmla="*/ 884111 h 2767298"/>
              <a:gd name="connsiteX19871" fmla="*/ 2437274 w 4752801"/>
              <a:gd name="connsiteY19871" fmla="*/ 884111 h 2767298"/>
              <a:gd name="connsiteX19872" fmla="*/ 2446989 w 4752801"/>
              <a:gd name="connsiteY19872" fmla="*/ 884111 h 2767298"/>
              <a:gd name="connsiteX19873" fmla="*/ 2448204 w 4752801"/>
              <a:gd name="connsiteY19873" fmla="*/ 884921 h 2767298"/>
              <a:gd name="connsiteX19874" fmla="*/ 2453062 w 4752801"/>
              <a:gd name="connsiteY19874" fmla="*/ 893422 h 2767298"/>
              <a:gd name="connsiteX19875" fmla="*/ 2453062 w 4752801"/>
              <a:gd name="connsiteY19875" fmla="*/ 894636 h 2767298"/>
              <a:gd name="connsiteX19876" fmla="*/ 2448204 w 4752801"/>
              <a:gd name="connsiteY19876" fmla="*/ 903137 h 2767298"/>
              <a:gd name="connsiteX19877" fmla="*/ 2446989 w 4752801"/>
              <a:gd name="connsiteY19877" fmla="*/ 903947 h 2767298"/>
              <a:gd name="connsiteX19878" fmla="*/ 2437274 w 4752801"/>
              <a:gd name="connsiteY19878" fmla="*/ 903947 h 2767298"/>
              <a:gd name="connsiteX19879" fmla="*/ 2436059 w 4752801"/>
              <a:gd name="connsiteY19879" fmla="*/ 903137 h 2767298"/>
              <a:gd name="connsiteX19880" fmla="*/ 2431202 w 4752801"/>
              <a:gd name="connsiteY19880" fmla="*/ 894636 h 2767298"/>
              <a:gd name="connsiteX19881" fmla="*/ 2431202 w 4752801"/>
              <a:gd name="connsiteY19881" fmla="*/ 893422 h 2767298"/>
              <a:gd name="connsiteX19882" fmla="*/ 2436059 w 4752801"/>
              <a:gd name="connsiteY19882" fmla="*/ 884921 h 2767298"/>
              <a:gd name="connsiteX19883" fmla="*/ 2437274 w 4752801"/>
              <a:gd name="connsiteY19883" fmla="*/ 884111 h 2767298"/>
              <a:gd name="connsiteX19884" fmla="*/ 3610825 w 4752801"/>
              <a:gd name="connsiteY19884" fmla="*/ 883706 h 2767298"/>
              <a:gd name="connsiteX19885" fmla="*/ 3620945 w 4752801"/>
              <a:gd name="connsiteY19885" fmla="*/ 883706 h 2767298"/>
              <a:gd name="connsiteX19886" fmla="*/ 3622160 w 4752801"/>
              <a:gd name="connsiteY19886" fmla="*/ 884516 h 2767298"/>
              <a:gd name="connsiteX19887" fmla="*/ 3627017 w 4752801"/>
              <a:gd name="connsiteY19887" fmla="*/ 893421 h 2767298"/>
              <a:gd name="connsiteX19888" fmla="*/ 3627017 w 4752801"/>
              <a:gd name="connsiteY19888" fmla="*/ 894636 h 2767298"/>
              <a:gd name="connsiteX19889" fmla="*/ 3622160 w 4752801"/>
              <a:gd name="connsiteY19889" fmla="*/ 903542 h 2767298"/>
              <a:gd name="connsiteX19890" fmla="*/ 3620945 w 4752801"/>
              <a:gd name="connsiteY19890" fmla="*/ 904351 h 2767298"/>
              <a:gd name="connsiteX19891" fmla="*/ 3610825 w 4752801"/>
              <a:gd name="connsiteY19891" fmla="*/ 904351 h 2767298"/>
              <a:gd name="connsiteX19892" fmla="*/ 3609611 w 4752801"/>
              <a:gd name="connsiteY19892" fmla="*/ 903542 h 2767298"/>
              <a:gd name="connsiteX19893" fmla="*/ 3604753 w 4752801"/>
              <a:gd name="connsiteY19893" fmla="*/ 894636 h 2767298"/>
              <a:gd name="connsiteX19894" fmla="*/ 3604753 w 4752801"/>
              <a:gd name="connsiteY19894" fmla="*/ 893421 h 2767298"/>
              <a:gd name="connsiteX19895" fmla="*/ 3609611 w 4752801"/>
              <a:gd name="connsiteY19895" fmla="*/ 884516 h 2767298"/>
              <a:gd name="connsiteX19896" fmla="*/ 3610825 w 4752801"/>
              <a:gd name="connsiteY19896" fmla="*/ 883706 h 2767298"/>
              <a:gd name="connsiteX19897" fmla="*/ 2396388 w 4752801"/>
              <a:gd name="connsiteY19897" fmla="*/ 883706 h 2767298"/>
              <a:gd name="connsiteX19898" fmla="*/ 2406913 w 4752801"/>
              <a:gd name="connsiteY19898" fmla="*/ 883706 h 2767298"/>
              <a:gd name="connsiteX19899" fmla="*/ 2408127 w 4752801"/>
              <a:gd name="connsiteY19899" fmla="*/ 884111 h 2767298"/>
              <a:gd name="connsiteX19900" fmla="*/ 2413390 w 4752801"/>
              <a:gd name="connsiteY19900" fmla="*/ 893421 h 2767298"/>
              <a:gd name="connsiteX19901" fmla="*/ 2413390 w 4752801"/>
              <a:gd name="connsiteY19901" fmla="*/ 894636 h 2767298"/>
              <a:gd name="connsiteX19902" fmla="*/ 2408127 w 4752801"/>
              <a:gd name="connsiteY19902" fmla="*/ 903947 h 2767298"/>
              <a:gd name="connsiteX19903" fmla="*/ 2406913 w 4752801"/>
              <a:gd name="connsiteY19903" fmla="*/ 904351 h 2767298"/>
              <a:gd name="connsiteX19904" fmla="*/ 2396388 w 4752801"/>
              <a:gd name="connsiteY19904" fmla="*/ 904351 h 2767298"/>
              <a:gd name="connsiteX19905" fmla="*/ 2395173 w 4752801"/>
              <a:gd name="connsiteY19905" fmla="*/ 903947 h 2767298"/>
              <a:gd name="connsiteX19906" fmla="*/ 2389911 w 4752801"/>
              <a:gd name="connsiteY19906" fmla="*/ 894636 h 2767298"/>
              <a:gd name="connsiteX19907" fmla="*/ 2389911 w 4752801"/>
              <a:gd name="connsiteY19907" fmla="*/ 893421 h 2767298"/>
              <a:gd name="connsiteX19908" fmla="*/ 2395173 w 4752801"/>
              <a:gd name="connsiteY19908" fmla="*/ 884111 h 2767298"/>
              <a:gd name="connsiteX19909" fmla="*/ 2396388 w 4752801"/>
              <a:gd name="connsiteY19909" fmla="*/ 883706 h 2767298"/>
              <a:gd name="connsiteX19910" fmla="*/ 3650496 w 4752801"/>
              <a:gd name="connsiteY19910" fmla="*/ 883301 h 2767298"/>
              <a:gd name="connsiteX19911" fmla="*/ 3662236 w 4752801"/>
              <a:gd name="connsiteY19911" fmla="*/ 883301 h 2767298"/>
              <a:gd name="connsiteX19912" fmla="*/ 3663450 w 4752801"/>
              <a:gd name="connsiteY19912" fmla="*/ 883706 h 2767298"/>
              <a:gd name="connsiteX19913" fmla="*/ 3669522 w 4752801"/>
              <a:gd name="connsiteY19913" fmla="*/ 893826 h 2767298"/>
              <a:gd name="connsiteX19914" fmla="*/ 3669522 w 4752801"/>
              <a:gd name="connsiteY19914" fmla="*/ 895041 h 2767298"/>
              <a:gd name="connsiteX19915" fmla="*/ 3663450 w 4752801"/>
              <a:gd name="connsiteY19915" fmla="*/ 905161 h 2767298"/>
              <a:gd name="connsiteX19916" fmla="*/ 3662236 w 4752801"/>
              <a:gd name="connsiteY19916" fmla="*/ 905566 h 2767298"/>
              <a:gd name="connsiteX19917" fmla="*/ 3650496 w 4752801"/>
              <a:gd name="connsiteY19917" fmla="*/ 905566 h 2767298"/>
              <a:gd name="connsiteX19918" fmla="*/ 3649282 w 4752801"/>
              <a:gd name="connsiteY19918" fmla="*/ 905161 h 2767298"/>
              <a:gd name="connsiteX19919" fmla="*/ 3643210 w 4752801"/>
              <a:gd name="connsiteY19919" fmla="*/ 895041 h 2767298"/>
              <a:gd name="connsiteX19920" fmla="*/ 3643210 w 4752801"/>
              <a:gd name="connsiteY19920" fmla="*/ 893826 h 2767298"/>
              <a:gd name="connsiteX19921" fmla="*/ 3649282 w 4752801"/>
              <a:gd name="connsiteY19921" fmla="*/ 883706 h 2767298"/>
              <a:gd name="connsiteX19922" fmla="*/ 3650496 w 4752801"/>
              <a:gd name="connsiteY19922" fmla="*/ 883301 h 2767298"/>
              <a:gd name="connsiteX19923" fmla="*/ 3206012 w 4752801"/>
              <a:gd name="connsiteY19923" fmla="*/ 883301 h 2767298"/>
              <a:gd name="connsiteX19924" fmla="*/ 3216537 w 4752801"/>
              <a:gd name="connsiteY19924" fmla="*/ 883301 h 2767298"/>
              <a:gd name="connsiteX19925" fmla="*/ 3217752 w 4752801"/>
              <a:gd name="connsiteY19925" fmla="*/ 884111 h 2767298"/>
              <a:gd name="connsiteX19926" fmla="*/ 3223015 w 4752801"/>
              <a:gd name="connsiteY19926" fmla="*/ 893421 h 2767298"/>
              <a:gd name="connsiteX19927" fmla="*/ 3223015 w 4752801"/>
              <a:gd name="connsiteY19927" fmla="*/ 894636 h 2767298"/>
              <a:gd name="connsiteX19928" fmla="*/ 3217752 w 4752801"/>
              <a:gd name="connsiteY19928" fmla="*/ 903946 h 2767298"/>
              <a:gd name="connsiteX19929" fmla="*/ 3216537 w 4752801"/>
              <a:gd name="connsiteY19929" fmla="*/ 904756 h 2767298"/>
              <a:gd name="connsiteX19930" fmla="*/ 3206012 w 4752801"/>
              <a:gd name="connsiteY19930" fmla="*/ 904756 h 2767298"/>
              <a:gd name="connsiteX19931" fmla="*/ 3204798 w 4752801"/>
              <a:gd name="connsiteY19931" fmla="*/ 903946 h 2767298"/>
              <a:gd name="connsiteX19932" fmla="*/ 3199536 w 4752801"/>
              <a:gd name="connsiteY19932" fmla="*/ 894636 h 2767298"/>
              <a:gd name="connsiteX19933" fmla="*/ 3199536 w 4752801"/>
              <a:gd name="connsiteY19933" fmla="*/ 893421 h 2767298"/>
              <a:gd name="connsiteX19934" fmla="*/ 3204798 w 4752801"/>
              <a:gd name="connsiteY19934" fmla="*/ 884111 h 2767298"/>
              <a:gd name="connsiteX19935" fmla="*/ 3206012 w 4752801"/>
              <a:gd name="connsiteY19935" fmla="*/ 883301 h 2767298"/>
              <a:gd name="connsiteX19936" fmla="*/ 3285356 w 4752801"/>
              <a:gd name="connsiteY19936" fmla="*/ 882491 h 2767298"/>
              <a:gd name="connsiteX19937" fmla="*/ 3298310 w 4752801"/>
              <a:gd name="connsiteY19937" fmla="*/ 882491 h 2767298"/>
              <a:gd name="connsiteX19938" fmla="*/ 3299524 w 4752801"/>
              <a:gd name="connsiteY19938" fmla="*/ 882896 h 2767298"/>
              <a:gd name="connsiteX19939" fmla="*/ 3306002 w 4752801"/>
              <a:gd name="connsiteY19939" fmla="*/ 893826 h 2767298"/>
              <a:gd name="connsiteX19940" fmla="*/ 3306002 w 4752801"/>
              <a:gd name="connsiteY19940" fmla="*/ 895040 h 2767298"/>
              <a:gd name="connsiteX19941" fmla="*/ 3299524 w 4752801"/>
              <a:gd name="connsiteY19941" fmla="*/ 905970 h 2767298"/>
              <a:gd name="connsiteX19942" fmla="*/ 3298310 w 4752801"/>
              <a:gd name="connsiteY19942" fmla="*/ 906375 h 2767298"/>
              <a:gd name="connsiteX19943" fmla="*/ 3285356 w 4752801"/>
              <a:gd name="connsiteY19943" fmla="*/ 906375 h 2767298"/>
              <a:gd name="connsiteX19944" fmla="*/ 3284142 w 4752801"/>
              <a:gd name="connsiteY19944" fmla="*/ 905970 h 2767298"/>
              <a:gd name="connsiteX19945" fmla="*/ 3277665 w 4752801"/>
              <a:gd name="connsiteY19945" fmla="*/ 895040 h 2767298"/>
              <a:gd name="connsiteX19946" fmla="*/ 3277665 w 4752801"/>
              <a:gd name="connsiteY19946" fmla="*/ 893826 h 2767298"/>
              <a:gd name="connsiteX19947" fmla="*/ 3284142 w 4752801"/>
              <a:gd name="connsiteY19947" fmla="*/ 882896 h 2767298"/>
              <a:gd name="connsiteX19948" fmla="*/ 3285356 w 4752801"/>
              <a:gd name="connsiteY19948" fmla="*/ 882491 h 2767298"/>
              <a:gd name="connsiteX19949" fmla="*/ 3245279 w 4752801"/>
              <a:gd name="connsiteY19949" fmla="*/ 882086 h 2767298"/>
              <a:gd name="connsiteX19950" fmla="*/ 3257424 w 4752801"/>
              <a:gd name="connsiteY19950" fmla="*/ 882086 h 2767298"/>
              <a:gd name="connsiteX19951" fmla="*/ 3258638 w 4752801"/>
              <a:gd name="connsiteY19951" fmla="*/ 882896 h 2767298"/>
              <a:gd name="connsiteX19952" fmla="*/ 3264710 w 4752801"/>
              <a:gd name="connsiteY19952" fmla="*/ 893421 h 2767298"/>
              <a:gd name="connsiteX19953" fmla="*/ 3264710 w 4752801"/>
              <a:gd name="connsiteY19953" fmla="*/ 894635 h 2767298"/>
              <a:gd name="connsiteX19954" fmla="*/ 3258638 w 4752801"/>
              <a:gd name="connsiteY19954" fmla="*/ 905160 h 2767298"/>
              <a:gd name="connsiteX19955" fmla="*/ 3257424 w 4752801"/>
              <a:gd name="connsiteY19955" fmla="*/ 905970 h 2767298"/>
              <a:gd name="connsiteX19956" fmla="*/ 3245279 w 4752801"/>
              <a:gd name="connsiteY19956" fmla="*/ 905970 h 2767298"/>
              <a:gd name="connsiteX19957" fmla="*/ 3244065 w 4752801"/>
              <a:gd name="connsiteY19957" fmla="*/ 905160 h 2767298"/>
              <a:gd name="connsiteX19958" fmla="*/ 3237993 w 4752801"/>
              <a:gd name="connsiteY19958" fmla="*/ 894635 h 2767298"/>
              <a:gd name="connsiteX19959" fmla="*/ 3237993 w 4752801"/>
              <a:gd name="connsiteY19959" fmla="*/ 893421 h 2767298"/>
              <a:gd name="connsiteX19960" fmla="*/ 3244065 w 4752801"/>
              <a:gd name="connsiteY19960" fmla="*/ 882896 h 2767298"/>
              <a:gd name="connsiteX19961" fmla="*/ 3245279 w 4752801"/>
              <a:gd name="connsiteY19961" fmla="*/ 882086 h 2767298"/>
              <a:gd name="connsiteX19962" fmla="*/ 3690573 w 4752801"/>
              <a:gd name="connsiteY19962" fmla="*/ 881682 h 2767298"/>
              <a:gd name="connsiteX19963" fmla="*/ 3703122 w 4752801"/>
              <a:gd name="connsiteY19963" fmla="*/ 881682 h 2767298"/>
              <a:gd name="connsiteX19964" fmla="*/ 3704336 w 4752801"/>
              <a:gd name="connsiteY19964" fmla="*/ 882492 h 2767298"/>
              <a:gd name="connsiteX19965" fmla="*/ 3710814 w 4752801"/>
              <a:gd name="connsiteY19965" fmla="*/ 893422 h 2767298"/>
              <a:gd name="connsiteX19966" fmla="*/ 3710814 w 4752801"/>
              <a:gd name="connsiteY19966" fmla="*/ 894636 h 2767298"/>
              <a:gd name="connsiteX19967" fmla="*/ 3704336 w 4752801"/>
              <a:gd name="connsiteY19967" fmla="*/ 905566 h 2767298"/>
              <a:gd name="connsiteX19968" fmla="*/ 3703122 w 4752801"/>
              <a:gd name="connsiteY19968" fmla="*/ 906376 h 2767298"/>
              <a:gd name="connsiteX19969" fmla="*/ 3690573 w 4752801"/>
              <a:gd name="connsiteY19969" fmla="*/ 906376 h 2767298"/>
              <a:gd name="connsiteX19970" fmla="*/ 3689358 w 4752801"/>
              <a:gd name="connsiteY19970" fmla="*/ 905566 h 2767298"/>
              <a:gd name="connsiteX19971" fmla="*/ 3682882 w 4752801"/>
              <a:gd name="connsiteY19971" fmla="*/ 894636 h 2767298"/>
              <a:gd name="connsiteX19972" fmla="*/ 3682882 w 4752801"/>
              <a:gd name="connsiteY19972" fmla="*/ 893422 h 2767298"/>
              <a:gd name="connsiteX19973" fmla="*/ 3689358 w 4752801"/>
              <a:gd name="connsiteY19973" fmla="*/ 882492 h 2767298"/>
              <a:gd name="connsiteX19974" fmla="*/ 3690573 w 4752801"/>
              <a:gd name="connsiteY19974" fmla="*/ 881682 h 2767298"/>
              <a:gd name="connsiteX19975" fmla="*/ 3326242 w 4752801"/>
              <a:gd name="connsiteY19975" fmla="*/ 881277 h 2767298"/>
              <a:gd name="connsiteX19976" fmla="*/ 3339196 w 4752801"/>
              <a:gd name="connsiteY19976" fmla="*/ 881277 h 2767298"/>
              <a:gd name="connsiteX19977" fmla="*/ 3340411 w 4752801"/>
              <a:gd name="connsiteY19977" fmla="*/ 882087 h 2767298"/>
              <a:gd name="connsiteX19978" fmla="*/ 3346887 w 4752801"/>
              <a:gd name="connsiteY19978" fmla="*/ 893421 h 2767298"/>
              <a:gd name="connsiteX19979" fmla="*/ 3346887 w 4752801"/>
              <a:gd name="connsiteY19979" fmla="*/ 894636 h 2767298"/>
              <a:gd name="connsiteX19980" fmla="*/ 3340411 w 4752801"/>
              <a:gd name="connsiteY19980" fmla="*/ 905971 h 2767298"/>
              <a:gd name="connsiteX19981" fmla="*/ 3339196 w 4752801"/>
              <a:gd name="connsiteY19981" fmla="*/ 906780 h 2767298"/>
              <a:gd name="connsiteX19982" fmla="*/ 3326242 w 4752801"/>
              <a:gd name="connsiteY19982" fmla="*/ 906780 h 2767298"/>
              <a:gd name="connsiteX19983" fmla="*/ 3325027 w 4752801"/>
              <a:gd name="connsiteY19983" fmla="*/ 905971 h 2767298"/>
              <a:gd name="connsiteX19984" fmla="*/ 3318551 w 4752801"/>
              <a:gd name="connsiteY19984" fmla="*/ 894636 h 2767298"/>
              <a:gd name="connsiteX19985" fmla="*/ 3318551 w 4752801"/>
              <a:gd name="connsiteY19985" fmla="*/ 893421 h 2767298"/>
              <a:gd name="connsiteX19986" fmla="*/ 3325027 w 4752801"/>
              <a:gd name="connsiteY19986" fmla="*/ 882087 h 2767298"/>
              <a:gd name="connsiteX19987" fmla="*/ 3326242 w 4752801"/>
              <a:gd name="connsiteY19987" fmla="*/ 881277 h 2767298"/>
              <a:gd name="connsiteX19988" fmla="*/ 3406394 w 4752801"/>
              <a:gd name="connsiteY19988" fmla="*/ 880872 h 2767298"/>
              <a:gd name="connsiteX19989" fmla="*/ 3420968 w 4752801"/>
              <a:gd name="connsiteY19989" fmla="*/ 880872 h 2767298"/>
              <a:gd name="connsiteX19990" fmla="*/ 3422182 w 4752801"/>
              <a:gd name="connsiteY19990" fmla="*/ 881277 h 2767298"/>
              <a:gd name="connsiteX19991" fmla="*/ 3429469 w 4752801"/>
              <a:gd name="connsiteY19991" fmla="*/ 893826 h 2767298"/>
              <a:gd name="connsiteX19992" fmla="*/ 3429469 w 4752801"/>
              <a:gd name="connsiteY19992" fmla="*/ 895040 h 2767298"/>
              <a:gd name="connsiteX19993" fmla="*/ 3422182 w 4752801"/>
              <a:gd name="connsiteY19993" fmla="*/ 907590 h 2767298"/>
              <a:gd name="connsiteX19994" fmla="*/ 3420968 w 4752801"/>
              <a:gd name="connsiteY19994" fmla="*/ 907994 h 2767298"/>
              <a:gd name="connsiteX19995" fmla="*/ 3406394 w 4752801"/>
              <a:gd name="connsiteY19995" fmla="*/ 907994 h 2767298"/>
              <a:gd name="connsiteX19996" fmla="*/ 3405180 w 4752801"/>
              <a:gd name="connsiteY19996" fmla="*/ 907590 h 2767298"/>
              <a:gd name="connsiteX19997" fmla="*/ 3397894 w 4752801"/>
              <a:gd name="connsiteY19997" fmla="*/ 895040 h 2767298"/>
              <a:gd name="connsiteX19998" fmla="*/ 3397894 w 4752801"/>
              <a:gd name="connsiteY19998" fmla="*/ 893826 h 2767298"/>
              <a:gd name="connsiteX19999" fmla="*/ 3405180 w 4752801"/>
              <a:gd name="connsiteY19999" fmla="*/ 881277 h 2767298"/>
              <a:gd name="connsiteX20000" fmla="*/ 3406394 w 4752801"/>
              <a:gd name="connsiteY20000" fmla="*/ 880872 h 2767298"/>
              <a:gd name="connsiteX20001" fmla="*/ 3366318 w 4752801"/>
              <a:gd name="connsiteY20001" fmla="*/ 880467 h 2767298"/>
              <a:gd name="connsiteX20002" fmla="*/ 3380082 w 4752801"/>
              <a:gd name="connsiteY20002" fmla="*/ 880467 h 2767298"/>
              <a:gd name="connsiteX20003" fmla="*/ 3381296 w 4752801"/>
              <a:gd name="connsiteY20003" fmla="*/ 881277 h 2767298"/>
              <a:gd name="connsiteX20004" fmla="*/ 3388178 w 4752801"/>
              <a:gd name="connsiteY20004" fmla="*/ 893421 h 2767298"/>
              <a:gd name="connsiteX20005" fmla="*/ 3388178 w 4752801"/>
              <a:gd name="connsiteY20005" fmla="*/ 894635 h 2767298"/>
              <a:gd name="connsiteX20006" fmla="*/ 3381296 w 4752801"/>
              <a:gd name="connsiteY20006" fmla="*/ 906780 h 2767298"/>
              <a:gd name="connsiteX20007" fmla="*/ 3380082 w 4752801"/>
              <a:gd name="connsiteY20007" fmla="*/ 907589 h 2767298"/>
              <a:gd name="connsiteX20008" fmla="*/ 3366318 w 4752801"/>
              <a:gd name="connsiteY20008" fmla="*/ 907589 h 2767298"/>
              <a:gd name="connsiteX20009" fmla="*/ 3365104 w 4752801"/>
              <a:gd name="connsiteY20009" fmla="*/ 906780 h 2767298"/>
              <a:gd name="connsiteX20010" fmla="*/ 3358222 w 4752801"/>
              <a:gd name="connsiteY20010" fmla="*/ 894635 h 2767298"/>
              <a:gd name="connsiteX20011" fmla="*/ 3358222 w 4752801"/>
              <a:gd name="connsiteY20011" fmla="*/ 893421 h 2767298"/>
              <a:gd name="connsiteX20012" fmla="*/ 3365104 w 4752801"/>
              <a:gd name="connsiteY20012" fmla="*/ 881277 h 2767298"/>
              <a:gd name="connsiteX20013" fmla="*/ 3366318 w 4752801"/>
              <a:gd name="connsiteY20013" fmla="*/ 880467 h 2767298"/>
              <a:gd name="connsiteX20014" fmla="*/ 2846134 w 4752801"/>
              <a:gd name="connsiteY20014" fmla="*/ 851726 h 2767298"/>
              <a:gd name="connsiteX20015" fmla="*/ 2848158 w 4752801"/>
              <a:gd name="connsiteY20015" fmla="*/ 851726 h 2767298"/>
              <a:gd name="connsiteX20016" fmla="*/ 2849373 w 4752801"/>
              <a:gd name="connsiteY20016" fmla="*/ 853750 h 2767298"/>
              <a:gd name="connsiteX20017" fmla="*/ 2848158 w 4752801"/>
              <a:gd name="connsiteY20017" fmla="*/ 855774 h 2767298"/>
              <a:gd name="connsiteX20018" fmla="*/ 2846134 w 4752801"/>
              <a:gd name="connsiteY20018" fmla="*/ 855774 h 2767298"/>
              <a:gd name="connsiteX20019" fmla="*/ 2844920 w 4752801"/>
              <a:gd name="connsiteY20019" fmla="*/ 853750 h 2767298"/>
              <a:gd name="connsiteX20020" fmla="*/ 4505056 w 4752801"/>
              <a:gd name="connsiteY20020" fmla="*/ 851321 h 2767298"/>
              <a:gd name="connsiteX20021" fmla="*/ 4507889 w 4752801"/>
              <a:gd name="connsiteY20021" fmla="*/ 851321 h 2767298"/>
              <a:gd name="connsiteX20022" fmla="*/ 4509104 w 4752801"/>
              <a:gd name="connsiteY20022" fmla="*/ 853750 h 2767298"/>
              <a:gd name="connsiteX20023" fmla="*/ 4507889 w 4752801"/>
              <a:gd name="connsiteY20023" fmla="*/ 856179 h 2767298"/>
              <a:gd name="connsiteX20024" fmla="*/ 4505056 w 4752801"/>
              <a:gd name="connsiteY20024" fmla="*/ 856179 h 2767298"/>
              <a:gd name="connsiteX20025" fmla="*/ 4503841 w 4752801"/>
              <a:gd name="connsiteY20025" fmla="*/ 853750 h 2767298"/>
              <a:gd name="connsiteX20026" fmla="*/ 4464979 w 4752801"/>
              <a:gd name="connsiteY20026" fmla="*/ 851321 h 2767298"/>
              <a:gd name="connsiteX20027" fmla="*/ 4467813 w 4752801"/>
              <a:gd name="connsiteY20027" fmla="*/ 851321 h 2767298"/>
              <a:gd name="connsiteX20028" fmla="*/ 4469432 w 4752801"/>
              <a:gd name="connsiteY20028" fmla="*/ 853750 h 2767298"/>
              <a:gd name="connsiteX20029" fmla="*/ 4467813 w 4752801"/>
              <a:gd name="connsiteY20029" fmla="*/ 856179 h 2767298"/>
              <a:gd name="connsiteX20030" fmla="*/ 4464979 w 4752801"/>
              <a:gd name="connsiteY20030" fmla="*/ 856179 h 2767298"/>
              <a:gd name="connsiteX20031" fmla="*/ 4463360 w 4752801"/>
              <a:gd name="connsiteY20031" fmla="*/ 853750 h 2767298"/>
              <a:gd name="connsiteX20032" fmla="*/ 4424094 w 4752801"/>
              <a:gd name="connsiteY20032" fmla="*/ 851321 h 2767298"/>
              <a:gd name="connsiteX20033" fmla="*/ 4426927 w 4752801"/>
              <a:gd name="connsiteY20033" fmla="*/ 851321 h 2767298"/>
              <a:gd name="connsiteX20034" fmla="*/ 4428142 w 4752801"/>
              <a:gd name="connsiteY20034" fmla="*/ 853750 h 2767298"/>
              <a:gd name="connsiteX20035" fmla="*/ 4426927 w 4752801"/>
              <a:gd name="connsiteY20035" fmla="*/ 856179 h 2767298"/>
              <a:gd name="connsiteX20036" fmla="*/ 4424094 w 4752801"/>
              <a:gd name="connsiteY20036" fmla="*/ 856179 h 2767298"/>
              <a:gd name="connsiteX20037" fmla="*/ 4422879 w 4752801"/>
              <a:gd name="connsiteY20037" fmla="*/ 853750 h 2767298"/>
              <a:gd name="connsiteX20038" fmla="*/ 4343131 w 4752801"/>
              <a:gd name="connsiteY20038" fmla="*/ 851321 h 2767298"/>
              <a:gd name="connsiteX20039" fmla="*/ 4345964 w 4752801"/>
              <a:gd name="connsiteY20039" fmla="*/ 851321 h 2767298"/>
              <a:gd name="connsiteX20040" fmla="*/ 4347179 w 4752801"/>
              <a:gd name="connsiteY20040" fmla="*/ 853750 h 2767298"/>
              <a:gd name="connsiteX20041" fmla="*/ 4345964 w 4752801"/>
              <a:gd name="connsiteY20041" fmla="*/ 856179 h 2767298"/>
              <a:gd name="connsiteX20042" fmla="*/ 4343131 w 4752801"/>
              <a:gd name="connsiteY20042" fmla="*/ 856179 h 2767298"/>
              <a:gd name="connsiteX20043" fmla="*/ 4341916 w 4752801"/>
              <a:gd name="connsiteY20043" fmla="*/ 853750 h 2767298"/>
              <a:gd name="connsiteX20044" fmla="*/ 4302650 w 4752801"/>
              <a:gd name="connsiteY20044" fmla="*/ 851321 h 2767298"/>
              <a:gd name="connsiteX20045" fmla="*/ 4305483 w 4752801"/>
              <a:gd name="connsiteY20045" fmla="*/ 851321 h 2767298"/>
              <a:gd name="connsiteX20046" fmla="*/ 4306698 w 4752801"/>
              <a:gd name="connsiteY20046" fmla="*/ 853750 h 2767298"/>
              <a:gd name="connsiteX20047" fmla="*/ 4305483 w 4752801"/>
              <a:gd name="connsiteY20047" fmla="*/ 856179 h 2767298"/>
              <a:gd name="connsiteX20048" fmla="*/ 4302650 w 4752801"/>
              <a:gd name="connsiteY20048" fmla="*/ 856179 h 2767298"/>
              <a:gd name="connsiteX20049" fmla="*/ 4301435 w 4752801"/>
              <a:gd name="connsiteY20049" fmla="*/ 853750 h 2767298"/>
              <a:gd name="connsiteX20050" fmla="*/ 4262573 w 4752801"/>
              <a:gd name="connsiteY20050" fmla="*/ 851321 h 2767298"/>
              <a:gd name="connsiteX20051" fmla="*/ 4265407 w 4752801"/>
              <a:gd name="connsiteY20051" fmla="*/ 851321 h 2767298"/>
              <a:gd name="connsiteX20052" fmla="*/ 4267026 w 4752801"/>
              <a:gd name="connsiteY20052" fmla="*/ 853750 h 2767298"/>
              <a:gd name="connsiteX20053" fmla="*/ 4265407 w 4752801"/>
              <a:gd name="connsiteY20053" fmla="*/ 856179 h 2767298"/>
              <a:gd name="connsiteX20054" fmla="*/ 4262573 w 4752801"/>
              <a:gd name="connsiteY20054" fmla="*/ 856179 h 2767298"/>
              <a:gd name="connsiteX20055" fmla="*/ 4260954 w 4752801"/>
              <a:gd name="connsiteY20055" fmla="*/ 853750 h 2767298"/>
              <a:gd name="connsiteX20056" fmla="*/ 2804844 w 4752801"/>
              <a:gd name="connsiteY20056" fmla="*/ 851321 h 2767298"/>
              <a:gd name="connsiteX20057" fmla="*/ 2807677 w 4752801"/>
              <a:gd name="connsiteY20057" fmla="*/ 851321 h 2767298"/>
              <a:gd name="connsiteX20058" fmla="*/ 2808892 w 4752801"/>
              <a:gd name="connsiteY20058" fmla="*/ 853750 h 2767298"/>
              <a:gd name="connsiteX20059" fmla="*/ 2807677 w 4752801"/>
              <a:gd name="connsiteY20059" fmla="*/ 856179 h 2767298"/>
              <a:gd name="connsiteX20060" fmla="*/ 2804844 w 4752801"/>
              <a:gd name="connsiteY20060" fmla="*/ 856179 h 2767298"/>
              <a:gd name="connsiteX20061" fmla="*/ 2803629 w 4752801"/>
              <a:gd name="connsiteY20061" fmla="*/ 853750 h 2767298"/>
              <a:gd name="connsiteX20062" fmla="*/ 4383612 w 4752801"/>
              <a:gd name="connsiteY20062" fmla="*/ 850916 h 2767298"/>
              <a:gd name="connsiteX20063" fmla="*/ 4386851 w 4752801"/>
              <a:gd name="connsiteY20063" fmla="*/ 850916 h 2767298"/>
              <a:gd name="connsiteX20064" fmla="*/ 4388470 w 4752801"/>
              <a:gd name="connsiteY20064" fmla="*/ 853750 h 2767298"/>
              <a:gd name="connsiteX20065" fmla="*/ 4386851 w 4752801"/>
              <a:gd name="connsiteY20065" fmla="*/ 856583 h 2767298"/>
              <a:gd name="connsiteX20066" fmla="*/ 4383612 w 4752801"/>
              <a:gd name="connsiteY20066" fmla="*/ 856583 h 2767298"/>
              <a:gd name="connsiteX20067" fmla="*/ 4381993 w 4752801"/>
              <a:gd name="connsiteY20067" fmla="*/ 853750 h 2767298"/>
              <a:gd name="connsiteX20068" fmla="*/ 4221687 w 4752801"/>
              <a:gd name="connsiteY20068" fmla="*/ 850916 h 2767298"/>
              <a:gd name="connsiteX20069" fmla="*/ 4224926 w 4752801"/>
              <a:gd name="connsiteY20069" fmla="*/ 850916 h 2767298"/>
              <a:gd name="connsiteX20070" fmla="*/ 4226545 w 4752801"/>
              <a:gd name="connsiteY20070" fmla="*/ 853750 h 2767298"/>
              <a:gd name="connsiteX20071" fmla="*/ 4224926 w 4752801"/>
              <a:gd name="connsiteY20071" fmla="*/ 856583 h 2767298"/>
              <a:gd name="connsiteX20072" fmla="*/ 4221687 w 4752801"/>
              <a:gd name="connsiteY20072" fmla="*/ 856583 h 2767298"/>
              <a:gd name="connsiteX20073" fmla="*/ 4220068 w 4752801"/>
              <a:gd name="connsiteY20073" fmla="*/ 853750 h 2767298"/>
              <a:gd name="connsiteX20074" fmla="*/ 2885805 w 4752801"/>
              <a:gd name="connsiteY20074" fmla="*/ 850916 h 2767298"/>
              <a:gd name="connsiteX20075" fmla="*/ 2889044 w 4752801"/>
              <a:gd name="connsiteY20075" fmla="*/ 850916 h 2767298"/>
              <a:gd name="connsiteX20076" fmla="*/ 2890663 w 4752801"/>
              <a:gd name="connsiteY20076" fmla="*/ 853750 h 2767298"/>
              <a:gd name="connsiteX20077" fmla="*/ 2889044 w 4752801"/>
              <a:gd name="connsiteY20077" fmla="*/ 856583 h 2767298"/>
              <a:gd name="connsiteX20078" fmla="*/ 2885805 w 4752801"/>
              <a:gd name="connsiteY20078" fmla="*/ 856583 h 2767298"/>
              <a:gd name="connsiteX20079" fmla="*/ 2884186 w 4752801"/>
              <a:gd name="connsiteY20079" fmla="*/ 853750 h 2767298"/>
              <a:gd name="connsiteX20080" fmla="*/ 4180801 w 4752801"/>
              <a:gd name="connsiteY20080" fmla="*/ 850511 h 2767298"/>
              <a:gd name="connsiteX20081" fmla="*/ 4184849 w 4752801"/>
              <a:gd name="connsiteY20081" fmla="*/ 850511 h 2767298"/>
              <a:gd name="connsiteX20082" fmla="*/ 4186873 w 4752801"/>
              <a:gd name="connsiteY20082" fmla="*/ 853750 h 2767298"/>
              <a:gd name="connsiteX20083" fmla="*/ 4184849 w 4752801"/>
              <a:gd name="connsiteY20083" fmla="*/ 856988 h 2767298"/>
              <a:gd name="connsiteX20084" fmla="*/ 4180801 w 4752801"/>
              <a:gd name="connsiteY20084" fmla="*/ 856988 h 2767298"/>
              <a:gd name="connsiteX20085" fmla="*/ 4178777 w 4752801"/>
              <a:gd name="connsiteY20085" fmla="*/ 853750 h 2767298"/>
              <a:gd name="connsiteX20086" fmla="*/ 2682994 w 4752801"/>
              <a:gd name="connsiteY20086" fmla="*/ 850511 h 2767298"/>
              <a:gd name="connsiteX20087" fmla="*/ 2686638 w 4752801"/>
              <a:gd name="connsiteY20087" fmla="*/ 850511 h 2767298"/>
              <a:gd name="connsiteX20088" fmla="*/ 2688257 w 4752801"/>
              <a:gd name="connsiteY20088" fmla="*/ 853750 h 2767298"/>
              <a:gd name="connsiteX20089" fmla="*/ 2686638 w 4752801"/>
              <a:gd name="connsiteY20089" fmla="*/ 856988 h 2767298"/>
              <a:gd name="connsiteX20090" fmla="*/ 2682994 w 4752801"/>
              <a:gd name="connsiteY20090" fmla="*/ 856988 h 2767298"/>
              <a:gd name="connsiteX20091" fmla="*/ 2681375 w 4752801"/>
              <a:gd name="connsiteY20091" fmla="*/ 853750 h 2767298"/>
              <a:gd name="connsiteX20092" fmla="*/ 4139915 w 4752801"/>
              <a:gd name="connsiteY20092" fmla="*/ 850106 h 2767298"/>
              <a:gd name="connsiteX20093" fmla="*/ 4144368 w 4752801"/>
              <a:gd name="connsiteY20093" fmla="*/ 850106 h 2767298"/>
              <a:gd name="connsiteX20094" fmla="*/ 4146392 w 4752801"/>
              <a:gd name="connsiteY20094" fmla="*/ 853749 h 2767298"/>
              <a:gd name="connsiteX20095" fmla="*/ 4144368 w 4752801"/>
              <a:gd name="connsiteY20095" fmla="*/ 857393 h 2767298"/>
              <a:gd name="connsiteX20096" fmla="*/ 4139915 w 4752801"/>
              <a:gd name="connsiteY20096" fmla="*/ 857393 h 2767298"/>
              <a:gd name="connsiteX20097" fmla="*/ 4137891 w 4752801"/>
              <a:gd name="connsiteY20097" fmla="*/ 853749 h 2767298"/>
              <a:gd name="connsiteX20098" fmla="*/ 2925882 w 4752801"/>
              <a:gd name="connsiteY20098" fmla="*/ 850106 h 2767298"/>
              <a:gd name="connsiteX20099" fmla="*/ 2929930 w 4752801"/>
              <a:gd name="connsiteY20099" fmla="*/ 850106 h 2767298"/>
              <a:gd name="connsiteX20100" fmla="*/ 2931954 w 4752801"/>
              <a:gd name="connsiteY20100" fmla="*/ 853749 h 2767298"/>
              <a:gd name="connsiteX20101" fmla="*/ 2929930 w 4752801"/>
              <a:gd name="connsiteY20101" fmla="*/ 857393 h 2767298"/>
              <a:gd name="connsiteX20102" fmla="*/ 2925882 w 4752801"/>
              <a:gd name="connsiteY20102" fmla="*/ 857393 h 2767298"/>
              <a:gd name="connsiteX20103" fmla="*/ 2923858 w 4752801"/>
              <a:gd name="connsiteY20103" fmla="*/ 853749 h 2767298"/>
              <a:gd name="connsiteX20104" fmla="*/ 2642513 w 4752801"/>
              <a:gd name="connsiteY20104" fmla="*/ 850106 h 2767298"/>
              <a:gd name="connsiteX20105" fmla="*/ 2646561 w 4752801"/>
              <a:gd name="connsiteY20105" fmla="*/ 850106 h 2767298"/>
              <a:gd name="connsiteX20106" fmla="*/ 2648585 w 4752801"/>
              <a:gd name="connsiteY20106" fmla="*/ 853749 h 2767298"/>
              <a:gd name="connsiteX20107" fmla="*/ 2646561 w 4752801"/>
              <a:gd name="connsiteY20107" fmla="*/ 857393 h 2767298"/>
              <a:gd name="connsiteX20108" fmla="*/ 2642513 w 4752801"/>
              <a:gd name="connsiteY20108" fmla="*/ 857393 h 2767298"/>
              <a:gd name="connsiteX20109" fmla="*/ 2640489 w 4752801"/>
              <a:gd name="connsiteY20109" fmla="*/ 853749 h 2767298"/>
              <a:gd name="connsiteX20110" fmla="*/ 2965959 w 4752801"/>
              <a:gd name="connsiteY20110" fmla="*/ 849297 h 2767298"/>
              <a:gd name="connsiteX20111" fmla="*/ 2970007 w 4752801"/>
              <a:gd name="connsiteY20111" fmla="*/ 849297 h 2767298"/>
              <a:gd name="connsiteX20112" fmla="*/ 2971221 w 4752801"/>
              <a:gd name="connsiteY20112" fmla="*/ 850107 h 2767298"/>
              <a:gd name="connsiteX20113" fmla="*/ 2973246 w 4752801"/>
              <a:gd name="connsiteY20113" fmla="*/ 853345 h 2767298"/>
              <a:gd name="connsiteX20114" fmla="*/ 2973246 w 4752801"/>
              <a:gd name="connsiteY20114" fmla="*/ 854560 h 2767298"/>
              <a:gd name="connsiteX20115" fmla="*/ 2971221 w 4752801"/>
              <a:gd name="connsiteY20115" fmla="*/ 857798 h 2767298"/>
              <a:gd name="connsiteX20116" fmla="*/ 2970007 w 4752801"/>
              <a:gd name="connsiteY20116" fmla="*/ 858608 h 2767298"/>
              <a:gd name="connsiteX20117" fmla="*/ 2965959 w 4752801"/>
              <a:gd name="connsiteY20117" fmla="*/ 858608 h 2767298"/>
              <a:gd name="connsiteX20118" fmla="*/ 2964745 w 4752801"/>
              <a:gd name="connsiteY20118" fmla="*/ 857798 h 2767298"/>
              <a:gd name="connsiteX20119" fmla="*/ 2962721 w 4752801"/>
              <a:gd name="connsiteY20119" fmla="*/ 854560 h 2767298"/>
              <a:gd name="connsiteX20120" fmla="*/ 2962721 w 4752801"/>
              <a:gd name="connsiteY20120" fmla="*/ 853345 h 2767298"/>
              <a:gd name="connsiteX20121" fmla="*/ 2964745 w 4752801"/>
              <a:gd name="connsiteY20121" fmla="*/ 850107 h 2767298"/>
              <a:gd name="connsiteX20122" fmla="*/ 2965959 w 4752801"/>
              <a:gd name="connsiteY20122" fmla="*/ 849297 h 2767298"/>
              <a:gd name="connsiteX20123" fmla="*/ 2601627 w 4752801"/>
              <a:gd name="connsiteY20123" fmla="*/ 849297 h 2767298"/>
              <a:gd name="connsiteX20124" fmla="*/ 2605675 w 4752801"/>
              <a:gd name="connsiteY20124" fmla="*/ 849297 h 2767298"/>
              <a:gd name="connsiteX20125" fmla="*/ 2606890 w 4752801"/>
              <a:gd name="connsiteY20125" fmla="*/ 850107 h 2767298"/>
              <a:gd name="connsiteX20126" fmla="*/ 2608914 w 4752801"/>
              <a:gd name="connsiteY20126" fmla="*/ 853345 h 2767298"/>
              <a:gd name="connsiteX20127" fmla="*/ 2608914 w 4752801"/>
              <a:gd name="connsiteY20127" fmla="*/ 854560 h 2767298"/>
              <a:gd name="connsiteX20128" fmla="*/ 2606890 w 4752801"/>
              <a:gd name="connsiteY20128" fmla="*/ 857798 h 2767298"/>
              <a:gd name="connsiteX20129" fmla="*/ 2605675 w 4752801"/>
              <a:gd name="connsiteY20129" fmla="*/ 858608 h 2767298"/>
              <a:gd name="connsiteX20130" fmla="*/ 2601627 w 4752801"/>
              <a:gd name="connsiteY20130" fmla="*/ 858608 h 2767298"/>
              <a:gd name="connsiteX20131" fmla="*/ 2600413 w 4752801"/>
              <a:gd name="connsiteY20131" fmla="*/ 857798 h 2767298"/>
              <a:gd name="connsiteX20132" fmla="*/ 2598389 w 4752801"/>
              <a:gd name="connsiteY20132" fmla="*/ 854560 h 2767298"/>
              <a:gd name="connsiteX20133" fmla="*/ 2598389 w 4752801"/>
              <a:gd name="connsiteY20133" fmla="*/ 853345 h 2767298"/>
              <a:gd name="connsiteX20134" fmla="*/ 2600413 w 4752801"/>
              <a:gd name="connsiteY20134" fmla="*/ 850107 h 2767298"/>
              <a:gd name="connsiteX20135" fmla="*/ 2601627 w 4752801"/>
              <a:gd name="connsiteY20135" fmla="*/ 849297 h 2767298"/>
              <a:gd name="connsiteX20136" fmla="*/ 2763958 w 4752801"/>
              <a:gd name="connsiteY20136" fmla="*/ 848892 h 2767298"/>
              <a:gd name="connsiteX20137" fmla="*/ 2767601 w 4752801"/>
              <a:gd name="connsiteY20137" fmla="*/ 848892 h 2767298"/>
              <a:gd name="connsiteX20138" fmla="*/ 2768815 w 4752801"/>
              <a:gd name="connsiteY20138" fmla="*/ 849702 h 2767298"/>
              <a:gd name="connsiteX20139" fmla="*/ 2770434 w 4752801"/>
              <a:gd name="connsiteY20139" fmla="*/ 852940 h 2767298"/>
              <a:gd name="connsiteX20140" fmla="*/ 2770434 w 4752801"/>
              <a:gd name="connsiteY20140" fmla="*/ 854155 h 2767298"/>
              <a:gd name="connsiteX20141" fmla="*/ 2768815 w 4752801"/>
              <a:gd name="connsiteY20141" fmla="*/ 857393 h 2767298"/>
              <a:gd name="connsiteX20142" fmla="*/ 2767601 w 4752801"/>
              <a:gd name="connsiteY20142" fmla="*/ 858203 h 2767298"/>
              <a:gd name="connsiteX20143" fmla="*/ 2763958 w 4752801"/>
              <a:gd name="connsiteY20143" fmla="*/ 858203 h 2767298"/>
              <a:gd name="connsiteX20144" fmla="*/ 2762743 w 4752801"/>
              <a:gd name="connsiteY20144" fmla="*/ 857393 h 2767298"/>
              <a:gd name="connsiteX20145" fmla="*/ 2761124 w 4752801"/>
              <a:gd name="connsiteY20145" fmla="*/ 854155 h 2767298"/>
              <a:gd name="connsiteX20146" fmla="*/ 2761124 w 4752801"/>
              <a:gd name="connsiteY20146" fmla="*/ 852940 h 2767298"/>
              <a:gd name="connsiteX20147" fmla="*/ 2762743 w 4752801"/>
              <a:gd name="connsiteY20147" fmla="*/ 849702 h 2767298"/>
              <a:gd name="connsiteX20148" fmla="*/ 2763958 w 4752801"/>
              <a:gd name="connsiteY20148" fmla="*/ 848892 h 2767298"/>
              <a:gd name="connsiteX20149" fmla="*/ 4099434 w 4752801"/>
              <a:gd name="connsiteY20149" fmla="*/ 848082 h 2767298"/>
              <a:gd name="connsiteX20150" fmla="*/ 4104291 w 4752801"/>
              <a:gd name="connsiteY20150" fmla="*/ 848082 h 2767298"/>
              <a:gd name="connsiteX20151" fmla="*/ 4105506 w 4752801"/>
              <a:gd name="connsiteY20151" fmla="*/ 848487 h 2767298"/>
              <a:gd name="connsiteX20152" fmla="*/ 4107935 w 4752801"/>
              <a:gd name="connsiteY20152" fmla="*/ 852940 h 2767298"/>
              <a:gd name="connsiteX20153" fmla="*/ 4107935 w 4752801"/>
              <a:gd name="connsiteY20153" fmla="*/ 854154 h 2767298"/>
              <a:gd name="connsiteX20154" fmla="*/ 4105506 w 4752801"/>
              <a:gd name="connsiteY20154" fmla="*/ 858607 h 2767298"/>
              <a:gd name="connsiteX20155" fmla="*/ 4104291 w 4752801"/>
              <a:gd name="connsiteY20155" fmla="*/ 859012 h 2767298"/>
              <a:gd name="connsiteX20156" fmla="*/ 4099434 w 4752801"/>
              <a:gd name="connsiteY20156" fmla="*/ 859012 h 2767298"/>
              <a:gd name="connsiteX20157" fmla="*/ 4098219 w 4752801"/>
              <a:gd name="connsiteY20157" fmla="*/ 858607 h 2767298"/>
              <a:gd name="connsiteX20158" fmla="*/ 4095791 w 4752801"/>
              <a:gd name="connsiteY20158" fmla="*/ 854154 h 2767298"/>
              <a:gd name="connsiteX20159" fmla="*/ 4095791 w 4752801"/>
              <a:gd name="connsiteY20159" fmla="*/ 852940 h 2767298"/>
              <a:gd name="connsiteX20160" fmla="*/ 4098219 w 4752801"/>
              <a:gd name="connsiteY20160" fmla="*/ 848487 h 2767298"/>
              <a:gd name="connsiteX20161" fmla="*/ 4099434 w 4752801"/>
              <a:gd name="connsiteY20161" fmla="*/ 848082 h 2767298"/>
              <a:gd name="connsiteX20162" fmla="*/ 4058953 w 4752801"/>
              <a:gd name="connsiteY20162" fmla="*/ 848082 h 2767298"/>
              <a:gd name="connsiteX20163" fmla="*/ 4063406 w 4752801"/>
              <a:gd name="connsiteY20163" fmla="*/ 848082 h 2767298"/>
              <a:gd name="connsiteX20164" fmla="*/ 4064620 w 4752801"/>
              <a:gd name="connsiteY20164" fmla="*/ 848892 h 2767298"/>
              <a:gd name="connsiteX20165" fmla="*/ 4067049 w 4752801"/>
              <a:gd name="connsiteY20165" fmla="*/ 852940 h 2767298"/>
              <a:gd name="connsiteX20166" fmla="*/ 4067049 w 4752801"/>
              <a:gd name="connsiteY20166" fmla="*/ 854154 h 2767298"/>
              <a:gd name="connsiteX20167" fmla="*/ 4064620 w 4752801"/>
              <a:gd name="connsiteY20167" fmla="*/ 858202 h 2767298"/>
              <a:gd name="connsiteX20168" fmla="*/ 4063406 w 4752801"/>
              <a:gd name="connsiteY20168" fmla="*/ 859012 h 2767298"/>
              <a:gd name="connsiteX20169" fmla="*/ 4058953 w 4752801"/>
              <a:gd name="connsiteY20169" fmla="*/ 859012 h 2767298"/>
              <a:gd name="connsiteX20170" fmla="*/ 4057738 w 4752801"/>
              <a:gd name="connsiteY20170" fmla="*/ 858202 h 2767298"/>
              <a:gd name="connsiteX20171" fmla="*/ 4055310 w 4752801"/>
              <a:gd name="connsiteY20171" fmla="*/ 854154 h 2767298"/>
              <a:gd name="connsiteX20172" fmla="*/ 4055310 w 4752801"/>
              <a:gd name="connsiteY20172" fmla="*/ 852940 h 2767298"/>
              <a:gd name="connsiteX20173" fmla="*/ 4057738 w 4752801"/>
              <a:gd name="connsiteY20173" fmla="*/ 848892 h 2767298"/>
              <a:gd name="connsiteX20174" fmla="*/ 4058953 w 4752801"/>
              <a:gd name="connsiteY20174" fmla="*/ 848082 h 2767298"/>
              <a:gd name="connsiteX20175" fmla="*/ 2722666 w 4752801"/>
              <a:gd name="connsiteY20175" fmla="*/ 848082 h 2767298"/>
              <a:gd name="connsiteX20176" fmla="*/ 2728333 w 4752801"/>
              <a:gd name="connsiteY20176" fmla="*/ 848082 h 2767298"/>
              <a:gd name="connsiteX20177" fmla="*/ 2729548 w 4752801"/>
              <a:gd name="connsiteY20177" fmla="*/ 848487 h 2767298"/>
              <a:gd name="connsiteX20178" fmla="*/ 2732381 w 4752801"/>
              <a:gd name="connsiteY20178" fmla="*/ 853345 h 2767298"/>
              <a:gd name="connsiteX20179" fmla="*/ 2732381 w 4752801"/>
              <a:gd name="connsiteY20179" fmla="*/ 854559 h 2767298"/>
              <a:gd name="connsiteX20180" fmla="*/ 2729548 w 4752801"/>
              <a:gd name="connsiteY20180" fmla="*/ 859417 h 2767298"/>
              <a:gd name="connsiteX20181" fmla="*/ 2728333 w 4752801"/>
              <a:gd name="connsiteY20181" fmla="*/ 859822 h 2767298"/>
              <a:gd name="connsiteX20182" fmla="*/ 2722666 w 4752801"/>
              <a:gd name="connsiteY20182" fmla="*/ 859822 h 2767298"/>
              <a:gd name="connsiteX20183" fmla="*/ 2721452 w 4752801"/>
              <a:gd name="connsiteY20183" fmla="*/ 859417 h 2767298"/>
              <a:gd name="connsiteX20184" fmla="*/ 2718618 w 4752801"/>
              <a:gd name="connsiteY20184" fmla="*/ 854559 h 2767298"/>
              <a:gd name="connsiteX20185" fmla="*/ 2718618 w 4752801"/>
              <a:gd name="connsiteY20185" fmla="*/ 853345 h 2767298"/>
              <a:gd name="connsiteX20186" fmla="*/ 2721452 w 4752801"/>
              <a:gd name="connsiteY20186" fmla="*/ 848487 h 2767298"/>
              <a:gd name="connsiteX20187" fmla="*/ 2722666 w 4752801"/>
              <a:gd name="connsiteY20187" fmla="*/ 848082 h 2767298"/>
              <a:gd name="connsiteX20188" fmla="*/ 2560742 w 4752801"/>
              <a:gd name="connsiteY20188" fmla="*/ 847677 h 2767298"/>
              <a:gd name="connsiteX20189" fmla="*/ 2566004 w 4752801"/>
              <a:gd name="connsiteY20189" fmla="*/ 847677 h 2767298"/>
              <a:gd name="connsiteX20190" fmla="*/ 2567219 w 4752801"/>
              <a:gd name="connsiteY20190" fmla="*/ 848082 h 2767298"/>
              <a:gd name="connsiteX20191" fmla="*/ 2570052 w 4752801"/>
              <a:gd name="connsiteY20191" fmla="*/ 852940 h 2767298"/>
              <a:gd name="connsiteX20192" fmla="*/ 2570052 w 4752801"/>
              <a:gd name="connsiteY20192" fmla="*/ 854154 h 2767298"/>
              <a:gd name="connsiteX20193" fmla="*/ 2567219 w 4752801"/>
              <a:gd name="connsiteY20193" fmla="*/ 859012 h 2767298"/>
              <a:gd name="connsiteX20194" fmla="*/ 2566004 w 4752801"/>
              <a:gd name="connsiteY20194" fmla="*/ 859417 h 2767298"/>
              <a:gd name="connsiteX20195" fmla="*/ 2560742 w 4752801"/>
              <a:gd name="connsiteY20195" fmla="*/ 859417 h 2767298"/>
              <a:gd name="connsiteX20196" fmla="*/ 2559527 w 4752801"/>
              <a:gd name="connsiteY20196" fmla="*/ 859012 h 2767298"/>
              <a:gd name="connsiteX20197" fmla="*/ 2556694 w 4752801"/>
              <a:gd name="connsiteY20197" fmla="*/ 854154 h 2767298"/>
              <a:gd name="connsiteX20198" fmla="*/ 2556694 w 4752801"/>
              <a:gd name="connsiteY20198" fmla="*/ 852940 h 2767298"/>
              <a:gd name="connsiteX20199" fmla="*/ 2559527 w 4752801"/>
              <a:gd name="connsiteY20199" fmla="*/ 848082 h 2767298"/>
              <a:gd name="connsiteX20200" fmla="*/ 2560742 w 4752801"/>
              <a:gd name="connsiteY20200" fmla="*/ 847677 h 2767298"/>
              <a:gd name="connsiteX20201" fmla="*/ 4017661 w 4752801"/>
              <a:gd name="connsiteY20201" fmla="*/ 847273 h 2767298"/>
              <a:gd name="connsiteX20202" fmla="*/ 4023734 w 4752801"/>
              <a:gd name="connsiteY20202" fmla="*/ 847273 h 2767298"/>
              <a:gd name="connsiteX20203" fmla="*/ 4024948 w 4752801"/>
              <a:gd name="connsiteY20203" fmla="*/ 848083 h 2767298"/>
              <a:gd name="connsiteX20204" fmla="*/ 4028186 w 4752801"/>
              <a:gd name="connsiteY20204" fmla="*/ 853345 h 2767298"/>
              <a:gd name="connsiteX20205" fmla="*/ 4028186 w 4752801"/>
              <a:gd name="connsiteY20205" fmla="*/ 854560 h 2767298"/>
              <a:gd name="connsiteX20206" fmla="*/ 4024948 w 4752801"/>
              <a:gd name="connsiteY20206" fmla="*/ 859822 h 2767298"/>
              <a:gd name="connsiteX20207" fmla="*/ 4023734 w 4752801"/>
              <a:gd name="connsiteY20207" fmla="*/ 860227 h 2767298"/>
              <a:gd name="connsiteX20208" fmla="*/ 4017661 w 4752801"/>
              <a:gd name="connsiteY20208" fmla="*/ 860227 h 2767298"/>
              <a:gd name="connsiteX20209" fmla="*/ 4016447 w 4752801"/>
              <a:gd name="connsiteY20209" fmla="*/ 859822 h 2767298"/>
              <a:gd name="connsiteX20210" fmla="*/ 4013209 w 4752801"/>
              <a:gd name="connsiteY20210" fmla="*/ 854560 h 2767298"/>
              <a:gd name="connsiteX20211" fmla="*/ 4013209 w 4752801"/>
              <a:gd name="connsiteY20211" fmla="*/ 853345 h 2767298"/>
              <a:gd name="connsiteX20212" fmla="*/ 4016447 w 4752801"/>
              <a:gd name="connsiteY20212" fmla="*/ 848083 h 2767298"/>
              <a:gd name="connsiteX20213" fmla="*/ 4017661 w 4752801"/>
              <a:gd name="connsiteY20213" fmla="*/ 847273 h 2767298"/>
              <a:gd name="connsiteX20214" fmla="*/ 3086592 w 4752801"/>
              <a:gd name="connsiteY20214" fmla="*/ 847273 h 2767298"/>
              <a:gd name="connsiteX20215" fmla="*/ 3092665 w 4752801"/>
              <a:gd name="connsiteY20215" fmla="*/ 847273 h 2767298"/>
              <a:gd name="connsiteX20216" fmla="*/ 3093879 w 4752801"/>
              <a:gd name="connsiteY20216" fmla="*/ 848083 h 2767298"/>
              <a:gd name="connsiteX20217" fmla="*/ 3097117 w 4752801"/>
              <a:gd name="connsiteY20217" fmla="*/ 853345 h 2767298"/>
              <a:gd name="connsiteX20218" fmla="*/ 3097117 w 4752801"/>
              <a:gd name="connsiteY20218" fmla="*/ 854560 h 2767298"/>
              <a:gd name="connsiteX20219" fmla="*/ 3093879 w 4752801"/>
              <a:gd name="connsiteY20219" fmla="*/ 859822 h 2767298"/>
              <a:gd name="connsiteX20220" fmla="*/ 3092665 w 4752801"/>
              <a:gd name="connsiteY20220" fmla="*/ 860632 h 2767298"/>
              <a:gd name="connsiteX20221" fmla="*/ 3086592 w 4752801"/>
              <a:gd name="connsiteY20221" fmla="*/ 860632 h 2767298"/>
              <a:gd name="connsiteX20222" fmla="*/ 3085378 w 4752801"/>
              <a:gd name="connsiteY20222" fmla="*/ 859822 h 2767298"/>
              <a:gd name="connsiteX20223" fmla="*/ 3082140 w 4752801"/>
              <a:gd name="connsiteY20223" fmla="*/ 854560 h 2767298"/>
              <a:gd name="connsiteX20224" fmla="*/ 3082140 w 4752801"/>
              <a:gd name="connsiteY20224" fmla="*/ 853345 h 2767298"/>
              <a:gd name="connsiteX20225" fmla="*/ 3085378 w 4752801"/>
              <a:gd name="connsiteY20225" fmla="*/ 848083 h 2767298"/>
              <a:gd name="connsiteX20226" fmla="*/ 3086592 w 4752801"/>
              <a:gd name="connsiteY20226" fmla="*/ 847273 h 2767298"/>
              <a:gd name="connsiteX20227" fmla="*/ 2519856 w 4752801"/>
              <a:gd name="connsiteY20227" fmla="*/ 847273 h 2767298"/>
              <a:gd name="connsiteX20228" fmla="*/ 2525928 w 4752801"/>
              <a:gd name="connsiteY20228" fmla="*/ 847273 h 2767298"/>
              <a:gd name="connsiteX20229" fmla="*/ 2527142 w 4752801"/>
              <a:gd name="connsiteY20229" fmla="*/ 848083 h 2767298"/>
              <a:gd name="connsiteX20230" fmla="*/ 2530381 w 4752801"/>
              <a:gd name="connsiteY20230" fmla="*/ 853345 h 2767298"/>
              <a:gd name="connsiteX20231" fmla="*/ 2530381 w 4752801"/>
              <a:gd name="connsiteY20231" fmla="*/ 854560 h 2767298"/>
              <a:gd name="connsiteX20232" fmla="*/ 2527142 w 4752801"/>
              <a:gd name="connsiteY20232" fmla="*/ 859822 h 2767298"/>
              <a:gd name="connsiteX20233" fmla="*/ 2525928 w 4752801"/>
              <a:gd name="connsiteY20233" fmla="*/ 860632 h 2767298"/>
              <a:gd name="connsiteX20234" fmla="*/ 2519856 w 4752801"/>
              <a:gd name="connsiteY20234" fmla="*/ 860632 h 2767298"/>
              <a:gd name="connsiteX20235" fmla="*/ 2518641 w 4752801"/>
              <a:gd name="connsiteY20235" fmla="*/ 859822 h 2767298"/>
              <a:gd name="connsiteX20236" fmla="*/ 2515403 w 4752801"/>
              <a:gd name="connsiteY20236" fmla="*/ 854560 h 2767298"/>
              <a:gd name="connsiteX20237" fmla="*/ 2515403 w 4752801"/>
              <a:gd name="connsiteY20237" fmla="*/ 853345 h 2767298"/>
              <a:gd name="connsiteX20238" fmla="*/ 2518641 w 4752801"/>
              <a:gd name="connsiteY20238" fmla="*/ 848083 h 2767298"/>
              <a:gd name="connsiteX20239" fmla="*/ 2519856 w 4752801"/>
              <a:gd name="connsiteY20239" fmla="*/ 847273 h 2767298"/>
              <a:gd name="connsiteX20240" fmla="*/ 3045706 w 4752801"/>
              <a:gd name="connsiteY20240" fmla="*/ 846868 h 2767298"/>
              <a:gd name="connsiteX20241" fmla="*/ 3052183 w 4752801"/>
              <a:gd name="connsiteY20241" fmla="*/ 846868 h 2767298"/>
              <a:gd name="connsiteX20242" fmla="*/ 3053398 w 4752801"/>
              <a:gd name="connsiteY20242" fmla="*/ 847273 h 2767298"/>
              <a:gd name="connsiteX20243" fmla="*/ 3056636 w 4752801"/>
              <a:gd name="connsiteY20243" fmla="*/ 852940 h 2767298"/>
              <a:gd name="connsiteX20244" fmla="*/ 3056636 w 4752801"/>
              <a:gd name="connsiteY20244" fmla="*/ 854155 h 2767298"/>
              <a:gd name="connsiteX20245" fmla="*/ 3053398 w 4752801"/>
              <a:gd name="connsiteY20245" fmla="*/ 859822 h 2767298"/>
              <a:gd name="connsiteX20246" fmla="*/ 3052183 w 4752801"/>
              <a:gd name="connsiteY20246" fmla="*/ 860227 h 2767298"/>
              <a:gd name="connsiteX20247" fmla="*/ 3045706 w 4752801"/>
              <a:gd name="connsiteY20247" fmla="*/ 860227 h 2767298"/>
              <a:gd name="connsiteX20248" fmla="*/ 3044492 w 4752801"/>
              <a:gd name="connsiteY20248" fmla="*/ 859822 h 2767298"/>
              <a:gd name="connsiteX20249" fmla="*/ 3041254 w 4752801"/>
              <a:gd name="connsiteY20249" fmla="*/ 854155 h 2767298"/>
              <a:gd name="connsiteX20250" fmla="*/ 3041254 w 4752801"/>
              <a:gd name="connsiteY20250" fmla="*/ 852940 h 2767298"/>
              <a:gd name="connsiteX20251" fmla="*/ 3044492 w 4752801"/>
              <a:gd name="connsiteY20251" fmla="*/ 847273 h 2767298"/>
              <a:gd name="connsiteX20252" fmla="*/ 3045706 w 4752801"/>
              <a:gd name="connsiteY20252" fmla="*/ 846868 h 2767298"/>
              <a:gd name="connsiteX20253" fmla="*/ 3814446 w 4752801"/>
              <a:gd name="connsiteY20253" fmla="*/ 846463 h 2767298"/>
              <a:gd name="connsiteX20254" fmla="*/ 3821732 w 4752801"/>
              <a:gd name="connsiteY20254" fmla="*/ 846463 h 2767298"/>
              <a:gd name="connsiteX20255" fmla="*/ 3822947 w 4752801"/>
              <a:gd name="connsiteY20255" fmla="*/ 847273 h 2767298"/>
              <a:gd name="connsiteX20256" fmla="*/ 3826590 w 4752801"/>
              <a:gd name="connsiteY20256" fmla="*/ 853345 h 2767298"/>
              <a:gd name="connsiteX20257" fmla="*/ 3826590 w 4752801"/>
              <a:gd name="connsiteY20257" fmla="*/ 854559 h 2767298"/>
              <a:gd name="connsiteX20258" fmla="*/ 3822947 w 4752801"/>
              <a:gd name="connsiteY20258" fmla="*/ 860631 h 2767298"/>
              <a:gd name="connsiteX20259" fmla="*/ 3821732 w 4752801"/>
              <a:gd name="connsiteY20259" fmla="*/ 861441 h 2767298"/>
              <a:gd name="connsiteX20260" fmla="*/ 3814446 w 4752801"/>
              <a:gd name="connsiteY20260" fmla="*/ 861441 h 2767298"/>
              <a:gd name="connsiteX20261" fmla="*/ 3813231 w 4752801"/>
              <a:gd name="connsiteY20261" fmla="*/ 860631 h 2767298"/>
              <a:gd name="connsiteX20262" fmla="*/ 3809588 w 4752801"/>
              <a:gd name="connsiteY20262" fmla="*/ 854559 h 2767298"/>
              <a:gd name="connsiteX20263" fmla="*/ 3809588 w 4752801"/>
              <a:gd name="connsiteY20263" fmla="*/ 853345 h 2767298"/>
              <a:gd name="connsiteX20264" fmla="*/ 3813231 w 4752801"/>
              <a:gd name="connsiteY20264" fmla="*/ 847273 h 2767298"/>
              <a:gd name="connsiteX20265" fmla="*/ 3814446 w 4752801"/>
              <a:gd name="connsiteY20265" fmla="*/ 846463 h 2767298"/>
              <a:gd name="connsiteX20266" fmla="*/ 2478564 w 4752801"/>
              <a:gd name="connsiteY20266" fmla="*/ 846463 h 2767298"/>
              <a:gd name="connsiteX20267" fmla="*/ 2485851 w 4752801"/>
              <a:gd name="connsiteY20267" fmla="*/ 846463 h 2767298"/>
              <a:gd name="connsiteX20268" fmla="*/ 2487065 w 4752801"/>
              <a:gd name="connsiteY20268" fmla="*/ 847273 h 2767298"/>
              <a:gd name="connsiteX20269" fmla="*/ 2490709 w 4752801"/>
              <a:gd name="connsiteY20269" fmla="*/ 853345 h 2767298"/>
              <a:gd name="connsiteX20270" fmla="*/ 2490709 w 4752801"/>
              <a:gd name="connsiteY20270" fmla="*/ 854559 h 2767298"/>
              <a:gd name="connsiteX20271" fmla="*/ 2487065 w 4752801"/>
              <a:gd name="connsiteY20271" fmla="*/ 860631 h 2767298"/>
              <a:gd name="connsiteX20272" fmla="*/ 2485851 w 4752801"/>
              <a:gd name="connsiteY20272" fmla="*/ 861441 h 2767298"/>
              <a:gd name="connsiteX20273" fmla="*/ 2478564 w 4752801"/>
              <a:gd name="connsiteY20273" fmla="*/ 861441 h 2767298"/>
              <a:gd name="connsiteX20274" fmla="*/ 2477350 w 4752801"/>
              <a:gd name="connsiteY20274" fmla="*/ 860631 h 2767298"/>
              <a:gd name="connsiteX20275" fmla="*/ 2473707 w 4752801"/>
              <a:gd name="connsiteY20275" fmla="*/ 854559 h 2767298"/>
              <a:gd name="connsiteX20276" fmla="*/ 2473707 w 4752801"/>
              <a:gd name="connsiteY20276" fmla="*/ 853345 h 2767298"/>
              <a:gd name="connsiteX20277" fmla="*/ 2477350 w 4752801"/>
              <a:gd name="connsiteY20277" fmla="*/ 847273 h 2767298"/>
              <a:gd name="connsiteX20278" fmla="*/ 2478564 w 4752801"/>
              <a:gd name="connsiteY20278" fmla="*/ 846463 h 2767298"/>
              <a:gd name="connsiteX20279" fmla="*/ 3855331 w 4752801"/>
              <a:gd name="connsiteY20279" fmla="*/ 846058 h 2767298"/>
              <a:gd name="connsiteX20280" fmla="*/ 3862213 w 4752801"/>
              <a:gd name="connsiteY20280" fmla="*/ 846058 h 2767298"/>
              <a:gd name="connsiteX20281" fmla="*/ 3863428 w 4752801"/>
              <a:gd name="connsiteY20281" fmla="*/ 846868 h 2767298"/>
              <a:gd name="connsiteX20282" fmla="*/ 3866666 w 4752801"/>
              <a:gd name="connsiteY20282" fmla="*/ 852940 h 2767298"/>
              <a:gd name="connsiteX20283" fmla="*/ 3866666 w 4752801"/>
              <a:gd name="connsiteY20283" fmla="*/ 854154 h 2767298"/>
              <a:gd name="connsiteX20284" fmla="*/ 3863428 w 4752801"/>
              <a:gd name="connsiteY20284" fmla="*/ 860226 h 2767298"/>
              <a:gd name="connsiteX20285" fmla="*/ 3862213 w 4752801"/>
              <a:gd name="connsiteY20285" fmla="*/ 861036 h 2767298"/>
              <a:gd name="connsiteX20286" fmla="*/ 3855331 w 4752801"/>
              <a:gd name="connsiteY20286" fmla="*/ 861036 h 2767298"/>
              <a:gd name="connsiteX20287" fmla="*/ 3854117 w 4752801"/>
              <a:gd name="connsiteY20287" fmla="*/ 860226 h 2767298"/>
              <a:gd name="connsiteX20288" fmla="*/ 3850879 w 4752801"/>
              <a:gd name="connsiteY20288" fmla="*/ 854154 h 2767298"/>
              <a:gd name="connsiteX20289" fmla="*/ 3850879 w 4752801"/>
              <a:gd name="connsiteY20289" fmla="*/ 852940 h 2767298"/>
              <a:gd name="connsiteX20290" fmla="*/ 3854117 w 4752801"/>
              <a:gd name="connsiteY20290" fmla="*/ 846868 h 2767298"/>
              <a:gd name="connsiteX20291" fmla="*/ 3855331 w 4752801"/>
              <a:gd name="connsiteY20291" fmla="*/ 846058 h 2767298"/>
              <a:gd name="connsiteX20292" fmla="*/ 3976775 w 4752801"/>
              <a:gd name="connsiteY20292" fmla="*/ 845653 h 2767298"/>
              <a:gd name="connsiteX20293" fmla="*/ 3984062 w 4752801"/>
              <a:gd name="connsiteY20293" fmla="*/ 845653 h 2767298"/>
              <a:gd name="connsiteX20294" fmla="*/ 3985276 w 4752801"/>
              <a:gd name="connsiteY20294" fmla="*/ 846463 h 2767298"/>
              <a:gd name="connsiteX20295" fmla="*/ 3988920 w 4752801"/>
              <a:gd name="connsiteY20295" fmla="*/ 852940 h 2767298"/>
              <a:gd name="connsiteX20296" fmla="*/ 3988920 w 4752801"/>
              <a:gd name="connsiteY20296" fmla="*/ 854154 h 2767298"/>
              <a:gd name="connsiteX20297" fmla="*/ 3985276 w 4752801"/>
              <a:gd name="connsiteY20297" fmla="*/ 860631 h 2767298"/>
              <a:gd name="connsiteX20298" fmla="*/ 3984062 w 4752801"/>
              <a:gd name="connsiteY20298" fmla="*/ 861441 h 2767298"/>
              <a:gd name="connsiteX20299" fmla="*/ 3976775 w 4752801"/>
              <a:gd name="connsiteY20299" fmla="*/ 861441 h 2767298"/>
              <a:gd name="connsiteX20300" fmla="*/ 3975561 w 4752801"/>
              <a:gd name="connsiteY20300" fmla="*/ 860631 h 2767298"/>
              <a:gd name="connsiteX20301" fmla="*/ 3971918 w 4752801"/>
              <a:gd name="connsiteY20301" fmla="*/ 854154 h 2767298"/>
              <a:gd name="connsiteX20302" fmla="*/ 3971918 w 4752801"/>
              <a:gd name="connsiteY20302" fmla="*/ 852940 h 2767298"/>
              <a:gd name="connsiteX20303" fmla="*/ 3975561 w 4752801"/>
              <a:gd name="connsiteY20303" fmla="*/ 846463 h 2767298"/>
              <a:gd name="connsiteX20304" fmla="*/ 3976775 w 4752801"/>
              <a:gd name="connsiteY20304" fmla="*/ 845653 h 2767298"/>
              <a:gd name="connsiteX20305" fmla="*/ 3895408 w 4752801"/>
              <a:gd name="connsiteY20305" fmla="*/ 845653 h 2767298"/>
              <a:gd name="connsiteX20306" fmla="*/ 3903505 w 4752801"/>
              <a:gd name="connsiteY20306" fmla="*/ 845653 h 2767298"/>
              <a:gd name="connsiteX20307" fmla="*/ 3904719 w 4752801"/>
              <a:gd name="connsiteY20307" fmla="*/ 846463 h 2767298"/>
              <a:gd name="connsiteX20308" fmla="*/ 3908767 w 4752801"/>
              <a:gd name="connsiteY20308" fmla="*/ 853344 h 2767298"/>
              <a:gd name="connsiteX20309" fmla="*/ 3908767 w 4752801"/>
              <a:gd name="connsiteY20309" fmla="*/ 854559 h 2767298"/>
              <a:gd name="connsiteX20310" fmla="*/ 3904719 w 4752801"/>
              <a:gd name="connsiteY20310" fmla="*/ 861441 h 2767298"/>
              <a:gd name="connsiteX20311" fmla="*/ 3903505 w 4752801"/>
              <a:gd name="connsiteY20311" fmla="*/ 861846 h 2767298"/>
              <a:gd name="connsiteX20312" fmla="*/ 3895408 w 4752801"/>
              <a:gd name="connsiteY20312" fmla="*/ 861846 h 2767298"/>
              <a:gd name="connsiteX20313" fmla="*/ 3894194 w 4752801"/>
              <a:gd name="connsiteY20313" fmla="*/ 861441 h 2767298"/>
              <a:gd name="connsiteX20314" fmla="*/ 3890146 w 4752801"/>
              <a:gd name="connsiteY20314" fmla="*/ 854559 h 2767298"/>
              <a:gd name="connsiteX20315" fmla="*/ 3890146 w 4752801"/>
              <a:gd name="connsiteY20315" fmla="*/ 853344 h 2767298"/>
              <a:gd name="connsiteX20316" fmla="*/ 3894194 w 4752801"/>
              <a:gd name="connsiteY20316" fmla="*/ 846463 h 2767298"/>
              <a:gd name="connsiteX20317" fmla="*/ 3895408 w 4752801"/>
              <a:gd name="connsiteY20317" fmla="*/ 845653 h 2767298"/>
              <a:gd name="connsiteX20318" fmla="*/ 3126669 w 4752801"/>
              <a:gd name="connsiteY20318" fmla="*/ 845653 h 2767298"/>
              <a:gd name="connsiteX20319" fmla="*/ 3133956 w 4752801"/>
              <a:gd name="connsiteY20319" fmla="*/ 845653 h 2767298"/>
              <a:gd name="connsiteX20320" fmla="*/ 3135170 w 4752801"/>
              <a:gd name="connsiteY20320" fmla="*/ 846463 h 2767298"/>
              <a:gd name="connsiteX20321" fmla="*/ 3138814 w 4752801"/>
              <a:gd name="connsiteY20321" fmla="*/ 852940 h 2767298"/>
              <a:gd name="connsiteX20322" fmla="*/ 3138814 w 4752801"/>
              <a:gd name="connsiteY20322" fmla="*/ 854154 h 2767298"/>
              <a:gd name="connsiteX20323" fmla="*/ 3135170 w 4752801"/>
              <a:gd name="connsiteY20323" fmla="*/ 860631 h 2767298"/>
              <a:gd name="connsiteX20324" fmla="*/ 3133956 w 4752801"/>
              <a:gd name="connsiteY20324" fmla="*/ 861441 h 2767298"/>
              <a:gd name="connsiteX20325" fmla="*/ 3126669 w 4752801"/>
              <a:gd name="connsiteY20325" fmla="*/ 861441 h 2767298"/>
              <a:gd name="connsiteX20326" fmla="*/ 3125455 w 4752801"/>
              <a:gd name="connsiteY20326" fmla="*/ 860631 h 2767298"/>
              <a:gd name="connsiteX20327" fmla="*/ 3121812 w 4752801"/>
              <a:gd name="connsiteY20327" fmla="*/ 854154 h 2767298"/>
              <a:gd name="connsiteX20328" fmla="*/ 3121812 w 4752801"/>
              <a:gd name="connsiteY20328" fmla="*/ 852940 h 2767298"/>
              <a:gd name="connsiteX20329" fmla="*/ 3125455 w 4752801"/>
              <a:gd name="connsiteY20329" fmla="*/ 846463 h 2767298"/>
              <a:gd name="connsiteX20330" fmla="*/ 3126669 w 4752801"/>
              <a:gd name="connsiteY20330" fmla="*/ 845653 h 2767298"/>
              <a:gd name="connsiteX20331" fmla="*/ 3004820 w 4752801"/>
              <a:gd name="connsiteY20331" fmla="*/ 845249 h 2767298"/>
              <a:gd name="connsiteX20332" fmla="*/ 3012512 w 4752801"/>
              <a:gd name="connsiteY20332" fmla="*/ 845249 h 2767298"/>
              <a:gd name="connsiteX20333" fmla="*/ 3013726 w 4752801"/>
              <a:gd name="connsiteY20333" fmla="*/ 846059 h 2767298"/>
              <a:gd name="connsiteX20334" fmla="*/ 3017774 w 4752801"/>
              <a:gd name="connsiteY20334" fmla="*/ 852940 h 2767298"/>
              <a:gd name="connsiteX20335" fmla="*/ 3017774 w 4752801"/>
              <a:gd name="connsiteY20335" fmla="*/ 854155 h 2767298"/>
              <a:gd name="connsiteX20336" fmla="*/ 3013726 w 4752801"/>
              <a:gd name="connsiteY20336" fmla="*/ 861037 h 2767298"/>
              <a:gd name="connsiteX20337" fmla="*/ 3012512 w 4752801"/>
              <a:gd name="connsiteY20337" fmla="*/ 861846 h 2767298"/>
              <a:gd name="connsiteX20338" fmla="*/ 3004820 w 4752801"/>
              <a:gd name="connsiteY20338" fmla="*/ 861846 h 2767298"/>
              <a:gd name="connsiteX20339" fmla="*/ 3003606 w 4752801"/>
              <a:gd name="connsiteY20339" fmla="*/ 861037 h 2767298"/>
              <a:gd name="connsiteX20340" fmla="*/ 2999558 w 4752801"/>
              <a:gd name="connsiteY20340" fmla="*/ 854155 h 2767298"/>
              <a:gd name="connsiteX20341" fmla="*/ 2999558 w 4752801"/>
              <a:gd name="connsiteY20341" fmla="*/ 852940 h 2767298"/>
              <a:gd name="connsiteX20342" fmla="*/ 3003606 w 4752801"/>
              <a:gd name="connsiteY20342" fmla="*/ 846059 h 2767298"/>
              <a:gd name="connsiteX20343" fmla="*/ 3004820 w 4752801"/>
              <a:gd name="connsiteY20343" fmla="*/ 845249 h 2767298"/>
              <a:gd name="connsiteX20344" fmla="*/ 2438083 w 4752801"/>
              <a:gd name="connsiteY20344" fmla="*/ 845249 h 2767298"/>
              <a:gd name="connsiteX20345" fmla="*/ 2446179 w 4752801"/>
              <a:gd name="connsiteY20345" fmla="*/ 845249 h 2767298"/>
              <a:gd name="connsiteX20346" fmla="*/ 2447394 w 4752801"/>
              <a:gd name="connsiteY20346" fmla="*/ 845654 h 2767298"/>
              <a:gd name="connsiteX20347" fmla="*/ 2451442 w 4752801"/>
              <a:gd name="connsiteY20347" fmla="*/ 852940 h 2767298"/>
              <a:gd name="connsiteX20348" fmla="*/ 2451442 w 4752801"/>
              <a:gd name="connsiteY20348" fmla="*/ 854155 h 2767298"/>
              <a:gd name="connsiteX20349" fmla="*/ 2447394 w 4752801"/>
              <a:gd name="connsiteY20349" fmla="*/ 861442 h 2767298"/>
              <a:gd name="connsiteX20350" fmla="*/ 2446179 w 4752801"/>
              <a:gd name="connsiteY20350" fmla="*/ 861846 h 2767298"/>
              <a:gd name="connsiteX20351" fmla="*/ 2438083 w 4752801"/>
              <a:gd name="connsiteY20351" fmla="*/ 861846 h 2767298"/>
              <a:gd name="connsiteX20352" fmla="*/ 2436869 w 4752801"/>
              <a:gd name="connsiteY20352" fmla="*/ 861442 h 2767298"/>
              <a:gd name="connsiteX20353" fmla="*/ 2432821 w 4752801"/>
              <a:gd name="connsiteY20353" fmla="*/ 854155 h 2767298"/>
              <a:gd name="connsiteX20354" fmla="*/ 2432821 w 4752801"/>
              <a:gd name="connsiteY20354" fmla="*/ 852940 h 2767298"/>
              <a:gd name="connsiteX20355" fmla="*/ 2436869 w 4752801"/>
              <a:gd name="connsiteY20355" fmla="*/ 845654 h 2767298"/>
              <a:gd name="connsiteX20356" fmla="*/ 2438083 w 4752801"/>
              <a:gd name="connsiteY20356" fmla="*/ 845249 h 2767298"/>
              <a:gd name="connsiteX20357" fmla="*/ 3166341 w 4752801"/>
              <a:gd name="connsiteY20357" fmla="*/ 844844 h 2767298"/>
              <a:gd name="connsiteX20358" fmla="*/ 3175247 w 4752801"/>
              <a:gd name="connsiteY20358" fmla="*/ 844844 h 2767298"/>
              <a:gd name="connsiteX20359" fmla="*/ 3176461 w 4752801"/>
              <a:gd name="connsiteY20359" fmla="*/ 845249 h 2767298"/>
              <a:gd name="connsiteX20360" fmla="*/ 3180914 w 4752801"/>
              <a:gd name="connsiteY20360" fmla="*/ 852940 h 2767298"/>
              <a:gd name="connsiteX20361" fmla="*/ 3180914 w 4752801"/>
              <a:gd name="connsiteY20361" fmla="*/ 854155 h 2767298"/>
              <a:gd name="connsiteX20362" fmla="*/ 3176461 w 4752801"/>
              <a:gd name="connsiteY20362" fmla="*/ 861846 h 2767298"/>
              <a:gd name="connsiteX20363" fmla="*/ 3175247 w 4752801"/>
              <a:gd name="connsiteY20363" fmla="*/ 862251 h 2767298"/>
              <a:gd name="connsiteX20364" fmla="*/ 3166341 w 4752801"/>
              <a:gd name="connsiteY20364" fmla="*/ 862251 h 2767298"/>
              <a:gd name="connsiteX20365" fmla="*/ 3165126 w 4752801"/>
              <a:gd name="connsiteY20365" fmla="*/ 861846 h 2767298"/>
              <a:gd name="connsiteX20366" fmla="*/ 3160674 w 4752801"/>
              <a:gd name="connsiteY20366" fmla="*/ 854155 h 2767298"/>
              <a:gd name="connsiteX20367" fmla="*/ 3160674 w 4752801"/>
              <a:gd name="connsiteY20367" fmla="*/ 852940 h 2767298"/>
              <a:gd name="connsiteX20368" fmla="*/ 3165126 w 4752801"/>
              <a:gd name="connsiteY20368" fmla="*/ 845249 h 2767298"/>
              <a:gd name="connsiteX20369" fmla="*/ 3166341 w 4752801"/>
              <a:gd name="connsiteY20369" fmla="*/ 844844 h 2767298"/>
              <a:gd name="connsiteX20370" fmla="*/ 2316235 w 4752801"/>
              <a:gd name="connsiteY20370" fmla="*/ 844844 h 2767298"/>
              <a:gd name="connsiteX20371" fmla="*/ 2325141 w 4752801"/>
              <a:gd name="connsiteY20371" fmla="*/ 844844 h 2767298"/>
              <a:gd name="connsiteX20372" fmla="*/ 2326355 w 4752801"/>
              <a:gd name="connsiteY20372" fmla="*/ 845654 h 2767298"/>
              <a:gd name="connsiteX20373" fmla="*/ 2330808 w 4752801"/>
              <a:gd name="connsiteY20373" fmla="*/ 853345 h 2767298"/>
              <a:gd name="connsiteX20374" fmla="*/ 2330808 w 4752801"/>
              <a:gd name="connsiteY20374" fmla="*/ 854559 h 2767298"/>
              <a:gd name="connsiteX20375" fmla="*/ 2326355 w 4752801"/>
              <a:gd name="connsiteY20375" fmla="*/ 862251 h 2767298"/>
              <a:gd name="connsiteX20376" fmla="*/ 2325141 w 4752801"/>
              <a:gd name="connsiteY20376" fmla="*/ 863061 h 2767298"/>
              <a:gd name="connsiteX20377" fmla="*/ 2316235 w 4752801"/>
              <a:gd name="connsiteY20377" fmla="*/ 863061 h 2767298"/>
              <a:gd name="connsiteX20378" fmla="*/ 2315021 w 4752801"/>
              <a:gd name="connsiteY20378" fmla="*/ 862251 h 2767298"/>
              <a:gd name="connsiteX20379" fmla="*/ 2310568 w 4752801"/>
              <a:gd name="connsiteY20379" fmla="*/ 854559 h 2767298"/>
              <a:gd name="connsiteX20380" fmla="*/ 2310568 w 4752801"/>
              <a:gd name="connsiteY20380" fmla="*/ 853345 h 2767298"/>
              <a:gd name="connsiteX20381" fmla="*/ 2315021 w 4752801"/>
              <a:gd name="connsiteY20381" fmla="*/ 845654 h 2767298"/>
              <a:gd name="connsiteX20382" fmla="*/ 2316235 w 4752801"/>
              <a:gd name="connsiteY20382" fmla="*/ 844844 h 2767298"/>
              <a:gd name="connsiteX20383" fmla="*/ 3935080 w 4752801"/>
              <a:gd name="connsiteY20383" fmla="*/ 844439 h 2767298"/>
              <a:gd name="connsiteX20384" fmla="*/ 3944795 w 4752801"/>
              <a:gd name="connsiteY20384" fmla="*/ 844439 h 2767298"/>
              <a:gd name="connsiteX20385" fmla="*/ 3946010 w 4752801"/>
              <a:gd name="connsiteY20385" fmla="*/ 844844 h 2767298"/>
              <a:gd name="connsiteX20386" fmla="*/ 3950868 w 4752801"/>
              <a:gd name="connsiteY20386" fmla="*/ 853345 h 2767298"/>
              <a:gd name="connsiteX20387" fmla="*/ 3950868 w 4752801"/>
              <a:gd name="connsiteY20387" fmla="*/ 854559 h 2767298"/>
              <a:gd name="connsiteX20388" fmla="*/ 3946010 w 4752801"/>
              <a:gd name="connsiteY20388" fmla="*/ 863060 h 2767298"/>
              <a:gd name="connsiteX20389" fmla="*/ 3944795 w 4752801"/>
              <a:gd name="connsiteY20389" fmla="*/ 863465 h 2767298"/>
              <a:gd name="connsiteX20390" fmla="*/ 3935080 w 4752801"/>
              <a:gd name="connsiteY20390" fmla="*/ 863465 h 2767298"/>
              <a:gd name="connsiteX20391" fmla="*/ 3933866 w 4752801"/>
              <a:gd name="connsiteY20391" fmla="*/ 863060 h 2767298"/>
              <a:gd name="connsiteX20392" fmla="*/ 3929008 w 4752801"/>
              <a:gd name="connsiteY20392" fmla="*/ 854559 h 2767298"/>
              <a:gd name="connsiteX20393" fmla="*/ 3929008 w 4752801"/>
              <a:gd name="connsiteY20393" fmla="*/ 853345 h 2767298"/>
              <a:gd name="connsiteX20394" fmla="*/ 3933866 w 4752801"/>
              <a:gd name="connsiteY20394" fmla="*/ 844844 h 2767298"/>
              <a:gd name="connsiteX20395" fmla="*/ 3935080 w 4752801"/>
              <a:gd name="connsiteY20395" fmla="*/ 844439 h 2767298"/>
              <a:gd name="connsiteX20396" fmla="*/ 3772750 w 4752801"/>
              <a:gd name="connsiteY20396" fmla="*/ 844439 h 2767298"/>
              <a:gd name="connsiteX20397" fmla="*/ 3782465 w 4752801"/>
              <a:gd name="connsiteY20397" fmla="*/ 844439 h 2767298"/>
              <a:gd name="connsiteX20398" fmla="*/ 3783680 w 4752801"/>
              <a:gd name="connsiteY20398" fmla="*/ 845249 h 2767298"/>
              <a:gd name="connsiteX20399" fmla="*/ 3788538 w 4752801"/>
              <a:gd name="connsiteY20399" fmla="*/ 853345 h 2767298"/>
              <a:gd name="connsiteX20400" fmla="*/ 3788538 w 4752801"/>
              <a:gd name="connsiteY20400" fmla="*/ 854559 h 2767298"/>
              <a:gd name="connsiteX20401" fmla="*/ 3783680 w 4752801"/>
              <a:gd name="connsiteY20401" fmla="*/ 862656 h 2767298"/>
              <a:gd name="connsiteX20402" fmla="*/ 3782465 w 4752801"/>
              <a:gd name="connsiteY20402" fmla="*/ 863465 h 2767298"/>
              <a:gd name="connsiteX20403" fmla="*/ 3772750 w 4752801"/>
              <a:gd name="connsiteY20403" fmla="*/ 863465 h 2767298"/>
              <a:gd name="connsiteX20404" fmla="*/ 3771536 w 4752801"/>
              <a:gd name="connsiteY20404" fmla="*/ 862656 h 2767298"/>
              <a:gd name="connsiteX20405" fmla="*/ 3766678 w 4752801"/>
              <a:gd name="connsiteY20405" fmla="*/ 854559 h 2767298"/>
              <a:gd name="connsiteX20406" fmla="*/ 3766678 w 4752801"/>
              <a:gd name="connsiteY20406" fmla="*/ 853345 h 2767298"/>
              <a:gd name="connsiteX20407" fmla="*/ 3771536 w 4752801"/>
              <a:gd name="connsiteY20407" fmla="*/ 845249 h 2767298"/>
              <a:gd name="connsiteX20408" fmla="*/ 3772750 w 4752801"/>
              <a:gd name="connsiteY20408" fmla="*/ 844439 h 2767298"/>
              <a:gd name="connsiteX20409" fmla="*/ 3570748 w 4752801"/>
              <a:gd name="connsiteY20409" fmla="*/ 844439 h 2767298"/>
              <a:gd name="connsiteX20410" fmla="*/ 3580059 w 4752801"/>
              <a:gd name="connsiteY20410" fmla="*/ 844439 h 2767298"/>
              <a:gd name="connsiteX20411" fmla="*/ 3581273 w 4752801"/>
              <a:gd name="connsiteY20411" fmla="*/ 844844 h 2767298"/>
              <a:gd name="connsiteX20412" fmla="*/ 3585726 w 4752801"/>
              <a:gd name="connsiteY20412" fmla="*/ 852940 h 2767298"/>
              <a:gd name="connsiteX20413" fmla="*/ 3585726 w 4752801"/>
              <a:gd name="connsiteY20413" fmla="*/ 854155 h 2767298"/>
              <a:gd name="connsiteX20414" fmla="*/ 3581273 w 4752801"/>
              <a:gd name="connsiteY20414" fmla="*/ 862251 h 2767298"/>
              <a:gd name="connsiteX20415" fmla="*/ 3580059 w 4752801"/>
              <a:gd name="connsiteY20415" fmla="*/ 862656 h 2767298"/>
              <a:gd name="connsiteX20416" fmla="*/ 3570748 w 4752801"/>
              <a:gd name="connsiteY20416" fmla="*/ 862656 h 2767298"/>
              <a:gd name="connsiteX20417" fmla="*/ 3569534 w 4752801"/>
              <a:gd name="connsiteY20417" fmla="*/ 862251 h 2767298"/>
              <a:gd name="connsiteX20418" fmla="*/ 3565081 w 4752801"/>
              <a:gd name="connsiteY20418" fmla="*/ 854155 h 2767298"/>
              <a:gd name="connsiteX20419" fmla="*/ 3565081 w 4752801"/>
              <a:gd name="connsiteY20419" fmla="*/ 852940 h 2767298"/>
              <a:gd name="connsiteX20420" fmla="*/ 3569534 w 4752801"/>
              <a:gd name="connsiteY20420" fmla="*/ 844844 h 2767298"/>
              <a:gd name="connsiteX20421" fmla="*/ 3570748 w 4752801"/>
              <a:gd name="connsiteY20421" fmla="*/ 844439 h 2767298"/>
              <a:gd name="connsiteX20422" fmla="*/ 3530672 w 4752801"/>
              <a:gd name="connsiteY20422" fmla="*/ 844439 h 2767298"/>
              <a:gd name="connsiteX20423" fmla="*/ 3539578 w 4752801"/>
              <a:gd name="connsiteY20423" fmla="*/ 844439 h 2767298"/>
              <a:gd name="connsiteX20424" fmla="*/ 3540792 w 4752801"/>
              <a:gd name="connsiteY20424" fmla="*/ 845249 h 2767298"/>
              <a:gd name="connsiteX20425" fmla="*/ 3545245 w 4752801"/>
              <a:gd name="connsiteY20425" fmla="*/ 852940 h 2767298"/>
              <a:gd name="connsiteX20426" fmla="*/ 3545245 w 4752801"/>
              <a:gd name="connsiteY20426" fmla="*/ 854155 h 2767298"/>
              <a:gd name="connsiteX20427" fmla="*/ 3540792 w 4752801"/>
              <a:gd name="connsiteY20427" fmla="*/ 861846 h 2767298"/>
              <a:gd name="connsiteX20428" fmla="*/ 3539578 w 4752801"/>
              <a:gd name="connsiteY20428" fmla="*/ 862656 h 2767298"/>
              <a:gd name="connsiteX20429" fmla="*/ 3530672 w 4752801"/>
              <a:gd name="connsiteY20429" fmla="*/ 862656 h 2767298"/>
              <a:gd name="connsiteX20430" fmla="*/ 3529457 w 4752801"/>
              <a:gd name="connsiteY20430" fmla="*/ 861846 h 2767298"/>
              <a:gd name="connsiteX20431" fmla="*/ 3525005 w 4752801"/>
              <a:gd name="connsiteY20431" fmla="*/ 854155 h 2767298"/>
              <a:gd name="connsiteX20432" fmla="*/ 3525005 w 4752801"/>
              <a:gd name="connsiteY20432" fmla="*/ 852940 h 2767298"/>
              <a:gd name="connsiteX20433" fmla="*/ 3529457 w 4752801"/>
              <a:gd name="connsiteY20433" fmla="*/ 845249 h 2767298"/>
              <a:gd name="connsiteX20434" fmla="*/ 3530672 w 4752801"/>
              <a:gd name="connsiteY20434" fmla="*/ 844439 h 2767298"/>
              <a:gd name="connsiteX20435" fmla="*/ 3490191 w 4752801"/>
              <a:gd name="connsiteY20435" fmla="*/ 844439 h 2767298"/>
              <a:gd name="connsiteX20436" fmla="*/ 3499097 w 4752801"/>
              <a:gd name="connsiteY20436" fmla="*/ 844439 h 2767298"/>
              <a:gd name="connsiteX20437" fmla="*/ 3500311 w 4752801"/>
              <a:gd name="connsiteY20437" fmla="*/ 845249 h 2767298"/>
              <a:gd name="connsiteX20438" fmla="*/ 3504764 w 4752801"/>
              <a:gd name="connsiteY20438" fmla="*/ 852940 h 2767298"/>
              <a:gd name="connsiteX20439" fmla="*/ 3504764 w 4752801"/>
              <a:gd name="connsiteY20439" fmla="*/ 854155 h 2767298"/>
              <a:gd name="connsiteX20440" fmla="*/ 3500311 w 4752801"/>
              <a:gd name="connsiteY20440" fmla="*/ 861846 h 2767298"/>
              <a:gd name="connsiteX20441" fmla="*/ 3499097 w 4752801"/>
              <a:gd name="connsiteY20441" fmla="*/ 862656 h 2767298"/>
              <a:gd name="connsiteX20442" fmla="*/ 3490191 w 4752801"/>
              <a:gd name="connsiteY20442" fmla="*/ 862656 h 2767298"/>
              <a:gd name="connsiteX20443" fmla="*/ 3488976 w 4752801"/>
              <a:gd name="connsiteY20443" fmla="*/ 861846 h 2767298"/>
              <a:gd name="connsiteX20444" fmla="*/ 3484524 w 4752801"/>
              <a:gd name="connsiteY20444" fmla="*/ 854155 h 2767298"/>
              <a:gd name="connsiteX20445" fmla="*/ 3484524 w 4752801"/>
              <a:gd name="connsiteY20445" fmla="*/ 852940 h 2767298"/>
              <a:gd name="connsiteX20446" fmla="*/ 3488976 w 4752801"/>
              <a:gd name="connsiteY20446" fmla="*/ 845249 h 2767298"/>
              <a:gd name="connsiteX20447" fmla="*/ 3490191 w 4752801"/>
              <a:gd name="connsiteY20447" fmla="*/ 844439 h 2767298"/>
              <a:gd name="connsiteX20448" fmla="*/ 3449305 w 4752801"/>
              <a:gd name="connsiteY20448" fmla="*/ 844439 h 2767298"/>
              <a:gd name="connsiteX20449" fmla="*/ 3459020 w 4752801"/>
              <a:gd name="connsiteY20449" fmla="*/ 844439 h 2767298"/>
              <a:gd name="connsiteX20450" fmla="*/ 3460235 w 4752801"/>
              <a:gd name="connsiteY20450" fmla="*/ 844844 h 2767298"/>
              <a:gd name="connsiteX20451" fmla="*/ 3465093 w 4752801"/>
              <a:gd name="connsiteY20451" fmla="*/ 853345 h 2767298"/>
              <a:gd name="connsiteX20452" fmla="*/ 3465093 w 4752801"/>
              <a:gd name="connsiteY20452" fmla="*/ 854559 h 2767298"/>
              <a:gd name="connsiteX20453" fmla="*/ 3460235 w 4752801"/>
              <a:gd name="connsiteY20453" fmla="*/ 863060 h 2767298"/>
              <a:gd name="connsiteX20454" fmla="*/ 3459020 w 4752801"/>
              <a:gd name="connsiteY20454" fmla="*/ 863465 h 2767298"/>
              <a:gd name="connsiteX20455" fmla="*/ 3449305 w 4752801"/>
              <a:gd name="connsiteY20455" fmla="*/ 863465 h 2767298"/>
              <a:gd name="connsiteX20456" fmla="*/ 3448091 w 4752801"/>
              <a:gd name="connsiteY20456" fmla="*/ 863060 h 2767298"/>
              <a:gd name="connsiteX20457" fmla="*/ 3443233 w 4752801"/>
              <a:gd name="connsiteY20457" fmla="*/ 854559 h 2767298"/>
              <a:gd name="connsiteX20458" fmla="*/ 3443233 w 4752801"/>
              <a:gd name="connsiteY20458" fmla="*/ 853345 h 2767298"/>
              <a:gd name="connsiteX20459" fmla="*/ 3448091 w 4752801"/>
              <a:gd name="connsiteY20459" fmla="*/ 844844 h 2767298"/>
              <a:gd name="connsiteX20460" fmla="*/ 3449305 w 4752801"/>
              <a:gd name="connsiteY20460" fmla="*/ 844439 h 2767298"/>
              <a:gd name="connsiteX20461" fmla="*/ 3731863 w 4752801"/>
              <a:gd name="connsiteY20461" fmla="*/ 843629 h 2767298"/>
              <a:gd name="connsiteX20462" fmla="*/ 3742793 w 4752801"/>
              <a:gd name="connsiteY20462" fmla="*/ 843629 h 2767298"/>
              <a:gd name="connsiteX20463" fmla="*/ 3744008 w 4752801"/>
              <a:gd name="connsiteY20463" fmla="*/ 844034 h 2767298"/>
              <a:gd name="connsiteX20464" fmla="*/ 3749271 w 4752801"/>
              <a:gd name="connsiteY20464" fmla="*/ 853344 h 2767298"/>
              <a:gd name="connsiteX20465" fmla="*/ 3749271 w 4752801"/>
              <a:gd name="connsiteY20465" fmla="*/ 854559 h 2767298"/>
              <a:gd name="connsiteX20466" fmla="*/ 3744008 w 4752801"/>
              <a:gd name="connsiteY20466" fmla="*/ 863870 h 2767298"/>
              <a:gd name="connsiteX20467" fmla="*/ 3742793 w 4752801"/>
              <a:gd name="connsiteY20467" fmla="*/ 864274 h 2767298"/>
              <a:gd name="connsiteX20468" fmla="*/ 3731863 w 4752801"/>
              <a:gd name="connsiteY20468" fmla="*/ 864274 h 2767298"/>
              <a:gd name="connsiteX20469" fmla="*/ 3730649 w 4752801"/>
              <a:gd name="connsiteY20469" fmla="*/ 863870 h 2767298"/>
              <a:gd name="connsiteX20470" fmla="*/ 3725387 w 4752801"/>
              <a:gd name="connsiteY20470" fmla="*/ 854559 h 2767298"/>
              <a:gd name="connsiteX20471" fmla="*/ 3725387 w 4752801"/>
              <a:gd name="connsiteY20471" fmla="*/ 853344 h 2767298"/>
              <a:gd name="connsiteX20472" fmla="*/ 3730649 w 4752801"/>
              <a:gd name="connsiteY20472" fmla="*/ 844034 h 2767298"/>
              <a:gd name="connsiteX20473" fmla="*/ 3731863 w 4752801"/>
              <a:gd name="connsiteY20473" fmla="*/ 843629 h 2767298"/>
              <a:gd name="connsiteX20474" fmla="*/ 3610420 w 4752801"/>
              <a:gd name="connsiteY20474" fmla="*/ 843629 h 2767298"/>
              <a:gd name="connsiteX20475" fmla="*/ 3620945 w 4752801"/>
              <a:gd name="connsiteY20475" fmla="*/ 843629 h 2767298"/>
              <a:gd name="connsiteX20476" fmla="*/ 3622160 w 4752801"/>
              <a:gd name="connsiteY20476" fmla="*/ 844439 h 2767298"/>
              <a:gd name="connsiteX20477" fmla="*/ 3627422 w 4752801"/>
              <a:gd name="connsiteY20477" fmla="*/ 853344 h 2767298"/>
              <a:gd name="connsiteX20478" fmla="*/ 3627422 w 4752801"/>
              <a:gd name="connsiteY20478" fmla="*/ 854559 h 2767298"/>
              <a:gd name="connsiteX20479" fmla="*/ 3622160 w 4752801"/>
              <a:gd name="connsiteY20479" fmla="*/ 863465 h 2767298"/>
              <a:gd name="connsiteX20480" fmla="*/ 3620945 w 4752801"/>
              <a:gd name="connsiteY20480" fmla="*/ 864274 h 2767298"/>
              <a:gd name="connsiteX20481" fmla="*/ 3610420 w 4752801"/>
              <a:gd name="connsiteY20481" fmla="*/ 864274 h 2767298"/>
              <a:gd name="connsiteX20482" fmla="*/ 3609206 w 4752801"/>
              <a:gd name="connsiteY20482" fmla="*/ 863465 h 2767298"/>
              <a:gd name="connsiteX20483" fmla="*/ 3603944 w 4752801"/>
              <a:gd name="connsiteY20483" fmla="*/ 854559 h 2767298"/>
              <a:gd name="connsiteX20484" fmla="*/ 3603944 w 4752801"/>
              <a:gd name="connsiteY20484" fmla="*/ 853344 h 2767298"/>
              <a:gd name="connsiteX20485" fmla="*/ 3609206 w 4752801"/>
              <a:gd name="connsiteY20485" fmla="*/ 844439 h 2767298"/>
              <a:gd name="connsiteX20486" fmla="*/ 3610420 w 4752801"/>
              <a:gd name="connsiteY20486" fmla="*/ 843629 h 2767298"/>
              <a:gd name="connsiteX20487" fmla="*/ 3206012 w 4752801"/>
              <a:gd name="connsiteY20487" fmla="*/ 843629 h 2767298"/>
              <a:gd name="connsiteX20488" fmla="*/ 3216133 w 4752801"/>
              <a:gd name="connsiteY20488" fmla="*/ 843629 h 2767298"/>
              <a:gd name="connsiteX20489" fmla="*/ 3217347 w 4752801"/>
              <a:gd name="connsiteY20489" fmla="*/ 844034 h 2767298"/>
              <a:gd name="connsiteX20490" fmla="*/ 3222610 w 4752801"/>
              <a:gd name="connsiteY20490" fmla="*/ 852940 h 2767298"/>
              <a:gd name="connsiteX20491" fmla="*/ 3222610 w 4752801"/>
              <a:gd name="connsiteY20491" fmla="*/ 854154 h 2767298"/>
              <a:gd name="connsiteX20492" fmla="*/ 3217347 w 4752801"/>
              <a:gd name="connsiteY20492" fmla="*/ 863060 h 2767298"/>
              <a:gd name="connsiteX20493" fmla="*/ 3216133 w 4752801"/>
              <a:gd name="connsiteY20493" fmla="*/ 863465 h 2767298"/>
              <a:gd name="connsiteX20494" fmla="*/ 3206012 w 4752801"/>
              <a:gd name="connsiteY20494" fmla="*/ 863465 h 2767298"/>
              <a:gd name="connsiteX20495" fmla="*/ 3204798 w 4752801"/>
              <a:gd name="connsiteY20495" fmla="*/ 863060 h 2767298"/>
              <a:gd name="connsiteX20496" fmla="*/ 3199536 w 4752801"/>
              <a:gd name="connsiteY20496" fmla="*/ 854154 h 2767298"/>
              <a:gd name="connsiteX20497" fmla="*/ 3199536 w 4752801"/>
              <a:gd name="connsiteY20497" fmla="*/ 852940 h 2767298"/>
              <a:gd name="connsiteX20498" fmla="*/ 3204798 w 4752801"/>
              <a:gd name="connsiteY20498" fmla="*/ 844034 h 2767298"/>
              <a:gd name="connsiteX20499" fmla="*/ 3206012 w 4752801"/>
              <a:gd name="connsiteY20499" fmla="*/ 843629 h 2767298"/>
              <a:gd name="connsiteX20500" fmla="*/ 2396793 w 4752801"/>
              <a:gd name="connsiteY20500" fmla="*/ 843629 h 2767298"/>
              <a:gd name="connsiteX20501" fmla="*/ 2406508 w 4752801"/>
              <a:gd name="connsiteY20501" fmla="*/ 843629 h 2767298"/>
              <a:gd name="connsiteX20502" fmla="*/ 2407723 w 4752801"/>
              <a:gd name="connsiteY20502" fmla="*/ 844439 h 2767298"/>
              <a:gd name="connsiteX20503" fmla="*/ 2412581 w 4752801"/>
              <a:gd name="connsiteY20503" fmla="*/ 852940 h 2767298"/>
              <a:gd name="connsiteX20504" fmla="*/ 2412581 w 4752801"/>
              <a:gd name="connsiteY20504" fmla="*/ 854154 h 2767298"/>
              <a:gd name="connsiteX20505" fmla="*/ 2407723 w 4752801"/>
              <a:gd name="connsiteY20505" fmla="*/ 862655 h 2767298"/>
              <a:gd name="connsiteX20506" fmla="*/ 2406508 w 4752801"/>
              <a:gd name="connsiteY20506" fmla="*/ 863465 h 2767298"/>
              <a:gd name="connsiteX20507" fmla="*/ 2396793 w 4752801"/>
              <a:gd name="connsiteY20507" fmla="*/ 863465 h 2767298"/>
              <a:gd name="connsiteX20508" fmla="*/ 2395578 w 4752801"/>
              <a:gd name="connsiteY20508" fmla="*/ 862655 h 2767298"/>
              <a:gd name="connsiteX20509" fmla="*/ 2390721 w 4752801"/>
              <a:gd name="connsiteY20509" fmla="*/ 854154 h 2767298"/>
              <a:gd name="connsiteX20510" fmla="*/ 2390721 w 4752801"/>
              <a:gd name="connsiteY20510" fmla="*/ 852940 h 2767298"/>
              <a:gd name="connsiteX20511" fmla="*/ 2395578 w 4752801"/>
              <a:gd name="connsiteY20511" fmla="*/ 844439 h 2767298"/>
              <a:gd name="connsiteX20512" fmla="*/ 2396793 w 4752801"/>
              <a:gd name="connsiteY20512" fmla="*/ 843629 h 2767298"/>
              <a:gd name="connsiteX20513" fmla="*/ 2355906 w 4752801"/>
              <a:gd name="connsiteY20513" fmla="*/ 843224 h 2767298"/>
              <a:gd name="connsiteX20514" fmla="*/ 2366026 w 4752801"/>
              <a:gd name="connsiteY20514" fmla="*/ 843224 h 2767298"/>
              <a:gd name="connsiteX20515" fmla="*/ 2367241 w 4752801"/>
              <a:gd name="connsiteY20515" fmla="*/ 844034 h 2767298"/>
              <a:gd name="connsiteX20516" fmla="*/ 2372098 w 4752801"/>
              <a:gd name="connsiteY20516" fmla="*/ 852939 h 2767298"/>
              <a:gd name="connsiteX20517" fmla="*/ 2372098 w 4752801"/>
              <a:gd name="connsiteY20517" fmla="*/ 854154 h 2767298"/>
              <a:gd name="connsiteX20518" fmla="*/ 2367241 w 4752801"/>
              <a:gd name="connsiteY20518" fmla="*/ 863060 h 2767298"/>
              <a:gd name="connsiteX20519" fmla="*/ 2366026 w 4752801"/>
              <a:gd name="connsiteY20519" fmla="*/ 863869 h 2767298"/>
              <a:gd name="connsiteX20520" fmla="*/ 2355906 w 4752801"/>
              <a:gd name="connsiteY20520" fmla="*/ 863869 h 2767298"/>
              <a:gd name="connsiteX20521" fmla="*/ 2354691 w 4752801"/>
              <a:gd name="connsiteY20521" fmla="*/ 863060 h 2767298"/>
              <a:gd name="connsiteX20522" fmla="*/ 2349834 w 4752801"/>
              <a:gd name="connsiteY20522" fmla="*/ 854154 h 2767298"/>
              <a:gd name="connsiteX20523" fmla="*/ 2349834 w 4752801"/>
              <a:gd name="connsiteY20523" fmla="*/ 852939 h 2767298"/>
              <a:gd name="connsiteX20524" fmla="*/ 2354691 w 4752801"/>
              <a:gd name="connsiteY20524" fmla="*/ 844034 h 2767298"/>
              <a:gd name="connsiteX20525" fmla="*/ 2355906 w 4752801"/>
              <a:gd name="connsiteY20525" fmla="*/ 843224 h 2767298"/>
              <a:gd name="connsiteX20526" fmla="*/ 3650497 w 4752801"/>
              <a:gd name="connsiteY20526" fmla="*/ 842820 h 2767298"/>
              <a:gd name="connsiteX20527" fmla="*/ 3661831 w 4752801"/>
              <a:gd name="connsiteY20527" fmla="*/ 842820 h 2767298"/>
              <a:gd name="connsiteX20528" fmla="*/ 3663046 w 4752801"/>
              <a:gd name="connsiteY20528" fmla="*/ 843630 h 2767298"/>
              <a:gd name="connsiteX20529" fmla="*/ 3668713 w 4752801"/>
              <a:gd name="connsiteY20529" fmla="*/ 853345 h 2767298"/>
              <a:gd name="connsiteX20530" fmla="*/ 3668713 w 4752801"/>
              <a:gd name="connsiteY20530" fmla="*/ 854560 h 2767298"/>
              <a:gd name="connsiteX20531" fmla="*/ 3663046 w 4752801"/>
              <a:gd name="connsiteY20531" fmla="*/ 864275 h 2767298"/>
              <a:gd name="connsiteX20532" fmla="*/ 3661831 w 4752801"/>
              <a:gd name="connsiteY20532" fmla="*/ 865085 h 2767298"/>
              <a:gd name="connsiteX20533" fmla="*/ 3650497 w 4752801"/>
              <a:gd name="connsiteY20533" fmla="*/ 865085 h 2767298"/>
              <a:gd name="connsiteX20534" fmla="*/ 3649282 w 4752801"/>
              <a:gd name="connsiteY20534" fmla="*/ 864275 h 2767298"/>
              <a:gd name="connsiteX20535" fmla="*/ 3643615 w 4752801"/>
              <a:gd name="connsiteY20535" fmla="*/ 854560 h 2767298"/>
              <a:gd name="connsiteX20536" fmla="*/ 3643615 w 4752801"/>
              <a:gd name="connsiteY20536" fmla="*/ 853345 h 2767298"/>
              <a:gd name="connsiteX20537" fmla="*/ 3649282 w 4752801"/>
              <a:gd name="connsiteY20537" fmla="*/ 843630 h 2767298"/>
              <a:gd name="connsiteX20538" fmla="*/ 3650497 w 4752801"/>
              <a:gd name="connsiteY20538" fmla="*/ 842820 h 2767298"/>
              <a:gd name="connsiteX20539" fmla="*/ 3408418 w 4752801"/>
              <a:gd name="connsiteY20539" fmla="*/ 842820 h 2767298"/>
              <a:gd name="connsiteX20540" fmla="*/ 3418943 w 4752801"/>
              <a:gd name="connsiteY20540" fmla="*/ 842820 h 2767298"/>
              <a:gd name="connsiteX20541" fmla="*/ 3420158 w 4752801"/>
              <a:gd name="connsiteY20541" fmla="*/ 843630 h 2767298"/>
              <a:gd name="connsiteX20542" fmla="*/ 3425421 w 4752801"/>
              <a:gd name="connsiteY20542" fmla="*/ 852940 h 2767298"/>
              <a:gd name="connsiteX20543" fmla="*/ 3425421 w 4752801"/>
              <a:gd name="connsiteY20543" fmla="*/ 854155 h 2767298"/>
              <a:gd name="connsiteX20544" fmla="*/ 3420158 w 4752801"/>
              <a:gd name="connsiteY20544" fmla="*/ 863465 h 2767298"/>
              <a:gd name="connsiteX20545" fmla="*/ 3418943 w 4752801"/>
              <a:gd name="connsiteY20545" fmla="*/ 864275 h 2767298"/>
              <a:gd name="connsiteX20546" fmla="*/ 3408418 w 4752801"/>
              <a:gd name="connsiteY20546" fmla="*/ 864275 h 2767298"/>
              <a:gd name="connsiteX20547" fmla="*/ 3407204 w 4752801"/>
              <a:gd name="connsiteY20547" fmla="*/ 863465 h 2767298"/>
              <a:gd name="connsiteX20548" fmla="*/ 3401942 w 4752801"/>
              <a:gd name="connsiteY20548" fmla="*/ 854155 h 2767298"/>
              <a:gd name="connsiteX20549" fmla="*/ 3401942 w 4752801"/>
              <a:gd name="connsiteY20549" fmla="*/ 852940 h 2767298"/>
              <a:gd name="connsiteX20550" fmla="*/ 3407204 w 4752801"/>
              <a:gd name="connsiteY20550" fmla="*/ 843630 h 2767298"/>
              <a:gd name="connsiteX20551" fmla="*/ 3408418 w 4752801"/>
              <a:gd name="connsiteY20551" fmla="*/ 842820 h 2767298"/>
              <a:gd name="connsiteX20552" fmla="*/ 3367533 w 4752801"/>
              <a:gd name="connsiteY20552" fmla="*/ 842010 h 2767298"/>
              <a:gd name="connsiteX20553" fmla="*/ 3378867 w 4752801"/>
              <a:gd name="connsiteY20553" fmla="*/ 842010 h 2767298"/>
              <a:gd name="connsiteX20554" fmla="*/ 3380082 w 4752801"/>
              <a:gd name="connsiteY20554" fmla="*/ 842820 h 2767298"/>
              <a:gd name="connsiteX20555" fmla="*/ 3385749 w 4752801"/>
              <a:gd name="connsiteY20555" fmla="*/ 852940 h 2767298"/>
              <a:gd name="connsiteX20556" fmla="*/ 3385749 w 4752801"/>
              <a:gd name="connsiteY20556" fmla="*/ 854154 h 2767298"/>
              <a:gd name="connsiteX20557" fmla="*/ 3380082 w 4752801"/>
              <a:gd name="connsiteY20557" fmla="*/ 864275 h 2767298"/>
              <a:gd name="connsiteX20558" fmla="*/ 3378867 w 4752801"/>
              <a:gd name="connsiteY20558" fmla="*/ 865084 h 2767298"/>
              <a:gd name="connsiteX20559" fmla="*/ 3367533 w 4752801"/>
              <a:gd name="connsiteY20559" fmla="*/ 865084 h 2767298"/>
              <a:gd name="connsiteX20560" fmla="*/ 3366318 w 4752801"/>
              <a:gd name="connsiteY20560" fmla="*/ 864275 h 2767298"/>
              <a:gd name="connsiteX20561" fmla="*/ 3360651 w 4752801"/>
              <a:gd name="connsiteY20561" fmla="*/ 854154 h 2767298"/>
              <a:gd name="connsiteX20562" fmla="*/ 3360651 w 4752801"/>
              <a:gd name="connsiteY20562" fmla="*/ 852940 h 2767298"/>
              <a:gd name="connsiteX20563" fmla="*/ 3366318 w 4752801"/>
              <a:gd name="connsiteY20563" fmla="*/ 842820 h 2767298"/>
              <a:gd name="connsiteX20564" fmla="*/ 3367533 w 4752801"/>
              <a:gd name="connsiteY20564" fmla="*/ 842010 h 2767298"/>
              <a:gd name="connsiteX20565" fmla="*/ 3245279 w 4752801"/>
              <a:gd name="connsiteY20565" fmla="*/ 841605 h 2767298"/>
              <a:gd name="connsiteX20566" fmla="*/ 3257828 w 4752801"/>
              <a:gd name="connsiteY20566" fmla="*/ 841605 h 2767298"/>
              <a:gd name="connsiteX20567" fmla="*/ 3259042 w 4752801"/>
              <a:gd name="connsiteY20567" fmla="*/ 842415 h 2767298"/>
              <a:gd name="connsiteX20568" fmla="*/ 3265520 w 4752801"/>
              <a:gd name="connsiteY20568" fmla="*/ 853345 h 2767298"/>
              <a:gd name="connsiteX20569" fmla="*/ 3265520 w 4752801"/>
              <a:gd name="connsiteY20569" fmla="*/ 854559 h 2767298"/>
              <a:gd name="connsiteX20570" fmla="*/ 3259042 w 4752801"/>
              <a:gd name="connsiteY20570" fmla="*/ 865489 h 2767298"/>
              <a:gd name="connsiteX20571" fmla="*/ 3257828 w 4752801"/>
              <a:gd name="connsiteY20571" fmla="*/ 866299 h 2767298"/>
              <a:gd name="connsiteX20572" fmla="*/ 3245279 w 4752801"/>
              <a:gd name="connsiteY20572" fmla="*/ 866299 h 2767298"/>
              <a:gd name="connsiteX20573" fmla="*/ 3244064 w 4752801"/>
              <a:gd name="connsiteY20573" fmla="*/ 865489 h 2767298"/>
              <a:gd name="connsiteX20574" fmla="*/ 3237588 w 4752801"/>
              <a:gd name="connsiteY20574" fmla="*/ 854559 h 2767298"/>
              <a:gd name="connsiteX20575" fmla="*/ 3237588 w 4752801"/>
              <a:gd name="connsiteY20575" fmla="*/ 853345 h 2767298"/>
              <a:gd name="connsiteX20576" fmla="*/ 3244064 w 4752801"/>
              <a:gd name="connsiteY20576" fmla="*/ 842415 h 2767298"/>
              <a:gd name="connsiteX20577" fmla="*/ 3245279 w 4752801"/>
              <a:gd name="connsiteY20577" fmla="*/ 841605 h 2767298"/>
              <a:gd name="connsiteX20578" fmla="*/ 3690168 w 4752801"/>
              <a:gd name="connsiteY20578" fmla="*/ 840391 h 2767298"/>
              <a:gd name="connsiteX20579" fmla="*/ 3703527 w 4752801"/>
              <a:gd name="connsiteY20579" fmla="*/ 840391 h 2767298"/>
              <a:gd name="connsiteX20580" fmla="*/ 3704741 w 4752801"/>
              <a:gd name="connsiteY20580" fmla="*/ 841201 h 2767298"/>
              <a:gd name="connsiteX20581" fmla="*/ 3711623 w 4752801"/>
              <a:gd name="connsiteY20581" fmla="*/ 852940 h 2767298"/>
              <a:gd name="connsiteX20582" fmla="*/ 3711623 w 4752801"/>
              <a:gd name="connsiteY20582" fmla="*/ 854155 h 2767298"/>
              <a:gd name="connsiteX20583" fmla="*/ 3704741 w 4752801"/>
              <a:gd name="connsiteY20583" fmla="*/ 865894 h 2767298"/>
              <a:gd name="connsiteX20584" fmla="*/ 3703527 w 4752801"/>
              <a:gd name="connsiteY20584" fmla="*/ 866704 h 2767298"/>
              <a:gd name="connsiteX20585" fmla="*/ 3690168 w 4752801"/>
              <a:gd name="connsiteY20585" fmla="*/ 866704 h 2767298"/>
              <a:gd name="connsiteX20586" fmla="*/ 3688954 w 4752801"/>
              <a:gd name="connsiteY20586" fmla="*/ 865894 h 2767298"/>
              <a:gd name="connsiteX20587" fmla="*/ 3682072 w 4752801"/>
              <a:gd name="connsiteY20587" fmla="*/ 854155 h 2767298"/>
              <a:gd name="connsiteX20588" fmla="*/ 3682072 w 4752801"/>
              <a:gd name="connsiteY20588" fmla="*/ 852940 h 2767298"/>
              <a:gd name="connsiteX20589" fmla="*/ 3688954 w 4752801"/>
              <a:gd name="connsiteY20589" fmla="*/ 841201 h 2767298"/>
              <a:gd name="connsiteX20590" fmla="*/ 3690168 w 4752801"/>
              <a:gd name="connsiteY20590" fmla="*/ 840391 h 2767298"/>
              <a:gd name="connsiteX20591" fmla="*/ 3284951 w 4752801"/>
              <a:gd name="connsiteY20591" fmla="*/ 840391 h 2767298"/>
              <a:gd name="connsiteX20592" fmla="*/ 3299119 w 4752801"/>
              <a:gd name="connsiteY20592" fmla="*/ 840391 h 2767298"/>
              <a:gd name="connsiteX20593" fmla="*/ 3300334 w 4752801"/>
              <a:gd name="connsiteY20593" fmla="*/ 841201 h 2767298"/>
              <a:gd name="connsiteX20594" fmla="*/ 3307215 w 4752801"/>
              <a:gd name="connsiteY20594" fmla="*/ 853345 h 2767298"/>
              <a:gd name="connsiteX20595" fmla="*/ 3307215 w 4752801"/>
              <a:gd name="connsiteY20595" fmla="*/ 854559 h 2767298"/>
              <a:gd name="connsiteX20596" fmla="*/ 3300334 w 4752801"/>
              <a:gd name="connsiteY20596" fmla="*/ 866704 h 2767298"/>
              <a:gd name="connsiteX20597" fmla="*/ 3299119 w 4752801"/>
              <a:gd name="connsiteY20597" fmla="*/ 867513 h 2767298"/>
              <a:gd name="connsiteX20598" fmla="*/ 3284951 w 4752801"/>
              <a:gd name="connsiteY20598" fmla="*/ 867513 h 2767298"/>
              <a:gd name="connsiteX20599" fmla="*/ 3283737 w 4752801"/>
              <a:gd name="connsiteY20599" fmla="*/ 866704 h 2767298"/>
              <a:gd name="connsiteX20600" fmla="*/ 3276855 w 4752801"/>
              <a:gd name="connsiteY20600" fmla="*/ 854559 h 2767298"/>
              <a:gd name="connsiteX20601" fmla="*/ 3276855 w 4752801"/>
              <a:gd name="connsiteY20601" fmla="*/ 853345 h 2767298"/>
              <a:gd name="connsiteX20602" fmla="*/ 3283737 w 4752801"/>
              <a:gd name="connsiteY20602" fmla="*/ 841201 h 2767298"/>
              <a:gd name="connsiteX20603" fmla="*/ 3284951 w 4752801"/>
              <a:gd name="connsiteY20603" fmla="*/ 840391 h 2767298"/>
              <a:gd name="connsiteX20604" fmla="*/ 3325837 w 4752801"/>
              <a:gd name="connsiteY20604" fmla="*/ 839986 h 2767298"/>
              <a:gd name="connsiteX20605" fmla="*/ 3339601 w 4752801"/>
              <a:gd name="connsiteY20605" fmla="*/ 839986 h 2767298"/>
              <a:gd name="connsiteX20606" fmla="*/ 3340815 w 4752801"/>
              <a:gd name="connsiteY20606" fmla="*/ 840796 h 2767298"/>
              <a:gd name="connsiteX20607" fmla="*/ 3347697 w 4752801"/>
              <a:gd name="connsiteY20607" fmla="*/ 852940 h 2767298"/>
              <a:gd name="connsiteX20608" fmla="*/ 3347697 w 4752801"/>
              <a:gd name="connsiteY20608" fmla="*/ 854154 h 2767298"/>
              <a:gd name="connsiteX20609" fmla="*/ 3340815 w 4752801"/>
              <a:gd name="connsiteY20609" fmla="*/ 866299 h 2767298"/>
              <a:gd name="connsiteX20610" fmla="*/ 3339601 w 4752801"/>
              <a:gd name="connsiteY20610" fmla="*/ 867108 h 2767298"/>
              <a:gd name="connsiteX20611" fmla="*/ 3325837 w 4752801"/>
              <a:gd name="connsiteY20611" fmla="*/ 867108 h 2767298"/>
              <a:gd name="connsiteX20612" fmla="*/ 3324623 w 4752801"/>
              <a:gd name="connsiteY20612" fmla="*/ 866299 h 2767298"/>
              <a:gd name="connsiteX20613" fmla="*/ 3317741 w 4752801"/>
              <a:gd name="connsiteY20613" fmla="*/ 854154 h 2767298"/>
              <a:gd name="connsiteX20614" fmla="*/ 3317741 w 4752801"/>
              <a:gd name="connsiteY20614" fmla="*/ 852940 h 2767298"/>
              <a:gd name="connsiteX20615" fmla="*/ 3324623 w 4752801"/>
              <a:gd name="connsiteY20615" fmla="*/ 840796 h 2767298"/>
              <a:gd name="connsiteX20616" fmla="*/ 3325837 w 4752801"/>
              <a:gd name="connsiteY20616" fmla="*/ 839986 h 2767298"/>
              <a:gd name="connsiteX20617" fmla="*/ 4464979 w 4752801"/>
              <a:gd name="connsiteY20617" fmla="*/ 810839 h 2767298"/>
              <a:gd name="connsiteX20618" fmla="*/ 4467813 w 4752801"/>
              <a:gd name="connsiteY20618" fmla="*/ 810839 h 2767298"/>
              <a:gd name="connsiteX20619" fmla="*/ 4469432 w 4752801"/>
              <a:gd name="connsiteY20619" fmla="*/ 813268 h 2767298"/>
              <a:gd name="connsiteX20620" fmla="*/ 4467813 w 4752801"/>
              <a:gd name="connsiteY20620" fmla="*/ 815697 h 2767298"/>
              <a:gd name="connsiteX20621" fmla="*/ 4464979 w 4752801"/>
              <a:gd name="connsiteY20621" fmla="*/ 815697 h 2767298"/>
              <a:gd name="connsiteX20622" fmla="*/ 4463360 w 4752801"/>
              <a:gd name="connsiteY20622" fmla="*/ 813268 h 2767298"/>
              <a:gd name="connsiteX20623" fmla="*/ 4424094 w 4752801"/>
              <a:gd name="connsiteY20623" fmla="*/ 810839 h 2767298"/>
              <a:gd name="connsiteX20624" fmla="*/ 4426927 w 4752801"/>
              <a:gd name="connsiteY20624" fmla="*/ 810839 h 2767298"/>
              <a:gd name="connsiteX20625" fmla="*/ 4428142 w 4752801"/>
              <a:gd name="connsiteY20625" fmla="*/ 813268 h 2767298"/>
              <a:gd name="connsiteX20626" fmla="*/ 4426927 w 4752801"/>
              <a:gd name="connsiteY20626" fmla="*/ 815697 h 2767298"/>
              <a:gd name="connsiteX20627" fmla="*/ 4424094 w 4752801"/>
              <a:gd name="connsiteY20627" fmla="*/ 815697 h 2767298"/>
              <a:gd name="connsiteX20628" fmla="*/ 4422879 w 4752801"/>
              <a:gd name="connsiteY20628" fmla="*/ 813268 h 2767298"/>
              <a:gd name="connsiteX20629" fmla="*/ 4343131 w 4752801"/>
              <a:gd name="connsiteY20629" fmla="*/ 810839 h 2767298"/>
              <a:gd name="connsiteX20630" fmla="*/ 4345964 w 4752801"/>
              <a:gd name="connsiteY20630" fmla="*/ 810839 h 2767298"/>
              <a:gd name="connsiteX20631" fmla="*/ 4347179 w 4752801"/>
              <a:gd name="connsiteY20631" fmla="*/ 813268 h 2767298"/>
              <a:gd name="connsiteX20632" fmla="*/ 4345964 w 4752801"/>
              <a:gd name="connsiteY20632" fmla="*/ 815697 h 2767298"/>
              <a:gd name="connsiteX20633" fmla="*/ 4343131 w 4752801"/>
              <a:gd name="connsiteY20633" fmla="*/ 815697 h 2767298"/>
              <a:gd name="connsiteX20634" fmla="*/ 4341916 w 4752801"/>
              <a:gd name="connsiteY20634" fmla="*/ 813268 h 2767298"/>
              <a:gd name="connsiteX20635" fmla="*/ 4262169 w 4752801"/>
              <a:gd name="connsiteY20635" fmla="*/ 810839 h 2767298"/>
              <a:gd name="connsiteX20636" fmla="*/ 4265002 w 4752801"/>
              <a:gd name="connsiteY20636" fmla="*/ 810839 h 2767298"/>
              <a:gd name="connsiteX20637" fmla="*/ 4266217 w 4752801"/>
              <a:gd name="connsiteY20637" fmla="*/ 813268 h 2767298"/>
              <a:gd name="connsiteX20638" fmla="*/ 4265002 w 4752801"/>
              <a:gd name="connsiteY20638" fmla="*/ 815697 h 2767298"/>
              <a:gd name="connsiteX20639" fmla="*/ 4262169 w 4752801"/>
              <a:gd name="connsiteY20639" fmla="*/ 815697 h 2767298"/>
              <a:gd name="connsiteX20640" fmla="*/ 4260954 w 4752801"/>
              <a:gd name="connsiteY20640" fmla="*/ 813268 h 2767298"/>
              <a:gd name="connsiteX20641" fmla="*/ 4222091 w 4752801"/>
              <a:gd name="connsiteY20641" fmla="*/ 810839 h 2767298"/>
              <a:gd name="connsiteX20642" fmla="*/ 4224925 w 4752801"/>
              <a:gd name="connsiteY20642" fmla="*/ 810839 h 2767298"/>
              <a:gd name="connsiteX20643" fmla="*/ 4226544 w 4752801"/>
              <a:gd name="connsiteY20643" fmla="*/ 813268 h 2767298"/>
              <a:gd name="connsiteX20644" fmla="*/ 4224925 w 4752801"/>
              <a:gd name="connsiteY20644" fmla="*/ 815697 h 2767298"/>
              <a:gd name="connsiteX20645" fmla="*/ 4222091 w 4752801"/>
              <a:gd name="connsiteY20645" fmla="*/ 815697 h 2767298"/>
              <a:gd name="connsiteX20646" fmla="*/ 4220472 w 4752801"/>
              <a:gd name="connsiteY20646" fmla="*/ 813268 h 2767298"/>
              <a:gd name="connsiteX20647" fmla="*/ 2805248 w 4752801"/>
              <a:gd name="connsiteY20647" fmla="*/ 810839 h 2767298"/>
              <a:gd name="connsiteX20648" fmla="*/ 2808082 w 4752801"/>
              <a:gd name="connsiteY20648" fmla="*/ 810839 h 2767298"/>
              <a:gd name="connsiteX20649" fmla="*/ 2809701 w 4752801"/>
              <a:gd name="connsiteY20649" fmla="*/ 813268 h 2767298"/>
              <a:gd name="connsiteX20650" fmla="*/ 2808082 w 4752801"/>
              <a:gd name="connsiteY20650" fmla="*/ 815697 h 2767298"/>
              <a:gd name="connsiteX20651" fmla="*/ 2805248 w 4752801"/>
              <a:gd name="connsiteY20651" fmla="*/ 815697 h 2767298"/>
              <a:gd name="connsiteX20652" fmla="*/ 2803629 w 4752801"/>
              <a:gd name="connsiteY20652" fmla="*/ 813268 h 2767298"/>
              <a:gd name="connsiteX20653" fmla="*/ 4383612 w 4752801"/>
              <a:gd name="connsiteY20653" fmla="*/ 810435 h 2767298"/>
              <a:gd name="connsiteX20654" fmla="*/ 4386851 w 4752801"/>
              <a:gd name="connsiteY20654" fmla="*/ 810435 h 2767298"/>
              <a:gd name="connsiteX20655" fmla="*/ 4388470 w 4752801"/>
              <a:gd name="connsiteY20655" fmla="*/ 813269 h 2767298"/>
              <a:gd name="connsiteX20656" fmla="*/ 4386851 w 4752801"/>
              <a:gd name="connsiteY20656" fmla="*/ 816102 h 2767298"/>
              <a:gd name="connsiteX20657" fmla="*/ 4383612 w 4752801"/>
              <a:gd name="connsiteY20657" fmla="*/ 816102 h 2767298"/>
              <a:gd name="connsiteX20658" fmla="*/ 4381993 w 4752801"/>
              <a:gd name="connsiteY20658" fmla="*/ 813269 h 2767298"/>
              <a:gd name="connsiteX20659" fmla="*/ 4302649 w 4752801"/>
              <a:gd name="connsiteY20659" fmla="*/ 810435 h 2767298"/>
              <a:gd name="connsiteX20660" fmla="*/ 4305888 w 4752801"/>
              <a:gd name="connsiteY20660" fmla="*/ 810435 h 2767298"/>
              <a:gd name="connsiteX20661" fmla="*/ 4307507 w 4752801"/>
              <a:gd name="connsiteY20661" fmla="*/ 813269 h 2767298"/>
              <a:gd name="connsiteX20662" fmla="*/ 4305888 w 4752801"/>
              <a:gd name="connsiteY20662" fmla="*/ 816102 h 2767298"/>
              <a:gd name="connsiteX20663" fmla="*/ 4302649 w 4752801"/>
              <a:gd name="connsiteY20663" fmla="*/ 816102 h 2767298"/>
              <a:gd name="connsiteX20664" fmla="*/ 4301030 w 4752801"/>
              <a:gd name="connsiteY20664" fmla="*/ 813269 h 2767298"/>
              <a:gd name="connsiteX20665" fmla="*/ 4181206 w 4752801"/>
              <a:gd name="connsiteY20665" fmla="*/ 810030 h 2767298"/>
              <a:gd name="connsiteX20666" fmla="*/ 4184849 w 4752801"/>
              <a:gd name="connsiteY20666" fmla="*/ 810030 h 2767298"/>
              <a:gd name="connsiteX20667" fmla="*/ 4186874 w 4752801"/>
              <a:gd name="connsiteY20667" fmla="*/ 813269 h 2767298"/>
              <a:gd name="connsiteX20668" fmla="*/ 4184849 w 4752801"/>
              <a:gd name="connsiteY20668" fmla="*/ 816507 h 2767298"/>
              <a:gd name="connsiteX20669" fmla="*/ 4181206 w 4752801"/>
              <a:gd name="connsiteY20669" fmla="*/ 816507 h 2767298"/>
              <a:gd name="connsiteX20670" fmla="*/ 4179182 w 4752801"/>
              <a:gd name="connsiteY20670" fmla="*/ 813269 h 2767298"/>
              <a:gd name="connsiteX20671" fmla="*/ 4140724 w 4752801"/>
              <a:gd name="connsiteY20671" fmla="*/ 810030 h 2767298"/>
              <a:gd name="connsiteX20672" fmla="*/ 4144367 w 4752801"/>
              <a:gd name="connsiteY20672" fmla="*/ 810030 h 2767298"/>
              <a:gd name="connsiteX20673" fmla="*/ 4146392 w 4752801"/>
              <a:gd name="connsiteY20673" fmla="*/ 813269 h 2767298"/>
              <a:gd name="connsiteX20674" fmla="*/ 4144367 w 4752801"/>
              <a:gd name="connsiteY20674" fmla="*/ 816507 h 2767298"/>
              <a:gd name="connsiteX20675" fmla="*/ 4140724 w 4752801"/>
              <a:gd name="connsiteY20675" fmla="*/ 816507 h 2767298"/>
              <a:gd name="connsiteX20676" fmla="*/ 4138700 w 4752801"/>
              <a:gd name="connsiteY20676" fmla="*/ 813269 h 2767298"/>
              <a:gd name="connsiteX20677" fmla="*/ 2844919 w 4752801"/>
              <a:gd name="connsiteY20677" fmla="*/ 810030 h 2767298"/>
              <a:gd name="connsiteX20678" fmla="*/ 2848563 w 4752801"/>
              <a:gd name="connsiteY20678" fmla="*/ 810030 h 2767298"/>
              <a:gd name="connsiteX20679" fmla="*/ 2850182 w 4752801"/>
              <a:gd name="connsiteY20679" fmla="*/ 813269 h 2767298"/>
              <a:gd name="connsiteX20680" fmla="*/ 2848563 w 4752801"/>
              <a:gd name="connsiteY20680" fmla="*/ 816507 h 2767298"/>
              <a:gd name="connsiteX20681" fmla="*/ 2844919 w 4752801"/>
              <a:gd name="connsiteY20681" fmla="*/ 816507 h 2767298"/>
              <a:gd name="connsiteX20682" fmla="*/ 2843300 w 4752801"/>
              <a:gd name="connsiteY20682" fmla="*/ 813269 h 2767298"/>
              <a:gd name="connsiteX20683" fmla="*/ 2763957 w 4752801"/>
              <a:gd name="connsiteY20683" fmla="*/ 810030 h 2767298"/>
              <a:gd name="connsiteX20684" fmla="*/ 2767601 w 4752801"/>
              <a:gd name="connsiteY20684" fmla="*/ 810030 h 2767298"/>
              <a:gd name="connsiteX20685" fmla="*/ 2769220 w 4752801"/>
              <a:gd name="connsiteY20685" fmla="*/ 813269 h 2767298"/>
              <a:gd name="connsiteX20686" fmla="*/ 2767601 w 4752801"/>
              <a:gd name="connsiteY20686" fmla="*/ 816507 h 2767298"/>
              <a:gd name="connsiteX20687" fmla="*/ 2763957 w 4752801"/>
              <a:gd name="connsiteY20687" fmla="*/ 816507 h 2767298"/>
              <a:gd name="connsiteX20688" fmla="*/ 2762338 w 4752801"/>
              <a:gd name="connsiteY20688" fmla="*/ 813269 h 2767298"/>
              <a:gd name="connsiteX20689" fmla="*/ 2682995 w 4752801"/>
              <a:gd name="connsiteY20689" fmla="*/ 810030 h 2767298"/>
              <a:gd name="connsiteX20690" fmla="*/ 2687043 w 4752801"/>
              <a:gd name="connsiteY20690" fmla="*/ 810030 h 2767298"/>
              <a:gd name="connsiteX20691" fmla="*/ 2689067 w 4752801"/>
              <a:gd name="connsiteY20691" fmla="*/ 813269 h 2767298"/>
              <a:gd name="connsiteX20692" fmla="*/ 2687043 w 4752801"/>
              <a:gd name="connsiteY20692" fmla="*/ 816507 h 2767298"/>
              <a:gd name="connsiteX20693" fmla="*/ 2682995 w 4752801"/>
              <a:gd name="connsiteY20693" fmla="*/ 816507 h 2767298"/>
              <a:gd name="connsiteX20694" fmla="*/ 2680971 w 4752801"/>
              <a:gd name="connsiteY20694" fmla="*/ 813269 h 2767298"/>
              <a:gd name="connsiteX20695" fmla="*/ 2642513 w 4752801"/>
              <a:gd name="connsiteY20695" fmla="*/ 810030 h 2767298"/>
              <a:gd name="connsiteX20696" fmla="*/ 2646157 w 4752801"/>
              <a:gd name="connsiteY20696" fmla="*/ 810030 h 2767298"/>
              <a:gd name="connsiteX20697" fmla="*/ 2647776 w 4752801"/>
              <a:gd name="connsiteY20697" fmla="*/ 813269 h 2767298"/>
              <a:gd name="connsiteX20698" fmla="*/ 2646157 w 4752801"/>
              <a:gd name="connsiteY20698" fmla="*/ 816507 h 2767298"/>
              <a:gd name="connsiteX20699" fmla="*/ 2642513 w 4752801"/>
              <a:gd name="connsiteY20699" fmla="*/ 816507 h 2767298"/>
              <a:gd name="connsiteX20700" fmla="*/ 2640894 w 4752801"/>
              <a:gd name="connsiteY20700" fmla="*/ 813269 h 2767298"/>
              <a:gd name="connsiteX20701" fmla="*/ 2885401 w 4752801"/>
              <a:gd name="connsiteY20701" fmla="*/ 809625 h 2767298"/>
              <a:gd name="connsiteX20702" fmla="*/ 2889449 w 4752801"/>
              <a:gd name="connsiteY20702" fmla="*/ 809625 h 2767298"/>
              <a:gd name="connsiteX20703" fmla="*/ 2891473 w 4752801"/>
              <a:gd name="connsiteY20703" fmla="*/ 813268 h 2767298"/>
              <a:gd name="connsiteX20704" fmla="*/ 2889449 w 4752801"/>
              <a:gd name="connsiteY20704" fmla="*/ 816912 h 2767298"/>
              <a:gd name="connsiteX20705" fmla="*/ 2885401 w 4752801"/>
              <a:gd name="connsiteY20705" fmla="*/ 816912 h 2767298"/>
              <a:gd name="connsiteX20706" fmla="*/ 2883377 w 4752801"/>
              <a:gd name="connsiteY20706" fmla="*/ 813268 h 2767298"/>
              <a:gd name="connsiteX20707" fmla="*/ 2601627 w 4752801"/>
              <a:gd name="connsiteY20707" fmla="*/ 809625 h 2767298"/>
              <a:gd name="connsiteX20708" fmla="*/ 2606080 w 4752801"/>
              <a:gd name="connsiteY20708" fmla="*/ 809625 h 2767298"/>
              <a:gd name="connsiteX20709" fmla="*/ 2608104 w 4752801"/>
              <a:gd name="connsiteY20709" fmla="*/ 813268 h 2767298"/>
              <a:gd name="connsiteX20710" fmla="*/ 2606080 w 4752801"/>
              <a:gd name="connsiteY20710" fmla="*/ 816912 h 2767298"/>
              <a:gd name="connsiteX20711" fmla="*/ 2601627 w 4752801"/>
              <a:gd name="connsiteY20711" fmla="*/ 816912 h 2767298"/>
              <a:gd name="connsiteX20712" fmla="*/ 2599603 w 4752801"/>
              <a:gd name="connsiteY20712" fmla="*/ 813268 h 2767298"/>
              <a:gd name="connsiteX20713" fmla="*/ 2561551 w 4752801"/>
              <a:gd name="connsiteY20713" fmla="*/ 809220 h 2767298"/>
              <a:gd name="connsiteX20714" fmla="*/ 2565194 w 4752801"/>
              <a:gd name="connsiteY20714" fmla="*/ 809220 h 2767298"/>
              <a:gd name="connsiteX20715" fmla="*/ 2566409 w 4752801"/>
              <a:gd name="connsiteY20715" fmla="*/ 809625 h 2767298"/>
              <a:gd name="connsiteX20716" fmla="*/ 2568433 w 4752801"/>
              <a:gd name="connsiteY20716" fmla="*/ 812863 h 2767298"/>
              <a:gd name="connsiteX20717" fmla="*/ 2568433 w 4752801"/>
              <a:gd name="connsiteY20717" fmla="*/ 814078 h 2767298"/>
              <a:gd name="connsiteX20718" fmla="*/ 2566409 w 4752801"/>
              <a:gd name="connsiteY20718" fmla="*/ 817316 h 2767298"/>
              <a:gd name="connsiteX20719" fmla="*/ 2565194 w 4752801"/>
              <a:gd name="connsiteY20719" fmla="*/ 817721 h 2767298"/>
              <a:gd name="connsiteX20720" fmla="*/ 2561551 w 4752801"/>
              <a:gd name="connsiteY20720" fmla="*/ 817721 h 2767298"/>
              <a:gd name="connsiteX20721" fmla="*/ 2560337 w 4752801"/>
              <a:gd name="connsiteY20721" fmla="*/ 817316 h 2767298"/>
              <a:gd name="connsiteX20722" fmla="*/ 2558313 w 4752801"/>
              <a:gd name="connsiteY20722" fmla="*/ 814078 h 2767298"/>
              <a:gd name="connsiteX20723" fmla="*/ 2558313 w 4752801"/>
              <a:gd name="connsiteY20723" fmla="*/ 812863 h 2767298"/>
              <a:gd name="connsiteX20724" fmla="*/ 2560337 w 4752801"/>
              <a:gd name="connsiteY20724" fmla="*/ 809625 h 2767298"/>
              <a:gd name="connsiteX20725" fmla="*/ 2561551 w 4752801"/>
              <a:gd name="connsiteY20725" fmla="*/ 809220 h 2767298"/>
              <a:gd name="connsiteX20726" fmla="*/ 4099029 w 4752801"/>
              <a:gd name="connsiteY20726" fmla="*/ 807601 h 2767298"/>
              <a:gd name="connsiteX20727" fmla="*/ 4104292 w 4752801"/>
              <a:gd name="connsiteY20727" fmla="*/ 807601 h 2767298"/>
              <a:gd name="connsiteX20728" fmla="*/ 4105506 w 4752801"/>
              <a:gd name="connsiteY20728" fmla="*/ 808411 h 2767298"/>
              <a:gd name="connsiteX20729" fmla="*/ 4107935 w 4752801"/>
              <a:gd name="connsiteY20729" fmla="*/ 812864 h 2767298"/>
              <a:gd name="connsiteX20730" fmla="*/ 4107935 w 4752801"/>
              <a:gd name="connsiteY20730" fmla="*/ 814078 h 2767298"/>
              <a:gd name="connsiteX20731" fmla="*/ 4105506 w 4752801"/>
              <a:gd name="connsiteY20731" fmla="*/ 818531 h 2767298"/>
              <a:gd name="connsiteX20732" fmla="*/ 4104292 w 4752801"/>
              <a:gd name="connsiteY20732" fmla="*/ 818936 h 2767298"/>
              <a:gd name="connsiteX20733" fmla="*/ 4099029 w 4752801"/>
              <a:gd name="connsiteY20733" fmla="*/ 818936 h 2767298"/>
              <a:gd name="connsiteX20734" fmla="*/ 4097815 w 4752801"/>
              <a:gd name="connsiteY20734" fmla="*/ 818531 h 2767298"/>
              <a:gd name="connsiteX20735" fmla="*/ 4095386 w 4752801"/>
              <a:gd name="connsiteY20735" fmla="*/ 814078 h 2767298"/>
              <a:gd name="connsiteX20736" fmla="*/ 4095386 w 4752801"/>
              <a:gd name="connsiteY20736" fmla="*/ 812864 h 2767298"/>
              <a:gd name="connsiteX20737" fmla="*/ 4097815 w 4752801"/>
              <a:gd name="connsiteY20737" fmla="*/ 808411 h 2767298"/>
              <a:gd name="connsiteX20738" fmla="*/ 4099029 w 4752801"/>
              <a:gd name="connsiteY20738" fmla="*/ 807601 h 2767298"/>
              <a:gd name="connsiteX20739" fmla="*/ 3977180 w 4752801"/>
              <a:gd name="connsiteY20739" fmla="*/ 807196 h 2767298"/>
              <a:gd name="connsiteX20740" fmla="*/ 3983253 w 4752801"/>
              <a:gd name="connsiteY20740" fmla="*/ 807196 h 2767298"/>
              <a:gd name="connsiteX20741" fmla="*/ 3984467 w 4752801"/>
              <a:gd name="connsiteY20741" fmla="*/ 807601 h 2767298"/>
              <a:gd name="connsiteX20742" fmla="*/ 3987705 w 4752801"/>
              <a:gd name="connsiteY20742" fmla="*/ 812863 h 2767298"/>
              <a:gd name="connsiteX20743" fmla="*/ 3987705 w 4752801"/>
              <a:gd name="connsiteY20743" fmla="*/ 814078 h 2767298"/>
              <a:gd name="connsiteX20744" fmla="*/ 3984467 w 4752801"/>
              <a:gd name="connsiteY20744" fmla="*/ 819340 h 2767298"/>
              <a:gd name="connsiteX20745" fmla="*/ 3983253 w 4752801"/>
              <a:gd name="connsiteY20745" fmla="*/ 819745 h 2767298"/>
              <a:gd name="connsiteX20746" fmla="*/ 3977180 w 4752801"/>
              <a:gd name="connsiteY20746" fmla="*/ 819745 h 2767298"/>
              <a:gd name="connsiteX20747" fmla="*/ 3975966 w 4752801"/>
              <a:gd name="connsiteY20747" fmla="*/ 819340 h 2767298"/>
              <a:gd name="connsiteX20748" fmla="*/ 3972728 w 4752801"/>
              <a:gd name="connsiteY20748" fmla="*/ 814078 h 2767298"/>
              <a:gd name="connsiteX20749" fmla="*/ 3972728 w 4752801"/>
              <a:gd name="connsiteY20749" fmla="*/ 812863 h 2767298"/>
              <a:gd name="connsiteX20750" fmla="*/ 3975966 w 4752801"/>
              <a:gd name="connsiteY20750" fmla="*/ 807601 h 2767298"/>
              <a:gd name="connsiteX20751" fmla="*/ 3977180 w 4752801"/>
              <a:gd name="connsiteY20751" fmla="*/ 807196 h 2767298"/>
              <a:gd name="connsiteX20752" fmla="*/ 2520665 w 4752801"/>
              <a:gd name="connsiteY20752" fmla="*/ 807196 h 2767298"/>
              <a:gd name="connsiteX20753" fmla="*/ 2525523 w 4752801"/>
              <a:gd name="connsiteY20753" fmla="*/ 807196 h 2767298"/>
              <a:gd name="connsiteX20754" fmla="*/ 2526737 w 4752801"/>
              <a:gd name="connsiteY20754" fmla="*/ 808006 h 2767298"/>
              <a:gd name="connsiteX20755" fmla="*/ 2529166 w 4752801"/>
              <a:gd name="connsiteY20755" fmla="*/ 812459 h 2767298"/>
              <a:gd name="connsiteX20756" fmla="*/ 2529166 w 4752801"/>
              <a:gd name="connsiteY20756" fmla="*/ 813673 h 2767298"/>
              <a:gd name="connsiteX20757" fmla="*/ 2526737 w 4752801"/>
              <a:gd name="connsiteY20757" fmla="*/ 818126 h 2767298"/>
              <a:gd name="connsiteX20758" fmla="*/ 2525523 w 4752801"/>
              <a:gd name="connsiteY20758" fmla="*/ 818936 h 2767298"/>
              <a:gd name="connsiteX20759" fmla="*/ 2520665 w 4752801"/>
              <a:gd name="connsiteY20759" fmla="*/ 818936 h 2767298"/>
              <a:gd name="connsiteX20760" fmla="*/ 2519450 w 4752801"/>
              <a:gd name="connsiteY20760" fmla="*/ 818126 h 2767298"/>
              <a:gd name="connsiteX20761" fmla="*/ 2517022 w 4752801"/>
              <a:gd name="connsiteY20761" fmla="*/ 813673 h 2767298"/>
              <a:gd name="connsiteX20762" fmla="*/ 2517022 w 4752801"/>
              <a:gd name="connsiteY20762" fmla="*/ 812459 h 2767298"/>
              <a:gd name="connsiteX20763" fmla="*/ 2519450 w 4752801"/>
              <a:gd name="connsiteY20763" fmla="*/ 808006 h 2767298"/>
              <a:gd name="connsiteX20764" fmla="*/ 2520665 w 4752801"/>
              <a:gd name="connsiteY20764" fmla="*/ 807196 h 2767298"/>
              <a:gd name="connsiteX20765" fmla="*/ 3896218 w 4752801"/>
              <a:gd name="connsiteY20765" fmla="*/ 806791 h 2767298"/>
              <a:gd name="connsiteX20766" fmla="*/ 3901885 w 4752801"/>
              <a:gd name="connsiteY20766" fmla="*/ 806791 h 2767298"/>
              <a:gd name="connsiteX20767" fmla="*/ 3903100 w 4752801"/>
              <a:gd name="connsiteY20767" fmla="*/ 807601 h 2767298"/>
              <a:gd name="connsiteX20768" fmla="*/ 3905933 w 4752801"/>
              <a:gd name="connsiteY20768" fmla="*/ 812458 h 2767298"/>
              <a:gd name="connsiteX20769" fmla="*/ 3905933 w 4752801"/>
              <a:gd name="connsiteY20769" fmla="*/ 813673 h 2767298"/>
              <a:gd name="connsiteX20770" fmla="*/ 3903100 w 4752801"/>
              <a:gd name="connsiteY20770" fmla="*/ 818531 h 2767298"/>
              <a:gd name="connsiteX20771" fmla="*/ 3901885 w 4752801"/>
              <a:gd name="connsiteY20771" fmla="*/ 819340 h 2767298"/>
              <a:gd name="connsiteX20772" fmla="*/ 3896218 w 4752801"/>
              <a:gd name="connsiteY20772" fmla="*/ 819340 h 2767298"/>
              <a:gd name="connsiteX20773" fmla="*/ 3895004 w 4752801"/>
              <a:gd name="connsiteY20773" fmla="*/ 818531 h 2767298"/>
              <a:gd name="connsiteX20774" fmla="*/ 3892170 w 4752801"/>
              <a:gd name="connsiteY20774" fmla="*/ 813673 h 2767298"/>
              <a:gd name="connsiteX20775" fmla="*/ 3892170 w 4752801"/>
              <a:gd name="connsiteY20775" fmla="*/ 812458 h 2767298"/>
              <a:gd name="connsiteX20776" fmla="*/ 3895004 w 4752801"/>
              <a:gd name="connsiteY20776" fmla="*/ 807601 h 2767298"/>
              <a:gd name="connsiteX20777" fmla="*/ 3896218 w 4752801"/>
              <a:gd name="connsiteY20777" fmla="*/ 806791 h 2767298"/>
              <a:gd name="connsiteX20778" fmla="*/ 3936294 w 4752801"/>
              <a:gd name="connsiteY20778" fmla="*/ 806387 h 2767298"/>
              <a:gd name="connsiteX20779" fmla="*/ 3942771 w 4752801"/>
              <a:gd name="connsiteY20779" fmla="*/ 806387 h 2767298"/>
              <a:gd name="connsiteX20780" fmla="*/ 3943986 w 4752801"/>
              <a:gd name="connsiteY20780" fmla="*/ 806792 h 2767298"/>
              <a:gd name="connsiteX20781" fmla="*/ 3947224 w 4752801"/>
              <a:gd name="connsiteY20781" fmla="*/ 812459 h 2767298"/>
              <a:gd name="connsiteX20782" fmla="*/ 3947224 w 4752801"/>
              <a:gd name="connsiteY20782" fmla="*/ 813674 h 2767298"/>
              <a:gd name="connsiteX20783" fmla="*/ 3943986 w 4752801"/>
              <a:gd name="connsiteY20783" fmla="*/ 819341 h 2767298"/>
              <a:gd name="connsiteX20784" fmla="*/ 3942771 w 4752801"/>
              <a:gd name="connsiteY20784" fmla="*/ 819746 h 2767298"/>
              <a:gd name="connsiteX20785" fmla="*/ 3936294 w 4752801"/>
              <a:gd name="connsiteY20785" fmla="*/ 819746 h 2767298"/>
              <a:gd name="connsiteX20786" fmla="*/ 3935080 w 4752801"/>
              <a:gd name="connsiteY20786" fmla="*/ 819341 h 2767298"/>
              <a:gd name="connsiteX20787" fmla="*/ 3931842 w 4752801"/>
              <a:gd name="connsiteY20787" fmla="*/ 813674 h 2767298"/>
              <a:gd name="connsiteX20788" fmla="*/ 3931842 w 4752801"/>
              <a:gd name="connsiteY20788" fmla="*/ 812459 h 2767298"/>
              <a:gd name="connsiteX20789" fmla="*/ 3935080 w 4752801"/>
              <a:gd name="connsiteY20789" fmla="*/ 806792 h 2767298"/>
              <a:gd name="connsiteX20790" fmla="*/ 3936294 w 4752801"/>
              <a:gd name="connsiteY20790" fmla="*/ 806387 h 2767298"/>
              <a:gd name="connsiteX20791" fmla="*/ 2721856 w 4752801"/>
              <a:gd name="connsiteY20791" fmla="*/ 806387 h 2767298"/>
              <a:gd name="connsiteX20792" fmla="*/ 2728738 w 4752801"/>
              <a:gd name="connsiteY20792" fmla="*/ 806387 h 2767298"/>
              <a:gd name="connsiteX20793" fmla="*/ 2729953 w 4752801"/>
              <a:gd name="connsiteY20793" fmla="*/ 807197 h 2767298"/>
              <a:gd name="connsiteX20794" fmla="*/ 2733191 w 4752801"/>
              <a:gd name="connsiteY20794" fmla="*/ 812864 h 2767298"/>
              <a:gd name="connsiteX20795" fmla="*/ 2733191 w 4752801"/>
              <a:gd name="connsiteY20795" fmla="*/ 814078 h 2767298"/>
              <a:gd name="connsiteX20796" fmla="*/ 2729953 w 4752801"/>
              <a:gd name="connsiteY20796" fmla="*/ 819746 h 2767298"/>
              <a:gd name="connsiteX20797" fmla="*/ 2728738 w 4752801"/>
              <a:gd name="connsiteY20797" fmla="*/ 820555 h 2767298"/>
              <a:gd name="connsiteX20798" fmla="*/ 2721856 w 4752801"/>
              <a:gd name="connsiteY20798" fmla="*/ 820555 h 2767298"/>
              <a:gd name="connsiteX20799" fmla="*/ 2720642 w 4752801"/>
              <a:gd name="connsiteY20799" fmla="*/ 819746 h 2767298"/>
              <a:gd name="connsiteX20800" fmla="*/ 2717404 w 4752801"/>
              <a:gd name="connsiteY20800" fmla="*/ 814078 h 2767298"/>
              <a:gd name="connsiteX20801" fmla="*/ 2717404 w 4752801"/>
              <a:gd name="connsiteY20801" fmla="*/ 812864 h 2767298"/>
              <a:gd name="connsiteX20802" fmla="*/ 2720642 w 4752801"/>
              <a:gd name="connsiteY20802" fmla="*/ 807197 h 2767298"/>
              <a:gd name="connsiteX20803" fmla="*/ 2721856 w 4752801"/>
              <a:gd name="connsiteY20803" fmla="*/ 806387 h 2767298"/>
              <a:gd name="connsiteX20804" fmla="*/ 4017256 w 4752801"/>
              <a:gd name="connsiteY20804" fmla="*/ 805982 h 2767298"/>
              <a:gd name="connsiteX20805" fmla="*/ 4024138 w 4752801"/>
              <a:gd name="connsiteY20805" fmla="*/ 805982 h 2767298"/>
              <a:gd name="connsiteX20806" fmla="*/ 4025353 w 4752801"/>
              <a:gd name="connsiteY20806" fmla="*/ 806387 h 2767298"/>
              <a:gd name="connsiteX20807" fmla="*/ 4028591 w 4752801"/>
              <a:gd name="connsiteY20807" fmla="*/ 812459 h 2767298"/>
              <a:gd name="connsiteX20808" fmla="*/ 4028591 w 4752801"/>
              <a:gd name="connsiteY20808" fmla="*/ 813674 h 2767298"/>
              <a:gd name="connsiteX20809" fmla="*/ 4025353 w 4752801"/>
              <a:gd name="connsiteY20809" fmla="*/ 819746 h 2767298"/>
              <a:gd name="connsiteX20810" fmla="*/ 4024138 w 4752801"/>
              <a:gd name="connsiteY20810" fmla="*/ 820555 h 2767298"/>
              <a:gd name="connsiteX20811" fmla="*/ 4017256 w 4752801"/>
              <a:gd name="connsiteY20811" fmla="*/ 820555 h 2767298"/>
              <a:gd name="connsiteX20812" fmla="*/ 4016042 w 4752801"/>
              <a:gd name="connsiteY20812" fmla="*/ 819746 h 2767298"/>
              <a:gd name="connsiteX20813" fmla="*/ 4012804 w 4752801"/>
              <a:gd name="connsiteY20813" fmla="*/ 813674 h 2767298"/>
              <a:gd name="connsiteX20814" fmla="*/ 4012804 w 4752801"/>
              <a:gd name="connsiteY20814" fmla="*/ 812459 h 2767298"/>
              <a:gd name="connsiteX20815" fmla="*/ 4016042 w 4752801"/>
              <a:gd name="connsiteY20815" fmla="*/ 806387 h 2767298"/>
              <a:gd name="connsiteX20816" fmla="*/ 4017256 w 4752801"/>
              <a:gd name="connsiteY20816" fmla="*/ 805982 h 2767298"/>
              <a:gd name="connsiteX20817" fmla="*/ 3855331 w 4752801"/>
              <a:gd name="connsiteY20817" fmla="*/ 805982 h 2767298"/>
              <a:gd name="connsiteX20818" fmla="*/ 3862618 w 4752801"/>
              <a:gd name="connsiteY20818" fmla="*/ 805982 h 2767298"/>
              <a:gd name="connsiteX20819" fmla="*/ 3863832 w 4752801"/>
              <a:gd name="connsiteY20819" fmla="*/ 806792 h 2767298"/>
              <a:gd name="connsiteX20820" fmla="*/ 3867476 w 4752801"/>
              <a:gd name="connsiteY20820" fmla="*/ 812864 h 2767298"/>
              <a:gd name="connsiteX20821" fmla="*/ 3867476 w 4752801"/>
              <a:gd name="connsiteY20821" fmla="*/ 814078 h 2767298"/>
              <a:gd name="connsiteX20822" fmla="*/ 3863832 w 4752801"/>
              <a:gd name="connsiteY20822" fmla="*/ 820150 h 2767298"/>
              <a:gd name="connsiteX20823" fmla="*/ 3862618 w 4752801"/>
              <a:gd name="connsiteY20823" fmla="*/ 820960 h 2767298"/>
              <a:gd name="connsiteX20824" fmla="*/ 3855331 w 4752801"/>
              <a:gd name="connsiteY20824" fmla="*/ 820960 h 2767298"/>
              <a:gd name="connsiteX20825" fmla="*/ 3854117 w 4752801"/>
              <a:gd name="connsiteY20825" fmla="*/ 820150 h 2767298"/>
              <a:gd name="connsiteX20826" fmla="*/ 3850474 w 4752801"/>
              <a:gd name="connsiteY20826" fmla="*/ 814078 h 2767298"/>
              <a:gd name="connsiteX20827" fmla="*/ 3850474 w 4752801"/>
              <a:gd name="connsiteY20827" fmla="*/ 812864 h 2767298"/>
              <a:gd name="connsiteX20828" fmla="*/ 3854117 w 4752801"/>
              <a:gd name="connsiteY20828" fmla="*/ 806792 h 2767298"/>
              <a:gd name="connsiteX20829" fmla="*/ 3855331 w 4752801"/>
              <a:gd name="connsiteY20829" fmla="*/ 805982 h 2767298"/>
              <a:gd name="connsiteX20830" fmla="*/ 2479375 w 4752801"/>
              <a:gd name="connsiteY20830" fmla="*/ 805982 h 2767298"/>
              <a:gd name="connsiteX20831" fmla="*/ 2485852 w 4752801"/>
              <a:gd name="connsiteY20831" fmla="*/ 805982 h 2767298"/>
              <a:gd name="connsiteX20832" fmla="*/ 2487066 w 4752801"/>
              <a:gd name="connsiteY20832" fmla="*/ 806792 h 2767298"/>
              <a:gd name="connsiteX20833" fmla="*/ 2490304 w 4752801"/>
              <a:gd name="connsiteY20833" fmla="*/ 812459 h 2767298"/>
              <a:gd name="connsiteX20834" fmla="*/ 2490304 w 4752801"/>
              <a:gd name="connsiteY20834" fmla="*/ 813674 h 2767298"/>
              <a:gd name="connsiteX20835" fmla="*/ 2487066 w 4752801"/>
              <a:gd name="connsiteY20835" fmla="*/ 819341 h 2767298"/>
              <a:gd name="connsiteX20836" fmla="*/ 2485852 w 4752801"/>
              <a:gd name="connsiteY20836" fmla="*/ 819746 h 2767298"/>
              <a:gd name="connsiteX20837" fmla="*/ 2479375 w 4752801"/>
              <a:gd name="connsiteY20837" fmla="*/ 819746 h 2767298"/>
              <a:gd name="connsiteX20838" fmla="*/ 2478160 w 4752801"/>
              <a:gd name="connsiteY20838" fmla="*/ 819341 h 2767298"/>
              <a:gd name="connsiteX20839" fmla="*/ 2474922 w 4752801"/>
              <a:gd name="connsiteY20839" fmla="*/ 813674 h 2767298"/>
              <a:gd name="connsiteX20840" fmla="*/ 2474922 w 4752801"/>
              <a:gd name="connsiteY20840" fmla="*/ 812459 h 2767298"/>
              <a:gd name="connsiteX20841" fmla="*/ 2478160 w 4752801"/>
              <a:gd name="connsiteY20841" fmla="*/ 806792 h 2767298"/>
              <a:gd name="connsiteX20842" fmla="*/ 2479375 w 4752801"/>
              <a:gd name="connsiteY20842" fmla="*/ 805982 h 2767298"/>
              <a:gd name="connsiteX20843" fmla="*/ 4057334 w 4752801"/>
              <a:gd name="connsiteY20843" fmla="*/ 805577 h 2767298"/>
              <a:gd name="connsiteX20844" fmla="*/ 4065025 w 4752801"/>
              <a:gd name="connsiteY20844" fmla="*/ 805577 h 2767298"/>
              <a:gd name="connsiteX20845" fmla="*/ 4066239 w 4752801"/>
              <a:gd name="connsiteY20845" fmla="*/ 806387 h 2767298"/>
              <a:gd name="connsiteX20846" fmla="*/ 4069883 w 4752801"/>
              <a:gd name="connsiteY20846" fmla="*/ 812864 h 2767298"/>
              <a:gd name="connsiteX20847" fmla="*/ 4069883 w 4752801"/>
              <a:gd name="connsiteY20847" fmla="*/ 814078 h 2767298"/>
              <a:gd name="connsiteX20848" fmla="*/ 4066239 w 4752801"/>
              <a:gd name="connsiteY20848" fmla="*/ 820555 h 2767298"/>
              <a:gd name="connsiteX20849" fmla="*/ 4065025 w 4752801"/>
              <a:gd name="connsiteY20849" fmla="*/ 821365 h 2767298"/>
              <a:gd name="connsiteX20850" fmla="*/ 4057334 w 4752801"/>
              <a:gd name="connsiteY20850" fmla="*/ 821365 h 2767298"/>
              <a:gd name="connsiteX20851" fmla="*/ 4056119 w 4752801"/>
              <a:gd name="connsiteY20851" fmla="*/ 820555 h 2767298"/>
              <a:gd name="connsiteX20852" fmla="*/ 4052476 w 4752801"/>
              <a:gd name="connsiteY20852" fmla="*/ 814078 h 2767298"/>
              <a:gd name="connsiteX20853" fmla="*/ 4052476 w 4752801"/>
              <a:gd name="connsiteY20853" fmla="*/ 812864 h 2767298"/>
              <a:gd name="connsiteX20854" fmla="*/ 4056119 w 4752801"/>
              <a:gd name="connsiteY20854" fmla="*/ 806387 h 2767298"/>
              <a:gd name="connsiteX20855" fmla="*/ 4057334 w 4752801"/>
              <a:gd name="connsiteY20855" fmla="*/ 805577 h 2767298"/>
              <a:gd name="connsiteX20856" fmla="*/ 2438488 w 4752801"/>
              <a:gd name="connsiteY20856" fmla="*/ 805577 h 2767298"/>
              <a:gd name="connsiteX20857" fmla="*/ 2445775 w 4752801"/>
              <a:gd name="connsiteY20857" fmla="*/ 805577 h 2767298"/>
              <a:gd name="connsiteX20858" fmla="*/ 2446990 w 4752801"/>
              <a:gd name="connsiteY20858" fmla="*/ 805982 h 2767298"/>
              <a:gd name="connsiteX20859" fmla="*/ 2450633 w 4752801"/>
              <a:gd name="connsiteY20859" fmla="*/ 812459 h 2767298"/>
              <a:gd name="connsiteX20860" fmla="*/ 2450633 w 4752801"/>
              <a:gd name="connsiteY20860" fmla="*/ 813673 h 2767298"/>
              <a:gd name="connsiteX20861" fmla="*/ 2446990 w 4752801"/>
              <a:gd name="connsiteY20861" fmla="*/ 820150 h 2767298"/>
              <a:gd name="connsiteX20862" fmla="*/ 2445775 w 4752801"/>
              <a:gd name="connsiteY20862" fmla="*/ 820555 h 2767298"/>
              <a:gd name="connsiteX20863" fmla="*/ 2438488 w 4752801"/>
              <a:gd name="connsiteY20863" fmla="*/ 820555 h 2767298"/>
              <a:gd name="connsiteX20864" fmla="*/ 2437274 w 4752801"/>
              <a:gd name="connsiteY20864" fmla="*/ 820150 h 2767298"/>
              <a:gd name="connsiteX20865" fmla="*/ 2433631 w 4752801"/>
              <a:gd name="connsiteY20865" fmla="*/ 813673 h 2767298"/>
              <a:gd name="connsiteX20866" fmla="*/ 2433631 w 4752801"/>
              <a:gd name="connsiteY20866" fmla="*/ 812459 h 2767298"/>
              <a:gd name="connsiteX20867" fmla="*/ 2437274 w 4752801"/>
              <a:gd name="connsiteY20867" fmla="*/ 805982 h 2767298"/>
              <a:gd name="connsiteX20868" fmla="*/ 2438488 w 4752801"/>
              <a:gd name="connsiteY20868" fmla="*/ 805577 h 2767298"/>
              <a:gd name="connsiteX20869" fmla="*/ 2923453 w 4752801"/>
              <a:gd name="connsiteY20869" fmla="*/ 805172 h 2767298"/>
              <a:gd name="connsiteX20870" fmla="*/ 2931550 w 4752801"/>
              <a:gd name="connsiteY20870" fmla="*/ 805172 h 2767298"/>
              <a:gd name="connsiteX20871" fmla="*/ 2932764 w 4752801"/>
              <a:gd name="connsiteY20871" fmla="*/ 805577 h 2767298"/>
              <a:gd name="connsiteX20872" fmla="*/ 2936812 w 4752801"/>
              <a:gd name="connsiteY20872" fmla="*/ 812459 h 2767298"/>
              <a:gd name="connsiteX20873" fmla="*/ 2936812 w 4752801"/>
              <a:gd name="connsiteY20873" fmla="*/ 813673 h 2767298"/>
              <a:gd name="connsiteX20874" fmla="*/ 2932764 w 4752801"/>
              <a:gd name="connsiteY20874" fmla="*/ 820555 h 2767298"/>
              <a:gd name="connsiteX20875" fmla="*/ 2931550 w 4752801"/>
              <a:gd name="connsiteY20875" fmla="*/ 820960 h 2767298"/>
              <a:gd name="connsiteX20876" fmla="*/ 2923453 w 4752801"/>
              <a:gd name="connsiteY20876" fmla="*/ 820960 h 2767298"/>
              <a:gd name="connsiteX20877" fmla="*/ 2922239 w 4752801"/>
              <a:gd name="connsiteY20877" fmla="*/ 820555 h 2767298"/>
              <a:gd name="connsiteX20878" fmla="*/ 2918191 w 4752801"/>
              <a:gd name="connsiteY20878" fmla="*/ 813673 h 2767298"/>
              <a:gd name="connsiteX20879" fmla="*/ 2918191 w 4752801"/>
              <a:gd name="connsiteY20879" fmla="*/ 812459 h 2767298"/>
              <a:gd name="connsiteX20880" fmla="*/ 2922239 w 4752801"/>
              <a:gd name="connsiteY20880" fmla="*/ 805577 h 2767298"/>
              <a:gd name="connsiteX20881" fmla="*/ 2923453 w 4752801"/>
              <a:gd name="connsiteY20881" fmla="*/ 805172 h 2767298"/>
              <a:gd name="connsiteX20882" fmla="*/ 2397602 w 4752801"/>
              <a:gd name="connsiteY20882" fmla="*/ 805172 h 2767298"/>
              <a:gd name="connsiteX20883" fmla="*/ 2405698 w 4752801"/>
              <a:gd name="connsiteY20883" fmla="*/ 805172 h 2767298"/>
              <a:gd name="connsiteX20884" fmla="*/ 2406913 w 4752801"/>
              <a:gd name="connsiteY20884" fmla="*/ 805982 h 2767298"/>
              <a:gd name="connsiteX20885" fmla="*/ 2410961 w 4752801"/>
              <a:gd name="connsiteY20885" fmla="*/ 812863 h 2767298"/>
              <a:gd name="connsiteX20886" fmla="*/ 2410961 w 4752801"/>
              <a:gd name="connsiteY20886" fmla="*/ 814078 h 2767298"/>
              <a:gd name="connsiteX20887" fmla="*/ 2406913 w 4752801"/>
              <a:gd name="connsiteY20887" fmla="*/ 820960 h 2767298"/>
              <a:gd name="connsiteX20888" fmla="*/ 2405698 w 4752801"/>
              <a:gd name="connsiteY20888" fmla="*/ 821769 h 2767298"/>
              <a:gd name="connsiteX20889" fmla="*/ 2397602 w 4752801"/>
              <a:gd name="connsiteY20889" fmla="*/ 821769 h 2767298"/>
              <a:gd name="connsiteX20890" fmla="*/ 2396388 w 4752801"/>
              <a:gd name="connsiteY20890" fmla="*/ 820960 h 2767298"/>
              <a:gd name="connsiteX20891" fmla="*/ 2392340 w 4752801"/>
              <a:gd name="connsiteY20891" fmla="*/ 814078 h 2767298"/>
              <a:gd name="connsiteX20892" fmla="*/ 2392340 w 4752801"/>
              <a:gd name="connsiteY20892" fmla="*/ 812863 h 2767298"/>
              <a:gd name="connsiteX20893" fmla="*/ 2396388 w 4752801"/>
              <a:gd name="connsiteY20893" fmla="*/ 805982 h 2767298"/>
              <a:gd name="connsiteX20894" fmla="*/ 2397602 w 4752801"/>
              <a:gd name="connsiteY20894" fmla="*/ 805172 h 2767298"/>
              <a:gd name="connsiteX20895" fmla="*/ 3530672 w 4752801"/>
              <a:gd name="connsiteY20895" fmla="*/ 804767 h 2767298"/>
              <a:gd name="connsiteX20896" fmla="*/ 3539578 w 4752801"/>
              <a:gd name="connsiteY20896" fmla="*/ 804767 h 2767298"/>
              <a:gd name="connsiteX20897" fmla="*/ 3540792 w 4752801"/>
              <a:gd name="connsiteY20897" fmla="*/ 805172 h 2767298"/>
              <a:gd name="connsiteX20898" fmla="*/ 3545245 w 4752801"/>
              <a:gd name="connsiteY20898" fmla="*/ 812863 h 2767298"/>
              <a:gd name="connsiteX20899" fmla="*/ 3545245 w 4752801"/>
              <a:gd name="connsiteY20899" fmla="*/ 814078 h 2767298"/>
              <a:gd name="connsiteX20900" fmla="*/ 3540792 w 4752801"/>
              <a:gd name="connsiteY20900" fmla="*/ 821769 h 2767298"/>
              <a:gd name="connsiteX20901" fmla="*/ 3539578 w 4752801"/>
              <a:gd name="connsiteY20901" fmla="*/ 822174 h 2767298"/>
              <a:gd name="connsiteX20902" fmla="*/ 3530672 w 4752801"/>
              <a:gd name="connsiteY20902" fmla="*/ 822174 h 2767298"/>
              <a:gd name="connsiteX20903" fmla="*/ 3529457 w 4752801"/>
              <a:gd name="connsiteY20903" fmla="*/ 821769 h 2767298"/>
              <a:gd name="connsiteX20904" fmla="*/ 3525005 w 4752801"/>
              <a:gd name="connsiteY20904" fmla="*/ 814078 h 2767298"/>
              <a:gd name="connsiteX20905" fmla="*/ 3525005 w 4752801"/>
              <a:gd name="connsiteY20905" fmla="*/ 812863 h 2767298"/>
              <a:gd name="connsiteX20906" fmla="*/ 3529457 w 4752801"/>
              <a:gd name="connsiteY20906" fmla="*/ 805172 h 2767298"/>
              <a:gd name="connsiteX20907" fmla="*/ 3530672 w 4752801"/>
              <a:gd name="connsiteY20907" fmla="*/ 804767 h 2767298"/>
              <a:gd name="connsiteX20908" fmla="*/ 3125860 w 4752801"/>
              <a:gd name="connsiteY20908" fmla="*/ 804767 h 2767298"/>
              <a:gd name="connsiteX20909" fmla="*/ 3134766 w 4752801"/>
              <a:gd name="connsiteY20909" fmla="*/ 804767 h 2767298"/>
              <a:gd name="connsiteX20910" fmla="*/ 3135980 w 4752801"/>
              <a:gd name="connsiteY20910" fmla="*/ 805172 h 2767298"/>
              <a:gd name="connsiteX20911" fmla="*/ 3140433 w 4752801"/>
              <a:gd name="connsiteY20911" fmla="*/ 812863 h 2767298"/>
              <a:gd name="connsiteX20912" fmla="*/ 3140433 w 4752801"/>
              <a:gd name="connsiteY20912" fmla="*/ 814078 h 2767298"/>
              <a:gd name="connsiteX20913" fmla="*/ 3135980 w 4752801"/>
              <a:gd name="connsiteY20913" fmla="*/ 821769 h 2767298"/>
              <a:gd name="connsiteX20914" fmla="*/ 3134766 w 4752801"/>
              <a:gd name="connsiteY20914" fmla="*/ 822174 h 2767298"/>
              <a:gd name="connsiteX20915" fmla="*/ 3125860 w 4752801"/>
              <a:gd name="connsiteY20915" fmla="*/ 822174 h 2767298"/>
              <a:gd name="connsiteX20916" fmla="*/ 3124645 w 4752801"/>
              <a:gd name="connsiteY20916" fmla="*/ 821769 h 2767298"/>
              <a:gd name="connsiteX20917" fmla="*/ 3120193 w 4752801"/>
              <a:gd name="connsiteY20917" fmla="*/ 814078 h 2767298"/>
              <a:gd name="connsiteX20918" fmla="*/ 3120193 w 4752801"/>
              <a:gd name="connsiteY20918" fmla="*/ 812863 h 2767298"/>
              <a:gd name="connsiteX20919" fmla="*/ 3124645 w 4752801"/>
              <a:gd name="connsiteY20919" fmla="*/ 805172 h 2767298"/>
              <a:gd name="connsiteX20920" fmla="*/ 3125860 w 4752801"/>
              <a:gd name="connsiteY20920" fmla="*/ 804767 h 2767298"/>
              <a:gd name="connsiteX20921" fmla="*/ 3085378 w 4752801"/>
              <a:gd name="connsiteY20921" fmla="*/ 804767 h 2767298"/>
              <a:gd name="connsiteX20922" fmla="*/ 3093879 w 4752801"/>
              <a:gd name="connsiteY20922" fmla="*/ 804767 h 2767298"/>
              <a:gd name="connsiteX20923" fmla="*/ 3095093 w 4752801"/>
              <a:gd name="connsiteY20923" fmla="*/ 805577 h 2767298"/>
              <a:gd name="connsiteX20924" fmla="*/ 3099142 w 4752801"/>
              <a:gd name="connsiteY20924" fmla="*/ 812863 h 2767298"/>
              <a:gd name="connsiteX20925" fmla="*/ 3099142 w 4752801"/>
              <a:gd name="connsiteY20925" fmla="*/ 814078 h 2767298"/>
              <a:gd name="connsiteX20926" fmla="*/ 3095093 w 4752801"/>
              <a:gd name="connsiteY20926" fmla="*/ 821364 h 2767298"/>
              <a:gd name="connsiteX20927" fmla="*/ 3093879 w 4752801"/>
              <a:gd name="connsiteY20927" fmla="*/ 822174 h 2767298"/>
              <a:gd name="connsiteX20928" fmla="*/ 3085378 w 4752801"/>
              <a:gd name="connsiteY20928" fmla="*/ 822174 h 2767298"/>
              <a:gd name="connsiteX20929" fmla="*/ 3084164 w 4752801"/>
              <a:gd name="connsiteY20929" fmla="*/ 821364 h 2767298"/>
              <a:gd name="connsiteX20930" fmla="*/ 3080116 w 4752801"/>
              <a:gd name="connsiteY20930" fmla="*/ 814078 h 2767298"/>
              <a:gd name="connsiteX20931" fmla="*/ 3080116 w 4752801"/>
              <a:gd name="connsiteY20931" fmla="*/ 812863 h 2767298"/>
              <a:gd name="connsiteX20932" fmla="*/ 3084164 w 4752801"/>
              <a:gd name="connsiteY20932" fmla="*/ 805577 h 2767298"/>
              <a:gd name="connsiteX20933" fmla="*/ 3085378 w 4752801"/>
              <a:gd name="connsiteY20933" fmla="*/ 804767 h 2767298"/>
              <a:gd name="connsiteX20934" fmla="*/ 3004416 w 4752801"/>
              <a:gd name="connsiteY20934" fmla="*/ 804767 h 2767298"/>
              <a:gd name="connsiteX20935" fmla="*/ 3012917 w 4752801"/>
              <a:gd name="connsiteY20935" fmla="*/ 804767 h 2767298"/>
              <a:gd name="connsiteX20936" fmla="*/ 3014131 w 4752801"/>
              <a:gd name="connsiteY20936" fmla="*/ 805577 h 2767298"/>
              <a:gd name="connsiteX20937" fmla="*/ 3018180 w 4752801"/>
              <a:gd name="connsiteY20937" fmla="*/ 812863 h 2767298"/>
              <a:gd name="connsiteX20938" fmla="*/ 3018180 w 4752801"/>
              <a:gd name="connsiteY20938" fmla="*/ 814078 h 2767298"/>
              <a:gd name="connsiteX20939" fmla="*/ 3014131 w 4752801"/>
              <a:gd name="connsiteY20939" fmla="*/ 821364 h 2767298"/>
              <a:gd name="connsiteX20940" fmla="*/ 3012917 w 4752801"/>
              <a:gd name="connsiteY20940" fmla="*/ 822174 h 2767298"/>
              <a:gd name="connsiteX20941" fmla="*/ 3004416 w 4752801"/>
              <a:gd name="connsiteY20941" fmla="*/ 822174 h 2767298"/>
              <a:gd name="connsiteX20942" fmla="*/ 3003202 w 4752801"/>
              <a:gd name="connsiteY20942" fmla="*/ 821364 h 2767298"/>
              <a:gd name="connsiteX20943" fmla="*/ 2999154 w 4752801"/>
              <a:gd name="connsiteY20943" fmla="*/ 814078 h 2767298"/>
              <a:gd name="connsiteX20944" fmla="*/ 2999154 w 4752801"/>
              <a:gd name="connsiteY20944" fmla="*/ 812863 h 2767298"/>
              <a:gd name="connsiteX20945" fmla="*/ 3003202 w 4752801"/>
              <a:gd name="connsiteY20945" fmla="*/ 805577 h 2767298"/>
              <a:gd name="connsiteX20946" fmla="*/ 3004416 w 4752801"/>
              <a:gd name="connsiteY20946" fmla="*/ 804767 h 2767298"/>
              <a:gd name="connsiteX20947" fmla="*/ 2316235 w 4752801"/>
              <a:gd name="connsiteY20947" fmla="*/ 804767 h 2767298"/>
              <a:gd name="connsiteX20948" fmla="*/ 2324736 w 4752801"/>
              <a:gd name="connsiteY20948" fmla="*/ 804767 h 2767298"/>
              <a:gd name="connsiteX20949" fmla="*/ 2325951 w 4752801"/>
              <a:gd name="connsiteY20949" fmla="*/ 805577 h 2767298"/>
              <a:gd name="connsiteX20950" fmla="*/ 2330403 w 4752801"/>
              <a:gd name="connsiteY20950" fmla="*/ 812863 h 2767298"/>
              <a:gd name="connsiteX20951" fmla="*/ 2330403 w 4752801"/>
              <a:gd name="connsiteY20951" fmla="*/ 814078 h 2767298"/>
              <a:gd name="connsiteX20952" fmla="*/ 2325951 w 4752801"/>
              <a:gd name="connsiteY20952" fmla="*/ 821364 h 2767298"/>
              <a:gd name="connsiteX20953" fmla="*/ 2324736 w 4752801"/>
              <a:gd name="connsiteY20953" fmla="*/ 822174 h 2767298"/>
              <a:gd name="connsiteX20954" fmla="*/ 2316235 w 4752801"/>
              <a:gd name="connsiteY20954" fmla="*/ 822174 h 2767298"/>
              <a:gd name="connsiteX20955" fmla="*/ 2315021 w 4752801"/>
              <a:gd name="connsiteY20955" fmla="*/ 821364 h 2767298"/>
              <a:gd name="connsiteX20956" fmla="*/ 2310568 w 4752801"/>
              <a:gd name="connsiteY20956" fmla="*/ 814078 h 2767298"/>
              <a:gd name="connsiteX20957" fmla="*/ 2310568 w 4752801"/>
              <a:gd name="connsiteY20957" fmla="*/ 812863 h 2767298"/>
              <a:gd name="connsiteX20958" fmla="*/ 2315021 w 4752801"/>
              <a:gd name="connsiteY20958" fmla="*/ 805577 h 2767298"/>
              <a:gd name="connsiteX20959" fmla="*/ 2316235 w 4752801"/>
              <a:gd name="connsiteY20959" fmla="*/ 804767 h 2767298"/>
              <a:gd name="connsiteX20960" fmla="*/ 3044897 w 4752801"/>
              <a:gd name="connsiteY20960" fmla="*/ 804362 h 2767298"/>
              <a:gd name="connsiteX20961" fmla="*/ 3053398 w 4752801"/>
              <a:gd name="connsiteY20961" fmla="*/ 804362 h 2767298"/>
              <a:gd name="connsiteX20962" fmla="*/ 3054612 w 4752801"/>
              <a:gd name="connsiteY20962" fmla="*/ 805172 h 2767298"/>
              <a:gd name="connsiteX20963" fmla="*/ 3058661 w 4752801"/>
              <a:gd name="connsiteY20963" fmla="*/ 812458 h 2767298"/>
              <a:gd name="connsiteX20964" fmla="*/ 3058661 w 4752801"/>
              <a:gd name="connsiteY20964" fmla="*/ 813673 h 2767298"/>
              <a:gd name="connsiteX20965" fmla="*/ 3054612 w 4752801"/>
              <a:gd name="connsiteY20965" fmla="*/ 820959 h 2767298"/>
              <a:gd name="connsiteX20966" fmla="*/ 3053398 w 4752801"/>
              <a:gd name="connsiteY20966" fmla="*/ 821769 h 2767298"/>
              <a:gd name="connsiteX20967" fmla="*/ 3044897 w 4752801"/>
              <a:gd name="connsiteY20967" fmla="*/ 821769 h 2767298"/>
              <a:gd name="connsiteX20968" fmla="*/ 3043683 w 4752801"/>
              <a:gd name="connsiteY20968" fmla="*/ 820959 h 2767298"/>
              <a:gd name="connsiteX20969" fmla="*/ 3039635 w 4752801"/>
              <a:gd name="connsiteY20969" fmla="*/ 813673 h 2767298"/>
              <a:gd name="connsiteX20970" fmla="*/ 3039635 w 4752801"/>
              <a:gd name="connsiteY20970" fmla="*/ 812458 h 2767298"/>
              <a:gd name="connsiteX20971" fmla="*/ 3043683 w 4752801"/>
              <a:gd name="connsiteY20971" fmla="*/ 805172 h 2767298"/>
              <a:gd name="connsiteX20972" fmla="*/ 3044897 w 4752801"/>
              <a:gd name="connsiteY20972" fmla="*/ 804362 h 2767298"/>
              <a:gd name="connsiteX20973" fmla="*/ 3490191 w 4752801"/>
              <a:gd name="connsiteY20973" fmla="*/ 803958 h 2767298"/>
              <a:gd name="connsiteX20974" fmla="*/ 3498692 w 4752801"/>
              <a:gd name="connsiteY20974" fmla="*/ 803958 h 2767298"/>
              <a:gd name="connsiteX20975" fmla="*/ 3499906 w 4752801"/>
              <a:gd name="connsiteY20975" fmla="*/ 804768 h 2767298"/>
              <a:gd name="connsiteX20976" fmla="*/ 3504359 w 4752801"/>
              <a:gd name="connsiteY20976" fmla="*/ 812459 h 2767298"/>
              <a:gd name="connsiteX20977" fmla="*/ 3504359 w 4752801"/>
              <a:gd name="connsiteY20977" fmla="*/ 813674 h 2767298"/>
              <a:gd name="connsiteX20978" fmla="*/ 3499906 w 4752801"/>
              <a:gd name="connsiteY20978" fmla="*/ 821365 h 2767298"/>
              <a:gd name="connsiteX20979" fmla="*/ 3498692 w 4752801"/>
              <a:gd name="connsiteY20979" fmla="*/ 822175 h 2767298"/>
              <a:gd name="connsiteX20980" fmla="*/ 3490191 w 4752801"/>
              <a:gd name="connsiteY20980" fmla="*/ 822175 h 2767298"/>
              <a:gd name="connsiteX20981" fmla="*/ 3488976 w 4752801"/>
              <a:gd name="connsiteY20981" fmla="*/ 821365 h 2767298"/>
              <a:gd name="connsiteX20982" fmla="*/ 3484524 w 4752801"/>
              <a:gd name="connsiteY20982" fmla="*/ 813674 h 2767298"/>
              <a:gd name="connsiteX20983" fmla="*/ 3484524 w 4752801"/>
              <a:gd name="connsiteY20983" fmla="*/ 812459 h 2767298"/>
              <a:gd name="connsiteX20984" fmla="*/ 3488976 w 4752801"/>
              <a:gd name="connsiteY20984" fmla="*/ 804768 h 2767298"/>
              <a:gd name="connsiteX20985" fmla="*/ 3490191 w 4752801"/>
              <a:gd name="connsiteY20985" fmla="*/ 803958 h 2767298"/>
              <a:gd name="connsiteX20986" fmla="*/ 3449305 w 4752801"/>
              <a:gd name="connsiteY20986" fmla="*/ 803958 h 2767298"/>
              <a:gd name="connsiteX20987" fmla="*/ 3458211 w 4752801"/>
              <a:gd name="connsiteY20987" fmla="*/ 803958 h 2767298"/>
              <a:gd name="connsiteX20988" fmla="*/ 3459425 w 4752801"/>
              <a:gd name="connsiteY20988" fmla="*/ 804768 h 2767298"/>
              <a:gd name="connsiteX20989" fmla="*/ 3463879 w 4752801"/>
              <a:gd name="connsiteY20989" fmla="*/ 812459 h 2767298"/>
              <a:gd name="connsiteX20990" fmla="*/ 3463879 w 4752801"/>
              <a:gd name="connsiteY20990" fmla="*/ 813674 h 2767298"/>
              <a:gd name="connsiteX20991" fmla="*/ 3459425 w 4752801"/>
              <a:gd name="connsiteY20991" fmla="*/ 821365 h 2767298"/>
              <a:gd name="connsiteX20992" fmla="*/ 3458211 w 4752801"/>
              <a:gd name="connsiteY20992" fmla="*/ 822175 h 2767298"/>
              <a:gd name="connsiteX20993" fmla="*/ 3449305 w 4752801"/>
              <a:gd name="connsiteY20993" fmla="*/ 822175 h 2767298"/>
              <a:gd name="connsiteX20994" fmla="*/ 3448091 w 4752801"/>
              <a:gd name="connsiteY20994" fmla="*/ 821365 h 2767298"/>
              <a:gd name="connsiteX20995" fmla="*/ 3443638 w 4752801"/>
              <a:gd name="connsiteY20995" fmla="*/ 813674 h 2767298"/>
              <a:gd name="connsiteX20996" fmla="*/ 3443638 w 4752801"/>
              <a:gd name="connsiteY20996" fmla="*/ 812459 h 2767298"/>
              <a:gd name="connsiteX20997" fmla="*/ 3448091 w 4752801"/>
              <a:gd name="connsiteY20997" fmla="*/ 804768 h 2767298"/>
              <a:gd name="connsiteX20998" fmla="*/ 3449305 w 4752801"/>
              <a:gd name="connsiteY20998" fmla="*/ 803958 h 2767298"/>
              <a:gd name="connsiteX20999" fmla="*/ 3408824 w 4752801"/>
              <a:gd name="connsiteY20999" fmla="*/ 803958 h 2767298"/>
              <a:gd name="connsiteX21000" fmla="*/ 3418135 w 4752801"/>
              <a:gd name="connsiteY21000" fmla="*/ 803958 h 2767298"/>
              <a:gd name="connsiteX21001" fmla="*/ 3419349 w 4752801"/>
              <a:gd name="connsiteY21001" fmla="*/ 804768 h 2767298"/>
              <a:gd name="connsiteX21002" fmla="*/ 3424207 w 4752801"/>
              <a:gd name="connsiteY21002" fmla="*/ 812864 h 2767298"/>
              <a:gd name="connsiteX21003" fmla="*/ 3424207 w 4752801"/>
              <a:gd name="connsiteY21003" fmla="*/ 814078 h 2767298"/>
              <a:gd name="connsiteX21004" fmla="*/ 3419349 w 4752801"/>
              <a:gd name="connsiteY21004" fmla="*/ 822175 h 2767298"/>
              <a:gd name="connsiteX21005" fmla="*/ 3418135 w 4752801"/>
              <a:gd name="connsiteY21005" fmla="*/ 822984 h 2767298"/>
              <a:gd name="connsiteX21006" fmla="*/ 3408824 w 4752801"/>
              <a:gd name="connsiteY21006" fmla="*/ 822984 h 2767298"/>
              <a:gd name="connsiteX21007" fmla="*/ 3407610 w 4752801"/>
              <a:gd name="connsiteY21007" fmla="*/ 822175 h 2767298"/>
              <a:gd name="connsiteX21008" fmla="*/ 3402752 w 4752801"/>
              <a:gd name="connsiteY21008" fmla="*/ 814078 h 2767298"/>
              <a:gd name="connsiteX21009" fmla="*/ 3402752 w 4752801"/>
              <a:gd name="connsiteY21009" fmla="*/ 812864 h 2767298"/>
              <a:gd name="connsiteX21010" fmla="*/ 3407610 w 4752801"/>
              <a:gd name="connsiteY21010" fmla="*/ 804768 h 2767298"/>
              <a:gd name="connsiteX21011" fmla="*/ 3408824 w 4752801"/>
              <a:gd name="connsiteY21011" fmla="*/ 803958 h 2767298"/>
              <a:gd name="connsiteX21012" fmla="*/ 3570749 w 4752801"/>
              <a:gd name="connsiteY21012" fmla="*/ 803553 h 2767298"/>
              <a:gd name="connsiteX21013" fmla="*/ 3580464 w 4752801"/>
              <a:gd name="connsiteY21013" fmla="*/ 803553 h 2767298"/>
              <a:gd name="connsiteX21014" fmla="*/ 3581679 w 4752801"/>
              <a:gd name="connsiteY21014" fmla="*/ 803958 h 2767298"/>
              <a:gd name="connsiteX21015" fmla="*/ 3586537 w 4752801"/>
              <a:gd name="connsiteY21015" fmla="*/ 812459 h 2767298"/>
              <a:gd name="connsiteX21016" fmla="*/ 3586537 w 4752801"/>
              <a:gd name="connsiteY21016" fmla="*/ 813673 h 2767298"/>
              <a:gd name="connsiteX21017" fmla="*/ 3581679 w 4752801"/>
              <a:gd name="connsiteY21017" fmla="*/ 822174 h 2767298"/>
              <a:gd name="connsiteX21018" fmla="*/ 3580464 w 4752801"/>
              <a:gd name="connsiteY21018" fmla="*/ 822579 h 2767298"/>
              <a:gd name="connsiteX21019" fmla="*/ 3570749 w 4752801"/>
              <a:gd name="connsiteY21019" fmla="*/ 822579 h 2767298"/>
              <a:gd name="connsiteX21020" fmla="*/ 3569535 w 4752801"/>
              <a:gd name="connsiteY21020" fmla="*/ 822174 h 2767298"/>
              <a:gd name="connsiteX21021" fmla="*/ 3564677 w 4752801"/>
              <a:gd name="connsiteY21021" fmla="*/ 813673 h 2767298"/>
              <a:gd name="connsiteX21022" fmla="*/ 3564677 w 4752801"/>
              <a:gd name="connsiteY21022" fmla="*/ 812459 h 2767298"/>
              <a:gd name="connsiteX21023" fmla="*/ 3569535 w 4752801"/>
              <a:gd name="connsiteY21023" fmla="*/ 803958 h 2767298"/>
              <a:gd name="connsiteX21024" fmla="*/ 3570749 w 4752801"/>
              <a:gd name="connsiteY21024" fmla="*/ 803553 h 2767298"/>
              <a:gd name="connsiteX21025" fmla="*/ 2963530 w 4752801"/>
              <a:gd name="connsiteY21025" fmla="*/ 803553 h 2767298"/>
              <a:gd name="connsiteX21026" fmla="*/ 2972841 w 4752801"/>
              <a:gd name="connsiteY21026" fmla="*/ 803553 h 2767298"/>
              <a:gd name="connsiteX21027" fmla="*/ 2974055 w 4752801"/>
              <a:gd name="connsiteY21027" fmla="*/ 804363 h 2767298"/>
              <a:gd name="connsiteX21028" fmla="*/ 2978508 w 4752801"/>
              <a:gd name="connsiteY21028" fmla="*/ 812459 h 2767298"/>
              <a:gd name="connsiteX21029" fmla="*/ 2978508 w 4752801"/>
              <a:gd name="connsiteY21029" fmla="*/ 813673 h 2767298"/>
              <a:gd name="connsiteX21030" fmla="*/ 2974055 w 4752801"/>
              <a:gd name="connsiteY21030" fmla="*/ 821770 h 2767298"/>
              <a:gd name="connsiteX21031" fmla="*/ 2972841 w 4752801"/>
              <a:gd name="connsiteY21031" fmla="*/ 822579 h 2767298"/>
              <a:gd name="connsiteX21032" fmla="*/ 2963530 w 4752801"/>
              <a:gd name="connsiteY21032" fmla="*/ 822579 h 2767298"/>
              <a:gd name="connsiteX21033" fmla="*/ 2962316 w 4752801"/>
              <a:gd name="connsiteY21033" fmla="*/ 821770 h 2767298"/>
              <a:gd name="connsiteX21034" fmla="*/ 2957863 w 4752801"/>
              <a:gd name="connsiteY21034" fmla="*/ 813673 h 2767298"/>
              <a:gd name="connsiteX21035" fmla="*/ 2957863 w 4752801"/>
              <a:gd name="connsiteY21035" fmla="*/ 812459 h 2767298"/>
              <a:gd name="connsiteX21036" fmla="*/ 2962316 w 4752801"/>
              <a:gd name="connsiteY21036" fmla="*/ 804363 h 2767298"/>
              <a:gd name="connsiteX21037" fmla="*/ 2963530 w 4752801"/>
              <a:gd name="connsiteY21037" fmla="*/ 803553 h 2767298"/>
              <a:gd name="connsiteX21038" fmla="*/ 2356311 w 4752801"/>
              <a:gd name="connsiteY21038" fmla="*/ 803553 h 2767298"/>
              <a:gd name="connsiteX21039" fmla="*/ 2365622 w 4752801"/>
              <a:gd name="connsiteY21039" fmla="*/ 803553 h 2767298"/>
              <a:gd name="connsiteX21040" fmla="*/ 2366836 w 4752801"/>
              <a:gd name="connsiteY21040" fmla="*/ 804363 h 2767298"/>
              <a:gd name="connsiteX21041" fmla="*/ 2371289 w 4752801"/>
              <a:gd name="connsiteY21041" fmla="*/ 812459 h 2767298"/>
              <a:gd name="connsiteX21042" fmla="*/ 2371289 w 4752801"/>
              <a:gd name="connsiteY21042" fmla="*/ 813673 h 2767298"/>
              <a:gd name="connsiteX21043" fmla="*/ 2366836 w 4752801"/>
              <a:gd name="connsiteY21043" fmla="*/ 821770 h 2767298"/>
              <a:gd name="connsiteX21044" fmla="*/ 2365622 w 4752801"/>
              <a:gd name="connsiteY21044" fmla="*/ 822579 h 2767298"/>
              <a:gd name="connsiteX21045" fmla="*/ 2356311 w 4752801"/>
              <a:gd name="connsiteY21045" fmla="*/ 822579 h 2767298"/>
              <a:gd name="connsiteX21046" fmla="*/ 2355097 w 4752801"/>
              <a:gd name="connsiteY21046" fmla="*/ 821770 h 2767298"/>
              <a:gd name="connsiteX21047" fmla="*/ 2350644 w 4752801"/>
              <a:gd name="connsiteY21047" fmla="*/ 813673 h 2767298"/>
              <a:gd name="connsiteX21048" fmla="*/ 2350644 w 4752801"/>
              <a:gd name="connsiteY21048" fmla="*/ 812459 h 2767298"/>
              <a:gd name="connsiteX21049" fmla="*/ 2355097 w 4752801"/>
              <a:gd name="connsiteY21049" fmla="*/ 804363 h 2767298"/>
              <a:gd name="connsiteX21050" fmla="*/ 2356311 w 4752801"/>
              <a:gd name="connsiteY21050" fmla="*/ 803553 h 2767298"/>
              <a:gd name="connsiteX21051" fmla="*/ 3367533 w 4752801"/>
              <a:gd name="connsiteY21051" fmla="*/ 802743 h 2767298"/>
              <a:gd name="connsiteX21052" fmla="*/ 3378867 w 4752801"/>
              <a:gd name="connsiteY21052" fmla="*/ 802743 h 2767298"/>
              <a:gd name="connsiteX21053" fmla="*/ 3380082 w 4752801"/>
              <a:gd name="connsiteY21053" fmla="*/ 803148 h 2767298"/>
              <a:gd name="connsiteX21054" fmla="*/ 3385749 w 4752801"/>
              <a:gd name="connsiteY21054" fmla="*/ 812863 h 2767298"/>
              <a:gd name="connsiteX21055" fmla="*/ 3385749 w 4752801"/>
              <a:gd name="connsiteY21055" fmla="*/ 814078 h 2767298"/>
              <a:gd name="connsiteX21056" fmla="*/ 3380082 w 4752801"/>
              <a:gd name="connsiteY21056" fmla="*/ 823793 h 2767298"/>
              <a:gd name="connsiteX21057" fmla="*/ 3378867 w 4752801"/>
              <a:gd name="connsiteY21057" fmla="*/ 824198 h 2767298"/>
              <a:gd name="connsiteX21058" fmla="*/ 3367533 w 4752801"/>
              <a:gd name="connsiteY21058" fmla="*/ 824198 h 2767298"/>
              <a:gd name="connsiteX21059" fmla="*/ 3366318 w 4752801"/>
              <a:gd name="connsiteY21059" fmla="*/ 823793 h 2767298"/>
              <a:gd name="connsiteX21060" fmla="*/ 3360651 w 4752801"/>
              <a:gd name="connsiteY21060" fmla="*/ 814078 h 2767298"/>
              <a:gd name="connsiteX21061" fmla="*/ 3360651 w 4752801"/>
              <a:gd name="connsiteY21061" fmla="*/ 812863 h 2767298"/>
              <a:gd name="connsiteX21062" fmla="*/ 3366318 w 4752801"/>
              <a:gd name="connsiteY21062" fmla="*/ 803148 h 2767298"/>
              <a:gd name="connsiteX21063" fmla="*/ 3367533 w 4752801"/>
              <a:gd name="connsiteY21063" fmla="*/ 802743 h 2767298"/>
              <a:gd name="connsiteX21064" fmla="*/ 3165126 w 4752801"/>
              <a:gd name="connsiteY21064" fmla="*/ 802743 h 2767298"/>
              <a:gd name="connsiteX21065" fmla="*/ 3176056 w 4752801"/>
              <a:gd name="connsiteY21065" fmla="*/ 802743 h 2767298"/>
              <a:gd name="connsiteX21066" fmla="*/ 3177271 w 4752801"/>
              <a:gd name="connsiteY21066" fmla="*/ 803553 h 2767298"/>
              <a:gd name="connsiteX21067" fmla="*/ 3182534 w 4752801"/>
              <a:gd name="connsiteY21067" fmla="*/ 812863 h 2767298"/>
              <a:gd name="connsiteX21068" fmla="*/ 3182534 w 4752801"/>
              <a:gd name="connsiteY21068" fmla="*/ 814078 h 2767298"/>
              <a:gd name="connsiteX21069" fmla="*/ 3177271 w 4752801"/>
              <a:gd name="connsiteY21069" fmla="*/ 823388 h 2767298"/>
              <a:gd name="connsiteX21070" fmla="*/ 3176056 w 4752801"/>
              <a:gd name="connsiteY21070" fmla="*/ 824198 h 2767298"/>
              <a:gd name="connsiteX21071" fmla="*/ 3165126 w 4752801"/>
              <a:gd name="connsiteY21071" fmla="*/ 824198 h 2767298"/>
              <a:gd name="connsiteX21072" fmla="*/ 3163912 w 4752801"/>
              <a:gd name="connsiteY21072" fmla="*/ 823388 h 2767298"/>
              <a:gd name="connsiteX21073" fmla="*/ 3158650 w 4752801"/>
              <a:gd name="connsiteY21073" fmla="*/ 814078 h 2767298"/>
              <a:gd name="connsiteX21074" fmla="*/ 3158650 w 4752801"/>
              <a:gd name="connsiteY21074" fmla="*/ 812863 h 2767298"/>
              <a:gd name="connsiteX21075" fmla="*/ 3163912 w 4752801"/>
              <a:gd name="connsiteY21075" fmla="*/ 803553 h 2767298"/>
              <a:gd name="connsiteX21076" fmla="*/ 3165126 w 4752801"/>
              <a:gd name="connsiteY21076" fmla="*/ 802743 h 2767298"/>
              <a:gd name="connsiteX21077" fmla="*/ 3610421 w 4752801"/>
              <a:gd name="connsiteY21077" fmla="*/ 801934 h 2767298"/>
              <a:gd name="connsiteX21078" fmla="*/ 3621350 w 4752801"/>
              <a:gd name="connsiteY21078" fmla="*/ 801934 h 2767298"/>
              <a:gd name="connsiteX21079" fmla="*/ 3622565 w 4752801"/>
              <a:gd name="connsiteY21079" fmla="*/ 802744 h 2767298"/>
              <a:gd name="connsiteX21080" fmla="*/ 3628232 w 4752801"/>
              <a:gd name="connsiteY21080" fmla="*/ 812459 h 2767298"/>
              <a:gd name="connsiteX21081" fmla="*/ 3628232 w 4752801"/>
              <a:gd name="connsiteY21081" fmla="*/ 813674 h 2767298"/>
              <a:gd name="connsiteX21082" fmla="*/ 3622565 w 4752801"/>
              <a:gd name="connsiteY21082" fmla="*/ 823389 h 2767298"/>
              <a:gd name="connsiteX21083" fmla="*/ 3621350 w 4752801"/>
              <a:gd name="connsiteY21083" fmla="*/ 824199 h 2767298"/>
              <a:gd name="connsiteX21084" fmla="*/ 3610421 w 4752801"/>
              <a:gd name="connsiteY21084" fmla="*/ 824199 h 2767298"/>
              <a:gd name="connsiteX21085" fmla="*/ 3609206 w 4752801"/>
              <a:gd name="connsiteY21085" fmla="*/ 823389 h 2767298"/>
              <a:gd name="connsiteX21086" fmla="*/ 3603539 w 4752801"/>
              <a:gd name="connsiteY21086" fmla="*/ 813674 h 2767298"/>
              <a:gd name="connsiteX21087" fmla="*/ 3603539 w 4752801"/>
              <a:gd name="connsiteY21087" fmla="*/ 812459 h 2767298"/>
              <a:gd name="connsiteX21088" fmla="*/ 3609206 w 4752801"/>
              <a:gd name="connsiteY21088" fmla="*/ 802744 h 2767298"/>
              <a:gd name="connsiteX21089" fmla="*/ 3610421 w 4752801"/>
              <a:gd name="connsiteY21089" fmla="*/ 801934 h 2767298"/>
              <a:gd name="connsiteX21090" fmla="*/ 3326647 w 4752801"/>
              <a:gd name="connsiteY21090" fmla="*/ 801934 h 2767298"/>
              <a:gd name="connsiteX21091" fmla="*/ 3338386 w 4752801"/>
              <a:gd name="connsiteY21091" fmla="*/ 801934 h 2767298"/>
              <a:gd name="connsiteX21092" fmla="*/ 3339600 w 4752801"/>
              <a:gd name="connsiteY21092" fmla="*/ 802339 h 2767298"/>
              <a:gd name="connsiteX21093" fmla="*/ 3345268 w 4752801"/>
              <a:gd name="connsiteY21093" fmla="*/ 812459 h 2767298"/>
              <a:gd name="connsiteX21094" fmla="*/ 3345268 w 4752801"/>
              <a:gd name="connsiteY21094" fmla="*/ 813674 h 2767298"/>
              <a:gd name="connsiteX21095" fmla="*/ 3339600 w 4752801"/>
              <a:gd name="connsiteY21095" fmla="*/ 823794 h 2767298"/>
              <a:gd name="connsiteX21096" fmla="*/ 3338386 w 4752801"/>
              <a:gd name="connsiteY21096" fmla="*/ 824199 h 2767298"/>
              <a:gd name="connsiteX21097" fmla="*/ 3326647 w 4752801"/>
              <a:gd name="connsiteY21097" fmla="*/ 824199 h 2767298"/>
              <a:gd name="connsiteX21098" fmla="*/ 3325432 w 4752801"/>
              <a:gd name="connsiteY21098" fmla="*/ 823794 h 2767298"/>
              <a:gd name="connsiteX21099" fmla="*/ 3319765 w 4752801"/>
              <a:gd name="connsiteY21099" fmla="*/ 813674 h 2767298"/>
              <a:gd name="connsiteX21100" fmla="*/ 3319765 w 4752801"/>
              <a:gd name="connsiteY21100" fmla="*/ 812459 h 2767298"/>
              <a:gd name="connsiteX21101" fmla="*/ 3325432 w 4752801"/>
              <a:gd name="connsiteY21101" fmla="*/ 802339 h 2767298"/>
              <a:gd name="connsiteX21102" fmla="*/ 3326647 w 4752801"/>
              <a:gd name="connsiteY21102" fmla="*/ 801934 h 2767298"/>
              <a:gd name="connsiteX21103" fmla="*/ 3731054 w 4752801"/>
              <a:gd name="connsiteY21103" fmla="*/ 801529 h 2767298"/>
              <a:gd name="connsiteX21104" fmla="*/ 3743603 w 4752801"/>
              <a:gd name="connsiteY21104" fmla="*/ 801529 h 2767298"/>
              <a:gd name="connsiteX21105" fmla="*/ 3744817 w 4752801"/>
              <a:gd name="connsiteY21105" fmla="*/ 801934 h 2767298"/>
              <a:gd name="connsiteX21106" fmla="*/ 3751295 w 4752801"/>
              <a:gd name="connsiteY21106" fmla="*/ 812864 h 2767298"/>
              <a:gd name="connsiteX21107" fmla="*/ 3751295 w 4752801"/>
              <a:gd name="connsiteY21107" fmla="*/ 814078 h 2767298"/>
              <a:gd name="connsiteX21108" fmla="*/ 3744817 w 4752801"/>
              <a:gd name="connsiteY21108" fmla="*/ 825008 h 2767298"/>
              <a:gd name="connsiteX21109" fmla="*/ 3743603 w 4752801"/>
              <a:gd name="connsiteY21109" fmla="*/ 825818 h 2767298"/>
              <a:gd name="connsiteX21110" fmla="*/ 3731054 w 4752801"/>
              <a:gd name="connsiteY21110" fmla="*/ 825818 h 2767298"/>
              <a:gd name="connsiteX21111" fmla="*/ 3729839 w 4752801"/>
              <a:gd name="connsiteY21111" fmla="*/ 825008 h 2767298"/>
              <a:gd name="connsiteX21112" fmla="*/ 3723363 w 4752801"/>
              <a:gd name="connsiteY21112" fmla="*/ 814078 h 2767298"/>
              <a:gd name="connsiteX21113" fmla="*/ 3723363 w 4752801"/>
              <a:gd name="connsiteY21113" fmla="*/ 812864 h 2767298"/>
              <a:gd name="connsiteX21114" fmla="*/ 3729839 w 4752801"/>
              <a:gd name="connsiteY21114" fmla="*/ 801934 h 2767298"/>
              <a:gd name="connsiteX21115" fmla="*/ 3731054 w 4752801"/>
              <a:gd name="connsiteY21115" fmla="*/ 801529 h 2767298"/>
              <a:gd name="connsiteX21116" fmla="*/ 3649687 w 4752801"/>
              <a:gd name="connsiteY21116" fmla="*/ 801529 h 2767298"/>
              <a:gd name="connsiteX21117" fmla="*/ 3662641 w 4752801"/>
              <a:gd name="connsiteY21117" fmla="*/ 801529 h 2767298"/>
              <a:gd name="connsiteX21118" fmla="*/ 3663855 w 4752801"/>
              <a:gd name="connsiteY21118" fmla="*/ 801934 h 2767298"/>
              <a:gd name="connsiteX21119" fmla="*/ 3670333 w 4752801"/>
              <a:gd name="connsiteY21119" fmla="*/ 812864 h 2767298"/>
              <a:gd name="connsiteX21120" fmla="*/ 3670333 w 4752801"/>
              <a:gd name="connsiteY21120" fmla="*/ 814078 h 2767298"/>
              <a:gd name="connsiteX21121" fmla="*/ 3663855 w 4752801"/>
              <a:gd name="connsiteY21121" fmla="*/ 825008 h 2767298"/>
              <a:gd name="connsiteX21122" fmla="*/ 3662641 w 4752801"/>
              <a:gd name="connsiteY21122" fmla="*/ 825413 h 2767298"/>
              <a:gd name="connsiteX21123" fmla="*/ 3649687 w 4752801"/>
              <a:gd name="connsiteY21123" fmla="*/ 825413 h 2767298"/>
              <a:gd name="connsiteX21124" fmla="*/ 3648473 w 4752801"/>
              <a:gd name="connsiteY21124" fmla="*/ 825008 h 2767298"/>
              <a:gd name="connsiteX21125" fmla="*/ 3641996 w 4752801"/>
              <a:gd name="connsiteY21125" fmla="*/ 814078 h 2767298"/>
              <a:gd name="connsiteX21126" fmla="*/ 3641996 w 4752801"/>
              <a:gd name="connsiteY21126" fmla="*/ 812864 h 2767298"/>
              <a:gd name="connsiteX21127" fmla="*/ 3648473 w 4752801"/>
              <a:gd name="connsiteY21127" fmla="*/ 801934 h 2767298"/>
              <a:gd name="connsiteX21128" fmla="*/ 3649687 w 4752801"/>
              <a:gd name="connsiteY21128" fmla="*/ 801529 h 2767298"/>
              <a:gd name="connsiteX21129" fmla="*/ 3812017 w 4752801"/>
              <a:gd name="connsiteY21129" fmla="*/ 800719 h 2767298"/>
              <a:gd name="connsiteX21130" fmla="*/ 3824971 w 4752801"/>
              <a:gd name="connsiteY21130" fmla="*/ 800719 h 2767298"/>
              <a:gd name="connsiteX21131" fmla="*/ 3826186 w 4752801"/>
              <a:gd name="connsiteY21131" fmla="*/ 801124 h 2767298"/>
              <a:gd name="connsiteX21132" fmla="*/ 3832662 w 4752801"/>
              <a:gd name="connsiteY21132" fmla="*/ 812459 h 2767298"/>
              <a:gd name="connsiteX21133" fmla="*/ 3832662 w 4752801"/>
              <a:gd name="connsiteY21133" fmla="*/ 813673 h 2767298"/>
              <a:gd name="connsiteX21134" fmla="*/ 3826186 w 4752801"/>
              <a:gd name="connsiteY21134" fmla="*/ 825008 h 2767298"/>
              <a:gd name="connsiteX21135" fmla="*/ 3824971 w 4752801"/>
              <a:gd name="connsiteY21135" fmla="*/ 825817 h 2767298"/>
              <a:gd name="connsiteX21136" fmla="*/ 3812017 w 4752801"/>
              <a:gd name="connsiteY21136" fmla="*/ 825817 h 2767298"/>
              <a:gd name="connsiteX21137" fmla="*/ 3810802 w 4752801"/>
              <a:gd name="connsiteY21137" fmla="*/ 825008 h 2767298"/>
              <a:gd name="connsiteX21138" fmla="*/ 3804326 w 4752801"/>
              <a:gd name="connsiteY21138" fmla="*/ 813673 h 2767298"/>
              <a:gd name="connsiteX21139" fmla="*/ 3804326 w 4752801"/>
              <a:gd name="connsiteY21139" fmla="*/ 812459 h 2767298"/>
              <a:gd name="connsiteX21140" fmla="*/ 3810802 w 4752801"/>
              <a:gd name="connsiteY21140" fmla="*/ 801124 h 2767298"/>
              <a:gd name="connsiteX21141" fmla="*/ 3812017 w 4752801"/>
              <a:gd name="connsiteY21141" fmla="*/ 800719 h 2767298"/>
              <a:gd name="connsiteX21142" fmla="*/ 3771536 w 4752801"/>
              <a:gd name="connsiteY21142" fmla="*/ 800719 h 2767298"/>
              <a:gd name="connsiteX21143" fmla="*/ 3784490 w 4752801"/>
              <a:gd name="connsiteY21143" fmla="*/ 800719 h 2767298"/>
              <a:gd name="connsiteX21144" fmla="*/ 3785705 w 4752801"/>
              <a:gd name="connsiteY21144" fmla="*/ 801124 h 2767298"/>
              <a:gd name="connsiteX21145" fmla="*/ 3792181 w 4752801"/>
              <a:gd name="connsiteY21145" fmla="*/ 812459 h 2767298"/>
              <a:gd name="connsiteX21146" fmla="*/ 3792181 w 4752801"/>
              <a:gd name="connsiteY21146" fmla="*/ 813673 h 2767298"/>
              <a:gd name="connsiteX21147" fmla="*/ 3785705 w 4752801"/>
              <a:gd name="connsiteY21147" fmla="*/ 825008 h 2767298"/>
              <a:gd name="connsiteX21148" fmla="*/ 3784490 w 4752801"/>
              <a:gd name="connsiteY21148" fmla="*/ 825413 h 2767298"/>
              <a:gd name="connsiteX21149" fmla="*/ 3771536 w 4752801"/>
              <a:gd name="connsiteY21149" fmla="*/ 825413 h 2767298"/>
              <a:gd name="connsiteX21150" fmla="*/ 3770321 w 4752801"/>
              <a:gd name="connsiteY21150" fmla="*/ 825008 h 2767298"/>
              <a:gd name="connsiteX21151" fmla="*/ 3763845 w 4752801"/>
              <a:gd name="connsiteY21151" fmla="*/ 813673 h 2767298"/>
              <a:gd name="connsiteX21152" fmla="*/ 3763845 w 4752801"/>
              <a:gd name="connsiteY21152" fmla="*/ 812459 h 2767298"/>
              <a:gd name="connsiteX21153" fmla="*/ 3770321 w 4752801"/>
              <a:gd name="connsiteY21153" fmla="*/ 801124 h 2767298"/>
              <a:gd name="connsiteX21154" fmla="*/ 3771536 w 4752801"/>
              <a:gd name="connsiteY21154" fmla="*/ 800719 h 2767298"/>
              <a:gd name="connsiteX21155" fmla="*/ 3204798 w 4752801"/>
              <a:gd name="connsiteY21155" fmla="*/ 800719 h 2767298"/>
              <a:gd name="connsiteX21156" fmla="*/ 3217752 w 4752801"/>
              <a:gd name="connsiteY21156" fmla="*/ 800719 h 2767298"/>
              <a:gd name="connsiteX21157" fmla="*/ 3218967 w 4752801"/>
              <a:gd name="connsiteY21157" fmla="*/ 801124 h 2767298"/>
              <a:gd name="connsiteX21158" fmla="*/ 3225443 w 4752801"/>
              <a:gd name="connsiteY21158" fmla="*/ 812459 h 2767298"/>
              <a:gd name="connsiteX21159" fmla="*/ 3225443 w 4752801"/>
              <a:gd name="connsiteY21159" fmla="*/ 813673 h 2767298"/>
              <a:gd name="connsiteX21160" fmla="*/ 3218967 w 4752801"/>
              <a:gd name="connsiteY21160" fmla="*/ 825008 h 2767298"/>
              <a:gd name="connsiteX21161" fmla="*/ 3217752 w 4752801"/>
              <a:gd name="connsiteY21161" fmla="*/ 825817 h 2767298"/>
              <a:gd name="connsiteX21162" fmla="*/ 3204798 w 4752801"/>
              <a:gd name="connsiteY21162" fmla="*/ 825817 h 2767298"/>
              <a:gd name="connsiteX21163" fmla="*/ 3203583 w 4752801"/>
              <a:gd name="connsiteY21163" fmla="*/ 825008 h 2767298"/>
              <a:gd name="connsiteX21164" fmla="*/ 3197107 w 4752801"/>
              <a:gd name="connsiteY21164" fmla="*/ 813673 h 2767298"/>
              <a:gd name="connsiteX21165" fmla="*/ 3197107 w 4752801"/>
              <a:gd name="connsiteY21165" fmla="*/ 812459 h 2767298"/>
              <a:gd name="connsiteX21166" fmla="*/ 3203583 w 4752801"/>
              <a:gd name="connsiteY21166" fmla="*/ 801124 h 2767298"/>
              <a:gd name="connsiteX21167" fmla="*/ 3204798 w 4752801"/>
              <a:gd name="connsiteY21167" fmla="*/ 800719 h 2767298"/>
              <a:gd name="connsiteX21168" fmla="*/ 3244470 w 4752801"/>
              <a:gd name="connsiteY21168" fmla="*/ 800314 h 2767298"/>
              <a:gd name="connsiteX21169" fmla="*/ 3258638 w 4752801"/>
              <a:gd name="connsiteY21169" fmla="*/ 800314 h 2767298"/>
              <a:gd name="connsiteX21170" fmla="*/ 3259853 w 4752801"/>
              <a:gd name="connsiteY21170" fmla="*/ 800719 h 2767298"/>
              <a:gd name="connsiteX21171" fmla="*/ 3266734 w 4752801"/>
              <a:gd name="connsiteY21171" fmla="*/ 812863 h 2767298"/>
              <a:gd name="connsiteX21172" fmla="*/ 3266734 w 4752801"/>
              <a:gd name="connsiteY21172" fmla="*/ 814078 h 2767298"/>
              <a:gd name="connsiteX21173" fmla="*/ 3259853 w 4752801"/>
              <a:gd name="connsiteY21173" fmla="*/ 826222 h 2767298"/>
              <a:gd name="connsiteX21174" fmla="*/ 3258638 w 4752801"/>
              <a:gd name="connsiteY21174" fmla="*/ 826627 h 2767298"/>
              <a:gd name="connsiteX21175" fmla="*/ 3244470 w 4752801"/>
              <a:gd name="connsiteY21175" fmla="*/ 826627 h 2767298"/>
              <a:gd name="connsiteX21176" fmla="*/ 3243256 w 4752801"/>
              <a:gd name="connsiteY21176" fmla="*/ 826222 h 2767298"/>
              <a:gd name="connsiteX21177" fmla="*/ 3236374 w 4752801"/>
              <a:gd name="connsiteY21177" fmla="*/ 814078 h 2767298"/>
              <a:gd name="connsiteX21178" fmla="*/ 3236374 w 4752801"/>
              <a:gd name="connsiteY21178" fmla="*/ 812863 h 2767298"/>
              <a:gd name="connsiteX21179" fmla="*/ 3243256 w 4752801"/>
              <a:gd name="connsiteY21179" fmla="*/ 800719 h 2767298"/>
              <a:gd name="connsiteX21180" fmla="*/ 3244470 w 4752801"/>
              <a:gd name="connsiteY21180" fmla="*/ 800314 h 2767298"/>
              <a:gd name="connsiteX21181" fmla="*/ 3689764 w 4752801"/>
              <a:gd name="connsiteY21181" fmla="*/ 799505 h 2767298"/>
              <a:gd name="connsiteX21182" fmla="*/ 3703932 w 4752801"/>
              <a:gd name="connsiteY21182" fmla="*/ 799505 h 2767298"/>
              <a:gd name="connsiteX21183" fmla="*/ 3705147 w 4752801"/>
              <a:gd name="connsiteY21183" fmla="*/ 800315 h 2767298"/>
              <a:gd name="connsiteX21184" fmla="*/ 3712028 w 4752801"/>
              <a:gd name="connsiteY21184" fmla="*/ 812459 h 2767298"/>
              <a:gd name="connsiteX21185" fmla="*/ 3712028 w 4752801"/>
              <a:gd name="connsiteY21185" fmla="*/ 813673 h 2767298"/>
              <a:gd name="connsiteX21186" fmla="*/ 3705147 w 4752801"/>
              <a:gd name="connsiteY21186" fmla="*/ 825818 h 2767298"/>
              <a:gd name="connsiteX21187" fmla="*/ 3703932 w 4752801"/>
              <a:gd name="connsiteY21187" fmla="*/ 826223 h 2767298"/>
              <a:gd name="connsiteX21188" fmla="*/ 3689764 w 4752801"/>
              <a:gd name="connsiteY21188" fmla="*/ 826223 h 2767298"/>
              <a:gd name="connsiteX21189" fmla="*/ 3688550 w 4752801"/>
              <a:gd name="connsiteY21189" fmla="*/ 825818 h 2767298"/>
              <a:gd name="connsiteX21190" fmla="*/ 3681668 w 4752801"/>
              <a:gd name="connsiteY21190" fmla="*/ 813673 h 2767298"/>
              <a:gd name="connsiteX21191" fmla="*/ 3681668 w 4752801"/>
              <a:gd name="connsiteY21191" fmla="*/ 812459 h 2767298"/>
              <a:gd name="connsiteX21192" fmla="*/ 3688550 w 4752801"/>
              <a:gd name="connsiteY21192" fmla="*/ 800315 h 2767298"/>
              <a:gd name="connsiteX21193" fmla="*/ 3689764 w 4752801"/>
              <a:gd name="connsiteY21193" fmla="*/ 799505 h 2767298"/>
              <a:gd name="connsiteX21194" fmla="*/ 3284546 w 4752801"/>
              <a:gd name="connsiteY21194" fmla="*/ 799100 h 2767298"/>
              <a:gd name="connsiteX21195" fmla="*/ 3299523 w 4752801"/>
              <a:gd name="connsiteY21195" fmla="*/ 799100 h 2767298"/>
              <a:gd name="connsiteX21196" fmla="*/ 3300738 w 4752801"/>
              <a:gd name="connsiteY21196" fmla="*/ 799910 h 2767298"/>
              <a:gd name="connsiteX21197" fmla="*/ 3308430 w 4752801"/>
              <a:gd name="connsiteY21197" fmla="*/ 812864 h 2767298"/>
              <a:gd name="connsiteX21198" fmla="*/ 3308430 w 4752801"/>
              <a:gd name="connsiteY21198" fmla="*/ 814078 h 2767298"/>
              <a:gd name="connsiteX21199" fmla="*/ 3300738 w 4752801"/>
              <a:gd name="connsiteY21199" fmla="*/ 827032 h 2767298"/>
              <a:gd name="connsiteX21200" fmla="*/ 3299523 w 4752801"/>
              <a:gd name="connsiteY21200" fmla="*/ 827842 h 2767298"/>
              <a:gd name="connsiteX21201" fmla="*/ 3284546 w 4752801"/>
              <a:gd name="connsiteY21201" fmla="*/ 827842 h 2767298"/>
              <a:gd name="connsiteX21202" fmla="*/ 3283331 w 4752801"/>
              <a:gd name="connsiteY21202" fmla="*/ 827032 h 2767298"/>
              <a:gd name="connsiteX21203" fmla="*/ 3275640 w 4752801"/>
              <a:gd name="connsiteY21203" fmla="*/ 814078 h 2767298"/>
              <a:gd name="connsiteX21204" fmla="*/ 3275640 w 4752801"/>
              <a:gd name="connsiteY21204" fmla="*/ 812864 h 2767298"/>
              <a:gd name="connsiteX21205" fmla="*/ 3283331 w 4752801"/>
              <a:gd name="connsiteY21205" fmla="*/ 799910 h 2767298"/>
              <a:gd name="connsiteX21206" fmla="*/ 3284546 w 4752801"/>
              <a:gd name="connsiteY21206" fmla="*/ 799100 h 2767298"/>
              <a:gd name="connsiteX21207" fmla="*/ 4424498 w 4752801"/>
              <a:gd name="connsiteY21207" fmla="*/ 770358 h 2767298"/>
              <a:gd name="connsiteX21208" fmla="*/ 4426927 w 4752801"/>
              <a:gd name="connsiteY21208" fmla="*/ 770358 h 2767298"/>
              <a:gd name="connsiteX21209" fmla="*/ 4428142 w 4752801"/>
              <a:gd name="connsiteY21209" fmla="*/ 772787 h 2767298"/>
              <a:gd name="connsiteX21210" fmla="*/ 4426927 w 4752801"/>
              <a:gd name="connsiteY21210" fmla="*/ 775216 h 2767298"/>
              <a:gd name="connsiteX21211" fmla="*/ 4424498 w 4752801"/>
              <a:gd name="connsiteY21211" fmla="*/ 775216 h 2767298"/>
              <a:gd name="connsiteX21212" fmla="*/ 4423284 w 4752801"/>
              <a:gd name="connsiteY21212" fmla="*/ 772787 h 2767298"/>
              <a:gd name="connsiteX21213" fmla="*/ 4221687 w 4752801"/>
              <a:gd name="connsiteY21213" fmla="*/ 770358 h 2767298"/>
              <a:gd name="connsiteX21214" fmla="*/ 4224520 w 4752801"/>
              <a:gd name="connsiteY21214" fmla="*/ 770358 h 2767298"/>
              <a:gd name="connsiteX21215" fmla="*/ 4225735 w 4752801"/>
              <a:gd name="connsiteY21215" fmla="*/ 772787 h 2767298"/>
              <a:gd name="connsiteX21216" fmla="*/ 4224520 w 4752801"/>
              <a:gd name="connsiteY21216" fmla="*/ 775216 h 2767298"/>
              <a:gd name="connsiteX21217" fmla="*/ 4221687 w 4752801"/>
              <a:gd name="connsiteY21217" fmla="*/ 775216 h 2767298"/>
              <a:gd name="connsiteX21218" fmla="*/ 4220472 w 4752801"/>
              <a:gd name="connsiteY21218" fmla="*/ 772787 h 2767298"/>
              <a:gd name="connsiteX21219" fmla="*/ 4181610 w 4752801"/>
              <a:gd name="connsiteY21219" fmla="*/ 770358 h 2767298"/>
              <a:gd name="connsiteX21220" fmla="*/ 4184444 w 4752801"/>
              <a:gd name="connsiteY21220" fmla="*/ 770358 h 2767298"/>
              <a:gd name="connsiteX21221" fmla="*/ 4186063 w 4752801"/>
              <a:gd name="connsiteY21221" fmla="*/ 772787 h 2767298"/>
              <a:gd name="connsiteX21222" fmla="*/ 4184444 w 4752801"/>
              <a:gd name="connsiteY21222" fmla="*/ 775216 h 2767298"/>
              <a:gd name="connsiteX21223" fmla="*/ 4181610 w 4752801"/>
              <a:gd name="connsiteY21223" fmla="*/ 775216 h 2767298"/>
              <a:gd name="connsiteX21224" fmla="*/ 4179991 w 4752801"/>
              <a:gd name="connsiteY21224" fmla="*/ 772787 h 2767298"/>
              <a:gd name="connsiteX21225" fmla="*/ 4140725 w 4752801"/>
              <a:gd name="connsiteY21225" fmla="*/ 770358 h 2767298"/>
              <a:gd name="connsiteX21226" fmla="*/ 4143558 w 4752801"/>
              <a:gd name="connsiteY21226" fmla="*/ 770358 h 2767298"/>
              <a:gd name="connsiteX21227" fmla="*/ 4144773 w 4752801"/>
              <a:gd name="connsiteY21227" fmla="*/ 772787 h 2767298"/>
              <a:gd name="connsiteX21228" fmla="*/ 4143558 w 4752801"/>
              <a:gd name="connsiteY21228" fmla="*/ 775216 h 2767298"/>
              <a:gd name="connsiteX21229" fmla="*/ 4140725 w 4752801"/>
              <a:gd name="connsiteY21229" fmla="*/ 775216 h 2767298"/>
              <a:gd name="connsiteX21230" fmla="*/ 4139510 w 4752801"/>
              <a:gd name="connsiteY21230" fmla="*/ 772787 h 2767298"/>
              <a:gd name="connsiteX21231" fmla="*/ 4383612 w 4752801"/>
              <a:gd name="connsiteY21231" fmla="*/ 769953 h 2767298"/>
              <a:gd name="connsiteX21232" fmla="*/ 4386851 w 4752801"/>
              <a:gd name="connsiteY21232" fmla="*/ 769953 h 2767298"/>
              <a:gd name="connsiteX21233" fmla="*/ 4388470 w 4752801"/>
              <a:gd name="connsiteY21233" fmla="*/ 772787 h 2767298"/>
              <a:gd name="connsiteX21234" fmla="*/ 4386851 w 4752801"/>
              <a:gd name="connsiteY21234" fmla="*/ 775620 h 2767298"/>
              <a:gd name="connsiteX21235" fmla="*/ 4383612 w 4752801"/>
              <a:gd name="connsiteY21235" fmla="*/ 775620 h 2767298"/>
              <a:gd name="connsiteX21236" fmla="*/ 4381993 w 4752801"/>
              <a:gd name="connsiteY21236" fmla="*/ 772787 h 2767298"/>
              <a:gd name="connsiteX21237" fmla="*/ 4343130 w 4752801"/>
              <a:gd name="connsiteY21237" fmla="*/ 769953 h 2767298"/>
              <a:gd name="connsiteX21238" fmla="*/ 4346369 w 4752801"/>
              <a:gd name="connsiteY21238" fmla="*/ 769953 h 2767298"/>
              <a:gd name="connsiteX21239" fmla="*/ 4347988 w 4752801"/>
              <a:gd name="connsiteY21239" fmla="*/ 772787 h 2767298"/>
              <a:gd name="connsiteX21240" fmla="*/ 4346369 w 4752801"/>
              <a:gd name="connsiteY21240" fmla="*/ 775620 h 2767298"/>
              <a:gd name="connsiteX21241" fmla="*/ 4343130 w 4752801"/>
              <a:gd name="connsiteY21241" fmla="*/ 775620 h 2767298"/>
              <a:gd name="connsiteX21242" fmla="*/ 4341511 w 4752801"/>
              <a:gd name="connsiteY21242" fmla="*/ 772787 h 2767298"/>
              <a:gd name="connsiteX21243" fmla="*/ 4302649 w 4752801"/>
              <a:gd name="connsiteY21243" fmla="*/ 769953 h 2767298"/>
              <a:gd name="connsiteX21244" fmla="*/ 4305888 w 4752801"/>
              <a:gd name="connsiteY21244" fmla="*/ 769953 h 2767298"/>
              <a:gd name="connsiteX21245" fmla="*/ 4307507 w 4752801"/>
              <a:gd name="connsiteY21245" fmla="*/ 772787 h 2767298"/>
              <a:gd name="connsiteX21246" fmla="*/ 4305888 w 4752801"/>
              <a:gd name="connsiteY21246" fmla="*/ 775620 h 2767298"/>
              <a:gd name="connsiteX21247" fmla="*/ 4302649 w 4752801"/>
              <a:gd name="connsiteY21247" fmla="*/ 775620 h 2767298"/>
              <a:gd name="connsiteX21248" fmla="*/ 4301030 w 4752801"/>
              <a:gd name="connsiteY21248" fmla="*/ 772787 h 2767298"/>
              <a:gd name="connsiteX21249" fmla="*/ 4262168 w 4752801"/>
              <a:gd name="connsiteY21249" fmla="*/ 769953 h 2767298"/>
              <a:gd name="connsiteX21250" fmla="*/ 4265407 w 4752801"/>
              <a:gd name="connsiteY21250" fmla="*/ 769953 h 2767298"/>
              <a:gd name="connsiteX21251" fmla="*/ 4267026 w 4752801"/>
              <a:gd name="connsiteY21251" fmla="*/ 772787 h 2767298"/>
              <a:gd name="connsiteX21252" fmla="*/ 4265407 w 4752801"/>
              <a:gd name="connsiteY21252" fmla="*/ 775620 h 2767298"/>
              <a:gd name="connsiteX21253" fmla="*/ 4262168 w 4752801"/>
              <a:gd name="connsiteY21253" fmla="*/ 775620 h 2767298"/>
              <a:gd name="connsiteX21254" fmla="*/ 4260549 w 4752801"/>
              <a:gd name="connsiteY21254" fmla="*/ 772787 h 2767298"/>
              <a:gd name="connsiteX21255" fmla="*/ 2764362 w 4752801"/>
              <a:gd name="connsiteY21255" fmla="*/ 769953 h 2767298"/>
              <a:gd name="connsiteX21256" fmla="*/ 2767601 w 4752801"/>
              <a:gd name="connsiteY21256" fmla="*/ 769953 h 2767298"/>
              <a:gd name="connsiteX21257" fmla="*/ 2769220 w 4752801"/>
              <a:gd name="connsiteY21257" fmla="*/ 772787 h 2767298"/>
              <a:gd name="connsiteX21258" fmla="*/ 2767601 w 4752801"/>
              <a:gd name="connsiteY21258" fmla="*/ 775620 h 2767298"/>
              <a:gd name="connsiteX21259" fmla="*/ 2764362 w 4752801"/>
              <a:gd name="connsiteY21259" fmla="*/ 775620 h 2767298"/>
              <a:gd name="connsiteX21260" fmla="*/ 2762743 w 4752801"/>
              <a:gd name="connsiteY21260" fmla="*/ 772787 h 2767298"/>
              <a:gd name="connsiteX21261" fmla="*/ 2804438 w 4752801"/>
              <a:gd name="connsiteY21261" fmla="*/ 769549 h 2767298"/>
              <a:gd name="connsiteX21262" fmla="*/ 2808082 w 4752801"/>
              <a:gd name="connsiteY21262" fmla="*/ 769549 h 2767298"/>
              <a:gd name="connsiteX21263" fmla="*/ 2809701 w 4752801"/>
              <a:gd name="connsiteY21263" fmla="*/ 772788 h 2767298"/>
              <a:gd name="connsiteX21264" fmla="*/ 2808082 w 4752801"/>
              <a:gd name="connsiteY21264" fmla="*/ 776026 h 2767298"/>
              <a:gd name="connsiteX21265" fmla="*/ 2804438 w 4752801"/>
              <a:gd name="connsiteY21265" fmla="*/ 776026 h 2767298"/>
              <a:gd name="connsiteX21266" fmla="*/ 2802819 w 4752801"/>
              <a:gd name="connsiteY21266" fmla="*/ 772788 h 2767298"/>
              <a:gd name="connsiteX21267" fmla="*/ 2642918 w 4752801"/>
              <a:gd name="connsiteY21267" fmla="*/ 769549 h 2767298"/>
              <a:gd name="connsiteX21268" fmla="*/ 2646561 w 4752801"/>
              <a:gd name="connsiteY21268" fmla="*/ 769549 h 2767298"/>
              <a:gd name="connsiteX21269" fmla="*/ 2648586 w 4752801"/>
              <a:gd name="connsiteY21269" fmla="*/ 772788 h 2767298"/>
              <a:gd name="connsiteX21270" fmla="*/ 2646561 w 4752801"/>
              <a:gd name="connsiteY21270" fmla="*/ 776026 h 2767298"/>
              <a:gd name="connsiteX21271" fmla="*/ 2642918 w 4752801"/>
              <a:gd name="connsiteY21271" fmla="*/ 776026 h 2767298"/>
              <a:gd name="connsiteX21272" fmla="*/ 2640894 w 4752801"/>
              <a:gd name="connsiteY21272" fmla="*/ 772788 h 2767298"/>
              <a:gd name="connsiteX21273" fmla="*/ 2602032 w 4752801"/>
              <a:gd name="connsiteY21273" fmla="*/ 769549 h 2767298"/>
              <a:gd name="connsiteX21274" fmla="*/ 2606080 w 4752801"/>
              <a:gd name="connsiteY21274" fmla="*/ 769549 h 2767298"/>
              <a:gd name="connsiteX21275" fmla="*/ 2608104 w 4752801"/>
              <a:gd name="connsiteY21275" fmla="*/ 772788 h 2767298"/>
              <a:gd name="connsiteX21276" fmla="*/ 2606080 w 4752801"/>
              <a:gd name="connsiteY21276" fmla="*/ 776026 h 2767298"/>
              <a:gd name="connsiteX21277" fmla="*/ 2602032 w 4752801"/>
              <a:gd name="connsiteY21277" fmla="*/ 776026 h 2767298"/>
              <a:gd name="connsiteX21278" fmla="*/ 2600008 w 4752801"/>
              <a:gd name="connsiteY21278" fmla="*/ 772788 h 2767298"/>
              <a:gd name="connsiteX21279" fmla="*/ 4099434 w 4752801"/>
              <a:gd name="connsiteY21279" fmla="*/ 769144 h 2767298"/>
              <a:gd name="connsiteX21280" fmla="*/ 4103887 w 4752801"/>
              <a:gd name="connsiteY21280" fmla="*/ 769144 h 2767298"/>
              <a:gd name="connsiteX21281" fmla="*/ 4105911 w 4752801"/>
              <a:gd name="connsiteY21281" fmla="*/ 772787 h 2767298"/>
              <a:gd name="connsiteX21282" fmla="*/ 4103887 w 4752801"/>
              <a:gd name="connsiteY21282" fmla="*/ 776431 h 2767298"/>
              <a:gd name="connsiteX21283" fmla="*/ 4099434 w 4752801"/>
              <a:gd name="connsiteY21283" fmla="*/ 776431 h 2767298"/>
              <a:gd name="connsiteX21284" fmla="*/ 4097410 w 4752801"/>
              <a:gd name="connsiteY21284" fmla="*/ 772787 h 2767298"/>
              <a:gd name="connsiteX21285" fmla="*/ 2561551 w 4752801"/>
              <a:gd name="connsiteY21285" fmla="*/ 769144 h 2767298"/>
              <a:gd name="connsiteX21286" fmla="*/ 2565599 w 4752801"/>
              <a:gd name="connsiteY21286" fmla="*/ 769144 h 2767298"/>
              <a:gd name="connsiteX21287" fmla="*/ 2567623 w 4752801"/>
              <a:gd name="connsiteY21287" fmla="*/ 772787 h 2767298"/>
              <a:gd name="connsiteX21288" fmla="*/ 2565599 w 4752801"/>
              <a:gd name="connsiteY21288" fmla="*/ 776431 h 2767298"/>
              <a:gd name="connsiteX21289" fmla="*/ 2561551 w 4752801"/>
              <a:gd name="connsiteY21289" fmla="*/ 776431 h 2767298"/>
              <a:gd name="connsiteX21290" fmla="*/ 2559527 w 4752801"/>
              <a:gd name="connsiteY21290" fmla="*/ 772787 h 2767298"/>
              <a:gd name="connsiteX21291" fmla="*/ 2723476 w 4752801"/>
              <a:gd name="connsiteY21291" fmla="*/ 768739 h 2767298"/>
              <a:gd name="connsiteX21292" fmla="*/ 2727929 w 4752801"/>
              <a:gd name="connsiteY21292" fmla="*/ 768739 h 2767298"/>
              <a:gd name="connsiteX21293" fmla="*/ 2730357 w 4752801"/>
              <a:gd name="connsiteY21293" fmla="*/ 772787 h 2767298"/>
              <a:gd name="connsiteX21294" fmla="*/ 2727929 w 4752801"/>
              <a:gd name="connsiteY21294" fmla="*/ 776835 h 2767298"/>
              <a:gd name="connsiteX21295" fmla="*/ 2723476 w 4752801"/>
              <a:gd name="connsiteY21295" fmla="*/ 776835 h 2767298"/>
              <a:gd name="connsiteX21296" fmla="*/ 2721047 w 4752801"/>
              <a:gd name="connsiteY21296" fmla="*/ 772787 h 2767298"/>
              <a:gd name="connsiteX21297" fmla="*/ 2844920 w 4752801"/>
              <a:gd name="connsiteY21297" fmla="*/ 768334 h 2767298"/>
              <a:gd name="connsiteX21298" fmla="*/ 2848563 w 4752801"/>
              <a:gd name="connsiteY21298" fmla="*/ 768334 h 2767298"/>
              <a:gd name="connsiteX21299" fmla="*/ 2849777 w 4752801"/>
              <a:gd name="connsiteY21299" fmla="*/ 768739 h 2767298"/>
              <a:gd name="connsiteX21300" fmla="*/ 2851396 w 4752801"/>
              <a:gd name="connsiteY21300" fmla="*/ 771977 h 2767298"/>
              <a:gd name="connsiteX21301" fmla="*/ 2851396 w 4752801"/>
              <a:gd name="connsiteY21301" fmla="*/ 773192 h 2767298"/>
              <a:gd name="connsiteX21302" fmla="*/ 2849777 w 4752801"/>
              <a:gd name="connsiteY21302" fmla="*/ 776430 h 2767298"/>
              <a:gd name="connsiteX21303" fmla="*/ 2848563 w 4752801"/>
              <a:gd name="connsiteY21303" fmla="*/ 776835 h 2767298"/>
              <a:gd name="connsiteX21304" fmla="*/ 2844920 w 4752801"/>
              <a:gd name="connsiteY21304" fmla="*/ 776835 h 2767298"/>
              <a:gd name="connsiteX21305" fmla="*/ 2843705 w 4752801"/>
              <a:gd name="connsiteY21305" fmla="*/ 776430 h 2767298"/>
              <a:gd name="connsiteX21306" fmla="*/ 2842086 w 4752801"/>
              <a:gd name="connsiteY21306" fmla="*/ 773192 h 2767298"/>
              <a:gd name="connsiteX21307" fmla="*/ 2842086 w 4752801"/>
              <a:gd name="connsiteY21307" fmla="*/ 771977 h 2767298"/>
              <a:gd name="connsiteX21308" fmla="*/ 2843705 w 4752801"/>
              <a:gd name="connsiteY21308" fmla="*/ 768739 h 2767298"/>
              <a:gd name="connsiteX21309" fmla="*/ 2844920 w 4752801"/>
              <a:gd name="connsiteY21309" fmla="*/ 768334 h 2767298"/>
              <a:gd name="connsiteX21310" fmla="*/ 2521070 w 4752801"/>
              <a:gd name="connsiteY21310" fmla="*/ 768334 h 2767298"/>
              <a:gd name="connsiteX21311" fmla="*/ 2524713 w 4752801"/>
              <a:gd name="connsiteY21311" fmla="*/ 768334 h 2767298"/>
              <a:gd name="connsiteX21312" fmla="*/ 2525928 w 4752801"/>
              <a:gd name="connsiteY21312" fmla="*/ 768739 h 2767298"/>
              <a:gd name="connsiteX21313" fmla="*/ 2527952 w 4752801"/>
              <a:gd name="connsiteY21313" fmla="*/ 771977 h 2767298"/>
              <a:gd name="connsiteX21314" fmla="*/ 2527952 w 4752801"/>
              <a:gd name="connsiteY21314" fmla="*/ 773192 h 2767298"/>
              <a:gd name="connsiteX21315" fmla="*/ 2525928 w 4752801"/>
              <a:gd name="connsiteY21315" fmla="*/ 776430 h 2767298"/>
              <a:gd name="connsiteX21316" fmla="*/ 2524713 w 4752801"/>
              <a:gd name="connsiteY21316" fmla="*/ 776835 h 2767298"/>
              <a:gd name="connsiteX21317" fmla="*/ 2521070 w 4752801"/>
              <a:gd name="connsiteY21317" fmla="*/ 776835 h 2767298"/>
              <a:gd name="connsiteX21318" fmla="*/ 2519856 w 4752801"/>
              <a:gd name="connsiteY21318" fmla="*/ 776430 h 2767298"/>
              <a:gd name="connsiteX21319" fmla="*/ 2517832 w 4752801"/>
              <a:gd name="connsiteY21319" fmla="*/ 773192 h 2767298"/>
              <a:gd name="connsiteX21320" fmla="*/ 2517832 w 4752801"/>
              <a:gd name="connsiteY21320" fmla="*/ 771977 h 2767298"/>
              <a:gd name="connsiteX21321" fmla="*/ 2519856 w 4752801"/>
              <a:gd name="connsiteY21321" fmla="*/ 768739 h 2767298"/>
              <a:gd name="connsiteX21322" fmla="*/ 2521070 w 4752801"/>
              <a:gd name="connsiteY21322" fmla="*/ 768334 h 2767298"/>
              <a:gd name="connsiteX21323" fmla="*/ 4018876 w 4752801"/>
              <a:gd name="connsiteY21323" fmla="*/ 767929 h 2767298"/>
              <a:gd name="connsiteX21324" fmla="*/ 4022924 w 4752801"/>
              <a:gd name="connsiteY21324" fmla="*/ 767929 h 2767298"/>
              <a:gd name="connsiteX21325" fmla="*/ 4024138 w 4752801"/>
              <a:gd name="connsiteY21325" fmla="*/ 768334 h 2767298"/>
              <a:gd name="connsiteX21326" fmla="*/ 4026163 w 4752801"/>
              <a:gd name="connsiteY21326" fmla="*/ 771977 h 2767298"/>
              <a:gd name="connsiteX21327" fmla="*/ 4026163 w 4752801"/>
              <a:gd name="connsiteY21327" fmla="*/ 773192 h 2767298"/>
              <a:gd name="connsiteX21328" fmla="*/ 4024138 w 4752801"/>
              <a:gd name="connsiteY21328" fmla="*/ 776835 h 2767298"/>
              <a:gd name="connsiteX21329" fmla="*/ 4022924 w 4752801"/>
              <a:gd name="connsiteY21329" fmla="*/ 777240 h 2767298"/>
              <a:gd name="connsiteX21330" fmla="*/ 4018876 w 4752801"/>
              <a:gd name="connsiteY21330" fmla="*/ 777240 h 2767298"/>
              <a:gd name="connsiteX21331" fmla="*/ 4017662 w 4752801"/>
              <a:gd name="connsiteY21331" fmla="*/ 776835 h 2767298"/>
              <a:gd name="connsiteX21332" fmla="*/ 4015638 w 4752801"/>
              <a:gd name="connsiteY21332" fmla="*/ 773192 h 2767298"/>
              <a:gd name="connsiteX21333" fmla="*/ 4015638 w 4752801"/>
              <a:gd name="connsiteY21333" fmla="*/ 771977 h 2767298"/>
              <a:gd name="connsiteX21334" fmla="*/ 4017662 w 4752801"/>
              <a:gd name="connsiteY21334" fmla="*/ 768334 h 2767298"/>
              <a:gd name="connsiteX21335" fmla="*/ 4018876 w 4752801"/>
              <a:gd name="connsiteY21335" fmla="*/ 767929 h 2767298"/>
              <a:gd name="connsiteX21336" fmla="*/ 2479779 w 4752801"/>
              <a:gd name="connsiteY21336" fmla="*/ 767929 h 2767298"/>
              <a:gd name="connsiteX21337" fmla="*/ 2484637 w 4752801"/>
              <a:gd name="connsiteY21337" fmla="*/ 767929 h 2767298"/>
              <a:gd name="connsiteX21338" fmla="*/ 2485851 w 4752801"/>
              <a:gd name="connsiteY21338" fmla="*/ 768334 h 2767298"/>
              <a:gd name="connsiteX21339" fmla="*/ 2488280 w 4752801"/>
              <a:gd name="connsiteY21339" fmla="*/ 772382 h 2767298"/>
              <a:gd name="connsiteX21340" fmla="*/ 2488280 w 4752801"/>
              <a:gd name="connsiteY21340" fmla="*/ 773596 h 2767298"/>
              <a:gd name="connsiteX21341" fmla="*/ 2485851 w 4752801"/>
              <a:gd name="connsiteY21341" fmla="*/ 777644 h 2767298"/>
              <a:gd name="connsiteX21342" fmla="*/ 2484637 w 4752801"/>
              <a:gd name="connsiteY21342" fmla="*/ 778049 h 2767298"/>
              <a:gd name="connsiteX21343" fmla="*/ 2479779 w 4752801"/>
              <a:gd name="connsiteY21343" fmla="*/ 778049 h 2767298"/>
              <a:gd name="connsiteX21344" fmla="*/ 2478565 w 4752801"/>
              <a:gd name="connsiteY21344" fmla="*/ 777644 h 2767298"/>
              <a:gd name="connsiteX21345" fmla="*/ 2476136 w 4752801"/>
              <a:gd name="connsiteY21345" fmla="*/ 773596 h 2767298"/>
              <a:gd name="connsiteX21346" fmla="*/ 2476136 w 4752801"/>
              <a:gd name="connsiteY21346" fmla="*/ 772382 h 2767298"/>
              <a:gd name="connsiteX21347" fmla="*/ 2478565 w 4752801"/>
              <a:gd name="connsiteY21347" fmla="*/ 768334 h 2767298"/>
              <a:gd name="connsiteX21348" fmla="*/ 2479779 w 4752801"/>
              <a:gd name="connsiteY21348" fmla="*/ 767929 h 2767298"/>
              <a:gd name="connsiteX21349" fmla="*/ 4058953 w 4752801"/>
              <a:gd name="connsiteY21349" fmla="*/ 767524 h 2767298"/>
              <a:gd name="connsiteX21350" fmla="*/ 4063406 w 4752801"/>
              <a:gd name="connsiteY21350" fmla="*/ 767524 h 2767298"/>
              <a:gd name="connsiteX21351" fmla="*/ 4064620 w 4752801"/>
              <a:gd name="connsiteY21351" fmla="*/ 767929 h 2767298"/>
              <a:gd name="connsiteX21352" fmla="*/ 4067049 w 4752801"/>
              <a:gd name="connsiteY21352" fmla="*/ 771977 h 2767298"/>
              <a:gd name="connsiteX21353" fmla="*/ 4067049 w 4752801"/>
              <a:gd name="connsiteY21353" fmla="*/ 773191 h 2767298"/>
              <a:gd name="connsiteX21354" fmla="*/ 4064620 w 4752801"/>
              <a:gd name="connsiteY21354" fmla="*/ 777240 h 2767298"/>
              <a:gd name="connsiteX21355" fmla="*/ 4063406 w 4752801"/>
              <a:gd name="connsiteY21355" fmla="*/ 777644 h 2767298"/>
              <a:gd name="connsiteX21356" fmla="*/ 4058953 w 4752801"/>
              <a:gd name="connsiteY21356" fmla="*/ 777644 h 2767298"/>
              <a:gd name="connsiteX21357" fmla="*/ 4057738 w 4752801"/>
              <a:gd name="connsiteY21357" fmla="*/ 777240 h 2767298"/>
              <a:gd name="connsiteX21358" fmla="*/ 4055310 w 4752801"/>
              <a:gd name="connsiteY21358" fmla="*/ 773191 h 2767298"/>
              <a:gd name="connsiteX21359" fmla="*/ 4055310 w 4752801"/>
              <a:gd name="connsiteY21359" fmla="*/ 771977 h 2767298"/>
              <a:gd name="connsiteX21360" fmla="*/ 4057738 w 4752801"/>
              <a:gd name="connsiteY21360" fmla="*/ 767929 h 2767298"/>
              <a:gd name="connsiteX21361" fmla="*/ 4058953 w 4752801"/>
              <a:gd name="connsiteY21361" fmla="*/ 767524 h 2767298"/>
              <a:gd name="connsiteX21362" fmla="*/ 3977585 w 4752801"/>
              <a:gd name="connsiteY21362" fmla="*/ 767120 h 2767298"/>
              <a:gd name="connsiteX21363" fmla="*/ 3982847 w 4752801"/>
              <a:gd name="connsiteY21363" fmla="*/ 767120 h 2767298"/>
              <a:gd name="connsiteX21364" fmla="*/ 3984062 w 4752801"/>
              <a:gd name="connsiteY21364" fmla="*/ 767930 h 2767298"/>
              <a:gd name="connsiteX21365" fmla="*/ 3986896 w 4752801"/>
              <a:gd name="connsiteY21365" fmla="*/ 772383 h 2767298"/>
              <a:gd name="connsiteX21366" fmla="*/ 3986896 w 4752801"/>
              <a:gd name="connsiteY21366" fmla="*/ 773597 h 2767298"/>
              <a:gd name="connsiteX21367" fmla="*/ 3984062 w 4752801"/>
              <a:gd name="connsiteY21367" fmla="*/ 778050 h 2767298"/>
              <a:gd name="connsiteX21368" fmla="*/ 3982847 w 4752801"/>
              <a:gd name="connsiteY21368" fmla="*/ 778860 h 2767298"/>
              <a:gd name="connsiteX21369" fmla="*/ 3977585 w 4752801"/>
              <a:gd name="connsiteY21369" fmla="*/ 778860 h 2767298"/>
              <a:gd name="connsiteX21370" fmla="*/ 3976371 w 4752801"/>
              <a:gd name="connsiteY21370" fmla="*/ 778050 h 2767298"/>
              <a:gd name="connsiteX21371" fmla="*/ 3973537 w 4752801"/>
              <a:gd name="connsiteY21371" fmla="*/ 773597 h 2767298"/>
              <a:gd name="connsiteX21372" fmla="*/ 3973537 w 4752801"/>
              <a:gd name="connsiteY21372" fmla="*/ 772383 h 2767298"/>
              <a:gd name="connsiteX21373" fmla="*/ 3976371 w 4752801"/>
              <a:gd name="connsiteY21373" fmla="*/ 767930 h 2767298"/>
              <a:gd name="connsiteX21374" fmla="*/ 3977585 w 4752801"/>
              <a:gd name="connsiteY21374" fmla="*/ 767120 h 2767298"/>
              <a:gd name="connsiteX21375" fmla="*/ 3936699 w 4752801"/>
              <a:gd name="connsiteY21375" fmla="*/ 766310 h 2767298"/>
              <a:gd name="connsiteX21376" fmla="*/ 3943176 w 4752801"/>
              <a:gd name="connsiteY21376" fmla="*/ 766310 h 2767298"/>
              <a:gd name="connsiteX21377" fmla="*/ 3944391 w 4752801"/>
              <a:gd name="connsiteY21377" fmla="*/ 766715 h 2767298"/>
              <a:gd name="connsiteX21378" fmla="*/ 3947630 w 4752801"/>
              <a:gd name="connsiteY21378" fmla="*/ 772382 h 2767298"/>
              <a:gd name="connsiteX21379" fmla="*/ 3947630 w 4752801"/>
              <a:gd name="connsiteY21379" fmla="*/ 773597 h 2767298"/>
              <a:gd name="connsiteX21380" fmla="*/ 3944391 w 4752801"/>
              <a:gd name="connsiteY21380" fmla="*/ 779264 h 2767298"/>
              <a:gd name="connsiteX21381" fmla="*/ 3943176 w 4752801"/>
              <a:gd name="connsiteY21381" fmla="*/ 779669 h 2767298"/>
              <a:gd name="connsiteX21382" fmla="*/ 3936699 w 4752801"/>
              <a:gd name="connsiteY21382" fmla="*/ 779669 h 2767298"/>
              <a:gd name="connsiteX21383" fmla="*/ 3935485 w 4752801"/>
              <a:gd name="connsiteY21383" fmla="*/ 779264 h 2767298"/>
              <a:gd name="connsiteX21384" fmla="*/ 3932247 w 4752801"/>
              <a:gd name="connsiteY21384" fmla="*/ 773597 h 2767298"/>
              <a:gd name="connsiteX21385" fmla="*/ 3932247 w 4752801"/>
              <a:gd name="connsiteY21385" fmla="*/ 772382 h 2767298"/>
              <a:gd name="connsiteX21386" fmla="*/ 3935485 w 4752801"/>
              <a:gd name="connsiteY21386" fmla="*/ 766715 h 2767298"/>
              <a:gd name="connsiteX21387" fmla="*/ 3936699 w 4752801"/>
              <a:gd name="connsiteY21387" fmla="*/ 766310 h 2767298"/>
              <a:gd name="connsiteX21388" fmla="*/ 2681780 w 4752801"/>
              <a:gd name="connsiteY21388" fmla="*/ 766310 h 2767298"/>
              <a:gd name="connsiteX21389" fmla="*/ 2687853 w 4752801"/>
              <a:gd name="connsiteY21389" fmla="*/ 766310 h 2767298"/>
              <a:gd name="connsiteX21390" fmla="*/ 2689067 w 4752801"/>
              <a:gd name="connsiteY21390" fmla="*/ 767120 h 2767298"/>
              <a:gd name="connsiteX21391" fmla="*/ 2692305 w 4752801"/>
              <a:gd name="connsiteY21391" fmla="*/ 772382 h 2767298"/>
              <a:gd name="connsiteX21392" fmla="*/ 2692305 w 4752801"/>
              <a:gd name="connsiteY21392" fmla="*/ 773597 h 2767298"/>
              <a:gd name="connsiteX21393" fmla="*/ 2689067 w 4752801"/>
              <a:gd name="connsiteY21393" fmla="*/ 778859 h 2767298"/>
              <a:gd name="connsiteX21394" fmla="*/ 2687853 w 4752801"/>
              <a:gd name="connsiteY21394" fmla="*/ 779669 h 2767298"/>
              <a:gd name="connsiteX21395" fmla="*/ 2681780 w 4752801"/>
              <a:gd name="connsiteY21395" fmla="*/ 779669 h 2767298"/>
              <a:gd name="connsiteX21396" fmla="*/ 2680566 w 4752801"/>
              <a:gd name="connsiteY21396" fmla="*/ 778859 h 2767298"/>
              <a:gd name="connsiteX21397" fmla="*/ 2677328 w 4752801"/>
              <a:gd name="connsiteY21397" fmla="*/ 773597 h 2767298"/>
              <a:gd name="connsiteX21398" fmla="*/ 2677328 w 4752801"/>
              <a:gd name="connsiteY21398" fmla="*/ 772382 h 2767298"/>
              <a:gd name="connsiteX21399" fmla="*/ 2680566 w 4752801"/>
              <a:gd name="connsiteY21399" fmla="*/ 767120 h 2767298"/>
              <a:gd name="connsiteX21400" fmla="*/ 2681780 w 4752801"/>
              <a:gd name="connsiteY21400" fmla="*/ 766310 h 2767298"/>
              <a:gd name="connsiteX21401" fmla="*/ 2438893 w 4752801"/>
              <a:gd name="connsiteY21401" fmla="*/ 766310 h 2767298"/>
              <a:gd name="connsiteX21402" fmla="*/ 2444560 w 4752801"/>
              <a:gd name="connsiteY21402" fmla="*/ 766310 h 2767298"/>
              <a:gd name="connsiteX21403" fmla="*/ 2445774 w 4752801"/>
              <a:gd name="connsiteY21403" fmla="*/ 767120 h 2767298"/>
              <a:gd name="connsiteX21404" fmla="*/ 2448608 w 4752801"/>
              <a:gd name="connsiteY21404" fmla="*/ 771977 h 2767298"/>
              <a:gd name="connsiteX21405" fmla="*/ 2448608 w 4752801"/>
              <a:gd name="connsiteY21405" fmla="*/ 773192 h 2767298"/>
              <a:gd name="connsiteX21406" fmla="*/ 2445774 w 4752801"/>
              <a:gd name="connsiteY21406" fmla="*/ 778050 h 2767298"/>
              <a:gd name="connsiteX21407" fmla="*/ 2444560 w 4752801"/>
              <a:gd name="connsiteY21407" fmla="*/ 778859 h 2767298"/>
              <a:gd name="connsiteX21408" fmla="*/ 2438893 w 4752801"/>
              <a:gd name="connsiteY21408" fmla="*/ 778859 h 2767298"/>
              <a:gd name="connsiteX21409" fmla="*/ 2437678 w 4752801"/>
              <a:gd name="connsiteY21409" fmla="*/ 778050 h 2767298"/>
              <a:gd name="connsiteX21410" fmla="*/ 2434845 w 4752801"/>
              <a:gd name="connsiteY21410" fmla="*/ 773192 h 2767298"/>
              <a:gd name="connsiteX21411" fmla="*/ 2434845 w 4752801"/>
              <a:gd name="connsiteY21411" fmla="*/ 771977 h 2767298"/>
              <a:gd name="connsiteX21412" fmla="*/ 2437678 w 4752801"/>
              <a:gd name="connsiteY21412" fmla="*/ 767120 h 2767298"/>
              <a:gd name="connsiteX21413" fmla="*/ 2438893 w 4752801"/>
              <a:gd name="connsiteY21413" fmla="*/ 766310 h 2767298"/>
              <a:gd name="connsiteX21414" fmla="*/ 2357931 w 4752801"/>
              <a:gd name="connsiteY21414" fmla="*/ 765905 h 2767298"/>
              <a:gd name="connsiteX21415" fmla="*/ 2364408 w 4752801"/>
              <a:gd name="connsiteY21415" fmla="*/ 765905 h 2767298"/>
              <a:gd name="connsiteX21416" fmla="*/ 2365622 w 4752801"/>
              <a:gd name="connsiteY21416" fmla="*/ 766310 h 2767298"/>
              <a:gd name="connsiteX21417" fmla="*/ 2368860 w 4752801"/>
              <a:gd name="connsiteY21417" fmla="*/ 771977 h 2767298"/>
              <a:gd name="connsiteX21418" fmla="*/ 2368860 w 4752801"/>
              <a:gd name="connsiteY21418" fmla="*/ 773192 h 2767298"/>
              <a:gd name="connsiteX21419" fmla="*/ 2365622 w 4752801"/>
              <a:gd name="connsiteY21419" fmla="*/ 778859 h 2767298"/>
              <a:gd name="connsiteX21420" fmla="*/ 2364408 w 4752801"/>
              <a:gd name="connsiteY21420" fmla="*/ 779264 h 2767298"/>
              <a:gd name="connsiteX21421" fmla="*/ 2357931 w 4752801"/>
              <a:gd name="connsiteY21421" fmla="*/ 779264 h 2767298"/>
              <a:gd name="connsiteX21422" fmla="*/ 2356716 w 4752801"/>
              <a:gd name="connsiteY21422" fmla="*/ 778859 h 2767298"/>
              <a:gd name="connsiteX21423" fmla="*/ 2353478 w 4752801"/>
              <a:gd name="connsiteY21423" fmla="*/ 773192 h 2767298"/>
              <a:gd name="connsiteX21424" fmla="*/ 2353478 w 4752801"/>
              <a:gd name="connsiteY21424" fmla="*/ 771977 h 2767298"/>
              <a:gd name="connsiteX21425" fmla="*/ 2356716 w 4752801"/>
              <a:gd name="connsiteY21425" fmla="*/ 766310 h 2767298"/>
              <a:gd name="connsiteX21426" fmla="*/ 2357931 w 4752801"/>
              <a:gd name="connsiteY21426" fmla="*/ 765905 h 2767298"/>
              <a:gd name="connsiteX21427" fmla="*/ 2398412 w 4752801"/>
              <a:gd name="connsiteY21427" fmla="*/ 765500 h 2767298"/>
              <a:gd name="connsiteX21428" fmla="*/ 2404889 w 4752801"/>
              <a:gd name="connsiteY21428" fmla="*/ 765500 h 2767298"/>
              <a:gd name="connsiteX21429" fmla="*/ 2406103 w 4752801"/>
              <a:gd name="connsiteY21429" fmla="*/ 766310 h 2767298"/>
              <a:gd name="connsiteX21430" fmla="*/ 2409341 w 4752801"/>
              <a:gd name="connsiteY21430" fmla="*/ 771977 h 2767298"/>
              <a:gd name="connsiteX21431" fmla="*/ 2409341 w 4752801"/>
              <a:gd name="connsiteY21431" fmla="*/ 773192 h 2767298"/>
              <a:gd name="connsiteX21432" fmla="*/ 2406103 w 4752801"/>
              <a:gd name="connsiteY21432" fmla="*/ 778859 h 2767298"/>
              <a:gd name="connsiteX21433" fmla="*/ 2404889 w 4752801"/>
              <a:gd name="connsiteY21433" fmla="*/ 779668 h 2767298"/>
              <a:gd name="connsiteX21434" fmla="*/ 2398412 w 4752801"/>
              <a:gd name="connsiteY21434" fmla="*/ 779668 h 2767298"/>
              <a:gd name="connsiteX21435" fmla="*/ 2397197 w 4752801"/>
              <a:gd name="connsiteY21435" fmla="*/ 778859 h 2767298"/>
              <a:gd name="connsiteX21436" fmla="*/ 2393959 w 4752801"/>
              <a:gd name="connsiteY21436" fmla="*/ 773192 h 2767298"/>
              <a:gd name="connsiteX21437" fmla="*/ 2393959 w 4752801"/>
              <a:gd name="connsiteY21437" fmla="*/ 771977 h 2767298"/>
              <a:gd name="connsiteX21438" fmla="*/ 2397197 w 4752801"/>
              <a:gd name="connsiteY21438" fmla="*/ 766310 h 2767298"/>
              <a:gd name="connsiteX21439" fmla="*/ 2398412 w 4752801"/>
              <a:gd name="connsiteY21439" fmla="*/ 765500 h 2767298"/>
              <a:gd name="connsiteX21440" fmla="*/ 2317044 w 4752801"/>
              <a:gd name="connsiteY21440" fmla="*/ 765096 h 2767298"/>
              <a:gd name="connsiteX21441" fmla="*/ 2324331 w 4752801"/>
              <a:gd name="connsiteY21441" fmla="*/ 765096 h 2767298"/>
              <a:gd name="connsiteX21442" fmla="*/ 2325546 w 4752801"/>
              <a:gd name="connsiteY21442" fmla="*/ 765501 h 2767298"/>
              <a:gd name="connsiteX21443" fmla="*/ 2329189 w 4752801"/>
              <a:gd name="connsiteY21443" fmla="*/ 771978 h 2767298"/>
              <a:gd name="connsiteX21444" fmla="*/ 2329189 w 4752801"/>
              <a:gd name="connsiteY21444" fmla="*/ 773192 h 2767298"/>
              <a:gd name="connsiteX21445" fmla="*/ 2325546 w 4752801"/>
              <a:gd name="connsiteY21445" fmla="*/ 779669 h 2767298"/>
              <a:gd name="connsiteX21446" fmla="*/ 2324331 w 4752801"/>
              <a:gd name="connsiteY21446" fmla="*/ 780074 h 2767298"/>
              <a:gd name="connsiteX21447" fmla="*/ 2317044 w 4752801"/>
              <a:gd name="connsiteY21447" fmla="*/ 780074 h 2767298"/>
              <a:gd name="connsiteX21448" fmla="*/ 2315830 w 4752801"/>
              <a:gd name="connsiteY21448" fmla="*/ 779669 h 2767298"/>
              <a:gd name="connsiteX21449" fmla="*/ 2312187 w 4752801"/>
              <a:gd name="connsiteY21449" fmla="*/ 773192 h 2767298"/>
              <a:gd name="connsiteX21450" fmla="*/ 2312187 w 4752801"/>
              <a:gd name="connsiteY21450" fmla="*/ 771978 h 2767298"/>
              <a:gd name="connsiteX21451" fmla="*/ 2315830 w 4752801"/>
              <a:gd name="connsiteY21451" fmla="*/ 765501 h 2767298"/>
              <a:gd name="connsiteX21452" fmla="*/ 2317044 w 4752801"/>
              <a:gd name="connsiteY21452" fmla="*/ 765096 h 2767298"/>
              <a:gd name="connsiteX21453" fmla="*/ 3449709 w 4752801"/>
              <a:gd name="connsiteY21453" fmla="*/ 764691 h 2767298"/>
              <a:gd name="connsiteX21454" fmla="*/ 3458210 w 4752801"/>
              <a:gd name="connsiteY21454" fmla="*/ 764691 h 2767298"/>
              <a:gd name="connsiteX21455" fmla="*/ 3459424 w 4752801"/>
              <a:gd name="connsiteY21455" fmla="*/ 765096 h 2767298"/>
              <a:gd name="connsiteX21456" fmla="*/ 3463473 w 4752801"/>
              <a:gd name="connsiteY21456" fmla="*/ 772382 h 2767298"/>
              <a:gd name="connsiteX21457" fmla="*/ 3463473 w 4752801"/>
              <a:gd name="connsiteY21457" fmla="*/ 773597 h 2767298"/>
              <a:gd name="connsiteX21458" fmla="*/ 3459424 w 4752801"/>
              <a:gd name="connsiteY21458" fmla="*/ 780884 h 2767298"/>
              <a:gd name="connsiteX21459" fmla="*/ 3458210 w 4752801"/>
              <a:gd name="connsiteY21459" fmla="*/ 781288 h 2767298"/>
              <a:gd name="connsiteX21460" fmla="*/ 3449709 w 4752801"/>
              <a:gd name="connsiteY21460" fmla="*/ 781288 h 2767298"/>
              <a:gd name="connsiteX21461" fmla="*/ 3448495 w 4752801"/>
              <a:gd name="connsiteY21461" fmla="*/ 780884 h 2767298"/>
              <a:gd name="connsiteX21462" fmla="*/ 3444447 w 4752801"/>
              <a:gd name="connsiteY21462" fmla="*/ 773597 h 2767298"/>
              <a:gd name="connsiteX21463" fmla="*/ 3444447 w 4752801"/>
              <a:gd name="connsiteY21463" fmla="*/ 772382 h 2767298"/>
              <a:gd name="connsiteX21464" fmla="*/ 3448495 w 4752801"/>
              <a:gd name="connsiteY21464" fmla="*/ 765096 h 2767298"/>
              <a:gd name="connsiteX21465" fmla="*/ 3449709 w 4752801"/>
              <a:gd name="connsiteY21465" fmla="*/ 764691 h 2767298"/>
              <a:gd name="connsiteX21466" fmla="*/ 3490191 w 4752801"/>
              <a:gd name="connsiteY21466" fmla="*/ 763881 h 2767298"/>
              <a:gd name="connsiteX21467" fmla="*/ 3499097 w 4752801"/>
              <a:gd name="connsiteY21467" fmla="*/ 763881 h 2767298"/>
              <a:gd name="connsiteX21468" fmla="*/ 3500311 w 4752801"/>
              <a:gd name="connsiteY21468" fmla="*/ 764286 h 2767298"/>
              <a:gd name="connsiteX21469" fmla="*/ 3504764 w 4752801"/>
              <a:gd name="connsiteY21469" fmla="*/ 771977 h 2767298"/>
              <a:gd name="connsiteX21470" fmla="*/ 3504764 w 4752801"/>
              <a:gd name="connsiteY21470" fmla="*/ 773192 h 2767298"/>
              <a:gd name="connsiteX21471" fmla="*/ 3500311 w 4752801"/>
              <a:gd name="connsiteY21471" fmla="*/ 780883 h 2767298"/>
              <a:gd name="connsiteX21472" fmla="*/ 3499097 w 4752801"/>
              <a:gd name="connsiteY21472" fmla="*/ 781693 h 2767298"/>
              <a:gd name="connsiteX21473" fmla="*/ 3490191 w 4752801"/>
              <a:gd name="connsiteY21473" fmla="*/ 781693 h 2767298"/>
              <a:gd name="connsiteX21474" fmla="*/ 3488976 w 4752801"/>
              <a:gd name="connsiteY21474" fmla="*/ 780883 h 2767298"/>
              <a:gd name="connsiteX21475" fmla="*/ 3484524 w 4752801"/>
              <a:gd name="connsiteY21475" fmla="*/ 773192 h 2767298"/>
              <a:gd name="connsiteX21476" fmla="*/ 3484524 w 4752801"/>
              <a:gd name="connsiteY21476" fmla="*/ 771977 h 2767298"/>
              <a:gd name="connsiteX21477" fmla="*/ 3488976 w 4752801"/>
              <a:gd name="connsiteY21477" fmla="*/ 764286 h 2767298"/>
              <a:gd name="connsiteX21478" fmla="*/ 3490191 w 4752801"/>
              <a:gd name="connsiteY21478" fmla="*/ 763881 h 2767298"/>
              <a:gd name="connsiteX21479" fmla="*/ 3773155 w 4752801"/>
              <a:gd name="connsiteY21479" fmla="*/ 763476 h 2767298"/>
              <a:gd name="connsiteX21480" fmla="*/ 3782870 w 4752801"/>
              <a:gd name="connsiteY21480" fmla="*/ 763476 h 2767298"/>
              <a:gd name="connsiteX21481" fmla="*/ 3784085 w 4752801"/>
              <a:gd name="connsiteY21481" fmla="*/ 763881 h 2767298"/>
              <a:gd name="connsiteX21482" fmla="*/ 3788943 w 4752801"/>
              <a:gd name="connsiteY21482" fmla="*/ 772382 h 2767298"/>
              <a:gd name="connsiteX21483" fmla="*/ 3788943 w 4752801"/>
              <a:gd name="connsiteY21483" fmla="*/ 773596 h 2767298"/>
              <a:gd name="connsiteX21484" fmla="*/ 3784085 w 4752801"/>
              <a:gd name="connsiteY21484" fmla="*/ 782097 h 2767298"/>
              <a:gd name="connsiteX21485" fmla="*/ 3782870 w 4752801"/>
              <a:gd name="connsiteY21485" fmla="*/ 782502 h 2767298"/>
              <a:gd name="connsiteX21486" fmla="*/ 3773155 w 4752801"/>
              <a:gd name="connsiteY21486" fmla="*/ 782502 h 2767298"/>
              <a:gd name="connsiteX21487" fmla="*/ 3771941 w 4752801"/>
              <a:gd name="connsiteY21487" fmla="*/ 782097 h 2767298"/>
              <a:gd name="connsiteX21488" fmla="*/ 3767083 w 4752801"/>
              <a:gd name="connsiteY21488" fmla="*/ 773596 h 2767298"/>
              <a:gd name="connsiteX21489" fmla="*/ 3767083 w 4752801"/>
              <a:gd name="connsiteY21489" fmla="*/ 772382 h 2767298"/>
              <a:gd name="connsiteX21490" fmla="*/ 3771941 w 4752801"/>
              <a:gd name="connsiteY21490" fmla="*/ 763881 h 2767298"/>
              <a:gd name="connsiteX21491" fmla="*/ 3773155 w 4752801"/>
              <a:gd name="connsiteY21491" fmla="*/ 763476 h 2767298"/>
              <a:gd name="connsiteX21492" fmla="*/ 3408823 w 4752801"/>
              <a:gd name="connsiteY21492" fmla="*/ 763476 h 2767298"/>
              <a:gd name="connsiteX21493" fmla="*/ 3418134 w 4752801"/>
              <a:gd name="connsiteY21493" fmla="*/ 763476 h 2767298"/>
              <a:gd name="connsiteX21494" fmla="*/ 3419348 w 4752801"/>
              <a:gd name="connsiteY21494" fmla="*/ 763881 h 2767298"/>
              <a:gd name="connsiteX21495" fmla="*/ 3423801 w 4752801"/>
              <a:gd name="connsiteY21495" fmla="*/ 771977 h 2767298"/>
              <a:gd name="connsiteX21496" fmla="*/ 3423801 w 4752801"/>
              <a:gd name="connsiteY21496" fmla="*/ 773192 h 2767298"/>
              <a:gd name="connsiteX21497" fmla="*/ 3419348 w 4752801"/>
              <a:gd name="connsiteY21497" fmla="*/ 781288 h 2767298"/>
              <a:gd name="connsiteX21498" fmla="*/ 3418134 w 4752801"/>
              <a:gd name="connsiteY21498" fmla="*/ 781693 h 2767298"/>
              <a:gd name="connsiteX21499" fmla="*/ 3408823 w 4752801"/>
              <a:gd name="connsiteY21499" fmla="*/ 781693 h 2767298"/>
              <a:gd name="connsiteX21500" fmla="*/ 3407609 w 4752801"/>
              <a:gd name="connsiteY21500" fmla="*/ 781288 h 2767298"/>
              <a:gd name="connsiteX21501" fmla="*/ 3403156 w 4752801"/>
              <a:gd name="connsiteY21501" fmla="*/ 773192 h 2767298"/>
              <a:gd name="connsiteX21502" fmla="*/ 3403156 w 4752801"/>
              <a:gd name="connsiteY21502" fmla="*/ 771977 h 2767298"/>
              <a:gd name="connsiteX21503" fmla="*/ 3407609 w 4752801"/>
              <a:gd name="connsiteY21503" fmla="*/ 763881 h 2767298"/>
              <a:gd name="connsiteX21504" fmla="*/ 3408823 w 4752801"/>
              <a:gd name="connsiteY21504" fmla="*/ 763476 h 2767298"/>
              <a:gd name="connsiteX21505" fmla="*/ 3367938 w 4752801"/>
              <a:gd name="connsiteY21505" fmla="*/ 763476 h 2767298"/>
              <a:gd name="connsiteX21506" fmla="*/ 3378058 w 4752801"/>
              <a:gd name="connsiteY21506" fmla="*/ 763476 h 2767298"/>
              <a:gd name="connsiteX21507" fmla="*/ 3379273 w 4752801"/>
              <a:gd name="connsiteY21507" fmla="*/ 763881 h 2767298"/>
              <a:gd name="connsiteX21508" fmla="*/ 3384130 w 4752801"/>
              <a:gd name="connsiteY21508" fmla="*/ 772382 h 2767298"/>
              <a:gd name="connsiteX21509" fmla="*/ 3384130 w 4752801"/>
              <a:gd name="connsiteY21509" fmla="*/ 773596 h 2767298"/>
              <a:gd name="connsiteX21510" fmla="*/ 3379273 w 4752801"/>
              <a:gd name="connsiteY21510" fmla="*/ 782097 h 2767298"/>
              <a:gd name="connsiteX21511" fmla="*/ 3378058 w 4752801"/>
              <a:gd name="connsiteY21511" fmla="*/ 782502 h 2767298"/>
              <a:gd name="connsiteX21512" fmla="*/ 3367938 w 4752801"/>
              <a:gd name="connsiteY21512" fmla="*/ 782502 h 2767298"/>
              <a:gd name="connsiteX21513" fmla="*/ 3366724 w 4752801"/>
              <a:gd name="connsiteY21513" fmla="*/ 782097 h 2767298"/>
              <a:gd name="connsiteX21514" fmla="*/ 3361866 w 4752801"/>
              <a:gd name="connsiteY21514" fmla="*/ 773596 h 2767298"/>
              <a:gd name="connsiteX21515" fmla="*/ 3361866 w 4752801"/>
              <a:gd name="connsiteY21515" fmla="*/ 772382 h 2767298"/>
              <a:gd name="connsiteX21516" fmla="*/ 3366724 w 4752801"/>
              <a:gd name="connsiteY21516" fmla="*/ 763881 h 2767298"/>
              <a:gd name="connsiteX21517" fmla="*/ 3367938 w 4752801"/>
              <a:gd name="connsiteY21517" fmla="*/ 763476 h 2767298"/>
              <a:gd name="connsiteX21518" fmla="*/ 3894599 w 4752801"/>
              <a:gd name="connsiteY21518" fmla="*/ 762667 h 2767298"/>
              <a:gd name="connsiteX21519" fmla="*/ 3904314 w 4752801"/>
              <a:gd name="connsiteY21519" fmla="*/ 762667 h 2767298"/>
              <a:gd name="connsiteX21520" fmla="*/ 3905529 w 4752801"/>
              <a:gd name="connsiteY21520" fmla="*/ 763477 h 2767298"/>
              <a:gd name="connsiteX21521" fmla="*/ 3910387 w 4752801"/>
              <a:gd name="connsiteY21521" fmla="*/ 771978 h 2767298"/>
              <a:gd name="connsiteX21522" fmla="*/ 3910387 w 4752801"/>
              <a:gd name="connsiteY21522" fmla="*/ 773192 h 2767298"/>
              <a:gd name="connsiteX21523" fmla="*/ 3905529 w 4752801"/>
              <a:gd name="connsiteY21523" fmla="*/ 781693 h 2767298"/>
              <a:gd name="connsiteX21524" fmla="*/ 3904314 w 4752801"/>
              <a:gd name="connsiteY21524" fmla="*/ 782503 h 2767298"/>
              <a:gd name="connsiteX21525" fmla="*/ 3894599 w 4752801"/>
              <a:gd name="connsiteY21525" fmla="*/ 782503 h 2767298"/>
              <a:gd name="connsiteX21526" fmla="*/ 3893385 w 4752801"/>
              <a:gd name="connsiteY21526" fmla="*/ 781693 h 2767298"/>
              <a:gd name="connsiteX21527" fmla="*/ 3888527 w 4752801"/>
              <a:gd name="connsiteY21527" fmla="*/ 773192 h 2767298"/>
              <a:gd name="connsiteX21528" fmla="*/ 3888527 w 4752801"/>
              <a:gd name="connsiteY21528" fmla="*/ 771978 h 2767298"/>
              <a:gd name="connsiteX21529" fmla="*/ 3893385 w 4752801"/>
              <a:gd name="connsiteY21529" fmla="*/ 763477 h 2767298"/>
              <a:gd name="connsiteX21530" fmla="*/ 3894599 w 4752801"/>
              <a:gd name="connsiteY21530" fmla="*/ 762667 h 2767298"/>
              <a:gd name="connsiteX21531" fmla="*/ 3812826 w 4752801"/>
              <a:gd name="connsiteY21531" fmla="*/ 762667 h 2767298"/>
              <a:gd name="connsiteX21532" fmla="*/ 3823351 w 4752801"/>
              <a:gd name="connsiteY21532" fmla="*/ 762667 h 2767298"/>
              <a:gd name="connsiteX21533" fmla="*/ 3824566 w 4752801"/>
              <a:gd name="connsiteY21533" fmla="*/ 763477 h 2767298"/>
              <a:gd name="connsiteX21534" fmla="*/ 3829828 w 4752801"/>
              <a:gd name="connsiteY21534" fmla="*/ 772382 h 2767298"/>
              <a:gd name="connsiteX21535" fmla="*/ 3829828 w 4752801"/>
              <a:gd name="connsiteY21535" fmla="*/ 773597 h 2767298"/>
              <a:gd name="connsiteX21536" fmla="*/ 3824566 w 4752801"/>
              <a:gd name="connsiteY21536" fmla="*/ 782503 h 2767298"/>
              <a:gd name="connsiteX21537" fmla="*/ 3823351 w 4752801"/>
              <a:gd name="connsiteY21537" fmla="*/ 783312 h 2767298"/>
              <a:gd name="connsiteX21538" fmla="*/ 3812826 w 4752801"/>
              <a:gd name="connsiteY21538" fmla="*/ 783312 h 2767298"/>
              <a:gd name="connsiteX21539" fmla="*/ 3811612 w 4752801"/>
              <a:gd name="connsiteY21539" fmla="*/ 782503 h 2767298"/>
              <a:gd name="connsiteX21540" fmla="*/ 3806350 w 4752801"/>
              <a:gd name="connsiteY21540" fmla="*/ 773597 h 2767298"/>
              <a:gd name="connsiteX21541" fmla="*/ 3806350 w 4752801"/>
              <a:gd name="connsiteY21541" fmla="*/ 772382 h 2767298"/>
              <a:gd name="connsiteX21542" fmla="*/ 3811612 w 4752801"/>
              <a:gd name="connsiteY21542" fmla="*/ 763477 h 2767298"/>
              <a:gd name="connsiteX21543" fmla="*/ 3812826 w 4752801"/>
              <a:gd name="connsiteY21543" fmla="*/ 762667 h 2767298"/>
              <a:gd name="connsiteX21544" fmla="*/ 3732268 w 4752801"/>
              <a:gd name="connsiteY21544" fmla="*/ 762667 h 2767298"/>
              <a:gd name="connsiteX21545" fmla="*/ 3742389 w 4752801"/>
              <a:gd name="connsiteY21545" fmla="*/ 762667 h 2767298"/>
              <a:gd name="connsiteX21546" fmla="*/ 3743603 w 4752801"/>
              <a:gd name="connsiteY21546" fmla="*/ 763072 h 2767298"/>
              <a:gd name="connsiteX21547" fmla="*/ 3748866 w 4752801"/>
              <a:gd name="connsiteY21547" fmla="*/ 771978 h 2767298"/>
              <a:gd name="connsiteX21548" fmla="*/ 3748866 w 4752801"/>
              <a:gd name="connsiteY21548" fmla="*/ 773192 h 2767298"/>
              <a:gd name="connsiteX21549" fmla="*/ 3743603 w 4752801"/>
              <a:gd name="connsiteY21549" fmla="*/ 782098 h 2767298"/>
              <a:gd name="connsiteX21550" fmla="*/ 3742389 w 4752801"/>
              <a:gd name="connsiteY21550" fmla="*/ 782503 h 2767298"/>
              <a:gd name="connsiteX21551" fmla="*/ 3732268 w 4752801"/>
              <a:gd name="connsiteY21551" fmla="*/ 782503 h 2767298"/>
              <a:gd name="connsiteX21552" fmla="*/ 3731054 w 4752801"/>
              <a:gd name="connsiteY21552" fmla="*/ 782098 h 2767298"/>
              <a:gd name="connsiteX21553" fmla="*/ 3725792 w 4752801"/>
              <a:gd name="connsiteY21553" fmla="*/ 773192 h 2767298"/>
              <a:gd name="connsiteX21554" fmla="*/ 3725792 w 4752801"/>
              <a:gd name="connsiteY21554" fmla="*/ 771978 h 2767298"/>
              <a:gd name="connsiteX21555" fmla="*/ 3731054 w 4752801"/>
              <a:gd name="connsiteY21555" fmla="*/ 763072 h 2767298"/>
              <a:gd name="connsiteX21556" fmla="*/ 3732268 w 4752801"/>
              <a:gd name="connsiteY21556" fmla="*/ 762667 h 2767298"/>
              <a:gd name="connsiteX21557" fmla="*/ 3529862 w 4752801"/>
              <a:gd name="connsiteY21557" fmla="*/ 762667 h 2767298"/>
              <a:gd name="connsiteX21558" fmla="*/ 3539983 w 4752801"/>
              <a:gd name="connsiteY21558" fmla="*/ 762667 h 2767298"/>
              <a:gd name="connsiteX21559" fmla="*/ 3541197 w 4752801"/>
              <a:gd name="connsiteY21559" fmla="*/ 763072 h 2767298"/>
              <a:gd name="connsiteX21560" fmla="*/ 3546460 w 4752801"/>
              <a:gd name="connsiteY21560" fmla="*/ 771978 h 2767298"/>
              <a:gd name="connsiteX21561" fmla="*/ 3546460 w 4752801"/>
              <a:gd name="connsiteY21561" fmla="*/ 773192 h 2767298"/>
              <a:gd name="connsiteX21562" fmla="*/ 3541197 w 4752801"/>
              <a:gd name="connsiteY21562" fmla="*/ 782098 h 2767298"/>
              <a:gd name="connsiteX21563" fmla="*/ 3539983 w 4752801"/>
              <a:gd name="connsiteY21563" fmla="*/ 782503 h 2767298"/>
              <a:gd name="connsiteX21564" fmla="*/ 3529862 w 4752801"/>
              <a:gd name="connsiteY21564" fmla="*/ 782503 h 2767298"/>
              <a:gd name="connsiteX21565" fmla="*/ 3528648 w 4752801"/>
              <a:gd name="connsiteY21565" fmla="*/ 782098 h 2767298"/>
              <a:gd name="connsiteX21566" fmla="*/ 3523386 w 4752801"/>
              <a:gd name="connsiteY21566" fmla="*/ 773192 h 2767298"/>
              <a:gd name="connsiteX21567" fmla="*/ 3523386 w 4752801"/>
              <a:gd name="connsiteY21567" fmla="*/ 771978 h 2767298"/>
              <a:gd name="connsiteX21568" fmla="*/ 3528648 w 4752801"/>
              <a:gd name="connsiteY21568" fmla="*/ 763072 h 2767298"/>
              <a:gd name="connsiteX21569" fmla="*/ 3529862 w 4752801"/>
              <a:gd name="connsiteY21569" fmla="*/ 762667 h 2767298"/>
              <a:gd name="connsiteX21570" fmla="*/ 3569939 w 4752801"/>
              <a:gd name="connsiteY21570" fmla="*/ 761857 h 2767298"/>
              <a:gd name="connsiteX21571" fmla="*/ 3580868 w 4752801"/>
              <a:gd name="connsiteY21571" fmla="*/ 761857 h 2767298"/>
              <a:gd name="connsiteX21572" fmla="*/ 3582083 w 4752801"/>
              <a:gd name="connsiteY21572" fmla="*/ 762262 h 2767298"/>
              <a:gd name="connsiteX21573" fmla="*/ 3587750 w 4752801"/>
              <a:gd name="connsiteY21573" fmla="*/ 771977 h 2767298"/>
              <a:gd name="connsiteX21574" fmla="*/ 3587750 w 4752801"/>
              <a:gd name="connsiteY21574" fmla="*/ 773192 h 2767298"/>
              <a:gd name="connsiteX21575" fmla="*/ 3582083 w 4752801"/>
              <a:gd name="connsiteY21575" fmla="*/ 782907 h 2767298"/>
              <a:gd name="connsiteX21576" fmla="*/ 3580868 w 4752801"/>
              <a:gd name="connsiteY21576" fmla="*/ 783312 h 2767298"/>
              <a:gd name="connsiteX21577" fmla="*/ 3569939 w 4752801"/>
              <a:gd name="connsiteY21577" fmla="*/ 783312 h 2767298"/>
              <a:gd name="connsiteX21578" fmla="*/ 3568724 w 4752801"/>
              <a:gd name="connsiteY21578" fmla="*/ 782907 h 2767298"/>
              <a:gd name="connsiteX21579" fmla="*/ 3563057 w 4752801"/>
              <a:gd name="connsiteY21579" fmla="*/ 773192 h 2767298"/>
              <a:gd name="connsiteX21580" fmla="*/ 3563057 w 4752801"/>
              <a:gd name="connsiteY21580" fmla="*/ 771977 h 2767298"/>
              <a:gd name="connsiteX21581" fmla="*/ 3568724 w 4752801"/>
              <a:gd name="connsiteY21581" fmla="*/ 762262 h 2767298"/>
              <a:gd name="connsiteX21582" fmla="*/ 3569939 w 4752801"/>
              <a:gd name="connsiteY21582" fmla="*/ 761857 h 2767298"/>
              <a:gd name="connsiteX21583" fmla="*/ 3327052 w 4752801"/>
              <a:gd name="connsiteY21583" fmla="*/ 761452 h 2767298"/>
              <a:gd name="connsiteX21584" fmla="*/ 3338386 w 4752801"/>
              <a:gd name="connsiteY21584" fmla="*/ 761452 h 2767298"/>
              <a:gd name="connsiteX21585" fmla="*/ 3339601 w 4752801"/>
              <a:gd name="connsiteY21585" fmla="*/ 761857 h 2767298"/>
              <a:gd name="connsiteX21586" fmla="*/ 3345268 w 4752801"/>
              <a:gd name="connsiteY21586" fmla="*/ 771977 h 2767298"/>
              <a:gd name="connsiteX21587" fmla="*/ 3345268 w 4752801"/>
              <a:gd name="connsiteY21587" fmla="*/ 773192 h 2767298"/>
              <a:gd name="connsiteX21588" fmla="*/ 3339601 w 4752801"/>
              <a:gd name="connsiteY21588" fmla="*/ 783312 h 2767298"/>
              <a:gd name="connsiteX21589" fmla="*/ 3338386 w 4752801"/>
              <a:gd name="connsiteY21589" fmla="*/ 783717 h 2767298"/>
              <a:gd name="connsiteX21590" fmla="*/ 3327052 w 4752801"/>
              <a:gd name="connsiteY21590" fmla="*/ 783717 h 2767298"/>
              <a:gd name="connsiteX21591" fmla="*/ 3325837 w 4752801"/>
              <a:gd name="connsiteY21591" fmla="*/ 783312 h 2767298"/>
              <a:gd name="connsiteX21592" fmla="*/ 3320170 w 4752801"/>
              <a:gd name="connsiteY21592" fmla="*/ 773192 h 2767298"/>
              <a:gd name="connsiteX21593" fmla="*/ 3320170 w 4752801"/>
              <a:gd name="connsiteY21593" fmla="*/ 771977 h 2767298"/>
              <a:gd name="connsiteX21594" fmla="*/ 3325837 w 4752801"/>
              <a:gd name="connsiteY21594" fmla="*/ 761857 h 2767298"/>
              <a:gd name="connsiteX21595" fmla="*/ 3327052 w 4752801"/>
              <a:gd name="connsiteY21595" fmla="*/ 761452 h 2767298"/>
              <a:gd name="connsiteX21596" fmla="*/ 3852498 w 4752801"/>
              <a:gd name="connsiteY21596" fmla="*/ 761048 h 2767298"/>
              <a:gd name="connsiteX21597" fmla="*/ 3865047 w 4752801"/>
              <a:gd name="connsiteY21597" fmla="*/ 761048 h 2767298"/>
              <a:gd name="connsiteX21598" fmla="*/ 3866261 w 4752801"/>
              <a:gd name="connsiteY21598" fmla="*/ 761453 h 2767298"/>
              <a:gd name="connsiteX21599" fmla="*/ 3872739 w 4752801"/>
              <a:gd name="connsiteY21599" fmla="*/ 772383 h 2767298"/>
              <a:gd name="connsiteX21600" fmla="*/ 3872739 w 4752801"/>
              <a:gd name="connsiteY21600" fmla="*/ 773597 h 2767298"/>
              <a:gd name="connsiteX21601" fmla="*/ 3866261 w 4752801"/>
              <a:gd name="connsiteY21601" fmla="*/ 784527 h 2767298"/>
              <a:gd name="connsiteX21602" fmla="*/ 3865047 w 4752801"/>
              <a:gd name="connsiteY21602" fmla="*/ 784932 h 2767298"/>
              <a:gd name="connsiteX21603" fmla="*/ 3852498 w 4752801"/>
              <a:gd name="connsiteY21603" fmla="*/ 784932 h 2767298"/>
              <a:gd name="connsiteX21604" fmla="*/ 3851283 w 4752801"/>
              <a:gd name="connsiteY21604" fmla="*/ 784527 h 2767298"/>
              <a:gd name="connsiteX21605" fmla="*/ 3844807 w 4752801"/>
              <a:gd name="connsiteY21605" fmla="*/ 773597 h 2767298"/>
              <a:gd name="connsiteX21606" fmla="*/ 3844807 w 4752801"/>
              <a:gd name="connsiteY21606" fmla="*/ 772383 h 2767298"/>
              <a:gd name="connsiteX21607" fmla="*/ 3851283 w 4752801"/>
              <a:gd name="connsiteY21607" fmla="*/ 761453 h 2767298"/>
              <a:gd name="connsiteX21608" fmla="*/ 3852498 w 4752801"/>
              <a:gd name="connsiteY21608" fmla="*/ 761048 h 2767298"/>
              <a:gd name="connsiteX21609" fmla="*/ 3609611 w 4752801"/>
              <a:gd name="connsiteY21609" fmla="*/ 761048 h 2767298"/>
              <a:gd name="connsiteX21610" fmla="*/ 3622160 w 4752801"/>
              <a:gd name="connsiteY21610" fmla="*/ 761048 h 2767298"/>
              <a:gd name="connsiteX21611" fmla="*/ 3623374 w 4752801"/>
              <a:gd name="connsiteY21611" fmla="*/ 761453 h 2767298"/>
              <a:gd name="connsiteX21612" fmla="*/ 3629852 w 4752801"/>
              <a:gd name="connsiteY21612" fmla="*/ 772383 h 2767298"/>
              <a:gd name="connsiteX21613" fmla="*/ 3629852 w 4752801"/>
              <a:gd name="connsiteY21613" fmla="*/ 773597 h 2767298"/>
              <a:gd name="connsiteX21614" fmla="*/ 3623374 w 4752801"/>
              <a:gd name="connsiteY21614" fmla="*/ 784527 h 2767298"/>
              <a:gd name="connsiteX21615" fmla="*/ 3622160 w 4752801"/>
              <a:gd name="connsiteY21615" fmla="*/ 784932 h 2767298"/>
              <a:gd name="connsiteX21616" fmla="*/ 3609611 w 4752801"/>
              <a:gd name="connsiteY21616" fmla="*/ 784932 h 2767298"/>
              <a:gd name="connsiteX21617" fmla="*/ 3608396 w 4752801"/>
              <a:gd name="connsiteY21617" fmla="*/ 784527 h 2767298"/>
              <a:gd name="connsiteX21618" fmla="*/ 3601920 w 4752801"/>
              <a:gd name="connsiteY21618" fmla="*/ 773597 h 2767298"/>
              <a:gd name="connsiteX21619" fmla="*/ 3601920 w 4752801"/>
              <a:gd name="connsiteY21619" fmla="*/ 772383 h 2767298"/>
              <a:gd name="connsiteX21620" fmla="*/ 3608396 w 4752801"/>
              <a:gd name="connsiteY21620" fmla="*/ 761453 h 2767298"/>
              <a:gd name="connsiteX21621" fmla="*/ 3609611 w 4752801"/>
              <a:gd name="connsiteY21621" fmla="*/ 761048 h 2767298"/>
              <a:gd name="connsiteX21622" fmla="*/ 3285760 w 4752801"/>
              <a:gd name="connsiteY21622" fmla="*/ 761048 h 2767298"/>
              <a:gd name="connsiteX21623" fmla="*/ 3297905 w 4752801"/>
              <a:gd name="connsiteY21623" fmla="*/ 761048 h 2767298"/>
              <a:gd name="connsiteX21624" fmla="*/ 3299119 w 4752801"/>
              <a:gd name="connsiteY21624" fmla="*/ 761453 h 2767298"/>
              <a:gd name="connsiteX21625" fmla="*/ 3305191 w 4752801"/>
              <a:gd name="connsiteY21625" fmla="*/ 771978 h 2767298"/>
              <a:gd name="connsiteX21626" fmla="*/ 3305191 w 4752801"/>
              <a:gd name="connsiteY21626" fmla="*/ 773192 h 2767298"/>
              <a:gd name="connsiteX21627" fmla="*/ 3299119 w 4752801"/>
              <a:gd name="connsiteY21627" fmla="*/ 783717 h 2767298"/>
              <a:gd name="connsiteX21628" fmla="*/ 3297905 w 4752801"/>
              <a:gd name="connsiteY21628" fmla="*/ 784122 h 2767298"/>
              <a:gd name="connsiteX21629" fmla="*/ 3285760 w 4752801"/>
              <a:gd name="connsiteY21629" fmla="*/ 784122 h 2767298"/>
              <a:gd name="connsiteX21630" fmla="*/ 3284546 w 4752801"/>
              <a:gd name="connsiteY21630" fmla="*/ 783717 h 2767298"/>
              <a:gd name="connsiteX21631" fmla="*/ 3278474 w 4752801"/>
              <a:gd name="connsiteY21631" fmla="*/ 773192 h 2767298"/>
              <a:gd name="connsiteX21632" fmla="*/ 3278474 w 4752801"/>
              <a:gd name="connsiteY21632" fmla="*/ 771978 h 2767298"/>
              <a:gd name="connsiteX21633" fmla="*/ 3284546 w 4752801"/>
              <a:gd name="connsiteY21633" fmla="*/ 761453 h 2767298"/>
              <a:gd name="connsiteX21634" fmla="*/ 3285760 w 4752801"/>
              <a:gd name="connsiteY21634" fmla="*/ 761048 h 2767298"/>
              <a:gd name="connsiteX21635" fmla="*/ 3245279 w 4752801"/>
              <a:gd name="connsiteY21635" fmla="*/ 760643 h 2767298"/>
              <a:gd name="connsiteX21636" fmla="*/ 3258233 w 4752801"/>
              <a:gd name="connsiteY21636" fmla="*/ 760643 h 2767298"/>
              <a:gd name="connsiteX21637" fmla="*/ 3259448 w 4752801"/>
              <a:gd name="connsiteY21637" fmla="*/ 761048 h 2767298"/>
              <a:gd name="connsiteX21638" fmla="*/ 3265924 w 4752801"/>
              <a:gd name="connsiteY21638" fmla="*/ 772383 h 2767298"/>
              <a:gd name="connsiteX21639" fmla="*/ 3265924 w 4752801"/>
              <a:gd name="connsiteY21639" fmla="*/ 773597 h 2767298"/>
              <a:gd name="connsiteX21640" fmla="*/ 3259448 w 4752801"/>
              <a:gd name="connsiteY21640" fmla="*/ 784932 h 2767298"/>
              <a:gd name="connsiteX21641" fmla="*/ 3258233 w 4752801"/>
              <a:gd name="connsiteY21641" fmla="*/ 785337 h 2767298"/>
              <a:gd name="connsiteX21642" fmla="*/ 3245279 w 4752801"/>
              <a:gd name="connsiteY21642" fmla="*/ 785337 h 2767298"/>
              <a:gd name="connsiteX21643" fmla="*/ 3244064 w 4752801"/>
              <a:gd name="connsiteY21643" fmla="*/ 784932 h 2767298"/>
              <a:gd name="connsiteX21644" fmla="*/ 3237588 w 4752801"/>
              <a:gd name="connsiteY21644" fmla="*/ 773597 h 2767298"/>
              <a:gd name="connsiteX21645" fmla="*/ 3237588 w 4752801"/>
              <a:gd name="connsiteY21645" fmla="*/ 772383 h 2767298"/>
              <a:gd name="connsiteX21646" fmla="*/ 3244064 w 4752801"/>
              <a:gd name="connsiteY21646" fmla="*/ 761048 h 2767298"/>
              <a:gd name="connsiteX21647" fmla="*/ 3245279 w 4752801"/>
              <a:gd name="connsiteY21647" fmla="*/ 760643 h 2767298"/>
              <a:gd name="connsiteX21648" fmla="*/ 3689763 w 4752801"/>
              <a:gd name="connsiteY21648" fmla="*/ 759833 h 2767298"/>
              <a:gd name="connsiteX21649" fmla="*/ 3703932 w 4752801"/>
              <a:gd name="connsiteY21649" fmla="*/ 759833 h 2767298"/>
              <a:gd name="connsiteX21650" fmla="*/ 3705147 w 4752801"/>
              <a:gd name="connsiteY21650" fmla="*/ 760238 h 2767298"/>
              <a:gd name="connsiteX21651" fmla="*/ 3712433 w 4752801"/>
              <a:gd name="connsiteY21651" fmla="*/ 772382 h 2767298"/>
              <a:gd name="connsiteX21652" fmla="*/ 3712433 w 4752801"/>
              <a:gd name="connsiteY21652" fmla="*/ 773597 h 2767298"/>
              <a:gd name="connsiteX21653" fmla="*/ 3705147 w 4752801"/>
              <a:gd name="connsiteY21653" fmla="*/ 785741 h 2767298"/>
              <a:gd name="connsiteX21654" fmla="*/ 3703932 w 4752801"/>
              <a:gd name="connsiteY21654" fmla="*/ 786146 h 2767298"/>
              <a:gd name="connsiteX21655" fmla="*/ 3689763 w 4752801"/>
              <a:gd name="connsiteY21655" fmla="*/ 786146 h 2767298"/>
              <a:gd name="connsiteX21656" fmla="*/ 3688549 w 4752801"/>
              <a:gd name="connsiteY21656" fmla="*/ 785741 h 2767298"/>
              <a:gd name="connsiteX21657" fmla="*/ 3681263 w 4752801"/>
              <a:gd name="connsiteY21657" fmla="*/ 773597 h 2767298"/>
              <a:gd name="connsiteX21658" fmla="*/ 3681263 w 4752801"/>
              <a:gd name="connsiteY21658" fmla="*/ 772382 h 2767298"/>
              <a:gd name="connsiteX21659" fmla="*/ 3688549 w 4752801"/>
              <a:gd name="connsiteY21659" fmla="*/ 760238 h 2767298"/>
              <a:gd name="connsiteX21660" fmla="*/ 3689763 w 4752801"/>
              <a:gd name="connsiteY21660" fmla="*/ 759833 h 2767298"/>
              <a:gd name="connsiteX21661" fmla="*/ 3649282 w 4752801"/>
              <a:gd name="connsiteY21661" fmla="*/ 759833 h 2767298"/>
              <a:gd name="connsiteX21662" fmla="*/ 3663046 w 4752801"/>
              <a:gd name="connsiteY21662" fmla="*/ 759833 h 2767298"/>
              <a:gd name="connsiteX21663" fmla="*/ 3664260 w 4752801"/>
              <a:gd name="connsiteY21663" fmla="*/ 760643 h 2767298"/>
              <a:gd name="connsiteX21664" fmla="*/ 3671142 w 4752801"/>
              <a:gd name="connsiteY21664" fmla="*/ 772382 h 2767298"/>
              <a:gd name="connsiteX21665" fmla="*/ 3671142 w 4752801"/>
              <a:gd name="connsiteY21665" fmla="*/ 773597 h 2767298"/>
              <a:gd name="connsiteX21666" fmla="*/ 3664260 w 4752801"/>
              <a:gd name="connsiteY21666" fmla="*/ 785336 h 2767298"/>
              <a:gd name="connsiteX21667" fmla="*/ 3663046 w 4752801"/>
              <a:gd name="connsiteY21667" fmla="*/ 785741 h 2767298"/>
              <a:gd name="connsiteX21668" fmla="*/ 3649282 w 4752801"/>
              <a:gd name="connsiteY21668" fmla="*/ 785741 h 2767298"/>
              <a:gd name="connsiteX21669" fmla="*/ 3648068 w 4752801"/>
              <a:gd name="connsiteY21669" fmla="*/ 785336 h 2767298"/>
              <a:gd name="connsiteX21670" fmla="*/ 3641186 w 4752801"/>
              <a:gd name="connsiteY21670" fmla="*/ 773597 h 2767298"/>
              <a:gd name="connsiteX21671" fmla="*/ 3641186 w 4752801"/>
              <a:gd name="connsiteY21671" fmla="*/ 772382 h 2767298"/>
              <a:gd name="connsiteX21672" fmla="*/ 3648068 w 4752801"/>
              <a:gd name="connsiteY21672" fmla="*/ 760643 h 2767298"/>
              <a:gd name="connsiteX21673" fmla="*/ 3649282 w 4752801"/>
              <a:gd name="connsiteY21673" fmla="*/ 759833 h 2767298"/>
              <a:gd name="connsiteX21674" fmla="*/ 3001987 w 4752801"/>
              <a:gd name="connsiteY21674" fmla="*/ 759833 h 2767298"/>
              <a:gd name="connsiteX21675" fmla="*/ 3015346 w 4752801"/>
              <a:gd name="connsiteY21675" fmla="*/ 759833 h 2767298"/>
              <a:gd name="connsiteX21676" fmla="*/ 3016560 w 4752801"/>
              <a:gd name="connsiteY21676" fmla="*/ 760238 h 2767298"/>
              <a:gd name="connsiteX21677" fmla="*/ 3023442 w 4752801"/>
              <a:gd name="connsiteY21677" fmla="*/ 771977 h 2767298"/>
              <a:gd name="connsiteX21678" fmla="*/ 3023442 w 4752801"/>
              <a:gd name="connsiteY21678" fmla="*/ 773192 h 2767298"/>
              <a:gd name="connsiteX21679" fmla="*/ 3016560 w 4752801"/>
              <a:gd name="connsiteY21679" fmla="*/ 784931 h 2767298"/>
              <a:gd name="connsiteX21680" fmla="*/ 3015346 w 4752801"/>
              <a:gd name="connsiteY21680" fmla="*/ 785336 h 2767298"/>
              <a:gd name="connsiteX21681" fmla="*/ 3001987 w 4752801"/>
              <a:gd name="connsiteY21681" fmla="*/ 785336 h 2767298"/>
              <a:gd name="connsiteX21682" fmla="*/ 3000773 w 4752801"/>
              <a:gd name="connsiteY21682" fmla="*/ 784931 h 2767298"/>
              <a:gd name="connsiteX21683" fmla="*/ 2993891 w 4752801"/>
              <a:gd name="connsiteY21683" fmla="*/ 773192 h 2767298"/>
              <a:gd name="connsiteX21684" fmla="*/ 2993891 w 4752801"/>
              <a:gd name="connsiteY21684" fmla="*/ 771977 h 2767298"/>
              <a:gd name="connsiteX21685" fmla="*/ 3000773 w 4752801"/>
              <a:gd name="connsiteY21685" fmla="*/ 760238 h 2767298"/>
              <a:gd name="connsiteX21686" fmla="*/ 3001987 w 4752801"/>
              <a:gd name="connsiteY21686" fmla="*/ 759833 h 2767298"/>
              <a:gd name="connsiteX21687" fmla="*/ 2921024 w 4752801"/>
              <a:gd name="connsiteY21687" fmla="*/ 759833 h 2767298"/>
              <a:gd name="connsiteX21688" fmla="*/ 2934383 w 4752801"/>
              <a:gd name="connsiteY21688" fmla="*/ 759833 h 2767298"/>
              <a:gd name="connsiteX21689" fmla="*/ 2935597 w 4752801"/>
              <a:gd name="connsiteY21689" fmla="*/ 760238 h 2767298"/>
              <a:gd name="connsiteX21690" fmla="*/ 2942479 w 4752801"/>
              <a:gd name="connsiteY21690" fmla="*/ 771977 h 2767298"/>
              <a:gd name="connsiteX21691" fmla="*/ 2942479 w 4752801"/>
              <a:gd name="connsiteY21691" fmla="*/ 773192 h 2767298"/>
              <a:gd name="connsiteX21692" fmla="*/ 2935597 w 4752801"/>
              <a:gd name="connsiteY21692" fmla="*/ 784931 h 2767298"/>
              <a:gd name="connsiteX21693" fmla="*/ 2934383 w 4752801"/>
              <a:gd name="connsiteY21693" fmla="*/ 785741 h 2767298"/>
              <a:gd name="connsiteX21694" fmla="*/ 2921024 w 4752801"/>
              <a:gd name="connsiteY21694" fmla="*/ 785741 h 2767298"/>
              <a:gd name="connsiteX21695" fmla="*/ 2919810 w 4752801"/>
              <a:gd name="connsiteY21695" fmla="*/ 784931 h 2767298"/>
              <a:gd name="connsiteX21696" fmla="*/ 2912928 w 4752801"/>
              <a:gd name="connsiteY21696" fmla="*/ 773192 h 2767298"/>
              <a:gd name="connsiteX21697" fmla="*/ 2912928 w 4752801"/>
              <a:gd name="connsiteY21697" fmla="*/ 771977 h 2767298"/>
              <a:gd name="connsiteX21698" fmla="*/ 2919810 w 4752801"/>
              <a:gd name="connsiteY21698" fmla="*/ 760238 h 2767298"/>
              <a:gd name="connsiteX21699" fmla="*/ 2921024 w 4752801"/>
              <a:gd name="connsiteY21699" fmla="*/ 759833 h 2767298"/>
              <a:gd name="connsiteX21700" fmla="*/ 2880948 w 4752801"/>
              <a:gd name="connsiteY21700" fmla="*/ 759833 h 2767298"/>
              <a:gd name="connsiteX21701" fmla="*/ 2893902 w 4752801"/>
              <a:gd name="connsiteY21701" fmla="*/ 759833 h 2767298"/>
              <a:gd name="connsiteX21702" fmla="*/ 2895117 w 4752801"/>
              <a:gd name="connsiteY21702" fmla="*/ 760643 h 2767298"/>
              <a:gd name="connsiteX21703" fmla="*/ 2901593 w 4752801"/>
              <a:gd name="connsiteY21703" fmla="*/ 771977 h 2767298"/>
              <a:gd name="connsiteX21704" fmla="*/ 2901593 w 4752801"/>
              <a:gd name="connsiteY21704" fmla="*/ 773192 h 2767298"/>
              <a:gd name="connsiteX21705" fmla="*/ 2895117 w 4752801"/>
              <a:gd name="connsiteY21705" fmla="*/ 784527 h 2767298"/>
              <a:gd name="connsiteX21706" fmla="*/ 2893902 w 4752801"/>
              <a:gd name="connsiteY21706" fmla="*/ 784931 h 2767298"/>
              <a:gd name="connsiteX21707" fmla="*/ 2880948 w 4752801"/>
              <a:gd name="connsiteY21707" fmla="*/ 784931 h 2767298"/>
              <a:gd name="connsiteX21708" fmla="*/ 2879733 w 4752801"/>
              <a:gd name="connsiteY21708" fmla="*/ 784527 h 2767298"/>
              <a:gd name="connsiteX21709" fmla="*/ 2873257 w 4752801"/>
              <a:gd name="connsiteY21709" fmla="*/ 773192 h 2767298"/>
              <a:gd name="connsiteX21710" fmla="*/ 2873257 w 4752801"/>
              <a:gd name="connsiteY21710" fmla="*/ 771977 h 2767298"/>
              <a:gd name="connsiteX21711" fmla="*/ 2879733 w 4752801"/>
              <a:gd name="connsiteY21711" fmla="*/ 760643 h 2767298"/>
              <a:gd name="connsiteX21712" fmla="*/ 2880948 w 4752801"/>
              <a:gd name="connsiteY21712" fmla="*/ 759833 h 2767298"/>
              <a:gd name="connsiteX21713" fmla="*/ 3123026 w 4752801"/>
              <a:gd name="connsiteY21713" fmla="*/ 759428 h 2767298"/>
              <a:gd name="connsiteX21714" fmla="*/ 3137194 w 4752801"/>
              <a:gd name="connsiteY21714" fmla="*/ 759428 h 2767298"/>
              <a:gd name="connsiteX21715" fmla="*/ 3138409 w 4752801"/>
              <a:gd name="connsiteY21715" fmla="*/ 759833 h 2767298"/>
              <a:gd name="connsiteX21716" fmla="*/ 3145290 w 4752801"/>
              <a:gd name="connsiteY21716" fmla="*/ 771977 h 2767298"/>
              <a:gd name="connsiteX21717" fmla="*/ 3145290 w 4752801"/>
              <a:gd name="connsiteY21717" fmla="*/ 773192 h 2767298"/>
              <a:gd name="connsiteX21718" fmla="*/ 3138409 w 4752801"/>
              <a:gd name="connsiteY21718" fmla="*/ 785336 h 2767298"/>
              <a:gd name="connsiteX21719" fmla="*/ 3137194 w 4752801"/>
              <a:gd name="connsiteY21719" fmla="*/ 785741 h 2767298"/>
              <a:gd name="connsiteX21720" fmla="*/ 3123026 w 4752801"/>
              <a:gd name="connsiteY21720" fmla="*/ 785741 h 2767298"/>
              <a:gd name="connsiteX21721" fmla="*/ 3121812 w 4752801"/>
              <a:gd name="connsiteY21721" fmla="*/ 785336 h 2767298"/>
              <a:gd name="connsiteX21722" fmla="*/ 3114930 w 4752801"/>
              <a:gd name="connsiteY21722" fmla="*/ 773192 h 2767298"/>
              <a:gd name="connsiteX21723" fmla="*/ 3114930 w 4752801"/>
              <a:gd name="connsiteY21723" fmla="*/ 771977 h 2767298"/>
              <a:gd name="connsiteX21724" fmla="*/ 3121812 w 4752801"/>
              <a:gd name="connsiteY21724" fmla="*/ 759833 h 2767298"/>
              <a:gd name="connsiteX21725" fmla="*/ 3123026 w 4752801"/>
              <a:gd name="connsiteY21725" fmla="*/ 759428 h 2767298"/>
              <a:gd name="connsiteX21726" fmla="*/ 3082545 w 4752801"/>
              <a:gd name="connsiteY21726" fmla="*/ 759428 h 2767298"/>
              <a:gd name="connsiteX21727" fmla="*/ 3096713 w 4752801"/>
              <a:gd name="connsiteY21727" fmla="*/ 759428 h 2767298"/>
              <a:gd name="connsiteX21728" fmla="*/ 3097928 w 4752801"/>
              <a:gd name="connsiteY21728" fmla="*/ 760238 h 2767298"/>
              <a:gd name="connsiteX21729" fmla="*/ 3104809 w 4752801"/>
              <a:gd name="connsiteY21729" fmla="*/ 772382 h 2767298"/>
              <a:gd name="connsiteX21730" fmla="*/ 3104809 w 4752801"/>
              <a:gd name="connsiteY21730" fmla="*/ 773596 h 2767298"/>
              <a:gd name="connsiteX21731" fmla="*/ 3097928 w 4752801"/>
              <a:gd name="connsiteY21731" fmla="*/ 785741 h 2767298"/>
              <a:gd name="connsiteX21732" fmla="*/ 3096713 w 4752801"/>
              <a:gd name="connsiteY21732" fmla="*/ 786146 h 2767298"/>
              <a:gd name="connsiteX21733" fmla="*/ 3082545 w 4752801"/>
              <a:gd name="connsiteY21733" fmla="*/ 786146 h 2767298"/>
              <a:gd name="connsiteX21734" fmla="*/ 3081331 w 4752801"/>
              <a:gd name="connsiteY21734" fmla="*/ 785741 h 2767298"/>
              <a:gd name="connsiteX21735" fmla="*/ 3074449 w 4752801"/>
              <a:gd name="connsiteY21735" fmla="*/ 773596 h 2767298"/>
              <a:gd name="connsiteX21736" fmla="*/ 3074449 w 4752801"/>
              <a:gd name="connsiteY21736" fmla="*/ 772382 h 2767298"/>
              <a:gd name="connsiteX21737" fmla="*/ 3081331 w 4752801"/>
              <a:gd name="connsiteY21737" fmla="*/ 760238 h 2767298"/>
              <a:gd name="connsiteX21738" fmla="*/ 3082545 w 4752801"/>
              <a:gd name="connsiteY21738" fmla="*/ 759428 h 2767298"/>
              <a:gd name="connsiteX21739" fmla="*/ 2961506 w 4752801"/>
              <a:gd name="connsiteY21739" fmla="*/ 759428 h 2767298"/>
              <a:gd name="connsiteX21740" fmla="*/ 2975270 w 4752801"/>
              <a:gd name="connsiteY21740" fmla="*/ 759428 h 2767298"/>
              <a:gd name="connsiteX21741" fmla="*/ 2976484 w 4752801"/>
              <a:gd name="connsiteY21741" fmla="*/ 759833 h 2767298"/>
              <a:gd name="connsiteX21742" fmla="*/ 2983366 w 4752801"/>
              <a:gd name="connsiteY21742" fmla="*/ 771977 h 2767298"/>
              <a:gd name="connsiteX21743" fmla="*/ 2983366 w 4752801"/>
              <a:gd name="connsiteY21743" fmla="*/ 773192 h 2767298"/>
              <a:gd name="connsiteX21744" fmla="*/ 2976484 w 4752801"/>
              <a:gd name="connsiteY21744" fmla="*/ 785336 h 2767298"/>
              <a:gd name="connsiteX21745" fmla="*/ 2975270 w 4752801"/>
              <a:gd name="connsiteY21745" fmla="*/ 785741 h 2767298"/>
              <a:gd name="connsiteX21746" fmla="*/ 2961506 w 4752801"/>
              <a:gd name="connsiteY21746" fmla="*/ 785741 h 2767298"/>
              <a:gd name="connsiteX21747" fmla="*/ 2960292 w 4752801"/>
              <a:gd name="connsiteY21747" fmla="*/ 785336 h 2767298"/>
              <a:gd name="connsiteX21748" fmla="*/ 2953410 w 4752801"/>
              <a:gd name="connsiteY21748" fmla="*/ 773192 h 2767298"/>
              <a:gd name="connsiteX21749" fmla="*/ 2953410 w 4752801"/>
              <a:gd name="connsiteY21749" fmla="*/ 771977 h 2767298"/>
              <a:gd name="connsiteX21750" fmla="*/ 2960292 w 4752801"/>
              <a:gd name="connsiteY21750" fmla="*/ 759833 h 2767298"/>
              <a:gd name="connsiteX21751" fmla="*/ 2961506 w 4752801"/>
              <a:gd name="connsiteY21751" fmla="*/ 759428 h 2767298"/>
              <a:gd name="connsiteX21752" fmla="*/ 3203584 w 4752801"/>
              <a:gd name="connsiteY21752" fmla="*/ 759024 h 2767298"/>
              <a:gd name="connsiteX21753" fmla="*/ 3218561 w 4752801"/>
              <a:gd name="connsiteY21753" fmla="*/ 759024 h 2767298"/>
              <a:gd name="connsiteX21754" fmla="*/ 3219776 w 4752801"/>
              <a:gd name="connsiteY21754" fmla="*/ 759429 h 2767298"/>
              <a:gd name="connsiteX21755" fmla="*/ 3227468 w 4752801"/>
              <a:gd name="connsiteY21755" fmla="*/ 772383 h 2767298"/>
              <a:gd name="connsiteX21756" fmla="*/ 3227468 w 4752801"/>
              <a:gd name="connsiteY21756" fmla="*/ 773597 h 2767298"/>
              <a:gd name="connsiteX21757" fmla="*/ 3219776 w 4752801"/>
              <a:gd name="connsiteY21757" fmla="*/ 786551 h 2767298"/>
              <a:gd name="connsiteX21758" fmla="*/ 3218561 w 4752801"/>
              <a:gd name="connsiteY21758" fmla="*/ 786956 h 2767298"/>
              <a:gd name="connsiteX21759" fmla="*/ 3203584 w 4752801"/>
              <a:gd name="connsiteY21759" fmla="*/ 786956 h 2767298"/>
              <a:gd name="connsiteX21760" fmla="*/ 3202369 w 4752801"/>
              <a:gd name="connsiteY21760" fmla="*/ 786551 h 2767298"/>
              <a:gd name="connsiteX21761" fmla="*/ 3194678 w 4752801"/>
              <a:gd name="connsiteY21761" fmla="*/ 773597 h 2767298"/>
              <a:gd name="connsiteX21762" fmla="*/ 3194678 w 4752801"/>
              <a:gd name="connsiteY21762" fmla="*/ 772383 h 2767298"/>
              <a:gd name="connsiteX21763" fmla="*/ 3202369 w 4752801"/>
              <a:gd name="connsiteY21763" fmla="*/ 759429 h 2767298"/>
              <a:gd name="connsiteX21764" fmla="*/ 3203584 w 4752801"/>
              <a:gd name="connsiteY21764" fmla="*/ 759024 h 2767298"/>
              <a:gd name="connsiteX21765" fmla="*/ 3163103 w 4752801"/>
              <a:gd name="connsiteY21765" fmla="*/ 759024 h 2767298"/>
              <a:gd name="connsiteX21766" fmla="*/ 3178080 w 4752801"/>
              <a:gd name="connsiteY21766" fmla="*/ 759024 h 2767298"/>
              <a:gd name="connsiteX21767" fmla="*/ 3179295 w 4752801"/>
              <a:gd name="connsiteY21767" fmla="*/ 759429 h 2767298"/>
              <a:gd name="connsiteX21768" fmla="*/ 3186987 w 4752801"/>
              <a:gd name="connsiteY21768" fmla="*/ 772383 h 2767298"/>
              <a:gd name="connsiteX21769" fmla="*/ 3186987 w 4752801"/>
              <a:gd name="connsiteY21769" fmla="*/ 773597 h 2767298"/>
              <a:gd name="connsiteX21770" fmla="*/ 3179295 w 4752801"/>
              <a:gd name="connsiteY21770" fmla="*/ 786551 h 2767298"/>
              <a:gd name="connsiteX21771" fmla="*/ 3178080 w 4752801"/>
              <a:gd name="connsiteY21771" fmla="*/ 786956 h 2767298"/>
              <a:gd name="connsiteX21772" fmla="*/ 3163103 w 4752801"/>
              <a:gd name="connsiteY21772" fmla="*/ 786956 h 2767298"/>
              <a:gd name="connsiteX21773" fmla="*/ 3161888 w 4752801"/>
              <a:gd name="connsiteY21773" fmla="*/ 786551 h 2767298"/>
              <a:gd name="connsiteX21774" fmla="*/ 3154197 w 4752801"/>
              <a:gd name="connsiteY21774" fmla="*/ 773597 h 2767298"/>
              <a:gd name="connsiteX21775" fmla="*/ 3154197 w 4752801"/>
              <a:gd name="connsiteY21775" fmla="*/ 772383 h 2767298"/>
              <a:gd name="connsiteX21776" fmla="*/ 3161888 w 4752801"/>
              <a:gd name="connsiteY21776" fmla="*/ 759429 h 2767298"/>
              <a:gd name="connsiteX21777" fmla="*/ 3163103 w 4752801"/>
              <a:gd name="connsiteY21777" fmla="*/ 759024 h 2767298"/>
              <a:gd name="connsiteX21778" fmla="*/ 3042063 w 4752801"/>
              <a:gd name="connsiteY21778" fmla="*/ 759024 h 2767298"/>
              <a:gd name="connsiteX21779" fmla="*/ 3056637 w 4752801"/>
              <a:gd name="connsiteY21779" fmla="*/ 759024 h 2767298"/>
              <a:gd name="connsiteX21780" fmla="*/ 3057851 w 4752801"/>
              <a:gd name="connsiteY21780" fmla="*/ 759834 h 2767298"/>
              <a:gd name="connsiteX21781" fmla="*/ 3065138 w 4752801"/>
              <a:gd name="connsiteY21781" fmla="*/ 772383 h 2767298"/>
              <a:gd name="connsiteX21782" fmla="*/ 3065138 w 4752801"/>
              <a:gd name="connsiteY21782" fmla="*/ 773597 h 2767298"/>
              <a:gd name="connsiteX21783" fmla="*/ 3057851 w 4752801"/>
              <a:gd name="connsiteY21783" fmla="*/ 786146 h 2767298"/>
              <a:gd name="connsiteX21784" fmla="*/ 3056637 w 4752801"/>
              <a:gd name="connsiteY21784" fmla="*/ 786956 h 2767298"/>
              <a:gd name="connsiteX21785" fmla="*/ 3042063 w 4752801"/>
              <a:gd name="connsiteY21785" fmla="*/ 786956 h 2767298"/>
              <a:gd name="connsiteX21786" fmla="*/ 3040849 w 4752801"/>
              <a:gd name="connsiteY21786" fmla="*/ 786146 h 2767298"/>
              <a:gd name="connsiteX21787" fmla="*/ 3033563 w 4752801"/>
              <a:gd name="connsiteY21787" fmla="*/ 773597 h 2767298"/>
              <a:gd name="connsiteX21788" fmla="*/ 3033563 w 4752801"/>
              <a:gd name="connsiteY21788" fmla="*/ 772383 h 2767298"/>
              <a:gd name="connsiteX21789" fmla="*/ 3040849 w 4752801"/>
              <a:gd name="connsiteY21789" fmla="*/ 759834 h 2767298"/>
              <a:gd name="connsiteX21790" fmla="*/ 3042063 w 4752801"/>
              <a:gd name="connsiteY21790" fmla="*/ 759024 h 2767298"/>
              <a:gd name="connsiteX21791" fmla="*/ 4384017 w 4752801"/>
              <a:gd name="connsiteY21791" fmla="*/ 729877 h 2767298"/>
              <a:gd name="connsiteX21792" fmla="*/ 4386446 w 4752801"/>
              <a:gd name="connsiteY21792" fmla="*/ 729877 h 2767298"/>
              <a:gd name="connsiteX21793" fmla="*/ 4387661 w 4752801"/>
              <a:gd name="connsiteY21793" fmla="*/ 732306 h 2767298"/>
              <a:gd name="connsiteX21794" fmla="*/ 4386446 w 4752801"/>
              <a:gd name="connsiteY21794" fmla="*/ 734735 h 2767298"/>
              <a:gd name="connsiteX21795" fmla="*/ 4384017 w 4752801"/>
              <a:gd name="connsiteY21795" fmla="*/ 734735 h 2767298"/>
              <a:gd name="connsiteX21796" fmla="*/ 4382803 w 4752801"/>
              <a:gd name="connsiteY21796" fmla="*/ 732306 h 2767298"/>
              <a:gd name="connsiteX21797" fmla="*/ 4262169 w 4752801"/>
              <a:gd name="connsiteY21797" fmla="*/ 729877 h 2767298"/>
              <a:gd name="connsiteX21798" fmla="*/ 4265002 w 4752801"/>
              <a:gd name="connsiteY21798" fmla="*/ 729877 h 2767298"/>
              <a:gd name="connsiteX21799" fmla="*/ 4266217 w 4752801"/>
              <a:gd name="connsiteY21799" fmla="*/ 732306 h 2767298"/>
              <a:gd name="connsiteX21800" fmla="*/ 4265002 w 4752801"/>
              <a:gd name="connsiteY21800" fmla="*/ 734735 h 2767298"/>
              <a:gd name="connsiteX21801" fmla="*/ 4262169 w 4752801"/>
              <a:gd name="connsiteY21801" fmla="*/ 734735 h 2767298"/>
              <a:gd name="connsiteX21802" fmla="*/ 4260954 w 4752801"/>
              <a:gd name="connsiteY21802" fmla="*/ 732306 h 2767298"/>
              <a:gd name="connsiteX21803" fmla="*/ 4221687 w 4752801"/>
              <a:gd name="connsiteY21803" fmla="*/ 729877 h 2767298"/>
              <a:gd name="connsiteX21804" fmla="*/ 4224520 w 4752801"/>
              <a:gd name="connsiteY21804" fmla="*/ 729877 h 2767298"/>
              <a:gd name="connsiteX21805" fmla="*/ 4225735 w 4752801"/>
              <a:gd name="connsiteY21805" fmla="*/ 732306 h 2767298"/>
              <a:gd name="connsiteX21806" fmla="*/ 4224520 w 4752801"/>
              <a:gd name="connsiteY21806" fmla="*/ 734735 h 2767298"/>
              <a:gd name="connsiteX21807" fmla="*/ 4221687 w 4752801"/>
              <a:gd name="connsiteY21807" fmla="*/ 734735 h 2767298"/>
              <a:gd name="connsiteX21808" fmla="*/ 4220472 w 4752801"/>
              <a:gd name="connsiteY21808" fmla="*/ 732306 h 2767298"/>
              <a:gd name="connsiteX21809" fmla="*/ 4181206 w 4752801"/>
              <a:gd name="connsiteY21809" fmla="*/ 729877 h 2767298"/>
              <a:gd name="connsiteX21810" fmla="*/ 4184039 w 4752801"/>
              <a:gd name="connsiteY21810" fmla="*/ 729877 h 2767298"/>
              <a:gd name="connsiteX21811" fmla="*/ 4185254 w 4752801"/>
              <a:gd name="connsiteY21811" fmla="*/ 732306 h 2767298"/>
              <a:gd name="connsiteX21812" fmla="*/ 4184039 w 4752801"/>
              <a:gd name="connsiteY21812" fmla="*/ 734735 h 2767298"/>
              <a:gd name="connsiteX21813" fmla="*/ 4181206 w 4752801"/>
              <a:gd name="connsiteY21813" fmla="*/ 734735 h 2767298"/>
              <a:gd name="connsiteX21814" fmla="*/ 4179991 w 4752801"/>
              <a:gd name="connsiteY21814" fmla="*/ 732306 h 2767298"/>
              <a:gd name="connsiteX21815" fmla="*/ 4140725 w 4752801"/>
              <a:gd name="connsiteY21815" fmla="*/ 729877 h 2767298"/>
              <a:gd name="connsiteX21816" fmla="*/ 4143558 w 4752801"/>
              <a:gd name="connsiteY21816" fmla="*/ 729877 h 2767298"/>
              <a:gd name="connsiteX21817" fmla="*/ 4144773 w 4752801"/>
              <a:gd name="connsiteY21817" fmla="*/ 732306 h 2767298"/>
              <a:gd name="connsiteX21818" fmla="*/ 4143558 w 4752801"/>
              <a:gd name="connsiteY21818" fmla="*/ 734735 h 2767298"/>
              <a:gd name="connsiteX21819" fmla="*/ 4140725 w 4752801"/>
              <a:gd name="connsiteY21819" fmla="*/ 734735 h 2767298"/>
              <a:gd name="connsiteX21820" fmla="*/ 4139510 w 4752801"/>
              <a:gd name="connsiteY21820" fmla="*/ 732306 h 2767298"/>
              <a:gd name="connsiteX21821" fmla="*/ 4100244 w 4752801"/>
              <a:gd name="connsiteY21821" fmla="*/ 729877 h 2767298"/>
              <a:gd name="connsiteX21822" fmla="*/ 4103077 w 4752801"/>
              <a:gd name="connsiteY21822" fmla="*/ 729877 h 2767298"/>
              <a:gd name="connsiteX21823" fmla="*/ 4104292 w 4752801"/>
              <a:gd name="connsiteY21823" fmla="*/ 732306 h 2767298"/>
              <a:gd name="connsiteX21824" fmla="*/ 4103077 w 4752801"/>
              <a:gd name="connsiteY21824" fmla="*/ 734735 h 2767298"/>
              <a:gd name="connsiteX21825" fmla="*/ 4100244 w 4752801"/>
              <a:gd name="connsiteY21825" fmla="*/ 734735 h 2767298"/>
              <a:gd name="connsiteX21826" fmla="*/ 4099029 w 4752801"/>
              <a:gd name="connsiteY21826" fmla="*/ 732306 h 2767298"/>
              <a:gd name="connsiteX21827" fmla="*/ 4302244 w 4752801"/>
              <a:gd name="connsiteY21827" fmla="*/ 729472 h 2767298"/>
              <a:gd name="connsiteX21828" fmla="*/ 4305888 w 4752801"/>
              <a:gd name="connsiteY21828" fmla="*/ 729472 h 2767298"/>
              <a:gd name="connsiteX21829" fmla="*/ 4307507 w 4752801"/>
              <a:gd name="connsiteY21829" fmla="*/ 732306 h 2767298"/>
              <a:gd name="connsiteX21830" fmla="*/ 4305888 w 4752801"/>
              <a:gd name="connsiteY21830" fmla="*/ 735139 h 2767298"/>
              <a:gd name="connsiteX21831" fmla="*/ 4302244 w 4752801"/>
              <a:gd name="connsiteY21831" fmla="*/ 735139 h 2767298"/>
              <a:gd name="connsiteX21832" fmla="*/ 4300625 w 4752801"/>
              <a:gd name="connsiteY21832" fmla="*/ 732306 h 2767298"/>
              <a:gd name="connsiteX21833" fmla="*/ 4343131 w 4752801"/>
              <a:gd name="connsiteY21833" fmla="*/ 729067 h 2767298"/>
              <a:gd name="connsiteX21834" fmla="*/ 4346774 w 4752801"/>
              <a:gd name="connsiteY21834" fmla="*/ 729067 h 2767298"/>
              <a:gd name="connsiteX21835" fmla="*/ 4348799 w 4752801"/>
              <a:gd name="connsiteY21835" fmla="*/ 732306 h 2767298"/>
              <a:gd name="connsiteX21836" fmla="*/ 4346774 w 4752801"/>
              <a:gd name="connsiteY21836" fmla="*/ 735544 h 2767298"/>
              <a:gd name="connsiteX21837" fmla="*/ 4343131 w 4752801"/>
              <a:gd name="connsiteY21837" fmla="*/ 735544 h 2767298"/>
              <a:gd name="connsiteX21838" fmla="*/ 4341107 w 4752801"/>
              <a:gd name="connsiteY21838" fmla="*/ 732306 h 2767298"/>
              <a:gd name="connsiteX21839" fmla="*/ 4059762 w 4752801"/>
              <a:gd name="connsiteY21839" fmla="*/ 729067 h 2767298"/>
              <a:gd name="connsiteX21840" fmla="*/ 4063405 w 4752801"/>
              <a:gd name="connsiteY21840" fmla="*/ 729067 h 2767298"/>
              <a:gd name="connsiteX21841" fmla="*/ 4065430 w 4752801"/>
              <a:gd name="connsiteY21841" fmla="*/ 732306 h 2767298"/>
              <a:gd name="connsiteX21842" fmla="*/ 4063405 w 4752801"/>
              <a:gd name="connsiteY21842" fmla="*/ 735544 h 2767298"/>
              <a:gd name="connsiteX21843" fmla="*/ 4059762 w 4752801"/>
              <a:gd name="connsiteY21843" fmla="*/ 735544 h 2767298"/>
              <a:gd name="connsiteX21844" fmla="*/ 4057738 w 4752801"/>
              <a:gd name="connsiteY21844" fmla="*/ 732306 h 2767298"/>
              <a:gd name="connsiteX21845" fmla="*/ 2723881 w 4752801"/>
              <a:gd name="connsiteY21845" fmla="*/ 729067 h 2767298"/>
              <a:gd name="connsiteX21846" fmla="*/ 2727524 w 4752801"/>
              <a:gd name="connsiteY21846" fmla="*/ 729067 h 2767298"/>
              <a:gd name="connsiteX21847" fmla="*/ 2729549 w 4752801"/>
              <a:gd name="connsiteY21847" fmla="*/ 732306 h 2767298"/>
              <a:gd name="connsiteX21848" fmla="*/ 2727524 w 4752801"/>
              <a:gd name="connsiteY21848" fmla="*/ 735544 h 2767298"/>
              <a:gd name="connsiteX21849" fmla="*/ 2723881 w 4752801"/>
              <a:gd name="connsiteY21849" fmla="*/ 735544 h 2767298"/>
              <a:gd name="connsiteX21850" fmla="*/ 2721857 w 4752801"/>
              <a:gd name="connsiteY21850" fmla="*/ 732306 h 2767298"/>
              <a:gd name="connsiteX21851" fmla="*/ 2682994 w 4752801"/>
              <a:gd name="connsiteY21851" fmla="*/ 729067 h 2767298"/>
              <a:gd name="connsiteX21852" fmla="*/ 2686638 w 4752801"/>
              <a:gd name="connsiteY21852" fmla="*/ 729067 h 2767298"/>
              <a:gd name="connsiteX21853" fmla="*/ 2688257 w 4752801"/>
              <a:gd name="connsiteY21853" fmla="*/ 732306 h 2767298"/>
              <a:gd name="connsiteX21854" fmla="*/ 2686638 w 4752801"/>
              <a:gd name="connsiteY21854" fmla="*/ 735544 h 2767298"/>
              <a:gd name="connsiteX21855" fmla="*/ 2682994 w 4752801"/>
              <a:gd name="connsiteY21855" fmla="*/ 735544 h 2767298"/>
              <a:gd name="connsiteX21856" fmla="*/ 2681375 w 4752801"/>
              <a:gd name="connsiteY21856" fmla="*/ 732306 h 2767298"/>
              <a:gd name="connsiteX21857" fmla="*/ 2561956 w 4752801"/>
              <a:gd name="connsiteY21857" fmla="*/ 729067 h 2767298"/>
              <a:gd name="connsiteX21858" fmla="*/ 2565599 w 4752801"/>
              <a:gd name="connsiteY21858" fmla="*/ 729067 h 2767298"/>
              <a:gd name="connsiteX21859" fmla="*/ 2567624 w 4752801"/>
              <a:gd name="connsiteY21859" fmla="*/ 732306 h 2767298"/>
              <a:gd name="connsiteX21860" fmla="*/ 2565599 w 4752801"/>
              <a:gd name="connsiteY21860" fmla="*/ 735544 h 2767298"/>
              <a:gd name="connsiteX21861" fmla="*/ 2561956 w 4752801"/>
              <a:gd name="connsiteY21861" fmla="*/ 735544 h 2767298"/>
              <a:gd name="connsiteX21862" fmla="*/ 2559932 w 4752801"/>
              <a:gd name="connsiteY21862" fmla="*/ 732306 h 2767298"/>
              <a:gd name="connsiteX21863" fmla="*/ 2521070 w 4752801"/>
              <a:gd name="connsiteY21863" fmla="*/ 729067 h 2767298"/>
              <a:gd name="connsiteX21864" fmla="*/ 2525118 w 4752801"/>
              <a:gd name="connsiteY21864" fmla="*/ 729067 h 2767298"/>
              <a:gd name="connsiteX21865" fmla="*/ 2527142 w 4752801"/>
              <a:gd name="connsiteY21865" fmla="*/ 732306 h 2767298"/>
              <a:gd name="connsiteX21866" fmla="*/ 2525118 w 4752801"/>
              <a:gd name="connsiteY21866" fmla="*/ 735544 h 2767298"/>
              <a:gd name="connsiteX21867" fmla="*/ 2521070 w 4752801"/>
              <a:gd name="connsiteY21867" fmla="*/ 735544 h 2767298"/>
              <a:gd name="connsiteX21868" fmla="*/ 2519046 w 4752801"/>
              <a:gd name="connsiteY21868" fmla="*/ 732306 h 2767298"/>
              <a:gd name="connsiteX21869" fmla="*/ 4018876 w 4752801"/>
              <a:gd name="connsiteY21869" fmla="*/ 728663 h 2767298"/>
              <a:gd name="connsiteX21870" fmla="*/ 4022924 w 4752801"/>
              <a:gd name="connsiteY21870" fmla="*/ 728663 h 2767298"/>
              <a:gd name="connsiteX21871" fmla="*/ 4024948 w 4752801"/>
              <a:gd name="connsiteY21871" fmla="*/ 732306 h 2767298"/>
              <a:gd name="connsiteX21872" fmla="*/ 4022924 w 4752801"/>
              <a:gd name="connsiteY21872" fmla="*/ 735950 h 2767298"/>
              <a:gd name="connsiteX21873" fmla="*/ 4018876 w 4752801"/>
              <a:gd name="connsiteY21873" fmla="*/ 735950 h 2767298"/>
              <a:gd name="connsiteX21874" fmla="*/ 4016852 w 4752801"/>
              <a:gd name="connsiteY21874" fmla="*/ 732306 h 2767298"/>
              <a:gd name="connsiteX21875" fmla="*/ 2602032 w 4752801"/>
              <a:gd name="connsiteY21875" fmla="*/ 728663 h 2767298"/>
              <a:gd name="connsiteX21876" fmla="*/ 2606080 w 4752801"/>
              <a:gd name="connsiteY21876" fmla="*/ 728663 h 2767298"/>
              <a:gd name="connsiteX21877" fmla="*/ 2608104 w 4752801"/>
              <a:gd name="connsiteY21877" fmla="*/ 732306 h 2767298"/>
              <a:gd name="connsiteX21878" fmla="*/ 2606080 w 4752801"/>
              <a:gd name="connsiteY21878" fmla="*/ 735950 h 2767298"/>
              <a:gd name="connsiteX21879" fmla="*/ 2602032 w 4752801"/>
              <a:gd name="connsiteY21879" fmla="*/ 735950 h 2767298"/>
              <a:gd name="connsiteX21880" fmla="*/ 2600008 w 4752801"/>
              <a:gd name="connsiteY21880" fmla="*/ 732306 h 2767298"/>
              <a:gd name="connsiteX21881" fmla="*/ 2480588 w 4752801"/>
              <a:gd name="connsiteY21881" fmla="*/ 728663 h 2767298"/>
              <a:gd name="connsiteX21882" fmla="*/ 2484231 w 4752801"/>
              <a:gd name="connsiteY21882" fmla="*/ 728663 h 2767298"/>
              <a:gd name="connsiteX21883" fmla="*/ 2485446 w 4752801"/>
              <a:gd name="connsiteY21883" fmla="*/ 729068 h 2767298"/>
              <a:gd name="connsiteX21884" fmla="*/ 2487065 w 4752801"/>
              <a:gd name="connsiteY21884" fmla="*/ 731901 h 2767298"/>
              <a:gd name="connsiteX21885" fmla="*/ 2487065 w 4752801"/>
              <a:gd name="connsiteY21885" fmla="*/ 733116 h 2767298"/>
              <a:gd name="connsiteX21886" fmla="*/ 2485446 w 4752801"/>
              <a:gd name="connsiteY21886" fmla="*/ 735950 h 2767298"/>
              <a:gd name="connsiteX21887" fmla="*/ 2484231 w 4752801"/>
              <a:gd name="connsiteY21887" fmla="*/ 736354 h 2767298"/>
              <a:gd name="connsiteX21888" fmla="*/ 2480588 w 4752801"/>
              <a:gd name="connsiteY21888" fmla="*/ 736354 h 2767298"/>
              <a:gd name="connsiteX21889" fmla="*/ 2479374 w 4752801"/>
              <a:gd name="connsiteY21889" fmla="*/ 735950 h 2767298"/>
              <a:gd name="connsiteX21890" fmla="*/ 2477755 w 4752801"/>
              <a:gd name="connsiteY21890" fmla="*/ 733116 h 2767298"/>
              <a:gd name="connsiteX21891" fmla="*/ 2477755 w 4752801"/>
              <a:gd name="connsiteY21891" fmla="*/ 731901 h 2767298"/>
              <a:gd name="connsiteX21892" fmla="*/ 2479374 w 4752801"/>
              <a:gd name="connsiteY21892" fmla="*/ 729068 h 2767298"/>
              <a:gd name="connsiteX21893" fmla="*/ 2480588 w 4752801"/>
              <a:gd name="connsiteY21893" fmla="*/ 728663 h 2767298"/>
              <a:gd name="connsiteX21894" fmla="*/ 3978395 w 4752801"/>
              <a:gd name="connsiteY21894" fmla="*/ 728258 h 2767298"/>
              <a:gd name="connsiteX21895" fmla="*/ 3982039 w 4752801"/>
              <a:gd name="connsiteY21895" fmla="*/ 728258 h 2767298"/>
              <a:gd name="connsiteX21896" fmla="*/ 3983253 w 4752801"/>
              <a:gd name="connsiteY21896" fmla="*/ 728663 h 2767298"/>
              <a:gd name="connsiteX21897" fmla="*/ 3985277 w 4752801"/>
              <a:gd name="connsiteY21897" fmla="*/ 731901 h 2767298"/>
              <a:gd name="connsiteX21898" fmla="*/ 3985277 w 4752801"/>
              <a:gd name="connsiteY21898" fmla="*/ 733116 h 2767298"/>
              <a:gd name="connsiteX21899" fmla="*/ 3983253 w 4752801"/>
              <a:gd name="connsiteY21899" fmla="*/ 736354 h 2767298"/>
              <a:gd name="connsiteX21900" fmla="*/ 3982039 w 4752801"/>
              <a:gd name="connsiteY21900" fmla="*/ 736759 h 2767298"/>
              <a:gd name="connsiteX21901" fmla="*/ 3978395 w 4752801"/>
              <a:gd name="connsiteY21901" fmla="*/ 736759 h 2767298"/>
              <a:gd name="connsiteX21902" fmla="*/ 3977181 w 4752801"/>
              <a:gd name="connsiteY21902" fmla="*/ 736354 h 2767298"/>
              <a:gd name="connsiteX21903" fmla="*/ 3975157 w 4752801"/>
              <a:gd name="connsiteY21903" fmla="*/ 733116 h 2767298"/>
              <a:gd name="connsiteX21904" fmla="*/ 3975157 w 4752801"/>
              <a:gd name="connsiteY21904" fmla="*/ 731901 h 2767298"/>
              <a:gd name="connsiteX21905" fmla="*/ 3977181 w 4752801"/>
              <a:gd name="connsiteY21905" fmla="*/ 728663 h 2767298"/>
              <a:gd name="connsiteX21906" fmla="*/ 3978395 w 4752801"/>
              <a:gd name="connsiteY21906" fmla="*/ 728258 h 2767298"/>
              <a:gd name="connsiteX21907" fmla="*/ 2763958 w 4752801"/>
              <a:gd name="connsiteY21907" fmla="*/ 728258 h 2767298"/>
              <a:gd name="connsiteX21908" fmla="*/ 2768411 w 4752801"/>
              <a:gd name="connsiteY21908" fmla="*/ 728258 h 2767298"/>
              <a:gd name="connsiteX21909" fmla="*/ 2770839 w 4752801"/>
              <a:gd name="connsiteY21909" fmla="*/ 732306 h 2767298"/>
              <a:gd name="connsiteX21910" fmla="*/ 2768411 w 4752801"/>
              <a:gd name="connsiteY21910" fmla="*/ 736354 h 2767298"/>
              <a:gd name="connsiteX21911" fmla="*/ 2763958 w 4752801"/>
              <a:gd name="connsiteY21911" fmla="*/ 736354 h 2767298"/>
              <a:gd name="connsiteX21912" fmla="*/ 2761529 w 4752801"/>
              <a:gd name="connsiteY21912" fmla="*/ 732306 h 2767298"/>
              <a:gd name="connsiteX21913" fmla="*/ 2642513 w 4752801"/>
              <a:gd name="connsiteY21913" fmla="*/ 728258 h 2767298"/>
              <a:gd name="connsiteX21914" fmla="*/ 2646156 w 4752801"/>
              <a:gd name="connsiteY21914" fmla="*/ 728258 h 2767298"/>
              <a:gd name="connsiteX21915" fmla="*/ 2647371 w 4752801"/>
              <a:gd name="connsiteY21915" fmla="*/ 728663 h 2767298"/>
              <a:gd name="connsiteX21916" fmla="*/ 2649395 w 4752801"/>
              <a:gd name="connsiteY21916" fmla="*/ 731901 h 2767298"/>
              <a:gd name="connsiteX21917" fmla="*/ 2649395 w 4752801"/>
              <a:gd name="connsiteY21917" fmla="*/ 733116 h 2767298"/>
              <a:gd name="connsiteX21918" fmla="*/ 2647371 w 4752801"/>
              <a:gd name="connsiteY21918" fmla="*/ 736354 h 2767298"/>
              <a:gd name="connsiteX21919" fmla="*/ 2646156 w 4752801"/>
              <a:gd name="connsiteY21919" fmla="*/ 736759 h 2767298"/>
              <a:gd name="connsiteX21920" fmla="*/ 2642513 w 4752801"/>
              <a:gd name="connsiteY21920" fmla="*/ 736759 h 2767298"/>
              <a:gd name="connsiteX21921" fmla="*/ 2641299 w 4752801"/>
              <a:gd name="connsiteY21921" fmla="*/ 736354 h 2767298"/>
              <a:gd name="connsiteX21922" fmla="*/ 2639275 w 4752801"/>
              <a:gd name="connsiteY21922" fmla="*/ 733116 h 2767298"/>
              <a:gd name="connsiteX21923" fmla="*/ 2639275 w 4752801"/>
              <a:gd name="connsiteY21923" fmla="*/ 731901 h 2767298"/>
              <a:gd name="connsiteX21924" fmla="*/ 2641299 w 4752801"/>
              <a:gd name="connsiteY21924" fmla="*/ 728663 h 2767298"/>
              <a:gd name="connsiteX21925" fmla="*/ 2642513 w 4752801"/>
              <a:gd name="connsiteY21925" fmla="*/ 728258 h 2767298"/>
              <a:gd name="connsiteX21926" fmla="*/ 2358335 w 4752801"/>
              <a:gd name="connsiteY21926" fmla="*/ 727448 h 2767298"/>
              <a:gd name="connsiteX21927" fmla="*/ 2363193 w 4752801"/>
              <a:gd name="connsiteY21927" fmla="*/ 727448 h 2767298"/>
              <a:gd name="connsiteX21928" fmla="*/ 2364407 w 4752801"/>
              <a:gd name="connsiteY21928" fmla="*/ 727853 h 2767298"/>
              <a:gd name="connsiteX21929" fmla="*/ 2366836 w 4752801"/>
              <a:gd name="connsiteY21929" fmla="*/ 731901 h 2767298"/>
              <a:gd name="connsiteX21930" fmla="*/ 2366836 w 4752801"/>
              <a:gd name="connsiteY21930" fmla="*/ 733115 h 2767298"/>
              <a:gd name="connsiteX21931" fmla="*/ 2364407 w 4752801"/>
              <a:gd name="connsiteY21931" fmla="*/ 737163 h 2767298"/>
              <a:gd name="connsiteX21932" fmla="*/ 2363193 w 4752801"/>
              <a:gd name="connsiteY21932" fmla="*/ 737568 h 2767298"/>
              <a:gd name="connsiteX21933" fmla="*/ 2358335 w 4752801"/>
              <a:gd name="connsiteY21933" fmla="*/ 737568 h 2767298"/>
              <a:gd name="connsiteX21934" fmla="*/ 2357121 w 4752801"/>
              <a:gd name="connsiteY21934" fmla="*/ 737163 h 2767298"/>
              <a:gd name="connsiteX21935" fmla="*/ 2354692 w 4752801"/>
              <a:gd name="connsiteY21935" fmla="*/ 733115 h 2767298"/>
              <a:gd name="connsiteX21936" fmla="*/ 2354692 w 4752801"/>
              <a:gd name="connsiteY21936" fmla="*/ 731901 h 2767298"/>
              <a:gd name="connsiteX21937" fmla="*/ 2357121 w 4752801"/>
              <a:gd name="connsiteY21937" fmla="*/ 727853 h 2767298"/>
              <a:gd name="connsiteX21938" fmla="*/ 2358335 w 4752801"/>
              <a:gd name="connsiteY21938" fmla="*/ 727448 h 2767298"/>
              <a:gd name="connsiteX21939" fmla="*/ 2439702 w 4752801"/>
              <a:gd name="connsiteY21939" fmla="*/ 727043 h 2767298"/>
              <a:gd name="connsiteX21940" fmla="*/ 2444155 w 4752801"/>
              <a:gd name="connsiteY21940" fmla="*/ 727043 h 2767298"/>
              <a:gd name="connsiteX21941" fmla="*/ 2445369 w 4752801"/>
              <a:gd name="connsiteY21941" fmla="*/ 727448 h 2767298"/>
              <a:gd name="connsiteX21942" fmla="*/ 2447798 w 4752801"/>
              <a:gd name="connsiteY21942" fmla="*/ 731496 h 2767298"/>
              <a:gd name="connsiteX21943" fmla="*/ 2447798 w 4752801"/>
              <a:gd name="connsiteY21943" fmla="*/ 732710 h 2767298"/>
              <a:gd name="connsiteX21944" fmla="*/ 2445369 w 4752801"/>
              <a:gd name="connsiteY21944" fmla="*/ 736759 h 2767298"/>
              <a:gd name="connsiteX21945" fmla="*/ 2444155 w 4752801"/>
              <a:gd name="connsiteY21945" fmla="*/ 737163 h 2767298"/>
              <a:gd name="connsiteX21946" fmla="*/ 2439702 w 4752801"/>
              <a:gd name="connsiteY21946" fmla="*/ 737163 h 2767298"/>
              <a:gd name="connsiteX21947" fmla="*/ 2438487 w 4752801"/>
              <a:gd name="connsiteY21947" fmla="*/ 736759 h 2767298"/>
              <a:gd name="connsiteX21948" fmla="*/ 2436059 w 4752801"/>
              <a:gd name="connsiteY21948" fmla="*/ 732710 h 2767298"/>
              <a:gd name="connsiteX21949" fmla="*/ 2436059 w 4752801"/>
              <a:gd name="connsiteY21949" fmla="*/ 731496 h 2767298"/>
              <a:gd name="connsiteX21950" fmla="*/ 2438487 w 4752801"/>
              <a:gd name="connsiteY21950" fmla="*/ 727448 h 2767298"/>
              <a:gd name="connsiteX21951" fmla="*/ 2439702 w 4752801"/>
              <a:gd name="connsiteY21951" fmla="*/ 727043 h 2767298"/>
              <a:gd name="connsiteX21952" fmla="*/ 2399221 w 4752801"/>
              <a:gd name="connsiteY21952" fmla="*/ 727043 h 2767298"/>
              <a:gd name="connsiteX21953" fmla="*/ 2403674 w 4752801"/>
              <a:gd name="connsiteY21953" fmla="*/ 727043 h 2767298"/>
              <a:gd name="connsiteX21954" fmla="*/ 2404888 w 4752801"/>
              <a:gd name="connsiteY21954" fmla="*/ 727448 h 2767298"/>
              <a:gd name="connsiteX21955" fmla="*/ 2407317 w 4752801"/>
              <a:gd name="connsiteY21955" fmla="*/ 731496 h 2767298"/>
              <a:gd name="connsiteX21956" fmla="*/ 2407317 w 4752801"/>
              <a:gd name="connsiteY21956" fmla="*/ 732710 h 2767298"/>
              <a:gd name="connsiteX21957" fmla="*/ 2404888 w 4752801"/>
              <a:gd name="connsiteY21957" fmla="*/ 736759 h 2767298"/>
              <a:gd name="connsiteX21958" fmla="*/ 2403674 w 4752801"/>
              <a:gd name="connsiteY21958" fmla="*/ 737163 h 2767298"/>
              <a:gd name="connsiteX21959" fmla="*/ 2399221 w 4752801"/>
              <a:gd name="connsiteY21959" fmla="*/ 737163 h 2767298"/>
              <a:gd name="connsiteX21960" fmla="*/ 2398006 w 4752801"/>
              <a:gd name="connsiteY21960" fmla="*/ 736759 h 2767298"/>
              <a:gd name="connsiteX21961" fmla="*/ 2395578 w 4752801"/>
              <a:gd name="connsiteY21961" fmla="*/ 732710 h 2767298"/>
              <a:gd name="connsiteX21962" fmla="*/ 2395578 w 4752801"/>
              <a:gd name="connsiteY21962" fmla="*/ 731496 h 2767298"/>
              <a:gd name="connsiteX21963" fmla="*/ 2398006 w 4752801"/>
              <a:gd name="connsiteY21963" fmla="*/ 727448 h 2767298"/>
              <a:gd name="connsiteX21964" fmla="*/ 2399221 w 4752801"/>
              <a:gd name="connsiteY21964" fmla="*/ 727043 h 2767298"/>
              <a:gd name="connsiteX21965" fmla="*/ 2803629 w 4752801"/>
              <a:gd name="connsiteY21965" fmla="*/ 726639 h 2767298"/>
              <a:gd name="connsiteX21966" fmla="*/ 2809296 w 4752801"/>
              <a:gd name="connsiteY21966" fmla="*/ 726639 h 2767298"/>
              <a:gd name="connsiteX21967" fmla="*/ 2810511 w 4752801"/>
              <a:gd name="connsiteY21967" fmla="*/ 727044 h 2767298"/>
              <a:gd name="connsiteX21968" fmla="*/ 2813344 w 4752801"/>
              <a:gd name="connsiteY21968" fmla="*/ 731902 h 2767298"/>
              <a:gd name="connsiteX21969" fmla="*/ 2813344 w 4752801"/>
              <a:gd name="connsiteY21969" fmla="*/ 733116 h 2767298"/>
              <a:gd name="connsiteX21970" fmla="*/ 2810511 w 4752801"/>
              <a:gd name="connsiteY21970" fmla="*/ 737974 h 2767298"/>
              <a:gd name="connsiteX21971" fmla="*/ 2809296 w 4752801"/>
              <a:gd name="connsiteY21971" fmla="*/ 738783 h 2767298"/>
              <a:gd name="connsiteX21972" fmla="*/ 2803629 w 4752801"/>
              <a:gd name="connsiteY21972" fmla="*/ 738783 h 2767298"/>
              <a:gd name="connsiteX21973" fmla="*/ 2802415 w 4752801"/>
              <a:gd name="connsiteY21973" fmla="*/ 737974 h 2767298"/>
              <a:gd name="connsiteX21974" fmla="*/ 2799581 w 4752801"/>
              <a:gd name="connsiteY21974" fmla="*/ 733116 h 2767298"/>
              <a:gd name="connsiteX21975" fmla="*/ 2799581 w 4752801"/>
              <a:gd name="connsiteY21975" fmla="*/ 731902 h 2767298"/>
              <a:gd name="connsiteX21976" fmla="*/ 2802415 w 4752801"/>
              <a:gd name="connsiteY21976" fmla="*/ 727044 h 2767298"/>
              <a:gd name="connsiteX21977" fmla="*/ 2803629 w 4752801"/>
              <a:gd name="connsiteY21977" fmla="*/ 726639 h 2767298"/>
              <a:gd name="connsiteX21978" fmla="*/ 3936699 w 4752801"/>
              <a:gd name="connsiteY21978" fmla="*/ 725424 h 2767298"/>
              <a:gd name="connsiteX21979" fmla="*/ 3943176 w 4752801"/>
              <a:gd name="connsiteY21979" fmla="*/ 725424 h 2767298"/>
              <a:gd name="connsiteX21980" fmla="*/ 3944391 w 4752801"/>
              <a:gd name="connsiteY21980" fmla="*/ 725829 h 2767298"/>
              <a:gd name="connsiteX21981" fmla="*/ 3947630 w 4752801"/>
              <a:gd name="connsiteY21981" fmla="*/ 731496 h 2767298"/>
              <a:gd name="connsiteX21982" fmla="*/ 3947630 w 4752801"/>
              <a:gd name="connsiteY21982" fmla="*/ 732711 h 2767298"/>
              <a:gd name="connsiteX21983" fmla="*/ 3944391 w 4752801"/>
              <a:gd name="connsiteY21983" fmla="*/ 738378 h 2767298"/>
              <a:gd name="connsiteX21984" fmla="*/ 3943176 w 4752801"/>
              <a:gd name="connsiteY21984" fmla="*/ 738783 h 2767298"/>
              <a:gd name="connsiteX21985" fmla="*/ 3936699 w 4752801"/>
              <a:gd name="connsiteY21985" fmla="*/ 738783 h 2767298"/>
              <a:gd name="connsiteX21986" fmla="*/ 3935485 w 4752801"/>
              <a:gd name="connsiteY21986" fmla="*/ 738378 h 2767298"/>
              <a:gd name="connsiteX21987" fmla="*/ 3932247 w 4752801"/>
              <a:gd name="connsiteY21987" fmla="*/ 732711 h 2767298"/>
              <a:gd name="connsiteX21988" fmla="*/ 3932247 w 4752801"/>
              <a:gd name="connsiteY21988" fmla="*/ 731496 h 2767298"/>
              <a:gd name="connsiteX21989" fmla="*/ 3935485 w 4752801"/>
              <a:gd name="connsiteY21989" fmla="*/ 725829 h 2767298"/>
              <a:gd name="connsiteX21990" fmla="*/ 3936699 w 4752801"/>
              <a:gd name="connsiteY21990" fmla="*/ 725424 h 2767298"/>
              <a:gd name="connsiteX21991" fmla="*/ 3855331 w 4752801"/>
              <a:gd name="connsiteY21991" fmla="*/ 724614 h 2767298"/>
              <a:gd name="connsiteX21992" fmla="*/ 3862618 w 4752801"/>
              <a:gd name="connsiteY21992" fmla="*/ 724614 h 2767298"/>
              <a:gd name="connsiteX21993" fmla="*/ 3863832 w 4752801"/>
              <a:gd name="connsiteY21993" fmla="*/ 725019 h 2767298"/>
              <a:gd name="connsiteX21994" fmla="*/ 3867476 w 4752801"/>
              <a:gd name="connsiteY21994" fmla="*/ 731496 h 2767298"/>
              <a:gd name="connsiteX21995" fmla="*/ 3867476 w 4752801"/>
              <a:gd name="connsiteY21995" fmla="*/ 732710 h 2767298"/>
              <a:gd name="connsiteX21996" fmla="*/ 3863832 w 4752801"/>
              <a:gd name="connsiteY21996" fmla="*/ 739187 h 2767298"/>
              <a:gd name="connsiteX21997" fmla="*/ 3862618 w 4752801"/>
              <a:gd name="connsiteY21997" fmla="*/ 739592 h 2767298"/>
              <a:gd name="connsiteX21998" fmla="*/ 3855331 w 4752801"/>
              <a:gd name="connsiteY21998" fmla="*/ 739592 h 2767298"/>
              <a:gd name="connsiteX21999" fmla="*/ 3854117 w 4752801"/>
              <a:gd name="connsiteY21999" fmla="*/ 739187 h 2767298"/>
              <a:gd name="connsiteX22000" fmla="*/ 3850474 w 4752801"/>
              <a:gd name="connsiteY22000" fmla="*/ 732710 h 2767298"/>
              <a:gd name="connsiteX22001" fmla="*/ 3850474 w 4752801"/>
              <a:gd name="connsiteY22001" fmla="*/ 731496 h 2767298"/>
              <a:gd name="connsiteX22002" fmla="*/ 3854117 w 4752801"/>
              <a:gd name="connsiteY22002" fmla="*/ 725019 h 2767298"/>
              <a:gd name="connsiteX22003" fmla="*/ 3855331 w 4752801"/>
              <a:gd name="connsiteY22003" fmla="*/ 724614 h 2767298"/>
              <a:gd name="connsiteX22004" fmla="*/ 3814445 w 4752801"/>
              <a:gd name="connsiteY22004" fmla="*/ 724614 h 2767298"/>
              <a:gd name="connsiteX22005" fmla="*/ 3822542 w 4752801"/>
              <a:gd name="connsiteY22005" fmla="*/ 724614 h 2767298"/>
              <a:gd name="connsiteX22006" fmla="*/ 3823756 w 4752801"/>
              <a:gd name="connsiteY22006" fmla="*/ 725019 h 2767298"/>
              <a:gd name="connsiteX22007" fmla="*/ 3827804 w 4752801"/>
              <a:gd name="connsiteY22007" fmla="*/ 731901 h 2767298"/>
              <a:gd name="connsiteX22008" fmla="*/ 3827804 w 4752801"/>
              <a:gd name="connsiteY22008" fmla="*/ 733115 h 2767298"/>
              <a:gd name="connsiteX22009" fmla="*/ 3823756 w 4752801"/>
              <a:gd name="connsiteY22009" fmla="*/ 739997 h 2767298"/>
              <a:gd name="connsiteX22010" fmla="*/ 3822542 w 4752801"/>
              <a:gd name="connsiteY22010" fmla="*/ 740402 h 2767298"/>
              <a:gd name="connsiteX22011" fmla="*/ 3814445 w 4752801"/>
              <a:gd name="connsiteY22011" fmla="*/ 740402 h 2767298"/>
              <a:gd name="connsiteX22012" fmla="*/ 3813231 w 4752801"/>
              <a:gd name="connsiteY22012" fmla="*/ 739997 h 2767298"/>
              <a:gd name="connsiteX22013" fmla="*/ 3809183 w 4752801"/>
              <a:gd name="connsiteY22013" fmla="*/ 733115 h 2767298"/>
              <a:gd name="connsiteX22014" fmla="*/ 3809183 w 4752801"/>
              <a:gd name="connsiteY22014" fmla="*/ 731901 h 2767298"/>
              <a:gd name="connsiteX22015" fmla="*/ 3813231 w 4752801"/>
              <a:gd name="connsiteY22015" fmla="*/ 725019 h 2767298"/>
              <a:gd name="connsiteX22016" fmla="*/ 3814445 w 4752801"/>
              <a:gd name="connsiteY22016" fmla="*/ 724614 h 2767298"/>
              <a:gd name="connsiteX22017" fmla="*/ 3895003 w 4752801"/>
              <a:gd name="connsiteY22017" fmla="*/ 724210 h 2767298"/>
              <a:gd name="connsiteX22018" fmla="*/ 3903100 w 4752801"/>
              <a:gd name="connsiteY22018" fmla="*/ 724210 h 2767298"/>
              <a:gd name="connsiteX22019" fmla="*/ 3904314 w 4752801"/>
              <a:gd name="connsiteY22019" fmla="*/ 725020 h 2767298"/>
              <a:gd name="connsiteX22020" fmla="*/ 3908362 w 4752801"/>
              <a:gd name="connsiteY22020" fmla="*/ 731901 h 2767298"/>
              <a:gd name="connsiteX22021" fmla="*/ 3908362 w 4752801"/>
              <a:gd name="connsiteY22021" fmla="*/ 733116 h 2767298"/>
              <a:gd name="connsiteX22022" fmla="*/ 3904314 w 4752801"/>
              <a:gd name="connsiteY22022" fmla="*/ 739998 h 2767298"/>
              <a:gd name="connsiteX22023" fmla="*/ 3903100 w 4752801"/>
              <a:gd name="connsiteY22023" fmla="*/ 740807 h 2767298"/>
              <a:gd name="connsiteX22024" fmla="*/ 3895003 w 4752801"/>
              <a:gd name="connsiteY22024" fmla="*/ 740807 h 2767298"/>
              <a:gd name="connsiteX22025" fmla="*/ 3893789 w 4752801"/>
              <a:gd name="connsiteY22025" fmla="*/ 739998 h 2767298"/>
              <a:gd name="connsiteX22026" fmla="*/ 3889741 w 4752801"/>
              <a:gd name="connsiteY22026" fmla="*/ 733116 h 2767298"/>
              <a:gd name="connsiteX22027" fmla="*/ 3889741 w 4752801"/>
              <a:gd name="connsiteY22027" fmla="*/ 731901 h 2767298"/>
              <a:gd name="connsiteX22028" fmla="*/ 3893789 w 4752801"/>
              <a:gd name="connsiteY22028" fmla="*/ 725020 h 2767298"/>
              <a:gd name="connsiteX22029" fmla="*/ 3895003 w 4752801"/>
              <a:gd name="connsiteY22029" fmla="*/ 724210 h 2767298"/>
              <a:gd name="connsiteX22030" fmla="*/ 3449710 w 4752801"/>
              <a:gd name="connsiteY22030" fmla="*/ 724210 h 2767298"/>
              <a:gd name="connsiteX22031" fmla="*/ 3458211 w 4752801"/>
              <a:gd name="connsiteY22031" fmla="*/ 724210 h 2767298"/>
              <a:gd name="connsiteX22032" fmla="*/ 3459425 w 4752801"/>
              <a:gd name="connsiteY22032" fmla="*/ 724615 h 2767298"/>
              <a:gd name="connsiteX22033" fmla="*/ 3463878 w 4752801"/>
              <a:gd name="connsiteY22033" fmla="*/ 731901 h 2767298"/>
              <a:gd name="connsiteX22034" fmla="*/ 3463878 w 4752801"/>
              <a:gd name="connsiteY22034" fmla="*/ 733116 h 2767298"/>
              <a:gd name="connsiteX22035" fmla="*/ 3459425 w 4752801"/>
              <a:gd name="connsiteY22035" fmla="*/ 740403 h 2767298"/>
              <a:gd name="connsiteX22036" fmla="*/ 3458211 w 4752801"/>
              <a:gd name="connsiteY22036" fmla="*/ 740807 h 2767298"/>
              <a:gd name="connsiteX22037" fmla="*/ 3449710 w 4752801"/>
              <a:gd name="connsiteY22037" fmla="*/ 740807 h 2767298"/>
              <a:gd name="connsiteX22038" fmla="*/ 3448495 w 4752801"/>
              <a:gd name="connsiteY22038" fmla="*/ 740403 h 2767298"/>
              <a:gd name="connsiteX22039" fmla="*/ 3444043 w 4752801"/>
              <a:gd name="connsiteY22039" fmla="*/ 733116 h 2767298"/>
              <a:gd name="connsiteX22040" fmla="*/ 3444043 w 4752801"/>
              <a:gd name="connsiteY22040" fmla="*/ 731901 h 2767298"/>
              <a:gd name="connsiteX22041" fmla="*/ 3448495 w 4752801"/>
              <a:gd name="connsiteY22041" fmla="*/ 724615 h 2767298"/>
              <a:gd name="connsiteX22042" fmla="*/ 3449710 w 4752801"/>
              <a:gd name="connsiteY22042" fmla="*/ 724210 h 2767298"/>
              <a:gd name="connsiteX22043" fmla="*/ 3409633 w 4752801"/>
              <a:gd name="connsiteY22043" fmla="*/ 723805 h 2767298"/>
              <a:gd name="connsiteX22044" fmla="*/ 3417730 w 4752801"/>
              <a:gd name="connsiteY22044" fmla="*/ 723805 h 2767298"/>
              <a:gd name="connsiteX22045" fmla="*/ 3418944 w 4752801"/>
              <a:gd name="connsiteY22045" fmla="*/ 724210 h 2767298"/>
              <a:gd name="connsiteX22046" fmla="*/ 3422992 w 4752801"/>
              <a:gd name="connsiteY22046" fmla="*/ 731496 h 2767298"/>
              <a:gd name="connsiteX22047" fmla="*/ 3422992 w 4752801"/>
              <a:gd name="connsiteY22047" fmla="*/ 732711 h 2767298"/>
              <a:gd name="connsiteX22048" fmla="*/ 3418944 w 4752801"/>
              <a:gd name="connsiteY22048" fmla="*/ 739998 h 2767298"/>
              <a:gd name="connsiteX22049" fmla="*/ 3417730 w 4752801"/>
              <a:gd name="connsiteY22049" fmla="*/ 740402 h 2767298"/>
              <a:gd name="connsiteX22050" fmla="*/ 3409633 w 4752801"/>
              <a:gd name="connsiteY22050" fmla="*/ 740402 h 2767298"/>
              <a:gd name="connsiteX22051" fmla="*/ 3408419 w 4752801"/>
              <a:gd name="connsiteY22051" fmla="*/ 739998 h 2767298"/>
              <a:gd name="connsiteX22052" fmla="*/ 3404371 w 4752801"/>
              <a:gd name="connsiteY22052" fmla="*/ 732711 h 2767298"/>
              <a:gd name="connsiteX22053" fmla="*/ 3404371 w 4752801"/>
              <a:gd name="connsiteY22053" fmla="*/ 731496 h 2767298"/>
              <a:gd name="connsiteX22054" fmla="*/ 3408419 w 4752801"/>
              <a:gd name="connsiteY22054" fmla="*/ 724210 h 2767298"/>
              <a:gd name="connsiteX22055" fmla="*/ 3409633 w 4752801"/>
              <a:gd name="connsiteY22055" fmla="*/ 723805 h 2767298"/>
              <a:gd name="connsiteX22056" fmla="*/ 3368747 w 4752801"/>
              <a:gd name="connsiteY22056" fmla="*/ 723400 h 2767298"/>
              <a:gd name="connsiteX22057" fmla="*/ 3377653 w 4752801"/>
              <a:gd name="connsiteY22057" fmla="*/ 723400 h 2767298"/>
              <a:gd name="connsiteX22058" fmla="*/ 3378867 w 4752801"/>
              <a:gd name="connsiteY22058" fmla="*/ 723805 h 2767298"/>
              <a:gd name="connsiteX22059" fmla="*/ 3383320 w 4752801"/>
              <a:gd name="connsiteY22059" fmla="*/ 731496 h 2767298"/>
              <a:gd name="connsiteX22060" fmla="*/ 3383320 w 4752801"/>
              <a:gd name="connsiteY22060" fmla="*/ 732711 h 2767298"/>
              <a:gd name="connsiteX22061" fmla="*/ 3378867 w 4752801"/>
              <a:gd name="connsiteY22061" fmla="*/ 740402 h 2767298"/>
              <a:gd name="connsiteX22062" fmla="*/ 3377653 w 4752801"/>
              <a:gd name="connsiteY22062" fmla="*/ 740807 h 2767298"/>
              <a:gd name="connsiteX22063" fmla="*/ 3368747 w 4752801"/>
              <a:gd name="connsiteY22063" fmla="*/ 740807 h 2767298"/>
              <a:gd name="connsiteX22064" fmla="*/ 3367532 w 4752801"/>
              <a:gd name="connsiteY22064" fmla="*/ 740402 h 2767298"/>
              <a:gd name="connsiteX22065" fmla="*/ 3363080 w 4752801"/>
              <a:gd name="connsiteY22065" fmla="*/ 732711 h 2767298"/>
              <a:gd name="connsiteX22066" fmla="*/ 3363080 w 4752801"/>
              <a:gd name="connsiteY22066" fmla="*/ 731496 h 2767298"/>
              <a:gd name="connsiteX22067" fmla="*/ 3367532 w 4752801"/>
              <a:gd name="connsiteY22067" fmla="*/ 723805 h 2767298"/>
              <a:gd name="connsiteX22068" fmla="*/ 3368747 w 4752801"/>
              <a:gd name="connsiteY22068" fmla="*/ 723400 h 2767298"/>
              <a:gd name="connsiteX22069" fmla="*/ 2842086 w 4752801"/>
              <a:gd name="connsiteY22069" fmla="*/ 723400 h 2767298"/>
              <a:gd name="connsiteX22070" fmla="*/ 2850992 w 4752801"/>
              <a:gd name="connsiteY22070" fmla="*/ 723400 h 2767298"/>
              <a:gd name="connsiteX22071" fmla="*/ 2852206 w 4752801"/>
              <a:gd name="connsiteY22071" fmla="*/ 723805 h 2767298"/>
              <a:gd name="connsiteX22072" fmla="*/ 2856660 w 4752801"/>
              <a:gd name="connsiteY22072" fmla="*/ 731496 h 2767298"/>
              <a:gd name="connsiteX22073" fmla="*/ 2856660 w 4752801"/>
              <a:gd name="connsiteY22073" fmla="*/ 732711 h 2767298"/>
              <a:gd name="connsiteX22074" fmla="*/ 2852206 w 4752801"/>
              <a:gd name="connsiteY22074" fmla="*/ 740402 h 2767298"/>
              <a:gd name="connsiteX22075" fmla="*/ 2850992 w 4752801"/>
              <a:gd name="connsiteY22075" fmla="*/ 740807 h 2767298"/>
              <a:gd name="connsiteX22076" fmla="*/ 2842086 w 4752801"/>
              <a:gd name="connsiteY22076" fmla="*/ 740807 h 2767298"/>
              <a:gd name="connsiteX22077" fmla="*/ 2840872 w 4752801"/>
              <a:gd name="connsiteY22077" fmla="*/ 740402 h 2767298"/>
              <a:gd name="connsiteX22078" fmla="*/ 2836419 w 4752801"/>
              <a:gd name="connsiteY22078" fmla="*/ 732711 h 2767298"/>
              <a:gd name="connsiteX22079" fmla="*/ 2836419 w 4752801"/>
              <a:gd name="connsiteY22079" fmla="*/ 731496 h 2767298"/>
              <a:gd name="connsiteX22080" fmla="*/ 2840872 w 4752801"/>
              <a:gd name="connsiteY22080" fmla="*/ 723805 h 2767298"/>
              <a:gd name="connsiteX22081" fmla="*/ 2842086 w 4752801"/>
              <a:gd name="connsiteY22081" fmla="*/ 723400 h 2767298"/>
              <a:gd name="connsiteX22082" fmla="*/ 3773155 w 4752801"/>
              <a:gd name="connsiteY22082" fmla="*/ 722995 h 2767298"/>
              <a:gd name="connsiteX22083" fmla="*/ 3782466 w 4752801"/>
              <a:gd name="connsiteY22083" fmla="*/ 722995 h 2767298"/>
              <a:gd name="connsiteX22084" fmla="*/ 3783680 w 4752801"/>
              <a:gd name="connsiteY22084" fmla="*/ 723400 h 2767298"/>
              <a:gd name="connsiteX22085" fmla="*/ 3788538 w 4752801"/>
              <a:gd name="connsiteY22085" fmla="*/ 731496 h 2767298"/>
              <a:gd name="connsiteX22086" fmla="*/ 3788538 w 4752801"/>
              <a:gd name="connsiteY22086" fmla="*/ 732711 h 2767298"/>
              <a:gd name="connsiteX22087" fmla="*/ 3783680 w 4752801"/>
              <a:gd name="connsiteY22087" fmla="*/ 740807 h 2767298"/>
              <a:gd name="connsiteX22088" fmla="*/ 3782466 w 4752801"/>
              <a:gd name="connsiteY22088" fmla="*/ 741212 h 2767298"/>
              <a:gd name="connsiteX22089" fmla="*/ 3773155 w 4752801"/>
              <a:gd name="connsiteY22089" fmla="*/ 741212 h 2767298"/>
              <a:gd name="connsiteX22090" fmla="*/ 3771941 w 4752801"/>
              <a:gd name="connsiteY22090" fmla="*/ 740807 h 2767298"/>
              <a:gd name="connsiteX22091" fmla="*/ 3767083 w 4752801"/>
              <a:gd name="connsiteY22091" fmla="*/ 732711 h 2767298"/>
              <a:gd name="connsiteX22092" fmla="*/ 3767083 w 4752801"/>
              <a:gd name="connsiteY22092" fmla="*/ 731496 h 2767298"/>
              <a:gd name="connsiteX22093" fmla="*/ 3771941 w 4752801"/>
              <a:gd name="connsiteY22093" fmla="*/ 723400 h 2767298"/>
              <a:gd name="connsiteX22094" fmla="*/ 3773155 w 4752801"/>
              <a:gd name="connsiteY22094" fmla="*/ 722995 h 2767298"/>
              <a:gd name="connsiteX22095" fmla="*/ 3692192 w 4752801"/>
              <a:gd name="connsiteY22095" fmla="*/ 722995 h 2767298"/>
              <a:gd name="connsiteX22096" fmla="*/ 3701907 w 4752801"/>
              <a:gd name="connsiteY22096" fmla="*/ 722995 h 2767298"/>
              <a:gd name="connsiteX22097" fmla="*/ 3703122 w 4752801"/>
              <a:gd name="connsiteY22097" fmla="*/ 723400 h 2767298"/>
              <a:gd name="connsiteX22098" fmla="*/ 3707980 w 4752801"/>
              <a:gd name="connsiteY22098" fmla="*/ 731901 h 2767298"/>
              <a:gd name="connsiteX22099" fmla="*/ 3707980 w 4752801"/>
              <a:gd name="connsiteY22099" fmla="*/ 733115 h 2767298"/>
              <a:gd name="connsiteX22100" fmla="*/ 3703122 w 4752801"/>
              <a:gd name="connsiteY22100" fmla="*/ 741616 h 2767298"/>
              <a:gd name="connsiteX22101" fmla="*/ 3701907 w 4752801"/>
              <a:gd name="connsiteY22101" fmla="*/ 742831 h 2767298"/>
              <a:gd name="connsiteX22102" fmla="*/ 3692192 w 4752801"/>
              <a:gd name="connsiteY22102" fmla="*/ 742831 h 2767298"/>
              <a:gd name="connsiteX22103" fmla="*/ 3690978 w 4752801"/>
              <a:gd name="connsiteY22103" fmla="*/ 742021 h 2767298"/>
              <a:gd name="connsiteX22104" fmla="*/ 3686120 w 4752801"/>
              <a:gd name="connsiteY22104" fmla="*/ 733520 h 2767298"/>
              <a:gd name="connsiteX22105" fmla="*/ 3686120 w 4752801"/>
              <a:gd name="connsiteY22105" fmla="*/ 732306 h 2767298"/>
              <a:gd name="connsiteX22106" fmla="*/ 3690978 w 4752801"/>
              <a:gd name="connsiteY22106" fmla="*/ 723805 h 2767298"/>
              <a:gd name="connsiteX22107" fmla="*/ 3692192 w 4752801"/>
              <a:gd name="connsiteY22107" fmla="*/ 722995 h 2767298"/>
              <a:gd name="connsiteX22108" fmla="*/ 3489786 w 4752801"/>
              <a:gd name="connsiteY22108" fmla="*/ 722590 h 2767298"/>
              <a:gd name="connsiteX22109" fmla="*/ 3499501 w 4752801"/>
              <a:gd name="connsiteY22109" fmla="*/ 722590 h 2767298"/>
              <a:gd name="connsiteX22110" fmla="*/ 3500716 w 4752801"/>
              <a:gd name="connsiteY22110" fmla="*/ 722995 h 2767298"/>
              <a:gd name="connsiteX22111" fmla="*/ 3505574 w 4752801"/>
              <a:gd name="connsiteY22111" fmla="*/ 731496 h 2767298"/>
              <a:gd name="connsiteX22112" fmla="*/ 3505574 w 4752801"/>
              <a:gd name="connsiteY22112" fmla="*/ 732710 h 2767298"/>
              <a:gd name="connsiteX22113" fmla="*/ 3500716 w 4752801"/>
              <a:gd name="connsiteY22113" fmla="*/ 741211 h 2767298"/>
              <a:gd name="connsiteX22114" fmla="*/ 3499501 w 4752801"/>
              <a:gd name="connsiteY22114" fmla="*/ 741616 h 2767298"/>
              <a:gd name="connsiteX22115" fmla="*/ 3489786 w 4752801"/>
              <a:gd name="connsiteY22115" fmla="*/ 741616 h 2767298"/>
              <a:gd name="connsiteX22116" fmla="*/ 3488572 w 4752801"/>
              <a:gd name="connsiteY22116" fmla="*/ 741211 h 2767298"/>
              <a:gd name="connsiteX22117" fmla="*/ 3483714 w 4752801"/>
              <a:gd name="connsiteY22117" fmla="*/ 732710 h 2767298"/>
              <a:gd name="connsiteX22118" fmla="*/ 3483714 w 4752801"/>
              <a:gd name="connsiteY22118" fmla="*/ 731496 h 2767298"/>
              <a:gd name="connsiteX22119" fmla="*/ 3488572 w 4752801"/>
              <a:gd name="connsiteY22119" fmla="*/ 722995 h 2767298"/>
              <a:gd name="connsiteX22120" fmla="*/ 3489786 w 4752801"/>
              <a:gd name="connsiteY22120" fmla="*/ 722590 h 2767298"/>
              <a:gd name="connsiteX22121" fmla="*/ 3732674 w 4752801"/>
              <a:gd name="connsiteY22121" fmla="*/ 722186 h 2767298"/>
              <a:gd name="connsiteX22122" fmla="*/ 3742389 w 4752801"/>
              <a:gd name="connsiteY22122" fmla="*/ 722186 h 2767298"/>
              <a:gd name="connsiteX22123" fmla="*/ 3743604 w 4752801"/>
              <a:gd name="connsiteY22123" fmla="*/ 722996 h 2767298"/>
              <a:gd name="connsiteX22124" fmla="*/ 3748462 w 4752801"/>
              <a:gd name="connsiteY22124" fmla="*/ 731497 h 2767298"/>
              <a:gd name="connsiteX22125" fmla="*/ 3748462 w 4752801"/>
              <a:gd name="connsiteY22125" fmla="*/ 732711 h 2767298"/>
              <a:gd name="connsiteX22126" fmla="*/ 3743604 w 4752801"/>
              <a:gd name="connsiteY22126" fmla="*/ 741212 h 2767298"/>
              <a:gd name="connsiteX22127" fmla="*/ 3742389 w 4752801"/>
              <a:gd name="connsiteY22127" fmla="*/ 741617 h 2767298"/>
              <a:gd name="connsiteX22128" fmla="*/ 3732674 w 4752801"/>
              <a:gd name="connsiteY22128" fmla="*/ 741617 h 2767298"/>
              <a:gd name="connsiteX22129" fmla="*/ 3731460 w 4752801"/>
              <a:gd name="connsiteY22129" fmla="*/ 741212 h 2767298"/>
              <a:gd name="connsiteX22130" fmla="*/ 3726602 w 4752801"/>
              <a:gd name="connsiteY22130" fmla="*/ 732711 h 2767298"/>
              <a:gd name="connsiteX22131" fmla="*/ 3726602 w 4752801"/>
              <a:gd name="connsiteY22131" fmla="*/ 731497 h 2767298"/>
              <a:gd name="connsiteX22132" fmla="*/ 3731460 w 4752801"/>
              <a:gd name="connsiteY22132" fmla="*/ 722996 h 2767298"/>
              <a:gd name="connsiteX22133" fmla="*/ 3732674 w 4752801"/>
              <a:gd name="connsiteY22133" fmla="*/ 722186 h 2767298"/>
              <a:gd name="connsiteX22134" fmla="*/ 3327051 w 4752801"/>
              <a:gd name="connsiteY22134" fmla="*/ 722186 h 2767298"/>
              <a:gd name="connsiteX22135" fmla="*/ 3337981 w 4752801"/>
              <a:gd name="connsiteY22135" fmla="*/ 722186 h 2767298"/>
              <a:gd name="connsiteX22136" fmla="*/ 3339196 w 4752801"/>
              <a:gd name="connsiteY22136" fmla="*/ 722591 h 2767298"/>
              <a:gd name="connsiteX22137" fmla="*/ 3344459 w 4752801"/>
              <a:gd name="connsiteY22137" fmla="*/ 731901 h 2767298"/>
              <a:gd name="connsiteX22138" fmla="*/ 3344459 w 4752801"/>
              <a:gd name="connsiteY22138" fmla="*/ 733116 h 2767298"/>
              <a:gd name="connsiteX22139" fmla="*/ 3339196 w 4752801"/>
              <a:gd name="connsiteY22139" fmla="*/ 742427 h 2767298"/>
              <a:gd name="connsiteX22140" fmla="*/ 3337981 w 4752801"/>
              <a:gd name="connsiteY22140" fmla="*/ 742831 h 2767298"/>
              <a:gd name="connsiteX22141" fmla="*/ 3327051 w 4752801"/>
              <a:gd name="connsiteY22141" fmla="*/ 742831 h 2767298"/>
              <a:gd name="connsiteX22142" fmla="*/ 3325837 w 4752801"/>
              <a:gd name="connsiteY22142" fmla="*/ 742427 h 2767298"/>
              <a:gd name="connsiteX22143" fmla="*/ 3320575 w 4752801"/>
              <a:gd name="connsiteY22143" fmla="*/ 733116 h 2767298"/>
              <a:gd name="connsiteX22144" fmla="*/ 3320575 w 4752801"/>
              <a:gd name="connsiteY22144" fmla="*/ 731901 h 2767298"/>
              <a:gd name="connsiteX22145" fmla="*/ 3325837 w 4752801"/>
              <a:gd name="connsiteY22145" fmla="*/ 722591 h 2767298"/>
              <a:gd name="connsiteX22146" fmla="*/ 3327051 w 4752801"/>
              <a:gd name="connsiteY22146" fmla="*/ 722186 h 2767298"/>
              <a:gd name="connsiteX22147" fmla="*/ 3083760 w 4752801"/>
              <a:gd name="connsiteY22147" fmla="*/ 721781 h 2767298"/>
              <a:gd name="connsiteX22148" fmla="*/ 3095094 w 4752801"/>
              <a:gd name="connsiteY22148" fmla="*/ 721781 h 2767298"/>
              <a:gd name="connsiteX22149" fmla="*/ 3096309 w 4752801"/>
              <a:gd name="connsiteY22149" fmla="*/ 722186 h 2767298"/>
              <a:gd name="connsiteX22150" fmla="*/ 3101976 w 4752801"/>
              <a:gd name="connsiteY22150" fmla="*/ 731901 h 2767298"/>
              <a:gd name="connsiteX22151" fmla="*/ 3101976 w 4752801"/>
              <a:gd name="connsiteY22151" fmla="*/ 733116 h 2767298"/>
              <a:gd name="connsiteX22152" fmla="*/ 3096309 w 4752801"/>
              <a:gd name="connsiteY22152" fmla="*/ 742831 h 2767298"/>
              <a:gd name="connsiteX22153" fmla="*/ 3095094 w 4752801"/>
              <a:gd name="connsiteY22153" fmla="*/ 743236 h 2767298"/>
              <a:gd name="connsiteX22154" fmla="*/ 3083760 w 4752801"/>
              <a:gd name="connsiteY22154" fmla="*/ 743236 h 2767298"/>
              <a:gd name="connsiteX22155" fmla="*/ 3082545 w 4752801"/>
              <a:gd name="connsiteY22155" fmla="*/ 742831 h 2767298"/>
              <a:gd name="connsiteX22156" fmla="*/ 3076878 w 4752801"/>
              <a:gd name="connsiteY22156" fmla="*/ 733116 h 2767298"/>
              <a:gd name="connsiteX22157" fmla="*/ 3076878 w 4752801"/>
              <a:gd name="connsiteY22157" fmla="*/ 731901 h 2767298"/>
              <a:gd name="connsiteX22158" fmla="*/ 3082545 w 4752801"/>
              <a:gd name="connsiteY22158" fmla="*/ 722186 h 2767298"/>
              <a:gd name="connsiteX22159" fmla="*/ 3083760 w 4752801"/>
              <a:gd name="connsiteY22159" fmla="*/ 721781 h 2767298"/>
              <a:gd name="connsiteX22160" fmla="*/ 3286571 w 4752801"/>
              <a:gd name="connsiteY22160" fmla="*/ 721376 h 2767298"/>
              <a:gd name="connsiteX22161" fmla="*/ 3297905 w 4752801"/>
              <a:gd name="connsiteY22161" fmla="*/ 721376 h 2767298"/>
              <a:gd name="connsiteX22162" fmla="*/ 3299120 w 4752801"/>
              <a:gd name="connsiteY22162" fmla="*/ 722186 h 2767298"/>
              <a:gd name="connsiteX22163" fmla="*/ 3304787 w 4752801"/>
              <a:gd name="connsiteY22163" fmla="*/ 731901 h 2767298"/>
              <a:gd name="connsiteX22164" fmla="*/ 3304787 w 4752801"/>
              <a:gd name="connsiteY22164" fmla="*/ 733116 h 2767298"/>
              <a:gd name="connsiteX22165" fmla="*/ 3299120 w 4752801"/>
              <a:gd name="connsiteY22165" fmla="*/ 742831 h 2767298"/>
              <a:gd name="connsiteX22166" fmla="*/ 3297905 w 4752801"/>
              <a:gd name="connsiteY22166" fmla="*/ 743236 h 2767298"/>
              <a:gd name="connsiteX22167" fmla="*/ 3286571 w 4752801"/>
              <a:gd name="connsiteY22167" fmla="*/ 743236 h 2767298"/>
              <a:gd name="connsiteX22168" fmla="*/ 3285356 w 4752801"/>
              <a:gd name="connsiteY22168" fmla="*/ 742831 h 2767298"/>
              <a:gd name="connsiteX22169" fmla="*/ 3279689 w 4752801"/>
              <a:gd name="connsiteY22169" fmla="*/ 733116 h 2767298"/>
              <a:gd name="connsiteX22170" fmla="*/ 3279689 w 4752801"/>
              <a:gd name="connsiteY22170" fmla="*/ 731901 h 2767298"/>
              <a:gd name="connsiteX22171" fmla="*/ 3285356 w 4752801"/>
              <a:gd name="connsiteY22171" fmla="*/ 722186 h 2767298"/>
              <a:gd name="connsiteX22172" fmla="*/ 3286571 w 4752801"/>
              <a:gd name="connsiteY22172" fmla="*/ 721376 h 2767298"/>
              <a:gd name="connsiteX22173" fmla="*/ 3124240 w 4752801"/>
              <a:gd name="connsiteY22173" fmla="*/ 721376 h 2767298"/>
              <a:gd name="connsiteX22174" fmla="*/ 3135980 w 4752801"/>
              <a:gd name="connsiteY22174" fmla="*/ 721376 h 2767298"/>
              <a:gd name="connsiteX22175" fmla="*/ 3137194 w 4752801"/>
              <a:gd name="connsiteY22175" fmla="*/ 721781 h 2767298"/>
              <a:gd name="connsiteX22176" fmla="*/ 3143266 w 4752801"/>
              <a:gd name="connsiteY22176" fmla="*/ 731901 h 2767298"/>
              <a:gd name="connsiteX22177" fmla="*/ 3143266 w 4752801"/>
              <a:gd name="connsiteY22177" fmla="*/ 733116 h 2767298"/>
              <a:gd name="connsiteX22178" fmla="*/ 3137194 w 4752801"/>
              <a:gd name="connsiteY22178" fmla="*/ 743236 h 2767298"/>
              <a:gd name="connsiteX22179" fmla="*/ 3135980 w 4752801"/>
              <a:gd name="connsiteY22179" fmla="*/ 743641 h 2767298"/>
              <a:gd name="connsiteX22180" fmla="*/ 3124240 w 4752801"/>
              <a:gd name="connsiteY22180" fmla="*/ 743641 h 2767298"/>
              <a:gd name="connsiteX22181" fmla="*/ 3123026 w 4752801"/>
              <a:gd name="connsiteY22181" fmla="*/ 743236 h 2767298"/>
              <a:gd name="connsiteX22182" fmla="*/ 3116954 w 4752801"/>
              <a:gd name="connsiteY22182" fmla="*/ 733116 h 2767298"/>
              <a:gd name="connsiteX22183" fmla="*/ 3116954 w 4752801"/>
              <a:gd name="connsiteY22183" fmla="*/ 731901 h 2767298"/>
              <a:gd name="connsiteX22184" fmla="*/ 3123026 w 4752801"/>
              <a:gd name="connsiteY22184" fmla="*/ 721781 h 2767298"/>
              <a:gd name="connsiteX22185" fmla="*/ 3124240 w 4752801"/>
              <a:gd name="connsiteY22185" fmla="*/ 721376 h 2767298"/>
              <a:gd name="connsiteX22186" fmla="*/ 2881758 w 4752801"/>
              <a:gd name="connsiteY22186" fmla="*/ 721376 h 2767298"/>
              <a:gd name="connsiteX22187" fmla="*/ 2893092 w 4752801"/>
              <a:gd name="connsiteY22187" fmla="*/ 721376 h 2767298"/>
              <a:gd name="connsiteX22188" fmla="*/ 2894307 w 4752801"/>
              <a:gd name="connsiteY22188" fmla="*/ 722186 h 2767298"/>
              <a:gd name="connsiteX22189" fmla="*/ 2899974 w 4752801"/>
              <a:gd name="connsiteY22189" fmla="*/ 731901 h 2767298"/>
              <a:gd name="connsiteX22190" fmla="*/ 2899974 w 4752801"/>
              <a:gd name="connsiteY22190" fmla="*/ 733116 h 2767298"/>
              <a:gd name="connsiteX22191" fmla="*/ 2894307 w 4752801"/>
              <a:gd name="connsiteY22191" fmla="*/ 742831 h 2767298"/>
              <a:gd name="connsiteX22192" fmla="*/ 2893092 w 4752801"/>
              <a:gd name="connsiteY22192" fmla="*/ 743236 h 2767298"/>
              <a:gd name="connsiteX22193" fmla="*/ 2881758 w 4752801"/>
              <a:gd name="connsiteY22193" fmla="*/ 743236 h 2767298"/>
              <a:gd name="connsiteX22194" fmla="*/ 2880543 w 4752801"/>
              <a:gd name="connsiteY22194" fmla="*/ 742831 h 2767298"/>
              <a:gd name="connsiteX22195" fmla="*/ 2874876 w 4752801"/>
              <a:gd name="connsiteY22195" fmla="*/ 733116 h 2767298"/>
              <a:gd name="connsiteX22196" fmla="*/ 2874876 w 4752801"/>
              <a:gd name="connsiteY22196" fmla="*/ 731901 h 2767298"/>
              <a:gd name="connsiteX22197" fmla="*/ 2880543 w 4752801"/>
              <a:gd name="connsiteY22197" fmla="*/ 722186 h 2767298"/>
              <a:gd name="connsiteX22198" fmla="*/ 2881758 w 4752801"/>
              <a:gd name="connsiteY22198" fmla="*/ 721376 h 2767298"/>
              <a:gd name="connsiteX22199" fmla="*/ 3529053 w 4752801"/>
              <a:gd name="connsiteY22199" fmla="*/ 720971 h 2767298"/>
              <a:gd name="connsiteX22200" fmla="*/ 3541198 w 4752801"/>
              <a:gd name="connsiteY22200" fmla="*/ 720971 h 2767298"/>
              <a:gd name="connsiteX22201" fmla="*/ 3542412 w 4752801"/>
              <a:gd name="connsiteY22201" fmla="*/ 721376 h 2767298"/>
              <a:gd name="connsiteX22202" fmla="*/ 3548484 w 4752801"/>
              <a:gd name="connsiteY22202" fmla="*/ 731901 h 2767298"/>
              <a:gd name="connsiteX22203" fmla="*/ 3548484 w 4752801"/>
              <a:gd name="connsiteY22203" fmla="*/ 733115 h 2767298"/>
              <a:gd name="connsiteX22204" fmla="*/ 3542412 w 4752801"/>
              <a:gd name="connsiteY22204" fmla="*/ 743641 h 2767298"/>
              <a:gd name="connsiteX22205" fmla="*/ 3541198 w 4752801"/>
              <a:gd name="connsiteY22205" fmla="*/ 744450 h 2767298"/>
              <a:gd name="connsiteX22206" fmla="*/ 3529053 w 4752801"/>
              <a:gd name="connsiteY22206" fmla="*/ 744450 h 2767298"/>
              <a:gd name="connsiteX22207" fmla="*/ 3527839 w 4752801"/>
              <a:gd name="connsiteY22207" fmla="*/ 743641 h 2767298"/>
              <a:gd name="connsiteX22208" fmla="*/ 3521767 w 4752801"/>
              <a:gd name="connsiteY22208" fmla="*/ 733115 h 2767298"/>
              <a:gd name="connsiteX22209" fmla="*/ 3521767 w 4752801"/>
              <a:gd name="connsiteY22209" fmla="*/ 731901 h 2767298"/>
              <a:gd name="connsiteX22210" fmla="*/ 3527839 w 4752801"/>
              <a:gd name="connsiteY22210" fmla="*/ 721376 h 2767298"/>
              <a:gd name="connsiteX22211" fmla="*/ 3529053 w 4752801"/>
              <a:gd name="connsiteY22211" fmla="*/ 720971 h 2767298"/>
              <a:gd name="connsiteX22212" fmla="*/ 3245279 w 4752801"/>
              <a:gd name="connsiteY22212" fmla="*/ 720566 h 2767298"/>
              <a:gd name="connsiteX22213" fmla="*/ 3257828 w 4752801"/>
              <a:gd name="connsiteY22213" fmla="*/ 720566 h 2767298"/>
              <a:gd name="connsiteX22214" fmla="*/ 3259043 w 4752801"/>
              <a:gd name="connsiteY22214" fmla="*/ 721376 h 2767298"/>
              <a:gd name="connsiteX22215" fmla="*/ 3265115 w 4752801"/>
              <a:gd name="connsiteY22215" fmla="*/ 731901 h 2767298"/>
              <a:gd name="connsiteX22216" fmla="*/ 3265115 w 4752801"/>
              <a:gd name="connsiteY22216" fmla="*/ 733115 h 2767298"/>
              <a:gd name="connsiteX22217" fmla="*/ 3259043 w 4752801"/>
              <a:gd name="connsiteY22217" fmla="*/ 743640 h 2767298"/>
              <a:gd name="connsiteX22218" fmla="*/ 3257828 w 4752801"/>
              <a:gd name="connsiteY22218" fmla="*/ 744045 h 2767298"/>
              <a:gd name="connsiteX22219" fmla="*/ 3245279 w 4752801"/>
              <a:gd name="connsiteY22219" fmla="*/ 744045 h 2767298"/>
              <a:gd name="connsiteX22220" fmla="*/ 3244065 w 4752801"/>
              <a:gd name="connsiteY22220" fmla="*/ 743640 h 2767298"/>
              <a:gd name="connsiteX22221" fmla="*/ 3237993 w 4752801"/>
              <a:gd name="connsiteY22221" fmla="*/ 733115 h 2767298"/>
              <a:gd name="connsiteX22222" fmla="*/ 3237993 w 4752801"/>
              <a:gd name="connsiteY22222" fmla="*/ 731901 h 2767298"/>
              <a:gd name="connsiteX22223" fmla="*/ 3244065 w 4752801"/>
              <a:gd name="connsiteY22223" fmla="*/ 721376 h 2767298"/>
              <a:gd name="connsiteX22224" fmla="*/ 3245279 w 4752801"/>
              <a:gd name="connsiteY22224" fmla="*/ 720566 h 2767298"/>
              <a:gd name="connsiteX22225" fmla="*/ 3164317 w 4752801"/>
              <a:gd name="connsiteY22225" fmla="*/ 720566 h 2767298"/>
              <a:gd name="connsiteX22226" fmla="*/ 3176462 w 4752801"/>
              <a:gd name="connsiteY22226" fmla="*/ 720566 h 2767298"/>
              <a:gd name="connsiteX22227" fmla="*/ 3177676 w 4752801"/>
              <a:gd name="connsiteY22227" fmla="*/ 720971 h 2767298"/>
              <a:gd name="connsiteX22228" fmla="*/ 3183748 w 4752801"/>
              <a:gd name="connsiteY22228" fmla="*/ 731496 h 2767298"/>
              <a:gd name="connsiteX22229" fmla="*/ 3183748 w 4752801"/>
              <a:gd name="connsiteY22229" fmla="*/ 732710 h 2767298"/>
              <a:gd name="connsiteX22230" fmla="*/ 3177676 w 4752801"/>
              <a:gd name="connsiteY22230" fmla="*/ 743235 h 2767298"/>
              <a:gd name="connsiteX22231" fmla="*/ 3176462 w 4752801"/>
              <a:gd name="connsiteY22231" fmla="*/ 743640 h 2767298"/>
              <a:gd name="connsiteX22232" fmla="*/ 3164317 w 4752801"/>
              <a:gd name="connsiteY22232" fmla="*/ 743640 h 2767298"/>
              <a:gd name="connsiteX22233" fmla="*/ 3163103 w 4752801"/>
              <a:gd name="connsiteY22233" fmla="*/ 743235 h 2767298"/>
              <a:gd name="connsiteX22234" fmla="*/ 3157031 w 4752801"/>
              <a:gd name="connsiteY22234" fmla="*/ 732710 h 2767298"/>
              <a:gd name="connsiteX22235" fmla="*/ 3157031 w 4752801"/>
              <a:gd name="connsiteY22235" fmla="*/ 731496 h 2767298"/>
              <a:gd name="connsiteX22236" fmla="*/ 3163103 w 4752801"/>
              <a:gd name="connsiteY22236" fmla="*/ 720971 h 2767298"/>
              <a:gd name="connsiteX22237" fmla="*/ 3164317 w 4752801"/>
              <a:gd name="connsiteY22237" fmla="*/ 720566 h 2767298"/>
              <a:gd name="connsiteX22238" fmla="*/ 3042873 w 4752801"/>
              <a:gd name="connsiteY22238" fmla="*/ 720566 h 2767298"/>
              <a:gd name="connsiteX22239" fmla="*/ 3055018 w 4752801"/>
              <a:gd name="connsiteY22239" fmla="*/ 720566 h 2767298"/>
              <a:gd name="connsiteX22240" fmla="*/ 3056232 w 4752801"/>
              <a:gd name="connsiteY22240" fmla="*/ 720971 h 2767298"/>
              <a:gd name="connsiteX22241" fmla="*/ 3062304 w 4752801"/>
              <a:gd name="connsiteY22241" fmla="*/ 731496 h 2767298"/>
              <a:gd name="connsiteX22242" fmla="*/ 3062304 w 4752801"/>
              <a:gd name="connsiteY22242" fmla="*/ 732710 h 2767298"/>
              <a:gd name="connsiteX22243" fmla="*/ 3056232 w 4752801"/>
              <a:gd name="connsiteY22243" fmla="*/ 743235 h 2767298"/>
              <a:gd name="connsiteX22244" fmla="*/ 3055018 w 4752801"/>
              <a:gd name="connsiteY22244" fmla="*/ 743640 h 2767298"/>
              <a:gd name="connsiteX22245" fmla="*/ 3042873 w 4752801"/>
              <a:gd name="connsiteY22245" fmla="*/ 743640 h 2767298"/>
              <a:gd name="connsiteX22246" fmla="*/ 3041659 w 4752801"/>
              <a:gd name="connsiteY22246" fmla="*/ 743235 h 2767298"/>
              <a:gd name="connsiteX22247" fmla="*/ 3035587 w 4752801"/>
              <a:gd name="connsiteY22247" fmla="*/ 732710 h 2767298"/>
              <a:gd name="connsiteX22248" fmla="*/ 3035587 w 4752801"/>
              <a:gd name="connsiteY22248" fmla="*/ 731496 h 2767298"/>
              <a:gd name="connsiteX22249" fmla="*/ 3041659 w 4752801"/>
              <a:gd name="connsiteY22249" fmla="*/ 720971 h 2767298"/>
              <a:gd name="connsiteX22250" fmla="*/ 3042873 w 4752801"/>
              <a:gd name="connsiteY22250" fmla="*/ 720566 h 2767298"/>
              <a:gd name="connsiteX22251" fmla="*/ 3002796 w 4752801"/>
              <a:gd name="connsiteY22251" fmla="*/ 720566 h 2767298"/>
              <a:gd name="connsiteX22252" fmla="*/ 3014941 w 4752801"/>
              <a:gd name="connsiteY22252" fmla="*/ 720566 h 2767298"/>
              <a:gd name="connsiteX22253" fmla="*/ 3016155 w 4752801"/>
              <a:gd name="connsiteY22253" fmla="*/ 720971 h 2767298"/>
              <a:gd name="connsiteX22254" fmla="*/ 3022227 w 4752801"/>
              <a:gd name="connsiteY22254" fmla="*/ 731496 h 2767298"/>
              <a:gd name="connsiteX22255" fmla="*/ 3022227 w 4752801"/>
              <a:gd name="connsiteY22255" fmla="*/ 732710 h 2767298"/>
              <a:gd name="connsiteX22256" fmla="*/ 3016155 w 4752801"/>
              <a:gd name="connsiteY22256" fmla="*/ 743235 h 2767298"/>
              <a:gd name="connsiteX22257" fmla="*/ 3014941 w 4752801"/>
              <a:gd name="connsiteY22257" fmla="*/ 743640 h 2767298"/>
              <a:gd name="connsiteX22258" fmla="*/ 3002796 w 4752801"/>
              <a:gd name="connsiteY22258" fmla="*/ 743640 h 2767298"/>
              <a:gd name="connsiteX22259" fmla="*/ 3001582 w 4752801"/>
              <a:gd name="connsiteY22259" fmla="*/ 743235 h 2767298"/>
              <a:gd name="connsiteX22260" fmla="*/ 2995510 w 4752801"/>
              <a:gd name="connsiteY22260" fmla="*/ 732710 h 2767298"/>
              <a:gd name="connsiteX22261" fmla="*/ 2995510 w 4752801"/>
              <a:gd name="connsiteY22261" fmla="*/ 731496 h 2767298"/>
              <a:gd name="connsiteX22262" fmla="*/ 3001582 w 4752801"/>
              <a:gd name="connsiteY22262" fmla="*/ 720971 h 2767298"/>
              <a:gd name="connsiteX22263" fmla="*/ 3002796 w 4752801"/>
              <a:gd name="connsiteY22263" fmla="*/ 720566 h 2767298"/>
              <a:gd name="connsiteX22264" fmla="*/ 2961910 w 4752801"/>
              <a:gd name="connsiteY22264" fmla="*/ 720566 h 2767298"/>
              <a:gd name="connsiteX22265" fmla="*/ 2974055 w 4752801"/>
              <a:gd name="connsiteY22265" fmla="*/ 720566 h 2767298"/>
              <a:gd name="connsiteX22266" fmla="*/ 2975269 w 4752801"/>
              <a:gd name="connsiteY22266" fmla="*/ 720971 h 2767298"/>
              <a:gd name="connsiteX22267" fmla="*/ 2981341 w 4752801"/>
              <a:gd name="connsiteY22267" fmla="*/ 731496 h 2767298"/>
              <a:gd name="connsiteX22268" fmla="*/ 2981341 w 4752801"/>
              <a:gd name="connsiteY22268" fmla="*/ 732710 h 2767298"/>
              <a:gd name="connsiteX22269" fmla="*/ 2975269 w 4752801"/>
              <a:gd name="connsiteY22269" fmla="*/ 743235 h 2767298"/>
              <a:gd name="connsiteX22270" fmla="*/ 2974055 w 4752801"/>
              <a:gd name="connsiteY22270" fmla="*/ 743640 h 2767298"/>
              <a:gd name="connsiteX22271" fmla="*/ 2961910 w 4752801"/>
              <a:gd name="connsiteY22271" fmla="*/ 743640 h 2767298"/>
              <a:gd name="connsiteX22272" fmla="*/ 2960696 w 4752801"/>
              <a:gd name="connsiteY22272" fmla="*/ 743235 h 2767298"/>
              <a:gd name="connsiteX22273" fmla="*/ 2954624 w 4752801"/>
              <a:gd name="connsiteY22273" fmla="*/ 732710 h 2767298"/>
              <a:gd name="connsiteX22274" fmla="*/ 2954624 w 4752801"/>
              <a:gd name="connsiteY22274" fmla="*/ 731496 h 2767298"/>
              <a:gd name="connsiteX22275" fmla="*/ 2960696 w 4752801"/>
              <a:gd name="connsiteY22275" fmla="*/ 720971 h 2767298"/>
              <a:gd name="connsiteX22276" fmla="*/ 2961910 w 4752801"/>
              <a:gd name="connsiteY22276" fmla="*/ 720566 h 2767298"/>
              <a:gd name="connsiteX22277" fmla="*/ 3569129 w 4752801"/>
              <a:gd name="connsiteY22277" fmla="*/ 720161 h 2767298"/>
              <a:gd name="connsiteX22278" fmla="*/ 3582083 w 4752801"/>
              <a:gd name="connsiteY22278" fmla="*/ 720161 h 2767298"/>
              <a:gd name="connsiteX22279" fmla="*/ 3583298 w 4752801"/>
              <a:gd name="connsiteY22279" fmla="*/ 720566 h 2767298"/>
              <a:gd name="connsiteX22280" fmla="*/ 3589774 w 4752801"/>
              <a:gd name="connsiteY22280" fmla="*/ 731901 h 2767298"/>
              <a:gd name="connsiteX22281" fmla="*/ 3589774 w 4752801"/>
              <a:gd name="connsiteY22281" fmla="*/ 733115 h 2767298"/>
              <a:gd name="connsiteX22282" fmla="*/ 3583298 w 4752801"/>
              <a:gd name="connsiteY22282" fmla="*/ 744450 h 2767298"/>
              <a:gd name="connsiteX22283" fmla="*/ 3582083 w 4752801"/>
              <a:gd name="connsiteY22283" fmla="*/ 744855 h 2767298"/>
              <a:gd name="connsiteX22284" fmla="*/ 3569129 w 4752801"/>
              <a:gd name="connsiteY22284" fmla="*/ 744855 h 2767298"/>
              <a:gd name="connsiteX22285" fmla="*/ 3567914 w 4752801"/>
              <a:gd name="connsiteY22285" fmla="*/ 744450 h 2767298"/>
              <a:gd name="connsiteX22286" fmla="*/ 3561438 w 4752801"/>
              <a:gd name="connsiteY22286" fmla="*/ 733115 h 2767298"/>
              <a:gd name="connsiteX22287" fmla="*/ 3561438 w 4752801"/>
              <a:gd name="connsiteY22287" fmla="*/ 731901 h 2767298"/>
              <a:gd name="connsiteX22288" fmla="*/ 3567914 w 4752801"/>
              <a:gd name="connsiteY22288" fmla="*/ 720566 h 2767298"/>
              <a:gd name="connsiteX22289" fmla="*/ 3569129 w 4752801"/>
              <a:gd name="connsiteY22289" fmla="*/ 720161 h 2767298"/>
              <a:gd name="connsiteX22290" fmla="*/ 3204798 w 4752801"/>
              <a:gd name="connsiteY22290" fmla="*/ 720161 h 2767298"/>
              <a:gd name="connsiteX22291" fmla="*/ 3217347 w 4752801"/>
              <a:gd name="connsiteY22291" fmla="*/ 720161 h 2767298"/>
              <a:gd name="connsiteX22292" fmla="*/ 3218561 w 4752801"/>
              <a:gd name="connsiteY22292" fmla="*/ 720566 h 2767298"/>
              <a:gd name="connsiteX22293" fmla="*/ 3225039 w 4752801"/>
              <a:gd name="connsiteY22293" fmla="*/ 731496 h 2767298"/>
              <a:gd name="connsiteX22294" fmla="*/ 3225039 w 4752801"/>
              <a:gd name="connsiteY22294" fmla="*/ 732710 h 2767298"/>
              <a:gd name="connsiteX22295" fmla="*/ 3218561 w 4752801"/>
              <a:gd name="connsiteY22295" fmla="*/ 743640 h 2767298"/>
              <a:gd name="connsiteX22296" fmla="*/ 3217347 w 4752801"/>
              <a:gd name="connsiteY22296" fmla="*/ 744045 h 2767298"/>
              <a:gd name="connsiteX22297" fmla="*/ 3204798 w 4752801"/>
              <a:gd name="connsiteY22297" fmla="*/ 744045 h 2767298"/>
              <a:gd name="connsiteX22298" fmla="*/ 3203583 w 4752801"/>
              <a:gd name="connsiteY22298" fmla="*/ 743640 h 2767298"/>
              <a:gd name="connsiteX22299" fmla="*/ 3197107 w 4752801"/>
              <a:gd name="connsiteY22299" fmla="*/ 732710 h 2767298"/>
              <a:gd name="connsiteX22300" fmla="*/ 3197107 w 4752801"/>
              <a:gd name="connsiteY22300" fmla="*/ 731496 h 2767298"/>
              <a:gd name="connsiteX22301" fmla="*/ 3203583 w 4752801"/>
              <a:gd name="connsiteY22301" fmla="*/ 720566 h 2767298"/>
              <a:gd name="connsiteX22302" fmla="*/ 3204798 w 4752801"/>
              <a:gd name="connsiteY22302" fmla="*/ 720161 h 2767298"/>
              <a:gd name="connsiteX22303" fmla="*/ 2921429 w 4752801"/>
              <a:gd name="connsiteY22303" fmla="*/ 720161 h 2767298"/>
              <a:gd name="connsiteX22304" fmla="*/ 2933978 w 4752801"/>
              <a:gd name="connsiteY22304" fmla="*/ 720161 h 2767298"/>
              <a:gd name="connsiteX22305" fmla="*/ 2935193 w 4752801"/>
              <a:gd name="connsiteY22305" fmla="*/ 720566 h 2767298"/>
              <a:gd name="connsiteX22306" fmla="*/ 2941265 w 4752801"/>
              <a:gd name="connsiteY22306" fmla="*/ 731496 h 2767298"/>
              <a:gd name="connsiteX22307" fmla="*/ 2941265 w 4752801"/>
              <a:gd name="connsiteY22307" fmla="*/ 732710 h 2767298"/>
              <a:gd name="connsiteX22308" fmla="*/ 2935193 w 4752801"/>
              <a:gd name="connsiteY22308" fmla="*/ 743640 h 2767298"/>
              <a:gd name="connsiteX22309" fmla="*/ 2933978 w 4752801"/>
              <a:gd name="connsiteY22309" fmla="*/ 744045 h 2767298"/>
              <a:gd name="connsiteX22310" fmla="*/ 2921429 w 4752801"/>
              <a:gd name="connsiteY22310" fmla="*/ 744045 h 2767298"/>
              <a:gd name="connsiteX22311" fmla="*/ 2920215 w 4752801"/>
              <a:gd name="connsiteY22311" fmla="*/ 743640 h 2767298"/>
              <a:gd name="connsiteX22312" fmla="*/ 2914143 w 4752801"/>
              <a:gd name="connsiteY22312" fmla="*/ 732710 h 2767298"/>
              <a:gd name="connsiteX22313" fmla="*/ 2914143 w 4752801"/>
              <a:gd name="connsiteY22313" fmla="*/ 731496 h 2767298"/>
              <a:gd name="connsiteX22314" fmla="*/ 2920215 w 4752801"/>
              <a:gd name="connsiteY22314" fmla="*/ 720566 h 2767298"/>
              <a:gd name="connsiteX22315" fmla="*/ 2921429 w 4752801"/>
              <a:gd name="connsiteY22315" fmla="*/ 720161 h 2767298"/>
              <a:gd name="connsiteX22316" fmla="*/ 3608801 w 4752801"/>
              <a:gd name="connsiteY22316" fmla="*/ 718947 h 2767298"/>
              <a:gd name="connsiteX22317" fmla="*/ 3622969 w 4752801"/>
              <a:gd name="connsiteY22317" fmla="*/ 718947 h 2767298"/>
              <a:gd name="connsiteX22318" fmla="*/ 3624184 w 4752801"/>
              <a:gd name="connsiteY22318" fmla="*/ 719757 h 2767298"/>
              <a:gd name="connsiteX22319" fmla="*/ 3631065 w 4752801"/>
              <a:gd name="connsiteY22319" fmla="*/ 731901 h 2767298"/>
              <a:gd name="connsiteX22320" fmla="*/ 3631065 w 4752801"/>
              <a:gd name="connsiteY22320" fmla="*/ 733115 h 2767298"/>
              <a:gd name="connsiteX22321" fmla="*/ 3624184 w 4752801"/>
              <a:gd name="connsiteY22321" fmla="*/ 745260 h 2767298"/>
              <a:gd name="connsiteX22322" fmla="*/ 3622969 w 4752801"/>
              <a:gd name="connsiteY22322" fmla="*/ 746069 h 2767298"/>
              <a:gd name="connsiteX22323" fmla="*/ 3608801 w 4752801"/>
              <a:gd name="connsiteY22323" fmla="*/ 746069 h 2767298"/>
              <a:gd name="connsiteX22324" fmla="*/ 3607587 w 4752801"/>
              <a:gd name="connsiteY22324" fmla="*/ 745260 h 2767298"/>
              <a:gd name="connsiteX22325" fmla="*/ 3600705 w 4752801"/>
              <a:gd name="connsiteY22325" fmla="*/ 733115 h 2767298"/>
              <a:gd name="connsiteX22326" fmla="*/ 3600705 w 4752801"/>
              <a:gd name="connsiteY22326" fmla="*/ 731901 h 2767298"/>
              <a:gd name="connsiteX22327" fmla="*/ 3607587 w 4752801"/>
              <a:gd name="connsiteY22327" fmla="*/ 719757 h 2767298"/>
              <a:gd name="connsiteX22328" fmla="*/ 3608801 w 4752801"/>
              <a:gd name="connsiteY22328" fmla="*/ 718947 h 2767298"/>
              <a:gd name="connsiteX22329" fmla="*/ 3648877 w 4752801"/>
              <a:gd name="connsiteY22329" fmla="*/ 718542 h 2767298"/>
              <a:gd name="connsiteX22330" fmla="*/ 3663451 w 4752801"/>
              <a:gd name="connsiteY22330" fmla="*/ 718542 h 2767298"/>
              <a:gd name="connsiteX22331" fmla="*/ 3664665 w 4752801"/>
              <a:gd name="connsiteY22331" fmla="*/ 718947 h 2767298"/>
              <a:gd name="connsiteX22332" fmla="*/ 3671952 w 4752801"/>
              <a:gd name="connsiteY22332" fmla="*/ 731496 h 2767298"/>
              <a:gd name="connsiteX22333" fmla="*/ 3671952 w 4752801"/>
              <a:gd name="connsiteY22333" fmla="*/ 732710 h 2767298"/>
              <a:gd name="connsiteX22334" fmla="*/ 3664665 w 4752801"/>
              <a:gd name="connsiteY22334" fmla="*/ 745260 h 2767298"/>
              <a:gd name="connsiteX22335" fmla="*/ 3663451 w 4752801"/>
              <a:gd name="connsiteY22335" fmla="*/ 745664 h 2767298"/>
              <a:gd name="connsiteX22336" fmla="*/ 3648877 w 4752801"/>
              <a:gd name="connsiteY22336" fmla="*/ 745664 h 2767298"/>
              <a:gd name="connsiteX22337" fmla="*/ 3647663 w 4752801"/>
              <a:gd name="connsiteY22337" fmla="*/ 745260 h 2767298"/>
              <a:gd name="connsiteX22338" fmla="*/ 3640377 w 4752801"/>
              <a:gd name="connsiteY22338" fmla="*/ 732710 h 2767298"/>
              <a:gd name="connsiteX22339" fmla="*/ 3640377 w 4752801"/>
              <a:gd name="connsiteY22339" fmla="*/ 731496 h 2767298"/>
              <a:gd name="connsiteX22340" fmla="*/ 3647663 w 4752801"/>
              <a:gd name="connsiteY22340" fmla="*/ 718947 h 2767298"/>
              <a:gd name="connsiteX22341" fmla="*/ 3648877 w 4752801"/>
              <a:gd name="connsiteY22341" fmla="*/ 718542 h 2767298"/>
              <a:gd name="connsiteX22342" fmla="*/ 2725095 w 4752801"/>
              <a:gd name="connsiteY22342" fmla="*/ 691015 h 2767298"/>
              <a:gd name="connsiteX22343" fmla="*/ 2725905 w 4752801"/>
              <a:gd name="connsiteY22343" fmla="*/ 691015 h 2767298"/>
              <a:gd name="connsiteX22344" fmla="*/ 2726309 w 4752801"/>
              <a:gd name="connsiteY22344" fmla="*/ 691825 h 2767298"/>
              <a:gd name="connsiteX22345" fmla="*/ 2725905 w 4752801"/>
              <a:gd name="connsiteY22345" fmla="*/ 692634 h 2767298"/>
              <a:gd name="connsiteX22346" fmla="*/ 2725095 w 4752801"/>
              <a:gd name="connsiteY22346" fmla="*/ 692634 h 2767298"/>
              <a:gd name="connsiteX22347" fmla="*/ 2724690 w 4752801"/>
              <a:gd name="connsiteY22347" fmla="*/ 691825 h 2767298"/>
              <a:gd name="connsiteX22348" fmla="*/ 4141129 w 4752801"/>
              <a:gd name="connsiteY22348" fmla="*/ 689801 h 2767298"/>
              <a:gd name="connsiteX22349" fmla="*/ 4143558 w 4752801"/>
              <a:gd name="connsiteY22349" fmla="*/ 689801 h 2767298"/>
              <a:gd name="connsiteX22350" fmla="*/ 4144773 w 4752801"/>
              <a:gd name="connsiteY22350" fmla="*/ 691825 h 2767298"/>
              <a:gd name="connsiteX22351" fmla="*/ 4143558 w 4752801"/>
              <a:gd name="connsiteY22351" fmla="*/ 693849 h 2767298"/>
              <a:gd name="connsiteX22352" fmla="*/ 4141129 w 4752801"/>
              <a:gd name="connsiteY22352" fmla="*/ 693849 h 2767298"/>
              <a:gd name="connsiteX22353" fmla="*/ 4139915 w 4752801"/>
              <a:gd name="connsiteY22353" fmla="*/ 691825 h 2767298"/>
              <a:gd name="connsiteX22354" fmla="*/ 2481399 w 4752801"/>
              <a:gd name="connsiteY22354" fmla="*/ 689801 h 2767298"/>
              <a:gd name="connsiteX22355" fmla="*/ 2483827 w 4752801"/>
              <a:gd name="connsiteY22355" fmla="*/ 689801 h 2767298"/>
              <a:gd name="connsiteX22356" fmla="*/ 2485042 w 4752801"/>
              <a:gd name="connsiteY22356" fmla="*/ 691825 h 2767298"/>
              <a:gd name="connsiteX22357" fmla="*/ 2483827 w 4752801"/>
              <a:gd name="connsiteY22357" fmla="*/ 693849 h 2767298"/>
              <a:gd name="connsiteX22358" fmla="*/ 2481399 w 4752801"/>
              <a:gd name="connsiteY22358" fmla="*/ 693849 h 2767298"/>
              <a:gd name="connsiteX22359" fmla="*/ 2480184 w 4752801"/>
              <a:gd name="connsiteY22359" fmla="*/ 691825 h 2767298"/>
              <a:gd name="connsiteX22360" fmla="*/ 2440917 w 4752801"/>
              <a:gd name="connsiteY22360" fmla="*/ 689801 h 2767298"/>
              <a:gd name="connsiteX22361" fmla="*/ 2443345 w 4752801"/>
              <a:gd name="connsiteY22361" fmla="*/ 689801 h 2767298"/>
              <a:gd name="connsiteX22362" fmla="*/ 2444560 w 4752801"/>
              <a:gd name="connsiteY22362" fmla="*/ 691825 h 2767298"/>
              <a:gd name="connsiteX22363" fmla="*/ 2443345 w 4752801"/>
              <a:gd name="connsiteY22363" fmla="*/ 693849 h 2767298"/>
              <a:gd name="connsiteX22364" fmla="*/ 2440917 w 4752801"/>
              <a:gd name="connsiteY22364" fmla="*/ 693849 h 2767298"/>
              <a:gd name="connsiteX22365" fmla="*/ 2439702 w 4752801"/>
              <a:gd name="connsiteY22365" fmla="*/ 691825 h 2767298"/>
              <a:gd name="connsiteX22366" fmla="*/ 4343131 w 4752801"/>
              <a:gd name="connsiteY22366" fmla="*/ 689396 h 2767298"/>
              <a:gd name="connsiteX22367" fmla="*/ 4345964 w 4752801"/>
              <a:gd name="connsiteY22367" fmla="*/ 689396 h 2767298"/>
              <a:gd name="connsiteX22368" fmla="*/ 4347179 w 4752801"/>
              <a:gd name="connsiteY22368" fmla="*/ 691825 h 2767298"/>
              <a:gd name="connsiteX22369" fmla="*/ 4345964 w 4752801"/>
              <a:gd name="connsiteY22369" fmla="*/ 694254 h 2767298"/>
              <a:gd name="connsiteX22370" fmla="*/ 4343131 w 4752801"/>
              <a:gd name="connsiteY22370" fmla="*/ 694254 h 2767298"/>
              <a:gd name="connsiteX22371" fmla="*/ 4341916 w 4752801"/>
              <a:gd name="connsiteY22371" fmla="*/ 691825 h 2767298"/>
              <a:gd name="connsiteX22372" fmla="*/ 4262169 w 4752801"/>
              <a:gd name="connsiteY22372" fmla="*/ 689396 h 2767298"/>
              <a:gd name="connsiteX22373" fmla="*/ 4265002 w 4752801"/>
              <a:gd name="connsiteY22373" fmla="*/ 689396 h 2767298"/>
              <a:gd name="connsiteX22374" fmla="*/ 4266217 w 4752801"/>
              <a:gd name="connsiteY22374" fmla="*/ 691825 h 2767298"/>
              <a:gd name="connsiteX22375" fmla="*/ 4265002 w 4752801"/>
              <a:gd name="connsiteY22375" fmla="*/ 694254 h 2767298"/>
              <a:gd name="connsiteX22376" fmla="*/ 4262169 w 4752801"/>
              <a:gd name="connsiteY22376" fmla="*/ 694254 h 2767298"/>
              <a:gd name="connsiteX22377" fmla="*/ 4260954 w 4752801"/>
              <a:gd name="connsiteY22377" fmla="*/ 691825 h 2767298"/>
              <a:gd name="connsiteX22378" fmla="*/ 4221687 w 4752801"/>
              <a:gd name="connsiteY22378" fmla="*/ 689396 h 2767298"/>
              <a:gd name="connsiteX22379" fmla="*/ 4224520 w 4752801"/>
              <a:gd name="connsiteY22379" fmla="*/ 689396 h 2767298"/>
              <a:gd name="connsiteX22380" fmla="*/ 4225735 w 4752801"/>
              <a:gd name="connsiteY22380" fmla="*/ 691825 h 2767298"/>
              <a:gd name="connsiteX22381" fmla="*/ 4224520 w 4752801"/>
              <a:gd name="connsiteY22381" fmla="*/ 694254 h 2767298"/>
              <a:gd name="connsiteX22382" fmla="*/ 4221687 w 4752801"/>
              <a:gd name="connsiteY22382" fmla="*/ 694254 h 2767298"/>
              <a:gd name="connsiteX22383" fmla="*/ 4220472 w 4752801"/>
              <a:gd name="connsiteY22383" fmla="*/ 691825 h 2767298"/>
              <a:gd name="connsiteX22384" fmla="*/ 4100244 w 4752801"/>
              <a:gd name="connsiteY22384" fmla="*/ 689396 h 2767298"/>
              <a:gd name="connsiteX22385" fmla="*/ 4103077 w 4752801"/>
              <a:gd name="connsiteY22385" fmla="*/ 689396 h 2767298"/>
              <a:gd name="connsiteX22386" fmla="*/ 4104292 w 4752801"/>
              <a:gd name="connsiteY22386" fmla="*/ 691825 h 2767298"/>
              <a:gd name="connsiteX22387" fmla="*/ 4103077 w 4752801"/>
              <a:gd name="connsiteY22387" fmla="*/ 694254 h 2767298"/>
              <a:gd name="connsiteX22388" fmla="*/ 4100244 w 4752801"/>
              <a:gd name="connsiteY22388" fmla="*/ 694254 h 2767298"/>
              <a:gd name="connsiteX22389" fmla="*/ 4099029 w 4752801"/>
              <a:gd name="connsiteY22389" fmla="*/ 691825 h 2767298"/>
              <a:gd name="connsiteX22390" fmla="*/ 2521474 w 4752801"/>
              <a:gd name="connsiteY22390" fmla="*/ 689396 h 2767298"/>
              <a:gd name="connsiteX22391" fmla="*/ 2524308 w 4752801"/>
              <a:gd name="connsiteY22391" fmla="*/ 689396 h 2767298"/>
              <a:gd name="connsiteX22392" fmla="*/ 2525523 w 4752801"/>
              <a:gd name="connsiteY22392" fmla="*/ 691825 h 2767298"/>
              <a:gd name="connsiteX22393" fmla="*/ 2524308 w 4752801"/>
              <a:gd name="connsiteY22393" fmla="*/ 694254 h 2767298"/>
              <a:gd name="connsiteX22394" fmla="*/ 2521474 w 4752801"/>
              <a:gd name="connsiteY22394" fmla="*/ 694254 h 2767298"/>
              <a:gd name="connsiteX22395" fmla="*/ 2520260 w 4752801"/>
              <a:gd name="connsiteY22395" fmla="*/ 691825 h 2767298"/>
              <a:gd name="connsiteX22396" fmla="*/ 4302649 w 4752801"/>
              <a:gd name="connsiteY22396" fmla="*/ 688991 h 2767298"/>
              <a:gd name="connsiteX22397" fmla="*/ 4305888 w 4752801"/>
              <a:gd name="connsiteY22397" fmla="*/ 688991 h 2767298"/>
              <a:gd name="connsiteX22398" fmla="*/ 4307507 w 4752801"/>
              <a:gd name="connsiteY22398" fmla="*/ 691825 h 2767298"/>
              <a:gd name="connsiteX22399" fmla="*/ 4305888 w 4752801"/>
              <a:gd name="connsiteY22399" fmla="*/ 694658 h 2767298"/>
              <a:gd name="connsiteX22400" fmla="*/ 4302649 w 4752801"/>
              <a:gd name="connsiteY22400" fmla="*/ 694658 h 2767298"/>
              <a:gd name="connsiteX22401" fmla="*/ 4301030 w 4752801"/>
              <a:gd name="connsiteY22401" fmla="*/ 691825 h 2767298"/>
              <a:gd name="connsiteX22402" fmla="*/ 4181205 w 4752801"/>
              <a:gd name="connsiteY22402" fmla="*/ 688991 h 2767298"/>
              <a:gd name="connsiteX22403" fmla="*/ 4184444 w 4752801"/>
              <a:gd name="connsiteY22403" fmla="*/ 688991 h 2767298"/>
              <a:gd name="connsiteX22404" fmla="*/ 4186063 w 4752801"/>
              <a:gd name="connsiteY22404" fmla="*/ 691825 h 2767298"/>
              <a:gd name="connsiteX22405" fmla="*/ 4184444 w 4752801"/>
              <a:gd name="connsiteY22405" fmla="*/ 694658 h 2767298"/>
              <a:gd name="connsiteX22406" fmla="*/ 4181205 w 4752801"/>
              <a:gd name="connsiteY22406" fmla="*/ 694658 h 2767298"/>
              <a:gd name="connsiteX22407" fmla="*/ 4179586 w 4752801"/>
              <a:gd name="connsiteY22407" fmla="*/ 691825 h 2767298"/>
              <a:gd name="connsiteX22408" fmla="*/ 4059762 w 4752801"/>
              <a:gd name="connsiteY22408" fmla="*/ 688991 h 2767298"/>
              <a:gd name="connsiteX22409" fmla="*/ 4063001 w 4752801"/>
              <a:gd name="connsiteY22409" fmla="*/ 688991 h 2767298"/>
              <a:gd name="connsiteX22410" fmla="*/ 4064620 w 4752801"/>
              <a:gd name="connsiteY22410" fmla="*/ 691825 h 2767298"/>
              <a:gd name="connsiteX22411" fmla="*/ 4063001 w 4752801"/>
              <a:gd name="connsiteY22411" fmla="*/ 694658 h 2767298"/>
              <a:gd name="connsiteX22412" fmla="*/ 4059762 w 4752801"/>
              <a:gd name="connsiteY22412" fmla="*/ 694658 h 2767298"/>
              <a:gd name="connsiteX22413" fmla="*/ 4058143 w 4752801"/>
              <a:gd name="connsiteY22413" fmla="*/ 691825 h 2767298"/>
              <a:gd name="connsiteX22414" fmla="*/ 3978394 w 4752801"/>
              <a:gd name="connsiteY22414" fmla="*/ 688991 h 2767298"/>
              <a:gd name="connsiteX22415" fmla="*/ 3982038 w 4752801"/>
              <a:gd name="connsiteY22415" fmla="*/ 688991 h 2767298"/>
              <a:gd name="connsiteX22416" fmla="*/ 3983657 w 4752801"/>
              <a:gd name="connsiteY22416" fmla="*/ 691825 h 2767298"/>
              <a:gd name="connsiteX22417" fmla="*/ 3982038 w 4752801"/>
              <a:gd name="connsiteY22417" fmla="*/ 694658 h 2767298"/>
              <a:gd name="connsiteX22418" fmla="*/ 3978394 w 4752801"/>
              <a:gd name="connsiteY22418" fmla="*/ 694658 h 2767298"/>
              <a:gd name="connsiteX22419" fmla="*/ 3976775 w 4752801"/>
              <a:gd name="connsiteY22419" fmla="*/ 691825 h 2767298"/>
              <a:gd name="connsiteX22420" fmla="*/ 4018876 w 4752801"/>
              <a:gd name="connsiteY22420" fmla="*/ 688586 h 2767298"/>
              <a:gd name="connsiteX22421" fmla="*/ 4022520 w 4752801"/>
              <a:gd name="connsiteY22421" fmla="*/ 688586 h 2767298"/>
              <a:gd name="connsiteX22422" fmla="*/ 4024139 w 4752801"/>
              <a:gd name="connsiteY22422" fmla="*/ 691825 h 2767298"/>
              <a:gd name="connsiteX22423" fmla="*/ 4022520 w 4752801"/>
              <a:gd name="connsiteY22423" fmla="*/ 695063 h 2767298"/>
              <a:gd name="connsiteX22424" fmla="*/ 4018876 w 4752801"/>
              <a:gd name="connsiteY22424" fmla="*/ 695063 h 2767298"/>
              <a:gd name="connsiteX22425" fmla="*/ 4017257 w 4752801"/>
              <a:gd name="connsiteY22425" fmla="*/ 691825 h 2767298"/>
              <a:gd name="connsiteX22426" fmla="*/ 2642513 w 4752801"/>
              <a:gd name="connsiteY22426" fmla="*/ 688586 h 2767298"/>
              <a:gd name="connsiteX22427" fmla="*/ 2646157 w 4752801"/>
              <a:gd name="connsiteY22427" fmla="*/ 688586 h 2767298"/>
              <a:gd name="connsiteX22428" fmla="*/ 2647776 w 4752801"/>
              <a:gd name="connsiteY22428" fmla="*/ 691825 h 2767298"/>
              <a:gd name="connsiteX22429" fmla="*/ 2646157 w 4752801"/>
              <a:gd name="connsiteY22429" fmla="*/ 695063 h 2767298"/>
              <a:gd name="connsiteX22430" fmla="*/ 2642513 w 4752801"/>
              <a:gd name="connsiteY22430" fmla="*/ 695063 h 2767298"/>
              <a:gd name="connsiteX22431" fmla="*/ 2640894 w 4752801"/>
              <a:gd name="connsiteY22431" fmla="*/ 691825 h 2767298"/>
              <a:gd name="connsiteX22432" fmla="*/ 2602032 w 4752801"/>
              <a:gd name="connsiteY22432" fmla="*/ 688586 h 2767298"/>
              <a:gd name="connsiteX22433" fmla="*/ 2605676 w 4752801"/>
              <a:gd name="connsiteY22433" fmla="*/ 688586 h 2767298"/>
              <a:gd name="connsiteX22434" fmla="*/ 2607295 w 4752801"/>
              <a:gd name="connsiteY22434" fmla="*/ 691825 h 2767298"/>
              <a:gd name="connsiteX22435" fmla="*/ 2605676 w 4752801"/>
              <a:gd name="connsiteY22435" fmla="*/ 695063 h 2767298"/>
              <a:gd name="connsiteX22436" fmla="*/ 2602032 w 4752801"/>
              <a:gd name="connsiteY22436" fmla="*/ 695063 h 2767298"/>
              <a:gd name="connsiteX22437" fmla="*/ 2600413 w 4752801"/>
              <a:gd name="connsiteY22437" fmla="*/ 691825 h 2767298"/>
              <a:gd name="connsiteX22438" fmla="*/ 2561551 w 4752801"/>
              <a:gd name="connsiteY22438" fmla="*/ 688586 h 2767298"/>
              <a:gd name="connsiteX22439" fmla="*/ 2565599 w 4752801"/>
              <a:gd name="connsiteY22439" fmla="*/ 688586 h 2767298"/>
              <a:gd name="connsiteX22440" fmla="*/ 2567623 w 4752801"/>
              <a:gd name="connsiteY22440" fmla="*/ 691825 h 2767298"/>
              <a:gd name="connsiteX22441" fmla="*/ 2565599 w 4752801"/>
              <a:gd name="connsiteY22441" fmla="*/ 695063 h 2767298"/>
              <a:gd name="connsiteX22442" fmla="*/ 2561551 w 4752801"/>
              <a:gd name="connsiteY22442" fmla="*/ 695063 h 2767298"/>
              <a:gd name="connsiteX22443" fmla="*/ 2559527 w 4752801"/>
              <a:gd name="connsiteY22443" fmla="*/ 691825 h 2767298"/>
              <a:gd name="connsiteX22444" fmla="*/ 3937913 w 4752801"/>
              <a:gd name="connsiteY22444" fmla="*/ 688181 h 2767298"/>
              <a:gd name="connsiteX22445" fmla="*/ 3941961 w 4752801"/>
              <a:gd name="connsiteY22445" fmla="*/ 688181 h 2767298"/>
              <a:gd name="connsiteX22446" fmla="*/ 3943985 w 4752801"/>
              <a:gd name="connsiteY22446" fmla="*/ 691824 h 2767298"/>
              <a:gd name="connsiteX22447" fmla="*/ 3941961 w 4752801"/>
              <a:gd name="connsiteY22447" fmla="*/ 695468 h 2767298"/>
              <a:gd name="connsiteX22448" fmla="*/ 3937913 w 4752801"/>
              <a:gd name="connsiteY22448" fmla="*/ 695468 h 2767298"/>
              <a:gd name="connsiteX22449" fmla="*/ 3935889 w 4752801"/>
              <a:gd name="connsiteY22449" fmla="*/ 691824 h 2767298"/>
              <a:gd name="connsiteX22450" fmla="*/ 2682590 w 4752801"/>
              <a:gd name="connsiteY22450" fmla="*/ 687776 h 2767298"/>
              <a:gd name="connsiteX22451" fmla="*/ 2686638 w 4752801"/>
              <a:gd name="connsiteY22451" fmla="*/ 687776 h 2767298"/>
              <a:gd name="connsiteX22452" fmla="*/ 2687852 w 4752801"/>
              <a:gd name="connsiteY22452" fmla="*/ 688181 h 2767298"/>
              <a:gd name="connsiteX22453" fmla="*/ 2689877 w 4752801"/>
              <a:gd name="connsiteY22453" fmla="*/ 691419 h 2767298"/>
              <a:gd name="connsiteX22454" fmla="*/ 2689877 w 4752801"/>
              <a:gd name="connsiteY22454" fmla="*/ 692634 h 2767298"/>
              <a:gd name="connsiteX22455" fmla="*/ 2687852 w 4752801"/>
              <a:gd name="connsiteY22455" fmla="*/ 695872 h 2767298"/>
              <a:gd name="connsiteX22456" fmla="*/ 2686638 w 4752801"/>
              <a:gd name="connsiteY22456" fmla="*/ 696682 h 2767298"/>
              <a:gd name="connsiteX22457" fmla="*/ 2682590 w 4752801"/>
              <a:gd name="connsiteY22457" fmla="*/ 696682 h 2767298"/>
              <a:gd name="connsiteX22458" fmla="*/ 2681376 w 4752801"/>
              <a:gd name="connsiteY22458" fmla="*/ 695872 h 2767298"/>
              <a:gd name="connsiteX22459" fmla="*/ 2679352 w 4752801"/>
              <a:gd name="connsiteY22459" fmla="*/ 692634 h 2767298"/>
              <a:gd name="connsiteX22460" fmla="*/ 2679352 w 4752801"/>
              <a:gd name="connsiteY22460" fmla="*/ 691419 h 2767298"/>
              <a:gd name="connsiteX22461" fmla="*/ 2681376 w 4752801"/>
              <a:gd name="connsiteY22461" fmla="*/ 688181 h 2767298"/>
              <a:gd name="connsiteX22462" fmla="*/ 2682590 w 4752801"/>
              <a:gd name="connsiteY22462" fmla="*/ 687776 h 2767298"/>
              <a:gd name="connsiteX22463" fmla="*/ 3897027 w 4752801"/>
              <a:gd name="connsiteY22463" fmla="*/ 687372 h 2767298"/>
              <a:gd name="connsiteX22464" fmla="*/ 3901075 w 4752801"/>
              <a:gd name="connsiteY22464" fmla="*/ 687372 h 2767298"/>
              <a:gd name="connsiteX22465" fmla="*/ 3902289 w 4752801"/>
              <a:gd name="connsiteY22465" fmla="*/ 688182 h 2767298"/>
              <a:gd name="connsiteX22466" fmla="*/ 3904314 w 4752801"/>
              <a:gd name="connsiteY22466" fmla="*/ 691420 h 2767298"/>
              <a:gd name="connsiteX22467" fmla="*/ 3904314 w 4752801"/>
              <a:gd name="connsiteY22467" fmla="*/ 692635 h 2767298"/>
              <a:gd name="connsiteX22468" fmla="*/ 3902289 w 4752801"/>
              <a:gd name="connsiteY22468" fmla="*/ 695873 h 2767298"/>
              <a:gd name="connsiteX22469" fmla="*/ 3901075 w 4752801"/>
              <a:gd name="connsiteY22469" fmla="*/ 696683 h 2767298"/>
              <a:gd name="connsiteX22470" fmla="*/ 3897027 w 4752801"/>
              <a:gd name="connsiteY22470" fmla="*/ 696683 h 2767298"/>
              <a:gd name="connsiteX22471" fmla="*/ 3895813 w 4752801"/>
              <a:gd name="connsiteY22471" fmla="*/ 695873 h 2767298"/>
              <a:gd name="connsiteX22472" fmla="*/ 3893789 w 4752801"/>
              <a:gd name="connsiteY22472" fmla="*/ 692635 h 2767298"/>
              <a:gd name="connsiteX22473" fmla="*/ 3893789 w 4752801"/>
              <a:gd name="connsiteY22473" fmla="*/ 691420 h 2767298"/>
              <a:gd name="connsiteX22474" fmla="*/ 3895813 w 4752801"/>
              <a:gd name="connsiteY22474" fmla="*/ 688182 h 2767298"/>
              <a:gd name="connsiteX22475" fmla="*/ 3897027 w 4752801"/>
              <a:gd name="connsiteY22475" fmla="*/ 687372 h 2767298"/>
              <a:gd name="connsiteX22476" fmla="*/ 2278182 w 4752801"/>
              <a:gd name="connsiteY22476" fmla="*/ 687372 h 2767298"/>
              <a:gd name="connsiteX22477" fmla="*/ 2281825 w 4752801"/>
              <a:gd name="connsiteY22477" fmla="*/ 687372 h 2767298"/>
              <a:gd name="connsiteX22478" fmla="*/ 2283040 w 4752801"/>
              <a:gd name="connsiteY22478" fmla="*/ 687777 h 2767298"/>
              <a:gd name="connsiteX22479" fmla="*/ 2284659 w 4752801"/>
              <a:gd name="connsiteY22479" fmla="*/ 691015 h 2767298"/>
              <a:gd name="connsiteX22480" fmla="*/ 2284659 w 4752801"/>
              <a:gd name="connsiteY22480" fmla="*/ 692230 h 2767298"/>
              <a:gd name="connsiteX22481" fmla="*/ 2283040 w 4752801"/>
              <a:gd name="connsiteY22481" fmla="*/ 695468 h 2767298"/>
              <a:gd name="connsiteX22482" fmla="*/ 2281825 w 4752801"/>
              <a:gd name="connsiteY22482" fmla="*/ 695873 h 2767298"/>
              <a:gd name="connsiteX22483" fmla="*/ 2278182 w 4752801"/>
              <a:gd name="connsiteY22483" fmla="*/ 695873 h 2767298"/>
              <a:gd name="connsiteX22484" fmla="*/ 2276968 w 4752801"/>
              <a:gd name="connsiteY22484" fmla="*/ 695468 h 2767298"/>
              <a:gd name="connsiteX22485" fmla="*/ 2275349 w 4752801"/>
              <a:gd name="connsiteY22485" fmla="*/ 692230 h 2767298"/>
              <a:gd name="connsiteX22486" fmla="*/ 2275349 w 4752801"/>
              <a:gd name="connsiteY22486" fmla="*/ 691015 h 2767298"/>
              <a:gd name="connsiteX22487" fmla="*/ 2276968 w 4752801"/>
              <a:gd name="connsiteY22487" fmla="*/ 687777 h 2767298"/>
              <a:gd name="connsiteX22488" fmla="*/ 2278182 w 4752801"/>
              <a:gd name="connsiteY22488" fmla="*/ 687372 h 2767298"/>
              <a:gd name="connsiteX22489" fmla="*/ 2399626 w 4752801"/>
              <a:gd name="connsiteY22489" fmla="*/ 686967 h 2767298"/>
              <a:gd name="connsiteX22490" fmla="*/ 2403269 w 4752801"/>
              <a:gd name="connsiteY22490" fmla="*/ 686967 h 2767298"/>
              <a:gd name="connsiteX22491" fmla="*/ 2404484 w 4752801"/>
              <a:gd name="connsiteY22491" fmla="*/ 687777 h 2767298"/>
              <a:gd name="connsiteX22492" fmla="*/ 2406508 w 4752801"/>
              <a:gd name="connsiteY22492" fmla="*/ 691015 h 2767298"/>
              <a:gd name="connsiteX22493" fmla="*/ 2406508 w 4752801"/>
              <a:gd name="connsiteY22493" fmla="*/ 692230 h 2767298"/>
              <a:gd name="connsiteX22494" fmla="*/ 2404484 w 4752801"/>
              <a:gd name="connsiteY22494" fmla="*/ 695468 h 2767298"/>
              <a:gd name="connsiteX22495" fmla="*/ 2403269 w 4752801"/>
              <a:gd name="connsiteY22495" fmla="*/ 696278 h 2767298"/>
              <a:gd name="connsiteX22496" fmla="*/ 2399626 w 4752801"/>
              <a:gd name="connsiteY22496" fmla="*/ 696278 h 2767298"/>
              <a:gd name="connsiteX22497" fmla="*/ 2398412 w 4752801"/>
              <a:gd name="connsiteY22497" fmla="*/ 695468 h 2767298"/>
              <a:gd name="connsiteX22498" fmla="*/ 2396388 w 4752801"/>
              <a:gd name="connsiteY22498" fmla="*/ 692230 h 2767298"/>
              <a:gd name="connsiteX22499" fmla="*/ 2396388 w 4752801"/>
              <a:gd name="connsiteY22499" fmla="*/ 691015 h 2767298"/>
              <a:gd name="connsiteX22500" fmla="*/ 2398412 w 4752801"/>
              <a:gd name="connsiteY22500" fmla="*/ 687777 h 2767298"/>
              <a:gd name="connsiteX22501" fmla="*/ 2399626 w 4752801"/>
              <a:gd name="connsiteY22501" fmla="*/ 686967 h 2767298"/>
              <a:gd name="connsiteX22502" fmla="*/ 3856141 w 4752801"/>
              <a:gd name="connsiteY22502" fmla="*/ 686562 h 2767298"/>
              <a:gd name="connsiteX22503" fmla="*/ 3860999 w 4752801"/>
              <a:gd name="connsiteY22503" fmla="*/ 686562 h 2767298"/>
              <a:gd name="connsiteX22504" fmla="*/ 3862213 w 4752801"/>
              <a:gd name="connsiteY22504" fmla="*/ 686967 h 2767298"/>
              <a:gd name="connsiteX22505" fmla="*/ 3864642 w 4752801"/>
              <a:gd name="connsiteY22505" fmla="*/ 691015 h 2767298"/>
              <a:gd name="connsiteX22506" fmla="*/ 3864642 w 4752801"/>
              <a:gd name="connsiteY22506" fmla="*/ 692229 h 2767298"/>
              <a:gd name="connsiteX22507" fmla="*/ 3862213 w 4752801"/>
              <a:gd name="connsiteY22507" fmla="*/ 696278 h 2767298"/>
              <a:gd name="connsiteX22508" fmla="*/ 3860999 w 4752801"/>
              <a:gd name="connsiteY22508" fmla="*/ 696682 h 2767298"/>
              <a:gd name="connsiteX22509" fmla="*/ 3856141 w 4752801"/>
              <a:gd name="connsiteY22509" fmla="*/ 696682 h 2767298"/>
              <a:gd name="connsiteX22510" fmla="*/ 3854927 w 4752801"/>
              <a:gd name="connsiteY22510" fmla="*/ 696278 h 2767298"/>
              <a:gd name="connsiteX22511" fmla="*/ 3852498 w 4752801"/>
              <a:gd name="connsiteY22511" fmla="*/ 692229 h 2767298"/>
              <a:gd name="connsiteX22512" fmla="*/ 3852498 w 4752801"/>
              <a:gd name="connsiteY22512" fmla="*/ 691015 h 2767298"/>
              <a:gd name="connsiteX22513" fmla="*/ 3854927 w 4752801"/>
              <a:gd name="connsiteY22513" fmla="*/ 686967 h 2767298"/>
              <a:gd name="connsiteX22514" fmla="*/ 3856141 w 4752801"/>
              <a:gd name="connsiteY22514" fmla="*/ 686562 h 2767298"/>
              <a:gd name="connsiteX22515" fmla="*/ 3815660 w 4752801"/>
              <a:gd name="connsiteY22515" fmla="*/ 685348 h 2767298"/>
              <a:gd name="connsiteX22516" fmla="*/ 3821327 w 4752801"/>
              <a:gd name="connsiteY22516" fmla="*/ 685348 h 2767298"/>
              <a:gd name="connsiteX22517" fmla="*/ 3822542 w 4752801"/>
              <a:gd name="connsiteY22517" fmla="*/ 685753 h 2767298"/>
              <a:gd name="connsiteX22518" fmla="*/ 3825375 w 4752801"/>
              <a:gd name="connsiteY22518" fmla="*/ 691015 h 2767298"/>
              <a:gd name="connsiteX22519" fmla="*/ 3825375 w 4752801"/>
              <a:gd name="connsiteY22519" fmla="*/ 692230 h 2767298"/>
              <a:gd name="connsiteX22520" fmla="*/ 3822542 w 4752801"/>
              <a:gd name="connsiteY22520" fmla="*/ 697492 h 2767298"/>
              <a:gd name="connsiteX22521" fmla="*/ 3821327 w 4752801"/>
              <a:gd name="connsiteY22521" fmla="*/ 697897 h 2767298"/>
              <a:gd name="connsiteX22522" fmla="*/ 3815660 w 4752801"/>
              <a:gd name="connsiteY22522" fmla="*/ 697897 h 2767298"/>
              <a:gd name="connsiteX22523" fmla="*/ 3814446 w 4752801"/>
              <a:gd name="connsiteY22523" fmla="*/ 697492 h 2767298"/>
              <a:gd name="connsiteX22524" fmla="*/ 3811612 w 4752801"/>
              <a:gd name="connsiteY22524" fmla="*/ 692230 h 2767298"/>
              <a:gd name="connsiteX22525" fmla="*/ 3811612 w 4752801"/>
              <a:gd name="connsiteY22525" fmla="*/ 691015 h 2767298"/>
              <a:gd name="connsiteX22526" fmla="*/ 3814446 w 4752801"/>
              <a:gd name="connsiteY22526" fmla="*/ 685753 h 2767298"/>
              <a:gd name="connsiteX22527" fmla="*/ 3815660 w 4752801"/>
              <a:gd name="connsiteY22527" fmla="*/ 685348 h 2767298"/>
              <a:gd name="connsiteX22528" fmla="*/ 3774369 w 4752801"/>
              <a:gd name="connsiteY22528" fmla="*/ 684133 h 2767298"/>
              <a:gd name="connsiteX22529" fmla="*/ 3781656 w 4752801"/>
              <a:gd name="connsiteY22529" fmla="*/ 684133 h 2767298"/>
              <a:gd name="connsiteX22530" fmla="*/ 3782870 w 4752801"/>
              <a:gd name="connsiteY22530" fmla="*/ 684538 h 2767298"/>
              <a:gd name="connsiteX22531" fmla="*/ 3786514 w 4752801"/>
              <a:gd name="connsiteY22531" fmla="*/ 691015 h 2767298"/>
              <a:gd name="connsiteX22532" fmla="*/ 3786514 w 4752801"/>
              <a:gd name="connsiteY22532" fmla="*/ 692229 h 2767298"/>
              <a:gd name="connsiteX22533" fmla="*/ 3782870 w 4752801"/>
              <a:gd name="connsiteY22533" fmla="*/ 698706 h 2767298"/>
              <a:gd name="connsiteX22534" fmla="*/ 3781656 w 4752801"/>
              <a:gd name="connsiteY22534" fmla="*/ 699516 h 2767298"/>
              <a:gd name="connsiteX22535" fmla="*/ 3774369 w 4752801"/>
              <a:gd name="connsiteY22535" fmla="*/ 699516 h 2767298"/>
              <a:gd name="connsiteX22536" fmla="*/ 3773155 w 4752801"/>
              <a:gd name="connsiteY22536" fmla="*/ 698706 h 2767298"/>
              <a:gd name="connsiteX22537" fmla="*/ 3769512 w 4752801"/>
              <a:gd name="connsiteY22537" fmla="*/ 692229 h 2767298"/>
              <a:gd name="connsiteX22538" fmla="*/ 3769512 w 4752801"/>
              <a:gd name="connsiteY22538" fmla="*/ 691015 h 2767298"/>
              <a:gd name="connsiteX22539" fmla="*/ 3773155 w 4752801"/>
              <a:gd name="connsiteY22539" fmla="*/ 684538 h 2767298"/>
              <a:gd name="connsiteX22540" fmla="*/ 3774369 w 4752801"/>
              <a:gd name="connsiteY22540" fmla="*/ 684133 h 2767298"/>
              <a:gd name="connsiteX22541" fmla="*/ 3409633 w 4752801"/>
              <a:gd name="connsiteY22541" fmla="*/ 684133 h 2767298"/>
              <a:gd name="connsiteX22542" fmla="*/ 3417730 w 4752801"/>
              <a:gd name="connsiteY22542" fmla="*/ 684133 h 2767298"/>
              <a:gd name="connsiteX22543" fmla="*/ 3418944 w 4752801"/>
              <a:gd name="connsiteY22543" fmla="*/ 684538 h 2767298"/>
              <a:gd name="connsiteX22544" fmla="*/ 3422992 w 4752801"/>
              <a:gd name="connsiteY22544" fmla="*/ 691420 h 2767298"/>
              <a:gd name="connsiteX22545" fmla="*/ 3422992 w 4752801"/>
              <a:gd name="connsiteY22545" fmla="*/ 692634 h 2767298"/>
              <a:gd name="connsiteX22546" fmla="*/ 3418944 w 4752801"/>
              <a:gd name="connsiteY22546" fmla="*/ 699516 h 2767298"/>
              <a:gd name="connsiteX22547" fmla="*/ 3417730 w 4752801"/>
              <a:gd name="connsiteY22547" fmla="*/ 699921 h 2767298"/>
              <a:gd name="connsiteX22548" fmla="*/ 3409633 w 4752801"/>
              <a:gd name="connsiteY22548" fmla="*/ 699921 h 2767298"/>
              <a:gd name="connsiteX22549" fmla="*/ 3408419 w 4752801"/>
              <a:gd name="connsiteY22549" fmla="*/ 699516 h 2767298"/>
              <a:gd name="connsiteX22550" fmla="*/ 3404371 w 4752801"/>
              <a:gd name="connsiteY22550" fmla="*/ 692634 h 2767298"/>
              <a:gd name="connsiteX22551" fmla="*/ 3404371 w 4752801"/>
              <a:gd name="connsiteY22551" fmla="*/ 691420 h 2767298"/>
              <a:gd name="connsiteX22552" fmla="*/ 3408419 w 4752801"/>
              <a:gd name="connsiteY22552" fmla="*/ 684538 h 2767298"/>
              <a:gd name="connsiteX22553" fmla="*/ 3409633 w 4752801"/>
              <a:gd name="connsiteY22553" fmla="*/ 684133 h 2767298"/>
              <a:gd name="connsiteX22554" fmla="*/ 3368342 w 4752801"/>
              <a:gd name="connsiteY22554" fmla="*/ 682919 h 2767298"/>
              <a:gd name="connsiteX22555" fmla="*/ 3377248 w 4752801"/>
              <a:gd name="connsiteY22555" fmla="*/ 682919 h 2767298"/>
              <a:gd name="connsiteX22556" fmla="*/ 3378462 w 4752801"/>
              <a:gd name="connsiteY22556" fmla="*/ 683324 h 2767298"/>
              <a:gd name="connsiteX22557" fmla="*/ 3382916 w 4752801"/>
              <a:gd name="connsiteY22557" fmla="*/ 691015 h 2767298"/>
              <a:gd name="connsiteX22558" fmla="*/ 3382916 w 4752801"/>
              <a:gd name="connsiteY22558" fmla="*/ 692230 h 2767298"/>
              <a:gd name="connsiteX22559" fmla="*/ 3378462 w 4752801"/>
              <a:gd name="connsiteY22559" fmla="*/ 699921 h 2767298"/>
              <a:gd name="connsiteX22560" fmla="*/ 3377248 w 4752801"/>
              <a:gd name="connsiteY22560" fmla="*/ 700326 h 2767298"/>
              <a:gd name="connsiteX22561" fmla="*/ 3368342 w 4752801"/>
              <a:gd name="connsiteY22561" fmla="*/ 700326 h 2767298"/>
              <a:gd name="connsiteX22562" fmla="*/ 3367128 w 4752801"/>
              <a:gd name="connsiteY22562" fmla="*/ 699921 h 2767298"/>
              <a:gd name="connsiteX22563" fmla="*/ 3362675 w 4752801"/>
              <a:gd name="connsiteY22563" fmla="*/ 692230 h 2767298"/>
              <a:gd name="connsiteX22564" fmla="*/ 3362675 w 4752801"/>
              <a:gd name="connsiteY22564" fmla="*/ 691015 h 2767298"/>
              <a:gd name="connsiteX22565" fmla="*/ 3367128 w 4752801"/>
              <a:gd name="connsiteY22565" fmla="*/ 683324 h 2767298"/>
              <a:gd name="connsiteX22566" fmla="*/ 3368342 w 4752801"/>
              <a:gd name="connsiteY22566" fmla="*/ 682919 h 2767298"/>
              <a:gd name="connsiteX22567" fmla="*/ 2153905 w 4752801"/>
              <a:gd name="connsiteY22567" fmla="*/ 682919 h 2767298"/>
              <a:gd name="connsiteX22568" fmla="*/ 2163215 w 4752801"/>
              <a:gd name="connsiteY22568" fmla="*/ 682919 h 2767298"/>
              <a:gd name="connsiteX22569" fmla="*/ 2164430 w 4752801"/>
              <a:gd name="connsiteY22569" fmla="*/ 683324 h 2767298"/>
              <a:gd name="connsiteX22570" fmla="*/ 2169288 w 4752801"/>
              <a:gd name="connsiteY22570" fmla="*/ 691420 h 2767298"/>
              <a:gd name="connsiteX22571" fmla="*/ 2169288 w 4752801"/>
              <a:gd name="connsiteY22571" fmla="*/ 692634 h 2767298"/>
              <a:gd name="connsiteX22572" fmla="*/ 2164430 w 4752801"/>
              <a:gd name="connsiteY22572" fmla="*/ 700731 h 2767298"/>
              <a:gd name="connsiteX22573" fmla="*/ 2163215 w 4752801"/>
              <a:gd name="connsiteY22573" fmla="*/ 701136 h 2767298"/>
              <a:gd name="connsiteX22574" fmla="*/ 2153905 w 4752801"/>
              <a:gd name="connsiteY22574" fmla="*/ 701136 h 2767298"/>
              <a:gd name="connsiteX22575" fmla="*/ 2152690 w 4752801"/>
              <a:gd name="connsiteY22575" fmla="*/ 700731 h 2767298"/>
              <a:gd name="connsiteX22576" fmla="*/ 2147833 w 4752801"/>
              <a:gd name="connsiteY22576" fmla="*/ 692634 h 2767298"/>
              <a:gd name="connsiteX22577" fmla="*/ 2147833 w 4752801"/>
              <a:gd name="connsiteY22577" fmla="*/ 691420 h 2767298"/>
              <a:gd name="connsiteX22578" fmla="*/ 2152690 w 4752801"/>
              <a:gd name="connsiteY22578" fmla="*/ 683324 h 2767298"/>
              <a:gd name="connsiteX22579" fmla="*/ 2153905 w 4752801"/>
              <a:gd name="connsiteY22579" fmla="*/ 682919 h 2767298"/>
              <a:gd name="connsiteX22580" fmla="*/ 3732673 w 4752801"/>
              <a:gd name="connsiteY22580" fmla="*/ 682514 h 2767298"/>
              <a:gd name="connsiteX22581" fmla="*/ 3741579 w 4752801"/>
              <a:gd name="connsiteY22581" fmla="*/ 682514 h 2767298"/>
              <a:gd name="connsiteX22582" fmla="*/ 3742793 w 4752801"/>
              <a:gd name="connsiteY22582" fmla="*/ 683324 h 2767298"/>
              <a:gd name="connsiteX22583" fmla="*/ 3747247 w 4752801"/>
              <a:gd name="connsiteY22583" fmla="*/ 691015 h 2767298"/>
              <a:gd name="connsiteX22584" fmla="*/ 3747247 w 4752801"/>
              <a:gd name="connsiteY22584" fmla="*/ 692230 h 2767298"/>
              <a:gd name="connsiteX22585" fmla="*/ 3742793 w 4752801"/>
              <a:gd name="connsiteY22585" fmla="*/ 699921 h 2767298"/>
              <a:gd name="connsiteX22586" fmla="*/ 3741579 w 4752801"/>
              <a:gd name="connsiteY22586" fmla="*/ 700731 h 2767298"/>
              <a:gd name="connsiteX22587" fmla="*/ 3732673 w 4752801"/>
              <a:gd name="connsiteY22587" fmla="*/ 700731 h 2767298"/>
              <a:gd name="connsiteX22588" fmla="*/ 3731459 w 4752801"/>
              <a:gd name="connsiteY22588" fmla="*/ 699921 h 2767298"/>
              <a:gd name="connsiteX22589" fmla="*/ 3727006 w 4752801"/>
              <a:gd name="connsiteY22589" fmla="*/ 692230 h 2767298"/>
              <a:gd name="connsiteX22590" fmla="*/ 3727006 w 4752801"/>
              <a:gd name="connsiteY22590" fmla="*/ 691015 h 2767298"/>
              <a:gd name="connsiteX22591" fmla="*/ 3731459 w 4752801"/>
              <a:gd name="connsiteY22591" fmla="*/ 683324 h 2767298"/>
              <a:gd name="connsiteX22592" fmla="*/ 3732673 w 4752801"/>
              <a:gd name="connsiteY22592" fmla="*/ 682514 h 2767298"/>
              <a:gd name="connsiteX22593" fmla="*/ 3449305 w 4752801"/>
              <a:gd name="connsiteY22593" fmla="*/ 682514 h 2767298"/>
              <a:gd name="connsiteX22594" fmla="*/ 3458616 w 4752801"/>
              <a:gd name="connsiteY22594" fmla="*/ 682514 h 2767298"/>
              <a:gd name="connsiteX22595" fmla="*/ 3459830 w 4752801"/>
              <a:gd name="connsiteY22595" fmla="*/ 682919 h 2767298"/>
              <a:gd name="connsiteX22596" fmla="*/ 3464688 w 4752801"/>
              <a:gd name="connsiteY22596" fmla="*/ 691015 h 2767298"/>
              <a:gd name="connsiteX22597" fmla="*/ 3464688 w 4752801"/>
              <a:gd name="connsiteY22597" fmla="*/ 692230 h 2767298"/>
              <a:gd name="connsiteX22598" fmla="*/ 3459830 w 4752801"/>
              <a:gd name="connsiteY22598" fmla="*/ 700326 h 2767298"/>
              <a:gd name="connsiteX22599" fmla="*/ 3458616 w 4752801"/>
              <a:gd name="connsiteY22599" fmla="*/ 700731 h 2767298"/>
              <a:gd name="connsiteX22600" fmla="*/ 3449305 w 4752801"/>
              <a:gd name="connsiteY22600" fmla="*/ 700731 h 2767298"/>
              <a:gd name="connsiteX22601" fmla="*/ 3448091 w 4752801"/>
              <a:gd name="connsiteY22601" fmla="*/ 700326 h 2767298"/>
              <a:gd name="connsiteX22602" fmla="*/ 3443233 w 4752801"/>
              <a:gd name="connsiteY22602" fmla="*/ 692230 h 2767298"/>
              <a:gd name="connsiteX22603" fmla="*/ 3443233 w 4752801"/>
              <a:gd name="connsiteY22603" fmla="*/ 691015 h 2767298"/>
              <a:gd name="connsiteX22604" fmla="*/ 3448091 w 4752801"/>
              <a:gd name="connsiteY22604" fmla="*/ 682919 h 2767298"/>
              <a:gd name="connsiteX22605" fmla="*/ 3449305 w 4752801"/>
              <a:gd name="connsiteY22605" fmla="*/ 682514 h 2767298"/>
              <a:gd name="connsiteX22606" fmla="*/ 2315425 w 4752801"/>
              <a:gd name="connsiteY22606" fmla="*/ 682514 h 2767298"/>
              <a:gd name="connsiteX22607" fmla="*/ 2325545 w 4752801"/>
              <a:gd name="connsiteY22607" fmla="*/ 682514 h 2767298"/>
              <a:gd name="connsiteX22608" fmla="*/ 2326760 w 4752801"/>
              <a:gd name="connsiteY22608" fmla="*/ 682919 h 2767298"/>
              <a:gd name="connsiteX22609" fmla="*/ 2331617 w 4752801"/>
              <a:gd name="connsiteY22609" fmla="*/ 691420 h 2767298"/>
              <a:gd name="connsiteX22610" fmla="*/ 2331617 w 4752801"/>
              <a:gd name="connsiteY22610" fmla="*/ 692634 h 2767298"/>
              <a:gd name="connsiteX22611" fmla="*/ 2326760 w 4752801"/>
              <a:gd name="connsiteY22611" fmla="*/ 701135 h 2767298"/>
              <a:gd name="connsiteX22612" fmla="*/ 2325545 w 4752801"/>
              <a:gd name="connsiteY22612" fmla="*/ 701540 h 2767298"/>
              <a:gd name="connsiteX22613" fmla="*/ 2315425 w 4752801"/>
              <a:gd name="connsiteY22613" fmla="*/ 701540 h 2767298"/>
              <a:gd name="connsiteX22614" fmla="*/ 2314210 w 4752801"/>
              <a:gd name="connsiteY22614" fmla="*/ 701135 h 2767298"/>
              <a:gd name="connsiteX22615" fmla="*/ 2309353 w 4752801"/>
              <a:gd name="connsiteY22615" fmla="*/ 692634 h 2767298"/>
              <a:gd name="connsiteX22616" fmla="*/ 2309353 w 4752801"/>
              <a:gd name="connsiteY22616" fmla="*/ 691420 h 2767298"/>
              <a:gd name="connsiteX22617" fmla="*/ 2314210 w 4752801"/>
              <a:gd name="connsiteY22617" fmla="*/ 682919 h 2767298"/>
              <a:gd name="connsiteX22618" fmla="*/ 2315425 w 4752801"/>
              <a:gd name="connsiteY22618" fmla="*/ 682514 h 2767298"/>
              <a:gd name="connsiteX22619" fmla="*/ 2234867 w 4752801"/>
              <a:gd name="connsiteY22619" fmla="*/ 682514 h 2767298"/>
              <a:gd name="connsiteX22620" fmla="*/ 2244178 w 4752801"/>
              <a:gd name="connsiteY22620" fmla="*/ 682514 h 2767298"/>
              <a:gd name="connsiteX22621" fmla="*/ 2245392 w 4752801"/>
              <a:gd name="connsiteY22621" fmla="*/ 682919 h 2767298"/>
              <a:gd name="connsiteX22622" fmla="*/ 2249845 w 4752801"/>
              <a:gd name="connsiteY22622" fmla="*/ 691015 h 2767298"/>
              <a:gd name="connsiteX22623" fmla="*/ 2249845 w 4752801"/>
              <a:gd name="connsiteY22623" fmla="*/ 692230 h 2767298"/>
              <a:gd name="connsiteX22624" fmla="*/ 2245392 w 4752801"/>
              <a:gd name="connsiteY22624" fmla="*/ 700326 h 2767298"/>
              <a:gd name="connsiteX22625" fmla="*/ 2244178 w 4752801"/>
              <a:gd name="connsiteY22625" fmla="*/ 700731 h 2767298"/>
              <a:gd name="connsiteX22626" fmla="*/ 2234867 w 4752801"/>
              <a:gd name="connsiteY22626" fmla="*/ 700731 h 2767298"/>
              <a:gd name="connsiteX22627" fmla="*/ 2233653 w 4752801"/>
              <a:gd name="connsiteY22627" fmla="*/ 700326 h 2767298"/>
              <a:gd name="connsiteX22628" fmla="*/ 2229200 w 4752801"/>
              <a:gd name="connsiteY22628" fmla="*/ 692230 h 2767298"/>
              <a:gd name="connsiteX22629" fmla="*/ 2229200 w 4752801"/>
              <a:gd name="connsiteY22629" fmla="*/ 691015 h 2767298"/>
              <a:gd name="connsiteX22630" fmla="*/ 2233653 w 4752801"/>
              <a:gd name="connsiteY22630" fmla="*/ 682919 h 2767298"/>
              <a:gd name="connsiteX22631" fmla="*/ 2234867 w 4752801"/>
              <a:gd name="connsiteY22631" fmla="*/ 682514 h 2767298"/>
              <a:gd name="connsiteX22632" fmla="*/ 3692192 w 4752801"/>
              <a:gd name="connsiteY22632" fmla="*/ 682109 h 2767298"/>
              <a:gd name="connsiteX22633" fmla="*/ 3701907 w 4752801"/>
              <a:gd name="connsiteY22633" fmla="*/ 682109 h 2767298"/>
              <a:gd name="connsiteX22634" fmla="*/ 3703122 w 4752801"/>
              <a:gd name="connsiteY22634" fmla="*/ 682514 h 2767298"/>
              <a:gd name="connsiteX22635" fmla="*/ 3707980 w 4752801"/>
              <a:gd name="connsiteY22635" fmla="*/ 691015 h 2767298"/>
              <a:gd name="connsiteX22636" fmla="*/ 3707980 w 4752801"/>
              <a:gd name="connsiteY22636" fmla="*/ 692229 h 2767298"/>
              <a:gd name="connsiteX22637" fmla="*/ 3703122 w 4752801"/>
              <a:gd name="connsiteY22637" fmla="*/ 700730 h 2767298"/>
              <a:gd name="connsiteX22638" fmla="*/ 3701907 w 4752801"/>
              <a:gd name="connsiteY22638" fmla="*/ 701135 h 2767298"/>
              <a:gd name="connsiteX22639" fmla="*/ 3692192 w 4752801"/>
              <a:gd name="connsiteY22639" fmla="*/ 701135 h 2767298"/>
              <a:gd name="connsiteX22640" fmla="*/ 3690978 w 4752801"/>
              <a:gd name="connsiteY22640" fmla="*/ 700730 h 2767298"/>
              <a:gd name="connsiteX22641" fmla="*/ 3686120 w 4752801"/>
              <a:gd name="connsiteY22641" fmla="*/ 692229 h 2767298"/>
              <a:gd name="connsiteX22642" fmla="*/ 3686120 w 4752801"/>
              <a:gd name="connsiteY22642" fmla="*/ 691015 h 2767298"/>
              <a:gd name="connsiteX22643" fmla="*/ 3690978 w 4752801"/>
              <a:gd name="connsiteY22643" fmla="*/ 682514 h 2767298"/>
              <a:gd name="connsiteX22644" fmla="*/ 3692192 w 4752801"/>
              <a:gd name="connsiteY22644" fmla="*/ 682109 h 2767298"/>
              <a:gd name="connsiteX22645" fmla="*/ 3651711 w 4752801"/>
              <a:gd name="connsiteY22645" fmla="*/ 682109 h 2767298"/>
              <a:gd name="connsiteX22646" fmla="*/ 3661426 w 4752801"/>
              <a:gd name="connsiteY22646" fmla="*/ 682109 h 2767298"/>
              <a:gd name="connsiteX22647" fmla="*/ 3662641 w 4752801"/>
              <a:gd name="connsiteY22647" fmla="*/ 682514 h 2767298"/>
              <a:gd name="connsiteX22648" fmla="*/ 3667499 w 4752801"/>
              <a:gd name="connsiteY22648" fmla="*/ 691015 h 2767298"/>
              <a:gd name="connsiteX22649" fmla="*/ 3667499 w 4752801"/>
              <a:gd name="connsiteY22649" fmla="*/ 692229 h 2767298"/>
              <a:gd name="connsiteX22650" fmla="*/ 3662641 w 4752801"/>
              <a:gd name="connsiteY22650" fmla="*/ 700730 h 2767298"/>
              <a:gd name="connsiteX22651" fmla="*/ 3661426 w 4752801"/>
              <a:gd name="connsiteY22651" fmla="*/ 701135 h 2767298"/>
              <a:gd name="connsiteX22652" fmla="*/ 3651711 w 4752801"/>
              <a:gd name="connsiteY22652" fmla="*/ 701135 h 2767298"/>
              <a:gd name="connsiteX22653" fmla="*/ 3650497 w 4752801"/>
              <a:gd name="connsiteY22653" fmla="*/ 700730 h 2767298"/>
              <a:gd name="connsiteX22654" fmla="*/ 3645639 w 4752801"/>
              <a:gd name="connsiteY22654" fmla="*/ 692229 h 2767298"/>
              <a:gd name="connsiteX22655" fmla="*/ 3645639 w 4752801"/>
              <a:gd name="connsiteY22655" fmla="*/ 691015 h 2767298"/>
              <a:gd name="connsiteX22656" fmla="*/ 3650497 w 4752801"/>
              <a:gd name="connsiteY22656" fmla="*/ 682514 h 2767298"/>
              <a:gd name="connsiteX22657" fmla="*/ 3651711 w 4752801"/>
              <a:gd name="connsiteY22657" fmla="*/ 682109 h 2767298"/>
              <a:gd name="connsiteX22658" fmla="*/ 3286974 w 4752801"/>
              <a:gd name="connsiteY22658" fmla="*/ 682109 h 2767298"/>
              <a:gd name="connsiteX22659" fmla="*/ 3297499 w 4752801"/>
              <a:gd name="connsiteY22659" fmla="*/ 682109 h 2767298"/>
              <a:gd name="connsiteX22660" fmla="*/ 3298714 w 4752801"/>
              <a:gd name="connsiteY22660" fmla="*/ 682514 h 2767298"/>
              <a:gd name="connsiteX22661" fmla="*/ 3303977 w 4752801"/>
              <a:gd name="connsiteY22661" fmla="*/ 691420 h 2767298"/>
              <a:gd name="connsiteX22662" fmla="*/ 3303977 w 4752801"/>
              <a:gd name="connsiteY22662" fmla="*/ 692634 h 2767298"/>
              <a:gd name="connsiteX22663" fmla="*/ 3298714 w 4752801"/>
              <a:gd name="connsiteY22663" fmla="*/ 701540 h 2767298"/>
              <a:gd name="connsiteX22664" fmla="*/ 3297499 w 4752801"/>
              <a:gd name="connsiteY22664" fmla="*/ 701945 h 2767298"/>
              <a:gd name="connsiteX22665" fmla="*/ 3286974 w 4752801"/>
              <a:gd name="connsiteY22665" fmla="*/ 701945 h 2767298"/>
              <a:gd name="connsiteX22666" fmla="*/ 3285760 w 4752801"/>
              <a:gd name="connsiteY22666" fmla="*/ 701540 h 2767298"/>
              <a:gd name="connsiteX22667" fmla="*/ 3280498 w 4752801"/>
              <a:gd name="connsiteY22667" fmla="*/ 692634 h 2767298"/>
              <a:gd name="connsiteX22668" fmla="*/ 3280498 w 4752801"/>
              <a:gd name="connsiteY22668" fmla="*/ 691420 h 2767298"/>
              <a:gd name="connsiteX22669" fmla="*/ 3285760 w 4752801"/>
              <a:gd name="connsiteY22669" fmla="*/ 682514 h 2767298"/>
              <a:gd name="connsiteX22670" fmla="*/ 3286974 w 4752801"/>
              <a:gd name="connsiteY22670" fmla="*/ 682109 h 2767298"/>
              <a:gd name="connsiteX22671" fmla="*/ 3246088 w 4752801"/>
              <a:gd name="connsiteY22671" fmla="*/ 682109 h 2767298"/>
              <a:gd name="connsiteX22672" fmla="*/ 3256613 w 4752801"/>
              <a:gd name="connsiteY22672" fmla="*/ 682109 h 2767298"/>
              <a:gd name="connsiteX22673" fmla="*/ 3257828 w 4752801"/>
              <a:gd name="connsiteY22673" fmla="*/ 682514 h 2767298"/>
              <a:gd name="connsiteX22674" fmla="*/ 3263090 w 4752801"/>
              <a:gd name="connsiteY22674" fmla="*/ 691420 h 2767298"/>
              <a:gd name="connsiteX22675" fmla="*/ 3263090 w 4752801"/>
              <a:gd name="connsiteY22675" fmla="*/ 692634 h 2767298"/>
              <a:gd name="connsiteX22676" fmla="*/ 3257828 w 4752801"/>
              <a:gd name="connsiteY22676" fmla="*/ 701540 h 2767298"/>
              <a:gd name="connsiteX22677" fmla="*/ 3256613 w 4752801"/>
              <a:gd name="connsiteY22677" fmla="*/ 701945 h 2767298"/>
              <a:gd name="connsiteX22678" fmla="*/ 3246088 w 4752801"/>
              <a:gd name="connsiteY22678" fmla="*/ 701945 h 2767298"/>
              <a:gd name="connsiteX22679" fmla="*/ 3244874 w 4752801"/>
              <a:gd name="connsiteY22679" fmla="*/ 701540 h 2767298"/>
              <a:gd name="connsiteX22680" fmla="*/ 3239612 w 4752801"/>
              <a:gd name="connsiteY22680" fmla="*/ 692634 h 2767298"/>
              <a:gd name="connsiteX22681" fmla="*/ 3239612 w 4752801"/>
              <a:gd name="connsiteY22681" fmla="*/ 691420 h 2767298"/>
              <a:gd name="connsiteX22682" fmla="*/ 3244874 w 4752801"/>
              <a:gd name="connsiteY22682" fmla="*/ 682514 h 2767298"/>
              <a:gd name="connsiteX22683" fmla="*/ 3246088 w 4752801"/>
              <a:gd name="connsiteY22683" fmla="*/ 682109 h 2767298"/>
              <a:gd name="connsiteX22684" fmla="*/ 3327456 w 4752801"/>
              <a:gd name="connsiteY22684" fmla="*/ 681704 h 2767298"/>
              <a:gd name="connsiteX22685" fmla="*/ 3337576 w 4752801"/>
              <a:gd name="connsiteY22685" fmla="*/ 681704 h 2767298"/>
              <a:gd name="connsiteX22686" fmla="*/ 3338791 w 4752801"/>
              <a:gd name="connsiteY22686" fmla="*/ 682109 h 2767298"/>
              <a:gd name="connsiteX22687" fmla="*/ 3343648 w 4752801"/>
              <a:gd name="connsiteY22687" fmla="*/ 691015 h 2767298"/>
              <a:gd name="connsiteX22688" fmla="*/ 3343648 w 4752801"/>
              <a:gd name="connsiteY22688" fmla="*/ 692229 h 2767298"/>
              <a:gd name="connsiteX22689" fmla="*/ 3338791 w 4752801"/>
              <a:gd name="connsiteY22689" fmla="*/ 701135 h 2767298"/>
              <a:gd name="connsiteX22690" fmla="*/ 3337576 w 4752801"/>
              <a:gd name="connsiteY22690" fmla="*/ 701540 h 2767298"/>
              <a:gd name="connsiteX22691" fmla="*/ 3327456 w 4752801"/>
              <a:gd name="connsiteY22691" fmla="*/ 701540 h 2767298"/>
              <a:gd name="connsiteX22692" fmla="*/ 3326242 w 4752801"/>
              <a:gd name="connsiteY22692" fmla="*/ 701135 h 2767298"/>
              <a:gd name="connsiteX22693" fmla="*/ 3321384 w 4752801"/>
              <a:gd name="connsiteY22693" fmla="*/ 692229 h 2767298"/>
              <a:gd name="connsiteX22694" fmla="*/ 3321384 w 4752801"/>
              <a:gd name="connsiteY22694" fmla="*/ 691015 h 2767298"/>
              <a:gd name="connsiteX22695" fmla="*/ 3326242 w 4752801"/>
              <a:gd name="connsiteY22695" fmla="*/ 682109 h 2767298"/>
              <a:gd name="connsiteX22696" fmla="*/ 3327456 w 4752801"/>
              <a:gd name="connsiteY22696" fmla="*/ 681704 h 2767298"/>
              <a:gd name="connsiteX22697" fmla="*/ 3610824 w 4752801"/>
              <a:gd name="connsiteY22697" fmla="*/ 681299 h 2767298"/>
              <a:gd name="connsiteX22698" fmla="*/ 3621349 w 4752801"/>
              <a:gd name="connsiteY22698" fmla="*/ 681299 h 2767298"/>
              <a:gd name="connsiteX22699" fmla="*/ 3622564 w 4752801"/>
              <a:gd name="connsiteY22699" fmla="*/ 681704 h 2767298"/>
              <a:gd name="connsiteX22700" fmla="*/ 3627827 w 4752801"/>
              <a:gd name="connsiteY22700" fmla="*/ 691014 h 2767298"/>
              <a:gd name="connsiteX22701" fmla="*/ 3627827 w 4752801"/>
              <a:gd name="connsiteY22701" fmla="*/ 692229 h 2767298"/>
              <a:gd name="connsiteX22702" fmla="*/ 3622564 w 4752801"/>
              <a:gd name="connsiteY22702" fmla="*/ 701540 h 2767298"/>
              <a:gd name="connsiteX22703" fmla="*/ 3621349 w 4752801"/>
              <a:gd name="connsiteY22703" fmla="*/ 702349 h 2767298"/>
              <a:gd name="connsiteX22704" fmla="*/ 3610824 w 4752801"/>
              <a:gd name="connsiteY22704" fmla="*/ 702349 h 2767298"/>
              <a:gd name="connsiteX22705" fmla="*/ 3609610 w 4752801"/>
              <a:gd name="connsiteY22705" fmla="*/ 701540 h 2767298"/>
              <a:gd name="connsiteX22706" fmla="*/ 3604348 w 4752801"/>
              <a:gd name="connsiteY22706" fmla="*/ 692229 h 2767298"/>
              <a:gd name="connsiteX22707" fmla="*/ 3604348 w 4752801"/>
              <a:gd name="connsiteY22707" fmla="*/ 691014 h 2767298"/>
              <a:gd name="connsiteX22708" fmla="*/ 3609610 w 4752801"/>
              <a:gd name="connsiteY22708" fmla="*/ 681704 h 2767298"/>
              <a:gd name="connsiteX22709" fmla="*/ 3610824 w 4752801"/>
              <a:gd name="connsiteY22709" fmla="*/ 681299 h 2767298"/>
              <a:gd name="connsiteX22710" fmla="*/ 3165127 w 4752801"/>
              <a:gd name="connsiteY22710" fmla="*/ 681299 h 2767298"/>
              <a:gd name="connsiteX22711" fmla="*/ 3176461 w 4752801"/>
              <a:gd name="connsiteY22711" fmla="*/ 681299 h 2767298"/>
              <a:gd name="connsiteX22712" fmla="*/ 3177676 w 4752801"/>
              <a:gd name="connsiteY22712" fmla="*/ 681704 h 2767298"/>
              <a:gd name="connsiteX22713" fmla="*/ 3183343 w 4752801"/>
              <a:gd name="connsiteY22713" fmla="*/ 691419 h 2767298"/>
              <a:gd name="connsiteX22714" fmla="*/ 3183343 w 4752801"/>
              <a:gd name="connsiteY22714" fmla="*/ 692634 h 2767298"/>
              <a:gd name="connsiteX22715" fmla="*/ 3177676 w 4752801"/>
              <a:gd name="connsiteY22715" fmla="*/ 702349 h 2767298"/>
              <a:gd name="connsiteX22716" fmla="*/ 3176461 w 4752801"/>
              <a:gd name="connsiteY22716" fmla="*/ 702754 h 2767298"/>
              <a:gd name="connsiteX22717" fmla="*/ 3165127 w 4752801"/>
              <a:gd name="connsiteY22717" fmla="*/ 702754 h 2767298"/>
              <a:gd name="connsiteX22718" fmla="*/ 3163912 w 4752801"/>
              <a:gd name="connsiteY22718" fmla="*/ 702349 h 2767298"/>
              <a:gd name="connsiteX22719" fmla="*/ 3158245 w 4752801"/>
              <a:gd name="connsiteY22719" fmla="*/ 692634 h 2767298"/>
              <a:gd name="connsiteX22720" fmla="*/ 3158245 w 4752801"/>
              <a:gd name="connsiteY22720" fmla="*/ 691419 h 2767298"/>
              <a:gd name="connsiteX22721" fmla="*/ 3163912 w 4752801"/>
              <a:gd name="connsiteY22721" fmla="*/ 681704 h 2767298"/>
              <a:gd name="connsiteX22722" fmla="*/ 3165127 w 4752801"/>
              <a:gd name="connsiteY22722" fmla="*/ 681299 h 2767298"/>
              <a:gd name="connsiteX22723" fmla="*/ 3084568 w 4752801"/>
              <a:gd name="connsiteY22723" fmla="*/ 681299 h 2767298"/>
              <a:gd name="connsiteX22724" fmla="*/ 3095093 w 4752801"/>
              <a:gd name="connsiteY22724" fmla="*/ 681299 h 2767298"/>
              <a:gd name="connsiteX22725" fmla="*/ 3096308 w 4752801"/>
              <a:gd name="connsiteY22725" fmla="*/ 681704 h 2767298"/>
              <a:gd name="connsiteX22726" fmla="*/ 3101571 w 4752801"/>
              <a:gd name="connsiteY22726" fmla="*/ 691014 h 2767298"/>
              <a:gd name="connsiteX22727" fmla="*/ 3101571 w 4752801"/>
              <a:gd name="connsiteY22727" fmla="*/ 692229 h 2767298"/>
              <a:gd name="connsiteX22728" fmla="*/ 3096308 w 4752801"/>
              <a:gd name="connsiteY22728" fmla="*/ 701540 h 2767298"/>
              <a:gd name="connsiteX22729" fmla="*/ 3095093 w 4752801"/>
              <a:gd name="connsiteY22729" fmla="*/ 701944 h 2767298"/>
              <a:gd name="connsiteX22730" fmla="*/ 3084568 w 4752801"/>
              <a:gd name="connsiteY22730" fmla="*/ 701944 h 2767298"/>
              <a:gd name="connsiteX22731" fmla="*/ 3083354 w 4752801"/>
              <a:gd name="connsiteY22731" fmla="*/ 701540 h 2767298"/>
              <a:gd name="connsiteX22732" fmla="*/ 3078092 w 4752801"/>
              <a:gd name="connsiteY22732" fmla="*/ 692229 h 2767298"/>
              <a:gd name="connsiteX22733" fmla="*/ 3078092 w 4752801"/>
              <a:gd name="connsiteY22733" fmla="*/ 691014 h 2767298"/>
              <a:gd name="connsiteX22734" fmla="*/ 3083354 w 4752801"/>
              <a:gd name="connsiteY22734" fmla="*/ 681704 h 2767298"/>
              <a:gd name="connsiteX22735" fmla="*/ 3084568 w 4752801"/>
              <a:gd name="connsiteY22735" fmla="*/ 681299 h 2767298"/>
              <a:gd name="connsiteX22736" fmla="*/ 3044087 w 4752801"/>
              <a:gd name="connsiteY22736" fmla="*/ 681299 h 2767298"/>
              <a:gd name="connsiteX22737" fmla="*/ 3054208 w 4752801"/>
              <a:gd name="connsiteY22737" fmla="*/ 681299 h 2767298"/>
              <a:gd name="connsiteX22738" fmla="*/ 3055422 w 4752801"/>
              <a:gd name="connsiteY22738" fmla="*/ 682109 h 2767298"/>
              <a:gd name="connsiteX22739" fmla="*/ 3060685 w 4752801"/>
              <a:gd name="connsiteY22739" fmla="*/ 691014 h 2767298"/>
              <a:gd name="connsiteX22740" fmla="*/ 3060685 w 4752801"/>
              <a:gd name="connsiteY22740" fmla="*/ 692229 h 2767298"/>
              <a:gd name="connsiteX22741" fmla="*/ 3055422 w 4752801"/>
              <a:gd name="connsiteY22741" fmla="*/ 701135 h 2767298"/>
              <a:gd name="connsiteX22742" fmla="*/ 3054208 w 4752801"/>
              <a:gd name="connsiteY22742" fmla="*/ 701540 h 2767298"/>
              <a:gd name="connsiteX22743" fmla="*/ 3044087 w 4752801"/>
              <a:gd name="connsiteY22743" fmla="*/ 701540 h 2767298"/>
              <a:gd name="connsiteX22744" fmla="*/ 3042873 w 4752801"/>
              <a:gd name="connsiteY22744" fmla="*/ 701135 h 2767298"/>
              <a:gd name="connsiteX22745" fmla="*/ 3037611 w 4752801"/>
              <a:gd name="connsiteY22745" fmla="*/ 692229 h 2767298"/>
              <a:gd name="connsiteX22746" fmla="*/ 3037611 w 4752801"/>
              <a:gd name="connsiteY22746" fmla="*/ 691014 h 2767298"/>
              <a:gd name="connsiteX22747" fmla="*/ 3042873 w 4752801"/>
              <a:gd name="connsiteY22747" fmla="*/ 682109 h 2767298"/>
              <a:gd name="connsiteX22748" fmla="*/ 3044087 w 4752801"/>
              <a:gd name="connsiteY22748" fmla="*/ 681299 h 2767298"/>
              <a:gd name="connsiteX22749" fmla="*/ 2800796 w 4752801"/>
              <a:gd name="connsiteY22749" fmla="*/ 681299 h 2767298"/>
              <a:gd name="connsiteX22750" fmla="*/ 2812130 w 4752801"/>
              <a:gd name="connsiteY22750" fmla="*/ 681299 h 2767298"/>
              <a:gd name="connsiteX22751" fmla="*/ 2813345 w 4752801"/>
              <a:gd name="connsiteY22751" fmla="*/ 681704 h 2767298"/>
              <a:gd name="connsiteX22752" fmla="*/ 2819012 w 4752801"/>
              <a:gd name="connsiteY22752" fmla="*/ 691419 h 2767298"/>
              <a:gd name="connsiteX22753" fmla="*/ 2819012 w 4752801"/>
              <a:gd name="connsiteY22753" fmla="*/ 692634 h 2767298"/>
              <a:gd name="connsiteX22754" fmla="*/ 2813345 w 4752801"/>
              <a:gd name="connsiteY22754" fmla="*/ 702349 h 2767298"/>
              <a:gd name="connsiteX22755" fmla="*/ 2812130 w 4752801"/>
              <a:gd name="connsiteY22755" fmla="*/ 703564 h 2767298"/>
              <a:gd name="connsiteX22756" fmla="*/ 2800796 w 4752801"/>
              <a:gd name="connsiteY22756" fmla="*/ 703564 h 2767298"/>
              <a:gd name="connsiteX22757" fmla="*/ 2799581 w 4752801"/>
              <a:gd name="connsiteY22757" fmla="*/ 702754 h 2767298"/>
              <a:gd name="connsiteX22758" fmla="*/ 2793914 w 4752801"/>
              <a:gd name="connsiteY22758" fmla="*/ 693039 h 2767298"/>
              <a:gd name="connsiteX22759" fmla="*/ 2793914 w 4752801"/>
              <a:gd name="connsiteY22759" fmla="*/ 691824 h 2767298"/>
              <a:gd name="connsiteX22760" fmla="*/ 2799581 w 4752801"/>
              <a:gd name="connsiteY22760" fmla="*/ 682109 h 2767298"/>
              <a:gd name="connsiteX22761" fmla="*/ 2800796 w 4752801"/>
              <a:gd name="connsiteY22761" fmla="*/ 681299 h 2767298"/>
              <a:gd name="connsiteX22762" fmla="*/ 3124241 w 4752801"/>
              <a:gd name="connsiteY22762" fmla="*/ 680895 h 2767298"/>
              <a:gd name="connsiteX22763" fmla="*/ 3135575 w 4752801"/>
              <a:gd name="connsiteY22763" fmla="*/ 680895 h 2767298"/>
              <a:gd name="connsiteX22764" fmla="*/ 3136790 w 4752801"/>
              <a:gd name="connsiteY22764" fmla="*/ 681300 h 2767298"/>
              <a:gd name="connsiteX22765" fmla="*/ 3142457 w 4752801"/>
              <a:gd name="connsiteY22765" fmla="*/ 691015 h 2767298"/>
              <a:gd name="connsiteX22766" fmla="*/ 3142457 w 4752801"/>
              <a:gd name="connsiteY22766" fmla="*/ 692230 h 2767298"/>
              <a:gd name="connsiteX22767" fmla="*/ 3136790 w 4752801"/>
              <a:gd name="connsiteY22767" fmla="*/ 701945 h 2767298"/>
              <a:gd name="connsiteX22768" fmla="*/ 3135575 w 4752801"/>
              <a:gd name="connsiteY22768" fmla="*/ 702350 h 2767298"/>
              <a:gd name="connsiteX22769" fmla="*/ 3124241 w 4752801"/>
              <a:gd name="connsiteY22769" fmla="*/ 702350 h 2767298"/>
              <a:gd name="connsiteX22770" fmla="*/ 3123026 w 4752801"/>
              <a:gd name="connsiteY22770" fmla="*/ 701945 h 2767298"/>
              <a:gd name="connsiteX22771" fmla="*/ 3117359 w 4752801"/>
              <a:gd name="connsiteY22771" fmla="*/ 692230 h 2767298"/>
              <a:gd name="connsiteX22772" fmla="*/ 3117359 w 4752801"/>
              <a:gd name="connsiteY22772" fmla="*/ 691015 h 2767298"/>
              <a:gd name="connsiteX22773" fmla="*/ 3123026 w 4752801"/>
              <a:gd name="connsiteY22773" fmla="*/ 681300 h 2767298"/>
              <a:gd name="connsiteX22774" fmla="*/ 3124241 w 4752801"/>
              <a:gd name="connsiteY22774" fmla="*/ 680895 h 2767298"/>
              <a:gd name="connsiteX22775" fmla="*/ 3488571 w 4752801"/>
              <a:gd name="connsiteY22775" fmla="*/ 680490 h 2767298"/>
              <a:gd name="connsiteX22776" fmla="*/ 3500311 w 4752801"/>
              <a:gd name="connsiteY22776" fmla="*/ 680490 h 2767298"/>
              <a:gd name="connsiteX22777" fmla="*/ 3501525 w 4752801"/>
              <a:gd name="connsiteY22777" fmla="*/ 681300 h 2767298"/>
              <a:gd name="connsiteX22778" fmla="*/ 3507597 w 4752801"/>
              <a:gd name="connsiteY22778" fmla="*/ 691420 h 2767298"/>
              <a:gd name="connsiteX22779" fmla="*/ 3507597 w 4752801"/>
              <a:gd name="connsiteY22779" fmla="*/ 692634 h 2767298"/>
              <a:gd name="connsiteX22780" fmla="*/ 3501525 w 4752801"/>
              <a:gd name="connsiteY22780" fmla="*/ 702755 h 2767298"/>
              <a:gd name="connsiteX22781" fmla="*/ 3500311 w 4752801"/>
              <a:gd name="connsiteY22781" fmla="*/ 703564 h 2767298"/>
              <a:gd name="connsiteX22782" fmla="*/ 3488571 w 4752801"/>
              <a:gd name="connsiteY22782" fmla="*/ 703564 h 2767298"/>
              <a:gd name="connsiteX22783" fmla="*/ 3487357 w 4752801"/>
              <a:gd name="connsiteY22783" fmla="*/ 702755 h 2767298"/>
              <a:gd name="connsiteX22784" fmla="*/ 3481285 w 4752801"/>
              <a:gd name="connsiteY22784" fmla="*/ 692634 h 2767298"/>
              <a:gd name="connsiteX22785" fmla="*/ 3481285 w 4752801"/>
              <a:gd name="connsiteY22785" fmla="*/ 691420 h 2767298"/>
              <a:gd name="connsiteX22786" fmla="*/ 3487357 w 4752801"/>
              <a:gd name="connsiteY22786" fmla="*/ 681300 h 2767298"/>
              <a:gd name="connsiteX22787" fmla="*/ 3488571 w 4752801"/>
              <a:gd name="connsiteY22787" fmla="*/ 680490 h 2767298"/>
              <a:gd name="connsiteX22788" fmla="*/ 3205608 w 4752801"/>
              <a:gd name="connsiteY22788" fmla="*/ 680490 h 2767298"/>
              <a:gd name="connsiteX22789" fmla="*/ 3216942 w 4752801"/>
              <a:gd name="connsiteY22789" fmla="*/ 680490 h 2767298"/>
              <a:gd name="connsiteX22790" fmla="*/ 3218157 w 4752801"/>
              <a:gd name="connsiteY22790" fmla="*/ 680895 h 2767298"/>
              <a:gd name="connsiteX22791" fmla="*/ 3223824 w 4752801"/>
              <a:gd name="connsiteY22791" fmla="*/ 691015 h 2767298"/>
              <a:gd name="connsiteX22792" fmla="*/ 3223824 w 4752801"/>
              <a:gd name="connsiteY22792" fmla="*/ 692230 h 2767298"/>
              <a:gd name="connsiteX22793" fmla="*/ 3218157 w 4752801"/>
              <a:gd name="connsiteY22793" fmla="*/ 702350 h 2767298"/>
              <a:gd name="connsiteX22794" fmla="*/ 3216942 w 4752801"/>
              <a:gd name="connsiteY22794" fmla="*/ 702755 h 2767298"/>
              <a:gd name="connsiteX22795" fmla="*/ 3205608 w 4752801"/>
              <a:gd name="connsiteY22795" fmla="*/ 702755 h 2767298"/>
              <a:gd name="connsiteX22796" fmla="*/ 3204393 w 4752801"/>
              <a:gd name="connsiteY22796" fmla="*/ 702350 h 2767298"/>
              <a:gd name="connsiteX22797" fmla="*/ 3198726 w 4752801"/>
              <a:gd name="connsiteY22797" fmla="*/ 692230 h 2767298"/>
              <a:gd name="connsiteX22798" fmla="*/ 3198726 w 4752801"/>
              <a:gd name="connsiteY22798" fmla="*/ 691015 h 2767298"/>
              <a:gd name="connsiteX22799" fmla="*/ 3204393 w 4752801"/>
              <a:gd name="connsiteY22799" fmla="*/ 680895 h 2767298"/>
              <a:gd name="connsiteX22800" fmla="*/ 3205608 w 4752801"/>
              <a:gd name="connsiteY22800" fmla="*/ 680490 h 2767298"/>
              <a:gd name="connsiteX22801" fmla="*/ 3002797 w 4752801"/>
              <a:gd name="connsiteY22801" fmla="*/ 680490 h 2767298"/>
              <a:gd name="connsiteX22802" fmla="*/ 3014536 w 4752801"/>
              <a:gd name="connsiteY22802" fmla="*/ 680490 h 2767298"/>
              <a:gd name="connsiteX22803" fmla="*/ 3015750 w 4752801"/>
              <a:gd name="connsiteY22803" fmla="*/ 680895 h 2767298"/>
              <a:gd name="connsiteX22804" fmla="*/ 3021418 w 4752801"/>
              <a:gd name="connsiteY22804" fmla="*/ 691015 h 2767298"/>
              <a:gd name="connsiteX22805" fmla="*/ 3021418 w 4752801"/>
              <a:gd name="connsiteY22805" fmla="*/ 692230 h 2767298"/>
              <a:gd name="connsiteX22806" fmla="*/ 3015750 w 4752801"/>
              <a:gd name="connsiteY22806" fmla="*/ 702350 h 2767298"/>
              <a:gd name="connsiteX22807" fmla="*/ 3014536 w 4752801"/>
              <a:gd name="connsiteY22807" fmla="*/ 702755 h 2767298"/>
              <a:gd name="connsiteX22808" fmla="*/ 3002797 w 4752801"/>
              <a:gd name="connsiteY22808" fmla="*/ 702755 h 2767298"/>
              <a:gd name="connsiteX22809" fmla="*/ 3001582 w 4752801"/>
              <a:gd name="connsiteY22809" fmla="*/ 702350 h 2767298"/>
              <a:gd name="connsiteX22810" fmla="*/ 2995915 w 4752801"/>
              <a:gd name="connsiteY22810" fmla="*/ 692230 h 2767298"/>
              <a:gd name="connsiteX22811" fmla="*/ 2995915 w 4752801"/>
              <a:gd name="connsiteY22811" fmla="*/ 691015 h 2767298"/>
              <a:gd name="connsiteX22812" fmla="*/ 3001582 w 4752801"/>
              <a:gd name="connsiteY22812" fmla="*/ 680895 h 2767298"/>
              <a:gd name="connsiteX22813" fmla="*/ 3002797 w 4752801"/>
              <a:gd name="connsiteY22813" fmla="*/ 680490 h 2767298"/>
              <a:gd name="connsiteX22814" fmla="*/ 2881353 w 4752801"/>
              <a:gd name="connsiteY22814" fmla="*/ 680490 h 2767298"/>
              <a:gd name="connsiteX22815" fmla="*/ 2893498 w 4752801"/>
              <a:gd name="connsiteY22815" fmla="*/ 680490 h 2767298"/>
              <a:gd name="connsiteX22816" fmla="*/ 2894712 w 4752801"/>
              <a:gd name="connsiteY22816" fmla="*/ 680895 h 2767298"/>
              <a:gd name="connsiteX22817" fmla="*/ 2900784 w 4752801"/>
              <a:gd name="connsiteY22817" fmla="*/ 691420 h 2767298"/>
              <a:gd name="connsiteX22818" fmla="*/ 2900784 w 4752801"/>
              <a:gd name="connsiteY22818" fmla="*/ 692634 h 2767298"/>
              <a:gd name="connsiteX22819" fmla="*/ 2894712 w 4752801"/>
              <a:gd name="connsiteY22819" fmla="*/ 703160 h 2767298"/>
              <a:gd name="connsiteX22820" fmla="*/ 2893498 w 4752801"/>
              <a:gd name="connsiteY22820" fmla="*/ 703564 h 2767298"/>
              <a:gd name="connsiteX22821" fmla="*/ 2881353 w 4752801"/>
              <a:gd name="connsiteY22821" fmla="*/ 703564 h 2767298"/>
              <a:gd name="connsiteX22822" fmla="*/ 2880139 w 4752801"/>
              <a:gd name="connsiteY22822" fmla="*/ 703160 h 2767298"/>
              <a:gd name="connsiteX22823" fmla="*/ 2874067 w 4752801"/>
              <a:gd name="connsiteY22823" fmla="*/ 692634 h 2767298"/>
              <a:gd name="connsiteX22824" fmla="*/ 2874067 w 4752801"/>
              <a:gd name="connsiteY22824" fmla="*/ 691420 h 2767298"/>
              <a:gd name="connsiteX22825" fmla="*/ 2880139 w 4752801"/>
              <a:gd name="connsiteY22825" fmla="*/ 680895 h 2767298"/>
              <a:gd name="connsiteX22826" fmla="*/ 2881353 w 4752801"/>
              <a:gd name="connsiteY22826" fmla="*/ 680490 h 2767298"/>
              <a:gd name="connsiteX22827" fmla="*/ 2962315 w 4752801"/>
              <a:gd name="connsiteY22827" fmla="*/ 680085 h 2767298"/>
              <a:gd name="connsiteX22828" fmla="*/ 2974460 w 4752801"/>
              <a:gd name="connsiteY22828" fmla="*/ 680085 h 2767298"/>
              <a:gd name="connsiteX22829" fmla="*/ 2975674 w 4752801"/>
              <a:gd name="connsiteY22829" fmla="*/ 680490 h 2767298"/>
              <a:gd name="connsiteX22830" fmla="*/ 2981746 w 4752801"/>
              <a:gd name="connsiteY22830" fmla="*/ 691015 h 2767298"/>
              <a:gd name="connsiteX22831" fmla="*/ 2981746 w 4752801"/>
              <a:gd name="connsiteY22831" fmla="*/ 692229 h 2767298"/>
              <a:gd name="connsiteX22832" fmla="*/ 2975674 w 4752801"/>
              <a:gd name="connsiteY22832" fmla="*/ 702754 h 2767298"/>
              <a:gd name="connsiteX22833" fmla="*/ 2974460 w 4752801"/>
              <a:gd name="connsiteY22833" fmla="*/ 703564 h 2767298"/>
              <a:gd name="connsiteX22834" fmla="*/ 2962315 w 4752801"/>
              <a:gd name="connsiteY22834" fmla="*/ 703564 h 2767298"/>
              <a:gd name="connsiteX22835" fmla="*/ 2961101 w 4752801"/>
              <a:gd name="connsiteY22835" fmla="*/ 702754 h 2767298"/>
              <a:gd name="connsiteX22836" fmla="*/ 2955029 w 4752801"/>
              <a:gd name="connsiteY22836" fmla="*/ 692229 h 2767298"/>
              <a:gd name="connsiteX22837" fmla="*/ 2955029 w 4752801"/>
              <a:gd name="connsiteY22837" fmla="*/ 691015 h 2767298"/>
              <a:gd name="connsiteX22838" fmla="*/ 2961101 w 4752801"/>
              <a:gd name="connsiteY22838" fmla="*/ 680490 h 2767298"/>
              <a:gd name="connsiteX22839" fmla="*/ 2962315 w 4752801"/>
              <a:gd name="connsiteY22839" fmla="*/ 680085 h 2767298"/>
              <a:gd name="connsiteX22840" fmla="*/ 2921834 w 4752801"/>
              <a:gd name="connsiteY22840" fmla="*/ 680085 h 2767298"/>
              <a:gd name="connsiteX22841" fmla="*/ 2933979 w 4752801"/>
              <a:gd name="connsiteY22841" fmla="*/ 680085 h 2767298"/>
              <a:gd name="connsiteX22842" fmla="*/ 2935193 w 4752801"/>
              <a:gd name="connsiteY22842" fmla="*/ 680490 h 2767298"/>
              <a:gd name="connsiteX22843" fmla="*/ 2941265 w 4752801"/>
              <a:gd name="connsiteY22843" fmla="*/ 691015 h 2767298"/>
              <a:gd name="connsiteX22844" fmla="*/ 2941265 w 4752801"/>
              <a:gd name="connsiteY22844" fmla="*/ 692229 h 2767298"/>
              <a:gd name="connsiteX22845" fmla="*/ 2935193 w 4752801"/>
              <a:gd name="connsiteY22845" fmla="*/ 702754 h 2767298"/>
              <a:gd name="connsiteX22846" fmla="*/ 2933979 w 4752801"/>
              <a:gd name="connsiteY22846" fmla="*/ 703564 h 2767298"/>
              <a:gd name="connsiteX22847" fmla="*/ 2921834 w 4752801"/>
              <a:gd name="connsiteY22847" fmla="*/ 703564 h 2767298"/>
              <a:gd name="connsiteX22848" fmla="*/ 2920620 w 4752801"/>
              <a:gd name="connsiteY22848" fmla="*/ 702754 h 2767298"/>
              <a:gd name="connsiteX22849" fmla="*/ 2914548 w 4752801"/>
              <a:gd name="connsiteY22849" fmla="*/ 692229 h 2767298"/>
              <a:gd name="connsiteX22850" fmla="*/ 2914548 w 4752801"/>
              <a:gd name="connsiteY22850" fmla="*/ 691015 h 2767298"/>
              <a:gd name="connsiteX22851" fmla="*/ 2920620 w 4752801"/>
              <a:gd name="connsiteY22851" fmla="*/ 680490 h 2767298"/>
              <a:gd name="connsiteX22852" fmla="*/ 2921834 w 4752801"/>
              <a:gd name="connsiteY22852" fmla="*/ 680085 h 2767298"/>
              <a:gd name="connsiteX22853" fmla="*/ 2840062 w 4752801"/>
              <a:gd name="connsiteY22853" fmla="*/ 679680 h 2767298"/>
              <a:gd name="connsiteX22854" fmla="*/ 2853421 w 4752801"/>
              <a:gd name="connsiteY22854" fmla="*/ 679680 h 2767298"/>
              <a:gd name="connsiteX22855" fmla="*/ 2854636 w 4752801"/>
              <a:gd name="connsiteY22855" fmla="*/ 680085 h 2767298"/>
              <a:gd name="connsiteX22856" fmla="*/ 2861112 w 4752801"/>
              <a:gd name="connsiteY22856" fmla="*/ 691420 h 2767298"/>
              <a:gd name="connsiteX22857" fmla="*/ 2861112 w 4752801"/>
              <a:gd name="connsiteY22857" fmla="*/ 692634 h 2767298"/>
              <a:gd name="connsiteX22858" fmla="*/ 2854636 w 4752801"/>
              <a:gd name="connsiteY22858" fmla="*/ 703969 h 2767298"/>
              <a:gd name="connsiteX22859" fmla="*/ 2853421 w 4752801"/>
              <a:gd name="connsiteY22859" fmla="*/ 704374 h 2767298"/>
              <a:gd name="connsiteX22860" fmla="*/ 2840062 w 4752801"/>
              <a:gd name="connsiteY22860" fmla="*/ 704374 h 2767298"/>
              <a:gd name="connsiteX22861" fmla="*/ 2838848 w 4752801"/>
              <a:gd name="connsiteY22861" fmla="*/ 703969 h 2767298"/>
              <a:gd name="connsiteX22862" fmla="*/ 2832371 w 4752801"/>
              <a:gd name="connsiteY22862" fmla="*/ 692634 h 2767298"/>
              <a:gd name="connsiteX22863" fmla="*/ 2832371 w 4752801"/>
              <a:gd name="connsiteY22863" fmla="*/ 691420 h 2767298"/>
              <a:gd name="connsiteX22864" fmla="*/ 2838848 w 4752801"/>
              <a:gd name="connsiteY22864" fmla="*/ 680085 h 2767298"/>
              <a:gd name="connsiteX22865" fmla="*/ 2840062 w 4752801"/>
              <a:gd name="connsiteY22865" fmla="*/ 679680 h 2767298"/>
              <a:gd name="connsiteX22866" fmla="*/ 3568320 w 4752801"/>
              <a:gd name="connsiteY22866" fmla="*/ 679275 h 2767298"/>
              <a:gd name="connsiteX22867" fmla="*/ 3582084 w 4752801"/>
              <a:gd name="connsiteY22867" fmla="*/ 679275 h 2767298"/>
              <a:gd name="connsiteX22868" fmla="*/ 3583298 w 4752801"/>
              <a:gd name="connsiteY22868" fmla="*/ 679680 h 2767298"/>
              <a:gd name="connsiteX22869" fmla="*/ 3590180 w 4752801"/>
              <a:gd name="connsiteY22869" fmla="*/ 691419 h 2767298"/>
              <a:gd name="connsiteX22870" fmla="*/ 3590180 w 4752801"/>
              <a:gd name="connsiteY22870" fmla="*/ 692634 h 2767298"/>
              <a:gd name="connsiteX22871" fmla="*/ 3583298 w 4752801"/>
              <a:gd name="connsiteY22871" fmla="*/ 704373 h 2767298"/>
              <a:gd name="connsiteX22872" fmla="*/ 3582084 w 4752801"/>
              <a:gd name="connsiteY22872" fmla="*/ 704778 h 2767298"/>
              <a:gd name="connsiteX22873" fmla="*/ 3568320 w 4752801"/>
              <a:gd name="connsiteY22873" fmla="*/ 704778 h 2767298"/>
              <a:gd name="connsiteX22874" fmla="*/ 3567106 w 4752801"/>
              <a:gd name="connsiteY22874" fmla="*/ 704373 h 2767298"/>
              <a:gd name="connsiteX22875" fmla="*/ 3560224 w 4752801"/>
              <a:gd name="connsiteY22875" fmla="*/ 692634 h 2767298"/>
              <a:gd name="connsiteX22876" fmla="*/ 3560224 w 4752801"/>
              <a:gd name="connsiteY22876" fmla="*/ 691419 h 2767298"/>
              <a:gd name="connsiteX22877" fmla="*/ 3567106 w 4752801"/>
              <a:gd name="connsiteY22877" fmla="*/ 679680 h 2767298"/>
              <a:gd name="connsiteX22878" fmla="*/ 3568320 w 4752801"/>
              <a:gd name="connsiteY22878" fmla="*/ 679275 h 2767298"/>
              <a:gd name="connsiteX22879" fmla="*/ 2354692 w 4752801"/>
              <a:gd name="connsiteY22879" fmla="*/ 679275 h 2767298"/>
              <a:gd name="connsiteX22880" fmla="*/ 2367646 w 4752801"/>
              <a:gd name="connsiteY22880" fmla="*/ 679275 h 2767298"/>
              <a:gd name="connsiteX22881" fmla="*/ 2368860 w 4752801"/>
              <a:gd name="connsiteY22881" fmla="*/ 679680 h 2767298"/>
              <a:gd name="connsiteX22882" fmla="*/ 2375338 w 4752801"/>
              <a:gd name="connsiteY22882" fmla="*/ 691015 h 2767298"/>
              <a:gd name="connsiteX22883" fmla="*/ 2375338 w 4752801"/>
              <a:gd name="connsiteY22883" fmla="*/ 692229 h 2767298"/>
              <a:gd name="connsiteX22884" fmla="*/ 2368860 w 4752801"/>
              <a:gd name="connsiteY22884" fmla="*/ 703564 h 2767298"/>
              <a:gd name="connsiteX22885" fmla="*/ 2367646 w 4752801"/>
              <a:gd name="connsiteY22885" fmla="*/ 703969 h 2767298"/>
              <a:gd name="connsiteX22886" fmla="*/ 2354692 w 4752801"/>
              <a:gd name="connsiteY22886" fmla="*/ 703969 h 2767298"/>
              <a:gd name="connsiteX22887" fmla="*/ 2353478 w 4752801"/>
              <a:gd name="connsiteY22887" fmla="*/ 703564 h 2767298"/>
              <a:gd name="connsiteX22888" fmla="*/ 2347001 w 4752801"/>
              <a:gd name="connsiteY22888" fmla="*/ 692229 h 2767298"/>
              <a:gd name="connsiteX22889" fmla="*/ 2347001 w 4752801"/>
              <a:gd name="connsiteY22889" fmla="*/ 691015 h 2767298"/>
              <a:gd name="connsiteX22890" fmla="*/ 2353478 w 4752801"/>
              <a:gd name="connsiteY22890" fmla="*/ 679680 h 2767298"/>
              <a:gd name="connsiteX22891" fmla="*/ 2354692 w 4752801"/>
              <a:gd name="connsiteY22891" fmla="*/ 679275 h 2767298"/>
              <a:gd name="connsiteX22892" fmla="*/ 3528243 w 4752801"/>
              <a:gd name="connsiteY22892" fmla="*/ 678871 h 2767298"/>
              <a:gd name="connsiteX22893" fmla="*/ 3541602 w 4752801"/>
              <a:gd name="connsiteY22893" fmla="*/ 678871 h 2767298"/>
              <a:gd name="connsiteX22894" fmla="*/ 3542816 w 4752801"/>
              <a:gd name="connsiteY22894" fmla="*/ 679276 h 2767298"/>
              <a:gd name="connsiteX22895" fmla="*/ 3549698 w 4752801"/>
              <a:gd name="connsiteY22895" fmla="*/ 691015 h 2767298"/>
              <a:gd name="connsiteX22896" fmla="*/ 3549698 w 4752801"/>
              <a:gd name="connsiteY22896" fmla="*/ 692230 h 2767298"/>
              <a:gd name="connsiteX22897" fmla="*/ 3542816 w 4752801"/>
              <a:gd name="connsiteY22897" fmla="*/ 703969 h 2767298"/>
              <a:gd name="connsiteX22898" fmla="*/ 3541602 w 4752801"/>
              <a:gd name="connsiteY22898" fmla="*/ 704374 h 2767298"/>
              <a:gd name="connsiteX22899" fmla="*/ 3528243 w 4752801"/>
              <a:gd name="connsiteY22899" fmla="*/ 704374 h 2767298"/>
              <a:gd name="connsiteX22900" fmla="*/ 3527029 w 4752801"/>
              <a:gd name="connsiteY22900" fmla="*/ 703969 h 2767298"/>
              <a:gd name="connsiteX22901" fmla="*/ 3520147 w 4752801"/>
              <a:gd name="connsiteY22901" fmla="*/ 692230 h 2767298"/>
              <a:gd name="connsiteX22902" fmla="*/ 3520147 w 4752801"/>
              <a:gd name="connsiteY22902" fmla="*/ 691015 h 2767298"/>
              <a:gd name="connsiteX22903" fmla="*/ 3527029 w 4752801"/>
              <a:gd name="connsiteY22903" fmla="*/ 679276 h 2767298"/>
              <a:gd name="connsiteX22904" fmla="*/ 3528243 w 4752801"/>
              <a:gd name="connsiteY22904" fmla="*/ 678871 h 2767298"/>
              <a:gd name="connsiteX22905" fmla="*/ 4262169 w 4752801"/>
              <a:gd name="connsiteY22905" fmla="*/ 648914 h 2767298"/>
              <a:gd name="connsiteX22906" fmla="*/ 4265002 w 4752801"/>
              <a:gd name="connsiteY22906" fmla="*/ 648914 h 2767298"/>
              <a:gd name="connsiteX22907" fmla="*/ 4266217 w 4752801"/>
              <a:gd name="connsiteY22907" fmla="*/ 651343 h 2767298"/>
              <a:gd name="connsiteX22908" fmla="*/ 4265002 w 4752801"/>
              <a:gd name="connsiteY22908" fmla="*/ 653772 h 2767298"/>
              <a:gd name="connsiteX22909" fmla="*/ 4262169 w 4752801"/>
              <a:gd name="connsiteY22909" fmla="*/ 653772 h 2767298"/>
              <a:gd name="connsiteX22910" fmla="*/ 4260954 w 4752801"/>
              <a:gd name="connsiteY22910" fmla="*/ 651343 h 2767298"/>
              <a:gd name="connsiteX22911" fmla="*/ 4181206 w 4752801"/>
              <a:gd name="connsiteY22911" fmla="*/ 648914 h 2767298"/>
              <a:gd name="connsiteX22912" fmla="*/ 4184039 w 4752801"/>
              <a:gd name="connsiteY22912" fmla="*/ 648914 h 2767298"/>
              <a:gd name="connsiteX22913" fmla="*/ 4185254 w 4752801"/>
              <a:gd name="connsiteY22913" fmla="*/ 651343 h 2767298"/>
              <a:gd name="connsiteX22914" fmla="*/ 4184039 w 4752801"/>
              <a:gd name="connsiteY22914" fmla="*/ 653772 h 2767298"/>
              <a:gd name="connsiteX22915" fmla="*/ 4181206 w 4752801"/>
              <a:gd name="connsiteY22915" fmla="*/ 653772 h 2767298"/>
              <a:gd name="connsiteX22916" fmla="*/ 4179991 w 4752801"/>
              <a:gd name="connsiteY22916" fmla="*/ 651343 h 2767298"/>
              <a:gd name="connsiteX22917" fmla="*/ 4141129 w 4752801"/>
              <a:gd name="connsiteY22917" fmla="*/ 648914 h 2767298"/>
              <a:gd name="connsiteX22918" fmla="*/ 4143558 w 4752801"/>
              <a:gd name="connsiteY22918" fmla="*/ 648914 h 2767298"/>
              <a:gd name="connsiteX22919" fmla="*/ 4144773 w 4752801"/>
              <a:gd name="connsiteY22919" fmla="*/ 651343 h 2767298"/>
              <a:gd name="connsiteX22920" fmla="*/ 4143558 w 4752801"/>
              <a:gd name="connsiteY22920" fmla="*/ 653772 h 2767298"/>
              <a:gd name="connsiteX22921" fmla="*/ 4141129 w 4752801"/>
              <a:gd name="connsiteY22921" fmla="*/ 653772 h 2767298"/>
              <a:gd name="connsiteX22922" fmla="*/ 4139915 w 4752801"/>
              <a:gd name="connsiteY22922" fmla="*/ 651343 h 2767298"/>
              <a:gd name="connsiteX22923" fmla="*/ 4100648 w 4752801"/>
              <a:gd name="connsiteY22923" fmla="*/ 648914 h 2767298"/>
              <a:gd name="connsiteX22924" fmla="*/ 4103077 w 4752801"/>
              <a:gd name="connsiteY22924" fmla="*/ 648914 h 2767298"/>
              <a:gd name="connsiteX22925" fmla="*/ 4104292 w 4752801"/>
              <a:gd name="connsiteY22925" fmla="*/ 651343 h 2767298"/>
              <a:gd name="connsiteX22926" fmla="*/ 4103077 w 4752801"/>
              <a:gd name="connsiteY22926" fmla="*/ 653772 h 2767298"/>
              <a:gd name="connsiteX22927" fmla="*/ 4100648 w 4752801"/>
              <a:gd name="connsiteY22927" fmla="*/ 653772 h 2767298"/>
              <a:gd name="connsiteX22928" fmla="*/ 4099434 w 4752801"/>
              <a:gd name="connsiteY22928" fmla="*/ 651343 h 2767298"/>
              <a:gd name="connsiteX22929" fmla="*/ 4221687 w 4752801"/>
              <a:gd name="connsiteY22929" fmla="*/ 648510 h 2767298"/>
              <a:gd name="connsiteX22930" fmla="*/ 4224926 w 4752801"/>
              <a:gd name="connsiteY22930" fmla="*/ 648510 h 2767298"/>
              <a:gd name="connsiteX22931" fmla="*/ 4226545 w 4752801"/>
              <a:gd name="connsiteY22931" fmla="*/ 651344 h 2767298"/>
              <a:gd name="connsiteX22932" fmla="*/ 4224926 w 4752801"/>
              <a:gd name="connsiteY22932" fmla="*/ 654177 h 2767298"/>
              <a:gd name="connsiteX22933" fmla="*/ 4221687 w 4752801"/>
              <a:gd name="connsiteY22933" fmla="*/ 654177 h 2767298"/>
              <a:gd name="connsiteX22934" fmla="*/ 4220068 w 4752801"/>
              <a:gd name="connsiteY22934" fmla="*/ 651344 h 2767298"/>
              <a:gd name="connsiteX22935" fmla="*/ 4059762 w 4752801"/>
              <a:gd name="connsiteY22935" fmla="*/ 648510 h 2767298"/>
              <a:gd name="connsiteX22936" fmla="*/ 4063001 w 4752801"/>
              <a:gd name="connsiteY22936" fmla="*/ 648510 h 2767298"/>
              <a:gd name="connsiteX22937" fmla="*/ 4064620 w 4752801"/>
              <a:gd name="connsiteY22937" fmla="*/ 651344 h 2767298"/>
              <a:gd name="connsiteX22938" fmla="*/ 4063001 w 4752801"/>
              <a:gd name="connsiteY22938" fmla="*/ 654177 h 2767298"/>
              <a:gd name="connsiteX22939" fmla="*/ 4059762 w 4752801"/>
              <a:gd name="connsiteY22939" fmla="*/ 654177 h 2767298"/>
              <a:gd name="connsiteX22940" fmla="*/ 4058143 w 4752801"/>
              <a:gd name="connsiteY22940" fmla="*/ 651344 h 2767298"/>
              <a:gd name="connsiteX22941" fmla="*/ 4019280 w 4752801"/>
              <a:gd name="connsiteY22941" fmla="*/ 648510 h 2767298"/>
              <a:gd name="connsiteX22942" fmla="*/ 4022519 w 4752801"/>
              <a:gd name="connsiteY22942" fmla="*/ 648510 h 2767298"/>
              <a:gd name="connsiteX22943" fmla="*/ 4024138 w 4752801"/>
              <a:gd name="connsiteY22943" fmla="*/ 651344 h 2767298"/>
              <a:gd name="connsiteX22944" fmla="*/ 4022519 w 4752801"/>
              <a:gd name="connsiteY22944" fmla="*/ 654177 h 2767298"/>
              <a:gd name="connsiteX22945" fmla="*/ 4019280 w 4752801"/>
              <a:gd name="connsiteY22945" fmla="*/ 654177 h 2767298"/>
              <a:gd name="connsiteX22946" fmla="*/ 4017661 w 4752801"/>
              <a:gd name="connsiteY22946" fmla="*/ 651344 h 2767298"/>
              <a:gd name="connsiteX22947" fmla="*/ 3978799 w 4752801"/>
              <a:gd name="connsiteY22947" fmla="*/ 648105 h 2767298"/>
              <a:gd name="connsiteX22948" fmla="*/ 3982442 w 4752801"/>
              <a:gd name="connsiteY22948" fmla="*/ 648105 h 2767298"/>
              <a:gd name="connsiteX22949" fmla="*/ 3984467 w 4752801"/>
              <a:gd name="connsiteY22949" fmla="*/ 651344 h 2767298"/>
              <a:gd name="connsiteX22950" fmla="*/ 3982442 w 4752801"/>
              <a:gd name="connsiteY22950" fmla="*/ 654582 h 2767298"/>
              <a:gd name="connsiteX22951" fmla="*/ 3978799 w 4752801"/>
              <a:gd name="connsiteY22951" fmla="*/ 654582 h 2767298"/>
              <a:gd name="connsiteX22952" fmla="*/ 3976775 w 4752801"/>
              <a:gd name="connsiteY22952" fmla="*/ 651344 h 2767298"/>
              <a:gd name="connsiteX22953" fmla="*/ 3938318 w 4752801"/>
              <a:gd name="connsiteY22953" fmla="*/ 648105 h 2767298"/>
              <a:gd name="connsiteX22954" fmla="*/ 3941961 w 4752801"/>
              <a:gd name="connsiteY22954" fmla="*/ 648105 h 2767298"/>
              <a:gd name="connsiteX22955" fmla="*/ 3943986 w 4752801"/>
              <a:gd name="connsiteY22955" fmla="*/ 651344 h 2767298"/>
              <a:gd name="connsiteX22956" fmla="*/ 3941961 w 4752801"/>
              <a:gd name="connsiteY22956" fmla="*/ 654582 h 2767298"/>
              <a:gd name="connsiteX22957" fmla="*/ 3938318 w 4752801"/>
              <a:gd name="connsiteY22957" fmla="*/ 654582 h 2767298"/>
              <a:gd name="connsiteX22958" fmla="*/ 3936294 w 4752801"/>
              <a:gd name="connsiteY22958" fmla="*/ 651344 h 2767298"/>
              <a:gd name="connsiteX22959" fmla="*/ 3897433 w 4752801"/>
              <a:gd name="connsiteY22959" fmla="*/ 647700 h 2767298"/>
              <a:gd name="connsiteX22960" fmla="*/ 3901076 w 4752801"/>
              <a:gd name="connsiteY22960" fmla="*/ 647700 h 2767298"/>
              <a:gd name="connsiteX22961" fmla="*/ 3902290 w 4752801"/>
              <a:gd name="connsiteY22961" fmla="*/ 648105 h 2767298"/>
              <a:gd name="connsiteX22962" fmla="*/ 3903909 w 4752801"/>
              <a:gd name="connsiteY22962" fmla="*/ 650938 h 2767298"/>
              <a:gd name="connsiteX22963" fmla="*/ 3903909 w 4752801"/>
              <a:gd name="connsiteY22963" fmla="*/ 652153 h 2767298"/>
              <a:gd name="connsiteX22964" fmla="*/ 3902290 w 4752801"/>
              <a:gd name="connsiteY22964" fmla="*/ 654987 h 2767298"/>
              <a:gd name="connsiteX22965" fmla="*/ 3901076 w 4752801"/>
              <a:gd name="connsiteY22965" fmla="*/ 655391 h 2767298"/>
              <a:gd name="connsiteX22966" fmla="*/ 3897433 w 4752801"/>
              <a:gd name="connsiteY22966" fmla="*/ 655391 h 2767298"/>
              <a:gd name="connsiteX22967" fmla="*/ 3896218 w 4752801"/>
              <a:gd name="connsiteY22967" fmla="*/ 654987 h 2767298"/>
              <a:gd name="connsiteX22968" fmla="*/ 3894599 w 4752801"/>
              <a:gd name="connsiteY22968" fmla="*/ 652153 h 2767298"/>
              <a:gd name="connsiteX22969" fmla="*/ 3894599 w 4752801"/>
              <a:gd name="connsiteY22969" fmla="*/ 650938 h 2767298"/>
              <a:gd name="connsiteX22970" fmla="*/ 3896218 w 4752801"/>
              <a:gd name="connsiteY22970" fmla="*/ 648105 h 2767298"/>
              <a:gd name="connsiteX22971" fmla="*/ 3897433 w 4752801"/>
              <a:gd name="connsiteY22971" fmla="*/ 647700 h 2767298"/>
              <a:gd name="connsiteX22972" fmla="*/ 2601627 w 4752801"/>
              <a:gd name="connsiteY22972" fmla="*/ 647700 h 2767298"/>
              <a:gd name="connsiteX22973" fmla="*/ 2606080 w 4752801"/>
              <a:gd name="connsiteY22973" fmla="*/ 647700 h 2767298"/>
              <a:gd name="connsiteX22974" fmla="*/ 2608104 w 4752801"/>
              <a:gd name="connsiteY22974" fmla="*/ 651343 h 2767298"/>
              <a:gd name="connsiteX22975" fmla="*/ 2606080 w 4752801"/>
              <a:gd name="connsiteY22975" fmla="*/ 654987 h 2767298"/>
              <a:gd name="connsiteX22976" fmla="*/ 2601627 w 4752801"/>
              <a:gd name="connsiteY22976" fmla="*/ 654987 h 2767298"/>
              <a:gd name="connsiteX22977" fmla="*/ 2599603 w 4752801"/>
              <a:gd name="connsiteY22977" fmla="*/ 651343 h 2767298"/>
              <a:gd name="connsiteX22978" fmla="*/ 2561551 w 4752801"/>
              <a:gd name="connsiteY22978" fmla="*/ 647700 h 2767298"/>
              <a:gd name="connsiteX22979" fmla="*/ 2565599 w 4752801"/>
              <a:gd name="connsiteY22979" fmla="*/ 647700 h 2767298"/>
              <a:gd name="connsiteX22980" fmla="*/ 2567623 w 4752801"/>
              <a:gd name="connsiteY22980" fmla="*/ 651343 h 2767298"/>
              <a:gd name="connsiteX22981" fmla="*/ 2565599 w 4752801"/>
              <a:gd name="connsiteY22981" fmla="*/ 654987 h 2767298"/>
              <a:gd name="connsiteX22982" fmla="*/ 2561551 w 4752801"/>
              <a:gd name="connsiteY22982" fmla="*/ 654987 h 2767298"/>
              <a:gd name="connsiteX22983" fmla="*/ 2559527 w 4752801"/>
              <a:gd name="connsiteY22983" fmla="*/ 651343 h 2767298"/>
              <a:gd name="connsiteX22984" fmla="*/ 2520665 w 4752801"/>
              <a:gd name="connsiteY22984" fmla="*/ 647700 h 2767298"/>
              <a:gd name="connsiteX22985" fmla="*/ 2525118 w 4752801"/>
              <a:gd name="connsiteY22985" fmla="*/ 647700 h 2767298"/>
              <a:gd name="connsiteX22986" fmla="*/ 2527142 w 4752801"/>
              <a:gd name="connsiteY22986" fmla="*/ 651343 h 2767298"/>
              <a:gd name="connsiteX22987" fmla="*/ 2525118 w 4752801"/>
              <a:gd name="connsiteY22987" fmla="*/ 654987 h 2767298"/>
              <a:gd name="connsiteX22988" fmla="*/ 2520665 w 4752801"/>
              <a:gd name="connsiteY22988" fmla="*/ 654987 h 2767298"/>
              <a:gd name="connsiteX22989" fmla="*/ 2518641 w 4752801"/>
              <a:gd name="connsiteY22989" fmla="*/ 651343 h 2767298"/>
              <a:gd name="connsiteX22990" fmla="*/ 2440512 w 4752801"/>
              <a:gd name="connsiteY22990" fmla="*/ 647700 h 2767298"/>
              <a:gd name="connsiteX22991" fmla="*/ 2443751 w 4752801"/>
              <a:gd name="connsiteY22991" fmla="*/ 647700 h 2767298"/>
              <a:gd name="connsiteX22992" fmla="*/ 2444965 w 4752801"/>
              <a:gd name="connsiteY22992" fmla="*/ 648105 h 2767298"/>
              <a:gd name="connsiteX22993" fmla="*/ 2446584 w 4752801"/>
              <a:gd name="connsiteY22993" fmla="*/ 650938 h 2767298"/>
              <a:gd name="connsiteX22994" fmla="*/ 2446584 w 4752801"/>
              <a:gd name="connsiteY22994" fmla="*/ 652153 h 2767298"/>
              <a:gd name="connsiteX22995" fmla="*/ 2444965 w 4752801"/>
              <a:gd name="connsiteY22995" fmla="*/ 654987 h 2767298"/>
              <a:gd name="connsiteX22996" fmla="*/ 2443751 w 4752801"/>
              <a:gd name="connsiteY22996" fmla="*/ 655796 h 2767298"/>
              <a:gd name="connsiteX22997" fmla="*/ 2440512 w 4752801"/>
              <a:gd name="connsiteY22997" fmla="*/ 655796 h 2767298"/>
              <a:gd name="connsiteX22998" fmla="*/ 2439298 w 4752801"/>
              <a:gd name="connsiteY22998" fmla="*/ 654987 h 2767298"/>
              <a:gd name="connsiteX22999" fmla="*/ 2437679 w 4752801"/>
              <a:gd name="connsiteY22999" fmla="*/ 652153 h 2767298"/>
              <a:gd name="connsiteX23000" fmla="*/ 2437679 w 4752801"/>
              <a:gd name="connsiteY23000" fmla="*/ 650938 h 2767298"/>
              <a:gd name="connsiteX23001" fmla="*/ 2439298 w 4752801"/>
              <a:gd name="connsiteY23001" fmla="*/ 648105 h 2767298"/>
              <a:gd name="connsiteX23002" fmla="*/ 2440512 w 4752801"/>
              <a:gd name="connsiteY23002" fmla="*/ 647700 h 2767298"/>
              <a:gd name="connsiteX23003" fmla="*/ 2642513 w 4752801"/>
              <a:gd name="connsiteY23003" fmla="*/ 647295 h 2767298"/>
              <a:gd name="connsiteX23004" fmla="*/ 2646561 w 4752801"/>
              <a:gd name="connsiteY23004" fmla="*/ 647295 h 2767298"/>
              <a:gd name="connsiteX23005" fmla="*/ 2647776 w 4752801"/>
              <a:gd name="connsiteY23005" fmla="*/ 647700 h 2767298"/>
              <a:gd name="connsiteX23006" fmla="*/ 2649800 w 4752801"/>
              <a:gd name="connsiteY23006" fmla="*/ 650938 h 2767298"/>
              <a:gd name="connsiteX23007" fmla="*/ 2649800 w 4752801"/>
              <a:gd name="connsiteY23007" fmla="*/ 652153 h 2767298"/>
              <a:gd name="connsiteX23008" fmla="*/ 2647776 w 4752801"/>
              <a:gd name="connsiteY23008" fmla="*/ 655391 h 2767298"/>
              <a:gd name="connsiteX23009" fmla="*/ 2646561 w 4752801"/>
              <a:gd name="connsiteY23009" fmla="*/ 655796 h 2767298"/>
              <a:gd name="connsiteX23010" fmla="*/ 2642513 w 4752801"/>
              <a:gd name="connsiteY23010" fmla="*/ 655796 h 2767298"/>
              <a:gd name="connsiteX23011" fmla="*/ 2641299 w 4752801"/>
              <a:gd name="connsiteY23011" fmla="*/ 655391 h 2767298"/>
              <a:gd name="connsiteX23012" fmla="*/ 2639275 w 4752801"/>
              <a:gd name="connsiteY23012" fmla="*/ 652153 h 2767298"/>
              <a:gd name="connsiteX23013" fmla="*/ 2639275 w 4752801"/>
              <a:gd name="connsiteY23013" fmla="*/ 650938 h 2767298"/>
              <a:gd name="connsiteX23014" fmla="*/ 2641299 w 4752801"/>
              <a:gd name="connsiteY23014" fmla="*/ 647700 h 2767298"/>
              <a:gd name="connsiteX23015" fmla="*/ 2642513 w 4752801"/>
              <a:gd name="connsiteY23015" fmla="*/ 647295 h 2767298"/>
              <a:gd name="connsiteX23016" fmla="*/ 2480589 w 4752801"/>
              <a:gd name="connsiteY23016" fmla="*/ 647295 h 2767298"/>
              <a:gd name="connsiteX23017" fmla="*/ 2485042 w 4752801"/>
              <a:gd name="connsiteY23017" fmla="*/ 647295 h 2767298"/>
              <a:gd name="connsiteX23018" fmla="*/ 2487471 w 4752801"/>
              <a:gd name="connsiteY23018" fmla="*/ 651343 h 2767298"/>
              <a:gd name="connsiteX23019" fmla="*/ 2485042 w 4752801"/>
              <a:gd name="connsiteY23019" fmla="*/ 655391 h 2767298"/>
              <a:gd name="connsiteX23020" fmla="*/ 2480589 w 4752801"/>
              <a:gd name="connsiteY23020" fmla="*/ 655391 h 2767298"/>
              <a:gd name="connsiteX23021" fmla="*/ 2478160 w 4752801"/>
              <a:gd name="connsiteY23021" fmla="*/ 651343 h 2767298"/>
              <a:gd name="connsiteX23022" fmla="*/ 3856951 w 4752801"/>
              <a:gd name="connsiteY23022" fmla="*/ 646890 h 2767298"/>
              <a:gd name="connsiteX23023" fmla="*/ 3860595 w 4752801"/>
              <a:gd name="connsiteY23023" fmla="*/ 646890 h 2767298"/>
              <a:gd name="connsiteX23024" fmla="*/ 3861809 w 4752801"/>
              <a:gd name="connsiteY23024" fmla="*/ 647700 h 2767298"/>
              <a:gd name="connsiteX23025" fmla="*/ 3863833 w 4752801"/>
              <a:gd name="connsiteY23025" fmla="*/ 650938 h 2767298"/>
              <a:gd name="connsiteX23026" fmla="*/ 3863833 w 4752801"/>
              <a:gd name="connsiteY23026" fmla="*/ 652153 h 2767298"/>
              <a:gd name="connsiteX23027" fmla="*/ 3861809 w 4752801"/>
              <a:gd name="connsiteY23027" fmla="*/ 655391 h 2767298"/>
              <a:gd name="connsiteX23028" fmla="*/ 3860595 w 4752801"/>
              <a:gd name="connsiteY23028" fmla="*/ 655796 h 2767298"/>
              <a:gd name="connsiteX23029" fmla="*/ 3856951 w 4752801"/>
              <a:gd name="connsiteY23029" fmla="*/ 655796 h 2767298"/>
              <a:gd name="connsiteX23030" fmla="*/ 3855737 w 4752801"/>
              <a:gd name="connsiteY23030" fmla="*/ 655391 h 2767298"/>
              <a:gd name="connsiteX23031" fmla="*/ 3853713 w 4752801"/>
              <a:gd name="connsiteY23031" fmla="*/ 652153 h 2767298"/>
              <a:gd name="connsiteX23032" fmla="*/ 3853713 w 4752801"/>
              <a:gd name="connsiteY23032" fmla="*/ 650938 h 2767298"/>
              <a:gd name="connsiteX23033" fmla="*/ 3855737 w 4752801"/>
              <a:gd name="connsiteY23033" fmla="*/ 647700 h 2767298"/>
              <a:gd name="connsiteX23034" fmla="*/ 3856951 w 4752801"/>
              <a:gd name="connsiteY23034" fmla="*/ 646890 h 2767298"/>
              <a:gd name="connsiteX23035" fmla="*/ 1953927 w 4752801"/>
              <a:gd name="connsiteY23035" fmla="*/ 646890 h 2767298"/>
              <a:gd name="connsiteX23036" fmla="*/ 1958380 w 4752801"/>
              <a:gd name="connsiteY23036" fmla="*/ 646890 h 2767298"/>
              <a:gd name="connsiteX23037" fmla="*/ 1959594 w 4752801"/>
              <a:gd name="connsiteY23037" fmla="*/ 647295 h 2767298"/>
              <a:gd name="connsiteX23038" fmla="*/ 1961619 w 4752801"/>
              <a:gd name="connsiteY23038" fmla="*/ 650938 h 2767298"/>
              <a:gd name="connsiteX23039" fmla="*/ 1961619 w 4752801"/>
              <a:gd name="connsiteY23039" fmla="*/ 652153 h 2767298"/>
              <a:gd name="connsiteX23040" fmla="*/ 1959594 w 4752801"/>
              <a:gd name="connsiteY23040" fmla="*/ 655796 h 2767298"/>
              <a:gd name="connsiteX23041" fmla="*/ 1958380 w 4752801"/>
              <a:gd name="connsiteY23041" fmla="*/ 656201 h 2767298"/>
              <a:gd name="connsiteX23042" fmla="*/ 1953927 w 4752801"/>
              <a:gd name="connsiteY23042" fmla="*/ 656201 h 2767298"/>
              <a:gd name="connsiteX23043" fmla="*/ 1952713 w 4752801"/>
              <a:gd name="connsiteY23043" fmla="*/ 655796 h 2767298"/>
              <a:gd name="connsiteX23044" fmla="*/ 1950689 w 4752801"/>
              <a:gd name="connsiteY23044" fmla="*/ 652153 h 2767298"/>
              <a:gd name="connsiteX23045" fmla="*/ 1950689 w 4752801"/>
              <a:gd name="connsiteY23045" fmla="*/ 650938 h 2767298"/>
              <a:gd name="connsiteX23046" fmla="*/ 1952713 w 4752801"/>
              <a:gd name="connsiteY23046" fmla="*/ 647295 h 2767298"/>
              <a:gd name="connsiteX23047" fmla="*/ 1953927 w 4752801"/>
              <a:gd name="connsiteY23047" fmla="*/ 646890 h 2767298"/>
              <a:gd name="connsiteX23048" fmla="*/ 1913446 w 4752801"/>
              <a:gd name="connsiteY23048" fmla="*/ 646890 h 2767298"/>
              <a:gd name="connsiteX23049" fmla="*/ 1917899 w 4752801"/>
              <a:gd name="connsiteY23049" fmla="*/ 646890 h 2767298"/>
              <a:gd name="connsiteX23050" fmla="*/ 1919113 w 4752801"/>
              <a:gd name="connsiteY23050" fmla="*/ 647295 h 2767298"/>
              <a:gd name="connsiteX23051" fmla="*/ 1921138 w 4752801"/>
              <a:gd name="connsiteY23051" fmla="*/ 650938 h 2767298"/>
              <a:gd name="connsiteX23052" fmla="*/ 1921138 w 4752801"/>
              <a:gd name="connsiteY23052" fmla="*/ 652153 h 2767298"/>
              <a:gd name="connsiteX23053" fmla="*/ 1919113 w 4752801"/>
              <a:gd name="connsiteY23053" fmla="*/ 655796 h 2767298"/>
              <a:gd name="connsiteX23054" fmla="*/ 1917899 w 4752801"/>
              <a:gd name="connsiteY23054" fmla="*/ 656201 h 2767298"/>
              <a:gd name="connsiteX23055" fmla="*/ 1913446 w 4752801"/>
              <a:gd name="connsiteY23055" fmla="*/ 656201 h 2767298"/>
              <a:gd name="connsiteX23056" fmla="*/ 1912232 w 4752801"/>
              <a:gd name="connsiteY23056" fmla="*/ 655796 h 2767298"/>
              <a:gd name="connsiteX23057" fmla="*/ 1910208 w 4752801"/>
              <a:gd name="connsiteY23057" fmla="*/ 652153 h 2767298"/>
              <a:gd name="connsiteX23058" fmla="*/ 1910208 w 4752801"/>
              <a:gd name="connsiteY23058" fmla="*/ 650938 h 2767298"/>
              <a:gd name="connsiteX23059" fmla="*/ 1912232 w 4752801"/>
              <a:gd name="connsiteY23059" fmla="*/ 647295 h 2767298"/>
              <a:gd name="connsiteX23060" fmla="*/ 1913446 w 4752801"/>
              <a:gd name="connsiteY23060" fmla="*/ 646890 h 2767298"/>
              <a:gd name="connsiteX23061" fmla="*/ 2399626 w 4752801"/>
              <a:gd name="connsiteY23061" fmla="*/ 646486 h 2767298"/>
              <a:gd name="connsiteX23062" fmla="*/ 2403674 w 4752801"/>
              <a:gd name="connsiteY23062" fmla="*/ 646486 h 2767298"/>
              <a:gd name="connsiteX23063" fmla="*/ 2404889 w 4752801"/>
              <a:gd name="connsiteY23063" fmla="*/ 646891 h 2767298"/>
              <a:gd name="connsiteX23064" fmla="*/ 2406913 w 4752801"/>
              <a:gd name="connsiteY23064" fmla="*/ 650534 h 2767298"/>
              <a:gd name="connsiteX23065" fmla="*/ 2406913 w 4752801"/>
              <a:gd name="connsiteY23065" fmla="*/ 651749 h 2767298"/>
              <a:gd name="connsiteX23066" fmla="*/ 2404889 w 4752801"/>
              <a:gd name="connsiteY23066" fmla="*/ 655392 h 2767298"/>
              <a:gd name="connsiteX23067" fmla="*/ 2403674 w 4752801"/>
              <a:gd name="connsiteY23067" fmla="*/ 655797 h 2767298"/>
              <a:gd name="connsiteX23068" fmla="*/ 2399626 w 4752801"/>
              <a:gd name="connsiteY23068" fmla="*/ 655797 h 2767298"/>
              <a:gd name="connsiteX23069" fmla="*/ 2398412 w 4752801"/>
              <a:gd name="connsiteY23069" fmla="*/ 655392 h 2767298"/>
              <a:gd name="connsiteX23070" fmla="*/ 2396388 w 4752801"/>
              <a:gd name="connsiteY23070" fmla="*/ 651749 h 2767298"/>
              <a:gd name="connsiteX23071" fmla="*/ 2396388 w 4752801"/>
              <a:gd name="connsiteY23071" fmla="*/ 650534 h 2767298"/>
              <a:gd name="connsiteX23072" fmla="*/ 2398412 w 4752801"/>
              <a:gd name="connsiteY23072" fmla="*/ 646891 h 2767298"/>
              <a:gd name="connsiteX23073" fmla="*/ 2399626 w 4752801"/>
              <a:gd name="connsiteY23073" fmla="*/ 646486 h 2767298"/>
              <a:gd name="connsiteX23074" fmla="*/ 2359145 w 4752801"/>
              <a:gd name="connsiteY23074" fmla="*/ 646486 h 2767298"/>
              <a:gd name="connsiteX23075" fmla="*/ 2363193 w 4752801"/>
              <a:gd name="connsiteY23075" fmla="*/ 646486 h 2767298"/>
              <a:gd name="connsiteX23076" fmla="*/ 2364408 w 4752801"/>
              <a:gd name="connsiteY23076" fmla="*/ 646891 h 2767298"/>
              <a:gd name="connsiteX23077" fmla="*/ 2366432 w 4752801"/>
              <a:gd name="connsiteY23077" fmla="*/ 650534 h 2767298"/>
              <a:gd name="connsiteX23078" fmla="*/ 2366432 w 4752801"/>
              <a:gd name="connsiteY23078" fmla="*/ 651749 h 2767298"/>
              <a:gd name="connsiteX23079" fmla="*/ 2364408 w 4752801"/>
              <a:gd name="connsiteY23079" fmla="*/ 655392 h 2767298"/>
              <a:gd name="connsiteX23080" fmla="*/ 2363193 w 4752801"/>
              <a:gd name="connsiteY23080" fmla="*/ 655797 h 2767298"/>
              <a:gd name="connsiteX23081" fmla="*/ 2359145 w 4752801"/>
              <a:gd name="connsiteY23081" fmla="*/ 655797 h 2767298"/>
              <a:gd name="connsiteX23082" fmla="*/ 2357931 w 4752801"/>
              <a:gd name="connsiteY23082" fmla="*/ 655392 h 2767298"/>
              <a:gd name="connsiteX23083" fmla="*/ 2355907 w 4752801"/>
              <a:gd name="connsiteY23083" fmla="*/ 651749 h 2767298"/>
              <a:gd name="connsiteX23084" fmla="*/ 2355907 w 4752801"/>
              <a:gd name="connsiteY23084" fmla="*/ 650534 h 2767298"/>
              <a:gd name="connsiteX23085" fmla="*/ 2357931 w 4752801"/>
              <a:gd name="connsiteY23085" fmla="*/ 646891 h 2767298"/>
              <a:gd name="connsiteX23086" fmla="*/ 2359145 w 4752801"/>
              <a:gd name="connsiteY23086" fmla="*/ 646486 h 2767298"/>
              <a:gd name="connsiteX23087" fmla="*/ 1994813 w 4752801"/>
              <a:gd name="connsiteY23087" fmla="*/ 646486 h 2767298"/>
              <a:gd name="connsiteX23088" fmla="*/ 1998861 w 4752801"/>
              <a:gd name="connsiteY23088" fmla="*/ 646486 h 2767298"/>
              <a:gd name="connsiteX23089" fmla="*/ 2000076 w 4752801"/>
              <a:gd name="connsiteY23089" fmla="*/ 646891 h 2767298"/>
              <a:gd name="connsiteX23090" fmla="*/ 2002100 w 4752801"/>
              <a:gd name="connsiteY23090" fmla="*/ 650534 h 2767298"/>
              <a:gd name="connsiteX23091" fmla="*/ 2002100 w 4752801"/>
              <a:gd name="connsiteY23091" fmla="*/ 651749 h 2767298"/>
              <a:gd name="connsiteX23092" fmla="*/ 2000076 w 4752801"/>
              <a:gd name="connsiteY23092" fmla="*/ 655392 h 2767298"/>
              <a:gd name="connsiteX23093" fmla="*/ 1998861 w 4752801"/>
              <a:gd name="connsiteY23093" fmla="*/ 655797 h 2767298"/>
              <a:gd name="connsiteX23094" fmla="*/ 1994813 w 4752801"/>
              <a:gd name="connsiteY23094" fmla="*/ 655797 h 2767298"/>
              <a:gd name="connsiteX23095" fmla="*/ 1993599 w 4752801"/>
              <a:gd name="connsiteY23095" fmla="*/ 655392 h 2767298"/>
              <a:gd name="connsiteX23096" fmla="*/ 1991575 w 4752801"/>
              <a:gd name="connsiteY23096" fmla="*/ 651749 h 2767298"/>
              <a:gd name="connsiteX23097" fmla="*/ 1991575 w 4752801"/>
              <a:gd name="connsiteY23097" fmla="*/ 650534 h 2767298"/>
              <a:gd name="connsiteX23098" fmla="*/ 1993599 w 4752801"/>
              <a:gd name="connsiteY23098" fmla="*/ 646891 h 2767298"/>
              <a:gd name="connsiteX23099" fmla="*/ 1994813 w 4752801"/>
              <a:gd name="connsiteY23099" fmla="*/ 646486 h 2767298"/>
              <a:gd name="connsiteX23100" fmla="*/ 1792002 w 4752801"/>
              <a:gd name="connsiteY23100" fmla="*/ 646486 h 2767298"/>
              <a:gd name="connsiteX23101" fmla="*/ 1796860 w 4752801"/>
              <a:gd name="connsiteY23101" fmla="*/ 646486 h 2767298"/>
              <a:gd name="connsiteX23102" fmla="*/ 1798074 w 4752801"/>
              <a:gd name="connsiteY23102" fmla="*/ 646891 h 2767298"/>
              <a:gd name="connsiteX23103" fmla="*/ 1800503 w 4752801"/>
              <a:gd name="connsiteY23103" fmla="*/ 650939 h 2767298"/>
              <a:gd name="connsiteX23104" fmla="*/ 1800503 w 4752801"/>
              <a:gd name="connsiteY23104" fmla="*/ 652153 h 2767298"/>
              <a:gd name="connsiteX23105" fmla="*/ 1798074 w 4752801"/>
              <a:gd name="connsiteY23105" fmla="*/ 656201 h 2767298"/>
              <a:gd name="connsiteX23106" fmla="*/ 1796860 w 4752801"/>
              <a:gd name="connsiteY23106" fmla="*/ 656606 h 2767298"/>
              <a:gd name="connsiteX23107" fmla="*/ 1792002 w 4752801"/>
              <a:gd name="connsiteY23107" fmla="*/ 656606 h 2767298"/>
              <a:gd name="connsiteX23108" fmla="*/ 1790787 w 4752801"/>
              <a:gd name="connsiteY23108" fmla="*/ 656201 h 2767298"/>
              <a:gd name="connsiteX23109" fmla="*/ 1788359 w 4752801"/>
              <a:gd name="connsiteY23109" fmla="*/ 652153 h 2767298"/>
              <a:gd name="connsiteX23110" fmla="*/ 1788359 w 4752801"/>
              <a:gd name="connsiteY23110" fmla="*/ 650939 h 2767298"/>
              <a:gd name="connsiteX23111" fmla="*/ 1790787 w 4752801"/>
              <a:gd name="connsiteY23111" fmla="*/ 646891 h 2767298"/>
              <a:gd name="connsiteX23112" fmla="*/ 1792002 w 4752801"/>
              <a:gd name="connsiteY23112" fmla="*/ 646486 h 2767298"/>
              <a:gd name="connsiteX23113" fmla="*/ 2318259 w 4752801"/>
              <a:gd name="connsiteY23113" fmla="*/ 646081 h 2767298"/>
              <a:gd name="connsiteX23114" fmla="*/ 2322712 w 4752801"/>
              <a:gd name="connsiteY23114" fmla="*/ 646081 h 2767298"/>
              <a:gd name="connsiteX23115" fmla="*/ 2323926 w 4752801"/>
              <a:gd name="connsiteY23115" fmla="*/ 646486 h 2767298"/>
              <a:gd name="connsiteX23116" fmla="*/ 2326355 w 4752801"/>
              <a:gd name="connsiteY23116" fmla="*/ 650534 h 2767298"/>
              <a:gd name="connsiteX23117" fmla="*/ 2326355 w 4752801"/>
              <a:gd name="connsiteY23117" fmla="*/ 651748 h 2767298"/>
              <a:gd name="connsiteX23118" fmla="*/ 2323926 w 4752801"/>
              <a:gd name="connsiteY23118" fmla="*/ 655797 h 2767298"/>
              <a:gd name="connsiteX23119" fmla="*/ 2322712 w 4752801"/>
              <a:gd name="connsiteY23119" fmla="*/ 656201 h 2767298"/>
              <a:gd name="connsiteX23120" fmla="*/ 2318259 w 4752801"/>
              <a:gd name="connsiteY23120" fmla="*/ 656201 h 2767298"/>
              <a:gd name="connsiteX23121" fmla="*/ 2317044 w 4752801"/>
              <a:gd name="connsiteY23121" fmla="*/ 655797 h 2767298"/>
              <a:gd name="connsiteX23122" fmla="*/ 2314616 w 4752801"/>
              <a:gd name="connsiteY23122" fmla="*/ 651748 h 2767298"/>
              <a:gd name="connsiteX23123" fmla="*/ 2314616 w 4752801"/>
              <a:gd name="connsiteY23123" fmla="*/ 650534 h 2767298"/>
              <a:gd name="connsiteX23124" fmla="*/ 2317044 w 4752801"/>
              <a:gd name="connsiteY23124" fmla="*/ 646486 h 2767298"/>
              <a:gd name="connsiteX23125" fmla="*/ 2318259 w 4752801"/>
              <a:gd name="connsiteY23125" fmla="*/ 646081 h 2767298"/>
              <a:gd name="connsiteX23126" fmla="*/ 2277373 w 4752801"/>
              <a:gd name="connsiteY23126" fmla="*/ 646081 h 2767298"/>
              <a:gd name="connsiteX23127" fmla="*/ 2282635 w 4752801"/>
              <a:gd name="connsiteY23127" fmla="*/ 646081 h 2767298"/>
              <a:gd name="connsiteX23128" fmla="*/ 2283850 w 4752801"/>
              <a:gd name="connsiteY23128" fmla="*/ 646486 h 2767298"/>
              <a:gd name="connsiteX23129" fmla="*/ 2286279 w 4752801"/>
              <a:gd name="connsiteY23129" fmla="*/ 650939 h 2767298"/>
              <a:gd name="connsiteX23130" fmla="*/ 2286279 w 4752801"/>
              <a:gd name="connsiteY23130" fmla="*/ 652153 h 2767298"/>
              <a:gd name="connsiteX23131" fmla="*/ 2283850 w 4752801"/>
              <a:gd name="connsiteY23131" fmla="*/ 656606 h 2767298"/>
              <a:gd name="connsiteX23132" fmla="*/ 2282635 w 4752801"/>
              <a:gd name="connsiteY23132" fmla="*/ 657011 h 2767298"/>
              <a:gd name="connsiteX23133" fmla="*/ 2277373 w 4752801"/>
              <a:gd name="connsiteY23133" fmla="*/ 657011 h 2767298"/>
              <a:gd name="connsiteX23134" fmla="*/ 2276159 w 4752801"/>
              <a:gd name="connsiteY23134" fmla="*/ 656606 h 2767298"/>
              <a:gd name="connsiteX23135" fmla="*/ 2273730 w 4752801"/>
              <a:gd name="connsiteY23135" fmla="*/ 652153 h 2767298"/>
              <a:gd name="connsiteX23136" fmla="*/ 2273730 w 4752801"/>
              <a:gd name="connsiteY23136" fmla="*/ 650939 h 2767298"/>
              <a:gd name="connsiteX23137" fmla="*/ 2276159 w 4752801"/>
              <a:gd name="connsiteY23137" fmla="*/ 646486 h 2767298"/>
              <a:gd name="connsiteX23138" fmla="*/ 2277373 w 4752801"/>
              <a:gd name="connsiteY23138" fmla="*/ 646081 h 2767298"/>
              <a:gd name="connsiteX23139" fmla="*/ 2075371 w 4752801"/>
              <a:gd name="connsiteY23139" fmla="*/ 646081 h 2767298"/>
              <a:gd name="connsiteX23140" fmla="*/ 2079824 w 4752801"/>
              <a:gd name="connsiteY23140" fmla="*/ 646081 h 2767298"/>
              <a:gd name="connsiteX23141" fmla="*/ 2081038 w 4752801"/>
              <a:gd name="connsiteY23141" fmla="*/ 646486 h 2767298"/>
              <a:gd name="connsiteX23142" fmla="*/ 2083063 w 4752801"/>
              <a:gd name="connsiteY23142" fmla="*/ 650534 h 2767298"/>
              <a:gd name="connsiteX23143" fmla="*/ 2083063 w 4752801"/>
              <a:gd name="connsiteY23143" fmla="*/ 651748 h 2767298"/>
              <a:gd name="connsiteX23144" fmla="*/ 2081038 w 4752801"/>
              <a:gd name="connsiteY23144" fmla="*/ 655797 h 2767298"/>
              <a:gd name="connsiteX23145" fmla="*/ 2079824 w 4752801"/>
              <a:gd name="connsiteY23145" fmla="*/ 656201 h 2767298"/>
              <a:gd name="connsiteX23146" fmla="*/ 2075371 w 4752801"/>
              <a:gd name="connsiteY23146" fmla="*/ 656201 h 2767298"/>
              <a:gd name="connsiteX23147" fmla="*/ 2074157 w 4752801"/>
              <a:gd name="connsiteY23147" fmla="*/ 655797 h 2767298"/>
              <a:gd name="connsiteX23148" fmla="*/ 2072133 w 4752801"/>
              <a:gd name="connsiteY23148" fmla="*/ 651748 h 2767298"/>
              <a:gd name="connsiteX23149" fmla="*/ 2072133 w 4752801"/>
              <a:gd name="connsiteY23149" fmla="*/ 650534 h 2767298"/>
              <a:gd name="connsiteX23150" fmla="*/ 2074157 w 4752801"/>
              <a:gd name="connsiteY23150" fmla="*/ 646486 h 2767298"/>
              <a:gd name="connsiteX23151" fmla="*/ 2075371 w 4752801"/>
              <a:gd name="connsiteY23151" fmla="*/ 646081 h 2767298"/>
              <a:gd name="connsiteX23152" fmla="*/ 2035295 w 4752801"/>
              <a:gd name="connsiteY23152" fmla="*/ 646081 h 2767298"/>
              <a:gd name="connsiteX23153" fmla="*/ 2039343 w 4752801"/>
              <a:gd name="connsiteY23153" fmla="*/ 646081 h 2767298"/>
              <a:gd name="connsiteX23154" fmla="*/ 2040558 w 4752801"/>
              <a:gd name="connsiteY23154" fmla="*/ 646891 h 2767298"/>
              <a:gd name="connsiteX23155" fmla="*/ 2042582 w 4752801"/>
              <a:gd name="connsiteY23155" fmla="*/ 650534 h 2767298"/>
              <a:gd name="connsiteX23156" fmla="*/ 2042582 w 4752801"/>
              <a:gd name="connsiteY23156" fmla="*/ 651748 h 2767298"/>
              <a:gd name="connsiteX23157" fmla="*/ 2040558 w 4752801"/>
              <a:gd name="connsiteY23157" fmla="*/ 655392 h 2767298"/>
              <a:gd name="connsiteX23158" fmla="*/ 2039343 w 4752801"/>
              <a:gd name="connsiteY23158" fmla="*/ 655797 h 2767298"/>
              <a:gd name="connsiteX23159" fmla="*/ 2035295 w 4752801"/>
              <a:gd name="connsiteY23159" fmla="*/ 655797 h 2767298"/>
              <a:gd name="connsiteX23160" fmla="*/ 2034081 w 4752801"/>
              <a:gd name="connsiteY23160" fmla="*/ 655392 h 2767298"/>
              <a:gd name="connsiteX23161" fmla="*/ 2032057 w 4752801"/>
              <a:gd name="connsiteY23161" fmla="*/ 651748 h 2767298"/>
              <a:gd name="connsiteX23162" fmla="*/ 2032057 w 4752801"/>
              <a:gd name="connsiteY23162" fmla="*/ 650534 h 2767298"/>
              <a:gd name="connsiteX23163" fmla="*/ 2034081 w 4752801"/>
              <a:gd name="connsiteY23163" fmla="*/ 646891 h 2767298"/>
              <a:gd name="connsiteX23164" fmla="*/ 2035295 w 4752801"/>
              <a:gd name="connsiteY23164" fmla="*/ 646081 h 2767298"/>
              <a:gd name="connsiteX23165" fmla="*/ 1872965 w 4752801"/>
              <a:gd name="connsiteY23165" fmla="*/ 646081 h 2767298"/>
              <a:gd name="connsiteX23166" fmla="*/ 1877418 w 4752801"/>
              <a:gd name="connsiteY23166" fmla="*/ 646081 h 2767298"/>
              <a:gd name="connsiteX23167" fmla="*/ 1878632 w 4752801"/>
              <a:gd name="connsiteY23167" fmla="*/ 646486 h 2767298"/>
              <a:gd name="connsiteX23168" fmla="*/ 1881061 w 4752801"/>
              <a:gd name="connsiteY23168" fmla="*/ 650534 h 2767298"/>
              <a:gd name="connsiteX23169" fmla="*/ 1881061 w 4752801"/>
              <a:gd name="connsiteY23169" fmla="*/ 651748 h 2767298"/>
              <a:gd name="connsiteX23170" fmla="*/ 1878632 w 4752801"/>
              <a:gd name="connsiteY23170" fmla="*/ 655797 h 2767298"/>
              <a:gd name="connsiteX23171" fmla="*/ 1877418 w 4752801"/>
              <a:gd name="connsiteY23171" fmla="*/ 657011 h 2767298"/>
              <a:gd name="connsiteX23172" fmla="*/ 1872965 w 4752801"/>
              <a:gd name="connsiteY23172" fmla="*/ 657011 h 2767298"/>
              <a:gd name="connsiteX23173" fmla="*/ 1871750 w 4752801"/>
              <a:gd name="connsiteY23173" fmla="*/ 656201 h 2767298"/>
              <a:gd name="connsiteX23174" fmla="*/ 1869322 w 4752801"/>
              <a:gd name="connsiteY23174" fmla="*/ 652153 h 2767298"/>
              <a:gd name="connsiteX23175" fmla="*/ 1869322 w 4752801"/>
              <a:gd name="connsiteY23175" fmla="*/ 650939 h 2767298"/>
              <a:gd name="connsiteX23176" fmla="*/ 1871750 w 4752801"/>
              <a:gd name="connsiteY23176" fmla="*/ 646891 h 2767298"/>
              <a:gd name="connsiteX23177" fmla="*/ 1872965 w 4752801"/>
              <a:gd name="connsiteY23177" fmla="*/ 646081 h 2767298"/>
              <a:gd name="connsiteX23178" fmla="*/ 1832484 w 4752801"/>
              <a:gd name="connsiteY23178" fmla="*/ 646081 h 2767298"/>
              <a:gd name="connsiteX23179" fmla="*/ 1837342 w 4752801"/>
              <a:gd name="connsiteY23179" fmla="*/ 646081 h 2767298"/>
              <a:gd name="connsiteX23180" fmla="*/ 1838556 w 4752801"/>
              <a:gd name="connsiteY23180" fmla="*/ 646891 h 2767298"/>
              <a:gd name="connsiteX23181" fmla="*/ 1840985 w 4752801"/>
              <a:gd name="connsiteY23181" fmla="*/ 650939 h 2767298"/>
              <a:gd name="connsiteX23182" fmla="*/ 1840985 w 4752801"/>
              <a:gd name="connsiteY23182" fmla="*/ 652153 h 2767298"/>
              <a:gd name="connsiteX23183" fmla="*/ 1838556 w 4752801"/>
              <a:gd name="connsiteY23183" fmla="*/ 656201 h 2767298"/>
              <a:gd name="connsiteX23184" fmla="*/ 1837342 w 4752801"/>
              <a:gd name="connsiteY23184" fmla="*/ 657011 h 2767298"/>
              <a:gd name="connsiteX23185" fmla="*/ 1832484 w 4752801"/>
              <a:gd name="connsiteY23185" fmla="*/ 657011 h 2767298"/>
              <a:gd name="connsiteX23186" fmla="*/ 1831269 w 4752801"/>
              <a:gd name="connsiteY23186" fmla="*/ 656201 h 2767298"/>
              <a:gd name="connsiteX23187" fmla="*/ 1828841 w 4752801"/>
              <a:gd name="connsiteY23187" fmla="*/ 652153 h 2767298"/>
              <a:gd name="connsiteX23188" fmla="*/ 1828841 w 4752801"/>
              <a:gd name="connsiteY23188" fmla="*/ 650939 h 2767298"/>
              <a:gd name="connsiteX23189" fmla="*/ 1831269 w 4752801"/>
              <a:gd name="connsiteY23189" fmla="*/ 646891 h 2767298"/>
              <a:gd name="connsiteX23190" fmla="*/ 1832484 w 4752801"/>
              <a:gd name="connsiteY23190" fmla="*/ 646081 h 2767298"/>
              <a:gd name="connsiteX23191" fmla="*/ 3816065 w 4752801"/>
              <a:gd name="connsiteY23191" fmla="*/ 645676 h 2767298"/>
              <a:gd name="connsiteX23192" fmla="*/ 3820922 w 4752801"/>
              <a:gd name="connsiteY23192" fmla="*/ 645676 h 2767298"/>
              <a:gd name="connsiteX23193" fmla="*/ 3822137 w 4752801"/>
              <a:gd name="connsiteY23193" fmla="*/ 646081 h 2767298"/>
              <a:gd name="connsiteX23194" fmla="*/ 3824566 w 4752801"/>
              <a:gd name="connsiteY23194" fmla="*/ 650534 h 2767298"/>
              <a:gd name="connsiteX23195" fmla="*/ 3824566 w 4752801"/>
              <a:gd name="connsiteY23195" fmla="*/ 651748 h 2767298"/>
              <a:gd name="connsiteX23196" fmla="*/ 3822137 w 4752801"/>
              <a:gd name="connsiteY23196" fmla="*/ 656201 h 2767298"/>
              <a:gd name="connsiteX23197" fmla="*/ 3820922 w 4752801"/>
              <a:gd name="connsiteY23197" fmla="*/ 656606 h 2767298"/>
              <a:gd name="connsiteX23198" fmla="*/ 3816065 w 4752801"/>
              <a:gd name="connsiteY23198" fmla="*/ 656606 h 2767298"/>
              <a:gd name="connsiteX23199" fmla="*/ 3814850 w 4752801"/>
              <a:gd name="connsiteY23199" fmla="*/ 656201 h 2767298"/>
              <a:gd name="connsiteX23200" fmla="*/ 3812422 w 4752801"/>
              <a:gd name="connsiteY23200" fmla="*/ 651748 h 2767298"/>
              <a:gd name="connsiteX23201" fmla="*/ 3812422 w 4752801"/>
              <a:gd name="connsiteY23201" fmla="*/ 650534 h 2767298"/>
              <a:gd name="connsiteX23202" fmla="*/ 3814850 w 4752801"/>
              <a:gd name="connsiteY23202" fmla="*/ 646081 h 2767298"/>
              <a:gd name="connsiteX23203" fmla="*/ 3816065 w 4752801"/>
              <a:gd name="connsiteY23203" fmla="*/ 645676 h 2767298"/>
              <a:gd name="connsiteX23204" fmla="*/ 3775179 w 4752801"/>
              <a:gd name="connsiteY23204" fmla="*/ 645676 h 2767298"/>
              <a:gd name="connsiteX23205" fmla="*/ 3780846 w 4752801"/>
              <a:gd name="connsiteY23205" fmla="*/ 645676 h 2767298"/>
              <a:gd name="connsiteX23206" fmla="*/ 3782061 w 4752801"/>
              <a:gd name="connsiteY23206" fmla="*/ 646081 h 2767298"/>
              <a:gd name="connsiteX23207" fmla="*/ 3784894 w 4752801"/>
              <a:gd name="connsiteY23207" fmla="*/ 650939 h 2767298"/>
              <a:gd name="connsiteX23208" fmla="*/ 3784894 w 4752801"/>
              <a:gd name="connsiteY23208" fmla="*/ 652153 h 2767298"/>
              <a:gd name="connsiteX23209" fmla="*/ 3782061 w 4752801"/>
              <a:gd name="connsiteY23209" fmla="*/ 657011 h 2767298"/>
              <a:gd name="connsiteX23210" fmla="*/ 3780846 w 4752801"/>
              <a:gd name="connsiteY23210" fmla="*/ 657416 h 2767298"/>
              <a:gd name="connsiteX23211" fmla="*/ 3775179 w 4752801"/>
              <a:gd name="connsiteY23211" fmla="*/ 657416 h 2767298"/>
              <a:gd name="connsiteX23212" fmla="*/ 3773965 w 4752801"/>
              <a:gd name="connsiteY23212" fmla="*/ 657011 h 2767298"/>
              <a:gd name="connsiteX23213" fmla="*/ 3771131 w 4752801"/>
              <a:gd name="connsiteY23213" fmla="*/ 652153 h 2767298"/>
              <a:gd name="connsiteX23214" fmla="*/ 3771131 w 4752801"/>
              <a:gd name="connsiteY23214" fmla="*/ 650939 h 2767298"/>
              <a:gd name="connsiteX23215" fmla="*/ 3773965 w 4752801"/>
              <a:gd name="connsiteY23215" fmla="*/ 646081 h 2767298"/>
              <a:gd name="connsiteX23216" fmla="*/ 3775179 w 4752801"/>
              <a:gd name="connsiteY23216" fmla="*/ 645676 h 2767298"/>
              <a:gd name="connsiteX23217" fmla="*/ 2884591 w 4752801"/>
              <a:gd name="connsiteY23217" fmla="*/ 645676 h 2767298"/>
              <a:gd name="connsiteX23218" fmla="*/ 2890258 w 4752801"/>
              <a:gd name="connsiteY23218" fmla="*/ 645676 h 2767298"/>
              <a:gd name="connsiteX23219" fmla="*/ 2891473 w 4752801"/>
              <a:gd name="connsiteY23219" fmla="*/ 646081 h 2767298"/>
              <a:gd name="connsiteX23220" fmla="*/ 2894306 w 4752801"/>
              <a:gd name="connsiteY23220" fmla="*/ 650939 h 2767298"/>
              <a:gd name="connsiteX23221" fmla="*/ 2894306 w 4752801"/>
              <a:gd name="connsiteY23221" fmla="*/ 652153 h 2767298"/>
              <a:gd name="connsiteX23222" fmla="*/ 2891473 w 4752801"/>
              <a:gd name="connsiteY23222" fmla="*/ 657011 h 2767298"/>
              <a:gd name="connsiteX23223" fmla="*/ 2890258 w 4752801"/>
              <a:gd name="connsiteY23223" fmla="*/ 657416 h 2767298"/>
              <a:gd name="connsiteX23224" fmla="*/ 2884591 w 4752801"/>
              <a:gd name="connsiteY23224" fmla="*/ 657416 h 2767298"/>
              <a:gd name="connsiteX23225" fmla="*/ 2883377 w 4752801"/>
              <a:gd name="connsiteY23225" fmla="*/ 657011 h 2767298"/>
              <a:gd name="connsiteX23226" fmla="*/ 2880543 w 4752801"/>
              <a:gd name="connsiteY23226" fmla="*/ 652153 h 2767298"/>
              <a:gd name="connsiteX23227" fmla="*/ 2880543 w 4752801"/>
              <a:gd name="connsiteY23227" fmla="*/ 650939 h 2767298"/>
              <a:gd name="connsiteX23228" fmla="*/ 2883377 w 4752801"/>
              <a:gd name="connsiteY23228" fmla="*/ 646081 h 2767298"/>
              <a:gd name="connsiteX23229" fmla="*/ 2884591 w 4752801"/>
              <a:gd name="connsiteY23229" fmla="*/ 645676 h 2767298"/>
              <a:gd name="connsiteX23230" fmla="*/ 2844110 w 4752801"/>
              <a:gd name="connsiteY23230" fmla="*/ 645676 h 2767298"/>
              <a:gd name="connsiteX23231" fmla="*/ 2849372 w 4752801"/>
              <a:gd name="connsiteY23231" fmla="*/ 645676 h 2767298"/>
              <a:gd name="connsiteX23232" fmla="*/ 2850587 w 4752801"/>
              <a:gd name="connsiteY23232" fmla="*/ 646486 h 2767298"/>
              <a:gd name="connsiteX23233" fmla="*/ 2853421 w 4752801"/>
              <a:gd name="connsiteY23233" fmla="*/ 650939 h 2767298"/>
              <a:gd name="connsiteX23234" fmla="*/ 2853421 w 4752801"/>
              <a:gd name="connsiteY23234" fmla="*/ 652153 h 2767298"/>
              <a:gd name="connsiteX23235" fmla="*/ 2850587 w 4752801"/>
              <a:gd name="connsiteY23235" fmla="*/ 656606 h 2767298"/>
              <a:gd name="connsiteX23236" fmla="*/ 2849372 w 4752801"/>
              <a:gd name="connsiteY23236" fmla="*/ 657011 h 2767298"/>
              <a:gd name="connsiteX23237" fmla="*/ 2844110 w 4752801"/>
              <a:gd name="connsiteY23237" fmla="*/ 657011 h 2767298"/>
              <a:gd name="connsiteX23238" fmla="*/ 2842896 w 4752801"/>
              <a:gd name="connsiteY23238" fmla="*/ 656606 h 2767298"/>
              <a:gd name="connsiteX23239" fmla="*/ 2840062 w 4752801"/>
              <a:gd name="connsiteY23239" fmla="*/ 652153 h 2767298"/>
              <a:gd name="connsiteX23240" fmla="*/ 2840062 w 4752801"/>
              <a:gd name="connsiteY23240" fmla="*/ 650939 h 2767298"/>
              <a:gd name="connsiteX23241" fmla="*/ 2842896 w 4752801"/>
              <a:gd name="connsiteY23241" fmla="*/ 646486 h 2767298"/>
              <a:gd name="connsiteX23242" fmla="*/ 2844110 w 4752801"/>
              <a:gd name="connsiteY23242" fmla="*/ 645676 h 2767298"/>
              <a:gd name="connsiteX23243" fmla="*/ 2803629 w 4752801"/>
              <a:gd name="connsiteY23243" fmla="*/ 645676 h 2767298"/>
              <a:gd name="connsiteX23244" fmla="*/ 2808892 w 4752801"/>
              <a:gd name="connsiteY23244" fmla="*/ 645676 h 2767298"/>
              <a:gd name="connsiteX23245" fmla="*/ 2810106 w 4752801"/>
              <a:gd name="connsiteY23245" fmla="*/ 646486 h 2767298"/>
              <a:gd name="connsiteX23246" fmla="*/ 2812535 w 4752801"/>
              <a:gd name="connsiteY23246" fmla="*/ 650939 h 2767298"/>
              <a:gd name="connsiteX23247" fmla="*/ 2812535 w 4752801"/>
              <a:gd name="connsiteY23247" fmla="*/ 652153 h 2767298"/>
              <a:gd name="connsiteX23248" fmla="*/ 2810106 w 4752801"/>
              <a:gd name="connsiteY23248" fmla="*/ 656606 h 2767298"/>
              <a:gd name="connsiteX23249" fmla="*/ 2808892 w 4752801"/>
              <a:gd name="connsiteY23249" fmla="*/ 657011 h 2767298"/>
              <a:gd name="connsiteX23250" fmla="*/ 2803629 w 4752801"/>
              <a:gd name="connsiteY23250" fmla="*/ 657011 h 2767298"/>
              <a:gd name="connsiteX23251" fmla="*/ 2802415 w 4752801"/>
              <a:gd name="connsiteY23251" fmla="*/ 656606 h 2767298"/>
              <a:gd name="connsiteX23252" fmla="*/ 2799986 w 4752801"/>
              <a:gd name="connsiteY23252" fmla="*/ 652153 h 2767298"/>
              <a:gd name="connsiteX23253" fmla="*/ 2799986 w 4752801"/>
              <a:gd name="connsiteY23253" fmla="*/ 650939 h 2767298"/>
              <a:gd name="connsiteX23254" fmla="*/ 2802415 w 4752801"/>
              <a:gd name="connsiteY23254" fmla="*/ 646486 h 2767298"/>
              <a:gd name="connsiteX23255" fmla="*/ 2803629 w 4752801"/>
              <a:gd name="connsiteY23255" fmla="*/ 645676 h 2767298"/>
              <a:gd name="connsiteX23256" fmla="*/ 2722666 w 4752801"/>
              <a:gd name="connsiteY23256" fmla="*/ 645676 h 2767298"/>
              <a:gd name="connsiteX23257" fmla="*/ 2728333 w 4752801"/>
              <a:gd name="connsiteY23257" fmla="*/ 645676 h 2767298"/>
              <a:gd name="connsiteX23258" fmla="*/ 2729548 w 4752801"/>
              <a:gd name="connsiteY23258" fmla="*/ 646081 h 2767298"/>
              <a:gd name="connsiteX23259" fmla="*/ 2732381 w 4752801"/>
              <a:gd name="connsiteY23259" fmla="*/ 650939 h 2767298"/>
              <a:gd name="connsiteX23260" fmla="*/ 2732381 w 4752801"/>
              <a:gd name="connsiteY23260" fmla="*/ 652153 h 2767298"/>
              <a:gd name="connsiteX23261" fmla="*/ 2729548 w 4752801"/>
              <a:gd name="connsiteY23261" fmla="*/ 657011 h 2767298"/>
              <a:gd name="connsiteX23262" fmla="*/ 2728333 w 4752801"/>
              <a:gd name="connsiteY23262" fmla="*/ 657416 h 2767298"/>
              <a:gd name="connsiteX23263" fmla="*/ 2722666 w 4752801"/>
              <a:gd name="connsiteY23263" fmla="*/ 657416 h 2767298"/>
              <a:gd name="connsiteX23264" fmla="*/ 2721452 w 4752801"/>
              <a:gd name="connsiteY23264" fmla="*/ 657011 h 2767298"/>
              <a:gd name="connsiteX23265" fmla="*/ 2718618 w 4752801"/>
              <a:gd name="connsiteY23265" fmla="*/ 652153 h 2767298"/>
              <a:gd name="connsiteX23266" fmla="*/ 2718618 w 4752801"/>
              <a:gd name="connsiteY23266" fmla="*/ 650939 h 2767298"/>
              <a:gd name="connsiteX23267" fmla="*/ 2721452 w 4752801"/>
              <a:gd name="connsiteY23267" fmla="*/ 646081 h 2767298"/>
              <a:gd name="connsiteX23268" fmla="*/ 2722666 w 4752801"/>
              <a:gd name="connsiteY23268" fmla="*/ 645676 h 2767298"/>
              <a:gd name="connsiteX23269" fmla="*/ 2115852 w 4752801"/>
              <a:gd name="connsiteY23269" fmla="*/ 645676 h 2767298"/>
              <a:gd name="connsiteX23270" fmla="*/ 2120710 w 4752801"/>
              <a:gd name="connsiteY23270" fmla="*/ 645676 h 2767298"/>
              <a:gd name="connsiteX23271" fmla="*/ 2121924 w 4752801"/>
              <a:gd name="connsiteY23271" fmla="*/ 646081 h 2767298"/>
              <a:gd name="connsiteX23272" fmla="*/ 2124353 w 4752801"/>
              <a:gd name="connsiteY23272" fmla="*/ 650534 h 2767298"/>
              <a:gd name="connsiteX23273" fmla="*/ 2124353 w 4752801"/>
              <a:gd name="connsiteY23273" fmla="*/ 651748 h 2767298"/>
              <a:gd name="connsiteX23274" fmla="*/ 2121924 w 4752801"/>
              <a:gd name="connsiteY23274" fmla="*/ 656201 h 2767298"/>
              <a:gd name="connsiteX23275" fmla="*/ 2120710 w 4752801"/>
              <a:gd name="connsiteY23275" fmla="*/ 656606 h 2767298"/>
              <a:gd name="connsiteX23276" fmla="*/ 2115852 w 4752801"/>
              <a:gd name="connsiteY23276" fmla="*/ 656606 h 2767298"/>
              <a:gd name="connsiteX23277" fmla="*/ 2114637 w 4752801"/>
              <a:gd name="connsiteY23277" fmla="*/ 656201 h 2767298"/>
              <a:gd name="connsiteX23278" fmla="*/ 2112209 w 4752801"/>
              <a:gd name="connsiteY23278" fmla="*/ 651748 h 2767298"/>
              <a:gd name="connsiteX23279" fmla="*/ 2112209 w 4752801"/>
              <a:gd name="connsiteY23279" fmla="*/ 650534 h 2767298"/>
              <a:gd name="connsiteX23280" fmla="*/ 2114637 w 4752801"/>
              <a:gd name="connsiteY23280" fmla="*/ 646081 h 2767298"/>
              <a:gd name="connsiteX23281" fmla="*/ 2115852 w 4752801"/>
              <a:gd name="connsiteY23281" fmla="*/ 645676 h 2767298"/>
              <a:gd name="connsiteX23282" fmla="*/ 1751521 w 4752801"/>
              <a:gd name="connsiteY23282" fmla="*/ 645676 h 2767298"/>
              <a:gd name="connsiteX23283" fmla="*/ 1756379 w 4752801"/>
              <a:gd name="connsiteY23283" fmla="*/ 645676 h 2767298"/>
              <a:gd name="connsiteX23284" fmla="*/ 1757593 w 4752801"/>
              <a:gd name="connsiteY23284" fmla="*/ 646081 h 2767298"/>
              <a:gd name="connsiteX23285" fmla="*/ 1760022 w 4752801"/>
              <a:gd name="connsiteY23285" fmla="*/ 650534 h 2767298"/>
              <a:gd name="connsiteX23286" fmla="*/ 1760022 w 4752801"/>
              <a:gd name="connsiteY23286" fmla="*/ 651748 h 2767298"/>
              <a:gd name="connsiteX23287" fmla="*/ 1757593 w 4752801"/>
              <a:gd name="connsiteY23287" fmla="*/ 656201 h 2767298"/>
              <a:gd name="connsiteX23288" fmla="*/ 1756379 w 4752801"/>
              <a:gd name="connsiteY23288" fmla="*/ 656606 h 2767298"/>
              <a:gd name="connsiteX23289" fmla="*/ 1751521 w 4752801"/>
              <a:gd name="connsiteY23289" fmla="*/ 656606 h 2767298"/>
              <a:gd name="connsiteX23290" fmla="*/ 1750306 w 4752801"/>
              <a:gd name="connsiteY23290" fmla="*/ 656201 h 2767298"/>
              <a:gd name="connsiteX23291" fmla="*/ 1747878 w 4752801"/>
              <a:gd name="connsiteY23291" fmla="*/ 651748 h 2767298"/>
              <a:gd name="connsiteX23292" fmla="*/ 1747878 w 4752801"/>
              <a:gd name="connsiteY23292" fmla="*/ 650534 h 2767298"/>
              <a:gd name="connsiteX23293" fmla="*/ 1750306 w 4752801"/>
              <a:gd name="connsiteY23293" fmla="*/ 646081 h 2767298"/>
              <a:gd name="connsiteX23294" fmla="*/ 1751521 w 4752801"/>
              <a:gd name="connsiteY23294" fmla="*/ 645676 h 2767298"/>
              <a:gd name="connsiteX23295" fmla="*/ 1670154 w 4752801"/>
              <a:gd name="connsiteY23295" fmla="*/ 645676 h 2767298"/>
              <a:gd name="connsiteX23296" fmla="*/ 1675821 w 4752801"/>
              <a:gd name="connsiteY23296" fmla="*/ 645676 h 2767298"/>
              <a:gd name="connsiteX23297" fmla="*/ 1677036 w 4752801"/>
              <a:gd name="connsiteY23297" fmla="*/ 646081 h 2767298"/>
              <a:gd name="connsiteX23298" fmla="*/ 1679869 w 4752801"/>
              <a:gd name="connsiteY23298" fmla="*/ 650939 h 2767298"/>
              <a:gd name="connsiteX23299" fmla="*/ 1679869 w 4752801"/>
              <a:gd name="connsiteY23299" fmla="*/ 652153 h 2767298"/>
              <a:gd name="connsiteX23300" fmla="*/ 1677036 w 4752801"/>
              <a:gd name="connsiteY23300" fmla="*/ 657011 h 2767298"/>
              <a:gd name="connsiteX23301" fmla="*/ 1675821 w 4752801"/>
              <a:gd name="connsiteY23301" fmla="*/ 657416 h 2767298"/>
              <a:gd name="connsiteX23302" fmla="*/ 1670154 w 4752801"/>
              <a:gd name="connsiteY23302" fmla="*/ 657416 h 2767298"/>
              <a:gd name="connsiteX23303" fmla="*/ 1668939 w 4752801"/>
              <a:gd name="connsiteY23303" fmla="*/ 657011 h 2767298"/>
              <a:gd name="connsiteX23304" fmla="*/ 1666106 w 4752801"/>
              <a:gd name="connsiteY23304" fmla="*/ 652153 h 2767298"/>
              <a:gd name="connsiteX23305" fmla="*/ 1666106 w 4752801"/>
              <a:gd name="connsiteY23305" fmla="*/ 650939 h 2767298"/>
              <a:gd name="connsiteX23306" fmla="*/ 1668939 w 4752801"/>
              <a:gd name="connsiteY23306" fmla="*/ 646081 h 2767298"/>
              <a:gd name="connsiteX23307" fmla="*/ 1670154 w 4752801"/>
              <a:gd name="connsiteY23307" fmla="*/ 645676 h 2767298"/>
              <a:gd name="connsiteX23308" fmla="*/ 2762743 w 4752801"/>
              <a:gd name="connsiteY23308" fmla="*/ 645271 h 2767298"/>
              <a:gd name="connsiteX23309" fmla="*/ 2768410 w 4752801"/>
              <a:gd name="connsiteY23309" fmla="*/ 645271 h 2767298"/>
              <a:gd name="connsiteX23310" fmla="*/ 2769625 w 4752801"/>
              <a:gd name="connsiteY23310" fmla="*/ 645676 h 2767298"/>
              <a:gd name="connsiteX23311" fmla="*/ 2772458 w 4752801"/>
              <a:gd name="connsiteY23311" fmla="*/ 650534 h 2767298"/>
              <a:gd name="connsiteX23312" fmla="*/ 2772458 w 4752801"/>
              <a:gd name="connsiteY23312" fmla="*/ 651748 h 2767298"/>
              <a:gd name="connsiteX23313" fmla="*/ 2769625 w 4752801"/>
              <a:gd name="connsiteY23313" fmla="*/ 656606 h 2767298"/>
              <a:gd name="connsiteX23314" fmla="*/ 2768410 w 4752801"/>
              <a:gd name="connsiteY23314" fmla="*/ 657415 h 2767298"/>
              <a:gd name="connsiteX23315" fmla="*/ 2762743 w 4752801"/>
              <a:gd name="connsiteY23315" fmla="*/ 657415 h 2767298"/>
              <a:gd name="connsiteX23316" fmla="*/ 2761529 w 4752801"/>
              <a:gd name="connsiteY23316" fmla="*/ 656606 h 2767298"/>
              <a:gd name="connsiteX23317" fmla="*/ 2758695 w 4752801"/>
              <a:gd name="connsiteY23317" fmla="*/ 651748 h 2767298"/>
              <a:gd name="connsiteX23318" fmla="*/ 2758695 w 4752801"/>
              <a:gd name="connsiteY23318" fmla="*/ 650534 h 2767298"/>
              <a:gd name="connsiteX23319" fmla="*/ 2761529 w 4752801"/>
              <a:gd name="connsiteY23319" fmla="*/ 645676 h 2767298"/>
              <a:gd name="connsiteX23320" fmla="*/ 2762743 w 4752801"/>
              <a:gd name="connsiteY23320" fmla="*/ 645271 h 2767298"/>
              <a:gd name="connsiteX23321" fmla="*/ 2924668 w 4752801"/>
              <a:gd name="connsiteY23321" fmla="*/ 644866 h 2767298"/>
              <a:gd name="connsiteX23322" fmla="*/ 2930740 w 4752801"/>
              <a:gd name="connsiteY23322" fmla="*/ 644866 h 2767298"/>
              <a:gd name="connsiteX23323" fmla="*/ 2931954 w 4752801"/>
              <a:gd name="connsiteY23323" fmla="*/ 645271 h 2767298"/>
              <a:gd name="connsiteX23324" fmla="*/ 2934788 w 4752801"/>
              <a:gd name="connsiteY23324" fmla="*/ 650533 h 2767298"/>
              <a:gd name="connsiteX23325" fmla="*/ 2934788 w 4752801"/>
              <a:gd name="connsiteY23325" fmla="*/ 651748 h 2767298"/>
              <a:gd name="connsiteX23326" fmla="*/ 2931954 w 4752801"/>
              <a:gd name="connsiteY23326" fmla="*/ 657010 h 2767298"/>
              <a:gd name="connsiteX23327" fmla="*/ 2930740 w 4752801"/>
              <a:gd name="connsiteY23327" fmla="*/ 657415 h 2767298"/>
              <a:gd name="connsiteX23328" fmla="*/ 2924668 w 4752801"/>
              <a:gd name="connsiteY23328" fmla="*/ 657415 h 2767298"/>
              <a:gd name="connsiteX23329" fmla="*/ 2923454 w 4752801"/>
              <a:gd name="connsiteY23329" fmla="*/ 657010 h 2767298"/>
              <a:gd name="connsiteX23330" fmla="*/ 2920620 w 4752801"/>
              <a:gd name="connsiteY23330" fmla="*/ 651748 h 2767298"/>
              <a:gd name="connsiteX23331" fmla="*/ 2920620 w 4752801"/>
              <a:gd name="connsiteY23331" fmla="*/ 650533 h 2767298"/>
              <a:gd name="connsiteX23332" fmla="*/ 2923454 w 4752801"/>
              <a:gd name="connsiteY23332" fmla="*/ 645271 h 2767298"/>
              <a:gd name="connsiteX23333" fmla="*/ 2924668 w 4752801"/>
              <a:gd name="connsiteY23333" fmla="*/ 644866 h 2767298"/>
              <a:gd name="connsiteX23334" fmla="*/ 1710231 w 4752801"/>
              <a:gd name="connsiteY23334" fmla="*/ 644866 h 2767298"/>
              <a:gd name="connsiteX23335" fmla="*/ 1715898 w 4752801"/>
              <a:gd name="connsiteY23335" fmla="*/ 644866 h 2767298"/>
              <a:gd name="connsiteX23336" fmla="*/ 1717112 w 4752801"/>
              <a:gd name="connsiteY23336" fmla="*/ 645676 h 2767298"/>
              <a:gd name="connsiteX23337" fmla="*/ 1719946 w 4752801"/>
              <a:gd name="connsiteY23337" fmla="*/ 650533 h 2767298"/>
              <a:gd name="connsiteX23338" fmla="*/ 1719946 w 4752801"/>
              <a:gd name="connsiteY23338" fmla="*/ 651748 h 2767298"/>
              <a:gd name="connsiteX23339" fmla="*/ 1717112 w 4752801"/>
              <a:gd name="connsiteY23339" fmla="*/ 656606 h 2767298"/>
              <a:gd name="connsiteX23340" fmla="*/ 1715898 w 4752801"/>
              <a:gd name="connsiteY23340" fmla="*/ 657415 h 2767298"/>
              <a:gd name="connsiteX23341" fmla="*/ 1710231 w 4752801"/>
              <a:gd name="connsiteY23341" fmla="*/ 657415 h 2767298"/>
              <a:gd name="connsiteX23342" fmla="*/ 1709016 w 4752801"/>
              <a:gd name="connsiteY23342" fmla="*/ 656606 h 2767298"/>
              <a:gd name="connsiteX23343" fmla="*/ 1706183 w 4752801"/>
              <a:gd name="connsiteY23343" fmla="*/ 651748 h 2767298"/>
              <a:gd name="connsiteX23344" fmla="*/ 1706183 w 4752801"/>
              <a:gd name="connsiteY23344" fmla="*/ 650533 h 2767298"/>
              <a:gd name="connsiteX23345" fmla="*/ 1709016 w 4752801"/>
              <a:gd name="connsiteY23345" fmla="*/ 645676 h 2767298"/>
              <a:gd name="connsiteX23346" fmla="*/ 1710231 w 4752801"/>
              <a:gd name="connsiteY23346" fmla="*/ 644866 h 2767298"/>
              <a:gd name="connsiteX23347" fmla="*/ 1467343 w 4752801"/>
              <a:gd name="connsiteY23347" fmla="*/ 644866 h 2767298"/>
              <a:gd name="connsiteX23348" fmla="*/ 1473415 w 4752801"/>
              <a:gd name="connsiteY23348" fmla="*/ 644866 h 2767298"/>
              <a:gd name="connsiteX23349" fmla="*/ 1474629 w 4752801"/>
              <a:gd name="connsiteY23349" fmla="*/ 645271 h 2767298"/>
              <a:gd name="connsiteX23350" fmla="*/ 1477463 w 4752801"/>
              <a:gd name="connsiteY23350" fmla="*/ 650533 h 2767298"/>
              <a:gd name="connsiteX23351" fmla="*/ 1477463 w 4752801"/>
              <a:gd name="connsiteY23351" fmla="*/ 651748 h 2767298"/>
              <a:gd name="connsiteX23352" fmla="*/ 1474629 w 4752801"/>
              <a:gd name="connsiteY23352" fmla="*/ 657010 h 2767298"/>
              <a:gd name="connsiteX23353" fmla="*/ 1473415 w 4752801"/>
              <a:gd name="connsiteY23353" fmla="*/ 657415 h 2767298"/>
              <a:gd name="connsiteX23354" fmla="*/ 1467343 w 4752801"/>
              <a:gd name="connsiteY23354" fmla="*/ 657415 h 2767298"/>
              <a:gd name="connsiteX23355" fmla="*/ 1466128 w 4752801"/>
              <a:gd name="connsiteY23355" fmla="*/ 657010 h 2767298"/>
              <a:gd name="connsiteX23356" fmla="*/ 1463295 w 4752801"/>
              <a:gd name="connsiteY23356" fmla="*/ 651748 h 2767298"/>
              <a:gd name="connsiteX23357" fmla="*/ 1463295 w 4752801"/>
              <a:gd name="connsiteY23357" fmla="*/ 650533 h 2767298"/>
              <a:gd name="connsiteX23358" fmla="*/ 1466128 w 4752801"/>
              <a:gd name="connsiteY23358" fmla="*/ 645271 h 2767298"/>
              <a:gd name="connsiteX23359" fmla="*/ 1467343 w 4752801"/>
              <a:gd name="connsiteY23359" fmla="*/ 644866 h 2767298"/>
              <a:gd name="connsiteX23360" fmla="*/ 2236081 w 4752801"/>
              <a:gd name="connsiteY23360" fmla="*/ 644462 h 2767298"/>
              <a:gd name="connsiteX23361" fmla="*/ 2243368 w 4752801"/>
              <a:gd name="connsiteY23361" fmla="*/ 644462 h 2767298"/>
              <a:gd name="connsiteX23362" fmla="*/ 2244583 w 4752801"/>
              <a:gd name="connsiteY23362" fmla="*/ 644867 h 2767298"/>
              <a:gd name="connsiteX23363" fmla="*/ 2248226 w 4752801"/>
              <a:gd name="connsiteY23363" fmla="*/ 650939 h 2767298"/>
              <a:gd name="connsiteX23364" fmla="*/ 2248226 w 4752801"/>
              <a:gd name="connsiteY23364" fmla="*/ 652153 h 2767298"/>
              <a:gd name="connsiteX23365" fmla="*/ 2244583 w 4752801"/>
              <a:gd name="connsiteY23365" fmla="*/ 658226 h 2767298"/>
              <a:gd name="connsiteX23366" fmla="*/ 2243368 w 4752801"/>
              <a:gd name="connsiteY23366" fmla="*/ 658630 h 2767298"/>
              <a:gd name="connsiteX23367" fmla="*/ 2236081 w 4752801"/>
              <a:gd name="connsiteY23367" fmla="*/ 658630 h 2767298"/>
              <a:gd name="connsiteX23368" fmla="*/ 2234867 w 4752801"/>
              <a:gd name="connsiteY23368" fmla="*/ 658226 h 2767298"/>
              <a:gd name="connsiteX23369" fmla="*/ 2231224 w 4752801"/>
              <a:gd name="connsiteY23369" fmla="*/ 652153 h 2767298"/>
              <a:gd name="connsiteX23370" fmla="*/ 2231224 w 4752801"/>
              <a:gd name="connsiteY23370" fmla="*/ 650939 h 2767298"/>
              <a:gd name="connsiteX23371" fmla="*/ 2234867 w 4752801"/>
              <a:gd name="connsiteY23371" fmla="*/ 644867 h 2767298"/>
              <a:gd name="connsiteX23372" fmla="*/ 2236081 w 4752801"/>
              <a:gd name="connsiteY23372" fmla="*/ 644462 h 2767298"/>
              <a:gd name="connsiteX23373" fmla="*/ 2155119 w 4752801"/>
              <a:gd name="connsiteY23373" fmla="*/ 644462 h 2767298"/>
              <a:gd name="connsiteX23374" fmla="*/ 2162001 w 4752801"/>
              <a:gd name="connsiteY23374" fmla="*/ 644462 h 2767298"/>
              <a:gd name="connsiteX23375" fmla="*/ 2163216 w 4752801"/>
              <a:gd name="connsiteY23375" fmla="*/ 644867 h 2767298"/>
              <a:gd name="connsiteX23376" fmla="*/ 2166859 w 4752801"/>
              <a:gd name="connsiteY23376" fmla="*/ 650939 h 2767298"/>
              <a:gd name="connsiteX23377" fmla="*/ 2166859 w 4752801"/>
              <a:gd name="connsiteY23377" fmla="*/ 652153 h 2767298"/>
              <a:gd name="connsiteX23378" fmla="*/ 2163216 w 4752801"/>
              <a:gd name="connsiteY23378" fmla="*/ 658226 h 2767298"/>
              <a:gd name="connsiteX23379" fmla="*/ 2162001 w 4752801"/>
              <a:gd name="connsiteY23379" fmla="*/ 658630 h 2767298"/>
              <a:gd name="connsiteX23380" fmla="*/ 2155119 w 4752801"/>
              <a:gd name="connsiteY23380" fmla="*/ 658630 h 2767298"/>
              <a:gd name="connsiteX23381" fmla="*/ 2153905 w 4752801"/>
              <a:gd name="connsiteY23381" fmla="*/ 658226 h 2767298"/>
              <a:gd name="connsiteX23382" fmla="*/ 2150262 w 4752801"/>
              <a:gd name="connsiteY23382" fmla="*/ 652153 h 2767298"/>
              <a:gd name="connsiteX23383" fmla="*/ 2150262 w 4752801"/>
              <a:gd name="connsiteY23383" fmla="*/ 650939 h 2767298"/>
              <a:gd name="connsiteX23384" fmla="*/ 2153905 w 4752801"/>
              <a:gd name="connsiteY23384" fmla="*/ 644867 h 2767298"/>
              <a:gd name="connsiteX23385" fmla="*/ 2155119 w 4752801"/>
              <a:gd name="connsiteY23385" fmla="*/ 644462 h 2767298"/>
              <a:gd name="connsiteX23386" fmla="*/ 1628863 w 4752801"/>
              <a:gd name="connsiteY23386" fmla="*/ 644057 h 2767298"/>
              <a:gd name="connsiteX23387" fmla="*/ 1635744 w 4752801"/>
              <a:gd name="connsiteY23387" fmla="*/ 644057 h 2767298"/>
              <a:gd name="connsiteX23388" fmla="*/ 1636959 w 4752801"/>
              <a:gd name="connsiteY23388" fmla="*/ 644462 h 2767298"/>
              <a:gd name="connsiteX23389" fmla="*/ 1640197 w 4752801"/>
              <a:gd name="connsiteY23389" fmla="*/ 650534 h 2767298"/>
              <a:gd name="connsiteX23390" fmla="*/ 1640197 w 4752801"/>
              <a:gd name="connsiteY23390" fmla="*/ 651749 h 2767298"/>
              <a:gd name="connsiteX23391" fmla="*/ 1636959 w 4752801"/>
              <a:gd name="connsiteY23391" fmla="*/ 657821 h 2767298"/>
              <a:gd name="connsiteX23392" fmla="*/ 1635744 w 4752801"/>
              <a:gd name="connsiteY23392" fmla="*/ 658225 h 2767298"/>
              <a:gd name="connsiteX23393" fmla="*/ 1628863 w 4752801"/>
              <a:gd name="connsiteY23393" fmla="*/ 658225 h 2767298"/>
              <a:gd name="connsiteX23394" fmla="*/ 1627648 w 4752801"/>
              <a:gd name="connsiteY23394" fmla="*/ 657821 h 2767298"/>
              <a:gd name="connsiteX23395" fmla="*/ 1624410 w 4752801"/>
              <a:gd name="connsiteY23395" fmla="*/ 651749 h 2767298"/>
              <a:gd name="connsiteX23396" fmla="*/ 1624410 w 4752801"/>
              <a:gd name="connsiteY23396" fmla="*/ 650534 h 2767298"/>
              <a:gd name="connsiteX23397" fmla="*/ 1627648 w 4752801"/>
              <a:gd name="connsiteY23397" fmla="*/ 644462 h 2767298"/>
              <a:gd name="connsiteX23398" fmla="*/ 1628863 w 4752801"/>
              <a:gd name="connsiteY23398" fmla="*/ 644057 h 2767298"/>
              <a:gd name="connsiteX23399" fmla="*/ 3733887 w 4752801"/>
              <a:gd name="connsiteY23399" fmla="*/ 643652 h 2767298"/>
              <a:gd name="connsiteX23400" fmla="*/ 3741174 w 4752801"/>
              <a:gd name="connsiteY23400" fmla="*/ 643652 h 2767298"/>
              <a:gd name="connsiteX23401" fmla="*/ 3742388 w 4752801"/>
              <a:gd name="connsiteY23401" fmla="*/ 644057 h 2767298"/>
              <a:gd name="connsiteX23402" fmla="*/ 3746032 w 4752801"/>
              <a:gd name="connsiteY23402" fmla="*/ 650534 h 2767298"/>
              <a:gd name="connsiteX23403" fmla="*/ 3746032 w 4752801"/>
              <a:gd name="connsiteY23403" fmla="*/ 651748 h 2767298"/>
              <a:gd name="connsiteX23404" fmla="*/ 3742388 w 4752801"/>
              <a:gd name="connsiteY23404" fmla="*/ 658225 h 2767298"/>
              <a:gd name="connsiteX23405" fmla="*/ 3741174 w 4752801"/>
              <a:gd name="connsiteY23405" fmla="*/ 658630 h 2767298"/>
              <a:gd name="connsiteX23406" fmla="*/ 3733887 w 4752801"/>
              <a:gd name="connsiteY23406" fmla="*/ 658630 h 2767298"/>
              <a:gd name="connsiteX23407" fmla="*/ 3732673 w 4752801"/>
              <a:gd name="connsiteY23407" fmla="*/ 658225 h 2767298"/>
              <a:gd name="connsiteX23408" fmla="*/ 3729030 w 4752801"/>
              <a:gd name="connsiteY23408" fmla="*/ 651748 h 2767298"/>
              <a:gd name="connsiteX23409" fmla="*/ 3729030 w 4752801"/>
              <a:gd name="connsiteY23409" fmla="*/ 650534 h 2767298"/>
              <a:gd name="connsiteX23410" fmla="*/ 3732673 w 4752801"/>
              <a:gd name="connsiteY23410" fmla="*/ 644057 h 2767298"/>
              <a:gd name="connsiteX23411" fmla="*/ 3733887 w 4752801"/>
              <a:gd name="connsiteY23411" fmla="*/ 643652 h 2767298"/>
              <a:gd name="connsiteX23412" fmla="*/ 1587977 w 4752801"/>
              <a:gd name="connsiteY23412" fmla="*/ 643652 h 2767298"/>
              <a:gd name="connsiteX23413" fmla="*/ 1596073 w 4752801"/>
              <a:gd name="connsiteY23413" fmla="*/ 643652 h 2767298"/>
              <a:gd name="connsiteX23414" fmla="*/ 1597288 w 4752801"/>
              <a:gd name="connsiteY23414" fmla="*/ 644057 h 2767298"/>
              <a:gd name="connsiteX23415" fmla="*/ 1601336 w 4752801"/>
              <a:gd name="connsiteY23415" fmla="*/ 650939 h 2767298"/>
              <a:gd name="connsiteX23416" fmla="*/ 1601336 w 4752801"/>
              <a:gd name="connsiteY23416" fmla="*/ 652153 h 2767298"/>
              <a:gd name="connsiteX23417" fmla="*/ 1597288 w 4752801"/>
              <a:gd name="connsiteY23417" fmla="*/ 659035 h 2767298"/>
              <a:gd name="connsiteX23418" fmla="*/ 1596073 w 4752801"/>
              <a:gd name="connsiteY23418" fmla="*/ 659440 h 2767298"/>
              <a:gd name="connsiteX23419" fmla="*/ 1587977 w 4752801"/>
              <a:gd name="connsiteY23419" fmla="*/ 659440 h 2767298"/>
              <a:gd name="connsiteX23420" fmla="*/ 1586763 w 4752801"/>
              <a:gd name="connsiteY23420" fmla="*/ 659035 h 2767298"/>
              <a:gd name="connsiteX23421" fmla="*/ 1582715 w 4752801"/>
              <a:gd name="connsiteY23421" fmla="*/ 652153 h 2767298"/>
              <a:gd name="connsiteX23422" fmla="*/ 1582715 w 4752801"/>
              <a:gd name="connsiteY23422" fmla="*/ 650939 h 2767298"/>
              <a:gd name="connsiteX23423" fmla="*/ 1586763 w 4752801"/>
              <a:gd name="connsiteY23423" fmla="*/ 644057 h 2767298"/>
              <a:gd name="connsiteX23424" fmla="*/ 1587977 w 4752801"/>
              <a:gd name="connsiteY23424" fmla="*/ 643652 h 2767298"/>
              <a:gd name="connsiteX23425" fmla="*/ 3692597 w 4752801"/>
              <a:gd name="connsiteY23425" fmla="*/ 643247 h 2767298"/>
              <a:gd name="connsiteX23426" fmla="*/ 3701098 w 4752801"/>
              <a:gd name="connsiteY23426" fmla="*/ 643247 h 2767298"/>
              <a:gd name="connsiteX23427" fmla="*/ 3702312 w 4752801"/>
              <a:gd name="connsiteY23427" fmla="*/ 643652 h 2767298"/>
              <a:gd name="connsiteX23428" fmla="*/ 3706765 w 4752801"/>
              <a:gd name="connsiteY23428" fmla="*/ 650938 h 2767298"/>
              <a:gd name="connsiteX23429" fmla="*/ 3706765 w 4752801"/>
              <a:gd name="connsiteY23429" fmla="*/ 652153 h 2767298"/>
              <a:gd name="connsiteX23430" fmla="*/ 3702312 w 4752801"/>
              <a:gd name="connsiteY23430" fmla="*/ 659440 h 2767298"/>
              <a:gd name="connsiteX23431" fmla="*/ 3701098 w 4752801"/>
              <a:gd name="connsiteY23431" fmla="*/ 659844 h 2767298"/>
              <a:gd name="connsiteX23432" fmla="*/ 3692597 w 4752801"/>
              <a:gd name="connsiteY23432" fmla="*/ 659844 h 2767298"/>
              <a:gd name="connsiteX23433" fmla="*/ 3691382 w 4752801"/>
              <a:gd name="connsiteY23433" fmla="*/ 659440 h 2767298"/>
              <a:gd name="connsiteX23434" fmla="*/ 3686930 w 4752801"/>
              <a:gd name="connsiteY23434" fmla="*/ 652153 h 2767298"/>
              <a:gd name="connsiteX23435" fmla="*/ 3686930 w 4752801"/>
              <a:gd name="connsiteY23435" fmla="*/ 650938 h 2767298"/>
              <a:gd name="connsiteX23436" fmla="*/ 3691382 w 4752801"/>
              <a:gd name="connsiteY23436" fmla="*/ 643652 h 2767298"/>
              <a:gd name="connsiteX23437" fmla="*/ 3692597 w 4752801"/>
              <a:gd name="connsiteY23437" fmla="*/ 643247 h 2767298"/>
              <a:gd name="connsiteX23438" fmla="*/ 1507014 w 4752801"/>
              <a:gd name="connsiteY23438" fmla="*/ 643247 h 2767298"/>
              <a:gd name="connsiteX23439" fmla="*/ 1515110 w 4752801"/>
              <a:gd name="connsiteY23439" fmla="*/ 643247 h 2767298"/>
              <a:gd name="connsiteX23440" fmla="*/ 1516325 w 4752801"/>
              <a:gd name="connsiteY23440" fmla="*/ 643652 h 2767298"/>
              <a:gd name="connsiteX23441" fmla="*/ 1520373 w 4752801"/>
              <a:gd name="connsiteY23441" fmla="*/ 650938 h 2767298"/>
              <a:gd name="connsiteX23442" fmla="*/ 1520373 w 4752801"/>
              <a:gd name="connsiteY23442" fmla="*/ 652153 h 2767298"/>
              <a:gd name="connsiteX23443" fmla="*/ 1516325 w 4752801"/>
              <a:gd name="connsiteY23443" fmla="*/ 659440 h 2767298"/>
              <a:gd name="connsiteX23444" fmla="*/ 1515515 w 4752801"/>
              <a:gd name="connsiteY23444" fmla="*/ 659844 h 2767298"/>
              <a:gd name="connsiteX23445" fmla="*/ 1507014 w 4752801"/>
              <a:gd name="connsiteY23445" fmla="*/ 659844 h 2767298"/>
              <a:gd name="connsiteX23446" fmla="*/ 1505800 w 4752801"/>
              <a:gd name="connsiteY23446" fmla="*/ 659440 h 2767298"/>
              <a:gd name="connsiteX23447" fmla="*/ 1501752 w 4752801"/>
              <a:gd name="connsiteY23447" fmla="*/ 652153 h 2767298"/>
              <a:gd name="connsiteX23448" fmla="*/ 1501752 w 4752801"/>
              <a:gd name="connsiteY23448" fmla="*/ 650938 h 2767298"/>
              <a:gd name="connsiteX23449" fmla="*/ 1505800 w 4752801"/>
              <a:gd name="connsiteY23449" fmla="*/ 643652 h 2767298"/>
              <a:gd name="connsiteX23450" fmla="*/ 1507014 w 4752801"/>
              <a:gd name="connsiteY23450" fmla="*/ 643247 h 2767298"/>
              <a:gd name="connsiteX23451" fmla="*/ 3368747 w 4752801"/>
              <a:gd name="connsiteY23451" fmla="*/ 642842 h 2767298"/>
              <a:gd name="connsiteX23452" fmla="*/ 3377653 w 4752801"/>
              <a:gd name="connsiteY23452" fmla="*/ 642842 h 2767298"/>
              <a:gd name="connsiteX23453" fmla="*/ 3378867 w 4752801"/>
              <a:gd name="connsiteY23453" fmla="*/ 643247 h 2767298"/>
              <a:gd name="connsiteX23454" fmla="*/ 3383320 w 4752801"/>
              <a:gd name="connsiteY23454" fmla="*/ 650938 h 2767298"/>
              <a:gd name="connsiteX23455" fmla="*/ 3383320 w 4752801"/>
              <a:gd name="connsiteY23455" fmla="*/ 652153 h 2767298"/>
              <a:gd name="connsiteX23456" fmla="*/ 3378867 w 4752801"/>
              <a:gd name="connsiteY23456" fmla="*/ 659844 h 2767298"/>
              <a:gd name="connsiteX23457" fmla="*/ 3377653 w 4752801"/>
              <a:gd name="connsiteY23457" fmla="*/ 660249 h 2767298"/>
              <a:gd name="connsiteX23458" fmla="*/ 3368747 w 4752801"/>
              <a:gd name="connsiteY23458" fmla="*/ 660249 h 2767298"/>
              <a:gd name="connsiteX23459" fmla="*/ 3367532 w 4752801"/>
              <a:gd name="connsiteY23459" fmla="*/ 659844 h 2767298"/>
              <a:gd name="connsiteX23460" fmla="*/ 3363080 w 4752801"/>
              <a:gd name="connsiteY23460" fmla="*/ 652153 h 2767298"/>
              <a:gd name="connsiteX23461" fmla="*/ 3363080 w 4752801"/>
              <a:gd name="connsiteY23461" fmla="*/ 650938 h 2767298"/>
              <a:gd name="connsiteX23462" fmla="*/ 3367532 w 4752801"/>
              <a:gd name="connsiteY23462" fmla="*/ 643247 h 2767298"/>
              <a:gd name="connsiteX23463" fmla="*/ 3368747 w 4752801"/>
              <a:gd name="connsiteY23463" fmla="*/ 642842 h 2767298"/>
              <a:gd name="connsiteX23464" fmla="*/ 2195196 w 4752801"/>
              <a:gd name="connsiteY23464" fmla="*/ 642842 h 2767298"/>
              <a:gd name="connsiteX23465" fmla="*/ 2203292 w 4752801"/>
              <a:gd name="connsiteY23465" fmla="*/ 642842 h 2767298"/>
              <a:gd name="connsiteX23466" fmla="*/ 2204507 w 4752801"/>
              <a:gd name="connsiteY23466" fmla="*/ 643247 h 2767298"/>
              <a:gd name="connsiteX23467" fmla="*/ 2208555 w 4752801"/>
              <a:gd name="connsiteY23467" fmla="*/ 650533 h 2767298"/>
              <a:gd name="connsiteX23468" fmla="*/ 2208555 w 4752801"/>
              <a:gd name="connsiteY23468" fmla="*/ 651748 h 2767298"/>
              <a:gd name="connsiteX23469" fmla="*/ 2204507 w 4752801"/>
              <a:gd name="connsiteY23469" fmla="*/ 659035 h 2767298"/>
              <a:gd name="connsiteX23470" fmla="*/ 2203292 w 4752801"/>
              <a:gd name="connsiteY23470" fmla="*/ 659439 h 2767298"/>
              <a:gd name="connsiteX23471" fmla="*/ 2195196 w 4752801"/>
              <a:gd name="connsiteY23471" fmla="*/ 659439 h 2767298"/>
              <a:gd name="connsiteX23472" fmla="*/ 2193982 w 4752801"/>
              <a:gd name="connsiteY23472" fmla="*/ 659035 h 2767298"/>
              <a:gd name="connsiteX23473" fmla="*/ 2189934 w 4752801"/>
              <a:gd name="connsiteY23473" fmla="*/ 651748 h 2767298"/>
              <a:gd name="connsiteX23474" fmla="*/ 2189934 w 4752801"/>
              <a:gd name="connsiteY23474" fmla="*/ 650533 h 2767298"/>
              <a:gd name="connsiteX23475" fmla="*/ 2193982 w 4752801"/>
              <a:gd name="connsiteY23475" fmla="*/ 643247 h 2767298"/>
              <a:gd name="connsiteX23476" fmla="*/ 2195196 w 4752801"/>
              <a:gd name="connsiteY23476" fmla="*/ 642842 h 2767298"/>
              <a:gd name="connsiteX23477" fmla="*/ 1547091 w 4752801"/>
              <a:gd name="connsiteY23477" fmla="*/ 642842 h 2767298"/>
              <a:gd name="connsiteX23478" fmla="*/ 1555592 w 4752801"/>
              <a:gd name="connsiteY23478" fmla="*/ 642842 h 2767298"/>
              <a:gd name="connsiteX23479" fmla="*/ 1556807 w 4752801"/>
              <a:gd name="connsiteY23479" fmla="*/ 643652 h 2767298"/>
              <a:gd name="connsiteX23480" fmla="*/ 1561259 w 4752801"/>
              <a:gd name="connsiteY23480" fmla="*/ 650938 h 2767298"/>
              <a:gd name="connsiteX23481" fmla="*/ 1561259 w 4752801"/>
              <a:gd name="connsiteY23481" fmla="*/ 652153 h 2767298"/>
              <a:gd name="connsiteX23482" fmla="*/ 1556807 w 4752801"/>
              <a:gd name="connsiteY23482" fmla="*/ 659439 h 2767298"/>
              <a:gd name="connsiteX23483" fmla="*/ 1555592 w 4752801"/>
              <a:gd name="connsiteY23483" fmla="*/ 659844 h 2767298"/>
              <a:gd name="connsiteX23484" fmla="*/ 1547091 w 4752801"/>
              <a:gd name="connsiteY23484" fmla="*/ 659844 h 2767298"/>
              <a:gd name="connsiteX23485" fmla="*/ 1545877 w 4752801"/>
              <a:gd name="connsiteY23485" fmla="*/ 659439 h 2767298"/>
              <a:gd name="connsiteX23486" fmla="*/ 1541424 w 4752801"/>
              <a:gd name="connsiteY23486" fmla="*/ 652153 h 2767298"/>
              <a:gd name="connsiteX23487" fmla="*/ 1541424 w 4752801"/>
              <a:gd name="connsiteY23487" fmla="*/ 650938 h 2767298"/>
              <a:gd name="connsiteX23488" fmla="*/ 1545877 w 4752801"/>
              <a:gd name="connsiteY23488" fmla="*/ 643652 h 2767298"/>
              <a:gd name="connsiteX23489" fmla="*/ 1547091 w 4752801"/>
              <a:gd name="connsiteY23489" fmla="*/ 642842 h 2767298"/>
              <a:gd name="connsiteX23490" fmla="*/ 3408823 w 4752801"/>
              <a:gd name="connsiteY23490" fmla="*/ 642437 h 2767298"/>
              <a:gd name="connsiteX23491" fmla="*/ 3417729 w 4752801"/>
              <a:gd name="connsiteY23491" fmla="*/ 642437 h 2767298"/>
              <a:gd name="connsiteX23492" fmla="*/ 3418943 w 4752801"/>
              <a:gd name="connsiteY23492" fmla="*/ 642842 h 2767298"/>
              <a:gd name="connsiteX23493" fmla="*/ 3423397 w 4752801"/>
              <a:gd name="connsiteY23493" fmla="*/ 650533 h 2767298"/>
              <a:gd name="connsiteX23494" fmla="*/ 3423397 w 4752801"/>
              <a:gd name="connsiteY23494" fmla="*/ 651748 h 2767298"/>
              <a:gd name="connsiteX23495" fmla="*/ 3418943 w 4752801"/>
              <a:gd name="connsiteY23495" fmla="*/ 659439 h 2767298"/>
              <a:gd name="connsiteX23496" fmla="*/ 3417729 w 4752801"/>
              <a:gd name="connsiteY23496" fmla="*/ 659844 h 2767298"/>
              <a:gd name="connsiteX23497" fmla="*/ 3408823 w 4752801"/>
              <a:gd name="connsiteY23497" fmla="*/ 659844 h 2767298"/>
              <a:gd name="connsiteX23498" fmla="*/ 3407609 w 4752801"/>
              <a:gd name="connsiteY23498" fmla="*/ 659439 h 2767298"/>
              <a:gd name="connsiteX23499" fmla="*/ 3403156 w 4752801"/>
              <a:gd name="connsiteY23499" fmla="*/ 651748 h 2767298"/>
              <a:gd name="connsiteX23500" fmla="*/ 3403156 w 4752801"/>
              <a:gd name="connsiteY23500" fmla="*/ 650533 h 2767298"/>
              <a:gd name="connsiteX23501" fmla="*/ 3407609 w 4752801"/>
              <a:gd name="connsiteY23501" fmla="*/ 642842 h 2767298"/>
              <a:gd name="connsiteX23502" fmla="*/ 3408823 w 4752801"/>
              <a:gd name="connsiteY23502" fmla="*/ 642437 h 2767298"/>
              <a:gd name="connsiteX23503" fmla="*/ 3327861 w 4752801"/>
              <a:gd name="connsiteY23503" fmla="*/ 642437 h 2767298"/>
              <a:gd name="connsiteX23504" fmla="*/ 3336767 w 4752801"/>
              <a:gd name="connsiteY23504" fmla="*/ 642437 h 2767298"/>
              <a:gd name="connsiteX23505" fmla="*/ 3337981 w 4752801"/>
              <a:gd name="connsiteY23505" fmla="*/ 642842 h 2767298"/>
              <a:gd name="connsiteX23506" fmla="*/ 3342435 w 4752801"/>
              <a:gd name="connsiteY23506" fmla="*/ 650533 h 2767298"/>
              <a:gd name="connsiteX23507" fmla="*/ 3342435 w 4752801"/>
              <a:gd name="connsiteY23507" fmla="*/ 651748 h 2767298"/>
              <a:gd name="connsiteX23508" fmla="*/ 3337981 w 4752801"/>
              <a:gd name="connsiteY23508" fmla="*/ 659439 h 2767298"/>
              <a:gd name="connsiteX23509" fmla="*/ 3336767 w 4752801"/>
              <a:gd name="connsiteY23509" fmla="*/ 659844 h 2767298"/>
              <a:gd name="connsiteX23510" fmla="*/ 3327861 w 4752801"/>
              <a:gd name="connsiteY23510" fmla="*/ 659844 h 2767298"/>
              <a:gd name="connsiteX23511" fmla="*/ 3326647 w 4752801"/>
              <a:gd name="connsiteY23511" fmla="*/ 659439 h 2767298"/>
              <a:gd name="connsiteX23512" fmla="*/ 3322194 w 4752801"/>
              <a:gd name="connsiteY23512" fmla="*/ 651748 h 2767298"/>
              <a:gd name="connsiteX23513" fmla="*/ 3322194 w 4752801"/>
              <a:gd name="connsiteY23513" fmla="*/ 650533 h 2767298"/>
              <a:gd name="connsiteX23514" fmla="*/ 3326647 w 4752801"/>
              <a:gd name="connsiteY23514" fmla="*/ 642842 h 2767298"/>
              <a:gd name="connsiteX23515" fmla="*/ 3327861 w 4752801"/>
              <a:gd name="connsiteY23515" fmla="*/ 642437 h 2767298"/>
              <a:gd name="connsiteX23516" fmla="*/ 3287785 w 4752801"/>
              <a:gd name="connsiteY23516" fmla="*/ 642437 h 2767298"/>
              <a:gd name="connsiteX23517" fmla="*/ 3296691 w 4752801"/>
              <a:gd name="connsiteY23517" fmla="*/ 642437 h 2767298"/>
              <a:gd name="connsiteX23518" fmla="*/ 3297905 w 4752801"/>
              <a:gd name="connsiteY23518" fmla="*/ 642842 h 2767298"/>
              <a:gd name="connsiteX23519" fmla="*/ 3302358 w 4752801"/>
              <a:gd name="connsiteY23519" fmla="*/ 650533 h 2767298"/>
              <a:gd name="connsiteX23520" fmla="*/ 3302358 w 4752801"/>
              <a:gd name="connsiteY23520" fmla="*/ 651748 h 2767298"/>
              <a:gd name="connsiteX23521" fmla="*/ 3297905 w 4752801"/>
              <a:gd name="connsiteY23521" fmla="*/ 659439 h 2767298"/>
              <a:gd name="connsiteX23522" fmla="*/ 3296691 w 4752801"/>
              <a:gd name="connsiteY23522" fmla="*/ 659844 h 2767298"/>
              <a:gd name="connsiteX23523" fmla="*/ 3287785 w 4752801"/>
              <a:gd name="connsiteY23523" fmla="*/ 659844 h 2767298"/>
              <a:gd name="connsiteX23524" fmla="*/ 3286570 w 4752801"/>
              <a:gd name="connsiteY23524" fmla="*/ 659439 h 2767298"/>
              <a:gd name="connsiteX23525" fmla="*/ 3282118 w 4752801"/>
              <a:gd name="connsiteY23525" fmla="*/ 651748 h 2767298"/>
              <a:gd name="connsiteX23526" fmla="*/ 3282118 w 4752801"/>
              <a:gd name="connsiteY23526" fmla="*/ 650533 h 2767298"/>
              <a:gd name="connsiteX23527" fmla="*/ 3286570 w 4752801"/>
              <a:gd name="connsiteY23527" fmla="*/ 642842 h 2767298"/>
              <a:gd name="connsiteX23528" fmla="*/ 3287785 w 4752801"/>
              <a:gd name="connsiteY23528" fmla="*/ 642437 h 2767298"/>
              <a:gd name="connsiteX23529" fmla="*/ 3206417 w 4752801"/>
              <a:gd name="connsiteY23529" fmla="*/ 642437 h 2767298"/>
              <a:gd name="connsiteX23530" fmla="*/ 3215728 w 4752801"/>
              <a:gd name="connsiteY23530" fmla="*/ 642437 h 2767298"/>
              <a:gd name="connsiteX23531" fmla="*/ 3216942 w 4752801"/>
              <a:gd name="connsiteY23531" fmla="*/ 642842 h 2767298"/>
              <a:gd name="connsiteX23532" fmla="*/ 3221800 w 4752801"/>
              <a:gd name="connsiteY23532" fmla="*/ 650938 h 2767298"/>
              <a:gd name="connsiteX23533" fmla="*/ 3221800 w 4752801"/>
              <a:gd name="connsiteY23533" fmla="*/ 652152 h 2767298"/>
              <a:gd name="connsiteX23534" fmla="*/ 3216942 w 4752801"/>
              <a:gd name="connsiteY23534" fmla="*/ 660249 h 2767298"/>
              <a:gd name="connsiteX23535" fmla="*/ 3215728 w 4752801"/>
              <a:gd name="connsiteY23535" fmla="*/ 660654 h 2767298"/>
              <a:gd name="connsiteX23536" fmla="*/ 3206417 w 4752801"/>
              <a:gd name="connsiteY23536" fmla="*/ 660654 h 2767298"/>
              <a:gd name="connsiteX23537" fmla="*/ 3205203 w 4752801"/>
              <a:gd name="connsiteY23537" fmla="*/ 660249 h 2767298"/>
              <a:gd name="connsiteX23538" fmla="*/ 3200345 w 4752801"/>
              <a:gd name="connsiteY23538" fmla="*/ 652152 h 2767298"/>
              <a:gd name="connsiteX23539" fmla="*/ 3200345 w 4752801"/>
              <a:gd name="connsiteY23539" fmla="*/ 650938 h 2767298"/>
              <a:gd name="connsiteX23540" fmla="*/ 3205203 w 4752801"/>
              <a:gd name="connsiteY23540" fmla="*/ 642842 h 2767298"/>
              <a:gd name="connsiteX23541" fmla="*/ 3206417 w 4752801"/>
              <a:gd name="connsiteY23541" fmla="*/ 642437 h 2767298"/>
              <a:gd name="connsiteX23542" fmla="*/ 3651711 w 4752801"/>
              <a:gd name="connsiteY23542" fmla="*/ 642033 h 2767298"/>
              <a:gd name="connsiteX23543" fmla="*/ 3661022 w 4752801"/>
              <a:gd name="connsiteY23543" fmla="*/ 642033 h 2767298"/>
              <a:gd name="connsiteX23544" fmla="*/ 3662236 w 4752801"/>
              <a:gd name="connsiteY23544" fmla="*/ 642843 h 2767298"/>
              <a:gd name="connsiteX23545" fmla="*/ 3667094 w 4752801"/>
              <a:gd name="connsiteY23545" fmla="*/ 650939 h 2767298"/>
              <a:gd name="connsiteX23546" fmla="*/ 3667094 w 4752801"/>
              <a:gd name="connsiteY23546" fmla="*/ 652153 h 2767298"/>
              <a:gd name="connsiteX23547" fmla="*/ 3662236 w 4752801"/>
              <a:gd name="connsiteY23547" fmla="*/ 660250 h 2767298"/>
              <a:gd name="connsiteX23548" fmla="*/ 3661022 w 4752801"/>
              <a:gd name="connsiteY23548" fmla="*/ 661059 h 2767298"/>
              <a:gd name="connsiteX23549" fmla="*/ 3651711 w 4752801"/>
              <a:gd name="connsiteY23549" fmla="*/ 661059 h 2767298"/>
              <a:gd name="connsiteX23550" fmla="*/ 3650497 w 4752801"/>
              <a:gd name="connsiteY23550" fmla="*/ 660250 h 2767298"/>
              <a:gd name="connsiteX23551" fmla="*/ 3645639 w 4752801"/>
              <a:gd name="connsiteY23551" fmla="*/ 652153 h 2767298"/>
              <a:gd name="connsiteX23552" fmla="*/ 3645639 w 4752801"/>
              <a:gd name="connsiteY23552" fmla="*/ 650939 h 2767298"/>
              <a:gd name="connsiteX23553" fmla="*/ 3650497 w 4752801"/>
              <a:gd name="connsiteY23553" fmla="*/ 642843 h 2767298"/>
              <a:gd name="connsiteX23554" fmla="*/ 3651711 w 4752801"/>
              <a:gd name="connsiteY23554" fmla="*/ 642033 h 2767298"/>
              <a:gd name="connsiteX23555" fmla="*/ 3246898 w 4752801"/>
              <a:gd name="connsiteY23555" fmla="*/ 642033 h 2767298"/>
              <a:gd name="connsiteX23556" fmla="*/ 3256209 w 4752801"/>
              <a:gd name="connsiteY23556" fmla="*/ 642033 h 2767298"/>
              <a:gd name="connsiteX23557" fmla="*/ 3257423 w 4752801"/>
              <a:gd name="connsiteY23557" fmla="*/ 642438 h 2767298"/>
              <a:gd name="connsiteX23558" fmla="*/ 3261876 w 4752801"/>
              <a:gd name="connsiteY23558" fmla="*/ 650534 h 2767298"/>
              <a:gd name="connsiteX23559" fmla="*/ 3261876 w 4752801"/>
              <a:gd name="connsiteY23559" fmla="*/ 651749 h 2767298"/>
              <a:gd name="connsiteX23560" fmla="*/ 3257423 w 4752801"/>
              <a:gd name="connsiteY23560" fmla="*/ 659845 h 2767298"/>
              <a:gd name="connsiteX23561" fmla="*/ 3256209 w 4752801"/>
              <a:gd name="connsiteY23561" fmla="*/ 660250 h 2767298"/>
              <a:gd name="connsiteX23562" fmla="*/ 3246898 w 4752801"/>
              <a:gd name="connsiteY23562" fmla="*/ 660250 h 2767298"/>
              <a:gd name="connsiteX23563" fmla="*/ 3245684 w 4752801"/>
              <a:gd name="connsiteY23563" fmla="*/ 659845 h 2767298"/>
              <a:gd name="connsiteX23564" fmla="*/ 3241231 w 4752801"/>
              <a:gd name="connsiteY23564" fmla="*/ 651749 h 2767298"/>
              <a:gd name="connsiteX23565" fmla="*/ 3241231 w 4752801"/>
              <a:gd name="connsiteY23565" fmla="*/ 650534 h 2767298"/>
              <a:gd name="connsiteX23566" fmla="*/ 3245684 w 4752801"/>
              <a:gd name="connsiteY23566" fmla="*/ 642438 h 2767298"/>
              <a:gd name="connsiteX23567" fmla="*/ 3246898 w 4752801"/>
              <a:gd name="connsiteY23567" fmla="*/ 642033 h 2767298"/>
              <a:gd name="connsiteX23568" fmla="*/ 3125455 w 4752801"/>
              <a:gd name="connsiteY23568" fmla="*/ 642033 h 2767298"/>
              <a:gd name="connsiteX23569" fmla="*/ 3134766 w 4752801"/>
              <a:gd name="connsiteY23569" fmla="*/ 642033 h 2767298"/>
              <a:gd name="connsiteX23570" fmla="*/ 3135980 w 4752801"/>
              <a:gd name="connsiteY23570" fmla="*/ 642438 h 2767298"/>
              <a:gd name="connsiteX23571" fmla="*/ 3140433 w 4752801"/>
              <a:gd name="connsiteY23571" fmla="*/ 650534 h 2767298"/>
              <a:gd name="connsiteX23572" fmla="*/ 3140433 w 4752801"/>
              <a:gd name="connsiteY23572" fmla="*/ 651749 h 2767298"/>
              <a:gd name="connsiteX23573" fmla="*/ 3135980 w 4752801"/>
              <a:gd name="connsiteY23573" fmla="*/ 659845 h 2767298"/>
              <a:gd name="connsiteX23574" fmla="*/ 3134766 w 4752801"/>
              <a:gd name="connsiteY23574" fmla="*/ 660250 h 2767298"/>
              <a:gd name="connsiteX23575" fmla="*/ 3125455 w 4752801"/>
              <a:gd name="connsiteY23575" fmla="*/ 660250 h 2767298"/>
              <a:gd name="connsiteX23576" fmla="*/ 3124241 w 4752801"/>
              <a:gd name="connsiteY23576" fmla="*/ 659845 h 2767298"/>
              <a:gd name="connsiteX23577" fmla="*/ 3119788 w 4752801"/>
              <a:gd name="connsiteY23577" fmla="*/ 651749 h 2767298"/>
              <a:gd name="connsiteX23578" fmla="*/ 3119788 w 4752801"/>
              <a:gd name="connsiteY23578" fmla="*/ 650534 h 2767298"/>
              <a:gd name="connsiteX23579" fmla="*/ 3124241 w 4752801"/>
              <a:gd name="connsiteY23579" fmla="*/ 642438 h 2767298"/>
              <a:gd name="connsiteX23580" fmla="*/ 3125455 w 4752801"/>
              <a:gd name="connsiteY23580" fmla="*/ 642033 h 2767298"/>
              <a:gd name="connsiteX23581" fmla="*/ 3044088 w 4752801"/>
              <a:gd name="connsiteY23581" fmla="*/ 642033 h 2767298"/>
              <a:gd name="connsiteX23582" fmla="*/ 3054208 w 4752801"/>
              <a:gd name="connsiteY23582" fmla="*/ 642033 h 2767298"/>
              <a:gd name="connsiteX23583" fmla="*/ 3055423 w 4752801"/>
              <a:gd name="connsiteY23583" fmla="*/ 642438 h 2767298"/>
              <a:gd name="connsiteX23584" fmla="*/ 3060280 w 4752801"/>
              <a:gd name="connsiteY23584" fmla="*/ 650939 h 2767298"/>
              <a:gd name="connsiteX23585" fmla="*/ 3060280 w 4752801"/>
              <a:gd name="connsiteY23585" fmla="*/ 652153 h 2767298"/>
              <a:gd name="connsiteX23586" fmla="*/ 3055423 w 4752801"/>
              <a:gd name="connsiteY23586" fmla="*/ 660654 h 2767298"/>
              <a:gd name="connsiteX23587" fmla="*/ 3054208 w 4752801"/>
              <a:gd name="connsiteY23587" fmla="*/ 661059 h 2767298"/>
              <a:gd name="connsiteX23588" fmla="*/ 3044088 w 4752801"/>
              <a:gd name="connsiteY23588" fmla="*/ 661059 h 2767298"/>
              <a:gd name="connsiteX23589" fmla="*/ 3042874 w 4752801"/>
              <a:gd name="connsiteY23589" fmla="*/ 660654 h 2767298"/>
              <a:gd name="connsiteX23590" fmla="*/ 3038016 w 4752801"/>
              <a:gd name="connsiteY23590" fmla="*/ 652153 h 2767298"/>
              <a:gd name="connsiteX23591" fmla="*/ 3038016 w 4752801"/>
              <a:gd name="connsiteY23591" fmla="*/ 650939 h 2767298"/>
              <a:gd name="connsiteX23592" fmla="*/ 3042874 w 4752801"/>
              <a:gd name="connsiteY23592" fmla="*/ 642438 h 2767298"/>
              <a:gd name="connsiteX23593" fmla="*/ 3044088 w 4752801"/>
              <a:gd name="connsiteY23593" fmla="*/ 642033 h 2767298"/>
              <a:gd name="connsiteX23594" fmla="*/ 3610825 w 4752801"/>
              <a:gd name="connsiteY23594" fmla="*/ 641628 h 2767298"/>
              <a:gd name="connsiteX23595" fmla="*/ 3620945 w 4752801"/>
              <a:gd name="connsiteY23595" fmla="*/ 641628 h 2767298"/>
              <a:gd name="connsiteX23596" fmla="*/ 3622160 w 4752801"/>
              <a:gd name="connsiteY23596" fmla="*/ 642438 h 2767298"/>
              <a:gd name="connsiteX23597" fmla="*/ 3627017 w 4752801"/>
              <a:gd name="connsiteY23597" fmla="*/ 650939 h 2767298"/>
              <a:gd name="connsiteX23598" fmla="*/ 3627017 w 4752801"/>
              <a:gd name="connsiteY23598" fmla="*/ 652153 h 2767298"/>
              <a:gd name="connsiteX23599" fmla="*/ 3622160 w 4752801"/>
              <a:gd name="connsiteY23599" fmla="*/ 660654 h 2767298"/>
              <a:gd name="connsiteX23600" fmla="*/ 3620945 w 4752801"/>
              <a:gd name="connsiteY23600" fmla="*/ 661059 h 2767298"/>
              <a:gd name="connsiteX23601" fmla="*/ 3610825 w 4752801"/>
              <a:gd name="connsiteY23601" fmla="*/ 661059 h 2767298"/>
              <a:gd name="connsiteX23602" fmla="*/ 3609611 w 4752801"/>
              <a:gd name="connsiteY23602" fmla="*/ 660654 h 2767298"/>
              <a:gd name="connsiteX23603" fmla="*/ 3604753 w 4752801"/>
              <a:gd name="connsiteY23603" fmla="*/ 652153 h 2767298"/>
              <a:gd name="connsiteX23604" fmla="*/ 3604753 w 4752801"/>
              <a:gd name="connsiteY23604" fmla="*/ 650939 h 2767298"/>
              <a:gd name="connsiteX23605" fmla="*/ 3609611 w 4752801"/>
              <a:gd name="connsiteY23605" fmla="*/ 642438 h 2767298"/>
              <a:gd name="connsiteX23606" fmla="*/ 3610825 w 4752801"/>
              <a:gd name="connsiteY23606" fmla="*/ 641628 h 2767298"/>
              <a:gd name="connsiteX23607" fmla="*/ 3570343 w 4752801"/>
              <a:gd name="connsiteY23607" fmla="*/ 641223 h 2767298"/>
              <a:gd name="connsiteX23608" fmla="*/ 3580868 w 4752801"/>
              <a:gd name="connsiteY23608" fmla="*/ 641223 h 2767298"/>
              <a:gd name="connsiteX23609" fmla="*/ 3582083 w 4752801"/>
              <a:gd name="connsiteY23609" fmla="*/ 642033 h 2767298"/>
              <a:gd name="connsiteX23610" fmla="*/ 3587346 w 4752801"/>
              <a:gd name="connsiteY23610" fmla="*/ 650938 h 2767298"/>
              <a:gd name="connsiteX23611" fmla="*/ 3587346 w 4752801"/>
              <a:gd name="connsiteY23611" fmla="*/ 652153 h 2767298"/>
              <a:gd name="connsiteX23612" fmla="*/ 3582083 w 4752801"/>
              <a:gd name="connsiteY23612" fmla="*/ 661059 h 2767298"/>
              <a:gd name="connsiteX23613" fmla="*/ 3580868 w 4752801"/>
              <a:gd name="connsiteY23613" fmla="*/ 661464 h 2767298"/>
              <a:gd name="connsiteX23614" fmla="*/ 3570343 w 4752801"/>
              <a:gd name="connsiteY23614" fmla="*/ 661464 h 2767298"/>
              <a:gd name="connsiteX23615" fmla="*/ 3569129 w 4752801"/>
              <a:gd name="connsiteY23615" fmla="*/ 661059 h 2767298"/>
              <a:gd name="connsiteX23616" fmla="*/ 3563867 w 4752801"/>
              <a:gd name="connsiteY23616" fmla="*/ 652153 h 2767298"/>
              <a:gd name="connsiteX23617" fmla="*/ 3563867 w 4752801"/>
              <a:gd name="connsiteY23617" fmla="*/ 650938 h 2767298"/>
              <a:gd name="connsiteX23618" fmla="*/ 3569129 w 4752801"/>
              <a:gd name="connsiteY23618" fmla="*/ 642033 h 2767298"/>
              <a:gd name="connsiteX23619" fmla="*/ 3570343 w 4752801"/>
              <a:gd name="connsiteY23619" fmla="*/ 641223 h 2767298"/>
              <a:gd name="connsiteX23620" fmla="*/ 3448495 w 4752801"/>
              <a:gd name="connsiteY23620" fmla="*/ 641223 h 2767298"/>
              <a:gd name="connsiteX23621" fmla="*/ 3459425 w 4752801"/>
              <a:gd name="connsiteY23621" fmla="*/ 641223 h 2767298"/>
              <a:gd name="connsiteX23622" fmla="*/ 3460640 w 4752801"/>
              <a:gd name="connsiteY23622" fmla="*/ 641628 h 2767298"/>
              <a:gd name="connsiteX23623" fmla="*/ 3465903 w 4752801"/>
              <a:gd name="connsiteY23623" fmla="*/ 650938 h 2767298"/>
              <a:gd name="connsiteX23624" fmla="*/ 3465903 w 4752801"/>
              <a:gd name="connsiteY23624" fmla="*/ 652153 h 2767298"/>
              <a:gd name="connsiteX23625" fmla="*/ 3460640 w 4752801"/>
              <a:gd name="connsiteY23625" fmla="*/ 661464 h 2767298"/>
              <a:gd name="connsiteX23626" fmla="*/ 3459425 w 4752801"/>
              <a:gd name="connsiteY23626" fmla="*/ 661868 h 2767298"/>
              <a:gd name="connsiteX23627" fmla="*/ 3448495 w 4752801"/>
              <a:gd name="connsiteY23627" fmla="*/ 661868 h 2767298"/>
              <a:gd name="connsiteX23628" fmla="*/ 3447281 w 4752801"/>
              <a:gd name="connsiteY23628" fmla="*/ 661464 h 2767298"/>
              <a:gd name="connsiteX23629" fmla="*/ 3442019 w 4752801"/>
              <a:gd name="connsiteY23629" fmla="*/ 652153 h 2767298"/>
              <a:gd name="connsiteX23630" fmla="*/ 3442019 w 4752801"/>
              <a:gd name="connsiteY23630" fmla="*/ 650938 h 2767298"/>
              <a:gd name="connsiteX23631" fmla="*/ 3447281 w 4752801"/>
              <a:gd name="connsiteY23631" fmla="*/ 641628 h 2767298"/>
              <a:gd name="connsiteX23632" fmla="*/ 3448495 w 4752801"/>
              <a:gd name="connsiteY23632" fmla="*/ 641223 h 2767298"/>
              <a:gd name="connsiteX23633" fmla="*/ 3165531 w 4752801"/>
              <a:gd name="connsiteY23633" fmla="*/ 641223 h 2767298"/>
              <a:gd name="connsiteX23634" fmla="*/ 3175246 w 4752801"/>
              <a:gd name="connsiteY23634" fmla="*/ 641223 h 2767298"/>
              <a:gd name="connsiteX23635" fmla="*/ 3176461 w 4752801"/>
              <a:gd name="connsiteY23635" fmla="*/ 642033 h 2767298"/>
              <a:gd name="connsiteX23636" fmla="*/ 3181319 w 4752801"/>
              <a:gd name="connsiteY23636" fmla="*/ 650534 h 2767298"/>
              <a:gd name="connsiteX23637" fmla="*/ 3181319 w 4752801"/>
              <a:gd name="connsiteY23637" fmla="*/ 651748 h 2767298"/>
              <a:gd name="connsiteX23638" fmla="*/ 3176461 w 4752801"/>
              <a:gd name="connsiteY23638" fmla="*/ 660249 h 2767298"/>
              <a:gd name="connsiteX23639" fmla="*/ 3175246 w 4752801"/>
              <a:gd name="connsiteY23639" fmla="*/ 660654 h 2767298"/>
              <a:gd name="connsiteX23640" fmla="*/ 3165531 w 4752801"/>
              <a:gd name="connsiteY23640" fmla="*/ 660654 h 2767298"/>
              <a:gd name="connsiteX23641" fmla="*/ 3164317 w 4752801"/>
              <a:gd name="connsiteY23641" fmla="*/ 660249 h 2767298"/>
              <a:gd name="connsiteX23642" fmla="*/ 3159459 w 4752801"/>
              <a:gd name="connsiteY23642" fmla="*/ 651748 h 2767298"/>
              <a:gd name="connsiteX23643" fmla="*/ 3159459 w 4752801"/>
              <a:gd name="connsiteY23643" fmla="*/ 650534 h 2767298"/>
              <a:gd name="connsiteX23644" fmla="*/ 3164317 w 4752801"/>
              <a:gd name="connsiteY23644" fmla="*/ 642033 h 2767298"/>
              <a:gd name="connsiteX23645" fmla="*/ 3165531 w 4752801"/>
              <a:gd name="connsiteY23645" fmla="*/ 641223 h 2767298"/>
              <a:gd name="connsiteX23646" fmla="*/ 3084569 w 4752801"/>
              <a:gd name="connsiteY23646" fmla="*/ 641223 h 2767298"/>
              <a:gd name="connsiteX23647" fmla="*/ 3094284 w 4752801"/>
              <a:gd name="connsiteY23647" fmla="*/ 641223 h 2767298"/>
              <a:gd name="connsiteX23648" fmla="*/ 3095499 w 4752801"/>
              <a:gd name="connsiteY23648" fmla="*/ 642033 h 2767298"/>
              <a:gd name="connsiteX23649" fmla="*/ 3100357 w 4752801"/>
              <a:gd name="connsiteY23649" fmla="*/ 650534 h 2767298"/>
              <a:gd name="connsiteX23650" fmla="*/ 3100357 w 4752801"/>
              <a:gd name="connsiteY23650" fmla="*/ 651748 h 2767298"/>
              <a:gd name="connsiteX23651" fmla="*/ 3095499 w 4752801"/>
              <a:gd name="connsiteY23651" fmla="*/ 660249 h 2767298"/>
              <a:gd name="connsiteX23652" fmla="*/ 3094284 w 4752801"/>
              <a:gd name="connsiteY23652" fmla="*/ 660654 h 2767298"/>
              <a:gd name="connsiteX23653" fmla="*/ 3084569 w 4752801"/>
              <a:gd name="connsiteY23653" fmla="*/ 660654 h 2767298"/>
              <a:gd name="connsiteX23654" fmla="*/ 3083355 w 4752801"/>
              <a:gd name="connsiteY23654" fmla="*/ 660249 h 2767298"/>
              <a:gd name="connsiteX23655" fmla="*/ 3078497 w 4752801"/>
              <a:gd name="connsiteY23655" fmla="*/ 651748 h 2767298"/>
              <a:gd name="connsiteX23656" fmla="*/ 3078497 w 4752801"/>
              <a:gd name="connsiteY23656" fmla="*/ 650534 h 2767298"/>
              <a:gd name="connsiteX23657" fmla="*/ 3083355 w 4752801"/>
              <a:gd name="connsiteY23657" fmla="*/ 642033 h 2767298"/>
              <a:gd name="connsiteX23658" fmla="*/ 3084569 w 4752801"/>
              <a:gd name="connsiteY23658" fmla="*/ 641223 h 2767298"/>
              <a:gd name="connsiteX23659" fmla="*/ 3003606 w 4752801"/>
              <a:gd name="connsiteY23659" fmla="*/ 641223 h 2767298"/>
              <a:gd name="connsiteX23660" fmla="*/ 3013727 w 4752801"/>
              <a:gd name="connsiteY23660" fmla="*/ 641223 h 2767298"/>
              <a:gd name="connsiteX23661" fmla="*/ 3014941 w 4752801"/>
              <a:gd name="connsiteY23661" fmla="*/ 641628 h 2767298"/>
              <a:gd name="connsiteX23662" fmla="*/ 3020204 w 4752801"/>
              <a:gd name="connsiteY23662" fmla="*/ 650534 h 2767298"/>
              <a:gd name="connsiteX23663" fmla="*/ 3020204 w 4752801"/>
              <a:gd name="connsiteY23663" fmla="*/ 651748 h 2767298"/>
              <a:gd name="connsiteX23664" fmla="*/ 3014941 w 4752801"/>
              <a:gd name="connsiteY23664" fmla="*/ 660654 h 2767298"/>
              <a:gd name="connsiteX23665" fmla="*/ 3013727 w 4752801"/>
              <a:gd name="connsiteY23665" fmla="*/ 661059 h 2767298"/>
              <a:gd name="connsiteX23666" fmla="*/ 3003606 w 4752801"/>
              <a:gd name="connsiteY23666" fmla="*/ 661059 h 2767298"/>
              <a:gd name="connsiteX23667" fmla="*/ 3002392 w 4752801"/>
              <a:gd name="connsiteY23667" fmla="*/ 660654 h 2767298"/>
              <a:gd name="connsiteX23668" fmla="*/ 2997130 w 4752801"/>
              <a:gd name="connsiteY23668" fmla="*/ 651748 h 2767298"/>
              <a:gd name="connsiteX23669" fmla="*/ 2997130 w 4752801"/>
              <a:gd name="connsiteY23669" fmla="*/ 650534 h 2767298"/>
              <a:gd name="connsiteX23670" fmla="*/ 3002392 w 4752801"/>
              <a:gd name="connsiteY23670" fmla="*/ 641628 h 2767298"/>
              <a:gd name="connsiteX23671" fmla="*/ 3003606 w 4752801"/>
              <a:gd name="connsiteY23671" fmla="*/ 641223 h 2767298"/>
              <a:gd name="connsiteX23672" fmla="*/ 2679352 w 4752801"/>
              <a:gd name="connsiteY23672" fmla="*/ 640818 h 2767298"/>
              <a:gd name="connsiteX23673" fmla="*/ 2690686 w 4752801"/>
              <a:gd name="connsiteY23673" fmla="*/ 640818 h 2767298"/>
              <a:gd name="connsiteX23674" fmla="*/ 2691901 w 4752801"/>
              <a:gd name="connsiteY23674" fmla="*/ 641223 h 2767298"/>
              <a:gd name="connsiteX23675" fmla="*/ 2697568 w 4752801"/>
              <a:gd name="connsiteY23675" fmla="*/ 650938 h 2767298"/>
              <a:gd name="connsiteX23676" fmla="*/ 2697568 w 4752801"/>
              <a:gd name="connsiteY23676" fmla="*/ 652153 h 2767298"/>
              <a:gd name="connsiteX23677" fmla="*/ 2691901 w 4752801"/>
              <a:gd name="connsiteY23677" fmla="*/ 661868 h 2767298"/>
              <a:gd name="connsiteX23678" fmla="*/ 2690686 w 4752801"/>
              <a:gd name="connsiteY23678" fmla="*/ 662273 h 2767298"/>
              <a:gd name="connsiteX23679" fmla="*/ 2679352 w 4752801"/>
              <a:gd name="connsiteY23679" fmla="*/ 662273 h 2767298"/>
              <a:gd name="connsiteX23680" fmla="*/ 2678137 w 4752801"/>
              <a:gd name="connsiteY23680" fmla="*/ 661868 h 2767298"/>
              <a:gd name="connsiteX23681" fmla="*/ 2672470 w 4752801"/>
              <a:gd name="connsiteY23681" fmla="*/ 652153 h 2767298"/>
              <a:gd name="connsiteX23682" fmla="*/ 2672470 w 4752801"/>
              <a:gd name="connsiteY23682" fmla="*/ 650938 h 2767298"/>
              <a:gd name="connsiteX23683" fmla="*/ 2678137 w 4752801"/>
              <a:gd name="connsiteY23683" fmla="*/ 641223 h 2767298"/>
              <a:gd name="connsiteX23684" fmla="*/ 2679352 w 4752801"/>
              <a:gd name="connsiteY23684" fmla="*/ 640818 h 2767298"/>
              <a:gd name="connsiteX23685" fmla="*/ 2962316 w 4752801"/>
              <a:gd name="connsiteY23685" fmla="*/ 640009 h 2767298"/>
              <a:gd name="connsiteX23686" fmla="*/ 2974055 w 4752801"/>
              <a:gd name="connsiteY23686" fmla="*/ 640009 h 2767298"/>
              <a:gd name="connsiteX23687" fmla="*/ 2975269 w 4752801"/>
              <a:gd name="connsiteY23687" fmla="*/ 640819 h 2767298"/>
              <a:gd name="connsiteX23688" fmla="*/ 2980937 w 4752801"/>
              <a:gd name="connsiteY23688" fmla="*/ 650939 h 2767298"/>
              <a:gd name="connsiteX23689" fmla="*/ 2980937 w 4752801"/>
              <a:gd name="connsiteY23689" fmla="*/ 652153 h 2767298"/>
              <a:gd name="connsiteX23690" fmla="*/ 2975269 w 4752801"/>
              <a:gd name="connsiteY23690" fmla="*/ 662274 h 2767298"/>
              <a:gd name="connsiteX23691" fmla="*/ 2974055 w 4752801"/>
              <a:gd name="connsiteY23691" fmla="*/ 662679 h 2767298"/>
              <a:gd name="connsiteX23692" fmla="*/ 2962316 w 4752801"/>
              <a:gd name="connsiteY23692" fmla="*/ 662679 h 2767298"/>
              <a:gd name="connsiteX23693" fmla="*/ 2961101 w 4752801"/>
              <a:gd name="connsiteY23693" fmla="*/ 662274 h 2767298"/>
              <a:gd name="connsiteX23694" fmla="*/ 2955434 w 4752801"/>
              <a:gd name="connsiteY23694" fmla="*/ 652153 h 2767298"/>
              <a:gd name="connsiteX23695" fmla="*/ 2955434 w 4752801"/>
              <a:gd name="connsiteY23695" fmla="*/ 650939 h 2767298"/>
              <a:gd name="connsiteX23696" fmla="*/ 2961101 w 4752801"/>
              <a:gd name="connsiteY23696" fmla="*/ 640819 h 2767298"/>
              <a:gd name="connsiteX23697" fmla="*/ 2962316 w 4752801"/>
              <a:gd name="connsiteY23697" fmla="*/ 640009 h 2767298"/>
              <a:gd name="connsiteX23698" fmla="*/ 3527838 w 4752801"/>
              <a:gd name="connsiteY23698" fmla="*/ 638389 h 2767298"/>
              <a:gd name="connsiteX23699" fmla="*/ 3542007 w 4752801"/>
              <a:gd name="connsiteY23699" fmla="*/ 638389 h 2767298"/>
              <a:gd name="connsiteX23700" fmla="*/ 3543222 w 4752801"/>
              <a:gd name="connsiteY23700" fmla="*/ 638794 h 2767298"/>
              <a:gd name="connsiteX23701" fmla="*/ 3550508 w 4752801"/>
              <a:gd name="connsiteY23701" fmla="*/ 650938 h 2767298"/>
              <a:gd name="connsiteX23702" fmla="*/ 3550508 w 4752801"/>
              <a:gd name="connsiteY23702" fmla="*/ 652153 h 2767298"/>
              <a:gd name="connsiteX23703" fmla="*/ 3543222 w 4752801"/>
              <a:gd name="connsiteY23703" fmla="*/ 664297 h 2767298"/>
              <a:gd name="connsiteX23704" fmla="*/ 3542007 w 4752801"/>
              <a:gd name="connsiteY23704" fmla="*/ 664702 h 2767298"/>
              <a:gd name="connsiteX23705" fmla="*/ 3527838 w 4752801"/>
              <a:gd name="connsiteY23705" fmla="*/ 664702 h 2767298"/>
              <a:gd name="connsiteX23706" fmla="*/ 3526624 w 4752801"/>
              <a:gd name="connsiteY23706" fmla="*/ 664297 h 2767298"/>
              <a:gd name="connsiteX23707" fmla="*/ 3519338 w 4752801"/>
              <a:gd name="connsiteY23707" fmla="*/ 652153 h 2767298"/>
              <a:gd name="connsiteX23708" fmla="*/ 3519338 w 4752801"/>
              <a:gd name="connsiteY23708" fmla="*/ 650938 h 2767298"/>
              <a:gd name="connsiteX23709" fmla="*/ 3526624 w 4752801"/>
              <a:gd name="connsiteY23709" fmla="*/ 638794 h 2767298"/>
              <a:gd name="connsiteX23710" fmla="*/ 3527838 w 4752801"/>
              <a:gd name="connsiteY23710" fmla="*/ 638389 h 2767298"/>
              <a:gd name="connsiteX23711" fmla="*/ 3487762 w 4752801"/>
              <a:gd name="connsiteY23711" fmla="*/ 638389 h 2767298"/>
              <a:gd name="connsiteX23712" fmla="*/ 3501121 w 4752801"/>
              <a:gd name="connsiteY23712" fmla="*/ 638389 h 2767298"/>
              <a:gd name="connsiteX23713" fmla="*/ 3502335 w 4752801"/>
              <a:gd name="connsiteY23713" fmla="*/ 638794 h 2767298"/>
              <a:gd name="connsiteX23714" fmla="*/ 3509217 w 4752801"/>
              <a:gd name="connsiteY23714" fmla="*/ 650533 h 2767298"/>
              <a:gd name="connsiteX23715" fmla="*/ 3509217 w 4752801"/>
              <a:gd name="connsiteY23715" fmla="*/ 651748 h 2767298"/>
              <a:gd name="connsiteX23716" fmla="*/ 3502335 w 4752801"/>
              <a:gd name="connsiteY23716" fmla="*/ 663487 h 2767298"/>
              <a:gd name="connsiteX23717" fmla="*/ 3501121 w 4752801"/>
              <a:gd name="connsiteY23717" fmla="*/ 663892 h 2767298"/>
              <a:gd name="connsiteX23718" fmla="*/ 3487762 w 4752801"/>
              <a:gd name="connsiteY23718" fmla="*/ 663892 h 2767298"/>
              <a:gd name="connsiteX23719" fmla="*/ 3486548 w 4752801"/>
              <a:gd name="connsiteY23719" fmla="*/ 663487 h 2767298"/>
              <a:gd name="connsiteX23720" fmla="*/ 3479666 w 4752801"/>
              <a:gd name="connsiteY23720" fmla="*/ 651748 h 2767298"/>
              <a:gd name="connsiteX23721" fmla="*/ 3479666 w 4752801"/>
              <a:gd name="connsiteY23721" fmla="*/ 650533 h 2767298"/>
              <a:gd name="connsiteX23722" fmla="*/ 3486548 w 4752801"/>
              <a:gd name="connsiteY23722" fmla="*/ 638794 h 2767298"/>
              <a:gd name="connsiteX23723" fmla="*/ 3487762 w 4752801"/>
              <a:gd name="connsiteY23723" fmla="*/ 638389 h 2767298"/>
              <a:gd name="connsiteX23724" fmla="*/ 4221687 w 4752801"/>
              <a:gd name="connsiteY23724" fmla="*/ 608433 h 2767298"/>
              <a:gd name="connsiteX23725" fmla="*/ 4224520 w 4752801"/>
              <a:gd name="connsiteY23725" fmla="*/ 608433 h 2767298"/>
              <a:gd name="connsiteX23726" fmla="*/ 4225735 w 4752801"/>
              <a:gd name="connsiteY23726" fmla="*/ 610862 h 2767298"/>
              <a:gd name="connsiteX23727" fmla="*/ 4224520 w 4752801"/>
              <a:gd name="connsiteY23727" fmla="*/ 613291 h 2767298"/>
              <a:gd name="connsiteX23728" fmla="*/ 4221687 w 4752801"/>
              <a:gd name="connsiteY23728" fmla="*/ 613291 h 2767298"/>
              <a:gd name="connsiteX23729" fmla="*/ 4220472 w 4752801"/>
              <a:gd name="connsiteY23729" fmla="*/ 610862 h 2767298"/>
              <a:gd name="connsiteX23730" fmla="*/ 4181206 w 4752801"/>
              <a:gd name="connsiteY23730" fmla="*/ 608433 h 2767298"/>
              <a:gd name="connsiteX23731" fmla="*/ 4184039 w 4752801"/>
              <a:gd name="connsiteY23731" fmla="*/ 608433 h 2767298"/>
              <a:gd name="connsiteX23732" fmla="*/ 4185254 w 4752801"/>
              <a:gd name="connsiteY23732" fmla="*/ 610862 h 2767298"/>
              <a:gd name="connsiteX23733" fmla="*/ 4184039 w 4752801"/>
              <a:gd name="connsiteY23733" fmla="*/ 613291 h 2767298"/>
              <a:gd name="connsiteX23734" fmla="*/ 4181206 w 4752801"/>
              <a:gd name="connsiteY23734" fmla="*/ 613291 h 2767298"/>
              <a:gd name="connsiteX23735" fmla="*/ 4179991 w 4752801"/>
              <a:gd name="connsiteY23735" fmla="*/ 610862 h 2767298"/>
              <a:gd name="connsiteX23736" fmla="*/ 4100244 w 4752801"/>
              <a:gd name="connsiteY23736" fmla="*/ 608433 h 2767298"/>
              <a:gd name="connsiteX23737" fmla="*/ 4103077 w 4752801"/>
              <a:gd name="connsiteY23737" fmla="*/ 608433 h 2767298"/>
              <a:gd name="connsiteX23738" fmla="*/ 4104292 w 4752801"/>
              <a:gd name="connsiteY23738" fmla="*/ 610862 h 2767298"/>
              <a:gd name="connsiteX23739" fmla="*/ 4103077 w 4752801"/>
              <a:gd name="connsiteY23739" fmla="*/ 613291 h 2767298"/>
              <a:gd name="connsiteX23740" fmla="*/ 4100244 w 4752801"/>
              <a:gd name="connsiteY23740" fmla="*/ 613291 h 2767298"/>
              <a:gd name="connsiteX23741" fmla="*/ 4099029 w 4752801"/>
              <a:gd name="connsiteY23741" fmla="*/ 610862 h 2767298"/>
              <a:gd name="connsiteX23742" fmla="*/ 4060166 w 4752801"/>
              <a:gd name="connsiteY23742" fmla="*/ 608433 h 2767298"/>
              <a:gd name="connsiteX23743" fmla="*/ 4063000 w 4752801"/>
              <a:gd name="connsiteY23743" fmla="*/ 608433 h 2767298"/>
              <a:gd name="connsiteX23744" fmla="*/ 4064619 w 4752801"/>
              <a:gd name="connsiteY23744" fmla="*/ 610862 h 2767298"/>
              <a:gd name="connsiteX23745" fmla="*/ 4063000 w 4752801"/>
              <a:gd name="connsiteY23745" fmla="*/ 613291 h 2767298"/>
              <a:gd name="connsiteX23746" fmla="*/ 4060166 w 4752801"/>
              <a:gd name="connsiteY23746" fmla="*/ 613291 h 2767298"/>
              <a:gd name="connsiteX23747" fmla="*/ 4058547 w 4752801"/>
              <a:gd name="connsiteY23747" fmla="*/ 610862 h 2767298"/>
              <a:gd name="connsiteX23748" fmla="*/ 3978800 w 4752801"/>
              <a:gd name="connsiteY23748" fmla="*/ 608433 h 2767298"/>
              <a:gd name="connsiteX23749" fmla="*/ 3981633 w 4752801"/>
              <a:gd name="connsiteY23749" fmla="*/ 608433 h 2767298"/>
              <a:gd name="connsiteX23750" fmla="*/ 3982848 w 4752801"/>
              <a:gd name="connsiteY23750" fmla="*/ 610862 h 2767298"/>
              <a:gd name="connsiteX23751" fmla="*/ 3981633 w 4752801"/>
              <a:gd name="connsiteY23751" fmla="*/ 613291 h 2767298"/>
              <a:gd name="connsiteX23752" fmla="*/ 3978800 w 4752801"/>
              <a:gd name="connsiteY23752" fmla="*/ 613291 h 2767298"/>
              <a:gd name="connsiteX23753" fmla="*/ 3977585 w 4752801"/>
              <a:gd name="connsiteY23753" fmla="*/ 610862 h 2767298"/>
              <a:gd name="connsiteX23754" fmla="*/ 4140724 w 4752801"/>
              <a:gd name="connsiteY23754" fmla="*/ 608028 h 2767298"/>
              <a:gd name="connsiteX23755" fmla="*/ 4143963 w 4752801"/>
              <a:gd name="connsiteY23755" fmla="*/ 608028 h 2767298"/>
              <a:gd name="connsiteX23756" fmla="*/ 4145582 w 4752801"/>
              <a:gd name="connsiteY23756" fmla="*/ 610862 h 2767298"/>
              <a:gd name="connsiteX23757" fmla="*/ 4143963 w 4752801"/>
              <a:gd name="connsiteY23757" fmla="*/ 613695 h 2767298"/>
              <a:gd name="connsiteX23758" fmla="*/ 4140724 w 4752801"/>
              <a:gd name="connsiteY23758" fmla="*/ 613695 h 2767298"/>
              <a:gd name="connsiteX23759" fmla="*/ 4139105 w 4752801"/>
              <a:gd name="connsiteY23759" fmla="*/ 610862 h 2767298"/>
              <a:gd name="connsiteX23760" fmla="*/ 4019280 w 4752801"/>
              <a:gd name="connsiteY23760" fmla="*/ 608028 h 2767298"/>
              <a:gd name="connsiteX23761" fmla="*/ 4022519 w 4752801"/>
              <a:gd name="connsiteY23761" fmla="*/ 608028 h 2767298"/>
              <a:gd name="connsiteX23762" fmla="*/ 4024138 w 4752801"/>
              <a:gd name="connsiteY23762" fmla="*/ 610862 h 2767298"/>
              <a:gd name="connsiteX23763" fmla="*/ 4022519 w 4752801"/>
              <a:gd name="connsiteY23763" fmla="*/ 613695 h 2767298"/>
              <a:gd name="connsiteX23764" fmla="*/ 4019280 w 4752801"/>
              <a:gd name="connsiteY23764" fmla="*/ 613695 h 2767298"/>
              <a:gd name="connsiteX23765" fmla="*/ 4017661 w 4752801"/>
              <a:gd name="connsiteY23765" fmla="*/ 610862 h 2767298"/>
              <a:gd name="connsiteX23766" fmla="*/ 1913851 w 4752801"/>
              <a:gd name="connsiteY23766" fmla="*/ 608028 h 2767298"/>
              <a:gd name="connsiteX23767" fmla="*/ 1917495 w 4752801"/>
              <a:gd name="connsiteY23767" fmla="*/ 608028 h 2767298"/>
              <a:gd name="connsiteX23768" fmla="*/ 1919114 w 4752801"/>
              <a:gd name="connsiteY23768" fmla="*/ 610862 h 2767298"/>
              <a:gd name="connsiteX23769" fmla="*/ 1917495 w 4752801"/>
              <a:gd name="connsiteY23769" fmla="*/ 613695 h 2767298"/>
              <a:gd name="connsiteX23770" fmla="*/ 1913851 w 4752801"/>
              <a:gd name="connsiteY23770" fmla="*/ 613695 h 2767298"/>
              <a:gd name="connsiteX23771" fmla="*/ 1912232 w 4752801"/>
              <a:gd name="connsiteY23771" fmla="*/ 610862 h 2767298"/>
              <a:gd name="connsiteX23772" fmla="*/ 1873369 w 4752801"/>
              <a:gd name="connsiteY23772" fmla="*/ 608028 h 2767298"/>
              <a:gd name="connsiteX23773" fmla="*/ 1877013 w 4752801"/>
              <a:gd name="connsiteY23773" fmla="*/ 608028 h 2767298"/>
              <a:gd name="connsiteX23774" fmla="*/ 1878632 w 4752801"/>
              <a:gd name="connsiteY23774" fmla="*/ 610862 h 2767298"/>
              <a:gd name="connsiteX23775" fmla="*/ 1877013 w 4752801"/>
              <a:gd name="connsiteY23775" fmla="*/ 613695 h 2767298"/>
              <a:gd name="connsiteX23776" fmla="*/ 1873369 w 4752801"/>
              <a:gd name="connsiteY23776" fmla="*/ 613695 h 2767298"/>
              <a:gd name="connsiteX23777" fmla="*/ 1871750 w 4752801"/>
              <a:gd name="connsiteY23777" fmla="*/ 610862 h 2767298"/>
              <a:gd name="connsiteX23778" fmla="*/ 2602437 w 4752801"/>
              <a:gd name="connsiteY23778" fmla="*/ 607624 h 2767298"/>
              <a:gd name="connsiteX23779" fmla="*/ 2606080 w 4752801"/>
              <a:gd name="connsiteY23779" fmla="*/ 607624 h 2767298"/>
              <a:gd name="connsiteX23780" fmla="*/ 2608105 w 4752801"/>
              <a:gd name="connsiteY23780" fmla="*/ 610863 h 2767298"/>
              <a:gd name="connsiteX23781" fmla="*/ 2606080 w 4752801"/>
              <a:gd name="connsiteY23781" fmla="*/ 614101 h 2767298"/>
              <a:gd name="connsiteX23782" fmla="*/ 2602437 w 4752801"/>
              <a:gd name="connsiteY23782" fmla="*/ 614101 h 2767298"/>
              <a:gd name="connsiteX23783" fmla="*/ 2600413 w 4752801"/>
              <a:gd name="connsiteY23783" fmla="*/ 610863 h 2767298"/>
              <a:gd name="connsiteX23784" fmla="*/ 2561956 w 4752801"/>
              <a:gd name="connsiteY23784" fmla="*/ 607624 h 2767298"/>
              <a:gd name="connsiteX23785" fmla="*/ 2565599 w 4752801"/>
              <a:gd name="connsiteY23785" fmla="*/ 607624 h 2767298"/>
              <a:gd name="connsiteX23786" fmla="*/ 2567624 w 4752801"/>
              <a:gd name="connsiteY23786" fmla="*/ 610863 h 2767298"/>
              <a:gd name="connsiteX23787" fmla="*/ 2565599 w 4752801"/>
              <a:gd name="connsiteY23787" fmla="*/ 614101 h 2767298"/>
              <a:gd name="connsiteX23788" fmla="*/ 2561956 w 4752801"/>
              <a:gd name="connsiteY23788" fmla="*/ 614101 h 2767298"/>
              <a:gd name="connsiteX23789" fmla="*/ 2559932 w 4752801"/>
              <a:gd name="connsiteY23789" fmla="*/ 610863 h 2767298"/>
              <a:gd name="connsiteX23790" fmla="*/ 2521069 w 4752801"/>
              <a:gd name="connsiteY23790" fmla="*/ 607624 h 2767298"/>
              <a:gd name="connsiteX23791" fmla="*/ 2524713 w 4752801"/>
              <a:gd name="connsiteY23791" fmla="*/ 607624 h 2767298"/>
              <a:gd name="connsiteX23792" fmla="*/ 2526332 w 4752801"/>
              <a:gd name="connsiteY23792" fmla="*/ 610863 h 2767298"/>
              <a:gd name="connsiteX23793" fmla="*/ 2524713 w 4752801"/>
              <a:gd name="connsiteY23793" fmla="*/ 614101 h 2767298"/>
              <a:gd name="connsiteX23794" fmla="*/ 2521069 w 4752801"/>
              <a:gd name="connsiteY23794" fmla="*/ 614101 h 2767298"/>
              <a:gd name="connsiteX23795" fmla="*/ 2519450 w 4752801"/>
              <a:gd name="connsiteY23795" fmla="*/ 610863 h 2767298"/>
              <a:gd name="connsiteX23796" fmla="*/ 2480993 w 4752801"/>
              <a:gd name="connsiteY23796" fmla="*/ 607624 h 2767298"/>
              <a:gd name="connsiteX23797" fmla="*/ 2484636 w 4752801"/>
              <a:gd name="connsiteY23797" fmla="*/ 607624 h 2767298"/>
              <a:gd name="connsiteX23798" fmla="*/ 2486661 w 4752801"/>
              <a:gd name="connsiteY23798" fmla="*/ 610863 h 2767298"/>
              <a:gd name="connsiteX23799" fmla="*/ 2484636 w 4752801"/>
              <a:gd name="connsiteY23799" fmla="*/ 614101 h 2767298"/>
              <a:gd name="connsiteX23800" fmla="*/ 2480993 w 4752801"/>
              <a:gd name="connsiteY23800" fmla="*/ 614101 h 2767298"/>
              <a:gd name="connsiteX23801" fmla="*/ 2478969 w 4752801"/>
              <a:gd name="connsiteY23801" fmla="*/ 610863 h 2767298"/>
              <a:gd name="connsiteX23802" fmla="*/ 2440512 w 4752801"/>
              <a:gd name="connsiteY23802" fmla="*/ 607624 h 2767298"/>
              <a:gd name="connsiteX23803" fmla="*/ 2444155 w 4752801"/>
              <a:gd name="connsiteY23803" fmla="*/ 607624 h 2767298"/>
              <a:gd name="connsiteX23804" fmla="*/ 2446180 w 4752801"/>
              <a:gd name="connsiteY23804" fmla="*/ 610863 h 2767298"/>
              <a:gd name="connsiteX23805" fmla="*/ 2444155 w 4752801"/>
              <a:gd name="connsiteY23805" fmla="*/ 614101 h 2767298"/>
              <a:gd name="connsiteX23806" fmla="*/ 2440512 w 4752801"/>
              <a:gd name="connsiteY23806" fmla="*/ 614101 h 2767298"/>
              <a:gd name="connsiteX23807" fmla="*/ 2438488 w 4752801"/>
              <a:gd name="connsiteY23807" fmla="*/ 610863 h 2767298"/>
              <a:gd name="connsiteX23808" fmla="*/ 2400031 w 4752801"/>
              <a:gd name="connsiteY23808" fmla="*/ 607624 h 2767298"/>
              <a:gd name="connsiteX23809" fmla="*/ 2403674 w 4752801"/>
              <a:gd name="connsiteY23809" fmla="*/ 607624 h 2767298"/>
              <a:gd name="connsiteX23810" fmla="*/ 2405699 w 4752801"/>
              <a:gd name="connsiteY23810" fmla="*/ 610863 h 2767298"/>
              <a:gd name="connsiteX23811" fmla="*/ 2403674 w 4752801"/>
              <a:gd name="connsiteY23811" fmla="*/ 614101 h 2767298"/>
              <a:gd name="connsiteX23812" fmla="*/ 2400031 w 4752801"/>
              <a:gd name="connsiteY23812" fmla="*/ 614101 h 2767298"/>
              <a:gd name="connsiteX23813" fmla="*/ 2398007 w 4752801"/>
              <a:gd name="connsiteY23813" fmla="*/ 610863 h 2767298"/>
              <a:gd name="connsiteX23814" fmla="*/ 2359549 w 4752801"/>
              <a:gd name="connsiteY23814" fmla="*/ 607624 h 2767298"/>
              <a:gd name="connsiteX23815" fmla="*/ 2363192 w 4752801"/>
              <a:gd name="connsiteY23815" fmla="*/ 607624 h 2767298"/>
              <a:gd name="connsiteX23816" fmla="*/ 2365217 w 4752801"/>
              <a:gd name="connsiteY23816" fmla="*/ 610863 h 2767298"/>
              <a:gd name="connsiteX23817" fmla="*/ 2363192 w 4752801"/>
              <a:gd name="connsiteY23817" fmla="*/ 614101 h 2767298"/>
              <a:gd name="connsiteX23818" fmla="*/ 2359549 w 4752801"/>
              <a:gd name="connsiteY23818" fmla="*/ 614101 h 2767298"/>
              <a:gd name="connsiteX23819" fmla="*/ 2357525 w 4752801"/>
              <a:gd name="connsiteY23819" fmla="*/ 610863 h 2767298"/>
              <a:gd name="connsiteX23820" fmla="*/ 2319068 w 4752801"/>
              <a:gd name="connsiteY23820" fmla="*/ 607624 h 2767298"/>
              <a:gd name="connsiteX23821" fmla="*/ 2322711 w 4752801"/>
              <a:gd name="connsiteY23821" fmla="*/ 607624 h 2767298"/>
              <a:gd name="connsiteX23822" fmla="*/ 2324736 w 4752801"/>
              <a:gd name="connsiteY23822" fmla="*/ 610863 h 2767298"/>
              <a:gd name="connsiteX23823" fmla="*/ 2322711 w 4752801"/>
              <a:gd name="connsiteY23823" fmla="*/ 614101 h 2767298"/>
              <a:gd name="connsiteX23824" fmla="*/ 2319068 w 4752801"/>
              <a:gd name="connsiteY23824" fmla="*/ 614101 h 2767298"/>
              <a:gd name="connsiteX23825" fmla="*/ 2317044 w 4752801"/>
              <a:gd name="connsiteY23825" fmla="*/ 610863 h 2767298"/>
              <a:gd name="connsiteX23826" fmla="*/ 2278587 w 4752801"/>
              <a:gd name="connsiteY23826" fmla="*/ 607624 h 2767298"/>
              <a:gd name="connsiteX23827" fmla="*/ 2282230 w 4752801"/>
              <a:gd name="connsiteY23827" fmla="*/ 607624 h 2767298"/>
              <a:gd name="connsiteX23828" fmla="*/ 2284255 w 4752801"/>
              <a:gd name="connsiteY23828" fmla="*/ 610863 h 2767298"/>
              <a:gd name="connsiteX23829" fmla="*/ 2282230 w 4752801"/>
              <a:gd name="connsiteY23829" fmla="*/ 614101 h 2767298"/>
              <a:gd name="connsiteX23830" fmla="*/ 2278587 w 4752801"/>
              <a:gd name="connsiteY23830" fmla="*/ 614101 h 2767298"/>
              <a:gd name="connsiteX23831" fmla="*/ 2276563 w 4752801"/>
              <a:gd name="connsiteY23831" fmla="*/ 610863 h 2767298"/>
              <a:gd name="connsiteX23832" fmla="*/ 2238106 w 4752801"/>
              <a:gd name="connsiteY23832" fmla="*/ 607624 h 2767298"/>
              <a:gd name="connsiteX23833" fmla="*/ 2241749 w 4752801"/>
              <a:gd name="connsiteY23833" fmla="*/ 607624 h 2767298"/>
              <a:gd name="connsiteX23834" fmla="*/ 2243774 w 4752801"/>
              <a:gd name="connsiteY23834" fmla="*/ 610863 h 2767298"/>
              <a:gd name="connsiteX23835" fmla="*/ 2241749 w 4752801"/>
              <a:gd name="connsiteY23835" fmla="*/ 614101 h 2767298"/>
              <a:gd name="connsiteX23836" fmla="*/ 2238106 w 4752801"/>
              <a:gd name="connsiteY23836" fmla="*/ 614101 h 2767298"/>
              <a:gd name="connsiteX23837" fmla="*/ 2236082 w 4752801"/>
              <a:gd name="connsiteY23837" fmla="*/ 610863 h 2767298"/>
              <a:gd name="connsiteX23838" fmla="*/ 2197219 w 4752801"/>
              <a:gd name="connsiteY23838" fmla="*/ 607624 h 2767298"/>
              <a:gd name="connsiteX23839" fmla="*/ 2200863 w 4752801"/>
              <a:gd name="connsiteY23839" fmla="*/ 607624 h 2767298"/>
              <a:gd name="connsiteX23840" fmla="*/ 2202482 w 4752801"/>
              <a:gd name="connsiteY23840" fmla="*/ 610863 h 2767298"/>
              <a:gd name="connsiteX23841" fmla="*/ 2200863 w 4752801"/>
              <a:gd name="connsiteY23841" fmla="*/ 614101 h 2767298"/>
              <a:gd name="connsiteX23842" fmla="*/ 2197219 w 4752801"/>
              <a:gd name="connsiteY23842" fmla="*/ 614101 h 2767298"/>
              <a:gd name="connsiteX23843" fmla="*/ 2195600 w 4752801"/>
              <a:gd name="connsiteY23843" fmla="*/ 610863 h 2767298"/>
              <a:gd name="connsiteX23844" fmla="*/ 2156738 w 4752801"/>
              <a:gd name="connsiteY23844" fmla="*/ 607624 h 2767298"/>
              <a:gd name="connsiteX23845" fmla="*/ 2160382 w 4752801"/>
              <a:gd name="connsiteY23845" fmla="*/ 607624 h 2767298"/>
              <a:gd name="connsiteX23846" fmla="*/ 2162001 w 4752801"/>
              <a:gd name="connsiteY23846" fmla="*/ 610863 h 2767298"/>
              <a:gd name="connsiteX23847" fmla="*/ 2160382 w 4752801"/>
              <a:gd name="connsiteY23847" fmla="*/ 614101 h 2767298"/>
              <a:gd name="connsiteX23848" fmla="*/ 2156738 w 4752801"/>
              <a:gd name="connsiteY23848" fmla="*/ 614101 h 2767298"/>
              <a:gd name="connsiteX23849" fmla="*/ 2155119 w 4752801"/>
              <a:gd name="connsiteY23849" fmla="*/ 610863 h 2767298"/>
              <a:gd name="connsiteX23850" fmla="*/ 2116257 w 4752801"/>
              <a:gd name="connsiteY23850" fmla="*/ 607624 h 2767298"/>
              <a:gd name="connsiteX23851" fmla="*/ 2119901 w 4752801"/>
              <a:gd name="connsiteY23851" fmla="*/ 607624 h 2767298"/>
              <a:gd name="connsiteX23852" fmla="*/ 2121520 w 4752801"/>
              <a:gd name="connsiteY23852" fmla="*/ 610863 h 2767298"/>
              <a:gd name="connsiteX23853" fmla="*/ 2119901 w 4752801"/>
              <a:gd name="connsiteY23853" fmla="*/ 614101 h 2767298"/>
              <a:gd name="connsiteX23854" fmla="*/ 2116257 w 4752801"/>
              <a:gd name="connsiteY23854" fmla="*/ 614101 h 2767298"/>
              <a:gd name="connsiteX23855" fmla="*/ 2114638 w 4752801"/>
              <a:gd name="connsiteY23855" fmla="*/ 610863 h 2767298"/>
              <a:gd name="connsiteX23856" fmla="*/ 2075776 w 4752801"/>
              <a:gd name="connsiteY23856" fmla="*/ 607624 h 2767298"/>
              <a:gd name="connsiteX23857" fmla="*/ 2079420 w 4752801"/>
              <a:gd name="connsiteY23857" fmla="*/ 607624 h 2767298"/>
              <a:gd name="connsiteX23858" fmla="*/ 2081039 w 4752801"/>
              <a:gd name="connsiteY23858" fmla="*/ 610863 h 2767298"/>
              <a:gd name="connsiteX23859" fmla="*/ 2079420 w 4752801"/>
              <a:gd name="connsiteY23859" fmla="*/ 614101 h 2767298"/>
              <a:gd name="connsiteX23860" fmla="*/ 2075776 w 4752801"/>
              <a:gd name="connsiteY23860" fmla="*/ 614101 h 2767298"/>
              <a:gd name="connsiteX23861" fmla="*/ 2074157 w 4752801"/>
              <a:gd name="connsiteY23861" fmla="*/ 610863 h 2767298"/>
              <a:gd name="connsiteX23862" fmla="*/ 2035699 w 4752801"/>
              <a:gd name="connsiteY23862" fmla="*/ 607624 h 2767298"/>
              <a:gd name="connsiteX23863" fmla="*/ 2039342 w 4752801"/>
              <a:gd name="connsiteY23863" fmla="*/ 607624 h 2767298"/>
              <a:gd name="connsiteX23864" fmla="*/ 2041367 w 4752801"/>
              <a:gd name="connsiteY23864" fmla="*/ 610863 h 2767298"/>
              <a:gd name="connsiteX23865" fmla="*/ 2039342 w 4752801"/>
              <a:gd name="connsiteY23865" fmla="*/ 614101 h 2767298"/>
              <a:gd name="connsiteX23866" fmla="*/ 2035699 w 4752801"/>
              <a:gd name="connsiteY23866" fmla="*/ 614101 h 2767298"/>
              <a:gd name="connsiteX23867" fmla="*/ 2033675 w 4752801"/>
              <a:gd name="connsiteY23867" fmla="*/ 610863 h 2767298"/>
              <a:gd name="connsiteX23868" fmla="*/ 1994813 w 4752801"/>
              <a:gd name="connsiteY23868" fmla="*/ 607624 h 2767298"/>
              <a:gd name="connsiteX23869" fmla="*/ 1998457 w 4752801"/>
              <a:gd name="connsiteY23869" fmla="*/ 607624 h 2767298"/>
              <a:gd name="connsiteX23870" fmla="*/ 2000076 w 4752801"/>
              <a:gd name="connsiteY23870" fmla="*/ 610863 h 2767298"/>
              <a:gd name="connsiteX23871" fmla="*/ 1998457 w 4752801"/>
              <a:gd name="connsiteY23871" fmla="*/ 614101 h 2767298"/>
              <a:gd name="connsiteX23872" fmla="*/ 1994813 w 4752801"/>
              <a:gd name="connsiteY23872" fmla="*/ 614101 h 2767298"/>
              <a:gd name="connsiteX23873" fmla="*/ 1993194 w 4752801"/>
              <a:gd name="connsiteY23873" fmla="*/ 610863 h 2767298"/>
              <a:gd name="connsiteX23874" fmla="*/ 1954737 w 4752801"/>
              <a:gd name="connsiteY23874" fmla="*/ 607624 h 2767298"/>
              <a:gd name="connsiteX23875" fmla="*/ 1958380 w 4752801"/>
              <a:gd name="connsiteY23875" fmla="*/ 607624 h 2767298"/>
              <a:gd name="connsiteX23876" fmla="*/ 1960405 w 4752801"/>
              <a:gd name="connsiteY23876" fmla="*/ 610863 h 2767298"/>
              <a:gd name="connsiteX23877" fmla="*/ 1958380 w 4752801"/>
              <a:gd name="connsiteY23877" fmla="*/ 614101 h 2767298"/>
              <a:gd name="connsiteX23878" fmla="*/ 1954737 w 4752801"/>
              <a:gd name="connsiteY23878" fmla="*/ 614101 h 2767298"/>
              <a:gd name="connsiteX23879" fmla="*/ 1952713 w 4752801"/>
              <a:gd name="connsiteY23879" fmla="*/ 610863 h 2767298"/>
              <a:gd name="connsiteX23880" fmla="*/ 1832888 w 4752801"/>
              <a:gd name="connsiteY23880" fmla="*/ 607624 h 2767298"/>
              <a:gd name="connsiteX23881" fmla="*/ 1836532 w 4752801"/>
              <a:gd name="connsiteY23881" fmla="*/ 607624 h 2767298"/>
              <a:gd name="connsiteX23882" fmla="*/ 1838151 w 4752801"/>
              <a:gd name="connsiteY23882" fmla="*/ 610863 h 2767298"/>
              <a:gd name="connsiteX23883" fmla="*/ 1836532 w 4752801"/>
              <a:gd name="connsiteY23883" fmla="*/ 614101 h 2767298"/>
              <a:gd name="connsiteX23884" fmla="*/ 1832888 w 4752801"/>
              <a:gd name="connsiteY23884" fmla="*/ 614101 h 2767298"/>
              <a:gd name="connsiteX23885" fmla="*/ 1831269 w 4752801"/>
              <a:gd name="connsiteY23885" fmla="*/ 610863 h 2767298"/>
              <a:gd name="connsiteX23886" fmla="*/ 1792407 w 4752801"/>
              <a:gd name="connsiteY23886" fmla="*/ 607624 h 2767298"/>
              <a:gd name="connsiteX23887" fmla="*/ 1796051 w 4752801"/>
              <a:gd name="connsiteY23887" fmla="*/ 607624 h 2767298"/>
              <a:gd name="connsiteX23888" fmla="*/ 1797670 w 4752801"/>
              <a:gd name="connsiteY23888" fmla="*/ 610863 h 2767298"/>
              <a:gd name="connsiteX23889" fmla="*/ 1796051 w 4752801"/>
              <a:gd name="connsiteY23889" fmla="*/ 614101 h 2767298"/>
              <a:gd name="connsiteX23890" fmla="*/ 1792407 w 4752801"/>
              <a:gd name="connsiteY23890" fmla="*/ 614101 h 2767298"/>
              <a:gd name="connsiteX23891" fmla="*/ 1790788 w 4752801"/>
              <a:gd name="connsiteY23891" fmla="*/ 610863 h 2767298"/>
              <a:gd name="connsiteX23892" fmla="*/ 1752331 w 4752801"/>
              <a:gd name="connsiteY23892" fmla="*/ 607624 h 2767298"/>
              <a:gd name="connsiteX23893" fmla="*/ 1755974 w 4752801"/>
              <a:gd name="connsiteY23893" fmla="*/ 607624 h 2767298"/>
              <a:gd name="connsiteX23894" fmla="*/ 1757999 w 4752801"/>
              <a:gd name="connsiteY23894" fmla="*/ 610863 h 2767298"/>
              <a:gd name="connsiteX23895" fmla="*/ 1755974 w 4752801"/>
              <a:gd name="connsiteY23895" fmla="*/ 614101 h 2767298"/>
              <a:gd name="connsiteX23896" fmla="*/ 1752331 w 4752801"/>
              <a:gd name="connsiteY23896" fmla="*/ 614101 h 2767298"/>
              <a:gd name="connsiteX23897" fmla="*/ 1750307 w 4752801"/>
              <a:gd name="connsiteY23897" fmla="*/ 610863 h 2767298"/>
              <a:gd name="connsiteX23898" fmla="*/ 1711849 w 4752801"/>
              <a:gd name="connsiteY23898" fmla="*/ 607624 h 2767298"/>
              <a:gd name="connsiteX23899" fmla="*/ 1715492 w 4752801"/>
              <a:gd name="connsiteY23899" fmla="*/ 607624 h 2767298"/>
              <a:gd name="connsiteX23900" fmla="*/ 1717517 w 4752801"/>
              <a:gd name="connsiteY23900" fmla="*/ 610863 h 2767298"/>
              <a:gd name="connsiteX23901" fmla="*/ 1715492 w 4752801"/>
              <a:gd name="connsiteY23901" fmla="*/ 614101 h 2767298"/>
              <a:gd name="connsiteX23902" fmla="*/ 1711849 w 4752801"/>
              <a:gd name="connsiteY23902" fmla="*/ 614101 h 2767298"/>
              <a:gd name="connsiteX23903" fmla="*/ 1709825 w 4752801"/>
              <a:gd name="connsiteY23903" fmla="*/ 610863 h 2767298"/>
              <a:gd name="connsiteX23904" fmla="*/ 1670963 w 4752801"/>
              <a:gd name="connsiteY23904" fmla="*/ 607624 h 2767298"/>
              <a:gd name="connsiteX23905" fmla="*/ 1675011 w 4752801"/>
              <a:gd name="connsiteY23905" fmla="*/ 607624 h 2767298"/>
              <a:gd name="connsiteX23906" fmla="*/ 1677035 w 4752801"/>
              <a:gd name="connsiteY23906" fmla="*/ 610863 h 2767298"/>
              <a:gd name="connsiteX23907" fmla="*/ 1675011 w 4752801"/>
              <a:gd name="connsiteY23907" fmla="*/ 614101 h 2767298"/>
              <a:gd name="connsiteX23908" fmla="*/ 1670963 w 4752801"/>
              <a:gd name="connsiteY23908" fmla="*/ 614101 h 2767298"/>
              <a:gd name="connsiteX23909" fmla="*/ 1668939 w 4752801"/>
              <a:gd name="connsiteY23909" fmla="*/ 610863 h 2767298"/>
              <a:gd name="connsiteX23910" fmla="*/ 3937913 w 4752801"/>
              <a:gd name="connsiteY23910" fmla="*/ 607219 h 2767298"/>
              <a:gd name="connsiteX23911" fmla="*/ 3941961 w 4752801"/>
              <a:gd name="connsiteY23911" fmla="*/ 607219 h 2767298"/>
              <a:gd name="connsiteX23912" fmla="*/ 3943985 w 4752801"/>
              <a:gd name="connsiteY23912" fmla="*/ 610862 h 2767298"/>
              <a:gd name="connsiteX23913" fmla="*/ 3941961 w 4752801"/>
              <a:gd name="connsiteY23913" fmla="*/ 614506 h 2767298"/>
              <a:gd name="connsiteX23914" fmla="*/ 3937913 w 4752801"/>
              <a:gd name="connsiteY23914" fmla="*/ 614506 h 2767298"/>
              <a:gd name="connsiteX23915" fmla="*/ 3935889 w 4752801"/>
              <a:gd name="connsiteY23915" fmla="*/ 610862 h 2767298"/>
              <a:gd name="connsiteX23916" fmla="*/ 2844920 w 4752801"/>
              <a:gd name="connsiteY23916" fmla="*/ 607219 h 2767298"/>
              <a:gd name="connsiteX23917" fmla="*/ 2848563 w 4752801"/>
              <a:gd name="connsiteY23917" fmla="*/ 607219 h 2767298"/>
              <a:gd name="connsiteX23918" fmla="*/ 2849777 w 4752801"/>
              <a:gd name="connsiteY23918" fmla="*/ 607624 h 2767298"/>
              <a:gd name="connsiteX23919" fmla="*/ 2851396 w 4752801"/>
              <a:gd name="connsiteY23919" fmla="*/ 610457 h 2767298"/>
              <a:gd name="connsiteX23920" fmla="*/ 2851396 w 4752801"/>
              <a:gd name="connsiteY23920" fmla="*/ 611672 h 2767298"/>
              <a:gd name="connsiteX23921" fmla="*/ 2849777 w 4752801"/>
              <a:gd name="connsiteY23921" fmla="*/ 614506 h 2767298"/>
              <a:gd name="connsiteX23922" fmla="*/ 2848563 w 4752801"/>
              <a:gd name="connsiteY23922" fmla="*/ 614910 h 2767298"/>
              <a:gd name="connsiteX23923" fmla="*/ 2844920 w 4752801"/>
              <a:gd name="connsiteY23923" fmla="*/ 614910 h 2767298"/>
              <a:gd name="connsiteX23924" fmla="*/ 2843705 w 4752801"/>
              <a:gd name="connsiteY23924" fmla="*/ 614506 h 2767298"/>
              <a:gd name="connsiteX23925" fmla="*/ 2842086 w 4752801"/>
              <a:gd name="connsiteY23925" fmla="*/ 611672 h 2767298"/>
              <a:gd name="connsiteX23926" fmla="*/ 2842086 w 4752801"/>
              <a:gd name="connsiteY23926" fmla="*/ 610457 h 2767298"/>
              <a:gd name="connsiteX23927" fmla="*/ 2843705 w 4752801"/>
              <a:gd name="connsiteY23927" fmla="*/ 607624 h 2767298"/>
              <a:gd name="connsiteX23928" fmla="*/ 2844920 w 4752801"/>
              <a:gd name="connsiteY23928" fmla="*/ 607219 h 2767298"/>
              <a:gd name="connsiteX23929" fmla="*/ 2804843 w 4752801"/>
              <a:gd name="connsiteY23929" fmla="*/ 607219 h 2767298"/>
              <a:gd name="connsiteX23930" fmla="*/ 2808082 w 4752801"/>
              <a:gd name="connsiteY23930" fmla="*/ 607219 h 2767298"/>
              <a:gd name="connsiteX23931" fmla="*/ 2809296 w 4752801"/>
              <a:gd name="connsiteY23931" fmla="*/ 607624 h 2767298"/>
              <a:gd name="connsiteX23932" fmla="*/ 2810916 w 4752801"/>
              <a:gd name="connsiteY23932" fmla="*/ 610457 h 2767298"/>
              <a:gd name="connsiteX23933" fmla="*/ 2810916 w 4752801"/>
              <a:gd name="connsiteY23933" fmla="*/ 611672 h 2767298"/>
              <a:gd name="connsiteX23934" fmla="*/ 2809296 w 4752801"/>
              <a:gd name="connsiteY23934" fmla="*/ 614506 h 2767298"/>
              <a:gd name="connsiteX23935" fmla="*/ 2808082 w 4752801"/>
              <a:gd name="connsiteY23935" fmla="*/ 615315 h 2767298"/>
              <a:gd name="connsiteX23936" fmla="*/ 2804843 w 4752801"/>
              <a:gd name="connsiteY23936" fmla="*/ 615315 h 2767298"/>
              <a:gd name="connsiteX23937" fmla="*/ 2803629 w 4752801"/>
              <a:gd name="connsiteY23937" fmla="*/ 614506 h 2767298"/>
              <a:gd name="connsiteX23938" fmla="*/ 2802010 w 4752801"/>
              <a:gd name="connsiteY23938" fmla="*/ 611672 h 2767298"/>
              <a:gd name="connsiteX23939" fmla="*/ 2802010 w 4752801"/>
              <a:gd name="connsiteY23939" fmla="*/ 610457 h 2767298"/>
              <a:gd name="connsiteX23940" fmla="*/ 2803629 w 4752801"/>
              <a:gd name="connsiteY23940" fmla="*/ 607624 h 2767298"/>
              <a:gd name="connsiteX23941" fmla="*/ 2804843 w 4752801"/>
              <a:gd name="connsiteY23941" fmla="*/ 607219 h 2767298"/>
              <a:gd name="connsiteX23942" fmla="*/ 2763958 w 4752801"/>
              <a:gd name="connsiteY23942" fmla="*/ 607219 h 2767298"/>
              <a:gd name="connsiteX23943" fmla="*/ 2767601 w 4752801"/>
              <a:gd name="connsiteY23943" fmla="*/ 607219 h 2767298"/>
              <a:gd name="connsiteX23944" fmla="*/ 2768815 w 4752801"/>
              <a:gd name="connsiteY23944" fmla="*/ 607624 h 2767298"/>
              <a:gd name="connsiteX23945" fmla="*/ 2770434 w 4752801"/>
              <a:gd name="connsiteY23945" fmla="*/ 610457 h 2767298"/>
              <a:gd name="connsiteX23946" fmla="*/ 2770434 w 4752801"/>
              <a:gd name="connsiteY23946" fmla="*/ 611672 h 2767298"/>
              <a:gd name="connsiteX23947" fmla="*/ 2768815 w 4752801"/>
              <a:gd name="connsiteY23947" fmla="*/ 614506 h 2767298"/>
              <a:gd name="connsiteX23948" fmla="*/ 2767601 w 4752801"/>
              <a:gd name="connsiteY23948" fmla="*/ 614910 h 2767298"/>
              <a:gd name="connsiteX23949" fmla="*/ 2763958 w 4752801"/>
              <a:gd name="connsiteY23949" fmla="*/ 614910 h 2767298"/>
              <a:gd name="connsiteX23950" fmla="*/ 2762743 w 4752801"/>
              <a:gd name="connsiteY23950" fmla="*/ 614506 h 2767298"/>
              <a:gd name="connsiteX23951" fmla="*/ 2761124 w 4752801"/>
              <a:gd name="connsiteY23951" fmla="*/ 611672 h 2767298"/>
              <a:gd name="connsiteX23952" fmla="*/ 2761124 w 4752801"/>
              <a:gd name="connsiteY23952" fmla="*/ 610457 h 2767298"/>
              <a:gd name="connsiteX23953" fmla="*/ 2762743 w 4752801"/>
              <a:gd name="connsiteY23953" fmla="*/ 607624 h 2767298"/>
              <a:gd name="connsiteX23954" fmla="*/ 2763958 w 4752801"/>
              <a:gd name="connsiteY23954" fmla="*/ 607219 h 2767298"/>
              <a:gd name="connsiteX23955" fmla="*/ 2642513 w 4752801"/>
              <a:gd name="connsiteY23955" fmla="*/ 607219 h 2767298"/>
              <a:gd name="connsiteX23956" fmla="*/ 2646561 w 4752801"/>
              <a:gd name="connsiteY23956" fmla="*/ 607219 h 2767298"/>
              <a:gd name="connsiteX23957" fmla="*/ 2648585 w 4752801"/>
              <a:gd name="connsiteY23957" fmla="*/ 610862 h 2767298"/>
              <a:gd name="connsiteX23958" fmla="*/ 2646561 w 4752801"/>
              <a:gd name="connsiteY23958" fmla="*/ 614506 h 2767298"/>
              <a:gd name="connsiteX23959" fmla="*/ 2642513 w 4752801"/>
              <a:gd name="connsiteY23959" fmla="*/ 614506 h 2767298"/>
              <a:gd name="connsiteX23960" fmla="*/ 2640489 w 4752801"/>
              <a:gd name="connsiteY23960" fmla="*/ 610862 h 2767298"/>
              <a:gd name="connsiteX23961" fmla="*/ 1630482 w 4752801"/>
              <a:gd name="connsiteY23961" fmla="*/ 607219 h 2767298"/>
              <a:gd name="connsiteX23962" fmla="*/ 1634530 w 4752801"/>
              <a:gd name="connsiteY23962" fmla="*/ 607219 h 2767298"/>
              <a:gd name="connsiteX23963" fmla="*/ 1636554 w 4752801"/>
              <a:gd name="connsiteY23963" fmla="*/ 610862 h 2767298"/>
              <a:gd name="connsiteX23964" fmla="*/ 1634530 w 4752801"/>
              <a:gd name="connsiteY23964" fmla="*/ 614506 h 2767298"/>
              <a:gd name="connsiteX23965" fmla="*/ 1630482 w 4752801"/>
              <a:gd name="connsiteY23965" fmla="*/ 614506 h 2767298"/>
              <a:gd name="connsiteX23966" fmla="*/ 1628458 w 4752801"/>
              <a:gd name="connsiteY23966" fmla="*/ 610862 h 2767298"/>
              <a:gd name="connsiteX23967" fmla="*/ 3856546 w 4752801"/>
              <a:gd name="connsiteY23967" fmla="*/ 606814 h 2767298"/>
              <a:gd name="connsiteX23968" fmla="*/ 3860594 w 4752801"/>
              <a:gd name="connsiteY23968" fmla="*/ 606814 h 2767298"/>
              <a:gd name="connsiteX23969" fmla="*/ 3861808 w 4752801"/>
              <a:gd name="connsiteY23969" fmla="*/ 607219 h 2767298"/>
              <a:gd name="connsiteX23970" fmla="*/ 3863833 w 4752801"/>
              <a:gd name="connsiteY23970" fmla="*/ 610457 h 2767298"/>
              <a:gd name="connsiteX23971" fmla="*/ 3863833 w 4752801"/>
              <a:gd name="connsiteY23971" fmla="*/ 611672 h 2767298"/>
              <a:gd name="connsiteX23972" fmla="*/ 3861808 w 4752801"/>
              <a:gd name="connsiteY23972" fmla="*/ 614910 h 2767298"/>
              <a:gd name="connsiteX23973" fmla="*/ 3860594 w 4752801"/>
              <a:gd name="connsiteY23973" fmla="*/ 615315 h 2767298"/>
              <a:gd name="connsiteX23974" fmla="*/ 3856546 w 4752801"/>
              <a:gd name="connsiteY23974" fmla="*/ 615315 h 2767298"/>
              <a:gd name="connsiteX23975" fmla="*/ 3855332 w 4752801"/>
              <a:gd name="connsiteY23975" fmla="*/ 614910 h 2767298"/>
              <a:gd name="connsiteX23976" fmla="*/ 3853308 w 4752801"/>
              <a:gd name="connsiteY23976" fmla="*/ 611672 h 2767298"/>
              <a:gd name="connsiteX23977" fmla="*/ 3853308 w 4752801"/>
              <a:gd name="connsiteY23977" fmla="*/ 610457 h 2767298"/>
              <a:gd name="connsiteX23978" fmla="*/ 3855332 w 4752801"/>
              <a:gd name="connsiteY23978" fmla="*/ 607219 h 2767298"/>
              <a:gd name="connsiteX23979" fmla="*/ 3856546 w 4752801"/>
              <a:gd name="connsiteY23979" fmla="*/ 606814 h 2767298"/>
              <a:gd name="connsiteX23980" fmla="*/ 2965959 w 4752801"/>
              <a:gd name="connsiteY23980" fmla="*/ 606814 h 2767298"/>
              <a:gd name="connsiteX23981" fmla="*/ 2970007 w 4752801"/>
              <a:gd name="connsiteY23981" fmla="*/ 606814 h 2767298"/>
              <a:gd name="connsiteX23982" fmla="*/ 2971221 w 4752801"/>
              <a:gd name="connsiteY23982" fmla="*/ 607219 h 2767298"/>
              <a:gd name="connsiteX23983" fmla="*/ 2973246 w 4752801"/>
              <a:gd name="connsiteY23983" fmla="*/ 610457 h 2767298"/>
              <a:gd name="connsiteX23984" fmla="*/ 2973246 w 4752801"/>
              <a:gd name="connsiteY23984" fmla="*/ 611672 h 2767298"/>
              <a:gd name="connsiteX23985" fmla="*/ 2971221 w 4752801"/>
              <a:gd name="connsiteY23985" fmla="*/ 614910 h 2767298"/>
              <a:gd name="connsiteX23986" fmla="*/ 2970007 w 4752801"/>
              <a:gd name="connsiteY23986" fmla="*/ 615315 h 2767298"/>
              <a:gd name="connsiteX23987" fmla="*/ 2965959 w 4752801"/>
              <a:gd name="connsiteY23987" fmla="*/ 615315 h 2767298"/>
              <a:gd name="connsiteX23988" fmla="*/ 2964745 w 4752801"/>
              <a:gd name="connsiteY23988" fmla="*/ 614910 h 2767298"/>
              <a:gd name="connsiteX23989" fmla="*/ 2962721 w 4752801"/>
              <a:gd name="connsiteY23989" fmla="*/ 611672 h 2767298"/>
              <a:gd name="connsiteX23990" fmla="*/ 2962721 w 4752801"/>
              <a:gd name="connsiteY23990" fmla="*/ 610457 h 2767298"/>
              <a:gd name="connsiteX23991" fmla="*/ 2964745 w 4752801"/>
              <a:gd name="connsiteY23991" fmla="*/ 607219 h 2767298"/>
              <a:gd name="connsiteX23992" fmla="*/ 2965959 w 4752801"/>
              <a:gd name="connsiteY23992" fmla="*/ 606814 h 2767298"/>
              <a:gd name="connsiteX23993" fmla="*/ 2925477 w 4752801"/>
              <a:gd name="connsiteY23993" fmla="*/ 606814 h 2767298"/>
              <a:gd name="connsiteX23994" fmla="*/ 2929525 w 4752801"/>
              <a:gd name="connsiteY23994" fmla="*/ 606814 h 2767298"/>
              <a:gd name="connsiteX23995" fmla="*/ 2930739 w 4752801"/>
              <a:gd name="connsiteY23995" fmla="*/ 607219 h 2767298"/>
              <a:gd name="connsiteX23996" fmla="*/ 2932764 w 4752801"/>
              <a:gd name="connsiteY23996" fmla="*/ 610457 h 2767298"/>
              <a:gd name="connsiteX23997" fmla="*/ 2932764 w 4752801"/>
              <a:gd name="connsiteY23997" fmla="*/ 611672 h 2767298"/>
              <a:gd name="connsiteX23998" fmla="*/ 2930739 w 4752801"/>
              <a:gd name="connsiteY23998" fmla="*/ 614910 h 2767298"/>
              <a:gd name="connsiteX23999" fmla="*/ 2929525 w 4752801"/>
              <a:gd name="connsiteY23999" fmla="*/ 615315 h 2767298"/>
              <a:gd name="connsiteX24000" fmla="*/ 2925477 w 4752801"/>
              <a:gd name="connsiteY24000" fmla="*/ 615315 h 2767298"/>
              <a:gd name="connsiteX24001" fmla="*/ 2924263 w 4752801"/>
              <a:gd name="connsiteY24001" fmla="*/ 614910 h 2767298"/>
              <a:gd name="connsiteX24002" fmla="*/ 2922239 w 4752801"/>
              <a:gd name="connsiteY24002" fmla="*/ 611672 h 2767298"/>
              <a:gd name="connsiteX24003" fmla="*/ 2922239 w 4752801"/>
              <a:gd name="connsiteY24003" fmla="*/ 610457 h 2767298"/>
              <a:gd name="connsiteX24004" fmla="*/ 2924263 w 4752801"/>
              <a:gd name="connsiteY24004" fmla="*/ 607219 h 2767298"/>
              <a:gd name="connsiteX24005" fmla="*/ 2925477 w 4752801"/>
              <a:gd name="connsiteY24005" fmla="*/ 606814 h 2767298"/>
              <a:gd name="connsiteX24006" fmla="*/ 1590001 w 4752801"/>
              <a:gd name="connsiteY24006" fmla="*/ 606814 h 2767298"/>
              <a:gd name="connsiteX24007" fmla="*/ 1594454 w 4752801"/>
              <a:gd name="connsiteY24007" fmla="*/ 606814 h 2767298"/>
              <a:gd name="connsiteX24008" fmla="*/ 1596883 w 4752801"/>
              <a:gd name="connsiteY24008" fmla="*/ 610862 h 2767298"/>
              <a:gd name="connsiteX24009" fmla="*/ 1594454 w 4752801"/>
              <a:gd name="connsiteY24009" fmla="*/ 614910 h 2767298"/>
              <a:gd name="connsiteX24010" fmla="*/ 1590001 w 4752801"/>
              <a:gd name="connsiteY24010" fmla="*/ 614910 h 2767298"/>
              <a:gd name="connsiteX24011" fmla="*/ 1587572 w 4752801"/>
              <a:gd name="connsiteY24011" fmla="*/ 610862 h 2767298"/>
              <a:gd name="connsiteX24012" fmla="*/ 3897433 w 4752801"/>
              <a:gd name="connsiteY24012" fmla="*/ 606409 h 2767298"/>
              <a:gd name="connsiteX24013" fmla="*/ 3901076 w 4752801"/>
              <a:gd name="connsiteY24013" fmla="*/ 606409 h 2767298"/>
              <a:gd name="connsiteX24014" fmla="*/ 3902290 w 4752801"/>
              <a:gd name="connsiteY24014" fmla="*/ 606814 h 2767298"/>
              <a:gd name="connsiteX24015" fmla="*/ 3903909 w 4752801"/>
              <a:gd name="connsiteY24015" fmla="*/ 610052 h 2767298"/>
              <a:gd name="connsiteX24016" fmla="*/ 3903909 w 4752801"/>
              <a:gd name="connsiteY24016" fmla="*/ 611267 h 2767298"/>
              <a:gd name="connsiteX24017" fmla="*/ 3902290 w 4752801"/>
              <a:gd name="connsiteY24017" fmla="*/ 614505 h 2767298"/>
              <a:gd name="connsiteX24018" fmla="*/ 3901076 w 4752801"/>
              <a:gd name="connsiteY24018" fmla="*/ 614910 h 2767298"/>
              <a:gd name="connsiteX24019" fmla="*/ 3897433 w 4752801"/>
              <a:gd name="connsiteY24019" fmla="*/ 614910 h 2767298"/>
              <a:gd name="connsiteX24020" fmla="*/ 3896218 w 4752801"/>
              <a:gd name="connsiteY24020" fmla="*/ 614505 h 2767298"/>
              <a:gd name="connsiteX24021" fmla="*/ 3894599 w 4752801"/>
              <a:gd name="connsiteY24021" fmla="*/ 611267 h 2767298"/>
              <a:gd name="connsiteX24022" fmla="*/ 3894599 w 4752801"/>
              <a:gd name="connsiteY24022" fmla="*/ 610052 h 2767298"/>
              <a:gd name="connsiteX24023" fmla="*/ 3896218 w 4752801"/>
              <a:gd name="connsiteY24023" fmla="*/ 606814 h 2767298"/>
              <a:gd name="connsiteX24024" fmla="*/ 3897433 w 4752801"/>
              <a:gd name="connsiteY24024" fmla="*/ 606409 h 2767298"/>
              <a:gd name="connsiteX24025" fmla="*/ 3816065 w 4752801"/>
              <a:gd name="connsiteY24025" fmla="*/ 606409 h 2767298"/>
              <a:gd name="connsiteX24026" fmla="*/ 3820518 w 4752801"/>
              <a:gd name="connsiteY24026" fmla="*/ 606409 h 2767298"/>
              <a:gd name="connsiteX24027" fmla="*/ 3821732 w 4752801"/>
              <a:gd name="connsiteY24027" fmla="*/ 606814 h 2767298"/>
              <a:gd name="connsiteX24028" fmla="*/ 3823756 w 4752801"/>
              <a:gd name="connsiteY24028" fmla="*/ 610457 h 2767298"/>
              <a:gd name="connsiteX24029" fmla="*/ 3823756 w 4752801"/>
              <a:gd name="connsiteY24029" fmla="*/ 611672 h 2767298"/>
              <a:gd name="connsiteX24030" fmla="*/ 3821732 w 4752801"/>
              <a:gd name="connsiteY24030" fmla="*/ 615315 h 2767298"/>
              <a:gd name="connsiteX24031" fmla="*/ 3820518 w 4752801"/>
              <a:gd name="connsiteY24031" fmla="*/ 615720 h 2767298"/>
              <a:gd name="connsiteX24032" fmla="*/ 3816065 w 4752801"/>
              <a:gd name="connsiteY24032" fmla="*/ 615720 h 2767298"/>
              <a:gd name="connsiteX24033" fmla="*/ 3814851 w 4752801"/>
              <a:gd name="connsiteY24033" fmla="*/ 615315 h 2767298"/>
              <a:gd name="connsiteX24034" fmla="*/ 3812827 w 4752801"/>
              <a:gd name="connsiteY24034" fmla="*/ 611672 h 2767298"/>
              <a:gd name="connsiteX24035" fmla="*/ 3812827 w 4752801"/>
              <a:gd name="connsiteY24035" fmla="*/ 610457 h 2767298"/>
              <a:gd name="connsiteX24036" fmla="*/ 3814851 w 4752801"/>
              <a:gd name="connsiteY24036" fmla="*/ 606814 h 2767298"/>
              <a:gd name="connsiteX24037" fmla="*/ 3816065 w 4752801"/>
              <a:gd name="connsiteY24037" fmla="*/ 606409 h 2767298"/>
              <a:gd name="connsiteX24038" fmla="*/ 2885401 w 4752801"/>
              <a:gd name="connsiteY24038" fmla="*/ 606409 h 2767298"/>
              <a:gd name="connsiteX24039" fmla="*/ 2889045 w 4752801"/>
              <a:gd name="connsiteY24039" fmla="*/ 606409 h 2767298"/>
              <a:gd name="connsiteX24040" fmla="*/ 2890259 w 4752801"/>
              <a:gd name="connsiteY24040" fmla="*/ 606814 h 2767298"/>
              <a:gd name="connsiteX24041" fmla="*/ 2892283 w 4752801"/>
              <a:gd name="connsiteY24041" fmla="*/ 610052 h 2767298"/>
              <a:gd name="connsiteX24042" fmla="*/ 2892283 w 4752801"/>
              <a:gd name="connsiteY24042" fmla="*/ 611267 h 2767298"/>
              <a:gd name="connsiteX24043" fmla="*/ 2890259 w 4752801"/>
              <a:gd name="connsiteY24043" fmla="*/ 614505 h 2767298"/>
              <a:gd name="connsiteX24044" fmla="*/ 2889045 w 4752801"/>
              <a:gd name="connsiteY24044" fmla="*/ 614910 h 2767298"/>
              <a:gd name="connsiteX24045" fmla="*/ 2885401 w 4752801"/>
              <a:gd name="connsiteY24045" fmla="*/ 614910 h 2767298"/>
              <a:gd name="connsiteX24046" fmla="*/ 2884187 w 4752801"/>
              <a:gd name="connsiteY24046" fmla="*/ 614505 h 2767298"/>
              <a:gd name="connsiteX24047" fmla="*/ 2882163 w 4752801"/>
              <a:gd name="connsiteY24047" fmla="*/ 611267 h 2767298"/>
              <a:gd name="connsiteX24048" fmla="*/ 2882163 w 4752801"/>
              <a:gd name="connsiteY24048" fmla="*/ 610052 h 2767298"/>
              <a:gd name="connsiteX24049" fmla="*/ 2884187 w 4752801"/>
              <a:gd name="connsiteY24049" fmla="*/ 606814 h 2767298"/>
              <a:gd name="connsiteX24050" fmla="*/ 2885401 w 4752801"/>
              <a:gd name="connsiteY24050" fmla="*/ 606409 h 2767298"/>
              <a:gd name="connsiteX24051" fmla="*/ 1549520 w 4752801"/>
              <a:gd name="connsiteY24051" fmla="*/ 606409 h 2767298"/>
              <a:gd name="connsiteX24052" fmla="*/ 1553163 w 4752801"/>
              <a:gd name="connsiteY24052" fmla="*/ 606409 h 2767298"/>
              <a:gd name="connsiteX24053" fmla="*/ 1554378 w 4752801"/>
              <a:gd name="connsiteY24053" fmla="*/ 606814 h 2767298"/>
              <a:gd name="connsiteX24054" fmla="*/ 1555997 w 4752801"/>
              <a:gd name="connsiteY24054" fmla="*/ 610052 h 2767298"/>
              <a:gd name="connsiteX24055" fmla="*/ 1555997 w 4752801"/>
              <a:gd name="connsiteY24055" fmla="*/ 611267 h 2767298"/>
              <a:gd name="connsiteX24056" fmla="*/ 1554378 w 4752801"/>
              <a:gd name="connsiteY24056" fmla="*/ 614505 h 2767298"/>
              <a:gd name="connsiteX24057" fmla="*/ 1553163 w 4752801"/>
              <a:gd name="connsiteY24057" fmla="*/ 614910 h 2767298"/>
              <a:gd name="connsiteX24058" fmla="*/ 1549520 w 4752801"/>
              <a:gd name="connsiteY24058" fmla="*/ 614910 h 2767298"/>
              <a:gd name="connsiteX24059" fmla="*/ 1548306 w 4752801"/>
              <a:gd name="connsiteY24059" fmla="*/ 614505 h 2767298"/>
              <a:gd name="connsiteX24060" fmla="*/ 1546687 w 4752801"/>
              <a:gd name="connsiteY24060" fmla="*/ 611267 h 2767298"/>
              <a:gd name="connsiteX24061" fmla="*/ 1546687 w 4752801"/>
              <a:gd name="connsiteY24061" fmla="*/ 610052 h 2767298"/>
              <a:gd name="connsiteX24062" fmla="*/ 1548306 w 4752801"/>
              <a:gd name="connsiteY24062" fmla="*/ 606814 h 2767298"/>
              <a:gd name="connsiteX24063" fmla="*/ 1549520 w 4752801"/>
              <a:gd name="connsiteY24063" fmla="*/ 606409 h 2767298"/>
              <a:gd name="connsiteX24064" fmla="*/ 1508634 w 4752801"/>
              <a:gd name="connsiteY24064" fmla="*/ 606409 h 2767298"/>
              <a:gd name="connsiteX24065" fmla="*/ 1512682 w 4752801"/>
              <a:gd name="connsiteY24065" fmla="*/ 606409 h 2767298"/>
              <a:gd name="connsiteX24066" fmla="*/ 1513897 w 4752801"/>
              <a:gd name="connsiteY24066" fmla="*/ 607219 h 2767298"/>
              <a:gd name="connsiteX24067" fmla="*/ 1515921 w 4752801"/>
              <a:gd name="connsiteY24067" fmla="*/ 610457 h 2767298"/>
              <a:gd name="connsiteX24068" fmla="*/ 1515921 w 4752801"/>
              <a:gd name="connsiteY24068" fmla="*/ 611672 h 2767298"/>
              <a:gd name="connsiteX24069" fmla="*/ 1513897 w 4752801"/>
              <a:gd name="connsiteY24069" fmla="*/ 614910 h 2767298"/>
              <a:gd name="connsiteX24070" fmla="*/ 1512682 w 4752801"/>
              <a:gd name="connsiteY24070" fmla="*/ 614910 h 2767298"/>
              <a:gd name="connsiteX24071" fmla="*/ 1508634 w 4752801"/>
              <a:gd name="connsiteY24071" fmla="*/ 614910 h 2767298"/>
              <a:gd name="connsiteX24072" fmla="*/ 1507420 w 4752801"/>
              <a:gd name="connsiteY24072" fmla="*/ 614505 h 2767298"/>
              <a:gd name="connsiteX24073" fmla="*/ 1505396 w 4752801"/>
              <a:gd name="connsiteY24073" fmla="*/ 611267 h 2767298"/>
              <a:gd name="connsiteX24074" fmla="*/ 1505396 w 4752801"/>
              <a:gd name="connsiteY24074" fmla="*/ 610052 h 2767298"/>
              <a:gd name="connsiteX24075" fmla="*/ 1507420 w 4752801"/>
              <a:gd name="connsiteY24075" fmla="*/ 606814 h 2767298"/>
              <a:gd name="connsiteX24076" fmla="*/ 1508634 w 4752801"/>
              <a:gd name="connsiteY24076" fmla="*/ 606409 h 2767298"/>
              <a:gd name="connsiteX24077" fmla="*/ 2723476 w 4752801"/>
              <a:gd name="connsiteY24077" fmla="*/ 606004 h 2767298"/>
              <a:gd name="connsiteX24078" fmla="*/ 2727524 w 4752801"/>
              <a:gd name="connsiteY24078" fmla="*/ 606004 h 2767298"/>
              <a:gd name="connsiteX24079" fmla="*/ 2728738 w 4752801"/>
              <a:gd name="connsiteY24079" fmla="*/ 606409 h 2767298"/>
              <a:gd name="connsiteX24080" fmla="*/ 2730763 w 4752801"/>
              <a:gd name="connsiteY24080" fmla="*/ 610052 h 2767298"/>
              <a:gd name="connsiteX24081" fmla="*/ 2730763 w 4752801"/>
              <a:gd name="connsiteY24081" fmla="*/ 611267 h 2767298"/>
              <a:gd name="connsiteX24082" fmla="*/ 2728738 w 4752801"/>
              <a:gd name="connsiteY24082" fmla="*/ 614910 h 2767298"/>
              <a:gd name="connsiteX24083" fmla="*/ 2727524 w 4752801"/>
              <a:gd name="connsiteY24083" fmla="*/ 615315 h 2767298"/>
              <a:gd name="connsiteX24084" fmla="*/ 2723476 w 4752801"/>
              <a:gd name="connsiteY24084" fmla="*/ 615315 h 2767298"/>
              <a:gd name="connsiteX24085" fmla="*/ 2722262 w 4752801"/>
              <a:gd name="connsiteY24085" fmla="*/ 614910 h 2767298"/>
              <a:gd name="connsiteX24086" fmla="*/ 2720238 w 4752801"/>
              <a:gd name="connsiteY24086" fmla="*/ 611267 h 2767298"/>
              <a:gd name="connsiteX24087" fmla="*/ 2720238 w 4752801"/>
              <a:gd name="connsiteY24087" fmla="*/ 610052 h 2767298"/>
              <a:gd name="connsiteX24088" fmla="*/ 2722262 w 4752801"/>
              <a:gd name="connsiteY24088" fmla="*/ 606409 h 2767298"/>
              <a:gd name="connsiteX24089" fmla="*/ 2723476 w 4752801"/>
              <a:gd name="connsiteY24089" fmla="*/ 606004 h 2767298"/>
              <a:gd name="connsiteX24090" fmla="*/ 1468557 w 4752801"/>
              <a:gd name="connsiteY24090" fmla="*/ 606004 h 2767298"/>
              <a:gd name="connsiteX24091" fmla="*/ 1472605 w 4752801"/>
              <a:gd name="connsiteY24091" fmla="*/ 606004 h 2767298"/>
              <a:gd name="connsiteX24092" fmla="*/ 1473820 w 4752801"/>
              <a:gd name="connsiteY24092" fmla="*/ 606409 h 2767298"/>
              <a:gd name="connsiteX24093" fmla="*/ 1475844 w 4752801"/>
              <a:gd name="connsiteY24093" fmla="*/ 610052 h 2767298"/>
              <a:gd name="connsiteX24094" fmla="*/ 1475844 w 4752801"/>
              <a:gd name="connsiteY24094" fmla="*/ 611267 h 2767298"/>
              <a:gd name="connsiteX24095" fmla="*/ 1473820 w 4752801"/>
              <a:gd name="connsiteY24095" fmla="*/ 614910 h 2767298"/>
              <a:gd name="connsiteX24096" fmla="*/ 1472605 w 4752801"/>
              <a:gd name="connsiteY24096" fmla="*/ 615315 h 2767298"/>
              <a:gd name="connsiteX24097" fmla="*/ 1468557 w 4752801"/>
              <a:gd name="connsiteY24097" fmla="*/ 615315 h 2767298"/>
              <a:gd name="connsiteX24098" fmla="*/ 1467343 w 4752801"/>
              <a:gd name="connsiteY24098" fmla="*/ 614910 h 2767298"/>
              <a:gd name="connsiteX24099" fmla="*/ 1465319 w 4752801"/>
              <a:gd name="connsiteY24099" fmla="*/ 611267 h 2767298"/>
              <a:gd name="connsiteX24100" fmla="*/ 1465319 w 4752801"/>
              <a:gd name="connsiteY24100" fmla="*/ 610052 h 2767298"/>
              <a:gd name="connsiteX24101" fmla="*/ 1467343 w 4752801"/>
              <a:gd name="connsiteY24101" fmla="*/ 606409 h 2767298"/>
              <a:gd name="connsiteX24102" fmla="*/ 1468557 w 4752801"/>
              <a:gd name="connsiteY24102" fmla="*/ 606004 h 2767298"/>
              <a:gd name="connsiteX24103" fmla="*/ 1427671 w 4752801"/>
              <a:gd name="connsiteY24103" fmla="*/ 606004 h 2767298"/>
              <a:gd name="connsiteX24104" fmla="*/ 1432529 w 4752801"/>
              <a:gd name="connsiteY24104" fmla="*/ 606004 h 2767298"/>
              <a:gd name="connsiteX24105" fmla="*/ 1433743 w 4752801"/>
              <a:gd name="connsiteY24105" fmla="*/ 606409 h 2767298"/>
              <a:gd name="connsiteX24106" fmla="*/ 1436172 w 4752801"/>
              <a:gd name="connsiteY24106" fmla="*/ 610457 h 2767298"/>
              <a:gd name="connsiteX24107" fmla="*/ 1436172 w 4752801"/>
              <a:gd name="connsiteY24107" fmla="*/ 611671 h 2767298"/>
              <a:gd name="connsiteX24108" fmla="*/ 1433743 w 4752801"/>
              <a:gd name="connsiteY24108" fmla="*/ 615719 h 2767298"/>
              <a:gd name="connsiteX24109" fmla="*/ 1432529 w 4752801"/>
              <a:gd name="connsiteY24109" fmla="*/ 616124 h 2767298"/>
              <a:gd name="connsiteX24110" fmla="*/ 1427671 w 4752801"/>
              <a:gd name="connsiteY24110" fmla="*/ 616124 h 2767298"/>
              <a:gd name="connsiteX24111" fmla="*/ 1426456 w 4752801"/>
              <a:gd name="connsiteY24111" fmla="*/ 615719 h 2767298"/>
              <a:gd name="connsiteX24112" fmla="*/ 1424028 w 4752801"/>
              <a:gd name="connsiteY24112" fmla="*/ 611671 h 2767298"/>
              <a:gd name="connsiteX24113" fmla="*/ 1424028 w 4752801"/>
              <a:gd name="connsiteY24113" fmla="*/ 610457 h 2767298"/>
              <a:gd name="connsiteX24114" fmla="*/ 1426456 w 4752801"/>
              <a:gd name="connsiteY24114" fmla="*/ 606409 h 2767298"/>
              <a:gd name="connsiteX24115" fmla="*/ 1427671 w 4752801"/>
              <a:gd name="connsiteY24115" fmla="*/ 606004 h 2767298"/>
              <a:gd name="connsiteX24116" fmla="*/ 3775584 w 4752801"/>
              <a:gd name="connsiteY24116" fmla="*/ 605599 h 2767298"/>
              <a:gd name="connsiteX24117" fmla="*/ 3780037 w 4752801"/>
              <a:gd name="connsiteY24117" fmla="*/ 605599 h 2767298"/>
              <a:gd name="connsiteX24118" fmla="*/ 3781251 w 4752801"/>
              <a:gd name="connsiteY24118" fmla="*/ 606004 h 2767298"/>
              <a:gd name="connsiteX24119" fmla="*/ 3783680 w 4752801"/>
              <a:gd name="connsiteY24119" fmla="*/ 610052 h 2767298"/>
              <a:gd name="connsiteX24120" fmla="*/ 3783680 w 4752801"/>
              <a:gd name="connsiteY24120" fmla="*/ 611266 h 2767298"/>
              <a:gd name="connsiteX24121" fmla="*/ 3781251 w 4752801"/>
              <a:gd name="connsiteY24121" fmla="*/ 615315 h 2767298"/>
              <a:gd name="connsiteX24122" fmla="*/ 3780037 w 4752801"/>
              <a:gd name="connsiteY24122" fmla="*/ 615719 h 2767298"/>
              <a:gd name="connsiteX24123" fmla="*/ 3775584 w 4752801"/>
              <a:gd name="connsiteY24123" fmla="*/ 615719 h 2767298"/>
              <a:gd name="connsiteX24124" fmla="*/ 3774369 w 4752801"/>
              <a:gd name="connsiteY24124" fmla="*/ 615315 h 2767298"/>
              <a:gd name="connsiteX24125" fmla="*/ 3771941 w 4752801"/>
              <a:gd name="connsiteY24125" fmla="*/ 611266 h 2767298"/>
              <a:gd name="connsiteX24126" fmla="*/ 3771941 w 4752801"/>
              <a:gd name="connsiteY24126" fmla="*/ 610052 h 2767298"/>
              <a:gd name="connsiteX24127" fmla="*/ 3774369 w 4752801"/>
              <a:gd name="connsiteY24127" fmla="*/ 606004 h 2767298"/>
              <a:gd name="connsiteX24128" fmla="*/ 3775584 w 4752801"/>
              <a:gd name="connsiteY24128" fmla="*/ 605599 h 2767298"/>
              <a:gd name="connsiteX24129" fmla="*/ 1386785 w 4752801"/>
              <a:gd name="connsiteY24129" fmla="*/ 605195 h 2767298"/>
              <a:gd name="connsiteX24130" fmla="*/ 1392452 w 4752801"/>
              <a:gd name="connsiteY24130" fmla="*/ 605195 h 2767298"/>
              <a:gd name="connsiteX24131" fmla="*/ 1393667 w 4752801"/>
              <a:gd name="connsiteY24131" fmla="*/ 605600 h 2767298"/>
              <a:gd name="connsiteX24132" fmla="*/ 1396500 w 4752801"/>
              <a:gd name="connsiteY24132" fmla="*/ 610458 h 2767298"/>
              <a:gd name="connsiteX24133" fmla="*/ 1396500 w 4752801"/>
              <a:gd name="connsiteY24133" fmla="*/ 611672 h 2767298"/>
              <a:gd name="connsiteX24134" fmla="*/ 1393667 w 4752801"/>
              <a:gd name="connsiteY24134" fmla="*/ 616530 h 2767298"/>
              <a:gd name="connsiteX24135" fmla="*/ 1392452 w 4752801"/>
              <a:gd name="connsiteY24135" fmla="*/ 616935 h 2767298"/>
              <a:gd name="connsiteX24136" fmla="*/ 1386785 w 4752801"/>
              <a:gd name="connsiteY24136" fmla="*/ 616935 h 2767298"/>
              <a:gd name="connsiteX24137" fmla="*/ 1385570 w 4752801"/>
              <a:gd name="connsiteY24137" fmla="*/ 616530 h 2767298"/>
              <a:gd name="connsiteX24138" fmla="*/ 1382737 w 4752801"/>
              <a:gd name="connsiteY24138" fmla="*/ 611672 h 2767298"/>
              <a:gd name="connsiteX24139" fmla="*/ 1382737 w 4752801"/>
              <a:gd name="connsiteY24139" fmla="*/ 610458 h 2767298"/>
              <a:gd name="connsiteX24140" fmla="*/ 1385570 w 4752801"/>
              <a:gd name="connsiteY24140" fmla="*/ 605600 h 2767298"/>
              <a:gd name="connsiteX24141" fmla="*/ 1386785 w 4752801"/>
              <a:gd name="connsiteY24141" fmla="*/ 605195 h 2767298"/>
              <a:gd name="connsiteX24142" fmla="*/ 3005630 w 4752801"/>
              <a:gd name="connsiteY24142" fmla="*/ 604790 h 2767298"/>
              <a:gd name="connsiteX24143" fmla="*/ 3011703 w 4752801"/>
              <a:gd name="connsiteY24143" fmla="*/ 604790 h 2767298"/>
              <a:gd name="connsiteX24144" fmla="*/ 3012917 w 4752801"/>
              <a:gd name="connsiteY24144" fmla="*/ 605195 h 2767298"/>
              <a:gd name="connsiteX24145" fmla="*/ 3016155 w 4752801"/>
              <a:gd name="connsiteY24145" fmla="*/ 610457 h 2767298"/>
              <a:gd name="connsiteX24146" fmla="*/ 3016155 w 4752801"/>
              <a:gd name="connsiteY24146" fmla="*/ 611672 h 2767298"/>
              <a:gd name="connsiteX24147" fmla="*/ 3012917 w 4752801"/>
              <a:gd name="connsiteY24147" fmla="*/ 616934 h 2767298"/>
              <a:gd name="connsiteX24148" fmla="*/ 3011703 w 4752801"/>
              <a:gd name="connsiteY24148" fmla="*/ 617339 h 2767298"/>
              <a:gd name="connsiteX24149" fmla="*/ 3005630 w 4752801"/>
              <a:gd name="connsiteY24149" fmla="*/ 617339 h 2767298"/>
              <a:gd name="connsiteX24150" fmla="*/ 3004416 w 4752801"/>
              <a:gd name="connsiteY24150" fmla="*/ 616934 h 2767298"/>
              <a:gd name="connsiteX24151" fmla="*/ 3001178 w 4752801"/>
              <a:gd name="connsiteY24151" fmla="*/ 611672 h 2767298"/>
              <a:gd name="connsiteX24152" fmla="*/ 3001178 w 4752801"/>
              <a:gd name="connsiteY24152" fmla="*/ 610457 h 2767298"/>
              <a:gd name="connsiteX24153" fmla="*/ 3004416 w 4752801"/>
              <a:gd name="connsiteY24153" fmla="*/ 605195 h 2767298"/>
              <a:gd name="connsiteX24154" fmla="*/ 3005630 w 4752801"/>
              <a:gd name="connsiteY24154" fmla="*/ 604790 h 2767298"/>
              <a:gd name="connsiteX24155" fmla="*/ 3734292 w 4752801"/>
              <a:gd name="connsiteY24155" fmla="*/ 604385 h 2767298"/>
              <a:gd name="connsiteX24156" fmla="*/ 3740365 w 4752801"/>
              <a:gd name="connsiteY24156" fmla="*/ 604385 h 2767298"/>
              <a:gd name="connsiteX24157" fmla="*/ 3741579 w 4752801"/>
              <a:gd name="connsiteY24157" fmla="*/ 605195 h 2767298"/>
              <a:gd name="connsiteX24158" fmla="*/ 3744817 w 4752801"/>
              <a:gd name="connsiteY24158" fmla="*/ 610457 h 2767298"/>
              <a:gd name="connsiteX24159" fmla="*/ 3744817 w 4752801"/>
              <a:gd name="connsiteY24159" fmla="*/ 611672 h 2767298"/>
              <a:gd name="connsiteX24160" fmla="*/ 3741579 w 4752801"/>
              <a:gd name="connsiteY24160" fmla="*/ 616934 h 2767298"/>
              <a:gd name="connsiteX24161" fmla="*/ 3740365 w 4752801"/>
              <a:gd name="connsiteY24161" fmla="*/ 617339 h 2767298"/>
              <a:gd name="connsiteX24162" fmla="*/ 3734292 w 4752801"/>
              <a:gd name="connsiteY24162" fmla="*/ 617339 h 2767298"/>
              <a:gd name="connsiteX24163" fmla="*/ 3733078 w 4752801"/>
              <a:gd name="connsiteY24163" fmla="*/ 616934 h 2767298"/>
              <a:gd name="connsiteX24164" fmla="*/ 3729840 w 4752801"/>
              <a:gd name="connsiteY24164" fmla="*/ 611672 h 2767298"/>
              <a:gd name="connsiteX24165" fmla="*/ 3729840 w 4752801"/>
              <a:gd name="connsiteY24165" fmla="*/ 610457 h 2767298"/>
              <a:gd name="connsiteX24166" fmla="*/ 3733078 w 4752801"/>
              <a:gd name="connsiteY24166" fmla="*/ 605195 h 2767298"/>
              <a:gd name="connsiteX24167" fmla="*/ 3734292 w 4752801"/>
              <a:gd name="connsiteY24167" fmla="*/ 604385 h 2767298"/>
              <a:gd name="connsiteX24168" fmla="*/ 3693406 w 4752801"/>
              <a:gd name="connsiteY24168" fmla="*/ 603980 h 2767298"/>
              <a:gd name="connsiteX24169" fmla="*/ 3700288 w 4752801"/>
              <a:gd name="connsiteY24169" fmla="*/ 603980 h 2767298"/>
              <a:gd name="connsiteX24170" fmla="*/ 3701503 w 4752801"/>
              <a:gd name="connsiteY24170" fmla="*/ 604385 h 2767298"/>
              <a:gd name="connsiteX24171" fmla="*/ 3705146 w 4752801"/>
              <a:gd name="connsiteY24171" fmla="*/ 610457 h 2767298"/>
              <a:gd name="connsiteX24172" fmla="*/ 3705146 w 4752801"/>
              <a:gd name="connsiteY24172" fmla="*/ 611671 h 2767298"/>
              <a:gd name="connsiteX24173" fmla="*/ 3701503 w 4752801"/>
              <a:gd name="connsiteY24173" fmla="*/ 617744 h 2767298"/>
              <a:gd name="connsiteX24174" fmla="*/ 3700288 w 4752801"/>
              <a:gd name="connsiteY24174" fmla="*/ 618553 h 2767298"/>
              <a:gd name="connsiteX24175" fmla="*/ 3693406 w 4752801"/>
              <a:gd name="connsiteY24175" fmla="*/ 618553 h 2767298"/>
              <a:gd name="connsiteX24176" fmla="*/ 3692192 w 4752801"/>
              <a:gd name="connsiteY24176" fmla="*/ 617744 h 2767298"/>
              <a:gd name="connsiteX24177" fmla="*/ 3688549 w 4752801"/>
              <a:gd name="connsiteY24177" fmla="*/ 611671 h 2767298"/>
              <a:gd name="connsiteX24178" fmla="*/ 3688549 w 4752801"/>
              <a:gd name="connsiteY24178" fmla="*/ 610457 h 2767298"/>
              <a:gd name="connsiteX24179" fmla="*/ 3692192 w 4752801"/>
              <a:gd name="connsiteY24179" fmla="*/ 604385 h 2767298"/>
              <a:gd name="connsiteX24180" fmla="*/ 3693406 w 4752801"/>
              <a:gd name="connsiteY24180" fmla="*/ 603980 h 2767298"/>
              <a:gd name="connsiteX24181" fmla="*/ 3247303 w 4752801"/>
              <a:gd name="connsiteY24181" fmla="*/ 603171 h 2767298"/>
              <a:gd name="connsiteX24182" fmla="*/ 3255400 w 4752801"/>
              <a:gd name="connsiteY24182" fmla="*/ 603171 h 2767298"/>
              <a:gd name="connsiteX24183" fmla="*/ 3256614 w 4752801"/>
              <a:gd name="connsiteY24183" fmla="*/ 603576 h 2767298"/>
              <a:gd name="connsiteX24184" fmla="*/ 3260662 w 4752801"/>
              <a:gd name="connsiteY24184" fmla="*/ 610458 h 2767298"/>
              <a:gd name="connsiteX24185" fmla="*/ 3260662 w 4752801"/>
              <a:gd name="connsiteY24185" fmla="*/ 611672 h 2767298"/>
              <a:gd name="connsiteX24186" fmla="*/ 3256614 w 4752801"/>
              <a:gd name="connsiteY24186" fmla="*/ 618554 h 2767298"/>
              <a:gd name="connsiteX24187" fmla="*/ 3255400 w 4752801"/>
              <a:gd name="connsiteY24187" fmla="*/ 619364 h 2767298"/>
              <a:gd name="connsiteX24188" fmla="*/ 3247303 w 4752801"/>
              <a:gd name="connsiteY24188" fmla="*/ 619364 h 2767298"/>
              <a:gd name="connsiteX24189" fmla="*/ 3246089 w 4752801"/>
              <a:gd name="connsiteY24189" fmla="*/ 618554 h 2767298"/>
              <a:gd name="connsiteX24190" fmla="*/ 3242041 w 4752801"/>
              <a:gd name="connsiteY24190" fmla="*/ 611672 h 2767298"/>
              <a:gd name="connsiteX24191" fmla="*/ 3242041 w 4752801"/>
              <a:gd name="connsiteY24191" fmla="*/ 610458 h 2767298"/>
              <a:gd name="connsiteX24192" fmla="*/ 3246089 w 4752801"/>
              <a:gd name="connsiteY24192" fmla="*/ 603576 h 2767298"/>
              <a:gd name="connsiteX24193" fmla="*/ 3247303 w 4752801"/>
              <a:gd name="connsiteY24193" fmla="*/ 603171 h 2767298"/>
              <a:gd name="connsiteX24194" fmla="*/ 3652116 w 4752801"/>
              <a:gd name="connsiteY24194" fmla="*/ 602766 h 2767298"/>
              <a:gd name="connsiteX24195" fmla="*/ 3660213 w 4752801"/>
              <a:gd name="connsiteY24195" fmla="*/ 602766 h 2767298"/>
              <a:gd name="connsiteX24196" fmla="*/ 3661427 w 4752801"/>
              <a:gd name="connsiteY24196" fmla="*/ 603171 h 2767298"/>
              <a:gd name="connsiteX24197" fmla="*/ 3665475 w 4752801"/>
              <a:gd name="connsiteY24197" fmla="*/ 610053 h 2767298"/>
              <a:gd name="connsiteX24198" fmla="*/ 3665475 w 4752801"/>
              <a:gd name="connsiteY24198" fmla="*/ 611267 h 2767298"/>
              <a:gd name="connsiteX24199" fmla="*/ 3661427 w 4752801"/>
              <a:gd name="connsiteY24199" fmla="*/ 618149 h 2767298"/>
              <a:gd name="connsiteX24200" fmla="*/ 3660213 w 4752801"/>
              <a:gd name="connsiteY24200" fmla="*/ 618959 h 2767298"/>
              <a:gd name="connsiteX24201" fmla="*/ 3652116 w 4752801"/>
              <a:gd name="connsiteY24201" fmla="*/ 618959 h 2767298"/>
              <a:gd name="connsiteX24202" fmla="*/ 3650902 w 4752801"/>
              <a:gd name="connsiteY24202" fmla="*/ 618149 h 2767298"/>
              <a:gd name="connsiteX24203" fmla="*/ 3646854 w 4752801"/>
              <a:gd name="connsiteY24203" fmla="*/ 611267 h 2767298"/>
              <a:gd name="connsiteX24204" fmla="*/ 3646854 w 4752801"/>
              <a:gd name="connsiteY24204" fmla="*/ 610053 h 2767298"/>
              <a:gd name="connsiteX24205" fmla="*/ 3650902 w 4752801"/>
              <a:gd name="connsiteY24205" fmla="*/ 603171 h 2767298"/>
              <a:gd name="connsiteX24206" fmla="*/ 3652116 w 4752801"/>
              <a:gd name="connsiteY24206" fmla="*/ 602766 h 2767298"/>
              <a:gd name="connsiteX24207" fmla="*/ 3206822 w 4752801"/>
              <a:gd name="connsiteY24207" fmla="*/ 602766 h 2767298"/>
              <a:gd name="connsiteX24208" fmla="*/ 3215323 w 4752801"/>
              <a:gd name="connsiteY24208" fmla="*/ 602766 h 2767298"/>
              <a:gd name="connsiteX24209" fmla="*/ 3216537 w 4752801"/>
              <a:gd name="connsiteY24209" fmla="*/ 603171 h 2767298"/>
              <a:gd name="connsiteX24210" fmla="*/ 3220990 w 4752801"/>
              <a:gd name="connsiteY24210" fmla="*/ 610457 h 2767298"/>
              <a:gd name="connsiteX24211" fmla="*/ 3220990 w 4752801"/>
              <a:gd name="connsiteY24211" fmla="*/ 611672 h 2767298"/>
              <a:gd name="connsiteX24212" fmla="*/ 3216537 w 4752801"/>
              <a:gd name="connsiteY24212" fmla="*/ 618959 h 2767298"/>
              <a:gd name="connsiteX24213" fmla="*/ 3215323 w 4752801"/>
              <a:gd name="connsiteY24213" fmla="*/ 619768 h 2767298"/>
              <a:gd name="connsiteX24214" fmla="*/ 3206822 w 4752801"/>
              <a:gd name="connsiteY24214" fmla="*/ 619768 h 2767298"/>
              <a:gd name="connsiteX24215" fmla="*/ 3205607 w 4752801"/>
              <a:gd name="connsiteY24215" fmla="*/ 618959 h 2767298"/>
              <a:gd name="connsiteX24216" fmla="*/ 3201155 w 4752801"/>
              <a:gd name="connsiteY24216" fmla="*/ 611672 h 2767298"/>
              <a:gd name="connsiteX24217" fmla="*/ 3201155 w 4752801"/>
              <a:gd name="connsiteY24217" fmla="*/ 610457 h 2767298"/>
              <a:gd name="connsiteX24218" fmla="*/ 3205607 w 4752801"/>
              <a:gd name="connsiteY24218" fmla="*/ 603171 h 2767298"/>
              <a:gd name="connsiteX24219" fmla="*/ 3206822 w 4752801"/>
              <a:gd name="connsiteY24219" fmla="*/ 602766 h 2767298"/>
              <a:gd name="connsiteX24220" fmla="*/ 3328266 w 4752801"/>
              <a:gd name="connsiteY24220" fmla="*/ 602361 h 2767298"/>
              <a:gd name="connsiteX24221" fmla="*/ 3337172 w 4752801"/>
              <a:gd name="connsiteY24221" fmla="*/ 602361 h 2767298"/>
              <a:gd name="connsiteX24222" fmla="*/ 3338386 w 4752801"/>
              <a:gd name="connsiteY24222" fmla="*/ 602766 h 2767298"/>
              <a:gd name="connsiteX24223" fmla="*/ 3342839 w 4752801"/>
              <a:gd name="connsiteY24223" fmla="*/ 610457 h 2767298"/>
              <a:gd name="connsiteX24224" fmla="*/ 3342839 w 4752801"/>
              <a:gd name="connsiteY24224" fmla="*/ 611672 h 2767298"/>
              <a:gd name="connsiteX24225" fmla="*/ 3338386 w 4752801"/>
              <a:gd name="connsiteY24225" fmla="*/ 619363 h 2767298"/>
              <a:gd name="connsiteX24226" fmla="*/ 3337172 w 4752801"/>
              <a:gd name="connsiteY24226" fmla="*/ 619768 h 2767298"/>
              <a:gd name="connsiteX24227" fmla="*/ 3328266 w 4752801"/>
              <a:gd name="connsiteY24227" fmla="*/ 619768 h 2767298"/>
              <a:gd name="connsiteX24228" fmla="*/ 3327051 w 4752801"/>
              <a:gd name="connsiteY24228" fmla="*/ 619363 h 2767298"/>
              <a:gd name="connsiteX24229" fmla="*/ 3322599 w 4752801"/>
              <a:gd name="connsiteY24229" fmla="*/ 611672 h 2767298"/>
              <a:gd name="connsiteX24230" fmla="*/ 3322599 w 4752801"/>
              <a:gd name="connsiteY24230" fmla="*/ 610457 h 2767298"/>
              <a:gd name="connsiteX24231" fmla="*/ 3327051 w 4752801"/>
              <a:gd name="connsiteY24231" fmla="*/ 602766 h 2767298"/>
              <a:gd name="connsiteX24232" fmla="*/ 3328266 w 4752801"/>
              <a:gd name="connsiteY24232" fmla="*/ 602361 h 2767298"/>
              <a:gd name="connsiteX24233" fmla="*/ 3287784 w 4752801"/>
              <a:gd name="connsiteY24233" fmla="*/ 602361 h 2767298"/>
              <a:gd name="connsiteX24234" fmla="*/ 3296285 w 4752801"/>
              <a:gd name="connsiteY24234" fmla="*/ 602361 h 2767298"/>
              <a:gd name="connsiteX24235" fmla="*/ 3297499 w 4752801"/>
              <a:gd name="connsiteY24235" fmla="*/ 602766 h 2767298"/>
              <a:gd name="connsiteX24236" fmla="*/ 3301548 w 4752801"/>
              <a:gd name="connsiteY24236" fmla="*/ 610052 h 2767298"/>
              <a:gd name="connsiteX24237" fmla="*/ 3301548 w 4752801"/>
              <a:gd name="connsiteY24237" fmla="*/ 611267 h 2767298"/>
              <a:gd name="connsiteX24238" fmla="*/ 3297499 w 4752801"/>
              <a:gd name="connsiteY24238" fmla="*/ 618554 h 2767298"/>
              <a:gd name="connsiteX24239" fmla="*/ 3296285 w 4752801"/>
              <a:gd name="connsiteY24239" fmla="*/ 618958 h 2767298"/>
              <a:gd name="connsiteX24240" fmla="*/ 3287784 w 4752801"/>
              <a:gd name="connsiteY24240" fmla="*/ 618958 h 2767298"/>
              <a:gd name="connsiteX24241" fmla="*/ 3286570 w 4752801"/>
              <a:gd name="connsiteY24241" fmla="*/ 618554 h 2767298"/>
              <a:gd name="connsiteX24242" fmla="*/ 3282522 w 4752801"/>
              <a:gd name="connsiteY24242" fmla="*/ 611267 h 2767298"/>
              <a:gd name="connsiteX24243" fmla="*/ 3282522 w 4752801"/>
              <a:gd name="connsiteY24243" fmla="*/ 610052 h 2767298"/>
              <a:gd name="connsiteX24244" fmla="*/ 3286570 w 4752801"/>
              <a:gd name="connsiteY24244" fmla="*/ 602766 h 2767298"/>
              <a:gd name="connsiteX24245" fmla="*/ 3287784 w 4752801"/>
              <a:gd name="connsiteY24245" fmla="*/ 602361 h 2767298"/>
              <a:gd name="connsiteX24246" fmla="*/ 3166341 w 4752801"/>
              <a:gd name="connsiteY24246" fmla="*/ 602361 h 2767298"/>
              <a:gd name="connsiteX24247" fmla="*/ 3174842 w 4752801"/>
              <a:gd name="connsiteY24247" fmla="*/ 602361 h 2767298"/>
              <a:gd name="connsiteX24248" fmla="*/ 3176056 w 4752801"/>
              <a:gd name="connsiteY24248" fmla="*/ 602766 h 2767298"/>
              <a:gd name="connsiteX24249" fmla="*/ 3180105 w 4752801"/>
              <a:gd name="connsiteY24249" fmla="*/ 610052 h 2767298"/>
              <a:gd name="connsiteX24250" fmla="*/ 3180105 w 4752801"/>
              <a:gd name="connsiteY24250" fmla="*/ 611267 h 2767298"/>
              <a:gd name="connsiteX24251" fmla="*/ 3176056 w 4752801"/>
              <a:gd name="connsiteY24251" fmla="*/ 618554 h 2767298"/>
              <a:gd name="connsiteX24252" fmla="*/ 3174842 w 4752801"/>
              <a:gd name="connsiteY24252" fmla="*/ 618958 h 2767298"/>
              <a:gd name="connsiteX24253" fmla="*/ 3166341 w 4752801"/>
              <a:gd name="connsiteY24253" fmla="*/ 618958 h 2767298"/>
              <a:gd name="connsiteX24254" fmla="*/ 3165127 w 4752801"/>
              <a:gd name="connsiteY24254" fmla="*/ 618554 h 2767298"/>
              <a:gd name="connsiteX24255" fmla="*/ 3161079 w 4752801"/>
              <a:gd name="connsiteY24255" fmla="*/ 611267 h 2767298"/>
              <a:gd name="connsiteX24256" fmla="*/ 3161079 w 4752801"/>
              <a:gd name="connsiteY24256" fmla="*/ 610052 h 2767298"/>
              <a:gd name="connsiteX24257" fmla="*/ 3165127 w 4752801"/>
              <a:gd name="connsiteY24257" fmla="*/ 602766 h 2767298"/>
              <a:gd name="connsiteX24258" fmla="*/ 3166341 w 4752801"/>
              <a:gd name="connsiteY24258" fmla="*/ 602361 h 2767298"/>
              <a:gd name="connsiteX24259" fmla="*/ 3125859 w 4752801"/>
              <a:gd name="connsiteY24259" fmla="*/ 602361 h 2767298"/>
              <a:gd name="connsiteX24260" fmla="*/ 3134360 w 4752801"/>
              <a:gd name="connsiteY24260" fmla="*/ 602361 h 2767298"/>
              <a:gd name="connsiteX24261" fmla="*/ 3135574 w 4752801"/>
              <a:gd name="connsiteY24261" fmla="*/ 602766 h 2767298"/>
              <a:gd name="connsiteX24262" fmla="*/ 3139623 w 4752801"/>
              <a:gd name="connsiteY24262" fmla="*/ 610052 h 2767298"/>
              <a:gd name="connsiteX24263" fmla="*/ 3139623 w 4752801"/>
              <a:gd name="connsiteY24263" fmla="*/ 611267 h 2767298"/>
              <a:gd name="connsiteX24264" fmla="*/ 3135574 w 4752801"/>
              <a:gd name="connsiteY24264" fmla="*/ 618554 h 2767298"/>
              <a:gd name="connsiteX24265" fmla="*/ 3134360 w 4752801"/>
              <a:gd name="connsiteY24265" fmla="*/ 618958 h 2767298"/>
              <a:gd name="connsiteX24266" fmla="*/ 3125859 w 4752801"/>
              <a:gd name="connsiteY24266" fmla="*/ 618958 h 2767298"/>
              <a:gd name="connsiteX24267" fmla="*/ 3124645 w 4752801"/>
              <a:gd name="connsiteY24267" fmla="*/ 618554 h 2767298"/>
              <a:gd name="connsiteX24268" fmla="*/ 3120597 w 4752801"/>
              <a:gd name="connsiteY24268" fmla="*/ 611267 h 2767298"/>
              <a:gd name="connsiteX24269" fmla="*/ 3120597 w 4752801"/>
              <a:gd name="connsiteY24269" fmla="*/ 610052 h 2767298"/>
              <a:gd name="connsiteX24270" fmla="*/ 3124645 w 4752801"/>
              <a:gd name="connsiteY24270" fmla="*/ 602766 h 2767298"/>
              <a:gd name="connsiteX24271" fmla="*/ 3125859 w 4752801"/>
              <a:gd name="connsiteY24271" fmla="*/ 602361 h 2767298"/>
              <a:gd name="connsiteX24272" fmla="*/ 3085379 w 4752801"/>
              <a:gd name="connsiteY24272" fmla="*/ 602361 h 2767298"/>
              <a:gd name="connsiteX24273" fmla="*/ 3094285 w 4752801"/>
              <a:gd name="connsiteY24273" fmla="*/ 602361 h 2767298"/>
              <a:gd name="connsiteX24274" fmla="*/ 3095499 w 4752801"/>
              <a:gd name="connsiteY24274" fmla="*/ 602766 h 2767298"/>
              <a:gd name="connsiteX24275" fmla="*/ 3099952 w 4752801"/>
              <a:gd name="connsiteY24275" fmla="*/ 610457 h 2767298"/>
              <a:gd name="connsiteX24276" fmla="*/ 3099952 w 4752801"/>
              <a:gd name="connsiteY24276" fmla="*/ 611672 h 2767298"/>
              <a:gd name="connsiteX24277" fmla="*/ 3095499 w 4752801"/>
              <a:gd name="connsiteY24277" fmla="*/ 619363 h 2767298"/>
              <a:gd name="connsiteX24278" fmla="*/ 3094285 w 4752801"/>
              <a:gd name="connsiteY24278" fmla="*/ 619768 h 2767298"/>
              <a:gd name="connsiteX24279" fmla="*/ 3085379 w 4752801"/>
              <a:gd name="connsiteY24279" fmla="*/ 619768 h 2767298"/>
              <a:gd name="connsiteX24280" fmla="*/ 3084164 w 4752801"/>
              <a:gd name="connsiteY24280" fmla="*/ 619363 h 2767298"/>
              <a:gd name="connsiteX24281" fmla="*/ 3079712 w 4752801"/>
              <a:gd name="connsiteY24281" fmla="*/ 611672 h 2767298"/>
              <a:gd name="connsiteX24282" fmla="*/ 3079712 w 4752801"/>
              <a:gd name="connsiteY24282" fmla="*/ 610457 h 2767298"/>
              <a:gd name="connsiteX24283" fmla="*/ 3084164 w 4752801"/>
              <a:gd name="connsiteY24283" fmla="*/ 602766 h 2767298"/>
              <a:gd name="connsiteX24284" fmla="*/ 3085379 w 4752801"/>
              <a:gd name="connsiteY24284" fmla="*/ 602361 h 2767298"/>
              <a:gd name="connsiteX24285" fmla="*/ 3611230 w 4752801"/>
              <a:gd name="connsiteY24285" fmla="*/ 601956 h 2767298"/>
              <a:gd name="connsiteX24286" fmla="*/ 3620541 w 4752801"/>
              <a:gd name="connsiteY24286" fmla="*/ 601956 h 2767298"/>
              <a:gd name="connsiteX24287" fmla="*/ 3621755 w 4752801"/>
              <a:gd name="connsiteY24287" fmla="*/ 602361 h 2767298"/>
              <a:gd name="connsiteX24288" fmla="*/ 3626613 w 4752801"/>
              <a:gd name="connsiteY24288" fmla="*/ 610457 h 2767298"/>
              <a:gd name="connsiteX24289" fmla="*/ 3626613 w 4752801"/>
              <a:gd name="connsiteY24289" fmla="*/ 611671 h 2767298"/>
              <a:gd name="connsiteX24290" fmla="*/ 3621755 w 4752801"/>
              <a:gd name="connsiteY24290" fmla="*/ 619768 h 2767298"/>
              <a:gd name="connsiteX24291" fmla="*/ 3620541 w 4752801"/>
              <a:gd name="connsiteY24291" fmla="*/ 620173 h 2767298"/>
              <a:gd name="connsiteX24292" fmla="*/ 3611230 w 4752801"/>
              <a:gd name="connsiteY24292" fmla="*/ 620173 h 2767298"/>
              <a:gd name="connsiteX24293" fmla="*/ 3610016 w 4752801"/>
              <a:gd name="connsiteY24293" fmla="*/ 619768 h 2767298"/>
              <a:gd name="connsiteX24294" fmla="*/ 3605158 w 4752801"/>
              <a:gd name="connsiteY24294" fmla="*/ 611671 h 2767298"/>
              <a:gd name="connsiteX24295" fmla="*/ 3605158 w 4752801"/>
              <a:gd name="connsiteY24295" fmla="*/ 610457 h 2767298"/>
              <a:gd name="connsiteX24296" fmla="*/ 3610016 w 4752801"/>
              <a:gd name="connsiteY24296" fmla="*/ 602361 h 2767298"/>
              <a:gd name="connsiteX24297" fmla="*/ 3611230 w 4752801"/>
              <a:gd name="connsiteY24297" fmla="*/ 601956 h 2767298"/>
              <a:gd name="connsiteX24298" fmla="*/ 3368342 w 4752801"/>
              <a:gd name="connsiteY24298" fmla="*/ 601147 h 2767298"/>
              <a:gd name="connsiteX24299" fmla="*/ 3378057 w 4752801"/>
              <a:gd name="connsiteY24299" fmla="*/ 601147 h 2767298"/>
              <a:gd name="connsiteX24300" fmla="*/ 3379272 w 4752801"/>
              <a:gd name="connsiteY24300" fmla="*/ 601552 h 2767298"/>
              <a:gd name="connsiteX24301" fmla="*/ 3384130 w 4752801"/>
              <a:gd name="connsiteY24301" fmla="*/ 610053 h 2767298"/>
              <a:gd name="connsiteX24302" fmla="*/ 3384130 w 4752801"/>
              <a:gd name="connsiteY24302" fmla="*/ 611267 h 2767298"/>
              <a:gd name="connsiteX24303" fmla="*/ 3379272 w 4752801"/>
              <a:gd name="connsiteY24303" fmla="*/ 619768 h 2767298"/>
              <a:gd name="connsiteX24304" fmla="*/ 3378057 w 4752801"/>
              <a:gd name="connsiteY24304" fmla="*/ 620173 h 2767298"/>
              <a:gd name="connsiteX24305" fmla="*/ 3368342 w 4752801"/>
              <a:gd name="connsiteY24305" fmla="*/ 620173 h 2767298"/>
              <a:gd name="connsiteX24306" fmla="*/ 3367128 w 4752801"/>
              <a:gd name="connsiteY24306" fmla="*/ 619768 h 2767298"/>
              <a:gd name="connsiteX24307" fmla="*/ 3362270 w 4752801"/>
              <a:gd name="connsiteY24307" fmla="*/ 611267 h 2767298"/>
              <a:gd name="connsiteX24308" fmla="*/ 3362270 w 4752801"/>
              <a:gd name="connsiteY24308" fmla="*/ 610053 h 2767298"/>
              <a:gd name="connsiteX24309" fmla="*/ 3367128 w 4752801"/>
              <a:gd name="connsiteY24309" fmla="*/ 601552 h 2767298"/>
              <a:gd name="connsiteX24310" fmla="*/ 3368342 w 4752801"/>
              <a:gd name="connsiteY24310" fmla="*/ 601147 h 2767298"/>
              <a:gd name="connsiteX24311" fmla="*/ 3570344 w 4752801"/>
              <a:gd name="connsiteY24311" fmla="*/ 600742 h 2767298"/>
              <a:gd name="connsiteX24312" fmla="*/ 3580464 w 4752801"/>
              <a:gd name="connsiteY24312" fmla="*/ 600742 h 2767298"/>
              <a:gd name="connsiteX24313" fmla="*/ 3581679 w 4752801"/>
              <a:gd name="connsiteY24313" fmla="*/ 601147 h 2767298"/>
              <a:gd name="connsiteX24314" fmla="*/ 3586536 w 4752801"/>
              <a:gd name="connsiteY24314" fmla="*/ 610053 h 2767298"/>
              <a:gd name="connsiteX24315" fmla="*/ 3586536 w 4752801"/>
              <a:gd name="connsiteY24315" fmla="*/ 611267 h 2767298"/>
              <a:gd name="connsiteX24316" fmla="*/ 3581679 w 4752801"/>
              <a:gd name="connsiteY24316" fmla="*/ 620173 h 2767298"/>
              <a:gd name="connsiteX24317" fmla="*/ 3580464 w 4752801"/>
              <a:gd name="connsiteY24317" fmla="*/ 620578 h 2767298"/>
              <a:gd name="connsiteX24318" fmla="*/ 3570344 w 4752801"/>
              <a:gd name="connsiteY24318" fmla="*/ 620578 h 2767298"/>
              <a:gd name="connsiteX24319" fmla="*/ 3569130 w 4752801"/>
              <a:gd name="connsiteY24319" fmla="*/ 620173 h 2767298"/>
              <a:gd name="connsiteX24320" fmla="*/ 3564272 w 4752801"/>
              <a:gd name="connsiteY24320" fmla="*/ 611267 h 2767298"/>
              <a:gd name="connsiteX24321" fmla="*/ 3564272 w 4752801"/>
              <a:gd name="connsiteY24321" fmla="*/ 610053 h 2767298"/>
              <a:gd name="connsiteX24322" fmla="*/ 3569130 w 4752801"/>
              <a:gd name="connsiteY24322" fmla="*/ 601147 h 2767298"/>
              <a:gd name="connsiteX24323" fmla="*/ 3570344 w 4752801"/>
              <a:gd name="connsiteY24323" fmla="*/ 600742 h 2767298"/>
              <a:gd name="connsiteX24324" fmla="*/ 3529457 w 4752801"/>
              <a:gd name="connsiteY24324" fmla="*/ 600742 h 2767298"/>
              <a:gd name="connsiteX24325" fmla="*/ 3540387 w 4752801"/>
              <a:gd name="connsiteY24325" fmla="*/ 600742 h 2767298"/>
              <a:gd name="connsiteX24326" fmla="*/ 3541602 w 4752801"/>
              <a:gd name="connsiteY24326" fmla="*/ 601147 h 2767298"/>
              <a:gd name="connsiteX24327" fmla="*/ 3546865 w 4752801"/>
              <a:gd name="connsiteY24327" fmla="*/ 610457 h 2767298"/>
              <a:gd name="connsiteX24328" fmla="*/ 3546865 w 4752801"/>
              <a:gd name="connsiteY24328" fmla="*/ 611672 h 2767298"/>
              <a:gd name="connsiteX24329" fmla="*/ 3541602 w 4752801"/>
              <a:gd name="connsiteY24329" fmla="*/ 620983 h 2767298"/>
              <a:gd name="connsiteX24330" fmla="*/ 3540387 w 4752801"/>
              <a:gd name="connsiteY24330" fmla="*/ 621792 h 2767298"/>
              <a:gd name="connsiteX24331" fmla="*/ 3529457 w 4752801"/>
              <a:gd name="connsiteY24331" fmla="*/ 621792 h 2767298"/>
              <a:gd name="connsiteX24332" fmla="*/ 3528243 w 4752801"/>
              <a:gd name="connsiteY24332" fmla="*/ 620983 h 2767298"/>
              <a:gd name="connsiteX24333" fmla="*/ 3522981 w 4752801"/>
              <a:gd name="connsiteY24333" fmla="*/ 611672 h 2767298"/>
              <a:gd name="connsiteX24334" fmla="*/ 3522981 w 4752801"/>
              <a:gd name="connsiteY24334" fmla="*/ 610457 h 2767298"/>
              <a:gd name="connsiteX24335" fmla="*/ 3528243 w 4752801"/>
              <a:gd name="connsiteY24335" fmla="*/ 601147 h 2767298"/>
              <a:gd name="connsiteX24336" fmla="*/ 3529457 w 4752801"/>
              <a:gd name="connsiteY24336" fmla="*/ 600742 h 2767298"/>
              <a:gd name="connsiteX24337" fmla="*/ 3044087 w 4752801"/>
              <a:gd name="connsiteY24337" fmla="*/ 600742 h 2767298"/>
              <a:gd name="connsiteX24338" fmla="*/ 3054208 w 4752801"/>
              <a:gd name="connsiteY24338" fmla="*/ 600742 h 2767298"/>
              <a:gd name="connsiteX24339" fmla="*/ 3055422 w 4752801"/>
              <a:gd name="connsiteY24339" fmla="*/ 601147 h 2767298"/>
              <a:gd name="connsiteX24340" fmla="*/ 3060685 w 4752801"/>
              <a:gd name="connsiteY24340" fmla="*/ 610053 h 2767298"/>
              <a:gd name="connsiteX24341" fmla="*/ 3060685 w 4752801"/>
              <a:gd name="connsiteY24341" fmla="*/ 611267 h 2767298"/>
              <a:gd name="connsiteX24342" fmla="*/ 3055422 w 4752801"/>
              <a:gd name="connsiteY24342" fmla="*/ 620173 h 2767298"/>
              <a:gd name="connsiteX24343" fmla="*/ 3054208 w 4752801"/>
              <a:gd name="connsiteY24343" fmla="*/ 620578 h 2767298"/>
              <a:gd name="connsiteX24344" fmla="*/ 3044087 w 4752801"/>
              <a:gd name="connsiteY24344" fmla="*/ 620578 h 2767298"/>
              <a:gd name="connsiteX24345" fmla="*/ 3042873 w 4752801"/>
              <a:gd name="connsiteY24345" fmla="*/ 620173 h 2767298"/>
              <a:gd name="connsiteX24346" fmla="*/ 3037611 w 4752801"/>
              <a:gd name="connsiteY24346" fmla="*/ 611267 h 2767298"/>
              <a:gd name="connsiteX24347" fmla="*/ 3037611 w 4752801"/>
              <a:gd name="connsiteY24347" fmla="*/ 610053 h 2767298"/>
              <a:gd name="connsiteX24348" fmla="*/ 3042873 w 4752801"/>
              <a:gd name="connsiteY24348" fmla="*/ 601147 h 2767298"/>
              <a:gd name="connsiteX24349" fmla="*/ 3044087 w 4752801"/>
              <a:gd name="connsiteY24349" fmla="*/ 600742 h 2767298"/>
              <a:gd name="connsiteX24350" fmla="*/ 3408418 w 4752801"/>
              <a:gd name="connsiteY24350" fmla="*/ 600337 h 2767298"/>
              <a:gd name="connsiteX24351" fmla="*/ 3418943 w 4752801"/>
              <a:gd name="connsiteY24351" fmla="*/ 600337 h 2767298"/>
              <a:gd name="connsiteX24352" fmla="*/ 3420158 w 4752801"/>
              <a:gd name="connsiteY24352" fmla="*/ 600742 h 2767298"/>
              <a:gd name="connsiteX24353" fmla="*/ 3425421 w 4752801"/>
              <a:gd name="connsiteY24353" fmla="*/ 610052 h 2767298"/>
              <a:gd name="connsiteX24354" fmla="*/ 3425421 w 4752801"/>
              <a:gd name="connsiteY24354" fmla="*/ 611267 h 2767298"/>
              <a:gd name="connsiteX24355" fmla="*/ 3420158 w 4752801"/>
              <a:gd name="connsiteY24355" fmla="*/ 620578 h 2767298"/>
              <a:gd name="connsiteX24356" fmla="*/ 3418943 w 4752801"/>
              <a:gd name="connsiteY24356" fmla="*/ 620982 h 2767298"/>
              <a:gd name="connsiteX24357" fmla="*/ 3408418 w 4752801"/>
              <a:gd name="connsiteY24357" fmla="*/ 620982 h 2767298"/>
              <a:gd name="connsiteX24358" fmla="*/ 3407204 w 4752801"/>
              <a:gd name="connsiteY24358" fmla="*/ 620578 h 2767298"/>
              <a:gd name="connsiteX24359" fmla="*/ 3401942 w 4752801"/>
              <a:gd name="connsiteY24359" fmla="*/ 611267 h 2767298"/>
              <a:gd name="connsiteX24360" fmla="*/ 3401942 w 4752801"/>
              <a:gd name="connsiteY24360" fmla="*/ 610052 h 2767298"/>
              <a:gd name="connsiteX24361" fmla="*/ 3407204 w 4752801"/>
              <a:gd name="connsiteY24361" fmla="*/ 600742 h 2767298"/>
              <a:gd name="connsiteX24362" fmla="*/ 3408418 w 4752801"/>
              <a:gd name="connsiteY24362" fmla="*/ 600337 h 2767298"/>
              <a:gd name="connsiteX24363" fmla="*/ 1262913 w 4752801"/>
              <a:gd name="connsiteY24363" fmla="*/ 600337 h 2767298"/>
              <a:gd name="connsiteX24364" fmla="*/ 1273438 w 4752801"/>
              <a:gd name="connsiteY24364" fmla="*/ 600337 h 2767298"/>
              <a:gd name="connsiteX24365" fmla="*/ 1274652 w 4752801"/>
              <a:gd name="connsiteY24365" fmla="*/ 600742 h 2767298"/>
              <a:gd name="connsiteX24366" fmla="*/ 1279915 w 4752801"/>
              <a:gd name="connsiteY24366" fmla="*/ 610052 h 2767298"/>
              <a:gd name="connsiteX24367" fmla="*/ 1279915 w 4752801"/>
              <a:gd name="connsiteY24367" fmla="*/ 611267 h 2767298"/>
              <a:gd name="connsiteX24368" fmla="*/ 1274652 w 4752801"/>
              <a:gd name="connsiteY24368" fmla="*/ 620578 h 2767298"/>
              <a:gd name="connsiteX24369" fmla="*/ 1273438 w 4752801"/>
              <a:gd name="connsiteY24369" fmla="*/ 620982 h 2767298"/>
              <a:gd name="connsiteX24370" fmla="*/ 1262913 w 4752801"/>
              <a:gd name="connsiteY24370" fmla="*/ 620982 h 2767298"/>
              <a:gd name="connsiteX24371" fmla="*/ 1261698 w 4752801"/>
              <a:gd name="connsiteY24371" fmla="*/ 620578 h 2767298"/>
              <a:gd name="connsiteX24372" fmla="*/ 1256436 w 4752801"/>
              <a:gd name="connsiteY24372" fmla="*/ 611267 h 2767298"/>
              <a:gd name="connsiteX24373" fmla="*/ 1256436 w 4752801"/>
              <a:gd name="connsiteY24373" fmla="*/ 610052 h 2767298"/>
              <a:gd name="connsiteX24374" fmla="*/ 1261698 w 4752801"/>
              <a:gd name="connsiteY24374" fmla="*/ 600742 h 2767298"/>
              <a:gd name="connsiteX24375" fmla="*/ 1262913 w 4752801"/>
              <a:gd name="connsiteY24375" fmla="*/ 600337 h 2767298"/>
              <a:gd name="connsiteX24376" fmla="*/ 2679351 w 4752801"/>
              <a:gd name="connsiteY24376" fmla="*/ 599932 h 2767298"/>
              <a:gd name="connsiteX24377" fmla="*/ 2690281 w 4752801"/>
              <a:gd name="connsiteY24377" fmla="*/ 599932 h 2767298"/>
              <a:gd name="connsiteX24378" fmla="*/ 2691496 w 4752801"/>
              <a:gd name="connsiteY24378" fmla="*/ 600742 h 2767298"/>
              <a:gd name="connsiteX24379" fmla="*/ 2696759 w 4752801"/>
              <a:gd name="connsiteY24379" fmla="*/ 610052 h 2767298"/>
              <a:gd name="connsiteX24380" fmla="*/ 2696759 w 4752801"/>
              <a:gd name="connsiteY24380" fmla="*/ 611267 h 2767298"/>
              <a:gd name="connsiteX24381" fmla="*/ 2691496 w 4752801"/>
              <a:gd name="connsiteY24381" fmla="*/ 620577 h 2767298"/>
              <a:gd name="connsiteX24382" fmla="*/ 2690281 w 4752801"/>
              <a:gd name="connsiteY24382" fmla="*/ 620982 h 2767298"/>
              <a:gd name="connsiteX24383" fmla="*/ 2679351 w 4752801"/>
              <a:gd name="connsiteY24383" fmla="*/ 620982 h 2767298"/>
              <a:gd name="connsiteX24384" fmla="*/ 2678137 w 4752801"/>
              <a:gd name="connsiteY24384" fmla="*/ 620577 h 2767298"/>
              <a:gd name="connsiteX24385" fmla="*/ 2672875 w 4752801"/>
              <a:gd name="connsiteY24385" fmla="*/ 611267 h 2767298"/>
              <a:gd name="connsiteX24386" fmla="*/ 2672875 w 4752801"/>
              <a:gd name="connsiteY24386" fmla="*/ 610052 h 2767298"/>
              <a:gd name="connsiteX24387" fmla="*/ 2678137 w 4752801"/>
              <a:gd name="connsiteY24387" fmla="*/ 600742 h 2767298"/>
              <a:gd name="connsiteX24388" fmla="*/ 2679351 w 4752801"/>
              <a:gd name="connsiteY24388" fmla="*/ 599932 h 2767298"/>
              <a:gd name="connsiteX24389" fmla="*/ 1302584 w 4752801"/>
              <a:gd name="connsiteY24389" fmla="*/ 599123 h 2767298"/>
              <a:gd name="connsiteX24390" fmla="*/ 1314324 w 4752801"/>
              <a:gd name="connsiteY24390" fmla="*/ 599123 h 2767298"/>
              <a:gd name="connsiteX24391" fmla="*/ 1315538 w 4752801"/>
              <a:gd name="connsiteY24391" fmla="*/ 599933 h 2767298"/>
              <a:gd name="connsiteX24392" fmla="*/ 1321206 w 4752801"/>
              <a:gd name="connsiteY24392" fmla="*/ 610053 h 2767298"/>
              <a:gd name="connsiteX24393" fmla="*/ 1321206 w 4752801"/>
              <a:gd name="connsiteY24393" fmla="*/ 611267 h 2767298"/>
              <a:gd name="connsiteX24394" fmla="*/ 1315538 w 4752801"/>
              <a:gd name="connsiteY24394" fmla="*/ 621388 h 2767298"/>
              <a:gd name="connsiteX24395" fmla="*/ 1314324 w 4752801"/>
              <a:gd name="connsiteY24395" fmla="*/ 622197 h 2767298"/>
              <a:gd name="connsiteX24396" fmla="*/ 1302584 w 4752801"/>
              <a:gd name="connsiteY24396" fmla="*/ 622197 h 2767298"/>
              <a:gd name="connsiteX24397" fmla="*/ 1301370 w 4752801"/>
              <a:gd name="connsiteY24397" fmla="*/ 621388 h 2767298"/>
              <a:gd name="connsiteX24398" fmla="*/ 1295703 w 4752801"/>
              <a:gd name="connsiteY24398" fmla="*/ 611267 h 2767298"/>
              <a:gd name="connsiteX24399" fmla="*/ 1295703 w 4752801"/>
              <a:gd name="connsiteY24399" fmla="*/ 610053 h 2767298"/>
              <a:gd name="connsiteX24400" fmla="*/ 1301370 w 4752801"/>
              <a:gd name="connsiteY24400" fmla="*/ 599933 h 2767298"/>
              <a:gd name="connsiteX24401" fmla="*/ 1302584 w 4752801"/>
              <a:gd name="connsiteY24401" fmla="*/ 599123 h 2767298"/>
              <a:gd name="connsiteX24402" fmla="*/ 1342256 w 4752801"/>
              <a:gd name="connsiteY24402" fmla="*/ 598718 h 2767298"/>
              <a:gd name="connsiteX24403" fmla="*/ 1355615 w 4752801"/>
              <a:gd name="connsiteY24403" fmla="*/ 598718 h 2767298"/>
              <a:gd name="connsiteX24404" fmla="*/ 1356829 w 4752801"/>
              <a:gd name="connsiteY24404" fmla="*/ 599123 h 2767298"/>
              <a:gd name="connsiteX24405" fmla="*/ 1363306 w 4752801"/>
              <a:gd name="connsiteY24405" fmla="*/ 610458 h 2767298"/>
              <a:gd name="connsiteX24406" fmla="*/ 1363306 w 4752801"/>
              <a:gd name="connsiteY24406" fmla="*/ 611672 h 2767298"/>
              <a:gd name="connsiteX24407" fmla="*/ 1356829 w 4752801"/>
              <a:gd name="connsiteY24407" fmla="*/ 623007 h 2767298"/>
              <a:gd name="connsiteX24408" fmla="*/ 1355615 w 4752801"/>
              <a:gd name="connsiteY24408" fmla="*/ 623412 h 2767298"/>
              <a:gd name="connsiteX24409" fmla="*/ 1342256 w 4752801"/>
              <a:gd name="connsiteY24409" fmla="*/ 623412 h 2767298"/>
              <a:gd name="connsiteX24410" fmla="*/ 1341042 w 4752801"/>
              <a:gd name="connsiteY24410" fmla="*/ 623007 h 2767298"/>
              <a:gd name="connsiteX24411" fmla="*/ 1334565 w 4752801"/>
              <a:gd name="connsiteY24411" fmla="*/ 611672 h 2767298"/>
              <a:gd name="connsiteX24412" fmla="*/ 1334565 w 4752801"/>
              <a:gd name="connsiteY24412" fmla="*/ 610458 h 2767298"/>
              <a:gd name="connsiteX24413" fmla="*/ 1341042 w 4752801"/>
              <a:gd name="connsiteY24413" fmla="*/ 599123 h 2767298"/>
              <a:gd name="connsiteX24414" fmla="*/ 1342256 w 4752801"/>
              <a:gd name="connsiteY24414" fmla="*/ 598718 h 2767298"/>
              <a:gd name="connsiteX24415" fmla="*/ 3447686 w 4752801"/>
              <a:gd name="connsiteY24415" fmla="*/ 598313 h 2767298"/>
              <a:gd name="connsiteX24416" fmla="*/ 3460640 w 4752801"/>
              <a:gd name="connsiteY24416" fmla="*/ 598313 h 2767298"/>
              <a:gd name="connsiteX24417" fmla="*/ 3461855 w 4752801"/>
              <a:gd name="connsiteY24417" fmla="*/ 599123 h 2767298"/>
              <a:gd name="connsiteX24418" fmla="*/ 3468331 w 4752801"/>
              <a:gd name="connsiteY24418" fmla="*/ 610457 h 2767298"/>
              <a:gd name="connsiteX24419" fmla="*/ 3468331 w 4752801"/>
              <a:gd name="connsiteY24419" fmla="*/ 611672 h 2767298"/>
              <a:gd name="connsiteX24420" fmla="*/ 3461855 w 4752801"/>
              <a:gd name="connsiteY24420" fmla="*/ 623007 h 2767298"/>
              <a:gd name="connsiteX24421" fmla="*/ 3460640 w 4752801"/>
              <a:gd name="connsiteY24421" fmla="*/ 623816 h 2767298"/>
              <a:gd name="connsiteX24422" fmla="*/ 3447686 w 4752801"/>
              <a:gd name="connsiteY24422" fmla="*/ 623816 h 2767298"/>
              <a:gd name="connsiteX24423" fmla="*/ 3446471 w 4752801"/>
              <a:gd name="connsiteY24423" fmla="*/ 623007 h 2767298"/>
              <a:gd name="connsiteX24424" fmla="*/ 3439995 w 4752801"/>
              <a:gd name="connsiteY24424" fmla="*/ 611672 h 2767298"/>
              <a:gd name="connsiteX24425" fmla="*/ 3439995 w 4752801"/>
              <a:gd name="connsiteY24425" fmla="*/ 610457 h 2767298"/>
              <a:gd name="connsiteX24426" fmla="*/ 3446471 w 4752801"/>
              <a:gd name="connsiteY24426" fmla="*/ 599123 h 2767298"/>
              <a:gd name="connsiteX24427" fmla="*/ 3447686 w 4752801"/>
              <a:gd name="connsiteY24427" fmla="*/ 598313 h 2767298"/>
              <a:gd name="connsiteX24428" fmla="*/ 3486547 w 4752801"/>
              <a:gd name="connsiteY24428" fmla="*/ 595884 h 2767298"/>
              <a:gd name="connsiteX24429" fmla="*/ 3502335 w 4752801"/>
              <a:gd name="connsiteY24429" fmla="*/ 595884 h 2767298"/>
              <a:gd name="connsiteX24430" fmla="*/ 3503549 w 4752801"/>
              <a:gd name="connsiteY24430" fmla="*/ 596289 h 2767298"/>
              <a:gd name="connsiteX24431" fmla="*/ 3511646 w 4752801"/>
              <a:gd name="connsiteY24431" fmla="*/ 610052 h 2767298"/>
              <a:gd name="connsiteX24432" fmla="*/ 3511646 w 4752801"/>
              <a:gd name="connsiteY24432" fmla="*/ 611267 h 2767298"/>
              <a:gd name="connsiteX24433" fmla="*/ 3503549 w 4752801"/>
              <a:gd name="connsiteY24433" fmla="*/ 625031 h 2767298"/>
              <a:gd name="connsiteX24434" fmla="*/ 3502335 w 4752801"/>
              <a:gd name="connsiteY24434" fmla="*/ 625435 h 2767298"/>
              <a:gd name="connsiteX24435" fmla="*/ 3486547 w 4752801"/>
              <a:gd name="connsiteY24435" fmla="*/ 625435 h 2767298"/>
              <a:gd name="connsiteX24436" fmla="*/ 3485333 w 4752801"/>
              <a:gd name="connsiteY24436" fmla="*/ 625031 h 2767298"/>
              <a:gd name="connsiteX24437" fmla="*/ 3477237 w 4752801"/>
              <a:gd name="connsiteY24437" fmla="*/ 611267 h 2767298"/>
              <a:gd name="connsiteX24438" fmla="*/ 3477237 w 4752801"/>
              <a:gd name="connsiteY24438" fmla="*/ 610052 h 2767298"/>
              <a:gd name="connsiteX24439" fmla="*/ 3485333 w 4752801"/>
              <a:gd name="connsiteY24439" fmla="*/ 596289 h 2767298"/>
              <a:gd name="connsiteX24440" fmla="*/ 3486547 w 4752801"/>
              <a:gd name="connsiteY24440" fmla="*/ 595884 h 2767298"/>
              <a:gd name="connsiteX24441" fmla="*/ 4181610 w 4752801"/>
              <a:gd name="connsiteY24441" fmla="*/ 568357 h 2767298"/>
              <a:gd name="connsiteX24442" fmla="*/ 4184039 w 4752801"/>
              <a:gd name="connsiteY24442" fmla="*/ 568357 h 2767298"/>
              <a:gd name="connsiteX24443" fmla="*/ 4185254 w 4752801"/>
              <a:gd name="connsiteY24443" fmla="*/ 570381 h 2767298"/>
              <a:gd name="connsiteX24444" fmla="*/ 4184039 w 4752801"/>
              <a:gd name="connsiteY24444" fmla="*/ 572405 h 2767298"/>
              <a:gd name="connsiteX24445" fmla="*/ 4181610 w 4752801"/>
              <a:gd name="connsiteY24445" fmla="*/ 572405 h 2767298"/>
              <a:gd name="connsiteX24446" fmla="*/ 4180396 w 4752801"/>
              <a:gd name="connsiteY24446" fmla="*/ 570381 h 2767298"/>
              <a:gd name="connsiteX24447" fmla="*/ 4141129 w 4752801"/>
              <a:gd name="connsiteY24447" fmla="*/ 567952 h 2767298"/>
              <a:gd name="connsiteX24448" fmla="*/ 4143963 w 4752801"/>
              <a:gd name="connsiteY24448" fmla="*/ 567952 h 2767298"/>
              <a:gd name="connsiteX24449" fmla="*/ 4145582 w 4752801"/>
              <a:gd name="connsiteY24449" fmla="*/ 570381 h 2767298"/>
              <a:gd name="connsiteX24450" fmla="*/ 4143963 w 4752801"/>
              <a:gd name="connsiteY24450" fmla="*/ 572810 h 2767298"/>
              <a:gd name="connsiteX24451" fmla="*/ 4141129 w 4752801"/>
              <a:gd name="connsiteY24451" fmla="*/ 572810 h 2767298"/>
              <a:gd name="connsiteX24452" fmla="*/ 4139510 w 4752801"/>
              <a:gd name="connsiteY24452" fmla="*/ 570381 h 2767298"/>
              <a:gd name="connsiteX24453" fmla="*/ 4059762 w 4752801"/>
              <a:gd name="connsiteY24453" fmla="*/ 567952 h 2767298"/>
              <a:gd name="connsiteX24454" fmla="*/ 4062595 w 4752801"/>
              <a:gd name="connsiteY24454" fmla="*/ 567952 h 2767298"/>
              <a:gd name="connsiteX24455" fmla="*/ 4063810 w 4752801"/>
              <a:gd name="connsiteY24455" fmla="*/ 570381 h 2767298"/>
              <a:gd name="connsiteX24456" fmla="*/ 4062595 w 4752801"/>
              <a:gd name="connsiteY24456" fmla="*/ 572810 h 2767298"/>
              <a:gd name="connsiteX24457" fmla="*/ 4059762 w 4752801"/>
              <a:gd name="connsiteY24457" fmla="*/ 572810 h 2767298"/>
              <a:gd name="connsiteX24458" fmla="*/ 4058547 w 4752801"/>
              <a:gd name="connsiteY24458" fmla="*/ 570381 h 2767298"/>
              <a:gd name="connsiteX24459" fmla="*/ 2602842 w 4752801"/>
              <a:gd name="connsiteY24459" fmla="*/ 567952 h 2767298"/>
              <a:gd name="connsiteX24460" fmla="*/ 2605676 w 4752801"/>
              <a:gd name="connsiteY24460" fmla="*/ 567952 h 2767298"/>
              <a:gd name="connsiteX24461" fmla="*/ 2607295 w 4752801"/>
              <a:gd name="connsiteY24461" fmla="*/ 570381 h 2767298"/>
              <a:gd name="connsiteX24462" fmla="*/ 2605676 w 4752801"/>
              <a:gd name="connsiteY24462" fmla="*/ 572810 h 2767298"/>
              <a:gd name="connsiteX24463" fmla="*/ 2602842 w 4752801"/>
              <a:gd name="connsiteY24463" fmla="*/ 572810 h 2767298"/>
              <a:gd name="connsiteX24464" fmla="*/ 2601223 w 4752801"/>
              <a:gd name="connsiteY24464" fmla="*/ 570381 h 2767298"/>
              <a:gd name="connsiteX24465" fmla="*/ 2562360 w 4752801"/>
              <a:gd name="connsiteY24465" fmla="*/ 567952 h 2767298"/>
              <a:gd name="connsiteX24466" fmla="*/ 2565194 w 4752801"/>
              <a:gd name="connsiteY24466" fmla="*/ 567952 h 2767298"/>
              <a:gd name="connsiteX24467" fmla="*/ 2566813 w 4752801"/>
              <a:gd name="connsiteY24467" fmla="*/ 570381 h 2767298"/>
              <a:gd name="connsiteX24468" fmla="*/ 2565194 w 4752801"/>
              <a:gd name="connsiteY24468" fmla="*/ 572810 h 2767298"/>
              <a:gd name="connsiteX24469" fmla="*/ 2562360 w 4752801"/>
              <a:gd name="connsiteY24469" fmla="*/ 572810 h 2767298"/>
              <a:gd name="connsiteX24470" fmla="*/ 2560741 w 4752801"/>
              <a:gd name="connsiteY24470" fmla="*/ 570381 h 2767298"/>
              <a:gd name="connsiteX24471" fmla="*/ 2521879 w 4752801"/>
              <a:gd name="connsiteY24471" fmla="*/ 567952 h 2767298"/>
              <a:gd name="connsiteX24472" fmla="*/ 2524713 w 4752801"/>
              <a:gd name="connsiteY24472" fmla="*/ 567952 h 2767298"/>
              <a:gd name="connsiteX24473" fmla="*/ 2526332 w 4752801"/>
              <a:gd name="connsiteY24473" fmla="*/ 570381 h 2767298"/>
              <a:gd name="connsiteX24474" fmla="*/ 2524713 w 4752801"/>
              <a:gd name="connsiteY24474" fmla="*/ 572810 h 2767298"/>
              <a:gd name="connsiteX24475" fmla="*/ 2521879 w 4752801"/>
              <a:gd name="connsiteY24475" fmla="*/ 572810 h 2767298"/>
              <a:gd name="connsiteX24476" fmla="*/ 2520260 w 4752801"/>
              <a:gd name="connsiteY24476" fmla="*/ 570381 h 2767298"/>
              <a:gd name="connsiteX24477" fmla="*/ 2481399 w 4752801"/>
              <a:gd name="connsiteY24477" fmla="*/ 567952 h 2767298"/>
              <a:gd name="connsiteX24478" fmla="*/ 2483827 w 4752801"/>
              <a:gd name="connsiteY24478" fmla="*/ 567952 h 2767298"/>
              <a:gd name="connsiteX24479" fmla="*/ 2485042 w 4752801"/>
              <a:gd name="connsiteY24479" fmla="*/ 570381 h 2767298"/>
              <a:gd name="connsiteX24480" fmla="*/ 2483827 w 4752801"/>
              <a:gd name="connsiteY24480" fmla="*/ 572810 h 2767298"/>
              <a:gd name="connsiteX24481" fmla="*/ 2481399 w 4752801"/>
              <a:gd name="connsiteY24481" fmla="*/ 572810 h 2767298"/>
              <a:gd name="connsiteX24482" fmla="*/ 2480184 w 4752801"/>
              <a:gd name="connsiteY24482" fmla="*/ 570381 h 2767298"/>
              <a:gd name="connsiteX24483" fmla="*/ 1631292 w 4752801"/>
              <a:gd name="connsiteY24483" fmla="*/ 567952 h 2767298"/>
              <a:gd name="connsiteX24484" fmla="*/ 1634126 w 4752801"/>
              <a:gd name="connsiteY24484" fmla="*/ 567952 h 2767298"/>
              <a:gd name="connsiteX24485" fmla="*/ 1635745 w 4752801"/>
              <a:gd name="connsiteY24485" fmla="*/ 570381 h 2767298"/>
              <a:gd name="connsiteX24486" fmla="*/ 1634126 w 4752801"/>
              <a:gd name="connsiteY24486" fmla="*/ 572810 h 2767298"/>
              <a:gd name="connsiteX24487" fmla="*/ 1631292 w 4752801"/>
              <a:gd name="connsiteY24487" fmla="*/ 572810 h 2767298"/>
              <a:gd name="connsiteX24488" fmla="*/ 1629673 w 4752801"/>
              <a:gd name="connsiteY24488" fmla="*/ 570381 h 2767298"/>
              <a:gd name="connsiteX24489" fmla="*/ 4100243 w 4752801"/>
              <a:gd name="connsiteY24489" fmla="*/ 567547 h 2767298"/>
              <a:gd name="connsiteX24490" fmla="*/ 4103482 w 4752801"/>
              <a:gd name="connsiteY24490" fmla="*/ 567547 h 2767298"/>
              <a:gd name="connsiteX24491" fmla="*/ 4105101 w 4752801"/>
              <a:gd name="connsiteY24491" fmla="*/ 570381 h 2767298"/>
              <a:gd name="connsiteX24492" fmla="*/ 4103482 w 4752801"/>
              <a:gd name="connsiteY24492" fmla="*/ 573214 h 2767298"/>
              <a:gd name="connsiteX24493" fmla="*/ 4100243 w 4752801"/>
              <a:gd name="connsiteY24493" fmla="*/ 573214 h 2767298"/>
              <a:gd name="connsiteX24494" fmla="*/ 4098624 w 4752801"/>
              <a:gd name="connsiteY24494" fmla="*/ 570381 h 2767298"/>
              <a:gd name="connsiteX24495" fmla="*/ 4019280 w 4752801"/>
              <a:gd name="connsiteY24495" fmla="*/ 567547 h 2767298"/>
              <a:gd name="connsiteX24496" fmla="*/ 4022519 w 4752801"/>
              <a:gd name="connsiteY24496" fmla="*/ 567547 h 2767298"/>
              <a:gd name="connsiteX24497" fmla="*/ 4024138 w 4752801"/>
              <a:gd name="connsiteY24497" fmla="*/ 570381 h 2767298"/>
              <a:gd name="connsiteX24498" fmla="*/ 4022519 w 4752801"/>
              <a:gd name="connsiteY24498" fmla="*/ 573214 h 2767298"/>
              <a:gd name="connsiteX24499" fmla="*/ 4019280 w 4752801"/>
              <a:gd name="connsiteY24499" fmla="*/ 573214 h 2767298"/>
              <a:gd name="connsiteX24500" fmla="*/ 4017661 w 4752801"/>
              <a:gd name="connsiteY24500" fmla="*/ 570381 h 2767298"/>
              <a:gd name="connsiteX24501" fmla="*/ 2642918 w 4752801"/>
              <a:gd name="connsiteY24501" fmla="*/ 567547 h 2767298"/>
              <a:gd name="connsiteX24502" fmla="*/ 2646157 w 4752801"/>
              <a:gd name="connsiteY24502" fmla="*/ 567547 h 2767298"/>
              <a:gd name="connsiteX24503" fmla="*/ 2647776 w 4752801"/>
              <a:gd name="connsiteY24503" fmla="*/ 570381 h 2767298"/>
              <a:gd name="connsiteX24504" fmla="*/ 2646157 w 4752801"/>
              <a:gd name="connsiteY24504" fmla="*/ 573214 h 2767298"/>
              <a:gd name="connsiteX24505" fmla="*/ 2642918 w 4752801"/>
              <a:gd name="connsiteY24505" fmla="*/ 573214 h 2767298"/>
              <a:gd name="connsiteX24506" fmla="*/ 2641299 w 4752801"/>
              <a:gd name="connsiteY24506" fmla="*/ 570381 h 2767298"/>
              <a:gd name="connsiteX24507" fmla="*/ 1590406 w 4752801"/>
              <a:gd name="connsiteY24507" fmla="*/ 567547 h 2767298"/>
              <a:gd name="connsiteX24508" fmla="*/ 1593645 w 4752801"/>
              <a:gd name="connsiteY24508" fmla="*/ 567547 h 2767298"/>
              <a:gd name="connsiteX24509" fmla="*/ 1595264 w 4752801"/>
              <a:gd name="connsiteY24509" fmla="*/ 570381 h 2767298"/>
              <a:gd name="connsiteX24510" fmla="*/ 1593645 w 4752801"/>
              <a:gd name="connsiteY24510" fmla="*/ 573214 h 2767298"/>
              <a:gd name="connsiteX24511" fmla="*/ 1590406 w 4752801"/>
              <a:gd name="connsiteY24511" fmla="*/ 573214 h 2767298"/>
              <a:gd name="connsiteX24512" fmla="*/ 1588787 w 4752801"/>
              <a:gd name="connsiteY24512" fmla="*/ 570381 h 2767298"/>
              <a:gd name="connsiteX24513" fmla="*/ 3978394 w 4752801"/>
              <a:gd name="connsiteY24513" fmla="*/ 567142 h 2767298"/>
              <a:gd name="connsiteX24514" fmla="*/ 3982038 w 4752801"/>
              <a:gd name="connsiteY24514" fmla="*/ 567142 h 2767298"/>
              <a:gd name="connsiteX24515" fmla="*/ 3983657 w 4752801"/>
              <a:gd name="connsiteY24515" fmla="*/ 570381 h 2767298"/>
              <a:gd name="connsiteX24516" fmla="*/ 3982038 w 4752801"/>
              <a:gd name="connsiteY24516" fmla="*/ 573619 h 2767298"/>
              <a:gd name="connsiteX24517" fmla="*/ 3978394 w 4752801"/>
              <a:gd name="connsiteY24517" fmla="*/ 573619 h 2767298"/>
              <a:gd name="connsiteX24518" fmla="*/ 3976775 w 4752801"/>
              <a:gd name="connsiteY24518" fmla="*/ 570381 h 2767298"/>
              <a:gd name="connsiteX24519" fmla="*/ 3937913 w 4752801"/>
              <a:gd name="connsiteY24519" fmla="*/ 567142 h 2767298"/>
              <a:gd name="connsiteX24520" fmla="*/ 3941961 w 4752801"/>
              <a:gd name="connsiteY24520" fmla="*/ 567142 h 2767298"/>
              <a:gd name="connsiteX24521" fmla="*/ 3943985 w 4752801"/>
              <a:gd name="connsiteY24521" fmla="*/ 570381 h 2767298"/>
              <a:gd name="connsiteX24522" fmla="*/ 3941961 w 4752801"/>
              <a:gd name="connsiteY24522" fmla="*/ 573619 h 2767298"/>
              <a:gd name="connsiteX24523" fmla="*/ 3937913 w 4752801"/>
              <a:gd name="connsiteY24523" fmla="*/ 573619 h 2767298"/>
              <a:gd name="connsiteX24524" fmla="*/ 3935889 w 4752801"/>
              <a:gd name="connsiteY24524" fmla="*/ 570381 h 2767298"/>
              <a:gd name="connsiteX24525" fmla="*/ 2966768 w 4752801"/>
              <a:gd name="connsiteY24525" fmla="*/ 567142 h 2767298"/>
              <a:gd name="connsiteX24526" fmla="*/ 2970411 w 4752801"/>
              <a:gd name="connsiteY24526" fmla="*/ 567142 h 2767298"/>
              <a:gd name="connsiteX24527" fmla="*/ 2972436 w 4752801"/>
              <a:gd name="connsiteY24527" fmla="*/ 570381 h 2767298"/>
              <a:gd name="connsiteX24528" fmla="*/ 2970411 w 4752801"/>
              <a:gd name="connsiteY24528" fmla="*/ 573619 h 2767298"/>
              <a:gd name="connsiteX24529" fmla="*/ 2966768 w 4752801"/>
              <a:gd name="connsiteY24529" fmla="*/ 573619 h 2767298"/>
              <a:gd name="connsiteX24530" fmla="*/ 2964744 w 4752801"/>
              <a:gd name="connsiteY24530" fmla="*/ 570381 h 2767298"/>
              <a:gd name="connsiteX24531" fmla="*/ 2925882 w 4752801"/>
              <a:gd name="connsiteY24531" fmla="*/ 567142 h 2767298"/>
              <a:gd name="connsiteX24532" fmla="*/ 2929526 w 4752801"/>
              <a:gd name="connsiteY24532" fmla="*/ 567142 h 2767298"/>
              <a:gd name="connsiteX24533" fmla="*/ 2931145 w 4752801"/>
              <a:gd name="connsiteY24533" fmla="*/ 570381 h 2767298"/>
              <a:gd name="connsiteX24534" fmla="*/ 2929526 w 4752801"/>
              <a:gd name="connsiteY24534" fmla="*/ 573619 h 2767298"/>
              <a:gd name="connsiteX24535" fmla="*/ 2925882 w 4752801"/>
              <a:gd name="connsiteY24535" fmla="*/ 573619 h 2767298"/>
              <a:gd name="connsiteX24536" fmla="*/ 2924263 w 4752801"/>
              <a:gd name="connsiteY24536" fmla="*/ 570381 h 2767298"/>
              <a:gd name="connsiteX24537" fmla="*/ 2885401 w 4752801"/>
              <a:gd name="connsiteY24537" fmla="*/ 567142 h 2767298"/>
              <a:gd name="connsiteX24538" fmla="*/ 2889045 w 4752801"/>
              <a:gd name="connsiteY24538" fmla="*/ 567142 h 2767298"/>
              <a:gd name="connsiteX24539" fmla="*/ 2890664 w 4752801"/>
              <a:gd name="connsiteY24539" fmla="*/ 570381 h 2767298"/>
              <a:gd name="connsiteX24540" fmla="*/ 2889045 w 4752801"/>
              <a:gd name="connsiteY24540" fmla="*/ 573619 h 2767298"/>
              <a:gd name="connsiteX24541" fmla="*/ 2885401 w 4752801"/>
              <a:gd name="connsiteY24541" fmla="*/ 573619 h 2767298"/>
              <a:gd name="connsiteX24542" fmla="*/ 2883782 w 4752801"/>
              <a:gd name="connsiteY24542" fmla="*/ 570381 h 2767298"/>
              <a:gd name="connsiteX24543" fmla="*/ 2844919 w 4752801"/>
              <a:gd name="connsiteY24543" fmla="*/ 567142 h 2767298"/>
              <a:gd name="connsiteX24544" fmla="*/ 2848563 w 4752801"/>
              <a:gd name="connsiteY24544" fmla="*/ 567142 h 2767298"/>
              <a:gd name="connsiteX24545" fmla="*/ 2850182 w 4752801"/>
              <a:gd name="connsiteY24545" fmla="*/ 570381 h 2767298"/>
              <a:gd name="connsiteX24546" fmla="*/ 2848563 w 4752801"/>
              <a:gd name="connsiteY24546" fmla="*/ 573619 h 2767298"/>
              <a:gd name="connsiteX24547" fmla="*/ 2844919 w 4752801"/>
              <a:gd name="connsiteY24547" fmla="*/ 573619 h 2767298"/>
              <a:gd name="connsiteX24548" fmla="*/ 2843300 w 4752801"/>
              <a:gd name="connsiteY24548" fmla="*/ 570381 h 2767298"/>
              <a:gd name="connsiteX24549" fmla="*/ 2804438 w 4752801"/>
              <a:gd name="connsiteY24549" fmla="*/ 567142 h 2767298"/>
              <a:gd name="connsiteX24550" fmla="*/ 2808082 w 4752801"/>
              <a:gd name="connsiteY24550" fmla="*/ 567142 h 2767298"/>
              <a:gd name="connsiteX24551" fmla="*/ 2809701 w 4752801"/>
              <a:gd name="connsiteY24551" fmla="*/ 570381 h 2767298"/>
              <a:gd name="connsiteX24552" fmla="*/ 2808082 w 4752801"/>
              <a:gd name="connsiteY24552" fmla="*/ 573619 h 2767298"/>
              <a:gd name="connsiteX24553" fmla="*/ 2804438 w 4752801"/>
              <a:gd name="connsiteY24553" fmla="*/ 573619 h 2767298"/>
              <a:gd name="connsiteX24554" fmla="*/ 2802819 w 4752801"/>
              <a:gd name="connsiteY24554" fmla="*/ 570381 h 2767298"/>
              <a:gd name="connsiteX24555" fmla="*/ 2763957 w 4752801"/>
              <a:gd name="connsiteY24555" fmla="*/ 567142 h 2767298"/>
              <a:gd name="connsiteX24556" fmla="*/ 2767601 w 4752801"/>
              <a:gd name="connsiteY24556" fmla="*/ 567142 h 2767298"/>
              <a:gd name="connsiteX24557" fmla="*/ 2769220 w 4752801"/>
              <a:gd name="connsiteY24557" fmla="*/ 570381 h 2767298"/>
              <a:gd name="connsiteX24558" fmla="*/ 2767601 w 4752801"/>
              <a:gd name="connsiteY24558" fmla="*/ 573619 h 2767298"/>
              <a:gd name="connsiteX24559" fmla="*/ 2763957 w 4752801"/>
              <a:gd name="connsiteY24559" fmla="*/ 573619 h 2767298"/>
              <a:gd name="connsiteX24560" fmla="*/ 2762338 w 4752801"/>
              <a:gd name="connsiteY24560" fmla="*/ 570381 h 2767298"/>
              <a:gd name="connsiteX24561" fmla="*/ 1549519 w 4752801"/>
              <a:gd name="connsiteY24561" fmla="*/ 567142 h 2767298"/>
              <a:gd name="connsiteX24562" fmla="*/ 1553163 w 4752801"/>
              <a:gd name="connsiteY24562" fmla="*/ 567142 h 2767298"/>
              <a:gd name="connsiteX24563" fmla="*/ 1554782 w 4752801"/>
              <a:gd name="connsiteY24563" fmla="*/ 570381 h 2767298"/>
              <a:gd name="connsiteX24564" fmla="*/ 1553163 w 4752801"/>
              <a:gd name="connsiteY24564" fmla="*/ 573619 h 2767298"/>
              <a:gd name="connsiteX24565" fmla="*/ 1549519 w 4752801"/>
              <a:gd name="connsiteY24565" fmla="*/ 573619 h 2767298"/>
              <a:gd name="connsiteX24566" fmla="*/ 1547900 w 4752801"/>
              <a:gd name="connsiteY24566" fmla="*/ 570381 h 2767298"/>
              <a:gd name="connsiteX24567" fmla="*/ 1509443 w 4752801"/>
              <a:gd name="connsiteY24567" fmla="*/ 567142 h 2767298"/>
              <a:gd name="connsiteX24568" fmla="*/ 1513086 w 4752801"/>
              <a:gd name="connsiteY24568" fmla="*/ 567142 h 2767298"/>
              <a:gd name="connsiteX24569" fmla="*/ 1515111 w 4752801"/>
              <a:gd name="connsiteY24569" fmla="*/ 570381 h 2767298"/>
              <a:gd name="connsiteX24570" fmla="*/ 1513086 w 4752801"/>
              <a:gd name="connsiteY24570" fmla="*/ 573619 h 2767298"/>
              <a:gd name="connsiteX24571" fmla="*/ 1509443 w 4752801"/>
              <a:gd name="connsiteY24571" fmla="*/ 573619 h 2767298"/>
              <a:gd name="connsiteX24572" fmla="*/ 1507419 w 4752801"/>
              <a:gd name="connsiteY24572" fmla="*/ 570381 h 2767298"/>
              <a:gd name="connsiteX24573" fmla="*/ 1468557 w 4752801"/>
              <a:gd name="connsiteY24573" fmla="*/ 567142 h 2767298"/>
              <a:gd name="connsiteX24574" fmla="*/ 1472605 w 4752801"/>
              <a:gd name="connsiteY24574" fmla="*/ 567142 h 2767298"/>
              <a:gd name="connsiteX24575" fmla="*/ 1474629 w 4752801"/>
              <a:gd name="connsiteY24575" fmla="*/ 570381 h 2767298"/>
              <a:gd name="connsiteX24576" fmla="*/ 1472605 w 4752801"/>
              <a:gd name="connsiteY24576" fmla="*/ 573619 h 2767298"/>
              <a:gd name="connsiteX24577" fmla="*/ 1468557 w 4752801"/>
              <a:gd name="connsiteY24577" fmla="*/ 573619 h 2767298"/>
              <a:gd name="connsiteX24578" fmla="*/ 1466533 w 4752801"/>
              <a:gd name="connsiteY24578" fmla="*/ 570381 h 2767298"/>
              <a:gd name="connsiteX24579" fmla="*/ 3897028 w 4752801"/>
              <a:gd name="connsiteY24579" fmla="*/ 566738 h 2767298"/>
              <a:gd name="connsiteX24580" fmla="*/ 3901481 w 4752801"/>
              <a:gd name="connsiteY24580" fmla="*/ 566738 h 2767298"/>
              <a:gd name="connsiteX24581" fmla="*/ 3903505 w 4752801"/>
              <a:gd name="connsiteY24581" fmla="*/ 570381 h 2767298"/>
              <a:gd name="connsiteX24582" fmla="*/ 3901481 w 4752801"/>
              <a:gd name="connsiteY24582" fmla="*/ 574025 h 2767298"/>
              <a:gd name="connsiteX24583" fmla="*/ 3897028 w 4752801"/>
              <a:gd name="connsiteY24583" fmla="*/ 574025 h 2767298"/>
              <a:gd name="connsiteX24584" fmla="*/ 3895004 w 4752801"/>
              <a:gd name="connsiteY24584" fmla="*/ 570381 h 2767298"/>
              <a:gd name="connsiteX24585" fmla="*/ 3006845 w 4752801"/>
              <a:gd name="connsiteY24585" fmla="*/ 566738 h 2767298"/>
              <a:gd name="connsiteX24586" fmla="*/ 3010893 w 4752801"/>
              <a:gd name="connsiteY24586" fmla="*/ 566738 h 2767298"/>
              <a:gd name="connsiteX24587" fmla="*/ 3012917 w 4752801"/>
              <a:gd name="connsiteY24587" fmla="*/ 570381 h 2767298"/>
              <a:gd name="connsiteX24588" fmla="*/ 3010893 w 4752801"/>
              <a:gd name="connsiteY24588" fmla="*/ 574025 h 2767298"/>
              <a:gd name="connsiteX24589" fmla="*/ 3006845 w 4752801"/>
              <a:gd name="connsiteY24589" fmla="*/ 574025 h 2767298"/>
              <a:gd name="connsiteX24590" fmla="*/ 3004821 w 4752801"/>
              <a:gd name="connsiteY24590" fmla="*/ 570381 h 2767298"/>
              <a:gd name="connsiteX24591" fmla="*/ 2723476 w 4752801"/>
              <a:gd name="connsiteY24591" fmla="*/ 566738 h 2767298"/>
              <a:gd name="connsiteX24592" fmla="*/ 2727524 w 4752801"/>
              <a:gd name="connsiteY24592" fmla="*/ 566738 h 2767298"/>
              <a:gd name="connsiteX24593" fmla="*/ 2729548 w 4752801"/>
              <a:gd name="connsiteY24593" fmla="*/ 570381 h 2767298"/>
              <a:gd name="connsiteX24594" fmla="*/ 2727524 w 4752801"/>
              <a:gd name="connsiteY24594" fmla="*/ 574025 h 2767298"/>
              <a:gd name="connsiteX24595" fmla="*/ 2723476 w 4752801"/>
              <a:gd name="connsiteY24595" fmla="*/ 574025 h 2767298"/>
              <a:gd name="connsiteX24596" fmla="*/ 2721452 w 4752801"/>
              <a:gd name="connsiteY24596" fmla="*/ 570381 h 2767298"/>
              <a:gd name="connsiteX24597" fmla="*/ 1428076 w 4752801"/>
              <a:gd name="connsiteY24597" fmla="*/ 566738 h 2767298"/>
              <a:gd name="connsiteX24598" fmla="*/ 1432124 w 4752801"/>
              <a:gd name="connsiteY24598" fmla="*/ 566738 h 2767298"/>
              <a:gd name="connsiteX24599" fmla="*/ 1434148 w 4752801"/>
              <a:gd name="connsiteY24599" fmla="*/ 570381 h 2767298"/>
              <a:gd name="connsiteX24600" fmla="*/ 1432124 w 4752801"/>
              <a:gd name="connsiteY24600" fmla="*/ 574025 h 2767298"/>
              <a:gd name="connsiteX24601" fmla="*/ 1428076 w 4752801"/>
              <a:gd name="connsiteY24601" fmla="*/ 574025 h 2767298"/>
              <a:gd name="connsiteX24602" fmla="*/ 1426052 w 4752801"/>
              <a:gd name="connsiteY24602" fmla="*/ 570381 h 2767298"/>
              <a:gd name="connsiteX24603" fmla="*/ 1387190 w 4752801"/>
              <a:gd name="connsiteY24603" fmla="*/ 566738 h 2767298"/>
              <a:gd name="connsiteX24604" fmla="*/ 1391643 w 4752801"/>
              <a:gd name="connsiteY24604" fmla="*/ 566738 h 2767298"/>
              <a:gd name="connsiteX24605" fmla="*/ 1393667 w 4752801"/>
              <a:gd name="connsiteY24605" fmla="*/ 570381 h 2767298"/>
              <a:gd name="connsiteX24606" fmla="*/ 1391643 w 4752801"/>
              <a:gd name="connsiteY24606" fmla="*/ 574025 h 2767298"/>
              <a:gd name="connsiteX24607" fmla="*/ 1387190 w 4752801"/>
              <a:gd name="connsiteY24607" fmla="*/ 574025 h 2767298"/>
              <a:gd name="connsiteX24608" fmla="*/ 1385166 w 4752801"/>
              <a:gd name="connsiteY24608" fmla="*/ 570381 h 2767298"/>
              <a:gd name="connsiteX24609" fmla="*/ 1347518 w 4752801"/>
              <a:gd name="connsiteY24609" fmla="*/ 566738 h 2767298"/>
              <a:gd name="connsiteX24610" fmla="*/ 1350757 w 4752801"/>
              <a:gd name="connsiteY24610" fmla="*/ 566738 h 2767298"/>
              <a:gd name="connsiteX24611" fmla="*/ 1351971 w 4752801"/>
              <a:gd name="connsiteY24611" fmla="*/ 567143 h 2767298"/>
              <a:gd name="connsiteX24612" fmla="*/ 1353590 w 4752801"/>
              <a:gd name="connsiteY24612" fmla="*/ 569976 h 2767298"/>
              <a:gd name="connsiteX24613" fmla="*/ 1353590 w 4752801"/>
              <a:gd name="connsiteY24613" fmla="*/ 571191 h 2767298"/>
              <a:gd name="connsiteX24614" fmla="*/ 1351971 w 4752801"/>
              <a:gd name="connsiteY24614" fmla="*/ 574025 h 2767298"/>
              <a:gd name="connsiteX24615" fmla="*/ 1350757 w 4752801"/>
              <a:gd name="connsiteY24615" fmla="*/ 574429 h 2767298"/>
              <a:gd name="connsiteX24616" fmla="*/ 1347518 w 4752801"/>
              <a:gd name="connsiteY24616" fmla="*/ 574429 h 2767298"/>
              <a:gd name="connsiteX24617" fmla="*/ 1346304 w 4752801"/>
              <a:gd name="connsiteY24617" fmla="*/ 574025 h 2767298"/>
              <a:gd name="connsiteX24618" fmla="*/ 1344685 w 4752801"/>
              <a:gd name="connsiteY24618" fmla="*/ 571191 h 2767298"/>
              <a:gd name="connsiteX24619" fmla="*/ 1344685 w 4752801"/>
              <a:gd name="connsiteY24619" fmla="*/ 569976 h 2767298"/>
              <a:gd name="connsiteX24620" fmla="*/ 1346304 w 4752801"/>
              <a:gd name="connsiteY24620" fmla="*/ 567143 h 2767298"/>
              <a:gd name="connsiteX24621" fmla="*/ 1347518 w 4752801"/>
              <a:gd name="connsiteY24621" fmla="*/ 566738 h 2767298"/>
              <a:gd name="connsiteX24622" fmla="*/ 3856951 w 4752801"/>
              <a:gd name="connsiteY24622" fmla="*/ 566333 h 2767298"/>
              <a:gd name="connsiteX24623" fmla="*/ 3860595 w 4752801"/>
              <a:gd name="connsiteY24623" fmla="*/ 566333 h 2767298"/>
              <a:gd name="connsiteX24624" fmla="*/ 3861809 w 4752801"/>
              <a:gd name="connsiteY24624" fmla="*/ 566738 h 2767298"/>
              <a:gd name="connsiteX24625" fmla="*/ 3863833 w 4752801"/>
              <a:gd name="connsiteY24625" fmla="*/ 569976 h 2767298"/>
              <a:gd name="connsiteX24626" fmla="*/ 3863833 w 4752801"/>
              <a:gd name="connsiteY24626" fmla="*/ 571191 h 2767298"/>
              <a:gd name="connsiteX24627" fmla="*/ 3861809 w 4752801"/>
              <a:gd name="connsiteY24627" fmla="*/ 574429 h 2767298"/>
              <a:gd name="connsiteX24628" fmla="*/ 3860595 w 4752801"/>
              <a:gd name="connsiteY24628" fmla="*/ 574834 h 2767298"/>
              <a:gd name="connsiteX24629" fmla="*/ 3856951 w 4752801"/>
              <a:gd name="connsiteY24629" fmla="*/ 574834 h 2767298"/>
              <a:gd name="connsiteX24630" fmla="*/ 3855737 w 4752801"/>
              <a:gd name="connsiteY24630" fmla="*/ 574429 h 2767298"/>
              <a:gd name="connsiteX24631" fmla="*/ 3853713 w 4752801"/>
              <a:gd name="connsiteY24631" fmla="*/ 571191 h 2767298"/>
              <a:gd name="connsiteX24632" fmla="*/ 3853713 w 4752801"/>
              <a:gd name="connsiteY24632" fmla="*/ 569976 h 2767298"/>
              <a:gd name="connsiteX24633" fmla="*/ 3855737 w 4752801"/>
              <a:gd name="connsiteY24633" fmla="*/ 566738 h 2767298"/>
              <a:gd name="connsiteX24634" fmla="*/ 3856951 w 4752801"/>
              <a:gd name="connsiteY24634" fmla="*/ 566333 h 2767298"/>
              <a:gd name="connsiteX24635" fmla="*/ 3816470 w 4752801"/>
              <a:gd name="connsiteY24635" fmla="*/ 565928 h 2767298"/>
              <a:gd name="connsiteX24636" fmla="*/ 3820113 w 4752801"/>
              <a:gd name="connsiteY24636" fmla="*/ 565928 h 2767298"/>
              <a:gd name="connsiteX24637" fmla="*/ 3821327 w 4752801"/>
              <a:gd name="connsiteY24637" fmla="*/ 566333 h 2767298"/>
              <a:gd name="connsiteX24638" fmla="*/ 3822946 w 4752801"/>
              <a:gd name="connsiteY24638" fmla="*/ 569571 h 2767298"/>
              <a:gd name="connsiteX24639" fmla="*/ 3822946 w 4752801"/>
              <a:gd name="connsiteY24639" fmla="*/ 570786 h 2767298"/>
              <a:gd name="connsiteX24640" fmla="*/ 3821327 w 4752801"/>
              <a:gd name="connsiteY24640" fmla="*/ 574024 h 2767298"/>
              <a:gd name="connsiteX24641" fmla="*/ 3820113 w 4752801"/>
              <a:gd name="connsiteY24641" fmla="*/ 574429 h 2767298"/>
              <a:gd name="connsiteX24642" fmla="*/ 3816470 w 4752801"/>
              <a:gd name="connsiteY24642" fmla="*/ 574429 h 2767298"/>
              <a:gd name="connsiteX24643" fmla="*/ 3815255 w 4752801"/>
              <a:gd name="connsiteY24643" fmla="*/ 574024 h 2767298"/>
              <a:gd name="connsiteX24644" fmla="*/ 3813636 w 4752801"/>
              <a:gd name="connsiteY24644" fmla="*/ 570786 h 2767298"/>
              <a:gd name="connsiteX24645" fmla="*/ 3813636 w 4752801"/>
              <a:gd name="connsiteY24645" fmla="*/ 569571 h 2767298"/>
              <a:gd name="connsiteX24646" fmla="*/ 3815255 w 4752801"/>
              <a:gd name="connsiteY24646" fmla="*/ 566333 h 2767298"/>
              <a:gd name="connsiteX24647" fmla="*/ 3816470 w 4752801"/>
              <a:gd name="connsiteY24647" fmla="*/ 565928 h 2767298"/>
              <a:gd name="connsiteX24648" fmla="*/ 3046921 w 4752801"/>
              <a:gd name="connsiteY24648" fmla="*/ 565928 h 2767298"/>
              <a:gd name="connsiteX24649" fmla="*/ 3051374 w 4752801"/>
              <a:gd name="connsiteY24649" fmla="*/ 565928 h 2767298"/>
              <a:gd name="connsiteX24650" fmla="*/ 3052588 w 4752801"/>
              <a:gd name="connsiteY24650" fmla="*/ 566333 h 2767298"/>
              <a:gd name="connsiteX24651" fmla="*/ 3054612 w 4752801"/>
              <a:gd name="connsiteY24651" fmla="*/ 569976 h 2767298"/>
              <a:gd name="connsiteX24652" fmla="*/ 3054612 w 4752801"/>
              <a:gd name="connsiteY24652" fmla="*/ 571191 h 2767298"/>
              <a:gd name="connsiteX24653" fmla="*/ 3052588 w 4752801"/>
              <a:gd name="connsiteY24653" fmla="*/ 574834 h 2767298"/>
              <a:gd name="connsiteX24654" fmla="*/ 3051374 w 4752801"/>
              <a:gd name="connsiteY24654" fmla="*/ 575643 h 2767298"/>
              <a:gd name="connsiteX24655" fmla="*/ 3046921 w 4752801"/>
              <a:gd name="connsiteY24655" fmla="*/ 575643 h 2767298"/>
              <a:gd name="connsiteX24656" fmla="*/ 3045707 w 4752801"/>
              <a:gd name="connsiteY24656" fmla="*/ 574834 h 2767298"/>
              <a:gd name="connsiteX24657" fmla="*/ 3043683 w 4752801"/>
              <a:gd name="connsiteY24657" fmla="*/ 571191 h 2767298"/>
              <a:gd name="connsiteX24658" fmla="*/ 3043683 w 4752801"/>
              <a:gd name="connsiteY24658" fmla="*/ 569976 h 2767298"/>
              <a:gd name="connsiteX24659" fmla="*/ 3045707 w 4752801"/>
              <a:gd name="connsiteY24659" fmla="*/ 566333 h 2767298"/>
              <a:gd name="connsiteX24660" fmla="*/ 3046921 w 4752801"/>
              <a:gd name="connsiteY24660" fmla="*/ 565928 h 2767298"/>
              <a:gd name="connsiteX24661" fmla="*/ 3775988 w 4752801"/>
              <a:gd name="connsiteY24661" fmla="*/ 565523 h 2767298"/>
              <a:gd name="connsiteX24662" fmla="*/ 3780036 w 4752801"/>
              <a:gd name="connsiteY24662" fmla="*/ 565523 h 2767298"/>
              <a:gd name="connsiteX24663" fmla="*/ 3781250 w 4752801"/>
              <a:gd name="connsiteY24663" fmla="*/ 565928 h 2767298"/>
              <a:gd name="connsiteX24664" fmla="*/ 3783275 w 4752801"/>
              <a:gd name="connsiteY24664" fmla="*/ 569571 h 2767298"/>
              <a:gd name="connsiteX24665" fmla="*/ 3783275 w 4752801"/>
              <a:gd name="connsiteY24665" fmla="*/ 570786 h 2767298"/>
              <a:gd name="connsiteX24666" fmla="*/ 3781250 w 4752801"/>
              <a:gd name="connsiteY24666" fmla="*/ 574429 h 2767298"/>
              <a:gd name="connsiteX24667" fmla="*/ 3780036 w 4752801"/>
              <a:gd name="connsiteY24667" fmla="*/ 574834 h 2767298"/>
              <a:gd name="connsiteX24668" fmla="*/ 3775988 w 4752801"/>
              <a:gd name="connsiteY24668" fmla="*/ 574834 h 2767298"/>
              <a:gd name="connsiteX24669" fmla="*/ 3774774 w 4752801"/>
              <a:gd name="connsiteY24669" fmla="*/ 574429 h 2767298"/>
              <a:gd name="connsiteX24670" fmla="*/ 3772750 w 4752801"/>
              <a:gd name="connsiteY24670" fmla="*/ 570786 h 2767298"/>
              <a:gd name="connsiteX24671" fmla="*/ 3772750 w 4752801"/>
              <a:gd name="connsiteY24671" fmla="*/ 569571 h 2767298"/>
              <a:gd name="connsiteX24672" fmla="*/ 3774774 w 4752801"/>
              <a:gd name="connsiteY24672" fmla="*/ 565928 h 2767298"/>
              <a:gd name="connsiteX24673" fmla="*/ 3775988 w 4752801"/>
              <a:gd name="connsiteY24673" fmla="*/ 565523 h 2767298"/>
              <a:gd name="connsiteX24674" fmla="*/ 3734293 w 4752801"/>
              <a:gd name="connsiteY24674" fmla="*/ 564309 h 2767298"/>
              <a:gd name="connsiteX24675" fmla="*/ 3739960 w 4752801"/>
              <a:gd name="connsiteY24675" fmla="*/ 564309 h 2767298"/>
              <a:gd name="connsiteX24676" fmla="*/ 3741175 w 4752801"/>
              <a:gd name="connsiteY24676" fmla="*/ 564714 h 2767298"/>
              <a:gd name="connsiteX24677" fmla="*/ 3744008 w 4752801"/>
              <a:gd name="connsiteY24677" fmla="*/ 569572 h 2767298"/>
              <a:gd name="connsiteX24678" fmla="*/ 3744008 w 4752801"/>
              <a:gd name="connsiteY24678" fmla="*/ 570786 h 2767298"/>
              <a:gd name="connsiteX24679" fmla="*/ 3741175 w 4752801"/>
              <a:gd name="connsiteY24679" fmla="*/ 575644 h 2767298"/>
              <a:gd name="connsiteX24680" fmla="*/ 3739960 w 4752801"/>
              <a:gd name="connsiteY24680" fmla="*/ 576049 h 2767298"/>
              <a:gd name="connsiteX24681" fmla="*/ 3734293 w 4752801"/>
              <a:gd name="connsiteY24681" fmla="*/ 576049 h 2767298"/>
              <a:gd name="connsiteX24682" fmla="*/ 3733079 w 4752801"/>
              <a:gd name="connsiteY24682" fmla="*/ 575644 h 2767298"/>
              <a:gd name="connsiteX24683" fmla="*/ 3730245 w 4752801"/>
              <a:gd name="connsiteY24683" fmla="*/ 570786 h 2767298"/>
              <a:gd name="connsiteX24684" fmla="*/ 3730245 w 4752801"/>
              <a:gd name="connsiteY24684" fmla="*/ 569572 h 2767298"/>
              <a:gd name="connsiteX24685" fmla="*/ 3733079 w 4752801"/>
              <a:gd name="connsiteY24685" fmla="*/ 564714 h 2767298"/>
              <a:gd name="connsiteX24686" fmla="*/ 3734293 w 4752801"/>
              <a:gd name="connsiteY24686" fmla="*/ 564309 h 2767298"/>
              <a:gd name="connsiteX24687" fmla="*/ 3693812 w 4752801"/>
              <a:gd name="connsiteY24687" fmla="*/ 563904 h 2767298"/>
              <a:gd name="connsiteX24688" fmla="*/ 3699884 w 4752801"/>
              <a:gd name="connsiteY24688" fmla="*/ 563904 h 2767298"/>
              <a:gd name="connsiteX24689" fmla="*/ 3701098 w 4752801"/>
              <a:gd name="connsiteY24689" fmla="*/ 564309 h 2767298"/>
              <a:gd name="connsiteX24690" fmla="*/ 3703932 w 4752801"/>
              <a:gd name="connsiteY24690" fmla="*/ 569571 h 2767298"/>
              <a:gd name="connsiteX24691" fmla="*/ 3703932 w 4752801"/>
              <a:gd name="connsiteY24691" fmla="*/ 570786 h 2767298"/>
              <a:gd name="connsiteX24692" fmla="*/ 3701098 w 4752801"/>
              <a:gd name="connsiteY24692" fmla="*/ 576048 h 2767298"/>
              <a:gd name="connsiteX24693" fmla="*/ 3699884 w 4752801"/>
              <a:gd name="connsiteY24693" fmla="*/ 576453 h 2767298"/>
              <a:gd name="connsiteX24694" fmla="*/ 3693812 w 4752801"/>
              <a:gd name="connsiteY24694" fmla="*/ 576453 h 2767298"/>
              <a:gd name="connsiteX24695" fmla="*/ 3692598 w 4752801"/>
              <a:gd name="connsiteY24695" fmla="*/ 576048 h 2767298"/>
              <a:gd name="connsiteX24696" fmla="*/ 3689764 w 4752801"/>
              <a:gd name="connsiteY24696" fmla="*/ 570786 h 2767298"/>
              <a:gd name="connsiteX24697" fmla="*/ 3689764 w 4752801"/>
              <a:gd name="connsiteY24697" fmla="*/ 569571 h 2767298"/>
              <a:gd name="connsiteX24698" fmla="*/ 3692598 w 4752801"/>
              <a:gd name="connsiteY24698" fmla="*/ 564309 h 2767298"/>
              <a:gd name="connsiteX24699" fmla="*/ 3693812 w 4752801"/>
              <a:gd name="connsiteY24699" fmla="*/ 563904 h 2767298"/>
              <a:gd name="connsiteX24700" fmla="*/ 3652925 w 4752801"/>
              <a:gd name="connsiteY24700" fmla="*/ 563094 h 2767298"/>
              <a:gd name="connsiteX24701" fmla="*/ 3659807 w 4752801"/>
              <a:gd name="connsiteY24701" fmla="*/ 563094 h 2767298"/>
              <a:gd name="connsiteX24702" fmla="*/ 3661022 w 4752801"/>
              <a:gd name="connsiteY24702" fmla="*/ 563499 h 2767298"/>
              <a:gd name="connsiteX24703" fmla="*/ 3664260 w 4752801"/>
              <a:gd name="connsiteY24703" fmla="*/ 569571 h 2767298"/>
              <a:gd name="connsiteX24704" fmla="*/ 3664260 w 4752801"/>
              <a:gd name="connsiteY24704" fmla="*/ 570786 h 2767298"/>
              <a:gd name="connsiteX24705" fmla="*/ 3661022 w 4752801"/>
              <a:gd name="connsiteY24705" fmla="*/ 576858 h 2767298"/>
              <a:gd name="connsiteX24706" fmla="*/ 3659807 w 4752801"/>
              <a:gd name="connsiteY24706" fmla="*/ 577667 h 2767298"/>
              <a:gd name="connsiteX24707" fmla="*/ 3652925 w 4752801"/>
              <a:gd name="connsiteY24707" fmla="*/ 577667 h 2767298"/>
              <a:gd name="connsiteX24708" fmla="*/ 3651711 w 4752801"/>
              <a:gd name="connsiteY24708" fmla="*/ 576858 h 2767298"/>
              <a:gd name="connsiteX24709" fmla="*/ 3648473 w 4752801"/>
              <a:gd name="connsiteY24709" fmla="*/ 570786 h 2767298"/>
              <a:gd name="connsiteX24710" fmla="*/ 3648473 w 4752801"/>
              <a:gd name="connsiteY24710" fmla="*/ 569571 h 2767298"/>
              <a:gd name="connsiteX24711" fmla="*/ 3651711 w 4752801"/>
              <a:gd name="connsiteY24711" fmla="*/ 563499 h 2767298"/>
              <a:gd name="connsiteX24712" fmla="*/ 3652925 w 4752801"/>
              <a:gd name="connsiteY24712" fmla="*/ 563094 h 2767298"/>
              <a:gd name="connsiteX24713" fmla="*/ 3612039 w 4752801"/>
              <a:gd name="connsiteY24713" fmla="*/ 562689 h 2767298"/>
              <a:gd name="connsiteX24714" fmla="*/ 3620136 w 4752801"/>
              <a:gd name="connsiteY24714" fmla="*/ 562689 h 2767298"/>
              <a:gd name="connsiteX24715" fmla="*/ 3621350 w 4752801"/>
              <a:gd name="connsiteY24715" fmla="*/ 563094 h 2767298"/>
              <a:gd name="connsiteX24716" fmla="*/ 3625398 w 4752801"/>
              <a:gd name="connsiteY24716" fmla="*/ 569976 h 2767298"/>
              <a:gd name="connsiteX24717" fmla="*/ 3625398 w 4752801"/>
              <a:gd name="connsiteY24717" fmla="*/ 571190 h 2767298"/>
              <a:gd name="connsiteX24718" fmla="*/ 3621350 w 4752801"/>
              <a:gd name="connsiteY24718" fmla="*/ 578072 h 2767298"/>
              <a:gd name="connsiteX24719" fmla="*/ 3620136 w 4752801"/>
              <a:gd name="connsiteY24719" fmla="*/ 578477 h 2767298"/>
              <a:gd name="connsiteX24720" fmla="*/ 3612039 w 4752801"/>
              <a:gd name="connsiteY24720" fmla="*/ 578477 h 2767298"/>
              <a:gd name="connsiteX24721" fmla="*/ 3610825 w 4752801"/>
              <a:gd name="connsiteY24721" fmla="*/ 578072 h 2767298"/>
              <a:gd name="connsiteX24722" fmla="*/ 3606777 w 4752801"/>
              <a:gd name="connsiteY24722" fmla="*/ 571190 h 2767298"/>
              <a:gd name="connsiteX24723" fmla="*/ 3606777 w 4752801"/>
              <a:gd name="connsiteY24723" fmla="*/ 569976 h 2767298"/>
              <a:gd name="connsiteX24724" fmla="*/ 3610825 w 4752801"/>
              <a:gd name="connsiteY24724" fmla="*/ 563094 h 2767298"/>
              <a:gd name="connsiteX24725" fmla="*/ 3612039 w 4752801"/>
              <a:gd name="connsiteY24725" fmla="*/ 562689 h 2767298"/>
              <a:gd name="connsiteX24726" fmla="*/ 2438488 w 4752801"/>
              <a:gd name="connsiteY24726" fmla="*/ 562689 h 2767298"/>
              <a:gd name="connsiteX24727" fmla="*/ 2445775 w 4752801"/>
              <a:gd name="connsiteY24727" fmla="*/ 562689 h 2767298"/>
              <a:gd name="connsiteX24728" fmla="*/ 2446990 w 4752801"/>
              <a:gd name="connsiteY24728" fmla="*/ 563094 h 2767298"/>
              <a:gd name="connsiteX24729" fmla="*/ 2450633 w 4752801"/>
              <a:gd name="connsiteY24729" fmla="*/ 569571 h 2767298"/>
              <a:gd name="connsiteX24730" fmla="*/ 2450633 w 4752801"/>
              <a:gd name="connsiteY24730" fmla="*/ 570785 h 2767298"/>
              <a:gd name="connsiteX24731" fmla="*/ 2446990 w 4752801"/>
              <a:gd name="connsiteY24731" fmla="*/ 577262 h 2767298"/>
              <a:gd name="connsiteX24732" fmla="*/ 2445775 w 4752801"/>
              <a:gd name="connsiteY24732" fmla="*/ 577667 h 2767298"/>
              <a:gd name="connsiteX24733" fmla="*/ 2438488 w 4752801"/>
              <a:gd name="connsiteY24733" fmla="*/ 577667 h 2767298"/>
              <a:gd name="connsiteX24734" fmla="*/ 2437274 w 4752801"/>
              <a:gd name="connsiteY24734" fmla="*/ 577262 h 2767298"/>
              <a:gd name="connsiteX24735" fmla="*/ 2433631 w 4752801"/>
              <a:gd name="connsiteY24735" fmla="*/ 570785 h 2767298"/>
              <a:gd name="connsiteX24736" fmla="*/ 2433631 w 4752801"/>
              <a:gd name="connsiteY24736" fmla="*/ 569571 h 2767298"/>
              <a:gd name="connsiteX24737" fmla="*/ 2437274 w 4752801"/>
              <a:gd name="connsiteY24737" fmla="*/ 563094 h 2767298"/>
              <a:gd name="connsiteX24738" fmla="*/ 2438488 w 4752801"/>
              <a:gd name="connsiteY24738" fmla="*/ 562689 h 2767298"/>
              <a:gd name="connsiteX24739" fmla="*/ 2316639 w 4752801"/>
              <a:gd name="connsiteY24739" fmla="*/ 562689 h 2767298"/>
              <a:gd name="connsiteX24740" fmla="*/ 2324735 w 4752801"/>
              <a:gd name="connsiteY24740" fmla="*/ 562689 h 2767298"/>
              <a:gd name="connsiteX24741" fmla="*/ 2325950 w 4752801"/>
              <a:gd name="connsiteY24741" fmla="*/ 563094 h 2767298"/>
              <a:gd name="connsiteX24742" fmla="*/ 2329998 w 4752801"/>
              <a:gd name="connsiteY24742" fmla="*/ 569976 h 2767298"/>
              <a:gd name="connsiteX24743" fmla="*/ 2329998 w 4752801"/>
              <a:gd name="connsiteY24743" fmla="*/ 571190 h 2767298"/>
              <a:gd name="connsiteX24744" fmla="*/ 2325950 w 4752801"/>
              <a:gd name="connsiteY24744" fmla="*/ 578072 h 2767298"/>
              <a:gd name="connsiteX24745" fmla="*/ 2324735 w 4752801"/>
              <a:gd name="connsiteY24745" fmla="*/ 578477 h 2767298"/>
              <a:gd name="connsiteX24746" fmla="*/ 2316639 w 4752801"/>
              <a:gd name="connsiteY24746" fmla="*/ 578477 h 2767298"/>
              <a:gd name="connsiteX24747" fmla="*/ 2315425 w 4752801"/>
              <a:gd name="connsiteY24747" fmla="*/ 578072 h 2767298"/>
              <a:gd name="connsiteX24748" fmla="*/ 2311377 w 4752801"/>
              <a:gd name="connsiteY24748" fmla="*/ 571190 h 2767298"/>
              <a:gd name="connsiteX24749" fmla="*/ 2311377 w 4752801"/>
              <a:gd name="connsiteY24749" fmla="*/ 569976 h 2767298"/>
              <a:gd name="connsiteX24750" fmla="*/ 2315425 w 4752801"/>
              <a:gd name="connsiteY24750" fmla="*/ 563094 h 2767298"/>
              <a:gd name="connsiteX24751" fmla="*/ 2316639 w 4752801"/>
              <a:gd name="connsiteY24751" fmla="*/ 562689 h 2767298"/>
              <a:gd name="connsiteX24752" fmla="*/ 2276158 w 4752801"/>
              <a:gd name="connsiteY24752" fmla="*/ 562689 h 2767298"/>
              <a:gd name="connsiteX24753" fmla="*/ 2284254 w 4752801"/>
              <a:gd name="connsiteY24753" fmla="*/ 562689 h 2767298"/>
              <a:gd name="connsiteX24754" fmla="*/ 2285469 w 4752801"/>
              <a:gd name="connsiteY24754" fmla="*/ 563094 h 2767298"/>
              <a:gd name="connsiteX24755" fmla="*/ 2289517 w 4752801"/>
              <a:gd name="connsiteY24755" fmla="*/ 569976 h 2767298"/>
              <a:gd name="connsiteX24756" fmla="*/ 2289517 w 4752801"/>
              <a:gd name="connsiteY24756" fmla="*/ 571190 h 2767298"/>
              <a:gd name="connsiteX24757" fmla="*/ 2285469 w 4752801"/>
              <a:gd name="connsiteY24757" fmla="*/ 578072 h 2767298"/>
              <a:gd name="connsiteX24758" fmla="*/ 2284254 w 4752801"/>
              <a:gd name="connsiteY24758" fmla="*/ 578477 h 2767298"/>
              <a:gd name="connsiteX24759" fmla="*/ 2276158 w 4752801"/>
              <a:gd name="connsiteY24759" fmla="*/ 578477 h 2767298"/>
              <a:gd name="connsiteX24760" fmla="*/ 2274944 w 4752801"/>
              <a:gd name="connsiteY24760" fmla="*/ 578072 h 2767298"/>
              <a:gd name="connsiteX24761" fmla="*/ 2270896 w 4752801"/>
              <a:gd name="connsiteY24761" fmla="*/ 571190 h 2767298"/>
              <a:gd name="connsiteX24762" fmla="*/ 2270896 w 4752801"/>
              <a:gd name="connsiteY24762" fmla="*/ 569976 h 2767298"/>
              <a:gd name="connsiteX24763" fmla="*/ 2274944 w 4752801"/>
              <a:gd name="connsiteY24763" fmla="*/ 563094 h 2767298"/>
              <a:gd name="connsiteX24764" fmla="*/ 2276158 w 4752801"/>
              <a:gd name="connsiteY24764" fmla="*/ 562689 h 2767298"/>
              <a:gd name="connsiteX24765" fmla="*/ 1992789 w 4752801"/>
              <a:gd name="connsiteY24765" fmla="*/ 562689 h 2767298"/>
              <a:gd name="connsiteX24766" fmla="*/ 2000885 w 4752801"/>
              <a:gd name="connsiteY24766" fmla="*/ 562689 h 2767298"/>
              <a:gd name="connsiteX24767" fmla="*/ 2002100 w 4752801"/>
              <a:gd name="connsiteY24767" fmla="*/ 563094 h 2767298"/>
              <a:gd name="connsiteX24768" fmla="*/ 2006148 w 4752801"/>
              <a:gd name="connsiteY24768" fmla="*/ 569976 h 2767298"/>
              <a:gd name="connsiteX24769" fmla="*/ 2006148 w 4752801"/>
              <a:gd name="connsiteY24769" fmla="*/ 571190 h 2767298"/>
              <a:gd name="connsiteX24770" fmla="*/ 2002100 w 4752801"/>
              <a:gd name="connsiteY24770" fmla="*/ 578072 h 2767298"/>
              <a:gd name="connsiteX24771" fmla="*/ 2000885 w 4752801"/>
              <a:gd name="connsiteY24771" fmla="*/ 578477 h 2767298"/>
              <a:gd name="connsiteX24772" fmla="*/ 1992789 w 4752801"/>
              <a:gd name="connsiteY24772" fmla="*/ 578477 h 2767298"/>
              <a:gd name="connsiteX24773" fmla="*/ 1991575 w 4752801"/>
              <a:gd name="connsiteY24773" fmla="*/ 578072 h 2767298"/>
              <a:gd name="connsiteX24774" fmla="*/ 1987527 w 4752801"/>
              <a:gd name="connsiteY24774" fmla="*/ 571190 h 2767298"/>
              <a:gd name="connsiteX24775" fmla="*/ 1987527 w 4752801"/>
              <a:gd name="connsiteY24775" fmla="*/ 569976 h 2767298"/>
              <a:gd name="connsiteX24776" fmla="*/ 1991575 w 4752801"/>
              <a:gd name="connsiteY24776" fmla="*/ 563094 h 2767298"/>
              <a:gd name="connsiteX24777" fmla="*/ 1992789 w 4752801"/>
              <a:gd name="connsiteY24777" fmla="*/ 562689 h 2767298"/>
              <a:gd name="connsiteX24778" fmla="*/ 1871346 w 4752801"/>
              <a:gd name="connsiteY24778" fmla="*/ 562689 h 2767298"/>
              <a:gd name="connsiteX24779" fmla="*/ 1879442 w 4752801"/>
              <a:gd name="connsiteY24779" fmla="*/ 562689 h 2767298"/>
              <a:gd name="connsiteX24780" fmla="*/ 1880657 w 4752801"/>
              <a:gd name="connsiteY24780" fmla="*/ 563094 h 2767298"/>
              <a:gd name="connsiteX24781" fmla="*/ 1884705 w 4752801"/>
              <a:gd name="connsiteY24781" fmla="*/ 569976 h 2767298"/>
              <a:gd name="connsiteX24782" fmla="*/ 1884705 w 4752801"/>
              <a:gd name="connsiteY24782" fmla="*/ 571190 h 2767298"/>
              <a:gd name="connsiteX24783" fmla="*/ 1880657 w 4752801"/>
              <a:gd name="connsiteY24783" fmla="*/ 578072 h 2767298"/>
              <a:gd name="connsiteX24784" fmla="*/ 1879442 w 4752801"/>
              <a:gd name="connsiteY24784" fmla="*/ 578477 h 2767298"/>
              <a:gd name="connsiteX24785" fmla="*/ 1871346 w 4752801"/>
              <a:gd name="connsiteY24785" fmla="*/ 578477 h 2767298"/>
              <a:gd name="connsiteX24786" fmla="*/ 1870132 w 4752801"/>
              <a:gd name="connsiteY24786" fmla="*/ 578072 h 2767298"/>
              <a:gd name="connsiteX24787" fmla="*/ 1866084 w 4752801"/>
              <a:gd name="connsiteY24787" fmla="*/ 571190 h 2767298"/>
              <a:gd name="connsiteX24788" fmla="*/ 1866084 w 4752801"/>
              <a:gd name="connsiteY24788" fmla="*/ 569976 h 2767298"/>
              <a:gd name="connsiteX24789" fmla="*/ 1870132 w 4752801"/>
              <a:gd name="connsiteY24789" fmla="*/ 563094 h 2767298"/>
              <a:gd name="connsiteX24790" fmla="*/ 1871346 w 4752801"/>
              <a:gd name="connsiteY24790" fmla="*/ 562689 h 2767298"/>
              <a:gd name="connsiteX24791" fmla="*/ 1709421 w 4752801"/>
              <a:gd name="connsiteY24791" fmla="*/ 562689 h 2767298"/>
              <a:gd name="connsiteX24792" fmla="*/ 1717517 w 4752801"/>
              <a:gd name="connsiteY24792" fmla="*/ 562689 h 2767298"/>
              <a:gd name="connsiteX24793" fmla="*/ 1718732 w 4752801"/>
              <a:gd name="connsiteY24793" fmla="*/ 563094 h 2767298"/>
              <a:gd name="connsiteX24794" fmla="*/ 1722780 w 4752801"/>
              <a:gd name="connsiteY24794" fmla="*/ 569976 h 2767298"/>
              <a:gd name="connsiteX24795" fmla="*/ 1722780 w 4752801"/>
              <a:gd name="connsiteY24795" fmla="*/ 571190 h 2767298"/>
              <a:gd name="connsiteX24796" fmla="*/ 1718732 w 4752801"/>
              <a:gd name="connsiteY24796" fmla="*/ 578072 h 2767298"/>
              <a:gd name="connsiteX24797" fmla="*/ 1717517 w 4752801"/>
              <a:gd name="connsiteY24797" fmla="*/ 578477 h 2767298"/>
              <a:gd name="connsiteX24798" fmla="*/ 1709421 w 4752801"/>
              <a:gd name="connsiteY24798" fmla="*/ 578477 h 2767298"/>
              <a:gd name="connsiteX24799" fmla="*/ 1708207 w 4752801"/>
              <a:gd name="connsiteY24799" fmla="*/ 578072 h 2767298"/>
              <a:gd name="connsiteX24800" fmla="*/ 1704159 w 4752801"/>
              <a:gd name="connsiteY24800" fmla="*/ 571190 h 2767298"/>
              <a:gd name="connsiteX24801" fmla="*/ 1704159 w 4752801"/>
              <a:gd name="connsiteY24801" fmla="*/ 569976 h 2767298"/>
              <a:gd name="connsiteX24802" fmla="*/ 1708207 w 4752801"/>
              <a:gd name="connsiteY24802" fmla="*/ 563094 h 2767298"/>
              <a:gd name="connsiteX24803" fmla="*/ 1709421 w 4752801"/>
              <a:gd name="connsiteY24803" fmla="*/ 562689 h 2767298"/>
              <a:gd name="connsiteX24804" fmla="*/ 1669344 w 4752801"/>
              <a:gd name="connsiteY24804" fmla="*/ 562689 h 2767298"/>
              <a:gd name="connsiteX24805" fmla="*/ 1676631 w 4752801"/>
              <a:gd name="connsiteY24805" fmla="*/ 562689 h 2767298"/>
              <a:gd name="connsiteX24806" fmla="*/ 1677846 w 4752801"/>
              <a:gd name="connsiteY24806" fmla="*/ 563094 h 2767298"/>
              <a:gd name="connsiteX24807" fmla="*/ 1681489 w 4752801"/>
              <a:gd name="connsiteY24807" fmla="*/ 569571 h 2767298"/>
              <a:gd name="connsiteX24808" fmla="*/ 1681489 w 4752801"/>
              <a:gd name="connsiteY24808" fmla="*/ 570785 h 2767298"/>
              <a:gd name="connsiteX24809" fmla="*/ 1677846 w 4752801"/>
              <a:gd name="connsiteY24809" fmla="*/ 577262 h 2767298"/>
              <a:gd name="connsiteX24810" fmla="*/ 1676631 w 4752801"/>
              <a:gd name="connsiteY24810" fmla="*/ 577667 h 2767298"/>
              <a:gd name="connsiteX24811" fmla="*/ 1669344 w 4752801"/>
              <a:gd name="connsiteY24811" fmla="*/ 577667 h 2767298"/>
              <a:gd name="connsiteX24812" fmla="*/ 1668130 w 4752801"/>
              <a:gd name="connsiteY24812" fmla="*/ 577262 h 2767298"/>
              <a:gd name="connsiteX24813" fmla="*/ 1664487 w 4752801"/>
              <a:gd name="connsiteY24813" fmla="*/ 570785 h 2767298"/>
              <a:gd name="connsiteX24814" fmla="*/ 1664487 w 4752801"/>
              <a:gd name="connsiteY24814" fmla="*/ 569571 h 2767298"/>
              <a:gd name="connsiteX24815" fmla="*/ 1668130 w 4752801"/>
              <a:gd name="connsiteY24815" fmla="*/ 563094 h 2767298"/>
              <a:gd name="connsiteX24816" fmla="*/ 1669344 w 4752801"/>
              <a:gd name="connsiteY24816" fmla="*/ 562689 h 2767298"/>
              <a:gd name="connsiteX24817" fmla="*/ 3247708 w 4752801"/>
              <a:gd name="connsiteY24817" fmla="*/ 562285 h 2767298"/>
              <a:gd name="connsiteX24818" fmla="*/ 3255805 w 4752801"/>
              <a:gd name="connsiteY24818" fmla="*/ 562285 h 2767298"/>
              <a:gd name="connsiteX24819" fmla="*/ 3257019 w 4752801"/>
              <a:gd name="connsiteY24819" fmla="*/ 563095 h 2767298"/>
              <a:gd name="connsiteX24820" fmla="*/ 3261067 w 4752801"/>
              <a:gd name="connsiteY24820" fmla="*/ 569976 h 2767298"/>
              <a:gd name="connsiteX24821" fmla="*/ 3261067 w 4752801"/>
              <a:gd name="connsiteY24821" fmla="*/ 571191 h 2767298"/>
              <a:gd name="connsiteX24822" fmla="*/ 3257019 w 4752801"/>
              <a:gd name="connsiteY24822" fmla="*/ 578073 h 2767298"/>
              <a:gd name="connsiteX24823" fmla="*/ 3255805 w 4752801"/>
              <a:gd name="connsiteY24823" fmla="*/ 578882 h 2767298"/>
              <a:gd name="connsiteX24824" fmla="*/ 3247708 w 4752801"/>
              <a:gd name="connsiteY24824" fmla="*/ 578882 h 2767298"/>
              <a:gd name="connsiteX24825" fmla="*/ 3246494 w 4752801"/>
              <a:gd name="connsiteY24825" fmla="*/ 578073 h 2767298"/>
              <a:gd name="connsiteX24826" fmla="*/ 3242446 w 4752801"/>
              <a:gd name="connsiteY24826" fmla="*/ 571191 h 2767298"/>
              <a:gd name="connsiteX24827" fmla="*/ 3242446 w 4752801"/>
              <a:gd name="connsiteY24827" fmla="*/ 569976 h 2767298"/>
              <a:gd name="connsiteX24828" fmla="*/ 3246494 w 4752801"/>
              <a:gd name="connsiteY24828" fmla="*/ 563095 h 2767298"/>
              <a:gd name="connsiteX24829" fmla="*/ 3247708 w 4752801"/>
              <a:gd name="connsiteY24829" fmla="*/ 562285 h 2767298"/>
              <a:gd name="connsiteX24830" fmla="*/ 3125860 w 4752801"/>
              <a:gd name="connsiteY24830" fmla="*/ 562285 h 2767298"/>
              <a:gd name="connsiteX24831" fmla="*/ 3134361 w 4752801"/>
              <a:gd name="connsiteY24831" fmla="*/ 562285 h 2767298"/>
              <a:gd name="connsiteX24832" fmla="*/ 3135575 w 4752801"/>
              <a:gd name="connsiteY24832" fmla="*/ 562690 h 2767298"/>
              <a:gd name="connsiteX24833" fmla="*/ 3140028 w 4752801"/>
              <a:gd name="connsiteY24833" fmla="*/ 569976 h 2767298"/>
              <a:gd name="connsiteX24834" fmla="*/ 3140028 w 4752801"/>
              <a:gd name="connsiteY24834" fmla="*/ 571191 h 2767298"/>
              <a:gd name="connsiteX24835" fmla="*/ 3135575 w 4752801"/>
              <a:gd name="connsiteY24835" fmla="*/ 578478 h 2767298"/>
              <a:gd name="connsiteX24836" fmla="*/ 3134361 w 4752801"/>
              <a:gd name="connsiteY24836" fmla="*/ 578882 h 2767298"/>
              <a:gd name="connsiteX24837" fmla="*/ 3125860 w 4752801"/>
              <a:gd name="connsiteY24837" fmla="*/ 578882 h 2767298"/>
              <a:gd name="connsiteX24838" fmla="*/ 3124645 w 4752801"/>
              <a:gd name="connsiteY24838" fmla="*/ 578478 h 2767298"/>
              <a:gd name="connsiteX24839" fmla="*/ 3120193 w 4752801"/>
              <a:gd name="connsiteY24839" fmla="*/ 571191 h 2767298"/>
              <a:gd name="connsiteX24840" fmla="*/ 3120193 w 4752801"/>
              <a:gd name="connsiteY24840" fmla="*/ 569976 h 2767298"/>
              <a:gd name="connsiteX24841" fmla="*/ 3124645 w 4752801"/>
              <a:gd name="connsiteY24841" fmla="*/ 562690 h 2767298"/>
              <a:gd name="connsiteX24842" fmla="*/ 3125860 w 4752801"/>
              <a:gd name="connsiteY24842" fmla="*/ 562285 h 2767298"/>
              <a:gd name="connsiteX24843" fmla="*/ 2397602 w 4752801"/>
              <a:gd name="connsiteY24843" fmla="*/ 562285 h 2767298"/>
              <a:gd name="connsiteX24844" fmla="*/ 2405698 w 4752801"/>
              <a:gd name="connsiteY24844" fmla="*/ 562285 h 2767298"/>
              <a:gd name="connsiteX24845" fmla="*/ 2406913 w 4752801"/>
              <a:gd name="connsiteY24845" fmla="*/ 563095 h 2767298"/>
              <a:gd name="connsiteX24846" fmla="*/ 2410961 w 4752801"/>
              <a:gd name="connsiteY24846" fmla="*/ 569976 h 2767298"/>
              <a:gd name="connsiteX24847" fmla="*/ 2410961 w 4752801"/>
              <a:gd name="connsiteY24847" fmla="*/ 571191 h 2767298"/>
              <a:gd name="connsiteX24848" fmla="*/ 2406913 w 4752801"/>
              <a:gd name="connsiteY24848" fmla="*/ 578073 h 2767298"/>
              <a:gd name="connsiteX24849" fmla="*/ 2405698 w 4752801"/>
              <a:gd name="connsiteY24849" fmla="*/ 578882 h 2767298"/>
              <a:gd name="connsiteX24850" fmla="*/ 2397602 w 4752801"/>
              <a:gd name="connsiteY24850" fmla="*/ 578882 h 2767298"/>
              <a:gd name="connsiteX24851" fmla="*/ 2396388 w 4752801"/>
              <a:gd name="connsiteY24851" fmla="*/ 578073 h 2767298"/>
              <a:gd name="connsiteX24852" fmla="*/ 2392340 w 4752801"/>
              <a:gd name="connsiteY24852" fmla="*/ 571191 h 2767298"/>
              <a:gd name="connsiteX24853" fmla="*/ 2392340 w 4752801"/>
              <a:gd name="connsiteY24853" fmla="*/ 569976 h 2767298"/>
              <a:gd name="connsiteX24854" fmla="*/ 2396388 w 4752801"/>
              <a:gd name="connsiteY24854" fmla="*/ 563095 h 2767298"/>
              <a:gd name="connsiteX24855" fmla="*/ 2397602 w 4752801"/>
              <a:gd name="connsiteY24855" fmla="*/ 562285 h 2767298"/>
              <a:gd name="connsiteX24856" fmla="*/ 2195196 w 4752801"/>
              <a:gd name="connsiteY24856" fmla="*/ 562285 h 2767298"/>
              <a:gd name="connsiteX24857" fmla="*/ 2202888 w 4752801"/>
              <a:gd name="connsiteY24857" fmla="*/ 562285 h 2767298"/>
              <a:gd name="connsiteX24858" fmla="*/ 2204102 w 4752801"/>
              <a:gd name="connsiteY24858" fmla="*/ 562690 h 2767298"/>
              <a:gd name="connsiteX24859" fmla="*/ 2208150 w 4752801"/>
              <a:gd name="connsiteY24859" fmla="*/ 569572 h 2767298"/>
              <a:gd name="connsiteX24860" fmla="*/ 2208150 w 4752801"/>
              <a:gd name="connsiteY24860" fmla="*/ 570786 h 2767298"/>
              <a:gd name="connsiteX24861" fmla="*/ 2204102 w 4752801"/>
              <a:gd name="connsiteY24861" fmla="*/ 577668 h 2767298"/>
              <a:gd name="connsiteX24862" fmla="*/ 2202888 w 4752801"/>
              <a:gd name="connsiteY24862" fmla="*/ 578073 h 2767298"/>
              <a:gd name="connsiteX24863" fmla="*/ 2195196 w 4752801"/>
              <a:gd name="connsiteY24863" fmla="*/ 578073 h 2767298"/>
              <a:gd name="connsiteX24864" fmla="*/ 2193982 w 4752801"/>
              <a:gd name="connsiteY24864" fmla="*/ 577668 h 2767298"/>
              <a:gd name="connsiteX24865" fmla="*/ 2189934 w 4752801"/>
              <a:gd name="connsiteY24865" fmla="*/ 570786 h 2767298"/>
              <a:gd name="connsiteX24866" fmla="*/ 2189934 w 4752801"/>
              <a:gd name="connsiteY24866" fmla="*/ 569572 h 2767298"/>
              <a:gd name="connsiteX24867" fmla="*/ 2193982 w 4752801"/>
              <a:gd name="connsiteY24867" fmla="*/ 562690 h 2767298"/>
              <a:gd name="connsiteX24868" fmla="*/ 2195196 w 4752801"/>
              <a:gd name="connsiteY24868" fmla="*/ 562285 h 2767298"/>
              <a:gd name="connsiteX24869" fmla="*/ 2154714 w 4752801"/>
              <a:gd name="connsiteY24869" fmla="*/ 562285 h 2767298"/>
              <a:gd name="connsiteX24870" fmla="*/ 2162810 w 4752801"/>
              <a:gd name="connsiteY24870" fmla="*/ 562285 h 2767298"/>
              <a:gd name="connsiteX24871" fmla="*/ 2164025 w 4752801"/>
              <a:gd name="connsiteY24871" fmla="*/ 563095 h 2767298"/>
              <a:gd name="connsiteX24872" fmla="*/ 2168073 w 4752801"/>
              <a:gd name="connsiteY24872" fmla="*/ 569976 h 2767298"/>
              <a:gd name="connsiteX24873" fmla="*/ 2168073 w 4752801"/>
              <a:gd name="connsiteY24873" fmla="*/ 571191 h 2767298"/>
              <a:gd name="connsiteX24874" fmla="*/ 2164025 w 4752801"/>
              <a:gd name="connsiteY24874" fmla="*/ 578073 h 2767298"/>
              <a:gd name="connsiteX24875" fmla="*/ 2162810 w 4752801"/>
              <a:gd name="connsiteY24875" fmla="*/ 578882 h 2767298"/>
              <a:gd name="connsiteX24876" fmla="*/ 2154714 w 4752801"/>
              <a:gd name="connsiteY24876" fmla="*/ 578882 h 2767298"/>
              <a:gd name="connsiteX24877" fmla="*/ 2153500 w 4752801"/>
              <a:gd name="connsiteY24877" fmla="*/ 578073 h 2767298"/>
              <a:gd name="connsiteX24878" fmla="*/ 2149452 w 4752801"/>
              <a:gd name="connsiteY24878" fmla="*/ 571191 h 2767298"/>
              <a:gd name="connsiteX24879" fmla="*/ 2149452 w 4752801"/>
              <a:gd name="connsiteY24879" fmla="*/ 569976 h 2767298"/>
              <a:gd name="connsiteX24880" fmla="*/ 2153500 w 4752801"/>
              <a:gd name="connsiteY24880" fmla="*/ 563095 h 2767298"/>
              <a:gd name="connsiteX24881" fmla="*/ 2154714 w 4752801"/>
              <a:gd name="connsiteY24881" fmla="*/ 562285 h 2767298"/>
              <a:gd name="connsiteX24882" fmla="*/ 2114233 w 4752801"/>
              <a:gd name="connsiteY24882" fmla="*/ 562285 h 2767298"/>
              <a:gd name="connsiteX24883" fmla="*/ 2121925 w 4752801"/>
              <a:gd name="connsiteY24883" fmla="*/ 562285 h 2767298"/>
              <a:gd name="connsiteX24884" fmla="*/ 2123139 w 4752801"/>
              <a:gd name="connsiteY24884" fmla="*/ 562690 h 2767298"/>
              <a:gd name="connsiteX24885" fmla="*/ 2127187 w 4752801"/>
              <a:gd name="connsiteY24885" fmla="*/ 569572 h 2767298"/>
              <a:gd name="connsiteX24886" fmla="*/ 2127187 w 4752801"/>
              <a:gd name="connsiteY24886" fmla="*/ 570786 h 2767298"/>
              <a:gd name="connsiteX24887" fmla="*/ 2123139 w 4752801"/>
              <a:gd name="connsiteY24887" fmla="*/ 577668 h 2767298"/>
              <a:gd name="connsiteX24888" fmla="*/ 2121925 w 4752801"/>
              <a:gd name="connsiteY24888" fmla="*/ 578073 h 2767298"/>
              <a:gd name="connsiteX24889" fmla="*/ 2114233 w 4752801"/>
              <a:gd name="connsiteY24889" fmla="*/ 578073 h 2767298"/>
              <a:gd name="connsiteX24890" fmla="*/ 2113019 w 4752801"/>
              <a:gd name="connsiteY24890" fmla="*/ 577668 h 2767298"/>
              <a:gd name="connsiteX24891" fmla="*/ 2108971 w 4752801"/>
              <a:gd name="connsiteY24891" fmla="*/ 570786 h 2767298"/>
              <a:gd name="connsiteX24892" fmla="*/ 2108971 w 4752801"/>
              <a:gd name="connsiteY24892" fmla="*/ 569572 h 2767298"/>
              <a:gd name="connsiteX24893" fmla="*/ 2113019 w 4752801"/>
              <a:gd name="connsiteY24893" fmla="*/ 562690 h 2767298"/>
              <a:gd name="connsiteX24894" fmla="*/ 2114233 w 4752801"/>
              <a:gd name="connsiteY24894" fmla="*/ 562285 h 2767298"/>
              <a:gd name="connsiteX24895" fmla="*/ 2073752 w 4752801"/>
              <a:gd name="connsiteY24895" fmla="*/ 562285 h 2767298"/>
              <a:gd name="connsiteX24896" fmla="*/ 2081444 w 4752801"/>
              <a:gd name="connsiteY24896" fmla="*/ 562285 h 2767298"/>
              <a:gd name="connsiteX24897" fmla="*/ 2082658 w 4752801"/>
              <a:gd name="connsiteY24897" fmla="*/ 562690 h 2767298"/>
              <a:gd name="connsiteX24898" fmla="*/ 2086706 w 4752801"/>
              <a:gd name="connsiteY24898" fmla="*/ 569572 h 2767298"/>
              <a:gd name="connsiteX24899" fmla="*/ 2086706 w 4752801"/>
              <a:gd name="connsiteY24899" fmla="*/ 570786 h 2767298"/>
              <a:gd name="connsiteX24900" fmla="*/ 2082658 w 4752801"/>
              <a:gd name="connsiteY24900" fmla="*/ 577668 h 2767298"/>
              <a:gd name="connsiteX24901" fmla="*/ 2081444 w 4752801"/>
              <a:gd name="connsiteY24901" fmla="*/ 578073 h 2767298"/>
              <a:gd name="connsiteX24902" fmla="*/ 2073752 w 4752801"/>
              <a:gd name="connsiteY24902" fmla="*/ 578073 h 2767298"/>
              <a:gd name="connsiteX24903" fmla="*/ 2072538 w 4752801"/>
              <a:gd name="connsiteY24903" fmla="*/ 577668 h 2767298"/>
              <a:gd name="connsiteX24904" fmla="*/ 2068490 w 4752801"/>
              <a:gd name="connsiteY24904" fmla="*/ 570786 h 2767298"/>
              <a:gd name="connsiteX24905" fmla="*/ 2068490 w 4752801"/>
              <a:gd name="connsiteY24905" fmla="*/ 569572 h 2767298"/>
              <a:gd name="connsiteX24906" fmla="*/ 2072538 w 4752801"/>
              <a:gd name="connsiteY24906" fmla="*/ 562690 h 2767298"/>
              <a:gd name="connsiteX24907" fmla="*/ 2073752 w 4752801"/>
              <a:gd name="connsiteY24907" fmla="*/ 562285 h 2767298"/>
              <a:gd name="connsiteX24908" fmla="*/ 2033271 w 4752801"/>
              <a:gd name="connsiteY24908" fmla="*/ 562285 h 2767298"/>
              <a:gd name="connsiteX24909" fmla="*/ 2040963 w 4752801"/>
              <a:gd name="connsiteY24909" fmla="*/ 562285 h 2767298"/>
              <a:gd name="connsiteX24910" fmla="*/ 2042177 w 4752801"/>
              <a:gd name="connsiteY24910" fmla="*/ 562690 h 2767298"/>
              <a:gd name="connsiteX24911" fmla="*/ 2046225 w 4752801"/>
              <a:gd name="connsiteY24911" fmla="*/ 569572 h 2767298"/>
              <a:gd name="connsiteX24912" fmla="*/ 2046225 w 4752801"/>
              <a:gd name="connsiteY24912" fmla="*/ 570786 h 2767298"/>
              <a:gd name="connsiteX24913" fmla="*/ 2042177 w 4752801"/>
              <a:gd name="connsiteY24913" fmla="*/ 577668 h 2767298"/>
              <a:gd name="connsiteX24914" fmla="*/ 2040963 w 4752801"/>
              <a:gd name="connsiteY24914" fmla="*/ 578073 h 2767298"/>
              <a:gd name="connsiteX24915" fmla="*/ 2033271 w 4752801"/>
              <a:gd name="connsiteY24915" fmla="*/ 578073 h 2767298"/>
              <a:gd name="connsiteX24916" fmla="*/ 2032057 w 4752801"/>
              <a:gd name="connsiteY24916" fmla="*/ 577668 h 2767298"/>
              <a:gd name="connsiteX24917" fmla="*/ 2028009 w 4752801"/>
              <a:gd name="connsiteY24917" fmla="*/ 570786 h 2767298"/>
              <a:gd name="connsiteX24918" fmla="*/ 2028009 w 4752801"/>
              <a:gd name="connsiteY24918" fmla="*/ 569572 h 2767298"/>
              <a:gd name="connsiteX24919" fmla="*/ 2032057 w 4752801"/>
              <a:gd name="connsiteY24919" fmla="*/ 562690 h 2767298"/>
              <a:gd name="connsiteX24920" fmla="*/ 2033271 w 4752801"/>
              <a:gd name="connsiteY24920" fmla="*/ 562285 h 2767298"/>
              <a:gd name="connsiteX24921" fmla="*/ 1911827 w 4752801"/>
              <a:gd name="connsiteY24921" fmla="*/ 562285 h 2767298"/>
              <a:gd name="connsiteX24922" fmla="*/ 1919923 w 4752801"/>
              <a:gd name="connsiteY24922" fmla="*/ 562285 h 2767298"/>
              <a:gd name="connsiteX24923" fmla="*/ 1921138 w 4752801"/>
              <a:gd name="connsiteY24923" fmla="*/ 562690 h 2767298"/>
              <a:gd name="connsiteX24924" fmla="*/ 1925186 w 4752801"/>
              <a:gd name="connsiteY24924" fmla="*/ 569976 h 2767298"/>
              <a:gd name="connsiteX24925" fmla="*/ 1925186 w 4752801"/>
              <a:gd name="connsiteY24925" fmla="*/ 571191 h 2767298"/>
              <a:gd name="connsiteX24926" fmla="*/ 1921138 w 4752801"/>
              <a:gd name="connsiteY24926" fmla="*/ 578478 h 2767298"/>
              <a:gd name="connsiteX24927" fmla="*/ 1920328 w 4752801"/>
              <a:gd name="connsiteY24927" fmla="*/ 578882 h 2767298"/>
              <a:gd name="connsiteX24928" fmla="*/ 1911827 w 4752801"/>
              <a:gd name="connsiteY24928" fmla="*/ 578882 h 2767298"/>
              <a:gd name="connsiteX24929" fmla="*/ 1910613 w 4752801"/>
              <a:gd name="connsiteY24929" fmla="*/ 578478 h 2767298"/>
              <a:gd name="connsiteX24930" fmla="*/ 1906565 w 4752801"/>
              <a:gd name="connsiteY24930" fmla="*/ 571191 h 2767298"/>
              <a:gd name="connsiteX24931" fmla="*/ 1906565 w 4752801"/>
              <a:gd name="connsiteY24931" fmla="*/ 569976 h 2767298"/>
              <a:gd name="connsiteX24932" fmla="*/ 1910613 w 4752801"/>
              <a:gd name="connsiteY24932" fmla="*/ 562690 h 2767298"/>
              <a:gd name="connsiteX24933" fmla="*/ 1911827 w 4752801"/>
              <a:gd name="connsiteY24933" fmla="*/ 562285 h 2767298"/>
              <a:gd name="connsiteX24934" fmla="*/ 3287785 w 4752801"/>
              <a:gd name="connsiteY24934" fmla="*/ 561880 h 2767298"/>
              <a:gd name="connsiteX24935" fmla="*/ 3296691 w 4752801"/>
              <a:gd name="connsiteY24935" fmla="*/ 561880 h 2767298"/>
              <a:gd name="connsiteX24936" fmla="*/ 3297905 w 4752801"/>
              <a:gd name="connsiteY24936" fmla="*/ 562285 h 2767298"/>
              <a:gd name="connsiteX24937" fmla="*/ 3302358 w 4752801"/>
              <a:gd name="connsiteY24937" fmla="*/ 569976 h 2767298"/>
              <a:gd name="connsiteX24938" fmla="*/ 3302358 w 4752801"/>
              <a:gd name="connsiteY24938" fmla="*/ 571191 h 2767298"/>
              <a:gd name="connsiteX24939" fmla="*/ 3297905 w 4752801"/>
              <a:gd name="connsiteY24939" fmla="*/ 578882 h 2767298"/>
              <a:gd name="connsiteX24940" fmla="*/ 3296691 w 4752801"/>
              <a:gd name="connsiteY24940" fmla="*/ 579287 h 2767298"/>
              <a:gd name="connsiteX24941" fmla="*/ 3287785 w 4752801"/>
              <a:gd name="connsiteY24941" fmla="*/ 579287 h 2767298"/>
              <a:gd name="connsiteX24942" fmla="*/ 3286570 w 4752801"/>
              <a:gd name="connsiteY24942" fmla="*/ 578882 h 2767298"/>
              <a:gd name="connsiteX24943" fmla="*/ 3282118 w 4752801"/>
              <a:gd name="connsiteY24943" fmla="*/ 571191 h 2767298"/>
              <a:gd name="connsiteX24944" fmla="*/ 3282118 w 4752801"/>
              <a:gd name="connsiteY24944" fmla="*/ 569976 h 2767298"/>
              <a:gd name="connsiteX24945" fmla="*/ 3286570 w 4752801"/>
              <a:gd name="connsiteY24945" fmla="*/ 562285 h 2767298"/>
              <a:gd name="connsiteX24946" fmla="*/ 3287785 w 4752801"/>
              <a:gd name="connsiteY24946" fmla="*/ 561880 h 2767298"/>
              <a:gd name="connsiteX24947" fmla="*/ 3206822 w 4752801"/>
              <a:gd name="connsiteY24947" fmla="*/ 561880 h 2767298"/>
              <a:gd name="connsiteX24948" fmla="*/ 3215323 w 4752801"/>
              <a:gd name="connsiteY24948" fmla="*/ 561880 h 2767298"/>
              <a:gd name="connsiteX24949" fmla="*/ 3216537 w 4752801"/>
              <a:gd name="connsiteY24949" fmla="*/ 562285 h 2767298"/>
              <a:gd name="connsiteX24950" fmla="*/ 3220586 w 4752801"/>
              <a:gd name="connsiteY24950" fmla="*/ 569571 h 2767298"/>
              <a:gd name="connsiteX24951" fmla="*/ 3220586 w 4752801"/>
              <a:gd name="connsiteY24951" fmla="*/ 570786 h 2767298"/>
              <a:gd name="connsiteX24952" fmla="*/ 3216537 w 4752801"/>
              <a:gd name="connsiteY24952" fmla="*/ 578073 h 2767298"/>
              <a:gd name="connsiteX24953" fmla="*/ 3215323 w 4752801"/>
              <a:gd name="connsiteY24953" fmla="*/ 578882 h 2767298"/>
              <a:gd name="connsiteX24954" fmla="*/ 3206822 w 4752801"/>
              <a:gd name="connsiteY24954" fmla="*/ 578882 h 2767298"/>
              <a:gd name="connsiteX24955" fmla="*/ 3205608 w 4752801"/>
              <a:gd name="connsiteY24955" fmla="*/ 578073 h 2767298"/>
              <a:gd name="connsiteX24956" fmla="*/ 3201560 w 4752801"/>
              <a:gd name="connsiteY24956" fmla="*/ 570786 h 2767298"/>
              <a:gd name="connsiteX24957" fmla="*/ 3201560 w 4752801"/>
              <a:gd name="connsiteY24957" fmla="*/ 569571 h 2767298"/>
              <a:gd name="connsiteX24958" fmla="*/ 3205608 w 4752801"/>
              <a:gd name="connsiteY24958" fmla="*/ 562285 h 2767298"/>
              <a:gd name="connsiteX24959" fmla="*/ 3206822 w 4752801"/>
              <a:gd name="connsiteY24959" fmla="*/ 561880 h 2767298"/>
              <a:gd name="connsiteX24960" fmla="*/ 3166341 w 4752801"/>
              <a:gd name="connsiteY24960" fmla="*/ 561880 h 2767298"/>
              <a:gd name="connsiteX24961" fmla="*/ 3174842 w 4752801"/>
              <a:gd name="connsiteY24961" fmla="*/ 561880 h 2767298"/>
              <a:gd name="connsiteX24962" fmla="*/ 3176056 w 4752801"/>
              <a:gd name="connsiteY24962" fmla="*/ 562285 h 2767298"/>
              <a:gd name="connsiteX24963" fmla="*/ 3180105 w 4752801"/>
              <a:gd name="connsiteY24963" fmla="*/ 569571 h 2767298"/>
              <a:gd name="connsiteX24964" fmla="*/ 3180105 w 4752801"/>
              <a:gd name="connsiteY24964" fmla="*/ 570786 h 2767298"/>
              <a:gd name="connsiteX24965" fmla="*/ 3176056 w 4752801"/>
              <a:gd name="connsiteY24965" fmla="*/ 578073 h 2767298"/>
              <a:gd name="connsiteX24966" fmla="*/ 3174842 w 4752801"/>
              <a:gd name="connsiteY24966" fmla="*/ 578477 h 2767298"/>
              <a:gd name="connsiteX24967" fmla="*/ 3166341 w 4752801"/>
              <a:gd name="connsiteY24967" fmla="*/ 578477 h 2767298"/>
              <a:gd name="connsiteX24968" fmla="*/ 3165127 w 4752801"/>
              <a:gd name="connsiteY24968" fmla="*/ 578073 h 2767298"/>
              <a:gd name="connsiteX24969" fmla="*/ 3161079 w 4752801"/>
              <a:gd name="connsiteY24969" fmla="*/ 570786 h 2767298"/>
              <a:gd name="connsiteX24970" fmla="*/ 3161079 w 4752801"/>
              <a:gd name="connsiteY24970" fmla="*/ 569571 h 2767298"/>
              <a:gd name="connsiteX24971" fmla="*/ 3165127 w 4752801"/>
              <a:gd name="connsiteY24971" fmla="*/ 562285 h 2767298"/>
              <a:gd name="connsiteX24972" fmla="*/ 3166341 w 4752801"/>
              <a:gd name="connsiteY24972" fmla="*/ 561880 h 2767298"/>
              <a:gd name="connsiteX24973" fmla="*/ 2357121 w 4752801"/>
              <a:gd name="connsiteY24973" fmla="*/ 561880 h 2767298"/>
              <a:gd name="connsiteX24974" fmla="*/ 2365217 w 4752801"/>
              <a:gd name="connsiteY24974" fmla="*/ 561880 h 2767298"/>
              <a:gd name="connsiteX24975" fmla="*/ 2366432 w 4752801"/>
              <a:gd name="connsiteY24975" fmla="*/ 562285 h 2767298"/>
              <a:gd name="connsiteX24976" fmla="*/ 2370480 w 4752801"/>
              <a:gd name="connsiteY24976" fmla="*/ 569571 h 2767298"/>
              <a:gd name="connsiteX24977" fmla="*/ 2370480 w 4752801"/>
              <a:gd name="connsiteY24977" fmla="*/ 570786 h 2767298"/>
              <a:gd name="connsiteX24978" fmla="*/ 2366432 w 4752801"/>
              <a:gd name="connsiteY24978" fmla="*/ 578073 h 2767298"/>
              <a:gd name="connsiteX24979" fmla="*/ 2365217 w 4752801"/>
              <a:gd name="connsiteY24979" fmla="*/ 578477 h 2767298"/>
              <a:gd name="connsiteX24980" fmla="*/ 2357121 w 4752801"/>
              <a:gd name="connsiteY24980" fmla="*/ 578477 h 2767298"/>
              <a:gd name="connsiteX24981" fmla="*/ 2355907 w 4752801"/>
              <a:gd name="connsiteY24981" fmla="*/ 578073 h 2767298"/>
              <a:gd name="connsiteX24982" fmla="*/ 2351859 w 4752801"/>
              <a:gd name="connsiteY24982" fmla="*/ 570786 h 2767298"/>
              <a:gd name="connsiteX24983" fmla="*/ 2351859 w 4752801"/>
              <a:gd name="connsiteY24983" fmla="*/ 569571 h 2767298"/>
              <a:gd name="connsiteX24984" fmla="*/ 2355907 w 4752801"/>
              <a:gd name="connsiteY24984" fmla="*/ 562285 h 2767298"/>
              <a:gd name="connsiteX24985" fmla="*/ 2357121 w 4752801"/>
              <a:gd name="connsiteY24985" fmla="*/ 561880 h 2767298"/>
              <a:gd name="connsiteX24986" fmla="*/ 2235677 w 4752801"/>
              <a:gd name="connsiteY24986" fmla="*/ 561880 h 2767298"/>
              <a:gd name="connsiteX24987" fmla="*/ 2243773 w 4752801"/>
              <a:gd name="connsiteY24987" fmla="*/ 561880 h 2767298"/>
              <a:gd name="connsiteX24988" fmla="*/ 2244988 w 4752801"/>
              <a:gd name="connsiteY24988" fmla="*/ 562285 h 2767298"/>
              <a:gd name="connsiteX24989" fmla="*/ 2249036 w 4752801"/>
              <a:gd name="connsiteY24989" fmla="*/ 569571 h 2767298"/>
              <a:gd name="connsiteX24990" fmla="*/ 2249036 w 4752801"/>
              <a:gd name="connsiteY24990" fmla="*/ 570786 h 2767298"/>
              <a:gd name="connsiteX24991" fmla="*/ 2244988 w 4752801"/>
              <a:gd name="connsiteY24991" fmla="*/ 578073 h 2767298"/>
              <a:gd name="connsiteX24992" fmla="*/ 2243773 w 4752801"/>
              <a:gd name="connsiteY24992" fmla="*/ 578477 h 2767298"/>
              <a:gd name="connsiteX24993" fmla="*/ 2235677 w 4752801"/>
              <a:gd name="connsiteY24993" fmla="*/ 578477 h 2767298"/>
              <a:gd name="connsiteX24994" fmla="*/ 2234463 w 4752801"/>
              <a:gd name="connsiteY24994" fmla="*/ 578073 h 2767298"/>
              <a:gd name="connsiteX24995" fmla="*/ 2230415 w 4752801"/>
              <a:gd name="connsiteY24995" fmla="*/ 570786 h 2767298"/>
              <a:gd name="connsiteX24996" fmla="*/ 2230415 w 4752801"/>
              <a:gd name="connsiteY24996" fmla="*/ 569571 h 2767298"/>
              <a:gd name="connsiteX24997" fmla="*/ 2234463 w 4752801"/>
              <a:gd name="connsiteY24997" fmla="*/ 562285 h 2767298"/>
              <a:gd name="connsiteX24998" fmla="*/ 2235677 w 4752801"/>
              <a:gd name="connsiteY24998" fmla="*/ 561880 h 2767298"/>
              <a:gd name="connsiteX24999" fmla="*/ 1830864 w 4752801"/>
              <a:gd name="connsiteY24999" fmla="*/ 561880 h 2767298"/>
              <a:gd name="connsiteX25000" fmla="*/ 1838960 w 4752801"/>
              <a:gd name="connsiteY25000" fmla="*/ 561880 h 2767298"/>
              <a:gd name="connsiteX25001" fmla="*/ 1840175 w 4752801"/>
              <a:gd name="connsiteY25001" fmla="*/ 562285 h 2767298"/>
              <a:gd name="connsiteX25002" fmla="*/ 1844223 w 4752801"/>
              <a:gd name="connsiteY25002" fmla="*/ 569571 h 2767298"/>
              <a:gd name="connsiteX25003" fmla="*/ 1844223 w 4752801"/>
              <a:gd name="connsiteY25003" fmla="*/ 570786 h 2767298"/>
              <a:gd name="connsiteX25004" fmla="*/ 1840175 w 4752801"/>
              <a:gd name="connsiteY25004" fmla="*/ 578073 h 2767298"/>
              <a:gd name="connsiteX25005" fmla="*/ 1839365 w 4752801"/>
              <a:gd name="connsiteY25005" fmla="*/ 578477 h 2767298"/>
              <a:gd name="connsiteX25006" fmla="*/ 1830864 w 4752801"/>
              <a:gd name="connsiteY25006" fmla="*/ 578477 h 2767298"/>
              <a:gd name="connsiteX25007" fmla="*/ 1829650 w 4752801"/>
              <a:gd name="connsiteY25007" fmla="*/ 578073 h 2767298"/>
              <a:gd name="connsiteX25008" fmla="*/ 1825602 w 4752801"/>
              <a:gd name="connsiteY25008" fmla="*/ 570786 h 2767298"/>
              <a:gd name="connsiteX25009" fmla="*/ 1825602 w 4752801"/>
              <a:gd name="connsiteY25009" fmla="*/ 569571 h 2767298"/>
              <a:gd name="connsiteX25010" fmla="*/ 1829650 w 4752801"/>
              <a:gd name="connsiteY25010" fmla="*/ 562285 h 2767298"/>
              <a:gd name="connsiteX25011" fmla="*/ 1830864 w 4752801"/>
              <a:gd name="connsiteY25011" fmla="*/ 561880 h 2767298"/>
              <a:gd name="connsiteX25012" fmla="*/ 1790383 w 4752801"/>
              <a:gd name="connsiteY25012" fmla="*/ 561880 h 2767298"/>
              <a:gd name="connsiteX25013" fmla="*/ 1798479 w 4752801"/>
              <a:gd name="connsiteY25013" fmla="*/ 561880 h 2767298"/>
              <a:gd name="connsiteX25014" fmla="*/ 1799694 w 4752801"/>
              <a:gd name="connsiteY25014" fmla="*/ 562285 h 2767298"/>
              <a:gd name="connsiteX25015" fmla="*/ 1803742 w 4752801"/>
              <a:gd name="connsiteY25015" fmla="*/ 569571 h 2767298"/>
              <a:gd name="connsiteX25016" fmla="*/ 1803742 w 4752801"/>
              <a:gd name="connsiteY25016" fmla="*/ 570786 h 2767298"/>
              <a:gd name="connsiteX25017" fmla="*/ 1799694 w 4752801"/>
              <a:gd name="connsiteY25017" fmla="*/ 578073 h 2767298"/>
              <a:gd name="connsiteX25018" fmla="*/ 1798884 w 4752801"/>
              <a:gd name="connsiteY25018" fmla="*/ 578477 h 2767298"/>
              <a:gd name="connsiteX25019" fmla="*/ 1790383 w 4752801"/>
              <a:gd name="connsiteY25019" fmla="*/ 578477 h 2767298"/>
              <a:gd name="connsiteX25020" fmla="*/ 1789169 w 4752801"/>
              <a:gd name="connsiteY25020" fmla="*/ 578073 h 2767298"/>
              <a:gd name="connsiteX25021" fmla="*/ 1785121 w 4752801"/>
              <a:gd name="connsiteY25021" fmla="*/ 570786 h 2767298"/>
              <a:gd name="connsiteX25022" fmla="*/ 1785121 w 4752801"/>
              <a:gd name="connsiteY25022" fmla="*/ 569571 h 2767298"/>
              <a:gd name="connsiteX25023" fmla="*/ 1789169 w 4752801"/>
              <a:gd name="connsiteY25023" fmla="*/ 562285 h 2767298"/>
              <a:gd name="connsiteX25024" fmla="*/ 1790383 w 4752801"/>
              <a:gd name="connsiteY25024" fmla="*/ 561880 h 2767298"/>
              <a:gd name="connsiteX25025" fmla="*/ 1749902 w 4752801"/>
              <a:gd name="connsiteY25025" fmla="*/ 561880 h 2767298"/>
              <a:gd name="connsiteX25026" fmla="*/ 1757998 w 4752801"/>
              <a:gd name="connsiteY25026" fmla="*/ 561880 h 2767298"/>
              <a:gd name="connsiteX25027" fmla="*/ 1759213 w 4752801"/>
              <a:gd name="connsiteY25027" fmla="*/ 562285 h 2767298"/>
              <a:gd name="connsiteX25028" fmla="*/ 1763261 w 4752801"/>
              <a:gd name="connsiteY25028" fmla="*/ 569571 h 2767298"/>
              <a:gd name="connsiteX25029" fmla="*/ 1763261 w 4752801"/>
              <a:gd name="connsiteY25029" fmla="*/ 570786 h 2767298"/>
              <a:gd name="connsiteX25030" fmla="*/ 1759213 w 4752801"/>
              <a:gd name="connsiteY25030" fmla="*/ 578073 h 2767298"/>
              <a:gd name="connsiteX25031" fmla="*/ 1757998 w 4752801"/>
              <a:gd name="connsiteY25031" fmla="*/ 578477 h 2767298"/>
              <a:gd name="connsiteX25032" fmla="*/ 1749902 w 4752801"/>
              <a:gd name="connsiteY25032" fmla="*/ 578477 h 2767298"/>
              <a:gd name="connsiteX25033" fmla="*/ 1748688 w 4752801"/>
              <a:gd name="connsiteY25033" fmla="*/ 578073 h 2767298"/>
              <a:gd name="connsiteX25034" fmla="*/ 1744640 w 4752801"/>
              <a:gd name="connsiteY25034" fmla="*/ 570786 h 2767298"/>
              <a:gd name="connsiteX25035" fmla="*/ 1744640 w 4752801"/>
              <a:gd name="connsiteY25035" fmla="*/ 569571 h 2767298"/>
              <a:gd name="connsiteX25036" fmla="*/ 1748688 w 4752801"/>
              <a:gd name="connsiteY25036" fmla="*/ 562285 h 2767298"/>
              <a:gd name="connsiteX25037" fmla="*/ 1749902 w 4752801"/>
              <a:gd name="connsiteY25037" fmla="*/ 561880 h 2767298"/>
              <a:gd name="connsiteX25038" fmla="*/ 3570749 w 4752801"/>
              <a:gd name="connsiteY25038" fmla="*/ 561475 h 2767298"/>
              <a:gd name="connsiteX25039" fmla="*/ 3580060 w 4752801"/>
              <a:gd name="connsiteY25039" fmla="*/ 561475 h 2767298"/>
              <a:gd name="connsiteX25040" fmla="*/ 3581274 w 4752801"/>
              <a:gd name="connsiteY25040" fmla="*/ 561880 h 2767298"/>
              <a:gd name="connsiteX25041" fmla="*/ 3586132 w 4752801"/>
              <a:gd name="connsiteY25041" fmla="*/ 569976 h 2767298"/>
              <a:gd name="connsiteX25042" fmla="*/ 3586132 w 4752801"/>
              <a:gd name="connsiteY25042" fmla="*/ 571190 h 2767298"/>
              <a:gd name="connsiteX25043" fmla="*/ 3581274 w 4752801"/>
              <a:gd name="connsiteY25043" fmla="*/ 579287 h 2767298"/>
              <a:gd name="connsiteX25044" fmla="*/ 3580060 w 4752801"/>
              <a:gd name="connsiteY25044" fmla="*/ 579692 h 2767298"/>
              <a:gd name="connsiteX25045" fmla="*/ 3570749 w 4752801"/>
              <a:gd name="connsiteY25045" fmla="*/ 579692 h 2767298"/>
              <a:gd name="connsiteX25046" fmla="*/ 3569535 w 4752801"/>
              <a:gd name="connsiteY25046" fmla="*/ 579287 h 2767298"/>
              <a:gd name="connsiteX25047" fmla="*/ 3564677 w 4752801"/>
              <a:gd name="connsiteY25047" fmla="*/ 571190 h 2767298"/>
              <a:gd name="connsiteX25048" fmla="*/ 3564677 w 4752801"/>
              <a:gd name="connsiteY25048" fmla="*/ 569976 h 2767298"/>
              <a:gd name="connsiteX25049" fmla="*/ 3569535 w 4752801"/>
              <a:gd name="connsiteY25049" fmla="*/ 561880 h 2767298"/>
              <a:gd name="connsiteX25050" fmla="*/ 3570749 w 4752801"/>
              <a:gd name="connsiteY25050" fmla="*/ 561475 h 2767298"/>
              <a:gd name="connsiteX25051" fmla="*/ 3085379 w 4752801"/>
              <a:gd name="connsiteY25051" fmla="*/ 561475 h 2767298"/>
              <a:gd name="connsiteX25052" fmla="*/ 3094285 w 4752801"/>
              <a:gd name="connsiteY25052" fmla="*/ 561475 h 2767298"/>
              <a:gd name="connsiteX25053" fmla="*/ 3095499 w 4752801"/>
              <a:gd name="connsiteY25053" fmla="*/ 561880 h 2767298"/>
              <a:gd name="connsiteX25054" fmla="*/ 3099952 w 4752801"/>
              <a:gd name="connsiteY25054" fmla="*/ 569571 h 2767298"/>
              <a:gd name="connsiteX25055" fmla="*/ 3099952 w 4752801"/>
              <a:gd name="connsiteY25055" fmla="*/ 570786 h 2767298"/>
              <a:gd name="connsiteX25056" fmla="*/ 3095499 w 4752801"/>
              <a:gd name="connsiteY25056" fmla="*/ 578477 h 2767298"/>
              <a:gd name="connsiteX25057" fmla="*/ 3094285 w 4752801"/>
              <a:gd name="connsiteY25057" fmla="*/ 578882 h 2767298"/>
              <a:gd name="connsiteX25058" fmla="*/ 3085379 w 4752801"/>
              <a:gd name="connsiteY25058" fmla="*/ 578882 h 2767298"/>
              <a:gd name="connsiteX25059" fmla="*/ 3084164 w 4752801"/>
              <a:gd name="connsiteY25059" fmla="*/ 578477 h 2767298"/>
              <a:gd name="connsiteX25060" fmla="*/ 3079712 w 4752801"/>
              <a:gd name="connsiteY25060" fmla="*/ 570786 h 2767298"/>
              <a:gd name="connsiteX25061" fmla="*/ 3079712 w 4752801"/>
              <a:gd name="connsiteY25061" fmla="*/ 569571 h 2767298"/>
              <a:gd name="connsiteX25062" fmla="*/ 3084164 w 4752801"/>
              <a:gd name="connsiteY25062" fmla="*/ 561880 h 2767298"/>
              <a:gd name="connsiteX25063" fmla="*/ 3085379 w 4752801"/>
              <a:gd name="connsiteY25063" fmla="*/ 561475 h 2767298"/>
              <a:gd name="connsiteX25064" fmla="*/ 2680161 w 4752801"/>
              <a:gd name="connsiteY25064" fmla="*/ 561475 h 2767298"/>
              <a:gd name="connsiteX25065" fmla="*/ 2689472 w 4752801"/>
              <a:gd name="connsiteY25065" fmla="*/ 561475 h 2767298"/>
              <a:gd name="connsiteX25066" fmla="*/ 2690686 w 4752801"/>
              <a:gd name="connsiteY25066" fmla="*/ 561880 h 2767298"/>
              <a:gd name="connsiteX25067" fmla="*/ 2695544 w 4752801"/>
              <a:gd name="connsiteY25067" fmla="*/ 569976 h 2767298"/>
              <a:gd name="connsiteX25068" fmla="*/ 2695544 w 4752801"/>
              <a:gd name="connsiteY25068" fmla="*/ 571190 h 2767298"/>
              <a:gd name="connsiteX25069" fmla="*/ 2690686 w 4752801"/>
              <a:gd name="connsiteY25069" fmla="*/ 579287 h 2767298"/>
              <a:gd name="connsiteX25070" fmla="*/ 2689472 w 4752801"/>
              <a:gd name="connsiteY25070" fmla="*/ 579692 h 2767298"/>
              <a:gd name="connsiteX25071" fmla="*/ 2680161 w 4752801"/>
              <a:gd name="connsiteY25071" fmla="*/ 579692 h 2767298"/>
              <a:gd name="connsiteX25072" fmla="*/ 2678947 w 4752801"/>
              <a:gd name="connsiteY25072" fmla="*/ 579287 h 2767298"/>
              <a:gd name="connsiteX25073" fmla="*/ 2674089 w 4752801"/>
              <a:gd name="connsiteY25073" fmla="*/ 571190 h 2767298"/>
              <a:gd name="connsiteX25074" fmla="*/ 2674089 w 4752801"/>
              <a:gd name="connsiteY25074" fmla="*/ 569976 h 2767298"/>
              <a:gd name="connsiteX25075" fmla="*/ 2678947 w 4752801"/>
              <a:gd name="connsiteY25075" fmla="*/ 561880 h 2767298"/>
              <a:gd name="connsiteX25076" fmla="*/ 2680161 w 4752801"/>
              <a:gd name="connsiteY25076" fmla="*/ 561475 h 2767298"/>
              <a:gd name="connsiteX25077" fmla="*/ 1952308 w 4752801"/>
              <a:gd name="connsiteY25077" fmla="*/ 561475 h 2767298"/>
              <a:gd name="connsiteX25078" fmla="*/ 1960404 w 4752801"/>
              <a:gd name="connsiteY25078" fmla="*/ 561475 h 2767298"/>
              <a:gd name="connsiteX25079" fmla="*/ 1961619 w 4752801"/>
              <a:gd name="connsiteY25079" fmla="*/ 562285 h 2767298"/>
              <a:gd name="connsiteX25080" fmla="*/ 1965667 w 4752801"/>
              <a:gd name="connsiteY25080" fmla="*/ 569571 h 2767298"/>
              <a:gd name="connsiteX25081" fmla="*/ 1965667 w 4752801"/>
              <a:gd name="connsiteY25081" fmla="*/ 570786 h 2767298"/>
              <a:gd name="connsiteX25082" fmla="*/ 1961619 w 4752801"/>
              <a:gd name="connsiteY25082" fmla="*/ 578072 h 2767298"/>
              <a:gd name="connsiteX25083" fmla="*/ 1960404 w 4752801"/>
              <a:gd name="connsiteY25083" fmla="*/ 578477 h 2767298"/>
              <a:gd name="connsiteX25084" fmla="*/ 1952308 w 4752801"/>
              <a:gd name="connsiteY25084" fmla="*/ 578477 h 2767298"/>
              <a:gd name="connsiteX25085" fmla="*/ 1951094 w 4752801"/>
              <a:gd name="connsiteY25085" fmla="*/ 578072 h 2767298"/>
              <a:gd name="connsiteX25086" fmla="*/ 1947046 w 4752801"/>
              <a:gd name="connsiteY25086" fmla="*/ 570786 h 2767298"/>
              <a:gd name="connsiteX25087" fmla="*/ 1947046 w 4752801"/>
              <a:gd name="connsiteY25087" fmla="*/ 569571 h 2767298"/>
              <a:gd name="connsiteX25088" fmla="*/ 1951094 w 4752801"/>
              <a:gd name="connsiteY25088" fmla="*/ 562285 h 2767298"/>
              <a:gd name="connsiteX25089" fmla="*/ 1952308 w 4752801"/>
              <a:gd name="connsiteY25089" fmla="*/ 561475 h 2767298"/>
              <a:gd name="connsiteX25090" fmla="*/ 3529863 w 4752801"/>
              <a:gd name="connsiteY25090" fmla="*/ 561070 h 2767298"/>
              <a:gd name="connsiteX25091" fmla="*/ 3539983 w 4752801"/>
              <a:gd name="connsiteY25091" fmla="*/ 561070 h 2767298"/>
              <a:gd name="connsiteX25092" fmla="*/ 3541198 w 4752801"/>
              <a:gd name="connsiteY25092" fmla="*/ 561475 h 2767298"/>
              <a:gd name="connsiteX25093" fmla="*/ 3546055 w 4752801"/>
              <a:gd name="connsiteY25093" fmla="*/ 569976 h 2767298"/>
              <a:gd name="connsiteX25094" fmla="*/ 3546055 w 4752801"/>
              <a:gd name="connsiteY25094" fmla="*/ 571190 h 2767298"/>
              <a:gd name="connsiteX25095" fmla="*/ 3541198 w 4752801"/>
              <a:gd name="connsiteY25095" fmla="*/ 579691 h 2767298"/>
              <a:gd name="connsiteX25096" fmla="*/ 3539983 w 4752801"/>
              <a:gd name="connsiteY25096" fmla="*/ 580096 h 2767298"/>
              <a:gd name="connsiteX25097" fmla="*/ 3529863 w 4752801"/>
              <a:gd name="connsiteY25097" fmla="*/ 580096 h 2767298"/>
              <a:gd name="connsiteX25098" fmla="*/ 3528649 w 4752801"/>
              <a:gd name="connsiteY25098" fmla="*/ 579691 h 2767298"/>
              <a:gd name="connsiteX25099" fmla="*/ 3523791 w 4752801"/>
              <a:gd name="connsiteY25099" fmla="*/ 571190 h 2767298"/>
              <a:gd name="connsiteX25100" fmla="*/ 3523791 w 4752801"/>
              <a:gd name="connsiteY25100" fmla="*/ 569976 h 2767298"/>
              <a:gd name="connsiteX25101" fmla="*/ 3528649 w 4752801"/>
              <a:gd name="connsiteY25101" fmla="*/ 561475 h 2767298"/>
              <a:gd name="connsiteX25102" fmla="*/ 3529863 w 4752801"/>
              <a:gd name="connsiteY25102" fmla="*/ 561070 h 2767298"/>
              <a:gd name="connsiteX25103" fmla="*/ 3327456 w 4752801"/>
              <a:gd name="connsiteY25103" fmla="*/ 559856 h 2767298"/>
              <a:gd name="connsiteX25104" fmla="*/ 3337981 w 4752801"/>
              <a:gd name="connsiteY25104" fmla="*/ 559856 h 2767298"/>
              <a:gd name="connsiteX25105" fmla="*/ 3339196 w 4752801"/>
              <a:gd name="connsiteY25105" fmla="*/ 560261 h 2767298"/>
              <a:gd name="connsiteX25106" fmla="*/ 3344459 w 4752801"/>
              <a:gd name="connsiteY25106" fmla="*/ 569571 h 2767298"/>
              <a:gd name="connsiteX25107" fmla="*/ 3344459 w 4752801"/>
              <a:gd name="connsiteY25107" fmla="*/ 570786 h 2767298"/>
              <a:gd name="connsiteX25108" fmla="*/ 3339196 w 4752801"/>
              <a:gd name="connsiteY25108" fmla="*/ 580097 h 2767298"/>
              <a:gd name="connsiteX25109" fmla="*/ 3337981 w 4752801"/>
              <a:gd name="connsiteY25109" fmla="*/ 580501 h 2767298"/>
              <a:gd name="connsiteX25110" fmla="*/ 3327456 w 4752801"/>
              <a:gd name="connsiteY25110" fmla="*/ 580501 h 2767298"/>
              <a:gd name="connsiteX25111" fmla="*/ 3326242 w 4752801"/>
              <a:gd name="connsiteY25111" fmla="*/ 580097 h 2767298"/>
              <a:gd name="connsiteX25112" fmla="*/ 3320980 w 4752801"/>
              <a:gd name="connsiteY25112" fmla="*/ 570786 h 2767298"/>
              <a:gd name="connsiteX25113" fmla="*/ 3320980 w 4752801"/>
              <a:gd name="connsiteY25113" fmla="*/ 569571 h 2767298"/>
              <a:gd name="connsiteX25114" fmla="*/ 3326242 w 4752801"/>
              <a:gd name="connsiteY25114" fmla="*/ 560261 h 2767298"/>
              <a:gd name="connsiteX25115" fmla="*/ 3327456 w 4752801"/>
              <a:gd name="connsiteY25115" fmla="*/ 559856 h 2767298"/>
              <a:gd name="connsiteX25116" fmla="*/ 1020025 w 4752801"/>
              <a:gd name="connsiteY25116" fmla="*/ 559856 h 2767298"/>
              <a:gd name="connsiteX25117" fmla="*/ 1030145 w 4752801"/>
              <a:gd name="connsiteY25117" fmla="*/ 559856 h 2767298"/>
              <a:gd name="connsiteX25118" fmla="*/ 1031359 w 4752801"/>
              <a:gd name="connsiteY25118" fmla="*/ 560666 h 2767298"/>
              <a:gd name="connsiteX25119" fmla="*/ 1036622 w 4752801"/>
              <a:gd name="connsiteY25119" fmla="*/ 569571 h 2767298"/>
              <a:gd name="connsiteX25120" fmla="*/ 1036622 w 4752801"/>
              <a:gd name="connsiteY25120" fmla="*/ 570786 h 2767298"/>
              <a:gd name="connsiteX25121" fmla="*/ 1031359 w 4752801"/>
              <a:gd name="connsiteY25121" fmla="*/ 579692 h 2767298"/>
              <a:gd name="connsiteX25122" fmla="*/ 1030145 w 4752801"/>
              <a:gd name="connsiteY25122" fmla="*/ 580501 h 2767298"/>
              <a:gd name="connsiteX25123" fmla="*/ 1020025 w 4752801"/>
              <a:gd name="connsiteY25123" fmla="*/ 580501 h 2767298"/>
              <a:gd name="connsiteX25124" fmla="*/ 1018810 w 4752801"/>
              <a:gd name="connsiteY25124" fmla="*/ 579692 h 2767298"/>
              <a:gd name="connsiteX25125" fmla="*/ 1013548 w 4752801"/>
              <a:gd name="connsiteY25125" fmla="*/ 570786 h 2767298"/>
              <a:gd name="connsiteX25126" fmla="*/ 1013548 w 4752801"/>
              <a:gd name="connsiteY25126" fmla="*/ 569571 h 2767298"/>
              <a:gd name="connsiteX25127" fmla="*/ 1018810 w 4752801"/>
              <a:gd name="connsiteY25127" fmla="*/ 560666 h 2767298"/>
              <a:gd name="connsiteX25128" fmla="*/ 1020025 w 4752801"/>
              <a:gd name="connsiteY25128" fmla="*/ 559856 h 2767298"/>
              <a:gd name="connsiteX25129" fmla="*/ 1302584 w 4752801"/>
              <a:gd name="connsiteY25129" fmla="*/ 559451 h 2767298"/>
              <a:gd name="connsiteX25130" fmla="*/ 1314324 w 4752801"/>
              <a:gd name="connsiteY25130" fmla="*/ 559451 h 2767298"/>
              <a:gd name="connsiteX25131" fmla="*/ 1315538 w 4752801"/>
              <a:gd name="connsiteY25131" fmla="*/ 559856 h 2767298"/>
              <a:gd name="connsiteX25132" fmla="*/ 1321611 w 4752801"/>
              <a:gd name="connsiteY25132" fmla="*/ 569976 h 2767298"/>
              <a:gd name="connsiteX25133" fmla="*/ 1321611 w 4752801"/>
              <a:gd name="connsiteY25133" fmla="*/ 571191 h 2767298"/>
              <a:gd name="connsiteX25134" fmla="*/ 1315538 w 4752801"/>
              <a:gd name="connsiteY25134" fmla="*/ 581311 h 2767298"/>
              <a:gd name="connsiteX25135" fmla="*/ 1314324 w 4752801"/>
              <a:gd name="connsiteY25135" fmla="*/ 581716 h 2767298"/>
              <a:gd name="connsiteX25136" fmla="*/ 1302584 w 4752801"/>
              <a:gd name="connsiteY25136" fmla="*/ 581716 h 2767298"/>
              <a:gd name="connsiteX25137" fmla="*/ 1301370 w 4752801"/>
              <a:gd name="connsiteY25137" fmla="*/ 581311 h 2767298"/>
              <a:gd name="connsiteX25138" fmla="*/ 1295298 w 4752801"/>
              <a:gd name="connsiteY25138" fmla="*/ 571191 h 2767298"/>
              <a:gd name="connsiteX25139" fmla="*/ 1295298 w 4752801"/>
              <a:gd name="connsiteY25139" fmla="*/ 569976 h 2767298"/>
              <a:gd name="connsiteX25140" fmla="*/ 1301370 w 4752801"/>
              <a:gd name="connsiteY25140" fmla="*/ 559856 h 2767298"/>
              <a:gd name="connsiteX25141" fmla="*/ 1302584 w 4752801"/>
              <a:gd name="connsiteY25141" fmla="*/ 559451 h 2767298"/>
              <a:gd name="connsiteX25142" fmla="*/ 3488572 w 4752801"/>
              <a:gd name="connsiteY25142" fmla="*/ 559046 h 2767298"/>
              <a:gd name="connsiteX25143" fmla="*/ 3500311 w 4752801"/>
              <a:gd name="connsiteY25143" fmla="*/ 559046 h 2767298"/>
              <a:gd name="connsiteX25144" fmla="*/ 3501525 w 4752801"/>
              <a:gd name="connsiteY25144" fmla="*/ 559451 h 2767298"/>
              <a:gd name="connsiteX25145" fmla="*/ 3507193 w 4752801"/>
              <a:gd name="connsiteY25145" fmla="*/ 569571 h 2767298"/>
              <a:gd name="connsiteX25146" fmla="*/ 3507193 w 4752801"/>
              <a:gd name="connsiteY25146" fmla="*/ 570786 h 2767298"/>
              <a:gd name="connsiteX25147" fmla="*/ 3501525 w 4752801"/>
              <a:gd name="connsiteY25147" fmla="*/ 580906 h 2767298"/>
              <a:gd name="connsiteX25148" fmla="*/ 3500311 w 4752801"/>
              <a:gd name="connsiteY25148" fmla="*/ 581311 h 2767298"/>
              <a:gd name="connsiteX25149" fmla="*/ 3488572 w 4752801"/>
              <a:gd name="connsiteY25149" fmla="*/ 581311 h 2767298"/>
              <a:gd name="connsiteX25150" fmla="*/ 3487357 w 4752801"/>
              <a:gd name="connsiteY25150" fmla="*/ 580906 h 2767298"/>
              <a:gd name="connsiteX25151" fmla="*/ 3481690 w 4752801"/>
              <a:gd name="connsiteY25151" fmla="*/ 570786 h 2767298"/>
              <a:gd name="connsiteX25152" fmla="*/ 3481690 w 4752801"/>
              <a:gd name="connsiteY25152" fmla="*/ 569571 h 2767298"/>
              <a:gd name="connsiteX25153" fmla="*/ 3487357 w 4752801"/>
              <a:gd name="connsiteY25153" fmla="*/ 559451 h 2767298"/>
              <a:gd name="connsiteX25154" fmla="*/ 3488572 w 4752801"/>
              <a:gd name="connsiteY25154" fmla="*/ 559046 h 2767298"/>
              <a:gd name="connsiteX25155" fmla="*/ 3367533 w 4752801"/>
              <a:gd name="connsiteY25155" fmla="*/ 559046 h 2767298"/>
              <a:gd name="connsiteX25156" fmla="*/ 3378867 w 4752801"/>
              <a:gd name="connsiteY25156" fmla="*/ 559046 h 2767298"/>
              <a:gd name="connsiteX25157" fmla="*/ 3380082 w 4752801"/>
              <a:gd name="connsiteY25157" fmla="*/ 559451 h 2767298"/>
              <a:gd name="connsiteX25158" fmla="*/ 3385749 w 4752801"/>
              <a:gd name="connsiteY25158" fmla="*/ 569571 h 2767298"/>
              <a:gd name="connsiteX25159" fmla="*/ 3385749 w 4752801"/>
              <a:gd name="connsiteY25159" fmla="*/ 570786 h 2767298"/>
              <a:gd name="connsiteX25160" fmla="*/ 3380082 w 4752801"/>
              <a:gd name="connsiteY25160" fmla="*/ 580906 h 2767298"/>
              <a:gd name="connsiteX25161" fmla="*/ 3378867 w 4752801"/>
              <a:gd name="connsiteY25161" fmla="*/ 581311 h 2767298"/>
              <a:gd name="connsiteX25162" fmla="*/ 3367533 w 4752801"/>
              <a:gd name="connsiteY25162" fmla="*/ 581311 h 2767298"/>
              <a:gd name="connsiteX25163" fmla="*/ 3366318 w 4752801"/>
              <a:gd name="connsiteY25163" fmla="*/ 580906 h 2767298"/>
              <a:gd name="connsiteX25164" fmla="*/ 3360651 w 4752801"/>
              <a:gd name="connsiteY25164" fmla="*/ 570786 h 2767298"/>
              <a:gd name="connsiteX25165" fmla="*/ 3360651 w 4752801"/>
              <a:gd name="connsiteY25165" fmla="*/ 569571 h 2767298"/>
              <a:gd name="connsiteX25166" fmla="*/ 3366318 w 4752801"/>
              <a:gd name="connsiteY25166" fmla="*/ 559451 h 2767298"/>
              <a:gd name="connsiteX25167" fmla="*/ 3367533 w 4752801"/>
              <a:gd name="connsiteY25167" fmla="*/ 559046 h 2767298"/>
              <a:gd name="connsiteX25168" fmla="*/ 1059292 w 4752801"/>
              <a:gd name="connsiteY25168" fmla="*/ 558641 h 2767298"/>
              <a:gd name="connsiteX25169" fmla="*/ 1071436 w 4752801"/>
              <a:gd name="connsiteY25169" fmla="*/ 558641 h 2767298"/>
              <a:gd name="connsiteX25170" fmla="*/ 1072651 w 4752801"/>
              <a:gd name="connsiteY25170" fmla="*/ 559046 h 2767298"/>
              <a:gd name="connsiteX25171" fmla="*/ 1078723 w 4752801"/>
              <a:gd name="connsiteY25171" fmla="*/ 569571 h 2767298"/>
              <a:gd name="connsiteX25172" fmla="*/ 1078723 w 4752801"/>
              <a:gd name="connsiteY25172" fmla="*/ 570785 h 2767298"/>
              <a:gd name="connsiteX25173" fmla="*/ 1072651 w 4752801"/>
              <a:gd name="connsiteY25173" fmla="*/ 581310 h 2767298"/>
              <a:gd name="connsiteX25174" fmla="*/ 1071436 w 4752801"/>
              <a:gd name="connsiteY25174" fmla="*/ 581715 h 2767298"/>
              <a:gd name="connsiteX25175" fmla="*/ 1059292 w 4752801"/>
              <a:gd name="connsiteY25175" fmla="*/ 581715 h 2767298"/>
              <a:gd name="connsiteX25176" fmla="*/ 1058078 w 4752801"/>
              <a:gd name="connsiteY25176" fmla="*/ 581310 h 2767298"/>
              <a:gd name="connsiteX25177" fmla="*/ 1052006 w 4752801"/>
              <a:gd name="connsiteY25177" fmla="*/ 570785 h 2767298"/>
              <a:gd name="connsiteX25178" fmla="*/ 1052006 w 4752801"/>
              <a:gd name="connsiteY25178" fmla="*/ 569571 h 2767298"/>
              <a:gd name="connsiteX25179" fmla="*/ 1058078 w 4752801"/>
              <a:gd name="connsiteY25179" fmla="*/ 559046 h 2767298"/>
              <a:gd name="connsiteX25180" fmla="*/ 1059292 w 4752801"/>
              <a:gd name="connsiteY25180" fmla="*/ 558641 h 2767298"/>
              <a:gd name="connsiteX25181" fmla="*/ 3407204 w 4752801"/>
              <a:gd name="connsiteY25181" fmla="*/ 558236 h 2767298"/>
              <a:gd name="connsiteX25182" fmla="*/ 3419753 w 4752801"/>
              <a:gd name="connsiteY25182" fmla="*/ 558236 h 2767298"/>
              <a:gd name="connsiteX25183" fmla="*/ 3420967 w 4752801"/>
              <a:gd name="connsiteY25183" fmla="*/ 559046 h 2767298"/>
              <a:gd name="connsiteX25184" fmla="*/ 3427445 w 4752801"/>
              <a:gd name="connsiteY25184" fmla="*/ 569976 h 2767298"/>
              <a:gd name="connsiteX25185" fmla="*/ 3427445 w 4752801"/>
              <a:gd name="connsiteY25185" fmla="*/ 571190 h 2767298"/>
              <a:gd name="connsiteX25186" fmla="*/ 3420967 w 4752801"/>
              <a:gd name="connsiteY25186" fmla="*/ 582120 h 2767298"/>
              <a:gd name="connsiteX25187" fmla="*/ 3419753 w 4752801"/>
              <a:gd name="connsiteY25187" fmla="*/ 582525 h 2767298"/>
              <a:gd name="connsiteX25188" fmla="*/ 3407204 w 4752801"/>
              <a:gd name="connsiteY25188" fmla="*/ 582525 h 2767298"/>
              <a:gd name="connsiteX25189" fmla="*/ 3405989 w 4752801"/>
              <a:gd name="connsiteY25189" fmla="*/ 582120 h 2767298"/>
              <a:gd name="connsiteX25190" fmla="*/ 3399513 w 4752801"/>
              <a:gd name="connsiteY25190" fmla="*/ 571190 h 2767298"/>
              <a:gd name="connsiteX25191" fmla="*/ 3399513 w 4752801"/>
              <a:gd name="connsiteY25191" fmla="*/ 569976 h 2767298"/>
              <a:gd name="connsiteX25192" fmla="*/ 3405989 w 4752801"/>
              <a:gd name="connsiteY25192" fmla="*/ 559046 h 2767298"/>
              <a:gd name="connsiteX25193" fmla="*/ 3407204 w 4752801"/>
              <a:gd name="connsiteY25193" fmla="*/ 558236 h 2767298"/>
              <a:gd name="connsiteX25194" fmla="*/ 1261698 w 4752801"/>
              <a:gd name="connsiteY25194" fmla="*/ 558236 h 2767298"/>
              <a:gd name="connsiteX25195" fmla="*/ 1274247 w 4752801"/>
              <a:gd name="connsiteY25195" fmla="*/ 558236 h 2767298"/>
              <a:gd name="connsiteX25196" fmla="*/ 1275462 w 4752801"/>
              <a:gd name="connsiteY25196" fmla="*/ 558641 h 2767298"/>
              <a:gd name="connsiteX25197" fmla="*/ 1281534 w 4752801"/>
              <a:gd name="connsiteY25197" fmla="*/ 569571 h 2767298"/>
              <a:gd name="connsiteX25198" fmla="*/ 1281534 w 4752801"/>
              <a:gd name="connsiteY25198" fmla="*/ 570785 h 2767298"/>
              <a:gd name="connsiteX25199" fmla="*/ 1275462 w 4752801"/>
              <a:gd name="connsiteY25199" fmla="*/ 581715 h 2767298"/>
              <a:gd name="connsiteX25200" fmla="*/ 1274247 w 4752801"/>
              <a:gd name="connsiteY25200" fmla="*/ 582120 h 2767298"/>
              <a:gd name="connsiteX25201" fmla="*/ 1261698 w 4752801"/>
              <a:gd name="connsiteY25201" fmla="*/ 582120 h 2767298"/>
              <a:gd name="connsiteX25202" fmla="*/ 1260484 w 4752801"/>
              <a:gd name="connsiteY25202" fmla="*/ 581715 h 2767298"/>
              <a:gd name="connsiteX25203" fmla="*/ 1254412 w 4752801"/>
              <a:gd name="connsiteY25203" fmla="*/ 570785 h 2767298"/>
              <a:gd name="connsiteX25204" fmla="*/ 1254412 w 4752801"/>
              <a:gd name="connsiteY25204" fmla="*/ 569571 h 2767298"/>
              <a:gd name="connsiteX25205" fmla="*/ 1260484 w 4752801"/>
              <a:gd name="connsiteY25205" fmla="*/ 558641 h 2767298"/>
              <a:gd name="connsiteX25206" fmla="*/ 1261698 w 4752801"/>
              <a:gd name="connsiteY25206" fmla="*/ 558236 h 2767298"/>
              <a:gd name="connsiteX25207" fmla="*/ 1180331 w 4752801"/>
              <a:gd name="connsiteY25207" fmla="*/ 558236 h 2767298"/>
              <a:gd name="connsiteX25208" fmla="*/ 1193690 w 4752801"/>
              <a:gd name="connsiteY25208" fmla="*/ 558236 h 2767298"/>
              <a:gd name="connsiteX25209" fmla="*/ 1194904 w 4752801"/>
              <a:gd name="connsiteY25209" fmla="*/ 558641 h 2767298"/>
              <a:gd name="connsiteX25210" fmla="*/ 1201381 w 4752801"/>
              <a:gd name="connsiteY25210" fmla="*/ 569976 h 2767298"/>
              <a:gd name="connsiteX25211" fmla="*/ 1201381 w 4752801"/>
              <a:gd name="connsiteY25211" fmla="*/ 571190 h 2767298"/>
              <a:gd name="connsiteX25212" fmla="*/ 1194904 w 4752801"/>
              <a:gd name="connsiteY25212" fmla="*/ 582525 h 2767298"/>
              <a:gd name="connsiteX25213" fmla="*/ 1193690 w 4752801"/>
              <a:gd name="connsiteY25213" fmla="*/ 582930 h 2767298"/>
              <a:gd name="connsiteX25214" fmla="*/ 1180331 w 4752801"/>
              <a:gd name="connsiteY25214" fmla="*/ 582930 h 2767298"/>
              <a:gd name="connsiteX25215" fmla="*/ 1179117 w 4752801"/>
              <a:gd name="connsiteY25215" fmla="*/ 582525 h 2767298"/>
              <a:gd name="connsiteX25216" fmla="*/ 1172640 w 4752801"/>
              <a:gd name="connsiteY25216" fmla="*/ 571190 h 2767298"/>
              <a:gd name="connsiteX25217" fmla="*/ 1172640 w 4752801"/>
              <a:gd name="connsiteY25217" fmla="*/ 569976 h 2767298"/>
              <a:gd name="connsiteX25218" fmla="*/ 1179117 w 4752801"/>
              <a:gd name="connsiteY25218" fmla="*/ 558641 h 2767298"/>
              <a:gd name="connsiteX25219" fmla="*/ 1180331 w 4752801"/>
              <a:gd name="connsiteY25219" fmla="*/ 558236 h 2767298"/>
              <a:gd name="connsiteX25220" fmla="*/ 1099368 w 4752801"/>
              <a:gd name="connsiteY25220" fmla="*/ 558236 h 2767298"/>
              <a:gd name="connsiteX25221" fmla="*/ 1112727 w 4752801"/>
              <a:gd name="connsiteY25221" fmla="*/ 558236 h 2767298"/>
              <a:gd name="connsiteX25222" fmla="*/ 1113941 w 4752801"/>
              <a:gd name="connsiteY25222" fmla="*/ 558641 h 2767298"/>
              <a:gd name="connsiteX25223" fmla="*/ 1120418 w 4752801"/>
              <a:gd name="connsiteY25223" fmla="*/ 569976 h 2767298"/>
              <a:gd name="connsiteX25224" fmla="*/ 1120418 w 4752801"/>
              <a:gd name="connsiteY25224" fmla="*/ 571190 h 2767298"/>
              <a:gd name="connsiteX25225" fmla="*/ 1113941 w 4752801"/>
              <a:gd name="connsiteY25225" fmla="*/ 582525 h 2767298"/>
              <a:gd name="connsiteX25226" fmla="*/ 1112727 w 4752801"/>
              <a:gd name="connsiteY25226" fmla="*/ 582930 h 2767298"/>
              <a:gd name="connsiteX25227" fmla="*/ 1099368 w 4752801"/>
              <a:gd name="connsiteY25227" fmla="*/ 582930 h 2767298"/>
              <a:gd name="connsiteX25228" fmla="*/ 1098154 w 4752801"/>
              <a:gd name="connsiteY25228" fmla="*/ 582525 h 2767298"/>
              <a:gd name="connsiteX25229" fmla="*/ 1091677 w 4752801"/>
              <a:gd name="connsiteY25229" fmla="*/ 571190 h 2767298"/>
              <a:gd name="connsiteX25230" fmla="*/ 1091677 w 4752801"/>
              <a:gd name="connsiteY25230" fmla="*/ 569976 h 2767298"/>
              <a:gd name="connsiteX25231" fmla="*/ 1098154 w 4752801"/>
              <a:gd name="connsiteY25231" fmla="*/ 558641 h 2767298"/>
              <a:gd name="connsiteX25232" fmla="*/ 1099368 w 4752801"/>
              <a:gd name="connsiteY25232" fmla="*/ 558236 h 2767298"/>
              <a:gd name="connsiteX25233" fmla="*/ 1221217 w 4752801"/>
              <a:gd name="connsiteY25233" fmla="*/ 557832 h 2767298"/>
              <a:gd name="connsiteX25234" fmla="*/ 1234171 w 4752801"/>
              <a:gd name="connsiteY25234" fmla="*/ 557832 h 2767298"/>
              <a:gd name="connsiteX25235" fmla="*/ 1235385 w 4752801"/>
              <a:gd name="connsiteY25235" fmla="*/ 558237 h 2767298"/>
              <a:gd name="connsiteX25236" fmla="*/ 1241863 w 4752801"/>
              <a:gd name="connsiteY25236" fmla="*/ 569572 h 2767298"/>
              <a:gd name="connsiteX25237" fmla="*/ 1241863 w 4752801"/>
              <a:gd name="connsiteY25237" fmla="*/ 570786 h 2767298"/>
              <a:gd name="connsiteX25238" fmla="*/ 1235385 w 4752801"/>
              <a:gd name="connsiteY25238" fmla="*/ 582121 h 2767298"/>
              <a:gd name="connsiteX25239" fmla="*/ 1234171 w 4752801"/>
              <a:gd name="connsiteY25239" fmla="*/ 582526 h 2767298"/>
              <a:gd name="connsiteX25240" fmla="*/ 1221217 w 4752801"/>
              <a:gd name="connsiteY25240" fmla="*/ 582526 h 2767298"/>
              <a:gd name="connsiteX25241" fmla="*/ 1220003 w 4752801"/>
              <a:gd name="connsiteY25241" fmla="*/ 582121 h 2767298"/>
              <a:gd name="connsiteX25242" fmla="*/ 1213526 w 4752801"/>
              <a:gd name="connsiteY25242" fmla="*/ 570786 h 2767298"/>
              <a:gd name="connsiteX25243" fmla="*/ 1213526 w 4752801"/>
              <a:gd name="connsiteY25243" fmla="*/ 569572 h 2767298"/>
              <a:gd name="connsiteX25244" fmla="*/ 1220003 w 4752801"/>
              <a:gd name="connsiteY25244" fmla="*/ 558237 h 2767298"/>
              <a:gd name="connsiteX25245" fmla="*/ 1221217 w 4752801"/>
              <a:gd name="connsiteY25245" fmla="*/ 557832 h 2767298"/>
              <a:gd name="connsiteX25246" fmla="*/ 1139850 w 4752801"/>
              <a:gd name="connsiteY25246" fmla="*/ 557427 h 2767298"/>
              <a:gd name="connsiteX25247" fmla="*/ 1153209 w 4752801"/>
              <a:gd name="connsiteY25247" fmla="*/ 557427 h 2767298"/>
              <a:gd name="connsiteX25248" fmla="*/ 1154423 w 4752801"/>
              <a:gd name="connsiteY25248" fmla="*/ 557832 h 2767298"/>
              <a:gd name="connsiteX25249" fmla="*/ 1161305 w 4752801"/>
              <a:gd name="connsiteY25249" fmla="*/ 569571 h 2767298"/>
              <a:gd name="connsiteX25250" fmla="*/ 1161305 w 4752801"/>
              <a:gd name="connsiteY25250" fmla="*/ 570786 h 2767298"/>
              <a:gd name="connsiteX25251" fmla="*/ 1154423 w 4752801"/>
              <a:gd name="connsiteY25251" fmla="*/ 582525 h 2767298"/>
              <a:gd name="connsiteX25252" fmla="*/ 1153209 w 4752801"/>
              <a:gd name="connsiteY25252" fmla="*/ 582930 h 2767298"/>
              <a:gd name="connsiteX25253" fmla="*/ 1139850 w 4752801"/>
              <a:gd name="connsiteY25253" fmla="*/ 582930 h 2767298"/>
              <a:gd name="connsiteX25254" fmla="*/ 1138635 w 4752801"/>
              <a:gd name="connsiteY25254" fmla="*/ 582525 h 2767298"/>
              <a:gd name="connsiteX25255" fmla="*/ 1131754 w 4752801"/>
              <a:gd name="connsiteY25255" fmla="*/ 570786 h 2767298"/>
              <a:gd name="connsiteX25256" fmla="*/ 1131754 w 4752801"/>
              <a:gd name="connsiteY25256" fmla="*/ 569571 h 2767298"/>
              <a:gd name="connsiteX25257" fmla="*/ 1138635 w 4752801"/>
              <a:gd name="connsiteY25257" fmla="*/ 557832 h 2767298"/>
              <a:gd name="connsiteX25258" fmla="*/ 1139850 w 4752801"/>
              <a:gd name="connsiteY25258" fmla="*/ 557427 h 2767298"/>
              <a:gd name="connsiteX25259" fmla="*/ 3446471 w 4752801"/>
              <a:gd name="connsiteY25259" fmla="*/ 555808 h 2767298"/>
              <a:gd name="connsiteX25260" fmla="*/ 3461449 w 4752801"/>
              <a:gd name="connsiteY25260" fmla="*/ 555808 h 2767298"/>
              <a:gd name="connsiteX25261" fmla="*/ 3462664 w 4752801"/>
              <a:gd name="connsiteY25261" fmla="*/ 556618 h 2767298"/>
              <a:gd name="connsiteX25262" fmla="*/ 3469951 w 4752801"/>
              <a:gd name="connsiteY25262" fmla="*/ 569572 h 2767298"/>
              <a:gd name="connsiteX25263" fmla="*/ 3469951 w 4752801"/>
              <a:gd name="connsiteY25263" fmla="*/ 570786 h 2767298"/>
              <a:gd name="connsiteX25264" fmla="*/ 3462664 w 4752801"/>
              <a:gd name="connsiteY25264" fmla="*/ 583740 h 2767298"/>
              <a:gd name="connsiteX25265" fmla="*/ 3461449 w 4752801"/>
              <a:gd name="connsiteY25265" fmla="*/ 584145 h 2767298"/>
              <a:gd name="connsiteX25266" fmla="*/ 3446471 w 4752801"/>
              <a:gd name="connsiteY25266" fmla="*/ 584145 h 2767298"/>
              <a:gd name="connsiteX25267" fmla="*/ 3445257 w 4752801"/>
              <a:gd name="connsiteY25267" fmla="*/ 583740 h 2767298"/>
              <a:gd name="connsiteX25268" fmla="*/ 3437971 w 4752801"/>
              <a:gd name="connsiteY25268" fmla="*/ 570786 h 2767298"/>
              <a:gd name="connsiteX25269" fmla="*/ 3437971 w 4752801"/>
              <a:gd name="connsiteY25269" fmla="*/ 569572 h 2767298"/>
              <a:gd name="connsiteX25270" fmla="*/ 3445257 w 4752801"/>
              <a:gd name="connsiteY25270" fmla="*/ 556618 h 2767298"/>
              <a:gd name="connsiteX25271" fmla="*/ 3446471 w 4752801"/>
              <a:gd name="connsiteY25271" fmla="*/ 555808 h 2767298"/>
              <a:gd name="connsiteX25272" fmla="*/ 4141129 w 4752801"/>
              <a:gd name="connsiteY25272" fmla="*/ 527876 h 2767298"/>
              <a:gd name="connsiteX25273" fmla="*/ 4143558 w 4752801"/>
              <a:gd name="connsiteY25273" fmla="*/ 527876 h 2767298"/>
              <a:gd name="connsiteX25274" fmla="*/ 4144773 w 4752801"/>
              <a:gd name="connsiteY25274" fmla="*/ 529900 h 2767298"/>
              <a:gd name="connsiteX25275" fmla="*/ 4143558 w 4752801"/>
              <a:gd name="connsiteY25275" fmla="*/ 531924 h 2767298"/>
              <a:gd name="connsiteX25276" fmla="*/ 4141129 w 4752801"/>
              <a:gd name="connsiteY25276" fmla="*/ 531924 h 2767298"/>
              <a:gd name="connsiteX25277" fmla="*/ 4139915 w 4752801"/>
              <a:gd name="connsiteY25277" fmla="*/ 529900 h 2767298"/>
              <a:gd name="connsiteX25278" fmla="*/ 2602842 w 4752801"/>
              <a:gd name="connsiteY25278" fmla="*/ 527876 h 2767298"/>
              <a:gd name="connsiteX25279" fmla="*/ 2605270 w 4752801"/>
              <a:gd name="connsiteY25279" fmla="*/ 527876 h 2767298"/>
              <a:gd name="connsiteX25280" fmla="*/ 2606485 w 4752801"/>
              <a:gd name="connsiteY25280" fmla="*/ 529900 h 2767298"/>
              <a:gd name="connsiteX25281" fmla="*/ 2605270 w 4752801"/>
              <a:gd name="connsiteY25281" fmla="*/ 531924 h 2767298"/>
              <a:gd name="connsiteX25282" fmla="*/ 2602842 w 4752801"/>
              <a:gd name="connsiteY25282" fmla="*/ 531924 h 2767298"/>
              <a:gd name="connsiteX25283" fmla="*/ 2601627 w 4752801"/>
              <a:gd name="connsiteY25283" fmla="*/ 529900 h 2767298"/>
              <a:gd name="connsiteX25284" fmla="*/ 2562361 w 4752801"/>
              <a:gd name="connsiteY25284" fmla="*/ 527876 h 2767298"/>
              <a:gd name="connsiteX25285" fmla="*/ 2564789 w 4752801"/>
              <a:gd name="connsiteY25285" fmla="*/ 527876 h 2767298"/>
              <a:gd name="connsiteX25286" fmla="*/ 2566004 w 4752801"/>
              <a:gd name="connsiteY25286" fmla="*/ 529900 h 2767298"/>
              <a:gd name="connsiteX25287" fmla="*/ 2564789 w 4752801"/>
              <a:gd name="connsiteY25287" fmla="*/ 531924 h 2767298"/>
              <a:gd name="connsiteX25288" fmla="*/ 2562361 w 4752801"/>
              <a:gd name="connsiteY25288" fmla="*/ 531924 h 2767298"/>
              <a:gd name="connsiteX25289" fmla="*/ 2561146 w 4752801"/>
              <a:gd name="connsiteY25289" fmla="*/ 529900 h 2767298"/>
              <a:gd name="connsiteX25290" fmla="*/ 1590811 w 4752801"/>
              <a:gd name="connsiteY25290" fmla="*/ 527876 h 2767298"/>
              <a:gd name="connsiteX25291" fmla="*/ 1593239 w 4752801"/>
              <a:gd name="connsiteY25291" fmla="*/ 527876 h 2767298"/>
              <a:gd name="connsiteX25292" fmla="*/ 1594454 w 4752801"/>
              <a:gd name="connsiteY25292" fmla="*/ 529900 h 2767298"/>
              <a:gd name="connsiteX25293" fmla="*/ 1593239 w 4752801"/>
              <a:gd name="connsiteY25293" fmla="*/ 531924 h 2767298"/>
              <a:gd name="connsiteX25294" fmla="*/ 1590811 w 4752801"/>
              <a:gd name="connsiteY25294" fmla="*/ 531924 h 2767298"/>
              <a:gd name="connsiteX25295" fmla="*/ 1589596 w 4752801"/>
              <a:gd name="connsiteY25295" fmla="*/ 529900 h 2767298"/>
              <a:gd name="connsiteX25296" fmla="*/ 4100648 w 4752801"/>
              <a:gd name="connsiteY25296" fmla="*/ 527471 h 2767298"/>
              <a:gd name="connsiteX25297" fmla="*/ 4103482 w 4752801"/>
              <a:gd name="connsiteY25297" fmla="*/ 527471 h 2767298"/>
              <a:gd name="connsiteX25298" fmla="*/ 4105101 w 4752801"/>
              <a:gd name="connsiteY25298" fmla="*/ 529900 h 2767298"/>
              <a:gd name="connsiteX25299" fmla="*/ 4103482 w 4752801"/>
              <a:gd name="connsiteY25299" fmla="*/ 532329 h 2767298"/>
              <a:gd name="connsiteX25300" fmla="*/ 4100648 w 4752801"/>
              <a:gd name="connsiteY25300" fmla="*/ 532329 h 2767298"/>
              <a:gd name="connsiteX25301" fmla="*/ 4099029 w 4752801"/>
              <a:gd name="connsiteY25301" fmla="*/ 529900 h 2767298"/>
              <a:gd name="connsiteX25302" fmla="*/ 4060166 w 4752801"/>
              <a:gd name="connsiteY25302" fmla="*/ 527471 h 2767298"/>
              <a:gd name="connsiteX25303" fmla="*/ 4063000 w 4752801"/>
              <a:gd name="connsiteY25303" fmla="*/ 527471 h 2767298"/>
              <a:gd name="connsiteX25304" fmla="*/ 4064619 w 4752801"/>
              <a:gd name="connsiteY25304" fmla="*/ 529900 h 2767298"/>
              <a:gd name="connsiteX25305" fmla="*/ 4063000 w 4752801"/>
              <a:gd name="connsiteY25305" fmla="*/ 532329 h 2767298"/>
              <a:gd name="connsiteX25306" fmla="*/ 4060166 w 4752801"/>
              <a:gd name="connsiteY25306" fmla="*/ 532329 h 2767298"/>
              <a:gd name="connsiteX25307" fmla="*/ 4058547 w 4752801"/>
              <a:gd name="connsiteY25307" fmla="*/ 529900 h 2767298"/>
              <a:gd name="connsiteX25308" fmla="*/ 4019685 w 4752801"/>
              <a:gd name="connsiteY25308" fmla="*/ 527471 h 2767298"/>
              <a:gd name="connsiteX25309" fmla="*/ 4022519 w 4752801"/>
              <a:gd name="connsiteY25309" fmla="*/ 527471 h 2767298"/>
              <a:gd name="connsiteX25310" fmla="*/ 4024138 w 4752801"/>
              <a:gd name="connsiteY25310" fmla="*/ 529900 h 2767298"/>
              <a:gd name="connsiteX25311" fmla="*/ 4022519 w 4752801"/>
              <a:gd name="connsiteY25311" fmla="*/ 532329 h 2767298"/>
              <a:gd name="connsiteX25312" fmla="*/ 4019685 w 4752801"/>
              <a:gd name="connsiteY25312" fmla="*/ 532329 h 2767298"/>
              <a:gd name="connsiteX25313" fmla="*/ 4018066 w 4752801"/>
              <a:gd name="connsiteY25313" fmla="*/ 529900 h 2767298"/>
              <a:gd name="connsiteX25314" fmla="*/ 2967173 w 4752801"/>
              <a:gd name="connsiteY25314" fmla="*/ 527471 h 2767298"/>
              <a:gd name="connsiteX25315" fmla="*/ 2970007 w 4752801"/>
              <a:gd name="connsiteY25315" fmla="*/ 527471 h 2767298"/>
              <a:gd name="connsiteX25316" fmla="*/ 2971626 w 4752801"/>
              <a:gd name="connsiteY25316" fmla="*/ 529900 h 2767298"/>
              <a:gd name="connsiteX25317" fmla="*/ 2970007 w 4752801"/>
              <a:gd name="connsiteY25317" fmla="*/ 532329 h 2767298"/>
              <a:gd name="connsiteX25318" fmla="*/ 2967173 w 4752801"/>
              <a:gd name="connsiteY25318" fmla="*/ 532329 h 2767298"/>
              <a:gd name="connsiteX25319" fmla="*/ 2965554 w 4752801"/>
              <a:gd name="connsiteY25319" fmla="*/ 529900 h 2767298"/>
              <a:gd name="connsiteX25320" fmla="*/ 2926691 w 4752801"/>
              <a:gd name="connsiteY25320" fmla="*/ 527471 h 2767298"/>
              <a:gd name="connsiteX25321" fmla="*/ 2929525 w 4752801"/>
              <a:gd name="connsiteY25321" fmla="*/ 527471 h 2767298"/>
              <a:gd name="connsiteX25322" fmla="*/ 2931144 w 4752801"/>
              <a:gd name="connsiteY25322" fmla="*/ 529900 h 2767298"/>
              <a:gd name="connsiteX25323" fmla="*/ 2929525 w 4752801"/>
              <a:gd name="connsiteY25323" fmla="*/ 532329 h 2767298"/>
              <a:gd name="connsiteX25324" fmla="*/ 2926691 w 4752801"/>
              <a:gd name="connsiteY25324" fmla="*/ 532329 h 2767298"/>
              <a:gd name="connsiteX25325" fmla="*/ 2925072 w 4752801"/>
              <a:gd name="connsiteY25325" fmla="*/ 529900 h 2767298"/>
              <a:gd name="connsiteX25326" fmla="*/ 2886210 w 4752801"/>
              <a:gd name="connsiteY25326" fmla="*/ 527471 h 2767298"/>
              <a:gd name="connsiteX25327" fmla="*/ 2889044 w 4752801"/>
              <a:gd name="connsiteY25327" fmla="*/ 527471 h 2767298"/>
              <a:gd name="connsiteX25328" fmla="*/ 2890663 w 4752801"/>
              <a:gd name="connsiteY25328" fmla="*/ 529900 h 2767298"/>
              <a:gd name="connsiteX25329" fmla="*/ 2889044 w 4752801"/>
              <a:gd name="connsiteY25329" fmla="*/ 532329 h 2767298"/>
              <a:gd name="connsiteX25330" fmla="*/ 2886210 w 4752801"/>
              <a:gd name="connsiteY25330" fmla="*/ 532329 h 2767298"/>
              <a:gd name="connsiteX25331" fmla="*/ 2884591 w 4752801"/>
              <a:gd name="connsiteY25331" fmla="*/ 529900 h 2767298"/>
              <a:gd name="connsiteX25332" fmla="*/ 2845729 w 4752801"/>
              <a:gd name="connsiteY25332" fmla="*/ 527471 h 2767298"/>
              <a:gd name="connsiteX25333" fmla="*/ 2848563 w 4752801"/>
              <a:gd name="connsiteY25333" fmla="*/ 527471 h 2767298"/>
              <a:gd name="connsiteX25334" fmla="*/ 2850182 w 4752801"/>
              <a:gd name="connsiteY25334" fmla="*/ 529900 h 2767298"/>
              <a:gd name="connsiteX25335" fmla="*/ 2848563 w 4752801"/>
              <a:gd name="connsiteY25335" fmla="*/ 532329 h 2767298"/>
              <a:gd name="connsiteX25336" fmla="*/ 2845729 w 4752801"/>
              <a:gd name="connsiteY25336" fmla="*/ 532329 h 2767298"/>
              <a:gd name="connsiteX25337" fmla="*/ 2844110 w 4752801"/>
              <a:gd name="connsiteY25337" fmla="*/ 529900 h 2767298"/>
              <a:gd name="connsiteX25338" fmla="*/ 2805248 w 4752801"/>
              <a:gd name="connsiteY25338" fmla="*/ 527471 h 2767298"/>
              <a:gd name="connsiteX25339" fmla="*/ 2808082 w 4752801"/>
              <a:gd name="connsiteY25339" fmla="*/ 527471 h 2767298"/>
              <a:gd name="connsiteX25340" fmla="*/ 2809701 w 4752801"/>
              <a:gd name="connsiteY25340" fmla="*/ 529900 h 2767298"/>
              <a:gd name="connsiteX25341" fmla="*/ 2808082 w 4752801"/>
              <a:gd name="connsiteY25341" fmla="*/ 532329 h 2767298"/>
              <a:gd name="connsiteX25342" fmla="*/ 2805248 w 4752801"/>
              <a:gd name="connsiteY25342" fmla="*/ 532329 h 2767298"/>
              <a:gd name="connsiteX25343" fmla="*/ 2803629 w 4752801"/>
              <a:gd name="connsiteY25343" fmla="*/ 529900 h 2767298"/>
              <a:gd name="connsiteX25344" fmla="*/ 2764766 w 4752801"/>
              <a:gd name="connsiteY25344" fmla="*/ 527471 h 2767298"/>
              <a:gd name="connsiteX25345" fmla="*/ 2767600 w 4752801"/>
              <a:gd name="connsiteY25345" fmla="*/ 527471 h 2767298"/>
              <a:gd name="connsiteX25346" fmla="*/ 2769219 w 4752801"/>
              <a:gd name="connsiteY25346" fmla="*/ 529900 h 2767298"/>
              <a:gd name="connsiteX25347" fmla="*/ 2767600 w 4752801"/>
              <a:gd name="connsiteY25347" fmla="*/ 532329 h 2767298"/>
              <a:gd name="connsiteX25348" fmla="*/ 2764766 w 4752801"/>
              <a:gd name="connsiteY25348" fmla="*/ 532329 h 2767298"/>
              <a:gd name="connsiteX25349" fmla="*/ 2763147 w 4752801"/>
              <a:gd name="connsiteY25349" fmla="*/ 529900 h 2767298"/>
              <a:gd name="connsiteX25350" fmla="*/ 2642918 w 4752801"/>
              <a:gd name="connsiteY25350" fmla="*/ 527471 h 2767298"/>
              <a:gd name="connsiteX25351" fmla="*/ 2645752 w 4752801"/>
              <a:gd name="connsiteY25351" fmla="*/ 527471 h 2767298"/>
              <a:gd name="connsiteX25352" fmla="*/ 2646967 w 4752801"/>
              <a:gd name="connsiteY25352" fmla="*/ 529900 h 2767298"/>
              <a:gd name="connsiteX25353" fmla="*/ 2645752 w 4752801"/>
              <a:gd name="connsiteY25353" fmla="*/ 532329 h 2767298"/>
              <a:gd name="connsiteX25354" fmla="*/ 2642918 w 4752801"/>
              <a:gd name="connsiteY25354" fmla="*/ 532329 h 2767298"/>
              <a:gd name="connsiteX25355" fmla="*/ 2641704 w 4752801"/>
              <a:gd name="connsiteY25355" fmla="*/ 529900 h 2767298"/>
              <a:gd name="connsiteX25356" fmla="*/ 2521474 w 4752801"/>
              <a:gd name="connsiteY25356" fmla="*/ 527471 h 2767298"/>
              <a:gd name="connsiteX25357" fmla="*/ 2524308 w 4752801"/>
              <a:gd name="connsiteY25357" fmla="*/ 527471 h 2767298"/>
              <a:gd name="connsiteX25358" fmla="*/ 2525523 w 4752801"/>
              <a:gd name="connsiteY25358" fmla="*/ 529900 h 2767298"/>
              <a:gd name="connsiteX25359" fmla="*/ 2524308 w 4752801"/>
              <a:gd name="connsiteY25359" fmla="*/ 532329 h 2767298"/>
              <a:gd name="connsiteX25360" fmla="*/ 2521474 w 4752801"/>
              <a:gd name="connsiteY25360" fmla="*/ 532329 h 2767298"/>
              <a:gd name="connsiteX25361" fmla="*/ 2520260 w 4752801"/>
              <a:gd name="connsiteY25361" fmla="*/ 529900 h 2767298"/>
              <a:gd name="connsiteX25362" fmla="*/ 1549924 w 4752801"/>
              <a:gd name="connsiteY25362" fmla="*/ 527471 h 2767298"/>
              <a:gd name="connsiteX25363" fmla="*/ 1552758 w 4752801"/>
              <a:gd name="connsiteY25363" fmla="*/ 527471 h 2767298"/>
              <a:gd name="connsiteX25364" fmla="*/ 1553973 w 4752801"/>
              <a:gd name="connsiteY25364" fmla="*/ 529900 h 2767298"/>
              <a:gd name="connsiteX25365" fmla="*/ 1552758 w 4752801"/>
              <a:gd name="connsiteY25365" fmla="*/ 532329 h 2767298"/>
              <a:gd name="connsiteX25366" fmla="*/ 1549924 w 4752801"/>
              <a:gd name="connsiteY25366" fmla="*/ 532329 h 2767298"/>
              <a:gd name="connsiteX25367" fmla="*/ 1548710 w 4752801"/>
              <a:gd name="connsiteY25367" fmla="*/ 529900 h 2767298"/>
              <a:gd name="connsiteX25368" fmla="*/ 1509848 w 4752801"/>
              <a:gd name="connsiteY25368" fmla="*/ 527471 h 2767298"/>
              <a:gd name="connsiteX25369" fmla="*/ 1512682 w 4752801"/>
              <a:gd name="connsiteY25369" fmla="*/ 527471 h 2767298"/>
              <a:gd name="connsiteX25370" fmla="*/ 1514301 w 4752801"/>
              <a:gd name="connsiteY25370" fmla="*/ 529900 h 2767298"/>
              <a:gd name="connsiteX25371" fmla="*/ 1512682 w 4752801"/>
              <a:gd name="connsiteY25371" fmla="*/ 532329 h 2767298"/>
              <a:gd name="connsiteX25372" fmla="*/ 1509848 w 4752801"/>
              <a:gd name="connsiteY25372" fmla="*/ 532329 h 2767298"/>
              <a:gd name="connsiteX25373" fmla="*/ 1508229 w 4752801"/>
              <a:gd name="connsiteY25373" fmla="*/ 529900 h 2767298"/>
              <a:gd name="connsiteX25374" fmla="*/ 1469367 w 4752801"/>
              <a:gd name="connsiteY25374" fmla="*/ 527471 h 2767298"/>
              <a:gd name="connsiteX25375" fmla="*/ 1472201 w 4752801"/>
              <a:gd name="connsiteY25375" fmla="*/ 527471 h 2767298"/>
              <a:gd name="connsiteX25376" fmla="*/ 1473820 w 4752801"/>
              <a:gd name="connsiteY25376" fmla="*/ 529900 h 2767298"/>
              <a:gd name="connsiteX25377" fmla="*/ 1472201 w 4752801"/>
              <a:gd name="connsiteY25377" fmla="*/ 532329 h 2767298"/>
              <a:gd name="connsiteX25378" fmla="*/ 1469367 w 4752801"/>
              <a:gd name="connsiteY25378" fmla="*/ 532329 h 2767298"/>
              <a:gd name="connsiteX25379" fmla="*/ 1467748 w 4752801"/>
              <a:gd name="connsiteY25379" fmla="*/ 529900 h 2767298"/>
              <a:gd name="connsiteX25380" fmla="*/ 1428885 w 4752801"/>
              <a:gd name="connsiteY25380" fmla="*/ 527471 h 2767298"/>
              <a:gd name="connsiteX25381" fmla="*/ 1431719 w 4752801"/>
              <a:gd name="connsiteY25381" fmla="*/ 527471 h 2767298"/>
              <a:gd name="connsiteX25382" fmla="*/ 1433338 w 4752801"/>
              <a:gd name="connsiteY25382" fmla="*/ 529900 h 2767298"/>
              <a:gd name="connsiteX25383" fmla="*/ 1431719 w 4752801"/>
              <a:gd name="connsiteY25383" fmla="*/ 532329 h 2767298"/>
              <a:gd name="connsiteX25384" fmla="*/ 1428885 w 4752801"/>
              <a:gd name="connsiteY25384" fmla="*/ 532329 h 2767298"/>
              <a:gd name="connsiteX25385" fmla="*/ 1427266 w 4752801"/>
              <a:gd name="connsiteY25385" fmla="*/ 529900 h 2767298"/>
              <a:gd name="connsiteX25386" fmla="*/ 1388404 w 4752801"/>
              <a:gd name="connsiteY25386" fmla="*/ 527471 h 2767298"/>
              <a:gd name="connsiteX25387" fmla="*/ 1391238 w 4752801"/>
              <a:gd name="connsiteY25387" fmla="*/ 527471 h 2767298"/>
              <a:gd name="connsiteX25388" fmla="*/ 1392857 w 4752801"/>
              <a:gd name="connsiteY25388" fmla="*/ 529900 h 2767298"/>
              <a:gd name="connsiteX25389" fmla="*/ 1391238 w 4752801"/>
              <a:gd name="connsiteY25389" fmla="*/ 532329 h 2767298"/>
              <a:gd name="connsiteX25390" fmla="*/ 1388404 w 4752801"/>
              <a:gd name="connsiteY25390" fmla="*/ 532329 h 2767298"/>
              <a:gd name="connsiteX25391" fmla="*/ 1386785 w 4752801"/>
              <a:gd name="connsiteY25391" fmla="*/ 529900 h 2767298"/>
              <a:gd name="connsiteX25392" fmla="*/ 3978799 w 4752801"/>
              <a:gd name="connsiteY25392" fmla="*/ 527066 h 2767298"/>
              <a:gd name="connsiteX25393" fmla="*/ 3982038 w 4752801"/>
              <a:gd name="connsiteY25393" fmla="*/ 527066 h 2767298"/>
              <a:gd name="connsiteX25394" fmla="*/ 3983657 w 4752801"/>
              <a:gd name="connsiteY25394" fmla="*/ 529900 h 2767298"/>
              <a:gd name="connsiteX25395" fmla="*/ 3982038 w 4752801"/>
              <a:gd name="connsiteY25395" fmla="*/ 532733 h 2767298"/>
              <a:gd name="connsiteX25396" fmla="*/ 3978799 w 4752801"/>
              <a:gd name="connsiteY25396" fmla="*/ 532733 h 2767298"/>
              <a:gd name="connsiteX25397" fmla="*/ 3977180 w 4752801"/>
              <a:gd name="connsiteY25397" fmla="*/ 529900 h 2767298"/>
              <a:gd name="connsiteX25398" fmla="*/ 3938318 w 4752801"/>
              <a:gd name="connsiteY25398" fmla="*/ 527066 h 2767298"/>
              <a:gd name="connsiteX25399" fmla="*/ 3941557 w 4752801"/>
              <a:gd name="connsiteY25399" fmla="*/ 527066 h 2767298"/>
              <a:gd name="connsiteX25400" fmla="*/ 3943176 w 4752801"/>
              <a:gd name="connsiteY25400" fmla="*/ 529900 h 2767298"/>
              <a:gd name="connsiteX25401" fmla="*/ 3941557 w 4752801"/>
              <a:gd name="connsiteY25401" fmla="*/ 532733 h 2767298"/>
              <a:gd name="connsiteX25402" fmla="*/ 3938318 w 4752801"/>
              <a:gd name="connsiteY25402" fmla="*/ 532733 h 2767298"/>
              <a:gd name="connsiteX25403" fmla="*/ 3936699 w 4752801"/>
              <a:gd name="connsiteY25403" fmla="*/ 529900 h 2767298"/>
              <a:gd name="connsiteX25404" fmla="*/ 3897432 w 4752801"/>
              <a:gd name="connsiteY25404" fmla="*/ 527066 h 2767298"/>
              <a:gd name="connsiteX25405" fmla="*/ 3901076 w 4752801"/>
              <a:gd name="connsiteY25405" fmla="*/ 527066 h 2767298"/>
              <a:gd name="connsiteX25406" fmla="*/ 3902695 w 4752801"/>
              <a:gd name="connsiteY25406" fmla="*/ 529900 h 2767298"/>
              <a:gd name="connsiteX25407" fmla="*/ 3901076 w 4752801"/>
              <a:gd name="connsiteY25407" fmla="*/ 532733 h 2767298"/>
              <a:gd name="connsiteX25408" fmla="*/ 3897432 w 4752801"/>
              <a:gd name="connsiteY25408" fmla="*/ 532733 h 2767298"/>
              <a:gd name="connsiteX25409" fmla="*/ 3895813 w 4752801"/>
              <a:gd name="connsiteY25409" fmla="*/ 529900 h 2767298"/>
              <a:gd name="connsiteX25410" fmla="*/ 3007249 w 4752801"/>
              <a:gd name="connsiteY25410" fmla="*/ 527066 h 2767298"/>
              <a:gd name="connsiteX25411" fmla="*/ 3010488 w 4752801"/>
              <a:gd name="connsiteY25411" fmla="*/ 527066 h 2767298"/>
              <a:gd name="connsiteX25412" fmla="*/ 3012107 w 4752801"/>
              <a:gd name="connsiteY25412" fmla="*/ 529900 h 2767298"/>
              <a:gd name="connsiteX25413" fmla="*/ 3010488 w 4752801"/>
              <a:gd name="connsiteY25413" fmla="*/ 532733 h 2767298"/>
              <a:gd name="connsiteX25414" fmla="*/ 3007249 w 4752801"/>
              <a:gd name="connsiteY25414" fmla="*/ 532733 h 2767298"/>
              <a:gd name="connsiteX25415" fmla="*/ 3005630 w 4752801"/>
              <a:gd name="connsiteY25415" fmla="*/ 529900 h 2767298"/>
              <a:gd name="connsiteX25416" fmla="*/ 2723880 w 4752801"/>
              <a:gd name="connsiteY25416" fmla="*/ 527066 h 2767298"/>
              <a:gd name="connsiteX25417" fmla="*/ 2727119 w 4752801"/>
              <a:gd name="connsiteY25417" fmla="*/ 527066 h 2767298"/>
              <a:gd name="connsiteX25418" fmla="*/ 2728738 w 4752801"/>
              <a:gd name="connsiteY25418" fmla="*/ 529900 h 2767298"/>
              <a:gd name="connsiteX25419" fmla="*/ 2727119 w 4752801"/>
              <a:gd name="connsiteY25419" fmla="*/ 532733 h 2767298"/>
              <a:gd name="connsiteX25420" fmla="*/ 2723880 w 4752801"/>
              <a:gd name="connsiteY25420" fmla="*/ 532733 h 2767298"/>
              <a:gd name="connsiteX25421" fmla="*/ 2722261 w 4752801"/>
              <a:gd name="connsiteY25421" fmla="*/ 529900 h 2767298"/>
              <a:gd name="connsiteX25422" fmla="*/ 1347518 w 4752801"/>
              <a:gd name="connsiteY25422" fmla="*/ 527066 h 2767298"/>
              <a:gd name="connsiteX25423" fmla="*/ 1350757 w 4752801"/>
              <a:gd name="connsiteY25423" fmla="*/ 527066 h 2767298"/>
              <a:gd name="connsiteX25424" fmla="*/ 1352376 w 4752801"/>
              <a:gd name="connsiteY25424" fmla="*/ 529900 h 2767298"/>
              <a:gd name="connsiteX25425" fmla="*/ 1350757 w 4752801"/>
              <a:gd name="connsiteY25425" fmla="*/ 532733 h 2767298"/>
              <a:gd name="connsiteX25426" fmla="*/ 1347518 w 4752801"/>
              <a:gd name="connsiteY25426" fmla="*/ 532733 h 2767298"/>
              <a:gd name="connsiteX25427" fmla="*/ 1345899 w 4752801"/>
              <a:gd name="connsiteY25427" fmla="*/ 529900 h 2767298"/>
              <a:gd name="connsiteX25428" fmla="*/ 3856951 w 4752801"/>
              <a:gd name="connsiteY25428" fmla="*/ 526661 h 2767298"/>
              <a:gd name="connsiteX25429" fmla="*/ 3860595 w 4752801"/>
              <a:gd name="connsiteY25429" fmla="*/ 526661 h 2767298"/>
              <a:gd name="connsiteX25430" fmla="*/ 3862214 w 4752801"/>
              <a:gd name="connsiteY25430" fmla="*/ 529900 h 2767298"/>
              <a:gd name="connsiteX25431" fmla="*/ 3860595 w 4752801"/>
              <a:gd name="connsiteY25431" fmla="*/ 533138 h 2767298"/>
              <a:gd name="connsiteX25432" fmla="*/ 3856951 w 4752801"/>
              <a:gd name="connsiteY25432" fmla="*/ 533138 h 2767298"/>
              <a:gd name="connsiteX25433" fmla="*/ 3855332 w 4752801"/>
              <a:gd name="connsiteY25433" fmla="*/ 529900 h 2767298"/>
              <a:gd name="connsiteX25434" fmla="*/ 3047326 w 4752801"/>
              <a:gd name="connsiteY25434" fmla="*/ 526661 h 2767298"/>
              <a:gd name="connsiteX25435" fmla="*/ 3050970 w 4752801"/>
              <a:gd name="connsiteY25435" fmla="*/ 526661 h 2767298"/>
              <a:gd name="connsiteX25436" fmla="*/ 3052589 w 4752801"/>
              <a:gd name="connsiteY25436" fmla="*/ 529900 h 2767298"/>
              <a:gd name="connsiteX25437" fmla="*/ 3050970 w 4752801"/>
              <a:gd name="connsiteY25437" fmla="*/ 533138 h 2767298"/>
              <a:gd name="connsiteX25438" fmla="*/ 3047326 w 4752801"/>
              <a:gd name="connsiteY25438" fmla="*/ 533138 h 2767298"/>
              <a:gd name="connsiteX25439" fmla="*/ 3045707 w 4752801"/>
              <a:gd name="connsiteY25439" fmla="*/ 529900 h 2767298"/>
              <a:gd name="connsiteX25440" fmla="*/ 2359145 w 4752801"/>
              <a:gd name="connsiteY25440" fmla="*/ 526256 h 2767298"/>
              <a:gd name="connsiteX25441" fmla="*/ 2363193 w 4752801"/>
              <a:gd name="connsiteY25441" fmla="*/ 526256 h 2767298"/>
              <a:gd name="connsiteX25442" fmla="*/ 2365217 w 4752801"/>
              <a:gd name="connsiteY25442" fmla="*/ 529899 h 2767298"/>
              <a:gd name="connsiteX25443" fmla="*/ 2363193 w 4752801"/>
              <a:gd name="connsiteY25443" fmla="*/ 533543 h 2767298"/>
              <a:gd name="connsiteX25444" fmla="*/ 2359145 w 4752801"/>
              <a:gd name="connsiteY25444" fmla="*/ 533543 h 2767298"/>
              <a:gd name="connsiteX25445" fmla="*/ 2357121 w 4752801"/>
              <a:gd name="connsiteY25445" fmla="*/ 529899 h 2767298"/>
              <a:gd name="connsiteX25446" fmla="*/ 2076180 w 4752801"/>
              <a:gd name="connsiteY25446" fmla="*/ 526256 h 2767298"/>
              <a:gd name="connsiteX25447" fmla="*/ 2079419 w 4752801"/>
              <a:gd name="connsiteY25447" fmla="*/ 526256 h 2767298"/>
              <a:gd name="connsiteX25448" fmla="*/ 2080633 w 4752801"/>
              <a:gd name="connsiteY25448" fmla="*/ 526661 h 2767298"/>
              <a:gd name="connsiteX25449" fmla="*/ 2082252 w 4752801"/>
              <a:gd name="connsiteY25449" fmla="*/ 529494 h 2767298"/>
              <a:gd name="connsiteX25450" fmla="*/ 2082252 w 4752801"/>
              <a:gd name="connsiteY25450" fmla="*/ 530709 h 2767298"/>
              <a:gd name="connsiteX25451" fmla="*/ 2080633 w 4752801"/>
              <a:gd name="connsiteY25451" fmla="*/ 533543 h 2767298"/>
              <a:gd name="connsiteX25452" fmla="*/ 2079419 w 4752801"/>
              <a:gd name="connsiteY25452" fmla="*/ 533947 h 2767298"/>
              <a:gd name="connsiteX25453" fmla="*/ 2076180 w 4752801"/>
              <a:gd name="connsiteY25453" fmla="*/ 533947 h 2767298"/>
              <a:gd name="connsiteX25454" fmla="*/ 2074966 w 4752801"/>
              <a:gd name="connsiteY25454" fmla="*/ 533543 h 2767298"/>
              <a:gd name="connsiteX25455" fmla="*/ 2073347 w 4752801"/>
              <a:gd name="connsiteY25455" fmla="*/ 530709 h 2767298"/>
              <a:gd name="connsiteX25456" fmla="*/ 2073347 w 4752801"/>
              <a:gd name="connsiteY25456" fmla="*/ 529494 h 2767298"/>
              <a:gd name="connsiteX25457" fmla="*/ 2074966 w 4752801"/>
              <a:gd name="connsiteY25457" fmla="*/ 526661 h 2767298"/>
              <a:gd name="connsiteX25458" fmla="*/ 2076180 w 4752801"/>
              <a:gd name="connsiteY25458" fmla="*/ 526256 h 2767298"/>
              <a:gd name="connsiteX25459" fmla="*/ 2034890 w 4752801"/>
              <a:gd name="connsiteY25459" fmla="*/ 526256 h 2767298"/>
              <a:gd name="connsiteX25460" fmla="*/ 2039343 w 4752801"/>
              <a:gd name="connsiteY25460" fmla="*/ 526256 h 2767298"/>
              <a:gd name="connsiteX25461" fmla="*/ 2041367 w 4752801"/>
              <a:gd name="connsiteY25461" fmla="*/ 529899 h 2767298"/>
              <a:gd name="connsiteX25462" fmla="*/ 2039343 w 4752801"/>
              <a:gd name="connsiteY25462" fmla="*/ 533543 h 2767298"/>
              <a:gd name="connsiteX25463" fmla="*/ 2034890 w 4752801"/>
              <a:gd name="connsiteY25463" fmla="*/ 533543 h 2767298"/>
              <a:gd name="connsiteX25464" fmla="*/ 2032866 w 4752801"/>
              <a:gd name="connsiteY25464" fmla="*/ 529899 h 2767298"/>
              <a:gd name="connsiteX25465" fmla="*/ 1954332 w 4752801"/>
              <a:gd name="connsiteY25465" fmla="*/ 526256 h 2767298"/>
              <a:gd name="connsiteX25466" fmla="*/ 1957975 w 4752801"/>
              <a:gd name="connsiteY25466" fmla="*/ 526256 h 2767298"/>
              <a:gd name="connsiteX25467" fmla="*/ 1959190 w 4752801"/>
              <a:gd name="connsiteY25467" fmla="*/ 526661 h 2767298"/>
              <a:gd name="connsiteX25468" fmla="*/ 1960809 w 4752801"/>
              <a:gd name="connsiteY25468" fmla="*/ 529494 h 2767298"/>
              <a:gd name="connsiteX25469" fmla="*/ 1960809 w 4752801"/>
              <a:gd name="connsiteY25469" fmla="*/ 530709 h 2767298"/>
              <a:gd name="connsiteX25470" fmla="*/ 1959190 w 4752801"/>
              <a:gd name="connsiteY25470" fmla="*/ 533543 h 2767298"/>
              <a:gd name="connsiteX25471" fmla="*/ 1957975 w 4752801"/>
              <a:gd name="connsiteY25471" fmla="*/ 533947 h 2767298"/>
              <a:gd name="connsiteX25472" fmla="*/ 1954332 w 4752801"/>
              <a:gd name="connsiteY25472" fmla="*/ 533947 h 2767298"/>
              <a:gd name="connsiteX25473" fmla="*/ 1953118 w 4752801"/>
              <a:gd name="connsiteY25473" fmla="*/ 533543 h 2767298"/>
              <a:gd name="connsiteX25474" fmla="*/ 1951499 w 4752801"/>
              <a:gd name="connsiteY25474" fmla="*/ 530709 h 2767298"/>
              <a:gd name="connsiteX25475" fmla="*/ 1951499 w 4752801"/>
              <a:gd name="connsiteY25475" fmla="*/ 529494 h 2767298"/>
              <a:gd name="connsiteX25476" fmla="*/ 1953118 w 4752801"/>
              <a:gd name="connsiteY25476" fmla="*/ 526661 h 2767298"/>
              <a:gd name="connsiteX25477" fmla="*/ 1954332 w 4752801"/>
              <a:gd name="connsiteY25477" fmla="*/ 526256 h 2767298"/>
              <a:gd name="connsiteX25478" fmla="*/ 1873774 w 4752801"/>
              <a:gd name="connsiteY25478" fmla="*/ 526256 h 2767298"/>
              <a:gd name="connsiteX25479" fmla="*/ 1877013 w 4752801"/>
              <a:gd name="connsiteY25479" fmla="*/ 526256 h 2767298"/>
              <a:gd name="connsiteX25480" fmla="*/ 1878227 w 4752801"/>
              <a:gd name="connsiteY25480" fmla="*/ 526661 h 2767298"/>
              <a:gd name="connsiteX25481" fmla="*/ 1879846 w 4752801"/>
              <a:gd name="connsiteY25481" fmla="*/ 529494 h 2767298"/>
              <a:gd name="connsiteX25482" fmla="*/ 1879846 w 4752801"/>
              <a:gd name="connsiteY25482" fmla="*/ 530709 h 2767298"/>
              <a:gd name="connsiteX25483" fmla="*/ 1878227 w 4752801"/>
              <a:gd name="connsiteY25483" fmla="*/ 533543 h 2767298"/>
              <a:gd name="connsiteX25484" fmla="*/ 1877013 w 4752801"/>
              <a:gd name="connsiteY25484" fmla="*/ 533947 h 2767298"/>
              <a:gd name="connsiteX25485" fmla="*/ 1873774 w 4752801"/>
              <a:gd name="connsiteY25485" fmla="*/ 533947 h 2767298"/>
              <a:gd name="connsiteX25486" fmla="*/ 1872560 w 4752801"/>
              <a:gd name="connsiteY25486" fmla="*/ 533543 h 2767298"/>
              <a:gd name="connsiteX25487" fmla="*/ 1870941 w 4752801"/>
              <a:gd name="connsiteY25487" fmla="*/ 530709 h 2767298"/>
              <a:gd name="connsiteX25488" fmla="*/ 1870941 w 4752801"/>
              <a:gd name="connsiteY25488" fmla="*/ 529494 h 2767298"/>
              <a:gd name="connsiteX25489" fmla="*/ 1872560 w 4752801"/>
              <a:gd name="connsiteY25489" fmla="*/ 526661 h 2767298"/>
              <a:gd name="connsiteX25490" fmla="*/ 1873774 w 4752801"/>
              <a:gd name="connsiteY25490" fmla="*/ 526256 h 2767298"/>
              <a:gd name="connsiteX25491" fmla="*/ 3775989 w 4752801"/>
              <a:gd name="connsiteY25491" fmla="*/ 525851 h 2767298"/>
              <a:gd name="connsiteX25492" fmla="*/ 3780442 w 4752801"/>
              <a:gd name="connsiteY25492" fmla="*/ 525851 h 2767298"/>
              <a:gd name="connsiteX25493" fmla="*/ 3782870 w 4752801"/>
              <a:gd name="connsiteY25493" fmla="*/ 529899 h 2767298"/>
              <a:gd name="connsiteX25494" fmla="*/ 3780442 w 4752801"/>
              <a:gd name="connsiteY25494" fmla="*/ 533947 h 2767298"/>
              <a:gd name="connsiteX25495" fmla="*/ 3775989 w 4752801"/>
              <a:gd name="connsiteY25495" fmla="*/ 533947 h 2767298"/>
              <a:gd name="connsiteX25496" fmla="*/ 3773560 w 4752801"/>
              <a:gd name="connsiteY25496" fmla="*/ 529899 h 2767298"/>
              <a:gd name="connsiteX25497" fmla="*/ 3735102 w 4752801"/>
              <a:gd name="connsiteY25497" fmla="*/ 525851 h 2767298"/>
              <a:gd name="connsiteX25498" fmla="*/ 3739150 w 4752801"/>
              <a:gd name="connsiteY25498" fmla="*/ 525851 h 2767298"/>
              <a:gd name="connsiteX25499" fmla="*/ 3740364 w 4752801"/>
              <a:gd name="connsiteY25499" fmla="*/ 526256 h 2767298"/>
              <a:gd name="connsiteX25500" fmla="*/ 3742389 w 4752801"/>
              <a:gd name="connsiteY25500" fmla="*/ 529494 h 2767298"/>
              <a:gd name="connsiteX25501" fmla="*/ 3742389 w 4752801"/>
              <a:gd name="connsiteY25501" fmla="*/ 530709 h 2767298"/>
              <a:gd name="connsiteX25502" fmla="*/ 3740364 w 4752801"/>
              <a:gd name="connsiteY25502" fmla="*/ 533947 h 2767298"/>
              <a:gd name="connsiteX25503" fmla="*/ 3739150 w 4752801"/>
              <a:gd name="connsiteY25503" fmla="*/ 534352 h 2767298"/>
              <a:gd name="connsiteX25504" fmla="*/ 3735102 w 4752801"/>
              <a:gd name="connsiteY25504" fmla="*/ 534352 h 2767298"/>
              <a:gd name="connsiteX25505" fmla="*/ 3733888 w 4752801"/>
              <a:gd name="connsiteY25505" fmla="*/ 533947 h 2767298"/>
              <a:gd name="connsiteX25506" fmla="*/ 3731864 w 4752801"/>
              <a:gd name="connsiteY25506" fmla="*/ 530709 h 2767298"/>
              <a:gd name="connsiteX25507" fmla="*/ 3731864 w 4752801"/>
              <a:gd name="connsiteY25507" fmla="*/ 529494 h 2767298"/>
              <a:gd name="connsiteX25508" fmla="*/ 3733888 w 4752801"/>
              <a:gd name="connsiteY25508" fmla="*/ 526256 h 2767298"/>
              <a:gd name="connsiteX25509" fmla="*/ 3735102 w 4752801"/>
              <a:gd name="connsiteY25509" fmla="*/ 525851 h 2767298"/>
              <a:gd name="connsiteX25510" fmla="*/ 1792407 w 4752801"/>
              <a:gd name="connsiteY25510" fmla="*/ 525851 h 2767298"/>
              <a:gd name="connsiteX25511" fmla="*/ 1796860 w 4752801"/>
              <a:gd name="connsiteY25511" fmla="*/ 525851 h 2767298"/>
              <a:gd name="connsiteX25512" fmla="*/ 1799289 w 4752801"/>
              <a:gd name="connsiteY25512" fmla="*/ 529899 h 2767298"/>
              <a:gd name="connsiteX25513" fmla="*/ 1796860 w 4752801"/>
              <a:gd name="connsiteY25513" fmla="*/ 533947 h 2767298"/>
              <a:gd name="connsiteX25514" fmla="*/ 1792407 w 4752801"/>
              <a:gd name="connsiteY25514" fmla="*/ 533947 h 2767298"/>
              <a:gd name="connsiteX25515" fmla="*/ 1789978 w 4752801"/>
              <a:gd name="connsiteY25515" fmla="*/ 529899 h 2767298"/>
              <a:gd name="connsiteX25516" fmla="*/ 658932 w 4752801"/>
              <a:gd name="connsiteY25516" fmla="*/ 525851 h 2767298"/>
              <a:gd name="connsiteX25517" fmla="*/ 662575 w 4752801"/>
              <a:gd name="connsiteY25517" fmla="*/ 525851 h 2767298"/>
              <a:gd name="connsiteX25518" fmla="*/ 663790 w 4752801"/>
              <a:gd name="connsiteY25518" fmla="*/ 526256 h 2767298"/>
              <a:gd name="connsiteX25519" fmla="*/ 665814 w 4752801"/>
              <a:gd name="connsiteY25519" fmla="*/ 529494 h 2767298"/>
              <a:gd name="connsiteX25520" fmla="*/ 665814 w 4752801"/>
              <a:gd name="connsiteY25520" fmla="*/ 530709 h 2767298"/>
              <a:gd name="connsiteX25521" fmla="*/ 663790 w 4752801"/>
              <a:gd name="connsiteY25521" fmla="*/ 533947 h 2767298"/>
              <a:gd name="connsiteX25522" fmla="*/ 662575 w 4752801"/>
              <a:gd name="connsiteY25522" fmla="*/ 534352 h 2767298"/>
              <a:gd name="connsiteX25523" fmla="*/ 658932 w 4752801"/>
              <a:gd name="connsiteY25523" fmla="*/ 534352 h 2767298"/>
              <a:gd name="connsiteX25524" fmla="*/ 657718 w 4752801"/>
              <a:gd name="connsiteY25524" fmla="*/ 533947 h 2767298"/>
              <a:gd name="connsiteX25525" fmla="*/ 655694 w 4752801"/>
              <a:gd name="connsiteY25525" fmla="*/ 530709 h 2767298"/>
              <a:gd name="connsiteX25526" fmla="*/ 655694 w 4752801"/>
              <a:gd name="connsiteY25526" fmla="*/ 529494 h 2767298"/>
              <a:gd name="connsiteX25527" fmla="*/ 657718 w 4752801"/>
              <a:gd name="connsiteY25527" fmla="*/ 526256 h 2767298"/>
              <a:gd name="connsiteX25528" fmla="*/ 658932 w 4752801"/>
              <a:gd name="connsiteY25528" fmla="*/ 525851 h 2767298"/>
              <a:gd name="connsiteX25529" fmla="*/ 3816470 w 4752801"/>
              <a:gd name="connsiteY25529" fmla="*/ 525447 h 2767298"/>
              <a:gd name="connsiteX25530" fmla="*/ 3820113 w 4752801"/>
              <a:gd name="connsiteY25530" fmla="*/ 525447 h 2767298"/>
              <a:gd name="connsiteX25531" fmla="*/ 3821327 w 4752801"/>
              <a:gd name="connsiteY25531" fmla="*/ 525852 h 2767298"/>
              <a:gd name="connsiteX25532" fmla="*/ 3822946 w 4752801"/>
              <a:gd name="connsiteY25532" fmla="*/ 529090 h 2767298"/>
              <a:gd name="connsiteX25533" fmla="*/ 3822946 w 4752801"/>
              <a:gd name="connsiteY25533" fmla="*/ 530305 h 2767298"/>
              <a:gd name="connsiteX25534" fmla="*/ 3821327 w 4752801"/>
              <a:gd name="connsiteY25534" fmla="*/ 533543 h 2767298"/>
              <a:gd name="connsiteX25535" fmla="*/ 3820113 w 4752801"/>
              <a:gd name="connsiteY25535" fmla="*/ 533948 h 2767298"/>
              <a:gd name="connsiteX25536" fmla="*/ 3816470 w 4752801"/>
              <a:gd name="connsiteY25536" fmla="*/ 533948 h 2767298"/>
              <a:gd name="connsiteX25537" fmla="*/ 3815255 w 4752801"/>
              <a:gd name="connsiteY25537" fmla="*/ 533543 h 2767298"/>
              <a:gd name="connsiteX25538" fmla="*/ 3813636 w 4752801"/>
              <a:gd name="connsiteY25538" fmla="*/ 530305 h 2767298"/>
              <a:gd name="connsiteX25539" fmla="*/ 3813636 w 4752801"/>
              <a:gd name="connsiteY25539" fmla="*/ 529090 h 2767298"/>
              <a:gd name="connsiteX25540" fmla="*/ 3815255 w 4752801"/>
              <a:gd name="connsiteY25540" fmla="*/ 525852 h 2767298"/>
              <a:gd name="connsiteX25541" fmla="*/ 3816470 w 4752801"/>
              <a:gd name="connsiteY25541" fmla="*/ 525447 h 2767298"/>
              <a:gd name="connsiteX25542" fmla="*/ 3694216 w 4752801"/>
              <a:gd name="connsiteY25542" fmla="*/ 525042 h 2767298"/>
              <a:gd name="connsiteX25543" fmla="*/ 3699074 w 4752801"/>
              <a:gd name="connsiteY25543" fmla="*/ 525042 h 2767298"/>
              <a:gd name="connsiteX25544" fmla="*/ 3700288 w 4752801"/>
              <a:gd name="connsiteY25544" fmla="*/ 525447 h 2767298"/>
              <a:gd name="connsiteX25545" fmla="*/ 3702717 w 4752801"/>
              <a:gd name="connsiteY25545" fmla="*/ 529495 h 2767298"/>
              <a:gd name="connsiteX25546" fmla="*/ 3702717 w 4752801"/>
              <a:gd name="connsiteY25546" fmla="*/ 530709 h 2767298"/>
              <a:gd name="connsiteX25547" fmla="*/ 3700288 w 4752801"/>
              <a:gd name="connsiteY25547" fmla="*/ 534757 h 2767298"/>
              <a:gd name="connsiteX25548" fmla="*/ 3699074 w 4752801"/>
              <a:gd name="connsiteY25548" fmla="*/ 535162 h 2767298"/>
              <a:gd name="connsiteX25549" fmla="*/ 3694216 w 4752801"/>
              <a:gd name="connsiteY25549" fmla="*/ 535162 h 2767298"/>
              <a:gd name="connsiteX25550" fmla="*/ 3693002 w 4752801"/>
              <a:gd name="connsiteY25550" fmla="*/ 534757 h 2767298"/>
              <a:gd name="connsiteX25551" fmla="*/ 3690573 w 4752801"/>
              <a:gd name="connsiteY25551" fmla="*/ 530709 h 2767298"/>
              <a:gd name="connsiteX25552" fmla="*/ 3690573 w 4752801"/>
              <a:gd name="connsiteY25552" fmla="*/ 529495 h 2767298"/>
              <a:gd name="connsiteX25553" fmla="*/ 3693002 w 4752801"/>
              <a:gd name="connsiteY25553" fmla="*/ 525447 h 2767298"/>
              <a:gd name="connsiteX25554" fmla="*/ 3694216 w 4752801"/>
              <a:gd name="connsiteY25554" fmla="*/ 525042 h 2767298"/>
              <a:gd name="connsiteX25555" fmla="*/ 2398816 w 4752801"/>
              <a:gd name="connsiteY25555" fmla="*/ 524637 h 2767298"/>
              <a:gd name="connsiteX25556" fmla="*/ 2403674 w 4752801"/>
              <a:gd name="connsiteY25556" fmla="*/ 524637 h 2767298"/>
              <a:gd name="connsiteX25557" fmla="*/ 2404888 w 4752801"/>
              <a:gd name="connsiteY25557" fmla="*/ 525447 h 2767298"/>
              <a:gd name="connsiteX25558" fmla="*/ 2407317 w 4752801"/>
              <a:gd name="connsiteY25558" fmla="*/ 529495 h 2767298"/>
              <a:gd name="connsiteX25559" fmla="*/ 2407317 w 4752801"/>
              <a:gd name="connsiteY25559" fmla="*/ 530709 h 2767298"/>
              <a:gd name="connsiteX25560" fmla="*/ 2404888 w 4752801"/>
              <a:gd name="connsiteY25560" fmla="*/ 534757 h 2767298"/>
              <a:gd name="connsiteX25561" fmla="*/ 2403674 w 4752801"/>
              <a:gd name="connsiteY25561" fmla="*/ 535567 h 2767298"/>
              <a:gd name="connsiteX25562" fmla="*/ 2398816 w 4752801"/>
              <a:gd name="connsiteY25562" fmla="*/ 535567 h 2767298"/>
              <a:gd name="connsiteX25563" fmla="*/ 2397602 w 4752801"/>
              <a:gd name="connsiteY25563" fmla="*/ 534757 h 2767298"/>
              <a:gd name="connsiteX25564" fmla="*/ 2395173 w 4752801"/>
              <a:gd name="connsiteY25564" fmla="*/ 530709 h 2767298"/>
              <a:gd name="connsiteX25565" fmla="*/ 2395173 w 4752801"/>
              <a:gd name="connsiteY25565" fmla="*/ 529495 h 2767298"/>
              <a:gd name="connsiteX25566" fmla="*/ 2397602 w 4752801"/>
              <a:gd name="connsiteY25566" fmla="*/ 525447 h 2767298"/>
              <a:gd name="connsiteX25567" fmla="*/ 2398816 w 4752801"/>
              <a:gd name="connsiteY25567" fmla="*/ 524637 h 2767298"/>
              <a:gd name="connsiteX25568" fmla="*/ 1751521 w 4752801"/>
              <a:gd name="connsiteY25568" fmla="*/ 524232 h 2767298"/>
              <a:gd name="connsiteX25569" fmla="*/ 1755974 w 4752801"/>
              <a:gd name="connsiteY25569" fmla="*/ 524232 h 2767298"/>
              <a:gd name="connsiteX25570" fmla="*/ 1757188 w 4752801"/>
              <a:gd name="connsiteY25570" fmla="*/ 525042 h 2767298"/>
              <a:gd name="connsiteX25571" fmla="*/ 1759617 w 4752801"/>
              <a:gd name="connsiteY25571" fmla="*/ 529090 h 2767298"/>
              <a:gd name="connsiteX25572" fmla="*/ 1759617 w 4752801"/>
              <a:gd name="connsiteY25572" fmla="*/ 530304 h 2767298"/>
              <a:gd name="connsiteX25573" fmla="*/ 1757188 w 4752801"/>
              <a:gd name="connsiteY25573" fmla="*/ 534352 h 2767298"/>
              <a:gd name="connsiteX25574" fmla="*/ 1755974 w 4752801"/>
              <a:gd name="connsiteY25574" fmla="*/ 535162 h 2767298"/>
              <a:gd name="connsiteX25575" fmla="*/ 1751521 w 4752801"/>
              <a:gd name="connsiteY25575" fmla="*/ 535162 h 2767298"/>
              <a:gd name="connsiteX25576" fmla="*/ 1750306 w 4752801"/>
              <a:gd name="connsiteY25576" fmla="*/ 534352 h 2767298"/>
              <a:gd name="connsiteX25577" fmla="*/ 1747878 w 4752801"/>
              <a:gd name="connsiteY25577" fmla="*/ 530304 h 2767298"/>
              <a:gd name="connsiteX25578" fmla="*/ 1747878 w 4752801"/>
              <a:gd name="connsiteY25578" fmla="*/ 529090 h 2767298"/>
              <a:gd name="connsiteX25579" fmla="*/ 1750306 w 4752801"/>
              <a:gd name="connsiteY25579" fmla="*/ 525042 h 2767298"/>
              <a:gd name="connsiteX25580" fmla="*/ 1751521 w 4752801"/>
              <a:gd name="connsiteY25580" fmla="*/ 524232 h 2767298"/>
              <a:gd name="connsiteX25581" fmla="*/ 3653735 w 4752801"/>
              <a:gd name="connsiteY25581" fmla="*/ 523827 h 2767298"/>
              <a:gd name="connsiteX25582" fmla="*/ 3658998 w 4752801"/>
              <a:gd name="connsiteY25582" fmla="*/ 523827 h 2767298"/>
              <a:gd name="connsiteX25583" fmla="*/ 3660212 w 4752801"/>
              <a:gd name="connsiteY25583" fmla="*/ 524637 h 2767298"/>
              <a:gd name="connsiteX25584" fmla="*/ 3662641 w 4752801"/>
              <a:gd name="connsiteY25584" fmla="*/ 529090 h 2767298"/>
              <a:gd name="connsiteX25585" fmla="*/ 3662641 w 4752801"/>
              <a:gd name="connsiteY25585" fmla="*/ 530304 h 2767298"/>
              <a:gd name="connsiteX25586" fmla="*/ 3660212 w 4752801"/>
              <a:gd name="connsiteY25586" fmla="*/ 534757 h 2767298"/>
              <a:gd name="connsiteX25587" fmla="*/ 3658998 w 4752801"/>
              <a:gd name="connsiteY25587" fmla="*/ 535162 h 2767298"/>
              <a:gd name="connsiteX25588" fmla="*/ 3653735 w 4752801"/>
              <a:gd name="connsiteY25588" fmla="*/ 535162 h 2767298"/>
              <a:gd name="connsiteX25589" fmla="*/ 3652521 w 4752801"/>
              <a:gd name="connsiteY25589" fmla="*/ 534757 h 2767298"/>
              <a:gd name="connsiteX25590" fmla="*/ 3650092 w 4752801"/>
              <a:gd name="connsiteY25590" fmla="*/ 530304 h 2767298"/>
              <a:gd name="connsiteX25591" fmla="*/ 3650092 w 4752801"/>
              <a:gd name="connsiteY25591" fmla="*/ 529090 h 2767298"/>
              <a:gd name="connsiteX25592" fmla="*/ 3652521 w 4752801"/>
              <a:gd name="connsiteY25592" fmla="*/ 524637 h 2767298"/>
              <a:gd name="connsiteX25593" fmla="*/ 3653735 w 4752801"/>
              <a:gd name="connsiteY25593" fmla="*/ 523827 h 2767298"/>
              <a:gd name="connsiteX25594" fmla="*/ 2317450 w 4752801"/>
              <a:gd name="connsiteY25594" fmla="*/ 523423 h 2767298"/>
              <a:gd name="connsiteX25595" fmla="*/ 2323927 w 4752801"/>
              <a:gd name="connsiteY25595" fmla="*/ 523423 h 2767298"/>
              <a:gd name="connsiteX25596" fmla="*/ 2325141 w 4752801"/>
              <a:gd name="connsiteY25596" fmla="*/ 523828 h 2767298"/>
              <a:gd name="connsiteX25597" fmla="*/ 2328379 w 4752801"/>
              <a:gd name="connsiteY25597" fmla="*/ 529495 h 2767298"/>
              <a:gd name="connsiteX25598" fmla="*/ 2328379 w 4752801"/>
              <a:gd name="connsiteY25598" fmla="*/ 530710 h 2767298"/>
              <a:gd name="connsiteX25599" fmla="*/ 2325141 w 4752801"/>
              <a:gd name="connsiteY25599" fmla="*/ 536377 h 2767298"/>
              <a:gd name="connsiteX25600" fmla="*/ 2323927 w 4752801"/>
              <a:gd name="connsiteY25600" fmla="*/ 536782 h 2767298"/>
              <a:gd name="connsiteX25601" fmla="*/ 2317450 w 4752801"/>
              <a:gd name="connsiteY25601" fmla="*/ 536782 h 2767298"/>
              <a:gd name="connsiteX25602" fmla="*/ 2316235 w 4752801"/>
              <a:gd name="connsiteY25602" fmla="*/ 536377 h 2767298"/>
              <a:gd name="connsiteX25603" fmla="*/ 2312997 w 4752801"/>
              <a:gd name="connsiteY25603" fmla="*/ 530710 h 2767298"/>
              <a:gd name="connsiteX25604" fmla="*/ 2312997 w 4752801"/>
              <a:gd name="connsiteY25604" fmla="*/ 529495 h 2767298"/>
              <a:gd name="connsiteX25605" fmla="*/ 2316235 w 4752801"/>
              <a:gd name="connsiteY25605" fmla="*/ 523828 h 2767298"/>
              <a:gd name="connsiteX25606" fmla="*/ 2317450 w 4752801"/>
              <a:gd name="connsiteY25606" fmla="*/ 523423 h 2767298"/>
              <a:gd name="connsiteX25607" fmla="*/ 1912637 w 4752801"/>
              <a:gd name="connsiteY25607" fmla="*/ 523423 h 2767298"/>
              <a:gd name="connsiteX25608" fmla="*/ 1918709 w 4752801"/>
              <a:gd name="connsiteY25608" fmla="*/ 523423 h 2767298"/>
              <a:gd name="connsiteX25609" fmla="*/ 1919923 w 4752801"/>
              <a:gd name="connsiteY25609" fmla="*/ 524233 h 2767298"/>
              <a:gd name="connsiteX25610" fmla="*/ 1923162 w 4752801"/>
              <a:gd name="connsiteY25610" fmla="*/ 529495 h 2767298"/>
              <a:gd name="connsiteX25611" fmla="*/ 1923162 w 4752801"/>
              <a:gd name="connsiteY25611" fmla="*/ 530710 h 2767298"/>
              <a:gd name="connsiteX25612" fmla="*/ 1919923 w 4752801"/>
              <a:gd name="connsiteY25612" fmla="*/ 535972 h 2767298"/>
              <a:gd name="connsiteX25613" fmla="*/ 1918709 w 4752801"/>
              <a:gd name="connsiteY25613" fmla="*/ 536377 h 2767298"/>
              <a:gd name="connsiteX25614" fmla="*/ 1912637 w 4752801"/>
              <a:gd name="connsiteY25614" fmla="*/ 536377 h 2767298"/>
              <a:gd name="connsiteX25615" fmla="*/ 1911422 w 4752801"/>
              <a:gd name="connsiteY25615" fmla="*/ 535972 h 2767298"/>
              <a:gd name="connsiteX25616" fmla="*/ 1908184 w 4752801"/>
              <a:gd name="connsiteY25616" fmla="*/ 530710 h 2767298"/>
              <a:gd name="connsiteX25617" fmla="*/ 1908184 w 4752801"/>
              <a:gd name="connsiteY25617" fmla="*/ 529495 h 2767298"/>
              <a:gd name="connsiteX25618" fmla="*/ 1911422 w 4752801"/>
              <a:gd name="connsiteY25618" fmla="*/ 524233 h 2767298"/>
              <a:gd name="connsiteX25619" fmla="*/ 1912637 w 4752801"/>
              <a:gd name="connsiteY25619" fmla="*/ 523423 h 2767298"/>
              <a:gd name="connsiteX25620" fmla="*/ 1831675 w 4752801"/>
              <a:gd name="connsiteY25620" fmla="*/ 523018 h 2767298"/>
              <a:gd name="connsiteX25621" fmla="*/ 1838152 w 4752801"/>
              <a:gd name="connsiteY25621" fmla="*/ 523018 h 2767298"/>
              <a:gd name="connsiteX25622" fmla="*/ 1839366 w 4752801"/>
              <a:gd name="connsiteY25622" fmla="*/ 523423 h 2767298"/>
              <a:gd name="connsiteX25623" fmla="*/ 1842604 w 4752801"/>
              <a:gd name="connsiteY25623" fmla="*/ 529090 h 2767298"/>
              <a:gd name="connsiteX25624" fmla="*/ 1842604 w 4752801"/>
              <a:gd name="connsiteY25624" fmla="*/ 530305 h 2767298"/>
              <a:gd name="connsiteX25625" fmla="*/ 1839366 w 4752801"/>
              <a:gd name="connsiteY25625" fmla="*/ 535972 h 2767298"/>
              <a:gd name="connsiteX25626" fmla="*/ 1838152 w 4752801"/>
              <a:gd name="connsiteY25626" fmla="*/ 536377 h 2767298"/>
              <a:gd name="connsiteX25627" fmla="*/ 1831675 w 4752801"/>
              <a:gd name="connsiteY25627" fmla="*/ 536377 h 2767298"/>
              <a:gd name="connsiteX25628" fmla="*/ 1830460 w 4752801"/>
              <a:gd name="connsiteY25628" fmla="*/ 535972 h 2767298"/>
              <a:gd name="connsiteX25629" fmla="*/ 1827222 w 4752801"/>
              <a:gd name="connsiteY25629" fmla="*/ 530305 h 2767298"/>
              <a:gd name="connsiteX25630" fmla="*/ 1827222 w 4752801"/>
              <a:gd name="connsiteY25630" fmla="*/ 529090 h 2767298"/>
              <a:gd name="connsiteX25631" fmla="*/ 1830460 w 4752801"/>
              <a:gd name="connsiteY25631" fmla="*/ 523423 h 2767298"/>
              <a:gd name="connsiteX25632" fmla="*/ 1831675 w 4752801"/>
              <a:gd name="connsiteY25632" fmla="*/ 523018 h 2767298"/>
              <a:gd name="connsiteX25633" fmla="*/ 3612849 w 4752801"/>
              <a:gd name="connsiteY25633" fmla="*/ 522613 h 2767298"/>
              <a:gd name="connsiteX25634" fmla="*/ 3619326 w 4752801"/>
              <a:gd name="connsiteY25634" fmla="*/ 522613 h 2767298"/>
              <a:gd name="connsiteX25635" fmla="*/ 3620541 w 4752801"/>
              <a:gd name="connsiteY25635" fmla="*/ 523423 h 2767298"/>
              <a:gd name="connsiteX25636" fmla="*/ 3623780 w 4752801"/>
              <a:gd name="connsiteY25636" fmla="*/ 529090 h 2767298"/>
              <a:gd name="connsiteX25637" fmla="*/ 3623780 w 4752801"/>
              <a:gd name="connsiteY25637" fmla="*/ 530305 h 2767298"/>
              <a:gd name="connsiteX25638" fmla="*/ 3620541 w 4752801"/>
              <a:gd name="connsiteY25638" fmla="*/ 535972 h 2767298"/>
              <a:gd name="connsiteX25639" fmla="*/ 3619326 w 4752801"/>
              <a:gd name="connsiteY25639" fmla="*/ 536377 h 2767298"/>
              <a:gd name="connsiteX25640" fmla="*/ 3612849 w 4752801"/>
              <a:gd name="connsiteY25640" fmla="*/ 536377 h 2767298"/>
              <a:gd name="connsiteX25641" fmla="*/ 3611635 w 4752801"/>
              <a:gd name="connsiteY25641" fmla="*/ 535972 h 2767298"/>
              <a:gd name="connsiteX25642" fmla="*/ 3608397 w 4752801"/>
              <a:gd name="connsiteY25642" fmla="*/ 530305 h 2767298"/>
              <a:gd name="connsiteX25643" fmla="*/ 3608397 w 4752801"/>
              <a:gd name="connsiteY25643" fmla="*/ 529090 h 2767298"/>
              <a:gd name="connsiteX25644" fmla="*/ 3611635 w 4752801"/>
              <a:gd name="connsiteY25644" fmla="*/ 523423 h 2767298"/>
              <a:gd name="connsiteX25645" fmla="*/ 3612849 w 4752801"/>
              <a:gd name="connsiteY25645" fmla="*/ 522613 h 2767298"/>
              <a:gd name="connsiteX25646" fmla="*/ 1304608 w 4752801"/>
              <a:gd name="connsiteY25646" fmla="*/ 522613 h 2767298"/>
              <a:gd name="connsiteX25647" fmla="*/ 1312300 w 4752801"/>
              <a:gd name="connsiteY25647" fmla="*/ 522613 h 2767298"/>
              <a:gd name="connsiteX25648" fmla="*/ 1313514 w 4752801"/>
              <a:gd name="connsiteY25648" fmla="*/ 523018 h 2767298"/>
              <a:gd name="connsiteX25649" fmla="*/ 1317157 w 4752801"/>
              <a:gd name="connsiteY25649" fmla="*/ 529495 h 2767298"/>
              <a:gd name="connsiteX25650" fmla="*/ 1317157 w 4752801"/>
              <a:gd name="connsiteY25650" fmla="*/ 530709 h 2767298"/>
              <a:gd name="connsiteX25651" fmla="*/ 1313514 w 4752801"/>
              <a:gd name="connsiteY25651" fmla="*/ 537186 h 2767298"/>
              <a:gd name="connsiteX25652" fmla="*/ 1312300 w 4752801"/>
              <a:gd name="connsiteY25652" fmla="*/ 537996 h 2767298"/>
              <a:gd name="connsiteX25653" fmla="*/ 1304608 w 4752801"/>
              <a:gd name="connsiteY25653" fmla="*/ 537996 h 2767298"/>
              <a:gd name="connsiteX25654" fmla="*/ 1303394 w 4752801"/>
              <a:gd name="connsiteY25654" fmla="*/ 537186 h 2767298"/>
              <a:gd name="connsiteX25655" fmla="*/ 1299751 w 4752801"/>
              <a:gd name="connsiteY25655" fmla="*/ 530709 h 2767298"/>
              <a:gd name="connsiteX25656" fmla="*/ 1299751 w 4752801"/>
              <a:gd name="connsiteY25656" fmla="*/ 529495 h 2767298"/>
              <a:gd name="connsiteX25657" fmla="*/ 1303394 w 4752801"/>
              <a:gd name="connsiteY25657" fmla="*/ 523018 h 2767298"/>
              <a:gd name="connsiteX25658" fmla="*/ 1304608 w 4752801"/>
              <a:gd name="connsiteY25658" fmla="*/ 522613 h 2767298"/>
              <a:gd name="connsiteX25659" fmla="*/ 3571558 w 4752801"/>
              <a:gd name="connsiteY25659" fmla="*/ 522208 h 2767298"/>
              <a:gd name="connsiteX25660" fmla="*/ 3579655 w 4752801"/>
              <a:gd name="connsiteY25660" fmla="*/ 522208 h 2767298"/>
              <a:gd name="connsiteX25661" fmla="*/ 3580869 w 4752801"/>
              <a:gd name="connsiteY25661" fmla="*/ 522613 h 2767298"/>
              <a:gd name="connsiteX25662" fmla="*/ 3584917 w 4752801"/>
              <a:gd name="connsiteY25662" fmla="*/ 529495 h 2767298"/>
              <a:gd name="connsiteX25663" fmla="*/ 3584917 w 4752801"/>
              <a:gd name="connsiteY25663" fmla="*/ 530709 h 2767298"/>
              <a:gd name="connsiteX25664" fmla="*/ 3580869 w 4752801"/>
              <a:gd name="connsiteY25664" fmla="*/ 537591 h 2767298"/>
              <a:gd name="connsiteX25665" fmla="*/ 3579655 w 4752801"/>
              <a:gd name="connsiteY25665" fmla="*/ 537996 h 2767298"/>
              <a:gd name="connsiteX25666" fmla="*/ 3571558 w 4752801"/>
              <a:gd name="connsiteY25666" fmla="*/ 537996 h 2767298"/>
              <a:gd name="connsiteX25667" fmla="*/ 3570344 w 4752801"/>
              <a:gd name="connsiteY25667" fmla="*/ 537591 h 2767298"/>
              <a:gd name="connsiteX25668" fmla="*/ 3566296 w 4752801"/>
              <a:gd name="connsiteY25668" fmla="*/ 530709 h 2767298"/>
              <a:gd name="connsiteX25669" fmla="*/ 3566296 w 4752801"/>
              <a:gd name="connsiteY25669" fmla="*/ 529495 h 2767298"/>
              <a:gd name="connsiteX25670" fmla="*/ 3570344 w 4752801"/>
              <a:gd name="connsiteY25670" fmla="*/ 522613 h 2767298"/>
              <a:gd name="connsiteX25671" fmla="*/ 3571558 w 4752801"/>
              <a:gd name="connsiteY25671" fmla="*/ 522208 h 2767298"/>
              <a:gd name="connsiteX25672" fmla="*/ 2478160 w 4752801"/>
              <a:gd name="connsiteY25672" fmla="*/ 521803 h 2767298"/>
              <a:gd name="connsiteX25673" fmla="*/ 2486661 w 4752801"/>
              <a:gd name="connsiteY25673" fmla="*/ 521803 h 2767298"/>
              <a:gd name="connsiteX25674" fmla="*/ 2487876 w 4752801"/>
              <a:gd name="connsiteY25674" fmla="*/ 522208 h 2767298"/>
              <a:gd name="connsiteX25675" fmla="*/ 2492328 w 4752801"/>
              <a:gd name="connsiteY25675" fmla="*/ 529494 h 2767298"/>
              <a:gd name="connsiteX25676" fmla="*/ 2492328 w 4752801"/>
              <a:gd name="connsiteY25676" fmla="*/ 530709 h 2767298"/>
              <a:gd name="connsiteX25677" fmla="*/ 2487876 w 4752801"/>
              <a:gd name="connsiteY25677" fmla="*/ 537996 h 2767298"/>
              <a:gd name="connsiteX25678" fmla="*/ 2486661 w 4752801"/>
              <a:gd name="connsiteY25678" fmla="*/ 538400 h 2767298"/>
              <a:gd name="connsiteX25679" fmla="*/ 2478160 w 4752801"/>
              <a:gd name="connsiteY25679" fmla="*/ 538400 h 2767298"/>
              <a:gd name="connsiteX25680" fmla="*/ 2476946 w 4752801"/>
              <a:gd name="connsiteY25680" fmla="*/ 537996 h 2767298"/>
              <a:gd name="connsiteX25681" fmla="*/ 2472493 w 4752801"/>
              <a:gd name="connsiteY25681" fmla="*/ 530709 h 2767298"/>
              <a:gd name="connsiteX25682" fmla="*/ 2472493 w 4752801"/>
              <a:gd name="connsiteY25682" fmla="*/ 529494 h 2767298"/>
              <a:gd name="connsiteX25683" fmla="*/ 2476946 w 4752801"/>
              <a:gd name="connsiteY25683" fmla="*/ 522208 h 2767298"/>
              <a:gd name="connsiteX25684" fmla="*/ 2478160 w 4752801"/>
              <a:gd name="connsiteY25684" fmla="*/ 521803 h 2767298"/>
              <a:gd name="connsiteX25685" fmla="*/ 2438083 w 4752801"/>
              <a:gd name="connsiteY25685" fmla="*/ 521803 h 2767298"/>
              <a:gd name="connsiteX25686" fmla="*/ 2445775 w 4752801"/>
              <a:gd name="connsiteY25686" fmla="*/ 521803 h 2767298"/>
              <a:gd name="connsiteX25687" fmla="*/ 2446989 w 4752801"/>
              <a:gd name="connsiteY25687" fmla="*/ 522208 h 2767298"/>
              <a:gd name="connsiteX25688" fmla="*/ 2451037 w 4752801"/>
              <a:gd name="connsiteY25688" fmla="*/ 529090 h 2767298"/>
              <a:gd name="connsiteX25689" fmla="*/ 2451037 w 4752801"/>
              <a:gd name="connsiteY25689" fmla="*/ 530304 h 2767298"/>
              <a:gd name="connsiteX25690" fmla="*/ 2446989 w 4752801"/>
              <a:gd name="connsiteY25690" fmla="*/ 537186 h 2767298"/>
              <a:gd name="connsiteX25691" fmla="*/ 2445775 w 4752801"/>
              <a:gd name="connsiteY25691" fmla="*/ 537591 h 2767298"/>
              <a:gd name="connsiteX25692" fmla="*/ 2438083 w 4752801"/>
              <a:gd name="connsiteY25692" fmla="*/ 537591 h 2767298"/>
              <a:gd name="connsiteX25693" fmla="*/ 2436869 w 4752801"/>
              <a:gd name="connsiteY25693" fmla="*/ 537186 h 2767298"/>
              <a:gd name="connsiteX25694" fmla="*/ 2432821 w 4752801"/>
              <a:gd name="connsiteY25694" fmla="*/ 530304 h 2767298"/>
              <a:gd name="connsiteX25695" fmla="*/ 2432821 w 4752801"/>
              <a:gd name="connsiteY25695" fmla="*/ 529090 h 2767298"/>
              <a:gd name="connsiteX25696" fmla="*/ 2436869 w 4752801"/>
              <a:gd name="connsiteY25696" fmla="*/ 522208 h 2767298"/>
              <a:gd name="connsiteX25697" fmla="*/ 2438083 w 4752801"/>
              <a:gd name="connsiteY25697" fmla="*/ 521803 h 2767298"/>
              <a:gd name="connsiteX25698" fmla="*/ 3125860 w 4752801"/>
              <a:gd name="connsiteY25698" fmla="*/ 521399 h 2767298"/>
              <a:gd name="connsiteX25699" fmla="*/ 3134766 w 4752801"/>
              <a:gd name="connsiteY25699" fmla="*/ 521399 h 2767298"/>
              <a:gd name="connsiteX25700" fmla="*/ 3135980 w 4752801"/>
              <a:gd name="connsiteY25700" fmla="*/ 521804 h 2767298"/>
              <a:gd name="connsiteX25701" fmla="*/ 3140433 w 4752801"/>
              <a:gd name="connsiteY25701" fmla="*/ 529495 h 2767298"/>
              <a:gd name="connsiteX25702" fmla="*/ 3140433 w 4752801"/>
              <a:gd name="connsiteY25702" fmla="*/ 530710 h 2767298"/>
              <a:gd name="connsiteX25703" fmla="*/ 3135980 w 4752801"/>
              <a:gd name="connsiteY25703" fmla="*/ 538401 h 2767298"/>
              <a:gd name="connsiteX25704" fmla="*/ 3134766 w 4752801"/>
              <a:gd name="connsiteY25704" fmla="*/ 539616 h 2767298"/>
              <a:gd name="connsiteX25705" fmla="*/ 3125860 w 4752801"/>
              <a:gd name="connsiteY25705" fmla="*/ 539616 h 2767298"/>
              <a:gd name="connsiteX25706" fmla="*/ 3124645 w 4752801"/>
              <a:gd name="connsiteY25706" fmla="*/ 538806 h 2767298"/>
              <a:gd name="connsiteX25707" fmla="*/ 3120193 w 4752801"/>
              <a:gd name="connsiteY25707" fmla="*/ 531114 h 2767298"/>
              <a:gd name="connsiteX25708" fmla="*/ 3120193 w 4752801"/>
              <a:gd name="connsiteY25708" fmla="*/ 529900 h 2767298"/>
              <a:gd name="connsiteX25709" fmla="*/ 3124645 w 4752801"/>
              <a:gd name="connsiteY25709" fmla="*/ 522209 h 2767298"/>
              <a:gd name="connsiteX25710" fmla="*/ 3125860 w 4752801"/>
              <a:gd name="connsiteY25710" fmla="*/ 521399 h 2767298"/>
              <a:gd name="connsiteX25711" fmla="*/ 2680566 w 4752801"/>
              <a:gd name="connsiteY25711" fmla="*/ 521399 h 2767298"/>
              <a:gd name="connsiteX25712" fmla="*/ 2689067 w 4752801"/>
              <a:gd name="connsiteY25712" fmla="*/ 521399 h 2767298"/>
              <a:gd name="connsiteX25713" fmla="*/ 2690281 w 4752801"/>
              <a:gd name="connsiteY25713" fmla="*/ 521804 h 2767298"/>
              <a:gd name="connsiteX25714" fmla="*/ 2694330 w 4752801"/>
              <a:gd name="connsiteY25714" fmla="*/ 529090 h 2767298"/>
              <a:gd name="connsiteX25715" fmla="*/ 2694330 w 4752801"/>
              <a:gd name="connsiteY25715" fmla="*/ 530305 h 2767298"/>
              <a:gd name="connsiteX25716" fmla="*/ 2690281 w 4752801"/>
              <a:gd name="connsiteY25716" fmla="*/ 537592 h 2767298"/>
              <a:gd name="connsiteX25717" fmla="*/ 2689067 w 4752801"/>
              <a:gd name="connsiteY25717" fmla="*/ 537996 h 2767298"/>
              <a:gd name="connsiteX25718" fmla="*/ 2680566 w 4752801"/>
              <a:gd name="connsiteY25718" fmla="*/ 537996 h 2767298"/>
              <a:gd name="connsiteX25719" fmla="*/ 2679352 w 4752801"/>
              <a:gd name="connsiteY25719" fmla="*/ 537592 h 2767298"/>
              <a:gd name="connsiteX25720" fmla="*/ 2675304 w 4752801"/>
              <a:gd name="connsiteY25720" fmla="*/ 530305 h 2767298"/>
              <a:gd name="connsiteX25721" fmla="*/ 2675304 w 4752801"/>
              <a:gd name="connsiteY25721" fmla="*/ 529090 h 2767298"/>
              <a:gd name="connsiteX25722" fmla="*/ 2679352 w 4752801"/>
              <a:gd name="connsiteY25722" fmla="*/ 521804 h 2767298"/>
              <a:gd name="connsiteX25723" fmla="*/ 2680566 w 4752801"/>
              <a:gd name="connsiteY25723" fmla="*/ 521399 h 2767298"/>
              <a:gd name="connsiteX25724" fmla="*/ 2194791 w 4752801"/>
              <a:gd name="connsiteY25724" fmla="*/ 521399 h 2767298"/>
              <a:gd name="connsiteX25725" fmla="*/ 2203697 w 4752801"/>
              <a:gd name="connsiteY25725" fmla="*/ 521399 h 2767298"/>
              <a:gd name="connsiteX25726" fmla="*/ 2204911 w 4752801"/>
              <a:gd name="connsiteY25726" fmla="*/ 521804 h 2767298"/>
              <a:gd name="connsiteX25727" fmla="*/ 2209364 w 4752801"/>
              <a:gd name="connsiteY25727" fmla="*/ 529495 h 2767298"/>
              <a:gd name="connsiteX25728" fmla="*/ 2209364 w 4752801"/>
              <a:gd name="connsiteY25728" fmla="*/ 530710 h 2767298"/>
              <a:gd name="connsiteX25729" fmla="*/ 2204911 w 4752801"/>
              <a:gd name="connsiteY25729" fmla="*/ 538401 h 2767298"/>
              <a:gd name="connsiteX25730" fmla="*/ 2203697 w 4752801"/>
              <a:gd name="connsiteY25730" fmla="*/ 538806 h 2767298"/>
              <a:gd name="connsiteX25731" fmla="*/ 2194791 w 4752801"/>
              <a:gd name="connsiteY25731" fmla="*/ 538806 h 2767298"/>
              <a:gd name="connsiteX25732" fmla="*/ 2193577 w 4752801"/>
              <a:gd name="connsiteY25732" fmla="*/ 538401 h 2767298"/>
              <a:gd name="connsiteX25733" fmla="*/ 2189124 w 4752801"/>
              <a:gd name="connsiteY25733" fmla="*/ 530710 h 2767298"/>
              <a:gd name="connsiteX25734" fmla="*/ 2189124 w 4752801"/>
              <a:gd name="connsiteY25734" fmla="*/ 529495 h 2767298"/>
              <a:gd name="connsiteX25735" fmla="*/ 2193577 w 4752801"/>
              <a:gd name="connsiteY25735" fmla="*/ 521804 h 2767298"/>
              <a:gd name="connsiteX25736" fmla="*/ 2194791 w 4752801"/>
              <a:gd name="connsiteY25736" fmla="*/ 521399 h 2767298"/>
              <a:gd name="connsiteX25737" fmla="*/ 1709016 w 4752801"/>
              <a:gd name="connsiteY25737" fmla="*/ 521399 h 2767298"/>
              <a:gd name="connsiteX25738" fmla="*/ 1717922 w 4752801"/>
              <a:gd name="connsiteY25738" fmla="*/ 521399 h 2767298"/>
              <a:gd name="connsiteX25739" fmla="*/ 1719136 w 4752801"/>
              <a:gd name="connsiteY25739" fmla="*/ 521804 h 2767298"/>
              <a:gd name="connsiteX25740" fmla="*/ 1723589 w 4752801"/>
              <a:gd name="connsiteY25740" fmla="*/ 529495 h 2767298"/>
              <a:gd name="connsiteX25741" fmla="*/ 1723589 w 4752801"/>
              <a:gd name="connsiteY25741" fmla="*/ 530710 h 2767298"/>
              <a:gd name="connsiteX25742" fmla="*/ 1719136 w 4752801"/>
              <a:gd name="connsiteY25742" fmla="*/ 538401 h 2767298"/>
              <a:gd name="connsiteX25743" fmla="*/ 1717922 w 4752801"/>
              <a:gd name="connsiteY25743" fmla="*/ 538806 h 2767298"/>
              <a:gd name="connsiteX25744" fmla="*/ 1709016 w 4752801"/>
              <a:gd name="connsiteY25744" fmla="*/ 538806 h 2767298"/>
              <a:gd name="connsiteX25745" fmla="*/ 1707802 w 4752801"/>
              <a:gd name="connsiteY25745" fmla="*/ 538401 h 2767298"/>
              <a:gd name="connsiteX25746" fmla="*/ 1703349 w 4752801"/>
              <a:gd name="connsiteY25746" fmla="*/ 530710 h 2767298"/>
              <a:gd name="connsiteX25747" fmla="*/ 1703349 w 4752801"/>
              <a:gd name="connsiteY25747" fmla="*/ 529495 h 2767298"/>
              <a:gd name="connsiteX25748" fmla="*/ 1707802 w 4752801"/>
              <a:gd name="connsiteY25748" fmla="*/ 521804 h 2767298"/>
              <a:gd name="connsiteX25749" fmla="*/ 1709016 w 4752801"/>
              <a:gd name="connsiteY25749" fmla="*/ 521399 h 2767298"/>
              <a:gd name="connsiteX25750" fmla="*/ 1628458 w 4752801"/>
              <a:gd name="connsiteY25750" fmla="*/ 521399 h 2767298"/>
              <a:gd name="connsiteX25751" fmla="*/ 1636554 w 4752801"/>
              <a:gd name="connsiteY25751" fmla="*/ 521399 h 2767298"/>
              <a:gd name="connsiteX25752" fmla="*/ 1637769 w 4752801"/>
              <a:gd name="connsiteY25752" fmla="*/ 521804 h 2767298"/>
              <a:gd name="connsiteX25753" fmla="*/ 1641817 w 4752801"/>
              <a:gd name="connsiteY25753" fmla="*/ 529090 h 2767298"/>
              <a:gd name="connsiteX25754" fmla="*/ 1641817 w 4752801"/>
              <a:gd name="connsiteY25754" fmla="*/ 530305 h 2767298"/>
              <a:gd name="connsiteX25755" fmla="*/ 1637769 w 4752801"/>
              <a:gd name="connsiteY25755" fmla="*/ 537592 h 2767298"/>
              <a:gd name="connsiteX25756" fmla="*/ 1636554 w 4752801"/>
              <a:gd name="connsiteY25756" fmla="*/ 538401 h 2767298"/>
              <a:gd name="connsiteX25757" fmla="*/ 1628458 w 4752801"/>
              <a:gd name="connsiteY25757" fmla="*/ 538401 h 2767298"/>
              <a:gd name="connsiteX25758" fmla="*/ 1627244 w 4752801"/>
              <a:gd name="connsiteY25758" fmla="*/ 537592 h 2767298"/>
              <a:gd name="connsiteX25759" fmla="*/ 1623196 w 4752801"/>
              <a:gd name="connsiteY25759" fmla="*/ 530305 h 2767298"/>
              <a:gd name="connsiteX25760" fmla="*/ 1623196 w 4752801"/>
              <a:gd name="connsiteY25760" fmla="*/ 529090 h 2767298"/>
              <a:gd name="connsiteX25761" fmla="*/ 1627244 w 4752801"/>
              <a:gd name="connsiteY25761" fmla="*/ 521804 h 2767298"/>
              <a:gd name="connsiteX25762" fmla="*/ 1628458 w 4752801"/>
              <a:gd name="connsiteY25762" fmla="*/ 521399 h 2767298"/>
              <a:gd name="connsiteX25763" fmla="*/ 2275753 w 4752801"/>
              <a:gd name="connsiteY25763" fmla="*/ 520994 h 2767298"/>
              <a:gd name="connsiteX25764" fmla="*/ 2284659 w 4752801"/>
              <a:gd name="connsiteY25764" fmla="*/ 520994 h 2767298"/>
              <a:gd name="connsiteX25765" fmla="*/ 2285873 w 4752801"/>
              <a:gd name="connsiteY25765" fmla="*/ 521804 h 2767298"/>
              <a:gd name="connsiteX25766" fmla="*/ 2290326 w 4752801"/>
              <a:gd name="connsiteY25766" fmla="*/ 529495 h 2767298"/>
              <a:gd name="connsiteX25767" fmla="*/ 2290326 w 4752801"/>
              <a:gd name="connsiteY25767" fmla="*/ 530709 h 2767298"/>
              <a:gd name="connsiteX25768" fmla="*/ 2285873 w 4752801"/>
              <a:gd name="connsiteY25768" fmla="*/ 538401 h 2767298"/>
              <a:gd name="connsiteX25769" fmla="*/ 2284659 w 4752801"/>
              <a:gd name="connsiteY25769" fmla="*/ 539211 h 2767298"/>
              <a:gd name="connsiteX25770" fmla="*/ 2275753 w 4752801"/>
              <a:gd name="connsiteY25770" fmla="*/ 539211 h 2767298"/>
              <a:gd name="connsiteX25771" fmla="*/ 2274539 w 4752801"/>
              <a:gd name="connsiteY25771" fmla="*/ 538401 h 2767298"/>
              <a:gd name="connsiteX25772" fmla="*/ 2270086 w 4752801"/>
              <a:gd name="connsiteY25772" fmla="*/ 530709 h 2767298"/>
              <a:gd name="connsiteX25773" fmla="*/ 2270086 w 4752801"/>
              <a:gd name="connsiteY25773" fmla="*/ 529495 h 2767298"/>
              <a:gd name="connsiteX25774" fmla="*/ 2274539 w 4752801"/>
              <a:gd name="connsiteY25774" fmla="*/ 521804 h 2767298"/>
              <a:gd name="connsiteX25775" fmla="*/ 2275753 w 4752801"/>
              <a:gd name="connsiteY25775" fmla="*/ 520994 h 2767298"/>
              <a:gd name="connsiteX25776" fmla="*/ 1668130 w 4752801"/>
              <a:gd name="connsiteY25776" fmla="*/ 520994 h 2767298"/>
              <a:gd name="connsiteX25777" fmla="*/ 1677036 w 4752801"/>
              <a:gd name="connsiteY25777" fmla="*/ 520994 h 2767298"/>
              <a:gd name="connsiteX25778" fmla="*/ 1678250 w 4752801"/>
              <a:gd name="connsiteY25778" fmla="*/ 521399 h 2767298"/>
              <a:gd name="connsiteX25779" fmla="*/ 1682703 w 4752801"/>
              <a:gd name="connsiteY25779" fmla="*/ 529090 h 2767298"/>
              <a:gd name="connsiteX25780" fmla="*/ 1682703 w 4752801"/>
              <a:gd name="connsiteY25780" fmla="*/ 530305 h 2767298"/>
              <a:gd name="connsiteX25781" fmla="*/ 1678250 w 4752801"/>
              <a:gd name="connsiteY25781" fmla="*/ 537996 h 2767298"/>
              <a:gd name="connsiteX25782" fmla="*/ 1677036 w 4752801"/>
              <a:gd name="connsiteY25782" fmla="*/ 538806 h 2767298"/>
              <a:gd name="connsiteX25783" fmla="*/ 1668130 w 4752801"/>
              <a:gd name="connsiteY25783" fmla="*/ 538806 h 2767298"/>
              <a:gd name="connsiteX25784" fmla="*/ 1666916 w 4752801"/>
              <a:gd name="connsiteY25784" fmla="*/ 537996 h 2767298"/>
              <a:gd name="connsiteX25785" fmla="*/ 1662463 w 4752801"/>
              <a:gd name="connsiteY25785" fmla="*/ 530305 h 2767298"/>
              <a:gd name="connsiteX25786" fmla="*/ 1662463 w 4752801"/>
              <a:gd name="connsiteY25786" fmla="*/ 529090 h 2767298"/>
              <a:gd name="connsiteX25787" fmla="*/ 1666916 w 4752801"/>
              <a:gd name="connsiteY25787" fmla="*/ 521399 h 2767298"/>
              <a:gd name="connsiteX25788" fmla="*/ 1668130 w 4752801"/>
              <a:gd name="connsiteY25788" fmla="*/ 520994 h 2767298"/>
              <a:gd name="connsiteX25789" fmla="*/ 3165936 w 4752801"/>
              <a:gd name="connsiteY25789" fmla="*/ 520589 h 2767298"/>
              <a:gd name="connsiteX25790" fmla="*/ 3175247 w 4752801"/>
              <a:gd name="connsiteY25790" fmla="*/ 520589 h 2767298"/>
              <a:gd name="connsiteX25791" fmla="*/ 3176461 w 4752801"/>
              <a:gd name="connsiteY25791" fmla="*/ 521399 h 2767298"/>
              <a:gd name="connsiteX25792" fmla="*/ 3181319 w 4752801"/>
              <a:gd name="connsiteY25792" fmla="*/ 529495 h 2767298"/>
              <a:gd name="connsiteX25793" fmla="*/ 3181319 w 4752801"/>
              <a:gd name="connsiteY25793" fmla="*/ 530709 h 2767298"/>
              <a:gd name="connsiteX25794" fmla="*/ 3176461 w 4752801"/>
              <a:gd name="connsiteY25794" fmla="*/ 538806 h 2767298"/>
              <a:gd name="connsiteX25795" fmla="*/ 3175247 w 4752801"/>
              <a:gd name="connsiteY25795" fmla="*/ 539210 h 2767298"/>
              <a:gd name="connsiteX25796" fmla="*/ 3165936 w 4752801"/>
              <a:gd name="connsiteY25796" fmla="*/ 539210 h 2767298"/>
              <a:gd name="connsiteX25797" fmla="*/ 3164722 w 4752801"/>
              <a:gd name="connsiteY25797" fmla="*/ 538806 h 2767298"/>
              <a:gd name="connsiteX25798" fmla="*/ 3159864 w 4752801"/>
              <a:gd name="connsiteY25798" fmla="*/ 530709 h 2767298"/>
              <a:gd name="connsiteX25799" fmla="*/ 3159864 w 4752801"/>
              <a:gd name="connsiteY25799" fmla="*/ 529495 h 2767298"/>
              <a:gd name="connsiteX25800" fmla="*/ 3164722 w 4752801"/>
              <a:gd name="connsiteY25800" fmla="*/ 521399 h 2767298"/>
              <a:gd name="connsiteX25801" fmla="*/ 3165936 w 4752801"/>
              <a:gd name="connsiteY25801" fmla="*/ 520589 h 2767298"/>
              <a:gd name="connsiteX25802" fmla="*/ 2234868 w 4752801"/>
              <a:gd name="connsiteY25802" fmla="*/ 520589 h 2767298"/>
              <a:gd name="connsiteX25803" fmla="*/ 2244178 w 4752801"/>
              <a:gd name="connsiteY25803" fmla="*/ 520589 h 2767298"/>
              <a:gd name="connsiteX25804" fmla="*/ 2245393 w 4752801"/>
              <a:gd name="connsiteY25804" fmla="*/ 520994 h 2767298"/>
              <a:gd name="connsiteX25805" fmla="*/ 2250251 w 4752801"/>
              <a:gd name="connsiteY25805" fmla="*/ 529090 h 2767298"/>
              <a:gd name="connsiteX25806" fmla="*/ 2250251 w 4752801"/>
              <a:gd name="connsiteY25806" fmla="*/ 530305 h 2767298"/>
              <a:gd name="connsiteX25807" fmla="*/ 2245393 w 4752801"/>
              <a:gd name="connsiteY25807" fmla="*/ 538401 h 2767298"/>
              <a:gd name="connsiteX25808" fmla="*/ 2244178 w 4752801"/>
              <a:gd name="connsiteY25808" fmla="*/ 538806 h 2767298"/>
              <a:gd name="connsiteX25809" fmla="*/ 2234868 w 4752801"/>
              <a:gd name="connsiteY25809" fmla="*/ 538806 h 2767298"/>
              <a:gd name="connsiteX25810" fmla="*/ 2233653 w 4752801"/>
              <a:gd name="connsiteY25810" fmla="*/ 538401 h 2767298"/>
              <a:gd name="connsiteX25811" fmla="*/ 2228796 w 4752801"/>
              <a:gd name="connsiteY25811" fmla="*/ 530305 h 2767298"/>
              <a:gd name="connsiteX25812" fmla="*/ 2228796 w 4752801"/>
              <a:gd name="connsiteY25812" fmla="*/ 529090 h 2767298"/>
              <a:gd name="connsiteX25813" fmla="*/ 2233653 w 4752801"/>
              <a:gd name="connsiteY25813" fmla="*/ 520994 h 2767298"/>
              <a:gd name="connsiteX25814" fmla="*/ 2234868 w 4752801"/>
              <a:gd name="connsiteY25814" fmla="*/ 520589 h 2767298"/>
              <a:gd name="connsiteX25815" fmla="*/ 2153905 w 4752801"/>
              <a:gd name="connsiteY25815" fmla="*/ 520589 h 2767298"/>
              <a:gd name="connsiteX25816" fmla="*/ 2163216 w 4752801"/>
              <a:gd name="connsiteY25816" fmla="*/ 520589 h 2767298"/>
              <a:gd name="connsiteX25817" fmla="*/ 2164430 w 4752801"/>
              <a:gd name="connsiteY25817" fmla="*/ 520994 h 2767298"/>
              <a:gd name="connsiteX25818" fmla="*/ 2168883 w 4752801"/>
              <a:gd name="connsiteY25818" fmla="*/ 529090 h 2767298"/>
              <a:gd name="connsiteX25819" fmla="*/ 2168883 w 4752801"/>
              <a:gd name="connsiteY25819" fmla="*/ 530305 h 2767298"/>
              <a:gd name="connsiteX25820" fmla="*/ 2164430 w 4752801"/>
              <a:gd name="connsiteY25820" fmla="*/ 538401 h 2767298"/>
              <a:gd name="connsiteX25821" fmla="*/ 2163216 w 4752801"/>
              <a:gd name="connsiteY25821" fmla="*/ 538806 h 2767298"/>
              <a:gd name="connsiteX25822" fmla="*/ 2153905 w 4752801"/>
              <a:gd name="connsiteY25822" fmla="*/ 538806 h 2767298"/>
              <a:gd name="connsiteX25823" fmla="*/ 2152691 w 4752801"/>
              <a:gd name="connsiteY25823" fmla="*/ 538401 h 2767298"/>
              <a:gd name="connsiteX25824" fmla="*/ 2148238 w 4752801"/>
              <a:gd name="connsiteY25824" fmla="*/ 530305 h 2767298"/>
              <a:gd name="connsiteX25825" fmla="*/ 2148238 w 4752801"/>
              <a:gd name="connsiteY25825" fmla="*/ 529090 h 2767298"/>
              <a:gd name="connsiteX25826" fmla="*/ 2152691 w 4752801"/>
              <a:gd name="connsiteY25826" fmla="*/ 520994 h 2767298"/>
              <a:gd name="connsiteX25827" fmla="*/ 2153905 w 4752801"/>
              <a:gd name="connsiteY25827" fmla="*/ 520589 h 2767298"/>
              <a:gd name="connsiteX25828" fmla="*/ 2113828 w 4752801"/>
              <a:gd name="connsiteY25828" fmla="*/ 520589 h 2767298"/>
              <a:gd name="connsiteX25829" fmla="*/ 2122734 w 4752801"/>
              <a:gd name="connsiteY25829" fmla="*/ 520589 h 2767298"/>
              <a:gd name="connsiteX25830" fmla="*/ 2123948 w 4752801"/>
              <a:gd name="connsiteY25830" fmla="*/ 521399 h 2767298"/>
              <a:gd name="connsiteX25831" fmla="*/ 2128401 w 4752801"/>
              <a:gd name="connsiteY25831" fmla="*/ 529090 h 2767298"/>
              <a:gd name="connsiteX25832" fmla="*/ 2128401 w 4752801"/>
              <a:gd name="connsiteY25832" fmla="*/ 530305 h 2767298"/>
              <a:gd name="connsiteX25833" fmla="*/ 2123948 w 4752801"/>
              <a:gd name="connsiteY25833" fmla="*/ 537996 h 2767298"/>
              <a:gd name="connsiteX25834" fmla="*/ 2122734 w 4752801"/>
              <a:gd name="connsiteY25834" fmla="*/ 538401 h 2767298"/>
              <a:gd name="connsiteX25835" fmla="*/ 2113828 w 4752801"/>
              <a:gd name="connsiteY25835" fmla="*/ 538401 h 2767298"/>
              <a:gd name="connsiteX25836" fmla="*/ 2112614 w 4752801"/>
              <a:gd name="connsiteY25836" fmla="*/ 537996 h 2767298"/>
              <a:gd name="connsiteX25837" fmla="*/ 2108161 w 4752801"/>
              <a:gd name="connsiteY25837" fmla="*/ 530305 h 2767298"/>
              <a:gd name="connsiteX25838" fmla="*/ 2108161 w 4752801"/>
              <a:gd name="connsiteY25838" fmla="*/ 529090 h 2767298"/>
              <a:gd name="connsiteX25839" fmla="*/ 2112614 w 4752801"/>
              <a:gd name="connsiteY25839" fmla="*/ 521399 h 2767298"/>
              <a:gd name="connsiteX25840" fmla="*/ 2113828 w 4752801"/>
              <a:gd name="connsiteY25840" fmla="*/ 520589 h 2767298"/>
              <a:gd name="connsiteX25841" fmla="*/ 1181950 w 4752801"/>
              <a:gd name="connsiteY25841" fmla="*/ 520589 h 2767298"/>
              <a:gd name="connsiteX25842" fmla="*/ 1192070 w 4752801"/>
              <a:gd name="connsiteY25842" fmla="*/ 520589 h 2767298"/>
              <a:gd name="connsiteX25843" fmla="*/ 1193285 w 4752801"/>
              <a:gd name="connsiteY25843" fmla="*/ 520994 h 2767298"/>
              <a:gd name="connsiteX25844" fmla="*/ 1198142 w 4752801"/>
              <a:gd name="connsiteY25844" fmla="*/ 529495 h 2767298"/>
              <a:gd name="connsiteX25845" fmla="*/ 1198142 w 4752801"/>
              <a:gd name="connsiteY25845" fmla="*/ 530709 h 2767298"/>
              <a:gd name="connsiteX25846" fmla="*/ 1193285 w 4752801"/>
              <a:gd name="connsiteY25846" fmla="*/ 539210 h 2767298"/>
              <a:gd name="connsiteX25847" fmla="*/ 1192070 w 4752801"/>
              <a:gd name="connsiteY25847" fmla="*/ 540020 h 2767298"/>
              <a:gd name="connsiteX25848" fmla="*/ 1181950 w 4752801"/>
              <a:gd name="connsiteY25848" fmla="*/ 540020 h 2767298"/>
              <a:gd name="connsiteX25849" fmla="*/ 1180735 w 4752801"/>
              <a:gd name="connsiteY25849" fmla="*/ 539210 h 2767298"/>
              <a:gd name="connsiteX25850" fmla="*/ 1175878 w 4752801"/>
              <a:gd name="connsiteY25850" fmla="*/ 530709 h 2767298"/>
              <a:gd name="connsiteX25851" fmla="*/ 1175878 w 4752801"/>
              <a:gd name="connsiteY25851" fmla="*/ 529495 h 2767298"/>
              <a:gd name="connsiteX25852" fmla="*/ 1180735 w 4752801"/>
              <a:gd name="connsiteY25852" fmla="*/ 520994 h 2767298"/>
              <a:gd name="connsiteX25853" fmla="*/ 1181950 w 4752801"/>
              <a:gd name="connsiteY25853" fmla="*/ 520589 h 2767298"/>
              <a:gd name="connsiteX25854" fmla="*/ 696580 w 4752801"/>
              <a:gd name="connsiteY25854" fmla="*/ 520589 h 2767298"/>
              <a:gd name="connsiteX25855" fmla="*/ 705891 w 4752801"/>
              <a:gd name="connsiteY25855" fmla="*/ 520589 h 2767298"/>
              <a:gd name="connsiteX25856" fmla="*/ 707105 w 4752801"/>
              <a:gd name="connsiteY25856" fmla="*/ 520994 h 2767298"/>
              <a:gd name="connsiteX25857" fmla="*/ 711558 w 4752801"/>
              <a:gd name="connsiteY25857" fmla="*/ 529090 h 2767298"/>
              <a:gd name="connsiteX25858" fmla="*/ 711558 w 4752801"/>
              <a:gd name="connsiteY25858" fmla="*/ 530305 h 2767298"/>
              <a:gd name="connsiteX25859" fmla="*/ 707105 w 4752801"/>
              <a:gd name="connsiteY25859" fmla="*/ 538401 h 2767298"/>
              <a:gd name="connsiteX25860" fmla="*/ 705891 w 4752801"/>
              <a:gd name="connsiteY25860" fmla="*/ 539210 h 2767298"/>
              <a:gd name="connsiteX25861" fmla="*/ 696580 w 4752801"/>
              <a:gd name="connsiteY25861" fmla="*/ 539210 h 2767298"/>
              <a:gd name="connsiteX25862" fmla="*/ 695366 w 4752801"/>
              <a:gd name="connsiteY25862" fmla="*/ 538401 h 2767298"/>
              <a:gd name="connsiteX25863" fmla="*/ 690913 w 4752801"/>
              <a:gd name="connsiteY25863" fmla="*/ 530305 h 2767298"/>
              <a:gd name="connsiteX25864" fmla="*/ 690913 w 4752801"/>
              <a:gd name="connsiteY25864" fmla="*/ 529090 h 2767298"/>
              <a:gd name="connsiteX25865" fmla="*/ 695366 w 4752801"/>
              <a:gd name="connsiteY25865" fmla="*/ 520994 h 2767298"/>
              <a:gd name="connsiteX25866" fmla="*/ 696580 w 4752801"/>
              <a:gd name="connsiteY25866" fmla="*/ 520589 h 2767298"/>
              <a:gd name="connsiteX25867" fmla="*/ 3529457 w 4752801"/>
              <a:gd name="connsiteY25867" fmla="*/ 520184 h 2767298"/>
              <a:gd name="connsiteX25868" fmla="*/ 3539982 w 4752801"/>
              <a:gd name="connsiteY25868" fmla="*/ 520184 h 2767298"/>
              <a:gd name="connsiteX25869" fmla="*/ 3541197 w 4752801"/>
              <a:gd name="connsiteY25869" fmla="*/ 520589 h 2767298"/>
              <a:gd name="connsiteX25870" fmla="*/ 3546459 w 4752801"/>
              <a:gd name="connsiteY25870" fmla="*/ 529495 h 2767298"/>
              <a:gd name="connsiteX25871" fmla="*/ 3546459 w 4752801"/>
              <a:gd name="connsiteY25871" fmla="*/ 530709 h 2767298"/>
              <a:gd name="connsiteX25872" fmla="*/ 3541197 w 4752801"/>
              <a:gd name="connsiteY25872" fmla="*/ 539615 h 2767298"/>
              <a:gd name="connsiteX25873" fmla="*/ 3539982 w 4752801"/>
              <a:gd name="connsiteY25873" fmla="*/ 540020 h 2767298"/>
              <a:gd name="connsiteX25874" fmla="*/ 3529457 w 4752801"/>
              <a:gd name="connsiteY25874" fmla="*/ 540020 h 2767298"/>
              <a:gd name="connsiteX25875" fmla="*/ 3528243 w 4752801"/>
              <a:gd name="connsiteY25875" fmla="*/ 539615 h 2767298"/>
              <a:gd name="connsiteX25876" fmla="*/ 3522981 w 4752801"/>
              <a:gd name="connsiteY25876" fmla="*/ 530709 h 2767298"/>
              <a:gd name="connsiteX25877" fmla="*/ 3522981 w 4752801"/>
              <a:gd name="connsiteY25877" fmla="*/ 529495 h 2767298"/>
              <a:gd name="connsiteX25878" fmla="*/ 3528243 w 4752801"/>
              <a:gd name="connsiteY25878" fmla="*/ 520589 h 2767298"/>
              <a:gd name="connsiteX25879" fmla="*/ 3529457 w 4752801"/>
              <a:gd name="connsiteY25879" fmla="*/ 520184 h 2767298"/>
              <a:gd name="connsiteX25880" fmla="*/ 3206417 w 4752801"/>
              <a:gd name="connsiteY25880" fmla="*/ 520184 h 2767298"/>
              <a:gd name="connsiteX25881" fmla="*/ 3216132 w 4752801"/>
              <a:gd name="connsiteY25881" fmla="*/ 520184 h 2767298"/>
              <a:gd name="connsiteX25882" fmla="*/ 3217347 w 4752801"/>
              <a:gd name="connsiteY25882" fmla="*/ 520994 h 2767298"/>
              <a:gd name="connsiteX25883" fmla="*/ 3222205 w 4752801"/>
              <a:gd name="connsiteY25883" fmla="*/ 529495 h 2767298"/>
              <a:gd name="connsiteX25884" fmla="*/ 3222205 w 4752801"/>
              <a:gd name="connsiteY25884" fmla="*/ 530709 h 2767298"/>
              <a:gd name="connsiteX25885" fmla="*/ 3217347 w 4752801"/>
              <a:gd name="connsiteY25885" fmla="*/ 539210 h 2767298"/>
              <a:gd name="connsiteX25886" fmla="*/ 3216132 w 4752801"/>
              <a:gd name="connsiteY25886" fmla="*/ 540020 h 2767298"/>
              <a:gd name="connsiteX25887" fmla="*/ 3206417 w 4752801"/>
              <a:gd name="connsiteY25887" fmla="*/ 540020 h 2767298"/>
              <a:gd name="connsiteX25888" fmla="*/ 3205203 w 4752801"/>
              <a:gd name="connsiteY25888" fmla="*/ 539210 h 2767298"/>
              <a:gd name="connsiteX25889" fmla="*/ 3200345 w 4752801"/>
              <a:gd name="connsiteY25889" fmla="*/ 530709 h 2767298"/>
              <a:gd name="connsiteX25890" fmla="*/ 3200345 w 4752801"/>
              <a:gd name="connsiteY25890" fmla="*/ 529495 h 2767298"/>
              <a:gd name="connsiteX25891" fmla="*/ 3205203 w 4752801"/>
              <a:gd name="connsiteY25891" fmla="*/ 520994 h 2767298"/>
              <a:gd name="connsiteX25892" fmla="*/ 3206417 w 4752801"/>
              <a:gd name="connsiteY25892" fmla="*/ 520184 h 2767298"/>
              <a:gd name="connsiteX25893" fmla="*/ 3084974 w 4752801"/>
              <a:gd name="connsiteY25893" fmla="*/ 520184 h 2767298"/>
              <a:gd name="connsiteX25894" fmla="*/ 3094689 w 4752801"/>
              <a:gd name="connsiteY25894" fmla="*/ 520184 h 2767298"/>
              <a:gd name="connsiteX25895" fmla="*/ 3095904 w 4752801"/>
              <a:gd name="connsiteY25895" fmla="*/ 520589 h 2767298"/>
              <a:gd name="connsiteX25896" fmla="*/ 3100762 w 4752801"/>
              <a:gd name="connsiteY25896" fmla="*/ 529090 h 2767298"/>
              <a:gd name="connsiteX25897" fmla="*/ 3100762 w 4752801"/>
              <a:gd name="connsiteY25897" fmla="*/ 530304 h 2767298"/>
              <a:gd name="connsiteX25898" fmla="*/ 3095904 w 4752801"/>
              <a:gd name="connsiteY25898" fmla="*/ 538805 h 2767298"/>
              <a:gd name="connsiteX25899" fmla="*/ 3094689 w 4752801"/>
              <a:gd name="connsiteY25899" fmla="*/ 539210 h 2767298"/>
              <a:gd name="connsiteX25900" fmla="*/ 3084974 w 4752801"/>
              <a:gd name="connsiteY25900" fmla="*/ 539210 h 2767298"/>
              <a:gd name="connsiteX25901" fmla="*/ 3083760 w 4752801"/>
              <a:gd name="connsiteY25901" fmla="*/ 538805 h 2767298"/>
              <a:gd name="connsiteX25902" fmla="*/ 3078902 w 4752801"/>
              <a:gd name="connsiteY25902" fmla="*/ 530304 h 2767298"/>
              <a:gd name="connsiteX25903" fmla="*/ 3078902 w 4752801"/>
              <a:gd name="connsiteY25903" fmla="*/ 529090 h 2767298"/>
              <a:gd name="connsiteX25904" fmla="*/ 3083760 w 4752801"/>
              <a:gd name="connsiteY25904" fmla="*/ 520589 h 2767298"/>
              <a:gd name="connsiteX25905" fmla="*/ 3084974 w 4752801"/>
              <a:gd name="connsiteY25905" fmla="*/ 520184 h 2767298"/>
              <a:gd name="connsiteX25906" fmla="*/ 1991980 w 4752801"/>
              <a:gd name="connsiteY25906" fmla="*/ 520184 h 2767298"/>
              <a:gd name="connsiteX25907" fmla="*/ 2001695 w 4752801"/>
              <a:gd name="connsiteY25907" fmla="*/ 520184 h 2767298"/>
              <a:gd name="connsiteX25908" fmla="*/ 2002910 w 4752801"/>
              <a:gd name="connsiteY25908" fmla="*/ 520994 h 2767298"/>
              <a:gd name="connsiteX25909" fmla="*/ 2007768 w 4752801"/>
              <a:gd name="connsiteY25909" fmla="*/ 529495 h 2767298"/>
              <a:gd name="connsiteX25910" fmla="*/ 2007768 w 4752801"/>
              <a:gd name="connsiteY25910" fmla="*/ 530709 h 2767298"/>
              <a:gd name="connsiteX25911" fmla="*/ 2002910 w 4752801"/>
              <a:gd name="connsiteY25911" fmla="*/ 539210 h 2767298"/>
              <a:gd name="connsiteX25912" fmla="*/ 2001695 w 4752801"/>
              <a:gd name="connsiteY25912" fmla="*/ 540020 h 2767298"/>
              <a:gd name="connsiteX25913" fmla="*/ 1991980 w 4752801"/>
              <a:gd name="connsiteY25913" fmla="*/ 540020 h 2767298"/>
              <a:gd name="connsiteX25914" fmla="*/ 1990765 w 4752801"/>
              <a:gd name="connsiteY25914" fmla="*/ 539210 h 2767298"/>
              <a:gd name="connsiteX25915" fmla="*/ 1985908 w 4752801"/>
              <a:gd name="connsiteY25915" fmla="*/ 530709 h 2767298"/>
              <a:gd name="connsiteX25916" fmla="*/ 1985908 w 4752801"/>
              <a:gd name="connsiteY25916" fmla="*/ 529495 h 2767298"/>
              <a:gd name="connsiteX25917" fmla="*/ 1990765 w 4752801"/>
              <a:gd name="connsiteY25917" fmla="*/ 520994 h 2767298"/>
              <a:gd name="connsiteX25918" fmla="*/ 1991980 w 4752801"/>
              <a:gd name="connsiteY25918" fmla="*/ 520184 h 2767298"/>
              <a:gd name="connsiteX25919" fmla="*/ 3246088 w 4752801"/>
              <a:gd name="connsiteY25919" fmla="*/ 519779 h 2767298"/>
              <a:gd name="connsiteX25920" fmla="*/ 3257018 w 4752801"/>
              <a:gd name="connsiteY25920" fmla="*/ 519779 h 2767298"/>
              <a:gd name="connsiteX25921" fmla="*/ 3258233 w 4752801"/>
              <a:gd name="connsiteY25921" fmla="*/ 520184 h 2767298"/>
              <a:gd name="connsiteX25922" fmla="*/ 3263496 w 4752801"/>
              <a:gd name="connsiteY25922" fmla="*/ 529494 h 2767298"/>
              <a:gd name="connsiteX25923" fmla="*/ 3263496 w 4752801"/>
              <a:gd name="connsiteY25923" fmla="*/ 530709 h 2767298"/>
              <a:gd name="connsiteX25924" fmla="*/ 3258233 w 4752801"/>
              <a:gd name="connsiteY25924" fmla="*/ 540020 h 2767298"/>
              <a:gd name="connsiteX25925" fmla="*/ 3257018 w 4752801"/>
              <a:gd name="connsiteY25925" fmla="*/ 540424 h 2767298"/>
              <a:gd name="connsiteX25926" fmla="*/ 3246088 w 4752801"/>
              <a:gd name="connsiteY25926" fmla="*/ 540424 h 2767298"/>
              <a:gd name="connsiteX25927" fmla="*/ 3244874 w 4752801"/>
              <a:gd name="connsiteY25927" fmla="*/ 540020 h 2767298"/>
              <a:gd name="connsiteX25928" fmla="*/ 3239612 w 4752801"/>
              <a:gd name="connsiteY25928" fmla="*/ 530709 h 2767298"/>
              <a:gd name="connsiteX25929" fmla="*/ 3239612 w 4752801"/>
              <a:gd name="connsiteY25929" fmla="*/ 529494 h 2767298"/>
              <a:gd name="connsiteX25930" fmla="*/ 3244874 w 4752801"/>
              <a:gd name="connsiteY25930" fmla="*/ 520184 h 2767298"/>
              <a:gd name="connsiteX25931" fmla="*/ 3246088 w 4752801"/>
              <a:gd name="connsiteY25931" fmla="*/ 519779 h 2767298"/>
              <a:gd name="connsiteX25932" fmla="*/ 1222432 w 4752801"/>
              <a:gd name="connsiteY25932" fmla="*/ 519779 h 2767298"/>
              <a:gd name="connsiteX25933" fmla="*/ 1232552 w 4752801"/>
              <a:gd name="connsiteY25933" fmla="*/ 519779 h 2767298"/>
              <a:gd name="connsiteX25934" fmla="*/ 1233766 w 4752801"/>
              <a:gd name="connsiteY25934" fmla="*/ 520184 h 2767298"/>
              <a:gd name="connsiteX25935" fmla="*/ 1239029 w 4752801"/>
              <a:gd name="connsiteY25935" fmla="*/ 529090 h 2767298"/>
              <a:gd name="connsiteX25936" fmla="*/ 1239029 w 4752801"/>
              <a:gd name="connsiteY25936" fmla="*/ 530304 h 2767298"/>
              <a:gd name="connsiteX25937" fmla="*/ 1233766 w 4752801"/>
              <a:gd name="connsiteY25937" fmla="*/ 539210 h 2767298"/>
              <a:gd name="connsiteX25938" fmla="*/ 1232552 w 4752801"/>
              <a:gd name="connsiteY25938" fmla="*/ 539615 h 2767298"/>
              <a:gd name="connsiteX25939" fmla="*/ 1222432 w 4752801"/>
              <a:gd name="connsiteY25939" fmla="*/ 539615 h 2767298"/>
              <a:gd name="connsiteX25940" fmla="*/ 1221217 w 4752801"/>
              <a:gd name="connsiteY25940" fmla="*/ 539210 h 2767298"/>
              <a:gd name="connsiteX25941" fmla="*/ 1215955 w 4752801"/>
              <a:gd name="connsiteY25941" fmla="*/ 530304 h 2767298"/>
              <a:gd name="connsiteX25942" fmla="*/ 1215955 w 4752801"/>
              <a:gd name="connsiteY25942" fmla="*/ 529090 h 2767298"/>
              <a:gd name="connsiteX25943" fmla="*/ 1221217 w 4752801"/>
              <a:gd name="connsiteY25943" fmla="*/ 520184 h 2767298"/>
              <a:gd name="connsiteX25944" fmla="*/ 1222432 w 4752801"/>
              <a:gd name="connsiteY25944" fmla="*/ 519779 h 2767298"/>
              <a:gd name="connsiteX25945" fmla="*/ 736252 w 4752801"/>
              <a:gd name="connsiteY25945" fmla="*/ 519779 h 2767298"/>
              <a:gd name="connsiteX25946" fmla="*/ 747182 w 4752801"/>
              <a:gd name="connsiteY25946" fmla="*/ 519779 h 2767298"/>
              <a:gd name="connsiteX25947" fmla="*/ 748396 w 4752801"/>
              <a:gd name="connsiteY25947" fmla="*/ 520184 h 2767298"/>
              <a:gd name="connsiteX25948" fmla="*/ 753659 w 4752801"/>
              <a:gd name="connsiteY25948" fmla="*/ 529494 h 2767298"/>
              <a:gd name="connsiteX25949" fmla="*/ 753659 w 4752801"/>
              <a:gd name="connsiteY25949" fmla="*/ 530709 h 2767298"/>
              <a:gd name="connsiteX25950" fmla="*/ 748396 w 4752801"/>
              <a:gd name="connsiteY25950" fmla="*/ 540020 h 2767298"/>
              <a:gd name="connsiteX25951" fmla="*/ 747182 w 4752801"/>
              <a:gd name="connsiteY25951" fmla="*/ 540424 h 2767298"/>
              <a:gd name="connsiteX25952" fmla="*/ 736252 w 4752801"/>
              <a:gd name="connsiteY25952" fmla="*/ 540424 h 2767298"/>
              <a:gd name="connsiteX25953" fmla="*/ 735037 w 4752801"/>
              <a:gd name="connsiteY25953" fmla="*/ 540020 h 2767298"/>
              <a:gd name="connsiteX25954" fmla="*/ 729775 w 4752801"/>
              <a:gd name="connsiteY25954" fmla="*/ 530709 h 2767298"/>
              <a:gd name="connsiteX25955" fmla="*/ 729775 w 4752801"/>
              <a:gd name="connsiteY25955" fmla="*/ 529494 h 2767298"/>
              <a:gd name="connsiteX25956" fmla="*/ 735037 w 4752801"/>
              <a:gd name="connsiteY25956" fmla="*/ 520184 h 2767298"/>
              <a:gd name="connsiteX25957" fmla="*/ 736252 w 4752801"/>
              <a:gd name="connsiteY25957" fmla="*/ 519779 h 2767298"/>
              <a:gd name="connsiteX25958" fmla="*/ 3489381 w 4752801"/>
              <a:gd name="connsiteY25958" fmla="*/ 519374 h 2767298"/>
              <a:gd name="connsiteX25959" fmla="*/ 3499906 w 4752801"/>
              <a:gd name="connsiteY25959" fmla="*/ 519374 h 2767298"/>
              <a:gd name="connsiteX25960" fmla="*/ 3501121 w 4752801"/>
              <a:gd name="connsiteY25960" fmla="*/ 519779 h 2767298"/>
              <a:gd name="connsiteX25961" fmla="*/ 3506384 w 4752801"/>
              <a:gd name="connsiteY25961" fmla="*/ 529089 h 2767298"/>
              <a:gd name="connsiteX25962" fmla="*/ 3506384 w 4752801"/>
              <a:gd name="connsiteY25962" fmla="*/ 530304 h 2767298"/>
              <a:gd name="connsiteX25963" fmla="*/ 3501121 w 4752801"/>
              <a:gd name="connsiteY25963" fmla="*/ 539615 h 2767298"/>
              <a:gd name="connsiteX25964" fmla="*/ 3499906 w 4752801"/>
              <a:gd name="connsiteY25964" fmla="*/ 540019 h 2767298"/>
              <a:gd name="connsiteX25965" fmla="*/ 3489381 w 4752801"/>
              <a:gd name="connsiteY25965" fmla="*/ 540019 h 2767298"/>
              <a:gd name="connsiteX25966" fmla="*/ 3488167 w 4752801"/>
              <a:gd name="connsiteY25966" fmla="*/ 539615 h 2767298"/>
              <a:gd name="connsiteX25967" fmla="*/ 3482905 w 4752801"/>
              <a:gd name="connsiteY25967" fmla="*/ 530304 h 2767298"/>
              <a:gd name="connsiteX25968" fmla="*/ 3482905 w 4752801"/>
              <a:gd name="connsiteY25968" fmla="*/ 529089 h 2767298"/>
              <a:gd name="connsiteX25969" fmla="*/ 3488167 w 4752801"/>
              <a:gd name="connsiteY25969" fmla="*/ 519779 h 2767298"/>
              <a:gd name="connsiteX25970" fmla="*/ 3489381 w 4752801"/>
              <a:gd name="connsiteY25970" fmla="*/ 519374 h 2767298"/>
              <a:gd name="connsiteX25971" fmla="*/ 1262913 w 4752801"/>
              <a:gd name="connsiteY25971" fmla="*/ 519374 h 2767298"/>
              <a:gd name="connsiteX25972" fmla="*/ 1273033 w 4752801"/>
              <a:gd name="connsiteY25972" fmla="*/ 519374 h 2767298"/>
              <a:gd name="connsiteX25973" fmla="*/ 1274247 w 4752801"/>
              <a:gd name="connsiteY25973" fmla="*/ 520184 h 2767298"/>
              <a:gd name="connsiteX25974" fmla="*/ 1279510 w 4752801"/>
              <a:gd name="connsiteY25974" fmla="*/ 529089 h 2767298"/>
              <a:gd name="connsiteX25975" fmla="*/ 1279510 w 4752801"/>
              <a:gd name="connsiteY25975" fmla="*/ 530304 h 2767298"/>
              <a:gd name="connsiteX25976" fmla="*/ 1274247 w 4752801"/>
              <a:gd name="connsiteY25976" fmla="*/ 539210 h 2767298"/>
              <a:gd name="connsiteX25977" fmla="*/ 1273033 w 4752801"/>
              <a:gd name="connsiteY25977" fmla="*/ 539615 h 2767298"/>
              <a:gd name="connsiteX25978" fmla="*/ 1262913 w 4752801"/>
              <a:gd name="connsiteY25978" fmla="*/ 539615 h 2767298"/>
              <a:gd name="connsiteX25979" fmla="*/ 1261698 w 4752801"/>
              <a:gd name="connsiteY25979" fmla="*/ 539210 h 2767298"/>
              <a:gd name="connsiteX25980" fmla="*/ 1256436 w 4752801"/>
              <a:gd name="connsiteY25980" fmla="*/ 530304 h 2767298"/>
              <a:gd name="connsiteX25981" fmla="*/ 1256436 w 4752801"/>
              <a:gd name="connsiteY25981" fmla="*/ 529089 h 2767298"/>
              <a:gd name="connsiteX25982" fmla="*/ 1261698 w 4752801"/>
              <a:gd name="connsiteY25982" fmla="*/ 520184 h 2767298"/>
              <a:gd name="connsiteX25983" fmla="*/ 1262913 w 4752801"/>
              <a:gd name="connsiteY25983" fmla="*/ 519374 h 2767298"/>
              <a:gd name="connsiteX25984" fmla="*/ 1141469 w 4752801"/>
              <a:gd name="connsiteY25984" fmla="*/ 519374 h 2767298"/>
              <a:gd name="connsiteX25985" fmla="*/ 1151994 w 4752801"/>
              <a:gd name="connsiteY25985" fmla="*/ 519374 h 2767298"/>
              <a:gd name="connsiteX25986" fmla="*/ 1153208 w 4752801"/>
              <a:gd name="connsiteY25986" fmla="*/ 519779 h 2767298"/>
              <a:gd name="connsiteX25987" fmla="*/ 1158471 w 4752801"/>
              <a:gd name="connsiteY25987" fmla="*/ 529089 h 2767298"/>
              <a:gd name="connsiteX25988" fmla="*/ 1158471 w 4752801"/>
              <a:gd name="connsiteY25988" fmla="*/ 530304 h 2767298"/>
              <a:gd name="connsiteX25989" fmla="*/ 1153208 w 4752801"/>
              <a:gd name="connsiteY25989" fmla="*/ 539615 h 2767298"/>
              <a:gd name="connsiteX25990" fmla="*/ 1151994 w 4752801"/>
              <a:gd name="connsiteY25990" fmla="*/ 540019 h 2767298"/>
              <a:gd name="connsiteX25991" fmla="*/ 1141469 w 4752801"/>
              <a:gd name="connsiteY25991" fmla="*/ 540019 h 2767298"/>
              <a:gd name="connsiteX25992" fmla="*/ 1140254 w 4752801"/>
              <a:gd name="connsiteY25992" fmla="*/ 539615 h 2767298"/>
              <a:gd name="connsiteX25993" fmla="*/ 1134992 w 4752801"/>
              <a:gd name="connsiteY25993" fmla="*/ 530304 h 2767298"/>
              <a:gd name="connsiteX25994" fmla="*/ 1134992 w 4752801"/>
              <a:gd name="connsiteY25994" fmla="*/ 529089 h 2767298"/>
              <a:gd name="connsiteX25995" fmla="*/ 1140254 w 4752801"/>
              <a:gd name="connsiteY25995" fmla="*/ 519779 h 2767298"/>
              <a:gd name="connsiteX25996" fmla="*/ 1141469 w 4752801"/>
              <a:gd name="connsiteY25996" fmla="*/ 519374 h 2767298"/>
              <a:gd name="connsiteX25997" fmla="*/ 3326646 w 4752801"/>
              <a:gd name="connsiteY25997" fmla="*/ 518970 h 2767298"/>
              <a:gd name="connsiteX25998" fmla="*/ 3338386 w 4752801"/>
              <a:gd name="connsiteY25998" fmla="*/ 518970 h 2767298"/>
              <a:gd name="connsiteX25999" fmla="*/ 3339600 w 4752801"/>
              <a:gd name="connsiteY25999" fmla="*/ 519375 h 2767298"/>
              <a:gd name="connsiteX26000" fmla="*/ 3345672 w 4752801"/>
              <a:gd name="connsiteY26000" fmla="*/ 529495 h 2767298"/>
              <a:gd name="connsiteX26001" fmla="*/ 3345672 w 4752801"/>
              <a:gd name="connsiteY26001" fmla="*/ 530710 h 2767298"/>
              <a:gd name="connsiteX26002" fmla="*/ 3339600 w 4752801"/>
              <a:gd name="connsiteY26002" fmla="*/ 540830 h 2767298"/>
              <a:gd name="connsiteX26003" fmla="*/ 3338386 w 4752801"/>
              <a:gd name="connsiteY26003" fmla="*/ 541235 h 2767298"/>
              <a:gd name="connsiteX26004" fmla="*/ 3326646 w 4752801"/>
              <a:gd name="connsiteY26004" fmla="*/ 541235 h 2767298"/>
              <a:gd name="connsiteX26005" fmla="*/ 3325432 w 4752801"/>
              <a:gd name="connsiteY26005" fmla="*/ 540830 h 2767298"/>
              <a:gd name="connsiteX26006" fmla="*/ 3319360 w 4752801"/>
              <a:gd name="connsiteY26006" fmla="*/ 530710 h 2767298"/>
              <a:gd name="connsiteX26007" fmla="*/ 3319360 w 4752801"/>
              <a:gd name="connsiteY26007" fmla="*/ 529495 h 2767298"/>
              <a:gd name="connsiteX26008" fmla="*/ 3325432 w 4752801"/>
              <a:gd name="connsiteY26008" fmla="*/ 519375 h 2767298"/>
              <a:gd name="connsiteX26009" fmla="*/ 3326646 w 4752801"/>
              <a:gd name="connsiteY26009" fmla="*/ 518970 h 2767298"/>
              <a:gd name="connsiteX26010" fmla="*/ 3286166 w 4752801"/>
              <a:gd name="connsiteY26010" fmla="*/ 518970 h 2767298"/>
              <a:gd name="connsiteX26011" fmla="*/ 3297500 w 4752801"/>
              <a:gd name="connsiteY26011" fmla="*/ 518970 h 2767298"/>
              <a:gd name="connsiteX26012" fmla="*/ 3298715 w 4752801"/>
              <a:gd name="connsiteY26012" fmla="*/ 519375 h 2767298"/>
              <a:gd name="connsiteX26013" fmla="*/ 3304382 w 4752801"/>
              <a:gd name="connsiteY26013" fmla="*/ 529090 h 2767298"/>
              <a:gd name="connsiteX26014" fmla="*/ 3304382 w 4752801"/>
              <a:gd name="connsiteY26014" fmla="*/ 530305 h 2767298"/>
              <a:gd name="connsiteX26015" fmla="*/ 3298715 w 4752801"/>
              <a:gd name="connsiteY26015" fmla="*/ 540020 h 2767298"/>
              <a:gd name="connsiteX26016" fmla="*/ 3297500 w 4752801"/>
              <a:gd name="connsiteY26016" fmla="*/ 540425 h 2767298"/>
              <a:gd name="connsiteX26017" fmla="*/ 3286166 w 4752801"/>
              <a:gd name="connsiteY26017" fmla="*/ 540425 h 2767298"/>
              <a:gd name="connsiteX26018" fmla="*/ 3284951 w 4752801"/>
              <a:gd name="connsiteY26018" fmla="*/ 540020 h 2767298"/>
              <a:gd name="connsiteX26019" fmla="*/ 3279284 w 4752801"/>
              <a:gd name="connsiteY26019" fmla="*/ 530305 h 2767298"/>
              <a:gd name="connsiteX26020" fmla="*/ 3279284 w 4752801"/>
              <a:gd name="connsiteY26020" fmla="*/ 529090 h 2767298"/>
              <a:gd name="connsiteX26021" fmla="*/ 3284951 w 4752801"/>
              <a:gd name="connsiteY26021" fmla="*/ 519375 h 2767298"/>
              <a:gd name="connsiteX26022" fmla="*/ 3286166 w 4752801"/>
              <a:gd name="connsiteY26022" fmla="*/ 518970 h 2767298"/>
              <a:gd name="connsiteX26023" fmla="*/ 1100178 w 4752801"/>
              <a:gd name="connsiteY26023" fmla="*/ 518970 h 2767298"/>
              <a:gd name="connsiteX26024" fmla="*/ 1111918 w 4752801"/>
              <a:gd name="connsiteY26024" fmla="*/ 518970 h 2767298"/>
              <a:gd name="connsiteX26025" fmla="*/ 1113132 w 4752801"/>
              <a:gd name="connsiteY26025" fmla="*/ 519375 h 2767298"/>
              <a:gd name="connsiteX26026" fmla="*/ 1118800 w 4752801"/>
              <a:gd name="connsiteY26026" fmla="*/ 529495 h 2767298"/>
              <a:gd name="connsiteX26027" fmla="*/ 1118800 w 4752801"/>
              <a:gd name="connsiteY26027" fmla="*/ 530710 h 2767298"/>
              <a:gd name="connsiteX26028" fmla="*/ 1113132 w 4752801"/>
              <a:gd name="connsiteY26028" fmla="*/ 540830 h 2767298"/>
              <a:gd name="connsiteX26029" fmla="*/ 1111918 w 4752801"/>
              <a:gd name="connsiteY26029" fmla="*/ 541235 h 2767298"/>
              <a:gd name="connsiteX26030" fmla="*/ 1100178 w 4752801"/>
              <a:gd name="connsiteY26030" fmla="*/ 541235 h 2767298"/>
              <a:gd name="connsiteX26031" fmla="*/ 1098964 w 4752801"/>
              <a:gd name="connsiteY26031" fmla="*/ 540830 h 2767298"/>
              <a:gd name="connsiteX26032" fmla="*/ 1093297 w 4752801"/>
              <a:gd name="connsiteY26032" fmla="*/ 530710 h 2767298"/>
              <a:gd name="connsiteX26033" fmla="*/ 1093297 w 4752801"/>
              <a:gd name="connsiteY26033" fmla="*/ 529495 h 2767298"/>
              <a:gd name="connsiteX26034" fmla="*/ 1098964 w 4752801"/>
              <a:gd name="connsiteY26034" fmla="*/ 519375 h 2767298"/>
              <a:gd name="connsiteX26035" fmla="*/ 1100178 w 4752801"/>
              <a:gd name="connsiteY26035" fmla="*/ 518970 h 2767298"/>
              <a:gd name="connsiteX26036" fmla="*/ 1019215 w 4752801"/>
              <a:gd name="connsiteY26036" fmla="*/ 518565 h 2767298"/>
              <a:gd name="connsiteX26037" fmla="*/ 1030955 w 4752801"/>
              <a:gd name="connsiteY26037" fmla="*/ 518565 h 2767298"/>
              <a:gd name="connsiteX26038" fmla="*/ 1032169 w 4752801"/>
              <a:gd name="connsiteY26038" fmla="*/ 518970 h 2767298"/>
              <a:gd name="connsiteX26039" fmla="*/ 1037837 w 4752801"/>
              <a:gd name="connsiteY26039" fmla="*/ 529090 h 2767298"/>
              <a:gd name="connsiteX26040" fmla="*/ 1037837 w 4752801"/>
              <a:gd name="connsiteY26040" fmla="*/ 530305 h 2767298"/>
              <a:gd name="connsiteX26041" fmla="*/ 1032169 w 4752801"/>
              <a:gd name="connsiteY26041" fmla="*/ 540425 h 2767298"/>
              <a:gd name="connsiteX26042" fmla="*/ 1030955 w 4752801"/>
              <a:gd name="connsiteY26042" fmla="*/ 540830 h 2767298"/>
              <a:gd name="connsiteX26043" fmla="*/ 1019215 w 4752801"/>
              <a:gd name="connsiteY26043" fmla="*/ 540830 h 2767298"/>
              <a:gd name="connsiteX26044" fmla="*/ 1018001 w 4752801"/>
              <a:gd name="connsiteY26044" fmla="*/ 540425 h 2767298"/>
              <a:gd name="connsiteX26045" fmla="*/ 1012334 w 4752801"/>
              <a:gd name="connsiteY26045" fmla="*/ 530305 h 2767298"/>
              <a:gd name="connsiteX26046" fmla="*/ 1012334 w 4752801"/>
              <a:gd name="connsiteY26046" fmla="*/ 529090 h 2767298"/>
              <a:gd name="connsiteX26047" fmla="*/ 1018001 w 4752801"/>
              <a:gd name="connsiteY26047" fmla="*/ 518970 h 2767298"/>
              <a:gd name="connsiteX26048" fmla="*/ 1019215 w 4752801"/>
              <a:gd name="connsiteY26048" fmla="*/ 518565 h 2767298"/>
              <a:gd name="connsiteX26049" fmla="*/ 978734 w 4752801"/>
              <a:gd name="connsiteY26049" fmla="*/ 518565 h 2767298"/>
              <a:gd name="connsiteX26050" fmla="*/ 990474 w 4752801"/>
              <a:gd name="connsiteY26050" fmla="*/ 518565 h 2767298"/>
              <a:gd name="connsiteX26051" fmla="*/ 991688 w 4752801"/>
              <a:gd name="connsiteY26051" fmla="*/ 519375 h 2767298"/>
              <a:gd name="connsiteX26052" fmla="*/ 997761 w 4752801"/>
              <a:gd name="connsiteY26052" fmla="*/ 529495 h 2767298"/>
              <a:gd name="connsiteX26053" fmla="*/ 997761 w 4752801"/>
              <a:gd name="connsiteY26053" fmla="*/ 530709 h 2767298"/>
              <a:gd name="connsiteX26054" fmla="*/ 991688 w 4752801"/>
              <a:gd name="connsiteY26054" fmla="*/ 540830 h 2767298"/>
              <a:gd name="connsiteX26055" fmla="*/ 990474 w 4752801"/>
              <a:gd name="connsiteY26055" fmla="*/ 541639 h 2767298"/>
              <a:gd name="connsiteX26056" fmla="*/ 978734 w 4752801"/>
              <a:gd name="connsiteY26056" fmla="*/ 541639 h 2767298"/>
              <a:gd name="connsiteX26057" fmla="*/ 977520 w 4752801"/>
              <a:gd name="connsiteY26057" fmla="*/ 540830 h 2767298"/>
              <a:gd name="connsiteX26058" fmla="*/ 971448 w 4752801"/>
              <a:gd name="connsiteY26058" fmla="*/ 530709 h 2767298"/>
              <a:gd name="connsiteX26059" fmla="*/ 971448 w 4752801"/>
              <a:gd name="connsiteY26059" fmla="*/ 529495 h 2767298"/>
              <a:gd name="connsiteX26060" fmla="*/ 977520 w 4752801"/>
              <a:gd name="connsiteY26060" fmla="*/ 519375 h 2767298"/>
              <a:gd name="connsiteX26061" fmla="*/ 978734 w 4752801"/>
              <a:gd name="connsiteY26061" fmla="*/ 518565 h 2767298"/>
              <a:gd name="connsiteX26062" fmla="*/ 816809 w 4752801"/>
              <a:gd name="connsiteY26062" fmla="*/ 518565 h 2767298"/>
              <a:gd name="connsiteX26063" fmla="*/ 828954 w 4752801"/>
              <a:gd name="connsiteY26063" fmla="*/ 518565 h 2767298"/>
              <a:gd name="connsiteX26064" fmla="*/ 830168 w 4752801"/>
              <a:gd name="connsiteY26064" fmla="*/ 518970 h 2767298"/>
              <a:gd name="connsiteX26065" fmla="*/ 836240 w 4752801"/>
              <a:gd name="connsiteY26065" fmla="*/ 529495 h 2767298"/>
              <a:gd name="connsiteX26066" fmla="*/ 836240 w 4752801"/>
              <a:gd name="connsiteY26066" fmla="*/ 530709 h 2767298"/>
              <a:gd name="connsiteX26067" fmla="*/ 830168 w 4752801"/>
              <a:gd name="connsiteY26067" fmla="*/ 541235 h 2767298"/>
              <a:gd name="connsiteX26068" fmla="*/ 828954 w 4752801"/>
              <a:gd name="connsiteY26068" fmla="*/ 541639 h 2767298"/>
              <a:gd name="connsiteX26069" fmla="*/ 816809 w 4752801"/>
              <a:gd name="connsiteY26069" fmla="*/ 541639 h 2767298"/>
              <a:gd name="connsiteX26070" fmla="*/ 815595 w 4752801"/>
              <a:gd name="connsiteY26070" fmla="*/ 541235 h 2767298"/>
              <a:gd name="connsiteX26071" fmla="*/ 809523 w 4752801"/>
              <a:gd name="connsiteY26071" fmla="*/ 530709 h 2767298"/>
              <a:gd name="connsiteX26072" fmla="*/ 809523 w 4752801"/>
              <a:gd name="connsiteY26072" fmla="*/ 529495 h 2767298"/>
              <a:gd name="connsiteX26073" fmla="*/ 815595 w 4752801"/>
              <a:gd name="connsiteY26073" fmla="*/ 518970 h 2767298"/>
              <a:gd name="connsiteX26074" fmla="*/ 816809 w 4752801"/>
              <a:gd name="connsiteY26074" fmla="*/ 518565 h 2767298"/>
              <a:gd name="connsiteX26075" fmla="*/ 1059696 w 4752801"/>
              <a:gd name="connsiteY26075" fmla="*/ 518160 h 2767298"/>
              <a:gd name="connsiteX26076" fmla="*/ 1071436 w 4752801"/>
              <a:gd name="connsiteY26076" fmla="*/ 518160 h 2767298"/>
              <a:gd name="connsiteX26077" fmla="*/ 1072650 w 4752801"/>
              <a:gd name="connsiteY26077" fmla="*/ 518970 h 2767298"/>
              <a:gd name="connsiteX26078" fmla="*/ 1078318 w 4752801"/>
              <a:gd name="connsiteY26078" fmla="*/ 529090 h 2767298"/>
              <a:gd name="connsiteX26079" fmla="*/ 1078318 w 4752801"/>
              <a:gd name="connsiteY26079" fmla="*/ 530304 h 2767298"/>
              <a:gd name="connsiteX26080" fmla="*/ 1072650 w 4752801"/>
              <a:gd name="connsiteY26080" fmla="*/ 540425 h 2767298"/>
              <a:gd name="connsiteX26081" fmla="*/ 1071436 w 4752801"/>
              <a:gd name="connsiteY26081" fmla="*/ 540829 h 2767298"/>
              <a:gd name="connsiteX26082" fmla="*/ 1059696 w 4752801"/>
              <a:gd name="connsiteY26082" fmla="*/ 540829 h 2767298"/>
              <a:gd name="connsiteX26083" fmla="*/ 1058482 w 4752801"/>
              <a:gd name="connsiteY26083" fmla="*/ 540425 h 2767298"/>
              <a:gd name="connsiteX26084" fmla="*/ 1052815 w 4752801"/>
              <a:gd name="connsiteY26084" fmla="*/ 530304 h 2767298"/>
              <a:gd name="connsiteX26085" fmla="*/ 1052815 w 4752801"/>
              <a:gd name="connsiteY26085" fmla="*/ 529090 h 2767298"/>
              <a:gd name="connsiteX26086" fmla="*/ 1058482 w 4752801"/>
              <a:gd name="connsiteY26086" fmla="*/ 518970 h 2767298"/>
              <a:gd name="connsiteX26087" fmla="*/ 1059696 w 4752801"/>
              <a:gd name="connsiteY26087" fmla="*/ 518160 h 2767298"/>
              <a:gd name="connsiteX26088" fmla="*/ 897367 w 4752801"/>
              <a:gd name="connsiteY26088" fmla="*/ 518160 h 2767298"/>
              <a:gd name="connsiteX26089" fmla="*/ 909916 w 4752801"/>
              <a:gd name="connsiteY26089" fmla="*/ 518160 h 2767298"/>
              <a:gd name="connsiteX26090" fmla="*/ 911131 w 4752801"/>
              <a:gd name="connsiteY26090" fmla="*/ 518565 h 2767298"/>
              <a:gd name="connsiteX26091" fmla="*/ 917608 w 4752801"/>
              <a:gd name="connsiteY26091" fmla="*/ 529495 h 2767298"/>
              <a:gd name="connsiteX26092" fmla="*/ 917608 w 4752801"/>
              <a:gd name="connsiteY26092" fmla="*/ 530709 h 2767298"/>
              <a:gd name="connsiteX26093" fmla="*/ 911131 w 4752801"/>
              <a:gd name="connsiteY26093" fmla="*/ 541639 h 2767298"/>
              <a:gd name="connsiteX26094" fmla="*/ 909916 w 4752801"/>
              <a:gd name="connsiteY26094" fmla="*/ 542449 h 2767298"/>
              <a:gd name="connsiteX26095" fmla="*/ 897367 w 4752801"/>
              <a:gd name="connsiteY26095" fmla="*/ 542449 h 2767298"/>
              <a:gd name="connsiteX26096" fmla="*/ 896153 w 4752801"/>
              <a:gd name="connsiteY26096" fmla="*/ 541639 h 2767298"/>
              <a:gd name="connsiteX26097" fmla="*/ 889676 w 4752801"/>
              <a:gd name="connsiteY26097" fmla="*/ 530709 h 2767298"/>
              <a:gd name="connsiteX26098" fmla="*/ 889676 w 4752801"/>
              <a:gd name="connsiteY26098" fmla="*/ 529495 h 2767298"/>
              <a:gd name="connsiteX26099" fmla="*/ 896153 w 4752801"/>
              <a:gd name="connsiteY26099" fmla="*/ 518565 h 2767298"/>
              <a:gd name="connsiteX26100" fmla="*/ 897367 w 4752801"/>
              <a:gd name="connsiteY26100" fmla="*/ 518160 h 2767298"/>
              <a:gd name="connsiteX26101" fmla="*/ 856481 w 4752801"/>
              <a:gd name="connsiteY26101" fmla="*/ 518160 h 2767298"/>
              <a:gd name="connsiteX26102" fmla="*/ 869435 w 4752801"/>
              <a:gd name="connsiteY26102" fmla="*/ 518160 h 2767298"/>
              <a:gd name="connsiteX26103" fmla="*/ 870650 w 4752801"/>
              <a:gd name="connsiteY26103" fmla="*/ 518565 h 2767298"/>
              <a:gd name="connsiteX26104" fmla="*/ 877126 w 4752801"/>
              <a:gd name="connsiteY26104" fmla="*/ 529495 h 2767298"/>
              <a:gd name="connsiteX26105" fmla="*/ 877126 w 4752801"/>
              <a:gd name="connsiteY26105" fmla="*/ 530709 h 2767298"/>
              <a:gd name="connsiteX26106" fmla="*/ 870650 w 4752801"/>
              <a:gd name="connsiteY26106" fmla="*/ 541639 h 2767298"/>
              <a:gd name="connsiteX26107" fmla="*/ 869435 w 4752801"/>
              <a:gd name="connsiteY26107" fmla="*/ 542449 h 2767298"/>
              <a:gd name="connsiteX26108" fmla="*/ 856481 w 4752801"/>
              <a:gd name="connsiteY26108" fmla="*/ 542449 h 2767298"/>
              <a:gd name="connsiteX26109" fmla="*/ 855267 w 4752801"/>
              <a:gd name="connsiteY26109" fmla="*/ 541639 h 2767298"/>
              <a:gd name="connsiteX26110" fmla="*/ 848790 w 4752801"/>
              <a:gd name="connsiteY26110" fmla="*/ 530709 h 2767298"/>
              <a:gd name="connsiteX26111" fmla="*/ 848790 w 4752801"/>
              <a:gd name="connsiteY26111" fmla="*/ 529495 h 2767298"/>
              <a:gd name="connsiteX26112" fmla="*/ 855267 w 4752801"/>
              <a:gd name="connsiteY26112" fmla="*/ 518565 h 2767298"/>
              <a:gd name="connsiteX26113" fmla="*/ 856481 w 4752801"/>
              <a:gd name="connsiteY26113" fmla="*/ 518160 h 2767298"/>
              <a:gd name="connsiteX26114" fmla="*/ 775923 w 4752801"/>
              <a:gd name="connsiteY26114" fmla="*/ 518160 h 2767298"/>
              <a:gd name="connsiteX26115" fmla="*/ 788067 w 4752801"/>
              <a:gd name="connsiteY26115" fmla="*/ 518160 h 2767298"/>
              <a:gd name="connsiteX26116" fmla="*/ 789282 w 4752801"/>
              <a:gd name="connsiteY26116" fmla="*/ 518565 h 2767298"/>
              <a:gd name="connsiteX26117" fmla="*/ 795354 w 4752801"/>
              <a:gd name="connsiteY26117" fmla="*/ 529090 h 2767298"/>
              <a:gd name="connsiteX26118" fmla="*/ 795354 w 4752801"/>
              <a:gd name="connsiteY26118" fmla="*/ 530304 h 2767298"/>
              <a:gd name="connsiteX26119" fmla="*/ 789282 w 4752801"/>
              <a:gd name="connsiteY26119" fmla="*/ 540829 h 2767298"/>
              <a:gd name="connsiteX26120" fmla="*/ 788067 w 4752801"/>
              <a:gd name="connsiteY26120" fmla="*/ 541234 h 2767298"/>
              <a:gd name="connsiteX26121" fmla="*/ 775923 w 4752801"/>
              <a:gd name="connsiteY26121" fmla="*/ 541234 h 2767298"/>
              <a:gd name="connsiteX26122" fmla="*/ 774709 w 4752801"/>
              <a:gd name="connsiteY26122" fmla="*/ 540829 h 2767298"/>
              <a:gd name="connsiteX26123" fmla="*/ 768637 w 4752801"/>
              <a:gd name="connsiteY26123" fmla="*/ 530304 h 2767298"/>
              <a:gd name="connsiteX26124" fmla="*/ 768637 w 4752801"/>
              <a:gd name="connsiteY26124" fmla="*/ 529090 h 2767298"/>
              <a:gd name="connsiteX26125" fmla="*/ 774709 w 4752801"/>
              <a:gd name="connsiteY26125" fmla="*/ 518565 h 2767298"/>
              <a:gd name="connsiteX26126" fmla="*/ 775923 w 4752801"/>
              <a:gd name="connsiteY26126" fmla="*/ 518160 h 2767298"/>
              <a:gd name="connsiteX26127" fmla="*/ 937848 w 4752801"/>
              <a:gd name="connsiteY26127" fmla="*/ 517350 h 2767298"/>
              <a:gd name="connsiteX26128" fmla="*/ 950802 w 4752801"/>
              <a:gd name="connsiteY26128" fmla="*/ 517350 h 2767298"/>
              <a:gd name="connsiteX26129" fmla="*/ 952016 w 4752801"/>
              <a:gd name="connsiteY26129" fmla="*/ 517755 h 2767298"/>
              <a:gd name="connsiteX26130" fmla="*/ 958494 w 4752801"/>
              <a:gd name="connsiteY26130" fmla="*/ 529090 h 2767298"/>
              <a:gd name="connsiteX26131" fmla="*/ 958494 w 4752801"/>
              <a:gd name="connsiteY26131" fmla="*/ 530304 h 2767298"/>
              <a:gd name="connsiteX26132" fmla="*/ 952016 w 4752801"/>
              <a:gd name="connsiteY26132" fmla="*/ 541639 h 2767298"/>
              <a:gd name="connsiteX26133" fmla="*/ 950802 w 4752801"/>
              <a:gd name="connsiteY26133" fmla="*/ 542044 h 2767298"/>
              <a:gd name="connsiteX26134" fmla="*/ 937848 w 4752801"/>
              <a:gd name="connsiteY26134" fmla="*/ 542044 h 2767298"/>
              <a:gd name="connsiteX26135" fmla="*/ 936634 w 4752801"/>
              <a:gd name="connsiteY26135" fmla="*/ 541639 h 2767298"/>
              <a:gd name="connsiteX26136" fmla="*/ 930157 w 4752801"/>
              <a:gd name="connsiteY26136" fmla="*/ 530304 h 2767298"/>
              <a:gd name="connsiteX26137" fmla="*/ 930157 w 4752801"/>
              <a:gd name="connsiteY26137" fmla="*/ 529090 h 2767298"/>
              <a:gd name="connsiteX26138" fmla="*/ 936634 w 4752801"/>
              <a:gd name="connsiteY26138" fmla="*/ 517755 h 2767298"/>
              <a:gd name="connsiteX26139" fmla="*/ 937848 w 4752801"/>
              <a:gd name="connsiteY26139" fmla="*/ 517350 h 2767298"/>
              <a:gd name="connsiteX26140" fmla="*/ 3366318 w 4752801"/>
              <a:gd name="connsiteY26140" fmla="*/ 516541 h 2767298"/>
              <a:gd name="connsiteX26141" fmla="*/ 3380082 w 4752801"/>
              <a:gd name="connsiteY26141" fmla="*/ 516541 h 2767298"/>
              <a:gd name="connsiteX26142" fmla="*/ 3381296 w 4752801"/>
              <a:gd name="connsiteY26142" fmla="*/ 516946 h 2767298"/>
              <a:gd name="connsiteX26143" fmla="*/ 3388178 w 4752801"/>
              <a:gd name="connsiteY26143" fmla="*/ 529090 h 2767298"/>
              <a:gd name="connsiteX26144" fmla="*/ 3388178 w 4752801"/>
              <a:gd name="connsiteY26144" fmla="*/ 530305 h 2767298"/>
              <a:gd name="connsiteX26145" fmla="*/ 3381296 w 4752801"/>
              <a:gd name="connsiteY26145" fmla="*/ 542449 h 2767298"/>
              <a:gd name="connsiteX26146" fmla="*/ 3380082 w 4752801"/>
              <a:gd name="connsiteY26146" fmla="*/ 542854 h 2767298"/>
              <a:gd name="connsiteX26147" fmla="*/ 3366318 w 4752801"/>
              <a:gd name="connsiteY26147" fmla="*/ 542854 h 2767298"/>
              <a:gd name="connsiteX26148" fmla="*/ 3365104 w 4752801"/>
              <a:gd name="connsiteY26148" fmla="*/ 542449 h 2767298"/>
              <a:gd name="connsiteX26149" fmla="*/ 3358222 w 4752801"/>
              <a:gd name="connsiteY26149" fmla="*/ 530305 h 2767298"/>
              <a:gd name="connsiteX26150" fmla="*/ 3358222 w 4752801"/>
              <a:gd name="connsiteY26150" fmla="*/ 529090 h 2767298"/>
              <a:gd name="connsiteX26151" fmla="*/ 3365104 w 4752801"/>
              <a:gd name="connsiteY26151" fmla="*/ 516946 h 2767298"/>
              <a:gd name="connsiteX26152" fmla="*/ 3366318 w 4752801"/>
              <a:gd name="connsiteY26152" fmla="*/ 516541 h 2767298"/>
              <a:gd name="connsiteX26153" fmla="*/ 3405990 w 4752801"/>
              <a:gd name="connsiteY26153" fmla="*/ 516136 h 2767298"/>
              <a:gd name="connsiteX26154" fmla="*/ 3420967 w 4752801"/>
              <a:gd name="connsiteY26154" fmla="*/ 516136 h 2767298"/>
              <a:gd name="connsiteX26155" fmla="*/ 3422182 w 4752801"/>
              <a:gd name="connsiteY26155" fmla="*/ 516541 h 2767298"/>
              <a:gd name="connsiteX26156" fmla="*/ 3429874 w 4752801"/>
              <a:gd name="connsiteY26156" fmla="*/ 529495 h 2767298"/>
              <a:gd name="connsiteX26157" fmla="*/ 3429874 w 4752801"/>
              <a:gd name="connsiteY26157" fmla="*/ 530709 h 2767298"/>
              <a:gd name="connsiteX26158" fmla="*/ 3422182 w 4752801"/>
              <a:gd name="connsiteY26158" fmla="*/ 543663 h 2767298"/>
              <a:gd name="connsiteX26159" fmla="*/ 3420967 w 4752801"/>
              <a:gd name="connsiteY26159" fmla="*/ 544068 h 2767298"/>
              <a:gd name="connsiteX26160" fmla="*/ 3405990 w 4752801"/>
              <a:gd name="connsiteY26160" fmla="*/ 544068 h 2767298"/>
              <a:gd name="connsiteX26161" fmla="*/ 3404775 w 4752801"/>
              <a:gd name="connsiteY26161" fmla="*/ 543663 h 2767298"/>
              <a:gd name="connsiteX26162" fmla="*/ 3397084 w 4752801"/>
              <a:gd name="connsiteY26162" fmla="*/ 530709 h 2767298"/>
              <a:gd name="connsiteX26163" fmla="*/ 3397084 w 4752801"/>
              <a:gd name="connsiteY26163" fmla="*/ 529495 h 2767298"/>
              <a:gd name="connsiteX26164" fmla="*/ 3404775 w 4752801"/>
              <a:gd name="connsiteY26164" fmla="*/ 516541 h 2767298"/>
              <a:gd name="connsiteX26165" fmla="*/ 3405990 w 4752801"/>
              <a:gd name="connsiteY26165" fmla="*/ 516136 h 2767298"/>
              <a:gd name="connsiteX26166" fmla="*/ 3446067 w 4752801"/>
              <a:gd name="connsiteY26166" fmla="*/ 514517 h 2767298"/>
              <a:gd name="connsiteX26167" fmla="*/ 3461854 w 4752801"/>
              <a:gd name="connsiteY26167" fmla="*/ 514517 h 2767298"/>
              <a:gd name="connsiteX26168" fmla="*/ 3463069 w 4752801"/>
              <a:gd name="connsiteY26168" fmla="*/ 515327 h 2767298"/>
              <a:gd name="connsiteX26169" fmla="*/ 3470760 w 4752801"/>
              <a:gd name="connsiteY26169" fmla="*/ 529090 h 2767298"/>
              <a:gd name="connsiteX26170" fmla="*/ 3470760 w 4752801"/>
              <a:gd name="connsiteY26170" fmla="*/ 530305 h 2767298"/>
              <a:gd name="connsiteX26171" fmla="*/ 3463069 w 4752801"/>
              <a:gd name="connsiteY26171" fmla="*/ 544068 h 2767298"/>
              <a:gd name="connsiteX26172" fmla="*/ 3461854 w 4752801"/>
              <a:gd name="connsiteY26172" fmla="*/ 544473 h 2767298"/>
              <a:gd name="connsiteX26173" fmla="*/ 3446067 w 4752801"/>
              <a:gd name="connsiteY26173" fmla="*/ 544473 h 2767298"/>
              <a:gd name="connsiteX26174" fmla="*/ 3444852 w 4752801"/>
              <a:gd name="connsiteY26174" fmla="*/ 544068 h 2767298"/>
              <a:gd name="connsiteX26175" fmla="*/ 3437161 w 4752801"/>
              <a:gd name="connsiteY26175" fmla="*/ 530305 h 2767298"/>
              <a:gd name="connsiteX26176" fmla="*/ 3437161 w 4752801"/>
              <a:gd name="connsiteY26176" fmla="*/ 529090 h 2767298"/>
              <a:gd name="connsiteX26177" fmla="*/ 3444852 w 4752801"/>
              <a:gd name="connsiteY26177" fmla="*/ 515327 h 2767298"/>
              <a:gd name="connsiteX26178" fmla="*/ 3446067 w 4752801"/>
              <a:gd name="connsiteY26178" fmla="*/ 514517 h 2767298"/>
              <a:gd name="connsiteX26179" fmla="*/ 4101458 w 4752801"/>
              <a:gd name="connsiteY26179" fmla="*/ 488204 h 2767298"/>
              <a:gd name="connsiteX26180" fmla="*/ 4102672 w 4752801"/>
              <a:gd name="connsiteY26180" fmla="*/ 488204 h 2767298"/>
              <a:gd name="connsiteX26181" fmla="*/ 4103482 w 4752801"/>
              <a:gd name="connsiteY26181" fmla="*/ 489419 h 2767298"/>
              <a:gd name="connsiteX26182" fmla="*/ 4102672 w 4752801"/>
              <a:gd name="connsiteY26182" fmla="*/ 490633 h 2767298"/>
              <a:gd name="connsiteX26183" fmla="*/ 4101458 w 4752801"/>
              <a:gd name="connsiteY26183" fmla="*/ 490633 h 2767298"/>
              <a:gd name="connsiteX26184" fmla="*/ 4100648 w 4752801"/>
              <a:gd name="connsiteY26184" fmla="*/ 489419 h 2767298"/>
              <a:gd name="connsiteX26185" fmla="*/ 2602842 w 4752801"/>
              <a:gd name="connsiteY26185" fmla="*/ 487799 h 2767298"/>
              <a:gd name="connsiteX26186" fmla="*/ 2604866 w 4752801"/>
              <a:gd name="connsiteY26186" fmla="*/ 487799 h 2767298"/>
              <a:gd name="connsiteX26187" fmla="*/ 2605675 w 4752801"/>
              <a:gd name="connsiteY26187" fmla="*/ 489418 h 2767298"/>
              <a:gd name="connsiteX26188" fmla="*/ 2604866 w 4752801"/>
              <a:gd name="connsiteY26188" fmla="*/ 491037 h 2767298"/>
              <a:gd name="connsiteX26189" fmla="*/ 2602842 w 4752801"/>
              <a:gd name="connsiteY26189" fmla="*/ 491037 h 2767298"/>
              <a:gd name="connsiteX26190" fmla="*/ 2602032 w 4752801"/>
              <a:gd name="connsiteY26190" fmla="*/ 489418 h 2767298"/>
              <a:gd name="connsiteX26191" fmla="*/ 2562361 w 4752801"/>
              <a:gd name="connsiteY26191" fmla="*/ 487799 h 2767298"/>
              <a:gd name="connsiteX26192" fmla="*/ 2564385 w 4752801"/>
              <a:gd name="connsiteY26192" fmla="*/ 487799 h 2767298"/>
              <a:gd name="connsiteX26193" fmla="*/ 2565194 w 4752801"/>
              <a:gd name="connsiteY26193" fmla="*/ 489418 h 2767298"/>
              <a:gd name="connsiteX26194" fmla="*/ 2564385 w 4752801"/>
              <a:gd name="connsiteY26194" fmla="*/ 491037 h 2767298"/>
              <a:gd name="connsiteX26195" fmla="*/ 2562361 w 4752801"/>
              <a:gd name="connsiteY26195" fmla="*/ 491037 h 2767298"/>
              <a:gd name="connsiteX26196" fmla="*/ 2561551 w 4752801"/>
              <a:gd name="connsiteY26196" fmla="*/ 489418 h 2767298"/>
              <a:gd name="connsiteX26197" fmla="*/ 3898242 w 4752801"/>
              <a:gd name="connsiteY26197" fmla="*/ 487394 h 2767298"/>
              <a:gd name="connsiteX26198" fmla="*/ 3900671 w 4752801"/>
              <a:gd name="connsiteY26198" fmla="*/ 487394 h 2767298"/>
              <a:gd name="connsiteX26199" fmla="*/ 3901886 w 4752801"/>
              <a:gd name="connsiteY26199" fmla="*/ 489418 h 2767298"/>
              <a:gd name="connsiteX26200" fmla="*/ 3900671 w 4752801"/>
              <a:gd name="connsiteY26200" fmla="*/ 491442 h 2767298"/>
              <a:gd name="connsiteX26201" fmla="*/ 3898242 w 4752801"/>
              <a:gd name="connsiteY26201" fmla="*/ 491442 h 2767298"/>
              <a:gd name="connsiteX26202" fmla="*/ 3897028 w 4752801"/>
              <a:gd name="connsiteY26202" fmla="*/ 489418 h 2767298"/>
              <a:gd name="connsiteX26203" fmla="*/ 2967173 w 4752801"/>
              <a:gd name="connsiteY26203" fmla="*/ 487394 h 2767298"/>
              <a:gd name="connsiteX26204" fmla="*/ 2969602 w 4752801"/>
              <a:gd name="connsiteY26204" fmla="*/ 487394 h 2767298"/>
              <a:gd name="connsiteX26205" fmla="*/ 2970817 w 4752801"/>
              <a:gd name="connsiteY26205" fmla="*/ 489418 h 2767298"/>
              <a:gd name="connsiteX26206" fmla="*/ 2969602 w 4752801"/>
              <a:gd name="connsiteY26206" fmla="*/ 491442 h 2767298"/>
              <a:gd name="connsiteX26207" fmla="*/ 2967173 w 4752801"/>
              <a:gd name="connsiteY26207" fmla="*/ 491442 h 2767298"/>
              <a:gd name="connsiteX26208" fmla="*/ 2965959 w 4752801"/>
              <a:gd name="connsiteY26208" fmla="*/ 489418 h 2767298"/>
              <a:gd name="connsiteX26209" fmla="*/ 2926692 w 4752801"/>
              <a:gd name="connsiteY26209" fmla="*/ 487394 h 2767298"/>
              <a:gd name="connsiteX26210" fmla="*/ 2929121 w 4752801"/>
              <a:gd name="connsiteY26210" fmla="*/ 487394 h 2767298"/>
              <a:gd name="connsiteX26211" fmla="*/ 2930336 w 4752801"/>
              <a:gd name="connsiteY26211" fmla="*/ 489418 h 2767298"/>
              <a:gd name="connsiteX26212" fmla="*/ 2929121 w 4752801"/>
              <a:gd name="connsiteY26212" fmla="*/ 491442 h 2767298"/>
              <a:gd name="connsiteX26213" fmla="*/ 2926692 w 4752801"/>
              <a:gd name="connsiteY26213" fmla="*/ 491442 h 2767298"/>
              <a:gd name="connsiteX26214" fmla="*/ 2925478 w 4752801"/>
              <a:gd name="connsiteY26214" fmla="*/ 489418 h 2767298"/>
              <a:gd name="connsiteX26215" fmla="*/ 2886210 w 4752801"/>
              <a:gd name="connsiteY26215" fmla="*/ 487394 h 2767298"/>
              <a:gd name="connsiteX26216" fmla="*/ 2888639 w 4752801"/>
              <a:gd name="connsiteY26216" fmla="*/ 487394 h 2767298"/>
              <a:gd name="connsiteX26217" fmla="*/ 2889854 w 4752801"/>
              <a:gd name="connsiteY26217" fmla="*/ 489418 h 2767298"/>
              <a:gd name="connsiteX26218" fmla="*/ 2888639 w 4752801"/>
              <a:gd name="connsiteY26218" fmla="*/ 491442 h 2767298"/>
              <a:gd name="connsiteX26219" fmla="*/ 2886210 w 4752801"/>
              <a:gd name="connsiteY26219" fmla="*/ 491442 h 2767298"/>
              <a:gd name="connsiteX26220" fmla="*/ 2884996 w 4752801"/>
              <a:gd name="connsiteY26220" fmla="*/ 489418 h 2767298"/>
              <a:gd name="connsiteX26221" fmla="*/ 2845729 w 4752801"/>
              <a:gd name="connsiteY26221" fmla="*/ 487394 h 2767298"/>
              <a:gd name="connsiteX26222" fmla="*/ 2848158 w 4752801"/>
              <a:gd name="connsiteY26222" fmla="*/ 487394 h 2767298"/>
              <a:gd name="connsiteX26223" fmla="*/ 2849373 w 4752801"/>
              <a:gd name="connsiteY26223" fmla="*/ 489418 h 2767298"/>
              <a:gd name="connsiteX26224" fmla="*/ 2848158 w 4752801"/>
              <a:gd name="connsiteY26224" fmla="*/ 491442 h 2767298"/>
              <a:gd name="connsiteX26225" fmla="*/ 2845729 w 4752801"/>
              <a:gd name="connsiteY26225" fmla="*/ 491442 h 2767298"/>
              <a:gd name="connsiteX26226" fmla="*/ 2844515 w 4752801"/>
              <a:gd name="connsiteY26226" fmla="*/ 489418 h 2767298"/>
              <a:gd name="connsiteX26227" fmla="*/ 2805248 w 4752801"/>
              <a:gd name="connsiteY26227" fmla="*/ 487394 h 2767298"/>
              <a:gd name="connsiteX26228" fmla="*/ 2807677 w 4752801"/>
              <a:gd name="connsiteY26228" fmla="*/ 487394 h 2767298"/>
              <a:gd name="connsiteX26229" fmla="*/ 2808892 w 4752801"/>
              <a:gd name="connsiteY26229" fmla="*/ 489418 h 2767298"/>
              <a:gd name="connsiteX26230" fmla="*/ 2807677 w 4752801"/>
              <a:gd name="connsiteY26230" fmla="*/ 491442 h 2767298"/>
              <a:gd name="connsiteX26231" fmla="*/ 2805248 w 4752801"/>
              <a:gd name="connsiteY26231" fmla="*/ 491442 h 2767298"/>
              <a:gd name="connsiteX26232" fmla="*/ 2804034 w 4752801"/>
              <a:gd name="connsiteY26232" fmla="*/ 489418 h 2767298"/>
              <a:gd name="connsiteX26233" fmla="*/ 2764767 w 4752801"/>
              <a:gd name="connsiteY26233" fmla="*/ 487394 h 2767298"/>
              <a:gd name="connsiteX26234" fmla="*/ 2767196 w 4752801"/>
              <a:gd name="connsiteY26234" fmla="*/ 487394 h 2767298"/>
              <a:gd name="connsiteX26235" fmla="*/ 2768411 w 4752801"/>
              <a:gd name="connsiteY26235" fmla="*/ 489418 h 2767298"/>
              <a:gd name="connsiteX26236" fmla="*/ 2767196 w 4752801"/>
              <a:gd name="connsiteY26236" fmla="*/ 491442 h 2767298"/>
              <a:gd name="connsiteX26237" fmla="*/ 2764767 w 4752801"/>
              <a:gd name="connsiteY26237" fmla="*/ 491442 h 2767298"/>
              <a:gd name="connsiteX26238" fmla="*/ 2763553 w 4752801"/>
              <a:gd name="connsiteY26238" fmla="*/ 489418 h 2767298"/>
              <a:gd name="connsiteX26239" fmla="*/ 2643324 w 4752801"/>
              <a:gd name="connsiteY26239" fmla="*/ 487394 h 2767298"/>
              <a:gd name="connsiteX26240" fmla="*/ 2645752 w 4752801"/>
              <a:gd name="connsiteY26240" fmla="*/ 487394 h 2767298"/>
              <a:gd name="connsiteX26241" fmla="*/ 2646967 w 4752801"/>
              <a:gd name="connsiteY26241" fmla="*/ 489418 h 2767298"/>
              <a:gd name="connsiteX26242" fmla="*/ 2645752 w 4752801"/>
              <a:gd name="connsiteY26242" fmla="*/ 491442 h 2767298"/>
              <a:gd name="connsiteX26243" fmla="*/ 2643324 w 4752801"/>
              <a:gd name="connsiteY26243" fmla="*/ 491442 h 2767298"/>
              <a:gd name="connsiteX26244" fmla="*/ 2642109 w 4752801"/>
              <a:gd name="connsiteY26244" fmla="*/ 489418 h 2767298"/>
              <a:gd name="connsiteX26245" fmla="*/ 2440917 w 4752801"/>
              <a:gd name="connsiteY26245" fmla="*/ 487394 h 2767298"/>
              <a:gd name="connsiteX26246" fmla="*/ 2443345 w 4752801"/>
              <a:gd name="connsiteY26246" fmla="*/ 487394 h 2767298"/>
              <a:gd name="connsiteX26247" fmla="*/ 2444560 w 4752801"/>
              <a:gd name="connsiteY26247" fmla="*/ 489418 h 2767298"/>
              <a:gd name="connsiteX26248" fmla="*/ 2443345 w 4752801"/>
              <a:gd name="connsiteY26248" fmla="*/ 491442 h 2767298"/>
              <a:gd name="connsiteX26249" fmla="*/ 2440917 w 4752801"/>
              <a:gd name="connsiteY26249" fmla="*/ 491442 h 2767298"/>
              <a:gd name="connsiteX26250" fmla="*/ 2439702 w 4752801"/>
              <a:gd name="connsiteY26250" fmla="*/ 489418 h 2767298"/>
              <a:gd name="connsiteX26251" fmla="*/ 2400840 w 4752801"/>
              <a:gd name="connsiteY26251" fmla="*/ 487394 h 2767298"/>
              <a:gd name="connsiteX26252" fmla="*/ 2402864 w 4752801"/>
              <a:gd name="connsiteY26252" fmla="*/ 487394 h 2767298"/>
              <a:gd name="connsiteX26253" fmla="*/ 2404079 w 4752801"/>
              <a:gd name="connsiteY26253" fmla="*/ 489418 h 2767298"/>
              <a:gd name="connsiteX26254" fmla="*/ 2402864 w 4752801"/>
              <a:gd name="connsiteY26254" fmla="*/ 491442 h 2767298"/>
              <a:gd name="connsiteX26255" fmla="*/ 2400840 w 4752801"/>
              <a:gd name="connsiteY26255" fmla="*/ 491442 h 2767298"/>
              <a:gd name="connsiteX26256" fmla="*/ 2399626 w 4752801"/>
              <a:gd name="connsiteY26256" fmla="*/ 489418 h 2767298"/>
              <a:gd name="connsiteX26257" fmla="*/ 2360359 w 4752801"/>
              <a:gd name="connsiteY26257" fmla="*/ 487394 h 2767298"/>
              <a:gd name="connsiteX26258" fmla="*/ 2362383 w 4752801"/>
              <a:gd name="connsiteY26258" fmla="*/ 487394 h 2767298"/>
              <a:gd name="connsiteX26259" fmla="*/ 2363598 w 4752801"/>
              <a:gd name="connsiteY26259" fmla="*/ 489418 h 2767298"/>
              <a:gd name="connsiteX26260" fmla="*/ 2362383 w 4752801"/>
              <a:gd name="connsiteY26260" fmla="*/ 491442 h 2767298"/>
              <a:gd name="connsiteX26261" fmla="*/ 2360359 w 4752801"/>
              <a:gd name="connsiteY26261" fmla="*/ 491442 h 2767298"/>
              <a:gd name="connsiteX26262" fmla="*/ 2359145 w 4752801"/>
              <a:gd name="connsiteY26262" fmla="*/ 489418 h 2767298"/>
              <a:gd name="connsiteX26263" fmla="*/ 2319474 w 4752801"/>
              <a:gd name="connsiteY26263" fmla="*/ 487394 h 2767298"/>
              <a:gd name="connsiteX26264" fmla="*/ 2321902 w 4752801"/>
              <a:gd name="connsiteY26264" fmla="*/ 487394 h 2767298"/>
              <a:gd name="connsiteX26265" fmla="*/ 2323117 w 4752801"/>
              <a:gd name="connsiteY26265" fmla="*/ 489418 h 2767298"/>
              <a:gd name="connsiteX26266" fmla="*/ 2321902 w 4752801"/>
              <a:gd name="connsiteY26266" fmla="*/ 491442 h 2767298"/>
              <a:gd name="connsiteX26267" fmla="*/ 2319474 w 4752801"/>
              <a:gd name="connsiteY26267" fmla="*/ 491442 h 2767298"/>
              <a:gd name="connsiteX26268" fmla="*/ 2318259 w 4752801"/>
              <a:gd name="connsiteY26268" fmla="*/ 489418 h 2767298"/>
              <a:gd name="connsiteX26269" fmla="*/ 1590811 w 4752801"/>
              <a:gd name="connsiteY26269" fmla="*/ 487394 h 2767298"/>
              <a:gd name="connsiteX26270" fmla="*/ 1593239 w 4752801"/>
              <a:gd name="connsiteY26270" fmla="*/ 487394 h 2767298"/>
              <a:gd name="connsiteX26271" fmla="*/ 1594454 w 4752801"/>
              <a:gd name="connsiteY26271" fmla="*/ 489418 h 2767298"/>
              <a:gd name="connsiteX26272" fmla="*/ 1593239 w 4752801"/>
              <a:gd name="connsiteY26272" fmla="*/ 491442 h 2767298"/>
              <a:gd name="connsiteX26273" fmla="*/ 1590811 w 4752801"/>
              <a:gd name="connsiteY26273" fmla="*/ 491442 h 2767298"/>
              <a:gd name="connsiteX26274" fmla="*/ 1589596 w 4752801"/>
              <a:gd name="connsiteY26274" fmla="*/ 489418 h 2767298"/>
              <a:gd name="connsiteX26275" fmla="*/ 1550734 w 4752801"/>
              <a:gd name="connsiteY26275" fmla="*/ 487394 h 2767298"/>
              <a:gd name="connsiteX26276" fmla="*/ 1552758 w 4752801"/>
              <a:gd name="connsiteY26276" fmla="*/ 487394 h 2767298"/>
              <a:gd name="connsiteX26277" fmla="*/ 1553973 w 4752801"/>
              <a:gd name="connsiteY26277" fmla="*/ 489418 h 2767298"/>
              <a:gd name="connsiteX26278" fmla="*/ 1552758 w 4752801"/>
              <a:gd name="connsiteY26278" fmla="*/ 491442 h 2767298"/>
              <a:gd name="connsiteX26279" fmla="*/ 1550734 w 4752801"/>
              <a:gd name="connsiteY26279" fmla="*/ 491442 h 2767298"/>
              <a:gd name="connsiteX26280" fmla="*/ 1549520 w 4752801"/>
              <a:gd name="connsiteY26280" fmla="*/ 489418 h 2767298"/>
              <a:gd name="connsiteX26281" fmla="*/ 1510253 w 4752801"/>
              <a:gd name="connsiteY26281" fmla="*/ 487394 h 2767298"/>
              <a:gd name="connsiteX26282" fmla="*/ 1512277 w 4752801"/>
              <a:gd name="connsiteY26282" fmla="*/ 487394 h 2767298"/>
              <a:gd name="connsiteX26283" fmla="*/ 1513492 w 4752801"/>
              <a:gd name="connsiteY26283" fmla="*/ 489418 h 2767298"/>
              <a:gd name="connsiteX26284" fmla="*/ 1512277 w 4752801"/>
              <a:gd name="connsiteY26284" fmla="*/ 491442 h 2767298"/>
              <a:gd name="connsiteX26285" fmla="*/ 1510253 w 4752801"/>
              <a:gd name="connsiteY26285" fmla="*/ 491442 h 2767298"/>
              <a:gd name="connsiteX26286" fmla="*/ 1509039 w 4752801"/>
              <a:gd name="connsiteY26286" fmla="*/ 489418 h 2767298"/>
              <a:gd name="connsiteX26287" fmla="*/ 1469367 w 4752801"/>
              <a:gd name="connsiteY26287" fmla="*/ 487394 h 2767298"/>
              <a:gd name="connsiteX26288" fmla="*/ 1471795 w 4752801"/>
              <a:gd name="connsiteY26288" fmla="*/ 487394 h 2767298"/>
              <a:gd name="connsiteX26289" fmla="*/ 1473010 w 4752801"/>
              <a:gd name="connsiteY26289" fmla="*/ 489418 h 2767298"/>
              <a:gd name="connsiteX26290" fmla="*/ 1471795 w 4752801"/>
              <a:gd name="connsiteY26290" fmla="*/ 491442 h 2767298"/>
              <a:gd name="connsiteX26291" fmla="*/ 1469367 w 4752801"/>
              <a:gd name="connsiteY26291" fmla="*/ 491442 h 2767298"/>
              <a:gd name="connsiteX26292" fmla="*/ 1468152 w 4752801"/>
              <a:gd name="connsiteY26292" fmla="*/ 489418 h 2767298"/>
              <a:gd name="connsiteX26293" fmla="*/ 1428886 w 4752801"/>
              <a:gd name="connsiteY26293" fmla="*/ 487394 h 2767298"/>
              <a:gd name="connsiteX26294" fmla="*/ 1431314 w 4752801"/>
              <a:gd name="connsiteY26294" fmla="*/ 487394 h 2767298"/>
              <a:gd name="connsiteX26295" fmla="*/ 1432529 w 4752801"/>
              <a:gd name="connsiteY26295" fmla="*/ 489418 h 2767298"/>
              <a:gd name="connsiteX26296" fmla="*/ 1431314 w 4752801"/>
              <a:gd name="connsiteY26296" fmla="*/ 491442 h 2767298"/>
              <a:gd name="connsiteX26297" fmla="*/ 1428886 w 4752801"/>
              <a:gd name="connsiteY26297" fmla="*/ 491442 h 2767298"/>
              <a:gd name="connsiteX26298" fmla="*/ 1427671 w 4752801"/>
              <a:gd name="connsiteY26298" fmla="*/ 489418 h 2767298"/>
              <a:gd name="connsiteX26299" fmla="*/ 1388405 w 4752801"/>
              <a:gd name="connsiteY26299" fmla="*/ 487394 h 2767298"/>
              <a:gd name="connsiteX26300" fmla="*/ 1390833 w 4752801"/>
              <a:gd name="connsiteY26300" fmla="*/ 487394 h 2767298"/>
              <a:gd name="connsiteX26301" fmla="*/ 1392048 w 4752801"/>
              <a:gd name="connsiteY26301" fmla="*/ 489418 h 2767298"/>
              <a:gd name="connsiteX26302" fmla="*/ 1390833 w 4752801"/>
              <a:gd name="connsiteY26302" fmla="*/ 491442 h 2767298"/>
              <a:gd name="connsiteX26303" fmla="*/ 1388405 w 4752801"/>
              <a:gd name="connsiteY26303" fmla="*/ 491442 h 2767298"/>
              <a:gd name="connsiteX26304" fmla="*/ 1387190 w 4752801"/>
              <a:gd name="connsiteY26304" fmla="*/ 489418 h 2767298"/>
              <a:gd name="connsiteX26305" fmla="*/ 1347924 w 4752801"/>
              <a:gd name="connsiteY26305" fmla="*/ 487394 h 2767298"/>
              <a:gd name="connsiteX26306" fmla="*/ 1350352 w 4752801"/>
              <a:gd name="connsiteY26306" fmla="*/ 487394 h 2767298"/>
              <a:gd name="connsiteX26307" fmla="*/ 1351567 w 4752801"/>
              <a:gd name="connsiteY26307" fmla="*/ 489418 h 2767298"/>
              <a:gd name="connsiteX26308" fmla="*/ 1350352 w 4752801"/>
              <a:gd name="connsiteY26308" fmla="*/ 491442 h 2767298"/>
              <a:gd name="connsiteX26309" fmla="*/ 1347924 w 4752801"/>
              <a:gd name="connsiteY26309" fmla="*/ 491442 h 2767298"/>
              <a:gd name="connsiteX26310" fmla="*/ 1346709 w 4752801"/>
              <a:gd name="connsiteY26310" fmla="*/ 489418 h 2767298"/>
              <a:gd name="connsiteX26311" fmla="*/ 3938319 w 4752801"/>
              <a:gd name="connsiteY26311" fmla="*/ 486989 h 2767298"/>
              <a:gd name="connsiteX26312" fmla="*/ 3941152 w 4752801"/>
              <a:gd name="connsiteY26312" fmla="*/ 486989 h 2767298"/>
              <a:gd name="connsiteX26313" fmla="*/ 3942367 w 4752801"/>
              <a:gd name="connsiteY26313" fmla="*/ 489418 h 2767298"/>
              <a:gd name="connsiteX26314" fmla="*/ 3941152 w 4752801"/>
              <a:gd name="connsiteY26314" fmla="*/ 491847 h 2767298"/>
              <a:gd name="connsiteX26315" fmla="*/ 3938319 w 4752801"/>
              <a:gd name="connsiteY26315" fmla="*/ 491847 h 2767298"/>
              <a:gd name="connsiteX26316" fmla="*/ 3937104 w 4752801"/>
              <a:gd name="connsiteY26316" fmla="*/ 489418 h 2767298"/>
              <a:gd name="connsiteX26317" fmla="*/ 3048135 w 4752801"/>
              <a:gd name="connsiteY26317" fmla="*/ 486989 h 2767298"/>
              <a:gd name="connsiteX26318" fmla="*/ 3050969 w 4752801"/>
              <a:gd name="connsiteY26318" fmla="*/ 486989 h 2767298"/>
              <a:gd name="connsiteX26319" fmla="*/ 3052588 w 4752801"/>
              <a:gd name="connsiteY26319" fmla="*/ 489418 h 2767298"/>
              <a:gd name="connsiteX26320" fmla="*/ 3050969 w 4752801"/>
              <a:gd name="connsiteY26320" fmla="*/ 491847 h 2767298"/>
              <a:gd name="connsiteX26321" fmla="*/ 3048135 w 4752801"/>
              <a:gd name="connsiteY26321" fmla="*/ 491847 h 2767298"/>
              <a:gd name="connsiteX26322" fmla="*/ 3046516 w 4752801"/>
              <a:gd name="connsiteY26322" fmla="*/ 489418 h 2767298"/>
              <a:gd name="connsiteX26323" fmla="*/ 3007654 w 4752801"/>
              <a:gd name="connsiteY26323" fmla="*/ 486989 h 2767298"/>
              <a:gd name="connsiteX26324" fmla="*/ 3010083 w 4752801"/>
              <a:gd name="connsiteY26324" fmla="*/ 486989 h 2767298"/>
              <a:gd name="connsiteX26325" fmla="*/ 3011298 w 4752801"/>
              <a:gd name="connsiteY26325" fmla="*/ 489418 h 2767298"/>
              <a:gd name="connsiteX26326" fmla="*/ 3010083 w 4752801"/>
              <a:gd name="connsiteY26326" fmla="*/ 491847 h 2767298"/>
              <a:gd name="connsiteX26327" fmla="*/ 3007654 w 4752801"/>
              <a:gd name="connsiteY26327" fmla="*/ 491847 h 2767298"/>
              <a:gd name="connsiteX26328" fmla="*/ 3006440 w 4752801"/>
              <a:gd name="connsiteY26328" fmla="*/ 489418 h 2767298"/>
              <a:gd name="connsiteX26329" fmla="*/ 2723881 w 4752801"/>
              <a:gd name="connsiteY26329" fmla="*/ 486989 h 2767298"/>
              <a:gd name="connsiteX26330" fmla="*/ 2726714 w 4752801"/>
              <a:gd name="connsiteY26330" fmla="*/ 486989 h 2767298"/>
              <a:gd name="connsiteX26331" fmla="*/ 2727929 w 4752801"/>
              <a:gd name="connsiteY26331" fmla="*/ 489418 h 2767298"/>
              <a:gd name="connsiteX26332" fmla="*/ 2726714 w 4752801"/>
              <a:gd name="connsiteY26332" fmla="*/ 491847 h 2767298"/>
              <a:gd name="connsiteX26333" fmla="*/ 2723881 w 4752801"/>
              <a:gd name="connsiteY26333" fmla="*/ 491847 h 2767298"/>
              <a:gd name="connsiteX26334" fmla="*/ 2722666 w 4752801"/>
              <a:gd name="connsiteY26334" fmla="*/ 489418 h 2767298"/>
              <a:gd name="connsiteX26335" fmla="*/ 2278992 w 4752801"/>
              <a:gd name="connsiteY26335" fmla="*/ 486989 h 2767298"/>
              <a:gd name="connsiteX26336" fmla="*/ 2281826 w 4752801"/>
              <a:gd name="connsiteY26336" fmla="*/ 486989 h 2767298"/>
              <a:gd name="connsiteX26337" fmla="*/ 2283445 w 4752801"/>
              <a:gd name="connsiteY26337" fmla="*/ 489418 h 2767298"/>
              <a:gd name="connsiteX26338" fmla="*/ 2281826 w 4752801"/>
              <a:gd name="connsiteY26338" fmla="*/ 491847 h 2767298"/>
              <a:gd name="connsiteX26339" fmla="*/ 2278992 w 4752801"/>
              <a:gd name="connsiteY26339" fmla="*/ 491847 h 2767298"/>
              <a:gd name="connsiteX26340" fmla="*/ 2277373 w 4752801"/>
              <a:gd name="connsiteY26340" fmla="*/ 489418 h 2767298"/>
              <a:gd name="connsiteX26341" fmla="*/ 1307037 w 4752801"/>
              <a:gd name="connsiteY26341" fmla="*/ 486989 h 2767298"/>
              <a:gd name="connsiteX26342" fmla="*/ 1309871 w 4752801"/>
              <a:gd name="connsiteY26342" fmla="*/ 486989 h 2767298"/>
              <a:gd name="connsiteX26343" fmla="*/ 1311086 w 4752801"/>
              <a:gd name="connsiteY26343" fmla="*/ 489418 h 2767298"/>
              <a:gd name="connsiteX26344" fmla="*/ 1309871 w 4752801"/>
              <a:gd name="connsiteY26344" fmla="*/ 491847 h 2767298"/>
              <a:gd name="connsiteX26345" fmla="*/ 1307037 w 4752801"/>
              <a:gd name="connsiteY26345" fmla="*/ 491847 h 2767298"/>
              <a:gd name="connsiteX26346" fmla="*/ 1305823 w 4752801"/>
              <a:gd name="connsiteY26346" fmla="*/ 489418 h 2767298"/>
              <a:gd name="connsiteX26347" fmla="*/ 4059762 w 4752801"/>
              <a:gd name="connsiteY26347" fmla="*/ 486585 h 2767298"/>
              <a:gd name="connsiteX26348" fmla="*/ 4063001 w 4752801"/>
              <a:gd name="connsiteY26348" fmla="*/ 486585 h 2767298"/>
              <a:gd name="connsiteX26349" fmla="*/ 4064620 w 4752801"/>
              <a:gd name="connsiteY26349" fmla="*/ 489419 h 2767298"/>
              <a:gd name="connsiteX26350" fmla="*/ 4063001 w 4752801"/>
              <a:gd name="connsiteY26350" fmla="*/ 492252 h 2767298"/>
              <a:gd name="connsiteX26351" fmla="*/ 4059762 w 4752801"/>
              <a:gd name="connsiteY26351" fmla="*/ 492252 h 2767298"/>
              <a:gd name="connsiteX26352" fmla="*/ 4058143 w 4752801"/>
              <a:gd name="connsiteY26352" fmla="*/ 489419 h 2767298"/>
              <a:gd name="connsiteX26353" fmla="*/ 4019280 w 4752801"/>
              <a:gd name="connsiteY26353" fmla="*/ 486585 h 2767298"/>
              <a:gd name="connsiteX26354" fmla="*/ 4022519 w 4752801"/>
              <a:gd name="connsiteY26354" fmla="*/ 486585 h 2767298"/>
              <a:gd name="connsiteX26355" fmla="*/ 4024138 w 4752801"/>
              <a:gd name="connsiteY26355" fmla="*/ 489419 h 2767298"/>
              <a:gd name="connsiteX26356" fmla="*/ 4022519 w 4752801"/>
              <a:gd name="connsiteY26356" fmla="*/ 492252 h 2767298"/>
              <a:gd name="connsiteX26357" fmla="*/ 4019280 w 4752801"/>
              <a:gd name="connsiteY26357" fmla="*/ 492252 h 2767298"/>
              <a:gd name="connsiteX26358" fmla="*/ 4017661 w 4752801"/>
              <a:gd name="connsiteY26358" fmla="*/ 489419 h 2767298"/>
              <a:gd name="connsiteX26359" fmla="*/ 3978799 w 4752801"/>
              <a:gd name="connsiteY26359" fmla="*/ 486585 h 2767298"/>
              <a:gd name="connsiteX26360" fmla="*/ 3982038 w 4752801"/>
              <a:gd name="connsiteY26360" fmla="*/ 486585 h 2767298"/>
              <a:gd name="connsiteX26361" fmla="*/ 3983657 w 4752801"/>
              <a:gd name="connsiteY26361" fmla="*/ 489419 h 2767298"/>
              <a:gd name="connsiteX26362" fmla="*/ 3982038 w 4752801"/>
              <a:gd name="connsiteY26362" fmla="*/ 492252 h 2767298"/>
              <a:gd name="connsiteX26363" fmla="*/ 3978799 w 4752801"/>
              <a:gd name="connsiteY26363" fmla="*/ 492252 h 2767298"/>
              <a:gd name="connsiteX26364" fmla="*/ 3977180 w 4752801"/>
              <a:gd name="connsiteY26364" fmla="*/ 489419 h 2767298"/>
              <a:gd name="connsiteX26365" fmla="*/ 3816874 w 4752801"/>
              <a:gd name="connsiteY26365" fmla="*/ 486585 h 2767298"/>
              <a:gd name="connsiteX26366" fmla="*/ 3820113 w 4752801"/>
              <a:gd name="connsiteY26366" fmla="*/ 486585 h 2767298"/>
              <a:gd name="connsiteX26367" fmla="*/ 3821732 w 4752801"/>
              <a:gd name="connsiteY26367" fmla="*/ 489419 h 2767298"/>
              <a:gd name="connsiteX26368" fmla="*/ 3820113 w 4752801"/>
              <a:gd name="connsiteY26368" fmla="*/ 492252 h 2767298"/>
              <a:gd name="connsiteX26369" fmla="*/ 3816874 w 4752801"/>
              <a:gd name="connsiteY26369" fmla="*/ 492252 h 2767298"/>
              <a:gd name="connsiteX26370" fmla="*/ 3815255 w 4752801"/>
              <a:gd name="connsiteY26370" fmla="*/ 489419 h 2767298"/>
              <a:gd name="connsiteX26371" fmla="*/ 3857356 w 4752801"/>
              <a:gd name="connsiteY26371" fmla="*/ 486180 h 2767298"/>
              <a:gd name="connsiteX26372" fmla="*/ 3860999 w 4752801"/>
              <a:gd name="connsiteY26372" fmla="*/ 486180 h 2767298"/>
              <a:gd name="connsiteX26373" fmla="*/ 3863024 w 4752801"/>
              <a:gd name="connsiteY26373" fmla="*/ 489419 h 2767298"/>
              <a:gd name="connsiteX26374" fmla="*/ 3860999 w 4752801"/>
              <a:gd name="connsiteY26374" fmla="*/ 492657 h 2767298"/>
              <a:gd name="connsiteX26375" fmla="*/ 3857356 w 4752801"/>
              <a:gd name="connsiteY26375" fmla="*/ 492657 h 2767298"/>
              <a:gd name="connsiteX26376" fmla="*/ 3855332 w 4752801"/>
              <a:gd name="connsiteY26376" fmla="*/ 489419 h 2767298"/>
              <a:gd name="connsiteX26377" fmla="*/ 2035295 w 4752801"/>
              <a:gd name="connsiteY26377" fmla="*/ 485775 h 2767298"/>
              <a:gd name="connsiteX26378" fmla="*/ 2038938 w 4752801"/>
              <a:gd name="connsiteY26378" fmla="*/ 485775 h 2767298"/>
              <a:gd name="connsiteX26379" fmla="*/ 2040153 w 4752801"/>
              <a:gd name="connsiteY26379" fmla="*/ 486180 h 2767298"/>
              <a:gd name="connsiteX26380" fmla="*/ 2041772 w 4752801"/>
              <a:gd name="connsiteY26380" fmla="*/ 489013 h 2767298"/>
              <a:gd name="connsiteX26381" fmla="*/ 2041772 w 4752801"/>
              <a:gd name="connsiteY26381" fmla="*/ 490228 h 2767298"/>
              <a:gd name="connsiteX26382" fmla="*/ 2040153 w 4752801"/>
              <a:gd name="connsiteY26382" fmla="*/ 493062 h 2767298"/>
              <a:gd name="connsiteX26383" fmla="*/ 2038938 w 4752801"/>
              <a:gd name="connsiteY26383" fmla="*/ 493466 h 2767298"/>
              <a:gd name="connsiteX26384" fmla="*/ 2035295 w 4752801"/>
              <a:gd name="connsiteY26384" fmla="*/ 493466 h 2767298"/>
              <a:gd name="connsiteX26385" fmla="*/ 2034081 w 4752801"/>
              <a:gd name="connsiteY26385" fmla="*/ 493062 h 2767298"/>
              <a:gd name="connsiteX26386" fmla="*/ 2032462 w 4752801"/>
              <a:gd name="connsiteY26386" fmla="*/ 490228 h 2767298"/>
              <a:gd name="connsiteX26387" fmla="*/ 2032462 w 4752801"/>
              <a:gd name="connsiteY26387" fmla="*/ 489013 h 2767298"/>
              <a:gd name="connsiteX26388" fmla="*/ 2034081 w 4752801"/>
              <a:gd name="connsiteY26388" fmla="*/ 486180 h 2767298"/>
              <a:gd name="connsiteX26389" fmla="*/ 2035295 w 4752801"/>
              <a:gd name="connsiteY26389" fmla="*/ 485775 h 2767298"/>
              <a:gd name="connsiteX26390" fmla="*/ 1994409 w 4752801"/>
              <a:gd name="connsiteY26390" fmla="*/ 485775 h 2767298"/>
              <a:gd name="connsiteX26391" fmla="*/ 1998862 w 4752801"/>
              <a:gd name="connsiteY26391" fmla="*/ 485775 h 2767298"/>
              <a:gd name="connsiteX26392" fmla="*/ 2000886 w 4752801"/>
              <a:gd name="connsiteY26392" fmla="*/ 489418 h 2767298"/>
              <a:gd name="connsiteX26393" fmla="*/ 1998862 w 4752801"/>
              <a:gd name="connsiteY26393" fmla="*/ 493062 h 2767298"/>
              <a:gd name="connsiteX26394" fmla="*/ 1994409 w 4752801"/>
              <a:gd name="connsiteY26394" fmla="*/ 493062 h 2767298"/>
              <a:gd name="connsiteX26395" fmla="*/ 1992385 w 4752801"/>
              <a:gd name="connsiteY26395" fmla="*/ 489418 h 2767298"/>
              <a:gd name="connsiteX26396" fmla="*/ 1833293 w 4752801"/>
              <a:gd name="connsiteY26396" fmla="*/ 485775 h 2767298"/>
              <a:gd name="connsiteX26397" fmla="*/ 1836532 w 4752801"/>
              <a:gd name="connsiteY26397" fmla="*/ 485775 h 2767298"/>
              <a:gd name="connsiteX26398" fmla="*/ 1837746 w 4752801"/>
              <a:gd name="connsiteY26398" fmla="*/ 486180 h 2767298"/>
              <a:gd name="connsiteX26399" fmla="*/ 1839365 w 4752801"/>
              <a:gd name="connsiteY26399" fmla="*/ 489013 h 2767298"/>
              <a:gd name="connsiteX26400" fmla="*/ 1839365 w 4752801"/>
              <a:gd name="connsiteY26400" fmla="*/ 490228 h 2767298"/>
              <a:gd name="connsiteX26401" fmla="*/ 1837746 w 4752801"/>
              <a:gd name="connsiteY26401" fmla="*/ 493062 h 2767298"/>
              <a:gd name="connsiteX26402" fmla="*/ 1836532 w 4752801"/>
              <a:gd name="connsiteY26402" fmla="*/ 493466 h 2767298"/>
              <a:gd name="connsiteX26403" fmla="*/ 1833293 w 4752801"/>
              <a:gd name="connsiteY26403" fmla="*/ 493466 h 2767298"/>
              <a:gd name="connsiteX26404" fmla="*/ 1832079 w 4752801"/>
              <a:gd name="connsiteY26404" fmla="*/ 493062 h 2767298"/>
              <a:gd name="connsiteX26405" fmla="*/ 1830460 w 4752801"/>
              <a:gd name="connsiteY26405" fmla="*/ 490228 h 2767298"/>
              <a:gd name="connsiteX26406" fmla="*/ 1830460 w 4752801"/>
              <a:gd name="connsiteY26406" fmla="*/ 489013 h 2767298"/>
              <a:gd name="connsiteX26407" fmla="*/ 1832079 w 4752801"/>
              <a:gd name="connsiteY26407" fmla="*/ 486180 h 2767298"/>
              <a:gd name="connsiteX26408" fmla="*/ 1833293 w 4752801"/>
              <a:gd name="connsiteY26408" fmla="*/ 485775 h 2767298"/>
              <a:gd name="connsiteX26409" fmla="*/ 3775584 w 4752801"/>
              <a:gd name="connsiteY26409" fmla="*/ 485370 h 2767298"/>
              <a:gd name="connsiteX26410" fmla="*/ 3780037 w 4752801"/>
              <a:gd name="connsiteY26410" fmla="*/ 485370 h 2767298"/>
              <a:gd name="connsiteX26411" fmla="*/ 3782061 w 4752801"/>
              <a:gd name="connsiteY26411" fmla="*/ 489418 h 2767298"/>
              <a:gd name="connsiteX26412" fmla="*/ 3780037 w 4752801"/>
              <a:gd name="connsiteY26412" fmla="*/ 493466 h 2767298"/>
              <a:gd name="connsiteX26413" fmla="*/ 3775584 w 4752801"/>
              <a:gd name="connsiteY26413" fmla="*/ 493466 h 2767298"/>
              <a:gd name="connsiteX26414" fmla="*/ 3773560 w 4752801"/>
              <a:gd name="connsiteY26414" fmla="*/ 489418 h 2767298"/>
              <a:gd name="connsiteX26415" fmla="*/ 3735508 w 4752801"/>
              <a:gd name="connsiteY26415" fmla="*/ 485370 h 2767298"/>
              <a:gd name="connsiteX26416" fmla="*/ 3739961 w 4752801"/>
              <a:gd name="connsiteY26416" fmla="*/ 485370 h 2767298"/>
              <a:gd name="connsiteX26417" fmla="*/ 3742389 w 4752801"/>
              <a:gd name="connsiteY26417" fmla="*/ 489418 h 2767298"/>
              <a:gd name="connsiteX26418" fmla="*/ 3739961 w 4752801"/>
              <a:gd name="connsiteY26418" fmla="*/ 493466 h 2767298"/>
              <a:gd name="connsiteX26419" fmla="*/ 3735508 w 4752801"/>
              <a:gd name="connsiteY26419" fmla="*/ 493466 h 2767298"/>
              <a:gd name="connsiteX26420" fmla="*/ 3733079 w 4752801"/>
              <a:gd name="connsiteY26420" fmla="*/ 489418 h 2767298"/>
              <a:gd name="connsiteX26421" fmla="*/ 1954332 w 4752801"/>
              <a:gd name="connsiteY26421" fmla="*/ 485370 h 2767298"/>
              <a:gd name="connsiteX26422" fmla="*/ 1958785 w 4752801"/>
              <a:gd name="connsiteY26422" fmla="*/ 485370 h 2767298"/>
              <a:gd name="connsiteX26423" fmla="*/ 1961214 w 4752801"/>
              <a:gd name="connsiteY26423" fmla="*/ 489418 h 2767298"/>
              <a:gd name="connsiteX26424" fmla="*/ 1958785 w 4752801"/>
              <a:gd name="connsiteY26424" fmla="*/ 493466 h 2767298"/>
              <a:gd name="connsiteX26425" fmla="*/ 1954332 w 4752801"/>
              <a:gd name="connsiteY26425" fmla="*/ 493466 h 2767298"/>
              <a:gd name="connsiteX26426" fmla="*/ 1951903 w 4752801"/>
              <a:gd name="connsiteY26426" fmla="*/ 489418 h 2767298"/>
              <a:gd name="connsiteX26427" fmla="*/ 1792407 w 4752801"/>
              <a:gd name="connsiteY26427" fmla="*/ 485370 h 2767298"/>
              <a:gd name="connsiteX26428" fmla="*/ 1796860 w 4752801"/>
              <a:gd name="connsiteY26428" fmla="*/ 485370 h 2767298"/>
              <a:gd name="connsiteX26429" fmla="*/ 1799289 w 4752801"/>
              <a:gd name="connsiteY26429" fmla="*/ 489418 h 2767298"/>
              <a:gd name="connsiteX26430" fmla="*/ 1796860 w 4752801"/>
              <a:gd name="connsiteY26430" fmla="*/ 493466 h 2767298"/>
              <a:gd name="connsiteX26431" fmla="*/ 1792407 w 4752801"/>
              <a:gd name="connsiteY26431" fmla="*/ 493466 h 2767298"/>
              <a:gd name="connsiteX26432" fmla="*/ 1789978 w 4752801"/>
              <a:gd name="connsiteY26432" fmla="*/ 489418 h 2767298"/>
              <a:gd name="connsiteX26433" fmla="*/ 1751926 w 4752801"/>
              <a:gd name="connsiteY26433" fmla="*/ 485370 h 2767298"/>
              <a:gd name="connsiteX26434" fmla="*/ 1756379 w 4752801"/>
              <a:gd name="connsiteY26434" fmla="*/ 485370 h 2767298"/>
              <a:gd name="connsiteX26435" fmla="*/ 1758808 w 4752801"/>
              <a:gd name="connsiteY26435" fmla="*/ 489418 h 2767298"/>
              <a:gd name="connsiteX26436" fmla="*/ 1756379 w 4752801"/>
              <a:gd name="connsiteY26436" fmla="*/ 493466 h 2767298"/>
              <a:gd name="connsiteX26437" fmla="*/ 1751926 w 4752801"/>
              <a:gd name="connsiteY26437" fmla="*/ 493466 h 2767298"/>
              <a:gd name="connsiteX26438" fmla="*/ 1749497 w 4752801"/>
              <a:gd name="connsiteY26438" fmla="*/ 489418 h 2767298"/>
              <a:gd name="connsiteX26439" fmla="*/ 3695027 w 4752801"/>
              <a:gd name="connsiteY26439" fmla="*/ 484965 h 2767298"/>
              <a:gd name="connsiteX26440" fmla="*/ 3698670 w 4752801"/>
              <a:gd name="connsiteY26440" fmla="*/ 484965 h 2767298"/>
              <a:gd name="connsiteX26441" fmla="*/ 3699884 w 4752801"/>
              <a:gd name="connsiteY26441" fmla="*/ 485370 h 2767298"/>
              <a:gd name="connsiteX26442" fmla="*/ 3701503 w 4752801"/>
              <a:gd name="connsiteY26442" fmla="*/ 488608 h 2767298"/>
              <a:gd name="connsiteX26443" fmla="*/ 3701503 w 4752801"/>
              <a:gd name="connsiteY26443" fmla="*/ 489823 h 2767298"/>
              <a:gd name="connsiteX26444" fmla="*/ 3699884 w 4752801"/>
              <a:gd name="connsiteY26444" fmla="*/ 493061 h 2767298"/>
              <a:gd name="connsiteX26445" fmla="*/ 3698670 w 4752801"/>
              <a:gd name="connsiteY26445" fmla="*/ 493466 h 2767298"/>
              <a:gd name="connsiteX26446" fmla="*/ 3695027 w 4752801"/>
              <a:gd name="connsiteY26446" fmla="*/ 493466 h 2767298"/>
              <a:gd name="connsiteX26447" fmla="*/ 3693812 w 4752801"/>
              <a:gd name="connsiteY26447" fmla="*/ 493061 h 2767298"/>
              <a:gd name="connsiteX26448" fmla="*/ 3692193 w 4752801"/>
              <a:gd name="connsiteY26448" fmla="*/ 489823 h 2767298"/>
              <a:gd name="connsiteX26449" fmla="*/ 3692193 w 4752801"/>
              <a:gd name="connsiteY26449" fmla="*/ 488608 h 2767298"/>
              <a:gd name="connsiteX26450" fmla="*/ 3693812 w 4752801"/>
              <a:gd name="connsiteY26450" fmla="*/ 485370 h 2767298"/>
              <a:gd name="connsiteX26451" fmla="*/ 3695027 w 4752801"/>
              <a:gd name="connsiteY26451" fmla="*/ 484965 h 2767298"/>
              <a:gd name="connsiteX26452" fmla="*/ 3654545 w 4752801"/>
              <a:gd name="connsiteY26452" fmla="*/ 484965 h 2767298"/>
              <a:gd name="connsiteX26453" fmla="*/ 3658593 w 4752801"/>
              <a:gd name="connsiteY26453" fmla="*/ 484965 h 2767298"/>
              <a:gd name="connsiteX26454" fmla="*/ 3659807 w 4752801"/>
              <a:gd name="connsiteY26454" fmla="*/ 485370 h 2767298"/>
              <a:gd name="connsiteX26455" fmla="*/ 3661832 w 4752801"/>
              <a:gd name="connsiteY26455" fmla="*/ 489013 h 2767298"/>
              <a:gd name="connsiteX26456" fmla="*/ 3661832 w 4752801"/>
              <a:gd name="connsiteY26456" fmla="*/ 490228 h 2767298"/>
              <a:gd name="connsiteX26457" fmla="*/ 3659807 w 4752801"/>
              <a:gd name="connsiteY26457" fmla="*/ 493871 h 2767298"/>
              <a:gd name="connsiteX26458" fmla="*/ 3658593 w 4752801"/>
              <a:gd name="connsiteY26458" fmla="*/ 494276 h 2767298"/>
              <a:gd name="connsiteX26459" fmla="*/ 3654545 w 4752801"/>
              <a:gd name="connsiteY26459" fmla="*/ 494276 h 2767298"/>
              <a:gd name="connsiteX26460" fmla="*/ 3653331 w 4752801"/>
              <a:gd name="connsiteY26460" fmla="*/ 493871 h 2767298"/>
              <a:gd name="connsiteX26461" fmla="*/ 3651307 w 4752801"/>
              <a:gd name="connsiteY26461" fmla="*/ 490228 h 2767298"/>
              <a:gd name="connsiteX26462" fmla="*/ 3651307 w 4752801"/>
              <a:gd name="connsiteY26462" fmla="*/ 489013 h 2767298"/>
              <a:gd name="connsiteX26463" fmla="*/ 3653331 w 4752801"/>
              <a:gd name="connsiteY26463" fmla="*/ 485370 h 2767298"/>
              <a:gd name="connsiteX26464" fmla="*/ 3654545 w 4752801"/>
              <a:gd name="connsiteY26464" fmla="*/ 484965 h 2767298"/>
              <a:gd name="connsiteX26465" fmla="*/ 2075776 w 4752801"/>
              <a:gd name="connsiteY26465" fmla="*/ 484965 h 2767298"/>
              <a:gd name="connsiteX26466" fmla="*/ 2079419 w 4752801"/>
              <a:gd name="connsiteY26466" fmla="*/ 484965 h 2767298"/>
              <a:gd name="connsiteX26467" fmla="*/ 2080634 w 4752801"/>
              <a:gd name="connsiteY26467" fmla="*/ 485370 h 2767298"/>
              <a:gd name="connsiteX26468" fmla="*/ 2082658 w 4752801"/>
              <a:gd name="connsiteY26468" fmla="*/ 488608 h 2767298"/>
              <a:gd name="connsiteX26469" fmla="*/ 2082658 w 4752801"/>
              <a:gd name="connsiteY26469" fmla="*/ 489823 h 2767298"/>
              <a:gd name="connsiteX26470" fmla="*/ 2080634 w 4752801"/>
              <a:gd name="connsiteY26470" fmla="*/ 493061 h 2767298"/>
              <a:gd name="connsiteX26471" fmla="*/ 2079419 w 4752801"/>
              <a:gd name="connsiteY26471" fmla="*/ 493466 h 2767298"/>
              <a:gd name="connsiteX26472" fmla="*/ 2075776 w 4752801"/>
              <a:gd name="connsiteY26472" fmla="*/ 493466 h 2767298"/>
              <a:gd name="connsiteX26473" fmla="*/ 2074562 w 4752801"/>
              <a:gd name="connsiteY26473" fmla="*/ 493061 h 2767298"/>
              <a:gd name="connsiteX26474" fmla="*/ 2072538 w 4752801"/>
              <a:gd name="connsiteY26474" fmla="*/ 489823 h 2767298"/>
              <a:gd name="connsiteX26475" fmla="*/ 2072538 w 4752801"/>
              <a:gd name="connsiteY26475" fmla="*/ 488608 h 2767298"/>
              <a:gd name="connsiteX26476" fmla="*/ 2074562 w 4752801"/>
              <a:gd name="connsiteY26476" fmla="*/ 485370 h 2767298"/>
              <a:gd name="connsiteX26477" fmla="*/ 2075776 w 4752801"/>
              <a:gd name="connsiteY26477" fmla="*/ 484965 h 2767298"/>
              <a:gd name="connsiteX26478" fmla="*/ 1913851 w 4752801"/>
              <a:gd name="connsiteY26478" fmla="*/ 484965 h 2767298"/>
              <a:gd name="connsiteX26479" fmla="*/ 1917494 w 4752801"/>
              <a:gd name="connsiteY26479" fmla="*/ 484965 h 2767298"/>
              <a:gd name="connsiteX26480" fmla="*/ 1918709 w 4752801"/>
              <a:gd name="connsiteY26480" fmla="*/ 485370 h 2767298"/>
              <a:gd name="connsiteX26481" fmla="*/ 1920733 w 4752801"/>
              <a:gd name="connsiteY26481" fmla="*/ 488608 h 2767298"/>
              <a:gd name="connsiteX26482" fmla="*/ 1920733 w 4752801"/>
              <a:gd name="connsiteY26482" fmla="*/ 489823 h 2767298"/>
              <a:gd name="connsiteX26483" fmla="*/ 1918709 w 4752801"/>
              <a:gd name="connsiteY26483" fmla="*/ 493061 h 2767298"/>
              <a:gd name="connsiteX26484" fmla="*/ 1917494 w 4752801"/>
              <a:gd name="connsiteY26484" fmla="*/ 493466 h 2767298"/>
              <a:gd name="connsiteX26485" fmla="*/ 1913851 w 4752801"/>
              <a:gd name="connsiteY26485" fmla="*/ 493466 h 2767298"/>
              <a:gd name="connsiteX26486" fmla="*/ 1912637 w 4752801"/>
              <a:gd name="connsiteY26486" fmla="*/ 493061 h 2767298"/>
              <a:gd name="connsiteX26487" fmla="*/ 1910613 w 4752801"/>
              <a:gd name="connsiteY26487" fmla="*/ 489823 h 2767298"/>
              <a:gd name="connsiteX26488" fmla="*/ 1910613 w 4752801"/>
              <a:gd name="connsiteY26488" fmla="*/ 488608 h 2767298"/>
              <a:gd name="connsiteX26489" fmla="*/ 1912637 w 4752801"/>
              <a:gd name="connsiteY26489" fmla="*/ 485370 h 2767298"/>
              <a:gd name="connsiteX26490" fmla="*/ 1913851 w 4752801"/>
              <a:gd name="connsiteY26490" fmla="*/ 484965 h 2767298"/>
              <a:gd name="connsiteX26491" fmla="*/ 3087807 w 4752801"/>
              <a:gd name="connsiteY26491" fmla="*/ 484561 h 2767298"/>
              <a:gd name="connsiteX26492" fmla="*/ 3091855 w 4752801"/>
              <a:gd name="connsiteY26492" fmla="*/ 484561 h 2767298"/>
              <a:gd name="connsiteX26493" fmla="*/ 3093069 w 4752801"/>
              <a:gd name="connsiteY26493" fmla="*/ 484966 h 2767298"/>
              <a:gd name="connsiteX26494" fmla="*/ 3095094 w 4752801"/>
              <a:gd name="connsiteY26494" fmla="*/ 488609 h 2767298"/>
              <a:gd name="connsiteX26495" fmla="*/ 3095094 w 4752801"/>
              <a:gd name="connsiteY26495" fmla="*/ 489824 h 2767298"/>
              <a:gd name="connsiteX26496" fmla="*/ 3093069 w 4752801"/>
              <a:gd name="connsiteY26496" fmla="*/ 493467 h 2767298"/>
              <a:gd name="connsiteX26497" fmla="*/ 3091855 w 4752801"/>
              <a:gd name="connsiteY26497" fmla="*/ 493872 h 2767298"/>
              <a:gd name="connsiteX26498" fmla="*/ 3087807 w 4752801"/>
              <a:gd name="connsiteY26498" fmla="*/ 493872 h 2767298"/>
              <a:gd name="connsiteX26499" fmla="*/ 3086593 w 4752801"/>
              <a:gd name="connsiteY26499" fmla="*/ 493467 h 2767298"/>
              <a:gd name="connsiteX26500" fmla="*/ 3084569 w 4752801"/>
              <a:gd name="connsiteY26500" fmla="*/ 489824 h 2767298"/>
              <a:gd name="connsiteX26501" fmla="*/ 3084569 w 4752801"/>
              <a:gd name="connsiteY26501" fmla="*/ 488609 h 2767298"/>
              <a:gd name="connsiteX26502" fmla="*/ 3086593 w 4752801"/>
              <a:gd name="connsiteY26502" fmla="*/ 484966 h 2767298"/>
              <a:gd name="connsiteX26503" fmla="*/ 3087807 w 4752801"/>
              <a:gd name="connsiteY26503" fmla="*/ 484561 h 2767298"/>
              <a:gd name="connsiteX26504" fmla="*/ 10423 w 4752801"/>
              <a:gd name="connsiteY26504" fmla="*/ 483751 h 2767298"/>
              <a:gd name="connsiteX26505" fmla="*/ 16090 w 4752801"/>
              <a:gd name="connsiteY26505" fmla="*/ 483751 h 2767298"/>
              <a:gd name="connsiteX26506" fmla="*/ 17305 w 4752801"/>
              <a:gd name="connsiteY26506" fmla="*/ 484156 h 2767298"/>
              <a:gd name="connsiteX26507" fmla="*/ 20138 w 4752801"/>
              <a:gd name="connsiteY26507" fmla="*/ 489014 h 2767298"/>
              <a:gd name="connsiteX26508" fmla="*/ 20138 w 4752801"/>
              <a:gd name="connsiteY26508" fmla="*/ 490228 h 2767298"/>
              <a:gd name="connsiteX26509" fmla="*/ 17305 w 4752801"/>
              <a:gd name="connsiteY26509" fmla="*/ 495086 h 2767298"/>
              <a:gd name="connsiteX26510" fmla="*/ 16090 w 4752801"/>
              <a:gd name="connsiteY26510" fmla="*/ 495491 h 2767298"/>
              <a:gd name="connsiteX26511" fmla="*/ 10423 w 4752801"/>
              <a:gd name="connsiteY26511" fmla="*/ 495491 h 2767298"/>
              <a:gd name="connsiteX26512" fmla="*/ 9208 w 4752801"/>
              <a:gd name="connsiteY26512" fmla="*/ 495086 h 2767298"/>
              <a:gd name="connsiteX26513" fmla="*/ 6375 w 4752801"/>
              <a:gd name="connsiteY26513" fmla="*/ 490228 h 2767298"/>
              <a:gd name="connsiteX26514" fmla="*/ 6375 w 4752801"/>
              <a:gd name="connsiteY26514" fmla="*/ 489014 h 2767298"/>
              <a:gd name="connsiteX26515" fmla="*/ 9208 w 4752801"/>
              <a:gd name="connsiteY26515" fmla="*/ 484156 h 2767298"/>
              <a:gd name="connsiteX26516" fmla="*/ 10423 w 4752801"/>
              <a:gd name="connsiteY26516" fmla="*/ 483751 h 2767298"/>
              <a:gd name="connsiteX26517" fmla="*/ 3613254 w 4752801"/>
              <a:gd name="connsiteY26517" fmla="*/ 483346 h 2767298"/>
              <a:gd name="connsiteX26518" fmla="*/ 3618516 w 4752801"/>
              <a:gd name="connsiteY26518" fmla="*/ 483346 h 2767298"/>
              <a:gd name="connsiteX26519" fmla="*/ 3619731 w 4752801"/>
              <a:gd name="connsiteY26519" fmla="*/ 483751 h 2767298"/>
              <a:gd name="connsiteX26520" fmla="*/ 3622565 w 4752801"/>
              <a:gd name="connsiteY26520" fmla="*/ 488609 h 2767298"/>
              <a:gd name="connsiteX26521" fmla="*/ 3622565 w 4752801"/>
              <a:gd name="connsiteY26521" fmla="*/ 489823 h 2767298"/>
              <a:gd name="connsiteX26522" fmla="*/ 3619731 w 4752801"/>
              <a:gd name="connsiteY26522" fmla="*/ 494681 h 2767298"/>
              <a:gd name="connsiteX26523" fmla="*/ 3618516 w 4752801"/>
              <a:gd name="connsiteY26523" fmla="*/ 495086 h 2767298"/>
              <a:gd name="connsiteX26524" fmla="*/ 3613254 w 4752801"/>
              <a:gd name="connsiteY26524" fmla="*/ 495086 h 2767298"/>
              <a:gd name="connsiteX26525" fmla="*/ 3612040 w 4752801"/>
              <a:gd name="connsiteY26525" fmla="*/ 494681 h 2767298"/>
              <a:gd name="connsiteX26526" fmla="*/ 3609206 w 4752801"/>
              <a:gd name="connsiteY26526" fmla="*/ 489823 h 2767298"/>
              <a:gd name="connsiteX26527" fmla="*/ 3609206 w 4752801"/>
              <a:gd name="connsiteY26527" fmla="*/ 488609 h 2767298"/>
              <a:gd name="connsiteX26528" fmla="*/ 3612040 w 4752801"/>
              <a:gd name="connsiteY26528" fmla="*/ 483751 h 2767298"/>
              <a:gd name="connsiteX26529" fmla="*/ 3613254 w 4752801"/>
              <a:gd name="connsiteY26529" fmla="*/ 483346 h 2767298"/>
              <a:gd name="connsiteX26530" fmla="*/ 2479375 w 4752801"/>
              <a:gd name="connsiteY26530" fmla="*/ 483346 h 2767298"/>
              <a:gd name="connsiteX26531" fmla="*/ 2485447 w 4752801"/>
              <a:gd name="connsiteY26531" fmla="*/ 483346 h 2767298"/>
              <a:gd name="connsiteX26532" fmla="*/ 2486661 w 4752801"/>
              <a:gd name="connsiteY26532" fmla="*/ 483751 h 2767298"/>
              <a:gd name="connsiteX26533" fmla="*/ 2489900 w 4752801"/>
              <a:gd name="connsiteY26533" fmla="*/ 489013 h 2767298"/>
              <a:gd name="connsiteX26534" fmla="*/ 2489900 w 4752801"/>
              <a:gd name="connsiteY26534" fmla="*/ 490228 h 2767298"/>
              <a:gd name="connsiteX26535" fmla="*/ 2486661 w 4752801"/>
              <a:gd name="connsiteY26535" fmla="*/ 495490 h 2767298"/>
              <a:gd name="connsiteX26536" fmla="*/ 2485447 w 4752801"/>
              <a:gd name="connsiteY26536" fmla="*/ 495895 h 2767298"/>
              <a:gd name="connsiteX26537" fmla="*/ 2479375 w 4752801"/>
              <a:gd name="connsiteY26537" fmla="*/ 495895 h 2767298"/>
              <a:gd name="connsiteX26538" fmla="*/ 2478160 w 4752801"/>
              <a:gd name="connsiteY26538" fmla="*/ 495490 h 2767298"/>
              <a:gd name="connsiteX26539" fmla="*/ 2474922 w 4752801"/>
              <a:gd name="connsiteY26539" fmla="*/ 490228 h 2767298"/>
              <a:gd name="connsiteX26540" fmla="*/ 2474922 w 4752801"/>
              <a:gd name="connsiteY26540" fmla="*/ 489013 h 2767298"/>
              <a:gd name="connsiteX26541" fmla="*/ 2478160 w 4752801"/>
              <a:gd name="connsiteY26541" fmla="*/ 483751 h 2767298"/>
              <a:gd name="connsiteX26542" fmla="*/ 2479375 w 4752801"/>
              <a:gd name="connsiteY26542" fmla="*/ 483346 h 2767298"/>
              <a:gd name="connsiteX26543" fmla="*/ 3571962 w 4752801"/>
              <a:gd name="connsiteY26543" fmla="*/ 482132 h 2767298"/>
              <a:gd name="connsiteX26544" fmla="*/ 3578844 w 4752801"/>
              <a:gd name="connsiteY26544" fmla="*/ 482132 h 2767298"/>
              <a:gd name="connsiteX26545" fmla="*/ 3580059 w 4752801"/>
              <a:gd name="connsiteY26545" fmla="*/ 482942 h 2767298"/>
              <a:gd name="connsiteX26546" fmla="*/ 3583702 w 4752801"/>
              <a:gd name="connsiteY26546" fmla="*/ 489014 h 2767298"/>
              <a:gd name="connsiteX26547" fmla="*/ 3583702 w 4752801"/>
              <a:gd name="connsiteY26547" fmla="*/ 490228 h 2767298"/>
              <a:gd name="connsiteX26548" fmla="*/ 3580059 w 4752801"/>
              <a:gd name="connsiteY26548" fmla="*/ 496300 h 2767298"/>
              <a:gd name="connsiteX26549" fmla="*/ 3578844 w 4752801"/>
              <a:gd name="connsiteY26549" fmla="*/ 496705 h 2767298"/>
              <a:gd name="connsiteX26550" fmla="*/ 3571962 w 4752801"/>
              <a:gd name="connsiteY26550" fmla="*/ 496705 h 2767298"/>
              <a:gd name="connsiteX26551" fmla="*/ 3570748 w 4752801"/>
              <a:gd name="connsiteY26551" fmla="*/ 496300 h 2767298"/>
              <a:gd name="connsiteX26552" fmla="*/ 3567105 w 4752801"/>
              <a:gd name="connsiteY26552" fmla="*/ 490228 h 2767298"/>
              <a:gd name="connsiteX26553" fmla="*/ 3567105 w 4752801"/>
              <a:gd name="connsiteY26553" fmla="*/ 489014 h 2767298"/>
              <a:gd name="connsiteX26554" fmla="*/ 3570748 w 4752801"/>
              <a:gd name="connsiteY26554" fmla="*/ 482942 h 2767298"/>
              <a:gd name="connsiteX26555" fmla="*/ 3571962 w 4752801"/>
              <a:gd name="connsiteY26555" fmla="*/ 482132 h 2767298"/>
              <a:gd name="connsiteX26556" fmla="*/ 2680970 w 4752801"/>
              <a:gd name="connsiteY26556" fmla="*/ 481322 h 2767298"/>
              <a:gd name="connsiteX26557" fmla="*/ 2688662 w 4752801"/>
              <a:gd name="connsiteY26557" fmla="*/ 481322 h 2767298"/>
              <a:gd name="connsiteX26558" fmla="*/ 2689876 w 4752801"/>
              <a:gd name="connsiteY26558" fmla="*/ 481727 h 2767298"/>
              <a:gd name="connsiteX26559" fmla="*/ 2693924 w 4752801"/>
              <a:gd name="connsiteY26559" fmla="*/ 488609 h 2767298"/>
              <a:gd name="connsiteX26560" fmla="*/ 2693924 w 4752801"/>
              <a:gd name="connsiteY26560" fmla="*/ 489823 h 2767298"/>
              <a:gd name="connsiteX26561" fmla="*/ 2689876 w 4752801"/>
              <a:gd name="connsiteY26561" fmla="*/ 496705 h 2767298"/>
              <a:gd name="connsiteX26562" fmla="*/ 2688662 w 4752801"/>
              <a:gd name="connsiteY26562" fmla="*/ 497110 h 2767298"/>
              <a:gd name="connsiteX26563" fmla="*/ 2680970 w 4752801"/>
              <a:gd name="connsiteY26563" fmla="*/ 497110 h 2767298"/>
              <a:gd name="connsiteX26564" fmla="*/ 2679756 w 4752801"/>
              <a:gd name="connsiteY26564" fmla="*/ 496705 h 2767298"/>
              <a:gd name="connsiteX26565" fmla="*/ 2675708 w 4752801"/>
              <a:gd name="connsiteY26565" fmla="*/ 489823 h 2767298"/>
              <a:gd name="connsiteX26566" fmla="*/ 2675708 w 4752801"/>
              <a:gd name="connsiteY26566" fmla="*/ 488609 h 2767298"/>
              <a:gd name="connsiteX26567" fmla="*/ 2679756 w 4752801"/>
              <a:gd name="connsiteY26567" fmla="*/ 481727 h 2767298"/>
              <a:gd name="connsiteX26568" fmla="*/ 2680970 w 4752801"/>
              <a:gd name="connsiteY26568" fmla="*/ 481322 h 2767298"/>
              <a:gd name="connsiteX26569" fmla="*/ 1223646 w 4752801"/>
              <a:gd name="connsiteY26569" fmla="*/ 481322 h 2767298"/>
              <a:gd name="connsiteX26570" fmla="*/ 1231742 w 4752801"/>
              <a:gd name="connsiteY26570" fmla="*/ 481322 h 2767298"/>
              <a:gd name="connsiteX26571" fmla="*/ 1232957 w 4752801"/>
              <a:gd name="connsiteY26571" fmla="*/ 481727 h 2767298"/>
              <a:gd name="connsiteX26572" fmla="*/ 1237005 w 4752801"/>
              <a:gd name="connsiteY26572" fmla="*/ 489013 h 2767298"/>
              <a:gd name="connsiteX26573" fmla="*/ 1237005 w 4752801"/>
              <a:gd name="connsiteY26573" fmla="*/ 490228 h 2767298"/>
              <a:gd name="connsiteX26574" fmla="*/ 1232957 w 4752801"/>
              <a:gd name="connsiteY26574" fmla="*/ 497515 h 2767298"/>
              <a:gd name="connsiteX26575" fmla="*/ 1232147 w 4752801"/>
              <a:gd name="connsiteY26575" fmla="*/ 497919 h 2767298"/>
              <a:gd name="connsiteX26576" fmla="*/ 1223646 w 4752801"/>
              <a:gd name="connsiteY26576" fmla="*/ 497919 h 2767298"/>
              <a:gd name="connsiteX26577" fmla="*/ 1222432 w 4752801"/>
              <a:gd name="connsiteY26577" fmla="*/ 497515 h 2767298"/>
              <a:gd name="connsiteX26578" fmla="*/ 1218384 w 4752801"/>
              <a:gd name="connsiteY26578" fmla="*/ 490228 h 2767298"/>
              <a:gd name="connsiteX26579" fmla="*/ 1218384 w 4752801"/>
              <a:gd name="connsiteY26579" fmla="*/ 489013 h 2767298"/>
              <a:gd name="connsiteX26580" fmla="*/ 1222432 w 4752801"/>
              <a:gd name="connsiteY26580" fmla="*/ 481727 h 2767298"/>
              <a:gd name="connsiteX26581" fmla="*/ 1223646 w 4752801"/>
              <a:gd name="connsiteY26581" fmla="*/ 481322 h 2767298"/>
              <a:gd name="connsiteX26582" fmla="*/ 1102202 w 4752801"/>
              <a:gd name="connsiteY26582" fmla="*/ 481322 h 2767298"/>
              <a:gd name="connsiteX26583" fmla="*/ 1110298 w 4752801"/>
              <a:gd name="connsiteY26583" fmla="*/ 481322 h 2767298"/>
              <a:gd name="connsiteX26584" fmla="*/ 1111513 w 4752801"/>
              <a:gd name="connsiteY26584" fmla="*/ 481727 h 2767298"/>
              <a:gd name="connsiteX26585" fmla="*/ 1115561 w 4752801"/>
              <a:gd name="connsiteY26585" fmla="*/ 489013 h 2767298"/>
              <a:gd name="connsiteX26586" fmla="*/ 1115561 w 4752801"/>
              <a:gd name="connsiteY26586" fmla="*/ 490228 h 2767298"/>
              <a:gd name="connsiteX26587" fmla="*/ 1111513 w 4752801"/>
              <a:gd name="connsiteY26587" fmla="*/ 497515 h 2767298"/>
              <a:gd name="connsiteX26588" fmla="*/ 1110703 w 4752801"/>
              <a:gd name="connsiteY26588" fmla="*/ 497919 h 2767298"/>
              <a:gd name="connsiteX26589" fmla="*/ 1102202 w 4752801"/>
              <a:gd name="connsiteY26589" fmla="*/ 497919 h 2767298"/>
              <a:gd name="connsiteX26590" fmla="*/ 1100988 w 4752801"/>
              <a:gd name="connsiteY26590" fmla="*/ 497515 h 2767298"/>
              <a:gd name="connsiteX26591" fmla="*/ 1096940 w 4752801"/>
              <a:gd name="connsiteY26591" fmla="*/ 490228 h 2767298"/>
              <a:gd name="connsiteX26592" fmla="*/ 1096940 w 4752801"/>
              <a:gd name="connsiteY26592" fmla="*/ 489013 h 2767298"/>
              <a:gd name="connsiteX26593" fmla="*/ 1100988 w 4752801"/>
              <a:gd name="connsiteY26593" fmla="*/ 481727 h 2767298"/>
              <a:gd name="connsiteX26594" fmla="*/ 1102202 w 4752801"/>
              <a:gd name="connsiteY26594" fmla="*/ 481322 h 2767298"/>
              <a:gd name="connsiteX26595" fmla="*/ 1021239 w 4752801"/>
              <a:gd name="connsiteY26595" fmla="*/ 481322 h 2767298"/>
              <a:gd name="connsiteX26596" fmla="*/ 1029335 w 4752801"/>
              <a:gd name="connsiteY26596" fmla="*/ 481322 h 2767298"/>
              <a:gd name="connsiteX26597" fmla="*/ 1030550 w 4752801"/>
              <a:gd name="connsiteY26597" fmla="*/ 481727 h 2767298"/>
              <a:gd name="connsiteX26598" fmla="*/ 1034598 w 4752801"/>
              <a:gd name="connsiteY26598" fmla="*/ 489013 h 2767298"/>
              <a:gd name="connsiteX26599" fmla="*/ 1034598 w 4752801"/>
              <a:gd name="connsiteY26599" fmla="*/ 490228 h 2767298"/>
              <a:gd name="connsiteX26600" fmla="*/ 1030550 w 4752801"/>
              <a:gd name="connsiteY26600" fmla="*/ 497515 h 2767298"/>
              <a:gd name="connsiteX26601" fmla="*/ 1029740 w 4752801"/>
              <a:gd name="connsiteY26601" fmla="*/ 497919 h 2767298"/>
              <a:gd name="connsiteX26602" fmla="*/ 1021239 w 4752801"/>
              <a:gd name="connsiteY26602" fmla="*/ 497919 h 2767298"/>
              <a:gd name="connsiteX26603" fmla="*/ 1020025 w 4752801"/>
              <a:gd name="connsiteY26603" fmla="*/ 497515 h 2767298"/>
              <a:gd name="connsiteX26604" fmla="*/ 1015977 w 4752801"/>
              <a:gd name="connsiteY26604" fmla="*/ 490228 h 2767298"/>
              <a:gd name="connsiteX26605" fmla="*/ 1015977 w 4752801"/>
              <a:gd name="connsiteY26605" fmla="*/ 489013 h 2767298"/>
              <a:gd name="connsiteX26606" fmla="*/ 1020025 w 4752801"/>
              <a:gd name="connsiteY26606" fmla="*/ 481727 h 2767298"/>
              <a:gd name="connsiteX26607" fmla="*/ 1021239 w 4752801"/>
              <a:gd name="connsiteY26607" fmla="*/ 481322 h 2767298"/>
              <a:gd name="connsiteX26608" fmla="*/ 980353 w 4752801"/>
              <a:gd name="connsiteY26608" fmla="*/ 481322 h 2767298"/>
              <a:gd name="connsiteX26609" fmla="*/ 988854 w 4752801"/>
              <a:gd name="connsiteY26609" fmla="*/ 481322 h 2767298"/>
              <a:gd name="connsiteX26610" fmla="*/ 990069 w 4752801"/>
              <a:gd name="connsiteY26610" fmla="*/ 481727 h 2767298"/>
              <a:gd name="connsiteX26611" fmla="*/ 994521 w 4752801"/>
              <a:gd name="connsiteY26611" fmla="*/ 489013 h 2767298"/>
              <a:gd name="connsiteX26612" fmla="*/ 994521 w 4752801"/>
              <a:gd name="connsiteY26612" fmla="*/ 490228 h 2767298"/>
              <a:gd name="connsiteX26613" fmla="*/ 990069 w 4752801"/>
              <a:gd name="connsiteY26613" fmla="*/ 497515 h 2767298"/>
              <a:gd name="connsiteX26614" fmla="*/ 988854 w 4752801"/>
              <a:gd name="connsiteY26614" fmla="*/ 497919 h 2767298"/>
              <a:gd name="connsiteX26615" fmla="*/ 980353 w 4752801"/>
              <a:gd name="connsiteY26615" fmla="*/ 497919 h 2767298"/>
              <a:gd name="connsiteX26616" fmla="*/ 979139 w 4752801"/>
              <a:gd name="connsiteY26616" fmla="*/ 497515 h 2767298"/>
              <a:gd name="connsiteX26617" fmla="*/ 974686 w 4752801"/>
              <a:gd name="connsiteY26617" fmla="*/ 490228 h 2767298"/>
              <a:gd name="connsiteX26618" fmla="*/ 974686 w 4752801"/>
              <a:gd name="connsiteY26618" fmla="*/ 489013 h 2767298"/>
              <a:gd name="connsiteX26619" fmla="*/ 979139 w 4752801"/>
              <a:gd name="connsiteY26619" fmla="*/ 481727 h 2767298"/>
              <a:gd name="connsiteX26620" fmla="*/ 980353 w 4752801"/>
              <a:gd name="connsiteY26620" fmla="*/ 481322 h 2767298"/>
              <a:gd name="connsiteX26621" fmla="*/ 3530672 w 4752801"/>
              <a:gd name="connsiteY26621" fmla="*/ 480917 h 2767298"/>
              <a:gd name="connsiteX26622" fmla="*/ 3539578 w 4752801"/>
              <a:gd name="connsiteY26622" fmla="*/ 480917 h 2767298"/>
              <a:gd name="connsiteX26623" fmla="*/ 3540792 w 4752801"/>
              <a:gd name="connsiteY26623" fmla="*/ 481322 h 2767298"/>
              <a:gd name="connsiteX26624" fmla="*/ 3545245 w 4752801"/>
              <a:gd name="connsiteY26624" fmla="*/ 489013 h 2767298"/>
              <a:gd name="connsiteX26625" fmla="*/ 3545245 w 4752801"/>
              <a:gd name="connsiteY26625" fmla="*/ 490228 h 2767298"/>
              <a:gd name="connsiteX26626" fmla="*/ 3540792 w 4752801"/>
              <a:gd name="connsiteY26626" fmla="*/ 497919 h 2767298"/>
              <a:gd name="connsiteX26627" fmla="*/ 3539578 w 4752801"/>
              <a:gd name="connsiteY26627" fmla="*/ 498729 h 2767298"/>
              <a:gd name="connsiteX26628" fmla="*/ 3530672 w 4752801"/>
              <a:gd name="connsiteY26628" fmla="*/ 498729 h 2767298"/>
              <a:gd name="connsiteX26629" fmla="*/ 3529457 w 4752801"/>
              <a:gd name="connsiteY26629" fmla="*/ 497919 h 2767298"/>
              <a:gd name="connsiteX26630" fmla="*/ 3525005 w 4752801"/>
              <a:gd name="connsiteY26630" fmla="*/ 490228 h 2767298"/>
              <a:gd name="connsiteX26631" fmla="*/ 3525005 w 4752801"/>
              <a:gd name="connsiteY26631" fmla="*/ 489013 h 2767298"/>
              <a:gd name="connsiteX26632" fmla="*/ 3529457 w 4752801"/>
              <a:gd name="connsiteY26632" fmla="*/ 481322 h 2767298"/>
              <a:gd name="connsiteX26633" fmla="*/ 3530672 w 4752801"/>
              <a:gd name="connsiteY26633" fmla="*/ 480917 h 2767298"/>
              <a:gd name="connsiteX26634" fmla="*/ 1668535 w 4752801"/>
              <a:gd name="connsiteY26634" fmla="*/ 480917 h 2767298"/>
              <a:gd name="connsiteX26635" fmla="*/ 1677441 w 4752801"/>
              <a:gd name="connsiteY26635" fmla="*/ 480917 h 2767298"/>
              <a:gd name="connsiteX26636" fmla="*/ 1678655 w 4752801"/>
              <a:gd name="connsiteY26636" fmla="*/ 481322 h 2767298"/>
              <a:gd name="connsiteX26637" fmla="*/ 1683108 w 4752801"/>
              <a:gd name="connsiteY26637" fmla="*/ 489013 h 2767298"/>
              <a:gd name="connsiteX26638" fmla="*/ 1683108 w 4752801"/>
              <a:gd name="connsiteY26638" fmla="*/ 490228 h 2767298"/>
              <a:gd name="connsiteX26639" fmla="*/ 1678655 w 4752801"/>
              <a:gd name="connsiteY26639" fmla="*/ 497919 h 2767298"/>
              <a:gd name="connsiteX26640" fmla="*/ 1677441 w 4752801"/>
              <a:gd name="connsiteY26640" fmla="*/ 498324 h 2767298"/>
              <a:gd name="connsiteX26641" fmla="*/ 1668535 w 4752801"/>
              <a:gd name="connsiteY26641" fmla="*/ 498324 h 2767298"/>
              <a:gd name="connsiteX26642" fmla="*/ 1667321 w 4752801"/>
              <a:gd name="connsiteY26642" fmla="*/ 497919 h 2767298"/>
              <a:gd name="connsiteX26643" fmla="*/ 1662868 w 4752801"/>
              <a:gd name="connsiteY26643" fmla="*/ 490228 h 2767298"/>
              <a:gd name="connsiteX26644" fmla="*/ 1662868 w 4752801"/>
              <a:gd name="connsiteY26644" fmla="*/ 489013 h 2767298"/>
              <a:gd name="connsiteX26645" fmla="*/ 1667321 w 4752801"/>
              <a:gd name="connsiteY26645" fmla="*/ 481322 h 2767298"/>
              <a:gd name="connsiteX26646" fmla="*/ 1668535 w 4752801"/>
              <a:gd name="connsiteY26646" fmla="*/ 480917 h 2767298"/>
              <a:gd name="connsiteX26647" fmla="*/ 1263722 w 4752801"/>
              <a:gd name="connsiteY26647" fmla="*/ 480917 h 2767298"/>
              <a:gd name="connsiteX26648" fmla="*/ 1272223 w 4752801"/>
              <a:gd name="connsiteY26648" fmla="*/ 480917 h 2767298"/>
              <a:gd name="connsiteX26649" fmla="*/ 1273438 w 4752801"/>
              <a:gd name="connsiteY26649" fmla="*/ 481727 h 2767298"/>
              <a:gd name="connsiteX26650" fmla="*/ 1277890 w 4752801"/>
              <a:gd name="connsiteY26650" fmla="*/ 489013 h 2767298"/>
              <a:gd name="connsiteX26651" fmla="*/ 1277890 w 4752801"/>
              <a:gd name="connsiteY26651" fmla="*/ 490228 h 2767298"/>
              <a:gd name="connsiteX26652" fmla="*/ 1273438 w 4752801"/>
              <a:gd name="connsiteY26652" fmla="*/ 497514 h 2767298"/>
              <a:gd name="connsiteX26653" fmla="*/ 1272223 w 4752801"/>
              <a:gd name="connsiteY26653" fmla="*/ 497919 h 2767298"/>
              <a:gd name="connsiteX26654" fmla="*/ 1263722 w 4752801"/>
              <a:gd name="connsiteY26654" fmla="*/ 497919 h 2767298"/>
              <a:gd name="connsiteX26655" fmla="*/ 1262508 w 4752801"/>
              <a:gd name="connsiteY26655" fmla="*/ 497514 h 2767298"/>
              <a:gd name="connsiteX26656" fmla="*/ 1258055 w 4752801"/>
              <a:gd name="connsiteY26656" fmla="*/ 490228 h 2767298"/>
              <a:gd name="connsiteX26657" fmla="*/ 1258055 w 4752801"/>
              <a:gd name="connsiteY26657" fmla="*/ 489013 h 2767298"/>
              <a:gd name="connsiteX26658" fmla="*/ 1262508 w 4752801"/>
              <a:gd name="connsiteY26658" fmla="*/ 481727 h 2767298"/>
              <a:gd name="connsiteX26659" fmla="*/ 1263722 w 4752801"/>
              <a:gd name="connsiteY26659" fmla="*/ 480917 h 2767298"/>
              <a:gd name="connsiteX26660" fmla="*/ 1142278 w 4752801"/>
              <a:gd name="connsiteY26660" fmla="*/ 480917 h 2767298"/>
              <a:gd name="connsiteX26661" fmla="*/ 1151184 w 4752801"/>
              <a:gd name="connsiteY26661" fmla="*/ 480917 h 2767298"/>
              <a:gd name="connsiteX26662" fmla="*/ 1152398 w 4752801"/>
              <a:gd name="connsiteY26662" fmla="*/ 481322 h 2767298"/>
              <a:gd name="connsiteX26663" fmla="*/ 1156851 w 4752801"/>
              <a:gd name="connsiteY26663" fmla="*/ 489013 h 2767298"/>
              <a:gd name="connsiteX26664" fmla="*/ 1156851 w 4752801"/>
              <a:gd name="connsiteY26664" fmla="*/ 490228 h 2767298"/>
              <a:gd name="connsiteX26665" fmla="*/ 1152398 w 4752801"/>
              <a:gd name="connsiteY26665" fmla="*/ 497919 h 2767298"/>
              <a:gd name="connsiteX26666" fmla="*/ 1151184 w 4752801"/>
              <a:gd name="connsiteY26666" fmla="*/ 498324 h 2767298"/>
              <a:gd name="connsiteX26667" fmla="*/ 1142278 w 4752801"/>
              <a:gd name="connsiteY26667" fmla="*/ 498324 h 2767298"/>
              <a:gd name="connsiteX26668" fmla="*/ 1141064 w 4752801"/>
              <a:gd name="connsiteY26668" fmla="*/ 497919 h 2767298"/>
              <a:gd name="connsiteX26669" fmla="*/ 1136611 w 4752801"/>
              <a:gd name="connsiteY26669" fmla="*/ 490228 h 2767298"/>
              <a:gd name="connsiteX26670" fmla="*/ 1136611 w 4752801"/>
              <a:gd name="connsiteY26670" fmla="*/ 489013 h 2767298"/>
              <a:gd name="connsiteX26671" fmla="*/ 1141064 w 4752801"/>
              <a:gd name="connsiteY26671" fmla="*/ 481322 h 2767298"/>
              <a:gd name="connsiteX26672" fmla="*/ 1142278 w 4752801"/>
              <a:gd name="connsiteY26672" fmla="*/ 480917 h 2767298"/>
              <a:gd name="connsiteX26673" fmla="*/ 858910 w 4752801"/>
              <a:gd name="connsiteY26673" fmla="*/ 480917 h 2767298"/>
              <a:gd name="connsiteX26674" fmla="*/ 867816 w 4752801"/>
              <a:gd name="connsiteY26674" fmla="*/ 480917 h 2767298"/>
              <a:gd name="connsiteX26675" fmla="*/ 869030 w 4752801"/>
              <a:gd name="connsiteY26675" fmla="*/ 481322 h 2767298"/>
              <a:gd name="connsiteX26676" fmla="*/ 873483 w 4752801"/>
              <a:gd name="connsiteY26676" fmla="*/ 489013 h 2767298"/>
              <a:gd name="connsiteX26677" fmla="*/ 873483 w 4752801"/>
              <a:gd name="connsiteY26677" fmla="*/ 490228 h 2767298"/>
              <a:gd name="connsiteX26678" fmla="*/ 869030 w 4752801"/>
              <a:gd name="connsiteY26678" fmla="*/ 497919 h 2767298"/>
              <a:gd name="connsiteX26679" fmla="*/ 867816 w 4752801"/>
              <a:gd name="connsiteY26679" fmla="*/ 498324 h 2767298"/>
              <a:gd name="connsiteX26680" fmla="*/ 858910 w 4752801"/>
              <a:gd name="connsiteY26680" fmla="*/ 498324 h 2767298"/>
              <a:gd name="connsiteX26681" fmla="*/ 857696 w 4752801"/>
              <a:gd name="connsiteY26681" fmla="*/ 497919 h 2767298"/>
              <a:gd name="connsiteX26682" fmla="*/ 853243 w 4752801"/>
              <a:gd name="connsiteY26682" fmla="*/ 490228 h 2767298"/>
              <a:gd name="connsiteX26683" fmla="*/ 853243 w 4752801"/>
              <a:gd name="connsiteY26683" fmla="*/ 489013 h 2767298"/>
              <a:gd name="connsiteX26684" fmla="*/ 857696 w 4752801"/>
              <a:gd name="connsiteY26684" fmla="*/ 481322 h 2767298"/>
              <a:gd name="connsiteX26685" fmla="*/ 858910 w 4752801"/>
              <a:gd name="connsiteY26685" fmla="*/ 480917 h 2767298"/>
              <a:gd name="connsiteX26686" fmla="*/ 777947 w 4752801"/>
              <a:gd name="connsiteY26686" fmla="*/ 480917 h 2767298"/>
              <a:gd name="connsiteX26687" fmla="*/ 786853 w 4752801"/>
              <a:gd name="connsiteY26687" fmla="*/ 480917 h 2767298"/>
              <a:gd name="connsiteX26688" fmla="*/ 788067 w 4752801"/>
              <a:gd name="connsiteY26688" fmla="*/ 481322 h 2767298"/>
              <a:gd name="connsiteX26689" fmla="*/ 792520 w 4752801"/>
              <a:gd name="connsiteY26689" fmla="*/ 489013 h 2767298"/>
              <a:gd name="connsiteX26690" fmla="*/ 792520 w 4752801"/>
              <a:gd name="connsiteY26690" fmla="*/ 490228 h 2767298"/>
              <a:gd name="connsiteX26691" fmla="*/ 788067 w 4752801"/>
              <a:gd name="connsiteY26691" fmla="*/ 497919 h 2767298"/>
              <a:gd name="connsiteX26692" fmla="*/ 786853 w 4752801"/>
              <a:gd name="connsiteY26692" fmla="*/ 498324 h 2767298"/>
              <a:gd name="connsiteX26693" fmla="*/ 777947 w 4752801"/>
              <a:gd name="connsiteY26693" fmla="*/ 498324 h 2767298"/>
              <a:gd name="connsiteX26694" fmla="*/ 776733 w 4752801"/>
              <a:gd name="connsiteY26694" fmla="*/ 497919 h 2767298"/>
              <a:gd name="connsiteX26695" fmla="*/ 772280 w 4752801"/>
              <a:gd name="connsiteY26695" fmla="*/ 490228 h 2767298"/>
              <a:gd name="connsiteX26696" fmla="*/ 772280 w 4752801"/>
              <a:gd name="connsiteY26696" fmla="*/ 489013 h 2767298"/>
              <a:gd name="connsiteX26697" fmla="*/ 776733 w 4752801"/>
              <a:gd name="connsiteY26697" fmla="*/ 481322 h 2767298"/>
              <a:gd name="connsiteX26698" fmla="*/ 777947 w 4752801"/>
              <a:gd name="connsiteY26698" fmla="*/ 480917 h 2767298"/>
              <a:gd name="connsiteX26699" fmla="*/ 2234867 w 4752801"/>
              <a:gd name="connsiteY26699" fmla="*/ 480512 h 2767298"/>
              <a:gd name="connsiteX26700" fmla="*/ 2243773 w 4752801"/>
              <a:gd name="connsiteY26700" fmla="*/ 480512 h 2767298"/>
              <a:gd name="connsiteX26701" fmla="*/ 2244987 w 4752801"/>
              <a:gd name="connsiteY26701" fmla="*/ 480917 h 2767298"/>
              <a:gd name="connsiteX26702" fmla="*/ 2249440 w 4752801"/>
              <a:gd name="connsiteY26702" fmla="*/ 488608 h 2767298"/>
              <a:gd name="connsiteX26703" fmla="*/ 2249440 w 4752801"/>
              <a:gd name="connsiteY26703" fmla="*/ 489823 h 2767298"/>
              <a:gd name="connsiteX26704" fmla="*/ 2244987 w 4752801"/>
              <a:gd name="connsiteY26704" fmla="*/ 497514 h 2767298"/>
              <a:gd name="connsiteX26705" fmla="*/ 2243773 w 4752801"/>
              <a:gd name="connsiteY26705" fmla="*/ 497919 h 2767298"/>
              <a:gd name="connsiteX26706" fmla="*/ 2234867 w 4752801"/>
              <a:gd name="connsiteY26706" fmla="*/ 497919 h 2767298"/>
              <a:gd name="connsiteX26707" fmla="*/ 2233653 w 4752801"/>
              <a:gd name="connsiteY26707" fmla="*/ 497514 h 2767298"/>
              <a:gd name="connsiteX26708" fmla="*/ 2229200 w 4752801"/>
              <a:gd name="connsiteY26708" fmla="*/ 489823 h 2767298"/>
              <a:gd name="connsiteX26709" fmla="*/ 2229200 w 4752801"/>
              <a:gd name="connsiteY26709" fmla="*/ 488608 h 2767298"/>
              <a:gd name="connsiteX26710" fmla="*/ 2233653 w 4752801"/>
              <a:gd name="connsiteY26710" fmla="*/ 480917 h 2767298"/>
              <a:gd name="connsiteX26711" fmla="*/ 2234867 w 4752801"/>
              <a:gd name="connsiteY26711" fmla="*/ 480512 h 2767298"/>
              <a:gd name="connsiteX26712" fmla="*/ 2194791 w 4752801"/>
              <a:gd name="connsiteY26712" fmla="*/ 480512 h 2767298"/>
              <a:gd name="connsiteX26713" fmla="*/ 2203697 w 4752801"/>
              <a:gd name="connsiteY26713" fmla="*/ 480512 h 2767298"/>
              <a:gd name="connsiteX26714" fmla="*/ 2204911 w 4752801"/>
              <a:gd name="connsiteY26714" fmla="*/ 481322 h 2767298"/>
              <a:gd name="connsiteX26715" fmla="*/ 2209364 w 4752801"/>
              <a:gd name="connsiteY26715" fmla="*/ 489013 h 2767298"/>
              <a:gd name="connsiteX26716" fmla="*/ 2209364 w 4752801"/>
              <a:gd name="connsiteY26716" fmla="*/ 490227 h 2767298"/>
              <a:gd name="connsiteX26717" fmla="*/ 2204911 w 4752801"/>
              <a:gd name="connsiteY26717" fmla="*/ 497919 h 2767298"/>
              <a:gd name="connsiteX26718" fmla="*/ 2203697 w 4752801"/>
              <a:gd name="connsiteY26718" fmla="*/ 498729 h 2767298"/>
              <a:gd name="connsiteX26719" fmla="*/ 2194791 w 4752801"/>
              <a:gd name="connsiteY26719" fmla="*/ 498729 h 2767298"/>
              <a:gd name="connsiteX26720" fmla="*/ 2193577 w 4752801"/>
              <a:gd name="connsiteY26720" fmla="*/ 497919 h 2767298"/>
              <a:gd name="connsiteX26721" fmla="*/ 2189124 w 4752801"/>
              <a:gd name="connsiteY26721" fmla="*/ 490227 h 2767298"/>
              <a:gd name="connsiteX26722" fmla="*/ 2189124 w 4752801"/>
              <a:gd name="connsiteY26722" fmla="*/ 489013 h 2767298"/>
              <a:gd name="connsiteX26723" fmla="*/ 2193577 w 4752801"/>
              <a:gd name="connsiteY26723" fmla="*/ 481322 h 2767298"/>
              <a:gd name="connsiteX26724" fmla="*/ 2194791 w 4752801"/>
              <a:gd name="connsiteY26724" fmla="*/ 480512 h 2767298"/>
              <a:gd name="connsiteX26725" fmla="*/ 2154714 w 4752801"/>
              <a:gd name="connsiteY26725" fmla="*/ 480512 h 2767298"/>
              <a:gd name="connsiteX26726" fmla="*/ 2162810 w 4752801"/>
              <a:gd name="connsiteY26726" fmla="*/ 480512 h 2767298"/>
              <a:gd name="connsiteX26727" fmla="*/ 2164025 w 4752801"/>
              <a:gd name="connsiteY26727" fmla="*/ 481322 h 2767298"/>
              <a:gd name="connsiteX26728" fmla="*/ 2168073 w 4752801"/>
              <a:gd name="connsiteY26728" fmla="*/ 488608 h 2767298"/>
              <a:gd name="connsiteX26729" fmla="*/ 2168073 w 4752801"/>
              <a:gd name="connsiteY26729" fmla="*/ 489823 h 2767298"/>
              <a:gd name="connsiteX26730" fmla="*/ 2164025 w 4752801"/>
              <a:gd name="connsiteY26730" fmla="*/ 497109 h 2767298"/>
              <a:gd name="connsiteX26731" fmla="*/ 2163215 w 4752801"/>
              <a:gd name="connsiteY26731" fmla="*/ 497919 h 2767298"/>
              <a:gd name="connsiteX26732" fmla="*/ 2154714 w 4752801"/>
              <a:gd name="connsiteY26732" fmla="*/ 497919 h 2767298"/>
              <a:gd name="connsiteX26733" fmla="*/ 2153500 w 4752801"/>
              <a:gd name="connsiteY26733" fmla="*/ 497109 h 2767298"/>
              <a:gd name="connsiteX26734" fmla="*/ 2149452 w 4752801"/>
              <a:gd name="connsiteY26734" fmla="*/ 489823 h 2767298"/>
              <a:gd name="connsiteX26735" fmla="*/ 2149452 w 4752801"/>
              <a:gd name="connsiteY26735" fmla="*/ 488608 h 2767298"/>
              <a:gd name="connsiteX26736" fmla="*/ 2153500 w 4752801"/>
              <a:gd name="connsiteY26736" fmla="*/ 481322 h 2767298"/>
              <a:gd name="connsiteX26737" fmla="*/ 2154714 w 4752801"/>
              <a:gd name="connsiteY26737" fmla="*/ 480512 h 2767298"/>
              <a:gd name="connsiteX26738" fmla="*/ 1627649 w 4752801"/>
              <a:gd name="connsiteY26738" fmla="*/ 480512 h 2767298"/>
              <a:gd name="connsiteX26739" fmla="*/ 1636555 w 4752801"/>
              <a:gd name="connsiteY26739" fmla="*/ 480512 h 2767298"/>
              <a:gd name="connsiteX26740" fmla="*/ 1637769 w 4752801"/>
              <a:gd name="connsiteY26740" fmla="*/ 480917 h 2767298"/>
              <a:gd name="connsiteX26741" fmla="*/ 1642222 w 4752801"/>
              <a:gd name="connsiteY26741" fmla="*/ 488608 h 2767298"/>
              <a:gd name="connsiteX26742" fmla="*/ 1642222 w 4752801"/>
              <a:gd name="connsiteY26742" fmla="*/ 489823 h 2767298"/>
              <a:gd name="connsiteX26743" fmla="*/ 1637769 w 4752801"/>
              <a:gd name="connsiteY26743" fmla="*/ 497514 h 2767298"/>
              <a:gd name="connsiteX26744" fmla="*/ 1636555 w 4752801"/>
              <a:gd name="connsiteY26744" fmla="*/ 498324 h 2767298"/>
              <a:gd name="connsiteX26745" fmla="*/ 1627649 w 4752801"/>
              <a:gd name="connsiteY26745" fmla="*/ 498324 h 2767298"/>
              <a:gd name="connsiteX26746" fmla="*/ 1626435 w 4752801"/>
              <a:gd name="connsiteY26746" fmla="*/ 497514 h 2767298"/>
              <a:gd name="connsiteX26747" fmla="*/ 1621982 w 4752801"/>
              <a:gd name="connsiteY26747" fmla="*/ 489823 h 2767298"/>
              <a:gd name="connsiteX26748" fmla="*/ 1621982 w 4752801"/>
              <a:gd name="connsiteY26748" fmla="*/ 488608 h 2767298"/>
              <a:gd name="connsiteX26749" fmla="*/ 1626435 w 4752801"/>
              <a:gd name="connsiteY26749" fmla="*/ 480917 h 2767298"/>
              <a:gd name="connsiteX26750" fmla="*/ 1627649 w 4752801"/>
              <a:gd name="connsiteY26750" fmla="*/ 480512 h 2767298"/>
              <a:gd name="connsiteX26751" fmla="*/ 1183164 w 4752801"/>
              <a:gd name="connsiteY26751" fmla="*/ 480512 h 2767298"/>
              <a:gd name="connsiteX26752" fmla="*/ 1191260 w 4752801"/>
              <a:gd name="connsiteY26752" fmla="*/ 480512 h 2767298"/>
              <a:gd name="connsiteX26753" fmla="*/ 1192475 w 4752801"/>
              <a:gd name="connsiteY26753" fmla="*/ 481322 h 2767298"/>
              <a:gd name="connsiteX26754" fmla="*/ 1196523 w 4752801"/>
              <a:gd name="connsiteY26754" fmla="*/ 488608 h 2767298"/>
              <a:gd name="connsiteX26755" fmla="*/ 1196523 w 4752801"/>
              <a:gd name="connsiteY26755" fmla="*/ 489823 h 2767298"/>
              <a:gd name="connsiteX26756" fmla="*/ 1192475 w 4752801"/>
              <a:gd name="connsiteY26756" fmla="*/ 497109 h 2767298"/>
              <a:gd name="connsiteX26757" fmla="*/ 1191260 w 4752801"/>
              <a:gd name="connsiteY26757" fmla="*/ 497514 h 2767298"/>
              <a:gd name="connsiteX26758" fmla="*/ 1183164 w 4752801"/>
              <a:gd name="connsiteY26758" fmla="*/ 497514 h 2767298"/>
              <a:gd name="connsiteX26759" fmla="*/ 1181950 w 4752801"/>
              <a:gd name="connsiteY26759" fmla="*/ 497109 h 2767298"/>
              <a:gd name="connsiteX26760" fmla="*/ 1177902 w 4752801"/>
              <a:gd name="connsiteY26760" fmla="*/ 489823 h 2767298"/>
              <a:gd name="connsiteX26761" fmla="*/ 1177902 w 4752801"/>
              <a:gd name="connsiteY26761" fmla="*/ 488608 h 2767298"/>
              <a:gd name="connsiteX26762" fmla="*/ 1181950 w 4752801"/>
              <a:gd name="connsiteY26762" fmla="*/ 481322 h 2767298"/>
              <a:gd name="connsiteX26763" fmla="*/ 1183164 w 4752801"/>
              <a:gd name="connsiteY26763" fmla="*/ 480512 h 2767298"/>
              <a:gd name="connsiteX26764" fmla="*/ 1060911 w 4752801"/>
              <a:gd name="connsiteY26764" fmla="*/ 480512 h 2767298"/>
              <a:gd name="connsiteX26765" fmla="*/ 1069817 w 4752801"/>
              <a:gd name="connsiteY26765" fmla="*/ 480512 h 2767298"/>
              <a:gd name="connsiteX26766" fmla="*/ 1071031 w 4752801"/>
              <a:gd name="connsiteY26766" fmla="*/ 480917 h 2767298"/>
              <a:gd name="connsiteX26767" fmla="*/ 1075484 w 4752801"/>
              <a:gd name="connsiteY26767" fmla="*/ 488608 h 2767298"/>
              <a:gd name="connsiteX26768" fmla="*/ 1075484 w 4752801"/>
              <a:gd name="connsiteY26768" fmla="*/ 489823 h 2767298"/>
              <a:gd name="connsiteX26769" fmla="*/ 1071031 w 4752801"/>
              <a:gd name="connsiteY26769" fmla="*/ 497514 h 2767298"/>
              <a:gd name="connsiteX26770" fmla="*/ 1069817 w 4752801"/>
              <a:gd name="connsiteY26770" fmla="*/ 497919 h 2767298"/>
              <a:gd name="connsiteX26771" fmla="*/ 1060911 w 4752801"/>
              <a:gd name="connsiteY26771" fmla="*/ 497919 h 2767298"/>
              <a:gd name="connsiteX26772" fmla="*/ 1059697 w 4752801"/>
              <a:gd name="connsiteY26772" fmla="*/ 497514 h 2767298"/>
              <a:gd name="connsiteX26773" fmla="*/ 1055244 w 4752801"/>
              <a:gd name="connsiteY26773" fmla="*/ 489823 h 2767298"/>
              <a:gd name="connsiteX26774" fmla="*/ 1055244 w 4752801"/>
              <a:gd name="connsiteY26774" fmla="*/ 488608 h 2767298"/>
              <a:gd name="connsiteX26775" fmla="*/ 1059697 w 4752801"/>
              <a:gd name="connsiteY26775" fmla="*/ 480917 h 2767298"/>
              <a:gd name="connsiteX26776" fmla="*/ 1060911 w 4752801"/>
              <a:gd name="connsiteY26776" fmla="*/ 480512 h 2767298"/>
              <a:gd name="connsiteX26777" fmla="*/ 899391 w 4752801"/>
              <a:gd name="connsiteY26777" fmla="*/ 480512 h 2767298"/>
              <a:gd name="connsiteX26778" fmla="*/ 908297 w 4752801"/>
              <a:gd name="connsiteY26778" fmla="*/ 480512 h 2767298"/>
              <a:gd name="connsiteX26779" fmla="*/ 909511 w 4752801"/>
              <a:gd name="connsiteY26779" fmla="*/ 480917 h 2767298"/>
              <a:gd name="connsiteX26780" fmla="*/ 913964 w 4752801"/>
              <a:gd name="connsiteY26780" fmla="*/ 488608 h 2767298"/>
              <a:gd name="connsiteX26781" fmla="*/ 913964 w 4752801"/>
              <a:gd name="connsiteY26781" fmla="*/ 489823 h 2767298"/>
              <a:gd name="connsiteX26782" fmla="*/ 909511 w 4752801"/>
              <a:gd name="connsiteY26782" fmla="*/ 497514 h 2767298"/>
              <a:gd name="connsiteX26783" fmla="*/ 908297 w 4752801"/>
              <a:gd name="connsiteY26783" fmla="*/ 498324 h 2767298"/>
              <a:gd name="connsiteX26784" fmla="*/ 899391 w 4752801"/>
              <a:gd name="connsiteY26784" fmla="*/ 498324 h 2767298"/>
              <a:gd name="connsiteX26785" fmla="*/ 898177 w 4752801"/>
              <a:gd name="connsiteY26785" fmla="*/ 497514 h 2767298"/>
              <a:gd name="connsiteX26786" fmla="*/ 893724 w 4752801"/>
              <a:gd name="connsiteY26786" fmla="*/ 489823 h 2767298"/>
              <a:gd name="connsiteX26787" fmla="*/ 893724 w 4752801"/>
              <a:gd name="connsiteY26787" fmla="*/ 488608 h 2767298"/>
              <a:gd name="connsiteX26788" fmla="*/ 898177 w 4752801"/>
              <a:gd name="connsiteY26788" fmla="*/ 480917 h 2767298"/>
              <a:gd name="connsiteX26789" fmla="*/ 899391 w 4752801"/>
              <a:gd name="connsiteY26789" fmla="*/ 480512 h 2767298"/>
              <a:gd name="connsiteX26790" fmla="*/ 818024 w 4752801"/>
              <a:gd name="connsiteY26790" fmla="*/ 480512 h 2767298"/>
              <a:gd name="connsiteX26791" fmla="*/ 826930 w 4752801"/>
              <a:gd name="connsiteY26791" fmla="*/ 480512 h 2767298"/>
              <a:gd name="connsiteX26792" fmla="*/ 828144 w 4752801"/>
              <a:gd name="connsiteY26792" fmla="*/ 480917 h 2767298"/>
              <a:gd name="connsiteX26793" fmla="*/ 832597 w 4752801"/>
              <a:gd name="connsiteY26793" fmla="*/ 488608 h 2767298"/>
              <a:gd name="connsiteX26794" fmla="*/ 832597 w 4752801"/>
              <a:gd name="connsiteY26794" fmla="*/ 489823 h 2767298"/>
              <a:gd name="connsiteX26795" fmla="*/ 828144 w 4752801"/>
              <a:gd name="connsiteY26795" fmla="*/ 497514 h 2767298"/>
              <a:gd name="connsiteX26796" fmla="*/ 826930 w 4752801"/>
              <a:gd name="connsiteY26796" fmla="*/ 497919 h 2767298"/>
              <a:gd name="connsiteX26797" fmla="*/ 818024 w 4752801"/>
              <a:gd name="connsiteY26797" fmla="*/ 497919 h 2767298"/>
              <a:gd name="connsiteX26798" fmla="*/ 816810 w 4752801"/>
              <a:gd name="connsiteY26798" fmla="*/ 497514 h 2767298"/>
              <a:gd name="connsiteX26799" fmla="*/ 812357 w 4752801"/>
              <a:gd name="connsiteY26799" fmla="*/ 489823 h 2767298"/>
              <a:gd name="connsiteX26800" fmla="*/ 812357 w 4752801"/>
              <a:gd name="connsiteY26800" fmla="*/ 488608 h 2767298"/>
              <a:gd name="connsiteX26801" fmla="*/ 816810 w 4752801"/>
              <a:gd name="connsiteY26801" fmla="*/ 480917 h 2767298"/>
              <a:gd name="connsiteX26802" fmla="*/ 818024 w 4752801"/>
              <a:gd name="connsiteY26802" fmla="*/ 480512 h 2767298"/>
              <a:gd name="connsiteX26803" fmla="*/ 737466 w 4752801"/>
              <a:gd name="connsiteY26803" fmla="*/ 480512 h 2767298"/>
              <a:gd name="connsiteX26804" fmla="*/ 746372 w 4752801"/>
              <a:gd name="connsiteY26804" fmla="*/ 480512 h 2767298"/>
              <a:gd name="connsiteX26805" fmla="*/ 747586 w 4752801"/>
              <a:gd name="connsiteY26805" fmla="*/ 481322 h 2767298"/>
              <a:gd name="connsiteX26806" fmla="*/ 752039 w 4752801"/>
              <a:gd name="connsiteY26806" fmla="*/ 489013 h 2767298"/>
              <a:gd name="connsiteX26807" fmla="*/ 752039 w 4752801"/>
              <a:gd name="connsiteY26807" fmla="*/ 490227 h 2767298"/>
              <a:gd name="connsiteX26808" fmla="*/ 747586 w 4752801"/>
              <a:gd name="connsiteY26808" fmla="*/ 497919 h 2767298"/>
              <a:gd name="connsiteX26809" fmla="*/ 746372 w 4752801"/>
              <a:gd name="connsiteY26809" fmla="*/ 498729 h 2767298"/>
              <a:gd name="connsiteX26810" fmla="*/ 737466 w 4752801"/>
              <a:gd name="connsiteY26810" fmla="*/ 498729 h 2767298"/>
              <a:gd name="connsiteX26811" fmla="*/ 736252 w 4752801"/>
              <a:gd name="connsiteY26811" fmla="*/ 497919 h 2767298"/>
              <a:gd name="connsiteX26812" fmla="*/ 731799 w 4752801"/>
              <a:gd name="connsiteY26812" fmla="*/ 490227 h 2767298"/>
              <a:gd name="connsiteX26813" fmla="*/ 731799 w 4752801"/>
              <a:gd name="connsiteY26813" fmla="*/ 489013 h 2767298"/>
              <a:gd name="connsiteX26814" fmla="*/ 736252 w 4752801"/>
              <a:gd name="connsiteY26814" fmla="*/ 481322 h 2767298"/>
              <a:gd name="connsiteX26815" fmla="*/ 737466 w 4752801"/>
              <a:gd name="connsiteY26815" fmla="*/ 480512 h 2767298"/>
              <a:gd name="connsiteX26816" fmla="*/ 656099 w 4752801"/>
              <a:gd name="connsiteY26816" fmla="*/ 480512 h 2767298"/>
              <a:gd name="connsiteX26817" fmla="*/ 665409 w 4752801"/>
              <a:gd name="connsiteY26817" fmla="*/ 480512 h 2767298"/>
              <a:gd name="connsiteX26818" fmla="*/ 666624 w 4752801"/>
              <a:gd name="connsiteY26818" fmla="*/ 480917 h 2767298"/>
              <a:gd name="connsiteX26819" fmla="*/ 671482 w 4752801"/>
              <a:gd name="connsiteY26819" fmla="*/ 489013 h 2767298"/>
              <a:gd name="connsiteX26820" fmla="*/ 671482 w 4752801"/>
              <a:gd name="connsiteY26820" fmla="*/ 490227 h 2767298"/>
              <a:gd name="connsiteX26821" fmla="*/ 666624 w 4752801"/>
              <a:gd name="connsiteY26821" fmla="*/ 498324 h 2767298"/>
              <a:gd name="connsiteX26822" fmla="*/ 665409 w 4752801"/>
              <a:gd name="connsiteY26822" fmla="*/ 498729 h 2767298"/>
              <a:gd name="connsiteX26823" fmla="*/ 656099 w 4752801"/>
              <a:gd name="connsiteY26823" fmla="*/ 498729 h 2767298"/>
              <a:gd name="connsiteX26824" fmla="*/ 654884 w 4752801"/>
              <a:gd name="connsiteY26824" fmla="*/ 498324 h 2767298"/>
              <a:gd name="connsiteX26825" fmla="*/ 650027 w 4752801"/>
              <a:gd name="connsiteY26825" fmla="*/ 490227 h 2767298"/>
              <a:gd name="connsiteX26826" fmla="*/ 650027 w 4752801"/>
              <a:gd name="connsiteY26826" fmla="*/ 489013 h 2767298"/>
              <a:gd name="connsiteX26827" fmla="*/ 654884 w 4752801"/>
              <a:gd name="connsiteY26827" fmla="*/ 480917 h 2767298"/>
              <a:gd name="connsiteX26828" fmla="*/ 656099 w 4752801"/>
              <a:gd name="connsiteY26828" fmla="*/ 480512 h 2767298"/>
              <a:gd name="connsiteX26829" fmla="*/ 2518236 w 4752801"/>
              <a:gd name="connsiteY26829" fmla="*/ 480108 h 2767298"/>
              <a:gd name="connsiteX26830" fmla="*/ 2527547 w 4752801"/>
              <a:gd name="connsiteY26830" fmla="*/ 480108 h 2767298"/>
              <a:gd name="connsiteX26831" fmla="*/ 2528761 w 4752801"/>
              <a:gd name="connsiteY26831" fmla="*/ 480513 h 2767298"/>
              <a:gd name="connsiteX26832" fmla="*/ 2533214 w 4752801"/>
              <a:gd name="connsiteY26832" fmla="*/ 488609 h 2767298"/>
              <a:gd name="connsiteX26833" fmla="*/ 2533214 w 4752801"/>
              <a:gd name="connsiteY26833" fmla="*/ 489824 h 2767298"/>
              <a:gd name="connsiteX26834" fmla="*/ 2528761 w 4752801"/>
              <a:gd name="connsiteY26834" fmla="*/ 497920 h 2767298"/>
              <a:gd name="connsiteX26835" fmla="*/ 2527547 w 4752801"/>
              <a:gd name="connsiteY26835" fmla="*/ 498325 h 2767298"/>
              <a:gd name="connsiteX26836" fmla="*/ 2518236 w 4752801"/>
              <a:gd name="connsiteY26836" fmla="*/ 498325 h 2767298"/>
              <a:gd name="connsiteX26837" fmla="*/ 2517022 w 4752801"/>
              <a:gd name="connsiteY26837" fmla="*/ 497920 h 2767298"/>
              <a:gd name="connsiteX26838" fmla="*/ 2512569 w 4752801"/>
              <a:gd name="connsiteY26838" fmla="*/ 489824 h 2767298"/>
              <a:gd name="connsiteX26839" fmla="*/ 2512569 w 4752801"/>
              <a:gd name="connsiteY26839" fmla="*/ 488609 h 2767298"/>
              <a:gd name="connsiteX26840" fmla="*/ 2517022 w 4752801"/>
              <a:gd name="connsiteY26840" fmla="*/ 480513 h 2767298"/>
              <a:gd name="connsiteX26841" fmla="*/ 2518236 w 4752801"/>
              <a:gd name="connsiteY26841" fmla="*/ 480108 h 2767298"/>
              <a:gd name="connsiteX26842" fmla="*/ 1708611 w 4752801"/>
              <a:gd name="connsiteY26842" fmla="*/ 480108 h 2767298"/>
              <a:gd name="connsiteX26843" fmla="*/ 1717922 w 4752801"/>
              <a:gd name="connsiteY26843" fmla="*/ 480108 h 2767298"/>
              <a:gd name="connsiteX26844" fmla="*/ 1719136 w 4752801"/>
              <a:gd name="connsiteY26844" fmla="*/ 480513 h 2767298"/>
              <a:gd name="connsiteX26845" fmla="*/ 1723589 w 4752801"/>
              <a:gd name="connsiteY26845" fmla="*/ 488609 h 2767298"/>
              <a:gd name="connsiteX26846" fmla="*/ 1723589 w 4752801"/>
              <a:gd name="connsiteY26846" fmla="*/ 489824 h 2767298"/>
              <a:gd name="connsiteX26847" fmla="*/ 1719136 w 4752801"/>
              <a:gd name="connsiteY26847" fmla="*/ 497920 h 2767298"/>
              <a:gd name="connsiteX26848" fmla="*/ 1717922 w 4752801"/>
              <a:gd name="connsiteY26848" fmla="*/ 498325 h 2767298"/>
              <a:gd name="connsiteX26849" fmla="*/ 1708611 w 4752801"/>
              <a:gd name="connsiteY26849" fmla="*/ 498325 h 2767298"/>
              <a:gd name="connsiteX26850" fmla="*/ 1707397 w 4752801"/>
              <a:gd name="connsiteY26850" fmla="*/ 497920 h 2767298"/>
              <a:gd name="connsiteX26851" fmla="*/ 1702944 w 4752801"/>
              <a:gd name="connsiteY26851" fmla="*/ 489824 h 2767298"/>
              <a:gd name="connsiteX26852" fmla="*/ 1702944 w 4752801"/>
              <a:gd name="connsiteY26852" fmla="*/ 488609 h 2767298"/>
              <a:gd name="connsiteX26853" fmla="*/ 1707397 w 4752801"/>
              <a:gd name="connsiteY26853" fmla="*/ 480513 h 2767298"/>
              <a:gd name="connsiteX26854" fmla="*/ 1708611 w 4752801"/>
              <a:gd name="connsiteY26854" fmla="*/ 480108 h 2767298"/>
              <a:gd name="connsiteX26855" fmla="*/ 939467 w 4752801"/>
              <a:gd name="connsiteY26855" fmla="*/ 480108 h 2767298"/>
              <a:gd name="connsiteX26856" fmla="*/ 948778 w 4752801"/>
              <a:gd name="connsiteY26856" fmla="*/ 480108 h 2767298"/>
              <a:gd name="connsiteX26857" fmla="*/ 949992 w 4752801"/>
              <a:gd name="connsiteY26857" fmla="*/ 480513 h 2767298"/>
              <a:gd name="connsiteX26858" fmla="*/ 954445 w 4752801"/>
              <a:gd name="connsiteY26858" fmla="*/ 488609 h 2767298"/>
              <a:gd name="connsiteX26859" fmla="*/ 954445 w 4752801"/>
              <a:gd name="connsiteY26859" fmla="*/ 489824 h 2767298"/>
              <a:gd name="connsiteX26860" fmla="*/ 949992 w 4752801"/>
              <a:gd name="connsiteY26860" fmla="*/ 497920 h 2767298"/>
              <a:gd name="connsiteX26861" fmla="*/ 948778 w 4752801"/>
              <a:gd name="connsiteY26861" fmla="*/ 498325 h 2767298"/>
              <a:gd name="connsiteX26862" fmla="*/ 939467 w 4752801"/>
              <a:gd name="connsiteY26862" fmla="*/ 498325 h 2767298"/>
              <a:gd name="connsiteX26863" fmla="*/ 938253 w 4752801"/>
              <a:gd name="connsiteY26863" fmla="*/ 497920 h 2767298"/>
              <a:gd name="connsiteX26864" fmla="*/ 933800 w 4752801"/>
              <a:gd name="connsiteY26864" fmla="*/ 489824 h 2767298"/>
              <a:gd name="connsiteX26865" fmla="*/ 933800 w 4752801"/>
              <a:gd name="connsiteY26865" fmla="*/ 488609 h 2767298"/>
              <a:gd name="connsiteX26866" fmla="*/ 938253 w 4752801"/>
              <a:gd name="connsiteY26866" fmla="*/ 480513 h 2767298"/>
              <a:gd name="connsiteX26867" fmla="*/ 939467 w 4752801"/>
              <a:gd name="connsiteY26867" fmla="*/ 480108 h 2767298"/>
              <a:gd name="connsiteX26868" fmla="*/ 696580 w 4752801"/>
              <a:gd name="connsiteY26868" fmla="*/ 480108 h 2767298"/>
              <a:gd name="connsiteX26869" fmla="*/ 705890 w 4752801"/>
              <a:gd name="connsiteY26869" fmla="*/ 480108 h 2767298"/>
              <a:gd name="connsiteX26870" fmla="*/ 707105 w 4752801"/>
              <a:gd name="connsiteY26870" fmla="*/ 480918 h 2767298"/>
              <a:gd name="connsiteX26871" fmla="*/ 711963 w 4752801"/>
              <a:gd name="connsiteY26871" fmla="*/ 489014 h 2767298"/>
              <a:gd name="connsiteX26872" fmla="*/ 711963 w 4752801"/>
              <a:gd name="connsiteY26872" fmla="*/ 490228 h 2767298"/>
              <a:gd name="connsiteX26873" fmla="*/ 707105 w 4752801"/>
              <a:gd name="connsiteY26873" fmla="*/ 498325 h 2767298"/>
              <a:gd name="connsiteX26874" fmla="*/ 705890 w 4752801"/>
              <a:gd name="connsiteY26874" fmla="*/ 499134 h 2767298"/>
              <a:gd name="connsiteX26875" fmla="*/ 696580 w 4752801"/>
              <a:gd name="connsiteY26875" fmla="*/ 499134 h 2767298"/>
              <a:gd name="connsiteX26876" fmla="*/ 695365 w 4752801"/>
              <a:gd name="connsiteY26876" fmla="*/ 498325 h 2767298"/>
              <a:gd name="connsiteX26877" fmla="*/ 690508 w 4752801"/>
              <a:gd name="connsiteY26877" fmla="*/ 490228 h 2767298"/>
              <a:gd name="connsiteX26878" fmla="*/ 690508 w 4752801"/>
              <a:gd name="connsiteY26878" fmla="*/ 489014 h 2767298"/>
              <a:gd name="connsiteX26879" fmla="*/ 695365 w 4752801"/>
              <a:gd name="connsiteY26879" fmla="*/ 480918 h 2767298"/>
              <a:gd name="connsiteX26880" fmla="*/ 696580 w 4752801"/>
              <a:gd name="connsiteY26880" fmla="*/ 480108 h 2767298"/>
              <a:gd name="connsiteX26881" fmla="*/ 574731 w 4752801"/>
              <a:gd name="connsiteY26881" fmla="*/ 479298 h 2767298"/>
              <a:gd name="connsiteX26882" fmla="*/ 584851 w 4752801"/>
              <a:gd name="connsiteY26882" fmla="*/ 479298 h 2767298"/>
              <a:gd name="connsiteX26883" fmla="*/ 586066 w 4752801"/>
              <a:gd name="connsiteY26883" fmla="*/ 479703 h 2767298"/>
              <a:gd name="connsiteX26884" fmla="*/ 590923 w 4752801"/>
              <a:gd name="connsiteY26884" fmla="*/ 488609 h 2767298"/>
              <a:gd name="connsiteX26885" fmla="*/ 590923 w 4752801"/>
              <a:gd name="connsiteY26885" fmla="*/ 489823 h 2767298"/>
              <a:gd name="connsiteX26886" fmla="*/ 586066 w 4752801"/>
              <a:gd name="connsiteY26886" fmla="*/ 498729 h 2767298"/>
              <a:gd name="connsiteX26887" fmla="*/ 584851 w 4752801"/>
              <a:gd name="connsiteY26887" fmla="*/ 499134 h 2767298"/>
              <a:gd name="connsiteX26888" fmla="*/ 574731 w 4752801"/>
              <a:gd name="connsiteY26888" fmla="*/ 499134 h 2767298"/>
              <a:gd name="connsiteX26889" fmla="*/ 573516 w 4752801"/>
              <a:gd name="connsiteY26889" fmla="*/ 498729 h 2767298"/>
              <a:gd name="connsiteX26890" fmla="*/ 568659 w 4752801"/>
              <a:gd name="connsiteY26890" fmla="*/ 489823 h 2767298"/>
              <a:gd name="connsiteX26891" fmla="*/ 568659 w 4752801"/>
              <a:gd name="connsiteY26891" fmla="*/ 488609 h 2767298"/>
              <a:gd name="connsiteX26892" fmla="*/ 573516 w 4752801"/>
              <a:gd name="connsiteY26892" fmla="*/ 479703 h 2767298"/>
              <a:gd name="connsiteX26893" fmla="*/ 574731 w 4752801"/>
              <a:gd name="connsiteY26893" fmla="*/ 479298 h 2767298"/>
              <a:gd name="connsiteX26894" fmla="*/ 493769 w 4752801"/>
              <a:gd name="connsiteY26894" fmla="*/ 479298 h 2767298"/>
              <a:gd name="connsiteX26895" fmla="*/ 504294 w 4752801"/>
              <a:gd name="connsiteY26895" fmla="*/ 479298 h 2767298"/>
              <a:gd name="connsiteX26896" fmla="*/ 505508 w 4752801"/>
              <a:gd name="connsiteY26896" fmla="*/ 480108 h 2767298"/>
              <a:gd name="connsiteX26897" fmla="*/ 510771 w 4752801"/>
              <a:gd name="connsiteY26897" fmla="*/ 489013 h 2767298"/>
              <a:gd name="connsiteX26898" fmla="*/ 510771 w 4752801"/>
              <a:gd name="connsiteY26898" fmla="*/ 490228 h 2767298"/>
              <a:gd name="connsiteX26899" fmla="*/ 505508 w 4752801"/>
              <a:gd name="connsiteY26899" fmla="*/ 499134 h 2767298"/>
              <a:gd name="connsiteX26900" fmla="*/ 504294 w 4752801"/>
              <a:gd name="connsiteY26900" fmla="*/ 499943 h 2767298"/>
              <a:gd name="connsiteX26901" fmla="*/ 493769 w 4752801"/>
              <a:gd name="connsiteY26901" fmla="*/ 499943 h 2767298"/>
              <a:gd name="connsiteX26902" fmla="*/ 492554 w 4752801"/>
              <a:gd name="connsiteY26902" fmla="*/ 499134 h 2767298"/>
              <a:gd name="connsiteX26903" fmla="*/ 487292 w 4752801"/>
              <a:gd name="connsiteY26903" fmla="*/ 490228 h 2767298"/>
              <a:gd name="connsiteX26904" fmla="*/ 487292 w 4752801"/>
              <a:gd name="connsiteY26904" fmla="*/ 489013 h 2767298"/>
              <a:gd name="connsiteX26905" fmla="*/ 492554 w 4752801"/>
              <a:gd name="connsiteY26905" fmla="*/ 480108 h 2767298"/>
              <a:gd name="connsiteX26906" fmla="*/ 493769 w 4752801"/>
              <a:gd name="connsiteY26906" fmla="*/ 479298 h 2767298"/>
              <a:gd name="connsiteX26907" fmla="*/ 3488976 w 4752801"/>
              <a:gd name="connsiteY26907" fmla="*/ 478893 h 2767298"/>
              <a:gd name="connsiteX26908" fmla="*/ 3499906 w 4752801"/>
              <a:gd name="connsiteY26908" fmla="*/ 478893 h 2767298"/>
              <a:gd name="connsiteX26909" fmla="*/ 3501121 w 4752801"/>
              <a:gd name="connsiteY26909" fmla="*/ 479703 h 2767298"/>
              <a:gd name="connsiteX26910" fmla="*/ 3506384 w 4752801"/>
              <a:gd name="connsiteY26910" fmla="*/ 489013 h 2767298"/>
              <a:gd name="connsiteX26911" fmla="*/ 3506384 w 4752801"/>
              <a:gd name="connsiteY26911" fmla="*/ 490228 h 2767298"/>
              <a:gd name="connsiteX26912" fmla="*/ 3501121 w 4752801"/>
              <a:gd name="connsiteY26912" fmla="*/ 499538 h 2767298"/>
              <a:gd name="connsiteX26913" fmla="*/ 3499906 w 4752801"/>
              <a:gd name="connsiteY26913" fmla="*/ 499943 h 2767298"/>
              <a:gd name="connsiteX26914" fmla="*/ 3488976 w 4752801"/>
              <a:gd name="connsiteY26914" fmla="*/ 499943 h 2767298"/>
              <a:gd name="connsiteX26915" fmla="*/ 3487762 w 4752801"/>
              <a:gd name="connsiteY26915" fmla="*/ 499538 h 2767298"/>
              <a:gd name="connsiteX26916" fmla="*/ 3482500 w 4752801"/>
              <a:gd name="connsiteY26916" fmla="*/ 490228 h 2767298"/>
              <a:gd name="connsiteX26917" fmla="*/ 3482500 w 4752801"/>
              <a:gd name="connsiteY26917" fmla="*/ 489013 h 2767298"/>
              <a:gd name="connsiteX26918" fmla="*/ 3487762 w 4752801"/>
              <a:gd name="connsiteY26918" fmla="*/ 479703 h 2767298"/>
              <a:gd name="connsiteX26919" fmla="*/ 3488976 w 4752801"/>
              <a:gd name="connsiteY26919" fmla="*/ 478893 h 2767298"/>
              <a:gd name="connsiteX26920" fmla="*/ 615213 w 4752801"/>
              <a:gd name="connsiteY26920" fmla="*/ 478893 h 2767298"/>
              <a:gd name="connsiteX26921" fmla="*/ 625333 w 4752801"/>
              <a:gd name="connsiteY26921" fmla="*/ 478893 h 2767298"/>
              <a:gd name="connsiteX26922" fmla="*/ 626547 w 4752801"/>
              <a:gd name="connsiteY26922" fmla="*/ 479703 h 2767298"/>
              <a:gd name="connsiteX26923" fmla="*/ 631810 w 4752801"/>
              <a:gd name="connsiteY26923" fmla="*/ 488608 h 2767298"/>
              <a:gd name="connsiteX26924" fmla="*/ 631810 w 4752801"/>
              <a:gd name="connsiteY26924" fmla="*/ 489823 h 2767298"/>
              <a:gd name="connsiteX26925" fmla="*/ 626547 w 4752801"/>
              <a:gd name="connsiteY26925" fmla="*/ 498729 h 2767298"/>
              <a:gd name="connsiteX26926" fmla="*/ 625333 w 4752801"/>
              <a:gd name="connsiteY26926" fmla="*/ 499134 h 2767298"/>
              <a:gd name="connsiteX26927" fmla="*/ 615213 w 4752801"/>
              <a:gd name="connsiteY26927" fmla="*/ 499134 h 2767298"/>
              <a:gd name="connsiteX26928" fmla="*/ 613998 w 4752801"/>
              <a:gd name="connsiteY26928" fmla="*/ 498729 h 2767298"/>
              <a:gd name="connsiteX26929" fmla="*/ 608736 w 4752801"/>
              <a:gd name="connsiteY26929" fmla="*/ 489823 h 2767298"/>
              <a:gd name="connsiteX26930" fmla="*/ 608736 w 4752801"/>
              <a:gd name="connsiteY26930" fmla="*/ 488608 h 2767298"/>
              <a:gd name="connsiteX26931" fmla="*/ 613998 w 4752801"/>
              <a:gd name="connsiteY26931" fmla="*/ 479703 h 2767298"/>
              <a:gd name="connsiteX26932" fmla="*/ 615213 w 4752801"/>
              <a:gd name="connsiteY26932" fmla="*/ 478893 h 2767298"/>
              <a:gd name="connsiteX26933" fmla="*/ 534250 w 4752801"/>
              <a:gd name="connsiteY26933" fmla="*/ 478893 h 2767298"/>
              <a:gd name="connsiteX26934" fmla="*/ 544775 w 4752801"/>
              <a:gd name="connsiteY26934" fmla="*/ 478893 h 2767298"/>
              <a:gd name="connsiteX26935" fmla="*/ 545989 w 4752801"/>
              <a:gd name="connsiteY26935" fmla="*/ 479298 h 2767298"/>
              <a:gd name="connsiteX26936" fmla="*/ 551252 w 4752801"/>
              <a:gd name="connsiteY26936" fmla="*/ 488608 h 2767298"/>
              <a:gd name="connsiteX26937" fmla="*/ 551252 w 4752801"/>
              <a:gd name="connsiteY26937" fmla="*/ 489823 h 2767298"/>
              <a:gd name="connsiteX26938" fmla="*/ 545989 w 4752801"/>
              <a:gd name="connsiteY26938" fmla="*/ 499134 h 2767298"/>
              <a:gd name="connsiteX26939" fmla="*/ 544775 w 4752801"/>
              <a:gd name="connsiteY26939" fmla="*/ 499538 h 2767298"/>
              <a:gd name="connsiteX26940" fmla="*/ 534250 w 4752801"/>
              <a:gd name="connsiteY26940" fmla="*/ 499538 h 2767298"/>
              <a:gd name="connsiteX26941" fmla="*/ 533035 w 4752801"/>
              <a:gd name="connsiteY26941" fmla="*/ 499134 h 2767298"/>
              <a:gd name="connsiteX26942" fmla="*/ 527773 w 4752801"/>
              <a:gd name="connsiteY26942" fmla="*/ 489823 h 2767298"/>
              <a:gd name="connsiteX26943" fmla="*/ 527773 w 4752801"/>
              <a:gd name="connsiteY26943" fmla="*/ 488608 h 2767298"/>
              <a:gd name="connsiteX26944" fmla="*/ 533035 w 4752801"/>
              <a:gd name="connsiteY26944" fmla="*/ 479298 h 2767298"/>
              <a:gd name="connsiteX26945" fmla="*/ 534250 w 4752801"/>
              <a:gd name="connsiteY26945" fmla="*/ 478893 h 2767298"/>
              <a:gd name="connsiteX26946" fmla="*/ 3164721 w 4752801"/>
              <a:gd name="connsiteY26946" fmla="*/ 478488 h 2767298"/>
              <a:gd name="connsiteX26947" fmla="*/ 3176461 w 4752801"/>
              <a:gd name="connsiteY26947" fmla="*/ 478488 h 2767298"/>
              <a:gd name="connsiteX26948" fmla="*/ 3177675 w 4752801"/>
              <a:gd name="connsiteY26948" fmla="*/ 478893 h 2767298"/>
              <a:gd name="connsiteX26949" fmla="*/ 3183747 w 4752801"/>
              <a:gd name="connsiteY26949" fmla="*/ 489013 h 2767298"/>
              <a:gd name="connsiteX26950" fmla="*/ 3183747 w 4752801"/>
              <a:gd name="connsiteY26950" fmla="*/ 490228 h 2767298"/>
              <a:gd name="connsiteX26951" fmla="*/ 3177675 w 4752801"/>
              <a:gd name="connsiteY26951" fmla="*/ 500348 h 2767298"/>
              <a:gd name="connsiteX26952" fmla="*/ 3176461 w 4752801"/>
              <a:gd name="connsiteY26952" fmla="*/ 500753 h 2767298"/>
              <a:gd name="connsiteX26953" fmla="*/ 3164721 w 4752801"/>
              <a:gd name="connsiteY26953" fmla="*/ 500753 h 2767298"/>
              <a:gd name="connsiteX26954" fmla="*/ 3163507 w 4752801"/>
              <a:gd name="connsiteY26954" fmla="*/ 500348 h 2767298"/>
              <a:gd name="connsiteX26955" fmla="*/ 3157435 w 4752801"/>
              <a:gd name="connsiteY26955" fmla="*/ 490228 h 2767298"/>
              <a:gd name="connsiteX26956" fmla="*/ 3157435 w 4752801"/>
              <a:gd name="connsiteY26956" fmla="*/ 489013 h 2767298"/>
              <a:gd name="connsiteX26957" fmla="*/ 3163507 w 4752801"/>
              <a:gd name="connsiteY26957" fmla="*/ 478893 h 2767298"/>
              <a:gd name="connsiteX26958" fmla="*/ 3164721 w 4752801"/>
              <a:gd name="connsiteY26958" fmla="*/ 478488 h 2767298"/>
              <a:gd name="connsiteX26959" fmla="*/ 3124241 w 4752801"/>
              <a:gd name="connsiteY26959" fmla="*/ 478488 h 2767298"/>
              <a:gd name="connsiteX26960" fmla="*/ 3135575 w 4752801"/>
              <a:gd name="connsiteY26960" fmla="*/ 478488 h 2767298"/>
              <a:gd name="connsiteX26961" fmla="*/ 3136790 w 4752801"/>
              <a:gd name="connsiteY26961" fmla="*/ 479298 h 2767298"/>
              <a:gd name="connsiteX26962" fmla="*/ 3142457 w 4752801"/>
              <a:gd name="connsiteY26962" fmla="*/ 489013 h 2767298"/>
              <a:gd name="connsiteX26963" fmla="*/ 3142457 w 4752801"/>
              <a:gd name="connsiteY26963" fmla="*/ 490228 h 2767298"/>
              <a:gd name="connsiteX26964" fmla="*/ 3136790 w 4752801"/>
              <a:gd name="connsiteY26964" fmla="*/ 499943 h 2767298"/>
              <a:gd name="connsiteX26965" fmla="*/ 3135575 w 4752801"/>
              <a:gd name="connsiteY26965" fmla="*/ 500753 h 2767298"/>
              <a:gd name="connsiteX26966" fmla="*/ 3124241 w 4752801"/>
              <a:gd name="connsiteY26966" fmla="*/ 500753 h 2767298"/>
              <a:gd name="connsiteX26967" fmla="*/ 3123026 w 4752801"/>
              <a:gd name="connsiteY26967" fmla="*/ 499943 h 2767298"/>
              <a:gd name="connsiteX26968" fmla="*/ 3117359 w 4752801"/>
              <a:gd name="connsiteY26968" fmla="*/ 490228 h 2767298"/>
              <a:gd name="connsiteX26969" fmla="*/ 3117359 w 4752801"/>
              <a:gd name="connsiteY26969" fmla="*/ 489013 h 2767298"/>
              <a:gd name="connsiteX26970" fmla="*/ 3123026 w 4752801"/>
              <a:gd name="connsiteY26970" fmla="*/ 479298 h 2767298"/>
              <a:gd name="connsiteX26971" fmla="*/ 3124241 w 4752801"/>
              <a:gd name="connsiteY26971" fmla="*/ 478488 h 2767298"/>
              <a:gd name="connsiteX26972" fmla="*/ 452882 w 4752801"/>
              <a:gd name="connsiteY26972" fmla="*/ 478488 h 2767298"/>
              <a:gd name="connsiteX26973" fmla="*/ 463812 w 4752801"/>
              <a:gd name="connsiteY26973" fmla="*/ 478488 h 2767298"/>
              <a:gd name="connsiteX26974" fmla="*/ 465027 w 4752801"/>
              <a:gd name="connsiteY26974" fmla="*/ 478893 h 2767298"/>
              <a:gd name="connsiteX26975" fmla="*/ 470694 w 4752801"/>
              <a:gd name="connsiteY26975" fmla="*/ 488608 h 2767298"/>
              <a:gd name="connsiteX26976" fmla="*/ 470694 w 4752801"/>
              <a:gd name="connsiteY26976" fmla="*/ 489823 h 2767298"/>
              <a:gd name="connsiteX26977" fmla="*/ 465027 w 4752801"/>
              <a:gd name="connsiteY26977" fmla="*/ 499538 h 2767298"/>
              <a:gd name="connsiteX26978" fmla="*/ 463812 w 4752801"/>
              <a:gd name="connsiteY26978" fmla="*/ 499943 h 2767298"/>
              <a:gd name="connsiteX26979" fmla="*/ 452882 w 4752801"/>
              <a:gd name="connsiteY26979" fmla="*/ 499943 h 2767298"/>
              <a:gd name="connsiteX26980" fmla="*/ 451668 w 4752801"/>
              <a:gd name="connsiteY26980" fmla="*/ 499538 h 2767298"/>
              <a:gd name="connsiteX26981" fmla="*/ 446001 w 4752801"/>
              <a:gd name="connsiteY26981" fmla="*/ 489823 h 2767298"/>
              <a:gd name="connsiteX26982" fmla="*/ 446001 w 4752801"/>
              <a:gd name="connsiteY26982" fmla="*/ 488608 h 2767298"/>
              <a:gd name="connsiteX26983" fmla="*/ 451668 w 4752801"/>
              <a:gd name="connsiteY26983" fmla="*/ 478893 h 2767298"/>
              <a:gd name="connsiteX26984" fmla="*/ 452882 w 4752801"/>
              <a:gd name="connsiteY26984" fmla="*/ 478488 h 2767298"/>
              <a:gd name="connsiteX26985" fmla="*/ 411996 w 4752801"/>
              <a:gd name="connsiteY26985" fmla="*/ 478488 h 2767298"/>
              <a:gd name="connsiteX26986" fmla="*/ 423331 w 4752801"/>
              <a:gd name="connsiteY26986" fmla="*/ 478488 h 2767298"/>
              <a:gd name="connsiteX26987" fmla="*/ 424546 w 4752801"/>
              <a:gd name="connsiteY26987" fmla="*/ 478893 h 2767298"/>
              <a:gd name="connsiteX26988" fmla="*/ 430213 w 4752801"/>
              <a:gd name="connsiteY26988" fmla="*/ 488608 h 2767298"/>
              <a:gd name="connsiteX26989" fmla="*/ 430213 w 4752801"/>
              <a:gd name="connsiteY26989" fmla="*/ 489823 h 2767298"/>
              <a:gd name="connsiteX26990" fmla="*/ 424546 w 4752801"/>
              <a:gd name="connsiteY26990" fmla="*/ 499538 h 2767298"/>
              <a:gd name="connsiteX26991" fmla="*/ 423331 w 4752801"/>
              <a:gd name="connsiteY26991" fmla="*/ 499943 h 2767298"/>
              <a:gd name="connsiteX26992" fmla="*/ 411996 w 4752801"/>
              <a:gd name="connsiteY26992" fmla="*/ 499943 h 2767298"/>
              <a:gd name="connsiteX26993" fmla="*/ 410782 w 4752801"/>
              <a:gd name="connsiteY26993" fmla="*/ 499538 h 2767298"/>
              <a:gd name="connsiteX26994" fmla="*/ 405115 w 4752801"/>
              <a:gd name="connsiteY26994" fmla="*/ 489823 h 2767298"/>
              <a:gd name="connsiteX26995" fmla="*/ 405115 w 4752801"/>
              <a:gd name="connsiteY26995" fmla="*/ 488608 h 2767298"/>
              <a:gd name="connsiteX26996" fmla="*/ 410782 w 4752801"/>
              <a:gd name="connsiteY26996" fmla="*/ 478893 h 2767298"/>
              <a:gd name="connsiteX26997" fmla="*/ 411996 w 4752801"/>
              <a:gd name="connsiteY26997" fmla="*/ 478488 h 2767298"/>
              <a:gd name="connsiteX26998" fmla="*/ 371920 w 4752801"/>
              <a:gd name="connsiteY26998" fmla="*/ 478488 h 2767298"/>
              <a:gd name="connsiteX26999" fmla="*/ 383255 w 4752801"/>
              <a:gd name="connsiteY26999" fmla="*/ 478488 h 2767298"/>
              <a:gd name="connsiteX27000" fmla="*/ 384470 w 4752801"/>
              <a:gd name="connsiteY27000" fmla="*/ 479298 h 2767298"/>
              <a:gd name="connsiteX27001" fmla="*/ 390137 w 4752801"/>
              <a:gd name="connsiteY27001" fmla="*/ 489013 h 2767298"/>
              <a:gd name="connsiteX27002" fmla="*/ 390137 w 4752801"/>
              <a:gd name="connsiteY27002" fmla="*/ 490228 h 2767298"/>
              <a:gd name="connsiteX27003" fmla="*/ 384470 w 4752801"/>
              <a:gd name="connsiteY27003" fmla="*/ 499943 h 2767298"/>
              <a:gd name="connsiteX27004" fmla="*/ 383255 w 4752801"/>
              <a:gd name="connsiteY27004" fmla="*/ 500348 h 2767298"/>
              <a:gd name="connsiteX27005" fmla="*/ 371920 w 4752801"/>
              <a:gd name="connsiteY27005" fmla="*/ 500348 h 2767298"/>
              <a:gd name="connsiteX27006" fmla="*/ 370706 w 4752801"/>
              <a:gd name="connsiteY27006" fmla="*/ 499943 h 2767298"/>
              <a:gd name="connsiteX27007" fmla="*/ 365039 w 4752801"/>
              <a:gd name="connsiteY27007" fmla="*/ 490228 h 2767298"/>
              <a:gd name="connsiteX27008" fmla="*/ 365039 w 4752801"/>
              <a:gd name="connsiteY27008" fmla="*/ 489013 h 2767298"/>
              <a:gd name="connsiteX27009" fmla="*/ 370706 w 4752801"/>
              <a:gd name="connsiteY27009" fmla="*/ 479298 h 2767298"/>
              <a:gd name="connsiteX27010" fmla="*/ 371920 w 4752801"/>
              <a:gd name="connsiteY27010" fmla="*/ 478488 h 2767298"/>
              <a:gd name="connsiteX27011" fmla="*/ 1869726 w 4752801"/>
              <a:gd name="connsiteY27011" fmla="*/ 478084 h 2767298"/>
              <a:gd name="connsiteX27012" fmla="*/ 1881061 w 4752801"/>
              <a:gd name="connsiteY27012" fmla="*/ 478084 h 2767298"/>
              <a:gd name="connsiteX27013" fmla="*/ 1882276 w 4752801"/>
              <a:gd name="connsiteY27013" fmla="*/ 478489 h 2767298"/>
              <a:gd name="connsiteX27014" fmla="*/ 1887943 w 4752801"/>
              <a:gd name="connsiteY27014" fmla="*/ 488609 h 2767298"/>
              <a:gd name="connsiteX27015" fmla="*/ 1887943 w 4752801"/>
              <a:gd name="connsiteY27015" fmla="*/ 489824 h 2767298"/>
              <a:gd name="connsiteX27016" fmla="*/ 1882276 w 4752801"/>
              <a:gd name="connsiteY27016" fmla="*/ 499944 h 2767298"/>
              <a:gd name="connsiteX27017" fmla="*/ 1881061 w 4752801"/>
              <a:gd name="connsiteY27017" fmla="*/ 500349 h 2767298"/>
              <a:gd name="connsiteX27018" fmla="*/ 1869726 w 4752801"/>
              <a:gd name="connsiteY27018" fmla="*/ 500349 h 2767298"/>
              <a:gd name="connsiteX27019" fmla="*/ 1868512 w 4752801"/>
              <a:gd name="connsiteY27019" fmla="*/ 499944 h 2767298"/>
              <a:gd name="connsiteX27020" fmla="*/ 1862845 w 4752801"/>
              <a:gd name="connsiteY27020" fmla="*/ 489824 h 2767298"/>
              <a:gd name="connsiteX27021" fmla="*/ 1862845 w 4752801"/>
              <a:gd name="connsiteY27021" fmla="*/ 488609 h 2767298"/>
              <a:gd name="connsiteX27022" fmla="*/ 1868512 w 4752801"/>
              <a:gd name="connsiteY27022" fmla="*/ 478489 h 2767298"/>
              <a:gd name="connsiteX27023" fmla="*/ 1869726 w 4752801"/>
              <a:gd name="connsiteY27023" fmla="*/ 478084 h 2767298"/>
              <a:gd name="connsiteX27024" fmla="*/ 331034 w 4752801"/>
              <a:gd name="connsiteY27024" fmla="*/ 478084 h 2767298"/>
              <a:gd name="connsiteX27025" fmla="*/ 342774 w 4752801"/>
              <a:gd name="connsiteY27025" fmla="*/ 478084 h 2767298"/>
              <a:gd name="connsiteX27026" fmla="*/ 343988 w 4752801"/>
              <a:gd name="connsiteY27026" fmla="*/ 478489 h 2767298"/>
              <a:gd name="connsiteX27027" fmla="*/ 349656 w 4752801"/>
              <a:gd name="connsiteY27027" fmla="*/ 488609 h 2767298"/>
              <a:gd name="connsiteX27028" fmla="*/ 349656 w 4752801"/>
              <a:gd name="connsiteY27028" fmla="*/ 489824 h 2767298"/>
              <a:gd name="connsiteX27029" fmla="*/ 343988 w 4752801"/>
              <a:gd name="connsiteY27029" fmla="*/ 499944 h 2767298"/>
              <a:gd name="connsiteX27030" fmla="*/ 342774 w 4752801"/>
              <a:gd name="connsiteY27030" fmla="*/ 500349 h 2767298"/>
              <a:gd name="connsiteX27031" fmla="*/ 331034 w 4752801"/>
              <a:gd name="connsiteY27031" fmla="*/ 500349 h 2767298"/>
              <a:gd name="connsiteX27032" fmla="*/ 329820 w 4752801"/>
              <a:gd name="connsiteY27032" fmla="*/ 499944 h 2767298"/>
              <a:gd name="connsiteX27033" fmla="*/ 324153 w 4752801"/>
              <a:gd name="connsiteY27033" fmla="*/ 489824 h 2767298"/>
              <a:gd name="connsiteX27034" fmla="*/ 324153 w 4752801"/>
              <a:gd name="connsiteY27034" fmla="*/ 488609 h 2767298"/>
              <a:gd name="connsiteX27035" fmla="*/ 329820 w 4752801"/>
              <a:gd name="connsiteY27035" fmla="*/ 478489 h 2767298"/>
              <a:gd name="connsiteX27036" fmla="*/ 331034 w 4752801"/>
              <a:gd name="connsiteY27036" fmla="*/ 478084 h 2767298"/>
              <a:gd name="connsiteX27037" fmla="*/ 129032 w 4752801"/>
              <a:gd name="connsiteY27037" fmla="*/ 478084 h 2767298"/>
              <a:gd name="connsiteX27038" fmla="*/ 140367 w 4752801"/>
              <a:gd name="connsiteY27038" fmla="*/ 478084 h 2767298"/>
              <a:gd name="connsiteX27039" fmla="*/ 141582 w 4752801"/>
              <a:gd name="connsiteY27039" fmla="*/ 478489 h 2767298"/>
              <a:gd name="connsiteX27040" fmla="*/ 147249 w 4752801"/>
              <a:gd name="connsiteY27040" fmla="*/ 488609 h 2767298"/>
              <a:gd name="connsiteX27041" fmla="*/ 147249 w 4752801"/>
              <a:gd name="connsiteY27041" fmla="*/ 489824 h 2767298"/>
              <a:gd name="connsiteX27042" fmla="*/ 141582 w 4752801"/>
              <a:gd name="connsiteY27042" fmla="*/ 499944 h 2767298"/>
              <a:gd name="connsiteX27043" fmla="*/ 140367 w 4752801"/>
              <a:gd name="connsiteY27043" fmla="*/ 500349 h 2767298"/>
              <a:gd name="connsiteX27044" fmla="*/ 129032 w 4752801"/>
              <a:gd name="connsiteY27044" fmla="*/ 500349 h 2767298"/>
              <a:gd name="connsiteX27045" fmla="*/ 127818 w 4752801"/>
              <a:gd name="connsiteY27045" fmla="*/ 499944 h 2767298"/>
              <a:gd name="connsiteX27046" fmla="*/ 122151 w 4752801"/>
              <a:gd name="connsiteY27046" fmla="*/ 489824 h 2767298"/>
              <a:gd name="connsiteX27047" fmla="*/ 122151 w 4752801"/>
              <a:gd name="connsiteY27047" fmla="*/ 488609 h 2767298"/>
              <a:gd name="connsiteX27048" fmla="*/ 127818 w 4752801"/>
              <a:gd name="connsiteY27048" fmla="*/ 478489 h 2767298"/>
              <a:gd name="connsiteX27049" fmla="*/ 129032 w 4752801"/>
              <a:gd name="connsiteY27049" fmla="*/ 478084 h 2767298"/>
              <a:gd name="connsiteX27050" fmla="*/ 47665 w 4752801"/>
              <a:gd name="connsiteY27050" fmla="*/ 478084 h 2767298"/>
              <a:gd name="connsiteX27051" fmla="*/ 59810 w 4752801"/>
              <a:gd name="connsiteY27051" fmla="*/ 478084 h 2767298"/>
              <a:gd name="connsiteX27052" fmla="*/ 61024 w 4752801"/>
              <a:gd name="connsiteY27052" fmla="*/ 478489 h 2767298"/>
              <a:gd name="connsiteX27053" fmla="*/ 67096 w 4752801"/>
              <a:gd name="connsiteY27053" fmla="*/ 489014 h 2767298"/>
              <a:gd name="connsiteX27054" fmla="*/ 67096 w 4752801"/>
              <a:gd name="connsiteY27054" fmla="*/ 490228 h 2767298"/>
              <a:gd name="connsiteX27055" fmla="*/ 61024 w 4752801"/>
              <a:gd name="connsiteY27055" fmla="*/ 500754 h 2767298"/>
              <a:gd name="connsiteX27056" fmla="*/ 59810 w 4752801"/>
              <a:gd name="connsiteY27056" fmla="*/ 501563 h 2767298"/>
              <a:gd name="connsiteX27057" fmla="*/ 47665 w 4752801"/>
              <a:gd name="connsiteY27057" fmla="*/ 501563 h 2767298"/>
              <a:gd name="connsiteX27058" fmla="*/ 46451 w 4752801"/>
              <a:gd name="connsiteY27058" fmla="*/ 500754 h 2767298"/>
              <a:gd name="connsiteX27059" fmla="*/ 40379 w 4752801"/>
              <a:gd name="connsiteY27059" fmla="*/ 490228 h 2767298"/>
              <a:gd name="connsiteX27060" fmla="*/ 40379 w 4752801"/>
              <a:gd name="connsiteY27060" fmla="*/ 489014 h 2767298"/>
              <a:gd name="connsiteX27061" fmla="*/ 46451 w 4752801"/>
              <a:gd name="connsiteY27061" fmla="*/ 478489 h 2767298"/>
              <a:gd name="connsiteX27062" fmla="*/ 47665 w 4752801"/>
              <a:gd name="connsiteY27062" fmla="*/ 478084 h 2767298"/>
              <a:gd name="connsiteX27063" fmla="*/ 290148 w 4752801"/>
              <a:gd name="connsiteY27063" fmla="*/ 477679 h 2767298"/>
              <a:gd name="connsiteX27064" fmla="*/ 302293 w 4752801"/>
              <a:gd name="connsiteY27064" fmla="*/ 477679 h 2767298"/>
              <a:gd name="connsiteX27065" fmla="*/ 303507 w 4752801"/>
              <a:gd name="connsiteY27065" fmla="*/ 478084 h 2767298"/>
              <a:gd name="connsiteX27066" fmla="*/ 309579 w 4752801"/>
              <a:gd name="connsiteY27066" fmla="*/ 488609 h 2767298"/>
              <a:gd name="connsiteX27067" fmla="*/ 309579 w 4752801"/>
              <a:gd name="connsiteY27067" fmla="*/ 489823 h 2767298"/>
              <a:gd name="connsiteX27068" fmla="*/ 303507 w 4752801"/>
              <a:gd name="connsiteY27068" fmla="*/ 500348 h 2767298"/>
              <a:gd name="connsiteX27069" fmla="*/ 302293 w 4752801"/>
              <a:gd name="connsiteY27069" fmla="*/ 500753 h 2767298"/>
              <a:gd name="connsiteX27070" fmla="*/ 290148 w 4752801"/>
              <a:gd name="connsiteY27070" fmla="*/ 500753 h 2767298"/>
              <a:gd name="connsiteX27071" fmla="*/ 288934 w 4752801"/>
              <a:gd name="connsiteY27071" fmla="*/ 500348 h 2767298"/>
              <a:gd name="connsiteX27072" fmla="*/ 282862 w 4752801"/>
              <a:gd name="connsiteY27072" fmla="*/ 489823 h 2767298"/>
              <a:gd name="connsiteX27073" fmla="*/ 282862 w 4752801"/>
              <a:gd name="connsiteY27073" fmla="*/ 488609 h 2767298"/>
              <a:gd name="connsiteX27074" fmla="*/ 288934 w 4752801"/>
              <a:gd name="connsiteY27074" fmla="*/ 478084 h 2767298"/>
              <a:gd name="connsiteX27075" fmla="*/ 290148 w 4752801"/>
              <a:gd name="connsiteY27075" fmla="*/ 477679 h 2767298"/>
              <a:gd name="connsiteX27076" fmla="*/ 169109 w 4752801"/>
              <a:gd name="connsiteY27076" fmla="*/ 477679 h 2767298"/>
              <a:gd name="connsiteX27077" fmla="*/ 181254 w 4752801"/>
              <a:gd name="connsiteY27077" fmla="*/ 477679 h 2767298"/>
              <a:gd name="connsiteX27078" fmla="*/ 182468 w 4752801"/>
              <a:gd name="connsiteY27078" fmla="*/ 478084 h 2767298"/>
              <a:gd name="connsiteX27079" fmla="*/ 188540 w 4752801"/>
              <a:gd name="connsiteY27079" fmla="*/ 488609 h 2767298"/>
              <a:gd name="connsiteX27080" fmla="*/ 188540 w 4752801"/>
              <a:gd name="connsiteY27080" fmla="*/ 489823 h 2767298"/>
              <a:gd name="connsiteX27081" fmla="*/ 182468 w 4752801"/>
              <a:gd name="connsiteY27081" fmla="*/ 500348 h 2767298"/>
              <a:gd name="connsiteX27082" fmla="*/ 181254 w 4752801"/>
              <a:gd name="connsiteY27082" fmla="*/ 500753 h 2767298"/>
              <a:gd name="connsiteX27083" fmla="*/ 169109 w 4752801"/>
              <a:gd name="connsiteY27083" fmla="*/ 500753 h 2767298"/>
              <a:gd name="connsiteX27084" fmla="*/ 167895 w 4752801"/>
              <a:gd name="connsiteY27084" fmla="*/ 500348 h 2767298"/>
              <a:gd name="connsiteX27085" fmla="*/ 161823 w 4752801"/>
              <a:gd name="connsiteY27085" fmla="*/ 489823 h 2767298"/>
              <a:gd name="connsiteX27086" fmla="*/ 161823 w 4752801"/>
              <a:gd name="connsiteY27086" fmla="*/ 488609 h 2767298"/>
              <a:gd name="connsiteX27087" fmla="*/ 167895 w 4752801"/>
              <a:gd name="connsiteY27087" fmla="*/ 478084 h 2767298"/>
              <a:gd name="connsiteX27088" fmla="*/ 169109 w 4752801"/>
              <a:gd name="connsiteY27088" fmla="*/ 477679 h 2767298"/>
              <a:gd name="connsiteX27089" fmla="*/ 87742 w 4752801"/>
              <a:gd name="connsiteY27089" fmla="*/ 477679 h 2767298"/>
              <a:gd name="connsiteX27090" fmla="*/ 99887 w 4752801"/>
              <a:gd name="connsiteY27090" fmla="*/ 477679 h 2767298"/>
              <a:gd name="connsiteX27091" fmla="*/ 101101 w 4752801"/>
              <a:gd name="connsiteY27091" fmla="*/ 478084 h 2767298"/>
              <a:gd name="connsiteX27092" fmla="*/ 107173 w 4752801"/>
              <a:gd name="connsiteY27092" fmla="*/ 488609 h 2767298"/>
              <a:gd name="connsiteX27093" fmla="*/ 107173 w 4752801"/>
              <a:gd name="connsiteY27093" fmla="*/ 489823 h 2767298"/>
              <a:gd name="connsiteX27094" fmla="*/ 101101 w 4752801"/>
              <a:gd name="connsiteY27094" fmla="*/ 500348 h 2767298"/>
              <a:gd name="connsiteX27095" fmla="*/ 99887 w 4752801"/>
              <a:gd name="connsiteY27095" fmla="*/ 500753 h 2767298"/>
              <a:gd name="connsiteX27096" fmla="*/ 87742 w 4752801"/>
              <a:gd name="connsiteY27096" fmla="*/ 500753 h 2767298"/>
              <a:gd name="connsiteX27097" fmla="*/ 86528 w 4752801"/>
              <a:gd name="connsiteY27097" fmla="*/ 500348 h 2767298"/>
              <a:gd name="connsiteX27098" fmla="*/ 80456 w 4752801"/>
              <a:gd name="connsiteY27098" fmla="*/ 489823 h 2767298"/>
              <a:gd name="connsiteX27099" fmla="*/ 80456 w 4752801"/>
              <a:gd name="connsiteY27099" fmla="*/ 488609 h 2767298"/>
              <a:gd name="connsiteX27100" fmla="*/ 86528 w 4752801"/>
              <a:gd name="connsiteY27100" fmla="*/ 478084 h 2767298"/>
              <a:gd name="connsiteX27101" fmla="*/ 87742 w 4752801"/>
              <a:gd name="connsiteY27101" fmla="*/ 477679 h 2767298"/>
              <a:gd name="connsiteX27102" fmla="*/ 209186 w 4752801"/>
              <a:gd name="connsiteY27102" fmla="*/ 477274 h 2767298"/>
              <a:gd name="connsiteX27103" fmla="*/ 221735 w 4752801"/>
              <a:gd name="connsiteY27103" fmla="*/ 477274 h 2767298"/>
              <a:gd name="connsiteX27104" fmla="*/ 222950 w 4752801"/>
              <a:gd name="connsiteY27104" fmla="*/ 478084 h 2767298"/>
              <a:gd name="connsiteX27105" fmla="*/ 229427 w 4752801"/>
              <a:gd name="connsiteY27105" fmla="*/ 489014 h 2767298"/>
              <a:gd name="connsiteX27106" fmla="*/ 229427 w 4752801"/>
              <a:gd name="connsiteY27106" fmla="*/ 490228 h 2767298"/>
              <a:gd name="connsiteX27107" fmla="*/ 222950 w 4752801"/>
              <a:gd name="connsiteY27107" fmla="*/ 501158 h 2767298"/>
              <a:gd name="connsiteX27108" fmla="*/ 221735 w 4752801"/>
              <a:gd name="connsiteY27108" fmla="*/ 501563 h 2767298"/>
              <a:gd name="connsiteX27109" fmla="*/ 209186 w 4752801"/>
              <a:gd name="connsiteY27109" fmla="*/ 501563 h 2767298"/>
              <a:gd name="connsiteX27110" fmla="*/ 207972 w 4752801"/>
              <a:gd name="connsiteY27110" fmla="*/ 501158 h 2767298"/>
              <a:gd name="connsiteX27111" fmla="*/ 201495 w 4752801"/>
              <a:gd name="connsiteY27111" fmla="*/ 490228 h 2767298"/>
              <a:gd name="connsiteX27112" fmla="*/ 201495 w 4752801"/>
              <a:gd name="connsiteY27112" fmla="*/ 489014 h 2767298"/>
              <a:gd name="connsiteX27113" fmla="*/ 207972 w 4752801"/>
              <a:gd name="connsiteY27113" fmla="*/ 478084 h 2767298"/>
              <a:gd name="connsiteX27114" fmla="*/ 209186 w 4752801"/>
              <a:gd name="connsiteY27114" fmla="*/ 477274 h 2767298"/>
              <a:gd name="connsiteX27115" fmla="*/ 3447686 w 4752801"/>
              <a:gd name="connsiteY27115" fmla="*/ 476869 h 2767298"/>
              <a:gd name="connsiteX27116" fmla="*/ 3460640 w 4752801"/>
              <a:gd name="connsiteY27116" fmla="*/ 476869 h 2767298"/>
              <a:gd name="connsiteX27117" fmla="*/ 3461855 w 4752801"/>
              <a:gd name="connsiteY27117" fmla="*/ 477274 h 2767298"/>
              <a:gd name="connsiteX27118" fmla="*/ 3468331 w 4752801"/>
              <a:gd name="connsiteY27118" fmla="*/ 488609 h 2767298"/>
              <a:gd name="connsiteX27119" fmla="*/ 3468331 w 4752801"/>
              <a:gd name="connsiteY27119" fmla="*/ 489823 h 2767298"/>
              <a:gd name="connsiteX27120" fmla="*/ 3461855 w 4752801"/>
              <a:gd name="connsiteY27120" fmla="*/ 501158 h 2767298"/>
              <a:gd name="connsiteX27121" fmla="*/ 3460640 w 4752801"/>
              <a:gd name="connsiteY27121" fmla="*/ 501563 h 2767298"/>
              <a:gd name="connsiteX27122" fmla="*/ 3447686 w 4752801"/>
              <a:gd name="connsiteY27122" fmla="*/ 501563 h 2767298"/>
              <a:gd name="connsiteX27123" fmla="*/ 3446471 w 4752801"/>
              <a:gd name="connsiteY27123" fmla="*/ 501158 h 2767298"/>
              <a:gd name="connsiteX27124" fmla="*/ 3439995 w 4752801"/>
              <a:gd name="connsiteY27124" fmla="*/ 489823 h 2767298"/>
              <a:gd name="connsiteX27125" fmla="*/ 3439995 w 4752801"/>
              <a:gd name="connsiteY27125" fmla="*/ 488609 h 2767298"/>
              <a:gd name="connsiteX27126" fmla="*/ 3446471 w 4752801"/>
              <a:gd name="connsiteY27126" fmla="*/ 477274 h 2767298"/>
              <a:gd name="connsiteX27127" fmla="*/ 3447686 w 4752801"/>
              <a:gd name="connsiteY27127" fmla="*/ 476869 h 2767298"/>
              <a:gd name="connsiteX27128" fmla="*/ 3244470 w 4752801"/>
              <a:gd name="connsiteY27128" fmla="*/ 476869 h 2767298"/>
              <a:gd name="connsiteX27129" fmla="*/ 3258234 w 4752801"/>
              <a:gd name="connsiteY27129" fmla="*/ 476869 h 2767298"/>
              <a:gd name="connsiteX27130" fmla="*/ 3259448 w 4752801"/>
              <a:gd name="connsiteY27130" fmla="*/ 477274 h 2767298"/>
              <a:gd name="connsiteX27131" fmla="*/ 3266330 w 4752801"/>
              <a:gd name="connsiteY27131" fmla="*/ 489013 h 2767298"/>
              <a:gd name="connsiteX27132" fmla="*/ 3266330 w 4752801"/>
              <a:gd name="connsiteY27132" fmla="*/ 490228 h 2767298"/>
              <a:gd name="connsiteX27133" fmla="*/ 3259448 w 4752801"/>
              <a:gd name="connsiteY27133" fmla="*/ 501967 h 2767298"/>
              <a:gd name="connsiteX27134" fmla="*/ 3258234 w 4752801"/>
              <a:gd name="connsiteY27134" fmla="*/ 502372 h 2767298"/>
              <a:gd name="connsiteX27135" fmla="*/ 3244470 w 4752801"/>
              <a:gd name="connsiteY27135" fmla="*/ 502372 h 2767298"/>
              <a:gd name="connsiteX27136" fmla="*/ 3243256 w 4752801"/>
              <a:gd name="connsiteY27136" fmla="*/ 501967 h 2767298"/>
              <a:gd name="connsiteX27137" fmla="*/ 3236374 w 4752801"/>
              <a:gd name="connsiteY27137" fmla="*/ 490228 h 2767298"/>
              <a:gd name="connsiteX27138" fmla="*/ 3236374 w 4752801"/>
              <a:gd name="connsiteY27138" fmla="*/ 489013 h 2767298"/>
              <a:gd name="connsiteX27139" fmla="*/ 3243256 w 4752801"/>
              <a:gd name="connsiteY27139" fmla="*/ 477274 h 2767298"/>
              <a:gd name="connsiteX27140" fmla="*/ 3244470 w 4752801"/>
              <a:gd name="connsiteY27140" fmla="*/ 476869 h 2767298"/>
              <a:gd name="connsiteX27141" fmla="*/ 249667 w 4752801"/>
              <a:gd name="connsiteY27141" fmla="*/ 476869 h 2767298"/>
              <a:gd name="connsiteX27142" fmla="*/ 262216 w 4752801"/>
              <a:gd name="connsiteY27142" fmla="*/ 476869 h 2767298"/>
              <a:gd name="connsiteX27143" fmla="*/ 263431 w 4752801"/>
              <a:gd name="connsiteY27143" fmla="*/ 477679 h 2767298"/>
              <a:gd name="connsiteX27144" fmla="*/ 269503 w 4752801"/>
              <a:gd name="connsiteY27144" fmla="*/ 488609 h 2767298"/>
              <a:gd name="connsiteX27145" fmla="*/ 269503 w 4752801"/>
              <a:gd name="connsiteY27145" fmla="*/ 489823 h 2767298"/>
              <a:gd name="connsiteX27146" fmla="*/ 263431 w 4752801"/>
              <a:gd name="connsiteY27146" fmla="*/ 500753 h 2767298"/>
              <a:gd name="connsiteX27147" fmla="*/ 262216 w 4752801"/>
              <a:gd name="connsiteY27147" fmla="*/ 501158 h 2767298"/>
              <a:gd name="connsiteX27148" fmla="*/ 249667 w 4752801"/>
              <a:gd name="connsiteY27148" fmla="*/ 501158 h 2767298"/>
              <a:gd name="connsiteX27149" fmla="*/ 248453 w 4752801"/>
              <a:gd name="connsiteY27149" fmla="*/ 500753 h 2767298"/>
              <a:gd name="connsiteX27150" fmla="*/ 242381 w 4752801"/>
              <a:gd name="connsiteY27150" fmla="*/ 489823 h 2767298"/>
              <a:gd name="connsiteX27151" fmla="*/ 242381 w 4752801"/>
              <a:gd name="connsiteY27151" fmla="*/ 488609 h 2767298"/>
              <a:gd name="connsiteX27152" fmla="*/ 248453 w 4752801"/>
              <a:gd name="connsiteY27152" fmla="*/ 477679 h 2767298"/>
              <a:gd name="connsiteX27153" fmla="*/ 249667 w 4752801"/>
              <a:gd name="connsiteY27153" fmla="*/ 476869 h 2767298"/>
              <a:gd name="connsiteX27154" fmla="*/ 3204393 w 4752801"/>
              <a:gd name="connsiteY27154" fmla="*/ 476464 h 2767298"/>
              <a:gd name="connsiteX27155" fmla="*/ 3218157 w 4752801"/>
              <a:gd name="connsiteY27155" fmla="*/ 476464 h 2767298"/>
              <a:gd name="connsiteX27156" fmla="*/ 3219371 w 4752801"/>
              <a:gd name="connsiteY27156" fmla="*/ 477274 h 2767298"/>
              <a:gd name="connsiteX27157" fmla="*/ 3226253 w 4752801"/>
              <a:gd name="connsiteY27157" fmla="*/ 489013 h 2767298"/>
              <a:gd name="connsiteX27158" fmla="*/ 3226253 w 4752801"/>
              <a:gd name="connsiteY27158" fmla="*/ 490228 h 2767298"/>
              <a:gd name="connsiteX27159" fmla="*/ 3219371 w 4752801"/>
              <a:gd name="connsiteY27159" fmla="*/ 501967 h 2767298"/>
              <a:gd name="connsiteX27160" fmla="*/ 3218157 w 4752801"/>
              <a:gd name="connsiteY27160" fmla="*/ 502372 h 2767298"/>
              <a:gd name="connsiteX27161" fmla="*/ 3204393 w 4752801"/>
              <a:gd name="connsiteY27161" fmla="*/ 502372 h 2767298"/>
              <a:gd name="connsiteX27162" fmla="*/ 3203179 w 4752801"/>
              <a:gd name="connsiteY27162" fmla="*/ 501967 h 2767298"/>
              <a:gd name="connsiteX27163" fmla="*/ 3196297 w 4752801"/>
              <a:gd name="connsiteY27163" fmla="*/ 490228 h 2767298"/>
              <a:gd name="connsiteX27164" fmla="*/ 3196297 w 4752801"/>
              <a:gd name="connsiteY27164" fmla="*/ 489013 h 2767298"/>
              <a:gd name="connsiteX27165" fmla="*/ 3203179 w 4752801"/>
              <a:gd name="connsiteY27165" fmla="*/ 477274 h 2767298"/>
              <a:gd name="connsiteX27166" fmla="*/ 3204393 w 4752801"/>
              <a:gd name="connsiteY27166" fmla="*/ 476464 h 2767298"/>
              <a:gd name="connsiteX27167" fmla="*/ 2111400 w 4752801"/>
              <a:gd name="connsiteY27167" fmla="*/ 476464 h 2767298"/>
              <a:gd name="connsiteX27168" fmla="*/ 2124759 w 4752801"/>
              <a:gd name="connsiteY27168" fmla="*/ 476464 h 2767298"/>
              <a:gd name="connsiteX27169" fmla="*/ 2125973 w 4752801"/>
              <a:gd name="connsiteY27169" fmla="*/ 476869 h 2767298"/>
              <a:gd name="connsiteX27170" fmla="*/ 2132855 w 4752801"/>
              <a:gd name="connsiteY27170" fmla="*/ 488608 h 2767298"/>
              <a:gd name="connsiteX27171" fmla="*/ 2132855 w 4752801"/>
              <a:gd name="connsiteY27171" fmla="*/ 489823 h 2767298"/>
              <a:gd name="connsiteX27172" fmla="*/ 2125973 w 4752801"/>
              <a:gd name="connsiteY27172" fmla="*/ 501562 h 2767298"/>
              <a:gd name="connsiteX27173" fmla="*/ 2124759 w 4752801"/>
              <a:gd name="connsiteY27173" fmla="*/ 501967 h 2767298"/>
              <a:gd name="connsiteX27174" fmla="*/ 2111400 w 4752801"/>
              <a:gd name="connsiteY27174" fmla="*/ 501967 h 2767298"/>
              <a:gd name="connsiteX27175" fmla="*/ 2110185 w 4752801"/>
              <a:gd name="connsiteY27175" fmla="*/ 501562 h 2767298"/>
              <a:gd name="connsiteX27176" fmla="*/ 2103304 w 4752801"/>
              <a:gd name="connsiteY27176" fmla="*/ 489823 h 2767298"/>
              <a:gd name="connsiteX27177" fmla="*/ 2103304 w 4752801"/>
              <a:gd name="connsiteY27177" fmla="*/ 488608 h 2767298"/>
              <a:gd name="connsiteX27178" fmla="*/ 2110185 w 4752801"/>
              <a:gd name="connsiteY27178" fmla="*/ 476869 h 2767298"/>
              <a:gd name="connsiteX27179" fmla="*/ 2111400 w 4752801"/>
              <a:gd name="connsiteY27179" fmla="*/ 476464 h 2767298"/>
              <a:gd name="connsiteX27180" fmla="*/ 3284546 w 4752801"/>
              <a:gd name="connsiteY27180" fmla="*/ 475655 h 2767298"/>
              <a:gd name="connsiteX27181" fmla="*/ 3299120 w 4752801"/>
              <a:gd name="connsiteY27181" fmla="*/ 475655 h 2767298"/>
              <a:gd name="connsiteX27182" fmla="*/ 3300334 w 4752801"/>
              <a:gd name="connsiteY27182" fmla="*/ 476060 h 2767298"/>
              <a:gd name="connsiteX27183" fmla="*/ 3307621 w 4752801"/>
              <a:gd name="connsiteY27183" fmla="*/ 488609 h 2767298"/>
              <a:gd name="connsiteX27184" fmla="*/ 3307621 w 4752801"/>
              <a:gd name="connsiteY27184" fmla="*/ 489823 h 2767298"/>
              <a:gd name="connsiteX27185" fmla="*/ 3300334 w 4752801"/>
              <a:gd name="connsiteY27185" fmla="*/ 502373 h 2767298"/>
              <a:gd name="connsiteX27186" fmla="*/ 3299120 w 4752801"/>
              <a:gd name="connsiteY27186" fmla="*/ 502777 h 2767298"/>
              <a:gd name="connsiteX27187" fmla="*/ 3284546 w 4752801"/>
              <a:gd name="connsiteY27187" fmla="*/ 502777 h 2767298"/>
              <a:gd name="connsiteX27188" fmla="*/ 3283332 w 4752801"/>
              <a:gd name="connsiteY27188" fmla="*/ 502373 h 2767298"/>
              <a:gd name="connsiteX27189" fmla="*/ 3276046 w 4752801"/>
              <a:gd name="connsiteY27189" fmla="*/ 489823 h 2767298"/>
              <a:gd name="connsiteX27190" fmla="*/ 3276046 w 4752801"/>
              <a:gd name="connsiteY27190" fmla="*/ 488609 h 2767298"/>
              <a:gd name="connsiteX27191" fmla="*/ 3283332 w 4752801"/>
              <a:gd name="connsiteY27191" fmla="*/ 476060 h 2767298"/>
              <a:gd name="connsiteX27192" fmla="*/ 3284546 w 4752801"/>
              <a:gd name="connsiteY27192" fmla="*/ 475655 h 2767298"/>
              <a:gd name="connsiteX27193" fmla="*/ 3325028 w 4752801"/>
              <a:gd name="connsiteY27193" fmla="*/ 475250 h 2767298"/>
              <a:gd name="connsiteX27194" fmla="*/ 3340411 w 4752801"/>
              <a:gd name="connsiteY27194" fmla="*/ 475250 h 2767298"/>
              <a:gd name="connsiteX27195" fmla="*/ 3341625 w 4752801"/>
              <a:gd name="connsiteY27195" fmla="*/ 475655 h 2767298"/>
              <a:gd name="connsiteX27196" fmla="*/ 3349316 w 4752801"/>
              <a:gd name="connsiteY27196" fmla="*/ 489014 h 2767298"/>
              <a:gd name="connsiteX27197" fmla="*/ 3349316 w 4752801"/>
              <a:gd name="connsiteY27197" fmla="*/ 490228 h 2767298"/>
              <a:gd name="connsiteX27198" fmla="*/ 3341625 w 4752801"/>
              <a:gd name="connsiteY27198" fmla="*/ 503587 h 2767298"/>
              <a:gd name="connsiteX27199" fmla="*/ 3340411 w 4752801"/>
              <a:gd name="connsiteY27199" fmla="*/ 503992 h 2767298"/>
              <a:gd name="connsiteX27200" fmla="*/ 3325028 w 4752801"/>
              <a:gd name="connsiteY27200" fmla="*/ 503992 h 2767298"/>
              <a:gd name="connsiteX27201" fmla="*/ 3323813 w 4752801"/>
              <a:gd name="connsiteY27201" fmla="*/ 503587 h 2767298"/>
              <a:gd name="connsiteX27202" fmla="*/ 3316122 w 4752801"/>
              <a:gd name="connsiteY27202" fmla="*/ 490228 h 2767298"/>
              <a:gd name="connsiteX27203" fmla="*/ 3316122 w 4752801"/>
              <a:gd name="connsiteY27203" fmla="*/ 489014 h 2767298"/>
              <a:gd name="connsiteX27204" fmla="*/ 3323813 w 4752801"/>
              <a:gd name="connsiteY27204" fmla="*/ 475655 h 2767298"/>
              <a:gd name="connsiteX27205" fmla="*/ 3325028 w 4752801"/>
              <a:gd name="connsiteY27205" fmla="*/ 475250 h 2767298"/>
              <a:gd name="connsiteX27206" fmla="*/ 3405585 w 4752801"/>
              <a:gd name="connsiteY27206" fmla="*/ 474440 h 2767298"/>
              <a:gd name="connsiteX27207" fmla="*/ 3421372 w 4752801"/>
              <a:gd name="connsiteY27207" fmla="*/ 474440 h 2767298"/>
              <a:gd name="connsiteX27208" fmla="*/ 3422587 w 4752801"/>
              <a:gd name="connsiteY27208" fmla="*/ 474845 h 2767298"/>
              <a:gd name="connsiteX27209" fmla="*/ 3430278 w 4752801"/>
              <a:gd name="connsiteY27209" fmla="*/ 488608 h 2767298"/>
              <a:gd name="connsiteX27210" fmla="*/ 3430278 w 4752801"/>
              <a:gd name="connsiteY27210" fmla="*/ 489823 h 2767298"/>
              <a:gd name="connsiteX27211" fmla="*/ 3422587 w 4752801"/>
              <a:gd name="connsiteY27211" fmla="*/ 503587 h 2767298"/>
              <a:gd name="connsiteX27212" fmla="*/ 3421372 w 4752801"/>
              <a:gd name="connsiteY27212" fmla="*/ 503991 h 2767298"/>
              <a:gd name="connsiteX27213" fmla="*/ 3405585 w 4752801"/>
              <a:gd name="connsiteY27213" fmla="*/ 503991 h 2767298"/>
              <a:gd name="connsiteX27214" fmla="*/ 3404370 w 4752801"/>
              <a:gd name="connsiteY27214" fmla="*/ 503587 h 2767298"/>
              <a:gd name="connsiteX27215" fmla="*/ 3396679 w 4752801"/>
              <a:gd name="connsiteY27215" fmla="*/ 489823 h 2767298"/>
              <a:gd name="connsiteX27216" fmla="*/ 3396679 w 4752801"/>
              <a:gd name="connsiteY27216" fmla="*/ 488608 h 2767298"/>
              <a:gd name="connsiteX27217" fmla="*/ 3404370 w 4752801"/>
              <a:gd name="connsiteY27217" fmla="*/ 474845 h 2767298"/>
              <a:gd name="connsiteX27218" fmla="*/ 3405585 w 4752801"/>
              <a:gd name="connsiteY27218" fmla="*/ 474440 h 2767298"/>
              <a:gd name="connsiteX27219" fmla="*/ 3365104 w 4752801"/>
              <a:gd name="connsiteY27219" fmla="*/ 474440 h 2767298"/>
              <a:gd name="connsiteX27220" fmla="*/ 3380486 w 4752801"/>
              <a:gd name="connsiteY27220" fmla="*/ 474440 h 2767298"/>
              <a:gd name="connsiteX27221" fmla="*/ 3381701 w 4752801"/>
              <a:gd name="connsiteY27221" fmla="*/ 475250 h 2767298"/>
              <a:gd name="connsiteX27222" fmla="*/ 3389392 w 4752801"/>
              <a:gd name="connsiteY27222" fmla="*/ 488608 h 2767298"/>
              <a:gd name="connsiteX27223" fmla="*/ 3389392 w 4752801"/>
              <a:gd name="connsiteY27223" fmla="*/ 489823 h 2767298"/>
              <a:gd name="connsiteX27224" fmla="*/ 3381701 w 4752801"/>
              <a:gd name="connsiteY27224" fmla="*/ 503182 h 2767298"/>
              <a:gd name="connsiteX27225" fmla="*/ 3380486 w 4752801"/>
              <a:gd name="connsiteY27225" fmla="*/ 503182 h 2767298"/>
              <a:gd name="connsiteX27226" fmla="*/ 3365104 w 4752801"/>
              <a:gd name="connsiteY27226" fmla="*/ 503182 h 2767298"/>
              <a:gd name="connsiteX27227" fmla="*/ 3363889 w 4752801"/>
              <a:gd name="connsiteY27227" fmla="*/ 502777 h 2767298"/>
              <a:gd name="connsiteX27228" fmla="*/ 3356198 w 4752801"/>
              <a:gd name="connsiteY27228" fmla="*/ 489418 h 2767298"/>
              <a:gd name="connsiteX27229" fmla="*/ 3356198 w 4752801"/>
              <a:gd name="connsiteY27229" fmla="*/ 488204 h 2767298"/>
              <a:gd name="connsiteX27230" fmla="*/ 3363889 w 4752801"/>
              <a:gd name="connsiteY27230" fmla="*/ 474845 h 2767298"/>
              <a:gd name="connsiteX27231" fmla="*/ 3365104 w 4752801"/>
              <a:gd name="connsiteY27231" fmla="*/ 474440 h 2767298"/>
              <a:gd name="connsiteX27232" fmla="*/ 2603247 w 4752801"/>
              <a:gd name="connsiteY27232" fmla="*/ 447723 h 2767298"/>
              <a:gd name="connsiteX27233" fmla="*/ 2604866 w 4752801"/>
              <a:gd name="connsiteY27233" fmla="*/ 447723 h 2767298"/>
              <a:gd name="connsiteX27234" fmla="*/ 2605675 w 4752801"/>
              <a:gd name="connsiteY27234" fmla="*/ 448938 h 2767298"/>
              <a:gd name="connsiteX27235" fmla="*/ 2604866 w 4752801"/>
              <a:gd name="connsiteY27235" fmla="*/ 450152 h 2767298"/>
              <a:gd name="connsiteX27236" fmla="*/ 2603247 w 4752801"/>
              <a:gd name="connsiteY27236" fmla="*/ 450152 h 2767298"/>
              <a:gd name="connsiteX27237" fmla="*/ 2602437 w 4752801"/>
              <a:gd name="connsiteY27237" fmla="*/ 448938 h 2767298"/>
              <a:gd name="connsiteX27238" fmla="*/ 2967577 w 4752801"/>
              <a:gd name="connsiteY27238" fmla="*/ 447318 h 2767298"/>
              <a:gd name="connsiteX27239" fmla="*/ 2969197 w 4752801"/>
              <a:gd name="connsiteY27239" fmla="*/ 447318 h 2767298"/>
              <a:gd name="connsiteX27240" fmla="*/ 2970007 w 4752801"/>
              <a:gd name="connsiteY27240" fmla="*/ 448937 h 2767298"/>
              <a:gd name="connsiteX27241" fmla="*/ 2969197 w 4752801"/>
              <a:gd name="connsiteY27241" fmla="*/ 450556 h 2767298"/>
              <a:gd name="connsiteX27242" fmla="*/ 2967577 w 4752801"/>
              <a:gd name="connsiteY27242" fmla="*/ 450556 h 2767298"/>
              <a:gd name="connsiteX27243" fmla="*/ 2966768 w 4752801"/>
              <a:gd name="connsiteY27243" fmla="*/ 448937 h 2767298"/>
              <a:gd name="connsiteX27244" fmla="*/ 2927096 w 4752801"/>
              <a:gd name="connsiteY27244" fmla="*/ 447318 h 2767298"/>
              <a:gd name="connsiteX27245" fmla="*/ 2928716 w 4752801"/>
              <a:gd name="connsiteY27245" fmla="*/ 447318 h 2767298"/>
              <a:gd name="connsiteX27246" fmla="*/ 2929526 w 4752801"/>
              <a:gd name="connsiteY27246" fmla="*/ 448937 h 2767298"/>
              <a:gd name="connsiteX27247" fmla="*/ 2928716 w 4752801"/>
              <a:gd name="connsiteY27247" fmla="*/ 450556 h 2767298"/>
              <a:gd name="connsiteX27248" fmla="*/ 2927096 w 4752801"/>
              <a:gd name="connsiteY27248" fmla="*/ 450556 h 2767298"/>
              <a:gd name="connsiteX27249" fmla="*/ 2926287 w 4752801"/>
              <a:gd name="connsiteY27249" fmla="*/ 448937 h 2767298"/>
              <a:gd name="connsiteX27250" fmla="*/ 2886615 w 4752801"/>
              <a:gd name="connsiteY27250" fmla="*/ 447318 h 2767298"/>
              <a:gd name="connsiteX27251" fmla="*/ 2888639 w 4752801"/>
              <a:gd name="connsiteY27251" fmla="*/ 447318 h 2767298"/>
              <a:gd name="connsiteX27252" fmla="*/ 2889854 w 4752801"/>
              <a:gd name="connsiteY27252" fmla="*/ 448937 h 2767298"/>
              <a:gd name="connsiteX27253" fmla="*/ 2888639 w 4752801"/>
              <a:gd name="connsiteY27253" fmla="*/ 450556 h 2767298"/>
              <a:gd name="connsiteX27254" fmla="*/ 2886615 w 4752801"/>
              <a:gd name="connsiteY27254" fmla="*/ 450556 h 2767298"/>
              <a:gd name="connsiteX27255" fmla="*/ 2885401 w 4752801"/>
              <a:gd name="connsiteY27255" fmla="*/ 448937 h 2767298"/>
              <a:gd name="connsiteX27256" fmla="*/ 2805653 w 4752801"/>
              <a:gd name="connsiteY27256" fmla="*/ 447318 h 2767298"/>
              <a:gd name="connsiteX27257" fmla="*/ 2807677 w 4752801"/>
              <a:gd name="connsiteY27257" fmla="*/ 447318 h 2767298"/>
              <a:gd name="connsiteX27258" fmla="*/ 2808892 w 4752801"/>
              <a:gd name="connsiteY27258" fmla="*/ 448937 h 2767298"/>
              <a:gd name="connsiteX27259" fmla="*/ 2807677 w 4752801"/>
              <a:gd name="connsiteY27259" fmla="*/ 450556 h 2767298"/>
              <a:gd name="connsiteX27260" fmla="*/ 2805653 w 4752801"/>
              <a:gd name="connsiteY27260" fmla="*/ 450556 h 2767298"/>
              <a:gd name="connsiteX27261" fmla="*/ 2804439 w 4752801"/>
              <a:gd name="connsiteY27261" fmla="*/ 448937 h 2767298"/>
              <a:gd name="connsiteX27262" fmla="*/ 2643324 w 4752801"/>
              <a:gd name="connsiteY27262" fmla="*/ 447318 h 2767298"/>
              <a:gd name="connsiteX27263" fmla="*/ 2645348 w 4752801"/>
              <a:gd name="connsiteY27263" fmla="*/ 447318 h 2767298"/>
              <a:gd name="connsiteX27264" fmla="*/ 2646157 w 4752801"/>
              <a:gd name="connsiteY27264" fmla="*/ 448937 h 2767298"/>
              <a:gd name="connsiteX27265" fmla="*/ 2645348 w 4752801"/>
              <a:gd name="connsiteY27265" fmla="*/ 450556 h 2767298"/>
              <a:gd name="connsiteX27266" fmla="*/ 2643324 w 4752801"/>
              <a:gd name="connsiteY27266" fmla="*/ 450556 h 2767298"/>
              <a:gd name="connsiteX27267" fmla="*/ 2642514 w 4752801"/>
              <a:gd name="connsiteY27267" fmla="*/ 448937 h 2767298"/>
              <a:gd name="connsiteX27268" fmla="*/ 2562766 w 4752801"/>
              <a:gd name="connsiteY27268" fmla="*/ 447318 h 2767298"/>
              <a:gd name="connsiteX27269" fmla="*/ 2564385 w 4752801"/>
              <a:gd name="connsiteY27269" fmla="*/ 447318 h 2767298"/>
              <a:gd name="connsiteX27270" fmla="*/ 2565194 w 4752801"/>
              <a:gd name="connsiteY27270" fmla="*/ 448937 h 2767298"/>
              <a:gd name="connsiteX27271" fmla="*/ 2564385 w 4752801"/>
              <a:gd name="connsiteY27271" fmla="*/ 450556 h 2767298"/>
              <a:gd name="connsiteX27272" fmla="*/ 2562766 w 4752801"/>
              <a:gd name="connsiteY27272" fmla="*/ 450556 h 2767298"/>
              <a:gd name="connsiteX27273" fmla="*/ 2561956 w 4752801"/>
              <a:gd name="connsiteY27273" fmla="*/ 448937 h 2767298"/>
              <a:gd name="connsiteX27274" fmla="*/ 2441322 w 4752801"/>
              <a:gd name="connsiteY27274" fmla="*/ 447318 h 2767298"/>
              <a:gd name="connsiteX27275" fmla="*/ 2442941 w 4752801"/>
              <a:gd name="connsiteY27275" fmla="*/ 447318 h 2767298"/>
              <a:gd name="connsiteX27276" fmla="*/ 2443750 w 4752801"/>
              <a:gd name="connsiteY27276" fmla="*/ 448937 h 2767298"/>
              <a:gd name="connsiteX27277" fmla="*/ 2442941 w 4752801"/>
              <a:gd name="connsiteY27277" fmla="*/ 450556 h 2767298"/>
              <a:gd name="connsiteX27278" fmla="*/ 2441322 w 4752801"/>
              <a:gd name="connsiteY27278" fmla="*/ 450556 h 2767298"/>
              <a:gd name="connsiteX27279" fmla="*/ 2440512 w 4752801"/>
              <a:gd name="connsiteY27279" fmla="*/ 448937 h 2767298"/>
              <a:gd name="connsiteX27280" fmla="*/ 2400841 w 4752801"/>
              <a:gd name="connsiteY27280" fmla="*/ 447318 h 2767298"/>
              <a:gd name="connsiteX27281" fmla="*/ 2402460 w 4752801"/>
              <a:gd name="connsiteY27281" fmla="*/ 447318 h 2767298"/>
              <a:gd name="connsiteX27282" fmla="*/ 2403269 w 4752801"/>
              <a:gd name="connsiteY27282" fmla="*/ 448937 h 2767298"/>
              <a:gd name="connsiteX27283" fmla="*/ 2402460 w 4752801"/>
              <a:gd name="connsiteY27283" fmla="*/ 450556 h 2767298"/>
              <a:gd name="connsiteX27284" fmla="*/ 2400841 w 4752801"/>
              <a:gd name="connsiteY27284" fmla="*/ 450556 h 2767298"/>
              <a:gd name="connsiteX27285" fmla="*/ 2400031 w 4752801"/>
              <a:gd name="connsiteY27285" fmla="*/ 448937 h 2767298"/>
              <a:gd name="connsiteX27286" fmla="*/ 2359955 w 4752801"/>
              <a:gd name="connsiteY27286" fmla="*/ 447318 h 2767298"/>
              <a:gd name="connsiteX27287" fmla="*/ 2361979 w 4752801"/>
              <a:gd name="connsiteY27287" fmla="*/ 447318 h 2767298"/>
              <a:gd name="connsiteX27288" fmla="*/ 2362788 w 4752801"/>
              <a:gd name="connsiteY27288" fmla="*/ 448937 h 2767298"/>
              <a:gd name="connsiteX27289" fmla="*/ 2361979 w 4752801"/>
              <a:gd name="connsiteY27289" fmla="*/ 450556 h 2767298"/>
              <a:gd name="connsiteX27290" fmla="*/ 2359955 w 4752801"/>
              <a:gd name="connsiteY27290" fmla="*/ 450556 h 2767298"/>
              <a:gd name="connsiteX27291" fmla="*/ 2359145 w 4752801"/>
              <a:gd name="connsiteY27291" fmla="*/ 448937 h 2767298"/>
              <a:gd name="connsiteX27292" fmla="*/ 2319474 w 4752801"/>
              <a:gd name="connsiteY27292" fmla="*/ 447318 h 2767298"/>
              <a:gd name="connsiteX27293" fmla="*/ 2321498 w 4752801"/>
              <a:gd name="connsiteY27293" fmla="*/ 447318 h 2767298"/>
              <a:gd name="connsiteX27294" fmla="*/ 2322307 w 4752801"/>
              <a:gd name="connsiteY27294" fmla="*/ 448937 h 2767298"/>
              <a:gd name="connsiteX27295" fmla="*/ 2321498 w 4752801"/>
              <a:gd name="connsiteY27295" fmla="*/ 450556 h 2767298"/>
              <a:gd name="connsiteX27296" fmla="*/ 2319474 w 4752801"/>
              <a:gd name="connsiteY27296" fmla="*/ 450556 h 2767298"/>
              <a:gd name="connsiteX27297" fmla="*/ 2318664 w 4752801"/>
              <a:gd name="connsiteY27297" fmla="*/ 448937 h 2767298"/>
              <a:gd name="connsiteX27298" fmla="*/ 1550330 w 4752801"/>
              <a:gd name="connsiteY27298" fmla="*/ 447318 h 2767298"/>
              <a:gd name="connsiteX27299" fmla="*/ 1552354 w 4752801"/>
              <a:gd name="connsiteY27299" fmla="*/ 447318 h 2767298"/>
              <a:gd name="connsiteX27300" fmla="*/ 1553163 w 4752801"/>
              <a:gd name="connsiteY27300" fmla="*/ 448937 h 2767298"/>
              <a:gd name="connsiteX27301" fmla="*/ 1552354 w 4752801"/>
              <a:gd name="connsiteY27301" fmla="*/ 450556 h 2767298"/>
              <a:gd name="connsiteX27302" fmla="*/ 1550330 w 4752801"/>
              <a:gd name="connsiteY27302" fmla="*/ 450556 h 2767298"/>
              <a:gd name="connsiteX27303" fmla="*/ 1549520 w 4752801"/>
              <a:gd name="connsiteY27303" fmla="*/ 448937 h 2767298"/>
              <a:gd name="connsiteX27304" fmla="*/ 1509849 w 4752801"/>
              <a:gd name="connsiteY27304" fmla="*/ 447318 h 2767298"/>
              <a:gd name="connsiteX27305" fmla="*/ 1511873 w 4752801"/>
              <a:gd name="connsiteY27305" fmla="*/ 447318 h 2767298"/>
              <a:gd name="connsiteX27306" fmla="*/ 1512682 w 4752801"/>
              <a:gd name="connsiteY27306" fmla="*/ 448937 h 2767298"/>
              <a:gd name="connsiteX27307" fmla="*/ 1511873 w 4752801"/>
              <a:gd name="connsiteY27307" fmla="*/ 450556 h 2767298"/>
              <a:gd name="connsiteX27308" fmla="*/ 1509849 w 4752801"/>
              <a:gd name="connsiteY27308" fmla="*/ 450556 h 2767298"/>
              <a:gd name="connsiteX27309" fmla="*/ 1509039 w 4752801"/>
              <a:gd name="connsiteY27309" fmla="*/ 448937 h 2767298"/>
              <a:gd name="connsiteX27310" fmla="*/ 1469367 w 4752801"/>
              <a:gd name="connsiteY27310" fmla="*/ 447318 h 2767298"/>
              <a:gd name="connsiteX27311" fmla="*/ 1471391 w 4752801"/>
              <a:gd name="connsiteY27311" fmla="*/ 447318 h 2767298"/>
              <a:gd name="connsiteX27312" fmla="*/ 1472200 w 4752801"/>
              <a:gd name="connsiteY27312" fmla="*/ 448937 h 2767298"/>
              <a:gd name="connsiteX27313" fmla="*/ 1471391 w 4752801"/>
              <a:gd name="connsiteY27313" fmla="*/ 450556 h 2767298"/>
              <a:gd name="connsiteX27314" fmla="*/ 1469367 w 4752801"/>
              <a:gd name="connsiteY27314" fmla="*/ 450556 h 2767298"/>
              <a:gd name="connsiteX27315" fmla="*/ 1468557 w 4752801"/>
              <a:gd name="connsiteY27315" fmla="*/ 448937 h 2767298"/>
              <a:gd name="connsiteX27316" fmla="*/ 1428886 w 4752801"/>
              <a:gd name="connsiteY27316" fmla="*/ 447318 h 2767298"/>
              <a:gd name="connsiteX27317" fmla="*/ 1430910 w 4752801"/>
              <a:gd name="connsiteY27317" fmla="*/ 447318 h 2767298"/>
              <a:gd name="connsiteX27318" fmla="*/ 1431719 w 4752801"/>
              <a:gd name="connsiteY27318" fmla="*/ 448937 h 2767298"/>
              <a:gd name="connsiteX27319" fmla="*/ 1430910 w 4752801"/>
              <a:gd name="connsiteY27319" fmla="*/ 450556 h 2767298"/>
              <a:gd name="connsiteX27320" fmla="*/ 1428886 w 4752801"/>
              <a:gd name="connsiteY27320" fmla="*/ 450556 h 2767298"/>
              <a:gd name="connsiteX27321" fmla="*/ 1428076 w 4752801"/>
              <a:gd name="connsiteY27321" fmla="*/ 448937 h 2767298"/>
              <a:gd name="connsiteX27322" fmla="*/ 1388810 w 4752801"/>
              <a:gd name="connsiteY27322" fmla="*/ 447318 h 2767298"/>
              <a:gd name="connsiteX27323" fmla="*/ 1390429 w 4752801"/>
              <a:gd name="connsiteY27323" fmla="*/ 447318 h 2767298"/>
              <a:gd name="connsiteX27324" fmla="*/ 1391238 w 4752801"/>
              <a:gd name="connsiteY27324" fmla="*/ 448937 h 2767298"/>
              <a:gd name="connsiteX27325" fmla="*/ 1390429 w 4752801"/>
              <a:gd name="connsiteY27325" fmla="*/ 450556 h 2767298"/>
              <a:gd name="connsiteX27326" fmla="*/ 1388810 w 4752801"/>
              <a:gd name="connsiteY27326" fmla="*/ 450556 h 2767298"/>
              <a:gd name="connsiteX27327" fmla="*/ 1388000 w 4752801"/>
              <a:gd name="connsiteY27327" fmla="*/ 448937 h 2767298"/>
              <a:gd name="connsiteX27328" fmla="*/ 1348328 w 4752801"/>
              <a:gd name="connsiteY27328" fmla="*/ 447318 h 2767298"/>
              <a:gd name="connsiteX27329" fmla="*/ 1349947 w 4752801"/>
              <a:gd name="connsiteY27329" fmla="*/ 447318 h 2767298"/>
              <a:gd name="connsiteX27330" fmla="*/ 1350756 w 4752801"/>
              <a:gd name="connsiteY27330" fmla="*/ 448937 h 2767298"/>
              <a:gd name="connsiteX27331" fmla="*/ 1349947 w 4752801"/>
              <a:gd name="connsiteY27331" fmla="*/ 450556 h 2767298"/>
              <a:gd name="connsiteX27332" fmla="*/ 1348328 w 4752801"/>
              <a:gd name="connsiteY27332" fmla="*/ 450556 h 2767298"/>
              <a:gd name="connsiteX27333" fmla="*/ 1347518 w 4752801"/>
              <a:gd name="connsiteY27333" fmla="*/ 448937 h 2767298"/>
              <a:gd name="connsiteX27334" fmla="*/ 3898242 w 4752801"/>
              <a:gd name="connsiteY27334" fmla="*/ 446913 h 2767298"/>
              <a:gd name="connsiteX27335" fmla="*/ 3900671 w 4752801"/>
              <a:gd name="connsiteY27335" fmla="*/ 446913 h 2767298"/>
              <a:gd name="connsiteX27336" fmla="*/ 3901886 w 4752801"/>
              <a:gd name="connsiteY27336" fmla="*/ 448937 h 2767298"/>
              <a:gd name="connsiteX27337" fmla="*/ 3900671 w 4752801"/>
              <a:gd name="connsiteY27337" fmla="*/ 450961 h 2767298"/>
              <a:gd name="connsiteX27338" fmla="*/ 3898242 w 4752801"/>
              <a:gd name="connsiteY27338" fmla="*/ 450961 h 2767298"/>
              <a:gd name="connsiteX27339" fmla="*/ 3897028 w 4752801"/>
              <a:gd name="connsiteY27339" fmla="*/ 448937 h 2767298"/>
              <a:gd name="connsiteX27340" fmla="*/ 3007654 w 4752801"/>
              <a:gd name="connsiteY27340" fmla="*/ 446913 h 2767298"/>
              <a:gd name="connsiteX27341" fmla="*/ 3010083 w 4752801"/>
              <a:gd name="connsiteY27341" fmla="*/ 446913 h 2767298"/>
              <a:gd name="connsiteX27342" fmla="*/ 3011298 w 4752801"/>
              <a:gd name="connsiteY27342" fmla="*/ 448937 h 2767298"/>
              <a:gd name="connsiteX27343" fmla="*/ 3010083 w 4752801"/>
              <a:gd name="connsiteY27343" fmla="*/ 450961 h 2767298"/>
              <a:gd name="connsiteX27344" fmla="*/ 3007654 w 4752801"/>
              <a:gd name="connsiteY27344" fmla="*/ 450961 h 2767298"/>
              <a:gd name="connsiteX27345" fmla="*/ 3006440 w 4752801"/>
              <a:gd name="connsiteY27345" fmla="*/ 448937 h 2767298"/>
              <a:gd name="connsiteX27346" fmla="*/ 2846134 w 4752801"/>
              <a:gd name="connsiteY27346" fmla="*/ 446913 h 2767298"/>
              <a:gd name="connsiteX27347" fmla="*/ 2848158 w 4752801"/>
              <a:gd name="connsiteY27347" fmla="*/ 446913 h 2767298"/>
              <a:gd name="connsiteX27348" fmla="*/ 2849373 w 4752801"/>
              <a:gd name="connsiteY27348" fmla="*/ 448937 h 2767298"/>
              <a:gd name="connsiteX27349" fmla="*/ 2848158 w 4752801"/>
              <a:gd name="connsiteY27349" fmla="*/ 450961 h 2767298"/>
              <a:gd name="connsiteX27350" fmla="*/ 2846134 w 4752801"/>
              <a:gd name="connsiteY27350" fmla="*/ 450961 h 2767298"/>
              <a:gd name="connsiteX27351" fmla="*/ 2844920 w 4752801"/>
              <a:gd name="connsiteY27351" fmla="*/ 448937 h 2767298"/>
              <a:gd name="connsiteX27352" fmla="*/ 2765171 w 4752801"/>
              <a:gd name="connsiteY27352" fmla="*/ 446913 h 2767298"/>
              <a:gd name="connsiteX27353" fmla="*/ 2767195 w 4752801"/>
              <a:gd name="connsiteY27353" fmla="*/ 446913 h 2767298"/>
              <a:gd name="connsiteX27354" fmla="*/ 2768410 w 4752801"/>
              <a:gd name="connsiteY27354" fmla="*/ 448937 h 2767298"/>
              <a:gd name="connsiteX27355" fmla="*/ 2767195 w 4752801"/>
              <a:gd name="connsiteY27355" fmla="*/ 450961 h 2767298"/>
              <a:gd name="connsiteX27356" fmla="*/ 2765171 w 4752801"/>
              <a:gd name="connsiteY27356" fmla="*/ 450961 h 2767298"/>
              <a:gd name="connsiteX27357" fmla="*/ 2763957 w 4752801"/>
              <a:gd name="connsiteY27357" fmla="*/ 448937 h 2767298"/>
              <a:gd name="connsiteX27358" fmla="*/ 2724285 w 4752801"/>
              <a:gd name="connsiteY27358" fmla="*/ 446913 h 2767298"/>
              <a:gd name="connsiteX27359" fmla="*/ 2726714 w 4752801"/>
              <a:gd name="connsiteY27359" fmla="*/ 446913 h 2767298"/>
              <a:gd name="connsiteX27360" fmla="*/ 2727929 w 4752801"/>
              <a:gd name="connsiteY27360" fmla="*/ 448937 h 2767298"/>
              <a:gd name="connsiteX27361" fmla="*/ 2726714 w 4752801"/>
              <a:gd name="connsiteY27361" fmla="*/ 450961 h 2767298"/>
              <a:gd name="connsiteX27362" fmla="*/ 2724285 w 4752801"/>
              <a:gd name="connsiteY27362" fmla="*/ 450961 h 2767298"/>
              <a:gd name="connsiteX27363" fmla="*/ 2723071 w 4752801"/>
              <a:gd name="connsiteY27363" fmla="*/ 448937 h 2767298"/>
              <a:gd name="connsiteX27364" fmla="*/ 2278992 w 4752801"/>
              <a:gd name="connsiteY27364" fmla="*/ 446913 h 2767298"/>
              <a:gd name="connsiteX27365" fmla="*/ 2281420 w 4752801"/>
              <a:gd name="connsiteY27365" fmla="*/ 446913 h 2767298"/>
              <a:gd name="connsiteX27366" fmla="*/ 2282635 w 4752801"/>
              <a:gd name="connsiteY27366" fmla="*/ 448937 h 2767298"/>
              <a:gd name="connsiteX27367" fmla="*/ 2281420 w 4752801"/>
              <a:gd name="connsiteY27367" fmla="*/ 450961 h 2767298"/>
              <a:gd name="connsiteX27368" fmla="*/ 2278992 w 4752801"/>
              <a:gd name="connsiteY27368" fmla="*/ 450961 h 2767298"/>
              <a:gd name="connsiteX27369" fmla="*/ 2277777 w 4752801"/>
              <a:gd name="connsiteY27369" fmla="*/ 448937 h 2767298"/>
              <a:gd name="connsiteX27370" fmla="*/ 1307846 w 4752801"/>
              <a:gd name="connsiteY27370" fmla="*/ 446913 h 2767298"/>
              <a:gd name="connsiteX27371" fmla="*/ 1309870 w 4752801"/>
              <a:gd name="connsiteY27371" fmla="*/ 446913 h 2767298"/>
              <a:gd name="connsiteX27372" fmla="*/ 1311085 w 4752801"/>
              <a:gd name="connsiteY27372" fmla="*/ 448937 h 2767298"/>
              <a:gd name="connsiteX27373" fmla="*/ 1309870 w 4752801"/>
              <a:gd name="connsiteY27373" fmla="*/ 450961 h 2767298"/>
              <a:gd name="connsiteX27374" fmla="*/ 1307846 w 4752801"/>
              <a:gd name="connsiteY27374" fmla="*/ 450961 h 2767298"/>
              <a:gd name="connsiteX27375" fmla="*/ 1306632 w 4752801"/>
              <a:gd name="connsiteY27375" fmla="*/ 448937 h 2767298"/>
              <a:gd name="connsiteX27376" fmla="*/ 3979204 w 4752801"/>
              <a:gd name="connsiteY27376" fmla="*/ 446508 h 2767298"/>
              <a:gd name="connsiteX27377" fmla="*/ 3982038 w 4752801"/>
              <a:gd name="connsiteY27377" fmla="*/ 446508 h 2767298"/>
              <a:gd name="connsiteX27378" fmla="*/ 3983657 w 4752801"/>
              <a:gd name="connsiteY27378" fmla="*/ 448937 h 2767298"/>
              <a:gd name="connsiteX27379" fmla="*/ 3982038 w 4752801"/>
              <a:gd name="connsiteY27379" fmla="*/ 451366 h 2767298"/>
              <a:gd name="connsiteX27380" fmla="*/ 3979204 w 4752801"/>
              <a:gd name="connsiteY27380" fmla="*/ 451366 h 2767298"/>
              <a:gd name="connsiteX27381" fmla="*/ 3977585 w 4752801"/>
              <a:gd name="connsiteY27381" fmla="*/ 448937 h 2767298"/>
              <a:gd name="connsiteX27382" fmla="*/ 3938319 w 4752801"/>
              <a:gd name="connsiteY27382" fmla="*/ 446508 h 2767298"/>
              <a:gd name="connsiteX27383" fmla="*/ 3941152 w 4752801"/>
              <a:gd name="connsiteY27383" fmla="*/ 446508 h 2767298"/>
              <a:gd name="connsiteX27384" fmla="*/ 3942367 w 4752801"/>
              <a:gd name="connsiteY27384" fmla="*/ 448937 h 2767298"/>
              <a:gd name="connsiteX27385" fmla="*/ 3941152 w 4752801"/>
              <a:gd name="connsiteY27385" fmla="*/ 451366 h 2767298"/>
              <a:gd name="connsiteX27386" fmla="*/ 3938319 w 4752801"/>
              <a:gd name="connsiteY27386" fmla="*/ 451366 h 2767298"/>
              <a:gd name="connsiteX27387" fmla="*/ 3937104 w 4752801"/>
              <a:gd name="connsiteY27387" fmla="*/ 448937 h 2767298"/>
              <a:gd name="connsiteX27388" fmla="*/ 3857356 w 4752801"/>
              <a:gd name="connsiteY27388" fmla="*/ 446508 h 2767298"/>
              <a:gd name="connsiteX27389" fmla="*/ 3860189 w 4752801"/>
              <a:gd name="connsiteY27389" fmla="*/ 446508 h 2767298"/>
              <a:gd name="connsiteX27390" fmla="*/ 3861404 w 4752801"/>
              <a:gd name="connsiteY27390" fmla="*/ 448937 h 2767298"/>
              <a:gd name="connsiteX27391" fmla="*/ 3860189 w 4752801"/>
              <a:gd name="connsiteY27391" fmla="*/ 451366 h 2767298"/>
              <a:gd name="connsiteX27392" fmla="*/ 3857356 w 4752801"/>
              <a:gd name="connsiteY27392" fmla="*/ 451366 h 2767298"/>
              <a:gd name="connsiteX27393" fmla="*/ 3856141 w 4752801"/>
              <a:gd name="connsiteY27393" fmla="*/ 448937 h 2767298"/>
              <a:gd name="connsiteX27394" fmla="*/ 4019280 w 4752801"/>
              <a:gd name="connsiteY27394" fmla="*/ 446103 h 2767298"/>
              <a:gd name="connsiteX27395" fmla="*/ 4022519 w 4752801"/>
              <a:gd name="connsiteY27395" fmla="*/ 446103 h 2767298"/>
              <a:gd name="connsiteX27396" fmla="*/ 4024138 w 4752801"/>
              <a:gd name="connsiteY27396" fmla="*/ 448937 h 2767298"/>
              <a:gd name="connsiteX27397" fmla="*/ 4022519 w 4752801"/>
              <a:gd name="connsiteY27397" fmla="*/ 451770 h 2767298"/>
              <a:gd name="connsiteX27398" fmla="*/ 4019280 w 4752801"/>
              <a:gd name="connsiteY27398" fmla="*/ 451770 h 2767298"/>
              <a:gd name="connsiteX27399" fmla="*/ 4017661 w 4752801"/>
              <a:gd name="connsiteY27399" fmla="*/ 448937 h 2767298"/>
              <a:gd name="connsiteX27400" fmla="*/ 3816874 w 4752801"/>
              <a:gd name="connsiteY27400" fmla="*/ 446103 h 2767298"/>
              <a:gd name="connsiteX27401" fmla="*/ 3820113 w 4752801"/>
              <a:gd name="connsiteY27401" fmla="*/ 446103 h 2767298"/>
              <a:gd name="connsiteX27402" fmla="*/ 3821732 w 4752801"/>
              <a:gd name="connsiteY27402" fmla="*/ 448937 h 2767298"/>
              <a:gd name="connsiteX27403" fmla="*/ 3820113 w 4752801"/>
              <a:gd name="connsiteY27403" fmla="*/ 451770 h 2767298"/>
              <a:gd name="connsiteX27404" fmla="*/ 3816874 w 4752801"/>
              <a:gd name="connsiteY27404" fmla="*/ 451770 h 2767298"/>
              <a:gd name="connsiteX27405" fmla="*/ 3815255 w 4752801"/>
              <a:gd name="connsiteY27405" fmla="*/ 448937 h 2767298"/>
              <a:gd name="connsiteX27406" fmla="*/ 3047730 w 4752801"/>
              <a:gd name="connsiteY27406" fmla="*/ 446103 h 2767298"/>
              <a:gd name="connsiteX27407" fmla="*/ 3050969 w 4752801"/>
              <a:gd name="connsiteY27407" fmla="*/ 446103 h 2767298"/>
              <a:gd name="connsiteX27408" fmla="*/ 3052588 w 4752801"/>
              <a:gd name="connsiteY27408" fmla="*/ 448937 h 2767298"/>
              <a:gd name="connsiteX27409" fmla="*/ 3050969 w 4752801"/>
              <a:gd name="connsiteY27409" fmla="*/ 451770 h 2767298"/>
              <a:gd name="connsiteX27410" fmla="*/ 3047730 w 4752801"/>
              <a:gd name="connsiteY27410" fmla="*/ 451770 h 2767298"/>
              <a:gd name="connsiteX27411" fmla="*/ 3046111 w 4752801"/>
              <a:gd name="connsiteY27411" fmla="*/ 448937 h 2767298"/>
              <a:gd name="connsiteX27412" fmla="*/ 3776393 w 4752801"/>
              <a:gd name="connsiteY27412" fmla="*/ 445294 h 2767298"/>
              <a:gd name="connsiteX27413" fmla="*/ 3779632 w 4752801"/>
              <a:gd name="connsiteY27413" fmla="*/ 445294 h 2767298"/>
              <a:gd name="connsiteX27414" fmla="*/ 3780846 w 4752801"/>
              <a:gd name="connsiteY27414" fmla="*/ 445699 h 2767298"/>
              <a:gd name="connsiteX27415" fmla="*/ 3782466 w 4752801"/>
              <a:gd name="connsiteY27415" fmla="*/ 448532 h 2767298"/>
              <a:gd name="connsiteX27416" fmla="*/ 3782466 w 4752801"/>
              <a:gd name="connsiteY27416" fmla="*/ 449747 h 2767298"/>
              <a:gd name="connsiteX27417" fmla="*/ 3780846 w 4752801"/>
              <a:gd name="connsiteY27417" fmla="*/ 452581 h 2767298"/>
              <a:gd name="connsiteX27418" fmla="*/ 3779632 w 4752801"/>
              <a:gd name="connsiteY27418" fmla="*/ 452985 h 2767298"/>
              <a:gd name="connsiteX27419" fmla="*/ 3776393 w 4752801"/>
              <a:gd name="connsiteY27419" fmla="*/ 452985 h 2767298"/>
              <a:gd name="connsiteX27420" fmla="*/ 3775179 w 4752801"/>
              <a:gd name="connsiteY27420" fmla="*/ 452581 h 2767298"/>
              <a:gd name="connsiteX27421" fmla="*/ 3773560 w 4752801"/>
              <a:gd name="connsiteY27421" fmla="*/ 449747 h 2767298"/>
              <a:gd name="connsiteX27422" fmla="*/ 3773560 w 4752801"/>
              <a:gd name="connsiteY27422" fmla="*/ 448532 h 2767298"/>
              <a:gd name="connsiteX27423" fmla="*/ 3775179 w 4752801"/>
              <a:gd name="connsiteY27423" fmla="*/ 445699 h 2767298"/>
              <a:gd name="connsiteX27424" fmla="*/ 3776393 w 4752801"/>
              <a:gd name="connsiteY27424" fmla="*/ 445294 h 2767298"/>
              <a:gd name="connsiteX27425" fmla="*/ 3735912 w 4752801"/>
              <a:gd name="connsiteY27425" fmla="*/ 445294 h 2767298"/>
              <a:gd name="connsiteX27426" fmla="*/ 3739151 w 4752801"/>
              <a:gd name="connsiteY27426" fmla="*/ 445294 h 2767298"/>
              <a:gd name="connsiteX27427" fmla="*/ 3740365 w 4752801"/>
              <a:gd name="connsiteY27427" fmla="*/ 445699 h 2767298"/>
              <a:gd name="connsiteX27428" fmla="*/ 3741985 w 4752801"/>
              <a:gd name="connsiteY27428" fmla="*/ 448532 h 2767298"/>
              <a:gd name="connsiteX27429" fmla="*/ 3741985 w 4752801"/>
              <a:gd name="connsiteY27429" fmla="*/ 449747 h 2767298"/>
              <a:gd name="connsiteX27430" fmla="*/ 3740365 w 4752801"/>
              <a:gd name="connsiteY27430" fmla="*/ 452581 h 2767298"/>
              <a:gd name="connsiteX27431" fmla="*/ 3739151 w 4752801"/>
              <a:gd name="connsiteY27431" fmla="*/ 452985 h 2767298"/>
              <a:gd name="connsiteX27432" fmla="*/ 3735912 w 4752801"/>
              <a:gd name="connsiteY27432" fmla="*/ 452985 h 2767298"/>
              <a:gd name="connsiteX27433" fmla="*/ 3734698 w 4752801"/>
              <a:gd name="connsiteY27433" fmla="*/ 452581 h 2767298"/>
              <a:gd name="connsiteX27434" fmla="*/ 3733079 w 4752801"/>
              <a:gd name="connsiteY27434" fmla="*/ 449747 h 2767298"/>
              <a:gd name="connsiteX27435" fmla="*/ 3733079 w 4752801"/>
              <a:gd name="connsiteY27435" fmla="*/ 448532 h 2767298"/>
              <a:gd name="connsiteX27436" fmla="*/ 3734698 w 4752801"/>
              <a:gd name="connsiteY27436" fmla="*/ 445699 h 2767298"/>
              <a:gd name="connsiteX27437" fmla="*/ 3735912 w 4752801"/>
              <a:gd name="connsiteY27437" fmla="*/ 445294 h 2767298"/>
              <a:gd name="connsiteX27438" fmla="*/ 3695027 w 4752801"/>
              <a:gd name="connsiteY27438" fmla="*/ 445294 h 2767298"/>
              <a:gd name="connsiteX27439" fmla="*/ 3698670 w 4752801"/>
              <a:gd name="connsiteY27439" fmla="*/ 445294 h 2767298"/>
              <a:gd name="connsiteX27440" fmla="*/ 3699884 w 4752801"/>
              <a:gd name="connsiteY27440" fmla="*/ 445699 h 2767298"/>
              <a:gd name="connsiteX27441" fmla="*/ 3701503 w 4752801"/>
              <a:gd name="connsiteY27441" fmla="*/ 448532 h 2767298"/>
              <a:gd name="connsiteX27442" fmla="*/ 3701503 w 4752801"/>
              <a:gd name="connsiteY27442" fmla="*/ 449747 h 2767298"/>
              <a:gd name="connsiteX27443" fmla="*/ 3699884 w 4752801"/>
              <a:gd name="connsiteY27443" fmla="*/ 452581 h 2767298"/>
              <a:gd name="connsiteX27444" fmla="*/ 3698670 w 4752801"/>
              <a:gd name="connsiteY27444" fmla="*/ 452985 h 2767298"/>
              <a:gd name="connsiteX27445" fmla="*/ 3695027 w 4752801"/>
              <a:gd name="connsiteY27445" fmla="*/ 452985 h 2767298"/>
              <a:gd name="connsiteX27446" fmla="*/ 3693812 w 4752801"/>
              <a:gd name="connsiteY27446" fmla="*/ 452581 h 2767298"/>
              <a:gd name="connsiteX27447" fmla="*/ 3692193 w 4752801"/>
              <a:gd name="connsiteY27447" fmla="*/ 449747 h 2767298"/>
              <a:gd name="connsiteX27448" fmla="*/ 3692193 w 4752801"/>
              <a:gd name="connsiteY27448" fmla="*/ 448532 h 2767298"/>
              <a:gd name="connsiteX27449" fmla="*/ 3693812 w 4752801"/>
              <a:gd name="connsiteY27449" fmla="*/ 445699 h 2767298"/>
              <a:gd name="connsiteX27450" fmla="*/ 3695027 w 4752801"/>
              <a:gd name="connsiteY27450" fmla="*/ 445294 h 2767298"/>
              <a:gd name="connsiteX27451" fmla="*/ 2480588 w 4752801"/>
              <a:gd name="connsiteY27451" fmla="*/ 445294 h 2767298"/>
              <a:gd name="connsiteX27452" fmla="*/ 2484636 w 4752801"/>
              <a:gd name="connsiteY27452" fmla="*/ 445294 h 2767298"/>
              <a:gd name="connsiteX27453" fmla="*/ 2486660 w 4752801"/>
              <a:gd name="connsiteY27453" fmla="*/ 448937 h 2767298"/>
              <a:gd name="connsiteX27454" fmla="*/ 2484636 w 4752801"/>
              <a:gd name="connsiteY27454" fmla="*/ 452581 h 2767298"/>
              <a:gd name="connsiteX27455" fmla="*/ 2480588 w 4752801"/>
              <a:gd name="connsiteY27455" fmla="*/ 452581 h 2767298"/>
              <a:gd name="connsiteX27456" fmla="*/ 2478564 w 4752801"/>
              <a:gd name="connsiteY27456" fmla="*/ 448937 h 2767298"/>
              <a:gd name="connsiteX27457" fmla="*/ 1913446 w 4752801"/>
              <a:gd name="connsiteY27457" fmla="*/ 444889 h 2767298"/>
              <a:gd name="connsiteX27458" fmla="*/ 1917494 w 4752801"/>
              <a:gd name="connsiteY27458" fmla="*/ 444889 h 2767298"/>
              <a:gd name="connsiteX27459" fmla="*/ 1918709 w 4752801"/>
              <a:gd name="connsiteY27459" fmla="*/ 445294 h 2767298"/>
              <a:gd name="connsiteX27460" fmla="*/ 1920733 w 4752801"/>
              <a:gd name="connsiteY27460" fmla="*/ 448532 h 2767298"/>
              <a:gd name="connsiteX27461" fmla="*/ 1920733 w 4752801"/>
              <a:gd name="connsiteY27461" fmla="*/ 449747 h 2767298"/>
              <a:gd name="connsiteX27462" fmla="*/ 1918709 w 4752801"/>
              <a:gd name="connsiteY27462" fmla="*/ 452985 h 2767298"/>
              <a:gd name="connsiteX27463" fmla="*/ 1917494 w 4752801"/>
              <a:gd name="connsiteY27463" fmla="*/ 453795 h 2767298"/>
              <a:gd name="connsiteX27464" fmla="*/ 1913446 w 4752801"/>
              <a:gd name="connsiteY27464" fmla="*/ 453795 h 2767298"/>
              <a:gd name="connsiteX27465" fmla="*/ 1912232 w 4752801"/>
              <a:gd name="connsiteY27465" fmla="*/ 452985 h 2767298"/>
              <a:gd name="connsiteX27466" fmla="*/ 1910208 w 4752801"/>
              <a:gd name="connsiteY27466" fmla="*/ 449747 h 2767298"/>
              <a:gd name="connsiteX27467" fmla="*/ 1910208 w 4752801"/>
              <a:gd name="connsiteY27467" fmla="*/ 448532 h 2767298"/>
              <a:gd name="connsiteX27468" fmla="*/ 1912232 w 4752801"/>
              <a:gd name="connsiteY27468" fmla="*/ 445294 h 2767298"/>
              <a:gd name="connsiteX27469" fmla="*/ 1913446 w 4752801"/>
              <a:gd name="connsiteY27469" fmla="*/ 444889 h 2767298"/>
              <a:gd name="connsiteX27470" fmla="*/ 2034890 w 4752801"/>
              <a:gd name="connsiteY27470" fmla="*/ 444484 h 2767298"/>
              <a:gd name="connsiteX27471" fmla="*/ 2038938 w 4752801"/>
              <a:gd name="connsiteY27471" fmla="*/ 444484 h 2767298"/>
              <a:gd name="connsiteX27472" fmla="*/ 2040153 w 4752801"/>
              <a:gd name="connsiteY27472" fmla="*/ 445294 h 2767298"/>
              <a:gd name="connsiteX27473" fmla="*/ 2042177 w 4752801"/>
              <a:gd name="connsiteY27473" fmla="*/ 448532 h 2767298"/>
              <a:gd name="connsiteX27474" fmla="*/ 2042177 w 4752801"/>
              <a:gd name="connsiteY27474" fmla="*/ 449747 h 2767298"/>
              <a:gd name="connsiteX27475" fmla="*/ 2040153 w 4752801"/>
              <a:gd name="connsiteY27475" fmla="*/ 452985 h 2767298"/>
              <a:gd name="connsiteX27476" fmla="*/ 2038938 w 4752801"/>
              <a:gd name="connsiteY27476" fmla="*/ 453390 h 2767298"/>
              <a:gd name="connsiteX27477" fmla="*/ 2034890 w 4752801"/>
              <a:gd name="connsiteY27477" fmla="*/ 453390 h 2767298"/>
              <a:gd name="connsiteX27478" fmla="*/ 2033676 w 4752801"/>
              <a:gd name="connsiteY27478" fmla="*/ 452985 h 2767298"/>
              <a:gd name="connsiteX27479" fmla="*/ 2031652 w 4752801"/>
              <a:gd name="connsiteY27479" fmla="*/ 449747 h 2767298"/>
              <a:gd name="connsiteX27480" fmla="*/ 2031652 w 4752801"/>
              <a:gd name="connsiteY27480" fmla="*/ 448532 h 2767298"/>
              <a:gd name="connsiteX27481" fmla="*/ 2033676 w 4752801"/>
              <a:gd name="connsiteY27481" fmla="*/ 445294 h 2767298"/>
              <a:gd name="connsiteX27482" fmla="*/ 2034890 w 4752801"/>
              <a:gd name="connsiteY27482" fmla="*/ 444484 h 2767298"/>
              <a:gd name="connsiteX27483" fmla="*/ 1994409 w 4752801"/>
              <a:gd name="connsiteY27483" fmla="*/ 444484 h 2767298"/>
              <a:gd name="connsiteX27484" fmla="*/ 1998862 w 4752801"/>
              <a:gd name="connsiteY27484" fmla="*/ 444484 h 2767298"/>
              <a:gd name="connsiteX27485" fmla="*/ 2000076 w 4752801"/>
              <a:gd name="connsiteY27485" fmla="*/ 444889 h 2767298"/>
              <a:gd name="connsiteX27486" fmla="*/ 2002101 w 4752801"/>
              <a:gd name="connsiteY27486" fmla="*/ 448532 h 2767298"/>
              <a:gd name="connsiteX27487" fmla="*/ 2002101 w 4752801"/>
              <a:gd name="connsiteY27487" fmla="*/ 449747 h 2767298"/>
              <a:gd name="connsiteX27488" fmla="*/ 2000076 w 4752801"/>
              <a:gd name="connsiteY27488" fmla="*/ 453390 h 2767298"/>
              <a:gd name="connsiteX27489" fmla="*/ 1998862 w 4752801"/>
              <a:gd name="connsiteY27489" fmla="*/ 453795 h 2767298"/>
              <a:gd name="connsiteX27490" fmla="*/ 1994409 w 4752801"/>
              <a:gd name="connsiteY27490" fmla="*/ 453795 h 2767298"/>
              <a:gd name="connsiteX27491" fmla="*/ 1993195 w 4752801"/>
              <a:gd name="connsiteY27491" fmla="*/ 453390 h 2767298"/>
              <a:gd name="connsiteX27492" fmla="*/ 1991171 w 4752801"/>
              <a:gd name="connsiteY27492" fmla="*/ 449747 h 2767298"/>
              <a:gd name="connsiteX27493" fmla="*/ 1991171 w 4752801"/>
              <a:gd name="connsiteY27493" fmla="*/ 448532 h 2767298"/>
              <a:gd name="connsiteX27494" fmla="*/ 1993195 w 4752801"/>
              <a:gd name="connsiteY27494" fmla="*/ 444889 h 2767298"/>
              <a:gd name="connsiteX27495" fmla="*/ 1994409 w 4752801"/>
              <a:gd name="connsiteY27495" fmla="*/ 444484 h 2767298"/>
              <a:gd name="connsiteX27496" fmla="*/ 1751926 w 4752801"/>
              <a:gd name="connsiteY27496" fmla="*/ 444484 h 2767298"/>
              <a:gd name="connsiteX27497" fmla="*/ 1755569 w 4752801"/>
              <a:gd name="connsiteY27497" fmla="*/ 444484 h 2767298"/>
              <a:gd name="connsiteX27498" fmla="*/ 1756784 w 4752801"/>
              <a:gd name="connsiteY27498" fmla="*/ 444889 h 2767298"/>
              <a:gd name="connsiteX27499" fmla="*/ 1758808 w 4752801"/>
              <a:gd name="connsiteY27499" fmla="*/ 448127 h 2767298"/>
              <a:gd name="connsiteX27500" fmla="*/ 1758808 w 4752801"/>
              <a:gd name="connsiteY27500" fmla="*/ 449342 h 2767298"/>
              <a:gd name="connsiteX27501" fmla="*/ 1756784 w 4752801"/>
              <a:gd name="connsiteY27501" fmla="*/ 452580 h 2767298"/>
              <a:gd name="connsiteX27502" fmla="*/ 1755569 w 4752801"/>
              <a:gd name="connsiteY27502" fmla="*/ 452985 h 2767298"/>
              <a:gd name="connsiteX27503" fmla="*/ 1751926 w 4752801"/>
              <a:gd name="connsiteY27503" fmla="*/ 452985 h 2767298"/>
              <a:gd name="connsiteX27504" fmla="*/ 1750712 w 4752801"/>
              <a:gd name="connsiteY27504" fmla="*/ 452580 h 2767298"/>
              <a:gd name="connsiteX27505" fmla="*/ 1748688 w 4752801"/>
              <a:gd name="connsiteY27505" fmla="*/ 449342 h 2767298"/>
              <a:gd name="connsiteX27506" fmla="*/ 1748688 w 4752801"/>
              <a:gd name="connsiteY27506" fmla="*/ 448127 h 2767298"/>
              <a:gd name="connsiteX27507" fmla="*/ 1750712 w 4752801"/>
              <a:gd name="connsiteY27507" fmla="*/ 444889 h 2767298"/>
              <a:gd name="connsiteX27508" fmla="*/ 1751926 w 4752801"/>
              <a:gd name="connsiteY27508" fmla="*/ 444484 h 2767298"/>
              <a:gd name="connsiteX27509" fmla="*/ 3654545 w 4752801"/>
              <a:gd name="connsiteY27509" fmla="*/ 444079 h 2767298"/>
              <a:gd name="connsiteX27510" fmla="*/ 3658593 w 4752801"/>
              <a:gd name="connsiteY27510" fmla="*/ 444079 h 2767298"/>
              <a:gd name="connsiteX27511" fmla="*/ 3659807 w 4752801"/>
              <a:gd name="connsiteY27511" fmla="*/ 444889 h 2767298"/>
              <a:gd name="connsiteX27512" fmla="*/ 3661832 w 4752801"/>
              <a:gd name="connsiteY27512" fmla="*/ 448532 h 2767298"/>
              <a:gd name="connsiteX27513" fmla="*/ 3661832 w 4752801"/>
              <a:gd name="connsiteY27513" fmla="*/ 449746 h 2767298"/>
              <a:gd name="connsiteX27514" fmla="*/ 3659807 w 4752801"/>
              <a:gd name="connsiteY27514" fmla="*/ 453390 h 2767298"/>
              <a:gd name="connsiteX27515" fmla="*/ 3658593 w 4752801"/>
              <a:gd name="connsiteY27515" fmla="*/ 453794 h 2767298"/>
              <a:gd name="connsiteX27516" fmla="*/ 3654545 w 4752801"/>
              <a:gd name="connsiteY27516" fmla="*/ 453794 h 2767298"/>
              <a:gd name="connsiteX27517" fmla="*/ 3653331 w 4752801"/>
              <a:gd name="connsiteY27517" fmla="*/ 453390 h 2767298"/>
              <a:gd name="connsiteX27518" fmla="*/ 3651307 w 4752801"/>
              <a:gd name="connsiteY27518" fmla="*/ 449746 h 2767298"/>
              <a:gd name="connsiteX27519" fmla="*/ 3651307 w 4752801"/>
              <a:gd name="connsiteY27519" fmla="*/ 448532 h 2767298"/>
              <a:gd name="connsiteX27520" fmla="*/ 3653331 w 4752801"/>
              <a:gd name="connsiteY27520" fmla="*/ 444889 h 2767298"/>
              <a:gd name="connsiteX27521" fmla="*/ 3654545 w 4752801"/>
              <a:gd name="connsiteY27521" fmla="*/ 444079 h 2767298"/>
              <a:gd name="connsiteX27522" fmla="*/ 1954332 w 4752801"/>
              <a:gd name="connsiteY27522" fmla="*/ 444079 h 2767298"/>
              <a:gd name="connsiteX27523" fmla="*/ 1958380 w 4752801"/>
              <a:gd name="connsiteY27523" fmla="*/ 444079 h 2767298"/>
              <a:gd name="connsiteX27524" fmla="*/ 1959595 w 4752801"/>
              <a:gd name="connsiteY27524" fmla="*/ 444889 h 2767298"/>
              <a:gd name="connsiteX27525" fmla="*/ 1961619 w 4752801"/>
              <a:gd name="connsiteY27525" fmla="*/ 448532 h 2767298"/>
              <a:gd name="connsiteX27526" fmla="*/ 1961619 w 4752801"/>
              <a:gd name="connsiteY27526" fmla="*/ 449746 h 2767298"/>
              <a:gd name="connsiteX27527" fmla="*/ 1959595 w 4752801"/>
              <a:gd name="connsiteY27527" fmla="*/ 453390 h 2767298"/>
              <a:gd name="connsiteX27528" fmla="*/ 1958380 w 4752801"/>
              <a:gd name="connsiteY27528" fmla="*/ 453794 h 2767298"/>
              <a:gd name="connsiteX27529" fmla="*/ 1954332 w 4752801"/>
              <a:gd name="connsiteY27529" fmla="*/ 453794 h 2767298"/>
              <a:gd name="connsiteX27530" fmla="*/ 1953118 w 4752801"/>
              <a:gd name="connsiteY27530" fmla="*/ 453390 h 2767298"/>
              <a:gd name="connsiteX27531" fmla="*/ 1951094 w 4752801"/>
              <a:gd name="connsiteY27531" fmla="*/ 449746 h 2767298"/>
              <a:gd name="connsiteX27532" fmla="*/ 1951094 w 4752801"/>
              <a:gd name="connsiteY27532" fmla="*/ 448532 h 2767298"/>
              <a:gd name="connsiteX27533" fmla="*/ 1953118 w 4752801"/>
              <a:gd name="connsiteY27533" fmla="*/ 444889 h 2767298"/>
              <a:gd name="connsiteX27534" fmla="*/ 1954332 w 4752801"/>
              <a:gd name="connsiteY27534" fmla="*/ 444079 h 2767298"/>
              <a:gd name="connsiteX27535" fmla="*/ 1832888 w 4752801"/>
              <a:gd name="connsiteY27535" fmla="*/ 444079 h 2767298"/>
              <a:gd name="connsiteX27536" fmla="*/ 1836936 w 4752801"/>
              <a:gd name="connsiteY27536" fmla="*/ 444079 h 2767298"/>
              <a:gd name="connsiteX27537" fmla="*/ 1838151 w 4752801"/>
              <a:gd name="connsiteY27537" fmla="*/ 444484 h 2767298"/>
              <a:gd name="connsiteX27538" fmla="*/ 1840175 w 4752801"/>
              <a:gd name="connsiteY27538" fmla="*/ 448127 h 2767298"/>
              <a:gd name="connsiteX27539" fmla="*/ 1840175 w 4752801"/>
              <a:gd name="connsiteY27539" fmla="*/ 449342 h 2767298"/>
              <a:gd name="connsiteX27540" fmla="*/ 1838151 w 4752801"/>
              <a:gd name="connsiteY27540" fmla="*/ 452985 h 2767298"/>
              <a:gd name="connsiteX27541" fmla="*/ 1836936 w 4752801"/>
              <a:gd name="connsiteY27541" fmla="*/ 453390 h 2767298"/>
              <a:gd name="connsiteX27542" fmla="*/ 1832888 w 4752801"/>
              <a:gd name="connsiteY27542" fmla="*/ 453390 h 2767298"/>
              <a:gd name="connsiteX27543" fmla="*/ 1831674 w 4752801"/>
              <a:gd name="connsiteY27543" fmla="*/ 452985 h 2767298"/>
              <a:gd name="connsiteX27544" fmla="*/ 1829650 w 4752801"/>
              <a:gd name="connsiteY27544" fmla="*/ 449342 h 2767298"/>
              <a:gd name="connsiteX27545" fmla="*/ 1829650 w 4752801"/>
              <a:gd name="connsiteY27545" fmla="*/ 448127 h 2767298"/>
              <a:gd name="connsiteX27546" fmla="*/ 1831674 w 4752801"/>
              <a:gd name="connsiteY27546" fmla="*/ 444484 h 2767298"/>
              <a:gd name="connsiteX27547" fmla="*/ 1832888 w 4752801"/>
              <a:gd name="connsiteY27547" fmla="*/ 444079 h 2767298"/>
              <a:gd name="connsiteX27548" fmla="*/ 1792407 w 4752801"/>
              <a:gd name="connsiteY27548" fmla="*/ 444079 h 2767298"/>
              <a:gd name="connsiteX27549" fmla="*/ 1796455 w 4752801"/>
              <a:gd name="connsiteY27549" fmla="*/ 444079 h 2767298"/>
              <a:gd name="connsiteX27550" fmla="*/ 1797670 w 4752801"/>
              <a:gd name="connsiteY27550" fmla="*/ 444484 h 2767298"/>
              <a:gd name="connsiteX27551" fmla="*/ 1799694 w 4752801"/>
              <a:gd name="connsiteY27551" fmla="*/ 448127 h 2767298"/>
              <a:gd name="connsiteX27552" fmla="*/ 1799694 w 4752801"/>
              <a:gd name="connsiteY27552" fmla="*/ 449342 h 2767298"/>
              <a:gd name="connsiteX27553" fmla="*/ 1797670 w 4752801"/>
              <a:gd name="connsiteY27553" fmla="*/ 452985 h 2767298"/>
              <a:gd name="connsiteX27554" fmla="*/ 1796455 w 4752801"/>
              <a:gd name="connsiteY27554" fmla="*/ 453390 h 2767298"/>
              <a:gd name="connsiteX27555" fmla="*/ 1792407 w 4752801"/>
              <a:gd name="connsiteY27555" fmla="*/ 453390 h 2767298"/>
              <a:gd name="connsiteX27556" fmla="*/ 1791193 w 4752801"/>
              <a:gd name="connsiteY27556" fmla="*/ 452985 h 2767298"/>
              <a:gd name="connsiteX27557" fmla="*/ 1789169 w 4752801"/>
              <a:gd name="connsiteY27557" fmla="*/ 449342 h 2767298"/>
              <a:gd name="connsiteX27558" fmla="*/ 1789169 w 4752801"/>
              <a:gd name="connsiteY27558" fmla="*/ 448127 h 2767298"/>
              <a:gd name="connsiteX27559" fmla="*/ 1791193 w 4752801"/>
              <a:gd name="connsiteY27559" fmla="*/ 444484 h 2767298"/>
              <a:gd name="connsiteX27560" fmla="*/ 1792407 w 4752801"/>
              <a:gd name="connsiteY27560" fmla="*/ 444079 h 2767298"/>
              <a:gd name="connsiteX27561" fmla="*/ 3086998 w 4752801"/>
              <a:gd name="connsiteY27561" fmla="*/ 443674 h 2767298"/>
              <a:gd name="connsiteX27562" fmla="*/ 3092261 w 4752801"/>
              <a:gd name="connsiteY27562" fmla="*/ 443674 h 2767298"/>
              <a:gd name="connsiteX27563" fmla="*/ 3093475 w 4752801"/>
              <a:gd name="connsiteY27563" fmla="*/ 444079 h 2767298"/>
              <a:gd name="connsiteX27564" fmla="*/ 3095904 w 4752801"/>
              <a:gd name="connsiteY27564" fmla="*/ 448532 h 2767298"/>
              <a:gd name="connsiteX27565" fmla="*/ 3095904 w 4752801"/>
              <a:gd name="connsiteY27565" fmla="*/ 449746 h 2767298"/>
              <a:gd name="connsiteX27566" fmla="*/ 3093475 w 4752801"/>
              <a:gd name="connsiteY27566" fmla="*/ 454199 h 2767298"/>
              <a:gd name="connsiteX27567" fmla="*/ 3092261 w 4752801"/>
              <a:gd name="connsiteY27567" fmla="*/ 454604 h 2767298"/>
              <a:gd name="connsiteX27568" fmla="*/ 3086998 w 4752801"/>
              <a:gd name="connsiteY27568" fmla="*/ 454604 h 2767298"/>
              <a:gd name="connsiteX27569" fmla="*/ 3085784 w 4752801"/>
              <a:gd name="connsiteY27569" fmla="*/ 454199 h 2767298"/>
              <a:gd name="connsiteX27570" fmla="*/ 3083355 w 4752801"/>
              <a:gd name="connsiteY27570" fmla="*/ 449746 h 2767298"/>
              <a:gd name="connsiteX27571" fmla="*/ 3083355 w 4752801"/>
              <a:gd name="connsiteY27571" fmla="*/ 448532 h 2767298"/>
              <a:gd name="connsiteX27572" fmla="*/ 3085784 w 4752801"/>
              <a:gd name="connsiteY27572" fmla="*/ 444079 h 2767298"/>
              <a:gd name="connsiteX27573" fmla="*/ 3086998 w 4752801"/>
              <a:gd name="connsiteY27573" fmla="*/ 443674 h 2767298"/>
              <a:gd name="connsiteX27574" fmla="*/ 1589191 w 4752801"/>
              <a:gd name="connsiteY27574" fmla="*/ 443674 h 2767298"/>
              <a:gd name="connsiteX27575" fmla="*/ 1594453 w 4752801"/>
              <a:gd name="connsiteY27575" fmla="*/ 443674 h 2767298"/>
              <a:gd name="connsiteX27576" fmla="*/ 1595668 w 4752801"/>
              <a:gd name="connsiteY27576" fmla="*/ 444079 h 2767298"/>
              <a:gd name="connsiteX27577" fmla="*/ 1598097 w 4752801"/>
              <a:gd name="connsiteY27577" fmla="*/ 448532 h 2767298"/>
              <a:gd name="connsiteX27578" fmla="*/ 1598097 w 4752801"/>
              <a:gd name="connsiteY27578" fmla="*/ 449746 h 2767298"/>
              <a:gd name="connsiteX27579" fmla="*/ 1595668 w 4752801"/>
              <a:gd name="connsiteY27579" fmla="*/ 454199 h 2767298"/>
              <a:gd name="connsiteX27580" fmla="*/ 1594453 w 4752801"/>
              <a:gd name="connsiteY27580" fmla="*/ 454604 h 2767298"/>
              <a:gd name="connsiteX27581" fmla="*/ 1589191 w 4752801"/>
              <a:gd name="connsiteY27581" fmla="*/ 454604 h 2767298"/>
              <a:gd name="connsiteX27582" fmla="*/ 1587977 w 4752801"/>
              <a:gd name="connsiteY27582" fmla="*/ 454199 h 2767298"/>
              <a:gd name="connsiteX27583" fmla="*/ 1585548 w 4752801"/>
              <a:gd name="connsiteY27583" fmla="*/ 449746 h 2767298"/>
              <a:gd name="connsiteX27584" fmla="*/ 1585548 w 4752801"/>
              <a:gd name="connsiteY27584" fmla="*/ 448532 h 2767298"/>
              <a:gd name="connsiteX27585" fmla="*/ 1587977 w 4752801"/>
              <a:gd name="connsiteY27585" fmla="*/ 444079 h 2767298"/>
              <a:gd name="connsiteX27586" fmla="*/ 1589191 w 4752801"/>
              <a:gd name="connsiteY27586" fmla="*/ 443674 h 2767298"/>
              <a:gd name="connsiteX27587" fmla="*/ 658123 w 4752801"/>
              <a:gd name="connsiteY27587" fmla="*/ 443674 h 2767298"/>
              <a:gd name="connsiteX27588" fmla="*/ 663385 w 4752801"/>
              <a:gd name="connsiteY27588" fmla="*/ 443674 h 2767298"/>
              <a:gd name="connsiteX27589" fmla="*/ 664600 w 4752801"/>
              <a:gd name="connsiteY27589" fmla="*/ 444079 h 2767298"/>
              <a:gd name="connsiteX27590" fmla="*/ 667433 w 4752801"/>
              <a:gd name="connsiteY27590" fmla="*/ 448532 h 2767298"/>
              <a:gd name="connsiteX27591" fmla="*/ 667433 w 4752801"/>
              <a:gd name="connsiteY27591" fmla="*/ 449746 h 2767298"/>
              <a:gd name="connsiteX27592" fmla="*/ 664600 w 4752801"/>
              <a:gd name="connsiteY27592" fmla="*/ 454199 h 2767298"/>
              <a:gd name="connsiteX27593" fmla="*/ 663385 w 4752801"/>
              <a:gd name="connsiteY27593" fmla="*/ 454604 h 2767298"/>
              <a:gd name="connsiteX27594" fmla="*/ 658123 w 4752801"/>
              <a:gd name="connsiteY27594" fmla="*/ 454604 h 2767298"/>
              <a:gd name="connsiteX27595" fmla="*/ 656908 w 4752801"/>
              <a:gd name="connsiteY27595" fmla="*/ 454199 h 2767298"/>
              <a:gd name="connsiteX27596" fmla="*/ 654075 w 4752801"/>
              <a:gd name="connsiteY27596" fmla="*/ 449746 h 2767298"/>
              <a:gd name="connsiteX27597" fmla="*/ 654075 w 4752801"/>
              <a:gd name="connsiteY27597" fmla="*/ 448532 h 2767298"/>
              <a:gd name="connsiteX27598" fmla="*/ 656908 w 4752801"/>
              <a:gd name="connsiteY27598" fmla="*/ 444079 h 2767298"/>
              <a:gd name="connsiteX27599" fmla="*/ 658123 w 4752801"/>
              <a:gd name="connsiteY27599" fmla="*/ 443674 h 2767298"/>
              <a:gd name="connsiteX27600" fmla="*/ 536679 w 4752801"/>
              <a:gd name="connsiteY27600" fmla="*/ 443674 h 2767298"/>
              <a:gd name="connsiteX27601" fmla="*/ 541941 w 4752801"/>
              <a:gd name="connsiteY27601" fmla="*/ 443674 h 2767298"/>
              <a:gd name="connsiteX27602" fmla="*/ 543156 w 4752801"/>
              <a:gd name="connsiteY27602" fmla="*/ 444079 h 2767298"/>
              <a:gd name="connsiteX27603" fmla="*/ 545989 w 4752801"/>
              <a:gd name="connsiteY27603" fmla="*/ 448532 h 2767298"/>
              <a:gd name="connsiteX27604" fmla="*/ 545989 w 4752801"/>
              <a:gd name="connsiteY27604" fmla="*/ 449746 h 2767298"/>
              <a:gd name="connsiteX27605" fmla="*/ 543156 w 4752801"/>
              <a:gd name="connsiteY27605" fmla="*/ 454199 h 2767298"/>
              <a:gd name="connsiteX27606" fmla="*/ 541941 w 4752801"/>
              <a:gd name="connsiteY27606" fmla="*/ 454604 h 2767298"/>
              <a:gd name="connsiteX27607" fmla="*/ 536679 w 4752801"/>
              <a:gd name="connsiteY27607" fmla="*/ 454604 h 2767298"/>
              <a:gd name="connsiteX27608" fmla="*/ 535464 w 4752801"/>
              <a:gd name="connsiteY27608" fmla="*/ 454199 h 2767298"/>
              <a:gd name="connsiteX27609" fmla="*/ 532631 w 4752801"/>
              <a:gd name="connsiteY27609" fmla="*/ 449746 h 2767298"/>
              <a:gd name="connsiteX27610" fmla="*/ 532631 w 4752801"/>
              <a:gd name="connsiteY27610" fmla="*/ 448532 h 2767298"/>
              <a:gd name="connsiteX27611" fmla="*/ 535464 w 4752801"/>
              <a:gd name="connsiteY27611" fmla="*/ 444079 h 2767298"/>
              <a:gd name="connsiteX27612" fmla="*/ 536679 w 4752801"/>
              <a:gd name="connsiteY27612" fmla="*/ 443674 h 2767298"/>
              <a:gd name="connsiteX27613" fmla="*/ 50904 w 4752801"/>
              <a:gd name="connsiteY27613" fmla="*/ 443674 h 2767298"/>
              <a:gd name="connsiteX27614" fmla="*/ 56166 w 4752801"/>
              <a:gd name="connsiteY27614" fmla="*/ 443674 h 2767298"/>
              <a:gd name="connsiteX27615" fmla="*/ 57381 w 4752801"/>
              <a:gd name="connsiteY27615" fmla="*/ 444079 h 2767298"/>
              <a:gd name="connsiteX27616" fmla="*/ 59810 w 4752801"/>
              <a:gd name="connsiteY27616" fmla="*/ 448532 h 2767298"/>
              <a:gd name="connsiteX27617" fmla="*/ 59810 w 4752801"/>
              <a:gd name="connsiteY27617" fmla="*/ 449746 h 2767298"/>
              <a:gd name="connsiteX27618" fmla="*/ 57381 w 4752801"/>
              <a:gd name="connsiteY27618" fmla="*/ 454199 h 2767298"/>
              <a:gd name="connsiteX27619" fmla="*/ 56166 w 4752801"/>
              <a:gd name="connsiteY27619" fmla="*/ 454604 h 2767298"/>
              <a:gd name="connsiteX27620" fmla="*/ 50904 w 4752801"/>
              <a:gd name="connsiteY27620" fmla="*/ 454604 h 2767298"/>
              <a:gd name="connsiteX27621" fmla="*/ 49690 w 4752801"/>
              <a:gd name="connsiteY27621" fmla="*/ 454199 h 2767298"/>
              <a:gd name="connsiteX27622" fmla="*/ 47261 w 4752801"/>
              <a:gd name="connsiteY27622" fmla="*/ 449746 h 2767298"/>
              <a:gd name="connsiteX27623" fmla="*/ 47261 w 4752801"/>
              <a:gd name="connsiteY27623" fmla="*/ 448532 h 2767298"/>
              <a:gd name="connsiteX27624" fmla="*/ 49690 w 4752801"/>
              <a:gd name="connsiteY27624" fmla="*/ 444079 h 2767298"/>
              <a:gd name="connsiteX27625" fmla="*/ 50904 w 4752801"/>
              <a:gd name="connsiteY27625" fmla="*/ 443674 h 2767298"/>
              <a:gd name="connsiteX27626" fmla="*/ 1022454 w 4752801"/>
              <a:gd name="connsiteY27626" fmla="*/ 443270 h 2767298"/>
              <a:gd name="connsiteX27627" fmla="*/ 1028121 w 4752801"/>
              <a:gd name="connsiteY27627" fmla="*/ 443270 h 2767298"/>
              <a:gd name="connsiteX27628" fmla="*/ 1029336 w 4752801"/>
              <a:gd name="connsiteY27628" fmla="*/ 443675 h 2767298"/>
              <a:gd name="connsiteX27629" fmla="*/ 1032169 w 4752801"/>
              <a:gd name="connsiteY27629" fmla="*/ 448533 h 2767298"/>
              <a:gd name="connsiteX27630" fmla="*/ 1032169 w 4752801"/>
              <a:gd name="connsiteY27630" fmla="*/ 449747 h 2767298"/>
              <a:gd name="connsiteX27631" fmla="*/ 1029336 w 4752801"/>
              <a:gd name="connsiteY27631" fmla="*/ 454605 h 2767298"/>
              <a:gd name="connsiteX27632" fmla="*/ 1028121 w 4752801"/>
              <a:gd name="connsiteY27632" fmla="*/ 455010 h 2767298"/>
              <a:gd name="connsiteX27633" fmla="*/ 1022454 w 4752801"/>
              <a:gd name="connsiteY27633" fmla="*/ 455010 h 2767298"/>
              <a:gd name="connsiteX27634" fmla="*/ 1021239 w 4752801"/>
              <a:gd name="connsiteY27634" fmla="*/ 454605 h 2767298"/>
              <a:gd name="connsiteX27635" fmla="*/ 1018406 w 4752801"/>
              <a:gd name="connsiteY27635" fmla="*/ 449747 h 2767298"/>
              <a:gd name="connsiteX27636" fmla="*/ 1018406 w 4752801"/>
              <a:gd name="connsiteY27636" fmla="*/ 448533 h 2767298"/>
              <a:gd name="connsiteX27637" fmla="*/ 1021239 w 4752801"/>
              <a:gd name="connsiteY27637" fmla="*/ 443675 h 2767298"/>
              <a:gd name="connsiteX27638" fmla="*/ 1022454 w 4752801"/>
              <a:gd name="connsiteY27638" fmla="*/ 443270 h 2767298"/>
              <a:gd name="connsiteX27639" fmla="*/ 981973 w 4752801"/>
              <a:gd name="connsiteY27639" fmla="*/ 443270 h 2767298"/>
              <a:gd name="connsiteX27640" fmla="*/ 987640 w 4752801"/>
              <a:gd name="connsiteY27640" fmla="*/ 443270 h 2767298"/>
              <a:gd name="connsiteX27641" fmla="*/ 988855 w 4752801"/>
              <a:gd name="connsiteY27641" fmla="*/ 443675 h 2767298"/>
              <a:gd name="connsiteX27642" fmla="*/ 991688 w 4752801"/>
              <a:gd name="connsiteY27642" fmla="*/ 448533 h 2767298"/>
              <a:gd name="connsiteX27643" fmla="*/ 991688 w 4752801"/>
              <a:gd name="connsiteY27643" fmla="*/ 449747 h 2767298"/>
              <a:gd name="connsiteX27644" fmla="*/ 988855 w 4752801"/>
              <a:gd name="connsiteY27644" fmla="*/ 454605 h 2767298"/>
              <a:gd name="connsiteX27645" fmla="*/ 987640 w 4752801"/>
              <a:gd name="connsiteY27645" fmla="*/ 455010 h 2767298"/>
              <a:gd name="connsiteX27646" fmla="*/ 981973 w 4752801"/>
              <a:gd name="connsiteY27646" fmla="*/ 455010 h 2767298"/>
              <a:gd name="connsiteX27647" fmla="*/ 980758 w 4752801"/>
              <a:gd name="connsiteY27647" fmla="*/ 454605 h 2767298"/>
              <a:gd name="connsiteX27648" fmla="*/ 977925 w 4752801"/>
              <a:gd name="connsiteY27648" fmla="*/ 449747 h 2767298"/>
              <a:gd name="connsiteX27649" fmla="*/ 977925 w 4752801"/>
              <a:gd name="connsiteY27649" fmla="*/ 448533 h 2767298"/>
              <a:gd name="connsiteX27650" fmla="*/ 980758 w 4752801"/>
              <a:gd name="connsiteY27650" fmla="*/ 443675 h 2767298"/>
              <a:gd name="connsiteX27651" fmla="*/ 981973 w 4752801"/>
              <a:gd name="connsiteY27651" fmla="*/ 443270 h 2767298"/>
              <a:gd name="connsiteX27652" fmla="*/ 941492 w 4752801"/>
              <a:gd name="connsiteY27652" fmla="*/ 443270 h 2767298"/>
              <a:gd name="connsiteX27653" fmla="*/ 947159 w 4752801"/>
              <a:gd name="connsiteY27653" fmla="*/ 443270 h 2767298"/>
              <a:gd name="connsiteX27654" fmla="*/ 948374 w 4752801"/>
              <a:gd name="connsiteY27654" fmla="*/ 443675 h 2767298"/>
              <a:gd name="connsiteX27655" fmla="*/ 951207 w 4752801"/>
              <a:gd name="connsiteY27655" fmla="*/ 448533 h 2767298"/>
              <a:gd name="connsiteX27656" fmla="*/ 951207 w 4752801"/>
              <a:gd name="connsiteY27656" fmla="*/ 449747 h 2767298"/>
              <a:gd name="connsiteX27657" fmla="*/ 948374 w 4752801"/>
              <a:gd name="connsiteY27657" fmla="*/ 454605 h 2767298"/>
              <a:gd name="connsiteX27658" fmla="*/ 947159 w 4752801"/>
              <a:gd name="connsiteY27658" fmla="*/ 455010 h 2767298"/>
              <a:gd name="connsiteX27659" fmla="*/ 941492 w 4752801"/>
              <a:gd name="connsiteY27659" fmla="*/ 455010 h 2767298"/>
              <a:gd name="connsiteX27660" fmla="*/ 940277 w 4752801"/>
              <a:gd name="connsiteY27660" fmla="*/ 454605 h 2767298"/>
              <a:gd name="connsiteX27661" fmla="*/ 937444 w 4752801"/>
              <a:gd name="connsiteY27661" fmla="*/ 449747 h 2767298"/>
              <a:gd name="connsiteX27662" fmla="*/ 937444 w 4752801"/>
              <a:gd name="connsiteY27662" fmla="*/ 448533 h 2767298"/>
              <a:gd name="connsiteX27663" fmla="*/ 940277 w 4752801"/>
              <a:gd name="connsiteY27663" fmla="*/ 443675 h 2767298"/>
              <a:gd name="connsiteX27664" fmla="*/ 941492 w 4752801"/>
              <a:gd name="connsiteY27664" fmla="*/ 443270 h 2767298"/>
              <a:gd name="connsiteX27665" fmla="*/ 779567 w 4752801"/>
              <a:gd name="connsiteY27665" fmla="*/ 443270 h 2767298"/>
              <a:gd name="connsiteX27666" fmla="*/ 785234 w 4752801"/>
              <a:gd name="connsiteY27666" fmla="*/ 443270 h 2767298"/>
              <a:gd name="connsiteX27667" fmla="*/ 786449 w 4752801"/>
              <a:gd name="connsiteY27667" fmla="*/ 443675 h 2767298"/>
              <a:gd name="connsiteX27668" fmla="*/ 789282 w 4752801"/>
              <a:gd name="connsiteY27668" fmla="*/ 448533 h 2767298"/>
              <a:gd name="connsiteX27669" fmla="*/ 789282 w 4752801"/>
              <a:gd name="connsiteY27669" fmla="*/ 449747 h 2767298"/>
              <a:gd name="connsiteX27670" fmla="*/ 786449 w 4752801"/>
              <a:gd name="connsiteY27670" fmla="*/ 454605 h 2767298"/>
              <a:gd name="connsiteX27671" fmla="*/ 785234 w 4752801"/>
              <a:gd name="connsiteY27671" fmla="*/ 455010 h 2767298"/>
              <a:gd name="connsiteX27672" fmla="*/ 779567 w 4752801"/>
              <a:gd name="connsiteY27672" fmla="*/ 455010 h 2767298"/>
              <a:gd name="connsiteX27673" fmla="*/ 778352 w 4752801"/>
              <a:gd name="connsiteY27673" fmla="*/ 454605 h 2767298"/>
              <a:gd name="connsiteX27674" fmla="*/ 775519 w 4752801"/>
              <a:gd name="connsiteY27674" fmla="*/ 449747 h 2767298"/>
              <a:gd name="connsiteX27675" fmla="*/ 775519 w 4752801"/>
              <a:gd name="connsiteY27675" fmla="*/ 448533 h 2767298"/>
              <a:gd name="connsiteX27676" fmla="*/ 778352 w 4752801"/>
              <a:gd name="connsiteY27676" fmla="*/ 443675 h 2767298"/>
              <a:gd name="connsiteX27677" fmla="*/ 779567 w 4752801"/>
              <a:gd name="connsiteY27677" fmla="*/ 443270 h 2767298"/>
              <a:gd name="connsiteX27678" fmla="*/ 456121 w 4752801"/>
              <a:gd name="connsiteY27678" fmla="*/ 443270 h 2767298"/>
              <a:gd name="connsiteX27679" fmla="*/ 460979 w 4752801"/>
              <a:gd name="connsiteY27679" fmla="*/ 443270 h 2767298"/>
              <a:gd name="connsiteX27680" fmla="*/ 462193 w 4752801"/>
              <a:gd name="connsiteY27680" fmla="*/ 443675 h 2767298"/>
              <a:gd name="connsiteX27681" fmla="*/ 464622 w 4752801"/>
              <a:gd name="connsiteY27681" fmla="*/ 448128 h 2767298"/>
              <a:gd name="connsiteX27682" fmla="*/ 464622 w 4752801"/>
              <a:gd name="connsiteY27682" fmla="*/ 449342 h 2767298"/>
              <a:gd name="connsiteX27683" fmla="*/ 462193 w 4752801"/>
              <a:gd name="connsiteY27683" fmla="*/ 453795 h 2767298"/>
              <a:gd name="connsiteX27684" fmla="*/ 460979 w 4752801"/>
              <a:gd name="connsiteY27684" fmla="*/ 454200 h 2767298"/>
              <a:gd name="connsiteX27685" fmla="*/ 456121 w 4752801"/>
              <a:gd name="connsiteY27685" fmla="*/ 454200 h 2767298"/>
              <a:gd name="connsiteX27686" fmla="*/ 454906 w 4752801"/>
              <a:gd name="connsiteY27686" fmla="*/ 453795 h 2767298"/>
              <a:gd name="connsiteX27687" fmla="*/ 452478 w 4752801"/>
              <a:gd name="connsiteY27687" fmla="*/ 449342 h 2767298"/>
              <a:gd name="connsiteX27688" fmla="*/ 452478 w 4752801"/>
              <a:gd name="connsiteY27688" fmla="*/ 448128 h 2767298"/>
              <a:gd name="connsiteX27689" fmla="*/ 454906 w 4752801"/>
              <a:gd name="connsiteY27689" fmla="*/ 443675 h 2767298"/>
              <a:gd name="connsiteX27690" fmla="*/ 456121 w 4752801"/>
              <a:gd name="connsiteY27690" fmla="*/ 443270 h 2767298"/>
              <a:gd name="connsiteX27691" fmla="*/ 415640 w 4752801"/>
              <a:gd name="connsiteY27691" fmla="*/ 443270 h 2767298"/>
              <a:gd name="connsiteX27692" fmla="*/ 420498 w 4752801"/>
              <a:gd name="connsiteY27692" fmla="*/ 443270 h 2767298"/>
              <a:gd name="connsiteX27693" fmla="*/ 421712 w 4752801"/>
              <a:gd name="connsiteY27693" fmla="*/ 443675 h 2767298"/>
              <a:gd name="connsiteX27694" fmla="*/ 424141 w 4752801"/>
              <a:gd name="connsiteY27694" fmla="*/ 448128 h 2767298"/>
              <a:gd name="connsiteX27695" fmla="*/ 424141 w 4752801"/>
              <a:gd name="connsiteY27695" fmla="*/ 449342 h 2767298"/>
              <a:gd name="connsiteX27696" fmla="*/ 421712 w 4752801"/>
              <a:gd name="connsiteY27696" fmla="*/ 453795 h 2767298"/>
              <a:gd name="connsiteX27697" fmla="*/ 420498 w 4752801"/>
              <a:gd name="connsiteY27697" fmla="*/ 454200 h 2767298"/>
              <a:gd name="connsiteX27698" fmla="*/ 415640 w 4752801"/>
              <a:gd name="connsiteY27698" fmla="*/ 454200 h 2767298"/>
              <a:gd name="connsiteX27699" fmla="*/ 414425 w 4752801"/>
              <a:gd name="connsiteY27699" fmla="*/ 453795 h 2767298"/>
              <a:gd name="connsiteX27700" fmla="*/ 411997 w 4752801"/>
              <a:gd name="connsiteY27700" fmla="*/ 449342 h 2767298"/>
              <a:gd name="connsiteX27701" fmla="*/ 411997 w 4752801"/>
              <a:gd name="connsiteY27701" fmla="*/ 448128 h 2767298"/>
              <a:gd name="connsiteX27702" fmla="*/ 414425 w 4752801"/>
              <a:gd name="connsiteY27702" fmla="*/ 443675 h 2767298"/>
              <a:gd name="connsiteX27703" fmla="*/ 415640 w 4752801"/>
              <a:gd name="connsiteY27703" fmla="*/ 443270 h 2767298"/>
              <a:gd name="connsiteX27704" fmla="*/ 374754 w 4752801"/>
              <a:gd name="connsiteY27704" fmla="*/ 443270 h 2767298"/>
              <a:gd name="connsiteX27705" fmla="*/ 380016 w 4752801"/>
              <a:gd name="connsiteY27705" fmla="*/ 443270 h 2767298"/>
              <a:gd name="connsiteX27706" fmla="*/ 381231 w 4752801"/>
              <a:gd name="connsiteY27706" fmla="*/ 444080 h 2767298"/>
              <a:gd name="connsiteX27707" fmla="*/ 383660 w 4752801"/>
              <a:gd name="connsiteY27707" fmla="*/ 448533 h 2767298"/>
              <a:gd name="connsiteX27708" fmla="*/ 383660 w 4752801"/>
              <a:gd name="connsiteY27708" fmla="*/ 449747 h 2767298"/>
              <a:gd name="connsiteX27709" fmla="*/ 381231 w 4752801"/>
              <a:gd name="connsiteY27709" fmla="*/ 454200 h 2767298"/>
              <a:gd name="connsiteX27710" fmla="*/ 380016 w 4752801"/>
              <a:gd name="connsiteY27710" fmla="*/ 454605 h 2767298"/>
              <a:gd name="connsiteX27711" fmla="*/ 374754 w 4752801"/>
              <a:gd name="connsiteY27711" fmla="*/ 454605 h 2767298"/>
              <a:gd name="connsiteX27712" fmla="*/ 373540 w 4752801"/>
              <a:gd name="connsiteY27712" fmla="*/ 454200 h 2767298"/>
              <a:gd name="connsiteX27713" fmla="*/ 371111 w 4752801"/>
              <a:gd name="connsiteY27713" fmla="*/ 449747 h 2767298"/>
              <a:gd name="connsiteX27714" fmla="*/ 371111 w 4752801"/>
              <a:gd name="connsiteY27714" fmla="*/ 448533 h 2767298"/>
              <a:gd name="connsiteX27715" fmla="*/ 373540 w 4752801"/>
              <a:gd name="connsiteY27715" fmla="*/ 444080 h 2767298"/>
              <a:gd name="connsiteX27716" fmla="*/ 374754 w 4752801"/>
              <a:gd name="connsiteY27716" fmla="*/ 443270 h 2767298"/>
              <a:gd name="connsiteX27717" fmla="*/ 172348 w 4752801"/>
              <a:gd name="connsiteY27717" fmla="*/ 443270 h 2767298"/>
              <a:gd name="connsiteX27718" fmla="*/ 178015 w 4752801"/>
              <a:gd name="connsiteY27718" fmla="*/ 443270 h 2767298"/>
              <a:gd name="connsiteX27719" fmla="*/ 179230 w 4752801"/>
              <a:gd name="connsiteY27719" fmla="*/ 443675 h 2767298"/>
              <a:gd name="connsiteX27720" fmla="*/ 182063 w 4752801"/>
              <a:gd name="connsiteY27720" fmla="*/ 448533 h 2767298"/>
              <a:gd name="connsiteX27721" fmla="*/ 182063 w 4752801"/>
              <a:gd name="connsiteY27721" fmla="*/ 449747 h 2767298"/>
              <a:gd name="connsiteX27722" fmla="*/ 179230 w 4752801"/>
              <a:gd name="connsiteY27722" fmla="*/ 454605 h 2767298"/>
              <a:gd name="connsiteX27723" fmla="*/ 178015 w 4752801"/>
              <a:gd name="connsiteY27723" fmla="*/ 455010 h 2767298"/>
              <a:gd name="connsiteX27724" fmla="*/ 172348 w 4752801"/>
              <a:gd name="connsiteY27724" fmla="*/ 455010 h 2767298"/>
              <a:gd name="connsiteX27725" fmla="*/ 171133 w 4752801"/>
              <a:gd name="connsiteY27725" fmla="*/ 454605 h 2767298"/>
              <a:gd name="connsiteX27726" fmla="*/ 168300 w 4752801"/>
              <a:gd name="connsiteY27726" fmla="*/ 449747 h 2767298"/>
              <a:gd name="connsiteX27727" fmla="*/ 168300 w 4752801"/>
              <a:gd name="connsiteY27727" fmla="*/ 448533 h 2767298"/>
              <a:gd name="connsiteX27728" fmla="*/ 171133 w 4752801"/>
              <a:gd name="connsiteY27728" fmla="*/ 443675 h 2767298"/>
              <a:gd name="connsiteX27729" fmla="*/ 172348 w 4752801"/>
              <a:gd name="connsiteY27729" fmla="*/ 443270 h 2767298"/>
              <a:gd name="connsiteX27730" fmla="*/ 91385 w 4752801"/>
              <a:gd name="connsiteY27730" fmla="*/ 443270 h 2767298"/>
              <a:gd name="connsiteX27731" fmla="*/ 97052 w 4752801"/>
              <a:gd name="connsiteY27731" fmla="*/ 443270 h 2767298"/>
              <a:gd name="connsiteX27732" fmla="*/ 98267 w 4752801"/>
              <a:gd name="connsiteY27732" fmla="*/ 443675 h 2767298"/>
              <a:gd name="connsiteX27733" fmla="*/ 101100 w 4752801"/>
              <a:gd name="connsiteY27733" fmla="*/ 448533 h 2767298"/>
              <a:gd name="connsiteX27734" fmla="*/ 101100 w 4752801"/>
              <a:gd name="connsiteY27734" fmla="*/ 449747 h 2767298"/>
              <a:gd name="connsiteX27735" fmla="*/ 98267 w 4752801"/>
              <a:gd name="connsiteY27735" fmla="*/ 454605 h 2767298"/>
              <a:gd name="connsiteX27736" fmla="*/ 97052 w 4752801"/>
              <a:gd name="connsiteY27736" fmla="*/ 455010 h 2767298"/>
              <a:gd name="connsiteX27737" fmla="*/ 91385 w 4752801"/>
              <a:gd name="connsiteY27737" fmla="*/ 455010 h 2767298"/>
              <a:gd name="connsiteX27738" fmla="*/ 90170 w 4752801"/>
              <a:gd name="connsiteY27738" fmla="*/ 454605 h 2767298"/>
              <a:gd name="connsiteX27739" fmla="*/ 87337 w 4752801"/>
              <a:gd name="connsiteY27739" fmla="*/ 449747 h 2767298"/>
              <a:gd name="connsiteX27740" fmla="*/ 87337 w 4752801"/>
              <a:gd name="connsiteY27740" fmla="*/ 448533 h 2767298"/>
              <a:gd name="connsiteX27741" fmla="*/ 90170 w 4752801"/>
              <a:gd name="connsiteY27741" fmla="*/ 443675 h 2767298"/>
              <a:gd name="connsiteX27742" fmla="*/ 91385 w 4752801"/>
              <a:gd name="connsiteY27742" fmla="*/ 443270 h 2767298"/>
              <a:gd name="connsiteX27743" fmla="*/ 3613254 w 4752801"/>
              <a:gd name="connsiteY27743" fmla="*/ 442865 h 2767298"/>
              <a:gd name="connsiteX27744" fmla="*/ 3618517 w 4752801"/>
              <a:gd name="connsiteY27744" fmla="*/ 442865 h 2767298"/>
              <a:gd name="connsiteX27745" fmla="*/ 3619731 w 4752801"/>
              <a:gd name="connsiteY27745" fmla="*/ 443675 h 2767298"/>
              <a:gd name="connsiteX27746" fmla="*/ 3622160 w 4752801"/>
              <a:gd name="connsiteY27746" fmla="*/ 448128 h 2767298"/>
              <a:gd name="connsiteX27747" fmla="*/ 3622160 w 4752801"/>
              <a:gd name="connsiteY27747" fmla="*/ 449342 h 2767298"/>
              <a:gd name="connsiteX27748" fmla="*/ 3619731 w 4752801"/>
              <a:gd name="connsiteY27748" fmla="*/ 453795 h 2767298"/>
              <a:gd name="connsiteX27749" fmla="*/ 3618517 w 4752801"/>
              <a:gd name="connsiteY27749" fmla="*/ 454605 h 2767298"/>
              <a:gd name="connsiteX27750" fmla="*/ 3613254 w 4752801"/>
              <a:gd name="connsiteY27750" fmla="*/ 454605 h 2767298"/>
              <a:gd name="connsiteX27751" fmla="*/ 3612040 w 4752801"/>
              <a:gd name="connsiteY27751" fmla="*/ 453795 h 2767298"/>
              <a:gd name="connsiteX27752" fmla="*/ 3609611 w 4752801"/>
              <a:gd name="connsiteY27752" fmla="*/ 449342 h 2767298"/>
              <a:gd name="connsiteX27753" fmla="*/ 3609611 w 4752801"/>
              <a:gd name="connsiteY27753" fmla="*/ 448128 h 2767298"/>
              <a:gd name="connsiteX27754" fmla="*/ 3612040 w 4752801"/>
              <a:gd name="connsiteY27754" fmla="*/ 443675 h 2767298"/>
              <a:gd name="connsiteX27755" fmla="*/ 3613254 w 4752801"/>
              <a:gd name="connsiteY27755" fmla="*/ 442865 h 2767298"/>
              <a:gd name="connsiteX27756" fmla="*/ 1872560 w 4752801"/>
              <a:gd name="connsiteY27756" fmla="*/ 442865 h 2767298"/>
              <a:gd name="connsiteX27757" fmla="*/ 1877822 w 4752801"/>
              <a:gd name="connsiteY27757" fmla="*/ 442865 h 2767298"/>
              <a:gd name="connsiteX27758" fmla="*/ 1879037 w 4752801"/>
              <a:gd name="connsiteY27758" fmla="*/ 443270 h 2767298"/>
              <a:gd name="connsiteX27759" fmla="*/ 1881870 w 4752801"/>
              <a:gd name="connsiteY27759" fmla="*/ 448128 h 2767298"/>
              <a:gd name="connsiteX27760" fmla="*/ 1881870 w 4752801"/>
              <a:gd name="connsiteY27760" fmla="*/ 449342 h 2767298"/>
              <a:gd name="connsiteX27761" fmla="*/ 1879037 w 4752801"/>
              <a:gd name="connsiteY27761" fmla="*/ 454200 h 2767298"/>
              <a:gd name="connsiteX27762" fmla="*/ 1877822 w 4752801"/>
              <a:gd name="connsiteY27762" fmla="*/ 454605 h 2767298"/>
              <a:gd name="connsiteX27763" fmla="*/ 1872560 w 4752801"/>
              <a:gd name="connsiteY27763" fmla="*/ 454605 h 2767298"/>
              <a:gd name="connsiteX27764" fmla="*/ 1871345 w 4752801"/>
              <a:gd name="connsiteY27764" fmla="*/ 454200 h 2767298"/>
              <a:gd name="connsiteX27765" fmla="*/ 1868512 w 4752801"/>
              <a:gd name="connsiteY27765" fmla="*/ 449342 h 2767298"/>
              <a:gd name="connsiteX27766" fmla="*/ 1868512 w 4752801"/>
              <a:gd name="connsiteY27766" fmla="*/ 448128 h 2767298"/>
              <a:gd name="connsiteX27767" fmla="*/ 1871345 w 4752801"/>
              <a:gd name="connsiteY27767" fmla="*/ 443270 h 2767298"/>
              <a:gd name="connsiteX27768" fmla="*/ 1872560 w 4752801"/>
              <a:gd name="connsiteY27768" fmla="*/ 442865 h 2767298"/>
              <a:gd name="connsiteX27769" fmla="*/ 1143493 w 4752801"/>
              <a:gd name="connsiteY27769" fmla="*/ 442865 h 2767298"/>
              <a:gd name="connsiteX27770" fmla="*/ 1149565 w 4752801"/>
              <a:gd name="connsiteY27770" fmla="*/ 442865 h 2767298"/>
              <a:gd name="connsiteX27771" fmla="*/ 1150779 w 4752801"/>
              <a:gd name="connsiteY27771" fmla="*/ 443270 h 2767298"/>
              <a:gd name="connsiteX27772" fmla="*/ 1154018 w 4752801"/>
              <a:gd name="connsiteY27772" fmla="*/ 448532 h 2767298"/>
              <a:gd name="connsiteX27773" fmla="*/ 1154018 w 4752801"/>
              <a:gd name="connsiteY27773" fmla="*/ 449747 h 2767298"/>
              <a:gd name="connsiteX27774" fmla="*/ 1150779 w 4752801"/>
              <a:gd name="connsiteY27774" fmla="*/ 455009 h 2767298"/>
              <a:gd name="connsiteX27775" fmla="*/ 1149565 w 4752801"/>
              <a:gd name="connsiteY27775" fmla="*/ 455414 h 2767298"/>
              <a:gd name="connsiteX27776" fmla="*/ 1143493 w 4752801"/>
              <a:gd name="connsiteY27776" fmla="*/ 455414 h 2767298"/>
              <a:gd name="connsiteX27777" fmla="*/ 1142278 w 4752801"/>
              <a:gd name="connsiteY27777" fmla="*/ 455009 h 2767298"/>
              <a:gd name="connsiteX27778" fmla="*/ 1139040 w 4752801"/>
              <a:gd name="connsiteY27778" fmla="*/ 449747 h 2767298"/>
              <a:gd name="connsiteX27779" fmla="*/ 1139040 w 4752801"/>
              <a:gd name="connsiteY27779" fmla="*/ 448532 h 2767298"/>
              <a:gd name="connsiteX27780" fmla="*/ 1142278 w 4752801"/>
              <a:gd name="connsiteY27780" fmla="*/ 443270 h 2767298"/>
              <a:gd name="connsiteX27781" fmla="*/ 1143493 w 4752801"/>
              <a:gd name="connsiteY27781" fmla="*/ 442865 h 2767298"/>
              <a:gd name="connsiteX27782" fmla="*/ 901010 w 4752801"/>
              <a:gd name="connsiteY27782" fmla="*/ 442865 h 2767298"/>
              <a:gd name="connsiteX27783" fmla="*/ 906272 w 4752801"/>
              <a:gd name="connsiteY27783" fmla="*/ 442865 h 2767298"/>
              <a:gd name="connsiteX27784" fmla="*/ 907487 w 4752801"/>
              <a:gd name="connsiteY27784" fmla="*/ 443270 h 2767298"/>
              <a:gd name="connsiteX27785" fmla="*/ 910320 w 4752801"/>
              <a:gd name="connsiteY27785" fmla="*/ 448128 h 2767298"/>
              <a:gd name="connsiteX27786" fmla="*/ 910320 w 4752801"/>
              <a:gd name="connsiteY27786" fmla="*/ 449342 h 2767298"/>
              <a:gd name="connsiteX27787" fmla="*/ 907487 w 4752801"/>
              <a:gd name="connsiteY27787" fmla="*/ 454200 h 2767298"/>
              <a:gd name="connsiteX27788" fmla="*/ 906272 w 4752801"/>
              <a:gd name="connsiteY27788" fmla="*/ 454605 h 2767298"/>
              <a:gd name="connsiteX27789" fmla="*/ 901010 w 4752801"/>
              <a:gd name="connsiteY27789" fmla="*/ 454605 h 2767298"/>
              <a:gd name="connsiteX27790" fmla="*/ 899795 w 4752801"/>
              <a:gd name="connsiteY27790" fmla="*/ 454200 h 2767298"/>
              <a:gd name="connsiteX27791" fmla="*/ 896962 w 4752801"/>
              <a:gd name="connsiteY27791" fmla="*/ 449342 h 2767298"/>
              <a:gd name="connsiteX27792" fmla="*/ 896962 w 4752801"/>
              <a:gd name="connsiteY27792" fmla="*/ 448128 h 2767298"/>
              <a:gd name="connsiteX27793" fmla="*/ 899795 w 4752801"/>
              <a:gd name="connsiteY27793" fmla="*/ 443270 h 2767298"/>
              <a:gd name="connsiteX27794" fmla="*/ 901010 w 4752801"/>
              <a:gd name="connsiteY27794" fmla="*/ 442865 h 2767298"/>
              <a:gd name="connsiteX27795" fmla="*/ 617642 w 4752801"/>
              <a:gd name="connsiteY27795" fmla="*/ 442865 h 2767298"/>
              <a:gd name="connsiteX27796" fmla="*/ 622904 w 4752801"/>
              <a:gd name="connsiteY27796" fmla="*/ 442865 h 2767298"/>
              <a:gd name="connsiteX27797" fmla="*/ 624119 w 4752801"/>
              <a:gd name="connsiteY27797" fmla="*/ 443270 h 2767298"/>
              <a:gd name="connsiteX27798" fmla="*/ 626952 w 4752801"/>
              <a:gd name="connsiteY27798" fmla="*/ 448128 h 2767298"/>
              <a:gd name="connsiteX27799" fmla="*/ 626952 w 4752801"/>
              <a:gd name="connsiteY27799" fmla="*/ 449342 h 2767298"/>
              <a:gd name="connsiteX27800" fmla="*/ 624119 w 4752801"/>
              <a:gd name="connsiteY27800" fmla="*/ 454200 h 2767298"/>
              <a:gd name="connsiteX27801" fmla="*/ 622904 w 4752801"/>
              <a:gd name="connsiteY27801" fmla="*/ 454605 h 2767298"/>
              <a:gd name="connsiteX27802" fmla="*/ 617642 w 4752801"/>
              <a:gd name="connsiteY27802" fmla="*/ 454605 h 2767298"/>
              <a:gd name="connsiteX27803" fmla="*/ 616427 w 4752801"/>
              <a:gd name="connsiteY27803" fmla="*/ 454200 h 2767298"/>
              <a:gd name="connsiteX27804" fmla="*/ 613594 w 4752801"/>
              <a:gd name="connsiteY27804" fmla="*/ 449342 h 2767298"/>
              <a:gd name="connsiteX27805" fmla="*/ 613594 w 4752801"/>
              <a:gd name="connsiteY27805" fmla="*/ 448128 h 2767298"/>
              <a:gd name="connsiteX27806" fmla="*/ 616427 w 4752801"/>
              <a:gd name="connsiteY27806" fmla="*/ 443270 h 2767298"/>
              <a:gd name="connsiteX27807" fmla="*/ 617642 w 4752801"/>
              <a:gd name="connsiteY27807" fmla="*/ 442865 h 2767298"/>
              <a:gd name="connsiteX27808" fmla="*/ 577160 w 4752801"/>
              <a:gd name="connsiteY27808" fmla="*/ 442865 h 2767298"/>
              <a:gd name="connsiteX27809" fmla="*/ 582422 w 4752801"/>
              <a:gd name="connsiteY27809" fmla="*/ 442865 h 2767298"/>
              <a:gd name="connsiteX27810" fmla="*/ 583637 w 4752801"/>
              <a:gd name="connsiteY27810" fmla="*/ 443675 h 2767298"/>
              <a:gd name="connsiteX27811" fmla="*/ 586066 w 4752801"/>
              <a:gd name="connsiteY27811" fmla="*/ 448128 h 2767298"/>
              <a:gd name="connsiteX27812" fmla="*/ 586066 w 4752801"/>
              <a:gd name="connsiteY27812" fmla="*/ 449342 h 2767298"/>
              <a:gd name="connsiteX27813" fmla="*/ 583637 w 4752801"/>
              <a:gd name="connsiteY27813" fmla="*/ 453795 h 2767298"/>
              <a:gd name="connsiteX27814" fmla="*/ 582422 w 4752801"/>
              <a:gd name="connsiteY27814" fmla="*/ 454605 h 2767298"/>
              <a:gd name="connsiteX27815" fmla="*/ 577160 w 4752801"/>
              <a:gd name="connsiteY27815" fmla="*/ 454605 h 2767298"/>
              <a:gd name="connsiteX27816" fmla="*/ 575946 w 4752801"/>
              <a:gd name="connsiteY27816" fmla="*/ 453795 h 2767298"/>
              <a:gd name="connsiteX27817" fmla="*/ 573517 w 4752801"/>
              <a:gd name="connsiteY27817" fmla="*/ 449342 h 2767298"/>
              <a:gd name="connsiteX27818" fmla="*/ 573517 w 4752801"/>
              <a:gd name="connsiteY27818" fmla="*/ 448128 h 2767298"/>
              <a:gd name="connsiteX27819" fmla="*/ 575946 w 4752801"/>
              <a:gd name="connsiteY27819" fmla="*/ 443675 h 2767298"/>
              <a:gd name="connsiteX27820" fmla="*/ 577160 w 4752801"/>
              <a:gd name="connsiteY27820" fmla="*/ 442865 h 2767298"/>
              <a:gd name="connsiteX27821" fmla="*/ 496198 w 4752801"/>
              <a:gd name="connsiteY27821" fmla="*/ 442865 h 2767298"/>
              <a:gd name="connsiteX27822" fmla="*/ 501460 w 4752801"/>
              <a:gd name="connsiteY27822" fmla="*/ 442865 h 2767298"/>
              <a:gd name="connsiteX27823" fmla="*/ 502675 w 4752801"/>
              <a:gd name="connsiteY27823" fmla="*/ 443270 h 2767298"/>
              <a:gd name="connsiteX27824" fmla="*/ 505508 w 4752801"/>
              <a:gd name="connsiteY27824" fmla="*/ 448128 h 2767298"/>
              <a:gd name="connsiteX27825" fmla="*/ 505508 w 4752801"/>
              <a:gd name="connsiteY27825" fmla="*/ 449342 h 2767298"/>
              <a:gd name="connsiteX27826" fmla="*/ 502675 w 4752801"/>
              <a:gd name="connsiteY27826" fmla="*/ 454200 h 2767298"/>
              <a:gd name="connsiteX27827" fmla="*/ 501460 w 4752801"/>
              <a:gd name="connsiteY27827" fmla="*/ 454605 h 2767298"/>
              <a:gd name="connsiteX27828" fmla="*/ 496198 w 4752801"/>
              <a:gd name="connsiteY27828" fmla="*/ 454605 h 2767298"/>
              <a:gd name="connsiteX27829" fmla="*/ 494983 w 4752801"/>
              <a:gd name="connsiteY27829" fmla="*/ 454200 h 2767298"/>
              <a:gd name="connsiteX27830" fmla="*/ 492150 w 4752801"/>
              <a:gd name="connsiteY27830" fmla="*/ 449342 h 2767298"/>
              <a:gd name="connsiteX27831" fmla="*/ 492150 w 4752801"/>
              <a:gd name="connsiteY27831" fmla="*/ 448128 h 2767298"/>
              <a:gd name="connsiteX27832" fmla="*/ 494983 w 4752801"/>
              <a:gd name="connsiteY27832" fmla="*/ 443270 h 2767298"/>
              <a:gd name="connsiteX27833" fmla="*/ 496198 w 4752801"/>
              <a:gd name="connsiteY27833" fmla="*/ 442865 h 2767298"/>
              <a:gd name="connsiteX27834" fmla="*/ 333868 w 4752801"/>
              <a:gd name="connsiteY27834" fmla="*/ 442865 h 2767298"/>
              <a:gd name="connsiteX27835" fmla="*/ 339535 w 4752801"/>
              <a:gd name="connsiteY27835" fmla="*/ 442865 h 2767298"/>
              <a:gd name="connsiteX27836" fmla="*/ 340750 w 4752801"/>
              <a:gd name="connsiteY27836" fmla="*/ 443270 h 2767298"/>
              <a:gd name="connsiteX27837" fmla="*/ 343583 w 4752801"/>
              <a:gd name="connsiteY27837" fmla="*/ 448128 h 2767298"/>
              <a:gd name="connsiteX27838" fmla="*/ 343583 w 4752801"/>
              <a:gd name="connsiteY27838" fmla="*/ 449342 h 2767298"/>
              <a:gd name="connsiteX27839" fmla="*/ 340750 w 4752801"/>
              <a:gd name="connsiteY27839" fmla="*/ 454200 h 2767298"/>
              <a:gd name="connsiteX27840" fmla="*/ 339535 w 4752801"/>
              <a:gd name="connsiteY27840" fmla="*/ 454605 h 2767298"/>
              <a:gd name="connsiteX27841" fmla="*/ 333868 w 4752801"/>
              <a:gd name="connsiteY27841" fmla="*/ 454605 h 2767298"/>
              <a:gd name="connsiteX27842" fmla="*/ 332653 w 4752801"/>
              <a:gd name="connsiteY27842" fmla="*/ 454200 h 2767298"/>
              <a:gd name="connsiteX27843" fmla="*/ 329820 w 4752801"/>
              <a:gd name="connsiteY27843" fmla="*/ 449342 h 2767298"/>
              <a:gd name="connsiteX27844" fmla="*/ 329820 w 4752801"/>
              <a:gd name="connsiteY27844" fmla="*/ 448128 h 2767298"/>
              <a:gd name="connsiteX27845" fmla="*/ 332653 w 4752801"/>
              <a:gd name="connsiteY27845" fmla="*/ 443270 h 2767298"/>
              <a:gd name="connsiteX27846" fmla="*/ 333868 w 4752801"/>
              <a:gd name="connsiteY27846" fmla="*/ 442865 h 2767298"/>
              <a:gd name="connsiteX27847" fmla="*/ 293792 w 4752801"/>
              <a:gd name="connsiteY27847" fmla="*/ 442865 h 2767298"/>
              <a:gd name="connsiteX27848" fmla="*/ 299054 w 4752801"/>
              <a:gd name="connsiteY27848" fmla="*/ 442865 h 2767298"/>
              <a:gd name="connsiteX27849" fmla="*/ 300269 w 4752801"/>
              <a:gd name="connsiteY27849" fmla="*/ 443270 h 2767298"/>
              <a:gd name="connsiteX27850" fmla="*/ 303102 w 4752801"/>
              <a:gd name="connsiteY27850" fmla="*/ 448128 h 2767298"/>
              <a:gd name="connsiteX27851" fmla="*/ 303102 w 4752801"/>
              <a:gd name="connsiteY27851" fmla="*/ 449342 h 2767298"/>
              <a:gd name="connsiteX27852" fmla="*/ 300269 w 4752801"/>
              <a:gd name="connsiteY27852" fmla="*/ 454200 h 2767298"/>
              <a:gd name="connsiteX27853" fmla="*/ 299054 w 4752801"/>
              <a:gd name="connsiteY27853" fmla="*/ 454605 h 2767298"/>
              <a:gd name="connsiteX27854" fmla="*/ 293792 w 4752801"/>
              <a:gd name="connsiteY27854" fmla="*/ 454605 h 2767298"/>
              <a:gd name="connsiteX27855" fmla="*/ 292577 w 4752801"/>
              <a:gd name="connsiteY27855" fmla="*/ 454200 h 2767298"/>
              <a:gd name="connsiteX27856" fmla="*/ 289744 w 4752801"/>
              <a:gd name="connsiteY27856" fmla="*/ 449342 h 2767298"/>
              <a:gd name="connsiteX27857" fmla="*/ 289744 w 4752801"/>
              <a:gd name="connsiteY27857" fmla="*/ 448128 h 2767298"/>
              <a:gd name="connsiteX27858" fmla="*/ 292577 w 4752801"/>
              <a:gd name="connsiteY27858" fmla="*/ 443270 h 2767298"/>
              <a:gd name="connsiteX27859" fmla="*/ 293792 w 4752801"/>
              <a:gd name="connsiteY27859" fmla="*/ 442865 h 2767298"/>
              <a:gd name="connsiteX27860" fmla="*/ 253310 w 4752801"/>
              <a:gd name="connsiteY27860" fmla="*/ 442865 h 2767298"/>
              <a:gd name="connsiteX27861" fmla="*/ 258977 w 4752801"/>
              <a:gd name="connsiteY27861" fmla="*/ 442865 h 2767298"/>
              <a:gd name="connsiteX27862" fmla="*/ 260192 w 4752801"/>
              <a:gd name="connsiteY27862" fmla="*/ 443675 h 2767298"/>
              <a:gd name="connsiteX27863" fmla="*/ 263025 w 4752801"/>
              <a:gd name="connsiteY27863" fmla="*/ 448532 h 2767298"/>
              <a:gd name="connsiteX27864" fmla="*/ 263025 w 4752801"/>
              <a:gd name="connsiteY27864" fmla="*/ 449747 h 2767298"/>
              <a:gd name="connsiteX27865" fmla="*/ 260192 w 4752801"/>
              <a:gd name="connsiteY27865" fmla="*/ 454605 h 2767298"/>
              <a:gd name="connsiteX27866" fmla="*/ 258977 w 4752801"/>
              <a:gd name="connsiteY27866" fmla="*/ 455414 h 2767298"/>
              <a:gd name="connsiteX27867" fmla="*/ 253310 w 4752801"/>
              <a:gd name="connsiteY27867" fmla="*/ 455414 h 2767298"/>
              <a:gd name="connsiteX27868" fmla="*/ 252095 w 4752801"/>
              <a:gd name="connsiteY27868" fmla="*/ 454605 h 2767298"/>
              <a:gd name="connsiteX27869" fmla="*/ 249262 w 4752801"/>
              <a:gd name="connsiteY27869" fmla="*/ 449747 h 2767298"/>
              <a:gd name="connsiteX27870" fmla="*/ 249262 w 4752801"/>
              <a:gd name="connsiteY27870" fmla="*/ 448532 h 2767298"/>
              <a:gd name="connsiteX27871" fmla="*/ 252095 w 4752801"/>
              <a:gd name="connsiteY27871" fmla="*/ 443675 h 2767298"/>
              <a:gd name="connsiteX27872" fmla="*/ 253310 w 4752801"/>
              <a:gd name="connsiteY27872" fmla="*/ 442865 h 2767298"/>
              <a:gd name="connsiteX27873" fmla="*/ 3572367 w 4752801"/>
              <a:gd name="connsiteY27873" fmla="*/ 442460 h 2767298"/>
              <a:gd name="connsiteX27874" fmla="*/ 3578844 w 4752801"/>
              <a:gd name="connsiteY27874" fmla="*/ 442460 h 2767298"/>
              <a:gd name="connsiteX27875" fmla="*/ 3580059 w 4752801"/>
              <a:gd name="connsiteY27875" fmla="*/ 442865 h 2767298"/>
              <a:gd name="connsiteX27876" fmla="*/ 3583298 w 4752801"/>
              <a:gd name="connsiteY27876" fmla="*/ 448532 h 2767298"/>
              <a:gd name="connsiteX27877" fmla="*/ 3583298 w 4752801"/>
              <a:gd name="connsiteY27877" fmla="*/ 449747 h 2767298"/>
              <a:gd name="connsiteX27878" fmla="*/ 3580059 w 4752801"/>
              <a:gd name="connsiteY27878" fmla="*/ 455414 h 2767298"/>
              <a:gd name="connsiteX27879" fmla="*/ 3578844 w 4752801"/>
              <a:gd name="connsiteY27879" fmla="*/ 455819 h 2767298"/>
              <a:gd name="connsiteX27880" fmla="*/ 3572367 w 4752801"/>
              <a:gd name="connsiteY27880" fmla="*/ 455819 h 2767298"/>
              <a:gd name="connsiteX27881" fmla="*/ 3571153 w 4752801"/>
              <a:gd name="connsiteY27881" fmla="*/ 455414 h 2767298"/>
              <a:gd name="connsiteX27882" fmla="*/ 3567915 w 4752801"/>
              <a:gd name="connsiteY27882" fmla="*/ 449747 h 2767298"/>
              <a:gd name="connsiteX27883" fmla="*/ 3567915 w 4752801"/>
              <a:gd name="connsiteY27883" fmla="*/ 448532 h 2767298"/>
              <a:gd name="connsiteX27884" fmla="*/ 3571153 w 4752801"/>
              <a:gd name="connsiteY27884" fmla="*/ 442865 h 2767298"/>
              <a:gd name="connsiteX27885" fmla="*/ 3572367 w 4752801"/>
              <a:gd name="connsiteY27885" fmla="*/ 442460 h 2767298"/>
              <a:gd name="connsiteX27886" fmla="*/ 2681780 w 4752801"/>
              <a:gd name="connsiteY27886" fmla="*/ 442460 h 2767298"/>
              <a:gd name="connsiteX27887" fmla="*/ 2688257 w 4752801"/>
              <a:gd name="connsiteY27887" fmla="*/ 442460 h 2767298"/>
              <a:gd name="connsiteX27888" fmla="*/ 2689472 w 4752801"/>
              <a:gd name="connsiteY27888" fmla="*/ 442865 h 2767298"/>
              <a:gd name="connsiteX27889" fmla="*/ 2692711 w 4752801"/>
              <a:gd name="connsiteY27889" fmla="*/ 448532 h 2767298"/>
              <a:gd name="connsiteX27890" fmla="*/ 2692711 w 4752801"/>
              <a:gd name="connsiteY27890" fmla="*/ 449747 h 2767298"/>
              <a:gd name="connsiteX27891" fmla="*/ 2689472 w 4752801"/>
              <a:gd name="connsiteY27891" fmla="*/ 455414 h 2767298"/>
              <a:gd name="connsiteX27892" fmla="*/ 2688257 w 4752801"/>
              <a:gd name="connsiteY27892" fmla="*/ 456224 h 2767298"/>
              <a:gd name="connsiteX27893" fmla="*/ 2681780 w 4752801"/>
              <a:gd name="connsiteY27893" fmla="*/ 456224 h 2767298"/>
              <a:gd name="connsiteX27894" fmla="*/ 2680566 w 4752801"/>
              <a:gd name="connsiteY27894" fmla="*/ 455414 h 2767298"/>
              <a:gd name="connsiteX27895" fmla="*/ 2677328 w 4752801"/>
              <a:gd name="connsiteY27895" fmla="*/ 449747 h 2767298"/>
              <a:gd name="connsiteX27896" fmla="*/ 2677328 w 4752801"/>
              <a:gd name="connsiteY27896" fmla="*/ 448532 h 2767298"/>
              <a:gd name="connsiteX27897" fmla="*/ 2680566 w 4752801"/>
              <a:gd name="connsiteY27897" fmla="*/ 442865 h 2767298"/>
              <a:gd name="connsiteX27898" fmla="*/ 2681780 w 4752801"/>
              <a:gd name="connsiteY27898" fmla="*/ 442460 h 2767298"/>
              <a:gd name="connsiteX27899" fmla="*/ 1102607 w 4752801"/>
              <a:gd name="connsiteY27899" fmla="*/ 442460 h 2767298"/>
              <a:gd name="connsiteX27900" fmla="*/ 1109488 w 4752801"/>
              <a:gd name="connsiteY27900" fmla="*/ 442460 h 2767298"/>
              <a:gd name="connsiteX27901" fmla="*/ 1110703 w 4752801"/>
              <a:gd name="connsiteY27901" fmla="*/ 442865 h 2767298"/>
              <a:gd name="connsiteX27902" fmla="*/ 1113941 w 4752801"/>
              <a:gd name="connsiteY27902" fmla="*/ 448532 h 2767298"/>
              <a:gd name="connsiteX27903" fmla="*/ 1113941 w 4752801"/>
              <a:gd name="connsiteY27903" fmla="*/ 449747 h 2767298"/>
              <a:gd name="connsiteX27904" fmla="*/ 1110703 w 4752801"/>
              <a:gd name="connsiteY27904" fmla="*/ 455414 h 2767298"/>
              <a:gd name="connsiteX27905" fmla="*/ 1109488 w 4752801"/>
              <a:gd name="connsiteY27905" fmla="*/ 456224 h 2767298"/>
              <a:gd name="connsiteX27906" fmla="*/ 1102607 w 4752801"/>
              <a:gd name="connsiteY27906" fmla="*/ 456224 h 2767298"/>
              <a:gd name="connsiteX27907" fmla="*/ 1101392 w 4752801"/>
              <a:gd name="connsiteY27907" fmla="*/ 455414 h 2767298"/>
              <a:gd name="connsiteX27908" fmla="*/ 1098154 w 4752801"/>
              <a:gd name="connsiteY27908" fmla="*/ 449747 h 2767298"/>
              <a:gd name="connsiteX27909" fmla="*/ 1098154 w 4752801"/>
              <a:gd name="connsiteY27909" fmla="*/ 448532 h 2767298"/>
              <a:gd name="connsiteX27910" fmla="*/ 1101392 w 4752801"/>
              <a:gd name="connsiteY27910" fmla="*/ 442865 h 2767298"/>
              <a:gd name="connsiteX27911" fmla="*/ 1102607 w 4752801"/>
              <a:gd name="connsiteY27911" fmla="*/ 442460 h 2767298"/>
              <a:gd name="connsiteX27912" fmla="*/ 860124 w 4752801"/>
              <a:gd name="connsiteY27912" fmla="*/ 442460 h 2767298"/>
              <a:gd name="connsiteX27913" fmla="*/ 866196 w 4752801"/>
              <a:gd name="connsiteY27913" fmla="*/ 442460 h 2767298"/>
              <a:gd name="connsiteX27914" fmla="*/ 867410 w 4752801"/>
              <a:gd name="connsiteY27914" fmla="*/ 442865 h 2767298"/>
              <a:gd name="connsiteX27915" fmla="*/ 870244 w 4752801"/>
              <a:gd name="connsiteY27915" fmla="*/ 448127 h 2767298"/>
              <a:gd name="connsiteX27916" fmla="*/ 870244 w 4752801"/>
              <a:gd name="connsiteY27916" fmla="*/ 449342 h 2767298"/>
              <a:gd name="connsiteX27917" fmla="*/ 867410 w 4752801"/>
              <a:gd name="connsiteY27917" fmla="*/ 454604 h 2767298"/>
              <a:gd name="connsiteX27918" fmla="*/ 866196 w 4752801"/>
              <a:gd name="connsiteY27918" fmla="*/ 455009 h 2767298"/>
              <a:gd name="connsiteX27919" fmla="*/ 860124 w 4752801"/>
              <a:gd name="connsiteY27919" fmla="*/ 455009 h 2767298"/>
              <a:gd name="connsiteX27920" fmla="*/ 858909 w 4752801"/>
              <a:gd name="connsiteY27920" fmla="*/ 454604 h 2767298"/>
              <a:gd name="connsiteX27921" fmla="*/ 856076 w 4752801"/>
              <a:gd name="connsiteY27921" fmla="*/ 449342 h 2767298"/>
              <a:gd name="connsiteX27922" fmla="*/ 856076 w 4752801"/>
              <a:gd name="connsiteY27922" fmla="*/ 448127 h 2767298"/>
              <a:gd name="connsiteX27923" fmla="*/ 858909 w 4752801"/>
              <a:gd name="connsiteY27923" fmla="*/ 442865 h 2767298"/>
              <a:gd name="connsiteX27924" fmla="*/ 860124 w 4752801"/>
              <a:gd name="connsiteY27924" fmla="*/ 442460 h 2767298"/>
              <a:gd name="connsiteX27925" fmla="*/ 820048 w 4752801"/>
              <a:gd name="connsiteY27925" fmla="*/ 442460 h 2767298"/>
              <a:gd name="connsiteX27926" fmla="*/ 825715 w 4752801"/>
              <a:gd name="connsiteY27926" fmla="*/ 442460 h 2767298"/>
              <a:gd name="connsiteX27927" fmla="*/ 826930 w 4752801"/>
              <a:gd name="connsiteY27927" fmla="*/ 442865 h 2767298"/>
              <a:gd name="connsiteX27928" fmla="*/ 829763 w 4752801"/>
              <a:gd name="connsiteY27928" fmla="*/ 448127 h 2767298"/>
              <a:gd name="connsiteX27929" fmla="*/ 829763 w 4752801"/>
              <a:gd name="connsiteY27929" fmla="*/ 449342 h 2767298"/>
              <a:gd name="connsiteX27930" fmla="*/ 826930 w 4752801"/>
              <a:gd name="connsiteY27930" fmla="*/ 454604 h 2767298"/>
              <a:gd name="connsiteX27931" fmla="*/ 825715 w 4752801"/>
              <a:gd name="connsiteY27931" fmla="*/ 455009 h 2767298"/>
              <a:gd name="connsiteX27932" fmla="*/ 820048 w 4752801"/>
              <a:gd name="connsiteY27932" fmla="*/ 455009 h 2767298"/>
              <a:gd name="connsiteX27933" fmla="*/ 818833 w 4752801"/>
              <a:gd name="connsiteY27933" fmla="*/ 454604 h 2767298"/>
              <a:gd name="connsiteX27934" fmla="*/ 816000 w 4752801"/>
              <a:gd name="connsiteY27934" fmla="*/ 449342 h 2767298"/>
              <a:gd name="connsiteX27935" fmla="*/ 816000 w 4752801"/>
              <a:gd name="connsiteY27935" fmla="*/ 448127 h 2767298"/>
              <a:gd name="connsiteX27936" fmla="*/ 818833 w 4752801"/>
              <a:gd name="connsiteY27936" fmla="*/ 442865 h 2767298"/>
              <a:gd name="connsiteX27937" fmla="*/ 820048 w 4752801"/>
              <a:gd name="connsiteY27937" fmla="*/ 442460 h 2767298"/>
              <a:gd name="connsiteX27938" fmla="*/ 738681 w 4752801"/>
              <a:gd name="connsiteY27938" fmla="*/ 442460 h 2767298"/>
              <a:gd name="connsiteX27939" fmla="*/ 744348 w 4752801"/>
              <a:gd name="connsiteY27939" fmla="*/ 442460 h 2767298"/>
              <a:gd name="connsiteX27940" fmla="*/ 745562 w 4752801"/>
              <a:gd name="connsiteY27940" fmla="*/ 443270 h 2767298"/>
              <a:gd name="connsiteX27941" fmla="*/ 748396 w 4752801"/>
              <a:gd name="connsiteY27941" fmla="*/ 448127 h 2767298"/>
              <a:gd name="connsiteX27942" fmla="*/ 748396 w 4752801"/>
              <a:gd name="connsiteY27942" fmla="*/ 449342 h 2767298"/>
              <a:gd name="connsiteX27943" fmla="*/ 745562 w 4752801"/>
              <a:gd name="connsiteY27943" fmla="*/ 454200 h 2767298"/>
              <a:gd name="connsiteX27944" fmla="*/ 744348 w 4752801"/>
              <a:gd name="connsiteY27944" fmla="*/ 455009 h 2767298"/>
              <a:gd name="connsiteX27945" fmla="*/ 738681 w 4752801"/>
              <a:gd name="connsiteY27945" fmla="*/ 455009 h 2767298"/>
              <a:gd name="connsiteX27946" fmla="*/ 737466 w 4752801"/>
              <a:gd name="connsiteY27946" fmla="*/ 454200 h 2767298"/>
              <a:gd name="connsiteX27947" fmla="*/ 734633 w 4752801"/>
              <a:gd name="connsiteY27947" fmla="*/ 449342 h 2767298"/>
              <a:gd name="connsiteX27948" fmla="*/ 734633 w 4752801"/>
              <a:gd name="connsiteY27948" fmla="*/ 448127 h 2767298"/>
              <a:gd name="connsiteX27949" fmla="*/ 737466 w 4752801"/>
              <a:gd name="connsiteY27949" fmla="*/ 443270 h 2767298"/>
              <a:gd name="connsiteX27950" fmla="*/ 738681 w 4752801"/>
              <a:gd name="connsiteY27950" fmla="*/ 442460 h 2767298"/>
              <a:gd name="connsiteX27951" fmla="*/ 698199 w 4752801"/>
              <a:gd name="connsiteY27951" fmla="*/ 442460 h 2767298"/>
              <a:gd name="connsiteX27952" fmla="*/ 704271 w 4752801"/>
              <a:gd name="connsiteY27952" fmla="*/ 442460 h 2767298"/>
              <a:gd name="connsiteX27953" fmla="*/ 705485 w 4752801"/>
              <a:gd name="connsiteY27953" fmla="*/ 442865 h 2767298"/>
              <a:gd name="connsiteX27954" fmla="*/ 708319 w 4752801"/>
              <a:gd name="connsiteY27954" fmla="*/ 448127 h 2767298"/>
              <a:gd name="connsiteX27955" fmla="*/ 708319 w 4752801"/>
              <a:gd name="connsiteY27955" fmla="*/ 449342 h 2767298"/>
              <a:gd name="connsiteX27956" fmla="*/ 705485 w 4752801"/>
              <a:gd name="connsiteY27956" fmla="*/ 454604 h 2767298"/>
              <a:gd name="connsiteX27957" fmla="*/ 704271 w 4752801"/>
              <a:gd name="connsiteY27957" fmla="*/ 455009 h 2767298"/>
              <a:gd name="connsiteX27958" fmla="*/ 698199 w 4752801"/>
              <a:gd name="connsiteY27958" fmla="*/ 455009 h 2767298"/>
              <a:gd name="connsiteX27959" fmla="*/ 696984 w 4752801"/>
              <a:gd name="connsiteY27959" fmla="*/ 454604 h 2767298"/>
              <a:gd name="connsiteX27960" fmla="*/ 694151 w 4752801"/>
              <a:gd name="connsiteY27960" fmla="*/ 449342 h 2767298"/>
              <a:gd name="connsiteX27961" fmla="*/ 694151 w 4752801"/>
              <a:gd name="connsiteY27961" fmla="*/ 448127 h 2767298"/>
              <a:gd name="connsiteX27962" fmla="*/ 696984 w 4752801"/>
              <a:gd name="connsiteY27962" fmla="*/ 442865 h 2767298"/>
              <a:gd name="connsiteX27963" fmla="*/ 698199 w 4752801"/>
              <a:gd name="connsiteY27963" fmla="*/ 442460 h 2767298"/>
              <a:gd name="connsiteX27964" fmla="*/ 131462 w 4752801"/>
              <a:gd name="connsiteY27964" fmla="*/ 442460 h 2767298"/>
              <a:gd name="connsiteX27965" fmla="*/ 137534 w 4752801"/>
              <a:gd name="connsiteY27965" fmla="*/ 442460 h 2767298"/>
              <a:gd name="connsiteX27966" fmla="*/ 138748 w 4752801"/>
              <a:gd name="connsiteY27966" fmla="*/ 442865 h 2767298"/>
              <a:gd name="connsiteX27967" fmla="*/ 141582 w 4752801"/>
              <a:gd name="connsiteY27967" fmla="*/ 448127 h 2767298"/>
              <a:gd name="connsiteX27968" fmla="*/ 141582 w 4752801"/>
              <a:gd name="connsiteY27968" fmla="*/ 449342 h 2767298"/>
              <a:gd name="connsiteX27969" fmla="*/ 138748 w 4752801"/>
              <a:gd name="connsiteY27969" fmla="*/ 454604 h 2767298"/>
              <a:gd name="connsiteX27970" fmla="*/ 137534 w 4752801"/>
              <a:gd name="connsiteY27970" fmla="*/ 455009 h 2767298"/>
              <a:gd name="connsiteX27971" fmla="*/ 131462 w 4752801"/>
              <a:gd name="connsiteY27971" fmla="*/ 455009 h 2767298"/>
              <a:gd name="connsiteX27972" fmla="*/ 130247 w 4752801"/>
              <a:gd name="connsiteY27972" fmla="*/ 454604 h 2767298"/>
              <a:gd name="connsiteX27973" fmla="*/ 127414 w 4752801"/>
              <a:gd name="connsiteY27973" fmla="*/ 449342 h 2767298"/>
              <a:gd name="connsiteX27974" fmla="*/ 127414 w 4752801"/>
              <a:gd name="connsiteY27974" fmla="*/ 448127 h 2767298"/>
              <a:gd name="connsiteX27975" fmla="*/ 130247 w 4752801"/>
              <a:gd name="connsiteY27975" fmla="*/ 442865 h 2767298"/>
              <a:gd name="connsiteX27976" fmla="*/ 131462 w 4752801"/>
              <a:gd name="connsiteY27976" fmla="*/ 442460 h 2767298"/>
              <a:gd name="connsiteX27977" fmla="*/ 1183975 w 4752801"/>
              <a:gd name="connsiteY27977" fmla="*/ 442055 h 2767298"/>
              <a:gd name="connsiteX27978" fmla="*/ 1190452 w 4752801"/>
              <a:gd name="connsiteY27978" fmla="*/ 442055 h 2767298"/>
              <a:gd name="connsiteX27979" fmla="*/ 1191666 w 4752801"/>
              <a:gd name="connsiteY27979" fmla="*/ 442865 h 2767298"/>
              <a:gd name="connsiteX27980" fmla="*/ 1194904 w 4752801"/>
              <a:gd name="connsiteY27980" fmla="*/ 448532 h 2767298"/>
              <a:gd name="connsiteX27981" fmla="*/ 1194904 w 4752801"/>
              <a:gd name="connsiteY27981" fmla="*/ 449746 h 2767298"/>
              <a:gd name="connsiteX27982" fmla="*/ 1191666 w 4752801"/>
              <a:gd name="connsiteY27982" fmla="*/ 455414 h 2767298"/>
              <a:gd name="connsiteX27983" fmla="*/ 1190452 w 4752801"/>
              <a:gd name="connsiteY27983" fmla="*/ 456223 h 2767298"/>
              <a:gd name="connsiteX27984" fmla="*/ 1183975 w 4752801"/>
              <a:gd name="connsiteY27984" fmla="*/ 456223 h 2767298"/>
              <a:gd name="connsiteX27985" fmla="*/ 1182760 w 4752801"/>
              <a:gd name="connsiteY27985" fmla="*/ 455414 h 2767298"/>
              <a:gd name="connsiteX27986" fmla="*/ 1179522 w 4752801"/>
              <a:gd name="connsiteY27986" fmla="*/ 449746 h 2767298"/>
              <a:gd name="connsiteX27987" fmla="*/ 1179522 w 4752801"/>
              <a:gd name="connsiteY27987" fmla="*/ 448532 h 2767298"/>
              <a:gd name="connsiteX27988" fmla="*/ 1182760 w 4752801"/>
              <a:gd name="connsiteY27988" fmla="*/ 442865 h 2767298"/>
              <a:gd name="connsiteX27989" fmla="*/ 1183975 w 4752801"/>
              <a:gd name="connsiteY27989" fmla="*/ 442055 h 2767298"/>
              <a:gd name="connsiteX27990" fmla="*/ 1062531 w 4752801"/>
              <a:gd name="connsiteY27990" fmla="*/ 442055 h 2767298"/>
              <a:gd name="connsiteX27991" fmla="*/ 1069008 w 4752801"/>
              <a:gd name="connsiteY27991" fmla="*/ 442055 h 2767298"/>
              <a:gd name="connsiteX27992" fmla="*/ 1070222 w 4752801"/>
              <a:gd name="connsiteY27992" fmla="*/ 442460 h 2767298"/>
              <a:gd name="connsiteX27993" fmla="*/ 1073460 w 4752801"/>
              <a:gd name="connsiteY27993" fmla="*/ 448127 h 2767298"/>
              <a:gd name="connsiteX27994" fmla="*/ 1073460 w 4752801"/>
              <a:gd name="connsiteY27994" fmla="*/ 449342 h 2767298"/>
              <a:gd name="connsiteX27995" fmla="*/ 1070222 w 4752801"/>
              <a:gd name="connsiteY27995" fmla="*/ 455009 h 2767298"/>
              <a:gd name="connsiteX27996" fmla="*/ 1069008 w 4752801"/>
              <a:gd name="connsiteY27996" fmla="*/ 455414 h 2767298"/>
              <a:gd name="connsiteX27997" fmla="*/ 1062531 w 4752801"/>
              <a:gd name="connsiteY27997" fmla="*/ 455414 h 2767298"/>
              <a:gd name="connsiteX27998" fmla="*/ 1061316 w 4752801"/>
              <a:gd name="connsiteY27998" fmla="*/ 455009 h 2767298"/>
              <a:gd name="connsiteX27999" fmla="*/ 1058078 w 4752801"/>
              <a:gd name="connsiteY27999" fmla="*/ 449342 h 2767298"/>
              <a:gd name="connsiteX28000" fmla="*/ 1058078 w 4752801"/>
              <a:gd name="connsiteY28000" fmla="*/ 448127 h 2767298"/>
              <a:gd name="connsiteX28001" fmla="*/ 1061316 w 4752801"/>
              <a:gd name="connsiteY28001" fmla="*/ 442460 h 2767298"/>
              <a:gd name="connsiteX28002" fmla="*/ 1062531 w 4752801"/>
              <a:gd name="connsiteY28002" fmla="*/ 442055 h 2767298"/>
              <a:gd name="connsiteX28003" fmla="*/ 212424 w 4752801"/>
              <a:gd name="connsiteY28003" fmla="*/ 442055 h 2767298"/>
              <a:gd name="connsiteX28004" fmla="*/ 218902 w 4752801"/>
              <a:gd name="connsiteY28004" fmla="*/ 442055 h 2767298"/>
              <a:gd name="connsiteX28005" fmla="*/ 220116 w 4752801"/>
              <a:gd name="connsiteY28005" fmla="*/ 442865 h 2767298"/>
              <a:gd name="connsiteX28006" fmla="*/ 223354 w 4752801"/>
              <a:gd name="connsiteY28006" fmla="*/ 448532 h 2767298"/>
              <a:gd name="connsiteX28007" fmla="*/ 223354 w 4752801"/>
              <a:gd name="connsiteY28007" fmla="*/ 449746 h 2767298"/>
              <a:gd name="connsiteX28008" fmla="*/ 220116 w 4752801"/>
              <a:gd name="connsiteY28008" fmla="*/ 455414 h 2767298"/>
              <a:gd name="connsiteX28009" fmla="*/ 218902 w 4752801"/>
              <a:gd name="connsiteY28009" fmla="*/ 456223 h 2767298"/>
              <a:gd name="connsiteX28010" fmla="*/ 212424 w 4752801"/>
              <a:gd name="connsiteY28010" fmla="*/ 456223 h 2767298"/>
              <a:gd name="connsiteX28011" fmla="*/ 211210 w 4752801"/>
              <a:gd name="connsiteY28011" fmla="*/ 455414 h 2767298"/>
              <a:gd name="connsiteX28012" fmla="*/ 207972 w 4752801"/>
              <a:gd name="connsiteY28012" fmla="*/ 449746 h 2767298"/>
              <a:gd name="connsiteX28013" fmla="*/ 207972 w 4752801"/>
              <a:gd name="connsiteY28013" fmla="*/ 448532 h 2767298"/>
              <a:gd name="connsiteX28014" fmla="*/ 211210 w 4752801"/>
              <a:gd name="connsiteY28014" fmla="*/ 442865 h 2767298"/>
              <a:gd name="connsiteX28015" fmla="*/ 212424 w 4752801"/>
              <a:gd name="connsiteY28015" fmla="*/ 442055 h 2767298"/>
              <a:gd name="connsiteX28016" fmla="*/ 1224050 w 4752801"/>
              <a:gd name="connsiteY28016" fmla="*/ 441650 h 2767298"/>
              <a:gd name="connsiteX28017" fmla="*/ 1230932 w 4752801"/>
              <a:gd name="connsiteY28017" fmla="*/ 441650 h 2767298"/>
              <a:gd name="connsiteX28018" fmla="*/ 1232147 w 4752801"/>
              <a:gd name="connsiteY28018" fmla="*/ 442055 h 2767298"/>
              <a:gd name="connsiteX28019" fmla="*/ 1235790 w 4752801"/>
              <a:gd name="connsiteY28019" fmla="*/ 448127 h 2767298"/>
              <a:gd name="connsiteX28020" fmla="*/ 1235790 w 4752801"/>
              <a:gd name="connsiteY28020" fmla="*/ 449342 h 2767298"/>
              <a:gd name="connsiteX28021" fmla="*/ 1232147 w 4752801"/>
              <a:gd name="connsiteY28021" fmla="*/ 455414 h 2767298"/>
              <a:gd name="connsiteX28022" fmla="*/ 1230932 w 4752801"/>
              <a:gd name="connsiteY28022" fmla="*/ 456223 h 2767298"/>
              <a:gd name="connsiteX28023" fmla="*/ 1224050 w 4752801"/>
              <a:gd name="connsiteY28023" fmla="*/ 456223 h 2767298"/>
              <a:gd name="connsiteX28024" fmla="*/ 1222836 w 4752801"/>
              <a:gd name="connsiteY28024" fmla="*/ 455414 h 2767298"/>
              <a:gd name="connsiteX28025" fmla="*/ 1219193 w 4752801"/>
              <a:gd name="connsiteY28025" fmla="*/ 449342 h 2767298"/>
              <a:gd name="connsiteX28026" fmla="*/ 1219193 w 4752801"/>
              <a:gd name="connsiteY28026" fmla="*/ 448127 h 2767298"/>
              <a:gd name="connsiteX28027" fmla="*/ 1222836 w 4752801"/>
              <a:gd name="connsiteY28027" fmla="*/ 442055 h 2767298"/>
              <a:gd name="connsiteX28028" fmla="*/ 1224050 w 4752801"/>
              <a:gd name="connsiteY28028" fmla="*/ 441650 h 2767298"/>
              <a:gd name="connsiteX28029" fmla="*/ 2235677 w 4752801"/>
              <a:gd name="connsiteY28029" fmla="*/ 441246 h 2767298"/>
              <a:gd name="connsiteX28030" fmla="*/ 2243369 w 4752801"/>
              <a:gd name="connsiteY28030" fmla="*/ 441246 h 2767298"/>
              <a:gd name="connsiteX28031" fmla="*/ 2244583 w 4752801"/>
              <a:gd name="connsiteY28031" fmla="*/ 442056 h 2767298"/>
              <a:gd name="connsiteX28032" fmla="*/ 2248226 w 4752801"/>
              <a:gd name="connsiteY28032" fmla="*/ 448533 h 2767298"/>
              <a:gd name="connsiteX28033" fmla="*/ 2248226 w 4752801"/>
              <a:gd name="connsiteY28033" fmla="*/ 449747 h 2767298"/>
              <a:gd name="connsiteX28034" fmla="*/ 2244583 w 4752801"/>
              <a:gd name="connsiteY28034" fmla="*/ 456224 h 2767298"/>
              <a:gd name="connsiteX28035" fmla="*/ 2243369 w 4752801"/>
              <a:gd name="connsiteY28035" fmla="*/ 456629 h 2767298"/>
              <a:gd name="connsiteX28036" fmla="*/ 2235677 w 4752801"/>
              <a:gd name="connsiteY28036" fmla="*/ 456629 h 2767298"/>
              <a:gd name="connsiteX28037" fmla="*/ 2234463 w 4752801"/>
              <a:gd name="connsiteY28037" fmla="*/ 456224 h 2767298"/>
              <a:gd name="connsiteX28038" fmla="*/ 2230820 w 4752801"/>
              <a:gd name="connsiteY28038" fmla="*/ 449747 h 2767298"/>
              <a:gd name="connsiteX28039" fmla="*/ 2230820 w 4752801"/>
              <a:gd name="connsiteY28039" fmla="*/ 448533 h 2767298"/>
              <a:gd name="connsiteX28040" fmla="*/ 2234463 w 4752801"/>
              <a:gd name="connsiteY28040" fmla="*/ 442056 h 2767298"/>
              <a:gd name="connsiteX28041" fmla="*/ 2235677 w 4752801"/>
              <a:gd name="connsiteY28041" fmla="*/ 441246 h 2767298"/>
              <a:gd name="connsiteX28042" fmla="*/ 1264531 w 4752801"/>
              <a:gd name="connsiteY28042" fmla="*/ 441246 h 2767298"/>
              <a:gd name="connsiteX28043" fmla="*/ 1271818 w 4752801"/>
              <a:gd name="connsiteY28043" fmla="*/ 441246 h 2767298"/>
              <a:gd name="connsiteX28044" fmla="*/ 1273033 w 4752801"/>
              <a:gd name="connsiteY28044" fmla="*/ 441651 h 2767298"/>
              <a:gd name="connsiteX28045" fmla="*/ 1276676 w 4752801"/>
              <a:gd name="connsiteY28045" fmla="*/ 448128 h 2767298"/>
              <a:gd name="connsiteX28046" fmla="*/ 1276676 w 4752801"/>
              <a:gd name="connsiteY28046" fmla="*/ 449342 h 2767298"/>
              <a:gd name="connsiteX28047" fmla="*/ 1273033 w 4752801"/>
              <a:gd name="connsiteY28047" fmla="*/ 455819 h 2767298"/>
              <a:gd name="connsiteX28048" fmla="*/ 1271818 w 4752801"/>
              <a:gd name="connsiteY28048" fmla="*/ 456224 h 2767298"/>
              <a:gd name="connsiteX28049" fmla="*/ 1264531 w 4752801"/>
              <a:gd name="connsiteY28049" fmla="*/ 456224 h 2767298"/>
              <a:gd name="connsiteX28050" fmla="*/ 1263317 w 4752801"/>
              <a:gd name="connsiteY28050" fmla="*/ 455819 h 2767298"/>
              <a:gd name="connsiteX28051" fmla="*/ 1259674 w 4752801"/>
              <a:gd name="connsiteY28051" fmla="*/ 449342 h 2767298"/>
              <a:gd name="connsiteX28052" fmla="*/ 1259674 w 4752801"/>
              <a:gd name="connsiteY28052" fmla="*/ 448128 h 2767298"/>
              <a:gd name="connsiteX28053" fmla="*/ 1263317 w 4752801"/>
              <a:gd name="connsiteY28053" fmla="*/ 441651 h 2767298"/>
              <a:gd name="connsiteX28054" fmla="*/ 1264531 w 4752801"/>
              <a:gd name="connsiteY28054" fmla="*/ 441246 h 2767298"/>
              <a:gd name="connsiteX28055" fmla="*/ 3530672 w 4752801"/>
              <a:gd name="connsiteY28055" fmla="*/ 440841 h 2767298"/>
              <a:gd name="connsiteX28056" fmla="*/ 3539173 w 4752801"/>
              <a:gd name="connsiteY28056" fmla="*/ 440841 h 2767298"/>
              <a:gd name="connsiteX28057" fmla="*/ 3540387 w 4752801"/>
              <a:gd name="connsiteY28057" fmla="*/ 441246 h 2767298"/>
              <a:gd name="connsiteX28058" fmla="*/ 3544436 w 4752801"/>
              <a:gd name="connsiteY28058" fmla="*/ 448532 h 2767298"/>
              <a:gd name="connsiteX28059" fmla="*/ 3544436 w 4752801"/>
              <a:gd name="connsiteY28059" fmla="*/ 449747 h 2767298"/>
              <a:gd name="connsiteX28060" fmla="*/ 3540387 w 4752801"/>
              <a:gd name="connsiteY28060" fmla="*/ 457034 h 2767298"/>
              <a:gd name="connsiteX28061" fmla="*/ 3539173 w 4752801"/>
              <a:gd name="connsiteY28061" fmla="*/ 457438 h 2767298"/>
              <a:gd name="connsiteX28062" fmla="*/ 3530672 w 4752801"/>
              <a:gd name="connsiteY28062" fmla="*/ 457438 h 2767298"/>
              <a:gd name="connsiteX28063" fmla="*/ 3529458 w 4752801"/>
              <a:gd name="connsiteY28063" fmla="*/ 457034 h 2767298"/>
              <a:gd name="connsiteX28064" fmla="*/ 3525410 w 4752801"/>
              <a:gd name="connsiteY28064" fmla="*/ 449747 h 2767298"/>
              <a:gd name="connsiteX28065" fmla="*/ 3525410 w 4752801"/>
              <a:gd name="connsiteY28065" fmla="*/ 448532 h 2767298"/>
              <a:gd name="connsiteX28066" fmla="*/ 3529458 w 4752801"/>
              <a:gd name="connsiteY28066" fmla="*/ 441246 h 2767298"/>
              <a:gd name="connsiteX28067" fmla="*/ 3530672 w 4752801"/>
              <a:gd name="connsiteY28067" fmla="*/ 440841 h 2767298"/>
              <a:gd name="connsiteX28068" fmla="*/ 1668535 w 4752801"/>
              <a:gd name="connsiteY28068" fmla="*/ 440841 h 2767298"/>
              <a:gd name="connsiteX28069" fmla="*/ 1677036 w 4752801"/>
              <a:gd name="connsiteY28069" fmla="*/ 440841 h 2767298"/>
              <a:gd name="connsiteX28070" fmla="*/ 1678251 w 4752801"/>
              <a:gd name="connsiteY28070" fmla="*/ 441246 h 2767298"/>
              <a:gd name="connsiteX28071" fmla="*/ 1682703 w 4752801"/>
              <a:gd name="connsiteY28071" fmla="*/ 448532 h 2767298"/>
              <a:gd name="connsiteX28072" fmla="*/ 1682703 w 4752801"/>
              <a:gd name="connsiteY28072" fmla="*/ 449747 h 2767298"/>
              <a:gd name="connsiteX28073" fmla="*/ 1678251 w 4752801"/>
              <a:gd name="connsiteY28073" fmla="*/ 457034 h 2767298"/>
              <a:gd name="connsiteX28074" fmla="*/ 1677036 w 4752801"/>
              <a:gd name="connsiteY28074" fmla="*/ 457438 h 2767298"/>
              <a:gd name="connsiteX28075" fmla="*/ 1668535 w 4752801"/>
              <a:gd name="connsiteY28075" fmla="*/ 457438 h 2767298"/>
              <a:gd name="connsiteX28076" fmla="*/ 1667321 w 4752801"/>
              <a:gd name="connsiteY28076" fmla="*/ 457034 h 2767298"/>
              <a:gd name="connsiteX28077" fmla="*/ 1662868 w 4752801"/>
              <a:gd name="connsiteY28077" fmla="*/ 449747 h 2767298"/>
              <a:gd name="connsiteX28078" fmla="*/ 1662868 w 4752801"/>
              <a:gd name="connsiteY28078" fmla="*/ 448532 h 2767298"/>
              <a:gd name="connsiteX28079" fmla="*/ 1667321 w 4752801"/>
              <a:gd name="connsiteY28079" fmla="*/ 441246 h 2767298"/>
              <a:gd name="connsiteX28080" fmla="*/ 1668535 w 4752801"/>
              <a:gd name="connsiteY28080" fmla="*/ 440841 h 2767298"/>
              <a:gd name="connsiteX28081" fmla="*/ 3490191 w 4752801"/>
              <a:gd name="connsiteY28081" fmla="*/ 440436 h 2767298"/>
              <a:gd name="connsiteX28082" fmla="*/ 3499097 w 4752801"/>
              <a:gd name="connsiteY28082" fmla="*/ 440436 h 2767298"/>
              <a:gd name="connsiteX28083" fmla="*/ 3500311 w 4752801"/>
              <a:gd name="connsiteY28083" fmla="*/ 440841 h 2767298"/>
              <a:gd name="connsiteX28084" fmla="*/ 3504764 w 4752801"/>
              <a:gd name="connsiteY28084" fmla="*/ 448532 h 2767298"/>
              <a:gd name="connsiteX28085" fmla="*/ 3504764 w 4752801"/>
              <a:gd name="connsiteY28085" fmla="*/ 449747 h 2767298"/>
              <a:gd name="connsiteX28086" fmla="*/ 3500311 w 4752801"/>
              <a:gd name="connsiteY28086" fmla="*/ 457438 h 2767298"/>
              <a:gd name="connsiteX28087" fmla="*/ 3499097 w 4752801"/>
              <a:gd name="connsiteY28087" fmla="*/ 458248 h 2767298"/>
              <a:gd name="connsiteX28088" fmla="*/ 3490191 w 4752801"/>
              <a:gd name="connsiteY28088" fmla="*/ 458248 h 2767298"/>
              <a:gd name="connsiteX28089" fmla="*/ 3488976 w 4752801"/>
              <a:gd name="connsiteY28089" fmla="*/ 457438 h 2767298"/>
              <a:gd name="connsiteX28090" fmla="*/ 3484524 w 4752801"/>
              <a:gd name="connsiteY28090" fmla="*/ 449747 h 2767298"/>
              <a:gd name="connsiteX28091" fmla="*/ 3484524 w 4752801"/>
              <a:gd name="connsiteY28091" fmla="*/ 448532 h 2767298"/>
              <a:gd name="connsiteX28092" fmla="*/ 3488976 w 4752801"/>
              <a:gd name="connsiteY28092" fmla="*/ 440841 h 2767298"/>
              <a:gd name="connsiteX28093" fmla="*/ 3490191 w 4752801"/>
              <a:gd name="connsiteY28093" fmla="*/ 440436 h 2767298"/>
              <a:gd name="connsiteX28094" fmla="*/ 2154714 w 4752801"/>
              <a:gd name="connsiteY28094" fmla="*/ 440436 h 2767298"/>
              <a:gd name="connsiteX28095" fmla="*/ 2162810 w 4752801"/>
              <a:gd name="connsiteY28095" fmla="*/ 440436 h 2767298"/>
              <a:gd name="connsiteX28096" fmla="*/ 2164025 w 4752801"/>
              <a:gd name="connsiteY28096" fmla="*/ 440841 h 2767298"/>
              <a:gd name="connsiteX28097" fmla="*/ 2168073 w 4752801"/>
              <a:gd name="connsiteY28097" fmla="*/ 448127 h 2767298"/>
              <a:gd name="connsiteX28098" fmla="*/ 2168073 w 4752801"/>
              <a:gd name="connsiteY28098" fmla="*/ 449342 h 2767298"/>
              <a:gd name="connsiteX28099" fmla="*/ 2164025 w 4752801"/>
              <a:gd name="connsiteY28099" fmla="*/ 456629 h 2767298"/>
              <a:gd name="connsiteX28100" fmla="*/ 2162810 w 4752801"/>
              <a:gd name="connsiteY28100" fmla="*/ 457438 h 2767298"/>
              <a:gd name="connsiteX28101" fmla="*/ 2154714 w 4752801"/>
              <a:gd name="connsiteY28101" fmla="*/ 457438 h 2767298"/>
              <a:gd name="connsiteX28102" fmla="*/ 2153500 w 4752801"/>
              <a:gd name="connsiteY28102" fmla="*/ 456629 h 2767298"/>
              <a:gd name="connsiteX28103" fmla="*/ 2149452 w 4752801"/>
              <a:gd name="connsiteY28103" fmla="*/ 449342 h 2767298"/>
              <a:gd name="connsiteX28104" fmla="*/ 2149452 w 4752801"/>
              <a:gd name="connsiteY28104" fmla="*/ 448127 h 2767298"/>
              <a:gd name="connsiteX28105" fmla="*/ 2153500 w 4752801"/>
              <a:gd name="connsiteY28105" fmla="*/ 440841 h 2767298"/>
              <a:gd name="connsiteX28106" fmla="*/ 2154714 w 4752801"/>
              <a:gd name="connsiteY28106" fmla="*/ 440436 h 2767298"/>
              <a:gd name="connsiteX28107" fmla="*/ 1628458 w 4752801"/>
              <a:gd name="connsiteY28107" fmla="*/ 440436 h 2767298"/>
              <a:gd name="connsiteX28108" fmla="*/ 1636554 w 4752801"/>
              <a:gd name="connsiteY28108" fmla="*/ 440436 h 2767298"/>
              <a:gd name="connsiteX28109" fmla="*/ 1637769 w 4752801"/>
              <a:gd name="connsiteY28109" fmla="*/ 440841 h 2767298"/>
              <a:gd name="connsiteX28110" fmla="*/ 1641817 w 4752801"/>
              <a:gd name="connsiteY28110" fmla="*/ 448127 h 2767298"/>
              <a:gd name="connsiteX28111" fmla="*/ 1641817 w 4752801"/>
              <a:gd name="connsiteY28111" fmla="*/ 449342 h 2767298"/>
              <a:gd name="connsiteX28112" fmla="*/ 1637769 w 4752801"/>
              <a:gd name="connsiteY28112" fmla="*/ 456629 h 2767298"/>
              <a:gd name="connsiteX28113" fmla="*/ 1636554 w 4752801"/>
              <a:gd name="connsiteY28113" fmla="*/ 457438 h 2767298"/>
              <a:gd name="connsiteX28114" fmla="*/ 1628458 w 4752801"/>
              <a:gd name="connsiteY28114" fmla="*/ 457438 h 2767298"/>
              <a:gd name="connsiteX28115" fmla="*/ 1627244 w 4752801"/>
              <a:gd name="connsiteY28115" fmla="*/ 456629 h 2767298"/>
              <a:gd name="connsiteX28116" fmla="*/ 1623196 w 4752801"/>
              <a:gd name="connsiteY28116" fmla="*/ 449342 h 2767298"/>
              <a:gd name="connsiteX28117" fmla="*/ 1623196 w 4752801"/>
              <a:gd name="connsiteY28117" fmla="*/ 448127 h 2767298"/>
              <a:gd name="connsiteX28118" fmla="*/ 1627244 w 4752801"/>
              <a:gd name="connsiteY28118" fmla="*/ 440841 h 2767298"/>
              <a:gd name="connsiteX28119" fmla="*/ 1628458 w 4752801"/>
              <a:gd name="connsiteY28119" fmla="*/ 440436 h 2767298"/>
              <a:gd name="connsiteX28120" fmla="*/ 2195196 w 4752801"/>
              <a:gd name="connsiteY28120" fmla="*/ 440031 h 2767298"/>
              <a:gd name="connsiteX28121" fmla="*/ 2203292 w 4752801"/>
              <a:gd name="connsiteY28121" fmla="*/ 440031 h 2767298"/>
              <a:gd name="connsiteX28122" fmla="*/ 2204507 w 4752801"/>
              <a:gd name="connsiteY28122" fmla="*/ 440841 h 2767298"/>
              <a:gd name="connsiteX28123" fmla="*/ 2208555 w 4752801"/>
              <a:gd name="connsiteY28123" fmla="*/ 448127 h 2767298"/>
              <a:gd name="connsiteX28124" fmla="*/ 2208555 w 4752801"/>
              <a:gd name="connsiteY28124" fmla="*/ 449342 h 2767298"/>
              <a:gd name="connsiteX28125" fmla="*/ 2204507 w 4752801"/>
              <a:gd name="connsiteY28125" fmla="*/ 456628 h 2767298"/>
              <a:gd name="connsiteX28126" fmla="*/ 2203697 w 4752801"/>
              <a:gd name="connsiteY28126" fmla="*/ 457438 h 2767298"/>
              <a:gd name="connsiteX28127" fmla="*/ 2195196 w 4752801"/>
              <a:gd name="connsiteY28127" fmla="*/ 457438 h 2767298"/>
              <a:gd name="connsiteX28128" fmla="*/ 2193982 w 4752801"/>
              <a:gd name="connsiteY28128" fmla="*/ 456628 h 2767298"/>
              <a:gd name="connsiteX28129" fmla="*/ 2189934 w 4752801"/>
              <a:gd name="connsiteY28129" fmla="*/ 449342 h 2767298"/>
              <a:gd name="connsiteX28130" fmla="*/ 2189934 w 4752801"/>
              <a:gd name="connsiteY28130" fmla="*/ 448127 h 2767298"/>
              <a:gd name="connsiteX28131" fmla="*/ 2193982 w 4752801"/>
              <a:gd name="connsiteY28131" fmla="*/ 440841 h 2767298"/>
              <a:gd name="connsiteX28132" fmla="*/ 2195196 w 4752801"/>
              <a:gd name="connsiteY28132" fmla="*/ 440031 h 2767298"/>
              <a:gd name="connsiteX28133" fmla="*/ 1708611 w 4752801"/>
              <a:gd name="connsiteY28133" fmla="*/ 440031 h 2767298"/>
              <a:gd name="connsiteX28134" fmla="*/ 1717517 w 4752801"/>
              <a:gd name="connsiteY28134" fmla="*/ 440031 h 2767298"/>
              <a:gd name="connsiteX28135" fmla="*/ 1718731 w 4752801"/>
              <a:gd name="connsiteY28135" fmla="*/ 440436 h 2767298"/>
              <a:gd name="connsiteX28136" fmla="*/ 1723184 w 4752801"/>
              <a:gd name="connsiteY28136" fmla="*/ 448127 h 2767298"/>
              <a:gd name="connsiteX28137" fmla="*/ 1723184 w 4752801"/>
              <a:gd name="connsiteY28137" fmla="*/ 449342 h 2767298"/>
              <a:gd name="connsiteX28138" fmla="*/ 1718731 w 4752801"/>
              <a:gd name="connsiteY28138" fmla="*/ 457033 h 2767298"/>
              <a:gd name="connsiteX28139" fmla="*/ 1717517 w 4752801"/>
              <a:gd name="connsiteY28139" fmla="*/ 457438 h 2767298"/>
              <a:gd name="connsiteX28140" fmla="*/ 1708611 w 4752801"/>
              <a:gd name="connsiteY28140" fmla="*/ 457438 h 2767298"/>
              <a:gd name="connsiteX28141" fmla="*/ 1707397 w 4752801"/>
              <a:gd name="connsiteY28141" fmla="*/ 457033 h 2767298"/>
              <a:gd name="connsiteX28142" fmla="*/ 1702944 w 4752801"/>
              <a:gd name="connsiteY28142" fmla="*/ 449342 h 2767298"/>
              <a:gd name="connsiteX28143" fmla="*/ 1702944 w 4752801"/>
              <a:gd name="connsiteY28143" fmla="*/ 448127 h 2767298"/>
              <a:gd name="connsiteX28144" fmla="*/ 1707397 w 4752801"/>
              <a:gd name="connsiteY28144" fmla="*/ 440436 h 2767298"/>
              <a:gd name="connsiteX28145" fmla="*/ 1708611 w 4752801"/>
              <a:gd name="connsiteY28145" fmla="*/ 440031 h 2767298"/>
              <a:gd name="connsiteX28146" fmla="*/ 2517427 w 4752801"/>
              <a:gd name="connsiteY28146" fmla="*/ 438412 h 2767298"/>
              <a:gd name="connsiteX28147" fmla="*/ 2528357 w 4752801"/>
              <a:gd name="connsiteY28147" fmla="*/ 438412 h 2767298"/>
              <a:gd name="connsiteX28148" fmla="*/ 2529571 w 4752801"/>
              <a:gd name="connsiteY28148" fmla="*/ 439222 h 2767298"/>
              <a:gd name="connsiteX28149" fmla="*/ 2534834 w 4752801"/>
              <a:gd name="connsiteY28149" fmla="*/ 448532 h 2767298"/>
              <a:gd name="connsiteX28150" fmla="*/ 2534834 w 4752801"/>
              <a:gd name="connsiteY28150" fmla="*/ 449747 h 2767298"/>
              <a:gd name="connsiteX28151" fmla="*/ 2529571 w 4752801"/>
              <a:gd name="connsiteY28151" fmla="*/ 459057 h 2767298"/>
              <a:gd name="connsiteX28152" fmla="*/ 2528357 w 4752801"/>
              <a:gd name="connsiteY28152" fmla="*/ 459867 h 2767298"/>
              <a:gd name="connsiteX28153" fmla="*/ 2517427 w 4752801"/>
              <a:gd name="connsiteY28153" fmla="*/ 459867 h 2767298"/>
              <a:gd name="connsiteX28154" fmla="*/ 2516212 w 4752801"/>
              <a:gd name="connsiteY28154" fmla="*/ 459057 h 2767298"/>
              <a:gd name="connsiteX28155" fmla="*/ 2510950 w 4752801"/>
              <a:gd name="connsiteY28155" fmla="*/ 449747 h 2767298"/>
              <a:gd name="connsiteX28156" fmla="*/ 2510950 w 4752801"/>
              <a:gd name="connsiteY28156" fmla="*/ 448532 h 2767298"/>
              <a:gd name="connsiteX28157" fmla="*/ 2516212 w 4752801"/>
              <a:gd name="connsiteY28157" fmla="*/ 439222 h 2767298"/>
              <a:gd name="connsiteX28158" fmla="*/ 2517427 w 4752801"/>
              <a:gd name="connsiteY28158" fmla="*/ 438412 h 2767298"/>
              <a:gd name="connsiteX28159" fmla="*/ 3448091 w 4752801"/>
              <a:gd name="connsiteY28159" fmla="*/ 437602 h 2767298"/>
              <a:gd name="connsiteX28160" fmla="*/ 3459830 w 4752801"/>
              <a:gd name="connsiteY28160" fmla="*/ 437602 h 2767298"/>
              <a:gd name="connsiteX28161" fmla="*/ 3461044 w 4752801"/>
              <a:gd name="connsiteY28161" fmla="*/ 438007 h 2767298"/>
              <a:gd name="connsiteX28162" fmla="*/ 3466712 w 4752801"/>
              <a:gd name="connsiteY28162" fmla="*/ 448127 h 2767298"/>
              <a:gd name="connsiteX28163" fmla="*/ 3466712 w 4752801"/>
              <a:gd name="connsiteY28163" fmla="*/ 449342 h 2767298"/>
              <a:gd name="connsiteX28164" fmla="*/ 3461044 w 4752801"/>
              <a:gd name="connsiteY28164" fmla="*/ 459462 h 2767298"/>
              <a:gd name="connsiteX28165" fmla="*/ 3459830 w 4752801"/>
              <a:gd name="connsiteY28165" fmla="*/ 459867 h 2767298"/>
              <a:gd name="connsiteX28166" fmla="*/ 3448091 w 4752801"/>
              <a:gd name="connsiteY28166" fmla="*/ 459867 h 2767298"/>
              <a:gd name="connsiteX28167" fmla="*/ 3446876 w 4752801"/>
              <a:gd name="connsiteY28167" fmla="*/ 459462 h 2767298"/>
              <a:gd name="connsiteX28168" fmla="*/ 3441209 w 4752801"/>
              <a:gd name="connsiteY28168" fmla="*/ 449342 h 2767298"/>
              <a:gd name="connsiteX28169" fmla="*/ 3441209 w 4752801"/>
              <a:gd name="connsiteY28169" fmla="*/ 448127 h 2767298"/>
              <a:gd name="connsiteX28170" fmla="*/ 3446876 w 4752801"/>
              <a:gd name="connsiteY28170" fmla="*/ 438007 h 2767298"/>
              <a:gd name="connsiteX28171" fmla="*/ 3448091 w 4752801"/>
              <a:gd name="connsiteY28171" fmla="*/ 437602 h 2767298"/>
              <a:gd name="connsiteX28172" fmla="*/ 7184 w 4752801"/>
              <a:gd name="connsiteY28172" fmla="*/ 437602 h 2767298"/>
              <a:gd name="connsiteX28173" fmla="*/ 18924 w 4752801"/>
              <a:gd name="connsiteY28173" fmla="*/ 437602 h 2767298"/>
              <a:gd name="connsiteX28174" fmla="*/ 20138 w 4752801"/>
              <a:gd name="connsiteY28174" fmla="*/ 438412 h 2767298"/>
              <a:gd name="connsiteX28175" fmla="*/ 25806 w 4752801"/>
              <a:gd name="connsiteY28175" fmla="*/ 448532 h 2767298"/>
              <a:gd name="connsiteX28176" fmla="*/ 25806 w 4752801"/>
              <a:gd name="connsiteY28176" fmla="*/ 449746 h 2767298"/>
              <a:gd name="connsiteX28177" fmla="*/ 20138 w 4752801"/>
              <a:gd name="connsiteY28177" fmla="*/ 459867 h 2767298"/>
              <a:gd name="connsiteX28178" fmla="*/ 18924 w 4752801"/>
              <a:gd name="connsiteY28178" fmla="*/ 460676 h 2767298"/>
              <a:gd name="connsiteX28179" fmla="*/ 7184 w 4752801"/>
              <a:gd name="connsiteY28179" fmla="*/ 460676 h 2767298"/>
              <a:gd name="connsiteX28180" fmla="*/ 5970 w 4752801"/>
              <a:gd name="connsiteY28180" fmla="*/ 459867 h 2767298"/>
              <a:gd name="connsiteX28181" fmla="*/ 303 w 4752801"/>
              <a:gd name="connsiteY28181" fmla="*/ 449746 h 2767298"/>
              <a:gd name="connsiteX28182" fmla="*/ 303 w 4752801"/>
              <a:gd name="connsiteY28182" fmla="*/ 448532 h 2767298"/>
              <a:gd name="connsiteX28183" fmla="*/ 5970 w 4752801"/>
              <a:gd name="connsiteY28183" fmla="*/ 438412 h 2767298"/>
              <a:gd name="connsiteX28184" fmla="*/ 7184 w 4752801"/>
              <a:gd name="connsiteY28184" fmla="*/ 437602 h 2767298"/>
              <a:gd name="connsiteX28185" fmla="*/ 3366723 w 4752801"/>
              <a:gd name="connsiteY28185" fmla="*/ 436793 h 2767298"/>
              <a:gd name="connsiteX28186" fmla="*/ 3379677 w 4752801"/>
              <a:gd name="connsiteY28186" fmla="*/ 436793 h 2767298"/>
              <a:gd name="connsiteX28187" fmla="*/ 3380892 w 4752801"/>
              <a:gd name="connsiteY28187" fmla="*/ 437198 h 2767298"/>
              <a:gd name="connsiteX28188" fmla="*/ 3387368 w 4752801"/>
              <a:gd name="connsiteY28188" fmla="*/ 448533 h 2767298"/>
              <a:gd name="connsiteX28189" fmla="*/ 3387368 w 4752801"/>
              <a:gd name="connsiteY28189" fmla="*/ 449747 h 2767298"/>
              <a:gd name="connsiteX28190" fmla="*/ 3380892 w 4752801"/>
              <a:gd name="connsiteY28190" fmla="*/ 461082 h 2767298"/>
              <a:gd name="connsiteX28191" fmla="*/ 3379677 w 4752801"/>
              <a:gd name="connsiteY28191" fmla="*/ 461891 h 2767298"/>
              <a:gd name="connsiteX28192" fmla="*/ 3366723 w 4752801"/>
              <a:gd name="connsiteY28192" fmla="*/ 461891 h 2767298"/>
              <a:gd name="connsiteX28193" fmla="*/ 3365508 w 4752801"/>
              <a:gd name="connsiteY28193" fmla="*/ 461082 h 2767298"/>
              <a:gd name="connsiteX28194" fmla="*/ 3359032 w 4752801"/>
              <a:gd name="connsiteY28194" fmla="*/ 449747 h 2767298"/>
              <a:gd name="connsiteX28195" fmla="*/ 3359032 w 4752801"/>
              <a:gd name="connsiteY28195" fmla="*/ 448533 h 2767298"/>
              <a:gd name="connsiteX28196" fmla="*/ 3365508 w 4752801"/>
              <a:gd name="connsiteY28196" fmla="*/ 437198 h 2767298"/>
              <a:gd name="connsiteX28197" fmla="*/ 3366723 w 4752801"/>
              <a:gd name="connsiteY28197" fmla="*/ 436793 h 2767298"/>
              <a:gd name="connsiteX28198" fmla="*/ 3407204 w 4752801"/>
              <a:gd name="connsiteY28198" fmla="*/ 436388 h 2767298"/>
              <a:gd name="connsiteX28199" fmla="*/ 3420158 w 4752801"/>
              <a:gd name="connsiteY28199" fmla="*/ 436388 h 2767298"/>
              <a:gd name="connsiteX28200" fmla="*/ 3421373 w 4752801"/>
              <a:gd name="connsiteY28200" fmla="*/ 436793 h 2767298"/>
              <a:gd name="connsiteX28201" fmla="*/ 3427849 w 4752801"/>
              <a:gd name="connsiteY28201" fmla="*/ 448128 h 2767298"/>
              <a:gd name="connsiteX28202" fmla="*/ 3427849 w 4752801"/>
              <a:gd name="connsiteY28202" fmla="*/ 449342 h 2767298"/>
              <a:gd name="connsiteX28203" fmla="*/ 3421373 w 4752801"/>
              <a:gd name="connsiteY28203" fmla="*/ 460677 h 2767298"/>
              <a:gd name="connsiteX28204" fmla="*/ 3420158 w 4752801"/>
              <a:gd name="connsiteY28204" fmla="*/ 461486 h 2767298"/>
              <a:gd name="connsiteX28205" fmla="*/ 3407204 w 4752801"/>
              <a:gd name="connsiteY28205" fmla="*/ 461486 h 2767298"/>
              <a:gd name="connsiteX28206" fmla="*/ 3405989 w 4752801"/>
              <a:gd name="connsiteY28206" fmla="*/ 460677 h 2767298"/>
              <a:gd name="connsiteX28207" fmla="*/ 3399513 w 4752801"/>
              <a:gd name="connsiteY28207" fmla="*/ 449342 h 2767298"/>
              <a:gd name="connsiteX28208" fmla="*/ 3399513 w 4752801"/>
              <a:gd name="connsiteY28208" fmla="*/ 448128 h 2767298"/>
              <a:gd name="connsiteX28209" fmla="*/ 3405989 w 4752801"/>
              <a:gd name="connsiteY28209" fmla="*/ 436793 h 2767298"/>
              <a:gd name="connsiteX28210" fmla="*/ 3407204 w 4752801"/>
              <a:gd name="connsiteY28210" fmla="*/ 436388 h 2767298"/>
              <a:gd name="connsiteX28211" fmla="*/ 3123431 w 4752801"/>
              <a:gd name="connsiteY28211" fmla="*/ 435983 h 2767298"/>
              <a:gd name="connsiteX28212" fmla="*/ 3136790 w 4752801"/>
              <a:gd name="connsiteY28212" fmla="*/ 435983 h 2767298"/>
              <a:gd name="connsiteX28213" fmla="*/ 3138004 w 4752801"/>
              <a:gd name="connsiteY28213" fmla="*/ 436388 h 2767298"/>
              <a:gd name="connsiteX28214" fmla="*/ 3144886 w 4752801"/>
              <a:gd name="connsiteY28214" fmla="*/ 448127 h 2767298"/>
              <a:gd name="connsiteX28215" fmla="*/ 3144886 w 4752801"/>
              <a:gd name="connsiteY28215" fmla="*/ 449342 h 2767298"/>
              <a:gd name="connsiteX28216" fmla="*/ 3138004 w 4752801"/>
              <a:gd name="connsiteY28216" fmla="*/ 461081 h 2767298"/>
              <a:gd name="connsiteX28217" fmla="*/ 3136790 w 4752801"/>
              <a:gd name="connsiteY28217" fmla="*/ 461486 h 2767298"/>
              <a:gd name="connsiteX28218" fmla="*/ 3123431 w 4752801"/>
              <a:gd name="connsiteY28218" fmla="*/ 461486 h 2767298"/>
              <a:gd name="connsiteX28219" fmla="*/ 3122217 w 4752801"/>
              <a:gd name="connsiteY28219" fmla="*/ 461081 h 2767298"/>
              <a:gd name="connsiteX28220" fmla="*/ 3115335 w 4752801"/>
              <a:gd name="connsiteY28220" fmla="*/ 449342 h 2767298"/>
              <a:gd name="connsiteX28221" fmla="*/ 3115335 w 4752801"/>
              <a:gd name="connsiteY28221" fmla="*/ 448127 h 2767298"/>
              <a:gd name="connsiteX28222" fmla="*/ 3122217 w 4752801"/>
              <a:gd name="connsiteY28222" fmla="*/ 436388 h 2767298"/>
              <a:gd name="connsiteX28223" fmla="*/ 3123431 w 4752801"/>
              <a:gd name="connsiteY28223" fmla="*/ 435983 h 2767298"/>
              <a:gd name="connsiteX28224" fmla="*/ 3325837 w 4752801"/>
              <a:gd name="connsiteY28224" fmla="*/ 435578 h 2767298"/>
              <a:gd name="connsiteX28225" fmla="*/ 3339601 w 4752801"/>
              <a:gd name="connsiteY28225" fmla="*/ 435578 h 2767298"/>
              <a:gd name="connsiteX28226" fmla="*/ 3340815 w 4752801"/>
              <a:gd name="connsiteY28226" fmla="*/ 435983 h 2767298"/>
              <a:gd name="connsiteX28227" fmla="*/ 3347697 w 4752801"/>
              <a:gd name="connsiteY28227" fmla="*/ 448127 h 2767298"/>
              <a:gd name="connsiteX28228" fmla="*/ 3347697 w 4752801"/>
              <a:gd name="connsiteY28228" fmla="*/ 449342 h 2767298"/>
              <a:gd name="connsiteX28229" fmla="*/ 3340815 w 4752801"/>
              <a:gd name="connsiteY28229" fmla="*/ 461486 h 2767298"/>
              <a:gd name="connsiteX28230" fmla="*/ 3339601 w 4752801"/>
              <a:gd name="connsiteY28230" fmla="*/ 461891 h 2767298"/>
              <a:gd name="connsiteX28231" fmla="*/ 3325837 w 4752801"/>
              <a:gd name="connsiteY28231" fmla="*/ 461891 h 2767298"/>
              <a:gd name="connsiteX28232" fmla="*/ 3324623 w 4752801"/>
              <a:gd name="connsiteY28232" fmla="*/ 461486 h 2767298"/>
              <a:gd name="connsiteX28233" fmla="*/ 3317741 w 4752801"/>
              <a:gd name="connsiteY28233" fmla="*/ 449342 h 2767298"/>
              <a:gd name="connsiteX28234" fmla="*/ 3317741 w 4752801"/>
              <a:gd name="connsiteY28234" fmla="*/ 448127 h 2767298"/>
              <a:gd name="connsiteX28235" fmla="*/ 3324623 w 4752801"/>
              <a:gd name="connsiteY28235" fmla="*/ 435983 h 2767298"/>
              <a:gd name="connsiteX28236" fmla="*/ 3325837 w 4752801"/>
              <a:gd name="connsiteY28236" fmla="*/ 435578 h 2767298"/>
              <a:gd name="connsiteX28237" fmla="*/ 3284546 w 4752801"/>
              <a:gd name="connsiteY28237" fmla="*/ 435174 h 2767298"/>
              <a:gd name="connsiteX28238" fmla="*/ 3299524 w 4752801"/>
              <a:gd name="connsiteY28238" fmla="*/ 435174 h 2767298"/>
              <a:gd name="connsiteX28239" fmla="*/ 3300739 w 4752801"/>
              <a:gd name="connsiteY28239" fmla="*/ 435579 h 2767298"/>
              <a:gd name="connsiteX28240" fmla="*/ 3308026 w 4752801"/>
              <a:gd name="connsiteY28240" fmla="*/ 448533 h 2767298"/>
              <a:gd name="connsiteX28241" fmla="*/ 3308026 w 4752801"/>
              <a:gd name="connsiteY28241" fmla="*/ 449747 h 2767298"/>
              <a:gd name="connsiteX28242" fmla="*/ 3300739 w 4752801"/>
              <a:gd name="connsiteY28242" fmla="*/ 462701 h 2767298"/>
              <a:gd name="connsiteX28243" fmla="*/ 3299524 w 4752801"/>
              <a:gd name="connsiteY28243" fmla="*/ 463106 h 2767298"/>
              <a:gd name="connsiteX28244" fmla="*/ 3284546 w 4752801"/>
              <a:gd name="connsiteY28244" fmla="*/ 463106 h 2767298"/>
              <a:gd name="connsiteX28245" fmla="*/ 3283332 w 4752801"/>
              <a:gd name="connsiteY28245" fmla="*/ 462701 h 2767298"/>
              <a:gd name="connsiteX28246" fmla="*/ 3276046 w 4752801"/>
              <a:gd name="connsiteY28246" fmla="*/ 449747 h 2767298"/>
              <a:gd name="connsiteX28247" fmla="*/ 3276046 w 4752801"/>
              <a:gd name="connsiteY28247" fmla="*/ 448533 h 2767298"/>
              <a:gd name="connsiteX28248" fmla="*/ 3283332 w 4752801"/>
              <a:gd name="connsiteY28248" fmla="*/ 435579 h 2767298"/>
              <a:gd name="connsiteX28249" fmla="*/ 3284546 w 4752801"/>
              <a:gd name="connsiteY28249" fmla="*/ 435174 h 2767298"/>
              <a:gd name="connsiteX28250" fmla="*/ 3244469 w 4752801"/>
              <a:gd name="connsiteY28250" fmla="*/ 435174 h 2767298"/>
              <a:gd name="connsiteX28251" fmla="*/ 3259043 w 4752801"/>
              <a:gd name="connsiteY28251" fmla="*/ 435174 h 2767298"/>
              <a:gd name="connsiteX28252" fmla="*/ 3260257 w 4752801"/>
              <a:gd name="connsiteY28252" fmla="*/ 435984 h 2767298"/>
              <a:gd name="connsiteX28253" fmla="*/ 3267544 w 4752801"/>
              <a:gd name="connsiteY28253" fmla="*/ 448533 h 2767298"/>
              <a:gd name="connsiteX28254" fmla="*/ 3267544 w 4752801"/>
              <a:gd name="connsiteY28254" fmla="*/ 449747 h 2767298"/>
              <a:gd name="connsiteX28255" fmla="*/ 3260257 w 4752801"/>
              <a:gd name="connsiteY28255" fmla="*/ 462296 h 2767298"/>
              <a:gd name="connsiteX28256" fmla="*/ 3259043 w 4752801"/>
              <a:gd name="connsiteY28256" fmla="*/ 462701 h 2767298"/>
              <a:gd name="connsiteX28257" fmla="*/ 3244469 w 4752801"/>
              <a:gd name="connsiteY28257" fmla="*/ 462701 h 2767298"/>
              <a:gd name="connsiteX28258" fmla="*/ 3243255 w 4752801"/>
              <a:gd name="connsiteY28258" fmla="*/ 462296 h 2767298"/>
              <a:gd name="connsiteX28259" fmla="*/ 3235969 w 4752801"/>
              <a:gd name="connsiteY28259" fmla="*/ 449747 h 2767298"/>
              <a:gd name="connsiteX28260" fmla="*/ 3235969 w 4752801"/>
              <a:gd name="connsiteY28260" fmla="*/ 448533 h 2767298"/>
              <a:gd name="connsiteX28261" fmla="*/ 3243255 w 4752801"/>
              <a:gd name="connsiteY28261" fmla="*/ 435984 h 2767298"/>
              <a:gd name="connsiteX28262" fmla="*/ 3244469 w 4752801"/>
              <a:gd name="connsiteY28262" fmla="*/ 435174 h 2767298"/>
              <a:gd name="connsiteX28263" fmla="*/ 3203583 w 4752801"/>
              <a:gd name="connsiteY28263" fmla="*/ 435174 h 2767298"/>
              <a:gd name="connsiteX28264" fmla="*/ 3218157 w 4752801"/>
              <a:gd name="connsiteY28264" fmla="*/ 435174 h 2767298"/>
              <a:gd name="connsiteX28265" fmla="*/ 3219371 w 4752801"/>
              <a:gd name="connsiteY28265" fmla="*/ 435579 h 2767298"/>
              <a:gd name="connsiteX28266" fmla="*/ 3226658 w 4752801"/>
              <a:gd name="connsiteY28266" fmla="*/ 448128 h 2767298"/>
              <a:gd name="connsiteX28267" fmla="*/ 3226658 w 4752801"/>
              <a:gd name="connsiteY28267" fmla="*/ 449342 h 2767298"/>
              <a:gd name="connsiteX28268" fmla="*/ 3219371 w 4752801"/>
              <a:gd name="connsiteY28268" fmla="*/ 461892 h 2767298"/>
              <a:gd name="connsiteX28269" fmla="*/ 3218157 w 4752801"/>
              <a:gd name="connsiteY28269" fmla="*/ 462296 h 2767298"/>
              <a:gd name="connsiteX28270" fmla="*/ 3203583 w 4752801"/>
              <a:gd name="connsiteY28270" fmla="*/ 462296 h 2767298"/>
              <a:gd name="connsiteX28271" fmla="*/ 3202369 w 4752801"/>
              <a:gd name="connsiteY28271" fmla="*/ 461892 h 2767298"/>
              <a:gd name="connsiteX28272" fmla="*/ 3195083 w 4752801"/>
              <a:gd name="connsiteY28272" fmla="*/ 449342 h 2767298"/>
              <a:gd name="connsiteX28273" fmla="*/ 3195083 w 4752801"/>
              <a:gd name="connsiteY28273" fmla="*/ 448128 h 2767298"/>
              <a:gd name="connsiteX28274" fmla="*/ 3202369 w 4752801"/>
              <a:gd name="connsiteY28274" fmla="*/ 435579 h 2767298"/>
              <a:gd name="connsiteX28275" fmla="*/ 3203583 w 4752801"/>
              <a:gd name="connsiteY28275" fmla="*/ 435174 h 2767298"/>
              <a:gd name="connsiteX28276" fmla="*/ 3163507 w 4752801"/>
              <a:gd name="connsiteY28276" fmla="*/ 435174 h 2767298"/>
              <a:gd name="connsiteX28277" fmla="*/ 3177676 w 4752801"/>
              <a:gd name="connsiteY28277" fmla="*/ 435174 h 2767298"/>
              <a:gd name="connsiteX28278" fmla="*/ 3178891 w 4752801"/>
              <a:gd name="connsiteY28278" fmla="*/ 435579 h 2767298"/>
              <a:gd name="connsiteX28279" fmla="*/ 3186177 w 4752801"/>
              <a:gd name="connsiteY28279" fmla="*/ 448128 h 2767298"/>
              <a:gd name="connsiteX28280" fmla="*/ 3186177 w 4752801"/>
              <a:gd name="connsiteY28280" fmla="*/ 449342 h 2767298"/>
              <a:gd name="connsiteX28281" fmla="*/ 3178891 w 4752801"/>
              <a:gd name="connsiteY28281" fmla="*/ 461892 h 2767298"/>
              <a:gd name="connsiteX28282" fmla="*/ 3177676 w 4752801"/>
              <a:gd name="connsiteY28282" fmla="*/ 462296 h 2767298"/>
              <a:gd name="connsiteX28283" fmla="*/ 3163507 w 4752801"/>
              <a:gd name="connsiteY28283" fmla="*/ 462296 h 2767298"/>
              <a:gd name="connsiteX28284" fmla="*/ 3162293 w 4752801"/>
              <a:gd name="connsiteY28284" fmla="*/ 461892 h 2767298"/>
              <a:gd name="connsiteX28285" fmla="*/ 3155007 w 4752801"/>
              <a:gd name="connsiteY28285" fmla="*/ 449342 h 2767298"/>
              <a:gd name="connsiteX28286" fmla="*/ 3155007 w 4752801"/>
              <a:gd name="connsiteY28286" fmla="*/ 448128 h 2767298"/>
              <a:gd name="connsiteX28287" fmla="*/ 3162293 w 4752801"/>
              <a:gd name="connsiteY28287" fmla="*/ 435579 h 2767298"/>
              <a:gd name="connsiteX28288" fmla="*/ 3163507 w 4752801"/>
              <a:gd name="connsiteY28288" fmla="*/ 435174 h 2767298"/>
              <a:gd name="connsiteX28289" fmla="*/ 2110995 w 4752801"/>
              <a:gd name="connsiteY28289" fmla="*/ 435174 h 2767298"/>
              <a:gd name="connsiteX28290" fmla="*/ 2125568 w 4752801"/>
              <a:gd name="connsiteY28290" fmla="*/ 435174 h 2767298"/>
              <a:gd name="connsiteX28291" fmla="*/ 2126782 w 4752801"/>
              <a:gd name="connsiteY28291" fmla="*/ 435984 h 2767298"/>
              <a:gd name="connsiteX28292" fmla="*/ 2134069 w 4752801"/>
              <a:gd name="connsiteY28292" fmla="*/ 448533 h 2767298"/>
              <a:gd name="connsiteX28293" fmla="*/ 2134069 w 4752801"/>
              <a:gd name="connsiteY28293" fmla="*/ 449747 h 2767298"/>
              <a:gd name="connsiteX28294" fmla="*/ 2126782 w 4752801"/>
              <a:gd name="connsiteY28294" fmla="*/ 462296 h 2767298"/>
              <a:gd name="connsiteX28295" fmla="*/ 2125568 w 4752801"/>
              <a:gd name="connsiteY28295" fmla="*/ 462701 h 2767298"/>
              <a:gd name="connsiteX28296" fmla="*/ 2110995 w 4752801"/>
              <a:gd name="connsiteY28296" fmla="*/ 462701 h 2767298"/>
              <a:gd name="connsiteX28297" fmla="*/ 2109780 w 4752801"/>
              <a:gd name="connsiteY28297" fmla="*/ 462296 h 2767298"/>
              <a:gd name="connsiteX28298" fmla="*/ 2102494 w 4752801"/>
              <a:gd name="connsiteY28298" fmla="*/ 449747 h 2767298"/>
              <a:gd name="connsiteX28299" fmla="*/ 2102494 w 4752801"/>
              <a:gd name="connsiteY28299" fmla="*/ 448533 h 2767298"/>
              <a:gd name="connsiteX28300" fmla="*/ 2109780 w 4752801"/>
              <a:gd name="connsiteY28300" fmla="*/ 435984 h 2767298"/>
              <a:gd name="connsiteX28301" fmla="*/ 2110995 w 4752801"/>
              <a:gd name="connsiteY28301" fmla="*/ 435174 h 2767298"/>
              <a:gd name="connsiteX28302" fmla="*/ 2069704 w 4752801"/>
              <a:gd name="connsiteY28302" fmla="*/ 433554 h 2767298"/>
              <a:gd name="connsiteX28303" fmla="*/ 2085897 w 4752801"/>
              <a:gd name="connsiteY28303" fmla="*/ 433554 h 2767298"/>
              <a:gd name="connsiteX28304" fmla="*/ 2087111 w 4752801"/>
              <a:gd name="connsiteY28304" fmla="*/ 433959 h 2767298"/>
              <a:gd name="connsiteX28305" fmla="*/ 2095207 w 4752801"/>
              <a:gd name="connsiteY28305" fmla="*/ 448127 h 2767298"/>
              <a:gd name="connsiteX28306" fmla="*/ 2095207 w 4752801"/>
              <a:gd name="connsiteY28306" fmla="*/ 449342 h 2767298"/>
              <a:gd name="connsiteX28307" fmla="*/ 2087111 w 4752801"/>
              <a:gd name="connsiteY28307" fmla="*/ 463510 h 2767298"/>
              <a:gd name="connsiteX28308" fmla="*/ 2085897 w 4752801"/>
              <a:gd name="connsiteY28308" fmla="*/ 464320 h 2767298"/>
              <a:gd name="connsiteX28309" fmla="*/ 2069704 w 4752801"/>
              <a:gd name="connsiteY28309" fmla="*/ 464320 h 2767298"/>
              <a:gd name="connsiteX28310" fmla="*/ 2068490 w 4752801"/>
              <a:gd name="connsiteY28310" fmla="*/ 463510 h 2767298"/>
              <a:gd name="connsiteX28311" fmla="*/ 2060394 w 4752801"/>
              <a:gd name="connsiteY28311" fmla="*/ 449342 h 2767298"/>
              <a:gd name="connsiteX28312" fmla="*/ 2060394 w 4752801"/>
              <a:gd name="connsiteY28312" fmla="*/ 448127 h 2767298"/>
              <a:gd name="connsiteX28313" fmla="*/ 2068490 w 4752801"/>
              <a:gd name="connsiteY28313" fmla="*/ 433959 h 2767298"/>
              <a:gd name="connsiteX28314" fmla="*/ 2069704 w 4752801"/>
              <a:gd name="connsiteY28314" fmla="*/ 433554 h 2767298"/>
              <a:gd name="connsiteX28315" fmla="*/ 2967983 w 4752801"/>
              <a:gd name="connsiteY28315" fmla="*/ 407646 h 2767298"/>
              <a:gd name="connsiteX28316" fmla="*/ 2968793 w 4752801"/>
              <a:gd name="connsiteY28316" fmla="*/ 407646 h 2767298"/>
              <a:gd name="connsiteX28317" fmla="*/ 2969197 w 4752801"/>
              <a:gd name="connsiteY28317" fmla="*/ 408456 h 2767298"/>
              <a:gd name="connsiteX28318" fmla="*/ 2968793 w 4752801"/>
              <a:gd name="connsiteY28318" fmla="*/ 409265 h 2767298"/>
              <a:gd name="connsiteX28319" fmla="*/ 2967983 w 4752801"/>
              <a:gd name="connsiteY28319" fmla="*/ 409265 h 2767298"/>
              <a:gd name="connsiteX28320" fmla="*/ 2967578 w 4752801"/>
              <a:gd name="connsiteY28320" fmla="*/ 408456 h 2767298"/>
              <a:gd name="connsiteX28321" fmla="*/ 2927097 w 4752801"/>
              <a:gd name="connsiteY28321" fmla="*/ 407646 h 2767298"/>
              <a:gd name="connsiteX28322" fmla="*/ 2928311 w 4752801"/>
              <a:gd name="connsiteY28322" fmla="*/ 407646 h 2767298"/>
              <a:gd name="connsiteX28323" fmla="*/ 2928716 w 4752801"/>
              <a:gd name="connsiteY28323" fmla="*/ 408456 h 2767298"/>
              <a:gd name="connsiteX28324" fmla="*/ 2928311 w 4752801"/>
              <a:gd name="connsiteY28324" fmla="*/ 409265 h 2767298"/>
              <a:gd name="connsiteX28325" fmla="*/ 2927097 w 4752801"/>
              <a:gd name="connsiteY28325" fmla="*/ 409265 h 2767298"/>
              <a:gd name="connsiteX28326" fmla="*/ 2926692 w 4752801"/>
              <a:gd name="connsiteY28326" fmla="*/ 408456 h 2767298"/>
              <a:gd name="connsiteX28327" fmla="*/ 2886615 w 4752801"/>
              <a:gd name="connsiteY28327" fmla="*/ 407646 h 2767298"/>
              <a:gd name="connsiteX28328" fmla="*/ 2887829 w 4752801"/>
              <a:gd name="connsiteY28328" fmla="*/ 407646 h 2767298"/>
              <a:gd name="connsiteX28329" fmla="*/ 2888234 w 4752801"/>
              <a:gd name="connsiteY28329" fmla="*/ 408456 h 2767298"/>
              <a:gd name="connsiteX28330" fmla="*/ 2887829 w 4752801"/>
              <a:gd name="connsiteY28330" fmla="*/ 409265 h 2767298"/>
              <a:gd name="connsiteX28331" fmla="*/ 2886615 w 4752801"/>
              <a:gd name="connsiteY28331" fmla="*/ 409265 h 2767298"/>
              <a:gd name="connsiteX28332" fmla="*/ 2886210 w 4752801"/>
              <a:gd name="connsiteY28332" fmla="*/ 408456 h 2767298"/>
              <a:gd name="connsiteX28333" fmla="*/ 2846134 w 4752801"/>
              <a:gd name="connsiteY28333" fmla="*/ 407646 h 2767298"/>
              <a:gd name="connsiteX28334" fmla="*/ 2847348 w 4752801"/>
              <a:gd name="connsiteY28334" fmla="*/ 407646 h 2767298"/>
              <a:gd name="connsiteX28335" fmla="*/ 2847753 w 4752801"/>
              <a:gd name="connsiteY28335" fmla="*/ 408456 h 2767298"/>
              <a:gd name="connsiteX28336" fmla="*/ 2847348 w 4752801"/>
              <a:gd name="connsiteY28336" fmla="*/ 409265 h 2767298"/>
              <a:gd name="connsiteX28337" fmla="*/ 2846134 w 4752801"/>
              <a:gd name="connsiteY28337" fmla="*/ 409265 h 2767298"/>
              <a:gd name="connsiteX28338" fmla="*/ 2845729 w 4752801"/>
              <a:gd name="connsiteY28338" fmla="*/ 408456 h 2767298"/>
              <a:gd name="connsiteX28339" fmla="*/ 2805653 w 4752801"/>
              <a:gd name="connsiteY28339" fmla="*/ 407646 h 2767298"/>
              <a:gd name="connsiteX28340" fmla="*/ 2806867 w 4752801"/>
              <a:gd name="connsiteY28340" fmla="*/ 407646 h 2767298"/>
              <a:gd name="connsiteX28341" fmla="*/ 2807272 w 4752801"/>
              <a:gd name="connsiteY28341" fmla="*/ 408456 h 2767298"/>
              <a:gd name="connsiteX28342" fmla="*/ 2806867 w 4752801"/>
              <a:gd name="connsiteY28342" fmla="*/ 409265 h 2767298"/>
              <a:gd name="connsiteX28343" fmla="*/ 2805653 w 4752801"/>
              <a:gd name="connsiteY28343" fmla="*/ 409265 h 2767298"/>
              <a:gd name="connsiteX28344" fmla="*/ 2805248 w 4752801"/>
              <a:gd name="connsiteY28344" fmla="*/ 408456 h 2767298"/>
              <a:gd name="connsiteX28345" fmla="*/ 2441322 w 4752801"/>
              <a:gd name="connsiteY28345" fmla="*/ 407646 h 2767298"/>
              <a:gd name="connsiteX28346" fmla="*/ 2442536 w 4752801"/>
              <a:gd name="connsiteY28346" fmla="*/ 407646 h 2767298"/>
              <a:gd name="connsiteX28347" fmla="*/ 2442941 w 4752801"/>
              <a:gd name="connsiteY28347" fmla="*/ 408456 h 2767298"/>
              <a:gd name="connsiteX28348" fmla="*/ 2442536 w 4752801"/>
              <a:gd name="connsiteY28348" fmla="*/ 409265 h 2767298"/>
              <a:gd name="connsiteX28349" fmla="*/ 2441322 w 4752801"/>
              <a:gd name="connsiteY28349" fmla="*/ 409265 h 2767298"/>
              <a:gd name="connsiteX28350" fmla="*/ 2440917 w 4752801"/>
              <a:gd name="connsiteY28350" fmla="*/ 408456 h 2767298"/>
              <a:gd name="connsiteX28351" fmla="*/ 2765577 w 4752801"/>
              <a:gd name="connsiteY28351" fmla="*/ 407241 h 2767298"/>
              <a:gd name="connsiteX28352" fmla="*/ 2766791 w 4752801"/>
              <a:gd name="connsiteY28352" fmla="*/ 407241 h 2767298"/>
              <a:gd name="connsiteX28353" fmla="*/ 2767601 w 4752801"/>
              <a:gd name="connsiteY28353" fmla="*/ 408456 h 2767298"/>
              <a:gd name="connsiteX28354" fmla="*/ 2766791 w 4752801"/>
              <a:gd name="connsiteY28354" fmla="*/ 409670 h 2767298"/>
              <a:gd name="connsiteX28355" fmla="*/ 2765577 w 4752801"/>
              <a:gd name="connsiteY28355" fmla="*/ 409670 h 2767298"/>
              <a:gd name="connsiteX28356" fmla="*/ 2764767 w 4752801"/>
              <a:gd name="connsiteY28356" fmla="*/ 408456 h 2767298"/>
              <a:gd name="connsiteX28357" fmla="*/ 2724690 w 4752801"/>
              <a:gd name="connsiteY28357" fmla="*/ 407241 h 2767298"/>
              <a:gd name="connsiteX28358" fmla="*/ 2726310 w 4752801"/>
              <a:gd name="connsiteY28358" fmla="*/ 407241 h 2767298"/>
              <a:gd name="connsiteX28359" fmla="*/ 2727120 w 4752801"/>
              <a:gd name="connsiteY28359" fmla="*/ 408456 h 2767298"/>
              <a:gd name="connsiteX28360" fmla="*/ 2726310 w 4752801"/>
              <a:gd name="connsiteY28360" fmla="*/ 409670 h 2767298"/>
              <a:gd name="connsiteX28361" fmla="*/ 2724690 w 4752801"/>
              <a:gd name="connsiteY28361" fmla="*/ 409670 h 2767298"/>
              <a:gd name="connsiteX28362" fmla="*/ 2723881 w 4752801"/>
              <a:gd name="connsiteY28362" fmla="*/ 408456 h 2767298"/>
              <a:gd name="connsiteX28363" fmla="*/ 2644132 w 4752801"/>
              <a:gd name="connsiteY28363" fmla="*/ 407241 h 2767298"/>
              <a:gd name="connsiteX28364" fmla="*/ 2645347 w 4752801"/>
              <a:gd name="connsiteY28364" fmla="*/ 407241 h 2767298"/>
              <a:gd name="connsiteX28365" fmla="*/ 2646156 w 4752801"/>
              <a:gd name="connsiteY28365" fmla="*/ 408456 h 2767298"/>
              <a:gd name="connsiteX28366" fmla="*/ 2645347 w 4752801"/>
              <a:gd name="connsiteY28366" fmla="*/ 409670 h 2767298"/>
              <a:gd name="connsiteX28367" fmla="*/ 2644132 w 4752801"/>
              <a:gd name="connsiteY28367" fmla="*/ 409670 h 2767298"/>
              <a:gd name="connsiteX28368" fmla="*/ 2643323 w 4752801"/>
              <a:gd name="connsiteY28368" fmla="*/ 408456 h 2767298"/>
              <a:gd name="connsiteX28369" fmla="*/ 2603651 w 4752801"/>
              <a:gd name="connsiteY28369" fmla="*/ 407241 h 2767298"/>
              <a:gd name="connsiteX28370" fmla="*/ 2604866 w 4752801"/>
              <a:gd name="connsiteY28370" fmla="*/ 407241 h 2767298"/>
              <a:gd name="connsiteX28371" fmla="*/ 2605675 w 4752801"/>
              <a:gd name="connsiteY28371" fmla="*/ 408456 h 2767298"/>
              <a:gd name="connsiteX28372" fmla="*/ 2604866 w 4752801"/>
              <a:gd name="connsiteY28372" fmla="*/ 409670 h 2767298"/>
              <a:gd name="connsiteX28373" fmla="*/ 2603651 w 4752801"/>
              <a:gd name="connsiteY28373" fmla="*/ 409670 h 2767298"/>
              <a:gd name="connsiteX28374" fmla="*/ 2602842 w 4752801"/>
              <a:gd name="connsiteY28374" fmla="*/ 408456 h 2767298"/>
              <a:gd name="connsiteX28375" fmla="*/ 2563170 w 4752801"/>
              <a:gd name="connsiteY28375" fmla="*/ 407241 h 2767298"/>
              <a:gd name="connsiteX28376" fmla="*/ 2564385 w 4752801"/>
              <a:gd name="connsiteY28376" fmla="*/ 407241 h 2767298"/>
              <a:gd name="connsiteX28377" fmla="*/ 2565194 w 4752801"/>
              <a:gd name="connsiteY28377" fmla="*/ 408456 h 2767298"/>
              <a:gd name="connsiteX28378" fmla="*/ 2564385 w 4752801"/>
              <a:gd name="connsiteY28378" fmla="*/ 409670 h 2767298"/>
              <a:gd name="connsiteX28379" fmla="*/ 2563170 w 4752801"/>
              <a:gd name="connsiteY28379" fmla="*/ 409670 h 2767298"/>
              <a:gd name="connsiteX28380" fmla="*/ 2562361 w 4752801"/>
              <a:gd name="connsiteY28380" fmla="*/ 408456 h 2767298"/>
              <a:gd name="connsiteX28381" fmla="*/ 2401245 w 4752801"/>
              <a:gd name="connsiteY28381" fmla="*/ 407241 h 2767298"/>
              <a:gd name="connsiteX28382" fmla="*/ 2402460 w 4752801"/>
              <a:gd name="connsiteY28382" fmla="*/ 407241 h 2767298"/>
              <a:gd name="connsiteX28383" fmla="*/ 2403269 w 4752801"/>
              <a:gd name="connsiteY28383" fmla="*/ 408456 h 2767298"/>
              <a:gd name="connsiteX28384" fmla="*/ 2402460 w 4752801"/>
              <a:gd name="connsiteY28384" fmla="*/ 409670 h 2767298"/>
              <a:gd name="connsiteX28385" fmla="*/ 2401245 w 4752801"/>
              <a:gd name="connsiteY28385" fmla="*/ 409670 h 2767298"/>
              <a:gd name="connsiteX28386" fmla="*/ 2400436 w 4752801"/>
              <a:gd name="connsiteY28386" fmla="*/ 408456 h 2767298"/>
              <a:gd name="connsiteX28387" fmla="*/ 2360763 w 4752801"/>
              <a:gd name="connsiteY28387" fmla="*/ 407241 h 2767298"/>
              <a:gd name="connsiteX28388" fmla="*/ 2361978 w 4752801"/>
              <a:gd name="connsiteY28388" fmla="*/ 407241 h 2767298"/>
              <a:gd name="connsiteX28389" fmla="*/ 2362787 w 4752801"/>
              <a:gd name="connsiteY28389" fmla="*/ 408456 h 2767298"/>
              <a:gd name="connsiteX28390" fmla="*/ 2361978 w 4752801"/>
              <a:gd name="connsiteY28390" fmla="*/ 409670 h 2767298"/>
              <a:gd name="connsiteX28391" fmla="*/ 2360763 w 4752801"/>
              <a:gd name="connsiteY28391" fmla="*/ 409670 h 2767298"/>
              <a:gd name="connsiteX28392" fmla="*/ 2359954 w 4752801"/>
              <a:gd name="connsiteY28392" fmla="*/ 408456 h 2767298"/>
              <a:gd name="connsiteX28393" fmla="*/ 2319878 w 4752801"/>
              <a:gd name="connsiteY28393" fmla="*/ 407241 h 2767298"/>
              <a:gd name="connsiteX28394" fmla="*/ 2321497 w 4752801"/>
              <a:gd name="connsiteY28394" fmla="*/ 407241 h 2767298"/>
              <a:gd name="connsiteX28395" fmla="*/ 2322306 w 4752801"/>
              <a:gd name="connsiteY28395" fmla="*/ 408456 h 2767298"/>
              <a:gd name="connsiteX28396" fmla="*/ 2321497 w 4752801"/>
              <a:gd name="connsiteY28396" fmla="*/ 409670 h 2767298"/>
              <a:gd name="connsiteX28397" fmla="*/ 2319878 w 4752801"/>
              <a:gd name="connsiteY28397" fmla="*/ 409670 h 2767298"/>
              <a:gd name="connsiteX28398" fmla="*/ 2319068 w 4752801"/>
              <a:gd name="connsiteY28398" fmla="*/ 408456 h 2767298"/>
              <a:gd name="connsiteX28399" fmla="*/ 1469772 w 4752801"/>
              <a:gd name="connsiteY28399" fmla="*/ 407241 h 2767298"/>
              <a:gd name="connsiteX28400" fmla="*/ 1471391 w 4752801"/>
              <a:gd name="connsiteY28400" fmla="*/ 407241 h 2767298"/>
              <a:gd name="connsiteX28401" fmla="*/ 1472200 w 4752801"/>
              <a:gd name="connsiteY28401" fmla="*/ 408456 h 2767298"/>
              <a:gd name="connsiteX28402" fmla="*/ 1471391 w 4752801"/>
              <a:gd name="connsiteY28402" fmla="*/ 409670 h 2767298"/>
              <a:gd name="connsiteX28403" fmla="*/ 1469772 w 4752801"/>
              <a:gd name="connsiteY28403" fmla="*/ 409670 h 2767298"/>
              <a:gd name="connsiteX28404" fmla="*/ 1468962 w 4752801"/>
              <a:gd name="connsiteY28404" fmla="*/ 408456 h 2767298"/>
              <a:gd name="connsiteX28405" fmla="*/ 1388810 w 4752801"/>
              <a:gd name="connsiteY28405" fmla="*/ 407241 h 2767298"/>
              <a:gd name="connsiteX28406" fmla="*/ 1390429 w 4752801"/>
              <a:gd name="connsiteY28406" fmla="*/ 407241 h 2767298"/>
              <a:gd name="connsiteX28407" fmla="*/ 1391238 w 4752801"/>
              <a:gd name="connsiteY28407" fmla="*/ 408456 h 2767298"/>
              <a:gd name="connsiteX28408" fmla="*/ 1390429 w 4752801"/>
              <a:gd name="connsiteY28408" fmla="*/ 409670 h 2767298"/>
              <a:gd name="connsiteX28409" fmla="*/ 1388810 w 4752801"/>
              <a:gd name="connsiteY28409" fmla="*/ 409670 h 2767298"/>
              <a:gd name="connsiteX28410" fmla="*/ 1388000 w 4752801"/>
              <a:gd name="connsiteY28410" fmla="*/ 408456 h 2767298"/>
              <a:gd name="connsiteX28411" fmla="*/ 2279396 w 4752801"/>
              <a:gd name="connsiteY28411" fmla="*/ 406837 h 2767298"/>
              <a:gd name="connsiteX28412" fmla="*/ 2281420 w 4752801"/>
              <a:gd name="connsiteY28412" fmla="*/ 406837 h 2767298"/>
              <a:gd name="connsiteX28413" fmla="*/ 2282635 w 4752801"/>
              <a:gd name="connsiteY28413" fmla="*/ 408456 h 2767298"/>
              <a:gd name="connsiteX28414" fmla="*/ 2281420 w 4752801"/>
              <a:gd name="connsiteY28414" fmla="*/ 410075 h 2767298"/>
              <a:gd name="connsiteX28415" fmla="*/ 2279396 w 4752801"/>
              <a:gd name="connsiteY28415" fmla="*/ 410075 h 2767298"/>
              <a:gd name="connsiteX28416" fmla="*/ 2278182 w 4752801"/>
              <a:gd name="connsiteY28416" fmla="*/ 408456 h 2767298"/>
              <a:gd name="connsiteX28417" fmla="*/ 1590811 w 4752801"/>
              <a:gd name="connsiteY28417" fmla="*/ 406837 h 2767298"/>
              <a:gd name="connsiteX28418" fmla="*/ 1592835 w 4752801"/>
              <a:gd name="connsiteY28418" fmla="*/ 406837 h 2767298"/>
              <a:gd name="connsiteX28419" fmla="*/ 1593644 w 4752801"/>
              <a:gd name="connsiteY28419" fmla="*/ 408456 h 2767298"/>
              <a:gd name="connsiteX28420" fmla="*/ 1592835 w 4752801"/>
              <a:gd name="connsiteY28420" fmla="*/ 410075 h 2767298"/>
              <a:gd name="connsiteX28421" fmla="*/ 1590811 w 4752801"/>
              <a:gd name="connsiteY28421" fmla="*/ 410075 h 2767298"/>
              <a:gd name="connsiteX28422" fmla="*/ 1590001 w 4752801"/>
              <a:gd name="connsiteY28422" fmla="*/ 408456 h 2767298"/>
              <a:gd name="connsiteX28423" fmla="*/ 1550735 w 4752801"/>
              <a:gd name="connsiteY28423" fmla="*/ 406837 h 2767298"/>
              <a:gd name="connsiteX28424" fmla="*/ 1552354 w 4752801"/>
              <a:gd name="connsiteY28424" fmla="*/ 406837 h 2767298"/>
              <a:gd name="connsiteX28425" fmla="*/ 1553163 w 4752801"/>
              <a:gd name="connsiteY28425" fmla="*/ 408456 h 2767298"/>
              <a:gd name="connsiteX28426" fmla="*/ 1552354 w 4752801"/>
              <a:gd name="connsiteY28426" fmla="*/ 410075 h 2767298"/>
              <a:gd name="connsiteX28427" fmla="*/ 1550735 w 4752801"/>
              <a:gd name="connsiteY28427" fmla="*/ 410075 h 2767298"/>
              <a:gd name="connsiteX28428" fmla="*/ 1549925 w 4752801"/>
              <a:gd name="connsiteY28428" fmla="*/ 408456 h 2767298"/>
              <a:gd name="connsiteX28429" fmla="*/ 1510253 w 4752801"/>
              <a:gd name="connsiteY28429" fmla="*/ 406837 h 2767298"/>
              <a:gd name="connsiteX28430" fmla="*/ 1511872 w 4752801"/>
              <a:gd name="connsiteY28430" fmla="*/ 406837 h 2767298"/>
              <a:gd name="connsiteX28431" fmla="*/ 1512681 w 4752801"/>
              <a:gd name="connsiteY28431" fmla="*/ 408456 h 2767298"/>
              <a:gd name="connsiteX28432" fmla="*/ 1511872 w 4752801"/>
              <a:gd name="connsiteY28432" fmla="*/ 410075 h 2767298"/>
              <a:gd name="connsiteX28433" fmla="*/ 1510253 w 4752801"/>
              <a:gd name="connsiteY28433" fmla="*/ 410075 h 2767298"/>
              <a:gd name="connsiteX28434" fmla="*/ 1509443 w 4752801"/>
              <a:gd name="connsiteY28434" fmla="*/ 408456 h 2767298"/>
              <a:gd name="connsiteX28435" fmla="*/ 1429291 w 4752801"/>
              <a:gd name="connsiteY28435" fmla="*/ 406837 h 2767298"/>
              <a:gd name="connsiteX28436" fmla="*/ 1430910 w 4752801"/>
              <a:gd name="connsiteY28436" fmla="*/ 406837 h 2767298"/>
              <a:gd name="connsiteX28437" fmla="*/ 1431719 w 4752801"/>
              <a:gd name="connsiteY28437" fmla="*/ 408456 h 2767298"/>
              <a:gd name="connsiteX28438" fmla="*/ 1430910 w 4752801"/>
              <a:gd name="connsiteY28438" fmla="*/ 410075 h 2767298"/>
              <a:gd name="connsiteX28439" fmla="*/ 1429291 w 4752801"/>
              <a:gd name="connsiteY28439" fmla="*/ 410075 h 2767298"/>
              <a:gd name="connsiteX28440" fmla="*/ 1428481 w 4752801"/>
              <a:gd name="connsiteY28440" fmla="*/ 408456 h 2767298"/>
              <a:gd name="connsiteX28441" fmla="*/ 1348328 w 4752801"/>
              <a:gd name="connsiteY28441" fmla="*/ 406837 h 2767298"/>
              <a:gd name="connsiteX28442" fmla="*/ 1349947 w 4752801"/>
              <a:gd name="connsiteY28442" fmla="*/ 406837 h 2767298"/>
              <a:gd name="connsiteX28443" fmla="*/ 1350756 w 4752801"/>
              <a:gd name="connsiteY28443" fmla="*/ 408456 h 2767298"/>
              <a:gd name="connsiteX28444" fmla="*/ 1349947 w 4752801"/>
              <a:gd name="connsiteY28444" fmla="*/ 410075 h 2767298"/>
              <a:gd name="connsiteX28445" fmla="*/ 1348328 w 4752801"/>
              <a:gd name="connsiteY28445" fmla="*/ 410075 h 2767298"/>
              <a:gd name="connsiteX28446" fmla="*/ 1347518 w 4752801"/>
              <a:gd name="connsiteY28446" fmla="*/ 408456 h 2767298"/>
              <a:gd name="connsiteX28447" fmla="*/ 4019685 w 4752801"/>
              <a:gd name="connsiteY28447" fmla="*/ 406432 h 2767298"/>
              <a:gd name="connsiteX28448" fmla="*/ 4022114 w 4752801"/>
              <a:gd name="connsiteY28448" fmla="*/ 406432 h 2767298"/>
              <a:gd name="connsiteX28449" fmla="*/ 4023329 w 4752801"/>
              <a:gd name="connsiteY28449" fmla="*/ 408456 h 2767298"/>
              <a:gd name="connsiteX28450" fmla="*/ 4022114 w 4752801"/>
              <a:gd name="connsiteY28450" fmla="*/ 410480 h 2767298"/>
              <a:gd name="connsiteX28451" fmla="*/ 4019685 w 4752801"/>
              <a:gd name="connsiteY28451" fmla="*/ 410480 h 2767298"/>
              <a:gd name="connsiteX28452" fmla="*/ 4018471 w 4752801"/>
              <a:gd name="connsiteY28452" fmla="*/ 408456 h 2767298"/>
              <a:gd name="connsiteX28453" fmla="*/ 1307846 w 4752801"/>
              <a:gd name="connsiteY28453" fmla="*/ 406432 h 2767298"/>
              <a:gd name="connsiteX28454" fmla="*/ 1309870 w 4752801"/>
              <a:gd name="connsiteY28454" fmla="*/ 406432 h 2767298"/>
              <a:gd name="connsiteX28455" fmla="*/ 1311085 w 4752801"/>
              <a:gd name="connsiteY28455" fmla="*/ 408456 h 2767298"/>
              <a:gd name="connsiteX28456" fmla="*/ 1309870 w 4752801"/>
              <a:gd name="connsiteY28456" fmla="*/ 410480 h 2767298"/>
              <a:gd name="connsiteX28457" fmla="*/ 1307846 w 4752801"/>
              <a:gd name="connsiteY28457" fmla="*/ 410480 h 2767298"/>
              <a:gd name="connsiteX28458" fmla="*/ 1306632 w 4752801"/>
              <a:gd name="connsiteY28458" fmla="*/ 408456 h 2767298"/>
              <a:gd name="connsiteX28459" fmla="*/ 3979204 w 4752801"/>
              <a:gd name="connsiteY28459" fmla="*/ 406027 h 2767298"/>
              <a:gd name="connsiteX28460" fmla="*/ 3982038 w 4752801"/>
              <a:gd name="connsiteY28460" fmla="*/ 406027 h 2767298"/>
              <a:gd name="connsiteX28461" fmla="*/ 3983657 w 4752801"/>
              <a:gd name="connsiteY28461" fmla="*/ 408456 h 2767298"/>
              <a:gd name="connsiteX28462" fmla="*/ 3982038 w 4752801"/>
              <a:gd name="connsiteY28462" fmla="*/ 410885 h 2767298"/>
              <a:gd name="connsiteX28463" fmla="*/ 3979204 w 4752801"/>
              <a:gd name="connsiteY28463" fmla="*/ 410885 h 2767298"/>
              <a:gd name="connsiteX28464" fmla="*/ 3977585 w 4752801"/>
              <a:gd name="connsiteY28464" fmla="*/ 408456 h 2767298"/>
              <a:gd name="connsiteX28465" fmla="*/ 3938319 w 4752801"/>
              <a:gd name="connsiteY28465" fmla="*/ 406027 h 2767298"/>
              <a:gd name="connsiteX28466" fmla="*/ 3941152 w 4752801"/>
              <a:gd name="connsiteY28466" fmla="*/ 406027 h 2767298"/>
              <a:gd name="connsiteX28467" fmla="*/ 3942367 w 4752801"/>
              <a:gd name="connsiteY28467" fmla="*/ 408456 h 2767298"/>
              <a:gd name="connsiteX28468" fmla="*/ 3941152 w 4752801"/>
              <a:gd name="connsiteY28468" fmla="*/ 410885 h 2767298"/>
              <a:gd name="connsiteX28469" fmla="*/ 3938319 w 4752801"/>
              <a:gd name="connsiteY28469" fmla="*/ 410885 h 2767298"/>
              <a:gd name="connsiteX28470" fmla="*/ 3937104 w 4752801"/>
              <a:gd name="connsiteY28470" fmla="*/ 408456 h 2767298"/>
              <a:gd name="connsiteX28471" fmla="*/ 3897837 w 4752801"/>
              <a:gd name="connsiteY28471" fmla="*/ 406027 h 2767298"/>
              <a:gd name="connsiteX28472" fmla="*/ 3900670 w 4752801"/>
              <a:gd name="connsiteY28472" fmla="*/ 406027 h 2767298"/>
              <a:gd name="connsiteX28473" fmla="*/ 3901885 w 4752801"/>
              <a:gd name="connsiteY28473" fmla="*/ 408456 h 2767298"/>
              <a:gd name="connsiteX28474" fmla="*/ 3900670 w 4752801"/>
              <a:gd name="connsiteY28474" fmla="*/ 410885 h 2767298"/>
              <a:gd name="connsiteX28475" fmla="*/ 3897837 w 4752801"/>
              <a:gd name="connsiteY28475" fmla="*/ 410885 h 2767298"/>
              <a:gd name="connsiteX28476" fmla="*/ 3896622 w 4752801"/>
              <a:gd name="connsiteY28476" fmla="*/ 408456 h 2767298"/>
              <a:gd name="connsiteX28477" fmla="*/ 3857760 w 4752801"/>
              <a:gd name="connsiteY28477" fmla="*/ 406027 h 2767298"/>
              <a:gd name="connsiteX28478" fmla="*/ 3860594 w 4752801"/>
              <a:gd name="connsiteY28478" fmla="*/ 406027 h 2767298"/>
              <a:gd name="connsiteX28479" fmla="*/ 3862213 w 4752801"/>
              <a:gd name="connsiteY28479" fmla="*/ 408456 h 2767298"/>
              <a:gd name="connsiteX28480" fmla="*/ 3860594 w 4752801"/>
              <a:gd name="connsiteY28480" fmla="*/ 410885 h 2767298"/>
              <a:gd name="connsiteX28481" fmla="*/ 3857760 w 4752801"/>
              <a:gd name="connsiteY28481" fmla="*/ 410885 h 2767298"/>
              <a:gd name="connsiteX28482" fmla="*/ 3856141 w 4752801"/>
              <a:gd name="connsiteY28482" fmla="*/ 408456 h 2767298"/>
              <a:gd name="connsiteX28483" fmla="*/ 3816875 w 4752801"/>
              <a:gd name="connsiteY28483" fmla="*/ 406027 h 2767298"/>
              <a:gd name="connsiteX28484" fmla="*/ 3819708 w 4752801"/>
              <a:gd name="connsiteY28484" fmla="*/ 406027 h 2767298"/>
              <a:gd name="connsiteX28485" fmla="*/ 3820923 w 4752801"/>
              <a:gd name="connsiteY28485" fmla="*/ 408456 h 2767298"/>
              <a:gd name="connsiteX28486" fmla="*/ 3819708 w 4752801"/>
              <a:gd name="connsiteY28486" fmla="*/ 410885 h 2767298"/>
              <a:gd name="connsiteX28487" fmla="*/ 3816875 w 4752801"/>
              <a:gd name="connsiteY28487" fmla="*/ 410885 h 2767298"/>
              <a:gd name="connsiteX28488" fmla="*/ 3815660 w 4752801"/>
              <a:gd name="connsiteY28488" fmla="*/ 408456 h 2767298"/>
              <a:gd name="connsiteX28489" fmla="*/ 3007249 w 4752801"/>
              <a:gd name="connsiteY28489" fmla="*/ 405622 h 2767298"/>
              <a:gd name="connsiteX28490" fmla="*/ 3010488 w 4752801"/>
              <a:gd name="connsiteY28490" fmla="*/ 405622 h 2767298"/>
              <a:gd name="connsiteX28491" fmla="*/ 3012107 w 4752801"/>
              <a:gd name="connsiteY28491" fmla="*/ 408456 h 2767298"/>
              <a:gd name="connsiteX28492" fmla="*/ 3010488 w 4752801"/>
              <a:gd name="connsiteY28492" fmla="*/ 411289 h 2767298"/>
              <a:gd name="connsiteX28493" fmla="*/ 3007249 w 4752801"/>
              <a:gd name="connsiteY28493" fmla="*/ 411289 h 2767298"/>
              <a:gd name="connsiteX28494" fmla="*/ 3005630 w 4752801"/>
              <a:gd name="connsiteY28494" fmla="*/ 408456 h 2767298"/>
              <a:gd name="connsiteX28495" fmla="*/ 3776393 w 4752801"/>
              <a:gd name="connsiteY28495" fmla="*/ 405217 h 2767298"/>
              <a:gd name="connsiteX28496" fmla="*/ 3780036 w 4752801"/>
              <a:gd name="connsiteY28496" fmla="*/ 405217 h 2767298"/>
              <a:gd name="connsiteX28497" fmla="*/ 3782061 w 4752801"/>
              <a:gd name="connsiteY28497" fmla="*/ 408456 h 2767298"/>
              <a:gd name="connsiteX28498" fmla="*/ 3780036 w 4752801"/>
              <a:gd name="connsiteY28498" fmla="*/ 411694 h 2767298"/>
              <a:gd name="connsiteX28499" fmla="*/ 3776393 w 4752801"/>
              <a:gd name="connsiteY28499" fmla="*/ 411694 h 2767298"/>
              <a:gd name="connsiteX28500" fmla="*/ 3774369 w 4752801"/>
              <a:gd name="connsiteY28500" fmla="*/ 408456 h 2767298"/>
              <a:gd name="connsiteX28501" fmla="*/ 3614063 w 4752801"/>
              <a:gd name="connsiteY28501" fmla="*/ 404813 h 2767298"/>
              <a:gd name="connsiteX28502" fmla="*/ 3618111 w 4752801"/>
              <a:gd name="connsiteY28502" fmla="*/ 404813 h 2767298"/>
              <a:gd name="connsiteX28503" fmla="*/ 3620135 w 4752801"/>
              <a:gd name="connsiteY28503" fmla="*/ 408456 h 2767298"/>
              <a:gd name="connsiteX28504" fmla="*/ 3618111 w 4752801"/>
              <a:gd name="connsiteY28504" fmla="*/ 412100 h 2767298"/>
              <a:gd name="connsiteX28505" fmla="*/ 3614063 w 4752801"/>
              <a:gd name="connsiteY28505" fmla="*/ 412100 h 2767298"/>
              <a:gd name="connsiteX28506" fmla="*/ 3612039 w 4752801"/>
              <a:gd name="connsiteY28506" fmla="*/ 408456 h 2767298"/>
              <a:gd name="connsiteX28507" fmla="*/ 3735102 w 4752801"/>
              <a:gd name="connsiteY28507" fmla="*/ 404408 h 2767298"/>
              <a:gd name="connsiteX28508" fmla="*/ 3739150 w 4752801"/>
              <a:gd name="connsiteY28508" fmla="*/ 404408 h 2767298"/>
              <a:gd name="connsiteX28509" fmla="*/ 3740364 w 4752801"/>
              <a:gd name="connsiteY28509" fmla="*/ 404813 h 2767298"/>
              <a:gd name="connsiteX28510" fmla="*/ 3742389 w 4752801"/>
              <a:gd name="connsiteY28510" fmla="*/ 408051 h 2767298"/>
              <a:gd name="connsiteX28511" fmla="*/ 3742389 w 4752801"/>
              <a:gd name="connsiteY28511" fmla="*/ 409266 h 2767298"/>
              <a:gd name="connsiteX28512" fmla="*/ 3740364 w 4752801"/>
              <a:gd name="connsiteY28512" fmla="*/ 412504 h 2767298"/>
              <a:gd name="connsiteX28513" fmla="*/ 3739150 w 4752801"/>
              <a:gd name="connsiteY28513" fmla="*/ 412909 h 2767298"/>
              <a:gd name="connsiteX28514" fmla="*/ 3735102 w 4752801"/>
              <a:gd name="connsiteY28514" fmla="*/ 412909 h 2767298"/>
              <a:gd name="connsiteX28515" fmla="*/ 3733888 w 4752801"/>
              <a:gd name="connsiteY28515" fmla="*/ 412504 h 2767298"/>
              <a:gd name="connsiteX28516" fmla="*/ 3731864 w 4752801"/>
              <a:gd name="connsiteY28516" fmla="*/ 409266 h 2767298"/>
              <a:gd name="connsiteX28517" fmla="*/ 3731864 w 4752801"/>
              <a:gd name="connsiteY28517" fmla="*/ 408051 h 2767298"/>
              <a:gd name="connsiteX28518" fmla="*/ 3733888 w 4752801"/>
              <a:gd name="connsiteY28518" fmla="*/ 404813 h 2767298"/>
              <a:gd name="connsiteX28519" fmla="*/ 3735102 w 4752801"/>
              <a:gd name="connsiteY28519" fmla="*/ 404408 h 2767298"/>
              <a:gd name="connsiteX28520" fmla="*/ 2480184 w 4752801"/>
              <a:gd name="connsiteY28520" fmla="*/ 404408 h 2767298"/>
              <a:gd name="connsiteX28521" fmla="*/ 2484232 w 4752801"/>
              <a:gd name="connsiteY28521" fmla="*/ 404408 h 2767298"/>
              <a:gd name="connsiteX28522" fmla="*/ 2485447 w 4752801"/>
              <a:gd name="connsiteY28522" fmla="*/ 404813 h 2767298"/>
              <a:gd name="connsiteX28523" fmla="*/ 2487471 w 4752801"/>
              <a:gd name="connsiteY28523" fmla="*/ 408051 h 2767298"/>
              <a:gd name="connsiteX28524" fmla="*/ 2487471 w 4752801"/>
              <a:gd name="connsiteY28524" fmla="*/ 409266 h 2767298"/>
              <a:gd name="connsiteX28525" fmla="*/ 2485447 w 4752801"/>
              <a:gd name="connsiteY28525" fmla="*/ 412504 h 2767298"/>
              <a:gd name="connsiteX28526" fmla="*/ 2484232 w 4752801"/>
              <a:gd name="connsiteY28526" fmla="*/ 412909 h 2767298"/>
              <a:gd name="connsiteX28527" fmla="*/ 2480184 w 4752801"/>
              <a:gd name="connsiteY28527" fmla="*/ 412909 h 2767298"/>
              <a:gd name="connsiteX28528" fmla="*/ 2478970 w 4752801"/>
              <a:gd name="connsiteY28528" fmla="*/ 412504 h 2767298"/>
              <a:gd name="connsiteX28529" fmla="*/ 2476946 w 4752801"/>
              <a:gd name="connsiteY28529" fmla="*/ 409266 h 2767298"/>
              <a:gd name="connsiteX28530" fmla="*/ 2476946 w 4752801"/>
              <a:gd name="connsiteY28530" fmla="*/ 408051 h 2767298"/>
              <a:gd name="connsiteX28531" fmla="*/ 2478970 w 4752801"/>
              <a:gd name="connsiteY28531" fmla="*/ 404813 h 2767298"/>
              <a:gd name="connsiteX28532" fmla="*/ 2480184 w 4752801"/>
              <a:gd name="connsiteY28532" fmla="*/ 404408 h 2767298"/>
              <a:gd name="connsiteX28533" fmla="*/ 3694621 w 4752801"/>
              <a:gd name="connsiteY28533" fmla="*/ 404003 h 2767298"/>
              <a:gd name="connsiteX28534" fmla="*/ 3699074 w 4752801"/>
              <a:gd name="connsiteY28534" fmla="*/ 404003 h 2767298"/>
              <a:gd name="connsiteX28535" fmla="*/ 3700288 w 4752801"/>
              <a:gd name="connsiteY28535" fmla="*/ 404408 h 2767298"/>
              <a:gd name="connsiteX28536" fmla="*/ 3702312 w 4752801"/>
              <a:gd name="connsiteY28536" fmla="*/ 408051 h 2767298"/>
              <a:gd name="connsiteX28537" fmla="*/ 3702312 w 4752801"/>
              <a:gd name="connsiteY28537" fmla="*/ 409266 h 2767298"/>
              <a:gd name="connsiteX28538" fmla="*/ 3700288 w 4752801"/>
              <a:gd name="connsiteY28538" fmla="*/ 412909 h 2767298"/>
              <a:gd name="connsiteX28539" fmla="*/ 3699074 w 4752801"/>
              <a:gd name="connsiteY28539" fmla="*/ 413314 h 2767298"/>
              <a:gd name="connsiteX28540" fmla="*/ 3694621 w 4752801"/>
              <a:gd name="connsiteY28540" fmla="*/ 413314 h 2767298"/>
              <a:gd name="connsiteX28541" fmla="*/ 3693407 w 4752801"/>
              <a:gd name="connsiteY28541" fmla="*/ 412909 h 2767298"/>
              <a:gd name="connsiteX28542" fmla="*/ 3691383 w 4752801"/>
              <a:gd name="connsiteY28542" fmla="*/ 409266 h 2767298"/>
              <a:gd name="connsiteX28543" fmla="*/ 3691383 w 4752801"/>
              <a:gd name="connsiteY28543" fmla="*/ 408051 h 2767298"/>
              <a:gd name="connsiteX28544" fmla="*/ 3693407 w 4752801"/>
              <a:gd name="connsiteY28544" fmla="*/ 404408 h 2767298"/>
              <a:gd name="connsiteX28545" fmla="*/ 3694621 w 4752801"/>
              <a:gd name="connsiteY28545" fmla="*/ 404003 h 2767298"/>
              <a:gd name="connsiteX28546" fmla="*/ 3047327 w 4752801"/>
              <a:gd name="connsiteY28546" fmla="*/ 404003 h 2767298"/>
              <a:gd name="connsiteX28547" fmla="*/ 3050970 w 4752801"/>
              <a:gd name="connsiteY28547" fmla="*/ 404003 h 2767298"/>
              <a:gd name="connsiteX28548" fmla="*/ 3052184 w 4752801"/>
              <a:gd name="connsiteY28548" fmla="*/ 404408 h 2767298"/>
              <a:gd name="connsiteX28549" fmla="*/ 3053803 w 4752801"/>
              <a:gd name="connsiteY28549" fmla="*/ 407646 h 2767298"/>
              <a:gd name="connsiteX28550" fmla="*/ 3053803 w 4752801"/>
              <a:gd name="connsiteY28550" fmla="*/ 408861 h 2767298"/>
              <a:gd name="connsiteX28551" fmla="*/ 3052184 w 4752801"/>
              <a:gd name="connsiteY28551" fmla="*/ 412099 h 2767298"/>
              <a:gd name="connsiteX28552" fmla="*/ 3050970 w 4752801"/>
              <a:gd name="connsiteY28552" fmla="*/ 412504 h 2767298"/>
              <a:gd name="connsiteX28553" fmla="*/ 3047327 w 4752801"/>
              <a:gd name="connsiteY28553" fmla="*/ 412504 h 2767298"/>
              <a:gd name="connsiteX28554" fmla="*/ 3046112 w 4752801"/>
              <a:gd name="connsiteY28554" fmla="*/ 412099 h 2767298"/>
              <a:gd name="connsiteX28555" fmla="*/ 3044493 w 4752801"/>
              <a:gd name="connsiteY28555" fmla="*/ 408861 h 2767298"/>
              <a:gd name="connsiteX28556" fmla="*/ 3044493 w 4752801"/>
              <a:gd name="connsiteY28556" fmla="*/ 407646 h 2767298"/>
              <a:gd name="connsiteX28557" fmla="*/ 3046112 w 4752801"/>
              <a:gd name="connsiteY28557" fmla="*/ 404408 h 2767298"/>
              <a:gd name="connsiteX28558" fmla="*/ 3047327 w 4752801"/>
              <a:gd name="connsiteY28558" fmla="*/ 404003 h 2767298"/>
              <a:gd name="connsiteX28559" fmla="*/ 3653735 w 4752801"/>
              <a:gd name="connsiteY28559" fmla="*/ 403598 h 2767298"/>
              <a:gd name="connsiteX28560" fmla="*/ 3658593 w 4752801"/>
              <a:gd name="connsiteY28560" fmla="*/ 403598 h 2767298"/>
              <a:gd name="connsiteX28561" fmla="*/ 3659807 w 4752801"/>
              <a:gd name="connsiteY28561" fmla="*/ 404003 h 2767298"/>
              <a:gd name="connsiteX28562" fmla="*/ 3662236 w 4752801"/>
              <a:gd name="connsiteY28562" fmla="*/ 408051 h 2767298"/>
              <a:gd name="connsiteX28563" fmla="*/ 3662236 w 4752801"/>
              <a:gd name="connsiteY28563" fmla="*/ 409265 h 2767298"/>
              <a:gd name="connsiteX28564" fmla="*/ 3659807 w 4752801"/>
              <a:gd name="connsiteY28564" fmla="*/ 413313 h 2767298"/>
              <a:gd name="connsiteX28565" fmla="*/ 3658593 w 4752801"/>
              <a:gd name="connsiteY28565" fmla="*/ 413718 h 2767298"/>
              <a:gd name="connsiteX28566" fmla="*/ 3653735 w 4752801"/>
              <a:gd name="connsiteY28566" fmla="*/ 413718 h 2767298"/>
              <a:gd name="connsiteX28567" fmla="*/ 3652521 w 4752801"/>
              <a:gd name="connsiteY28567" fmla="*/ 413313 h 2767298"/>
              <a:gd name="connsiteX28568" fmla="*/ 3650092 w 4752801"/>
              <a:gd name="connsiteY28568" fmla="*/ 409265 h 2767298"/>
              <a:gd name="connsiteX28569" fmla="*/ 3650092 w 4752801"/>
              <a:gd name="connsiteY28569" fmla="*/ 408051 h 2767298"/>
              <a:gd name="connsiteX28570" fmla="*/ 3652521 w 4752801"/>
              <a:gd name="connsiteY28570" fmla="*/ 404003 h 2767298"/>
              <a:gd name="connsiteX28571" fmla="*/ 3653735 w 4752801"/>
              <a:gd name="connsiteY28571" fmla="*/ 403598 h 2767298"/>
              <a:gd name="connsiteX28572" fmla="*/ 658527 w 4752801"/>
              <a:gd name="connsiteY28572" fmla="*/ 403598 h 2767298"/>
              <a:gd name="connsiteX28573" fmla="*/ 663385 w 4752801"/>
              <a:gd name="connsiteY28573" fmla="*/ 403598 h 2767298"/>
              <a:gd name="connsiteX28574" fmla="*/ 664599 w 4752801"/>
              <a:gd name="connsiteY28574" fmla="*/ 404003 h 2767298"/>
              <a:gd name="connsiteX28575" fmla="*/ 667028 w 4752801"/>
              <a:gd name="connsiteY28575" fmla="*/ 408051 h 2767298"/>
              <a:gd name="connsiteX28576" fmla="*/ 667028 w 4752801"/>
              <a:gd name="connsiteY28576" fmla="*/ 409265 h 2767298"/>
              <a:gd name="connsiteX28577" fmla="*/ 664599 w 4752801"/>
              <a:gd name="connsiteY28577" fmla="*/ 413313 h 2767298"/>
              <a:gd name="connsiteX28578" fmla="*/ 663385 w 4752801"/>
              <a:gd name="connsiteY28578" fmla="*/ 413718 h 2767298"/>
              <a:gd name="connsiteX28579" fmla="*/ 658527 w 4752801"/>
              <a:gd name="connsiteY28579" fmla="*/ 413718 h 2767298"/>
              <a:gd name="connsiteX28580" fmla="*/ 657312 w 4752801"/>
              <a:gd name="connsiteY28580" fmla="*/ 413313 h 2767298"/>
              <a:gd name="connsiteX28581" fmla="*/ 654884 w 4752801"/>
              <a:gd name="connsiteY28581" fmla="*/ 409265 h 2767298"/>
              <a:gd name="connsiteX28582" fmla="*/ 654884 w 4752801"/>
              <a:gd name="connsiteY28582" fmla="*/ 408051 h 2767298"/>
              <a:gd name="connsiteX28583" fmla="*/ 657312 w 4752801"/>
              <a:gd name="connsiteY28583" fmla="*/ 404003 h 2767298"/>
              <a:gd name="connsiteX28584" fmla="*/ 658527 w 4752801"/>
              <a:gd name="connsiteY28584" fmla="*/ 403598 h 2767298"/>
              <a:gd name="connsiteX28585" fmla="*/ 2682185 w 4752801"/>
              <a:gd name="connsiteY28585" fmla="*/ 403193 h 2767298"/>
              <a:gd name="connsiteX28586" fmla="*/ 2687448 w 4752801"/>
              <a:gd name="connsiteY28586" fmla="*/ 403193 h 2767298"/>
              <a:gd name="connsiteX28587" fmla="*/ 2688662 w 4752801"/>
              <a:gd name="connsiteY28587" fmla="*/ 403598 h 2767298"/>
              <a:gd name="connsiteX28588" fmla="*/ 2691091 w 4752801"/>
              <a:gd name="connsiteY28588" fmla="*/ 408051 h 2767298"/>
              <a:gd name="connsiteX28589" fmla="*/ 2691091 w 4752801"/>
              <a:gd name="connsiteY28589" fmla="*/ 409265 h 2767298"/>
              <a:gd name="connsiteX28590" fmla="*/ 2688662 w 4752801"/>
              <a:gd name="connsiteY28590" fmla="*/ 413718 h 2767298"/>
              <a:gd name="connsiteX28591" fmla="*/ 2687448 w 4752801"/>
              <a:gd name="connsiteY28591" fmla="*/ 414528 h 2767298"/>
              <a:gd name="connsiteX28592" fmla="*/ 2682185 w 4752801"/>
              <a:gd name="connsiteY28592" fmla="*/ 414528 h 2767298"/>
              <a:gd name="connsiteX28593" fmla="*/ 2680971 w 4752801"/>
              <a:gd name="connsiteY28593" fmla="*/ 413718 h 2767298"/>
              <a:gd name="connsiteX28594" fmla="*/ 2678542 w 4752801"/>
              <a:gd name="connsiteY28594" fmla="*/ 409265 h 2767298"/>
              <a:gd name="connsiteX28595" fmla="*/ 2678542 w 4752801"/>
              <a:gd name="connsiteY28595" fmla="*/ 408051 h 2767298"/>
              <a:gd name="connsiteX28596" fmla="*/ 2680971 w 4752801"/>
              <a:gd name="connsiteY28596" fmla="*/ 403598 h 2767298"/>
              <a:gd name="connsiteX28597" fmla="*/ 2682185 w 4752801"/>
              <a:gd name="connsiteY28597" fmla="*/ 403193 h 2767298"/>
              <a:gd name="connsiteX28598" fmla="*/ 1103416 w 4752801"/>
              <a:gd name="connsiteY28598" fmla="*/ 403193 h 2767298"/>
              <a:gd name="connsiteX28599" fmla="*/ 1108678 w 4752801"/>
              <a:gd name="connsiteY28599" fmla="*/ 403193 h 2767298"/>
              <a:gd name="connsiteX28600" fmla="*/ 1109893 w 4752801"/>
              <a:gd name="connsiteY28600" fmla="*/ 403598 h 2767298"/>
              <a:gd name="connsiteX28601" fmla="*/ 1112322 w 4752801"/>
              <a:gd name="connsiteY28601" fmla="*/ 408051 h 2767298"/>
              <a:gd name="connsiteX28602" fmla="*/ 1112322 w 4752801"/>
              <a:gd name="connsiteY28602" fmla="*/ 409265 h 2767298"/>
              <a:gd name="connsiteX28603" fmla="*/ 1109893 w 4752801"/>
              <a:gd name="connsiteY28603" fmla="*/ 413718 h 2767298"/>
              <a:gd name="connsiteX28604" fmla="*/ 1108678 w 4752801"/>
              <a:gd name="connsiteY28604" fmla="*/ 414123 h 2767298"/>
              <a:gd name="connsiteX28605" fmla="*/ 1103416 w 4752801"/>
              <a:gd name="connsiteY28605" fmla="*/ 414123 h 2767298"/>
              <a:gd name="connsiteX28606" fmla="*/ 1102202 w 4752801"/>
              <a:gd name="connsiteY28606" fmla="*/ 413718 h 2767298"/>
              <a:gd name="connsiteX28607" fmla="*/ 1099773 w 4752801"/>
              <a:gd name="connsiteY28607" fmla="*/ 409265 h 2767298"/>
              <a:gd name="connsiteX28608" fmla="*/ 1099773 w 4752801"/>
              <a:gd name="connsiteY28608" fmla="*/ 408051 h 2767298"/>
              <a:gd name="connsiteX28609" fmla="*/ 1102202 w 4752801"/>
              <a:gd name="connsiteY28609" fmla="*/ 403598 h 2767298"/>
              <a:gd name="connsiteX28610" fmla="*/ 1103416 w 4752801"/>
              <a:gd name="connsiteY28610" fmla="*/ 403193 h 2767298"/>
              <a:gd name="connsiteX28611" fmla="*/ 1022454 w 4752801"/>
              <a:gd name="connsiteY28611" fmla="*/ 403193 h 2767298"/>
              <a:gd name="connsiteX28612" fmla="*/ 1027716 w 4752801"/>
              <a:gd name="connsiteY28612" fmla="*/ 403193 h 2767298"/>
              <a:gd name="connsiteX28613" fmla="*/ 1028931 w 4752801"/>
              <a:gd name="connsiteY28613" fmla="*/ 403598 h 2767298"/>
              <a:gd name="connsiteX28614" fmla="*/ 1031764 w 4752801"/>
              <a:gd name="connsiteY28614" fmla="*/ 408051 h 2767298"/>
              <a:gd name="connsiteX28615" fmla="*/ 1031764 w 4752801"/>
              <a:gd name="connsiteY28615" fmla="*/ 409265 h 2767298"/>
              <a:gd name="connsiteX28616" fmla="*/ 1028931 w 4752801"/>
              <a:gd name="connsiteY28616" fmla="*/ 413718 h 2767298"/>
              <a:gd name="connsiteX28617" fmla="*/ 1027716 w 4752801"/>
              <a:gd name="connsiteY28617" fmla="*/ 414123 h 2767298"/>
              <a:gd name="connsiteX28618" fmla="*/ 1022454 w 4752801"/>
              <a:gd name="connsiteY28618" fmla="*/ 414123 h 2767298"/>
              <a:gd name="connsiteX28619" fmla="*/ 1021239 w 4752801"/>
              <a:gd name="connsiteY28619" fmla="*/ 413718 h 2767298"/>
              <a:gd name="connsiteX28620" fmla="*/ 1018406 w 4752801"/>
              <a:gd name="connsiteY28620" fmla="*/ 409265 h 2767298"/>
              <a:gd name="connsiteX28621" fmla="*/ 1018406 w 4752801"/>
              <a:gd name="connsiteY28621" fmla="*/ 408051 h 2767298"/>
              <a:gd name="connsiteX28622" fmla="*/ 1021239 w 4752801"/>
              <a:gd name="connsiteY28622" fmla="*/ 403598 h 2767298"/>
              <a:gd name="connsiteX28623" fmla="*/ 1022454 w 4752801"/>
              <a:gd name="connsiteY28623" fmla="*/ 403193 h 2767298"/>
              <a:gd name="connsiteX28624" fmla="*/ 1062935 w 4752801"/>
              <a:gd name="connsiteY28624" fmla="*/ 402789 h 2767298"/>
              <a:gd name="connsiteX28625" fmla="*/ 1068197 w 4752801"/>
              <a:gd name="connsiteY28625" fmla="*/ 402789 h 2767298"/>
              <a:gd name="connsiteX28626" fmla="*/ 1069412 w 4752801"/>
              <a:gd name="connsiteY28626" fmla="*/ 403599 h 2767298"/>
              <a:gd name="connsiteX28627" fmla="*/ 1071841 w 4752801"/>
              <a:gd name="connsiteY28627" fmla="*/ 408052 h 2767298"/>
              <a:gd name="connsiteX28628" fmla="*/ 1071841 w 4752801"/>
              <a:gd name="connsiteY28628" fmla="*/ 409266 h 2767298"/>
              <a:gd name="connsiteX28629" fmla="*/ 1069412 w 4752801"/>
              <a:gd name="connsiteY28629" fmla="*/ 413719 h 2767298"/>
              <a:gd name="connsiteX28630" fmla="*/ 1068197 w 4752801"/>
              <a:gd name="connsiteY28630" fmla="*/ 414124 h 2767298"/>
              <a:gd name="connsiteX28631" fmla="*/ 1062935 w 4752801"/>
              <a:gd name="connsiteY28631" fmla="*/ 414124 h 2767298"/>
              <a:gd name="connsiteX28632" fmla="*/ 1061721 w 4752801"/>
              <a:gd name="connsiteY28632" fmla="*/ 413719 h 2767298"/>
              <a:gd name="connsiteX28633" fmla="*/ 1059292 w 4752801"/>
              <a:gd name="connsiteY28633" fmla="*/ 409266 h 2767298"/>
              <a:gd name="connsiteX28634" fmla="*/ 1059292 w 4752801"/>
              <a:gd name="connsiteY28634" fmla="*/ 408052 h 2767298"/>
              <a:gd name="connsiteX28635" fmla="*/ 1061721 w 4752801"/>
              <a:gd name="connsiteY28635" fmla="*/ 403599 h 2767298"/>
              <a:gd name="connsiteX28636" fmla="*/ 1062935 w 4752801"/>
              <a:gd name="connsiteY28636" fmla="*/ 402789 h 2767298"/>
              <a:gd name="connsiteX28637" fmla="*/ 901010 w 4752801"/>
              <a:gd name="connsiteY28637" fmla="*/ 402789 h 2767298"/>
              <a:gd name="connsiteX28638" fmla="*/ 906677 w 4752801"/>
              <a:gd name="connsiteY28638" fmla="*/ 402789 h 2767298"/>
              <a:gd name="connsiteX28639" fmla="*/ 907892 w 4752801"/>
              <a:gd name="connsiteY28639" fmla="*/ 403194 h 2767298"/>
              <a:gd name="connsiteX28640" fmla="*/ 910725 w 4752801"/>
              <a:gd name="connsiteY28640" fmla="*/ 408052 h 2767298"/>
              <a:gd name="connsiteX28641" fmla="*/ 910725 w 4752801"/>
              <a:gd name="connsiteY28641" fmla="*/ 409266 h 2767298"/>
              <a:gd name="connsiteX28642" fmla="*/ 907892 w 4752801"/>
              <a:gd name="connsiteY28642" fmla="*/ 414124 h 2767298"/>
              <a:gd name="connsiteX28643" fmla="*/ 906677 w 4752801"/>
              <a:gd name="connsiteY28643" fmla="*/ 414529 h 2767298"/>
              <a:gd name="connsiteX28644" fmla="*/ 901010 w 4752801"/>
              <a:gd name="connsiteY28644" fmla="*/ 414529 h 2767298"/>
              <a:gd name="connsiteX28645" fmla="*/ 899795 w 4752801"/>
              <a:gd name="connsiteY28645" fmla="*/ 414124 h 2767298"/>
              <a:gd name="connsiteX28646" fmla="*/ 896962 w 4752801"/>
              <a:gd name="connsiteY28646" fmla="*/ 409266 h 2767298"/>
              <a:gd name="connsiteX28647" fmla="*/ 896962 w 4752801"/>
              <a:gd name="connsiteY28647" fmla="*/ 408052 h 2767298"/>
              <a:gd name="connsiteX28648" fmla="*/ 899795 w 4752801"/>
              <a:gd name="connsiteY28648" fmla="*/ 403194 h 2767298"/>
              <a:gd name="connsiteX28649" fmla="*/ 901010 w 4752801"/>
              <a:gd name="connsiteY28649" fmla="*/ 402789 h 2767298"/>
              <a:gd name="connsiteX28650" fmla="*/ 860529 w 4752801"/>
              <a:gd name="connsiteY28650" fmla="*/ 402789 h 2767298"/>
              <a:gd name="connsiteX28651" fmla="*/ 866196 w 4752801"/>
              <a:gd name="connsiteY28651" fmla="*/ 402789 h 2767298"/>
              <a:gd name="connsiteX28652" fmla="*/ 867411 w 4752801"/>
              <a:gd name="connsiteY28652" fmla="*/ 403194 h 2767298"/>
              <a:gd name="connsiteX28653" fmla="*/ 870244 w 4752801"/>
              <a:gd name="connsiteY28653" fmla="*/ 408052 h 2767298"/>
              <a:gd name="connsiteX28654" fmla="*/ 870244 w 4752801"/>
              <a:gd name="connsiteY28654" fmla="*/ 409266 h 2767298"/>
              <a:gd name="connsiteX28655" fmla="*/ 867411 w 4752801"/>
              <a:gd name="connsiteY28655" fmla="*/ 414124 h 2767298"/>
              <a:gd name="connsiteX28656" fmla="*/ 866196 w 4752801"/>
              <a:gd name="connsiteY28656" fmla="*/ 414529 h 2767298"/>
              <a:gd name="connsiteX28657" fmla="*/ 860529 w 4752801"/>
              <a:gd name="connsiteY28657" fmla="*/ 414529 h 2767298"/>
              <a:gd name="connsiteX28658" fmla="*/ 859314 w 4752801"/>
              <a:gd name="connsiteY28658" fmla="*/ 414124 h 2767298"/>
              <a:gd name="connsiteX28659" fmla="*/ 856481 w 4752801"/>
              <a:gd name="connsiteY28659" fmla="*/ 409266 h 2767298"/>
              <a:gd name="connsiteX28660" fmla="*/ 856481 w 4752801"/>
              <a:gd name="connsiteY28660" fmla="*/ 408052 h 2767298"/>
              <a:gd name="connsiteX28661" fmla="*/ 859314 w 4752801"/>
              <a:gd name="connsiteY28661" fmla="*/ 403194 h 2767298"/>
              <a:gd name="connsiteX28662" fmla="*/ 860529 w 4752801"/>
              <a:gd name="connsiteY28662" fmla="*/ 402789 h 2767298"/>
              <a:gd name="connsiteX28663" fmla="*/ 820048 w 4752801"/>
              <a:gd name="connsiteY28663" fmla="*/ 402789 h 2767298"/>
              <a:gd name="connsiteX28664" fmla="*/ 825715 w 4752801"/>
              <a:gd name="connsiteY28664" fmla="*/ 402789 h 2767298"/>
              <a:gd name="connsiteX28665" fmla="*/ 826930 w 4752801"/>
              <a:gd name="connsiteY28665" fmla="*/ 403194 h 2767298"/>
              <a:gd name="connsiteX28666" fmla="*/ 829763 w 4752801"/>
              <a:gd name="connsiteY28666" fmla="*/ 408052 h 2767298"/>
              <a:gd name="connsiteX28667" fmla="*/ 829763 w 4752801"/>
              <a:gd name="connsiteY28667" fmla="*/ 409266 h 2767298"/>
              <a:gd name="connsiteX28668" fmla="*/ 826930 w 4752801"/>
              <a:gd name="connsiteY28668" fmla="*/ 414124 h 2767298"/>
              <a:gd name="connsiteX28669" fmla="*/ 825715 w 4752801"/>
              <a:gd name="connsiteY28669" fmla="*/ 414933 h 2767298"/>
              <a:gd name="connsiteX28670" fmla="*/ 820048 w 4752801"/>
              <a:gd name="connsiteY28670" fmla="*/ 414933 h 2767298"/>
              <a:gd name="connsiteX28671" fmla="*/ 818833 w 4752801"/>
              <a:gd name="connsiteY28671" fmla="*/ 414124 h 2767298"/>
              <a:gd name="connsiteX28672" fmla="*/ 816000 w 4752801"/>
              <a:gd name="connsiteY28672" fmla="*/ 409266 h 2767298"/>
              <a:gd name="connsiteX28673" fmla="*/ 816000 w 4752801"/>
              <a:gd name="connsiteY28673" fmla="*/ 408052 h 2767298"/>
              <a:gd name="connsiteX28674" fmla="*/ 818833 w 4752801"/>
              <a:gd name="connsiteY28674" fmla="*/ 403194 h 2767298"/>
              <a:gd name="connsiteX28675" fmla="*/ 820048 w 4752801"/>
              <a:gd name="connsiteY28675" fmla="*/ 402789 h 2767298"/>
              <a:gd name="connsiteX28676" fmla="*/ 779567 w 4752801"/>
              <a:gd name="connsiteY28676" fmla="*/ 402789 h 2767298"/>
              <a:gd name="connsiteX28677" fmla="*/ 785234 w 4752801"/>
              <a:gd name="connsiteY28677" fmla="*/ 402789 h 2767298"/>
              <a:gd name="connsiteX28678" fmla="*/ 786449 w 4752801"/>
              <a:gd name="connsiteY28678" fmla="*/ 403194 h 2767298"/>
              <a:gd name="connsiteX28679" fmla="*/ 789282 w 4752801"/>
              <a:gd name="connsiteY28679" fmla="*/ 408052 h 2767298"/>
              <a:gd name="connsiteX28680" fmla="*/ 789282 w 4752801"/>
              <a:gd name="connsiteY28680" fmla="*/ 409266 h 2767298"/>
              <a:gd name="connsiteX28681" fmla="*/ 786449 w 4752801"/>
              <a:gd name="connsiteY28681" fmla="*/ 414124 h 2767298"/>
              <a:gd name="connsiteX28682" fmla="*/ 785234 w 4752801"/>
              <a:gd name="connsiteY28682" fmla="*/ 414529 h 2767298"/>
              <a:gd name="connsiteX28683" fmla="*/ 779567 w 4752801"/>
              <a:gd name="connsiteY28683" fmla="*/ 414529 h 2767298"/>
              <a:gd name="connsiteX28684" fmla="*/ 778352 w 4752801"/>
              <a:gd name="connsiteY28684" fmla="*/ 414124 h 2767298"/>
              <a:gd name="connsiteX28685" fmla="*/ 775519 w 4752801"/>
              <a:gd name="connsiteY28685" fmla="*/ 409266 h 2767298"/>
              <a:gd name="connsiteX28686" fmla="*/ 775519 w 4752801"/>
              <a:gd name="connsiteY28686" fmla="*/ 408052 h 2767298"/>
              <a:gd name="connsiteX28687" fmla="*/ 778352 w 4752801"/>
              <a:gd name="connsiteY28687" fmla="*/ 403194 h 2767298"/>
              <a:gd name="connsiteX28688" fmla="*/ 779567 w 4752801"/>
              <a:gd name="connsiteY28688" fmla="*/ 402789 h 2767298"/>
              <a:gd name="connsiteX28689" fmla="*/ 3572367 w 4752801"/>
              <a:gd name="connsiteY28689" fmla="*/ 402384 h 2767298"/>
              <a:gd name="connsiteX28690" fmla="*/ 3578440 w 4752801"/>
              <a:gd name="connsiteY28690" fmla="*/ 402384 h 2767298"/>
              <a:gd name="connsiteX28691" fmla="*/ 3579654 w 4752801"/>
              <a:gd name="connsiteY28691" fmla="*/ 402789 h 2767298"/>
              <a:gd name="connsiteX28692" fmla="*/ 3582892 w 4752801"/>
              <a:gd name="connsiteY28692" fmla="*/ 408051 h 2767298"/>
              <a:gd name="connsiteX28693" fmla="*/ 3582892 w 4752801"/>
              <a:gd name="connsiteY28693" fmla="*/ 409266 h 2767298"/>
              <a:gd name="connsiteX28694" fmla="*/ 3579654 w 4752801"/>
              <a:gd name="connsiteY28694" fmla="*/ 414528 h 2767298"/>
              <a:gd name="connsiteX28695" fmla="*/ 3578440 w 4752801"/>
              <a:gd name="connsiteY28695" fmla="*/ 414933 h 2767298"/>
              <a:gd name="connsiteX28696" fmla="*/ 3572367 w 4752801"/>
              <a:gd name="connsiteY28696" fmla="*/ 414933 h 2767298"/>
              <a:gd name="connsiteX28697" fmla="*/ 3571153 w 4752801"/>
              <a:gd name="connsiteY28697" fmla="*/ 414528 h 2767298"/>
              <a:gd name="connsiteX28698" fmla="*/ 3567915 w 4752801"/>
              <a:gd name="connsiteY28698" fmla="*/ 409266 h 2767298"/>
              <a:gd name="connsiteX28699" fmla="*/ 3567915 w 4752801"/>
              <a:gd name="connsiteY28699" fmla="*/ 408051 h 2767298"/>
              <a:gd name="connsiteX28700" fmla="*/ 3571153 w 4752801"/>
              <a:gd name="connsiteY28700" fmla="*/ 402789 h 2767298"/>
              <a:gd name="connsiteX28701" fmla="*/ 3572367 w 4752801"/>
              <a:gd name="connsiteY28701" fmla="*/ 402384 h 2767298"/>
              <a:gd name="connsiteX28702" fmla="*/ 1224860 w 4752801"/>
              <a:gd name="connsiteY28702" fmla="*/ 402384 h 2767298"/>
              <a:gd name="connsiteX28703" fmla="*/ 1230527 w 4752801"/>
              <a:gd name="connsiteY28703" fmla="*/ 402384 h 2767298"/>
              <a:gd name="connsiteX28704" fmla="*/ 1231742 w 4752801"/>
              <a:gd name="connsiteY28704" fmla="*/ 403194 h 2767298"/>
              <a:gd name="connsiteX28705" fmla="*/ 1234575 w 4752801"/>
              <a:gd name="connsiteY28705" fmla="*/ 408051 h 2767298"/>
              <a:gd name="connsiteX28706" fmla="*/ 1234575 w 4752801"/>
              <a:gd name="connsiteY28706" fmla="*/ 409266 h 2767298"/>
              <a:gd name="connsiteX28707" fmla="*/ 1231742 w 4752801"/>
              <a:gd name="connsiteY28707" fmla="*/ 414124 h 2767298"/>
              <a:gd name="connsiteX28708" fmla="*/ 1230527 w 4752801"/>
              <a:gd name="connsiteY28708" fmla="*/ 414933 h 2767298"/>
              <a:gd name="connsiteX28709" fmla="*/ 1224860 w 4752801"/>
              <a:gd name="connsiteY28709" fmla="*/ 414933 h 2767298"/>
              <a:gd name="connsiteX28710" fmla="*/ 1223645 w 4752801"/>
              <a:gd name="connsiteY28710" fmla="*/ 414124 h 2767298"/>
              <a:gd name="connsiteX28711" fmla="*/ 1220812 w 4752801"/>
              <a:gd name="connsiteY28711" fmla="*/ 409266 h 2767298"/>
              <a:gd name="connsiteX28712" fmla="*/ 1220812 w 4752801"/>
              <a:gd name="connsiteY28712" fmla="*/ 408051 h 2767298"/>
              <a:gd name="connsiteX28713" fmla="*/ 1223645 w 4752801"/>
              <a:gd name="connsiteY28713" fmla="*/ 403194 h 2767298"/>
              <a:gd name="connsiteX28714" fmla="*/ 1224860 w 4752801"/>
              <a:gd name="connsiteY28714" fmla="*/ 402384 h 2767298"/>
              <a:gd name="connsiteX28715" fmla="*/ 1184379 w 4752801"/>
              <a:gd name="connsiteY28715" fmla="*/ 402384 h 2767298"/>
              <a:gd name="connsiteX28716" fmla="*/ 1190046 w 4752801"/>
              <a:gd name="connsiteY28716" fmla="*/ 402384 h 2767298"/>
              <a:gd name="connsiteX28717" fmla="*/ 1191261 w 4752801"/>
              <a:gd name="connsiteY28717" fmla="*/ 403194 h 2767298"/>
              <a:gd name="connsiteX28718" fmla="*/ 1194094 w 4752801"/>
              <a:gd name="connsiteY28718" fmla="*/ 408051 h 2767298"/>
              <a:gd name="connsiteX28719" fmla="*/ 1194094 w 4752801"/>
              <a:gd name="connsiteY28719" fmla="*/ 409266 h 2767298"/>
              <a:gd name="connsiteX28720" fmla="*/ 1191261 w 4752801"/>
              <a:gd name="connsiteY28720" fmla="*/ 414124 h 2767298"/>
              <a:gd name="connsiteX28721" fmla="*/ 1190046 w 4752801"/>
              <a:gd name="connsiteY28721" fmla="*/ 414933 h 2767298"/>
              <a:gd name="connsiteX28722" fmla="*/ 1184379 w 4752801"/>
              <a:gd name="connsiteY28722" fmla="*/ 414933 h 2767298"/>
              <a:gd name="connsiteX28723" fmla="*/ 1183164 w 4752801"/>
              <a:gd name="connsiteY28723" fmla="*/ 414124 h 2767298"/>
              <a:gd name="connsiteX28724" fmla="*/ 1180331 w 4752801"/>
              <a:gd name="connsiteY28724" fmla="*/ 409266 h 2767298"/>
              <a:gd name="connsiteX28725" fmla="*/ 1180331 w 4752801"/>
              <a:gd name="connsiteY28725" fmla="*/ 408051 h 2767298"/>
              <a:gd name="connsiteX28726" fmla="*/ 1183164 w 4752801"/>
              <a:gd name="connsiteY28726" fmla="*/ 403194 h 2767298"/>
              <a:gd name="connsiteX28727" fmla="*/ 1184379 w 4752801"/>
              <a:gd name="connsiteY28727" fmla="*/ 402384 h 2767298"/>
              <a:gd name="connsiteX28728" fmla="*/ 1143493 w 4752801"/>
              <a:gd name="connsiteY28728" fmla="*/ 402384 h 2767298"/>
              <a:gd name="connsiteX28729" fmla="*/ 1149160 w 4752801"/>
              <a:gd name="connsiteY28729" fmla="*/ 402384 h 2767298"/>
              <a:gd name="connsiteX28730" fmla="*/ 1150374 w 4752801"/>
              <a:gd name="connsiteY28730" fmla="*/ 402789 h 2767298"/>
              <a:gd name="connsiteX28731" fmla="*/ 1153208 w 4752801"/>
              <a:gd name="connsiteY28731" fmla="*/ 407647 h 2767298"/>
              <a:gd name="connsiteX28732" fmla="*/ 1153208 w 4752801"/>
              <a:gd name="connsiteY28732" fmla="*/ 408861 h 2767298"/>
              <a:gd name="connsiteX28733" fmla="*/ 1150374 w 4752801"/>
              <a:gd name="connsiteY28733" fmla="*/ 413719 h 2767298"/>
              <a:gd name="connsiteX28734" fmla="*/ 1149160 w 4752801"/>
              <a:gd name="connsiteY28734" fmla="*/ 414124 h 2767298"/>
              <a:gd name="connsiteX28735" fmla="*/ 1143493 w 4752801"/>
              <a:gd name="connsiteY28735" fmla="*/ 414124 h 2767298"/>
              <a:gd name="connsiteX28736" fmla="*/ 1142278 w 4752801"/>
              <a:gd name="connsiteY28736" fmla="*/ 413719 h 2767298"/>
              <a:gd name="connsiteX28737" fmla="*/ 1139445 w 4752801"/>
              <a:gd name="connsiteY28737" fmla="*/ 408861 h 2767298"/>
              <a:gd name="connsiteX28738" fmla="*/ 1139445 w 4752801"/>
              <a:gd name="connsiteY28738" fmla="*/ 407647 h 2767298"/>
              <a:gd name="connsiteX28739" fmla="*/ 1142278 w 4752801"/>
              <a:gd name="connsiteY28739" fmla="*/ 402789 h 2767298"/>
              <a:gd name="connsiteX28740" fmla="*/ 1143493 w 4752801"/>
              <a:gd name="connsiteY28740" fmla="*/ 402384 h 2767298"/>
              <a:gd name="connsiteX28741" fmla="*/ 941492 w 4752801"/>
              <a:gd name="connsiteY28741" fmla="*/ 402384 h 2767298"/>
              <a:gd name="connsiteX28742" fmla="*/ 946754 w 4752801"/>
              <a:gd name="connsiteY28742" fmla="*/ 402384 h 2767298"/>
              <a:gd name="connsiteX28743" fmla="*/ 947969 w 4752801"/>
              <a:gd name="connsiteY28743" fmla="*/ 402789 h 2767298"/>
              <a:gd name="connsiteX28744" fmla="*/ 950802 w 4752801"/>
              <a:gd name="connsiteY28744" fmla="*/ 407647 h 2767298"/>
              <a:gd name="connsiteX28745" fmla="*/ 950802 w 4752801"/>
              <a:gd name="connsiteY28745" fmla="*/ 408861 h 2767298"/>
              <a:gd name="connsiteX28746" fmla="*/ 947969 w 4752801"/>
              <a:gd name="connsiteY28746" fmla="*/ 413719 h 2767298"/>
              <a:gd name="connsiteX28747" fmla="*/ 946754 w 4752801"/>
              <a:gd name="connsiteY28747" fmla="*/ 414124 h 2767298"/>
              <a:gd name="connsiteX28748" fmla="*/ 941492 w 4752801"/>
              <a:gd name="connsiteY28748" fmla="*/ 414124 h 2767298"/>
              <a:gd name="connsiteX28749" fmla="*/ 940277 w 4752801"/>
              <a:gd name="connsiteY28749" fmla="*/ 413719 h 2767298"/>
              <a:gd name="connsiteX28750" fmla="*/ 937444 w 4752801"/>
              <a:gd name="connsiteY28750" fmla="*/ 408861 h 2767298"/>
              <a:gd name="connsiteX28751" fmla="*/ 937444 w 4752801"/>
              <a:gd name="connsiteY28751" fmla="*/ 407647 h 2767298"/>
              <a:gd name="connsiteX28752" fmla="*/ 940277 w 4752801"/>
              <a:gd name="connsiteY28752" fmla="*/ 402789 h 2767298"/>
              <a:gd name="connsiteX28753" fmla="*/ 941492 w 4752801"/>
              <a:gd name="connsiteY28753" fmla="*/ 402384 h 2767298"/>
              <a:gd name="connsiteX28754" fmla="*/ 698604 w 4752801"/>
              <a:gd name="connsiteY28754" fmla="*/ 402384 h 2767298"/>
              <a:gd name="connsiteX28755" fmla="*/ 703866 w 4752801"/>
              <a:gd name="connsiteY28755" fmla="*/ 402384 h 2767298"/>
              <a:gd name="connsiteX28756" fmla="*/ 705081 w 4752801"/>
              <a:gd name="connsiteY28756" fmla="*/ 402789 h 2767298"/>
              <a:gd name="connsiteX28757" fmla="*/ 707914 w 4752801"/>
              <a:gd name="connsiteY28757" fmla="*/ 407647 h 2767298"/>
              <a:gd name="connsiteX28758" fmla="*/ 707914 w 4752801"/>
              <a:gd name="connsiteY28758" fmla="*/ 408861 h 2767298"/>
              <a:gd name="connsiteX28759" fmla="*/ 705081 w 4752801"/>
              <a:gd name="connsiteY28759" fmla="*/ 413719 h 2767298"/>
              <a:gd name="connsiteX28760" fmla="*/ 703866 w 4752801"/>
              <a:gd name="connsiteY28760" fmla="*/ 414528 h 2767298"/>
              <a:gd name="connsiteX28761" fmla="*/ 698604 w 4752801"/>
              <a:gd name="connsiteY28761" fmla="*/ 414528 h 2767298"/>
              <a:gd name="connsiteX28762" fmla="*/ 697389 w 4752801"/>
              <a:gd name="connsiteY28762" fmla="*/ 413719 h 2767298"/>
              <a:gd name="connsiteX28763" fmla="*/ 694556 w 4752801"/>
              <a:gd name="connsiteY28763" fmla="*/ 408861 h 2767298"/>
              <a:gd name="connsiteX28764" fmla="*/ 694556 w 4752801"/>
              <a:gd name="connsiteY28764" fmla="*/ 407647 h 2767298"/>
              <a:gd name="connsiteX28765" fmla="*/ 697389 w 4752801"/>
              <a:gd name="connsiteY28765" fmla="*/ 402789 h 2767298"/>
              <a:gd name="connsiteX28766" fmla="*/ 698604 w 4752801"/>
              <a:gd name="connsiteY28766" fmla="*/ 402384 h 2767298"/>
              <a:gd name="connsiteX28767" fmla="*/ 1264937 w 4752801"/>
              <a:gd name="connsiteY28767" fmla="*/ 401979 h 2767298"/>
              <a:gd name="connsiteX28768" fmla="*/ 1271414 w 4752801"/>
              <a:gd name="connsiteY28768" fmla="*/ 401979 h 2767298"/>
              <a:gd name="connsiteX28769" fmla="*/ 1272628 w 4752801"/>
              <a:gd name="connsiteY28769" fmla="*/ 402384 h 2767298"/>
              <a:gd name="connsiteX28770" fmla="*/ 1275866 w 4752801"/>
              <a:gd name="connsiteY28770" fmla="*/ 408051 h 2767298"/>
              <a:gd name="connsiteX28771" fmla="*/ 1275866 w 4752801"/>
              <a:gd name="connsiteY28771" fmla="*/ 409266 h 2767298"/>
              <a:gd name="connsiteX28772" fmla="*/ 1272628 w 4752801"/>
              <a:gd name="connsiteY28772" fmla="*/ 414933 h 2767298"/>
              <a:gd name="connsiteX28773" fmla="*/ 1271414 w 4752801"/>
              <a:gd name="connsiteY28773" fmla="*/ 415338 h 2767298"/>
              <a:gd name="connsiteX28774" fmla="*/ 1264937 w 4752801"/>
              <a:gd name="connsiteY28774" fmla="*/ 415338 h 2767298"/>
              <a:gd name="connsiteX28775" fmla="*/ 1263722 w 4752801"/>
              <a:gd name="connsiteY28775" fmla="*/ 414933 h 2767298"/>
              <a:gd name="connsiteX28776" fmla="*/ 1260484 w 4752801"/>
              <a:gd name="connsiteY28776" fmla="*/ 409266 h 2767298"/>
              <a:gd name="connsiteX28777" fmla="*/ 1260484 w 4752801"/>
              <a:gd name="connsiteY28777" fmla="*/ 408051 h 2767298"/>
              <a:gd name="connsiteX28778" fmla="*/ 1263722 w 4752801"/>
              <a:gd name="connsiteY28778" fmla="*/ 402384 h 2767298"/>
              <a:gd name="connsiteX28779" fmla="*/ 1264937 w 4752801"/>
              <a:gd name="connsiteY28779" fmla="*/ 401979 h 2767298"/>
              <a:gd name="connsiteX28780" fmla="*/ 739085 w 4752801"/>
              <a:gd name="connsiteY28780" fmla="*/ 401979 h 2767298"/>
              <a:gd name="connsiteX28781" fmla="*/ 744752 w 4752801"/>
              <a:gd name="connsiteY28781" fmla="*/ 401979 h 2767298"/>
              <a:gd name="connsiteX28782" fmla="*/ 745967 w 4752801"/>
              <a:gd name="connsiteY28782" fmla="*/ 402384 h 2767298"/>
              <a:gd name="connsiteX28783" fmla="*/ 748800 w 4752801"/>
              <a:gd name="connsiteY28783" fmla="*/ 407646 h 2767298"/>
              <a:gd name="connsiteX28784" fmla="*/ 748800 w 4752801"/>
              <a:gd name="connsiteY28784" fmla="*/ 408861 h 2767298"/>
              <a:gd name="connsiteX28785" fmla="*/ 745967 w 4752801"/>
              <a:gd name="connsiteY28785" fmla="*/ 414123 h 2767298"/>
              <a:gd name="connsiteX28786" fmla="*/ 744752 w 4752801"/>
              <a:gd name="connsiteY28786" fmla="*/ 414528 h 2767298"/>
              <a:gd name="connsiteX28787" fmla="*/ 739085 w 4752801"/>
              <a:gd name="connsiteY28787" fmla="*/ 414528 h 2767298"/>
              <a:gd name="connsiteX28788" fmla="*/ 737870 w 4752801"/>
              <a:gd name="connsiteY28788" fmla="*/ 414123 h 2767298"/>
              <a:gd name="connsiteX28789" fmla="*/ 735037 w 4752801"/>
              <a:gd name="connsiteY28789" fmla="*/ 408861 h 2767298"/>
              <a:gd name="connsiteX28790" fmla="*/ 735037 w 4752801"/>
              <a:gd name="connsiteY28790" fmla="*/ 407646 h 2767298"/>
              <a:gd name="connsiteX28791" fmla="*/ 737870 w 4752801"/>
              <a:gd name="connsiteY28791" fmla="*/ 402384 h 2767298"/>
              <a:gd name="connsiteX28792" fmla="*/ 739085 w 4752801"/>
              <a:gd name="connsiteY28792" fmla="*/ 401979 h 2767298"/>
              <a:gd name="connsiteX28793" fmla="*/ 981568 w 4752801"/>
              <a:gd name="connsiteY28793" fmla="*/ 401574 h 2767298"/>
              <a:gd name="connsiteX28794" fmla="*/ 987640 w 4752801"/>
              <a:gd name="connsiteY28794" fmla="*/ 401574 h 2767298"/>
              <a:gd name="connsiteX28795" fmla="*/ 988854 w 4752801"/>
              <a:gd name="connsiteY28795" fmla="*/ 402384 h 2767298"/>
              <a:gd name="connsiteX28796" fmla="*/ 991688 w 4752801"/>
              <a:gd name="connsiteY28796" fmla="*/ 407646 h 2767298"/>
              <a:gd name="connsiteX28797" fmla="*/ 991688 w 4752801"/>
              <a:gd name="connsiteY28797" fmla="*/ 408861 h 2767298"/>
              <a:gd name="connsiteX28798" fmla="*/ 988854 w 4752801"/>
              <a:gd name="connsiteY28798" fmla="*/ 414123 h 2767298"/>
              <a:gd name="connsiteX28799" fmla="*/ 987640 w 4752801"/>
              <a:gd name="connsiteY28799" fmla="*/ 414528 h 2767298"/>
              <a:gd name="connsiteX28800" fmla="*/ 981568 w 4752801"/>
              <a:gd name="connsiteY28800" fmla="*/ 414528 h 2767298"/>
              <a:gd name="connsiteX28801" fmla="*/ 980353 w 4752801"/>
              <a:gd name="connsiteY28801" fmla="*/ 414123 h 2767298"/>
              <a:gd name="connsiteX28802" fmla="*/ 977520 w 4752801"/>
              <a:gd name="connsiteY28802" fmla="*/ 408861 h 2767298"/>
              <a:gd name="connsiteX28803" fmla="*/ 977520 w 4752801"/>
              <a:gd name="connsiteY28803" fmla="*/ 407646 h 2767298"/>
              <a:gd name="connsiteX28804" fmla="*/ 980353 w 4752801"/>
              <a:gd name="connsiteY28804" fmla="*/ 402384 h 2767298"/>
              <a:gd name="connsiteX28805" fmla="*/ 981568 w 4752801"/>
              <a:gd name="connsiteY28805" fmla="*/ 401574 h 2767298"/>
              <a:gd name="connsiteX28806" fmla="*/ 3531077 w 4752801"/>
              <a:gd name="connsiteY28806" fmla="*/ 401169 h 2767298"/>
              <a:gd name="connsiteX28807" fmla="*/ 3538768 w 4752801"/>
              <a:gd name="connsiteY28807" fmla="*/ 401169 h 2767298"/>
              <a:gd name="connsiteX28808" fmla="*/ 3539982 w 4752801"/>
              <a:gd name="connsiteY28808" fmla="*/ 401574 h 2767298"/>
              <a:gd name="connsiteX28809" fmla="*/ 3543626 w 4752801"/>
              <a:gd name="connsiteY28809" fmla="*/ 408051 h 2767298"/>
              <a:gd name="connsiteX28810" fmla="*/ 3543626 w 4752801"/>
              <a:gd name="connsiteY28810" fmla="*/ 409265 h 2767298"/>
              <a:gd name="connsiteX28811" fmla="*/ 3539982 w 4752801"/>
              <a:gd name="connsiteY28811" fmla="*/ 415742 h 2767298"/>
              <a:gd name="connsiteX28812" fmla="*/ 3538768 w 4752801"/>
              <a:gd name="connsiteY28812" fmla="*/ 416147 h 2767298"/>
              <a:gd name="connsiteX28813" fmla="*/ 3531077 w 4752801"/>
              <a:gd name="connsiteY28813" fmla="*/ 416147 h 2767298"/>
              <a:gd name="connsiteX28814" fmla="*/ 3529862 w 4752801"/>
              <a:gd name="connsiteY28814" fmla="*/ 415742 h 2767298"/>
              <a:gd name="connsiteX28815" fmla="*/ 3526219 w 4752801"/>
              <a:gd name="connsiteY28815" fmla="*/ 409265 h 2767298"/>
              <a:gd name="connsiteX28816" fmla="*/ 3526219 w 4752801"/>
              <a:gd name="connsiteY28816" fmla="*/ 408051 h 2767298"/>
              <a:gd name="connsiteX28817" fmla="*/ 3529862 w 4752801"/>
              <a:gd name="connsiteY28817" fmla="*/ 401574 h 2767298"/>
              <a:gd name="connsiteX28818" fmla="*/ 3531077 w 4752801"/>
              <a:gd name="connsiteY28818" fmla="*/ 401169 h 2767298"/>
              <a:gd name="connsiteX28819" fmla="*/ 2519451 w 4752801"/>
              <a:gd name="connsiteY28819" fmla="*/ 401169 h 2767298"/>
              <a:gd name="connsiteX28820" fmla="*/ 2526332 w 4752801"/>
              <a:gd name="connsiteY28820" fmla="*/ 401169 h 2767298"/>
              <a:gd name="connsiteX28821" fmla="*/ 2527547 w 4752801"/>
              <a:gd name="connsiteY28821" fmla="*/ 401574 h 2767298"/>
              <a:gd name="connsiteX28822" fmla="*/ 2530785 w 4752801"/>
              <a:gd name="connsiteY28822" fmla="*/ 407646 h 2767298"/>
              <a:gd name="connsiteX28823" fmla="*/ 2530785 w 4752801"/>
              <a:gd name="connsiteY28823" fmla="*/ 408861 h 2767298"/>
              <a:gd name="connsiteX28824" fmla="*/ 2527547 w 4752801"/>
              <a:gd name="connsiteY28824" fmla="*/ 414933 h 2767298"/>
              <a:gd name="connsiteX28825" fmla="*/ 2526332 w 4752801"/>
              <a:gd name="connsiteY28825" fmla="*/ 415337 h 2767298"/>
              <a:gd name="connsiteX28826" fmla="*/ 2519451 w 4752801"/>
              <a:gd name="connsiteY28826" fmla="*/ 415337 h 2767298"/>
              <a:gd name="connsiteX28827" fmla="*/ 2518236 w 4752801"/>
              <a:gd name="connsiteY28827" fmla="*/ 414933 h 2767298"/>
              <a:gd name="connsiteX28828" fmla="*/ 2514998 w 4752801"/>
              <a:gd name="connsiteY28828" fmla="*/ 408861 h 2767298"/>
              <a:gd name="connsiteX28829" fmla="*/ 2514998 w 4752801"/>
              <a:gd name="connsiteY28829" fmla="*/ 407646 h 2767298"/>
              <a:gd name="connsiteX28830" fmla="*/ 2518236 w 4752801"/>
              <a:gd name="connsiteY28830" fmla="*/ 401574 h 2767298"/>
              <a:gd name="connsiteX28831" fmla="*/ 2519451 w 4752801"/>
              <a:gd name="connsiteY28831" fmla="*/ 401169 h 2767298"/>
              <a:gd name="connsiteX28832" fmla="*/ 2235677 w 4752801"/>
              <a:gd name="connsiteY28832" fmla="*/ 400764 h 2767298"/>
              <a:gd name="connsiteX28833" fmla="*/ 2243369 w 4752801"/>
              <a:gd name="connsiteY28833" fmla="*/ 400764 h 2767298"/>
              <a:gd name="connsiteX28834" fmla="*/ 2244583 w 4752801"/>
              <a:gd name="connsiteY28834" fmla="*/ 401574 h 2767298"/>
              <a:gd name="connsiteX28835" fmla="*/ 2248226 w 4752801"/>
              <a:gd name="connsiteY28835" fmla="*/ 408051 h 2767298"/>
              <a:gd name="connsiteX28836" fmla="*/ 2248226 w 4752801"/>
              <a:gd name="connsiteY28836" fmla="*/ 409265 h 2767298"/>
              <a:gd name="connsiteX28837" fmla="*/ 2244583 w 4752801"/>
              <a:gd name="connsiteY28837" fmla="*/ 415742 h 2767298"/>
              <a:gd name="connsiteX28838" fmla="*/ 2243369 w 4752801"/>
              <a:gd name="connsiteY28838" fmla="*/ 416552 h 2767298"/>
              <a:gd name="connsiteX28839" fmla="*/ 2235677 w 4752801"/>
              <a:gd name="connsiteY28839" fmla="*/ 416552 h 2767298"/>
              <a:gd name="connsiteX28840" fmla="*/ 2234463 w 4752801"/>
              <a:gd name="connsiteY28840" fmla="*/ 415742 h 2767298"/>
              <a:gd name="connsiteX28841" fmla="*/ 2230820 w 4752801"/>
              <a:gd name="connsiteY28841" fmla="*/ 409265 h 2767298"/>
              <a:gd name="connsiteX28842" fmla="*/ 2230820 w 4752801"/>
              <a:gd name="connsiteY28842" fmla="*/ 408051 h 2767298"/>
              <a:gd name="connsiteX28843" fmla="*/ 2234463 w 4752801"/>
              <a:gd name="connsiteY28843" fmla="*/ 401574 h 2767298"/>
              <a:gd name="connsiteX28844" fmla="*/ 2235677 w 4752801"/>
              <a:gd name="connsiteY28844" fmla="*/ 400764 h 2767298"/>
              <a:gd name="connsiteX28845" fmla="*/ 2154714 w 4752801"/>
              <a:gd name="connsiteY28845" fmla="*/ 400764 h 2767298"/>
              <a:gd name="connsiteX28846" fmla="*/ 2162810 w 4752801"/>
              <a:gd name="connsiteY28846" fmla="*/ 400764 h 2767298"/>
              <a:gd name="connsiteX28847" fmla="*/ 2164025 w 4752801"/>
              <a:gd name="connsiteY28847" fmla="*/ 401169 h 2767298"/>
              <a:gd name="connsiteX28848" fmla="*/ 2168073 w 4752801"/>
              <a:gd name="connsiteY28848" fmla="*/ 408051 h 2767298"/>
              <a:gd name="connsiteX28849" fmla="*/ 2168073 w 4752801"/>
              <a:gd name="connsiteY28849" fmla="*/ 409265 h 2767298"/>
              <a:gd name="connsiteX28850" fmla="*/ 2164025 w 4752801"/>
              <a:gd name="connsiteY28850" fmla="*/ 416147 h 2767298"/>
              <a:gd name="connsiteX28851" fmla="*/ 2162810 w 4752801"/>
              <a:gd name="connsiteY28851" fmla="*/ 416552 h 2767298"/>
              <a:gd name="connsiteX28852" fmla="*/ 2154714 w 4752801"/>
              <a:gd name="connsiteY28852" fmla="*/ 416552 h 2767298"/>
              <a:gd name="connsiteX28853" fmla="*/ 2153500 w 4752801"/>
              <a:gd name="connsiteY28853" fmla="*/ 416147 h 2767298"/>
              <a:gd name="connsiteX28854" fmla="*/ 2149452 w 4752801"/>
              <a:gd name="connsiteY28854" fmla="*/ 409265 h 2767298"/>
              <a:gd name="connsiteX28855" fmla="*/ 2149452 w 4752801"/>
              <a:gd name="connsiteY28855" fmla="*/ 408051 h 2767298"/>
              <a:gd name="connsiteX28856" fmla="*/ 2153500 w 4752801"/>
              <a:gd name="connsiteY28856" fmla="*/ 401169 h 2767298"/>
              <a:gd name="connsiteX28857" fmla="*/ 2154714 w 4752801"/>
              <a:gd name="connsiteY28857" fmla="*/ 400764 h 2767298"/>
              <a:gd name="connsiteX28858" fmla="*/ 1709016 w 4752801"/>
              <a:gd name="connsiteY28858" fmla="*/ 400764 h 2767298"/>
              <a:gd name="connsiteX28859" fmla="*/ 1717112 w 4752801"/>
              <a:gd name="connsiteY28859" fmla="*/ 400764 h 2767298"/>
              <a:gd name="connsiteX28860" fmla="*/ 1718327 w 4752801"/>
              <a:gd name="connsiteY28860" fmla="*/ 401169 h 2767298"/>
              <a:gd name="connsiteX28861" fmla="*/ 1722375 w 4752801"/>
              <a:gd name="connsiteY28861" fmla="*/ 408051 h 2767298"/>
              <a:gd name="connsiteX28862" fmla="*/ 1722375 w 4752801"/>
              <a:gd name="connsiteY28862" fmla="*/ 409265 h 2767298"/>
              <a:gd name="connsiteX28863" fmla="*/ 1718327 w 4752801"/>
              <a:gd name="connsiteY28863" fmla="*/ 416147 h 2767298"/>
              <a:gd name="connsiteX28864" fmla="*/ 1717112 w 4752801"/>
              <a:gd name="connsiteY28864" fmla="*/ 416957 h 2767298"/>
              <a:gd name="connsiteX28865" fmla="*/ 1709016 w 4752801"/>
              <a:gd name="connsiteY28865" fmla="*/ 416957 h 2767298"/>
              <a:gd name="connsiteX28866" fmla="*/ 1707802 w 4752801"/>
              <a:gd name="connsiteY28866" fmla="*/ 416147 h 2767298"/>
              <a:gd name="connsiteX28867" fmla="*/ 1703754 w 4752801"/>
              <a:gd name="connsiteY28867" fmla="*/ 409265 h 2767298"/>
              <a:gd name="connsiteX28868" fmla="*/ 1703754 w 4752801"/>
              <a:gd name="connsiteY28868" fmla="*/ 408051 h 2767298"/>
              <a:gd name="connsiteX28869" fmla="*/ 1707802 w 4752801"/>
              <a:gd name="connsiteY28869" fmla="*/ 401169 h 2767298"/>
              <a:gd name="connsiteX28870" fmla="*/ 1709016 w 4752801"/>
              <a:gd name="connsiteY28870" fmla="*/ 400764 h 2767298"/>
              <a:gd name="connsiteX28871" fmla="*/ 1668939 w 4752801"/>
              <a:gd name="connsiteY28871" fmla="*/ 400764 h 2767298"/>
              <a:gd name="connsiteX28872" fmla="*/ 1677035 w 4752801"/>
              <a:gd name="connsiteY28872" fmla="*/ 400764 h 2767298"/>
              <a:gd name="connsiteX28873" fmla="*/ 1678250 w 4752801"/>
              <a:gd name="connsiteY28873" fmla="*/ 401169 h 2767298"/>
              <a:gd name="connsiteX28874" fmla="*/ 1682298 w 4752801"/>
              <a:gd name="connsiteY28874" fmla="*/ 408051 h 2767298"/>
              <a:gd name="connsiteX28875" fmla="*/ 1682298 w 4752801"/>
              <a:gd name="connsiteY28875" fmla="*/ 409265 h 2767298"/>
              <a:gd name="connsiteX28876" fmla="*/ 1678250 w 4752801"/>
              <a:gd name="connsiteY28876" fmla="*/ 416147 h 2767298"/>
              <a:gd name="connsiteX28877" fmla="*/ 1677035 w 4752801"/>
              <a:gd name="connsiteY28877" fmla="*/ 416552 h 2767298"/>
              <a:gd name="connsiteX28878" fmla="*/ 1668939 w 4752801"/>
              <a:gd name="connsiteY28878" fmla="*/ 416552 h 2767298"/>
              <a:gd name="connsiteX28879" fmla="*/ 1667725 w 4752801"/>
              <a:gd name="connsiteY28879" fmla="*/ 416147 h 2767298"/>
              <a:gd name="connsiteX28880" fmla="*/ 1663677 w 4752801"/>
              <a:gd name="connsiteY28880" fmla="*/ 409265 h 2767298"/>
              <a:gd name="connsiteX28881" fmla="*/ 1663677 w 4752801"/>
              <a:gd name="connsiteY28881" fmla="*/ 408051 h 2767298"/>
              <a:gd name="connsiteX28882" fmla="*/ 1667725 w 4752801"/>
              <a:gd name="connsiteY28882" fmla="*/ 401169 h 2767298"/>
              <a:gd name="connsiteX28883" fmla="*/ 1668939 w 4752801"/>
              <a:gd name="connsiteY28883" fmla="*/ 400764 h 2767298"/>
              <a:gd name="connsiteX28884" fmla="*/ 1628458 w 4752801"/>
              <a:gd name="connsiteY28884" fmla="*/ 400764 h 2767298"/>
              <a:gd name="connsiteX28885" fmla="*/ 1636554 w 4752801"/>
              <a:gd name="connsiteY28885" fmla="*/ 400764 h 2767298"/>
              <a:gd name="connsiteX28886" fmla="*/ 1637769 w 4752801"/>
              <a:gd name="connsiteY28886" fmla="*/ 401169 h 2767298"/>
              <a:gd name="connsiteX28887" fmla="*/ 1641817 w 4752801"/>
              <a:gd name="connsiteY28887" fmla="*/ 408051 h 2767298"/>
              <a:gd name="connsiteX28888" fmla="*/ 1641817 w 4752801"/>
              <a:gd name="connsiteY28888" fmla="*/ 409265 h 2767298"/>
              <a:gd name="connsiteX28889" fmla="*/ 1637769 w 4752801"/>
              <a:gd name="connsiteY28889" fmla="*/ 416147 h 2767298"/>
              <a:gd name="connsiteX28890" fmla="*/ 1636554 w 4752801"/>
              <a:gd name="connsiteY28890" fmla="*/ 416552 h 2767298"/>
              <a:gd name="connsiteX28891" fmla="*/ 1628458 w 4752801"/>
              <a:gd name="connsiteY28891" fmla="*/ 416552 h 2767298"/>
              <a:gd name="connsiteX28892" fmla="*/ 1627244 w 4752801"/>
              <a:gd name="connsiteY28892" fmla="*/ 416147 h 2767298"/>
              <a:gd name="connsiteX28893" fmla="*/ 1623196 w 4752801"/>
              <a:gd name="connsiteY28893" fmla="*/ 409265 h 2767298"/>
              <a:gd name="connsiteX28894" fmla="*/ 1623196 w 4752801"/>
              <a:gd name="connsiteY28894" fmla="*/ 408051 h 2767298"/>
              <a:gd name="connsiteX28895" fmla="*/ 1627244 w 4752801"/>
              <a:gd name="connsiteY28895" fmla="*/ 401169 h 2767298"/>
              <a:gd name="connsiteX28896" fmla="*/ 1628458 w 4752801"/>
              <a:gd name="connsiteY28896" fmla="*/ 400764 h 2767298"/>
              <a:gd name="connsiteX28897" fmla="*/ 3490191 w 4752801"/>
              <a:gd name="connsiteY28897" fmla="*/ 399955 h 2767298"/>
              <a:gd name="connsiteX28898" fmla="*/ 3499097 w 4752801"/>
              <a:gd name="connsiteY28898" fmla="*/ 399955 h 2767298"/>
              <a:gd name="connsiteX28899" fmla="*/ 3500311 w 4752801"/>
              <a:gd name="connsiteY28899" fmla="*/ 400360 h 2767298"/>
              <a:gd name="connsiteX28900" fmla="*/ 3504764 w 4752801"/>
              <a:gd name="connsiteY28900" fmla="*/ 408051 h 2767298"/>
              <a:gd name="connsiteX28901" fmla="*/ 3504764 w 4752801"/>
              <a:gd name="connsiteY28901" fmla="*/ 409266 h 2767298"/>
              <a:gd name="connsiteX28902" fmla="*/ 3500311 w 4752801"/>
              <a:gd name="connsiteY28902" fmla="*/ 416957 h 2767298"/>
              <a:gd name="connsiteX28903" fmla="*/ 3499097 w 4752801"/>
              <a:gd name="connsiteY28903" fmla="*/ 417767 h 2767298"/>
              <a:gd name="connsiteX28904" fmla="*/ 3490191 w 4752801"/>
              <a:gd name="connsiteY28904" fmla="*/ 417767 h 2767298"/>
              <a:gd name="connsiteX28905" fmla="*/ 3488976 w 4752801"/>
              <a:gd name="connsiteY28905" fmla="*/ 416957 h 2767298"/>
              <a:gd name="connsiteX28906" fmla="*/ 3484524 w 4752801"/>
              <a:gd name="connsiteY28906" fmla="*/ 409266 h 2767298"/>
              <a:gd name="connsiteX28907" fmla="*/ 3484524 w 4752801"/>
              <a:gd name="connsiteY28907" fmla="*/ 408051 h 2767298"/>
              <a:gd name="connsiteX28908" fmla="*/ 3488976 w 4752801"/>
              <a:gd name="connsiteY28908" fmla="*/ 400360 h 2767298"/>
              <a:gd name="connsiteX28909" fmla="*/ 3490191 w 4752801"/>
              <a:gd name="connsiteY28909" fmla="*/ 399955 h 2767298"/>
              <a:gd name="connsiteX28910" fmla="*/ 2195196 w 4752801"/>
              <a:gd name="connsiteY28910" fmla="*/ 399550 h 2767298"/>
              <a:gd name="connsiteX28911" fmla="*/ 2203292 w 4752801"/>
              <a:gd name="connsiteY28911" fmla="*/ 399550 h 2767298"/>
              <a:gd name="connsiteX28912" fmla="*/ 2204507 w 4752801"/>
              <a:gd name="connsiteY28912" fmla="*/ 400360 h 2767298"/>
              <a:gd name="connsiteX28913" fmla="*/ 2208555 w 4752801"/>
              <a:gd name="connsiteY28913" fmla="*/ 407646 h 2767298"/>
              <a:gd name="connsiteX28914" fmla="*/ 2208555 w 4752801"/>
              <a:gd name="connsiteY28914" fmla="*/ 408861 h 2767298"/>
              <a:gd name="connsiteX28915" fmla="*/ 2204507 w 4752801"/>
              <a:gd name="connsiteY28915" fmla="*/ 416147 h 2767298"/>
              <a:gd name="connsiteX28916" fmla="*/ 2203292 w 4752801"/>
              <a:gd name="connsiteY28916" fmla="*/ 416957 h 2767298"/>
              <a:gd name="connsiteX28917" fmla="*/ 2195196 w 4752801"/>
              <a:gd name="connsiteY28917" fmla="*/ 416957 h 2767298"/>
              <a:gd name="connsiteX28918" fmla="*/ 2193982 w 4752801"/>
              <a:gd name="connsiteY28918" fmla="*/ 416147 h 2767298"/>
              <a:gd name="connsiteX28919" fmla="*/ 2189934 w 4752801"/>
              <a:gd name="connsiteY28919" fmla="*/ 408861 h 2767298"/>
              <a:gd name="connsiteX28920" fmla="*/ 2189934 w 4752801"/>
              <a:gd name="connsiteY28920" fmla="*/ 407646 h 2767298"/>
              <a:gd name="connsiteX28921" fmla="*/ 2193982 w 4752801"/>
              <a:gd name="connsiteY28921" fmla="*/ 400360 h 2767298"/>
              <a:gd name="connsiteX28922" fmla="*/ 2195196 w 4752801"/>
              <a:gd name="connsiteY28922" fmla="*/ 399550 h 2767298"/>
              <a:gd name="connsiteX28923" fmla="*/ 3165126 w 4752801"/>
              <a:gd name="connsiteY28923" fmla="*/ 398336 h 2767298"/>
              <a:gd name="connsiteX28924" fmla="*/ 3176056 w 4752801"/>
              <a:gd name="connsiteY28924" fmla="*/ 398336 h 2767298"/>
              <a:gd name="connsiteX28925" fmla="*/ 3177271 w 4752801"/>
              <a:gd name="connsiteY28925" fmla="*/ 398741 h 2767298"/>
              <a:gd name="connsiteX28926" fmla="*/ 3182534 w 4752801"/>
              <a:gd name="connsiteY28926" fmla="*/ 408051 h 2767298"/>
              <a:gd name="connsiteX28927" fmla="*/ 3182534 w 4752801"/>
              <a:gd name="connsiteY28927" fmla="*/ 409266 h 2767298"/>
              <a:gd name="connsiteX28928" fmla="*/ 3177271 w 4752801"/>
              <a:gd name="connsiteY28928" fmla="*/ 418577 h 2767298"/>
              <a:gd name="connsiteX28929" fmla="*/ 3176056 w 4752801"/>
              <a:gd name="connsiteY28929" fmla="*/ 418981 h 2767298"/>
              <a:gd name="connsiteX28930" fmla="*/ 3165126 w 4752801"/>
              <a:gd name="connsiteY28930" fmla="*/ 418981 h 2767298"/>
              <a:gd name="connsiteX28931" fmla="*/ 3163912 w 4752801"/>
              <a:gd name="connsiteY28931" fmla="*/ 418577 h 2767298"/>
              <a:gd name="connsiteX28932" fmla="*/ 3158650 w 4752801"/>
              <a:gd name="connsiteY28932" fmla="*/ 409266 h 2767298"/>
              <a:gd name="connsiteX28933" fmla="*/ 3158650 w 4752801"/>
              <a:gd name="connsiteY28933" fmla="*/ 408051 h 2767298"/>
              <a:gd name="connsiteX28934" fmla="*/ 3163912 w 4752801"/>
              <a:gd name="connsiteY28934" fmla="*/ 398741 h 2767298"/>
              <a:gd name="connsiteX28935" fmla="*/ 3165126 w 4752801"/>
              <a:gd name="connsiteY28935" fmla="*/ 398336 h 2767298"/>
              <a:gd name="connsiteX28936" fmla="*/ 3206012 w 4752801"/>
              <a:gd name="connsiteY28936" fmla="*/ 397931 h 2767298"/>
              <a:gd name="connsiteX28937" fmla="*/ 3216133 w 4752801"/>
              <a:gd name="connsiteY28937" fmla="*/ 397931 h 2767298"/>
              <a:gd name="connsiteX28938" fmla="*/ 3217347 w 4752801"/>
              <a:gd name="connsiteY28938" fmla="*/ 398741 h 2767298"/>
              <a:gd name="connsiteX28939" fmla="*/ 3222610 w 4752801"/>
              <a:gd name="connsiteY28939" fmla="*/ 407646 h 2767298"/>
              <a:gd name="connsiteX28940" fmla="*/ 3222610 w 4752801"/>
              <a:gd name="connsiteY28940" fmla="*/ 408861 h 2767298"/>
              <a:gd name="connsiteX28941" fmla="*/ 3217347 w 4752801"/>
              <a:gd name="connsiteY28941" fmla="*/ 417767 h 2767298"/>
              <a:gd name="connsiteX28942" fmla="*/ 3216133 w 4752801"/>
              <a:gd name="connsiteY28942" fmla="*/ 418576 h 2767298"/>
              <a:gd name="connsiteX28943" fmla="*/ 3206012 w 4752801"/>
              <a:gd name="connsiteY28943" fmla="*/ 418576 h 2767298"/>
              <a:gd name="connsiteX28944" fmla="*/ 3204798 w 4752801"/>
              <a:gd name="connsiteY28944" fmla="*/ 417767 h 2767298"/>
              <a:gd name="connsiteX28945" fmla="*/ 3199536 w 4752801"/>
              <a:gd name="connsiteY28945" fmla="*/ 408861 h 2767298"/>
              <a:gd name="connsiteX28946" fmla="*/ 3199536 w 4752801"/>
              <a:gd name="connsiteY28946" fmla="*/ 407646 h 2767298"/>
              <a:gd name="connsiteX28947" fmla="*/ 3204798 w 4752801"/>
              <a:gd name="connsiteY28947" fmla="*/ 398741 h 2767298"/>
              <a:gd name="connsiteX28948" fmla="*/ 3206012 w 4752801"/>
              <a:gd name="connsiteY28948" fmla="*/ 397931 h 2767298"/>
              <a:gd name="connsiteX28949" fmla="*/ 3408014 w 4752801"/>
              <a:gd name="connsiteY28949" fmla="*/ 397526 h 2767298"/>
              <a:gd name="connsiteX28950" fmla="*/ 3418943 w 4752801"/>
              <a:gd name="connsiteY28950" fmla="*/ 397526 h 2767298"/>
              <a:gd name="connsiteX28951" fmla="*/ 3420158 w 4752801"/>
              <a:gd name="connsiteY28951" fmla="*/ 397931 h 2767298"/>
              <a:gd name="connsiteX28952" fmla="*/ 3425825 w 4752801"/>
              <a:gd name="connsiteY28952" fmla="*/ 407646 h 2767298"/>
              <a:gd name="connsiteX28953" fmla="*/ 3425825 w 4752801"/>
              <a:gd name="connsiteY28953" fmla="*/ 408861 h 2767298"/>
              <a:gd name="connsiteX28954" fmla="*/ 3420158 w 4752801"/>
              <a:gd name="connsiteY28954" fmla="*/ 418576 h 2767298"/>
              <a:gd name="connsiteX28955" fmla="*/ 3418943 w 4752801"/>
              <a:gd name="connsiteY28955" fmla="*/ 419386 h 2767298"/>
              <a:gd name="connsiteX28956" fmla="*/ 3408014 w 4752801"/>
              <a:gd name="connsiteY28956" fmla="*/ 419386 h 2767298"/>
              <a:gd name="connsiteX28957" fmla="*/ 3406799 w 4752801"/>
              <a:gd name="connsiteY28957" fmla="*/ 418576 h 2767298"/>
              <a:gd name="connsiteX28958" fmla="*/ 3401132 w 4752801"/>
              <a:gd name="connsiteY28958" fmla="*/ 408861 h 2767298"/>
              <a:gd name="connsiteX28959" fmla="*/ 3401132 w 4752801"/>
              <a:gd name="connsiteY28959" fmla="*/ 407646 h 2767298"/>
              <a:gd name="connsiteX28960" fmla="*/ 3406799 w 4752801"/>
              <a:gd name="connsiteY28960" fmla="*/ 397931 h 2767298"/>
              <a:gd name="connsiteX28961" fmla="*/ 3408014 w 4752801"/>
              <a:gd name="connsiteY28961" fmla="*/ 397526 h 2767298"/>
              <a:gd name="connsiteX28962" fmla="*/ 3286166 w 4752801"/>
              <a:gd name="connsiteY28962" fmla="*/ 397526 h 2767298"/>
              <a:gd name="connsiteX28963" fmla="*/ 3297905 w 4752801"/>
              <a:gd name="connsiteY28963" fmla="*/ 397526 h 2767298"/>
              <a:gd name="connsiteX28964" fmla="*/ 3299119 w 4752801"/>
              <a:gd name="connsiteY28964" fmla="*/ 397931 h 2767298"/>
              <a:gd name="connsiteX28965" fmla="*/ 3304787 w 4752801"/>
              <a:gd name="connsiteY28965" fmla="*/ 408051 h 2767298"/>
              <a:gd name="connsiteX28966" fmla="*/ 3304787 w 4752801"/>
              <a:gd name="connsiteY28966" fmla="*/ 409266 h 2767298"/>
              <a:gd name="connsiteX28967" fmla="*/ 3299119 w 4752801"/>
              <a:gd name="connsiteY28967" fmla="*/ 419386 h 2767298"/>
              <a:gd name="connsiteX28968" fmla="*/ 3297905 w 4752801"/>
              <a:gd name="connsiteY28968" fmla="*/ 419791 h 2767298"/>
              <a:gd name="connsiteX28969" fmla="*/ 3286166 w 4752801"/>
              <a:gd name="connsiteY28969" fmla="*/ 419791 h 2767298"/>
              <a:gd name="connsiteX28970" fmla="*/ 3284951 w 4752801"/>
              <a:gd name="connsiteY28970" fmla="*/ 419386 h 2767298"/>
              <a:gd name="connsiteX28971" fmla="*/ 3279284 w 4752801"/>
              <a:gd name="connsiteY28971" fmla="*/ 409266 h 2767298"/>
              <a:gd name="connsiteX28972" fmla="*/ 3279284 w 4752801"/>
              <a:gd name="connsiteY28972" fmla="*/ 408051 h 2767298"/>
              <a:gd name="connsiteX28973" fmla="*/ 3284951 w 4752801"/>
              <a:gd name="connsiteY28973" fmla="*/ 397931 h 2767298"/>
              <a:gd name="connsiteX28974" fmla="*/ 3286166 w 4752801"/>
              <a:gd name="connsiteY28974" fmla="*/ 397526 h 2767298"/>
              <a:gd name="connsiteX28975" fmla="*/ 3448090 w 4752801"/>
              <a:gd name="connsiteY28975" fmla="*/ 397121 h 2767298"/>
              <a:gd name="connsiteX28976" fmla="*/ 3459830 w 4752801"/>
              <a:gd name="connsiteY28976" fmla="*/ 397121 h 2767298"/>
              <a:gd name="connsiteX28977" fmla="*/ 3461044 w 4752801"/>
              <a:gd name="connsiteY28977" fmla="*/ 397931 h 2767298"/>
              <a:gd name="connsiteX28978" fmla="*/ 3467116 w 4752801"/>
              <a:gd name="connsiteY28978" fmla="*/ 408051 h 2767298"/>
              <a:gd name="connsiteX28979" fmla="*/ 3467116 w 4752801"/>
              <a:gd name="connsiteY28979" fmla="*/ 409265 h 2767298"/>
              <a:gd name="connsiteX28980" fmla="*/ 3461044 w 4752801"/>
              <a:gd name="connsiteY28980" fmla="*/ 419386 h 2767298"/>
              <a:gd name="connsiteX28981" fmla="*/ 3459830 w 4752801"/>
              <a:gd name="connsiteY28981" fmla="*/ 420195 h 2767298"/>
              <a:gd name="connsiteX28982" fmla="*/ 3448090 w 4752801"/>
              <a:gd name="connsiteY28982" fmla="*/ 420195 h 2767298"/>
              <a:gd name="connsiteX28983" fmla="*/ 3446876 w 4752801"/>
              <a:gd name="connsiteY28983" fmla="*/ 419386 h 2767298"/>
              <a:gd name="connsiteX28984" fmla="*/ 3440804 w 4752801"/>
              <a:gd name="connsiteY28984" fmla="*/ 409265 h 2767298"/>
              <a:gd name="connsiteX28985" fmla="*/ 3440804 w 4752801"/>
              <a:gd name="connsiteY28985" fmla="*/ 408051 h 2767298"/>
              <a:gd name="connsiteX28986" fmla="*/ 3446876 w 4752801"/>
              <a:gd name="connsiteY28986" fmla="*/ 397931 h 2767298"/>
              <a:gd name="connsiteX28987" fmla="*/ 3448090 w 4752801"/>
              <a:gd name="connsiteY28987" fmla="*/ 397121 h 2767298"/>
              <a:gd name="connsiteX28988" fmla="*/ 3245684 w 4752801"/>
              <a:gd name="connsiteY28988" fmla="*/ 397121 h 2767298"/>
              <a:gd name="connsiteX28989" fmla="*/ 3257829 w 4752801"/>
              <a:gd name="connsiteY28989" fmla="*/ 397121 h 2767298"/>
              <a:gd name="connsiteX28990" fmla="*/ 3259043 w 4752801"/>
              <a:gd name="connsiteY28990" fmla="*/ 397526 h 2767298"/>
              <a:gd name="connsiteX28991" fmla="*/ 3265115 w 4752801"/>
              <a:gd name="connsiteY28991" fmla="*/ 408051 h 2767298"/>
              <a:gd name="connsiteX28992" fmla="*/ 3265115 w 4752801"/>
              <a:gd name="connsiteY28992" fmla="*/ 409265 h 2767298"/>
              <a:gd name="connsiteX28993" fmla="*/ 3259043 w 4752801"/>
              <a:gd name="connsiteY28993" fmla="*/ 419791 h 2767298"/>
              <a:gd name="connsiteX28994" fmla="*/ 3257829 w 4752801"/>
              <a:gd name="connsiteY28994" fmla="*/ 420195 h 2767298"/>
              <a:gd name="connsiteX28995" fmla="*/ 3245684 w 4752801"/>
              <a:gd name="connsiteY28995" fmla="*/ 420195 h 2767298"/>
              <a:gd name="connsiteX28996" fmla="*/ 3244470 w 4752801"/>
              <a:gd name="connsiteY28996" fmla="*/ 419791 h 2767298"/>
              <a:gd name="connsiteX28997" fmla="*/ 3238398 w 4752801"/>
              <a:gd name="connsiteY28997" fmla="*/ 409265 h 2767298"/>
              <a:gd name="connsiteX28998" fmla="*/ 3238398 w 4752801"/>
              <a:gd name="connsiteY28998" fmla="*/ 408051 h 2767298"/>
              <a:gd name="connsiteX28999" fmla="*/ 3244470 w 4752801"/>
              <a:gd name="connsiteY28999" fmla="*/ 397526 h 2767298"/>
              <a:gd name="connsiteX29000" fmla="*/ 3245684 w 4752801"/>
              <a:gd name="connsiteY29000" fmla="*/ 397121 h 2767298"/>
              <a:gd name="connsiteX29001" fmla="*/ 3326646 w 4752801"/>
              <a:gd name="connsiteY29001" fmla="*/ 396311 h 2767298"/>
              <a:gd name="connsiteX29002" fmla="*/ 3338791 w 4752801"/>
              <a:gd name="connsiteY29002" fmla="*/ 396311 h 2767298"/>
              <a:gd name="connsiteX29003" fmla="*/ 3340005 w 4752801"/>
              <a:gd name="connsiteY29003" fmla="*/ 397121 h 2767298"/>
              <a:gd name="connsiteX29004" fmla="*/ 3346077 w 4752801"/>
              <a:gd name="connsiteY29004" fmla="*/ 407646 h 2767298"/>
              <a:gd name="connsiteX29005" fmla="*/ 3346077 w 4752801"/>
              <a:gd name="connsiteY29005" fmla="*/ 408860 h 2767298"/>
              <a:gd name="connsiteX29006" fmla="*/ 3340005 w 4752801"/>
              <a:gd name="connsiteY29006" fmla="*/ 419385 h 2767298"/>
              <a:gd name="connsiteX29007" fmla="*/ 3338791 w 4752801"/>
              <a:gd name="connsiteY29007" fmla="*/ 419790 h 2767298"/>
              <a:gd name="connsiteX29008" fmla="*/ 3326646 w 4752801"/>
              <a:gd name="connsiteY29008" fmla="*/ 419790 h 2767298"/>
              <a:gd name="connsiteX29009" fmla="*/ 3325432 w 4752801"/>
              <a:gd name="connsiteY29009" fmla="*/ 419385 h 2767298"/>
              <a:gd name="connsiteX29010" fmla="*/ 3319360 w 4752801"/>
              <a:gd name="connsiteY29010" fmla="*/ 408860 h 2767298"/>
              <a:gd name="connsiteX29011" fmla="*/ 3319360 w 4752801"/>
              <a:gd name="connsiteY29011" fmla="*/ 407646 h 2767298"/>
              <a:gd name="connsiteX29012" fmla="*/ 3325432 w 4752801"/>
              <a:gd name="connsiteY29012" fmla="*/ 397121 h 2767298"/>
              <a:gd name="connsiteX29013" fmla="*/ 3326646 w 4752801"/>
              <a:gd name="connsiteY29013" fmla="*/ 396311 h 2767298"/>
              <a:gd name="connsiteX29014" fmla="*/ 3083354 w 4752801"/>
              <a:gd name="connsiteY29014" fmla="*/ 396311 h 2767298"/>
              <a:gd name="connsiteX29015" fmla="*/ 3095903 w 4752801"/>
              <a:gd name="connsiteY29015" fmla="*/ 396311 h 2767298"/>
              <a:gd name="connsiteX29016" fmla="*/ 3097118 w 4752801"/>
              <a:gd name="connsiteY29016" fmla="*/ 396716 h 2767298"/>
              <a:gd name="connsiteX29017" fmla="*/ 3103190 w 4752801"/>
              <a:gd name="connsiteY29017" fmla="*/ 407646 h 2767298"/>
              <a:gd name="connsiteX29018" fmla="*/ 3103190 w 4752801"/>
              <a:gd name="connsiteY29018" fmla="*/ 408860 h 2767298"/>
              <a:gd name="connsiteX29019" fmla="*/ 3097118 w 4752801"/>
              <a:gd name="connsiteY29019" fmla="*/ 419790 h 2767298"/>
              <a:gd name="connsiteX29020" fmla="*/ 3095903 w 4752801"/>
              <a:gd name="connsiteY29020" fmla="*/ 420195 h 2767298"/>
              <a:gd name="connsiteX29021" fmla="*/ 3083354 w 4752801"/>
              <a:gd name="connsiteY29021" fmla="*/ 420195 h 2767298"/>
              <a:gd name="connsiteX29022" fmla="*/ 3082140 w 4752801"/>
              <a:gd name="connsiteY29022" fmla="*/ 419790 h 2767298"/>
              <a:gd name="connsiteX29023" fmla="*/ 3076068 w 4752801"/>
              <a:gd name="connsiteY29023" fmla="*/ 408860 h 2767298"/>
              <a:gd name="connsiteX29024" fmla="*/ 3076068 w 4752801"/>
              <a:gd name="connsiteY29024" fmla="*/ 407646 h 2767298"/>
              <a:gd name="connsiteX29025" fmla="*/ 3082140 w 4752801"/>
              <a:gd name="connsiteY29025" fmla="*/ 396716 h 2767298"/>
              <a:gd name="connsiteX29026" fmla="*/ 3083354 w 4752801"/>
              <a:gd name="connsiteY29026" fmla="*/ 396311 h 2767298"/>
              <a:gd name="connsiteX29027" fmla="*/ 1868917 w 4752801"/>
              <a:gd name="connsiteY29027" fmla="*/ 396311 h 2767298"/>
              <a:gd name="connsiteX29028" fmla="*/ 1881466 w 4752801"/>
              <a:gd name="connsiteY29028" fmla="*/ 396311 h 2767298"/>
              <a:gd name="connsiteX29029" fmla="*/ 1882681 w 4752801"/>
              <a:gd name="connsiteY29029" fmla="*/ 396716 h 2767298"/>
              <a:gd name="connsiteX29030" fmla="*/ 1888753 w 4752801"/>
              <a:gd name="connsiteY29030" fmla="*/ 407646 h 2767298"/>
              <a:gd name="connsiteX29031" fmla="*/ 1888753 w 4752801"/>
              <a:gd name="connsiteY29031" fmla="*/ 408860 h 2767298"/>
              <a:gd name="connsiteX29032" fmla="*/ 1882681 w 4752801"/>
              <a:gd name="connsiteY29032" fmla="*/ 419790 h 2767298"/>
              <a:gd name="connsiteX29033" fmla="*/ 1881466 w 4752801"/>
              <a:gd name="connsiteY29033" fmla="*/ 420195 h 2767298"/>
              <a:gd name="connsiteX29034" fmla="*/ 1868917 w 4752801"/>
              <a:gd name="connsiteY29034" fmla="*/ 420195 h 2767298"/>
              <a:gd name="connsiteX29035" fmla="*/ 1867703 w 4752801"/>
              <a:gd name="connsiteY29035" fmla="*/ 419790 h 2767298"/>
              <a:gd name="connsiteX29036" fmla="*/ 1861631 w 4752801"/>
              <a:gd name="connsiteY29036" fmla="*/ 408860 h 2767298"/>
              <a:gd name="connsiteX29037" fmla="*/ 1861631 w 4752801"/>
              <a:gd name="connsiteY29037" fmla="*/ 407646 h 2767298"/>
              <a:gd name="connsiteX29038" fmla="*/ 1867703 w 4752801"/>
              <a:gd name="connsiteY29038" fmla="*/ 396716 h 2767298"/>
              <a:gd name="connsiteX29039" fmla="*/ 1868917 w 4752801"/>
              <a:gd name="connsiteY29039" fmla="*/ 396311 h 2767298"/>
              <a:gd name="connsiteX29040" fmla="*/ 3366723 w 4752801"/>
              <a:gd name="connsiteY29040" fmla="*/ 395907 h 2767298"/>
              <a:gd name="connsiteX29041" fmla="*/ 3379677 w 4752801"/>
              <a:gd name="connsiteY29041" fmla="*/ 395907 h 2767298"/>
              <a:gd name="connsiteX29042" fmla="*/ 3380892 w 4752801"/>
              <a:gd name="connsiteY29042" fmla="*/ 396312 h 2767298"/>
              <a:gd name="connsiteX29043" fmla="*/ 3387368 w 4752801"/>
              <a:gd name="connsiteY29043" fmla="*/ 407647 h 2767298"/>
              <a:gd name="connsiteX29044" fmla="*/ 3387368 w 4752801"/>
              <a:gd name="connsiteY29044" fmla="*/ 408861 h 2767298"/>
              <a:gd name="connsiteX29045" fmla="*/ 3380892 w 4752801"/>
              <a:gd name="connsiteY29045" fmla="*/ 420196 h 2767298"/>
              <a:gd name="connsiteX29046" fmla="*/ 3379677 w 4752801"/>
              <a:gd name="connsiteY29046" fmla="*/ 420601 h 2767298"/>
              <a:gd name="connsiteX29047" fmla="*/ 3366723 w 4752801"/>
              <a:gd name="connsiteY29047" fmla="*/ 420601 h 2767298"/>
              <a:gd name="connsiteX29048" fmla="*/ 3365508 w 4752801"/>
              <a:gd name="connsiteY29048" fmla="*/ 420196 h 2767298"/>
              <a:gd name="connsiteX29049" fmla="*/ 3359032 w 4752801"/>
              <a:gd name="connsiteY29049" fmla="*/ 408861 h 2767298"/>
              <a:gd name="connsiteX29050" fmla="*/ 3359032 w 4752801"/>
              <a:gd name="connsiteY29050" fmla="*/ 407647 h 2767298"/>
              <a:gd name="connsiteX29051" fmla="*/ 3365508 w 4752801"/>
              <a:gd name="connsiteY29051" fmla="*/ 396312 h 2767298"/>
              <a:gd name="connsiteX29052" fmla="*/ 3366723 w 4752801"/>
              <a:gd name="connsiteY29052" fmla="*/ 395907 h 2767298"/>
              <a:gd name="connsiteX29053" fmla="*/ 3123835 w 4752801"/>
              <a:gd name="connsiteY29053" fmla="*/ 395907 h 2767298"/>
              <a:gd name="connsiteX29054" fmla="*/ 3136384 w 4752801"/>
              <a:gd name="connsiteY29054" fmla="*/ 395907 h 2767298"/>
              <a:gd name="connsiteX29055" fmla="*/ 3137599 w 4752801"/>
              <a:gd name="connsiteY29055" fmla="*/ 396717 h 2767298"/>
              <a:gd name="connsiteX29056" fmla="*/ 3143671 w 4752801"/>
              <a:gd name="connsiteY29056" fmla="*/ 407647 h 2767298"/>
              <a:gd name="connsiteX29057" fmla="*/ 3143671 w 4752801"/>
              <a:gd name="connsiteY29057" fmla="*/ 408861 h 2767298"/>
              <a:gd name="connsiteX29058" fmla="*/ 3137599 w 4752801"/>
              <a:gd name="connsiteY29058" fmla="*/ 419791 h 2767298"/>
              <a:gd name="connsiteX29059" fmla="*/ 3136384 w 4752801"/>
              <a:gd name="connsiteY29059" fmla="*/ 420601 h 2767298"/>
              <a:gd name="connsiteX29060" fmla="*/ 3123835 w 4752801"/>
              <a:gd name="connsiteY29060" fmla="*/ 420601 h 2767298"/>
              <a:gd name="connsiteX29061" fmla="*/ 3122621 w 4752801"/>
              <a:gd name="connsiteY29061" fmla="*/ 419791 h 2767298"/>
              <a:gd name="connsiteX29062" fmla="*/ 3116549 w 4752801"/>
              <a:gd name="connsiteY29062" fmla="*/ 408861 h 2767298"/>
              <a:gd name="connsiteX29063" fmla="*/ 3116549 w 4752801"/>
              <a:gd name="connsiteY29063" fmla="*/ 407647 h 2767298"/>
              <a:gd name="connsiteX29064" fmla="*/ 3122621 w 4752801"/>
              <a:gd name="connsiteY29064" fmla="*/ 396717 h 2767298"/>
              <a:gd name="connsiteX29065" fmla="*/ 3123835 w 4752801"/>
              <a:gd name="connsiteY29065" fmla="*/ 395907 h 2767298"/>
              <a:gd name="connsiteX29066" fmla="*/ 1949070 w 4752801"/>
              <a:gd name="connsiteY29066" fmla="*/ 395502 h 2767298"/>
              <a:gd name="connsiteX29067" fmla="*/ 1963238 w 4752801"/>
              <a:gd name="connsiteY29067" fmla="*/ 395502 h 2767298"/>
              <a:gd name="connsiteX29068" fmla="*/ 1964453 w 4752801"/>
              <a:gd name="connsiteY29068" fmla="*/ 395907 h 2767298"/>
              <a:gd name="connsiteX29069" fmla="*/ 1971739 w 4752801"/>
              <a:gd name="connsiteY29069" fmla="*/ 408051 h 2767298"/>
              <a:gd name="connsiteX29070" fmla="*/ 1971739 w 4752801"/>
              <a:gd name="connsiteY29070" fmla="*/ 409266 h 2767298"/>
              <a:gd name="connsiteX29071" fmla="*/ 1964453 w 4752801"/>
              <a:gd name="connsiteY29071" fmla="*/ 421410 h 2767298"/>
              <a:gd name="connsiteX29072" fmla="*/ 1963238 w 4752801"/>
              <a:gd name="connsiteY29072" fmla="*/ 421815 h 2767298"/>
              <a:gd name="connsiteX29073" fmla="*/ 1949070 w 4752801"/>
              <a:gd name="connsiteY29073" fmla="*/ 421815 h 2767298"/>
              <a:gd name="connsiteX29074" fmla="*/ 1947855 w 4752801"/>
              <a:gd name="connsiteY29074" fmla="*/ 421410 h 2767298"/>
              <a:gd name="connsiteX29075" fmla="*/ 1940569 w 4752801"/>
              <a:gd name="connsiteY29075" fmla="*/ 409266 h 2767298"/>
              <a:gd name="connsiteX29076" fmla="*/ 1940569 w 4752801"/>
              <a:gd name="connsiteY29076" fmla="*/ 408051 h 2767298"/>
              <a:gd name="connsiteX29077" fmla="*/ 1947855 w 4752801"/>
              <a:gd name="connsiteY29077" fmla="*/ 395907 h 2767298"/>
              <a:gd name="connsiteX29078" fmla="*/ 1949070 w 4752801"/>
              <a:gd name="connsiteY29078" fmla="*/ 395502 h 2767298"/>
              <a:gd name="connsiteX29079" fmla="*/ 2070514 w 4752801"/>
              <a:gd name="connsiteY29079" fmla="*/ 395097 h 2767298"/>
              <a:gd name="connsiteX29080" fmla="*/ 2085087 w 4752801"/>
              <a:gd name="connsiteY29080" fmla="*/ 395097 h 2767298"/>
              <a:gd name="connsiteX29081" fmla="*/ 2086301 w 4752801"/>
              <a:gd name="connsiteY29081" fmla="*/ 395502 h 2767298"/>
              <a:gd name="connsiteX29082" fmla="*/ 2093588 w 4752801"/>
              <a:gd name="connsiteY29082" fmla="*/ 408051 h 2767298"/>
              <a:gd name="connsiteX29083" fmla="*/ 2093588 w 4752801"/>
              <a:gd name="connsiteY29083" fmla="*/ 409265 h 2767298"/>
              <a:gd name="connsiteX29084" fmla="*/ 2086301 w 4752801"/>
              <a:gd name="connsiteY29084" fmla="*/ 421815 h 2767298"/>
              <a:gd name="connsiteX29085" fmla="*/ 2085087 w 4752801"/>
              <a:gd name="connsiteY29085" fmla="*/ 422624 h 2767298"/>
              <a:gd name="connsiteX29086" fmla="*/ 2070514 w 4752801"/>
              <a:gd name="connsiteY29086" fmla="*/ 422624 h 2767298"/>
              <a:gd name="connsiteX29087" fmla="*/ 2069299 w 4752801"/>
              <a:gd name="connsiteY29087" fmla="*/ 421815 h 2767298"/>
              <a:gd name="connsiteX29088" fmla="*/ 2062013 w 4752801"/>
              <a:gd name="connsiteY29088" fmla="*/ 409265 h 2767298"/>
              <a:gd name="connsiteX29089" fmla="*/ 2062013 w 4752801"/>
              <a:gd name="connsiteY29089" fmla="*/ 408051 h 2767298"/>
              <a:gd name="connsiteX29090" fmla="*/ 2069299 w 4752801"/>
              <a:gd name="connsiteY29090" fmla="*/ 395502 h 2767298"/>
              <a:gd name="connsiteX29091" fmla="*/ 2070514 w 4752801"/>
              <a:gd name="connsiteY29091" fmla="*/ 395097 h 2767298"/>
              <a:gd name="connsiteX29092" fmla="*/ 2030437 w 4752801"/>
              <a:gd name="connsiteY29092" fmla="*/ 395097 h 2767298"/>
              <a:gd name="connsiteX29093" fmla="*/ 2044201 w 4752801"/>
              <a:gd name="connsiteY29093" fmla="*/ 395097 h 2767298"/>
              <a:gd name="connsiteX29094" fmla="*/ 2045415 w 4752801"/>
              <a:gd name="connsiteY29094" fmla="*/ 395502 h 2767298"/>
              <a:gd name="connsiteX29095" fmla="*/ 2052297 w 4752801"/>
              <a:gd name="connsiteY29095" fmla="*/ 407646 h 2767298"/>
              <a:gd name="connsiteX29096" fmla="*/ 2052297 w 4752801"/>
              <a:gd name="connsiteY29096" fmla="*/ 408861 h 2767298"/>
              <a:gd name="connsiteX29097" fmla="*/ 2045415 w 4752801"/>
              <a:gd name="connsiteY29097" fmla="*/ 421005 h 2767298"/>
              <a:gd name="connsiteX29098" fmla="*/ 2044201 w 4752801"/>
              <a:gd name="connsiteY29098" fmla="*/ 421815 h 2767298"/>
              <a:gd name="connsiteX29099" fmla="*/ 2030437 w 4752801"/>
              <a:gd name="connsiteY29099" fmla="*/ 421815 h 2767298"/>
              <a:gd name="connsiteX29100" fmla="*/ 2029222 w 4752801"/>
              <a:gd name="connsiteY29100" fmla="*/ 421005 h 2767298"/>
              <a:gd name="connsiteX29101" fmla="*/ 2022341 w 4752801"/>
              <a:gd name="connsiteY29101" fmla="*/ 408861 h 2767298"/>
              <a:gd name="connsiteX29102" fmla="*/ 2022341 w 4752801"/>
              <a:gd name="connsiteY29102" fmla="*/ 407646 h 2767298"/>
              <a:gd name="connsiteX29103" fmla="*/ 2029222 w 4752801"/>
              <a:gd name="connsiteY29103" fmla="*/ 395502 h 2767298"/>
              <a:gd name="connsiteX29104" fmla="*/ 2030437 w 4752801"/>
              <a:gd name="connsiteY29104" fmla="*/ 395097 h 2767298"/>
              <a:gd name="connsiteX29105" fmla="*/ 1786739 w 4752801"/>
              <a:gd name="connsiteY29105" fmla="*/ 394287 h 2767298"/>
              <a:gd name="connsiteX29106" fmla="*/ 1801718 w 4752801"/>
              <a:gd name="connsiteY29106" fmla="*/ 394287 h 2767298"/>
              <a:gd name="connsiteX29107" fmla="*/ 1802932 w 4752801"/>
              <a:gd name="connsiteY29107" fmla="*/ 395097 h 2767298"/>
              <a:gd name="connsiteX29108" fmla="*/ 1810623 w 4752801"/>
              <a:gd name="connsiteY29108" fmla="*/ 408051 h 2767298"/>
              <a:gd name="connsiteX29109" fmla="*/ 1810623 w 4752801"/>
              <a:gd name="connsiteY29109" fmla="*/ 409265 h 2767298"/>
              <a:gd name="connsiteX29110" fmla="*/ 1802932 w 4752801"/>
              <a:gd name="connsiteY29110" fmla="*/ 422219 h 2767298"/>
              <a:gd name="connsiteX29111" fmla="*/ 1801718 w 4752801"/>
              <a:gd name="connsiteY29111" fmla="*/ 422624 h 2767298"/>
              <a:gd name="connsiteX29112" fmla="*/ 1786739 w 4752801"/>
              <a:gd name="connsiteY29112" fmla="*/ 422624 h 2767298"/>
              <a:gd name="connsiteX29113" fmla="*/ 1785525 w 4752801"/>
              <a:gd name="connsiteY29113" fmla="*/ 422219 h 2767298"/>
              <a:gd name="connsiteX29114" fmla="*/ 1777834 w 4752801"/>
              <a:gd name="connsiteY29114" fmla="*/ 409265 h 2767298"/>
              <a:gd name="connsiteX29115" fmla="*/ 1777834 w 4752801"/>
              <a:gd name="connsiteY29115" fmla="*/ 408051 h 2767298"/>
              <a:gd name="connsiteX29116" fmla="*/ 1785525 w 4752801"/>
              <a:gd name="connsiteY29116" fmla="*/ 395097 h 2767298"/>
              <a:gd name="connsiteX29117" fmla="*/ 1786739 w 4752801"/>
              <a:gd name="connsiteY29117" fmla="*/ 394287 h 2767298"/>
              <a:gd name="connsiteX29118" fmla="*/ 1746259 w 4752801"/>
              <a:gd name="connsiteY29118" fmla="*/ 394287 h 2767298"/>
              <a:gd name="connsiteX29119" fmla="*/ 1761237 w 4752801"/>
              <a:gd name="connsiteY29119" fmla="*/ 394287 h 2767298"/>
              <a:gd name="connsiteX29120" fmla="*/ 1762451 w 4752801"/>
              <a:gd name="connsiteY29120" fmla="*/ 394692 h 2767298"/>
              <a:gd name="connsiteX29121" fmla="*/ 1769738 w 4752801"/>
              <a:gd name="connsiteY29121" fmla="*/ 407646 h 2767298"/>
              <a:gd name="connsiteX29122" fmla="*/ 1769738 w 4752801"/>
              <a:gd name="connsiteY29122" fmla="*/ 408860 h 2767298"/>
              <a:gd name="connsiteX29123" fmla="*/ 1762451 w 4752801"/>
              <a:gd name="connsiteY29123" fmla="*/ 421814 h 2767298"/>
              <a:gd name="connsiteX29124" fmla="*/ 1761237 w 4752801"/>
              <a:gd name="connsiteY29124" fmla="*/ 422219 h 2767298"/>
              <a:gd name="connsiteX29125" fmla="*/ 1746259 w 4752801"/>
              <a:gd name="connsiteY29125" fmla="*/ 422219 h 2767298"/>
              <a:gd name="connsiteX29126" fmla="*/ 1745044 w 4752801"/>
              <a:gd name="connsiteY29126" fmla="*/ 421814 h 2767298"/>
              <a:gd name="connsiteX29127" fmla="*/ 1737758 w 4752801"/>
              <a:gd name="connsiteY29127" fmla="*/ 408860 h 2767298"/>
              <a:gd name="connsiteX29128" fmla="*/ 1737758 w 4752801"/>
              <a:gd name="connsiteY29128" fmla="*/ 407646 h 2767298"/>
              <a:gd name="connsiteX29129" fmla="*/ 1745044 w 4752801"/>
              <a:gd name="connsiteY29129" fmla="*/ 394692 h 2767298"/>
              <a:gd name="connsiteX29130" fmla="*/ 1746259 w 4752801"/>
              <a:gd name="connsiteY29130" fmla="*/ 394287 h 2767298"/>
              <a:gd name="connsiteX29131" fmla="*/ 2110589 w 4752801"/>
              <a:gd name="connsiteY29131" fmla="*/ 393883 h 2767298"/>
              <a:gd name="connsiteX29132" fmla="*/ 2125972 w 4752801"/>
              <a:gd name="connsiteY29132" fmla="*/ 393883 h 2767298"/>
              <a:gd name="connsiteX29133" fmla="*/ 2127187 w 4752801"/>
              <a:gd name="connsiteY29133" fmla="*/ 394288 h 2767298"/>
              <a:gd name="connsiteX29134" fmla="*/ 2134878 w 4752801"/>
              <a:gd name="connsiteY29134" fmla="*/ 407647 h 2767298"/>
              <a:gd name="connsiteX29135" fmla="*/ 2134878 w 4752801"/>
              <a:gd name="connsiteY29135" fmla="*/ 408861 h 2767298"/>
              <a:gd name="connsiteX29136" fmla="*/ 2127187 w 4752801"/>
              <a:gd name="connsiteY29136" fmla="*/ 422220 h 2767298"/>
              <a:gd name="connsiteX29137" fmla="*/ 2125972 w 4752801"/>
              <a:gd name="connsiteY29137" fmla="*/ 422625 h 2767298"/>
              <a:gd name="connsiteX29138" fmla="*/ 2110589 w 4752801"/>
              <a:gd name="connsiteY29138" fmla="*/ 422625 h 2767298"/>
              <a:gd name="connsiteX29139" fmla="*/ 2109375 w 4752801"/>
              <a:gd name="connsiteY29139" fmla="*/ 422220 h 2767298"/>
              <a:gd name="connsiteX29140" fmla="*/ 2101684 w 4752801"/>
              <a:gd name="connsiteY29140" fmla="*/ 408861 h 2767298"/>
              <a:gd name="connsiteX29141" fmla="*/ 2101684 w 4752801"/>
              <a:gd name="connsiteY29141" fmla="*/ 407647 h 2767298"/>
              <a:gd name="connsiteX29142" fmla="*/ 2109375 w 4752801"/>
              <a:gd name="connsiteY29142" fmla="*/ 394288 h 2767298"/>
              <a:gd name="connsiteX29143" fmla="*/ 2110589 w 4752801"/>
              <a:gd name="connsiteY29143" fmla="*/ 393883 h 2767298"/>
              <a:gd name="connsiteX29144" fmla="*/ 1907779 w 4752801"/>
              <a:gd name="connsiteY29144" fmla="*/ 393478 h 2767298"/>
              <a:gd name="connsiteX29145" fmla="*/ 1923972 w 4752801"/>
              <a:gd name="connsiteY29145" fmla="*/ 393478 h 2767298"/>
              <a:gd name="connsiteX29146" fmla="*/ 1925186 w 4752801"/>
              <a:gd name="connsiteY29146" fmla="*/ 393883 h 2767298"/>
              <a:gd name="connsiteX29147" fmla="*/ 1933282 w 4752801"/>
              <a:gd name="connsiteY29147" fmla="*/ 408051 h 2767298"/>
              <a:gd name="connsiteX29148" fmla="*/ 1933282 w 4752801"/>
              <a:gd name="connsiteY29148" fmla="*/ 409266 h 2767298"/>
              <a:gd name="connsiteX29149" fmla="*/ 1925186 w 4752801"/>
              <a:gd name="connsiteY29149" fmla="*/ 423434 h 2767298"/>
              <a:gd name="connsiteX29150" fmla="*/ 1924377 w 4752801"/>
              <a:gd name="connsiteY29150" fmla="*/ 423839 h 2767298"/>
              <a:gd name="connsiteX29151" fmla="*/ 1907779 w 4752801"/>
              <a:gd name="connsiteY29151" fmla="*/ 423839 h 2767298"/>
              <a:gd name="connsiteX29152" fmla="*/ 1906565 w 4752801"/>
              <a:gd name="connsiteY29152" fmla="*/ 423434 h 2767298"/>
              <a:gd name="connsiteX29153" fmla="*/ 1898469 w 4752801"/>
              <a:gd name="connsiteY29153" fmla="*/ 409266 h 2767298"/>
              <a:gd name="connsiteX29154" fmla="*/ 1898469 w 4752801"/>
              <a:gd name="connsiteY29154" fmla="*/ 408051 h 2767298"/>
              <a:gd name="connsiteX29155" fmla="*/ 1906565 w 4752801"/>
              <a:gd name="connsiteY29155" fmla="*/ 393883 h 2767298"/>
              <a:gd name="connsiteX29156" fmla="*/ 1907779 w 4752801"/>
              <a:gd name="connsiteY29156" fmla="*/ 393478 h 2767298"/>
              <a:gd name="connsiteX29157" fmla="*/ 1826007 w 4752801"/>
              <a:gd name="connsiteY29157" fmla="*/ 393073 h 2767298"/>
              <a:gd name="connsiteX29158" fmla="*/ 1843009 w 4752801"/>
              <a:gd name="connsiteY29158" fmla="*/ 393073 h 2767298"/>
              <a:gd name="connsiteX29159" fmla="*/ 1844224 w 4752801"/>
              <a:gd name="connsiteY29159" fmla="*/ 393478 h 2767298"/>
              <a:gd name="connsiteX29160" fmla="*/ 1852725 w 4752801"/>
              <a:gd name="connsiteY29160" fmla="*/ 408051 h 2767298"/>
              <a:gd name="connsiteX29161" fmla="*/ 1852725 w 4752801"/>
              <a:gd name="connsiteY29161" fmla="*/ 409266 h 2767298"/>
              <a:gd name="connsiteX29162" fmla="*/ 1844224 w 4752801"/>
              <a:gd name="connsiteY29162" fmla="*/ 423839 h 2767298"/>
              <a:gd name="connsiteX29163" fmla="*/ 1843009 w 4752801"/>
              <a:gd name="connsiteY29163" fmla="*/ 424244 h 2767298"/>
              <a:gd name="connsiteX29164" fmla="*/ 1826007 w 4752801"/>
              <a:gd name="connsiteY29164" fmla="*/ 424244 h 2767298"/>
              <a:gd name="connsiteX29165" fmla="*/ 1824793 w 4752801"/>
              <a:gd name="connsiteY29165" fmla="*/ 423839 h 2767298"/>
              <a:gd name="connsiteX29166" fmla="*/ 1816292 w 4752801"/>
              <a:gd name="connsiteY29166" fmla="*/ 409266 h 2767298"/>
              <a:gd name="connsiteX29167" fmla="*/ 1816292 w 4752801"/>
              <a:gd name="connsiteY29167" fmla="*/ 408051 h 2767298"/>
              <a:gd name="connsiteX29168" fmla="*/ 1824793 w 4752801"/>
              <a:gd name="connsiteY29168" fmla="*/ 393478 h 2767298"/>
              <a:gd name="connsiteX29169" fmla="*/ 1826007 w 4752801"/>
              <a:gd name="connsiteY29169" fmla="*/ 393073 h 2767298"/>
              <a:gd name="connsiteX29170" fmla="*/ 1987932 w 4752801"/>
              <a:gd name="connsiteY29170" fmla="*/ 392263 h 2767298"/>
              <a:gd name="connsiteX29171" fmla="*/ 2005339 w 4752801"/>
              <a:gd name="connsiteY29171" fmla="*/ 392263 h 2767298"/>
              <a:gd name="connsiteX29172" fmla="*/ 2006553 w 4752801"/>
              <a:gd name="connsiteY29172" fmla="*/ 392668 h 2767298"/>
              <a:gd name="connsiteX29173" fmla="*/ 2015055 w 4752801"/>
              <a:gd name="connsiteY29173" fmla="*/ 407646 h 2767298"/>
              <a:gd name="connsiteX29174" fmla="*/ 2015055 w 4752801"/>
              <a:gd name="connsiteY29174" fmla="*/ 408860 h 2767298"/>
              <a:gd name="connsiteX29175" fmla="*/ 2006553 w 4752801"/>
              <a:gd name="connsiteY29175" fmla="*/ 423838 h 2767298"/>
              <a:gd name="connsiteX29176" fmla="*/ 2005339 w 4752801"/>
              <a:gd name="connsiteY29176" fmla="*/ 424243 h 2767298"/>
              <a:gd name="connsiteX29177" fmla="*/ 1987932 w 4752801"/>
              <a:gd name="connsiteY29177" fmla="*/ 424243 h 2767298"/>
              <a:gd name="connsiteX29178" fmla="*/ 1986718 w 4752801"/>
              <a:gd name="connsiteY29178" fmla="*/ 423838 h 2767298"/>
              <a:gd name="connsiteX29179" fmla="*/ 1978217 w 4752801"/>
              <a:gd name="connsiteY29179" fmla="*/ 408860 h 2767298"/>
              <a:gd name="connsiteX29180" fmla="*/ 1978217 w 4752801"/>
              <a:gd name="connsiteY29180" fmla="*/ 407646 h 2767298"/>
              <a:gd name="connsiteX29181" fmla="*/ 1986718 w 4752801"/>
              <a:gd name="connsiteY29181" fmla="*/ 392668 h 2767298"/>
              <a:gd name="connsiteX29182" fmla="*/ 1987932 w 4752801"/>
              <a:gd name="connsiteY29182" fmla="*/ 392263 h 2767298"/>
              <a:gd name="connsiteX29183" fmla="*/ 2806058 w 4752801"/>
              <a:gd name="connsiteY29183" fmla="*/ 367570 h 2767298"/>
              <a:gd name="connsiteX29184" fmla="*/ 2806868 w 4752801"/>
              <a:gd name="connsiteY29184" fmla="*/ 367570 h 2767298"/>
              <a:gd name="connsiteX29185" fmla="*/ 2807272 w 4752801"/>
              <a:gd name="connsiteY29185" fmla="*/ 367975 h 2767298"/>
              <a:gd name="connsiteX29186" fmla="*/ 2806868 w 4752801"/>
              <a:gd name="connsiteY29186" fmla="*/ 368380 h 2767298"/>
              <a:gd name="connsiteX29187" fmla="*/ 2806058 w 4752801"/>
              <a:gd name="connsiteY29187" fmla="*/ 368380 h 2767298"/>
              <a:gd name="connsiteX29188" fmla="*/ 2805653 w 4752801"/>
              <a:gd name="connsiteY29188" fmla="*/ 367975 h 2767298"/>
              <a:gd name="connsiteX29189" fmla="*/ 3979609 w 4752801"/>
              <a:gd name="connsiteY29189" fmla="*/ 367165 h 2767298"/>
              <a:gd name="connsiteX29190" fmla="*/ 3980823 w 4752801"/>
              <a:gd name="connsiteY29190" fmla="*/ 367165 h 2767298"/>
              <a:gd name="connsiteX29191" fmla="*/ 3981228 w 4752801"/>
              <a:gd name="connsiteY29191" fmla="*/ 367975 h 2767298"/>
              <a:gd name="connsiteX29192" fmla="*/ 3980823 w 4752801"/>
              <a:gd name="connsiteY29192" fmla="*/ 368784 h 2767298"/>
              <a:gd name="connsiteX29193" fmla="*/ 3979609 w 4752801"/>
              <a:gd name="connsiteY29193" fmla="*/ 368784 h 2767298"/>
              <a:gd name="connsiteX29194" fmla="*/ 3979204 w 4752801"/>
              <a:gd name="connsiteY29194" fmla="*/ 367975 h 2767298"/>
              <a:gd name="connsiteX29195" fmla="*/ 2765576 w 4752801"/>
              <a:gd name="connsiteY29195" fmla="*/ 367165 h 2767298"/>
              <a:gd name="connsiteX29196" fmla="*/ 2766386 w 4752801"/>
              <a:gd name="connsiteY29196" fmla="*/ 367165 h 2767298"/>
              <a:gd name="connsiteX29197" fmla="*/ 2766790 w 4752801"/>
              <a:gd name="connsiteY29197" fmla="*/ 367975 h 2767298"/>
              <a:gd name="connsiteX29198" fmla="*/ 2766386 w 4752801"/>
              <a:gd name="connsiteY29198" fmla="*/ 368784 h 2767298"/>
              <a:gd name="connsiteX29199" fmla="*/ 2765576 w 4752801"/>
              <a:gd name="connsiteY29199" fmla="*/ 368784 h 2767298"/>
              <a:gd name="connsiteX29200" fmla="*/ 2765171 w 4752801"/>
              <a:gd name="connsiteY29200" fmla="*/ 367975 h 2767298"/>
              <a:gd name="connsiteX29201" fmla="*/ 2724690 w 4752801"/>
              <a:gd name="connsiteY29201" fmla="*/ 367165 h 2767298"/>
              <a:gd name="connsiteX29202" fmla="*/ 2725904 w 4752801"/>
              <a:gd name="connsiteY29202" fmla="*/ 367165 h 2767298"/>
              <a:gd name="connsiteX29203" fmla="*/ 2726309 w 4752801"/>
              <a:gd name="connsiteY29203" fmla="*/ 367975 h 2767298"/>
              <a:gd name="connsiteX29204" fmla="*/ 2725904 w 4752801"/>
              <a:gd name="connsiteY29204" fmla="*/ 368784 h 2767298"/>
              <a:gd name="connsiteX29205" fmla="*/ 2724690 w 4752801"/>
              <a:gd name="connsiteY29205" fmla="*/ 368784 h 2767298"/>
              <a:gd name="connsiteX29206" fmla="*/ 2724285 w 4752801"/>
              <a:gd name="connsiteY29206" fmla="*/ 367975 h 2767298"/>
              <a:gd name="connsiteX29207" fmla="*/ 2643728 w 4752801"/>
              <a:gd name="connsiteY29207" fmla="*/ 367165 h 2767298"/>
              <a:gd name="connsiteX29208" fmla="*/ 2644942 w 4752801"/>
              <a:gd name="connsiteY29208" fmla="*/ 367165 h 2767298"/>
              <a:gd name="connsiteX29209" fmla="*/ 2645347 w 4752801"/>
              <a:gd name="connsiteY29209" fmla="*/ 367975 h 2767298"/>
              <a:gd name="connsiteX29210" fmla="*/ 2644942 w 4752801"/>
              <a:gd name="connsiteY29210" fmla="*/ 368784 h 2767298"/>
              <a:gd name="connsiteX29211" fmla="*/ 2643728 w 4752801"/>
              <a:gd name="connsiteY29211" fmla="*/ 368784 h 2767298"/>
              <a:gd name="connsiteX29212" fmla="*/ 2643323 w 4752801"/>
              <a:gd name="connsiteY29212" fmla="*/ 367975 h 2767298"/>
              <a:gd name="connsiteX29213" fmla="*/ 2603247 w 4752801"/>
              <a:gd name="connsiteY29213" fmla="*/ 367165 h 2767298"/>
              <a:gd name="connsiteX29214" fmla="*/ 2604461 w 4752801"/>
              <a:gd name="connsiteY29214" fmla="*/ 367165 h 2767298"/>
              <a:gd name="connsiteX29215" fmla="*/ 2604866 w 4752801"/>
              <a:gd name="connsiteY29215" fmla="*/ 367975 h 2767298"/>
              <a:gd name="connsiteX29216" fmla="*/ 2604461 w 4752801"/>
              <a:gd name="connsiteY29216" fmla="*/ 368784 h 2767298"/>
              <a:gd name="connsiteX29217" fmla="*/ 2603247 w 4752801"/>
              <a:gd name="connsiteY29217" fmla="*/ 368784 h 2767298"/>
              <a:gd name="connsiteX29218" fmla="*/ 2602842 w 4752801"/>
              <a:gd name="connsiteY29218" fmla="*/ 367975 h 2767298"/>
              <a:gd name="connsiteX29219" fmla="*/ 2563170 w 4752801"/>
              <a:gd name="connsiteY29219" fmla="*/ 367165 h 2767298"/>
              <a:gd name="connsiteX29220" fmla="*/ 2563979 w 4752801"/>
              <a:gd name="connsiteY29220" fmla="*/ 367165 h 2767298"/>
              <a:gd name="connsiteX29221" fmla="*/ 2564384 w 4752801"/>
              <a:gd name="connsiteY29221" fmla="*/ 367975 h 2767298"/>
              <a:gd name="connsiteX29222" fmla="*/ 2563979 w 4752801"/>
              <a:gd name="connsiteY29222" fmla="*/ 368784 h 2767298"/>
              <a:gd name="connsiteX29223" fmla="*/ 2563170 w 4752801"/>
              <a:gd name="connsiteY29223" fmla="*/ 368784 h 2767298"/>
              <a:gd name="connsiteX29224" fmla="*/ 2562765 w 4752801"/>
              <a:gd name="connsiteY29224" fmla="*/ 367975 h 2767298"/>
              <a:gd name="connsiteX29225" fmla="*/ 2522284 w 4752801"/>
              <a:gd name="connsiteY29225" fmla="*/ 367165 h 2767298"/>
              <a:gd name="connsiteX29226" fmla="*/ 2523498 w 4752801"/>
              <a:gd name="connsiteY29226" fmla="*/ 367165 h 2767298"/>
              <a:gd name="connsiteX29227" fmla="*/ 2523903 w 4752801"/>
              <a:gd name="connsiteY29227" fmla="*/ 367975 h 2767298"/>
              <a:gd name="connsiteX29228" fmla="*/ 2523498 w 4752801"/>
              <a:gd name="connsiteY29228" fmla="*/ 368784 h 2767298"/>
              <a:gd name="connsiteX29229" fmla="*/ 2522284 w 4752801"/>
              <a:gd name="connsiteY29229" fmla="*/ 368784 h 2767298"/>
              <a:gd name="connsiteX29230" fmla="*/ 2521879 w 4752801"/>
              <a:gd name="connsiteY29230" fmla="*/ 367975 h 2767298"/>
              <a:gd name="connsiteX29231" fmla="*/ 1591620 w 4752801"/>
              <a:gd name="connsiteY29231" fmla="*/ 366760 h 2767298"/>
              <a:gd name="connsiteX29232" fmla="*/ 1592835 w 4752801"/>
              <a:gd name="connsiteY29232" fmla="*/ 366760 h 2767298"/>
              <a:gd name="connsiteX29233" fmla="*/ 1593644 w 4752801"/>
              <a:gd name="connsiteY29233" fmla="*/ 367975 h 2767298"/>
              <a:gd name="connsiteX29234" fmla="*/ 1592835 w 4752801"/>
              <a:gd name="connsiteY29234" fmla="*/ 369189 h 2767298"/>
              <a:gd name="connsiteX29235" fmla="*/ 1591620 w 4752801"/>
              <a:gd name="connsiteY29235" fmla="*/ 369189 h 2767298"/>
              <a:gd name="connsiteX29236" fmla="*/ 1590811 w 4752801"/>
              <a:gd name="connsiteY29236" fmla="*/ 367975 h 2767298"/>
              <a:gd name="connsiteX29237" fmla="*/ 1551138 w 4752801"/>
              <a:gd name="connsiteY29237" fmla="*/ 366760 h 2767298"/>
              <a:gd name="connsiteX29238" fmla="*/ 1552353 w 4752801"/>
              <a:gd name="connsiteY29238" fmla="*/ 366760 h 2767298"/>
              <a:gd name="connsiteX29239" fmla="*/ 1553162 w 4752801"/>
              <a:gd name="connsiteY29239" fmla="*/ 367975 h 2767298"/>
              <a:gd name="connsiteX29240" fmla="*/ 1552353 w 4752801"/>
              <a:gd name="connsiteY29240" fmla="*/ 369189 h 2767298"/>
              <a:gd name="connsiteX29241" fmla="*/ 1551138 w 4752801"/>
              <a:gd name="connsiteY29241" fmla="*/ 369189 h 2767298"/>
              <a:gd name="connsiteX29242" fmla="*/ 1550329 w 4752801"/>
              <a:gd name="connsiteY29242" fmla="*/ 367975 h 2767298"/>
              <a:gd name="connsiteX29243" fmla="*/ 1510657 w 4752801"/>
              <a:gd name="connsiteY29243" fmla="*/ 366760 h 2767298"/>
              <a:gd name="connsiteX29244" fmla="*/ 1511872 w 4752801"/>
              <a:gd name="connsiteY29244" fmla="*/ 366760 h 2767298"/>
              <a:gd name="connsiteX29245" fmla="*/ 1512681 w 4752801"/>
              <a:gd name="connsiteY29245" fmla="*/ 367975 h 2767298"/>
              <a:gd name="connsiteX29246" fmla="*/ 1511872 w 4752801"/>
              <a:gd name="connsiteY29246" fmla="*/ 369189 h 2767298"/>
              <a:gd name="connsiteX29247" fmla="*/ 1510657 w 4752801"/>
              <a:gd name="connsiteY29247" fmla="*/ 369189 h 2767298"/>
              <a:gd name="connsiteX29248" fmla="*/ 1509848 w 4752801"/>
              <a:gd name="connsiteY29248" fmla="*/ 367975 h 2767298"/>
              <a:gd name="connsiteX29249" fmla="*/ 1470176 w 4752801"/>
              <a:gd name="connsiteY29249" fmla="*/ 366760 h 2767298"/>
              <a:gd name="connsiteX29250" fmla="*/ 1471391 w 4752801"/>
              <a:gd name="connsiteY29250" fmla="*/ 366760 h 2767298"/>
              <a:gd name="connsiteX29251" fmla="*/ 1472200 w 4752801"/>
              <a:gd name="connsiteY29251" fmla="*/ 367975 h 2767298"/>
              <a:gd name="connsiteX29252" fmla="*/ 1471391 w 4752801"/>
              <a:gd name="connsiteY29252" fmla="*/ 369189 h 2767298"/>
              <a:gd name="connsiteX29253" fmla="*/ 1470176 w 4752801"/>
              <a:gd name="connsiteY29253" fmla="*/ 369189 h 2767298"/>
              <a:gd name="connsiteX29254" fmla="*/ 1469367 w 4752801"/>
              <a:gd name="connsiteY29254" fmla="*/ 367975 h 2767298"/>
              <a:gd name="connsiteX29255" fmla="*/ 1429695 w 4752801"/>
              <a:gd name="connsiteY29255" fmla="*/ 366760 h 2767298"/>
              <a:gd name="connsiteX29256" fmla="*/ 1430910 w 4752801"/>
              <a:gd name="connsiteY29256" fmla="*/ 366760 h 2767298"/>
              <a:gd name="connsiteX29257" fmla="*/ 1431719 w 4752801"/>
              <a:gd name="connsiteY29257" fmla="*/ 367975 h 2767298"/>
              <a:gd name="connsiteX29258" fmla="*/ 1430910 w 4752801"/>
              <a:gd name="connsiteY29258" fmla="*/ 369189 h 2767298"/>
              <a:gd name="connsiteX29259" fmla="*/ 1429695 w 4752801"/>
              <a:gd name="connsiteY29259" fmla="*/ 369189 h 2767298"/>
              <a:gd name="connsiteX29260" fmla="*/ 1428886 w 4752801"/>
              <a:gd name="connsiteY29260" fmla="*/ 367975 h 2767298"/>
              <a:gd name="connsiteX29261" fmla="*/ 1389213 w 4752801"/>
              <a:gd name="connsiteY29261" fmla="*/ 366760 h 2767298"/>
              <a:gd name="connsiteX29262" fmla="*/ 1390428 w 4752801"/>
              <a:gd name="connsiteY29262" fmla="*/ 366760 h 2767298"/>
              <a:gd name="connsiteX29263" fmla="*/ 1391237 w 4752801"/>
              <a:gd name="connsiteY29263" fmla="*/ 367975 h 2767298"/>
              <a:gd name="connsiteX29264" fmla="*/ 1390428 w 4752801"/>
              <a:gd name="connsiteY29264" fmla="*/ 369189 h 2767298"/>
              <a:gd name="connsiteX29265" fmla="*/ 1389213 w 4752801"/>
              <a:gd name="connsiteY29265" fmla="*/ 369189 h 2767298"/>
              <a:gd name="connsiteX29266" fmla="*/ 1388404 w 4752801"/>
              <a:gd name="connsiteY29266" fmla="*/ 367975 h 2767298"/>
              <a:gd name="connsiteX29267" fmla="*/ 1348328 w 4752801"/>
              <a:gd name="connsiteY29267" fmla="*/ 366760 h 2767298"/>
              <a:gd name="connsiteX29268" fmla="*/ 1349947 w 4752801"/>
              <a:gd name="connsiteY29268" fmla="*/ 366760 h 2767298"/>
              <a:gd name="connsiteX29269" fmla="*/ 1350756 w 4752801"/>
              <a:gd name="connsiteY29269" fmla="*/ 367975 h 2767298"/>
              <a:gd name="connsiteX29270" fmla="*/ 1349947 w 4752801"/>
              <a:gd name="connsiteY29270" fmla="*/ 369189 h 2767298"/>
              <a:gd name="connsiteX29271" fmla="*/ 1348328 w 4752801"/>
              <a:gd name="connsiteY29271" fmla="*/ 369189 h 2767298"/>
              <a:gd name="connsiteX29272" fmla="*/ 1347518 w 4752801"/>
              <a:gd name="connsiteY29272" fmla="*/ 367975 h 2767298"/>
              <a:gd name="connsiteX29273" fmla="*/ 3938723 w 4752801"/>
              <a:gd name="connsiteY29273" fmla="*/ 365546 h 2767298"/>
              <a:gd name="connsiteX29274" fmla="*/ 3941557 w 4752801"/>
              <a:gd name="connsiteY29274" fmla="*/ 365546 h 2767298"/>
              <a:gd name="connsiteX29275" fmla="*/ 3943176 w 4752801"/>
              <a:gd name="connsiteY29275" fmla="*/ 367975 h 2767298"/>
              <a:gd name="connsiteX29276" fmla="*/ 3941557 w 4752801"/>
              <a:gd name="connsiteY29276" fmla="*/ 370404 h 2767298"/>
              <a:gd name="connsiteX29277" fmla="*/ 3938723 w 4752801"/>
              <a:gd name="connsiteY29277" fmla="*/ 370404 h 2767298"/>
              <a:gd name="connsiteX29278" fmla="*/ 3937104 w 4752801"/>
              <a:gd name="connsiteY29278" fmla="*/ 367975 h 2767298"/>
              <a:gd name="connsiteX29279" fmla="*/ 3897837 w 4752801"/>
              <a:gd name="connsiteY29279" fmla="*/ 365546 h 2767298"/>
              <a:gd name="connsiteX29280" fmla="*/ 3900670 w 4752801"/>
              <a:gd name="connsiteY29280" fmla="*/ 365546 h 2767298"/>
              <a:gd name="connsiteX29281" fmla="*/ 3901885 w 4752801"/>
              <a:gd name="connsiteY29281" fmla="*/ 367975 h 2767298"/>
              <a:gd name="connsiteX29282" fmla="*/ 3900670 w 4752801"/>
              <a:gd name="connsiteY29282" fmla="*/ 370404 h 2767298"/>
              <a:gd name="connsiteX29283" fmla="*/ 3897837 w 4752801"/>
              <a:gd name="connsiteY29283" fmla="*/ 370404 h 2767298"/>
              <a:gd name="connsiteX29284" fmla="*/ 3896622 w 4752801"/>
              <a:gd name="connsiteY29284" fmla="*/ 367975 h 2767298"/>
              <a:gd name="connsiteX29285" fmla="*/ 3857760 w 4752801"/>
              <a:gd name="connsiteY29285" fmla="*/ 365546 h 2767298"/>
              <a:gd name="connsiteX29286" fmla="*/ 3860189 w 4752801"/>
              <a:gd name="connsiteY29286" fmla="*/ 365546 h 2767298"/>
              <a:gd name="connsiteX29287" fmla="*/ 3861404 w 4752801"/>
              <a:gd name="connsiteY29287" fmla="*/ 367975 h 2767298"/>
              <a:gd name="connsiteX29288" fmla="*/ 3860189 w 4752801"/>
              <a:gd name="connsiteY29288" fmla="*/ 370404 h 2767298"/>
              <a:gd name="connsiteX29289" fmla="*/ 3857760 w 4752801"/>
              <a:gd name="connsiteY29289" fmla="*/ 370404 h 2767298"/>
              <a:gd name="connsiteX29290" fmla="*/ 3856546 w 4752801"/>
              <a:gd name="connsiteY29290" fmla="*/ 367975 h 2767298"/>
              <a:gd name="connsiteX29291" fmla="*/ 3816875 w 4752801"/>
              <a:gd name="connsiteY29291" fmla="*/ 365546 h 2767298"/>
              <a:gd name="connsiteX29292" fmla="*/ 3819708 w 4752801"/>
              <a:gd name="connsiteY29292" fmla="*/ 365546 h 2767298"/>
              <a:gd name="connsiteX29293" fmla="*/ 3820923 w 4752801"/>
              <a:gd name="connsiteY29293" fmla="*/ 367975 h 2767298"/>
              <a:gd name="connsiteX29294" fmla="*/ 3819708 w 4752801"/>
              <a:gd name="connsiteY29294" fmla="*/ 370404 h 2767298"/>
              <a:gd name="connsiteX29295" fmla="*/ 3816875 w 4752801"/>
              <a:gd name="connsiteY29295" fmla="*/ 370404 h 2767298"/>
              <a:gd name="connsiteX29296" fmla="*/ 3815660 w 4752801"/>
              <a:gd name="connsiteY29296" fmla="*/ 367975 h 2767298"/>
              <a:gd name="connsiteX29297" fmla="*/ 2926691 w 4752801"/>
              <a:gd name="connsiteY29297" fmla="*/ 365546 h 2767298"/>
              <a:gd name="connsiteX29298" fmla="*/ 2929525 w 4752801"/>
              <a:gd name="connsiteY29298" fmla="*/ 365546 h 2767298"/>
              <a:gd name="connsiteX29299" fmla="*/ 2931144 w 4752801"/>
              <a:gd name="connsiteY29299" fmla="*/ 367975 h 2767298"/>
              <a:gd name="connsiteX29300" fmla="*/ 2929525 w 4752801"/>
              <a:gd name="connsiteY29300" fmla="*/ 370404 h 2767298"/>
              <a:gd name="connsiteX29301" fmla="*/ 2926691 w 4752801"/>
              <a:gd name="connsiteY29301" fmla="*/ 370404 h 2767298"/>
              <a:gd name="connsiteX29302" fmla="*/ 2925072 w 4752801"/>
              <a:gd name="connsiteY29302" fmla="*/ 367975 h 2767298"/>
              <a:gd name="connsiteX29303" fmla="*/ 3775988 w 4752801"/>
              <a:gd name="connsiteY29303" fmla="*/ 364331 h 2767298"/>
              <a:gd name="connsiteX29304" fmla="*/ 3780036 w 4752801"/>
              <a:gd name="connsiteY29304" fmla="*/ 364331 h 2767298"/>
              <a:gd name="connsiteX29305" fmla="*/ 3782060 w 4752801"/>
              <a:gd name="connsiteY29305" fmla="*/ 367974 h 2767298"/>
              <a:gd name="connsiteX29306" fmla="*/ 3780036 w 4752801"/>
              <a:gd name="connsiteY29306" fmla="*/ 371618 h 2767298"/>
              <a:gd name="connsiteX29307" fmla="*/ 3775988 w 4752801"/>
              <a:gd name="connsiteY29307" fmla="*/ 371618 h 2767298"/>
              <a:gd name="connsiteX29308" fmla="*/ 3773964 w 4752801"/>
              <a:gd name="connsiteY29308" fmla="*/ 367974 h 2767298"/>
              <a:gd name="connsiteX29309" fmla="*/ 2966363 w 4752801"/>
              <a:gd name="connsiteY29309" fmla="*/ 364331 h 2767298"/>
              <a:gd name="connsiteX29310" fmla="*/ 2970411 w 4752801"/>
              <a:gd name="connsiteY29310" fmla="*/ 364331 h 2767298"/>
              <a:gd name="connsiteX29311" fmla="*/ 2972435 w 4752801"/>
              <a:gd name="connsiteY29311" fmla="*/ 367974 h 2767298"/>
              <a:gd name="connsiteX29312" fmla="*/ 2970411 w 4752801"/>
              <a:gd name="connsiteY29312" fmla="*/ 371618 h 2767298"/>
              <a:gd name="connsiteX29313" fmla="*/ 2966363 w 4752801"/>
              <a:gd name="connsiteY29313" fmla="*/ 371618 h 2767298"/>
              <a:gd name="connsiteX29314" fmla="*/ 2964339 w 4752801"/>
              <a:gd name="connsiteY29314" fmla="*/ 367974 h 2767298"/>
              <a:gd name="connsiteX29315" fmla="*/ 2197624 w 4752801"/>
              <a:gd name="connsiteY29315" fmla="*/ 364331 h 2767298"/>
              <a:gd name="connsiteX29316" fmla="*/ 2200863 w 4752801"/>
              <a:gd name="connsiteY29316" fmla="*/ 364331 h 2767298"/>
              <a:gd name="connsiteX29317" fmla="*/ 2202077 w 4752801"/>
              <a:gd name="connsiteY29317" fmla="*/ 364736 h 2767298"/>
              <a:gd name="connsiteX29318" fmla="*/ 2203696 w 4752801"/>
              <a:gd name="connsiteY29318" fmla="*/ 367569 h 2767298"/>
              <a:gd name="connsiteX29319" fmla="*/ 2203696 w 4752801"/>
              <a:gd name="connsiteY29319" fmla="*/ 368784 h 2767298"/>
              <a:gd name="connsiteX29320" fmla="*/ 2202077 w 4752801"/>
              <a:gd name="connsiteY29320" fmla="*/ 371618 h 2767298"/>
              <a:gd name="connsiteX29321" fmla="*/ 2200863 w 4752801"/>
              <a:gd name="connsiteY29321" fmla="*/ 372022 h 2767298"/>
              <a:gd name="connsiteX29322" fmla="*/ 2197624 w 4752801"/>
              <a:gd name="connsiteY29322" fmla="*/ 372022 h 2767298"/>
              <a:gd name="connsiteX29323" fmla="*/ 2196410 w 4752801"/>
              <a:gd name="connsiteY29323" fmla="*/ 371618 h 2767298"/>
              <a:gd name="connsiteX29324" fmla="*/ 2194791 w 4752801"/>
              <a:gd name="connsiteY29324" fmla="*/ 368784 h 2767298"/>
              <a:gd name="connsiteX29325" fmla="*/ 2194791 w 4752801"/>
              <a:gd name="connsiteY29325" fmla="*/ 367569 h 2767298"/>
              <a:gd name="connsiteX29326" fmla="*/ 2196410 w 4752801"/>
              <a:gd name="connsiteY29326" fmla="*/ 364736 h 2767298"/>
              <a:gd name="connsiteX29327" fmla="*/ 2197624 w 4752801"/>
              <a:gd name="connsiteY29327" fmla="*/ 364331 h 2767298"/>
              <a:gd name="connsiteX29328" fmla="*/ 2399221 w 4752801"/>
              <a:gd name="connsiteY29328" fmla="*/ 363926 h 2767298"/>
              <a:gd name="connsiteX29329" fmla="*/ 2403269 w 4752801"/>
              <a:gd name="connsiteY29329" fmla="*/ 363926 h 2767298"/>
              <a:gd name="connsiteX29330" fmla="*/ 2404484 w 4752801"/>
              <a:gd name="connsiteY29330" fmla="*/ 364331 h 2767298"/>
              <a:gd name="connsiteX29331" fmla="*/ 2406508 w 4752801"/>
              <a:gd name="connsiteY29331" fmla="*/ 367569 h 2767298"/>
              <a:gd name="connsiteX29332" fmla="*/ 2406508 w 4752801"/>
              <a:gd name="connsiteY29332" fmla="*/ 368784 h 2767298"/>
              <a:gd name="connsiteX29333" fmla="*/ 2404484 w 4752801"/>
              <a:gd name="connsiteY29333" fmla="*/ 372022 h 2767298"/>
              <a:gd name="connsiteX29334" fmla="*/ 2403269 w 4752801"/>
              <a:gd name="connsiteY29334" fmla="*/ 372427 h 2767298"/>
              <a:gd name="connsiteX29335" fmla="*/ 2399221 w 4752801"/>
              <a:gd name="connsiteY29335" fmla="*/ 372427 h 2767298"/>
              <a:gd name="connsiteX29336" fmla="*/ 2398007 w 4752801"/>
              <a:gd name="connsiteY29336" fmla="*/ 372022 h 2767298"/>
              <a:gd name="connsiteX29337" fmla="*/ 2395983 w 4752801"/>
              <a:gd name="connsiteY29337" fmla="*/ 368784 h 2767298"/>
              <a:gd name="connsiteX29338" fmla="*/ 2395983 w 4752801"/>
              <a:gd name="connsiteY29338" fmla="*/ 367569 h 2767298"/>
              <a:gd name="connsiteX29339" fmla="*/ 2398007 w 4752801"/>
              <a:gd name="connsiteY29339" fmla="*/ 364331 h 2767298"/>
              <a:gd name="connsiteX29340" fmla="*/ 2399221 w 4752801"/>
              <a:gd name="connsiteY29340" fmla="*/ 363926 h 2767298"/>
              <a:gd name="connsiteX29341" fmla="*/ 2318259 w 4752801"/>
              <a:gd name="connsiteY29341" fmla="*/ 363926 h 2767298"/>
              <a:gd name="connsiteX29342" fmla="*/ 2322307 w 4752801"/>
              <a:gd name="connsiteY29342" fmla="*/ 363926 h 2767298"/>
              <a:gd name="connsiteX29343" fmla="*/ 2323522 w 4752801"/>
              <a:gd name="connsiteY29343" fmla="*/ 364331 h 2767298"/>
              <a:gd name="connsiteX29344" fmla="*/ 2325546 w 4752801"/>
              <a:gd name="connsiteY29344" fmla="*/ 367569 h 2767298"/>
              <a:gd name="connsiteX29345" fmla="*/ 2325546 w 4752801"/>
              <a:gd name="connsiteY29345" fmla="*/ 368784 h 2767298"/>
              <a:gd name="connsiteX29346" fmla="*/ 2323522 w 4752801"/>
              <a:gd name="connsiteY29346" fmla="*/ 372022 h 2767298"/>
              <a:gd name="connsiteX29347" fmla="*/ 2322307 w 4752801"/>
              <a:gd name="connsiteY29347" fmla="*/ 372832 h 2767298"/>
              <a:gd name="connsiteX29348" fmla="*/ 2318259 w 4752801"/>
              <a:gd name="connsiteY29348" fmla="*/ 372832 h 2767298"/>
              <a:gd name="connsiteX29349" fmla="*/ 2317045 w 4752801"/>
              <a:gd name="connsiteY29349" fmla="*/ 372022 h 2767298"/>
              <a:gd name="connsiteX29350" fmla="*/ 2315021 w 4752801"/>
              <a:gd name="connsiteY29350" fmla="*/ 368784 h 2767298"/>
              <a:gd name="connsiteX29351" fmla="*/ 2315021 w 4752801"/>
              <a:gd name="connsiteY29351" fmla="*/ 367569 h 2767298"/>
              <a:gd name="connsiteX29352" fmla="*/ 2317045 w 4752801"/>
              <a:gd name="connsiteY29352" fmla="*/ 364331 h 2767298"/>
              <a:gd name="connsiteX29353" fmla="*/ 2318259 w 4752801"/>
              <a:gd name="connsiteY29353" fmla="*/ 363926 h 2767298"/>
              <a:gd name="connsiteX29354" fmla="*/ 2277777 w 4752801"/>
              <a:gd name="connsiteY29354" fmla="*/ 363926 h 2767298"/>
              <a:gd name="connsiteX29355" fmla="*/ 2281825 w 4752801"/>
              <a:gd name="connsiteY29355" fmla="*/ 363926 h 2767298"/>
              <a:gd name="connsiteX29356" fmla="*/ 2283040 w 4752801"/>
              <a:gd name="connsiteY29356" fmla="*/ 364331 h 2767298"/>
              <a:gd name="connsiteX29357" fmla="*/ 2285064 w 4752801"/>
              <a:gd name="connsiteY29357" fmla="*/ 367569 h 2767298"/>
              <a:gd name="connsiteX29358" fmla="*/ 2285064 w 4752801"/>
              <a:gd name="connsiteY29358" fmla="*/ 368784 h 2767298"/>
              <a:gd name="connsiteX29359" fmla="*/ 2283040 w 4752801"/>
              <a:gd name="connsiteY29359" fmla="*/ 372022 h 2767298"/>
              <a:gd name="connsiteX29360" fmla="*/ 2281825 w 4752801"/>
              <a:gd name="connsiteY29360" fmla="*/ 372832 h 2767298"/>
              <a:gd name="connsiteX29361" fmla="*/ 2277777 w 4752801"/>
              <a:gd name="connsiteY29361" fmla="*/ 372832 h 2767298"/>
              <a:gd name="connsiteX29362" fmla="*/ 2276563 w 4752801"/>
              <a:gd name="connsiteY29362" fmla="*/ 372022 h 2767298"/>
              <a:gd name="connsiteX29363" fmla="*/ 2274539 w 4752801"/>
              <a:gd name="connsiteY29363" fmla="*/ 368784 h 2767298"/>
              <a:gd name="connsiteX29364" fmla="*/ 2274539 w 4752801"/>
              <a:gd name="connsiteY29364" fmla="*/ 367569 h 2767298"/>
              <a:gd name="connsiteX29365" fmla="*/ 2276563 w 4752801"/>
              <a:gd name="connsiteY29365" fmla="*/ 364331 h 2767298"/>
              <a:gd name="connsiteX29366" fmla="*/ 2277777 w 4752801"/>
              <a:gd name="connsiteY29366" fmla="*/ 363926 h 2767298"/>
              <a:gd name="connsiteX29367" fmla="*/ 3735508 w 4752801"/>
              <a:gd name="connsiteY29367" fmla="*/ 363522 h 2767298"/>
              <a:gd name="connsiteX29368" fmla="*/ 3739151 w 4752801"/>
              <a:gd name="connsiteY29368" fmla="*/ 363522 h 2767298"/>
              <a:gd name="connsiteX29369" fmla="*/ 3740365 w 4752801"/>
              <a:gd name="connsiteY29369" fmla="*/ 363927 h 2767298"/>
              <a:gd name="connsiteX29370" fmla="*/ 3741984 w 4752801"/>
              <a:gd name="connsiteY29370" fmla="*/ 367165 h 2767298"/>
              <a:gd name="connsiteX29371" fmla="*/ 3741984 w 4752801"/>
              <a:gd name="connsiteY29371" fmla="*/ 368380 h 2767298"/>
              <a:gd name="connsiteX29372" fmla="*/ 3740365 w 4752801"/>
              <a:gd name="connsiteY29372" fmla="*/ 371618 h 2767298"/>
              <a:gd name="connsiteX29373" fmla="*/ 3739151 w 4752801"/>
              <a:gd name="connsiteY29373" fmla="*/ 372023 h 2767298"/>
              <a:gd name="connsiteX29374" fmla="*/ 3735508 w 4752801"/>
              <a:gd name="connsiteY29374" fmla="*/ 372023 h 2767298"/>
              <a:gd name="connsiteX29375" fmla="*/ 3734293 w 4752801"/>
              <a:gd name="connsiteY29375" fmla="*/ 371618 h 2767298"/>
              <a:gd name="connsiteX29376" fmla="*/ 3732674 w 4752801"/>
              <a:gd name="connsiteY29376" fmla="*/ 368380 h 2767298"/>
              <a:gd name="connsiteX29377" fmla="*/ 3732674 w 4752801"/>
              <a:gd name="connsiteY29377" fmla="*/ 367165 h 2767298"/>
              <a:gd name="connsiteX29378" fmla="*/ 3734293 w 4752801"/>
              <a:gd name="connsiteY29378" fmla="*/ 363927 h 2767298"/>
              <a:gd name="connsiteX29379" fmla="*/ 3735508 w 4752801"/>
              <a:gd name="connsiteY29379" fmla="*/ 363522 h 2767298"/>
              <a:gd name="connsiteX29380" fmla="*/ 2682590 w 4752801"/>
              <a:gd name="connsiteY29380" fmla="*/ 363522 h 2767298"/>
              <a:gd name="connsiteX29381" fmla="*/ 2687043 w 4752801"/>
              <a:gd name="connsiteY29381" fmla="*/ 363522 h 2767298"/>
              <a:gd name="connsiteX29382" fmla="*/ 2688257 w 4752801"/>
              <a:gd name="connsiteY29382" fmla="*/ 363927 h 2767298"/>
              <a:gd name="connsiteX29383" fmla="*/ 2690281 w 4752801"/>
              <a:gd name="connsiteY29383" fmla="*/ 367570 h 2767298"/>
              <a:gd name="connsiteX29384" fmla="*/ 2690281 w 4752801"/>
              <a:gd name="connsiteY29384" fmla="*/ 368785 h 2767298"/>
              <a:gd name="connsiteX29385" fmla="*/ 2688257 w 4752801"/>
              <a:gd name="connsiteY29385" fmla="*/ 372428 h 2767298"/>
              <a:gd name="connsiteX29386" fmla="*/ 2687043 w 4752801"/>
              <a:gd name="connsiteY29386" fmla="*/ 372833 h 2767298"/>
              <a:gd name="connsiteX29387" fmla="*/ 2682590 w 4752801"/>
              <a:gd name="connsiteY29387" fmla="*/ 372833 h 2767298"/>
              <a:gd name="connsiteX29388" fmla="*/ 2681376 w 4752801"/>
              <a:gd name="connsiteY29388" fmla="*/ 372428 h 2767298"/>
              <a:gd name="connsiteX29389" fmla="*/ 2679352 w 4752801"/>
              <a:gd name="connsiteY29389" fmla="*/ 368785 h 2767298"/>
              <a:gd name="connsiteX29390" fmla="*/ 2679352 w 4752801"/>
              <a:gd name="connsiteY29390" fmla="*/ 367570 h 2767298"/>
              <a:gd name="connsiteX29391" fmla="*/ 2681376 w 4752801"/>
              <a:gd name="connsiteY29391" fmla="*/ 363927 h 2767298"/>
              <a:gd name="connsiteX29392" fmla="*/ 2682590 w 4752801"/>
              <a:gd name="connsiteY29392" fmla="*/ 363522 h 2767298"/>
              <a:gd name="connsiteX29393" fmla="*/ 2359145 w 4752801"/>
              <a:gd name="connsiteY29393" fmla="*/ 363522 h 2767298"/>
              <a:gd name="connsiteX29394" fmla="*/ 2362788 w 4752801"/>
              <a:gd name="connsiteY29394" fmla="*/ 363522 h 2767298"/>
              <a:gd name="connsiteX29395" fmla="*/ 2364003 w 4752801"/>
              <a:gd name="connsiteY29395" fmla="*/ 363927 h 2767298"/>
              <a:gd name="connsiteX29396" fmla="*/ 2366027 w 4752801"/>
              <a:gd name="connsiteY29396" fmla="*/ 367165 h 2767298"/>
              <a:gd name="connsiteX29397" fmla="*/ 2366027 w 4752801"/>
              <a:gd name="connsiteY29397" fmla="*/ 368380 h 2767298"/>
              <a:gd name="connsiteX29398" fmla="*/ 2364003 w 4752801"/>
              <a:gd name="connsiteY29398" fmla="*/ 371618 h 2767298"/>
              <a:gd name="connsiteX29399" fmla="*/ 2362788 w 4752801"/>
              <a:gd name="connsiteY29399" fmla="*/ 372428 h 2767298"/>
              <a:gd name="connsiteX29400" fmla="*/ 2359145 w 4752801"/>
              <a:gd name="connsiteY29400" fmla="*/ 372428 h 2767298"/>
              <a:gd name="connsiteX29401" fmla="*/ 2357931 w 4752801"/>
              <a:gd name="connsiteY29401" fmla="*/ 371618 h 2767298"/>
              <a:gd name="connsiteX29402" fmla="*/ 2355907 w 4752801"/>
              <a:gd name="connsiteY29402" fmla="*/ 368380 h 2767298"/>
              <a:gd name="connsiteX29403" fmla="*/ 2355907 w 4752801"/>
              <a:gd name="connsiteY29403" fmla="*/ 367165 h 2767298"/>
              <a:gd name="connsiteX29404" fmla="*/ 2357931 w 4752801"/>
              <a:gd name="connsiteY29404" fmla="*/ 363927 h 2767298"/>
              <a:gd name="connsiteX29405" fmla="*/ 2359145 w 4752801"/>
              <a:gd name="connsiteY29405" fmla="*/ 363522 h 2767298"/>
              <a:gd name="connsiteX29406" fmla="*/ 2237701 w 4752801"/>
              <a:gd name="connsiteY29406" fmla="*/ 363522 h 2767298"/>
              <a:gd name="connsiteX29407" fmla="*/ 2241344 w 4752801"/>
              <a:gd name="connsiteY29407" fmla="*/ 363522 h 2767298"/>
              <a:gd name="connsiteX29408" fmla="*/ 2242559 w 4752801"/>
              <a:gd name="connsiteY29408" fmla="*/ 363927 h 2767298"/>
              <a:gd name="connsiteX29409" fmla="*/ 2244178 w 4752801"/>
              <a:gd name="connsiteY29409" fmla="*/ 367165 h 2767298"/>
              <a:gd name="connsiteX29410" fmla="*/ 2244178 w 4752801"/>
              <a:gd name="connsiteY29410" fmla="*/ 368380 h 2767298"/>
              <a:gd name="connsiteX29411" fmla="*/ 2242559 w 4752801"/>
              <a:gd name="connsiteY29411" fmla="*/ 371618 h 2767298"/>
              <a:gd name="connsiteX29412" fmla="*/ 2241344 w 4752801"/>
              <a:gd name="connsiteY29412" fmla="*/ 372023 h 2767298"/>
              <a:gd name="connsiteX29413" fmla="*/ 2237701 w 4752801"/>
              <a:gd name="connsiteY29413" fmla="*/ 372023 h 2767298"/>
              <a:gd name="connsiteX29414" fmla="*/ 2236487 w 4752801"/>
              <a:gd name="connsiteY29414" fmla="*/ 371618 h 2767298"/>
              <a:gd name="connsiteX29415" fmla="*/ 2234868 w 4752801"/>
              <a:gd name="connsiteY29415" fmla="*/ 368380 h 2767298"/>
              <a:gd name="connsiteX29416" fmla="*/ 2234868 w 4752801"/>
              <a:gd name="connsiteY29416" fmla="*/ 367165 h 2767298"/>
              <a:gd name="connsiteX29417" fmla="*/ 2236487 w 4752801"/>
              <a:gd name="connsiteY29417" fmla="*/ 363927 h 2767298"/>
              <a:gd name="connsiteX29418" fmla="*/ 2237701 w 4752801"/>
              <a:gd name="connsiteY29418" fmla="*/ 363522 h 2767298"/>
              <a:gd name="connsiteX29419" fmla="*/ 3695026 w 4752801"/>
              <a:gd name="connsiteY29419" fmla="*/ 363117 h 2767298"/>
              <a:gd name="connsiteX29420" fmla="*/ 3699074 w 4752801"/>
              <a:gd name="connsiteY29420" fmla="*/ 363117 h 2767298"/>
              <a:gd name="connsiteX29421" fmla="*/ 3700288 w 4752801"/>
              <a:gd name="connsiteY29421" fmla="*/ 363522 h 2767298"/>
              <a:gd name="connsiteX29422" fmla="*/ 3702313 w 4752801"/>
              <a:gd name="connsiteY29422" fmla="*/ 367165 h 2767298"/>
              <a:gd name="connsiteX29423" fmla="*/ 3702313 w 4752801"/>
              <a:gd name="connsiteY29423" fmla="*/ 368380 h 2767298"/>
              <a:gd name="connsiteX29424" fmla="*/ 3700288 w 4752801"/>
              <a:gd name="connsiteY29424" fmla="*/ 372023 h 2767298"/>
              <a:gd name="connsiteX29425" fmla="*/ 3699074 w 4752801"/>
              <a:gd name="connsiteY29425" fmla="*/ 372832 h 2767298"/>
              <a:gd name="connsiteX29426" fmla="*/ 3695026 w 4752801"/>
              <a:gd name="connsiteY29426" fmla="*/ 372832 h 2767298"/>
              <a:gd name="connsiteX29427" fmla="*/ 3693812 w 4752801"/>
              <a:gd name="connsiteY29427" fmla="*/ 372023 h 2767298"/>
              <a:gd name="connsiteX29428" fmla="*/ 3691788 w 4752801"/>
              <a:gd name="connsiteY29428" fmla="*/ 368380 h 2767298"/>
              <a:gd name="connsiteX29429" fmla="*/ 3691788 w 4752801"/>
              <a:gd name="connsiteY29429" fmla="*/ 367165 h 2767298"/>
              <a:gd name="connsiteX29430" fmla="*/ 3693812 w 4752801"/>
              <a:gd name="connsiteY29430" fmla="*/ 363522 h 2767298"/>
              <a:gd name="connsiteX29431" fmla="*/ 3695026 w 4752801"/>
              <a:gd name="connsiteY29431" fmla="*/ 363117 h 2767298"/>
              <a:gd name="connsiteX29432" fmla="*/ 3654545 w 4752801"/>
              <a:gd name="connsiteY29432" fmla="*/ 363117 h 2767298"/>
              <a:gd name="connsiteX29433" fmla="*/ 3658593 w 4752801"/>
              <a:gd name="connsiteY29433" fmla="*/ 363117 h 2767298"/>
              <a:gd name="connsiteX29434" fmla="*/ 3659807 w 4752801"/>
              <a:gd name="connsiteY29434" fmla="*/ 363927 h 2767298"/>
              <a:gd name="connsiteX29435" fmla="*/ 3661832 w 4752801"/>
              <a:gd name="connsiteY29435" fmla="*/ 367570 h 2767298"/>
              <a:gd name="connsiteX29436" fmla="*/ 3661832 w 4752801"/>
              <a:gd name="connsiteY29436" fmla="*/ 368784 h 2767298"/>
              <a:gd name="connsiteX29437" fmla="*/ 3659807 w 4752801"/>
              <a:gd name="connsiteY29437" fmla="*/ 372428 h 2767298"/>
              <a:gd name="connsiteX29438" fmla="*/ 3658593 w 4752801"/>
              <a:gd name="connsiteY29438" fmla="*/ 372428 h 2767298"/>
              <a:gd name="connsiteX29439" fmla="*/ 3654545 w 4752801"/>
              <a:gd name="connsiteY29439" fmla="*/ 372428 h 2767298"/>
              <a:gd name="connsiteX29440" fmla="*/ 3653331 w 4752801"/>
              <a:gd name="connsiteY29440" fmla="*/ 372023 h 2767298"/>
              <a:gd name="connsiteX29441" fmla="*/ 3651307 w 4752801"/>
              <a:gd name="connsiteY29441" fmla="*/ 368380 h 2767298"/>
              <a:gd name="connsiteX29442" fmla="*/ 3651307 w 4752801"/>
              <a:gd name="connsiteY29442" fmla="*/ 367165 h 2767298"/>
              <a:gd name="connsiteX29443" fmla="*/ 3653331 w 4752801"/>
              <a:gd name="connsiteY29443" fmla="*/ 363522 h 2767298"/>
              <a:gd name="connsiteX29444" fmla="*/ 3654545 w 4752801"/>
              <a:gd name="connsiteY29444" fmla="*/ 363117 h 2767298"/>
              <a:gd name="connsiteX29445" fmla="*/ 3614063 w 4752801"/>
              <a:gd name="connsiteY29445" fmla="*/ 363117 h 2767298"/>
              <a:gd name="connsiteX29446" fmla="*/ 3618111 w 4752801"/>
              <a:gd name="connsiteY29446" fmla="*/ 363117 h 2767298"/>
              <a:gd name="connsiteX29447" fmla="*/ 3619325 w 4752801"/>
              <a:gd name="connsiteY29447" fmla="*/ 363522 h 2767298"/>
              <a:gd name="connsiteX29448" fmla="*/ 3621350 w 4752801"/>
              <a:gd name="connsiteY29448" fmla="*/ 367165 h 2767298"/>
              <a:gd name="connsiteX29449" fmla="*/ 3621350 w 4752801"/>
              <a:gd name="connsiteY29449" fmla="*/ 368380 h 2767298"/>
              <a:gd name="connsiteX29450" fmla="*/ 3619325 w 4752801"/>
              <a:gd name="connsiteY29450" fmla="*/ 372023 h 2767298"/>
              <a:gd name="connsiteX29451" fmla="*/ 3618111 w 4752801"/>
              <a:gd name="connsiteY29451" fmla="*/ 372428 h 2767298"/>
              <a:gd name="connsiteX29452" fmla="*/ 3614063 w 4752801"/>
              <a:gd name="connsiteY29452" fmla="*/ 372428 h 2767298"/>
              <a:gd name="connsiteX29453" fmla="*/ 3612849 w 4752801"/>
              <a:gd name="connsiteY29453" fmla="*/ 372023 h 2767298"/>
              <a:gd name="connsiteX29454" fmla="*/ 3610825 w 4752801"/>
              <a:gd name="connsiteY29454" fmla="*/ 368380 h 2767298"/>
              <a:gd name="connsiteX29455" fmla="*/ 3610825 w 4752801"/>
              <a:gd name="connsiteY29455" fmla="*/ 367165 h 2767298"/>
              <a:gd name="connsiteX29456" fmla="*/ 3612849 w 4752801"/>
              <a:gd name="connsiteY29456" fmla="*/ 363522 h 2767298"/>
              <a:gd name="connsiteX29457" fmla="*/ 3614063 w 4752801"/>
              <a:gd name="connsiteY29457" fmla="*/ 363117 h 2767298"/>
              <a:gd name="connsiteX29458" fmla="*/ 3006035 w 4752801"/>
              <a:gd name="connsiteY29458" fmla="*/ 363117 h 2767298"/>
              <a:gd name="connsiteX29459" fmla="*/ 3010893 w 4752801"/>
              <a:gd name="connsiteY29459" fmla="*/ 363117 h 2767298"/>
              <a:gd name="connsiteX29460" fmla="*/ 3012107 w 4752801"/>
              <a:gd name="connsiteY29460" fmla="*/ 363522 h 2767298"/>
              <a:gd name="connsiteX29461" fmla="*/ 3014536 w 4752801"/>
              <a:gd name="connsiteY29461" fmla="*/ 367570 h 2767298"/>
              <a:gd name="connsiteX29462" fmla="*/ 3014536 w 4752801"/>
              <a:gd name="connsiteY29462" fmla="*/ 368784 h 2767298"/>
              <a:gd name="connsiteX29463" fmla="*/ 3012107 w 4752801"/>
              <a:gd name="connsiteY29463" fmla="*/ 372832 h 2767298"/>
              <a:gd name="connsiteX29464" fmla="*/ 3010893 w 4752801"/>
              <a:gd name="connsiteY29464" fmla="*/ 373237 h 2767298"/>
              <a:gd name="connsiteX29465" fmla="*/ 3006035 w 4752801"/>
              <a:gd name="connsiteY29465" fmla="*/ 373237 h 2767298"/>
              <a:gd name="connsiteX29466" fmla="*/ 3004821 w 4752801"/>
              <a:gd name="connsiteY29466" fmla="*/ 372832 h 2767298"/>
              <a:gd name="connsiteX29467" fmla="*/ 3002392 w 4752801"/>
              <a:gd name="connsiteY29467" fmla="*/ 368784 h 2767298"/>
              <a:gd name="connsiteX29468" fmla="*/ 3002392 w 4752801"/>
              <a:gd name="connsiteY29468" fmla="*/ 367570 h 2767298"/>
              <a:gd name="connsiteX29469" fmla="*/ 3004821 w 4752801"/>
              <a:gd name="connsiteY29469" fmla="*/ 363522 h 2767298"/>
              <a:gd name="connsiteX29470" fmla="*/ 3006035 w 4752801"/>
              <a:gd name="connsiteY29470" fmla="*/ 363117 h 2767298"/>
              <a:gd name="connsiteX29471" fmla="*/ 2440107 w 4752801"/>
              <a:gd name="connsiteY29471" fmla="*/ 363117 h 2767298"/>
              <a:gd name="connsiteX29472" fmla="*/ 2444155 w 4752801"/>
              <a:gd name="connsiteY29472" fmla="*/ 363117 h 2767298"/>
              <a:gd name="connsiteX29473" fmla="*/ 2445370 w 4752801"/>
              <a:gd name="connsiteY29473" fmla="*/ 363522 h 2767298"/>
              <a:gd name="connsiteX29474" fmla="*/ 2447394 w 4752801"/>
              <a:gd name="connsiteY29474" fmla="*/ 367165 h 2767298"/>
              <a:gd name="connsiteX29475" fmla="*/ 2447394 w 4752801"/>
              <a:gd name="connsiteY29475" fmla="*/ 368380 h 2767298"/>
              <a:gd name="connsiteX29476" fmla="*/ 2445370 w 4752801"/>
              <a:gd name="connsiteY29476" fmla="*/ 372023 h 2767298"/>
              <a:gd name="connsiteX29477" fmla="*/ 2444155 w 4752801"/>
              <a:gd name="connsiteY29477" fmla="*/ 372428 h 2767298"/>
              <a:gd name="connsiteX29478" fmla="*/ 2440107 w 4752801"/>
              <a:gd name="connsiteY29478" fmla="*/ 372428 h 2767298"/>
              <a:gd name="connsiteX29479" fmla="*/ 2438893 w 4752801"/>
              <a:gd name="connsiteY29479" fmla="*/ 372023 h 2767298"/>
              <a:gd name="connsiteX29480" fmla="*/ 2436869 w 4752801"/>
              <a:gd name="connsiteY29480" fmla="*/ 368380 h 2767298"/>
              <a:gd name="connsiteX29481" fmla="*/ 2436869 w 4752801"/>
              <a:gd name="connsiteY29481" fmla="*/ 367165 h 2767298"/>
              <a:gd name="connsiteX29482" fmla="*/ 2438893 w 4752801"/>
              <a:gd name="connsiteY29482" fmla="*/ 363522 h 2767298"/>
              <a:gd name="connsiteX29483" fmla="*/ 2440107 w 4752801"/>
              <a:gd name="connsiteY29483" fmla="*/ 363117 h 2767298"/>
              <a:gd name="connsiteX29484" fmla="*/ 1022859 w 4752801"/>
              <a:gd name="connsiteY29484" fmla="*/ 363117 h 2767298"/>
              <a:gd name="connsiteX29485" fmla="*/ 1027717 w 4752801"/>
              <a:gd name="connsiteY29485" fmla="*/ 363117 h 2767298"/>
              <a:gd name="connsiteX29486" fmla="*/ 1028931 w 4752801"/>
              <a:gd name="connsiteY29486" fmla="*/ 363522 h 2767298"/>
              <a:gd name="connsiteX29487" fmla="*/ 1031360 w 4752801"/>
              <a:gd name="connsiteY29487" fmla="*/ 367570 h 2767298"/>
              <a:gd name="connsiteX29488" fmla="*/ 1031360 w 4752801"/>
              <a:gd name="connsiteY29488" fmla="*/ 368784 h 2767298"/>
              <a:gd name="connsiteX29489" fmla="*/ 1028931 w 4752801"/>
              <a:gd name="connsiteY29489" fmla="*/ 372832 h 2767298"/>
              <a:gd name="connsiteX29490" fmla="*/ 1027717 w 4752801"/>
              <a:gd name="connsiteY29490" fmla="*/ 373237 h 2767298"/>
              <a:gd name="connsiteX29491" fmla="*/ 1022859 w 4752801"/>
              <a:gd name="connsiteY29491" fmla="*/ 373237 h 2767298"/>
              <a:gd name="connsiteX29492" fmla="*/ 1021644 w 4752801"/>
              <a:gd name="connsiteY29492" fmla="*/ 372832 h 2767298"/>
              <a:gd name="connsiteX29493" fmla="*/ 1019216 w 4752801"/>
              <a:gd name="connsiteY29493" fmla="*/ 368784 h 2767298"/>
              <a:gd name="connsiteX29494" fmla="*/ 1019216 w 4752801"/>
              <a:gd name="connsiteY29494" fmla="*/ 367570 h 2767298"/>
              <a:gd name="connsiteX29495" fmla="*/ 1021644 w 4752801"/>
              <a:gd name="connsiteY29495" fmla="*/ 363522 h 2767298"/>
              <a:gd name="connsiteX29496" fmla="*/ 1022859 w 4752801"/>
              <a:gd name="connsiteY29496" fmla="*/ 363117 h 2767298"/>
              <a:gd name="connsiteX29497" fmla="*/ 3573178 w 4752801"/>
              <a:gd name="connsiteY29497" fmla="*/ 362712 h 2767298"/>
              <a:gd name="connsiteX29498" fmla="*/ 3577631 w 4752801"/>
              <a:gd name="connsiteY29498" fmla="*/ 362712 h 2767298"/>
              <a:gd name="connsiteX29499" fmla="*/ 3578845 w 4752801"/>
              <a:gd name="connsiteY29499" fmla="*/ 363117 h 2767298"/>
              <a:gd name="connsiteX29500" fmla="*/ 3581274 w 4752801"/>
              <a:gd name="connsiteY29500" fmla="*/ 367165 h 2767298"/>
              <a:gd name="connsiteX29501" fmla="*/ 3581274 w 4752801"/>
              <a:gd name="connsiteY29501" fmla="*/ 368379 h 2767298"/>
              <a:gd name="connsiteX29502" fmla="*/ 3578845 w 4752801"/>
              <a:gd name="connsiteY29502" fmla="*/ 372428 h 2767298"/>
              <a:gd name="connsiteX29503" fmla="*/ 3577631 w 4752801"/>
              <a:gd name="connsiteY29503" fmla="*/ 372832 h 2767298"/>
              <a:gd name="connsiteX29504" fmla="*/ 3573178 w 4752801"/>
              <a:gd name="connsiteY29504" fmla="*/ 372832 h 2767298"/>
              <a:gd name="connsiteX29505" fmla="*/ 3571963 w 4752801"/>
              <a:gd name="connsiteY29505" fmla="*/ 372428 h 2767298"/>
              <a:gd name="connsiteX29506" fmla="*/ 3569535 w 4752801"/>
              <a:gd name="connsiteY29506" fmla="*/ 368379 h 2767298"/>
              <a:gd name="connsiteX29507" fmla="*/ 3569535 w 4752801"/>
              <a:gd name="connsiteY29507" fmla="*/ 367165 h 2767298"/>
              <a:gd name="connsiteX29508" fmla="*/ 3571963 w 4752801"/>
              <a:gd name="connsiteY29508" fmla="*/ 363117 h 2767298"/>
              <a:gd name="connsiteX29509" fmla="*/ 3573178 w 4752801"/>
              <a:gd name="connsiteY29509" fmla="*/ 362712 h 2767298"/>
              <a:gd name="connsiteX29510" fmla="*/ 1103417 w 4752801"/>
              <a:gd name="connsiteY29510" fmla="*/ 362307 h 2767298"/>
              <a:gd name="connsiteX29511" fmla="*/ 1109084 w 4752801"/>
              <a:gd name="connsiteY29511" fmla="*/ 362307 h 2767298"/>
              <a:gd name="connsiteX29512" fmla="*/ 1110299 w 4752801"/>
              <a:gd name="connsiteY29512" fmla="*/ 362712 h 2767298"/>
              <a:gd name="connsiteX29513" fmla="*/ 1113132 w 4752801"/>
              <a:gd name="connsiteY29513" fmla="*/ 367570 h 2767298"/>
              <a:gd name="connsiteX29514" fmla="*/ 1113132 w 4752801"/>
              <a:gd name="connsiteY29514" fmla="*/ 368784 h 2767298"/>
              <a:gd name="connsiteX29515" fmla="*/ 1110299 w 4752801"/>
              <a:gd name="connsiteY29515" fmla="*/ 373642 h 2767298"/>
              <a:gd name="connsiteX29516" fmla="*/ 1109084 w 4752801"/>
              <a:gd name="connsiteY29516" fmla="*/ 374047 h 2767298"/>
              <a:gd name="connsiteX29517" fmla="*/ 1103417 w 4752801"/>
              <a:gd name="connsiteY29517" fmla="*/ 374047 h 2767298"/>
              <a:gd name="connsiteX29518" fmla="*/ 1102202 w 4752801"/>
              <a:gd name="connsiteY29518" fmla="*/ 373642 h 2767298"/>
              <a:gd name="connsiteX29519" fmla="*/ 1099369 w 4752801"/>
              <a:gd name="connsiteY29519" fmla="*/ 368784 h 2767298"/>
              <a:gd name="connsiteX29520" fmla="*/ 1099369 w 4752801"/>
              <a:gd name="connsiteY29520" fmla="*/ 367570 h 2767298"/>
              <a:gd name="connsiteX29521" fmla="*/ 1102202 w 4752801"/>
              <a:gd name="connsiteY29521" fmla="*/ 362712 h 2767298"/>
              <a:gd name="connsiteX29522" fmla="*/ 1103417 w 4752801"/>
              <a:gd name="connsiteY29522" fmla="*/ 362307 h 2767298"/>
              <a:gd name="connsiteX29523" fmla="*/ 1264937 w 4752801"/>
              <a:gd name="connsiteY29523" fmla="*/ 361902 h 2767298"/>
              <a:gd name="connsiteX29524" fmla="*/ 1271009 w 4752801"/>
              <a:gd name="connsiteY29524" fmla="*/ 361902 h 2767298"/>
              <a:gd name="connsiteX29525" fmla="*/ 1272223 w 4752801"/>
              <a:gd name="connsiteY29525" fmla="*/ 362307 h 2767298"/>
              <a:gd name="connsiteX29526" fmla="*/ 1275462 w 4752801"/>
              <a:gd name="connsiteY29526" fmla="*/ 367569 h 2767298"/>
              <a:gd name="connsiteX29527" fmla="*/ 1275462 w 4752801"/>
              <a:gd name="connsiteY29527" fmla="*/ 368784 h 2767298"/>
              <a:gd name="connsiteX29528" fmla="*/ 1272223 w 4752801"/>
              <a:gd name="connsiteY29528" fmla="*/ 374046 h 2767298"/>
              <a:gd name="connsiteX29529" fmla="*/ 1271009 w 4752801"/>
              <a:gd name="connsiteY29529" fmla="*/ 374451 h 2767298"/>
              <a:gd name="connsiteX29530" fmla="*/ 1264937 w 4752801"/>
              <a:gd name="connsiteY29530" fmla="*/ 374451 h 2767298"/>
              <a:gd name="connsiteX29531" fmla="*/ 1263722 w 4752801"/>
              <a:gd name="connsiteY29531" fmla="*/ 374046 h 2767298"/>
              <a:gd name="connsiteX29532" fmla="*/ 1260484 w 4752801"/>
              <a:gd name="connsiteY29532" fmla="*/ 368784 h 2767298"/>
              <a:gd name="connsiteX29533" fmla="*/ 1260484 w 4752801"/>
              <a:gd name="connsiteY29533" fmla="*/ 367569 h 2767298"/>
              <a:gd name="connsiteX29534" fmla="*/ 1263722 w 4752801"/>
              <a:gd name="connsiteY29534" fmla="*/ 362307 h 2767298"/>
              <a:gd name="connsiteX29535" fmla="*/ 1264937 w 4752801"/>
              <a:gd name="connsiteY29535" fmla="*/ 361902 h 2767298"/>
              <a:gd name="connsiteX29536" fmla="*/ 1143493 w 4752801"/>
              <a:gd name="connsiteY29536" fmla="*/ 361902 h 2767298"/>
              <a:gd name="connsiteX29537" fmla="*/ 1149565 w 4752801"/>
              <a:gd name="connsiteY29537" fmla="*/ 361902 h 2767298"/>
              <a:gd name="connsiteX29538" fmla="*/ 1150779 w 4752801"/>
              <a:gd name="connsiteY29538" fmla="*/ 362307 h 2767298"/>
              <a:gd name="connsiteX29539" fmla="*/ 1154018 w 4752801"/>
              <a:gd name="connsiteY29539" fmla="*/ 367569 h 2767298"/>
              <a:gd name="connsiteX29540" fmla="*/ 1154018 w 4752801"/>
              <a:gd name="connsiteY29540" fmla="*/ 368784 h 2767298"/>
              <a:gd name="connsiteX29541" fmla="*/ 1150779 w 4752801"/>
              <a:gd name="connsiteY29541" fmla="*/ 374046 h 2767298"/>
              <a:gd name="connsiteX29542" fmla="*/ 1149565 w 4752801"/>
              <a:gd name="connsiteY29542" fmla="*/ 374451 h 2767298"/>
              <a:gd name="connsiteX29543" fmla="*/ 1143493 w 4752801"/>
              <a:gd name="connsiteY29543" fmla="*/ 374451 h 2767298"/>
              <a:gd name="connsiteX29544" fmla="*/ 1142278 w 4752801"/>
              <a:gd name="connsiteY29544" fmla="*/ 374046 h 2767298"/>
              <a:gd name="connsiteX29545" fmla="*/ 1139040 w 4752801"/>
              <a:gd name="connsiteY29545" fmla="*/ 368784 h 2767298"/>
              <a:gd name="connsiteX29546" fmla="*/ 1139040 w 4752801"/>
              <a:gd name="connsiteY29546" fmla="*/ 367569 h 2767298"/>
              <a:gd name="connsiteX29547" fmla="*/ 1142278 w 4752801"/>
              <a:gd name="connsiteY29547" fmla="*/ 362307 h 2767298"/>
              <a:gd name="connsiteX29548" fmla="*/ 1143493 w 4752801"/>
              <a:gd name="connsiteY29548" fmla="*/ 361902 h 2767298"/>
              <a:gd name="connsiteX29549" fmla="*/ 1953118 w 4752801"/>
              <a:gd name="connsiteY29549" fmla="*/ 361498 h 2767298"/>
              <a:gd name="connsiteX29550" fmla="*/ 1959595 w 4752801"/>
              <a:gd name="connsiteY29550" fmla="*/ 361498 h 2767298"/>
              <a:gd name="connsiteX29551" fmla="*/ 1960809 w 4752801"/>
              <a:gd name="connsiteY29551" fmla="*/ 361903 h 2767298"/>
              <a:gd name="connsiteX29552" fmla="*/ 1964047 w 4752801"/>
              <a:gd name="connsiteY29552" fmla="*/ 367570 h 2767298"/>
              <a:gd name="connsiteX29553" fmla="*/ 1964047 w 4752801"/>
              <a:gd name="connsiteY29553" fmla="*/ 368785 h 2767298"/>
              <a:gd name="connsiteX29554" fmla="*/ 1960809 w 4752801"/>
              <a:gd name="connsiteY29554" fmla="*/ 374452 h 2767298"/>
              <a:gd name="connsiteX29555" fmla="*/ 1959595 w 4752801"/>
              <a:gd name="connsiteY29555" fmla="*/ 374857 h 2767298"/>
              <a:gd name="connsiteX29556" fmla="*/ 1953118 w 4752801"/>
              <a:gd name="connsiteY29556" fmla="*/ 374857 h 2767298"/>
              <a:gd name="connsiteX29557" fmla="*/ 1951903 w 4752801"/>
              <a:gd name="connsiteY29557" fmla="*/ 374452 h 2767298"/>
              <a:gd name="connsiteX29558" fmla="*/ 1948665 w 4752801"/>
              <a:gd name="connsiteY29558" fmla="*/ 368785 h 2767298"/>
              <a:gd name="connsiteX29559" fmla="*/ 1948665 w 4752801"/>
              <a:gd name="connsiteY29559" fmla="*/ 367570 h 2767298"/>
              <a:gd name="connsiteX29560" fmla="*/ 1951903 w 4752801"/>
              <a:gd name="connsiteY29560" fmla="*/ 361903 h 2767298"/>
              <a:gd name="connsiteX29561" fmla="*/ 1953118 w 4752801"/>
              <a:gd name="connsiteY29561" fmla="*/ 361498 h 2767298"/>
              <a:gd name="connsiteX29562" fmla="*/ 1183975 w 4752801"/>
              <a:gd name="connsiteY29562" fmla="*/ 361498 h 2767298"/>
              <a:gd name="connsiteX29563" fmla="*/ 1190047 w 4752801"/>
              <a:gd name="connsiteY29563" fmla="*/ 361498 h 2767298"/>
              <a:gd name="connsiteX29564" fmla="*/ 1191261 w 4752801"/>
              <a:gd name="connsiteY29564" fmla="*/ 362308 h 2767298"/>
              <a:gd name="connsiteX29565" fmla="*/ 1194500 w 4752801"/>
              <a:gd name="connsiteY29565" fmla="*/ 367570 h 2767298"/>
              <a:gd name="connsiteX29566" fmla="*/ 1194500 w 4752801"/>
              <a:gd name="connsiteY29566" fmla="*/ 368785 h 2767298"/>
              <a:gd name="connsiteX29567" fmla="*/ 1191261 w 4752801"/>
              <a:gd name="connsiteY29567" fmla="*/ 374047 h 2767298"/>
              <a:gd name="connsiteX29568" fmla="*/ 1190047 w 4752801"/>
              <a:gd name="connsiteY29568" fmla="*/ 374857 h 2767298"/>
              <a:gd name="connsiteX29569" fmla="*/ 1183975 w 4752801"/>
              <a:gd name="connsiteY29569" fmla="*/ 374857 h 2767298"/>
              <a:gd name="connsiteX29570" fmla="*/ 1182760 w 4752801"/>
              <a:gd name="connsiteY29570" fmla="*/ 374047 h 2767298"/>
              <a:gd name="connsiteX29571" fmla="*/ 1179522 w 4752801"/>
              <a:gd name="connsiteY29571" fmla="*/ 368785 h 2767298"/>
              <a:gd name="connsiteX29572" fmla="*/ 1179522 w 4752801"/>
              <a:gd name="connsiteY29572" fmla="*/ 367570 h 2767298"/>
              <a:gd name="connsiteX29573" fmla="*/ 1182760 w 4752801"/>
              <a:gd name="connsiteY29573" fmla="*/ 362308 h 2767298"/>
              <a:gd name="connsiteX29574" fmla="*/ 1183975 w 4752801"/>
              <a:gd name="connsiteY29574" fmla="*/ 361498 h 2767298"/>
              <a:gd name="connsiteX29575" fmla="*/ 1062935 w 4752801"/>
              <a:gd name="connsiteY29575" fmla="*/ 361498 h 2767298"/>
              <a:gd name="connsiteX29576" fmla="*/ 1068602 w 4752801"/>
              <a:gd name="connsiteY29576" fmla="*/ 361498 h 2767298"/>
              <a:gd name="connsiteX29577" fmla="*/ 1069817 w 4752801"/>
              <a:gd name="connsiteY29577" fmla="*/ 361903 h 2767298"/>
              <a:gd name="connsiteX29578" fmla="*/ 1072650 w 4752801"/>
              <a:gd name="connsiteY29578" fmla="*/ 367165 h 2767298"/>
              <a:gd name="connsiteX29579" fmla="*/ 1072650 w 4752801"/>
              <a:gd name="connsiteY29579" fmla="*/ 368380 h 2767298"/>
              <a:gd name="connsiteX29580" fmla="*/ 1069817 w 4752801"/>
              <a:gd name="connsiteY29580" fmla="*/ 373642 h 2767298"/>
              <a:gd name="connsiteX29581" fmla="*/ 1068602 w 4752801"/>
              <a:gd name="connsiteY29581" fmla="*/ 374047 h 2767298"/>
              <a:gd name="connsiteX29582" fmla="*/ 1062935 w 4752801"/>
              <a:gd name="connsiteY29582" fmla="*/ 374047 h 2767298"/>
              <a:gd name="connsiteX29583" fmla="*/ 1061720 w 4752801"/>
              <a:gd name="connsiteY29583" fmla="*/ 373642 h 2767298"/>
              <a:gd name="connsiteX29584" fmla="*/ 1058887 w 4752801"/>
              <a:gd name="connsiteY29584" fmla="*/ 368380 h 2767298"/>
              <a:gd name="connsiteX29585" fmla="*/ 1058887 w 4752801"/>
              <a:gd name="connsiteY29585" fmla="*/ 367165 h 2767298"/>
              <a:gd name="connsiteX29586" fmla="*/ 1061720 w 4752801"/>
              <a:gd name="connsiteY29586" fmla="*/ 361903 h 2767298"/>
              <a:gd name="connsiteX29587" fmla="*/ 1062935 w 4752801"/>
              <a:gd name="connsiteY29587" fmla="*/ 361498 h 2767298"/>
              <a:gd name="connsiteX29588" fmla="*/ 3531886 w 4752801"/>
              <a:gd name="connsiteY29588" fmla="*/ 361093 h 2767298"/>
              <a:gd name="connsiteX29589" fmla="*/ 3538363 w 4752801"/>
              <a:gd name="connsiteY29589" fmla="*/ 361093 h 2767298"/>
              <a:gd name="connsiteX29590" fmla="*/ 3539578 w 4752801"/>
              <a:gd name="connsiteY29590" fmla="*/ 361903 h 2767298"/>
              <a:gd name="connsiteX29591" fmla="*/ 3542817 w 4752801"/>
              <a:gd name="connsiteY29591" fmla="*/ 367570 h 2767298"/>
              <a:gd name="connsiteX29592" fmla="*/ 3542817 w 4752801"/>
              <a:gd name="connsiteY29592" fmla="*/ 368784 h 2767298"/>
              <a:gd name="connsiteX29593" fmla="*/ 3539578 w 4752801"/>
              <a:gd name="connsiteY29593" fmla="*/ 374452 h 2767298"/>
              <a:gd name="connsiteX29594" fmla="*/ 3538363 w 4752801"/>
              <a:gd name="connsiteY29594" fmla="*/ 375261 h 2767298"/>
              <a:gd name="connsiteX29595" fmla="*/ 3531886 w 4752801"/>
              <a:gd name="connsiteY29595" fmla="*/ 375261 h 2767298"/>
              <a:gd name="connsiteX29596" fmla="*/ 3530672 w 4752801"/>
              <a:gd name="connsiteY29596" fmla="*/ 374452 h 2767298"/>
              <a:gd name="connsiteX29597" fmla="*/ 3527434 w 4752801"/>
              <a:gd name="connsiteY29597" fmla="*/ 368784 h 2767298"/>
              <a:gd name="connsiteX29598" fmla="*/ 3527434 w 4752801"/>
              <a:gd name="connsiteY29598" fmla="*/ 367570 h 2767298"/>
              <a:gd name="connsiteX29599" fmla="*/ 3530672 w 4752801"/>
              <a:gd name="connsiteY29599" fmla="*/ 361903 h 2767298"/>
              <a:gd name="connsiteX29600" fmla="*/ 3531886 w 4752801"/>
              <a:gd name="connsiteY29600" fmla="*/ 361093 h 2767298"/>
              <a:gd name="connsiteX29601" fmla="*/ 2073752 w 4752801"/>
              <a:gd name="connsiteY29601" fmla="*/ 361093 h 2767298"/>
              <a:gd name="connsiteX29602" fmla="*/ 2081039 w 4752801"/>
              <a:gd name="connsiteY29602" fmla="*/ 361093 h 2767298"/>
              <a:gd name="connsiteX29603" fmla="*/ 2082253 w 4752801"/>
              <a:gd name="connsiteY29603" fmla="*/ 361498 h 2767298"/>
              <a:gd name="connsiteX29604" fmla="*/ 2085897 w 4752801"/>
              <a:gd name="connsiteY29604" fmla="*/ 367570 h 2767298"/>
              <a:gd name="connsiteX29605" fmla="*/ 2085897 w 4752801"/>
              <a:gd name="connsiteY29605" fmla="*/ 368784 h 2767298"/>
              <a:gd name="connsiteX29606" fmla="*/ 2082253 w 4752801"/>
              <a:gd name="connsiteY29606" fmla="*/ 374857 h 2767298"/>
              <a:gd name="connsiteX29607" fmla="*/ 2081039 w 4752801"/>
              <a:gd name="connsiteY29607" fmla="*/ 375261 h 2767298"/>
              <a:gd name="connsiteX29608" fmla="*/ 2073752 w 4752801"/>
              <a:gd name="connsiteY29608" fmla="*/ 375261 h 2767298"/>
              <a:gd name="connsiteX29609" fmla="*/ 2072538 w 4752801"/>
              <a:gd name="connsiteY29609" fmla="*/ 374857 h 2767298"/>
              <a:gd name="connsiteX29610" fmla="*/ 2068895 w 4752801"/>
              <a:gd name="connsiteY29610" fmla="*/ 368784 h 2767298"/>
              <a:gd name="connsiteX29611" fmla="*/ 2068895 w 4752801"/>
              <a:gd name="connsiteY29611" fmla="*/ 367570 h 2767298"/>
              <a:gd name="connsiteX29612" fmla="*/ 2072538 w 4752801"/>
              <a:gd name="connsiteY29612" fmla="*/ 361498 h 2767298"/>
              <a:gd name="connsiteX29613" fmla="*/ 2073752 w 4752801"/>
              <a:gd name="connsiteY29613" fmla="*/ 361093 h 2767298"/>
              <a:gd name="connsiteX29614" fmla="*/ 1992789 w 4752801"/>
              <a:gd name="connsiteY29614" fmla="*/ 361093 h 2767298"/>
              <a:gd name="connsiteX29615" fmla="*/ 2000076 w 4752801"/>
              <a:gd name="connsiteY29615" fmla="*/ 361093 h 2767298"/>
              <a:gd name="connsiteX29616" fmla="*/ 2001290 w 4752801"/>
              <a:gd name="connsiteY29616" fmla="*/ 361498 h 2767298"/>
              <a:gd name="connsiteX29617" fmla="*/ 2004934 w 4752801"/>
              <a:gd name="connsiteY29617" fmla="*/ 367570 h 2767298"/>
              <a:gd name="connsiteX29618" fmla="*/ 2004934 w 4752801"/>
              <a:gd name="connsiteY29618" fmla="*/ 368784 h 2767298"/>
              <a:gd name="connsiteX29619" fmla="*/ 2001290 w 4752801"/>
              <a:gd name="connsiteY29619" fmla="*/ 374857 h 2767298"/>
              <a:gd name="connsiteX29620" fmla="*/ 2000076 w 4752801"/>
              <a:gd name="connsiteY29620" fmla="*/ 375261 h 2767298"/>
              <a:gd name="connsiteX29621" fmla="*/ 1992789 w 4752801"/>
              <a:gd name="connsiteY29621" fmla="*/ 375261 h 2767298"/>
              <a:gd name="connsiteX29622" fmla="*/ 1991575 w 4752801"/>
              <a:gd name="connsiteY29622" fmla="*/ 374857 h 2767298"/>
              <a:gd name="connsiteX29623" fmla="*/ 1987932 w 4752801"/>
              <a:gd name="connsiteY29623" fmla="*/ 368784 h 2767298"/>
              <a:gd name="connsiteX29624" fmla="*/ 1987932 w 4752801"/>
              <a:gd name="connsiteY29624" fmla="*/ 367570 h 2767298"/>
              <a:gd name="connsiteX29625" fmla="*/ 1991575 w 4752801"/>
              <a:gd name="connsiteY29625" fmla="*/ 361498 h 2767298"/>
              <a:gd name="connsiteX29626" fmla="*/ 1992789 w 4752801"/>
              <a:gd name="connsiteY29626" fmla="*/ 361093 h 2767298"/>
              <a:gd name="connsiteX29627" fmla="*/ 1911827 w 4752801"/>
              <a:gd name="connsiteY29627" fmla="*/ 361093 h 2767298"/>
              <a:gd name="connsiteX29628" fmla="*/ 1919114 w 4752801"/>
              <a:gd name="connsiteY29628" fmla="*/ 361093 h 2767298"/>
              <a:gd name="connsiteX29629" fmla="*/ 1920328 w 4752801"/>
              <a:gd name="connsiteY29629" fmla="*/ 361498 h 2767298"/>
              <a:gd name="connsiteX29630" fmla="*/ 1923972 w 4752801"/>
              <a:gd name="connsiteY29630" fmla="*/ 367570 h 2767298"/>
              <a:gd name="connsiteX29631" fmla="*/ 1923972 w 4752801"/>
              <a:gd name="connsiteY29631" fmla="*/ 368784 h 2767298"/>
              <a:gd name="connsiteX29632" fmla="*/ 1920328 w 4752801"/>
              <a:gd name="connsiteY29632" fmla="*/ 374857 h 2767298"/>
              <a:gd name="connsiteX29633" fmla="*/ 1919114 w 4752801"/>
              <a:gd name="connsiteY29633" fmla="*/ 375261 h 2767298"/>
              <a:gd name="connsiteX29634" fmla="*/ 1911827 w 4752801"/>
              <a:gd name="connsiteY29634" fmla="*/ 375261 h 2767298"/>
              <a:gd name="connsiteX29635" fmla="*/ 1910613 w 4752801"/>
              <a:gd name="connsiteY29635" fmla="*/ 374857 h 2767298"/>
              <a:gd name="connsiteX29636" fmla="*/ 1906970 w 4752801"/>
              <a:gd name="connsiteY29636" fmla="*/ 368784 h 2767298"/>
              <a:gd name="connsiteX29637" fmla="*/ 1906970 w 4752801"/>
              <a:gd name="connsiteY29637" fmla="*/ 367570 h 2767298"/>
              <a:gd name="connsiteX29638" fmla="*/ 1910613 w 4752801"/>
              <a:gd name="connsiteY29638" fmla="*/ 361498 h 2767298"/>
              <a:gd name="connsiteX29639" fmla="*/ 1911827 w 4752801"/>
              <a:gd name="connsiteY29639" fmla="*/ 361093 h 2767298"/>
              <a:gd name="connsiteX29640" fmla="*/ 1830864 w 4752801"/>
              <a:gd name="connsiteY29640" fmla="*/ 361093 h 2767298"/>
              <a:gd name="connsiteX29641" fmla="*/ 1838151 w 4752801"/>
              <a:gd name="connsiteY29641" fmla="*/ 361093 h 2767298"/>
              <a:gd name="connsiteX29642" fmla="*/ 1839365 w 4752801"/>
              <a:gd name="connsiteY29642" fmla="*/ 361498 h 2767298"/>
              <a:gd name="connsiteX29643" fmla="*/ 1843009 w 4752801"/>
              <a:gd name="connsiteY29643" fmla="*/ 367570 h 2767298"/>
              <a:gd name="connsiteX29644" fmla="*/ 1843009 w 4752801"/>
              <a:gd name="connsiteY29644" fmla="*/ 368784 h 2767298"/>
              <a:gd name="connsiteX29645" fmla="*/ 1839365 w 4752801"/>
              <a:gd name="connsiteY29645" fmla="*/ 374857 h 2767298"/>
              <a:gd name="connsiteX29646" fmla="*/ 1838151 w 4752801"/>
              <a:gd name="connsiteY29646" fmla="*/ 375261 h 2767298"/>
              <a:gd name="connsiteX29647" fmla="*/ 1830864 w 4752801"/>
              <a:gd name="connsiteY29647" fmla="*/ 375261 h 2767298"/>
              <a:gd name="connsiteX29648" fmla="*/ 1829650 w 4752801"/>
              <a:gd name="connsiteY29648" fmla="*/ 374857 h 2767298"/>
              <a:gd name="connsiteX29649" fmla="*/ 1826007 w 4752801"/>
              <a:gd name="connsiteY29649" fmla="*/ 368784 h 2767298"/>
              <a:gd name="connsiteX29650" fmla="*/ 1826007 w 4752801"/>
              <a:gd name="connsiteY29650" fmla="*/ 367570 h 2767298"/>
              <a:gd name="connsiteX29651" fmla="*/ 1829650 w 4752801"/>
              <a:gd name="connsiteY29651" fmla="*/ 361498 h 2767298"/>
              <a:gd name="connsiteX29652" fmla="*/ 1830864 w 4752801"/>
              <a:gd name="connsiteY29652" fmla="*/ 361093 h 2767298"/>
              <a:gd name="connsiteX29653" fmla="*/ 1629268 w 4752801"/>
              <a:gd name="connsiteY29653" fmla="*/ 361093 h 2767298"/>
              <a:gd name="connsiteX29654" fmla="*/ 1635745 w 4752801"/>
              <a:gd name="connsiteY29654" fmla="*/ 361093 h 2767298"/>
              <a:gd name="connsiteX29655" fmla="*/ 1636959 w 4752801"/>
              <a:gd name="connsiteY29655" fmla="*/ 361498 h 2767298"/>
              <a:gd name="connsiteX29656" fmla="*/ 1640197 w 4752801"/>
              <a:gd name="connsiteY29656" fmla="*/ 367165 h 2767298"/>
              <a:gd name="connsiteX29657" fmla="*/ 1640197 w 4752801"/>
              <a:gd name="connsiteY29657" fmla="*/ 368380 h 2767298"/>
              <a:gd name="connsiteX29658" fmla="*/ 1636959 w 4752801"/>
              <a:gd name="connsiteY29658" fmla="*/ 374047 h 2767298"/>
              <a:gd name="connsiteX29659" fmla="*/ 1635745 w 4752801"/>
              <a:gd name="connsiteY29659" fmla="*/ 374452 h 2767298"/>
              <a:gd name="connsiteX29660" fmla="*/ 1629268 w 4752801"/>
              <a:gd name="connsiteY29660" fmla="*/ 374452 h 2767298"/>
              <a:gd name="connsiteX29661" fmla="*/ 1628053 w 4752801"/>
              <a:gd name="connsiteY29661" fmla="*/ 374047 h 2767298"/>
              <a:gd name="connsiteX29662" fmla="*/ 1624815 w 4752801"/>
              <a:gd name="connsiteY29662" fmla="*/ 368380 h 2767298"/>
              <a:gd name="connsiteX29663" fmla="*/ 1624815 w 4752801"/>
              <a:gd name="connsiteY29663" fmla="*/ 367165 h 2767298"/>
              <a:gd name="connsiteX29664" fmla="*/ 1628053 w 4752801"/>
              <a:gd name="connsiteY29664" fmla="*/ 361498 h 2767298"/>
              <a:gd name="connsiteX29665" fmla="*/ 1629268 w 4752801"/>
              <a:gd name="connsiteY29665" fmla="*/ 361093 h 2767298"/>
              <a:gd name="connsiteX29666" fmla="*/ 1305418 w 4752801"/>
              <a:gd name="connsiteY29666" fmla="*/ 361093 h 2767298"/>
              <a:gd name="connsiteX29667" fmla="*/ 1311895 w 4752801"/>
              <a:gd name="connsiteY29667" fmla="*/ 361093 h 2767298"/>
              <a:gd name="connsiteX29668" fmla="*/ 1313109 w 4752801"/>
              <a:gd name="connsiteY29668" fmla="*/ 361498 h 2767298"/>
              <a:gd name="connsiteX29669" fmla="*/ 1316347 w 4752801"/>
              <a:gd name="connsiteY29669" fmla="*/ 367165 h 2767298"/>
              <a:gd name="connsiteX29670" fmla="*/ 1316347 w 4752801"/>
              <a:gd name="connsiteY29670" fmla="*/ 368380 h 2767298"/>
              <a:gd name="connsiteX29671" fmla="*/ 1313109 w 4752801"/>
              <a:gd name="connsiteY29671" fmla="*/ 374047 h 2767298"/>
              <a:gd name="connsiteX29672" fmla="*/ 1311895 w 4752801"/>
              <a:gd name="connsiteY29672" fmla="*/ 374452 h 2767298"/>
              <a:gd name="connsiteX29673" fmla="*/ 1305418 w 4752801"/>
              <a:gd name="connsiteY29673" fmla="*/ 374452 h 2767298"/>
              <a:gd name="connsiteX29674" fmla="*/ 1304203 w 4752801"/>
              <a:gd name="connsiteY29674" fmla="*/ 374047 h 2767298"/>
              <a:gd name="connsiteX29675" fmla="*/ 1300965 w 4752801"/>
              <a:gd name="connsiteY29675" fmla="*/ 368380 h 2767298"/>
              <a:gd name="connsiteX29676" fmla="*/ 1300965 w 4752801"/>
              <a:gd name="connsiteY29676" fmla="*/ 367165 h 2767298"/>
              <a:gd name="connsiteX29677" fmla="*/ 1304203 w 4752801"/>
              <a:gd name="connsiteY29677" fmla="*/ 361498 h 2767298"/>
              <a:gd name="connsiteX29678" fmla="*/ 1305418 w 4752801"/>
              <a:gd name="connsiteY29678" fmla="*/ 361093 h 2767298"/>
              <a:gd name="connsiteX29679" fmla="*/ 1224456 w 4752801"/>
              <a:gd name="connsiteY29679" fmla="*/ 361093 h 2767298"/>
              <a:gd name="connsiteX29680" fmla="*/ 1230528 w 4752801"/>
              <a:gd name="connsiteY29680" fmla="*/ 361093 h 2767298"/>
              <a:gd name="connsiteX29681" fmla="*/ 1231742 w 4752801"/>
              <a:gd name="connsiteY29681" fmla="*/ 361903 h 2767298"/>
              <a:gd name="connsiteX29682" fmla="*/ 1234576 w 4752801"/>
              <a:gd name="connsiteY29682" fmla="*/ 367165 h 2767298"/>
              <a:gd name="connsiteX29683" fmla="*/ 1234576 w 4752801"/>
              <a:gd name="connsiteY29683" fmla="*/ 368380 h 2767298"/>
              <a:gd name="connsiteX29684" fmla="*/ 1231742 w 4752801"/>
              <a:gd name="connsiteY29684" fmla="*/ 373642 h 2767298"/>
              <a:gd name="connsiteX29685" fmla="*/ 1230528 w 4752801"/>
              <a:gd name="connsiteY29685" fmla="*/ 374047 h 2767298"/>
              <a:gd name="connsiteX29686" fmla="*/ 1224456 w 4752801"/>
              <a:gd name="connsiteY29686" fmla="*/ 374047 h 2767298"/>
              <a:gd name="connsiteX29687" fmla="*/ 1223241 w 4752801"/>
              <a:gd name="connsiteY29687" fmla="*/ 373642 h 2767298"/>
              <a:gd name="connsiteX29688" fmla="*/ 1220408 w 4752801"/>
              <a:gd name="connsiteY29688" fmla="*/ 368380 h 2767298"/>
              <a:gd name="connsiteX29689" fmla="*/ 1220408 w 4752801"/>
              <a:gd name="connsiteY29689" fmla="*/ 367165 h 2767298"/>
              <a:gd name="connsiteX29690" fmla="*/ 1223241 w 4752801"/>
              <a:gd name="connsiteY29690" fmla="*/ 361903 h 2767298"/>
              <a:gd name="connsiteX29691" fmla="*/ 1224456 w 4752801"/>
              <a:gd name="connsiteY29691" fmla="*/ 361093 h 2767298"/>
              <a:gd name="connsiteX29692" fmla="*/ 2154714 w 4752801"/>
              <a:gd name="connsiteY29692" fmla="*/ 360688 h 2767298"/>
              <a:gd name="connsiteX29693" fmla="*/ 2162406 w 4752801"/>
              <a:gd name="connsiteY29693" fmla="*/ 360688 h 2767298"/>
              <a:gd name="connsiteX29694" fmla="*/ 2163620 w 4752801"/>
              <a:gd name="connsiteY29694" fmla="*/ 361093 h 2767298"/>
              <a:gd name="connsiteX29695" fmla="*/ 2167263 w 4752801"/>
              <a:gd name="connsiteY29695" fmla="*/ 367570 h 2767298"/>
              <a:gd name="connsiteX29696" fmla="*/ 2167263 w 4752801"/>
              <a:gd name="connsiteY29696" fmla="*/ 368784 h 2767298"/>
              <a:gd name="connsiteX29697" fmla="*/ 2163620 w 4752801"/>
              <a:gd name="connsiteY29697" fmla="*/ 375261 h 2767298"/>
              <a:gd name="connsiteX29698" fmla="*/ 2162406 w 4752801"/>
              <a:gd name="connsiteY29698" fmla="*/ 375666 h 2767298"/>
              <a:gd name="connsiteX29699" fmla="*/ 2154714 w 4752801"/>
              <a:gd name="connsiteY29699" fmla="*/ 375666 h 2767298"/>
              <a:gd name="connsiteX29700" fmla="*/ 2153500 w 4752801"/>
              <a:gd name="connsiteY29700" fmla="*/ 375261 h 2767298"/>
              <a:gd name="connsiteX29701" fmla="*/ 2149857 w 4752801"/>
              <a:gd name="connsiteY29701" fmla="*/ 368784 h 2767298"/>
              <a:gd name="connsiteX29702" fmla="*/ 2149857 w 4752801"/>
              <a:gd name="connsiteY29702" fmla="*/ 367570 h 2767298"/>
              <a:gd name="connsiteX29703" fmla="*/ 2153500 w 4752801"/>
              <a:gd name="connsiteY29703" fmla="*/ 361093 h 2767298"/>
              <a:gd name="connsiteX29704" fmla="*/ 2154714 w 4752801"/>
              <a:gd name="connsiteY29704" fmla="*/ 360688 h 2767298"/>
              <a:gd name="connsiteX29705" fmla="*/ 2033675 w 4752801"/>
              <a:gd name="connsiteY29705" fmla="*/ 360688 h 2767298"/>
              <a:gd name="connsiteX29706" fmla="*/ 2040557 w 4752801"/>
              <a:gd name="connsiteY29706" fmla="*/ 360688 h 2767298"/>
              <a:gd name="connsiteX29707" fmla="*/ 2041772 w 4752801"/>
              <a:gd name="connsiteY29707" fmla="*/ 361093 h 2767298"/>
              <a:gd name="connsiteX29708" fmla="*/ 2045415 w 4752801"/>
              <a:gd name="connsiteY29708" fmla="*/ 367165 h 2767298"/>
              <a:gd name="connsiteX29709" fmla="*/ 2045415 w 4752801"/>
              <a:gd name="connsiteY29709" fmla="*/ 368380 h 2767298"/>
              <a:gd name="connsiteX29710" fmla="*/ 2041772 w 4752801"/>
              <a:gd name="connsiteY29710" fmla="*/ 374452 h 2767298"/>
              <a:gd name="connsiteX29711" fmla="*/ 2040557 w 4752801"/>
              <a:gd name="connsiteY29711" fmla="*/ 374856 h 2767298"/>
              <a:gd name="connsiteX29712" fmla="*/ 2033675 w 4752801"/>
              <a:gd name="connsiteY29712" fmla="*/ 374856 h 2767298"/>
              <a:gd name="connsiteX29713" fmla="*/ 2032461 w 4752801"/>
              <a:gd name="connsiteY29713" fmla="*/ 374452 h 2767298"/>
              <a:gd name="connsiteX29714" fmla="*/ 2028818 w 4752801"/>
              <a:gd name="connsiteY29714" fmla="*/ 368380 h 2767298"/>
              <a:gd name="connsiteX29715" fmla="*/ 2028818 w 4752801"/>
              <a:gd name="connsiteY29715" fmla="*/ 367165 h 2767298"/>
              <a:gd name="connsiteX29716" fmla="*/ 2032461 w 4752801"/>
              <a:gd name="connsiteY29716" fmla="*/ 361093 h 2767298"/>
              <a:gd name="connsiteX29717" fmla="*/ 2033675 w 4752801"/>
              <a:gd name="connsiteY29717" fmla="*/ 360688 h 2767298"/>
              <a:gd name="connsiteX29718" fmla="*/ 1871751 w 4752801"/>
              <a:gd name="connsiteY29718" fmla="*/ 360688 h 2767298"/>
              <a:gd name="connsiteX29719" fmla="*/ 1878632 w 4752801"/>
              <a:gd name="connsiteY29719" fmla="*/ 360688 h 2767298"/>
              <a:gd name="connsiteX29720" fmla="*/ 1879847 w 4752801"/>
              <a:gd name="connsiteY29720" fmla="*/ 361093 h 2767298"/>
              <a:gd name="connsiteX29721" fmla="*/ 1883085 w 4752801"/>
              <a:gd name="connsiteY29721" fmla="*/ 367165 h 2767298"/>
              <a:gd name="connsiteX29722" fmla="*/ 1883085 w 4752801"/>
              <a:gd name="connsiteY29722" fmla="*/ 368380 h 2767298"/>
              <a:gd name="connsiteX29723" fmla="*/ 1879847 w 4752801"/>
              <a:gd name="connsiteY29723" fmla="*/ 374452 h 2767298"/>
              <a:gd name="connsiteX29724" fmla="*/ 1878632 w 4752801"/>
              <a:gd name="connsiteY29724" fmla="*/ 374856 h 2767298"/>
              <a:gd name="connsiteX29725" fmla="*/ 1871751 w 4752801"/>
              <a:gd name="connsiteY29725" fmla="*/ 374856 h 2767298"/>
              <a:gd name="connsiteX29726" fmla="*/ 1870536 w 4752801"/>
              <a:gd name="connsiteY29726" fmla="*/ 374452 h 2767298"/>
              <a:gd name="connsiteX29727" fmla="*/ 1867298 w 4752801"/>
              <a:gd name="connsiteY29727" fmla="*/ 368380 h 2767298"/>
              <a:gd name="connsiteX29728" fmla="*/ 1867298 w 4752801"/>
              <a:gd name="connsiteY29728" fmla="*/ 367165 h 2767298"/>
              <a:gd name="connsiteX29729" fmla="*/ 1870536 w 4752801"/>
              <a:gd name="connsiteY29729" fmla="*/ 361093 h 2767298"/>
              <a:gd name="connsiteX29730" fmla="*/ 1871751 w 4752801"/>
              <a:gd name="connsiteY29730" fmla="*/ 360688 h 2767298"/>
              <a:gd name="connsiteX29731" fmla="*/ 1790788 w 4752801"/>
              <a:gd name="connsiteY29731" fmla="*/ 360688 h 2767298"/>
              <a:gd name="connsiteX29732" fmla="*/ 1797670 w 4752801"/>
              <a:gd name="connsiteY29732" fmla="*/ 360688 h 2767298"/>
              <a:gd name="connsiteX29733" fmla="*/ 1798885 w 4752801"/>
              <a:gd name="connsiteY29733" fmla="*/ 361498 h 2767298"/>
              <a:gd name="connsiteX29734" fmla="*/ 1802528 w 4752801"/>
              <a:gd name="connsiteY29734" fmla="*/ 367570 h 2767298"/>
              <a:gd name="connsiteX29735" fmla="*/ 1802528 w 4752801"/>
              <a:gd name="connsiteY29735" fmla="*/ 368784 h 2767298"/>
              <a:gd name="connsiteX29736" fmla="*/ 1798885 w 4752801"/>
              <a:gd name="connsiteY29736" fmla="*/ 374856 h 2767298"/>
              <a:gd name="connsiteX29737" fmla="*/ 1797670 w 4752801"/>
              <a:gd name="connsiteY29737" fmla="*/ 375666 h 2767298"/>
              <a:gd name="connsiteX29738" fmla="*/ 1790788 w 4752801"/>
              <a:gd name="connsiteY29738" fmla="*/ 375666 h 2767298"/>
              <a:gd name="connsiteX29739" fmla="*/ 1789574 w 4752801"/>
              <a:gd name="connsiteY29739" fmla="*/ 374856 h 2767298"/>
              <a:gd name="connsiteX29740" fmla="*/ 1785931 w 4752801"/>
              <a:gd name="connsiteY29740" fmla="*/ 368784 h 2767298"/>
              <a:gd name="connsiteX29741" fmla="*/ 1785931 w 4752801"/>
              <a:gd name="connsiteY29741" fmla="*/ 367570 h 2767298"/>
              <a:gd name="connsiteX29742" fmla="*/ 1789574 w 4752801"/>
              <a:gd name="connsiteY29742" fmla="*/ 361498 h 2767298"/>
              <a:gd name="connsiteX29743" fmla="*/ 1790788 w 4752801"/>
              <a:gd name="connsiteY29743" fmla="*/ 360688 h 2767298"/>
              <a:gd name="connsiteX29744" fmla="*/ 1749902 w 4752801"/>
              <a:gd name="connsiteY29744" fmla="*/ 360688 h 2767298"/>
              <a:gd name="connsiteX29745" fmla="*/ 1757594 w 4752801"/>
              <a:gd name="connsiteY29745" fmla="*/ 360688 h 2767298"/>
              <a:gd name="connsiteX29746" fmla="*/ 1758808 w 4752801"/>
              <a:gd name="connsiteY29746" fmla="*/ 361093 h 2767298"/>
              <a:gd name="connsiteX29747" fmla="*/ 1762451 w 4752801"/>
              <a:gd name="connsiteY29747" fmla="*/ 367570 h 2767298"/>
              <a:gd name="connsiteX29748" fmla="*/ 1762451 w 4752801"/>
              <a:gd name="connsiteY29748" fmla="*/ 368784 h 2767298"/>
              <a:gd name="connsiteX29749" fmla="*/ 1758808 w 4752801"/>
              <a:gd name="connsiteY29749" fmla="*/ 375261 h 2767298"/>
              <a:gd name="connsiteX29750" fmla="*/ 1757594 w 4752801"/>
              <a:gd name="connsiteY29750" fmla="*/ 376071 h 2767298"/>
              <a:gd name="connsiteX29751" fmla="*/ 1749902 w 4752801"/>
              <a:gd name="connsiteY29751" fmla="*/ 376071 h 2767298"/>
              <a:gd name="connsiteX29752" fmla="*/ 1748688 w 4752801"/>
              <a:gd name="connsiteY29752" fmla="*/ 375261 h 2767298"/>
              <a:gd name="connsiteX29753" fmla="*/ 1745045 w 4752801"/>
              <a:gd name="connsiteY29753" fmla="*/ 368784 h 2767298"/>
              <a:gd name="connsiteX29754" fmla="*/ 1745045 w 4752801"/>
              <a:gd name="connsiteY29754" fmla="*/ 367570 h 2767298"/>
              <a:gd name="connsiteX29755" fmla="*/ 1748688 w 4752801"/>
              <a:gd name="connsiteY29755" fmla="*/ 361093 h 2767298"/>
              <a:gd name="connsiteX29756" fmla="*/ 1749902 w 4752801"/>
              <a:gd name="connsiteY29756" fmla="*/ 360688 h 2767298"/>
              <a:gd name="connsiteX29757" fmla="*/ 1709420 w 4752801"/>
              <a:gd name="connsiteY29757" fmla="*/ 360688 h 2767298"/>
              <a:gd name="connsiteX29758" fmla="*/ 1717112 w 4752801"/>
              <a:gd name="connsiteY29758" fmla="*/ 360688 h 2767298"/>
              <a:gd name="connsiteX29759" fmla="*/ 1718326 w 4752801"/>
              <a:gd name="connsiteY29759" fmla="*/ 361093 h 2767298"/>
              <a:gd name="connsiteX29760" fmla="*/ 1721969 w 4752801"/>
              <a:gd name="connsiteY29760" fmla="*/ 367570 h 2767298"/>
              <a:gd name="connsiteX29761" fmla="*/ 1721969 w 4752801"/>
              <a:gd name="connsiteY29761" fmla="*/ 368784 h 2767298"/>
              <a:gd name="connsiteX29762" fmla="*/ 1718326 w 4752801"/>
              <a:gd name="connsiteY29762" fmla="*/ 375261 h 2767298"/>
              <a:gd name="connsiteX29763" fmla="*/ 1717112 w 4752801"/>
              <a:gd name="connsiteY29763" fmla="*/ 376071 h 2767298"/>
              <a:gd name="connsiteX29764" fmla="*/ 1709420 w 4752801"/>
              <a:gd name="connsiteY29764" fmla="*/ 376071 h 2767298"/>
              <a:gd name="connsiteX29765" fmla="*/ 1708206 w 4752801"/>
              <a:gd name="connsiteY29765" fmla="*/ 375261 h 2767298"/>
              <a:gd name="connsiteX29766" fmla="*/ 1704563 w 4752801"/>
              <a:gd name="connsiteY29766" fmla="*/ 368784 h 2767298"/>
              <a:gd name="connsiteX29767" fmla="*/ 1704563 w 4752801"/>
              <a:gd name="connsiteY29767" fmla="*/ 367570 h 2767298"/>
              <a:gd name="connsiteX29768" fmla="*/ 1708206 w 4752801"/>
              <a:gd name="connsiteY29768" fmla="*/ 361093 h 2767298"/>
              <a:gd name="connsiteX29769" fmla="*/ 1709420 w 4752801"/>
              <a:gd name="connsiteY29769" fmla="*/ 360688 h 2767298"/>
              <a:gd name="connsiteX29770" fmla="*/ 1668939 w 4752801"/>
              <a:gd name="connsiteY29770" fmla="*/ 360688 h 2767298"/>
              <a:gd name="connsiteX29771" fmla="*/ 1676631 w 4752801"/>
              <a:gd name="connsiteY29771" fmla="*/ 360688 h 2767298"/>
              <a:gd name="connsiteX29772" fmla="*/ 1677845 w 4752801"/>
              <a:gd name="connsiteY29772" fmla="*/ 361093 h 2767298"/>
              <a:gd name="connsiteX29773" fmla="*/ 1681488 w 4752801"/>
              <a:gd name="connsiteY29773" fmla="*/ 367570 h 2767298"/>
              <a:gd name="connsiteX29774" fmla="*/ 1681488 w 4752801"/>
              <a:gd name="connsiteY29774" fmla="*/ 368784 h 2767298"/>
              <a:gd name="connsiteX29775" fmla="*/ 1677845 w 4752801"/>
              <a:gd name="connsiteY29775" fmla="*/ 375261 h 2767298"/>
              <a:gd name="connsiteX29776" fmla="*/ 1676631 w 4752801"/>
              <a:gd name="connsiteY29776" fmla="*/ 375666 h 2767298"/>
              <a:gd name="connsiteX29777" fmla="*/ 1668939 w 4752801"/>
              <a:gd name="connsiteY29777" fmla="*/ 375666 h 2767298"/>
              <a:gd name="connsiteX29778" fmla="*/ 1667725 w 4752801"/>
              <a:gd name="connsiteY29778" fmla="*/ 375261 h 2767298"/>
              <a:gd name="connsiteX29779" fmla="*/ 1664082 w 4752801"/>
              <a:gd name="connsiteY29779" fmla="*/ 368784 h 2767298"/>
              <a:gd name="connsiteX29780" fmla="*/ 1664082 w 4752801"/>
              <a:gd name="connsiteY29780" fmla="*/ 367570 h 2767298"/>
              <a:gd name="connsiteX29781" fmla="*/ 1667725 w 4752801"/>
              <a:gd name="connsiteY29781" fmla="*/ 361093 h 2767298"/>
              <a:gd name="connsiteX29782" fmla="*/ 1668939 w 4752801"/>
              <a:gd name="connsiteY29782" fmla="*/ 360688 h 2767298"/>
              <a:gd name="connsiteX29783" fmla="*/ 2114233 w 4752801"/>
              <a:gd name="connsiteY29783" fmla="*/ 359878 h 2767298"/>
              <a:gd name="connsiteX29784" fmla="*/ 2121925 w 4752801"/>
              <a:gd name="connsiteY29784" fmla="*/ 359878 h 2767298"/>
              <a:gd name="connsiteX29785" fmla="*/ 2123139 w 4752801"/>
              <a:gd name="connsiteY29785" fmla="*/ 360283 h 2767298"/>
              <a:gd name="connsiteX29786" fmla="*/ 2127187 w 4752801"/>
              <a:gd name="connsiteY29786" fmla="*/ 367165 h 2767298"/>
              <a:gd name="connsiteX29787" fmla="*/ 2127187 w 4752801"/>
              <a:gd name="connsiteY29787" fmla="*/ 368379 h 2767298"/>
              <a:gd name="connsiteX29788" fmla="*/ 2123139 w 4752801"/>
              <a:gd name="connsiteY29788" fmla="*/ 375261 h 2767298"/>
              <a:gd name="connsiteX29789" fmla="*/ 2121925 w 4752801"/>
              <a:gd name="connsiteY29789" fmla="*/ 375666 h 2767298"/>
              <a:gd name="connsiteX29790" fmla="*/ 2114233 w 4752801"/>
              <a:gd name="connsiteY29790" fmla="*/ 375666 h 2767298"/>
              <a:gd name="connsiteX29791" fmla="*/ 2113019 w 4752801"/>
              <a:gd name="connsiteY29791" fmla="*/ 375261 h 2767298"/>
              <a:gd name="connsiteX29792" fmla="*/ 2108971 w 4752801"/>
              <a:gd name="connsiteY29792" fmla="*/ 368379 h 2767298"/>
              <a:gd name="connsiteX29793" fmla="*/ 2108971 w 4752801"/>
              <a:gd name="connsiteY29793" fmla="*/ 367165 h 2767298"/>
              <a:gd name="connsiteX29794" fmla="*/ 2113019 w 4752801"/>
              <a:gd name="connsiteY29794" fmla="*/ 360283 h 2767298"/>
              <a:gd name="connsiteX29795" fmla="*/ 2114233 w 4752801"/>
              <a:gd name="connsiteY29795" fmla="*/ 359878 h 2767298"/>
              <a:gd name="connsiteX29796" fmla="*/ 2478160 w 4752801"/>
              <a:gd name="connsiteY29796" fmla="*/ 359474 h 2767298"/>
              <a:gd name="connsiteX29797" fmla="*/ 2487066 w 4752801"/>
              <a:gd name="connsiteY29797" fmla="*/ 359474 h 2767298"/>
              <a:gd name="connsiteX29798" fmla="*/ 2488280 w 4752801"/>
              <a:gd name="connsiteY29798" fmla="*/ 359879 h 2767298"/>
              <a:gd name="connsiteX29799" fmla="*/ 2492733 w 4752801"/>
              <a:gd name="connsiteY29799" fmla="*/ 367570 h 2767298"/>
              <a:gd name="connsiteX29800" fmla="*/ 2492733 w 4752801"/>
              <a:gd name="connsiteY29800" fmla="*/ 368785 h 2767298"/>
              <a:gd name="connsiteX29801" fmla="*/ 2488280 w 4752801"/>
              <a:gd name="connsiteY29801" fmla="*/ 376476 h 2767298"/>
              <a:gd name="connsiteX29802" fmla="*/ 2487066 w 4752801"/>
              <a:gd name="connsiteY29802" fmla="*/ 376881 h 2767298"/>
              <a:gd name="connsiteX29803" fmla="*/ 2478160 w 4752801"/>
              <a:gd name="connsiteY29803" fmla="*/ 376881 h 2767298"/>
              <a:gd name="connsiteX29804" fmla="*/ 2476946 w 4752801"/>
              <a:gd name="connsiteY29804" fmla="*/ 376476 h 2767298"/>
              <a:gd name="connsiteX29805" fmla="*/ 2472493 w 4752801"/>
              <a:gd name="connsiteY29805" fmla="*/ 368785 h 2767298"/>
              <a:gd name="connsiteX29806" fmla="*/ 2472493 w 4752801"/>
              <a:gd name="connsiteY29806" fmla="*/ 367570 h 2767298"/>
              <a:gd name="connsiteX29807" fmla="*/ 2476946 w 4752801"/>
              <a:gd name="connsiteY29807" fmla="*/ 359879 h 2767298"/>
              <a:gd name="connsiteX29808" fmla="*/ 2478160 w 4752801"/>
              <a:gd name="connsiteY29808" fmla="*/ 359474 h 2767298"/>
              <a:gd name="connsiteX29809" fmla="*/ 3449305 w 4752801"/>
              <a:gd name="connsiteY29809" fmla="*/ 359069 h 2767298"/>
              <a:gd name="connsiteX29810" fmla="*/ 3458616 w 4752801"/>
              <a:gd name="connsiteY29810" fmla="*/ 359069 h 2767298"/>
              <a:gd name="connsiteX29811" fmla="*/ 3459830 w 4752801"/>
              <a:gd name="connsiteY29811" fmla="*/ 359474 h 2767298"/>
              <a:gd name="connsiteX29812" fmla="*/ 3464688 w 4752801"/>
              <a:gd name="connsiteY29812" fmla="*/ 367570 h 2767298"/>
              <a:gd name="connsiteX29813" fmla="*/ 3464688 w 4752801"/>
              <a:gd name="connsiteY29813" fmla="*/ 368784 h 2767298"/>
              <a:gd name="connsiteX29814" fmla="*/ 3459830 w 4752801"/>
              <a:gd name="connsiteY29814" fmla="*/ 376881 h 2767298"/>
              <a:gd name="connsiteX29815" fmla="*/ 3458616 w 4752801"/>
              <a:gd name="connsiteY29815" fmla="*/ 377286 h 2767298"/>
              <a:gd name="connsiteX29816" fmla="*/ 3449305 w 4752801"/>
              <a:gd name="connsiteY29816" fmla="*/ 377286 h 2767298"/>
              <a:gd name="connsiteX29817" fmla="*/ 3448091 w 4752801"/>
              <a:gd name="connsiteY29817" fmla="*/ 376881 h 2767298"/>
              <a:gd name="connsiteX29818" fmla="*/ 3443233 w 4752801"/>
              <a:gd name="connsiteY29818" fmla="*/ 368784 h 2767298"/>
              <a:gd name="connsiteX29819" fmla="*/ 3443233 w 4752801"/>
              <a:gd name="connsiteY29819" fmla="*/ 367570 h 2767298"/>
              <a:gd name="connsiteX29820" fmla="*/ 3448091 w 4752801"/>
              <a:gd name="connsiteY29820" fmla="*/ 359474 h 2767298"/>
              <a:gd name="connsiteX29821" fmla="*/ 3449305 w 4752801"/>
              <a:gd name="connsiteY29821" fmla="*/ 359069 h 2767298"/>
              <a:gd name="connsiteX29822" fmla="*/ 3489786 w 4752801"/>
              <a:gd name="connsiteY29822" fmla="*/ 358664 h 2767298"/>
              <a:gd name="connsiteX29823" fmla="*/ 3499097 w 4752801"/>
              <a:gd name="connsiteY29823" fmla="*/ 358664 h 2767298"/>
              <a:gd name="connsiteX29824" fmla="*/ 3500311 w 4752801"/>
              <a:gd name="connsiteY29824" fmla="*/ 359069 h 2767298"/>
              <a:gd name="connsiteX29825" fmla="*/ 3505169 w 4752801"/>
              <a:gd name="connsiteY29825" fmla="*/ 367165 h 2767298"/>
              <a:gd name="connsiteX29826" fmla="*/ 3505169 w 4752801"/>
              <a:gd name="connsiteY29826" fmla="*/ 368380 h 2767298"/>
              <a:gd name="connsiteX29827" fmla="*/ 3500311 w 4752801"/>
              <a:gd name="connsiteY29827" fmla="*/ 376476 h 2767298"/>
              <a:gd name="connsiteX29828" fmla="*/ 3499097 w 4752801"/>
              <a:gd name="connsiteY29828" fmla="*/ 376881 h 2767298"/>
              <a:gd name="connsiteX29829" fmla="*/ 3489786 w 4752801"/>
              <a:gd name="connsiteY29829" fmla="*/ 376881 h 2767298"/>
              <a:gd name="connsiteX29830" fmla="*/ 3488572 w 4752801"/>
              <a:gd name="connsiteY29830" fmla="*/ 376476 h 2767298"/>
              <a:gd name="connsiteX29831" fmla="*/ 3483714 w 4752801"/>
              <a:gd name="connsiteY29831" fmla="*/ 368380 h 2767298"/>
              <a:gd name="connsiteX29832" fmla="*/ 3483714 w 4752801"/>
              <a:gd name="connsiteY29832" fmla="*/ 367165 h 2767298"/>
              <a:gd name="connsiteX29833" fmla="*/ 3488572 w 4752801"/>
              <a:gd name="connsiteY29833" fmla="*/ 359069 h 2767298"/>
              <a:gd name="connsiteX29834" fmla="*/ 3489786 w 4752801"/>
              <a:gd name="connsiteY29834" fmla="*/ 358664 h 2767298"/>
              <a:gd name="connsiteX29835" fmla="*/ 3205607 w 4752801"/>
              <a:gd name="connsiteY29835" fmla="*/ 357854 h 2767298"/>
              <a:gd name="connsiteX29836" fmla="*/ 3216537 w 4752801"/>
              <a:gd name="connsiteY29836" fmla="*/ 357854 h 2767298"/>
              <a:gd name="connsiteX29837" fmla="*/ 3217752 w 4752801"/>
              <a:gd name="connsiteY29837" fmla="*/ 358259 h 2767298"/>
              <a:gd name="connsiteX29838" fmla="*/ 3223015 w 4752801"/>
              <a:gd name="connsiteY29838" fmla="*/ 367569 h 2767298"/>
              <a:gd name="connsiteX29839" fmla="*/ 3223015 w 4752801"/>
              <a:gd name="connsiteY29839" fmla="*/ 368784 h 2767298"/>
              <a:gd name="connsiteX29840" fmla="*/ 3217752 w 4752801"/>
              <a:gd name="connsiteY29840" fmla="*/ 378095 h 2767298"/>
              <a:gd name="connsiteX29841" fmla="*/ 3216537 w 4752801"/>
              <a:gd name="connsiteY29841" fmla="*/ 378499 h 2767298"/>
              <a:gd name="connsiteX29842" fmla="*/ 3205607 w 4752801"/>
              <a:gd name="connsiteY29842" fmla="*/ 378499 h 2767298"/>
              <a:gd name="connsiteX29843" fmla="*/ 3204393 w 4752801"/>
              <a:gd name="connsiteY29843" fmla="*/ 378095 h 2767298"/>
              <a:gd name="connsiteX29844" fmla="*/ 3199131 w 4752801"/>
              <a:gd name="connsiteY29844" fmla="*/ 368784 h 2767298"/>
              <a:gd name="connsiteX29845" fmla="*/ 3199131 w 4752801"/>
              <a:gd name="connsiteY29845" fmla="*/ 367569 h 2767298"/>
              <a:gd name="connsiteX29846" fmla="*/ 3204393 w 4752801"/>
              <a:gd name="connsiteY29846" fmla="*/ 358259 h 2767298"/>
              <a:gd name="connsiteX29847" fmla="*/ 3205607 w 4752801"/>
              <a:gd name="connsiteY29847" fmla="*/ 357854 h 2767298"/>
              <a:gd name="connsiteX29848" fmla="*/ 3367533 w 4752801"/>
              <a:gd name="connsiteY29848" fmla="*/ 357449 h 2767298"/>
              <a:gd name="connsiteX29849" fmla="*/ 3378867 w 4752801"/>
              <a:gd name="connsiteY29849" fmla="*/ 357449 h 2767298"/>
              <a:gd name="connsiteX29850" fmla="*/ 3380082 w 4752801"/>
              <a:gd name="connsiteY29850" fmla="*/ 357854 h 2767298"/>
              <a:gd name="connsiteX29851" fmla="*/ 3385749 w 4752801"/>
              <a:gd name="connsiteY29851" fmla="*/ 367569 h 2767298"/>
              <a:gd name="connsiteX29852" fmla="*/ 3385749 w 4752801"/>
              <a:gd name="connsiteY29852" fmla="*/ 368784 h 2767298"/>
              <a:gd name="connsiteX29853" fmla="*/ 3380082 w 4752801"/>
              <a:gd name="connsiteY29853" fmla="*/ 378499 h 2767298"/>
              <a:gd name="connsiteX29854" fmla="*/ 3378867 w 4752801"/>
              <a:gd name="connsiteY29854" fmla="*/ 379309 h 2767298"/>
              <a:gd name="connsiteX29855" fmla="*/ 3367533 w 4752801"/>
              <a:gd name="connsiteY29855" fmla="*/ 379309 h 2767298"/>
              <a:gd name="connsiteX29856" fmla="*/ 3366318 w 4752801"/>
              <a:gd name="connsiteY29856" fmla="*/ 378499 h 2767298"/>
              <a:gd name="connsiteX29857" fmla="*/ 3360651 w 4752801"/>
              <a:gd name="connsiteY29857" fmla="*/ 368784 h 2767298"/>
              <a:gd name="connsiteX29858" fmla="*/ 3360651 w 4752801"/>
              <a:gd name="connsiteY29858" fmla="*/ 367569 h 2767298"/>
              <a:gd name="connsiteX29859" fmla="*/ 3366318 w 4752801"/>
              <a:gd name="connsiteY29859" fmla="*/ 357854 h 2767298"/>
              <a:gd name="connsiteX29860" fmla="*/ 3367533 w 4752801"/>
              <a:gd name="connsiteY29860" fmla="*/ 357449 h 2767298"/>
              <a:gd name="connsiteX29861" fmla="*/ 3327456 w 4752801"/>
              <a:gd name="connsiteY29861" fmla="*/ 357449 h 2767298"/>
              <a:gd name="connsiteX29862" fmla="*/ 3337981 w 4752801"/>
              <a:gd name="connsiteY29862" fmla="*/ 357449 h 2767298"/>
              <a:gd name="connsiteX29863" fmla="*/ 3339196 w 4752801"/>
              <a:gd name="connsiteY29863" fmla="*/ 357854 h 2767298"/>
              <a:gd name="connsiteX29864" fmla="*/ 3344459 w 4752801"/>
              <a:gd name="connsiteY29864" fmla="*/ 367164 h 2767298"/>
              <a:gd name="connsiteX29865" fmla="*/ 3344459 w 4752801"/>
              <a:gd name="connsiteY29865" fmla="*/ 368379 h 2767298"/>
              <a:gd name="connsiteX29866" fmla="*/ 3339196 w 4752801"/>
              <a:gd name="connsiteY29866" fmla="*/ 377690 h 2767298"/>
              <a:gd name="connsiteX29867" fmla="*/ 3337981 w 4752801"/>
              <a:gd name="connsiteY29867" fmla="*/ 378094 h 2767298"/>
              <a:gd name="connsiteX29868" fmla="*/ 3327456 w 4752801"/>
              <a:gd name="connsiteY29868" fmla="*/ 378094 h 2767298"/>
              <a:gd name="connsiteX29869" fmla="*/ 3326242 w 4752801"/>
              <a:gd name="connsiteY29869" fmla="*/ 377690 h 2767298"/>
              <a:gd name="connsiteX29870" fmla="*/ 3320980 w 4752801"/>
              <a:gd name="connsiteY29870" fmla="*/ 368379 h 2767298"/>
              <a:gd name="connsiteX29871" fmla="*/ 3320980 w 4752801"/>
              <a:gd name="connsiteY29871" fmla="*/ 367164 h 2767298"/>
              <a:gd name="connsiteX29872" fmla="*/ 3326242 w 4752801"/>
              <a:gd name="connsiteY29872" fmla="*/ 357854 h 2767298"/>
              <a:gd name="connsiteX29873" fmla="*/ 3327456 w 4752801"/>
              <a:gd name="connsiteY29873" fmla="*/ 357449 h 2767298"/>
              <a:gd name="connsiteX29874" fmla="*/ 3286166 w 4752801"/>
              <a:gd name="connsiteY29874" fmla="*/ 357045 h 2767298"/>
              <a:gd name="connsiteX29875" fmla="*/ 3297500 w 4752801"/>
              <a:gd name="connsiteY29875" fmla="*/ 357045 h 2767298"/>
              <a:gd name="connsiteX29876" fmla="*/ 3298715 w 4752801"/>
              <a:gd name="connsiteY29876" fmla="*/ 357450 h 2767298"/>
              <a:gd name="connsiteX29877" fmla="*/ 3304382 w 4752801"/>
              <a:gd name="connsiteY29877" fmla="*/ 367165 h 2767298"/>
              <a:gd name="connsiteX29878" fmla="*/ 3304382 w 4752801"/>
              <a:gd name="connsiteY29878" fmla="*/ 368380 h 2767298"/>
              <a:gd name="connsiteX29879" fmla="*/ 3298715 w 4752801"/>
              <a:gd name="connsiteY29879" fmla="*/ 378095 h 2767298"/>
              <a:gd name="connsiteX29880" fmla="*/ 3297500 w 4752801"/>
              <a:gd name="connsiteY29880" fmla="*/ 378500 h 2767298"/>
              <a:gd name="connsiteX29881" fmla="*/ 3286166 w 4752801"/>
              <a:gd name="connsiteY29881" fmla="*/ 378500 h 2767298"/>
              <a:gd name="connsiteX29882" fmla="*/ 3284951 w 4752801"/>
              <a:gd name="connsiteY29882" fmla="*/ 378095 h 2767298"/>
              <a:gd name="connsiteX29883" fmla="*/ 3279284 w 4752801"/>
              <a:gd name="connsiteY29883" fmla="*/ 368380 h 2767298"/>
              <a:gd name="connsiteX29884" fmla="*/ 3279284 w 4752801"/>
              <a:gd name="connsiteY29884" fmla="*/ 367165 h 2767298"/>
              <a:gd name="connsiteX29885" fmla="*/ 3284951 w 4752801"/>
              <a:gd name="connsiteY29885" fmla="*/ 357450 h 2767298"/>
              <a:gd name="connsiteX29886" fmla="*/ 3286166 w 4752801"/>
              <a:gd name="connsiteY29886" fmla="*/ 357045 h 2767298"/>
              <a:gd name="connsiteX29887" fmla="*/ 3245685 w 4752801"/>
              <a:gd name="connsiteY29887" fmla="*/ 357045 h 2767298"/>
              <a:gd name="connsiteX29888" fmla="*/ 3257019 w 4752801"/>
              <a:gd name="connsiteY29888" fmla="*/ 357045 h 2767298"/>
              <a:gd name="connsiteX29889" fmla="*/ 3258234 w 4752801"/>
              <a:gd name="connsiteY29889" fmla="*/ 357450 h 2767298"/>
              <a:gd name="connsiteX29890" fmla="*/ 3263901 w 4752801"/>
              <a:gd name="connsiteY29890" fmla="*/ 367165 h 2767298"/>
              <a:gd name="connsiteX29891" fmla="*/ 3263901 w 4752801"/>
              <a:gd name="connsiteY29891" fmla="*/ 368380 h 2767298"/>
              <a:gd name="connsiteX29892" fmla="*/ 3258234 w 4752801"/>
              <a:gd name="connsiteY29892" fmla="*/ 378095 h 2767298"/>
              <a:gd name="connsiteX29893" fmla="*/ 3257019 w 4752801"/>
              <a:gd name="connsiteY29893" fmla="*/ 378500 h 2767298"/>
              <a:gd name="connsiteX29894" fmla="*/ 3245685 w 4752801"/>
              <a:gd name="connsiteY29894" fmla="*/ 378500 h 2767298"/>
              <a:gd name="connsiteX29895" fmla="*/ 3244470 w 4752801"/>
              <a:gd name="connsiteY29895" fmla="*/ 378095 h 2767298"/>
              <a:gd name="connsiteX29896" fmla="*/ 3238803 w 4752801"/>
              <a:gd name="connsiteY29896" fmla="*/ 368380 h 2767298"/>
              <a:gd name="connsiteX29897" fmla="*/ 3238803 w 4752801"/>
              <a:gd name="connsiteY29897" fmla="*/ 367165 h 2767298"/>
              <a:gd name="connsiteX29898" fmla="*/ 3244470 w 4752801"/>
              <a:gd name="connsiteY29898" fmla="*/ 357450 h 2767298"/>
              <a:gd name="connsiteX29899" fmla="*/ 3245685 w 4752801"/>
              <a:gd name="connsiteY29899" fmla="*/ 357045 h 2767298"/>
              <a:gd name="connsiteX29900" fmla="*/ 3407610 w 4752801"/>
              <a:gd name="connsiteY29900" fmla="*/ 356640 h 2767298"/>
              <a:gd name="connsiteX29901" fmla="*/ 3419349 w 4752801"/>
              <a:gd name="connsiteY29901" fmla="*/ 356640 h 2767298"/>
              <a:gd name="connsiteX29902" fmla="*/ 3420563 w 4752801"/>
              <a:gd name="connsiteY29902" fmla="*/ 357045 h 2767298"/>
              <a:gd name="connsiteX29903" fmla="*/ 3426231 w 4752801"/>
              <a:gd name="connsiteY29903" fmla="*/ 367165 h 2767298"/>
              <a:gd name="connsiteX29904" fmla="*/ 3426231 w 4752801"/>
              <a:gd name="connsiteY29904" fmla="*/ 368380 h 2767298"/>
              <a:gd name="connsiteX29905" fmla="*/ 3420563 w 4752801"/>
              <a:gd name="connsiteY29905" fmla="*/ 378500 h 2767298"/>
              <a:gd name="connsiteX29906" fmla="*/ 3419349 w 4752801"/>
              <a:gd name="connsiteY29906" fmla="*/ 378905 h 2767298"/>
              <a:gd name="connsiteX29907" fmla="*/ 3407610 w 4752801"/>
              <a:gd name="connsiteY29907" fmla="*/ 378905 h 2767298"/>
              <a:gd name="connsiteX29908" fmla="*/ 3406395 w 4752801"/>
              <a:gd name="connsiteY29908" fmla="*/ 378500 h 2767298"/>
              <a:gd name="connsiteX29909" fmla="*/ 3400728 w 4752801"/>
              <a:gd name="connsiteY29909" fmla="*/ 368380 h 2767298"/>
              <a:gd name="connsiteX29910" fmla="*/ 3400728 w 4752801"/>
              <a:gd name="connsiteY29910" fmla="*/ 367165 h 2767298"/>
              <a:gd name="connsiteX29911" fmla="*/ 3406395 w 4752801"/>
              <a:gd name="connsiteY29911" fmla="*/ 357045 h 2767298"/>
              <a:gd name="connsiteX29912" fmla="*/ 3407610 w 4752801"/>
              <a:gd name="connsiteY29912" fmla="*/ 356640 h 2767298"/>
              <a:gd name="connsiteX29913" fmla="*/ 3165127 w 4752801"/>
              <a:gd name="connsiteY29913" fmla="*/ 356640 h 2767298"/>
              <a:gd name="connsiteX29914" fmla="*/ 3176056 w 4752801"/>
              <a:gd name="connsiteY29914" fmla="*/ 356640 h 2767298"/>
              <a:gd name="connsiteX29915" fmla="*/ 3177271 w 4752801"/>
              <a:gd name="connsiteY29915" fmla="*/ 357450 h 2767298"/>
              <a:gd name="connsiteX29916" fmla="*/ 3182938 w 4752801"/>
              <a:gd name="connsiteY29916" fmla="*/ 367165 h 2767298"/>
              <a:gd name="connsiteX29917" fmla="*/ 3182938 w 4752801"/>
              <a:gd name="connsiteY29917" fmla="*/ 368380 h 2767298"/>
              <a:gd name="connsiteX29918" fmla="*/ 3177271 w 4752801"/>
              <a:gd name="connsiteY29918" fmla="*/ 378095 h 2767298"/>
              <a:gd name="connsiteX29919" fmla="*/ 3176056 w 4752801"/>
              <a:gd name="connsiteY29919" fmla="*/ 378905 h 2767298"/>
              <a:gd name="connsiteX29920" fmla="*/ 3165127 w 4752801"/>
              <a:gd name="connsiteY29920" fmla="*/ 378905 h 2767298"/>
              <a:gd name="connsiteX29921" fmla="*/ 3163912 w 4752801"/>
              <a:gd name="connsiteY29921" fmla="*/ 378095 h 2767298"/>
              <a:gd name="connsiteX29922" fmla="*/ 3158245 w 4752801"/>
              <a:gd name="connsiteY29922" fmla="*/ 368380 h 2767298"/>
              <a:gd name="connsiteX29923" fmla="*/ 3158245 w 4752801"/>
              <a:gd name="connsiteY29923" fmla="*/ 367165 h 2767298"/>
              <a:gd name="connsiteX29924" fmla="*/ 3163912 w 4752801"/>
              <a:gd name="connsiteY29924" fmla="*/ 357450 h 2767298"/>
              <a:gd name="connsiteX29925" fmla="*/ 3165127 w 4752801"/>
              <a:gd name="connsiteY29925" fmla="*/ 356640 h 2767298"/>
              <a:gd name="connsiteX29926" fmla="*/ 3124646 w 4752801"/>
              <a:gd name="connsiteY29926" fmla="*/ 356640 h 2767298"/>
              <a:gd name="connsiteX29927" fmla="*/ 3135980 w 4752801"/>
              <a:gd name="connsiteY29927" fmla="*/ 356640 h 2767298"/>
              <a:gd name="connsiteX29928" fmla="*/ 3137195 w 4752801"/>
              <a:gd name="connsiteY29928" fmla="*/ 357045 h 2767298"/>
              <a:gd name="connsiteX29929" fmla="*/ 3142862 w 4752801"/>
              <a:gd name="connsiteY29929" fmla="*/ 367165 h 2767298"/>
              <a:gd name="connsiteX29930" fmla="*/ 3142862 w 4752801"/>
              <a:gd name="connsiteY29930" fmla="*/ 368380 h 2767298"/>
              <a:gd name="connsiteX29931" fmla="*/ 3137195 w 4752801"/>
              <a:gd name="connsiteY29931" fmla="*/ 378500 h 2767298"/>
              <a:gd name="connsiteX29932" fmla="*/ 3135980 w 4752801"/>
              <a:gd name="connsiteY29932" fmla="*/ 378905 h 2767298"/>
              <a:gd name="connsiteX29933" fmla="*/ 3124646 w 4752801"/>
              <a:gd name="connsiteY29933" fmla="*/ 378905 h 2767298"/>
              <a:gd name="connsiteX29934" fmla="*/ 3123431 w 4752801"/>
              <a:gd name="connsiteY29934" fmla="*/ 378500 h 2767298"/>
              <a:gd name="connsiteX29935" fmla="*/ 3117764 w 4752801"/>
              <a:gd name="connsiteY29935" fmla="*/ 368380 h 2767298"/>
              <a:gd name="connsiteX29936" fmla="*/ 3117764 w 4752801"/>
              <a:gd name="connsiteY29936" fmla="*/ 367165 h 2767298"/>
              <a:gd name="connsiteX29937" fmla="*/ 3123431 w 4752801"/>
              <a:gd name="connsiteY29937" fmla="*/ 357045 h 2767298"/>
              <a:gd name="connsiteX29938" fmla="*/ 3124646 w 4752801"/>
              <a:gd name="connsiteY29938" fmla="*/ 356640 h 2767298"/>
              <a:gd name="connsiteX29939" fmla="*/ 3043683 w 4752801"/>
              <a:gd name="connsiteY29939" fmla="*/ 356235 h 2767298"/>
              <a:gd name="connsiteX29940" fmla="*/ 3055017 w 4752801"/>
              <a:gd name="connsiteY29940" fmla="*/ 356235 h 2767298"/>
              <a:gd name="connsiteX29941" fmla="*/ 3056232 w 4752801"/>
              <a:gd name="connsiteY29941" fmla="*/ 357045 h 2767298"/>
              <a:gd name="connsiteX29942" fmla="*/ 3061899 w 4752801"/>
              <a:gd name="connsiteY29942" fmla="*/ 367165 h 2767298"/>
              <a:gd name="connsiteX29943" fmla="*/ 3061899 w 4752801"/>
              <a:gd name="connsiteY29943" fmla="*/ 368379 h 2767298"/>
              <a:gd name="connsiteX29944" fmla="*/ 3056232 w 4752801"/>
              <a:gd name="connsiteY29944" fmla="*/ 378500 h 2767298"/>
              <a:gd name="connsiteX29945" fmla="*/ 3055017 w 4752801"/>
              <a:gd name="connsiteY29945" fmla="*/ 378904 h 2767298"/>
              <a:gd name="connsiteX29946" fmla="*/ 3043683 w 4752801"/>
              <a:gd name="connsiteY29946" fmla="*/ 378904 h 2767298"/>
              <a:gd name="connsiteX29947" fmla="*/ 3042468 w 4752801"/>
              <a:gd name="connsiteY29947" fmla="*/ 378500 h 2767298"/>
              <a:gd name="connsiteX29948" fmla="*/ 3036801 w 4752801"/>
              <a:gd name="connsiteY29948" fmla="*/ 368379 h 2767298"/>
              <a:gd name="connsiteX29949" fmla="*/ 3036801 w 4752801"/>
              <a:gd name="connsiteY29949" fmla="*/ 367165 h 2767298"/>
              <a:gd name="connsiteX29950" fmla="*/ 3042468 w 4752801"/>
              <a:gd name="connsiteY29950" fmla="*/ 357045 h 2767298"/>
              <a:gd name="connsiteX29951" fmla="*/ 3043683 w 4752801"/>
              <a:gd name="connsiteY29951" fmla="*/ 356235 h 2767298"/>
              <a:gd name="connsiteX29952" fmla="*/ 3083354 w 4752801"/>
              <a:gd name="connsiteY29952" fmla="*/ 355425 h 2767298"/>
              <a:gd name="connsiteX29953" fmla="*/ 3096308 w 4752801"/>
              <a:gd name="connsiteY29953" fmla="*/ 355425 h 2767298"/>
              <a:gd name="connsiteX29954" fmla="*/ 3097523 w 4752801"/>
              <a:gd name="connsiteY29954" fmla="*/ 355830 h 2767298"/>
              <a:gd name="connsiteX29955" fmla="*/ 3103999 w 4752801"/>
              <a:gd name="connsiteY29955" fmla="*/ 367165 h 2767298"/>
              <a:gd name="connsiteX29956" fmla="*/ 3103999 w 4752801"/>
              <a:gd name="connsiteY29956" fmla="*/ 368379 h 2767298"/>
              <a:gd name="connsiteX29957" fmla="*/ 3097523 w 4752801"/>
              <a:gd name="connsiteY29957" fmla="*/ 379714 h 2767298"/>
              <a:gd name="connsiteX29958" fmla="*/ 3096308 w 4752801"/>
              <a:gd name="connsiteY29958" fmla="*/ 380523 h 2767298"/>
              <a:gd name="connsiteX29959" fmla="*/ 3083354 w 4752801"/>
              <a:gd name="connsiteY29959" fmla="*/ 380523 h 2767298"/>
              <a:gd name="connsiteX29960" fmla="*/ 3082139 w 4752801"/>
              <a:gd name="connsiteY29960" fmla="*/ 379714 h 2767298"/>
              <a:gd name="connsiteX29961" fmla="*/ 3075663 w 4752801"/>
              <a:gd name="connsiteY29961" fmla="*/ 368379 h 2767298"/>
              <a:gd name="connsiteX29962" fmla="*/ 3075663 w 4752801"/>
              <a:gd name="connsiteY29962" fmla="*/ 367165 h 2767298"/>
              <a:gd name="connsiteX29963" fmla="*/ 3082139 w 4752801"/>
              <a:gd name="connsiteY29963" fmla="*/ 355830 h 2767298"/>
              <a:gd name="connsiteX29964" fmla="*/ 3083354 w 4752801"/>
              <a:gd name="connsiteY29964" fmla="*/ 355425 h 2767298"/>
              <a:gd name="connsiteX29965" fmla="*/ 2603652 w 4752801"/>
              <a:gd name="connsiteY29965" fmla="*/ 326684 h 2767298"/>
              <a:gd name="connsiteX29966" fmla="*/ 2604461 w 4752801"/>
              <a:gd name="connsiteY29966" fmla="*/ 326684 h 2767298"/>
              <a:gd name="connsiteX29967" fmla="*/ 2604866 w 4752801"/>
              <a:gd name="connsiteY29967" fmla="*/ 327494 h 2767298"/>
              <a:gd name="connsiteX29968" fmla="*/ 2604461 w 4752801"/>
              <a:gd name="connsiteY29968" fmla="*/ 328303 h 2767298"/>
              <a:gd name="connsiteX29969" fmla="*/ 2603652 w 4752801"/>
              <a:gd name="connsiteY29969" fmla="*/ 328303 h 2767298"/>
              <a:gd name="connsiteX29970" fmla="*/ 2603247 w 4752801"/>
              <a:gd name="connsiteY29970" fmla="*/ 327494 h 2767298"/>
              <a:gd name="connsiteX29971" fmla="*/ 2563170 w 4752801"/>
              <a:gd name="connsiteY29971" fmla="*/ 326684 h 2767298"/>
              <a:gd name="connsiteX29972" fmla="*/ 2563979 w 4752801"/>
              <a:gd name="connsiteY29972" fmla="*/ 326684 h 2767298"/>
              <a:gd name="connsiteX29973" fmla="*/ 2564384 w 4752801"/>
              <a:gd name="connsiteY29973" fmla="*/ 327494 h 2767298"/>
              <a:gd name="connsiteX29974" fmla="*/ 2563979 w 4752801"/>
              <a:gd name="connsiteY29974" fmla="*/ 328303 h 2767298"/>
              <a:gd name="connsiteX29975" fmla="*/ 2563170 w 4752801"/>
              <a:gd name="connsiteY29975" fmla="*/ 328303 h 2767298"/>
              <a:gd name="connsiteX29976" fmla="*/ 2562765 w 4752801"/>
              <a:gd name="connsiteY29976" fmla="*/ 327494 h 2767298"/>
              <a:gd name="connsiteX29977" fmla="*/ 2522689 w 4752801"/>
              <a:gd name="connsiteY29977" fmla="*/ 326684 h 2767298"/>
              <a:gd name="connsiteX29978" fmla="*/ 2523498 w 4752801"/>
              <a:gd name="connsiteY29978" fmla="*/ 326684 h 2767298"/>
              <a:gd name="connsiteX29979" fmla="*/ 2523903 w 4752801"/>
              <a:gd name="connsiteY29979" fmla="*/ 327494 h 2767298"/>
              <a:gd name="connsiteX29980" fmla="*/ 2523498 w 4752801"/>
              <a:gd name="connsiteY29980" fmla="*/ 328303 h 2767298"/>
              <a:gd name="connsiteX29981" fmla="*/ 2522689 w 4752801"/>
              <a:gd name="connsiteY29981" fmla="*/ 328303 h 2767298"/>
              <a:gd name="connsiteX29982" fmla="*/ 2522284 w 4752801"/>
              <a:gd name="connsiteY29982" fmla="*/ 327494 h 2767298"/>
              <a:gd name="connsiteX29983" fmla="*/ 2482208 w 4752801"/>
              <a:gd name="connsiteY29983" fmla="*/ 326684 h 2767298"/>
              <a:gd name="connsiteX29984" fmla="*/ 2483017 w 4752801"/>
              <a:gd name="connsiteY29984" fmla="*/ 326684 h 2767298"/>
              <a:gd name="connsiteX29985" fmla="*/ 2483422 w 4752801"/>
              <a:gd name="connsiteY29985" fmla="*/ 327494 h 2767298"/>
              <a:gd name="connsiteX29986" fmla="*/ 2483017 w 4752801"/>
              <a:gd name="connsiteY29986" fmla="*/ 328303 h 2767298"/>
              <a:gd name="connsiteX29987" fmla="*/ 2482208 w 4752801"/>
              <a:gd name="connsiteY29987" fmla="*/ 328303 h 2767298"/>
              <a:gd name="connsiteX29988" fmla="*/ 2481803 w 4752801"/>
              <a:gd name="connsiteY29988" fmla="*/ 327494 h 2767298"/>
              <a:gd name="connsiteX29989" fmla="*/ 2441322 w 4752801"/>
              <a:gd name="connsiteY29989" fmla="*/ 326684 h 2767298"/>
              <a:gd name="connsiteX29990" fmla="*/ 2442536 w 4752801"/>
              <a:gd name="connsiteY29990" fmla="*/ 326684 h 2767298"/>
              <a:gd name="connsiteX29991" fmla="*/ 2442941 w 4752801"/>
              <a:gd name="connsiteY29991" fmla="*/ 327494 h 2767298"/>
              <a:gd name="connsiteX29992" fmla="*/ 2442536 w 4752801"/>
              <a:gd name="connsiteY29992" fmla="*/ 328303 h 2767298"/>
              <a:gd name="connsiteX29993" fmla="*/ 2441322 w 4752801"/>
              <a:gd name="connsiteY29993" fmla="*/ 328303 h 2767298"/>
              <a:gd name="connsiteX29994" fmla="*/ 2440917 w 4752801"/>
              <a:gd name="connsiteY29994" fmla="*/ 327494 h 2767298"/>
              <a:gd name="connsiteX29995" fmla="*/ 2401245 w 4752801"/>
              <a:gd name="connsiteY29995" fmla="*/ 326279 h 2767298"/>
              <a:gd name="connsiteX29996" fmla="*/ 2402460 w 4752801"/>
              <a:gd name="connsiteY29996" fmla="*/ 326279 h 2767298"/>
              <a:gd name="connsiteX29997" fmla="*/ 2403269 w 4752801"/>
              <a:gd name="connsiteY29997" fmla="*/ 327494 h 2767298"/>
              <a:gd name="connsiteX29998" fmla="*/ 2402460 w 4752801"/>
              <a:gd name="connsiteY29998" fmla="*/ 328708 h 2767298"/>
              <a:gd name="connsiteX29999" fmla="*/ 2401245 w 4752801"/>
              <a:gd name="connsiteY29999" fmla="*/ 328708 h 2767298"/>
              <a:gd name="connsiteX30000" fmla="*/ 2400436 w 4752801"/>
              <a:gd name="connsiteY30000" fmla="*/ 327494 h 2767298"/>
              <a:gd name="connsiteX30001" fmla="*/ 2360360 w 4752801"/>
              <a:gd name="connsiteY30001" fmla="*/ 326279 h 2767298"/>
              <a:gd name="connsiteX30002" fmla="*/ 2361979 w 4752801"/>
              <a:gd name="connsiteY30002" fmla="*/ 326279 h 2767298"/>
              <a:gd name="connsiteX30003" fmla="*/ 2362788 w 4752801"/>
              <a:gd name="connsiteY30003" fmla="*/ 327494 h 2767298"/>
              <a:gd name="connsiteX30004" fmla="*/ 2361979 w 4752801"/>
              <a:gd name="connsiteY30004" fmla="*/ 328708 h 2767298"/>
              <a:gd name="connsiteX30005" fmla="*/ 2360360 w 4752801"/>
              <a:gd name="connsiteY30005" fmla="*/ 328708 h 2767298"/>
              <a:gd name="connsiteX30006" fmla="*/ 2359550 w 4752801"/>
              <a:gd name="connsiteY30006" fmla="*/ 327494 h 2767298"/>
              <a:gd name="connsiteX30007" fmla="*/ 2319878 w 4752801"/>
              <a:gd name="connsiteY30007" fmla="*/ 326279 h 2767298"/>
              <a:gd name="connsiteX30008" fmla="*/ 2321497 w 4752801"/>
              <a:gd name="connsiteY30008" fmla="*/ 326279 h 2767298"/>
              <a:gd name="connsiteX30009" fmla="*/ 2322306 w 4752801"/>
              <a:gd name="connsiteY30009" fmla="*/ 327494 h 2767298"/>
              <a:gd name="connsiteX30010" fmla="*/ 2321497 w 4752801"/>
              <a:gd name="connsiteY30010" fmla="*/ 328708 h 2767298"/>
              <a:gd name="connsiteX30011" fmla="*/ 2319878 w 4752801"/>
              <a:gd name="connsiteY30011" fmla="*/ 328708 h 2767298"/>
              <a:gd name="connsiteX30012" fmla="*/ 2319068 w 4752801"/>
              <a:gd name="connsiteY30012" fmla="*/ 327494 h 2767298"/>
              <a:gd name="connsiteX30013" fmla="*/ 2279397 w 4752801"/>
              <a:gd name="connsiteY30013" fmla="*/ 326279 h 2767298"/>
              <a:gd name="connsiteX30014" fmla="*/ 2281016 w 4752801"/>
              <a:gd name="connsiteY30014" fmla="*/ 326279 h 2767298"/>
              <a:gd name="connsiteX30015" fmla="*/ 2281825 w 4752801"/>
              <a:gd name="connsiteY30015" fmla="*/ 327494 h 2767298"/>
              <a:gd name="connsiteX30016" fmla="*/ 2281016 w 4752801"/>
              <a:gd name="connsiteY30016" fmla="*/ 328708 h 2767298"/>
              <a:gd name="connsiteX30017" fmla="*/ 2279397 w 4752801"/>
              <a:gd name="connsiteY30017" fmla="*/ 328708 h 2767298"/>
              <a:gd name="connsiteX30018" fmla="*/ 2278587 w 4752801"/>
              <a:gd name="connsiteY30018" fmla="*/ 327494 h 2767298"/>
              <a:gd name="connsiteX30019" fmla="*/ 1672178 w 4752801"/>
              <a:gd name="connsiteY30019" fmla="*/ 326279 h 2767298"/>
              <a:gd name="connsiteX30020" fmla="*/ 1673797 w 4752801"/>
              <a:gd name="connsiteY30020" fmla="*/ 326279 h 2767298"/>
              <a:gd name="connsiteX30021" fmla="*/ 1674606 w 4752801"/>
              <a:gd name="connsiteY30021" fmla="*/ 327494 h 2767298"/>
              <a:gd name="connsiteX30022" fmla="*/ 1673797 w 4752801"/>
              <a:gd name="connsiteY30022" fmla="*/ 328708 h 2767298"/>
              <a:gd name="connsiteX30023" fmla="*/ 1672178 w 4752801"/>
              <a:gd name="connsiteY30023" fmla="*/ 328708 h 2767298"/>
              <a:gd name="connsiteX30024" fmla="*/ 1671368 w 4752801"/>
              <a:gd name="connsiteY30024" fmla="*/ 327494 h 2767298"/>
              <a:gd name="connsiteX30025" fmla="*/ 1632101 w 4752801"/>
              <a:gd name="connsiteY30025" fmla="*/ 326279 h 2767298"/>
              <a:gd name="connsiteX30026" fmla="*/ 1633316 w 4752801"/>
              <a:gd name="connsiteY30026" fmla="*/ 326279 h 2767298"/>
              <a:gd name="connsiteX30027" fmla="*/ 1634125 w 4752801"/>
              <a:gd name="connsiteY30027" fmla="*/ 327494 h 2767298"/>
              <a:gd name="connsiteX30028" fmla="*/ 1633316 w 4752801"/>
              <a:gd name="connsiteY30028" fmla="*/ 328708 h 2767298"/>
              <a:gd name="connsiteX30029" fmla="*/ 1632101 w 4752801"/>
              <a:gd name="connsiteY30029" fmla="*/ 328708 h 2767298"/>
              <a:gd name="connsiteX30030" fmla="*/ 1631292 w 4752801"/>
              <a:gd name="connsiteY30030" fmla="*/ 327494 h 2767298"/>
              <a:gd name="connsiteX30031" fmla="*/ 1591620 w 4752801"/>
              <a:gd name="connsiteY30031" fmla="*/ 326279 h 2767298"/>
              <a:gd name="connsiteX30032" fmla="*/ 1592835 w 4752801"/>
              <a:gd name="connsiteY30032" fmla="*/ 326279 h 2767298"/>
              <a:gd name="connsiteX30033" fmla="*/ 1593644 w 4752801"/>
              <a:gd name="connsiteY30033" fmla="*/ 327494 h 2767298"/>
              <a:gd name="connsiteX30034" fmla="*/ 1592835 w 4752801"/>
              <a:gd name="connsiteY30034" fmla="*/ 328708 h 2767298"/>
              <a:gd name="connsiteX30035" fmla="*/ 1591620 w 4752801"/>
              <a:gd name="connsiteY30035" fmla="*/ 328708 h 2767298"/>
              <a:gd name="connsiteX30036" fmla="*/ 1590811 w 4752801"/>
              <a:gd name="connsiteY30036" fmla="*/ 327494 h 2767298"/>
              <a:gd name="connsiteX30037" fmla="*/ 1551138 w 4752801"/>
              <a:gd name="connsiteY30037" fmla="*/ 326279 h 2767298"/>
              <a:gd name="connsiteX30038" fmla="*/ 1552353 w 4752801"/>
              <a:gd name="connsiteY30038" fmla="*/ 326279 h 2767298"/>
              <a:gd name="connsiteX30039" fmla="*/ 1553162 w 4752801"/>
              <a:gd name="connsiteY30039" fmla="*/ 327494 h 2767298"/>
              <a:gd name="connsiteX30040" fmla="*/ 1552353 w 4752801"/>
              <a:gd name="connsiteY30040" fmla="*/ 328708 h 2767298"/>
              <a:gd name="connsiteX30041" fmla="*/ 1551138 w 4752801"/>
              <a:gd name="connsiteY30041" fmla="*/ 328708 h 2767298"/>
              <a:gd name="connsiteX30042" fmla="*/ 1550329 w 4752801"/>
              <a:gd name="connsiteY30042" fmla="*/ 327494 h 2767298"/>
              <a:gd name="connsiteX30043" fmla="*/ 1510657 w 4752801"/>
              <a:gd name="connsiteY30043" fmla="*/ 326279 h 2767298"/>
              <a:gd name="connsiteX30044" fmla="*/ 1511872 w 4752801"/>
              <a:gd name="connsiteY30044" fmla="*/ 326279 h 2767298"/>
              <a:gd name="connsiteX30045" fmla="*/ 1512681 w 4752801"/>
              <a:gd name="connsiteY30045" fmla="*/ 327494 h 2767298"/>
              <a:gd name="connsiteX30046" fmla="*/ 1511872 w 4752801"/>
              <a:gd name="connsiteY30046" fmla="*/ 328708 h 2767298"/>
              <a:gd name="connsiteX30047" fmla="*/ 1510657 w 4752801"/>
              <a:gd name="connsiteY30047" fmla="*/ 328708 h 2767298"/>
              <a:gd name="connsiteX30048" fmla="*/ 1509848 w 4752801"/>
              <a:gd name="connsiteY30048" fmla="*/ 327494 h 2767298"/>
              <a:gd name="connsiteX30049" fmla="*/ 1470176 w 4752801"/>
              <a:gd name="connsiteY30049" fmla="*/ 326279 h 2767298"/>
              <a:gd name="connsiteX30050" fmla="*/ 1471391 w 4752801"/>
              <a:gd name="connsiteY30050" fmla="*/ 326279 h 2767298"/>
              <a:gd name="connsiteX30051" fmla="*/ 1472200 w 4752801"/>
              <a:gd name="connsiteY30051" fmla="*/ 327494 h 2767298"/>
              <a:gd name="connsiteX30052" fmla="*/ 1471391 w 4752801"/>
              <a:gd name="connsiteY30052" fmla="*/ 328708 h 2767298"/>
              <a:gd name="connsiteX30053" fmla="*/ 1470176 w 4752801"/>
              <a:gd name="connsiteY30053" fmla="*/ 328708 h 2767298"/>
              <a:gd name="connsiteX30054" fmla="*/ 1469367 w 4752801"/>
              <a:gd name="connsiteY30054" fmla="*/ 327494 h 2767298"/>
              <a:gd name="connsiteX30055" fmla="*/ 1429695 w 4752801"/>
              <a:gd name="connsiteY30055" fmla="*/ 326279 h 2767298"/>
              <a:gd name="connsiteX30056" fmla="*/ 1430910 w 4752801"/>
              <a:gd name="connsiteY30056" fmla="*/ 326279 h 2767298"/>
              <a:gd name="connsiteX30057" fmla="*/ 1431719 w 4752801"/>
              <a:gd name="connsiteY30057" fmla="*/ 327494 h 2767298"/>
              <a:gd name="connsiteX30058" fmla="*/ 1430910 w 4752801"/>
              <a:gd name="connsiteY30058" fmla="*/ 328708 h 2767298"/>
              <a:gd name="connsiteX30059" fmla="*/ 1429695 w 4752801"/>
              <a:gd name="connsiteY30059" fmla="*/ 328708 h 2767298"/>
              <a:gd name="connsiteX30060" fmla="*/ 1428886 w 4752801"/>
              <a:gd name="connsiteY30060" fmla="*/ 327494 h 2767298"/>
              <a:gd name="connsiteX30061" fmla="*/ 1389213 w 4752801"/>
              <a:gd name="connsiteY30061" fmla="*/ 326279 h 2767298"/>
              <a:gd name="connsiteX30062" fmla="*/ 1390428 w 4752801"/>
              <a:gd name="connsiteY30062" fmla="*/ 326279 h 2767298"/>
              <a:gd name="connsiteX30063" fmla="*/ 1391237 w 4752801"/>
              <a:gd name="connsiteY30063" fmla="*/ 327494 h 2767298"/>
              <a:gd name="connsiteX30064" fmla="*/ 1390428 w 4752801"/>
              <a:gd name="connsiteY30064" fmla="*/ 328708 h 2767298"/>
              <a:gd name="connsiteX30065" fmla="*/ 1389213 w 4752801"/>
              <a:gd name="connsiteY30065" fmla="*/ 328708 h 2767298"/>
              <a:gd name="connsiteX30066" fmla="*/ 1388404 w 4752801"/>
              <a:gd name="connsiteY30066" fmla="*/ 327494 h 2767298"/>
              <a:gd name="connsiteX30067" fmla="*/ 2643728 w 4752801"/>
              <a:gd name="connsiteY30067" fmla="*/ 325874 h 2767298"/>
              <a:gd name="connsiteX30068" fmla="*/ 2645347 w 4752801"/>
              <a:gd name="connsiteY30068" fmla="*/ 325874 h 2767298"/>
              <a:gd name="connsiteX30069" fmla="*/ 2646156 w 4752801"/>
              <a:gd name="connsiteY30069" fmla="*/ 327493 h 2767298"/>
              <a:gd name="connsiteX30070" fmla="*/ 2645347 w 4752801"/>
              <a:gd name="connsiteY30070" fmla="*/ 329112 h 2767298"/>
              <a:gd name="connsiteX30071" fmla="*/ 2643728 w 4752801"/>
              <a:gd name="connsiteY30071" fmla="*/ 329112 h 2767298"/>
              <a:gd name="connsiteX30072" fmla="*/ 2642918 w 4752801"/>
              <a:gd name="connsiteY30072" fmla="*/ 327493 h 2767298"/>
              <a:gd name="connsiteX30073" fmla="*/ 2238916 w 4752801"/>
              <a:gd name="connsiteY30073" fmla="*/ 325874 h 2767298"/>
              <a:gd name="connsiteX30074" fmla="*/ 2240535 w 4752801"/>
              <a:gd name="connsiteY30074" fmla="*/ 325874 h 2767298"/>
              <a:gd name="connsiteX30075" fmla="*/ 2241344 w 4752801"/>
              <a:gd name="connsiteY30075" fmla="*/ 327493 h 2767298"/>
              <a:gd name="connsiteX30076" fmla="*/ 2240535 w 4752801"/>
              <a:gd name="connsiteY30076" fmla="*/ 329112 h 2767298"/>
              <a:gd name="connsiteX30077" fmla="*/ 2238916 w 4752801"/>
              <a:gd name="connsiteY30077" fmla="*/ 329112 h 2767298"/>
              <a:gd name="connsiteX30078" fmla="*/ 2238106 w 4752801"/>
              <a:gd name="connsiteY30078" fmla="*/ 327493 h 2767298"/>
              <a:gd name="connsiteX30079" fmla="*/ 2198435 w 4752801"/>
              <a:gd name="connsiteY30079" fmla="*/ 325874 h 2767298"/>
              <a:gd name="connsiteX30080" fmla="*/ 2200054 w 4752801"/>
              <a:gd name="connsiteY30080" fmla="*/ 325874 h 2767298"/>
              <a:gd name="connsiteX30081" fmla="*/ 2200863 w 4752801"/>
              <a:gd name="connsiteY30081" fmla="*/ 327493 h 2767298"/>
              <a:gd name="connsiteX30082" fmla="*/ 2200054 w 4752801"/>
              <a:gd name="connsiteY30082" fmla="*/ 329112 h 2767298"/>
              <a:gd name="connsiteX30083" fmla="*/ 2198435 w 4752801"/>
              <a:gd name="connsiteY30083" fmla="*/ 329112 h 2767298"/>
              <a:gd name="connsiteX30084" fmla="*/ 2197625 w 4752801"/>
              <a:gd name="connsiteY30084" fmla="*/ 327493 h 2767298"/>
              <a:gd name="connsiteX30085" fmla="*/ 2157549 w 4752801"/>
              <a:gd name="connsiteY30085" fmla="*/ 325874 h 2767298"/>
              <a:gd name="connsiteX30086" fmla="*/ 2159573 w 4752801"/>
              <a:gd name="connsiteY30086" fmla="*/ 325874 h 2767298"/>
              <a:gd name="connsiteX30087" fmla="*/ 2160382 w 4752801"/>
              <a:gd name="connsiteY30087" fmla="*/ 327493 h 2767298"/>
              <a:gd name="connsiteX30088" fmla="*/ 2159573 w 4752801"/>
              <a:gd name="connsiteY30088" fmla="*/ 329112 h 2767298"/>
              <a:gd name="connsiteX30089" fmla="*/ 2157549 w 4752801"/>
              <a:gd name="connsiteY30089" fmla="*/ 329112 h 2767298"/>
              <a:gd name="connsiteX30090" fmla="*/ 2156739 w 4752801"/>
              <a:gd name="connsiteY30090" fmla="*/ 327493 h 2767298"/>
              <a:gd name="connsiteX30091" fmla="*/ 2117067 w 4752801"/>
              <a:gd name="connsiteY30091" fmla="*/ 325874 h 2767298"/>
              <a:gd name="connsiteX30092" fmla="*/ 2119091 w 4752801"/>
              <a:gd name="connsiteY30092" fmla="*/ 325874 h 2767298"/>
              <a:gd name="connsiteX30093" fmla="*/ 2119900 w 4752801"/>
              <a:gd name="connsiteY30093" fmla="*/ 327493 h 2767298"/>
              <a:gd name="connsiteX30094" fmla="*/ 2119091 w 4752801"/>
              <a:gd name="connsiteY30094" fmla="*/ 329112 h 2767298"/>
              <a:gd name="connsiteX30095" fmla="*/ 2117067 w 4752801"/>
              <a:gd name="connsiteY30095" fmla="*/ 329112 h 2767298"/>
              <a:gd name="connsiteX30096" fmla="*/ 2116257 w 4752801"/>
              <a:gd name="connsiteY30096" fmla="*/ 327493 h 2767298"/>
              <a:gd name="connsiteX30097" fmla="*/ 2076586 w 4752801"/>
              <a:gd name="connsiteY30097" fmla="*/ 325874 h 2767298"/>
              <a:gd name="connsiteX30098" fmla="*/ 2078610 w 4752801"/>
              <a:gd name="connsiteY30098" fmla="*/ 325874 h 2767298"/>
              <a:gd name="connsiteX30099" fmla="*/ 2079419 w 4752801"/>
              <a:gd name="connsiteY30099" fmla="*/ 327493 h 2767298"/>
              <a:gd name="connsiteX30100" fmla="*/ 2078610 w 4752801"/>
              <a:gd name="connsiteY30100" fmla="*/ 329112 h 2767298"/>
              <a:gd name="connsiteX30101" fmla="*/ 2076586 w 4752801"/>
              <a:gd name="connsiteY30101" fmla="*/ 329112 h 2767298"/>
              <a:gd name="connsiteX30102" fmla="*/ 2075776 w 4752801"/>
              <a:gd name="connsiteY30102" fmla="*/ 327493 h 2767298"/>
              <a:gd name="connsiteX30103" fmla="*/ 2036105 w 4752801"/>
              <a:gd name="connsiteY30103" fmla="*/ 325874 h 2767298"/>
              <a:gd name="connsiteX30104" fmla="*/ 2038129 w 4752801"/>
              <a:gd name="connsiteY30104" fmla="*/ 325874 h 2767298"/>
              <a:gd name="connsiteX30105" fmla="*/ 2038938 w 4752801"/>
              <a:gd name="connsiteY30105" fmla="*/ 327493 h 2767298"/>
              <a:gd name="connsiteX30106" fmla="*/ 2038129 w 4752801"/>
              <a:gd name="connsiteY30106" fmla="*/ 329112 h 2767298"/>
              <a:gd name="connsiteX30107" fmla="*/ 2036105 w 4752801"/>
              <a:gd name="connsiteY30107" fmla="*/ 329112 h 2767298"/>
              <a:gd name="connsiteX30108" fmla="*/ 2035295 w 4752801"/>
              <a:gd name="connsiteY30108" fmla="*/ 327493 h 2767298"/>
              <a:gd name="connsiteX30109" fmla="*/ 1996028 w 4752801"/>
              <a:gd name="connsiteY30109" fmla="*/ 325874 h 2767298"/>
              <a:gd name="connsiteX30110" fmla="*/ 1997647 w 4752801"/>
              <a:gd name="connsiteY30110" fmla="*/ 325874 h 2767298"/>
              <a:gd name="connsiteX30111" fmla="*/ 1998456 w 4752801"/>
              <a:gd name="connsiteY30111" fmla="*/ 327493 h 2767298"/>
              <a:gd name="connsiteX30112" fmla="*/ 1997647 w 4752801"/>
              <a:gd name="connsiteY30112" fmla="*/ 329112 h 2767298"/>
              <a:gd name="connsiteX30113" fmla="*/ 1996028 w 4752801"/>
              <a:gd name="connsiteY30113" fmla="*/ 329112 h 2767298"/>
              <a:gd name="connsiteX30114" fmla="*/ 1995218 w 4752801"/>
              <a:gd name="connsiteY30114" fmla="*/ 327493 h 2767298"/>
              <a:gd name="connsiteX30115" fmla="*/ 1955142 w 4752801"/>
              <a:gd name="connsiteY30115" fmla="*/ 325874 h 2767298"/>
              <a:gd name="connsiteX30116" fmla="*/ 1957166 w 4752801"/>
              <a:gd name="connsiteY30116" fmla="*/ 325874 h 2767298"/>
              <a:gd name="connsiteX30117" fmla="*/ 1957975 w 4752801"/>
              <a:gd name="connsiteY30117" fmla="*/ 327493 h 2767298"/>
              <a:gd name="connsiteX30118" fmla="*/ 1957166 w 4752801"/>
              <a:gd name="connsiteY30118" fmla="*/ 329112 h 2767298"/>
              <a:gd name="connsiteX30119" fmla="*/ 1955142 w 4752801"/>
              <a:gd name="connsiteY30119" fmla="*/ 329112 h 2767298"/>
              <a:gd name="connsiteX30120" fmla="*/ 1954332 w 4752801"/>
              <a:gd name="connsiteY30120" fmla="*/ 327493 h 2767298"/>
              <a:gd name="connsiteX30121" fmla="*/ 1914661 w 4752801"/>
              <a:gd name="connsiteY30121" fmla="*/ 325874 h 2767298"/>
              <a:gd name="connsiteX30122" fmla="*/ 1916685 w 4752801"/>
              <a:gd name="connsiteY30122" fmla="*/ 325874 h 2767298"/>
              <a:gd name="connsiteX30123" fmla="*/ 1917494 w 4752801"/>
              <a:gd name="connsiteY30123" fmla="*/ 327493 h 2767298"/>
              <a:gd name="connsiteX30124" fmla="*/ 1916685 w 4752801"/>
              <a:gd name="connsiteY30124" fmla="*/ 329112 h 2767298"/>
              <a:gd name="connsiteX30125" fmla="*/ 1914661 w 4752801"/>
              <a:gd name="connsiteY30125" fmla="*/ 329112 h 2767298"/>
              <a:gd name="connsiteX30126" fmla="*/ 1913851 w 4752801"/>
              <a:gd name="connsiteY30126" fmla="*/ 327493 h 2767298"/>
              <a:gd name="connsiteX30127" fmla="*/ 1874180 w 4752801"/>
              <a:gd name="connsiteY30127" fmla="*/ 325874 h 2767298"/>
              <a:gd name="connsiteX30128" fmla="*/ 1876204 w 4752801"/>
              <a:gd name="connsiteY30128" fmla="*/ 325874 h 2767298"/>
              <a:gd name="connsiteX30129" fmla="*/ 1877013 w 4752801"/>
              <a:gd name="connsiteY30129" fmla="*/ 327493 h 2767298"/>
              <a:gd name="connsiteX30130" fmla="*/ 1876204 w 4752801"/>
              <a:gd name="connsiteY30130" fmla="*/ 329112 h 2767298"/>
              <a:gd name="connsiteX30131" fmla="*/ 1874180 w 4752801"/>
              <a:gd name="connsiteY30131" fmla="*/ 329112 h 2767298"/>
              <a:gd name="connsiteX30132" fmla="*/ 1873370 w 4752801"/>
              <a:gd name="connsiteY30132" fmla="*/ 327493 h 2767298"/>
              <a:gd name="connsiteX30133" fmla="*/ 1834103 w 4752801"/>
              <a:gd name="connsiteY30133" fmla="*/ 325874 h 2767298"/>
              <a:gd name="connsiteX30134" fmla="*/ 1835722 w 4752801"/>
              <a:gd name="connsiteY30134" fmla="*/ 325874 h 2767298"/>
              <a:gd name="connsiteX30135" fmla="*/ 1836531 w 4752801"/>
              <a:gd name="connsiteY30135" fmla="*/ 327493 h 2767298"/>
              <a:gd name="connsiteX30136" fmla="*/ 1835722 w 4752801"/>
              <a:gd name="connsiteY30136" fmla="*/ 329112 h 2767298"/>
              <a:gd name="connsiteX30137" fmla="*/ 1834103 w 4752801"/>
              <a:gd name="connsiteY30137" fmla="*/ 329112 h 2767298"/>
              <a:gd name="connsiteX30138" fmla="*/ 1833293 w 4752801"/>
              <a:gd name="connsiteY30138" fmla="*/ 327493 h 2767298"/>
              <a:gd name="connsiteX30139" fmla="*/ 1793622 w 4752801"/>
              <a:gd name="connsiteY30139" fmla="*/ 325874 h 2767298"/>
              <a:gd name="connsiteX30140" fmla="*/ 1795241 w 4752801"/>
              <a:gd name="connsiteY30140" fmla="*/ 325874 h 2767298"/>
              <a:gd name="connsiteX30141" fmla="*/ 1796050 w 4752801"/>
              <a:gd name="connsiteY30141" fmla="*/ 327493 h 2767298"/>
              <a:gd name="connsiteX30142" fmla="*/ 1795241 w 4752801"/>
              <a:gd name="connsiteY30142" fmla="*/ 329112 h 2767298"/>
              <a:gd name="connsiteX30143" fmla="*/ 1793622 w 4752801"/>
              <a:gd name="connsiteY30143" fmla="*/ 329112 h 2767298"/>
              <a:gd name="connsiteX30144" fmla="*/ 1792812 w 4752801"/>
              <a:gd name="connsiteY30144" fmla="*/ 327493 h 2767298"/>
              <a:gd name="connsiteX30145" fmla="*/ 1753141 w 4752801"/>
              <a:gd name="connsiteY30145" fmla="*/ 325874 h 2767298"/>
              <a:gd name="connsiteX30146" fmla="*/ 1754760 w 4752801"/>
              <a:gd name="connsiteY30146" fmla="*/ 325874 h 2767298"/>
              <a:gd name="connsiteX30147" fmla="*/ 1755569 w 4752801"/>
              <a:gd name="connsiteY30147" fmla="*/ 327493 h 2767298"/>
              <a:gd name="connsiteX30148" fmla="*/ 1754760 w 4752801"/>
              <a:gd name="connsiteY30148" fmla="*/ 329112 h 2767298"/>
              <a:gd name="connsiteX30149" fmla="*/ 1753141 w 4752801"/>
              <a:gd name="connsiteY30149" fmla="*/ 329112 h 2767298"/>
              <a:gd name="connsiteX30150" fmla="*/ 1752331 w 4752801"/>
              <a:gd name="connsiteY30150" fmla="*/ 327493 h 2767298"/>
              <a:gd name="connsiteX30151" fmla="*/ 1712660 w 4752801"/>
              <a:gd name="connsiteY30151" fmla="*/ 325874 h 2767298"/>
              <a:gd name="connsiteX30152" fmla="*/ 1714279 w 4752801"/>
              <a:gd name="connsiteY30152" fmla="*/ 325874 h 2767298"/>
              <a:gd name="connsiteX30153" fmla="*/ 1715088 w 4752801"/>
              <a:gd name="connsiteY30153" fmla="*/ 327493 h 2767298"/>
              <a:gd name="connsiteX30154" fmla="*/ 1714279 w 4752801"/>
              <a:gd name="connsiteY30154" fmla="*/ 329112 h 2767298"/>
              <a:gd name="connsiteX30155" fmla="*/ 1712660 w 4752801"/>
              <a:gd name="connsiteY30155" fmla="*/ 329112 h 2767298"/>
              <a:gd name="connsiteX30156" fmla="*/ 1711850 w 4752801"/>
              <a:gd name="connsiteY30156" fmla="*/ 327493 h 2767298"/>
              <a:gd name="connsiteX30157" fmla="*/ 3897837 w 4752801"/>
              <a:gd name="connsiteY30157" fmla="*/ 325064 h 2767298"/>
              <a:gd name="connsiteX30158" fmla="*/ 3900670 w 4752801"/>
              <a:gd name="connsiteY30158" fmla="*/ 325064 h 2767298"/>
              <a:gd name="connsiteX30159" fmla="*/ 3901885 w 4752801"/>
              <a:gd name="connsiteY30159" fmla="*/ 327493 h 2767298"/>
              <a:gd name="connsiteX30160" fmla="*/ 3900670 w 4752801"/>
              <a:gd name="connsiteY30160" fmla="*/ 329922 h 2767298"/>
              <a:gd name="connsiteX30161" fmla="*/ 3897837 w 4752801"/>
              <a:gd name="connsiteY30161" fmla="*/ 329922 h 2767298"/>
              <a:gd name="connsiteX30162" fmla="*/ 3896622 w 4752801"/>
              <a:gd name="connsiteY30162" fmla="*/ 327493 h 2767298"/>
              <a:gd name="connsiteX30163" fmla="*/ 3857356 w 4752801"/>
              <a:gd name="connsiteY30163" fmla="*/ 325064 h 2767298"/>
              <a:gd name="connsiteX30164" fmla="*/ 3860189 w 4752801"/>
              <a:gd name="connsiteY30164" fmla="*/ 325064 h 2767298"/>
              <a:gd name="connsiteX30165" fmla="*/ 3861404 w 4752801"/>
              <a:gd name="connsiteY30165" fmla="*/ 327493 h 2767298"/>
              <a:gd name="connsiteX30166" fmla="*/ 3860189 w 4752801"/>
              <a:gd name="connsiteY30166" fmla="*/ 329922 h 2767298"/>
              <a:gd name="connsiteX30167" fmla="*/ 3857356 w 4752801"/>
              <a:gd name="connsiteY30167" fmla="*/ 329922 h 2767298"/>
              <a:gd name="connsiteX30168" fmla="*/ 3856141 w 4752801"/>
              <a:gd name="connsiteY30168" fmla="*/ 327493 h 2767298"/>
              <a:gd name="connsiteX30169" fmla="*/ 3817279 w 4752801"/>
              <a:gd name="connsiteY30169" fmla="*/ 325064 h 2767298"/>
              <a:gd name="connsiteX30170" fmla="*/ 3820113 w 4752801"/>
              <a:gd name="connsiteY30170" fmla="*/ 325064 h 2767298"/>
              <a:gd name="connsiteX30171" fmla="*/ 3821732 w 4752801"/>
              <a:gd name="connsiteY30171" fmla="*/ 327493 h 2767298"/>
              <a:gd name="connsiteX30172" fmla="*/ 3820113 w 4752801"/>
              <a:gd name="connsiteY30172" fmla="*/ 329922 h 2767298"/>
              <a:gd name="connsiteX30173" fmla="*/ 3817279 w 4752801"/>
              <a:gd name="connsiteY30173" fmla="*/ 329922 h 2767298"/>
              <a:gd name="connsiteX30174" fmla="*/ 3815660 w 4752801"/>
              <a:gd name="connsiteY30174" fmla="*/ 327493 h 2767298"/>
              <a:gd name="connsiteX30175" fmla="*/ 2723880 w 4752801"/>
              <a:gd name="connsiteY30175" fmla="*/ 324660 h 2767298"/>
              <a:gd name="connsiteX30176" fmla="*/ 2727119 w 4752801"/>
              <a:gd name="connsiteY30176" fmla="*/ 324660 h 2767298"/>
              <a:gd name="connsiteX30177" fmla="*/ 2728738 w 4752801"/>
              <a:gd name="connsiteY30177" fmla="*/ 327494 h 2767298"/>
              <a:gd name="connsiteX30178" fmla="*/ 2727119 w 4752801"/>
              <a:gd name="connsiteY30178" fmla="*/ 330327 h 2767298"/>
              <a:gd name="connsiteX30179" fmla="*/ 2723880 w 4752801"/>
              <a:gd name="connsiteY30179" fmla="*/ 330327 h 2767298"/>
              <a:gd name="connsiteX30180" fmla="*/ 2722261 w 4752801"/>
              <a:gd name="connsiteY30180" fmla="*/ 327494 h 2767298"/>
              <a:gd name="connsiteX30181" fmla="*/ 3775988 w 4752801"/>
              <a:gd name="connsiteY30181" fmla="*/ 324255 h 2767298"/>
              <a:gd name="connsiteX30182" fmla="*/ 3779632 w 4752801"/>
              <a:gd name="connsiteY30182" fmla="*/ 324255 h 2767298"/>
              <a:gd name="connsiteX30183" fmla="*/ 3781251 w 4752801"/>
              <a:gd name="connsiteY30183" fmla="*/ 327494 h 2767298"/>
              <a:gd name="connsiteX30184" fmla="*/ 3779632 w 4752801"/>
              <a:gd name="connsiteY30184" fmla="*/ 330732 h 2767298"/>
              <a:gd name="connsiteX30185" fmla="*/ 3775988 w 4752801"/>
              <a:gd name="connsiteY30185" fmla="*/ 330732 h 2767298"/>
              <a:gd name="connsiteX30186" fmla="*/ 3774369 w 4752801"/>
              <a:gd name="connsiteY30186" fmla="*/ 327494 h 2767298"/>
              <a:gd name="connsiteX30187" fmla="*/ 3735912 w 4752801"/>
              <a:gd name="connsiteY30187" fmla="*/ 324255 h 2767298"/>
              <a:gd name="connsiteX30188" fmla="*/ 3739555 w 4752801"/>
              <a:gd name="connsiteY30188" fmla="*/ 324255 h 2767298"/>
              <a:gd name="connsiteX30189" fmla="*/ 3741580 w 4752801"/>
              <a:gd name="connsiteY30189" fmla="*/ 327494 h 2767298"/>
              <a:gd name="connsiteX30190" fmla="*/ 3739555 w 4752801"/>
              <a:gd name="connsiteY30190" fmla="*/ 330732 h 2767298"/>
              <a:gd name="connsiteX30191" fmla="*/ 3735912 w 4752801"/>
              <a:gd name="connsiteY30191" fmla="*/ 330732 h 2767298"/>
              <a:gd name="connsiteX30192" fmla="*/ 3733888 w 4752801"/>
              <a:gd name="connsiteY30192" fmla="*/ 327494 h 2767298"/>
              <a:gd name="connsiteX30193" fmla="*/ 2763957 w 4752801"/>
              <a:gd name="connsiteY30193" fmla="*/ 324255 h 2767298"/>
              <a:gd name="connsiteX30194" fmla="*/ 2767601 w 4752801"/>
              <a:gd name="connsiteY30194" fmla="*/ 324255 h 2767298"/>
              <a:gd name="connsiteX30195" fmla="*/ 2769220 w 4752801"/>
              <a:gd name="connsiteY30195" fmla="*/ 327494 h 2767298"/>
              <a:gd name="connsiteX30196" fmla="*/ 2767601 w 4752801"/>
              <a:gd name="connsiteY30196" fmla="*/ 330732 h 2767298"/>
              <a:gd name="connsiteX30197" fmla="*/ 2763957 w 4752801"/>
              <a:gd name="connsiteY30197" fmla="*/ 330732 h 2767298"/>
              <a:gd name="connsiteX30198" fmla="*/ 2762338 w 4752801"/>
              <a:gd name="connsiteY30198" fmla="*/ 327494 h 2767298"/>
              <a:gd name="connsiteX30199" fmla="*/ 2844920 w 4752801"/>
              <a:gd name="connsiteY30199" fmla="*/ 323850 h 2767298"/>
              <a:gd name="connsiteX30200" fmla="*/ 2848563 w 4752801"/>
              <a:gd name="connsiteY30200" fmla="*/ 323850 h 2767298"/>
              <a:gd name="connsiteX30201" fmla="*/ 2849777 w 4752801"/>
              <a:gd name="connsiteY30201" fmla="*/ 324255 h 2767298"/>
              <a:gd name="connsiteX30202" fmla="*/ 2851396 w 4752801"/>
              <a:gd name="connsiteY30202" fmla="*/ 327088 h 2767298"/>
              <a:gd name="connsiteX30203" fmla="*/ 2851396 w 4752801"/>
              <a:gd name="connsiteY30203" fmla="*/ 328303 h 2767298"/>
              <a:gd name="connsiteX30204" fmla="*/ 2849777 w 4752801"/>
              <a:gd name="connsiteY30204" fmla="*/ 331137 h 2767298"/>
              <a:gd name="connsiteX30205" fmla="*/ 2848563 w 4752801"/>
              <a:gd name="connsiteY30205" fmla="*/ 331541 h 2767298"/>
              <a:gd name="connsiteX30206" fmla="*/ 2844920 w 4752801"/>
              <a:gd name="connsiteY30206" fmla="*/ 331541 h 2767298"/>
              <a:gd name="connsiteX30207" fmla="*/ 2843705 w 4752801"/>
              <a:gd name="connsiteY30207" fmla="*/ 331137 h 2767298"/>
              <a:gd name="connsiteX30208" fmla="*/ 2842086 w 4752801"/>
              <a:gd name="connsiteY30208" fmla="*/ 328303 h 2767298"/>
              <a:gd name="connsiteX30209" fmla="*/ 2842086 w 4752801"/>
              <a:gd name="connsiteY30209" fmla="*/ 327088 h 2767298"/>
              <a:gd name="connsiteX30210" fmla="*/ 2843705 w 4752801"/>
              <a:gd name="connsiteY30210" fmla="*/ 324255 h 2767298"/>
              <a:gd name="connsiteX30211" fmla="*/ 2844920 w 4752801"/>
              <a:gd name="connsiteY30211" fmla="*/ 323850 h 2767298"/>
              <a:gd name="connsiteX30212" fmla="*/ 2804034 w 4752801"/>
              <a:gd name="connsiteY30212" fmla="*/ 323850 h 2767298"/>
              <a:gd name="connsiteX30213" fmla="*/ 2808487 w 4752801"/>
              <a:gd name="connsiteY30213" fmla="*/ 323850 h 2767298"/>
              <a:gd name="connsiteX30214" fmla="*/ 2810511 w 4752801"/>
              <a:gd name="connsiteY30214" fmla="*/ 327493 h 2767298"/>
              <a:gd name="connsiteX30215" fmla="*/ 2808487 w 4752801"/>
              <a:gd name="connsiteY30215" fmla="*/ 331137 h 2767298"/>
              <a:gd name="connsiteX30216" fmla="*/ 2804034 w 4752801"/>
              <a:gd name="connsiteY30216" fmla="*/ 331137 h 2767298"/>
              <a:gd name="connsiteX30217" fmla="*/ 2802010 w 4752801"/>
              <a:gd name="connsiteY30217" fmla="*/ 327493 h 2767298"/>
              <a:gd name="connsiteX30218" fmla="*/ 3694621 w 4752801"/>
              <a:gd name="connsiteY30218" fmla="*/ 323445 h 2767298"/>
              <a:gd name="connsiteX30219" fmla="*/ 3699479 w 4752801"/>
              <a:gd name="connsiteY30219" fmla="*/ 323445 h 2767298"/>
              <a:gd name="connsiteX30220" fmla="*/ 3701908 w 4752801"/>
              <a:gd name="connsiteY30220" fmla="*/ 327493 h 2767298"/>
              <a:gd name="connsiteX30221" fmla="*/ 3699479 w 4752801"/>
              <a:gd name="connsiteY30221" fmla="*/ 331541 h 2767298"/>
              <a:gd name="connsiteX30222" fmla="*/ 3694621 w 4752801"/>
              <a:gd name="connsiteY30222" fmla="*/ 331541 h 2767298"/>
              <a:gd name="connsiteX30223" fmla="*/ 3692192 w 4752801"/>
              <a:gd name="connsiteY30223" fmla="*/ 327493 h 2767298"/>
              <a:gd name="connsiteX30224" fmla="*/ 3614064 w 4752801"/>
              <a:gd name="connsiteY30224" fmla="*/ 323445 h 2767298"/>
              <a:gd name="connsiteX30225" fmla="*/ 3618517 w 4752801"/>
              <a:gd name="connsiteY30225" fmla="*/ 323445 h 2767298"/>
              <a:gd name="connsiteX30226" fmla="*/ 3620945 w 4752801"/>
              <a:gd name="connsiteY30226" fmla="*/ 327493 h 2767298"/>
              <a:gd name="connsiteX30227" fmla="*/ 3618517 w 4752801"/>
              <a:gd name="connsiteY30227" fmla="*/ 331541 h 2767298"/>
              <a:gd name="connsiteX30228" fmla="*/ 3614064 w 4752801"/>
              <a:gd name="connsiteY30228" fmla="*/ 331541 h 2767298"/>
              <a:gd name="connsiteX30229" fmla="*/ 3611635 w 4752801"/>
              <a:gd name="connsiteY30229" fmla="*/ 327493 h 2767298"/>
              <a:gd name="connsiteX30230" fmla="*/ 2884996 w 4752801"/>
              <a:gd name="connsiteY30230" fmla="*/ 323445 h 2767298"/>
              <a:gd name="connsiteX30231" fmla="*/ 2889044 w 4752801"/>
              <a:gd name="connsiteY30231" fmla="*/ 323445 h 2767298"/>
              <a:gd name="connsiteX30232" fmla="*/ 2890258 w 4752801"/>
              <a:gd name="connsiteY30232" fmla="*/ 323850 h 2767298"/>
              <a:gd name="connsiteX30233" fmla="*/ 2892283 w 4752801"/>
              <a:gd name="connsiteY30233" fmla="*/ 327088 h 2767298"/>
              <a:gd name="connsiteX30234" fmla="*/ 2892283 w 4752801"/>
              <a:gd name="connsiteY30234" fmla="*/ 328303 h 2767298"/>
              <a:gd name="connsiteX30235" fmla="*/ 2890258 w 4752801"/>
              <a:gd name="connsiteY30235" fmla="*/ 331541 h 2767298"/>
              <a:gd name="connsiteX30236" fmla="*/ 2889044 w 4752801"/>
              <a:gd name="connsiteY30236" fmla="*/ 331946 h 2767298"/>
              <a:gd name="connsiteX30237" fmla="*/ 2884996 w 4752801"/>
              <a:gd name="connsiteY30237" fmla="*/ 331946 h 2767298"/>
              <a:gd name="connsiteX30238" fmla="*/ 2883782 w 4752801"/>
              <a:gd name="connsiteY30238" fmla="*/ 331541 h 2767298"/>
              <a:gd name="connsiteX30239" fmla="*/ 2881758 w 4752801"/>
              <a:gd name="connsiteY30239" fmla="*/ 328303 h 2767298"/>
              <a:gd name="connsiteX30240" fmla="*/ 2881758 w 4752801"/>
              <a:gd name="connsiteY30240" fmla="*/ 327088 h 2767298"/>
              <a:gd name="connsiteX30241" fmla="*/ 2883782 w 4752801"/>
              <a:gd name="connsiteY30241" fmla="*/ 323850 h 2767298"/>
              <a:gd name="connsiteX30242" fmla="*/ 2884996 w 4752801"/>
              <a:gd name="connsiteY30242" fmla="*/ 323445 h 2767298"/>
              <a:gd name="connsiteX30243" fmla="*/ 3654545 w 4752801"/>
              <a:gd name="connsiteY30243" fmla="*/ 323040 h 2767298"/>
              <a:gd name="connsiteX30244" fmla="*/ 3658188 w 4752801"/>
              <a:gd name="connsiteY30244" fmla="*/ 323040 h 2767298"/>
              <a:gd name="connsiteX30245" fmla="*/ 3659402 w 4752801"/>
              <a:gd name="connsiteY30245" fmla="*/ 323445 h 2767298"/>
              <a:gd name="connsiteX30246" fmla="*/ 3661021 w 4752801"/>
              <a:gd name="connsiteY30246" fmla="*/ 326683 h 2767298"/>
              <a:gd name="connsiteX30247" fmla="*/ 3661021 w 4752801"/>
              <a:gd name="connsiteY30247" fmla="*/ 327898 h 2767298"/>
              <a:gd name="connsiteX30248" fmla="*/ 3659402 w 4752801"/>
              <a:gd name="connsiteY30248" fmla="*/ 331136 h 2767298"/>
              <a:gd name="connsiteX30249" fmla="*/ 3658188 w 4752801"/>
              <a:gd name="connsiteY30249" fmla="*/ 331541 h 2767298"/>
              <a:gd name="connsiteX30250" fmla="*/ 3654545 w 4752801"/>
              <a:gd name="connsiteY30250" fmla="*/ 331541 h 2767298"/>
              <a:gd name="connsiteX30251" fmla="*/ 3653330 w 4752801"/>
              <a:gd name="connsiteY30251" fmla="*/ 331136 h 2767298"/>
              <a:gd name="connsiteX30252" fmla="*/ 3651711 w 4752801"/>
              <a:gd name="connsiteY30252" fmla="*/ 327898 h 2767298"/>
              <a:gd name="connsiteX30253" fmla="*/ 3651711 w 4752801"/>
              <a:gd name="connsiteY30253" fmla="*/ 326683 h 2767298"/>
              <a:gd name="connsiteX30254" fmla="*/ 3653330 w 4752801"/>
              <a:gd name="connsiteY30254" fmla="*/ 323445 h 2767298"/>
              <a:gd name="connsiteX30255" fmla="*/ 3654545 w 4752801"/>
              <a:gd name="connsiteY30255" fmla="*/ 323040 h 2767298"/>
              <a:gd name="connsiteX30256" fmla="*/ 2925478 w 4752801"/>
              <a:gd name="connsiteY30256" fmla="*/ 322636 h 2767298"/>
              <a:gd name="connsiteX30257" fmla="*/ 2930335 w 4752801"/>
              <a:gd name="connsiteY30257" fmla="*/ 322636 h 2767298"/>
              <a:gd name="connsiteX30258" fmla="*/ 2931550 w 4752801"/>
              <a:gd name="connsiteY30258" fmla="*/ 323041 h 2767298"/>
              <a:gd name="connsiteX30259" fmla="*/ 2933979 w 4752801"/>
              <a:gd name="connsiteY30259" fmla="*/ 327089 h 2767298"/>
              <a:gd name="connsiteX30260" fmla="*/ 2933979 w 4752801"/>
              <a:gd name="connsiteY30260" fmla="*/ 328303 h 2767298"/>
              <a:gd name="connsiteX30261" fmla="*/ 2931550 w 4752801"/>
              <a:gd name="connsiteY30261" fmla="*/ 332351 h 2767298"/>
              <a:gd name="connsiteX30262" fmla="*/ 2930335 w 4752801"/>
              <a:gd name="connsiteY30262" fmla="*/ 332756 h 2767298"/>
              <a:gd name="connsiteX30263" fmla="*/ 2925478 w 4752801"/>
              <a:gd name="connsiteY30263" fmla="*/ 332756 h 2767298"/>
              <a:gd name="connsiteX30264" fmla="*/ 2924263 w 4752801"/>
              <a:gd name="connsiteY30264" fmla="*/ 332351 h 2767298"/>
              <a:gd name="connsiteX30265" fmla="*/ 2921835 w 4752801"/>
              <a:gd name="connsiteY30265" fmla="*/ 328303 h 2767298"/>
              <a:gd name="connsiteX30266" fmla="*/ 2921835 w 4752801"/>
              <a:gd name="connsiteY30266" fmla="*/ 327089 h 2767298"/>
              <a:gd name="connsiteX30267" fmla="*/ 2924263 w 4752801"/>
              <a:gd name="connsiteY30267" fmla="*/ 323041 h 2767298"/>
              <a:gd name="connsiteX30268" fmla="*/ 2925478 w 4752801"/>
              <a:gd name="connsiteY30268" fmla="*/ 322636 h 2767298"/>
              <a:gd name="connsiteX30269" fmla="*/ 3573178 w 4752801"/>
              <a:gd name="connsiteY30269" fmla="*/ 322231 h 2767298"/>
              <a:gd name="connsiteX30270" fmla="*/ 3577631 w 4752801"/>
              <a:gd name="connsiteY30270" fmla="*/ 322231 h 2767298"/>
              <a:gd name="connsiteX30271" fmla="*/ 3578845 w 4752801"/>
              <a:gd name="connsiteY30271" fmla="*/ 322636 h 2767298"/>
              <a:gd name="connsiteX30272" fmla="*/ 3581274 w 4752801"/>
              <a:gd name="connsiteY30272" fmla="*/ 326684 h 2767298"/>
              <a:gd name="connsiteX30273" fmla="*/ 3581274 w 4752801"/>
              <a:gd name="connsiteY30273" fmla="*/ 327898 h 2767298"/>
              <a:gd name="connsiteX30274" fmla="*/ 3578845 w 4752801"/>
              <a:gd name="connsiteY30274" fmla="*/ 331947 h 2767298"/>
              <a:gd name="connsiteX30275" fmla="*/ 3577631 w 4752801"/>
              <a:gd name="connsiteY30275" fmla="*/ 332351 h 2767298"/>
              <a:gd name="connsiteX30276" fmla="*/ 3573178 w 4752801"/>
              <a:gd name="connsiteY30276" fmla="*/ 332351 h 2767298"/>
              <a:gd name="connsiteX30277" fmla="*/ 3571963 w 4752801"/>
              <a:gd name="connsiteY30277" fmla="*/ 331947 h 2767298"/>
              <a:gd name="connsiteX30278" fmla="*/ 3569535 w 4752801"/>
              <a:gd name="connsiteY30278" fmla="*/ 327898 h 2767298"/>
              <a:gd name="connsiteX30279" fmla="*/ 3569535 w 4752801"/>
              <a:gd name="connsiteY30279" fmla="*/ 326684 h 2767298"/>
              <a:gd name="connsiteX30280" fmla="*/ 3571963 w 4752801"/>
              <a:gd name="connsiteY30280" fmla="*/ 322636 h 2767298"/>
              <a:gd name="connsiteX30281" fmla="*/ 3573178 w 4752801"/>
              <a:gd name="connsiteY30281" fmla="*/ 322231 h 2767298"/>
              <a:gd name="connsiteX30282" fmla="*/ 1224860 w 4752801"/>
              <a:gd name="connsiteY30282" fmla="*/ 322231 h 2767298"/>
              <a:gd name="connsiteX30283" fmla="*/ 1230122 w 4752801"/>
              <a:gd name="connsiteY30283" fmla="*/ 322231 h 2767298"/>
              <a:gd name="connsiteX30284" fmla="*/ 1231337 w 4752801"/>
              <a:gd name="connsiteY30284" fmla="*/ 322636 h 2767298"/>
              <a:gd name="connsiteX30285" fmla="*/ 1234170 w 4752801"/>
              <a:gd name="connsiteY30285" fmla="*/ 327089 h 2767298"/>
              <a:gd name="connsiteX30286" fmla="*/ 1234170 w 4752801"/>
              <a:gd name="connsiteY30286" fmla="*/ 328303 h 2767298"/>
              <a:gd name="connsiteX30287" fmla="*/ 1231337 w 4752801"/>
              <a:gd name="connsiteY30287" fmla="*/ 332756 h 2767298"/>
              <a:gd name="connsiteX30288" fmla="*/ 1230122 w 4752801"/>
              <a:gd name="connsiteY30288" fmla="*/ 333161 h 2767298"/>
              <a:gd name="connsiteX30289" fmla="*/ 1224860 w 4752801"/>
              <a:gd name="connsiteY30289" fmla="*/ 333161 h 2767298"/>
              <a:gd name="connsiteX30290" fmla="*/ 1223645 w 4752801"/>
              <a:gd name="connsiteY30290" fmla="*/ 332756 h 2767298"/>
              <a:gd name="connsiteX30291" fmla="*/ 1220812 w 4752801"/>
              <a:gd name="connsiteY30291" fmla="*/ 328303 h 2767298"/>
              <a:gd name="connsiteX30292" fmla="*/ 1220812 w 4752801"/>
              <a:gd name="connsiteY30292" fmla="*/ 327089 h 2767298"/>
              <a:gd name="connsiteX30293" fmla="*/ 1223645 w 4752801"/>
              <a:gd name="connsiteY30293" fmla="*/ 322636 h 2767298"/>
              <a:gd name="connsiteX30294" fmla="*/ 1224860 w 4752801"/>
              <a:gd name="connsiteY30294" fmla="*/ 322231 h 2767298"/>
              <a:gd name="connsiteX30295" fmla="*/ 2682590 w 4752801"/>
              <a:gd name="connsiteY30295" fmla="*/ 321826 h 2767298"/>
              <a:gd name="connsiteX30296" fmla="*/ 2687447 w 4752801"/>
              <a:gd name="connsiteY30296" fmla="*/ 321826 h 2767298"/>
              <a:gd name="connsiteX30297" fmla="*/ 2688662 w 4752801"/>
              <a:gd name="connsiteY30297" fmla="*/ 322231 h 2767298"/>
              <a:gd name="connsiteX30298" fmla="*/ 2691091 w 4752801"/>
              <a:gd name="connsiteY30298" fmla="*/ 326684 h 2767298"/>
              <a:gd name="connsiteX30299" fmla="*/ 2691091 w 4752801"/>
              <a:gd name="connsiteY30299" fmla="*/ 327898 h 2767298"/>
              <a:gd name="connsiteX30300" fmla="*/ 2688662 w 4752801"/>
              <a:gd name="connsiteY30300" fmla="*/ 332351 h 2767298"/>
              <a:gd name="connsiteX30301" fmla="*/ 2687447 w 4752801"/>
              <a:gd name="connsiteY30301" fmla="*/ 332756 h 2767298"/>
              <a:gd name="connsiteX30302" fmla="*/ 2682590 w 4752801"/>
              <a:gd name="connsiteY30302" fmla="*/ 332756 h 2767298"/>
              <a:gd name="connsiteX30303" fmla="*/ 2681375 w 4752801"/>
              <a:gd name="connsiteY30303" fmla="*/ 332351 h 2767298"/>
              <a:gd name="connsiteX30304" fmla="*/ 2678947 w 4752801"/>
              <a:gd name="connsiteY30304" fmla="*/ 327898 h 2767298"/>
              <a:gd name="connsiteX30305" fmla="*/ 2678947 w 4752801"/>
              <a:gd name="connsiteY30305" fmla="*/ 326684 h 2767298"/>
              <a:gd name="connsiteX30306" fmla="*/ 2681375 w 4752801"/>
              <a:gd name="connsiteY30306" fmla="*/ 322231 h 2767298"/>
              <a:gd name="connsiteX30307" fmla="*/ 2682590 w 4752801"/>
              <a:gd name="connsiteY30307" fmla="*/ 321826 h 2767298"/>
              <a:gd name="connsiteX30308" fmla="*/ 3531481 w 4752801"/>
              <a:gd name="connsiteY30308" fmla="*/ 321016 h 2767298"/>
              <a:gd name="connsiteX30309" fmla="*/ 3538363 w 4752801"/>
              <a:gd name="connsiteY30309" fmla="*/ 321016 h 2767298"/>
              <a:gd name="connsiteX30310" fmla="*/ 3539578 w 4752801"/>
              <a:gd name="connsiteY30310" fmla="*/ 321421 h 2767298"/>
              <a:gd name="connsiteX30311" fmla="*/ 3542816 w 4752801"/>
              <a:gd name="connsiteY30311" fmla="*/ 327088 h 2767298"/>
              <a:gd name="connsiteX30312" fmla="*/ 3542816 w 4752801"/>
              <a:gd name="connsiteY30312" fmla="*/ 328303 h 2767298"/>
              <a:gd name="connsiteX30313" fmla="*/ 3539578 w 4752801"/>
              <a:gd name="connsiteY30313" fmla="*/ 333970 h 2767298"/>
              <a:gd name="connsiteX30314" fmla="*/ 3538363 w 4752801"/>
              <a:gd name="connsiteY30314" fmla="*/ 334375 h 2767298"/>
              <a:gd name="connsiteX30315" fmla="*/ 3531481 w 4752801"/>
              <a:gd name="connsiteY30315" fmla="*/ 334375 h 2767298"/>
              <a:gd name="connsiteX30316" fmla="*/ 3530267 w 4752801"/>
              <a:gd name="connsiteY30316" fmla="*/ 333970 h 2767298"/>
              <a:gd name="connsiteX30317" fmla="*/ 3527029 w 4752801"/>
              <a:gd name="connsiteY30317" fmla="*/ 328303 h 2767298"/>
              <a:gd name="connsiteX30318" fmla="*/ 3527029 w 4752801"/>
              <a:gd name="connsiteY30318" fmla="*/ 327088 h 2767298"/>
              <a:gd name="connsiteX30319" fmla="*/ 3530267 w 4752801"/>
              <a:gd name="connsiteY30319" fmla="*/ 321421 h 2767298"/>
              <a:gd name="connsiteX30320" fmla="*/ 3531481 w 4752801"/>
              <a:gd name="connsiteY30320" fmla="*/ 321016 h 2767298"/>
              <a:gd name="connsiteX30321" fmla="*/ 1345900 w 4752801"/>
              <a:gd name="connsiteY30321" fmla="*/ 321016 h 2767298"/>
              <a:gd name="connsiteX30322" fmla="*/ 1352377 w 4752801"/>
              <a:gd name="connsiteY30322" fmla="*/ 321016 h 2767298"/>
              <a:gd name="connsiteX30323" fmla="*/ 1353591 w 4752801"/>
              <a:gd name="connsiteY30323" fmla="*/ 321421 h 2767298"/>
              <a:gd name="connsiteX30324" fmla="*/ 1356829 w 4752801"/>
              <a:gd name="connsiteY30324" fmla="*/ 327088 h 2767298"/>
              <a:gd name="connsiteX30325" fmla="*/ 1356829 w 4752801"/>
              <a:gd name="connsiteY30325" fmla="*/ 328303 h 2767298"/>
              <a:gd name="connsiteX30326" fmla="*/ 1353591 w 4752801"/>
              <a:gd name="connsiteY30326" fmla="*/ 333970 h 2767298"/>
              <a:gd name="connsiteX30327" fmla="*/ 1352377 w 4752801"/>
              <a:gd name="connsiteY30327" fmla="*/ 334375 h 2767298"/>
              <a:gd name="connsiteX30328" fmla="*/ 1345900 w 4752801"/>
              <a:gd name="connsiteY30328" fmla="*/ 334375 h 2767298"/>
              <a:gd name="connsiteX30329" fmla="*/ 1344685 w 4752801"/>
              <a:gd name="connsiteY30329" fmla="*/ 333970 h 2767298"/>
              <a:gd name="connsiteX30330" fmla="*/ 1341447 w 4752801"/>
              <a:gd name="connsiteY30330" fmla="*/ 328303 h 2767298"/>
              <a:gd name="connsiteX30331" fmla="*/ 1341447 w 4752801"/>
              <a:gd name="connsiteY30331" fmla="*/ 327088 h 2767298"/>
              <a:gd name="connsiteX30332" fmla="*/ 1344685 w 4752801"/>
              <a:gd name="connsiteY30332" fmla="*/ 321421 h 2767298"/>
              <a:gd name="connsiteX30333" fmla="*/ 1345900 w 4752801"/>
              <a:gd name="connsiteY30333" fmla="*/ 321016 h 2767298"/>
              <a:gd name="connsiteX30334" fmla="*/ 1264937 w 4752801"/>
              <a:gd name="connsiteY30334" fmla="*/ 321016 h 2767298"/>
              <a:gd name="connsiteX30335" fmla="*/ 1271009 w 4752801"/>
              <a:gd name="connsiteY30335" fmla="*/ 321016 h 2767298"/>
              <a:gd name="connsiteX30336" fmla="*/ 1272223 w 4752801"/>
              <a:gd name="connsiteY30336" fmla="*/ 321421 h 2767298"/>
              <a:gd name="connsiteX30337" fmla="*/ 1275057 w 4752801"/>
              <a:gd name="connsiteY30337" fmla="*/ 326683 h 2767298"/>
              <a:gd name="connsiteX30338" fmla="*/ 1275057 w 4752801"/>
              <a:gd name="connsiteY30338" fmla="*/ 327898 h 2767298"/>
              <a:gd name="connsiteX30339" fmla="*/ 1272223 w 4752801"/>
              <a:gd name="connsiteY30339" fmla="*/ 333160 h 2767298"/>
              <a:gd name="connsiteX30340" fmla="*/ 1271009 w 4752801"/>
              <a:gd name="connsiteY30340" fmla="*/ 333565 h 2767298"/>
              <a:gd name="connsiteX30341" fmla="*/ 1264937 w 4752801"/>
              <a:gd name="connsiteY30341" fmla="*/ 333565 h 2767298"/>
              <a:gd name="connsiteX30342" fmla="*/ 1263722 w 4752801"/>
              <a:gd name="connsiteY30342" fmla="*/ 333160 h 2767298"/>
              <a:gd name="connsiteX30343" fmla="*/ 1260889 w 4752801"/>
              <a:gd name="connsiteY30343" fmla="*/ 327898 h 2767298"/>
              <a:gd name="connsiteX30344" fmla="*/ 1260889 w 4752801"/>
              <a:gd name="connsiteY30344" fmla="*/ 326683 h 2767298"/>
              <a:gd name="connsiteX30345" fmla="*/ 1263722 w 4752801"/>
              <a:gd name="connsiteY30345" fmla="*/ 321421 h 2767298"/>
              <a:gd name="connsiteX30346" fmla="*/ 1264937 w 4752801"/>
              <a:gd name="connsiteY30346" fmla="*/ 321016 h 2767298"/>
              <a:gd name="connsiteX30347" fmla="*/ 1305418 w 4752801"/>
              <a:gd name="connsiteY30347" fmla="*/ 320612 h 2767298"/>
              <a:gd name="connsiteX30348" fmla="*/ 1311895 w 4752801"/>
              <a:gd name="connsiteY30348" fmla="*/ 320612 h 2767298"/>
              <a:gd name="connsiteX30349" fmla="*/ 1313109 w 4752801"/>
              <a:gd name="connsiteY30349" fmla="*/ 321017 h 2767298"/>
              <a:gd name="connsiteX30350" fmla="*/ 1316347 w 4752801"/>
              <a:gd name="connsiteY30350" fmla="*/ 326684 h 2767298"/>
              <a:gd name="connsiteX30351" fmla="*/ 1316347 w 4752801"/>
              <a:gd name="connsiteY30351" fmla="*/ 327899 h 2767298"/>
              <a:gd name="connsiteX30352" fmla="*/ 1313109 w 4752801"/>
              <a:gd name="connsiteY30352" fmla="*/ 333566 h 2767298"/>
              <a:gd name="connsiteX30353" fmla="*/ 1311895 w 4752801"/>
              <a:gd name="connsiteY30353" fmla="*/ 333971 h 2767298"/>
              <a:gd name="connsiteX30354" fmla="*/ 1305418 w 4752801"/>
              <a:gd name="connsiteY30354" fmla="*/ 333971 h 2767298"/>
              <a:gd name="connsiteX30355" fmla="*/ 1304203 w 4752801"/>
              <a:gd name="connsiteY30355" fmla="*/ 333566 h 2767298"/>
              <a:gd name="connsiteX30356" fmla="*/ 1300965 w 4752801"/>
              <a:gd name="connsiteY30356" fmla="*/ 327899 h 2767298"/>
              <a:gd name="connsiteX30357" fmla="*/ 1300965 w 4752801"/>
              <a:gd name="connsiteY30357" fmla="*/ 326684 h 2767298"/>
              <a:gd name="connsiteX30358" fmla="*/ 1304203 w 4752801"/>
              <a:gd name="connsiteY30358" fmla="*/ 321017 h 2767298"/>
              <a:gd name="connsiteX30359" fmla="*/ 1305418 w 4752801"/>
              <a:gd name="connsiteY30359" fmla="*/ 320612 h 2767298"/>
              <a:gd name="connsiteX30360" fmla="*/ 3450115 w 4752801"/>
              <a:gd name="connsiteY30360" fmla="*/ 320207 h 2767298"/>
              <a:gd name="connsiteX30361" fmla="*/ 3457806 w 4752801"/>
              <a:gd name="connsiteY30361" fmla="*/ 320207 h 2767298"/>
              <a:gd name="connsiteX30362" fmla="*/ 3459020 w 4752801"/>
              <a:gd name="connsiteY30362" fmla="*/ 320612 h 2767298"/>
              <a:gd name="connsiteX30363" fmla="*/ 3462664 w 4752801"/>
              <a:gd name="connsiteY30363" fmla="*/ 327089 h 2767298"/>
              <a:gd name="connsiteX30364" fmla="*/ 3462664 w 4752801"/>
              <a:gd name="connsiteY30364" fmla="*/ 328303 h 2767298"/>
              <a:gd name="connsiteX30365" fmla="*/ 3459020 w 4752801"/>
              <a:gd name="connsiteY30365" fmla="*/ 334780 h 2767298"/>
              <a:gd name="connsiteX30366" fmla="*/ 3457806 w 4752801"/>
              <a:gd name="connsiteY30366" fmla="*/ 335185 h 2767298"/>
              <a:gd name="connsiteX30367" fmla="*/ 3450115 w 4752801"/>
              <a:gd name="connsiteY30367" fmla="*/ 335185 h 2767298"/>
              <a:gd name="connsiteX30368" fmla="*/ 3448900 w 4752801"/>
              <a:gd name="connsiteY30368" fmla="*/ 334780 h 2767298"/>
              <a:gd name="connsiteX30369" fmla="*/ 3445257 w 4752801"/>
              <a:gd name="connsiteY30369" fmla="*/ 328303 h 2767298"/>
              <a:gd name="connsiteX30370" fmla="*/ 3445257 w 4752801"/>
              <a:gd name="connsiteY30370" fmla="*/ 327089 h 2767298"/>
              <a:gd name="connsiteX30371" fmla="*/ 3448900 w 4752801"/>
              <a:gd name="connsiteY30371" fmla="*/ 320612 h 2767298"/>
              <a:gd name="connsiteX30372" fmla="*/ 3450115 w 4752801"/>
              <a:gd name="connsiteY30372" fmla="*/ 320207 h 2767298"/>
              <a:gd name="connsiteX30373" fmla="*/ 2964339 w 4752801"/>
              <a:gd name="connsiteY30373" fmla="*/ 319802 h 2767298"/>
              <a:gd name="connsiteX30374" fmla="*/ 2972436 w 4752801"/>
              <a:gd name="connsiteY30374" fmla="*/ 319802 h 2767298"/>
              <a:gd name="connsiteX30375" fmla="*/ 2973650 w 4752801"/>
              <a:gd name="connsiteY30375" fmla="*/ 320207 h 2767298"/>
              <a:gd name="connsiteX30376" fmla="*/ 2977698 w 4752801"/>
              <a:gd name="connsiteY30376" fmla="*/ 327089 h 2767298"/>
              <a:gd name="connsiteX30377" fmla="*/ 2977698 w 4752801"/>
              <a:gd name="connsiteY30377" fmla="*/ 328303 h 2767298"/>
              <a:gd name="connsiteX30378" fmla="*/ 2973650 w 4752801"/>
              <a:gd name="connsiteY30378" fmla="*/ 335185 h 2767298"/>
              <a:gd name="connsiteX30379" fmla="*/ 2972436 w 4752801"/>
              <a:gd name="connsiteY30379" fmla="*/ 335590 h 2767298"/>
              <a:gd name="connsiteX30380" fmla="*/ 2964339 w 4752801"/>
              <a:gd name="connsiteY30380" fmla="*/ 335590 h 2767298"/>
              <a:gd name="connsiteX30381" fmla="*/ 2963125 w 4752801"/>
              <a:gd name="connsiteY30381" fmla="*/ 335185 h 2767298"/>
              <a:gd name="connsiteX30382" fmla="*/ 2959077 w 4752801"/>
              <a:gd name="connsiteY30382" fmla="*/ 328303 h 2767298"/>
              <a:gd name="connsiteX30383" fmla="*/ 2959077 w 4752801"/>
              <a:gd name="connsiteY30383" fmla="*/ 327089 h 2767298"/>
              <a:gd name="connsiteX30384" fmla="*/ 2963125 w 4752801"/>
              <a:gd name="connsiteY30384" fmla="*/ 320207 h 2767298"/>
              <a:gd name="connsiteX30385" fmla="*/ 2964339 w 4752801"/>
              <a:gd name="connsiteY30385" fmla="*/ 319802 h 2767298"/>
              <a:gd name="connsiteX30386" fmla="*/ 3490191 w 4752801"/>
              <a:gd name="connsiteY30386" fmla="*/ 319397 h 2767298"/>
              <a:gd name="connsiteX30387" fmla="*/ 3498692 w 4752801"/>
              <a:gd name="connsiteY30387" fmla="*/ 319397 h 2767298"/>
              <a:gd name="connsiteX30388" fmla="*/ 3499906 w 4752801"/>
              <a:gd name="connsiteY30388" fmla="*/ 319802 h 2767298"/>
              <a:gd name="connsiteX30389" fmla="*/ 3503955 w 4752801"/>
              <a:gd name="connsiteY30389" fmla="*/ 327088 h 2767298"/>
              <a:gd name="connsiteX30390" fmla="*/ 3503955 w 4752801"/>
              <a:gd name="connsiteY30390" fmla="*/ 328303 h 2767298"/>
              <a:gd name="connsiteX30391" fmla="*/ 3499906 w 4752801"/>
              <a:gd name="connsiteY30391" fmla="*/ 335590 h 2767298"/>
              <a:gd name="connsiteX30392" fmla="*/ 3498692 w 4752801"/>
              <a:gd name="connsiteY30392" fmla="*/ 335994 h 2767298"/>
              <a:gd name="connsiteX30393" fmla="*/ 3490191 w 4752801"/>
              <a:gd name="connsiteY30393" fmla="*/ 335994 h 2767298"/>
              <a:gd name="connsiteX30394" fmla="*/ 3488977 w 4752801"/>
              <a:gd name="connsiteY30394" fmla="*/ 335590 h 2767298"/>
              <a:gd name="connsiteX30395" fmla="*/ 3484929 w 4752801"/>
              <a:gd name="connsiteY30395" fmla="*/ 328303 h 2767298"/>
              <a:gd name="connsiteX30396" fmla="*/ 3484929 w 4752801"/>
              <a:gd name="connsiteY30396" fmla="*/ 327088 h 2767298"/>
              <a:gd name="connsiteX30397" fmla="*/ 3488977 w 4752801"/>
              <a:gd name="connsiteY30397" fmla="*/ 319802 h 2767298"/>
              <a:gd name="connsiteX30398" fmla="*/ 3490191 w 4752801"/>
              <a:gd name="connsiteY30398" fmla="*/ 319397 h 2767298"/>
              <a:gd name="connsiteX30399" fmla="*/ 3409229 w 4752801"/>
              <a:gd name="connsiteY30399" fmla="*/ 318587 h 2767298"/>
              <a:gd name="connsiteX30400" fmla="*/ 3418135 w 4752801"/>
              <a:gd name="connsiteY30400" fmla="*/ 318587 h 2767298"/>
              <a:gd name="connsiteX30401" fmla="*/ 3419349 w 4752801"/>
              <a:gd name="connsiteY30401" fmla="*/ 319397 h 2767298"/>
              <a:gd name="connsiteX30402" fmla="*/ 3423802 w 4752801"/>
              <a:gd name="connsiteY30402" fmla="*/ 327088 h 2767298"/>
              <a:gd name="connsiteX30403" fmla="*/ 3423802 w 4752801"/>
              <a:gd name="connsiteY30403" fmla="*/ 328302 h 2767298"/>
              <a:gd name="connsiteX30404" fmla="*/ 3419349 w 4752801"/>
              <a:gd name="connsiteY30404" fmla="*/ 335994 h 2767298"/>
              <a:gd name="connsiteX30405" fmla="*/ 3418135 w 4752801"/>
              <a:gd name="connsiteY30405" fmla="*/ 336399 h 2767298"/>
              <a:gd name="connsiteX30406" fmla="*/ 3409229 w 4752801"/>
              <a:gd name="connsiteY30406" fmla="*/ 336399 h 2767298"/>
              <a:gd name="connsiteX30407" fmla="*/ 3408014 w 4752801"/>
              <a:gd name="connsiteY30407" fmla="*/ 335994 h 2767298"/>
              <a:gd name="connsiteX30408" fmla="*/ 3403562 w 4752801"/>
              <a:gd name="connsiteY30408" fmla="*/ 328302 h 2767298"/>
              <a:gd name="connsiteX30409" fmla="*/ 3403562 w 4752801"/>
              <a:gd name="connsiteY30409" fmla="*/ 327088 h 2767298"/>
              <a:gd name="connsiteX30410" fmla="*/ 3408014 w 4752801"/>
              <a:gd name="connsiteY30410" fmla="*/ 319397 h 2767298"/>
              <a:gd name="connsiteX30411" fmla="*/ 3409229 w 4752801"/>
              <a:gd name="connsiteY30411" fmla="*/ 318587 h 2767298"/>
              <a:gd name="connsiteX30412" fmla="*/ 3368342 w 4752801"/>
              <a:gd name="connsiteY30412" fmla="*/ 318183 h 2767298"/>
              <a:gd name="connsiteX30413" fmla="*/ 3377653 w 4752801"/>
              <a:gd name="connsiteY30413" fmla="*/ 318183 h 2767298"/>
              <a:gd name="connsiteX30414" fmla="*/ 3378867 w 4752801"/>
              <a:gd name="connsiteY30414" fmla="*/ 318588 h 2767298"/>
              <a:gd name="connsiteX30415" fmla="*/ 3383320 w 4752801"/>
              <a:gd name="connsiteY30415" fmla="*/ 326684 h 2767298"/>
              <a:gd name="connsiteX30416" fmla="*/ 3383320 w 4752801"/>
              <a:gd name="connsiteY30416" fmla="*/ 327899 h 2767298"/>
              <a:gd name="connsiteX30417" fmla="*/ 3378867 w 4752801"/>
              <a:gd name="connsiteY30417" fmla="*/ 335995 h 2767298"/>
              <a:gd name="connsiteX30418" fmla="*/ 3377653 w 4752801"/>
              <a:gd name="connsiteY30418" fmla="*/ 336804 h 2767298"/>
              <a:gd name="connsiteX30419" fmla="*/ 3368342 w 4752801"/>
              <a:gd name="connsiteY30419" fmla="*/ 336804 h 2767298"/>
              <a:gd name="connsiteX30420" fmla="*/ 3367128 w 4752801"/>
              <a:gd name="connsiteY30420" fmla="*/ 335995 h 2767298"/>
              <a:gd name="connsiteX30421" fmla="*/ 3362675 w 4752801"/>
              <a:gd name="connsiteY30421" fmla="*/ 327899 h 2767298"/>
              <a:gd name="connsiteX30422" fmla="*/ 3362675 w 4752801"/>
              <a:gd name="connsiteY30422" fmla="*/ 326684 h 2767298"/>
              <a:gd name="connsiteX30423" fmla="*/ 3367128 w 4752801"/>
              <a:gd name="connsiteY30423" fmla="*/ 318588 h 2767298"/>
              <a:gd name="connsiteX30424" fmla="*/ 3368342 w 4752801"/>
              <a:gd name="connsiteY30424" fmla="*/ 318183 h 2767298"/>
              <a:gd name="connsiteX30425" fmla="*/ 3327861 w 4752801"/>
              <a:gd name="connsiteY30425" fmla="*/ 318183 h 2767298"/>
              <a:gd name="connsiteX30426" fmla="*/ 3337172 w 4752801"/>
              <a:gd name="connsiteY30426" fmla="*/ 318183 h 2767298"/>
              <a:gd name="connsiteX30427" fmla="*/ 3338386 w 4752801"/>
              <a:gd name="connsiteY30427" fmla="*/ 318588 h 2767298"/>
              <a:gd name="connsiteX30428" fmla="*/ 3342839 w 4752801"/>
              <a:gd name="connsiteY30428" fmla="*/ 326684 h 2767298"/>
              <a:gd name="connsiteX30429" fmla="*/ 3342839 w 4752801"/>
              <a:gd name="connsiteY30429" fmla="*/ 327899 h 2767298"/>
              <a:gd name="connsiteX30430" fmla="*/ 3338386 w 4752801"/>
              <a:gd name="connsiteY30430" fmla="*/ 335995 h 2767298"/>
              <a:gd name="connsiteX30431" fmla="*/ 3337172 w 4752801"/>
              <a:gd name="connsiteY30431" fmla="*/ 336400 h 2767298"/>
              <a:gd name="connsiteX30432" fmla="*/ 3327861 w 4752801"/>
              <a:gd name="connsiteY30432" fmla="*/ 336400 h 2767298"/>
              <a:gd name="connsiteX30433" fmla="*/ 3326647 w 4752801"/>
              <a:gd name="connsiteY30433" fmla="*/ 335995 h 2767298"/>
              <a:gd name="connsiteX30434" fmla="*/ 3322194 w 4752801"/>
              <a:gd name="connsiteY30434" fmla="*/ 327899 h 2767298"/>
              <a:gd name="connsiteX30435" fmla="*/ 3322194 w 4752801"/>
              <a:gd name="connsiteY30435" fmla="*/ 326684 h 2767298"/>
              <a:gd name="connsiteX30436" fmla="*/ 3326647 w 4752801"/>
              <a:gd name="connsiteY30436" fmla="*/ 318588 h 2767298"/>
              <a:gd name="connsiteX30437" fmla="*/ 3327861 w 4752801"/>
              <a:gd name="connsiteY30437" fmla="*/ 318183 h 2767298"/>
              <a:gd name="connsiteX30438" fmla="*/ 3286975 w 4752801"/>
              <a:gd name="connsiteY30438" fmla="*/ 318183 h 2767298"/>
              <a:gd name="connsiteX30439" fmla="*/ 3297095 w 4752801"/>
              <a:gd name="connsiteY30439" fmla="*/ 318183 h 2767298"/>
              <a:gd name="connsiteX30440" fmla="*/ 3298310 w 4752801"/>
              <a:gd name="connsiteY30440" fmla="*/ 318588 h 2767298"/>
              <a:gd name="connsiteX30441" fmla="*/ 3303167 w 4752801"/>
              <a:gd name="connsiteY30441" fmla="*/ 327089 h 2767298"/>
              <a:gd name="connsiteX30442" fmla="*/ 3303167 w 4752801"/>
              <a:gd name="connsiteY30442" fmla="*/ 328303 h 2767298"/>
              <a:gd name="connsiteX30443" fmla="*/ 3298310 w 4752801"/>
              <a:gd name="connsiteY30443" fmla="*/ 336804 h 2767298"/>
              <a:gd name="connsiteX30444" fmla="*/ 3297095 w 4752801"/>
              <a:gd name="connsiteY30444" fmla="*/ 337614 h 2767298"/>
              <a:gd name="connsiteX30445" fmla="*/ 3286975 w 4752801"/>
              <a:gd name="connsiteY30445" fmla="*/ 337614 h 2767298"/>
              <a:gd name="connsiteX30446" fmla="*/ 3285761 w 4752801"/>
              <a:gd name="connsiteY30446" fmla="*/ 336804 h 2767298"/>
              <a:gd name="connsiteX30447" fmla="*/ 3280903 w 4752801"/>
              <a:gd name="connsiteY30447" fmla="*/ 328303 h 2767298"/>
              <a:gd name="connsiteX30448" fmla="*/ 3280903 w 4752801"/>
              <a:gd name="connsiteY30448" fmla="*/ 327089 h 2767298"/>
              <a:gd name="connsiteX30449" fmla="*/ 3285761 w 4752801"/>
              <a:gd name="connsiteY30449" fmla="*/ 318588 h 2767298"/>
              <a:gd name="connsiteX30450" fmla="*/ 3286975 w 4752801"/>
              <a:gd name="connsiteY30450" fmla="*/ 318183 h 2767298"/>
              <a:gd name="connsiteX30451" fmla="*/ 3246494 w 4752801"/>
              <a:gd name="connsiteY30451" fmla="*/ 318183 h 2767298"/>
              <a:gd name="connsiteX30452" fmla="*/ 3256614 w 4752801"/>
              <a:gd name="connsiteY30452" fmla="*/ 318183 h 2767298"/>
              <a:gd name="connsiteX30453" fmla="*/ 3257829 w 4752801"/>
              <a:gd name="connsiteY30453" fmla="*/ 318588 h 2767298"/>
              <a:gd name="connsiteX30454" fmla="*/ 3262686 w 4752801"/>
              <a:gd name="connsiteY30454" fmla="*/ 327089 h 2767298"/>
              <a:gd name="connsiteX30455" fmla="*/ 3262686 w 4752801"/>
              <a:gd name="connsiteY30455" fmla="*/ 328303 h 2767298"/>
              <a:gd name="connsiteX30456" fmla="*/ 3257829 w 4752801"/>
              <a:gd name="connsiteY30456" fmla="*/ 336804 h 2767298"/>
              <a:gd name="connsiteX30457" fmla="*/ 3256614 w 4752801"/>
              <a:gd name="connsiteY30457" fmla="*/ 337209 h 2767298"/>
              <a:gd name="connsiteX30458" fmla="*/ 3246494 w 4752801"/>
              <a:gd name="connsiteY30458" fmla="*/ 337209 h 2767298"/>
              <a:gd name="connsiteX30459" fmla="*/ 3245280 w 4752801"/>
              <a:gd name="connsiteY30459" fmla="*/ 336804 h 2767298"/>
              <a:gd name="connsiteX30460" fmla="*/ 3240422 w 4752801"/>
              <a:gd name="connsiteY30460" fmla="*/ 328303 h 2767298"/>
              <a:gd name="connsiteX30461" fmla="*/ 3240422 w 4752801"/>
              <a:gd name="connsiteY30461" fmla="*/ 327089 h 2767298"/>
              <a:gd name="connsiteX30462" fmla="*/ 3245280 w 4752801"/>
              <a:gd name="connsiteY30462" fmla="*/ 318588 h 2767298"/>
              <a:gd name="connsiteX30463" fmla="*/ 3246494 w 4752801"/>
              <a:gd name="connsiteY30463" fmla="*/ 318183 h 2767298"/>
              <a:gd name="connsiteX30464" fmla="*/ 3206013 w 4752801"/>
              <a:gd name="connsiteY30464" fmla="*/ 318183 h 2767298"/>
              <a:gd name="connsiteX30465" fmla="*/ 3216133 w 4752801"/>
              <a:gd name="connsiteY30465" fmla="*/ 318183 h 2767298"/>
              <a:gd name="connsiteX30466" fmla="*/ 3217348 w 4752801"/>
              <a:gd name="connsiteY30466" fmla="*/ 318588 h 2767298"/>
              <a:gd name="connsiteX30467" fmla="*/ 3222205 w 4752801"/>
              <a:gd name="connsiteY30467" fmla="*/ 327089 h 2767298"/>
              <a:gd name="connsiteX30468" fmla="*/ 3222205 w 4752801"/>
              <a:gd name="connsiteY30468" fmla="*/ 328303 h 2767298"/>
              <a:gd name="connsiteX30469" fmla="*/ 3217348 w 4752801"/>
              <a:gd name="connsiteY30469" fmla="*/ 336804 h 2767298"/>
              <a:gd name="connsiteX30470" fmla="*/ 3216133 w 4752801"/>
              <a:gd name="connsiteY30470" fmla="*/ 337209 h 2767298"/>
              <a:gd name="connsiteX30471" fmla="*/ 3206013 w 4752801"/>
              <a:gd name="connsiteY30471" fmla="*/ 337209 h 2767298"/>
              <a:gd name="connsiteX30472" fmla="*/ 3204799 w 4752801"/>
              <a:gd name="connsiteY30472" fmla="*/ 336804 h 2767298"/>
              <a:gd name="connsiteX30473" fmla="*/ 3199941 w 4752801"/>
              <a:gd name="connsiteY30473" fmla="*/ 328303 h 2767298"/>
              <a:gd name="connsiteX30474" fmla="*/ 3199941 w 4752801"/>
              <a:gd name="connsiteY30474" fmla="*/ 327089 h 2767298"/>
              <a:gd name="connsiteX30475" fmla="*/ 3204799 w 4752801"/>
              <a:gd name="connsiteY30475" fmla="*/ 318588 h 2767298"/>
              <a:gd name="connsiteX30476" fmla="*/ 3206013 w 4752801"/>
              <a:gd name="connsiteY30476" fmla="*/ 318183 h 2767298"/>
              <a:gd name="connsiteX30477" fmla="*/ 3125455 w 4752801"/>
              <a:gd name="connsiteY30477" fmla="*/ 317778 h 2767298"/>
              <a:gd name="connsiteX30478" fmla="*/ 3135170 w 4752801"/>
              <a:gd name="connsiteY30478" fmla="*/ 317778 h 2767298"/>
              <a:gd name="connsiteX30479" fmla="*/ 3136385 w 4752801"/>
              <a:gd name="connsiteY30479" fmla="*/ 318183 h 2767298"/>
              <a:gd name="connsiteX30480" fmla="*/ 3141243 w 4752801"/>
              <a:gd name="connsiteY30480" fmla="*/ 326684 h 2767298"/>
              <a:gd name="connsiteX30481" fmla="*/ 3141243 w 4752801"/>
              <a:gd name="connsiteY30481" fmla="*/ 327898 h 2767298"/>
              <a:gd name="connsiteX30482" fmla="*/ 3136385 w 4752801"/>
              <a:gd name="connsiteY30482" fmla="*/ 336399 h 2767298"/>
              <a:gd name="connsiteX30483" fmla="*/ 3135170 w 4752801"/>
              <a:gd name="connsiteY30483" fmla="*/ 337209 h 2767298"/>
              <a:gd name="connsiteX30484" fmla="*/ 3125455 w 4752801"/>
              <a:gd name="connsiteY30484" fmla="*/ 337209 h 2767298"/>
              <a:gd name="connsiteX30485" fmla="*/ 3124241 w 4752801"/>
              <a:gd name="connsiteY30485" fmla="*/ 336399 h 2767298"/>
              <a:gd name="connsiteX30486" fmla="*/ 3119383 w 4752801"/>
              <a:gd name="connsiteY30486" fmla="*/ 327898 h 2767298"/>
              <a:gd name="connsiteX30487" fmla="*/ 3119383 w 4752801"/>
              <a:gd name="connsiteY30487" fmla="*/ 326684 h 2767298"/>
              <a:gd name="connsiteX30488" fmla="*/ 3124241 w 4752801"/>
              <a:gd name="connsiteY30488" fmla="*/ 318183 h 2767298"/>
              <a:gd name="connsiteX30489" fmla="*/ 3125455 w 4752801"/>
              <a:gd name="connsiteY30489" fmla="*/ 317778 h 2767298"/>
              <a:gd name="connsiteX30490" fmla="*/ 3084974 w 4752801"/>
              <a:gd name="connsiteY30490" fmla="*/ 317778 h 2767298"/>
              <a:gd name="connsiteX30491" fmla="*/ 3094689 w 4752801"/>
              <a:gd name="connsiteY30491" fmla="*/ 317778 h 2767298"/>
              <a:gd name="connsiteX30492" fmla="*/ 3095904 w 4752801"/>
              <a:gd name="connsiteY30492" fmla="*/ 318183 h 2767298"/>
              <a:gd name="connsiteX30493" fmla="*/ 3100762 w 4752801"/>
              <a:gd name="connsiteY30493" fmla="*/ 326684 h 2767298"/>
              <a:gd name="connsiteX30494" fmla="*/ 3100762 w 4752801"/>
              <a:gd name="connsiteY30494" fmla="*/ 327898 h 2767298"/>
              <a:gd name="connsiteX30495" fmla="*/ 3095904 w 4752801"/>
              <a:gd name="connsiteY30495" fmla="*/ 336399 h 2767298"/>
              <a:gd name="connsiteX30496" fmla="*/ 3094689 w 4752801"/>
              <a:gd name="connsiteY30496" fmla="*/ 336804 h 2767298"/>
              <a:gd name="connsiteX30497" fmla="*/ 3084974 w 4752801"/>
              <a:gd name="connsiteY30497" fmla="*/ 336804 h 2767298"/>
              <a:gd name="connsiteX30498" fmla="*/ 3083760 w 4752801"/>
              <a:gd name="connsiteY30498" fmla="*/ 336399 h 2767298"/>
              <a:gd name="connsiteX30499" fmla="*/ 3078902 w 4752801"/>
              <a:gd name="connsiteY30499" fmla="*/ 327898 h 2767298"/>
              <a:gd name="connsiteX30500" fmla="*/ 3078902 w 4752801"/>
              <a:gd name="connsiteY30500" fmla="*/ 326684 h 2767298"/>
              <a:gd name="connsiteX30501" fmla="*/ 3083760 w 4752801"/>
              <a:gd name="connsiteY30501" fmla="*/ 318183 h 2767298"/>
              <a:gd name="connsiteX30502" fmla="*/ 3084974 w 4752801"/>
              <a:gd name="connsiteY30502" fmla="*/ 317778 h 2767298"/>
              <a:gd name="connsiteX30503" fmla="*/ 3165126 w 4752801"/>
              <a:gd name="connsiteY30503" fmla="*/ 317373 h 2767298"/>
              <a:gd name="connsiteX30504" fmla="*/ 3176056 w 4752801"/>
              <a:gd name="connsiteY30504" fmla="*/ 317373 h 2767298"/>
              <a:gd name="connsiteX30505" fmla="*/ 3177271 w 4752801"/>
              <a:gd name="connsiteY30505" fmla="*/ 317778 h 2767298"/>
              <a:gd name="connsiteX30506" fmla="*/ 3182534 w 4752801"/>
              <a:gd name="connsiteY30506" fmla="*/ 327088 h 2767298"/>
              <a:gd name="connsiteX30507" fmla="*/ 3182534 w 4752801"/>
              <a:gd name="connsiteY30507" fmla="*/ 328303 h 2767298"/>
              <a:gd name="connsiteX30508" fmla="*/ 3177271 w 4752801"/>
              <a:gd name="connsiteY30508" fmla="*/ 337614 h 2767298"/>
              <a:gd name="connsiteX30509" fmla="*/ 3176056 w 4752801"/>
              <a:gd name="connsiteY30509" fmla="*/ 338018 h 2767298"/>
              <a:gd name="connsiteX30510" fmla="*/ 3165126 w 4752801"/>
              <a:gd name="connsiteY30510" fmla="*/ 338018 h 2767298"/>
              <a:gd name="connsiteX30511" fmla="*/ 3163912 w 4752801"/>
              <a:gd name="connsiteY30511" fmla="*/ 337614 h 2767298"/>
              <a:gd name="connsiteX30512" fmla="*/ 3158650 w 4752801"/>
              <a:gd name="connsiteY30512" fmla="*/ 328303 h 2767298"/>
              <a:gd name="connsiteX30513" fmla="*/ 3158650 w 4752801"/>
              <a:gd name="connsiteY30513" fmla="*/ 327088 h 2767298"/>
              <a:gd name="connsiteX30514" fmla="*/ 3163912 w 4752801"/>
              <a:gd name="connsiteY30514" fmla="*/ 317778 h 2767298"/>
              <a:gd name="connsiteX30515" fmla="*/ 3165126 w 4752801"/>
              <a:gd name="connsiteY30515" fmla="*/ 317373 h 2767298"/>
              <a:gd name="connsiteX30516" fmla="*/ 3044087 w 4752801"/>
              <a:gd name="connsiteY30516" fmla="*/ 317373 h 2767298"/>
              <a:gd name="connsiteX30517" fmla="*/ 3054612 w 4752801"/>
              <a:gd name="connsiteY30517" fmla="*/ 317373 h 2767298"/>
              <a:gd name="connsiteX30518" fmla="*/ 3055827 w 4752801"/>
              <a:gd name="connsiteY30518" fmla="*/ 318183 h 2767298"/>
              <a:gd name="connsiteX30519" fmla="*/ 3061090 w 4752801"/>
              <a:gd name="connsiteY30519" fmla="*/ 327088 h 2767298"/>
              <a:gd name="connsiteX30520" fmla="*/ 3061090 w 4752801"/>
              <a:gd name="connsiteY30520" fmla="*/ 328303 h 2767298"/>
              <a:gd name="connsiteX30521" fmla="*/ 3055827 w 4752801"/>
              <a:gd name="connsiteY30521" fmla="*/ 337209 h 2767298"/>
              <a:gd name="connsiteX30522" fmla="*/ 3054612 w 4752801"/>
              <a:gd name="connsiteY30522" fmla="*/ 338018 h 2767298"/>
              <a:gd name="connsiteX30523" fmla="*/ 3044087 w 4752801"/>
              <a:gd name="connsiteY30523" fmla="*/ 338018 h 2767298"/>
              <a:gd name="connsiteX30524" fmla="*/ 3042873 w 4752801"/>
              <a:gd name="connsiteY30524" fmla="*/ 337209 h 2767298"/>
              <a:gd name="connsiteX30525" fmla="*/ 3037611 w 4752801"/>
              <a:gd name="connsiteY30525" fmla="*/ 328303 h 2767298"/>
              <a:gd name="connsiteX30526" fmla="*/ 3037611 w 4752801"/>
              <a:gd name="connsiteY30526" fmla="*/ 327088 h 2767298"/>
              <a:gd name="connsiteX30527" fmla="*/ 3042873 w 4752801"/>
              <a:gd name="connsiteY30527" fmla="*/ 318183 h 2767298"/>
              <a:gd name="connsiteX30528" fmla="*/ 3044087 w 4752801"/>
              <a:gd name="connsiteY30528" fmla="*/ 317373 h 2767298"/>
              <a:gd name="connsiteX30529" fmla="*/ 3001582 w 4752801"/>
              <a:gd name="connsiteY30529" fmla="*/ 314134 h 2767298"/>
              <a:gd name="connsiteX30530" fmla="*/ 3016156 w 4752801"/>
              <a:gd name="connsiteY30530" fmla="*/ 314134 h 2767298"/>
              <a:gd name="connsiteX30531" fmla="*/ 3017370 w 4752801"/>
              <a:gd name="connsiteY30531" fmla="*/ 314539 h 2767298"/>
              <a:gd name="connsiteX30532" fmla="*/ 3024657 w 4752801"/>
              <a:gd name="connsiteY30532" fmla="*/ 327088 h 2767298"/>
              <a:gd name="connsiteX30533" fmla="*/ 3024657 w 4752801"/>
              <a:gd name="connsiteY30533" fmla="*/ 328302 h 2767298"/>
              <a:gd name="connsiteX30534" fmla="*/ 3017370 w 4752801"/>
              <a:gd name="connsiteY30534" fmla="*/ 340852 h 2767298"/>
              <a:gd name="connsiteX30535" fmla="*/ 3016156 w 4752801"/>
              <a:gd name="connsiteY30535" fmla="*/ 341256 h 2767298"/>
              <a:gd name="connsiteX30536" fmla="*/ 3001582 w 4752801"/>
              <a:gd name="connsiteY30536" fmla="*/ 341256 h 2767298"/>
              <a:gd name="connsiteX30537" fmla="*/ 3000368 w 4752801"/>
              <a:gd name="connsiteY30537" fmla="*/ 340852 h 2767298"/>
              <a:gd name="connsiteX30538" fmla="*/ 2993082 w 4752801"/>
              <a:gd name="connsiteY30538" fmla="*/ 328302 h 2767298"/>
              <a:gd name="connsiteX30539" fmla="*/ 2993082 w 4752801"/>
              <a:gd name="connsiteY30539" fmla="*/ 327088 h 2767298"/>
              <a:gd name="connsiteX30540" fmla="*/ 3000368 w 4752801"/>
              <a:gd name="connsiteY30540" fmla="*/ 314539 h 2767298"/>
              <a:gd name="connsiteX30541" fmla="*/ 3001582 w 4752801"/>
              <a:gd name="connsiteY30541" fmla="*/ 314134 h 2767298"/>
              <a:gd name="connsiteX30542" fmla="*/ 2522284 w 4752801"/>
              <a:gd name="connsiteY30542" fmla="*/ 286202 h 2767298"/>
              <a:gd name="connsiteX30543" fmla="*/ 2523498 w 4752801"/>
              <a:gd name="connsiteY30543" fmla="*/ 286202 h 2767298"/>
              <a:gd name="connsiteX30544" fmla="*/ 2523903 w 4752801"/>
              <a:gd name="connsiteY30544" fmla="*/ 287012 h 2767298"/>
              <a:gd name="connsiteX30545" fmla="*/ 2523498 w 4752801"/>
              <a:gd name="connsiteY30545" fmla="*/ 287821 h 2767298"/>
              <a:gd name="connsiteX30546" fmla="*/ 2522284 w 4752801"/>
              <a:gd name="connsiteY30546" fmla="*/ 287821 h 2767298"/>
              <a:gd name="connsiteX30547" fmla="*/ 2521879 w 4752801"/>
              <a:gd name="connsiteY30547" fmla="*/ 287012 h 2767298"/>
              <a:gd name="connsiteX30548" fmla="*/ 2482208 w 4752801"/>
              <a:gd name="connsiteY30548" fmla="*/ 286202 h 2767298"/>
              <a:gd name="connsiteX30549" fmla="*/ 2483017 w 4752801"/>
              <a:gd name="connsiteY30549" fmla="*/ 286202 h 2767298"/>
              <a:gd name="connsiteX30550" fmla="*/ 2483422 w 4752801"/>
              <a:gd name="connsiteY30550" fmla="*/ 287012 h 2767298"/>
              <a:gd name="connsiteX30551" fmla="*/ 2483017 w 4752801"/>
              <a:gd name="connsiteY30551" fmla="*/ 287821 h 2767298"/>
              <a:gd name="connsiteX30552" fmla="*/ 2482208 w 4752801"/>
              <a:gd name="connsiteY30552" fmla="*/ 287821 h 2767298"/>
              <a:gd name="connsiteX30553" fmla="*/ 2481803 w 4752801"/>
              <a:gd name="connsiteY30553" fmla="*/ 287012 h 2767298"/>
              <a:gd name="connsiteX30554" fmla="*/ 2441727 w 4752801"/>
              <a:gd name="connsiteY30554" fmla="*/ 286202 h 2767298"/>
              <a:gd name="connsiteX30555" fmla="*/ 2442536 w 4752801"/>
              <a:gd name="connsiteY30555" fmla="*/ 286202 h 2767298"/>
              <a:gd name="connsiteX30556" fmla="*/ 2442941 w 4752801"/>
              <a:gd name="connsiteY30556" fmla="*/ 287012 h 2767298"/>
              <a:gd name="connsiteX30557" fmla="*/ 2442536 w 4752801"/>
              <a:gd name="connsiteY30557" fmla="*/ 287821 h 2767298"/>
              <a:gd name="connsiteX30558" fmla="*/ 2441727 w 4752801"/>
              <a:gd name="connsiteY30558" fmla="*/ 287821 h 2767298"/>
              <a:gd name="connsiteX30559" fmla="*/ 2441322 w 4752801"/>
              <a:gd name="connsiteY30559" fmla="*/ 287012 h 2767298"/>
              <a:gd name="connsiteX30560" fmla="*/ 2401245 w 4752801"/>
              <a:gd name="connsiteY30560" fmla="*/ 286202 h 2767298"/>
              <a:gd name="connsiteX30561" fmla="*/ 2402054 w 4752801"/>
              <a:gd name="connsiteY30561" fmla="*/ 286202 h 2767298"/>
              <a:gd name="connsiteX30562" fmla="*/ 2402459 w 4752801"/>
              <a:gd name="connsiteY30562" fmla="*/ 287012 h 2767298"/>
              <a:gd name="connsiteX30563" fmla="*/ 2402054 w 4752801"/>
              <a:gd name="connsiteY30563" fmla="*/ 287821 h 2767298"/>
              <a:gd name="connsiteX30564" fmla="*/ 2401245 w 4752801"/>
              <a:gd name="connsiteY30564" fmla="*/ 287821 h 2767298"/>
              <a:gd name="connsiteX30565" fmla="*/ 2400840 w 4752801"/>
              <a:gd name="connsiteY30565" fmla="*/ 287012 h 2767298"/>
              <a:gd name="connsiteX30566" fmla="*/ 2360359 w 4752801"/>
              <a:gd name="connsiteY30566" fmla="*/ 286202 h 2767298"/>
              <a:gd name="connsiteX30567" fmla="*/ 2361573 w 4752801"/>
              <a:gd name="connsiteY30567" fmla="*/ 286202 h 2767298"/>
              <a:gd name="connsiteX30568" fmla="*/ 2361978 w 4752801"/>
              <a:gd name="connsiteY30568" fmla="*/ 287012 h 2767298"/>
              <a:gd name="connsiteX30569" fmla="*/ 2361573 w 4752801"/>
              <a:gd name="connsiteY30569" fmla="*/ 287821 h 2767298"/>
              <a:gd name="connsiteX30570" fmla="*/ 2360359 w 4752801"/>
              <a:gd name="connsiteY30570" fmla="*/ 287821 h 2767298"/>
              <a:gd name="connsiteX30571" fmla="*/ 2359954 w 4752801"/>
              <a:gd name="connsiteY30571" fmla="*/ 287012 h 2767298"/>
              <a:gd name="connsiteX30572" fmla="*/ 2319878 w 4752801"/>
              <a:gd name="connsiteY30572" fmla="*/ 286202 h 2767298"/>
              <a:gd name="connsiteX30573" fmla="*/ 2321092 w 4752801"/>
              <a:gd name="connsiteY30573" fmla="*/ 286202 h 2767298"/>
              <a:gd name="connsiteX30574" fmla="*/ 2321497 w 4752801"/>
              <a:gd name="connsiteY30574" fmla="*/ 287012 h 2767298"/>
              <a:gd name="connsiteX30575" fmla="*/ 2321092 w 4752801"/>
              <a:gd name="connsiteY30575" fmla="*/ 287821 h 2767298"/>
              <a:gd name="connsiteX30576" fmla="*/ 2319878 w 4752801"/>
              <a:gd name="connsiteY30576" fmla="*/ 287821 h 2767298"/>
              <a:gd name="connsiteX30577" fmla="*/ 2319473 w 4752801"/>
              <a:gd name="connsiteY30577" fmla="*/ 287012 h 2767298"/>
              <a:gd name="connsiteX30578" fmla="*/ 2279397 w 4752801"/>
              <a:gd name="connsiteY30578" fmla="*/ 286202 h 2767298"/>
              <a:gd name="connsiteX30579" fmla="*/ 2280611 w 4752801"/>
              <a:gd name="connsiteY30579" fmla="*/ 286202 h 2767298"/>
              <a:gd name="connsiteX30580" fmla="*/ 2281016 w 4752801"/>
              <a:gd name="connsiteY30580" fmla="*/ 287012 h 2767298"/>
              <a:gd name="connsiteX30581" fmla="*/ 2280611 w 4752801"/>
              <a:gd name="connsiteY30581" fmla="*/ 287821 h 2767298"/>
              <a:gd name="connsiteX30582" fmla="*/ 2279397 w 4752801"/>
              <a:gd name="connsiteY30582" fmla="*/ 287821 h 2767298"/>
              <a:gd name="connsiteX30583" fmla="*/ 2278992 w 4752801"/>
              <a:gd name="connsiteY30583" fmla="*/ 287012 h 2767298"/>
              <a:gd name="connsiteX30584" fmla="*/ 2238916 w 4752801"/>
              <a:gd name="connsiteY30584" fmla="*/ 286202 h 2767298"/>
              <a:gd name="connsiteX30585" fmla="*/ 2240130 w 4752801"/>
              <a:gd name="connsiteY30585" fmla="*/ 286202 h 2767298"/>
              <a:gd name="connsiteX30586" fmla="*/ 2240535 w 4752801"/>
              <a:gd name="connsiteY30586" fmla="*/ 287012 h 2767298"/>
              <a:gd name="connsiteX30587" fmla="*/ 2240130 w 4752801"/>
              <a:gd name="connsiteY30587" fmla="*/ 287821 h 2767298"/>
              <a:gd name="connsiteX30588" fmla="*/ 2238916 w 4752801"/>
              <a:gd name="connsiteY30588" fmla="*/ 287821 h 2767298"/>
              <a:gd name="connsiteX30589" fmla="*/ 2238511 w 4752801"/>
              <a:gd name="connsiteY30589" fmla="*/ 287012 h 2767298"/>
              <a:gd name="connsiteX30590" fmla="*/ 2198434 w 4752801"/>
              <a:gd name="connsiteY30590" fmla="*/ 286202 h 2767298"/>
              <a:gd name="connsiteX30591" fmla="*/ 2199648 w 4752801"/>
              <a:gd name="connsiteY30591" fmla="*/ 286202 h 2767298"/>
              <a:gd name="connsiteX30592" fmla="*/ 2200053 w 4752801"/>
              <a:gd name="connsiteY30592" fmla="*/ 287012 h 2767298"/>
              <a:gd name="connsiteX30593" fmla="*/ 2199648 w 4752801"/>
              <a:gd name="connsiteY30593" fmla="*/ 287821 h 2767298"/>
              <a:gd name="connsiteX30594" fmla="*/ 2198434 w 4752801"/>
              <a:gd name="connsiteY30594" fmla="*/ 287821 h 2767298"/>
              <a:gd name="connsiteX30595" fmla="*/ 2198029 w 4752801"/>
              <a:gd name="connsiteY30595" fmla="*/ 287012 h 2767298"/>
              <a:gd name="connsiteX30596" fmla="*/ 2157953 w 4752801"/>
              <a:gd name="connsiteY30596" fmla="*/ 286202 h 2767298"/>
              <a:gd name="connsiteX30597" fmla="*/ 2159167 w 4752801"/>
              <a:gd name="connsiteY30597" fmla="*/ 286202 h 2767298"/>
              <a:gd name="connsiteX30598" fmla="*/ 2159572 w 4752801"/>
              <a:gd name="connsiteY30598" fmla="*/ 287012 h 2767298"/>
              <a:gd name="connsiteX30599" fmla="*/ 2159167 w 4752801"/>
              <a:gd name="connsiteY30599" fmla="*/ 287821 h 2767298"/>
              <a:gd name="connsiteX30600" fmla="*/ 2157953 w 4752801"/>
              <a:gd name="connsiteY30600" fmla="*/ 287821 h 2767298"/>
              <a:gd name="connsiteX30601" fmla="*/ 2157548 w 4752801"/>
              <a:gd name="connsiteY30601" fmla="*/ 287012 h 2767298"/>
              <a:gd name="connsiteX30602" fmla="*/ 1712659 w 4752801"/>
              <a:gd name="connsiteY30602" fmla="*/ 286202 h 2767298"/>
              <a:gd name="connsiteX30603" fmla="*/ 1713873 w 4752801"/>
              <a:gd name="connsiteY30603" fmla="*/ 286202 h 2767298"/>
              <a:gd name="connsiteX30604" fmla="*/ 1714278 w 4752801"/>
              <a:gd name="connsiteY30604" fmla="*/ 287012 h 2767298"/>
              <a:gd name="connsiteX30605" fmla="*/ 1713873 w 4752801"/>
              <a:gd name="connsiteY30605" fmla="*/ 287821 h 2767298"/>
              <a:gd name="connsiteX30606" fmla="*/ 1712659 w 4752801"/>
              <a:gd name="connsiteY30606" fmla="*/ 287821 h 2767298"/>
              <a:gd name="connsiteX30607" fmla="*/ 1712254 w 4752801"/>
              <a:gd name="connsiteY30607" fmla="*/ 287012 h 2767298"/>
              <a:gd name="connsiteX30608" fmla="*/ 1672178 w 4752801"/>
              <a:gd name="connsiteY30608" fmla="*/ 286202 h 2767298"/>
              <a:gd name="connsiteX30609" fmla="*/ 1673392 w 4752801"/>
              <a:gd name="connsiteY30609" fmla="*/ 286202 h 2767298"/>
              <a:gd name="connsiteX30610" fmla="*/ 1673797 w 4752801"/>
              <a:gd name="connsiteY30610" fmla="*/ 287012 h 2767298"/>
              <a:gd name="connsiteX30611" fmla="*/ 1673392 w 4752801"/>
              <a:gd name="connsiteY30611" fmla="*/ 287821 h 2767298"/>
              <a:gd name="connsiteX30612" fmla="*/ 1672178 w 4752801"/>
              <a:gd name="connsiteY30612" fmla="*/ 287821 h 2767298"/>
              <a:gd name="connsiteX30613" fmla="*/ 1671773 w 4752801"/>
              <a:gd name="connsiteY30613" fmla="*/ 287012 h 2767298"/>
              <a:gd name="connsiteX30614" fmla="*/ 1631697 w 4752801"/>
              <a:gd name="connsiteY30614" fmla="*/ 286202 h 2767298"/>
              <a:gd name="connsiteX30615" fmla="*/ 1632911 w 4752801"/>
              <a:gd name="connsiteY30615" fmla="*/ 286202 h 2767298"/>
              <a:gd name="connsiteX30616" fmla="*/ 1633316 w 4752801"/>
              <a:gd name="connsiteY30616" fmla="*/ 287012 h 2767298"/>
              <a:gd name="connsiteX30617" fmla="*/ 1632911 w 4752801"/>
              <a:gd name="connsiteY30617" fmla="*/ 287821 h 2767298"/>
              <a:gd name="connsiteX30618" fmla="*/ 1631697 w 4752801"/>
              <a:gd name="connsiteY30618" fmla="*/ 287821 h 2767298"/>
              <a:gd name="connsiteX30619" fmla="*/ 1631292 w 4752801"/>
              <a:gd name="connsiteY30619" fmla="*/ 287012 h 2767298"/>
              <a:gd name="connsiteX30620" fmla="*/ 1591620 w 4752801"/>
              <a:gd name="connsiteY30620" fmla="*/ 286202 h 2767298"/>
              <a:gd name="connsiteX30621" fmla="*/ 1592429 w 4752801"/>
              <a:gd name="connsiteY30621" fmla="*/ 286202 h 2767298"/>
              <a:gd name="connsiteX30622" fmla="*/ 1592834 w 4752801"/>
              <a:gd name="connsiteY30622" fmla="*/ 287012 h 2767298"/>
              <a:gd name="connsiteX30623" fmla="*/ 1592429 w 4752801"/>
              <a:gd name="connsiteY30623" fmla="*/ 287821 h 2767298"/>
              <a:gd name="connsiteX30624" fmla="*/ 1591620 w 4752801"/>
              <a:gd name="connsiteY30624" fmla="*/ 287821 h 2767298"/>
              <a:gd name="connsiteX30625" fmla="*/ 1591215 w 4752801"/>
              <a:gd name="connsiteY30625" fmla="*/ 287012 h 2767298"/>
              <a:gd name="connsiteX30626" fmla="*/ 1551139 w 4752801"/>
              <a:gd name="connsiteY30626" fmla="*/ 286202 h 2767298"/>
              <a:gd name="connsiteX30627" fmla="*/ 1551948 w 4752801"/>
              <a:gd name="connsiteY30627" fmla="*/ 286202 h 2767298"/>
              <a:gd name="connsiteX30628" fmla="*/ 1552353 w 4752801"/>
              <a:gd name="connsiteY30628" fmla="*/ 287012 h 2767298"/>
              <a:gd name="connsiteX30629" fmla="*/ 1551948 w 4752801"/>
              <a:gd name="connsiteY30629" fmla="*/ 287821 h 2767298"/>
              <a:gd name="connsiteX30630" fmla="*/ 1551139 w 4752801"/>
              <a:gd name="connsiteY30630" fmla="*/ 287821 h 2767298"/>
              <a:gd name="connsiteX30631" fmla="*/ 1550734 w 4752801"/>
              <a:gd name="connsiteY30631" fmla="*/ 287012 h 2767298"/>
              <a:gd name="connsiteX30632" fmla="*/ 1510658 w 4752801"/>
              <a:gd name="connsiteY30632" fmla="*/ 286202 h 2767298"/>
              <a:gd name="connsiteX30633" fmla="*/ 1511467 w 4752801"/>
              <a:gd name="connsiteY30633" fmla="*/ 286202 h 2767298"/>
              <a:gd name="connsiteX30634" fmla="*/ 1511872 w 4752801"/>
              <a:gd name="connsiteY30634" fmla="*/ 287012 h 2767298"/>
              <a:gd name="connsiteX30635" fmla="*/ 1511467 w 4752801"/>
              <a:gd name="connsiteY30635" fmla="*/ 287821 h 2767298"/>
              <a:gd name="connsiteX30636" fmla="*/ 1510658 w 4752801"/>
              <a:gd name="connsiteY30636" fmla="*/ 287821 h 2767298"/>
              <a:gd name="connsiteX30637" fmla="*/ 1510253 w 4752801"/>
              <a:gd name="connsiteY30637" fmla="*/ 287012 h 2767298"/>
              <a:gd name="connsiteX30638" fmla="*/ 1469772 w 4752801"/>
              <a:gd name="connsiteY30638" fmla="*/ 286202 h 2767298"/>
              <a:gd name="connsiteX30639" fmla="*/ 1470986 w 4752801"/>
              <a:gd name="connsiteY30639" fmla="*/ 286202 h 2767298"/>
              <a:gd name="connsiteX30640" fmla="*/ 1471391 w 4752801"/>
              <a:gd name="connsiteY30640" fmla="*/ 287012 h 2767298"/>
              <a:gd name="connsiteX30641" fmla="*/ 1470986 w 4752801"/>
              <a:gd name="connsiteY30641" fmla="*/ 287821 h 2767298"/>
              <a:gd name="connsiteX30642" fmla="*/ 1469772 w 4752801"/>
              <a:gd name="connsiteY30642" fmla="*/ 287821 h 2767298"/>
              <a:gd name="connsiteX30643" fmla="*/ 1469367 w 4752801"/>
              <a:gd name="connsiteY30643" fmla="*/ 287012 h 2767298"/>
              <a:gd name="connsiteX30644" fmla="*/ 2562766 w 4752801"/>
              <a:gd name="connsiteY30644" fmla="*/ 285798 h 2767298"/>
              <a:gd name="connsiteX30645" fmla="*/ 2564385 w 4752801"/>
              <a:gd name="connsiteY30645" fmla="*/ 285798 h 2767298"/>
              <a:gd name="connsiteX30646" fmla="*/ 2565194 w 4752801"/>
              <a:gd name="connsiteY30646" fmla="*/ 287013 h 2767298"/>
              <a:gd name="connsiteX30647" fmla="*/ 2564385 w 4752801"/>
              <a:gd name="connsiteY30647" fmla="*/ 288227 h 2767298"/>
              <a:gd name="connsiteX30648" fmla="*/ 2562766 w 4752801"/>
              <a:gd name="connsiteY30648" fmla="*/ 288227 h 2767298"/>
              <a:gd name="connsiteX30649" fmla="*/ 2561956 w 4752801"/>
              <a:gd name="connsiteY30649" fmla="*/ 287013 h 2767298"/>
              <a:gd name="connsiteX30650" fmla="*/ 2117876 w 4752801"/>
              <a:gd name="connsiteY30650" fmla="*/ 285798 h 2767298"/>
              <a:gd name="connsiteX30651" fmla="*/ 2119091 w 4752801"/>
              <a:gd name="connsiteY30651" fmla="*/ 285798 h 2767298"/>
              <a:gd name="connsiteX30652" fmla="*/ 2119900 w 4752801"/>
              <a:gd name="connsiteY30652" fmla="*/ 287013 h 2767298"/>
              <a:gd name="connsiteX30653" fmla="*/ 2119091 w 4752801"/>
              <a:gd name="connsiteY30653" fmla="*/ 288227 h 2767298"/>
              <a:gd name="connsiteX30654" fmla="*/ 2117876 w 4752801"/>
              <a:gd name="connsiteY30654" fmla="*/ 288227 h 2767298"/>
              <a:gd name="connsiteX30655" fmla="*/ 2117067 w 4752801"/>
              <a:gd name="connsiteY30655" fmla="*/ 287013 h 2767298"/>
              <a:gd name="connsiteX30656" fmla="*/ 2077395 w 4752801"/>
              <a:gd name="connsiteY30656" fmla="*/ 285798 h 2767298"/>
              <a:gd name="connsiteX30657" fmla="*/ 2078610 w 4752801"/>
              <a:gd name="connsiteY30657" fmla="*/ 285798 h 2767298"/>
              <a:gd name="connsiteX30658" fmla="*/ 2079419 w 4752801"/>
              <a:gd name="connsiteY30658" fmla="*/ 287013 h 2767298"/>
              <a:gd name="connsiteX30659" fmla="*/ 2078610 w 4752801"/>
              <a:gd name="connsiteY30659" fmla="*/ 288227 h 2767298"/>
              <a:gd name="connsiteX30660" fmla="*/ 2077395 w 4752801"/>
              <a:gd name="connsiteY30660" fmla="*/ 288227 h 2767298"/>
              <a:gd name="connsiteX30661" fmla="*/ 2076586 w 4752801"/>
              <a:gd name="connsiteY30661" fmla="*/ 287013 h 2767298"/>
              <a:gd name="connsiteX30662" fmla="*/ 2036913 w 4752801"/>
              <a:gd name="connsiteY30662" fmla="*/ 285798 h 2767298"/>
              <a:gd name="connsiteX30663" fmla="*/ 2038128 w 4752801"/>
              <a:gd name="connsiteY30663" fmla="*/ 285798 h 2767298"/>
              <a:gd name="connsiteX30664" fmla="*/ 2038937 w 4752801"/>
              <a:gd name="connsiteY30664" fmla="*/ 287013 h 2767298"/>
              <a:gd name="connsiteX30665" fmla="*/ 2038128 w 4752801"/>
              <a:gd name="connsiteY30665" fmla="*/ 288227 h 2767298"/>
              <a:gd name="connsiteX30666" fmla="*/ 2036913 w 4752801"/>
              <a:gd name="connsiteY30666" fmla="*/ 288227 h 2767298"/>
              <a:gd name="connsiteX30667" fmla="*/ 2036104 w 4752801"/>
              <a:gd name="connsiteY30667" fmla="*/ 287013 h 2767298"/>
              <a:gd name="connsiteX30668" fmla="*/ 1996432 w 4752801"/>
              <a:gd name="connsiteY30668" fmla="*/ 285798 h 2767298"/>
              <a:gd name="connsiteX30669" fmla="*/ 1997647 w 4752801"/>
              <a:gd name="connsiteY30669" fmla="*/ 285798 h 2767298"/>
              <a:gd name="connsiteX30670" fmla="*/ 1998456 w 4752801"/>
              <a:gd name="connsiteY30670" fmla="*/ 287013 h 2767298"/>
              <a:gd name="connsiteX30671" fmla="*/ 1997647 w 4752801"/>
              <a:gd name="connsiteY30671" fmla="*/ 288227 h 2767298"/>
              <a:gd name="connsiteX30672" fmla="*/ 1996432 w 4752801"/>
              <a:gd name="connsiteY30672" fmla="*/ 288227 h 2767298"/>
              <a:gd name="connsiteX30673" fmla="*/ 1995623 w 4752801"/>
              <a:gd name="connsiteY30673" fmla="*/ 287013 h 2767298"/>
              <a:gd name="connsiteX30674" fmla="*/ 1955951 w 4752801"/>
              <a:gd name="connsiteY30674" fmla="*/ 285798 h 2767298"/>
              <a:gd name="connsiteX30675" fmla="*/ 1957166 w 4752801"/>
              <a:gd name="connsiteY30675" fmla="*/ 285798 h 2767298"/>
              <a:gd name="connsiteX30676" fmla="*/ 1957975 w 4752801"/>
              <a:gd name="connsiteY30676" fmla="*/ 287013 h 2767298"/>
              <a:gd name="connsiteX30677" fmla="*/ 1957166 w 4752801"/>
              <a:gd name="connsiteY30677" fmla="*/ 288227 h 2767298"/>
              <a:gd name="connsiteX30678" fmla="*/ 1955951 w 4752801"/>
              <a:gd name="connsiteY30678" fmla="*/ 288227 h 2767298"/>
              <a:gd name="connsiteX30679" fmla="*/ 1955142 w 4752801"/>
              <a:gd name="connsiteY30679" fmla="*/ 287013 h 2767298"/>
              <a:gd name="connsiteX30680" fmla="*/ 1915470 w 4752801"/>
              <a:gd name="connsiteY30680" fmla="*/ 285798 h 2767298"/>
              <a:gd name="connsiteX30681" fmla="*/ 1916685 w 4752801"/>
              <a:gd name="connsiteY30681" fmla="*/ 285798 h 2767298"/>
              <a:gd name="connsiteX30682" fmla="*/ 1917494 w 4752801"/>
              <a:gd name="connsiteY30682" fmla="*/ 287013 h 2767298"/>
              <a:gd name="connsiteX30683" fmla="*/ 1916685 w 4752801"/>
              <a:gd name="connsiteY30683" fmla="*/ 288227 h 2767298"/>
              <a:gd name="connsiteX30684" fmla="*/ 1915470 w 4752801"/>
              <a:gd name="connsiteY30684" fmla="*/ 288227 h 2767298"/>
              <a:gd name="connsiteX30685" fmla="*/ 1914661 w 4752801"/>
              <a:gd name="connsiteY30685" fmla="*/ 287013 h 2767298"/>
              <a:gd name="connsiteX30686" fmla="*/ 1874988 w 4752801"/>
              <a:gd name="connsiteY30686" fmla="*/ 285798 h 2767298"/>
              <a:gd name="connsiteX30687" fmla="*/ 1876203 w 4752801"/>
              <a:gd name="connsiteY30687" fmla="*/ 285798 h 2767298"/>
              <a:gd name="connsiteX30688" fmla="*/ 1877012 w 4752801"/>
              <a:gd name="connsiteY30688" fmla="*/ 287013 h 2767298"/>
              <a:gd name="connsiteX30689" fmla="*/ 1876203 w 4752801"/>
              <a:gd name="connsiteY30689" fmla="*/ 288227 h 2767298"/>
              <a:gd name="connsiteX30690" fmla="*/ 1874988 w 4752801"/>
              <a:gd name="connsiteY30690" fmla="*/ 288227 h 2767298"/>
              <a:gd name="connsiteX30691" fmla="*/ 1874179 w 4752801"/>
              <a:gd name="connsiteY30691" fmla="*/ 287013 h 2767298"/>
              <a:gd name="connsiteX30692" fmla="*/ 1834507 w 4752801"/>
              <a:gd name="connsiteY30692" fmla="*/ 285798 h 2767298"/>
              <a:gd name="connsiteX30693" fmla="*/ 1835722 w 4752801"/>
              <a:gd name="connsiteY30693" fmla="*/ 285798 h 2767298"/>
              <a:gd name="connsiteX30694" fmla="*/ 1836531 w 4752801"/>
              <a:gd name="connsiteY30694" fmla="*/ 287013 h 2767298"/>
              <a:gd name="connsiteX30695" fmla="*/ 1835722 w 4752801"/>
              <a:gd name="connsiteY30695" fmla="*/ 288227 h 2767298"/>
              <a:gd name="connsiteX30696" fmla="*/ 1834507 w 4752801"/>
              <a:gd name="connsiteY30696" fmla="*/ 288227 h 2767298"/>
              <a:gd name="connsiteX30697" fmla="*/ 1833698 w 4752801"/>
              <a:gd name="connsiteY30697" fmla="*/ 287013 h 2767298"/>
              <a:gd name="connsiteX30698" fmla="*/ 1794026 w 4752801"/>
              <a:gd name="connsiteY30698" fmla="*/ 285798 h 2767298"/>
              <a:gd name="connsiteX30699" fmla="*/ 1795241 w 4752801"/>
              <a:gd name="connsiteY30699" fmla="*/ 285798 h 2767298"/>
              <a:gd name="connsiteX30700" fmla="*/ 1796050 w 4752801"/>
              <a:gd name="connsiteY30700" fmla="*/ 287013 h 2767298"/>
              <a:gd name="connsiteX30701" fmla="*/ 1795241 w 4752801"/>
              <a:gd name="connsiteY30701" fmla="*/ 288227 h 2767298"/>
              <a:gd name="connsiteX30702" fmla="*/ 1794026 w 4752801"/>
              <a:gd name="connsiteY30702" fmla="*/ 288227 h 2767298"/>
              <a:gd name="connsiteX30703" fmla="*/ 1793217 w 4752801"/>
              <a:gd name="connsiteY30703" fmla="*/ 287013 h 2767298"/>
              <a:gd name="connsiteX30704" fmla="*/ 1753545 w 4752801"/>
              <a:gd name="connsiteY30704" fmla="*/ 285798 h 2767298"/>
              <a:gd name="connsiteX30705" fmla="*/ 1754760 w 4752801"/>
              <a:gd name="connsiteY30705" fmla="*/ 285798 h 2767298"/>
              <a:gd name="connsiteX30706" fmla="*/ 1755569 w 4752801"/>
              <a:gd name="connsiteY30706" fmla="*/ 287013 h 2767298"/>
              <a:gd name="connsiteX30707" fmla="*/ 1754760 w 4752801"/>
              <a:gd name="connsiteY30707" fmla="*/ 288227 h 2767298"/>
              <a:gd name="connsiteX30708" fmla="*/ 1753545 w 4752801"/>
              <a:gd name="connsiteY30708" fmla="*/ 288227 h 2767298"/>
              <a:gd name="connsiteX30709" fmla="*/ 1752736 w 4752801"/>
              <a:gd name="connsiteY30709" fmla="*/ 287013 h 2767298"/>
              <a:gd name="connsiteX30710" fmla="*/ 3857760 w 4752801"/>
              <a:gd name="connsiteY30710" fmla="*/ 284583 h 2767298"/>
              <a:gd name="connsiteX30711" fmla="*/ 3860594 w 4752801"/>
              <a:gd name="connsiteY30711" fmla="*/ 284583 h 2767298"/>
              <a:gd name="connsiteX30712" fmla="*/ 3862213 w 4752801"/>
              <a:gd name="connsiteY30712" fmla="*/ 287012 h 2767298"/>
              <a:gd name="connsiteX30713" fmla="*/ 3860594 w 4752801"/>
              <a:gd name="connsiteY30713" fmla="*/ 289441 h 2767298"/>
              <a:gd name="connsiteX30714" fmla="*/ 3857760 w 4752801"/>
              <a:gd name="connsiteY30714" fmla="*/ 289441 h 2767298"/>
              <a:gd name="connsiteX30715" fmla="*/ 3856141 w 4752801"/>
              <a:gd name="connsiteY30715" fmla="*/ 287012 h 2767298"/>
              <a:gd name="connsiteX30716" fmla="*/ 3736316 w 4752801"/>
              <a:gd name="connsiteY30716" fmla="*/ 284583 h 2767298"/>
              <a:gd name="connsiteX30717" fmla="*/ 3739150 w 4752801"/>
              <a:gd name="connsiteY30717" fmla="*/ 284583 h 2767298"/>
              <a:gd name="connsiteX30718" fmla="*/ 3740769 w 4752801"/>
              <a:gd name="connsiteY30718" fmla="*/ 287012 h 2767298"/>
              <a:gd name="connsiteX30719" fmla="*/ 3739150 w 4752801"/>
              <a:gd name="connsiteY30719" fmla="*/ 289441 h 2767298"/>
              <a:gd name="connsiteX30720" fmla="*/ 3736316 w 4752801"/>
              <a:gd name="connsiteY30720" fmla="*/ 289441 h 2767298"/>
              <a:gd name="connsiteX30721" fmla="*/ 3734697 w 4752801"/>
              <a:gd name="connsiteY30721" fmla="*/ 287012 h 2767298"/>
              <a:gd name="connsiteX30722" fmla="*/ 3776393 w 4752801"/>
              <a:gd name="connsiteY30722" fmla="*/ 284178 h 2767298"/>
              <a:gd name="connsiteX30723" fmla="*/ 3779632 w 4752801"/>
              <a:gd name="connsiteY30723" fmla="*/ 284178 h 2767298"/>
              <a:gd name="connsiteX30724" fmla="*/ 3781251 w 4752801"/>
              <a:gd name="connsiteY30724" fmla="*/ 287012 h 2767298"/>
              <a:gd name="connsiteX30725" fmla="*/ 3779632 w 4752801"/>
              <a:gd name="connsiteY30725" fmla="*/ 289845 h 2767298"/>
              <a:gd name="connsiteX30726" fmla="*/ 3776393 w 4752801"/>
              <a:gd name="connsiteY30726" fmla="*/ 289845 h 2767298"/>
              <a:gd name="connsiteX30727" fmla="*/ 3774774 w 4752801"/>
              <a:gd name="connsiteY30727" fmla="*/ 287012 h 2767298"/>
              <a:gd name="connsiteX30728" fmla="*/ 2602437 w 4752801"/>
              <a:gd name="connsiteY30728" fmla="*/ 284178 h 2767298"/>
              <a:gd name="connsiteX30729" fmla="*/ 2605676 w 4752801"/>
              <a:gd name="connsiteY30729" fmla="*/ 284178 h 2767298"/>
              <a:gd name="connsiteX30730" fmla="*/ 2607295 w 4752801"/>
              <a:gd name="connsiteY30730" fmla="*/ 287012 h 2767298"/>
              <a:gd name="connsiteX30731" fmla="*/ 2605676 w 4752801"/>
              <a:gd name="connsiteY30731" fmla="*/ 289845 h 2767298"/>
              <a:gd name="connsiteX30732" fmla="*/ 2602437 w 4752801"/>
              <a:gd name="connsiteY30732" fmla="*/ 289845 h 2767298"/>
              <a:gd name="connsiteX30733" fmla="*/ 2600818 w 4752801"/>
              <a:gd name="connsiteY30733" fmla="*/ 287012 h 2767298"/>
              <a:gd name="connsiteX30734" fmla="*/ 3816469 w 4752801"/>
              <a:gd name="connsiteY30734" fmla="*/ 283774 h 2767298"/>
              <a:gd name="connsiteX30735" fmla="*/ 3820113 w 4752801"/>
              <a:gd name="connsiteY30735" fmla="*/ 283774 h 2767298"/>
              <a:gd name="connsiteX30736" fmla="*/ 3821732 w 4752801"/>
              <a:gd name="connsiteY30736" fmla="*/ 287013 h 2767298"/>
              <a:gd name="connsiteX30737" fmla="*/ 3820113 w 4752801"/>
              <a:gd name="connsiteY30737" fmla="*/ 290251 h 2767298"/>
              <a:gd name="connsiteX30738" fmla="*/ 3816469 w 4752801"/>
              <a:gd name="connsiteY30738" fmla="*/ 290251 h 2767298"/>
              <a:gd name="connsiteX30739" fmla="*/ 3814850 w 4752801"/>
              <a:gd name="connsiteY30739" fmla="*/ 287013 h 2767298"/>
              <a:gd name="connsiteX30740" fmla="*/ 3695431 w 4752801"/>
              <a:gd name="connsiteY30740" fmla="*/ 283774 h 2767298"/>
              <a:gd name="connsiteX30741" fmla="*/ 3699074 w 4752801"/>
              <a:gd name="connsiteY30741" fmla="*/ 283774 h 2767298"/>
              <a:gd name="connsiteX30742" fmla="*/ 3701099 w 4752801"/>
              <a:gd name="connsiteY30742" fmla="*/ 287013 h 2767298"/>
              <a:gd name="connsiteX30743" fmla="*/ 3699074 w 4752801"/>
              <a:gd name="connsiteY30743" fmla="*/ 290251 h 2767298"/>
              <a:gd name="connsiteX30744" fmla="*/ 3695431 w 4752801"/>
              <a:gd name="connsiteY30744" fmla="*/ 290251 h 2767298"/>
              <a:gd name="connsiteX30745" fmla="*/ 3693407 w 4752801"/>
              <a:gd name="connsiteY30745" fmla="*/ 287013 h 2767298"/>
              <a:gd name="connsiteX30746" fmla="*/ 3654140 w 4752801"/>
              <a:gd name="connsiteY30746" fmla="*/ 283369 h 2767298"/>
              <a:gd name="connsiteX30747" fmla="*/ 3658593 w 4752801"/>
              <a:gd name="connsiteY30747" fmla="*/ 283369 h 2767298"/>
              <a:gd name="connsiteX30748" fmla="*/ 3660617 w 4752801"/>
              <a:gd name="connsiteY30748" fmla="*/ 287012 h 2767298"/>
              <a:gd name="connsiteX30749" fmla="*/ 3658593 w 4752801"/>
              <a:gd name="connsiteY30749" fmla="*/ 290656 h 2767298"/>
              <a:gd name="connsiteX30750" fmla="*/ 3654140 w 4752801"/>
              <a:gd name="connsiteY30750" fmla="*/ 290656 h 2767298"/>
              <a:gd name="connsiteX30751" fmla="*/ 3652116 w 4752801"/>
              <a:gd name="connsiteY30751" fmla="*/ 287012 h 2767298"/>
              <a:gd name="connsiteX30752" fmla="*/ 2642513 w 4752801"/>
              <a:gd name="connsiteY30752" fmla="*/ 283369 h 2767298"/>
              <a:gd name="connsiteX30753" fmla="*/ 2646156 w 4752801"/>
              <a:gd name="connsiteY30753" fmla="*/ 283369 h 2767298"/>
              <a:gd name="connsiteX30754" fmla="*/ 2647371 w 4752801"/>
              <a:gd name="connsiteY30754" fmla="*/ 283774 h 2767298"/>
              <a:gd name="connsiteX30755" fmla="*/ 2648990 w 4752801"/>
              <a:gd name="connsiteY30755" fmla="*/ 286607 h 2767298"/>
              <a:gd name="connsiteX30756" fmla="*/ 2648990 w 4752801"/>
              <a:gd name="connsiteY30756" fmla="*/ 287822 h 2767298"/>
              <a:gd name="connsiteX30757" fmla="*/ 2647371 w 4752801"/>
              <a:gd name="connsiteY30757" fmla="*/ 290656 h 2767298"/>
              <a:gd name="connsiteX30758" fmla="*/ 2646156 w 4752801"/>
              <a:gd name="connsiteY30758" fmla="*/ 291060 h 2767298"/>
              <a:gd name="connsiteX30759" fmla="*/ 2642513 w 4752801"/>
              <a:gd name="connsiteY30759" fmla="*/ 291060 h 2767298"/>
              <a:gd name="connsiteX30760" fmla="*/ 2641299 w 4752801"/>
              <a:gd name="connsiteY30760" fmla="*/ 290656 h 2767298"/>
              <a:gd name="connsiteX30761" fmla="*/ 2639680 w 4752801"/>
              <a:gd name="connsiteY30761" fmla="*/ 287822 h 2767298"/>
              <a:gd name="connsiteX30762" fmla="*/ 2639680 w 4752801"/>
              <a:gd name="connsiteY30762" fmla="*/ 286607 h 2767298"/>
              <a:gd name="connsiteX30763" fmla="*/ 2641299 w 4752801"/>
              <a:gd name="connsiteY30763" fmla="*/ 283774 h 2767298"/>
              <a:gd name="connsiteX30764" fmla="*/ 2642513 w 4752801"/>
              <a:gd name="connsiteY30764" fmla="*/ 283369 h 2767298"/>
              <a:gd name="connsiteX30765" fmla="*/ 3613659 w 4752801"/>
              <a:gd name="connsiteY30765" fmla="*/ 282964 h 2767298"/>
              <a:gd name="connsiteX30766" fmla="*/ 3618112 w 4752801"/>
              <a:gd name="connsiteY30766" fmla="*/ 282964 h 2767298"/>
              <a:gd name="connsiteX30767" fmla="*/ 3620136 w 4752801"/>
              <a:gd name="connsiteY30767" fmla="*/ 287012 h 2767298"/>
              <a:gd name="connsiteX30768" fmla="*/ 3618112 w 4752801"/>
              <a:gd name="connsiteY30768" fmla="*/ 291060 h 2767298"/>
              <a:gd name="connsiteX30769" fmla="*/ 3613659 w 4752801"/>
              <a:gd name="connsiteY30769" fmla="*/ 291060 h 2767298"/>
              <a:gd name="connsiteX30770" fmla="*/ 3611635 w 4752801"/>
              <a:gd name="connsiteY30770" fmla="*/ 287012 h 2767298"/>
              <a:gd name="connsiteX30771" fmla="*/ 3573582 w 4752801"/>
              <a:gd name="connsiteY30771" fmla="*/ 281749 h 2767298"/>
              <a:gd name="connsiteX30772" fmla="*/ 3577630 w 4752801"/>
              <a:gd name="connsiteY30772" fmla="*/ 281749 h 2767298"/>
              <a:gd name="connsiteX30773" fmla="*/ 3578844 w 4752801"/>
              <a:gd name="connsiteY30773" fmla="*/ 282559 h 2767298"/>
              <a:gd name="connsiteX30774" fmla="*/ 3580869 w 4752801"/>
              <a:gd name="connsiteY30774" fmla="*/ 286202 h 2767298"/>
              <a:gd name="connsiteX30775" fmla="*/ 3580869 w 4752801"/>
              <a:gd name="connsiteY30775" fmla="*/ 287416 h 2767298"/>
              <a:gd name="connsiteX30776" fmla="*/ 3578844 w 4752801"/>
              <a:gd name="connsiteY30776" fmla="*/ 291060 h 2767298"/>
              <a:gd name="connsiteX30777" fmla="*/ 3577630 w 4752801"/>
              <a:gd name="connsiteY30777" fmla="*/ 291869 h 2767298"/>
              <a:gd name="connsiteX30778" fmla="*/ 3573582 w 4752801"/>
              <a:gd name="connsiteY30778" fmla="*/ 291869 h 2767298"/>
              <a:gd name="connsiteX30779" fmla="*/ 3572368 w 4752801"/>
              <a:gd name="connsiteY30779" fmla="*/ 291060 h 2767298"/>
              <a:gd name="connsiteX30780" fmla="*/ 3570344 w 4752801"/>
              <a:gd name="connsiteY30780" fmla="*/ 287416 h 2767298"/>
              <a:gd name="connsiteX30781" fmla="*/ 3570344 w 4752801"/>
              <a:gd name="connsiteY30781" fmla="*/ 286202 h 2767298"/>
              <a:gd name="connsiteX30782" fmla="*/ 3572368 w 4752801"/>
              <a:gd name="connsiteY30782" fmla="*/ 282559 h 2767298"/>
              <a:gd name="connsiteX30783" fmla="*/ 3573582 w 4752801"/>
              <a:gd name="connsiteY30783" fmla="*/ 281749 h 2767298"/>
              <a:gd name="connsiteX30784" fmla="*/ 3531886 w 4752801"/>
              <a:gd name="connsiteY30784" fmla="*/ 280940 h 2767298"/>
              <a:gd name="connsiteX30785" fmla="*/ 3537959 w 4752801"/>
              <a:gd name="connsiteY30785" fmla="*/ 280940 h 2767298"/>
              <a:gd name="connsiteX30786" fmla="*/ 3539173 w 4752801"/>
              <a:gd name="connsiteY30786" fmla="*/ 281345 h 2767298"/>
              <a:gd name="connsiteX30787" fmla="*/ 3542411 w 4752801"/>
              <a:gd name="connsiteY30787" fmla="*/ 286607 h 2767298"/>
              <a:gd name="connsiteX30788" fmla="*/ 3542411 w 4752801"/>
              <a:gd name="connsiteY30788" fmla="*/ 287822 h 2767298"/>
              <a:gd name="connsiteX30789" fmla="*/ 3539173 w 4752801"/>
              <a:gd name="connsiteY30789" fmla="*/ 293084 h 2767298"/>
              <a:gd name="connsiteX30790" fmla="*/ 3537959 w 4752801"/>
              <a:gd name="connsiteY30790" fmla="*/ 293489 h 2767298"/>
              <a:gd name="connsiteX30791" fmla="*/ 3531886 w 4752801"/>
              <a:gd name="connsiteY30791" fmla="*/ 293489 h 2767298"/>
              <a:gd name="connsiteX30792" fmla="*/ 3530672 w 4752801"/>
              <a:gd name="connsiteY30792" fmla="*/ 293084 h 2767298"/>
              <a:gd name="connsiteX30793" fmla="*/ 3527434 w 4752801"/>
              <a:gd name="connsiteY30793" fmla="*/ 287822 h 2767298"/>
              <a:gd name="connsiteX30794" fmla="*/ 3527434 w 4752801"/>
              <a:gd name="connsiteY30794" fmla="*/ 286607 h 2767298"/>
              <a:gd name="connsiteX30795" fmla="*/ 3530672 w 4752801"/>
              <a:gd name="connsiteY30795" fmla="*/ 281345 h 2767298"/>
              <a:gd name="connsiteX30796" fmla="*/ 3531886 w 4752801"/>
              <a:gd name="connsiteY30796" fmla="*/ 280940 h 2767298"/>
              <a:gd name="connsiteX30797" fmla="*/ 3410442 w 4752801"/>
              <a:gd name="connsiteY30797" fmla="*/ 280940 h 2767298"/>
              <a:gd name="connsiteX30798" fmla="*/ 3416515 w 4752801"/>
              <a:gd name="connsiteY30798" fmla="*/ 280940 h 2767298"/>
              <a:gd name="connsiteX30799" fmla="*/ 3417729 w 4752801"/>
              <a:gd name="connsiteY30799" fmla="*/ 281345 h 2767298"/>
              <a:gd name="connsiteX30800" fmla="*/ 3420967 w 4752801"/>
              <a:gd name="connsiteY30800" fmla="*/ 286607 h 2767298"/>
              <a:gd name="connsiteX30801" fmla="*/ 3420967 w 4752801"/>
              <a:gd name="connsiteY30801" fmla="*/ 287822 h 2767298"/>
              <a:gd name="connsiteX30802" fmla="*/ 3417729 w 4752801"/>
              <a:gd name="connsiteY30802" fmla="*/ 293084 h 2767298"/>
              <a:gd name="connsiteX30803" fmla="*/ 3416515 w 4752801"/>
              <a:gd name="connsiteY30803" fmla="*/ 293489 h 2767298"/>
              <a:gd name="connsiteX30804" fmla="*/ 3410442 w 4752801"/>
              <a:gd name="connsiteY30804" fmla="*/ 293489 h 2767298"/>
              <a:gd name="connsiteX30805" fmla="*/ 3409228 w 4752801"/>
              <a:gd name="connsiteY30805" fmla="*/ 293084 h 2767298"/>
              <a:gd name="connsiteX30806" fmla="*/ 3405990 w 4752801"/>
              <a:gd name="connsiteY30806" fmla="*/ 287822 h 2767298"/>
              <a:gd name="connsiteX30807" fmla="*/ 3405990 w 4752801"/>
              <a:gd name="connsiteY30807" fmla="*/ 286607 h 2767298"/>
              <a:gd name="connsiteX30808" fmla="*/ 3409228 w 4752801"/>
              <a:gd name="connsiteY30808" fmla="*/ 281345 h 2767298"/>
              <a:gd name="connsiteX30809" fmla="*/ 3410442 w 4752801"/>
              <a:gd name="connsiteY30809" fmla="*/ 280940 h 2767298"/>
              <a:gd name="connsiteX30810" fmla="*/ 3450924 w 4752801"/>
              <a:gd name="connsiteY30810" fmla="*/ 280535 h 2767298"/>
              <a:gd name="connsiteX30811" fmla="*/ 3456996 w 4752801"/>
              <a:gd name="connsiteY30811" fmla="*/ 280535 h 2767298"/>
              <a:gd name="connsiteX30812" fmla="*/ 3458210 w 4752801"/>
              <a:gd name="connsiteY30812" fmla="*/ 280940 h 2767298"/>
              <a:gd name="connsiteX30813" fmla="*/ 3461044 w 4752801"/>
              <a:gd name="connsiteY30813" fmla="*/ 286202 h 2767298"/>
              <a:gd name="connsiteX30814" fmla="*/ 3461044 w 4752801"/>
              <a:gd name="connsiteY30814" fmla="*/ 287417 h 2767298"/>
              <a:gd name="connsiteX30815" fmla="*/ 3458210 w 4752801"/>
              <a:gd name="connsiteY30815" fmla="*/ 292679 h 2767298"/>
              <a:gd name="connsiteX30816" fmla="*/ 3456996 w 4752801"/>
              <a:gd name="connsiteY30816" fmla="*/ 293084 h 2767298"/>
              <a:gd name="connsiteX30817" fmla="*/ 3450924 w 4752801"/>
              <a:gd name="connsiteY30817" fmla="*/ 293084 h 2767298"/>
              <a:gd name="connsiteX30818" fmla="*/ 3449710 w 4752801"/>
              <a:gd name="connsiteY30818" fmla="*/ 292679 h 2767298"/>
              <a:gd name="connsiteX30819" fmla="*/ 3446876 w 4752801"/>
              <a:gd name="connsiteY30819" fmla="*/ 287417 h 2767298"/>
              <a:gd name="connsiteX30820" fmla="*/ 3446876 w 4752801"/>
              <a:gd name="connsiteY30820" fmla="*/ 286202 h 2767298"/>
              <a:gd name="connsiteX30821" fmla="*/ 3449710 w 4752801"/>
              <a:gd name="connsiteY30821" fmla="*/ 280940 h 2767298"/>
              <a:gd name="connsiteX30822" fmla="*/ 3450924 w 4752801"/>
              <a:gd name="connsiteY30822" fmla="*/ 280535 h 2767298"/>
              <a:gd name="connsiteX30823" fmla="*/ 3329075 w 4752801"/>
              <a:gd name="connsiteY30823" fmla="*/ 280535 h 2767298"/>
              <a:gd name="connsiteX30824" fmla="*/ 3335957 w 4752801"/>
              <a:gd name="connsiteY30824" fmla="*/ 280535 h 2767298"/>
              <a:gd name="connsiteX30825" fmla="*/ 3337172 w 4752801"/>
              <a:gd name="connsiteY30825" fmla="*/ 280940 h 2767298"/>
              <a:gd name="connsiteX30826" fmla="*/ 3340410 w 4752801"/>
              <a:gd name="connsiteY30826" fmla="*/ 286607 h 2767298"/>
              <a:gd name="connsiteX30827" fmla="*/ 3340410 w 4752801"/>
              <a:gd name="connsiteY30827" fmla="*/ 287822 h 2767298"/>
              <a:gd name="connsiteX30828" fmla="*/ 3337172 w 4752801"/>
              <a:gd name="connsiteY30828" fmla="*/ 293489 h 2767298"/>
              <a:gd name="connsiteX30829" fmla="*/ 3335957 w 4752801"/>
              <a:gd name="connsiteY30829" fmla="*/ 293894 h 2767298"/>
              <a:gd name="connsiteX30830" fmla="*/ 3329075 w 4752801"/>
              <a:gd name="connsiteY30830" fmla="*/ 293894 h 2767298"/>
              <a:gd name="connsiteX30831" fmla="*/ 3327861 w 4752801"/>
              <a:gd name="connsiteY30831" fmla="*/ 293489 h 2767298"/>
              <a:gd name="connsiteX30832" fmla="*/ 3324623 w 4752801"/>
              <a:gd name="connsiteY30832" fmla="*/ 287822 h 2767298"/>
              <a:gd name="connsiteX30833" fmla="*/ 3324623 w 4752801"/>
              <a:gd name="connsiteY30833" fmla="*/ 286607 h 2767298"/>
              <a:gd name="connsiteX30834" fmla="*/ 3327861 w 4752801"/>
              <a:gd name="connsiteY30834" fmla="*/ 280940 h 2767298"/>
              <a:gd name="connsiteX30835" fmla="*/ 3329075 w 4752801"/>
              <a:gd name="connsiteY30835" fmla="*/ 280535 h 2767298"/>
              <a:gd name="connsiteX30836" fmla="*/ 3491000 w 4752801"/>
              <a:gd name="connsiteY30836" fmla="*/ 280130 h 2767298"/>
              <a:gd name="connsiteX30837" fmla="*/ 3497477 w 4752801"/>
              <a:gd name="connsiteY30837" fmla="*/ 280130 h 2767298"/>
              <a:gd name="connsiteX30838" fmla="*/ 3498692 w 4752801"/>
              <a:gd name="connsiteY30838" fmla="*/ 280535 h 2767298"/>
              <a:gd name="connsiteX30839" fmla="*/ 3501930 w 4752801"/>
              <a:gd name="connsiteY30839" fmla="*/ 286202 h 2767298"/>
              <a:gd name="connsiteX30840" fmla="*/ 3501930 w 4752801"/>
              <a:gd name="connsiteY30840" fmla="*/ 287417 h 2767298"/>
              <a:gd name="connsiteX30841" fmla="*/ 3498692 w 4752801"/>
              <a:gd name="connsiteY30841" fmla="*/ 293084 h 2767298"/>
              <a:gd name="connsiteX30842" fmla="*/ 3497477 w 4752801"/>
              <a:gd name="connsiteY30842" fmla="*/ 293489 h 2767298"/>
              <a:gd name="connsiteX30843" fmla="*/ 3491000 w 4752801"/>
              <a:gd name="connsiteY30843" fmla="*/ 293489 h 2767298"/>
              <a:gd name="connsiteX30844" fmla="*/ 3489786 w 4752801"/>
              <a:gd name="connsiteY30844" fmla="*/ 293084 h 2767298"/>
              <a:gd name="connsiteX30845" fmla="*/ 3486548 w 4752801"/>
              <a:gd name="connsiteY30845" fmla="*/ 287417 h 2767298"/>
              <a:gd name="connsiteX30846" fmla="*/ 3486548 w 4752801"/>
              <a:gd name="connsiteY30846" fmla="*/ 286202 h 2767298"/>
              <a:gd name="connsiteX30847" fmla="*/ 3489786 w 4752801"/>
              <a:gd name="connsiteY30847" fmla="*/ 280535 h 2767298"/>
              <a:gd name="connsiteX30848" fmla="*/ 3491000 w 4752801"/>
              <a:gd name="connsiteY30848" fmla="*/ 280130 h 2767298"/>
              <a:gd name="connsiteX30849" fmla="*/ 3369556 w 4752801"/>
              <a:gd name="connsiteY30849" fmla="*/ 279725 h 2767298"/>
              <a:gd name="connsiteX30850" fmla="*/ 3376438 w 4752801"/>
              <a:gd name="connsiteY30850" fmla="*/ 279725 h 2767298"/>
              <a:gd name="connsiteX30851" fmla="*/ 3377653 w 4752801"/>
              <a:gd name="connsiteY30851" fmla="*/ 280130 h 2767298"/>
              <a:gd name="connsiteX30852" fmla="*/ 3381296 w 4752801"/>
              <a:gd name="connsiteY30852" fmla="*/ 286202 h 2767298"/>
              <a:gd name="connsiteX30853" fmla="*/ 3381296 w 4752801"/>
              <a:gd name="connsiteY30853" fmla="*/ 287417 h 2767298"/>
              <a:gd name="connsiteX30854" fmla="*/ 3377653 w 4752801"/>
              <a:gd name="connsiteY30854" fmla="*/ 293489 h 2767298"/>
              <a:gd name="connsiteX30855" fmla="*/ 3376438 w 4752801"/>
              <a:gd name="connsiteY30855" fmla="*/ 293893 h 2767298"/>
              <a:gd name="connsiteX30856" fmla="*/ 3369556 w 4752801"/>
              <a:gd name="connsiteY30856" fmla="*/ 293893 h 2767298"/>
              <a:gd name="connsiteX30857" fmla="*/ 3368342 w 4752801"/>
              <a:gd name="connsiteY30857" fmla="*/ 293489 h 2767298"/>
              <a:gd name="connsiteX30858" fmla="*/ 3364699 w 4752801"/>
              <a:gd name="connsiteY30858" fmla="*/ 287417 h 2767298"/>
              <a:gd name="connsiteX30859" fmla="*/ 3364699 w 4752801"/>
              <a:gd name="connsiteY30859" fmla="*/ 286202 h 2767298"/>
              <a:gd name="connsiteX30860" fmla="*/ 3368342 w 4752801"/>
              <a:gd name="connsiteY30860" fmla="*/ 280130 h 2767298"/>
              <a:gd name="connsiteX30861" fmla="*/ 3369556 w 4752801"/>
              <a:gd name="connsiteY30861" fmla="*/ 279725 h 2767298"/>
              <a:gd name="connsiteX30862" fmla="*/ 3288190 w 4752801"/>
              <a:gd name="connsiteY30862" fmla="*/ 279725 h 2767298"/>
              <a:gd name="connsiteX30863" fmla="*/ 3295881 w 4752801"/>
              <a:gd name="connsiteY30863" fmla="*/ 279725 h 2767298"/>
              <a:gd name="connsiteX30864" fmla="*/ 3297095 w 4752801"/>
              <a:gd name="connsiteY30864" fmla="*/ 280130 h 2767298"/>
              <a:gd name="connsiteX30865" fmla="*/ 3300739 w 4752801"/>
              <a:gd name="connsiteY30865" fmla="*/ 286607 h 2767298"/>
              <a:gd name="connsiteX30866" fmla="*/ 3300739 w 4752801"/>
              <a:gd name="connsiteY30866" fmla="*/ 287821 h 2767298"/>
              <a:gd name="connsiteX30867" fmla="*/ 3297095 w 4752801"/>
              <a:gd name="connsiteY30867" fmla="*/ 294298 h 2767298"/>
              <a:gd name="connsiteX30868" fmla="*/ 3295881 w 4752801"/>
              <a:gd name="connsiteY30868" fmla="*/ 294703 h 2767298"/>
              <a:gd name="connsiteX30869" fmla="*/ 3288190 w 4752801"/>
              <a:gd name="connsiteY30869" fmla="*/ 294703 h 2767298"/>
              <a:gd name="connsiteX30870" fmla="*/ 3286975 w 4752801"/>
              <a:gd name="connsiteY30870" fmla="*/ 294298 h 2767298"/>
              <a:gd name="connsiteX30871" fmla="*/ 3283332 w 4752801"/>
              <a:gd name="connsiteY30871" fmla="*/ 287821 h 2767298"/>
              <a:gd name="connsiteX30872" fmla="*/ 3283332 w 4752801"/>
              <a:gd name="connsiteY30872" fmla="*/ 286607 h 2767298"/>
              <a:gd name="connsiteX30873" fmla="*/ 3286975 w 4752801"/>
              <a:gd name="connsiteY30873" fmla="*/ 280130 h 2767298"/>
              <a:gd name="connsiteX30874" fmla="*/ 3288190 w 4752801"/>
              <a:gd name="connsiteY30874" fmla="*/ 279725 h 2767298"/>
              <a:gd name="connsiteX30875" fmla="*/ 3247708 w 4752801"/>
              <a:gd name="connsiteY30875" fmla="*/ 278916 h 2767298"/>
              <a:gd name="connsiteX30876" fmla="*/ 3255400 w 4752801"/>
              <a:gd name="connsiteY30876" fmla="*/ 278916 h 2767298"/>
              <a:gd name="connsiteX30877" fmla="*/ 3256614 w 4752801"/>
              <a:gd name="connsiteY30877" fmla="*/ 279321 h 2767298"/>
              <a:gd name="connsiteX30878" fmla="*/ 3260662 w 4752801"/>
              <a:gd name="connsiteY30878" fmla="*/ 286203 h 2767298"/>
              <a:gd name="connsiteX30879" fmla="*/ 3260662 w 4752801"/>
              <a:gd name="connsiteY30879" fmla="*/ 287417 h 2767298"/>
              <a:gd name="connsiteX30880" fmla="*/ 3256614 w 4752801"/>
              <a:gd name="connsiteY30880" fmla="*/ 294299 h 2767298"/>
              <a:gd name="connsiteX30881" fmla="*/ 3255400 w 4752801"/>
              <a:gd name="connsiteY30881" fmla="*/ 294704 h 2767298"/>
              <a:gd name="connsiteX30882" fmla="*/ 3247708 w 4752801"/>
              <a:gd name="connsiteY30882" fmla="*/ 294704 h 2767298"/>
              <a:gd name="connsiteX30883" fmla="*/ 3246494 w 4752801"/>
              <a:gd name="connsiteY30883" fmla="*/ 294299 h 2767298"/>
              <a:gd name="connsiteX30884" fmla="*/ 3242446 w 4752801"/>
              <a:gd name="connsiteY30884" fmla="*/ 287417 h 2767298"/>
              <a:gd name="connsiteX30885" fmla="*/ 3242446 w 4752801"/>
              <a:gd name="connsiteY30885" fmla="*/ 286203 h 2767298"/>
              <a:gd name="connsiteX30886" fmla="*/ 3246494 w 4752801"/>
              <a:gd name="connsiteY30886" fmla="*/ 279321 h 2767298"/>
              <a:gd name="connsiteX30887" fmla="*/ 3247708 w 4752801"/>
              <a:gd name="connsiteY30887" fmla="*/ 278916 h 2767298"/>
              <a:gd name="connsiteX30888" fmla="*/ 3206822 w 4752801"/>
              <a:gd name="connsiteY30888" fmla="*/ 278916 h 2767298"/>
              <a:gd name="connsiteX30889" fmla="*/ 3215323 w 4752801"/>
              <a:gd name="connsiteY30889" fmla="*/ 278916 h 2767298"/>
              <a:gd name="connsiteX30890" fmla="*/ 3216537 w 4752801"/>
              <a:gd name="connsiteY30890" fmla="*/ 279321 h 2767298"/>
              <a:gd name="connsiteX30891" fmla="*/ 3220586 w 4752801"/>
              <a:gd name="connsiteY30891" fmla="*/ 286607 h 2767298"/>
              <a:gd name="connsiteX30892" fmla="*/ 3220586 w 4752801"/>
              <a:gd name="connsiteY30892" fmla="*/ 287822 h 2767298"/>
              <a:gd name="connsiteX30893" fmla="*/ 3216537 w 4752801"/>
              <a:gd name="connsiteY30893" fmla="*/ 295109 h 2767298"/>
              <a:gd name="connsiteX30894" fmla="*/ 3215323 w 4752801"/>
              <a:gd name="connsiteY30894" fmla="*/ 295513 h 2767298"/>
              <a:gd name="connsiteX30895" fmla="*/ 3206822 w 4752801"/>
              <a:gd name="connsiteY30895" fmla="*/ 295513 h 2767298"/>
              <a:gd name="connsiteX30896" fmla="*/ 3205608 w 4752801"/>
              <a:gd name="connsiteY30896" fmla="*/ 295109 h 2767298"/>
              <a:gd name="connsiteX30897" fmla="*/ 3201560 w 4752801"/>
              <a:gd name="connsiteY30897" fmla="*/ 287822 h 2767298"/>
              <a:gd name="connsiteX30898" fmla="*/ 3201560 w 4752801"/>
              <a:gd name="connsiteY30898" fmla="*/ 286607 h 2767298"/>
              <a:gd name="connsiteX30899" fmla="*/ 3205608 w 4752801"/>
              <a:gd name="connsiteY30899" fmla="*/ 279321 h 2767298"/>
              <a:gd name="connsiteX30900" fmla="*/ 3206822 w 4752801"/>
              <a:gd name="connsiteY30900" fmla="*/ 278916 h 2767298"/>
              <a:gd name="connsiteX30901" fmla="*/ 3004416 w 4752801"/>
              <a:gd name="connsiteY30901" fmla="*/ 278511 h 2767298"/>
              <a:gd name="connsiteX30902" fmla="*/ 3013322 w 4752801"/>
              <a:gd name="connsiteY30902" fmla="*/ 278511 h 2767298"/>
              <a:gd name="connsiteX30903" fmla="*/ 3014536 w 4752801"/>
              <a:gd name="connsiteY30903" fmla="*/ 278916 h 2767298"/>
              <a:gd name="connsiteX30904" fmla="*/ 3018989 w 4752801"/>
              <a:gd name="connsiteY30904" fmla="*/ 286607 h 2767298"/>
              <a:gd name="connsiteX30905" fmla="*/ 3018989 w 4752801"/>
              <a:gd name="connsiteY30905" fmla="*/ 287822 h 2767298"/>
              <a:gd name="connsiteX30906" fmla="*/ 3014536 w 4752801"/>
              <a:gd name="connsiteY30906" fmla="*/ 295513 h 2767298"/>
              <a:gd name="connsiteX30907" fmla="*/ 3013322 w 4752801"/>
              <a:gd name="connsiteY30907" fmla="*/ 295918 h 2767298"/>
              <a:gd name="connsiteX30908" fmla="*/ 3004416 w 4752801"/>
              <a:gd name="connsiteY30908" fmla="*/ 295918 h 2767298"/>
              <a:gd name="connsiteX30909" fmla="*/ 3003201 w 4752801"/>
              <a:gd name="connsiteY30909" fmla="*/ 295513 h 2767298"/>
              <a:gd name="connsiteX30910" fmla="*/ 2998749 w 4752801"/>
              <a:gd name="connsiteY30910" fmla="*/ 287822 h 2767298"/>
              <a:gd name="connsiteX30911" fmla="*/ 2998749 w 4752801"/>
              <a:gd name="connsiteY30911" fmla="*/ 286607 h 2767298"/>
              <a:gd name="connsiteX30912" fmla="*/ 3003201 w 4752801"/>
              <a:gd name="connsiteY30912" fmla="*/ 278916 h 2767298"/>
              <a:gd name="connsiteX30913" fmla="*/ 3004416 w 4752801"/>
              <a:gd name="connsiteY30913" fmla="*/ 278511 h 2767298"/>
              <a:gd name="connsiteX30914" fmla="*/ 2721047 w 4752801"/>
              <a:gd name="connsiteY30914" fmla="*/ 278511 h 2767298"/>
              <a:gd name="connsiteX30915" fmla="*/ 2729548 w 4752801"/>
              <a:gd name="connsiteY30915" fmla="*/ 278511 h 2767298"/>
              <a:gd name="connsiteX30916" fmla="*/ 2730762 w 4752801"/>
              <a:gd name="connsiteY30916" fmla="*/ 279321 h 2767298"/>
              <a:gd name="connsiteX30917" fmla="*/ 2735215 w 4752801"/>
              <a:gd name="connsiteY30917" fmla="*/ 286607 h 2767298"/>
              <a:gd name="connsiteX30918" fmla="*/ 2735215 w 4752801"/>
              <a:gd name="connsiteY30918" fmla="*/ 287822 h 2767298"/>
              <a:gd name="connsiteX30919" fmla="*/ 2730762 w 4752801"/>
              <a:gd name="connsiteY30919" fmla="*/ 295108 h 2767298"/>
              <a:gd name="connsiteX30920" fmla="*/ 2729548 w 4752801"/>
              <a:gd name="connsiteY30920" fmla="*/ 295918 h 2767298"/>
              <a:gd name="connsiteX30921" fmla="*/ 2721047 w 4752801"/>
              <a:gd name="connsiteY30921" fmla="*/ 295918 h 2767298"/>
              <a:gd name="connsiteX30922" fmla="*/ 2719832 w 4752801"/>
              <a:gd name="connsiteY30922" fmla="*/ 295108 h 2767298"/>
              <a:gd name="connsiteX30923" fmla="*/ 2715380 w 4752801"/>
              <a:gd name="connsiteY30923" fmla="*/ 287822 h 2767298"/>
              <a:gd name="connsiteX30924" fmla="*/ 2715380 w 4752801"/>
              <a:gd name="connsiteY30924" fmla="*/ 286607 h 2767298"/>
              <a:gd name="connsiteX30925" fmla="*/ 2719832 w 4752801"/>
              <a:gd name="connsiteY30925" fmla="*/ 279321 h 2767298"/>
              <a:gd name="connsiteX30926" fmla="*/ 2721047 w 4752801"/>
              <a:gd name="connsiteY30926" fmla="*/ 278511 h 2767298"/>
              <a:gd name="connsiteX30927" fmla="*/ 3125455 w 4752801"/>
              <a:gd name="connsiteY30927" fmla="*/ 278106 h 2767298"/>
              <a:gd name="connsiteX30928" fmla="*/ 3134766 w 4752801"/>
              <a:gd name="connsiteY30928" fmla="*/ 278106 h 2767298"/>
              <a:gd name="connsiteX30929" fmla="*/ 3135980 w 4752801"/>
              <a:gd name="connsiteY30929" fmla="*/ 278511 h 2767298"/>
              <a:gd name="connsiteX30930" fmla="*/ 3140838 w 4752801"/>
              <a:gd name="connsiteY30930" fmla="*/ 286607 h 2767298"/>
              <a:gd name="connsiteX30931" fmla="*/ 3140838 w 4752801"/>
              <a:gd name="connsiteY30931" fmla="*/ 287821 h 2767298"/>
              <a:gd name="connsiteX30932" fmla="*/ 3135980 w 4752801"/>
              <a:gd name="connsiteY30932" fmla="*/ 295918 h 2767298"/>
              <a:gd name="connsiteX30933" fmla="*/ 3134766 w 4752801"/>
              <a:gd name="connsiteY30933" fmla="*/ 296323 h 2767298"/>
              <a:gd name="connsiteX30934" fmla="*/ 3125455 w 4752801"/>
              <a:gd name="connsiteY30934" fmla="*/ 296323 h 2767298"/>
              <a:gd name="connsiteX30935" fmla="*/ 3124241 w 4752801"/>
              <a:gd name="connsiteY30935" fmla="*/ 295918 h 2767298"/>
              <a:gd name="connsiteX30936" fmla="*/ 3119383 w 4752801"/>
              <a:gd name="connsiteY30936" fmla="*/ 287821 h 2767298"/>
              <a:gd name="connsiteX30937" fmla="*/ 3119383 w 4752801"/>
              <a:gd name="connsiteY30937" fmla="*/ 286607 h 2767298"/>
              <a:gd name="connsiteX30938" fmla="*/ 3124241 w 4752801"/>
              <a:gd name="connsiteY30938" fmla="*/ 278511 h 2767298"/>
              <a:gd name="connsiteX30939" fmla="*/ 3125455 w 4752801"/>
              <a:gd name="connsiteY30939" fmla="*/ 278106 h 2767298"/>
              <a:gd name="connsiteX30940" fmla="*/ 3165936 w 4752801"/>
              <a:gd name="connsiteY30940" fmla="*/ 277701 h 2767298"/>
              <a:gd name="connsiteX30941" fmla="*/ 3175247 w 4752801"/>
              <a:gd name="connsiteY30941" fmla="*/ 277701 h 2767298"/>
              <a:gd name="connsiteX30942" fmla="*/ 3176461 w 4752801"/>
              <a:gd name="connsiteY30942" fmla="*/ 278106 h 2767298"/>
              <a:gd name="connsiteX30943" fmla="*/ 3181319 w 4752801"/>
              <a:gd name="connsiteY30943" fmla="*/ 286202 h 2767298"/>
              <a:gd name="connsiteX30944" fmla="*/ 3181319 w 4752801"/>
              <a:gd name="connsiteY30944" fmla="*/ 287417 h 2767298"/>
              <a:gd name="connsiteX30945" fmla="*/ 3176461 w 4752801"/>
              <a:gd name="connsiteY30945" fmla="*/ 295513 h 2767298"/>
              <a:gd name="connsiteX30946" fmla="*/ 3175247 w 4752801"/>
              <a:gd name="connsiteY30946" fmla="*/ 295918 h 2767298"/>
              <a:gd name="connsiteX30947" fmla="*/ 3165936 w 4752801"/>
              <a:gd name="connsiteY30947" fmla="*/ 295918 h 2767298"/>
              <a:gd name="connsiteX30948" fmla="*/ 3164722 w 4752801"/>
              <a:gd name="connsiteY30948" fmla="*/ 295513 h 2767298"/>
              <a:gd name="connsiteX30949" fmla="*/ 3159864 w 4752801"/>
              <a:gd name="connsiteY30949" fmla="*/ 287417 h 2767298"/>
              <a:gd name="connsiteX30950" fmla="*/ 3159864 w 4752801"/>
              <a:gd name="connsiteY30950" fmla="*/ 286202 h 2767298"/>
              <a:gd name="connsiteX30951" fmla="*/ 3164722 w 4752801"/>
              <a:gd name="connsiteY30951" fmla="*/ 278106 h 2767298"/>
              <a:gd name="connsiteX30952" fmla="*/ 3165936 w 4752801"/>
              <a:gd name="connsiteY30952" fmla="*/ 277701 h 2767298"/>
              <a:gd name="connsiteX30953" fmla="*/ 3084973 w 4752801"/>
              <a:gd name="connsiteY30953" fmla="*/ 277701 h 2767298"/>
              <a:gd name="connsiteX30954" fmla="*/ 3094284 w 4752801"/>
              <a:gd name="connsiteY30954" fmla="*/ 277701 h 2767298"/>
              <a:gd name="connsiteX30955" fmla="*/ 3095498 w 4752801"/>
              <a:gd name="connsiteY30955" fmla="*/ 278106 h 2767298"/>
              <a:gd name="connsiteX30956" fmla="*/ 3099951 w 4752801"/>
              <a:gd name="connsiteY30956" fmla="*/ 286202 h 2767298"/>
              <a:gd name="connsiteX30957" fmla="*/ 3099951 w 4752801"/>
              <a:gd name="connsiteY30957" fmla="*/ 287417 h 2767298"/>
              <a:gd name="connsiteX30958" fmla="*/ 3095498 w 4752801"/>
              <a:gd name="connsiteY30958" fmla="*/ 295513 h 2767298"/>
              <a:gd name="connsiteX30959" fmla="*/ 3094284 w 4752801"/>
              <a:gd name="connsiteY30959" fmla="*/ 296322 h 2767298"/>
              <a:gd name="connsiteX30960" fmla="*/ 3084973 w 4752801"/>
              <a:gd name="connsiteY30960" fmla="*/ 296322 h 2767298"/>
              <a:gd name="connsiteX30961" fmla="*/ 3083759 w 4752801"/>
              <a:gd name="connsiteY30961" fmla="*/ 295513 h 2767298"/>
              <a:gd name="connsiteX30962" fmla="*/ 3079306 w 4752801"/>
              <a:gd name="connsiteY30962" fmla="*/ 287417 h 2767298"/>
              <a:gd name="connsiteX30963" fmla="*/ 3079306 w 4752801"/>
              <a:gd name="connsiteY30963" fmla="*/ 286202 h 2767298"/>
              <a:gd name="connsiteX30964" fmla="*/ 3083759 w 4752801"/>
              <a:gd name="connsiteY30964" fmla="*/ 278106 h 2767298"/>
              <a:gd name="connsiteX30965" fmla="*/ 3084973 w 4752801"/>
              <a:gd name="connsiteY30965" fmla="*/ 277701 h 2767298"/>
              <a:gd name="connsiteX30966" fmla="*/ 3044492 w 4752801"/>
              <a:gd name="connsiteY30966" fmla="*/ 277297 h 2767298"/>
              <a:gd name="connsiteX30967" fmla="*/ 3054207 w 4752801"/>
              <a:gd name="connsiteY30967" fmla="*/ 277297 h 2767298"/>
              <a:gd name="connsiteX30968" fmla="*/ 3055422 w 4752801"/>
              <a:gd name="connsiteY30968" fmla="*/ 277702 h 2767298"/>
              <a:gd name="connsiteX30969" fmla="*/ 3060280 w 4752801"/>
              <a:gd name="connsiteY30969" fmla="*/ 286203 h 2767298"/>
              <a:gd name="connsiteX30970" fmla="*/ 3060280 w 4752801"/>
              <a:gd name="connsiteY30970" fmla="*/ 287417 h 2767298"/>
              <a:gd name="connsiteX30971" fmla="*/ 3055422 w 4752801"/>
              <a:gd name="connsiteY30971" fmla="*/ 295918 h 2767298"/>
              <a:gd name="connsiteX30972" fmla="*/ 3054207 w 4752801"/>
              <a:gd name="connsiteY30972" fmla="*/ 296323 h 2767298"/>
              <a:gd name="connsiteX30973" fmla="*/ 3044492 w 4752801"/>
              <a:gd name="connsiteY30973" fmla="*/ 296323 h 2767298"/>
              <a:gd name="connsiteX30974" fmla="*/ 3043278 w 4752801"/>
              <a:gd name="connsiteY30974" fmla="*/ 295918 h 2767298"/>
              <a:gd name="connsiteX30975" fmla="*/ 3038420 w 4752801"/>
              <a:gd name="connsiteY30975" fmla="*/ 287417 h 2767298"/>
              <a:gd name="connsiteX30976" fmla="*/ 3038420 w 4752801"/>
              <a:gd name="connsiteY30976" fmla="*/ 286203 h 2767298"/>
              <a:gd name="connsiteX30977" fmla="*/ 3043278 w 4752801"/>
              <a:gd name="connsiteY30977" fmla="*/ 277702 h 2767298"/>
              <a:gd name="connsiteX30978" fmla="*/ 3044492 w 4752801"/>
              <a:gd name="connsiteY30978" fmla="*/ 277297 h 2767298"/>
              <a:gd name="connsiteX30979" fmla="*/ 2760314 w 4752801"/>
              <a:gd name="connsiteY30979" fmla="*/ 276892 h 2767298"/>
              <a:gd name="connsiteX30980" fmla="*/ 2771243 w 4752801"/>
              <a:gd name="connsiteY30980" fmla="*/ 276892 h 2767298"/>
              <a:gd name="connsiteX30981" fmla="*/ 2772458 w 4752801"/>
              <a:gd name="connsiteY30981" fmla="*/ 277297 h 2767298"/>
              <a:gd name="connsiteX30982" fmla="*/ 2778125 w 4752801"/>
              <a:gd name="connsiteY30982" fmla="*/ 286607 h 2767298"/>
              <a:gd name="connsiteX30983" fmla="*/ 2778125 w 4752801"/>
              <a:gd name="connsiteY30983" fmla="*/ 287822 h 2767298"/>
              <a:gd name="connsiteX30984" fmla="*/ 2772458 w 4752801"/>
              <a:gd name="connsiteY30984" fmla="*/ 297133 h 2767298"/>
              <a:gd name="connsiteX30985" fmla="*/ 2771243 w 4752801"/>
              <a:gd name="connsiteY30985" fmla="*/ 297537 h 2767298"/>
              <a:gd name="connsiteX30986" fmla="*/ 2760314 w 4752801"/>
              <a:gd name="connsiteY30986" fmla="*/ 297537 h 2767298"/>
              <a:gd name="connsiteX30987" fmla="*/ 2759099 w 4752801"/>
              <a:gd name="connsiteY30987" fmla="*/ 297133 h 2767298"/>
              <a:gd name="connsiteX30988" fmla="*/ 2753432 w 4752801"/>
              <a:gd name="connsiteY30988" fmla="*/ 287822 h 2767298"/>
              <a:gd name="connsiteX30989" fmla="*/ 2753432 w 4752801"/>
              <a:gd name="connsiteY30989" fmla="*/ 286607 h 2767298"/>
              <a:gd name="connsiteX30990" fmla="*/ 2759099 w 4752801"/>
              <a:gd name="connsiteY30990" fmla="*/ 277297 h 2767298"/>
              <a:gd name="connsiteX30991" fmla="*/ 2760314 w 4752801"/>
              <a:gd name="connsiteY30991" fmla="*/ 276892 h 2767298"/>
              <a:gd name="connsiteX30992" fmla="*/ 2800390 w 4752801"/>
              <a:gd name="connsiteY30992" fmla="*/ 275677 h 2767298"/>
              <a:gd name="connsiteX30993" fmla="*/ 2812535 w 4752801"/>
              <a:gd name="connsiteY30993" fmla="*/ 275677 h 2767298"/>
              <a:gd name="connsiteX30994" fmla="*/ 2813749 w 4752801"/>
              <a:gd name="connsiteY30994" fmla="*/ 276082 h 2767298"/>
              <a:gd name="connsiteX30995" fmla="*/ 2819821 w 4752801"/>
              <a:gd name="connsiteY30995" fmla="*/ 286607 h 2767298"/>
              <a:gd name="connsiteX30996" fmla="*/ 2819821 w 4752801"/>
              <a:gd name="connsiteY30996" fmla="*/ 287821 h 2767298"/>
              <a:gd name="connsiteX30997" fmla="*/ 2813749 w 4752801"/>
              <a:gd name="connsiteY30997" fmla="*/ 298347 h 2767298"/>
              <a:gd name="connsiteX30998" fmla="*/ 2812535 w 4752801"/>
              <a:gd name="connsiteY30998" fmla="*/ 298751 h 2767298"/>
              <a:gd name="connsiteX30999" fmla="*/ 2800390 w 4752801"/>
              <a:gd name="connsiteY30999" fmla="*/ 298751 h 2767298"/>
              <a:gd name="connsiteX31000" fmla="*/ 2799176 w 4752801"/>
              <a:gd name="connsiteY31000" fmla="*/ 298347 h 2767298"/>
              <a:gd name="connsiteX31001" fmla="*/ 2793104 w 4752801"/>
              <a:gd name="connsiteY31001" fmla="*/ 287821 h 2767298"/>
              <a:gd name="connsiteX31002" fmla="*/ 2793104 w 4752801"/>
              <a:gd name="connsiteY31002" fmla="*/ 286607 h 2767298"/>
              <a:gd name="connsiteX31003" fmla="*/ 2799176 w 4752801"/>
              <a:gd name="connsiteY31003" fmla="*/ 276082 h 2767298"/>
              <a:gd name="connsiteX31004" fmla="*/ 2800390 w 4752801"/>
              <a:gd name="connsiteY31004" fmla="*/ 275677 h 2767298"/>
              <a:gd name="connsiteX31005" fmla="*/ 2962315 w 4752801"/>
              <a:gd name="connsiteY31005" fmla="*/ 275273 h 2767298"/>
              <a:gd name="connsiteX31006" fmla="*/ 2974460 w 4752801"/>
              <a:gd name="connsiteY31006" fmla="*/ 275273 h 2767298"/>
              <a:gd name="connsiteX31007" fmla="*/ 2975674 w 4752801"/>
              <a:gd name="connsiteY31007" fmla="*/ 276083 h 2767298"/>
              <a:gd name="connsiteX31008" fmla="*/ 2981746 w 4752801"/>
              <a:gd name="connsiteY31008" fmla="*/ 286608 h 2767298"/>
              <a:gd name="connsiteX31009" fmla="*/ 2981746 w 4752801"/>
              <a:gd name="connsiteY31009" fmla="*/ 287822 h 2767298"/>
              <a:gd name="connsiteX31010" fmla="*/ 2975674 w 4752801"/>
              <a:gd name="connsiteY31010" fmla="*/ 298347 h 2767298"/>
              <a:gd name="connsiteX31011" fmla="*/ 2974460 w 4752801"/>
              <a:gd name="connsiteY31011" fmla="*/ 298752 h 2767298"/>
              <a:gd name="connsiteX31012" fmla="*/ 2962315 w 4752801"/>
              <a:gd name="connsiteY31012" fmla="*/ 298752 h 2767298"/>
              <a:gd name="connsiteX31013" fmla="*/ 2961101 w 4752801"/>
              <a:gd name="connsiteY31013" fmla="*/ 298347 h 2767298"/>
              <a:gd name="connsiteX31014" fmla="*/ 2955029 w 4752801"/>
              <a:gd name="connsiteY31014" fmla="*/ 287822 h 2767298"/>
              <a:gd name="connsiteX31015" fmla="*/ 2955029 w 4752801"/>
              <a:gd name="connsiteY31015" fmla="*/ 286608 h 2767298"/>
              <a:gd name="connsiteX31016" fmla="*/ 2961101 w 4752801"/>
              <a:gd name="connsiteY31016" fmla="*/ 276083 h 2767298"/>
              <a:gd name="connsiteX31017" fmla="*/ 2962315 w 4752801"/>
              <a:gd name="connsiteY31017" fmla="*/ 275273 h 2767298"/>
              <a:gd name="connsiteX31018" fmla="*/ 2678137 w 4752801"/>
              <a:gd name="connsiteY31018" fmla="*/ 275273 h 2767298"/>
              <a:gd name="connsiteX31019" fmla="*/ 2691091 w 4752801"/>
              <a:gd name="connsiteY31019" fmla="*/ 275273 h 2767298"/>
              <a:gd name="connsiteX31020" fmla="*/ 2692305 w 4752801"/>
              <a:gd name="connsiteY31020" fmla="*/ 275678 h 2767298"/>
              <a:gd name="connsiteX31021" fmla="*/ 2698783 w 4752801"/>
              <a:gd name="connsiteY31021" fmla="*/ 286608 h 2767298"/>
              <a:gd name="connsiteX31022" fmla="*/ 2698783 w 4752801"/>
              <a:gd name="connsiteY31022" fmla="*/ 287822 h 2767298"/>
              <a:gd name="connsiteX31023" fmla="*/ 2692305 w 4752801"/>
              <a:gd name="connsiteY31023" fmla="*/ 298752 h 2767298"/>
              <a:gd name="connsiteX31024" fmla="*/ 2691091 w 4752801"/>
              <a:gd name="connsiteY31024" fmla="*/ 299157 h 2767298"/>
              <a:gd name="connsiteX31025" fmla="*/ 2678137 w 4752801"/>
              <a:gd name="connsiteY31025" fmla="*/ 299157 h 2767298"/>
              <a:gd name="connsiteX31026" fmla="*/ 2676923 w 4752801"/>
              <a:gd name="connsiteY31026" fmla="*/ 298752 h 2767298"/>
              <a:gd name="connsiteX31027" fmla="*/ 2670446 w 4752801"/>
              <a:gd name="connsiteY31027" fmla="*/ 287822 h 2767298"/>
              <a:gd name="connsiteX31028" fmla="*/ 2670446 w 4752801"/>
              <a:gd name="connsiteY31028" fmla="*/ 286608 h 2767298"/>
              <a:gd name="connsiteX31029" fmla="*/ 2676923 w 4752801"/>
              <a:gd name="connsiteY31029" fmla="*/ 275678 h 2767298"/>
              <a:gd name="connsiteX31030" fmla="*/ 2678137 w 4752801"/>
              <a:gd name="connsiteY31030" fmla="*/ 275273 h 2767298"/>
              <a:gd name="connsiteX31031" fmla="*/ 2880948 w 4752801"/>
              <a:gd name="connsiteY31031" fmla="*/ 274463 h 2767298"/>
              <a:gd name="connsiteX31032" fmla="*/ 2893902 w 4752801"/>
              <a:gd name="connsiteY31032" fmla="*/ 274463 h 2767298"/>
              <a:gd name="connsiteX31033" fmla="*/ 2895117 w 4752801"/>
              <a:gd name="connsiteY31033" fmla="*/ 274868 h 2767298"/>
              <a:gd name="connsiteX31034" fmla="*/ 2901593 w 4752801"/>
              <a:gd name="connsiteY31034" fmla="*/ 286203 h 2767298"/>
              <a:gd name="connsiteX31035" fmla="*/ 2901593 w 4752801"/>
              <a:gd name="connsiteY31035" fmla="*/ 287417 h 2767298"/>
              <a:gd name="connsiteX31036" fmla="*/ 2895117 w 4752801"/>
              <a:gd name="connsiteY31036" fmla="*/ 298752 h 2767298"/>
              <a:gd name="connsiteX31037" fmla="*/ 2893902 w 4752801"/>
              <a:gd name="connsiteY31037" fmla="*/ 299157 h 2767298"/>
              <a:gd name="connsiteX31038" fmla="*/ 2880948 w 4752801"/>
              <a:gd name="connsiteY31038" fmla="*/ 299157 h 2767298"/>
              <a:gd name="connsiteX31039" fmla="*/ 2879733 w 4752801"/>
              <a:gd name="connsiteY31039" fmla="*/ 298752 h 2767298"/>
              <a:gd name="connsiteX31040" fmla="*/ 2873257 w 4752801"/>
              <a:gd name="connsiteY31040" fmla="*/ 287417 h 2767298"/>
              <a:gd name="connsiteX31041" fmla="*/ 2873257 w 4752801"/>
              <a:gd name="connsiteY31041" fmla="*/ 286203 h 2767298"/>
              <a:gd name="connsiteX31042" fmla="*/ 2879733 w 4752801"/>
              <a:gd name="connsiteY31042" fmla="*/ 274868 h 2767298"/>
              <a:gd name="connsiteX31043" fmla="*/ 2880948 w 4752801"/>
              <a:gd name="connsiteY31043" fmla="*/ 274463 h 2767298"/>
              <a:gd name="connsiteX31044" fmla="*/ 2921024 w 4752801"/>
              <a:gd name="connsiteY31044" fmla="*/ 274058 h 2767298"/>
              <a:gd name="connsiteX31045" fmla="*/ 2934383 w 4752801"/>
              <a:gd name="connsiteY31045" fmla="*/ 274058 h 2767298"/>
              <a:gd name="connsiteX31046" fmla="*/ 2935597 w 4752801"/>
              <a:gd name="connsiteY31046" fmla="*/ 274463 h 2767298"/>
              <a:gd name="connsiteX31047" fmla="*/ 2942479 w 4752801"/>
              <a:gd name="connsiteY31047" fmla="*/ 286202 h 2767298"/>
              <a:gd name="connsiteX31048" fmla="*/ 2942479 w 4752801"/>
              <a:gd name="connsiteY31048" fmla="*/ 287417 h 2767298"/>
              <a:gd name="connsiteX31049" fmla="*/ 2935597 w 4752801"/>
              <a:gd name="connsiteY31049" fmla="*/ 299156 h 2767298"/>
              <a:gd name="connsiteX31050" fmla="*/ 2934383 w 4752801"/>
              <a:gd name="connsiteY31050" fmla="*/ 299561 h 2767298"/>
              <a:gd name="connsiteX31051" fmla="*/ 2921024 w 4752801"/>
              <a:gd name="connsiteY31051" fmla="*/ 299561 h 2767298"/>
              <a:gd name="connsiteX31052" fmla="*/ 2919810 w 4752801"/>
              <a:gd name="connsiteY31052" fmla="*/ 299156 h 2767298"/>
              <a:gd name="connsiteX31053" fmla="*/ 2912928 w 4752801"/>
              <a:gd name="connsiteY31053" fmla="*/ 287417 h 2767298"/>
              <a:gd name="connsiteX31054" fmla="*/ 2912928 w 4752801"/>
              <a:gd name="connsiteY31054" fmla="*/ 286202 h 2767298"/>
              <a:gd name="connsiteX31055" fmla="*/ 2919810 w 4752801"/>
              <a:gd name="connsiteY31055" fmla="*/ 274463 h 2767298"/>
              <a:gd name="connsiteX31056" fmla="*/ 2921024 w 4752801"/>
              <a:gd name="connsiteY31056" fmla="*/ 274058 h 2767298"/>
              <a:gd name="connsiteX31057" fmla="*/ 2840467 w 4752801"/>
              <a:gd name="connsiteY31057" fmla="*/ 274058 h 2767298"/>
              <a:gd name="connsiteX31058" fmla="*/ 2853421 w 4752801"/>
              <a:gd name="connsiteY31058" fmla="*/ 274058 h 2767298"/>
              <a:gd name="connsiteX31059" fmla="*/ 2854636 w 4752801"/>
              <a:gd name="connsiteY31059" fmla="*/ 274868 h 2767298"/>
              <a:gd name="connsiteX31060" fmla="*/ 2861112 w 4752801"/>
              <a:gd name="connsiteY31060" fmla="*/ 286202 h 2767298"/>
              <a:gd name="connsiteX31061" fmla="*/ 2861112 w 4752801"/>
              <a:gd name="connsiteY31061" fmla="*/ 287417 h 2767298"/>
              <a:gd name="connsiteX31062" fmla="*/ 2854636 w 4752801"/>
              <a:gd name="connsiteY31062" fmla="*/ 298752 h 2767298"/>
              <a:gd name="connsiteX31063" fmla="*/ 2853421 w 4752801"/>
              <a:gd name="connsiteY31063" fmla="*/ 299561 h 2767298"/>
              <a:gd name="connsiteX31064" fmla="*/ 2840467 w 4752801"/>
              <a:gd name="connsiteY31064" fmla="*/ 299561 h 2767298"/>
              <a:gd name="connsiteX31065" fmla="*/ 2839252 w 4752801"/>
              <a:gd name="connsiteY31065" fmla="*/ 298752 h 2767298"/>
              <a:gd name="connsiteX31066" fmla="*/ 2832776 w 4752801"/>
              <a:gd name="connsiteY31066" fmla="*/ 287417 h 2767298"/>
              <a:gd name="connsiteX31067" fmla="*/ 2832776 w 4752801"/>
              <a:gd name="connsiteY31067" fmla="*/ 286202 h 2767298"/>
              <a:gd name="connsiteX31068" fmla="*/ 2839252 w 4752801"/>
              <a:gd name="connsiteY31068" fmla="*/ 274868 h 2767298"/>
              <a:gd name="connsiteX31069" fmla="*/ 2840467 w 4752801"/>
              <a:gd name="connsiteY31069" fmla="*/ 274058 h 2767298"/>
              <a:gd name="connsiteX31070" fmla="*/ 3818089 w 4752801"/>
              <a:gd name="connsiteY31070" fmla="*/ 245721 h 2767298"/>
              <a:gd name="connsiteX31071" fmla="*/ 3818899 w 4752801"/>
              <a:gd name="connsiteY31071" fmla="*/ 245721 h 2767298"/>
              <a:gd name="connsiteX31072" fmla="*/ 3819303 w 4752801"/>
              <a:gd name="connsiteY31072" fmla="*/ 246531 h 2767298"/>
              <a:gd name="connsiteX31073" fmla="*/ 3818899 w 4752801"/>
              <a:gd name="connsiteY31073" fmla="*/ 247340 h 2767298"/>
              <a:gd name="connsiteX31074" fmla="*/ 3818089 w 4752801"/>
              <a:gd name="connsiteY31074" fmla="*/ 247340 h 2767298"/>
              <a:gd name="connsiteX31075" fmla="*/ 3817684 w 4752801"/>
              <a:gd name="connsiteY31075" fmla="*/ 246531 h 2767298"/>
              <a:gd name="connsiteX31076" fmla="*/ 3735912 w 4752801"/>
              <a:gd name="connsiteY31076" fmla="*/ 243697 h 2767298"/>
              <a:gd name="connsiteX31077" fmla="*/ 3739151 w 4752801"/>
              <a:gd name="connsiteY31077" fmla="*/ 243697 h 2767298"/>
              <a:gd name="connsiteX31078" fmla="*/ 3740770 w 4752801"/>
              <a:gd name="connsiteY31078" fmla="*/ 246531 h 2767298"/>
              <a:gd name="connsiteX31079" fmla="*/ 3739151 w 4752801"/>
              <a:gd name="connsiteY31079" fmla="*/ 249364 h 2767298"/>
              <a:gd name="connsiteX31080" fmla="*/ 3735912 w 4752801"/>
              <a:gd name="connsiteY31080" fmla="*/ 249364 h 2767298"/>
              <a:gd name="connsiteX31081" fmla="*/ 3734293 w 4752801"/>
              <a:gd name="connsiteY31081" fmla="*/ 246531 h 2767298"/>
              <a:gd name="connsiteX31082" fmla="*/ 3695430 w 4752801"/>
              <a:gd name="connsiteY31082" fmla="*/ 243697 h 2767298"/>
              <a:gd name="connsiteX31083" fmla="*/ 3698669 w 4752801"/>
              <a:gd name="connsiteY31083" fmla="*/ 243697 h 2767298"/>
              <a:gd name="connsiteX31084" fmla="*/ 3700288 w 4752801"/>
              <a:gd name="connsiteY31084" fmla="*/ 246531 h 2767298"/>
              <a:gd name="connsiteX31085" fmla="*/ 3698669 w 4752801"/>
              <a:gd name="connsiteY31085" fmla="*/ 249364 h 2767298"/>
              <a:gd name="connsiteX31086" fmla="*/ 3695430 w 4752801"/>
              <a:gd name="connsiteY31086" fmla="*/ 249364 h 2767298"/>
              <a:gd name="connsiteX31087" fmla="*/ 3693811 w 4752801"/>
              <a:gd name="connsiteY31087" fmla="*/ 246531 h 2767298"/>
              <a:gd name="connsiteX31088" fmla="*/ 3654949 w 4752801"/>
              <a:gd name="connsiteY31088" fmla="*/ 243697 h 2767298"/>
              <a:gd name="connsiteX31089" fmla="*/ 3658188 w 4752801"/>
              <a:gd name="connsiteY31089" fmla="*/ 243697 h 2767298"/>
              <a:gd name="connsiteX31090" fmla="*/ 3659807 w 4752801"/>
              <a:gd name="connsiteY31090" fmla="*/ 246531 h 2767298"/>
              <a:gd name="connsiteX31091" fmla="*/ 3658188 w 4752801"/>
              <a:gd name="connsiteY31091" fmla="*/ 249364 h 2767298"/>
              <a:gd name="connsiteX31092" fmla="*/ 3654949 w 4752801"/>
              <a:gd name="connsiteY31092" fmla="*/ 249364 h 2767298"/>
              <a:gd name="connsiteX31093" fmla="*/ 3653330 w 4752801"/>
              <a:gd name="connsiteY31093" fmla="*/ 246531 h 2767298"/>
              <a:gd name="connsiteX31094" fmla="*/ 2076181 w 4752801"/>
              <a:gd name="connsiteY31094" fmla="*/ 243697 h 2767298"/>
              <a:gd name="connsiteX31095" fmla="*/ 2079420 w 4752801"/>
              <a:gd name="connsiteY31095" fmla="*/ 243697 h 2767298"/>
              <a:gd name="connsiteX31096" fmla="*/ 2081039 w 4752801"/>
              <a:gd name="connsiteY31096" fmla="*/ 246531 h 2767298"/>
              <a:gd name="connsiteX31097" fmla="*/ 2079420 w 4752801"/>
              <a:gd name="connsiteY31097" fmla="*/ 249364 h 2767298"/>
              <a:gd name="connsiteX31098" fmla="*/ 2076181 w 4752801"/>
              <a:gd name="connsiteY31098" fmla="*/ 249364 h 2767298"/>
              <a:gd name="connsiteX31099" fmla="*/ 2074562 w 4752801"/>
              <a:gd name="connsiteY31099" fmla="*/ 246531 h 2767298"/>
              <a:gd name="connsiteX31100" fmla="*/ 1995218 w 4752801"/>
              <a:gd name="connsiteY31100" fmla="*/ 243697 h 2767298"/>
              <a:gd name="connsiteX31101" fmla="*/ 1998457 w 4752801"/>
              <a:gd name="connsiteY31101" fmla="*/ 243697 h 2767298"/>
              <a:gd name="connsiteX31102" fmla="*/ 2000076 w 4752801"/>
              <a:gd name="connsiteY31102" fmla="*/ 246531 h 2767298"/>
              <a:gd name="connsiteX31103" fmla="*/ 1998457 w 4752801"/>
              <a:gd name="connsiteY31103" fmla="*/ 249364 h 2767298"/>
              <a:gd name="connsiteX31104" fmla="*/ 1995218 w 4752801"/>
              <a:gd name="connsiteY31104" fmla="*/ 249364 h 2767298"/>
              <a:gd name="connsiteX31105" fmla="*/ 1993599 w 4752801"/>
              <a:gd name="connsiteY31105" fmla="*/ 246531 h 2767298"/>
              <a:gd name="connsiteX31106" fmla="*/ 3775988 w 4752801"/>
              <a:gd name="connsiteY31106" fmla="*/ 243292 h 2767298"/>
              <a:gd name="connsiteX31107" fmla="*/ 3779632 w 4752801"/>
              <a:gd name="connsiteY31107" fmla="*/ 243292 h 2767298"/>
              <a:gd name="connsiteX31108" fmla="*/ 3781251 w 4752801"/>
              <a:gd name="connsiteY31108" fmla="*/ 246531 h 2767298"/>
              <a:gd name="connsiteX31109" fmla="*/ 3779632 w 4752801"/>
              <a:gd name="connsiteY31109" fmla="*/ 249769 h 2767298"/>
              <a:gd name="connsiteX31110" fmla="*/ 3775988 w 4752801"/>
              <a:gd name="connsiteY31110" fmla="*/ 249769 h 2767298"/>
              <a:gd name="connsiteX31111" fmla="*/ 3774369 w 4752801"/>
              <a:gd name="connsiteY31111" fmla="*/ 246531 h 2767298"/>
              <a:gd name="connsiteX31112" fmla="*/ 3614468 w 4752801"/>
              <a:gd name="connsiteY31112" fmla="*/ 243292 h 2767298"/>
              <a:gd name="connsiteX31113" fmla="*/ 3618111 w 4752801"/>
              <a:gd name="connsiteY31113" fmla="*/ 243292 h 2767298"/>
              <a:gd name="connsiteX31114" fmla="*/ 3620136 w 4752801"/>
              <a:gd name="connsiteY31114" fmla="*/ 246531 h 2767298"/>
              <a:gd name="connsiteX31115" fmla="*/ 3618111 w 4752801"/>
              <a:gd name="connsiteY31115" fmla="*/ 249769 h 2767298"/>
              <a:gd name="connsiteX31116" fmla="*/ 3614468 w 4752801"/>
              <a:gd name="connsiteY31116" fmla="*/ 249769 h 2767298"/>
              <a:gd name="connsiteX31117" fmla="*/ 3612444 w 4752801"/>
              <a:gd name="connsiteY31117" fmla="*/ 246531 h 2767298"/>
              <a:gd name="connsiteX31118" fmla="*/ 2440107 w 4752801"/>
              <a:gd name="connsiteY31118" fmla="*/ 243292 h 2767298"/>
              <a:gd name="connsiteX31119" fmla="*/ 2444155 w 4752801"/>
              <a:gd name="connsiteY31119" fmla="*/ 243292 h 2767298"/>
              <a:gd name="connsiteX31120" fmla="*/ 2446179 w 4752801"/>
              <a:gd name="connsiteY31120" fmla="*/ 246531 h 2767298"/>
              <a:gd name="connsiteX31121" fmla="*/ 2444155 w 4752801"/>
              <a:gd name="connsiteY31121" fmla="*/ 249769 h 2767298"/>
              <a:gd name="connsiteX31122" fmla="*/ 2440107 w 4752801"/>
              <a:gd name="connsiteY31122" fmla="*/ 249769 h 2767298"/>
              <a:gd name="connsiteX31123" fmla="*/ 2438083 w 4752801"/>
              <a:gd name="connsiteY31123" fmla="*/ 246531 h 2767298"/>
              <a:gd name="connsiteX31124" fmla="*/ 3573987 w 4752801"/>
              <a:gd name="connsiteY31124" fmla="*/ 242888 h 2767298"/>
              <a:gd name="connsiteX31125" fmla="*/ 3577226 w 4752801"/>
              <a:gd name="connsiteY31125" fmla="*/ 242888 h 2767298"/>
              <a:gd name="connsiteX31126" fmla="*/ 3578440 w 4752801"/>
              <a:gd name="connsiteY31126" fmla="*/ 243293 h 2767298"/>
              <a:gd name="connsiteX31127" fmla="*/ 3580060 w 4752801"/>
              <a:gd name="connsiteY31127" fmla="*/ 246126 h 2767298"/>
              <a:gd name="connsiteX31128" fmla="*/ 3580060 w 4752801"/>
              <a:gd name="connsiteY31128" fmla="*/ 247341 h 2767298"/>
              <a:gd name="connsiteX31129" fmla="*/ 3578440 w 4752801"/>
              <a:gd name="connsiteY31129" fmla="*/ 250175 h 2767298"/>
              <a:gd name="connsiteX31130" fmla="*/ 3577226 w 4752801"/>
              <a:gd name="connsiteY31130" fmla="*/ 250579 h 2767298"/>
              <a:gd name="connsiteX31131" fmla="*/ 3573987 w 4752801"/>
              <a:gd name="connsiteY31131" fmla="*/ 250579 h 2767298"/>
              <a:gd name="connsiteX31132" fmla="*/ 3572773 w 4752801"/>
              <a:gd name="connsiteY31132" fmla="*/ 250175 h 2767298"/>
              <a:gd name="connsiteX31133" fmla="*/ 3571154 w 4752801"/>
              <a:gd name="connsiteY31133" fmla="*/ 247341 h 2767298"/>
              <a:gd name="connsiteX31134" fmla="*/ 3571154 w 4752801"/>
              <a:gd name="connsiteY31134" fmla="*/ 246126 h 2767298"/>
              <a:gd name="connsiteX31135" fmla="*/ 3572773 w 4752801"/>
              <a:gd name="connsiteY31135" fmla="*/ 243293 h 2767298"/>
              <a:gd name="connsiteX31136" fmla="*/ 3573987 w 4752801"/>
              <a:gd name="connsiteY31136" fmla="*/ 242888 h 2767298"/>
              <a:gd name="connsiteX31137" fmla="*/ 3532291 w 4752801"/>
              <a:gd name="connsiteY31137" fmla="*/ 241268 h 2767298"/>
              <a:gd name="connsiteX31138" fmla="*/ 3537553 w 4752801"/>
              <a:gd name="connsiteY31138" fmla="*/ 241268 h 2767298"/>
              <a:gd name="connsiteX31139" fmla="*/ 3538768 w 4752801"/>
              <a:gd name="connsiteY31139" fmla="*/ 241673 h 2767298"/>
              <a:gd name="connsiteX31140" fmla="*/ 3541602 w 4752801"/>
              <a:gd name="connsiteY31140" fmla="*/ 246126 h 2767298"/>
              <a:gd name="connsiteX31141" fmla="*/ 3541602 w 4752801"/>
              <a:gd name="connsiteY31141" fmla="*/ 247340 h 2767298"/>
              <a:gd name="connsiteX31142" fmla="*/ 3538768 w 4752801"/>
              <a:gd name="connsiteY31142" fmla="*/ 251793 h 2767298"/>
              <a:gd name="connsiteX31143" fmla="*/ 3537553 w 4752801"/>
              <a:gd name="connsiteY31143" fmla="*/ 252198 h 2767298"/>
              <a:gd name="connsiteX31144" fmla="*/ 3532291 w 4752801"/>
              <a:gd name="connsiteY31144" fmla="*/ 252198 h 2767298"/>
              <a:gd name="connsiteX31145" fmla="*/ 3531077 w 4752801"/>
              <a:gd name="connsiteY31145" fmla="*/ 251793 h 2767298"/>
              <a:gd name="connsiteX31146" fmla="*/ 3528243 w 4752801"/>
              <a:gd name="connsiteY31146" fmla="*/ 247340 h 2767298"/>
              <a:gd name="connsiteX31147" fmla="*/ 3528243 w 4752801"/>
              <a:gd name="connsiteY31147" fmla="*/ 246126 h 2767298"/>
              <a:gd name="connsiteX31148" fmla="*/ 3531077 w 4752801"/>
              <a:gd name="connsiteY31148" fmla="*/ 241673 h 2767298"/>
              <a:gd name="connsiteX31149" fmla="*/ 3532291 w 4752801"/>
              <a:gd name="connsiteY31149" fmla="*/ 241268 h 2767298"/>
              <a:gd name="connsiteX31150" fmla="*/ 3492215 w 4752801"/>
              <a:gd name="connsiteY31150" fmla="*/ 241268 h 2767298"/>
              <a:gd name="connsiteX31151" fmla="*/ 3496668 w 4752801"/>
              <a:gd name="connsiteY31151" fmla="*/ 241268 h 2767298"/>
              <a:gd name="connsiteX31152" fmla="*/ 3497882 w 4752801"/>
              <a:gd name="connsiteY31152" fmla="*/ 241673 h 2767298"/>
              <a:gd name="connsiteX31153" fmla="*/ 3500311 w 4752801"/>
              <a:gd name="connsiteY31153" fmla="*/ 245721 h 2767298"/>
              <a:gd name="connsiteX31154" fmla="*/ 3500311 w 4752801"/>
              <a:gd name="connsiteY31154" fmla="*/ 246935 h 2767298"/>
              <a:gd name="connsiteX31155" fmla="*/ 3497882 w 4752801"/>
              <a:gd name="connsiteY31155" fmla="*/ 250984 h 2767298"/>
              <a:gd name="connsiteX31156" fmla="*/ 3496668 w 4752801"/>
              <a:gd name="connsiteY31156" fmla="*/ 251388 h 2767298"/>
              <a:gd name="connsiteX31157" fmla="*/ 3492215 w 4752801"/>
              <a:gd name="connsiteY31157" fmla="*/ 251388 h 2767298"/>
              <a:gd name="connsiteX31158" fmla="*/ 3491000 w 4752801"/>
              <a:gd name="connsiteY31158" fmla="*/ 250984 h 2767298"/>
              <a:gd name="connsiteX31159" fmla="*/ 3488572 w 4752801"/>
              <a:gd name="connsiteY31159" fmla="*/ 246935 h 2767298"/>
              <a:gd name="connsiteX31160" fmla="*/ 3488572 w 4752801"/>
              <a:gd name="connsiteY31160" fmla="*/ 245721 h 2767298"/>
              <a:gd name="connsiteX31161" fmla="*/ 3491000 w 4752801"/>
              <a:gd name="connsiteY31161" fmla="*/ 241673 h 2767298"/>
              <a:gd name="connsiteX31162" fmla="*/ 3492215 w 4752801"/>
              <a:gd name="connsiteY31162" fmla="*/ 241268 h 2767298"/>
              <a:gd name="connsiteX31163" fmla="*/ 3451734 w 4752801"/>
              <a:gd name="connsiteY31163" fmla="*/ 241268 h 2767298"/>
              <a:gd name="connsiteX31164" fmla="*/ 3456591 w 4752801"/>
              <a:gd name="connsiteY31164" fmla="*/ 241268 h 2767298"/>
              <a:gd name="connsiteX31165" fmla="*/ 3457806 w 4752801"/>
              <a:gd name="connsiteY31165" fmla="*/ 242078 h 2767298"/>
              <a:gd name="connsiteX31166" fmla="*/ 3460235 w 4752801"/>
              <a:gd name="connsiteY31166" fmla="*/ 246126 h 2767298"/>
              <a:gd name="connsiteX31167" fmla="*/ 3460235 w 4752801"/>
              <a:gd name="connsiteY31167" fmla="*/ 247340 h 2767298"/>
              <a:gd name="connsiteX31168" fmla="*/ 3457806 w 4752801"/>
              <a:gd name="connsiteY31168" fmla="*/ 251388 h 2767298"/>
              <a:gd name="connsiteX31169" fmla="*/ 3456591 w 4752801"/>
              <a:gd name="connsiteY31169" fmla="*/ 251793 h 2767298"/>
              <a:gd name="connsiteX31170" fmla="*/ 3451734 w 4752801"/>
              <a:gd name="connsiteY31170" fmla="*/ 251793 h 2767298"/>
              <a:gd name="connsiteX31171" fmla="*/ 3450519 w 4752801"/>
              <a:gd name="connsiteY31171" fmla="*/ 251388 h 2767298"/>
              <a:gd name="connsiteX31172" fmla="*/ 3448091 w 4752801"/>
              <a:gd name="connsiteY31172" fmla="*/ 247340 h 2767298"/>
              <a:gd name="connsiteX31173" fmla="*/ 3448091 w 4752801"/>
              <a:gd name="connsiteY31173" fmla="*/ 246126 h 2767298"/>
              <a:gd name="connsiteX31174" fmla="*/ 3450519 w 4752801"/>
              <a:gd name="connsiteY31174" fmla="*/ 242078 h 2767298"/>
              <a:gd name="connsiteX31175" fmla="*/ 3451734 w 4752801"/>
              <a:gd name="connsiteY31175" fmla="*/ 241268 h 2767298"/>
              <a:gd name="connsiteX31176" fmla="*/ 3411253 w 4752801"/>
              <a:gd name="connsiteY31176" fmla="*/ 241268 h 2767298"/>
              <a:gd name="connsiteX31177" fmla="*/ 3416110 w 4752801"/>
              <a:gd name="connsiteY31177" fmla="*/ 241268 h 2767298"/>
              <a:gd name="connsiteX31178" fmla="*/ 3417325 w 4752801"/>
              <a:gd name="connsiteY31178" fmla="*/ 242078 h 2767298"/>
              <a:gd name="connsiteX31179" fmla="*/ 3419754 w 4752801"/>
              <a:gd name="connsiteY31179" fmla="*/ 246126 h 2767298"/>
              <a:gd name="connsiteX31180" fmla="*/ 3419754 w 4752801"/>
              <a:gd name="connsiteY31180" fmla="*/ 247340 h 2767298"/>
              <a:gd name="connsiteX31181" fmla="*/ 3417325 w 4752801"/>
              <a:gd name="connsiteY31181" fmla="*/ 251388 h 2767298"/>
              <a:gd name="connsiteX31182" fmla="*/ 3416110 w 4752801"/>
              <a:gd name="connsiteY31182" fmla="*/ 252198 h 2767298"/>
              <a:gd name="connsiteX31183" fmla="*/ 3411253 w 4752801"/>
              <a:gd name="connsiteY31183" fmla="*/ 252198 h 2767298"/>
              <a:gd name="connsiteX31184" fmla="*/ 3410038 w 4752801"/>
              <a:gd name="connsiteY31184" fmla="*/ 251388 h 2767298"/>
              <a:gd name="connsiteX31185" fmla="*/ 3407610 w 4752801"/>
              <a:gd name="connsiteY31185" fmla="*/ 247340 h 2767298"/>
              <a:gd name="connsiteX31186" fmla="*/ 3407610 w 4752801"/>
              <a:gd name="connsiteY31186" fmla="*/ 246126 h 2767298"/>
              <a:gd name="connsiteX31187" fmla="*/ 3410038 w 4752801"/>
              <a:gd name="connsiteY31187" fmla="*/ 242078 h 2767298"/>
              <a:gd name="connsiteX31188" fmla="*/ 3411253 w 4752801"/>
              <a:gd name="connsiteY31188" fmla="*/ 241268 h 2767298"/>
              <a:gd name="connsiteX31189" fmla="*/ 2358740 w 4752801"/>
              <a:gd name="connsiteY31189" fmla="*/ 241268 h 2767298"/>
              <a:gd name="connsiteX31190" fmla="*/ 2363193 w 4752801"/>
              <a:gd name="connsiteY31190" fmla="*/ 241268 h 2767298"/>
              <a:gd name="connsiteX31191" fmla="*/ 2364407 w 4752801"/>
              <a:gd name="connsiteY31191" fmla="*/ 241673 h 2767298"/>
              <a:gd name="connsiteX31192" fmla="*/ 2366836 w 4752801"/>
              <a:gd name="connsiteY31192" fmla="*/ 245721 h 2767298"/>
              <a:gd name="connsiteX31193" fmla="*/ 2366836 w 4752801"/>
              <a:gd name="connsiteY31193" fmla="*/ 246935 h 2767298"/>
              <a:gd name="connsiteX31194" fmla="*/ 2364407 w 4752801"/>
              <a:gd name="connsiteY31194" fmla="*/ 250984 h 2767298"/>
              <a:gd name="connsiteX31195" fmla="*/ 2363193 w 4752801"/>
              <a:gd name="connsiteY31195" fmla="*/ 251388 h 2767298"/>
              <a:gd name="connsiteX31196" fmla="*/ 2358740 w 4752801"/>
              <a:gd name="connsiteY31196" fmla="*/ 251388 h 2767298"/>
              <a:gd name="connsiteX31197" fmla="*/ 2357525 w 4752801"/>
              <a:gd name="connsiteY31197" fmla="*/ 250984 h 2767298"/>
              <a:gd name="connsiteX31198" fmla="*/ 2355097 w 4752801"/>
              <a:gd name="connsiteY31198" fmla="*/ 246935 h 2767298"/>
              <a:gd name="connsiteX31199" fmla="*/ 2355097 w 4752801"/>
              <a:gd name="connsiteY31199" fmla="*/ 245721 h 2767298"/>
              <a:gd name="connsiteX31200" fmla="*/ 2357525 w 4752801"/>
              <a:gd name="connsiteY31200" fmla="*/ 241673 h 2767298"/>
              <a:gd name="connsiteX31201" fmla="*/ 2358740 w 4752801"/>
              <a:gd name="connsiteY31201" fmla="*/ 241268 h 2767298"/>
              <a:gd name="connsiteX31202" fmla="*/ 2034890 w 4752801"/>
              <a:gd name="connsiteY31202" fmla="*/ 241268 h 2767298"/>
              <a:gd name="connsiteX31203" fmla="*/ 2039343 w 4752801"/>
              <a:gd name="connsiteY31203" fmla="*/ 241268 h 2767298"/>
              <a:gd name="connsiteX31204" fmla="*/ 2040557 w 4752801"/>
              <a:gd name="connsiteY31204" fmla="*/ 241673 h 2767298"/>
              <a:gd name="connsiteX31205" fmla="*/ 2042986 w 4752801"/>
              <a:gd name="connsiteY31205" fmla="*/ 245721 h 2767298"/>
              <a:gd name="connsiteX31206" fmla="*/ 2042986 w 4752801"/>
              <a:gd name="connsiteY31206" fmla="*/ 246935 h 2767298"/>
              <a:gd name="connsiteX31207" fmla="*/ 2040557 w 4752801"/>
              <a:gd name="connsiteY31207" fmla="*/ 250984 h 2767298"/>
              <a:gd name="connsiteX31208" fmla="*/ 2039343 w 4752801"/>
              <a:gd name="connsiteY31208" fmla="*/ 251388 h 2767298"/>
              <a:gd name="connsiteX31209" fmla="*/ 2034890 w 4752801"/>
              <a:gd name="connsiteY31209" fmla="*/ 251388 h 2767298"/>
              <a:gd name="connsiteX31210" fmla="*/ 2033675 w 4752801"/>
              <a:gd name="connsiteY31210" fmla="*/ 250984 h 2767298"/>
              <a:gd name="connsiteX31211" fmla="*/ 2031247 w 4752801"/>
              <a:gd name="connsiteY31211" fmla="*/ 246935 h 2767298"/>
              <a:gd name="connsiteX31212" fmla="*/ 2031247 w 4752801"/>
              <a:gd name="connsiteY31212" fmla="*/ 245721 h 2767298"/>
              <a:gd name="connsiteX31213" fmla="*/ 2033675 w 4752801"/>
              <a:gd name="connsiteY31213" fmla="*/ 241673 h 2767298"/>
              <a:gd name="connsiteX31214" fmla="*/ 2034890 w 4752801"/>
              <a:gd name="connsiteY31214" fmla="*/ 241268 h 2767298"/>
              <a:gd name="connsiteX31215" fmla="*/ 3370771 w 4752801"/>
              <a:gd name="connsiteY31215" fmla="*/ 240864 h 2767298"/>
              <a:gd name="connsiteX31216" fmla="*/ 3375628 w 4752801"/>
              <a:gd name="connsiteY31216" fmla="*/ 240864 h 2767298"/>
              <a:gd name="connsiteX31217" fmla="*/ 3376843 w 4752801"/>
              <a:gd name="connsiteY31217" fmla="*/ 241269 h 2767298"/>
              <a:gd name="connsiteX31218" fmla="*/ 3379272 w 4752801"/>
              <a:gd name="connsiteY31218" fmla="*/ 245722 h 2767298"/>
              <a:gd name="connsiteX31219" fmla="*/ 3379272 w 4752801"/>
              <a:gd name="connsiteY31219" fmla="*/ 246936 h 2767298"/>
              <a:gd name="connsiteX31220" fmla="*/ 3376843 w 4752801"/>
              <a:gd name="connsiteY31220" fmla="*/ 251389 h 2767298"/>
              <a:gd name="connsiteX31221" fmla="*/ 3375628 w 4752801"/>
              <a:gd name="connsiteY31221" fmla="*/ 251794 h 2767298"/>
              <a:gd name="connsiteX31222" fmla="*/ 3370771 w 4752801"/>
              <a:gd name="connsiteY31222" fmla="*/ 251794 h 2767298"/>
              <a:gd name="connsiteX31223" fmla="*/ 3369556 w 4752801"/>
              <a:gd name="connsiteY31223" fmla="*/ 251389 h 2767298"/>
              <a:gd name="connsiteX31224" fmla="*/ 3367128 w 4752801"/>
              <a:gd name="connsiteY31224" fmla="*/ 246936 h 2767298"/>
              <a:gd name="connsiteX31225" fmla="*/ 3367128 w 4752801"/>
              <a:gd name="connsiteY31225" fmla="*/ 245722 h 2767298"/>
              <a:gd name="connsiteX31226" fmla="*/ 3369556 w 4752801"/>
              <a:gd name="connsiteY31226" fmla="*/ 241269 h 2767298"/>
              <a:gd name="connsiteX31227" fmla="*/ 3370771 w 4752801"/>
              <a:gd name="connsiteY31227" fmla="*/ 240864 h 2767298"/>
              <a:gd name="connsiteX31228" fmla="*/ 3289404 w 4752801"/>
              <a:gd name="connsiteY31228" fmla="*/ 240864 h 2767298"/>
              <a:gd name="connsiteX31229" fmla="*/ 3295071 w 4752801"/>
              <a:gd name="connsiteY31229" fmla="*/ 240864 h 2767298"/>
              <a:gd name="connsiteX31230" fmla="*/ 3296286 w 4752801"/>
              <a:gd name="connsiteY31230" fmla="*/ 241269 h 2767298"/>
              <a:gd name="connsiteX31231" fmla="*/ 3299119 w 4752801"/>
              <a:gd name="connsiteY31231" fmla="*/ 246127 h 2767298"/>
              <a:gd name="connsiteX31232" fmla="*/ 3299119 w 4752801"/>
              <a:gd name="connsiteY31232" fmla="*/ 247341 h 2767298"/>
              <a:gd name="connsiteX31233" fmla="*/ 3296286 w 4752801"/>
              <a:gd name="connsiteY31233" fmla="*/ 252199 h 2767298"/>
              <a:gd name="connsiteX31234" fmla="*/ 3295071 w 4752801"/>
              <a:gd name="connsiteY31234" fmla="*/ 252604 h 2767298"/>
              <a:gd name="connsiteX31235" fmla="*/ 3289404 w 4752801"/>
              <a:gd name="connsiteY31235" fmla="*/ 252604 h 2767298"/>
              <a:gd name="connsiteX31236" fmla="*/ 3288190 w 4752801"/>
              <a:gd name="connsiteY31236" fmla="*/ 252199 h 2767298"/>
              <a:gd name="connsiteX31237" fmla="*/ 3285356 w 4752801"/>
              <a:gd name="connsiteY31237" fmla="*/ 247341 h 2767298"/>
              <a:gd name="connsiteX31238" fmla="*/ 3285356 w 4752801"/>
              <a:gd name="connsiteY31238" fmla="*/ 246127 h 2767298"/>
              <a:gd name="connsiteX31239" fmla="*/ 3288190 w 4752801"/>
              <a:gd name="connsiteY31239" fmla="*/ 241269 h 2767298"/>
              <a:gd name="connsiteX31240" fmla="*/ 3289404 w 4752801"/>
              <a:gd name="connsiteY31240" fmla="*/ 240864 h 2767298"/>
              <a:gd name="connsiteX31241" fmla="*/ 3248923 w 4752801"/>
              <a:gd name="connsiteY31241" fmla="*/ 240864 h 2767298"/>
              <a:gd name="connsiteX31242" fmla="*/ 3254590 w 4752801"/>
              <a:gd name="connsiteY31242" fmla="*/ 240864 h 2767298"/>
              <a:gd name="connsiteX31243" fmla="*/ 3255805 w 4752801"/>
              <a:gd name="connsiteY31243" fmla="*/ 241269 h 2767298"/>
              <a:gd name="connsiteX31244" fmla="*/ 3258638 w 4752801"/>
              <a:gd name="connsiteY31244" fmla="*/ 246127 h 2767298"/>
              <a:gd name="connsiteX31245" fmla="*/ 3258638 w 4752801"/>
              <a:gd name="connsiteY31245" fmla="*/ 247341 h 2767298"/>
              <a:gd name="connsiteX31246" fmla="*/ 3255805 w 4752801"/>
              <a:gd name="connsiteY31246" fmla="*/ 252199 h 2767298"/>
              <a:gd name="connsiteX31247" fmla="*/ 3254590 w 4752801"/>
              <a:gd name="connsiteY31247" fmla="*/ 252604 h 2767298"/>
              <a:gd name="connsiteX31248" fmla="*/ 3248923 w 4752801"/>
              <a:gd name="connsiteY31248" fmla="*/ 252604 h 2767298"/>
              <a:gd name="connsiteX31249" fmla="*/ 3247709 w 4752801"/>
              <a:gd name="connsiteY31249" fmla="*/ 252199 h 2767298"/>
              <a:gd name="connsiteX31250" fmla="*/ 3244875 w 4752801"/>
              <a:gd name="connsiteY31250" fmla="*/ 247341 h 2767298"/>
              <a:gd name="connsiteX31251" fmla="*/ 3244875 w 4752801"/>
              <a:gd name="connsiteY31251" fmla="*/ 246127 h 2767298"/>
              <a:gd name="connsiteX31252" fmla="*/ 3247709 w 4752801"/>
              <a:gd name="connsiteY31252" fmla="*/ 241269 h 2767298"/>
              <a:gd name="connsiteX31253" fmla="*/ 3248923 w 4752801"/>
              <a:gd name="connsiteY31253" fmla="*/ 240864 h 2767298"/>
              <a:gd name="connsiteX31254" fmla="*/ 3329481 w 4752801"/>
              <a:gd name="connsiteY31254" fmla="*/ 240459 h 2767298"/>
              <a:gd name="connsiteX31255" fmla="*/ 3335148 w 4752801"/>
              <a:gd name="connsiteY31255" fmla="*/ 240459 h 2767298"/>
              <a:gd name="connsiteX31256" fmla="*/ 3336363 w 4752801"/>
              <a:gd name="connsiteY31256" fmla="*/ 240864 h 2767298"/>
              <a:gd name="connsiteX31257" fmla="*/ 3339196 w 4752801"/>
              <a:gd name="connsiteY31257" fmla="*/ 245722 h 2767298"/>
              <a:gd name="connsiteX31258" fmla="*/ 3339196 w 4752801"/>
              <a:gd name="connsiteY31258" fmla="*/ 246936 h 2767298"/>
              <a:gd name="connsiteX31259" fmla="*/ 3336363 w 4752801"/>
              <a:gd name="connsiteY31259" fmla="*/ 251794 h 2767298"/>
              <a:gd name="connsiteX31260" fmla="*/ 3335148 w 4752801"/>
              <a:gd name="connsiteY31260" fmla="*/ 252199 h 2767298"/>
              <a:gd name="connsiteX31261" fmla="*/ 3329481 w 4752801"/>
              <a:gd name="connsiteY31261" fmla="*/ 252199 h 2767298"/>
              <a:gd name="connsiteX31262" fmla="*/ 3328267 w 4752801"/>
              <a:gd name="connsiteY31262" fmla="*/ 251794 h 2767298"/>
              <a:gd name="connsiteX31263" fmla="*/ 3325433 w 4752801"/>
              <a:gd name="connsiteY31263" fmla="*/ 246936 h 2767298"/>
              <a:gd name="connsiteX31264" fmla="*/ 3325433 w 4752801"/>
              <a:gd name="connsiteY31264" fmla="*/ 245722 h 2767298"/>
              <a:gd name="connsiteX31265" fmla="*/ 3328267 w 4752801"/>
              <a:gd name="connsiteY31265" fmla="*/ 240864 h 2767298"/>
              <a:gd name="connsiteX31266" fmla="*/ 3329481 w 4752801"/>
              <a:gd name="connsiteY31266" fmla="*/ 240459 h 2767298"/>
              <a:gd name="connsiteX31267" fmla="*/ 3208036 w 4752801"/>
              <a:gd name="connsiteY31267" fmla="*/ 240459 h 2767298"/>
              <a:gd name="connsiteX31268" fmla="*/ 3214109 w 4752801"/>
              <a:gd name="connsiteY31268" fmla="*/ 240459 h 2767298"/>
              <a:gd name="connsiteX31269" fmla="*/ 3215323 w 4752801"/>
              <a:gd name="connsiteY31269" fmla="*/ 240864 h 2767298"/>
              <a:gd name="connsiteX31270" fmla="*/ 3218561 w 4752801"/>
              <a:gd name="connsiteY31270" fmla="*/ 246126 h 2767298"/>
              <a:gd name="connsiteX31271" fmla="*/ 3218561 w 4752801"/>
              <a:gd name="connsiteY31271" fmla="*/ 247341 h 2767298"/>
              <a:gd name="connsiteX31272" fmla="*/ 3215323 w 4752801"/>
              <a:gd name="connsiteY31272" fmla="*/ 252603 h 2767298"/>
              <a:gd name="connsiteX31273" fmla="*/ 3214109 w 4752801"/>
              <a:gd name="connsiteY31273" fmla="*/ 253008 h 2767298"/>
              <a:gd name="connsiteX31274" fmla="*/ 3208036 w 4752801"/>
              <a:gd name="connsiteY31274" fmla="*/ 253008 h 2767298"/>
              <a:gd name="connsiteX31275" fmla="*/ 3206822 w 4752801"/>
              <a:gd name="connsiteY31275" fmla="*/ 252603 h 2767298"/>
              <a:gd name="connsiteX31276" fmla="*/ 3203584 w 4752801"/>
              <a:gd name="connsiteY31276" fmla="*/ 247341 h 2767298"/>
              <a:gd name="connsiteX31277" fmla="*/ 3203584 w 4752801"/>
              <a:gd name="connsiteY31277" fmla="*/ 246126 h 2767298"/>
              <a:gd name="connsiteX31278" fmla="*/ 3206822 w 4752801"/>
              <a:gd name="connsiteY31278" fmla="*/ 240864 h 2767298"/>
              <a:gd name="connsiteX31279" fmla="*/ 3208036 w 4752801"/>
              <a:gd name="connsiteY31279" fmla="*/ 240459 h 2767298"/>
              <a:gd name="connsiteX31280" fmla="*/ 2398412 w 4752801"/>
              <a:gd name="connsiteY31280" fmla="*/ 240054 h 2767298"/>
              <a:gd name="connsiteX31281" fmla="*/ 2404484 w 4752801"/>
              <a:gd name="connsiteY31281" fmla="*/ 240054 h 2767298"/>
              <a:gd name="connsiteX31282" fmla="*/ 2405698 w 4752801"/>
              <a:gd name="connsiteY31282" fmla="*/ 240459 h 2767298"/>
              <a:gd name="connsiteX31283" fmla="*/ 2408532 w 4752801"/>
              <a:gd name="connsiteY31283" fmla="*/ 245721 h 2767298"/>
              <a:gd name="connsiteX31284" fmla="*/ 2408532 w 4752801"/>
              <a:gd name="connsiteY31284" fmla="*/ 246936 h 2767298"/>
              <a:gd name="connsiteX31285" fmla="*/ 2405698 w 4752801"/>
              <a:gd name="connsiteY31285" fmla="*/ 252198 h 2767298"/>
              <a:gd name="connsiteX31286" fmla="*/ 2404484 w 4752801"/>
              <a:gd name="connsiteY31286" fmla="*/ 252603 h 2767298"/>
              <a:gd name="connsiteX31287" fmla="*/ 2398412 w 4752801"/>
              <a:gd name="connsiteY31287" fmla="*/ 252603 h 2767298"/>
              <a:gd name="connsiteX31288" fmla="*/ 2397197 w 4752801"/>
              <a:gd name="connsiteY31288" fmla="*/ 252198 h 2767298"/>
              <a:gd name="connsiteX31289" fmla="*/ 2394364 w 4752801"/>
              <a:gd name="connsiteY31289" fmla="*/ 246936 h 2767298"/>
              <a:gd name="connsiteX31290" fmla="*/ 2394364 w 4752801"/>
              <a:gd name="connsiteY31290" fmla="*/ 245721 h 2767298"/>
              <a:gd name="connsiteX31291" fmla="*/ 2397197 w 4752801"/>
              <a:gd name="connsiteY31291" fmla="*/ 240459 h 2767298"/>
              <a:gd name="connsiteX31292" fmla="*/ 2398412 w 4752801"/>
              <a:gd name="connsiteY31292" fmla="*/ 240054 h 2767298"/>
              <a:gd name="connsiteX31293" fmla="*/ 3167150 w 4752801"/>
              <a:gd name="connsiteY31293" fmla="*/ 239649 h 2767298"/>
              <a:gd name="connsiteX31294" fmla="*/ 3174032 w 4752801"/>
              <a:gd name="connsiteY31294" fmla="*/ 239649 h 2767298"/>
              <a:gd name="connsiteX31295" fmla="*/ 3175247 w 4752801"/>
              <a:gd name="connsiteY31295" fmla="*/ 240054 h 2767298"/>
              <a:gd name="connsiteX31296" fmla="*/ 3178890 w 4752801"/>
              <a:gd name="connsiteY31296" fmla="*/ 246126 h 2767298"/>
              <a:gd name="connsiteX31297" fmla="*/ 3178890 w 4752801"/>
              <a:gd name="connsiteY31297" fmla="*/ 247340 h 2767298"/>
              <a:gd name="connsiteX31298" fmla="*/ 3175247 w 4752801"/>
              <a:gd name="connsiteY31298" fmla="*/ 253413 h 2767298"/>
              <a:gd name="connsiteX31299" fmla="*/ 3174032 w 4752801"/>
              <a:gd name="connsiteY31299" fmla="*/ 253817 h 2767298"/>
              <a:gd name="connsiteX31300" fmla="*/ 3167150 w 4752801"/>
              <a:gd name="connsiteY31300" fmla="*/ 253817 h 2767298"/>
              <a:gd name="connsiteX31301" fmla="*/ 3165936 w 4752801"/>
              <a:gd name="connsiteY31301" fmla="*/ 253413 h 2767298"/>
              <a:gd name="connsiteX31302" fmla="*/ 3162293 w 4752801"/>
              <a:gd name="connsiteY31302" fmla="*/ 247340 h 2767298"/>
              <a:gd name="connsiteX31303" fmla="*/ 3162293 w 4752801"/>
              <a:gd name="connsiteY31303" fmla="*/ 246126 h 2767298"/>
              <a:gd name="connsiteX31304" fmla="*/ 3165936 w 4752801"/>
              <a:gd name="connsiteY31304" fmla="*/ 240054 h 2767298"/>
              <a:gd name="connsiteX31305" fmla="*/ 3167150 w 4752801"/>
              <a:gd name="connsiteY31305" fmla="*/ 239649 h 2767298"/>
              <a:gd name="connsiteX31306" fmla="*/ 2478564 w 4752801"/>
              <a:gd name="connsiteY31306" fmla="*/ 239649 h 2767298"/>
              <a:gd name="connsiteX31307" fmla="*/ 2485851 w 4752801"/>
              <a:gd name="connsiteY31307" fmla="*/ 239649 h 2767298"/>
              <a:gd name="connsiteX31308" fmla="*/ 2487065 w 4752801"/>
              <a:gd name="connsiteY31308" fmla="*/ 240054 h 2767298"/>
              <a:gd name="connsiteX31309" fmla="*/ 2490709 w 4752801"/>
              <a:gd name="connsiteY31309" fmla="*/ 246126 h 2767298"/>
              <a:gd name="connsiteX31310" fmla="*/ 2490709 w 4752801"/>
              <a:gd name="connsiteY31310" fmla="*/ 247340 h 2767298"/>
              <a:gd name="connsiteX31311" fmla="*/ 2487065 w 4752801"/>
              <a:gd name="connsiteY31311" fmla="*/ 253413 h 2767298"/>
              <a:gd name="connsiteX31312" fmla="*/ 2485851 w 4752801"/>
              <a:gd name="connsiteY31312" fmla="*/ 253817 h 2767298"/>
              <a:gd name="connsiteX31313" fmla="*/ 2478564 w 4752801"/>
              <a:gd name="connsiteY31313" fmla="*/ 253817 h 2767298"/>
              <a:gd name="connsiteX31314" fmla="*/ 2477350 w 4752801"/>
              <a:gd name="connsiteY31314" fmla="*/ 253413 h 2767298"/>
              <a:gd name="connsiteX31315" fmla="*/ 2473707 w 4752801"/>
              <a:gd name="connsiteY31315" fmla="*/ 247340 h 2767298"/>
              <a:gd name="connsiteX31316" fmla="*/ 2473707 w 4752801"/>
              <a:gd name="connsiteY31316" fmla="*/ 246126 h 2767298"/>
              <a:gd name="connsiteX31317" fmla="*/ 2477350 w 4752801"/>
              <a:gd name="connsiteY31317" fmla="*/ 240054 h 2767298"/>
              <a:gd name="connsiteX31318" fmla="*/ 2478564 w 4752801"/>
              <a:gd name="connsiteY31318" fmla="*/ 239649 h 2767298"/>
              <a:gd name="connsiteX31319" fmla="*/ 3126265 w 4752801"/>
              <a:gd name="connsiteY31319" fmla="*/ 239244 h 2767298"/>
              <a:gd name="connsiteX31320" fmla="*/ 3133956 w 4752801"/>
              <a:gd name="connsiteY31320" fmla="*/ 239244 h 2767298"/>
              <a:gd name="connsiteX31321" fmla="*/ 3135170 w 4752801"/>
              <a:gd name="connsiteY31321" fmla="*/ 239649 h 2767298"/>
              <a:gd name="connsiteX31322" fmla="*/ 3138814 w 4752801"/>
              <a:gd name="connsiteY31322" fmla="*/ 246126 h 2767298"/>
              <a:gd name="connsiteX31323" fmla="*/ 3138814 w 4752801"/>
              <a:gd name="connsiteY31323" fmla="*/ 247340 h 2767298"/>
              <a:gd name="connsiteX31324" fmla="*/ 3135170 w 4752801"/>
              <a:gd name="connsiteY31324" fmla="*/ 253817 h 2767298"/>
              <a:gd name="connsiteX31325" fmla="*/ 3133956 w 4752801"/>
              <a:gd name="connsiteY31325" fmla="*/ 254222 h 2767298"/>
              <a:gd name="connsiteX31326" fmla="*/ 3126265 w 4752801"/>
              <a:gd name="connsiteY31326" fmla="*/ 254222 h 2767298"/>
              <a:gd name="connsiteX31327" fmla="*/ 3125050 w 4752801"/>
              <a:gd name="connsiteY31327" fmla="*/ 253817 h 2767298"/>
              <a:gd name="connsiteX31328" fmla="*/ 3121407 w 4752801"/>
              <a:gd name="connsiteY31328" fmla="*/ 247340 h 2767298"/>
              <a:gd name="connsiteX31329" fmla="*/ 3121407 w 4752801"/>
              <a:gd name="connsiteY31329" fmla="*/ 246126 h 2767298"/>
              <a:gd name="connsiteX31330" fmla="*/ 3125050 w 4752801"/>
              <a:gd name="connsiteY31330" fmla="*/ 239649 h 2767298"/>
              <a:gd name="connsiteX31331" fmla="*/ 3126265 w 4752801"/>
              <a:gd name="connsiteY31331" fmla="*/ 239244 h 2767298"/>
              <a:gd name="connsiteX31332" fmla="*/ 3044897 w 4752801"/>
              <a:gd name="connsiteY31332" fmla="*/ 238435 h 2767298"/>
              <a:gd name="connsiteX31333" fmla="*/ 3053398 w 4752801"/>
              <a:gd name="connsiteY31333" fmla="*/ 238435 h 2767298"/>
              <a:gd name="connsiteX31334" fmla="*/ 3054612 w 4752801"/>
              <a:gd name="connsiteY31334" fmla="*/ 238840 h 2767298"/>
              <a:gd name="connsiteX31335" fmla="*/ 3059065 w 4752801"/>
              <a:gd name="connsiteY31335" fmla="*/ 246126 h 2767298"/>
              <a:gd name="connsiteX31336" fmla="*/ 3059065 w 4752801"/>
              <a:gd name="connsiteY31336" fmla="*/ 247341 h 2767298"/>
              <a:gd name="connsiteX31337" fmla="*/ 3054612 w 4752801"/>
              <a:gd name="connsiteY31337" fmla="*/ 254628 h 2767298"/>
              <a:gd name="connsiteX31338" fmla="*/ 3053398 w 4752801"/>
              <a:gd name="connsiteY31338" fmla="*/ 255437 h 2767298"/>
              <a:gd name="connsiteX31339" fmla="*/ 3044897 w 4752801"/>
              <a:gd name="connsiteY31339" fmla="*/ 255437 h 2767298"/>
              <a:gd name="connsiteX31340" fmla="*/ 3043682 w 4752801"/>
              <a:gd name="connsiteY31340" fmla="*/ 254628 h 2767298"/>
              <a:gd name="connsiteX31341" fmla="*/ 3039230 w 4752801"/>
              <a:gd name="connsiteY31341" fmla="*/ 247341 h 2767298"/>
              <a:gd name="connsiteX31342" fmla="*/ 3039230 w 4752801"/>
              <a:gd name="connsiteY31342" fmla="*/ 246126 h 2767298"/>
              <a:gd name="connsiteX31343" fmla="*/ 3043682 w 4752801"/>
              <a:gd name="connsiteY31343" fmla="*/ 238840 h 2767298"/>
              <a:gd name="connsiteX31344" fmla="*/ 3044897 w 4752801"/>
              <a:gd name="connsiteY31344" fmla="*/ 238435 h 2767298"/>
              <a:gd name="connsiteX31345" fmla="*/ 2842491 w 4752801"/>
              <a:gd name="connsiteY31345" fmla="*/ 238435 h 2767298"/>
              <a:gd name="connsiteX31346" fmla="*/ 2850992 w 4752801"/>
              <a:gd name="connsiteY31346" fmla="*/ 238435 h 2767298"/>
              <a:gd name="connsiteX31347" fmla="*/ 2852206 w 4752801"/>
              <a:gd name="connsiteY31347" fmla="*/ 238840 h 2767298"/>
              <a:gd name="connsiteX31348" fmla="*/ 2856659 w 4752801"/>
              <a:gd name="connsiteY31348" fmla="*/ 246126 h 2767298"/>
              <a:gd name="connsiteX31349" fmla="*/ 2856659 w 4752801"/>
              <a:gd name="connsiteY31349" fmla="*/ 247341 h 2767298"/>
              <a:gd name="connsiteX31350" fmla="*/ 2852206 w 4752801"/>
              <a:gd name="connsiteY31350" fmla="*/ 254628 h 2767298"/>
              <a:gd name="connsiteX31351" fmla="*/ 2850992 w 4752801"/>
              <a:gd name="connsiteY31351" fmla="*/ 255032 h 2767298"/>
              <a:gd name="connsiteX31352" fmla="*/ 2842491 w 4752801"/>
              <a:gd name="connsiteY31352" fmla="*/ 255032 h 2767298"/>
              <a:gd name="connsiteX31353" fmla="*/ 2841276 w 4752801"/>
              <a:gd name="connsiteY31353" fmla="*/ 254628 h 2767298"/>
              <a:gd name="connsiteX31354" fmla="*/ 2836824 w 4752801"/>
              <a:gd name="connsiteY31354" fmla="*/ 247341 h 2767298"/>
              <a:gd name="connsiteX31355" fmla="*/ 2836824 w 4752801"/>
              <a:gd name="connsiteY31355" fmla="*/ 246126 h 2767298"/>
              <a:gd name="connsiteX31356" fmla="*/ 2841276 w 4752801"/>
              <a:gd name="connsiteY31356" fmla="*/ 238840 h 2767298"/>
              <a:gd name="connsiteX31357" fmla="*/ 2842491 w 4752801"/>
              <a:gd name="connsiteY31357" fmla="*/ 238435 h 2767298"/>
              <a:gd name="connsiteX31358" fmla="*/ 3085378 w 4752801"/>
              <a:gd name="connsiteY31358" fmla="*/ 238030 h 2767298"/>
              <a:gd name="connsiteX31359" fmla="*/ 3093475 w 4752801"/>
              <a:gd name="connsiteY31359" fmla="*/ 238030 h 2767298"/>
              <a:gd name="connsiteX31360" fmla="*/ 3094689 w 4752801"/>
              <a:gd name="connsiteY31360" fmla="*/ 238840 h 2767298"/>
              <a:gd name="connsiteX31361" fmla="*/ 3098737 w 4752801"/>
              <a:gd name="connsiteY31361" fmla="*/ 245721 h 2767298"/>
              <a:gd name="connsiteX31362" fmla="*/ 3098737 w 4752801"/>
              <a:gd name="connsiteY31362" fmla="*/ 246936 h 2767298"/>
              <a:gd name="connsiteX31363" fmla="*/ 3094689 w 4752801"/>
              <a:gd name="connsiteY31363" fmla="*/ 253818 h 2767298"/>
              <a:gd name="connsiteX31364" fmla="*/ 3093475 w 4752801"/>
              <a:gd name="connsiteY31364" fmla="*/ 254627 h 2767298"/>
              <a:gd name="connsiteX31365" fmla="*/ 3085378 w 4752801"/>
              <a:gd name="connsiteY31365" fmla="*/ 254627 h 2767298"/>
              <a:gd name="connsiteX31366" fmla="*/ 3084164 w 4752801"/>
              <a:gd name="connsiteY31366" fmla="*/ 253818 h 2767298"/>
              <a:gd name="connsiteX31367" fmla="*/ 3080116 w 4752801"/>
              <a:gd name="connsiteY31367" fmla="*/ 246936 h 2767298"/>
              <a:gd name="connsiteX31368" fmla="*/ 3080116 w 4752801"/>
              <a:gd name="connsiteY31368" fmla="*/ 245721 h 2767298"/>
              <a:gd name="connsiteX31369" fmla="*/ 3084164 w 4752801"/>
              <a:gd name="connsiteY31369" fmla="*/ 238840 h 2767298"/>
              <a:gd name="connsiteX31370" fmla="*/ 3085378 w 4752801"/>
              <a:gd name="connsiteY31370" fmla="*/ 238030 h 2767298"/>
              <a:gd name="connsiteX31371" fmla="*/ 2923454 w 4752801"/>
              <a:gd name="connsiteY31371" fmla="*/ 238030 h 2767298"/>
              <a:gd name="connsiteX31372" fmla="*/ 2932360 w 4752801"/>
              <a:gd name="connsiteY31372" fmla="*/ 238030 h 2767298"/>
              <a:gd name="connsiteX31373" fmla="*/ 2933574 w 4752801"/>
              <a:gd name="connsiteY31373" fmla="*/ 238435 h 2767298"/>
              <a:gd name="connsiteX31374" fmla="*/ 2938027 w 4752801"/>
              <a:gd name="connsiteY31374" fmla="*/ 246126 h 2767298"/>
              <a:gd name="connsiteX31375" fmla="*/ 2938027 w 4752801"/>
              <a:gd name="connsiteY31375" fmla="*/ 247341 h 2767298"/>
              <a:gd name="connsiteX31376" fmla="*/ 2933574 w 4752801"/>
              <a:gd name="connsiteY31376" fmla="*/ 255032 h 2767298"/>
              <a:gd name="connsiteX31377" fmla="*/ 2932360 w 4752801"/>
              <a:gd name="connsiteY31377" fmla="*/ 255437 h 2767298"/>
              <a:gd name="connsiteX31378" fmla="*/ 2923454 w 4752801"/>
              <a:gd name="connsiteY31378" fmla="*/ 255437 h 2767298"/>
              <a:gd name="connsiteX31379" fmla="*/ 2922239 w 4752801"/>
              <a:gd name="connsiteY31379" fmla="*/ 255032 h 2767298"/>
              <a:gd name="connsiteX31380" fmla="*/ 2917787 w 4752801"/>
              <a:gd name="connsiteY31380" fmla="*/ 247341 h 2767298"/>
              <a:gd name="connsiteX31381" fmla="*/ 2917787 w 4752801"/>
              <a:gd name="connsiteY31381" fmla="*/ 246126 h 2767298"/>
              <a:gd name="connsiteX31382" fmla="*/ 2922239 w 4752801"/>
              <a:gd name="connsiteY31382" fmla="*/ 238435 h 2767298"/>
              <a:gd name="connsiteX31383" fmla="*/ 2923454 w 4752801"/>
              <a:gd name="connsiteY31383" fmla="*/ 238030 h 2767298"/>
              <a:gd name="connsiteX31384" fmla="*/ 2802010 w 4752801"/>
              <a:gd name="connsiteY31384" fmla="*/ 238030 h 2767298"/>
              <a:gd name="connsiteX31385" fmla="*/ 2810916 w 4752801"/>
              <a:gd name="connsiteY31385" fmla="*/ 238030 h 2767298"/>
              <a:gd name="connsiteX31386" fmla="*/ 2812130 w 4752801"/>
              <a:gd name="connsiteY31386" fmla="*/ 238435 h 2767298"/>
              <a:gd name="connsiteX31387" fmla="*/ 2816583 w 4752801"/>
              <a:gd name="connsiteY31387" fmla="*/ 246126 h 2767298"/>
              <a:gd name="connsiteX31388" fmla="*/ 2816583 w 4752801"/>
              <a:gd name="connsiteY31388" fmla="*/ 247341 h 2767298"/>
              <a:gd name="connsiteX31389" fmla="*/ 2812130 w 4752801"/>
              <a:gd name="connsiteY31389" fmla="*/ 255032 h 2767298"/>
              <a:gd name="connsiteX31390" fmla="*/ 2810916 w 4752801"/>
              <a:gd name="connsiteY31390" fmla="*/ 255437 h 2767298"/>
              <a:gd name="connsiteX31391" fmla="*/ 2802010 w 4752801"/>
              <a:gd name="connsiteY31391" fmla="*/ 255437 h 2767298"/>
              <a:gd name="connsiteX31392" fmla="*/ 2800795 w 4752801"/>
              <a:gd name="connsiteY31392" fmla="*/ 255032 h 2767298"/>
              <a:gd name="connsiteX31393" fmla="*/ 2796343 w 4752801"/>
              <a:gd name="connsiteY31393" fmla="*/ 247341 h 2767298"/>
              <a:gd name="connsiteX31394" fmla="*/ 2796343 w 4752801"/>
              <a:gd name="connsiteY31394" fmla="*/ 246126 h 2767298"/>
              <a:gd name="connsiteX31395" fmla="*/ 2800795 w 4752801"/>
              <a:gd name="connsiteY31395" fmla="*/ 238435 h 2767298"/>
              <a:gd name="connsiteX31396" fmla="*/ 2802010 w 4752801"/>
              <a:gd name="connsiteY31396" fmla="*/ 238030 h 2767298"/>
              <a:gd name="connsiteX31397" fmla="*/ 2761529 w 4752801"/>
              <a:gd name="connsiteY31397" fmla="*/ 238030 h 2767298"/>
              <a:gd name="connsiteX31398" fmla="*/ 2770435 w 4752801"/>
              <a:gd name="connsiteY31398" fmla="*/ 238030 h 2767298"/>
              <a:gd name="connsiteX31399" fmla="*/ 2771649 w 4752801"/>
              <a:gd name="connsiteY31399" fmla="*/ 238435 h 2767298"/>
              <a:gd name="connsiteX31400" fmla="*/ 2776102 w 4752801"/>
              <a:gd name="connsiteY31400" fmla="*/ 246126 h 2767298"/>
              <a:gd name="connsiteX31401" fmla="*/ 2776102 w 4752801"/>
              <a:gd name="connsiteY31401" fmla="*/ 247341 h 2767298"/>
              <a:gd name="connsiteX31402" fmla="*/ 2771649 w 4752801"/>
              <a:gd name="connsiteY31402" fmla="*/ 255032 h 2767298"/>
              <a:gd name="connsiteX31403" fmla="*/ 2770435 w 4752801"/>
              <a:gd name="connsiteY31403" fmla="*/ 255437 h 2767298"/>
              <a:gd name="connsiteX31404" fmla="*/ 2761529 w 4752801"/>
              <a:gd name="connsiteY31404" fmla="*/ 255437 h 2767298"/>
              <a:gd name="connsiteX31405" fmla="*/ 2760314 w 4752801"/>
              <a:gd name="connsiteY31405" fmla="*/ 255032 h 2767298"/>
              <a:gd name="connsiteX31406" fmla="*/ 2755862 w 4752801"/>
              <a:gd name="connsiteY31406" fmla="*/ 247341 h 2767298"/>
              <a:gd name="connsiteX31407" fmla="*/ 2755862 w 4752801"/>
              <a:gd name="connsiteY31407" fmla="*/ 246126 h 2767298"/>
              <a:gd name="connsiteX31408" fmla="*/ 2760314 w 4752801"/>
              <a:gd name="connsiteY31408" fmla="*/ 238435 h 2767298"/>
              <a:gd name="connsiteX31409" fmla="*/ 2761529 w 4752801"/>
              <a:gd name="connsiteY31409" fmla="*/ 238030 h 2767298"/>
              <a:gd name="connsiteX31410" fmla="*/ 2882567 w 4752801"/>
              <a:gd name="connsiteY31410" fmla="*/ 237625 h 2767298"/>
              <a:gd name="connsiteX31411" fmla="*/ 2891473 w 4752801"/>
              <a:gd name="connsiteY31411" fmla="*/ 237625 h 2767298"/>
              <a:gd name="connsiteX31412" fmla="*/ 2892687 w 4752801"/>
              <a:gd name="connsiteY31412" fmla="*/ 238030 h 2767298"/>
              <a:gd name="connsiteX31413" fmla="*/ 2897141 w 4752801"/>
              <a:gd name="connsiteY31413" fmla="*/ 245721 h 2767298"/>
              <a:gd name="connsiteX31414" fmla="*/ 2897141 w 4752801"/>
              <a:gd name="connsiteY31414" fmla="*/ 246936 h 2767298"/>
              <a:gd name="connsiteX31415" fmla="*/ 2892687 w 4752801"/>
              <a:gd name="connsiteY31415" fmla="*/ 254627 h 2767298"/>
              <a:gd name="connsiteX31416" fmla="*/ 2891473 w 4752801"/>
              <a:gd name="connsiteY31416" fmla="*/ 255032 h 2767298"/>
              <a:gd name="connsiteX31417" fmla="*/ 2882567 w 4752801"/>
              <a:gd name="connsiteY31417" fmla="*/ 255032 h 2767298"/>
              <a:gd name="connsiteX31418" fmla="*/ 2881353 w 4752801"/>
              <a:gd name="connsiteY31418" fmla="*/ 254627 h 2767298"/>
              <a:gd name="connsiteX31419" fmla="*/ 2876900 w 4752801"/>
              <a:gd name="connsiteY31419" fmla="*/ 246936 h 2767298"/>
              <a:gd name="connsiteX31420" fmla="*/ 2876900 w 4752801"/>
              <a:gd name="connsiteY31420" fmla="*/ 245721 h 2767298"/>
              <a:gd name="connsiteX31421" fmla="*/ 2881353 w 4752801"/>
              <a:gd name="connsiteY31421" fmla="*/ 238030 h 2767298"/>
              <a:gd name="connsiteX31422" fmla="*/ 2882567 w 4752801"/>
              <a:gd name="connsiteY31422" fmla="*/ 237625 h 2767298"/>
              <a:gd name="connsiteX31423" fmla="*/ 2639680 w 4752801"/>
              <a:gd name="connsiteY31423" fmla="*/ 237625 h 2767298"/>
              <a:gd name="connsiteX31424" fmla="*/ 2648586 w 4752801"/>
              <a:gd name="connsiteY31424" fmla="*/ 237625 h 2767298"/>
              <a:gd name="connsiteX31425" fmla="*/ 2649800 w 4752801"/>
              <a:gd name="connsiteY31425" fmla="*/ 238030 h 2767298"/>
              <a:gd name="connsiteX31426" fmla="*/ 2654253 w 4752801"/>
              <a:gd name="connsiteY31426" fmla="*/ 245721 h 2767298"/>
              <a:gd name="connsiteX31427" fmla="*/ 2654253 w 4752801"/>
              <a:gd name="connsiteY31427" fmla="*/ 246936 h 2767298"/>
              <a:gd name="connsiteX31428" fmla="*/ 2649800 w 4752801"/>
              <a:gd name="connsiteY31428" fmla="*/ 254627 h 2767298"/>
              <a:gd name="connsiteX31429" fmla="*/ 2648586 w 4752801"/>
              <a:gd name="connsiteY31429" fmla="*/ 255032 h 2767298"/>
              <a:gd name="connsiteX31430" fmla="*/ 2639680 w 4752801"/>
              <a:gd name="connsiteY31430" fmla="*/ 255032 h 2767298"/>
              <a:gd name="connsiteX31431" fmla="*/ 2638466 w 4752801"/>
              <a:gd name="connsiteY31431" fmla="*/ 254627 h 2767298"/>
              <a:gd name="connsiteX31432" fmla="*/ 2634013 w 4752801"/>
              <a:gd name="connsiteY31432" fmla="*/ 246936 h 2767298"/>
              <a:gd name="connsiteX31433" fmla="*/ 2634013 w 4752801"/>
              <a:gd name="connsiteY31433" fmla="*/ 245721 h 2767298"/>
              <a:gd name="connsiteX31434" fmla="*/ 2638466 w 4752801"/>
              <a:gd name="connsiteY31434" fmla="*/ 238030 h 2767298"/>
              <a:gd name="connsiteX31435" fmla="*/ 2639680 w 4752801"/>
              <a:gd name="connsiteY31435" fmla="*/ 237625 h 2767298"/>
              <a:gd name="connsiteX31436" fmla="*/ 2720642 w 4752801"/>
              <a:gd name="connsiteY31436" fmla="*/ 237220 h 2767298"/>
              <a:gd name="connsiteX31437" fmla="*/ 2729953 w 4752801"/>
              <a:gd name="connsiteY31437" fmla="*/ 237220 h 2767298"/>
              <a:gd name="connsiteX31438" fmla="*/ 2731167 w 4752801"/>
              <a:gd name="connsiteY31438" fmla="*/ 237625 h 2767298"/>
              <a:gd name="connsiteX31439" fmla="*/ 2735620 w 4752801"/>
              <a:gd name="connsiteY31439" fmla="*/ 245721 h 2767298"/>
              <a:gd name="connsiteX31440" fmla="*/ 2735620 w 4752801"/>
              <a:gd name="connsiteY31440" fmla="*/ 246936 h 2767298"/>
              <a:gd name="connsiteX31441" fmla="*/ 2731167 w 4752801"/>
              <a:gd name="connsiteY31441" fmla="*/ 255032 h 2767298"/>
              <a:gd name="connsiteX31442" fmla="*/ 2729953 w 4752801"/>
              <a:gd name="connsiteY31442" fmla="*/ 255841 h 2767298"/>
              <a:gd name="connsiteX31443" fmla="*/ 2720642 w 4752801"/>
              <a:gd name="connsiteY31443" fmla="*/ 255841 h 2767298"/>
              <a:gd name="connsiteX31444" fmla="*/ 2719428 w 4752801"/>
              <a:gd name="connsiteY31444" fmla="*/ 255032 h 2767298"/>
              <a:gd name="connsiteX31445" fmla="*/ 2714975 w 4752801"/>
              <a:gd name="connsiteY31445" fmla="*/ 246936 h 2767298"/>
              <a:gd name="connsiteX31446" fmla="*/ 2714975 w 4752801"/>
              <a:gd name="connsiteY31446" fmla="*/ 245721 h 2767298"/>
              <a:gd name="connsiteX31447" fmla="*/ 2719428 w 4752801"/>
              <a:gd name="connsiteY31447" fmla="*/ 237625 h 2767298"/>
              <a:gd name="connsiteX31448" fmla="*/ 2720642 w 4752801"/>
              <a:gd name="connsiteY31448" fmla="*/ 237220 h 2767298"/>
              <a:gd name="connsiteX31449" fmla="*/ 2599199 w 4752801"/>
              <a:gd name="connsiteY31449" fmla="*/ 237220 h 2767298"/>
              <a:gd name="connsiteX31450" fmla="*/ 2608510 w 4752801"/>
              <a:gd name="connsiteY31450" fmla="*/ 237220 h 2767298"/>
              <a:gd name="connsiteX31451" fmla="*/ 2609724 w 4752801"/>
              <a:gd name="connsiteY31451" fmla="*/ 237625 h 2767298"/>
              <a:gd name="connsiteX31452" fmla="*/ 2614177 w 4752801"/>
              <a:gd name="connsiteY31452" fmla="*/ 245721 h 2767298"/>
              <a:gd name="connsiteX31453" fmla="*/ 2614177 w 4752801"/>
              <a:gd name="connsiteY31453" fmla="*/ 246936 h 2767298"/>
              <a:gd name="connsiteX31454" fmla="*/ 2609724 w 4752801"/>
              <a:gd name="connsiteY31454" fmla="*/ 255032 h 2767298"/>
              <a:gd name="connsiteX31455" fmla="*/ 2608510 w 4752801"/>
              <a:gd name="connsiteY31455" fmla="*/ 255841 h 2767298"/>
              <a:gd name="connsiteX31456" fmla="*/ 2599199 w 4752801"/>
              <a:gd name="connsiteY31456" fmla="*/ 255841 h 2767298"/>
              <a:gd name="connsiteX31457" fmla="*/ 2597985 w 4752801"/>
              <a:gd name="connsiteY31457" fmla="*/ 255032 h 2767298"/>
              <a:gd name="connsiteX31458" fmla="*/ 2593532 w 4752801"/>
              <a:gd name="connsiteY31458" fmla="*/ 246936 h 2767298"/>
              <a:gd name="connsiteX31459" fmla="*/ 2593532 w 4752801"/>
              <a:gd name="connsiteY31459" fmla="*/ 245721 h 2767298"/>
              <a:gd name="connsiteX31460" fmla="*/ 2597985 w 4752801"/>
              <a:gd name="connsiteY31460" fmla="*/ 237625 h 2767298"/>
              <a:gd name="connsiteX31461" fmla="*/ 2599199 w 4752801"/>
              <a:gd name="connsiteY31461" fmla="*/ 237220 h 2767298"/>
              <a:gd name="connsiteX31462" fmla="*/ 3003606 w 4752801"/>
              <a:gd name="connsiteY31462" fmla="*/ 236815 h 2767298"/>
              <a:gd name="connsiteX31463" fmla="*/ 3013321 w 4752801"/>
              <a:gd name="connsiteY31463" fmla="*/ 236815 h 2767298"/>
              <a:gd name="connsiteX31464" fmla="*/ 3014536 w 4752801"/>
              <a:gd name="connsiteY31464" fmla="*/ 237220 h 2767298"/>
              <a:gd name="connsiteX31465" fmla="*/ 3019394 w 4752801"/>
              <a:gd name="connsiteY31465" fmla="*/ 245721 h 2767298"/>
              <a:gd name="connsiteX31466" fmla="*/ 3019394 w 4752801"/>
              <a:gd name="connsiteY31466" fmla="*/ 246935 h 2767298"/>
              <a:gd name="connsiteX31467" fmla="*/ 3014536 w 4752801"/>
              <a:gd name="connsiteY31467" fmla="*/ 255436 h 2767298"/>
              <a:gd name="connsiteX31468" fmla="*/ 3013321 w 4752801"/>
              <a:gd name="connsiteY31468" fmla="*/ 255841 h 2767298"/>
              <a:gd name="connsiteX31469" fmla="*/ 3003606 w 4752801"/>
              <a:gd name="connsiteY31469" fmla="*/ 255841 h 2767298"/>
              <a:gd name="connsiteX31470" fmla="*/ 3002392 w 4752801"/>
              <a:gd name="connsiteY31470" fmla="*/ 255436 h 2767298"/>
              <a:gd name="connsiteX31471" fmla="*/ 2997534 w 4752801"/>
              <a:gd name="connsiteY31471" fmla="*/ 246935 h 2767298"/>
              <a:gd name="connsiteX31472" fmla="*/ 2997534 w 4752801"/>
              <a:gd name="connsiteY31472" fmla="*/ 245721 h 2767298"/>
              <a:gd name="connsiteX31473" fmla="*/ 3002392 w 4752801"/>
              <a:gd name="connsiteY31473" fmla="*/ 237220 h 2767298"/>
              <a:gd name="connsiteX31474" fmla="*/ 3003606 w 4752801"/>
              <a:gd name="connsiteY31474" fmla="*/ 236815 h 2767298"/>
              <a:gd name="connsiteX31475" fmla="*/ 2963124 w 4752801"/>
              <a:gd name="connsiteY31475" fmla="*/ 236411 h 2767298"/>
              <a:gd name="connsiteX31476" fmla="*/ 2973649 w 4752801"/>
              <a:gd name="connsiteY31476" fmla="*/ 236411 h 2767298"/>
              <a:gd name="connsiteX31477" fmla="*/ 2974864 w 4752801"/>
              <a:gd name="connsiteY31477" fmla="*/ 237221 h 2767298"/>
              <a:gd name="connsiteX31478" fmla="*/ 2980127 w 4752801"/>
              <a:gd name="connsiteY31478" fmla="*/ 246126 h 2767298"/>
              <a:gd name="connsiteX31479" fmla="*/ 2980127 w 4752801"/>
              <a:gd name="connsiteY31479" fmla="*/ 247341 h 2767298"/>
              <a:gd name="connsiteX31480" fmla="*/ 2974864 w 4752801"/>
              <a:gd name="connsiteY31480" fmla="*/ 256247 h 2767298"/>
              <a:gd name="connsiteX31481" fmla="*/ 2973649 w 4752801"/>
              <a:gd name="connsiteY31481" fmla="*/ 257056 h 2767298"/>
              <a:gd name="connsiteX31482" fmla="*/ 2963124 w 4752801"/>
              <a:gd name="connsiteY31482" fmla="*/ 257056 h 2767298"/>
              <a:gd name="connsiteX31483" fmla="*/ 2961910 w 4752801"/>
              <a:gd name="connsiteY31483" fmla="*/ 256247 h 2767298"/>
              <a:gd name="connsiteX31484" fmla="*/ 2956648 w 4752801"/>
              <a:gd name="connsiteY31484" fmla="*/ 247341 h 2767298"/>
              <a:gd name="connsiteX31485" fmla="*/ 2956648 w 4752801"/>
              <a:gd name="connsiteY31485" fmla="*/ 246126 h 2767298"/>
              <a:gd name="connsiteX31486" fmla="*/ 2961910 w 4752801"/>
              <a:gd name="connsiteY31486" fmla="*/ 237221 h 2767298"/>
              <a:gd name="connsiteX31487" fmla="*/ 2963124 w 4752801"/>
              <a:gd name="connsiteY31487" fmla="*/ 236411 h 2767298"/>
              <a:gd name="connsiteX31488" fmla="*/ 2679756 w 4752801"/>
              <a:gd name="connsiteY31488" fmla="*/ 236411 h 2767298"/>
              <a:gd name="connsiteX31489" fmla="*/ 2689876 w 4752801"/>
              <a:gd name="connsiteY31489" fmla="*/ 236411 h 2767298"/>
              <a:gd name="connsiteX31490" fmla="*/ 2691091 w 4752801"/>
              <a:gd name="connsiteY31490" fmla="*/ 236816 h 2767298"/>
              <a:gd name="connsiteX31491" fmla="*/ 2695948 w 4752801"/>
              <a:gd name="connsiteY31491" fmla="*/ 245722 h 2767298"/>
              <a:gd name="connsiteX31492" fmla="*/ 2695948 w 4752801"/>
              <a:gd name="connsiteY31492" fmla="*/ 246936 h 2767298"/>
              <a:gd name="connsiteX31493" fmla="*/ 2691091 w 4752801"/>
              <a:gd name="connsiteY31493" fmla="*/ 255842 h 2767298"/>
              <a:gd name="connsiteX31494" fmla="*/ 2689876 w 4752801"/>
              <a:gd name="connsiteY31494" fmla="*/ 256247 h 2767298"/>
              <a:gd name="connsiteX31495" fmla="*/ 2679756 w 4752801"/>
              <a:gd name="connsiteY31495" fmla="*/ 256247 h 2767298"/>
              <a:gd name="connsiteX31496" fmla="*/ 2678542 w 4752801"/>
              <a:gd name="connsiteY31496" fmla="*/ 255842 h 2767298"/>
              <a:gd name="connsiteX31497" fmla="*/ 2673684 w 4752801"/>
              <a:gd name="connsiteY31497" fmla="*/ 246936 h 2767298"/>
              <a:gd name="connsiteX31498" fmla="*/ 2673684 w 4752801"/>
              <a:gd name="connsiteY31498" fmla="*/ 245722 h 2767298"/>
              <a:gd name="connsiteX31499" fmla="*/ 2678542 w 4752801"/>
              <a:gd name="connsiteY31499" fmla="*/ 236816 h 2767298"/>
              <a:gd name="connsiteX31500" fmla="*/ 2679756 w 4752801"/>
              <a:gd name="connsiteY31500" fmla="*/ 236411 h 2767298"/>
              <a:gd name="connsiteX31501" fmla="*/ 2517021 w 4752801"/>
              <a:gd name="connsiteY31501" fmla="*/ 235601 h 2767298"/>
              <a:gd name="connsiteX31502" fmla="*/ 2528761 w 4752801"/>
              <a:gd name="connsiteY31502" fmla="*/ 235601 h 2767298"/>
              <a:gd name="connsiteX31503" fmla="*/ 2529975 w 4752801"/>
              <a:gd name="connsiteY31503" fmla="*/ 236006 h 2767298"/>
              <a:gd name="connsiteX31504" fmla="*/ 2535643 w 4752801"/>
              <a:gd name="connsiteY31504" fmla="*/ 246126 h 2767298"/>
              <a:gd name="connsiteX31505" fmla="*/ 2535643 w 4752801"/>
              <a:gd name="connsiteY31505" fmla="*/ 247341 h 2767298"/>
              <a:gd name="connsiteX31506" fmla="*/ 2529975 w 4752801"/>
              <a:gd name="connsiteY31506" fmla="*/ 257461 h 2767298"/>
              <a:gd name="connsiteX31507" fmla="*/ 2528761 w 4752801"/>
              <a:gd name="connsiteY31507" fmla="*/ 257866 h 2767298"/>
              <a:gd name="connsiteX31508" fmla="*/ 2517021 w 4752801"/>
              <a:gd name="connsiteY31508" fmla="*/ 257866 h 2767298"/>
              <a:gd name="connsiteX31509" fmla="*/ 2515807 w 4752801"/>
              <a:gd name="connsiteY31509" fmla="*/ 257461 h 2767298"/>
              <a:gd name="connsiteX31510" fmla="*/ 2510140 w 4752801"/>
              <a:gd name="connsiteY31510" fmla="*/ 247341 h 2767298"/>
              <a:gd name="connsiteX31511" fmla="*/ 2510140 w 4752801"/>
              <a:gd name="connsiteY31511" fmla="*/ 246126 h 2767298"/>
              <a:gd name="connsiteX31512" fmla="*/ 2515807 w 4752801"/>
              <a:gd name="connsiteY31512" fmla="*/ 236006 h 2767298"/>
              <a:gd name="connsiteX31513" fmla="*/ 2517021 w 4752801"/>
              <a:gd name="connsiteY31513" fmla="*/ 235601 h 2767298"/>
              <a:gd name="connsiteX31514" fmla="*/ 2557503 w 4752801"/>
              <a:gd name="connsiteY31514" fmla="*/ 235196 h 2767298"/>
              <a:gd name="connsiteX31515" fmla="*/ 2569243 w 4752801"/>
              <a:gd name="connsiteY31515" fmla="*/ 235196 h 2767298"/>
              <a:gd name="connsiteX31516" fmla="*/ 2570457 w 4752801"/>
              <a:gd name="connsiteY31516" fmla="*/ 235601 h 2767298"/>
              <a:gd name="connsiteX31517" fmla="*/ 2576125 w 4752801"/>
              <a:gd name="connsiteY31517" fmla="*/ 245721 h 2767298"/>
              <a:gd name="connsiteX31518" fmla="*/ 2576125 w 4752801"/>
              <a:gd name="connsiteY31518" fmla="*/ 246936 h 2767298"/>
              <a:gd name="connsiteX31519" fmla="*/ 2570457 w 4752801"/>
              <a:gd name="connsiteY31519" fmla="*/ 257056 h 2767298"/>
              <a:gd name="connsiteX31520" fmla="*/ 2569243 w 4752801"/>
              <a:gd name="connsiteY31520" fmla="*/ 257461 h 2767298"/>
              <a:gd name="connsiteX31521" fmla="*/ 2557503 w 4752801"/>
              <a:gd name="connsiteY31521" fmla="*/ 257461 h 2767298"/>
              <a:gd name="connsiteX31522" fmla="*/ 2556289 w 4752801"/>
              <a:gd name="connsiteY31522" fmla="*/ 257056 h 2767298"/>
              <a:gd name="connsiteX31523" fmla="*/ 2550622 w 4752801"/>
              <a:gd name="connsiteY31523" fmla="*/ 246936 h 2767298"/>
              <a:gd name="connsiteX31524" fmla="*/ 2550622 w 4752801"/>
              <a:gd name="connsiteY31524" fmla="*/ 245721 h 2767298"/>
              <a:gd name="connsiteX31525" fmla="*/ 2556289 w 4752801"/>
              <a:gd name="connsiteY31525" fmla="*/ 235601 h 2767298"/>
              <a:gd name="connsiteX31526" fmla="*/ 2557503 w 4752801"/>
              <a:gd name="connsiteY31526" fmla="*/ 235196 h 2767298"/>
              <a:gd name="connsiteX31527" fmla="*/ 3735507 w 4752801"/>
              <a:gd name="connsiteY31527" fmla="*/ 203216 h 2767298"/>
              <a:gd name="connsiteX31528" fmla="*/ 3739151 w 4752801"/>
              <a:gd name="connsiteY31528" fmla="*/ 203216 h 2767298"/>
              <a:gd name="connsiteX31529" fmla="*/ 3740770 w 4752801"/>
              <a:gd name="connsiteY31529" fmla="*/ 206050 h 2767298"/>
              <a:gd name="connsiteX31530" fmla="*/ 3739151 w 4752801"/>
              <a:gd name="connsiteY31530" fmla="*/ 208883 h 2767298"/>
              <a:gd name="connsiteX31531" fmla="*/ 3735507 w 4752801"/>
              <a:gd name="connsiteY31531" fmla="*/ 208883 h 2767298"/>
              <a:gd name="connsiteX31532" fmla="*/ 3733888 w 4752801"/>
              <a:gd name="connsiteY31532" fmla="*/ 206050 h 2767298"/>
              <a:gd name="connsiteX31533" fmla="*/ 3695430 w 4752801"/>
              <a:gd name="connsiteY31533" fmla="*/ 203216 h 2767298"/>
              <a:gd name="connsiteX31534" fmla="*/ 3698669 w 4752801"/>
              <a:gd name="connsiteY31534" fmla="*/ 203216 h 2767298"/>
              <a:gd name="connsiteX31535" fmla="*/ 3700288 w 4752801"/>
              <a:gd name="connsiteY31535" fmla="*/ 206050 h 2767298"/>
              <a:gd name="connsiteX31536" fmla="*/ 3698669 w 4752801"/>
              <a:gd name="connsiteY31536" fmla="*/ 208883 h 2767298"/>
              <a:gd name="connsiteX31537" fmla="*/ 3695430 w 4752801"/>
              <a:gd name="connsiteY31537" fmla="*/ 208883 h 2767298"/>
              <a:gd name="connsiteX31538" fmla="*/ 3693811 w 4752801"/>
              <a:gd name="connsiteY31538" fmla="*/ 206050 h 2767298"/>
              <a:gd name="connsiteX31539" fmla="*/ 3614468 w 4752801"/>
              <a:gd name="connsiteY31539" fmla="*/ 203216 h 2767298"/>
              <a:gd name="connsiteX31540" fmla="*/ 3617707 w 4752801"/>
              <a:gd name="connsiteY31540" fmla="*/ 203216 h 2767298"/>
              <a:gd name="connsiteX31541" fmla="*/ 3619326 w 4752801"/>
              <a:gd name="connsiteY31541" fmla="*/ 206050 h 2767298"/>
              <a:gd name="connsiteX31542" fmla="*/ 3617707 w 4752801"/>
              <a:gd name="connsiteY31542" fmla="*/ 208883 h 2767298"/>
              <a:gd name="connsiteX31543" fmla="*/ 3614468 w 4752801"/>
              <a:gd name="connsiteY31543" fmla="*/ 208883 h 2767298"/>
              <a:gd name="connsiteX31544" fmla="*/ 3612849 w 4752801"/>
              <a:gd name="connsiteY31544" fmla="*/ 206050 h 2767298"/>
              <a:gd name="connsiteX31545" fmla="*/ 3654544 w 4752801"/>
              <a:gd name="connsiteY31545" fmla="*/ 202811 h 2767298"/>
              <a:gd name="connsiteX31546" fmla="*/ 3658188 w 4752801"/>
              <a:gd name="connsiteY31546" fmla="*/ 202811 h 2767298"/>
              <a:gd name="connsiteX31547" fmla="*/ 3659807 w 4752801"/>
              <a:gd name="connsiteY31547" fmla="*/ 206050 h 2767298"/>
              <a:gd name="connsiteX31548" fmla="*/ 3658188 w 4752801"/>
              <a:gd name="connsiteY31548" fmla="*/ 209288 h 2767298"/>
              <a:gd name="connsiteX31549" fmla="*/ 3654544 w 4752801"/>
              <a:gd name="connsiteY31549" fmla="*/ 209288 h 2767298"/>
              <a:gd name="connsiteX31550" fmla="*/ 3652925 w 4752801"/>
              <a:gd name="connsiteY31550" fmla="*/ 206050 h 2767298"/>
              <a:gd name="connsiteX31551" fmla="*/ 3573582 w 4752801"/>
              <a:gd name="connsiteY31551" fmla="*/ 202811 h 2767298"/>
              <a:gd name="connsiteX31552" fmla="*/ 3577630 w 4752801"/>
              <a:gd name="connsiteY31552" fmla="*/ 202811 h 2767298"/>
              <a:gd name="connsiteX31553" fmla="*/ 3579654 w 4752801"/>
              <a:gd name="connsiteY31553" fmla="*/ 206050 h 2767298"/>
              <a:gd name="connsiteX31554" fmla="*/ 3577630 w 4752801"/>
              <a:gd name="connsiteY31554" fmla="*/ 209288 h 2767298"/>
              <a:gd name="connsiteX31555" fmla="*/ 3573582 w 4752801"/>
              <a:gd name="connsiteY31555" fmla="*/ 209288 h 2767298"/>
              <a:gd name="connsiteX31556" fmla="*/ 3571558 w 4752801"/>
              <a:gd name="connsiteY31556" fmla="*/ 206050 h 2767298"/>
              <a:gd name="connsiteX31557" fmla="*/ 3532696 w 4752801"/>
              <a:gd name="connsiteY31557" fmla="*/ 202406 h 2767298"/>
              <a:gd name="connsiteX31558" fmla="*/ 3537149 w 4752801"/>
              <a:gd name="connsiteY31558" fmla="*/ 202406 h 2767298"/>
              <a:gd name="connsiteX31559" fmla="*/ 3539173 w 4752801"/>
              <a:gd name="connsiteY31559" fmla="*/ 206049 h 2767298"/>
              <a:gd name="connsiteX31560" fmla="*/ 3537149 w 4752801"/>
              <a:gd name="connsiteY31560" fmla="*/ 209693 h 2767298"/>
              <a:gd name="connsiteX31561" fmla="*/ 3532696 w 4752801"/>
              <a:gd name="connsiteY31561" fmla="*/ 209693 h 2767298"/>
              <a:gd name="connsiteX31562" fmla="*/ 3530672 w 4752801"/>
              <a:gd name="connsiteY31562" fmla="*/ 206049 h 2767298"/>
              <a:gd name="connsiteX31563" fmla="*/ 3492215 w 4752801"/>
              <a:gd name="connsiteY31563" fmla="*/ 202406 h 2767298"/>
              <a:gd name="connsiteX31564" fmla="*/ 3496668 w 4752801"/>
              <a:gd name="connsiteY31564" fmla="*/ 202406 h 2767298"/>
              <a:gd name="connsiteX31565" fmla="*/ 3498692 w 4752801"/>
              <a:gd name="connsiteY31565" fmla="*/ 206049 h 2767298"/>
              <a:gd name="connsiteX31566" fmla="*/ 3496668 w 4752801"/>
              <a:gd name="connsiteY31566" fmla="*/ 209693 h 2767298"/>
              <a:gd name="connsiteX31567" fmla="*/ 3492215 w 4752801"/>
              <a:gd name="connsiteY31567" fmla="*/ 209693 h 2767298"/>
              <a:gd name="connsiteX31568" fmla="*/ 3490191 w 4752801"/>
              <a:gd name="connsiteY31568" fmla="*/ 206049 h 2767298"/>
              <a:gd name="connsiteX31569" fmla="*/ 3451734 w 4752801"/>
              <a:gd name="connsiteY31569" fmla="*/ 202406 h 2767298"/>
              <a:gd name="connsiteX31570" fmla="*/ 3456187 w 4752801"/>
              <a:gd name="connsiteY31570" fmla="*/ 202406 h 2767298"/>
              <a:gd name="connsiteX31571" fmla="*/ 3458211 w 4752801"/>
              <a:gd name="connsiteY31571" fmla="*/ 206049 h 2767298"/>
              <a:gd name="connsiteX31572" fmla="*/ 3456187 w 4752801"/>
              <a:gd name="connsiteY31572" fmla="*/ 209693 h 2767298"/>
              <a:gd name="connsiteX31573" fmla="*/ 3451734 w 4752801"/>
              <a:gd name="connsiteY31573" fmla="*/ 209693 h 2767298"/>
              <a:gd name="connsiteX31574" fmla="*/ 3449710 w 4752801"/>
              <a:gd name="connsiteY31574" fmla="*/ 206049 h 2767298"/>
              <a:gd name="connsiteX31575" fmla="*/ 3250137 w 4752801"/>
              <a:gd name="connsiteY31575" fmla="*/ 202406 h 2767298"/>
              <a:gd name="connsiteX31576" fmla="*/ 3253376 w 4752801"/>
              <a:gd name="connsiteY31576" fmla="*/ 202406 h 2767298"/>
              <a:gd name="connsiteX31577" fmla="*/ 3254590 w 4752801"/>
              <a:gd name="connsiteY31577" fmla="*/ 202811 h 2767298"/>
              <a:gd name="connsiteX31578" fmla="*/ 3256210 w 4752801"/>
              <a:gd name="connsiteY31578" fmla="*/ 205645 h 2767298"/>
              <a:gd name="connsiteX31579" fmla="*/ 3256210 w 4752801"/>
              <a:gd name="connsiteY31579" fmla="*/ 206859 h 2767298"/>
              <a:gd name="connsiteX31580" fmla="*/ 3254590 w 4752801"/>
              <a:gd name="connsiteY31580" fmla="*/ 209693 h 2767298"/>
              <a:gd name="connsiteX31581" fmla="*/ 3253376 w 4752801"/>
              <a:gd name="connsiteY31581" fmla="*/ 210502 h 2767298"/>
              <a:gd name="connsiteX31582" fmla="*/ 3250137 w 4752801"/>
              <a:gd name="connsiteY31582" fmla="*/ 210502 h 2767298"/>
              <a:gd name="connsiteX31583" fmla="*/ 3248923 w 4752801"/>
              <a:gd name="connsiteY31583" fmla="*/ 209693 h 2767298"/>
              <a:gd name="connsiteX31584" fmla="*/ 3247304 w 4752801"/>
              <a:gd name="connsiteY31584" fmla="*/ 206859 h 2767298"/>
              <a:gd name="connsiteX31585" fmla="*/ 3247304 w 4752801"/>
              <a:gd name="connsiteY31585" fmla="*/ 205645 h 2767298"/>
              <a:gd name="connsiteX31586" fmla="*/ 3248923 w 4752801"/>
              <a:gd name="connsiteY31586" fmla="*/ 202811 h 2767298"/>
              <a:gd name="connsiteX31587" fmla="*/ 3250137 w 4752801"/>
              <a:gd name="connsiteY31587" fmla="*/ 202406 h 2767298"/>
              <a:gd name="connsiteX31588" fmla="*/ 3370771 w 4752801"/>
              <a:gd name="connsiteY31588" fmla="*/ 202001 h 2767298"/>
              <a:gd name="connsiteX31589" fmla="*/ 3374819 w 4752801"/>
              <a:gd name="connsiteY31589" fmla="*/ 202001 h 2767298"/>
              <a:gd name="connsiteX31590" fmla="*/ 3376033 w 4752801"/>
              <a:gd name="connsiteY31590" fmla="*/ 202406 h 2767298"/>
              <a:gd name="connsiteX31591" fmla="*/ 3378058 w 4752801"/>
              <a:gd name="connsiteY31591" fmla="*/ 205644 h 2767298"/>
              <a:gd name="connsiteX31592" fmla="*/ 3378058 w 4752801"/>
              <a:gd name="connsiteY31592" fmla="*/ 206859 h 2767298"/>
              <a:gd name="connsiteX31593" fmla="*/ 3376033 w 4752801"/>
              <a:gd name="connsiteY31593" fmla="*/ 210097 h 2767298"/>
              <a:gd name="connsiteX31594" fmla="*/ 3374819 w 4752801"/>
              <a:gd name="connsiteY31594" fmla="*/ 210907 h 2767298"/>
              <a:gd name="connsiteX31595" fmla="*/ 3370771 w 4752801"/>
              <a:gd name="connsiteY31595" fmla="*/ 210907 h 2767298"/>
              <a:gd name="connsiteX31596" fmla="*/ 3369557 w 4752801"/>
              <a:gd name="connsiteY31596" fmla="*/ 210097 h 2767298"/>
              <a:gd name="connsiteX31597" fmla="*/ 3367533 w 4752801"/>
              <a:gd name="connsiteY31597" fmla="*/ 206859 h 2767298"/>
              <a:gd name="connsiteX31598" fmla="*/ 3367533 w 4752801"/>
              <a:gd name="connsiteY31598" fmla="*/ 205644 h 2767298"/>
              <a:gd name="connsiteX31599" fmla="*/ 3369557 w 4752801"/>
              <a:gd name="connsiteY31599" fmla="*/ 202406 h 2767298"/>
              <a:gd name="connsiteX31600" fmla="*/ 3370771 w 4752801"/>
              <a:gd name="connsiteY31600" fmla="*/ 202001 h 2767298"/>
              <a:gd name="connsiteX31601" fmla="*/ 3330695 w 4752801"/>
              <a:gd name="connsiteY31601" fmla="*/ 202001 h 2767298"/>
              <a:gd name="connsiteX31602" fmla="*/ 3334339 w 4752801"/>
              <a:gd name="connsiteY31602" fmla="*/ 202001 h 2767298"/>
              <a:gd name="connsiteX31603" fmla="*/ 3335553 w 4752801"/>
              <a:gd name="connsiteY31603" fmla="*/ 202406 h 2767298"/>
              <a:gd name="connsiteX31604" fmla="*/ 3337577 w 4752801"/>
              <a:gd name="connsiteY31604" fmla="*/ 205644 h 2767298"/>
              <a:gd name="connsiteX31605" fmla="*/ 3337577 w 4752801"/>
              <a:gd name="connsiteY31605" fmla="*/ 206859 h 2767298"/>
              <a:gd name="connsiteX31606" fmla="*/ 3335553 w 4752801"/>
              <a:gd name="connsiteY31606" fmla="*/ 210097 h 2767298"/>
              <a:gd name="connsiteX31607" fmla="*/ 3334339 w 4752801"/>
              <a:gd name="connsiteY31607" fmla="*/ 210502 h 2767298"/>
              <a:gd name="connsiteX31608" fmla="*/ 3330695 w 4752801"/>
              <a:gd name="connsiteY31608" fmla="*/ 210502 h 2767298"/>
              <a:gd name="connsiteX31609" fmla="*/ 3329481 w 4752801"/>
              <a:gd name="connsiteY31609" fmla="*/ 210097 h 2767298"/>
              <a:gd name="connsiteX31610" fmla="*/ 3327457 w 4752801"/>
              <a:gd name="connsiteY31610" fmla="*/ 206859 h 2767298"/>
              <a:gd name="connsiteX31611" fmla="*/ 3327457 w 4752801"/>
              <a:gd name="connsiteY31611" fmla="*/ 205644 h 2767298"/>
              <a:gd name="connsiteX31612" fmla="*/ 3329481 w 4752801"/>
              <a:gd name="connsiteY31612" fmla="*/ 202406 h 2767298"/>
              <a:gd name="connsiteX31613" fmla="*/ 3330695 w 4752801"/>
              <a:gd name="connsiteY31613" fmla="*/ 202001 h 2767298"/>
              <a:gd name="connsiteX31614" fmla="*/ 3290213 w 4752801"/>
              <a:gd name="connsiteY31614" fmla="*/ 202001 h 2767298"/>
              <a:gd name="connsiteX31615" fmla="*/ 3293857 w 4752801"/>
              <a:gd name="connsiteY31615" fmla="*/ 202001 h 2767298"/>
              <a:gd name="connsiteX31616" fmla="*/ 3295071 w 4752801"/>
              <a:gd name="connsiteY31616" fmla="*/ 202406 h 2767298"/>
              <a:gd name="connsiteX31617" fmla="*/ 3297095 w 4752801"/>
              <a:gd name="connsiteY31617" fmla="*/ 205644 h 2767298"/>
              <a:gd name="connsiteX31618" fmla="*/ 3297095 w 4752801"/>
              <a:gd name="connsiteY31618" fmla="*/ 206859 h 2767298"/>
              <a:gd name="connsiteX31619" fmla="*/ 3295071 w 4752801"/>
              <a:gd name="connsiteY31619" fmla="*/ 210097 h 2767298"/>
              <a:gd name="connsiteX31620" fmla="*/ 3293857 w 4752801"/>
              <a:gd name="connsiteY31620" fmla="*/ 210907 h 2767298"/>
              <a:gd name="connsiteX31621" fmla="*/ 3290213 w 4752801"/>
              <a:gd name="connsiteY31621" fmla="*/ 210907 h 2767298"/>
              <a:gd name="connsiteX31622" fmla="*/ 3288999 w 4752801"/>
              <a:gd name="connsiteY31622" fmla="*/ 210502 h 2767298"/>
              <a:gd name="connsiteX31623" fmla="*/ 3286975 w 4752801"/>
              <a:gd name="connsiteY31623" fmla="*/ 207264 h 2767298"/>
              <a:gd name="connsiteX31624" fmla="*/ 3286975 w 4752801"/>
              <a:gd name="connsiteY31624" fmla="*/ 206049 h 2767298"/>
              <a:gd name="connsiteX31625" fmla="*/ 3288999 w 4752801"/>
              <a:gd name="connsiteY31625" fmla="*/ 202811 h 2767298"/>
              <a:gd name="connsiteX31626" fmla="*/ 3290213 w 4752801"/>
              <a:gd name="connsiteY31626" fmla="*/ 202001 h 2767298"/>
              <a:gd name="connsiteX31627" fmla="*/ 3411658 w 4752801"/>
              <a:gd name="connsiteY31627" fmla="*/ 201597 h 2767298"/>
              <a:gd name="connsiteX31628" fmla="*/ 3415301 w 4752801"/>
              <a:gd name="connsiteY31628" fmla="*/ 201597 h 2767298"/>
              <a:gd name="connsiteX31629" fmla="*/ 3416515 w 4752801"/>
              <a:gd name="connsiteY31629" fmla="*/ 202002 h 2767298"/>
              <a:gd name="connsiteX31630" fmla="*/ 3418134 w 4752801"/>
              <a:gd name="connsiteY31630" fmla="*/ 205240 h 2767298"/>
              <a:gd name="connsiteX31631" fmla="*/ 3418134 w 4752801"/>
              <a:gd name="connsiteY31631" fmla="*/ 206455 h 2767298"/>
              <a:gd name="connsiteX31632" fmla="*/ 3416515 w 4752801"/>
              <a:gd name="connsiteY31632" fmla="*/ 209693 h 2767298"/>
              <a:gd name="connsiteX31633" fmla="*/ 3415301 w 4752801"/>
              <a:gd name="connsiteY31633" fmla="*/ 210098 h 2767298"/>
              <a:gd name="connsiteX31634" fmla="*/ 3411658 w 4752801"/>
              <a:gd name="connsiteY31634" fmla="*/ 210098 h 2767298"/>
              <a:gd name="connsiteX31635" fmla="*/ 3410443 w 4752801"/>
              <a:gd name="connsiteY31635" fmla="*/ 209693 h 2767298"/>
              <a:gd name="connsiteX31636" fmla="*/ 3408824 w 4752801"/>
              <a:gd name="connsiteY31636" fmla="*/ 206455 h 2767298"/>
              <a:gd name="connsiteX31637" fmla="*/ 3408824 w 4752801"/>
              <a:gd name="connsiteY31637" fmla="*/ 205240 h 2767298"/>
              <a:gd name="connsiteX31638" fmla="*/ 3410443 w 4752801"/>
              <a:gd name="connsiteY31638" fmla="*/ 202002 h 2767298"/>
              <a:gd name="connsiteX31639" fmla="*/ 3411658 w 4752801"/>
              <a:gd name="connsiteY31639" fmla="*/ 201597 h 2767298"/>
              <a:gd name="connsiteX31640" fmla="*/ 3209251 w 4752801"/>
              <a:gd name="connsiteY31640" fmla="*/ 201192 h 2767298"/>
              <a:gd name="connsiteX31641" fmla="*/ 3213299 w 4752801"/>
              <a:gd name="connsiteY31641" fmla="*/ 201192 h 2767298"/>
              <a:gd name="connsiteX31642" fmla="*/ 3214513 w 4752801"/>
              <a:gd name="connsiteY31642" fmla="*/ 201597 h 2767298"/>
              <a:gd name="connsiteX31643" fmla="*/ 3216538 w 4752801"/>
              <a:gd name="connsiteY31643" fmla="*/ 205240 h 2767298"/>
              <a:gd name="connsiteX31644" fmla="*/ 3216538 w 4752801"/>
              <a:gd name="connsiteY31644" fmla="*/ 206455 h 2767298"/>
              <a:gd name="connsiteX31645" fmla="*/ 3214513 w 4752801"/>
              <a:gd name="connsiteY31645" fmla="*/ 210098 h 2767298"/>
              <a:gd name="connsiteX31646" fmla="*/ 3213299 w 4752801"/>
              <a:gd name="connsiteY31646" fmla="*/ 210503 h 2767298"/>
              <a:gd name="connsiteX31647" fmla="*/ 3209251 w 4752801"/>
              <a:gd name="connsiteY31647" fmla="*/ 210503 h 2767298"/>
              <a:gd name="connsiteX31648" fmla="*/ 3208037 w 4752801"/>
              <a:gd name="connsiteY31648" fmla="*/ 210098 h 2767298"/>
              <a:gd name="connsiteX31649" fmla="*/ 3206013 w 4752801"/>
              <a:gd name="connsiteY31649" fmla="*/ 206455 h 2767298"/>
              <a:gd name="connsiteX31650" fmla="*/ 3206013 w 4752801"/>
              <a:gd name="connsiteY31650" fmla="*/ 205240 h 2767298"/>
              <a:gd name="connsiteX31651" fmla="*/ 3208037 w 4752801"/>
              <a:gd name="connsiteY31651" fmla="*/ 201597 h 2767298"/>
              <a:gd name="connsiteX31652" fmla="*/ 3209251 w 4752801"/>
              <a:gd name="connsiteY31652" fmla="*/ 201192 h 2767298"/>
              <a:gd name="connsiteX31653" fmla="*/ 3167960 w 4752801"/>
              <a:gd name="connsiteY31653" fmla="*/ 200787 h 2767298"/>
              <a:gd name="connsiteX31654" fmla="*/ 3173222 w 4752801"/>
              <a:gd name="connsiteY31654" fmla="*/ 200787 h 2767298"/>
              <a:gd name="connsiteX31655" fmla="*/ 3174437 w 4752801"/>
              <a:gd name="connsiteY31655" fmla="*/ 201192 h 2767298"/>
              <a:gd name="connsiteX31656" fmla="*/ 3177271 w 4752801"/>
              <a:gd name="connsiteY31656" fmla="*/ 205645 h 2767298"/>
              <a:gd name="connsiteX31657" fmla="*/ 3177271 w 4752801"/>
              <a:gd name="connsiteY31657" fmla="*/ 206859 h 2767298"/>
              <a:gd name="connsiteX31658" fmla="*/ 3174437 w 4752801"/>
              <a:gd name="connsiteY31658" fmla="*/ 211312 h 2767298"/>
              <a:gd name="connsiteX31659" fmla="*/ 3173222 w 4752801"/>
              <a:gd name="connsiteY31659" fmla="*/ 211717 h 2767298"/>
              <a:gd name="connsiteX31660" fmla="*/ 3167960 w 4752801"/>
              <a:gd name="connsiteY31660" fmla="*/ 211717 h 2767298"/>
              <a:gd name="connsiteX31661" fmla="*/ 3166746 w 4752801"/>
              <a:gd name="connsiteY31661" fmla="*/ 211312 h 2767298"/>
              <a:gd name="connsiteX31662" fmla="*/ 3163912 w 4752801"/>
              <a:gd name="connsiteY31662" fmla="*/ 206859 h 2767298"/>
              <a:gd name="connsiteX31663" fmla="*/ 3163912 w 4752801"/>
              <a:gd name="connsiteY31663" fmla="*/ 205645 h 2767298"/>
              <a:gd name="connsiteX31664" fmla="*/ 3166746 w 4752801"/>
              <a:gd name="connsiteY31664" fmla="*/ 201192 h 2767298"/>
              <a:gd name="connsiteX31665" fmla="*/ 3167960 w 4752801"/>
              <a:gd name="connsiteY31665" fmla="*/ 200787 h 2767298"/>
              <a:gd name="connsiteX31666" fmla="*/ 3127074 w 4752801"/>
              <a:gd name="connsiteY31666" fmla="*/ 199977 h 2767298"/>
              <a:gd name="connsiteX31667" fmla="*/ 3132741 w 4752801"/>
              <a:gd name="connsiteY31667" fmla="*/ 199977 h 2767298"/>
              <a:gd name="connsiteX31668" fmla="*/ 3133956 w 4752801"/>
              <a:gd name="connsiteY31668" fmla="*/ 200382 h 2767298"/>
              <a:gd name="connsiteX31669" fmla="*/ 3136789 w 4752801"/>
              <a:gd name="connsiteY31669" fmla="*/ 205240 h 2767298"/>
              <a:gd name="connsiteX31670" fmla="*/ 3136789 w 4752801"/>
              <a:gd name="connsiteY31670" fmla="*/ 206454 h 2767298"/>
              <a:gd name="connsiteX31671" fmla="*/ 3133956 w 4752801"/>
              <a:gd name="connsiteY31671" fmla="*/ 211312 h 2767298"/>
              <a:gd name="connsiteX31672" fmla="*/ 3132741 w 4752801"/>
              <a:gd name="connsiteY31672" fmla="*/ 211717 h 2767298"/>
              <a:gd name="connsiteX31673" fmla="*/ 3127074 w 4752801"/>
              <a:gd name="connsiteY31673" fmla="*/ 211717 h 2767298"/>
              <a:gd name="connsiteX31674" fmla="*/ 3125860 w 4752801"/>
              <a:gd name="connsiteY31674" fmla="*/ 211312 h 2767298"/>
              <a:gd name="connsiteX31675" fmla="*/ 3123026 w 4752801"/>
              <a:gd name="connsiteY31675" fmla="*/ 206454 h 2767298"/>
              <a:gd name="connsiteX31676" fmla="*/ 3123026 w 4752801"/>
              <a:gd name="connsiteY31676" fmla="*/ 205240 h 2767298"/>
              <a:gd name="connsiteX31677" fmla="*/ 3125860 w 4752801"/>
              <a:gd name="connsiteY31677" fmla="*/ 200382 h 2767298"/>
              <a:gd name="connsiteX31678" fmla="*/ 3127074 w 4752801"/>
              <a:gd name="connsiteY31678" fmla="*/ 199977 h 2767298"/>
              <a:gd name="connsiteX31679" fmla="*/ 2438893 w 4752801"/>
              <a:gd name="connsiteY31679" fmla="*/ 199977 h 2767298"/>
              <a:gd name="connsiteX31680" fmla="*/ 2444965 w 4752801"/>
              <a:gd name="connsiteY31680" fmla="*/ 199977 h 2767298"/>
              <a:gd name="connsiteX31681" fmla="*/ 2446179 w 4752801"/>
              <a:gd name="connsiteY31681" fmla="*/ 200382 h 2767298"/>
              <a:gd name="connsiteX31682" fmla="*/ 2449418 w 4752801"/>
              <a:gd name="connsiteY31682" fmla="*/ 205644 h 2767298"/>
              <a:gd name="connsiteX31683" fmla="*/ 2449418 w 4752801"/>
              <a:gd name="connsiteY31683" fmla="*/ 206859 h 2767298"/>
              <a:gd name="connsiteX31684" fmla="*/ 2446179 w 4752801"/>
              <a:gd name="connsiteY31684" fmla="*/ 212121 h 2767298"/>
              <a:gd name="connsiteX31685" fmla="*/ 2444965 w 4752801"/>
              <a:gd name="connsiteY31685" fmla="*/ 212526 h 2767298"/>
              <a:gd name="connsiteX31686" fmla="*/ 2438893 w 4752801"/>
              <a:gd name="connsiteY31686" fmla="*/ 212526 h 2767298"/>
              <a:gd name="connsiteX31687" fmla="*/ 2437678 w 4752801"/>
              <a:gd name="connsiteY31687" fmla="*/ 212121 h 2767298"/>
              <a:gd name="connsiteX31688" fmla="*/ 2434440 w 4752801"/>
              <a:gd name="connsiteY31688" fmla="*/ 206859 h 2767298"/>
              <a:gd name="connsiteX31689" fmla="*/ 2434440 w 4752801"/>
              <a:gd name="connsiteY31689" fmla="*/ 205644 h 2767298"/>
              <a:gd name="connsiteX31690" fmla="*/ 2437678 w 4752801"/>
              <a:gd name="connsiteY31690" fmla="*/ 200382 h 2767298"/>
              <a:gd name="connsiteX31691" fmla="*/ 2438893 w 4752801"/>
              <a:gd name="connsiteY31691" fmla="*/ 199977 h 2767298"/>
              <a:gd name="connsiteX31692" fmla="*/ 3086592 w 4752801"/>
              <a:gd name="connsiteY31692" fmla="*/ 199573 h 2767298"/>
              <a:gd name="connsiteX31693" fmla="*/ 3092665 w 4752801"/>
              <a:gd name="connsiteY31693" fmla="*/ 199573 h 2767298"/>
              <a:gd name="connsiteX31694" fmla="*/ 3093879 w 4752801"/>
              <a:gd name="connsiteY31694" fmla="*/ 200383 h 2767298"/>
              <a:gd name="connsiteX31695" fmla="*/ 3097117 w 4752801"/>
              <a:gd name="connsiteY31695" fmla="*/ 205645 h 2767298"/>
              <a:gd name="connsiteX31696" fmla="*/ 3097117 w 4752801"/>
              <a:gd name="connsiteY31696" fmla="*/ 206860 h 2767298"/>
              <a:gd name="connsiteX31697" fmla="*/ 3093879 w 4752801"/>
              <a:gd name="connsiteY31697" fmla="*/ 212122 h 2767298"/>
              <a:gd name="connsiteX31698" fmla="*/ 3092665 w 4752801"/>
              <a:gd name="connsiteY31698" fmla="*/ 212122 h 2767298"/>
              <a:gd name="connsiteX31699" fmla="*/ 3086592 w 4752801"/>
              <a:gd name="connsiteY31699" fmla="*/ 212122 h 2767298"/>
              <a:gd name="connsiteX31700" fmla="*/ 3085378 w 4752801"/>
              <a:gd name="connsiteY31700" fmla="*/ 211717 h 2767298"/>
              <a:gd name="connsiteX31701" fmla="*/ 3082140 w 4752801"/>
              <a:gd name="connsiteY31701" fmla="*/ 206455 h 2767298"/>
              <a:gd name="connsiteX31702" fmla="*/ 3082140 w 4752801"/>
              <a:gd name="connsiteY31702" fmla="*/ 205240 h 2767298"/>
              <a:gd name="connsiteX31703" fmla="*/ 3085378 w 4752801"/>
              <a:gd name="connsiteY31703" fmla="*/ 199978 h 2767298"/>
              <a:gd name="connsiteX31704" fmla="*/ 3086592 w 4752801"/>
              <a:gd name="connsiteY31704" fmla="*/ 199573 h 2767298"/>
              <a:gd name="connsiteX31705" fmla="*/ 3045706 w 4752801"/>
              <a:gd name="connsiteY31705" fmla="*/ 199573 h 2767298"/>
              <a:gd name="connsiteX31706" fmla="*/ 3052588 w 4752801"/>
              <a:gd name="connsiteY31706" fmla="*/ 199573 h 2767298"/>
              <a:gd name="connsiteX31707" fmla="*/ 3053803 w 4752801"/>
              <a:gd name="connsiteY31707" fmla="*/ 199978 h 2767298"/>
              <a:gd name="connsiteX31708" fmla="*/ 3057041 w 4752801"/>
              <a:gd name="connsiteY31708" fmla="*/ 205645 h 2767298"/>
              <a:gd name="connsiteX31709" fmla="*/ 3057041 w 4752801"/>
              <a:gd name="connsiteY31709" fmla="*/ 206860 h 2767298"/>
              <a:gd name="connsiteX31710" fmla="*/ 3053803 w 4752801"/>
              <a:gd name="connsiteY31710" fmla="*/ 212527 h 2767298"/>
              <a:gd name="connsiteX31711" fmla="*/ 3052588 w 4752801"/>
              <a:gd name="connsiteY31711" fmla="*/ 212932 h 2767298"/>
              <a:gd name="connsiteX31712" fmla="*/ 3045706 w 4752801"/>
              <a:gd name="connsiteY31712" fmla="*/ 212932 h 2767298"/>
              <a:gd name="connsiteX31713" fmla="*/ 3044492 w 4752801"/>
              <a:gd name="connsiteY31713" fmla="*/ 212527 h 2767298"/>
              <a:gd name="connsiteX31714" fmla="*/ 3041254 w 4752801"/>
              <a:gd name="connsiteY31714" fmla="*/ 206860 h 2767298"/>
              <a:gd name="connsiteX31715" fmla="*/ 3041254 w 4752801"/>
              <a:gd name="connsiteY31715" fmla="*/ 205645 h 2767298"/>
              <a:gd name="connsiteX31716" fmla="*/ 3044492 w 4752801"/>
              <a:gd name="connsiteY31716" fmla="*/ 199978 h 2767298"/>
              <a:gd name="connsiteX31717" fmla="*/ 3045706 w 4752801"/>
              <a:gd name="connsiteY31717" fmla="*/ 199573 h 2767298"/>
              <a:gd name="connsiteX31718" fmla="*/ 2559122 w 4752801"/>
              <a:gd name="connsiteY31718" fmla="*/ 198358 h 2767298"/>
              <a:gd name="connsiteX31719" fmla="*/ 2567218 w 4752801"/>
              <a:gd name="connsiteY31719" fmla="*/ 198358 h 2767298"/>
              <a:gd name="connsiteX31720" fmla="*/ 2568433 w 4752801"/>
              <a:gd name="connsiteY31720" fmla="*/ 198763 h 2767298"/>
              <a:gd name="connsiteX31721" fmla="*/ 2572481 w 4752801"/>
              <a:gd name="connsiteY31721" fmla="*/ 205645 h 2767298"/>
              <a:gd name="connsiteX31722" fmla="*/ 2572481 w 4752801"/>
              <a:gd name="connsiteY31722" fmla="*/ 206859 h 2767298"/>
              <a:gd name="connsiteX31723" fmla="*/ 2568433 w 4752801"/>
              <a:gd name="connsiteY31723" fmla="*/ 213741 h 2767298"/>
              <a:gd name="connsiteX31724" fmla="*/ 2567218 w 4752801"/>
              <a:gd name="connsiteY31724" fmla="*/ 214146 h 2767298"/>
              <a:gd name="connsiteX31725" fmla="*/ 2559122 w 4752801"/>
              <a:gd name="connsiteY31725" fmla="*/ 214146 h 2767298"/>
              <a:gd name="connsiteX31726" fmla="*/ 2557908 w 4752801"/>
              <a:gd name="connsiteY31726" fmla="*/ 213741 h 2767298"/>
              <a:gd name="connsiteX31727" fmla="*/ 2553860 w 4752801"/>
              <a:gd name="connsiteY31727" fmla="*/ 206859 h 2767298"/>
              <a:gd name="connsiteX31728" fmla="*/ 2553860 w 4752801"/>
              <a:gd name="connsiteY31728" fmla="*/ 205645 h 2767298"/>
              <a:gd name="connsiteX31729" fmla="*/ 2557908 w 4752801"/>
              <a:gd name="connsiteY31729" fmla="*/ 198763 h 2767298"/>
              <a:gd name="connsiteX31730" fmla="*/ 2559122 w 4752801"/>
              <a:gd name="connsiteY31730" fmla="*/ 198358 h 2767298"/>
              <a:gd name="connsiteX31731" fmla="*/ 2519045 w 4752801"/>
              <a:gd name="connsiteY31731" fmla="*/ 198358 h 2767298"/>
              <a:gd name="connsiteX31732" fmla="*/ 2526737 w 4752801"/>
              <a:gd name="connsiteY31732" fmla="*/ 198358 h 2767298"/>
              <a:gd name="connsiteX31733" fmla="*/ 2527951 w 4752801"/>
              <a:gd name="connsiteY31733" fmla="*/ 199168 h 2767298"/>
              <a:gd name="connsiteX31734" fmla="*/ 2531594 w 4752801"/>
              <a:gd name="connsiteY31734" fmla="*/ 205645 h 2767298"/>
              <a:gd name="connsiteX31735" fmla="*/ 2531594 w 4752801"/>
              <a:gd name="connsiteY31735" fmla="*/ 206859 h 2767298"/>
              <a:gd name="connsiteX31736" fmla="*/ 2527951 w 4752801"/>
              <a:gd name="connsiteY31736" fmla="*/ 213336 h 2767298"/>
              <a:gd name="connsiteX31737" fmla="*/ 2526737 w 4752801"/>
              <a:gd name="connsiteY31737" fmla="*/ 214146 h 2767298"/>
              <a:gd name="connsiteX31738" fmla="*/ 2519045 w 4752801"/>
              <a:gd name="connsiteY31738" fmla="*/ 214146 h 2767298"/>
              <a:gd name="connsiteX31739" fmla="*/ 2517831 w 4752801"/>
              <a:gd name="connsiteY31739" fmla="*/ 213336 h 2767298"/>
              <a:gd name="connsiteX31740" fmla="*/ 2514188 w 4752801"/>
              <a:gd name="connsiteY31740" fmla="*/ 206859 h 2767298"/>
              <a:gd name="connsiteX31741" fmla="*/ 2514188 w 4752801"/>
              <a:gd name="connsiteY31741" fmla="*/ 205645 h 2767298"/>
              <a:gd name="connsiteX31742" fmla="*/ 2517831 w 4752801"/>
              <a:gd name="connsiteY31742" fmla="*/ 199168 h 2767298"/>
              <a:gd name="connsiteX31743" fmla="*/ 2519045 w 4752801"/>
              <a:gd name="connsiteY31743" fmla="*/ 198358 h 2767298"/>
              <a:gd name="connsiteX31744" fmla="*/ 2478969 w 4752801"/>
              <a:gd name="connsiteY31744" fmla="*/ 198358 h 2767298"/>
              <a:gd name="connsiteX31745" fmla="*/ 2486256 w 4752801"/>
              <a:gd name="connsiteY31745" fmla="*/ 198358 h 2767298"/>
              <a:gd name="connsiteX31746" fmla="*/ 2487471 w 4752801"/>
              <a:gd name="connsiteY31746" fmla="*/ 198763 h 2767298"/>
              <a:gd name="connsiteX31747" fmla="*/ 2491114 w 4752801"/>
              <a:gd name="connsiteY31747" fmla="*/ 205240 h 2767298"/>
              <a:gd name="connsiteX31748" fmla="*/ 2491114 w 4752801"/>
              <a:gd name="connsiteY31748" fmla="*/ 206454 h 2767298"/>
              <a:gd name="connsiteX31749" fmla="*/ 2487471 w 4752801"/>
              <a:gd name="connsiteY31749" fmla="*/ 212931 h 2767298"/>
              <a:gd name="connsiteX31750" fmla="*/ 2486256 w 4752801"/>
              <a:gd name="connsiteY31750" fmla="*/ 213336 h 2767298"/>
              <a:gd name="connsiteX31751" fmla="*/ 2478969 w 4752801"/>
              <a:gd name="connsiteY31751" fmla="*/ 213336 h 2767298"/>
              <a:gd name="connsiteX31752" fmla="*/ 2477755 w 4752801"/>
              <a:gd name="connsiteY31752" fmla="*/ 212931 h 2767298"/>
              <a:gd name="connsiteX31753" fmla="*/ 2474112 w 4752801"/>
              <a:gd name="connsiteY31753" fmla="*/ 206454 h 2767298"/>
              <a:gd name="connsiteX31754" fmla="*/ 2474112 w 4752801"/>
              <a:gd name="connsiteY31754" fmla="*/ 205240 h 2767298"/>
              <a:gd name="connsiteX31755" fmla="*/ 2477755 w 4752801"/>
              <a:gd name="connsiteY31755" fmla="*/ 198763 h 2767298"/>
              <a:gd name="connsiteX31756" fmla="*/ 2478969 w 4752801"/>
              <a:gd name="connsiteY31756" fmla="*/ 198358 h 2767298"/>
              <a:gd name="connsiteX31757" fmla="*/ 3004416 w 4752801"/>
              <a:gd name="connsiteY31757" fmla="*/ 197953 h 2767298"/>
              <a:gd name="connsiteX31758" fmla="*/ 3012513 w 4752801"/>
              <a:gd name="connsiteY31758" fmla="*/ 197953 h 2767298"/>
              <a:gd name="connsiteX31759" fmla="*/ 3013727 w 4752801"/>
              <a:gd name="connsiteY31759" fmla="*/ 198763 h 2767298"/>
              <a:gd name="connsiteX31760" fmla="*/ 3017775 w 4752801"/>
              <a:gd name="connsiteY31760" fmla="*/ 205644 h 2767298"/>
              <a:gd name="connsiteX31761" fmla="*/ 3017775 w 4752801"/>
              <a:gd name="connsiteY31761" fmla="*/ 206859 h 2767298"/>
              <a:gd name="connsiteX31762" fmla="*/ 3013727 w 4752801"/>
              <a:gd name="connsiteY31762" fmla="*/ 213741 h 2767298"/>
              <a:gd name="connsiteX31763" fmla="*/ 3012513 w 4752801"/>
              <a:gd name="connsiteY31763" fmla="*/ 214550 h 2767298"/>
              <a:gd name="connsiteX31764" fmla="*/ 3004416 w 4752801"/>
              <a:gd name="connsiteY31764" fmla="*/ 214550 h 2767298"/>
              <a:gd name="connsiteX31765" fmla="*/ 3003202 w 4752801"/>
              <a:gd name="connsiteY31765" fmla="*/ 213741 h 2767298"/>
              <a:gd name="connsiteX31766" fmla="*/ 2999154 w 4752801"/>
              <a:gd name="connsiteY31766" fmla="*/ 206859 h 2767298"/>
              <a:gd name="connsiteX31767" fmla="*/ 2999154 w 4752801"/>
              <a:gd name="connsiteY31767" fmla="*/ 205644 h 2767298"/>
              <a:gd name="connsiteX31768" fmla="*/ 3003202 w 4752801"/>
              <a:gd name="connsiteY31768" fmla="*/ 198763 h 2767298"/>
              <a:gd name="connsiteX31769" fmla="*/ 3004416 w 4752801"/>
              <a:gd name="connsiteY31769" fmla="*/ 197953 h 2767298"/>
              <a:gd name="connsiteX31770" fmla="*/ 2882972 w 4752801"/>
              <a:gd name="connsiteY31770" fmla="*/ 197549 h 2767298"/>
              <a:gd name="connsiteX31771" fmla="*/ 2891473 w 4752801"/>
              <a:gd name="connsiteY31771" fmla="*/ 197549 h 2767298"/>
              <a:gd name="connsiteX31772" fmla="*/ 2892687 w 4752801"/>
              <a:gd name="connsiteY31772" fmla="*/ 198359 h 2767298"/>
              <a:gd name="connsiteX31773" fmla="*/ 2897140 w 4752801"/>
              <a:gd name="connsiteY31773" fmla="*/ 205645 h 2767298"/>
              <a:gd name="connsiteX31774" fmla="*/ 2897140 w 4752801"/>
              <a:gd name="connsiteY31774" fmla="*/ 206860 h 2767298"/>
              <a:gd name="connsiteX31775" fmla="*/ 2892687 w 4752801"/>
              <a:gd name="connsiteY31775" fmla="*/ 214146 h 2767298"/>
              <a:gd name="connsiteX31776" fmla="*/ 2891473 w 4752801"/>
              <a:gd name="connsiteY31776" fmla="*/ 214956 h 2767298"/>
              <a:gd name="connsiteX31777" fmla="*/ 2882972 w 4752801"/>
              <a:gd name="connsiteY31777" fmla="*/ 214956 h 2767298"/>
              <a:gd name="connsiteX31778" fmla="*/ 2881757 w 4752801"/>
              <a:gd name="connsiteY31778" fmla="*/ 214146 h 2767298"/>
              <a:gd name="connsiteX31779" fmla="*/ 2877305 w 4752801"/>
              <a:gd name="connsiteY31779" fmla="*/ 206860 h 2767298"/>
              <a:gd name="connsiteX31780" fmla="*/ 2877305 w 4752801"/>
              <a:gd name="connsiteY31780" fmla="*/ 205645 h 2767298"/>
              <a:gd name="connsiteX31781" fmla="*/ 2881757 w 4752801"/>
              <a:gd name="connsiteY31781" fmla="*/ 198359 h 2767298"/>
              <a:gd name="connsiteX31782" fmla="*/ 2882972 w 4752801"/>
              <a:gd name="connsiteY31782" fmla="*/ 197549 h 2767298"/>
              <a:gd name="connsiteX31783" fmla="*/ 2680566 w 4752801"/>
              <a:gd name="connsiteY31783" fmla="*/ 197549 h 2767298"/>
              <a:gd name="connsiteX31784" fmla="*/ 2689067 w 4752801"/>
              <a:gd name="connsiteY31784" fmla="*/ 197549 h 2767298"/>
              <a:gd name="connsiteX31785" fmla="*/ 2690281 w 4752801"/>
              <a:gd name="connsiteY31785" fmla="*/ 198359 h 2767298"/>
              <a:gd name="connsiteX31786" fmla="*/ 2694734 w 4752801"/>
              <a:gd name="connsiteY31786" fmla="*/ 205645 h 2767298"/>
              <a:gd name="connsiteX31787" fmla="*/ 2694734 w 4752801"/>
              <a:gd name="connsiteY31787" fmla="*/ 206860 h 2767298"/>
              <a:gd name="connsiteX31788" fmla="*/ 2690281 w 4752801"/>
              <a:gd name="connsiteY31788" fmla="*/ 214146 h 2767298"/>
              <a:gd name="connsiteX31789" fmla="*/ 2689067 w 4752801"/>
              <a:gd name="connsiteY31789" fmla="*/ 214956 h 2767298"/>
              <a:gd name="connsiteX31790" fmla="*/ 2680566 w 4752801"/>
              <a:gd name="connsiteY31790" fmla="*/ 214956 h 2767298"/>
              <a:gd name="connsiteX31791" fmla="*/ 2679351 w 4752801"/>
              <a:gd name="connsiteY31791" fmla="*/ 214146 h 2767298"/>
              <a:gd name="connsiteX31792" fmla="*/ 2674899 w 4752801"/>
              <a:gd name="connsiteY31792" fmla="*/ 206860 h 2767298"/>
              <a:gd name="connsiteX31793" fmla="*/ 2674899 w 4752801"/>
              <a:gd name="connsiteY31793" fmla="*/ 205645 h 2767298"/>
              <a:gd name="connsiteX31794" fmla="*/ 2679351 w 4752801"/>
              <a:gd name="connsiteY31794" fmla="*/ 198359 h 2767298"/>
              <a:gd name="connsiteX31795" fmla="*/ 2680566 w 4752801"/>
              <a:gd name="connsiteY31795" fmla="*/ 197549 h 2767298"/>
              <a:gd name="connsiteX31796" fmla="*/ 2923048 w 4752801"/>
              <a:gd name="connsiteY31796" fmla="*/ 197144 h 2767298"/>
              <a:gd name="connsiteX31797" fmla="*/ 2931954 w 4752801"/>
              <a:gd name="connsiteY31797" fmla="*/ 197144 h 2767298"/>
              <a:gd name="connsiteX31798" fmla="*/ 2933168 w 4752801"/>
              <a:gd name="connsiteY31798" fmla="*/ 197549 h 2767298"/>
              <a:gd name="connsiteX31799" fmla="*/ 2937622 w 4752801"/>
              <a:gd name="connsiteY31799" fmla="*/ 205240 h 2767298"/>
              <a:gd name="connsiteX31800" fmla="*/ 2937622 w 4752801"/>
              <a:gd name="connsiteY31800" fmla="*/ 206455 h 2767298"/>
              <a:gd name="connsiteX31801" fmla="*/ 2933168 w 4752801"/>
              <a:gd name="connsiteY31801" fmla="*/ 214146 h 2767298"/>
              <a:gd name="connsiteX31802" fmla="*/ 2931954 w 4752801"/>
              <a:gd name="connsiteY31802" fmla="*/ 214551 h 2767298"/>
              <a:gd name="connsiteX31803" fmla="*/ 2923048 w 4752801"/>
              <a:gd name="connsiteY31803" fmla="*/ 214551 h 2767298"/>
              <a:gd name="connsiteX31804" fmla="*/ 2921834 w 4752801"/>
              <a:gd name="connsiteY31804" fmla="*/ 214146 h 2767298"/>
              <a:gd name="connsiteX31805" fmla="*/ 2917381 w 4752801"/>
              <a:gd name="connsiteY31805" fmla="*/ 206455 h 2767298"/>
              <a:gd name="connsiteX31806" fmla="*/ 2917381 w 4752801"/>
              <a:gd name="connsiteY31806" fmla="*/ 205240 h 2767298"/>
              <a:gd name="connsiteX31807" fmla="*/ 2921834 w 4752801"/>
              <a:gd name="connsiteY31807" fmla="*/ 197549 h 2767298"/>
              <a:gd name="connsiteX31808" fmla="*/ 2923048 w 4752801"/>
              <a:gd name="connsiteY31808" fmla="*/ 197144 h 2767298"/>
              <a:gd name="connsiteX31809" fmla="*/ 2842086 w 4752801"/>
              <a:gd name="connsiteY31809" fmla="*/ 197144 h 2767298"/>
              <a:gd name="connsiteX31810" fmla="*/ 2850992 w 4752801"/>
              <a:gd name="connsiteY31810" fmla="*/ 197144 h 2767298"/>
              <a:gd name="connsiteX31811" fmla="*/ 2852206 w 4752801"/>
              <a:gd name="connsiteY31811" fmla="*/ 197549 h 2767298"/>
              <a:gd name="connsiteX31812" fmla="*/ 2856660 w 4752801"/>
              <a:gd name="connsiteY31812" fmla="*/ 205240 h 2767298"/>
              <a:gd name="connsiteX31813" fmla="*/ 2856660 w 4752801"/>
              <a:gd name="connsiteY31813" fmla="*/ 206455 h 2767298"/>
              <a:gd name="connsiteX31814" fmla="*/ 2852206 w 4752801"/>
              <a:gd name="connsiteY31814" fmla="*/ 214146 h 2767298"/>
              <a:gd name="connsiteX31815" fmla="*/ 2850992 w 4752801"/>
              <a:gd name="connsiteY31815" fmla="*/ 214551 h 2767298"/>
              <a:gd name="connsiteX31816" fmla="*/ 2842086 w 4752801"/>
              <a:gd name="connsiteY31816" fmla="*/ 214551 h 2767298"/>
              <a:gd name="connsiteX31817" fmla="*/ 2840872 w 4752801"/>
              <a:gd name="connsiteY31817" fmla="*/ 214146 h 2767298"/>
              <a:gd name="connsiteX31818" fmla="*/ 2836419 w 4752801"/>
              <a:gd name="connsiteY31818" fmla="*/ 206455 h 2767298"/>
              <a:gd name="connsiteX31819" fmla="*/ 2836419 w 4752801"/>
              <a:gd name="connsiteY31819" fmla="*/ 205240 h 2767298"/>
              <a:gd name="connsiteX31820" fmla="*/ 2840872 w 4752801"/>
              <a:gd name="connsiteY31820" fmla="*/ 197549 h 2767298"/>
              <a:gd name="connsiteX31821" fmla="*/ 2842086 w 4752801"/>
              <a:gd name="connsiteY31821" fmla="*/ 197144 h 2767298"/>
              <a:gd name="connsiteX31822" fmla="*/ 2761123 w 4752801"/>
              <a:gd name="connsiteY31822" fmla="*/ 197144 h 2767298"/>
              <a:gd name="connsiteX31823" fmla="*/ 2770029 w 4752801"/>
              <a:gd name="connsiteY31823" fmla="*/ 197144 h 2767298"/>
              <a:gd name="connsiteX31824" fmla="*/ 2771243 w 4752801"/>
              <a:gd name="connsiteY31824" fmla="*/ 197549 h 2767298"/>
              <a:gd name="connsiteX31825" fmla="*/ 2775697 w 4752801"/>
              <a:gd name="connsiteY31825" fmla="*/ 205240 h 2767298"/>
              <a:gd name="connsiteX31826" fmla="*/ 2775697 w 4752801"/>
              <a:gd name="connsiteY31826" fmla="*/ 206455 h 2767298"/>
              <a:gd name="connsiteX31827" fmla="*/ 2771243 w 4752801"/>
              <a:gd name="connsiteY31827" fmla="*/ 214146 h 2767298"/>
              <a:gd name="connsiteX31828" fmla="*/ 2770029 w 4752801"/>
              <a:gd name="connsiteY31828" fmla="*/ 214551 h 2767298"/>
              <a:gd name="connsiteX31829" fmla="*/ 2761123 w 4752801"/>
              <a:gd name="connsiteY31829" fmla="*/ 214551 h 2767298"/>
              <a:gd name="connsiteX31830" fmla="*/ 2759909 w 4752801"/>
              <a:gd name="connsiteY31830" fmla="*/ 214146 h 2767298"/>
              <a:gd name="connsiteX31831" fmla="*/ 2755456 w 4752801"/>
              <a:gd name="connsiteY31831" fmla="*/ 206455 h 2767298"/>
              <a:gd name="connsiteX31832" fmla="*/ 2755456 w 4752801"/>
              <a:gd name="connsiteY31832" fmla="*/ 205240 h 2767298"/>
              <a:gd name="connsiteX31833" fmla="*/ 2759909 w 4752801"/>
              <a:gd name="connsiteY31833" fmla="*/ 197549 h 2767298"/>
              <a:gd name="connsiteX31834" fmla="*/ 2761123 w 4752801"/>
              <a:gd name="connsiteY31834" fmla="*/ 197144 h 2767298"/>
              <a:gd name="connsiteX31835" fmla="*/ 2721047 w 4752801"/>
              <a:gd name="connsiteY31835" fmla="*/ 197144 h 2767298"/>
              <a:gd name="connsiteX31836" fmla="*/ 2729953 w 4752801"/>
              <a:gd name="connsiteY31836" fmla="*/ 197144 h 2767298"/>
              <a:gd name="connsiteX31837" fmla="*/ 2731167 w 4752801"/>
              <a:gd name="connsiteY31837" fmla="*/ 197549 h 2767298"/>
              <a:gd name="connsiteX31838" fmla="*/ 2735620 w 4752801"/>
              <a:gd name="connsiteY31838" fmla="*/ 205240 h 2767298"/>
              <a:gd name="connsiteX31839" fmla="*/ 2735620 w 4752801"/>
              <a:gd name="connsiteY31839" fmla="*/ 206455 h 2767298"/>
              <a:gd name="connsiteX31840" fmla="*/ 2731167 w 4752801"/>
              <a:gd name="connsiteY31840" fmla="*/ 214146 h 2767298"/>
              <a:gd name="connsiteX31841" fmla="*/ 2729953 w 4752801"/>
              <a:gd name="connsiteY31841" fmla="*/ 214551 h 2767298"/>
              <a:gd name="connsiteX31842" fmla="*/ 2721047 w 4752801"/>
              <a:gd name="connsiteY31842" fmla="*/ 214551 h 2767298"/>
              <a:gd name="connsiteX31843" fmla="*/ 2719832 w 4752801"/>
              <a:gd name="connsiteY31843" fmla="*/ 214146 h 2767298"/>
              <a:gd name="connsiteX31844" fmla="*/ 2715380 w 4752801"/>
              <a:gd name="connsiteY31844" fmla="*/ 206455 h 2767298"/>
              <a:gd name="connsiteX31845" fmla="*/ 2715380 w 4752801"/>
              <a:gd name="connsiteY31845" fmla="*/ 205240 h 2767298"/>
              <a:gd name="connsiteX31846" fmla="*/ 2719832 w 4752801"/>
              <a:gd name="connsiteY31846" fmla="*/ 197549 h 2767298"/>
              <a:gd name="connsiteX31847" fmla="*/ 2721047 w 4752801"/>
              <a:gd name="connsiteY31847" fmla="*/ 197144 h 2767298"/>
              <a:gd name="connsiteX31848" fmla="*/ 2640085 w 4752801"/>
              <a:gd name="connsiteY31848" fmla="*/ 197144 h 2767298"/>
              <a:gd name="connsiteX31849" fmla="*/ 2648991 w 4752801"/>
              <a:gd name="connsiteY31849" fmla="*/ 197144 h 2767298"/>
              <a:gd name="connsiteX31850" fmla="*/ 2650205 w 4752801"/>
              <a:gd name="connsiteY31850" fmla="*/ 197549 h 2767298"/>
              <a:gd name="connsiteX31851" fmla="*/ 2654658 w 4752801"/>
              <a:gd name="connsiteY31851" fmla="*/ 205240 h 2767298"/>
              <a:gd name="connsiteX31852" fmla="*/ 2654658 w 4752801"/>
              <a:gd name="connsiteY31852" fmla="*/ 206455 h 2767298"/>
              <a:gd name="connsiteX31853" fmla="*/ 2650205 w 4752801"/>
              <a:gd name="connsiteY31853" fmla="*/ 214146 h 2767298"/>
              <a:gd name="connsiteX31854" fmla="*/ 2648991 w 4752801"/>
              <a:gd name="connsiteY31854" fmla="*/ 214551 h 2767298"/>
              <a:gd name="connsiteX31855" fmla="*/ 2640085 w 4752801"/>
              <a:gd name="connsiteY31855" fmla="*/ 214551 h 2767298"/>
              <a:gd name="connsiteX31856" fmla="*/ 2638871 w 4752801"/>
              <a:gd name="connsiteY31856" fmla="*/ 214146 h 2767298"/>
              <a:gd name="connsiteX31857" fmla="*/ 2634418 w 4752801"/>
              <a:gd name="connsiteY31857" fmla="*/ 206455 h 2767298"/>
              <a:gd name="connsiteX31858" fmla="*/ 2634418 w 4752801"/>
              <a:gd name="connsiteY31858" fmla="*/ 205240 h 2767298"/>
              <a:gd name="connsiteX31859" fmla="*/ 2638871 w 4752801"/>
              <a:gd name="connsiteY31859" fmla="*/ 197549 h 2767298"/>
              <a:gd name="connsiteX31860" fmla="*/ 2640085 w 4752801"/>
              <a:gd name="connsiteY31860" fmla="*/ 197144 h 2767298"/>
              <a:gd name="connsiteX31861" fmla="*/ 2599603 w 4752801"/>
              <a:gd name="connsiteY31861" fmla="*/ 197144 h 2767298"/>
              <a:gd name="connsiteX31862" fmla="*/ 2608104 w 4752801"/>
              <a:gd name="connsiteY31862" fmla="*/ 197144 h 2767298"/>
              <a:gd name="connsiteX31863" fmla="*/ 2609319 w 4752801"/>
              <a:gd name="connsiteY31863" fmla="*/ 197954 h 2767298"/>
              <a:gd name="connsiteX31864" fmla="*/ 2613367 w 4752801"/>
              <a:gd name="connsiteY31864" fmla="*/ 205240 h 2767298"/>
              <a:gd name="connsiteX31865" fmla="*/ 2613367 w 4752801"/>
              <a:gd name="connsiteY31865" fmla="*/ 206455 h 2767298"/>
              <a:gd name="connsiteX31866" fmla="*/ 2609319 w 4752801"/>
              <a:gd name="connsiteY31866" fmla="*/ 213741 h 2767298"/>
              <a:gd name="connsiteX31867" fmla="*/ 2608104 w 4752801"/>
              <a:gd name="connsiteY31867" fmla="*/ 214551 h 2767298"/>
              <a:gd name="connsiteX31868" fmla="*/ 2599603 w 4752801"/>
              <a:gd name="connsiteY31868" fmla="*/ 214551 h 2767298"/>
              <a:gd name="connsiteX31869" fmla="*/ 2598389 w 4752801"/>
              <a:gd name="connsiteY31869" fmla="*/ 213741 h 2767298"/>
              <a:gd name="connsiteX31870" fmla="*/ 2594341 w 4752801"/>
              <a:gd name="connsiteY31870" fmla="*/ 206455 h 2767298"/>
              <a:gd name="connsiteX31871" fmla="*/ 2594341 w 4752801"/>
              <a:gd name="connsiteY31871" fmla="*/ 205240 h 2767298"/>
              <a:gd name="connsiteX31872" fmla="*/ 2598389 w 4752801"/>
              <a:gd name="connsiteY31872" fmla="*/ 197954 h 2767298"/>
              <a:gd name="connsiteX31873" fmla="*/ 2599603 w 4752801"/>
              <a:gd name="connsiteY31873" fmla="*/ 197144 h 2767298"/>
              <a:gd name="connsiteX31874" fmla="*/ 2963125 w 4752801"/>
              <a:gd name="connsiteY31874" fmla="*/ 196334 h 2767298"/>
              <a:gd name="connsiteX31875" fmla="*/ 2972840 w 4752801"/>
              <a:gd name="connsiteY31875" fmla="*/ 196334 h 2767298"/>
              <a:gd name="connsiteX31876" fmla="*/ 2974055 w 4752801"/>
              <a:gd name="connsiteY31876" fmla="*/ 196739 h 2767298"/>
              <a:gd name="connsiteX31877" fmla="*/ 2978913 w 4752801"/>
              <a:gd name="connsiteY31877" fmla="*/ 205240 h 2767298"/>
              <a:gd name="connsiteX31878" fmla="*/ 2978913 w 4752801"/>
              <a:gd name="connsiteY31878" fmla="*/ 206454 h 2767298"/>
              <a:gd name="connsiteX31879" fmla="*/ 2974055 w 4752801"/>
              <a:gd name="connsiteY31879" fmla="*/ 214955 h 2767298"/>
              <a:gd name="connsiteX31880" fmla="*/ 2972840 w 4752801"/>
              <a:gd name="connsiteY31880" fmla="*/ 215360 h 2767298"/>
              <a:gd name="connsiteX31881" fmla="*/ 2963125 w 4752801"/>
              <a:gd name="connsiteY31881" fmla="*/ 215360 h 2767298"/>
              <a:gd name="connsiteX31882" fmla="*/ 2961911 w 4752801"/>
              <a:gd name="connsiteY31882" fmla="*/ 214955 h 2767298"/>
              <a:gd name="connsiteX31883" fmla="*/ 2957053 w 4752801"/>
              <a:gd name="connsiteY31883" fmla="*/ 206454 h 2767298"/>
              <a:gd name="connsiteX31884" fmla="*/ 2957053 w 4752801"/>
              <a:gd name="connsiteY31884" fmla="*/ 205240 h 2767298"/>
              <a:gd name="connsiteX31885" fmla="*/ 2961911 w 4752801"/>
              <a:gd name="connsiteY31885" fmla="*/ 196739 h 2767298"/>
              <a:gd name="connsiteX31886" fmla="*/ 2963125 w 4752801"/>
              <a:gd name="connsiteY31886" fmla="*/ 196334 h 2767298"/>
              <a:gd name="connsiteX31887" fmla="*/ 2801605 w 4752801"/>
              <a:gd name="connsiteY31887" fmla="*/ 196334 h 2767298"/>
              <a:gd name="connsiteX31888" fmla="*/ 2810916 w 4752801"/>
              <a:gd name="connsiteY31888" fmla="*/ 196334 h 2767298"/>
              <a:gd name="connsiteX31889" fmla="*/ 2812130 w 4752801"/>
              <a:gd name="connsiteY31889" fmla="*/ 197144 h 2767298"/>
              <a:gd name="connsiteX31890" fmla="*/ 2816583 w 4752801"/>
              <a:gd name="connsiteY31890" fmla="*/ 205240 h 2767298"/>
              <a:gd name="connsiteX31891" fmla="*/ 2816583 w 4752801"/>
              <a:gd name="connsiteY31891" fmla="*/ 206454 h 2767298"/>
              <a:gd name="connsiteX31892" fmla="*/ 2812130 w 4752801"/>
              <a:gd name="connsiteY31892" fmla="*/ 214551 h 2767298"/>
              <a:gd name="connsiteX31893" fmla="*/ 2810916 w 4752801"/>
              <a:gd name="connsiteY31893" fmla="*/ 215360 h 2767298"/>
              <a:gd name="connsiteX31894" fmla="*/ 2801605 w 4752801"/>
              <a:gd name="connsiteY31894" fmla="*/ 215360 h 2767298"/>
              <a:gd name="connsiteX31895" fmla="*/ 2800391 w 4752801"/>
              <a:gd name="connsiteY31895" fmla="*/ 214551 h 2767298"/>
              <a:gd name="connsiteX31896" fmla="*/ 2795938 w 4752801"/>
              <a:gd name="connsiteY31896" fmla="*/ 206454 h 2767298"/>
              <a:gd name="connsiteX31897" fmla="*/ 2795938 w 4752801"/>
              <a:gd name="connsiteY31897" fmla="*/ 205240 h 2767298"/>
              <a:gd name="connsiteX31898" fmla="*/ 2800391 w 4752801"/>
              <a:gd name="connsiteY31898" fmla="*/ 197144 h 2767298"/>
              <a:gd name="connsiteX31899" fmla="*/ 2801605 w 4752801"/>
              <a:gd name="connsiteY31899" fmla="*/ 196334 h 2767298"/>
              <a:gd name="connsiteX31900" fmla="*/ 3533910 w 4752801"/>
              <a:gd name="connsiteY31900" fmla="*/ 163139 h 2767298"/>
              <a:gd name="connsiteX31901" fmla="*/ 3536339 w 4752801"/>
              <a:gd name="connsiteY31901" fmla="*/ 163139 h 2767298"/>
              <a:gd name="connsiteX31902" fmla="*/ 3537554 w 4752801"/>
              <a:gd name="connsiteY31902" fmla="*/ 165568 h 2767298"/>
              <a:gd name="connsiteX31903" fmla="*/ 3536339 w 4752801"/>
              <a:gd name="connsiteY31903" fmla="*/ 167997 h 2767298"/>
              <a:gd name="connsiteX31904" fmla="*/ 3533910 w 4752801"/>
              <a:gd name="connsiteY31904" fmla="*/ 167997 h 2767298"/>
              <a:gd name="connsiteX31905" fmla="*/ 3532696 w 4752801"/>
              <a:gd name="connsiteY31905" fmla="*/ 165568 h 2767298"/>
              <a:gd name="connsiteX31906" fmla="*/ 3493025 w 4752801"/>
              <a:gd name="connsiteY31906" fmla="*/ 163139 h 2767298"/>
              <a:gd name="connsiteX31907" fmla="*/ 3495858 w 4752801"/>
              <a:gd name="connsiteY31907" fmla="*/ 163139 h 2767298"/>
              <a:gd name="connsiteX31908" fmla="*/ 3497073 w 4752801"/>
              <a:gd name="connsiteY31908" fmla="*/ 165568 h 2767298"/>
              <a:gd name="connsiteX31909" fmla="*/ 3495858 w 4752801"/>
              <a:gd name="connsiteY31909" fmla="*/ 167997 h 2767298"/>
              <a:gd name="connsiteX31910" fmla="*/ 3493025 w 4752801"/>
              <a:gd name="connsiteY31910" fmla="*/ 167997 h 2767298"/>
              <a:gd name="connsiteX31911" fmla="*/ 3491810 w 4752801"/>
              <a:gd name="connsiteY31911" fmla="*/ 165568 h 2767298"/>
              <a:gd name="connsiteX31912" fmla="*/ 3695026 w 4752801"/>
              <a:gd name="connsiteY31912" fmla="*/ 162735 h 2767298"/>
              <a:gd name="connsiteX31913" fmla="*/ 3698670 w 4752801"/>
              <a:gd name="connsiteY31913" fmla="*/ 162735 h 2767298"/>
              <a:gd name="connsiteX31914" fmla="*/ 3700289 w 4752801"/>
              <a:gd name="connsiteY31914" fmla="*/ 165569 h 2767298"/>
              <a:gd name="connsiteX31915" fmla="*/ 3698670 w 4752801"/>
              <a:gd name="connsiteY31915" fmla="*/ 168402 h 2767298"/>
              <a:gd name="connsiteX31916" fmla="*/ 3695026 w 4752801"/>
              <a:gd name="connsiteY31916" fmla="*/ 168402 h 2767298"/>
              <a:gd name="connsiteX31917" fmla="*/ 3693407 w 4752801"/>
              <a:gd name="connsiteY31917" fmla="*/ 165569 h 2767298"/>
              <a:gd name="connsiteX31918" fmla="*/ 3614468 w 4752801"/>
              <a:gd name="connsiteY31918" fmla="*/ 162735 h 2767298"/>
              <a:gd name="connsiteX31919" fmla="*/ 3617707 w 4752801"/>
              <a:gd name="connsiteY31919" fmla="*/ 162735 h 2767298"/>
              <a:gd name="connsiteX31920" fmla="*/ 3619326 w 4752801"/>
              <a:gd name="connsiteY31920" fmla="*/ 165569 h 2767298"/>
              <a:gd name="connsiteX31921" fmla="*/ 3617707 w 4752801"/>
              <a:gd name="connsiteY31921" fmla="*/ 168402 h 2767298"/>
              <a:gd name="connsiteX31922" fmla="*/ 3614468 w 4752801"/>
              <a:gd name="connsiteY31922" fmla="*/ 168402 h 2767298"/>
              <a:gd name="connsiteX31923" fmla="*/ 3612849 w 4752801"/>
              <a:gd name="connsiteY31923" fmla="*/ 165569 h 2767298"/>
              <a:gd name="connsiteX31924" fmla="*/ 3573987 w 4752801"/>
              <a:gd name="connsiteY31924" fmla="*/ 162735 h 2767298"/>
              <a:gd name="connsiteX31925" fmla="*/ 3577226 w 4752801"/>
              <a:gd name="connsiteY31925" fmla="*/ 162735 h 2767298"/>
              <a:gd name="connsiteX31926" fmla="*/ 3578845 w 4752801"/>
              <a:gd name="connsiteY31926" fmla="*/ 165569 h 2767298"/>
              <a:gd name="connsiteX31927" fmla="*/ 3577226 w 4752801"/>
              <a:gd name="connsiteY31927" fmla="*/ 168402 h 2767298"/>
              <a:gd name="connsiteX31928" fmla="*/ 3573987 w 4752801"/>
              <a:gd name="connsiteY31928" fmla="*/ 168402 h 2767298"/>
              <a:gd name="connsiteX31929" fmla="*/ 3572368 w 4752801"/>
              <a:gd name="connsiteY31929" fmla="*/ 165569 h 2767298"/>
              <a:gd name="connsiteX31930" fmla="*/ 3452543 w 4752801"/>
              <a:gd name="connsiteY31930" fmla="*/ 162735 h 2767298"/>
              <a:gd name="connsiteX31931" fmla="*/ 3455782 w 4752801"/>
              <a:gd name="connsiteY31931" fmla="*/ 162735 h 2767298"/>
              <a:gd name="connsiteX31932" fmla="*/ 3457401 w 4752801"/>
              <a:gd name="connsiteY31932" fmla="*/ 165569 h 2767298"/>
              <a:gd name="connsiteX31933" fmla="*/ 3455782 w 4752801"/>
              <a:gd name="connsiteY31933" fmla="*/ 168402 h 2767298"/>
              <a:gd name="connsiteX31934" fmla="*/ 3452543 w 4752801"/>
              <a:gd name="connsiteY31934" fmla="*/ 168402 h 2767298"/>
              <a:gd name="connsiteX31935" fmla="*/ 3450924 w 4752801"/>
              <a:gd name="connsiteY31935" fmla="*/ 165569 h 2767298"/>
              <a:gd name="connsiteX31936" fmla="*/ 3654949 w 4752801"/>
              <a:gd name="connsiteY31936" fmla="*/ 162330 h 2767298"/>
              <a:gd name="connsiteX31937" fmla="*/ 3658592 w 4752801"/>
              <a:gd name="connsiteY31937" fmla="*/ 162330 h 2767298"/>
              <a:gd name="connsiteX31938" fmla="*/ 3660617 w 4752801"/>
              <a:gd name="connsiteY31938" fmla="*/ 165569 h 2767298"/>
              <a:gd name="connsiteX31939" fmla="*/ 3658592 w 4752801"/>
              <a:gd name="connsiteY31939" fmla="*/ 168807 h 2767298"/>
              <a:gd name="connsiteX31940" fmla="*/ 3654949 w 4752801"/>
              <a:gd name="connsiteY31940" fmla="*/ 168807 h 2767298"/>
              <a:gd name="connsiteX31941" fmla="*/ 3652925 w 4752801"/>
              <a:gd name="connsiteY31941" fmla="*/ 165569 h 2767298"/>
              <a:gd name="connsiteX31942" fmla="*/ 3412062 w 4752801"/>
              <a:gd name="connsiteY31942" fmla="*/ 162330 h 2767298"/>
              <a:gd name="connsiteX31943" fmla="*/ 3415705 w 4752801"/>
              <a:gd name="connsiteY31943" fmla="*/ 162330 h 2767298"/>
              <a:gd name="connsiteX31944" fmla="*/ 3417730 w 4752801"/>
              <a:gd name="connsiteY31944" fmla="*/ 165569 h 2767298"/>
              <a:gd name="connsiteX31945" fmla="*/ 3415705 w 4752801"/>
              <a:gd name="connsiteY31945" fmla="*/ 168807 h 2767298"/>
              <a:gd name="connsiteX31946" fmla="*/ 3412062 w 4752801"/>
              <a:gd name="connsiteY31946" fmla="*/ 168807 h 2767298"/>
              <a:gd name="connsiteX31947" fmla="*/ 3410038 w 4752801"/>
              <a:gd name="connsiteY31947" fmla="*/ 165569 h 2767298"/>
              <a:gd name="connsiteX31948" fmla="*/ 3330695 w 4752801"/>
              <a:gd name="connsiteY31948" fmla="*/ 162330 h 2767298"/>
              <a:gd name="connsiteX31949" fmla="*/ 3334743 w 4752801"/>
              <a:gd name="connsiteY31949" fmla="*/ 162330 h 2767298"/>
              <a:gd name="connsiteX31950" fmla="*/ 3336767 w 4752801"/>
              <a:gd name="connsiteY31950" fmla="*/ 165569 h 2767298"/>
              <a:gd name="connsiteX31951" fmla="*/ 3334743 w 4752801"/>
              <a:gd name="connsiteY31951" fmla="*/ 168807 h 2767298"/>
              <a:gd name="connsiteX31952" fmla="*/ 3330695 w 4752801"/>
              <a:gd name="connsiteY31952" fmla="*/ 168807 h 2767298"/>
              <a:gd name="connsiteX31953" fmla="*/ 3328671 w 4752801"/>
              <a:gd name="connsiteY31953" fmla="*/ 165569 h 2767298"/>
              <a:gd name="connsiteX31954" fmla="*/ 3370771 w 4752801"/>
              <a:gd name="connsiteY31954" fmla="*/ 161925 h 2767298"/>
              <a:gd name="connsiteX31955" fmla="*/ 3375224 w 4752801"/>
              <a:gd name="connsiteY31955" fmla="*/ 161925 h 2767298"/>
              <a:gd name="connsiteX31956" fmla="*/ 3377248 w 4752801"/>
              <a:gd name="connsiteY31956" fmla="*/ 165568 h 2767298"/>
              <a:gd name="connsiteX31957" fmla="*/ 3375224 w 4752801"/>
              <a:gd name="connsiteY31957" fmla="*/ 169212 h 2767298"/>
              <a:gd name="connsiteX31958" fmla="*/ 3370771 w 4752801"/>
              <a:gd name="connsiteY31958" fmla="*/ 169212 h 2767298"/>
              <a:gd name="connsiteX31959" fmla="*/ 3368747 w 4752801"/>
              <a:gd name="connsiteY31959" fmla="*/ 165568 h 2767298"/>
              <a:gd name="connsiteX31960" fmla="*/ 3290618 w 4752801"/>
              <a:gd name="connsiteY31960" fmla="*/ 161925 h 2767298"/>
              <a:gd name="connsiteX31961" fmla="*/ 3293857 w 4752801"/>
              <a:gd name="connsiteY31961" fmla="*/ 161925 h 2767298"/>
              <a:gd name="connsiteX31962" fmla="*/ 3295071 w 4752801"/>
              <a:gd name="connsiteY31962" fmla="*/ 162330 h 2767298"/>
              <a:gd name="connsiteX31963" fmla="*/ 3296691 w 4752801"/>
              <a:gd name="connsiteY31963" fmla="*/ 165164 h 2767298"/>
              <a:gd name="connsiteX31964" fmla="*/ 3296691 w 4752801"/>
              <a:gd name="connsiteY31964" fmla="*/ 166378 h 2767298"/>
              <a:gd name="connsiteX31965" fmla="*/ 3295071 w 4752801"/>
              <a:gd name="connsiteY31965" fmla="*/ 169212 h 2767298"/>
              <a:gd name="connsiteX31966" fmla="*/ 3293857 w 4752801"/>
              <a:gd name="connsiteY31966" fmla="*/ 169616 h 2767298"/>
              <a:gd name="connsiteX31967" fmla="*/ 3290618 w 4752801"/>
              <a:gd name="connsiteY31967" fmla="*/ 169616 h 2767298"/>
              <a:gd name="connsiteX31968" fmla="*/ 3289404 w 4752801"/>
              <a:gd name="connsiteY31968" fmla="*/ 169212 h 2767298"/>
              <a:gd name="connsiteX31969" fmla="*/ 3287785 w 4752801"/>
              <a:gd name="connsiteY31969" fmla="*/ 166378 h 2767298"/>
              <a:gd name="connsiteX31970" fmla="*/ 3287785 w 4752801"/>
              <a:gd name="connsiteY31970" fmla="*/ 165164 h 2767298"/>
              <a:gd name="connsiteX31971" fmla="*/ 3289404 w 4752801"/>
              <a:gd name="connsiteY31971" fmla="*/ 162330 h 2767298"/>
              <a:gd name="connsiteX31972" fmla="*/ 3290618 w 4752801"/>
              <a:gd name="connsiteY31972" fmla="*/ 161925 h 2767298"/>
              <a:gd name="connsiteX31973" fmla="*/ 3249328 w 4752801"/>
              <a:gd name="connsiteY31973" fmla="*/ 161925 h 2767298"/>
              <a:gd name="connsiteX31974" fmla="*/ 3253781 w 4752801"/>
              <a:gd name="connsiteY31974" fmla="*/ 161925 h 2767298"/>
              <a:gd name="connsiteX31975" fmla="*/ 3255805 w 4752801"/>
              <a:gd name="connsiteY31975" fmla="*/ 165568 h 2767298"/>
              <a:gd name="connsiteX31976" fmla="*/ 3253781 w 4752801"/>
              <a:gd name="connsiteY31976" fmla="*/ 169212 h 2767298"/>
              <a:gd name="connsiteX31977" fmla="*/ 3249328 w 4752801"/>
              <a:gd name="connsiteY31977" fmla="*/ 169212 h 2767298"/>
              <a:gd name="connsiteX31978" fmla="*/ 3247304 w 4752801"/>
              <a:gd name="connsiteY31978" fmla="*/ 165568 h 2767298"/>
              <a:gd name="connsiteX31979" fmla="*/ 3127884 w 4752801"/>
              <a:gd name="connsiteY31979" fmla="*/ 161520 h 2767298"/>
              <a:gd name="connsiteX31980" fmla="*/ 3131932 w 4752801"/>
              <a:gd name="connsiteY31980" fmla="*/ 161520 h 2767298"/>
              <a:gd name="connsiteX31981" fmla="*/ 3133146 w 4752801"/>
              <a:gd name="connsiteY31981" fmla="*/ 161925 h 2767298"/>
              <a:gd name="connsiteX31982" fmla="*/ 3135171 w 4752801"/>
              <a:gd name="connsiteY31982" fmla="*/ 165163 h 2767298"/>
              <a:gd name="connsiteX31983" fmla="*/ 3135171 w 4752801"/>
              <a:gd name="connsiteY31983" fmla="*/ 166378 h 2767298"/>
              <a:gd name="connsiteX31984" fmla="*/ 3133146 w 4752801"/>
              <a:gd name="connsiteY31984" fmla="*/ 169616 h 2767298"/>
              <a:gd name="connsiteX31985" fmla="*/ 3131932 w 4752801"/>
              <a:gd name="connsiteY31985" fmla="*/ 170021 h 2767298"/>
              <a:gd name="connsiteX31986" fmla="*/ 3127884 w 4752801"/>
              <a:gd name="connsiteY31986" fmla="*/ 170021 h 2767298"/>
              <a:gd name="connsiteX31987" fmla="*/ 3126670 w 4752801"/>
              <a:gd name="connsiteY31987" fmla="*/ 169616 h 2767298"/>
              <a:gd name="connsiteX31988" fmla="*/ 3124646 w 4752801"/>
              <a:gd name="connsiteY31988" fmla="*/ 166378 h 2767298"/>
              <a:gd name="connsiteX31989" fmla="*/ 3124646 w 4752801"/>
              <a:gd name="connsiteY31989" fmla="*/ 165163 h 2767298"/>
              <a:gd name="connsiteX31990" fmla="*/ 3126670 w 4752801"/>
              <a:gd name="connsiteY31990" fmla="*/ 161925 h 2767298"/>
              <a:gd name="connsiteX31991" fmla="*/ 3127884 w 4752801"/>
              <a:gd name="connsiteY31991" fmla="*/ 161520 h 2767298"/>
              <a:gd name="connsiteX31992" fmla="*/ 3168770 w 4752801"/>
              <a:gd name="connsiteY31992" fmla="*/ 161115 h 2767298"/>
              <a:gd name="connsiteX31993" fmla="*/ 3172414 w 4752801"/>
              <a:gd name="connsiteY31993" fmla="*/ 161115 h 2767298"/>
              <a:gd name="connsiteX31994" fmla="*/ 3173628 w 4752801"/>
              <a:gd name="connsiteY31994" fmla="*/ 161520 h 2767298"/>
              <a:gd name="connsiteX31995" fmla="*/ 3175652 w 4752801"/>
              <a:gd name="connsiteY31995" fmla="*/ 164758 h 2767298"/>
              <a:gd name="connsiteX31996" fmla="*/ 3175652 w 4752801"/>
              <a:gd name="connsiteY31996" fmla="*/ 165973 h 2767298"/>
              <a:gd name="connsiteX31997" fmla="*/ 3173628 w 4752801"/>
              <a:gd name="connsiteY31997" fmla="*/ 169211 h 2767298"/>
              <a:gd name="connsiteX31998" fmla="*/ 3172414 w 4752801"/>
              <a:gd name="connsiteY31998" fmla="*/ 170021 h 2767298"/>
              <a:gd name="connsiteX31999" fmla="*/ 3168770 w 4752801"/>
              <a:gd name="connsiteY31999" fmla="*/ 170021 h 2767298"/>
              <a:gd name="connsiteX32000" fmla="*/ 3167556 w 4752801"/>
              <a:gd name="connsiteY32000" fmla="*/ 169211 h 2767298"/>
              <a:gd name="connsiteX32001" fmla="*/ 3165532 w 4752801"/>
              <a:gd name="connsiteY32001" fmla="*/ 165973 h 2767298"/>
              <a:gd name="connsiteX32002" fmla="*/ 3165532 w 4752801"/>
              <a:gd name="connsiteY32002" fmla="*/ 164758 h 2767298"/>
              <a:gd name="connsiteX32003" fmla="*/ 3167556 w 4752801"/>
              <a:gd name="connsiteY32003" fmla="*/ 161520 h 2767298"/>
              <a:gd name="connsiteX32004" fmla="*/ 3168770 w 4752801"/>
              <a:gd name="connsiteY32004" fmla="*/ 161115 h 2767298"/>
              <a:gd name="connsiteX32005" fmla="*/ 3087807 w 4752801"/>
              <a:gd name="connsiteY32005" fmla="*/ 161115 h 2767298"/>
              <a:gd name="connsiteX32006" fmla="*/ 3091855 w 4752801"/>
              <a:gd name="connsiteY32006" fmla="*/ 161115 h 2767298"/>
              <a:gd name="connsiteX32007" fmla="*/ 3093069 w 4752801"/>
              <a:gd name="connsiteY32007" fmla="*/ 161520 h 2767298"/>
              <a:gd name="connsiteX32008" fmla="*/ 3095094 w 4752801"/>
              <a:gd name="connsiteY32008" fmla="*/ 165163 h 2767298"/>
              <a:gd name="connsiteX32009" fmla="*/ 3095094 w 4752801"/>
              <a:gd name="connsiteY32009" fmla="*/ 166378 h 2767298"/>
              <a:gd name="connsiteX32010" fmla="*/ 3093069 w 4752801"/>
              <a:gd name="connsiteY32010" fmla="*/ 170021 h 2767298"/>
              <a:gd name="connsiteX32011" fmla="*/ 3091855 w 4752801"/>
              <a:gd name="connsiteY32011" fmla="*/ 170426 h 2767298"/>
              <a:gd name="connsiteX32012" fmla="*/ 3087807 w 4752801"/>
              <a:gd name="connsiteY32012" fmla="*/ 170426 h 2767298"/>
              <a:gd name="connsiteX32013" fmla="*/ 3086593 w 4752801"/>
              <a:gd name="connsiteY32013" fmla="*/ 170021 h 2767298"/>
              <a:gd name="connsiteX32014" fmla="*/ 3084569 w 4752801"/>
              <a:gd name="connsiteY32014" fmla="*/ 166378 h 2767298"/>
              <a:gd name="connsiteX32015" fmla="*/ 3084569 w 4752801"/>
              <a:gd name="connsiteY32015" fmla="*/ 165163 h 2767298"/>
              <a:gd name="connsiteX32016" fmla="*/ 3086593 w 4752801"/>
              <a:gd name="connsiteY32016" fmla="*/ 161520 h 2767298"/>
              <a:gd name="connsiteX32017" fmla="*/ 3087807 w 4752801"/>
              <a:gd name="connsiteY32017" fmla="*/ 161115 h 2767298"/>
              <a:gd name="connsiteX32018" fmla="*/ 3209252 w 4752801"/>
              <a:gd name="connsiteY32018" fmla="*/ 160711 h 2767298"/>
              <a:gd name="connsiteX32019" fmla="*/ 3212895 w 4752801"/>
              <a:gd name="connsiteY32019" fmla="*/ 160711 h 2767298"/>
              <a:gd name="connsiteX32020" fmla="*/ 3214109 w 4752801"/>
              <a:gd name="connsiteY32020" fmla="*/ 161521 h 2767298"/>
              <a:gd name="connsiteX32021" fmla="*/ 3215728 w 4752801"/>
              <a:gd name="connsiteY32021" fmla="*/ 164759 h 2767298"/>
              <a:gd name="connsiteX32022" fmla="*/ 3215728 w 4752801"/>
              <a:gd name="connsiteY32022" fmla="*/ 165974 h 2767298"/>
              <a:gd name="connsiteX32023" fmla="*/ 3214109 w 4752801"/>
              <a:gd name="connsiteY32023" fmla="*/ 169212 h 2767298"/>
              <a:gd name="connsiteX32024" fmla="*/ 3212895 w 4752801"/>
              <a:gd name="connsiteY32024" fmla="*/ 169212 h 2767298"/>
              <a:gd name="connsiteX32025" fmla="*/ 3209252 w 4752801"/>
              <a:gd name="connsiteY32025" fmla="*/ 169212 h 2767298"/>
              <a:gd name="connsiteX32026" fmla="*/ 3208037 w 4752801"/>
              <a:gd name="connsiteY32026" fmla="*/ 168807 h 2767298"/>
              <a:gd name="connsiteX32027" fmla="*/ 3206418 w 4752801"/>
              <a:gd name="connsiteY32027" fmla="*/ 165569 h 2767298"/>
              <a:gd name="connsiteX32028" fmla="*/ 3206418 w 4752801"/>
              <a:gd name="connsiteY32028" fmla="*/ 164354 h 2767298"/>
              <a:gd name="connsiteX32029" fmla="*/ 3208037 w 4752801"/>
              <a:gd name="connsiteY32029" fmla="*/ 161116 h 2767298"/>
              <a:gd name="connsiteX32030" fmla="*/ 3209252 w 4752801"/>
              <a:gd name="connsiteY32030" fmla="*/ 160711 h 2767298"/>
              <a:gd name="connsiteX32031" fmla="*/ 3046516 w 4752801"/>
              <a:gd name="connsiteY32031" fmla="*/ 159901 h 2767298"/>
              <a:gd name="connsiteX32032" fmla="*/ 3051779 w 4752801"/>
              <a:gd name="connsiteY32032" fmla="*/ 159901 h 2767298"/>
              <a:gd name="connsiteX32033" fmla="*/ 3052993 w 4752801"/>
              <a:gd name="connsiteY32033" fmla="*/ 160711 h 2767298"/>
              <a:gd name="connsiteX32034" fmla="*/ 3055422 w 4752801"/>
              <a:gd name="connsiteY32034" fmla="*/ 165164 h 2767298"/>
              <a:gd name="connsiteX32035" fmla="*/ 3055422 w 4752801"/>
              <a:gd name="connsiteY32035" fmla="*/ 166378 h 2767298"/>
              <a:gd name="connsiteX32036" fmla="*/ 3052993 w 4752801"/>
              <a:gd name="connsiteY32036" fmla="*/ 170831 h 2767298"/>
              <a:gd name="connsiteX32037" fmla="*/ 3051779 w 4752801"/>
              <a:gd name="connsiteY32037" fmla="*/ 171236 h 2767298"/>
              <a:gd name="connsiteX32038" fmla="*/ 3046516 w 4752801"/>
              <a:gd name="connsiteY32038" fmla="*/ 171236 h 2767298"/>
              <a:gd name="connsiteX32039" fmla="*/ 3045302 w 4752801"/>
              <a:gd name="connsiteY32039" fmla="*/ 170831 h 2767298"/>
              <a:gd name="connsiteX32040" fmla="*/ 3042873 w 4752801"/>
              <a:gd name="connsiteY32040" fmla="*/ 166378 h 2767298"/>
              <a:gd name="connsiteX32041" fmla="*/ 3042873 w 4752801"/>
              <a:gd name="connsiteY32041" fmla="*/ 165164 h 2767298"/>
              <a:gd name="connsiteX32042" fmla="*/ 3045302 w 4752801"/>
              <a:gd name="connsiteY32042" fmla="*/ 160711 h 2767298"/>
              <a:gd name="connsiteX32043" fmla="*/ 3046516 w 4752801"/>
              <a:gd name="connsiteY32043" fmla="*/ 159901 h 2767298"/>
              <a:gd name="connsiteX32044" fmla="*/ 3005631 w 4752801"/>
              <a:gd name="connsiteY32044" fmla="*/ 159091 h 2767298"/>
              <a:gd name="connsiteX32045" fmla="*/ 3011703 w 4752801"/>
              <a:gd name="connsiteY32045" fmla="*/ 159091 h 2767298"/>
              <a:gd name="connsiteX32046" fmla="*/ 3012917 w 4752801"/>
              <a:gd name="connsiteY32046" fmla="*/ 159496 h 2767298"/>
              <a:gd name="connsiteX32047" fmla="*/ 3015751 w 4752801"/>
              <a:gd name="connsiteY32047" fmla="*/ 164758 h 2767298"/>
              <a:gd name="connsiteX32048" fmla="*/ 3015751 w 4752801"/>
              <a:gd name="connsiteY32048" fmla="*/ 165973 h 2767298"/>
              <a:gd name="connsiteX32049" fmla="*/ 3012917 w 4752801"/>
              <a:gd name="connsiteY32049" fmla="*/ 171235 h 2767298"/>
              <a:gd name="connsiteX32050" fmla="*/ 3011703 w 4752801"/>
              <a:gd name="connsiteY32050" fmla="*/ 171640 h 2767298"/>
              <a:gd name="connsiteX32051" fmla="*/ 3005631 w 4752801"/>
              <a:gd name="connsiteY32051" fmla="*/ 171640 h 2767298"/>
              <a:gd name="connsiteX32052" fmla="*/ 3004417 w 4752801"/>
              <a:gd name="connsiteY32052" fmla="*/ 171235 h 2767298"/>
              <a:gd name="connsiteX32053" fmla="*/ 3001583 w 4752801"/>
              <a:gd name="connsiteY32053" fmla="*/ 165973 h 2767298"/>
              <a:gd name="connsiteX32054" fmla="*/ 3001583 w 4752801"/>
              <a:gd name="connsiteY32054" fmla="*/ 164758 h 2767298"/>
              <a:gd name="connsiteX32055" fmla="*/ 3004417 w 4752801"/>
              <a:gd name="connsiteY32055" fmla="*/ 159496 h 2767298"/>
              <a:gd name="connsiteX32056" fmla="*/ 3005631 w 4752801"/>
              <a:gd name="connsiteY32056" fmla="*/ 159091 h 2767298"/>
              <a:gd name="connsiteX32057" fmla="*/ 2924263 w 4752801"/>
              <a:gd name="connsiteY32057" fmla="*/ 159091 h 2767298"/>
              <a:gd name="connsiteX32058" fmla="*/ 2931145 w 4752801"/>
              <a:gd name="connsiteY32058" fmla="*/ 159091 h 2767298"/>
              <a:gd name="connsiteX32059" fmla="*/ 2932360 w 4752801"/>
              <a:gd name="connsiteY32059" fmla="*/ 159496 h 2767298"/>
              <a:gd name="connsiteX32060" fmla="*/ 2935598 w 4752801"/>
              <a:gd name="connsiteY32060" fmla="*/ 165163 h 2767298"/>
              <a:gd name="connsiteX32061" fmla="*/ 2935598 w 4752801"/>
              <a:gd name="connsiteY32061" fmla="*/ 166378 h 2767298"/>
              <a:gd name="connsiteX32062" fmla="*/ 2932360 w 4752801"/>
              <a:gd name="connsiteY32062" fmla="*/ 172045 h 2767298"/>
              <a:gd name="connsiteX32063" fmla="*/ 2931145 w 4752801"/>
              <a:gd name="connsiteY32063" fmla="*/ 172450 h 2767298"/>
              <a:gd name="connsiteX32064" fmla="*/ 2924263 w 4752801"/>
              <a:gd name="connsiteY32064" fmla="*/ 172450 h 2767298"/>
              <a:gd name="connsiteX32065" fmla="*/ 2923049 w 4752801"/>
              <a:gd name="connsiteY32065" fmla="*/ 172045 h 2767298"/>
              <a:gd name="connsiteX32066" fmla="*/ 2919811 w 4752801"/>
              <a:gd name="connsiteY32066" fmla="*/ 166378 h 2767298"/>
              <a:gd name="connsiteX32067" fmla="*/ 2919811 w 4752801"/>
              <a:gd name="connsiteY32067" fmla="*/ 165163 h 2767298"/>
              <a:gd name="connsiteX32068" fmla="*/ 2923049 w 4752801"/>
              <a:gd name="connsiteY32068" fmla="*/ 159496 h 2767298"/>
              <a:gd name="connsiteX32069" fmla="*/ 2924263 w 4752801"/>
              <a:gd name="connsiteY32069" fmla="*/ 159091 h 2767298"/>
              <a:gd name="connsiteX32070" fmla="*/ 2883781 w 4752801"/>
              <a:gd name="connsiteY32070" fmla="*/ 158687 h 2767298"/>
              <a:gd name="connsiteX32071" fmla="*/ 2890258 w 4752801"/>
              <a:gd name="connsiteY32071" fmla="*/ 158687 h 2767298"/>
              <a:gd name="connsiteX32072" fmla="*/ 2891473 w 4752801"/>
              <a:gd name="connsiteY32072" fmla="*/ 159092 h 2767298"/>
              <a:gd name="connsiteX32073" fmla="*/ 2894711 w 4752801"/>
              <a:gd name="connsiteY32073" fmla="*/ 164759 h 2767298"/>
              <a:gd name="connsiteX32074" fmla="*/ 2894711 w 4752801"/>
              <a:gd name="connsiteY32074" fmla="*/ 165974 h 2767298"/>
              <a:gd name="connsiteX32075" fmla="*/ 2891473 w 4752801"/>
              <a:gd name="connsiteY32075" fmla="*/ 171641 h 2767298"/>
              <a:gd name="connsiteX32076" fmla="*/ 2890258 w 4752801"/>
              <a:gd name="connsiteY32076" fmla="*/ 172046 h 2767298"/>
              <a:gd name="connsiteX32077" fmla="*/ 2883781 w 4752801"/>
              <a:gd name="connsiteY32077" fmla="*/ 172046 h 2767298"/>
              <a:gd name="connsiteX32078" fmla="*/ 2882567 w 4752801"/>
              <a:gd name="connsiteY32078" fmla="*/ 171641 h 2767298"/>
              <a:gd name="connsiteX32079" fmla="*/ 2879329 w 4752801"/>
              <a:gd name="connsiteY32079" fmla="*/ 165974 h 2767298"/>
              <a:gd name="connsiteX32080" fmla="*/ 2879329 w 4752801"/>
              <a:gd name="connsiteY32080" fmla="*/ 164759 h 2767298"/>
              <a:gd name="connsiteX32081" fmla="*/ 2882567 w 4752801"/>
              <a:gd name="connsiteY32081" fmla="*/ 159092 h 2767298"/>
              <a:gd name="connsiteX32082" fmla="*/ 2883781 w 4752801"/>
              <a:gd name="connsiteY32082" fmla="*/ 158687 h 2767298"/>
              <a:gd name="connsiteX32083" fmla="*/ 2842896 w 4752801"/>
              <a:gd name="connsiteY32083" fmla="*/ 158687 h 2767298"/>
              <a:gd name="connsiteX32084" fmla="*/ 2850182 w 4752801"/>
              <a:gd name="connsiteY32084" fmla="*/ 158687 h 2767298"/>
              <a:gd name="connsiteX32085" fmla="*/ 2851397 w 4752801"/>
              <a:gd name="connsiteY32085" fmla="*/ 159092 h 2767298"/>
              <a:gd name="connsiteX32086" fmla="*/ 2855040 w 4752801"/>
              <a:gd name="connsiteY32086" fmla="*/ 165164 h 2767298"/>
              <a:gd name="connsiteX32087" fmla="*/ 2855040 w 4752801"/>
              <a:gd name="connsiteY32087" fmla="*/ 166378 h 2767298"/>
              <a:gd name="connsiteX32088" fmla="*/ 2851397 w 4752801"/>
              <a:gd name="connsiteY32088" fmla="*/ 172451 h 2767298"/>
              <a:gd name="connsiteX32089" fmla="*/ 2850182 w 4752801"/>
              <a:gd name="connsiteY32089" fmla="*/ 172855 h 2767298"/>
              <a:gd name="connsiteX32090" fmla="*/ 2842896 w 4752801"/>
              <a:gd name="connsiteY32090" fmla="*/ 172855 h 2767298"/>
              <a:gd name="connsiteX32091" fmla="*/ 2841681 w 4752801"/>
              <a:gd name="connsiteY32091" fmla="*/ 172451 h 2767298"/>
              <a:gd name="connsiteX32092" fmla="*/ 2838038 w 4752801"/>
              <a:gd name="connsiteY32092" fmla="*/ 166378 h 2767298"/>
              <a:gd name="connsiteX32093" fmla="*/ 2838038 w 4752801"/>
              <a:gd name="connsiteY32093" fmla="*/ 165164 h 2767298"/>
              <a:gd name="connsiteX32094" fmla="*/ 2841681 w 4752801"/>
              <a:gd name="connsiteY32094" fmla="*/ 159092 h 2767298"/>
              <a:gd name="connsiteX32095" fmla="*/ 2842896 w 4752801"/>
              <a:gd name="connsiteY32095" fmla="*/ 158687 h 2767298"/>
              <a:gd name="connsiteX32096" fmla="*/ 2721856 w 4752801"/>
              <a:gd name="connsiteY32096" fmla="*/ 158687 h 2767298"/>
              <a:gd name="connsiteX32097" fmla="*/ 2728738 w 4752801"/>
              <a:gd name="connsiteY32097" fmla="*/ 158687 h 2767298"/>
              <a:gd name="connsiteX32098" fmla="*/ 2729953 w 4752801"/>
              <a:gd name="connsiteY32098" fmla="*/ 159092 h 2767298"/>
              <a:gd name="connsiteX32099" fmla="*/ 2733596 w 4752801"/>
              <a:gd name="connsiteY32099" fmla="*/ 165164 h 2767298"/>
              <a:gd name="connsiteX32100" fmla="*/ 2733596 w 4752801"/>
              <a:gd name="connsiteY32100" fmla="*/ 166378 h 2767298"/>
              <a:gd name="connsiteX32101" fmla="*/ 2729953 w 4752801"/>
              <a:gd name="connsiteY32101" fmla="*/ 172451 h 2767298"/>
              <a:gd name="connsiteX32102" fmla="*/ 2728738 w 4752801"/>
              <a:gd name="connsiteY32102" fmla="*/ 172855 h 2767298"/>
              <a:gd name="connsiteX32103" fmla="*/ 2721856 w 4752801"/>
              <a:gd name="connsiteY32103" fmla="*/ 172855 h 2767298"/>
              <a:gd name="connsiteX32104" fmla="*/ 2720642 w 4752801"/>
              <a:gd name="connsiteY32104" fmla="*/ 172451 h 2767298"/>
              <a:gd name="connsiteX32105" fmla="*/ 2716999 w 4752801"/>
              <a:gd name="connsiteY32105" fmla="*/ 166378 h 2767298"/>
              <a:gd name="connsiteX32106" fmla="*/ 2716999 w 4752801"/>
              <a:gd name="connsiteY32106" fmla="*/ 165164 h 2767298"/>
              <a:gd name="connsiteX32107" fmla="*/ 2720642 w 4752801"/>
              <a:gd name="connsiteY32107" fmla="*/ 159092 h 2767298"/>
              <a:gd name="connsiteX32108" fmla="*/ 2721856 w 4752801"/>
              <a:gd name="connsiteY32108" fmla="*/ 158687 h 2767298"/>
              <a:gd name="connsiteX32109" fmla="*/ 2802819 w 4752801"/>
              <a:gd name="connsiteY32109" fmla="*/ 158282 h 2767298"/>
              <a:gd name="connsiteX32110" fmla="*/ 2809701 w 4752801"/>
              <a:gd name="connsiteY32110" fmla="*/ 158282 h 2767298"/>
              <a:gd name="connsiteX32111" fmla="*/ 2810916 w 4752801"/>
              <a:gd name="connsiteY32111" fmla="*/ 158687 h 2767298"/>
              <a:gd name="connsiteX32112" fmla="*/ 2814559 w 4752801"/>
              <a:gd name="connsiteY32112" fmla="*/ 164759 h 2767298"/>
              <a:gd name="connsiteX32113" fmla="*/ 2814559 w 4752801"/>
              <a:gd name="connsiteY32113" fmla="*/ 165973 h 2767298"/>
              <a:gd name="connsiteX32114" fmla="*/ 2810916 w 4752801"/>
              <a:gd name="connsiteY32114" fmla="*/ 172046 h 2767298"/>
              <a:gd name="connsiteX32115" fmla="*/ 2809701 w 4752801"/>
              <a:gd name="connsiteY32115" fmla="*/ 172855 h 2767298"/>
              <a:gd name="connsiteX32116" fmla="*/ 2802819 w 4752801"/>
              <a:gd name="connsiteY32116" fmla="*/ 172855 h 2767298"/>
              <a:gd name="connsiteX32117" fmla="*/ 2801605 w 4752801"/>
              <a:gd name="connsiteY32117" fmla="*/ 172046 h 2767298"/>
              <a:gd name="connsiteX32118" fmla="*/ 2797962 w 4752801"/>
              <a:gd name="connsiteY32118" fmla="*/ 165973 h 2767298"/>
              <a:gd name="connsiteX32119" fmla="*/ 2797962 w 4752801"/>
              <a:gd name="connsiteY32119" fmla="*/ 164759 h 2767298"/>
              <a:gd name="connsiteX32120" fmla="*/ 2801605 w 4752801"/>
              <a:gd name="connsiteY32120" fmla="*/ 158687 h 2767298"/>
              <a:gd name="connsiteX32121" fmla="*/ 2802819 w 4752801"/>
              <a:gd name="connsiteY32121" fmla="*/ 158282 h 2767298"/>
              <a:gd name="connsiteX32122" fmla="*/ 2762337 w 4752801"/>
              <a:gd name="connsiteY32122" fmla="*/ 158282 h 2767298"/>
              <a:gd name="connsiteX32123" fmla="*/ 2769219 w 4752801"/>
              <a:gd name="connsiteY32123" fmla="*/ 158282 h 2767298"/>
              <a:gd name="connsiteX32124" fmla="*/ 2770434 w 4752801"/>
              <a:gd name="connsiteY32124" fmla="*/ 158687 h 2767298"/>
              <a:gd name="connsiteX32125" fmla="*/ 2774077 w 4752801"/>
              <a:gd name="connsiteY32125" fmla="*/ 164759 h 2767298"/>
              <a:gd name="connsiteX32126" fmla="*/ 2774077 w 4752801"/>
              <a:gd name="connsiteY32126" fmla="*/ 165973 h 2767298"/>
              <a:gd name="connsiteX32127" fmla="*/ 2770434 w 4752801"/>
              <a:gd name="connsiteY32127" fmla="*/ 172046 h 2767298"/>
              <a:gd name="connsiteX32128" fmla="*/ 2769219 w 4752801"/>
              <a:gd name="connsiteY32128" fmla="*/ 172855 h 2767298"/>
              <a:gd name="connsiteX32129" fmla="*/ 2762337 w 4752801"/>
              <a:gd name="connsiteY32129" fmla="*/ 172855 h 2767298"/>
              <a:gd name="connsiteX32130" fmla="*/ 2761123 w 4752801"/>
              <a:gd name="connsiteY32130" fmla="*/ 172046 h 2767298"/>
              <a:gd name="connsiteX32131" fmla="*/ 2757480 w 4752801"/>
              <a:gd name="connsiteY32131" fmla="*/ 165973 h 2767298"/>
              <a:gd name="connsiteX32132" fmla="*/ 2757480 w 4752801"/>
              <a:gd name="connsiteY32132" fmla="*/ 164759 h 2767298"/>
              <a:gd name="connsiteX32133" fmla="*/ 2761123 w 4752801"/>
              <a:gd name="connsiteY32133" fmla="*/ 158687 h 2767298"/>
              <a:gd name="connsiteX32134" fmla="*/ 2762337 w 4752801"/>
              <a:gd name="connsiteY32134" fmla="*/ 158282 h 2767298"/>
              <a:gd name="connsiteX32135" fmla="*/ 2478564 w 4752801"/>
              <a:gd name="connsiteY32135" fmla="*/ 158282 h 2767298"/>
              <a:gd name="connsiteX32136" fmla="*/ 2486256 w 4752801"/>
              <a:gd name="connsiteY32136" fmla="*/ 158282 h 2767298"/>
              <a:gd name="connsiteX32137" fmla="*/ 2487470 w 4752801"/>
              <a:gd name="connsiteY32137" fmla="*/ 158687 h 2767298"/>
              <a:gd name="connsiteX32138" fmla="*/ 2491113 w 4752801"/>
              <a:gd name="connsiteY32138" fmla="*/ 165164 h 2767298"/>
              <a:gd name="connsiteX32139" fmla="*/ 2491113 w 4752801"/>
              <a:gd name="connsiteY32139" fmla="*/ 166378 h 2767298"/>
              <a:gd name="connsiteX32140" fmla="*/ 2487470 w 4752801"/>
              <a:gd name="connsiteY32140" fmla="*/ 172855 h 2767298"/>
              <a:gd name="connsiteX32141" fmla="*/ 2486256 w 4752801"/>
              <a:gd name="connsiteY32141" fmla="*/ 173260 h 2767298"/>
              <a:gd name="connsiteX32142" fmla="*/ 2478564 w 4752801"/>
              <a:gd name="connsiteY32142" fmla="*/ 173260 h 2767298"/>
              <a:gd name="connsiteX32143" fmla="*/ 2477350 w 4752801"/>
              <a:gd name="connsiteY32143" fmla="*/ 172855 h 2767298"/>
              <a:gd name="connsiteX32144" fmla="*/ 2473707 w 4752801"/>
              <a:gd name="connsiteY32144" fmla="*/ 166378 h 2767298"/>
              <a:gd name="connsiteX32145" fmla="*/ 2473707 w 4752801"/>
              <a:gd name="connsiteY32145" fmla="*/ 165164 h 2767298"/>
              <a:gd name="connsiteX32146" fmla="*/ 2477350 w 4752801"/>
              <a:gd name="connsiteY32146" fmla="*/ 158687 h 2767298"/>
              <a:gd name="connsiteX32147" fmla="*/ 2478564 w 4752801"/>
              <a:gd name="connsiteY32147" fmla="*/ 158282 h 2767298"/>
              <a:gd name="connsiteX32148" fmla="*/ 2964744 w 4752801"/>
              <a:gd name="connsiteY32148" fmla="*/ 157877 h 2767298"/>
              <a:gd name="connsiteX32149" fmla="*/ 2971626 w 4752801"/>
              <a:gd name="connsiteY32149" fmla="*/ 157877 h 2767298"/>
              <a:gd name="connsiteX32150" fmla="*/ 2972841 w 4752801"/>
              <a:gd name="connsiteY32150" fmla="*/ 158687 h 2767298"/>
              <a:gd name="connsiteX32151" fmla="*/ 2976079 w 4752801"/>
              <a:gd name="connsiteY32151" fmla="*/ 164759 h 2767298"/>
              <a:gd name="connsiteX32152" fmla="*/ 2976079 w 4752801"/>
              <a:gd name="connsiteY32152" fmla="*/ 165973 h 2767298"/>
              <a:gd name="connsiteX32153" fmla="*/ 2972841 w 4752801"/>
              <a:gd name="connsiteY32153" fmla="*/ 172045 h 2767298"/>
              <a:gd name="connsiteX32154" fmla="*/ 2971626 w 4752801"/>
              <a:gd name="connsiteY32154" fmla="*/ 172450 h 2767298"/>
              <a:gd name="connsiteX32155" fmla="*/ 2964744 w 4752801"/>
              <a:gd name="connsiteY32155" fmla="*/ 172450 h 2767298"/>
              <a:gd name="connsiteX32156" fmla="*/ 2963530 w 4752801"/>
              <a:gd name="connsiteY32156" fmla="*/ 172045 h 2767298"/>
              <a:gd name="connsiteX32157" fmla="*/ 2960292 w 4752801"/>
              <a:gd name="connsiteY32157" fmla="*/ 165973 h 2767298"/>
              <a:gd name="connsiteX32158" fmla="*/ 2960292 w 4752801"/>
              <a:gd name="connsiteY32158" fmla="*/ 164759 h 2767298"/>
              <a:gd name="connsiteX32159" fmla="*/ 2963530 w 4752801"/>
              <a:gd name="connsiteY32159" fmla="*/ 158687 h 2767298"/>
              <a:gd name="connsiteX32160" fmla="*/ 2964744 w 4752801"/>
              <a:gd name="connsiteY32160" fmla="*/ 157877 h 2767298"/>
              <a:gd name="connsiteX32161" fmla="*/ 2640894 w 4752801"/>
              <a:gd name="connsiteY32161" fmla="*/ 157877 h 2767298"/>
              <a:gd name="connsiteX32162" fmla="*/ 2648181 w 4752801"/>
              <a:gd name="connsiteY32162" fmla="*/ 157877 h 2767298"/>
              <a:gd name="connsiteX32163" fmla="*/ 2649396 w 4752801"/>
              <a:gd name="connsiteY32163" fmla="*/ 158282 h 2767298"/>
              <a:gd name="connsiteX32164" fmla="*/ 2653039 w 4752801"/>
              <a:gd name="connsiteY32164" fmla="*/ 164759 h 2767298"/>
              <a:gd name="connsiteX32165" fmla="*/ 2653039 w 4752801"/>
              <a:gd name="connsiteY32165" fmla="*/ 165973 h 2767298"/>
              <a:gd name="connsiteX32166" fmla="*/ 2649396 w 4752801"/>
              <a:gd name="connsiteY32166" fmla="*/ 172450 h 2767298"/>
              <a:gd name="connsiteX32167" fmla="*/ 2648181 w 4752801"/>
              <a:gd name="connsiteY32167" fmla="*/ 172855 h 2767298"/>
              <a:gd name="connsiteX32168" fmla="*/ 2640894 w 4752801"/>
              <a:gd name="connsiteY32168" fmla="*/ 172855 h 2767298"/>
              <a:gd name="connsiteX32169" fmla="*/ 2639680 w 4752801"/>
              <a:gd name="connsiteY32169" fmla="*/ 172450 h 2767298"/>
              <a:gd name="connsiteX32170" fmla="*/ 2636037 w 4752801"/>
              <a:gd name="connsiteY32170" fmla="*/ 165973 h 2767298"/>
              <a:gd name="connsiteX32171" fmla="*/ 2636037 w 4752801"/>
              <a:gd name="connsiteY32171" fmla="*/ 164759 h 2767298"/>
              <a:gd name="connsiteX32172" fmla="*/ 2639680 w 4752801"/>
              <a:gd name="connsiteY32172" fmla="*/ 158282 h 2767298"/>
              <a:gd name="connsiteX32173" fmla="*/ 2640894 w 4752801"/>
              <a:gd name="connsiteY32173" fmla="*/ 157877 h 2767298"/>
              <a:gd name="connsiteX32174" fmla="*/ 2600008 w 4752801"/>
              <a:gd name="connsiteY32174" fmla="*/ 157877 h 2767298"/>
              <a:gd name="connsiteX32175" fmla="*/ 2608104 w 4752801"/>
              <a:gd name="connsiteY32175" fmla="*/ 157877 h 2767298"/>
              <a:gd name="connsiteX32176" fmla="*/ 2609319 w 4752801"/>
              <a:gd name="connsiteY32176" fmla="*/ 158282 h 2767298"/>
              <a:gd name="connsiteX32177" fmla="*/ 2613367 w 4752801"/>
              <a:gd name="connsiteY32177" fmla="*/ 165164 h 2767298"/>
              <a:gd name="connsiteX32178" fmla="*/ 2613367 w 4752801"/>
              <a:gd name="connsiteY32178" fmla="*/ 166378 h 2767298"/>
              <a:gd name="connsiteX32179" fmla="*/ 2609319 w 4752801"/>
              <a:gd name="connsiteY32179" fmla="*/ 173260 h 2767298"/>
              <a:gd name="connsiteX32180" fmla="*/ 2608104 w 4752801"/>
              <a:gd name="connsiteY32180" fmla="*/ 173665 h 2767298"/>
              <a:gd name="connsiteX32181" fmla="*/ 2600008 w 4752801"/>
              <a:gd name="connsiteY32181" fmla="*/ 173665 h 2767298"/>
              <a:gd name="connsiteX32182" fmla="*/ 2598794 w 4752801"/>
              <a:gd name="connsiteY32182" fmla="*/ 173260 h 2767298"/>
              <a:gd name="connsiteX32183" fmla="*/ 2594746 w 4752801"/>
              <a:gd name="connsiteY32183" fmla="*/ 166378 h 2767298"/>
              <a:gd name="connsiteX32184" fmla="*/ 2594746 w 4752801"/>
              <a:gd name="connsiteY32184" fmla="*/ 165164 h 2767298"/>
              <a:gd name="connsiteX32185" fmla="*/ 2598794 w 4752801"/>
              <a:gd name="connsiteY32185" fmla="*/ 158282 h 2767298"/>
              <a:gd name="connsiteX32186" fmla="*/ 2600008 w 4752801"/>
              <a:gd name="connsiteY32186" fmla="*/ 157877 h 2767298"/>
              <a:gd name="connsiteX32187" fmla="*/ 2559527 w 4752801"/>
              <a:gd name="connsiteY32187" fmla="*/ 157877 h 2767298"/>
              <a:gd name="connsiteX32188" fmla="*/ 2567219 w 4752801"/>
              <a:gd name="connsiteY32188" fmla="*/ 157877 h 2767298"/>
              <a:gd name="connsiteX32189" fmla="*/ 2568433 w 4752801"/>
              <a:gd name="connsiteY32189" fmla="*/ 158687 h 2767298"/>
              <a:gd name="connsiteX32190" fmla="*/ 2572076 w 4752801"/>
              <a:gd name="connsiteY32190" fmla="*/ 165164 h 2767298"/>
              <a:gd name="connsiteX32191" fmla="*/ 2572076 w 4752801"/>
              <a:gd name="connsiteY32191" fmla="*/ 166378 h 2767298"/>
              <a:gd name="connsiteX32192" fmla="*/ 2568433 w 4752801"/>
              <a:gd name="connsiteY32192" fmla="*/ 172855 h 2767298"/>
              <a:gd name="connsiteX32193" fmla="*/ 2567219 w 4752801"/>
              <a:gd name="connsiteY32193" fmla="*/ 172855 h 2767298"/>
              <a:gd name="connsiteX32194" fmla="*/ 2559527 w 4752801"/>
              <a:gd name="connsiteY32194" fmla="*/ 172855 h 2767298"/>
              <a:gd name="connsiteX32195" fmla="*/ 2558313 w 4752801"/>
              <a:gd name="connsiteY32195" fmla="*/ 172450 h 2767298"/>
              <a:gd name="connsiteX32196" fmla="*/ 2554670 w 4752801"/>
              <a:gd name="connsiteY32196" fmla="*/ 165973 h 2767298"/>
              <a:gd name="connsiteX32197" fmla="*/ 2554670 w 4752801"/>
              <a:gd name="connsiteY32197" fmla="*/ 164759 h 2767298"/>
              <a:gd name="connsiteX32198" fmla="*/ 2558313 w 4752801"/>
              <a:gd name="connsiteY32198" fmla="*/ 158282 h 2767298"/>
              <a:gd name="connsiteX32199" fmla="*/ 2559527 w 4752801"/>
              <a:gd name="connsiteY32199" fmla="*/ 157877 h 2767298"/>
              <a:gd name="connsiteX32200" fmla="*/ 2681375 w 4752801"/>
              <a:gd name="connsiteY32200" fmla="*/ 157472 h 2767298"/>
              <a:gd name="connsiteX32201" fmla="*/ 2688662 w 4752801"/>
              <a:gd name="connsiteY32201" fmla="*/ 157472 h 2767298"/>
              <a:gd name="connsiteX32202" fmla="*/ 2689876 w 4752801"/>
              <a:gd name="connsiteY32202" fmla="*/ 158282 h 2767298"/>
              <a:gd name="connsiteX32203" fmla="*/ 2693520 w 4752801"/>
              <a:gd name="connsiteY32203" fmla="*/ 164759 h 2767298"/>
              <a:gd name="connsiteX32204" fmla="*/ 2693520 w 4752801"/>
              <a:gd name="connsiteY32204" fmla="*/ 165973 h 2767298"/>
              <a:gd name="connsiteX32205" fmla="*/ 2689876 w 4752801"/>
              <a:gd name="connsiteY32205" fmla="*/ 172450 h 2767298"/>
              <a:gd name="connsiteX32206" fmla="*/ 2688662 w 4752801"/>
              <a:gd name="connsiteY32206" fmla="*/ 173260 h 2767298"/>
              <a:gd name="connsiteX32207" fmla="*/ 2681375 w 4752801"/>
              <a:gd name="connsiteY32207" fmla="*/ 173260 h 2767298"/>
              <a:gd name="connsiteX32208" fmla="*/ 2680161 w 4752801"/>
              <a:gd name="connsiteY32208" fmla="*/ 172450 h 2767298"/>
              <a:gd name="connsiteX32209" fmla="*/ 2676518 w 4752801"/>
              <a:gd name="connsiteY32209" fmla="*/ 165973 h 2767298"/>
              <a:gd name="connsiteX32210" fmla="*/ 2676518 w 4752801"/>
              <a:gd name="connsiteY32210" fmla="*/ 164759 h 2767298"/>
              <a:gd name="connsiteX32211" fmla="*/ 2680161 w 4752801"/>
              <a:gd name="connsiteY32211" fmla="*/ 158282 h 2767298"/>
              <a:gd name="connsiteX32212" fmla="*/ 2681375 w 4752801"/>
              <a:gd name="connsiteY32212" fmla="*/ 157472 h 2767298"/>
              <a:gd name="connsiteX32213" fmla="*/ 2519046 w 4752801"/>
              <a:gd name="connsiteY32213" fmla="*/ 157472 h 2767298"/>
              <a:gd name="connsiteX32214" fmla="*/ 2526738 w 4752801"/>
              <a:gd name="connsiteY32214" fmla="*/ 157472 h 2767298"/>
              <a:gd name="connsiteX32215" fmla="*/ 2527952 w 4752801"/>
              <a:gd name="connsiteY32215" fmla="*/ 157877 h 2767298"/>
              <a:gd name="connsiteX32216" fmla="*/ 2532000 w 4752801"/>
              <a:gd name="connsiteY32216" fmla="*/ 164759 h 2767298"/>
              <a:gd name="connsiteX32217" fmla="*/ 2532000 w 4752801"/>
              <a:gd name="connsiteY32217" fmla="*/ 165973 h 2767298"/>
              <a:gd name="connsiteX32218" fmla="*/ 2527952 w 4752801"/>
              <a:gd name="connsiteY32218" fmla="*/ 172855 h 2767298"/>
              <a:gd name="connsiteX32219" fmla="*/ 2526738 w 4752801"/>
              <a:gd name="connsiteY32219" fmla="*/ 173260 h 2767298"/>
              <a:gd name="connsiteX32220" fmla="*/ 2519046 w 4752801"/>
              <a:gd name="connsiteY32220" fmla="*/ 173260 h 2767298"/>
              <a:gd name="connsiteX32221" fmla="*/ 2517832 w 4752801"/>
              <a:gd name="connsiteY32221" fmla="*/ 172855 h 2767298"/>
              <a:gd name="connsiteX32222" fmla="*/ 2513784 w 4752801"/>
              <a:gd name="connsiteY32222" fmla="*/ 165973 h 2767298"/>
              <a:gd name="connsiteX32223" fmla="*/ 2513784 w 4752801"/>
              <a:gd name="connsiteY32223" fmla="*/ 164759 h 2767298"/>
              <a:gd name="connsiteX32224" fmla="*/ 2517832 w 4752801"/>
              <a:gd name="connsiteY32224" fmla="*/ 157877 h 2767298"/>
              <a:gd name="connsiteX32225" fmla="*/ 2519046 w 4752801"/>
              <a:gd name="connsiteY32225" fmla="*/ 157472 h 2767298"/>
              <a:gd name="connsiteX32226" fmla="*/ 2438083 w 4752801"/>
              <a:gd name="connsiteY32226" fmla="*/ 157472 h 2767298"/>
              <a:gd name="connsiteX32227" fmla="*/ 2445775 w 4752801"/>
              <a:gd name="connsiteY32227" fmla="*/ 157472 h 2767298"/>
              <a:gd name="connsiteX32228" fmla="*/ 2446989 w 4752801"/>
              <a:gd name="connsiteY32228" fmla="*/ 157877 h 2767298"/>
              <a:gd name="connsiteX32229" fmla="*/ 2451037 w 4752801"/>
              <a:gd name="connsiteY32229" fmla="*/ 164759 h 2767298"/>
              <a:gd name="connsiteX32230" fmla="*/ 2451037 w 4752801"/>
              <a:gd name="connsiteY32230" fmla="*/ 165973 h 2767298"/>
              <a:gd name="connsiteX32231" fmla="*/ 2446989 w 4752801"/>
              <a:gd name="connsiteY32231" fmla="*/ 172855 h 2767298"/>
              <a:gd name="connsiteX32232" fmla="*/ 2445775 w 4752801"/>
              <a:gd name="connsiteY32232" fmla="*/ 173260 h 2767298"/>
              <a:gd name="connsiteX32233" fmla="*/ 2438083 w 4752801"/>
              <a:gd name="connsiteY32233" fmla="*/ 173260 h 2767298"/>
              <a:gd name="connsiteX32234" fmla="*/ 2436869 w 4752801"/>
              <a:gd name="connsiteY32234" fmla="*/ 172855 h 2767298"/>
              <a:gd name="connsiteX32235" fmla="*/ 2432821 w 4752801"/>
              <a:gd name="connsiteY32235" fmla="*/ 165973 h 2767298"/>
              <a:gd name="connsiteX32236" fmla="*/ 2432821 w 4752801"/>
              <a:gd name="connsiteY32236" fmla="*/ 164759 h 2767298"/>
              <a:gd name="connsiteX32237" fmla="*/ 2436869 w 4752801"/>
              <a:gd name="connsiteY32237" fmla="*/ 157877 h 2767298"/>
              <a:gd name="connsiteX32238" fmla="*/ 2438083 w 4752801"/>
              <a:gd name="connsiteY32238" fmla="*/ 157472 h 2767298"/>
              <a:gd name="connsiteX32239" fmla="*/ 3452948 w 4752801"/>
              <a:gd name="connsiteY32239" fmla="*/ 122658 h 2767298"/>
              <a:gd name="connsiteX32240" fmla="*/ 3455377 w 4752801"/>
              <a:gd name="connsiteY32240" fmla="*/ 122658 h 2767298"/>
              <a:gd name="connsiteX32241" fmla="*/ 3456592 w 4752801"/>
              <a:gd name="connsiteY32241" fmla="*/ 125087 h 2767298"/>
              <a:gd name="connsiteX32242" fmla="*/ 3455377 w 4752801"/>
              <a:gd name="connsiteY32242" fmla="*/ 127516 h 2767298"/>
              <a:gd name="connsiteX32243" fmla="*/ 3452948 w 4752801"/>
              <a:gd name="connsiteY32243" fmla="*/ 127516 h 2767298"/>
              <a:gd name="connsiteX32244" fmla="*/ 3451734 w 4752801"/>
              <a:gd name="connsiteY32244" fmla="*/ 125087 h 2767298"/>
              <a:gd name="connsiteX32245" fmla="*/ 3533505 w 4752801"/>
              <a:gd name="connsiteY32245" fmla="*/ 122253 h 2767298"/>
              <a:gd name="connsiteX32246" fmla="*/ 3536744 w 4752801"/>
              <a:gd name="connsiteY32246" fmla="*/ 122253 h 2767298"/>
              <a:gd name="connsiteX32247" fmla="*/ 3538363 w 4752801"/>
              <a:gd name="connsiteY32247" fmla="*/ 125087 h 2767298"/>
              <a:gd name="connsiteX32248" fmla="*/ 3536744 w 4752801"/>
              <a:gd name="connsiteY32248" fmla="*/ 127920 h 2767298"/>
              <a:gd name="connsiteX32249" fmla="*/ 3533505 w 4752801"/>
              <a:gd name="connsiteY32249" fmla="*/ 127920 h 2767298"/>
              <a:gd name="connsiteX32250" fmla="*/ 3531886 w 4752801"/>
              <a:gd name="connsiteY32250" fmla="*/ 125087 h 2767298"/>
              <a:gd name="connsiteX32251" fmla="*/ 3493024 w 4752801"/>
              <a:gd name="connsiteY32251" fmla="*/ 122253 h 2767298"/>
              <a:gd name="connsiteX32252" fmla="*/ 3496263 w 4752801"/>
              <a:gd name="connsiteY32252" fmla="*/ 122253 h 2767298"/>
              <a:gd name="connsiteX32253" fmla="*/ 3497882 w 4752801"/>
              <a:gd name="connsiteY32253" fmla="*/ 125087 h 2767298"/>
              <a:gd name="connsiteX32254" fmla="*/ 3496263 w 4752801"/>
              <a:gd name="connsiteY32254" fmla="*/ 127920 h 2767298"/>
              <a:gd name="connsiteX32255" fmla="*/ 3493024 w 4752801"/>
              <a:gd name="connsiteY32255" fmla="*/ 127920 h 2767298"/>
              <a:gd name="connsiteX32256" fmla="*/ 3491405 w 4752801"/>
              <a:gd name="connsiteY32256" fmla="*/ 125087 h 2767298"/>
              <a:gd name="connsiteX32257" fmla="*/ 3412062 w 4752801"/>
              <a:gd name="connsiteY32257" fmla="*/ 122253 h 2767298"/>
              <a:gd name="connsiteX32258" fmla="*/ 3415301 w 4752801"/>
              <a:gd name="connsiteY32258" fmla="*/ 122253 h 2767298"/>
              <a:gd name="connsiteX32259" fmla="*/ 3416920 w 4752801"/>
              <a:gd name="connsiteY32259" fmla="*/ 125087 h 2767298"/>
              <a:gd name="connsiteX32260" fmla="*/ 3415301 w 4752801"/>
              <a:gd name="connsiteY32260" fmla="*/ 127920 h 2767298"/>
              <a:gd name="connsiteX32261" fmla="*/ 3412062 w 4752801"/>
              <a:gd name="connsiteY32261" fmla="*/ 127920 h 2767298"/>
              <a:gd name="connsiteX32262" fmla="*/ 3410443 w 4752801"/>
              <a:gd name="connsiteY32262" fmla="*/ 125087 h 2767298"/>
              <a:gd name="connsiteX32263" fmla="*/ 3371580 w 4752801"/>
              <a:gd name="connsiteY32263" fmla="*/ 122253 h 2767298"/>
              <a:gd name="connsiteX32264" fmla="*/ 3374819 w 4752801"/>
              <a:gd name="connsiteY32264" fmla="*/ 122253 h 2767298"/>
              <a:gd name="connsiteX32265" fmla="*/ 3376438 w 4752801"/>
              <a:gd name="connsiteY32265" fmla="*/ 125087 h 2767298"/>
              <a:gd name="connsiteX32266" fmla="*/ 3374819 w 4752801"/>
              <a:gd name="connsiteY32266" fmla="*/ 127920 h 2767298"/>
              <a:gd name="connsiteX32267" fmla="*/ 3371580 w 4752801"/>
              <a:gd name="connsiteY32267" fmla="*/ 127920 h 2767298"/>
              <a:gd name="connsiteX32268" fmla="*/ 3369961 w 4752801"/>
              <a:gd name="connsiteY32268" fmla="*/ 125087 h 2767298"/>
              <a:gd name="connsiteX32269" fmla="*/ 3654949 w 4752801"/>
              <a:gd name="connsiteY32269" fmla="*/ 121849 h 2767298"/>
              <a:gd name="connsiteX32270" fmla="*/ 3658592 w 4752801"/>
              <a:gd name="connsiteY32270" fmla="*/ 121849 h 2767298"/>
              <a:gd name="connsiteX32271" fmla="*/ 3660617 w 4752801"/>
              <a:gd name="connsiteY32271" fmla="*/ 125088 h 2767298"/>
              <a:gd name="connsiteX32272" fmla="*/ 3658592 w 4752801"/>
              <a:gd name="connsiteY32272" fmla="*/ 128326 h 2767298"/>
              <a:gd name="connsiteX32273" fmla="*/ 3654949 w 4752801"/>
              <a:gd name="connsiteY32273" fmla="*/ 128326 h 2767298"/>
              <a:gd name="connsiteX32274" fmla="*/ 3652925 w 4752801"/>
              <a:gd name="connsiteY32274" fmla="*/ 125088 h 2767298"/>
              <a:gd name="connsiteX32275" fmla="*/ 3573582 w 4752801"/>
              <a:gd name="connsiteY32275" fmla="*/ 121849 h 2767298"/>
              <a:gd name="connsiteX32276" fmla="*/ 3577226 w 4752801"/>
              <a:gd name="connsiteY32276" fmla="*/ 121849 h 2767298"/>
              <a:gd name="connsiteX32277" fmla="*/ 3578845 w 4752801"/>
              <a:gd name="connsiteY32277" fmla="*/ 125088 h 2767298"/>
              <a:gd name="connsiteX32278" fmla="*/ 3577226 w 4752801"/>
              <a:gd name="connsiteY32278" fmla="*/ 128326 h 2767298"/>
              <a:gd name="connsiteX32279" fmla="*/ 3573582 w 4752801"/>
              <a:gd name="connsiteY32279" fmla="*/ 128326 h 2767298"/>
              <a:gd name="connsiteX32280" fmla="*/ 3571963 w 4752801"/>
              <a:gd name="connsiteY32280" fmla="*/ 125088 h 2767298"/>
              <a:gd name="connsiteX32281" fmla="*/ 3331099 w 4752801"/>
              <a:gd name="connsiteY32281" fmla="*/ 121849 h 2767298"/>
              <a:gd name="connsiteX32282" fmla="*/ 3334742 w 4752801"/>
              <a:gd name="connsiteY32282" fmla="*/ 121849 h 2767298"/>
              <a:gd name="connsiteX32283" fmla="*/ 3336767 w 4752801"/>
              <a:gd name="connsiteY32283" fmla="*/ 125088 h 2767298"/>
              <a:gd name="connsiteX32284" fmla="*/ 3334742 w 4752801"/>
              <a:gd name="connsiteY32284" fmla="*/ 128326 h 2767298"/>
              <a:gd name="connsiteX32285" fmla="*/ 3331099 w 4752801"/>
              <a:gd name="connsiteY32285" fmla="*/ 128326 h 2767298"/>
              <a:gd name="connsiteX32286" fmla="*/ 3329075 w 4752801"/>
              <a:gd name="connsiteY32286" fmla="*/ 125088 h 2767298"/>
              <a:gd name="connsiteX32287" fmla="*/ 3290213 w 4752801"/>
              <a:gd name="connsiteY32287" fmla="*/ 121849 h 2767298"/>
              <a:gd name="connsiteX32288" fmla="*/ 3293857 w 4752801"/>
              <a:gd name="connsiteY32288" fmla="*/ 121849 h 2767298"/>
              <a:gd name="connsiteX32289" fmla="*/ 3295476 w 4752801"/>
              <a:gd name="connsiteY32289" fmla="*/ 125088 h 2767298"/>
              <a:gd name="connsiteX32290" fmla="*/ 3293857 w 4752801"/>
              <a:gd name="connsiteY32290" fmla="*/ 128326 h 2767298"/>
              <a:gd name="connsiteX32291" fmla="*/ 3290213 w 4752801"/>
              <a:gd name="connsiteY32291" fmla="*/ 128326 h 2767298"/>
              <a:gd name="connsiteX32292" fmla="*/ 3288594 w 4752801"/>
              <a:gd name="connsiteY32292" fmla="*/ 125088 h 2767298"/>
              <a:gd name="connsiteX32293" fmla="*/ 3209251 w 4752801"/>
              <a:gd name="connsiteY32293" fmla="*/ 121849 h 2767298"/>
              <a:gd name="connsiteX32294" fmla="*/ 3213299 w 4752801"/>
              <a:gd name="connsiteY32294" fmla="*/ 121849 h 2767298"/>
              <a:gd name="connsiteX32295" fmla="*/ 3215323 w 4752801"/>
              <a:gd name="connsiteY32295" fmla="*/ 125088 h 2767298"/>
              <a:gd name="connsiteX32296" fmla="*/ 3213299 w 4752801"/>
              <a:gd name="connsiteY32296" fmla="*/ 128326 h 2767298"/>
              <a:gd name="connsiteX32297" fmla="*/ 3209251 w 4752801"/>
              <a:gd name="connsiteY32297" fmla="*/ 128326 h 2767298"/>
              <a:gd name="connsiteX32298" fmla="*/ 3207227 w 4752801"/>
              <a:gd name="connsiteY32298" fmla="*/ 125088 h 2767298"/>
              <a:gd name="connsiteX32299" fmla="*/ 3613659 w 4752801"/>
              <a:gd name="connsiteY32299" fmla="*/ 121444 h 2767298"/>
              <a:gd name="connsiteX32300" fmla="*/ 3618112 w 4752801"/>
              <a:gd name="connsiteY32300" fmla="*/ 121444 h 2767298"/>
              <a:gd name="connsiteX32301" fmla="*/ 3620136 w 4752801"/>
              <a:gd name="connsiteY32301" fmla="*/ 125087 h 2767298"/>
              <a:gd name="connsiteX32302" fmla="*/ 3618112 w 4752801"/>
              <a:gd name="connsiteY32302" fmla="*/ 128731 h 2767298"/>
              <a:gd name="connsiteX32303" fmla="*/ 3613659 w 4752801"/>
              <a:gd name="connsiteY32303" fmla="*/ 128731 h 2767298"/>
              <a:gd name="connsiteX32304" fmla="*/ 3611635 w 4752801"/>
              <a:gd name="connsiteY32304" fmla="*/ 125087 h 2767298"/>
              <a:gd name="connsiteX32305" fmla="*/ 3249732 w 4752801"/>
              <a:gd name="connsiteY32305" fmla="*/ 121444 h 2767298"/>
              <a:gd name="connsiteX32306" fmla="*/ 3253780 w 4752801"/>
              <a:gd name="connsiteY32306" fmla="*/ 121444 h 2767298"/>
              <a:gd name="connsiteX32307" fmla="*/ 3255804 w 4752801"/>
              <a:gd name="connsiteY32307" fmla="*/ 125087 h 2767298"/>
              <a:gd name="connsiteX32308" fmla="*/ 3253780 w 4752801"/>
              <a:gd name="connsiteY32308" fmla="*/ 128731 h 2767298"/>
              <a:gd name="connsiteX32309" fmla="*/ 3249732 w 4752801"/>
              <a:gd name="connsiteY32309" fmla="*/ 128731 h 2767298"/>
              <a:gd name="connsiteX32310" fmla="*/ 3247708 w 4752801"/>
              <a:gd name="connsiteY32310" fmla="*/ 125087 h 2767298"/>
              <a:gd name="connsiteX32311" fmla="*/ 3168365 w 4752801"/>
              <a:gd name="connsiteY32311" fmla="*/ 121444 h 2767298"/>
              <a:gd name="connsiteX32312" fmla="*/ 3172818 w 4752801"/>
              <a:gd name="connsiteY32312" fmla="*/ 121444 h 2767298"/>
              <a:gd name="connsiteX32313" fmla="*/ 3174842 w 4752801"/>
              <a:gd name="connsiteY32313" fmla="*/ 125087 h 2767298"/>
              <a:gd name="connsiteX32314" fmla="*/ 3172818 w 4752801"/>
              <a:gd name="connsiteY32314" fmla="*/ 128731 h 2767298"/>
              <a:gd name="connsiteX32315" fmla="*/ 3168365 w 4752801"/>
              <a:gd name="connsiteY32315" fmla="*/ 128731 h 2767298"/>
              <a:gd name="connsiteX32316" fmla="*/ 3166341 w 4752801"/>
              <a:gd name="connsiteY32316" fmla="*/ 125087 h 2767298"/>
              <a:gd name="connsiteX32317" fmla="*/ 3127884 w 4752801"/>
              <a:gd name="connsiteY32317" fmla="*/ 121444 h 2767298"/>
              <a:gd name="connsiteX32318" fmla="*/ 3132337 w 4752801"/>
              <a:gd name="connsiteY32318" fmla="*/ 121444 h 2767298"/>
              <a:gd name="connsiteX32319" fmla="*/ 3134361 w 4752801"/>
              <a:gd name="connsiteY32319" fmla="*/ 125087 h 2767298"/>
              <a:gd name="connsiteX32320" fmla="*/ 3132337 w 4752801"/>
              <a:gd name="connsiteY32320" fmla="*/ 128731 h 2767298"/>
              <a:gd name="connsiteX32321" fmla="*/ 3127884 w 4752801"/>
              <a:gd name="connsiteY32321" fmla="*/ 128731 h 2767298"/>
              <a:gd name="connsiteX32322" fmla="*/ 3125860 w 4752801"/>
              <a:gd name="connsiteY32322" fmla="*/ 125087 h 2767298"/>
              <a:gd name="connsiteX32323" fmla="*/ 3087808 w 4752801"/>
              <a:gd name="connsiteY32323" fmla="*/ 121039 h 2767298"/>
              <a:gd name="connsiteX32324" fmla="*/ 3092261 w 4752801"/>
              <a:gd name="connsiteY32324" fmla="*/ 121039 h 2767298"/>
              <a:gd name="connsiteX32325" fmla="*/ 3094689 w 4752801"/>
              <a:gd name="connsiteY32325" fmla="*/ 125087 h 2767298"/>
              <a:gd name="connsiteX32326" fmla="*/ 3092261 w 4752801"/>
              <a:gd name="connsiteY32326" fmla="*/ 129135 h 2767298"/>
              <a:gd name="connsiteX32327" fmla="*/ 3087808 w 4752801"/>
              <a:gd name="connsiteY32327" fmla="*/ 129135 h 2767298"/>
              <a:gd name="connsiteX32328" fmla="*/ 3085379 w 4752801"/>
              <a:gd name="connsiteY32328" fmla="*/ 125087 h 2767298"/>
              <a:gd name="connsiteX32329" fmla="*/ 3047326 w 4752801"/>
              <a:gd name="connsiteY32329" fmla="*/ 121039 h 2767298"/>
              <a:gd name="connsiteX32330" fmla="*/ 3050970 w 4752801"/>
              <a:gd name="connsiteY32330" fmla="*/ 121039 h 2767298"/>
              <a:gd name="connsiteX32331" fmla="*/ 3052184 w 4752801"/>
              <a:gd name="connsiteY32331" fmla="*/ 121444 h 2767298"/>
              <a:gd name="connsiteX32332" fmla="*/ 3054208 w 4752801"/>
              <a:gd name="connsiteY32332" fmla="*/ 124682 h 2767298"/>
              <a:gd name="connsiteX32333" fmla="*/ 3054208 w 4752801"/>
              <a:gd name="connsiteY32333" fmla="*/ 125897 h 2767298"/>
              <a:gd name="connsiteX32334" fmla="*/ 3052184 w 4752801"/>
              <a:gd name="connsiteY32334" fmla="*/ 129135 h 2767298"/>
              <a:gd name="connsiteX32335" fmla="*/ 3050970 w 4752801"/>
              <a:gd name="connsiteY32335" fmla="*/ 129540 h 2767298"/>
              <a:gd name="connsiteX32336" fmla="*/ 3047326 w 4752801"/>
              <a:gd name="connsiteY32336" fmla="*/ 129540 h 2767298"/>
              <a:gd name="connsiteX32337" fmla="*/ 3046112 w 4752801"/>
              <a:gd name="connsiteY32337" fmla="*/ 129135 h 2767298"/>
              <a:gd name="connsiteX32338" fmla="*/ 3044088 w 4752801"/>
              <a:gd name="connsiteY32338" fmla="*/ 125897 h 2767298"/>
              <a:gd name="connsiteX32339" fmla="*/ 3044088 w 4752801"/>
              <a:gd name="connsiteY32339" fmla="*/ 124682 h 2767298"/>
              <a:gd name="connsiteX32340" fmla="*/ 3046112 w 4752801"/>
              <a:gd name="connsiteY32340" fmla="*/ 121444 h 2767298"/>
              <a:gd name="connsiteX32341" fmla="*/ 3047326 w 4752801"/>
              <a:gd name="connsiteY32341" fmla="*/ 121039 h 2767298"/>
              <a:gd name="connsiteX32342" fmla="*/ 2965959 w 4752801"/>
              <a:gd name="connsiteY32342" fmla="*/ 120229 h 2767298"/>
              <a:gd name="connsiteX32343" fmla="*/ 2970816 w 4752801"/>
              <a:gd name="connsiteY32343" fmla="*/ 120229 h 2767298"/>
              <a:gd name="connsiteX32344" fmla="*/ 2972031 w 4752801"/>
              <a:gd name="connsiteY32344" fmla="*/ 120634 h 2767298"/>
              <a:gd name="connsiteX32345" fmla="*/ 2974460 w 4752801"/>
              <a:gd name="connsiteY32345" fmla="*/ 124682 h 2767298"/>
              <a:gd name="connsiteX32346" fmla="*/ 2974460 w 4752801"/>
              <a:gd name="connsiteY32346" fmla="*/ 125896 h 2767298"/>
              <a:gd name="connsiteX32347" fmla="*/ 2972031 w 4752801"/>
              <a:gd name="connsiteY32347" fmla="*/ 129945 h 2767298"/>
              <a:gd name="connsiteX32348" fmla="*/ 2970816 w 4752801"/>
              <a:gd name="connsiteY32348" fmla="*/ 130349 h 2767298"/>
              <a:gd name="connsiteX32349" fmla="*/ 2965959 w 4752801"/>
              <a:gd name="connsiteY32349" fmla="*/ 130349 h 2767298"/>
              <a:gd name="connsiteX32350" fmla="*/ 2964744 w 4752801"/>
              <a:gd name="connsiteY32350" fmla="*/ 129945 h 2767298"/>
              <a:gd name="connsiteX32351" fmla="*/ 2962316 w 4752801"/>
              <a:gd name="connsiteY32351" fmla="*/ 125896 h 2767298"/>
              <a:gd name="connsiteX32352" fmla="*/ 2962316 w 4752801"/>
              <a:gd name="connsiteY32352" fmla="*/ 124682 h 2767298"/>
              <a:gd name="connsiteX32353" fmla="*/ 2964744 w 4752801"/>
              <a:gd name="connsiteY32353" fmla="*/ 120634 h 2767298"/>
              <a:gd name="connsiteX32354" fmla="*/ 2965959 w 4752801"/>
              <a:gd name="connsiteY32354" fmla="*/ 120229 h 2767298"/>
              <a:gd name="connsiteX32355" fmla="*/ 2884996 w 4752801"/>
              <a:gd name="connsiteY32355" fmla="*/ 120229 h 2767298"/>
              <a:gd name="connsiteX32356" fmla="*/ 2889853 w 4752801"/>
              <a:gd name="connsiteY32356" fmla="*/ 120229 h 2767298"/>
              <a:gd name="connsiteX32357" fmla="*/ 2891068 w 4752801"/>
              <a:gd name="connsiteY32357" fmla="*/ 120634 h 2767298"/>
              <a:gd name="connsiteX32358" fmla="*/ 2893497 w 4752801"/>
              <a:gd name="connsiteY32358" fmla="*/ 124682 h 2767298"/>
              <a:gd name="connsiteX32359" fmla="*/ 2893497 w 4752801"/>
              <a:gd name="connsiteY32359" fmla="*/ 125896 h 2767298"/>
              <a:gd name="connsiteX32360" fmla="*/ 2891068 w 4752801"/>
              <a:gd name="connsiteY32360" fmla="*/ 129945 h 2767298"/>
              <a:gd name="connsiteX32361" fmla="*/ 2889853 w 4752801"/>
              <a:gd name="connsiteY32361" fmla="*/ 130349 h 2767298"/>
              <a:gd name="connsiteX32362" fmla="*/ 2884996 w 4752801"/>
              <a:gd name="connsiteY32362" fmla="*/ 130349 h 2767298"/>
              <a:gd name="connsiteX32363" fmla="*/ 2883781 w 4752801"/>
              <a:gd name="connsiteY32363" fmla="*/ 129945 h 2767298"/>
              <a:gd name="connsiteX32364" fmla="*/ 2881353 w 4752801"/>
              <a:gd name="connsiteY32364" fmla="*/ 125896 h 2767298"/>
              <a:gd name="connsiteX32365" fmla="*/ 2881353 w 4752801"/>
              <a:gd name="connsiteY32365" fmla="*/ 124682 h 2767298"/>
              <a:gd name="connsiteX32366" fmla="*/ 2883781 w 4752801"/>
              <a:gd name="connsiteY32366" fmla="*/ 120634 h 2767298"/>
              <a:gd name="connsiteX32367" fmla="*/ 2884996 w 4752801"/>
              <a:gd name="connsiteY32367" fmla="*/ 120229 h 2767298"/>
              <a:gd name="connsiteX32368" fmla="*/ 2844110 w 4752801"/>
              <a:gd name="connsiteY32368" fmla="*/ 120229 h 2767298"/>
              <a:gd name="connsiteX32369" fmla="*/ 2848968 w 4752801"/>
              <a:gd name="connsiteY32369" fmla="*/ 120229 h 2767298"/>
              <a:gd name="connsiteX32370" fmla="*/ 2850182 w 4752801"/>
              <a:gd name="connsiteY32370" fmla="*/ 120634 h 2767298"/>
              <a:gd name="connsiteX32371" fmla="*/ 2852611 w 4752801"/>
              <a:gd name="connsiteY32371" fmla="*/ 124682 h 2767298"/>
              <a:gd name="connsiteX32372" fmla="*/ 2852611 w 4752801"/>
              <a:gd name="connsiteY32372" fmla="*/ 125896 h 2767298"/>
              <a:gd name="connsiteX32373" fmla="*/ 2850182 w 4752801"/>
              <a:gd name="connsiteY32373" fmla="*/ 129945 h 2767298"/>
              <a:gd name="connsiteX32374" fmla="*/ 2848968 w 4752801"/>
              <a:gd name="connsiteY32374" fmla="*/ 131159 h 2767298"/>
              <a:gd name="connsiteX32375" fmla="*/ 2844110 w 4752801"/>
              <a:gd name="connsiteY32375" fmla="*/ 131159 h 2767298"/>
              <a:gd name="connsiteX32376" fmla="*/ 2842896 w 4752801"/>
              <a:gd name="connsiteY32376" fmla="*/ 130349 h 2767298"/>
              <a:gd name="connsiteX32377" fmla="*/ 2840467 w 4752801"/>
              <a:gd name="connsiteY32377" fmla="*/ 126301 h 2767298"/>
              <a:gd name="connsiteX32378" fmla="*/ 2840467 w 4752801"/>
              <a:gd name="connsiteY32378" fmla="*/ 125087 h 2767298"/>
              <a:gd name="connsiteX32379" fmla="*/ 2842896 w 4752801"/>
              <a:gd name="connsiteY32379" fmla="*/ 121039 h 2767298"/>
              <a:gd name="connsiteX32380" fmla="*/ 2844110 w 4752801"/>
              <a:gd name="connsiteY32380" fmla="*/ 120229 h 2767298"/>
              <a:gd name="connsiteX32381" fmla="*/ 2803629 w 4752801"/>
              <a:gd name="connsiteY32381" fmla="*/ 120229 h 2767298"/>
              <a:gd name="connsiteX32382" fmla="*/ 2808487 w 4752801"/>
              <a:gd name="connsiteY32382" fmla="*/ 120229 h 2767298"/>
              <a:gd name="connsiteX32383" fmla="*/ 2809701 w 4752801"/>
              <a:gd name="connsiteY32383" fmla="*/ 120634 h 2767298"/>
              <a:gd name="connsiteX32384" fmla="*/ 2812130 w 4752801"/>
              <a:gd name="connsiteY32384" fmla="*/ 124682 h 2767298"/>
              <a:gd name="connsiteX32385" fmla="*/ 2812130 w 4752801"/>
              <a:gd name="connsiteY32385" fmla="*/ 125896 h 2767298"/>
              <a:gd name="connsiteX32386" fmla="*/ 2809701 w 4752801"/>
              <a:gd name="connsiteY32386" fmla="*/ 129945 h 2767298"/>
              <a:gd name="connsiteX32387" fmla="*/ 2808487 w 4752801"/>
              <a:gd name="connsiteY32387" fmla="*/ 130349 h 2767298"/>
              <a:gd name="connsiteX32388" fmla="*/ 2803629 w 4752801"/>
              <a:gd name="connsiteY32388" fmla="*/ 130349 h 2767298"/>
              <a:gd name="connsiteX32389" fmla="*/ 2802415 w 4752801"/>
              <a:gd name="connsiteY32389" fmla="*/ 129945 h 2767298"/>
              <a:gd name="connsiteX32390" fmla="*/ 2799986 w 4752801"/>
              <a:gd name="connsiteY32390" fmla="*/ 125896 h 2767298"/>
              <a:gd name="connsiteX32391" fmla="*/ 2799986 w 4752801"/>
              <a:gd name="connsiteY32391" fmla="*/ 124682 h 2767298"/>
              <a:gd name="connsiteX32392" fmla="*/ 2802415 w 4752801"/>
              <a:gd name="connsiteY32392" fmla="*/ 120634 h 2767298"/>
              <a:gd name="connsiteX32393" fmla="*/ 2803629 w 4752801"/>
              <a:gd name="connsiteY32393" fmla="*/ 120229 h 2767298"/>
              <a:gd name="connsiteX32394" fmla="*/ 2763148 w 4752801"/>
              <a:gd name="connsiteY32394" fmla="*/ 120229 h 2767298"/>
              <a:gd name="connsiteX32395" fmla="*/ 2768006 w 4752801"/>
              <a:gd name="connsiteY32395" fmla="*/ 120229 h 2767298"/>
              <a:gd name="connsiteX32396" fmla="*/ 2769220 w 4752801"/>
              <a:gd name="connsiteY32396" fmla="*/ 120634 h 2767298"/>
              <a:gd name="connsiteX32397" fmla="*/ 2771649 w 4752801"/>
              <a:gd name="connsiteY32397" fmla="*/ 124682 h 2767298"/>
              <a:gd name="connsiteX32398" fmla="*/ 2771649 w 4752801"/>
              <a:gd name="connsiteY32398" fmla="*/ 125896 h 2767298"/>
              <a:gd name="connsiteX32399" fmla="*/ 2769220 w 4752801"/>
              <a:gd name="connsiteY32399" fmla="*/ 129945 h 2767298"/>
              <a:gd name="connsiteX32400" fmla="*/ 2768006 w 4752801"/>
              <a:gd name="connsiteY32400" fmla="*/ 130349 h 2767298"/>
              <a:gd name="connsiteX32401" fmla="*/ 2763148 w 4752801"/>
              <a:gd name="connsiteY32401" fmla="*/ 130349 h 2767298"/>
              <a:gd name="connsiteX32402" fmla="*/ 2761934 w 4752801"/>
              <a:gd name="connsiteY32402" fmla="*/ 129945 h 2767298"/>
              <a:gd name="connsiteX32403" fmla="*/ 2759505 w 4752801"/>
              <a:gd name="connsiteY32403" fmla="*/ 125896 h 2767298"/>
              <a:gd name="connsiteX32404" fmla="*/ 2759505 w 4752801"/>
              <a:gd name="connsiteY32404" fmla="*/ 124682 h 2767298"/>
              <a:gd name="connsiteX32405" fmla="*/ 2761934 w 4752801"/>
              <a:gd name="connsiteY32405" fmla="*/ 120634 h 2767298"/>
              <a:gd name="connsiteX32406" fmla="*/ 2763148 w 4752801"/>
              <a:gd name="connsiteY32406" fmla="*/ 120229 h 2767298"/>
              <a:gd name="connsiteX32407" fmla="*/ 2399626 w 4752801"/>
              <a:gd name="connsiteY32407" fmla="*/ 120229 h 2767298"/>
              <a:gd name="connsiteX32408" fmla="*/ 2403674 w 4752801"/>
              <a:gd name="connsiteY32408" fmla="*/ 120229 h 2767298"/>
              <a:gd name="connsiteX32409" fmla="*/ 2404889 w 4752801"/>
              <a:gd name="connsiteY32409" fmla="*/ 120634 h 2767298"/>
              <a:gd name="connsiteX32410" fmla="*/ 2406913 w 4752801"/>
              <a:gd name="connsiteY32410" fmla="*/ 124277 h 2767298"/>
              <a:gd name="connsiteX32411" fmla="*/ 2406913 w 4752801"/>
              <a:gd name="connsiteY32411" fmla="*/ 125492 h 2767298"/>
              <a:gd name="connsiteX32412" fmla="*/ 2404889 w 4752801"/>
              <a:gd name="connsiteY32412" fmla="*/ 129135 h 2767298"/>
              <a:gd name="connsiteX32413" fmla="*/ 2403674 w 4752801"/>
              <a:gd name="connsiteY32413" fmla="*/ 129540 h 2767298"/>
              <a:gd name="connsiteX32414" fmla="*/ 2399626 w 4752801"/>
              <a:gd name="connsiteY32414" fmla="*/ 129540 h 2767298"/>
              <a:gd name="connsiteX32415" fmla="*/ 2398412 w 4752801"/>
              <a:gd name="connsiteY32415" fmla="*/ 129135 h 2767298"/>
              <a:gd name="connsiteX32416" fmla="*/ 2396388 w 4752801"/>
              <a:gd name="connsiteY32416" fmla="*/ 125492 h 2767298"/>
              <a:gd name="connsiteX32417" fmla="*/ 2396388 w 4752801"/>
              <a:gd name="connsiteY32417" fmla="*/ 124277 h 2767298"/>
              <a:gd name="connsiteX32418" fmla="*/ 2398412 w 4752801"/>
              <a:gd name="connsiteY32418" fmla="*/ 120634 h 2767298"/>
              <a:gd name="connsiteX32419" fmla="*/ 2399626 w 4752801"/>
              <a:gd name="connsiteY32419" fmla="*/ 120229 h 2767298"/>
              <a:gd name="connsiteX32420" fmla="*/ 3006440 w 4752801"/>
              <a:gd name="connsiteY32420" fmla="*/ 119825 h 2767298"/>
              <a:gd name="connsiteX32421" fmla="*/ 3010893 w 4752801"/>
              <a:gd name="connsiteY32421" fmla="*/ 119825 h 2767298"/>
              <a:gd name="connsiteX32422" fmla="*/ 3012107 w 4752801"/>
              <a:gd name="connsiteY32422" fmla="*/ 120230 h 2767298"/>
              <a:gd name="connsiteX32423" fmla="*/ 3014536 w 4752801"/>
              <a:gd name="connsiteY32423" fmla="*/ 124278 h 2767298"/>
              <a:gd name="connsiteX32424" fmla="*/ 3014536 w 4752801"/>
              <a:gd name="connsiteY32424" fmla="*/ 125492 h 2767298"/>
              <a:gd name="connsiteX32425" fmla="*/ 3012107 w 4752801"/>
              <a:gd name="connsiteY32425" fmla="*/ 129540 h 2767298"/>
              <a:gd name="connsiteX32426" fmla="*/ 3010893 w 4752801"/>
              <a:gd name="connsiteY32426" fmla="*/ 129945 h 2767298"/>
              <a:gd name="connsiteX32427" fmla="*/ 3006440 w 4752801"/>
              <a:gd name="connsiteY32427" fmla="*/ 129945 h 2767298"/>
              <a:gd name="connsiteX32428" fmla="*/ 3005225 w 4752801"/>
              <a:gd name="connsiteY32428" fmla="*/ 129540 h 2767298"/>
              <a:gd name="connsiteX32429" fmla="*/ 3002797 w 4752801"/>
              <a:gd name="connsiteY32429" fmla="*/ 125492 h 2767298"/>
              <a:gd name="connsiteX32430" fmla="*/ 3002797 w 4752801"/>
              <a:gd name="connsiteY32430" fmla="*/ 124278 h 2767298"/>
              <a:gd name="connsiteX32431" fmla="*/ 3005225 w 4752801"/>
              <a:gd name="connsiteY32431" fmla="*/ 120230 h 2767298"/>
              <a:gd name="connsiteX32432" fmla="*/ 3006440 w 4752801"/>
              <a:gd name="connsiteY32432" fmla="*/ 119825 h 2767298"/>
              <a:gd name="connsiteX32433" fmla="*/ 2925073 w 4752801"/>
              <a:gd name="connsiteY32433" fmla="*/ 119825 h 2767298"/>
              <a:gd name="connsiteX32434" fmla="*/ 2930336 w 4752801"/>
              <a:gd name="connsiteY32434" fmla="*/ 119825 h 2767298"/>
              <a:gd name="connsiteX32435" fmla="*/ 2931550 w 4752801"/>
              <a:gd name="connsiteY32435" fmla="*/ 120230 h 2767298"/>
              <a:gd name="connsiteX32436" fmla="*/ 2933979 w 4752801"/>
              <a:gd name="connsiteY32436" fmla="*/ 124683 h 2767298"/>
              <a:gd name="connsiteX32437" fmla="*/ 2933979 w 4752801"/>
              <a:gd name="connsiteY32437" fmla="*/ 125897 h 2767298"/>
              <a:gd name="connsiteX32438" fmla="*/ 2931550 w 4752801"/>
              <a:gd name="connsiteY32438" fmla="*/ 130350 h 2767298"/>
              <a:gd name="connsiteX32439" fmla="*/ 2930336 w 4752801"/>
              <a:gd name="connsiteY32439" fmla="*/ 130755 h 2767298"/>
              <a:gd name="connsiteX32440" fmla="*/ 2925073 w 4752801"/>
              <a:gd name="connsiteY32440" fmla="*/ 130755 h 2767298"/>
              <a:gd name="connsiteX32441" fmla="*/ 2923859 w 4752801"/>
              <a:gd name="connsiteY32441" fmla="*/ 130350 h 2767298"/>
              <a:gd name="connsiteX32442" fmla="*/ 2921430 w 4752801"/>
              <a:gd name="connsiteY32442" fmla="*/ 125897 h 2767298"/>
              <a:gd name="connsiteX32443" fmla="*/ 2921430 w 4752801"/>
              <a:gd name="connsiteY32443" fmla="*/ 124683 h 2767298"/>
              <a:gd name="connsiteX32444" fmla="*/ 2923859 w 4752801"/>
              <a:gd name="connsiteY32444" fmla="*/ 120230 h 2767298"/>
              <a:gd name="connsiteX32445" fmla="*/ 2925073 w 4752801"/>
              <a:gd name="connsiteY32445" fmla="*/ 119825 h 2767298"/>
              <a:gd name="connsiteX32446" fmla="*/ 2722666 w 4752801"/>
              <a:gd name="connsiteY32446" fmla="*/ 119825 h 2767298"/>
              <a:gd name="connsiteX32447" fmla="*/ 2727928 w 4752801"/>
              <a:gd name="connsiteY32447" fmla="*/ 119825 h 2767298"/>
              <a:gd name="connsiteX32448" fmla="*/ 2729143 w 4752801"/>
              <a:gd name="connsiteY32448" fmla="*/ 120230 h 2767298"/>
              <a:gd name="connsiteX32449" fmla="*/ 2731977 w 4752801"/>
              <a:gd name="connsiteY32449" fmla="*/ 124683 h 2767298"/>
              <a:gd name="connsiteX32450" fmla="*/ 2731977 w 4752801"/>
              <a:gd name="connsiteY32450" fmla="*/ 125897 h 2767298"/>
              <a:gd name="connsiteX32451" fmla="*/ 2729143 w 4752801"/>
              <a:gd name="connsiteY32451" fmla="*/ 130350 h 2767298"/>
              <a:gd name="connsiteX32452" fmla="*/ 2727928 w 4752801"/>
              <a:gd name="connsiteY32452" fmla="*/ 130755 h 2767298"/>
              <a:gd name="connsiteX32453" fmla="*/ 2722666 w 4752801"/>
              <a:gd name="connsiteY32453" fmla="*/ 130755 h 2767298"/>
              <a:gd name="connsiteX32454" fmla="*/ 2721452 w 4752801"/>
              <a:gd name="connsiteY32454" fmla="*/ 130350 h 2767298"/>
              <a:gd name="connsiteX32455" fmla="*/ 2718618 w 4752801"/>
              <a:gd name="connsiteY32455" fmla="*/ 125897 h 2767298"/>
              <a:gd name="connsiteX32456" fmla="*/ 2718618 w 4752801"/>
              <a:gd name="connsiteY32456" fmla="*/ 124683 h 2767298"/>
              <a:gd name="connsiteX32457" fmla="*/ 2721452 w 4752801"/>
              <a:gd name="connsiteY32457" fmla="*/ 120230 h 2767298"/>
              <a:gd name="connsiteX32458" fmla="*/ 2722666 w 4752801"/>
              <a:gd name="connsiteY32458" fmla="*/ 119825 h 2767298"/>
              <a:gd name="connsiteX32459" fmla="*/ 2560742 w 4752801"/>
              <a:gd name="connsiteY32459" fmla="*/ 119420 h 2767298"/>
              <a:gd name="connsiteX32460" fmla="*/ 2566004 w 4752801"/>
              <a:gd name="connsiteY32460" fmla="*/ 119420 h 2767298"/>
              <a:gd name="connsiteX32461" fmla="*/ 2567219 w 4752801"/>
              <a:gd name="connsiteY32461" fmla="*/ 120230 h 2767298"/>
              <a:gd name="connsiteX32462" fmla="*/ 2570052 w 4752801"/>
              <a:gd name="connsiteY32462" fmla="*/ 124683 h 2767298"/>
              <a:gd name="connsiteX32463" fmla="*/ 2570052 w 4752801"/>
              <a:gd name="connsiteY32463" fmla="*/ 125897 h 2767298"/>
              <a:gd name="connsiteX32464" fmla="*/ 2567219 w 4752801"/>
              <a:gd name="connsiteY32464" fmla="*/ 130350 h 2767298"/>
              <a:gd name="connsiteX32465" fmla="*/ 2566004 w 4752801"/>
              <a:gd name="connsiteY32465" fmla="*/ 130755 h 2767298"/>
              <a:gd name="connsiteX32466" fmla="*/ 2560742 w 4752801"/>
              <a:gd name="connsiteY32466" fmla="*/ 130755 h 2767298"/>
              <a:gd name="connsiteX32467" fmla="*/ 2559527 w 4752801"/>
              <a:gd name="connsiteY32467" fmla="*/ 130350 h 2767298"/>
              <a:gd name="connsiteX32468" fmla="*/ 2556694 w 4752801"/>
              <a:gd name="connsiteY32468" fmla="*/ 125897 h 2767298"/>
              <a:gd name="connsiteX32469" fmla="*/ 2556694 w 4752801"/>
              <a:gd name="connsiteY32469" fmla="*/ 124683 h 2767298"/>
              <a:gd name="connsiteX32470" fmla="*/ 2559527 w 4752801"/>
              <a:gd name="connsiteY32470" fmla="*/ 120230 h 2767298"/>
              <a:gd name="connsiteX32471" fmla="*/ 2560742 w 4752801"/>
              <a:gd name="connsiteY32471" fmla="*/ 119420 h 2767298"/>
              <a:gd name="connsiteX32472" fmla="*/ 2479375 w 4752801"/>
              <a:gd name="connsiteY32472" fmla="*/ 119015 h 2767298"/>
              <a:gd name="connsiteX32473" fmla="*/ 2485447 w 4752801"/>
              <a:gd name="connsiteY32473" fmla="*/ 119015 h 2767298"/>
              <a:gd name="connsiteX32474" fmla="*/ 2486661 w 4752801"/>
              <a:gd name="connsiteY32474" fmla="*/ 119420 h 2767298"/>
              <a:gd name="connsiteX32475" fmla="*/ 2489900 w 4752801"/>
              <a:gd name="connsiteY32475" fmla="*/ 124682 h 2767298"/>
              <a:gd name="connsiteX32476" fmla="*/ 2489900 w 4752801"/>
              <a:gd name="connsiteY32476" fmla="*/ 125897 h 2767298"/>
              <a:gd name="connsiteX32477" fmla="*/ 2486661 w 4752801"/>
              <a:gd name="connsiteY32477" fmla="*/ 131159 h 2767298"/>
              <a:gd name="connsiteX32478" fmla="*/ 2485447 w 4752801"/>
              <a:gd name="connsiteY32478" fmla="*/ 131564 h 2767298"/>
              <a:gd name="connsiteX32479" fmla="*/ 2479375 w 4752801"/>
              <a:gd name="connsiteY32479" fmla="*/ 131564 h 2767298"/>
              <a:gd name="connsiteX32480" fmla="*/ 2478160 w 4752801"/>
              <a:gd name="connsiteY32480" fmla="*/ 131159 h 2767298"/>
              <a:gd name="connsiteX32481" fmla="*/ 2474922 w 4752801"/>
              <a:gd name="connsiteY32481" fmla="*/ 125897 h 2767298"/>
              <a:gd name="connsiteX32482" fmla="*/ 2474922 w 4752801"/>
              <a:gd name="connsiteY32482" fmla="*/ 124682 h 2767298"/>
              <a:gd name="connsiteX32483" fmla="*/ 2478160 w 4752801"/>
              <a:gd name="connsiteY32483" fmla="*/ 119420 h 2767298"/>
              <a:gd name="connsiteX32484" fmla="*/ 2479375 w 4752801"/>
              <a:gd name="connsiteY32484" fmla="*/ 119015 h 2767298"/>
              <a:gd name="connsiteX32485" fmla="*/ 2682185 w 4752801"/>
              <a:gd name="connsiteY32485" fmla="*/ 118610 h 2767298"/>
              <a:gd name="connsiteX32486" fmla="*/ 2687852 w 4752801"/>
              <a:gd name="connsiteY32486" fmla="*/ 118610 h 2767298"/>
              <a:gd name="connsiteX32487" fmla="*/ 2689067 w 4752801"/>
              <a:gd name="connsiteY32487" fmla="*/ 119015 h 2767298"/>
              <a:gd name="connsiteX32488" fmla="*/ 2691900 w 4752801"/>
              <a:gd name="connsiteY32488" fmla="*/ 124277 h 2767298"/>
              <a:gd name="connsiteX32489" fmla="*/ 2691900 w 4752801"/>
              <a:gd name="connsiteY32489" fmla="*/ 125492 h 2767298"/>
              <a:gd name="connsiteX32490" fmla="*/ 2689067 w 4752801"/>
              <a:gd name="connsiteY32490" fmla="*/ 130754 h 2767298"/>
              <a:gd name="connsiteX32491" fmla="*/ 2687852 w 4752801"/>
              <a:gd name="connsiteY32491" fmla="*/ 131159 h 2767298"/>
              <a:gd name="connsiteX32492" fmla="*/ 2682185 w 4752801"/>
              <a:gd name="connsiteY32492" fmla="*/ 131159 h 2767298"/>
              <a:gd name="connsiteX32493" fmla="*/ 2680971 w 4752801"/>
              <a:gd name="connsiteY32493" fmla="*/ 130754 h 2767298"/>
              <a:gd name="connsiteX32494" fmla="*/ 2678137 w 4752801"/>
              <a:gd name="connsiteY32494" fmla="*/ 125492 h 2767298"/>
              <a:gd name="connsiteX32495" fmla="*/ 2678137 w 4752801"/>
              <a:gd name="connsiteY32495" fmla="*/ 124277 h 2767298"/>
              <a:gd name="connsiteX32496" fmla="*/ 2680971 w 4752801"/>
              <a:gd name="connsiteY32496" fmla="*/ 119015 h 2767298"/>
              <a:gd name="connsiteX32497" fmla="*/ 2682185 w 4752801"/>
              <a:gd name="connsiteY32497" fmla="*/ 118610 h 2767298"/>
              <a:gd name="connsiteX32498" fmla="*/ 2641299 w 4752801"/>
              <a:gd name="connsiteY32498" fmla="*/ 118610 h 2767298"/>
              <a:gd name="connsiteX32499" fmla="*/ 2647371 w 4752801"/>
              <a:gd name="connsiteY32499" fmla="*/ 118610 h 2767298"/>
              <a:gd name="connsiteX32500" fmla="*/ 2648585 w 4752801"/>
              <a:gd name="connsiteY32500" fmla="*/ 119015 h 2767298"/>
              <a:gd name="connsiteX32501" fmla="*/ 2651419 w 4752801"/>
              <a:gd name="connsiteY32501" fmla="*/ 124277 h 2767298"/>
              <a:gd name="connsiteX32502" fmla="*/ 2651419 w 4752801"/>
              <a:gd name="connsiteY32502" fmla="*/ 125492 h 2767298"/>
              <a:gd name="connsiteX32503" fmla="*/ 2648585 w 4752801"/>
              <a:gd name="connsiteY32503" fmla="*/ 130754 h 2767298"/>
              <a:gd name="connsiteX32504" fmla="*/ 2647371 w 4752801"/>
              <a:gd name="connsiteY32504" fmla="*/ 131159 h 2767298"/>
              <a:gd name="connsiteX32505" fmla="*/ 2641299 w 4752801"/>
              <a:gd name="connsiteY32505" fmla="*/ 131159 h 2767298"/>
              <a:gd name="connsiteX32506" fmla="*/ 2640084 w 4752801"/>
              <a:gd name="connsiteY32506" fmla="*/ 130754 h 2767298"/>
              <a:gd name="connsiteX32507" fmla="*/ 2637251 w 4752801"/>
              <a:gd name="connsiteY32507" fmla="*/ 125492 h 2767298"/>
              <a:gd name="connsiteX32508" fmla="*/ 2637251 w 4752801"/>
              <a:gd name="connsiteY32508" fmla="*/ 124277 h 2767298"/>
              <a:gd name="connsiteX32509" fmla="*/ 2640084 w 4752801"/>
              <a:gd name="connsiteY32509" fmla="*/ 119015 h 2767298"/>
              <a:gd name="connsiteX32510" fmla="*/ 2641299 w 4752801"/>
              <a:gd name="connsiteY32510" fmla="*/ 118610 h 2767298"/>
              <a:gd name="connsiteX32511" fmla="*/ 2600818 w 4752801"/>
              <a:gd name="connsiteY32511" fmla="*/ 118610 h 2767298"/>
              <a:gd name="connsiteX32512" fmla="*/ 2606890 w 4752801"/>
              <a:gd name="connsiteY32512" fmla="*/ 118610 h 2767298"/>
              <a:gd name="connsiteX32513" fmla="*/ 2608104 w 4752801"/>
              <a:gd name="connsiteY32513" fmla="*/ 119015 h 2767298"/>
              <a:gd name="connsiteX32514" fmla="*/ 2610938 w 4752801"/>
              <a:gd name="connsiteY32514" fmla="*/ 124277 h 2767298"/>
              <a:gd name="connsiteX32515" fmla="*/ 2610938 w 4752801"/>
              <a:gd name="connsiteY32515" fmla="*/ 125492 h 2767298"/>
              <a:gd name="connsiteX32516" fmla="*/ 2608104 w 4752801"/>
              <a:gd name="connsiteY32516" fmla="*/ 130754 h 2767298"/>
              <a:gd name="connsiteX32517" fmla="*/ 2606890 w 4752801"/>
              <a:gd name="connsiteY32517" fmla="*/ 131159 h 2767298"/>
              <a:gd name="connsiteX32518" fmla="*/ 2600818 w 4752801"/>
              <a:gd name="connsiteY32518" fmla="*/ 131159 h 2767298"/>
              <a:gd name="connsiteX32519" fmla="*/ 2599603 w 4752801"/>
              <a:gd name="connsiteY32519" fmla="*/ 130754 h 2767298"/>
              <a:gd name="connsiteX32520" fmla="*/ 2596770 w 4752801"/>
              <a:gd name="connsiteY32520" fmla="*/ 125492 h 2767298"/>
              <a:gd name="connsiteX32521" fmla="*/ 2596770 w 4752801"/>
              <a:gd name="connsiteY32521" fmla="*/ 124277 h 2767298"/>
              <a:gd name="connsiteX32522" fmla="*/ 2599603 w 4752801"/>
              <a:gd name="connsiteY32522" fmla="*/ 119015 h 2767298"/>
              <a:gd name="connsiteX32523" fmla="*/ 2600818 w 4752801"/>
              <a:gd name="connsiteY32523" fmla="*/ 118610 h 2767298"/>
              <a:gd name="connsiteX32524" fmla="*/ 2519451 w 4752801"/>
              <a:gd name="connsiteY32524" fmla="*/ 118205 h 2767298"/>
              <a:gd name="connsiteX32525" fmla="*/ 2525928 w 4752801"/>
              <a:gd name="connsiteY32525" fmla="*/ 118205 h 2767298"/>
              <a:gd name="connsiteX32526" fmla="*/ 2527142 w 4752801"/>
              <a:gd name="connsiteY32526" fmla="*/ 118610 h 2767298"/>
              <a:gd name="connsiteX32527" fmla="*/ 2530381 w 4752801"/>
              <a:gd name="connsiteY32527" fmla="*/ 124277 h 2767298"/>
              <a:gd name="connsiteX32528" fmla="*/ 2530381 w 4752801"/>
              <a:gd name="connsiteY32528" fmla="*/ 125492 h 2767298"/>
              <a:gd name="connsiteX32529" fmla="*/ 2527142 w 4752801"/>
              <a:gd name="connsiteY32529" fmla="*/ 131159 h 2767298"/>
              <a:gd name="connsiteX32530" fmla="*/ 2525928 w 4752801"/>
              <a:gd name="connsiteY32530" fmla="*/ 131564 h 2767298"/>
              <a:gd name="connsiteX32531" fmla="*/ 2519451 w 4752801"/>
              <a:gd name="connsiteY32531" fmla="*/ 131564 h 2767298"/>
              <a:gd name="connsiteX32532" fmla="*/ 2518236 w 4752801"/>
              <a:gd name="connsiteY32532" fmla="*/ 131159 h 2767298"/>
              <a:gd name="connsiteX32533" fmla="*/ 2514998 w 4752801"/>
              <a:gd name="connsiteY32533" fmla="*/ 125492 h 2767298"/>
              <a:gd name="connsiteX32534" fmla="*/ 2514998 w 4752801"/>
              <a:gd name="connsiteY32534" fmla="*/ 124277 h 2767298"/>
              <a:gd name="connsiteX32535" fmla="*/ 2518236 w 4752801"/>
              <a:gd name="connsiteY32535" fmla="*/ 118610 h 2767298"/>
              <a:gd name="connsiteX32536" fmla="*/ 2519451 w 4752801"/>
              <a:gd name="connsiteY32536" fmla="*/ 118205 h 2767298"/>
              <a:gd name="connsiteX32537" fmla="*/ 2438893 w 4752801"/>
              <a:gd name="connsiteY32537" fmla="*/ 117800 h 2767298"/>
              <a:gd name="connsiteX32538" fmla="*/ 2445370 w 4752801"/>
              <a:gd name="connsiteY32538" fmla="*/ 117800 h 2767298"/>
              <a:gd name="connsiteX32539" fmla="*/ 2446584 w 4752801"/>
              <a:gd name="connsiteY32539" fmla="*/ 118610 h 2767298"/>
              <a:gd name="connsiteX32540" fmla="*/ 2449822 w 4752801"/>
              <a:gd name="connsiteY32540" fmla="*/ 124277 h 2767298"/>
              <a:gd name="connsiteX32541" fmla="*/ 2449822 w 4752801"/>
              <a:gd name="connsiteY32541" fmla="*/ 125491 h 2767298"/>
              <a:gd name="connsiteX32542" fmla="*/ 2446584 w 4752801"/>
              <a:gd name="connsiteY32542" fmla="*/ 131159 h 2767298"/>
              <a:gd name="connsiteX32543" fmla="*/ 2445370 w 4752801"/>
              <a:gd name="connsiteY32543" fmla="*/ 131968 h 2767298"/>
              <a:gd name="connsiteX32544" fmla="*/ 2438893 w 4752801"/>
              <a:gd name="connsiteY32544" fmla="*/ 131968 h 2767298"/>
              <a:gd name="connsiteX32545" fmla="*/ 2437678 w 4752801"/>
              <a:gd name="connsiteY32545" fmla="*/ 131159 h 2767298"/>
              <a:gd name="connsiteX32546" fmla="*/ 2434440 w 4752801"/>
              <a:gd name="connsiteY32546" fmla="*/ 125491 h 2767298"/>
              <a:gd name="connsiteX32547" fmla="*/ 2434440 w 4752801"/>
              <a:gd name="connsiteY32547" fmla="*/ 124277 h 2767298"/>
              <a:gd name="connsiteX32548" fmla="*/ 2437678 w 4752801"/>
              <a:gd name="connsiteY32548" fmla="*/ 118610 h 2767298"/>
              <a:gd name="connsiteX32549" fmla="*/ 2438893 w 4752801"/>
              <a:gd name="connsiteY32549" fmla="*/ 117800 h 2767298"/>
              <a:gd name="connsiteX32550" fmla="*/ 3573582 w 4752801"/>
              <a:gd name="connsiteY32550" fmla="*/ 81772 h 2767298"/>
              <a:gd name="connsiteX32551" fmla="*/ 3577226 w 4752801"/>
              <a:gd name="connsiteY32551" fmla="*/ 81772 h 2767298"/>
              <a:gd name="connsiteX32552" fmla="*/ 3578845 w 4752801"/>
              <a:gd name="connsiteY32552" fmla="*/ 84606 h 2767298"/>
              <a:gd name="connsiteX32553" fmla="*/ 3577226 w 4752801"/>
              <a:gd name="connsiteY32553" fmla="*/ 87439 h 2767298"/>
              <a:gd name="connsiteX32554" fmla="*/ 3573582 w 4752801"/>
              <a:gd name="connsiteY32554" fmla="*/ 87439 h 2767298"/>
              <a:gd name="connsiteX32555" fmla="*/ 3571963 w 4752801"/>
              <a:gd name="connsiteY32555" fmla="*/ 84606 h 2767298"/>
              <a:gd name="connsiteX32556" fmla="*/ 3533101 w 4752801"/>
              <a:gd name="connsiteY32556" fmla="*/ 81772 h 2767298"/>
              <a:gd name="connsiteX32557" fmla="*/ 3536745 w 4752801"/>
              <a:gd name="connsiteY32557" fmla="*/ 81772 h 2767298"/>
              <a:gd name="connsiteX32558" fmla="*/ 3538364 w 4752801"/>
              <a:gd name="connsiteY32558" fmla="*/ 84606 h 2767298"/>
              <a:gd name="connsiteX32559" fmla="*/ 3536745 w 4752801"/>
              <a:gd name="connsiteY32559" fmla="*/ 87439 h 2767298"/>
              <a:gd name="connsiteX32560" fmla="*/ 3533101 w 4752801"/>
              <a:gd name="connsiteY32560" fmla="*/ 87439 h 2767298"/>
              <a:gd name="connsiteX32561" fmla="*/ 3531482 w 4752801"/>
              <a:gd name="connsiteY32561" fmla="*/ 84606 h 2767298"/>
              <a:gd name="connsiteX32562" fmla="*/ 3493024 w 4752801"/>
              <a:gd name="connsiteY32562" fmla="*/ 81772 h 2767298"/>
              <a:gd name="connsiteX32563" fmla="*/ 3496263 w 4752801"/>
              <a:gd name="connsiteY32563" fmla="*/ 81772 h 2767298"/>
              <a:gd name="connsiteX32564" fmla="*/ 3497882 w 4752801"/>
              <a:gd name="connsiteY32564" fmla="*/ 84606 h 2767298"/>
              <a:gd name="connsiteX32565" fmla="*/ 3496263 w 4752801"/>
              <a:gd name="connsiteY32565" fmla="*/ 87439 h 2767298"/>
              <a:gd name="connsiteX32566" fmla="*/ 3493024 w 4752801"/>
              <a:gd name="connsiteY32566" fmla="*/ 87439 h 2767298"/>
              <a:gd name="connsiteX32567" fmla="*/ 3491405 w 4752801"/>
              <a:gd name="connsiteY32567" fmla="*/ 84606 h 2767298"/>
              <a:gd name="connsiteX32568" fmla="*/ 3452138 w 4752801"/>
              <a:gd name="connsiteY32568" fmla="*/ 81772 h 2767298"/>
              <a:gd name="connsiteX32569" fmla="*/ 3455782 w 4752801"/>
              <a:gd name="connsiteY32569" fmla="*/ 81772 h 2767298"/>
              <a:gd name="connsiteX32570" fmla="*/ 3457401 w 4752801"/>
              <a:gd name="connsiteY32570" fmla="*/ 84606 h 2767298"/>
              <a:gd name="connsiteX32571" fmla="*/ 3455782 w 4752801"/>
              <a:gd name="connsiteY32571" fmla="*/ 87439 h 2767298"/>
              <a:gd name="connsiteX32572" fmla="*/ 3452138 w 4752801"/>
              <a:gd name="connsiteY32572" fmla="*/ 87439 h 2767298"/>
              <a:gd name="connsiteX32573" fmla="*/ 3450519 w 4752801"/>
              <a:gd name="connsiteY32573" fmla="*/ 84606 h 2767298"/>
              <a:gd name="connsiteX32574" fmla="*/ 3412062 w 4752801"/>
              <a:gd name="connsiteY32574" fmla="*/ 81772 h 2767298"/>
              <a:gd name="connsiteX32575" fmla="*/ 3415301 w 4752801"/>
              <a:gd name="connsiteY32575" fmla="*/ 81772 h 2767298"/>
              <a:gd name="connsiteX32576" fmla="*/ 3416920 w 4752801"/>
              <a:gd name="connsiteY32576" fmla="*/ 84606 h 2767298"/>
              <a:gd name="connsiteX32577" fmla="*/ 3415301 w 4752801"/>
              <a:gd name="connsiteY32577" fmla="*/ 87439 h 2767298"/>
              <a:gd name="connsiteX32578" fmla="*/ 3412062 w 4752801"/>
              <a:gd name="connsiteY32578" fmla="*/ 87439 h 2767298"/>
              <a:gd name="connsiteX32579" fmla="*/ 3410443 w 4752801"/>
              <a:gd name="connsiteY32579" fmla="*/ 84606 h 2767298"/>
              <a:gd name="connsiteX32580" fmla="*/ 3371176 w 4752801"/>
              <a:gd name="connsiteY32580" fmla="*/ 81772 h 2767298"/>
              <a:gd name="connsiteX32581" fmla="*/ 3374820 w 4752801"/>
              <a:gd name="connsiteY32581" fmla="*/ 81772 h 2767298"/>
              <a:gd name="connsiteX32582" fmla="*/ 3376439 w 4752801"/>
              <a:gd name="connsiteY32582" fmla="*/ 84606 h 2767298"/>
              <a:gd name="connsiteX32583" fmla="*/ 3374820 w 4752801"/>
              <a:gd name="connsiteY32583" fmla="*/ 87439 h 2767298"/>
              <a:gd name="connsiteX32584" fmla="*/ 3371176 w 4752801"/>
              <a:gd name="connsiteY32584" fmla="*/ 87439 h 2767298"/>
              <a:gd name="connsiteX32585" fmla="*/ 3369557 w 4752801"/>
              <a:gd name="connsiteY32585" fmla="*/ 84606 h 2767298"/>
              <a:gd name="connsiteX32586" fmla="*/ 3331099 w 4752801"/>
              <a:gd name="connsiteY32586" fmla="*/ 81772 h 2767298"/>
              <a:gd name="connsiteX32587" fmla="*/ 3334338 w 4752801"/>
              <a:gd name="connsiteY32587" fmla="*/ 81772 h 2767298"/>
              <a:gd name="connsiteX32588" fmla="*/ 3335957 w 4752801"/>
              <a:gd name="connsiteY32588" fmla="*/ 84606 h 2767298"/>
              <a:gd name="connsiteX32589" fmla="*/ 3334338 w 4752801"/>
              <a:gd name="connsiteY32589" fmla="*/ 87439 h 2767298"/>
              <a:gd name="connsiteX32590" fmla="*/ 3331099 w 4752801"/>
              <a:gd name="connsiteY32590" fmla="*/ 87439 h 2767298"/>
              <a:gd name="connsiteX32591" fmla="*/ 3329480 w 4752801"/>
              <a:gd name="connsiteY32591" fmla="*/ 84606 h 2767298"/>
              <a:gd name="connsiteX32592" fmla="*/ 3290618 w 4752801"/>
              <a:gd name="connsiteY32592" fmla="*/ 81772 h 2767298"/>
              <a:gd name="connsiteX32593" fmla="*/ 3293857 w 4752801"/>
              <a:gd name="connsiteY32593" fmla="*/ 81772 h 2767298"/>
              <a:gd name="connsiteX32594" fmla="*/ 3295476 w 4752801"/>
              <a:gd name="connsiteY32594" fmla="*/ 84606 h 2767298"/>
              <a:gd name="connsiteX32595" fmla="*/ 3293857 w 4752801"/>
              <a:gd name="connsiteY32595" fmla="*/ 87439 h 2767298"/>
              <a:gd name="connsiteX32596" fmla="*/ 3290618 w 4752801"/>
              <a:gd name="connsiteY32596" fmla="*/ 87439 h 2767298"/>
              <a:gd name="connsiteX32597" fmla="*/ 3288999 w 4752801"/>
              <a:gd name="connsiteY32597" fmla="*/ 84606 h 2767298"/>
              <a:gd name="connsiteX32598" fmla="*/ 3250137 w 4752801"/>
              <a:gd name="connsiteY32598" fmla="*/ 81772 h 2767298"/>
              <a:gd name="connsiteX32599" fmla="*/ 3253376 w 4752801"/>
              <a:gd name="connsiteY32599" fmla="*/ 81772 h 2767298"/>
              <a:gd name="connsiteX32600" fmla="*/ 3254995 w 4752801"/>
              <a:gd name="connsiteY32600" fmla="*/ 84606 h 2767298"/>
              <a:gd name="connsiteX32601" fmla="*/ 3253376 w 4752801"/>
              <a:gd name="connsiteY32601" fmla="*/ 87439 h 2767298"/>
              <a:gd name="connsiteX32602" fmla="*/ 3250137 w 4752801"/>
              <a:gd name="connsiteY32602" fmla="*/ 87439 h 2767298"/>
              <a:gd name="connsiteX32603" fmla="*/ 3248518 w 4752801"/>
              <a:gd name="connsiteY32603" fmla="*/ 84606 h 2767298"/>
              <a:gd name="connsiteX32604" fmla="*/ 3088212 w 4752801"/>
              <a:gd name="connsiteY32604" fmla="*/ 81772 h 2767298"/>
              <a:gd name="connsiteX32605" fmla="*/ 3091451 w 4752801"/>
              <a:gd name="connsiteY32605" fmla="*/ 81772 h 2767298"/>
              <a:gd name="connsiteX32606" fmla="*/ 3093070 w 4752801"/>
              <a:gd name="connsiteY32606" fmla="*/ 84606 h 2767298"/>
              <a:gd name="connsiteX32607" fmla="*/ 3091451 w 4752801"/>
              <a:gd name="connsiteY32607" fmla="*/ 87439 h 2767298"/>
              <a:gd name="connsiteX32608" fmla="*/ 3088212 w 4752801"/>
              <a:gd name="connsiteY32608" fmla="*/ 87439 h 2767298"/>
              <a:gd name="connsiteX32609" fmla="*/ 3086593 w 4752801"/>
              <a:gd name="connsiteY32609" fmla="*/ 84606 h 2767298"/>
              <a:gd name="connsiteX32610" fmla="*/ 3209251 w 4752801"/>
              <a:gd name="connsiteY32610" fmla="*/ 81367 h 2767298"/>
              <a:gd name="connsiteX32611" fmla="*/ 3212895 w 4752801"/>
              <a:gd name="connsiteY32611" fmla="*/ 81367 h 2767298"/>
              <a:gd name="connsiteX32612" fmla="*/ 3214514 w 4752801"/>
              <a:gd name="connsiteY32612" fmla="*/ 84606 h 2767298"/>
              <a:gd name="connsiteX32613" fmla="*/ 3212895 w 4752801"/>
              <a:gd name="connsiteY32613" fmla="*/ 87844 h 2767298"/>
              <a:gd name="connsiteX32614" fmla="*/ 3209251 w 4752801"/>
              <a:gd name="connsiteY32614" fmla="*/ 87844 h 2767298"/>
              <a:gd name="connsiteX32615" fmla="*/ 3207632 w 4752801"/>
              <a:gd name="connsiteY32615" fmla="*/ 84606 h 2767298"/>
              <a:gd name="connsiteX32616" fmla="*/ 3169174 w 4752801"/>
              <a:gd name="connsiteY32616" fmla="*/ 81367 h 2767298"/>
              <a:gd name="connsiteX32617" fmla="*/ 3172817 w 4752801"/>
              <a:gd name="connsiteY32617" fmla="*/ 81367 h 2767298"/>
              <a:gd name="connsiteX32618" fmla="*/ 3174842 w 4752801"/>
              <a:gd name="connsiteY32618" fmla="*/ 84606 h 2767298"/>
              <a:gd name="connsiteX32619" fmla="*/ 3172817 w 4752801"/>
              <a:gd name="connsiteY32619" fmla="*/ 87844 h 2767298"/>
              <a:gd name="connsiteX32620" fmla="*/ 3169174 w 4752801"/>
              <a:gd name="connsiteY32620" fmla="*/ 87844 h 2767298"/>
              <a:gd name="connsiteX32621" fmla="*/ 3167150 w 4752801"/>
              <a:gd name="connsiteY32621" fmla="*/ 84606 h 2767298"/>
              <a:gd name="connsiteX32622" fmla="*/ 3128693 w 4752801"/>
              <a:gd name="connsiteY32622" fmla="*/ 81367 h 2767298"/>
              <a:gd name="connsiteX32623" fmla="*/ 3132336 w 4752801"/>
              <a:gd name="connsiteY32623" fmla="*/ 81367 h 2767298"/>
              <a:gd name="connsiteX32624" fmla="*/ 3134361 w 4752801"/>
              <a:gd name="connsiteY32624" fmla="*/ 84606 h 2767298"/>
              <a:gd name="connsiteX32625" fmla="*/ 3132336 w 4752801"/>
              <a:gd name="connsiteY32625" fmla="*/ 87844 h 2767298"/>
              <a:gd name="connsiteX32626" fmla="*/ 3128693 w 4752801"/>
              <a:gd name="connsiteY32626" fmla="*/ 87844 h 2767298"/>
              <a:gd name="connsiteX32627" fmla="*/ 3126669 w 4752801"/>
              <a:gd name="connsiteY32627" fmla="*/ 84606 h 2767298"/>
              <a:gd name="connsiteX32628" fmla="*/ 3046921 w 4752801"/>
              <a:gd name="connsiteY32628" fmla="*/ 80963 h 2767298"/>
              <a:gd name="connsiteX32629" fmla="*/ 3051374 w 4752801"/>
              <a:gd name="connsiteY32629" fmla="*/ 80963 h 2767298"/>
              <a:gd name="connsiteX32630" fmla="*/ 3053398 w 4752801"/>
              <a:gd name="connsiteY32630" fmla="*/ 84606 h 2767298"/>
              <a:gd name="connsiteX32631" fmla="*/ 3051374 w 4752801"/>
              <a:gd name="connsiteY32631" fmla="*/ 88250 h 2767298"/>
              <a:gd name="connsiteX32632" fmla="*/ 3046921 w 4752801"/>
              <a:gd name="connsiteY32632" fmla="*/ 88250 h 2767298"/>
              <a:gd name="connsiteX32633" fmla="*/ 3044897 w 4752801"/>
              <a:gd name="connsiteY32633" fmla="*/ 84606 h 2767298"/>
              <a:gd name="connsiteX32634" fmla="*/ 3006440 w 4752801"/>
              <a:gd name="connsiteY32634" fmla="*/ 80963 h 2767298"/>
              <a:gd name="connsiteX32635" fmla="*/ 3010893 w 4752801"/>
              <a:gd name="connsiteY32635" fmla="*/ 80963 h 2767298"/>
              <a:gd name="connsiteX32636" fmla="*/ 3012917 w 4752801"/>
              <a:gd name="connsiteY32636" fmla="*/ 84606 h 2767298"/>
              <a:gd name="connsiteX32637" fmla="*/ 3010893 w 4752801"/>
              <a:gd name="connsiteY32637" fmla="*/ 88250 h 2767298"/>
              <a:gd name="connsiteX32638" fmla="*/ 3006440 w 4752801"/>
              <a:gd name="connsiteY32638" fmla="*/ 88250 h 2767298"/>
              <a:gd name="connsiteX32639" fmla="*/ 3004416 w 4752801"/>
              <a:gd name="connsiteY32639" fmla="*/ 84606 h 2767298"/>
              <a:gd name="connsiteX32640" fmla="*/ 2845324 w 4752801"/>
              <a:gd name="connsiteY32640" fmla="*/ 80963 h 2767298"/>
              <a:gd name="connsiteX32641" fmla="*/ 2848563 w 4752801"/>
              <a:gd name="connsiteY32641" fmla="*/ 80963 h 2767298"/>
              <a:gd name="connsiteX32642" fmla="*/ 2849777 w 4752801"/>
              <a:gd name="connsiteY32642" fmla="*/ 81368 h 2767298"/>
              <a:gd name="connsiteX32643" fmla="*/ 2851397 w 4752801"/>
              <a:gd name="connsiteY32643" fmla="*/ 84202 h 2767298"/>
              <a:gd name="connsiteX32644" fmla="*/ 2851397 w 4752801"/>
              <a:gd name="connsiteY32644" fmla="*/ 85416 h 2767298"/>
              <a:gd name="connsiteX32645" fmla="*/ 2849777 w 4752801"/>
              <a:gd name="connsiteY32645" fmla="*/ 88250 h 2767298"/>
              <a:gd name="connsiteX32646" fmla="*/ 2848563 w 4752801"/>
              <a:gd name="connsiteY32646" fmla="*/ 88654 h 2767298"/>
              <a:gd name="connsiteX32647" fmla="*/ 2845324 w 4752801"/>
              <a:gd name="connsiteY32647" fmla="*/ 88654 h 2767298"/>
              <a:gd name="connsiteX32648" fmla="*/ 2844110 w 4752801"/>
              <a:gd name="connsiteY32648" fmla="*/ 88250 h 2767298"/>
              <a:gd name="connsiteX32649" fmla="*/ 2842491 w 4752801"/>
              <a:gd name="connsiteY32649" fmla="*/ 85416 h 2767298"/>
              <a:gd name="connsiteX32650" fmla="*/ 2842491 w 4752801"/>
              <a:gd name="connsiteY32650" fmla="*/ 84202 h 2767298"/>
              <a:gd name="connsiteX32651" fmla="*/ 2844110 w 4752801"/>
              <a:gd name="connsiteY32651" fmla="*/ 81368 h 2767298"/>
              <a:gd name="connsiteX32652" fmla="*/ 2845324 w 4752801"/>
              <a:gd name="connsiteY32652" fmla="*/ 80963 h 2767298"/>
              <a:gd name="connsiteX32653" fmla="*/ 2804034 w 4752801"/>
              <a:gd name="connsiteY32653" fmla="*/ 80963 h 2767298"/>
              <a:gd name="connsiteX32654" fmla="*/ 2808487 w 4752801"/>
              <a:gd name="connsiteY32654" fmla="*/ 80963 h 2767298"/>
              <a:gd name="connsiteX32655" fmla="*/ 2810511 w 4752801"/>
              <a:gd name="connsiteY32655" fmla="*/ 84606 h 2767298"/>
              <a:gd name="connsiteX32656" fmla="*/ 2808487 w 4752801"/>
              <a:gd name="connsiteY32656" fmla="*/ 88250 h 2767298"/>
              <a:gd name="connsiteX32657" fmla="*/ 2804034 w 4752801"/>
              <a:gd name="connsiteY32657" fmla="*/ 88250 h 2767298"/>
              <a:gd name="connsiteX32658" fmla="*/ 2802010 w 4752801"/>
              <a:gd name="connsiteY32658" fmla="*/ 84606 h 2767298"/>
              <a:gd name="connsiteX32659" fmla="*/ 2965959 w 4752801"/>
              <a:gd name="connsiteY32659" fmla="*/ 80558 h 2767298"/>
              <a:gd name="connsiteX32660" fmla="*/ 2970007 w 4752801"/>
              <a:gd name="connsiteY32660" fmla="*/ 80558 h 2767298"/>
              <a:gd name="connsiteX32661" fmla="*/ 2971221 w 4752801"/>
              <a:gd name="connsiteY32661" fmla="*/ 80963 h 2767298"/>
              <a:gd name="connsiteX32662" fmla="*/ 2973246 w 4752801"/>
              <a:gd name="connsiteY32662" fmla="*/ 84201 h 2767298"/>
              <a:gd name="connsiteX32663" fmla="*/ 2973246 w 4752801"/>
              <a:gd name="connsiteY32663" fmla="*/ 85416 h 2767298"/>
              <a:gd name="connsiteX32664" fmla="*/ 2971221 w 4752801"/>
              <a:gd name="connsiteY32664" fmla="*/ 88654 h 2767298"/>
              <a:gd name="connsiteX32665" fmla="*/ 2970007 w 4752801"/>
              <a:gd name="connsiteY32665" fmla="*/ 89059 h 2767298"/>
              <a:gd name="connsiteX32666" fmla="*/ 2965959 w 4752801"/>
              <a:gd name="connsiteY32666" fmla="*/ 89059 h 2767298"/>
              <a:gd name="connsiteX32667" fmla="*/ 2964745 w 4752801"/>
              <a:gd name="connsiteY32667" fmla="*/ 88654 h 2767298"/>
              <a:gd name="connsiteX32668" fmla="*/ 2962721 w 4752801"/>
              <a:gd name="connsiteY32668" fmla="*/ 85416 h 2767298"/>
              <a:gd name="connsiteX32669" fmla="*/ 2962721 w 4752801"/>
              <a:gd name="connsiteY32669" fmla="*/ 84201 h 2767298"/>
              <a:gd name="connsiteX32670" fmla="*/ 2964745 w 4752801"/>
              <a:gd name="connsiteY32670" fmla="*/ 80963 h 2767298"/>
              <a:gd name="connsiteX32671" fmla="*/ 2965959 w 4752801"/>
              <a:gd name="connsiteY32671" fmla="*/ 80558 h 2767298"/>
              <a:gd name="connsiteX32672" fmla="*/ 2925882 w 4752801"/>
              <a:gd name="connsiteY32672" fmla="*/ 80558 h 2767298"/>
              <a:gd name="connsiteX32673" fmla="*/ 2929526 w 4752801"/>
              <a:gd name="connsiteY32673" fmla="*/ 80558 h 2767298"/>
              <a:gd name="connsiteX32674" fmla="*/ 2930740 w 4752801"/>
              <a:gd name="connsiteY32674" fmla="*/ 80963 h 2767298"/>
              <a:gd name="connsiteX32675" fmla="*/ 2932764 w 4752801"/>
              <a:gd name="connsiteY32675" fmla="*/ 84201 h 2767298"/>
              <a:gd name="connsiteX32676" fmla="*/ 2932764 w 4752801"/>
              <a:gd name="connsiteY32676" fmla="*/ 85416 h 2767298"/>
              <a:gd name="connsiteX32677" fmla="*/ 2930740 w 4752801"/>
              <a:gd name="connsiteY32677" fmla="*/ 88654 h 2767298"/>
              <a:gd name="connsiteX32678" fmla="*/ 2929526 w 4752801"/>
              <a:gd name="connsiteY32678" fmla="*/ 89059 h 2767298"/>
              <a:gd name="connsiteX32679" fmla="*/ 2925882 w 4752801"/>
              <a:gd name="connsiteY32679" fmla="*/ 89059 h 2767298"/>
              <a:gd name="connsiteX32680" fmla="*/ 2924668 w 4752801"/>
              <a:gd name="connsiteY32680" fmla="*/ 88654 h 2767298"/>
              <a:gd name="connsiteX32681" fmla="*/ 2922644 w 4752801"/>
              <a:gd name="connsiteY32681" fmla="*/ 85416 h 2767298"/>
              <a:gd name="connsiteX32682" fmla="*/ 2922644 w 4752801"/>
              <a:gd name="connsiteY32682" fmla="*/ 84201 h 2767298"/>
              <a:gd name="connsiteX32683" fmla="*/ 2924668 w 4752801"/>
              <a:gd name="connsiteY32683" fmla="*/ 80963 h 2767298"/>
              <a:gd name="connsiteX32684" fmla="*/ 2925882 w 4752801"/>
              <a:gd name="connsiteY32684" fmla="*/ 80558 h 2767298"/>
              <a:gd name="connsiteX32685" fmla="*/ 2884996 w 4752801"/>
              <a:gd name="connsiteY32685" fmla="*/ 80558 h 2767298"/>
              <a:gd name="connsiteX32686" fmla="*/ 2889044 w 4752801"/>
              <a:gd name="connsiteY32686" fmla="*/ 80558 h 2767298"/>
              <a:gd name="connsiteX32687" fmla="*/ 2890258 w 4752801"/>
              <a:gd name="connsiteY32687" fmla="*/ 80963 h 2767298"/>
              <a:gd name="connsiteX32688" fmla="*/ 2892283 w 4752801"/>
              <a:gd name="connsiteY32688" fmla="*/ 84201 h 2767298"/>
              <a:gd name="connsiteX32689" fmla="*/ 2892283 w 4752801"/>
              <a:gd name="connsiteY32689" fmla="*/ 85416 h 2767298"/>
              <a:gd name="connsiteX32690" fmla="*/ 2890258 w 4752801"/>
              <a:gd name="connsiteY32690" fmla="*/ 88654 h 2767298"/>
              <a:gd name="connsiteX32691" fmla="*/ 2889044 w 4752801"/>
              <a:gd name="connsiteY32691" fmla="*/ 89059 h 2767298"/>
              <a:gd name="connsiteX32692" fmla="*/ 2884996 w 4752801"/>
              <a:gd name="connsiteY32692" fmla="*/ 89059 h 2767298"/>
              <a:gd name="connsiteX32693" fmla="*/ 2883782 w 4752801"/>
              <a:gd name="connsiteY32693" fmla="*/ 88654 h 2767298"/>
              <a:gd name="connsiteX32694" fmla="*/ 2881758 w 4752801"/>
              <a:gd name="connsiteY32694" fmla="*/ 85416 h 2767298"/>
              <a:gd name="connsiteX32695" fmla="*/ 2881758 w 4752801"/>
              <a:gd name="connsiteY32695" fmla="*/ 84201 h 2767298"/>
              <a:gd name="connsiteX32696" fmla="*/ 2883782 w 4752801"/>
              <a:gd name="connsiteY32696" fmla="*/ 80963 h 2767298"/>
              <a:gd name="connsiteX32697" fmla="*/ 2884996 w 4752801"/>
              <a:gd name="connsiteY32697" fmla="*/ 80558 h 2767298"/>
              <a:gd name="connsiteX32698" fmla="*/ 2723476 w 4752801"/>
              <a:gd name="connsiteY32698" fmla="*/ 80558 h 2767298"/>
              <a:gd name="connsiteX32699" fmla="*/ 2727120 w 4752801"/>
              <a:gd name="connsiteY32699" fmla="*/ 80558 h 2767298"/>
              <a:gd name="connsiteX32700" fmla="*/ 2728334 w 4752801"/>
              <a:gd name="connsiteY32700" fmla="*/ 80963 h 2767298"/>
              <a:gd name="connsiteX32701" fmla="*/ 2730358 w 4752801"/>
              <a:gd name="connsiteY32701" fmla="*/ 84201 h 2767298"/>
              <a:gd name="connsiteX32702" fmla="*/ 2730358 w 4752801"/>
              <a:gd name="connsiteY32702" fmla="*/ 85416 h 2767298"/>
              <a:gd name="connsiteX32703" fmla="*/ 2728334 w 4752801"/>
              <a:gd name="connsiteY32703" fmla="*/ 88654 h 2767298"/>
              <a:gd name="connsiteX32704" fmla="*/ 2727120 w 4752801"/>
              <a:gd name="connsiteY32704" fmla="*/ 89059 h 2767298"/>
              <a:gd name="connsiteX32705" fmla="*/ 2723476 w 4752801"/>
              <a:gd name="connsiteY32705" fmla="*/ 89059 h 2767298"/>
              <a:gd name="connsiteX32706" fmla="*/ 2722262 w 4752801"/>
              <a:gd name="connsiteY32706" fmla="*/ 88654 h 2767298"/>
              <a:gd name="connsiteX32707" fmla="*/ 2720238 w 4752801"/>
              <a:gd name="connsiteY32707" fmla="*/ 85416 h 2767298"/>
              <a:gd name="connsiteX32708" fmla="*/ 2720238 w 4752801"/>
              <a:gd name="connsiteY32708" fmla="*/ 84201 h 2767298"/>
              <a:gd name="connsiteX32709" fmla="*/ 2722262 w 4752801"/>
              <a:gd name="connsiteY32709" fmla="*/ 80963 h 2767298"/>
              <a:gd name="connsiteX32710" fmla="*/ 2723476 w 4752801"/>
              <a:gd name="connsiteY32710" fmla="*/ 80558 h 2767298"/>
              <a:gd name="connsiteX32711" fmla="*/ 2521070 w 4752801"/>
              <a:gd name="connsiteY32711" fmla="*/ 80558 h 2767298"/>
              <a:gd name="connsiteX32712" fmla="*/ 2524713 w 4752801"/>
              <a:gd name="connsiteY32712" fmla="*/ 80558 h 2767298"/>
              <a:gd name="connsiteX32713" fmla="*/ 2525928 w 4752801"/>
              <a:gd name="connsiteY32713" fmla="*/ 80963 h 2767298"/>
              <a:gd name="connsiteX32714" fmla="*/ 2527952 w 4752801"/>
              <a:gd name="connsiteY32714" fmla="*/ 84201 h 2767298"/>
              <a:gd name="connsiteX32715" fmla="*/ 2527952 w 4752801"/>
              <a:gd name="connsiteY32715" fmla="*/ 85416 h 2767298"/>
              <a:gd name="connsiteX32716" fmla="*/ 2525928 w 4752801"/>
              <a:gd name="connsiteY32716" fmla="*/ 88654 h 2767298"/>
              <a:gd name="connsiteX32717" fmla="*/ 2524713 w 4752801"/>
              <a:gd name="connsiteY32717" fmla="*/ 89059 h 2767298"/>
              <a:gd name="connsiteX32718" fmla="*/ 2521070 w 4752801"/>
              <a:gd name="connsiteY32718" fmla="*/ 89059 h 2767298"/>
              <a:gd name="connsiteX32719" fmla="*/ 2519856 w 4752801"/>
              <a:gd name="connsiteY32719" fmla="*/ 88654 h 2767298"/>
              <a:gd name="connsiteX32720" fmla="*/ 2517832 w 4752801"/>
              <a:gd name="connsiteY32720" fmla="*/ 85416 h 2767298"/>
              <a:gd name="connsiteX32721" fmla="*/ 2517832 w 4752801"/>
              <a:gd name="connsiteY32721" fmla="*/ 84201 h 2767298"/>
              <a:gd name="connsiteX32722" fmla="*/ 2519856 w 4752801"/>
              <a:gd name="connsiteY32722" fmla="*/ 80963 h 2767298"/>
              <a:gd name="connsiteX32723" fmla="*/ 2521070 w 4752801"/>
              <a:gd name="connsiteY32723" fmla="*/ 80558 h 2767298"/>
              <a:gd name="connsiteX32724" fmla="*/ 2763957 w 4752801"/>
              <a:gd name="connsiteY32724" fmla="*/ 80153 h 2767298"/>
              <a:gd name="connsiteX32725" fmla="*/ 2767601 w 4752801"/>
              <a:gd name="connsiteY32725" fmla="*/ 80153 h 2767298"/>
              <a:gd name="connsiteX32726" fmla="*/ 2768815 w 4752801"/>
              <a:gd name="connsiteY32726" fmla="*/ 80963 h 2767298"/>
              <a:gd name="connsiteX32727" fmla="*/ 2770839 w 4752801"/>
              <a:gd name="connsiteY32727" fmla="*/ 84201 h 2767298"/>
              <a:gd name="connsiteX32728" fmla="*/ 2770839 w 4752801"/>
              <a:gd name="connsiteY32728" fmla="*/ 85416 h 2767298"/>
              <a:gd name="connsiteX32729" fmla="*/ 2768815 w 4752801"/>
              <a:gd name="connsiteY32729" fmla="*/ 88654 h 2767298"/>
              <a:gd name="connsiteX32730" fmla="*/ 2767601 w 4752801"/>
              <a:gd name="connsiteY32730" fmla="*/ 89464 h 2767298"/>
              <a:gd name="connsiteX32731" fmla="*/ 2763957 w 4752801"/>
              <a:gd name="connsiteY32731" fmla="*/ 89464 h 2767298"/>
              <a:gd name="connsiteX32732" fmla="*/ 2762743 w 4752801"/>
              <a:gd name="connsiteY32732" fmla="*/ 88654 h 2767298"/>
              <a:gd name="connsiteX32733" fmla="*/ 2760719 w 4752801"/>
              <a:gd name="connsiteY32733" fmla="*/ 85416 h 2767298"/>
              <a:gd name="connsiteX32734" fmla="*/ 2760719 w 4752801"/>
              <a:gd name="connsiteY32734" fmla="*/ 84201 h 2767298"/>
              <a:gd name="connsiteX32735" fmla="*/ 2762743 w 4752801"/>
              <a:gd name="connsiteY32735" fmla="*/ 80963 h 2767298"/>
              <a:gd name="connsiteX32736" fmla="*/ 2763957 w 4752801"/>
              <a:gd name="connsiteY32736" fmla="*/ 80153 h 2767298"/>
              <a:gd name="connsiteX32737" fmla="*/ 2682995 w 4752801"/>
              <a:gd name="connsiteY32737" fmla="*/ 80153 h 2767298"/>
              <a:gd name="connsiteX32738" fmla="*/ 2686638 w 4752801"/>
              <a:gd name="connsiteY32738" fmla="*/ 80153 h 2767298"/>
              <a:gd name="connsiteX32739" fmla="*/ 2687852 w 4752801"/>
              <a:gd name="connsiteY32739" fmla="*/ 80558 h 2767298"/>
              <a:gd name="connsiteX32740" fmla="*/ 2689471 w 4752801"/>
              <a:gd name="connsiteY32740" fmla="*/ 83796 h 2767298"/>
              <a:gd name="connsiteX32741" fmla="*/ 2689471 w 4752801"/>
              <a:gd name="connsiteY32741" fmla="*/ 85011 h 2767298"/>
              <a:gd name="connsiteX32742" fmla="*/ 2687852 w 4752801"/>
              <a:gd name="connsiteY32742" fmla="*/ 88249 h 2767298"/>
              <a:gd name="connsiteX32743" fmla="*/ 2686638 w 4752801"/>
              <a:gd name="connsiteY32743" fmla="*/ 89059 h 2767298"/>
              <a:gd name="connsiteX32744" fmla="*/ 2682995 w 4752801"/>
              <a:gd name="connsiteY32744" fmla="*/ 89059 h 2767298"/>
              <a:gd name="connsiteX32745" fmla="*/ 2681780 w 4752801"/>
              <a:gd name="connsiteY32745" fmla="*/ 88249 h 2767298"/>
              <a:gd name="connsiteX32746" fmla="*/ 2680161 w 4752801"/>
              <a:gd name="connsiteY32746" fmla="*/ 85011 h 2767298"/>
              <a:gd name="connsiteX32747" fmla="*/ 2680161 w 4752801"/>
              <a:gd name="connsiteY32747" fmla="*/ 83796 h 2767298"/>
              <a:gd name="connsiteX32748" fmla="*/ 2681780 w 4752801"/>
              <a:gd name="connsiteY32748" fmla="*/ 80558 h 2767298"/>
              <a:gd name="connsiteX32749" fmla="*/ 2682995 w 4752801"/>
              <a:gd name="connsiteY32749" fmla="*/ 80153 h 2767298"/>
              <a:gd name="connsiteX32750" fmla="*/ 2642513 w 4752801"/>
              <a:gd name="connsiteY32750" fmla="*/ 80153 h 2767298"/>
              <a:gd name="connsiteX32751" fmla="*/ 2646156 w 4752801"/>
              <a:gd name="connsiteY32751" fmla="*/ 80153 h 2767298"/>
              <a:gd name="connsiteX32752" fmla="*/ 2647371 w 4752801"/>
              <a:gd name="connsiteY32752" fmla="*/ 80558 h 2767298"/>
              <a:gd name="connsiteX32753" fmla="*/ 2649395 w 4752801"/>
              <a:gd name="connsiteY32753" fmla="*/ 83796 h 2767298"/>
              <a:gd name="connsiteX32754" fmla="*/ 2649395 w 4752801"/>
              <a:gd name="connsiteY32754" fmla="*/ 85011 h 2767298"/>
              <a:gd name="connsiteX32755" fmla="*/ 2647371 w 4752801"/>
              <a:gd name="connsiteY32755" fmla="*/ 88249 h 2767298"/>
              <a:gd name="connsiteX32756" fmla="*/ 2646156 w 4752801"/>
              <a:gd name="connsiteY32756" fmla="*/ 88654 h 2767298"/>
              <a:gd name="connsiteX32757" fmla="*/ 2642513 w 4752801"/>
              <a:gd name="connsiteY32757" fmla="*/ 88654 h 2767298"/>
              <a:gd name="connsiteX32758" fmla="*/ 2641299 w 4752801"/>
              <a:gd name="connsiteY32758" fmla="*/ 88249 h 2767298"/>
              <a:gd name="connsiteX32759" fmla="*/ 2639275 w 4752801"/>
              <a:gd name="connsiteY32759" fmla="*/ 85011 h 2767298"/>
              <a:gd name="connsiteX32760" fmla="*/ 2639275 w 4752801"/>
              <a:gd name="connsiteY32760" fmla="*/ 83796 h 2767298"/>
              <a:gd name="connsiteX32761" fmla="*/ 2641299 w 4752801"/>
              <a:gd name="connsiteY32761" fmla="*/ 80558 h 2767298"/>
              <a:gd name="connsiteX32762" fmla="*/ 2642513 w 4752801"/>
              <a:gd name="connsiteY32762" fmla="*/ 80153 h 2767298"/>
              <a:gd name="connsiteX32763" fmla="*/ 2561146 w 4752801"/>
              <a:gd name="connsiteY32763" fmla="*/ 80153 h 2767298"/>
              <a:gd name="connsiteX32764" fmla="*/ 2565599 w 4752801"/>
              <a:gd name="connsiteY32764" fmla="*/ 80153 h 2767298"/>
              <a:gd name="connsiteX32765" fmla="*/ 2566813 w 4752801"/>
              <a:gd name="connsiteY32765" fmla="*/ 80558 h 2767298"/>
              <a:gd name="connsiteX32766" fmla="*/ 2568838 w 4752801"/>
              <a:gd name="connsiteY32766" fmla="*/ 84201 h 2767298"/>
              <a:gd name="connsiteX32767" fmla="*/ 2568838 w 4752801"/>
              <a:gd name="connsiteY32767" fmla="*/ 85416 h 2767298"/>
              <a:gd name="connsiteX32768" fmla="*/ 2566813 w 4752801"/>
              <a:gd name="connsiteY32768" fmla="*/ 89059 h 2767298"/>
              <a:gd name="connsiteX32769" fmla="*/ 2565599 w 4752801"/>
              <a:gd name="connsiteY32769" fmla="*/ 89868 h 2767298"/>
              <a:gd name="connsiteX32770" fmla="*/ 2561146 w 4752801"/>
              <a:gd name="connsiteY32770" fmla="*/ 89868 h 2767298"/>
              <a:gd name="connsiteX32771" fmla="*/ 2559932 w 4752801"/>
              <a:gd name="connsiteY32771" fmla="*/ 89059 h 2767298"/>
              <a:gd name="connsiteX32772" fmla="*/ 2557908 w 4752801"/>
              <a:gd name="connsiteY32772" fmla="*/ 85416 h 2767298"/>
              <a:gd name="connsiteX32773" fmla="*/ 2557908 w 4752801"/>
              <a:gd name="connsiteY32773" fmla="*/ 84201 h 2767298"/>
              <a:gd name="connsiteX32774" fmla="*/ 2559932 w 4752801"/>
              <a:gd name="connsiteY32774" fmla="*/ 80558 h 2767298"/>
              <a:gd name="connsiteX32775" fmla="*/ 2561146 w 4752801"/>
              <a:gd name="connsiteY32775" fmla="*/ 80153 h 2767298"/>
              <a:gd name="connsiteX32776" fmla="*/ 2602032 w 4752801"/>
              <a:gd name="connsiteY32776" fmla="*/ 79748 h 2767298"/>
              <a:gd name="connsiteX32777" fmla="*/ 2606080 w 4752801"/>
              <a:gd name="connsiteY32777" fmla="*/ 79748 h 2767298"/>
              <a:gd name="connsiteX32778" fmla="*/ 2607295 w 4752801"/>
              <a:gd name="connsiteY32778" fmla="*/ 80153 h 2767298"/>
              <a:gd name="connsiteX32779" fmla="*/ 2609319 w 4752801"/>
              <a:gd name="connsiteY32779" fmla="*/ 83796 h 2767298"/>
              <a:gd name="connsiteX32780" fmla="*/ 2609319 w 4752801"/>
              <a:gd name="connsiteY32780" fmla="*/ 85011 h 2767298"/>
              <a:gd name="connsiteX32781" fmla="*/ 2607295 w 4752801"/>
              <a:gd name="connsiteY32781" fmla="*/ 88654 h 2767298"/>
              <a:gd name="connsiteX32782" fmla="*/ 2606080 w 4752801"/>
              <a:gd name="connsiteY32782" fmla="*/ 89059 h 2767298"/>
              <a:gd name="connsiteX32783" fmla="*/ 2602032 w 4752801"/>
              <a:gd name="connsiteY32783" fmla="*/ 89059 h 2767298"/>
              <a:gd name="connsiteX32784" fmla="*/ 2600818 w 4752801"/>
              <a:gd name="connsiteY32784" fmla="*/ 88654 h 2767298"/>
              <a:gd name="connsiteX32785" fmla="*/ 2598794 w 4752801"/>
              <a:gd name="connsiteY32785" fmla="*/ 85011 h 2767298"/>
              <a:gd name="connsiteX32786" fmla="*/ 2598794 w 4752801"/>
              <a:gd name="connsiteY32786" fmla="*/ 83796 h 2767298"/>
              <a:gd name="connsiteX32787" fmla="*/ 2600818 w 4752801"/>
              <a:gd name="connsiteY32787" fmla="*/ 80153 h 2767298"/>
              <a:gd name="connsiteX32788" fmla="*/ 2602032 w 4752801"/>
              <a:gd name="connsiteY32788" fmla="*/ 79748 h 2767298"/>
              <a:gd name="connsiteX32789" fmla="*/ 2439298 w 4752801"/>
              <a:gd name="connsiteY32789" fmla="*/ 79343 h 2767298"/>
              <a:gd name="connsiteX32790" fmla="*/ 2444560 w 4752801"/>
              <a:gd name="connsiteY32790" fmla="*/ 79343 h 2767298"/>
              <a:gd name="connsiteX32791" fmla="*/ 2445775 w 4752801"/>
              <a:gd name="connsiteY32791" fmla="*/ 79748 h 2767298"/>
              <a:gd name="connsiteX32792" fmla="*/ 2448204 w 4752801"/>
              <a:gd name="connsiteY32792" fmla="*/ 84201 h 2767298"/>
              <a:gd name="connsiteX32793" fmla="*/ 2448204 w 4752801"/>
              <a:gd name="connsiteY32793" fmla="*/ 85415 h 2767298"/>
              <a:gd name="connsiteX32794" fmla="*/ 2445775 w 4752801"/>
              <a:gd name="connsiteY32794" fmla="*/ 89868 h 2767298"/>
              <a:gd name="connsiteX32795" fmla="*/ 2444560 w 4752801"/>
              <a:gd name="connsiteY32795" fmla="*/ 90273 h 2767298"/>
              <a:gd name="connsiteX32796" fmla="*/ 2439298 w 4752801"/>
              <a:gd name="connsiteY32796" fmla="*/ 90273 h 2767298"/>
              <a:gd name="connsiteX32797" fmla="*/ 2438084 w 4752801"/>
              <a:gd name="connsiteY32797" fmla="*/ 89868 h 2767298"/>
              <a:gd name="connsiteX32798" fmla="*/ 2435655 w 4752801"/>
              <a:gd name="connsiteY32798" fmla="*/ 85415 h 2767298"/>
              <a:gd name="connsiteX32799" fmla="*/ 2435655 w 4752801"/>
              <a:gd name="connsiteY32799" fmla="*/ 84201 h 2767298"/>
              <a:gd name="connsiteX32800" fmla="*/ 2438084 w 4752801"/>
              <a:gd name="connsiteY32800" fmla="*/ 79748 h 2767298"/>
              <a:gd name="connsiteX32801" fmla="*/ 2439298 w 4752801"/>
              <a:gd name="connsiteY32801" fmla="*/ 79343 h 2767298"/>
              <a:gd name="connsiteX32802" fmla="*/ 2480184 w 4752801"/>
              <a:gd name="connsiteY32802" fmla="*/ 78938 h 2767298"/>
              <a:gd name="connsiteX32803" fmla="*/ 2484637 w 4752801"/>
              <a:gd name="connsiteY32803" fmla="*/ 78938 h 2767298"/>
              <a:gd name="connsiteX32804" fmla="*/ 2485851 w 4752801"/>
              <a:gd name="connsiteY32804" fmla="*/ 79748 h 2767298"/>
              <a:gd name="connsiteX32805" fmla="*/ 2487876 w 4752801"/>
              <a:gd name="connsiteY32805" fmla="*/ 83796 h 2767298"/>
              <a:gd name="connsiteX32806" fmla="*/ 2487876 w 4752801"/>
              <a:gd name="connsiteY32806" fmla="*/ 85010 h 2767298"/>
              <a:gd name="connsiteX32807" fmla="*/ 2485851 w 4752801"/>
              <a:gd name="connsiteY32807" fmla="*/ 89058 h 2767298"/>
              <a:gd name="connsiteX32808" fmla="*/ 2484637 w 4752801"/>
              <a:gd name="connsiteY32808" fmla="*/ 89868 h 2767298"/>
              <a:gd name="connsiteX32809" fmla="*/ 2480184 w 4752801"/>
              <a:gd name="connsiteY32809" fmla="*/ 89868 h 2767298"/>
              <a:gd name="connsiteX32810" fmla="*/ 2478970 w 4752801"/>
              <a:gd name="connsiteY32810" fmla="*/ 89058 h 2767298"/>
              <a:gd name="connsiteX32811" fmla="*/ 2476946 w 4752801"/>
              <a:gd name="connsiteY32811" fmla="*/ 85010 h 2767298"/>
              <a:gd name="connsiteX32812" fmla="*/ 2476946 w 4752801"/>
              <a:gd name="connsiteY32812" fmla="*/ 83796 h 2767298"/>
              <a:gd name="connsiteX32813" fmla="*/ 2478970 w 4752801"/>
              <a:gd name="connsiteY32813" fmla="*/ 79748 h 2767298"/>
              <a:gd name="connsiteX32814" fmla="*/ 2480184 w 4752801"/>
              <a:gd name="connsiteY32814" fmla="*/ 78938 h 2767298"/>
              <a:gd name="connsiteX32815" fmla="*/ 3331504 w 4752801"/>
              <a:gd name="connsiteY32815" fmla="*/ 41696 h 2767298"/>
              <a:gd name="connsiteX32816" fmla="*/ 3334338 w 4752801"/>
              <a:gd name="connsiteY32816" fmla="*/ 41696 h 2767298"/>
              <a:gd name="connsiteX32817" fmla="*/ 3335957 w 4752801"/>
              <a:gd name="connsiteY32817" fmla="*/ 44125 h 2767298"/>
              <a:gd name="connsiteX32818" fmla="*/ 3334338 w 4752801"/>
              <a:gd name="connsiteY32818" fmla="*/ 46554 h 2767298"/>
              <a:gd name="connsiteX32819" fmla="*/ 3331504 w 4752801"/>
              <a:gd name="connsiteY32819" fmla="*/ 46554 h 2767298"/>
              <a:gd name="connsiteX32820" fmla="*/ 3329885 w 4752801"/>
              <a:gd name="connsiteY32820" fmla="*/ 44125 h 2767298"/>
              <a:gd name="connsiteX32821" fmla="*/ 3290618 w 4752801"/>
              <a:gd name="connsiteY32821" fmla="*/ 41291 h 2767298"/>
              <a:gd name="connsiteX32822" fmla="*/ 3293857 w 4752801"/>
              <a:gd name="connsiteY32822" fmla="*/ 41291 h 2767298"/>
              <a:gd name="connsiteX32823" fmla="*/ 3295476 w 4752801"/>
              <a:gd name="connsiteY32823" fmla="*/ 44125 h 2767298"/>
              <a:gd name="connsiteX32824" fmla="*/ 3293857 w 4752801"/>
              <a:gd name="connsiteY32824" fmla="*/ 46958 h 2767298"/>
              <a:gd name="connsiteX32825" fmla="*/ 3290618 w 4752801"/>
              <a:gd name="connsiteY32825" fmla="*/ 46958 h 2767298"/>
              <a:gd name="connsiteX32826" fmla="*/ 3288999 w 4752801"/>
              <a:gd name="connsiteY32826" fmla="*/ 44125 h 2767298"/>
              <a:gd name="connsiteX32827" fmla="*/ 3250137 w 4752801"/>
              <a:gd name="connsiteY32827" fmla="*/ 41291 h 2767298"/>
              <a:gd name="connsiteX32828" fmla="*/ 3253376 w 4752801"/>
              <a:gd name="connsiteY32828" fmla="*/ 41291 h 2767298"/>
              <a:gd name="connsiteX32829" fmla="*/ 3254995 w 4752801"/>
              <a:gd name="connsiteY32829" fmla="*/ 44125 h 2767298"/>
              <a:gd name="connsiteX32830" fmla="*/ 3253376 w 4752801"/>
              <a:gd name="connsiteY32830" fmla="*/ 46958 h 2767298"/>
              <a:gd name="connsiteX32831" fmla="*/ 3250137 w 4752801"/>
              <a:gd name="connsiteY32831" fmla="*/ 46958 h 2767298"/>
              <a:gd name="connsiteX32832" fmla="*/ 3248518 w 4752801"/>
              <a:gd name="connsiteY32832" fmla="*/ 44125 h 2767298"/>
              <a:gd name="connsiteX32833" fmla="*/ 3209655 w 4752801"/>
              <a:gd name="connsiteY32833" fmla="*/ 41291 h 2767298"/>
              <a:gd name="connsiteX32834" fmla="*/ 3212894 w 4752801"/>
              <a:gd name="connsiteY32834" fmla="*/ 41291 h 2767298"/>
              <a:gd name="connsiteX32835" fmla="*/ 3214513 w 4752801"/>
              <a:gd name="connsiteY32835" fmla="*/ 44125 h 2767298"/>
              <a:gd name="connsiteX32836" fmla="*/ 3212894 w 4752801"/>
              <a:gd name="connsiteY32836" fmla="*/ 46958 h 2767298"/>
              <a:gd name="connsiteX32837" fmla="*/ 3209655 w 4752801"/>
              <a:gd name="connsiteY32837" fmla="*/ 46958 h 2767298"/>
              <a:gd name="connsiteX32838" fmla="*/ 3208036 w 4752801"/>
              <a:gd name="connsiteY32838" fmla="*/ 44125 h 2767298"/>
              <a:gd name="connsiteX32839" fmla="*/ 3169174 w 4752801"/>
              <a:gd name="connsiteY32839" fmla="*/ 41291 h 2767298"/>
              <a:gd name="connsiteX32840" fmla="*/ 3172413 w 4752801"/>
              <a:gd name="connsiteY32840" fmla="*/ 41291 h 2767298"/>
              <a:gd name="connsiteX32841" fmla="*/ 3174032 w 4752801"/>
              <a:gd name="connsiteY32841" fmla="*/ 44125 h 2767298"/>
              <a:gd name="connsiteX32842" fmla="*/ 3172413 w 4752801"/>
              <a:gd name="connsiteY32842" fmla="*/ 46958 h 2767298"/>
              <a:gd name="connsiteX32843" fmla="*/ 3169174 w 4752801"/>
              <a:gd name="connsiteY32843" fmla="*/ 46958 h 2767298"/>
              <a:gd name="connsiteX32844" fmla="*/ 3167555 w 4752801"/>
              <a:gd name="connsiteY32844" fmla="*/ 44125 h 2767298"/>
              <a:gd name="connsiteX32845" fmla="*/ 3128693 w 4752801"/>
              <a:gd name="connsiteY32845" fmla="*/ 41291 h 2767298"/>
              <a:gd name="connsiteX32846" fmla="*/ 3131932 w 4752801"/>
              <a:gd name="connsiteY32846" fmla="*/ 41291 h 2767298"/>
              <a:gd name="connsiteX32847" fmla="*/ 3133551 w 4752801"/>
              <a:gd name="connsiteY32847" fmla="*/ 44125 h 2767298"/>
              <a:gd name="connsiteX32848" fmla="*/ 3131932 w 4752801"/>
              <a:gd name="connsiteY32848" fmla="*/ 46958 h 2767298"/>
              <a:gd name="connsiteX32849" fmla="*/ 3128693 w 4752801"/>
              <a:gd name="connsiteY32849" fmla="*/ 46958 h 2767298"/>
              <a:gd name="connsiteX32850" fmla="*/ 3127074 w 4752801"/>
              <a:gd name="connsiteY32850" fmla="*/ 44125 h 2767298"/>
              <a:gd name="connsiteX32851" fmla="*/ 3088212 w 4752801"/>
              <a:gd name="connsiteY32851" fmla="*/ 41291 h 2767298"/>
              <a:gd name="connsiteX32852" fmla="*/ 3091451 w 4752801"/>
              <a:gd name="connsiteY32852" fmla="*/ 41291 h 2767298"/>
              <a:gd name="connsiteX32853" fmla="*/ 3093070 w 4752801"/>
              <a:gd name="connsiteY32853" fmla="*/ 44125 h 2767298"/>
              <a:gd name="connsiteX32854" fmla="*/ 3091451 w 4752801"/>
              <a:gd name="connsiteY32854" fmla="*/ 46958 h 2767298"/>
              <a:gd name="connsiteX32855" fmla="*/ 3088212 w 4752801"/>
              <a:gd name="connsiteY32855" fmla="*/ 46958 h 2767298"/>
              <a:gd name="connsiteX32856" fmla="*/ 3086593 w 4752801"/>
              <a:gd name="connsiteY32856" fmla="*/ 44125 h 2767298"/>
              <a:gd name="connsiteX32857" fmla="*/ 2723476 w 4752801"/>
              <a:gd name="connsiteY32857" fmla="*/ 40886 h 2767298"/>
              <a:gd name="connsiteX32858" fmla="*/ 2727524 w 4752801"/>
              <a:gd name="connsiteY32858" fmla="*/ 40886 h 2767298"/>
              <a:gd name="connsiteX32859" fmla="*/ 2729548 w 4752801"/>
              <a:gd name="connsiteY32859" fmla="*/ 44125 h 2767298"/>
              <a:gd name="connsiteX32860" fmla="*/ 2727524 w 4752801"/>
              <a:gd name="connsiteY32860" fmla="*/ 47363 h 2767298"/>
              <a:gd name="connsiteX32861" fmla="*/ 2723476 w 4752801"/>
              <a:gd name="connsiteY32861" fmla="*/ 47363 h 2767298"/>
              <a:gd name="connsiteX32862" fmla="*/ 2721452 w 4752801"/>
              <a:gd name="connsiteY32862" fmla="*/ 44125 h 2767298"/>
              <a:gd name="connsiteX32863" fmla="*/ 2602032 w 4752801"/>
              <a:gd name="connsiteY32863" fmla="*/ 40886 h 2767298"/>
              <a:gd name="connsiteX32864" fmla="*/ 2606080 w 4752801"/>
              <a:gd name="connsiteY32864" fmla="*/ 40886 h 2767298"/>
              <a:gd name="connsiteX32865" fmla="*/ 2608104 w 4752801"/>
              <a:gd name="connsiteY32865" fmla="*/ 44125 h 2767298"/>
              <a:gd name="connsiteX32866" fmla="*/ 2606080 w 4752801"/>
              <a:gd name="connsiteY32866" fmla="*/ 47363 h 2767298"/>
              <a:gd name="connsiteX32867" fmla="*/ 2602032 w 4752801"/>
              <a:gd name="connsiteY32867" fmla="*/ 47363 h 2767298"/>
              <a:gd name="connsiteX32868" fmla="*/ 2600008 w 4752801"/>
              <a:gd name="connsiteY32868" fmla="*/ 44125 h 2767298"/>
              <a:gd name="connsiteX32869" fmla="*/ 2480588 w 4752801"/>
              <a:gd name="connsiteY32869" fmla="*/ 40886 h 2767298"/>
              <a:gd name="connsiteX32870" fmla="*/ 2484232 w 4752801"/>
              <a:gd name="connsiteY32870" fmla="*/ 40886 h 2767298"/>
              <a:gd name="connsiteX32871" fmla="*/ 2485851 w 4752801"/>
              <a:gd name="connsiteY32871" fmla="*/ 44125 h 2767298"/>
              <a:gd name="connsiteX32872" fmla="*/ 2484232 w 4752801"/>
              <a:gd name="connsiteY32872" fmla="*/ 47363 h 2767298"/>
              <a:gd name="connsiteX32873" fmla="*/ 2480588 w 4752801"/>
              <a:gd name="connsiteY32873" fmla="*/ 47363 h 2767298"/>
              <a:gd name="connsiteX32874" fmla="*/ 2478969 w 4752801"/>
              <a:gd name="connsiteY32874" fmla="*/ 44125 h 2767298"/>
              <a:gd name="connsiteX32875" fmla="*/ 3047326 w 4752801"/>
              <a:gd name="connsiteY32875" fmla="*/ 40481 h 2767298"/>
              <a:gd name="connsiteX32876" fmla="*/ 3051374 w 4752801"/>
              <a:gd name="connsiteY32876" fmla="*/ 40481 h 2767298"/>
              <a:gd name="connsiteX32877" fmla="*/ 3053398 w 4752801"/>
              <a:gd name="connsiteY32877" fmla="*/ 44124 h 2767298"/>
              <a:gd name="connsiteX32878" fmla="*/ 3051374 w 4752801"/>
              <a:gd name="connsiteY32878" fmla="*/ 47768 h 2767298"/>
              <a:gd name="connsiteX32879" fmla="*/ 3047326 w 4752801"/>
              <a:gd name="connsiteY32879" fmla="*/ 47768 h 2767298"/>
              <a:gd name="connsiteX32880" fmla="*/ 3045302 w 4752801"/>
              <a:gd name="connsiteY32880" fmla="*/ 44124 h 2767298"/>
              <a:gd name="connsiteX32881" fmla="*/ 3006440 w 4752801"/>
              <a:gd name="connsiteY32881" fmla="*/ 40481 h 2767298"/>
              <a:gd name="connsiteX32882" fmla="*/ 3010893 w 4752801"/>
              <a:gd name="connsiteY32882" fmla="*/ 40481 h 2767298"/>
              <a:gd name="connsiteX32883" fmla="*/ 3012917 w 4752801"/>
              <a:gd name="connsiteY32883" fmla="*/ 44124 h 2767298"/>
              <a:gd name="connsiteX32884" fmla="*/ 3010893 w 4752801"/>
              <a:gd name="connsiteY32884" fmla="*/ 47768 h 2767298"/>
              <a:gd name="connsiteX32885" fmla="*/ 3006440 w 4752801"/>
              <a:gd name="connsiteY32885" fmla="*/ 47768 h 2767298"/>
              <a:gd name="connsiteX32886" fmla="*/ 3004416 w 4752801"/>
              <a:gd name="connsiteY32886" fmla="*/ 44124 h 2767298"/>
              <a:gd name="connsiteX32887" fmla="*/ 2884996 w 4752801"/>
              <a:gd name="connsiteY32887" fmla="*/ 40481 h 2767298"/>
              <a:gd name="connsiteX32888" fmla="*/ 2889449 w 4752801"/>
              <a:gd name="connsiteY32888" fmla="*/ 40481 h 2767298"/>
              <a:gd name="connsiteX32889" fmla="*/ 2891473 w 4752801"/>
              <a:gd name="connsiteY32889" fmla="*/ 44124 h 2767298"/>
              <a:gd name="connsiteX32890" fmla="*/ 2889449 w 4752801"/>
              <a:gd name="connsiteY32890" fmla="*/ 47768 h 2767298"/>
              <a:gd name="connsiteX32891" fmla="*/ 2884996 w 4752801"/>
              <a:gd name="connsiteY32891" fmla="*/ 47768 h 2767298"/>
              <a:gd name="connsiteX32892" fmla="*/ 2882972 w 4752801"/>
              <a:gd name="connsiteY32892" fmla="*/ 44124 h 2767298"/>
              <a:gd name="connsiteX32893" fmla="*/ 2844920 w 4752801"/>
              <a:gd name="connsiteY32893" fmla="*/ 40481 h 2767298"/>
              <a:gd name="connsiteX32894" fmla="*/ 2848968 w 4752801"/>
              <a:gd name="connsiteY32894" fmla="*/ 40481 h 2767298"/>
              <a:gd name="connsiteX32895" fmla="*/ 2850992 w 4752801"/>
              <a:gd name="connsiteY32895" fmla="*/ 44124 h 2767298"/>
              <a:gd name="connsiteX32896" fmla="*/ 2848968 w 4752801"/>
              <a:gd name="connsiteY32896" fmla="*/ 47768 h 2767298"/>
              <a:gd name="connsiteX32897" fmla="*/ 2844920 w 4752801"/>
              <a:gd name="connsiteY32897" fmla="*/ 47768 h 2767298"/>
              <a:gd name="connsiteX32898" fmla="*/ 2842896 w 4752801"/>
              <a:gd name="connsiteY32898" fmla="*/ 44124 h 2767298"/>
              <a:gd name="connsiteX32899" fmla="*/ 2804438 w 4752801"/>
              <a:gd name="connsiteY32899" fmla="*/ 40481 h 2767298"/>
              <a:gd name="connsiteX32900" fmla="*/ 2808486 w 4752801"/>
              <a:gd name="connsiteY32900" fmla="*/ 40481 h 2767298"/>
              <a:gd name="connsiteX32901" fmla="*/ 2810510 w 4752801"/>
              <a:gd name="connsiteY32901" fmla="*/ 44124 h 2767298"/>
              <a:gd name="connsiteX32902" fmla="*/ 2808486 w 4752801"/>
              <a:gd name="connsiteY32902" fmla="*/ 47768 h 2767298"/>
              <a:gd name="connsiteX32903" fmla="*/ 2804438 w 4752801"/>
              <a:gd name="connsiteY32903" fmla="*/ 47768 h 2767298"/>
              <a:gd name="connsiteX32904" fmla="*/ 2802414 w 4752801"/>
              <a:gd name="connsiteY32904" fmla="*/ 44124 h 2767298"/>
              <a:gd name="connsiteX32905" fmla="*/ 2764362 w 4752801"/>
              <a:gd name="connsiteY32905" fmla="*/ 40481 h 2767298"/>
              <a:gd name="connsiteX32906" fmla="*/ 2767601 w 4752801"/>
              <a:gd name="connsiteY32906" fmla="*/ 40481 h 2767298"/>
              <a:gd name="connsiteX32907" fmla="*/ 2768815 w 4752801"/>
              <a:gd name="connsiteY32907" fmla="*/ 40886 h 2767298"/>
              <a:gd name="connsiteX32908" fmla="*/ 2770435 w 4752801"/>
              <a:gd name="connsiteY32908" fmla="*/ 43720 h 2767298"/>
              <a:gd name="connsiteX32909" fmla="*/ 2770435 w 4752801"/>
              <a:gd name="connsiteY32909" fmla="*/ 44934 h 2767298"/>
              <a:gd name="connsiteX32910" fmla="*/ 2768815 w 4752801"/>
              <a:gd name="connsiteY32910" fmla="*/ 47768 h 2767298"/>
              <a:gd name="connsiteX32911" fmla="*/ 2767601 w 4752801"/>
              <a:gd name="connsiteY32911" fmla="*/ 48172 h 2767298"/>
              <a:gd name="connsiteX32912" fmla="*/ 2764362 w 4752801"/>
              <a:gd name="connsiteY32912" fmla="*/ 48172 h 2767298"/>
              <a:gd name="connsiteX32913" fmla="*/ 2763148 w 4752801"/>
              <a:gd name="connsiteY32913" fmla="*/ 47768 h 2767298"/>
              <a:gd name="connsiteX32914" fmla="*/ 2761529 w 4752801"/>
              <a:gd name="connsiteY32914" fmla="*/ 44934 h 2767298"/>
              <a:gd name="connsiteX32915" fmla="*/ 2761529 w 4752801"/>
              <a:gd name="connsiteY32915" fmla="*/ 43720 h 2767298"/>
              <a:gd name="connsiteX32916" fmla="*/ 2763148 w 4752801"/>
              <a:gd name="connsiteY32916" fmla="*/ 40886 h 2767298"/>
              <a:gd name="connsiteX32917" fmla="*/ 2764362 w 4752801"/>
              <a:gd name="connsiteY32917" fmla="*/ 40481 h 2767298"/>
              <a:gd name="connsiteX32918" fmla="*/ 2682590 w 4752801"/>
              <a:gd name="connsiteY32918" fmla="*/ 40481 h 2767298"/>
              <a:gd name="connsiteX32919" fmla="*/ 2687043 w 4752801"/>
              <a:gd name="connsiteY32919" fmla="*/ 40481 h 2767298"/>
              <a:gd name="connsiteX32920" fmla="*/ 2689067 w 4752801"/>
              <a:gd name="connsiteY32920" fmla="*/ 44124 h 2767298"/>
              <a:gd name="connsiteX32921" fmla="*/ 2687043 w 4752801"/>
              <a:gd name="connsiteY32921" fmla="*/ 47768 h 2767298"/>
              <a:gd name="connsiteX32922" fmla="*/ 2682590 w 4752801"/>
              <a:gd name="connsiteY32922" fmla="*/ 47768 h 2767298"/>
              <a:gd name="connsiteX32923" fmla="*/ 2680566 w 4752801"/>
              <a:gd name="connsiteY32923" fmla="*/ 44124 h 2767298"/>
              <a:gd name="connsiteX32924" fmla="*/ 2642109 w 4752801"/>
              <a:gd name="connsiteY32924" fmla="*/ 40481 h 2767298"/>
              <a:gd name="connsiteX32925" fmla="*/ 2646562 w 4752801"/>
              <a:gd name="connsiteY32925" fmla="*/ 40481 h 2767298"/>
              <a:gd name="connsiteX32926" fmla="*/ 2648586 w 4752801"/>
              <a:gd name="connsiteY32926" fmla="*/ 44124 h 2767298"/>
              <a:gd name="connsiteX32927" fmla="*/ 2646562 w 4752801"/>
              <a:gd name="connsiteY32927" fmla="*/ 47768 h 2767298"/>
              <a:gd name="connsiteX32928" fmla="*/ 2642109 w 4752801"/>
              <a:gd name="connsiteY32928" fmla="*/ 47768 h 2767298"/>
              <a:gd name="connsiteX32929" fmla="*/ 2640085 w 4752801"/>
              <a:gd name="connsiteY32929" fmla="*/ 44124 h 2767298"/>
              <a:gd name="connsiteX32930" fmla="*/ 2561955 w 4752801"/>
              <a:gd name="connsiteY32930" fmla="*/ 40481 h 2767298"/>
              <a:gd name="connsiteX32931" fmla="*/ 2565194 w 4752801"/>
              <a:gd name="connsiteY32931" fmla="*/ 40481 h 2767298"/>
              <a:gd name="connsiteX32932" fmla="*/ 2566408 w 4752801"/>
              <a:gd name="connsiteY32932" fmla="*/ 40886 h 2767298"/>
              <a:gd name="connsiteX32933" fmla="*/ 2568027 w 4752801"/>
              <a:gd name="connsiteY32933" fmla="*/ 43720 h 2767298"/>
              <a:gd name="connsiteX32934" fmla="*/ 2568027 w 4752801"/>
              <a:gd name="connsiteY32934" fmla="*/ 44934 h 2767298"/>
              <a:gd name="connsiteX32935" fmla="*/ 2566408 w 4752801"/>
              <a:gd name="connsiteY32935" fmla="*/ 47768 h 2767298"/>
              <a:gd name="connsiteX32936" fmla="*/ 2565194 w 4752801"/>
              <a:gd name="connsiteY32936" fmla="*/ 48172 h 2767298"/>
              <a:gd name="connsiteX32937" fmla="*/ 2561955 w 4752801"/>
              <a:gd name="connsiteY32937" fmla="*/ 48172 h 2767298"/>
              <a:gd name="connsiteX32938" fmla="*/ 2560741 w 4752801"/>
              <a:gd name="connsiteY32938" fmla="*/ 47768 h 2767298"/>
              <a:gd name="connsiteX32939" fmla="*/ 2559122 w 4752801"/>
              <a:gd name="connsiteY32939" fmla="*/ 44934 h 2767298"/>
              <a:gd name="connsiteX32940" fmla="*/ 2559122 w 4752801"/>
              <a:gd name="connsiteY32940" fmla="*/ 43720 h 2767298"/>
              <a:gd name="connsiteX32941" fmla="*/ 2560741 w 4752801"/>
              <a:gd name="connsiteY32941" fmla="*/ 40886 h 2767298"/>
              <a:gd name="connsiteX32942" fmla="*/ 2561955 w 4752801"/>
              <a:gd name="connsiteY32942" fmla="*/ 40481 h 2767298"/>
              <a:gd name="connsiteX32943" fmla="*/ 2521070 w 4752801"/>
              <a:gd name="connsiteY32943" fmla="*/ 40481 h 2767298"/>
              <a:gd name="connsiteX32944" fmla="*/ 2525118 w 4752801"/>
              <a:gd name="connsiteY32944" fmla="*/ 40481 h 2767298"/>
              <a:gd name="connsiteX32945" fmla="*/ 2527142 w 4752801"/>
              <a:gd name="connsiteY32945" fmla="*/ 44124 h 2767298"/>
              <a:gd name="connsiteX32946" fmla="*/ 2525118 w 4752801"/>
              <a:gd name="connsiteY32946" fmla="*/ 47768 h 2767298"/>
              <a:gd name="connsiteX32947" fmla="*/ 2521070 w 4752801"/>
              <a:gd name="connsiteY32947" fmla="*/ 47768 h 2767298"/>
              <a:gd name="connsiteX32948" fmla="*/ 2519046 w 4752801"/>
              <a:gd name="connsiteY32948" fmla="*/ 44124 h 2767298"/>
              <a:gd name="connsiteX32949" fmla="*/ 2925883 w 4752801"/>
              <a:gd name="connsiteY32949" fmla="*/ 40076 h 2767298"/>
              <a:gd name="connsiteX32950" fmla="*/ 2930336 w 4752801"/>
              <a:gd name="connsiteY32950" fmla="*/ 40076 h 2767298"/>
              <a:gd name="connsiteX32951" fmla="*/ 2932764 w 4752801"/>
              <a:gd name="connsiteY32951" fmla="*/ 44124 h 2767298"/>
              <a:gd name="connsiteX32952" fmla="*/ 2930336 w 4752801"/>
              <a:gd name="connsiteY32952" fmla="*/ 48172 h 2767298"/>
              <a:gd name="connsiteX32953" fmla="*/ 2925883 w 4752801"/>
              <a:gd name="connsiteY32953" fmla="*/ 48172 h 2767298"/>
              <a:gd name="connsiteX32954" fmla="*/ 2923454 w 4752801"/>
              <a:gd name="connsiteY32954" fmla="*/ 44124 h 2767298"/>
              <a:gd name="connsiteX32955" fmla="*/ 2966363 w 4752801"/>
              <a:gd name="connsiteY32955" fmla="*/ 39672 h 2767298"/>
              <a:gd name="connsiteX32956" fmla="*/ 2970007 w 4752801"/>
              <a:gd name="connsiteY32956" fmla="*/ 39672 h 2767298"/>
              <a:gd name="connsiteX32957" fmla="*/ 2971221 w 4752801"/>
              <a:gd name="connsiteY32957" fmla="*/ 40077 h 2767298"/>
              <a:gd name="connsiteX32958" fmla="*/ 2973245 w 4752801"/>
              <a:gd name="connsiteY32958" fmla="*/ 43315 h 2767298"/>
              <a:gd name="connsiteX32959" fmla="*/ 2973245 w 4752801"/>
              <a:gd name="connsiteY32959" fmla="*/ 44530 h 2767298"/>
              <a:gd name="connsiteX32960" fmla="*/ 2971221 w 4752801"/>
              <a:gd name="connsiteY32960" fmla="*/ 47768 h 2767298"/>
              <a:gd name="connsiteX32961" fmla="*/ 2970007 w 4752801"/>
              <a:gd name="connsiteY32961" fmla="*/ 48173 h 2767298"/>
              <a:gd name="connsiteX32962" fmla="*/ 2966363 w 4752801"/>
              <a:gd name="connsiteY32962" fmla="*/ 48173 h 2767298"/>
              <a:gd name="connsiteX32963" fmla="*/ 2965149 w 4752801"/>
              <a:gd name="connsiteY32963" fmla="*/ 47768 h 2767298"/>
              <a:gd name="connsiteX32964" fmla="*/ 2963125 w 4752801"/>
              <a:gd name="connsiteY32964" fmla="*/ 44530 h 2767298"/>
              <a:gd name="connsiteX32965" fmla="*/ 2963125 w 4752801"/>
              <a:gd name="connsiteY32965" fmla="*/ 43315 h 2767298"/>
              <a:gd name="connsiteX32966" fmla="*/ 2965149 w 4752801"/>
              <a:gd name="connsiteY32966" fmla="*/ 40077 h 2767298"/>
              <a:gd name="connsiteX32967" fmla="*/ 2966363 w 4752801"/>
              <a:gd name="connsiteY32967" fmla="*/ 39672 h 2767298"/>
              <a:gd name="connsiteX32968" fmla="*/ 3128694 w 4752801"/>
              <a:gd name="connsiteY32968" fmla="*/ 1214 h 2767298"/>
              <a:gd name="connsiteX32969" fmla="*/ 3131527 w 4752801"/>
              <a:gd name="connsiteY32969" fmla="*/ 1214 h 2767298"/>
              <a:gd name="connsiteX32970" fmla="*/ 3132742 w 4752801"/>
              <a:gd name="connsiteY32970" fmla="*/ 3643 h 2767298"/>
              <a:gd name="connsiteX32971" fmla="*/ 3131527 w 4752801"/>
              <a:gd name="connsiteY32971" fmla="*/ 6072 h 2767298"/>
              <a:gd name="connsiteX32972" fmla="*/ 3128694 w 4752801"/>
              <a:gd name="connsiteY32972" fmla="*/ 6072 h 2767298"/>
              <a:gd name="connsiteX32973" fmla="*/ 3127479 w 4752801"/>
              <a:gd name="connsiteY32973" fmla="*/ 3643 h 2767298"/>
              <a:gd name="connsiteX32974" fmla="*/ 3088212 w 4752801"/>
              <a:gd name="connsiteY32974" fmla="*/ 810 h 2767298"/>
              <a:gd name="connsiteX32975" fmla="*/ 3091451 w 4752801"/>
              <a:gd name="connsiteY32975" fmla="*/ 810 h 2767298"/>
              <a:gd name="connsiteX32976" fmla="*/ 3093070 w 4752801"/>
              <a:gd name="connsiteY32976" fmla="*/ 3644 h 2767298"/>
              <a:gd name="connsiteX32977" fmla="*/ 3091451 w 4752801"/>
              <a:gd name="connsiteY32977" fmla="*/ 6477 h 2767298"/>
              <a:gd name="connsiteX32978" fmla="*/ 3088212 w 4752801"/>
              <a:gd name="connsiteY32978" fmla="*/ 6477 h 2767298"/>
              <a:gd name="connsiteX32979" fmla="*/ 3086593 w 4752801"/>
              <a:gd name="connsiteY32979" fmla="*/ 3644 h 2767298"/>
              <a:gd name="connsiteX32980" fmla="*/ 3047730 w 4752801"/>
              <a:gd name="connsiteY32980" fmla="*/ 810 h 2767298"/>
              <a:gd name="connsiteX32981" fmla="*/ 3050969 w 4752801"/>
              <a:gd name="connsiteY32981" fmla="*/ 810 h 2767298"/>
              <a:gd name="connsiteX32982" fmla="*/ 3052588 w 4752801"/>
              <a:gd name="connsiteY32982" fmla="*/ 3644 h 2767298"/>
              <a:gd name="connsiteX32983" fmla="*/ 3050969 w 4752801"/>
              <a:gd name="connsiteY32983" fmla="*/ 6477 h 2767298"/>
              <a:gd name="connsiteX32984" fmla="*/ 3047730 w 4752801"/>
              <a:gd name="connsiteY32984" fmla="*/ 6477 h 2767298"/>
              <a:gd name="connsiteX32985" fmla="*/ 3046111 w 4752801"/>
              <a:gd name="connsiteY32985" fmla="*/ 3644 h 2767298"/>
              <a:gd name="connsiteX32986" fmla="*/ 3006845 w 4752801"/>
              <a:gd name="connsiteY32986" fmla="*/ 405 h 2767298"/>
              <a:gd name="connsiteX32987" fmla="*/ 3010893 w 4752801"/>
              <a:gd name="connsiteY32987" fmla="*/ 405 h 2767298"/>
              <a:gd name="connsiteX32988" fmla="*/ 3012917 w 4752801"/>
              <a:gd name="connsiteY32988" fmla="*/ 3644 h 2767298"/>
              <a:gd name="connsiteX32989" fmla="*/ 3010893 w 4752801"/>
              <a:gd name="connsiteY32989" fmla="*/ 6882 h 2767298"/>
              <a:gd name="connsiteX32990" fmla="*/ 3006845 w 4752801"/>
              <a:gd name="connsiteY32990" fmla="*/ 6882 h 2767298"/>
              <a:gd name="connsiteX32991" fmla="*/ 3004821 w 4752801"/>
              <a:gd name="connsiteY32991" fmla="*/ 3644 h 2767298"/>
              <a:gd name="connsiteX32992" fmla="*/ 2966363 w 4752801"/>
              <a:gd name="connsiteY32992" fmla="*/ 405 h 2767298"/>
              <a:gd name="connsiteX32993" fmla="*/ 2970411 w 4752801"/>
              <a:gd name="connsiteY32993" fmla="*/ 405 h 2767298"/>
              <a:gd name="connsiteX32994" fmla="*/ 2972435 w 4752801"/>
              <a:gd name="connsiteY32994" fmla="*/ 3644 h 2767298"/>
              <a:gd name="connsiteX32995" fmla="*/ 2970411 w 4752801"/>
              <a:gd name="connsiteY32995" fmla="*/ 6882 h 2767298"/>
              <a:gd name="connsiteX32996" fmla="*/ 2966363 w 4752801"/>
              <a:gd name="connsiteY32996" fmla="*/ 6882 h 2767298"/>
              <a:gd name="connsiteX32997" fmla="*/ 2964339 w 4752801"/>
              <a:gd name="connsiteY32997" fmla="*/ 3644 h 2767298"/>
              <a:gd name="connsiteX32998" fmla="*/ 2885806 w 4752801"/>
              <a:gd name="connsiteY32998" fmla="*/ 405 h 2767298"/>
              <a:gd name="connsiteX32999" fmla="*/ 2889449 w 4752801"/>
              <a:gd name="connsiteY32999" fmla="*/ 405 h 2767298"/>
              <a:gd name="connsiteX33000" fmla="*/ 2891474 w 4752801"/>
              <a:gd name="connsiteY33000" fmla="*/ 3644 h 2767298"/>
              <a:gd name="connsiteX33001" fmla="*/ 2889449 w 4752801"/>
              <a:gd name="connsiteY33001" fmla="*/ 6882 h 2767298"/>
              <a:gd name="connsiteX33002" fmla="*/ 2885806 w 4752801"/>
              <a:gd name="connsiteY33002" fmla="*/ 6882 h 2767298"/>
              <a:gd name="connsiteX33003" fmla="*/ 2883782 w 4752801"/>
              <a:gd name="connsiteY33003" fmla="*/ 3644 h 2767298"/>
              <a:gd name="connsiteX33004" fmla="*/ 2845324 w 4752801"/>
              <a:gd name="connsiteY33004" fmla="*/ 405 h 2767298"/>
              <a:gd name="connsiteX33005" fmla="*/ 2848967 w 4752801"/>
              <a:gd name="connsiteY33005" fmla="*/ 405 h 2767298"/>
              <a:gd name="connsiteX33006" fmla="*/ 2850992 w 4752801"/>
              <a:gd name="connsiteY33006" fmla="*/ 3644 h 2767298"/>
              <a:gd name="connsiteX33007" fmla="*/ 2848967 w 4752801"/>
              <a:gd name="connsiteY33007" fmla="*/ 6882 h 2767298"/>
              <a:gd name="connsiteX33008" fmla="*/ 2845324 w 4752801"/>
              <a:gd name="connsiteY33008" fmla="*/ 6882 h 2767298"/>
              <a:gd name="connsiteX33009" fmla="*/ 2843300 w 4752801"/>
              <a:gd name="connsiteY33009" fmla="*/ 3644 h 2767298"/>
              <a:gd name="connsiteX33010" fmla="*/ 2804438 w 4752801"/>
              <a:gd name="connsiteY33010" fmla="*/ 405 h 2767298"/>
              <a:gd name="connsiteX33011" fmla="*/ 2808082 w 4752801"/>
              <a:gd name="connsiteY33011" fmla="*/ 405 h 2767298"/>
              <a:gd name="connsiteX33012" fmla="*/ 2809701 w 4752801"/>
              <a:gd name="connsiteY33012" fmla="*/ 3644 h 2767298"/>
              <a:gd name="connsiteX33013" fmla="*/ 2808082 w 4752801"/>
              <a:gd name="connsiteY33013" fmla="*/ 6882 h 2767298"/>
              <a:gd name="connsiteX33014" fmla="*/ 2804438 w 4752801"/>
              <a:gd name="connsiteY33014" fmla="*/ 6882 h 2767298"/>
              <a:gd name="connsiteX33015" fmla="*/ 2802819 w 4752801"/>
              <a:gd name="connsiteY33015" fmla="*/ 3644 h 2767298"/>
              <a:gd name="connsiteX33016" fmla="*/ 2925478 w 4752801"/>
              <a:gd name="connsiteY33016" fmla="*/ 0 h 2767298"/>
              <a:gd name="connsiteX33017" fmla="*/ 2929931 w 4752801"/>
              <a:gd name="connsiteY33017" fmla="*/ 0 h 2767298"/>
              <a:gd name="connsiteX33018" fmla="*/ 2931955 w 4752801"/>
              <a:gd name="connsiteY33018" fmla="*/ 3643 h 2767298"/>
              <a:gd name="connsiteX33019" fmla="*/ 2929931 w 4752801"/>
              <a:gd name="connsiteY33019" fmla="*/ 7287 h 2767298"/>
              <a:gd name="connsiteX33020" fmla="*/ 2925478 w 4752801"/>
              <a:gd name="connsiteY33020" fmla="*/ 7287 h 2767298"/>
              <a:gd name="connsiteX33021" fmla="*/ 2923454 w 4752801"/>
              <a:gd name="connsiteY33021" fmla="*/ 3643 h 2767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</a:cxnLst>
            <a:rect l="l" t="t" r="r" b="b"/>
            <a:pathLst>
              <a:path w="4752801" h="2767298">
                <a:moveTo>
                  <a:pt x="4747943" y="2753535"/>
                </a:moveTo>
                <a:lnTo>
                  <a:pt x="4751182" y="2753535"/>
                </a:lnTo>
                <a:lnTo>
                  <a:pt x="4752801" y="2756368"/>
                </a:lnTo>
                <a:lnTo>
                  <a:pt x="4751182" y="2759202"/>
                </a:lnTo>
                <a:lnTo>
                  <a:pt x="4747943" y="2759202"/>
                </a:lnTo>
                <a:lnTo>
                  <a:pt x="4746324" y="2756368"/>
                </a:lnTo>
                <a:close/>
                <a:moveTo>
                  <a:pt x="4706653" y="2752725"/>
                </a:moveTo>
                <a:lnTo>
                  <a:pt x="4711106" y="2752725"/>
                </a:lnTo>
                <a:lnTo>
                  <a:pt x="4713130" y="2756368"/>
                </a:lnTo>
                <a:lnTo>
                  <a:pt x="4711106" y="2760012"/>
                </a:lnTo>
                <a:lnTo>
                  <a:pt x="4706653" y="2760012"/>
                </a:lnTo>
                <a:lnTo>
                  <a:pt x="4704629" y="2756368"/>
                </a:lnTo>
                <a:close/>
                <a:moveTo>
                  <a:pt x="4666171" y="2752725"/>
                </a:moveTo>
                <a:lnTo>
                  <a:pt x="4670624" y="2752725"/>
                </a:lnTo>
                <a:lnTo>
                  <a:pt x="4672648" y="2756368"/>
                </a:lnTo>
                <a:lnTo>
                  <a:pt x="4670624" y="2760012"/>
                </a:lnTo>
                <a:lnTo>
                  <a:pt x="4666171" y="2760012"/>
                </a:lnTo>
                <a:lnTo>
                  <a:pt x="4664147" y="2756368"/>
                </a:lnTo>
                <a:close/>
                <a:moveTo>
                  <a:pt x="4504246" y="2752725"/>
                </a:moveTo>
                <a:lnTo>
                  <a:pt x="4508699" y="2752725"/>
                </a:lnTo>
                <a:lnTo>
                  <a:pt x="4510723" y="2756368"/>
                </a:lnTo>
                <a:lnTo>
                  <a:pt x="4508699" y="2760012"/>
                </a:lnTo>
                <a:lnTo>
                  <a:pt x="4504246" y="2760012"/>
                </a:lnTo>
                <a:lnTo>
                  <a:pt x="4502222" y="2756368"/>
                </a:lnTo>
                <a:close/>
                <a:moveTo>
                  <a:pt x="4423688" y="2752725"/>
                </a:moveTo>
                <a:lnTo>
                  <a:pt x="4427736" y="2752725"/>
                </a:lnTo>
                <a:lnTo>
                  <a:pt x="4429760" y="2756368"/>
                </a:lnTo>
                <a:lnTo>
                  <a:pt x="4427736" y="2760012"/>
                </a:lnTo>
                <a:lnTo>
                  <a:pt x="4423688" y="2760012"/>
                </a:lnTo>
                <a:lnTo>
                  <a:pt x="4421664" y="2756368"/>
                </a:lnTo>
                <a:close/>
                <a:moveTo>
                  <a:pt x="4586018" y="2752320"/>
                </a:moveTo>
                <a:lnTo>
                  <a:pt x="4589257" y="2752320"/>
                </a:lnTo>
                <a:cubicBezTo>
                  <a:pt x="4589662" y="2752320"/>
                  <a:pt x="4590067" y="2752725"/>
                  <a:pt x="4590471" y="2753130"/>
                </a:cubicBezTo>
                <a:lnTo>
                  <a:pt x="4592091" y="2755963"/>
                </a:lnTo>
                <a:cubicBezTo>
                  <a:pt x="4592495" y="2756368"/>
                  <a:pt x="4592495" y="2756773"/>
                  <a:pt x="4592091" y="2757178"/>
                </a:cubicBezTo>
                <a:lnTo>
                  <a:pt x="4590471" y="2760012"/>
                </a:lnTo>
                <a:cubicBezTo>
                  <a:pt x="4590067" y="2760416"/>
                  <a:pt x="4589662" y="2760416"/>
                  <a:pt x="4589257" y="2760821"/>
                </a:cubicBezTo>
                <a:lnTo>
                  <a:pt x="4586018" y="2760821"/>
                </a:lnTo>
                <a:cubicBezTo>
                  <a:pt x="4585614" y="2760821"/>
                  <a:pt x="4585209" y="2760416"/>
                  <a:pt x="4584804" y="2760012"/>
                </a:cubicBezTo>
                <a:lnTo>
                  <a:pt x="4583185" y="2757178"/>
                </a:lnTo>
                <a:cubicBezTo>
                  <a:pt x="4582780" y="2756773"/>
                  <a:pt x="4582780" y="2756368"/>
                  <a:pt x="4583185" y="2755963"/>
                </a:cubicBezTo>
                <a:lnTo>
                  <a:pt x="4584804" y="2753130"/>
                </a:lnTo>
                <a:cubicBezTo>
                  <a:pt x="4585209" y="2752725"/>
                  <a:pt x="4585614" y="2752320"/>
                  <a:pt x="4586018" y="2752320"/>
                </a:cubicBezTo>
                <a:close/>
                <a:moveTo>
                  <a:pt x="4545133" y="2752320"/>
                </a:moveTo>
                <a:lnTo>
                  <a:pt x="4549586" y="2752320"/>
                </a:lnTo>
                <a:lnTo>
                  <a:pt x="4552014" y="2756368"/>
                </a:lnTo>
                <a:lnTo>
                  <a:pt x="4549586" y="2760416"/>
                </a:lnTo>
                <a:lnTo>
                  <a:pt x="4545133" y="2760416"/>
                </a:lnTo>
                <a:lnTo>
                  <a:pt x="4542704" y="2756368"/>
                </a:lnTo>
                <a:close/>
                <a:moveTo>
                  <a:pt x="4464170" y="2752320"/>
                </a:moveTo>
                <a:lnTo>
                  <a:pt x="4468623" y="2752320"/>
                </a:lnTo>
                <a:lnTo>
                  <a:pt x="4471051" y="2756368"/>
                </a:lnTo>
                <a:lnTo>
                  <a:pt x="4468623" y="2760416"/>
                </a:lnTo>
                <a:lnTo>
                  <a:pt x="4464170" y="2760416"/>
                </a:lnTo>
                <a:lnTo>
                  <a:pt x="4461741" y="2756368"/>
                </a:lnTo>
                <a:close/>
                <a:moveTo>
                  <a:pt x="4383207" y="2752320"/>
                </a:moveTo>
                <a:lnTo>
                  <a:pt x="4386851" y="2752320"/>
                </a:lnTo>
                <a:cubicBezTo>
                  <a:pt x="4387255" y="2752320"/>
                  <a:pt x="4387660" y="2752320"/>
                  <a:pt x="4388065" y="2752725"/>
                </a:cubicBezTo>
                <a:lnTo>
                  <a:pt x="4390089" y="2755963"/>
                </a:lnTo>
                <a:cubicBezTo>
                  <a:pt x="4390494" y="2756368"/>
                  <a:pt x="4390494" y="2756773"/>
                  <a:pt x="4390089" y="2757178"/>
                </a:cubicBezTo>
                <a:lnTo>
                  <a:pt x="4388065" y="2760416"/>
                </a:lnTo>
                <a:cubicBezTo>
                  <a:pt x="4388065" y="2760821"/>
                  <a:pt x="4387660" y="2760821"/>
                  <a:pt x="4386851" y="2761226"/>
                </a:cubicBezTo>
                <a:lnTo>
                  <a:pt x="4383207" y="2761226"/>
                </a:lnTo>
                <a:cubicBezTo>
                  <a:pt x="4382803" y="2761226"/>
                  <a:pt x="4382397" y="2760821"/>
                  <a:pt x="4381993" y="2760416"/>
                </a:cubicBezTo>
                <a:lnTo>
                  <a:pt x="4379969" y="2757178"/>
                </a:lnTo>
                <a:cubicBezTo>
                  <a:pt x="4379564" y="2756773"/>
                  <a:pt x="4379564" y="2756368"/>
                  <a:pt x="4379969" y="2755963"/>
                </a:cubicBezTo>
                <a:lnTo>
                  <a:pt x="4381993" y="2752725"/>
                </a:lnTo>
                <a:cubicBezTo>
                  <a:pt x="4382397" y="2752725"/>
                  <a:pt x="4382803" y="2752320"/>
                  <a:pt x="4383207" y="2752320"/>
                </a:cubicBezTo>
                <a:close/>
                <a:moveTo>
                  <a:pt x="4342726" y="2752320"/>
                </a:moveTo>
                <a:lnTo>
                  <a:pt x="4347179" y="2752320"/>
                </a:lnTo>
                <a:lnTo>
                  <a:pt x="4349607" y="2756368"/>
                </a:lnTo>
                <a:lnTo>
                  <a:pt x="4347179" y="2760416"/>
                </a:lnTo>
                <a:lnTo>
                  <a:pt x="4342726" y="2760416"/>
                </a:lnTo>
                <a:lnTo>
                  <a:pt x="4340297" y="2756368"/>
                </a:lnTo>
                <a:close/>
                <a:moveTo>
                  <a:pt x="4302245" y="2752320"/>
                </a:moveTo>
                <a:lnTo>
                  <a:pt x="4306698" y="2752320"/>
                </a:lnTo>
                <a:lnTo>
                  <a:pt x="4309126" y="2756368"/>
                </a:lnTo>
                <a:lnTo>
                  <a:pt x="4306698" y="2760416"/>
                </a:lnTo>
                <a:lnTo>
                  <a:pt x="4302245" y="2760416"/>
                </a:lnTo>
                <a:lnTo>
                  <a:pt x="4299816" y="2756368"/>
                </a:lnTo>
                <a:close/>
                <a:moveTo>
                  <a:pt x="4262168" y="2752320"/>
                </a:moveTo>
                <a:lnTo>
                  <a:pt x="4265407" y="2752320"/>
                </a:lnTo>
                <a:cubicBezTo>
                  <a:pt x="4265812" y="2752320"/>
                  <a:pt x="4266217" y="2752725"/>
                  <a:pt x="4266621" y="2753130"/>
                </a:cubicBezTo>
                <a:lnTo>
                  <a:pt x="4268241" y="2755963"/>
                </a:lnTo>
                <a:cubicBezTo>
                  <a:pt x="4268645" y="2756368"/>
                  <a:pt x="4268645" y="2756773"/>
                  <a:pt x="4268241" y="2757178"/>
                </a:cubicBezTo>
                <a:lnTo>
                  <a:pt x="4266621" y="2760012"/>
                </a:lnTo>
                <a:cubicBezTo>
                  <a:pt x="4266217" y="2760416"/>
                  <a:pt x="4265812" y="2760416"/>
                  <a:pt x="4265407" y="2760821"/>
                </a:cubicBezTo>
                <a:lnTo>
                  <a:pt x="4262168" y="2760821"/>
                </a:lnTo>
                <a:cubicBezTo>
                  <a:pt x="4261764" y="2760821"/>
                  <a:pt x="4261359" y="2760416"/>
                  <a:pt x="4260954" y="2760012"/>
                </a:cubicBezTo>
                <a:lnTo>
                  <a:pt x="4259335" y="2757178"/>
                </a:lnTo>
                <a:cubicBezTo>
                  <a:pt x="4258930" y="2756773"/>
                  <a:pt x="4258930" y="2756368"/>
                  <a:pt x="4259335" y="2755963"/>
                </a:cubicBezTo>
                <a:lnTo>
                  <a:pt x="4260954" y="2753130"/>
                </a:lnTo>
                <a:cubicBezTo>
                  <a:pt x="4261359" y="2752725"/>
                  <a:pt x="4261764" y="2752320"/>
                  <a:pt x="4262168" y="2752320"/>
                </a:cubicBezTo>
                <a:close/>
                <a:moveTo>
                  <a:pt x="4626095" y="2751511"/>
                </a:moveTo>
                <a:lnTo>
                  <a:pt x="4629739" y="2751511"/>
                </a:lnTo>
                <a:cubicBezTo>
                  <a:pt x="4630143" y="2751511"/>
                  <a:pt x="4630548" y="2751916"/>
                  <a:pt x="4630953" y="2752320"/>
                </a:cubicBezTo>
                <a:lnTo>
                  <a:pt x="4632977" y="2755559"/>
                </a:lnTo>
                <a:cubicBezTo>
                  <a:pt x="4633382" y="2755964"/>
                  <a:pt x="4633382" y="2756369"/>
                  <a:pt x="4632977" y="2756774"/>
                </a:cubicBezTo>
                <a:lnTo>
                  <a:pt x="4630953" y="2760012"/>
                </a:lnTo>
                <a:cubicBezTo>
                  <a:pt x="4630953" y="2760417"/>
                  <a:pt x="4630548" y="2760822"/>
                  <a:pt x="4629739" y="2760822"/>
                </a:cubicBezTo>
                <a:lnTo>
                  <a:pt x="4626095" y="2760822"/>
                </a:lnTo>
                <a:cubicBezTo>
                  <a:pt x="4625691" y="2760822"/>
                  <a:pt x="4625285" y="2760417"/>
                  <a:pt x="4624881" y="2760012"/>
                </a:cubicBezTo>
                <a:lnTo>
                  <a:pt x="4622857" y="2756774"/>
                </a:lnTo>
                <a:cubicBezTo>
                  <a:pt x="4622452" y="2756369"/>
                  <a:pt x="4622452" y="2755964"/>
                  <a:pt x="4622857" y="2755559"/>
                </a:cubicBezTo>
                <a:lnTo>
                  <a:pt x="4624881" y="2752320"/>
                </a:lnTo>
                <a:cubicBezTo>
                  <a:pt x="4625285" y="2751916"/>
                  <a:pt x="4625691" y="2751511"/>
                  <a:pt x="4626095" y="2751511"/>
                </a:cubicBezTo>
                <a:close/>
                <a:moveTo>
                  <a:pt x="4180396" y="2751511"/>
                </a:moveTo>
                <a:lnTo>
                  <a:pt x="4185253" y="2751511"/>
                </a:lnTo>
                <a:cubicBezTo>
                  <a:pt x="4185658" y="2751511"/>
                  <a:pt x="4186063" y="2751511"/>
                  <a:pt x="4186468" y="2751916"/>
                </a:cubicBezTo>
                <a:lnTo>
                  <a:pt x="4188897" y="2755964"/>
                </a:lnTo>
                <a:cubicBezTo>
                  <a:pt x="4189302" y="2756369"/>
                  <a:pt x="4189302" y="2756774"/>
                  <a:pt x="4188897" y="2757178"/>
                </a:cubicBezTo>
                <a:lnTo>
                  <a:pt x="4186468" y="2761226"/>
                </a:lnTo>
                <a:cubicBezTo>
                  <a:pt x="4186063" y="2761631"/>
                  <a:pt x="4185658" y="2761631"/>
                  <a:pt x="4185253" y="2761631"/>
                </a:cubicBezTo>
                <a:lnTo>
                  <a:pt x="4180396" y="2761631"/>
                </a:lnTo>
                <a:cubicBezTo>
                  <a:pt x="4179991" y="2761631"/>
                  <a:pt x="4179586" y="2761631"/>
                  <a:pt x="4179181" y="2761226"/>
                </a:cubicBezTo>
                <a:lnTo>
                  <a:pt x="4176753" y="2757178"/>
                </a:lnTo>
                <a:cubicBezTo>
                  <a:pt x="4176348" y="2756774"/>
                  <a:pt x="4176348" y="2756369"/>
                  <a:pt x="4176753" y="2755964"/>
                </a:cubicBezTo>
                <a:lnTo>
                  <a:pt x="4179181" y="2751916"/>
                </a:lnTo>
                <a:cubicBezTo>
                  <a:pt x="4179586" y="2751916"/>
                  <a:pt x="4179991" y="2751511"/>
                  <a:pt x="4180396" y="2751511"/>
                </a:cubicBezTo>
                <a:close/>
                <a:moveTo>
                  <a:pt x="3614063" y="2751511"/>
                </a:moveTo>
                <a:lnTo>
                  <a:pt x="3617707" y="2751511"/>
                </a:lnTo>
                <a:cubicBezTo>
                  <a:pt x="3618111" y="2751511"/>
                  <a:pt x="3618516" y="2751916"/>
                  <a:pt x="3618921" y="2752320"/>
                </a:cubicBezTo>
                <a:lnTo>
                  <a:pt x="3620945" y="2755559"/>
                </a:lnTo>
                <a:cubicBezTo>
                  <a:pt x="3621350" y="2755964"/>
                  <a:pt x="3621350" y="2756369"/>
                  <a:pt x="3620945" y="2756774"/>
                </a:cubicBezTo>
                <a:lnTo>
                  <a:pt x="3618921" y="2760012"/>
                </a:lnTo>
                <a:cubicBezTo>
                  <a:pt x="3618921" y="2760417"/>
                  <a:pt x="3618516" y="2760822"/>
                  <a:pt x="3617707" y="2760822"/>
                </a:cubicBezTo>
                <a:lnTo>
                  <a:pt x="3614063" y="2760822"/>
                </a:lnTo>
                <a:cubicBezTo>
                  <a:pt x="3613659" y="2760822"/>
                  <a:pt x="3613253" y="2760417"/>
                  <a:pt x="3612849" y="2760012"/>
                </a:cubicBezTo>
                <a:lnTo>
                  <a:pt x="3610825" y="2756774"/>
                </a:lnTo>
                <a:cubicBezTo>
                  <a:pt x="3610420" y="2756369"/>
                  <a:pt x="3610420" y="2755964"/>
                  <a:pt x="3610825" y="2755559"/>
                </a:cubicBezTo>
                <a:lnTo>
                  <a:pt x="3612849" y="2752320"/>
                </a:lnTo>
                <a:cubicBezTo>
                  <a:pt x="3613253" y="2751916"/>
                  <a:pt x="3613659" y="2751511"/>
                  <a:pt x="3614063" y="2751511"/>
                </a:cubicBezTo>
                <a:close/>
                <a:moveTo>
                  <a:pt x="4221282" y="2751106"/>
                </a:moveTo>
                <a:lnTo>
                  <a:pt x="4225330" y="2751106"/>
                </a:lnTo>
                <a:cubicBezTo>
                  <a:pt x="4225735" y="2751106"/>
                  <a:pt x="4226140" y="2751511"/>
                  <a:pt x="4226544" y="2751916"/>
                </a:cubicBezTo>
                <a:lnTo>
                  <a:pt x="4228569" y="2755559"/>
                </a:lnTo>
                <a:cubicBezTo>
                  <a:pt x="4228974" y="2755964"/>
                  <a:pt x="4228974" y="2756369"/>
                  <a:pt x="4228569" y="2756773"/>
                </a:cubicBezTo>
                <a:lnTo>
                  <a:pt x="4226544" y="2760417"/>
                </a:lnTo>
                <a:cubicBezTo>
                  <a:pt x="4226140" y="2760822"/>
                  <a:pt x="4225735" y="2761226"/>
                  <a:pt x="4225330" y="2760822"/>
                </a:cubicBezTo>
                <a:lnTo>
                  <a:pt x="4221282" y="2760822"/>
                </a:lnTo>
                <a:cubicBezTo>
                  <a:pt x="4220878" y="2760822"/>
                  <a:pt x="4220472" y="2760822"/>
                  <a:pt x="4220068" y="2760417"/>
                </a:cubicBezTo>
                <a:lnTo>
                  <a:pt x="4218044" y="2756773"/>
                </a:lnTo>
                <a:cubicBezTo>
                  <a:pt x="4217639" y="2756369"/>
                  <a:pt x="4217639" y="2755964"/>
                  <a:pt x="4218044" y="2755559"/>
                </a:cubicBezTo>
                <a:lnTo>
                  <a:pt x="4220068" y="2751916"/>
                </a:lnTo>
                <a:cubicBezTo>
                  <a:pt x="4220472" y="2751511"/>
                  <a:pt x="4220878" y="2751106"/>
                  <a:pt x="4221282" y="2751106"/>
                </a:cubicBezTo>
                <a:close/>
                <a:moveTo>
                  <a:pt x="4139510" y="2751106"/>
                </a:moveTo>
                <a:lnTo>
                  <a:pt x="4144772" y="2751106"/>
                </a:lnTo>
                <a:cubicBezTo>
                  <a:pt x="4145177" y="2751106"/>
                  <a:pt x="4145582" y="2751106"/>
                  <a:pt x="4145987" y="2751511"/>
                </a:cubicBezTo>
                <a:lnTo>
                  <a:pt x="4148821" y="2755964"/>
                </a:lnTo>
                <a:cubicBezTo>
                  <a:pt x="4149225" y="2756369"/>
                  <a:pt x="4149225" y="2756773"/>
                  <a:pt x="4148821" y="2757178"/>
                </a:cubicBezTo>
                <a:lnTo>
                  <a:pt x="4145987" y="2761631"/>
                </a:lnTo>
                <a:cubicBezTo>
                  <a:pt x="4145987" y="2762036"/>
                  <a:pt x="4145582" y="2762036"/>
                  <a:pt x="4144772" y="2762036"/>
                </a:cubicBezTo>
                <a:lnTo>
                  <a:pt x="4139510" y="2762036"/>
                </a:lnTo>
                <a:cubicBezTo>
                  <a:pt x="4139105" y="2762036"/>
                  <a:pt x="4138700" y="2762036"/>
                  <a:pt x="4138296" y="2761631"/>
                </a:cubicBezTo>
                <a:lnTo>
                  <a:pt x="4135462" y="2757178"/>
                </a:lnTo>
                <a:cubicBezTo>
                  <a:pt x="4135057" y="2756773"/>
                  <a:pt x="4135057" y="2756369"/>
                  <a:pt x="4135462" y="2755964"/>
                </a:cubicBezTo>
                <a:lnTo>
                  <a:pt x="4138296" y="2751511"/>
                </a:lnTo>
                <a:cubicBezTo>
                  <a:pt x="4138700" y="2751511"/>
                  <a:pt x="4139105" y="2751106"/>
                  <a:pt x="4139510" y="2751106"/>
                </a:cubicBezTo>
                <a:close/>
                <a:moveTo>
                  <a:pt x="3977585" y="2751106"/>
                </a:moveTo>
                <a:lnTo>
                  <a:pt x="3982847" y="2751106"/>
                </a:lnTo>
                <a:cubicBezTo>
                  <a:pt x="3983252" y="2751106"/>
                  <a:pt x="3983657" y="2751106"/>
                  <a:pt x="3984062" y="2751511"/>
                </a:cubicBezTo>
                <a:lnTo>
                  <a:pt x="3986896" y="2755964"/>
                </a:lnTo>
                <a:cubicBezTo>
                  <a:pt x="3987300" y="2756369"/>
                  <a:pt x="3987300" y="2756773"/>
                  <a:pt x="3986896" y="2757178"/>
                </a:cubicBezTo>
                <a:lnTo>
                  <a:pt x="3984062" y="2761631"/>
                </a:lnTo>
                <a:cubicBezTo>
                  <a:pt x="3984062" y="2762036"/>
                  <a:pt x="3983657" y="2762036"/>
                  <a:pt x="3982847" y="2762036"/>
                </a:cubicBezTo>
                <a:lnTo>
                  <a:pt x="3977585" y="2762036"/>
                </a:lnTo>
                <a:cubicBezTo>
                  <a:pt x="3977180" y="2762036"/>
                  <a:pt x="3976775" y="2762036"/>
                  <a:pt x="3976371" y="2761631"/>
                </a:cubicBezTo>
                <a:lnTo>
                  <a:pt x="3973537" y="2757178"/>
                </a:lnTo>
                <a:cubicBezTo>
                  <a:pt x="3973132" y="2756773"/>
                  <a:pt x="3973132" y="2756369"/>
                  <a:pt x="3973537" y="2755964"/>
                </a:cubicBezTo>
                <a:lnTo>
                  <a:pt x="3976371" y="2751511"/>
                </a:lnTo>
                <a:cubicBezTo>
                  <a:pt x="3976775" y="2751511"/>
                  <a:pt x="3977180" y="2751106"/>
                  <a:pt x="3977585" y="2751106"/>
                </a:cubicBezTo>
                <a:close/>
                <a:moveTo>
                  <a:pt x="4018066" y="2750296"/>
                </a:moveTo>
                <a:lnTo>
                  <a:pt x="4023733" y="2750296"/>
                </a:lnTo>
                <a:cubicBezTo>
                  <a:pt x="4024138" y="2750296"/>
                  <a:pt x="4024543" y="2750701"/>
                  <a:pt x="4024948" y="2751106"/>
                </a:cubicBezTo>
                <a:lnTo>
                  <a:pt x="4027781" y="2755963"/>
                </a:lnTo>
                <a:cubicBezTo>
                  <a:pt x="4028186" y="2756368"/>
                  <a:pt x="4028186" y="2756773"/>
                  <a:pt x="4027781" y="2757178"/>
                </a:cubicBezTo>
                <a:lnTo>
                  <a:pt x="4024948" y="2762036"/>
                </a:lnTo>
                <a:cubicBezTo>
                  <a:pt x="4024543" y="2762440"/>
                  <a:pt x="4024138" y="2762440"/>
                  <a:pt x="4023733" y="2762440"/>
                </a:cubicBezTo>
                <a:lnTo>
                  <a:pt x="4018066" y="2762440"/>
                </a:lnTo>
                <a:cubicBezTo>
                  <a:pt x="4017661" y="2762440"/>
                  <a:pt x="4017256" y="2762440"/>
                  <a:pt x="4016852" y="2762036"/>
                </a:cubicBezTo>
                <a:lnTo>
                  <a:pt x="4014018" y="2757178"/>
                </a:lnTo>
                <a:cubicBezTo>
                  <a:pt x="4013613" y="2756773"/>
                  <a:pt x="4013613" y="2756368"/>
                  <a:pt x="4014018" y="2755963"/>
                </a:cubicBezTo>
                <a:lnTo>
                  <a:pt x="4016852" y="2751106"/>
                </a:lnTo>
                <a:cubicBezTo>
                  <a:pt x="4017256" y="2750701"/>
                  <a:pt x="4017661" y="2750296"/>
                  <a:pt x="4018066" y="2750296"/>
                </a:cubicBezTo>
                <a:close/>
                <a:moveTo>
                  <a:pt x="4098624" y="2749891"/>
                </a:moveTo>
                <a:lnTo>
                  <a:pt x="4104291" y="2749891"/>
                </a:lnTo>
                <a:cubicBezTo>
                  <a:pt x="4104696" y="2749891"/>
                  <a:pt x="4105101" y="2750296"/>
                  <a:pt x="4105506" y="2750701"/>
                </a:cubicBezTo>
                <a:lnTo>
                  <a:pt x="4108339" y="2755558"/>
                </a:lnTo>
                <a:cubicBezTo>
                  <a:pt x="4108744" y="2755963"/>
                  <a:pt x="4108744" y="2756368"/>
                  <a:pt x="4108339" y="2756773"/>
                </a:cubicBezTo>
                <a:lnTo>
                  <a:pt x="4105506" y="2761631"/>
                </a:lnTo>
                <a:cubicBezTo>
                  <a:pt x="4105506" y="2762035"/>
                  <a:pt x="4105101" y="2762440"/>
                  <a:pt x="4104291" y="2761631"/>
                </a:cubicBezTo>
                <a:lnTo>
                  <a:pt x="4098624" y="2761631"/>
                </a:lnTo>
                <a:cubicBezTo>
                  <a:pt x="4098219" y="2761631"/>
                  <a:pt x="4097814" y="2761631"/>
                  <a:pt x="4097410" y="2761226"/>
                </a:cubicBezTo>
                <a:lnTo>
                  <a:pt x="4094576" y="2756368"/>
                </a:lnTo>
                <a:cubicBezTo>
                  <a:pt x="4094171" y="2755963"/>
                  <a:pt x="4094171" y="2755558"/>
                  <a:pt x="4094576" y="2755154"/>
                </a:cubicBezTo>
                <a:lnTo>
                  <a:pt x="4097410" y="2750296"/>
                </a:lnTo>
                <a:cubicBezTo>
                  <a:pt x="4097814" y="2750296"/>
                  <a:pt x="4098219" y="2749891"/>
                  <a:pt x="4098624" y="2749891"/>
                </a:cubicBezTo>
                <a:close/>
                <a:moveTo>
                  <a:pt x="4058142" y="2749891"/>
                </a:moveTo>
                <a:lnTo>
                  <a:pt x="4064619" y="2749891"/>
                </a:lnTo>
                <a:cubicBezTo>
                  <a:pt x="4065024" y="2749891"/>
                  <a:pt x="4065429" y="2749891"/>
                  <a:pt x="4065834" y="2750296"/>
                </a:cubicBezTo>
                <a:lnTo>
                  <a:pt x="4069073" y="2755963"/>
                </a:lnTo>
                <a:cubicBezTo>
                  <a:pt x="4069477" y="2756368"/>
                  <a:pt x="4069477" y="2756773"/>
                  <a:pt x="4069073" y="2757178"/>
                </a:cubicBezTo>
                <a:lnTo>
                  <a:pt x="4065834" y="2762845"/>
                </a:lnTo>
                <a:cubicBezTo>
                  <a:pt x="4065429" y="2763250"/>
                  <a:pt x="4065024" y="2763250"/>
                  <a:pt x="4064619" y="2763250"/>
                </a:cubicBezTo>
                <a:lnTo>
                  <a:pt x="4058142" y="2763250"/>
                </a:lnTo>
                <a:cubicBezTo>
                  <a:pt x="4057738" y="2763250"/>
                  <a:pt x="4057333" y="2763250"/>
                  <a:pt x="4056928" y="2762845"/>
                </a:cubicBezTo>
                <a:lnTo>
                  <a:pt x="4053690" y="2757178"/>
                </a:lnTo>
                <a:cubicBezTo>
                  <a:pt x="4053285" y="2756773"/>
                  <a:pt x="4053285" y="2756368"/>
                  <a:pt x="4053690" y="2755963"/>
                </a:cubicBezTo>
                <a:lnTo>
                  <a:pt x="4056928" y="2750296"/>
                </a:lnTo>
                <a:cubicBezTo>
                  <a:pt x="4057333" y="2750296"/>
                  <a:pt x="4057738" y="2749891"/>
                  <a:pt x="4058142" y="2749891"/>
                </a:cubicBezTo>
                <a:close/>
                <a:moveTo>
                  <a:pt x="3936699" y="2749487"/>
                </a:moveTo>
                <a:lnTo>
                  <a:pt x="3943176" y="2749487"/>
                </a:lnTo>
                <a:cubicBezTo>
                  <a:pt x="3943581" y="2749487"/>
                  <a:pt x="3943986" y="2749487"/>
                  <a:pt x="3944391" y="2749892"/>
                </a:cubicBezTo>
                <a:lnTo>
                  <a:pt x="3947630" y="2755559"/>
                </a:lnTo>
                <a:cubicBezTo>
                  <a:pt x="3948034" y="2755964"/>
                  <a:pt x="3948034" y="2756369"/>
                  <a:pt x="3947630" y="2756774"/>
                </a:cubicBezTo>
                <a:lnTo>
                  <a:pt x="3944391" y="2762441"/>
                </a:lnTo>
                <a:cubicBezTo>
                  <a:pt x="3943986" y="2762846"/>
                  <a:pt x="3943581" y="2763250"/>
                  <a:pt x="3943176" y="2763250"/>
                </a:cubicBezTo>
                <a:lnTo>
                  <a:pt x="3936699" y="2763250"/>
                </a:lnTo>
                <a:cubicBezTo>
                  <a:pt x="3936295" y="2763250"/>
                  <a:pt x="3935890" y="2762846"/>
                  <a:pt x="3935485" y="2762441"/>
                </a:cubicBezTo>
                <a:lnTo>
                  <a:pt x="3932247" y="2756774"/>
                </a:lnTo>
                <a:cubicBezTo>
                  <a:pt x="3931842" y="2756369"/>
                  <a:pt x="3931842" y="2755964"/>
                  <a:pt x="3932247" y="2755559"/>
                </a:cubicBezTo>
                <a:lnTo>
                  <a:pt x="3935485" y="2749892"/>
                </a:lnTo>
                <a:cubicBezTo>
                  <a:pt x="3935890" y="2749892"/>
                  <a:pt x="3936295" y="2749487"/>
                  <a:pt x="3936699" y="2749487"/>
                </a:cubicBezTo>
                <a:close/>
                <a:moveTo>
                  <a:pt x="3895408" y="2748272"/>
                </a:moveTo>
                <a:lnTo>
                  <a:pt x="3903100" y="2748272"/>
                </a:lnTo>
                <a:cubicBezTo>
                  <a:pt x="3903505" y="2748272"/>
                  <a:pt x="3903909" y="2748272"/>
                  <a:pt x="3904314" y="2748677"/>
                </a:cubicBezTo>
                <a:lnTo>
                  <a:pt x="3908362" y="2755559"/>
                </a:lnTo>
                <a:cubicBezTo>
                  <a:pt x="3908767" y="2755964"/>
                  <a:pt x="3908767" y="2756368"/>
                  <a:pt x="3908362" y="2756773"/>
                </a:cubicBezTo>
                <a:lnTo>
                  <a:pt x="3904314" y="2763655"/>
                </a:lnTo>
                <a:cubicBezTo>
                  <a:pt x="3904314" y="2764060"/>
                  <a:pt x="3903909" y="2764465"/>
                  <a:pt x="3903100" y="2764465"/>
                </a:cubicBezTo>
                <a:lnTo>
                  <a:pt x="3895408" y="2764465"/>
                </a:lnTo>
                <a:cubicBezTo>
                  <a:pt x="3895004" y="2764465"/>
                  <a:pt x="3894598" y="2764060"/>
                  <a:pt x="3894194" y="2763655"/>
                </a:cubicBezTo>
                <a:lnTo>
                  <a:pt x="3890146" y="2756773"/>
                </a:lnTo>
                <a:cubicBezTo>
                  <a:pt x="3889741" y="2756368"/>
                  <a:pt x="3889741" y="2755964"/>
                  <a:pt x="3890146" y="2755559"/>
                </a:cubicBezTo>
                <a:lnTo>
                  <a:pt x="3894194" y="2748677"/>
                </a:lnTo>
                <a:cubicBezTo>
                  <a:pt x="3894598" y="2748677"/>
                  <a:pt x="3895004" y="2748272"/>
                  <a:pt x="3895408" y="2748272"/>
                </a:cubicBezTo>
                <a:close/>
                <a:moveTo>
                  <a:pt x="3854522" y="2747867"/>
                </a:moveTo>
                <a:lnTo>
                  <a:pt x="3863023" y="2747867"/>
                </a:lnTo>
                <a:cubicBezTo>
                  <a:pt x="3863428" y="2747867"/>
                  <a:pt x="3863833" y="2748272"/>
                  <a:pt x="3864237" y="2748677"/>
                </a:cubicBezTo>
                <a:lnTo>
                  <a:pt x="3868286" y="2755963"/>
                </a:lnTo>
                <a:cubicBezTo>
                  <a:pt x="3868691" y="2756368"/>
                  <a:pt x="3868691" y="2756773"/>
                  <a:pt x="3868286" y="2757178"/>
                </a:cubicBezTo>
                <a:lnTo>
                  <a:pt x="3864237" y="2764464"/>
                </a:lnTo>
                <a:cubicBezTo>
                  <a:pt x="3864237" y="2764869"/>
                  <a:pt x="3863833" y="2764869"/>
                  <a:pt x="3863023" y="2764869"/>
                </a:cubicBezTo>
                <a:lnTo>
                  <a:pt x="3854522" y="2764869"/>
                </a:lnTo>
                <a:cubicBezTo>
                  <a:pt x="3854117" y="2764869"/>
                  <a:pt x="3853712" y="2764869"/>
                  <a:pt x="3853308" y="2764464"/>
                </a:cubicBezTo>
                <a:lnTo>
                  <a:pt x="3849260" y="2757178"/>
                </a:lnTo>
                <a:cubicBezTo>
                  <a:pt x="3848855" y="2756773"/>
                  <a:pt x="3848855" y="2756368"/>
                  <a:pt x="3849260" y="2755963"/>
                </a:cubicBezTo>
                <a:lnTo>
                  <a:pt x="3853308" y="2748677"/>
                </a:lnTo>
                <a:cubicBezTo>
                  <a:pt x="3853712" y="2748272"/>
                  <a:pt x="3854117" y="2747867"/>
                  <a:pt x="3854522" y="2747867"/>
                </a:cubicBezTo>
                <a:close/>
                <a:moveTo>
                  <a:pt x="3773560" y="2747867"/>
                </a:moveTo>
                <a:lnTo>
                  <a:pt x="3782466" y="2747867"/>
                </a:lnTo>
                <a:cubicBezTo>
                  <a:pt x="3782870" y="2747867"/>
                  <a:pt x="3783275" y="2747867"/>
                  <a:pt x="3783680" y="2748272"/>
                </a:cubicBezTo>
                <a:lnTo>
                  <a:pt x="3788133" y="2755963"/>
                </a:lnTo>
                <a:cubicBezTo>
                  <a:pt x="3788538" y="2756368"/>
                  <a:pt x="3788538" y="2756773"/>
                  <a:pt x="3788133" y="2757178"/>
                </a:cubicBezTo>
                <a:lnTo>
                  <a:pt x="3783680" y="2764869"/>
                </a:lnTo>
                <a:cubicBezTo>
                  <a:pt x="3783275" y="2764869"/>
                  <a:pt x="3782870" y="2765274"/>
                  <a:pt x="3782466" y="2765679"/>
                </a:cubicBezTo>
                <a:lnTo>
                  <a:pt x="3773560" y="2765679"/>
                </a:lnTo>
                <a:cubicBezTo>
                  <a:pt x="3773155" y="2765679"/>
                  <a:pt x="3772750" y="2765274"/>
                  <a:pt x="3772345" y="2764869"/>
                </a:cubicBezTo>
                <a:lnTo>
                  <a:pt x="3767893" y="2757178"/>
                </a:lnTo>
                <a:cubicBezTo>
                  <a:pt x="3767488" y="2756773"/>
                  <a:pt x="3767488" y="2756368"/>
                  <a:pt x="3767893" y="2755963"/>
                </a:cubicBezTo>
                <a:lnTo>
                  <a:pt x="3772345" y="2748272"/>
                </a:lnTo>
                <a:cubicBezTo>
                  <a:pt x="3772750" y="2748272"/>
                  <a:pt x="3773155" y="2747867"/>
                  <a:pt x="3773560" y="2747867"/>
                </a:cubicBezTo>
                <a:close/>
                <a:moveTo>
                  <a:pt x="3814041" y="2747058"/>
                </a:moveTo>
                <a:lnTo>
                  <a:pt x="3822947" y="2747058"/>
                </a:lnTo>
                <a:cubicBezTo>
                  <a:pt x="3823351" y="2747058"/>
                  <a:pt x="3823756" y="2747463"/>
                  <a:pt x="3824161" y="2747868"/>
                </a:cubicBezTo>
                <a:lnTo>
                  <a:pt x="3828614" y="2755559"/>
                </a:lnTo>
                <a:cubicBezTo>
                  <a:pt x="3829019" y="2755964"/>
                  <a:pt x="3829019" y="2756369"/>
                  <a:pt x="3828614" y="2756774"/>
                </a:cubicBezTo>
                <a:lnTo>
                  <a:pt x="3824161" y="2764465"/>
                </a:lnTo>
                <a:cubicBezTo>
                  <a:pt x="3823756" y="2764870"/>
                  <a:pt x="3823351" y="2765275"/>
                  <a:pt x="3822947" y="2765275"/>
                </a:cubicBezTo>
                <a:lnTo>
                  <a:pt x="3814041" y="2765275"/>
                </a:lnTo>
                <a:cubicBezTo>
                  <a:pt x="3813636" y="2765275"/>
                  <a:pt x="3813231" y="2764870"/>
                  <a:pt x="3812826" y="2764465"/>
                </a:cubicBezTo>
                <a:lnTo>
                  <a:pt x="3808374" y="2756774"/>
                </a:lnTo>
                <a:cubicBezTo>
                  <a:pt x="3807969" y="2756369"/>
                  <a:pt x="3807969" y="2755964"/>
                  <a:pt x="3808374" y="2755559"/>
                </a:cubicBezTo>
                <a:lnTo>
                  <a:pt x="3812826" y="2747868"/>
                </a:lnTo>
                <a:cubicBezTo>
                  <a:pt x="3813231" y="2747463"/>
                  <a:pt x="3813636" y="2747058"/>
                  <a:pt x="3814041" y="2747058"/>
                </a:cubicBezTo>
                <a:close/>
                <a:moveTo>
                  <a:pt x="3732674" y="2746653"/>
                </a:moveTo>
                <a:lnTo>
                  <a:pt x="3742389" y="2746653"/>
                </a:lnTo>
                <a:cubicBezTo>
                  <a:pt x="3742794" y="2746653"/>
                  <a:pt x="3743199" y="2747058"/>
                  <a:pt x="3743604" y="2747463"/>
                </a:cubicBezTo>
                <a:lnTo>
                  <a:pt x="3748462" y="2755964"/>
                </a:lnTo>
                <a:cubicBezTo>
                  <a:pt x="3748866" y="2756368"/>
                  <a:pt x="3748866" y="2756773"/>
                  <a:pt x="3748462" y="2757178"/>
                </a:cubicBezTo>
                <a:lnTo>
                  <a:pt x="3743604" y="2765679"/>
                </a:lnTo>
                <a:cubicBezTo>
                  <a:pt x="3743199" y="2766084"/>
                  <a:pt x="3742794" y="2766084"/>
                  <a:pt x="3742389" y="2766489"/>
                </a:cubicBezTo>
                <a:lnTo>
                  <a:pt x="3732674" y="2766489"/>
                </a:lnTo>
                <a:cubicBezTo>
                  <a:pt x="3732269" y="2766489"/>
                  <a:pt x="3731864" y="2766084"/>
                  <a:pt x="3731460" y="2765679"/>
                </a:cubicBezTo>
                <a:lnTo>
                  <a:pt x="3726602" y="2757178"/>
                </a:lnTo>
                <a:cubicBezTo>
                  <a:pt x="3726197" y="2756773"/>
                  <a:pt x="3726197" y="2756368"/>
                  <a:pt x="3726602" y="2755964"/>
                </a:cubicBezTo>
                <a:lnTo>
                  <a:pt x="3731460" y="2747463"/>
                </a:lnTo>
                <a:cubicBezTo>
                  <a:pt x="3731864" y="2747058"/>
                  <a:pt x="3732269" y="2746653"/>
                  <a:pt x="3732674" y="2746653"/>
                </a:cubicBezTo>
                <a:close/>
                <a:moveTo>
                  <a:pt x="3692192" y="2746248"/>
                </a:moveTo>
                <a:lnTo>
                  <a:pt x="3701907" y="2746248"/>
                </a:lnTo>
                <a:cubicBezTo>
                  <a:pt x="3702312" y="2746248"/>
                  <a:pt x="3702717" y="2746653"/>
                  <a:pt x="3703122" y="2747058"/>
                </a:cubicBezTo>
                <a:lnTo>
                  <a:pt x="3707980" y="2755559"/>
                </a:lnTo>
                <a:cubicBezTo>
                  <a:pt x="3708384" y="2755964"/>
                  <a:pt x="3708384" y="2756368"/>
                  <a:pt x="3707980" y="2756773"/>
                </a:cubicBezTo>
                <a:lnTo>
                  <a:pt x="3703122" y="2765274"/>
                </a:lnTo>
                <a:cubicBezTo>
                  <a:pt x="3702717" y="2765679"/>
                  <a:pt x="3702312" y="2766084"/>
                  <a:pt x="3701907" y="2766084"/>
                </a:cubicBezTo>
                <a:lnTo>
                  <a:pt x="3692192" y="2766084"/>
                </a:lnTo>
                <a:cubicBezTo>
                  <a:pt x="3691787" y="2766084"/>
                  <a:pt x="3691382" y="2765679"/>
                  <a:pt x="3690978" y="2765274"/>
                </a:cubicBezTo>
                <a:lnTo>
                  <a:pt x="3686120" y="2756773"/>
                </a:lnTo>
                <a:cubicBezTo>
                  <a:pt x="3685715" y="2756368"/>
                  <a:pt x="3685715" y="2755964"/>
                  <a:pt x="3686120" y="2755559"/>
                </a:cubicBezTo>
                <a:lnTo>
                  <a:pt x="3690978" y="2747058"/>
                </a:lnTo>
                <a:cubicBezTo>
                  <a:pt x="3691382" y="2746653"/>
                  <a:pt x="3691787" y="2746248"/>
                  <a:pt x="3692192" y="2746248"/>
                </a:cubicBezTo>
                <a:close/>
                <a:moveTo>
                  <a:pt x="3650902" y="2745843"/>
                </a:moveTo>
                <a:lnTo>
                  <a:pt x="3662236" y="2745843"/>
                </a:lnTo>
                <a:cubicBezTo>
                  <a:pt x="3662641" y="2745843"/>
                  <a:pt x="3663046" y="2745843"/>
                  <a:pt x="3663451" y="2746248"/>
                </a:cubicBezTo>
                <a:lnTo>
                  <a:pt x="3669118" y="2755963"/>
                </a:lnTo>
                <a:cubicBezTo>
                  <a:pt x="3669523" y="2756368"/>
                  <a:pt x="3669523" y="2756773"/>
                  <a:pt x="3669118" y="2757178"/>
                </a:cubicBezTo>
                <a:lnTo>
                  <a:pt x="3663451" y="2766893"/>
                </a:lnTo>
                <a:cubicBezTo>
                  <a:pt x="3663046" y="2767298"/>
                  <a:pt x="3662641" y="2767298"/>
                  <a:pt x="3662236" y="2767298"/>
                </a:cubicBezTo>
                <a:lnTo>
                  <a:pt x="3650902" y="2767298"/>
                </a:lnTo>
                <a:cubicBezTo>
                  <a:pt x="3650497" y="2767298"/>
                  <a:pt x="3650092" y="2767298"/>
                  <a:pt x="3649687" y="2766893"/>
                </a:cubicBezTo>
                <a:lnTo>
                  <a:pt x="3644020" y="2757178"/>
                </a:lnTo>
                <a:cubicBezTo>
                  <a:pt x="3643615" y="2756773"/>
                  <a:pt x="3643615" y="2756368"/>
                  <a:pt x="3644020" y="2755963"/>
                </a:cubicBezTo>
                <a:lnTo>
                  <a:pt x="3649687" y="2746248"/>
                </a:lnTo>
                <a:cubicBezTo>
                  <a:pt x="3650092" y="2746248"/>
                  <a:pt x="3650497" y="2745843"/>
                  <a:pt x="3650902" y="2745843"/>
                </a:cubicBezTo>
                <a:close/>
                <a:moveTo>
                  <a:pt x="3574391" y="2714268"/>
                </a:moveTo>
                <a:lnTo>
                  <a:pt x="3576415" y="2714268"/>
                </a:lnTo>
                <a:lnTo>
                  <a:pt x="3577225" y="2715887"/>
                </a:lnTo>
                <a:lnTo>
                  <a:pt x="3576415" y="2717506"/>
                </a:lnTo>
                <a:lnTo>
                  <a:pt x="3574391" y="2717506"/>
                </a:lnTo>
                <a:lnTo>
                  <a:pt x="3573582" y="2715887"/>
                </a:lnTo>
                <a:close/>
                <a:moveTo>
                  <a:pt x="4383612" y="2713054"/>
                </a:moveTo>
                <a:lnTo>
                  <a:pt x="4386851" y="2713054"/>
                </a:lnTo>
                <a:lnTo>
                  <a:pt x="4388470" y="2715887"/>
                </a:lnTo>
                <a:lnTo>
                  <a:pt x="4386851" y="2718721"/>
                </a:lnTo>
                <a:lnTo>
                  <a:pt x="4383612" y="2718721"/>
                </a:lnTo>
                <a:lnTo>
                  <a:pt x="4381993" y="2715887"/>
                </a:lnTo>
                <a:close/>
                <a:moveTo>
                  <a:pt x="4545132" y="2712649"/>
                </a:moveTo>
                <a:lnTo>
                  <a:pt x="4549180" y="2712649"/>
                </a:lnTo>
                <a:lnTo>
                  <a:pt x="4551204" y="2715887"/>
                </a:lnTo>
                <a:lnTo>
                  <a:pt x="4549180" y="2719126"/>
                </a:lnTo>
                <a:lnTo>
                  <a:pt x="4545132" y="2719126"/>
                </a:lnTo>
                <a:lnTo>
                  <a:pt x="4543108" y="2715887"/>
                </a:lnTo>
                <a:close/>
                <a:moveTo>
                  <a:pt x="4221283" y="2712244"/>
                </a:moveTo>
                <a:lnTo>
                  <a:pt x="4224926" y="2712244"/>
                </a:lnTo>
                <a:cubicBezTo>
                  <a:pt x="4225331" y="2712244"/>
                  <a:pt x="4225735" y="2712244"/>
                  <a:pt x="4226140" y="2712649"/>
                </a:cubicBezTo>
                <a:lnTo>
                  <a:pt x="4227759" y="2715482"/>
                </a:lnTo>
                <a:cubicBezTo>
                  <a:pt x="4228164" y="2715887"/>
                  <a:pt x="4228164" y="2716292"/>
                  <a:pt x="4227759" y="2716697"/>
                </a:cubicBezTo>
                <a:lnTo>
                  <a:pt x="4226140" y="2719531"/>
                </a:lnTo>
                <a:cubicBezTo>
                  <a:pt x="4225735" y="2719935"/>
                  <a:pt x="4225331" y="2719935"/>
                  <a:pt x="4224926" y="2720745"/>
                </a:cubicBezTo>
                <a:lnTo>
                  <a:pt x="4221283" y="2720745"/>
                </a:lnTo>
                <a:cubicBezTo>
                  <a:pt x="4220878" y="2720745"/>
                  <a:pt x="4220473" y="2720340"/>
                  <a:pt x="4220068" y="2719935"/>
                </a:cubicBezTo>
                <a:lnTo>
                  <a:pt x="4218449" y="2717102"/>
                </a:lnTo>
                <a:cubicBezTo>
                  <a:pt x="4218044" y="2716697"/>
                  <a:pt x="4218044" y="2716292"/>
                  <a:pt x="4218449" y="2715887"/>
                </a:cubicBezTo>
                <a:lnTo>
                  <a:pt x="4220068" y="2713054"/>
                </a:lnTo>
                <a:cubicBezTo>
                  <a:pt x="4220473" y="2712649"/>
                  <a:pt x="4220878" y="2712244"/>
                  <a:pt x="4221283" y="2712244"/>
                </a:cubicBezTo>
                <a:close/>
                <a:moveTo>
                  <a:pt x="4707058" y="2711839"/>
                </a:moveTo>
                <a:lnTo>
                  <a:pt x="4711511" y="2711839"/>
                </a:lnTo>
                <a:lnTo>
                  <a:pt x="4713939" y="2715887"/>
                </a:lnTo>
                <a:lnTo>
                  <a:pt x="4711511" y="2719935"/>
                </a:lnTo>
                <a:lnTo>
                  <a:pt x="4707058" y="2719935"/>
                </a:lnTo>
                <a:lnTo>
                  <a:pt x="4704629" y="2715887"/>
                </a:lnTo>
                <a:close/>
                <a:moveTo>
                  <a:pt x="4666576" y="2711839"/>
                </a:moveTo>
                <a:lnTo>
                  <a:pt x="4671029" y="2711839"/>
                </a:lnTo>
                <a:lnTo>
                  <a:pt x="4673457" y="2715887"/>
                </a:lnTo>
                <a:lnTo>
                  <a:pt x="4671029" y="2719935"/>
                </a:lnTo>
                <a:lnTo>
                  <a:pt x="4666576" y="2719935"/>
                </a:lnTo>
                <a:lnTo>
                  <a:pt x="4664147" y="2715887"/>
                </a:lnTo>
                <a:close/>
                <a:moveTo>
                  <a:pt x="4626095" y="2711839"/>
                </a:moveTo>
                <a:lnTo>
                  <a:pt x="4629738" y="2711839"/>
                </a:lnTo>
                <a:cubicBezTo>
                  <a:pt x="4630143" y="2711839"/>
                  <a:pt x="4630547" y="2712244"/>
                  <a:pt x="4630952" y="2712649"/>
                </a:cubicBezTo>
                <a:lnTo>
                  <a:pt x="4632571" y="2715482"/>
                </a:lnTo>
                <a:cubicBezTo>
                  <a:pt x="4632976" y="2715887"/>
                  <a:pt x="4632976" y="2716292"/>
                  <a:pt x="4632571" y="2716697"/>
                </a:cubicBezTo>
                <a:lnTo>
                  <a:pt x="4630952" y="2719531"/>
                </a:lnTo>
                <a:cubicBezTo>
                  <a:pt x="4630547" y="2719935"/>
                  <a:pt x="4630143" y="2719935"/>
                  <a:pt x="4629738" y="2719935"/>
                </a:cubicBezTo>
                <a:lnTo>
                  <a:pt x="4626095" y="2719935"/>
                </a:lnTo>
                <a:cubicBezTo>
                  <a:pt x="4625690" y="2719935"/>
                  <a:pt x="4625285" y="2719935"/>
                  <a:pt x="4624880" y="2719531"/>
                </a:cubicBezTo>
                <a:lnTo>
                  <a:pt x="4623261" y="2716697"/>
                </a:lnTo>
                <a:cubicBezTo>
                  <a:pt x="4622856" y="2716292"/>
                  <a:pt x="4622856" y="2715887"/>
                  <a:pt x="4623261" y="2715482"/>
                </a:cubicBezTo>
                <a:lnTo>
                  <a:pt x="4624880" y="2712649"/>
                </a:lnTo>
                <a:cubicBezTo>
                  <a:pt x="4625285" y="2712244"/>
                  <a:pt x="4625690" y="2711839"/>
                  <a:pt x="4626095" y="2711839"/>
                </a:cubicBezTo>
                <a:close/>
                <a:moveTo>
                  <a:pt x="4505055" y="2711839"/>
                </a:moveTo>
                <a:lnTo>
                  <a:pt x="4508294" y="2711839"/>
                </a:lnTo>
                <a:cubicBezTo>
                  <a:pt x="4508699" y="2711839"/>
                  <a:pt x="4509104" y="2712244"/>
                  <a:pt x="4509508" y="2712649"/>
                </a:cubicBezTo>
                <a:lnTo>
                  <a:pt x="4511128" y="2715482"/>
                </a:lnTo>
                <a:cubicBezTo>
                  <a:pt x="4511532" y="2715887"/>
                  <a:pt x="4511532" y="2716292"/>
                  <a:pt x="4511128" y="2716697"/>
                </a:cubicBezTo>
                <a:lnTo>
                  <a:pt x="4509508" y="2719531"/>
                </a:lnTo>
                <a:cubicBezTo>
                  <a:pt x="4509104" y="2719935"/>
                  <a:pt x="4508699" y="2719935"/>
                  <a:pt x="4508294" y="2720340"/>
                </a:cubicBezTo>
                <a:lnTo>
                  <a:pt x="4505055" y="2720340"/>
                </a:lnTo>
                <a:cubicBezTo>
                  <a:pt x="4504651" y="2720340"/>
                  <a:pt x="4504246" y="2719935"/>
                  <a:pt x="4503841" y="2719531"/>
                </a:cubicBezTo>
                <a:lnTo>
                  <a:pt x="4502222" y="2716697"/>
                </a:lnTo>
                <a:cubicBezTo>
                  <a:pt x="4501817" y="2716292"/>
                  <a:pt x="4501817" y="2715887"/>
                  <a:pt x="4502222" y="2715482"/>
                </a:cubicBezTo>
                <a:lnTo>
                  <a:pt x="4503841" y="2712649"/>
                </a:lnTo>
                <a:cubicBezTo>
                  <a:pt x="4504246" y="2712244"/>
                  <a:pt x="4504651" y="2711839"/>
                  <a:pt x="4505055" y="2711839"/>
                </a:cubicBezTo>
                <a:close/>
                <a:moveTo>
                  <a:pt x="4464170" y="2711839"/>
                </a:moveTo>
                <a:lnTo>
                  <a:pt x="4468623" y="2711839"/>
                </a:lnTo>
                <a:lnTo>
                  <a:pt x="4471051" y="2715887"/>
                </a:lnTo>
                <a:lnTo>
                  <a:pt x="4468623" y="2719935"/>
                </a:lnTo>
                <a:lnTo>
                  <a:pt x="4464170" y="2719935"/>
                </a:lnTo>
                <a:lnTo>
                  <a:pt x="4461741" y="2715887"/>
                </a:lnTo>
                <a:close/>
                <a:moveTo>
                  <a:pt x="4424093" y="2711839"/>
                </a:moveTo>
                <a:lnTo>
                  <a:pt x="4427332" y="2711839"/>
                </a:lnTo>
                <a:cubicBezTo>
                  <a:pt x="4427737" y="2711839"/>
                  <a:pt x="4428142" y="2712244"/>
                  <a:pt x="4428546" y="2712649"/>
                </a:cubicBezTo>
                <a:lnTo>
                  <a:pt x="4430166" y="2715482"/>
                </a:lnTo>
                <a:cubicBezTo>
                  <a:pt x="4430570" y="2715887"/>
                  <a:pt x="4430570" y="2716292"/>
                  <a:pt x="4430166" y="2716697"/>
                </a:cubicBezTo>
                <a:lnTo>
                  <a:pt x="4428546" y="2719531"/>
                </a:lnTo>
                <a:cubicBezTo>
                  <a:pt x="4428142" y="2719935"/>
                  <a:pt x="4427737" y="2719935"/>
                  <a:pt x="4427332" y="2719935"/>
                </a:cubicBezTo>
                <a:lnTo>
                  <a:pt x="4424093" y="2719935"/>
                </a:lnTo>
                <a:cubicBezTo>
                  <a:pt x="4423689" y="2719935"/>
                  <a:pt x="4423284" y="2719935"/>
                  <a:pt x="4422879" y="2719531"/>
                </a:cubicBezTo>
                <a:lnTo>
                  <a:pt x="4421260" y="2716697"/>
                </a:lnTo>
                <a:cubicBezTo>
                  <a:pt x="4420855" y="2716292"/>
                  <a:pt x="4420855" y="2715887"/>
                  <a:pt x="4421260" y="2715482"/>
                </a:cubicBezTo>
                <a:lnTo>
                  <a:pt x="4422879" y="2712649"/>
                </a:lnTo>
                <a:cubicBezTo>
                  <a:pt x="4423284" y="2712244"/>
                  <a:pt x="4423689" y="2711839"/>
                  <a:pt x="4424093" y="2711839"/>
                </a:cubicBezTo>
                <a:close/>
                <a:moveTo>
                  <a:pt x="4301840" y="2711839"/>
                </a:moveTo>
                <a:lnTo>
                  <a:pt x="4306293" y="2711839"/>
                </a:lnTo>
                <a:lnTo>
                  <a:pt x="4308317" y="2715887"/>
                </a:lnTo>
                <a:lnTo>
                  <a:pt x="4306293" y="2719935"/>
                </a:lnTo>
                <a:lnTo>
                  <a:pt x="4301840" y="2719935"/>
                </a:lnTo>
                <a:lnTo>
                  <a:pt x="4299816" y="2715887"/>
                </a:lnTo>
                <a:close/>
                <a:moveTo>
                  <a:pt x="4585614" y="2711434"/>
                </a:moveTo>
                <a:lnTo>
                  <a:pt x="4589257" y="2711434"/>
                </a:lnTo>
                <a:cubicBezTo>
                  <a:pt x="4589662" y="2711434"/>
                  <a:pt x="4590066" y="2711434"/>
                  <a:pt x="4590471" y="2711839"/>
                </a:cubicBezTo>
                <a:lnTo>
                  <a:pt x="4592090" y="2715077"/>
                </a:lnTo>
                <a:cubicBezTo>
                  <a:pt x="4592495" y="2715482"/>
                  <a:pt x="4592495" y="2715887"/>
                  <a:pt x="4592090" y="2716292"/>
                </a:cubicBezTo>
                <a:lnTo>
                  <a:pt x="4590471" y="2719530"/>
                </a:lnTo>
                <a:lnTo>
                  <a:pt x="4589257" y="2720745"/>
                </a:lnTo>
                <a:lnTo>
                  <a:pt x="4585614" y="2720745"/>
                </a:lnTo>
                <a:cubicBezTo>
                  <a:pt x="4585209" y="2720745"/>
                  <a:pt x="4584804" y="2720340"/>
                  <a:pt x="4584399" y="2719935"/>
                </a:cubicBezTo>
                <a:lnTo>
                  <a:pt x="4582780" y="2716697"/>
                </a:lnTo>
                <a:cubicBezTo>
                  <a:pt x="4582375" y="2716292"/>
                  <a:pt x="4582375" y="2715887"/>
                  <a:pt x="4582780" y="2715482"/>
                </a:cubicBezTo>
                <a:lnTo>
                  <a:pt x="4584399" y="2712244"/>
                </a:lnTo>
                <a:cubicBezTo>
                  <a:pt x="4584804" y="2711839"/>
                  <a:pt x="4585209" y="2711434"/>
                  <a:pt x="4585614" y="2711434"/>
                </a:cubicBezTo>
                <a:close/>
                <a:moveTo>
                  <a:pt x="4342727" y="2711434"/>
                </a:moveTo>
                <a:lnTo>
                  <a:pt x="4346370" y="2711434"/>
                </a:lnTo>
                <a:cubicBezTo>
                  <a:pt x="4346775" y="2711434"/>
                  <a:pt x="4347179" y="2711434"/>
                  <a:pt x="4347584" y="2711839"/>
                </a:cubicBezTo>
                <a:lnTo>
                  <a:pt x="4349203" y="2715077"/>
                </a:lnTo>
                <a:cubicBezTo>
                  <a:pt x="4349608" y="2715482"/>
                  <a:pt x="4349608" y="2715887"/>
                  <a:pt x="4349203" y="2716292"/>
                </a:cubicBezTo>
                <a:lnTo>
                  <a:pt x="4347584" y="2719530"/>
                </a:lnTo>
                <a:lnTo>
                  <a:pt x="4346370" y="2720745"/>
                </a:lnTo>
                <a:lnTo>
                  <a:pt x="4342727" y="2720745"/>
                </a:lnTo>
                <a:cubicBezTo>
                  <a:pt x="4342322" y="2720745"/>
                  <a:pt x="4341917" y="2720340"/>
                  <a:pt x="4341512" y="2719935"/>
                </a:cubicBezTo>
                <a:lnTo>
                  <a:pt x="4339893" y="2716697"/>
                </a:lnTo>
                <a:cubicBezTo>
                  <a:pt x="4339488" y="2716292"/>
                  <a:pt x="4339488" y="2715887"/>
                  <a:pt x="4339893" y="2715482"/>
                </a:cubicBezTo>
                <a:lnTo>
                  <a:pt x="4341512" y="2712244"/>
                </a:lnTo>
                <a:cubicBezTo>
                  <a:pt x="4341917" y="2711839"/>
                  <a:pt x="4342322" y="2711434"/>
                  <a:pt x="4342727" y="2711434"/>
                </a:cubicBezTo>
                <a:close/>
                <a:moveTo>
                  <a:pt x="4180396" y="2711434"/>
                </a:moveTo>
                <a:lnTo>
                  <a:pt x="4184849" y="2711434"/>
                </a:lnTo>
                <a:cubicBezTo>
                  <a:pt x="4185254" y="2711434"/>
                  <a:pt x="4185658" y="2711434"/>
                  <a:pt x="4186063" y="2711839"/>
                </a:cubicBezTo>
                <a:lnTo>
                  <a:pt x="4188087" y="2715482"/>
                </a:lnTo>
                <a:cubicBezTo>
                  <a:pt x="4188492" y="2715887"/>
                  <a:pt x="4188492" y="2716292"/>
                  <a:pt x="4188087" y="2716697"/>
                </a:cubicBezTo>
                <a:lnTo>
                  <a:pt x="4186063" y="2720340"/>
                </a:lnTo>
                <a:cubicBezTo>
                  <a:pt x="4185658" y="2720745"/>
                  <a:pt x="4185254" y="2720745"/>
                  <a:pt x="4184849" y="2721150"/>
                </a:cubicBezTo>
                <a:lnTo>
                  <a:pt x="4180396" y="2721150"/>
                </a:lnTo>
                <a:cubicBezTo>
                  <a:pt x="4179991" y="2721150"/>
                  <a:pt x="4179586" y="2720745"/>
                  <a:pt x="4179182" y="2720340"/>
                </a:cubicBezTo>
                <a:lnTo>
                  <a:pt x="4177158" y="2716697"/>
                </a:lnTo>
                <a:cubicBezTo>
                  <a:pt x="4176753" y="2716292"/>
                  <a:pt x="4176753" y="2715887"/>
                  <a:pt x="4177158" y="2715482"/>
                </a:cubicBezTo>
                <a:lnTo>
                  <a:pt x="4179182" y="2711839"/>
                </a:lnTo>
                <a:cubicBezTo>
                  <a:pt x="4179586" y="2711839"/>
                  <a:pt x="4179991" y="2711434"/>
                  <a:pt x="4180396" y="2711434"/>
                </a:cubicBezTo>
                <a:close/>
                <a:moveTo>
                  <a:pt x="4261764" y="2711029"/>
                </a:moveTo>
                <a:lnTo>
                  <a:pt x="4265407" y="2711029"/>
                </a:lnTo>
                <a:cubicBezTo>
                  <a:pt x="4265812" y="2711029"/>
                  <a:pt x="4266216" y="2711434"/>
                  <a:pt x="4266621" y="2711838"/>
                </a:cubicBezTo>
                <a:lnTo>
                  <a:pt x="4268240" y="2715077"/>
                </a:lnTo>
                <a:cubicBezTo>
                  <a:pt x="4268645" y="2715482"/>
                  <a:pt x="4268645" y="2715887"/>
                  <a:pt x="4268240" y="2716292"/>
                </a:cubicBezTo>
                <a:lnTo>
                  <a:pt x="4266621" y="2719530"/>
                </a:lnTo>
                <a:cubicBezTo>
                  <a:pt x="4266621" y="2719935"/>
                  <a:pt x="4266216" y="2720340"/>
                  <a:pt x="4265407" y="2720340"/>
                </a:cubicBezTo>
                <a:lnTo>
                  <a:pt x="4261764" y="2720340"/>
                </a:lnTo>
                <a:cubicBezTo>
                  <a:pt x="4261359" y="2720340"/>
                  <a:pt x="4260954" y="2719935"/>
                  <a:pt x="4260549" y="2719530"/>
                </a:cubicBezTo>
                <a:lnTo>
                  <a:pt x="4258930" y="2716292"/>
                </a:lnTo>
                <a:cubicBezTo>
                  <a:pt x="4258525" y="2715887"/>
                  <a:pt x="4258525" y="2715482"/>
                  <a:pt x="4258930" y="2715077"/>
                </a:cubicBezTo>
                <a:lnTo>
                  <a:pt x="4260549" y="2711838"/>
                </a:lnTo>
                <a:cubicBezTo>
                  <a:pt x="4260954" y="2711434"/>
                  <a:pt x="4261359" y="2711029"/>
                  <a:pt x="4261764" y="2711029"/>
                </a:cubicBezTo>
                <a:close/>
                <a:moveTo>
                  <a:pt x="4058548" y="2710624"/>
                </a:moveTo>
                <a:lnTo>
                  <a:pt x="4063811" y="2710624"/>
                </a:lnTo>
                <a:cubicBezTo>
                  <a:pt x="4064215" y="2710624"/>
                  <a:pt x="4064620" y="2710624"/>
                  <a:pt x="4065025" y="2711029"/>
                </a:cubicBezTo>
                <a:lnTo>
                  <a:pt x="4067454" y="2715482"/>
                </a:lnTo>
                <a:cubicBezTo>
                  <a:pt x="4067859" y="2715887"/>
                  <a:pt x="4067859" y="2716291"/>
                  <a:pt x="4067454" y="2716696"/>
                </a:cubicBezTo>
                <a:lnTo>
                  <a:pt x="4065025" y="2721149"/>
                </a:lnTo>
                <a:cubicBezTo>
                  <a:pt x="4065025" y="2721554"/>
                  <a:pt x="4064620" y="2721554"/>
                  <a:pt x="4063811" y="2721959"/>
                </a:cubicBezTo>
                <a:lnTo>
                  <a:pt x="4058548" y="2721959"/>
                </a:lnTo>
                <a:cubicBezTo>
                  <a:pt x="4058143" y="2721959"/>
                  <a:pt x="4057738" y="2721554"/>
                  <a:pt x="4057334" y="2721149"/>
                </a:cubicBezTo>
                <a:lnTo>
                  <a:pt x="4054905" y="2716696"/>
                </a:lnTo>
                <a:cubicBezTo>
                  <a:pt x="4054500" y="2716291"/>
                  <a:pt x="4054500" y="2715887"/>
                  <a:pt x="4054905" y="2715482"/>
                </a:cubicBezTo>
                <a:lnTo>
                  <a:pt x="4057334" y="2711029"/>
                </a:lnTo>
                <a:cubicBezTo>
                  <a:pt x="4057738" y="2711029"/>
                  <a:pt x="4058143" y="2710624"/>
                  <a:pt x="4058548" y="2710624"/>
                </a:cubicBezTo>
                <a:close/>
                <a:moveTo>
                  <a:pt x="4139510" y="2710220"/>
                </a:moveTo>
                <a:lnTo>
                  <a:pt x="4145177" y="2710220"/>
                </a:lnTo>
                <a:cubicBezTo>
                  <a:pt x="4145582" y="2710220"/>
                  <a:pt x="4145987" y="2710220"/>
                  <a:pt x="4146392" y="2710625"/>
                </a:cubicBezTo>
                <a:lnTo>
                  <a:pt x="4149225" y="2715483"/>
                </a:lnTo>
                <a:cubicBezTo>
                  <a:pt x="4149630" y="2715887"/>
                  <a:pt x="4149630" y="2716292"/>
                  <a:pt x="4149225" y="2716697"/>
                </a:cubicBezTo>
                <a:lnTo>
                  <a:pt x="4146392" y="2721555"/>
                </a:lnTo>
                <a:cubicBezTo>
                  <a:pt x="4145987" y="2721959"/>
                  <a:pt x="4145582" y="2721959"/>
                  <a:pt x="4145177" y="2721959"/>
                </a:cubicBezTo>
                <a:lnTo>
                  <a:pt x="4139510" y="2721959"/>
                </a:lnTo>
                <a:cubicBezTo>
                  <a:pt x="4139105" y="2721959"/>
                  <a:pt x="4138700" y="2721959"/>
                  <a:pt x="4138296" y="2721555"/>
                </a:cubicBezTo>
                <a:lnTo>
                  <a:pt x="4135462" y="2716697"/>
                </a:lnTo>
                <a:cubicBezTo>
                  <a:pt x="4135057" y="2716292"/>
                  <a:pt x="4135057" y="2715887"/>
                  <a:pt x="4135462" y="2715483"/>
                </a:cubicBezTo>
                <a:lnTo>
                  <a:pt x="4138296" y="2710625"/>
                </a:lnTo>
                <a:cubicBezTo>
                  <a:pt x="4138700" y="2710625"/>
                  <a:pt x="4139105" y="2710220"/>
                  <a:pt x="4139510" y="2710220"/>
                </a:cubicBezTo>
                <a:close/>
                <a:moveTo>
                  <a:pt x="4018066" y="2710220"/>
                </a:moveTo>
                <a:lnTo>
                  <a:pt x="4023733" y="2710220"/>
                </a:lnTo>
                <a:cubicBezTo>
                  <a:pt x="4024138" y="2710220"/>
                  <a:pt x="4024543" y="2710220"/>
                  <a:pt x="4024948" y="2710625"/>
                </a:cubicBezTo>
                <a:lnTo>
                  <a:pt x="4027781" y="2715483"/>
                </a:lnTo>
                <a:cubicBezTo>
                  <a:pt x="4028186" y="2715887"/>
                  <a:pt x="4028186" y="2716292"/>
                  <a:pt x="4027781" y="2716697"/>
                </a:cubicBezTo>
                <a:lnTo>
                  <a:pt x="4024948" y="2721555"/>
                </a:lnTo>
                <a:cubicBezTo>
                  <a:pt x="4024543" y="2721959"/>
                  <a:pt x="4024138" y="2721959"/>
                  <a:pt x="4023733" y="2721959"/>
                </a:cubicBezTo>
                <a:lnTo>
                  <a:pt x="4018066" y="2721959"/>
                </a:lnTo>
                <a:cubicBezTo>
                  <a:pt x="4017661" y="2721959"/>
                  <a:pt x="4017256" y="2721959"/>
                  <a:pt x="4016852" y="2721555"/>
                </a:cubicBezTo>
                <a:lnTo>
                  <a:pt x="4014018" y="2716697"/>
                </a:lnTo>
                <a:cubicBezTo>
                  <a:pt x="4013613" y="2716292"/>
                  <a:pt x="4013613" y="2715887"/>
                  <a:pt x="4014018" y="2715483"/>
                </a:cubicBezTo>
                <a:lnTo>
                  <a:pt x="4016852" y="2710625"/>
                </a:lnTo>
                <a:cubicBezTo>
                  <a:pt x="4017256" y="2710625"/>
                  <a:pt x="4017661" y="2710220"/>
                  <a:pt x="4018066" y="2710220"/>
                </a:cubicBezTo>
                <a:close/>
                <a:moveTo>
                  <a:pt x="3977585" y="2710220"/>
                </a:moveTo>
                <a:lnTo>
                  <a:pt x="3983252" y="2710220"/>
                </a:lnTo>
                <a:cubicBezTo>
                  <a:pt x="3983657" y="2710220"/>
                  <a:pt x="3984062" y="2710220"/>
                  <a:pt x="3984467" y="2710625"/>
                </a:cubicBezTo>
                <a:lnTo>
                  <a:pt x="3987300" y="2715483"/>
                </a:lnTo>
                <a:cubicBezTo>
                  <a:pt x="3987705" y="2715887"/>
                  <a:pt x="3987705" y="2716292"/>
                  <a:pt x="3987300" y="2716697"/>
                </a:cubicBezTo>
                <a:lnTo>
                  <a:pt x="3984467" y="2721555"/>
                </a:lnTo>
                <a:cubicBezTo>
                  <a:pt x="3984062" y="2721959"/>
                  <a:pt x="3983657" y="2721959"/>
                  <a:pt x="3983252" y="2722364"/>
                </a:cubicBezTo>
                <a:lnTo>
                  <a:pt x="3977585" y="2722364"/>
                </a:lnTo>
                <a:cubicBezTo>
                  <a:pt x="3977180" y="2722364"/>
                  <a:pt x="3976775" y="2721959"/>
                  <a:pt x="3976371" y="2721555"/>
                </a:cubicBezTo>
                <a:lnTo>
                  <a:pt x="3973537" y="2716697"/>
                </a:lnTo>
                <a:cubicBezTo>
                  <a:pt x="3973132" y="2716292"/>
                  <a:pt x="3973132" y="2715887"/>
                  <a:pt x="3973537" y="2715483"/>
                </a:cubicBezTo>
                <a:lnTo>
                  <a:pt x="3976371" y="2710625"/>
                </a:lnTo>
                <a:cubicBezTo>
                  <a:pt x="3976775" y="2710625"/>
                  <a:pt x="3977180" y="2710220"/>
                  <a:pt x="3977585" y="2710220"/>
                </a:cubicBezTo>
                <a:close/>
                <a:moveTo>
                  <a:pt x="4098624" y="2709410"/>
                </a:moveTo>
                <a:lnTo>
                  <a:pt x="4104697" y="2709410"/>
                </a:lnTo>
                <a:cubicBezTo>
                  <a:pt x="4105101" y="2709410"/>
                  <a:pt x="4105506" y="2709815"/>
                  <a:pt x="4105911" y="2710220"/>
                </a:cubicBezTo>
                <a:lnTo>
                  <a:pt x="4109149" y="2715482"/>
                </a:lnTo>
                <a:cubicBezTo>
                  <a:pt x="4109555" y="2715887"/>
                  <a:pt x="4109555" y="2716292"/>
                  <a:pt x="4109149" y="2716697"/>
                </a:cubicBezTo>
                <a:lnTo>
                  <a:pt x="4105911" y="2721959"/>
                </a:lnTo>
                <a:cubicBezTo>
                  <a:pt x="4105911" y="2722364"/>
                  <a:pt x="4105506" y="2722364"/>
                  <a:pt x="4104697" y="2722769"/>
                </a:cubicBezTo>
                <a:lnTo>
                  <a:pt x="4098624" y="2722769"/>
                </a:lnTo>
                <a:cubicBezTo>
                  <a:pt x="4098220" y="2722769"/>
                  <a:pt x="4097815" y="2722364"/>
                  <a:pt x="4097410" y="2721959"/>
                </a:cubicBezTo>
                <a:lnTo>
                  <a:pt x="4094172" y="2716697"/>
                </a:lnTo>
                <a:cubicBezTo>
                  <a:pt x="4093767" y="2716292"/>
                  <a:pt x="4093767" y="2715887"/>
                  <a:pt x="4094172" y="2715482"/>
                </a:cubicBezTo>
                <a:lnTo>
                  <a:pt x="4097410" y="2710220"/>
                </a:lnTo>
                <a:cubicBezTo>
                  <a:pt x="4097815" y="2709815"/>
                  <a:pt x="4098220" y="2709410"/>
                  <a:pt x="4098624" y="2709410"/>
                </a:cubicBezTo>
                <a:close/>
                <a:moveTo>
                  <a:pt x="3895812" y="2709005"/>
                </a:moveTo>
                <a:lnTo>
                  <a:pt x="3902694" y="2709005"/>
                </a:lnTo>
                <a:cubicBezTo>
                  <a:pt x="3903099" y="2709005"/>
                  <a:pt x="3903504" y="2709005"/>
                  <a:pt x="3903909" y="2709410"/>
                </a:cubicBezTo>
                <a:lnTo>
                  <a:pt x="3907552" y="2715482"/>
                </a:lnTo>
                <a:cubicBezTo>
                  <a:pt x="3907957" y="2715887"/>
                  <a:pt x="3907957" y="2716292"/>
                  <a:pt x="3907552" y="2716696"/>
                </a:cubicBezTo>
                <a:lnTo>
                  <a:pt x="3903909" y="2722768"/>
                </a:lnTo>
                <a:cubicBezTo>
                  <a:pt x="3903909" y="2722768"/>
                  <a:pt x="3903504" y="2723173"/>
                  <a:pt x="3902694" y="2723578"/>
                </a:cubicBezTo>
                <a:lnTo>
                  <a:pt x="3895812" y="2723578"/>
                </a:lnTo>
                <a:cubicBezTo>
                  <a:pt x="3895408" y="2723578"/>
                  <a:pt x="3895003" y="2723173"/>
                  <a:pt x="3894598" y="2722768"/>
                </a:cubicBezTo>
                <a:lnTo>
                  <a:pt x="3890955" y="2716696"/>
                </a:lnTo>
                <a:cubicBezTo>
                  <a:pt x="3890550" y="2716292"/>
                  <a:pt x="3890550" y="2715887"/>
                  <a:pt x="3890955" y="2715482"/>
                </a:cubicBezTo>
                <a:lnTo>
                  <a:pt x="3894598" y="2709410"/>
                </a:lnTo>
                <a:cubicBezTo>
                  <a:pt x="3895003" y="2709410"/>
                  <a:pt x="3895408" y="2709005"/>
                  <a:pt x="3895812" y="2709005"/>
                </a:cubicBezTo>
                <a:close/>
                <a:moveTo>
                  <a:pt x="3936294" y="2708600"/>
                </a:moveTo>
                <a:lnTo>
                  <a:pt x="3943176" y="2708600"/>
                </a:lnTo>
                <a:cubicBezTo>
                  <a:pt x="3943581" y="2708600"/>
                  <a:pt x="3943986" y="2708600"/>
                  <a:pt x="3944391" y="2709005"/>
                </a:cubicBezTo>
                <a:lnTo>
                  <a:pt x="3947629" y="2715077"/>
                </a:lnTo>
                <a:cubicBezTo>
                  <a:pt x="3948034" y="2715482"/>
                  <a:pt x="3948034" y="2715887"/>
                  <a:pt x="3947629" y="2716292"/>
                </a:cubicBezTo>
                <a:lnTo>
                  <a:pt x="3944391" y="2722364"/>
                </a:lnTo>
                <a:cubicBezTo>
                  <a:pt x="3943986" y="2722768"/>
                  <a:pt x="3943986" y="2723173"/>
                  <a:pt x="3943176" y="2723173"/>
                </a:cubicBezTo>
                <a:lnTo>
                  <a:pt x="3936294" y="2723173"/>
                </a:lnTo>
                <a:cubicBezTo>
                  <a:pt x="3935890" y="2723173"/>
                  <a:pt x="3935485" y="2722768"/>
                  <a:pt x="3935080" y="2722364"/>
                </a:cubicBezTo>
                <a:lnTo>
                  <a:pt x="3931842" y="2716292"/>
                </a:lnTo>
                <a:cubicBezTo>
                  <a:pt x="3931437" y="2715887"/>
                  <a:pt x="3931437" y="2715482"/>
                  <a:pt x="3931842" y="2715077"/>
                </a:cubicBezTo>
                <a:lnTo>
                  <a:pt x="3935080" y="2709005"/>
                </a:lnTo>
                <a:cubicBezTo>
                  <a:pt x="3935485" y="2709005"/>
                  <a:pt x="3935890" y="2708600"/>
                  <a:pt x="3936294" y="2708600"/>
                </a:cubicBezTo>
                <a:close/>
                <a:moveTo>
                  <a:pt x="3854927" y="2708196"/>
                </a:moveTo>
                <a:lnTo>
                  <a:pt x="3862618" y="2708196"/>
                </a:lnTo>
                <a:cubicBezTo>
                  <a:pt x="3863023" y="2708196"/>
                  <a:pt x="3863428" y="2708601"/>
                  <a:pt x="3863832" y="2709006"/>
                </a:cubicBezTo>
                <a:lnTo>
                  <a:pt x="3867476" y="2715483"/>
                </a:lnTo>
                <a:cubicBezTo>
                  <a:pt x="3867880" y="2715887"/>
                  <a:pt x="3867880" y="2716292"/>
                  <a:pt x="3867476" y="2716697"/>
                </a:cubicBezTo>
                <a:lnTo>
                  <a:pt x="3863832" y="2723174"/>
                </a:lnTo>
                <a:cubicBezTo>
                  <a:pt x="3863428" y="2723579"/>
                  <a:pt x="3863023" y="2723579"/>
                  <a:pt x="3862618" y="2723984"/>
                </a:cubicBezTo>
                <a:lnTo>
                  <a:pt x="3854927" y="2723984"/>
                </a:lnTo>
                <a:cubicBezTo>
                  <a:pt x="3854522" y="2723984"/>
                  <a:pt x="3854117" y="2723579"/>
                  <a:pt x="3853712" y="2723174"/>
                </a:cubicBezTo>
                <a:lnTo>
                  <a:pt x="3850069" y="2716697"/>
                </a:lnTo>
                <a:cubicBezTo>
                  <a:pt x="3849664" y="2716292"/>
                  <a:pt x="3849664" y="2715887"/>
                  <a:pt x="3850069" y="2715483"/>
                </a:cubicBezTo>
                <a:lnTo>
                  <a:pt x="3853712" y="2709006"/>
                </a:lnTo>
                <a:cubicBezTo>
                  <a:pt x="3854117" y="2708601"/>
                  <a:pt x="3854522" y="2708196"/>
                  <a:pt x="3854927" y="2708196"/>
                </a:cubicBezTo>
                <a:close/>
                <a:moveTo>
                  <a:pt x="3813636" y="2706576"/>
                </a:moveTo>
                <a:lnTo>
                  <a:pt x="3823351" y="2706576"/>
                </a:lnTo>
                <a:cubicBezTo>
                  <a:pt x="3823756" y="2706576"/>
                  <a:pt x="3824161" y="2706576"/>
                  <a:pt x="3824566" y="2706981"/>
                </a:cubicBezTo>
                <a:lnTo>
                  <a:pt x="3829424" y="2715482"/>
                </a:lnTo>
                <a:cubicBezTo>
                  <a:pt x="3829828" y="2715887"/>
                  <a:pt x="3829828" y="2716292"/>
                  <a:pt x="3829424" y="2716696"/>
                </a:cubicBezTo>
                <a:lnTo>
                  <a:pt x="3824566" y="2725198"/>
                </a:lnTo>
                <a:cubicBezTo>
                  <a:pt x="3824161" y="2725198"/>
                  <a:pt x="3823756" y="2725602"/>
                  <a:pt x="3823351" y="2726007"/>
                </a:cubicBezTo>
                <a:lnTo>
                  <a:pt x="3813636" y="2726007"/>
                </a:lnTo>
                <a:cubicBezTo>
                  <a:pt x="3813231" y="2726007"/>
                  <a:pt x="3812826" y="2725602"/>
                  <a:pt x="3812422" y="2725198"/>
                </a:cubicBezTo>
                <a:lnTo>
                  <a:pt x="3807564" y="2716696"/>
                </a:lnTo>
                <a:cubicBezTo>
                  <a:pt x="3807159" y="2716292"/>
                  <a:pt x="3807159" y="2715887"/>
                  <a:pt x="3807564" y="2715482"/>
                </a:cubicBezTo>
                <a:lnTo>
                  <a:pt x="3812422" y="2706981"/>
                </a:lnTo>
                <a:cubicBezTo>
                  <a:pt x="3812826" y="2706981"/>
                  <a:pt x="3813231" y="2706576"/>
                  <a:pt x="3813636" y="2706576"/>
                </a:cubicBezTo>
                <a:close/>
                <a:moveTo>
                  <a:pt x="3732673" y="2706576"/>
                </a:moveTo>
                <a:lnTo>
                  <a:pt x="3741984" y="2706576"/>
                </a:lnTo>
                <a:cubicBezTo>
                  <a:pt x="3742388" y="2706576"/>
                  <a:pt x="3742793" y="2706576"/>
                  <a:pt x="3743198" y="2706981"/>
                </a:cubicBezTo>
                <a:lnTo>
                  <a:pt x="3747651" y="2715077"/>
                </a:lnTo>
                <a:cubicBezTo>
                  <a:pt x="3748056" y="2715482"/>
                  <a:pt x="3748056" y="2715887"/>
                  <a:pt x="3747651" y="2716292"/>
                </a:cubicBezTo>
                <a:lnTo>
                  <a:pt x="3743198" y="2724388"/>
                </a:lnTo>
                <a:cubicBezTo>
                  <a:pt x="3743198" y="2724793"/>
                  <a:pt x="3742793" y="2725198"/>
                  <a:pt x="3741984" y="2725198"/>
                </a:cubicBezTo>
                <a:lnTo>
                  <a:pt x="3732673" y="2725198"/>
                </a:lnTo>
                <a:cubicBezTo>
                  <a:pt x="3732268" y="2725198"/>
                  <a:pt x="3731863" y="2724793"/>
                  <a:pt x="3731459" y="2724388"/>
                </a:cubicBezTo>
                <a:lnTo>
                  <a:pt x="3727006" y="2716292"/>
                </a:lnTo>
                <a:cubicBezTo>
                  <a:pt x="3726601" y="2715887"/>
                  <a:pt x="3726601" y="2715482"/>
                  <a:pt x="3727006" y="2715077"/>
                </a:cubicBezTo>
                <a:lnTo>
                  <a:pt x="3731459" y="2706981"/>
                </a:lnTo>
                <a:cubicBezTo>
                  <a:pt x="3731863" y="2706981"/>
                  <a:pt x="3732268" y="2706576"/>
                  <a:pt x="3732673" y="2706576"/>
                </a:cubicBezTo>
                <a:close/>
                <a:moveTo>
                  <a:pt x="3610825" y="2706576"/>
                </a:moveTo>
                <a:lnTo>
                  <a:pt x="3620540" y="2706576"/>
                </a:lnTo>
                <a:cubicBezTo>
                  <a:pt x="3620945" y="2706576"/>
                  <a:pt x="3621350" y="2706981"/>
                  <a:pt x="3621755" y="2707386"/>
                </a:cubicBezTo>
                <a:lnTo>
                  <a:pt x="3626613" y="2715482"/>
                </a:lnTo>
                <a:cubicBezTo>
                  <a:pt x="3627017" y="2715887"/>
                  <a:pt x="3627017" y="2716292"/>
                  <a:pt x="3626613" y="2716696"/>
                </a:cubicBezTo>
                <a:lnTo>
                  <a:pt x="3621755" y="2724793"/>
                </a:lnTo>
                <a:cubicBezTo>
                  <a:pt x="3621755" y="2725198"/>
                  <a:pt x="3621350" y="2725198"/>
                  <a:pt x="3620540" y="2725198"/>
                </a:cubicBezTo>
                <a:lnTo>
                  <a:pt x="3610825" y="2725198"/>
                </a:lnTo>
                <a:cubicBezTo>
                  <a:pt x="3610420" y="2725198"/>
                  <a:pt x="3610015" y="2725198"/>
                  <a:pt x="3609611" y="2724793"/>
                </a:cubicBezTo>
                <a:lnTo>
                  <a:pt x="3604753" y="2716696"/>
                </a:lnTo>
                <a:cubicBezTo>
                  <a:pt x="3604348" y="2716292"/>
                  <a:pt x="3604348" y="2715887"/>
                  <a:pt x="3604753" y="2715482"/>
                </a:cubicBezTo>
                <a:lnTo>
                  <a:pt x="3609611" y="2707386"/>
                </a:lnTo>
                <a:cubicBezTo>
                  <a:pt x="3610015" y="2706981"/>
                  <a:pt x="3610420" y="2706576"/>
                  <a:pt x="3610825" y="2706576"/>
                </a:cubicBezTo>
                <a:close/>
                <a:moveTo>
                  <a:pt x="3691383" y="2705362"/>
                </a:moveTo>
                <a:lnTo>
                  <a:pt x="3702312" y="2705362"/>
                </a:lnTo>
                <a:cubicBezTo>
                  <a:pt x="3702717" y="2705362"/>
                  <a:pt x="3703122" y="2705767"/>
                  <a:pt x="3703527" y="2706172"/>
                </a:cubicBezTo>
                <a:lnTo>
                  <a:pt x="3709194" y="2715482"/>
                </a:lnTo>
                <a:cubicBezTo>
                  <a:pt x="3709599" y="2715887"/>
                  <a:pt x="3709599" y="2716292"/>
                  <a:pt x="3709194" y="2716697"/>
                </a:cubicBezTo>
                <a:lnTo>
                  <a:pt x="3703527" y="2726007"/>
                </a:lnTo>
                <a:cubicBezTo>
                  <a:pt x="3703527" y="2726412"/>
                  <a:pt x="3703122" y="2726412"/>
                  <a:pt x="3702312" y="2726817"/>
                </a:cubicBezTo>
                <a:lnTo>
                  <a:pt x="3691383" y="2726817"/>
                </a:lnTo>
                <a:cubicBezTo>
                  <a:pt x="3690978" y="2726817"/>
                  <a:pt x="3690573" y="2726412"/>
                  <a:pt x="3690168" y="2726007"/>
                </a:cubicBezTo>
                <a:lnTo>
                  <a:pt x="3684501" y="2716697"/>
                </a:lnTo>
                <a:cubicBezTo>
                  <a:pt x="3684096" y="2716292"/>
                  <a:pt x="3684096" y="2715887"/>
                  <a:pt x="3684501" y="2715482"/>
                </a:cubicBezTo>
                <a:lnTo>
                  <a:pt x="3690168" y="2706172"/>
                </a:lnTo>
                <a:cubicBezTo>
                  <a:pt x="3690573" y="2705767"/>
                  <a:pt x="3690978" y="2705362"/>
                  <a:pt x="3691383" y="2705362"/>
                </a:cubicBezTo>
                <a:close/>
                <a:moveTo>
                  <a:pt x="3772749" y="2704957"/>
                </a:moveTo>
                <a:lnTo>
                  <a:pt x="3783274" y="2704957"/>
                </a:lnTo>
                <a:cubicBezTo>
                  <a:pt x="3783680" y="2704957"/>
                  <a:pt x="3784084" y="2705362"/>
                  <a:pt x="3784489" y="2705766"/>
                </a:cubicBezTo>
                <a:lnTo>
                  <a:pt x="3789752" y="2715077"/>
                </a:lnTo>
                <a:cubicBezTo>
                  <a:pt x="3790157" y="2715482"/>
                  <a:pt x="3790157" y="2715887"/>
                  <a:pt x="3789752" y="2716292"/>
                </a:cubicBezTo>
                <a:lnTo>
                  <a:pt x="3784489" y="2725602"/>
                </a:lnTo>
                <a:cubicBezTo>
                  <a:pt x="3784084" y="2726007"/>
                  <a:pt x="3783680" y="2726412"/>
                  <a:pt x="3783274" y="2726412"/>
                </a:cubicBezTo>
                <a:lnTo>
                  <a:pt x="3772749" y="2726412"/>
                </a:lnTo>
                <a:cubicBezTo>
                  <a:pt x="3772345" y="2726412"/>
                  <a:pt x="3771940" y="2726007"/>
                  <a:pt x="3771535" y="2725602"/>
                </a:cubicBezTo>
                <a:lnTo>
                  <a:pt x="3766273" y="2716292"/>
                </a:lnTo>
                <a:cubicBezTo>
                  <a:pt x="3765868" y="2715887"/>
                  <a:pt x="3765868" y="2715482"/>
                  <a:pt x="3766273" y="2715077"/>
                </a:cubicBezTo>
                <a:lnTo>
                  <a:pt x="3771535" y="2705766"/>
                </a:lnTo>
                <a:cubicBezTo>
                  <a:pt x="3771940" y="2705362"/>
                  <a:pt x="3772345" y="2704957"/>
                  <a:pt x="3772749" y="2704957"/>
                </a:cubicBezTo>
                <a:close/>
                <a:moveTo>
                  <a:pt x="3650497" y="2704552"/>
                </a:moveTo>
                <a:lnTo>
                  <a:pt x="3661831" y="2704552"/>
                </a:lnTo>
                <a:cubicBezTo>
                  <a:pt x="3662236" y="2704552"/>
                  <a:pt x="3662641" y="2704957"/>
                  <a:pt x="3663046" y="2705362"/>
                </a:cubicBezTo>
                <a:lnTo>
                  <a:pt x="3668713" y="2715077"/>
                </a:lnTo>
                <a:cubicBezTo>
                  <a:pt x="3669118" y="2715482"/>
                  <a:pt x="3669118" y="2715887"/>
                  <a:pt x="3668713" y="2716292"/>
                </a:cubicBezTo>
                <a:lnTo>
                  <a:pt x="3663046" y="2726007"/>
                </a:lnTo>
                <a:cubicBezTo>
                  <a:pt x="3663046" y="2726412"/>
                  <a:pt x="3662641" y="2726817"/>
                  <a:pt x="3661831" y="2726412"/>
                </a:cubicBezTo>
                <a:lnTo>
                  <a:pt x="3650497" y="2726412"/>
                </a:lnTo>
                <a:cubicBezTo>
                  <a:pt x="3650092" y="2726412"/>
                  <a:pt x="3649687" y="2726412"/>
                  <a:pt x="3649282" y="2726007"/>
                </a:cubicBezTo>
                <a:lnTo>
                  <a:pt x="3643615" y="2716292"/>
                </a:lnTo>
                <a:cubicBezTo>
                  <a:pt x="3643210" y="2715887"/>
                  <a:pt x="3643210" y="2715482"/>
                  <a:pt x="3643615" y="2715077"/>
                </a:cubicBezTo>
                <a:lnTo>
                  <a:pt x="3649282" y="2705362"/>
                </a:lnTo>
                <a:cubicBezTo>
                  <a:pt x="3649687" y="2704957"/>
                  <a:pt x="3650092" y="2704552"/>
                  <a:pt x="3650497" y="2704552"/>
                </a:cubicBezTo>
                <a:close/>
                <a:moveTo>
                  <a:pt x="4302244" y="2672167"/>
                </a:moveTo>
                <a:lnTo>
                  <a:pt x="4305888" y="2672167"/>
                </a:lnTo>
                <a:lnTo>
                  <a:pt x="4307507" y="2675405"/>
                </a:lnTo>
                <a:lnTo>
                  <a:pt x="4305888" y="2678644"/>
                </a:lnTo>
                <a:lnTo>
                  <a:pt x="4302244" y="2678644"/>
                </a:lnTo>
                <a:lnTo>
                  <a:pt x="4300625" y="2675405"/>
                </a:lnTo>
                <a:close/>
                <a:moveTo>
                  <a:pt x="4707057" y="2671763"/>
                </a:moveTo>
                <a:lnTo>
                  <a:pt x="4711105" y="2671763"/>
                </a:lnTo>
                <a:lnTo>
                  <a:pt x="4713129" y="2675406"/>
                </a:lnTo>
                <a:lnTo>
                  <a:pt x="4711105" y="2679050"/>
                </a:lnTo>
                <a:lnTo>
                  <a:pt x="4707057" y="2679050"/>
                </a:lnTo>
                <a:lnTo>
                  <a:pt x="4705033" y="2675406"/>
                </a:lnTo>
                <a:close/>
                <a:moveTo>
                  <a:pt x="4504246" y="2671763"/>
                </a:moveTo>
                <a:lnTo>
                  <a:pt x="4508699" y="2671763"/>
                </a:lnTo>
                <a:lnTo>
                  <a:pt x="4510723" y="2675406"/>
                </a:lnTo>
                <a:lnTo>
                  <a:pt x="4508699" y="2679050"/>
                </a:lnTo>
                <a:lnTo>
                  <a:pt x="4504246" y="2679050"/>
                </a:lnTo>
                <a:lnTo>
                  <a:pt x="4502222" y="2675406"/>
                </a:lnTo>
                <a:close/>
                <a:moveTo>
                  <a:pt x="4464170" y="2671763"/>
                </a:moveTo>
                <a:lnTo>
                  <a:pt x="4468218" y="2671763"/>
                </a:lnTo>
                <a:lnTo>
                  <a:pt x="4470242" y="2675406"/>
                </a:lnTo>
                <a:lnTo>
                  <a:pt x="4468218" y="2679050"/>
                </a:lnTo>
                <a:lnTo>
                  <a:pt x="4464170" y="2679050"/>
                </a:lnTo>
                <a:lnTo>
                  <a:pt x="4462146" y="2675406"/>
                </a:lnTo>
                <a:close/>
                <a:moveTo>
                  <a:pt x="4423284" y="2671763"/>
                </a:moveTo>
                <a:lnTo>
                  <a:pt x="4427737" y="2671763"/>
                </a:lnTo>
                <a:lnTo>
                  <a:pt x="4429761" y="2675406"/>
                </a:lnTo>
                <a:lnTo>
                  <a:pt x="4427737" y="2679050"/>
                </a:lnTo>
                <a:lnTo>
                  <a:pt x="4423284" y="2679050"/>
                </a:lnTo>
                <a:lnTo>
                  <a:pt x="4421260" y="2675406"/>
                </a:lnTo>
                <a:close/>
                <a:moveTo>
                  <a:pt x="4383207" y="2671763"/>
                </a:moveTo>
                <a:lnTo>
                  <a:pt x="4387255" y="2671763"/>
                </a:lnTo>
                <a:lnTo>
                  <a:pt x="4389279" y="2675406"/>
                </a:lnTo>
                <a:lnTo>
                  <a:pt x="4387255" y="2679050"/>
                </a:lnTo>
                <a:lnTo>
                  <a:pt x="4383207" y="2679050"/>
                </a:lnTo>
                <a:lnTo>
                  <a:pt x="4381183" y="2675406"/>
                </a:lnTo>
                <a:close/>
                <a:moveTo>
                  <a:pt x="4261763" y="2671763"/>
                </a:moveTo>
                <a:lnTo>
                  <a:pt x="4265811" y="2671763"/>
                </a:lnTo>
                <a:lnTo>
                  <a:pt x="4267835" y="2675406"/>
                </a:lnTo>
                <a:lnTo>
                  <a:pt x="4265811" y="2679050"/>
                </a:lnTo>
                <a:lnTo>
                  <a:pt x="4261763" y="2679050"/>
                </a:lnTo>
                <a:lnTo>
                  <a:pt x="4259739" y="2675406"/>
                </a:lnTo>
                <a:close/>
                <a:moveTo>
                  <a:pt x="4221283" y="2671763"/>
                </a:moveTo>
                <a:lnTo>
                  <a:pt x="4224926" y="2671763"/>
                </a:lnTo>
                <a:cubicBezTo>
                  <a:pt x="4225331" y="2671763"/>
                  <a:pt x="4225735" y="2671763"/>
                  <a:pt x="4226140" y="2672168"/>
                </a:cubicBezTo>
                <a:lnTo>
                  <a:pt x="4227759" y="2675001"/>
                </a:lnTo>
                <a:cubicBezTo>
                  <a:pt x="4228164" y="2675406"/>
                  <a:pt x="4228164" y="2675811"/>
                  <a:pt x="4227759" y="2676216"/>
                </a:cubicBezTo>
                <a:lnTo>
                  <a:pt x="4226140" y="2679050"/>
                </a:lnTo>
                <a:cubicBezTo>
                  <a:pt x="4225735" y="2679454"/>
                  <a:pt x="4225331" y="2679454"/>
                  <a:pt x="4224926" y="2680264"/>
                </a:cubicBezTo>
                <a:lnTo>
                  <a:pt x="4221283" y="2680264"/>
                </a:lnTo>
                <a:cubicBezTo>
                  <a:pt x="4220878" y="2680264"/>
                  <a:pt x="4220473" y="2679859"/>
                  <a:pt x="4220068" y="2679454"/>
                </a:cubicBezTo>
                <a:lnTo>
                  <a:pt x="4218449" y="2676621"/>
                </a:lnTo>
                <a:cubicBezTo>
                  <a:pt x="4218044" y="2676216"/>
                  <a:pt x="4218044" y="2675811"/>
                  <a:pt x="4218449" y="2675406"/>
                </a:cubicBezTo>
                <a:lnTo>
                  <a:pt x="4220068" y="2672573"/>
                </a:lnTo>
                <a:cubicBezTo>
                  <a:pt x="4220473" y="2672168"/>
                  <a:pt x="4220878" y="2671763"/>
                  <a:pt x="4221283" y="2671763"/>
                </a:cubicBezTo>
                <a:close/>
                <a:moveTo>
                  <a:pt x="4626499" y="2671358"/>
                </a:moveTo>
                <a:lnTo>
                  <a:pt x="4629738" y="2671358"/>
                </a:lnTo>
                <a:cubicBezTo>
                  <a:pt x="4630143" y="2671358"/>
                  <a:pt x="4630548" y="2671763"/>
                  <a:pt x="4630952" y="2672168"/>
                </a:cubicBezTo>
                <a:lnTo>
                  <a:pt x="4632572" y="2675001"/>
                </a:lnTo>
                <a:cubicBezTo>
                  <a:pt x="4632976" y="2675406"/>
                  <a:pt x="4632976" y="2675811"/>
                  <a:pt x="4632572" y="2676216"/>
                </a:cubicBezTo>
                <a:lnTo>
                  <a:pt x="4630952" y="2679050"/>
                </a:lnTo>
                <a:cubicBezTo>
                  <a:pt x="4630548" y="2679454"/>
                  <a:pt x="4630143" y="2679454"/>
                  <a:pt x="4629738" y="2679859"/>
                </a:cubicBezTo>
                <a:lnTo>
                  <a:pt x="4626499" y="2679859"/>
                </a:lnTo>
                <a:cubicBezTo>
                  <a:pt x="4626095" y="2679859"/>
                  <a:pt x="4625690" y="2679454"/>
                  <a:pt x="4625285" y="2679050"/>
                </a:cubicBezTo>
                <a:lnTo>
                  <a:pt x="4623666" y="2676216"/>
                </a:lnTo>
                <a:cubicBezTo>
                  <a:pt x="4623261" y="2675811"/>
                  <a:pt x="4623261" y="2675406"/>
                  <a:pt x="4623666" y="2675001"/>
                </a:cubicBezTo>
                <a:lnTo>
                  <a:pt x="4625285" y="2672168"/>
                </a:lnTo>
                <a:cubicBezTo>
                  <a:pt x="4625690" y="2671763"/>
                  <a:pt x="4626095" y="2671358"/>
                  <a:pt x="4626499" y="2671358"/>
                </a:cubicBezTo>
                <a:close/>
                <a:moveTo>
                  <a:pt x="4545133" y="2671358"/>
                </a:moveTo>
                <a:lnTo>
                  <a:pt x="4549586" y="2671358"/>
                </a:lnTo>
                <a:lnTo>
                  <a:pt x="4552014" y="2675406"/>
                </a:lnTo>
                <a:lnTo>
                  <a:pt x="4549586" y="2679454"/>
                </a:lnTo>
                <a:lnTo>
                  <a:pt x="4545133" y="2679454"/>
                </a:lnTo>
                <a:lnTo>
                  <a:pt x="4542704" y="2675406"/>
                </a:lnTo>
                <a:close/>
                <a:moveTo>
                  <a:pt x="4666576" y="2670953"/>
                </a:moveTo>
                <a:lnTo>
                  <a:pt x="4670220" y="2670953"/>
                </a:lnTo>
                <a:cubicBezTo>
                  <a:pt x="4670624" y="2670953"/>
                  <a:pt x="4671029" y="2670953"/>
                  <a:pt x="4671434" y="2671358"/>
                </a:cubicBezTo>
                <a:lnTo>
                  <a:pt x="4673458" y="2674596"/>
                </a:lnTo>
                <a:cubicBezTo>
                  <a:pt x="4673863" y="2675001"/>
                  <a:pt x="4673863" y="2675406"/>
                  <a:pt x="4673458" y="2675811"/>
                </a:cubicBezTo>
                <a:lnTo>
                  <a:pt x="4671434" y="2679049"/>
                </a:lnTo>
                <a:cubicBezTo>
                  <a:pt x="4671434" y="2679454"/>
                  <a:pt x="4671029" y="2679859"/>
                  <a:pt x="4670220" y="2679454"/>
                </a:cubicBezTo>
                <a:lnTo>
                  <a:pt x="4666576" y="2679454"/>
                </a:lnTo>
                <a:cubicBezTo>
                  <a:pt x="4666172" y="2679454"/>
                  <a:pt x="4665766" y="2679454"/>
                  <a:pt x="4665362" y="2679049"/>
                </a:cubicBezTo>
                <a:lnTo>
                  <a:pt x="4663338" y="2675811"/>
                </a:lnTo>
                <a:cubicBezTo>
                  <a:pt x="4662933" y="2675406"/>
                  <a:pt x="4662933" y="2675001"/>
                  <a:pt x="4663338" y="2674596"/>
                </a:cubicBezTo>
                <a:lnTo>
                  <a:pt x="4665362" y="2671358"/>
                </a:lnTo>
                <a:cubicBezTo>
                  <a:pt x="4665766" y="2671358"/>
                  <a:pt x="4666172" y="2670953"/>
                  <a:pt x="4666576" y="2670953"/>
                </a:cubicBezTo>
                <a:close/>
                <a:moveTo>
                  <a:pt x="4585209" y="2670953"/>
                </a:moveTo>
                <a:lnTo>
                  <a:pt x="4589257" y="2670953"/>
                </a:lnTo>
                <a:cubicBezTo>
                  <a:pt x="4589662" y="2670953"/>
                  <a:pt x="4590067" y="2671358"/>
                  <a:pt x="4590471" y="2671763"/>
                </a:cubicBezTo>
                <a:lnTo>
                  <a:pt x="4592496" y="2675001"/>
                </a:lnTo>
                <a:cubicBezTo>
                  <a:pt x="4592900" y="2675406"/>
                  <a:pt x="4592900" y="2675811"/>
                  <a:pt x="4592496" y="2676216"/>
                </a:cubicBezTo>
                <a:lnTo>
                  <a:pt x="4590471" y="2679454"/>
                </a:lnTo>
                <a:cubicBezTo>
                  <a:pt x="4590471" y="2679859"/>
                  <a:pt x="4590067" y="2679859"/>
                  <a:pt x="4589257" y="2679859"/>
                </a:cubicBezTo>
                <a:lnTo>
                  <a:pt x="4585209" y="2679859"/>
                </a:lnTo>
                <a:cubicBezTo>
                  <a:pt x="4584804" y="2679859"/>
                  <a:pt x="4584399" y="2679859"/>
                  <a:pt x="4583995" y="2679454"/>
                </a:cubicBezTo>
                <a:lnTo>
                  <a:pt x="4581971" y="2676216"/>
                </a:lnTo>
                <a:cubicBezTo>
                  <a:pt x="4581566" y="2675811"/>
                  <a:pt x="4581566" y="2675406"/>
                  <a:pt x="4581971" y="2675001"/>
                </a:cubicBezTo>
                <a:lnTo>
                  <a:pt x="4583995" y="2671763"/>
                </a:lnTo>
                <a:cubicBezTo>
                  <a:pt x="4584399" y="2671358"/>
                  <a:pt x="4584804" y="2670953"/>
                  <a:pt x="4585209" y="2670953"/>
                </a:cubicBezTo>
                <a:close/>
                <a:moveTo>
                  <a:pt x="4342727" y="2670548"/>
                </a:moveTo>
                <a:lnTo>
                  <a:pt x="4346370" y="2670548"/>
                </a:lnTo>
                <a:cubicBezTo>
                  <a:pt x="4346775" y="2670548"/>
                  <a:pt x="4347179" y="2670953"/>
                  <a:pt x="4347584" y="2671357"/>
                </a:cubicBezTo>
                <a:lnTo>
                  <a:pt x="4349203" y="2674596"/>
                </a:lnTo>
                <a:cubicBezTo>
                  <a:pt x="4349608" y="2675001"/>
                  <a:pt x="4349608" y="2675406"/>
                  <a:pt x="4349203" y="2675811"/>
                </a:cubicBezTo>
                <a:lnTo>
                  <a:pt x="4347584" y="2679049"/>
                </a:lnTo>
                <a:cubicBezTo>
                  <a:pt x="4347179" y="2679454"/>
                  <a:pt x="4346775" y="2679859"/>
                  <a:pt x="4346370" y="2679859"/>
                </a:cubicBezTo>
                <a:lnTo>
                  <a:pt x="4342727" y="2679859"/>
                </a:lnTo>
                <a:cubicBezTo>
                  <a:pt x="4342322" y="2679859"/>
                  <a:pt x="4341917" y="2679454"/>
                  <a:pt x="4341512" y="2679049"/>
                </a:cubicBezTo>
                <a:lnTo>
                  <a:pt x="4339893" y="2675811"/>
                </a:lnTo>
                <a:cubicBezTo>
                  <a:pt x="4339488" y="2675406"/>
                  <a:pt x="4339488" y="2675001"/>
                  <a:pt x="4339893" y="2674596"/>
                </a:cubicBezTo>
                <a:lnTo>
                  <a:pt x="4341512" y="2671357"/>
                </a:lnTo>
                <a:cubicBezTo>
                  <a:pt x="4341917" y="2670953"/>
                  <a:pt x="4342322" y="2670548"/>
                  <a:pt x="4342727" y="2670548"/>
                </a:cubicBezTo>
                <a:close/>
                <a:moveTo>
                  <a:pt x="4180396" y="2670548"/>
                </a:moveTo>
                <a:lnTo>
                  <a:pt x="4184849" y="2670548"/>
                </a:lnTo>
                <a:cubicBezTo>
                  <a:pt x="4185254" y="2670548"/>
                  <a:pt x="4185658" y="2670953"/>
                  <a:pt x="4186063" y="2671357"/>
                </a:cubicBezTo>
                <a:lnTo>
                  <a:pt x="4188087" y="2675001"/>
                </a:lnTo>
                <a:cubicBezTo>
                  <a:pt x="4188492" y="2675406"/>
                  <a:pt x="4188492" y="2675811"/>
                  <a:pt x="4188087" y="2676215"/>
                </a:cubicBezTo>
                <a:lnTo>
                  <a:pt x="4186063" y="2679859"/>
                </a:lnTo>
                <a:cubicBezTo>
                  <a:pt x="4185658" y="2680263"/>
                  <a:pt x="4185254" y="2680263"/>
                  <a:pt x="4184849" y="2680668"/>
                </a:cubicBezTo>
                <a:lnTo>
                  <a:pt x="4180396" y="2680668"/>
                </a:lnTo>
                <a:cubicBezTo>
                  <a:pt x="4179991" y="2680668"/>
                  <a:pt x="4179586" y="2680263"/>
                  <a:pt x="4179182" y="2679859"/>
                </a:cubicBezTo>
                <a:lnTo>
                  <a:pt x="4177158" y="2676215"/>
                </a:lnTo>
                <a:cubicBezTo>
                  <a:pt x="4176753" y="2675811"/>
                  <a:pt x="4176753" y="2675406"/>
                  <a:pt x="4177158" y="2675001"/>
                </a:cubicBezTo>
                <a:lnTo>
                  <a:pt x="4179182" y="2671357"/>
                </a:lnTo>
                <a:cubicBezTo>
                  <a:pt x="4179586" y="2670953"/>
                  <a:pt x="4179991" y="2670548"/>
                  <a:pt x="4180396" y="2670548"/>
                </a:cubicBezTo>
                <a:close/>
                <a:moveTo>
                  <a:pt x="4018066" y="2669334"/>
                </a:moveTo>
                <a:lnTo>
                  <a:pt x="4023733" y="2669334"/>
                </a:lnTo>
                <a:cubicBezTo>
                  <a:pt x="4024138" y="2669334"/>
                  <a:pt x="4024543" y="2669739"/>
                  <a:pt x="4024948" y="2670144"/>
                </a:cubicBezTo>
                <a:lnTo>
                  <a:pt x="4027781" y="2675001"/>
                </a:lnTo>
                <a:cubicBezTo>
                  <a:pt x="4028186" y="2675406"/>
                  <a:pt x="4028186" y="2675811"/>
                  <a:pt x="4027781" y="2676216"/>
                </a:cubicBezTo>
                <a:lnTo>
                  <a:pt x="4024948" y="2681074"/>
                </a:lnTo>
                <a:cubicBezTo>
                  <a:pt x="4024543" y="2681478"/>
                  <a:pt x="4024138" y="2681478"/>
                  <a:pt x="4023733" y="2681478"/>
                </a:cubicBezTo>
                <a:lnTo>
                  <a:pt x="4018066" y="2681478"/>
                </a:lnTo>
                <a:cubicBezTo>
                  <a:pt x="4017661" y="2681478"/>
                  <a:pt x="4017256" y="2681478"/>
                  <a:pt x="4016852" y="2681074"/>
                </a:cubicBezTo>
                <a:lnTo>
                  <a:pt x="4014018" y="2676216"/>
                </a:lnTo>
                <a:cubicBezTo>
                  <a:pt x="4013613" y="2675811"/>
                  <a:pt x="4013613" y="2675406"/>
                  <a:pt x="4014018" y="2675001"/>
                </a:cubicBezTo>
                <a:lnTo>
                  <a:pt x="4016852" y="2670144"/>
                </a:lnTo>
                <a:cubicBezTo>
                  <a:pt x="4017256" y="2669739"/>
                  <a:pt x="4017661" y="2669334"/>
                  <a:pt x="4018066" y="2669334"/>
                </a:cubicBezTo>
                <a:close/>
                <a:moveTo>
                  <a:pt x="4098624" y="2668929"/>
                </a:moveTo>
                <a:lnTo>
                  <a:pt x="4104697" y="2668929"/>
                </a:lnTo>
                <a:cubicBezTo>
                  <a:pt x="4105101" y="2668929"/>
                  <a:pt x="4105506" y="2669334"/>
                  <a:pt x="4105911" y="2669739"/>
                </a:cubicBezTo>
                <a:lnTo>
                  <a:pt x="4109149" y="2675001"/>
                </a:lnTo>
                <a:cubicBezTo>
                  <a:pt x="4109555" y="2675406"/>
                  <a:pt x="4109555" y="2675811"/>
                  <a:pt x="4109149" y="2676216"/>
                </a:cubicBezTo>
                <a:lnTo>
                  <a:pt x="4105911" y="2681478"/>
                </a:lnTo>
                <a:cubicBezTo>
                  <a:pt x="4105911" y="2681883"/>
                  <a:pt x="4105506" y="2681883"/>
                  <a:pt x="4104697" y="2682288"/>
                </a:cubicBezTo>
                <a:lnTo>
                  <a:pt x="4098624" y="2682288"/>
                </a:lnTo>
                <a:cubicBezTo>
                  <a:pt x="4098220" y="2682288"/>
                  <a:pt x="4097815" y="2681883"/>
                  <a:pt x="4097410" y="2681478"/>
                </a:cubicBezTo>
                <a:lnTo>
                  <a:pt x="4094172" y="2676216"/>
                </a:lnTo>
                <a:cubicBezTo>
                  <a:pt x="4093767" y="2675811"/>
                  <a:pt x="4093767" y="2675406"/>
                  <a:pt x="4094172" y="2675001"/>
                </a:cubicBezTo>
                <a:lnTo>
                  <a:pt x="4097410" y="2669739"/>
                </a:lnTo>
                <a:cubicBezTo>
                  <a:pt x="4097815" y="2669334"/>
                  <a:pt x="4098220" y="2668929"/>
                  <a:pt x="4098624" y="2668929"/>
                </a:cubicBezTo>
                <a:close/>
                <a:moveTo>
                  <a:pt x="3936699" y="2668929"/>
                </a:moveTo>
                <a:lnTo>
                  <a:pt x="3943176" y="2668929"/>
                </a:lnTo>
                <a:cubicBezTo>
                  <a:pt x="3943581" y="2668929"/>
                  <a:pt x="3943986" y="2668929"/>
                  <a:pt x="3944391" y="2669334"/>
                </a:cubicBezTo>
                <a:lnTo>
                  <a:pt x="3947630" y="2675001"/>
                </a:lnTo>
                <a:cubicBezTo>
                  <a:pt x="3948034" y="2675406"/>
                  <a:pt x="3948034" y="2675811"/>
                  <a:pt x="3947630" y="2676216"/>
                </a:cubicBezTo>
                <a:lnTo>
                  <a:pt x="3944391" y="2681883"/>
                </a:lnTo>
                <a:cubicBezTo>
                  <a:pt x="3943986" y="2682288"/>
                  <a:pt x="3943581" y="2682288"/>
                  <a:pt x="3943176" y="2682288"/>
                </a:cubicBezTo>
                <a:lnTo>
                  <a:pt x="3936699" y="2682288"/>
                </a:lnTo>
                <a:cubicBezTo>
                  <a:pt x="3936295" y="2682288"/>
                  <a:pt x="3935890" y="2682288"/>
                  <a:pt x="3935485" y="2681883"/>
                </a:cubicBezTo>
                <a:lnTo>
                  <a:pt x="3932247" y="2676216"/>
                </a:lnTo>
                <a:cubicBezTo>
                  <a:pt x="3931842" y="2675811"/>
                  <a:pt x="3931842" y="2675406"/>
                  <a:pt x="3932247" y="2675001"/>
                </a:cubicBezTo>
                <a:lnTo>
                  <a:pt x="3935485" y="2669334"/>
                </a:lnTo>
                <a:cubicBezTo>
                  <a:pt x="3935890" y="2669334"/>
                  <a:pt x="3936295" y="2668929"/>
                  <a:pt x="3936699" y="2668929"/>
                </a:cubicBezTo>
                <a:close/>
                <a:moveTo>
                  <a:pt x="4139105" y="2668524"/>
                </a:moveTo>
                <a:lnTo>
                  <a:pt x="4145582" y="2668524"/>
                </a:lnTo>
                <a:cubicBezTo>
                  <a:pt x="4145987" y="2668524"/>
                  <a:pt x="4146392" y="2668929"/>
                  <a:pt x="4146797" y="2669333"/>
                </a:cubicBezTo>
                <a:lnTo>
                  <a:pt x="4150036" y="2675001"/>
                </a:lnTo>
                <a:cubicBezTo>
                  <a:pt x="4150440" y="2675406"/>
                  <a:pt x="4150440" y="2675811"/>
                  <a:pt x="4150036" y="2676215"/>
                </a:cubicBezTo>
                <a:lnTo>
                  <a:pt x="4146797" y="2681883"/>
                </a:lnTo>
                <a:cubicBezTo>
                  <a:pt x="4146392" y="2681883"/>
                  <a:pt x="4145987" y="2682287"/>
                  <a:pt x="4145582" y="2682287"/>
                </a:cubicBezTo>
                <a:lnTo>
                  <a:pt x="4139105" y="2682287"/>
                </a:lnTo>
                <a:cubicBezTo>
                  <a:pt x="4138701" y="2682287"/>
                  <a:pt x="4138296" y="2682287"/>
                  <a:pt x="4137891" y="2681883"/>
                </a:cubicBezTo>
                <a:lnTo>
                  <a:pt x="4134653" y="2676215"/>
                </a:lnTo>
                <a:cubicBezTo>
                  <a:pt x="4134248" y="2675811"/>
                  <a:pt x="4134248" y="2675406"/>
                  <a:pt x="4134653" y="2675001"/>
                </a:cubicBezTo>
                <a:lnTo>
                  <a:pt x="4137891" y="2669333"/>
                </a:lnTo>
                <a:cubicBezTo>
                  <a:pt x="4138296" y="2668929"/>
                  <a:pt x="4138701" y="2668524"/>
                  <a:pt x="4139105" y="2668524"/>
                </a:cubicBezTo>
                <a:close/>
                <a:moveTo>
                  <a:pt x="4057738" y="2668524"/>
                </a:moveTo>
                <a:lnTo>
                  <a:pt x="4064215" y="2668524"/>
                </a:lnTo>
                <a:cubicBezTo>
                  <a:pt x="4064620" y="2668524"/>
                  <a:pt x="4065025" y="2668524"/>
                  <a:pt x="4065430" y="2668929"/>
                </a:cubicBezTo>
                <a:lnTo>
                  <a:pt x="4068668" y="2674596"/>
                </a:lnTo>
                <a:cubicBezTo>
                  <a:pt x="4069073" y="2675001"/>
                  <a:pt x="4069073" y="2675406"/>
                  <a:pt x="4068668" y="2675811"/>
                </a:cubicBezTo>
                <a:lnTo>
                  <a:pt x="4065430" y="2681478"/>
                </a:lnTo>
                <a:cubicBezTo>
                  <a:pt x="4065430" y="2681883"/>
                  <a:pt x="4065025" y="2682287"/>
                  <a:pt x="4064215" y="2682287"/>
                </a:cubicBezTo>
                <a:lnTo>
                  <a:pt x="4057738" y="2682287"/>
                </a:lnTo>
                <a:cubicBezTo>
                  <a:pt x="4057334" y="2682287"/>
                  <a:pt x="4056929" y="2681883"/>
                  <a:pt x="4056524" y="2681478"/>
                </a:cubicBezTo>
                <a:lnTo>
                  <a:pt x="4053286" y="2675811"/>
                </a:lnTo>
                <a:cubicBezTo>
                  <a:pt x="4052881" y="2675406"/>
                  <a:pt x="4052881" y="2675001"/>
                  <a:pt x="4053286" y="2674596"/>
                </a:cubicBezTo>
                <a:lnTo>
                  <a:pt x="4056524" y="2668929"/>
                </a:lnTo>
                <a:cubicBezTo>
                  <a:pt x="4056929" y="2668929"/>
                  <a:pt x="4057334" y="2668524"/>
                  <a:pt x="4057738" y="2668524"/>
                </a:cubicBezTo>
                <a:close/>
                <a:moveTo>
                  <a:pt x="3977180" y="2668524"/>
                </a:moveTo>
                <a:lnTo>
                  <a:pt x="3983657" y="2668524"/>
                </a:lnTo>
                <a:cubicBezTo>
                  <a:pt x="3984062" y="2668524"/>
                  <a:pt x="3984467" y="2668524"/>
                  <a:pt x="3984872" y="2668929"/>
                </a:cubicBezTo>
                <a:lnTo>
                  <a:pt x="3988111" y="2674596"/>
                </a:lnTo>
                <a:cubicBezTo>
                  <a:pt x="3988515" y="2675001"/>
                  <a:pt x="3988515" y="2675406"/>
                  <a:pt x="3988111" y="2675811"/>
                </a:cubicBezTo>
                <a:lnTo>
                  <a:pt x="3984872" y="2681478"/>
                </a:lnTo>
                <a:cubicBezTo>
                  <a:pt x="3984467" y="2681883"/>
                  <a:pt x="3984062" y="2682287"/>
                  <a:pt x="3983657" y="2681883"/>
                </a:cubicBezTo>
                <a:lnTo>
                  <a:pt x="3977180" y="2681883"/>
                </a:lnTo>
                <a:cubicBezTo>
                  <a:pt x="3976776" y="2681883"/>
                  <a:pt x="3976371" y="2681883"/>
                  <a:pt x="3975966" y="2681478"/>
                </a:cubicBezTo>
                <a:lnTo>
                  <a:pt x="3972728" y="2675811"/>
                </a:lnTo>
                <a:cubicBezTo>
                  <a:pt x="3972323" y="2675406"/>
                  <a:pt x="3972323" y="2675001"/>
                  <a:pt x="3972728" y="2674596"/>
                </a:cubicBezTo>
                <a:lnTo>
                  <a:pt x="3975966" y="2668929"/>
                </a:lnTo>
                <a:cubicBezTo>
                  <a:pt x="3976371" y="2668929"/>
                  <a:pt x="3976776" y="2668524"/>
                  <a:pt x="3977180" y="2668524"/>
                </a:cubicBezTo>
                <a:close/>
                <a:moveTo>
                  <a:pt x="3895812" y="2668524"/>
                </a:moveTo>
                <a:lnTo>
                  <a:pt x="3902694" y="2668524"/>
                </a:lnTo>
                <a:cubicBezTo>
                  <a:pt x="3903099" y="2668524"/>
                  <a:pt x="3903504" y="2668524"/>
                  <a:pt x="3903909" y="2668929"/>
                </a:cubicBezTo>
                <a:lnTo>
                  <a:pt x="3907552" y="2675001"/>
                </a:lnTo>
                <a:cubicBezTo>
                  <a:pt x="3907957" y="2675406"/>
                  <a:pt x="3907957" y="2675811"/>
                  <a:pt x="3907552" y="2676215"/>
                </a:cubicBezTo>
                <a:lnTo>
                  <a:pt x="3903909" y="2682287"/>
                </a:lnTo>
                <a:cubicBezTo>
                  <a:pt x="3903909" y="2682287"/>
                  <a:pt x="3903504" y="2682692"/>
                  <a:pt x="3902694" y="2682692"/>
                </a:cubicBezTo>
                <a:lnTo>
                  <a:pt x="3895812" y="2682692"/>
                </a:lnTo>
                <a:cubicBezTo>
                  <a:pt x="3895408" y="2682692"/>
                  <a:pt x="3895003" y="2682692"/>
                  <a:pt x="3894598" y="2682287"/>
                </a:cubicBezTo>
                <a:lnTo>
                  <a:pt x="3890955" y="2676215"/>
                </a:lnTo>
                <a:cubicBezTo>
                  <a:pt x="3890550" y="2675811"/>
                  <a:pt x="3890550" y="2675406"/>
                  <a:pt x="3890955" y="2675001"/>
                </a:cubicBezTo>
                <a:lnTo>
                  <a:pt x="3894598" y="2668929"/>
                </a:lnTo>
                <a:cubicBezTo>
                  <a:pt x="3895003" y="2668929"/>
                  <a:pt x="3895408" y="2668524"/>
                  <a:pt x="3895812" y="2668524"/>
                </a:cubicBezTo>
                <a:close/>
                <a:moveTo>
                  <a:pt x="3854522" y="2667309"/>
                </a:moveTo>
                <a:lnTo>
                  <a:pt x="3862619" y="2667309"/>
                </a:lnTo>
                <a:cubicBezTo>
                  <a:pt x="3863023" y="2667309"/>
                  <a:pt x="3863428" y="2667714"/>
                  <a:pt x="3863833" y="2668119"/>
                </a:cubicBezTo>
                <a:lnTo>
                  <a:pt x="3867881" y="2675001"/>
                </a:lnTo>
                <a:cubicBezTo>
                  <a:pt x="3868286" y="2675405"/>
                  <a:pt x="3868286" y="2675810"/>
                  <a:pt x="3867881" y="2676215"/>
                </a:cubicBezTo>
                <a:lnTo>
                  <a:pt x="3863833" y="2683097"/>
                </a:lnTo>
                <a:cubicBezTo>
                  <a:pt x="3863833" y="2683502"/>
                  <a:pt x="3863428" y="2683502"/>
                  <a:pt x="3862619" y="2683906"/>
                </a:cubicBezTo>
                <a:lnTo>
                  <a:pt x="3854522" y="2683906"/>
                </a:lnTo>
                <a:cubicBezTo>
                  <a:pt x="3854117" y="2683906"/>
                  <a:pt x="3853712" y="2683502"/>
                  <a:pt x="3853308" y="2683097"/>
                </a:cubicBezTo>
                <a:lnTo>
                  <a:pt x="3849260" y="2676215"/>
                </a:lnTo>
                <a:cubicBezTo>
                  <a:pt x="3848855" y="2675810"/>
                  <a:pt x="3848855" y="2675405"/>
                  <a:pt x="3849260" y="2675001"/>
                </a:cubicBezTo>
                <a:lnTo>
                  <a:pt x="3853308" y="2668119"/>
                </a:lnTo>
                <a:cubicBezTo>
                  <a:pt x="3853712" y="2667714"/>
                  <a:pt x="3854117" y="2667309"/>
                  <a:pt x="3854522" y="2667309"/>
                </a:cubicBezTo>
                <a:close/>
                <a:moveTo>
                  <a:pt x="3814041" y="2667309"/>
                </a:moveTo>
                <a:lnTo>
                  <a:pt x="3822542" y="2667309"/>
                </a:lnTo>
                <a:cubicBezTo>
                  <a:pt x="3822947" y="2667309"/>
                  <a:pt x="3823351" y="2667309"/>
                  <a:pt x="3823756" y="2667714"/>
                </a:cubicBezTo>
                <a:lnTo>
                  <a:pt x="3828209" y="2675001"/>
                </a:lnTo>
                <a:cubicBezTo>
                  <a:pt x="3828614" y="2675405"/>
                  <a:pt x="3828614" y="2675810"/>
                  <a:pt x="3828209" y="2676215"/>
                </a:cubicBezTo>
                <a:lnTo>
                  <a:pt x="3823756" y="2683502"/>
                </a:lnTo>
                <a:cubicBezTo>
                  <a:pt x="3823756" y="2683906"/>
                  <a:pt x="3823351" y="2683906"/>
                  <a:pt x="3822542" y="2684311"/>
                </a:cubicBezTo>
                <a:lnTo>
                  <a:pt x="3814041" y="2684311"/>
                </a:lnTo>
                <a:cubicBezTo>
                  <a:pt x="3813636" y="2684311"/>
                  <a:pt x="3813231" y="2683906"/>
                  <a:pt x="3812826" y="2683502"/>
                </a:cubicBezTo>
                <a:lnTo>
                  <a:pt x="3808374" y="2676215"/>
                </a:lnTo>
                <a:cubicBezTo>
                  <a:pt x="3807969" y="2675810"/>
                  <a:pt x="3807969" y="2675405"/>
                  <a:pt x="3808374" y="2675001"/>
                </a:cubicBezTo>
                <a:lnTo>
                  <a:pt x="3812826" y="2667714"/>
                </a:lnTo>
                <a:cubicBezTo>
                  <a:pt x="3813231" y="2667714"/>
                  <a:pt x="3813636" y="2667309"/>
                  <a:pt x="3814041" y="2667309"/>
                </a:cubicBezTo>
                <a:close/>
                <a:moveTo>
                  <a:pt x="3773155" y="2666095"/>
                </a:moveTo>
                <a:lnTo>
                  <a:pt x="3782466" y="2666095"/>
                </a:lnTo>
                <a:cubicBezTo>
                  <a:pt x="3782870" y="2666095"/>
                  <a:pt x="3783275" y="2666095"/>
                  <a:pt x="3783680" y="2666500"/>
                </a:cubicBezTo>
                <a:lnTo>
                  <a:pt x="3788133" y="2674596"/>
                </a:lnTo>
                <a:cubicBezTo>
                  <a:pt x="3788538" y="2675001"/>
                  <a:pt x="3788538" y="2675406"/>
                  <a:pt x="3788133" y="2675811"/>
                </a:cubicBezTo>
                <a:lnTo>
                  <a:pt x="3783680" y="2683907"/>
                </a:lnTo>
                <a:cubicBezTo>
                  <a:pt x="3783275" y="2684312"/>
                  <a:pt x="3782870" y="2684717"/>
                  <a:pt x="3782466" y="2684717"/>
                </a:cubicBezTo>
                <a:lnTo>
                  <a:pt x="3773155" y="2684717"/>
                </a:lnTo>
                <a:cubicBezTo>
                  <a:pt x="3772750" y="2684717"/>
                  <a:pt x="3772345" y="2684312"/>
                  <a:pt x="3771941" y="2683907"/>
                </a:cubicBezTo>
                <a:lnTo>
                  <a:pt x="3767488" y="2675811"/>
                </a:lnTo>
                <a:cubicBezTo>
                  <a:pt x="3767083" y="2675406"/>
                  <a:pt x="3767083" y="2675001"/>
                  <a:pt x="3767488" y="2674596"/>
                </a:cubicBezTo>
                <a:lnTo>
                  <a:pt x="3771941" y="2666500"/>
                </a:lnTo>
                <a:cubicBezTo>
                  <a:pt x="3772345" y="2666500"/>
                  <a:pt x="3772750" y="2666095"/>
                  <a:pt x="3773155" y="2666095"/>
                </a:cubicBezTo>
                <a:close/>
                <a:moveTo>
                  <a:pt x="3732674" y="2666095"/>
                </a:moveTo>
                <a:lnTo>
                  <a:pt x="3741985" y="2666095"/>
                </a:lnTo>
                <a:cubicBezTo>
                  <a:pt x="3742389" y="2666095"/>
                  <a:pt x="3742794" y="2666500"/>
                  <a:pt x="3743199" y="2666905"/>
                </a:cubicBezTo>
                <a:lnTo>
                  <a:pt x="3748057" y="2675001"/>
                </a:lnTo>
                <a:cubicBezTo>
                  <a:pt x="3748462" y="2675406"/>
                  <a:pt x="3748462" y="2675811"/>
                  <a:pt x="3748057" y="2676215"/>
                </a:cubicBezTo>
                <a:lnTo>
                  <a:pt x="3743199" y="2684312"/>
                </a:lnTo>
                <a:cubicBezTo>
                  <a:pt x="3743199" y="2684312"/>
                  <a:pt x="3742794" y="2684717"/>
                  <a:pt x="3741985" y="2685121"/>
                </a:cubicBezTo>
                <a:lnTo>
                  <a:pt x="3732674" y="2685121"/>
                </a:lnTo>
                <a:cubicBezTo>
                  <a:pt x="3732269" y="2685121"/>
                  <a:pt x="3731864" y="2684717"/>
                  <a:pt x="3731460" y="2684312"/>
                </a:cubicBezTo>
                <a:lnTo>
                  <a:pt x="3726602" y="2676215"/>
                </a:lnTo>
                <a:cubicBezTo>
                  <a:pt x="3726197" y="2675811"/>
                  <a:pt x="3726197" y="2675406"/>
                  <a:pt x="3726602" y="2675001"/>
                </a:cubicBezTo>
                <a:lnTo>
                  <a:pt x="3731460" y="2666905"/>
                </a:lnTo>
                <a:cubicBezTo>
                  <a:pt x="3731864" y="2666500"/>
                  <a:pt x="3732269" y="2666095"/>
                  <a:pt x="3732674" y="2666095"/>
                </a:cubicBezTo>
                <a:close/>
                <a:moveTo>
                  <a:pt x="3691788" y="2665690"/>
                </a:moveTo>
                <a:lnTo>
                  <a:pt x="3701908" y="2665690"/>
                </a:lnTo>
                <a:cubicBezTo>
                  <a:pt x="3702313" y="2665690"/>
                  <a:pt x="3702718" y="2666095"/>
                  <a:pt x="3703123" y="2666500"/>
                </a:cubicBezTo>
                <a:lnTo>
                  <a:pt x="3707980" y="2675001"/>
                </a:lnTo>
                <a:cubicBezTo>
                  <a:pt x="3708385" y="2675405"/>
                  <a:pt x="3708385" y="2675810"/>
                  <a:pt x="3707980" y="2676215"/>
                </a:cubicBezTo>
                <a:lnTo>
                  <a:pt x="3703123" y="2684716"/>
                </a:lnTo>
                <a:cubicBezTo>
                  <a:pt x="3702718" y="2685121"/>
                  <a:pt x="3702313" y="2685121"/>
                  <a:pt x="3701908" y="2685526"/>
                </a:cubicBezTo>
                <a:lnTo>
                  <a:pt x="3691788" y="2685526"/>
                </a:lnTo>
                <a:cubicBezTo>
                  <a:pt x="3691383" y="2685526"/>
                  <a:pt x="3690978" y="2685121"/>
                  <a:pt x="3690574" y="2684716"/>
                </a:cubicBezTo>
                <a:lnTo>
                  <a:pt x="3685716" y="2676215"/>
                </a:lnTo>
                <a:cubicBezTo>
                  <a:pt x="3685311" y="2675810"/>
                  <a:pt x="3685311" y="2675405"/>
                  <a:pt x="3685716" y="2675001"/>
                </a:cubicBezTo>
                <a:lnTo>
                  <a:pt x="3690574" y="2666500"/>
                </a:lnTo>
                <a:cubicBezTo>
                  <a:pt x="3690978" y="2666095"/>
                  <a:pt x="3691383" y="2665690"/>
                  <a:pt x="3691788" y="2665690"/>
                </a:cubicBezTo>
                <a:close/>
                <a:moveTo>
                  <a:pt x="3570343" y="2664881"/>
                </a:moveTo>
                <a:lnTo>
                  <a:pt x="3580868" y="2664881"/>
                </a:lnTo>
                <a:cubicBezTo>
                  <a:pt x="3581274" y="2664881"/>
                  <a:pt x="3581678" y="2664881"/>
                  <a:pt x="3582083" y="2665286"/>
                </a:cubicBezTo>
                <a:lnTo>
                  <a:pt x="3587346" y="2674597"/>
                </a:lnTo>
                <a:cubicBezTo>
                  <a:pt x="3587751" y="2675001"/>
                  <a:pt x="3587751" y="2675406"/>
                  <a:pt x="3587346" y="2675811"/>
                </a:cubicBezTo>
                <a:lnTo>
                  <a:pt x="3582083" y="2685122"/>
                </a:lnTo>
                <a:cubicBezTo>
                  <a:pt x="3581678" y="2685526"/>
                  <a:pt x="3581274" y="2685931"/>
                  <a:pt x="3580868" y="2685526"/>
                </a:cubicBezTo>
                <a:lnTo>
                  <a:pt x="3570343" y="2685526"/>
                </a:lnTo>
                <a:cubicBezTo>
                  <a:pt x="3569939" y="2685526"/>
                  <a:pt x="3569534" y="2685526"/>
                  <a:pt x="3569129" y="2685122"/>
                </a:cubicBezTo>
                <a:lnTo>
                  <a:pt x="3563867" y="2675811"/>
                </a:lnTo>
                <a:cubicBezTo>
                  <a:pt x="3563462" y="2675406"/>
                  <a:pt x="3563462" y="2675001"/>
                  <a:pt x="3563867" y="2674597"/>
                </a:cubicBezTo>
                <a:lnTo>
                  <a:pt x="3569129" y="2665286"/>
                </a:lnTo>
                <a:cubicBezTo>
                  <a:pt x="3569534" y="2665286"/>
                  <a:pt x="3569939" y="2664881"/>
                  <a:pt x="3570343" y="2664881"/>
                </a:cubicBezTo>
                <a:close/>
                <a:moveTo>
                  <a:pt x="3609610" y="2663666"/>
                </a:moveTo>
                <a:lnTo>
                  <a:pt x="3621755" y="2663666"/>
                </a:lnTo>
                <a:cubicBezTo>
                  <a:pt x="3622159" y="2663666"/>
                  <a:pt x="3622564" y="2663666"/>
                  <a:pt x="3622969" y="2664071"/>
                </a:cubicBezTo>
                <a:lnTo>
                  <a:pt x="3629041" y="2674596"/>
                </a:lnTo>
                <a:cubicBezTo>
                  <a:pt x="3629446" y="2675001"/>
                  <a:pt x="3629446" y="2675405"/>
                  <a:pt x="3629041" y="2675810"/>
                </a:cubicBezTo>
                <a:lnTo>
                  <a:pt x="3622969" y="2686335"/>
                </a:lnTo>
                <a:cubicBezTo>
                  <a:pt x="3622969" y="2686740"/>
                  <a:pt x="3622564" y="2687145"/>
                  <a:pt x="3621755" y="2687145"/>
                </a:cubicBezTo>
                <a:lnTo>
                  <a:pt x="3609610" y="2687145"/>
                </a:lnTo>
                <a:cubicBezTo>
                  <a:pt x="3609205" y="2687145"/>
                  <a:pt x="3608800" y="2686740"/>
                  <a:pt x="3608396" y="2686335"/>
                </a:cubicBezTo>
                <a:lnTo>
                  <a:pt x="3602324" y="2675810"/>
                </a:lnTo>
                <a:cubicBezTo>
                  <a:pt x="3601919" y="2675405"/>
                  <a:pt x="3601919" y="2675001"/>
                  <a:pt x="3602324" y="2674596"/>
                </a:cubicBezTo>
                <a:lnTo>
                  <a:pt x="3608396" y="2664071"/>
                </a:lnTo>
                <a:cubicBezTo>
                  <a:pt x="3608800" y="2664071"/>
                  <a:pt x="3609205" y="2663666"/>
                  <a:pt x="3609610" y="2663666"/>
                </a:cubicBezTo>
                <a:close/>
                <a:moveTo>
                  <a:pt x="3650092" y="2662452"/>
                </a:moveTo>
                <a:lnTo>
                  <a:pt x="3663046" y="2662452"/>
                </a:lnTo>
                <a:cubicBezTo>
                  <a:pt x="3663451" y="2662452"/>
                  <a:pt x="3663855" y="2662857"/>
                  <a:pt x="3664261" y="2663261"/>
                </a:cubicBezTo>
                <a:lnTo>
                  <a:pt x="3670737" y="2674596"/>
                </a:lnTo>
                <a:cubicBezTo>
                  <a:pt x="3671142" y="2675001"/>
                  <a:pt x="3671142" y="2675406"/>
                  <a:pt x="3670737" y="2675811"/>
                </a:cubicBezTo>
                <a:lnTo>
                  <a:pt x="3664261" y="2687145"/>
                </a:lnTo>
                <a:cubicBezTo>
                  <a:pt x="3663855" y="2687550"/>
                  <a:pt x="3663451" y="2687955"/>
                  <a:pt x="3663046" y="2687550"/>
                </a:cubicBezTo>
                <a:lnTo>
                  <a:pt x="3650092" y="2687550"/>
                </a:lnTo>
                <a:cubicBezTo>
                  <a:pt x="3649687" y="2687550"/>
                  <a:pt x="3649282" y="2687550"/>
                  <a:pt x="3648877" y="2687145"/>
                </a:cubicBezTo>
                <a:lnTo>
                  <a:pt x="3642401" y="2675811"/>
                </a:lnTo>
                <a:cubicBezTo>
                  <a:pt x="3641996" y="2675406"/>
                  <a:pt x="3641996" y="2675001"/>
                  <a:pt x="3642401" y="2674596"/>
                </a:cubicBezTo>
                <a:lnTo>
                  <a:pt x="3648877" y="2663261"/>
                </a:lnTo>
                <a:cubicBezTo>
                  <a:pt x="3649282" y="2662857"/>
                  <a:pt x="3649687" y="2662452"/>
                  <a:pt x="3650092" y="2662452"/>
                </a:cubicBezTo>
                <a:close/>
                <a:moveTo>
                  <a:pt x="4707057" y="2631686"/>
                </a:moveTo>
                <a:lnTo>
                  <a:pt x="4711105" y="2631686"/>
                </a:lnTo>
                <a:lnTo>
                  <a:pt x="4713129" y="2634924"/>
                </a:lnTo>
                <a:lnTo>
                  <a:pt x="4711105" y="2638163"/>
                </a:lnTo>
                <a:lnTo>
                  <a:pt x="4707057" y="2638163"/>
                </a:lnTo>
                <a:lnTo>
                  <a:pt x="4705033" y="2634924"/>
                </a:lnTo>
                <a:close/>
                <a:moveTo>
                  <a:pt x="4423688" y="2631686"/>
                </a:moveTo>
                <a:lnTo>
                  <a:pt x="4427736" y="2631686"/>
                </a:lnTo>
                <a:lnTo>
                  <a:pt x="4429760" y="2634924"/>
                </a:lnTo>
                <a:lnTo>
                  <a:pt x="4427736" y="2638163"/>
                </a:lnTo>
                <a:lnTo>
                  <a:pt x="4423688" y="2638163"/>
                </a:lnTo>
                <a:lnTo>
                  <a:pt x="4421664" y="2634924"/>
                </a:lnTo>
                <a:close/>
                <a:moveTo>
                  <a:pt x="4666171" y="2631281"/>
                </a:moveTo>
                <a:lnTo>
                  <a:pt x="4670624" y="2631281"/>
                </a:lnTo>
                <a:lnTo>
                  <a:pt x="4672648" y="2634924"/>
                </a:lnTo>
                <a:lnTo>
                  <a:pt x="4670624" y="2638568"/>
                </a:lnTo>
                <a:lnTo>
                  <a:pt x="4666171" y="2638568"/>
                </a:lnTo>
                <a:lnTo>
                  <a:pt x="4664147" y="2634924"/>
                </a:lnTo>
                <a:close/>
                <a:moveTo>
                  <a:pt x="4544728" y="2631281"/>
                </a:moveTo>
                <a:lnTo>
                  <a:pt x="4549181" y="2631281"/>
                </a:lnTo>
                <a:lnTo>
                  <a:pt x="4551205" y="2634924"/>
                </a:lnTo>
                <a:lnTo>
                  <a:pt x="4549181" y="2638568"/>
                </a:lnTo>
                <a:lnTo>
                  <a:pt x="4544728" y="2638568"/>
                </a:lnTo>
                <a:lnTo>
                  <a:pt x="4542704" y="2634924"/>
                </a:lnTo>
                <a:close/>
                <a:moveTo>
                  <a:pt x="4504246" y="2631281"/>
                </a:moveTo>
                <a:lnTo>
                  <a:pt x="4508699" y="2631281"/>
                </a:lnTo>
                <a:lnTo>
                  <a:pt x="4510723" y="2634924"/>
                </a:lnTo>
                <a:lnTo>
                  <a:pt x="4508699" y="2638568"/>
                </a:lnTo>
                <a:lnTo>
                  <a:pt x="4504246" y="2638568"/>
                </a:lnTo>
                <a:lnTo>
                  <a:pt x="4502222" y="2634924"/>
                </a:lnTo>
                <a:close/>
                <a:moveTo>
                  <a:pt x="4464170" y="2631281"/>
                </a:moveTo>
                <a:lnTo>
                  <a:pt x="4468218" y="2631281"/>
                </a:lnTo>
                <a:lnTo>
                  <a:pt x="4470242" y="2634924"/>
                </a:lnTo>
                <a:lnTo>
                  <a:pt x="4468218" y="2638568"/>
                </a:lnTo>
                <a:lnTo>
                  <a:pt x="4464170" y="2638568"/>
                </a:lnTo>
                <a:lnTo>
                  <a:pt x="4462146" y="2634924"/>
                </a:lnTo>
                <a:close/>
                <a:moveTo>
                  <a:pt x="4383207" y="2631281"/>
                </a:moveTo>
                <a:lnTo>
                  <a:pt x="4387255" y="2631281"/>
                </a:lnTo>
                <a:lnTo>
                  <a:pt x="4389279" y="2634924"/>
                </a:lnTo>
                <a:lnTo>
                  <a:pt x="4387255" y="2638568"/>
                </a:lnTo>
                <a:lnTo>
                  <a:pt x="4383207" y="2638568"/>
                </a:lnTo>
                <a:lnTo>
                  <a:pt x="4381183" y="2634924"/>
                </a:lnTo>
                <a:close/>
                <a:moveTo>
                  <a:pt x="4342726" y="2631281"/>
                </a:moveTo>
                <a:lnTo>
                  <a:pt x="4346774" y="2631281"/>
                </a:lnTo>
                <a:lnTo>
                  <a:pt x="4348798" y="2634924"/>
                </a:lnTo>
                <a:lnTo>
                  <a:pt x="4346774" y="2638568"/>
                </a:lnTo>
                <a:lnTo>
                  <a:pt x="4342726" y="2638568"/>
                </a:lnTo>
                <a:lnTo>
                  <a:pt x="4340702" y="2634924"/>
                </a:lnTo>
                <a:close/>
                <a:moveTo>
                  <a:pt x="4626499" y="2630876"/>
                </a:moveTo>
                <a:lnTo>
                  <a:pt x="4629738" y="2630876"/>
                </a:lnTo>
                <a:cubicBezTo>
                  <a:pt x="4630143" y="2630876"/>
                  <a:pt x="4630548" y="2631281"/>
                  <a:pt x="4630952" y="2631686"/>
                </a:cubicBezTo>
                <a:lnTo>
                  <a:pt x="4632572" y="2634519"/>
                </a:lnTo>
                <a:cubicBezTo>
                  <a:pt x="4632976" y="2634924"/>
                  <a:pt x="4632976" y="2635329"/>
                  <a:pt x="4632572" y="2635734"/>
                </a:cubicBezTo>
                <a:lnTo>
                  <a:pt x="4630952" y="2638568"/>
                </a:lnTo>
                <a:cubicBezTo>
                  <a:pt x="4630548" y="2638568"/>
                  <a:pt x="4630143" y="2638972"/>
                  <a:pt x="4629738" y="2639377"/>
                </a:cubicBezTo>
                <a:lnTo>
                  <a:pt x="4626499" y="2639377"/>
                </a:lnTo>
                <a:cubicBezTo>
                  <a:pt x="4626095" y="2639377"/>
                  <a:pt x="4625690" y="2638972"/>
                  <a:pt x="4625285" y="2638568"/>
                </a:cubicBezTo>
                <a:lnTo>
                  <a:pt x="4623666" y="2635734"/>
                </a:lnTo>
                <a:cubicBezTo>
                  <a:pt x="4623261" y="2635329"/>
                  <a:pt x="4623261" y="2634924"/>
                  <a:pt x="4623666" y="2634519"/>
                </a:cubicBezTo>
                <a:lnTo>
                  <a:pt x="4625285" y="2631686"/>
                </a:lnTo>
                <a:cubicBezTo>
                  <a:pt x="4625690" y="2631281"/>
                  <a:pt x="4626095" y="2630876"/>
                  <a:pt x="4626499" y="2630876"/>
                </a:cubicBezTo>
                <a:close/>
                <a:moveTo>
                  <a:pt x="4585614" y="2630876"/>
                </a:moveTo>
                <a:lnTo>
                  <a:pt x="4590067" y="2630876"/>
                </a:lnTo>
                <a:lnTo>
                  <a:pt x="4592495" y="2634924"/>
                </a:lnTo>
                <a:lnTo>
                  <a:pt x="4590067" y="2638972"/>
                </a:lnTo>
                <a:lnTo>
                  <a:pt x="4585614" y="2638972"/>
                </a:lnTo>
                <a:lnTo>
                  <a:pt x="4583185" y="2634924"/>
                </a:lnTo>
                <a:close/>
                <a:moveTo>
                  <a:pt x="4301840" y="2630876"/>
                </a:moveTo>
                <a:lnTo>
                  <a:pt x="4306698" y="2630876"/>
                </a:lnTo>
                <a:lnTo>
                  <a:pt x="4309127" y="2634924"/>
                </a:lnTo>
                <a:lnTo>
                  <a:pt x="4306698" y="2638972"/>
                </a:lnTo>
                <a:lnTo>
                  <a:pt x="4301840" y="2638972"/>
                </a:lnTo>
                <a:lnTo>
                  <a:pt x="4299411" y="2634924"/>
                </a:lnTo>
                <a:close/>
                <a:moveTo>
                  <a:pt x="4262168" y="2630876"/>
                </a:moveTo>
                <a:lnTo>
                  <a:pt x="4265407" y="2630876"/>
                </a:lnTo>
                <a:cubicBezTo>
                  <a:pt x="4265812" y="2630876"/>
                  <a:pt x="4266217" y="2631281"/>
                  <a:pt x="4266621" y="2631686"/>
                </a:cubicBezTo>
                <a:lnTo>
                  <a:pt x="4268241" y="2634519"/>
                </a:lnTo>
                <a:cubicBezTo>
                  <a:pt x="4268645" y="2634924"/>
                  <a:pt x="4268645" y="2635329"/>
                  <a:pt x="4268241" y="2635734"/>
                </a:cubicBezTo>
                <a:lnTo>
                  <a:pt x="4266621" y="2638568"/>
                </a:lnTo>
                <a:cubicBezTo>
                  <a:pt x="4266217" y="2638972"/>
                  <a:pt x="4265812" y="2638972"/>
                  <a:pt x="4265407" y="2639377"/>
                </a:cubicBezTo>
                <a:lnTo>
                  <a:pt x="4262168" y="2639377"/>
                </a:lnTo>
                <a:cubicBezTo>
                  <a:pt x="4261764" y="2639377"/>
                  <a:pt x="4261359" y="2638972"/>
                  <a:pt x="4260954" y="2638568"/>
                </a:cubicBezTo>
                <a:lnTo>
                  <a:pt x="4259335" y="2635734"/>
                </a:lnTo>
                <a:cubicBezTo>
                  <a:pt x="4258930" y="2635329"/>
                  <a:pt x="4258930" y="2634924"/>
                  <a:pt x="4259335" y="2634519"/>
                </a:cubicBezTo>
                <a:lnTo>
                  <a:pt x="4260954" y="2631686"/>
                </a:lnTo>
                <a:cubicBezTo>
                  <a:pt x="4261359" y="2631281"/>
                  <a:pt x="4261764" y="2630876"/>
                  <a:pt x="4262168" y="2630876"/>
                </a:cubicBezTo>
                <a:close/>
                <a:moveTo>
                  <a:pt x="4221283" y="2630876"/>
                </a:moveTo>
                <a:lnTo>
                  <a:pt x="4225736" y="2630876"/>
                </a:lnTo>
                <a:lnTo>
                  <a:pt x="4228164" y="2634924"/>
                </a:lnTo>
                <a:lnTo>
                  <a:pt x="4225736" y="2638972"/>
                </a:lnTo>
                <a:lnTo>
                  <a:pt x="4221283" y="2638972"/>
                </a:lnTo>
                <a:lnTo>
                  <a:pt x="4218854" y="2634924"/>
                </a:lnTo>
                <a:close/>
                <a:moveTo>
                  <a:pt x="3937104" y="2629662"/>
                </a:moveTo>
                <a:lnTo>
                  <a:pt x="3942366" y="2629662"/>
                </a:lnTo>
                <a:cubicBezTo>
                  <a:pt x="3942771" y="2629662"/>
                  <a:pt x="3943176" y="2629662"/>
                  <a:pt x="3943581" y="2630067"/>
                </a:cubicBezTo>
                <a:lnTo>
                  <a:pt x="3946415" y="2634520"/>
                </a:lnTo>
                <a:cubicBezTo>
                  <a:pt x="3946819" y="2634925"/>
                  <a:pt x="3946819" y="2635329"/>
                  <a:pt x="3946415" y="2635734"/>
                </a:cubicBezTo>
                <a:lnTo>
                  <a:pt x="3943581" y="2640187"/>
                </a:lnTo>
                <a:cubicBezTo>
                  <a:pt x="3943581" y="2640592"/>
                  <a:pt x="3943176" y="2640592"/>
                  <a:pt x="3942366" y="2640592"/>
                </a:cubicBezTo>
                <a:lnTo>
                  <a:pt x="3937104" y="2640592"/>
                </a:lnTo>
                <a:cubicBezTo>
                  <a:pt x="3936699" y="2640592"/>
                  <a:pt x="3936294" y="2640592"/>
                  <a:pt x="3935890" y="2640187"/>
                </a:cubicBezTo>
                <a:lnTo>
                  <a:pt x="3933056" y="2635734"/>
                </a:lnTo>
                <a:cubicBezTo>
                  <a:pt x="3932651" y="2635329"/>
                  <a:pt x="3932651" y="2634925"/>
                  <a:pt x="3933056" y="2634520"/>
                </a:cubicBezTo>
                <a:lnTo>
                  <a:pt x="3935890" y="2630067"/>
                </a:lnTo>
                <a:cubicBezTo>
                  <a:pt x="3936294" y="2630067"/>
                  <a:pt x="3936699" y="2629662"/>
                  <a:pt x="3937104" y="2629662"/>
                </a:cubicBezTo>
                <a:close/>
                <a:moveTo>
                  <a:pt x="4180396" y="2629257"/>
                </a:moveTo>
                <a:lnTo>
                  <a:pt x="4184849" y="2629257"/>
                </a:lnTo>
                <a:cubicBezTo>
                  <a:pt x="4185253" y="2629257"/>
                  <a:pt x="4185658" y="2629662"/>
                  <a:pt x="4186063" y="2630067"/>
                </a:cubicBezTo>
                <a:lnTo>
                  <a:pt x="4188492" y="2634115"/>
                </a:lnTo>
                <a:cubicBezTo>
                  <a:pt x="4188897" y="2634520"/>
                  <a:pt x="4188897" y="2634924"/>
                  <a:pt x="4188492" y="2635329"/>
                </a:cubicBezTo>
                <a:lnTo>
                  <a:pt x="4186063" y="2639377"/>
                </a:lnTo>
                <a:cubicBezTo>
                  <a:pt x="4186063" y="2639782"/>
                  <a:pt x="4185658" y="2640187"/>
                  <a:pt x="4184849" y="2639782"/>
                </a:cubicBezTo>
                <a:lnTo>
                  <a:pt x="4180396" y="2639782"/>
                </a:lnTo>
                <a:cubicBezTo>
                  <a:pt x="4179991" y="2639782"/>
                  <a:pt x="4179586" y="2639782"/>
                  <a:pt x="4179181" y="2639377"/>
                </a:cubicBezTo>
                <a:lnTo>
                  <a:pt x="4176753" y="2635329"/>
                </a:lnTo>
                <a:cubicBezTo>
                  <a:pt x="4176348" y="2634924"/>
                  <a:pt x="4176348" y="2634520"/>
                  <a:pt x="4176753" y="2634115"/>
                </a:cubicBezTo>
                <a:lnTo>
                  <a:pt x="4179181" y="2630067"/>
                </a:lnTo>
                <a:cubicBezTo>
                  <a:pt x="4179586" y="2629662"/>
                  <a:pt x="4179991" y="2629257"/>
                  <a:pt x="4180396" y="2629257"/>
                </a:cubicBezTo>
                <a:close/>
                <a:moveTo>
                  <a:pt x="4099029" y="2629257"/>
                </a:moveTo>
                <a:lnTo>
                  <a:pt x="4104291" y="2629257"/>
                </a:lnTo>
                <a:cubicBezTo>
                  <a:pt x="4104696" y="2629257"/>
                  <a:pt x="4105101" y="2629662"/>
                  <a:pt x="4105506" y="2630067"/>
                </a:cubicBezTo>
                <a:lnTo>
                  <a:pt x="4108340" y="2634520"/>
                </a:lnTo>
                <a:cubicBezTo>
                  <a:pt x="4108744" y="2634924"/>
                  <a:pt x="4108744" y="2635329"/>
                  <a:pt x="4108340" y="2635734"/>
                </a:cubicBezTo>
                <a:lnTo>
                  <a:pt x="4105506" y="2640187"/>
                </a:lnTo>
                <a:cubicBezTo>
                  <a:pt x="4105506" y="2640592"/>
                  <a:pt x="4105101" y="2640592"/>
                  <a:pt x="4104291" y="2640996"/>
                </a:cubicBezTo>
                <a:lnTo>
                  <a:pt x="4099029" y="2640996"/>
                </a:lnTo>
                <a:cubicBezTo>
                  <a:pt x="4098624" y="2640996"/>
                  <a:pt x="4098219" y="2640592"/>
                  <a:pt x="4097815" y="2640187"/>
                </a:cubicBezTo>
                <a:lnTo>
                  <a:pt x="4094981" y="2635734"/>
                </a:lnTo>
                <a:cubicBezTo>
                  <a:pt x="4094576" y="2635329"/>
                  <a:pt x="4094576" y="2634924"/>
                  <a:pt x="4094981" y="2634520"/>
                </a:cubicBezTo>
                <a:lnTo>
                  <a:pt x="4097815" y="2630067"/>
                </a:lnTo>
                <a:cubicBezTo>
                  <a:pt x="4098219" y="2629662"/>
                  <a:pt x="4098624" y="2629257"/>
                  <a:pt x="4099029" y="2629257"/>
                </a:cubicBezTo>
                <a:close/>
                <a:moveTo>
                  <a:pt x="4018066" y="2629257"/>
                </a:moveTo>
                <a:lnTo>
                  <a:pt x="4023733" y="2629257"/>
                </a:lnTo>
                <a:cubicBezTo>
                  <a:pt x="4024138" y="2629257"/>
                  <a:pt x="4024543" y="2629257"/>
                  <a:pt x="4024948" y="2629662"/>
                </a:cubicBezTo>
                <a:lnTo>
                  <a:pt x="4027781" y="2634520"/>
                </a:lnTo>
                <a:cubicBezTo>
                  <a:pt x="4028186" y="2634924"/>
                  <a:pt x="4028186" y="2635329"/>
                  <a:pt x="4027781" y="2635734"/>
                </a:cubicBezTo>
                <a:lnTo>
                  <a:pt x="4024948" y="2640592"/>
                </a:lnTo>
                <a:cubicBezTo>
                  <a:pt x="4024543" y="2640592"/>
                  <a:pt x="4024138" y="2640996"/>
                  <a:pt x="4023733" y="2640996"/>
                </a:cubicBezTo>
                <a:lnTo>
                  <a:pt x="4018066" y="2640996"/>
                </a:lnTo>
                <a:cubicBezTo>
                  <a:pt x="4017661" y="2640996"/>
                  <a:pt x="4017256" y="2640996"/>
                  <a:pt x="4016852" y="2640592"/>
                </a:cubicBezTo>
                <a:lnTo>
                  <a:pt x="4014018" y="2635734"/>
                </a:lnTo>
                <a:cubicBezTo>
                  <a:pt x="4013613" y="2635329"/>
                  <a:pt x="4013613" y="2634924"/>
                  <a:pt x="4014018" y="2634520"/>
                </a:cubicBezTo>
                <a:lnTo>
                  <a:pt x="4016852" y="2629662"/>
                </a:lnTo>
                <a:cubicBezTo>
                  <a:pt x="4017256" y="2629662"/>
                  <a:pt x="4017661" y="2629257"/>
                  <a:pt x="4018066" y="2629257"/>
                </a:cubicBezTo>
                <a:close/>
                <a:moveTo>
                  <a:pt x="3977585" y="2629257"/>
                </a:moveTo>
                <a:lnTo>
                  <a:pt x="3982848" y="2629257"/>
                </a:lnTo>
                <a:cubicBezTo>
                  <a:pt x="3983252" y="2629257"/>
                  <a:pt x="3983657" y="2629662"/>
                  <a:pt x="3984062" y="2630067"/>
                </a:cubicBezTo>
                <a:lnTo>
                  <a:pt x="3986491" y="2634520"/>
                </a:lnTo>
                <a:cubicBezTo>
                  <a:pt x="3986896" y="2634924"/>
                  <a:pt x="3986896" y="2635329"/>
                  <a:pt x="3986491" y="2635734"/>
                </a:cubicBezTo>
                <a:lnTo>
                  <a:pt x="3984062" y="2640187"/>
                </a:lnTo>
                <a:cubicBezTo>
                  <a:pt x="3984062" y="2640592"/>
                  <a:pt x="3983657" y="2640592"/>
                  <a:pt x="3982848" y="2640996"/>
                </a:cubicBezTo>
                <a:lnTo>
                  <a:pt x="3977585" y="2640996"/>
                </a:lnTo>
                <a:cubicBezTo>
                  <a:pt x="3977180" y="2640996"/>
                  <a:pt x="3976775" y="2640592"/>
                  <a:pt x="3976371" y="2640187"/>
                </a:cubicBezTo>
                <a:lnTo>
                  <a:pt x="3973942" y="2635734"/>
                </a:lnTo>
                <a:cubicBezTo>
                  <a:pt x="3973537" y="2635329"/>
                  <a:pt x="3973537" y="2634924"/>
                  <a:pt x="3973942" y="2634520"/>
                </a:cubicBezTo>
                <a:lnTo>
                  <a:pt x="3976371" y="2630067"/>
                </a:lnTo>
                <a:cubicBezTo>
                  <a:pt x="3976775" y="2629662"/>
                  <a:pt x="3977180" y="2629257"/>
                  <a:pt x="3977585" y="2629257"/>
                </a:cubicBezTo>
                <a:close/>
                <a:moveTo>
                  <a:pt x="3896623" y="2629257"/>
                </a:moveTo>
                <a:lnTo>
                  <a:pt x="3901886" y="2629257"/>
                </a:lnTo>
                <a:cubicBezTo>
                  <a:pt x="3902290" y="2629257"/>
                  <a:pt x="3902695" y="2629257"/>
                  <a:pt x="3903100" y="2629662"/>
                </a:cubicBezTo>
                <a:lnTo>
                  <a:pt x="3905529" y="2634115"/>
                </a:lnTo>
                <a:cubicBezTo>
                  <a:pt x="3905934" y="2634520"/>
                  <a:pt x="3905934" y="2634924"/>
                  <a:pt x="3905529" y="2635329"/>
                </a:cubicBezTo>
                <a:lnTo>
                  <a:pt x="3903100" y="2639782"/>
                </a:lnTo>
                <a:cubicBezTo>
                  <a:pt x="3902695" y="2640187"/>
                  <a:pt x="3902290" y="2640592"/>
                  <a:pt x="3901886" y="2640187"/>
                </a:cubicBezTo>
                <a:lnTo>
                  <a:pt x="3896623" y="2640187"/>
                </a:lnTo>
                <a:cubicBezTo>
                  <a:pt x="3896218" y="2640187"/>
                  <a:pt x="3895813" y="2640187"/>
                  <a:pt x="3895409" y="2639782"/>
                </a:cubicBezTo>
                <a:lnTo>
                  <a:pt x="3892980" y="2635329"/>
                </a:lnTo>
                <a:cubicBezTo>
                  <a:pt x="3892575" y="2634924"/>
                  <a:pt x="3892575" y="2634520"/>
                  <a:pt x="3892980" y="2634115"/>
                </a:cubicBezTo>
                <a:lnTo>
                  <a:pt x="3895409" y="2629662"/>
                </a:lnTo>
                <a:cubicBezTo>
                  <a:pt x="3895813" y="2629662"/>
                  <a:pt x="3896218" y="2629257"/>
                  <a:pt x="3896623" y="2629257"/>
                </a:cubicBezTo>
                <a:close/>
                <a:moveTo>
                  <a:pt x="4139510" y="2628852"/>
                </a:moveTo>
                <a:lnTo>
                  <a:pt x="4144772" y="2628852"/>
                </a:lnTo>
                <a:cubicBezTo>
                  <a:pt x="4145177" y="2628852"/>
                  <a:pt x="4145582" y="2628852"/>
                  <a:pt x="4145987" y="2629257"/>
                </a:cubicBezTo>
                <a:lnTo>
                  <a:pt x="4148821" y="2634115"/>
                </a:lnTo>
                <a:cubicBezTo>
                  <a:pt x="4149225" y="2634519"/>
                  <a:pt x="4149225" y="2634924"/>
                  <a:pt x="4148821" y="2635329"/>
                </a:cubicBezTo>
                <a:lnTo>
                  <a:pt x="4145987" y="2640187"/>
                </a:lnTo>
                <a:cubicBezTo>
                  <a:pt x="4145987" y="2640592"/>
                  <a:pt x="4145582" y="2640996"/>
                  <a:pt x="4144772" y="2640996"/>
                </a:cubicBezTo>
                <a:lnTo>
                  <a:pt x="4139510" y="2640996"/>
                </a:lnTo>
                <a:cubicBezTo>
                  <a:pt x="4139105" y="2640996"/>
                  <a:pt x="4138700" y="2640592"/>
                  <a:pt x="4138296" y="2640187"/>
                </a:cubicBezTo>
                <a:lnTo>
                  <a:pt x="4135462" y="2635329"/>
                </a:lnTo>
                <a:cubicBezTo>
                  <a:pt x="4135057" y="2634924"/>
                  <a:pt x="4135057" y="2634519"/>
                  <a:pt x="4135462" y="2634115"/>
                </a:cubicBezTo>
                <a:lnTo>
                  <a:pt x="4138296" y="2629257"/>
                </a:lnTo>
                <a:cubicBezTo>
                  <a:pt x="4138700" y="2629257"/>
                  <a:pt x="4139105" y="2628852"/>
                  <a:pt x="4139510" y="2628852"/>
                </a:cubicBezTo>
                <a:close/>
                <a:moveTo>
                  <a:pt x="3854927" y="2628043"/>
                </a:moveTo>
                <a:lnTo>
                  <a:pt x="3862213" y="2628043"/>
                </a:lnTo>
                <a:cubicBezTo>
                  <a:pt x="3862618" y="2628043"/>
                  <a:pt x="3863023" y="2628043"/>
                  <a:pt x="3863428" y="2628448"/>
                </a:cubicBezTo>
                <a:lnTo>
                  <a:pt x="3867071" y="2634520"/>
                </a:lnTo>
                <a:cubicBezTo>
                  <a:pt x="3867476" y="2634925"/>
                  <a:pt x="3867476" y="2635330"/>
                  <a:pt x="3867071" y="2635734"/>
                </a:cubicBezTo>
                <a:lnTo>
                  <a:pt x="3863428" y="2641806"/>
                </a:lnTo>
                <a:cubicBezTo>
                  <a:pt x="3863428" y="2642211"/>
                  <a:pt x="3863023" y="2642211"/>
                  <a:pt x="3862213" y="2642211"/>
                </a:cubicBezTo>
                <a:lnTo>
                  <a:pt x="3854927" y="2642211"/>
                </a:lnTo>
                <a:cubicBezTo>
                  <a:pt x="3854522" y="2642211"/>
                  <a:pt x="3854117" y="2642211"/>
                  <a:pt x="3853712" y="2641806"/>
                </a:cubicBezTo>
                <a:lnTo>
                  <a:pt x="3850069" y="2635734"/>
                </a:lnTo>
                <a:cubicBezTo>
                  <a:pt x="3849664" y="2635330"/>
                  <a:pt x="3849664" y="2634925"/>
                  <a:pt x="3850069" y="2634520"/>
                </a:cubicBezTo>
                <a:lnTo>
                  <a:pt x="3853712" y="2628448"/>
                </a:lnTo>
                <a:cubicBezTo>
                  <a:pt x="3854117" y="2628448"/>
                  <a:pt x="3854522" y="2628043"/>
                  <a:pt x="3854927" y="2628043"/>
                </a:cubicBezTo>
                <a:close/>
                <a:moveTo>
                  <a:pt x="4057738" y="2627638"/>
                </a:moveTo>
                <a:lnTo>
                  <a:pt x="4064215" y="2627638"/>
                </a:lnTo>
                <a:cubicBezTo>
                  <a:pt x="4064620" y="2627638"/>
                  <a:pt x="4065025" y="2628043"/>
                  <a:pt x="4065430" y="2628448"/>
                </a:cubicBezTo>
                <a:lnTo>
                  <a:pt x="4068668" y="2634115"/>
                </a:lnTo>
                <a:cubicBezTo>
                  <a:pt x="4069073" y="2634520"/>
                  <a:pt x="4069073" y="2634925"/>
                  <a:pt x="4068668" y="2635330"/>
                </a:cubicBezTo>
                <a:lnTo>
                  <a:pt x="4065430" y="2640997"/>
                </a:lnTo>
                <a:cubicBezTo>
                  <a:pt x="4065430" y="2641402"/>
                  <a:pt x="4065025" y="2641806"/>
                  <a:pt x="4064215" y="2641402"/>
                </a:cubicBezTo>
                <a:lnTo>
                  <a:pt x="4057738" y="2641402"/>
                </a:lnTo>
                <a:cubicBezTo>
                  <a:pt x="4057334" y="2641402"/>
                  <a:pt x="4056929" y="2641402"/>
                  <a:pt x="4056524" y="2640997"/>
                </a:cubicBezTo>
                <a:lnTo>
                  <a:pt x="4053286" y="2635330"/>
                </a:lnTo>
                <a:cubicBezTo>
                  <a:pt x="4052881" y="2634925"/>
                  <a:pt x="4052881" y="2634520"/>
                  <a:pt x="4053286" y="2634115"/>
                </a:cubicBezTo>
                <a:lnTo>
                  <a:pt x="4056524" y="2628448"/>
                </a:lnTo>
                <a:cubicBezTo>
                  <a:pt x="4056929" y="2628043"/>
                  <a:pt x="4057334" y="2627638"/>
                  <a:pt x="4057738" y="2627638"/>
                </a:cubicBezTo>
                <a:close/>
                <a:moveTo>
                  <a:pt x="3814041" y="2626424"/>
                </a:moveTo>
                <a:lnTo>
                  <a:pt x="3822947" y="2626424"/>
                </a:lnTo>
                <a:cubicBezTo>
                  <a:pt x="3823351" y="2626424"/>
                  <a:pt x="3823756" y="2626424"/>
                  <a:pt x="3824161" y="2626829"/>
                </a:cubicBezTo>
                <a:lnTo>
                  <a:pt x="3828614" y="2634520"/>
                </a:lnTo>
                <a:cubicBezTo>
                  <a:pt x="3829019" y="2634925"/>
                  <a:pt x="3829019" y="2635330"/>
                  <a:pt x="3828614" y="2635735"/>
                </a:cubicBezTo>
                <a:lnTo>
                  <a:pt x="3824161" y="2643426"/>
                </a:lnTo>
                <a:cubicBezTo>
                  <a:pt x="3823756" y="2643426"/>
                  <a:pt x="3823351" y="2643831"/>
                  <a:pt x="3822947" y="2644236"/>
                </a:cubicBezTo>
                <a:lnTo>
                  <a:pt x="3814041" y="2644236"/>
                </a:lnTo>
                <a:cubicBezTo>
                  <a:pt x="3813636" y="2644236"/>
                  <a:pt x="3813231" y="2643831"/>
                  <a:pt x="3812826" y="2643426"/>
                </a:cubicBezTo>
                <a:lnTo>
                  <a:pt x="3808374" y="2635735"/>
                </a:lnTo>
                <a:cubicBezTo>
                  <a:pt x="3807969" y="2635330"/>
                  <a:pt x="3807969" y="2634925"/>
                  <a:pt x="3808374" y="2634520"/>
                </a:cubicBezTo>
                <a:lnTo>
                  <a:pt x="3812826" y="2626829"/>
                </a:lnTo>
                <a:cubicBezTo>
                  <a:pt x="3813231" y="2626829"/>
                  <a:pt x="3813636" y="2626424"/>
                  <a:pt x="3814041" y="2626424"/>
                </a:cubicBezTo>
                <a:close/>
                <a:moveTo>
                  <a:pt x="3692192" y="2626019"/>
                </a:moveTo>
                <a:lnTo>
                  <a:pt x="3701503" y="2626019"/>
                </a:lnTo>
                <a:cubicBezTo>
                  <a:pt x="3701907" y="2626019"/>
                  <a:pt x="3702312" y="2626019"/>
                  <a:pt x="3702717" y="2626424"/>
                </a:cubicBezTo>
                <a:lnTo>
                  <a:pt x="3707575" y="2634520"/>
                </a:lnTo>
                <a:cubicBezTo>
                  <a:pt x="3707980" y="2634925"/>
                  <a:pt x="3707980" y="2635330"/>
                  <a:pt x="3707575" y="2635734"/>
                </a:cubicBezTo>
                <a:lnTo>
                  <a:pt x="3702717" y="2643831"/>
                </a:lnTo>
                <a:cubicBezTo>
                  <a:pt x="3702717" y="2644236"/>
                  <a:pt x="3702312" y="2644236"/>
                  <a:pt x="3701503" y="2644640"/>
                </a:cubicBezTo>
                <a:lnTo>
                  <a:pt x="3692192" y="2644640"/>
                </a:lnTo>
                <a:cubicBezTo>
                  <a:pt x="3691787" y="2644640"/>
                  <a:pt x="3691382" y="2644236"/>
                  <a:pt x="3690978" y="2643831"/>
                </a:cubicBezTo>
                <a:lnTo>
                  <a:pt x="3686120" y="2635734"/>
                </a:lnTo>
                <a:cubicBezTo>
                  <a:pt x="3685715" y="2635330"/>
                  <a:pt x="3685715" y="2634925"/>
                  <a:pt x="3686120" y="2634520"/>
                </a:cubicBezTo>
                <a:lnTo>
                  <a:pt x="3690978" y="2626424"/>
                </a:lnTo>
                <a:cubicBezTo>
                  <a:pt x="3691382" y="2626424"/>
                  <a:pt x="3691787" y="2626019"/>
                  <a:pt x="3692192" y="2626019"/>
                </a:cubicBezTo>
                <a:close/>
                <a:moveTo>
                  <a:pt x="3651711" y="2625209"/>
                </a:moveTo>
                <a:lnTo>
                  <a:pt x="3661426" y="2625209"/>
                </a:lnTo>
                <a:cubicBezTo>
                  <a:pt x="3661831" y="2625209"/>
                  <a:pt x="3662236" y="2625614"/>
                  <a:pt x="3662641" y="2626019"/>
                </a:cubicBezTo>
                <a:lnTo>
                  <a:pt x="3667499" y="2634520"/>
                </a:lnTo>
                <a:cubicBezTo>
                  <a:pt x="3667903" y="2634924"/>
                  <a:pt x="3667903" y="2635329"/>
                  <a:pt x="3667499" y="2635734"/>
                </a:cubicBezTo>
                <a:lnTo>
                  <a:pt x="3662641" y="2644235"/>
                </a:lnTo>
                <a:cubicBezTo>
                  <a:pt x="3662236" y="2644640"/>
                  <a:pt x="3661831" y="2644640"/>
                  <a:pt x="3661426" y="2645045"/>
                </a:cubicBezTo>
                <a:lnTo>
                  <a:pt x="3651711" y="2645045"/>
                </a:lnTo>
                <a:cubicBezTo>
                  <a:pt x="3651306" y="2645045"/>
                  <a:pt x="3650901" y="2644640"/>
                  <a:pt x="3650497" y="2644235"/>
                </a:cubicBezTo>
                <a:lnTo>
                  <a:pt x="3645639" y="2635734"/>
                </a:lnTo>
                <a:cubicBezTo>
                  <a:pt x="3645234" y="2635329"/>
                  <a:pt x="3645234" y="2634924"/>
                  <a:pt x="3645639" y="2634520"/>
                </a:cubicBezTo>
                <a:lnTo>
                  <a:pt x="3650497" y="2626019"/>
                </a:lnTo>
                <a:cubicBezTo>
                  <a:pt x="3650901" y="2625614"/>
                  <a:pt x="3651306" y="2625209"/>
                  <a:pt x="3651711" y="2625209"/>
                </a:cubicBezTo>
                <a:close/>
                <a:moveTo>
                  <a:pt x="3610825" y="2625209"/>
                </a:moveTo>
                <a:lnTo>
                  <a:pt x="3620945" y="2625209"/>
                </a:lnTo>
                <a:cubicBezTo>
                  <a:pt x="3621350" y="2625209"/>
                  <a:pt x="3621755" y="2625614"/>
                  <a:pt x="3622160" y="2626019"/>
                </a:cubicBezTo>
                <a:lnTo>
                  <a:pt x="3627017" y="2634520"/>
                </a:lnTo>
                <a:cubicBezTo>
                  <a:pt x="3627422" y="2634924"/>
                  <a:pt x="3627422" y="2635329"/>
                  <a:pt x="3627017" y="2635734"/>
                </a:cubicBezTo>
                <a:lnTo>
                  <a:pt x="3622160" y="2644235"/>
                </a:lnTo>
                <a:cubicBezTo>
                  <a:pt x="3621755" y="2644640"/>
                  <a:pt x="3621350" y="2644640"/>
                  <a:pt x="3620945" y="2645045"/>
                </a:cubicBezTo>
                <a:lnTo>
                  <a:pt x="3610825" y="2645045"/>
                </a:lnTo>
                <a:cubicBezTo>
                  <a:pt x="3610420" y="2645045"/>
                  <a:pt x="3610015" y="2644640"/>
                  <a:pt x="3609611" y="2644235"/>
                </a:cubicBezTo>
                <a:lnTo>
                  <a:pt x="3604753" y="2635734"/>
                </a:lnTo>
                <a:cubicBezTo>
                  <a:pt x="3604348" y="2635329"/>
                  <a:pt x="3604348" y="2634924"/>
                  <a:pt x="3604753" y="2634520"/>
                </a:cubicBezTo>
                <a:lnTo>
                  <a:pt x="3609611" y="2626019"/>
                </a:lnTo>
                <a:cubicBezTo>
                  <a:pt x="3610015" y="2625614"/>
                  <a:pt x="3610420" y="2625209"/>
                  <a:pt x="3610825" y="2625209"/>
                </a:cubicBezTo>
                <a:close/>
                <a:moveTo>
                  <a:pt x="3529457" y="2625209"/>
                </a:moveTo>
                <a:lnTo>
                  <a:pt x="3539982" y="2625209"/>
                </a:lnTo>
                <a:cubicBezTo>
                  <a:pt x="3540387" y="2625209"/>
                  <a:pt x="3540792" y="2625209"/>
                  <a:pt x="3541197" y="2625614"/>
                </a:cubicBezTo>
                <a:lnTo>
                  <a:pt x="3546459" y="2634520"/>
                </a:lnTo>
                <a:cubicBezTo>
                  <a:pt x="3546865" y="2634924"/>
                  <a:pt x="3546865" y="2635329"/>
                  <a:pt x="3546459" y="2635734"/>
                </a:cubicBezTo>
                <a:lnTo>
                  <a:pt x="3541197" y="2644640"/>
                </a:lnTo>
                <a:cubicBezTo>
                  <a:pt x="3541197" y="2645045"/>
                  <a:pt x="3540792" y="2645045"/>
                  <a:pt x="3539982" y="2645854"/>
                </a:cubicBezTo>
                <a:lnTo>
                  <a:pt x="3529457" y="2645854"/>
                </a:lnTo>
                <a:cubicBezTo>
                  <a:pt x="3529053" y="2645854"/>
                  <a:pt x="3528648" y="2645450"/>
                  <a:pt x="3528243" y="2645045"/>
                </a:cubicBezTo>
                <a:lnTo>
                  <a:pt x="3522981" y="2636139"/>
                </a:lnTo>
                <a:cubicBezTo>
                  <a:pt x="3522576" y="2635734"/>
                  <a:pt x="3522576" y="2635329"/>
                  <a:pt x="3522981" y="2634924"/>
                </a:cubicBezTo>
                <a:lnTo>
                  <a:pt x="3528243" y="2626019"/>
                </a:lnTo>
                <a:cubicBezTo>
                  <a:pt x="3528648" y="2625614"/>
                  <a:pt x="3529053" y="2625209"/>
                  <a:pt x="3529457" y="2625209"/>
                </a:cubicBezTo>
                <a:close/>
                <a:moveTo>
                  <a:pt x="3773155" y="2624804"/>
                </a:moveTo>
                <a:lnTo>
                  <a:pt x="3782870" y="2624804"/>
                </a:lnTo>
                <a:cubicBezTo>
                  <a:pt x="3783275" y="2624804"/>
                  <a:pt x="3783680" y="2625209"/>
                  <a:pt x="3784085" y="2625614"/>
                </a:cubicBezTo>
                <a:lnTo>
                  <a:pt x="3788943" y="2634115"/>
                </a:lnTo>
                <a:cubicBezTo>
                  <a:pt x="3789347" y="2634520"/>
                  <a:pt x="3789347" y="2634924"/>
                  <a:pt x="3788943" y="2635329"/>
                </a:cubicBezTo>
                <a:lnTo>
                  <a:pt x="3784085" y="2643830"/>
                </a:lnTo>
                <a:cubicBezTo>
                  <a:pt x="3783680" y="2644235"/>
                  <a:pt x="3783275" y="2644640"/>
                  <a:pt x="3782870" y="2644640"/>
                </a:cubicBezTo>
                <a:lnTo>
                  <a:pt x="3773155" y="2644640"/>
                </a:lnTo>
                <a:cubicBezTo>
                  <a:pt x="3772750" y="2644640"/>
                  <a:pt x="3772345" y="2644235"/>
                  <a:pt x="3771941" y="2643830"/>
                </a:cubicBezTo>
                <a:lnTo>
                  <a:pt x="3767083" y="2635329"/>
                </a:lnTo>
                <a:cubicBezTo>
                  <a:pt x="3766678" y="2634924"/>
                  <a:pt x="3766678" y="2634520"/>
                  <a:pt x="3767083" y="2634115"/>
                </a:cubicBezTo>
                <a:lnTo>
                  <a:pt x="3771941" y="2625614"/>
                </a:lnTo>
                <a:cubicBezTo>
                  <a:pt x="3772345" y="2625209"/>
                  <a:pt x="3772750" y="2624804"/>
                  <a:pt x="3773155" y="2624804"/>
                </a:cubicBezTo>
                <a:close/>
                <a:moveTo>
                  <a:pt x="3731863" y="2624804"/>
                </a:moveTo>
                <a:lnTo>
                  <a:pt x="3742388" y="2624804"/>
                </a:lnTo>
                <a:cubicBezTo>
                  <a:pt x="3742793" y="2624804"/>
                  <a:pt x="3743198" y="2625209"/>
                  <a:pt x="3743603" y="2625614"/>
                </a:cubicBezTo>
                <a:lnTo>
                  <a:pt x="3748865" y="2634520"/>
                </a:lnTo>
                <a:cubicBezTo>
                  <a:pt x="3749271" y="2634924"/>
                  <a:pt x="3749271" y="2635329"/>
                  <a:pt x="3748865" y="2635734"/>
                </a:cubicBezTo>
                <a:lnTo>
                  <a:pt x="3743603" y="2644640"/>
                </a:lnTo>
                <a:cubicBezTo>
                  <a:pt x="3743603" y="2645045"/>
                  <a:pt x="3743198" y="2645045"/>
                  <a:pt x="3742388" y="2645450"/>
                </a:cubicBezTo>
                <a:lnTo>
                  <a:pt x="3731863" y="2645450"/>
                </a:lnTo>
                <a:cubicBezTo>
                  <a:pt x="3731459" y="2645450"/>
                  <a:pt x="3731054" y="2645045"/>
                  <a:pt x="3730649" y="2644640"/>
                </a:cubicBezTo>
                <a:lnTo>
                  <a:pt x="3725387" y="2635734"/>
                </a:lnTo>
                <a:cubicBezTo>
                  <a:pt x="3724982" y="2635329"/>
                  <a:pt x="3724982" y="2634924"/>
                  <a:pt x="3725387" y="2634520"/>
                </a:cubicBezTo>
                <a:lnTo>
                  <a:pt x="3730649" y="2625614"/>
                </a:lnTo>
                <a:cubicBezTo>
                  <a:pt x="3731054" y="2625209"/>
                  <a:pt x="3731459" y="2624804"/>
                  <a:pt x="3731863" y="2624804"/>
                </a:cubicBezTo>
                <a:close/>
                <a:moveTo>
                  <a:pt x="3569939" y="2623590"/>
                </a:moveTo>
                <a:lnTo>
                  <a:pt x="3580868" y="2623590"/>
                </a:lnTo>
                <a:cubicBezTo>
                  <a:pt x="3581273" y="2623590"/>
                  <a:pt x="3581678" y="2623995"/>
                  <a:pt x="3582083" y="2624400"/>
                </a:cubicBezTo>
                <a:lnTo>
                  <a:pt x="3587750" y="2634115"/>
                </a:lnTo>
                <a:cubicBezTo>
                  <a:pt x="3588155" y="2634520"/>
                  <a:pt x="3588155" y="2634925"/>
                  <a:pt x="3587750" y="2635330"/>
                </a:cubicBezTo>
                <a:lnTo>
                  <a:pt x="3582083" y="2645045"/>
                </a:lnTo>
                <a:cubicBezTo>
                  <a:pt x="3582083" y="2645450"/>
                  <a:pt x="3581678" y="2645855"/>
                  <a:pt x="3580868" y="2645450"/>
                </a:cubicBezTo>
                <a:lnTo>
                  <a:pt x="3569939" y="2645450"/>
                </a:lnTo>
                <a:cubicBezTo>
                  <a:pt x="3569534" y="2645450"/>
                  <a:pt x="3569129" y="2645450"/>
                  <a:pt x="3568724" y="2645045"/>
                </a:cubicBezTo>
                <a:lnTo>
                  <a:pt x="3563057" y="2635330"/>
                </a:lnTo>
                <a:cubicBezTo>
                  <a:pt x="3562652" y="2634925"/>
                  <a:pt x="3562652" y="2634520"/>
                  <a:pt x="3563057" y="2634115"/>
                </a:cubicBezTo>
                <a:lnTo>
                  <a:pt x="3568724" y="2624400"/>
                </a:lnTo>
                <a:cubicBezTo>
                  <a:pt x="3569129" y="2623995"/>
                  <a:pt x="3569534" y="2623590"/>
                  <a:pt x="3569939" y="2623590"/>
                </a:cubicBezTo>
                <a:close/>
                <a:moveTo>
                  <a:pt x="4707462" y="2591610"/>
                </a:moveTo>
                <a:lnTo>
                  <a:pt x="4710701" y="2591610"/>
                </a:lnTo>
                <a:lnTo>
                  <a:pt x="4712320" y="2594443"/>
                </a:lnTo>
                <a:lnTo>
                  <a:pt x="4710701" y="2597277"/>
                </a:lnTo>
                <a:lnTo>
                  <a:pt x="4707462" y="2597277"/>
                </a:lnTo>
                <a:lnTo>
                  <a:pt x="4705843" y="2594443"/>
                </a:lnTo>
                <a:close/>
                <a:moveTo>
                  <a:pt x="4423688" y="2591205"/>
                </a:moveTo>
                <a:lnTo>
                  <a:pt x="4427736" y="2591205"/>
                </a:lnTo>
                <a:lnTo>
                  <a:pt x="4429760" y="2594443"/>
                </a:lnTo>
                <a:lnTo>
                  <a:pt x="4427736" y="2597682"/>
                </a:lnTo>
                <a:lnTo>
                  <a:pt x="4423688" y="2597682"/>
                </a:lnTo>
                <a:lnTo>
                  <a:pt x="4421664" y="2594443"/>
                </a:lnTo>
                <a:close/>
                <a:moveTo>
                  <a:pt x="4302245" y="2591205"/>
                </a:moveTo>
                <a:lnTo>
                  <a:pt x="4306293" y="2591205"/>
                </a:lnTo>
                <a:lnTo>
                  <a:pt x="4308317" y="2594443"/>
                </a:lnTo>
                <a:lnTo>
                  <a:pt x="4306293" y="2597682"/>
                </a:lnTo>
                <a:lnTo>
                  <a:pt x="4302245" y="2597682"/>
                </a:lnTo>
                <a:lnTo>
                  <a:pt x="4300221" y="2594443"/>
                </a:lnTo>
                <a:close/>
                <a:moveTo>
                  <a:pt x="4666171" y="2590800"/>
                </a:moveTo>
                <a:lnTo>
                  <a:pt x="4670624" y="2590800"/>
                </a:lnTo>
                <a:lnTo>
                  <a:pt x="4672648" y="2594443"/>
                </a:lnTo>
                <a:lnTo>
                  <a:pt x="4670624" y="2598087"/>
                </a:lnTo>
                <a:lnTo>
                  <a:pt x="4666171" y="2598087"/>
                </a:lnTo>
                <a:lnTo>
                  <a:pt x="4664147" y="2594443"/>
                </a:lnTo>
                <a:close/>
                <a:moveTo>
                  <a:pt x="4625690" y="2590800"/>
                </a:moveTo>
                <a:lnTo>
                  <a:pt x="4630143" y="2590800"/>
                </a:lnTo>
                <a:lnTo>
                  <a:pt x="4632167" y="2594443"/>
                </a:lnTo>
                <a:lnTo>
                  <a:pt x="4630143" y="2598087"/>
                </a:lnTo>
                <a:lnTo>
                  <a:pt x="4625690" y="2598087"/>
                </a:lnTo>
                <a:lnTo>
                  <a:pt x="4623666" y="2594443"/>
                </a:lnTo>
                <a:close/>
                <a:moveTo>
                  <a:pt x="4544728" y="2590800"/>
                </a:moveTo>
                <a:lnTo>
                  <a:pt x="4549181" y="2590800"/>
                </a:lnTo>
                <a:lnTo>
                  <a:pt x="4551205" y="2594443"/>
                </a:lnTo>
                <a:lnTo>
                  <a:pt x="4549181" y="2598087"/>
                </a:lnTo>
                <a:lnTo>
                  <a:pt x="4544728" y="2598087"/>
                </a:lnTo>
                <a:lnTo>
                  <a:pt x="4542704" y="2594443"/>
                </a:lnTo>
                <a:close/>
                <a:moveTo>
                  <a:pt x="4463765" y="2590800"/>
                </a:moveTo>
                <a:lnTo>
                  <a:pt x="4468218" y="2590800"/>
                </a:lnTo>
                <a:lnTo>
                  <a:pt x="4470242" y="2594443"/>
                </a:lnTo>
                <a:lnTo>
                  <a:pt x="4468218" y="2598087"/>
                </a:lnTo>
                <a:lnTo>
                  <a:pt x="4463765" y="2598087"/>
                </a:lnTo>
                <a:lnTo>
                  <a:pt x="4461741" y="2594443"/>
                </a:lnTo>
                <a:close/>
                <a:moveTo>
                  <a:pt x="4383207" y="2590800"/>
                </a:moveTo>
                <a:lnTo>
                  <a:pt x="4387255" y="2590800"/>
                </a:lnTo>
                <a:lnTo>
                  <a:pt x="4389279" y="2594443"/>
                </a:lnTo>
                <a:lnTo>
                  <a:pt x="4387255" y="2598087"/>
                </a:lnTo>
                <a:lnTo>
                  <a:pt x="4383207" y="2598087"/>
                </a:lnTo>
                <a:lnTo>
                  <a:pt x="4381183" y="2594443"/>
                </a:lnTo>
                <a:close/>
                <a:moveTo>
                  <a:pt x="4342726" y="2590800"/>
                </a:moveTo>
                <a:lnTo>
                  <a:pt x="4346774" y="2590800"/>
                </a:lnTo>
                <a:lnTo>
                  <a:pt x="4348798" y="2594443"/>
                </a:lnTo>
                <a:lnTo>
                  <a:pt x="4346774" y="2598087"/>
                </a:lnTo>
                <a:lnTo>
                  <a:pt x="4342726" y="2598087"/>
                </a:lnTo>
                <a:lnTo>
                  <a:pt x="4340702" y="2594443"/>
                </a:lnTo>
                <a:close/>
                <a:moveTo>
                  <a:pt x="4261764" y="2590800"/>
                </a:moveTo>
                <a:lnTo>
                  <a:pt x="4265407" y="2590800"/>
                </a:lnTo>
                <a:cubicBezTo>
                  <a:pt x="4265812" y="2590800"/>
                  <a:pt x="4266216" y="2590800"/>
                  <a:pt x="4266621" y="2591205"/>
                </a:cubicBezTo>
                <a:lnTo>
                  <a:pt x="4268240" y="2594038"/>
                </a:lnTo>
                <a:cubicBezTo>
                  <a:pt x="4268645" y="2594443"/>
                  <a:pt x="4268645" y="2594848"/>
                  <a:pt x="4268240" y="2595253"/>
                </a:cubicBezTo>
                <a:lnTo>
                  <a:pt x="4266621" y="2598087"/>
                </a:lnTo>
                <a:cubicBezTo>
                  <a:pt x="4266216" y="2598491"/>
                  <a:pt x="4265812" y="2598491"/>
                  <a:pt x="4265407" y="2598896"/>
                </a:cubicBezTo>
                <a:lnTo>
                  <a:pt x="4261764" y="2598896"/>
                </a:lnTo>
                <a:cubicBezTo>
                  <a:pt x="4261359" y="2598896"/>
                  <a:pt x="4260954" y="2598491"/>
                  <a:pt x="4260549" y="2598087"/>
                </a:cubicBezTo>
                <a:lnTo>
                  <a:pt x="4258930" y="2595253"/>
                </a:lnTo>
                <a:cubicBezTo>
                  <a:pt x="4258525" y="2594848"/>
                  <a:pt x="4258525" y="2594443"/>
                  <a:pt x="4258930" y="2594038"/>
                </a:cubicBezTo>
                <a:lnTo>
                  <a:pt x="4260549" y="2591205"/>
                </a:lnTo>
                <a:cubicBezTo>
                  <a:pt x="4260954" y="2591205"/>
                  <a:pt x="4261359" y="2590800"/>
                  <a:pt x="4261764" y="2590800"/>
                </a:cubicBezTo>
                <a:close/>
                <a:moveTo>
                  <a:pt x="4221282" y="2590800"/>
                </a:moveTo>
                <a:lnTo>
                  <a:pt x="4225330" y="2590800"/>
                </a:lnTo>
                <a:lnTo>
                  <a:pt x="4227354" y="2594443"/>
                </a:lnTo>
                <a:lnTo>
                  <a:pt x="4225330" y="2598087"/>
                </a:lnTo>
                <a:lnTo>
                  <a:pt x="4221282" y="2598087"/>
                </a:lnTo>
                <a:lnTo>
                  <a:pt x="4219258" y="2594443"/>
                </a:lnTo>
                <a:close/>
                <a:moveTo>
                  <a:pt x="4181205" y="2590800"/>
                </a:moveTo>
                <a:lnTo>
                  <a:pt x="4184444" y="2590800"/>
                </a:lnTo>
                <a:cubicBezTo>
                  <a:pt x="4184849" y="2590800"/>
                  <a:pt x="4185254" y="2590800"/>
                  <a:pt x="4185658" y="2591205"/>
                </a:cubicBezTo>
                <a:lnTo>
                  <a:pt x="4187278" y="2594038"/>
                </a:lnTo>
                <a:cubicBezTo>
                  <a:pt x="4187682" y="2594443"/>
                  <a:pt x="4187682" y="2594848"/>
                  <a:pt x="4187278" y="2595253"/>
                </a:cubicBezTo>
                <a:lnTo>
                  <a:pt x="4185658" y="2598087"/>
                </a:lnTo>
                <a:cubicBezTo>
                  <a:pt x="4185254" y="2598491"/>
                  <a:pt x="4184849" y="2598491"/>
                  <a:pt x="4184444" y="2598896"/>
                </a:cubicBezTo>
                <a:lnTo>
                  <a:pt x="4181205" y="2598896"/>
                </a:lnTo>
                <a:cubicBezTo>
                  <a:pt x="4180801" y="2598896"/>
                  <a:pt x="4180396" y="2598491"/>
                  <a:pt x="4179991" y="2598087"/>
                </a:cubicBezTo>
                <a:lnTo>
                  <a:pt x="4178372" y="2595253"/>
                </a:lnTo>
                <a:cubicBezTo>
                  <a:pt x="4177967" y="2594848"/>
                  <a:pt x="4177967" y="2594443"/>
                  <a:pt x="4178372" y="2594038"/>
                </a:cubicBezTo>
                <a:lnTo>
                  <a:pt x="4179991" y="2591205"/>
                </a:lnTo>
                <a:cubicBezTo>
                  <a:pt x="4180396" y="2591205"/>
                  <a:pt x="4180801" y="2590800"/>
                  <a:pt x="4181205" y="2590800"/>
                </a:cubicBezTo>
                <a:close/>
                <a:moveTo>
                  <a:pt x="4586018" y="2590395"/>
                </a:moveTo>
                <a:lnTo>
                  <a:pt x="4589257" y="2590395"/>
                </a:lnTo>
                <a:cubicBezTo>
                  <a:pt x="4589662" y="2590395"/>
                  <a:pt x="4590067" y="2590800"/>
                  <a:pt x="4590471" y="2591205"/>
                </a:cubicBezTo>
                <a:lnTo>
                  <a:pt x="4592091" y="2594038"/>
                </a:lnTo>
                <a:cubicBezTo>
                  <a:pt x="4592495" y="2594443"/>
                  <a:pt x="4592495" y="2594848"/>
                  <a:pt x="4592091" y="2595253"/>
                </a:cubicBezTo>
                <a:lnTo>
                  <a:pt x="4590471" y="2598087"/>
                </a:lnTo>
                <a:cubicBezTo>
                  <a:pt x="4590067" y="2598087"/>
                  <a:pt x="4589662" y="2598491"/>
                  <a:pt x="4589257" y="2598896"/>
                </a:cubicBezTo>
                <a:lnTo>
                  <a:pt x="4586018" y="2598896"/>
                </a:lnTo>
                <a:cubicBezTo>
                  <a:pt x="4585614" y="2598896"/>
                  <a:pt x="4585209" y="2598491"/>
                  <a:pt x="4584804" y="2598087"/>
                </a:cubicBezTo>
                <a:lnTo>
                  <a:pt x="4583185" y="2595253"/>
                </a:lnTo>
                <a:cubicBezTo>
                  <a:pt x="4582780" y="2594848"/>
                  <a:pt x="4582780" y="2594443"/>
                  <a:pt x="4583185" y="2594038"/>
                </a:cubicBezTo>
                <a:lnTo>
                  <a:pt x="4584804" y="2591205"/>
                </a:lnTo>
                <a:cubicBezTo>
                  <a:pt x="4585209" y="2590800"/>
                  <a:pt x="4585614" y="2590395"/>
                  <a:pt x="4586018" y="2590395"/>
                </a:cubicBezTo>
                <a:close/>
                <a:moveTo>
                  <a:pt x="4505055" y="2590395"/>
                </a:moveTo>
                <a:lnTo>
                  <a:pt x="4508294" y="2590395"/>
                </a:lnTo>
                <a:cubicBezTo>
                  <a:pt x="4508699" y="2590395"/>
                  <a:pt x="4509104" y="2590800"/>
                  <a:pt x="4509508" y="2591205"/>
                </a:cubicBezTo>
                <a:lnTo>
                  <a:pt x="4511128" y="2594038"/>
                </a:lnTo>
                <a:cubicBezTo>
                  <a:pt x="4511532" y="2594443"/>
                  <a:pt x="4511532" y="2594848"/>
                  <a:pt x="4511128" y="2595253"/>
                </a:cubicBezTo>
                <a:lnTo>
                  <a:pt x="4509508" y="2598087"/>
                </a:lnTo>
                <a:cubicBezTo>
                  <a:pt x="4509104" y="2598491"/>
                  <a:pt x="4508699" y="2598491"/>
                  <a:pt x="4508294" y="2598491"/>
                </a:cubicBezTo>
                <a:lnTo>
                  <a:pt x="4505055" y="2598491"/>
                </a:lnTo>
                <a:cubicBezTo>
                  <a:pt x="4504651" y="2598491"/>
                  <a:pt x="4504246" y="2598491"/>
                  <a:pt x="4503841" y="2598087"/>
                </a:cubicBezTo>
                <a:lnTo>
                  <a:pt x="4502222" y="2595253"/>
                </a:lnTo>
                <a:cubicBezTo>
                  <a:pt x="4501817" y="2594848"/>
                  <a:pt x="4501817" y="2594443"/>
                  <a:pt x="4502222" y="2594038"/>
                </a:cubicBezTo>
                <a:lnTo>
                  <a:pt x="4503841" y="2591205"/>
                </a:lnTo>
                <a:cubicBezTo>
                  <a:pt x="4504246" y="2590800"/>
                  <a:pt x="4504651" y="2590395"/>
                  <a:pt x="4505055" y="2590395"/>
                </a:cubicBezTo>
                <a:close/>
                <a:moveTo>
                  <a:pt x="4139915" y="2589990"/>
                </a:moveTo>
                <a:lnTo>
                  <a:pt x="4144368" y="2589990"/>
                </a:lnTo>
                <a:cubicBezTo>
                  <a:pt x="4144773" y="2589990"/>
                  <a:pt x="4145177" y="2589990"/>
                  <a:pt x="4145582" y="2590395"/>
                </a:cubicBezTo>
                <a:lnTo>
                  <a:pt x="4147606" y="2594038"/>
                </a:lnTo>
                <a:cubicBezTo>
                  <a:pt x="4148011" y="2594443"/>
                  <a:pt x="4148011" y="2594848"/>
                  <a:pt x="4147606" y="2595253"/>
                </a:cubicBezTo>
                <a:lnTo>
                  <a:pt x="4145582" y="2598896"/>
                </a:lnTo>
                <a:cubicBezTo>
                  <a:pt x="4145177" y="2599301"/>
                  <a:pt x="4144773" y="2599301"/>
                  <a:pt x="4144368" y="2599301"/>
                </a:cubicBezTo>
                <a:lnTo>
                  <a:pt x="4139915" y="2599301"/>
                </a:lnTo>
                <a:cubicBezTo>
                  <a:pt x="4139510" y="2599301"/>
                  <a:pt x="4139105" y="2599301"/>
                  <a:pt x="4138701" y="2598896"/>
                </a:cubicBezTo>
                <a:lnTo>
                  <a:pt x="4136677" y="2595253"/>
                </a:lnTo>
                <a:cubicBezTo>
                  <a:pt x="4136272" y="2594848"/>
                  <a:pt x="4136272" y="2594443"/>
                  <a:pt x="4136677" y="2594038"/>
                </a:cubicBezTo>
                <a:lnTo>
                  <a:pt x="4138701" y="2590395"/>
                </a:lnTo>
                <a:cubicBezTo>
                  <a:pt x="4139105" y="2590395"/>
                  <a:pt x="4139510" y="2589990"/>
                  <a:pt x="4139915" y="2589990"/>
                </a:cubicBezTo>
                <a:close/>
                <a:moveTo>
                  <a:pt x="3977990" y="2589181"/>
                </a:moveTo>
                <a:lnTo>
                  <a:pt x="3982443" y="2589181"/>
                </a:lnTo>
                <a:cubicBezTo>
                  <a:pt x="3982847" y="2589181"/>
                  <a:pt x="3983252" y="2589181"/>
                  <a:pt x="3983657" y="2589586"/>
                </a:cubicBezTo>
                <a:lnTo>
                  <a:pt x="3986086" y="2593634"/>
                </a:lnTo>
                <a:cubicBezTo>
                  <a:pt x="3986491" y="2594039"/>
                  <a:pt x="3986491" y="2594444"/>
                  <a:pt x="3986086" y="2594848"/>
                </a:cubicBezTo>
                <a:lnTo>
                  <a:pt x="3983657" y="2598897"/>
                </a:lnTo>
                <a:cubicBezTo>
                  <a:pt x="3983657" y="2599301"/>
                  <a:pt x="3983252" y="2599706"/>
                  <a:pt x="3982443" y="2599706"/>
                </a:cubicBezTo>
                <a:lnTo>
                  <a:pt x="3977990" y="2599706"/>
                </a:lnTo>
                <a:cubicBezTo>
                  <a:pt x="3977585" y="2599706"/>
                  <a:pt x="3977180" y="2599301"/>
                  <a:pt x="3976775" y="2598897"/>
                </a:cubicBezTo>
                <a:lnTo>
                  <a:pt x="3974347" y="2594848"/>
                </a:lnTo>
                <a:cubicBezTo>
                  <a:pt x="3973942" y="2594444"/>
                  <a:pt x="3973942" y="2594039"/>
                  <a:pt x="3974347" y="2593634"/>
                </a:cubicBezTo>
                <a:lnTo>
                  <a:pt x="3976775" y="2589586"/>
                </a:lnTo>
                <a:cubicBezTo>
                  <a:pt x="3977180" y="2589586"/>
                  <a:pt x="3977585" y="2589181"/>
                  <a:pt x="3977990" y="2589181"/>
                </a:cubicBezTo>
                <a:close/>
                <a:moveTo>
                  <a:pt x="4099029" y="2588371"/>
                </a:moveTo>
                <a:lnTo>
                  <a:pt x="4104292" y="2588371"/>
                </a:lnTo>
                <a:cubicBezTo>
                  <a:pt x="4104696" y="2588371"/>
                  <a:pt x="4105101" y="2588776"/>
                  <a:pt x="4105506" y="2589181"/>
                </a:cubicBezTo>
                <a:lnTo>
                  <a:pt x="4107935" y="2593634"/>
                </a:lnTo>
                <a:cubicBezTo>
                  <a:pt x="4108340" y="2594038"/>
                  <a:pt x="4108340" y="2594443"/>
                  <a:pt x="4107935" y="2594848"/>
                </a:cubicBezTo>
                <a:lnTo>
                  <a:pt x="4105506" y="2599301"/>
                </a:lnTo>
                <a:cubicBezTo>
                  <a:pt x="4105101" y="2599706"/>
                  <a:pt x="4104696" y="2600111"/>
                  <a:pt x="4104292" y="2599706"/>
                </a:cubicBezTo>
                <a:lnTo>
                  <a:pt x="4099029" y="2599706"/>
                </a:lnTo>
                <a:cubicBezTo>
                  <a:pt x="4098624" y="2599706"/>
                  <a:pt x="4098219" y="2599706"/>
                  <a:pt x="4097815" y="2599301"/>
                </a:cubicBezTo>
                <a:lnTo>
                  <a:pt x="4095386" y="2594848"/>
                </a:lnTo>
                <a:cubicBezTo>
                  <a:pt x="4094981" y="2594443"/>
                  <a:pt x="4094981" y="2594038"/>
                  <a:pt x="4095386" y="2593634"/>
                </a:cubicBezTo>
                <a:lnTo>
                  <a:pt x="4097815" y="2589181"/>
                </a:lnTo>
                <a:cubicBezTo>
                  <a:pt x="4098219" y="2588776"/>
                  <a:pt x="4098624" y="2588371"/>
                  <a:pt x="4099029" y="2588371"/>
                </a:cubicBezTo>
                <a:close/>
                <a:moveTo>
                  <a:pt x="4058548" y="2588371"/>
                </a:moveTo>
                <a:lnTo>
                  <a:pt x="4064215" y="2588371"/>
                </a:lnTo>
                <a:cubicBezTo>
                  <a:pt x="4064620" y="2588371"/>
                  <a:pt x="4065025" y="2588776"/>
                  <a:pt x="4065430" y="2589181"/>
                </a:cubicBezTo>
                <a:lnTo>
                  <a:pt x="4068263" y="2594038"/>
                </a:lnTo>
                <a:cubicBezTo>
                  <a:pt x="4068668" y="2594443"/>
                  <a:pt x="4068668" y="2594848"/>
                  <a:pt x="4068263" y="2595253"/>
                </a:cubicBezTo>
                <a:lnTo>
                  <a:pt x="4065430" y="2600111"/>
                </a:lnTo>
                <a:cubicBezTo>
                  <a:pt x="4065025" y="2600515"/>
                  <a:pt x="4064620" y="2600515"/>
                  <a:pt x="4064215" y="2600920"/>
                </a:cubicBezTo>
                <a:lnTo>
                  <a:pt x="4058548" y="2600920"/>
                </a:lnTo>
                <a:cubicBezTo>
                  <a:pt x="4058143" y="2600920"/>
                  <a:pt x="4057738" y="2600515"/>
                  <a:pt x="4057334" y="2600111"/>
                </a:cubicBezTo>
                <a:lnTo>
                  <a:pt x="4054500" y="2595253"/>
                </a:lnTo>
                <a:cubicBezTo>
                  <a:pt x="4054095" y="2594848"/>
                  <a:pt x="4054095" y="2594443"/>
                  <a:pt x="4054500" y="2594038"/>
                </a:cubicBezTo>
                <a:lnTo>
                  <a:pt x="4057334" y="2589181"/>
                </a:lnTo>
                <a:cubicBezTo>
                  <a:pt x="4057738" y="2588776"/>
                  <a:pt x="4058143" y="2588371"/>
                  <a:pt x="4058548" y="2588371"/>
                </a:cubicBezTo>
                <a:close/>
                <a:moveTo>
                  <a:pt x="4018066" y="2588371"/>
                </a:moveTo>
                <a:lnTo>
                  <a:pt x="4023329" y="2588371"/>
                </a:lnTo>
                <a:cubicBezTo>
                  <a:pt x="4023733" y="2588371"/>
                  <a:pt x="4024138" y="2588776"/>
                  <a:pt x="4024543" y="2589181"/>
                </a:cubicBezTo>
                <a:lnTo>
                  <a:pt x="4026972" y="2593634"/>
                </a:lnTo>
                <a:cubicBezTo>
                  <a:pt x="4027377" y="2594038"/>
                  <a:pt x="4027377" y="2594443"/>
                  <a:pt x="4026972" y="2594848"/>
                </a:cubicBezTo>
                <a:lnTo>
                  <a:pt x="4024543" y="2599301"/>
                </a:lnTo>
                <a:cubicBezTo>
                  <a:pt x="4024138" y="2599706"/>
                  <a:pt x="4023733" y="2600111"/>
                  <a:pt x="4023329" y="2599706"/>
                </a:cubicBezTo>
                <a:lnTo>
                  <a:pt x="4018066" y="2599706"/>
                </a:lnTo>
                <a:cubicBezTo>
                  <a:pt x="4017661" y="2599706"/>
                  <a:pt x="4017256" y="2599706"/>
                  <a:pt x="4016852" y="2599301"/>
                </a:cubicBezTo>
                <a:lnTo>
                  <a:pt x="4014423" y="2594848"/>
                </a:lnTo>
                <a:cubicBezTo>
                  <a:pt x="4014018" y="2594443"/>
                  <a:pt x="4014018" y="2594038"/>
                  <a:pt x="4014423" y="2593634"/>
                </a:cubicBezTo>
                <a:lnTo>
                  <a:pt x="4016852" y="2589181"/>
                </a:lnTo>
                <a:cubicBezTo>
                  <a:pt x="4017256" y="2588776"/>
                  <a:pt x="4017661" y="2588371"/>
                  <a:pt x="4018066" y="2588371"/>
                </a:cubicBezTo>
                <a:close/>
                <a:moveTo>
                  <a:pt x="3937104" y="2588371"/>
                </a:moveTo>
                <a:lnTo>
                  <a:pt x="3942771" y="2588371"/>
                </a:lnTo>
                <a:cubicBezTo>
                  <a:pt x="3943176" y="2588371"/>
                  <a:pt x="3943581" y="2588776"/>
                  <a:pt x="3943986" y="2589181"/>
                </a:cubicBezTo>
                <a:lnTo>
                  <a:pt x="3946819" y="2594038"/>
                </a:lnTo>
                <a:cubicBezTo>
                  <a:pt x="3947224" y="2594443"/>
                  <a:pt x="3947224" y="2594848"/>
                  <a:pt x="3946819" y="2595253"/>
                </a:cubicBezTo>
                <a:lnTo>
                  <a:pt x="3943986" y="2600111"/>
                </a:lnTo>
                <a:cubicBezTo>
                  <a:pt x="3943581" y="2600515"/>
                  <a:pt x="3943176" y="2600515"/>
                  <a:pt x="3942771" y="2600515"/>
                </a:cubicBezTo>
                <a:lnTo>
                  <a:pt x="3937104" y="2600515"/>
                </a:lnTo>
                <a:cubicBezTo>
                  <a:pt x="3936699" y="2600515"/>
                  <a:pt x="3936294" y="2600515"/>
                  <a:pt x="3935890" y="2600111"/>
                </a:cubicBezTo>
                <a:lnTo>
                  <a:pt x="3933056" y="2595253"/>
                </a:lnTo>
                <a:cubicBezTo>
                  <a:pt x="3932651" y="2594848"/>
                  <a:pt x="3932651" y="2594443"/>
                  <a:pt x="3933056" y="2594038"/>
                </a:cubicBezTo>
                <a:lnTo>
                  <a:pt x="3935890" y="2589181"/>
                </a:lnTo>
                <a:cubicBezTo>
                  <a:pt x="3936294" y="2588776"/>
                  <a:pt x="3936699" y="2588371"/>
                  <a:pt x="3937104" y="2588371"/>
                </a:cubicBezTo>
                <a:close/>
                <a:moveTo>
                  <a:pt x="3895813" y="2587562"/>
                </a:moveTo>
                <a:lnTo>
                  <a:pt x="3902290" y="2587562"/>
                </a:lnTo>
                <a:cubicBezTo>
                  <a:pt x="3902695" y="2587562"/>
                  <a:pt x="3903100" y="2587562"/>
                  <a:pt x="3903505" y="2587967"/>
                </a:cubicBezTo>
                <a:lnTo>
                  <a:pt x="3906743" y="2593634"/>
                </a:lnTo>
                <a:cubicBezTo>
                  <a:pt x="3907148" y="2594039"/>
                  <a:pt x="3907148" y="2594444"/>
                  <a:pt x="3906743" y="2594849"/>
                </a:cubicBezTo>
                <a:lnTo>
                  <a:pt x="3903505" y="2600516"/>
                </a:lnTo>
                <a:cubicBezTo>
                  <a:pt x="3903505" y="2600921"/>
                  <a:pt x="3903100" y="2601325"/>
                  <a:pt x="3902290" y="2601325"/>
                </a:cubicBezTo>
                <a:lnTo>
                  <a:pt x="3895813" y="2601325"/>
                </a:lnTo>
                <a:cubicBezTo>
                  <a:pt x="3895409" y="2601325"/>
                  <a:pt x="3895004" y="2600921"/>
                  <a:pt x="3894599" y="2600516"/>
                </a:cubicBezTo>
                <a:lnTo>
                  <a:pt x="3891361" y="2594849"/>
                </a:lnTo>
                <a:cubicBezTo>
                  <a:pt x="3890956" y="2594444"/>
                  <a:pt x="3890956" y="2594039"/>
                  <a:pt x="3891361" y="2593634"/>
                </a:cubicBezTo>
                <a:lnTo>
                  <a:pt x="3894599" y="2587967"/>
                </a:lnTo>
                <a:cubicBezTo>
                  <a:pt x="3895004" y="2587967"/>
                  <a:pt x="3895409" y="2587562"/>
                  <a:pt x="3895813" y="2587562"/>
                </a:cubicBezTo>
                <a:close/>
                <a:moveTo>
                  <a:pt x="3854927" y="2586752"/>
                </a:moveTo>
                <a:lnTo>
                  <a:pt x="3862619" y="2586752"/>
                </a:lnTo>
                <a:cubicBezTo>
                  <a:pt x="3863024" y="2586752"/>
                  <a:pt x="3863428" y="2587157"/>
                  <a:pt x="3863833" y="2587562"/>
                </a:cubicBezTo>
                <a:lnTo>
                  <a:pt x="3867881" y="2594039"/>
                </a:lnTo>
                <a:cubicBezTo>
                  <a:pt x="3868286" y="2594443"/>
                  <a:pt x="3868286" y="2594848"/>
                  <a:pt x="3867881" y="2595253"/>
                </a:cubicBezTo>
                <a:lnTo>
                  <a:pt x="3863833" y="2601730"/>
                </a:lnTo>
                <a:cubicBezTo>
                  <a:pt x="3863833" y="2602135"/>
                  <a:pt x="3863428" y="2602135"/>
                  <a:pt x="3862619" y="2602540"/>
                </a:cubicBezTo>
                <a:lnTo>
                  <a:pt x="3854927" y="2602540"/>
                </a:lnTo>
                <a:cubicBezTo>
                  <a:pt x="3854523" y="2602540"/>
                  <a:pt x="3854117" y="2602135"/>
                  <a:pt x="3853713" y="2601730"/>
                </a:cubicBezTo>
                <a:lnTo>
                  <a:pt x="3849665" y="2595253"/>
                </a:lnTo>
                <a:cubicBezTo>
                  <a:pt x="3849260" y="2594848"/>
                  <a:pt x="3849260" y="2594443"/>
                  <a:pt x="3849665" y="2594039"/>
                </a:cubicBezTo>
                <a:lnTo>
                  <a:pt x="3853713" y="2587562"/>
                </a:lnTo>
                <a:cubicBezTo>
                  <a:pt x="3854117" y="2587157"/>
                  <a:pt x="3854523" y="2586752"/>
                  <a:pt x="3854927" y="2586752"/>
                </a:cubicBezTo>
                <a:close/>
                <a:moveTo>
                  <a:pt x="3530672" y="2585538"/>
                </a:moveTo>
                <a:lnTo>
                  <a:pt x="3539578" y="2585538"/>
                </a:lnTo>
                <a:cubicBezTo>
                  <a:pt x="3539982" y="2585538"/>
                  <a:pt x="3540387" y="2585943"/>
                  <a:pt x="3540792" y="2586347"/>
                </a:cubicBezTo>
                <a:lnTo>
                  <a:pt x="3545245" y="2594039"/>
                </a:lnTo>
                <a:cubicBezTo>
                  <a:pt x="3545650" y="2594444"/>
                  <a:pt x="3545650" y="2594849"/>
                  <a:pt x="3545245" y="2595253"/>
                </a:cubicBezTo>
                <a:lnTo>
                  <a:pt x="3540792" y="2602945"/>
                </a:lnTo>
                <a:cubicBezTo>
                  <a:pt x="3540387" y="2603350"/>
                  <a:pt x="3539982" y="2603350"/>
                  <a:pt x="3539578" y="2603755"/>
                </a:cubicBezTo>
                <a:lnTo>
                  <a:pt x="3530672" y="2603755"/>
                </a:lnTo>
                <a:cubicBezTo>
                  <a:pt x="3530267" y="2603755"/>
                  <a:pt x="3529862" y="2603350"/>
                  <a:pt x="3529457" y="2602945"/>
                </a:cubicBezTo>
                <a:lnTo>
                  <a:pt x="3525005" y="2595253"/>
                </a:lnTo>
                <a:cubicBezTo>
                  <a:pt x="3524600" y="2594849"/>
                  <a:pt x="3524600" y="2594444"/>
                  <a:pt x="3525005" y="2594039"/>
                </a:cubicBezTo>
                <a:lnTo>
                  <a:pt x="3529457" y="2586347"/>
                </a:lnTo>
                <a:cubicBezTo>
                  <a:pt x="3529862" y="2585943"/>
                  <a:pt x="3530267" y="2585538"/>
                  <a:pt x="3530672" y="2585538"/>
                </a:cubicBezTo>
                <a:close/>
                <a:moveTo>
                  <a:pt x="3813636" y="2585133"/>
                </a:moveTo>
                <a:lnTo>
                  <a:pt x="3822542" y="2585133"/>
                </a:lnTo>
                <a:cubicBezTo>
                  <a:pt x="3822947" y="2585133"/>
                  <a:pt x="3823351" y="2585538"/>
                  <a:pt x="3823756" y="2585943"/>
                </a:cubicBezTo>
                <a:lnTo>
                  <a:pt x="3828210" y="2593634"/>
                </a:lnTo>
                <a:cubicBezTo>
                  <a:pt x="3828614" y="2594039"/>
                  <a:pt x="3828614" y="2594444"/>
                  <a:pt x="3828210" y="2594849"/>
                </a:cubicBezTo>
                <a:lnTo>
                  <a:pt x="3823756" y="2602540"/>
                </a:lnTo>
                <a:cubicBezTo>
                  <a:pt x="3823756" y="2602945"/>
                  <a:pt x="3823351" y="2603350"/>
                  <a:pt x="3822542" y="2603350"/>
                </a:cubicBezTo>
                <a:lnTo>
                  <a:pt x="3813636" y="2603350"/>
                </a:lnTo>
                <a:cubicBezTo>
                  <a:pt x="3813231" y="2603350"/>
                  <a:pt x="3812826" y="2602945"/>
                  <a:pt x="3812422" y="2602540"/>
                </a:cubicBezTo>
                <a:lnTo>
                  <a:pt x="3807969" y="2594849"/>
                </a:lnTo>
                <a:cubicBezTo>
                  <a:pt x="3807564" y="2594444"/>
                  <a:pt x="3807564" y="2594039"/>
                  <a:pt x="3807969" y="2593634"/>
                </a:cubicBezTo>
                <a:lnTo>
                  <a:pt x="3812422" y="2585943"/>
                </a:lnTo>
                <a:cubicBezTo>
                  <a:pt x="3812826" y="2585538"/>
                  <a:pt x="3813231" y="2585133"/>
                  <a:pt x="3813636" y="2585133"/>
                </a:cubicBezTo>
                <a:close/>
                <a:moveTo>
                  <a:pt x="3773155" y="2585133"/>
                </a:moveTo>
                <a:lnTo>
                  <a:pt x="3782466" y="2585133"/>
                </a:lnTo>
                <a:cubicBezTo>
                  <a:pt x="3782870" y="2585133"/>
                  <a:pt x="3783275" y="2585538"/>
                  <a:pt x="3783680" y="2585943"/>
                </a:cubicBezTo>
                <a:lnTo>
                  <a:pt x="3788538" y="2594039"/>
                </a:lnTo>
                <a:cubicBezTo>
                  <a:pt x="3788943" y="2594444"/>
                  <a:pt x="3788943" y="2594849"/>
                  <a:pt x="3788538" y="2595253"/>
                </a:cubicBezTo>
                <a:lnTo>
                  <a:pt x="3783680" y="2603350"/>
                </a:lnTo>
                <a:cubicBezTo>
                  <a:pt x="3783680" y="2603755"/>
                  <a:pt x="3783275" y="2603755"/>
                  <a:pt x="3782466" y="2604159"/>
                </a:cubicBezTo>
                <a:lnTo>
                  <a:pt x="3773155" y="2604159"/>
                </a:lnTo>
                <a:cubicBezTo>
                  <a:pt x="3772750" y="2604159"/>
                  <a:pt x="3772345" y="2603755"/>
                  <a:pt x="3771941" y="2603350"/>
                </a:cubicBezTo>
                <a:lnTo>
                  <a:pt x="3767083" y="2595253"/>
                </a:lnTo>
                <a:cubicBezTo>
                  <a:pt x="3766678" y="2594849"/>
                  <a:pt x="3766678" y="2594444"/>
                  <a:pt x="3767083" y="2594039"/>
                </a:cubicBezTo>
                <a:lnTo>
                  <a:pt x="3771941" y="2585943"/>
                </a:lnTo>
                <a:cubicBezTo>
                  <a:pt x="3772345" y="2585538"/>
                  <a:pt x="3772750" y="2585133"/>
                  <a:pt x="3773155" y="2585133"/>
                </a:cubicBezTo>
                <a:close/>
                <a:moveTo>
                  <a:pt x="3489786" y="2585133"/>
                </a:moveTo>
                <a:lnTo>
                  <a:pt x="3499097" y="2585133"/>
                </a:lnTo>
                <a:cubicBezTo>
                  <a:pt x="3499501" y="2585133"/>
                  <a:pt x="3499906" y="2585538"/>
                  <a:pt x="3500311" y="2585943"/>
                </a:cubicBezTo>
                <a:lnTo>
                  <a:pt x="3505169" y="2594039"/>
                </a:lnTo>
                <a:cubicBezTo>
                  <a:pt x="3505574" y="2594444"/>
                  <a:pt x="3505574" y="2594849"/>
                  <a:pt x="3505169" y="2595253"/>
                </a:cubicBezTo>
                <a:lnTo>
                  <a:pt x="3500311" y="2603350"/>
                </a:lnTo>
                <a:cubicBezTo>
                  <a:pt x="3500311" y="2603350"/>
                  <a:pt x="3499906" y="2603755"/>
                  <a:pt x="3499097" y="2603755"/>
                </a:cubicBezTo>
                <a:lnTo>
                  <a:pt x="3489786" y="2603755"/>
                </a:lnTo>
                <a:cubicBezTo>
                  <a:pt x="3489381" y="2603755"/>
                  <a:pt x="3488976" y="2603755"/>
                  <a:pt x="3488572" y="2603350"/>
                </a:cubicBezTo>
                <a:lnTo>
                  <a:pt x="3483714" y="2595253"/>
                </a:lnTo>
                <a:cubicBezTo>
                  <a:pt x="3483309" y="2594849"/>
                  <a:pt x="3483309" y="2594444"/>
                  <a:pt x="3483714" y="2594039"/>
                </a:cubicBezTo>
                <a:lnTo>
                  <a:pt x="3488572" y="2585943"/>
                </a:lnTo>
                <a:cubicBezTo>
                  <a:pt x="3488976" y="2585538"/>
                  <a:pt x="3489381" y="2585133"/>
                  <a:pt x="3489786" y="2585133"/>
                </a:cubicBezTo>
                <a:close/>
                <a:moveTo>
                  <a:pt x="3732674" y="2584728"/>
                </a:moveTo>
                <a:lnTo>
                  <a:pt x="3742389" y="2584728"/>
                </a:lnTo>
                <a:cubicBezTo>
                  <a:pt x="3742794" y="2584728"/>
                  <a:pt x="3743199" y="2585133"/>
                  <a:pt x="3743604" y="2585538"/>
                </a:cubicBezTo>
                <a:lnTo>
                  <a:pt x="3748462" y="2594039"/>
                </a:lnTo>
                <a:cubicBezTo>
                  <a:pt x="3748866" y="2594443"/>
                  <a:pt x="3748866" y="2594848"/>
                  <a:pt x="3748462" y="2595253"/>
                </a:cubicBezTo>
                <a:lnTo>
                  <a:pt x="3743604" y="2603754"/>
                </a:lnTo>
                <a:cubicBezTo>
                  <a:pt x="3743199" y="2603754"/>
                  <a:pt x="3742794" y="2604159"/>
                  <a:pt x="3742389" y="2604159"/>
                </a:cubicBezTo>
                <a:lnTo>
                  <a:pt x="3732674" y="2604159"/>
                </a:lnTo>
                <a:cubicBezTo>
                  <a:pt x="3732269" y="2604159"/>
                  <a:pt x="3731864" y="2604159"/>
                  <a:pt x="3731460" y="2603754"/>
                </a:cubicBezTo>
                <a:lnTo>
                  <a:pt x="3726602" y="2595253"/>
                </a:lnTo>
                <a:cubicBezTo>
                  <a:pt x="3726197" y="2594848"/>
                  <a:pt x="3726197" y="2594443"/>
                  <a:pt x="3726602" y="2594039"/>
                </a:cubicBezTo>
                <a:lnTo>
                  <a:pt x="3731460" y="2585538"/>
                </a:lnTo>
                <a:cubicBezTo>
                  <a:pt x="3731864" y="2585133"/>
                  <a:pt x="3732269" y="2584728"/>
                  <a:pt x="3732674" y="2584728"/>
                </a:cubicBezTo>
                <a:close/>
                <a:moveTo>
                  <a:pt x="3691787" y="2583918"/>
                </a:moveTo>
                <a:lnTo>
                  <a:pt x="3702312" y="2583918"/>
                </a:lnTo>
                <a:cubicBezTo>
                  <a:pt x="3702718" y="2583918"/>
                  <a:pt x="3703122" y="2583918"/>
                  <a:pt x="3703527" y="2584323"/>
                </a:cubicBezTo>
                <a:lnTo>
                  <a:pt x="3708790" y="2593634"/>
                </a:lnTo>
                <a:cubicBezTo>
                  <a:pt x="3709195" y="2594038"/>
                  <a:pt x="3709195" y="2594443"/>
                  <a:pt x="3708790" y="2594848"/>
                </a:cubicBezTo>
                <a:lnTo>
                  <a:pt x="3703527" y="2604159"/>
                </a:lnTo>
                <a:cubicBezTo>
                  <a:pt x="3703122" y="2604563"/>
                  <a:pt x="3702718" y="2604968"/>
                  <a:pt x="3702312" y="2604563"/>
                </a:cubicBezTo>
                <a:lnTo>
                  <a:pt x="3691787" y="2604563"/>
                </a:lnTo>
                <a:cubicBezTo>
                  <a:pt x="3691383" y="2604563"/>
                  <a:pt x="3690978" y="2604563"/>
                  <a:pt x="3690573" y="2604159"/>
                </a:cubicBezTo>
                <a:lnTo>
                  <a:pt x="3685311" y="2594848"/>
                </a:lnTo>
                <a:cubicBezTo>
                  <a:pt x="3684906" y="2594443"/>
                  <a:pt x="3684906" y="2594038"/>
                  <a:pt x="3685311" y="2593634"/>
                </a:cubicBezTo>
                <a:lnTo>
                  <a:pt x="3690573" y="2584323"/>
                </a:lnTo>
                <a:cubicBezTo>
                  <a:pt x="3690978" y="2584323"/>
                  <a:pt x="3691383" y="2583918"/>
                  <a:pt x="3691787" y="2583918"/>
                </a:cubicBezTo>
                <a:close/>
                <a:moveTo>
                  <a:pt x="3569939" y="2583514"/>
                </a:moveTo>
                <a:lnTo>
                  <a:pt x="3581273" y="2583514"/>
                </a:lnTo>
                <a:cubicBezTo>
                  <a:pt x="3581678" y="2583514"/>
                  <a:pt x="3582083" y="2583919"/>
                  <a:pt x="3582488" y="2584323"/>
                </a:cubicBezTo>
                <a:lnTo>
                  <a:pt x="3588155" y="2594039"/>
                </a:lnTo>
                <a:cubicBezTo>
                  <a:pt x="3588560" y="2594444"/>
                  <a:pt x="3588560" y="2594849"/>
                  <a:pt x="3588155" y="2595253"/>
                </a:cubicBezTo>
                <a:lnTo>
                  <a:pt x="3582488" y="2604969"/>
                </a:lnTo>
                <a:cubicBezTo>
                  <a:pt x="3582083" y="2605374"/>
                  <a:pt x="3581678" y="2605374"/>
                  <a:pt x="3581273" y="2605374"/>
                </a:cubicBezTo>
                <a:lnTo>
                  <a:pt x="3569939" y="2605374"/>
                </a:lnTo>
                <a:cubicBezTo>
                  <a:pt x="3569534" y="2605374"/>
                  <a:pt x="3569129" y="2605374"/>
                  <a:pt x="3568724" y="2604969"/>
                </a:cubicBezTo>
                <a:lnTo>
                  <a:pt x="3563057" y="2595253"/>
                </a:lnTo>
                <a:cubicBezTo>
                  <a:pt x="3562652" y="2594849"/>
                  <a:pt x="3562652" y="2594444"/>
                  <a:pt x="3563057" y="2594039"/>
                </a:cubicBezTo>
                <a:lnTo>
                  <a:pt x="3568724" y="2584323"/>
                </a:lnTo>
                <a:cubicBezTo>
                  <a:pt x="3569129" y="2583919"/>
                  <a:pt x="3569534" y="2583514"/>
                  <a:pt x="3569939" y="2583514"/>
                </a:cubicBezTo>
                <a:close/>
                <a:moveTo>
                  <a:pt x="3650902" y="2583109"/>
                </a:moveTo>
                <a:lnTo>
                  <a:pt x="3661831" y="2583109"/>
                </a:lnTo>
                <a:cubicBezTo>
                  <a:pt x="3662236" y="2583109"/>
                  <a:pt x="3662641" y="2583514"/>
                  <a:pt x="3663046" y="2583919"/>
                </a:cubicBezTo>
                <a:lnTo>
                  <a:pt x="3668713" y="2593634"/>
                </a:lnTo>
                <a:cubicBezTo>
                  <a:pt x="3669118" y="2594039"/>
                  <a:pt x="3669118" y="2594444"/>
                  <a:pt x="3668713" y="2594849"/>
                </a:cubicBezTo>
                <a:lnTo>
                  <a:pt x="3663046" y="2604564"/>
                </a:lnTo>
                <a:cubicBezTo>
                  <a:pt x="3663046" y="2604969"/>
                  <a:pt x="3662641" y="2605374"/>
                  <a:pt x="3661831" y="2604969"/>
                </a:cubicBezTo>
                <a:lnTo>
                  <a:pt x="3650902" y="2604969"/>
                </a:lnTo>
                <a:cubicBezTo>
                  <a:pt x="3650497" y="2604969"/>
                  <a:pt x="3650092" y="2604969"/>
                  <a:pt x="3649687" y="2604564"/>
                </a:cubicBezTo>
                <a:lnTo>
                  <a:pt x="3644020" y="2594849"/>
                </a:lnTo>
                <a:cubicBezTo>
                  <a:pt x="3643615" y="2594444"/>
                  <a:pt x="3643615" y="2594039"/>
                  <a:pt x="3644020" y="2593634"/>
                </a:cubicBezTo>
                <a:lnTo>
                  <a:pt x="3649687" y="2583919"/>
                </a:lnTo>
                <a:cubicBezTo>
                  <a:pt x="3650092" y="2583514"/>
                  <a:pt x="3650497" y="2583109"/>
                  <a:pt x="3650902" y="2583109"/>
                </a:cubicBezTo>
                <a:close/>
                <a:moveTo>
                  <a:pt x="3610421" y="2583109"/>
                </a:moveTo>
                <a:lnTo>
                  <a:pt x="3621350" y="2583109"/>
                </a:lnTo>
                <a:cubicBezTo>
                  <a:pt x="3621755" y="2583109"/>
                  <a:pt x="3622160" y="2583514"/>
                  <a:pt x="3622565" y="2583919"/>
                </a:cubicBezTo>
                <a:lnTo>
                  <a:pt x="3628232" y="2593634"/>
                </a:lnTo>
                <a:cubicBezTo>
                  <a:pt x="3628637" y="2594039"/>
                  <a:pt x="3628637" y="2594444"/>
                  <a:pt x="3628232" y="2594849"/>
                </a:cubicBezTo>
                <a:lnTo>
                  <a:pt x="3622565" y="2604564"/>
                </a:lnTo>
                <a:cubicBezTo>
                  <a:pt x="3622565" y="2604969"/>
                  <a:pt x="3622160" y="2605374"/>
                  <a:pt x="3621350" y="2604969"/>
                </a:cubicBezTo>
                <a:lnTo>
                  <a:pt x="3610421" y="2604969"/>
                </a:lnTo>
                <a:cubicBezTo>
                  <a:pt x="3610016" y="2604969"/>
                  <a:pt x="3609611" y="2604969"/>
                  <a:pt x="3609206" y="2604564"/>
                </a:cubicBezTo>
                <a:lnTo>
                  <a:pt x="3603539" y="2594849"/>
                </a:lnTo>
                <a:cubicBezTo>
                  <a:pt x="3603134" y="2594444"/>
                  <a:pt x="3603134" y="2594039"/>
                  <a:pt x="3603539" y="2593634"/>
                </a:cubicBezTo>
                <a:lnTo>
                  <a:pt x="3609206" y="2583919"/>
                </a:lnTo>
                <a:cubicBezTo>
                  <a:pt x="3609611" y="2583514"/>
                  <a:pt x="3610016" y="2583109"/>
                  <a:pt x="3610421" y="2583109"/>
                </a:cubicBezTo>
                <a:close/>
                <a:moveTo>
                  <a:pt x="4383612" y="2550724"/>
                </a:moveTo>
                <a:lnTo>
                  <a:pt x="4387255" y="2550724"/>
                </a:lnTo>
                <a:lnTo>
                  <a:pt x="4389280" y="2553962"/>
                </a:lnTo>
                <a:lnTo>
                  <a:pt x="4387255" y="2557201"/>
                </a:lnTo>
                <a:lnTo>
                  <a:pt x="4383612" y="2557201"/>
                </a:lnTo>
                <a:lnTo>
                  <a:pt x="4381588" y="2553962"/>
                </a:lnTo>
                <a:close/>
                <a:moveTo>
                  <a:pt x="4343131" y="2550724"/>
                </a:moveTo>
                <a:lnTo>
                  <a:pt x="4346774" y="2550724"/>
                </a:lnTo>
                <a:lnTo>
                  <a:pt x="4348799" y="2553962"/>
                </a:lnTo>
                <a:lnTo>
                  <a:pt x="4346774" y="2557201"/>
                </a:lnTo>
                <a:lnTo>
                  <a:pt x="4343131" y="2557201"/>
                </a:lnTo>
                <a:lnTo>
                  <a:pt x="4341107" y="2553962"/>
                </a:lnTo>
                <a:close/>
                <a:moveTo>
                  <a:pt x="4302649" y="2550724"/>
                </a:moveTo>
                <a:lnTo>
                  <a:pt x="4306292" y="2550724"/>
                </a:lnTo>
                <a:lnTo>
                  <a:pt x="4308317" y="2553962"/>
                </a:lnTo>
                <a:lnTo>
                  <a:pt x="4306292" y="2557201"/>
                </a:lnTo>
                <a:lnTo>
                  <a:pt x="4302649" y="2557201"/>
                </a:lnTo>
                <a:lnTo>
                  <a:pt x="4300625" y="2553962"/>
                </a:lnTo>
                <a:close/>
                <a:moveTo>
                  <a:pt x="4262168" y="2550724"/>
                </a:moveTo>
                <a:lnTo>
                  <a:pt x="4265811" y="2550724"/>
                </a:lnTo>
                <a:lnTo>
                  <a:pt x="4267836" y="2553962"/>
                </a:lnTo>
                <a:lnTo>
                  <a:pt x="4265811" y="2557201"/>
                </a:lnTo>
                <a:lnTo>
                  <a:pt x="4262168" y="2557201"/>
                </a:lnTo>
                <a:lnTo>
                  <a:pt x="4260144" y="2553962"/>
                </a:lnTo>
                <a:close/>
                <a:moveTo>
                  <a:pt x="4666576" y="2550319"/>
                </a:moveTo>
                <a:lnTo>
                  <a:pt x="4670624" y="2550319"/>
                </a:lnTo>
                <a:lnTo>
                  <a:pt x="4672648" y="2553962"/>
                </a:lnTo>
                <a:lnTo>
                  <a:pt x="4670624" y="2557606"/>
                </a:lnTo>
                <a:lnTo>
                  <a:pt x="4666576" y="2557606"/>
                </a:lnTo>
                <a:lnTo>
                  <a:pt x="4664552" y="2553962"/>
                </a:lnTo>
                <a:close/>
                <a:moveTo>
                  <a:pt x="4626095" y="2550319"/>
                </a:moveTo>
                <a:lnTo>
                  <a:pt x="4630143" y="2550319"/>
                </a:lnTo>
                <a:lnTo>
                  <a:pt x="4632167" y="2553962"/>
                </a:lnTo>
                <a:lnTo>
                  <a:pt x="4630143" y="2557606"/>
                </a:lnTo>
                <a:lnTo>
                  <a:pt x="4626095" y="2557606"/>
                </a:lnTo>
                <a:lnTo>
                  <a:pt x="4624071" y="2553962"/>
                </a:lnTo>
                <a:close/>
                <a:moveTo>
                  <a:pt x="4464170" y="2550319"/>
                </a:moveTo>
                <a:lnTo>
                  <a:pt x="4468218" y="2550319"/>
                </a:lnTo>
                <a:lnTo>
                  <a:pt x="4470242" y="2553962"/>
                </a:lnTo>
                <a:lnTo>
                  <a:pt x="4468218" y="2557606"/>
                </a:lnTo>
                <a:lnTo>
                  <a:pt x="4464170" y="2557606"/>
                </a:lnTo>
                <a:lnTo>
                  <a:pt x="4462146" y="2553962"/>
                </a:lnTo>
                <a:close/>
                <a:moveTo>
                  <a:pt x="4221282" y="2550319"/>
                </a:moveTo>
                <a:lnTo>
                  <a:pt x="4225330" y="2550319"/>
                </a:lnTo>
                <a:lnTo>
                  <a:pt x="4227354" y="2553962"/>
                </a:lnTo>
                <a:lnTo>
                  <a:pt x="4225330" y="2557606"/>
                </a:lnTo>
                <a:lnTo>
                  <a:pt x="4221282" y="2557606"/>
                </a:lnTo>
                <a:lnTo>
                  <a:pt x="4219258" y="2553962"/>
                </a:lnTo>
                <a:close/>
                <a:moveTo>
                  <a:pt x="4180801" y="2550319"/>
                </a:moveTo>
                <a:lnTo>
                  <a:pt x="4184849" y="2550319"/>
                </a:lnTo>
                <a:lnTo>
                  <a:pt x="4186873" y="2553962"/>
                </a:lnTo>
                <a:lnTo>
                  <a:pt x="4184849" y="2557606"/>
                </a:lnTo>
                <a:lnTo>
                  <a:pt x="4180801" y="2557606"/>
                </a:lnTo>
                <a:lnTo>
                  <a:pt x="4178777" y="2553962"/>
                </a:lnTo>
                <a:close/>
                <a:moveTo>
                  <a:pt x="4585614" y="2549914"/>
                </a:moveTo>
                <a:lnTo>
                  <a:pt x="4590067" y="2549914"/>
                </a:lnTo>
                <a:lnTo>
                  <a:pt x="4592495" y="2553962"/>
                </a:lnTo>
                <a:lnTo>
                  <a:pt x="4590067" y="2558010"/>
                </a:lnTo>
                <a:lnTo>
                  <a:pt x="4585614" y="2558010"/>
                </a:lnTo>
                <a:lnTo>
                  <a:pt x="4583185" y="2553962"/>
                </a:lnTo>
                <a:close/>
                <a:moveTo>
                  <a:pt x="4544727" y="2549914"/>
                </a:moveTo>
                <a:lnTo>
                  <a:pt x="4549585" y="2549914"/>
                </a:lnTo>
                <a:lnTo>
                  <a:pt x="4552014" y="2553962"/>
                </a:lnTo>
                <a:lnTo>
                  <a:pt x="4549585" y="2558010"/>
                </a:lnTo>
                <a:lnTo>
                  <a:pt x="4544727" y="2558010"/>
                </a:lnTo>
                <a:lnTo>
                  <a:pt x="4542298" y="2553962"/>
                </a:lnTo>
                <a:close/>
                <a:moveTo>
                  <a:pt x="4504651" y="2549914"/>
                </a:moveTo>
                <a:lnTo>
                  <a:pt x="4509104" y="2549914"/>
                </a:lnTo>
                <a:lnTo>
                  <a:pt x="4511532" y="2553962"/>
                </a:lnTo>
                <a:lnTo>
                  <a:pt x="4509104" y="2558010"/>
                </a:lnTo>
                <a:lnTo>
                  <a:pt x="4504651" y="2558010"/>
                </a:lnTo>
                <a:lnTo>
                  <a:pt x="4502222" y="2553962"/>
                </a:lnTo>
                <a:close/>
                <a:moveTo>
                  <a:pt x="4424093" y="2549914"/>
                </a:moveTo>
                <a:lnTo>
                  <a:pt x="4427332" y="2549914"/>
                </a:lnTo>
                <a:cubicBezTo>
                  <a:pt x="4427737" y="2549914"/>
                  <a:pt x="4428142" y="2550319"/>
                  <a:pt x="4428546" y="2550724"/>
                </a:cubicBezTo>
                <a:lnTo>
                  <a:pt x="4430166" y="2553557"/>
                </a:lnTo>
                <a:cubicBezTo>
                  <a:pt x="4430570" y="2553962"/>
                  <a:pt x="4430570" y="2554367"/>
                  <a:pt x="4430166" y="2554772"/>
                </a:cubicBezTo>
                <a:lnTo>
                  <a:pt x="4428546" y="2557606"/>
                </a:lnTo>
                <a:cubicBezTo>
                  <a:pt x="4428142" y="2558010"/>
                  <a:pt x="4427737" y="2558010"/>
                  <a:pt x="4427332" y="2558415"/>
                </a:cubicBezTo>
                <a:lnTo>
                  <a:pt x="4424093" y="2558415"/>
                </a:lnTo>
                <a:cubicBezTo>
                  <a:pt x="4423689" y="2558415"/>
                  <a:pt x="4423284" y="2558010"/>
                  <a:pt x="4422879" y="2557606"/>
                </a:cubicBezTo>
                <a:lnTo>
                  <a:pt x="4421260" y="2554772"/>
                </a:lnTo>
                <a:cubicBezTo>
                  <a:pt x="4420855" y="2554367"/>
                  <a:pt x="4420855" y="2553962"/>
                  <a:pt x="4421260" y="2553557"/>
                </a:cubicBezTo>
                <a:lnTo>
                  <a:pt x="4422879" y="2550724"/>
                </a:lnTo>
                <a:cubicBezTo>
                  <a:pt x="4423284" y="2550319"/>
                  <a:pt x="4423689" y="2549914"/>
                  <a:pt x="4424093" y="2549914"/>
                </a:cubicBezTo>
                <a:close/>
                <a:moveTo>
                  <a:pt x="4140724" y="2549914"/>
                </a:moveTo>
                <a:lnTo>
                  <a:pt x="4143963" y="2549914"/>
                </a:lnTo>
                <a:cubicBezTo>
                  <a:pt x="4144368" y="2549914"/>
                  <a:pt x="4144773" y="2550319"/>
                  <a:pt x="4145177" y="2550724"/>
                </a:cubicBezTo>
                <a:lnTo>
                  <a:pt x="4146797" y="2553557"/>
                </a:lnTo>
                <a:cubicBezTo>
                  <a:pt x="4147201" y="2553962"/>
                  <a:pt x="4147201" y="2554367"/>
                  <a:pt x="4146797" y="2554772"/>
                </a:cubicBezTo>
                <a:lnTo>
                  <a:pt x="4145177" y="2557606"/>
                </a:lnTo>
                <a:cubicBezTo>
                  <a:pt x="4144773" y="2558010"/>
                  <a:pt x="4144368" y="2558010"/>
                  <a:pt x="4143963" y="2558010"/>
                </a:cubicBezTo>
                <a:lnTo>
                  <a:pt x="4140724" y="2558010"/>
                </a:lnTo>
                <a:cubicBezTo>
                  <a:pt x="4140320" y="2558010"/>
                  <a:pt x="4139915" y="2558010"/>
                  <a:pt x="4139510" y="2557606"/>
                </a:cubicBezTo>
                <a:lnTo>
                  <a:pt x="4137891" y="2554772"/>
                </a:lnTo>
                <a:cubicBezTo>
                  <a:pt x="4137486" y="2554367"/>
                  <a:pt x="4137486" y="2553962"/>
                  <a:pt x="4137891" y="2553557"/>
                </a:cubicBezTo>
                <a:lnTo>
                  <a:pt x="4139510" y="2550724"/>
                </a:lnTo>
                <a:cubicBezTo>
                  <a:pt x="4139915" y="2550319"/>
                  <a:pt x="4140320" y="2549914"/>
                  <a:pt x="4140724" y="2549914"/>
                </a:cubicBezTo>
                <a:close/>
                <a:moveTo>
                  <a:pt x="4099434" y="2549509"/>
                </a:moveTo>
                <a:lnTo>
                  <a:pt x="4103887" y="2549509"/>
                </a:lnTo>
                <a:cubicBezTo>
                  <a:pt x="4104292" y="2549509"/>
                  <a:pt x="4104696" y="2549509"/>
                  <a:pt x="4105101" y="2549914"/>
                </a:cubicBezTo>
                <a:lnTo>
                  <a:pt x="4107125" y="2553557"/>
                </a:lnTo>
                <a:cubicBezTo>
                  <a:pt x="4107530" y="2553962"/>
                  <a:pt x="4107530" y="2554367"/>
                  <a:pt x="4107125" y="2554772"/>
                </a:cubicBezTo>
                <a:lnTo>
                  <a:pt x="4105101" y="2558415"/>
                </a:lnTo>
                <a:cubicBezTo>
                  <a:pt x="4105101" y="2558820"/>
                  <a:pt x="4104696" y="2558820"/>
                  <a:pt x="4103887" y="2559225"/>
                </a:cubicBezTo>
                <a:lnTo>
                  <a:pt x="4099434" y="2559225"/>
                </a:lnTo>
                <a:cubicBezTo>
                  <a:pt x="4099029" y="2559225"/>
                  <a:pt x="4098624" y="2558820"/>
                  <a:pt x="4098220" y="2558415"/>
                </a:cubicBezTo>
                <a:lnTo>
                  <a:pt x="4096196" y="2554772"/>
                </a:lnTo>
                <a:cubicBezTo>
                  <a:pt x="4095791" y="2554367"/>
                  <a:pt x="4095791" y="2553962"/>
                  <a:pt x="4096196" y="2553557"/>
                </a:cubicBezTo>
                <a:lnTo>
                  <a:pt x="4098220" y="2549914"/>
                </a:lnTo>
                <a:cubicBezTo>
                  <a:pt x="4098624" y="2549914"/>
                  <a:pt x="4099029" y="2549509"/>
                  <a:pt x="4099434" y="2549509"/>
                </a:cubicBezTo>
                <a:close/>
                <a:moveTo>
                  <a:pt x="4058952" y="2549509"/>
                </a:moveTo>
                <a:lnTo>
                  <a:pt x="4063405" y="2549509"/>
                </a:lnTo>
                <a:cubicBezTo>
                  <a:pt x="4063810" y="2549509"/>
                  <a:pt x="4064214" y="2549509"/>
                  <a:pt x="4064619" y="2549914"/>
                </a:cubicBezTo>
                <a:lnTo>
                  <a:pt x="4066643" y="2553557"/>
                </a:lnTo>
                <a:cubicBezTo>
                  <a:pt x="4067048" y="2553962"/>
                  <a:pt x="4067048" y="2554367"/>
                  <a:pt x="4066643" y="2554772"/>
                </a:cubicBezTo>
                <a:lnTo>
                  <a:pt x="4064619" y="2558415"/>
                </a:lnTo>
                <a:cubicBezTo>
                  <a:pt x="4064214" y="2558820"/>
                  <a:pt x="4063810" y="2558820"/>
                  <a:pt x="4063405" y="2558820"/>
                </a:cubicBezTo>
                <a:lnTo>
                  <a:pt x="4058952" y="2558820"/>
                </a:lnTo>
                <a:cubicBezTo>
                  <a:pt x="4058547" y="2558820"/>
                  <a:pt x="4058142" y="2558820"/>
                  <a:pt x="4057738" y="2558415"/>
                </a:cubicBezTo>
                <a:lnTo>
                  <a:pt x="4055714" y="2554772"/>
                </a:lnTo>
                <a:cubicBezTo>
                  <a:pt x="4055309" y="2554367"/>
                  <a:pt x="4055309" y="2553962"/>
                  <a:pt x="4055714" y="2553557"/>
                </a:cubicBezTo>
                <a:lnTo>
                  <a:pt x="4057738" y="2549914"/>
                </a:lnTo>
                <a:cubicBezTo>
                  <a:pt x="4058142" y="2549914"/>
                  <a:pt x="4058547" y="2549509"/>
                  <a:pt x="4058952" y="2549509"/>
                </a:cubicBezTo>
                <a:close/>
                <a:moveTo>
                  <a:pt x="3937913" y="2549509"/>
                </a:moveTo>
                <a:lnTo>
                  <a:pt x="3941557" y="2549509"/>
                </a:lnTo>
                <a:cubicBezTo>
                  <a:pt x="3941961" y="2549509"/>
                  <a:pt x="3942366" y="2549509"/>
                  <a:pt x="3942771" y="2549914"/>
                </a:cubicBezTo>
                <a:lnTo>
                  <a:pt x="3944795" y="2553152"/>
                </a:lnTo>
                <a:cubicBezTo>
                  <a:pt x="3945200" y="2553557"/>
                  <a:pt x="3945200" y="2553962"/>
                  <a:pt x="3944795" y="2554367"/>
                </a:cubicBezTo>
                <a:lnTo>
                  <a:pt x="3942771" y="2557605"/>
                </a:lnTo>
                <a:cubicBezTo>
                  <a:pt x="3942771" y="2558010"/>
                  <a:pt x="3942366" y="2558415"/>
                  <a:pt x="3941557" y="2558010"/>
                </a:cubicBezTo>
                <a:lnTo>
                  <a:pt x="3937913" y="2558010"/>
                </a:lnTo>
                <a:cubicBezTo>
                  <a:pt x="3937509" y="2558010"/>
                  <a:pt x="3937103" y="2558010"/>
                  <a:pt x="3936699" y="2557605"/>
                </a:cubicBezTo>
                <a:lnTo>
                  <a:pt x="3934675" y="2554367"/>
                </a:lnTo>
                <a:cubicBezTo>
                  <a:pt x="3934270" y="2553962"/>
                  <a:pt x="3934270" y="2553557"/>
                  <a:pt x="3934675" y="2553152"/>
                </a:cubicBezTo>
                <a:lnTo>
                  <a:pt x="3936699" y="2549914"/>
                </a:lnTo>
                <a:cubicBezTo>
                  <a:pt x="3937103" y="2549914"/>
                  <a:pt x="3937509" y="2549509"/>
                  <a:pt x="3937913" y="2549509"/>
                </a:cubicBezTo>
                <a:close/>
                <a:moveTo>
                  <a:pt x="4018471" y="2549104"/>
                </a:moveTo>
                <a:lnTo>
                  <a:pt x="4022924" y="2549104"/>
                </a:lnTo>
                <a:cubicBezTo>
                  <a:pt x="4023329" y="2549104"/>
                  <a:pt x="4023733" y="2549509"/>
                  <a:pt x="4024138" y="2549913"/>
                </a:cubicBezTo>
                <a:lnTo>
                  <a:pt x="4026162" y="2553557"/>
                </a:lnTo>
                <a:cubicBezTo>
                  <a:pt x="4026567" y="2553962"/>
                  <a:pt x="4026567" y="2554367"/>
                  <a:pt x="4026162" y="2554771"/>
                </a:cubicBezTo>
                <a:lnTo>
                  <a:pt x="4024138" y="2558415"/>
                </a:lnTo>
                <a:cubicBezTo>
                  <a:pt x="4023733" y="2558819"/>
                  <a:pt x="4023329" y="2558819"/>
                  <a:pt x="4022924" y="2559224"/>
                </a:cubicBezTo>
                <a:lnTo>
                  <a:pt x="4018471" y="2559224"/>
                </a:lnTo>
                <a:cubicBezTo>
                  <a:pt x="4018066" y="2559224"/>
                  <a:pt x="4017661" y="2558819"/>
                  <a:pt x="4017257" y="2558415"/>
                </a:cubicBezTo>
                <a:lnTo>
                  <a:pt x="4015233" y="2554771"/>
                </a:lnTo>
                <a:cubicBezTo>
                  <a:pt x="4014828" y="2554367"/>
                  <a:pt x="4014828" y="2553962"/>
                  <a:pt x="4015233" y="2553557"/>
                </a:cubicBezTo>
                <a:lnTo>
                  <a:pt x="4017257" y="2549913"/>
                </a:lnTo>
                <a:cubicBezTo>
                  <a:pt x="4017661" y="2549509"/>
                  <a:pt x="4018066" y="2549104"/>
                  <a:pt x="4018471" y="2549104"/>
                </a:cubicBezTo>
                <a:close/>
                <a:moveTo>
                  <a:pt x="3977585" y="2548699"/>
                </a:moveTo>
                <a:lnTo>
                  <a:pt x="3982443" y="2548699"/>
                </a:lnTo>
                <a:cubicBezTo>
                  <a:pt x="3982848" y="2548699"/>
                  <a:pt x="3983252" y="2549104"/>
                  <a:pt x="3983657" y="2549509"/>
                </a:cubicBezTo>
                <a:lnTo>
                  <a:pt x="3986086" y="2553557"/>
                </a:lnTo>
                <a:cubicBezTo>
                  <a:pt x="3986491" y="2553962"/>
                  <a:pt x="3986491" y="2554366"/>
                  <a:pt x="3986086" y="2554771"/>
                </a:cubicBezTo>
                <a:lnTo>
                  <a:pt x="3983657" y="2558819"/>
                </a:lnTo>
                <a:cubicBezTo>
                  <a:pt x="3983657" y="2559224"/>
                  <a:pt x="3983252" y="2559224"/>
                  <a:pt x="3982443" y="2558819"/>
                </a:cubicBezTo>
                <a:lnTo>
                  <a:pt x="3977585" y="2558819"/>
                </a:lnTo>
                <a:cubicBezTo>
                  <a:pt x="3977180" y="2558819"/>
                  <a:pt x="3976775" y="2558819"/>
                  <a:pt x="3976371" y="2558415"/>
                </a:cubicBezTo>
                <a:lnTo>
                  <a:pt x="3973942" y="2554366"/>
                </a:lnTo>
                <a:cubicBezTo>
                  <a:pt x="3973537" y="2553962"/>
                  <a:pt x="3973537" y="2553557"/>
                  <a:pt x="3973942" y="2553152"/>
                </a:cubicBezTo>
                <a:lnTo>
                  <a:pt x="3976371" y="2549104"/>
                </a:lnTo>
                <a:cubicBezTo>
                  <a:pt x="3976775" y="2549104"/>
                  <a:pt x="3977180" y="2548699"/>
                  <a:pt x="3977585" y="2548699"/>
                </a:cubicBezTo>
                <a:close/>
                <a:moveTo>
                  <a:pt x="3896623" y="2547890"/>
                </a:moveTo>
                <a:lnTo>
                  <a:pt x="3902290" y="2547890"/>
                </a:lnTo>
                <a:cubicBezTo>
                  <a:pt x="3902695" y="2547890"/>
                  <a:pt x="3903100" y="2548295"/>
                  <a:pt x="3903505" y="2548700"/>
                </a:cubicBezTo>
                <a:lnTo>
                  <a:pt x="3906338" y="2553557"/>
                </a:lnTo>
                <a:cubicBezTo>
                  <a:pt x="3906743" y="2553962"/>
                  <a:pt x="3906743" y="2554367"/>
                  <a:pt x="3906338" y="2554772"/>
                </a:cubicBezTo>
                <a:lnTo>
                  <a:pt x="3903505" y="2559630"/>
                </a:lnTo>
                <a:cubicBezTo>
                  <a:pt x="3903100" y="2559630"/>
                  <a:pt x="3902695" y="2560034"/>
                  <a:pt x="3902290" y="2560439"/>
                </a:cubicBezTo>
                <a:lnTo>
                  <a:pt x="3896623" y="2560439"/>
                </a:lnTo>
                <a:cubicBezTo>
                  <a:pt x="3896218" y="2560439"/>
                  <a:pt x="3895813" y="2560034"/>
                  <a:pt x="3895409" y="2559630"/>
                </a:cubicBezTo>
                <a:lnTo>
                  <a:pt x="3892575" y="2554772"/>
                </a:lnTo>
                <a:cubicBezTo>
                  <a:pt x="3892170" y="2554367"/>
                  <a:pt x="3892170" y="2553962"/>
                  <a:pt x="3892575" y="2553557"/>
                </a:cubicBezTo>
                <a:lnTo>
                  <a:pt x="3895409" y="2548700"/>
                </a:lnTo>
                <a:cubicBezTo>
                  <a:pt x="3895813" y="2548295"/>
                  <a:pt x="3896218" y="2547890"/>
                  <a:pt x="3896623" y="2547890"/>
                </a:cubicBezTo>
                <a:close/>
                <a:moveTo>
                  <a:pt x="3855736" y="2547485"/>
                </a:moveTo>
                <a:lnTo>
                  <a:pt x="3862213" y="2547485"/>
                </a:lnTo>
                <a:cubicBezTo>
                  <a:pt x="3862618" y="2547485"/>
                  <a:pt x="3863023" y="2547485"/>
                  <a:pt x="3863428" y="2547890"/>
                </a:cubicBezTo>
                <a:lnTo>
                  <a:pt x="3866667" y="2553557"/>
                </a:lnTo>
                <a:cubicBezTo>
                  <a:pt x="3867071" y="2553962"/>
                  <a:pt x="3867071" y="2554367"/>
                  <a:pt x="3866667" y="2554772"/>
                </a:cubicBezTo>
                <a:lnTo>
                  <a:pt x="3863428" y="2560439"/>
                </a:lnTo>
                <a:cubicBezTo>
                  <a:pt x="3863023" y="2560844"/>
                  <a:pt x="3862618" y="2560844"/>
                  <a:pt x="3862213" y="2561249"/>
                </a:cubicBezTo>
                <a:lnTo>
                  <a:pt x="3855736" y="2561249"/>
                </a:lnTo>
                <a:cubicBezTo>
                  <a:pt x="3855332" y="2561249"/>
                  <a:pt x="3854927" y="2560844"/>
                  <a:pt x="3854522" y="2560439"/>
                </a:cubicBezTo>
                <a:lnTo>
                  <a:pt x="3851284" y="2554772"/>
                </a:lnTo>
                <a:cubicBezTo>
                  <a:pt x="3850879" y="2554367"/>
                  <a:pt x="3850879" y="2553962"/>
                  <a:pt x="3851284" y="2553557"/>
                </a:cubicBezTo>
                <a:lnTo>
                  <a:pt x="3854522" y="2547890"/>
                </a:lnTo>
                <a:cubicBezTo>
                  <a:pt x="3854927" y="2547890"/>
                  <a:pt x="3855332" y="2547485"/>
                  <a:pt x="3855736" y="2547485"/>
                </a:cubicBezTo>
                <a:close/>
                <a:moveTo>
                  <a:pt x="3814445" y="2545866"/>
                </a:moveTo>
                <a:lnTo>
                  <a:pt x="3822137" y="2545866"/>
                </a:lnTo>
                <a:cubicBezTo>
                  <a:pt x="3822542" y="2545866"/>
                  <a:pt x="3822946" y="2545866"/>
                  <a:pt x="3823351" y="2546271"/>
                </a:cubicBezTo>
                <a:lnTo>
                  <a:pt x="3827399" y="2553153"/>
                </a:lnTo>
                <a:cubicBezTo>
                  <a:pt x="3827804" y="2553558"/>
                  <a:pt x="3827804" y="2553962"/>
                  <a:pt x="3827399" y="2554367"/>
                </a:cubicBezTo>
                <a:lnTo>
                  <a:pt x="3823351" y="2561249"/>
                </a:lnTo>
                <a:cubicBezTo>
                  <a:pt x="3823351" y="2561654"/>
                  <a:pt x="3822946" y="2562059"/>
                  <a:pt x="3822137" y="2562059"/>
                </a:cubicBezTo>
                <a:lnTo>
                  <a:pt x="3814445" y="2562059"/>
                </a:lnTo>
                <a:cubicBezTo>
                  <a:pt x="3814041" y="2562059"/>
                  <a:pt x="3813635" y="2561654"/>
                  <a:pt x="3813231" y="2561249"/>
                </a:cubicBezTo>
                <a:lnTo>
                  <a:pt x="3809183" y="2554367"/>
                </a:lnTo>
                <a:cubicBezTo>
                  <a:pt x="3808778" y="2553962"/>
                  <a:pt x="3808778" y="2553558"/>
                  <a:pt x="3809183" y="2553153"/>
                </a:cubicBezTo>
                <a:lnTo>
                  <a:pt x="3813231" y="2546271"/>
                </a:lnTo>
                <a:cubicBezTo>
                  <a:pt x="3813635" y="2546271"/>
                  <a:pt x="3814041" y="2545866"/>
                  <a:pt x="3814445" y="2545866"/>
                </a:cubicBezTo>
                <a:close/>
                <a:moveTo>
                  <a:pt x="3773560" y="2545461"/>
                </a:moveTo>
                <a:lnTo>
                  <a:pt x="3782466" y="2545461"/>
                </a:lnTo>
                <a:cubicBezTo>
                  <a:pt x="3782870" y="2545461"/>
                  <a:pt x="3783275" y="2545461"/>
                  <a:pt x="3783680" y="2545866"/>
                </a:cubicBezTo>
                <a:lnTo>
                  <a:pt x="3788133" y="2553557"/>
                </a:lnTo>
                <a:cubicBezTo>
                  <a:pt x="3788538" y="2553962"/>
                  <a:pt x="3788538" y="2554367"/>
                  <a:pt x="3788133" y="2554772"/>
                </a:cubicBezTo>
                <a:lnTo>
                  <a:pt x="3783680" y="2562463"/>
                </a:lnTo>
                <a:cubicBezTo>
                  <a:pt x="3783275" y="2562463"/>
                  <a:pt x="3782870" y="2562868"/>
                  <a:pt x="3782466" y="2563273"/>
                </a:cubicBezTo>
                <a:lnTo>
                  <a:pt x="3773560" y="2563273"/>
                </a:lnTo>
                <a:cubicBezTo>
                  <a:pt x="3773155" y="2563273"/>
                  <a:pt x="3772750" y="2562868"/>
                  <a:pt x="3772345" y="2562463"/>
                </a:cubicBezTo>
                <a:lnTo>
                  <a:pt x="3767893" y="2554772"/>
                </a:lnTo>
                <a:cubicBezTo>
                  <a:pt x="3767488" y="2554367"/>
                  <a:pt x="3767488" y="2553962"/>
                  <a:pt x="3767893" y="2553557"/>
                </a:cubicBezTo>
                <a:lnTo>
                  <a:pt x="3772345" y="2545866"/>
                </a:lnTo>
                <a:cubicBezTo>
                  <a:pt x="3772750" y="2545866"/>
                  <a:pt x="3773155" y="2545461"/>
                  <a:pt x="3773560" y="2545461"/>
                </a:cubicBezTo>
                <a:close/>
                <a:moveTo>
                  <a:pt x="3732269" y="2544247"/>
                </a:moveTo>
                <a:lnTo>
                  <a:pt x="3741984" y="2544247"/>
                </a:lnTo>
                <a:cubicBezTo>
                  <a:pt x="3742389" y="2544247"/>
                  <a:pt x="3742794" y="2544247"/>
                  <a:pt x="3743199" y="2544652"/>
                </a:cubicBezTo>
                <a:lnTo>
                  <a:pt x="3748057" y="2553153"/>
                </a:lnTo>
                <a:cubicBezTo>
                  <a:pt x="3748461" y="2553558"/>
                  <a:pt x="3748461" y="2553962"/>
                  <a:pt x="3748057" y="2554367"/>
                </a:cubicBezTo>
                <a:lnTo>
                  <a:pt x="3743199" y="2562868"/>
                </a:lnTo>
                <a:cubicBezTo>
                  <a:pt x="3743199" y="2563273"/>
                  <a:pt x="3742794" y="2563678"/>
                  <a:pt x="3741984" y="2563273"/>
                </a:cubicBezTo>
                <a:lnTo>
                  <a:pt x="3732269" y="2563273"/>
                </a:lnTo>
                <a:cubicBezTo>
                  <a:pt x="3731864" y="2563273"/>
                  <a:pt x="3731459" y="2563273"/>
                  <a:pt x="3731055" y="2562868"/>
                </a:cubicBezTo>
                <a:lnTo>
                  <a:pt x="3726197" y="2554367"/>
                </a:lnTo>
                <a:cubicBezTo>
                  <a:pt x="3725792" y="2553962"/>
                  <a:pt x="3725792" y="2553558"/>
                  <a:pt x="3726197" y="2553153"/>
                </a:cubicBezTo>
                <a:lnTo>
                  <a:pt x="3731055" y="2544652"/>
                </a:lnTo>
                <a:cubicBezTo>
                  <a:pt x="3731459" y="2544652"/>
                  <a:pt x="3731864" y="2544247"/>
                  <a:pt x="3732269" y="2544247"/>
                </a:cubicBezTo>
                <a:close/>
                <a:moveTo>
                  <a:pt x="3489786" y="2544247"/>
                </a:moveTo>
                <a:lnTo>
                  <a:pt x="3499097" y="2544247"/>
                </a:lnTo>
                <a:cubicBezTo>
                  <a:pt x="3499501" y="2544247"/>
                  <a:pt x="3499906" y="2544652"/>
                  <a:pt x="3500311" y="2545057"/>
                </a:cubicBezTo>
                <a:lnTo>
                  <a:pt x="3504764" y="2553153"/>
                </a:lnTo>
                <a:cubicBezTo>
                  <a:pt x="3505169" y="2553558"/>
                  <a:pt x="3505169" y="2553962"/>
                  <a:pt x="3504764" y="2554367"/>
                </a:cubicBezTo>
                <a:lnTo>
                  <a:pt x="3500311" y="2562464"/>
                </a:lnTo>
                <a:cubicBezTo>
                  <a:pt x="3500311" y="2562868"/>
                  <a:pt x="3499906" y="2563273"/>
                  <a:pt x="3499097" y="2563273"/>
                </a:cubicBezTo>
                <a:lnTo>
                  <a:pt x="3489786" y="2563273"/>
                </a:lnTo>
                <a:cubicBezTo>
                  <a:pt x="3489381" y="2563273"/>
                  <a:pt x="3488976" y="2562868"/>
                  <a:pt x="3488572" y="2562464"/>
                </a:cubicBezTo>
                <a:lnTo>
                  <a:pt x="3484119" y="2554367"/>
                </a:lnTo>
                <a:cubicBezTo>
                  <a:pt x="3483714" y="2553962"/>
                  <a:pt x="3483714" y="2553558"/>
                  <a:pt x="3484119" y="2553153"/>
                </a:cubicBezTo>
                <a:lnTo>
                  <a:pt x="3488572" y="2545057"/>
                </a:lnTo>
                <a:cubicBezTo>
                  <a:pt x="3488976" y="2544652"/>
                  <a:pt x="3489381" y="2544247"/>
                  <a:pt x="3489786" y="2544247"/>
                </a:cubicBezTo>
                <a:close/>
                <a:moveTo>
                  <a:pt x="3650902" y="2543842"/>
                </a:moveTo>
                <a:lnTo>
                  <a:pt x="3661831" y="2543842"/>
                </a:lnTo>
                <a:cubicBezTo>
                  <a:pt x="3662236" y="2543842"/>
                  <a:pt x="3662641" y="2543842"/>
                  <a:pt x="3663046" y="2544247"/>
                </a:cubicBezTo>
                <a:lnTo>
                  <a:pt x="3668713" y="2553558"/>
                </a:lnTo>
                <a:cubicBezTo>
                  <a:pt x="3669118" y="2553962"/>
                  <a:pt x="3669118" y="2554367"/>
                  <a:pt x="3668713" y="2554772"/>
                </a:cubicBezTo>
                <a:lnTo>
                  <a:pt x="3663046" y="2564083"/>
                </a:lnTo>
                <a:cubicBezTo>
                  <a:pt x="3663046" y="2564488"/>
                  <a:pt x="3662641" y="2564488"/>
                  <a:pt x="3661831" y="2564488"/>
                </a:cubicBezTo>
                <a:lnTo>
                  <a:pt x="3650902" y="2564488"/>
                </a:lnTo>
                <a:cubicBezTo>
                  <a:pt x="3650497" y="2564488"/>
                  <a:pt x="3650092" y="2564488"/>
                  <a:pt x="3649687" y="2564083"/>
                </a:cubicBezTo>
                <a:lnTo>
                  <a:pt x="3644020" y="2554772"/>
                </a:lnTo>
                <a:cubicBezTo>
                  <a:pt x="3643615" y="2554367"/>
                  <a:pt x="3643615" y="2553962"/>
                  <a:pt x="3644020" y="2553558"/>
                </a:cubicBezTo>
                <a:lnTo>
                  <a:pt x="3649687" y="2544247"/>
                </a:lnTo>
                <a:cubicBezTo>
                  <a:pt x="3650092" y="2544247"/>
                  <a:pt x="3650497" y="2543842"/>
                  <a:pt x="3650902" y="2543842"/>
                </a:cubicBezTo>
                <a:close/>
                <a:moveTo>
                  <a:pt x="3610421" y="2543437"/>
                </a:moveTo>
                <a:lnTo>
                  <a:pt x="3621755" y="2543437"/>
                </a:lnTo>
                <a:cubicBezTo>
                  <a:pt x="3622160" y="2543437"/>
                  <a:pt x="3622565" y="2543437"/>
                  <a:pt x="3622970" y="2543842"/>
                </a:cubicBezTo>
                <a:lnTo>
                  <a:pt x="3628637" y="2553557"/>
                </a:lnTo>
                <a:cubicBezTo>
                  <a:pt x="3629042" y="2553962"/>
                  <a:pt x="3629042" y="2554367"/>
                  <a:pt x="3628637" y="2554772"/>
                </a:cubicBezTo>
                <a:lnTo>
                  <a:pt x="3622970" y="2564487"/>
                </a:lnTo>
                <a:cubicBezTo>
                  <a:pt x="3622565" y="2564892"/>
                  <a:pt x="3622160" y="2564892"/>
                  <a:pt x="3621755" y="2564892"/>
                </a:cubicBezTo>
                <a:lnTo>
                  <a:pt x="3610421" y="2564892"/>
                </a:lnTo>
                <a:cubicBezTo>
                  <a:pt x="3610016" y="2564892"/>
                  <a:pt x="3609611" y="2564892"/>
                  <a:pt x="3609206" y="2564487"/>
                </a:cubicBezTo>
                <a:lnTo>
                  <a:pt x="3603539" y="2554772"/>
                </a:lnTo>
                <a:cubicBezTo>
                  <a:pt x="3603134" y="2554367"/>
                  <a:pt x="3603134" y="2553962"/>
                  <a:pt x="3603539" y="2553557"/>
                </a:cubicBezTo>
                <a:lnTo>
                  <a:pt x="3609206" y="2543842"/>
                </a:lnTo>
                <a:cubicBezTo>
                  <a:pt x="3609611" y="2543842"/>
                  <a:pt x="3610016" y="2543437"/>
                  <a:pt x="3610421" y="2543437"/>
                </a:cubicBezTo>
                <a:close/>
                <a:moveTo>
                  <a:pt x="3569939" y="2543437"/>
                </a:moveTo>
                <a:lnTo>
                  <a:pt x="3581273" y="2543437"/>
                </a:lnTo>
                <a:cubicBezTo>
                  <a:pt x="3581678" y="2543437"/>
                  <a:pt x="3582083" y="2543437"/>
                  <a:pt x="3582488" y="2543842"/>
                </a:cubicBezTo>
                <a:lnTo>
                  <a:pt x="3588155" y="2553557"/>
                </a:lnTo>
                <a:cubicBezTo>
                  <a:pt x="3588560" y="2553962"/>
                  <a:pt x="3588560" y="2554367"/>
                  <a:pt x="3588155" y="2554772"/>
                </a:cubicBezTo>
                <a:lnTo>
                  <a:pt x="3582488" y="2564487"/>
                </a:lnTo>
                <a:cubicBezTo>
                  <a:pt x="3582083" y="2564892"/>
                  <a:pt x="3581678" y="2564892"/>
                  <a:pt x="3581273" y="2564892"/>
                </a:cubicBezTo>
                <a:lnTo>
                  <a:pt x="3569939" y="2564892"/>
                </a:lnTo>
                <a:cubicBezTo>
                  <a:pt x="3569534" y="2564892"/>
                  <a:pt x="3569129" y="2564892"/>
                  <a:pt x="3568724" y="2564487"/>
                </a:cubicBezTo>
                <a:lnTo>
                  <a:pt x="3563057" y="2554772"/>
                </a:lnTo>
                <a:cubicBezTo>
                  <a:pt x="3562652" y="2554367"/>
                  <a:pt x="3562652" y="2553962"/>
                  <a:pt x="3563057" y="2553557"/>
                </a:cubicBezTo>
                <a:lnTo>
                  <a:pt x="3568724" y="2543842"/>
                </a:lnTo>
                <a:cubicBezTo>
                  <a:pt x="3569129" y="2543842"/>
                  <a:pt x="3569534" y="2543437"/>
                  <a:pt x="3569939" y="2543437"/>
                </a:cubicBezTo>
                <a:close/>
                <a:moveTo>
                  <a:pt x="3691383" y="2543032"/>
                </a:moveTo>
                <a:lnTo>
                  <a:pt x="3702312" y="2543032"/>
                </a:lnTo>
                <a:cubicBezTo>
                  <a:pt x="3702717" y="2543032"/>
                  <a:pt x="3703122" y="2543032"/>
                  <a:pt x="3703527" y="2543437"/>
                </a:cubicBezTo>
                <a:lnTo>
                  <a:pt x="3709194" y="2553152"/>
                </a:lnTo>
                <a:cubicBezTo>
                  <a:pt x="3709599" y="2553557"/>
                  <a:pt x="3709599" y="2553962"/>
                  <a:pt x="3709194" y="2554367"/>
                </a:cubicBezTo>
                <a:lnTo>
                  <a:pt x="3703527" y="2564082"/>
                </a:lnTo>
                <a:cubicBezTo>
                  <a:pt x="3703527" y="2564487"/>
                  <a:pt x="3703122" y="2564892"/>
                  <a:pt x="3702312" y="2564892"/>
                </a:cubicBezTo>
                <a:lnTo>
                  <a:pt x="3691383" y="2564892"/>
                </a:lnTo>
                <a:cubicBezTo>
                  <a:pt x="3690978" y="2564892"/>
                  <a:pt x="3690573" y="2564487"/>
                  <a:pt x="3690168" y="2564082"/>
                </a:cubicBezTo>
                <a:lnTo>
                  <a:pt x="3684501" y="2554367"/>
                </a:lnTo>
                <a:cubicBezTo>
                  <a:pt x="3684096" y="2553962"/>
                  <a:pt x="3684096" y="2553557"/>
                  <a:pt x="3684501" y="2553152"/>
                </a:cubicBezTo>
                <a:lnTo>
                  <a:pt x="3690168" y="2543437"/>
                </a:lnTo>
                <a:cubicBezTo>
                  <a:pt x="3690573" y="2543437"/>
                  <a:pt x="3690978" y="2543032"/>
                  <a:pt x="3691383" y="2543032"/>
                </a:cubicBezTo>
                <a:close/>
                <a:moveTo>
                  <a:pt x="3529053" y="2542223"/>
                </a:moveTo>
                <a:lnTo>
                  <a:pt x="3541198" y="2542223"/>
                </a:lnTo>
                <a:cubicBezTo>
                  <a:pt x="3541602" y="2542223"/>
                  <a:pt x="3542007" y="2542628"/>
                  <a:pt x="3542412" y="2543033"/>
                </a:cubicBezTo>
                <a:lnTo>
                  <a:pt x="3548484" y="2553558"/>
                </a:lnTo>
                <a:cubicBezTo>
                  <a:pt x="3548889" y="2553962"/>
                  <a:pt x="3548889" y="2554367"/>
                  <a:pt x="3548484" y="2554772"/>
                </a:cubicBezTo>
                <a:lnTo>
                  <a:pt x="3542412" y="2565297"/>
                </a:lnTo>
                <a:cubicBezTo>
                  <a:pt x="3542007" y="2565702"/>
                  <a:pt x="3541602" y="2565702"/>
                  <a:pt x="3541198" y="2566107"/>
                </a:cubicBezTo>
                <a:lnTo>
                  <a:pt x="3529053" y="2566107"/>
                </a:lnTo>
                <a:cubicBezTo>
                  <a:pt x="3528649" y="2566107"/>
                  <a:pt x="3528243" y="2565702"/>
                  <a:pt x="3527839" y="2565297"/>
                </a:cubicBezTo>
                <a:lnTo>
                  <a:pt x="3521767" y="2554772"/>
                </a:lnTo>
                <a:cubicBezTo>
                  <a:pt x="3521362" y="2554367"/>
                  <a:pt x="3521362" y="2553962"/>
                  <a:pt x="3521767" y="2553558"/>
                </a:cubicBezTo>
                <a:lnTo>
                  <a:pt x="3527839" y="2543033"/>
                </a:lnTo>
                <a:cubicBezTo>
                  <a:pt x="3528243" y="2542628"/>
                  <a:pt x="3528649" y="2542223"/>
                  <a:pt x="3529053" y="2542223"/>
                </a:cubicBezTo>
                <a:close/>
                <a:moveTo>
                  <a:pt x="4666576" y="2510242"/>
                </a:moveTo>
                <a:lnTo>
                  <a:pt x="4670624" y="2510242"/>
                </a:lnTo>
                <a:lnTo>
                  <a:pt x="4672648" y="2513480"/>
                </a:lnTo>
                <a:lnTo>
                  <a:pt x="4670624" y="2516719"/>
                </a:lnTo>
                <a:lnTo>
                  <a:pt x="4666576" y="2516719"/>
                </a:lnTo>
                <a:lnTo>
                  <a:pt x="4664552" y="2513480"/>
                </a:lnTo>
                <a:close/>
                <a:moveTo>
                  <a:pt x="4626095" y="2510242"/>
                </a:moveTo>
                <a:lnTo>
                  <a:pt x="4630143" y="2510242"/>
                </a:lnTo>
                <a:lnTo>
                  <a:pt x="4632167" y="2513480"/>
                </a:lnTo>
                <a:lnTo>
                  <a:pt x="4630143" y="2516719"/>
                </a:lnTo>
                <a:lnTo>
                  <a:pt x="4626095" y="2516719"/>
                </a:lnTo>
                <a:lnTo>
                  <a:pt x="4624071" y="2513480"/>
                </a:lnTo>
                <a:close/>
                <a:moveTo>
                  <a:pt x="4504651" y="2510242"/>
                </a:moveTo>
                <a:lnTo>
                  <a:pt x="4508699" y="2510242"/>
                </a:lnTo>
                <a:lnTo>
                  <a:pt x="4510723" y="2513480"/>
                </a:lnTo>
                <a:lnTo>
                  <a:pt x="4508699" y="2516719"/>
                </a:lnTo>
                <a:lnTo>
                  <a:pt x="4504651" y="2516719"/>
                </a:lnTo>
                <a:lnTo>
                  <a:pt x="4502627" y="2513480"/>
                </a:lnTo>
                <a:close/>
                <a:moveTo>
                  <a:pt x="4423688" y="2510242"/>
                </a:moveTo>
                <a:lnTo>
                  <a:pt x="4427332" y="2510242"/>
                </a:lnTo>
                <a:lnTo>
                  <a:pt x="4428951" y="2513480"/>
                </a:lnTo>
                <a:lnTo>
                  <a:pt x="4427332" y="2516719"/>
                </a:lnTo>
                <a:lnTo>
                  <a:pt x="4423688" y="2516719"/>
                </a:lnTo>
                <a:lnTo>
                  <a:pt x="4422069" y="2513480"/>
                </a:lnTo>
                <a:close/>
                <a:moveTo>
                  <a:pt x="4302244" y="2510242"/>
                </a:moveTo>
                <a:lnTo>
                  <a:pt x="4305888" y="2510242"/>
                </a:lnTo>
                <a:lnTo>
                  <a:pt x="4307507" y="2513480"/>
                </a:lnTo>
                <a:lnTo>
                  <a:pt x="4305888" y="2516719"/>
                </a:lnTo>
                <a:lnTo>
                  <a:pt x="4302244" y="2516719"/>
                </a:lnTo>
                <a:lnTo>
                  <a:pt x="4300625" y="2513480"/>
                </a:lnTo>
                <a:close/>
                <a:moveTo>
                  <a:pt x="4262168" y="2510242"/>
                </a:moveTo>
                <a:lnTo>
                  <a:pt x="4265811" y="2510242"/>
                </a:lnTo>
                <a:lnTo>
                  <a:pt x="4267836" y="2513480"/>
                </a:lnTo>
                <a:lnTo>
                  <a:pt x="4265811" y="2516719"/>
                </a:lnTo>
                <a:lnTo>
                  <a:pt x="4262168" y="2516719"/>
                </a:lnTo>
                <a:lnTo>
                  <a:pt x="4260144" y="2513480"/>
                </a:lnTo>
                <a:close/>
                <a:moveTo>
                  <a:pt x="4181206" y="2510242"/>
                </a:moveTo>
                <a:lnTo>
                  <a:pt x="4184849" y="2510242"/>
                </a:lnTo>
                <a:lnTo>
                  <a:pt x="4186874" y="2513480"/>
                </a:lnTo>
                <a:lnTo>
                  <a:pt x="4184849" y="2516719"/>
                </a:lnTo>
                <a:lnTo>
                  <a:pt x="4181206" y="2516719"/>
                </a:lnTo>
                <a:lnTo>
                  <a:pt x="4179182" y="2513480"/>
                </a:lnTo>
                <a:close/>
                <a:moveTo>
                  <a:pt x="4585613" y="2509838"/>
                </a:moveTo>
                <a:lnTo>
                  <a:pt x="4589661" y="2509838"/>
                </a:lnTo>
                <a:lnTo>
                  <a:pt x="4591685" y="2513481"/>
                </a:lnTo>
                <a:lnTo>
                  <a:pt x="4589661" y="2517125"/>
                </a:lnTo>
                <a:lnTo>
                  <a:pt x="4585613" y="2517125"/>
                </a:lnTo>
                <a:lnTo>
                  <a:pt x="4583589" y="2513481"/>
                </a:lnTo>
                <a:close/>
                <a:moveTo>
                  <a:pt x="4544728" y="2509838"/>
                </a:moveTo>
                <a:lnTo>
                  <a:pt x="4549181" y="2509838"/>
                </a:lnTo>
                <a:lnTo>
                  <a:pt x="4551205" y="2513481"/>
                </a:lnTo>
                <a:lnTo>
                  <a:pt x="4549181" y="2517125"/>
                </a:lnTo>
                <a:lnTo>
                  <a:pt x="4544728" y="2517125"/>
                </a:lnTo>
                <a:lnTo>
                  <a:pt x="4542704" y="2513481"/>
                </a:lnTo>
                <a:close/>
                <a:moveTo>
                  <a:pt x="4464170" y="2509838"/>
                </a:moveTo>
                <a:lnTo>
                  <a:pt x="4468218" y="2509838"/>
                </a:lnTo>
                <a:lnTo>
                  <a:pt x="4470242" y="2513481"/>
                </a:lnTo>
                <a:lnTo>
                  <a:pt x="4468218" y="2517125"/>
                </a:lnTo>
                <a:lnTo>
                  <a:pt x="4464170" y="2517125"/>
                </a:lnTo>
                <a:lnTo>
                  <a:pt x="4462146" y="2513481"/>
                </a:lnTo>
                <a:close/>
                <a:moveTo>
                  <a:pt x="4342726" y="2509838"/>
                </a:moveTo>
                <a:lnTo>
                  <a:pt x="4346774" y="2509838"/>
                </a:lnTo>
                <a:lnTo>
                  <a:pt x="4348798" y="2513481"/>
                </a:lnTo>
                <a:lnTo>
                  <a:pt x="4346774" y="2517125"/>
                </a:lnTo>
                <a:lnTo>
                  <a:pt x="4342726" y="2517125"/>
                </a:lnTo>
                <a:lnTo>
                  <a:pt x="4340702" y="2513481"/>
                </a:lnTo>
                <a:close/>
                <a:moveTo>
                  <a:pt x="4221282" y="2509838"/>
                </a:moveTo>
                <a:lnTo>
                  <a:pt x="4225330" y="2509838"/>
                </a:lnTo>
                <a:lnTo>
                  <a:pt x="4227354" y="2513481"/>
                </a:lnTo>
                <a:lnTo>
                  <a:pt x="4225330" y="2517125"/>
                </a:lnTo>
                <a:lnTo>
                  <a:pt x="4221282" y="2517125"/>
                </a:lnTo>
                <a:lnTo>
                  <a:pt x="4219258" y="2513481"/>
                </a:lnTo>
                <a:close/>
                <a:moveTo>
                  <a:pt x="4140320" y="2509838"/>
                </a:moveTo>
                <a:lnTo>
                  <a:pt x="4144368" y="2509838"/>
                </a:lnTo>
                <a:lnTo>
                  <a:pt x="4146392" y="2513481"/>
                </a:lnTo>
                <a:lnTo>
                  <a:pt x="4144368" y="2517125"/>
                </a:lnTo>
                <a:lnTo>
                  <a:pt x="4140320" y="2517125"/>
                </a:lnTo>
                <a:lnTo>
                  <a:pt x="4138296" y="2513481"/>
                </a:lnTo>
                <a:close/>
                <a:moveTo>
                  <a:pt x="4382802" y="2509433"/>
                </a:moveTo>
                <a:lnTo>
                  <a:pt x="4387660" y="2509433"/>
                </a:lnTo>
                <a:lnTo>
                  <a:pt x="4390089" y="2513481"/>
                </a:lnTo>
                <a:lnTo>
                  <a:pt x="4387660" y="2517529"/>
                </a:lnTo>
                <a:lnTo>
                  <a:pt x="4382802" y="2517529"/>
                </a:lnTo>
                <a:lnTo>
                  <a:pt x="4380373" y="2513481"/>
                </a:lnTo>
                <a:close/>
                <a:moveTo>
                  <a:pt x="4099839" y="2509433"/>
                </a:moveTo>
                <a:lnTo>
                  <a:pt x="4104292" y="2509433"/>
                </a:lnTo>
                <a:lnTo>
                  <a:pt x="4106720" y="2513481"/>
                </a:lnTo>
                <a:lnTo>
                  <a:pt x="4104292" y="2517529"/>
                </a:lnTo>
                <a:lnTo>
                  <a:pt x="4099839" y="2517529"/>
                </a:lnTo>
                <a:lnTo>
                  <a:pt x="4097410" y="2513481"/>
                </a:lnTo>
                <a:close/>
                <a:moveTo>
                  <a:pt x="4018471" y="2509028"/>
                </a:moveTo>
                <a:lnTo>
                  <a:pt x="4022924" y="2509028"/>
                </a:lnTo>
                <a:cubicBezTo>
                  <a:pt x="4023329" y="2509028"/>
                  <a:pt x="4023733" y="2509028"/>
                  <a:pt x="4024138" y="2509433"/>
                </a:cubicBezTo>
                <a:lnTo>
                  <a:pt x="4026162" y="2513076"/>
                </a:lnTo>
                <a:cubicBezTo>
                  <a:pt x="4026567" y="2513481"/>
                  <a:pt x="4026567" y="2513886"/>
                  <a:pt x="4026162" y="2514291"/>
                </a:cubicBezTo>
                <a:lnTo>
                  <a:pt x="4024138" y="2517934"/>
                </a:lnTo>
                <a:cubicBezTo>
                  <a:pt x="4023733" y="2518339"/>
                  <a:pt x="4023329" y="2518339"/>
                  <a:pt x="4022924" y="2518339"/>
                </a:cubicBezTo>
                <a:lnTo>
                  <a:pt x="4018471" y="2518339"/>
                </a:lnTo>
                <a:cubicBezTo>
                  <a:pt x="4018066" y="2518339"/>
                  <a:pt x="4017661" y="2518339"/>
                  <a:pt x="4017257" y="2517934"/>
                </a:cubicBezTo>
                <a:lnTo>
                  <a:pt x="4015233" y="2514291"/>
                </a:lnTo>
                <a:cubicBezTo>
                  <a:pt x="4014828" y="2513886"/>
                  <a:pt x="4014828" y="2513481"/>
                  <a:pt x="4015233" y="2513076"/>
                </a:cubicBezTo>
                <a:lnTo>
                  <a:pt x="4017257" y="2509433"/>
                </a:lnTo>
                <a:cubicBezTo>
                  <a:pt x="4017661" y="2509433"/>
                  <a:pt x="4018066" y="2509028"/>
                  <a:pt x="4018471" y="2509028"/>
                </a:cubicBezTo>
                <a:close/>
                <a:moveTo>
                  <a:pt x="4058952" y="2508623"/>
                </a:moveTo>
                <a:lnTo>
                  <a:pt x="4063405" y="2508623"/>
                </a:lnTo>
                <a:cubicBezTo>
                  <a:pt x="4063810" y="2508623"/>
                  <a:pt x="4064214" y="2509028"/>
                  <a:pt x="4064619" y="2509432"/>
                </a:cubicBezTo>
                <a:lnTo>
                  <a:pt x="4066643" y="2513076"/>
                </a:lnTo>
                <a:cubicBezTo>
                  <a:pt x="4067048" y="2513481"/>
                  <a:pt x="4067048" y="2513886"/>
                  <a:pt x="4066643" y="2514290"/>
                </a:cubicBezTo>
                <a:lnTo>
                  <a:pt x="4064619" y="2517934"/>
                </a:lnTo>
                <a:cubicBezTo>
                  <a:pt x="4064214" y="2518338"/>
                  <a:pt x="4063810" y="2518338"/>
                  <a:pt x="4063405" y="2518338"/>
                </a:cubicBezTo>
                <a:lnTo>
                  <a:pt x="4058952" y="2518338"/>
                </a:lnTo>
                <a:cubicBezTo>
                  <a:pt x="4058547" y="2518338"/>
                  <a:pt x="4058142" y="2518338"/>
                  <a:pt x="4057738" y="2517934"/>
                </a:cubicBezTo>
                <a:lnTo>
                  <a:pt x="4055714" y="2514290"/>
                </a:lnTo>
                <a:cubicBezTo>
                  <a:pt x="4055309" y="2513886"/>
                  <a:pt x="4055309" y="2513481"/>
                  <a:pt x="4055714" y="2513076"/>
                </a:cubicBezTo>
                <a:lnTo>
                  <a:pt x="4057738" y="2509432"/>
                </a:lnTo>
                <a:cubicBezTo>
                  <a:pt x="4058142" y="2509028"/>
                  <a:pt x="4058547" y="2508623"/>
                  <a:pt x="4058952" y="2508623"/>
                </a:cubicBezTo>
                <a:close/>
                <a:moveTo>
                  <a:pt x="3937509" y="2508623"/>
                </a:moveTo>
                <a:lnTo>
                  <a:pt x="3942366" y="2508623"/>
                </a:lnTo>
                <a:cubicBezTo>
                  <a:pt x="3942771" y="2508623"/>
                  <a:pt x="3943176" y="2508623"/>
                  <a:pt x="3943581" y="2509028"/>
                </a:cubicBezTo>
                <a:lnTo>
                  <a:pt x="3946010" y="2513076"/>
                </a:lnTo>
                <a:cubicBezTo>
                  <a:pt x="3946415" y="2513481"/>
                  <a:pt x="3946415" y="2513886"/>
                  <a:pt x="3946010" y="2514290"/>
                </a:cubicBezTo>
                <a:lnTo>
                  <a:pt x="3943581" y="2518338"/>
                </a:lnTo>
                <a:cubicBezTo>
                  <a:pt x="3943176" y="2518743"/>
                  <a:pt x="3942771" y="2518743"/>
                  <a:pt x="3942366" y="2519148"/>
                </a:cubicBezTo>
                <a:lnTo>
                  <a:pt x="3937509" y="2519148"/>
                </a:lnTo>
                <a:cubicBezTo>
                  <a:pt x="3937104" y="2519148"/>
                  <a:pt x="3936699" y="2518743"/>
                  <a:pt x="3936294" y="2518338"/>
                </a:cubicBezTo>
                <a:lnTo>
                  <a:pt x="3933866" y="2514290"/>
                </a:lnTo>
                <a:cubicBezTo>
                  <a:pt x="3933461" y="2513886"/>
                  <a:pt x="3933461" y="2513481"/>
                  <a:pt x="3933866" y="2513076"/>
                </a:cubicBezTo>
                <a:lnTo>
                  <a:pt x="3936294" y="2509028"/>
                </a:lnTo>
                <a:cubicBezTo>
                  <a:pt x="3936699" y="2509028"/>
                  <a:pt x="3937104" y="2508623"/>
                  <a:pt x="3937509" y="2508623"/>
                </a:cubicBezTo>
                <a:close/>
                <a:moveTo>
                  <a:pt x="3977585" y="2508218"/>
                </a:moveTo>
                <a:lnTo>
                  <a:pt x="3982443" y="2508218"/>
                </a:lnTo>
                <a:cubicBezTo>
                  <a:pt x="3982848" y="2508218"/>
                  <a:pt x="3983252" y="2508623"/>
                  <a:pt x="3983657" y="2509028"/>
                </a:cubicBezTo>
                <a:lnTo>
                  <a:pt x="3986086" y="2513076"/>
                </a:lnTo>
                <a:cubicBezTo>
                  <a:pt x="3986491" y="2513481"/>
                  <a:pt x="3986491" y="2513885"/>
                  <a:pt x="3986086" y="2514290"/>
                </a:cubicBezTo>
                <a:lnTo>
                  <a:pt x="3983657" y="2518338"/>
                </a:lnTo>
                <a:cubicBezTo>
                  <a:pt x="3983657" y="2518743"/>
                  <a:pt x="3983252" y="2518743"/>
                  <a:pt x="3982443" y="2518338"/>
                </a:cubicBezTo>
                <a:lnTo>
                  <a:pt x="3977585" y="2518338"/>
                </a:lnTo>
                <a:cubicBezTo>
                  <a:pt x="3977180" y="2518338"/>
                  <a:pt x="3976775" y="2518338"/>
                  <a:pt x="3976371" y="2517934"/>
                </a:cubicBezTo>
                <a:lnTo>
                  <a:pt x="3973942" y="2513885"/>
                </a:lnTo>
                <a:cubicBezTo>
                  <a:pt x="3973537" y="2513481"/>
                  <a:pt x="3973537" y="2513076"/>
                  <a:pt x="3973942" y="2512671"/>
                </a:cubicBezTo>
                <a:lnTo>
                  <a:pt x="3976371" y="2508623"/>
                </a:lnTo>
                <a:cubicBezTo>
                  <a:pt x="3976775" y="2508623"/>
                  <a:pt x="3977180" y="2508218"/>
                  <a:pt x="3977585" y="2508218"/>
                </a:cubicBezTo>
                <a:close/>
                <a:moveTo>
                  <a:pt x="3896623" y="2508218"/>
                </a:moveTo>
                <a:lnTo>
                  <a:pt x="3901481" y="2508218"/>
                </a:lnTo>
                <a:cubicBezTo>
                  <a:pt x="3901886" y="2508218"/>
                  <a:pt x="3902290" y="2508623"/>
                  <a:pt x="3902695" y="2509028"/>
                </a:cubicBezTo>
                <a:lnTo>
                  <a:pt x="3905124" y="2513076"/>
                </a:lnTo>
                <a:cubicBezTo>
                  <a:pt x="3905529" y="2513481"/>
                  <a:pt x="3905529" y="2513885"/>
                  <a:pt x="3905124" y="2514290"/>
                </a:cubicBezTo>
                <a:lnTo>
                  <a:pt x="3902695" y="2518338"/>
                </a:lnTo>
                <a:cubicBezTo>
                  <a:pt x="3902695" y="2518338"/>
                  <a:pt x="3902290" y="2518743"/>
                  <a:pt x="3901481" y="2519148"/>
                </a:cubicBezTo>
                <a:lnTo>
                  <a:pt x="3896623" y="2519148"/>
                </a:lnTo>
                <a:cubicBezTo>
                  <a:pt x="3896218" y="2519148"/>
                  <a:pt x="3895813" y="2518743"/>
                  <a:pt x="3895409" y="2518338"/>
                </a:cubicBezTo>
                <a:lnTo>
                  <a:pt x="3892980" y="2514290"/>
                </a:lnTo>
                <a:cubicBezTo>
                  <a:pt x="3892575" y="2513885"/>
                  <a:pt x="3892575" y="2513481"/>
                  <a:pt x="3892980" y="2513076"/>
                </a:cubicBezTo>
                <a:lnTo>
                  <a:pt x="3895409" y="2509028"/>
                </a:lnTo>
                <a:cubicBezTo>
                  <a:pt x="3895813" y="2508623"/>
                  <a:pt x="3896218" y="2508218"/>
                  <a:pt x="3896623" y="2508218"/>
                </a:cubicBezTo>
                <a:close/>
                <a:moveTo>
                  <a:pt x="3856546" y="2507409"/>
                </a:moveTo>
                <a:lnTo>
                  <a:pt x="3861403" y="2507409"/>
                </a:lnTo>
                <a:cubicBezTo>
                  <a:pt x="3861808" y="2507409"/>
                  <a:pt x="3862213" y="2507814"/>
                  <a:pt x="3862618" y="2508219"/>
                </a:cubicBezTo>
                <a:lnTo>
                  <a:pt x="3865047" y="2512672"/>
                </a:lnTo>
                <a:cubicBezTo>
                  <a:pt x="3865452" y="2513076"/>
                  <a:pt x="3865452" y="2513481"/>
                  <a:pt x="3865047" y="2513886"/>
                </a:cubicBezTo>
                <a:lnTo>
                  <a:pt x="3862618" y="2518339"/>
                </a:lnTo>
                <a:cubicBezTo>
                  <a:pt x="3862213" y="2518744"/>
                  <a:pt x="3861808" y="2519149"/>
                  <a:pt x="3861403" y="2518744"/>
                </a:cubicBezTo>
                <a:lnTo>
                  <a:pt x="3856546" y="2518744"/>
                </a:lnTo>
                <a:cubicBezTo>
                  <a:pt x="3856141" y="2518744"/>
                  <a:pt x="3855736" y="2518744"/>
                  <a:pt x="3855331" y="2518339"/>
                </a:cubicBezTo>
                <a:lnTo>
                  <a:pt x="3852903" y="2513886"/>
                </a:lnTo>
                <a:cubicBezTo>
                  <a:pt x="3852498" y="2513481"/>
                  <a:pt x="3852498" y="2513076"/>
                  <a:pt x="3852903" y="2512672"/>
                </a:cubicBezTo>
                <a:lnTo>
                  <a:pt x="3855331" y="2508219"/>
                </a:lnTo>
                <a:cubicBezTo>
                  <a:pt x="3855736" y="2507814"/>
                  <a:pt x="3856141" y="2507409"/>
                  <a:pt x="3856546" y="2507409"/>
                </a:cubicBezTo>
                <a:close/>
                <a:moveTo>
                  <a:pt x="3815256" y="2507409"/>
                </a:moveTo>
                <a:lnTo>
                  <a:pt x="3820923" y="2507409"/>
                </a:lnTo>
                <a:cubicBezTo>
                  <a:pt x="3821328" y="2507409"/>
                  <a:pt x="3821733" y="2507409"/>
                  <a:pt x="3822138" y="2507814"/>
                </a:cubicBezTo>
                <a:lnTo>
                  <a:pt x="3824971" y="2512672"/>
                </a:lnTo>
                <a:cubicBezTo>
                  <a:pt x="3825376" y="2513076"/>
                  <a:pt x="3825376" y="2513481"/>
                  <a:pt x="3824971" y="2513886"/>
                </a:cubicBezTo>
                <a:lnTo>
                  <a:pt x="3822138" y="2518744"/>
                </a:lnTo>
                <a:cubicBezTo>
                  <a:pt x="3822138" y="2519149"/>
                  <a:pt x="3821733" y="2519553"/>
                  <a:pt x="3820923" y="2519553"/>
                </a:cubicBezTo>
                <a:lnTo>
                  <a:pt x="3815256" y="2519553"/>
                </a:lnTo>
                <a:cubicBezTo>
                  <a:pt x="3814851" y="2519553"/>
                  <a:pt x="3814446" y="2519149"/>
                  <a:pt x="3814042" y="2518744"/>
                </a:cubicBezTo>
                <a:lnTo>
                  <a:pt x="3811208" y="2513886"/>
                </a:lnTo>
                <a:cubicBezTo>
                  <a:pt x="3810803" y="2513481"/>
                  <a:pt x="3810803" y="2513076"/>
                  <a:pt x="3811208" y="2512672"/>
                </a:cubicBezTo>
                <a:lnTo>
                  <a:pt x="3814042" y="2507814"/>
                </a:lnTo>
                <a:cubicBezTo>
                  <a:pt x="3814446" y="2507814"/>
                  <a:pt x="3814851" y="2507409"/>
                  <a:pt x="3815256" y="2507409"/>
                </a:cubicBezTo>
                <a:close/>
                <a:moveTo>
                  <a:pt x="3774369" y="2507004"/>
                </a:moveTo>
                <a:lnTo>
                  <a:pt x="3781251" y="2507004"/>
                </a:lnTo>
                <a:cubicBezTo>
                  <a:pt x="3781656" y="2507004"/>
                  <a:pt x="3782061" y="2507004"/>
                  <a:pt x="3782466" y="2507409"/>
                </a:cubicBezTo>
                <a:lnTo>
                  <a:pt x="3785704" y="2513076"/>
                </a:lnTo>
                <a:cubicBezTo>
                  <a:pt x="3786109" y="2513481"/>
                  <a:pt x="3786109" y="2513886"/>
                  <a:pt x="3785704" y="2514291"/>
                </a:cubicBezTo>
                <a:lnTo>
                  <a:pt x="3782466" y="2519958"/>
                </a:lnTo>
                <a:cubicBezTo>
                  <a:pt x="3782061" y="2520363"/>
                  <a:pt x="3781656" y="2520363"/>
                  <a:pt x="3781251" y="2520768"/>
                </a:cubicBezTo>
                <a:lnTo>
                  <a:pt x="3774369" y="2520768"/>
                </a:lnTo>
                <a:cubicBezTo>
                  <a:pt x="3773965" y="2520768"/>
                  <a:pt x="3773560" y="2520363"/>
                  <a:pt x="3773155" y="2519958"/>
                </a:cubicBezTo>
                <a:lnTo>
                  <a:pt x="3769917" y="2514291"/>
                </a:lnTo>
                <a:cubicBezTo>
                  <a:pt x="3769512" y="2513886"/>
                  <a:pt x="3769512" y="2513481"/>
                  <a:pt x="3769917" y="2513076"/>
                </a:cubicBezTo>
                <a:lnTo>
                  <a:pt x="3773155" y="2507409"/>
                </a:lnTo>
                <a:cubicBezTo>
                  <a:pt x="3773560" y="2507409"/>
                  <a:pt x="3773965" y="2507004"/>
                  <a:pt x="3774369" y="2507004"/>
                </a:cubicBezTo>
                <a:close/>
                <a:moveTo>
                  <a:pt x="3733887" y="2505384"/>
                </a:moveTo>
                <a:lnTo>
                  <a:pt x="3741174" y="2505384"/>
                </a:lnTo>
                <a:cubicBezTo>
                  <a:pt x="3741579" y="2505384"/>
                  <a:pt x="3741984" y="2505789"/>
                  <a:pt x="3742388" y="2506194"/>
                </a:cubicBezTo>
                <a:lnTo>
                  <a:pt x="3746032" y="2512671"/>
                </a:lnTo>
                <a:cubicBezTo>
                  <a:pt x="3746437" y="2513076"/>
                  <a:pt x="3746437" y="2513480"/>
                  <a:pt x="3746032" y="2513885"/>
                </a:cubicBezTo>
                <a:lnTo>
                  <a:pt x="3742388" y="2520362"/>
                </a:lnTo>
                <a:cubicBezTo>
                  <a:pt x="3741984" y="2520767"/>
                  <a:pt x="3741579" y="2521172"/>
                  <a:pt x="3741174" y="2520767"/>
                </a:cubicBezTo>
                <a:lnTo>
                  <a:pt x="3733887" y="2520767"/>
                </a:lnTo>
                <a:cubicBezTo>
                  <a:pt x="3733483" y="2520767"/>
                  <a:pt x="3733078" y="2520767"/>
                  <a:pt x="3732673" y="2520362"/>
                </a:cubicBezTo>
                <a:lnTo>
                  <a:pt x="3729030" y="2513885"/>
                </a:lnTo>
                <a:cubicBezTo>
                  <a:pt x="3728625" y="2513480"/>
                  <a:pt x="3728625" y="2513076"/>
                  <a:pt x="3729030" y="2512671"/>
                </a:cubicBezTo>
                <a:lnTo>
                  <a:pt x="3732673" y="2506194"/>
                </a:lnTo>
                <a:cubicBezTo>
                  <a:pt x="3733078" y="2505789"/>
                  <a:pt x="3733483" y="2505384"/>
                  <a:pt x="3733887" y="2505384"/>
                </a:cubicBezTo>
                <a:close/>
                <a:moveTo>
                  <a:pt x="3693002" y="2504575"/>
                </a:moveTo>
                <a:lnTo>
                  <a:pt x="3701099" y="2504575"/>
                </a:lnTo>
                <a:cubicBezTo>
                  <a:pt x="3701503" y="2504575"/>
                  <a:pt x="3701908" y="2504980"/>
                  <a:pt x="3702313" y="2505384"/>
                </a:cubicBezTo>
                <a:lnTo>
                  <a:pt x="3706361" y="2512671"/>
                </a:lnTo>
                <a:cubicBezTo>
                  <a:pt x="3706766" y="2513076"/>
                  <a:pt x="3706766" y="2513481"/>
                  <a:pt x="3706361" y="2513886"/>
                </a:cubicBezTo>
                <a:lnTo>
                  <a:pt x="3702313" y="2521172"/>
                </a:lnTo>
                <a:cubicBezTo>
                  <a:pt x="3701908" y="2521577"/>
                  <a:pt x="3701503" y="2521982"/>
                  <a:pt x="3701099" y="2521982"/>
                </a:cubicBezTo>
                <a:lnTo>
                  <a:pt x="3693002" y="2521982"/>
                </a:lnTo>
                <a:cubicBezTo>
                  <a:pt x="3692598" y="2521982"/>
                  <a:pt x="3692192" y="2521577"/>
                  <a:pt x="3691788" y="2521172"/>
                </a:cubicBezTo>
                <a:lnTo>
                  <a:pt x="3687740" y="2513886"/>
                </a:lnTo>
                <a:cubicBezTo>
                  <a:pt x="3687335" y="2513481"/>
                  <a:pt x="3687335" y="2513076"/>
                  <a:pt x="3687740" y="2512671"/>
                </a:cubicBezTo>
                <a:lnTo>
                  <a:pt x="3691788" y="2505384"/>
                </a:lnTo>
                <a:cubicBezTo>
                  <a:pt x="3692192" y="2504980"/>
                  <a:pt x="3692598" y="2504575"/>
                  <a:pt x="3693002" y="2504575"/>
                </a:cubicBezTo>
                <a:close/>
                <a:moveTo>
                  <a:pt x="3651711" y="2503360"/>
                </a:moveTo>
                <a:lnTo>
                  <a:pt x="3661426" y="2503360"/>
                </a:lnTo>
                <a:cubicBezTo>
                  <a:pt x="3661831" y="2503360"/>
                  <a:pt x="3662236" y="2503765"/>
                  <a:pt x="3662641" y="2504170"/>
                </a:cubicBezTo>
                <a:lnTo>
                  <a:pt x="3667499" y="2512671"/>
                </a:lnTo>
                <a:cubicBezTo>
                  <a:pt x="3667903" y="2513076"/>
                  <a:pt x="3667903" y="2513480"/>
                  <a:pt x="3667499" y="2513885"/>
                </a:cubicBezTo>
                <a:lnTo>
                  <a:pt x="3662641" y="2522386"/>
                </a:lnTo>
                <a:cubicBezTo>
                  <a:pt x="3662236" y="2522791"/>
                  <a:pt x="3661831" y="2523196"/>
                  <a:pt x="3661426" y="2523196"/>
                </a:cubicBezTo>
                <a:lnTo>
                  <a:pt x="3651711" y="2523196"/>
                </a:lnTo>
                <a:cubicBezTo>
                  <a:pt x="3651306" y="2523196"/>
                  <a:pt x="3650901" y="2522791"/>
                  <a:pt x="3650497" y="2522386"/>
                </a:cubicBezTo>
                <a:lnTo>
                  <a:pt x="3645639" y="2513885"/>
                </a:lnTo>
                <a:cubicBezTo>
                  <a:pt x="3645234" y="2513480"/>
                  <a:pt x="3645234" y="2513076"/>
                  <a:pt x="3645639" y="2512671"/>
                </a:cubicBezTo>
                <a:lnTo>
                  <a:pt x="3650497" y="2504170"/>
                </a:lnTo>
                <a:cubicBezTo>
                  <a:pt x="3650901" y="2503765"/>
                  <a:pt x="3651306" y="2503360"/>
                  <a:pt x="3651711" y="2503360"/>
                </a:cubicBezTo>
                <a:close/>
                <a:moveTo>
                  <a:pt x="3529457" y="2503360"/>
                </a:moveTo>
                <a:lnTo>
                  <a:pt x="3540387" y="2503360"/>
                </a:lnTo>
                <a:cubicBezTo>
                  <a:pt x="3540792" y="2503360"/>
                  <a:pt x="3541197" y="2503360"/>
                  <a:pt x="3541602" y="2503765"/>
                </a:cubicBezTo>
                <a:lnTo>
                  <a:pt x="3546865" y="2513076"/>
                </a:lnTo>
                <a:cubicBezTo>
                  <a:pt x="3547269" y="2513480"/>
                  <a:pt x="3547269" y="2513885"/>
                  <a:pt x="3546865" y="2514290"/>
                </a:cubicBezTo>
                <a:lnTo>
                  <a:pt x="3541602" y="2523601"/>
                </a:lnTo>
                <a:cubicBezTo>
                  <a:pt x="3541319" y="2523872"/>
                  <a:pt x="3540913" y="2524006"/>
                  <a:pt x="3540387" y="2524006"/>
                </a:cubicBezTo>
                <a:lnTo>
                  <a:pt x="3529457" y="2524006"/>
                </a:lnTo>
                <a:cubicBezTo>
                  <a:pt x="3529053" y="2524006"/>
                  <a:pt x="3528648" y="2524006"/>
                  <a:pt x="3528243" y="2523601"/>
                </a:cubicBezTo>
                <a:lnTo>
                  <a:pt x="3522981" y="2514290"/>
                </a:lnTo>
                <a:cubicBezTo>
                  <a:pt x="3522576" y="2513885"/>
                  <a:pt x="3522576" y="2513480"/>
                  <a:pt x="3522981" y="2513076"/>
                </a:cubicBezTo>
                <a:lnTo>
                  <a:pt x="3528243" y="2503765"/>
                </a:lnTo>
                <a:cubicBezTo>
                  <a:pt x="3528648" y="2503765"/>
                  <a:pt x="3529053" y="2503360"/>
                  <a:pt x="3529457" y="2503360"/>
                </a:cubicBezTo>
                <a:close/>
                <a:moveTo>
                  <a:pt x="3488976" y="2503360"/>
                </a:moveTo>
                <a:lnTo>
                  <a:pt x="3499501" y="2503360"/>
                </a:lnTo>
                <a:cubicBezTo>
                  <a:pt x="3499906" y="2503360"/>
                  <a:pt x="3500311" y="2503765"/>
                  <a:pt x="3500716" y="2504170"/>
                </a:cubicBezTo>
                <a:lnTo>
                  <a:pt x="3505978" y="2513076"/>
                </a:lnTo>
                <a:cubicBezTo>
                  <a:pt x="3506384" y="2513480"/>
                  <a:pt x="3506384" y="2513885"/>
                  <a:pt x="3505978" y="2514290"/>
                </a:cubicBezTo>
                <a:lnTo>
                  <a:pt x="3500716" y="2523196"/>
                </a:lnTo>
                <a:cubicBezTo>
                  <a:pt x="3500716" y="2523601"/>
                  <a:pt x="3500311" y="2523601"/>
                  <a:pt x="3499501" y="2524006"/>
                </a:cubicBezTo>
                <a:lnTo>
                  <a:pt x="3488976" y="2524006"/>
                </a:lnTo>
                <a:cubicBezTo>
                  <a:pt x="3488572" y="2524006"/>
                  <a:pt x="3488167" y="2523601"/>
                  <a:pt x="3487762" y="2523196"/>
                </a:cubicBezTo>
                <a:lnTo>
                  <a:pt x="3482500" y="2514290"/>
                </a:lnTo>
                <a:cubicBezTo>
                  <a:pt x="3482095" y="2513885"/>
                  <a:pt x="3482095" y="2513480"/>
                  <a:pt x="3482500" y="2513076"/>
                </a:cubicBezTo>
                <a:lnTo>
                  <a:pt x="3487762" y="2504170"/>
                </a:lnTo>
                <a:cubicBezTo>
                  <a:pt x="3488167" y="2503765"/>
                  <a:pt x="3488572" y="2503360"/>
                  <a:pt x="3488976" y="2503360"/>
                </a:cubicBezTo>
                <a:close/>
                <a:moveTo>
                  <a:pt x="3610824" y="2502551"/>
                </a:moveTo>
                <a:lnTo>
                  <a:pt x="3621349" y="2502551"/>
                </a:lnTo>
                <a:cubicBezTo>
                  <a:pt x="3621755" y="2502551"/>
                  <a:pt x="3622159" y="2502956"/>
                  <a:pt x="3622564" y="2503360"/>
                </a:cubicBezTo>
                <a:lnTo>
                  <a:pt x="3627827" y="2512671"/>
                </a:lnTo>
                <a:cubicBezTo>
                  <a:pt x="3628232" y="2513076"/>
                  <a:pt x="3628232" y="2513481"/>
                  <a:pt x="3627827" y="2513886"/>
                </a:cubicBezTo>
                <a:lnTo>
                  <a:pt x="3622564" y="2523196"/>
                </a:lnTo>
                <a:cubicBezTo>
                  <a:pt x="3622159" y="2523601"/>
                  <a:pt x="3621755" y="2524006"/>
                  <a:pt x="3621349" y="2523601"/>
                </a:cubicBezTo>
                <a:lnTo>
                  <a:pt x="3610824" y="2523601"/>
                </a:lnTo>
                <a:cubicBezTo>
                  <a:pt x="3610420" y="2523601"/>
                  <a:pt x="3610015" y="2523601"/>
                  <a:pt x="3609610" y="2523196"/>
                </a:cubicBezTo>
                <a:lnTo>
                  <a:pt x="3604348" y="2513886"/>
                </a:lnTo>
                <a:cubicBezTo>
                  <a:pt x="3603943" y="2513481"/>
                  <a:pt x="3603943" y="2513076"/>
                  <a:pt x="3604348" y="2512671"/>
                </a:cubicBezTo>
                <a:lnTo>
                  <a:pt x="3609610" y="2503360"/>
                </a:lnTo>
                <a:cubicBezTo>
                  <a:pt x="3610015" y="2502956"/>
                  <a:pt x="3610420" y="2502551"/>
                  <a:pt x="3610824" y="2502551"/>
                </a:cubicBezTo>
                <a:close/>
                <a:moveTo>
                  <a:pt x="3569939" y="2502146"/>
                </a:moveTo>
                <a:lnTo>
                  <a:pt x="3580868" y="2502146"/>
                </a:lnTo>
                <a:cubicBezTo>
                  <a:pt x="3581273" y="2502146"/>
                  <a:pt x="3581678" y="2502551"/>
                  <a:pt x="3582083" y="2502956"/>
                </a:cubicBezTo>
                <a:lnTo>
                  <a:pt x="3587750" y="2512671"/>
                </a:lnTo>
                <a:cubicBezTo>
                  <a:pt x="3588155" y="2513076"/>
                  <a:pt x="3588155" y="2513481"/>
                  <a:pt x="3587750" y="2513886"/>
                </a:cubicBezTo>
                <a:lnTo>
                  <a:pt x="3582083" y="2523601"/>
                </a:lnTo>
                <a:cubicBezTo>
                  <a:pt x="3582083" y="2524006"/>
                  <a:pt x="3581678" y="2524411"/>
                  <a:pt x="3580868" y="2524006"/>
                </a:cubicBezTo>
                <a:lnTo>
                  <a:pt x="3569939" y="2524006"/>
                </a:lnTo>
                <a:cubicBezTo>
                  <a:pt x="3569534" y="2524006"/>
                  <a:pt x="3569129" y="2524006"/>
                  <a:pt x="3568724" y="2523601"/>
                </a:cubicBezTo>
                <a:lnTo>
                  <a:pt x="3563057" y="2513886"/>
                </a:lnTo>
                <a:cubicBezTo>
                  <a:pt x="3562652" y="2513481"/>
                  <a:pt x="3562652" y="2513076"/>
                  <a:pt x="3563057" y="2512671"/>
                </a:cubicBezTo>
                <a:lnTo>
                  <a:pt x="3568724" y="2502956"/>
                </a:lnTo>
                <a:cubicBezTo>
                  <a:pt x="3569129" y="2502551"/>
                  <a:pt x="3569534" y="2502146"/>
                  <a:pt x="3569939" y="2502146"/>
                </a:cubicBezTo>
                <a:close/>
                <a:moveTo>
                  <a:pt x="4261763" y="2470166"/>
                </a:moveTo>
                <a:lnTo>
                  <a:pt x="4265407" y="2470166"/>
                </a:lnTo>
                <a:lnTo>
                  <a:pt x="4267026" y="2472999"/>
                </a:lnTo>
                <a:lnTo>
                  <a:pt x="4265407" y="2475833"/>
                </a:lnTo>
                <a:lnTo>
                  <a:pt x="4261763" y="2475833"/>
                </a:lnTo>
                <a:lnTo>
                  <a:pt x="4260144" y="2472999"/>
                </a:lnTo>
                <a:close/>
                <a:moveTo>
                  <a:pt x="4221282" y="2470166"/>
                </a:moveTo>
                <a:lnTo>
                  <a:pt x="4224926" y="2470166"/>
                </a:lnTo>
                <a:lnTo>
                  <a:pt x="4226545" y="2472999"/>
                </a:lnTo>
                <a:lnTo>
                  <a:pt x="4224926" y="2475833"/>
                </a:lnTo>
                <a:lnTo>
                  <a:pt x="4221282" y="2475833"/>
                </a:lnTo>
                <a:lnTo>
                  <a:pt x="4219663" y="2472999"/>
                </a:lnTo>
                <a:close/>
                <a:moveTo>
                  <a:pt x="4666576" y="2469761"/>
                </a:moveTo>
                <a:lnTo>
                  <a:pt x="4670220" y="2469761"/>
                </a:lnTo>
                <a:lnTo>
                  <a:pt x="4671839" y="2472999"/>
                </a:lnTo>
                <a:lnTo>
                  <a:pt x="4670220" y="2476238"/>
                </a:lnTo>
                <a:lnTo>
                  <a:pt x="4666576" y="2476238"/>
                </a:lnTo>
                <a:lnTo>
                  <a:pt x="4664957" y="2472999"/>
                </a:lnTo>
                <a:close/>
                <a:moveTo>
                  <a:pt x="4464170" y="2469761"/>
                </a:moveTo>
                <a:lnTo>
                  <a:pt x="4468218" y="2469761"/>
                </a:lnTo>
                <a:lnTo>
                  <a:pt x="4470242" y="2472999"/>
                </a:lnTo>
                <a:lnTo>
                  <a:pt x="4468218" y="2476238"/>
                </a:lnTo>
                <a:lnTo>
                  <a:pt x="4464170" y="2476238"/>
                </a:lnTo>
                <a:lnTo>
                  <a:pt x="4462146" y="2472999"/>
                </a:lnTo>
                <a:close/>
                <a:moveTo>
                  <a:pt x="4302245" y="2469761"/>
                </a:moveTo>
                <a:lnTo>
                  <a:pt x="4306293" y="2469761"/>
                </a:lnTo>
                <a:lnTo>
                  <a:pt x="4308317" y="2472999"/>
                </a:lnTo>
                <a:lnTo>
                  <a:pt x="4306293" y="2476238"/>
                </a:lnTo>
                <a:lnTo>
                  <a:pt x="4302245" y="2476238"/>
                </a:lnTo>
                <a:lnTo>
                  <a:pt x="4300221" y="2472999"/>
                </a:lnTo>
                <a:close/>
                <a:moveTo>
                  <a:pt x="4180801" y="2469761"/>
                </a:moveTo>
                <a:lnTo>
                  <a:pt x="4184849" y="2469761"/>
                </a:lnTo>
                <a:lnTo>
                  <a:pt x="4186873" y="2472999"/>
                </a:lnTo>
                <a:lnTo>
                  <a:pt x="4184849" y="2476238"/>
                </a:lnTo>
                <a:lnTo>
                  <a:pt x="4180801" y="2476238"/>
                </a:lnTo>
                <a:lnTo>
                  <a:pt x="4178777" y="2472999"/>
                </a:lnTo>
                <a:close/>
                <a:moveTo>
                  <a:pt x="4140320" y="2469761"/>
                </a:moveTo>
                <a:lnTo>
                  <a:pt x="4144368" y="2469761"/>
                </a:lnTo>
                <a:lnTo>
                  <a:pt x="4146392" y="2472999"/>
                </a:lnTo>
                <a:lnTo>
                  <a:pt x="4144368" y="2476238"/>
                </a:lnTo>
                <a:lnTo>
                  <a:pt x="4140320" y="2476238"/>
                </a:lnTo>
                <a:lnTo>
                  <a:pt x="4138296" y="2472999"/>
                </a:lnTo>
                <a:close/>
                <a:moveTo>
                  <a:pt x="4626095" y="2469356"/>
                </a:moveTo>
                <a:lnTo>
                  <a:pt x="4630143" y="2469356"/>
                </a:lnTo>
                <a:lnTo>
                  <a:pt x="4632167" y="2472999"/>
                </a:lnTo>
                <a:lnTo>
                  <a:pt x="4630143" y="2476643"/>
                </a:lnTo>
                <a:lnTo>
                  <a:pt x="4626095" y="2476643"/>
                </a:lnTo>
                <a:lnTo>
                  <a:pt x="4624071" y="2472999"/>
                </a:lnTo>
                <a:close/>
                <a:moveTo>
                  <a:pt x="4585613" y="2469356"/>
                </a:moveTo>
                <a:lnTo>
                  <a:pt x="4589661" y="2469356"/>
                </a:lnTo>
                <a:lnTo>
                  <a:pt x="4591685" y="2472999"/>
                </a:lnTo>
                <a:lnTo>
                  <a:pt x="4589661" y="2476643"/>
                </a:lnTo>
                <a:lnTo>
                  <a:pt x="4585613" y="2476643"/>
                </a:lnTo>
                <a:lnTo>
                  <a:pt x="4583589" y="2472999"/>
                </a:lnTo>
                <a:close/>
                <a:moveTo>
                  <a:pt x="4544728" y="2469356"/>
                </a:moveTo>
                <a:lnTo>
                  <a:pt x="4549181" y="2469356"/>
                </a:lnTo>
                <a:lnTo>
                  <a:pt x="4551205" y="2472999"/>
                </a:lnTo>
                <a:lnTo>
                  <a:pt x="4549181" y="2476643"/>
                </a:lnTo>
                <a:lnTo>
                  <a:pt x="4544728" y="2476643"/>
                </a:lnTo>
                <a:lnTo>
                  <a:pt x="4542704" y="2472999"/>
                </a:lnTo>
                <a:close/>
                <a:moveTo>
                  <a:pt x="4504651" y="2469356"/>
                </a:moveTo>
                <a:lnTo>
                  <a:pt x="4508699" y="2469356"/>
                </a:lnTo>
                <a:lnTo>
                  <a:pt x="4510723" y="2472999"/>
                </a:lnTo>
                <a:lnTo>
                  <a:pt x="4508699" y="2476643"/>
                </a:lnTo>
                <a:lnTo>
                  <a:pt x="4504651" y="2476643"/>
                </a:lnTo>
                <a:lnTo>
                  <a:pt x="4502627" y="2472999"/>
                </a:lnTo>
                <a:close/>
                <a:moveTo>
                  <a:pt x="4423688" y="2469356"/>
                </a:moveTo>
                <a:lnTo>
                  <a:pt x="4427736" y="2469356"/>
                </a:lnTo>
                <a:lnTo>
                  <a:pt x="4429760" y="2472999"/>
                </a:lnTo>
                <a:lnTo>
                  <a:pt x="4427736" y="2476643"/>
                </a:lnTo>
                <a:lnTo>
                  <a:pt x="4423688" y="2476643"/>
                </a:lnTo>
                <a:lnTo>
                  <a:pt x="4421664" y="2472999"/>
                </a:lnTo>
                <a:close/>
                <a:moveTo>
                  <a:pt x="4382803" y="2469356"/>
                </a:moveTo>
                <a:lnTo>
                  <a:pt x="4387256" y="2469356"/>
                </a:lnTo>
                <a:lnTo>
                  <a:pt x="4389280" y="2472999"/>
                </a:lnTo>
                <a:lnTo>
                  <a:pt x="4387256" y="2476643"/>
                </a:lnTo>
                <a:lnTo>
                  <a:pt x="4382803" y="2476643"/>
                </a:lnTo>
                <a:lnTo>
                  <a:pt x="4380779" y="2472999"/>
                </a:lnTo>
                <a:close/>
                <a:moveTo>
                  <a:pt x="4342726" y="2469356"/>
                </a:moveTo>
                <a:lnTo>
                  <a:pt x="4346774" y="2469356"/>
                </a:lnTo>
                <a:lnTo>
                  <a:pt x="4348798" y="2472999"/>
                </a:lnTo>
                <a:lnTo>
                  <a:pt x="4346774" y="2476643"/>
                </a:lnTo>
                <a:lnTo>
                  <a:pt x="4342726" y="2476643"/>
                </a:lnTo>
                <a:lnTo>
                  <a:pt x="4340702" y="2472999"/>
                </a:lnTo>
                <a:close/>
                <a:moveTo>
                  <a:pt x="4059358" y="2468547"/>
                </a:moveTo>
                <a:lnTo>
                  <a:pt x="4063001" y="2468547"/>
                </a:lnTo>
                <a:cubicBezTo>
                  <a:pt x="4063406" y="2468547"/>
                  <a:pt x="4063810" y="2468547"/>
                  <a:pt x="4064215" y="2468952"/>
                </a:cubicBezTo>
                <a:lnTo>
                  <a:pt x="4065834" y="2472190"/>
                </a:lnTo>
                <a:cubicBezTo>
                  <a:pt x="4066239" y="2472595"/>
                  <a:pt x="4066239" y="2473000"/>
                  <a:pt x="4065834" y="2473405"/>
                </a:cubicBezTo>
                <a:lnTo>
                  <a:pt x="4064215" y="2476643"/>
                </a:lnTo>
                <a:cubicBezTo>
                  <a:pt x="4064215" y="2477048"/>
                  <a:pt x="4063810" y="2477453"/>
                  <a:pt x="4063001" y="2477858"/>
                </a:cubicBezTo>
                <a:lnTo>
                  <a:pt x="4059358" y="2477858"/>
                </a:lnTo>
                <a:cubicBezTo>
                  <a:pt x="4058953" y="2477858"/>
                  <a:pt x="4058548" y="2477453"/>
                  <a:pt x="4058143" y="2477048"/>
                </a:cubicBezTo>
                <a:lnTo>
                  <a:pt x="4056524" y="2473810"/>
                </a:lnTo>
                <a:cubicBezTo>
                  <a:pt x="4056119" y="2473405"/>
                  <a:pt x="4056119" y="2473000"/>
                  <a:pt x="4056524" y="2472595"/>
                </a:cubicBezTo>
                <a:lnTo>
                  <a:pt x="4058143" y="2469357"/>
                </a:lnTo>
                <a:cubicBezTo>
                  <a:pt x="4058548" y="2468952"/>
                  <a:pt x="4058953" y="2468547"/>
                  <a:pt x="4059358" y="2468547"/>
                </a:cubicBezTo>
                <a:close/>
                <a:moveTo>
                  <a:pt x="4099839" y="2468142"/>
                </a:moveTo>
                <a:lnTo>
                  <a:pt x="4103482" y="2468142"/>
                </a:lnTo>
                <a:cubicBezTo>
                  <a:pt x="4103887" y="2468142"/>
                  <a:pt x="4104291" y="2468547"/>
                  <a:pt x="4104696" y="2468951"/>
                </a:cubicBezTo>
                <a:lnTo>
                  <a:pt x="4106315" y="2472190"/>
                </a:lnTo>
                <a:cubicBezTo>
                  <a:pt x="4106720" y="2472595"/>
                  <a:pt x="4106720" y="2473000"/>
                  <a:pt x="4106315" y="2473405"/>
                </a:cubicBezTo>
                <a:lnTo>
                  <a:pt x="4104696" y="2476643"/>
                </a:lnTo>
                <a:cubicBezTo>
                  <a:pt x="4104291" y="2477048"/>
                  <a:pt x="4103887" y="2477453"/>
                  <a:pt x="4103482" y="2477453"/>
                </a:cubicBezTo>
                <a:lnTo>
                  <a:pt x="4099839" y="2477453"/>
                </a:lnTo>
                <a:cubicBezTo>
                  <a:pt x="4099434" y="2477453"/>
                  <a:pt x="4099029" y="2477048"/>
                  <a:pt x="4098624" y="2476643"/>
                </a:cubicBezTo>
                <a:lnTo>
                  <a:pt x="4097005" y="2473405"/>
                </a:lnTo>
                <a:cubicBezTo>
                  <a:pt x="4096600" y="2473000"/>
                  <a:pt x="4096600" y="2472595"/>
                  <a:pt x="4097005" y="2472190"/>
                </a:cubicBezTo>
                <a:lnTo>
                  <a:pt x="4098624" y="2468951"/>
                </a:lnTo>
                <a:cubicBezTo>
                  <a:pt x="4099029" y="2468547"/>
                  <a:pt x="4099434" y="2468142"/>
                  <a:pt x="4099839" y="2468142"/>
                </a:cubicBezTo>
                <a:close/>
                <a:moveTo>
                  <a:pt x="3977990" y="2468142"/>
                </a:moveTo>
                <a:lnTo>
                  <a:pt x="3982443" y="2468142"/>
                </a:lnTo>
                <a:cubicBezTo>
                  <a:pt x="3982848" y="2468142"/>
                  <a:pt x="3983252" y="2468547"/>
                  <a:pt x="3983657" y="2468951"/>
                </a:cubicBezTo>
                <a:lnTo>
                  <a:pt x="3985681" y="2472595"/>
                </a:lnTo>
                <a:cubicBezTo>
                  <a:pt x="3986086" y="2473000"/>
                  <a:pt x="3986086" y="2473405"/>
                  <a:pt x="3985681" y="2473809"/>
                </a:cubicBezTo>
                <a:lnTo>
                  <a:pt x="3983657" y="2477453"/>
                </a:lnTo>
                <a:cubicBezTo>
                  <a:pt x="3983252" y="2477857"/>
                  <a:pt x="3982848" y="2477857"/>
                  <a:pt x="3982443" y="2477857"/>
                </a:cubicBezTo>
                <a:lnTo>
                  <a:pt x="3977990" y="2477857"/>
                </a:lnTo>
                <a:cubicBezTo>
                  <a:pt x="3977585" y="2477857"/>
                  <a:pt x="3977180" y="2477857"/>
                  <a:pt x="3976776" y="2477453"/>
                </a:cubicBezTo>
                <a:lnTo>
                  <a:pt x="3974752" y="2473809"/>
                </a:lnTo>
                <a:cubicBezTo>
                  <a:pt x="3974347" y="2473405"/>
                  <a:pt x="3974347" y="2473000"/>
                  <a:pt x="3974752" y="2472595"/>
                </a:cubicBezTo>
                <a:lnTo>
                  <a:pt x="3976776" y="2468951"/>
                </a:lnTo>
                <a:cubicBezTo>
                  <a:pt x="3977180" y="2468547"/>
                  <a:pt x="3977585" y="2468142"/>
                  <a:pt x="3977990" y="2468142"/>
                </a:cubicBezTo>
                <a:close/>
                <a:moveTo>
                  <a:pt x="3937913" y="2468142"/>
                </a:moveTo>
                <a:lnTo>
                  <a:pt x="3941557" y="2468142"/>
                </a:lnTo>
                <a:cubicBezTo>
                  <a:pt x="3941961" y="2468142"/>
                  <a:pt x="3942366" y="2468547"/>
                  <a:pt x="3942771" y="2468951"/>
                </a:cubicBezTo>
                <a:lnTo>
                  <a:pt x="3944795" y="2472190"/>
                </a:lnTo>
                <a:cubicBezTo>
                  <a:pt x="3945200" y="2472595"/>
                  <a:pt x="3945200" y="2473000"/>
                  <a:pt x="3944795" y="2473405"/>
                </a:cubicBezTo>
                <a:lnTo>
                  <a:pt x="3942771" y="2476643"/>
                </a:lnTo>
                <a:cubicBezTo>
                  <a:pt x="3942771" y="2477048"/>
                  <a:pt x="3942366" y="2477453"/>
                  <a:pt x="3941557" y="2477453"/>
                </a:cubicBezTo>
                <a:lnTo>
                  <a:pt x="3937913" y="2477453"/>
                </a:lnTo>
                <a:cubicBezTo>
                  <a:pt x="3937509" y="2477453"/>
                  <a:pt x="3937103" y="2477048"/>
                  <a:pt x="3936699" y="2476643"/>
                </a:cubicBezTo>
                <a:lnTo>
                  <a:pt x="3934675" y="2473405"/>
                </a:lnTo>
                <a:cubicBezTo>
                  <a:pt x="3934270" y="2473000"/>
                  <a:pt x="3934270" y="2472595"/>
                  <a:pt x="3934675" y="2472190"/>
                </a:cubicBezTo>
                <a:lnTo>
                  <a:pt x="3936699" y="2468951"/>
                </a:lnTo>
                <a:cubicBezTo>
                  <a:pt x="3937103" y="2468547"/>
                  <a:pt x="3937509" y="2468142"/>
                  <a:pt x="3937913" y="2468142"/>
                </a:cubicBezTo>
                <a:close/>
                <a:moveTo>
                  <a:pt x="3897027" y="2468142"/>
                </a:moveTo>
                <a:lnTo>
                  <a:pt x="3901480" y="2468142"/>
                </a:lnTo>
                <a:cubicBezTo>
                  <a:pt x="3901885" y="2468142"/>
                  <a:pt x="3902289" y="2468547"/>
                  <a:pt x="3902694" y="2468951"/>
                </a:cubicBezTo>
                <a:lnTo>
                  <a:pt x="3904718" y="2472595"/>
                </a:lnTo>
                <a:cubicBezTo>
                  <a:pt x="3905123" y="2473000"/>
                  <a:pt x="3905123" y="2473405"/>
                  <a:pt x="3904718" y="2473809"/>
                </a:cubicBezTo>
                <a:lnTo>
                  <a:pt x="3902694" y="2477453"/>
                </a:lnTo>
                <a:cubicBezTo>
                  <a:pt x="3902289" y="2477857"/>
                  <a:pt x="3901885" y="2477857"/>
                  <a:pt x="3901480" y="2477857"/>
                </a:cubicBezTo>
                <a:lnTo>
                  <a:pt x="3897027" y="2477857"/>
                </a:lnTo>
                <a:cubicBezTo>
                  <a:pt x="3896622" y="2477857"/>
                  <a:pt x="3896217" y="2477857"/>
                  <a:pt x="3895813" y="2477453"/>
                </a:cubicBezTo>
                <a:lnTo>
                  <a:pt x="3893789" y="2473809"/>
                </a:lnTo>
                <a:cubicBezTo>
                  <a:pt x="3893384" y="2473405"/>
                  <a:pt x="3893384" y="2473000"/>
                  <a:pt x="3893789" y="2472595"/>
                </a:cubicBezTo>
                <a:lnTo>
                  <a:pt x="3895813" y="2468951"/>
                </a:lnTo>
                <a:cubicBezTo>
                  <a:pt x="3896217" y="2468547"/>
                  <a:pt x="3896622" y="2468142"/>
                  <a:pt x="3897027" y="2468142"/>
                </a:cubicBezTo>
                <a:close/>
                <a:moveTo>
                  <a:pt x="3816065" y="2468142"/>
                </a:moveTo>
                <a:lnTo>
                  <a:pt x="3820922" y="2468142"/>
                </a:lnTo>
                <a:cubicBezTo>
                  <a:pt x="3821327" y="2468142"/>
                  <a:pt x="3821732" y="2468142"/>
                  <a:pt x="3822137" y="2468547"/>
                </a:cubicBezTo>
                <a:lnTo>
                  <a:pt x="3824566" y="2472595"/>
                </a:lnTo>
                <a:cubicBezTo>
                  <a:pt x="3824971" y="2473000"/>
                  <a:pt x="3824971" y="2473405"/>
                  <a:pt x="3824566" y="2473809"/>
                </a:cubicBezTo>
                <a:lnTo>
                  <a:pt x="3822137" y="2477857"/>
                </a:lnTo>
                <a:cubicBezTo>
                  <a:pt x="3821732" y="2478262"/>
                  <a:pt x="3821327" y="2478262"/>
                  <a:pt x="3820922" y="2478667"/>
                </a:cubicBezTo>
                <a:lnTo>
                  <a:pt x="3816065" y="2478667"/>
                </a:lnTo>
                <a:cubicBezTo>
                  <a:pt x="3815660" y="2478667"/>
                  <a:pt x="3815255" y="2478262"/>
                  <a:pt x="3814850" y="2477857"/>
                </a:cubicBezTo>
                <a:lnTo>
                  <a:pt x="3812422" y="2473809"/>
                </a:lnTo>
                <a:cubicBezTo>
                  <a:pt x="3812017" y="2473405"/>
                  <a:pt x="3812017" y="2473000"/>
                  <a:pt x="3812422" y="2472595"/>
                </a:cubicBezTo>
                <a:lnTo>
                  <a:pt x="3814850" y="2468547"/>
                </a:lnTo>
                <a:cubicBezTo>
                  <a:pt x="3815255" y="2468547"/>
                  <a:pt x="3815660" y="2468142"/>
                  <a:pt x="3816065" y="2468142"/>
                </a:cubicBezTo>
                <a:close/>
                <a:moveTo>
                  <a:pt x="4018876" y="2467737"/>
                </a:moveTo>
                <a:lnTo>
                  <a:pt x="4022924" y="2467737"/>
                </a:lnTo>
                <a:cubicBezTo>
                  <a:pt x="4023329" y="2467737"/>
                  <a:pt x="4023734" y="2468142"/>
                  <a:pt x="4024138" y="2468547"/>
                </a:cubicBezTo>
                <a:lnTo>
                  <a:pt x="4026163" y="2472190"/>
                </a:lnTo>
                <a:cubicBezTo>
                  <a:pt x="4026568" y="2472595"/>
                  <a:pt x="4026568" y="2473000"/>
                  <a:pt x="4026163" y="2473404"/>
                </a:cubicBezTo>
                <a:lnTo>
                  <a:pt x="4024138" y="2477048"/>
                </a:lnTo>
                <a:cubicBezTo>
                  <a:pt x="4023734" y="2477453"/>
                  <a:pt x="4023329" y="2477857"/>
                  <a:pt x="4022924" y="2477453"/>
                </a:cubicBezTo>
                <a:lnTo>
                  <a:pt x="4018876" y="2477453"/>
                </a:lnTo>
                <a:cubicBezTo>
                  <a:pt x="4018472" y="2477453"/>
                  <a:pt x="4018066" y="2477453"/>
                  <a:pt x="4017662" y="2477048"/>
                </a:cubicBezTo>
                <a:lnTo>
                  <a:pt x="4015638" y="2473404"/>
                </a:lnTo>
                <a:cubicBezTo>
                  <a:pt x="4015233" y="2473000"/>
                  <a:pt x="4015233" y="2472595"/>
                  <a:pt x="4015638" y="2472190"/>
                </a:cubicBezTo>
                <a:lnTo>
                  <a:pt x="4017662" y="2468547"/>
                </a:lnTo>
                <a:cubicBezTo>
                  <a:pt x="4018066" y="2468142"/>
                  <a:pt x="4018472" y="2467737"/>
                  <a:pt x="4018876" y="2467737"/>
                </a:cubicBezTo>
                <a:close/>
                <a:moveTo>
                  <a:pt x="3856951" y="2467737"/>
                </a:moveTo>
                <a:lnTo>
                  <a:pt x="3860999" y="2467737"/>
                </a:lnTo>
                <a:cubicBezTo>
                  <a:pt x="3861404" y="2467737"/>
                  <a:pt x="3861809" y="2468142"/>
                  <a:pt x="3862213" y="2468547"/>
                </a:cubicBezTo>
                <a:lnTo>
                  <a:pt x="3864238" y="2472190"/>
                </a:lnTo>
                <a:cubicBezTo>
                  <a:pt x="3864643" y="2472595"/>
                  <a:pt x="3864643" y="2473000"/>
                  <a:pt x="3864238" y="2473404"/>
                </a:cubicBezTo>
                <a:lnTo>
                  <a:pt x="3862213" y="2477048"/>
                </a:lnTo>
                <a:cubicBezTo>
                  <a:pt x="3861809" y="2477453"/>
                  <a:pt x="3861404" y="2477857"/>
                  <a:pt x="3860999" y="2477453"/>
                </a:cubicBezTo>
                <a:lnTo>
                  <a:pt x="3856951" y="2477453"/>
                </a:lnTo>
                <a:cubicBezTo>
                  <a:pt x="3856547" y="2477453"/>
                  <a:pt x="3856141" y="2477453"/>
                  <a:pt x="3855737" y="2477048"/>
                </a:cubicBezTo>
                <a:lnTo>
                  <a:pt x="3853713" y="2473404"/>
                </a:lnTo>
                <a:cubicBezTo>
                  <a:pt x="3853308" y="2473000"/>
                  <a:pt x="3853308" y="2472595"/>
                  <a:pt x="3853713" y="2472190"/>
                </a:cubicBezTo>
                <a:lnTo>
                  <a:pt x="3855737" y="2468547"/>
                </a:lnTo>
                <a:cubicBezTo>
                  <a:pt x="3856141" y="2468142"/>
                  <a:pt x="3856547" y="2467737"/>
                  <a:pt x="3856951" y="2467737"/>
                </a:cubicBezTo>
                <a:close/>
                <a:moveTo>
                  <a:pt x="3774774" y="2466927"/>
                </a:moveTo>
                <a:lnTo>
                  <a:pt x="3780847" y="2466927"/>
                </a:lnTo>
                <a:cubicBezTo>
                  <a:pt x="3781251" y="2466927"/>
                  <a:pt x="3781656" y="2466927"/>
                  <a:pt x="3782061" y="2467332"/>
                </a:cubicBezTo>
                <a:lnTo>
                  <a:pt x="3785299" y="2472594"/>
                </a:lnTo>
                <a:cubicBezTo>
                  <a:pt x="3785705" y="2472999"/>
                  <a:pt x="3785705" y="2473404"/>
                  <a:pt x="3785299" y="2473809"/>
                </a:cubicBezTo>
                <a:lnTo>
                  <a:pt x="3782061" y="2479071"/>
                </a:lnTo>
                <a:cubicBezTo>
                  <a:pt x="3782061" y="2479476"/>
                  <a:pt x="3781656" y="2479476"/>
                  <a:pt x="3780847" y="2479881"/>
                </a:cubicBezTo>
                <a:lnTo>
                  <a:pt x="3774774" y="2479881"/>
                </a:lnTo>
                <a:cubicBezTo>
                  <a:pt x="3774370" y="2479881"/>
                  <a:pt x="3773965" y="2479881"/>
                  <a:pt x="3773560" y="2479476"/>
                </a:cubicBezTo>
                <a:lnTo>
                  <a:pt x="3770322" y="2474214"/>
                </a:lnTo>
                <a:cubicBezTo>
                  <a:pt x="3769917" y="2473809"/>
                  <a:pt x="3769917" y="2473404"/>
                  <a:pt x="3770322" y="2472999"/>
                </a:cubicBezTo>
                <a:lnTo>
                  <a:pt x="3773560" y="2467737"/>
                </a:lnTo>
                <a:cubicBezTo>
                  <a:pt x="3773965" y="2467332"/>
                  <a:pt x="3774370" y="2466927"/>
                  <a:pt x="3774774" y="2466927"/>
                </a:cubicBezTo>
                <a:close/>
                <a:moveTo>
                  <a:pt x="3733888" y="2466523"/>
                </a:moveTo>
                <a:lnTo>
                  <a:pt x="3740770" y="2466523"/>
                </a:lnTo>
                <a:cubicBezTo>
                  <a:pt x="3741175" y="2466523"/>
                  <a:pt x="3741580" y="2466523"/>
                  <a:pt x="3741985" y="2466928"/>
                </a:cubicBezTo>
                <a:lnTo>
                  <a:pt x="3745223" y="2472595"/>
                </a:lnTo>
                <a:cubicBezTo>
                  <a:pt x="3745628" y="2473000"/>
                  <a:pt x="3745628" y="2473405"/>
                  <a:pt x="3745223" y="2473810"/>
                </a:cubicBezTo>
                <a:lnTo>
                  <a:pt x="3741985" y="2479477"/>
                </a:lnTo>
                <a:cubicBezTo>
                  <a:pt x="3741580" y="2479882"/>
                  <a:pt x="3741175" y="2479882"/>
                  <a:pt x="3740770" y="2480287"/>
                </a:cubicBezTo>
                <a:lnTo>
                  <a:pt x="3733888" y="2480287"/>
                </a:lnTo>
                <a:cubicBezTo>
                  <a:pt x="3733484" y="2480287"/>
                  <a:pt x="3733079" y="2479882"/>
                  <a:pt x="3732674" y="2479477"/>
                </a:cubicBezTo>
                <a:lnTo>
                  <a:pt x="3729436" y="2473810"/>
                </a:lnTo>
                <a:cubicBezTo>
                  <a:pt x="3729031" y="2473405"/>
                  <a:pt x="3729031" y="2473000"/>
                  <a:pt x="3729436" y="2472595"/>
                </a:cubicBezTo>
                <a:lnTo>
                  <a:pt x="3732674" y="2466928"/>
                </a:lnTo>
                <a:cubicBezTo>
                  <a:pt x="3733079" y="2466928"/>
                  <a:pt x="3733484" y="2466523"/>
                  <a:pt x="3733888" y="2466523"/>
                </a:cubicBezTo>
                <a:close/>
                <a:moveTo>
                  <a:pt x="3692597" y="2464903"/>
                </a:moveTo>
                <a:lnTo>
                  <a:pt x="3700694" y="2464903"/>
                </a:lnTo>
                <a:cubicBezTo>
                  <a:pt x="3701098" y="2464903"/>
                  <a:pt x="3701503" y="2464903"/>
                  <a:pt x="3701908" y="2465308"/>
                </a:cubicBezTo>
                <a:lnTo>
                  <a:pt x="3705956" y="2472190"/>
                </a:lnTo>
                <a:cubicBezTo>
                  <a:pt x="3706361" y="2472595"/>
                  <a:pt x="3706361" y="2472999"/>
                  <a:pt x="3705956" y="2473404"/>
                </a:cubicBezTo>
                <a:lnTo>
                  <a:pt x="3701908" y="2480286"/>
                </a:lnTo>
                <a:cubicBezTo>
                  <a:pt x="3701908" y="2480691"/>
                  <a:pt x="3701503" y="2481096"/>
                  <a:pt x="3700694" y="2481096"/>
                </a:cubicBezTo>
                <a:lnTo>
                  <a:pt x="3692597" y="2481096"/>
                </a:lnTo>
                <a:cubicBezTo>
                  <a:pt x="3692192" y="2481096"/>
                  <a:pt x="3691787" y="2480691"/>
                  <a:pt x="3691383" y="2480286"/>
                </a:cubicBezTo>
                <a:lnTo>
                  <a:pt x="3687335" y="2473404"/>
                </a:lnTo>
                <a:cubicBezTo>
                  <a:pt x="3686930" y="2472999"/>
                  <a:pt x="3686930" y="2472595"/>
                  <a:pt x="3687335" y="2472190"/>
                </a:cubicBezTo>
                <a:lnTo>
                  <a:pt x="3691383" y="2465308"/>
                </a:lnTo>
                <a:cubicBezTo>
                  <a:pt x="3691787" y="2465308"/>
                  <a:pt x="3692192" y="2464903"/>
                  <a:pt x="3692597" y="2464903"/>
                </a:cubicBezTo>
                <a:close/>
                <a:moveTo>
                  <a:pt x="3652116" y="2464094"/>
                </a:moveTo>
                <a:lnTo>
                  <a:pt x="3661022" y="2464094"/>
                </a:lnTo>
                <a:cubicBezTo>
                  <a:pt x="3661426" y="2464094"/>
                  <a:pt x="3661831" y="2464499"/>
                  <a:pt x="3662236" y="2464903"/>
                </a:cubicBezTo>
                <a:lnTo>
                  <a:pt x="3666689" y="2472595"/>
                </a:lnTo>
                <a:cubicBezTo>
                  <a:pt x="3667094" y="2473000"/>
                  <a:pt x="3667094" y="2473405"/>
                  <a:pt x="3666689" y="2473809"/>
                </a:cubicBezTo>
                <a:lnTo>
                  <a:pt x="3662236" y="2481501"/>
                </a:lnTo>
                <a:cubicBezTo>
                  <a:pt x="3661831" y="2481906"/>
                  <a:pt x="3661426" y="2481906"/>
                  <a:pt x="3661022" y="2481906"/>
                </a:cubicBezTo>
                <a:lnTo>
                  <a:pt x="3652116" y="2481906"/>
                </a:lnTo>
                <a:cubicBezTo>
                  <a:pt x="3651711" y="2481906"/>
                  <a:pt x="3651306" y="2481906"/>
                  <a:pt x="3650901" y="2481501"/>
                </a:cubicBezTo>
                <a:lnTo>
                  <a:pt x="3646449" y="2473809"/>
                </a:lnTo>
                <a:cubicBezTo>
                  <a:pt x="3646044" y="2473405"/>
                  <a:pt x="3646044" y="2473000"/>
                  <a:pt x="3646449" y="2472595"/>
                </a:cubicBezTo>
                <a:lnTo>
                  <a:pt x="3650901" y="2464903"/>
                </a:lnTo>
                <a:cubicBezTo>
                  <a:pt x="3651306" y="2464499"/>
                  <a:pt x="3651711" y="2464094"/>
                  <a:pt x="3652116" y="2464094"/>
                </a:cubicBezTo>
                <a:close/>
                <a:moveTo>
                  <a:pt x="3610825" y="2463689"/>
                </a:moveTo>
                <a:lnTo>
                  <a:pt x="3620540" y="2463689"/>
                </a:lnTo>
                <a:cubicBezTo>
                  <a:pt x="3620945" y="2463689"/>
                  <a:pt x="3621350" y="2464094"/>
                  <a:pt x="3621755" y="2464499"/>
                </a:cubicBezTo>
                <a:lnTo>
                  <a:pt x="3626613" y="2472595"/>
                </a:lnTo>
                <a:cubicBezTo>
                  <a:pt x="3627017" y="2473000"/>
                  <a:pt x="3627017" y="2473405"/>
                  <a:pt x="3626613" y="2473809"/>
                </a:cubicBezTo>
                <a:lnTo>
                  <a:pt x="3621755" y="2481906"/>
                </a:lnTo>
                <a:cubicBezTo>
                  <a:pt x="3621755" y="2482311"/>
                  <a:pt x="3621350" y="2482311"/>
                  <a:pt x="3620540" y="2482311"/>
                </a:cubicBezTo>
                <a:lnTo>
                  <a:pt x="3610825" y="2482311"/>
                </a:lnTo>
                <a:cubicBezTo>
                  <a:pt x="3610420" y="2482311"/>
                  <a:pt x="3610015" y="2482311"/>
                  <a:pt x="3609611" y="2481906"/>
                </a:cubicBezTo>
                <a:lnTo>
                  <a:pt x="3604753" y="2473809"/>
                </a:lnTo>
                <a:cubicBezTo>
                  <a:pt x="3604348" y="2473405"/>
                  <a:pt x="3604348" y="2473000"/>
                  <a:pt x="3604753" y="2472595"/>
                </a:cubicBezTo>
                <a:lnTo>
                  <a:pt x="3609611" y="2464499"/>
                </a:lnTo>
                <a:cubicBezTo>
                  <a:pt x="3610015" y="2464094"/>
                  <a:pt x="3610420" y="2463689"/>
                  <a:pt x="3610825" y="2463689"/>
                </a:cubicBezTo>
                <a:close/>
                <a:moveTo>
                  <a:pt x="3569938" y="2463284"/>
                </a:moveTo>
                <a:lnTo>
                  <a:pt x="3580463" y="2463284"/>
                </a:lnTo>
                <a:cubicBezTo>
                  <a:pt x="3580868" y="2463284"/>
                  <a:pt x="3581273" y="2463284"/>
                  <a:pt x="3581678" y="2463689"/>
                </a:cubicBezTo>
                <a:lnTo>
                  <a:pt x="3586940" y="2472595"/>
                </a:lnTo>
                <a:cubicBezTo>
                  <a:pt x="3587346" y="2472999"/>
                  <a:pt x="3587346" y="2473404"/>
                  <a:pt x="3586940" y="2473809"/>
                </a:cubicBezTo>
                <a:lnTo>
                  <a:pt x="3581678" y="2482715"/>
                </a:lnTo>
                <a:cubicBezTo>
                  <a:pt x="3581678" y="2483120"/>
                  <a:pt x="3581273" y="2483120"/>
                  <a:pt x="3580463" y="2483120"/>
                </a:cubicBezTo>
                <a:lnTo>
                  <a:pt x="3569938" y="2483120"/>
                </a:lnTo>
                <a:cubicBezTo>
                  <a:pt x="3569534" y="2483120"/>
                  <a:pt x="3569129" y="2483120"/>
                  <a:pt x="3568724" y="2482715"/>
                </a:cubicBezTo>
                <a:lnTo>
                  <a:pt x="3563462" y="2473809"/>
                </a:lnTo>
                <a:cubicBezTo>
                  <a:pt x="3563057" y="2473404"/>
                  <a:pt x="3563057" y="2472999"/>
                  <a:pt x="3563462" y="2472595"/>
                </a:cubicBezTo>
                <a:lnTo>
                  <a:pt x="3568724" y="2463689"/>
                </a:lnTo>
                <a:cubicBezTo>
                  <a:pt x="3569129" y="2463689"/>
                  <a:pt x="3569534" y="2463284"/>
                  <a:pt x="3569938" y="2463284"/>
                </a:cubicBezTo>
                <a:close/>
                <a:moveTo>
                  <a:pt x="3449305" y="2462879"/>
                </a:moveTo>
                <a:lnTo>
                  <a:pt x="3459020" y="2462879"/>
                </a:lnTo>
                <a:cubicBezTo>
                  <a:pt x="3459425" y="2462879"/>
                  <a:pt x="3459830" y="2463284"/>
                  <a:pt x="3460235" y="2463689"/>
                </a:cubicBezTo>
                <a:lnTo>
                  <a:pt x="3465093" y="2472190"/>
                </a:lnTo>
                <a:cubicBezTo>
                  <a:pt x="3465497" y="2472595"/>
                  <a:pt x="3465497" y="2472999"/>
                  <a:pt x="3465093" y="2473404"/>
                </a:cubicBezTo>
                <a:lnTo>
                  <a:pt x="3460235" y="2481905"/>
                </a:lnTo>
                <a:cubicBezTo>
                  <a:pt x="3459830" y="2482310"/>
                  <a:pt x="3459425" y="2482715"/>
                  <a:pt x="3459020" y="2482715"/>
                </a:cubicBezTo>
                <a:lnTo>
                  <a:pt x="3449305" y="2482715"/>
                </a:lnTo>
                <a:cubicBezTo>
                  <a:pt x="3448900" y="2482715"/>
                  <a:pt x="3448495" y="2482310"/>
                  <a:pt x="3448091" y="2481905"/>
                </a:cubicBezTo>
                <a:lnTo>
                  <a:pt x="3443233" y="2473404"/>
                </a:lnTo>
                <a:cubicBezTo>
                  <a:pt x="3442828" y="2472999"/>
                  <a:pt x="3442828" y="2472595"/>
                  <a:pt x="3443233" y="2472190"/>
                </a:cubicBezTo>
                <a:lnTo>
                  <a:pt x="3448091" y="2463689"/>
                </a:lnTo>
                <a:cubicBezTo>
                  <a:pt x="3448495" y="2463284"/>
                  <a:pt x="3448900" y="2462879"/>
                  <a:pt x="3449305" y="2462879"/>
                </a:cubicBezTo>
                <a:close/>
                <a:moveTo>
                  <a:pt x="3529457" y="2462474"/>
                </a:moveTo>
                <a:lnTo>
                  <a:pt x="3540387" y="2462474"/>
                </a:lnTo>
                <a:cubicBezTo>
                  <a:pt x="3540792" y="2462474"/>
                  <a:pt x="3541197" y="2462879"/>
                  <a:pt x="3541602" y="2463284"/>
                </a:cubicBezTo>
                <a:lnTo>
                  <a:pt x="3546865" y="2472594"/>
                </a:lnTo>
                <a:cubicBezTo>
                  <a:pt x="3547269" y="2472999"/>
                  <a:pt x="3547269" y="2473404"/>
                  <a:pt x="3546865" y="2473809"/>
                </a:cubicBezTo>
                <a:lnTo>
                  <a:pt x="3541602" y="2483119"/>
                </a:lnTo>
                <a:cubicBezTo>
                  <a:pt x="3541602" y="2483524"/>
                  <a:pt x="3541197" y="2483524"/>
                  <a:pt x="3540387" y="2483929"/>
                </a:cubicBezTo>
                <a:lnTo>
                  <a:pt x="3529457" y="2483929"/>
                </a:lnTo>
                <a:cubicBezTo>
                  <a:pt x="3529053" y="2483929"/>
                  <a:pt x="3528648" y="2483524"/>
                  <a:pt x="3528243" y="2483119"/>
                </a:cubicBezTo>
                <a:lnTo>
                  <a:pt x="3522981" y="2473809"/>
                </a:lnTo>
                <a:cubicBezTo>
                  <a:pt x="3522576" y="2473404"/>
                  <a:pt x="3522576" y="2472999"/>
                  <a:pt x="3522981" y="2472594"/>
                </a:cubicBezTo>
                <a:lnTo>
                  <a:pt x="3528243" y="2463284"/>
                </a:lnTo>
                <a:cubicBezTo>
                  <a:pt x="3528648" y="2462879"/>
                  <a:pt x="3529053" y="2462474"/>
                  <a:pt x="3529457" y="2462474"/>
                </a:cubicBezTo>
                <a:close/>
                <a:moveTo>
                  <a:pt x="3488976" y="2462474"/>
                </a:moveTo>
                <a:lnTo>
                  <a:pt x="3499906" y="2462474"/>
                </a:lnTo>
                <a:cubicBezTo>
                  <a:pt x="3500311" y="2462474"/>
                  <a:pt x="3500716" y="2462474"/>
                  <a:pt x="3501121" y="2462879"/>
                </a:cubicBezTo>
                <a:lnTo>
                  <a:pt x="3506384" y="2472190"/>
                </a:lnTo>
                <a:cubicBezTo>
                  <a:pt x="3506788" y="2472594"/>
                  <a:pt x="3506788" y="2472999"/>
                  <a:pt x="3506384" y="2473404"/>
                </a:cubicBezTo>
                <a:lnTo>
                  <a:pt x="3501121" y="2482715"/>
                </a:lnTo>
                <a:cubicBezTo>
                  <a:pt x="3500716" y="2483119"/>
                  <a:pt x="3500311" y="2483524"/>
                  <a:pt x="3499906" y="2483524"/>
                </a:cubicBezTo>
                <a:lnTo>
                  <a:pt x="3488976" y="2483524"/>
                </a:lnTo>
                <a:cubicBezTo>
                  <a:pt x="3488572" y="2483524"/>
                  <a:pt x="3488167" y="2483119"/>
                  <a:pt x="3487762" y="2482715"/>
                </a:cubicBezTo>
                <a:lnTo>
                  <a:pt x="3482500" y="2473404"/>
                </a:lnTo>
                <a:cubicBezTo>
                  <a:pt x="3482095" y="2472999"/>
                  <a:pt x="3482095" y="2472594"/>
                  <a:pt x="3482500" y="2472190"/>
                </a:cubicBezTo>
                <a:lnTo>
                  <a:pt x="3487762" y="2462879"/>
                </a:lnTo>
                <a:cubicBezTo>
                  <a:pt x="3488167" y="2462879"/>
                  <a:pt x="3488572" y="2462474"/>
                  <a:pt x="3488976" y="2462474"/>
                </a:cubicBezTo>
                <a:close/>
                <a:moveTo>
                  <a:pt x="4666980" y="2429685"/>
                </a:moveTo>
                <a:lnTo>
                  <a:pt x="4670219" y="2429685"/>
                </a:lnTo>
                <a:lnTo>
                  <a:pt x="4671838" y="2432518"/>
                </a:lnTo>
                <a:lnTo>
                  <a:pt x="4670219" y="2435352"/>
                </a:lnTo>
                <a:lnTo>
                  <a:pt x="4666980" y="2435352"/>
                </a:lnTo>
                <a:lnTo>
                  <a:pt x="4665361" y="2432518"/>
                </a:lnTo>
                <a:close/>
                <a:moveTo>
                  <a:pt x="4302649" y="2429685"/>
                </a:moveTo>
                <a:lnTo>
                  <a:pt x="4305888" y="2429685"/>
                </a:lnTo>
                <a:lnTo>
                  <a:pt x="4307507" y="2432518"/>
                </a:lnTo>
                <a:lnTo>
                  <a:pt x="4305888" y="2435352"/>
                </a:lnTo>
                <a:lnTo>
                  <a:pt x="4302649" y="2435352"/>
                </a:lnTo>
                <a:lnTo>
                  <a:pt x="4301030" y="2432518"/>
                </a:lnTo>
                <a:close/>
                <a:moveTo>
                  <a:pt x="4626499" y="2429280"/>
                </a:moveTo>
                <a:lnTo>
                  <a:pt x="4630142" y="2429280"/>
                </a:lnTo>
                <a:lnTo>
                  <a:pt x="4632167" y="2432518"/>
                </a:lnTo>
                <a:lnTo>
                  <a:pt x="4630142" y="2435757"/>
                </a:lnTo>
                <a:lnTo>
                  <a:pt x="4626499" y="2435757"/>
                </a:lnTo>
                <a:lnTo>
                  <a:pt x="4624475" y="2432518"/>
                </a:lnTo>
                <a:close/>
                <a:moveTo>
                  <a:pt x="4464574" y="2429280"/>
                </a:moveTo>
                <a:lnTo>
                  <a:pt x="4468217" y="2429280"/>
                </a:lnTo>
                <a:lnTo>
                  <a:pt x="4470242" y="2432518"/>
                </a:lnTo>
                <a:lnTo>
                  <a:pt x="4468217" y="2435757"/>
                </a:lnTo>
                <a:lnTo>
                  <a:pt x="4464574" y="2435757"/>
                </a:lnTo>
                <a:lnTo>
                  <a:pt x="4462550" y="2432518"/>
                </a:lnTo>
                <a:close/>
                <a:moveTo>
                  <a:pt x="4221687" y="2429280"/>
                </a:moveTo>
                <a:lnTo>
                  <a:pt x="4225330" y="2429280"/>
                </a:lnTo>
                <a:lnTo>
                  <a:pt x="4227355" y="2432518"/>
                </a:lnTo>
                <a:lnTo>
                  <a:pt x="4225330" y="2435757"/>
                </a:lnTo>
                <a:lnTo>
                  <a:pt x="4221687" y="2435757"/>
                </a:lnTo>
                <a:lnTo>
                  <a:pt x="4219663" y="2432518"/>
                </a:lnTo>
                <a:close/>
                <a:moveTo>
                  <a:pt x="4181206" y="2429280"/>
                </a:moveTo>
                <a:lnTo>
                  <a:pt x="4184849" y="2429280"/>
                </a:lnTo>
                <a:lnTo>
                  <a:pt x="4186874" y="2432518"/>
                </a:lnTo>
                <a:lnTo>
                  <a:pt x="4184849" y="2435757"/>
                </a:lnTo>
                <a:lnTo>
                  <a:pt x="4181206" y="2435757"/>
                </a:lnTo>
                <a:lnTo>
                  <a:pt x="4179182" y="2432518"/>
                </a:lnTo>
                <a:close/>
                <a:moveTo>
                  <a:pt x="4585613" y="2428875"/>
                </a:moveTo>
                <a:lnTo>
                  <a:pt x="4589661" y="2428875"/>
                </a:lnTo>
                <a:lnTo>
                  <a:pt x="4591685" y="2432518"/>
                </a:lnTo>
                <a:lnTo>
                  <a:pt x="4589661" y="2436162"/>
                </a:lnTo>
                <a:lnTo>
                  <a:pt x="4585613" y="2436162"/>
                </a:lnTo>
                <a:lnTo>
                  <a:pt x="4583589" y="2432518"/>
                </a:lnTo>
                <a:close/>
                <a:moveTo>
                  <a:pt x="4545132" y="2428875"/>
                </a:moveTo>
                <a:lnTo>
                  <a:pt x="4549180" y="2428875"/>
                </a:lnTo>
                <a:lnTo>
                  <a:pt x="4551204" y="2432518"/>
                </a:lnTo>
                <a:lnTo>
                  <a:pt x="4549180" y="2436162"/>
                </a:lnTo>
                <a:lnTo>
                  <a:pt x="4545132" y="2436162"/>
                </a:lnTo>
                <a:lnTo>
                  <a:pt x="4543108" y="2432518"/>
                </a:lnTo>
                <a:close/>
                <a:moveTo>
                  <a:pt x="4504246" y="2428875"/>
                </a:moveTo>
                <a:lnTo>
                  <a:pt x="4508699" y="2428875"/>
                </a:lnTo>
                <a:lnTo>
                  <a:pt x="4510723" y="2432518"/>
                </a:lnTo>
                <a:lnTo>
                  <a:pt x="4508699" y="2436162"/>
                </a:lnTo>
                <a:lnTo>
                  <a:pt x="4504246" y="2436162"/>
                </a:lnTo>
                <a:lnTo>
                  <a:pt x="4502222" y="2432518"/>
                </a:lnTo>
                <a:close/>
                <a:moveTo>
                  <a:pt x="4423284" y="2428875"/>
                </a:moveTo>
                <a:lnTo>
                  <a:pt x="4427737" y="2428875"/>
                </a:lnTo>
                <a:lnTo>
                  <a:pt x="4429761" y="2432518"/>
                </a:lnTo>
                <a:lnTo>
                  <a:pt x="4427737" y="2436162"/>
                </a:lnTo>
                <a:lnTo>
                  <a:pt x="4423284" y="2436162"/>
                </a:lnTo>
                <a:lnTo>
                  <a:pt x="4421260" y="2432518"/>
                </a:lnTo>
                <a:close/>
                <a:moveTo>
                  <a:pt x="4383207" y="2428875"/>
                </a:moveTo>
                <a:lnTo>
                  <a:pt x="4387255" y="2428875"/>
                </a:lnTo>
                <a:lnTo>
                  <a:pt x="4389279" y="2432518"/>
                </a:lnTo>
                <a:lnTo>
                  <a:pt x="4387255" y="2436162"/>
                </a:lnTo>
                <a:lnTo>
                  <a:pt x="4383207" y="2436162"/>
                </a:lnTo>
                <a:lnTo>
                  <a:pt x="4381183" y="2432518"/>
                </a:lnTo>
                <a:close/>
                <a:moveTo>
                  <a:pt x="4342726" y="2428875"/>
                </a:moveTo>
                <a:lnTo>
                  <a:pt x="4346774" y="2428875"/>
                </a:lnTo>
                <a:lnTo>
                  <a:pt x="4348798" y="2432518"/>
                </a:lnTo>
                <a:lnTo>
                  <a:pt x="4346774" y="2436162"/>
                </a:lnTo>
                <a:lnTo>
                  <a:pt x="4342726" y="2436162"/>
                </a:lnTo>
                <a:lnTo>
                  <a:pt x="4340702" y="2432518"/>
                </a:lnTo>
                <a:close/>
                <a:moveTo>
                  <a:pt x="4140320" y="2428875"/>
                </a:moveTo>
                <a:lnTo>
                  <a:pt x="4144368" y="2428875"/>
                </a:lnTo>
                <a:lnTo>
                  <a:pt x="4146392" y="2432518"/>
                </a:lnTo>
                <a:lnTo>
                  <a:pt x="4144368" y="2436162"/>
                </a:lnTo>
                <a:lnTo>
                  <a:pt x="4140320" y="2436162"/>
                </a:lnTo>
                <a:lnTo>
                  <a:pt x="4138296" y="2432518"/>
                </a:lnTo>
                <a:close/>
                <a:moveTo>
                  <a:pt x="4099838" y="2428875"/>
                </a:moveTo>
                <a:lnTo>
                  <a:pt x="4103886" y="2428875"/>
                </a:lnTo>
                <a:lnTo>
                  <a:pt x="4105910" y="2432518"/>
                </a:lnTo>
                <a:lnTo>
                  <a:pt x="4103886" y="2436162"/>
                </a:lnTo>
                <a:lnTo>
                  <a:pt x="4099838" y="2436162"/>
                </a:lnTo>
                <a:lnTo>
                  <a:pt x="4097814" y="2432518"/>
                </a:lnTo>
                <a:close/>
                <a:moveTo>
                  <a:pt x="4261359" y="2428470"/>
                </a:moveTo>
                <a:lnTo>
                  <a:pt x="4265812" y="2428470"/>
                </a:lnTo>
                <a:lnTo>
                  <a:pt x="4267836" y="2432518"/>
                </a:lnTo>
                <a:lnTo>
                  <a:pt x="4265812" y="2436566"/>
                </a:lnTo>
                <a:lnTo>
                  <a:pt x="4261359" y="2436566"/>
                </a:lnTo>
                <a:lnTo>
                  <a:pt x="4259335" y="2432518"/>
                </a:lnTo>
                <a:close/>
                <a:moveTo>
                  <a:pt x="4059358" y="2428470"/>
                </a:moveTo>
                <a:lnTo>
                  <a:pt x="4063001" y="2428470"/>
                </a:lnTo>
                <a:cubicBezTo>
                  <a:pt x="4063406" y="2428470"/>
                  <a:pt x="4063810" y="2428875"/>
                  <a:pt x="4064215" y="2429280"/>
                </a:cubicBezTo>
                <a:lnTo>
                  <a:pt x="4065834" y="2432113"/>
                </a:lnTo>
                <a:cubicBezTo>
                  <a:pt x="4066239" y="2432518"/>
                  <a:pt x="4066239" y="2432923"/>
                  <a:pt x="4065834" y="2433328"/>
                </a:cubicBezTo>
                <a:lnTo>
                  <a:pt x="4064215" y="2436162"/>
                </a:lnTo>
                <a:cubicBezTo>
                  <a:pt x="4063810" y="2436566"/>
                  <a:pt x="4063406" y="2436566"/>
                  <a:pt x="4063001" y="2436566"/>
                </a:cubicBezTo>
                <a:lnTo>
                  <a:pt x="4059358" y="2436566"/>
                </a:lnTo>
                <a:cubicBezTo>
                  <a:pt x="4058953" y="2436566"/>
                  <a:pt x="4058548" y="2436566"/>
                  <a:pt x="4058143" y="2436162"/>
                </a:cubicBezTo>
                <a:lnTo>
                  <a:pt x="4056524" y="2433328"/>
                </a:lnTo>
                <a:cubicBezTo>
                  <a:pt x="4056119" y="2432923"/>
                  <a:pt x="4056119" y="2432518"/>
                  <a:pt x="4056524" y="2432113"/>
                </a:cubicBezTo>
                <a:lnTo>
                  <a:pt x="4058143" y="2429280"/>
                </a:lnTo>
                <a:cubicBezTo>
                  <a:pt x="4058548" y="2428875"/>
                  <a:pt x="4058953" y="2428470"/>
                  <a:pt x="4059358" y="2428470"/>
                </a:cubicBezTo>
                <a:close/>
                <a:moveTo>
                  <a:pt x="4018877" y="2428470"/>
                </a:moveTo>
                <a:lnTo>
                  <a:pt x="4022520" y="2428470"/>
                </a:lnTo>
                <a:cubicBezTo>
                  <a:pt x="4022925" y="2428470"/>
                  <a:pt x="4023329" y="2428875"/>
                  <a:pt x="4023734" y="2429280"/>
                </a:cubicBezTo>
                <a:lnTo>
                  <a:pt x="4025353" y="2432113"/>
                </a:lnTo>
                <a:cubicBezTo>
                  <a:pt x="4025758" y="2432518"/>
                  <a:pt x="4025758" y="2432923"/>
                  <a:pt x="4025353" y="2433328"/>
                </a:cubicBezTo>
                <a:lnTo>
                  <a:pt x="4023734" y="2436162"/>
                </a:lnTo>
                <a:cubicBezTo>
                  <a:pt x="4023329" y="2436566"/>
                  <a:pt x="4022925" y="2436566"/>
                  <a:pt x="4022520" y="2436162"/>
                </a:cubicBezTo>
                <a:lnTo>
                  <a:pt x="4018877" y="2436162"/>
                </a:lnTo>
                <a:cubicBezTo>
                  <a:pt x="4018472" y="2436162"/>
                  <a:pt x="4018067" y="2436162"/>
                  <a:pt x="4017662" y="2435757"/>
                </a:cubicBezTo>
                <a:lnTo>
                  <a:pt x="4016043" y="2432923"/>
                </a:lnTo>
                <a:cubicBezTo>
                  <a:pt x="4015638" y="2432518"/>
                  <a:pt x="4015638" y="2432113"/>
                  <a:pt x="4016043" y="2431709"/>
                </a:cubicBezTo>
                <a:lnTo>
                  <a:pt x="4017662" y="2428875"/>
                </a:lnTo>
                <a:cubicBezTo>
                  <a:pt x="4018067" y="2428875"/>
                  <a:pt x="4018472" y="2428470"/>
                  <a:pt x="4018877" y="2428470"/>
                </a:cubicBezTo>
                <a:close/>
                <a:moveTo>
                  <a:pt x="3937509" y="2428065"/>
                </a:moveTo>
                <a:lnTo>
                  <a:pt x="3941557" y="2428065"/>
                </a:lnTo>
                <a:cubicBezTo>
                  <a:pt x="3941962" y="2428065"/>
                  <a:pt x="3942367" y="2428470"/>
                  <a:pt x="3942771" y="2428875"/>
                </a:cubicBezTo>
                <a:lnTo>
                  <a:pt x="3944796" y="2432113"/>
                </a:lnTo>
                <a:cubicBezTo>
                  <a:pt x="3945200" y="2432518"/>
                  <a:pt x="3945200" y="2432923"/>
                  <a:pt x="3944796" y="2433328"/>
                </a:cubicBezTo>
                <a:lnTo>
                  <a:pt x="3942771" y="2436566"/>
                </a:lnTo>
                <a:cubicBezTo>
                  <a:pt x="3942771" y="2436971"/>
                  <a:pt x="3942367" y="2436971"/>
                  <a:pt x="3941557" y="2436971"/>
                </a:cubicBezTo>
                <a:lnTo>
                  <a:pt x="3937509" y="2436971"/>
                </a:lnTo>
                <a:cubicBezTo>
                  <a:pt x="3937104" y="2436971"/>
                  <a:pt x="3936699" y="2436971"/>
                  <a:pt x="3936295" y="2436566"/>
                </a:cubicBezTo>
                <a:lnTo>
                  <a:pt x="3934271" y="2433328"/>
                </a:lnTo>
                <a:cubicBezTo>
                  <a:pt x="3933866" y="2432923"/>
                  <a:pt x="3933866" y="2432518"/>
                  <a:pt x="3934271" y="2432113"/>
                </a:cubicBezTo>
                <a:lnTo>
                  <a:pt x="3936295" y="2428875"/>
                </a:lnTo>
                <a:cubicBezTo>
                  <a:pt x="3936699" y="2428470"/>
                  <a:pt x="3937104" y="2428065"/>
                  <a:pt x="3937509" y="2428065"/>
                </a:cubicBezTo>
                <a:close/>
                <a:moveTo>
                  <a:pt x="3897433" y="2428065"/>
                </a:moveTo>
                <a:lnTo>
                  <a:pt x="3901076" y="2428065"/>
                </a:lnTo>
                <a:cubicBezTo>
                  <a:pt x="3901481" y="2428065"/>
                  <a:pt x="3901885" y="2428065"/>
                  <a:pt x="3902290" y="2428470"/>
                </a:cubicBezTo>
                <a:lnTo>
                  <a:pt x="3903909" y="2431708"/>
                </a:lnTo>
                <a:cubicBezTo>
                  <a:pt x="3904314" y="2432113"/>
                  <a:pt x="3904314" y="2432518"/>
                  <a:pt x="3903909" y="2432923"/>
                </a:cubicBezTo>
                <a:lnTo>
                  <a:pt x="3902290" y="2436161"/>
                </a:lnTo>
                <a:cubicBezTo>
                  <a:pt x="3901885" y="2436566"/>
                  <a:pt x="3901481" y="2436971"/>
                  <a:pt x="3901076" y="2436971"/>
                </a:cubicBezTo>
                <a:lnTo>
                  <a:pt x="3897433" y="2436971"/>
                </a:lnTo>
                <a:cubicBezTo>
                  <a:pt x="3897028" y="2436971"/>
                  <a:pt x="3896623" y="2436566"/>
                  <a:pt x="3896218" y="2436161"/>
                </a:cubicBezTo>
                <a:lnTo>
                  <a:pt x="3894599" y="2432923"/>
                </a:lnTo>
                <a:cubicBezTo>
                  <a:pt x="3894194" y="2432518"/>
                  <a:pt x="3894194" y="2432113"/>
                  <a:pt x="3894599" y="2431708"/>
                </a:cubicBezTo>
                <a:lnTo>
                  <a:pt x="3896218" y="2428470"/>
                </a:lnTo>
                <a:cubicBezTo>
                  <a:pt x="3896623" y="2428470"/>
                  <a:pt x="3897028" y="2428065"/>
                  <a:pt x="3897433" y="2428065"/>
                </a:cubicBezTo>
                <a:close/>
                <a:moveTo>
                  <a:pt x="3856952" y="2428065"/>
                </a:moveTo>
                <a:lnTo>
                  <a:pt x="3860595" y="2428065"/>
                </a:lnTo>
                <a:cubicBezTo>
                  <a:pt x="3861000" y="2428065"/>
                  <a:pt x="3861404" y="2428065"/>
                  <a:pt x="3861809" y="2428470"/>
                </a:cubicBezTo>
                <a:lnTo>
                  <a:pt x="3863428" y="2431708"/>
                </a:lnTo>
                <a:cubicBezTo>
                  <a:pt x="3863833" y="2432113"/>
                  <a:pt x="3863833" y="2432518"/>
                  <a:pt x="3863428" y="2432923"/>
                </a:cubicBezTo>
                <a:lnTo>
                  <a:pt x="3861809" y="2436161"/>
                </a:lnTo>
                <a:cubicBezTo>
                  <a:pt x="3861404" y="2436566"/>
                  <a:pt x="3861000" y="2436971"/>
                  <a:pt x="3860595" y="2436971"/>
                </a:cubicBezTo>
                <a:lnTo>
                  <a:pt x="3856952" y="2436971"/>
                </a:lnTo>
                <a:cubicBezTo>
                  <a:pt x="3856547" y="2436971"/>
                  <a:pt x="3856142" y="2436566"/>
                  <a:pt x="3855737" y="2436161"/>
                </a:cubicBezTo>
                <a:lnTo>
                  <a:pt x="3854118" y="2432923"/>
                </a:lnTo>
                <a:cubicBezTo>
                  <a:pt x="3853713" y="2432518"/>
                  <a:pt x="3853713" y="2432113"/>
                  <a:pt x="3854118" y="2431708"/>
                </a:cubicBezTo>
                <a:lnTo>
                  <a:pt x="3855737" y="2428470"/>
                </a:lnTo>
                <a:cubicBezTo>
                  <a:pt x="3856142" y="2428470"/>
                  <a:pt x="3856547" y="2428065"/>
                  <a:pt x="3856952" y="2428065"/>
                </a:cubicBezTo>
                <a:close/>
                <a:moveTo>
                  <a:pt x="3816065" y="2428065"/>
                </a:moveTo>
                <a:lnTo>
                  <a:pt x="3820113" y="2428065"/>
                </a:lnTo>
                <a:cubicBezTo>
                  <a:pt x="3820518" y="2428065"/>
                  <a:pt x="3820923" y="2428470"/>
                  <a:pt x="3821327" y="2428875"/>
                </a:cubicBezTo>
                <a:lnTo>
                  <a:pt x="3823352" y="2432113"/>
                </a:lnTo>
                <a:cubicBezTo>
                  <a:pt x="3823756" y="2432518"/>
                  <a:pt x="3823756" y="2432923"/>
                  <a:pt x="3823352" y="2433328"/>
                </a:cubicBezTo>
                <a:lnTo>
                  <a:pt x="3821327" y="2436566"/>
                </a:lnTo>
                <a:cubicBezTo>
                  <a:pt x="3821327" y="2436971"/>
                  <a:pt x="3820923" y="2436971"/>
                  <a:pt x="3820113" y="2436971"/>
                </a:cubicBezTo>
                <a:lnTo>
                  <a:pt x="3816065" y="2436971"/>
                </a:lnTo>
                <a:cubicBezTo>
                  <a:pt x="3815660" y="2436971"/>
                  <a:pt x="3815255" y="2436971"/>
                  <a:pt x="3814851" y="2436566"/>
                </a:cubicBezTo>
                <a:lnTo>
                  <a:pt x="3812827" y="2433328"/>
                </a:lnTo>
                <a:cubicBezTo>
                  <a:pt x="3812422" y="2432923"/>
                  <a:pt x="3812422" y="2432518"/>
                  <a:pt x="3812827" y="2432113"/>
                </a:cubicBezTo>
                <a:lnTo>
                  <a:pt x="3814851" y="2428875"/>
                </a:lnTo>
                <a:cubicBezTo>
                  <a:pt x="3815255" y="2428470"/>
                  <a:pt x="3815660" y="2428065"/>
                  <a:pt x="3816065" y="2428065"/>
                </a:cubicBezTo>
                <a:close/>
                <a:moveTo>
                  <a:pt x="3978395" y="2427661"/>
                </a:moveTo>
                <a:lnTo>
                  <a:pt x="3982038" y="2427661"/>
                </a:lnTo>
                <a:cubicBezTo>
                  <a:pt x="3982443" y="2427661"/>
                  <a:pt x="3982847" y="2428066"/>
                  <a:pt x="3983252" y="2428470"/>
                </a:cubicBezTo>
                <a:lnTo>
                  <a:pt x="3984871" y="2431709"/>
                </a:lnTo>
                <a:cubicBezTo>
                  <a:pt x="3985276" y="2432114"/>
                  <a:pt x="3985276" y="2432519"/>
                  <a:pt x="3984871" y="2432924"/>
                </a:cubicBezTo>
                <a:lnTo>
                  <a:pt x="3983252" y="2436162"/>
                </a:lnTo>
                <a:cubicBezTo>
                  <a:pt x="3982847" y="2436567"/>
                  <a:pt x="3982443" y="2436972"/>
                  <a:pt x="3982038" y="2436972"/>
                </a:cubicBezTo>
                <a:lnTo>
                  <a:pt x="3978395" y="2436972"/>
                </a:lnTo>
                <a:cubicBezTo>
                  <a:pt x="3977990" y="2436972"/>
                  <a:pt x="3977585" y="2436567"/>
                  <a:pt x="3977180" y="2436162"/>
                </a:cubicBezTo>
                <a:lnTo>
                  <a:pt x="3975561" y="2432924"/>
                </a:lnTo>
                <a:cubicBezTo>
                  <a:pt x="3975156" y="2432519"/>
                  <a:pt x="3975156" y="2432114"/>
                  <a:pt x="3975561" y="2431709"/>
                </a:cubicBezTo>
                <a:lnTo>
                  <a:pt x="3977180" y="2428470"/>
                </a:lnTo>
                <a:cubicBezTo>
                  <a:pt x="3977585" y="2428066"/>
                  <a:pt x="3977990" y="2427661"/>
                  <a:pt x="3978395" y="2427661"/>
                </a:cubicBezTo>
                <a:close/>
                <a:moveTo>
                  <a:pt x="3775179" y="2426446"/>
                </a:moveTo>
                <a:lnTo>
                  <a:pt x="3780442" y="2426446"/>
                </a:lnTo>
                <a:cubicBezTo>
                  <a:pt x="3780846" y="2426446"/>
                  <a:pt x="3781251" y="2426851"/>
                  <a:pt x="3781656" y="2427256"/>
                </a:cubicBezTo>
                <a:lnTo>
                  <a:pt x="3784085" y="2431709"/>
                </a:lnTo>
                <a:cubicBezTo>
                  <a:pt x="3784490" y="2432113"/>
                  <a:pt x="3784490" y="2432518"/>
                  <a:pt x="3784085" y="2432923"/>
                </a:cubicBezTo>
                <a:lnTo>
                  <a:pt x="3781656" y="2437376"/>
                </a:lnTo>
                <a:cubicBezTo>
                  <a:pt x="3781251" y="2437781"/>
                  <a:pt x="3780846" y="2438186"/>
                  <a:pt x="3780442" y="2438186"/>
                </a:cubicBezTo>
                <a:lnTo>
                  <a:pt x="3775179" y="2438186"/>
                </a:lnTo>
                <a:cubicBezTo>
                  <a:pt x="3774774" y="2438186"/>
                  <a:pt x="3774369" y="2437781"/>
                  <a:pt x="3773965" y="2437376"/>
                </a:cubicBezTo>
                <a:lnTo>
                  <a:pt x="3771536" y="2432923"/>
                </a:lnTo>
                <a:cubicBezTo>
                  <a:pt x="3771131" y="2432518"/>
                  <a:pt x="3771131" y="2432113"/>
                  <a:pt x="3771536" y="2431709"/>
                </a:cubicBezTo>
                <a:lnTo>
                  <a:pt x="3773965" y="2427256"/>
                </a:lnTo>
                <a:cubicBezTo>
                  <a:pt x="3774369" y="2426851"/>
                  <a:pt x="3774774" y="2426446"/>
                  <a:pt x="3775179" y="2426446"/>
                </a:cubicBezTo>
                <a:close/>
                <a:moveTo>
                  <a:pt x="3733888" y="2425232"/>
                </a:moveTo>
                <a:lnTo>
                  <a:pt x="3740365" y="2425232"/>
                </a:lnTo>
                <a:cubicBezTo>
                  <a:pt x="3740770" y="2425232"/>
                  <a:pt x="3741175" y="2425637"/>
                  <a:pt x="3741580" y="2426042"/>
                </a:cubicBezTo>
                <a:lnTo>
                  <a:pt x="3744818" y="2431709"/>
                </a:lnTo>
                <a:cubicBezTo>
                  <a:pt x="3745223" y="2432114"/>
                  <a:pt x="3745223" y="2432519"/>
                  <a:pt x="3744818" y="2432924"/>
                </a:cubicBezTo>
                <a:lnTo>
                  <a:pt x="3741580" y="2438591"/>
                </a:lnTo>
                <a:cubicBezTo>
                  <a:pt x="3741580" y="2438996"/>
                  <a:pt x="3741175" y="2439400"/>
                  <a:pt x="3740365" y="2438996"/>
                </a:cubicBezTo>
                <a:lnTo>
                  <a:pt x="3733888" y="2438996"/>
                </a:lnTo>
                <a:cubicBezTo>
                  <a:pt x="3733484" y="2438996"/>
                  <a:pt x="3733079" y="2438996"/>
                  <a:pt x="3732674" y="2438591"/>
                </a:cubicBezTo>
                <a:lnTo>
                  <a:pt x="3729436" y="2432924"/>
                </a:lnTo>
                <a:cubicBezTo>
                  <a:pt x="3729031" y="2432519"/>
                  <a:pt x="3729031" y="2432114"/>
                  <a:pt x="3729436" y="2431709"/>
                </a:cubicBezTo>
                <a:lnTo>
                  <a:pt x="3732674" y="2426042"/>
                </a:lnTo>
                <a:cubicBezTo>
                  <a:pt x="3733079" y="2425637"/>
                  <a:pt x="3733484" y="2425232"/>
                  <a:pt x="3733888" y="2425232"/>
                </a:cubicBezTo>
                <a:close/>
                <a:moveTo>
                  <a:pt x="3693002" y="2425232"/>
                </a:moveTo>
                <a:lnTo>
                  <a:pt x="3700288" y="2425232"/>
                </a:lnTo>
                <a:cubicBezTo>
                  <a:pt x="3700693" y="2425232"/>
                  <a:pt x="3701098" y="2425637"/>
                  <a:pt x="3701503" y="2426042"/>
                </a:cubicBezTo>
                <a:lnTo>
                  <a:pt x="3705146" y="2432114"/>
                </a:lnTo>
                <a:cubicBezTo>
                  <a:pt x="3705551" y="2432519"/>
                  <a:pt x="3705551" y="2432924"/>
                  <a:pt x="3705146" y="2433328"/>
                </a:cubicBezTo>
                <a:lnTo>
                  <a:pt x="3701503" y="2439400"/>
                </a:lnTo>
                <a:cubicBezTo>
                  <a:pt x="3701503" y="2439805"/>
                  <a:pt x="3701098" y="2439805"/>
                  <a:pt x="3700288" y="2440210"/>
                </a:cubicBezTo>
                <a:lnTo>
                  <a:pt x="3693002" y="2440210"/>
                </a:lnTo>
                <a:cubicBezTo>
                  <a:pt x="3692597" y="2440210"/>
                  <a:pt x="3692192" y="2439805"/>
                  <a:pt x="3691787" y="2439400"/>
                </a:cubicBezTo>
                <a:lnTo>
                  <a:pt x="3688144" y="2433328"/>
                </a:lnTo>
                <a:cubicBezTo>
                  <a:pt x="3687739" y="2432924"/>
                  <a:pt x="3687739" y="2432519"/>
                  <a:pt x="3688144" y="2432114"/>
                </a:cubicBezTo>
                <a:lnTo>
                  <a:pt x="3691787" y="2426042"/>
                </a:lnTo>
                <a:cubicBezTo>
                  <a:pt x="3692192" y="2425637"/>
                  <a:pt x="3692597" y="2425232"/>
                  <a:pt x="3693002" y="2425232"/>
                </a:cubicBezTo>
                <a:close/>
                <a:moveTo>
                  <a:pt x="3652520" y="2424017"/>
                </a:moveTo>
                <a:lnTo>
                  <a:pt x="3660212" y="2424017"/>
                </a:lnTo>
                <a:cubicBezTo>
                  <a:pt x="3660617" y="2424017"/>
                  <a:pt x="3661021" y="2424422"/>
                  <a:pt x="3661426" y="2424827"/>
                </a:cubicBezTo>
                <a:lnTo>
                  <a:pt x="3665474" y="2431709"/>
                </a:lnTo>
                <a:cubicBezTo>
                  <a:pt x="3665879" y="2432113"/>
                  <a:pt x="3665879" y="2432518"/>
                  <a:pt x="3665474" y="2432923"/>
                </a:cubicBezTo>
                <a:lnTo>
                  <a:pt x="3661426" y="2439805"/>
                </a:lnTo>
                <a:cubicBezTo>
                  <a:pt x="3661426" y="2440210"/>
                  <a:pt x="3661021" y="2440614"/>
                  <a:pt x="3660212" y="2440614"/>
                </a:cubicBezTo>
                <a:lnTo>
                  <a:pt x="3652520" y="2440614"/>
                </a:lnTo>
                <a:cubicBezTo>
                  <a:pt x="3652116" y="2440614"/>
                  <a:pt x="3651710" y="2440210"/>
                  <a:pt x="3651306" y="2439805"/>
                </a:cubicBezTo>
                <a:lnTo>
                  <a:pt x="3647258" y="2432923"/>
                </a:lnTo>
                <a:cubicBezTo>
                  <a:pt x="3646853" y="2432518"/>
                  <a:pt x="3646853" y="2432113"/>
                  <a:pt x="3647258" y="2431709"/>
                </a:cubicBezTo>
                <a:lnTo>
                  <a:pt x="3651306" y="2424827"/>
                </a:lnTo>
                <a:cubicBezTo>
                  <a:pt x="3651710" y="2424422"/>
                  <a:pt x="3652116" y="2424017"/>
                  <a:pt x="3652520" y="2424017"/>
                </a:cubicBezTo>
                <a:close/>
                <a:moveTo>
                  <a:pt x="3409229" y="2423208"/>
                </a:moveTo>
                <a:lnTo>
                  <a:pt x="3418135" y="2423208"/>
                </a:lnTo>
                <a:cubicBezTo>
                  <a:pt x="3418539" y="2423208"/>
                  <a:pt x="3418944" y="2423613"/>
                  <a:pt x="3419349" y="2424018"/>
                </a:cubicBezTo>
                <a:lnTo>
                  <a:pt x="3423802" y="2431709"/>
                </a:lnTo>
                <a:cubicBezTo>
                  <a:pt x="3424207" y="2432114"/>
                  <a:pt x="3424207" y="2432519"/>
                  <a:pt x="3423802" y="2432924"/>
                </a:cubicBezTo>
                <a:lnTo>
                  <a:pt x="3419349" y="2440615"/>
                </a:lnTo>
                <a:cubicBezTo>
                  <a:pt x="3418944" y="2441020"/>
                  <a:pt x="3418539" y="2441425"/>
                  <a:pt x="3418135" y="2441425"/>
                </a:cubicBezTo>
                <a:lnTo>
                  <a:pt x="3409229" y="2441425"/>
                </a:lnTo>
                <a:cubicBezTo>
                  <a:pt x="3408824" y="2441425"/>
                  <a:pt x="3408419" y="2441020"/>
                  <a:pt x="3408014" y="2440615"/>
                </a:cubicBezTo>
                <a:lnTo>
                  <a:pt x="3403562" y="2432924"/>
                </a:lnTo>
                <a:cubicBezTo>
                  <a:pt x="3403157" y="2432519"/>
                  <a:pt x="3403157" y="2432114"/>
                  <a:pt x="3403562" y="2431709"/>
                </a:cubicBezTo>
                <a:lnTo>
                  <a:pt x="3408014" y="2424018"/>
                </a:lnTo>
                <a:cubicBezTo>
                  <a:pt x="3408419" y="2423613"/>
                  <a:pt x="3408824" y="2423208"/>
                  <a:pt x="3409229" y="2423208"/>
                </a:cubicBezTo>
                <a:close/>
                <a:moveTo>
                  <a:pt x="3611230" y="2422803"/>
                </a:moveTo>
                <a:lnTo>
                  <a:pt x="3620541" y="2422803"/>
                </a:lnTo>
                <a:cubicBezTo>
                  <a:pt x="3620945" y="2422803"/>
                  <a:pt x="3621350" y="2423208"/>
                  <a:pt x="3621755" y="2423613"/>
                </a:cubicBezTo>
                <a:lnTo>
                  <a:pt x="3626208" y="2431709"/>
                </a:lnTo>
                <a:cubicBezTo>
                  <a:pt x="3626613" y="2432114"/>
                  <a:pt x="3626613" y="2432518"/>
                  <a:pt x="3626208" y="2432923"/>
                </a:cubicBezTo>
                <a:lnTo>
                  <a:pt x="3621755" y="2441020"/>
                </a:lnTo>
                <a:cubicBezTo>
                  <a:pt x="3621755" y="2441424"/>
                  <a:pt x="3621350" y="2441829"/>
                  <a:pt x="3620541" y="2441829"/>
                </a:cubicBezTo>
                <a:lnTo>
                  <a:pt x="3611230" y="2441829"/>
                </a:lnTo>
                <a:cubicBezTo>
                  <a:pt x="3610825" y="2441829"/>
                  <a:pt x="3610420" y="2441424"/>
                  <a:pt x="3610016" y="2441020"/>
                </a:cubicBezTo>
                <a:lnTo>
                  <a:pt x="3605563" y="2432923"/>
                </a:lnTo>
                <a:cubicBezTo>
                  <a:pt x="3605158" y="2432518"/>
                  <a:pt x="3605158" y="2432114"/>
                  <a:pt x="3605563" y="2431709"/>
                </a:cubicBezTo>
                <a:lnTo>
                  <a:pt x="3610016" y="2423613"/>
                </a:lnTo>
                <a:cubicBezTo>
                  <a:pt x="3610420" y="2423208"/>
                  <a:pt x="3610825" y="2422803"/>
                  <a:pt x="3611230" y="2422803"/>
                </a:cubicBezTo>
                <a:close/>
                <a:moveTo>
                  <a:pt x="3570343" y="2421993"/>
                </a:moveTo>
                <a:lnTo>
                  <a:pt x="3580868" y="2421993"/>
                </a:lnTo>
                <a:cubicBezTo>
                  <a:pt x="3581274" y="2421993"/>
                  <a:pt x="3581678" y="2421993"/>
                  <a:pt x="3582083" y="2422398"/>
                </a:cubicBezTo>
                <a:lnTo>
                  <a:pt x="3587346" y="2431709"/>
                </a:lnTo>
                <a:cubicBezTo>
                  <a:pt x="3587751" y="2432113"/>
                  <a:pt x="3587751" y="2432518"/>
                  <a:pt x="3587346" y="2432923"/>
                </a:cubicBezTo>
                <a:lnTo>
                  <a:pt x="3582083" y="2442234"/>
                </a:lnTo>
                <a:cubicBezTo>
                  <a:pt x="3581678" y="2442638"/>
                  <a:pt x="3581274" y="2443043"/>
                  <a:pt x="3580868" y="2442638"/>
                </a:cubicBezTo>
                <a:lnTo>
                  <a:pt x="3570343" y="2442638"/>
                </a:lnTo>
                <a:cubicBezTo>
                  <a:pt x="3569939" y="2442638"/>
                  <a:pt x="3569534" y="2442638"/>
                  <a:pt x="3569129" y="2442234"/>
                </a:cubicBezTo>
                <a:lnTo>
                  <a:pt x="3563867" y="2432923"/>
                </a:lnTo>
                <a:cubicBezTo>
                  <a:pt x="3563462" y="2432518"/>
                  <a:pt x="3563462" y="2432113"/>
                  <a:pt x="3563867" y="2431709"/>
                </a:cubicBezTo>
                <a:lnTo>
                  <a:pt x="3569129" y="2422398"/>
                </a:lnTo>
                <a:cubicBezTo>
                  <a:pt x="3569534" y="2422398"/>
                  <a:pt x="3569939" y="2421993"/>
                  <a:pt x="3570343" y="2421993"/>
                </a:cubicBezTo>
                <a:close/>
                <a:moveTo>
                  <a:pt x="3488572" y="2421993"/>
                </a:moveTo>
                <a:lnTo>
                  <a:pt x="3499906" y="2421993"/>
                </a:lnTo>
                <a:cubicBezTo>
                  <a:pt x="3500311" y="2421993"/>
                  <a:pt x="3500716" y="2421993"/>
                  <a:pt x="3501121" y="2422398"/>
                </a:cubicBezTo>
                <a:lnTo>
                  <a:pt x="3506788" y="2432113"/>
                </a:lnTo>
                <a:cubicBezTo>
                  <a:pt x="3507193" y="2432518"/>
                  <a:pt x="3507193" y="2432923"/>
                  <a:pt x="3506788" y="2433328"/>
                </a:cubicBezTo>
                <a:lnTo>
                  <a:pt x="3501121" y="2443043"/>
                </a:lnTo>
                <a:cubicBezTo>
                  <a:pt x="3501121" y="2443043"/>
                  <a:pt x="3500716" y="2443448"/>
                  <a:pt x="3499906" y="2443853"/>
                </a:cubicBezTo>
                <a:lnTo>
                  <a:pt x="3488572" y="2443853"/>
                </a:lnTo>
                <a:cubicBezTo>
                  <a:pt x="3488167" y="2443853"/>
                  <a:pt x="3487762" y="2443448"/>
                  <a:pt x="3487357" y="2443043"/>
                </a:cubicBezTo>
                <a:lnTo>
                  <a:pt x="3481690" y="2433328"/>
                </a:lnTo>
                <a:cubicBezTo>
                  <a:pt x="3481285" y="2432923"/>
                  <a:pt x="3481285" y="2432518"/>
                  <a:pt x="3481690" y="2432113"/>
                </a:cubicBezTo>
                <a:lnTo>
                  <a:pt x="3487357" y="2422398"/>
                </a:lnTo>
                <a:cubicBezTo>
                  <a:pt x="3487762" y="2422398"/>
                  <a:pt x="3488167" y="2421993"/>
                  <a:pt x="3488572" y="2421993"/>
                </a:cubicBezTo>
                <a:close/>
                <a:moveTo>
                  <a:pt x="3448496" y="2421993"/>
                </a:moveTo>
                <a:lnTo>
                  <a:pt x="3459425" y="2421993"/>
                </a:lnTo>
                <a:cubicBezTo>
                  <a:pt x="3459830" y="2421993"/>
                  <a:pt x="3460235" y="2422398"/>
                  <a:pt x="3460640" y="2422803"/>
                </a:cubicBezTo>
                <a:lnTo>
                  <a:pt x="3466307" y="2432113"/>
                </a:lnTo>
                <a:cubicBezTo>
                  <a:pt x="3466712" y="2432518"/>
                  <a:pt x="3466712" y="2432923"/>
                  <a:pt x="3466307" y="2433328"/>
                </a:cubicBezTo>
                <a:lnTo>
                  <a:pt x="3460640" y="2442638"/>
                </a:lnTo>
                <a:cubicBezTo>
                  <a:pt x="3460640" y="2443043"/>
                  <a:pt x="3460235" y="2443043"/>
                  <a:pt x="3459425" y="2443448"/>
                </a:cubicBezTo>
                <a:lnTo>
                  <a:pt x="3448496" y="2443448"/>
                </a:lnTo>
                <a:cubicBezTo>
                  <a:pt x="3448091" y="2443448"/>
                  <a:pt x="3447686" y="2443043"/>
                  <a:pt x="3447281" y="2442638"/>
                </a:cubicBezTo>
                <a:lnTo>
                  <a:pt x="3441614" y="2433328"/>
                </a:lnTo>
                <a:cubicBezTo>
                  <a:pt x="3441209" y="2432923"/>
                  <a:pt x="3441209" y="2432518"/>
                  <a:pt x="3441614" y="2432113"/>
                </a:cubicBezTo>
                <a:lnTo>
                  <a:pt x="3447281" y="2422803"/>
                </a:lnTo>
                <a:cubicBezTo>
                  <a:pt x="3447686" y="2422398"/>
                  <a:pt x="3448091" y="2421993"/>
                  <a:pt x="3448496" y="2421993"/>
                </a:cubicBezTo>
                <a:close/>
                <a:moveTo>
                  <a:pt x="3529053" y="2421184"/>
                </a:moveTo>
                <a:lnTo>
                  <a:pt x="3540792" y="2421184"/>
                </a:lnTo>
                <a:cubicBezTo>
                  <a:pt x="3541197" y="2421184"/>
                  <a:pt x="3541602" y="2421184"/>
                  <a:pt x="3542006" y="2421589"/>
                </a:cubicBezTo>
                <a:lnTo>
                  <a:pt x="3547674" y="2431709"/>
                </a:lnTo>
                <a:cubicBezTo>
                  <a:pt x="3548079" y="2432114"/>
                  <a:pt x="3548079" y="2432519"/>
                  <a:pt x="3547674" y="2432924"/>
                </a:cubicBezTo>
                <a:lnTo>
                  <a:pt x="3542006" y="2443044"/>
                </a:lnTo>
                <a:cubicBezTo>
                  <a:pt x="3541602" y="2443449"/>
                  <a:pt x="3541197" y="2443854"/>
                  <a:pt x="3540792" y="2443854"/>
                </a:cubicBezTo>
                <a:lnTo>
                  <a:pt x="3529053" y="2443854"/>
                </a:lnTo>
                <a:cubicBezTo>
                  <a:pt x="3528648" y="2443854"/>
                  <a:pt x="3528243" y="2443449"/>
                  <a:pt x="3527838" y="2443044"/>
                </a:cubicBezTo>
                <a:lnTo>
                  <a:pt x="3522171" y="2432924"/>
                </a:lnTo>
                <a:cubicBezTo>
                  <a:pt x="3521766" y="2432519"/>
                  <a:pt x="3521766" y="2432114"/>
                  <a:pt x="3522171" y="2431709"/>
                </a:cubicBezTo>
                <a:lnTo>
                  <a:pt x="3527838" y="2421589"/>
                </a:lnTo>
                <a:cubicBezTo>
                  <a:pt x="3528243" y="2421589"/>
                  <a:pt x="3528648" y="2421184"/>
                  <a:pt x="3529053" y="2421184"/>
                </a:cubicBezTo>
                <a:close/>
                <a:moveTo>
                  <a:pt x="4464170" y="2388799"/>
                </a:moveTo>
                <a:lnTo>
                  <a:pt x="4468218" y="2388799"/>
                </a:lnTo>
                <a:lnTo>
                  <a:pt x="4470242" y="2392037"/>
                </a:lnTo>
                <a:lnTo>
                  <a:pt x="4468218" y="2395276"/>
                </a:lnTo>
                <a:lnTo>
                  <a:pt x="4464170" y="2395276"/>
                </a:lnTo>
                <a:lnTo>
                  <a:pt x="4462146" y="2392037"/>
                </a:lnTo>
                <a:close/>
                <a:moveTo>
                  <a:pt x="4261763" y="2388799"/>
                </a:moveTo>
                <a:lnTo>
                  <a:pt x="4265811" y="2388799"/>
                </a:lnTo>
                <a:lnTo>
                  <a:pt x="4267835" y="2392037"/>
                </a:lnTo>
                <a:lnTo>
                  <a:pt x="4265811" y="2395276"/>
                </a:lnTo>
                <a:lnTo>
                  <a:pt x="4261763" y="2395276"/>
                </a:lnTo>
                <a:lnTo>
                  <a:pt x="4259739" y="2392037"/>
                </a:lnTo>
                <a:close/>
                <a:moveTo>
                  <a:pt x="4221282" y="2388799"/>
                </a:moveTo>
                <a:lnTo>
                  <a:pt x="4225330" y="2388799"/>
                </a:lnTo>
                <a:lnTo>
                  <a:pt x="4227354" y="2392037"/>
                </a:lnTo>
                <a:lnTo>
                  <a:pt x="4225330" y="2395276"/>
                </a:lnTo>
                <a:lnTo>
                  <a:pt x="4221282" y="2395276"/>
                </a:lnTo>
                <a:lnTo>
                  <a:pt x="4219258" y="2392037"/>
                </a:lnTo>
                <a:close/>
                <a:moveTo>
                  <a:pt x="4626095" y="2388394"/>
                </a:moveTo>
                <a:lnTo>
                  <a:pt x="4630143" y="2388394"/>
                </a:lnTo>
                <a:lnTo>
                  <a:pt x="4632167" y="2392037"/>
                </a:lnTo>
                <a:lnTo>
                  <a:pt x="4630143" y="2395681"/>
                </a:lnTo>
                <a:lnTo>
                  <a:pt x="4626095" y="2395681"/>
                </a:lnTo>
                <a:lnTo>
                  <a:pt x="4624071" y="2392037"/>
                </a:lnTo>
                <a:close/>
                <a:moveTo>
                  <a:pt x="4585613" y="2388394"/>
                </a:moveTo>
                <a:lnTo>
                  <a:pt x="4589661" y="2388394"/>
                </a:lnTo>
                <a:lnTo>
                  <a:pt x="4591685" y="2392037"/>
                </a:lnTo>
                <a:lnTo>
                  <a:pt x="4589661" y="2395681"/>
                </a:lnTo>
                <a:lnTo>
                  <a:pt x="4585613" y="2395681"/>
                </a:lnTo>
                <a:lnTo>
                  <a:pt x="4583589" y="2392037"/>
                </a:lnTo>
                <a:close/>
                <a:moveTo>
                  <a:pt x="4545132" y="2388394"/>
                </a:moveTo>
                <a:lnTo>
                  <a:pt x="4549180" y="2388394"/>
                </a:lnTo>
                <a:lnTo>
                  <a:pt x="4551204" y="2392037"/>
                </a:lnTo>
                <a:lnTo>
                  <a:pt x="4549180" y="2395681"/>
                </a:lnTo>
                <a:lnTo>
                  <a:pt x="4545132" y="2395681"/>
                </a:lnTo>
                <a:lnTo>
                  <a:pt x="4543108" y="2392037"/>
                </a:lnTo>
                <a:close/>
                <a:moveTo>
                  <a:pt x="4504651" y="2388394"/>
                </a:moveTo>
                <a:lnTo>
                  <a:pt x="4508699" y="2388394"/>
                </a:lnTo>
                <a:lnTo>
                  <a:pt x="4510723" y="2392037"/>
                </a:lnTo>
                <a:lnTo>
                  <a:pt x="4508699" y="2395681"/>
                </a:lnTo>
                <a:lnTo>
                  <a:pt x="4504651" y="2395681"/>
                </a:lnTo>
                <a:lnTo>
                  <a:pt x="4502627" y="2392037"/>
                </a:lnTo>
                <a:close/>
                <a:moveTo>
                  <a:pt x="4423688" y="2388394"/>
                </a:moveTo>
                <a:lnTo>
                  <a:pt x="4427736" y="2388394"/>
                </a:lnTo>
                <a:lnTo>
                  <a:pt x="4429760" y="2392037"/>
                </a:lnTo>
                <a:lnTo>
                  <a:pt x="4427736" y="2395681"/>
                </a:lnTo>
                <a:lnTo>
                  <a:pt x="4423688" y="2395681"/>
                </a:lnTo>
                <a:lnTo>
                  <a:pt x="4421664" y="2392037"/>
                </a:lnTo>
                <a:close/>
                <a:moveTo>
                  <a:pt x="4383207" y="2388394"/>
                </a:moveTo>
                <a:lnTo>
                  <a:pt x="4387255" y="2388394"/>
                </a:lnTo>
                <a:lnTo>
                  <a:pt x="4389279" y="2392037"/>
                </a:lnTo>
                <a:lnTo>
                  <a:pt x="4387255" y="2395681"/>
                </a:lnTo>
                <a:lnTo>
                  <a:pt x="4383207" y="2395681"/>
                </a:lnTo>
                <a:lnTo>
                  <a:pt x="4381183" y="2392037"/>
                </a:lnTo>
                <a:close/>
                <a:moveTo>
                  <a:pt x="4342726" y="2388394"/>
                </a:moveTo>
                <a:lnTo>
                  <a:pt x="4346774" y="2388394"/>
                </a:lnTo>
                <a:lnTo>
                  <a:pt x="4348798" y="2392037"/>
                </a:lnTo>
                <a:lnTo>
                  <a:pt x="4346774" y="2395681"/>
                </a:lnTo>
                <a:lnTo>
                  <a:pt x="4342726" y="2395681"/>
                </a:lnTo>
                <a:lnTo>
                  <a:pt x="4340702" y="2392037"/>
                </a:lnTo>
                <a:close/>
                <a:moveTo>
                  <a:pt x="4302245" y="2388394"/>
                </a:moveTo>
                <a:lnTo>
                  <a:pt x="4306293" y="2388394"/>
                </a:lnTo>
                <a:lnTo>
                  <a:pt x="4308317" y="2392037"/>
                </a:lnTo>
                <a:lnTo>
                  <a:pt x="4306293" y="2395681"/>
                </a:lnTo>
                <a:lnTo>
                  <a:pt x="4302245" y="2395681"/>
                </a:lnTo>
                <a:lnTo>
                  <a:pt x="4300221" y="2392037"/>
                </a:lnTo>
                <a:close/>
                <a:moveTo>
                  <a:pt x="4139915" y="2388394"/>
                </a:moveTo>
                <a:lnTo>
                  <a:pt x="4144368" y="2388394"/>
                </a:lnTo>
                <a:lnTo>
                  <a:pt x="4146392" y="2392037"/>
                </a:lnTo>
                <a:lnTo>
                  <a:pt x="4144368" y="2395681"/>
                </a:lnTo>
                <a:lnTo>
                  <a:pt x="4139915" y="2395681"/>
                </a:lnTo>
                <a:lnTo>
                  <a:pt x="4137891" y="2392037"/>
                </a:lnTo>
                <a:close/>
                <a:moveTo>
                  <a:pt x="4099838" y="2388394"/>
                </a:moveTo>
                <a:lnTo>
                  <a:pt x="4103886" y="2388394"/>
                </a:lnTo>
                <a:lnTo>
                  <a:pt x="4105910" y="2392037"/>
                </a:lnTo>
                <a:lnTo>
                  <a:pt x="4103886" y="2395681"/>
                </a:lnTo>
                <a:lnTo>
                  <a:pt x="4099838" y="2395681"/>
                </a:lnTo>
                <a:lnTo>
                  <a:pt x="4097814" y="2392037"/>
                </a:lnTo>
                <a:close/>
                <a:moveTo>
                  <a:pt x="4059357" y="2388394"/>
                </a:moveTo>
                <a:lnTo>
                  <a:pt x="4063405" y="2388394"/>
                </a:lnTo>
                <a:lnTo>
                  <a:pt x="4065429" y="2392037"/>
                </a:lnTo>
                <a:lnTo>
                  <a:pt x="4063405" y="2395681"/>
                </a:lnTo>
                <a:lnTo>
                  <a:pt x="4059357" y="2395681"/>
                </a:lnTo>
                <a:lnTo>
                  <a:pt x="4057333" y="2392037"/>
                </a:lnTo>
                <a:close/>
                <a:moveTo>
                  <a:pt x="4018876" y="2388394"/>
                </a:moveTo>
                <a:lnTo>
                  <a:pt x="4022924" y="2388394"/>
                </a:lnTo>
                <a:lnTo>
                  <a:pt x="4024948" y="2392037"/>
                </a:lnTo>
                <a:lnTo>
                  <a:pt x="4022924" y="2395681"/>
                </a:lnTo>
                <a:lnTo>
                  <a:pt x="4018876" y="2395681"/>
                </a:lnTo>
                <a:lnTo>
                  <a:pt x="4016852" y="2392037"/>
                </a:lnTo>
                <a:close/>
                <a:moveTo>
                  <a:pt x="3978799" y="2388394"/>
                </a:moveTo>
                <a:lnTo>
                  <a:pt x="3982038" y="2388394"/>
                </a:lnTo>
                <a:cubicBezTo>
                  <a:pt x="3982443" y="2388394"/>
                  <a:pt x="3982848" y="2388394"/>
                  <a:pt x="3983252" y="2388799"/>
                </a:cubicBezTo>
                <a:lnTo>
                  <a:pt x="3984872" y="2391632"/>
                </a:lnTo>
                <a:cubicBezTo>
                  <a:pt x="3985276" y="2392037"/>
                  <a:pt x="3985276" y="2392442"/>
                  <a:pt x="3984872" y="2392847"/>
                </a:cubicBezTo>
                <a:lnTo>
                  <a:pt x="3983252" y="2395681"/>
                </a:lnTo>
                <a:cubicBezTo>
                  <a:pt x="3982848" y="2396085"/>
                  <a:pt x="3982443" y="2396085"/>
                  <a:pt x="3982038" y="2396490"/>
                </a:cubicBezTo>
                <a:lnTo>
                  <a:pt x="3978799" y="2396490"/>
                </a:lnTo>
                <a:cubicBezTo>
                  <a:pt x="3978395" y="2396490"/>
                  <a:pt x="3977990" y="2396085"/>
                  <a:pt x="3977585" y="2395681"/>
                </a:cubicBezTo>
                <a:lnTo>
                  <a:pt x="3975966" y="2392847"/>
                </a:lnTo>
                <a:cubicBezTo>
                  <a:pt x="3975561" y="2392442"/>
                  <a:pt x="3975561" y="2392037"/>
                  <a:pt x="3975966" y="2391632"/>
                </a:cubicBezTo>
                <a:lnTo>
                  <a:pt x="3977585" y="2388799"/>
                </a:lnTo>
                <a:cubicBezTo>
                  <a:pt x="3977990" y="2388799"/>
                  <a:pt x="3978395" y="2388394"/>
                  <a:pt x="3978799" y="2388394"/>
                </a:cubicBezTo>
                <a:close/>
                <a:moveTo>
                  <a:pt x="4180801" y="2387989"/>
                </a:moveTo>
                <a:lnTo>
                  <a:pt x="4185254" y="2387989"/>
                </a:lnTo>
                <a:lnTo>
                  <a:pt x="4187682" y="2392037"/>
                </a:lnTo>
                <a:lnTo>
                  <a:pt x="4185254" y="2396085"/>
                </a:lnTo>
                <a:lnTo>
                  <a:pt x="4180801" y="2396085"/>
                </a:lnTo>
                <a:lnTo>
                  <a:pt x="4178372" y="2392037"/>
                </a:lnTo>
                <a:close/>
                <a:moveTo>
                  <a:pt x="3938318" y="2387989"/>
                </a:moveTo>
                <a:lnTo>
                  <a:pt x="3941557" y="2387989"/>
                </a:lnTo>
                <a:cubicBezTo>
                  <a:pt x="3941962" y="2387989"/>
                  <a:pt x="3942367" y="2388394"/>
                  <a:pt x="3942771" y="2388799"/>
                </a:cubicBezTo>
                <a:lnTo>
                  <a:pt x="3944391" y="2391632"/>
                </a:lnTo>
                <a:cubicBezTo>
                  <a:pt x="3944795" y="2392037"/>
                  <a:pt x="3944795" y="2392442"/>
                  <a:pt x="3944391" y="2392847"/>
                </a:cubicBezTo>
                <a:lnTo>
                  <a:pt x="3942771" y="2395681"/>
                </a:lnTo>
                <a:cubicBezTo>
                  <a:pt x="3942367" y="2396085"/>
                  <a:pt x="3941962" y="2396085"/>
                  <a:pt x="3941557" y="2396490"/>
                </a:cubicBezTo>
                <a:lnTo>
                  <a:pt x="3938318" y="2396490"/>
                </a:lnTo>
                <a:cubicBezTo>
                  <a:pt x="3937914" y="2396490"/>
                  <a:pt x="3937509" y="2396085"/>
                  <a:pt x="3937104" y="2395681"/>
                </a:cubicBezTo>
                <a:lnTo>
                  <a:pt x="3935485" y="2392847"/>
                </a:lnTo>
                <a:cubicBezTo>
                  <a:pt x="3935080" y="2392442"/>
                  <a:pt x="3935080" y="2392037"/>
                  <a:pt x="3935485" y="2391632"/>
                </a:cubicBezTo>
                <a:lnTo>
                  <a:pt x="3937104" y="2388799"/>
                </a:lnTo>
                <a:cubicBezTo>
                  <a:pt x="3937509" y="2388394"/>
                  <a:pt x="3937914" y="2387989"/>
                  <a:pt x="3938318" y="2387989"/>
                </a:cubicBezTo>
                <a:close/>
                <a:moveTo>
                  <a:pt x="3856952" y="2387584"/>
                </a:moveTo>
                <a:lnTo>
                  <a:pt x="3860595" y="2387584"/>
                </a:lnTo>
                <a:cubicBezTo>
                  <a:pt x="3861000" y="2387584"/>
                  <a:pt x="3861404" y="2387584"/>
                  <a:pt x="3861809" y="2387989"/>
                </a:cubicBezTo>
                <a:lnTo>
                  <a:pt x="3863428" y="2391227"/>
                </a:lnTo>
                <a:cubicBezTo>
                  <a:pt x="3863833" y="2391632"/>
                  <a:pt x="3863833" y="2392037"/>
                  <a:pt x="3863428" y="2392442"/>
                </a:cubicBezTo>
                <a:lnTo>
                  <a:pt x="3861809" y="2395680"/>
                </a:lnTo>
                <a:cubicBezTo>
                  <a:pt x="3861404" y="2396085"/>
                  <a:pt x="3861000" y="2396490"/>
                  <a:pt x="3860595" y="2396085"/>
                </a:cubicBezTo>
                <a:lnTo>
                  <a:pt x="3856952" y="2396085"/>
                </a:lnTo>
                <a:cubicBezTo>
                  <a:pt x="3856547" y="2396085"/>
                  <a:pt x="3856142" y="2396085"/>
                  <a:pt x="3855737" y="2395680"/>
                </a:cubicBezTo>
                <a:lnTo>
                  <a:pt x="3854118" y="2392442"/>
                </a:lnTo>
                <a:cubicBezTo>
                  <a:pt x="3853713" y="2392037"/>
                  <a:pt x="3853713" y="2391632"/>
                  <a:pt x="3854118" y="2391227"/>
                </a:cubicBezTo>
                <a:lnTo>
                  <a:pt x="3855737" y="2387989"/>
                </a:lnTo>
                <a:cubicBezTo>
                  <a:pt x="3856142" y="2387989"/>
                  <a:pt x="3856547" y="2387584"/>
                  <a:pt x="3856952" y="2387584"/>
                </a:cubicBezTo>
                <a:close/>
                <a:moveTo>
                  <a:pt x="3816470" y="2387584"/>
                </a:moveTo>
                <a:lnTo>
                  <a:pt x="3820518" y="2387584"/>
                </a:lnTo>
                <a:cubicBezTo>
                  <a:pt x="3820923" y="2387584"/>
                  <a:pt x="3821328" y="2387584"/>
                  <a:pt x="3821732" y="2387989"/>
                </a:cubicBezTo>
                <a:lnTo>
                  <a:pt x="3823757" y="2391632"/>
                </a:lnTo>
                <a:cubicBezTo>
                  <a:pt x="3824162" y="2392037"/>
                  <a:pt x="3824162" y="2392442"/>
                  <a:pt x="3823757" y="2392847"/>
                </a:cubicBezTo>
                <a:lnTo>
                  <a:pt x="3821732" y="2396490"/>
                </a:lnTo>
                <a:cubicBezTo>
                  <a:pt x="3821328" y="2396490"/>
                  <a:pt x="3820923" y="2396895"/>
                  <a:pt x="3820518" y="2396895"/>
                </a:cubicBezTo>
                <a:lnTo>
                  <a:pt x="3816470" y="2396895"/>
                </a:lnTo>
                <a:cubicBezTo>
                  <a:pt x="3816066" y="2396895"/>
                  <a:pt x="3815660" y="2396895"/>
                  <a:pt x="3815256" y="2396490"/>
                </a:cubicBezTo>
                <a:lnTo>
                  <a:pt x="3813232" y="2392847"/>
                </a:lnTo>
                <a:cubicBezTo>
                  <a:pt x="3812827" y="2392442"/>
                  <a:pt x="3812827" y="2392037"/>
                  <a:pt x="3813232" y="2391632"/>
                </a:cubicBezTo>
                <a:lnTo>
                  <a:pt x="3815256" y="2387989"/>
                </a:lnTo>
                <a:cubicBezTo>
                  <a:pt x="3815660" y="2387989"/>
                  <a:pt x="3816066" y="2387584"/>
                  <a:pt x="3816470" y="2387584"/>
                </a:cubicBezTo>
                <a:close/>
                <a:moveTo>
                  <a:pt x="3775988" y="2387179"/>
                </a:moveTo>
                <a:lnTo>
                  <a:pt x="3780036" y="2387179"/>
                </a:lnTo>
                <a:cubicBezTo>
                  <a:pt x="3780441" y="2387179"/>
                  <a:pt x="3780846" y="2387179"/>
                  <a:pt x="3781250" y="2387584"/>
                </a:cubicBezTo>
                <a:lnTo>
                  <a:pt x="3783275" y="2391227"/>
                </a:lnTo>
                <a:cubicBezTo>
                  <a:pt x="3783680" y="2391632"/>
                  <a:pt x="3783680" y="2392037"/>
                  <a:pt x="3783275" y="2392442"/>
                </a:cubicBezTo>
                <a:lnTo>
                  <a:pt x="3781250" y="2396085"/>
                </a:lnTo>
                <a:cubicBezTo>
                  <a:pt x="3780846" y="2396490"/>
                  <a:pt x="3780441" y="2396894"/>
                  <a:pt x="3780036" y="2396894"/>
                </a:cubicBezTo>
                <a:lnTo>
                  <a:pt x="3775988" y="2396894"/>
                </a:lnTo>
                <a:cubicBezTo>
                  <a:pt x="3775584" y="2396894"/>
                  <a:pt x="3775178" y="2396490"/>
                  <a:pt x="3774774" y="2396085"/>
                </a:cubicBezTo>
                <a:lnTo>
                  <a:pt x="3772750" y="2392442"/>
                </a:lnTo>
                <a:cubicBezTo>
                  <a:pt x="3772345" y="2392037"/>
                  <a:pt x="3772345" y="2391632"/>
                  <a:pt x="3772750" y="2391227"/>
                </a:cubicBezTo>
                <a:lnTo>
                  <a:pt x="3774774" y="2387584"/>
                </a:lnTo>
                <a:cubicBezTo>
                  <a:pt x="3775178" y="2387584"/>
                  <a:pt x="3775584" y="2387179"/>
                  <a:pt x="3775988" y="2387179"/>
                </a:cubicBezTo>
                <a:close/>
                <a:moveTo>
                  <a:pt x="3897027" y="2386774"/>
                </a:moveTo>
                <a:lnTo>
                  <a:pt x="3901480" y="2386774"/>
                </a:lnTo>
                <a:cubicBezTo>
                  <a:pt x="3901885" y="2386774"/>
                  <a:pt x="3902289" y="2386774"/>
                  <a:pt x="3902694" y="2387179"/>
                </a:cubicBezTo>
                <a:lnTo>
                  <a:pt x="3904718" y="2391227"/>
                </a:lnTo>
                <a:cubicBezTo>
                  <a:pt x="3905123" y="2391632"/>
                  <a:pt x="3905123" y="2392037"/>
                  <a:pt x="3904718" y="2392441"/>
                </a:cubicBezTo>
                <a:lnTo>
                  <a:pt x="3902694" y="2396490"/>
                </a:lnTo>
                <a:cubicBezTo>
                  <a:pt x="3902694" y="2396894"/>
                  <a:pt x="3902289" y="2397299"/>
                  <a:pt x="3901480" y="2397299"/>
                </a:cubicBezTo>
                <a:lnTo>
                  <a:pt x="3897027" y="2397299"/>
                </a:lnTo>
                <a:cubicBezTo>
                  <a:pt x="3896622" y="2397299"/>
                  <a:pt x="3896217" y="2396894"/>
                  <a:pt x="3895813" y="2396490"/>
                </a:cubicBezTo>
                <a:lnTo>
                  <a:pt x="3893789" y="2392441"/>
                </a:lnTo>
                <a:cubicBezTo>
                  <a:pt x="3893384" y="2392037"/>
                  <a:pt x="3893384" y="2391632"/>
                  <a:pt x="3893789" y="2391227"/>
                </a:cubicBezTo>
                <a:lnTo>
                  <a:pt x="3895813" y="2387179"/>
                </a:lnTo>
                <a:cubicBezTo>
                  <a:pt x="3896217" y="2387179"/>
                  <a:pt x="3896622" y="2386774"/>
                  <a:pt x="3897027" y="2386774"/>
                </a:cubicBezTo>
                <a:close/>
                <a:moveTo>
                  <a:pt x="3734698" y="2385965"/>
                </a:moveTo>
                <a:lnTo>
                  <a:pt x="3739961" y="2385965"/>
                </a:lnTo>
                <a:cubicBezTo>
                  <a:pt x="3740365" y="2385965"/>
                  <a:pt x="3740770" y="2386370"/>
                  <a:pt x="3741175" y="2386775"/>
                </a:cubicBezTo>
                <a:lnTo>
                  <a:pt x="3743604" y="2391228"/>
                </a:lnTo>
                <a:cubicBezTo>
                  <a:pt x="3744009" y="2391632"/>
                  <a:pt x="3744009" y="2392037"/>
                  <a:pt x="3743604" y="2392442"/>
                </a:cubicBezTo>
                <a:lnTo>
                  <a:pt x="3741175" y="2396895"/>
                </a:lnTo>
                <a:cubicBezTo>
                  <a:pt x="3740770" y="2397300"/>
                  <a:pt x="3740365" y="2397705"/>
                  <a:pt x="3739961" y="2397705"/>
                </a:cubicBezTo>
                <a:lnTo>
                  <a:pt x="3734698" y="2397705"/>
                </a:lnTo>
                <a:cubicBezTo>
                  <a:pt x="3734293" y="2397705"/>
                  <a:pt x="3733888" y="2397300"/>
                  <a:pt x="3733484" y="2396895"/>
                </a:cubicBezTo>
                <a:lnTo>
                  <a:pt x="3731055" y="2392442"/>
                </a:lnTo>
                <a:cubicBezTo>
                  <a:pt x="3730650" y="2392037"/>
                  <a:pt x="3730650" y="2391632"/>
                  <a:pt x="3731055" y="2391228"/>
                </a:cubicBezTo>
                <a:lnTo>
                  <a:pt x="3733484" y="2386775"/>
                </a:lnTo>
                <a:cubicBezTo>
                  <a:pt x="3733888" y="2386370"/>
                  <a:pt x="3734293" y="2385965"/>
                  <a:pt x="3734698" y="2385965"/>
                </a:cubicBezTo>
                <a:close/>
                <a:moveTo>
                  <a:pt x="3693811" y="2385560"/>
                </a:moveTo>
                <a:lnTo>
                  <a:pt x="3699884" y="2385560"/>
                </a:lnTo>
                <a:cubicBezTo>
                  <a:pt x="3700288" y="2385560"/>
                  <a:pt x="3700693" y="2385965"/>
                  <a:pt x="3701098" y="2386370"/>
                </a:cubicBezTo>
                <a:lnTo>
                  <a:pt x="3704336" y="2391632"/>
                </a:lnTo>
                <a:cubicBezTo>
                  <a:pt x="3704742" y="2392037"/>
                  <a:pt x="3704742" y="2392442"/>
                  <a:pt x="3704336" y="2392847"/>
                </a:cubicBezTo>
                <a:lnTo>
                  <a:pt x="3701098" y="2398109"/>
                </a:lnTo>
                <a:cubicBezTo>
                  <a:pt x="3701098" y="2398514"/>
                  <a:pt x="3700693" y="2398514"/>
                  <a:pt x="3699884" y="2398919"/>
                </a:cubicBezTo>
                <a:lnTo>
                  <a:pt x="3693811" y="2398919"/>
                </a:lnTo>
                <a:cubicBezTo>
                  <a:pt x="3693407" y="2398919"/>
                  <a:pt x="3693002" y="2398514"/>
                  <a:pt x="3692597" y="2398109"/>
                </a:cubicBezTo>
                <a:lnTo>
                  <a:pt x="3689359" y="2392847"/>
                </a:lnTo>
                <a:cubicBezTo>
                  <a:pt x="3688954" y="2392442"/>
                  <a:pt x="3688954" y="2392037"/>
                  <a:pt x="3689359" y="2391632"/>
                </a:cubicBezTo>
                <a:lnTo>
                  <a:pt x="3692597" y="2386370"/>
                </a:lnTo>
                <a:cubicBezTo>
                  <a:pt x="3693002" y="2385965"/>
                  <a:pt x="3693407" y="2385560"/>
                  <a:pt x="3693811" y="2385560"/>
                </a:cubicBezTo>
                <a:close/>
                <a:moveTo>
                  <a:pt x="3652521" y="2384750"/>
                </a:moveTo>
                <a:lnTo>
                  <a:pt x="3659807" y="2384750"/>
                </a:lnTo>
                <a:cubicBezTo>
                  <a:pt x="3660212" y="2384750"/>
                  <a:pt x="3660617" y="2385155"/>
                  <a:pt x="3661022" y="2385560"/>
                </a:cubicBezTo>
                <a:lnTo>
                  <a:pt x="3664665" y="2391632"/>
                </a:lnTo>
                <a:cubicBezTo>
                  <a:pt x="3665070" y="2392037"/>
                  <a:pt x="3665070" y="2392442"/>
                  <a:pt x="3664665" y="2392846"/>
                </a:cubicBezTo>
                <a:lnTo>
                  <a:pt x="3661022" y="2398918"/>
                </a:lnTo>
                <a:cubicBezTo>
                  <a:pt x="3661022" y="2399323"/>
                  <a:pt x="3660617" y="2399323"/>
                  <a:pt x="3659807" y="2399728"/>
                </a:cubicBezTo>
                <a:lnTo>
                  <a:pt x="3652521" y="2399728"/>
                </a:lnTo>
                <a:cubicBezTo>
                  <a:pt x="3652116" y="2399728"/>
                  <a:pt x="3651711" y="2399323"/>
                  <a:pt x="3651306" y="2398918"/>
                </a:cubicBezTo>
                <a:lnTo>
                  <a:pt x="3647663" y="2392846"/>
                </a:lnTo>
                <a:cubicBezTo>
                  <a:pt x="3647258" y="2392442"/>
                  <a:pt x="3647258" y="2392037"/>
                  <a:pt x="3647663" y="2391632"/>
                </a:cubicBezTo>
                <a:lnTo>
                  <a:pt x="3651306" y="2385560"/>
                </a:lnTo>
                <a:cubicBezTo>
                  <a:pt x="3651711" y="2385155"/>
                  <a:pt x="3652116" y="2384750"/>
                  <a:pt x="3652521" y="2384750"/>
                </a:cubicBezTo>
                <a:close/>
                <a:moveTo>
                  <a:pt x="3611635" y="2383536"/>
                </a:moveTo>
                <a:lnTo>
                  <a:pt x="3620136" y="2383536"/>
                </a:lnTo>
                <a:cubicBezTo>
                  <a:pt x="3620541" y="2383536"/>
                  <a:pt x="3620945" y="2383941"/>
                  <a:pt x="3621350" y="2384346"/>
                </a:cubicBezTo>
                <a:lnTo>
                  <a:pt x="3625803" y="2391632"/>
                </a:lnTo>
                <a:cubicBezTo>
                  <a:pt x="3626208" y="2392037"/>
                  <a:pt x="3626208" y="2392442"/>
                  <a:pt x="3625803" y="2392847"/>
                </a:cubicBezTo>
                <a:lnTo>
                  <a:pt x="3621350" y="2400133"/>
                </a:lnTo>
                <a:cubicBezTo>
                  <a:pt x="3621350" y="2400538"/>
                  <a:pt x="3620945" y="2400538"/>
                  <a:pt x="3620136" y="2400943"/>
                </a:cubicBezTo>
                <a:lnTo>
                  <a:pt x="3611635" y="2400943"/>
                </a:lnTo>
                <a:cubicBezTo>
                  <a:pt x="3611230" y="2400943"/>
                  <a:pt x="3610825" y="2400538"/>
                  <a:pt x="3610420" y="2400133"/>
                </a:cubicBezTo>
                <a:lnTo>
                  <a:pt x="3605968" y="2392847"/>
                </a:lnTo>
                <a:cubicBezTo>
                  <a:pt x="3605563" y="2392442"/>
                  <a:pt x="3605563" y="2392037"/>
                  <a:pt x="3605968" y="2391632"/>
                </a:cubicBezTo>
                <a:lnTo>
                  <a:pt x="3610420" y="2384346"/>
                </a:lnTo>
                <a:cubicBezTo>
                  <a:pt x="3610825" y="2383941"/>
                  <a:pt x="3611230" y="2383536"/>
                  <a:pt x="3611635" y="2383536"/>
                </a:cubicBezTo>
                <a:close/>
                <a:moveTo>
                  <a:pt x="3570344" y="2382726"/>
                </a:moveTo>
                <a:lnTo>
                  <a:pt x="3580464" y="2382726"/>
                </a:lnTo>
                <a:cubicBezTo>
                  <a:pt x="3580869" y="2382726"/>
                  <a:pt x="3581274" y="2382726"/>
                  <a:pt x="3581679" y="2383131"/>
                </a:cubicBezTo>
                <a:lnTo>
                  <a:pt x="3586536" y="2391632"/>
                </a:lnTo>
                <a:cubicBezTo>
                  <a:pt x="3586941" y="2392037"/>
                  <a:pt x="3586941" y="2392442"/>
                  <a:pt x="3586536" y="2392846"/>
                </a:cubicBezTo>
                <a:lnTo>
                  <a:pt x="3581679" y="2401348"/>
                </a:lnTo>
                <a:cubicBezTo>
                  <a:pt x="3581274" y="2401752"/>
                  <a:pt x="3580869" y="2401752"/>
                  <a:pt x="3580464" y="2401752"/>
                </a:cubicBezTo>
                <a:lnTo>
                  <a:pt x="3570344" y="2401752"/>
                </a:lnTo>
                <a:cubicBezTo>
                  <a:pt x="3569939" y="2401752"/>
                  <a:pt x="3569534" y="2401752"/>
                  <a:pt x="3569130" y="2401348"/>
                </a:cubicBezTo>
                <a:lnTo>
                  <a:pt x="3564272" y="2392846"/>
                </a:lnTo>
                <a:cubicBezTo>
                  <a:pt x="3563867" y="2392442"/>
                  <a:pt x="3563867" y="2392037"/>
                  <a:pt x="3564272" y="2391632"/>
                </a:cubicBezTo>
                <a:lnTo>
                  <a:pt x="3569130" y="2383131"/>
                </a:lnTo>
                <a:cubicBezTo>
                  <a:pt x="3569534" y="2383131"/>
                  <a:pt x="3569939" y="2382726"/>
                  <a:pt x="3570344" y="2382726"/>
                </a:cubicBezTo>
                <a:close/>
                <a:moveTo>
                  <a:pt x="3529457" y="2381917"/>
                </a:moveTo>
                <a:lnTo>
                  <a:pt x="3540387" y="2381917"/>
                </a:lnTo>
                <a:cubicBezTo>
                  <a:pt x="3540792" y="2381917"/>
                  <a:pt x="3541197" y="2381917"/>
                  <a:pt x="3541602" y="2382322"/>
                </a:cubicBezTo>
                <a:lnTo>
                  <a:pt x="3546865" y="2391633"/>
                </a:lnTo>
                <a:cubicBezTo>
                  <a:pt x="3547269" y="2392037"/>
                  <a:pt x="3547269" y="2392442"/>
                  <a:pt x="3546865" y="2392847"/>
                </a:cubicBezTo>
                <a:lnTo>
                  <a:pt x="3541602" y="2402158"/>
                </a:lnTo>
                <a:cubicBezTo>
                  <a:pt x="3541197" y="2402158"/>
                  <a:pt x="3540792" y="2402563"/>
                  <a:pt x="3540387" y="2402967"/>
                </a:cubicBezTo>
                <a:lnTo>
                  <a:pt x="3529457" y="2402967"/>
                </a:lnTo>
                <a:cubicBezTo>
                  <a:pt x="3529053" y="2402967"/>
                  <a:pt x="3528648" y="2402563"/>
                  <a:pt x="3528243" y="2402158"/>
                </a:cubicBezTo>
                <a:lnTo>
                  <a:pt x="3522981" y="2392847"/>
                </a:lnTo>
                <a:cubicBezTo>
                  <a:pt x="3522576" y="2392442"/>
                  <a:pt x="3522576" y="2392037"/>
                  <a:pt x="3522981" y="2391633"/>
                </a:cubicBezTo>
                <a:lnTo>
                  <a:pt x="3528243" y="2382322"/>
                </a:lnTo>
                <a:cubicBezTo>
                  <a:pt x="3528648" y="2382322"/>
                  <a:pt x="3529053" y="2381917"/>
                  <a:pt x="3529457" y="2381917"/>
                </a:cubicBezTo>
                <a:close/>
                <a:moveTo>
                  <a:pt x="3488976" y="2381512"/>
                </a:moveTo>
                <a:lnTo>
                  <a:pt x="3499906" y="2381512"/>
                </a:lnTo>
                <a:cubicBezTo>
                  <a:pt x="3500311" y="2381512"/>
                  <a:pt x="3500716" y="2381917"/>
                  <a:pt x="3501121" y="2382322"/>
                </a:cubicBezTo>
                <a:lnTo>
                  <a:pt x="3506384" y="2391632"/>
                </a:lnTo>
                <a:cubicBezTo>
                  <a:pt x="3506788" y="2392037"/>
                  <a:pt x="3506788" y="2392442"/>
                  <a:pt x="3506384" y="2392847"/>
                </a:cubicBezTo>
                <a:lnTo>
                  <a:pt x="3501121" y="2402157"/>
                </a:lnTo>
                <a:cubicBezTo>
                  <a:pt x="3500716" y="2402562"/>
                  <a:pt x="3500311" y="2402562"/>
                  <a:pt x="3499906" y="2402967"/>
                </a:cubicBezTo>
                <a:lnTo>
                  <a:pt x="3488976" y="2402967"/>
                </a:lnTo>
                <a:cubicBezTo>
                  <a:pt x="3488572" y="2402967"/>
                  <a:pt x="3488167" y="2402562"/>
                  <a:pt x="3487762" y="2402157"/>
                </a:cubicBezTo>
                <a:lnTo>
                  <a:pt x="3482500" y="2392847"/>
                </a:lnTo>
                <a:cubicBezTo>
                  <a:pt x="3482095" y="2392442"/>
                  <a:pt x="3482095" y="2392037"/>
                  <a:pt x="3482500" y="2391632"/>
                </a:cubicBezTo>
                <a:lnTo>
                  <a:pt x="3487762" y="2382322"/>
                </a:lnTo>
                <a:cubicBezTo>
                  <a:pt x="3488167" y="2381917"/>
                  <a:pt x="3488572" y="2381512"/>
                  <a:pt x="3488976" y="2381512"/>
                </a:cubicBezTo>
                <a:close/>
                <a:moveTo>
                  <a:pt x="3408418" y="2381107"/>
                </a:moveTo>
                <a:lnTo>
                  <a:pt x="3418943" y="2381107"/>
                </a:lnTo>
                <a:cubicBezTo>
                  <a:pt x="3419349" y="2381107"/>
                  <a:pt x="3419753" y="2381512"/>
                  <a:pt x="3420158" y="2381916"/>
                </a:cubicBezTo>
                <a:lnTo>
                  <a:pt x="3425421" y="2391227"/>
                </a:lnTo>
                <a:cubicBezTo>
                  <a:pt x="3425826" y="2391632"/>
                  <a:pt x="3425826" y="2392037"/>
                  <a:pt x="3425421" y="2392442"/>
                </a:cubicBezTo>
                <a:lnTo>
                  <a:pt x="3420158" y="2401752"/>
                </a:lnTo>
                <a:cubicBezTo>
                  <a:pt x="3419753" y="2402157"/>
                  <a:pt x="3419349" y="2402562"/>
                  <a:pt x="3418943" y="2402562"/>
                </a:cubicBezTo>
                <a:lnTo>
                  <a:pt x="3408418" y="2402562"/>
                </a:lnTo>
                <a:cubicBezTo>
                  <a:pt x="3408014" y="2402562"/>
                  <a:pt x="3407609" y="2402157"/>
                  <a:pt x="3407204" y="2401752"/>
                </a:cubicBezTo>
                <a:lnTo>
                  <a:pt x="3401942" y="2392442"/>
                </a:lnTo>
                <a:cubicBezTo>
                  <a:pt x="3401537" y="2392037"/>
                  <a:pt x="3401537" y="2391632"/>
                  <a:pt x="3401942" y="2391227"/>
                </a:cubicBezTo>
                <a:lnTo>
                  <a:pt x="3407204" y="2381916"/>
                </a:lnTo>
                <a:cubicBezTo>
                  <a:pt x="3407609" y="2381512"/>
                  <a:pt x="3408014" y="2381107"/>
                  <a:pt x="3408418" y="2381107"/>
                </a:cubicBezTo>
                <a:close/>
                <a:moveTo>
                  <a:pt x="3448091" y="2380702"/>
                </a:moveTo>
                <a:lnTo>
                  <a:pt x="3459425" y="2380702"/>
                </a:lnTo>
                <a:cubicBezTo>
                  <a:pt x="3459830" y="2380702"/>
                  <a:pt x="3460235" y="2381107"/>
                  <a:pt x="3460640" y="2381512"/>
                </a:cubicBezTo>
                <a:lnTo>
                  <a:pt x="3466307" y="2391227"/>
                </a:lnTo>
                <a:cubicBezTo>
                  <a:pt x="3466712" y="2391632"/>
                  <a:pt x="3466712" y="2392037"/>
                  <a:pt x="3466307" y="2392442"/>
                </a:cubicBezTo>
                <a:lnTo>
                  <a:pt x="3460640" y="2402157"/>
                </a:lnTo>
                <a:cubicBezTo>
                  <a:pt x="3460640" y="2402562"/>
                  <a:pt x="3460235" y="2402967"/>
                  <a:pt x="3459425" y="2402967"/>
                </a:cubicBezTo>
                <a:lnTo>
                  <a:pt x="3448091" y="2402967"/>
                </a:lnTo>
                <a:cubicBezTo>
                  <a:pt x="3447686" y="2402967"/>
                  <a:pt x="3447281" y="2402562"/>
                  <a:pt x="3446876" y="2402157"/>
                </a:cubicBezTo>
                <a:lnTo>
                  <a:pt x="3441209" y="2392442"/>
                </a:lnTo>
                <a:cubicBezTo>
                  <a:pt x="3440804" y="2392037"/>
                  <a:pt x="3440804" y="2391632"/>
                  <a:pt x="3441209" y="2391227"/>
                </a:cubicBezTo>
                <a:lnTo>
                  <a:pt x="3446876" y="2381512"/>
                </a:lnTo>
                <a:cubicBezTo>
                  <a:pt x="3447281" y="2381107"/>
                  <a:pt x="3447686" y="2380702"/>
                  <a:pt x="3448091" y="2380702"/>
                </a:cubicBezTo>
                <a:close/>
                <a:moveTo>
                  <a:pt x="4221282" y="2348317"/>
                </a:moveTo>
                <a:lnTo>
                  <a:pt x="4225330" y="2348317"/>
                </a:lnTo>
                <a:lnTo>
                  <a:pt x="4227354" y="2351555"/>
                </a:lnTo>
                <a:lnTo>
                  <a:pt x="4225330" y="2354794"/>
                </a:lnTo>
                <a:lnTo>
                  <a:pt x="4221282" y="2354794"/>
                </a:lnTo>
                <a:lnTo>
                  <a:pt x="4219258" y="2351555"/>
                </a:lnTo>
                <a:close/>
                <a:moveTo>
                  <a:pt x="4625690" y="2347913"/>
                </a:moveTo>
                <a:lnTo>
                  <a:pt x="4630143" y="2347913"/>
                </a:lnTo>
                <a:lnTo>
                  <a:pt x="4632167" y="2351556"/>
                </a:lnTo>
                <a:lnTo>
                  <a:pt x="4630143" y="2355200"/>
                </a:lnTo>
                <a:lnTo>
                  <a:pt x="4625690" y="2355200"/>
                </a:lnTo>
                <a:lnTo>
                  <a:pt x="4623666" y="2351556"/>
                </a:lnTo>
                <a:close/>
                <a:moveTo>
                  <a:pt x="4504246" y="2347913"/>
                </a:moveTo>
                <a:lnTo>
                  <a:pt x="4508699" y="2347913"/>
                </a:lnTo>
                <a:lnTo>
                  <a:pt x="4510723" y="2351556"/>
                </a:lnTo>
                <a:lnTo>
                  <a:pt x="4508699" y="2355200"/>
                </a:lnTo>
                <a:lnTo>
                  <a:pt x="4504246" y="2355200"/>
                </a:lnTo>
                <a:lnTo>
                  <a:pt x="4502222" y="2351556"/>
                </a:lnTo>
                <a:close/>
                <a:moveTo>
                  <a:pt x="4463765" y="2347913"/>
                </a:moveTo>
                <a:lnTo>
                  <a:pt x="4468218" y="2347913"/>
                </a:lnTo>
                <a:lnTo>
                  <a:pt x="4470242" y="2351556"/>
                </a:lnTo>
                <a:lnTo>
                  <a:pt x="4468218" y="2355200"/>
                </a:lnTo>
                <a:lnTo>
                  <a:pt x="4463765" y="2355200"/>
                </a:lnTo>
                <a:lnTo>
                  <a:pt x="4461741" y="2351556"/>
                </a:lnTo>
                <a:close/>
                <a:moveTo>
                  <a:pt x="4423284" y="2347913"/>
                </a:moveTo>
                <a:lnTo>
                  <a:pt x="4427737" y="2347913"/>
                </a:lnTo>
                <a:lnTo>
                  <a:pt x="4429761" y="2351556"/>
                </a:lnTo>
                <a:lnTo>
                  <a:pt x="4427737" y="2355200"/>
                </a:lnTo>
                <a:lnTo>
                  <a:pt x="4423284" y="2355200"/>
                </a:lnTo>
                <a:lnTo>
                  <a:pt x="4421260" y="2351556"/>
                </a:lnTo>
                <a:close/>
                <a:moveTo>
                  <a:pt x="4383207" y="2347913"/>
                </a:moveTo>
                <a:lnTo>
                  <a:pt x="4387255" y="2347913"/>
                </a:lnTo>
                <a:lnTo>
                  <a:pt x="4389279" y="2351556"/>
                </a:lnTo>
                <a:lnTo>
                  <a:pt x="4387255" y="2355200"/>
                </a:lnTo>
                <a:lnTo>
                  <a:pt x="4383207" y="2355200"/>
                </a:lnTo>
                <a:lnTo>
                  <a:pt x="4381183" y="2351556"/>
                </a:lnTo>
                <a:close/>
                <a:moveTo>
                  <a:pt x="4301840" y="2347913"/>
                </a:moveTo>
                <a:lnTo>
                  <a:pt x="4306293" y="2347913"/>
                </a:lnTo>
                <a:lnTo>
                  <a:pt x="4308317" y="2351556"/>
                </a:lnTo>
                <a:lnTo>
                  <a:pt x="4306293" y="2355200"/>
                </a:lnTo>
                <a:lnTo>
                  <a:pt x="4301840" y="2355200"/>
                </a:lnTo>
                <a:lnTo>
                  <a:pt x="4299816" y="2351556"/>
                </a:lnTo>
                <a:close/>
                <a:moveTo>
                  <a:pt x="4180801" y="2347913"/>
                </a:moveTo>
                <a:lnTo>
                  <a:pt x="4184849" y="2347913"/>
                </a:lnTo>
                <a:lnTo>
                  <a:pt x="4186873" y="2351556"/>
                </a:lnTo>
                <a:lnTo>
                  <a:pt x="4184849" y="2355200"/>
                </a:lnTo>
                <a:lnTo>
                  <a:pt x="4180801" y="2355200"/>
                </a:lnTo>
                <a:lnTo>
                  <a:pt x="4178777" y="2351556"/>
                </a:lnTo>
                <a:close/>
                <a:moveTo>
                  <a:pt x="3978799" y="2347913"/>
                </a:moveTo>
                <a:lnTo>
                  <a:pt x="3982038" y="2347913"/>
                </a:lnTo>
                <a:cubicBezTo>
                  <a:pt x="3982443" y="2347913"/>
                  <a:pt x="3982848" y="2347913"/>
                  <a:pt x="3983252" y="2348318"/>
                </a:cubicBezTo>
                <a:lnTo>
                  <a:pt x="3984872" y="2351151"/>
                </a:lnTo>
                <a:cubicBezTo>
                  <a:pt x="3985276" y="2351556"/>
                  <a:pt x="3985276" y="2351961"/>
                  <a:pt x="3984872" y="2352366"/>
                </a:cubicBezTo>
                <a:lnTo>
                  <a:pt x="3983252" y="2355200"/>
                </a:lnTo>
                <a:cubicBezTo>
                  <a:pt x="3982848" y="2355604"/>
                  <a:pt x="3982443" y="2355604"/>
                  <a:pt x="3982038" y="2355604"/>
                </a:cubicBezTo>
                <a:lnTo>
                  <a:pt x="3978799" y="2355604"/>
                </a:lnTo>
                <a:cubicBezTo>
                  <a:pt x="3978395" y="2355604"/>
                  <a:pt x="3977990" y="2355604"/>
                  <a:pt x="3977585" y="2355200"/>
                </a:cubicBezTo>
                <a:lnTo>
                  <a:pt x="3975966" y="2352366"/>
                </a:lnTo>
                <a:cubicBezTo>
                  <a:pt x="3975561" y="2351961"/>
                  <a:pt x="3975561" y="2351556"/>
                  <a:pt x="3975966" y="2351151"/>
                </a:cubicBezTo>
                <a:lnTo>
                  <a:pt x="3977585" y="2348318"/>
                </a:lnTo>
                <a:cubicBezTo>
                  <a:pt x="3977990" y="2348318"/>
                  <a:pt x="3978395" y="2347913"/>
                  <a:pt x="3978799" y="2347913"/>
                </a:cubicBezTo>
                <a:close/>
                <a:moveTo>
                  <a:pt x="4585614" y="2347508"/>
                </a:moveTo>
                <a:lnTo>
                  <a:pt x="4590067" y="2347508"/>
                </a:lnTo>
                <a:lnTo>
                  <a:pt x="4592495" y="2351556"/>
                </a:lnTo>
                <a:lnTo>
                  <a:pt x="4590067" y="2355604"/>
                </a:lnTo>
                <a:lnTo>
                  <a:pt x="4585614" y="2355604"/>
                </a:lnTo>
                <a:lnTo>
                  <a:pt x="4583185" y="2351556"/>
                </a:lnTo>
                <a:close/>
                <a:moveTo>
                  <a:pt x="4545133" y="2347508"/>
                </a:moveTo>
                <a:lnTo>
                  <a:pt x="4549586" y="2347508"/>
                </a:lnTo>
                <a:lnTo>
                  <a:pt x="4552014" y="2351556"/>
                </a:lnTo>
                <a:lnTo>
                  <a:pt x="4549586" y="2355604"/>
                </a:lnTo>
                <a:lnTo>
                  <a:pt x="4545133" y="2355604"/>
                </a:lnTo>
                <a:lnTo>
                  <a:pt x="4542704" y="2351556"/>
                </a:lnTo>
                <a:close/>
                <a:moveTo>
                  <a:pt x="4342321" y="2347508"/>
                </a:moveTo>
                <a:lnTo>
                  <a:pt x="4347179" y="2347508"/>
                </a:lnTo>
                <a:lnTo>
                  <a:pt x="4349608" y="2351556"/>
                </a:lnTo>
                <a:lnTo>
                  <a:pt x="4347179" y="2355604"/>
                </a:lnTo>
                <a:lnTo>
                  <a:pt x="4342321" y="2355604"/>
                </a:lnTo>
                <a:lnTo>
                  <a:pt x="4339892" y="2351556"/>
                </a:lnTo>
                <a:close/>
                <a:moveTo>
                  <a:pt x="4261764" y="2347508"/>
                </a:moveTo>
                <a:lnTo>
                  <a:pt x="4265407" y="2347508"/>
                </a:lnTo>
                <a:cubicBezTo>
                  <a:pt x="4265812" y="2347508"/>
                  <a:pt x="4266216" y="2347913"/>
                  <a:pt x="4266621" y="2348318"/>
                </a:cubicBezTo>
                <a:lnTo>
                  <a:pt x="4268240" y="2351151"/>
                </a:lnTo>
                <a:cubicBezTo>
                  <a:pt x="4268645" y="2351556"/>
                  <a:pt x="4268645" y="2351961"/>
                  <a:pt x="4268240" y="2352366"/>
                </a:cubicBezTo>
                <a:lnTo>
                  <a:pt x="4266621" y="2355200"/>
                </a:lnTo>
                <a:cubicBezTo>
                  <a:pt x="4266216" y="2355604"/>
                  <a:pt x="4265812" y="2355604"/>
                  <a:pt x="4265407" y="2355604"/>
                </a:cubicBezTo>
                <a:lnTo>
                  <a:pt x="4261764" y="2355604"/>
                </a:lnTo>
                <a:cubicBezTo>
                  <a:pt x="4261359" y="2355604"/>
                  <a:pt x="4260954" y="2355604"/>
                  <a:pt x="4260549" y="2355200"/>
                </a:cubicBezTo>
                <a:lnTo>
                  <a:pt x="4258930" y="2352366"/>
                </a:lnTo>
                <a:cubicBezTo>
                  <a:pt x="4258525" y="2351961"/>
                  <a:pt x="4258525" y="2351556"/>
                  <a:pt x="4258930" y="2351151"/>
                </a:cubicBezTo>
                <a:lnTo>
                  <a:pt x="4260549" y="2348318"/>
                </a:lnTo>
                <a:cubicBezTo>
                  <a:pt x="4260954" y="2347913"/>
                  <a:pt x="4261359" y="2347508"/>
                  <a:pt x="4261764" y="2347508"/>
                </a:cubicBezTo>
                <a:close/>
                <a:moveTo>
                  <a:pt x="4140320" y="2347508"/>
                </a:moveTo>
                <a:lnTo>
                  <a:pt x="4144773" y="2347508"/>
                </a:lnTo>
                <a:lnTo>
                  <a:pt x="4147201" y="2351556"/>
                </a:lnTo>
                <a:lnTo>
                  <a:pt x="4144773" y="2355604"/>
                </a:lnTo>
                <a:lnTo>
                  <a:pt x="4140320" y="2355604"/>
                </a:lnTo>
                <a:lnTo>
                  <a:pt x="4137891" y="2351556"/>
                </a:lnTo>
                <a:close/>
                <a:moveTo>
                  <a:pt x="4059762" y="2347508"/>
                </a:moveTo>
                <a:lnTo>
                  <a:pt x="4063001" y="2347508"/>
                </a:lnTo>
                <a:cubicBezTo>
                  <a:pt x="4063406" y="2347508"/>
                  <a:pt x="4063811" y="2347913"/>
                  <a:pt x="4064215" y="2348318"/>
                </a:cubicBezTo>
                <a:lnTo>
                  <a:pt x="4065835" y="2351151"/>
                </a:lnTo>
                <a:cubicBezTo>
                  <a:pt x="4066239" y="2351556"/>
                  <a:pt x="4066239" y="2351961"/>
                  <a:pt x="4065835" y="2352366"/>
                </a:cubicBezTo>
                <a:lnTo>
                  <a:pt x="4064215" y="2355200"/>
                </a:lnTo>
                <a:cubicBezTo>
                  <a:pt x="4063811" y="2355200"/>
                  <a:pt x="4063406" y="2355604"/>
                  <a:pt x="4063001" y="2356009"/>
                </a:cubicBezTo>
                <a:lnTo>
                  <a:pt x="4059762" y="2356009"/>
                </a:lnTo>
                <a:cubicBezTo>
                  <a:pt x="4059358" y="2356009"/>
                  <a:pt x="4058953" y="2355604"/>
                  <a:pt x="4058548" y="2355200"/>
                </a:cubicBezTo>
                <a:lnTo>
                  <a:pt x="4056929" y="2352366"/>
                </a:lnTo>
                <a:cubicBezTo>
                  <a:pt x="4056524" y="2351961"/>
                  <a:pt x="4056524" y="2351556"/>
                  <a:pt x="4056929" y="2351151"/>
                </a:cubicBezTo>
                <a:lnTo>
                  <a:pt x="4058548" y="2348318"/>
                </a:lnTo>
                <a:cubicBezTo>
                  <a:pt x="4058953" y="2347913"/>
                  <a:pt x="4059358" y="2347508"/>
                  <a:pt x="4059762" y="2347508"/>
                </a:cubicBezTo>
                <a:close/>
                <a:moveTo>
                  <a:pt x="4019280" y="2347508"/>
                </a:moveTo>
                <a:lnTo>
                  <a:pt x="4022519" y="2347508"/>
                </a:lnTo>
                <a:cubicBezTo>
                  <a:pt x="4022924" y="2347508"/>
                  <a:pt x="4023329" y="2347913"/>
                  <a:pt x="4023733" y="2348318"/>
                </a:cubicBezTo>
                <a:lnTo>
                  <a:pt x="4025353" y="2351151"/>
                </a:lnTo>
                <a:cubicBezTo>
                  <a:pt x="4025757" y="2351556"/>
                  <a:pt x="4025757" y="2351961"/>
                  <a:pt x="4025353" y="2352366"/>
                </a:cubicBezTo>
                <a:lnTo>
                  <a:pt x="4023733" y="2355200"/>
                </a:lnTo>
                <a:cubicBezTo>
                  <a:pt x="4023329" y="2355200"/>
                  <a:pt x="4022924" y="2355604"/>
                  <a:pt x="4022519" y="2356009"/>
                </a:cubicBezTo>
                <a:lnTo>
                  <a:pt x="4019280" y="2356009"/>
                </a:lnTo>
                <a:cubicBezTo>
                  <a:pt x="4018876" y="2356009"/>
                  <a:pt x="4018471" y="2355604"/>
                  <a:pt x="4018066" y="2355200"/>
                </a:cubicBezTo>
                <a:lnTo>
                  <a:pt x="4016447" y="2352366"/>
                </a:lnTo>
                <a:cubicBezTo>
                  <a:pt x="4016042" y="2351961"/>
                  <a:pt x="4016042" y="2351556"/>
                  <a:pt x="4016447" y="2351151"/>
                </a:cubicBezTo>
                <a:lnTo>
                  <a:pt x="4018066" y="2348318"/>
                </a:lnTo>
                <a:cubicBezTo>
                  <a:pt x="4018471" y="2347913"/>
                  <a:pt x="4018876" y="2347508"/>
                  <a:pt x="4019280" y="2347508"/>
                </a:cubicBezTo>
                <a:close/>
                <a:moveTo>
                  <a:pt x="3897027" y="2347508"/>
                </a:moveTo>
                <a:lnTo>
                  <a:pt x="3901075" y="2347508"/>
                </a:lnTo>
                <a:cubicBezTo>
                  <a:pt x="3901480" y="2347508"/>
                  <a:pt x="3901885" y="2347508"/>
                  <a:pt x="3902289" y="2347913"/>
                </a:cubicBezTo>
                <a:lnTo>
                  <a:pt x="3904314" y="2351151"/>
                </a:lnTo>
                <a:cubicBezTo>
                  <a:pt x="3904718" y="2351556"/>
                  <a:pt x="3904718" y="2351961"/>
                  <a:pt x="3904314" y="2352366"/>
                </a:cubicBezTo>
                <a:lnTo>
                  <a:pt x="3902289" y="2355604"/>
                </a:lnTo>
                <a:cubicBezTo>
                  <a:pt x="3902289" y="2356009"/>
                  <a:pt x="3901885" y="2356009"/>
                  <a:pt x="3901075" y="2356414"/>
                </a:cubicBezTo>
                <a:lnTo>
                  <a:pt x="3897027" y="2356414"/>
                </a:lnTo>
                <a:cubicBezTo>
                  <a:pt x="3896622" y="2356414"/>
                  <a:pt x="3896217" y="2356009"/>
                  <a:pt x="3895813" y="2355604"/>
                </a:cubicBezTo>
                <a:lnTo>
                  <a:pt x="3893789" y="2352366"/>
                </a:lnTo>
                <a:cubicBezTo>
                  <a:pt x="3893384" y="2351961"/>
                  <a:pt x="3893384" y="2351556"/>
                  <a:pt x="3893789" y="2351151"/>
                </a:cubicBezTo>
                <a:lnTo>
                  <a:pt x="3895813" y="2347913"/>
                </a:lnTo>
                <a:cubicBezTo>
                  <a:pt x="3896217" y="2347913"/>
                  <a:pt x="3896622" y="2347508"/>
                  <a:pt x="3897027" y="2347508"/>
                </a:cubicBezTo>
                <a:close/>
                <a:moveTo>
                  <a:pt x="3775988" y="2347103"/>
                </a:moveTo>
                <a:lnTo>
                  <a:pt x="3779632" y="2347103"/>
                </a:lnTo>
                <a:cubicBezTo>
                  <a:pt x="3780036" y="2347103"/>
                  <a:pt x="3780441" y="2347103"/>
                  <a:pt x="3780846" y="2347508"/>
                </a:cubicBezTo>
                <a:lnTo>
                  <a:pt x="3782870" y="2350746"/>
                </a:lnTo>
                <a:cubicBezTo>
                  <a:pt x="3783275" y="2351151"/>
                  <a:pt x="3783275" y="2351556"/>
                  <a:pt x="3782870" y="2351961"/>
                </a:cubicBezTo>
                <a:lnTo>
                  <a:pt x="3780846" y="2355199"/>
                </a:lnTo>
                <a:cubicBezTo>
                  <a:pt x="3780846" y="2355604"/>
                  <a:pt x="3780441" y="2356009"/>
                  <a:pt x="3779632" y="2356009"/>
                </a:cubicBezTo>
                <a:lnTo>
                  <a:pt x="3775988" y="2356009"/>
                </a:lnTo>
                <a:cubicBezTo>
                  <a:pt x="3775584" y="2356009"/>
                  <a:pt x="3775178" y="2355604"/>
                  <a:pt x="3774774" y="2355199"/>
                </a:cubicBezTo>
                <a:lnTo>
                  <a:pt x="3772750" y="2351961"/>
                </a:lnTo>
                <a:cubicBezTo>
                  <a:pt x="3772345" y="2351556"/>
                  <a:pt x="3772345" y="2351151"/>
                  <a:pt x="3772750" y="2350746"/>
                </a:cubicBezTo>
                <a:lnTo>
                  <a:pt x="3774774" y="2347508"/>
                </a:lnTo>
                <a:cubicBezTo>
                  <a:pt x="3775178" y="2347508"/>
                  <a:pt x="3775584" y="2347103"/>
                  <a:pt x="3775988" y="2347103"/>
                </a:cubicBezTo>
                <a:close/>
                <a:moveTo>
                  <a:pt x="4099839" y="2346698"/>
                </a:moveTo>
                <a:lnTo>
                  <a:pt x="4103482" y="2346698"/>
                </a:lnTo>
                <a:cubicBezTo>
                  <a:pt x="4103887" y="2346698"/>
                  <a:pt x="4104291" y="2347103"/>
                  <a:pt x="4104696" y="2347507"/>
                </a:cubicBezTo>
                <a:lnTo>
                  <a:pt x="4106315" y="2350746"/>
                </a:lnTo>
                <a:cubicBezTo>
                  <a:pt x="4106720" y="2351151"/>
                  <a:pt x="4106720" y="2351556"/>
                  <a:pt x="4106315" y="2351961"/>
                </a:cubicBezTo>
                <a:lnTo>
                  <a:pt x="4104696" y="2355199"/>
                </a:lnTo>
                <a:cubicBezTo>
                  <a:pt x="4104291" y="2355604"/>
                  <a:pt x="4103887" y="2356009"/>
                  <a:pt x="4103482" y="2356009"/>
                </a:cubicBezTo>
                <a:lnTo>
                  <a:pt x="4099839" y="2356009"/>
                </a:lnTo>
                <a:cubicBezTo>
                  <a:pt x="4099434" y="2356009"/>
                  <a:pt x="4099029" y="2355604"/>
                  <a:pt x="4098624" y="2355199"/>
                </a:cubicBezTo>
                <a:lnTo>
                  <a:pt x="4097005" y="2351961"/>
                </a:lnTo>
                <a:cubicBezTo>
                  <a:pt x="4096600" y="2351556"/>
                  <a:pt x="4096600" y="2351151"/>
                  <a:pt x="4097005" y="2350746"/>
                </a:cubicBezTo>
                <a:lnTo>
                  <a:pt x="4098624" y="2347507"/>
                </a:lnTo>
                <a:cubicBezTo>
                  <a:pt x="4099029" y="2347103"/>
                  <a:pt x="4099434" y="2346698"/>
                  <a:pt x="4099839" y="2346698"/>
                </a:cubicBezTo>
                <a:close/>
                <a:moveTo>
                  <a:pt x="3856546" y="2346698"/>
                </a:moveTo>
                <a:lnTo>
                  <a:pt x="3860999" y="2346698"/>
                </a:lnTo>
                <a:cubicBezTo>
                  <a:pt x="3861404" y="2346698"/>
                  <a:pt x="3861808" y="2347103"/>
                  <a:pt x="3862213" y="2347507"/>
                </a:cubicBezTo>
                <a:lnTo>
                  <a:pt x="3864237" y="2351151"/>
                </a:lnTo>
                <a:cubicBezTo>
                  <a:pt x="3864642" y="2351556"/>
                  <a:pt x="3864642" y="2351961"/>
                  <a:pt x="3864237" y="2352365"/>
                </a:cubicBezTo>
                <a:lnTo>
                  <a:pt x="3862213" y="2356009"/>
                </a:lnTo>
                <a:cubicBezTo>
                  <a:pt x="3861808" y="2356413"/>
                  <a:pt x="3861404" y="2356413"/>
                  <a:pt x="3860999" y="2356818"/>
                </a:cubicBezTo>
                <a:lnTo>
                  <a:pt x="3856546" y="2356818"/>
                </a:lnTo>
                <a:cubicBezTo>
                  <a:pt x="3856141" y="2356818"/>
                  <a:pt x="3855736" y="2356413"/>
                  <a:pt x="3855332" y="2356009"/>
                </a:cubicBezTo>
                <a:lnTo>
                  <a:pt x="3853308" y="2352365"/>
                </a:lnTo>
                <a:cubicBezTo>
                  <a:pt x="3852903" y="2351961"/>
                  <a:pt x="3852903" y="2351556"/>
                  <a:pt x="3853308" y="2351151"/>
                </a:cubicBezTo>
                <a:lnTo>
                  <a:pt x="3855332" y="2347507"/>
                </a:lnTo>
                <a:cubicBezTo>
                  <a:pt x="3855736" y="2347103"/>
                  <a:pt x="3856141" y="2346698"/>
                  <a:pt x="3856546" y="2346698"/>
                </a:cubicBezTo>
                <a:close/>
                <a:moveTo>
                  <a:pt x="3816065" y="2346698"/>
                </a:moveTo>
                <a:lnTo>
                  <a:pt x="3820518" y="2346698"/>
                </a:lnTo>
                <a:cubicBezTo>
                  <a:pt x="3820923" y="2346698"/>
                  <a:pt x="3821327" y="2347103"/>
                  <a:pt x="3821732" y="2347507"/>
                </a:cubicBezTo>
                <a:lnTo>
                  <a:pt x="3823756" y="2351151"/>
                </a:lnTo>
                <a:cubicBezTo>
                  <a:pt x="3824161" y="2351556"/>
                  <a:pt x="3824161" y="2351961"/>
                  <a:pt x="3823756" y="2352365"/>
                </a:cubicBezTo>
                <a:lnTo>
                  <a:pt x="3821732" y="2356009"/>
                </a:lnTo>
                <a:cubicBezTo>
                  <a:pt x="3821327" y="2356413"/>
                  <a:pt x="3820923" y="2356413"/>
                  <a:pt x="3820518" y="2356818"/>
                </a:cubicBezTo>
                <a:lnTo>
                  <a:pt x="3816065" y="2356818"/>
                </a:lnTo>
                <a:cubicBezTo>
                  <a:pt x="3815660" y="2356818"/>
                  <a:pt x="3815255" y="2356413"/>
                  <a:pt x="3814851" y="2356009"/>
                </a:cubicBezTo>
                <a:lnTo>
                  <a:pt x="3812827" y="2352365"/>
                </a:lnTo>
                <a:cubicBezTo>
                  <a:pt x="3812422" y="2351961"/>
                  <a:pt x="3812422" y="2351556"/>
                  <a:pt x="3812827" y="2351151"/>
                </a:cubicBezTo>
                <a:lnTo>
                  <a:pt x="3814851" y="2347507"/>
                </a:lnTo>
                <a:cubicBezTo>
                  <a:pt x="3815255" y="2347103"/>
                  <a:pt x="3815660" y="2346698"/>
                  <a:pt x="3816065" y="2346698"/>
                </a:cubicBezTo>
                <a:close/>
                <a:moveTo>
                  <a:pt x="3735507" y="2346698"/>
                </a:moveTo>
                <a:lnTo>
                  <a:pt x="3739151" y="2346698"/>
                </a:lnTo>
                <a:cubicBezTo>
                  <a:pt x="3739555" y="2346698"/>
                  <a:pt x="3739960" y="2347103"/>
                  <a:pt x="3740365" y="2347507"/>
                </a:cubicBezTo>
                <a:lnTo>
                  <a:pt x="3742389" y="2350746"/>
                </a:lnTo>
                <a:cubicBezTo>
                  <a:pt x="3742794" y="2351151"/>
                  <a:pt x="3742794" y="2351556"/>
                  <a:pt x="3742389" y="2351961"/>
                </a:cubicBezTo>
                <a:lnTo>
                  <a:pt x="3740365" y="2355199"/>
                </a:lnTo>
                <a:cubicBezTo>
                  <a:pt x="3740365" y="2355604"/>
                  <a:pt x="3739960" y="2356009"/>
                  <a:pt x="3739151" y="2356009"/>
                </a:cubicBezTo>
                <a:lnTo>
                  <a:pt x="3735507" y="2356009"/>
                </a:lnTo>
                <a:cubicBezTo>
                  <a:pt x="3735103" y="2356009"/>
                  <a:pt x="3734697" y="2355604"/>
                  <a:pt x="3734293" y="2355199"/>
                </a:cubicBezTo>
                <a:lnTo>
                  <a:pt x="3732269" y="2351961"/>
                </a:lnTo>
                <a:cubicBezTo>
                  <a:pt x="3731864" y="2351556"/>
                  <a:pt x="3731864" y="2351151"/>
                  <a:pt x="3732269" y="2350746"/>
                </a:cubicBezTo>
                <a:lnTo>
                  <a:pt x="3734293" y="2347507"/>
                </a:lnTo>
                <a:cubicBezTo>
                  <a:pt x="3734697" y="2347103"/>
                  <a:pt x="3735103" y="2346698"/>
                  <a:pt x="3735507" y="2346698"/>
                </a:cubicBezTo>
                <a:close/>
                <a:moveTo>
                  <a:pt x="3937509" y="2346293"/>
                </a:moveTo>
                <a:lnTo>
                  <a:pt x="3941962" y="2346293"/>
                </a:lnTo>
                <a:cubicBezTo>
                  <a:pt x="3942366" y="2346293"/>
                  <a:pt x="3942771" y="2346293"/>
                  <a:pt x="3943176" y="2346698"/>
                </a:cubicBezTo>
                <a:lnTo>
                  <a:pt x="3945605" y="2350746"/>
                </a:lnTo>
                <a:cubicBezTo>
                  <a:pt x="3946010" y="2351151"/>
                  <a:pt x="3946010" y="2351556"/>
                  <a:pt x="3945605" y="2351960"/>
                </a:cubicBezTo>
                <a:lnTo>
                  <a:pt x="3943176" y="2356009"/>
                </a:lnTo>
                <a:cubicBezTo>
                  <a:pt x="3943176" y="2356413"/>
                  <a:pt x="3942771" y="2356818"/>
                  <a:pt x="3941962" y="2356818"/>
                </a:cubicBezTo>
                <a:lnTo>
                  <a:pt x="3937509" y="2356818"/>
                </a:lnTo>
                <a:cubicBezTo>
                  <a:pt x="3937104" y="2356818"/>
                  <a:pt x="3936699" y="2356413"/>
                  <a:pt x="3936294" y="2356009"/>
                </a:cubicBezTo>
                <a:lnTo>
                  <a:pt x="3933866" y="2351960"/>
                </a:lnTo>
                <a:cubicBezTo>
                  <a:pt x="3933461" y="2351556"/>
                  <a:pt x="3933461" y="2351151"/>
                  <a:pt x="3933866" y="2350746"/>
                </a:cubicBezTo>
                <a:lnTo>
                  <a:pt x="3936294" y="2346698"/>
                </a:lnTo>
                <a:cubicBezTo>
                  <a:pt x="3936699" y="2346698"/>
                  <a:pt x="3937104" y="2346293"/>
                  <a:pt x="3937509" y="2346293"/>
                </a:cubicBezTo>
                <a:close/>
                <a:moveTo>
                  <a:pt x="3694621" y="2345484"/>
                </a:moveTo>
                <a:lnTo>
                  <a:pt x="3699478" y="2345484"/>
                </a:lnTo>
                <a:cubicBezTo>
                  <a:pt x="3699883" y="2345484"/>
                  <a:pt x="3700288" y="2345889"/>
                  <a:pt x="3700693" y="2346294"/>
                </a:cubicBezTo>
                <a:lnTo>
                  <a:pt x="3703122" y="2350747"/>
                </a:lnTo>
                <a:cubicBezTo>
                  <a:pt x="3703527" y="2351151"/>
                  <a:pt x="3703527" y="2351556"/>
                  <a:pt x="3703122" y="2351961"/>
                </a:cubicBezTo>
                <a:lnTo>
                  <a:pt x="3700693" y="2356414"/>
                </a:lnTo>
                <a:cubicBezTo>
                  <a:pt x="3700288" y="2356819"/>
                  <a:pt x="3699883" y="2357224"/>
                  <a:pt x="3699478" y="2356819"/>
                </a:cubicBezTo>
                <a:lnTo>
                  <a:pt x="3694621" y="2356819"/>
                </a:lnTo>
                <a:cubicBezTo>
                  <a:pt x="3694216" y="2356819"/>
                  <a:pt x="3693811" y="2356819"/>
                  <a:pt x="3693406" y="2356414"/>
                </a:cubicBezTo>
                <a:lnTo>
                  <a:pt x="3690978" y="2351961"/>
                </a:lnTo>
                <a:cubicBezTo>
                  <a:pt x="3690573" y="2351556"/>
                  <a:pt x="3690573" y="2351151"/>
                  <a:pt x="3690978" y="2350747"/>
                </a:cubicBezTo>
                <a:lnTo>
                  <a:pt x="3693406" y="2346294"/>
                </a:lnTo>
                <a:cubicBezTo>
                  <a:pt x="3693811" y="2345889"/>
                  <a:pt x="3694216" y="2345484"/>
                  <a:pt x="3694621" y="2345484"/>
                </a:cubicBezTo>
                <a:close/>
                <a:moveTo>
                  <a:pt x="3653735" y="2344674"/>
                </a:moveTo>
                <a:lnTo>
                  <a:pt x="3659402" y="2344674"/>
                </a:lnTo>
                <a:cubicBezTo>
                  <a:pt x="3659807" y="2344674"/>
                  <a:pt x="3660212" y="2345079"/>
                  <a:pt x="3660617" y="2345483"/>
                </a:cubicBezTo>
                <a:lnTo>
                  <a:pt x="3663450" y="2350746"/>
                </a:lnTo>
                <a:cubicBezTo>
                  <a:pt x="3663855" y="2351151"/>
                  <a:pt x="3663855" y="2351556"/>
                  <a:pt x="3663450" y="2351961"/>
                </a:cubicBezTo>
                <a:lnTo>
                  <a:pt x="3660617" y="2357223"/>
                </a:lnTo>
                <a:cubicBezTo>
                  <a:pt x="3660212" y="2357628"/>
                  <a:pt x="3659807" y="2358033"/>
                  <a:pt x="3659402" y="2358033"/>
                </a:cubicBezTo>
                <a:lnTo>
                  <a:pt x="3653735" y="2358033"/>
                </a:lnTo>
                <a:cubicBezTo>
                  <a:pt x="3653330" y="2358033"/>
                  <a:pt x="3652925" y="2357628"/>
                  <a:pt x="3652521" y="2357223"/>
                </a:cubicBezTo>
                <a:lnTo>
                  <a:pt x="3649687" y="2351961"/>
                </a:lnTo>
                <a:cubicBezTo>
                  <a:pt x="3649282" y="2351556"/>
                  <a:pt x="3649282" y="2351151"/>
                  <a:pt x="3649687" y="2350746"/>
                </a:cubicBezTo>
                <a:lnTo>
                  <a:pt x="3652521" y="2345483"/>
                </a:lnTo>
                <a:cubicBezTo>
                  <a:pt x="3652925" y="2345079"/>
                  <a:pt x="3653330" y="2344674"/>
                  <a:pt x="3653735" y="2344674"/>
                </a:cubicBezTo>
                <a:close/>
                <a:moveTo>
                  <a:pt x="3612444" y="2343864"/>
                </a:moveTo>
                <a:lnTo>
                  <a:pt x="3619326" y="2343864"/>
                </a:lnTo>
                <a:cubicBezTo>
                  <a:pt x="3619731" y="2343864"/>
                  <a:pt x="3620136" y="2344269"/>
                  <a:pt x="3620541" y="2344674"/>
                </a:cubicBezTo>
                <a:lnTo>
                  <a:pt x="3624184" y="2350746"/>
                </a:lnTo>
                <a:cubicBezTo>
                  <a:pt x="3624589" y="2351151"/>
                  <a:pt x="3624589" y="2351555"/>
                  <a:pt x="3624184" y="2351960"/>
                </a:cubicBezTo>
                <a:lnTo>
                  <a:pt x="3620541" y="2358032"/>
                </a:lnTo>
                <a:cubicBezTo>
                  <a:pt x="3620541" y="2358437"/>
                  <a:pt x="3620136" y="2358842"/>
                  <a:pt x="3619326" y="2358437"/>
                </a:cubicBezTo>
                <a:lnTo>
                  <a:pt x="3612444" y="2358437"/>
                </a:lnTo>
                <a:cubicBezTo>
                  <a:pt x="3612040" y="2358437"/>
                  <a:pt x="3611635" y="2358437"/>
                  <a:pt x="3611230" y="2358032"/>
                </a:cubicBezTo>
                <a:lnTo>
                  <a:pt x="3607587" y="2351960"/>
                </a:lnTo>
                <a:cubicBezTo>
                  <a:pt x="3607182" y="2351555"/>
                  <a:pt x="3607182" y="2351151"/>
                  <a:pt x="3607587" y="2350746"/>
                </a:cubicBezTo>
                <a:lnTo>
                  <a:pt x="3611230" y="2344674"/>
                </a:lnTo>
                <a:cubicBezTo>
                  <a:pt x="3611635" y="2344269"/>
                  <a:pt x="3612040" y="2343864"/>
                  <a:pt x="3612444" y="2343864"/>
                </a:cubicBezTo>
                <a:close/>
                <a:moveTo>
                  <a:pt x="3571153" y="2343055"/>
                </a:moveTo>
                <a:lnTo>
                  <a:pt x="3579654" y="2343055"/>
                </a:lnTo>
                <a:cubicBezTo>
                  <a:pt x="3580059" y="2343055"/>
                  <a:pt x="3580464" y="2343460"/>
                  <a:pt x="3580868" y="2343865"/>
                </a:cubicBezTo>
                <a:lnTo>
                  <a:pt x="3584917" y="2351151"/>
                </a:lnTo>
                <a:cubicBezTo>
                  <a:pt x="3585322" y="2351556"/>
                  <a:pt x="3585322" y="2351961"/>
                  <a:pt x="3584917" y="2352366"/>
                </a:cubicBezTo>
                <a:lnTo>
                  <a:pt x="3580868" y="2359652"/>
                </a:lnTo>
                <a:cubicBezTo>
                  <a:pt x="3580464" y="2359652"/>
                  <a:pt x="3580059" y="2360057"/>
                  <a:pt x="3579654" y="2360462"/>
                </a:cubicBezTo>
                <a:lnTo>
                  <a:pt x="3571153" y="2360462"/>
                </a:lnTo>
                <a:cubicBezTo>
                  <a:pt x="3570748" y="2360462"/>
                  <a:pt x="3570343" y="2360057"/>
                  <a:pt x="3569939" y="2359652"/>
                </a:cubicBezTo>
                <a:lnTo>
                  <a:pt x="3565891" y="2352366"/>
                </a:lnTo>
                <a:cubicBezTo>
                  <a:pt x="3565486" y="2351961"/>
                  <a:pt x="3565486" y="2351556"/>
                  <a:pt x="3565891" y="2351151"/>
                </a:cubicBezTo>
                <a:lnTo>
                  <a:pt x="3569939" y="2343865"/>
                </a:lnTo>
                <a:cubicBezTo>
                  <a:pt x="3570343" y="2343460"/>
                  <a:pt x="3570748" y="2343055"/>
                  <a:pt x="3571153" y="2343055"/>
                </a:cubicBezTo>
                <a:close/>
                <a:moveTo>
                  <a:pt x="3368747" y="2342650"/>
                </a:moveTo>
                <a:lnTo>
                  <a:pt x="3377653" y="2342650"/>
                </a:lnTo>
                <a:cubicBezTo>
                  <a:pt x="3378057" y="2342650"/>
                  <a:pt x="3378462" y="2343055"/>
                  <a:pt x="3378867" y="2343459"/>
                </a:cubicBezTo>
                <a:lnTo>
                  <a:pt x="3383320" y="2351151"/>
                </a:lnTo>
                <a:cubicBezTo>
                  <a:pt x="3383725" y="2351556"/>
                  <a:pt x="3383725" y="2351961"/>
                  <a:pt x="3383320" y="2352365"/>
                </a:cubicBezTo>
                <a:lnTo>
                  <a:pt x="3378867" y="2360057"/>
                </a:lnTo>
                <a:cubicBezTo>
                  <a:pt x="3378462" y="2360462"/>
                  <a:pt x="3378057" y="2360462"/>
                  <a:pt x="3377653" y="2360462"/>
                </a:cubicBezTo>
                <a:lnTo>
                  <a:pt x="3368747" y="2360462"/>
                </a:lnTo>
                <a:cubicBezTo>
                  <a:pt x="3368342" y="2360462"/>
                  <a:pt x="3367937" y="2360462"/>
                  <a:pt x="3367532" y="2360057"/>
                </a:cubicBezTo>
                <a:lnTo>
                  <a:pt x="3363080" y="2352365"/>
                </a:lnTo>
                <a:cubicBezTo>
                  <a:pt x="3362675" y="2351961"/>
                  <a:pt x="3362675" y="2351556"/>
                  <a:pt x="3363080" y="2351151"/>
                </a:cubicBezTo>
                <a:lnTo>
                  <a:pt x="3367532" y="2343459"/>
                </a:lnTo>
                <a:cubicBezTo>
                  <a:pt x="3367937" y="2343055"/>
                  <a:pt x="3368342" y="2342650"/>
                  <a:pt x="3368747" y="2342650"/>
                </a:cubicBezTo>
                <a:close/>
                <a:moveTo>
                  <a:pt x="3529862" y="2341435"/>
                </a:moveTo>
                <a:lnTo>
                  <a:pt x="3539983" y="2341435"/>
                </a:lnTo>
                <a:cubicBezTo>
                  <a:pt x="3540387" y="2341435"/>
                  <a:pt x="3540793" y="2341435"/>
                  <a:pt x="3541197" y="2341840"/>
                </a:cubicBezTo>
                <a:lnTo>
                  <a:pt x="3546460" y="2350746"/>
                </a:lnTo>
                <a:cubicBezTo>
                  <a:pt x="3546865" y="2351151"/>
                  <a:pt x="3546865" y="2351555"/>
                  <a:pt x="3546460" y="2351960"/>
                </a:cubicBezTo>
                <a:lnTo>
                  <a:pt x="3541197" y="2360866"/>
                </a:lnTo>
                <a:cubicBezTo>
                  <a:pt x="3541197" y="2361271"/>
                  <a:pt x="3540793" y="2361676"/>
                  <a:pt x="3539983" y="2361676"/>
                </a:cubicBezTo>
                <a:lnTo>
                  <a:pt x="3529862" y="2361676"/>
                </a:lnTo>
                <a:cubicBezTo>
                  <a:pt x="3529458" y="2361676"/>
                  <a:pt x="3529053" y="2361271"/>
                  <a:pt x="3528648" y="2360866"/>
                </a:cubicBezTo>
                <a:lnTo>
                  <a:pt x="3523386" y="2351960"/>
                </a:lnTo>
                <a:cubicBezTo>
                  <a:pt x="3522981" y="2351555"/>
                  <a:pt x="3522981" y="2351151"/>
                  <a:pt x="3523386" y="2350746"/>
                </a:cubicBezTo>
                <a:lnTo>
                  <a:pt x="3528648" y="2341840"/>
                </a:lnTo>
                <a:cubicBezTo>
                  <a:pt x="3529053" y="2341840"/>
                  <a:pt x="3529458" y="2341435"/>
                  <a:pt x="3529862" y="2341435"/>
                </a:cubicBezTo>
                <a:close/>
                <a:moveTo>
                  <a:pt x="3448495" y="2341031"/>
                </a:moveTo>
                <a:lnTo>
                  <a:pt x="3459425" y="2341031"/>
                </a:lnTo>
                <a:cubicBezTo>
                  <a:pt x="3459830" y="2341031"/>
                  <a:pt x="3460235" y="2341436"/>
                  <a:pt x="3460640" y="2341841"/>
                </a:cubicBezTo>
                <a:lnTo>
                  <a:pt x="3465903" y="2351151"/>
                </a:lnTo>
                <a:cubicBezTo>
                  <a:pt x="3466307" y="2351556"/>
                  <a:pt x="3466307" y="2351961"/>
                  <a:pt x="3465903" y="2352366"/>
                </a:cubicBezTo>
                <a:lnTo>
                  <a:pt x="3460640" y="2361676"/>
                </a:lnTo>
                <a:cubicBezTo>
                  <a:pt x="3460235" y="2361676"/>
                  <a:pt x="3459830" y="2362081"/>
                  <a:pt x="3459425" y="2362486"/>
                </a:cubicBezTo>
                <a:lnTo>
                  <a:pt x="3448495" y="2362486"/>
                </a:lnTo>
                <a:cubicBezTo>
                  <a:pt x="3448091" y="2362486"/>
                  <a:pt x="3447686" y="2362081"/>
                  <a:pt x="3447281" y="2361676"/>
                </a:cubicBezTo>
                <a:lnTo>
                  <a:pt x="3442019" y="2352366"/>
                </a:lnTo>
                <a:cubicBezTo>
                  <a:pt x="3441614" y="2351961"/>
                  <a:pt x="3441614" y="2351556"/>
                  <a:pt x="3442019" y="2351151"/>
                </a:cubicBezTo>
                <a:lnTo>
                  <a:pt x="3447281" y="2341841"/>
                </a:lnTo>
                <a:cubicBezTo>
                  <a:pt x="3447686" y="2341436"/>
                  <a:pt x="3448091" y="2341031"/>
                  <a:pt x="3448495" y="2341031"/>
                </a:cubicBezTo>
                <a:close/>
                <a:moveTo>
                  <a:pt x="3408013" y="2341031"/>
                </a:moveTo>
                <a:lnTo>
                  <a:pt x="3418943" y="2341031"/>
                </a:lnTo>
                <a:cubicBezTo>
                  <a:pt x="3419348" y="2341031"/>
                  <a:pt x="3419753" y="2341436"/>
                  <a:pt x="3420158" y="2341841"/>
                </a:cubicBezTo>
                <a:lnTo>
                  <a:pt x="3425421" y="2351151"/>
                </a:lnTo>
                <a:cubicBezTo>
                  <a:pt x="3425825" y="2351556"/>
                  <a:pt x="3425825" y="2351961"/>
                  <a:pt x="3425421" y="2352366"/>
                </a:cubicBezTo>
                <a:lnTo>
                  <a:pt x="3420158" y="2361676"/>
                </a:lnTo>
                <a:cubicBezTo>
                  <a:pt x="3419875" y="2361948"/>
                  <a:pt x="3419469" y="2362215"/>
                  <a:pt x="3418943" y="2362486"/>
                </a:cubicBezTo>
                <a:lnTo>
                  <a:pt x="3408013" y="2362486"/>
                </a:lnTo>
                <a:cubicBezTo>
                  <a:pt x="3407609" y="2362486"/>
                  <a:pt x="3407204" y="2362081"/>
                  <a:pt x="3406799" y="2361676"/>
                </a:cubicBezTo>
                <a:lnTo>
                  <a:pt x="3401537" y="2352366"/>
                </a:lnTo>
                <a:cubicBezTo>
                  <a:pt x="3401132" y="2351961"/>
                  <a:pt x="3401132" y="2351556"/>
                  <a:pt x="3401537" y="2351151"/>
                </a:cubicBezTo>
                <a:lnTo>
                  <a:pt x="3406799" y="2341841"/>
                </a:lnTo>
                <a:cubicBezTo>
                  <a:pt x="3407204" y="2341436"/>
                  <a:pt x="3407609" y="2341031"/>
                  <a:pt x="3408013" y="2341031"/>
                </a:cubicBezTo>
                <a:close/>
                <a:moveTo>
                  <a:pt x="3488571" y="2340221"/>
                </a:moveTo>
                <a:lnTo>
                  <a:pt x="3500311" y="2340221"/>
                </a:lnTo>
                <a:cubicBezTo>
                  <a:pt x="3500716" y="2340221"/>
                  <a:pt x="3501120" y="2340626"/>
                  <a:pt x="3501525" y="2341031"/>
                </a:cubicBezTo>
                <a:lnTo>
                  <a:pt x="3507597" y="2351151"/>
                </a:lnTo>
                <a:cubicBezTo>
                  <a:pt x="3508002" y="2351556"/>
                  <a:pt x="3508002" y="2351961"/>
                  <a:pt x="3507597" y="2352365"/>
                </a:cubicBezTo>
                <a:lnTo>
                  <a:pt x="3501525" y="2362486"/>
                </a:lnTo>
                <a:cubicBezTo>
                  <a:pt x="3501525" y="2362891"/>
                  <a:pt x="3501120" y="2362891"/>
                  <a:pt x="3500311" y="2363295"/>
                </a:cubicBezTo>
                <a:lnTo>
                  <a:pt x="3488571" y="2363295"/>
                </a:lnTo>
                <a:cubicBezTo>
                  <a:pt x="3488167" y="2363295"/>
                  <a:pt x="3487761" y="2362891"/>
                  <a:pt x="3487357" y="2362486"/>
                </a:cubicBezTo>
                <a:lnTo>
                  <a:pt x="3481285" y="2352365"/>
                </a:lnTo>
                <a:cubicBezTo>
                  <a:pt x="3480880" y="2351961"/>
                  <a:pt x="3480880" y="2351556"/>
                  <a:pt x="3481285" y="2351151"/>
                </a:cubicBezTo>
                <a:lnTo>
                  <a:pt x="3487357" y="2341031"/>
                </a:lnTo>
                <a:cubicBezTo>
                  <a:pt x="3487761" y="2340626"/>
                  <a:pt x="3488167" y="2340221"/>
                  <a:pt x="3488571" y="2340221"/>
                </a:cubicBezTo>
                <a:close/>
                <a:moveTo>
                  <a:pt x="4140320" y="2307836"/>
                </a:moveTo>
                <a:lnTo>
                  <a:pt x="4144368" y="2307836"/>
                </a:lnTo>
                <a:lnTo>
                  <a:pt x="4146392" y="2311074"/>
                </a:lnTo>
                <a:lnTo>
                  <a:pt x="4144368" y="2314313"/>
                </a:lnTo>
                <a:lnTo>
                  <a:pt x="4140320" y="2314313"/>
                </a:lnTo>
                <a:lnTo>
                  <a:pt x="4138296" y="2311074"/>
                </a:lnTo>
                <a:close/>
                <a:moveTo>
                  <a:pt x="4221282" y="2307431"/>
                </a:moveTo>
                <a:lnTo>
                  <a:pt x="4225330" y="2307431"/>
                </a:lnTo>
                <a:lnTo>
                  <a:pt x="4227354" y="2311074"/>
                </a:lnTo>
                <a:lnTo>
                  <a:pt x="4225330" y="2314718"/>
                </a:lnTo>
                <a:lnTo>
                  <a:pt x="4221282" y="2314718"/>
                </a:lnTo>
                <a:lnTo>
                  <a:pt x="4219258" y="2311074"/>
                </a:lnTo>
                <a:close/>
                <a:moveTo>
                  <a:pt x="4099838" y="2307431"/>
                </a:moveTo>
                <a:lnTo>
                  <a:pt x="4103886" y="2307431"/>
                </a:lnTo>
                <a:lnTo>
                  <a:pt x="4105910" y="2311074"/>
                </a:lnTo>
                <a:lnTo>
                  <a:pt x="4103886" y="2314718"/>
                </a:lnTo>
                <a:lnTo>
                  <a:pt x="4099838" y="2314718"/>
                </a:lnTo>
                <a:lnTo>
                  <a:pt x="4097814" y="2311074"/>
                </a:lnTo>
                <a:close/>
                <a:moveTo>
                  <a:pt x="4059358" y="2307431"/>
                </a:moveTo>
                <a:lnTo>
                  <a:pt x="4063001" y="2307431"/>
                </a:lnTo>
                <a:cubicBezTo>
                  <a:pt x="4063406" y="2307431"/>
                  <a:pt x="4063810" y="2307431"/>
                  <a:pt x="4064215" y="2307836"/>
                </a:cubicBezTo>
                <a:lnTo>
                  <a:pt x="4065834" y="2310669"/>
                </a:lnTo>
                <a:cubicBezTo>
                  <a:pt x="4066239" y="2311074"/>
                  <a:pt x="4066239" y="2311479"/>
                  <a:pt x="4065834" y="2311884"/>
                </a:cubicBezTo>
                <a:lnTo>
                  <a:pt x="4064215" y="2314718"/>
                </a:lnTo>
                <a:cubicBezTo>
                  <a:pt x="4063810" y="2315122"/>
                  <a:pt x="4063406" y="2315122"/>
                  <a:pt x="4063001" y="2315122"/>
                </a:cubicBezTo>
                <a:lnTo>
                  <a:pt x="4059358" y="2315122"/>
                </a:lnTo>
                <a:cubicBezTo>
                  <a:pt x="4058953" y="2315122"/>
                  <a:pt x="4058548" y="2315122"/>
                  <a:pt x="4058143" y="2314718"/>
                </a:cubicBezTo>
                <a:lnTo>
                  <a:pt x="4056524" y="2311884"/>
                </a:lnTo>
                <a:cubicBezTo>
                  <a:pt x="4056119" y="2311479"/>
                  <a:pt x="4056119" y="2311074"/>
                  <a:pt x="4056524" y="2310669"/>
                </a:cubicBezTo>
                <a:lnTo>
                  <a:pt x="4058143" y="2307836"/>
                </a:lnTo>
                <a:cubicBezTo>
                  <a:pt x="4058548" y="2307836"/>
                  <a:pt x="4058953" y="2307431"/>
                  <a:pt x="4059358" y="2307431"/>
                </a:cubicBezTo>
                <a:close/>
                <a:moveTo>
                  <a:pt x="4626499" y="2307026"/>
                </a:moveTo>
                <a:lnTo>
                  <a:pt x="4629738" y="2307026"/>
                </a:lnTo>
                <a:cubicBezTo>
                  <a:pt x="4630143" y="2307026"/>
                  <a:pt x="4630548" y="2307431"/>
                  <a:pt x="4630952" y="2307836"/>
                </a:cubicBezTo>
                <a:lnTo>
                  <a:pt x="4632572" y="2310669"/>
                </a:lnTo>
                <a:cubicBezTo>
                  <a:pt x="4632976" y="2311074"/>
                  <a:pt x="4632976" y="2311479"/>
                  <a:pt x="4632572" y="2311884"/>
                </a:cubicBezTo>
                <a:lnTo>
                  <a:pt x="4630952" y="2314718"/>
                </a:lnTo>
                <a:cubicBezTo>
                  <a:pt x="4630548" y="2315122"/>
                  <a:pt x="4630143" y="2315122"/>
                  <a:pt x="4629738" y="2315527"/>
                </a:cubicBezTo>
                <a:lnTo>
                  <a:pt x="4626499" y="2315527"/>
                </a:lnTo>
                <a:cubicBezTo>
                  <a:pt x="4626095" y="2315527"/>
                  <a:pt x="4625690" y="2315122"/>
                  <a:pt x="4625285" y="2314718"/>
                </a:cubicBezTo>
                <a:lnTo>
                  <a:pt x="4623666" y="2311884"/>
                </a:lnTo>
                <a:cubicBezTo>
                  <a:pt x="4623261" y="2311479"/>
                  <a:pt x="4623261" y="2311074"/>
                  <a:pt x="4623666" y="2310669"/>
                </a:cubicBezTo>
                <a:lnTo>
                  <a:pt x="4625285" y="2307836"/>
                </a:lnTo>
                <a:cubicBezTo>
                  <a:pt x="4625690" y="2307431"/>
                  <a:pt x="4626095" y="2307026"/>
                  <a:pt x="4626499" y="2307026"/>
                </a:cubicBezTo>
                <a:close/>
                <a:moveTo>
                  <a:pt x="4545133" y="2307026"/>
                </a:moveTo>
                <a:lnTo>
                  <a:pt x="4548776" y="2307026"/>
                </a:lnTo>
                <a:cubicBezTo>
                  <a:pt x="4549181" y="2307026"/>
                  <a:pt x="4549585" y="2307431"/>
                  <a:pt x="4549990" y="2307836"/>
                </a:cubicBezTo>
                <a:lnTo>
                  <a:pt x="4551609" y="2310669"/>
                </a:lnTo>
                <a:cubicBezTo>
                  <a:pt x="4552014" y="2311074"/>
                  <a:pt x="4552014" y="2311479"/>
                  <a:pt x="4551609" y="2311884"/>
                </a:cubicBezTo>
                <a:lnTo>
                  <a:pt x="4549990" y="2314718"/>
                </a:lnTo>
                <a:cubicBezTo>
                  <a:pt x="4549585" y="2315122"/>
                  <a:pt x="4549181" y="2315122"/>
                  <a:pt x="4548776" y="2315122"/>
                </a:cubicBezTo>
                <a:lnTo>
                  <a:pt x="4545133" y="2315122"/>
                </a:lnTo>
                <a:cubicBezTo>
                  <a:pt x="4544728" y="2315122"/>
                  <a:pt x="4544323" y="2315122"/>
                  <a:pt x="4543918" y="2314718"/>
                </a:cubicBezTo>
                <a:lnTo>
                  <a:pt x="4542299" y="2311884"/>
                </a:lnTo>
                <a:cubicBezTo>
                  <a:pt x="4541894" y="2311479"/>
                  <a:pt x="4541894" y="2311074"/>
                  <a:pt x="4542299" y="2310669"/>
                </a:cubicBezTo>
                <a:lnTo>
                  <a:pt x="4543918" y="2307836"/>
                </a:lnTo>
                <a:cubicBezTo>
                  <a:pt x="4544323" y="2307431"/>
                  <a:pt x="4544728" y="2307026"/>
                  <a:pt x="4545133" y="2307026"/>
                </a:cubicBezTo>
                <a:close/>
                <a:moveTo>
                  <a:pt x="4504651" y="2307026"/>
                </a:moveTo>
                <a:lnTo>
                  <a:pt x="4509104" y="2307026"/>
                </a:lnTo>
                <a:lnTo>
                  <a:pt x="4511532" y="2311074"/>
                </a:lnTo>
                <a:lnTo>
                  <a:pt x="4509104" y="2315122"/>
                </a:lnTo>
                <a:lnTo>
                  <a:pt x="4504651" y="2315122"/>
                </a:lnTo>
                <a:lnTo>
                  <a:pt x="4502222" y="2311074"/>
                </a:lnTo>
                <a:close/>
                <a:moveTo>
                  <a:pt x="4464170" y="2307026"/>
                </a:moveTo>
                <a:lnTo>
                  <a:pt x="4467813" y="2307026"/>
                </a:lnTo>
                <a:cubicBezTo>
                  <a:pt x="4468218" y="2307026"/>
                  <a:pt x="4468622" y="2307431"/>
                  <a:pt x="4469027" y="2307836"/>
                </a:cubicBezTo>
                <a:lnTo>
                  <a:pt x="4470646" y="2310669"/>
                </a:lnTo>
                <a:cubicBezTo>
                  <a:pt x="4471051" y="2311074"/>
                  <a:pt x="4471051" y="2311479"/>
                  <a:pt x="4470646" y="2311884"/>
                </a:cubicBezTo>
                <a:lnTo>
                  <a:pt x="4469027" y="2314718"/>
                </a:lnTo>
                <a:cubicBezTo>
                  <a:pt x="4468622" y="2315122"/>
                  <a:pt x="4468218" y="2315122"/>
                  <a:pt x="4467813" y="2315122"/>
                </a:cubicBezTo>
                <a:lnTo>
                  <a:pt x="4464170" y="2315122"/>
                </a:lnTo>
                <a:cubicBezTo>
                  <a:pt x="4463765" y="2315122"/>
                  <a:pt x="4463360" y="2315122"/>
                  <a:pt x="4462955" y="2314718"/>
                </a:cubicBezTo>
                <a:lnTo>
                  <a:pt x="4461336" y="2311884"/>
                </a:lnTo>
                <a:cubicBezTo>
                  <a:pt x="4460931" y="2311479"/>
                  <a:pt x="4460931" y="2311074"/>
                  <a:pt x="4461336" y="2310669"/>
                </a:cubicBezTo>
                <a:lnTo>
                  <a:pt x="4462955" y="2307836"/>
                </a:lnTo>
                <a:cubicBezTo>
                  <a:pt x="4463360" y="2307431"/>
                  <a:pt x="4463765" y="2307026"/>
                  <a:pt x="4464170" y="2307026"/>
                </a:cubicBezTo>
                <a:close/>
                <a:moveTo>
                  <a:pt x="4423689" y="2307026"/>
                </a:moveTo>
                <a:lnTo>
                  <a:pt x="4428142" y="2307026"/>
                </a:lnTo>
                <a:lnTo>
                  <a:pt x="4430570" y="2311074"/>
                </a:lnTo>
                <a:lnTo>
                  <a:pt x="4428142" y="2315122"/>
                </a:lnTo>
                <a:lnTo>
                  <a:pt x="4423689" y="2315122"/>
                </a:lnTo>
                <a:lnTo>
                  <a:pt x="4421260" y="2311074"/>
                </a:lnTo>
                <a:close/>
                <a:moveTo>
                  <a:pt x="4383208" y="2307026"/>
                </a:moveTo>
                <a:lnTo>
                  <a:pt x="4387661" y="2307026"/>
                </a:lnTo>
                <a:lnTo>
                  <a:pt x="4390089" y="2311074"/>
                </a:lnTo>
                <a:lnTo>
                  <a:pt x="4387661" y="2315122"/>
                </a:lnTo>
                <a:lnTo>
                  <a:pt x="4383208" y="2315122"/>
                </a:lnTo>
                <a:lnTo>
                  <a:pt x="4380779" y="2311074"/>
                </a:lnTo>
                <a:close/>
                <a:moveTo>
                  <a:pt x="4342726" y="2307026"/>
                </a:moveTo>
                <a:lnTo>
                  <a:pt x="4347179" y="2307026"/>
                </a:lnTo>
                <a:lnTo>
                  <a:pt x="4349607" y="2311074"/>
                </a:lnTo>
                <a:lnTo>
                  <a:pt x="4347179" y="2315122"/>
                </a:lnTo>
                <a:lnTo>
                  <a:pt x="4342726" y="2315122"/>
                </a:lnTo>
                <a:lnTo>
                  <a:pt x="4340297" y="2311074"/>
                </a:lnTo>
                <a:close/>
                <a:moveTo>
                  <a:pt x="4302649" y="2307026"/>
                </a:moveTo>
                <a:lnTo>
                  <a:pt x="4305888" y="2307026"/>
                </a:lnTo>
                <a:cubicBezTo>
                  <a:pt x="4306293" y="2307026"/>
                  <a:pt x="4306698" y="2307431"/>
                  <a:pt x="4307102" y="2307836"/>
                </a:cubicBezTo>
                <a:lnTo>
                  <a:pt x="4308722" y="2310669"/>
                </a:lnTo>
                <a:cubicBezTo>
                  <a:pt x="4309126" y="2311074"/>
                  <a:pt x="4309126" y="2311479"/>
                  <a:pt x="4308722" y="2311884"/>
                </a:cubicBezTo>
                <a:lnTo>
                  <a:pt x="4307102" y="2314718"/>
                </a:lnTo>
                <a:cubicBezTo>
                  <a:pt x="4306698" y="2315122"/>
                  <a:pt x="4306293" y="2315122"/>
                  <a:pt x="4305888" y="2315527"/>
                </a:cubicBezTo>
                <a:lnTo>
                  <a:pt x="4302649" y="2315527"/>
                </a:lnTo>
                <a:cubicBezTo>
                  <a:pt x="4302245" y="2315527"/>
                  <a:pt x="4301840" y="2315122"/>
                  <a:pt x="4301435" y="2314718"/>
                </a:cubicBezTo>
                <a:lnTo>
                  <a:pt x="4299816" y="2311884"/>
                </a:lnTo>
                <a:cubicBezTo>
                  <a:pt x="4299411" y="2311479"/>
                  <a:pt x="4299411" y="2311074"/>
                  <a:pt x="4299816" y="2310669"/>
                </a:cubicBezTo>
                <a:lnTo>
                  <a:pt x="4301435" y="2307836"/>
                </a:lnTo>
                <a:cubicBezTo>
                  <a:pt x="4301840" y="2307431"/>
                  <a:pt x="4302245" y="2307026"/>
                  <a:pt x="4302649" y="2307026"/>
                </a:cubicBezTo>
                <a:close/>
                <a:moveTo>
                  <a:pt x="4261764" y="2307026"/>
                </a:moveTo>
                <a:lnTo>
                  <a:pt x="4265407" y="2307026"/>
                </a:lnTo>
                <a:cubicBezTo>
                  <a:pt x="4265812" y="2307026"/>
                  <a:pt x="4266216" y="2307431"/>
                  <a:pt x="4266621" y="2307836"/>
                </a:cubicBezTo>
                <a:lnTo>
                  <a:pt x="4268240" y="2310669"/>
                </a:lnTo>
                <a:cubicBezTo>
                  <a:pt x="4268645" y="2311074"/>
                  <a:pt x="4268645" y="2311479"/>
                  <a:pt x="4268240" y="2311884"/>
                </a:cubicBezTo>
                <a:lnTo>
                  <a:pt x="4266621" y="2314718"/>
                </a:lnTo>
                <a:cubicBezTo>
                  <a:pt x="4266216" y="2315122"/>
                  <a:pt x="4265812" y="2315122"/>
                  <a:pt x="4265407" y="2315122"/>
                </a:cubicBezTo>
                <a:lnTo>
                  <a:pt x="4261764" y="2315122"/>
                </a:lnTo>
                <a:cubicBezTo>
                  <a:pt x="4261359" y="2315122"/>
                  <a:pt x="4260954" y="2315122"/>
                  <a:pt x="4260549" y="2314718"/>
                </a:cubicBezTo>
                <a:lnTo>
                  <a:pt x="4258930" y="2311884"/>
                </a:lnTo>
                <a:cubicBezTo>
                  <a:pt x="4258525" y="2311479"/>
                  <a:pt x="4258525" y="2311074"/>
                  <a:pt x="4258930" y="2310669"/>
                </a:cubicBezTo>
                <a:lnTo>
                  <a:pt x="4260549" y="2307836"/>
                </a:lnTo>
                <a:cubicBezTo>
                  <a:pt x="4260954" y="2307431"/>
                  <a:pt x="4261359" y="2307026"/>
                  <a:pt x="4261764" y="2307026"/>
                </a:cubicBezTo>
                <a:close/>
                <a:moveTo>
                  <a:pt x="4180801" y="2307026"/>
                </a:moveTo>
                <a:lnTo>
                  <a:pt x="4185254" y="2307026"/>
                </a:lnTo>
                <a:lnTo>
                  <a:pt x="4187682" y="2311074"/>
                </a:lnTo>
                <a:lnTo>
                  <a:pt x="4185254" y="2315122"/>
                </a:lnTo>
                <a:lnTo>
                  <a:pt x="4180801" y="2315122"/>
                </a:lnTo>
                <a:lnTo>
                  <a:pt x="4178372" y="2311074"/>
                </a:lnTo>
                <a:close/>
                <a:moveTo>
                  <a:pt x="4018876" y="2307026"/>
                </a:moveTo>
                <a:lnTo>
                  <a:pt x="4023329" y="2307026"/>
                </a:lnTo>
                <a:lnTo>
                  <a:pt x="4025757" y="2311074"/>
                </a:lnTo>
                <a:lnTo>
                  <a:pt x="4023329" y="2315122"/>
                </a:lnTo>
                <a:lnTo>
                  <a:pt x="4018876" y="2315122"/>
                </a:lnTo>
                <a:lnTo>
                  <a:pt x="4016447" y="2311074"/>
                </a:lnTo>
                <a:close/>
                <a:moveTo>
                  <a:pt x="3977990" y="2307026"/>
                </a:moveTo>
                <a:lnTo>
                  <a:pt x="3982848" y="2307026"/>
                </a:lnTo>
                <a:lnTo>
                  <a:pt x="3985277" y="2311074"/>
                </a:lnTo>
                <a:lnTo>
                  <a:pt x="3982848" y="2315122"/>
                </a:lnTo>
                <a:lnTo>
                  <a:pt x="3977990" y="2315122"/>
                </a:lnTo>
                <a:lnTo>
                  <a:pt x="3975561" y="2311074"/>
                </a:lnTo>
                <a:close/>
                <a:moveTo>
                  <a:pt x="3856546" y="2307026"/>
                </a:moveTo>
                <a:lnTo>
                  <a:pt x="3860594" y="2307026"/>
                </a:lnTo>
                <a:cubicBezTo>
                  <a:pt x="3860999" y="2307026"/>
                  <a:pt x="3861404" y="2307026"/>
                  <a:pt x="3861808" y="2307431"/>
                </a:cubicBezTo>
                <a:lnTo>
                  <a:pt x="3863833" y="2310669"/>
                </a:lnTo>
                <a:cubicBezTo>
                  <a:pt x="3864237" y="2311074"/>
                  <a:pt x="3864237" y="2311479"/>
                  <a:pt x="3863833" y="2311884"/>
                </a:cubicBezTo>
                <a:lnTo>
                  <a:pt x="3861808" y="2315122"/>
                </a:lnTo>
                <a:cubicBezTo>
                  <a:pt x="3861808" y="2315527"/>
                  <a:pt x="3861404" y="2315527"/>
                  <a:pt x="3860594" y="2315932"/>
                </a:cubicBezTo>
                <a:lnTo>
                  <a:pt x="3856546" y="2315932"/>
                </a:lnTo>
                <a:cubicBezTo>
                  <a:pt x="3856141" y="2315932"/>
                  <a:pt x="3855736" y="2315527"/>
                  <a:pt x="3855332" y="2315122"/>
                </a:cubicBezTo>
                <a:lnTo>
                  <a:pt x="3853308" y="2311884"/>
                </a:lnTo>
                <a:cubicBezTo>
                  <a:pt x="3852903" y="2311479"/>
                  <a:pt x="3852903" y="2311074"/>
                  <a:pt x="3853308" y="2310669"/>
                </a:cubicBezTo>
                <a:lnTo>
                  <a:pt x="3855332" y="2307431"/>
                </a:lnTo>
                <a:cubicBezTo>
                  <a:pt x="3855736" y="2307431"/>
                  <a:pt x="3856141" y="2307026"/>
                  <a:pt x="3856546" y="2307026"/>
                </a:cubicBezTo>
                <a:close/>
                <a:moveTo>
                  <a:pt x="3816065" y="2307026"/>
                </a:moveTo>
                <a:lnTo>
                  <a:pt x="3820113" y="2307026"/>
                </a:lnTo>
                <a:cubicBezTo>
                  <a:pt x="3820518" y="2307026"/>
                  <a:pt x="3820923" y="2307026"/>
                  <a:pt x="3821327" y="2307431"/>
                </a:cubicBezTo>
                <a:lnTo>
                  <a:pt x="3823352" y="2310669"/>
                </a:lnTo>
                <a:cubicBezTo>
                  <a:pt x="3823756" y="2311074"/>
                  <a:pt x="3823756" y="2311479"/>
                  <a:pt x="3823352" y="2311884"/>
                </a:cubicBezTo>
                <a:lnTo>
                  <a:pt x="3821327" y="2315122"/>
                </a:lnTo>
                <a:cubicBezTo>
                  <a:pt x="3821327" y="2315527"/>
                  <a:pt x="3820923" y="2315527"/>
                  <a:pt x="3820113" y="2315932"/>
                </a:cubicBezTo>
                <a:lnTo>
                  <a:pt x="3816065" y="2315932"/>
                </a:lnTo>
                <a:cubicBezTo>
                  <a:pt x="3815660" y="2315932"/>
                  <a:pt x="3815255" y="2315527"/>
                  <a:pt x="3814851" y="2315122"/>
                </a:cubicBezTo>
                <a:lnTo>
                  <a:pt x="3812827" y="2311884"/>
                </a:lnTo>
                <a:cubicBezTo>
                  <a:pt x="3812422" y="2311479"/>
                  <a:pt x="3812422" y="2311074"/>
                  <a:pt x="3812827" y="2310669"/>
                </a:cubicBezTo>
                <a:lnTo>
                  <a:pt x="3814851" y="2307431"/>
                </a:lnTo>
                <a:cubicBezTo>
                  <a:pt x="3815255" y="2307431"/>
                  <a:pt x="3815660" y="2307026"/>
                  <a:pt x="3816065" y="2307026"/>
                </a:cubicBezTo>
                <a:close/>
                <a:moveTo>
                  <a:pt x="3735102" y="2307026"/>
                </a:moveTo>
                <a:lnTo>
                  <a:pt x="3739150" y="2307026"/>
                </a:lnTo>
                <a:cubicBezTo>
                  <a:pt x="3739555" y="2307026"/>
                  <a:pt x="3739960" y="2307026"/>
                  <a:pt x="3740364" y="2307431"/>
                </a:cubicBezTo>
                <a:lnTo>
                  <a:pt x="3742389" y="2310669"/>
                </a:lnTo>
                <a:cubicBezTo>
                  <a:pt x="3742793" y="2311074"/>
                  <a:pt x="3742793" y="2311479"/>
                  <a:pt x="3742389" y="2311884"/>
                </a:cubicBezTo>
                <a:lnTo>
                  <a:pt x="3740364" y="2315122"/>
                </a:lnTo>
                <a:cubicBezTo>
                  <a:pt x="3740364" y="2315527"/>
                  <a:pt x="3739960" y="2315527"/>
                  <a:pt x="3739150" y="2315527"/>
                </a:cubicBezTo>
                <a:lnTo>
                  <a:pt x="3735102" y="2315527"/>
                </a:lnTo>
                <a:cubicBezTo>
                  <a:pt x="3734697" y="2315527"/>
                  <a:pt x="3734292" y="2315527"/>
                  <a:pt x="3733888" y="2315122"/>
                </a:cubicBezTo>
                <a:lnTo>
                  <a:pt x="3731864" y="2311884"/>
                </a:lnTo>
                <a:cubicBezTo>
                  <a:pt x="3731459" y="2311479"/>
                  <a:pt x="3731459" y="2311074"/>
                  <a:pt x="3731864" y="2310669"/>
                </a:cubicBezTo>
                <a:lnTo>
                  <a:pt x="3733888" y="2307431"/>
                </a:lnTo>
                <a:cubicBezTo>
                  <a:pt x="3734292" y="2307431"/>
                  <a:pt x="3734697" y="2307026"/>
                  <a:pt x="3735102" y="2307026"/>
                </a:cubicBezTo>
                <a:close/>
                <a:moveTo>
                  <a:pt x="3937913" y="2306622"/>
                </a:moveTo>
                <a:lnTo>
                  <a:pt x="3941961" y="2306622"/>
                </a:lnTo>
                <a:cubicBezTo>
                  <a:pt x="3942366" y="2306622"/>
                  <a:pt x="3942771" y="2307027"/>
                  <a:pt x="3943175" y="2307432"/>
                </a:cubicBezTo>
                <a:lnTo>
                  <a:pt x="3945200" y="2310670"/>
                </a:lnTo>
                <a:cubicBezTo>
                  <a:pt x="3945605" y="2311075"/>
                  <a:pt x="3945605" y="2311480"/>
                  <a:pt x="3945200" y="2311885"/>
                </a:cubicBezTo>
                <a:lnTo>
                  <a:pt x="3943175" y="2315123"/>
                </a:lnTo>
                <a:cubicBezTo>
                  <a:pt x="3942771" y="2315528"/>
                  <a:pt x="3942366" y="2315528"/>
                  <a:pt x="3941961" y="2315933"/>
                </a:cubicBezTo>
                <a:lnTo>
                  <a:pt x="3937913" y="2315933"/>
                </a:lnTo>
                <a:cubicBezTo>
                  <a:pt x="3937509" y="2315933"/>
                  <a:pt x="3937103" y="2315528"/>
                  <a:pt x="3936699" y="2315123"/>
                </a:cubicBezTo>
                <a:lnTo>
                  <a:pt x="3934675" y="2311885"/>
                </a:lnTo>
                <a:cubicBezTo>
                  <a:pt x="3934270" y="2311480"/>
                  <a:pt x="3934270" y="2311075"/>
                  <a:pt x="3934675" y="2310670"/>
                </a:cubicBezTo>
                <a:lnTo>
                  <a:pt x="3936699" y="2307432"/>
                </a:lnTo>
                <a:cubicBezTo>
                  <a:pt x="3937103" y="2307027"/>
                  <a:pt x="3937509" y="2306622"/>
                  <a:pt x="3937913" y="2306622"/>
                </a:cubicBezTo>
                <a:close/>
                <a:moveTo>
                  <a:pt x="3775988" y="2306622"/>
                </a:moveTo>
                <a:lnTo>
                  <a:pt x="3780036" y="2306622"/>
                </a:lnTo>
                <a:cubicBezTo>
                  <a:pt x="3780441" y="2306622"/>
                  <a:pt x="3780846" y="2307027"/>
                  <a:pt x="3781250" y="2307432"/>
                </a:cubicBezTo>
                <a:lnTo>
                  <a:pt x="3783275" y="2310670"/>
                </a:lnTo>
                <a:cubicBezTo>
                  <a:pt x="3783680" y="2311075"/>
                  <a:pt x="3783680" y="2311480"/>
                  <a:pt x="3783275" y="2311885"/>
                </a:cubicBezTo>
                <a:lnTo>
                  <a:pt x="3781250" y="2315123"/>
                </a:lnTo>
                <a:cubicBezTo>
                  <a:pt x="3780846" y="2315528"/>
                  <a:pt x="3780441" y="2315528"/>
                  <a:pt x="3780036" y="2315933"/>
                </a:cubicBezTo>
                <a:lnTo>
                  <a:pt x="3775988" y="2315933"/>
                </a:lnTo>
                <a:cubicBezTo>
                  <a:pt x="3775584" y="2315933"/>
                  <a:pt x="3775178" y="2315528"/>
                  <a:pt x="3774774" y="2315123"/>
                </a:cubicBezTo>
                <a:lnTo>
                  <a:pt x="3772750" y="2311885"/>
                </a:lnTo>
                <a:cubicBezTo>
                  <a:pt x="3772345" y="2311480"/>
                  <a:pt x="3772345" y="2311075"/>
                  <a:pt x="3772750" y="2310670"/>
                </a:cubicBezTo>
                <a:lnTo>
                  <a:pt x="3774774" y="2307432"/>
                </a:lnTo>
                <a:cubicBezTo>
                  <a:pt x="3775178" y="2307027"/>
                  <a:pt x="3775584" y="2306622"/>
                  <a:pt x="3775988" y="2306622"/>
                </a:cubicBezTo>
                <a:close/>
                <a:moveTo>
                  <a:pt x="4585614" y="2306217"/>
                </a:moveTo>
                <a:lnTo>
                  <a:pt x="4589257" y="2306217"/>
                </a:lnTo>
                <a:cubicBezTo>
                  <a:pt x="4589662" y="2306217"/>
                  <a:pt x="4590066" y="2306622"/>
                  <a:pt x="4590471" y="2307026"/>
                </a:cubicBezTo>
                <a:lnTo>
                  <a:pt x="4592090" y="2310265"/>
                </a:lnTo>
                <a:cubicBezTo>
                  <a:pt x="4592495" y="2310670"/>
                  <a:pt x="4592495" y="2311075"/>
                  <a:pt x="4592090" y="2311480"/>
                </a:cubicBezTo>
                <a:lnTo>
                  <a:pt x="4590471" y="2314718"/>
                </a:lnTo>
                <a:cubicBezTo>
                  <a:pt x="4590066" y="2315123"/>
                  <a:pt x="4589662" y="2315528"/>
                  <a:pt x="4589257" y="2315528"/>
                </a:cubicBezTo>
                <a:lnTo>
                  <a:pt x="4585614" y="2315528"/>
                </a:lnTo>
                <a:cubicBezTo>
                  <a:pt x="4585209" y="2315528"/>
                  <a:pt x="4584804" y="2315123"/>
                  <a:pt x="4584399" y="2314718"/>
                </a:cubicBezTo>
                <a:lnTo>
                  <a:pt x="4582780" y="2311480"/>
                </a:lnTo>
                <a:cubicBezTo>
                  <a:pt x="4582375" y="2311075"/>
                  <a:pt x="4582375" y="2310670"/>
                  <a:pt x="4582780" y="2310265"/>
                </a:cubicBezTo>
                <a:lnTo>
                  <a:pt x="4584399" y="2307026"/>
                </a:lnTo>
                <a:cubicBezTo>
                  <a:pt x="4584804" y="2306622"/>
                  <a:pt x="4585209" y="2306217"/>
                  <a:pt x="4585614" y="2306217"/>
                </a:cubicBezTo>
                <a:close/>
                <a:moveTo>
                  <a:pt x="3897027" y="2306217"/>
                </a:moveTo>
                <a:lnTo>
                  <a:pt x="3901480" y="2306217"/>
                </a:lnTo>
                <a:cubicBezTo>
                  <a:pt x="3901885" y="2306217"/>
                  <a:pt x="3902289" y="2306622"/>
                  <a:pt x="3902694" y="2307026"/>
                </a:cubicBezTo>
                <a:lnTo>
                  <a:pt x="3904718" y="2310670"/>
                </a:lnTo>
                <a:cubicBezTo>
                  <a:pt x="3905123" y="2311075"/>
                  <a:pt x="3905123" y="2311480"/>
                  <a:pt x="3904718" y="2311884"/>
                </a:cubicBezTo>
                <a:lnTo>
                  <a:pt x="3902694" y="2315528"/>
                </a:lnTo>
                <a:cubicBezTo>
                  <a:pt x="3902289" y="2315932"/>
                  <a:pt x="3901885" y="2315932"/>
                  <a:pt x="3901480" y="2315932"/>
                </a:cubicBezTo>
                <a:lnTo>
                  <a:pt x="3897027" y="2315932"/>
                </a:lnTo>
                <a:cubicBezTo>
                  <a:pt x="3896622" y="2315932"/>
                  <a:pt x="3896217" y="2315932"/>
                  <a:pt x="3895813" y="2315528"/>
                </a:cubicBezTo>
                <a:lnTo>
                  <a:pt x="3893789" y="2311884"/>
                </a:lnTo>
                <a:cubicBezTo>
                  <a:pt x="3893384" y="2311480"/>
                  <a:pt x="3893384" y="2311075"/>
                  <a:pt x="3893789" y="2310670"/>
                </a:cubicBezTo>
                <a:lnTo>
                  <a:pt x="3895813" y="2307026"/>
                </a:lnTo>
                <a:cubicBezTo>
                  <a:pt x="3896217" y="2306622"/>
                  <a:pt x="3896622" y="2306217"/>
                  <a:pt x="3897027" y="2306217"/>
                </a:cubicBezTo>
                <a:close/>
                <a:moveTo>
                  <a:pt x="3694621" y="2305407"/>
                </a:moveTo>
                <a:lnTo>
                  <a:pt x="3699478" y="2305407"/>
                </a:lnTo>
                <a:cubicBezTo>
                  <a:pt x="3699883" y="2305407"/>
                  <a:pt x="3700288" y="2305407"/>
                  <a:pt x="3700693" y="2305812"/>
                </a:cubicBezTo>
                <a:lnTo>
                  <a:pt x="3703122" y="2310265"/>
                </a:lnTo>
                <a:cubicBezTo>
                  <a:pt x="3703527" y="2310670"/>
                  <a:pt x="3703527" y="2311074"/>
                  <a:pt x="3703122" y="2311479"/>
                </a:cubicBezTo>
                <a:lnTo>
                  <a:pt x="3700693" y="2315932"/>
                </a:lnTo>
                <a:cubicBezTo>
                  <a:pt x="3700288" y="2316337"/>
                  <a:pt x="3699883" y="2316742"/>
                  <a:pt x="3699478" y="2316742"/>
                </a:cubicBezTo>
                <a:lnTo>
                  <a:pt x="3694621" y="2316742"/>
                </a:lnTo>
                <a:cubicBezTo>
                  <a:pt x="3694216" y="2316742"/>
                  <a:pt x="3693811" y="2316337"/>
                  <a:pt x="3693406" y="2315932"/>
                </a:cubicBezTo>
                <a:lnTo>
                  <a:pt x="3690978" y="2311479"/>
                </a:lnTo>
                <a:cubicBezTo>
                  <a:pt x="3690573" y="2311074"/>
                  <a:pt x="3690573" y="2310670"/>
                  <a:pt x="3690978" y="2310265"/>
                </a:cubicBezTo>
                <a:lnTo>
                  <a:pt x="3693406" y="2305812"/>
                </a:lnTo>
                <a:cubicBezTo>
                  <a:pt x="3693811" y="2305812"/>
                  <a:pt x="3694216" y="2305407"/>
                  <a:pt x="3694621" y="2305407"/>
                </a:cubicBezTo>
                <a:close/>
                <a:moveTo>
                  <a:pt x="3653331" y="2304598"/>
                </a:moveTo>
                <a:lnTo>
                  <a:pt x="3658998" y="2304598"/>
                </a:lnTo>
                <a:cubicBezTo>
                  <a:pt x="3659403" y="2304598"/>
                  <a:pt x="3659808" y="2305003"/>
                  <a:pt x="3660213" y="2305408"/>
                </a:cubicBezTo>
                <a:lnTo>
                  <a:pt x="3663046" y="2310265"/>
                </a:lnTo>
                <a:cubicBezTo>
                  <a:pt x="3663451" y="2310670"/>
                  <a:pt x="3663451" y="2311075"/>
                  <a:pt x="3663046" y="2311480"/>
                </a:cubicBezTo>
                <a:lnTo>
                  <a:pt x="3660213" y="2316338"/>
                </a:lnTo>
                <a:cubicBezTo>
                  <a:pt x="3660213" y="2316742"/>
                  <a:pt x="3659808" y="2317147"/>
                  <a:pt x="3658998" y="2317147"/>
                </a:cubicBezTo>
                <a:lnTo>
                  <a:pt x="3653331" y="2317147"/>
                </a:lnTo>
                <a:cubicBezTo>
                  <a:pt x="3652926" y="2317147"/>
                  <a:pt x="3652521" y="2316742"/>
                  <a:pt x="3652117" y="2316338"/>
                </a:cubicBezTo>
                <a:lnTo>
                  <a:pt x="3649283" y="2311480"/>
                </a:lnTo>
                <a:cubicBezTo>
                  <a:pt x="3648878" y="2311075"/>
                  <a:pt x="3648878" y="2310670"/>
                  <a:pt x="3649283" y="2310265"/>
                </a:cubicBezTo>
                <a:lnTo>
                  <a:pt x="3652117" y="2305408"/>
                </a:lnTo>
                <a:cubicBezTo>
                  <a:pt x="3652521" y="2305003"/>
                  <a:pt x="3652926" y="2304598"/>
                  <a:pt x="3653331" y="2304598"/>
                </a:cubicBezTo>
                <a:close/>
                <a:moveTo>
                  <a:pt x="3612849" y="2304193"/>
                </a:moveTo>
                <a:lnTo>
                  <a:pt x="3618921" y="2304193"/>
                </a:lnTo>
                <a:cubicBezTo>
                  <a:pt x="3619326" y="2304193"/>
                  <a:pt x="3619731" y="2304598"/>
                  <a:pt x="3620135" y="2305002"/>
                </a:cubicBezTo>
                <a:lnTo>
                  <a:pt x="3622969" y="2310265"/>
                </a:lnTo>
                <a:cubicBezTo>
                  <a:pt x="3623374" y="2310670"/>
                  <a:pt x="3623374" y="2311075"/>
                  <a:pt x="3622969" y="2311480"/>
                </a:cubicBezTo>
                <a:lnTo>
                  <a:pt x="3620135" y="2316742"/>
                </a:lnTo>
                <a:cubicBezTo>
                  <a:pt x="3620135" y="2317147"/>
                  <a:pt x="3619731" y="2317552"/>
                  <a:pt x="3618921" y="2317552"/>
                </a:cubicBezTo>
                <a:lnTo>
                  <a:pt x="3612849" y="2317552"/>
                </a:lnTo>
                <a:cubicBezTo>
                  <a:pt x="3612444" y="2317552"/>
                  <a:pt x="3612039" y="2317147"/>
                  <a:pt x="3611635" y="2316742"/>
                </a:cubicBezTo>
                <a:lnTo>
                  <a:pt x="3608801" y="2311480"/>
                </a:lnTo>
                <a:cubicBezTo>
                  <a:pt x="3608396" y="2311075"/>
                  <a:pt x="3608396" y="2310670"/>
                  <a:pt x="3608801" y="2310265"/>
                </a:cubicBezTo>
                <a:lnTo>
                  <a:pt x="3611635" y="2305002"/>
                </a:lnTo>
                <a:cubicBezTo>
                  <a:pt x="3612039" y="2304598"/>
                  <a:pt x="3612444" y="2304193"/>
                  <a:pt x="3612849" y="2304193"/>
                </a:cubicBezTo>
                <a:close/>
                <a:moveTo>
                  <a:pt x="3571559" y="2303383"/>
                </a:moveTo>
                <a:lnTo>
                  <a:pt x="3579250" y="2303383"/>
                </a:lnTo>
                <a:cubicBezTo>
                  <a:pt x="3579655" y="2303383"/>
                  <a:pt x="3580060" y="2303788"/>
                  <a:pt x="3580464" y="2304193"/>
                </a:cubicBezTo>
                <a:lnTo>
                  <a:pt x="3584108" y="2310670"/>
                </a:lnTo>
                <a:cubicBezTo>
                  <a:pt x="3584512" y="2311074"/>
                  <a:pt x="3584512" y="2311479"/>
                  <a:pt x="3584108" y="2311884"/>
                </a:cubicBezTo>
                <a:lnTo>
                  <a:pt x="3580464" y="2318361"/>
                </a:lnTo>
                <a:cubicBezTo>
                  <a:pt x="3580060" y="2318766"/>
                  <a:pt x="3579655" y="2318766"/>
                  <a:pt x="3579250" y="2318766"/>
                </a:cubicBezTo>
                <a:lnTo>
                  <a:pt x="3571559" y="2318766"/>
                </a:lnTo>
                <a:cubicBezTo>
                  <a:pt x="3571154" y="2318766"/>
                  <a:pt x="3570749" y="2318766"/>
                  <a:pt x="3570344" y="2318361"/>
                </a:cubicBezTo>
                <a:lnTo>
                  <a:pt x="3566701" y="2311884"/>
                </a:lnTo>
                <a:cubicBezTo>
                  <a:pt x="3566296" y="2311479"/>
                  <a:pt x="3566296" y="2311074"/>
                  <a:pt x="3566701" y="2310670"/>
                </a:cubicBezTo>
                <a:lnTo>
                  <a:pt x="3570344" y="2304193"/>
                </a:lnTo>
                <a:cubicBezTo>
                  <a:pt x="3570749" y="2303788"/>
                  <a:pt x="3571154" y="2303383"/>
                  <a:pt x="3571559" y="2303383"/>
                </a:cubicBezTo>
                <a:close/>
                <a:moveTo>
                  <a:pt x="3530267" y="2302169"/>
                </a:moveTo>
                <a:lnTo>
                  <a:pt x="3539173" y="2302169"/>
                </a:lnTo>
                <a:cubicBezTo>
                  <a:pt x="3539578" y="2302169"/>
                  <a:pt x="3539982" y="2302169"/>
                  <a:pt x="3540387" y="2302574"/>
                </a:cubicBezTo>
                <a:lnTo>
                  <a:pt x="3544841" y="2310265"/>
                </a:lnTo>
                <a:cubicBezTo>
                  <a:pt x="3545245" y="2310670"/>
                  <a:pt x="3545245" y="2311075"/>
                  <a:pt x="3544841" y="2311480"/>
                </a:cubicBezTo>
                <a:lnTo>
                  <a:pt x="3540387" y="2319171"/>
                </a:lnTo>
                <a:cubicBezTo>
                  <a:pt x="3540387" y="2319576"/>
                  <a:pt x="3539982" y="2319981"/>
                  <a:pt x="3539173" y="2319576"/>
                </a:cubicBezTo>
                <a:lnTo>
                  <a:pt x="3530267" y="2319576"/>
                </a:lnTo>
                <a:cubicBezTo>
                  <a:pt x="3529862" y="2319576"/>
                  <a:pt x="3529457" y="2319576"/>
                  <a:pt x="3529053" y="2319171"/>
                </a:cubicBezTo>
                <a:lnTo>
                  <a:pt x="3524600" y="2311480"/>
                </a:lnTo>
                <a:cubicBezTo>
                  <a:pt x="3524195" y="2311075"/>
                  <a:pt x="3524195" y="2310670"/>
                  <a:pt x="3524600" y="2310265"/>
                </a:cubicBezTo>
                <a:lnTo>
                  <a:pt x="3529053" y="2302574"/>
                </a:lnTo>
                <a:cubicBezTo>
                  <a:pt x="3529457" y="2302574"/>
                  <a:pt x="3529862" y="2302169"/>
                  <a:pt x="3530267" y="2302169"/>
                </a:cubicBezTo>
                <a:close/>
                <a:moveTo>
                  <a:pt x="3368342" y="2301359"/>
                </a:moveTo>
                <a:lnTo>
                  <a:pt x="3378057" y="2301359"/>
                </a:lnTo>
                <a:cubicBezTo>
                  <a:pt x="3378462" y="2301359"/>
                  <a:pt x="3378867" y="2301764"/>
                  <a:pt x="3379272" y="2302169"/>
                </a:cubicBezTo>
                <a:lnTo>
                  <a:pt x="3384130" y="2310670"/>
                </a:lnTo>
                <a:cubicBezTo>
                  <a:pt x="3384534" y="2311074"/>
                  <a:pt x="3384534" y="2311479"/>
                  <a:pt x="3384130" y="2311884"/>
                </a:cubicBezTo>
                <a:lnTo>
                  <a:pt x="3379272" y="2320385"/>
                </a:lnTo>
                <a:cubicBezTo>
                  <a:pt x="3378867" y="2320790"/>
                  <a:pt x="3378462" y="2320790"/>
                  <a:pt x="3378057" y="2321195"/>
                </a:cubicBezTo>
                <a:lnTo>
                  <a:pt x="3368342" y="2321195"/>
                </a:lnTo>
                <a:cubicBezTo>
                  <a:pt x="3367937" y="2321195"/>
                  <a:pt x="3367532" y="2320790"/>
                  <a:pt x="3367128" y="2320385"/>
                </a:cubicBezTo>
                <a:lnTo>
                  <a:pt x="3362270" y="2311884"/>
                </a:lnTo>
                <a:cubicBezTo>
                  <a:pt x="3361865" y="2311479"/>
                  <a:pt x="3361865" y="2311074"/>
                  <a:pt x="3362270" y="2310670"/>
                </a:cubicBezTo>
                <a:lnTo>
                  <a:pt x="3367128" y="2302169"/>
                </a:lnTo>
                <a:cubicBezTo>
                  <a:pt x="3367532" y="2301764"/>
                  <a:pt x="3367937" y="2301359"/>
                  <a:pt x="3368342" y="2301359"/>
                </a:cubicBezTo>
                <a:close/>
                <a:moveTo>
                  <a:pt x="3489381" y="2300954"/>
                </a:moveTo>
                <a:lnTo>
                  <a:pt x="3499502" y="2300954"/>
                </a:lnTo>
                <a:cubicBezTo>
                  <a:pt x="3499906" y="2300954"/>
                  <a:pt x="3500312" y="2301359"/>
                  <a:pt x="3500716" y="2301764"/>
                </a:cubicBezTo>
                <a:lnTo>
                  <a:pt x="3505979" y="2310670"/>
                </a:lnTo>
                <a:cubicBezTo>
                  <a:pt x="3506384" y="2311074"/>
                  <a:pt x="3506384" y="2311479"/>
                  <a:pt x="3505979" y="2311884"/>
                </a:cubicBezTo>
                <a:lnTo>
                  <a:pt x="3500716" y="2320790"/>
                </a:lnTo>
                <a:cubicBezTo>
                  <a:pt x="3500716" y="2320790"/>
                  <a:pt x="3500312" y="2321195"/>
                  <a:pt x="3499502" y="2321600"/>
                </a:cubicBezTo>
                <a:lnTo>
                  <a:pt x="3489381" y="2321600"/>
                </a:lnTo>
                <a:cubicBezTo>
                  <a:pt x="3488977" y="2321600"/>
                  <a:pt x="3488572" y="2321195"/>
                  <a:pt x="3488167" y="2320790"/>
                </a:cubicBezTo>
                <a:lnTo>
                  <a:pt x="3482905" y="2311884"/>
                </a:lnTo>
                <a:cubicBezTo>
                  <a:pt x="3482500" y="2311479"/>
                  <a:pt x="3482500" y="2311074"/>
                  <a:pt x="3482905" y="2310670"/>
                </a:cubicBezTo>
                <a:lnTo>
                  <a:pt x="3488167" y="2301764"/>
                </a:lnTo>
                <a:cubicBezTo>
                  <a:pt x="3488572" y="2301359"/>
                  <a:pt x="3488977" y="2300954"/>
                  <a:pt x="3489381" y="2300954"/>
                </a:cubicBezTo>
                <a:close/>
                <a:moveTo>
                  <a:pt x="3448496" y="2300549"/>
                </a:moveTo>
                <a:lnTo>
                  <a:pt x="3459425" y="2300549"/>
                </a:lnTo>
                <a:cubicBezTo>
                  <a:pt x="3459830" y="2300549"/>
                  <a:pt x="3460235" y="2300954"/>
                  <a:pt x="3460640" y="2301359"/>
                </a:cubicBezTo>
                <a:lnTo>
                  <a:pt x="3466307" y="2310669"/>
                </a:lnTo>
                <a:cubicBezTo>
                  <a:pt x="3466712" y="2311074"/>
                  <a:pt x="3466712" y="2311479"/>
                  <a:pt x="3466307" y="2311884"/>
                </a:cubicBezTo>
                <a:lnTo>
                  <a:pt x="3460640" y="2321194"/>
                </a:lnTo>
                <a:cubicBezTo>
                  <a:pt x="3460640" y="2321599"/>
                  <a:pt x="3460235" y="2321599"/>
                  <a:pt x="3459425" y="2322004"/>
                </a:cubicBezTo>
                <a:lnTo>
                  <a:pt x="3448496" y="2322004"/>
                </a:lnTo>
                <a:cubicBezTo>
                  <a:pt x="3448091" y="2322004"/>
                  <a:pt x="3447686" y="2321599"/>
                  <a:pt x="3447281" y="2321194"/>
                </a:cubicBezTo>
                <a:lnTo>
                  <a:pt x="3441614" y="2311884"/>
                </a:lnTo>
                <a:cubicBezTo>
                  <a:pt x="3441209" y="2311479"/>
                  <a:pt x="3441209" y="2311074"/>
                  <a:pt x="3441614" y="2310669"/>
                </a:cubicBezTo>
                <a:lnTo>
                  <a:pt x="3447281" y="2301359"/>
                </a:lnTo>
                <a:cubicBezTo>
                  <a:pt x="3447686" y="2300954"/>
                  <a:pt x="3448091" y="2300549"/>
                  <a:pt x="3448496" y="2300549"/>
                </a:cubicBezTo>
                <a:close/>
                <a:moveTo>
                  <a:pt x="3408013" y="2300549"/>
                </a:moveTo>
                <a:lnTo>
                  <a:pt x="3418943" y="2300549"/>
                </a:lnTo>
                <a:cubicBezTo>
                  <a:pt x="3419348" y="2300549"/>
                  <a:pt x="3419753" y="2300954"/>
                  <a:pt x="3420158" y="2301359"/>
                </a:cubicBezTo>
                <a:lnTo>
                  <a:pt x="3425421" y="2310669"/>
                </a:lnTo>
                <a:cubicBezTo>
                  <a:pt x="3425825" y="2311074"/>
                  <a:pt x="3425825" y="2311479"/>
                  <a:pt x="3425421" y="2311884"/>
                </a:cubicBezTo>
                <a:lnTo>
                  <a:pt x="3420158" y="2321194"/>
                </a:lnTo>
                <a:cubicBezTo>
                  <a:pt x="3420158" y="2321599"/>
                  <a:pt x="3419753" y="2321599"/>
                  <a:pt x="3418943" y="2322004"/>
                </a:cubicBezTo>
                <a:lnTo>
                  <a:pt x="3408013" y="2322004"/>
                </a:lnTo>
                <a:cubicBezTo>
                  <a:pt x="3407609" y="2322004"/>
                  <a:pt x="3407204" y="2321599"/>
                  <a:pt x="3406799" y="2321194"/>
                </a:cubicBezTo>
                <a:lnTo>
                  <a:pt x="3401537" y="2311884"/>
                </a:lnTo>
                <a:cubicBezTo>
                  <a:pt x="3401132" y="2311479"/>
                  <a:pt x="3401132" y="2311074"/>
                  <a:pt x="3401537" y="2310669"/>
                </a:cubicBezTo>
                <a:lnTo>
                  <a:pt x="3406799" y="2301359"/>
                </a:lnTo>
                <a:cubicBezTo>
                  <a:pt x="3407204" y="2300954"/>
                  <a:pt x="3407609" y="2300549"/>
                  <a:pt x="3408013" y="2300549"/>
                </a:cubicBezTo>
                <a:close/>
                <a:moveTo>
                  <a:pt x="4302244" y="2267355"/>
                </a:moveTo>
                <a:lnTo>
                  <a:pt x="4305888" y="2267355"/>
                </a:lnTo>
                <a:lnTo>
                  <a:pt x="4307507" y="2270593"/>
                </a:lnTo>
                <a:lnTo>
                  <a:pt x="4305888" y="2273832"/>
                </a:lnTo>
                <a:lnTo>
                  <a:pt x="4302244" y="2273832"/>
                </a:lnTo>
                <a:lnTo>
                  <a:pt x="4300625" y="2270593"/>
                </a:lnTo>
                <a:close/>
                <a:moveTo>
                  <a:pt x="4059357" y="2267355"/>
                </a:moveTo>
                <a:lnTo>
                  <a:pt x="4063001" y="2267355"/>
                </a:lnTo>
                <a:lnTo>
                  <a:pt x="4064620" y="2270593"/>
                </a:lnTo>
                <a:lnTo>
                  <a:pt x="4063001" y="2273832"/>
                </a:lnTo>
                <a:lnTo>
                  <a:pt x="4059357" y="2273832"/>
                </a:lnTo>
                <a:lnTo>
                  <a:pt x="4057738" y="2270593"/>
                </a:lnTo>
                <a:close/>
                <a:moveTo>
                  <a:pt x="4586018" y="2266950"/>
                </a:moveTo>
                <a:lnTo>
                  <a:pt x="4589257" y="2266950"/>
                </a:lnTo>
                <a:cubicBezTo>
                  <a:pt x="4589662" y="2266950"/>
                  <a:pt x="4590067" y="2266950"/>
                  <a:pt x="4590471" y="2267355"/>
                </a:cubicBezTo>
                <a:lnTo>
                  <a:pt x="4592091" y="2270188"/>
                </a:lnTo>
                <a:cubicBezTo>
                  <a:pt x="4592495" y="2270593"/>
                  <a:pt x="4592495" y="2270998"/>
                  <a:pt x="4592091" y="2271403"/>
                </a:cubicBezTo>
                <a:lnTo>
                  <a:pt x="4590471" y="2274237"/>
                </a:lnTo>
                <a:cubicBezTo>
                  <a:pt x="4590067" y="2274641"/>
                  <a:pt x="4589662" y="2274641"/>
                  <a:pt x="4589257" y="2275046"/>
                </a:cubicBezTo>
                <a:lnTo>
                  <a:pt x="4586018" y="2275046"/>
                </a:lnTo>
                <a:cubicBezTo>
                  <a:pt x="4585614" y="2275046"/>
                  <a:pt x="4585209" y="2274641"/>
                  <a:pt x="4584804" y="2274237"/>
                </a:cubicBezTo>
                <a:lnTo>
                  <a:pt x="4583185" y="2271403"/>
                </a:lnTo>
                <a:cubicBezTo>
                  <a:pt x="4582780" y="2270998"/>
                  <a:pt x="4582780" y="2270593"/>
                  <a:pt x="4583185" y="2270188"/>
                </a:cubicBezTo>
                <a:lnTo>
                  <a:pt x="4584804" y="2267355"/>
                </a:lnTo>
                <a:cubicBezTo>
                  <a:pt x="4585209" y="2267355"/>
                  <a:pt x="4585614" y="2266950"/>
                  <a:pt x="4586018" y="2266950"/>
                </a:cubicBezTo>
                <a:close/>
                <a:moveTo>
                  <a:pt x="4423688" y="2266950"/>
                </a:moveTo>
                <a:lnTo>
                  <a:pt x="4427736" y="2266950"/>
                </a:lnTo>
                <a:lnTo>
                  <a:pt x="4429760" y="2270593"/>
                </a:lnTo>
                <a:lnTo>
                  <a:pt x="4427736" y="2274237"/>
                </a:lnTo>
                <a:lnTo>
                  <a:pt x="4423688" y="2274237"/>
                </a:lnTo>
                <a:lnTo>
                  <a:pt x="4421664" y="2270593"/>
                </a:lnTo>
                <a:close/>
                <a:moveTo>
                  <a:pt x="4382803" y="2266950"/>
                </a:moveTo>
                <a:lnTo>
                  <a:pt x="4387256" y="2266950"/>
                </a:lnTo>
                <a:lnTo>
                  <a:pt x="4389280" y="2270593"/>
                </a:lnTo>
                <a:lnTo>
                  <a:pt x="4387256" y="2274237"/>
                </a:lnTo>
                <a:lnTo>
                  <a:pt x="4382803" y="2274237"/>
                </a:lnTo>
                <a:lnTo>
                  <a:pt x="4380779" y="2270593"/>
                </a:lnTo>
                <a:close/>
                <a:moveTo>
                  <a:pt x="4139915" y="2266950"/>
                </a:moveTo>
                <a:lnTo>
                  <a:pt x="4144368" y="2266950"/>
                </a:lnTo>
                <a:lnTo>
                  <a:pt x="4146392" y="2270593"/>
                </a:lnTo>
                <a:lnTo>
                  <a:pt x="4144368" y="2274237"/>
                </a:lnTo>
                <a:lnTo>
                  <a:pt x="4139915" y="2274237"/>
                </a:lnTo>
                <a:lnTo>
                  <a:pt x="4137891" y="2270593"/>
                </a:lnTo>
                <a:close/>
                <a:moveTo>
                  <a:pt x="4099838" y="2266950"/>
                </a:moveTo>
                <a:lnTo>
                  <a:pt x="4103886" y="2266950"/>
                </a:lnTo>
                <a:lnTo>
                  <a:pt x="4105910" y="2270593"/>
                </a:lnTo>
                <a:lnTo>
                  <a:pt x="4103886" y="2274237"/>
                </a:lnTo>
                <a:lnTo>
                  <a:pt x="4099838" y="2274237"/>
                </a:lnTo>
                <a:lnTo>
                  <a:pt x="4097814" y="2270593"/>
                </a:lnTo>
                <a:close/>
                <a:moveTo>
                  <a:pt x="4018471" y="2266950"/>
                </a:moveTo>
                <a:lnTo>
                  <a:pt x="4022924" y="2266950"/>
                </a:lnTo>
                <a:lnTo>
                  <a:pt x="4024948" y="2270593"/>
                </a:lnTo>
                <a:lnTo>
                  <a:pt x="4022924" y="2274237"/>
                </a:lnTo>
                <a:lnTo>
                  <a:pt x="4018471" y="2274237"/>
                </a:lnTo>
                <a:lnTo>
                  <a:pt x="4016447" y="2270593"/>
                </a:lnTo>
                <a:close/>
                <a:moveTo>
                  <a:pt x="4626499" y="2266545"/>
                </a:moveTo>
                <a:lnTo>
                  <a:pt x="4629738" y="2266545"/>
                </a:lnTo>
                <a:cubicBezTo>
                  <a:pt x="4630143" y="2266545"/>
                  <a:pt x="4630548" y="2266950"/>
                  <a:pt x="4630952" y="2267355"/>
                </a:cubicBezTo>
                <a:lnTo>
                  <a:pt x="4632572" y="2270188"/>
                </a:lnTo>
                <a:cubicBezTo>
                  <a:pt x="4632976" y="2270593"/>
                  <a:pt x="4632976" y="2270998"/>
                  <a:pt x="4632572" y="2271403"/>
                </a:cubicBezTo>
                <a:lnTo>
                  <a:pt x="4630952" y="2274237"/>
                </a:lnTo>
                <a:cubicBezTo>
                  <a:pt x="4630548" y="2274641"/>
                  <a:pt x="4630143" y="2274641"/>
                  <a:pt x="4629738" y="2275046"/>
                </a:cubicBezTo>
                <a:lnTo>
                  <a:pt x="4626499" y="2275046"/>
                </a:lnTo>
                <a:cubicBezTo>
                  <a:pt x="4626095" y="2275046"/>
                  <a:pt x="4625690" y="2274641"/>
                  <a:pt x="4625285" y="2274237"/>
                </a:cubicBezTo>
                <a:lnTo>
                  <a:pt x="4623666" y="2271403"/>
                </a:lnTo>
                <a:cubicBezTo>
                  <a:pt x="4623261" y="2270998"/>
                  <a:pt x="4623261" y="2270593"/>
                  <a:pt x="4623666" y="2270188"/>
                </a:cubicBezTo>
                <a:lnTo>
                  <a:pt x="4625285" y="2267355"/>
                </a:lnTo>
                <a:cubicBezTo>
                  <a:pt x="4625690" y="2266950"/>
                  <a:pt x="4626095" y="2266545"/>
                  <a:pt x="4626499" y="2266545"/>
                </a:cubicBezTo>
                <a:close/>
                <a:moveTo>
                  <a:pt x="4342726" y="2266545"/>
                </a:moveTo>
                <a:lnTo>
                  <a:pt x="4347179" y="2266545"/>
                </a:lnTo>
                <a:lnTo>
                  <a:pt x="4349607" y="2270593"/>
                </a:lnTo>
                <a:lnTo>
                  <a:pt x="4347179" y="2274641"/>
                </a:lnTo>
                <a:lnTo>
                  <a:pt x="4342726" y="2274641"/>
                </a:lnTo>
                <a:lnTo>
                  <a:pt x="4340297" y="2270593"/>
                </a:lnTo>
                <a:close/>
                <a:moveTo>
                  <a:pt x="4262168" y="2266545"/>
                </a:moveTo>
                <a:lnTo>
                  <a:pt x="4265407" y="2266545"/>
                </a:lnTo>
                <a:cubicBezTo>
                  <a:pt x="4265812" y="2266545"/>
                  <a:pt x="4266217" y="2266950"/>
                  <a:pt x="4266621" y="2267355"/>
                </a:cubicBezTo>
                <a:lnTo>
                  <a:pt x="4268241" y="2270188"/>
                </a:lnTo>
                <a:cubicBezTo>
                  <a:pt x="4268645" y="2270593"/>
                  <a:pt x="4268645" y="2270998"/>
                  <a:pt x="4268241" y="2271403"/>
                </a:cubicBezTo>
                <a:lnTo>
                  <a:pt x="4266621" y="2274237"/>
                </a:lnTo>
                <a:cubicBezTo>
                  <a:pt x="4266217" y="2274237"/>
                  <a:pt x="4265812" y="2274641"/>
                  <a:pt x="4265407" y="2275046"/>
                </a:cubicBezTo>
                <a:lnTo>
                  <a:pt x="4262168" y="2275046"/>
                </a:lnTo>
                <a:cubicBezTo>
                  <a:pt x="4261764" y="2275046"/>
                  <a:pt x="4261359" y="2274641"/>
                  <a:pt x="4260954" y="2274237"/>
                </a:cubicBezTo>
                <a:lnTo>
                  <a:pt x="4259335" y="2271403"/>
                </a:lnTo>
                <a:cubicBezTo>
                  <a:pt x="4258930" y="2270998"/>
                  <a:pt x="4258930" y="2270593"/>
                  <a:pt x="4259335" y="2270188"/>
                </a:cubicBezTo>
                <a:lnTo>
                  <a:pt x="4260954" y="2267355"/>
                </a:lnTo>
                <a:cubicBezTo>
                  <a:pt x="4261359" y="2266950"/>
                  <a:pt x="4261764" y="2266545"/>
                  <a:pt x="4262168" y="2266545"/>
                </a:cubicBezTo>
                <a:close/>
                <a:moveTo>
                  <a:pt x="4221283" y="2266545"/>
                </a:moveTo>
                <a:lnTo>
                  <a:pt x="4225736" y="2266545"/>
                </a:lnTo>
                <a:lnTo>
                  <a:pt x="4228164" y="2270593"/>
                </a:lnTo>
                <a:lnTo>
                  <a:pt x="4225736" y="2274641"/>
                </a:lnTo>
                <a:lnTo>
                  <a:pt x="4221283" y="2274641"/>
                </a:lnTo>
                <a:lnTo>
                  <a:pt x="4218854" y="2270593"/>
                </a:lnTo>
                <a:close/>
                <a:moveTo>
                  <a:pt x="4180802" y="2266545"/>
                </a:moveTo>
                <a:lnTo>
                  <a:pt x="4184445" y="2266545"/>
                </a:lnTo>
                <a:cubicBezTo>
                  <a:pt x="4184850" y="2266545"/>
                  <a:pt x="4185254" y="2266950"/>
                  <a:pt x="4185659" y="2267355"/>
                </a:cubicBezTo>
                <a:lnTo>
                  <a:pt x="4187278" y="2270188"/>
                </a:lnTo>
                <a:cubicBezTo>
                  <a:pt x="4187683" y="2270593"/>
                  <a:pt x="4187683" y="2270998"/>
                  <a:pt x="4187278" y="2271403"/>
                </a:cubicBezTo>
                <a:lnTo>
                  <a:pt x="4185659" y="2274237"/>
                </a:lnTo>
                <a:cubicBezTo>
                  <a:pt x="4185254" y="2274641"/>
                  <a:pt x="4184850" y="2274641"/>
                  <a:pt x="4184445" y="2275046"/>
                </a:cubicBezTo>
                <a:lnTo>
                  <a:pt x="4180802" y="2275046"/>
                </a:lnTo>
                <a:cubicBezTo>
                  <a:pt x="4180397" y="2275046"/>
                  <a:pt x="4179992" y="2274641"/>
                  <a:pt x="4179587" y="2274237"/>
                </a:cubicBezTo>
                <a:lnTo>
                  <a:pt x="4177968" y="2271403"/>
                </a:lnTo>
                <a:cubicBezTo>
                  <a:pt x="4177563" y="2270998"/>
                  <a:pt x="4177563" y="2270593"/>
                  <a:pt x="4177968" y="2270188"/>
                </a:cubicBezTo>
                <a:lnTo>
                  <a:pt x="4179587" y="2267355"/>
                </a:lnTo>
                <a:cubicBezTo>
                  <a:pt x="4179992" y="2266950"/>
                  <a:pt x="4180397" y="2266545"/>
                  <a:pt x="4180802" y="2266545"/>
                </a:cubicBezTo>
                <a:close/>
                <a:moveTo>
                  <a:pt x="3977990" y="2266545"/>
                </a:moveTo>
                <a:lnTo>
                  <a:pt x="3982848" y="2266545"/>
                </a:lnTo>
                <a:lnTo>
                  <a:pt x="3985277" y="2270593"/>
                </a:lnTo>
                <a:lnTo>
                  <a:pt x="3982848" y="2274641"/>
                </a:lnTo>
                <a:lnTo>
                  <a:pt x="3977990" y="2274641"/>
                </a:lnTo>
                <a:lnTo>
                  <a:pt x="3975561" y="2270593"/>
                </a:lnTo>
                <a:close/>
                <a:moveTo>
                  <a:pt x="3937913" y="2266545"/>
                </a:moveTo>
                <a:lnTo>
                  <a:pt x="3941557" y="2266545"/>
                </a:lnTo>
                <a:cubicBezTo>
                  <a:pt x="3941961" y="2266545"/>
                  <a:pt x="3942366" y="2266545"/>
                  <a:pt x="3942771" y="2266950"/>
                </a:cubicBezTo>
                <a:lnTo>
                  <a:pt x="3944795" y="2270188"/>
                </a:lnTo>
                <a:cubicBezTo>
                  <a:pt x="3945200" y="2270593"/>
                  <a:pt x="3945200" y="2270998"/>
                  <a:pt x="3944795" y="2271403"/>
                </a:cubicBezTo>
                <a:lnTo>
                  <a:pt x="3942771" y="2274641"/>
                </a:lnTo>
                <a:cubicBezTo>
                  <a:pt x="3942771" y="2275046"/>
                  <a:pt x="3942366" y="2275046"/>
                  <a:pt x="3941557" y="2275451"/>
                </a:cubicBezTo>
                <a:lnTo>
                  <a:pt x="3937913" y="2275451"/>
                </a:lnTo>
                <a:cubicBezTo>
                  <a:pt x="3937509" y="2275451"/>
                  <a:pt x="3937103" y="2275046"/>
                  <a:pt x="3936699" y="2274641"/>
                </a:cubicBezTo>
                <a:lnTo>
                  <a:pt x="3934675" y="2271403"/>
                </a:lnTo>
                <a:cubicBezTo>
                  <a:pt x="3934270" y="2270998"/>
                  <a:pt x="3934270" y="2270593"/>
                  <a:pt x="3934675" y="2270188"/>
                </a:cubicBezTo>
                <a:lnTo>
                  <a:pt x="3936699" y="2266950"/>
                </a:lnTo>
                <a:cubicBezTo>
                  <a:pt x="3937103" y="2266950"/>
                  <a:pt x="3937509" y="2266545"/>
                  <a:pt x="3937913" y="2266545"/>
                </a:cubicBezTo>
                <a:close/>
                <a:moveTo>
                  <a:pt x="3856546" y="2266545"/>
                </a:moveTo>
                <a:lnTo>
                  <a:pt x="3860594" y="2266545"/>
                </a:lnTo>
                <a:cubicBezTo>
                  <a:pt x="3860999" y="2266545"/>
                  <a:pt x="3861404" y="2266545"/>
                  <a:pt x="3861808" y="2266950"/>
                </a:cubicBezTo>
                <a:lnTo>
                  <a:pt x="3863833" y="2270188"/>
                </a:lnTo>
                <a:cubicBezTo>
                  <a:pt x="3864237" y="2270593"/>
                  <a:pt x="3864237" y="2270998"/>
                  <a:pt x="3863833" y="2271403"/>
                </a:cubicBezTo>
                <a:lnTo>
                  <a:pt x="3861808" y="2274641"/>
                </a:lnTo>
                <a:cubicBezTo>
                  <a:pt x="3861808" y="2275046"/>
                  <a:pt x="3861404" y="2275046"/>
                  <a:pt x="3860594" y="2275451"/>
                </a:cubicBezTo>
                <a:lnTo>
                  <a:pt x="3856546" y="2275451"/>
                </a:lnTo>
                <a:cubicBezTo>
                  <a:pt x="3856141" y="2275451"/>
                  <a:pt x="3855736" y="2275046"/>
                  <a:pt x="3855332" y="2274641"/>
                </a:cubicBezTo>
                <a:lnTo>
                  <a:pt x="3853308" y="2271403"/>
                </a:lnTo>
                <a:cubicBezTo>
                  <a:pt x="3852903" y="2270998"/>
                  <a:pt x="3852903" y="2270593"/>
                  <a:pt x="3853308" y="2270188"/>
                </a:cubicBezTo>
                <a:lnTo>
                  <a:pt x="3855332" y="2266950"/>
                </a:lnTo>
                <a:cubicBezTo>
                  <a:pt x="3855736" y="2266950"/>
                  <a:pt x="3856141" y="2266545"/>
                  <a:pt x="3856546" y="2266545"/>
                </a:cubicBezTo>
                <a:close/>
                <a:moveTo>
                  <a:pt x="4545132" y="2266140"/>
                </a:moveTo>
                <a:lnTo>
                  <a:pt x="4548776" y="2266140"/>
                </a:lnTo>
                <a:cubicBezTo>
                  <a:pt x="4549180" y="2266140"/>
                  <a:pt x="4549585" y="2266140"/>
                  <a:pt x="4549990" y="2266545"/>
                </a:cubicBezTo>
                <a:lnTo>
                  <a:pt x="4552014" y="2269783"/>
                </a:lnTo>
                <a:cubicBezTo>
                  <a:pt x="4552419" y="2270188"/>
                  <a:pt x="4552419" y="2270593"/>
                  <a:pt x="4552014" y="2270998"/>
                </a:cubicBezTo>
                <a:lnTo>
                  <a:pt x="4549990" y="2274236"/>
                </a:lnTo>
                <a:cubicBezTo>
                  <a:pt x="4549990" y="2274641"/>
                  <a:pt x="4549585" y="2275046"/>
                  <a:pt x="4548776" y="2274641"/>
                </a:cubicBezTo>
                <a:lnTo>
                  <a:pt x="4545132" y="2274641"/>
                </a:lnTo>
                <a:cubicBezTo>
                  <a:pt x="4544728" y="2274641"/>
                  <a:pt x="4544322" y="2274641"/>
                  <a:pt x="4543918" y="2274236"/>
                </a:cubicBezTo>
                <a:lnTo>
                  <a:pt x="4541894" y="2270998"/>
                </a:lnTo>
                <a:cubicBezTo>
                  <a:pt x="4541489" y="2270593"/>
                  <a:pt x="4541489" y="2270188"/>
                  <a:pt x="4541894" y="2269783"/>
                </a:cubicBezTo>
                <a:lnTo>
                  <a:pt x="4543918" y="2266545"/>
                </a:lnTo>
                <a:cubicBezTo>
                  <a:pt x="4544322" y="2266545"/>
                  <a:pt x="4544728" y="2266140"/>
                  <a:pt x="4545132" y="2266140"/>
                </a:cubicBezTo>
                <a:close/>
                <a:moveTo>
                  <a:pt x="3897432" y="2266140"/>
                </a:moveTo>
                <a:lnTo>
                  <a:pt x="3901480" y="2266140"/>
                </a:lnTo>
                <a:cubicBezTo>
                  <a:pt x="3901885" y="2266140"/>
                  <a:pt x="3902290" y="2266545"/>
                  <a:pt x="3902694" y="2266950"/>
                </a:cubicBezTo>
                <a:lnTo>
                  <a:pt x="3904719" y="2270188"/>
                </a:lnTo>
                <a:cubicBezTo>
                  <a:pt x="3905124" y="2270593"/>
                  <a:pt x="3905124" y="2270998"/>
                  <a:pt x="3904719" y="2271403"/>
                </a:cubicBezTo>
                <a:lnTo>
                  <a:pt x="3902694" y="2274641"/>
                </a:lnTo>
                <a:cubicBezTo>
                  <a:pt x="3902290" y="2275046"/>
                  <a:pt x="3901885" y="2275046"/>
                  <a:pt x="3901480" y="2275451"/>
                </a:cubicBezTo>
                <a:lnTo>
                  <a:pt x="3897432" y="2275451"/>
                </a:lnTo>
                <a:cubicBezTo>
                  <a:pt x="3897028" y="2275451"/>
                  <a:pt x="3896622" y="2275046"/>
                  <a:pt x="3896218" y="2274641"/>
                </a:cubicBezTo>
                <a:lnTo>
                  <a:pt x="3894194" y="2271403"/>
                </a:lnTo>
                <a:cubicBezTo>
                  <a:pt x="3893789" y="2270998"/>
                  <a:pt x="3893789" y="2270593"/>
                  <a:pt x="3894194" y="2270188"/>
                </a:cubicBezTo>
                <a:lnTo>
                  <a:pt x="3896218" y="2266950"/>
                </a:lnTo>
                <a:cubicBezTo>
                  <a:pt x="3896622" y="2266545"/>
                  <a:pt x="3897028" y="2266140"/>
                  <a:pt x="3897432" y="2266140"/>
                </a:cubicBezTo>
                <a:close/>
                <a:moveTo>
                  <a:pt x="3816470" y="2266140"/>
                </a:moveTo>
                <a:lnTo>
                  <a:pt x="3820114" y="2266140"/>
                </a:lnTo>
                <a:cubicBezTo>
                  <a:pt x="3820518" y="2266140"/>
                  <a:pt x="3820923" y="2266140"/>
                  <a:pt x="3821328" y="2266545"/>
                </a:cubicBezTo>
                <a:lnTo>
                  <a:pt x="3823352" y="2269783"/>
                </a:lnTo>
                <a:cubicBezTo>
                  <a:pt x="3823757" y="2270188"/>
                  <a:pt x="3823757" y="2270593"/>
                  <a:pt x="3823352" y="2270998"/>
                </a:cubicBezTo>
                <a:lnTo>
                  <a:pt x="3821328" y="2274236"/>
                </a:lnTo>
                <a:cubicBezTo>
                  <a:pt x="3821328" y="2274641"/>
                  <a:pt x="3820923" y="2275046"/>
                  <a:pt x="3820114" y="2274641"/>
                </a:cubicBezTo>
                <a:lnTo>
                  <a:pt x="3816470" y="2274641"/>
                </a:lnTo>
                <a:cubicBezTo>
                  <a:pt x="3816066" y="2274641"/>
                  <a:pt x="3815660" y="2274641"/>
                  <a:pt x="3815256" y="2274236"/>
                </a:cubicBezTo>
                <a:lnTo>
                  <a:pt x="3813232" y="2270998"/>
                </a:lnTo>
                <a:cubicBezTo>
                  <a:pt x="3812827" y="2270593"/>
                  <a:pt x="3812827" y="2270188"/>
                  <a:pt x="3813232" y="2269783"/>
                </a:cubicBezTo>
                <a:lnTo>
                  <a:pt x="3815256" y="2266545"/>
                </a:lnTo>
                <a:cubicBezTo>
                  <a:pt x="3815660" y="2266545"/>
                  <a:pt x="3816066" y="2266140"/>
                  <a:pt x="3816470" y="2266140"/>
                </a:cubicBezTo>
                <a:close/>
                <a:moveTo>
                  <a:pt x="4504652" y="2265736"/>
                </a:moveTo>
                <a:lnTo>
                  <a:pt x="4508295" y="2265736"/>
                </a:lnTo>
                <a:cubicBezTo>
                  <a:pt x="4508700" y="2265736"/>
                  <a:pt x="4509104" y="2266141"/>
                  <a:pt x="4509509" y="2266545"/>
                </a:cubicBezTo>
                <a:lnTo>
                  <a:pt x="4511128" y="2269784"/>
                </a:lnTo>
                <a:cubicBezTo>
                  <a:pt x="4511533" y="2270189"/>
                  <a:pt x="4511533" y="2270594"/>
                  <a:pt x="4511128" y="2270999"/>
                </a:cubicBezTo>
                <a:lnTo>
                  <a:pt x="4509509" y="2274237"/>
                </a:lnTo>
                <a:cubicBezTo>
                  <a:pt x="4509509" y="2274642"/>
                  <a:pt x="4509104" y="2275047"/>
                  <a:pt x="4508295" y="2275047"/>
                </a:cubicBezTo>
                <a:lnTo>
                  <a:pt x="4504652" y="2275047"/>
                </a:lnTo>
                <a:cubicBezTo>
                  <a:pt x="4504247" y="2275047"/>
                  <a:pt x="4503842" y="2274642"/>
                  <a:pt x="4503437" y="2274237"/>
                </a:cubicBezTo>
                <a:lnTo>
                  <a:pt x="4501818" y="2270999"/>
                </a:lnTo>
                <a:cubicBezTo>
                  <a:pt x="4501413" y="2270594"/>
                  <a:pt x="4501413" y="2270189"/>
                  <a:pt x="4501818" y="2269784"/>
                </a:cubicBezTo>
                <a:lnTo>
                  <a:pt x="4503437" y="2266545"/>
                </a:lnTo>
                <a:cubicBezTo>
                  <a:pt x="4503842" y="2266141"/>
                  <a:pt x="4504247" y="2265736"/>
                  <a:pt x="4504652" y="2265736"/>
                </a:cubicBezTo>
                <a:close/>
                <a:moveTo>
                  <a:pt x="4464170" y="2265736"/>
                </a:moveTo>
                <a:lnTo>
                  <a:pt x="4467813" y="2265736"/>
                </a:lnTo>
                <a:cubicBezTo>
                  <a:pt x="4468218" y="2265736"/>
                  <a:pt x="4468622" y="2266141"/>
                  <a:pt x="4469027" y="2266545"/>
                </a:cubicBezTo>
                <a:lnTo>
                  <a:pt x="4470646" y="2269784"/>
                </a:lnTo>
                <a:cubicBezTo>
                  <a:pt x="4471051" y="2270189"/>
                  <a:pt x="4471051" y="2270594"/>
                  <a:pt x="4470646" y="2270999"/>
                </a:cubicBezTo>
                <a:lnTo>
                  <a:pt x="4469027" y="2274237"/>
                </a:lnTo>
                <a:cubicBezTo>
                  <a:pt x="4469027" y="2274642"/>
                  <a:pt x="4468622" y="2275047"/>
                  <a:pt x="4467813" y="2275047"/>
                </a:cubicBezTo>
                <a:lnTo>
                  <a:pt x="4464170" y="2275047"/>
                </a:lnTo>
                <a:cubicBezTo>
                  <a:pt x="4463765" y="2275047"/>
                  <a:pt x="4463360" y="2274642"/>
                  <a:pt x="4462955" y="2274237"/>
                </a:cubicBezTo>
                <a:lnTo>
                  <a:pt x="4461336" y="2270999"/>
                </a:lnTo>
                <a:cubicBezTo>
                  <a:pt x="4460931" y="2270594"/>
                  <a:pt x="4460931" y="2270189"/>
                  <a:pt x="4461336" y="2269784"/>
                </a:cubicBezTo>
                <a:lnTo>
                  <a:pt x="4462955" y="2266545"/>
                </a:lnTo>
                <a:cubicBezTo>
                  <a:pt x="4463360" y="2266141"/>
                  <a:pt x="4463765" y="2265736"/>
                  <a:pt x="4464170" y="2265736"/>
                </a:cubicBezTo>
                <a:close/>
                <a:moveTo>
                  <a:pt x="3775584" y="2265736"/>
                </a:moveTo>
                <a:lnTo>
                  <a:pt x="3780037" y="2265736"/>
                </a:lnTo>
                <a:cubicBezTo>
                  <a:pt x="3780442" y="2265736"/>
                  <a:pt x="3780846" y="2266141"/>
                  <a:pt x="3781251" y="2266545"/>
                </a:cubicBezTo>
                <a:lnTo>
                  <a:pt x="3783275" y="2270189"/>
                </a:lnTo>
                <a:cubicBezTo>
                  <a:pt x="3783680" y="2270594"/>
                  <a:pt x="3783680" y="2270999"/>
                  <a:pt x="3783275" y="2271403"/>
                </a:cubicBezTo>
                <a:lnTo>
                  <a:pt x="3781251" y="2275047"/>
                </a:lnTo>
                <a:cubicBezTo>
                  <a:pt x="3780846" y="2275451"/>
                  <a:pt x="3780442" y="2275451"/>
                  <a:pt x="3780037" y="2275856"/>
                </a:cubicBezTo>
                <a:lnTo>
                  <a:pt x="3775584" y="2275856"/>
                </a:lnTo>
                <a:cubicBezTo>
                  <a:pt x="3775179" y="2275856"/>
                  <a:pt x="3774774" y="2275451"/>
                  <a:pt x="3774370" y="2275047"/>
                </a:cubicBezTo>
                <a:lnTo>
                  <a:pt x="3772346" y="2271403"/>
                </a:lnTo>
                <a:cubicBezTo>
                  <a:pt x="3771941" y="2270999"/>
                  <a:pt x="3771941" y="2270594"/>
                  <a:pt x="3772346" y="2270189"/>
                </a:cubicBezTo>
                <a:lnTo>
                  <a:pt x="3774370" y="2266545"/>
                </a:lnTo>
                <a:cubicBezTo>
                  <a:pt x="3774774" y="2266141"/>
                  <a:pt x="3775179" y="2265736"/>
                  <a:pt x="3775584" y="2265736"/>
                </a:cubicBezTo>
                <a:close/>
                <a:moveTo>
                  <a:pt x="3735103" y="2265736"/>
                </a:moveTo>
                <a:lnTo>
                  <a:pt x="3739960" y="2265736"/>
                </a:lnTo>
                <a:cubicBezTo>
                  <a:pt x="3740365" y="2265736"/>
                  <a:pt x="3740770" y="2265736"/>
                  <a:pt x="3741175" y="2266141"/>
                </a:cubicBezTo>
                <a:lnTo>
                  <a:pt x="3743604" y="2270189"/>
                </a:lnTo>
                <a:cubicBezTo>
                  <a:pt x="3744009" y="2270594"/>
                  <a:pt x="3744009" y="2270999"/>
                  <a:pt x="3743604" y="2271403"/>
                </a:cubicBezTo>
                <a:lnTo>
                  <a:pt x="3741175" y="2275451"/>
                </a:lnTo>
                <a:cubicBezTo>
                  <a:pt x="3740770" y="2275856"/>
                  <a:pt x="3740365" y="2275856"/>
                  <a:pt x="3739960" y="2276261"/>
                </a:cubicBezTo>
                <a:lnTo>
                  <a:pt x="3735103" y="2276261"/>
                </a:lnTo>
                <a:cubicBezTo>
                  <a:pt x="3734698" y="2276261"/>
                  <a:pt x="3734293" y="2275856"/>
                  <a:pt x="3733888" y="2275451"/>
                </a:cubicBezTo>
                <a:lnTo>
                  <a:pt x="3731460" y="2271403"/>
                </a:lnTo>
                <a:cubicBezTo>
                  <a:pt x="3731055" y="2270999"/>
                  <a:pt x="3731055" y="2270594"/>
                  <a:pt x="3731460" y="2270189"/>
                </a:cubicBezTo>
                <a:lnTo>
                  <a:pt x="3733888" y="2266141"/>
                </a:lnTo>
                <a:cubicBezTo>
                  <a:pt x="3734293" y="2266141"/>
                  <a:pt x="3734698" y="2265736"/>
                  <a:pt x="3735103" y="2265736"/>
                </a:cubicBezTo>
                <a:close/>
                <a:moveTo>
                  <a:pt x="3694216" y="2265331"/>
                </a:moveTo>
                <a:lnTo>
                  <a:pt x="3699074" y="2265331"/>
                </a:lnTo>
                <a:cubicBezTo>
                  <a:pt x="3699479" y="2265331"/>
                  <a:pt x="3699883" y="2265736"/>
                  <a:pt x="3700288" y="2266141"/>
                </a:cubicBezTo>
                <a:lnTo>
                  <a:pt x="3702717" y="2270189"/>
                </a:lnTo>
                <a:cubicBezTo>
                  <a:pt x="3703122" y="2270594"/>
                  <a:pt x="3703122" y="2270998"/>
                  <a:pt x="3702717" y="2271403"/>
                </a:cubicBezTo>
                <a:lnTo>
                  <a:pt x="3700288" y="2275451"/>
                </a:lnTo>
                <a:cubicBezTo>
                  <a:pt x="3700288" y="2275856"/>
                  <a:pt x="3699883" y="2275856"/>
                  <a:pt x="3699074" y="2275856"/>
                </a:cubicBezTo>
                <a:lnTo>
                  <a:pt x="3694216" y="2275856"/>
                </a:lnTo>
                <a:cubicBezTo>
                  <a:pt x="3693811" y="2275856"/>
                  <a:pt x="3693406" y="2275856"/>
                  <a:pt x="3693002" y="2275451"/>
                </a:cubicBezTo>
                <a:lnTo>
                  <a:pt x="3690573" y="2271403"/>
                </a:lnTo>
                <a:cubicBezTo>
                  <a:pt x="3690168" y="2270998"/>
                  <a:pt x="3690168" y="2270594"/>
                  <a:pt x="3690573" y="2270189"/>
                </a:cubicBezTo>
                <a:lnTo>
                  <a:pt x="3693002" y="2266141"/>
                </a:lnTo>
                <a:cubicBezTo>
                  <a:pt x="3693406" y="2265736"/>
                  <a:pt x="3693811" y="2265331"/>
                  <a:pt x="3694216" y="2265331"/>
                </a:cubicBezTo>
                <a:close/>
                <a:moveTo>
                  <a:pt x="3653735" y="2264116"/>
                </a:moveTo>
                <a:lnTo>
                  <a:pt x="3658997" y="2264116"/>
                </a:lnTo>
                <a:cubicBezTo>
                  <a:pt x="3659402" y="2264116"/>
                  <a:pt x="3659807" y="2264521"/>
                  <a:pt x="3660212" y="2264926"/>
                </a:cubicBezTo>
                <a:lnTo>
                  <a:pt x="3663046" y="2269783"/>
                </a:lnTo>
                <a:cubicBezTo>
                  <a:pt x="3663450" y="2270188"/>
                  <a:pt x="3663450" y="2270593"/>
                  <a:pt x="3663046" y="2270998"/>
                </a:cubicBezTo>
                <a:lnTo>
                  <a:pt x="3660212" y="2275856"/>
                </a:lnTo>
                <a:cubicBezTo>
                  <a:pt x="3660212" y="2276260"/>
                  <a:pt x="3659807" y="2276665"/>
                  <a:pt x="3658997" y="2276665"/>
                </a:cubicBezTo>
                <a:lnTo>
                  <a:pt x="3653735" y="2276665"/>
                </a:lnTo>
                <a:cubicBezTo>
                  <a:pt x="3653330" y="2276665"/>
                  <a:pt x="3652925" y="2276260"/>
                  <a:pt x="3652521" y="2275856"/>
                </a:cubicBezTo>
                <a:lnTo>
                  <a:pt x="3649687" y="2270998"/>
                </a:lnTo>
                <a:cubicBezTo>
                  <a:pt x="3649282" y="2270593"/>
                  <a:pt x="3649282" y="2270188"/>
                  <a:pt x="3649687" y="2269783"/>
                </a:cubicBezTo>
                <a:lnTo>
                  <a:pt x="3652521" y="2264926"/>
                </a:lnTo>
                <a:cubicBezTo>
                  <a:pt x="3652925" y="2264521"/>
                  <a:pt x="3653330" y="2264116"/>
                  <a:pt x="3653735" y="2264116"/>
                </a:cubicBezTo>
                <a:close/>
                <a:moveTo>
                  <a:pt x="3612444" y="2263307"/>
                </a:moveTo>
                <a:lnTo>
                  <a:pt x="3618921" y="2263307"/>
                </a:lnTo>
                <a:cubicBezTo>
                  <a:pt x="3619326" y="2263307"/>
                  <a:pt x="3619731" y="2263712"/>
                  <a:pt x="3620136" y="2264117"/>
                </a:cubicBezTo>
                <a:lnTo>
                  <a:pt x="3623374" y="2269784"/>
                </a:lnTo>
                <a:cubicBezTo>
                  <a:pt x="3623779" y="2270189"/>
                  <a:pt x="3623779" y="2270594"/>
                  <a:pt x="3623374" y="2270999"/>
                </a:cubicBezTo>
                <a:lnTo>
                  <a:pt x="3620136" y="2276666"/>
                </a:lnTo>
                <a:cubicBezTo>
                  <a:pt x="3620136" y="2277071"/>
                  <a:pt x="3619731" y="2277475"/>
                  <a:pt x="3618921" y="2277475"/>
                </a:cubicBezTo>
                <a:lnTo>
                  <a:pt x="3612444" y="2277475"/>
                </a:lnTo>
                <a:cubicBezTo>
                  <a:pt x="3612040" y="2277475"/>
                  <a:pt x="3611635" y="2277071"/>
                  <a:pt x="3611230" y="2276666"/>
                </a:cubicBezTo>
                <a:lnTo>
                  <a:pt x="3607992" y="2270999"/>
                </a:lnTo>
                <a:cubicBezTo>
                  <a:pt x="3607587" y="2270594"/>
                  <a:pt x="3607587" y="2270189"/>
                  <a:pt x="3607992" y="2269784"/>
                </a:cubicBezTo>
                <a:lnTo>
                  <a:pt x="3611230" y="2264117"/>
                </a:lnTo>
                <a:cubicBezTo>
                  <a:pt x="3611635" y="2263712"/>
                  <a:pt x="3612040" y="2263307"/>
                  <a:pt x="3612444" y="2263307"/>
                </a:cubicBezTo>
                <a:close/>
                <a:moveTo>
                  <a:pt x="3571963" y="2262902"/>
                </a:moveTo>
                <a:lnTo>
                  <a:pt x="3578845" y="2262902"/>
                </a:lnTo>
                <a:cubicBezTo>
                  <a:pt x="3579250" y="2262902"/>
                  <a:pt x="3579655" y="2263307"/>
                  <a:pt x="3580060" y="2263712"/>
                </a:cubicBezTo>
                <a:lnTo>
                  <a:pt x="3583298" y="2269784"/>
                </a:lnTo>
                <a:cubicBezTo>
                  <a:pt x="3583703" y="2270189"/>
                  <a:pt x="3583703" y="2270593"/>
                  <a:pt x="3583298" y="2270998"/>
                </a:cubicBezTo>
                <a:lnTo>
                  <a:pt x="3580060" y="2277070"/>
                </a:lnTo>
                <a:cubicBezTo>
                  <a:pt x="3580060" y="2277475"/>
                  <a:pt x="3579655" y="2277880"/>
                  <a:pt x="3578845" y="2277880"/>
                </a:cubicBezTo>
                <a:lnTo>
                  <a:pt x="3571963" y="2277880"/>
                </a:lnTo>
                <a:cubicBezTo>
                  <a:pt x="3571559" y="2277880"/>
                  <a:pt x="3571154" y="2277475"/>
                  <a:pt x="3570749" y="2277070"/>
                </a:cubicBezTo>
                <a:lnTo>
                  <a:pt x="3567511" y="2270998"/>
                </a:lnTo>
                <a:cubicBezTo>
                  <a:pt x="3567106" y="2270593"/>
                  <a:pt x="3567106" y="2270189"/>
                  <a:pt x="3567511" y="2269784"/>
                </a:cubicBezTo>
                <a:lnTo>
                  <a:pt x="3570749" y="2263712"/>
                </a:lnTo>
                <a:cubicBezTo>
                  <a:pt x="3571154" y="2263307"/>
                  <a:pt x="3571559" y="2262902"/>
                  <a:pt x="3571963" y="2262902"/>
                </a:cubicBezTo>
                <a:close/>
                <a:moveTo>
                  <a:pt x="3531481" y="2262902"/>
                </a:moveTo>
                <a:lnTo>
                  <a:pt x="3538363" y="2262902"/>
                </a:lnTo>
                <a:cubicBezTo>
                  <a:pt x="3538768" y="2262902"/>
                  <a:pt x="3539173" y="2263307"/>
                  <a:pt x="3539578" y="2263712"/>
                </a:cubicBezTo>
                <a:lnTo>
                  <a:pt x="3543221" y="2269784"/>
                </a:lnTo>
                <a:cubicBezTo>
                  <a:pt x="3543626" y="2270189"/>
                  <a:pt x="3543626" y="2270593"/>
                  <a:pt x="3543221" y="2270998"/>
                </a:cubicBezTo>
                <a:lnTo>
                  <a:pt x="3539578" y="2277070"/>
                </a:lnTo>
                <a:cubicBezTo>
                  <a:pt x="3539578" y="2277475"/>
                  <a:pt x="3539173" y="2277880"/>
                  <a:pt x="3538363" y="2277880"/>
                </a:cubicBezTo>
                <a:lnTo>
                  <a:pt x="3531481" y="2277880"/>
                </a:lnTo>
                <a:cubicBezTo>
                  <a:pt x="3531077" y="2277880"/>
                  <a:pt x="3530672" y="2277475"/>
                  <a:pt x="3530267" y="2277070"/>
                </a:cubicBezTo>
                <a:lnTo>
                  <a:pt x="3526624" y="2270998"/>
                </a:lnTo>
                <a:cubicBezTo>
                  <a:pt x="3526219" y="2270593"/>
                  <a:pt x="3526219" y="2270189"/>
                  <a:pt x="3526624" y="2269784"/>
                </a:cubicBezTo>
                <a:lnTo>
                  <a:pt x="3530267" y="2263712"/>
                </a:lnTo>
                <a:cubicBezTo>
                  <a:pt x="3530672" y="2263307"/>
                  <a:pt x="3531077" y="2262902"/>
                  <a:pt x="3531481" y="2262902"/>
                </a:cubicBezTo>
                <a:close/>
                <a:moveTo>
                  <a:pt x="3490595" y="2262902"/>
                </a:moveTo>
                <a:lnTo>
                  <a:pt x="3498692" y="2262902"/>
                </a:lnTo>
                <a:cubicBezTo>
                  <a:pt x="3499096" y="2262902"/>
                  <a:pt x="3499501" y="2262902"/>
                  <a:pt x="3499906" y="2263307"/>
                </a:cubicBezTo>
                <a:lnTo>
                  <a:pt x="3503954" y="2270189"/>
                </a:lnTo>
                <a:cubicBezTo>
                  <a:pt x="3504359" y="2270593"/>
                  <a:pt x="3504359" y="2270998"/>
                  <a:pt x="3503954" y="2271403"/>
                </a:cubicBezTo>
                <a:lnTo>
                  <a:pt x="3499906" y="2278285"/>
                </a:lnTo>
                <a:cubicBezTo>
                  <a:pt x="3499501" y="2278690"/>
                  <a:pt x="3499096" y="2278690"/>
                  <a:pt x="3498692" y="2279095"/>
                </a:cubicBezTo>
                <a:lnTo>
                  <a:pt x="3490595" y="2279095"/>
                </a:lnTo>
                <a:cubicBezTo>
                  <a:pt x="3490191" y="2279095"/>
                  <a:pt x="3489785" y="2278690"/>
                  <a:pt x="3489381" y="2278285"/>
                </a:cubicBezTo>
                <a:lnTo>
                  <a:pt x="3485333" y="2271403"/>
                </a:lnTo>
                <a:cubicBezTo>
                  <a:pt x="3484928" y="2270998"/>
                  <a:pt x="3484928" y="2270593"/>
                  <a:pt x="3485333" y="2270189"/>
                </a:cubicBezTo>
                <a:lnTo>
                  <a:pt x="3489381" y="2263307"/>
                </a:lnTo>
                <a:cubicBezTo>
                  <a:pt x="3489785" y="2263307"/>
                  <a:pt x="3490191" y="2262902"/>
                  <a:pt x="3490595" y="2262902"/>
                </a:cubicBezTo>
                <a:close/>
                <a:moveTo>
                  <a:pt x="3367937" y="2260473"/>
                </a:moveTo>
                <a:lnTo>
                  <a:pt x="3378462" y="2260473"/>
                </a:lnTo>
                <a:cubicBezTo>
                  <a:pt x="3378868" y="2260473"/>
                  <a:pt x="3379272" y="2260878"/>
                  <a:pt x="3379677" y="2261283"/>
                </a:cubicBezTo>
                <a:lnTo>
                  <a:pt x="3384940" y="2270189"/>
                </a:lnTo>
                <a:cubicBezTo>
                  <a:pt x="3385345" y="2270593"/>
                  <a:pt x="3385345" y="2270998"/>
                  <a:pt x="3384940" y="2271403"/>
                </a:cubicBezTo>
                <a:lnTo>
                  <a:pt x="3379677" y="2280309"/>
                </a:lnTo>
                <a:cubicBezTo>
                  <a:pt x="3379272" y="2280714"/>
                  <a:pt x="3378868" y="2280714"/>
                  <a:pt x="3378462" y="2280714"/>
                </a:cubicBezTo>
                <a:lnTo>
                  <a:pt x="3367937" y="2280714"/>
                </a:lnTo>
                <a:cubicBezTo>
                  <a:pt x="3367533" y="2280714"/>
                  <a:pt x="3367128" y="2280714"/>
                  <a:pt x="3366723" y="2280309"/>
                </a:cubicBezTo>
                <a:lnTo>
                  <a:pt x="3361461" y="2271403"/>
                </a:lnTo>
                <a:cubicBezTo>
                  <a:pt x="3361056" y="2270998"/>
                  <a:pt x="3361056" y="2270593"/>
                  <a:pt x="3361461" y="2270189"/>
                </a:cubicBezTo>
                <a:lnTo>
                  <a:pt x="3366723" y="2261283"/>
                </a:lnTo>
                <a:cubicBezTo>
                  <a:pt x="3367128" y="2260878"/>
                  <a:pt x="3367533" y="2260473"/>
                  <a:pt x="3367937" y="2260473"/>
                </a:cubicBezTo>
                <a:close/>
                <a:moveTo>
                  <a:pt x="3448900" y="2260068"/>
                </a:moveTo>
                <a:lnTo>
                  <a:pt x="3459020" y="2260068"/>
                </a:lnTo>
                <a:cubicBezTo>
                  <a:pt x="3459425" y="2260068"/>
                  <a:pt x="3459830" y="2260473"/>
                  <a:pt x="3460235" y="2260878"/>
                </a:cubicBezTo>
                <a:lnTo>
                  <a:pt x="3465092" y="2269784"/>
                </a:lnTo>
                <a:cubicBezTo>
                  <a:pt x="3465497" y="2270188"/>
                  <a:pt x="3465497" y="2270593"/>
                  <a:pt x="3465092" y="2270998"/>
                </a:cubicBezTo>
                <a:lnTo>
                  <a:pt x="3460235" y="2279904"/>
                </a:lnTo>
                <a:cubicBezTo>
                  <a:pt x="3460235" y="2280309"/>
                  <a:pt x="3459830" y="2280713"/>
                  <a:pt x="3459020" y="2280713"/>
                </a:cubicBezTo>
                <a:lnTo>
                  <a:pt x="3448900" y="2280713"/>
                </a:lnTo>
                <a:cubicBezTo>
                  <a:pt x="3448495" y="2280713"/>
                  <a:pt x="3448090" y="2280309"/>
                  <a:pt x="3447686" y="2279904"/>
                </a:cubicBezTo>
                <a:lnTo>
                  <a:pt x="3442828" y="2270998"/>
                </a:lnTo>
                <a:cubicBezTo>
                  <a:pt x="3442423" y="2270593"/>
                  <a:pt x="3442423" y="2270188"/>
                  <a:pt x="3442828" y="2269784"/>
                </a:cubicBezTo>
                <a:lnTo>
                  <a:pt x="3447686" y="2260878"/>
                </a:lnTo>
                <a:cubicBezTo>
                  <a:pt x="3448090" y="2260473"/>
                  <a:pt x="3448495" y="2260068"/>
                  <a:pt x="3448900" y="2260068"/>
                </a:cubicBezTo>
                <a:close/>
                <a:moveTo>
                  <a:pt x="3408418" y="2260068"/>
                </a:moveTo>
                <a:lnTo>
                  <a:pt x="3418539" y="2260068"/>
                </a:lnTo>
                <a:cubicBezTo>
                  <a:pt x="3418943" y="2260068"/>
                  <a:pt x="3419349" y="2260473"/>
                  <a:pt x="3419753" y="2260878"/>
                </a:cubicBezTo>
                <a:lnTo>
                  <a:pt x="3425016" y="2269784"/>
                </a:lnTo>
                <a:cubicBezTo>
                  <a:pt x="3425421" y="2270188"/>
                  <a:pt x="3425421" y="2270593"/>
                  <a:pt x="3425016" y="2270998"/>
                </a:cubicBezTo>
                <a:lnTo>
                  <a:pt x="3419753" y="2279904"/>
                </a:lnTo>
                <a:cubicBezTo>
                  <a:pt x="3419753" y="2280309"/>
                  <a:pt x="3419349" y="2280713"/>
                  <a:pt x="3418539" y="2280713"/>
                </a:cubicBezTo>
                <a:lnTo>
                  <a:pt x="3408418" y="2280713"/>
                </a:lnTo>
                <a:cubicBezTo>
                  <a:pt x="3408014" y="2280713"/>
                  <a:pt x="3407609" y="2280309"/>
                  <a:pt x="3407204" y="2279904"/>
                </a:cubicBezTo>
                <a:lnTo>
                  <a:pt x="3401942" y="2270998"/>
                </a:lnTo>
                <a:cubicBezTo>
                  <a:pt x="3401537" y="2270593"/>
                  <a:pt x="3401537" y="2270188"/>
                  <a:pt x="3401942" y="2269784"/>
                </a:cubicBezTo>
                <a:lnTo>
                  <a:pt x="3407204" y="2260878"/>
                </a:lnTo>
                <a:cubicBezTo>
                  <a:pt x="3407609" y="2260473"/>
                  <a:pt x="3408014" y="2260068"/>
                  <a:pt x="3408418" y="2260068"/>
                </a:cubicBezTo>
                <a:close/>
                <a:moveTo>
                  <a:pt x="4100243" y="2227279"/>
                </a:moveTo>
                <a:lnTo>
                  <a:pt x="4103482" y="2227279"/>
                </a:lnTo>
                <a:lnTo>
                  <a:pt x="4105101" y="2230112"/>
                </a:lnTo>
                <a:lnTo>
                  <a:pt x="4103482" y="2232946"/>
                </a:lnTo>
                <a:lnTo>
                  <a:pt x="4100243" y="2232946"/>
                </a:lnTo>
                <a:lnTo>
                  <a:pt x="4098624" y="2230112"/>
                </a:lnTo>
                <a:close/>
                <a:moveTo>
                  <a:pt x="4181206" y="2226874"/>
                </a:moveTo>
                <a:lnTo>
                  <a:pt x="4184849" y="2226874"/>
                </a:lnTo>
                <a:lnTo>
                  <a:pt x="4186874" y="2230112"/>
                </a:lnTo>
                <a:lnTo>
                  <a:pt x="4184849" y="2233351"/>
                </a:lnTo>
                <a:lnTo>
                  <a:pt x="4181206" y="2233351"/>
                </a:lnTo>
                <a:lnTo>
                  <a:pt x="4179182" y="2230112"/>
                </a:lnTo>
                <a:close/>
                <a:moveTo>
                  <a:pt x="4140724" y="2226874"/>
                </a:moveTo>
                <a:lnTo>
                  <a:pt x="4144367" y="2226874"/>
                </a:lnTo>
                <a:lnTo>
                  <a:pt x="4146392" y="2230112"/>
                </a:lnTo>
                <a:lnTo>
                  <a:pt x="4144367" y="2233351"/>
                </a:lnTo>
                <a:lnTo>
                  <a:pt x="4140724" y="2233351"/>
                </a:lnTo>
                <a:lnTo>
                  <a:pt x="4138700" y="2230112"/>
                </a:lnTo>
                <a:close/>
                <a:moveTo>
                  <a:pt x="4626499" y="2226469"/>
                </a:moveTo>
                <a:lnTo>
                  <a:pt x="4629738" y="2226469"/>
                </a:lnTo>
                <a:cubicBezTo>
                  <a:pt x="4630143" y="2226469"/>
                  <a:pt x="4630548" y="2226469"/>
                  <a:pt x="4630952" y="2226874"/>
                </a:cubicBezTo>
                <a:lnTo>
                  <a:pt x="4632572" y="2229707"/>
                </a:lnTo>
                <a:cubicBezTo>
                  <a:pt x="4632976" y="2230112"/>
                  <a:pt x="4632976" y="2230517"/>
                  <a:pt x="4632572" y="2230922"/>
                </a:cubicBezTo>
                <a:lnTo>
                  <a:pt x="4630952" y="2233756"/>
                </a:lnTo>
                <a:cubicBezTo>
                  <a:pt x="4630548" y="2234160"/>
                  <a:pt x="4630143" y="2234160"/>
                  <a:pt x="4629738" y="2234970"/>
                </a:cubicBezTo>
                <a:lnTo>
                  <a:pt x="4626499" y="2234970"/>
                </a:lnTo>
                <a:cubicBezTo>
                  <a:pt x="4626095" y="2234970"/>
                  <a:pt x="4625690" y="2234565"/>
                  <a:pt x="4625285" y="2234160"/>
                </a:cubicBezTo>
                <a:lnTo>
                  <a:pt x="4623666" y="2231327"/>
                </a:lnTo>
                <a:cubicBezTo>
                  <a:pt x="4623261" y="2230922"/>
                  <a:pt x="4623261" y="2230517"/>
                  <a:pt x="4623666" y="2230112"/>
                </a:cubicBezTo>
                <a:lnTo>
                  <a:pt x="4625285" y="2227279"/>
                </a:lnTo>
                <a:cubicBezTo>
                  <a:pt x="4625690" y="2226874"/>
                  <a:pt x="4626095" y="2226469"/>
                  <a:pt x="4626499" y="2226469"/>
                </a:cubicBezTo>
                <a:close/>
                <a:moveTo>
                  <a:pt x="4261359" y="2226469"/>
                </a:moveTo>
                <a:lnTo>
                  <a:pt x="4265812" y="2226469"/>
                </a:lnTo>
                <a:lnTo>
                  <a:pt x="4267836" y="2230112"/>
                </a:lnTo>
                <a:lnTo>
                  <a:pt x="4265812" y="2233756"/>
                </a:lnTo>
                <a:lnTo>
                  <a:pt x="4261359" y="2233756"/>
                </a:lnTo>
                <a:lnTo>
                  <a:pt x="4259335" y="2230112"/>
                </a:lnTo>
                <a:close/>
                <a:moveTo>
                  <a:pt x="4220878" y="2226469"/>
                </a:moveTo>
                <a:lnTo>
                  <a:pt x="4225331" y="2226469"/>
                </a:lnTo>
                <a:lnTo>
                  <a:pt x="4227355" y="2230112"/>
                </a:lnTo>
                <a:lnTo>
                  <a:pt x="4225331" y="2233756"/>
                </a:lnTo>
                <a:lnTo>
                  <a:pt x="4220878" y="2233756"/>
                </a:lnTo>
                <a:lnTo>
                  <a:pt x="4218854" y="2230112"/>
                </a:lnTo>
                <a:close/>
                <a:moveTo>
                  <a:pt x="4018876" y="2226469"/>
                </a:moveTo>
                <a:lnTo>
                  <a:pt x="4022924" y="2226469"/>
                </a:lnTo>
                <a:lnTo>
                  <a:pt x="4024948" y="2230112"/>
                </a:lnTo>
                <a:lnTo>
                  <a:pt x="4022924" y="2233756"/>
                </a:lnTo>
                <a:lnTo>
                  <a:pt x="4018876" y="2233756"/>
                </a:lnTo>
                <a:lnTo>
                  <a:pt x="4016852" y="2230112"/>
                </a:lnTo>
                <a:close/>
                <a:moveTo>
                  <a:pt x="3977990" y="2226469"/>
                </a:moveTo>
                <a:lnTo>
                  <a:pt x="3982443" y="2226469"/>
                </a:lnTo>
                <a:lnTo>
                  <a:pt x="3984467" y="2230112"/>
                </a:lnTo>
                <a:lnTo>
                  <a:pt x="3982443" y="2233756"/>
                </a:lnTo>
                <a:lnTo>
                  <a:pt x="3977990" y="2233756"/>
                </a:lnTo>
                <a:lnTo>
                  <a:pt x="3975966" y="2230112"/>
                </a:lnTo>
                <a:close/>
                <a:moveTo>
                  <a:pt x="4504651" y="2226064"/>
                </a:moveTo>
                <a:lnTo>
                  <a:pt x="4508295" y="2226064"/>
                </a:lnTo>
                <a:cubicBezTo>
                  <a:pt x="4508699" y="2226064"/>
                  <a:pt x="4509104" y="2226064"/>
                  <a:pt x="4509509" y="2226469"/>
                </a:cubicBezTo>
                <a:lnTo>
                  <a:pt x="4511533" y="2229707"/>
                </a:lnTo>
                <a:cubicBezTo>
                  <a:pt x="4511938" y="2230112"/>
                  <a:pt x="4511938" y="2230517"/>
                  <a:pt x="4511533" y="2230922"/>
                </a:cubicBezTo>
                <a:lnTo>
                  <a:pt x="4509509" y="2234160"/>
                </a:lnTo>
                <a:cubicBezTo>
                  <a:pt x="4509509" y="2234565"/>
                  <a:pt x="4509104" y="2234565"/>
                  <a:pt x="4508295" y="2234970"/>
                </a:cubicBezTo>
                <a:lnTo>
                  <a:pt x="4504651" y="2234970"/>
                </a:lnTo>
                <a:cubicBezTo>
                  <a:pt x="4504247" y="2234970"/>
                  <a:pt x="4503841" y="2234565"/>
                  <a:pt x="4503437" y="2234160"/>
                </a:cubicBezTo>
                <a:lnTo>
                  <a:pt x="4501413" y="2230922"/>
                </a:lnTo>
                <a:cubicBezTo>
                  <a:pt x="4501008" y="2230517"/>
                  <a:pt x="4501008" y="2230112"/>
                  <a:pt x="4501413" y="2229707"/>
                </a:cubicBezTo>
                <a:lnTo>
                  <a:pt x="4503437" y="2226469"/>
                </a:lnTo>
                <a:cubicBezTo>
                  <a:pt x="4503841" y="2226469"/>
                  <a:pt x="4504247" y="2226064"/>
                  <a:pt x="4504651" y="2226064"/>
                </a:cubicBezTo>
                <a:close/>
                <a:moveTo>
                  <a:pt x="4383208" y="2226064"/>
                </a:moveTo>
                <a:lnTo>
                  <a:pt x="4386851" y="2226064"/>
                </a:lnTo>
                <a:cubicBezTo>
                  <a:pt x="4387256" y="2226064"/>
                  <a:pt x="4387660" y="2226469"/>
                  <a:pt x="4388065" y="2226874"/>
                </a:cubicBezTo>
                <a:lnTo>
                  <a:pt x="4389684" y="2229707"/>
                </a:lnTo>
                <a:cubicBezTo>
                  <a:pt x="4390089" y="2230112"/>
                  <a:pt x="4390089" y="2230517"/>
                  <a:pt x="4389684" y="2230922"/>
                </a:cubicBezTo>
                <a:lnTo>
                  <a:pt x="4388065" y="2233756"/>
                </a:lnTo>
                <a:cubicBezTo>
                  <a:pt x="4387660" y="2234160"/>
                  <a:pt x="4387256" y="2234160"/>
                  <a:pt x="4386851" y="2234565"/>
                </a:cubicBezTo>
                <a:lnTo>
                  <a:pt x="4383208" y="2234565"/>
                </a:lnTo>
                <a:cubicBezTo>
                  <a:pt x="4382803" y="2234565"/>
                  <a:pt x="4382398" y="2234160"/>
                  <a:pt x="4381993" y="2233756"/>
                </a:cubicBezTo>
                <a:lnTo>
                  <a:pt x="4380374" y="2230922"/>
                </a:lnTo>
                <a:cubicBezTo>
                  <a:pt x="4379969" y="2230517"/>
                  <a:pt x="4379969" y="2230112"/>
                  <a:pt x="4380374" y="2229707"/>
                </a:cubicBezTo>
                <a:lnTo>
                  <a:pt x="4381993" y="2226874"/>
                </a:lnTo>
                <a:cubicBezTo>
                  <a:pt x="4382398" y="2226469"/>
                  <a:pt x="4382803" y="2226064"/>
                  <a:pt x="4383208" y="2226064"/>
                </a:cubicBezTo>
                <a:close/>
                <a:moveTo>
                  <a:pt x="4302245" y="2226064"/>
                </a:moveTo>
                <a:lnTo>
                  <a:pt x="4306698" y="2226064"/>
                </a:lnTo>
                <a:lnTo>
                  <a:pt x="4309126" y="2230112"/>
                </a:lnTo>
                <a:lnTo>
                  <a:pt x="4306698" y="2234160"/>
                </a:lnTo>
                <a:lnTo>
                  <a:pt x="4302245" y="2234160"/>
                </a:lnTo>
                <a:lnTo>
                  <a:pt x="4299816" y="2230112"/>
                </a:lnTo>
                <a:close/>
                <a:moveTo>
                  <a:pt x="4059358" y="2226064"/>
                </a:moveTo>
                <a:lnTo>
                  <a:pt x="4063811" y="2226064"/>
                </a:lnTo>
                <a:lnTo>
                  <a:pt x="4066239" y="2230112"/>
                </a:lnTo>
                <a:lnTo>
                  <a:pt x="4063811" y="2234160"/>
                </a:lnTo>
                <a:lnTo>
                  <a:pt x="4059358" y="2234160"/>
                </a:lnTo>
                <a:lnTo>
                  <a:pt x="4056929" y="2230112"/>
                </a:lnTo>
                <a:close/>
                <a:moveTo>
                  <a:pt x="3897433" y="2226064"/>
                </a:moveTo>
                <a:lnTo>
                  <a:pt x="3901076" y="2226064"/>
                </a:lnTo>
                <a:cubicBezTo>
                  <a:pt x="3901481" y="2226064"/>
                  <a:pt x="3901885" y="2226469"/>
                  <a:pt x="3902290" y="2226874"/>
                </a:cubicBezTo>
                <a:lnTo>
                  <a:pt x="3903909" y="2229707"/>
                </a:lnTo>
                <a:cubicBezTo>
                  <a:pt x="3904314" y="2230112"/>
                  <a:pt x="3904314" y="2230517"/>
                  <a:pt x="3903909" y="2230922"/>
                </a:cubicBezTo>
                <a:lnTo>
                  <a:pt x="3902290" y="2233756"/>
                </a:lnTo>
                <a:cubicBezTo>
                  <a:pt x="3901885" y="2234160"/>
                  <a:pt x="3901481" y="2234160"/>
                  <a:pt x="3901076" y="2234160"/>
                </a:cubicBezTo>
                <a:lnTo>
                  <a:pt x="3897433" y="2234160"/>
                </a:lnTo>
                <a:cubicBezTo>
                  <a:pt x="3897028" y="2234160"/>
                  <a:pt x="3896623" y="2234160"/>
                  <a:pt x="3896218" y="2233756"/>
                </a:cubicBezTo>
                <a:lnTo>
                  <a:pt x="3894599" y="2230922"/>
                </a:lnTo>
                <a:cubicBezTo>
                  <a:pt x="3894194" y="2230517"/>
                  <a:pt x="3894194" y="2230112"/>
                  <a:pt x="3894599" y="2229707"/>
                </a:cubicBezTo>
                <a:lnTo>
                  <a:pt x="3896218" y="2226874"/>
                </a:lnTo>
                <a:cubicBezTo>
                  <a:pt x="3896623" y="2226469"/>
                  <a:pt x="3897028" y="2226064"/>
                  <a:pt x="3897433" y="2226064"/>
                </a:cubicBezTo>
                <a:close/>
                <a:moveTo>
                  <a:pt x="3816470" y="2226064"/>
                </a:moveTo>
                <a:lnTo>
                  <a:pt x="3820114" y="2226064"/>
                </a:lnTo>
                <a:cubicBezTo>
                  <a:pt x="3820518" y="2226064"/>
                  <a:pt x="3820923" y="2226064"/>
                  <a:pt x="3821328" y="2226469"/>
                </a:cubicBezTo>
                <a:lnTo>
                  <a:pt x="3823352" y="2229707"/>
                </a:lnTo>
                <a:cubicBezTo>
                  <a:pt x="3823757" y="2230112"/>
                  <a:pt x="3823757" y="2230517"/>
                  <a:pt x="3823352" y="2230922"/>
                </a:cubicBezTo>
                <a:lnTo>
                  <a:pt x="3821328" y="2234160"/>
                </a:lnTo>
                <a:cubicBezTo>
                  <a:pt x="3821328" y="2234565"/>
                  <a:pt x="3820923" y="2234565"/>
                  <a:pt x="3820114" y="2234970"/>
                </a:cubicBezTo>
                <a:lnTo>
                  <a:pt x="3816470" y="2234970"/>
                </a:lnTo>
                <a:cubicBezTo>
                  <a:pt x="3816066" y="2234970"/>
                  <a:pt x="3815660" y="2234565"/>
                  <a:pt x="3815256" y="2234160"/>
                </a:cubicBezTo>
                <a:lnTo>
                  <a:pt x="3813232" y="2230922"/>
                </a:lnTo>
                <a:cubicBezTo>
                  <a:pt x="3812827" y="2230517"/>
                  <a:pt x="3812827" y="2230112"/>
                  <a:pt x="3813232" y="2229707"/>
                </a:cubicBezTo>
                <a:lnTo>
                  <a:pt x="3815256" y="2226469"/>
                </a:lnTo>
                <a:cubicBezTo>
                  <a:pt x="3815660" y="2226469"/>
                  <a:pt x="3816066" y="2226064"/>
                  <a:pt x="3816470" y="2226064"/>
                </a:cubicBezTo>
                <a:close/>
                <a:moveTo>
                  <a:pt x="4544727" y="2225659"/>
                </a:moveTo>
                <a:lnTo>
                  <a:pt x="4548775" y="2225659"/>
                </a:lnTo>
                <a:cubicBezTo>
                  <a:pt x="4549180" y="2225659"/>
                  <a:pt x="4549585" y="2226064"/>
                  <a:pt x="4549989" y="2226469"/>
                </a:cubicBezTo>
                <a:lnTo>
                  <a:pt x="4552014" y="2229707"/>
                </a:lnTo>
                <a:cubicBezTo>
                  <a:pt x="4552418" y="2230112"/>
                  <a:pt x="4552418" y="2230517"/>
                  <a:pt x="4552014" y="2230922"/>
                </a:cubicBezTo>
                <a:lnTo>
                  <a:pt x="4549989" y="2234160"/>
                </a:lnTo>
                <a:cubicBezTo>
                  <a:pt x="4549989" y="2234565"/>
                  <a:pt x="4549585" y="2234565"/>
                  <a:pt x="4548775" y="2234565"/>
                </a:cubicBezTo>
                <a:lnTo>
                  <a:pt x="4544727" y="2234565"/>
                </a:lnTo>
                <a:cubicBezTo>
                  <a:pt x="4544322" y="2234565"/>
                  <a:pt x="4543917" y="2234565"/>
                  <a:pt x="4543513" y="2234160"/>
                </a:cubicBezTo>
                <a:lnTo>
                  <a:pt x="4541489" y="2230922"/>
                </a:lnTo>
                <a:cubicBezTo>
                  <a:pt x="4541084" y="2230517"/>
                  <a:pt x="4541084" y="2230112"/>
                  <a:pt x="4541489" y="2229707"/>
                </a:cubicBezTo>
                <a:lnTo>
                  <a:pt x="4543513" y="2226469"/>
                </a:lnTo>
                <a:cubicBezTo>
                  <a:pt x="4543917" y="2226064"/>
                  <a:pt x="4544322" y="2225659"/>
                  <a:pt x="4544727" y="2225659"/>
                </a:cubicBezTo>
                <a:close/>
                <a:moveTo>
                  <a:pt x="4423688" y="2225659"/>
                </a:moveTo>
                <a:lnTo>
                  <a:pt x="4427332" y="2225659"/>
                </a:lnTo>
                <a:cubicBezTo>
                  <a:pt x="4427736" y="2225659"/>
                  <a:pt x="4428141" y="2225659"/>
                  <a:pt x="4428546" y="2226064"/>
                </a:cubicBezTo>
                <a:lnTo>
                  <a:pt x="4430570" y="2229302"/>
                </a:lnTo>
                <a:cubicBezTo>
                  <a:pt x="4430975" y="2229707"/>
                  <a:pt x="4430975" y="2230112"/>
                  <a:pt x="4430570" y="2230517"/>
                </a:cubicBezTo>
                <a:lnTo>
                  <a:pt x="4428546" y="2233755"/>
                </a:lnTo>
                <a:cubicBezTo>
                  <a:pt x="4428546" y="2234160"/>
                  <a:pt x="4428141" y="2234565"/>
                  <a:pt x="4427332" y="2234970"/>
                </a:cubicBezTo>
                <a:lnTo>
                  <a:pt x="4423688" y="2234970"/>
                </a:lnTo>
                <a:cubicBezTo>
                  <a:pt x="4423284" y="2234970"/>
                  <a:pt x="4422878" y="2234565"/>
                  <a:pt x="4422474" y="2234160"/>
                </a:cubicBezTo>
                <a:lnTo>
                  <a:pt x="4420450" y="2230922"/>
                </a:lnTo>
                <a:cubicBezTo>
                  <a:pt x="4420045" y="2230517"/>
                  <a:pt x="4420045" y="2230112"/>
                  <a:pt x="4420450" y="2229707"/>
                </a:cubicBezTo>
                <a:lnTo>
                  <a:pt x="4422474" y="2226469"/>
                </a:lnTo>
                <a:cubicBezTo>
                  <a:pt x="4422878" y="2226064"/>
                  <a:pt x="4423284" y="2225659"/>
                  <a:pt x="4423688" y="2225659"/>
                </a:cubicBezTo>
                <a:close/>
                <a:moveTo>
                  <a:pt x="3937914" y="2225659"/>
                </a:moveTo>
                <a:lnTo>
                  <a:pt x="3941557" y="2225659"/>
                </a:lnTo>
                <a:cubicBezTo>
                  <a:pt x="3941962" y="2225659"/>
                  <a:pt x="3942366" y="2225659"/>
                  <a:pt x="3942771" y="2226064"/>
                </a:cubicBezTo>
                <a:lnTo>
                  <a:pt x="3944390" y="2229302"/>
                </a:lnTo>
                <a:cubicBezTo>
                  <a:pt x="3944795" y="2229707"/>
                  <a:pt x="3944795" y="2230112"/>
                  <a:pt x="3944390" y="2230517"/>
                </a:cubicBezTo>
                <a:lnTo>
                  <a:pt x="3942771" y="2233755"/>
                </a:lnTo>
                <a:cubicBezTo>
                  <a:pt x="3942366" y="2234160"/>
                  <a:pt x="3941962" y="2234565"/>
                  <a:pt x="3941557" y="2234565"/>
                </a:cubicBezTo>
                <a:lnTo>
                  <a:pt x="3937914" y="2234565"/>
                </a:lnTo>
                <a:cubicBezTo>
                  <a:pt x="3937509" y="2234565"/>
                  <a:pt x="3937104" y="2234160"/>
                  <a:pt x="3936699" y="2233755"/>
                </a:cubicBezTo>
                <a:lnTo>
                  <a:pt x="3935080" y="2230517"/>
                </a:lnTo>
                <a:cubicBezTo>
                  <a:pt x="3934675" y="2230112"/>
                  <a:pt x="3934675" y="2229707"/>
                  <a:pt x="3935080" y="2229302"/>
                </a:cubicBezTo>
                <a:lnTo>
                  <a:pt x="3936699" y="2226064"/>
                </a:lnTo>
                <a:cubicBezTo>
                  <a:pt x="3937104" y="2226064"/>
                  <a:pt x="3937509" y="2225659"/>
                  <a:pt x="3937914" y="2225659"/>
                </a:cubicBezTo>
                <a:close/>
                <a:moveTo>
                  <a:pt x="3856951" y="2225659"/>
                </a:moveTo>
                <a:lnTo>
                  <a:pt x="3860595" y="2225659"/>
                </a:lnTo>
                <a:cubicBezTo>
                  <a:pt x="3860999" y="2225659"/>
                  <a:pt x="3861404" y="2226064"/>
                  <a:pt x="3861809" y="2226469"/>
                </a:cubicBezTo>
                <a:lnTo>
                  <a:pt x="3863833" y="2229707"/>
                </a:lnTo>
                <a:cubicBezTo>
                  <a:pt x="3864238" y="2230112"/>
                  <a:pt x="3864238" y="2230517"/>
                  <a:pt x="3863833" y="2230922"/>
                </a:cubicBezTo>
                <a:lnTo>
                  <a:pt x="3861809" y="2234160"/>
                </a:lnTo>
                <a:cubicBezTo>
                  <a:pt x="3861809" y="2234565"/>
                  <a:pt x="3861404" y="2234565"/>
                  <a:pt x="3860595" y="2234970"/>
                </a:cubicBezTo>
                <a:lnTo>
                  <a:pt x="3856951" y="2234970"/>
                </a:lnTo>
                <a:cubicBezTo>
                  <a:pt x="3856547" y="2234970"/>
                  <a:pt x="3856141" y="2234565"/>
                  <a:pt x="3855737" y="2234160"/>
                </a:cubicBezTo>
                <a:lnTo>
                  <a:pt x="3853713" y="2230922"/>
                </a:lnTo>
                <a:cubicBezTo>
                  <a:pt x="3853308" y="2230517"/>
                  <a:pt x="3853308" y="2230112"/>
                  <a:pt x="3853713" y="2229707"/>
                </a:cubicBezTo>
                <a:lnTo>
                  <a:pt x="3855737" y="2226469"/>
                </a:lnTo>
                <a:cubicBezTo>
                  <a:pt x="3856141" y="2226064"/>
                  <a:pt x="3856547" y="2225659"/>
                  <a:pt x="3856951" y="2225659"/>
                </a:cubicBezTo>
                <a:close/>
                <a:moveTo>
                  <a:pt x="3735102" y="2225659"/>
                </a:moveTo>
                <a:lnTo>
                  <a:pt x="3739555" y="2225659"/>
                </a:lnTo>
                <a:cubicBezTo>
                  <a:pt x="3739960" y="2225659"/>
                  <a:pt x="3740364" y="2225659"/>
                  <a:pt x="3740769" y="2226064"/>
                </a:cubicBezTo>
                <a:lnTo>
                  <a:pt x="3742793" y="2229707"/>
                </a:lnTo>
                <a:cubicBezTo>
                  <a:pt x="3743198" y="2230112"/>
                  <a:pt x="3743198" y="2230517"/>
                  <a:pt x="3742793" y="2230922"/>
                </a:cubicBezTo>
                <a:lnTo>
                  <a:pt x="3740769" y="2234565"/>
                </a:lnTo>
                <a:cubicBezTo>
                  <a:pt x="3740364" y="2234970"/>
                  <a:pt x="3739960" y="2234970"/>
                  <a:pt x="3739555" y="2235375"/>
                </a:cubicBezTo>
                <a:lnTo>
                  <a:pt x="3735102" y="2235375"/>
                </a:lnTo>
                <a:cubicBezTo>
                  <a:pt x="3734697" y="2235375"/>
                  <a:pt x="3734292" y="2234970"/>
                  <a:pt x="3733888" y="2234565"/>
                </a:cubicBezTo>
                <a:lnTo>
                  <a:pt x="3731864" y="2230922"/>
                </a:lnTo>
                <a:cubicBezTo>
                  <a:pt x="3731459" y="2230517"/>
                  <a:pt x="3731459" y="2230112"/>
                  <a:pt x="3731864" y="2229707"/>
                </a:cubicBezTo>
                <a:lnTo>
                  <a:pt x="3733888" y="2226064"/>
                </a:lnTo>
                <a:cubicBezTo>
                  <a:pt x="3734292" y="2226064"/>
                  <a:pt x="3734697" y="2225659"/>
                  <a:pt x="3735102" y="2225659"/>
                </a:cubicBezTo>
                <a:close/>
                <a:moveTo>
                  <a:pt x="4585613" y="2225254"/>
                </a:moveTo>
                <a:lnTo>
                  <a:pt x="4589257" y="2225254"/>
                </a:lnTo>
                <a:cubicBezTo>
                  <a:pt x="4589661" y="2225254"/>
                  <a:pt x="4590066" y="2225659"/>
                  <a:pt x="4590471" y="2226063"/>
                </a:cubicBezTo>
                <a:lnTo>
                  <a:pt x="4592495" y="2229302"/>
                </a:lnTo>
                <a:cubicBezTo>
                  <a:pt x="4592900" y="2229707"/>
                  <a:pt x="4592900" y="2230112"/>
                  <a:pt x="4592495" y="2230517"/>
                </a:cubicBezTo>
                <a:lnTo>
                  <a:pt x="4590471" y="2233755"/>
                </a:lnTo>
                <a:cubicBezTo>
                  <a:pt x="4590471" y="2234160"/>
                  <a:pt x="4590066" y="2234565"/>
                  <a:pt x="4589257" y="2234565"/>
                </a:cubicBezTo>
                <a:lnTo>
                  <a:pt x="4585613" y="2234565"/>
                </a:lnTo>
                <a:cubicBezTo>
                  <a:pt x="4585209" y="2234565"/>
                  <a:pt x="4584803" y="2234160"/>
                  <a:pt x="4584399" y="2233755"/>
                </a:cubicBezTo>
                <a:lnTo>
                  <a:pt x="4582375" y="2230517"/>
                </a:lnTo>
                <a:cubicBezTo>
                  <a:pt x="4581970" y="2230112"/>
                  <a:pt x="4581970" y="2229707"/>
                  <a:pt x="4582375" y="2229302"/>
                </a:cubicBezTo>
                <a:lnTo>
                  <a:pt x="4584399" y="2226063"/>
                </a:lnTo>
                <a:cubicBezTo>
                  <a:pt x="4584803" y="2225659"/>
                  <a:pt x="4585209" y="2225254"/>
                  <a:pt x="4585613" y="2225254"/>
                </a:cubicBezTo>
                <a:close/>
                <a:moveTo>
                  <a:pt x="4464170" y="2225254"/>
                </a:moveTo>
                <a:lnTo>
                  <a:pt x="4467813" y="2225254"/>
                </a:lnTo>
                <a:cubicBezTo>
                  <a:pt x="4468218" y="2225254"/>
                  <a:pt x="4468622" y="2225659"/>
                  <a:pt x="4469027" y="2226063"/>
                </a:cubicBezTo>
                <a:lnTo>
                  <a:pt x="4470646" y="2229302"/>
                </a:lnTo>
                <a:cubicBezTo>
                  <a:pt x="4471051" y="2229707"/>
                  <a:pt x="4471051" y="2230112"/>
                  <a:pt x="4470646" y="2230517"/>
                </a:cubicBezTo>
                <a:lnTo>
                  <a:pt x="4469027" y="2233755"/>
                </a:lnTo>
                <a:cubicBezTo>
                  <a:pt x="4469027" y="2234160"/>
                  <a:pt x="4468622" y="2234565"/>
                  <a:pt x="4467813" y="2234565"/>
                </a:cubicBezTo>
                <a:lnTo>
                  <a:pt x="4464170" y="2234565"/>
                </a:lnTo>
                <a:cubicBezTo>
                  <a:pt x="4463765" y="2234565"/>
                  <a:pt x="4463360" y="2234160"/>
                  <a:pt x="4462955" y="2233755"/>
                </a:cubicBezTo>
                <a:lnTo>
                  <a:pt x="4461336" y="2230517"/>
                </a:lnTo>
                <a:cubicBezTo>
                  <a:pt x="4460931" y="2230112"/>
                  <a:pt x="4460931" y="2229707"/>
                  <a:pt x="4461336" y="2229302"/>
                </a:cubicBezTo>
                <a:lnTo>
                  <a:pt x="4462955" y="2226063"/>
                </a:lnTo>
                <a:cubicBezTo>
                  <a:pt x="4463360" y="2225659"/>
                  <a:pt x="4463765" y="2225254"/>
                  <a:pt x="4464170" y="2225254"/>
                </a:cubicBezTo>
                <a:close/>
                <a:moveTo>
                  <a:pt x="4342727" y="2225254"/>
                </a:moveTo>
                <a:lnTo>
                  <a:pt x="4346370" y="2225254"/>
                </a:lnTo>
                <a:cubicBezTo>
                  <a:pt x="4346775" y="2225254"/>
                  <a:pt x="4347179" y="2225659"/>
                  <a:pt x="4347584" y="2226063"/>
                </a:cubicBezTo>
                <a:lnTo>
                  <a:pt x="4349203" y="2229302"/>
                </a:lnTo>
                <a:cubicBezTo>
                  <a:pt x="4349608" y="2229707"/>
                  <a:pt x="4349608" y="2230112"/>
                  <a:pt x="4349203" y="2230517"/>
                </a:cubicBezTo>
                <a:lnTo>
                  <a:pt x="4347584" y="2233755"/>
                </a:lnTo>
                <a:cubicBezTo>
                  <a:pt x="4347179" y="2234160"/>
                  <a:pt x="4346775" y="2234565"/>
                  <a:pt x="4346370" y="2234565"/>
                </a:cubicBezTo>
                <a:lnTo>
                  <a:pt x="4342727" y="2234565"/>
                </a:lnTo>
                <a:cubicBezTo>
                  <a:pt x="4342322" y="2234565"/>
                  <a:pt x="4341917" y="2234160"/>
                  <a:pt x="4341512" y="2233755"/>
                </a:cubicBezTo>
                <a:lnTo>
                  <a:pt x="4339893" y="2230517"/>
                </a:lnTo>
                <a:cubicBezTo>
                  <a:pt x="4339488" y="2230112"/>
                  <a:pt x="4339488" y="2229707"/>
                  <a:pt x="4339893" y="2229302"/>
                </a:cubicBezTo>
                <a:lnTo>
                  <a:pt x="4341512" y="2226063"/>
                </a:lnTo>
                <a:cubicBezTo>
                  <a:pt x="4341917" y="2225659"/>
                  <a:pt x="4342322" y="2225254"/>
                  <a:pt x="4342727" y="2225254"/>
                </a:cubicBezTo>
                <a:close/>
                <a:moveTo>
                  <a:pt x="3775584" y="2224849"/>
                </a:moveTo>
                <a:lnTo>
                  <a:pt x="3780037" y="2224849"/>
                </a:lnTo>
                <a:cubicBezTo>
                  <a:pt x="3780441" y="2224849"/>
                  <a:pt x="3780846" y="2224849"/>
                  <a:pt x="3781251" y="2225254"/>
                </a:cubicBezTo>
                <a:lnTo>
                  <a:pt x="3783680" y="2229302"/>
                </a:lnTo>
                <a:cubicBezTo>
                  <a:pt x="3784085" y="2229707"/>
                  <a:pt x="3784085" y="2230112"/>
                  <a:pt x="3783680" y="2230516"/>
                </a:cubicBezTo>
                <a:lnTo>
                  <a:pt x="3781251" y="2234565"/>
                </a:lnTo>
                <a:cubicBezTo>
                  <a:pt x="3781251" y="2234969"/>
                  <a:pt x="3780846" y="2235374"/>
                  <a:pt x="3780037" y="2235374"/>
                </a:cubicBezTo>
                <a:lnTo>
                  <a:pt x="3775584" y="2235374"/>
                </a:lnTo>
                <a:cubicBezTo>
                  <a:pt x="3775179" y="2235374"/>
                  <a:pt x="3774774" y="2234969"/>
                  <a:pt x="3774369" y="2234565"/>
                </a:cubicBezTo>
                <a:lnTo>
                  <a:pt x="3771941" y="2230516"/>
                </a:lnTo>
                <a:cubicBezTo>
                  <a:pt x="3771536" y="2230112"/>
                  <a:pt x="3771536" y="2229707"/>
                  <a:pt x="3771941" y="2229302"/>
                </a:cubicBezTo>
                <a:lnTo>
                  <a:pt x="3774369" y="2225254"/>
                </a:lnTo>
                <a:cubicBezTo>
                  <a:pt x="3774774" y="2225254"/>
                  <a:pt x="3775179" y="2224849"/>
                  <a:pt x="3775584" y="2224849"/>
                </a:cubicBezTo>
                <a:close/>
                <a:moveTo>
                  <a:pt x="3694621" y="2224445"/>
                </a:moveTo>
                <a:lnTo>
                  <a:pt x="3699478" y="2224445"/>
                </a:lnTo>
                <a:cubicBezTo>
                  <a:pt x="3699883" y="2224445"/>
                  <a:pt x="3700288" y="2224445"/>
                  <a:pt x="3700693" y="2224850"/>
                </a:cubicBezTo>
                <a:lnTo>
                  <a:pt x="3703122" y="2229303"/>
                </a:lnTo>
                <a:cubicBezTo>
                  <a:pt x="3703527" y="2229708"/>
                  <a:pt x="3703527" y="2230112"/>
                  <a:pt x="3703122" y="2230517"/>
                </a:cubicBezTo>
                <a:lnTo>
                  <a:pt x="3700693" y="2234970"/>
                </a:lnTo>
                <a:cubicBezTo>
                  <a:pt x="3700288" y="2235375"/>
                  <a:pt x="3699883" y="2235780"/>
                  <a:pt x="3699478" y="2235375"/>
                </a:cubicBezTo>
                <a:lnTo>
                  <a:pt x="3694621" y="2235375"/>
                </a:lnTo>
                <a:cubicBezTo>
                  <a:pt x="3694216" y="2235375"/>
                  <a:pt x="3693811" y="2235375"/>
                  <a:pt x="3693406" y="2234970"/>
                </a:cubicBezTo>
                <a:lnTo>
                  <a:pt x="3690978" y="2230517"/>
                </a:lnTo>
                <a:cubicBezTo>
                  <a:pt x="3690573" y="2230112"/>
                  <a:pt x="3690573" y="2229708"/>
                  <a:pt x="3690978" y="2229303"/>
                </a:cubicBezTo>
                <a:lnTo>
                  <a:pt x="3693406" y="2224850"/>
                </a:lnTo>
                <a:cubicBezTo>
                  <a:pt x="3693811" y="2224850"/>
                  <a:pt x="3694216" y="2224445"/>
                  <a:pt x="3694621" y="2224445"/>
                </a:cubicBezTo>
                <a:close/>
                <a:moveTo>
                  <a:pt x="3653735" y="2224445"/>
                </a:moveTo>
                <a:lnTo>
                  <a:pt x="3659402" y="2224445"/>
                </a:lnTo>
                <a:cubicBezTo>
                  <a:pt x="3659807" y="2224445"/>
                  <a:pt x="3660212" y="2224445"/>
                  <a:pt x="3660617" y="2224850"/>
                </a:cubicBezTo>
                <a:lnTo>
                  <a:pt x="3663450" y="2229708"/>
                </a:lnTo>
                <a:cubicBezTo>
                  <a:pt x="3663855" y="2230112"/>
                  <a:pt x="3663855" y="2230517"/>
                  <a:pt x="3663450" y="2230922"/>
                </a:cubicBezTo>
                <a:lnTo>
                  <a:pt x="3660617" y="2235780"/>
                </a:lnTo>
                <a:cubicBezTo>
                  <a:pt x="3660212" y="2236184"/>
                  <a:pt x="3659807" y="2236184"/>
                  <a:pt x="3659402" y="2236589"/>
                </a:cubicBezTo>
                <a:lnTo>
                  <a:pt x="3653735" y="2236589"/>
                </a:lnTo>
                <a:cubicBezTo>
                  <a:pt x="3653330" y="2236589"/>
                  <a:pt x="3652925" y="2236184"/>
                  <a:pt x="3652521" y="2235780"/>
                </a:cubicBezTo>
                <a:lnTo>
                  <a:pt x="3649687" y="2230922"/>
                </a:lnTo>
                <a:cubicBezTo>
                  <a:pt x="3649282" y="2230517"/>
                  <a:pt x="3649282" y="2230112"/>
                  <a:pt x="3649687" y="2229708"/>
                </a:cubicBezTo>
                <a:lnTo>
                  <a:pt x="3652521" y="2224850"/>
                </a:lnTo>
                <a:cubicBezTo>
                  <a:pt x="3652925" y="2224850"/>
                  <a:pt x="3653330" y="2224445"/>
                  <a:pt x="3653735" y="2224445"/>
                </a:cubicBezTo>
                <a:close/>
                <a:moveTo>
                  <a:pt x="3612849" y="2222825"/>
                </a:moveTo>
                <a:lnTo>
                  <a:pt x="3619326" y="2222825"/>
                </a:lnTo>
                <a:cubicBezTo>
                  <a:pt x="3619731" y="2222825"/>
                  <a:pt x="3620136" y="2223230"/>
                  <a:pt x="3620541" y="2223635"/>
                </a:cubicBezTo>
                <a:lnTo>
                  <a:pt x="3623780" y="2229302"/>
                </a:lnTo>
                <a:cubicBezTo>
                  <a:pt x="3624184" y="2229707"/>
                  <a:pt x="3624184" y="2230112"/>
                  <a:pt x="3623780" y="2230517"/>
                </a:cubicBezTo>
                <a:lnTo>
                  <a:pt x="3620541" y="2236184"/>
                </a:lnTo>
                <a:cubicBezTo>
                  <a:pt x="3620136" y="2236589"/>
                  <a:pt x="3619731" y="2236993"/>
                  <a:pt x="3619326" y="2236589"/>
                </a:cubicBezTo>
                <a:lnTo>
                  <a:pt x="3612849" y="2236589"/>
                </a:lnTo>
                <a:cubicBezTo>
                  <a:pt x="3612445" y="2236589"/>
                  <a:pt x="3612040" y="2236589"/>
                  <a:pt x="3611635" y="2236184"/>
                </a:cubicBezTo>
                <a:lnTo>
                  <a:pt x="3608397" y="2230517"/>
                </a:lnTo>
                <a:cubicBezTo>
                  <a:pt x="3607992" y="2230112"/>
                  <a:pt x="3607992" y="2229707"/>
                  <a:pt x="3608397" y="2229302"/>
                </a:cubicBezTo>
                <a:lnTo>
                  <a:pt x="3611635" y="2223635"/>
                </a:lnTo>
                <a:cubicBezTo>
                  <a:pt x="3612040" y="2223230"/>
                  <a:pt x="3612445" y="2222825"/>
                  <a:pt x="3612849" y="2222825"/>
                </a:cubicBezTo>
                <a:close/>
                <a:moveTo>
                  <a:pt x="3490596" y="2222421"/>
                </a:moveTo>
                <a:lnTo>
                  <a:pt x="3498287" y="2222421"/>
                </a:lnTo>
                <a:cubicBezTo>
                  <a:pt x="3498692" y="2222421"/>
                  <a:pt x="3499097" y="2222826"/>
                  <a:pt x="3499501" y="2223231"/>
                </a:cubicBezTo>
                <a:lnTo>
                  <a:pt x="3503145" y="2229708"/>
                </a:lnTo>
                <a:cubicBezTo>
                  <a:pt x="3503549" y="2230112"/>
                  <a:pt x="3503549" y="2230517"/>
                  <a:pt x="3503145" y="2230922"/>
                </a:cubicBezTo>
                <a:lnTo>
                  <a:pt x="3499501" y="2237399"/>
                </a:lnTo>
                <a:cubicBezTo>
                  <a:pt x="3499097" y="2237804"/>
                  <a:pt x="3498692" y="2237804"/>
                  <a:pt x="3498287" y="2238209"/>
                </a:cubicBezTo>
                <a:lnTo>
                  <a:pt x="3490596" y="2238209"/>
                </a:lnTo>
                <a:cubicBezTo>
                  <a:pt x="3490191" y="2238209"/>
                  <a:pt x="3489786" y="2237804"/>
                  <a:pt x="3489381" y="2237399"/>
                </a:cubicBezTo>
                <a:lnTo>
                  <a:pt x="3485738" y="2230922"/>
                </a:lnTo>
                <a:cubicBezTo>
                  <a:pt x="3485333" y="2230517"/>
                  <a:pt x="3485333" y="2230112"/>
                  <a:pt x="3485738" y="2229708"/>
                </a:cubicBezTo>
                <a:lnTo>
                  <a:pt x="3489381" y="2223231"/>
                </a:lnTo>
                <a:cubicBezTo>
                  <a:pt x="3489786" y="2222826"/>
                  <a:pt x="3490191" y="2222421"/>
                  <a:pt x="3490596" y="2222421"/>
                </a:cubicBezTo>
                <a:close/>
                <a:moveTo>
                  <a:pt x="3450519" y="2222421"/>
                </a:moveTo>
                <a:lnTo>
                  <a:pt x="3457806" y="2222421"/>
                </a:lnTo>
                <a:cubicBezTo>
                  <a:pt x="3458211" y="2222421"/>
                  <a:pt x="3458616" y="2222421"/>
                  <a:pt x="3459020" y="2222826"/>
                </a:cubicBezTo>
                <a:lnTo>
                  <a:pt x="3462664" y="2229303"/>
                </a:lnTo>
                <a:cubicBezTo>
                  <a:pt x="3463069" y="2229708"/>
                  <a:pt x="3463069" y="2230112"/>
                  <a:pt x="3462664" y="2230517"/>
                </a:cubicBezTo>
                <a:lnTo>
                  <a:pt x="3459020" y="2236994"/>
                </a:lnTo>
                <a:cubicBezTo>
                  <a:pt x="3458616" y="2237399"/>
                  <a:pt x="3458211" y="2237804"/>
                  <a:pt x="3457806" y="2237399"/>
                </a:cubicBezTo>
                <a:lnTo>
                  <a:pt x="3450519" y="2237399"/>
                </a:lnTo>
                <a:cubicBezTo>
                  <a:pt x="3450115" y="2237399"/>
                  <a:pt x="3449710" y="2237399"/>
                  <a:pt x="3449305" y="2236994"/>
                </a:cubicBezTo>
                <a:lnTo>
                  <a:pt x="3445662" y="2230517"/>
                </a:lnTo>
                <a:cubicBezTo>
                  <a:pt x="3445257" y="2230112"/>
                  <a:pt x="3445257" y="2229708"/>
                  <a:pt x="3445662" y="2229303"/>
                </a:cubicBezTo>
                <a:lnTo>
                  <a:pt x="3449305" y="2222826"/>
                </a:lnTo>
                <a:cubicBezTo>
                  <a:pt x="3449710" y="2222826"/>
                  <a:pt x="3450115" y="2222421"/>
                  <a:pt x="3450519" y="2222421"/>
                </a:cubicBezTo>
                <a:close/>
                <a:moveTo>
                  <a:pt x="3571153" y="2222016"/>
                </a:moveTo>
                <a:lnTo>
                  <a:pt x="3579250" y="2222016"/>
                </a:lnTo>
                <a:cubicBezTo>
                  <a:pt x="3579654" y="2222016"/>
                  <a:pt x="3580059" y="2222421"/>
                  <a:pt x="3580464" y="2222826"/>
                </a:cubicBezTo>
                <a:lnTo>
                  <a:pt x="3584512" y="2229708"/>
                </a:lnTo>
                <a:cubicBezTo>
                  <a:pt x="3584917" y="2230112"/>
                  <a:pt x="3584917" y="2230517"/>
                  <a:pt x="3584512" y="2230922"/>
                </a:cubicBezTo>
                <a:lnTo>
                  <a:pt x="3580464" y="2237804"/>
                </a:lnTo>
                <a:cubicBezTo>
                  <a:pt x="3580464" y="2238209"/>
                  <a:pt x="3580059" y="2238209"/>
                  <a:pt x="3579250" y="2238613"/>
                </a:cubicBezTo>
                <a:lnTo>
                  <a:pt x="3571153" y="2238613"/>
                </a:lnTo>
                <a:cubicBezTo>
                  <a:pt x="3570748" y="2238613"/>
                  <a:pt x="3570343" y="2238209"/>
                  <a:pt x="3569939" y="2237804"/>
                </a:cubicBezTo>
                <a:lnTo>
                  <a:pt x="3565891" y="2230922"/>
                </a:lnTo>
                <a:cubicBezTo>
                  <a:pt x="3565486" y="2230517"/>
                  <a:pt x="3565486" y="2230112"/>
                  <a:pt x="3565891" y="2229708"/>
                </a:cubicBezTo>
                <a:lnTo>
                  <a:pt x="3569939" y="2222826"/>
                </a:lnTo>
                <a:cubicBezTo>
                  <a:pt x="3570343" y="2222421"/>
                  <a:pt x="3570748" y="2222016"/>
                  <a:pt x="3571153" y="2222016"/>
                </a:cubicBezTo>
                <a:close/>
                <a:moveTo>
                  <a:pt x="3530672" y="2221611"/>
                </a:moveTo>
                <a:lnTo>
                  <a:pt x="3539578" y="2221611"/>
                </a:lnTo>
                <a:cubicBezTo>
                  <a:pt x="3539982" y="2221611"/>
                  <a:pt x="3540387" y="2221611"/>
                  <a:pt x="3540792" y="2222016"/>
                </a:cubicBezTo>
                <a:lnTo>
                  <a:pt x="3545245" y="2229707"/>
                </a:lnTo>
                <a:cubicBezTo>
                  <a:pt x="3545650" y="2230112"/>
                  <a:pt x="3545650" y="2230517"/>
                  <a:pt x="3545245" y="2230922"/>
                </a:cubicBezTo>
                <a:lnTo>
                  <a:pt x="3540792" y="2238613"/>
                </a:lnTo>
                <a:cubicBezTo>
                  <a:pt x="3540387" y="2239018"/>
                  <a:pt x="3539982" y="2239018"/>
                  <a:pt x="3539578" y="2239423"/>
                </a:cubicBezTo>
                <a:lnTo>
                  <a:pt x="3530672" y="2239423"/>
                </a:lnTo>
                <a:cubicBezTo>
                  <a:pt x="3530267" y="2239423"/>
                  <a:pt x="3529862" y="2239018"/>
                  <a:pt x="3529457" y="2238613"/>
                </a:cubicBezTo>
                <a:lnTo>
                  <a:pt x="3525005" y="2230922"/>
                </a:lnTo>
                <a:cubicBezTo>
                  <a:pt x="3524600" y="2230517"/>
                  <a:pt x="3524600" y="2230112"/>
                  <a:pt x="3525005" y="2229707"/>
                </a:cubicBezTo>
                <a:lnTo>
                  <a:pt x="3529457" y="2222016"/>
                </a:lnTo>
                <a:cubicBezTo>
                  <a:pt x="3529862" y="2222016"/>
                  <a:pt x="3530267" y="2221611"/>
                  <a:pt x="3530672" y="2221611"/>
                </a:cubicBezTo>
                <a:close/>
                <a:moveTo>
                  <a:pt x="3409229" y="2221611"/>
                </a:moveTo>
                <a:lnTo>
                  <a:pt x="3417730" y="2221611"/>
                </a:lnTo>
                <a:cubicBezTo>
                  <a:pt x="3418135" y="2221611"/>
                  <a:pt x="3418539" y="2222016"/>
                  <a:pt x="3418944" y="2222421"/>
                </a:cubicBezTo>
                <a:lnTo>
                  <a:pt x="3423397" y="2229707"/>
                </a:lnTo>
                <a:cubicBezTo>
                  <a:pt x="3423802" y="2230112"/>
                  <a:pt x="3423802" y="2230517"/>
                  <a:pt x="3423397" y="2230922"/>
                </a:cubicBezTo>
                <a:lnTo>
                  <a:pt x="3418944" y="2238208"/>
                </a:lnTo>
                <a:cubicBezTo>
                  <a:pt x="3418944" y="2238613"/>
                  <a:pt x="3418539" y="2238613"/>
                  <a:pt x="3417730" y="2239018"/>
                </a:cubicBezTo>
                <a:lnTo>
                  <a:pt x="3409229" y="2239018"/>
                </a:lnTo>
                <a:cubicBezTo>
                  <a:pt x="3408824" y="2239018"/>
                  <a:pt x="3408419" y="2238613"/>
                  <a:pt x="3408014" y="2238208"/>
                </a:cubicBezTo>
                <a:lnTo>
                  <a:pt x="3403562" y="2230922"/>
                </a:lnTo>
                <a:cubicBezTo>
                  <a:pt x="3403157" y="2230517"/>
                  <a:pt x="3403157" y="2230112"/>
                  <a:pt x="3403562" y="2229707"/>
                </a:cubicBezTo>
                <a:lnTo>
                  <a:pt x="3408014" y="2222421"/>
                </a:lnTo>
                <a:cubicBezTo>
                  <a:pt x="3408419" y="2222016"/>
                  <a:pt x="3408824" y="2221611"/>
                  <a:pt x="3409229" y="2221611"/>
                </a:cubicBezTo>
                <a:close/>
                <a:moveTo>
                  <a:pt x="3367532" y="2220397"/>
                </a:moveTo>
                <a:lnTo>
                  <a:pt x="3378057" y="2220397"/>
                </a:lnTo>
                <a:cubicBezTo>
                  <a:pt x="3378462" y="2220397"/>
                  <a:pt x="3378867" y="2220397"/>
                  <a:pt x="3379272" y="2220802"/>
                </a:cubicBezTo>
                <a:lnTo>
                  <a:pt x="3384534" y="2229708"/>
                </a:lnTo>
                <a:cubicBezTo>
                  <a:pt x="3384940" y="2230112"/>
                  <a:pt x="3384940" y="2230517"/>
                  <a:pt x="3384534" y="2230922"/>
                </a:cubicBezTo>
                <a:lnTo>
                  <a:pt x="3379272" y="2239828"/>
                </a:lnTo>
                <a:cubicBezTo>
                  <a:pt x="3379272" y="2240233"/>
                  <a:pt x="3378867" y="2240233"/>
                  <a:pt x="3378057" y="2240638"/>
                </a:cubicBezTo>
                <a:lnTo>
                  <a:pt x="3367532" y="2240638"/>
                </a:lnTo>
                <a:cubicBezTo>
                  <a:pt x="3367128" y="2240638"/>
                  <a:pt x="3366723" y="2240233"/>
                  <a:pt x="3366318" y="2239828"/>
                </a:cubicBezTo>
                <a:lnTo>
                  <a:pt x="3361056" y="2230922"/>
                </a:lnTo>
                <a:cubicBezTo>
                  <a:pt x="3360651" y="2230517"/>
                  <a:pt x="3360651" y="2230112"/>
                  <a:pt x="3361056" y="2229708"/>
                </a:cubicBezTo>
                <a:lnTo>
                  <a:pt x="3366318" y="2220802"/>
                </a:lnTo>
                <a:cubicBezTo>
                  <a:pt x="3366723" y="2220802"/>
                  <a:pt x="3367128" y="2220397"/>
                  <a:pt x="3367532" y="2220397"/>
                </a:cubicBezTo>
                <a:close/>
                <a:moveTo>
                  <a:pt x="3327861" y="2219992"/>
                </a:moveTo>
                <a:lnTo>
                  <a:pt x="3337576" y="2219992"/>
                </a:lnTo>
                <a:cubicBezTo>
                  <a:pt x="3337981" y="2219992"/>
                  <a:pt x="3338386" y="2220397"/>
                  <a:pt x="3338791" y="2220802"/>
                </a:cubicBezTo>
                <a:lnTo>
                  <a:pt x="3343649" y="2229303"/>
                </a:lnTo>
                <a:cubicBezTo>
                  <a:pt x="3344053" y="2229708"/>
                  <a:pt x="3344053" y="2230112"/>
                  <a:pt x="3343649" y="2230517"/>
                </a:cubicBezTo>
                <a:lnTo>
                  <a:pt x="3338791" y="2239018"/>
                </a:lnTo>
                <a:cubicBezTo>
                  <a:pt x="3338386" y="2239423"/>
                  <a:pt x="3337981" y="2239828"/>
                  <a:pt x="3337576" y="2239828"/>
                </a:cubicBezTo>
                <a:lnTo>
                  <a:pt x="3327861" y="2239828"/>
                </a:lnTo>
                <a:cubicBezTo>
                  <a:pt x="3327456" y="2239828"/>
                  <a:pt x="3327051" y="2239423"/>
                  <a:pt x="3326647" y="2239018"/>
                </a:cubicBezTo>
                <a:lnTo>
                  <a:pt x="3321789" y="2230517"/>
                </a:lnTo>
                <a:cubicBezTo>
                  <a:pt x="3321384" y="2230112"/>
                  <a:pt x="3321384" y="2229708"/>
                  <a:pt x="3321789" y="2229303"/>
                </a:cubicBezTo>
                <a:lnTo>
                  <a:pt x="3326647" y="2220802"/>
                </a:lnTo>
                <a:cubicBezTo>
                  <a:pt x="3327051" y="2220397"/>
                  <a:pt x="3327456" y="2219992"/>
                  <a:pt x="3327861" y="2219992"/>
                </a:cubicBezTo>
                <a:close/>
                <a:moveTo>
                  <a:pt x="4140724" y="2186797"/>
                </a:moveTo>
                <a:lnTo>
                  <a:pt x="4143963" y="2186797"/>
                </a:lnTo>
                <a:lnTo>
                  <a:pt x="4145582" y="2189630"/>
                </a:lnTo>
                <a:lnTo>
                  <a:pt x="4143963" y="2192464"/>
                </a:lnTo>
                <a:lnTo>
                  <a:pt x="4140724" y="2192464"/>
                </a:lnTo>
                <a:lnTo>
                  <a:pt x="4139105" y="2189630"/>
                </a:lnTo>
                <a:close/>
                <a:moveTo>
                  <a:pt x="4626499" y="2185988"/>
                </a:moveTo>
                <a:lnTo>
                  <a:pt x="4629738" y="2185988"/>
                </a:lnTo>
                <a:cubicBezTo>
                  <a:pt x="4630143" y="2185988"/>
                  <a:pt x="4630548" y="2185988"/>
                  <a:pt x="4630952" y="2186393"/>
                </a:cubicBezTo>
                <a:lnTo>
                  <a:pt x="4632572" y="2189226"/>
                </a:lnTo>
                <a:cubicBezTo>
                  <a:pt x="4632976" y="2189631"/>
                  <a:pt x="4632976" y="2190036"/>
                  <a:pt x="4632572" y="2190441"/>
                </a:cubicBezTo>
                <a:lnTo>
                  <a:pt x="4630952" y="2193275"/>
                </a:lnTo>
                <a:cubicBezTo>
                  <a:pt x="4630548" y="2193679"/>
                  <a:pt x="4630143" y="2193679"/>
                  <a:pt x="4629738" y="2194489"/>
                </a:cubicBezTo>
                <a:lnTo>
                  <a:pt x="4626499" y="2194489"/>
                </a:lnTo>
                <a:cubicBezTo>
                  <a:pt x="4626095" y="2194489"/>
                  <a:pt x="4625690" y="2194084"/>
                  <a:pt x="4625285" y="2193679"/>
                </a:cubicBezTo>
                <a:lnTo>
                  <a:pt x="4623666" y="2190846"/>
                </a:lnTo>
                <a:cubicBezTo>
                  <a:pt x="4623261" y="2190441"/>
                  <a:pt x="4623261" y="2190036"/>
                  <a:pt x="4623666" y="2189631"/>
                </a:cubicBezTo>
                <a:lnTo>
                  <a:pt x="4625285" y="2186798"/>
                </a:lnTo>
                <a:cubicBezTo>
                  <a:pt x="4625690" y="2186393"/>
                  <a:pt x="4626095" y="2185988"/>
                  <a:pt x="4626499" y="2185988"/>
                </a:cubicBezTo>
                <a:close/>
                <a:moveTo>
                  <a:pt x="4220878" y="2185988"/>
                </a:moveTo>
                <a:lnTo>
                  <a:pt x="4225331" y="2185988"/>
                </a:lnTo>
                <a:lnTo>
                  <a:pt x="4227355" y="2189631"/>
                </a:lnTo>
                <a:lnTo>
                  <a:pt x="4225331" y="2193275"/>
                </a:lnTo>
                <a:lnTo>
                  <a:pt x="4220878" y="2193275"/>
                </a:lnTo>
                <a:lnTo>
                  <a:pt x="4218854" y="2189631"/>
                </a:lnTo>
                <a:close/>
                <a:moveTo>
                  <a:pt x="4099838" y="2185988"/>
                </a:moveTo>
                <a:lnTo>
                  <a:pt x="4103886" y="2185988"/>
                </a:lnTo>
                <a:lnTo>
                  <a:pt x="4105910" y="2189631"/>
                </a:lnTo>
                <a:lnTo>
                  <a:pt x="4103886" y="2193275"/>
                </a:lnTo>
                <a:lnTo>
                  <a:pt x="4099838" y="2193275"/>
                </a:lnTo>
                <a:lnTo>
                  <a:pt x="4097814" y="2189631"/>
                </a:lnTo>
                <a:close/>
                <a:moveTo>
                  <a:pt x="3897837" y="2185988"/>
                </a:moveTo>
                <a:lnTo>
                  <a:pt x="3901076" y="2185988"/>
                </a:lnTo>
                <a:cubicBezTo>
                  <a:pt x="3901481" y="2185988"/>
                  <a:pt x="3901886" y="2185988"/>
                  <a:pt x="3902290" y="2186393"/>
                </a:cubicBezTo>
                <a:lnTo>
                  <a:pt x="3903910" y="2189226"/>
                </a:lnTo>
                <a:cubicBezTo>
                  <a:pt x="3904314" y="2189631"/>
                  <a:pt x="3904314" y="2190036"/>
                  <a:pt x="3903910" y="2190441"/>
                </a:cubicBezTo>
                <a:lnTo>
                  <a:pt x="3902290" y="2193275"/>
                </a:lnTo>
                <a:cubicBezTo>
                  <a:pt x="3901886" y="2193679"/>
                  <a:pt x="3901481" y="2193679"/>
                  <a:pt x="3901076" y="2194084"/>
                </a:cubicBezTo>
                <a:lnTo>
                  <a:pt x="3897837" y="2194084"/>
                </a:lnTo>
                <a:cubicBezTo>
                  <a:pt x="3897433" y="2194084"/>
                  <a:pt x="3897028" y="2193679"/>
                  <a:pt x="3896623" y="2193275"/>
                </a:cubicBezTo>
                <a:lnTo>
                  <a:pt x="3895004" y="2190441"/>
                </a:lnTo>
                <a:cubicBezTo>
                  <a:pt x="3894599" y="2190036"/>
                  <a:pt x="3894599" y="2189631"/>
                  <a:pt x="3895004" y="2189226"/>
                </a:cubicBezTo>
                <a:lnTo>
                  <a:pt x="3896623" y="2186393"/>
                </a:lnTo>
                <a:cubicBezTo>
                  <a:pt x="3897028" y="2186393"/>
                  <a:pt x="3897433" y="2185988"/>
                  <a:pt x="3897837" y="2185988"/>
                </a:cubicBezTo>
                <a:close/>
                <a:moveTo>
                  <a:pt x="4504246" y="2185583"/>
                </a:moveTo>
                <a:lnTo>
                  <a:pt x="4508294" y="2185583"/>
                </a:lnTo>
                <a:cubicBezTo>
                  <a:pt x="4508699" y="2185583"/>
                  <a:pt x="4509104" y="2185583"/>
                  <a:pt x="4509508" y="2185988"/>
                </a:cubicBezTo>
                <a:lnTo>
                  <a:pt x="4511533" y="2189226"/>
                </a:lnTo>
                <a:cubicBezTo>
                  <a:pt x="4511937" y="2189631"/>
                  <a:pt x="4511937" y="2190036"/>
                  <a:pt x="4511533" y="2190441"/>
                </a:cubicBezTo>
                <a:lnTo>
                  <a:pt x="4509508" y="2193679"/>
                </a:lnTo>
                <a:cubicBezTo>
                  <a:pt x="4509508" y="2194084"/>
                  <a:pt x="4509104" y="2194084"/>
                  <a:pt x="4508294" y="2194084"/>
                </a:cubicBezTo>
                <a:lnTo>
                  <a:pt x="4504246" y="2194084"/>
                </a:lnTo>
                <a:cubicBezTo>
                  <a:pt x="4503841" y="2194084"/>
                  <a:pt x="4503436" y="2194084"/>
                  <a:pt x="4503032" y="2193679"/>
                </a:cubicBezTo>
                <a:lnTo>
                  <a:pt x="4501008" y="2190441"/>
                </a:lnTo>
                <a:cubicBezTo>
                  <a:pt x="4500603" y="2190036"/>
                  <a:pt x="4500603" y="2189631"/>
                  <a:pt x="4501008" y="2189226"/>
                </a:cubicBezTo>
                <a:lnTo>
                  <a:pt x="4503032" y="2185988"/>
                </a:lnTo>
                <a:cubicBezTo>
                  <a:pt x="4503436" y="2185988"/>
                  <a:pt x="4503841" y="2185583"/>
                  <a:pt x="4504246" y="2185583"/>
                </a:cubicBezTo>
                <a:close/>
                <a:moveTo>
                  <a:pt x="4423689" y="2185583"/>
                </a:moveTo>
                <a:lnTo>
                  <a:pt x="4427332" y="2185583"/>
                </a:lnTo>
                <a:cubicBezTo>
                  <a:pt x="4427737" y="2185583"/>
                  <a:pt x="4428141" y="2185988"/>
                  <a:pt x="4428546" y="2186393"/>
                </a:cubicBezTo>
                <a:lnTo>
                  <a:pt x="4430165" y="2189226"/>
                </a:lnTo>
                <a:cubicBezTo>
                  <a:pt x="4430570" y="2189631"/>
                  <a:pt x="4430570" y="2190036"/>
                  <a:pt x="4430165" y="2190441"/>
                </a:cubicBezTo>
                <a:lnTo>
                  <a:pt x="4428546" y="2193275"/>
                </a:lnTo>
                <a:cubicBezTo>
                  <a:pt x="4428141" y="2193679"/>
                  <a:pt x="4427737" y="2193679"/>
                  <a:pt x="4427332" y="2193679"/>
                </a:cubicBezTo>
                <a:lnTo>
                  <a:pt x="4423689" y="2193679"/>
                </a:lnTo>
                <a:cubicBezTo>
                  <a:pt x="4423284" y="2193679"/>
                  <a:pt x="4422879" y="2193679"/>
                  <a:pt x="4422474" y="2193275"/>
                </a:cubicBezTo>
                <a:lnTo>
                  <a:pt x="4420855" y="2190441"/>
                </a:lnTo>
                <a:cubicBezTo>
                  <a:pt x="4420450" y="2190036"/>
                  <a:pt x="4420450" y="2189631"/>
                  <a:pt x="4420855" y="2189226"/>
                </a:cubicBezTo>
                <a:lnTo>
                  <a:pt x="4422474" y="2186393"/>
                </a:lnTo>
                <a:cubicBezTo>
                  <a:pt x="4422879" y="2185988"/>
                  <a:pt x="4423284" y="2185583"/>
                  <a:pt x="4423689" y="2185583"/>
                </a:cubicBezTo>
                <a:close/>
                <a:moveTo>
                  <a:pt x="4383612" y="2185583"/>
                </a:moveTo>
                <a:lnTo>
                  <a:pt x="4386851" y="2185583"/>
                </a:lnTo>
                <a:cubicBezTo>
                  <a:pt x="4387256" y="2185583"/>
                  <a:pt x="4387661" y="2185988"/>
                  <a:pt x="4388065" y="2186393"/>
                </a:cubicBezTo>
                <a:lnTo>
                  <a:pt x="4389685" y="2189226"/>
                </a:lnTo>
                <a:cubicBezTo>
                  <a:pt x="4390089" y="2189631"/>
                  <a:pt x="4390089" y="2190036"/>
                  <a:pt x="4389685" y="2190441"/>
                </a:cubicBezTo>
                <a:lnTo>
                  <a:pt x="4388065" y="2193275"/>
                </a:lnTo>
                <a:cubicBezTo>
                  <a:pt x="4387661" y="2193679"/>
                  <a:pt x="4387256" y="2193679"/>
                  <a:pt x="4386851" y="2193679"/>
                </a:cubicBezTo>
                <a:lnTo>
                  <a:pt x="4383612" y="2193679"/>
                </a:lnTo>
                <a:cubicBezTo>
                  <a:pt x="4383208" y="2193679"/>
                  <a:pt x="4382803" y="2193679"/>
                  <a:pt x="4382398" y="2193275"/>
                </a:cubicBezTo>
                <a:lnTo>
                  <a:pt x="4380779" y="2190441"/>
                </a:lnTo>
                <a:cubicBezTo>
                  <a:pt x="4380374" y="2190036"/>
                  <a:pt x="4380374" y="2189631"/>
                  <a:pt x="4380779" y="2189226"/>
                </a:cubicBezTo>
                <a:lnTo>
                  <a:pt x="4382398" y="2186393"/>
                </a:lnTo>
                <a:cubicBezTo>
                  <a:pt x="4382803" y="2185988"/>
                  <a:pt x="4383208" y="2185583"/>
                  <a:pt x="4383612" y="2185583"/>
                </a:cubicBezTo>
                <a:close/>
                <a:moveTo>
                  <a:pt x="4342726" y="2185583"/>
                </a:moveTo>
                <a:lnTo>
                  <a:pt x="4347179" y="2185583"/>
                </a:lnTo>
                <a:lnTo>
                  <a:pt x="4349607" y="2189631"/>
                </a:lnTo>
                <a:lnTo>
                  <a:pt x="4347179" y="2193679"/>
                </a:lnTo>
                <a:lnTo>
                  <a:pt x="4342726" y="2193679"/>
                </a:lnTo>
                <a:lnTo>
                  <a:pt x="4340297" y="2189631"/>
                </a:lnTo>
                <a:close/>
                <a:moveTo>
                  <a:pt x="4301840" y="2185583"/>
                </a:moveTo>
                <a:lnTo>
                  <a:pt x="4306293" y="2185583"/>
                </a:lnTo>
                <a:lnTo>
                  <a:pt x="4308317" y="2189631"/>
                </a:lnTo>
                <a:lnTo>
                  <a:pt x="4306293" y="2193679"/>
                </a:lnTo>
                <a:lnTo>
                  <a:pt x="4301840" y="2193679"/>
                </a:lnTo>
                <a:lnTo>
                  <a:pt x="4299816" y="2189631"/>
                </a:lnTo>
                <a:close/>
                <a:moveTo>
                  <a:pt x="4261359" y="2185583"/>
                </a:moveTo>
                <a:lnTo>
                  <a:pt x="4266217" y="2185583"/>
                </a:lnTo>
                <a:lnTo>
                  <a:pt x="4268646" y="2189631"/>
                </a:lnTo>
                <a:lnTo>
                  <a:pt x="4266217" y="2193679"/>
                </a:lnTo>
                <a:lnTo>
                  <a:pt x="4261359" y="2193679"/>
                </a:lnTo>
                <a:lnTo>
                  <a:pt x="4258930" y="2189631"/>
                </a:lnTo>
                <a:close/>
                <a:moveTo>
                  <a:pt x="4180801" y="2185583"/>
                </a:moveTo>
                <a:lnTo>
                  <a:pt x="4185254" y="2185583"/>
                </a:lnTo>
                <a:lnTo>
                  <a:pt x="4187682" y="2189631"/>
                </a:lnTo>
                <a:lnTo>
                  <a:pt x="4185254" y="2193679"/>
                </a:lnTo>
                <a:lnTo>
                  <a:pt x="4180801" y="2193679"/>
                </a:lnTo>
                <a:lnTo>
                  <a:pt x="4178372" y="2189631"/>
                </a:lnTo>
                <a:close/>
                <a:moveTo>
                  <a:pt x="4059762" y="2185583"/>
                </a:moveTo>
                <a:lnTo>
                  <a:pt x="4063001" y="2185583"/>
                </a:lnTo>
                <a:cubicBezTo>
                  <a:pt x="4063406" y="2185583"/>
                  <a:pt x="4063811" y="2185988"/>
                  <a:pt x="4064215" y="2186393"/>
                </a:cubicBezTo>
                <a:lnTo>
                  <a:pt x="4065835" y="2189226"/>
                </a:lnTo>
                <a:cubicBezTo>
                  <a:pt x="4066239" y="2189631"/>
                  <a:pt x="4066239" y="2190036"/>
                  <a:pt x="4065835" y="2190441"/>
                </a:cubicBezTo>
                <a:lnTo>
                  <a:pt x="4064215" y="2193275"/>
                </a:lnTo>
                <a:cubicBezTo>
                  <a:pt x="4063811" y="2193275"/>
                  <a:pt x="4063406" y="2193679"/>
                  <a:pt x="4063001" y="2194084"/>
                </a:cubicBezTo>
                <a:lnTo>
                  <a:pt x="4059762" y="2194084"/>
                </a:lnTo>
                <a:cubicBezTo>
                  <a:pt x="4059358" y="2194084"/>
                  <a:pt x="4058953" y="2193679"/>
                  <a:pt x="4058548" y="2193275"/>
                </a:cubicBezTo>
                <a:lnTo>
                  <a:pt x="4056929" y="2190441"/>
                </a:lnTo>
                <a:cubicBezTo>
                  <a:pt x="4056524" y="2190036"/>
                  <a:pt x="4056524" y="2189631"/>
                  <a:pt x="4056929" y="2189226"/>
                </a:cubicBezTo>
                <a:lnTo>
                  <a:pt x="4058548" y="2186393"/>
                </a:lnTo>
                <a:cubicBezTo>
                  <a:pt x="4058953" y="2185988"/>
                  <a:pt x="4059358" y="2185583"/>
                  <a:pt x="4059762" y="2185583"/>
                </a:cubicBezTo>
                <a:close/>
                <a:moveTo>
                  <a:pt x="4019280" y="2185583"/>
                </a:moveTo>
                <a:lnTo>
                  <a:pt x="4022519" y="2185583"/>
                </a:lnTo>
                <a:cubicBezTo>
                  <a:pt x="4022924" y="2185583"/>
                  <a:pt x="4023329" y="2185988"/>
                  <a:pt x="4023733" y="2186393"/>
                </a:cubicBezTo>
                <a:lnTo>
                  <a:pt x="4025353" y="2189226"/>
                </a:lnTo>
                <a:cubicBezTo>
                  <a:pt x="4025757" y="2189631"/>
                  <a:pt x="4025757" y="2190036"/>
                  <a:pt x="4025353" y="2190441"/>
                </a:cubicBezTo>
                <a:lnTo>
                  <a:pt x="4023733" y="2193275"/>
                </a:lnTo>
                <a:cubicBezTo>
                  <a:pt x="4023329" y="2193679"/>
                  <a:pt x="4022924" y="2193679"/>
                  <a:pt x="4022519" y="2194084"/>
                </a:cubicBezTo>
                <a:lnTo>
                  <a:pt x="4019280" y="2194084"/>
                </a:lnTo>
                <a:cubicBezTo>
                  <a:pt x="4018876" y="2194084"/>
                  <a:pt x="4018471" y="2193679"/>
                  <a:pt x="4018066" y="2193275"/>
                </a:cubicBezTo>
                <a:lnTo>
                  <a:pt x="4016447" y="2190441"/>
                </a:lnTo>
                <a:cubicBezTo>
                  <a:pt x="4016042" y="2190036"/>
                  <a:pt x="4016042" y="2189631"/>
                  <a:pt x="4016447" y="2189226"/>
                </a:cubicBezTo>
                <a:lnTo>
                  <a:pt x="4018066" y="2186393"/>
                </a:lnTo>
                <a:cubicBezTo>
                  <a:pt x="4018471" y="2185988"/>
                  <a:pt x="4018876" y="2185583"/>
                  <a:pt x="4019280" y="2185583"/>
                </a:cubicBezTo>
                <a:close/>
                <a:moveTo>
                  <a:pt x="3978395" y="2185583"/>
                </a:moveTo>
                <a:lnTo>
                  <a:pt x="3982848" y="2185583"/>
                </a:lnTo>
                <a:lnTo>
                  <a:pt x="3985276" y="2189631"/>
                </a:lnTo>
                <a:lnTo>
                  <a:pt x="3982848" y="2193679"/>
                </a:lnTo>
                <a:lnTo>
                  <a:pt x="3978395" y="2193679"/>
                </a:lnTo>
                <a:lnTo>
                  <a:pt x="3975966" y="2189631"/>
                </a:lnTo>
                <a:close/>
                <a:moveTo>
                  <a:pt x="3938318" y="2185583"/>
                </a:moveTo>
                <a:lnTo>
                  <a:pt x="3941557" y="2185583"/>
                </a:lnTo>
                <a:cubicBezTo>
                  <a:pt x="3941962" y="2185583"/>
                  <a:pt x="3942367" y="2185988"/>
                  <a:pt x="3942771" y="2186393"/>
                </a:cubicBezTo>
                <a:lnTo>
                  <a:pt x="3944391" y="2189226"/>
                </a:lnTo>
                <a:cubicBezTo>
                  <a:pt x="3944795" y="2189631"/>
                  <a:pt x="3944795" y="2190036"/>
                  <a:pt x="3944391" y="2190441"/>
                </a:cubicBezTo>
                <a:lnTo>
                  <a:pt x="3942771" y="2193275"/>
                </a:lnTo>
                <a:cubicBezTo>
                  <a:pt x="3942367" y="2193679"/>
                  <a:pt x="3941962" y="2193679"/>
                  <a:pt x="3941557" y="2193679"/>
                </a:cubicBezTo>
                <a:lnTo>
                  <a:pt x="3938318" y="2193679"/>
                </a:lnTo>
                <a:cubicBezTo>
                  <a:pt x="3937914" y="2193679"/>
                  <a:pt x="3937509" y="2193679"/>
                  <a:pt x="3937104" y="2193275"/>
                </a:cubicBezTo>
                <a:lnTo>
                  <a:pt x="3935485" y="2190441"/>
                </a:lnTo>
                <a:cubicBezTo>
                  <a:pt x="3935080" y="2190036"/>
                  <a:pt x="3935080" y="2189631"/>
                  <a:pt x="3935485" y="2189226"/>
                </a:cubicBezTo>
                <a:lnTo>
                  <a:pt x="3937104" y="2186393"/>
                </a:lnTo>
                <a:cubicBezTo>
                  <a:pt x="3937509" y="2185988"/>
                  <a:pt x="3937914" y="2185583"/>
                  <a:pt x="3938318" y="2185583"/>
                </a:cubicBezTo>
                <a:close/>
                <a:moveTo>
                  <a:pt x="3856546" y="2185583"/>
                </a:moveTo>
                <a:lnTo>
                  <a:pt x="3860594" y="2185583"/>
                </a:lnTo>
                <a:cubicBezTo>
                  <a:pt x="3860999" y="2185583"/>
                  <a:pt x="3861404" y="2185583"/>
                  <a:pt x="3861808" y="2185988"/>
                </a:cubicBezTo>
                <a:lnTo>
                  <a:pt x="3863833" y="2189226"/>
                </a:lnTo>
                <a:cubicBezTo>
                  <a:pt x="3864237" y="2189631"/>
                  <a:pt x="3864237" y="2190036"/>
                  <a:pt x="3863833" y="2190441"/>
                </a:cubicBezTo>
                <a:lnTo>
                  <a:pt x="3861808" y="2193679"/>
                </a:lnTo>
                <a:cubicBezTo>
                  <a:pt x="3861808" y="2194084"/>
                  <a:pt x="3861404" y="2194084"/>
                  <a:pt x="3860594" y="2194489"/>
                </a:cubicBezTo>
                <a:lnTo>
                  <a:pt x="3856546" y="2194489"/>
                </a:lnTo>
                <a:cubicBezTo>
                  <a:pt x="3856141" y="2194489"/>
                  <a:pt x="3855736" y="2194084"/>
                  <a:pt x="3855332" y="2193679"/>
                </a:cubicBezTo>
                <a:lnTo>
                  <a:pt x="3853308" y="2190441"/>
                </a:lnTo>
                <a:cubicBezTo>
                  <a:pt x="3852903" y="2190036"/>
                  <a:pt x="3852903" y="2189631"/>
                  <a:pt x="3853308" y="2189226"/>
                </a:cubicBezTo>
                <a:lnTo>
                  <a:pt x="3855332" y="2185988"/>
                </a:lnTo>
                <a:cubicBezTo>
                  <a:pt x="3855736" y="2185988"/>
                  <a:pt x="3856141" y="2185583"/>
                  <a:pt x="3856546" y="2185583"/>
                </a:cubicBezTo>
                <a:close/>
                <a:moveTo>
                  <a:pt x="4545133" y="2185178"/>
                </a:moveTo>
                <a:lnTo>
                  <a:pt x="4548776" y="2185178"/>
                </a:lnTo>
                <a:cubicBezTo>
                  <a:pt x="4549181" y="2185178"/>
                  <a:pt x="4549585" y="2185178"/>
                  <a:pt x="4549990" y="2185583"/>
                </a:cubicBezTo>
                <a:lnTo>
                  <a:pt x="4551609" y="2188821"/>
                </a:lnTo>
                <a:cubicBezTo>
                  <a:pt x="4552014" y="2189226"/>
                  <a:pt x="4552014" y="2189631"/>
                  <a:pt x="4551609" y="2190036"/>
                </a:cubicBezTo>
                <a:lnTo>
                  <a:pt x="4549990" y="2193274"/>
                </a:lnTo>
                <a:cubicBezTo>
                  <a:pt x="4549585" y="2193679"/>
                  <a:pt x="4549181" y="2194084"/>
                  <a:pt x="4548776" y="2193679"/>
                </a:cubicBezTo>
                <a:lnTo>
                  <a:pt x="4545133" y="2193679"/>
                </a:lnTo>
                <a:cubicBezTo>
                  <a:pt x="4544728" y="2193679"/>
                  <a:pt x="4544323" y="2193679"/>
                  <a:pt x="4543918" y="2193274"/>
                </a:cubicBezTo>
                <a:lnTo>
                  <a:pt x="4542299" y="2190036"/>
                </a:lnTo>
                <a:cubicBezTo>
                  <a:pt x="4541894" y="2189631"/>
                  <a:pt x="4541894" y="2189226"/>
                  <a:pt x="4542299" y="2188821"/>
                </a:cubicBezTo>
                <a:lnTo>
                  <a:pt x="4543918" y="2185583"/>
                </a:lnTo>
                <a:cubicBezTo>
                  <a:pt x="4544323" y="2185583"/>
                  <a:pt x="4544728" y="2185178"/>
                  <a:pt x="4545133" y="2185178"/>
                </a:cubicBezTo>
                <a:close/>
                <a:moveTo>
                  <a:pt x="3775584" y="2185178"/>
                </a:moveTo>
                <a:lnTo>
                  <a:pt x="3780037" y="2185178"/>
                </a:lnTo>
                <a:cubicBezTo>
                  <a:pt x="3780442" y="2185178"/>
                  <a:pt x="3780846" y="2185178"/>
                  <a:pt x="3781251" y="2185583"/>
                </a:cubicBezTo>
                <a:lnTo>
                  <a:pt x="3783275" y="2189226"/>
                </a:lnTo>
                <a:cubicBezTo>
                  <a:pt x="3783680" y="2189631"/>
                  <a:pt x="3783680" y="2190036"/>
                  <a:pt x="3783275" y="2190441"/>
                </a:cubicBezTo>
                <a:lnTo>
                  <a:pt x="3781251" y="2194084"/>
                </a:lnTo>
                <a:cubicBezTo>
                  <a:pt x="3780846" y="2194489"/>
                  <a:pt x="3780442" y="2194489"/>
                  <a:pt x="3780037" y="2195298"/>
                </a:cubicBezTo>
                <a:lnTo>
                  <a:pt x="3775584" y="2195298"/>
                </a:lnTo>
                <a:cubicBezTo>
                  <a:pt x="3775179" y="2195298"/>
                  <a:pt x="3774774" y="2194894"/>
                  <a:pt x="3774370" y="2194489"/>
                </a:cubicBezTo>
                <a:lnTo>
                  <a:pt x="3772346" y="2190845"/>
                </a:lnTo>
                <a:cubicBezTo>
                  <a:pt x="3771941" y="2190441"/>
                  <a:pt x="3771941" y="2190036"/>
                  <a:pt x="3772346" y="2189631"/>
                </a:cubicBezTo>
                <a:lnTo>
                  <a:pt x="3774370" y="2185988"/>
                </a:lnTo>
                <a:cubicBezTo>
                  <a:pt x="3774774" y="2185583"/>
                  <a:pt x="3775179" y="2185178"/>
                  <a:pt x="3775584" y="2185178"/>
                </a:cubicBezTo>
                <a:close/>
                <a:moveTo>
                  <a:pt x="4585613" y="2184773"/>
                </a:moveTo>
                <a:lnTo>
                  <a:pt x="4589257" y="2184773"/>
                </a:lnTo>
                <a:cubicBezTo>
                  <a:pt x="4589661" y="2184773"/>
                  <a:pt x="4590066" y="2185178"/>
                  <a:pt x="4590471" y="2185582"/>
                </a:cubicBezTo>
                <a:lnTo>
                  <a:pt x="4592495" y="2188821"/>
                </a:lnTo>
                <a:cubicBezTo>
                  <a:pt x="4592900" y="2189226"/>
                  <a:pt x="4592900" y="2189631"/>
                  <a:pt x="4592495" y="2190036"/>
                </a:cubicBezTo>
                <a:lnTo>
                  <a:pt x="4590471" y="2193274"/>
                </a:lnTo>
                <a:cubicBezTo>
                  <a:pt x="4590471" y="2193679"/>
                  <a:pt x="4590066" y="2194084"/>
                  <a:pt x="4589257" y="2193679"/>
                </a:cubicBezTo>
                <a:lnTo>
                  <a:pt x="4585613" y="2193679"/>
                </a:lnTo>
                <a:cubicBezTo>
                  <a:pt x="4585209" y="2193679"/>
                  <a:pt x="4584803" y="2193679"/>
                  <a:pt x="4584399" y="2193274"/>
                </a:cubicBezTo>
                <a:lnTo>
                  <a:pt x="4582375" y="2190036"/>
                </a:lnTo>
                <a:cubicBezTo>
                  <a:pt x="4581970" y="2189631"/>
                  <a:pt x="4581970" y="2189226"/>
                  <a:pt x="4582375" y="2188821"/>
                </a:cubicBezTo>
                <a:lnTo>
                  <a:pt x="4584399" y="2185582"/>
                </a:lnTo>
                <a:cubicBezTo>
                  <a:pt x="4584803" y="2185178"/>
                  <a:pt x="4585209" y="2184773"/>
                  <a:pt x="4585613" y="2184773"/>
                </a:cubicBezTo>
                <a:close/>
                <a:moveTo>
                  <a:pt x="4464170" y="2184773"/>
                </a:moveTo>
                <a:lnTo>
                  <a:pt x="4467814" y="2184773"/>
                </a:lnTo>
                <a:cubicBezTo>
                  <a:pt x="4468218" y="2184773"/>
                  <a:pt x="4468623" y="2185178"/>
                  <a:pt x="4469028" y="2185582"/>
                </a:cubicBezTo>
                <a:lnTo>
                  <a:pt x="4471052" y="2188821"/>
                </a:lnTo>
                <a:cubicBezTo>
                  <a:pt x="4471457" y="2189226"/>
                  <a:pt x="4471457" y="2189631"/>
                  <a:pt x="4471052" y="2190036"/>
                </a:cubicBezTo>
                <a:lnTo>
                  <a:pt x="4469028" y="2193274"/>
                </a:lnTo>
                <a:cubicBezTo>
                  <a:pt x="4469028" y="2193679"/>
                  <a:pt x="4468623" y="2194084"/>
                  <a:pt x="4467814" y="2194084"/>
                </a:cubicBezTo>
                <a:lnTo>
                  <a:pt x="4464170" y="2194084"/>
                </a:lnTo>
                <a:cubicBezTo>
                  <a:pt x="4463766" y="2194084"/>
                  <a:pt x="4463360" y="2193679"/>
                  <a:pt x="4462956" y="2193274"/>
                </a:cubicBezTo>
                <a:lnTo>
                  <a:pt x="4460932" y="2190036"/>
                </a:lnTo>
                <a:cubicBezTo>
                  <a:pt x="4460527" y="2189631"/>
                  <a:pt x="4460527" y="2189226"/>
                  <a:pt x="4460932" y="2188821"/>
                </a:cubicBezTo>
                <a:lnTo>
                  <a:pt x="4462956" y="2185582"/>
                </a:lnTo>
                <a:cubicBezTo>
                  <a:pt x="4463360" y="2185178"/>
                  <a:pt x="4463766" y="2184773"/>
                  <a:pt x="4464170" y="2184773"/>
                </a:cubicBezTo>
                <a:close/>
                <a:moveTo>
                  <a:pt x="3816065" y="2184773"/>
                </a:moveTo>
                <a:lnTo>
                  <a:pt x="3820518" y="2184773"/>
                </a:lnTo>
                <a:cubicBezTo>
                  <a:pt x="3820923" y="2184773"/>
                  <a:pt x="3821327" y="2185178"/>
                  <a:pt x="3821732" y="2185582"/>
                </a:cubicBezTo>
                <a:lnTo>
                  <a:pt x="3823756" y="2189226"/>
                </a:lnTo>
                <a:cubicBezTo>
                  <a:pt x="3824161" y="2189631"/>
                  <a:pt x="3824161" y="2190036"/>
                  <a:pt x="3823756" y="2190440"/>
                </a:cubicBezTo>
                <a:lnTo>
                  <a:pt x="3821732" y="2194084"/>
                </a:lnTo>
                <a:cubicBezTo>
                  <a:pt x="3821327" y="2194488"/>
                  <a:pt x="3820923" y="2194488"/>
                  <a:pt x="3820518" y="2194488"/>
                </a:cubicBezTo>
                <a:lnTo>
                  <a:pt x="3816065" y="2194488"/>
                </a:lnTo>
                <a:cubicBezTo>
                  <a:pt x="3815660" y="2194488"/>
                  <a:pt x="3815255" y="2194488"/>
                  <a:pt x="3814851" y="2194084"/>
                </a:cubicBezTo>
                <a:lnTo>
                  <a:pt x="3812827" y="2190440"/>
                </a:lnTo>
                <a:cubicBezTo>
                  <a:pt x="3812422" y="2190036"/>
                  <a:pt x="3812422" y="2189631"/>
                  <a:pt x="3812827" y="2189226"/>
                </a:cubicBezTo>
                <a:lnTo>
                  <a:pt x="3814851" y="2185582"/>
                </a:lnTo>
                <a:cubicBezTo>
                  <a:pt x="3815255" y="2185178"/>
                  <a:pt x="3815660" y="2184773"/>
                  <a:pt x="3816065" y="2184773"/>
                </a:cubicBezTo>
                <a:close/>
                <a:moveTo>
                  <a:pt x="3735102" y="2184773"/>
                </a:moveTo>
                <a:lnTo>
                  <a:pt x="3739555" y="2184773"/>
                </a:lnTo>
                <a:cubicBezTo>
                  <a:pt x="3739960" y="2184773"/>
                  <a:pt x="3740364" y="2185178"/>
                  <a:pt x="3740769" y="2185582"/>
                </a:cubicBezTo>
                <a:lnTo>
                  <a:pt x="3742793" y="2189226"/>
                </a:lnTo>
                <a:cubicBezTo>
                  <a:pt x="3743198" y="2189631"/>
                  <a:pt x="3743198" y="2190036"/>
                  <a:pt x="3742793" y="2190440"/>
                </a:cubicBezTo>
                <a:lnTo>
                  <a:pt x="3740769" y="2194084"/>
                </a:lnTo>
                <a:cubicBezTo>
                  <a:pt x="3740364" y="2194488"/>
                  <a:pt x="3739960" y="2194488"/>
                  <a:pt x="3739555" y="2194893"/>
                </a:cubicBezTo>
                <a:lnTo>
                  <a:pt x="3735102" y="2194893"/>
                </a:lnTo>
                <a:cubicBezTo>
                  <a:pt x="3734697" y="2194893"/>
                  <a:pt x="3734292" y="2194488"/>
                  <a:pt x="3733888" y="2194084"/>
                </a:cubicBezTo>
                <a:lnTo>
                  <a:pt x="3731864" y="2190440"/>
                </a:lnTo>
                <a:cubicBezTo>
                  <a:pt x="3731459" y="2190036"/>
                  <a:pt x="3731459" y="2189631"/>
                  <a:pt x="3731864" y="2189226"/>
                </a:cubicBezTo>
                <a:lnTo>
                  <a:pt x="3733888" y="2185582"/>
                </a:lnTo>
                <a:cubicBezTo>
                  <a:pt x="3734292" y="2185178"/>
                  <a:pt x="3734697" y="2184773"/>
                  <a:pt x="3735102" y="2184773"/>
                </a:cubicBezTo>
                <a:close/>
                <a:moveTo>
                  <a:pt x="3694621" y="2183964"/>
                </a:moveTo>
                <a:lnTo>
                  <a:pt x="3699478" y="2183964"/>
                </a:lnTo>
                <a:cubicBezTo>
                  <a:pt x="3699883" y="2183964"/>
                  <a:pt x="3700288" y="2183964"/>
                  <a:pt x="3700693" y="2184369"/>
                </a:cubicBezTo>
                <a:lnTo>
                  <a:pt x="3703122" y="2188822"/>
                </a:lnTo>
                <a:cubicBezTo>
                  <a:pt x="3703527" y="2189227"/>
                  <a:pt x="3703527" y="2189631"/>
                  <a:pt x="3703122" y="2190036"/>
                </a:cubicBezTo>
                <a:lnTo>
                  <a:pt x="3700693" y="2194489"/>
                </a:lnTo>
                <a:cubicBezTo>
                  <a:pt x="3700288" y="2194894"/>
                  <a:pt x="3699883" y="2195299"/>
                  <a:pt x="3699478" y="2195299"/>
                </a:cubicBezTo>
                <a:lnTo>
                  <a:pt x="3694621" y="2195299"/>
                </a:lnTo>
                <a:cubicBezTo>
                  <a:pt x="3694216" y="2195299"/>
                  <a:pt x="3693811" y="2194894"/>
                  <a:pt x="3693406" y="2194489"/>
                </a:cubicBezTo>
                <a:lnTo>
                  <a:pt x="3690978" y="2190036"/>
                </a:lnTo>
                <a:cubicBezTo>
                  <a:pt x="3690573" y="2189631"/>
                  <a:pt x="3690573" y="2189227"/>
                  <a:pt x="3690978" y="2188822"/>
                </a:cubicBezTo>
                <a:lnTo>
                  <a:pt x="3693406" y="2184369"/>
                </a:lnTo>
                <a:cubicBezTo>
                  <a:pt x="3693811" y="2184369"/>
                  <a:pt x="3694216" y="2183964"/>
                  <a:pt x="3694621" y="2183964"/>
                </a:cubicBezTo>
                <a:close/>
                <a:moveTo>
                  <a:pt x="3653735" y="2183559"/>
                </a:moveTo>
                <a:lnTo>
                  <a:pt x="3658998" y="2183559"/>
                </a:lnTo>
                <a:cubicBezTo>
                  <a:pt x="3659402" y="2183559"/>
                  <a:pt x="3659807" y="2183964"/>
                  <a:pt x="3660212" y="2184369"/>
                </a:cubicBezTo>
                <a:lnTo>
                  <a:pt x="3662641" y="2188822"/>
                </a:lnTo>
                <a:cubicBezTo>
                  <a:pt x="3663046" y="2189226"/>
                  <a:pt x="3663046" y="2189631"/>
                  <a:pt x="3662641" y="2190036"/>
                </a:cubicBezTo>
                <a:lnTo>
                  <a:pt x="3660212" y="2194489"/>
                </a:lnTo>
                <a:cubicBezTo>
                  <a:pt x="3659807" y="2194894"/>
                  <a:pt x="3659402" y="2195299"/>
                  <a:pt x="3658998" y="2194894"/>
                </a:cubicBezTo>
                <a:lnTo>
                  <a:pt x="3653735" y="2194894"/>
                </a:lnTo>
                <a:cubicBezTo>
                  <a:pt x="3653330" y="2194894"/>
                  <a:pt x="3652925" y="2194894"/>
                  <a:pt x="3652521" y="2194489"/>
                </a:cubicBezTo>
                <a:lnTo>
                  <a:pt x="3650092" y="2190036"/>
                </a:lnTo>
                <a:cubicBezTo>
                  <a:pt x="3649687" y="2189631"/>
                  <a:pt x="3649687" y="2189226"/>
                  <a:pt x="3650092" y="2188822"/>
                </a:cubicBezTo>
                <a:lnTo>
                  <a:pt x="3652521" y="2184369"/>
                </a:lnTo>
                <a:cubicBezTo>
                  <a:pt x="3652925" y="2183964"/>
                  <a:pt x="3653330" y="2183559"/>
                  <a:pt x="3653735" y="2183559"/>
                </a:cubicBezTo>
                <a:close/>
                <a:moveTo>
                  <a:pt x="3612040" y="2182344"/>
                </a:moveTo>
                <a:lnTo>
                  <a:pt x="3619326" y="2182344"/>
                </a:lnTo>
                <a:cubicBezTo>
                  <a:pt x="3619731" y="2182344"/>
                  <a:pt x="3620136" y="2182749"/>
                  <a:pt x="3620541" y="2183154"/>
                </a:cubicBezTo>
                <a:lnTo>
                  <a:pt x="3624184" y="2189226"/>
                </a:lnTo>
                <a:cubicBezTo>
                  <a:pt x="3624589" y="2189631"/>
                  <a:pt x="3624589" y="2190036"/>
                  <a:pt x="3624184" y="2190440"/>
                </a:cubicBezTo>
                <a:lnTo>
                  <a:pt x="3620541" y="2196512"/>
                </a:lnTo>
                <a:cubicBezTo>
                  <a:pt x="3620541" y="2196917"/>
                  <a:pt x="3620136" y="2196917"/>
                  <a:pt x="3619326" y="2196917"/>
                </a:cubicBezTo>
                <a:lnTo>
                  <a:pt x="3612040" y="2196917"/>
                </a:lnTo>
                <a:cubicBezTo>
                  <a:pt x="3611635" y="2196917"/>
                  <a:pt x="3611230" y="2196917"/>
                  <a:pt x="3610825" y="2196512"/>
                </a:cubicBezTo>
                <a:lnTo>
                  <a:pt x="3607182" y="2190440"/>
                </a:lnTo>
                <a:cubicBezTo>
                  <a:pt x="3606777" y="2190036"/>
                  <a:pt x="3606777" y="2189631"/>
                  <a:pt x="3607182" y="2189226"/>
                </a:cubicBezTo>
                <a:lnTo>
                  <a:pt x="3610825" y="2183154"/>
                </a:lnTo>
                <a:cubicBezTo>
                  <a:pt x="3611230" y="2182749"/>
                  <a:pt x="3611635" y="2182344"/>
                  <a:pt x="3612040" y="2182344"/>
                </a:cubicBezTo>
                <a:close/>
                <a:moveTo>
                  <a:pt x="3571153" y="2180725"/>
                </a:moveTo>
                <a:lnTo>
                  <a:pt x="3579654" y="2180725"/>
                </a:lnTo>
                <a:cubicBezTo>
                  <a:pt x="3580059" y="2180725"/>
                  <a:pt x="3580464" y="2181130"/>
                  <a:pt x="3580868" y="2181534"/>
                </a:cubicBezTo>
                <a:lnTo>
                  <a:pt x="3584917" y="2188821"/>
                </a:lnTo>
                <a:cubicBezTo>
                  <a:pt x="3585322" y="2189226"/>
                  <a:pt x="3585322" y="2189631"/>
                  <a:pt x="3584917" y="2190036"/>
                </a:cubicBezTo>
                <a:lnTo>
                  <a:pt x="3580868" y="2197322"/>
                </a:lnTo>
                <a:cubicBezTo>
                  <a:pt x="3580464" y="2197727"/>
                  <a:pt x="3580059" y="2198132"/>
                  <a:pt x="3579654" y="2197727"/>
                </a:cubicBezTo>
                <a:lnTo>
                  <a:pt x="3571153" y="2197727"/>
                </a:lnTo>
                <a:cubicBezTo>
                  <a:pt x="3570748" y="2197727"/>
                  <a:pt x="3570343" y="2197727"/>
                  <a:pt x="3569939" y="2197322"/>
                </a:cubicBezTo>
                <a:lnTo>
                  <a:pt x="3565891" y="2190036"/>
                </a:lnTo>
                <a:cubicBezTo>
                  <a:pt x="3565486" y="2189631"/>
                  <a:pt x="3565486" y="2189226"/>
                  <a:pt x="3565891" y="2188821"/>
                </a:cubicBezTo>
                <a:lnTo>
                  <a:pt x="3569939" y="2181534"/>
                </a:lnTo>
                <a:cubicBezTo>
                  <a:pt x="3570343" y="2181130"/>
                  <a:pt x="3570748" y="2180725"/>
                  <a:pt x="3571153" y="2180725"/>
                </a:cubicBezTo>
                <a:close/>
                <a:moveTo>
                  <a:pt x="3327861" y="2179915"/>
                </a:moveTo>
                <a:lnTo>
                  <a:pt x="3337576" y="2179915"/>
                </a:lnTo>
                <a:cubicBezTo>
                  <a:pt x="3337981" y="2179915"/>
                  <a:pt x="3338386" y="2179915"/>
                  <a:pt x="3338791" y="2180320"/>
                </a:cubicBezTo>
                <a:lnTo>
                  <a:pt x="3343649" y="2188821"/>
                </a:lnTo>
                <a:cubicBezTo>
                  <a:pt x="3344053" y="2189226"/>
                  <a:pt x="3344053" y="2189630"/>
                  <a:pt x="3343649" y="2190035"/>
                </a:cubicBezTo>
                <a:lnTo>
                  <a:pt x="3338791" y="2198536"/>
                </a:lnTo>
                <a:cubicBezTo>
                  <a:pt x="3338386" y="2198941"/>
                  <a:pt x="3337981" y="2199346"/>
                  <a:pt x="3337576" y="2199346"/>
                </a:cubicBezTo>
                <a:lnTo>
                  <a:pt x="3327861" y="2199346"/>
                </a:lnTo>
                <a:cubicBezTo>
                  <a:pt x="3327456" y="2199346"/>
                  <a:pt x="3327051" y="2198941"/>
                  <a:pt x="3326647" y="2198536"/>
                </a:cubicBezTo>
                <a:lnTo>
                  <a:pt x="3321789" y="2190035"/>
                </a:lnTo>
                <a:cubicBezTo>
                  <a:pt x="3321384" y="2189630"/>
                  <a:pt x="3321384" y="2189226"/>
                  <a:pt x="3321789" y="2188821"/>
                </a:cubicBezTo>
                <a:lnTo>
                  <a:pt x="3326647" y="2180320"/>
                </a:lnTo>
                <a:cubicBezTo>
                  <a:pt x="3327051" y="2180320"/>
                  <a:pt x="3327456" y="2179915"/>
                  <a:pt x="3327861" y="2179915"/>
                </a:cubicBezTo>
                <a:close/>
                <a:moveTo>
                  <a:pt x="3529862" y="2179510"/>
                </a:moveTo>
                <a:lnTo>
                  <a:pt x="3539983" y="2179510"/>
                </a:lnTo>
                <a:cubicBezTo>
                  <a:pt x="3540387" y="2179510"/>
                  <a:pt x="3540793" y="2179915"/>
                  <a:pt x="3541197" y="2180320"/>
                </a:cubicBezTo>
                <a:lnTo>
                  <a:pt x="3546460" y="2189226"/>
                </a:lnTo>
                <a:cubicBezTo>
                  <a:pt x="3546865" y="2189630"/>
                  <a:pt x="3546865" y="2190035"/>
                  <a:pt x="3546460" y="2190440"/>
                </a:cubicBezTo>
                <a:lnTo>
                  <a:pt x="3541197" y="2199346"/>
                </a:lnTo>
                <a:cubicBezTo>
                  <a:pt x="3541197" y="2199751"/>
                  <a:pt x="3540793" y="2199751"/>
                  <a:pt x="3539983" y="2199751"/>
                </a:cubicBezTo>
                <a:lnTo>
                  <a:pt x="3529862" y="2199751"/>
                </a:lnTo>
                <a:cubicBezTo>
                  <a:pt x="3529458" y="2199751"/>
                  <a:pt x="3529053" y="2199751"/>
                  <a:pt x="3528648" y="2199346"/>
                </a:cubicBezTo>
                <a:lnTo>
                  <a:pt x="3523386" y="2190440"/>
                </a:lnTo>
                <a:cubicBezTo>
                  <a:pt x="3522981" y="2190035"/>
                  <a:pt x="3522981" y="2189630"/>
                  <a:pt x="3523386" y="2189226"/>
                </a:cubicBezTo>
                <a:lnTo>
                  <a:pt x="3528648" y="2180320"/>
                </a:lnTo>
                <a:cubicBezTo>
                  <a:pt x="3529053" y="2179915"/>
                  <a:pt x="3529458" y="2179510"/>
                  <a:pt x="3529862" y="2179510"/>
                </a:cubicBezTo>
                <a:close/>
                <a:moveTo>
                  <a:pt x="3367937" y="2179510"/>
                </a:moveTo>
                <a:lnTo>
                  <a:pt x="3378462" y="2179510"/>
                </a:lnTo>
                <a:cubicBezTo>
                  <a:pt x="3378868" y="2179510"/>
                  <a:pt x="3379272" y="2179915"/>
                  <a:pt x="3379677" y="2180320"/>
                </a:cubicBezTo>
                <a:lnTo>
                  <a:pt x="3384940" y="2189226"/>
                </a:lnTo>
                <a:cubicBezTo>
                  <a:pt x="3385345" y="2189630"/>
                  <a:pt x="3385345" y="2190035"/>
                  <a:pt x="3384940" y="2190440"/>
                </a:cubicBezTo>
                <a:lnTo>
                  <a:pt x="3379677" y="2199346"/>
                </a:lnTo>
                <a:cubicBezTo>
                  <a:pt x="3379272" y="2199751"/>
                  <a:pt x="3378868" y="2199751"/>
                  <a:pt x="3378462" y="2200156"/>
                </a:cubicBezTo>
                <a:lnTo>
                  <a:pt x="3367937" y="2200156"/>
                </a:lnTo>
                <a:cubicBezTo>
                  <a:pt x="3367533" y="2200156"/>
                  <a:pt x="3367128" y="2199751"/>
                  <a:pt x="3366723" y="2199346"/>
                </a:cubicBezTo>
                <a:lnTo>
                  <a:pt x="3361461" y="2190440"/>
                </a:lnTo>
                <a:cubicBezTo>
                  <a:pt x="3361056" y="2190035"/>
                  <a:pt x="3361056" y="2189630"/>
                  <a:pt x="3361461" y="2189226"/>
                </a:cubicBezTo>
                <a:lnTo>
                  <a:pt x="3366723" y="2180320"/>
                </a:lnTo>
                <a:cubicBezTo>
                  <a:pt x="3367128" y="2179915"/>
                  <a:pt x="3367533" y="2179510"/>
                  <a:pt x="3367937" y="2179510"/>
                </a:cubicBezTo>
                <a:close/>
                <a:moveTo>
                  <a:pt x="3488977" y="2178296"/>
                </a:moveTo>
                <a:lnTo>
                  <a:pt x="3500311" y="2178296"/>
                </a:lnTo>
                <a:cubicBezTo>
                  <a:pt x="3500716" y="2178296"/>
                  <a:pt x="3501121" y="2178296"/>
                  <a:pt x="3501526" y="2178701"/>
                </a:cubicBezTo>
                <a:lnTo>
                  <a:pt x="3507193" y="2188821"/>
                </a:lnTo>
                <a:cubicBezTo>
                  <a:pt x="3507598" y="2189226"/>
                  <a:pt x="3507598" y="2189631"/>
                  <a:pt x="3507193" y="2190036"/>
                </a:cubicBezTo>
                <a:lnTo>
                  <a:pt x="3501526" y="2200156"/>
                </a:lnTo>
                <a:cubicBezTo>
                  <a:pt x="3501121" y="2200561"/>
                  <a:pt x="3500716" y="2200966"/>
                  <a:pt x="3500311" y="2200561"/>
                </a:cubicBezTo>
                <a:lnTo>
                  <a:pt x="3488977" y="2200561"/>
                </a:lnTo>
                <a:cubicBezTo>
                  <a:pt x="3488572" y="2200561"/>
                  <a:pt x="3488167" y="2200561"/>
                  <a:pt x="3487762" y="2200156"/>
                </a:cubicBezTo>
                <a:lnTo>
                  <a:pt x="3482095" y="2190036"/>
                </a:lnTo>
                <a:cubicBezTo>
                  <a:pt x="3481690" y="2189631"/>
                  <a:pt x="3481690" y="2189226"/>
                  <a:pt x="3482095" y="2188821"/>
                </a:cubicBezTo>
                <a:lnTo>
                  <a:pt x="3487762" y="2178701"/>
                </a:lnTo>
                <a:cubicBezTo>
                  <a:pt x="3488167" y="2178701"/>
                  <a:pt x="3488572" y="2178296"/>
                  <a:pt x="3488977" y="2178296"/>
                </a:cubicBezTo>
                <a:close/>
                <a:moveTo>
                  <a:pt x="3448090" y="2177486"/>
                </a:moveTo>
                <a:lnTo>
                  <a:pt x="3460235" y="2177486"/>
                </a:lnTo>
                <a:cubicBezTo>
                  <a:pt x="3460639" y="2177486"/>
                  <a:pt x="3461044" y="2177891"/>
                  <a:pt x="3461449" y="2178296"/>
                </a:cubicBezTo>
                <a:lnTo>
                  <a:pt x="3467521" y="2188821"/>
                </a:lnTo>
                <a:cubicBezTo>
                  <a:pt x="3467926" y="2189226"/>
                  <a:pt x="3467926" y="2189630"/>
                  <a:pt x="3467521" y="2190035"/>
                </a:cubicBezTo>
                <a:lnTo>
                  <a:pt x="3461449" y="2200560"/>
                </a:lnTo>
                <a:cubicBezTo>
                  <a:pt x="3461044" y="2200965"/>
                  <a:pt x="3460639" y="2201370"/>
                  <a:pt x="3460235" y="2201370"/>
                </a:cubicBezTo>
                <a:lnTo>
                  <a:pt x="3448090" y="2201370"/>
                </a:lnTo>
                <a:cubicBezTo>
                  <a:pt x="3447686" y="2201370"/>
                  <a:pt x="3447280" y="2200965"/>
                  <a:pt x="3446876" y="2200560"/>
                </a:cubicBezTo>
                <a:lnTo>
                  <a:pt x="3440804" y="2190035"/>
                </a:lnTo>
                <a:cubicBezTo>
                  <a:pt x="3440399" y="2189630"/>
                  <a:pt x="3440399" y="2189226"/>
                  <a:pt x="3440804" y="2188821"/>
                </a:cubicBezTo>
                <a:lnTo>
                  <a:pt x="3446876" y="2178296"/>
                </a:lnTo>
                <a:cubicBezTo>
                  <a:pt x="3447280" y="2177891"/>
                  <a:pt x="3447686" y="2177486"/>
                  <a:pt x="3448090" y="2177486"/>
                </a:cubicBezTo>
                <a:close/>
                <a:moveTo>
                  <a:pt x="3407204" y="2177486"/>
                </a:moveTo>
                <a:lnTo>
                  <a:pt x="3419349" y="2177486"/>
                </a:lnTo>
                <a:cubicBezTo>
                  <a:pt x="3419753" y="2177486"/>
                  <a:pt x="3420158" y="2177891"/>
                  <a:pt x="3420563" y="2178296"/>
                </a:cubicBezTo>
                <a:lnTo>
                  <a:pt x="3426635" y="2188821"/>
                </a:lnTo>
                <a:cubicBezTo>
                  <a:pt x="3427040" y="2189226"/>
                  <a:pt x="3427040" y="2189630"/>
                  <a:pt x="3426635" y="2190035"/>
                </a:cubicBezTo>
                <a:lnTo>
                  <a:pt x="3420563" y="2200560"/>
                </a:lnTo>
                <a:cubicBezTo>
                  <a:pt x="3420563" y="2200965"/>
                  <a:pt x="3420158" y="2201370"/>
                  <a:pt x="3419349" y="2201370"/>
                </a:cubicBezTo>
                <a:lnTo>
                  <a:pt x="3407204" y="2201370"/>
                </a:lnTo>
                <a:cubicBezTo>
                  <a:pt x="3406799" y="2201370"/>
                  <a:pt x="3406394" y="2200965"/>
                  <a:pt x="3405990" y="2200560"/>
                </a:cubicBezTo>
                <a:lnTo>
                  <a:pt x="3399918" y="2190035"/>
                </a:lnTo>
                <a:cubicBezTo>
                  <a:pt x="3399513" y="2189630"/>
                  <a:pt x="3399513" y="2189226"/>
                  <a:pt x="3399918" y="2188821"/>
                </a:cubicBezTo>
                <a:lnTo>
                  <a:pt x="3405990" y="2178296"/>
                </a:lnTo>
                <a:cubicBezTo>
                  <a:pt x="3406394" y="2177891"/>
                  <a:pt x="3406799" y="2177486"/>
                  <a:pt x="3407204" y="2177486"/>
                </a:cubicBezTo>
                <a:close/>
                <a:moveTo>
                  <a:pt x="4625690" y="2145506"/>
                </a:moveTo>
                <a:lnTo>
                  <a:pt x="4630143" y="2145506"/>
                </a:lnTo>
                <a:lnTo>
                  <a:pt x="4632167" y="2149149"/>
                </a:lnTo>
                <a:lnTo>
                  <a:pt x="4630143" y="2152793"/>
                </a:lnTo>
                <a:lnTo>
                  <a:pt x="4625690" y="2152793"/>
                </a:lnTo>
                <a:lnTo>
                  <a:pt x="4623666" y="2149149"/>
                </a:lnTo>
                <a:close/>
                <a:moveTo>
                  <a:pt x="4382803" y="2145506"/>
                </a:moveTo>
                <a:lnTo>
                  <a:pt x="4387256" y="2145506"/>
                </a:lnTo>
                <a:lnTo>
                  <a:pt x="4389280" y="2149149"/>
                </a:lnTo>
                <a:lnTo>
                  <a:pt x="4387256" y="2152793"/>
                </a:lnTo>
                <a:lnTo>
                  <a:pt x="4382803" y="2152793"/>
                </a:lnTo>
                <a:lnTo>
                  <a:pt x="4380779" y="2149149"/>
                </a:lnTo>
                <a:close/>
                <a:moveTo>
                  <a:pt x="4261359" y="2145506"/>
                </a:moveTo>
                <a:lnTo>
                  <a:pt x="4265812" y="2145506"/>
                </a:lnTo>
                <a:lnTo>
                  <a:pt x="4267836" y="2149149"/>
                </a:lnTo>
                <a:lnTo>
                  <a:pt x="4265812" y="2152793"/>
                </a:lnTo>
                <a:lnTo>
                  <a:pt x="4261359" y="2152793"/>
                </a:lnTo>
                <a:lnTo>
                  <a:pt x="4259335" y="2149149"/>
                </a:lnTo>
                <a:close/>
                <a:moveTo>
                  <a:pt x="4180396" y="2145506"/>
                </a:moveTo>
                <a:lnTo>
                  <a:pt x="4184849" y="2145506"/>
                </a:lnTo>
                <a:lnTo>
                  <a:pt x="4186873" y="2149149"/>
                </a:lnTo>
                <a:lnTo>
                  <a:pt x="4184849" y="2152793"/>
                </a:lnTo>
                <a:lnTo>
                  <a:pt x="4180396" y="2152793"/>
                </a:lnTo>
                <a:lnTo>
                  <a:pt x="4178372" y="2149149"/>
                </a:lnTo>
                <a:close/>
                <a:moveTo>
                  <a:pt x="4140320" y="2145506"/>
                </a:moveTo>
                <a:lnTo>
                  <a:pt x="4144368" y="2145506"/>
                </a:lnTo>
                <a:lnTo>
                  <a:pt x="4146392" y="2149149"/>
                </a:lnTo>
                <a:lnTo>
                  <a:pt x="4144368" y="2152793"/>
                </a:lnTo>
                <a:lnTo>
                  <a:pt x="4140320" y="2152793"/>
                </a:lnTo>
                <a:lnTo>
                  <a:pt x="4138296" y="2149149"/>
                </a:lnTo>
                <a:close/>
                <a:moveTo>
                  <a:pt x="4099838" y="2145506"/>
                </a:moveTo>
                <a:lnTo>
                  <a:pt x="4103886" y="2145506"/>
                </a:lnTo>
                <a:lnTo>
                  <a:pt x="4105910" y="2149149"/>
                </a:lnTo>
                <a:lnTo>
                  <a:pt x="4103886" y="2152793"/>
                </a:lnTo>
                <a:lnTo>
                  <a:pt x="4099838" y="2152793"/>
                </a:lnTo>
                <a:lnTo>
                  <a:pt x="4097814" y="2149149"/>
                </a:lnTo>
                <a:close/>
                <a:moveTo>
                  <a:pt x="4058953" y="2145506"/>
                </a:moveTo>
                <a:lnTo>
                  <a:pt x="4063406" y="2145506"/>
                </a:lnTo>
                <a:lnTo>
                  <a:pt x="4065430" y="2149149"/>
                </a:lnTo>
                <a:lnTo>
                  <a:pt x="4063406" y="2152793"/>
                </a:lnTo>
                <a:lnTo>
                  <a:pt x="4058953" y="2152793"/>
                </a:lnTo>
                <a:lnTo>
                  <a:pt x="4056929" y="2149149"/>
                </a:lnTo>
                <a:close/>
                <a:moveTo>
                  <a:pt x="4018471" y="2145506"/>
                </a:moveTo>
                <a:lnTo>
                  <a:pt x="4022924" y="2145506"/>
                </a:lnTo>
                <a:lnTo>
                  <a:pt x="4024948" y="2149149"/>
                </a:lnTo>
                <a:lnTo>
                  <a:pt x="4022924" y="2152793"/>
                </a:lnTo>
                <a:lnTo>
                  <a:pt x="4018471" y="2152793"/>
                </a:lnTo>
                <a:lnTo>
                  <a:pt x="4016447" y="2149149"/>
                </a:lnTo>
                <a:close/>
                <a:moveTo>
                  <a:pt x="3977990" y="2145506"/>
                </a:moveTo>
                <a:lnTo>
                  <a:pt x="3982443" y="2145506"/>
                </a:lnTo>
                <a:lnTo>
                  <a:pt x="3984467" y="2149149"/>
                </a:lnTo>
                <a:lnTo>
                  <a:pt x="3982443" y="2152793"/>
                </a:lnTo>
                <a:lnTo>
                  <a:pt x="3977990" y="2152793"/>
                </a:lnTo>
                <a:lnTo>
                  <a:pt x="3975966" y="2149149"/>
                </a:lnTo>
                <a:close/>
                <a:moveTo>
                  <a:pt x="3937913" y="2145506"/>
                </a:moveTo>
                <a:lnTo>
                  <a:pt x="3941961" y="2145506"/>
                </a:lnTo>
                <a:lnTo>
                  <a:pt x="3943985" y="2149149"/>
                </a:lnTo>
                <a:lnTo>
                  <a:pt x="3941961" y="2152793"/>
                </a:lnTo>
                <a:lnTo>
                  <a:pt x="3937913" y="2152793"/>
                </a:lnTo>
                <a:lnTo>
                  <a:pt x="3935889" y="2149149"/>
                </a:lnTo>
                <a:close/>
                <a:moveTo>
                  <a:pt x="3897432" y="2145506"/>
                </a:moveTo>
                <a:lnTo>
                  <a:pt x="3901480" y="2145506"/>
                </a:lnTo>
                <a:lnTo>
                  <a:pt x="3903504" y="2149149"/>
                </a:lnTo>
                <a:lnTo>
                  <a:pt x="3901480" y="2152793"/>
                </a:lnTo>
                <a:lnTo>
                  <a:pt x="3897432" y="2152793"/>
                </a:lnTo>
                <a:lnTo>
                  <a:pt x="3895408" y="2149149"/>
                </a:lnTo>
                <a:close/>
                <a:moveTo>
                  <a:pt x="4302245" y="2145101"/>
                </a:moveTo>
                <a:lnTo>
                  <a:pt x="4306698" y="2145101"/>
                </a:lnTo>
                <a:lnTo>
                  <a:pt x="4309126" y="2149149"/>
                </a:lnTo>
                <a:lnTo>
                  <a:pt x="4306698" y="2153197"/>
                </a:lnTo>
                <a:lnTo>
                  <a:pt x="4302245" y="2153197"/>
                </a:lnTo>
                <a:lnTo>
                  <a:pt x="4299816" y="2149149"/>
                </a:lnTo>
                <a:close/>
                <a:moveTo>
                  <a:pt x="4221283" y="2145101"/>
                </a:moveTo>
                <a:lnTo>
                  <a:pt x="4225736" y="2145101"/>
                </a:lnTo>
                <a:lnTo>
                  <a:pt x="4228164" y="2149149"/>
                </a:lnTo>
                <a:lnTo>
                  <a:pt x="4225736" y="2153197"/>
                </a:lnTo>
                <a:lnTo>
                  <a:pt x="4221283" y="2153197"/>
                </a:lnTo>
                <a:lnTo>
                  <a:pt x="4218854" y="2149149"/>
                </a:lnTo>
                <a:close/>
                <a:moveTo>
                  <a:pt x="3857355" y="2145101"/>
                </a:moveTo>
                <a:lnTo>
                  <a:pt x="3860594" y="2145101"/>
                </a:lnTo>
                <a:cubicBezTo>
                  <a:pt x="3860999" y="2145101"/>
                  <a:pt x="3861404" y="2145506"/>
                  <a:pt x="3861808" y="2145911"/>
                </a:cubicBezTo>
                <a:lnTo>
                  <a:pt x="3863428" y="2148744"/>
                </a:lnTo>
                <a:cubicBezTo>
                  <a:pt x="3863832" y="2149149"/>
                  <a:pt x="3863832" y="2149554"/>
                  <a:pt x="3863428" y="2149959"/>
                </a:cubicBezTo>
                <a:lnTo>
                  <a:pt x="3861808" y="2152793"/>
                </a:lnTo>
                <a:cubicBezTo>
                  <a:pt x="3861404" y="2153197"/>
                  <a:pt x="3860999" y="2153197"/>
                  <a:pt x="3860594" y="2153602"/>
                </a:cubicBezTo>
                <a:lnTo>
                  <a:pt x="3857355" y="2153602"/>
                </a:lnTo>
                <a:cubicBezTo>
                  <a:pt x="3856951" y="2153602"/>
                  <a:pt x="3856546" y="2153197"/>
                  <a:pt x="3856141" y="2152793"/>
                </a:cubicBezTo>
                <a:lnTo>
                  <a:pt x="3854522" y="2149959"/>
                </a:lnTo>
                <a:cubicBezTo>
                  <a:pt x="3854117" y="2149554"/>
                  <a:pt x="3854117" y="2149149"/>
                  <a:pt x="3854522" y="2148744"/>
                </a:cubicBezTo>
                <a:lnTo>
                  <a:pt x="3856141" y="2145911"/>
                </a:lnTo>
                <a:cubicBezTo>
                  <a:pt x="3856546" y="2145506"/>
                  <a:pt x="3856951" y="2145101"/>
                  <a:pt x="3857355" y="2145101"/>
                </a:cubicBezTo>
                <a:close/>
                <a:moveTo>
                  <a:pt x="4585614" y="2144697"/>
                </a:moveTo>
                <a:lnTo>
                  <a:pt x="4589257" y="2144697"/>
                </a:lnTo>
                <a:cubicBezTo>
                  <a:pt x="4589662" y="2144697"/>
                  <a:pt x="4590066" y="2144697"/>
                  <a:pt x="4590471" y="2145102"/>
                </a:cubicBezTo>
                <a:lnTo>
                  <a:pt x="4592090" y="2148340"/>
                </a:lnTo>
                <a:cubicBezTo>
                  <a:pt x="4592495" y="2148745"/>
                  <a:pt x="4592495" y="2149150"/>
                  <a:pt x="4592090" y="2149555"/>
                </a:cubicBezTo>
                <a:lnTo>
                  <a:pt x="4590471" y="2152793"/>
                </a:lnTo>
                <a:cubicBezTo>
                  <a:pt x="4590066" y="2153198"/>
                  <a:pt x="4589662" y="2153603"/>
                  <a:pt x="4589257" y="2153198"/>
                </a:cubicBezTo>
                <a:lnTo>
                  <a:pt x="4585614" y="2153198"/>
                </a:lnTo>
                <a:cubicBezTo>
                  <a:pt x="4585209" y="2153198"/>
                  <a:pt x="4584804" y="2153198"/>
                  <a:pt x="4584399" y="2152793"/>
                </a:cubicBezTo>
                <a:lnTo>
                  <a:pt x="4582780" y="2149555"/>
                </a:lnTo>
                <a:cubicBezTo>
                  <a:pt x="4582375" y="2149150"/>
                  <a:pt x="4582375" y="2148745"/>
                  <a:pt x="4582780" y="2148340"/>
                </a:cubicBezTo>
                <a:lnTo>
                  <a:pt x="4584399" y="2145102"/>
                </a:lnTo>
                <a:cubicBezTo>
                  <a:pt x="4584804" y="2145102"/>
                  <a:pt x="4585209" y="2144697"/>
                  <a:pt x="4585614" y="2144697"/>
                </a:cubicBezTo>
                <a:close/>
                <a:moveTo>
                  <a:pt x="4545132" y="2144697"/>
                </a:moveTo>
                <a:lnTo>
                  <a:pt x="4549180" y="2144697"/>
                </a:lnTo>
                <a:cubicBezTo>
                  <a:pt x="4549585" y="2144697"/>
                  <a:pt x="4549990" y="2144697"/>
                  <a:pt x="4550394" y="2145102"/>
                </a:cubicBezTo>
                <a:lnTo>
                  <a:pt x="4552419" y="2148745"/>
                </a:lnTo>
                <a:cubicBezTo>
                  <a:pt x="4552824" y="2149150"/>
                  <a:pt x="4552824" y="2149555"/>
                  <a:pt x="4552419" y="2149960"/>
                </a:cubicBezTo>
                <a:lnTo>
                  <a:pt x="4550394" y="2153603"/>
                </a:lnTo>
                <a:cubicBezTo>
                  <a:pt x="4549990" y="2153603"/>
                  <a:pt x="4549585" y="2154008"/>
                  <a:pt x="4549180" y="2154008"/>
                </a:cubicBezTo>
                <a:lnTo>
                  <a:pt x="4545132" y="2154008"/>
                </a:lnTo>
                <a:cubicBezTo>
                  <a:pt x="4544728" y="2154008"/>
                  <a:pt x="4544322" y="2154008"/>
                  <a:pt x="4543918" y="2153603"/>
                </a:cubicBezTo>
                <a:lnTo>
                  <a:pt x="4541894" y="2149960"/>
                </a:lnTo>
                <a:cubicBezTo>
                  <a:pt x="4541489" y="2149555"/>
                  <a:pt x="4541489" y="2149150"/>
                  <a:pt x="4541894" y="2148745"/>
                </a:cubicBezTo>
                <a:lnTo>
                  <a:pt x="4543918" y="2145102"/>
                </a:lnTo>
                <a:cubicBezTo>
                  <a:pt x="4544322" y="2145102"/>
                  <a:pt x="4544728" y="2144697"/>
                  <a:pt x="4545132" y="2144697"/>
                </a:cubicBezTo>
                <a:close/>
                <a:moveTo>
                  <a:pt x="4504246" y="2144697"/>
                </a:moveTo>
                <a:lnTo>
                  <a:pt x="4508294" y="2144697"/>
                </a:lnTo>
                <a:cubicBezTo>
                  <a:pt x="4508699" y="2144697"/>
                  <a:pt x="4509104" y="2145102"/>
                  <a:pt x="4509508" y="2145507"/>
                </a:cubicBezTo>
                <a:lnTo>
                  <a:pt x="4511533" y="2148745"/>
                </a:lnTo>
                <a:cubicBezTo>
                  <a:pt x="4511937" y="2149150"/>
                  <a:pt x="4511937" y="2149555"/>
                  <a:pt x="4511533" y="2149960"/>
                </a:cubicBezTo>
                <a:lnTo>
                  <a:pt x="4509508" y="2153198"/>
                </a:lnTo>
                <a:cubicBezTo>
                  <a:pt x="4509508" y="2153603"/>
                  <a:pt x="4509104" y="2153603"/>
                  <a:pt x="4508294" y="2154008"/>
                </a:cubicBezTo>
                <a:lnTo>
                  <a:pt x="4504246" y="2154008"/>
                </a:lnTo>
                <a:cubicBezTo>
                  <a:pt x="4503841" y="2154008"/>
                  <a:pt x="4503436" y="2153603"/>
                  <a:pt x="4503032" y="2153198"/>
                </a:cubicBezTo>
                <a:lnTo>
                  <a:pt x="4501008" y="2149960"/>
                </a:lnTo>
                <a:cubicBezTo>
                  <a:pt x="4500603" y="2149555"/>
                  <a:pt x="4500603" y="2149150"/>
                  <a:pt x="4501008" y="2148745"/>
                </a:cubicBezTo>
                <a:lnTo>
                  <a:pt x="4503032" y="2145507"/>
                </a:lnTo>
                <a:cubicBezTo>
                  <a:pt x="4503436" y="2145102"/>
                  <a:pt x="4503841" y="2144697"/>
                  <a:pt x="4504246" y="2144697"/>
                </a:cubicBezTo>
                <a:close/>
                <a:moveTo>
                  <a:pt x="4342727" y="2144697"/>
                </a:moveTo>
                <a:lnTo>
                  <a:pt x="4346370" y="2144697"/>
                </a:lnTo>
                <a:cubicBezTo>
                  <a:pt x="4346775" y="2144697"/>
                  <a:pt x="4347179" y="2144697"/>
                  <a:pt x="4347584" y="2145102"/>
                </a:cubicBezTo>
                <a:lnTo>
                  <a:pt x="4349203" y="2148340"/>
                </a:lnTo>
                <a:cubicBezTo>
                  <a:pt x="4349608" y="2148745"/>
                  <a:pt x="4349608" y="2149150"/>
                  <a:pt x="4349203" y="2149555"/>
                </a:cubicBezTo>
                <a:lnTo>
                  <a:pt x="4347584" y="2152793"/>
                </a:lnTo>
                <a:cubicBezTo>
                  <a:pt x="4347584" y="2153198"/>
                  <a:pt x="4347179" y="2153603"/>
                  <a:pt x="4346370" y="2154008"/>
                </a:cubicBezTo>
                <a:lnTo>
                  <a:pt x="4342727" y="2154008"/>
                </a:lnTo>
                <a:cubicBezTo>
                  <a:pt x="4342322" y="2154008"/>
                  <a:pt x="4341917" y="2153603"/>
                  <a:pt x="4341512" y="2153198"/>
                </a:cubicBezTo>
                <a:lnTo>
                  <a:pt x="4339893" y="2149960"/>
                </a:lnTo>
                <a:cubicBezTo>
                  <a:pt x="4339488" y="2149555"/>
                  <a:pt x="4339488" y="2149150"/>
                  <a:pt x="4339893" y="2148745"/>
                </a:cubicBezTo>
                <a:lnTo>
                  <a:pt x="4341512" y="2145507"/>
                </a:lnTo>
                <a:cubicBezTo>
                  <a:pt x="4341917" y="2145102"/>
                  <a:pt x="4342322" y="2144697"/>
                  <a:pt x="4342727" y="2144697"/>
                </a:cubicBezTo>
                <a:close/>
                <a:moveTo>
                  <a:pt x="4423284" y="2144292"/>
                </a:moveTo>
                <a:lnTo>
                  <a:pt x="4427737" y="2144292"/>
                </a:lnTo>
                <a:cubicBezTo>
                  <a:pt x="4428142" y="2144292"/>
                  <a:pt x="4428546" y="2144697"/>
                  <a:pt x="4428951" y="2145101"/>
                </a:cubicBezTo>
                <a:lnTo>
                  <a:pt x="4430975" y="2148745"/>
                </a:lnTo>
                <a:cubicBezTo>
                  <a:pt x="4431380" y="2149150"/>
                  <a:pt x="4431380" y="2149555"/>
                  <a:pt x="4430975" y="2149959"/>
                </a:cubicBezTo>
                <a:lnTo>
                  <a:pt x="4428951" y="2153603"/>
                </a:lnTo>
                <a:cubicBezTo>
                  <a:pt x="4428546" y="2154007"/>
                  <a:pt x="4428142" y="2154007"/>
                  <a:pt x="4427737" y="2154412"/>
                </a:cubicBezTo>
                <a:lnTo>
                  <a:pt x="4423284" y="2154412"/>
                </a:lnTo>
                <a:cubicBezTo>
                  <a:pt x="4422879" y="2154412"/>
                  <a:pt x="4422474" y="2154007"/>
                  <a:pt x="4422070" y="2153603"/>
                </a:cubicBezTo>
                <a:lnTo>
                  <a:pt x="4420046" y="2149959"/>
                </a:lnTo>
                <a:cubicBezTo>
                  <a:pt x="4419641" y="2149555"/>
                  <a:pt x="4419641" y="2149150"/>
                  <a:pt x="4420046" y="2148745"/>
                </a:cubicBezTo>
                <a:lnTo>
                  <a:pt x="4422070" y="2145101"/>
                </a:lnTo>
                <a:cubicBezTo>
                  <a:pt x="4422474" y="2144697"/>
                  <a:pt x="4422879" y="2144292"/>
                  <a:pt x="4423284" y="2144292"/>
                </a:cubicBezTo>
                <a:close/>
                <a:moveTo>
                  <a:pt x="3816470" y="2144292"/>
                </a:moveTo>
                <a:lnTo>
                  <a:pt x="3820518" y="2144292"/>
                </a:lnTo>
                <a:cubicBezTo>
                  <a:pt x="3820923" y="2144292"/>
                  <a:pt x="3821328" y="2144292"/>
                  <a:pt x="3821732" y="2144697"/>
                </a:cubicBezTo>
                <a:lnTo>
                  <a:pt x="3823757" y="2148340"/>
                </a:lnTo>
                <a:cubicBezTo>
                  <a:pt x="3824162" y="2148745"/>
                  <a:pt x="3824162" y="2149150"/>
                  <a:pt x="3823757" y="2149555"/>
                </a:cubicBezTo>
                <a:lnTo>
                  <a:pt x="3821732" y="2153198"/>
                </a:lnTo>
                <a:cubicBezTo>
                  <a:pt x="3821328" y="2153603"/>
                  <a:pt x="3820923" y="2154007"/>
                  <a:pt x="3820518" y="2153603"/>
                </a:cubicBezTo>
                <a:lnTo>
                  <a:pt x="3816470" y="2153603"/>
                </a:lnTo>
                <a:cubicBezTo>
                  <a:pt x="3816066" y="2153603"/>
                  <a:pt x="3815660" y="2153603"/>
                  <a:pt x="3815256" y="2153198"/>
                </a:cubicBezTo>
                <a:lnTo>
                  <a:pt x="3813232" y="2149555"/>
                </a:lnTo>
                <a:cubicBezTo>
                  <a:pt x="3812827" y="2149150"/>
                  <a:pt x="3812827" y="2148745"/>
                  <a:pt x="3813232" y="2148340"/>
                </a:cubicBezTo>
                <a:lnTo>
                  <a:pt x="3815256" y="2144697"/>
                </a:lnTo>
                <a:cubicBezTo>
                  <a:pt x="3815660" y="2144697"/>
                  <a:pt x="3816066" y="2144292"/>
                  <a:pt x="3816470" y="2144292"/>
                </a:cubicBezTo>
                <a:close/>
                <a:moveTo>
                  <a:pt x="4464170" y="2143887"/>
                </a:moveTo>
                <a:lnTo>
                  <a:pt x="4468218" y="2143887"/>
                </a:lnTo>
                <a:cubicBezTo>
                  <a:pt x="4468623" y="2143887"/>
                  <a:pt x="4469028" y="2144292"/>
                  <a:pt x="4469432" y="2144697"/>
                </a:cubicBezTo>
                <a:lnTo>
                  <a:pt x="4471457" y="2148340"/>
                </a:lnTo>
                <a:cubicBezTo>
                  <a:pt x="4471862" y="2148745"/>
                  <a:pt x="4471862" y="2149150"/>
                  <a:pt x="4471457" y="2149554"/>
                </a:cubicBezTo>
                <a:lnTo>
                  <a:pt x="4469432" y="2153198"/>
                </a:lnTo>
                <a:cubicBezTo>
                  <a:pt x="4469028" y="2153603"/>
                  <a:pt x="4468623" y="2154007"/>
                  <a:pt x="4468218" y="2154007"/>
                </a:cubicBezTo>
                <a:lnTo>
                  <a:pt x="4464170" y="2154007"/>
                </a:lnTo>
                <a:cubicBezTo>
                  <a:pt x="4463766" y="2154007"/>
                  <a:pt x="4463360" y="2153603"/>
                  <a:pt x="4462956" y="2153198"/>
                </a:cubicBezTo>
                <a:lnTo>
                  <a:pt x="4460932" y="2149554"/>
                </a:lnTo>
                <a:cubicBezTo>
                  <a:pt x="4460527" y="2149150"/>
                  <a:pt x="4460527" y="2148745"/>
                  <a:pt x="4460932" y="2148340"/>
                </a:cubicBezTo>
                <a:lnTo>
                  <a:pt x="4462956" y="2144697"/>
                </a:lnTo>
                <a:cubicBezTo>
                  <a:pt x="4463360" y="2144292"/>
                  <a:pt x="4463766" y="2143887"/>
                  <a:pt x="4464170" y="2143887"/>
                </a:cubicBezTo>
                <a:close/>
                <a:moveTo>
                  <a:pt x="3775988" y="2143887"/>
                </a:moveTo>
                <a:lnTo>
                  <a:pt x="3780036" y="2143887"/>
                </a:lnTo>
                <a:cubicBezTo>
                  <a:pt x="3780441" y="2143887"/>
                  <a:pt x="3780846" y="2144292"/>
                  <a:pt x="3781250" y="2144697"/>
                </a:cubicBezTo>
                <a:lnTo>
                  <a:pt x="3783275" y="2148340"/>
                </a:lnTo>
                <a:cubicBezTo>
                  <a:pt x="3783680" y="2148745"/>
                  <a:pt x="3783680" y="2149150"/>
                  <a:pt x="3783275" y="2149554"/>
                </a:cubicBezTo>
                <a:lnTo>
                  <a:pt x="3781250" y="2153198"/>
                </a:lnTo>
                <a:cubicBezTo>
                  <a:pt x="3780846" y="2153603"/>
                  <a:pt x="3780441" y="2154007"/>
                  <a:pt x="3780036" y="2154007"/>
                </a:cubicBezTo>
                <a:lnTo>
                  <a:pt x="3775988" y="2154007"/>
                </a:lnTo>
                <a:cubicBezTo>
                  <a:pt x="3775584" y="2154007"/>
                  <a:pt x="3775178" y="2153603"/>
                  <a:pt x="3774774" y="2153198"/>
                </a:cubicBezTo>
                <a:lnTo>
                  <a:pt x="3772750" y="2149554"/>
                </a:lnTo>
                <a:cubicBezTo>
                  <a:pt x="3772345" y="2149150"/>
                  <a:pt x="3772345" y="2148745"/>
                  <a:pt x="3772750" y="2148340"/>
                </a:cubicBezTo>
                <a:lnTo>
                  <a:pt x="3774774" y="2144697"/>
                </a:lnTo>
                <a:cubicBezTo>
                  <a:pt x="3775178" y="2144292"/>
                  <a:pt x="3775584" y="2143887"/>
                  <a:pt x="3775988" y="2143887"/>
                </a:cubicBezTo>
                <a:close/>
                <a:moveTo>
                  <a:pt x="3735507" y="2143887"/>
                </a:moveTo>
                <a:lnTo>
                  <a:pt x="3739555" y="2143887"/>
                </a:lnTo>
                <a:cubicBezTo>
                  <a:pt x="3739960" y="2143887"/>
                  <a:pt x="3740365" y="2144292"/>
                  <a:pt x="3740769" y="2144697"/>
                </a:cubicBezTo>
                <a:lnTo>
                  <a:pt x="3742794" y="2148340"/>
                </a:lnTo>
                <a:cubicBezTo>
                  <a:pt x="3743199" y="2148745"/>
                  <a:pt x="3743199" y="2149150"/>
                  <a:pt x="3742794" y="2149554"/>
                </a:cubicBezTo>
                <a:lnTo>
                  <a:pt x="3740769" y="2153198"/>
                </a:lnTo>
                <a:cubicBezTo>
                  <a:pt x="3740365" y="2153603"/>
                  <a:pt x="3739960" y="2154007"/>
                  <a:pt x="3739555" y="2154007"/>
                </a:cubicBezTo>
                <a:lnTo>
                  <a:pt x="3735507" y="2154007"/>
                </a:lnTo>
                <a:cubicBezTo>
                  <a:pt x="3735103" y="2154007"/>
                  <a:pt x="3734697" y="2153603"/>
                  <a:pt x="3734293" y="2153198"/>
                </a:cubicBezTo>
                <a:lnTo>
                  <a:pt x="3732269" y="2149554"/>
                </a:lnTo>
                <a:cubicBezTo>
                  <a:pt x="3731864" y="2149150"/>
                  <a:pt x="3731864" y="2148745"/>
                  <a:pt x="3732269" y="2148340"/>
                </a:cubicBezTo>
                <a:lnTo>
                  <a:pt x="3734293" y="2144697"/>
                </a:lnTo>
                <a:cubicBezTo>
                  <a:pt x="3734697" y="2144292"/>
                  <a:pt x="3735103" y="2143887"/>
                  <a:pt x="3735507" y="2143887"/>
                </a:cubicBezTo>
                <a:close/>
                <a:moveTo>
                  <a:pt x="3694216" y="2143482"/>
                </a:moveTo>
                <a:lnTo>
                  <a:pt x="3699479" y="2143482"/>
                </a:lnTo>
                <a:cubicBezTo>
                  <a:pt x="3699883" y="2143482"/>
                  <a:pt x="3700288" y="2143482"/>
                  <a:pt x="3700693" y="2143887"/>
                </a:cubicBezTo>
                <a:lnTo>
                  <a:pt x="3703122" y="2148340"/>
                </a:lnTo>
                <a:cubicBezTo>
                  <a:pt x="3703527" y="2148745"/>
                  <a:pt x="3703527" y="2149149"/>
                  <a:pt x="3703122" y="2149554"/>
                </a:cubicBezTo>
                <a:lnTo>
                  <a:pt x="3700693" y="2154007"/>
                </a:lnTo>
                <a:cubicBezTo>
                  <a:pt x="3700288" y="2154412"/>
                  <a:pt x="3699883" y="2154817"/>
                  <a:pt x="3699479" y="2154412"/>
                </a:cubicBezTo>
                <a:lnTo>
                  <a:pt x="3694216" y="2154412"/>
                </a:lnTo>
                <a:cubicBezTo>
                  <a:pt x="3693811" y="2154412"/>
                  <a:pt x="3693406" y="2154412"/>
                  <a:pt x="3693002" y="2154007"/>
                </a:cubicBezTo>
                <a:lnTo>
                  <a:pt x="3690573" y="2149554"/>
                </a:lnTo>
                <a:cubicBezTo>
                  <a:pt x="3690168" y="2149149"/>
                  <a:pt x="3690168" y="2148745"/>
                  <a:pt x="3690573" y="2148340"/>
                </a:cubicBezTo>
                <a:lnTo>
                  <a:pt x="3693002" y="2143887"/>
                </a:lnTo>
                <a:cubicBezTo>
                  <a:pt x="3693406" y="2143887"/>
                  <a:pt x="3693811" y="2143482"/>
                  <a:pt x="3694216" y="2143482"/>
                </a:cubicBezTo>
                <a:close/>
                <a:moveTo>
                  <a:pt x="3652925" y="2142268"/>
                </a:moveTo>
                <a:lnTo>
                  <a:pt x="3659402" y="2142268"/>
                </a:lnTo>
                <a:cubicBezTo>
                  <a:pt x="3659807" y="2142268"/>
                  <a:pt x="3660212" y="2142268"/>
                  <a:pt x="3660617" y="2142673"/>
                </a:cubicBezTo>
                <a:lnTo>
                  <a:pt x="3663855" y="2148340"/>
                </a:lnTo>
                <a:cubicBezTo>
                  <a:pt x="3664260" y="2148745"/>
                  <a:pt x="3664260" y="2149150"/>
                  <a:pt x="3663855" y="2149555"/>
                </a:cubicBezTo>
                <a:lnTo>
                  <a:pt x="3660617" y="2155222"/>
                </a:lnTo>
                <a:cubicBezTo>
                  <a:pt x="3660617" y="2155627"/>
                  <a:pt x="3660212" y="2156031"/>
                  <a:pt x="3659402" y="2155627"/>
                </a:cubicBezTo>
                <a:lnTo>
                  <a:pt x="3652925" y="2155627"/>
                </a:lnTo>
                <a:cubicBezTo>
                  <a:pt x="3652521" y="2155627"/>
                  <a:pt x="3652116" y="2155627"/>
                  <a:pt x="3651711" y="2155222"/>
                </a:cubicBezTo>
                <a:lnTo>
                  <a:pt x="3648473" y="2149555"/>
                </a:lnTo>
                <a:cubicBezTo>
                  <a:pt x="3648068" y="2149150"/>
                  <a:pt x="3648068" y="2148745"/>
                  <a:pt x="3648473" y="2148340"/>
                </a:cubicBezTo>
                <a:lnTo>
                  <a:pt x="3651711" y="2142673"/>
                </a:lnTo>
                <a:cubicBezTo>
                  <a:pt x="3652116" y="2142673"/>
                  <a:pt x="3652521" y="2142268"/>
                  <a:pt x="3652925" y="2142268"/>
                </a:cubicBezTo>
                <a:close/>
                <a:moveTo>
                  <a:pt x="3612444" y="2142268"/>
                </a:moveTo>
                <a:lnTo>
                  <a:pt x="3619326" y="2142268"/>
                </a:lnTo>
                <a:cubicBezTo>
                  <a:pt x="3619731" y="2142268"/>
                  <a:pt x="3620136" y="2142673"/>
                  <a:pt x="3620541" y="2143077"/>
                </a:cubicBezTo>
                <a:lnTo>
                  <a:pt x="3623779" y="2148745"/>
                </a:lnTo>
                <a:cubicBezTo>
                  <a:pt x="3624184" y="2149150"/>
                  <a:pt x="3624184" y="2149555"/>
                  <a:pt x="3623779" y="2149959"/>
                </a:cubicBezTo>
                <a:lnTo>
                  <a:pt x="3620541" y="2155627"/>
                </a:lnTo>
                <a:cubicBezTo>
                  <a:pt x="3620136" y="2156031"/>
                  <a:pt x="3619731" y="2156031"/>
                  <a:pt x="3619326" y="2156436"/>
                </a:cubicBezTo>
                <a:lnTo>
                  <a:pt x="3612444" y="2156436"/>
                </a:lnTo>
                <a:cubicBezTo>
                  <a:pt x="3612040" y="2156436"/>
                  <a:pt x="3611635" y="2156031"/>
                  <a:pt x="3611230" y="2155627"/>
                </a:cubicBezTo>
                <a:lnTo>
                  <a:pt x="3607992" y="2149959"/>
                </a:lnTo>
                <a:cubicBezTo>
                  <a:pt x="3607587" y="2149555"/>
                  <a:pt x="3607587" y="2149150"/>
                  <a:pt x="3607992" y="2148745"/>
                </a:cubicBezTo>
                <a:lnTo>
                  <a:pt x="3611230" y="2143077"/>
                </a:lnTo>
                <a:cubicBezTo>
                  <a:pt x="3611635" y="2142673"/>
                  <a:pt x="3612040" y="2142268"/>
                  <a:pt x="3612444" y="2142268"/>
                </a:cubicBezTo>
                <a:close/>
                <a:moveTo>
                  <a:pt x="3571558" y="2140649"/>
                </a:moveTo>
                <a:lnTo>
                  <a:pt x="3579250" y="2140649"/>
                </a:lnTo>
                <a:cubicBezTo>
                  <a:pt x="3579655" y="2140649"/>
                  <a:pt x="3580059" y="2141054"/>
                  <a:pt x="3580464" y="2141459"/>
                </a:cubicBezTo>
                <a:lnTo>
                  <a:pt x="3584512" y="2148341"/>
                </a:lnTo>
                <a:cubicBezTo>
                  <a:pt x="3584917" y="2148745"/>
                  <a:pt x="3584917" y="2149150"/>
                  <a:pt x="3584512" y="2149555"/>
                </a:cubicBezTo>
                <a:lnTo>
                  <a:pt x="3580464" y="2156437"/>
                </a:lnTo>
                <a:cubicBezTo>
                  <a:pt x="3580464" y="2156842"/>
                  <a:pt x="3580059" y="2157246"/>
                  <a:pt x="3579250" y="2156842"/>
                </a:cubicBezTo>
                <a:lnTo>
                  <a:pt x="3571558" y="2156842"/>
                </a:lnTo>
                <a:cubicBezTo>
                  <a:pt x="3571154" y="2156842"/>
                  <a:pt x="3570748" y="2156842"/>
                  <a:pt x="3570344" y="2156437"/>
                </a:cubicBezTo>
                <a:lnTo>
                  <a:pt x="3566296" y="2149555"/>
                </a:lnTo>
                <a:cubicBezTo>
                  <a:pt x="3565891" y="2149150"/>
                  <a:pt x="3565891" y="2148745"/>
                  <a:pt x="3566296" y="2148341"/>
                </a:cubicBezTo>
                <a:lnTo>
                  <a:pt x="3570344" y="2141459"/>
                </a:lnTo>
                <a:cubicBezTo>
                  <a:pt x="3570748" y="2141054"/>
                  <a:pt x="3571154" y="2140649"/>
                  <a:pt x="3571558" y="2140649"/>
                </a:cubicBezTo>
                <a:close/>
                <a:moveTo>
                  <a:pt x="3286975" y="2139839"/>
                </a:moveTo>
                <a:lnTo>
                  <a:pt x="3296690" y="2139839"/>
                </a:lnTo>
                <a:cubicBezTo>
                  <a:pt x="3297095" y="2139839"/>
                  <a:pt x="3297500" y="2140244"/>
                  <a:pt x="3297905" y="2140649"/>
                </a:cubicBezTo>
                <a:lnTo>
                  <a:pt x="3302763" y="2148745"/>
                </a:lnTo>
                <a:cubicBezTo>
                  <a:pt x="3303167" y="2149150"/>
                  <a:pt x="3303167" y="2149555"/>
                  <a:pt x="3302763" y="2149959"/>
                </a:cubicBezTo>
                <a:lnTo>
                  <a:pt x="3297905" y="2158056"/>
                </a:lnTo>
                <a:cubicBezTo>
                  <a:pt x="3297905" y="2158461"/>
                  <a:pt x="3297500" y="2158461"/>
                  <a:pt x="3296690" y="2158865"/>
                </a:cubicBezTo>
                <a:lnTo>
                  <a:pt x="3286975" y="2158865"/>
                </a:lnTo>
                <a:cubicBezTo>
                  <a:pt x="3286570" y="2158865"/>
                  <a:pt x="3286165" y="2158461"/>
                  <a:pt x="3285761" y="2158056"/>
                </a:cubicBezTo>
                <a:lnTo>
                  <a:pt x="3280903" y="2149959"/>
                </a:lnTo>
                <a:cubicBezTo>
                  <a:pt x="3280498" y="2149555"/>
                  <a:pt x="3280498" y="2149150"/>
                  <a:pt x="3280903" y="2148745"/>
                </a:cubicBezTo>
                <a:lnTo>
                  <a:pt x="3285761" y="2140649"/>
                </a:lnTo>
                <a:cubicBezTo>
                  <a:pt x="3286165" y="2140244"/>
                  <a:pt x="3286570" y="2139839"/>
                  <a:pt x="3286975" y="2139839"/>
                </a:cubicBezTo>
                <a:close/>
                <a:moveTo>
                  <a:pt x="3530267" y="2139434"/>
                </a:moveTo>
                <a:lnTo>
                  <a:pt x="3539982" y="2139434"/>
                </a:lnTo>
                <a:cubicBezTo>
                  <a:pt x="3540387" y="2139434"/>
                  <a:pt x="3540792" y="2139839"/>
                  <a:pt x="3541197" y="2140244"/>
                </a:cubicBezTo>
                <a:lnTo>
                  <a:pt x="3546055" y="2148745"/>
                </a:lnTo>
                <a:cubicBezTo>
                  <a:pt x="3546459" y="2149149"/>
                  <a:pt x="3546459" y="2149554"/>
                  <a:pt x="3546055" y="2149959"/>
                </a:cubicBezTo>
                <a:lnTo>
                  <a:pt x="3541197" y="2158460"/>
                </a:lnTo>
                <a:cubicBezTo>
                  <a:pt x="3540792" y="2158460"/>
                  <a:pt x="3540387" y="2158865"/>
                  <a:pt x="3539982" y="2158865"/>
                </a:cubicBezTo>
                <a:lnTo>
                  <a:pt x="3530267" y="2158865"/>
                </a:lnTo>
                <a:cubicBezTo>
                  <a:pt x="3529862" y="2158865"/>
                  <a:pt x="3529457" y="2158865"/>
                  <a:pt x="3529053" y="2158460"/>
                </a:cubicBezTo>
                <a:lnTo>
                  <a:pt x="3524195" y="2149959"/>
                </a:lnTo>
                <a:cubicBezTo>
                  <a:pt x="3523790" y="2149554"/>
                  <a:pt x="3523790" y="2149149"/>
                  <a:pt x="3524195" y="2148745"/>
                </a:cubicBezTo>
                <a:lnTo>
                  <a:pt x="3529053" y="2140244"/>
                </a:lnTo>
                <a:cubicBezTo>
                  <a:pt x="3529457" y="2139839"/>
                  <a:pt x="3529862" y="2139434"/>
                  <a:pt x="3530267" y="2139434"/>
                </a:cubicBezTo>
                <a:close/>
                <a:moveTo>
                  <a:pt x="3448495" y="2138624"/>
                </a:moveTo>
                <a:lnTo>
                  <a:pt x="3459425" y="2138624"/>
                </a:lnTo>
                <a:cubicBezTo>
                  <a:pt x="3459830" y="2138624"/>
                  <a:pt x="3460235" y="2139029"/>
                  <a:pt x="3460640" y="2139434"/>
                </a:cubicBezTo>
                <a:lnTo>
                  <a:pt x="3465903" y="2148744"/>
                </a:lnTo>
                <a:cubicBezTo>
                  <a:pt x="3466307" y="2149149"/>
                  <a:pt x="3466307" y="2149554"/>
                  <a:pt x="3465903" y="2149959"/>
                </a:cubicBezTo>
                <a:lnTo>
                  <a:pt x="3460640" y="2159269"/>
                </a:lnTo>
                <a:cubicBezTo>
                  <a:pt x="3460640" y="2159674"/>
                  <a:pt x="3460235" y="2159674"/>
                  <a:pt x="3459425" y="2160079"/>
                </a:cubicBezTo>
                <a:lnTo>
                  <a:pt x="3448495" y="2160079"/>
                </a:lnTo>
                <a:cubicBezTo>
                  <a:pt x="3448091" y="2160079"/>
                  <a:pt x="3447686" y="2159674"/>
                  <a:pt x="3447281" y="2159269"/>
                </a:cubicBezTo>
                <a:lnTo>
                  <a:pt x="3442019" y="2149959"/>
                </a:lnTo>
                <a:cubicBezTo>
                  <a:pt x="3441614" y="2149554"/>
                  <a:pt x="3441614" y="2149149"/>
                  <a:pt x="3442019" y="2148744"/>
                </a:cubicBezTo>
                <a:lnTo>
                  <a:pt x="3447281" y="2139434"/>
                </a:lnTo>
                <a:cubicBezTo>
                  <a:pt x="3447686" y="2139029"/>
                  <a:pt x="3448091" y="2138624"/>
                  <a:pt x="3448495" y="2138624"/>
                </a:cubicBezTo>
                <a:close/>
                <a:moveTo>
                  <a:pt x="3408014" y="2138624"/>
                </a:moveTo>
                <a:lnTo>
                  <a:pt x="3419348" y="2138624"/>
                </a:lnTo>
                <a:cubicBezTo>
                  <a:pt x="3419753" y="2138624"/>
                  <a:pt x="3420158" y="2138624"/>
                  <a:pt x="3420563" y="2139029"/>
                </a:cubicBezTo>
                <a:lnTo>
                  <a:pt x="3426230" y="2148744"/>
                </a:lnTo>
                <a:cubicBezTo>
                  <a:pt x="3426635" y="2149149"/>
                  <a:pt x="3426635" y="2149554"/>
                  <a:pt x="3426230" y="2149959"/>
                </a:cubicBezTo>
                <a:lnTo>
                  <a:pt x="3420563" y="2159674"/>
                </a:lnTo>
                <a:cubicBezTo>
                  <a:pt x="3420158" y="2160079"/>
                  <a:pt x="3419753" y="2160079"/>
                  <a:pt x="3419348" y="2160079"/>
                </a:cubicBezTo>
                <a:lnTo>
                  <a:pt x="3408014" y="2160079"/>
                </a:lnTo>
                <a:cubicBezTo>
                  <a:pt x="3407609" y="2160079"/>
                  <a:pt x="3407204" y="2160079"/>
                  <a:pt x="3406799" y="2159674"/>
                </a:cubicBezTo>
                <a:lnTo>
                  <a:pt x="3401132" y="2149959"/>
                </a:lnTo>
                <a:cubicBezTo>
                  <a:pt x="3400727" y="2149554"/>
                  <a:pt x="3400727" y="2149149"/>
                  <a:pt x="3401132" y="2148744"/>
                </a:cubicBezTo>
                <a:lnTo>
                  <a:pt x="3406799" y="2139029"/>
                </a:lnTo>
                <a:cubicBezTo>
                  <a:pt x="3407204" y="2139029"/>
                  <a:pt x="3407609" y="2138624"/>
                  <a:pt x="3408014" y="2138624"/>
                </a:cubicBezTo>
                <a:close/>
                <a:moveTo>
                  <a:pt x="3489381" y="2138220"/>
                </a:moveTo>
                <a:lnTo>
                  <a:pt x="3499906" y="2138220"/>
                </a:lnTo>
                <a:cubicBezTo>
                  <a:pt x="3500312" y="2138220"/>
                  <a:pt x="3500716" y="2138625"/>
                  <a:pt x="3501121" y="2139029"/>
                </a:cubicBezTo>
                <a:lnTo>
                  <a:pt x="3506384" y="2148340"/>
                </a:lnTo>
                <a:cubicBezTo>
                  <a:pt x="3506789" y="2148745"/>
                  <a:pt x="3506789" y="2149150"/>
                  <a:pt x="3506384" y="2149555"/>
                </a:cubicBezTo>
                <a:lnTo>
                  <a:pt x="3501121" y="2158865"/>
                </a:lnTo>
                <a:cubicBezTo>
                  <a:pt x="3500716" y="2159270"/>
                  <a:pt x="3500312" y="2159675"/>
                  <a:pt x="3499906" y="2159675"/>
                </a:cubicBezTo>
                <a:lnTo>
                  <a:pt x="3489381" y="2159675"/>
                </a:lnTo>
                <a:cubicBezTo>
                  <a:pt x="3488977" y="2159675"/>
                  <a:pt x="3488572" y="2159270"/>
                  <a:pt x="3488167" y="2158865"/>
                </a:cubicBezTo>
                <a:lnTo>
                  <a:pt x="3482905" y="2149555"/>
                </a:lnTo>
                <a:cubicBezTo>
                  <a:pt x="3482500" y="2149150"/>
                  <a:pt x="3482500" y="2148745"/>
                  <a:pt x="3482905" y="2148340"/>
                </a:cubicBezTo>
                <a:lnTo>
                  <a:pt x="3488167" y="2139029"/>
                </a:lnTo>
                <a:cubicBezTo>
                  <a:pt x="3488572" y="2138625"/>
                  <a:pt x="3488977" y="2138220"/>
                  <a:pt x="3489381" y="2138220"/>
                </a:cubicBezTo>
                <a:close/>
                <a:moveTo>
                  <a:pt x="3326646" y="2138220"/>
                </a:moveTo>
                <a:lnTo>
                  <a:pt x="3338386" y="2138220"/>
                </a:lnTo>
                <a:cubicBezTo>
                  <a:pt x="3338791" y="2138220"/>
                  <a:pt x="3339195" y="2138220"/>
                  <a:pt x="3339600" y="2138625"/>
                </a:cubicBezTo>
                <a:lnTo>
                  <a:pt x="3345672" y="2148745"/>
                </a:lnTo>
                <a:cubicBezTo>
                  <a:pt x="3346077" y="2149150"/>
                  <a:pt x="3346077" y="2149555"/>
                  <a:pt x="3345672" y="2149959"/>
                </a:cubicBezTo>
                <a:lnTo>
                  <a:pt x="3339600" y="2160080"/>
                </a:lnTo>
                <a:cubicBezTo>
                  <a:pt x="3339600" y="2160485"/>
                  <a:pt x="3339195" y="2160485"/>
                  <a:pt x="3338386" y="2160889"/>
                </a:cubicBezTo>
                <a:lnTo>
                  <a:pt x="3326646" y="2160889"/>
                </a:lnTo>
                <a:cubicBezTo>
                  <a:pt x="3326242" y="2160889"/>
                  <a:pt x="3325836" y="2160485"/>
                  <a:pt x="3325432" y="2160080"/>
                </a:cubicBezTo>
                <a:lnTo>
                  <a:pt x="3319360" y="2149959"/>
                </a:lnTo>
                <a:cubicBezTo>
                  <a:pt x="3318955" y="2149555"/>
                  <a:pt x="3318955" y="2149150"/>
                  <a:pt x="3319360" y="2148745"/>
                </a:cubicBezTo>
                <a:lnTo>
                  <a:pt x="3325432" y="2138625"/>
                </a:lnTo>
                <a:cubicBezTo>
                  <a:pt x="3325836" y="2138625"/>
                  <a:pt x="3326242" y="2138220"/>
                  <a:pt x="3326646" y="2138220"/>
                </a:cubicBezTo>
                <a:close/>
                <a:moveTo>
                  <a:pt x="3366318" y="2136600"/>
                </a:moveTo>
                <a:lnTo>
                  <a:pt x="3379677" y="2136600"/>
                </a:lnTo>
                <a:cubicBezTo>
                  <a:pt x="3380082" y="2136600"/>
                  <a:pt x="3380486" y="2137005"/>
                  <a:pt x="3380892" y="2137410"/>
                </a:cubicBezTo>
                <a:lnTo>
                  <a:pt x="3387368" y="2148744"/>
                </a:lnTo>
                <a:cubicBezTo>
                  <a:pt x="3387773" y="2149149"/>
                  <a:pt x="3387773" y="2149554"/>
                  <a:pt x="3387368" y="2149959"/>
                </a:cubicBezTo>
                <a:lnTo>
                  <a:pt x="3380892" y="2161293"/>
                </a:lnTo>
                <a:cubicBezTo>
                  <a:pt x="3380892" y="2161698"/>
                  <a:pt x="3380486" y="2161698"/>
                  <a:pt x="3379677" y="2162103"/>
                </a:cubicBezTo>
                <a:lnTo>
                  <a:pt x="3366318" y="2162103"/>
                </a:lnTo>
                <a:cubicBezTo>
                  <a:pt x="3365913" y="2162103"/>
                  <a:pt x="3365509" y="2161698"/>
                  <a:pt x="3365104" y="2161293"/>
                </a:cubicBezTo>
                <a:lnTo>
                  <a:pt x="3358627" y="2149959"/>
                </a:lnTo>
                <a:cubicBezTo>
                  <a:pt x="3358222" y="2149554"/>
                  <a:pt x="3358222" y="2149149"/>
                  <a:pt x="3358627" y="2148744"/>
                </a:cubicBezTo>
                <a:lnTo>
                  <a:pt x="3365104" y="2137410"/>
                </a:lnTo>
                <a:cubicBezTo>
                  <a:pt x="3365509" y="2137005"/>
                  <a:pt x="3365913" y="2136600"/>
                  <a:pt x="3366318" y="2136600"/>
                </a:cubicBezTo>
                <a:close/>
                <a:moveTo>
                  <a:pt x="4059357" y="2105430"/>
                </a:moveTo>
                <a:lnTo>
                  <a:pt x="4063405" y="2105430"/>
                </a:lnTo>
                <a:lnTo>
                  <a:pt x="4065429" y="2108668"/>
                </a:lnTo>
                <a:lnTo>
                  <a:pt x="4063405" y="2111907"/>
                </a:lnTo>
                <a:lnTo>
                  <a:pt x="4059357" y="2111907"/>
                </a:lnTo>
                <a:lnTo>
                  <a:pt x="4057333" y="2108668"/>
                </a:lnTo>
                <a:close/>
                <a:moveTo>
                  <a:pt x="3857356" y="2105430"/>
                </a:moveTo>
                <a:lnTo>
                  <a:pt x="3860999" y="2105430"/>
                </a:lnTo>
                <a:lnTo>
                  <a:pt x="3863024" y="2108668"/>
                </a:lnTo>
                <a:lnTo>
                  <a:pt x="3860999" y="2111907"/>
                </a:lnTo>
                <a:lnTo>
                  <a:pt x="3857356" y="2111907"/>
                </a:lnTo>
                <a:lnTo>
                  <a:pt x="3855332" y="2108668"/>
                </a:lnTo>
                <a:close/>
                <a:moveTo>
                  <a:pt x="4625690" y="2105025"/>
                </a:moveTo>
                <a:lnTo>
                  <a:pt x="4630143" y="2105025"/>
                </a:lnTo>
                <a:lnTo>
                  <a:pt x="4632167" y="2108668"/>
                </a:lnTo>
                <a:lnTo>
                  <a:pt x="4630143" y="2112312"/>
                </a:lnTo>
                <a:lnTo>
                  <a:pt x="4625690" y="2112312"/>
                </a:lnTo>
                <a:lnTo>
                  <a:pt x="4623666" y="2108668"/>
                </a:lnTo>
                <a:close/>
                <a:moveTo>
                  <a:pt x="4140320" y="2105025"/>
                </a:moveTo>
                <a:lnTo>
                  <a:pt x="4144368" y="2105025"/>
                </a:lnTo>
                <a:lnTo>
                  <a:pt x="4146392" y="2108668"/>
                </a:lnTo>
                <a:lnTo>
                  <a:pt x="4144368" y="2112312"/>
                </a:lnTo>
                <a:lnTo>
                  <a:pt x="4140320" y="2112312"/>
                </a:lnTo>
                <a:lnTo>
                  <a:pt x="4138296" y="2108668"/>
                </a:lnTo>
                <a:close/>
                <a:moveTo>
                  <a:pt x="4099434" y="2105025"/>
                </a:moveTo>
                <a:lnTo>
                  <a:pt x="4103887" y="2105025"/>
                </a:lnTo>
                <a:lnTo>
                  <a:pt x="4105911" y="2108668"/>
                </a:lnTo>
                <a:lnTo>
                  <a:pt x="4103887" y="2112312"/>
                </a:lnTo>
                <a:lnTo>
                  <a:pt x="4099434" y="2112312"/>
                </a:lnTo>
                <a:lnTo>
                  <a:pt x="4097410" y="2108668"/>
                </a:lnTo>
                <a:close/>
                <a:moveTo>
                  <a:pt x="3978395" y="2105025"/>
                </a:moveTo>
                <a:lnTo>
                  <a:pt x="3982443" y="2105025"/>
                </a:lnTo>
                <a:lnTo>
                  <a:pt x="3984467" y="2108668"/>
                </a:lnTo>
                <a:lnTo>
                  <a:pt x="3982443" y="2112312"/>
                </a:lnTo>
                <a:lnTo>
                  <a:pt x="3978395" y="2112312"/>
                </a:lnTo>
                <a:lnTo>
                  <a:pt x="3976371" y="2108668"/>
                </a:lnTo>
                <a:close/>
                <a:moveTo>
                  <a:pt x="3937509" y="2105025"/>
                </a:moveTo>
                <a:lnTo>
                  <a:pt x="3941962" y="2105025"/>
                </a:lnTo>
                <a:lnTo>
                  <a:pt x="3943986" y="2108668"/>
                </a:lnTo>
                <a:lnTo>
                  <a:pt x="3941962" y="2112312"/>
                </a:lnTo>
                <a:lnTo>
                  <a:pt x="3937509" y="2112312"/>
                </a:lnTo>
                <a:lnTo>
                  <a:pt x="3935485" y="2108668"/>
                </a:lnTo>
                <a:close/>
                <a:moveTo>
                  <a:pt x="3897432" y="2105025"/>
                </a:moveTo>
                <a:lnTo>
                  <a:pt x="3901480" y="2105025"/>
                </a:lnTo>
                <a:lnTo>
                  <a:pt x="3903504" y="2108668"/>
                </a:lnTo>
                <a:lnTo>
                  <a:pt x="3901480" y="2112312"/>
                </a:lnTo>
                <a:lnTo>
                  <a:pt x="3897432" y="2112312"/>
                </a:lnTo>
                <a:lnTo>
                  <a:pt x="3895408" y="2108668"/>
                </a:lnTo>
                <a:close/>
                <a:moveTo>
                  <a:pt x="4383208" y="2104620"/>
                </a:moveTo>
                <a:lnTo>
                  <a:pt x="4387661" y="2104620"/>
                </a:lnTo>
                <a:lnTo>
                  <a:pt x="4390089" y="2108668"/>
                </a:lnTo>
                <a:lnTo>
                  <a:pt x="4387661" y="2112716"/>
                </a:lnTo>
                <a:lnTo>
                  <a:pt x="4383208" y="2112716"/>
                </a:lnTo>
                <a:lnTo>
                  <a:pt x="4380779" y="2108668"/>
                </a:lnTo>
                <a:close/>
                <a:moveTo>
                  <a:pt x="4343130" y="2104620"/>
                </a:moveTo>
                <a:lnTo>
                  <a:pt x="4346369" y="2104620"/>
                </a:lnTo>
                <a:cubicBezTo>
                  <a:pt x="4346774" y="2104620"/>
                  <a:pt x="4347179" y="2105025"/>
                  <a:pt x="4347583" y="2105430"/>
                </a:cubicBezTo>
                <a:lnTo>
                  <a:pt x="4349203" y="2108263"/>
                </a:lnTo>
                <a:cubicBezTo>
                  <a:pt x="4349607" y="2108668"/>
                  <a:pt x="4349607" y="2109073"/>
                  <a:pt x="4349203" y="2109478"/>
                </a:cubicBezTo>
                <a:lnTo>
                  <a:pt x="4347583" y="2112312"/>
                </a:lnTo>
                <a:cubicBezTo>
                  <a:pt x="4347179" y="2112716"/>
                  <a:pt x="4346774" y="2112716"/>
                  <a:pt x="4346369" y="2113121"/>
                </a:cubicBezTo>
                <a:lnTo>
                  <a:pt x="4343130" y="2113121"/>
                </a:lnTo>
                <a:cubicBezTo>
                  <a:pt x="4342726" y="2113121"/>
                  <a:pt x="4342321" y="2112716"/>
                  <a:pt x="4341916" y="2112312"/>
                </a:cubicBezTo>
                <a:lnTo>
                  <a:pt x="4340297" y="2109478"/>
                </a:lnTo>
                <a:cubicBezTo>
                  <a:pt x="4339892" y="2109073"/>
                  <a:pt x="4339892" y="2108668"/>
                  <a:pt x="4340297" y="2108263"/>
                </a:cubicBezTo>
                <a:lnTo>
                  <a:pt x="4341916" y="2105430"/>
                </a:lnTo>
                <a:cubicBezTo>
                  <a:pt x="4342321" y="2105025"/>
                  <a:pt x="4342726" y="2104620"/>
                  <a:pt x="4343130" y="2104620"/>
                </a:cubicBezTo>
                <a:close/>
                <a:moveTo>
                  <a:pt x="4262168" y="2104620"/>
                </a:moveTo>
                <a:lnTo>
                  <a:pt x="4265407" y="2104620"/>
                </a:lnTo>
                <a:cubicBezTo>
                  <a:pt x="4265812" y="2104620"/>
                  <a:pt x="4266217" y="2105025"/>
                  <a:pt x="4266621" y="2105430"/>
                </a:cubicBezTo>
                <a:lnTo>
                  <a:pt x="4268241" y="2108263"/>
                </a:lnTo>
                <a:cubicBezTo>
                  <a:pt x="4268645" y="2108668"/>
                  <a:pt x="4268645" y="2109073"/>
                  <a:pt x="4268241" y="2109478"/>
                </a:cubicBezTo>
                <a:lnTo>
                  <a:pt x="4266621" y="2112312"/>
                </a:lnTo>
                <a:cubicBezTo>
                  <a:pt x="4266217" y="2112716"/>
                  <a:pt x="4265812" y="2112716"/>
                  <a:pt x="4265407" y="2113121"/>
                </a:cubicBezTo>
                <a:lnTo>
                  <a:pt x="4262168" y="2113121"/>
                </a:lnTo>
                <a:cubicBezTo>
                  <a:pt x="4261764" y="2113121"/>
                  <a:pt x="4261359" y="2112716"/>
                  <a:pt x="4260954" y="2112312"/>
                </a:cubicBezTo>
                <a:lnTo>
                  <a:pt x="4259335" y="2109478"/>
                </a:lnTo>
                <a:cubicBezTo>
                  <a:pt x="4258930" y="2109073"/>
                  <a:pt x="4258930" y="2108668"/>
                  <a:pt x="4259335" y="2108263"/>
                </a:cubicBezTo>
                <a:lnTo>
                  <a:pt x="4260954" y="2105430"/>
                </a:lnTo>
                <a:cubicBezTo>
                  <a:pt x="4261359" y="2105025"/>
                  <a:pt x="4261764" y="2104620"/>
                  <a:pt x="4262168" y="2104620"/>
                </a:cubicBezTo>
                <a:close/>
                <a:moveTo>
                  <a:pt x="4221687" y="2104620"/>
                </a:moveTo>
                <a:lnTo>
                  <a:pt x="4224926" y="2104620"/>
                </a:lnTo>
                <a:cubicBezTo>
                  <a:pt x="4225331" y="2104620"/>
                  <a:pt x="4225736" y="2105025"/>
                  <a:pt x="4226140" y="2105430"/>
                </a:cubicBezTo>
                <a:lnTo>
                  <a:pt x="4227760" y="2108263"/>
                </a:lnTo>
                <a:cubicBezTo>
                  <a:pt x="4228164" y="2108668"/>
                  <a:pt x="4228164" y="2109073"/>
                  <a:pt x="4227760" y="2109478"/>
                </a:cubicBezTo>
                <a:lnTo>
                  <a:pt x="4226140" y="2112312"/>
                </a:lnTo>
                <a:cubicBezTo>
                  <a:pt x="4225736" y="2112716"/>
                  <a:pt x="4225331" y="2112716"/>
                  <a:pt x="4224926" y="2112716"/>
                </a:cubicBezTo>
                <a:lnTo>
                  <a:pt x="4221687" y="2112716"/>
                </a:lnTo>
                <a:cubicBezTo>
                  <a:pt x="4221283" y="2112716"/>
                  <a:pt x="4220878" y="2112716"/>
                  <a:pt x="4220473" y="2112312"/>
                </a:cubicBezTo>
                <a:lnTo>
                  <a:pt x="4218854" y="2109478"/>
                </a:lnTo>
                <a:cubicBezTo>
                  <a:pt x="4218449" y="2109073"/>
                  <a:pt x="4218449" y="2108668"/>
                  <a:pt x="4218854" y="2108263"/>
                </a:cubicBezTo>
                <a:lnTo>
                  <a:pt x="4220473" y="2105430"/>
                </a:lnTo>
                <a:cubicBezTo>
                  <a:pt x="4220878" y="2105025"/>
                  <a:pt x="4221283" y="2104620"/>
                  <a:pt x="4221687" y="2104620"/>
                </a:cubicBezTo>
                <a:close/>
                <a:moveTo>
                  <a:pt x="4018876" y="2104620"/>
                </a:moveTo>
                <a:lnTo>
                  <a:pt x="4023329" y="2104620"/>
                </a:lnTo>
                <a:lnTo>
                  <a:pt x="4025757" y="2108668"/>
                </a:lnTo>
                <a:lnTo>
                  <a:pt x="4023329" y="2112716"/>
                </a:lnTo>
                <a:lnTo>
                  <a:pt x="4018876" y="2112716"/>
                </a:lnTo>
                <a:lnTo>
                  <a:pt x="4016447" y="2108668"/>
                </a:lnTo>
                <a:close/>
                <a:moveTo>
                  <a:pt x="3816470" y="2104620"/>
                </a:moveTo>
                <a:lnTo>
                  <a:pt x="3820923" y="2104620"/>
                </a:lnTo>
                <a:lnTo>
                  <a:pt x="3823351" y="2108668"/>
                </a:lnTo>
                <a:lnTo>
                  <a:pt x="3820923" y="2112716"/>
                </a:lnTo>
                <a:lnTo>
                  <a:pt x="3816470" y="2112716"/>
                </a:lnTo>
                <a:lnTo>
                  <a:pt x="3814041" y="2108668"/>
                </a:lnTo>
                <a:close/>
                <a:moveTo>
                  <a:pt x="4544727" y="2104215"/>
                </a:moveTo>
                <a:lnTo>
                  <a:pt x="4549180" y="2104215"/>
                </a:lnTo>
                <a:cubicBezTo>
                  <a:pt x="4549585" y="2104215"/>
                  <a:pt x="4549989" y="2104215"/>
                  <a:pt x="4550394" y="2104620"/>
                </a:cubicBezTo>
                <a:lnTo>
                  <a:pt x="4552418" y="2108263"/>
                </a:lnTo>
                <a:cubicBezTo>
                  <a:pt x="4552823" y="2108668"/>
                  <a:pt x="4552823" y="2109073"/>
                  <a:pt x="4552418" y="2109478"/>
                </a:cubicBezTo>
                <a:lnTo>
                  <a:pt x="4550394" y="2113121"/>
                </a:lnTo>
                <a:cubicBezTo>
                  <a:pt x="4549989" y="2113526"/>
                  <a:pt x="4549585" y="2113526"/>
                  <a:pt x="4549180" y="2113526"/>
                </a:cubicBezTo>
                <a:lnTo>
                  <a:pt x="4544727" y="2113526"/>
                </a:lnTo>
                <a:cubicBezTo>
                  <a:pt x="4544322" y="2113526"/>
                  <a:pt x="4543917" y="2113526"/>
                  <a:pt x="4543513" y="2113121"/>
                </a:cubicBezTo>
                <a:lnTo>
                  <a:pt x="4541489" y="2109478"/>
                </a:lnTo>
                <a:cubicBezTo>
                  <a:pt x="4541084" y="2109073"/>
                  <a:pt x="4541084" y="2108668"/>
                  <a:pt x="4541489" y="2108263"/>
                </a:cubicBezTo>
                <a:lnTo>
                  <a:pt x="4543513" y="2104620"/>
                </a:lnTo>
                <a:cubicBezTo>
                  <a:pt x="4543917" y="2104620"/>
                  <a:pt x="4544322" y="2104215"/>
                  <a:pt x="4544727" y="2104215"/>
                </a:cubicBezTo>
                <a:close/>
                <a:moveTo>
                  <a:pt x="4504246" y="2104215"/>
                </a:moveTo>
                <a:lnTo>
                  <a:pt x="4508699" y="2104215"/>
                </a:lnTo>
                <a:cubicBezTo>
                  <a:pt x="4509104" y="2104215"/>
                  <a:pt x="4509508" y="2104215"/>
                  <a:pt x="4509913" y="2104620"/>
                </a:cubicBezTo>
                <a:lnTo>
                  <a:pt x="4511937" y="2108263"/>
                </a:lnTo>
                <a:cubicBezTo>
                  <a:pt x="4512342" y="2108668"/>
                  <a:pt x="4512342" y="2109073"/>
                  <a:pt x="4511937" y="2109478"/>
                </a:cubicBezTo>
                <a:lnTo>
                  <a:pt x="4509913" y="2113121"/>
                </a:lnTo>
                <a:cubicBezTo>
                  <a:pt x="4509508" y="2113526"/>
                  <a:pt x="4509104" y="2113526"/>
                  <a:pt x="4508699" y="2113526"/>
                </a:cubicBezTo>
                <a:lnTo>
                  <a:pt x="4504246" y="2113526"/>
                </a:lnTo>
                <a:cubicBezTo>
                  <a:pt x="4503841" y="2113526"/>
                  <a:pt x="4503436" y="2113526"/>
                  <a:pt x="4503032" y="2113121"/>
                </a:cubicBezTo>
                <a:lnTo>
                  <a:pt x="4501008" y="2109478"/>
                </a:lnTo>
                <a:cubicBezTo>
                  <a:pt x="4500603" y="2109073"/>
                  <a:pt x="4500603" y="2108668"/>
                  <a:pt x="4501008" y="2108263"/>
                </a:cubicBezTo>
                <a:lnTo>
                  <a:pt x="4503032" y="2104620"/>
                </a:lnTo>
                <a:cubicBezTo>
                  <a:pt x="4503436" y="2104620"/>
                  <a:pt x="4503841" y="2104215"/>
                  <a:pt x="4504246" y="2104215"/>
                </a:cubicBezTo>
                <a:close/>
                <a:moveTo>
                  <a:pt x="4464170" y="2104215"/>
                </a:moveTo>
                <a:lnTo>
                  <a:pt x="4468218" y="2104215"/>
                </a:lnTo>
                <a:cubicBezTo>
                  <a:pt x="4468623" y="2104215"/>
                  <a:pt x="4469028" y="2104215"/>
                  <a:pt x="4469432" y="2104620"/>
                </a:cubicBezTo>
                <a:lnTo>
                  <a:pt x="4471457" y="2108263"/>
                </a:lnTo>
                <a:cubicBezTo>
                  <a:pt x="4471862" y="2108668"/>
                  <a:pt x="4471862" y="2109073"/>
                  <a:pt x="4471457" y="2109478"/>
                </a:cubicBezTo>
                <a:lnTo>
                  <a:pt x="4469432" y="2113121"/>
                </a:lnTo>
                <a:cubicBezTo>
                  <a:pt x="4469028" y="2113121"/>
                  <a:pt x="4468623" y="2113526"/>
                  <a:pt x="4468218" y="2113526"/>
                </a:cubicBezTo>
                <a:lnTo>
                  <a:pt x="4464170" y="2113526"/>
                </a:lnTo>
                <a:cubicBezTo>
                  <a:pt x="4463766" y="2113526"/>
                  <a:pt x="4463360" y="2113526"/>
                  <a:pt x="4462956" y="2113121"/>
                </a:cubicBezTo>
                <a:lnTo>
                  <a:pt x="4460932" y="2109478"/>
                </a:lnTo>
                <a:cubicBezTo>
                  <a:pt x="4460527" y="2109073"/>
                  <a:pt x="4460527" y="2108668"/>
                  <a:pt x="4460932" y="2108263"/>
                </a:cubicBezTo>
                <a:lnTo>
                  <a:pt x="4462956" y="2104620"/>
                </a:lnTo>
                <a:cubicBezTo>
                  <a:pt x="4463360" y="2104620"/>
                  <a:pt x="4463766" y="2104215"/>
                  <a:pt x="4464170" y="2104215"/>
                </a:cubicBezTo>
                <a:close/>
                <a:moveTo>
                  <a:pt x="4423688" y="2104215"/>
                </a:moveTo>
                <a:lnTo>
                  <a:pt x="4427332" y="2104215"/>
                </a:lnTo>
                <a:cubicBezTo>
                  <a:pt x="4427736" y="2104215"/>
                  <a:pt x="4428141" y="2104620"/>
                  <a:pt x="4428546" y="2105025"/>
                </a:cubicBezTo>
                <a:lnTo>
                  <a:pt x="4430570" y="2108263"/>
                </a:lnTo>
                <a:cubicBezTo>
                  <a:pt x="4430975" y="2108668"/>
                  <a:pt x="4430975" y="2109073"/>
                  <a:pt x="4430570" y="2109478"/>
                </a:cubicBezTo>
                <a:lnTo>
                  <a:pt x="4428546" y="2112716"/>
                </a:lnTo>
                <a:cubicBezTo>
                  <a:pt x="4428546" y="2112716"/>
                  <a:pt x="4428141" y="2113121"/>
                  <a:pt x="4427332" y="2113526"/>
                </a:cubicBezTo>
                <a:lnTo>
                  <a:pt x="4423688" y="2113526"/>
                </a:lnTo>
                <a:cubicBezTo>
                  <a:pt x="4423284" y="2113526"/>
                  <a:pt x="4422878" y="2113121"/>
                  <a:pt x="4422474" y="2112716"/>
                </a:cubicBezTo>
                <a:lnTo>
                  <a:pt x="4420450" y="2109478"/>
                </a:lnTo>
                <a:cubicBezTo>
                  <a:pt x="4420045" y="2109073"/>
                  <a:pt x="4420045" y="2108668"/>
                  <a:pt x="4420450" y="2108263"/>
                </a:cubicBezTo>
                <a:lnTo>
                  <a:pt x="4422474" y="2105025"/>
                </a:lnTo>
                <a:cubicBezTo>
                  <a:pt x="4422878" y="2104620"/>
                  <a:pt x="4423284" y="2104215"/>
                  <a:pt x="4423688" y="2104215"/>
                </a:cubicBezTo>
                <a:close/>
                <a:moveTo>
                  <a:pt x="4180801" y="2104215"/>
                </a:moveTo>
                <a:lnTo>
                  <a:pt x="4184849" y="2104215"/>
                </a:lnTo>
                <a:cubicBezTo>
                  <a:pt x="4185254" y="2104215"/>
                  <a:pt x="4185659" y="2104620"/>
                  <a:pt x="4186063" y="2105025"/>
                </a:cubicBezTo>
                <a:lnTo>
                  <a:pt x="4188088" y="2108263"/>
                </a:lnTo>
                <a:cubicBezTo>
                  <a:pt x="4188493" y="2108668"/>
                  <a:pt x="4188493" y="2109073"/>
                  <a:pt x="4188088" y="2109478"/>
                </a:cubicBezTo>
                <a:lnTo>
                  <a:pt x="4186063" y="2112716"/>
                </a:lnTo>
                <a:cubicBezTo>
                  <a:pt x="4185659" y="2113121"/>
                  <a:pt x="4185254" y="2113121"/>
                  <a:pt x="4184849" y="2113121"/>
                </a:cubicBezTo>
                <a:lnTo>
                  <a:pt x="4180801" y="2113121"/>
                </a:lnTo>
                <a:cubicBezTo>
                  <a:pt x="4180397" y="2113121"/>
                  <a:pt x="4179991" y="2113121"/>
                  <a:pt x="4179587" y="2112716"/>
                </a:cubicBezTo>
                <a:lnTo>
                  <a:pt x="4177563" y="2109478"/>
                </a:lnTo>
                <a:cubicBezTo>
                  <a:pt x="4177158" y="2109073"/>
                  <a:pt x="4177158" y="2108668"/>
                  <a:pt x="4177563" y="2108263"/>
                </a:cubicBezTo>
                <a:lnTo>
                  <a:pt x="4179587" y="2105025"/>
                </a:lnTo>
                <a:cubicBezTo>
                  <a:pt x="4179991" y="2104620"/>
                  <a:pt x="4180397" y="2104215"/>
                  <a:pt x="4180801" y="2104215"/>
                </a:cubicBezTo>
                <a:close/>
                <a:moveTo>
                  <a:pt x="3775988" y="2104215"/>
                </a:moveTo>
                <a:lnTo>
                  <a:pt x="3779632" y="2104215"/>
                </a:lnTo>
                <a:cubicBezTo>
                  <a:pt x="3780036" y="2104215"/>
                  <a:pt x="3780441" y="2104215"/>
                  <a:pt x="3780846" y="2104620"/>
                </a:cubicBezTo>
                <a:lnTo>
                  <a:pt x="3782870" y="2107858"/>
                </a:lnTo>
                <a:cubicBezTo>
                  <a:pt x="3783275" y="2108263"/>
                  <a:pt x="3783275" y="2108668"/>
                  <a:pt x="3782870" y="2109073"/>
                </a:cubicBezTo>
                <a:lnTo>
                  <a:pt x="3780846" y="2112311"/>
                </a:lnTo>
                <a:cubicBezTo>
                  <a:pt x="3780846" y="2112716"/>
                  <a:pt x="3780441" y="2113121"/>
                  <a:pt x="3779632" y="2113121"/>
                </a:cubicBezTo>
                <a:lnTo>
                  <a:pt x="3775988" y="2113121"/>
                </a:lnTo>
                <a:cubicBezTo>
                  <a:pt x="3775584" y="2113121"/>
                  <a:pt x="3775178" y="2112716"/>
                  <a:pt x="3774774" y="2112311"/>
                </a:cubicBezTo>
                <a:lnTo>
                  <a:pt x="3772750" y="2109073"/>
                </a:lnTo>
                <a:cubicBezTo>
                  <a:pt x="3772345" y="2108668"/>
                  <a:pt x="3772345" y="2108263"/>
                  <a:pt x="3772750" y="2107858"/>
                </a:cubicBezTo>
                <a:lnTo>
                  <a:pt x="3774774" y="2104620"/>
                </a:lnTo>
                <a:cubicBezTo>
                  <a:pt x="3775178" y="2104620"/>
                  <a:pt x="3775584" y="2104215"/>
                  <a:pt x="3775988" y="2104215"/>
                </a:cubicBezTo>
                <a:close/>
                <a:moveTo>
                  <a:pt x="4585614" y="2103811"/>
                </a:moveTo>
                <a:lnTo>
                  <a:pt x="4589257" y="2103811"/>
                </a:lnTo>
                <a:cubicBezTo>
                  <a:pt x="4589662" y="2103811"/>
                  <a:pt x="4590066" y="2104216"/>
                  <a:pt x="4590471" y="2104620"/>
                </a:cubicBezTo>
                <a:lnTo>
                  <a:pt x="4592090" y="2107859"/>
                </a:lnTo>
                <a:cubicBezTo>
                  <a:pt x="4592495" y="2108264"/>
                  <a:pt x="4592495" y="2108669"/>
                  <a:pt x="4592090" y="2109074"/>
                </a:cubicBezTo>
                <a:lnTo>
                  <a:pt x="4590471" y="2112312"/>
                </a:lnTo>
                <a:cubicBezTo>
                  <a:pt x="4590471" y="2112717"/>
                  <a:pt x="4590066" y="2113122"/>
                  <a:pt x="4589257" y="2113122"/>
                </a:cubicBezTo>
                <a:lnTo>
                  <a:pt x="4585614" y="2113122"/>
                </a:lnTo>
                <a:cubicBezTo>
                  <a:pt x="4585209" y="2113122"/>
                  <a:pt x="4584804" y="2112717"/>
                  <a:pt x="4584399" y="2112312"/>
                </a:cubicBezTo>
                <a:lnTo>
                  <a:pt x="4582780" y="2109074"/>
                </a:lnTo>
                <a:cubicBezTo>
                  <a:pt x="4582375" y="2108669"/>
                  <a:pt x="4582375" y="2108264"/>
                  <a:pt x="4582780" y="2107859"/>
                </a:cubicBezTo>
                <a:lnTo>
                  <a:pt x="4584399" y="2104620"/>
                </a:lnTo>
                <a:cubicBezTo>
                  <a:pt x="4584804" y="2104216"/>
                  <a:pt x="4585209" y="2103811"/>
                  <a:pt x="4585614" y="2103811"/>
                </a:cubicBezTo>
                <a:close/>
                <a:moveTo>
                  <a:pt x="4302245" y="2103811"/>
                </a:moveTo>
                <a:lnTo>
                  <a:pt x="4305888" y="2103811"/>
                </a:lnTo>
                <a:cubicBezTo>
                  <a:pt x="4306293" y="2103811"/>
                  <a:pt x="4306697" y="2104216"/>
                  <a:pt x="4307102" y="2104620"/>
                </a:cubicBezTo>
                <a:lnTo>
                  <a:pt x="4308721" y="2107859"/>
                </a:lnTo>
                <a:cubicBezTo>
                  <a:pt x="4309126" y="2108264"/>
                  <a:pt x="4309126" y="2108669"/>
                  <a:pt x="4308721" y="2109074"/>
                </a:cubicBezTo>
                <a:lnTo>
                  <a:pt x="4307102" y="2112312"/>
                </a:lnTo>
                <a:cubicBezTo>
                  <a:pt x="4306697" y="2112717"/>
                  <a:pt x="4306293" y="2113122"/>
                  <a:pt x="4305888" y="2113122"/>
                </a:cubicBezTo>
                <a:lnTo>
                  <a:pt x="4302245" y="2113122"/>
                </a:lnTo>
                <a:cubicBezTo>
                  <a:pt x="4301840" y="2113122"/>
                  <a:pt x="4301435" y="2112717"/>
                  <a:pt x="4301030" y="2112312"/>
                </a:cubicBezTo>
                <a:lnTo>
                  <a:pt x="4299411" y="2109074"/>
                </a:lnTo>
                <a:cubicBezTo>
                  <a:pt x="4299006" y="2108669"/>
                  <a:pt x="4299006" y="2108264"/>
                  <a:pt x="4299411" y="2107859"/>
                </a:cubicBezTo>
                <a:lnTo>
                  <a:pt x="4301030" y="2104620"/>
                </a:lnTo>
                <a:cubicBezTo>
                  <a:pt x="4301435" y="2104216"/>
                  <a:pt x="4301840" y="2103811"/>
                  <a:pt x="4302245" y="2103811"/>
                </a:cubicBezTo>
                <a:close/>
                <a:moveTo>
                  <a:pt x="3734698" y="2103406"/>
                </a:moveTo>
                <a:lnTo>
                  <a:pt x="3739556" y="2103406"/>
                </a:lnTo>
                <a:cubicBezTo>
                  <a:pt x="3739961" y="2103406"/>
                  <a:pt x="3740365" y="2103811"/>
                  <a:pt x="3740770" y="2104216"/>
                </a:cubicBezTo>
                <a:lnTo>
                  <a:pt x="3743199" y="2108264"/>
                </a:lnTo>
                <a:cubicBezTo>
                  <a:pt x="3743604" y="2108669"/>
                  <a:pt x="3743604" y="2109073"/>
                  <a:pt x="3743199" y="2109478"/>
                </a:cubicBezTo>
                <a:lnTo>
                  <a:pt x="3740770" y="2113526"/>
                </a:lnTo>
                <a:cubicBezTo>
                  <a:pt x="3740770" y="2113931"/>
                  <a:pt x="3740365" y="2113931"/>
                  <a:pt x="3739556" y="2114336"/>
                </a:cubicBezTo>
                <a:lnTo>
                  <a:pt x="3734698" y="2114336"/>
                </a:lnTo>
                <a:cubicBezTo>
                  <a:pt x="3734293" y="2114336"/>
                  <a:pt x="3733888" y="2113931"/>
                  <a:pt x="3733484" y="2113526"/>
                </a:cubicBezTo>
                <a:lnTo>
                  <a:pt x="3731055" y="2109478"/>
                </a:lnTo>
                <a:cubicBezTo>
                  <a:pt x="3730650" y="2109073"/>
                  <a:pt x="3730650" y="2108669"/>
                  <a:pt x="3731055" y="2108264"/>
                </a:cubicBezTo>
                <a:lnTo>
                  <a:pt x="3733484" y="2104216"/>
                </a:lnTo>
                <a:cubicBezTo>
                  <a:pt x="3733888" y="2103811"/>
                  <a:pt x="3734293" y="2103406"/>
                  <a:pt x="3734698" y="2103406"/>
                </a:cubicBezTo>
                <a:close/>
                <a:moveTo>
                  <a:pt x="3654140" y="2103406"/>
                </a:moveTo>
                <a:lnTo>
                  <a:pt x="3658997" y="2103406"/>
                </a:lnTo>
                <a:cubicBezTo>
                  <a:pt x="3659402" y="2103406"/>
                  <a:pt x="3659807" y="2103811"/>
                  <a:pt x="3660212" y="2104216"/>
                </a:cubicBezTo>
                <a:lnTo>
                  <a:pt x="3662641" y="2108264"/>
                </a:lnTo>
                <a:cubicBezTo>
                  <a:pt x="3663046" y="2108669"/>
                  <a:pt x="3663046" y="2109073"/>
                  <a:pt x="3662641" y="2109478"/>
                </a:cubicBezTo>
                <a:lnTo>
                  <a:pt x="3660212" y="2113526"/>
                </a:lnTo>
                <a:cubicBezTo>
                  <a:pt x="3659807" y="2113931"/>
                  <a:pt x="3659402" y="2113931"/>
                  <a:pt x="3658997" y="2113931"/>
                </a:cubicBezTo>
                <a:lnTo>
                  <a:pt x="3654140" y="2113931"/>
                </a:lnTo>
                <a:cubicBezTo>
                  <a:pt x="3653735" y="2113931"/>
                  <a:pt x="3653330" y="2113931"/>
                  <a:pt x="3652925" y="2113526"/>
                </a:cubicBezTo>
                <a:lnTo>
                  <a:pt x="3650497" y="2109478"/>
                </a:lnTo>
                <a:cubicBezTo>
                  <a:pt x="3650092" y="2109073"/>
                  <a:pt x="3650092" y="2108669"/>
                  <a:pt x="3650497" y="2108264"/>
                </a:cubicBezTo>
                <a:lnTo>
                  <a:pt x="3652925" y="2104216"/>
                </a:lnTo>
                <a:cubicBezTo>
                  <a:pt x="3653330" y="2103811"/>
                  <a:pt x="3653735" y="2103406"/>
                  <a:pt x="3654140" y="2103406"/>
                </a:cubicBezTo>
                <a:close/>
                <a:moveTo>
                  <a:pt x="3613254" y="2103001"/>
                </a:moveTo>
                <a:lnTo>
                  <a:pt x="3618921" y="2103001"/>
                </a:lnTo>
                <a:cubicBezTo>
                  <a:pt x="3619326" y="2103001"/>
                  <a:pt x="3619731" y="2103001"/>
                  <a:pt x="3620136" y="2103406"/>
                </a:cubicBezTo>
                <a:lnTo>
                  <a:pt x="3622969" y="2108264"/>
                </a:lnTo>
                <a:cubicBezTo>
                  <a:pt x="3623374" y="2108668"/>
                  <a:pt x="3623374" y="2109073"/>
                  <a:pt x="3622969" y="2109478"/>
                </a:cubicBezTo>
                <a:lnTo>
                  <a:pt x="3620136" y="2114336"/>
                </a:lnTo>
                <a:cubicBezTo>
                  <a:pt x="3619731" y="2114740"/>
                  <a:pt x="3619326" y="2114740"/>
                  <a:pt x="3618921" y="2114740"/>
                </a:cubicBezTo>
                <a:lnTo>
                  <a:pt x="3613254" y="2114740"/>
                </a:lnTo>
                <a:cubicBezTo>
                  <a:pt x="3612849" y="2114740"/>
                  <a:pt x="3612444" y="2114740"/>
                  <a:pt x="3612040" y="2114336"/>
                </a:cubicBezTo>
                <a:lnTo>
                  <a:pt x="3609206" y="2109478"/>
                </a:lnTo>
                <a:cubicBezTo>
                  <a:pt x="3608801" y="2109073"/>
                  <a:pt x="3608801" y="2108668"/>
                  <a:pt x="3609206" y="2108264"/>
                </a:cubicBezTo>
                <a:lnTo>
                  <a:pt x="3612040" y="2103406"/>
                </a:lnTo>
                <a:cubicBezTo>
                  <a:pt x="3612444" y="2103406"/>
                  <a:pt x="3612849" y="2103001"/>
                  <a:pt x="3613254" y="2103001"/>
                </a:cubicBezTo>
                <a:close/>
                <a:moveTo>
                  <a:pt x="3694216" y="2102191"/>
                </a:moveTo>
                <a:lnTo>
                  <a:pt x="3699478" y="2102191"/>
                </a:lnTo>
                <a:cubicBezTo>
                  <a:pt x="3699883" y="2102191"/>
                  <a:pt x="3700288" y="2102596"/>
                  <a:pt x="3700693" y="2103001"/>
                </a:cubicBezTo>
                <a:lnTo>
                  <a:pt x="3703527" y="2107858"/>
                </a:lnTo>
                <a:cubicBezTo>
                  <a:pt x="3703931" y="2108263"/>
                  <a:pt x="3703931" y="2108668"/>
                  <a:pt x="3703527" y="2109073"/>
                </a:cubicBezTo>
                <a:lnTo>
                  <a:pt x="3700693" y="2113931"/>
                </a:lnTo>
                <a:cubicBezTo>
                  <a:pt x="3700693" y="2114335"/>
                  <a:pt x="3700288" y="2114740"/>
                  <a:pt x="3699478" y="2114740"/>
                </a:cubicBezTo>
                <a:lnTo>
                  <a:pt x="3694216" y="2114740"/>
                </a:lnTo>
                <a:cubicBezTo>
                  <a:pt x="3693811" y="2114740"/>
                  <a:pt x="3693406" y="2114335"/>
                  <a:pt x="3693002" y="2113931"/>
                </a:cubicBezTo>
                <a:lnTo>
                  <a:pt x="3690168" y="2109073"/>
                </a:lnTo>
                <a:cubicBezTo>
                  <a:pt x="3689763" y="2108668"/>
                  <a:pt x="3689763" y="2108263"/>
                  <a:pt x="3690168" y="2107858"/>
                </a:cubicBezTo>
                <a:lnTo>
                  <a:pt x="3693002" y="2103001"/>
                </a:lnTo>
                <a:cubicBezTo>
                  <a:pt x="3693406" y="2102596"/>
                  <a:pt x="3693811" y="2102191"/>
                  <a:pt x="3694216" y="2102191"/>
                </a:cubicBezTo>
                <a:close/>
                <a:moveTo>
                  <a:pt x="3571963" y="2101382"/>
                </a:moveTo>
                <a:lnTo>
                  <a:pt x="3578845" y="2101382"/>
                </a:lnTo>
                <a:cubicBezTo>
                  <a:pt x="3579250" y="2101382"/>
                  <a:pt x="3579655" y="2101382"/>
                  <a:pt x="3580060" y="2101787"/>
                </a:cubicBezTo>
                <a:lnTo>
                  <a:pt x="3583298" y="2107859"/>
                </a:lnTo>
                <a:cubicBezTo>
                  <a:pt x="3583703" y="2108264"/>
                  <a:pt x="3583703" y="2108669"/>
                  <a:pt x="3583298" y="2109074"/>
                </a:cubicBezTo>
                <a:lnTo>
                  <a:pt x="3580060" y="2115146"/>
                </a:lnTo>
                <a:cubicBezTo>
                  <a:pt x="3580060" y="2115550"/>
                  <a:pt x="3579655" y="2115955"/>
                  <a:pt x="3578845" y="2115955"/>
                </a:cubicBezTo>
                <a:lnTo>
                  <a:pt x="3571963" y="2115955"/>
                </a:lnTo>
                <a:cubicBezTo>
                  <a:pt x="3571559" y="2115955"/>
                  <a:pt x="3571154" y="2115550"/>
                  <a:pt x="3570749" y="2115146"/>
                </a:cubicBezTo>
                <a:lnTo>
                  <a:pt x="3567511" y="2109074"/>
                </a:lnTo>
                <a:cubicBezTo>
                  <a:pt x="3567106" y="2108669"/>
                  <a:pt x="3567106" y="2108264"/>
                  <a:pt x="3567511" y="2107859"/>
                </a:cubicBezTo>
                <a:lnTo>
                  <a:pt x="3570749" y="2101787"/>
                </a:lnTo>
                <a:cubicBezTo>
                  <a:pt x="3571154" y="2101787"/>
                  <a:pt x="3571559" y="2101382"/>
                  <a:pt x="3571963" y="2101382"/>
                </a:cubicBezTo>
                <a:close/>
                <a:moveTo>
                  <a:pt x="3530672" y="2099763"/>
                </a:moveTo>
                <a:lnTo>
                  <a:pt x="3539173" y="2099763"/>
                </a:lnTo>
                <a:cubicBezTo>
                  <a:pt x="3539578" y="2099763"/>
                  <a:pt x="3539983" y="2100168"/>
                  <a:pt x="3540387" y="2100572"/>
                </a:cubicBezTo>
                <a:lnTo>
                  <a:pt x="3544436" y="2107859"/>
                </a:lnTo>
                <a:cubicBezTo>
                  <a:pt x="3544841" y="2108264"/>
                  <a:pt x="3544841" y="2108669"/>
                  <a:pt x="3544436" y="2109074"/>
                </a:cubicBezTo>
                <a:lnTo>
                  <a:pt x="3540387" y="2116360"/>
                </a:lnTo>
                <a:cubicBezTo>
                  <a:pt x="3539983" y="2116765"/>
                  <a:pt x="3539578" y="2117170"/>
                  <a:pt x="3539173" y="2116765"/>
                </a:cubicBezTo>
                <a:lnTo>
                  <a:pt x="3530672" y="2116765"/>
                </a:lnTo>
                <a:cubicBezTo>
                  <a:pt x="3530267" y="2116765"/>
                  <a:pt x="3529862" y="2116765"/>
                  <a:pt x="3529458" y="2116360"/>
                </a:cubicBezTo>
                <a:lnTo>
                  <a:pt x="3525410" y="2109074"/>
                </a:lnTo>
                <a:cubicBezTo>
                  <a:pt x="3525005" y="2108669"/>
                  <a:pt x="3525005" y="2108264"/>
                  <a:pt x="3525410" y="2107859"/>
                </a:cubicBezTo>
                <a:lnTo>
                  <a:pt x="3529458" y="2100572"/>
                </a:lnTo>
                <a:cubicBezTo>
                  <a:pt x="3529862" y="2100168"/>
                  <a:pt x="3530267" y="2099763"/>
                  <a:pt x="3530672" y="2099763"/>
                </a:cubicBezTo>
                <a:close/>
                <a:moveTo>
                  <a:pt x="3489381" y="2099358"/>
                </a:moveTo>
                <a:lnTo>
                  <a:pt x="3499096" y="2099358"/>
                </a:lnTo>
                <a:cubicBezTo>
                  <a:pt x="3499501" y="2099358"/>
                  <a:pt x="3499906" y="2099763"/>
                  <a:pt x="3500311" y="2100168"/>
                </a:cubicBezTo>
                <a:lnTo>
                  <a:pt x="3505169" y="2108264"/>
                </a:lnTo>
                <a:cubicBezTo>
                  <a:pt x="3505573" y="2108669"/>
                  <a:pt x="3505573" y="2109074"/>
                  <a:pt x="3505169" y="2109478"/>
                </a:cubicBezTo>
                <a:lnTo>
                  <a:pt x="3500311" y="2117575"/>
                </a:lnTo>
                <a:cubicBezTo>
                  <a:pt x="3500311" y="2117980"/>
                  <a:pt x="3499906" y="2117980"/>
                  <a:pt x="3499096" y="2117980"/>
                </a:cubicBezTo>
                <a:lnTo>
                  <a:pt x="3489381" y="2117980"/>
                </a:lnTo>
                <a:cubicBezTo>
                  <a:pt x="3488976" y="2117980"/>
                  <a:pt x="3488571" y="2117980"/>
                  <a:pt x="3488167" y="2117575"/>
                </a:cubicBezTo>
                <a:lnTo>
                  <a:pt x="3483309" y="2109478"/>
                </a:lnTo>
                <a:cubicBezTo>
                  <a:pt x="3482904" y="2109074"/>
                  <a:pt x="3482904" y="2108669"/>
                  <a:pt x="3483309" y="2108264"/>
                </a:cubicBezTo>
                <a:lnTo>
                  <a:pt x="3488167" y="2100168"/>
                </a:lnTo>
                <a:cubicBezTo>
                  <a:pt x="3488571" y="2099763"/>
                  <a:pt x="3488976" y="2099358"/>
                  <a:pt x="3489381" y="2099358"/>
                </a:cubicBezTo>
                <a:close/>
                <a:moveTo>
                  <a:pt x="3408418" y="2098953"/>
                </a:moveTo>
                <a:lnTo>
                  <a:pt x="3418539" y="2098953"/>
                </a:lnTo>
                <a:cubicBezTo>
                  <a:pt x="3418943" y="2098953"/>
                  <a:pt x="3419349" y="2098953"/>
                  <a:pt x="3419753" y="2099358"/>
                </a:cubicBezTo>
                <a:lnTo>
                  <a:pt x="3425016" y="2108264"/>
                </a:lnTo>
                <a:cubicBezTo>
                  <a:pt x="3425421" y="2108668"/>
                  <a:pt x="3425421" y="2109073"/>
                  <a:pt x="3425016" y="2109478"/>
                </a:cubicBezTo>
                <a:lnTo>
                  <a:pt x="3419753" y="2118384"/>
                </a:lnTo>
                <a:cubicBezTo>
                  <a:pt x="3419753" y="2118789"/>
                  <a:pt x="3419349" y="2118789"/>
                  <a:pt x="3418539" y="2119194"/>
                </a:cubicBezTo>
                <a:lnTo>
                  <a:pt x="3408418" y="2119194"/>
                </a:lnTo>
                <a:cubicBezTo>
                  <a:pt x="3408014" y="2119194"/>
                  <a:pt x="3407609" y="2118789"/>
                  <a:pt x="3407204" y="2118384"/>
                </a:cubicBezTo>
                <a:lnTo>
                  <a:pt x="3401942" y="2109478"/>
                </a:lnTo>
                <a:cubicBezTo>
                  <a:pt x="3401537" y="2109073"/>
                  <a:pt x="3401537" y="2108668"/>
                  <a:pt x="3401942" y="2108264"/>
                </a:cubicBezTo>
                <a:lnTo>
                  <a:pt x="3407204" y="2099358"/>
                </a:lnTo>
                <a:cubicBezTo>
                  <a:pt x="3407609" y="2099358"/>
                  <a:pt x="3408014" y="2098953"/>
                  <a:pt x="3408418" y="2098953"/>
                </a:cubicBezTo>
                <a:close/>
                <a:moveTo>
                  <a:pt x="3448900" y="2098548"/>
                </a:moveTo>
                <a:lnTo>
                  <a:pt x="3459020" y="2098548"/>
                </a:lnTo>
                <a:cubicBezTo>
                  <a:pt x="3459425" y="2098548"/>
                  <a:pt x="3459830" y="2098548"/>
                  <a:pt x="3460235" y="2098953"/>
                </a:cubicBezTo>
                <a:lnTo>
                  <a:pt x="3465092" y="2107859"/>
                </a:lnTo>
                <a:cubicBezTo>
                  <a:pt x="3465497" y="2108264"/>
                  <a:pt x="3465497" y="2108668"/>
                  <a:pt x="3465092" y="2109073"/>
                </a:cubicBezTo>
                <a:lnTo>
                  <a:pt x="3460235" y="2117979"/>
                </a:lnTo>
                <a:cubicBezTo>
                  <a:pt x="3460235" y="2118384"/>
                  <a:pt x="3459830" y="2118789"/>
                  <a:pt x="3459020" y="2118789"/>
                </a:cubicBezTo>
                <a:lnTo>
                  <a:pt x="3448900" y="2118789"/>
                </a:lnTo>
                <a:cubicBezTo>
                  <a:pt x="3448495" y="2118789"/>
                  <a:pt x="3448090" y="2118384"/>
                  <a:pt x="3447686" y="2117979"/>
                </a:cubicBezTo>
                <a:lnTo>
                  <a:pt x="3442828" y="2109073"/>
                </a:lnTo>
                <a:cubicBezTo>
                  <a:pt x="3442423" y="2108668"/>
                  <a:pt x="3442423" y="2108264"/>
                  <a:pt x="3442828" y="2107859"/>
                </a:cubicBezTo>
                <a:lnTo>
                  <a:pt x="3447686" y="2098953"/>
                </a:lnTo>
                <a:cubicBezTo>
                  <a:pt x="3448090" y="2098953"/>
                  <a:pt x="3448495" y="2098548"/>
                  <a:pt x="3448900" y="2098548"/>
                </a:cubicBezTo>
                <a:close/>
                <a:moveTo>
                  <a:pt x="3367937" y="2098548"/>
                </a:moveTo>
                <a:lnTo>
                  <a:pt x="3378462" y="2098548"/>
                </a:lnTo>
                <a:cubicBezTo>
                  <a:pt x="3378868" y="2098548"/>
                  <a:pt x="3379272" y="2098953"/>
                  <a:pt x="3379677" y="2099358"/>
                </a:cubicBezTo>
                <a:lnTo>
                  <a:pt x="3384940" y="2108264"/>
                </a:lnTo>
                <a:cubicBezTo>
                  <a:pt x="3385345" y="2108668"/>
                  <a:pt x="3385345" y="2109073"/>
                  <a:pt x="3384940" y="2109478"/>
                </a:cubicBezTo>
                <a:lnTo>
                  <a:pt x="3379677" y="2118384"/>
                </a:lnTo>
                <a:cubicBezTo>
                  <a:pt x="3379272" y="2118789"/>
                  <a:pt x="3378868" y="2118789"/>
                  <a:pt x="3378462" y="2119194"/>
                </a:cubicBezTo>
                <a:lnTo>
                  <a:pt x="3367937" y="2119194"/>
                </a:lnTo>
                <a:cubicBezTo>
                  <a:pt x="3367533" y="2119194"/>
                  <a:pt x="3367128" y="2118789"/>
                  <a:pt x="3366723" y="2118384"/>
                </a:cubicBezTo>
                <a:lnTo>
                  <a:pt x="3361461" y="2109478"/>
                </a:lnTo>
                <a:cubicBezTo>
                  <a:pt x="3361056" y="2109073"/>
                  <a:pt x="3361056" y="2108668"/>
                  <a:pt x="3361461" y="2108264"/>
                </a:cubicBezTo>
                <a:lnTo>
                  <a:pt x="3366723" y="2099358"/>
                </a:lnTo>
                <a:cubicBezTo>
                  <a:pt x="3367128" y="2098953"/>
                  <a:pt x="3367533" y="2098548"/>
                  <a:pt x="3367937" y="2098548"/>
                </a:cubicBezTo>
                <a:close/>
                <a:moveTo>
                  <a:pt x="3327861" y="2098548"/>
                </a:moveTo>
                <a:lnTo>
                  <a:pt x="3337576" y="2098548"/>
                </a:lnTo>
                <a:cubicBezTo>
                  <a:pt x="3337981" y="2098548"/>
                  <a:pt x="3338386" y="2098953"/>
                  <a:pt x="3338791" y="2099358"/>
                </a:cubicBezTo>
                <a:lnTo>
                  <a:pt x="3343649" y="2107859"/>
                </a:lnTo>
                <a:cubicBezTo>
                  <a:pt x="3344053" y="2108264"/>
                  <a:pt x="3344053" y="2108668"/>
                  <a:pt x="3343649" y="2109073"/>
                </a:cubicBezTo>
                <a:lnTo>
                  <a:pt x="3338791" y="2117574"/>
                </a:lnTo>
                <a:cubicBezTo>
                  <a:pt x="3338386" y="2117979"/>
                  <a:pt x="3337981" y="2118384"/>
                  <a:pt x="3337576" y="2117979"/>
                </a:cubicBezTo>
                <a:lnTo>
                  <a:pt x="3327861" y="2117979"/>
                </a:lnTo>
                <a:cubicBezTo>
                  <a:pt x="3327456" y="2117979"/>
                  <a:pt x="3327051" y="2117979"/>
                  <a:pt x="3326647" y="2117574"/>
                </a:cubicBezTo>
                <a:lnTo>
                  <a:pt x="3321789" y="2109073"/>
                </a:lnTo>
                <a:cubicBezTo>
                  <a:pt x="3321384" y="2108668"/>
                  <a:pt x="3321384" y="2108264"/>
                  <a:pt x="3321789" y="2107859"/>
                </a:cubicBezTo>
                <a:lnTo>
                  <a:pt x="3326647" y="2099358"/>
                </a:lnTo>
                <a:cubicBezTo>
                  <a:pt x="3327051" y="2098953"/>
                  <a:pt x="3327456" y="2098548"/>
                  <a:pt x="3327861" y="2098548"/>
                </a:cubicBezTo>
                <a:close/>
                <a:moveTo>
                  <a:pt x="3286974" y="2098143"/>
                </a:moveTo>
                <a:lnTo>
                  <a:pt x="3297499" y="2098143"/>
                </a:lnTo>
                <a:cubicBezTo>
                  <a:pt x="3297905" y="2098143"/>
                  <a:pt x="3298309" y="2098143"/>
                  <a:pt x="3298714" y="2098548"/>
                </a:cubicBezTo>
                <a:lnTo>
                  <a:pt x="3303977" y="2107859"/>
                </a:lnTo>
                <a:cubicBezTo>
                  <a:pt x="3304382" y="2108263"/>
                  <a:pt x="3304382" y="2108668"/>
                  <a:pt x="3303977" y="2109073"/>
                </a:cubicBezTo>
                <a:lnTo>
                  <a:pt x="3298714" y="2118384"/>
                </a:lnTo>
                <a:cubicBezTo>
                  <a:pt x="3298309" y="2118788"/>
                  <a:pt x="3297905" y="2119193"/>
                  <a:pt x="3297499" y="2119193"/>
                </a:cubicBezTo>
                <a:lnTo>
                  <a:pt x="3286974" y="2119193"/>
                </a:lnTo>
                <a:cubicBezTo>
                  <a:pt x="3286570" y="2119193"/>
                  <a:pt x="3286165" y="2118788"/>
                  <a:pt x="3285760" y="2118384"/>
                </a:cubicBezTo>
                <a:lnTo>
                  <a:pt x="3280498" y="2109073"/>
                </a:lnTo>
                <a:cubicBezTo>
                  <a:pt x="3280093" y="2108668"/>
                  <a:pt x="3280093" y="2108263"/>
                  <a:pt x="3280498" y="2107859"/>
                </a:cubicBezTo>
                <a:lnTo>
                  <a:pt x="3285760" y="2098548"/>
                </a:lnTo>
                <a:cubicBezTo>
                  <a:pt x="3286165" y="2098548"/>
                  <a:pt x="3286570" y="2098143"/>
                  <a:pt x="3286974" y="2098143"/>
                </a:cubicBezTo>
                <a:close/>
                <a:moveTo>
                  <a:pt x="4140320" y="2064949"/>
                </a:moveTo>
                <a:lnTo>
                  <a:pt x="4144368" y="2064949"/>
                </a:lnTo>
                <a:lnTo>
                  <a:pt x="4146392" y="2068187"/>
                </a:lnTo>
                <a:lnTo>
                  <a:pt x="4144368" y="2071426"/>
                </a:lnTo>
                <a:lnTo>
                  <a:pt x="4140320" y="2071426"/>
                </a:lnTo>
                <a:lnTo>
                  <a:pt x="4138296" y="2068187"/>
                </a:lnTo>
                <a:close/>
                <a:moveTo>
                  <a:pt x="4100243" y="2064949"/>
                </a:moveTo>
                <a:lnTo>
                  <a:pt x="4103886" y="2064949"/>
                </a:lnTo>
                <a:lnTo>
                  <a:pt x="4105911" y="2068187"/>
                </a:lnTo>
                <a:lnTo>
                  <a:pt x="4103886" y="2071426"/>
                </a:lnTo>
                <a:lnTo>
                  <a:pt x="4100243" y="2071426"/>
                </a:lnTo>
                <a:lnTo>
                  <a:pt x="4098219" y="2068187"/>
                </a:lnTo>
                <a:close/>
                <a:moveTo>
                  <a:pt x="4221282" y="2064544"/>
                </a:moveTo>
                <a:lnTo>
                  <a:pt x="4225330" y="2064544"/>
                </a:lnTo>
                <a:lnTo>
                  <a:pt x="4227354" y="2068187"/>
                </a:lnTo>
                <a:lnTo>
                  <a:pt x="4225330" y="2071831"/>
                </a:lnTo>
                <a:lnTo>
                  <a:pt x="4221282" y="2071831"/>
                </a:lnTo>
                <a:lnTo>
                  <a:pt x="4219258" y="2068187"/>
                </a:lnTo>
                <a:close/>
                <a:moveTo>
                  <a:pt x="4059762" y="2064544"/>
                </a:moveTo>
                <a:lnTo>
                  <a:pt x="4063001" y="2064544"/>
                </a:lnTo>
                <a:cubicBezTo>
                  <a:pt x="4063406" y="2064544"/>
                  <a:pt x="4063811" y="2064544"/>
                  <a:pt x="4064215" y="2064949"/>
                </a:cubicBezTo>
                <a:lnTo>
                  <a:pt x="4065835" y="2067782"/>
                </a:lnTo>
                <a:cubicBezTo>
                  <a:pt x="4066239" y="2068187"/>
                  <a:pt x="4066239" y="2068592"/>
                  <a:pt x="4065835" y="2068997"/>
                </a:cubicBezTo>
                <a:lnTo>
                  <a:pt x="4064215" y="2071831"/>
                </a:lnTo>
                <a:cubicBezTo>
                  <a:pt x="4063811" y="2072235"/>
                  <a:pt x="4063406" y="2072235"/>
                  <a:pt x="4063001" y="2072235"/>
                </a:cubicBezTo>
                <a:lnTo>
                  <a:pt x="4059762" y="2072235"/>
                </a:lnTo>
                <a:cubicBezTo>
                  <a:pt x="4059358" y="2072235"/>
                  <a:pt x="4058953" y="2072235"/>
                  <a:pt x="4058548" y="2071831"/>
                </a:cubicBezTo>
                <a:lnTo>
                  <a:pt x="4056929" y="2068997"/>
                </a:lnTo>
                <a:cubicBezTo>
                  <a:pt x="4056524" y="2068592"/>
                  <a:pt x="4056524" y="2068187"/>
                  <a:pt x="4056929" y="2067782"/>
                </a:cubicBezTo>
                <a:lnTo>
                  <a:pt x="4058548" y="2064949"/>
                </a:lnTo>
                <a:cubicBezTo>
                  <a:pt x="4058953" y="2064949"/>
                  <a:pt x="4059358" y="2064544"/>
                  <a:pt x="4059762" y="2064544"/>
                </a:cubicBezTo>
                <a:close/>
                <a:moveTo>
                  <a:pt x="3978395" y="2064544"/>
                </a:moveTo>
                <a:lnTo>
                  <a:pt x="3982443" y="2064544"/>
                </a:lnTo>
                <a:lnTo>
                  <a:pt x="3984467" y="2068187"/>
                </a:lnTo>
                <a:lnTo>
                  <a:pt x="3982443" y="2071831"/>
                </a:lnTo>
                <a:lnTo>
                  <a:pt x="3978395" y="2071831"/>
                </a:lnTo>
                <a:lnTo>
                  <a:pt x="3976371" y="2068187"/>
                </a:lnTo>
                <a:close/>
                <a:moveTo>
                  <a:pt x="3937509" y="2064544"/>
                </a:moveTo>
                <a:lnTo>
                  <a:pt x="3941962" y="2064544"/>
                </a:lnTo>
                <a:lnTo>
                  <a:pt x="3943986" y="2068187"/>
                </a:lnTo>
                <a:lnTo>
                  <a:pt x="3941962" y="2071831"/>
                </a:lnTo>
                <a:lnTo>
                  <a:pt x="3937509" y="2071831"/>
                </a:lnTo>
                <a:lnTo>
                  <a:pt x="3935485" y="2068187"/>
                </a:lnTo>
                <a:close/>
                <a:moveTo>
                  <a:pt x="3897028" y="2064544"/>
                </a:moveTo>
                <a:lnTo>
                  <a:pt x="3901481" y="2064544"/>
                </a:lnTo>
                <a:lnTo>
                  <a:pt x="3903505" y="2068187"/>
                </a:lnTo>
                <a:lnTo>
                  <a:pt x="3901481" y="2071831"/>
                </a:lnTo>
                <a:lnTo>
                  <a:pt x="3897028" y="2071831"/>
                </a:lnTo>
                <a:lnTo>
                  <a:pt x="3895004" y="2068187"/>
                </a:lnTo>
                <a:close/>
                <a:moveTo>
                  <a:pt x="3856546" y="2064544"/>
                </a:moveTo>
                <a:lnTo>
                  <a:pt x="3860999" y="2064544"/>
                </a:lnTo>
                <a:lnTo>
                  <a:pt x="3863023" y="2068187"/>
                </a:lnTo>
                <a:lnTo>
                  <a:pt x="3860999" y="2071831"/>
                </a:lnTo>
                <a:lnTo>
                  <a:pt x="3856546" y="2071831"/>
                </a:lnTo>
                <a:lnTo>
                  <a:pt x="3854522" y="2068187"/>
                </a:lnTo>
                <a:close/>
                <a:moveTo>
                  <a:pt x="3654545" y="2064544"/>
                </a:moveTo>
                <a:lnTo>
                  <a:pt x="3658188" y="2064544"/>
                </a:lnTo>
                <a:cubicBezTo>
                  <a:pt x="3658593" y="2064544"/>
                  <a:pt x="3658997" y="2064544"/>
                  <a:pt x="3659402" y="2064949"/>
                </a:cubicBezTo>
                <a:lnTo>
                  <a:pt x="3661021" y="2067782"/>
                </a:lnTo>
                <a:cubicBezTo>
                  <a:pt x="3661426" y="2068187"/>
                  <a:pt x="3661426" y="2068592"/>
                  <a:pt x="3661021" y="2068997"/>
                </a:cubicBezTo>
                <a:lnTo>
                  <a:pt x="3659402" y="2071831"/>
                </a:lnTo>
                <a:cubicBezTo>
                  <a:pt x="3658997" y="2072235"/>
                  <a:pt x="3658593" y="2072235"/>
                  <a:pt x="3658188" y="2072640"/>
                </a:cubicBezTo>
                <a:lnTo>
                  <a:pt x="3654545" y="2072640"/>
                </a:lnTo>
                <a:cubicBezTo>
                  <a:pt x="3654140" y="2072640"/>
                  <a:pt x="3653735" y="2072235"/>
                  <a:pt x="3653330" y="2071831"/>
                </a:cubicBezTo>
                <a:lnTo>
                  <a:pt x="3651711" y="2068997"/>
                </a:lnTo>
                <a:cubicBezTo>
                  <a:pt x="3651306" y="2068592"/>
                  <a:pt x="3651306" y="2068187"/>
                  <a:pt x="3651711" y="2067782"/>
                </a:cubicBezTo>
                <a:lnTo>
                  <a:pt x="3653330" y="2064949"/>
                </a:lnTo>
                <a:cubicBezTo>
                  <a:pt x="3653735" y="2064949"/>
                  <a:pt x="3654140" y="2064544"/>
                  <a:pt x="3654545" y="2064544"/>
                </a:cubicBezTo>
                <a:close/>
                <a:moveTo>
                  <a:pt x="4626095" y="2064139"/>
                </a:moveTo>
                <a:lnTo>
                  <a:pt x="4630548" y="2064139"/>
                </a:lnTo>
                <a:lnTo>
                  <a:pt x="4632976" y="2068187"/>
                </a:lnTo>
                <a:lnTo>
                  <a:pt x="4630548" y="2072235"/>
                </a:lnTo>
                <a:lnTo>
                  <a:pt x="4626095" y="2072235"/>
                </a:lnTo>
                <a:lnTo>
                  <a:pt x="4623666" y="2068187"/>
                </a:lnTo>
                <a:close/>
                <a:moveTo>
                  <a:pt x="4464170" y="2064139"/>
                </a:moveTo>
                <a:lnTo>
                  <a:pt x="4467814" y="2064139"/>
                </a:lnTo>
                <a:cubicBezTo>
                  <a:pt x="4468218" y="2064139"/>
                  <a:pt x="4468623" y="2064139"/>
                  <a:pt x="4469028" y="2064544"/>
                </a:cubicBezTo>
                <a:lnTo>
                  <a:pt x="4471052" y="2067782"/>
                </a:lnTo>
                <a:cubicBezTo>
                  <a:pt x="4471457" y="2068187"/>
                  <a:pt x="4471457" y="2068592"/>
                  <a:pt x="4471052" y="2068997"/>
                </a:cubicBezTo>
                <a:lnTo>
                  <a:pt x="4469028" y="2072235"/>
                </a:lnTo>
                <a:cubicBezTo>
                  <a:pt x="4469028" y="2072640"/>
                  <a:pt x="4468623" y="2072640"/>
                  <a:pt x="4467814" y="2073045"/>
                </a:cubicBezTo>
                <a:lnTo>
                  <a:pt x="4464170" y="2073045"/>
                </a:lnTo>
                <a:cubicBezTo>
                  <a:pt x="4463766" y="2073045"/>
                  <a:pt x="4463360" y="2072640"/>
                  <a:pt x="4462956" y="2072235"/>
                </a:cubicBezTo>
                <a:lnTo>
                  <a:pt x="4460932" y="2068997"/>
                </a:lnTo>
                <a:cubicBezTo>
                  <a:pt x="4460527" y="2068592"/>
                  <a:pt x="4460527" y="2068187"/>
                  <a:pt x="4460932" y="2067782"/>
                </a:cubicBezTo>
                <a:lnTo>
                  <a:pt x="4462956" y="2064544"/>
                </a:lnTo>
                <a:cubicBezTo>
                  <a:pt x="4463360" y="2064544"/>
                  <a:pt x="4463766" y="2064139"/>
                  <a:pt x="4464170" y="2064139"/>
                </a:cubicBezTo>
                <a:close/>
                <a:moveTo>
                  <a:pt x="4383207" y="2064139"/>
                </a:moveTo>
                <a:lnTo>
                  <a:pt x="4386851" y="2064139"/>
                </a:lnTo>
                <a:cubicBezTo>
                  <a:pt x="4387255" y="2064139"/>
                  <a:pt x="4387660" y="2064139"/>
                  <a:pt x="4388065" y="2064544"/>
                </a:cubicBezTo>
                <a:lnTo>
                  <a:pt x="4390089" y="2067782"/>
                </a:lnTo>
                <a:cubicBezTo>
                  <a:pt x="4390494" y="2068187"/>
                  <a:pt x="4390494" y="2068592"/>
                  <a:pt x="4390089" y="2068997"/>
                </a:cubicBezTo>
                <a:lnTo>
                  <a:pt x="4388065" y="2072235"/>
                </a:lnTo>
                <a:cubicBezTo>
                  <a:pt x="4388065" y="2072640"/>
                  <a:pt x="4387660" y="2072640"/>
                  <a:pt x="4386851" y="2073045"/>
                </a:cubicBezTo>
                <a:lnTo>
                  <a:pt x="4383207" y="2073045"/>
                </a:lnTo>
                <a:cubicBezTo>
                  <a:pt x="4382803" y="2073045"/>
                  <a:pt x="4382397" y="2072640"/>
                  <a:pt x="4381993" y="2072235"/>
                </a:cubicBezTo>
                <a:lnTo>
                  <a:pt x="4379969" y="2068997"/>
                </a:lnTo>
                <a:cubicBezTo>
                  <a:pt x="4379564" y="2068592"/>
                  <a:pt x="4379564" y="2068187"/>
                  <a:pt x="4379969" y="2067782"/>
                </a:cubicBezTo>
                <a:lnTo>
                  <a:pt x="4381993" y="2064544"/>
                </a:lnTo>
                <a:cubicBezTo>
                  <a:pt x="4382397" y="2064544"/>
                  <a:pt x="4382803" y="2064139"/>
                  <a:pt x="4383207" y="2064139"/>
                </a:cubicBezTo>
                <a:close/>
                <a:moveTo>
                  <a:pt x="4301840" y="2064139"/>
                </a:moveTo>
                <a:lnTo>
                  <a:pt x="4306293" y="2064139"/>
                </a:lnTo>
                <a:lnTo>
                  <a:pt x="4308317" y="2068187"/>
                </a:lnTo>
                <a:lnTo>
                  <a:pt x="4306293" y="2072235"/>
                </a:lnTo>
                <a:lnTo>
                  <a:pt x="4301840" y="2072235"/>
                </a:lnTo>
                <a:lnTo>
                  <a:pt x="4299816" y="2068187"/>
                </a:lnTo>
                <a:close/>
                <a:moveTo>
                  <a:pt x="4261764" y="2064139"/>
                </a:moveTo>
                <a:lnTo>
                  <a:pt x="4266217" y="2064139"/>
                </a:lnTo>
                <a:lnTo>
                  <a:pt x="4268645" y="2068187"/>
                </a:lnTo>
                <a:lnTo>
                  <a:pt x="4266217" y="2072235"/>
                </a:lnTo>
                <a:lnTo>
                  <a:pt x="4261764" y="2072235"/>
                </a:lnTo>
                <a:lnTo>
                  <a:pt x="4259335" y="2068187"/>
                </a:lnTo>
                <a:close/>
                <a:moveTo>
                  <a:pt x="4180801" y="2064139"/>
                </a:moveTo>
                <a:lnTo>
                  <a:pt x="4185254" y="2064139"/>
                </a:lnTo>
                <a:lnTo>
                  <a:pt x="4187682" y="2068187"/>
                </a:lnTo>
                <a:lnTo>
                  <a:pt x="4185254" y="2072235"/>
                </a:lnTo>
                <a:lnTo>
                  <a:pt x="4180801" y="2072235"/>
                </a:lnTo>
                <a:lnTo>
                  <a:pt x="4178372" y="2068187"/>
                </a:lnTo>
                <a:close/>
                <a:moveTo>
                  <a:pt x="4019280" y="2064139"/>
                </a:moveTo>
                <a:lnTo>
                  <a:pt x="4022519" y="2064139"/>
                </a:lnTo>
                <a:cubicBezTo>
                  <a:pt x="4022924" y="2064139"/>
                  <a:pt x="4023329" y="2064544"/>
                  <a:pt x="4023733" y="2064949"/>
                </a:cubicBezTo>
                <a:lnTo>
                  <a:pt x="4025353" y="2067782"/>
                </a:lnTo>
                <a:cubicBezTo>
                  <a:pt x="4025757" y="2068187"/>
                  <a:pt x="4025757" y="2068592"/>
                  <a:pt x="4025353" y="2068997"/>
                </a:cubicBezTo>
                <a:lnTo>
                  <a:pt x="4023733" y="2071831"/>
                </a:lnTo>
                <a:cubicBezTo>
                  <a:pt x="4023329" y="2072235"/>
                  <a:pt x="4022924" y="2072235"/>
                  <a:pt x="4022519" y="2072640"/>
                </a:cubicBezTo>
                <a:lnTo>
                  <a:pt x="4019280" y="2072640"/>
                </a:lnTo>
                <a:cubicBezTo>
                  <a:pt x="4018876" y="2072640"/>
                  <a:pt x="4018471" y="2072235"/>
                  <a:pt x="4018066" y="2071831"/>
                </a:cubicBezTo>
                <a:lnTo>
                  <a:pt x="4016447" y="2068997"/>
                </a:lnTo>
                <a:cubicBezTo>
                  <a:pt x="4016042" y="2068592"/>
                  <a:pt x="4016042" y="2068187"/>
                  <a:pt x="4016447" y="2067782"/>
                </a:cubicBezTo>
                <a:lnTo>
                  <a:pt x="4018066" y="2064949"/>
                </a:lnTo>
                <a:cubicBezTo>
                  <a:pt x="4018471" y="2064544"/>
                  <a:pt x="4018876" y="2064139"/>
                  <a:pt x="4019280" y="2064139"/>
                </a:cubicBezTo>
                <a:close/>
                <a:moveTo>
                  <a:pt x="3816065" y="2064139"/>
                </a:moveTo>
                <a:lnTo>
                  <a:pt x="3820518" y="2064139"/>
                </a:lnTo>
                <a:lnTo>
                  <a:pt x="3822542" y="2068187"/>
                </a:lnTo>
                <a:lnTo>
                  <a:pt x="3820518" y="2072235"/>
                </a:lnTo>
                <a:lnTo>
                  <a:pt x="3816065" y="2072235"/>
                </a:lnTo>
                <a:lnTo>
                  <a:pt x="3814041" y="2068187"/>
                </a:lnTo>
                <a:close/>
                <a:moveTo>
                  <a:pt x="3776393" y="2064139"/>
                </a:moveTo>
                <a:lnTo>
                  <a:pt x="3779632" y="2064139"/>
                </a:lnTo>
                <a:cubicBezTo>
                  <a:pt x="3780037" y="2064139"/>
                  <a:pt x="3780442" y="2064544"/>
                  <a:pt x="3780846" y="2064949"/>
                </a:cubicBezTo>
                <a:lnTo>
                  <a:pt x="3782466" y="2067782"/>
                </a:lnTo>
                <a:cubicBezTo>
                  <a:pt x="3782870" y="2068187"/>
                  <a:pt x="3782870" y="2068592"/>
                  <a:pt x="3782466" y="2068997"/>
                </a:cubicBezTo>
                <a:lnTo>
                  <a:pt x="3780846" y="2071831"/>
                </a:lnTo>
                <a:cubicBezTo>
                  <a:pt x="3780442" y="2072235"/>
                  <a:pt x="3780037" y="2072235"/>
                  <a:pt x="3779632" y="2072640"/>
                </a:cubicBezTo>
                <a:lnTo>
                  <a:pt x="3776393" y="2072640"/>
                </a:lnTo>
                <a:cubicBezTo>
                  <a:pt x="3775989" y="2072640"/>
                  <a:pt x="3775584" y="2072235"/>
                  <a:pt x="3775179" y="2071831"/>
                </a:cubicBezTo>
                <a:lnTo>
                  <a:pt x="3773560" y="2068997"/>
                </a:lnTo>
                <a:cubicBezTo>
                  <a:pt x="3773155" y="2068592"/>
                  <a:pt x="3773155" y="2068187"/>
                  <a:pt x="3773560" y="2067782"/>
                </a:cubicBezTo>
                <a:lnTo>
                  <a:pt x="3775179" y="2064949"/>
                </a:lnTo>
                <a:cubicBezTo>
                  <a:pt x="3775584" y="2064544"/>
                  <a:pt x="3775989" y="2064139"/>
                  <a:pt x="3776393" y="2064139"/>
                </a:cubicBezTo>
                <a:close/>
                <a:moveTo>
                  <a:pt x="3695430" y="2064139"/>
                </a:moveTo>
                <a:lnTo>
                  <a:pt x="3698669" y="2064139"/>
                </a:lnTo>
                <a:cubicBezTo>
                  <a:pt x="3699074" y="2064139"/>
                  <a:pt x="3699479" y="2064544"/>
                  <a:pt x="3699883" y="2064949"/>
                </a:cubicBezTo>
                <a:lnTo>
                  <a:pt x="3701503" y="2067782"/>
                </a:lnTo>
                <a:cubicBezTo>
                  <a:pt x="3701907" y="2068187"/>
                  <a:pt x="3701907" y="2068592"/>
                  <a:pt x="3701503" y="2068997"/>
                </a:cubicBezTo>
                <a:lnTo>
                  <a:pt x="3699883" y="2071831"/>
                </a:lnTo>
                <a:cubicBezTo>
                  <a:pt x="3699479" y="2072235"/>
                  <a:pt x="3699074" y="2072235"/>
                  <a:pt x="3698669" y="2072640"/>
                </a:cubicBezTo>
                <a:lnTo>
                  <a:pt x="3695430" y="2072640"/>
                </a:lnTo>
                <a:cubicBezTo>
                  <a:pt x="3695026" y="2072640"/>
                  <a:pt x="3694621" y="2072235"/>
                  <a:pt x="3694216" y="2071831"/>
                </a:cubicBezTo>
                <a:lnTo>
                  <a:pt x="3692597" y="2068997"/>
                </a:lnTo>
                <a:cubicBezTo>
                  <a:pt x="3692192" y="2068592"/>
                  <a:pt x="3692192" y="2068187"/>
                  <a:pt x="3692597" y="2067782"/>
                </a:cubicBezTo>
                <a:lnTo>
                  <a:pt x="3694216" y="2064949"/>
                </a:lnTo>
                <a:cubicBezTo>
                  <a:pt x="3694621" y="2064544"/>
                  <a:pt x="3695026" y="2064139"/>
                  <a:pt x="3695430" y="2064139"/>
                </a:cubicBezTo>
                <a:close/>
                <a:moveTo>
                  <a:pt x="4545132" y="2063734"/>
                </a:moveTo>
                <a:lnTo>
                  <a:pt x="4548776" y="2063734"/>
                </a:lnTo>
                <a:cubicBezTo>
                  <a:pt x="4549180" y="2063734"/>
                  <a:pt x="4549585" y="2064139"/>
                  <a:pt x="4549990" y="2064544"/>
                </a:cubicBezTo>
                <a:lnTo>
                  <a:pt x="4552014" y="2067782"/>
                </a:lnTo>
                <a:cubicBezTo>
                  <a:pt x="4552419" y="2068187"/>
                  <a:pt x="4552419" y="2068592"/>
                  <a:pt x="4552014" y="2068997"/>
                </a:cubicBezTo>
                <a:lnTo>
                  <a:pt x="4549990" y="2072235"/>
                </a:lnTo>
                <a:cubicBezTo>
                  <a:pt x="4549990" y="2072640"/>
                  <a:pt x="4549585" y="2072640"/>
                  <a:pt x="4548776" y="2073045"/>
                </a:cubicBezTo>
                <a:lnTo>
                  <a:pt x="4545132" y="2073045"/>
                </a:lnTo>
                <a:cubicBezTo>
                  <a:pt x="4544728" y="2073045"/>
                  <a:pt x="4544322" y="2072640"/>
                  <a:pt x="4543918" y="2072235"/>
                </a:cubicBezTo>
                <a:lnTo>
                  <a:pt x="4541894" y="2068997"/>
                </a:lnTo>
                <a:cubicBezTo>
                  <a:pt x="4541489" y="2068592"/>
                  <a:pt x="4541489" y="2068187"/>
                  <a:pt x="4541894" y="2067782"/>
                </a:cubicBezTo>
                <a:lnTo>
                  <a:pt x="4543918" y="2064544"/>
                </a:lnTo>
                <a:cubicBezTo>
                  <a:pt x="4544322" y="2064139"/>
                  <a:pt x="4544728" y="2063734"/>
                  <a:pt x="4545132" y="2063734"/>
                </a:cubicBezTo>
                <a:close/>
                <a:moveTo>
                  <a:pt x="4342727" y="2063734"/>
                </a:moveTo>
                <a:lnTo>
                  <a:pt x="4346370" y="2063734"/>
                </a:lnTo>
                <a:cubicBezTo>
                  <a:pt x="4346775" y="2063734"/>
                  <a:pt x="4347179" y="2063734"/>
                  <a:pt x="4347584" y="2064139"/>
                </a:cubicBezTo>
                <a:lnTo>
                  <a:pt x="4349203" y="2067377"/>
                </a:lnTo>
                <a:cubicBezTo>
                  <a:pt x="4349608" y="2067782"/>
                  <a:pt x="4349608" y="2068187"/>
                  <a:pt x="4349203" y="2068592"/>
                </a:cubicBezTo>
                <a:lnTo>
                  <a:pt x="4347584" y="2071830"/>
                </a:lnTo>
                <a:cubicBezTo>
                  <a:pt x="4347584" y="2072235"/>
                  <a:pt x="4347179" y="2072640"/>
                  <a:pt x="4346370" y="2073045"/>
                </a:cubicBezTo>
                <a:lnTo>
                  <a:pt x="4342727" y="2073045"/>
                </a:lnTo>
                <a:cubicBezTo>
                  <a:pt x="4342322" y="2073045"/>
                  <a:pt x="4341917" y="2072640"/>
                  <a:pt x="4341512" y="2072235"/>
                </a:cubicBezTo>
                <a:lnTo>
                  <a:pt x="4339893" y="2068997"/>
                </a:lnTo>
                <a:cubicBezTo>
                  <a:pt x="4339488" y="2068592"/>
                  <a:pt x="4339488" y="2068187"/>
                  <a:pt x="4339893" y="2067782"/>
                </a:cubicBezTo>
                <a:lnTo>
                  <a:pt x="4341512" y="2064544"/>
                </a:lnTo>
                <a:cubicBezTo>
                  <a:pt x="4341917" y="2064139"/>
                  <a:pt x="4342322" y="2063734"/>
                  <a:pt x="4342727" y="2063734"/>
                </a:cubicBezTo>
                <a:close/>
                <a:moveTo>
                  <a:pt x="3735507" y="2063734"/>
                </a:moveTo>
                <a:lnTo>
                  <a:pt x="3739555" y="2063734"/>
                </a:lnTo>
                <a:cubicBezTo>
                  <a:pt x="3739960" y="2063734"/>
                  <a:pt x="3740365" y="2063734"/>
                  <a:pt x="3740769" y="2064139"/>
                </a:cubicBezTo>
                <a:lnTo>
                  <a:pt x="3742794" y="2067782"/>
                </a:lnTo>
                <a:cubicBezTo>
                  <a:pt x="3743199" y="2068187"/>
                  <a:pt x="3743199" y="2068592"/>
                  <a:pt x="3742794" y="2068997"/>
                </a:cubicBezTo>
                <a:lnTo>
                  <a:pt x="3740769" y="2072640"/>
                </a:lnTo>
                <a:cubicBezTo>
                  <a:pt x="3740365" y="2072640"/>
                  <a:pt x="3739960" y="2073045"/>
                  <a:pt x="3739555" y="2073045"/>
                </a:cubicBezTo>
                <a:lnTo>
                  <a:pt x="3735507" y="2073045"/>
                </a:lnTo>
                <a:cubicBezTo>
                  <a:pt x="3735103" y="2073045"/>
                  <a:pt x="3734697" y="2073045"/>
                  <a:pt x="3734293" y="2072640"/>
                </a:cubicBezTo>
                <a:lnTo>
                  <a:pt x="3732269" y="2068997"/>
                </a:lnTo>
                <a:cubicBezTo>
                  <a:pt x="3731864" y="2068592"/>
                  <a:pt x="3731864" y="2068187"/>
                  <a:pt x="3732269" y="2067782"/>
                </a:cubicBezTo>
                <a:lnTo>
                  <a:pt x="3734293" y="2064139"/>
                </a:lnTo>
                <a:cubicBezTo>
                  <a:pt x="3734697" y="2064139"/>
                  <a:pt x="3735103" y="2063734"/>
                  <a:pt x="3735507" y="2063734"/>
                </a:cubicBezTo>
                <a:close/>
                <a:moveTo>
                  <a:pt x="3614063" y="2063734"/>
                </a:moveTo>
                <a:lnTo>
                  <a:pt x="3618111" y="2063734"/>
                </a:lnTo>
                <a:cubicBezTo>
                  <a:pt x="3618516" y="2063734"/>
                  <a:pt x="3618921" y="2063734"/>
                  <a:pt x="3619325" y="2064139"/>
                </a:cubicBezTo>
                <a:lnTo>
                  <a:pt x="3621350" y="2067782"/>
                </a:lnTo>
                <a:cubicBezTo>
                  <a:pt x="3621755" y="2068187"/>
                  <a:pt x="3621755" y="2068592"/>
                  <a:pt x="3621350" y="2068997"/>
                </a:cubicBezTo>
                <a:lnTo>
                  <a:pt x="3619325" y="2072640"/>
                </a:lnTo>
                <a:cubicBezTo>
                  <a:pt x="3618921" y="2072640"/>
                  <a:pt x="3618516" y="2073045"/>
                  <a:pt x="3618111" y="2073450"/>
                </a:cubicBezTo>
                <a:lnTo>
                  <a:pt x="3614063" y="2073450"/>
                </a:lnTo>
                <a:cubicBezTo>
                  <a:pt x="3613659" y="2073450"/>
                  <a:pt x="3613253" y="2073045"/>
                  <a:pt x="3612849" y="2072640"/>
                </a:cubicBezTo>
                <a:lnTo>
                  <a:pt x="3610825" y="2068997"/>
                </a:lnTo>
                <a:cubicBezTo>
                  <a:pt x="3610420" y="2068592"/>
                  <a:pt x="3610420" y="2068187"/>
                  <a:pt x="3610825" y="2067782"/>
                </a:cubicBezTo>
                <a:lnTo>
                  <a:pt x="3612849" y="2064139"/>
                </a:lnTo>
                <a:cubicBezTo>
                  <a:pt x="3613253" y="2064139"/>
                  <a:pt x="3613659" y="2063734"/>
                  <a:pt x="3614063" y="2063734"/>
                </a:cubicBezTo>
                <a:close/>
                <a:moveTo>
                  <a:pt x="4585614" y="2063329"/>
                </a:moveTo>
                <a:lnTo>
                  <a:pt x="4589257" y="2063329"/>
                </a:lnTo>
                <a:cubicBezTo>
                  <a:pt x="4589662" y="2063329"/>
                  <a:pt x="4590066" y="2063734"/>
                  <a:pt x="4590471" y="2064138"/>
                </a:cubicBezTo>
                <a:lnTo>
                  <a:pt x="4592090" y="2067377"/>
                </a:lnTo>
                <a:cubicBezTo>
                  <a:pt x="4592495" y="2067782"/>
                  <a:pt x="4592495" y="2068187"/>
                  <a:pt x="4592090" y="2068592"/>
                </a:cubicBezTo>
                <a:lnTo>
                  <a:pt x="4590471" y="2071830"/>
                </a:lnTo>
                <a:cubicBezTo>
                  <a:pt x="4590066" y="2072235"/>
                  <a:pt x="4589662" y="2072640"/>
                  <a:pt x="4589257" y="2072640"/>
                </a:cubicBezTo>
                <a:lnTo>
                  <a:pt x="4585614" y="2072640"/>
                </a:lnTo>
                <a:cubicBezTo>
                  <a:pt x="4585209" y="2072640"/>
                  <a:pt x="4584804" y="2072235"/>
                  <a:pt x="4584399" y="2071830"/>
                </a:cubicBezTo>
                <a:lnTo>
                  <a:pt x="4582780" y="2068592"/>
                </a:lnTo>
                <a:cubicBezTo>
                  <a:pt x="4582375" y="2068187"/>
                  <a:pt x="4582375" y="2067782"/>
                  <a:pt x="4582780" y="2067377"/>
                </a:cubicBezTo>
                <a:lnTo>
                  <a:pt x="4584399" y="2064138"/>
                </a:lnTo>
                <a:cubicBezTo>
                  <a:pt x="4584804" y="2063734"/>
                  <a:pt x="4585209" y="2063329"/>
                  <a:pt x="4585614" y="2063329"/>
                </a:cubicBezTo>
                <a:close/>
                <a:moveTo>
                  <a:pt x="4423688" y="2063329"/>
                </a:moveTo>
                <a:lnTo>
                  <a:pt x="4427332" y="2063329"/>
                </a:lnTo>
                <a:cubicBezTo>
                  <a:pt x="4427736" y="2063329"/>
                  <a:pt x="4428141" y="2063734"/>
                  <a:pt x="4428546" y="2064138"/>
                </a:cubicBezTo>
                <a:lnTo>
                  <a:pt x="4430570" y="2067377"/>
                </a:lnTo>
                <a:cubicBezTo>
                  <a:pt x="4430975" y="2067782"/>
                  <a:pt x="4430975" y="2068187"/>
                  <a:pt x="4430570" y="2068592"/>
                </a:cubicBezTo>
                <a:lnTo>
                  <a:pt x="4428546" y="2071830"/>
                </a:lnTo>
                <a:cubicBezTo>
                  <a:pt x="4428546" y="2072235"/>
                  <a:pt x="4428141" y="2072640"/>
                  <a:pt x="4427332" y="2072235"/>
                </a:cubicBezTo>
                <a:lnTo>
                  <a:pt x="4423688" y="2072235"/>
                </a:lnTo>
                <a:cubicBezTo>
                  <a:pt x="4423284" y="2072235"/>
                  <a:pt x="4422878" y="2072235"/>
                  <a:pt x="4422474" y="2071830"/>
                </a:cubicBezTo>
                <a:lnTo>
                  <a:pt x="4420450" y="2068592"/>
                </a:lnTo>
                <a:cubicBezTo>
                  <a:pt x="4420045" y="2068187"/>
                  <a:pt x="4420045" y="2067782"/>
                  <a:pt x="4420450" y="2067377"/>
                </a:cubicBezTo>
                <a:lnTo>
                  <a:pt x="4422474" y="2064138"/>
                </a:lnTo>
                <a:cubicBezTo>
                  <a:pt x="4422878" y="2063734"/>
                  <a:pt x="4423284" y="2063329"/>
                  <a:pt x="4423688" y="2063329"/>
                </a:cubicBezTo>
                <a:close/>
                <a:moveTo>
                  <a:pt x="3572773" y="2062924"/>
                </a:moveTo>
                <a:lnTo>
                  <a:pt x="3577631" y="2062924"/>
                </a:lnTo>
                <a:cubicBezTo>
                  <a:pt x="3578036" y="2062924"/>
                  <a:pt x="3578440" y="2063329"/>
                  <a:pt x="3578845" y="2063734"/>
                </a:cubicBezTo>
                <a:lnTo>
                  <a:pt x="3581274" y="2067782"/>
                </a:lnTo>
                <a:cubicBezTo>
                  <a:pt x="3581679" y="2068187"/>
                  <a:pt x="3581679" y="2068591"/>
                  <a:pt x="3581274" y="2068996"/>
                </a:cubicBezTo>
                <a:lnTo>
                  <a:pt x="3578845" y="2073044"/>
                </a:lnTo>
                <a:cubicBezTo>
                  <a:pt x="3578845" y="2073449"/>
                  <a:pt x="3578440" y="2073449"/>
                  <a:pt x="3577631" y="2073044"/>
                </a:cubicBezTo>
                <a:lnTo>
                  <a:pt x="3572773" y="2073044"/>
                </a:lnTo>
                <a:cubicBezTo>
                  <a:pt x="3572368" y="2073044"/>
                  <a:pt x="3571963" y="2073044"/>
                  <a:pt x="3571559" y="2072640"/>
                </a:cubicBezTo>
                <a:lnTo>
                  <a:pt x="3569130" y="2068591"/>
                </a:lnTo>
                <a:cubicBezTo>
                  <a:pt x="3568725" y="2068187"/>
                  <a:pt x="3568725" y="2067782"/>
                  <a:pt x="3569130" y="2067377"/>
                </a:cubicBezTo>
                <a:lnTo>
                  <a:pt x="3571559" y="2063329"/>
                </a:lnTo>
                <a:cubicBezTo>
                  <a:pt x="3571963" y="2063329"/>
                  <a:pt x="3572368" y="2062924"/>
                  <a:pt x="3572773" y="2062924"/>
                </a:cubicBezTo>
                <a:close/>
                <a:moveTo>
                  <a:pt x="4504246" y="2062520"/>
                </a:moveTo>
                <a:lnTo>
                  <a:pt x="4508699" y="2062520"/>
                </a:lnTo>
                <a:cubicBezTo>
                  <a:pt x="4509103" y="2062520"/>
                  <a:pt x="4509508" y="2062925"/>
                  <a:pt x="4509913" y="2063330"/>
                </a:cubicBezTo>
                <a:lnTo>
                  <a:pt x="4512342" y="2067378"/>
                </a:lnTo>
                <a:cubicBezTo>
                  <a:pt x="4512747" y="2067783"/>
                  <a:pt x="4512747" y="2068187"/>
                  <a:pt x="4512342" y="2068592"/>
                </a:cubicBezTo>
                <a:lnTo>
                  <a:pt x="4509913" y="2072640"/>
                </a:lnTo>
                <a:cubicBezTo>
                  <a:pt x="4509913" y="2073045"/>
                  <a:pt x="4509508" y="2073450"/>
                  <a:pt x="4508699" y="2073045"/>
                </a:cubicBezTo>
                <a:lnTo>
                  <a:pt x="4504246" y="2073045"/>
                </a:lnTo>
                <a:cubicBezTo>
                  <a:pt x="4503841" y="2073045"/>
                  <a:pt x="4503436" y="2073045"/>
                  <a:pt x="4503031" y="2072640"/>
                </a:cubicBezTo>
                <a:lnTo>
                  <a:pt x="4500603" y="2068592"/>
                </a:lnTo>
                <a:cubicBezTo>
                  <a:pt x="4500198" y="2068187"/>
                  <a:pt x="4500198" y="2067783"/>
                  <a:pt x="4500603" y="2067378"/>
                </a:cubicBezTo>
                <a:lnTo>
                  <a:pt x="4503031" y="2063330"/>
                </a:lnTo>
                <a:cubicBezTo>
                  <a:pt x="4503436" y="2062925"/>
                  <a:pt x="4503841" y="2062520"/>
                  <a:pt x="4504246" y="2062520"/>
                </a:cubicBezTo>
                <a:close/>
                <a:moveTo>
                  <a:pt x="3531887" y="2061710"/>
                </a:moveTo>
                <a:lnTo>
                  <a:pt x="3537554" y="2061710"/>
                </a:lnTo>
                <a:cubicBezTo>
                  <a:pt x="3537959" y="2061710"/>
                  <a:pt x="3538364" y="2062115"/>
                  <a:pt x="3538769" y="2062520"/>
                </a:cubicBezTo>
                <a:lnTo>
                  <a:pt x="3541602" y="2067377"/>
                </a:lnTo>
                <a:cubicBezTo>
                  <a:pt x="3542007" y="2067782"/>
                  <a:pt x="3542007" y="2068187"/>
                  <a:pt x="3541602" y="2068592"/>
                </a:cubicBezTo>
                <a:lnTo>
                  <a:pt x="3538769" y="2073450"/>
                </a:lnTo>
                <a:cubicBezTo>
                  <a:pt x="3538769" y="2073854"/>
                  <a:pt x="3538364" y="2074259"/>
                  <a:pt x="3537554" y="2073854"/>
                </a:cubicBezTo>
                <a:lnTo>
                  <a:pt x="3531887" y="2073854"/>
                </a:lnTo>
                <a:cubicBezTo>
                  <a:pt x="3531482" y="2073854"/>
                  <a:pt x="3531077" y="2073854"/>
                  <a:pt x="3530673" y="2073450"/>
                </a:cubicBezTo>
                <a:lnTo>
                  <a:pt x="3527839" y="2068592"/>
                </a:lnTo>
                <a:cubicBezTo>
                  <a:pt x="3527434" y="2068187"/>
                  <a:pt x="3527434" y="2067782"/>
                  <a:pt x="3527839" y="2067377"/>
                </a:cubicBezTo>
                <a:lnTo>
                  <a:pt x="3530673" y="2062520"/>
                </a:lnTo>
                <a:cubicBezTo>
                  <a:pt x="3531077" y="2062115"/>
                  <a:pt x="3531482" y="2061710"/>
                  <a:pt x="3531887" y="2061710"/>
                </a:cubicBezTo>
                <a:close/>
                <a:moveTo>
                  <a:pt x="3491000" y="2061305"/>
                </a:moveTo>
                <a:lnTo>
                  <a:pt x="3497477" y="2061305"/>
                </a:lnTo>
                <a:cubicBezTo>
                  <a:pt x="3497882" y="2061305"/>
                  <a:pt x="3498287" y="2061305"/>
                  <a:pt x="3498692" y="2061710"/>
                </a:cubicBezTo>
                <a:lnTo>
                  <a:pt x="3501930" y="2067377"/>
                </a:lnTo>
                <a:cubicBezTo>
                  <a:pt x="3502335" y="2067782"/>
                  <a:pt x="3502335" y="2068187"/>
                  <a:pt x="3501930" y="2068592"/>
                </a:cubicBezTo>
                <a:lnTo>
                  <a:pt x="3498692" y="2074259"/>
                </a:lnTo>
                <a:cubicBezTo>
                  <a:pt x="3498692" y="2074664"/>
                  <a:pt x="3498287" y="2075068"/>
                  <a:pt x="3497477" y="2074664"/>
                </a:cubicBezTo>
                <a:lnTo>
                  <a:pt x="3491000" y="2074664"/>
                </a:lnTo>
                <a:cubicBezTo>
                  <a:pt x="3490596" y="2074664"/>
                  <a:pt x="3490191" y="2074664"/>
                  <a:pt x="3489786" y="2074259"/>
                </a:cubicBezTo>
                <a:lnTo>
                  <a:pt x="3486548" y="2068592"/>
                </a:lnTo>
                <a:cubicBezTo>
                  <a:pt x="3486143" y="2068187"/>
                  <a:pt x="3486143" y="2067782"/>
                  <a:pt x="3486548" y="2067377"/>
                </a:cubicBezTo>
                <a:lnTo>
                  <a:pt x="3489786" y="2061710"/>
                </a:lnTo>
                <a:cubicBezTo>
                  <a:pt x="3490191" y="2061710"/>
                  <a:pt x="3490596" y="2061305"/>
                  <a:pt x="3491000" y="2061305"/>
                </a:cubicBezTo>
                <a:close/>
                <a:moveTo>
                  <a:pt x="3449710" y="2059281"/>
                </a:moveTo>
                <a:lnTo>
                  <a:pt x="3458616" y="2059281"/>
                </a:lnTo>
                <a:cubicBezTo>
                  <a:pt x="3459020" y="2059281"/>
                  <a:pt x="3459425" y="2059686"/>
                  <a:pt x="3459830" y="2060090"/>
                </a:cubicBezTo>
                <a:lnTo>
                  <a:pt x="3464283" y="2067782"/>
                </a:lnTo>
                <a:cubicBezTo>
                  <a:pt x="3464688" y="2068187"/>
                  <a:pt x="3464688" y="2068592"/>
                  <a:pt x="3464283" y="2068996"/>
                </a:cubicBezTo>
                <a:lnTo>
                  <a:pt x="3459830" y="2076688"/>
                </a:lnTo>
                <a:cubicBezTo>
                  <a:pt x="3459425" y="2077093"/>
                  <a:pt x="3459020" y="2077093"/>
                  <a:pt x="3458616" y="2077498"/>
                </a:cubicBezTo>
                <a:lnTo>
                  <a:pt x="3449710" y="2077498"/>
                </a:lnTo>
                <a:cubicBezTo>
                  <a:pt x="3449305" y="2077498"/>
                  <a:pt x="3448900" y="2077093"/>
                  <a:pt x="3448495" y="2076688"/>
                </a:cubicBezTo>
                <a:lnTo>
                  <a:pt x="3444043" y="2068996"/>
                </a:lnTo>
                <a:cubicBezTo>
                  <a:pt x="3443638" y="2068592"/>
                  <a:pt x="3443638" y="2068187"/>
                  <a:pt x="3444043" y="2067782"/>
                </a:cubicBezTo>
                <a:lnTo>
                  <a:pt x="3448495" y="2060090"/>
                </a:lnTo>
                <a:cubicBezTo>
                  <a:pt x="3448900" y="2059686"/>
                  <a:pt x="3449305" y="2059281"/>
                  <a:pt x="3449710" y="2059281"/>
                </a:cubicBezTo>
                <a:close/>
                <a:moveTo>
                  <a:pt x="3287380" y="2058472"/>
                </a:moveTo>
                <a:lnTo>
                  <a:pt x="3297095" y="2058472"/>
                </a:lnTo>
                <a:cubicBezTo>
                  <a:pt x="3297500" y="2058472"/>
                  <a:pt x="3297905" y="2058877"/>
                  <a:pt x="3298310" y="2059282"/>
                </a:cubicBezTo>
                <a:lnTo>
                  <a:pt x="3303168" y="2067783"/>
                </a:lnTo>
                <a:cubicBezTo>
                  <a:pt x="3303572" y="2068187"/>
                  <a:pt x="3303572" y="2068592"/>
                  <a:pt x="3303168" y="2068997"/>
                </a:cubicBezTo>
                <a:lnTo>
                  <a:pt x="3298310" y="2077498"/>
                </a:lnTo>
                <a:cubicBezTo>
                  <a:pt x="3297905" y="2077903"/>
                  <a:pt x="3297500" y="2077903"/>
                  <a:pt x="3297095" y="2077903"/>
                </a:cubicBezTo>
                <a:lnTo>
                  <a:pt x="3287380" y="2077903"/>
                </a:lnTo>
                <a:cubicBezTo>
                  <a:pt x="3286975" y="2077903"/>
                  <a:pt x="3286570" y="2077903"/>
                  <a:pt x="3286166" y="2077498"/>
                </a:cubicBezTo>
                <a:lnTo>
                  <a:pt x="3281308" y="2068997"/>
                </a:lnTo>
                <a:cubicBezTo>
                  <a:pt x="3280903" y="2068592"/>
                  <a:pt x="3280903" y="2068187"/>
                  <a:pt x="3281308" y="2067783"/>
                </a:cubicBezTo>
                <a:lnTo>
                  <a:pt x="3286166" y="2059282"/>
                </a:lnTo>
                <a:cubicBezTo>
                  <a:pt x="3286570" y="2058877"/>
                  <a:pt x="3286975" y="2058472"/>
                  <a:pt x="3287380" y="2058472"/>
                </a:cubicBezTo>
                <a:close/>
                <a:moveTo>
                  <a:pt x="3408013" y="2057662"/>
                </a:moveTo>
                <a:lnTo>
                  <a:pt x="3418943" y="2057662"/>
                </a:lnTo>
                <a:cubicBezTo>
                  <a:pt x="3419348" y="2057662"/>
                  <a:pt x="3419753" y="2058067"/>
                  <a:pt x="3420158" y="2058472"/>
                </a:cubicBezTo>
                <a:lnTo>
                  <a:pt x="3425421" y="2067782"/>
                </a:lnTo>
                <a:cubicBezTo>
                  <a:pt x="3425825" y="2068187"/>
                  <a:pt x="3425825" y="2068592"/>
                  <a:pt x="3425421" y="2068997"/>
                </a:cubicBezTo>
                <a:lnTo>
                  <a:pt x="3420158" y="2078307"/>
                </a:lnTo>
                <a:cubicBezTo>
                  <a:pt x="3419753" y="2078712"/>
                  <a:pt x="3419348" y="2078712"/>
                  <a:pt x="3418943" y="2079117"/>
                </a:cubicBezTo>
                <a:lnTo>
                  <a:pt x="3408013" y="2079117"/>
                </a:lnTo>
                <a:cubicBezTo>
                  <a:pt x="3407609" y="2079117"/>
                  <a:pt x="3407204" y="2078712"/>
                  <a:pt x="3406799" y="2078307"/>
                </a:cubicBezTo>
                <a:lnTo>
                  <a:pt x="3401537" y="2068997"/>
                </a:lnTo>
                <a:cubicBezTo>
                  <a:pt x="3401132" y="2068592"/>
                  <a:pt x="3401132" y="2068187"/>
                  <a:pt x="3401537" y="2067782"/>
                </a:cubicBezTo>
                <a:lnTo>
                  <a:pt x="3406799" y="2058472"/>
                </a:lnTo>
                <a:cubicBezTo>
                  <a:pt x="3407204" y="2058067"/>
                  <a:pt x="3407609" y="2057662"/>
                  <a:pt x="3408013" y="2057662"/>
                </a:cubicBezTo>
                <a:close/>
                <a:moveTo>
                  <a:pt x="3367128" y="2057257"/>
                </a:moveTo>
                <a:lnTo>
                  <a:pt x="3378868" y="2057257"/>
                </a:lnTo>
                <a:cubicBezTo>
                  <a:pt x="3379273" y="2057257"/>
                  <a:pt x="3379677" y="2057257"/>
                  <a:pt x="3380082" y="2057662"/>
                </a:cubicBezTo>
                <a:lnTo>
                  <a:pt x="3386154" y="2067782"/>
                </a:lnTo>
                <a:cubicBezTo>
                  <a:pt x="3386559" y="2068187"/>
                  <a:pt x="3386559" y="2068592"/>
                  <a:pt x="3386154" y="2068996"/>
                </a:cubicBezTo>
                <a:lnTo>
                  <a:pt x="3380082" y="2079117"/>
                </a:lnTo>
                <a:cubicBezTo>
                  <a:pt x="3380082" y="2079522"/>
                  <a:pt x="3379677" y="2079522"/>
                  <a:pt x="3378868" y="2079522"/>
                </a:cubicBezTo>
                <a:lnTo>
                  <a:pt x="3367128" y="2079522"/>
                </a:lnTo>
                <a:cubicBezTo>
                  <a:pt x="3366724" y="2079522"/>
                  <a:pt x="3366318" y="2079522"/>
                  <a:pt x="3365914" y="2079117"/>
                </a:cubicBezTo>
                <a:lnTo>
                  <a:pt x="3359842" y="2068996"/>
                </a:lnTo>
                <a:cubicBezTo>
                  <a:pt x="3359437" y="2068592"/>
                  <a:pt x="3359437" y="2068187"/>
                  <a:pt x="3359842" y="2067782"/>
                </a:cubicBezTo>
                <a:lnTo>
                  <a:pt x="3365914" y="2057662"/>
                </a:lnTo>
                <a:cubicBezTo>
                  <a:pt x="3366318" y="2057662"/>
                  <a:pt x="3366724" y="2057257"/>
                  <a:pt x="3367128" y="2057257"/>
                </a:cubicBezTo>
                <a:close/>
                <a:moveTo>
                  <a:pt x="3327052" y="2056852"/>
                </a:moveTo>
                <a:lnTo>
                  <a:pt x="3337981" y="2056852"/>
                </a:lnTo>
                <a:cubicBezTo>
                  <a:pt x="3338386" y="2056852"/>
                  <a:pt x="3338791" y="2057257"/>
                  <a:pt x="3339196" y="2057662"/>
                </a:cubicBezTo>
                <a:lnTo>
                  <a:pt x="3344863" y="2067377"/>
                </a:lnTo>
                <a:cubicBezTo>
                  <a:pt x="3345268" y="2067782"/>
                  <a:pt x="3345268" y="2068187"/>
                  <a:pt x="3344863" y="2068592"/>
                </a:cubicBezTo>
                <a:lnTo>
                  <a:pt x="3339196" y="2078307"/>
                </a:lnTo>
                <a:cubicBezTo>
                  <a:pt x="3339196" y="2078712"/>
                  <a:pt x="3338791" y="2079117"/>
                  <a:pt x="3337981" y="2079117"/>
                </a:cubicBezTo>
                <a:lnTo>
                  <a:pt x="3327052" y="2079117"/>
                </a:lnTo>
                <a:cubicBezTo>
                  <a:pt x="3326647" y="2079117"/>
                  <a:pt x="3326242" y="2078712"/>
                  <a:pt x="3325837" y="2078307"/>
                </a:cubicBezTo>
                <a:lnTo>
                  <a:pt x="3320170" y="2068592"/>
                </a:lnTo>
                <a:cubicBezTo>
                  <a:pt x="3319765" y="2068187"/>
                  <a:pt x="3319765" y="2067782"/>
                  <a:pt x="3320170" y="2067377"/>
                </a:cubicBezTo>
                <a:lnTo>
                  <a:pt x="3325837" y="2057662"/>
                </a:lnTo>
                <a:cubicBezTo>
                  <a:pt x="3326242" y="2057257"/>
                  <a:pt x="3326647" y="2056852"/>
                  <a:pt x="3327052" y="2056852"/>
                </a:cubicBezTo>
                <a:close/>
                <a:moveTo>
                  <a:pt x="3856951" y="2024467"/>
                </a:moveTo>
                <a:lnTo>
                  <a:pt x="3860999" y="2024467"/>
                </a:lnTo>
                <a:lnTo>
                  <a:pt x="3863023" y="2027705"/>
                </a:lnTo>
                <a:lnTo>
                  <a:pt x="3860999" y="2030944"/>
                </a:lnTo>
                <a:lnTo>
                  <a:pt x="3856951" y="2030944"/>
                </a:lnTo>
                <a:lnTo>
                  <a:pt x="3854927" y="2027705"/>
                </a:lnTo>
                <a:close/>
                <a:moveTo>
                  <a:pt x="3776393" y="2024467"/>
                </a:moveTo>
                <a:lnTo>
                  <a:pt x="3780036" y="2024467"/>
                </a:lnTo>
                <a:lnTo>
                  <a:pt x="3782061" y="2027705"/>
                </a:lnTo>
                <a:lnTo>
                  <a:pt x="3780036" y="2030944"/>
                </a:lnTo>
                <a:lnTo>
                  <a:pt x="3776393" y="2030944"/>
                </a:lnTo>
                <a:lnTo>
                  <a:pt x="3774369" y="2027705"/>
                </a:lnTo>
                <a:close/>
                <a:moveTo>
                  <a:pt x="4625690" y="2024063"/>
                </a:moveTo>
                <a:lnTo>
                  <a:pt x="4630143" y="2024063"/>
                </a:lnTo>
                <a:lnTo>
                  <a:pt x="4632167" y="2027706"/>
                </a:lnTo>
                <a:lnTo>
                  <a:pt x="4630143" y="2031350"/>
                </a:lnTo>
                <a:lnTo>
                  <a:pt x="4625690" y="2031350"/>
                </a:lnTo>
                <a:lnTo>
                  <a:pt x="4623666" y="2027706"/>
                </a:lnTo>
                <a:close/>
                <a:moveTo>
                  <a:pt x="4261764" y="2024063"/>
                </a:moveTo>
                <a:lnTo>
                  <a:pt x="4265407" y="2024063"/>
                </a:lnTo>
                <a:cubicBezTo>
                  <a:pt x="4265812" y="2024063"/>
                  <a:pt x="4266216" y="2024063"/>
                  <a:pt x="4266621" y="2024468"/>
                </a:cubicBezTo>
                <a:lnTo>
                  <a:pt x="4268240" y="2027301"/>
                </a:lnTo>
                <a:cubicBezTo>
                  <a:pt x="4268645" y="2027706"/>
                  <a:pt x="4268645" y="2028111"/>
                  <a:pt x="4268240" y="2028516"/>
                </a:cubicBezTo>
                <a:lnTo>
                  <a:pt x="4266621" y="2031350"/>
                </a:lnTo>
                <a:cubicBezTo>
                  <a:pt x="4266216" y="2031754"/>
                  <a:pt x="4265812" y="2031754"/>
                  <a:pt x="4265407" y="2032159"/>
                </a:cubicBezTo>
                <a:lnTo>
                  <a:pt x="4261764" y="2032159"/>
                </a:lnTo>
                <a:cubicBezTo>
                  <a:pt x="4261359" y="2032159"/>
                  <a:pt x="4260954" y="2031754"/>
                  <a:pt x="4260549" y="2031350"/>
                </a:cubicBezTo>
                <a:lnTo>
                  <a:pt x="4258930" y="2028516"/>
                </a:lnTo>
                <a:cubicBezTo>
                  <a:pt x="4258525" y="2028111"/>
                  <a:pt x="4258525" y="2027706"/>
                  <a:pt x="4258930" y="2027301"/>
                </a:cubicBezTo>
                <a:lnTo>
                  <a:pt x="4260549" y="2024468"/>
                </a:lnTo>
                <a:cubicBezTo>
                  <a:pt x="4260954" y="2024468"/>
                  <a:pt x="4261359" y="2024063"/>
                  <a:pt x="4261764" y="2024063"/>
                </a:cubicBezTo>
                <a:close/>
                <a:moveTo>
                  <a:pt x="4180396" y="2024063"/>
                </a:moveTo>
                <a:lnTo>
                  <a:pt x="4184849" y="2024063"/>
                </a:lnTo>
                <a:lnTo>
                  <a:pt x="4186873" y="2027706"/>
                </a:lnTo>
                <a:lnTo>
                  <a:pt x="4184849" y="2031350"/>
                </a:lnTo>
                <a:lnTo>
                  <a:pt x="4180396" y="2031350"/>
                </a:lnTo>
                <a:lnTo>
                  <a:pt x="4178372" y="2027706"/>
                </a:lnTo>
                <a:close/>
                <a:moveTo>
                  <a:pt x="4059357" y="2024063"/>
                </a:moveTo>
                <a:lnTo>
                  <a:pt x="4063405" y="2024063"/>
                </a:lnTo>
                <a:lnTo>
                  <a:pt x="4065429" y="2027706"/>
                </a:lnTo>
                <a:lnTo>
                  <a:pt x="4063405" y="2031350"/>
                </a:lnTo>
                <a:lnTo>
                  <a:pt x="4059357" y="2031350"/>
                </a:lnTo>
                <a:lnTo>
                  <a:pt x="4057333" y="2027706"/>
                </a:lnTo>
                <a:close/>
                <a:moveTo>
                  <a:pt x="4018876" y="2024063"/>
                </a:moveTo>
                <a:lnTo>
                  <a:pt x="4022924" y="2024063"/>
                </a:lnTo>
                <a:lnTo>
                  <a:pt x="4024948" y="2027706"/>
                </a:lnTo>
                <a:lnTo>
                  <a:pt x="4022924" y="2031350"/>
                </a:lnTo>
                <a:lnTo>
                  <a:pt x="4018876" y="2031350"/>
                </a:lnTo>
                <a:lnTo>
                  <a:pt x="4016852" y="2027706"/>
                </a:lnTo>
                <a:close/>
                <a:moveTo>
                  <a:pt x="3816470" y="2024063"/>
                </a:moveTo>
                <a:lnTo>
                  <a:pt x="3820518" y="2024063"/>
                </a:lnTo>
                <a:lnTo>
                  <a:pt x="3822542" y="2027706"/>
                </a:lnTo>
                <a:lnTo>
                  <a:pt x="3820518" y="2031350"/>
                </a:lnTo>
                <a:lnTo>
                  <a:pt x="3816470" y="2031350"/>
                </a:lnTo>
                <a:lnTo>
                  <a:pt x="3814446" y="2027706"/>
                </a:lnTo>
                <a:close/>
                <a:moveTo>
                  <a:pt x="3735507" y="2024063"/>
                </a:moveTo>
                <a:lnTo>
                  <a:pt x="3739555" y="2024063"/>
                </a:lnTo>
                <a:lnTo>
                  <a:pt x="3741579" y="2027706"/>
                </a:lnTo>
                <a:lnTo>
                  <a:pt x="3739555" y="2031350"/>
                </a:lnTo>
                <a:lnTo>
                  <a:pt x="3735507" y="2031350"/>
                </a:lnTo>
                <a:lnTo>
                  <a:pt x="3733483" y="2027706"/>
                </a:lnTo>
                <a:close/>
                <a:moveTo>
                  <a:pt x="4586018" y="2023658"/>
                </a:moveTo>
                <a:lnTo>
                  <a:pt x="4589257" y="2023658"/>
                </a:lnTo>
                <a:cubicBezTo>
                  <a:pt x="4589662" y="2023658"/>
                  <a:pt x="4590067" y="2024063"/>
                  <a:pt x="4590471" y="2024468"/>
                </a:cubicBezTo>
                <a:lnTo>
                  <a:pt x="4592091" y="2027301"/>
                </a:lnTo>
                <a:cubicBezTo>
                  <a:pt x="4592495" y="2027706"/>
                  <a:pt x="4592495" y="2028111"/>
                  <a:pt x="4592091" y="2028516"/>
                </a:cubicBezTo>
                <a:lnTo>
                  <a:pt x="4590471" y="2031350"/>
                </a:lnTo>
                <a:cubicBezTo>
                  <a:pt x="4590067" y="2031754"/>
                  <a:pt x="4589662" y="2031754"/>
                  <a:pt x="4589257" y="2032159"/>
                </a:cubicBezTo>
                <a:lnTo>
                  <a:pt x="4586018" y="2032159"/>
                </a:lnTo>
                <a:cubicBezTo>
                  <a:pt x="4585614" y="2032159"/>
                  <a:pt x="4585209" y="2031754"/>
                  <a:pt x="4584804" y="2031350"/>
                </a:cubicBezTo>
                <a:lnTo>
                  <a:pt x="4583185" y="2028516"/>
                </a:lnTo>
                <a:cubicBezTo>
                  <a:pt x="4582780" y="2028111"/>
                  <a:pt x="4582780" y="2027706"/>
                  <a:pt x="4583185" y="2027301"/>
                </a:cubicBezTo>
                <a:lnTo>
                  <a:pt x="4584804" y="2024468"/>
                </a:lnTo>
                <a:cubicBezTo>
                  <a:pt x="4585209" y="2024063"/>
                  <a:pt x="4585614" y="2023658"/>
                  <a:pt x="4586018" y="2023658"/>
                </a:cubicBezTo>
                <a:close/>
                <a:moveTo>
                  <a:pt x="4504246" y="2023658"/>
                </a:moveTo>
                <a:lnTo>
                  <a:pt x="4508294" y="2023658"/>
                </a:lnTo>
                <a:cubicBezTo>
                  <a:pt x="4508699" y="2023658"/>
                  <a:pt x="4509104" y="2023658"/>
                  <a:pt x="4509508" y="2024063"/>
                </a:cubicBezTo>
                <a:lnTo>
                  <a:pt x="4511533" y="2027301"/>
                </a:lnTo>
                <a:cubicBezTo>
                  <a:pt x="4511937" y="2027706"/>
                  <a:pt x="4511937" y="2028111"/>
                  <a:pt x="4511533" y="2028516"/>
                </a:cubicBezTo>
                <a:lnTo>
                  <a:pt x="4509508" y="2031754"/>
                </a:lnTo>
                <a:cubicBezTo>
                  <a:pt x="4509508" y="2032159"/>
                  <a:pt x="4509104" y="2032159"/>
                  <a:pt x="4508294" y="2032564"/>
                </a:cubicBezTo>
                <a:lnTo>
                  <a:pt x="4504246" y="2032564"/>
                </a:lnTo>
                <a:cubicBezTo>
                  <a:pt x="4503841" y="2032564"/>
                  <a:pt x="4503436" y="2032159"/>
                  <a:pt x="4503032" y="2031754"/>
                </a:cubicBezTo>
                <a:lnTo>
                  <a:pt x="4501008" y="2028516"/>
                </a:lnTo>
                <a:cubicBezTo>
                  <a:pt x="4500603" y="2028111"/>
                  <a:pt x="4500603" y="2027706"/>
                  <a:pt x="4501008" y="2027301"/>
                </a:cubicBezTo>
                <a:lnTo>
                  <a:pt x="4503032" y="2024063"/>
                </a:lnTo>
                <a:cubicBezTo>
                  <a:pt x="4503436" y="2024063"/>
                  <a:pt x="4503841" y="2023658"/>
                  <a:pt x="4504246" y="2023658"/>
                </a:cubicBezTo>
                <a:close/>
                <a:moveTo>
                  <a:pt x="4423688" y="2023658"/>
                </a:moveTo>
                <a:lnTo>
                  <a:pt x="4427332" y="2023658"/>
                </a:lnTo>
                <a:cubicBezTo>
                  <a:pt x="4427736" y="2023658"/>
                  <a:pt x="4428141" y="2023658"/>
                  <a:pt x="4428546" y="2024063"/>
                </a:cubicBezTo>
                <a:lnTo>
                  <a:pt x="4430570" y="2027301"/>
                </a:lnTo>
                <a:cubicBezTo>
                  <a:pt x="4430975" y="2027706"/>
                  <a:pt x="4430975" y="2028111"/>
                  <a:pt x="4430570" y="2028516"/>
                </a:cubicBezTo>
                <a:lnTo>
                  <a:pt x="4428546" y="2031754"/>
                </a:lnTo>
                <a:cubicBezTo>
                  <a:pt x="4428546" y="2032159"/>
                  <a:pt x="4428141" y="2032159"/>
                  <a:pt x="4427332" y="2032564"/>
                </a:cubicBezTo>
                <a:lnTo>
                  <a:pt x="4423688" y="2032564"/>
                </a:lnTo>
                <a:cubicBezTo>
                  <a:pt x="4423284" y="2032564"/>
                  <a:pt x="4422878" y="2032159"/>
                  <a:pt x="4422474" y="2031754"/>
                </a:cubicBezTo>
                <a:lnTo>
                  <a:pt x="4420450" y="2028516"/>
                </a:lnTo>
                <a:cubicBezTo>
                  <a:pt x="4420045" y="2028111"/>
                  <a:pt x="4420045" y="2027706"/>
                  <a:pt x="4420450" y="2027301"/>
                </a:cubicBezTo>
                <a:lnTo>
                  <a:pt x="4422474" y="2024063"/>
                </a:lnTo>
                <a:cubicBezTo>
                  <a:pt x="4422878" y="2024063"/>
                  <a:pt x="4423284" y="2023658"/>
                  <a:pt x="4423688" y="2023658"/>
                </a:cubicBezTo>
                <a:close/>
                <a:moveTo>
                  <a:pt x="4343130" y="2023658"/>
                </a:moveTo>
                <a:lnTo>
                  <a:pt x="4346369" y="2023658"/>
                </a:lnTo>
                <a:cubicBezTo>
                  <a:pt x="4346774" y="2023658"/>
                  <a:pt x="4347179" y="2024063"/>
                  <a:pt x="4347583" y="2024468"/>
                </a:cubicBezTo>
                <a:lnTo>
                  <a:pt x="4349203" y="2027301"/>
                </a:lnTo>
                <a:cubicBezTo>
                  <a:pt x="4349607" y="2027706"/>
                  <a:pt x="4349607" y="2028111"/>
                  <a:pt x="4349203" y="2028516"/>
                </a:cubicBezTo>
                <a:lnTo>
                  <a:pt x="4347583" y="2031350"/>
                </a:lnTo>
                <a:cubicBezTo>
                  <a:pt x="4347179" y="2031754"/>
                  <a:pt x="4346774" y="2031754"/>
                  <a:pt x="4346369" y="2032159"/>
                </a:cubicBezTo>
                <a:lnTo>
                  <a:pt x="4343130" y="2032159"/>
                </a:lnTo>
                <a:cubicBezTo>
                  <a:pt x="4342726" y="2032159"/>
                  <a:pt x="4342321" y="2031754"/>
                  <a:pt x="4341916" y="2031350"/>
                </a:cubicBezTo>
                <a:lnTo>
                  <a:pt x="4340297" y="2028516"/>
                </a:lnTo>
                <a:cubicBezTo>
                  <a:pt x="4339892" y="2028111"/>
                  <a:pt x="4339892" y="2027706"/>
                  <a:pt x="4340297" y="2027301"/>
                </a:cubicBezTo>
                <a:lnTo>
                  <a:pt x="4341916" y="2024468"/>
                </a:lnTo>
                <a:cubicBezTo>
                  <a:pt x="4342321" y="2024063"/>
                  <a:pt x="4342726" y="2023658"/>
                  <a:pt x="4343130" y="2023658"/>
                </a:cubicBezTo>
                <a:close/>
                <a:moveTo>
                  <a:pt x="4302649" y="2023658"/>
                </a:moveTo>
                <a:lnTo>
                  <a:pt x="4305888" y="2023658"/>
                </a:lnTo>
                <a:cubicBezTo>
                  <a:pt x="4306293" y="2023658"/>
                  <a:pt x="4306698" y="2024063"/>
                  <a:pt x="4307102" y="2024468"/>
                </a:cubicBezTo>
                <a:lnTo>
                  <a:pt x="4308722" y="2027301"/>
                </a:lnTo>
                <a:cubicBezTo>
                  <a:pt x="4309126" y="2027706"/>
                  <a:pt x="4309126" y="2028111"/>
                  <a:pt x="4308722" y="2028516"/>
                </a:cubicBezTo>
                <a:lnTo>
                  <a:pt x="4307102" y="2031350"/>
                </a:lnTo>
                <a:cubicBezTo>
                  <a:pt x="4306698" y="2031754"/>
                  <a:pt x="4306293" y="2031754"/>
                  <a:pt x="4305888" y="2032159"/>
                </a:cubicBezTo>
                <a:lnTo>
                  <a:pt x="4302649" y="2032159"/>
                </a:lnTo>
                <a:cubicBezTo>
                  <a:pt x="4302245" y="2032159"/>
                  <a:pt x="4301840" y="2031754"/>
                  <a:pt x="4301435" y="2031350"/>
                </a:cubicBezTo>
                <a:lnTo>
                  <a:pt x="4299816" y="2028516"/>
                </a:lnTo>
                <a:cubicBezTo>
                  <a:pt x="4299411" y="2028111"/>
                  <a:pt x="4299411" y="2027706"/>
                  <a:pt x="4299816" y="2027301"/>
                </a:cubicBezTo>
                <a:lnTo>
                  <a:pt x="4301435" y="2024468"/>
                </a:lnTo>
                <a:cubicBezTo>
                  <a:pt x="4301840" y="2024063"/>
                  <a:pt x="4302245" y="2023658"/>
                  <a:pt x="4302649" y="2023658"/>
                </a:cubicBezTo>
                <a:close/>
                <a:moveTo>
                  <a:pt x="4221687" y="2023658"/>
                </a:moveTo>
                <a:lnTo>
                  <a:pt x="4224926" y="2023658"/>
                </a:lnTo>
                <a:cubicBezTo>
                  <a:pt x="4225331" y="2023658"/>
                  <a:pt x="4225736" y="2024063"/>
                  <a:pt x="4226140" y="2024468"/>
                </a:cubicBezTo>
                <a:lnTo>
                  <a:pt x="4227760" y="2027301"/>
                </a:lnTo>
                <a:cubicBezTo>
                  <a:pt x="4228164" y="2027706"/>
                  <a:pt x="4228164" y="2028111"/>
                  <a:pt x="4227760" y="2028516"/>
                </a:cubicBezTo>
                <a:lnTo>
                  <a:pt x="4226140" y="2031350"/>
                </a:lnTo>
                <a:cubicBezTo>
                  <a:pt x="4225736" y="2031754"/>
                  <a:pt x="4225331" y="2031754"/>
                  <a:pt x="4224926" y="2032159"/>
                </a:cubicBezTo>
                <a:lnTo>
                  <a:pt x="4221687" y="2032159"/>
                </a:lnTo>
                <a:cubicBezTo>
                  <a:pt x="4221283" y="2032159"/>
                  <a:pt x="4220878" y="2031754"/>
                  <a:pt x="4220473" y="2031350"/>
                </a:cubicBezTo>
                <a:lnTo>
                  <a:pt x="4218854" y="2028516"/>
                </a:lnTo>
                <a:cubicBezTo>
                  <a:pt x="4218449" y="2028111"/>
                  <a:pt x="4218449" y="2027706"/>
                  <a:pt x="4218854" y="2027301"/>
                </a:cubicBezTo>
                <a:lnTo>
                  <a:pt x="4220473" y="2024468"/>
                </a:lnTo>
                <a:cubicBezTo>
                  <a:pt x="4220878" y="2024063"/>
                  <a:pt x="4221283" y="2023658"/>
                  <a:pt x="4221687" y="2023658"/>
                </a:cubicBezTo>
                <a:close/>
                <a:moveTo>
                  <a:pt x="4140320" y="2023658"/>
                </a:moveTo>
                <a:lnTo>
                  <a:pt x="4144773" y="2023658"/>
                </a:lnTo>
                <a:lnTo>
                  <a:pt x="4147201" y="2027706"/>
                </a:lnTo>
                <a:lnTo>
                  <a:pt x="4144773" y="2031754"/>
                </a:lnTo>
                <a:lnTo>
                  <a:pt x="4140320" y="2031754"/>
                </a:lnTo>
                <a:lnTo>
                  <a:pt x="4137891" y="2027706"/>
                </a:lnTo>
                <a:close/>
                <a:moveTo>
                  <a:pt x="4099839" y="2023658"/>
                </a:moveTo>
                <a:lnTo>
                  <a:pt x="4104292" y="2023658"/>
                </a:lnTo>
                <a:lnTo>
                  <a:pt x="4106720" y="2027706"/>
                </a:lnTo>
                <a:lnTo>
                  <a:pt x="4104292" y="2031754"/>
                </a:lnTo>
                <a:lnTo>
                  <a:pt x="4099839" y="2031754"/>
                </a:lnTo>
                <a:lnTo>
                  <a:pt x="4097410" y="2027706"/>
                </a:lnTo>
                <a:close/>
                <a:moveTo>
                  <a:pt x="3978395" y="2023658"/>
                </a:moveTo>
                <a:lnTo>
                  <a:pt x="3982848" y="2023658"/>
                </a:lnTo>
                <a:lnTo>
                  <a:pt x="3985276" y="2027706"/>
                </a:lnTo>
                <a:lnTo>
                  <a:pt x="3982848" y="2031754"/>
                </a:lnTo>
                <a:lnTo>
                  <a:pt x="3978395" y="2031754"/>
                </a:lnTo>
                <a:lnTo>
                  <a:pt x="3975966" y="2027706"/>
                </a:lnTo>
                <a:close/>
                <a:moveTo>
                  <a:pt x="3937914" y="2023658"/>
                </a:moveTo>
                <a:lnTo>
                  <a:pt x="3942367" y="2023658"/>
                </a:lnTo>
                <a:lnTo>
                  <a:pt x="3944795" y="2027706"/>
                </a:lnTo>
                <a:lnTo>
                  <a:pt x="3942367" y="2031754"/>
                </a:lnTo>
                <a:lnTo>
                  <a:pt x="3937914" y="2031754"/>
                </a:lnTo>
                <a:lnTo>
                  <a:pt x="3935485" y="2027706"/>
                </a:lnTo>
                <a:close/>
                <a:moveTo>
                  <a:pt x="3897433" y="2023658"/>
                </a:moveTo>
                <a:lnTo>
                  <a:pt x="3901886" y="2023658"/>
                </a:lnTo>
                <a:lnTo>
                  <a:pt x="3904314" y="2027706"/>
                </a:lnTo>
                <a:lnTo>
                  <a:pt x="3901886" y="2031754"/>
                </a:lnTo>
                <a:lnTo>
                  <a:pt x="3897433" y="2031754"/>
                </a:lnTo>
                <a:lnTo>
                  <a:pt x="3895004" y="2027706"/>
                </a:lnTo>
                <a:close/>
                <a:moveTo>
                  <a:pt x="4382802" y="2023253"/>
                </a:moveTo>
                <a:lnTo>
                  <a:pt x="4386850" y="2023253"/>
                </a:lnTo>
                <a:cubicBezTo>
                  <a:pt x="4387255" y="2023253"/>
                  <a:pt x="4387660" y="2023658"/>
                  <a:pt x="4388064" y="2024063"/>
                </a:cubicBezTo>
                <a:lnTo>
                  <a:pt x="4390089" y="2027301"/>
                </a:lnTo>
                <a:cubicBezTo>
                  <a:pt x="4390493" y="2027706"/>
                  <a:pt x="4390493" y="2028111"/>
                  <a:pt x="4390089" y="2028516"/>
                </a:cubicBezTo>
                <a:lnTo>
                  <a:pt x="4388064" y="2031754"/>
                </a:lnTo>
                <a:cubicBezTo>
                  <a:pt x="4388064" y="2032159"/>
                  <a:pt x="4387660" y="2032159"/>
                  <a:pt x="4386850" y="2032159"/>
                </a:cubicBezTo>
                <a:lnTo>
                  <a:pt x="4382802" y="2032159"/>
                </a:lnTo>
                <a:cubicBezTo>
                  <a:pt x="4382397" y="2032159"/>
                  <a:pt x="4381992" y="2031754"/>
                  <a:pt x="4381588" y="2031349"/>
                </a:cubicBezTo>
                <a:lnTo>
                  <a:pt x="4379564" y="2028111"/>
                </a:lnTo>
                <a:cubicBezTo>
                  <a:pt x="4379159" y="2027706"/>
                  <a:pt x="4379159" y="2027301"/>
                  <a:pt x="4379564" y="2026896"/>
                </a:cubicBezTo>
                <a:lnTo>
                  <a:pt x="4381588" y="2023658"/>
                </a:lnTo>
                <a:cubicBezTo>
                  <a:pt x="4381992" y="2023658"/>
                  <a:pt x="4382397" y="2023253"/>
                  <a:pt x="4382802" y="2023253"/>
                </a:cubicBezTo>
                <a:close/>
                <a:moveTo>
                  <a:pt x="3695026" y="2023253"/>
                </a:moveTo>
                <a:lnTo>
                  <a:pt x="3698670" y="2023253"/>
                </a:lnTo>
                <a:cubicBezTo>
                  <a:pt x="3699074" y="2023253"/>
                  <a:pt x="3699479" y="2023253"/>
                  <a:pt x="3699884" y="2023658"/>
                </a:cubicBezTo>
                <a:lnTo>
                  <a:pt x="3701908" y="2026896"/>
                </a:lnTo>
                <a:cubicBezTo>
                  <a:pt x="3702313" y="2027301"/>
                  <a:pt x="3702313" y="2027706"/>
                  <a:pt x="3701908" y="2028111"/>
                </a:cubicBezTo>
                <a:lnTo>
                  <a:pt x="3699884" y="2031349"/>
                </a:lnTo>
                <a:cubicBezTo>
                  <a:pt x="3699884" y="2031754"/>
                  <a:pt x="3699479" y="2032159"/>
                  <a:pt x="3698670" y="2031754"/>
                </a:cubicBezTo>
                <a:lnTo>
                  <a:pt x="3695026" y="2031754"/>
                </a:lnTo>
                <a:cubicBezTo>
                  <a:pt x="3694622" y="2031754"/>
                  <a:pt x="3694216" y="2031754"/>
                  <a:pt x="3693812" y="2031349"/>
                </a:cubicBezTo>
                <a:lnTo>
                  <a:pt x="3691788" y="2028111"/>
                </a:lnTo>
                <a:cubicBezTo>
                  <a:pt x="3691383" y="2027706"/>
                  <a:pt x="3691383" y="2027301"/>
                  <a:pt x="3691788" y="2026896"/>
                </a:cubicBezTo>
                <a:lnTo>
                  <a:pt x="3693812" y="2023658"/>
                </a:lnTo>
                <a:cubicBezTo>
                  <a:pt x="3694216" y="2023658"/>
                  <a:pt x="3694622" y="2023253"/>
                  <a:pt x="3695026" y="2023253"/>
                </a:cubicBezTo>
                <a:close/>
                <a:moveTo>
                  <a:pt x="4545132" y="2022848"/>
                </a:moveTo>
                <a:lnTo>
                  <a:pt x="4548776" y="2022848"/>
                </a:lnTo>
                <a:cubicBezTo>
                  <a:pt x="4549180" y="2022848"/>
                  <a:pt x="4549585" y="2023253"/>
                  <a:pt x="4549990" y="2023657"/>
                </a:cubicBezTo>
                <a:lnTo>
                  <a:pt x="4552014" y="2026896"/>
                </a:lnTo>
                <a:cubicBezTo>
                  <a:pt x="4552419" y="2027301"/>
                  <a:pt x="4552419" y="2027706"/>
                  <a:pt x="4552014" y="2028111"/>
                </a:cubicBezTo>
                <a:lnTo>
                  <a:pt x="4549990" y="2031349"/>
                </a:lnTo>
                <a:cubicBezTo>
                  <a:pt x="4549990" y="2031754"/>
                  <a:pt x="4549585" y="2032159"/>
                  <a:pt x="4548776" y="2032159"/>
                </a:cubicBezTo>
                <a:lnTo>
                  <a:pt x="4545132" y="2032159"/>
                </a:lnTo>
                <a:cubicBezTo>
                  <a:pt x="4544728" y="2032159"/>
                  <a:pt x="4544322" y="2031754"/>
                  <a:pt x="4543918" y="2031349"/>
                </a:cubicBezTo>
                <a:lnTo>
                  <a:pt x="4541894" y="2028111"/>
                </a:lnTo>
                <a:cubicBezTo>
                  <a:pt x="4541489" y="2027706"/>
                  <a:pt x="4541489" y="2027301"/>
                  <a:pt x="4541894" y="2026896"/>
                </a:cubicBezTo>
                <a:lnTo>
                  <a:pt x="4543918" y="2023657"/>
                </a:lnTo>
                <a:cubicBezTo>
                  <a:pt x="4544322" y="2023253"/>
                  <a:pt x="4544728" y="2022848"/>
                  <a:pt x="4545132" y="2022848"/>
                </a:cubicBezTo>
                <a:close/>
                <a:moveTo>
                  <a:pt x="4464170" y="2022848"/>
                </a:moveTo>
                <a:lnTo>
                  <a:pt x="4468218" y="2022848"/>
                </a:lnTo>
                <a:cubicBezTo>
                  <a:pt x="4468623" y="2022848"/>
                  <a:pt x="4469028" y="2022848"/>
                  <a:pt x="4469432" y="2023253"/>
                </a:cubicBezTo>
                <a:lnTo>
                  <a:pt x="4471457" y="2026896"/>
                </a:lnTo>
                <a:cubicBezTo>
                  <a:pt x="4471862" y="2027301"/>
                  <a:pt x="4471862" y="2027706"/>
                  <a:pt x="4471457" y="2028111"/>
                </a:cubicBezTo>
                <a:lnTo>
                  <a:pt x="4469432" y="2031754"/>
                </a:lnTo>
                <a:cubicBezTo>
                  <a:pt x="4469028" y="2032159"/>
                  <a:pt x="4468623" y="2032563"/>
                  <a:pt x="4468218" y="2032563"/>
                </a:cubicBezTo>
                <a:lnTo>
                  <a:pt x="4464170" y="2032563"/>
                </a:lnTo>
                <a:cubicBezTo>
                  <a:pt x="4463766" y="2032563"/>
                  <a:pt x="4463360" y="2032159"/>
                  <a:pt x="4462956" y="2031754"/>
                </a:cubicBezTo>
                <a:lnTo>
                  <a:pt x="4460932" y="2028111"/>
                </a:lnTo>
                <a:cubicBezTo>
                  <a:pt x="4460527" y="2027706"/>
                  <a:pt x="4460527" y="2027301"/>
                  <a:pt x="4460932" y="2026896"/>
                </a:cubicBezTo>
                <a:lnTo>
                  <a:pt x="4462956" y="2023253"/>
                </a:lnTo>
                <a:cubicBezTo>
                  <a:pt x="4463360" y="2023253"/>
                  <a:pt x="4463766" y="2022848"/>
                  <a:pt x="4464170" y="2022848"/>
                </a:cubicBezTo>
                <a:close/>
                <a:moveTo>
                  <a:pt x="3654545" y="2022848"/>
                </a:moveTo>
                <a:lnTo>
                  <a:pt x="3658188" y="2022848"/>
                </a:lnTo>
                <a:cubicBezTo>
                  <a:pt x="3658593" y="2022848"/>
                  <a:pt x="3658997" y="2023253"/>
                  <a:pt x="3659402" y="2023657"/>
                </a:cubicBezTo>
                <a:lnTo>
                  <a:pt x="3661021" y="2026896"/>
                </a:lnTo>
                <a:cubicBezTo>
                  <a:pt x="3661426" y="2027301"/>
                  <a:pt x="3661426" y="2027706"/>
                  <a:pt x="3661021" y="2028111"/>
                </a:cubicBezTo>
                <a:lnTo>
                  <a:pt x="3659402" y="2031349"/>
                </a:lnTo>
                <a:cubicBezTo>
                  <a:pt x="3658997" y="2031754"/>
                  <a:pt x="3658593" y="2032159"/>
                  <a:pt x="3658188" y="2032159"/>
                </a:cubicBezTo>
                <a:lnTo>
                  <a:pt x="3654545" y="2032159"/>
                </a:lnTo>
                <a:cubicBezTo>
                  <a:pt x="3654140" y="2032159"/>
                  <a:pt x="3653735" y="2031754"/>
                  <a:pt x="3653330" y="2031349"/>
                </a:cubicBezTo>
                <a:lnTo>
                  <a:pt x="3651711" y="2028111"/>
                </a:lnTo>
                <a:cubicBezTo>
                  <a:pt x="3651306" y="2027706"/>
                  <a:pt x="3651306" y="2027301"/>
                  <a:pt x="3651711" y="2026896"/>
                </a:cubicBezTo>
                <a:lnTo>
                  <a:pt x="3653330" y="2023657"/>
                </a:lnTo>
                <a:cubicBezTo>
                  <a:pt x="3653735" y="2023253"/>
                  <a:pt x="3654140" y="2022848"/>
                  <a:pt x="3654545" y="2022848"/>
                </a:cubicBezTo>
                <a:close/>
                <a:moveTo>
                  <a:pt x="3613659" y="2022039"/>
                </a:moveTo>
                <a:lnTo>
                  <a:pt x="3618112" y="2022039"/>
                </a:lnTo>
                <a:cubicBezTo>
                  <a:pt x="3618517" y="2022039"/>
                  <a:pt x="3618921" y="2022444"/>
                  <a:pt x="3619326" y="2022849"/>
                </a:cubicBezTo>
                <a:lnTo>
                  <a:pt x="3621350" y="2026897"/>
                </a:lnTo>
                <a:cubicBezTo>
                  <a:pt x="3621755" y="2027302"/>
                  <a:pt x="3621755" y="2027706"/>
                  <a:pt x="3621350" y="2028111"/>
                </a:cubicBezTo>
                <a:lnTo>
                  <a:pt x="3619326" y="2032159"/>
                </a:lnTo>
                <a:cubicBezTo>
                  <a:pt x="3619326" y="2032564"/>
                  <a:pt x="3618921" y="2032969"/>
                  <a:pt x="3618112" y="2032969"/>
                </a:cubicBezTo>
                <a:lnTo>
                  <a:pt x="3613659" y="2032969"/>
                </a:lnTo>
                <a:cubicBezTo>
                  <a:pt x="3613254" y="2032969"/>
                  <a:pt x="3612849" y="2032564"/>
                  <a:pt x="3612445" y="2032159"/>
                </a:cubicBezTo>
                <a:lnTo>
                  <a:pt x="3610421" y="2028111"/>
                </a:lnTo>
                <a:cubicBezTo>
                  <a:pt x="3610016" y="2027706"/>
                  <a:pt x="3610016" y="2027302"/>
                  <a:pt x="3610421" y="2026897"/>
                </a:cubicBezTo>
                <a:lnTo>
                  <a:pt x="3612445" y="2022849"/>
                </a:lnTo>
                <a:cubicBezTo>
                  <a:pt x="3612849" y="2022444"/>
                  <a:pt x="3613254" y="2022039"/>
                  <a:pt x="3613659" y="2022039"/>
                </a:cubicBezTo>
                <a:close/>
                <a:moveTo>
                  <a:pt x="3572773" y="2022039"/>
                </a:moveTo>
                <a:lnTo>
                  <a:pt x="3577631" y="2022039"/>
                </a:lnTo>
                <a:cubicBezTo>
                  <a:pt x="3578036" y="2022039"/>
                  <a:pt x="3578440" y="2022444"/>
                  <a:pt x="3578845" y="2022849"/>
                </a:cubicBezTo>
                <a:lnTo>
                  <a:pt x="3581274" y="2026897"/>
                </a:lnTo>
                <a:cubicBezTo>
                  <a:pt x="3581679" y="2027302"/>
                  <a:pt x="3581679" y="2027706"/>
                  <a:pt x="3581274" y="2028111"/>
                </a:cubicBezTo>
                <a:lnTo>
                  <a:pt x="3578845" y="2032159"/>
                </a:lnTo>
                <a:cubicBezTo>
                  <a:pt x="3578845" y="2032564"/>
                  <a:pt x="3578440" y="2032969"/>
                  <a:pt x="3577631" y="2032969"/>
                </a:cubicBezTo>
                <a:lnTo>
                  <a:pt x="3572773" y="2032969"/>
                </a:lnTo>
                <a:cubicBezTo>
                  <a:pt x="3572368" y="2032969"/>
                  <a:pt x="3571963" y="2032564"/>
                  <a:pt x="3571559" y="2032159"/>
                </a:cubicBezTo>
                <a:lnTo>
                  <a:pt x="3569130" y="2028111"/>
                </a:lnTo>
                <a:cubicBezTo>
                  <a:pt x="3568725" y="2027706"/>
                  <a:pt x="3568725" y="2027302"/>
                  <a:pt x="3569130" y="2026897"/>
                </a:cubicBezTo>
                <a:lnTo>
                  <a:pt x="3571559" y="2022849"/>
                </a:lnTo>
                <a:cubicBezTo>
                  <a:pt x="3571963" y="2022444"/>
                  <a:pt x="3572368" y="2022039"/>
                  <a:pt x="3572773" y="2022039"/>
                </a:cubicBezTo>
                <a:close/>
                <a:moveTo>
                  <a:pt x="3532696" y="2022039"/>
                </a:moveTo>
                <a:lnTo>
                  <a:pt x="3537149" y="2022039"/>
                </a:lnTo>
                <a:cubicBezTo>
                  <a:pt x="3537554" y="2022039"/>
                  <a:pt x="3537958" y="2022444"/>
                  <a:pt x="3538363" y="2022849"/>
                </a:cubicBezTo>
                <a:lnTo>
                  <a:pt x="3540387" y="2026897"/>
                </a:lnTo>
                <a:cubicBezTo>
                  <a:pt x="3540792" y="2027302"/>
                  <a:pt x="3540792" y="2027706"/>
                  <a:pt x="3540387" y="2028111"/>
                </a:cubicBezTo>
                <a:lnTo>
                  <a:pt x="3538363" y="2032159"/>
                </a:lnTo>
                <a:cubicBezTo>
                  <a:pt x="3538363" y="2032564"/>
                  <a:pt x="3537958" y="2032969"/>
                  <a:pt x="3537149" y="2032969"/>
                </a:cubicBezTo>
                <a:lnTo>
                  <a:pt x="3532696" y="2032969"/>
                </a:lnTo>
                <a:cubicBezTo>
                  <a:pt x="3532291" y="2032969"/>
                  <a:pt x="3531886" y="2032564"/>
                  <a:pt x="3531482" y="2032159"/>
                </a:cubicBezTo>
                <a:lnTo>
                  <a:pt x="3529458" y="2028111"/>
                </a:lnTo>
                <a:cubicBezTo>
                  <a:pt x="3529053" y="2027706"/>
                  <a:pt x="3529053" y="2027302"/>
                  <a:pt x="3529458" y="2026897"/>
                </a:cubicBezTo>
                <a:lnTo>
                  <a:pt x="3531482" y="2022849"/>
                </a:lnTo>
                <a:cubicBezTo>
                  <a:pt x="3531886" y="2022444"/>
                  <a:pt x="3532291" y="2022039"/>
                  <a:pt x="3532696" y="2022039"/>
                </a:cubicBezTo>
                <a:close/>
                <a:moveTo>
                  <a:pt x="3247708" y="2020014"/>
                </a:moveTo>
                <a:lnTo>
                  <a:pt x="3255805" y="2020014"/>
                </a:lnTo>
                <a:cubicBezTo>
                  <a:pt x="3256209" y="2020014"/>
                  <a:pt x="3256614" y="2020014"/>
                  <a:pt x="3257019" y="2020419"/>
                </a:cubicBezTo>
                <a:lnTo>
                  <a:pt x="3261067" y="2027301"/>
                </a:lnTo>
                <a:cubicBezTo>
                  <a:pt x="3261472" y="2027705"/>
                  <a:pt x="3261472" y="2028110"/>
                  <a:pt x="3261067" y="2028515"/>
                </a:cubicBezTo>
                <a:lnTo>
                  <a:pt x="3257019" y="2035397"/>
                </a:lnTo>
                <a:cubicBezTo>
                  <a:pt x="3256614" y="2035802"/>
                  <a:pt x="3256209" y="2035802"/>
                  <a:pt x="3255805" y="2035802"/>
                </a:cubicBezTo>
                <a:lnTo>
                  <a:pt x="3247708" y="2035802"/>
                </a:lnTo>
                <a:cubicBezTo>
                  <a:pt x="3247304" y="2035802"/>
                  <a:pt x="3246898" y="2035802"/>
                  <a:pt x="3246494" y="2035397"/>
                </a:cubicBezTo>
                <a:lnTo>
                  <a:pt x="3242446" y="2028515"/>
                </a:lnTo>
                <a:cubicBezTo>
                  <a:pt x="3242041" y="2028110"/>
                  <a:pt x="3242041" y="2027705"/>
                  <a:pt x="3242446" y="2027301"/>
                </a:cubicBezTo>
                <a:lnTo>
                  <a:pt x="3246494" y="2020419"/>
                </a:lnTo>
                <a:cubicBezTo>
                  <a:pt x="3246898" y="2020419"/>
                  <a:pt x="3247304" y="2020014"/>
                  <a:pt x="3247708" y="2020014"/>
                </a:cubicBezTo>
                <a:close/>
                <a:moveTo>
                  <a:pt x="3491000" y="2019609"/>
                </a:moveTo>
                <a:lnTo>
                  <a:pt x="3498287" y="2019609"/>
                </a:lnTo>
                <a:cubicBezTo>
                  <a:pt x="3498692" y="2019609"/>
                  <a:pt x="3499097" y="2020014"/>
                  <a:pt x="3499501" y="2020419"/>
                </a:cubicBezTo>
                <a:lnTo>
                  <a:pt x="3503145" y="2026896"/>
                </a:lnTo>
                <a:cubicBezTo>
                  <a:pt x="3503550" y="2027301"/>
                  <a:pt x="3503550" y="2027705"/>
                  <a:pt x="3503145" y="2028110"/>
                </a:cubicBezTo>
                <a:lnTo>
                  <a:pt x="3499501" y="2034587"/>
                </a:lnTo>
                <a:cubicBezTo>
                  <a:pt x="3499097" y="2034992"/>
                  <a:pt x="3498692" y="2035397"/>
                  <a:pt x="3498287" y="2035397"/>
                </a:cubicBezTo>
                <a:lnTo>
                  <a:pt x="3491000" y="2035397"/>
                </a:lnTo>
                <a:cubicBezTo>
                  <a:pt x="3490596" y="2035397"/>
                  <a:pt x="3490191" y="2034992"/>
                  <a:pt x="3489786" y="2034587"/>
                </a:cubicBezTo>
                <a:lnTo>
                  <a:pt x="3486143" y="2028110"/>
                </a:lnTo>
                <a:cubicBezTo>
                  <a:pt x="3485738" y="2027705"/>
                  <a:pt x="3485738" y="2027301"/>
                  <a:pt x="3486143" y="2026896"/>
                </a:cubicBezTo>
                <a:lnTo>
                  <a:pt x="3489786" y="2020419"/>
                </a:lnTo>
                <a:cubicBezTo>
                  <a:pt x="3490191" y="2020014"/>
                  <a:pt x="3490596" y="2019609"/>
                  <a:pt x="3491000" y="2019609"/>
                </a:cubicBezTo>
                <a:close/>
                <a:moveTo>
                  <a:pt x="3449710" y="2019205"/>
                </a:moveTo>
                <a:lnTo>
                  <a:pt x="3458211" y="2019205"/>
                </a:lnTo>
                <a:cubicBezTo>
                  <a:pt x="3458616" y="2019205"/>
                  <a:pt x="3459020" y="2019610"/>
                  <a:pt x="3459425" y="2020015"/>
                </a:cubicBezTo>
                <a:lnTo>
                  <a:pt x="3463878" y="2027301"/>
                </a:lnTo>
                <a:cubicBezTo>
                  <a:pt x="3464283" y="2027706"/>
                  <a:pt x="3464283" y="2028111"/>
                  <a:pt x="3463878" y="2028516"/>
                </a:cubicBezTo>
                <a:lnTo>
                  <a:pt x="3459425" y="2035802"/>
                </a:lnTo>
                <a:cubicBezTo>
                  <a:pt x="3459425" y="2036207"/>
                  <a:pt x="3459020" y="2036207"/>
                  <a:pt x="3458211" y="2036612"/>
                </a:cubicBezTo>
                <a:lnTo>
                  <a:pt x="3449710" y="2036612"/>
                </a:lnTo>
                <a:cubicBezTo>
                  <a:pt x="3449305" y="2036612"/>
                  <a:pt x="3448900" y="2036207"/>
                  <a:pt x="3448495" y="2035802"/>
                </a:cubicBezTo>
                <a:lnTo>
                  <a:pt x="3444043" y="2028516"/>
                </a:lnTo>
                <a:cubicBezTo>
                  <a:pt x="3443638" y="2028111"/>
                  <a:pt x="3443638" y="2027706"/>
                  <a:pt x="3444043" y="2027301"/>
                </a:cubicBezTo>
                <a:lnTo>
                  <a:pt x="3448495" y="2020015"/>
                </a:lnTo>
                <a:cubicBezTo>
                  <a:pt x="3448900" y="2019610"/>
                  <a:pt x="3449305" y="2019205"/>
                  <a:pt x="3449710" y="2019205"/>
                </a:cubicBezTo>
                <a:close/>
                <a:moveTo>
                  <a:pt x="3408013" y="2017585"/>
                </a:moveTo>
                <a:lnTo>
                  <a:pt x="3418943" y="2017585"/>
                </a:lnTo>
                <a:cubicBezTo>
                  <a:pt x="3419348" y="2017585"/>
                  <a:pt x="3419753" y="2017585"/>
                  <a:pt x="3420158" y="2017990"/>
                </a:cubicBezTo>
                <a:lnTo>
                  <a:pt x="3425421" y="2027301"/>
                </a:lnTo>
                <a:cubicBezTo>
                  <a:pt x="3425825" y="2027705"/>
                  <a:pt x="3425825" y="2028110"/>
                  <a:pt x="3425421" y="2028515"/>
                </a:cubicBezTo>
                <a:lnTo>
                  <a:pt x="3420158" y="2037826"/>
                </a:lnTo>
                <a:cubicBezTo>
                  <a:pt x="3419875" y="2038097"/>
                  <a:pt x="3419469" y="2038231"/>
                  <a:pt x="3418943" y="2038231"/>
                </a:cubicBezTo>
                <a:lnTo>
                  <a:pt x="3408013" y="2038231"/>
                </a:lnTo>
                <a:cubicBezTo>
                  <a:pt x="3407609" y="2038231"/>
                  <a:pt x="3407204" y="2038231"/>
                  <a:pt x="3406799" y="2037826"/>
                </a:cubicBezTo>
                <a:lnTo>
                  <a:pt x="3401537" y="2028515"/>
                </a:lnTo>
                <a:cubicBezTo>
                  <a:pt x="3401132" y="2028110"/>
                  <a:pt x="3401132" y="2027705"/>
                  <a:pt x="3401537" y="2027301"/>
                </a:cubicBezTo>
                <a:lnTo>
                  <a:pt x="3406799" y="2017990"/>
                </a:lnTo>
                <a:cubicBezTo>
                  <a:pt x="3407204" y="2017990"/>
                  <a:pt x="3407609" y="2017585"/>
                  <a:pt x="3408013" y="2017585"/>
                </a:cubicBezTo>
                <a:close/>
                <a:moveTo>
                  <a:pt x="3327456" y="2017181"/>
                </a:moveTo>
                <a:lnTo>
                  <a:pt x="3337577" y="2017181"/>
                </a:lnTo>
                <a:cubicBezTo>
                  <a:pt x="3337981" y="2017181"/>
                  <a:pt x="3338387" y="2017586"/>
                  <a:pt x="3338791" y="2017991"/>
                </a:cubicBezTo>
                <a:lnTo>
                  <a:pt x="3344054" y="2026897"/>
                </a:lnTo>
                <a:cubicBezTo>
                  <a:pt x="3344459" y="2027301"/>
                  <a:pt x="3344459" y="2027706"/>
                  <a:pt x="3344054" y="2028111"/>
                </a:cubicBezTo>
                <a:lnTo>
                  <a:pt x="3338791" y="2037017"/>
                </a:lnTo>
                <a:cubicBezTo>
                  <a:pt x="3338791" y="2037422"/>
                  <a:pt x="3338387" y="2037826"/>
                  <a:pt x="3337577" y="2037826"/>
                </a:cubicBezTo>
                <a:lnTo>
                  <a:pt x="3327456" y="2037826"/>
                </a:lnTo>
                <a:cubicBezTo>
                  <a:pt x="3327052" y="2037826"/>
                  <a:pt x="3326647" y="2037422"/>
                  <a:pt x="3326242" y="2037017"/>
                </a:cubicBezTo>
                <a:lnTo>
                  <a:pt x="3320980" y="2028111"/>
                </a:lnTo>
                <a:cubicBezTo>
                  <a:pt x="3320575" y="2027706"/>
                  <a:pt x="3320575" y="2027301"/>
                  <a:pt x="3320980" y="2026897"/>
                </a:cubicBezTo>
                <a:lnTo>
                  <a:pt x="3326242" y="2017991"/>
                </a:lnTo>
                <a:cubicBezTo>
                  <a:pt x="3326647" y="2017586"/>
                  <a:pt x="3327052" y="2017181"/>
                  <a:pt x="3327456" y="2017181"/>
                </a:cubicBezTo>
                <a:close/>
                <a:moveTo>
                  <a:pt x="3367533" y="2016371"/>
                </a:moveTo>
                <a:lnTo>
                  <a:pt x="3378462" y="2016371"/>
                </a:lnTo>
                <a:cubicBezTo>
                  <a:pt x="3378867" y="2016371"/>
                  <a:pt x="3379272" y="2016776"/>
                  <a:pt x="3379677" y="2017181"/>
                </a:cubicBezTo>
                <a:lnTo>
                  <a:pt x="3385344" y="2026896"/>
                </a:lnTo>
                <a:cubicBezTo>
                  <a:pt x="3385749" y="2027301"/>
                  <a:pt x="3385749" y="2027706"/>
                  <a:pt x="3385344" y="2028111"/>
                </a:cubicBezTo>
                <a:lnTo>
                  <a:pt x="3379677" y="2037826"/>
                </a:lnTo>
                <a:cubicBezTo>
                  <a:pt x="3379677" y="2038231"/>
                  <a:pt x="3379272" y="2038636"/>
                  <a:pt x="3378462" y="2038636"/>
                </a:cubicBezTo>
                <a:lnTo>
                  <a:pt x="3367533" y="2038636"/>
                </a:lnTo>
                <a:cubicBezTo>
                  <a:pt x="3367128" y="2038636"/>
                  <a:pt x="3366723" y="2038231"/>
                  <a:pt x="3366318" y="2037826"/>
                </a:cubicBezTo>
                <a:lnTo>
                  <a:pt x="3360651" y="2028111"/>
                </a:lnTo>
                <a:cubicBezTo>
                  <a:pt x="3360246" y="2027706"/>
                  <a:pt x="3360246" y="2027301"/>
                  <a:pt x="3360651" y="2026896"/>
                </a:cubicBezTo>
                <a:lnTo>
                  <a:pt x="3366318" y="2017181"/>
                </a:lnTo>
                <a:cubicBezTo>
                  <a:pt x="3366723" y="2016776"/>
                  <a:pt x="3367128" y="2016371"/>
                  <a:pt x="3367533" y="2016371"/>
                </a:cubicBezTo>
                <a:close/>
                <a:moveTo>
                  <a:pt x="3285761" y="2015157"/>
                </a:moveTo>
                <a:lnTo>
                  <a:pt x="3298715" y="2015157"/>
                </a:lnTo>
                <a:cubicBezTo>
                  <a:pt x="3299120" y="2015157"/>
                  <a:pt x="3299524" y="2015157"/>
                  <a:pt x="3299930" y="2015562"/>
                </a:cubicBezTo>
                <a:lnTo>
                  <a:pt x="3306406" y="2026897"/>
                </a:lnTo>
                <a:cubicBezTo>
                  <a:pt x="3306811" y="2027301"/>
                  <a:pt x="3306811" y="2027706"/>
                  <a:pt x="3306406" y="2028111"/>
                </a:cubicBezTo>
                <a:lnTo>
                  <a:pt x="3299930" y="2039446"/>
                </a:lnTo>
                <a:cubicBezTo>
                  <a:pt x="3299524" y="2039850"/>
                  <a:pt x="3299120" y="2040255"/>
                  <a:pt x="3298715" y="2040255"/>
                </a:cubicBezTo>
                <a:lnTo>
                  <a:pt x="3285761" y="2040255"/>
                </a:lnTo>
                <a:cubicBezTo>
                  <a:pt x="3285356" y="2040255"/>
                  <a:pt x="3284951" y="2039850"/>
                  <a:pt x="3284546" y="2039446"/>
                </a:cubicBezTo>
                <a:lnTo>
                  <a:pt x="3278070" y="2028111"/>
                </a:lnTo>
                <a:cubicBezTo>
                  <a:pt x="3277665" y="2027706"/>
                  <a:pt x="3277665" y="2027301"/>
                  <a:pt x="3278070" y="2026897"/>
                </a:cubicBezTo>
                <a:lnTo>
                  <a:pt x="3284546" y="2015562"/>
                </a:lnTo>
                <a:cubicBezTo>
                  <a:pt x="3284951" y="2015562"/>
                  <a:pt x="3285356" y="2015157"/>
                  <a:pt x="3285761" y="2015157"/>
                </a:cubicBezTo>
                <a:close/>
                <a:moveTo>
                  <a:pt x="3735912" y="1984796"/>
                </a:moveTo>
                <a:lnTo>
                  <a:pt x="3738745" y="1984796"/>
                </a:lnTo>
                <a:lnTo>
                  <a:pt x="3739960" y="1987225"/>
                </a:lnTo>
                <a:lnTo>
                  <a:pt x="3738745" y="1989654"/>
                </a:lnTo>
                <a:lnTo>
                  <a:pt x="3735912" y="1989654"/>
                </a:lnTo>
                <a:lnTo>
                  <a:pt x="3734697" y="1987225"/>
                </a:lnTo>
                <a:close/>
                <a:moveTo>
                  <a:pt x="3937913" y="1983986"/>
                </a:moveTo>
                <a:lnTo>
                  <a:pt x="3941961" y="1983986"/>
                </a:lnTo>
                <a:lnTo>
                  <a:pt x="3943985" y="1987224"/>
                </a:lnTo>
                <a:lnTo>
                  <a:pt x="3941961" y="1990463"/>
                </a:lnTo>
                <a:lnTo>
                  <a:pt x="3937913" y="1990463"/>
                </a:lnTo>
                <a:lnTo>
                  <a:pt x="3935889" y="1987224"/>
                </a:lnTo>
                <a:close/>
                <a:moveTo>
                  <a:pt x="3897837" y="1983986"/>
                </a:moveTo>
                <a:lnTo>
                  <a:pt x="3901480" y="1983986"/>
                </a:lnTo>
                <a:lnTo>
                  <a:pt x="3903505" y="1987224"/>
                </a:lnTo>
                <a:lnTo>
                  <a:pt x="3901480" y="1990463"/>
                </a:lnTo>
                <a:lnTo>
                  <a:pt x="3897837" y="1990463"/>
                </a:lnTo>
                <a:lnTo>
                  <a:pt x="3895813" y="1987224"/>
                </a:lnTo>
                <a:close/>
                <a:moveTo>
                  <a:pt x="3775988" y="1983986"/>
                </a:moveTo>
                <a:lnTo>
                  <a:pt x="3780036" y="1983986"/>
                </a:lnTo>
                <a:lnTo>
                  <a:pt x="3782060" y="1987224"/>
                </a:lnTo>
                <a:lnTo>
                  <a:pt x="3780036" y="1990463"/>
                </a:lnTo>
                <a:lnTo>
                  <a:pt x="3775988" y="1990463"/>
                </a:lnTo>
                <a:lnTo>
                  <a:pt x="3773964" y="1987224"/>
                </a:lnTo>
                <a:close/>
                <a:moveTo>
                  <a:pt x="4625690" y="1983581"/>
                </a:moveTo>
                <a:lnTo>
                  <a:pt x="4630143" y="1983581"/>
                </a:lnTo>
                <a:lnTo>
                  <a:pt x="4632167" y="1987224"/>
                </a:lnTo>
                <a:lnTo>
                  <a:pt x="4630143" y="1990868"/>
                </a:lnTo>
                <a:lnTo>
                  <a:pt x="4625690" y="1990868"/>
                </a:lnTo>
                <a:lnTo>
                  <a:pt x="4623666" y="1987224"/>
                </a:lnTo>
                <a:close/>
                <a:moveTo>
                  <a:pt x="4180801" y="1983581"/>
                </a:moveTo>
                <a:lnTo>
                  <a:pt x="4184849" y="1983581"/>
                </a:lnTo>
                <a:lnTo>
                  <a:pt x="4186873" y="1987224"/>
                </a:lnTo>
                <a:lnTo>
                  <a:pt x="4184849" y="1990868"/>
                </a:lnTo>
                <a:lnTo>
                  <a:pt x="4180801" y="1990868"/>
                </a:lnTo>
                <a:lnTo>
                  <a:pt x="4178777" y="1987224"/>
                </a:lnTo>
                <a:close/>
                <a:moveTo>
                  <a:pt x="4140320" y="1983581"/>
                </a:moveTo>
                <a:lnTo>
                  <a:pt x="4144368" y="1983581"/>
                </a:lnTo>
                <a:lnTo>
                  <a:pt x="4146392" y="1987224"/>
                </a:lnTo>
                <a:lnTo>
                  <a:pt x="4144368" y="1990868"/>
                </a:lnTo>
                <a:lnTo>
                  <a:pt x="4140320" y="1990868"/>
                </a:lnTo>
                <a:lnTo>
                  <a:pt x="4138296" y="1987224"/>
                </a:lnTo>
                <a:close/>
                <a:moveTo>
                  <a:pt x="4099838" y="1983581"/>
                </a:moveTo>
                <a:lnTo>
                  <a:pt x="4103886" y="1983581"/>
                </a:lnTo>
                <a:lnTo>
                  <a:pt x="4105910" y="1987224"/>
                </a:lnTo>
                <a:lnTo>
                  <a:pt x="4103886" y="1990868"/>
                </a:lnTo>
                <a:lnTo>
                  <a:pt x="4099838" y="1990868"/>
                </a:lnTo>
                <a:lnTo>
                  <a:pt x="4097814" y="1987224"/>
                </a:lnTo>
                <a:close/>
                <a:moveTo>
                  <a:pt x="4059357" y="1983581"/>
                </a:moveTo>
                <a:lnTo>
                  <a:pt x="4063405" y="1983581"/>
                </a:lnTo>
                <a:lnTo>
                  <a:pt x="4065429" y="1987224"/>
                </a:lnTo>
                <a:lnTo>
                  <a:pt x="4063405" y="1990868"/>
                </a:lnTo>
                <a:lnTo>
                  <a:pt x="4059357" y="1990868"/>
                </a:lnTo>
                <a:lnTo>
                  <a:pt x="4057333" y="1987224"/>
                </a:lnTo>
                <a:close/>
                <a:moveTo>
                  <a:pt x="4018876" y="1983581"/>
                </a:moveTo>
                <a:lnTo>
                  <a:pt x="4022924" y="1983581"/>
                </a:lnTo>
                <a:lnTo>
                  <a:pt x="4024948" y="1987224"/>
                </a:lnTo>
                <a:lnTo>
                  <a:pt x="4022924" y="1990868"/>
                </a:lnTo>
                <a:lnTo>
                  <a:pt x="4018876" y="1990868"/>
                </a:lnTo>
                <a:lnTo>
                  <a:pt x="4016852" y="1987224"/>
                </a:lnTo>
                <a:close/>
                <a:moveTo>
                  <a:pt x="3856546" y="1983581"/>
                </a:moveTo>
                <a:lnTo>
                  <a:pt x="3860999" y="1983581"/>
                </a:lnTo>
                <a:lnTo>
                  <a:pt x="3863023" y="1987224"/>
                </a:lnTo>
                <a:lnTo>
                  <a:pt x="3860999" y="1990868"/>
                </a:lnTo>
                <a:lnTo>
                  <a:pt x="3856546" y="1990868"/>
                </a:lnTo>
                <a:lnTo>
                  <a:pt x="3854522" y="1987224"/>
                </a:lnTo>
                <a:close/>
                <a:moveTo>
                  <a:pt x="3816065" y="1983581"/>
                </a:moveTo>
                <a:lnTo>
                  <a:pt x="3820518" y="1983581"/>
                </a:lnTo>
                <a:lnTo>
                  <a:pt x="3822542" y="1987224"/>
                </a:lnTo>
                <a:lnTo>
                  <a:pt x="3820518" y="1990868"/>
                </a:lnTo>
                <a:lnTo>
                  <a:pt x="3816065" y="1990868"/>
                </a:lnTo>
                <a:lnTo>
                  <a:pt x="3814041" y="1987224"/>
                </a:lnTo>
                <a:close/>
                <a:moveTo>
                  <a:pt x="3695026" y="1983581"/>
                </a:moveTo>
                <a:lnTo>
                  <a:pt x="3699074" y="1983581"/>
                </a:lnTo>
                <a:lnTo>
                  <a:pt x="3701098" y="1987224"/>
                </a:lnTo>
                <a:lnTo>
                  <a:pt x="3699074" y="1990868"/>
                </a:lnTo>
                <a:lnTo>
                  <a:pt x="3695026" y="1990868"/>
                </a:lnTo>
                <a:lnTo>
                  <a:pt x="3693002" y="1987224"/>
                </a:lnTo>
                <a:close/>
                <a:moveTo>
                  <a:pt x="4585614" y="1983176"/>
                </a:moveTo>
                <a:lnTo>
                  <a:pt x="4590067" y="1983176"/>
                </a:lnTo>
                <a:lnTo>
                  <a:pt x="4592495" y="1987224"/>
                </a:lnTo>
                <a:lnTo>
                  <a:pt x="4590067" y="1991272"/>
                </a:lnTo>
                <a:lnTo>
                  <a:pt x="4585614" y="1991272"/>
                </a:lnTo>
                <a:lnTo>
                  <a:pt x="4583185" y="1987224"/>
                </a:lnTo>
                <a:close/>
                <a:moveTo>
                  <a:pt x="4382802" y="1983176"/>
                </a:moveTo>
                <a:lnTo>
                  <a:pt x="4386850" y="1983176"/>
                </a:lnTo>
                <a:cubicBezTo>
                  <a:pt x="4387255" y="1983176"/>
                  <a:pt x="4387660" y="1983176"/>
                  <a:pt x="4388064" y="1983581"/>
                </a:cubicBezTo>
                <a:lnTo>
                  <a:pt x="4390089" y="1986819"/>
                </a:lnTo>
                <a:cubicBezTo>
                  <a:pt x="4390493" y="1987224"/>
                  <a:pt x="4390493" y="1987629"/>
                  <a:pt x="4390089" y="1988034"/>
                </a:cubicBezTo>
                <a:lnTo>
                  <a:pt x="4388064" y="1991272"/>
                </a:lnTo>
                <a:cubicBezTo>
                  <a:pt x="4388064" y="1991677"/>
                  <a:pt x="4387660" y="1991677"/>
                  <a:pt x="4386850" y="1992082"/>
                </a:cubicBezTo>
                <a:lnTo>
                  <a:pt x="4382802" y="1992082"/>
                </a:lnTo>
                <a:cubicBezTo>
                  <a:pt x="4382397" y="1992082"/>
                  <a:pt x="4381992" y="1991677"/>
                  <a:pt x="4381588" y="1991272"/>
                </a:cubicBezTo>
                <a:lnTo>
                  <a:pt x="4379564" y="1988034"/>
                </a:lnTo>
                <a:cubicBezTo>
                  <a:pt x="4379159" y="1987629"/>
                  <a:pt x="4379159" y="1987224"/>
                  <a:pt x="4379564" y="1986819"/>
                </a:cubicBezTo>
                <a:lnTo>
                  <a:pt x="4381588" y="1983581"/>
                </a:lnTo>
                <a:cubicBezTo>
                  <a:pt x="4381992" y="1983581"/>
                  <a:pt x="4382397" y="1983176"/>
                  <a:pt x="4382802" y="1983176"/>
                </a:cubicBezTo>
                <a:close/>
                <a:moveTo>
                  <a:pt x="4221283" y="1983176"/>
                </a:moveTo>
                <a:lnTo>
                  <a:pt x="4225736" y="1983176"/>
                </a:lnTo>
                <a:lnTo>
                  <a:pt x="4228164" y="1987224"/>
                </a:lnTo>
                <a:lnTo>
                  <a:pt x="4225736" y="1991272"/>
                </a:lnTo>
                <a:lnTo>
                  <a:pt x="4221283" y="1991272"/>
                </a:lnTo>
                <a:lnTo>
                  <a:pt x="4218854" y="1987224"/>
                </a:lnTo>
                <a:close/>
                <a:moveTo>
                  <a:pt x="3977990" y="1983176"/>
                </a:moveTo>
                <a:lnTo>
                  <a:pt x="3982848" y="1983176"/>
                </a:lnTo>
                <a:lnTo>
                  <a:pt x="3985277" y="1987224"/>
                </a:lnTo>
                <a:lnTo>
                  <a:pt x="3982848" y="1991272"/>
                </a:lnTo>
                <a:lnTo>
                  <a:pt x="3977990" y="1991272"/>
                </a:lnTo>
                <a:lnTo>
                  <a:pt x="3975561" y="1987224"/>
                </a:lnTo>
                <a:close/>
                <a:moveTo>
                  <a:pt x="4544727" y="1982772"/>
                </a:moveTo>
                <a:lnTo>
                  <a:pt x="4548775" y="1982772"/>
                </a:lnTo>
                <a:cubicBezTo>
                  <a:pt x="4549180" y="1982772"/>
                  <a:pt x="4549585" y="1983177"/>
                  <a:pt x="4549989" y="1983582"/>
                </a:cubicBezTo>
                <a:lnTo>
                  <a:pt x="4552014" y="1986820"/>
                </a:lnTo>
                <a:cubicBezTo>
                  <a:pt x="4552418" y="1987225"/>
                  <a:pt x="4552418" y="1987630"/>
                  <a:pt x="4552014" y="1988035"/>
                </a:cubicBezTo>
                <a:lnTo>
                  <a:pt x="4549989" y="1991273"/>
                </a:lnTo>
                <a:cubicBezTo>
                  <a:pt x="4549989" y="1991678"/>
                  <a:pt x="4549585" y="1991678"/>
                  <a:pt x="4548775" y="1991678"/>
                </a:cubicBezTo>
                <a:lnTo>
                  <a:pt x="4544727" y="1991678"/>
                </a:lnTo>
                <a:cubicBezTo>
                  <a:pt x="4544322" y="1991678"/>
                  <a:pt x="4543917" y="1991678"/>
                  <a:pt x="4543513" y="1991273"/>
                </a:cubicBezTo>
                <a:lnTo>
                  <a:pt x="4541489" y="1988035"/>
                </a:lnTo>
                <a:cubicBezTo>
                  <a:pt x="4541084" y="1987630"/>
                  <a:pt x="4541084" y="1987225"/>
                  <a:pt x="4541489" y="1986820"/>
                </a:cubicBezTo>
                <a:lnTo>
                  <a:pt x="4543513" y="1983582"/>
                </a:lnTo>
                <a:cubicBezTo>
                  <a:pt x="4543917" y="1983177"/>
                  <a:pt x="4544322" y="1982772"/>
                  <a:pt x="4544727" y="1982772"/>
                </a:cubicBezTo>
                <a:close/>
                <a:moveTo>
                  <a:pt x="4423284" y="1982772"/>
                </a:moveTo>
                <a:lnTo>
                  <a:pt x="4427737" y="1982772"/>
                </a:lnTo>
                <a:cubicBezTo>
                  <a:pt x="4428142" y="1982772"/>
                  <a:pt x="4428546" y="1982772"/>
                  <a:pt x="4428951" y="1983177"/>
                </a:cubicBezTo>
                <a:lnTo>
                  <a:pt x="4430975" y="1986820"/>
                </a:lnTo>
                <a:cubicBezTo>
                  <a:pt x="4431380" y="1987225"/>
                  <a:pt x="4431380" y="1987630"/>
                  <a:pt x="4430975" y="1988035"/>
                </a:cubicBezTo>
                <a:lnTo>
                  <a:pt x="4428951" y="1991678"/>
                </a:lnTo>
                <a:cubicBezTo>
                  <a:pt x="4428546" y="1992083"/>
                  <a:pt x="4428142" y="1992083"/>
                  <a:pt x="4427737" y="1992488"/>
                </a:cubicBezTo>
                <a:lnTo>
                  <a:pt x="4423284" y="1992488"/>
                </a:lnTo>
                <a:cubicBezTo>
                  <a:pt x="4422879" y="1992488"/>
                  <a:pt x="4422474" y="1992083"/>
                  <a:pt x="4422070" y="1991678"/>
                </a:cubicBezTo>
                <a:lnTo>
                  <a:pt x="4420046" y="1988035"/>
                </a:lnTo>
                <a:cubicBezTo>
                  <a:pt x="4419641" y="1987630"/>
                  <a:pt x="4419641" y="1987225"/>
                  <a:pt x="4420046" y="1986820"/>
                </a:cubicBezTo>
                <a:lnTo>
                  <a:pt x="4422070" y="1983177"/>
                </a:lnTo>
                <a:cubicBezTo>
                  <a:pt x="4422474" y="1983177"/>
                  <a:pt x="4422879" y="1982772"/>
                  <a:pt x="4423284" y="1982772"/>
                </a:cubicBezTo>
                <a:close/>
                <a:moveTo>
                  <a:pt x="4342727" y="1982772"/>
                </a:moveTo>
                <a:lnTo>
                  <a:pt x="4346370" y="1982772"/>
                </a:lnTo>
                <a:cubicBezTo>
                  <a:pt x="4346775" y="1982772"/>
                  <a:pt x="4347179" y="1982772"/>
                  <a:pt x="4347584" y="1983177"/>
                </a:cubicBezTo>
                <a:lnTo>
                  <a:pt x="4349203" y="1986415"/>
                </a:lnTo>
                <a:cubicBezTo>
                  <a:pt x="4349608" y="1986820"/>
                  <a:pt x="4349608" y="1987225"/>
                  <a:pt x="4349203" y="1987630"/>
                </a:cubicBezTo>
                <a:lnTo>
                  <a:pt x="4347584" y="1990868"/>
                </a:lnTo>
                <a:lnTo>
                  <a:pt x="4346370" y="1992083"/>
                </a:lnTo>
                <a:lnTo>
                  <a:pt x="4342727" y="1992083"/>
                </a:lnTo>
                <a:cubicBezTo>
                  <a:pt x="4342322" y="1992083"/>
                  <a:pt x="4341917" y="1991678"/>
                  <a:pt x="4341512" y="1991273"/>
                </a:cubicBezTo>
                <a:lnTo>
                  <a:pt x="4339893" y="1988035"/>
                </a:lnTo>
                <a:cubicBezTo>
                  <a:pt x="4339488" y="1987630"/>
                  <a:pt x="4339488" y="1987225"/>
                  <a:pt x="4339893" y="1986820"/>
                </a:cubicBezTo>
                <a:lnTo>
                  <a:pt x="4341512" y="1983582"/>
                </a:lnTo>
                <a:cubicBezTo>
                  <a:pt x="4341917" y="1983177"/>
                  <a:pt x="4342322" y="1982772"/>
                  <a:pt x="4342727" y="1982772"/>
                </a:cubicBezTo>
                <a:close/>
                <a:moveTo>
                  <a:pt x="4504246" y="1982367"/>
                </a:moveTo>
                <a:lnTo>
                  <a:pt x="4508699" y="1982367"/>
                </a:lnTo>
                <a:cubicBezTo>
                  <a:pt x="4509104" y="1982367"/>
                  <a:pt x="4509508" y="1982772"/>
                  <a:pt x="4509913" y="1983176"/>
                </a:cubicBezTo>
                <a:lnTo>
                  <a:pt x="4511937" y="1986820"/>
                </a:lnTo>
                <a:cubicBezTo>
                  <a:pt x="4512342" y="1987225"/>
                  <a:pt x="4512342" y="1987630"/>
                  <a:pt x="4511937" y="1988034"/>
                </a:cubicBezTo>
                <a:lnTo>
                  <a:pt x="4509913" y="1991678"/>
                </a:lnTo>
                <a:cubicBezTo>
                  <a:pt x="4509913" y="1992082"/>
                  <a:pt x="4509508" y="1992082"/>
                  <a:pt x="4508699" y="1992487"/>
                </a:cubicBezTo>
                <a:lnTo>
                  <a:pt x="4504246" y="1992487"/>
                </a:lnTo>
                <a:cubicBezTo>
                  <a:pt x="4503841" y="1992487"/>
                  <a:pt x="4503436" y="1992082"/>
                  <a:pt x="4503032" y="1991678"/>
                </a:cubicBezTo>
                <a:lnTo>
                  <a:pt x="4501008" y="1988034"/>
                </a:lnTo>
                <a:cubicBezTo>
                  <a:pt x="4500603" y="1987630"/>
                  <a:pt x="4500603" y="1987225"/>
                  <a:pt x="4501008" y="1986820"/>
                </a:cubicBezTo>
                <a:lnTo>
                  <a:pt x="4503032" y="1983176"/>
                </a:lnTo>
                <a:cubicBezTo>
                  <a:pt x="4503436" y="1982772"/>
                  <a:pt x="4503841" y="1982367"/>
                  <a:pt x="4504246" y="1982367"/>
                </a:cubicBezTo>
                <a:close/>
                <a:moveTo>
                  <a:pt x="4463765" y="1982367"/>
                </a:moveTo>
                <a:lnTo>
                  <a:pt x="4468218" y="1982367"/>
                </a:lnTo>
                <a:cubicBezTo>
                  <a:pt x="4468623" y="1982367"/>
                  <a:pt x="4469027" y="1982772"/>
                  <a:pt x="4469432" y="1983176"/>
                </a:cubicBezTo>
                <a:lnTo>
                  <a:pt x="4471456" y="1986820"/>
                </a:lnTo>
                <a:cubicBezTo>
                  <a:pt x="4471861" y="1987225"/>
                  <a:pt x="4471861" y="1987630"/>
                  <a:pt x="4471456" y="1988034"/>
                </a:cubicBezTo>
                <a:lnTo>
                  <a:pt x="4469432" y="1991678"/>
                </a:lnTo>
                <a:cubicBezTo>
                  <a:pt x="4469027" y="1992082"/>
                  <a:pt x="4468623" y="1992082"/>
                  <a:pt x="4468218" y="1992082"/>
                </a:cubicBezTo>
                <a:lnTo>
                  <a:pt x="4463765" y="1992082"/>
                </a:lnTo>
                <a:cubicBezTo>
                  <a:pt x="4463360" y="1992082"/>
                  <a:pt x="4462955" y="1991678"/>
                  <a:pt x="4462551" y="1991273"/>
                </a:cubicBezTo>
                <a:lnTo>
                  <a:pt x="4460527" y="1987630"/>
                </a:lnTo>
                <a:cubicBezTo>
                  <a:pt x="4460122" y="1987225"/>
                  <a:pt x="4460122" y="1986820"/>
                  <a:pt x="4460527" y="1986415"/>
                </a:cubicBezTo>
                <a:lnTo>
                  <a:pt x="4462551" y="1982772"/>
                </a:lnTo>
                <a:cubicBezTo>
                  <a:pt x="4462955" y="1982772"/>
                  <a:pt x="4463360" y="1982367"/>
                  <a:pt x="4463765" y="1982367"/>
                </a:cubicBezTo>
                <a:close/>
                <a:moveTo>
                  <a:pt x="4302245" y="1982367"/>
                </a:moveTo>
                <a:lnTo>
                  <a:pt x="4306293" y="1982367"/>
                </a:lnTo>
                <a:cubicBezTo>
                  <a:pt x="4306698" y="1982367"/>
                  <a:pt x="4307103" y="1982367"/>
                  <a:pt x="4307507" y="1982772"/>
                </a:cubicBezTo>
                <a:lnTo>
                  <a:pt x="4309532" y="1986415"/>
                </a:lnTo>
                <a:cubicBezTo>
                  <a:pt x="4309937" y="1986820"/>
                  <a:pt x="4309937" y="1987225"/>
                  <a:pt x="4309532" y="1987630"/>
                </a:cubicBezTo>
                <a:lnTo>
                  <a:pt x="4307507" y="1991273"/>
                </a:lnTo>
                <a:cubicBezTo>
                  <a:pt x="4307103" y="1991678"/>
                  <a:pt x="4306698" y="1992082"/>
                  <a:pt x="4306293" y="1991678"/>
                </a:cubicBezTo>
                <a:lnTo>
                  <a:pt x="4302245" y="1991678"/>
                </a:lnTo>
                <a:cubicBezTo>
                  <a:pt x="4301841" y="1991678"/>
                  <a:pt x="4301435" y="1991678"/>
                  <a:pt x="4301031" y="1991273"/>
                </a:cubicBezTo>
                <a:lnTo>
                  <a:pt x="4299007" y="1987630"/>
                </a:lnTo>
                <a:cubicBezTo>
                  <a:pt x="4298602" y="1987225"/>
                  <a:pt x="4298602" y="1986820"/>
                  <a:pt x="4299007" y="1986415"/>
                </a:cubicBezTo>
                <a:lnTo>
                  <a:pt x="4301031" y="1982772"/>
                </a:lnTo>
                <a:cubicBezTo>
                  <a:pt x="4301435" y="1982772"/>
                  <a:pt x="4301841" y="1982367"/>
                  <a:pt x="4302245" y="1982367"/>
                </a:cubicBezTo>
                <a:close/>
                <a:moveTo>
                  <a:pt x="4261764" y="1982367"/>
                </a:moveTo>
                <a:lnTo>
                  <a:pt x="4265407" y="1982367"/>
                </a:lnTo>
                <a:cubicBezTo>
                  <a:pt x="4265812" y="1982367"/>
                  <a:pt x="4266216" y="1982772"/>
                  <a:pt x="4266621" y="1983176"/>
                </a:cubicBezTo>
                <a:lnTo>
                  <a:pt x="4268240" y="1986415"/>
                </a:lnTo>
                <a:cubicBezTo>
                  <a:pt x="4268645" y="1986820"/>
                  <a:pt x="4268645" y="1987225"/>
                  <a:pt x="4268240" y="1987630"/>
                </a:cubicBezTo>
                <a:lnTo>
                  <a:pt x="4266621" y="1990868"/>
                </a:lnTo>
                <a:cubicBezTo>
                  <a:pt x="4266216" y="1991273"/>
                  <a:pt x="4265812" y="1991678"/>
                  <a:pt x="4265407" y="1991678"/>
                </a:cubicBezTo>
                <a:lnTo>
                  <a:pt x="4261764" y="1991678"/>
                </a:lnTo>
                <a:cubicBezTo>
                  <a:pt x="4261359" y="1991678"/>
                  <a:pt x="4260954" y="1991273"/>
                  <a:pt x="4260549" y="1990868"/>
                </a:cubicBezTo>
                <a:lnTo>
                  <a:pt x="4258930" y="1987630"/>
                </a:lnTo>
                <a:cubicBezTo>
                  <a:pt x="4258525" y="1987225"/>
                  <a:pt x="4258525" y="1986820"/>
                  <a:pt x="4258930" y="1986415"/>
                </a:cubicBezTo>
                <a:lnTo>
                  <a:pt x="4260549" y="1983176"/>
                </a:lnTo>
                <a:cubicBezTo>
                  <a:pt x="4260954" y="1982772"/>
                  <a:pt x="4261359" y="1982367"/>
                  <a:pt x="4261764" y="1982367"/>
                </a:cubicBezTo>
                <a:close/>
                <a:moveTo>
                  <a:pt x="3654140" y="1982367"/>
                </a:moveTo>
                <a:lnTo>
                  <a:pt x="3658593" y="1982367"/>
                </a:lnTo>
                <a:cubicBezTo>
                  <a:pt x="3658998" y="1982367"/>
                  <a:pt x="3659402" y="1982772"/>
                  <a:pt x="3659807" y="1983176"/>
                </a:cubicBezTo>
                <a:lnTo>
                  <a:pt x="3661831" y="1986820"/>
                </a:lnTo>
                <a:cubicBezTo>
                  <a:pt x="3662236" y="1987225"/>
                  <a:pt x="3662236" y="1987630"/>
                  <a:pt x="3661831" y="1988034"/>
                </a:cubicBezTo>
                <a:lnTo>
                  <a:pt x="3659807" y="1991678"/>
                </a:lnTo>
                <a:cubicBezTo>
                  <a:pt x="3659807" y="1992082"/>
                  <a:pt x="3659402" y="1992082"/>
                  <a:pt x="3658593" y="1992487"/>
                </a:cubicBezTo>
                <a:lnTo>
                  <a:pt x="3654140" y="1992487"/>
                </a:lnTo>
                <a:cubicBezTo>
                  <a:pt x="3653735" y="1992487"/>
                  <a:pt x="3653330" y="1992082"/>
                  <a:pt x="3652926" y="1991678"/>
                </a:cubicBezTo>
                <a:lnTo>
                  <a:pt x="3650902" y="1988034"/>
                </a:lnTo>
                <a:cubicBezTo>
                  <a:pt x="3650497" y="1987630"/>
                  <a:pt x="3650497" y="1987225"/>
                  <a:pt x="3650902" y="1986820"/>
                </a:cubicBezTo>
                <a:lnTo>
                  <a:pt x="3652926" y="1983176"/>
                </a:lnTo>
                <a:cubicBezTo>
                  <a:pt x="3653330" y="1982772"/>
                  <a:pt x="3653735" y="1982367"/>
                  <a:pt x="3654140" y="1982367"/>
                </a:cubicBezTo>
                <a:close/>
                <a:moveTo>
                  <a:pt x="3613659" y="1982367"/>
                </a:moveTo>
                <a:lnTo>
                  <a:pt x="3618516" y="1982367"/>
                </a:lnTo>
                <a:cubicBezTo>
                  <a:pt x="3618921" y="1982367"/>
                  <a:pt x="3619326" y="1982367"/>
                  <a:pt x="3619731" y="1982772"/>
                </a:cubicBezTo>
                <a:lnTo>
                  <a:pt x="3622160" y="1986820"/>
                </a:lnTo>
                <a:cubicBezTo>
                  <a:pt x="3622565" y="1987225"/>
                  <a:pt x="3622565" y="1987630"/>
                  <a:pt x="3622160" y="1988034"/>
                </a:cubicBezTo>
                <a:lnTo>
                  <a:pt x="3619731" y="1992082"/>
                </a:lnTo>
                <a:cubicBezTo>
                  <a:pt x="3619326" y="1992487"/>
                  <a:pt x="3618921" y="1992487"/>
                  <a:pt x="3618516" y="1992487"/>
                </a:cubicBezTo>
                <a:lnTo>
                  <a:pt x="3613659" y="1992487"/>
                </a:lnTo>
                <a:cubicBezTo>
                  <a:pt x="3613254" y="1992487"/>
                  <a:pt x="3612849" y="1992487"/>
                  <a:pt x="3612444" y="1992082"/>
                </a:cubicBezTo>
                <a:lnTo>
                  <a:pt x="3610016" y="1988034"/>
                </a:lnTo>
                <a:cubicBezTo>
                  <a:pt x="3609611" y="1987630"/>
                  <a:pt x="3609611" y="1987225"/>
                  <a:pt x="3610016" y="1986820"/>
                </a:cubicBezTo>
                <a:lnTo>
                  <a:pt x="3612444" y="1982772"/>
                </a:lnTo>
                <a:cubicBezTo>
                  <a:pt x="3612849" y="1982772"/>
                  <a:pt x="3613254" y="1982367"/>
                  <a:pt x="3613659" y="1982367"/>
                </a:cubicBezTo>
                <a:close/>
                <a:moveTo>
                  <a:pt x="3573178" y="1981152"/>
                </a:moveTo>
                <a:lnTo>
                  <a:pt x="3578035" y="1981152"/>
                </a:lnTo>
                <a:cubicBezTo>
                  <a:pt x="3578440" y="1981152"/>
                  <a:pt x="3578845" y="1981557"/>
                  <a:pt x="3579250" y="1981962"/>
                </a:cubicBezTo>
                <a:lnTo>
                  <a:pt x="3581679" y="1986415"/>
                </a:lnTo>
                <a:cubicBezTo>
                  <a:pt x="3582084" y="1986819"/>
                  <a:pt x="3582084" y="1987224"/>
                  <a:pt x="3581679" y="1987629"/>
                </a:cubicBezTo>
                <a:lnTo>
                  <a:pt x="3579250" y="1992082"/>
                </a:lnTo>
                <a:cubicBezTo>
                  <a:pt x="3578845" y="1992487"/>
                  <a:pt x="3578440" y="1992892"/>
                  <a:pt x="3578035" y="1992892"/>
                </a:cubicBezTo>
                <a:lnTo>
                  <a:pt x="3573178" y="1992892"/>
                </a:lnTo>
                <a:cubicBezTo>
                  <a:pt x="3572773" y="1992892"/>
                  <a:pt x="3572368" y="1992487"/>
                  <a:pt x="3571963" y="1992082"/>
                </a:cubicBezTo>
                <a:lnTo>
                  <a:pt x="3569535" y="1987629"/>
                </a:lnTo>
                <a:cubicBezTo>
                  <a:pt x="3569130" y="1987224"/>
                  <a:pt x="3569130" y="1986819"/>
                  <a:pt x="3569535" y="1986415"/>
                </a:cubicBezTo>
                <a:lnTo>
                  <a:pt x="3571963" y="1981962"/>
                </a:lnTo>
                <a:cubicBezTo>
                  <a:pt x="3572368" y="1981557"/>
                  <a:pt x="3572773" y="1981152"/>
                  <a:pt x="3573178" y="1981152"/>
                </a:cubicBezTo>
                <a:close/>
                <a:moveTo>
                  <a:pt x="3532291" y="1981152"/>
                </a:moveTo>
                <a:lnTo>
                  <a:pt x="3537958" y="1981152"/>
                </a:lnTo>
                <a:cubicBezTo>
                  <a:pt x="3538363" y="1981152"/>
                  <a:pt x="3538768" y="1981557"/>
                  <a:pt x="3539173" y="1981962"/>
                </a:cubicBezTo>
                <a:lnTo>
                  <a:pt x="3542006" y="1986819"/>
                </a:lnTo>
                <a:cubicBezTo>
                  <a:pt x="3542411" y="1987224"/>
                  <a:pt x="3542411" y="1987629"/>
                  <a:pt x="3542006" y="1988034"/>
                </a:cubicBezTo>
                <a:lnTo>
                  <a:pt x="3539173" y="1992892"/>
                </a:lnTo>
                <a:cubicBezTo>
                  <a:pt x="3538768" y="1993296"/>
                  <a:pt x="3538363" y="1993296"/>
                  <a:pt x="3537958" y="1993296"/>
                </a:cubicBezTo>
                <a:lnTo>
                  <a:pt x="3532291" y="1993296"/>
                </a:lnTo>
                <a:cubicBezTo>
                  <a:pt x="3531886" y="1993296"/>
                  <a:pt x="3531481" y="1993296"/>
                  <a:pt x="3531077" y="1992892"/>
                </a:cubicBezTo>
                <a:lnTo>
                  <a:pt x="3528243" y="1988034"/>
                </a:lnTo>
                <a:cubicBezTo>
                  <a:pt x="3527838" y="1987629"/>
                  <a:pt x="3527838" y="1987224"/>
                  <a:pt x="3528243" y="1986819"/>
                </a:cubicBezTo>
                <a:lnTo>
                  <a:pt x="3531077" y="1981962"/>
                </a:lnTo>
                <a:cubicBezTo>
                  <a:pt x="3531481" y="1981557"/>
                  <a:pt x="3531886" y="1981152"/>
                  <a:pt x="3532291" y="1981152"/>
                </a:cubicBezTo>
                <a:close/>
                <a:moveTo>
                  <a:pt x="3490596" y="1980343"/>
                </a:moveTo>
                <a:lnTo>
                  <a:pt x="3497882" y="1980343"/>
                </a:lnTo>
                <a:cubicBezTo>
                  <a:pt x="3498287" y="1980343"/>
                  <a:pt x="3498692" y="1980343"/>
                  <a:pt x="3499097" y="1980748"/>
                </a:cubicBezTo>
                <a:lnTo>
                  <a:pt x="3502740" y="1986820"/>
                </a:lnTo>
                <a:cubicBezTo>
                  <a:pt x="3503145" y="1987225"/>
                  <a:pt x="3503145" y="1987630"/>
                  <a:pt x="3502740" y="1988034"/>
                </a:cubicBezTo>
                <a:lnTo>
                  <a:pt x="3499097" y="1994106"/>
                </a:lnTo>
                <a:cubicBezTo>
                  <a:pt x="3499097" y="1994511"/>
                  <a:pt x="3498692" y="1994511"/>
                  <a:pt x="3497882" y="1994916"/>
                </a:cubicBezTo>
                <a:lnTo>
                  <a:pt x="3490596" y="1994916"/>
                </a:lnTo>
                <a:cubicBezTo>
                  <a:pt x="3490191" y="1994916"/>
                  <a:pt x="3489786" y="1994511"/>
                  <a:pt x="3489381" y="1994106"/>
                </a:cubicBezTo>
                <a:lnTo>
                  <a:pt x="3485738" y="1988034"/>
                </a:lnTo>
                <a:cubicBezTo>
                  <a:pt x="3485333" y="1987630"/>
                  <a:pt x="3485333" y="1987225"/>
                  <a:pt x="3485738" y="1986820"/>
                </a:cubicBezTo>
                <a:lnTo>
                  <a:pt x="3489381" y="1980748"/>
                </a:lnTo>
                <a:cubicBezTo>
                  <a:pt x="3489786" y="1980748"/>
                  <a:pt x="3490191" y="1980343"/>
                  <a:pt x="3490596" y="1980343"/>
                </a:cubicBezTo>
                <a:close/>
                <a:moveTo>
                  <a:pt x="3449305" y="1978319"/>
                </a:moveTo>
                <a:lnTo>
                  <a:pt x="3458211" y="1978319"/>
                </a:lnTo>
                <a:cubicBezTo>
                  <a:pt x="3458616" y="1978319"/>
                  <a:pt x="3459020" y="1978319"/>
                  <a:pt x="3459425" y="1978724"/>
                </a:cubicBezTo>
                <a:lnTo>
                  <a:pt x="3463879" y="1986415"/>
                </a:lnTo>
                <a:cubicBezTo>
                  <a:pt x="3464283" y="1986820"/>
                  <a:pt x="3464283" y="1987225"/>
                  <a:pt x="3463879" y="1987630"/>
                </a:cubicBezTo>
                <a:lnTo>
                  <a:pt x="3459425" y="1995321"/>
                </a:lnTo>
                <a:cubicBezTo>
                  <a:pt x="3459425" y="1995726"/>
                  <a:pt x="3459020" y="1996131"/>
                  <a:pt x="3458211" y="1995726"/>
                </a:cubicBezTo>
                <a:lnTo>
                  <a:pt x="3449305" y="1995726"/>
                </a:lnTo>
                <a:cubicBezTo>
                  <a:pt x="3448900" y="1995726"/>
                  <a:pt x="3448495" y="1995726"/>
                  <a:pt x="3448091" y="1995321"/>
                </a:cubicBezTo>
                <a:lnTo>
                  <a:pt x="3443638" y="1987630"/>
                </a:lnTo>
                <a:cubicBezTo>
                  <a:pt x="3443233" y="1987225"/>
                  <a:pt x="3443233" y="1986820"/>
                  <a:pt x="3443638" y="1986415"/>
                </a:cubicBezTo>
                <a:lnTo>
                  <a:pt x="3448091" y="1978724"/>
                </a:lnTo>
                <a:cubicBezTo>
                  <a:pt x="3448495" y="1978724"/>
                  <a:pt x="3448900" y="1978319"/>
                  <a:pt x="3449305" y="1978319"/>
                </a:cubicBezTo>
                <a:close/>
                <a:moveTo>
                  <a:pt x="3408013" y="1977104"/>
                </a:moveTo>
                <a:lnTo>
                  <a:pt x="3418538" y="1977104"/>
                </a:lnTo>
                <a:cubicBezTo>
                  <a:pt x="3418943" y="1977104"/>
                  <a:pt x="3419348" y="1977509"/>
                  <a:pt x="3419753" y="1977914"/>
                </a:cubicBezTo>
                <a:lnTo>
                  <a:pt x="3425015" y="1986820"/>
                </a:lnTo>
                <a:cubicBezTo>
                  <a:pt x="3425421" y="1987224"/>
                  <a:pt x="3425421" y="1987629"/>
                  <a:pt x="3425015" y="1988034"/>
                </a:cubicBezTo>
                <a:lnTo>
                  <a:pt x="3419753" y="1996940"/>
                </a:lnTo>
                <a:cubicBezTo>
                  <a:pt x="3419753" y="1997345"/>
                  <a:pt x="3419348" y="1997345"/>
                  <a:pt x="3418538" y="1997345"/>
                </a:cubicBezTo>
                <a:lnTo>
                  <a:pt x="3408013" y="1997345"/>
                </a:lnTo>
                <a:cubicBezTo>
                  <a:pt x="3407609" y="1997345"/>
                  <a:pt x="3407204" y="1997345"/>
                  <a:pt x="3406799" y="1996940"/>
                </a:cubicBezTo>
                <a:lnTo>
                  <a:pt x="3401537" y="1988034"/>
                </a:lnTo>
                <a:cubicBezTo>
                  <a:pt x="3401132" y="1987629"/>
                  <a:pt x="3401132" y="1987224"/>
                  <a:pt x="3401537" y="1986820"/>
                </a:cubicBezTo>
                <a:lnTo>
                  <a:pt x="3406799" y="1977914"/>
                </a:lnTo>
                <a:cubicBezTo>
                  <a:pt x="3407204" y="1977509"/>
                  <a:pt x="3407609" y="1977104"/>
                  <a:pt x="3408013" y="1977104"/>
                </a:cubicBezTo>
                <a:close/>
                <a:moveTo>
                  <a:pt x="3286974" y="1976295"/>
                </a:moveTo>
                <a:lnTo>
                  <a:pt x="3297499" y="1976295"/>
                </a:lnTo>
                <a:cubicBezTo>
                  <a:pt x="3297905" y="1976295"/>
                  <a:pt x="3298309" y="1976700"/>
                  <a:pt x="3298714" y="1977104"/>
                </a:cubicBezTo>
                <a:lnTo>
                  <a:pt x="3303977" y="1986415"/>
                </a:lnTo>
                <a:cubicBezTo>
                  <a:pt x="3304382" y="1986820"/>
                  <a:pt x="3304382" y="1987225"/>
                  <a:pt x="3303977" y="1987630"/>
                </a:cubicBezTo>
                <a:lnTo>
                  <a:pt x="3298714" y="1996940"/>
                </a:lnTo>
                <a:cubicBezTo>
                  <a:pt x="3298309" y="1997345"/>
                  <a:pt x="3297905" y="1997750"/>
                  <a:pt x="3297499" y="1997345"/>
                </a:cubicBezTo>
                <a:lnTo>
                  <a:pt x="3286974" y="1997345"/>
                </a:lnTo>
                <a:cubicBezTo>
                  <a:pt x="3286570" y="1997345"/>
                  <a:pt x="3286165" y="1997345"/>
                  <a:pt x="3285760" y="1996940"/>
                </a:cubicBezTo>
                <a:lnTo>
                  <a:pt x="3280498" y="1987630"/>
                </a:lnTo>
                <a:cubicBezTo>
                  <a:pt x="3280093" y="1987225"/>
                  <a:pt x="3280093" y="1986820"/>
                  <a:pt x="3280498" y="1986415"/>
                </a:cubicBezTo>
                <a:lnTo>
                  <a:pt x="3285760" y="1977104"/>
                </a:lnTo>
                <a:cubicBezTo>
                  <a:pt x="3286165" y="1976700"/>
                  <a:pt x="3286570" y="1976295"/>
                  <a:pt x="3286974" y="1976295"/>
                </a:cubicBezTo>
                <a:close/>
                <a:moveTo>
                  <a:pt x="3367128" y="1975890"/>
                </a:moveTo>
                <a:lnTo>
                  <a:pt x="3378867" y="1975890"/>
                </a:lnTo>
                <a:cubicBezTo>
                  <a:pt x="3379272" y="1975890"/>
                  <a:pt x="3379677" y="1975890"/>
                  <a:pt x="3380081" y="1976295"/>
                </a:cubicBezTo>
                <a:lnTo>
                  <a:pt x="3385749" y="1986415"/>
                </a:lnTo>
                <a:cubicBezTo>
                  <a:pt x="3386154" y="1986820"/>
                  <a:pt x="3386154" y="1987225"/>
                  <a:pt x="3385749" y="1987630"/>
                </a:cubicBezTo>
                <a:lnTo>
                  <a:pt x="3380081" y="1997750"/>
                </a:lnTo>
                <a:cubicBezTo>
                  <a:pt x="3379677" y="1998155"/>
                  <a:pt x="3379272" y="1998560"/>
                  <a:pt x="3378867" y="1998560"/>
                </a:cubicBezTo>
                <a:lnTo>
                  <a:pt x="3367128" y="1998560"/>
                </a:lnTo>
                <a:cubicBezTo>
                  <a:pt x="3366723" y="1998560"/>
                  <a:pt x="3366318" y="1998155"/>
                  <a:pt x="3365913" y="1997750"/>
                </a:cubicBezTo>
                <a:lnTo>
                  <a:pt x="3360246" y="1987630"/>
                </a:lnTo>
                <a:cubicBezTo>
                  <a:pt x="3359841" y="1987225"/>
                  <a:pt x="3359841" y="1986820"/>
                  <a:pt x="3360246" y="1986415"/>
                </a:cubicBezTo>
                <a:lnTo>
                  <a:pt x="3365913" y="1976295"/>
                </a:lnTo>
                <a:cubicBezTo>
                  <a:pt x="3366318" y="1976295"/>
                  <a:pt x="3366723" y="1975890"/>
                  <a:pt x="3367128" y="1975890"/>
                </a:cubicBezTo>
                <a:close/>
                <a:moveTo>
                  <a:pt x="3326646" y="1975890"/>
                </a:moveTo>
                <a:lnTo>
                  <a:pt x="3338386" y="1975890"/>
                </a:lnTo>
                <a:cubicBezTo>
                  <a:pt x="3338791" y="1975890"/>
                  <a:pt x="3339195" y="1976295"/>
                  <a:pt x="3339600" y="1976700"/>
                </a:cubicBezTo>
                <a:lnTo>
                  <a:pt x="3345672" y="1986820"/>
                </a:lnTo>
                <a:cubicBezTo>
                  <a:pt x="3346077" y="1987225"/>
                  <a:pt x="3346077" y="1987630"/>
                  <a:pt x="3345672" y="1988034"/>
                </a:cubicBezTo>
                <a:lnTo>
                  <a:pt x="3339600" y="1998155"/>
                </a:lnTo>
                <a:cubicBezTo>
                  <a:pt x="3339600" y="1998560"/>
                  <a:pt x="3339195" y="1998560"/>
                  <a:pt x="3338386" y="1998964"/>
                </a:cubicBezTo>
                <a:lnTo>
                  <a:pt x="3326646" y="1998964"/>
                </a:lnTo>
                <a:cubicBezTo>
                  <a:pt x="3326242" y="1998964"/>
                  <a:pt x="3325836" y="1998560"/>
                  <a:pt x="3325432" y="1998155"/>
                </a:cubicBezTo>
                <a:lnTo>
                  <a:pt x="3319360" y="1988034"/>
                </a:lnTo>
                <a:cubicBezTo>
                  <a:pt x="3318955" y="1987630"/>
                  <a:pt x="3318955" y="1987225"/>
                  <a:pt x="3319360" y="1986820"/>
                </a:cubicBezTo>
                <a:lnTo>
                  <a:pt x="3325432" y="1976700"/>
                </a:lnTo>
                <a:cubicBezTo>
                  <a:pt x="3325836" y="1976295"/>
                  <a:pt x="3326242" y="1975890"/>
                  <a:pt x="3326646" y="1975890"/>
                </a:cubicBezTo>
                <a:close/>
                <a:moveTo>
                  <a:pt x="3246089" y="1975890"/>
                </a:moveTo>
                <a:lnTo>
                  <a:pt x="3257018" y="1975890"/>
                </a:lnTo>
                <a:cubicBezTo>
                  <a:pt x="3257423" y="1975890"/>
                  <a:pt x="3257828" y="1976295"/>
                  <a:pt x="3258233" y="1976700"/>
                </a:cubicBezTo>
                <a:lnTo>
                  <a:pt x="3263900" y="1986415"/>
                </a:lnTo>
                <a:cubicBezTo>
                  <a:pt x="3264305" y="1986820"/>
                  <a:pt x="3264305" y="1987225"/>
                  <a:pt x="3263900" y="1987630"/>
                </a:cubicBezTo>
                <a:lnTo>
                  <a:pt x="3258233" y="1997345"/>
                </a:lnTo>
                <a:cubicBezTo>
                  <a:pt x="3258233" y="1997750"/>
                  <a:pt x="3257828" y="1998155"/>
                  <a:pt x="3257018" y="1998155"/>
                </a:cubicBezTo>
                <a:lnTo>
                  <a:pt x="3246089" y="1998155"/>
                </a:lnTo>
                <a:cubicBezTo>
                  <a:pt x="3245684" y="1998155"/>
                  <a:pt x="3245279" y="1997750"/>
                  <a:pt x="3244874" y="1997345"/>
                </a:cubicBezTo>
                <a:lnTo>
                  <a:pt x="3239207" y="1987630"/>
                </a:lnTo>
                <a:cubicBezTo>
                  <a:pt x="3238802" y="1987225"/>
                  <a:pt x="3238802" y="1986820"/>
                  <a:pt x="3239207" y="1986415"/>
                </a:cubicBezTo>
                <a:lnTo>
                  <a:pt x="3244874" y="1976700"/>
                </a:lnTo>
                <a:cubicBezTo>
                  <a:pt x="3245279" y="1976295"/>
                  <a:pt x="3245684" y="1975890"/>
                  <a:pt x="3246089" y="1975890"/>
                </a:cubicBezTo>
                <a:close/>
                <a:moveTo>
                  <a:pt x="4099838" y="1943505"/>
                </a:moveTo>
                <a:lnTo>
                  <a:pt x="4103482" y="1943505"/>
                </a:lnTo>
                <a:lnTo>
                  <a:pt x="4105101" y="1946743"/>
                </a:lnTo>
                <a:lnTo>
                  <a:pt x="4103482" y="1949982"/>
                </a:lnTo>
                <a:lnTo>
                  <a:pt x="4099838" y="1949982"/>
                </a:lnTo>
                <a:lnTo>
                  <a:pt x="4098219" y="1946743"/>
                </a:lnTo>
                <a:close/>
                <a:moveTo>
                  <a:pt x="4018876" y="1943505"/>
                </a:moveTo>
                <a:lnTo>
                  <a:pt x="4022924" y="1943505"/>
                </a:lnTo>
                <a:lnTo>
                  <a:pt x="4024948" y="1946743"/>
                </a:lnTo>
                <a:lnTo>
                  <a:pt x="4022924" y="1949982"/>
                </a:lnTo>
                <a:lnTo>
                  <a:pt x="4018876" y="1949982"/>
                </a:lnTo>
                <a:lnTo>
                  <a:pt x="4016852" y="1946743"/>
                </a:lnTo>
                <a:close/>
                <a:moveTo>
                  <a:pt x="3978395" y="1943505"/>
                </a:moveTo>
                <a:lnTo>
                  <a:pt x="3982443" y="1943505"/>
                </a:lnTo>
                <a:lnTo>
                  <a:pt x="3984467" y="1946743"/>
                </a:lnTo>
                <a:lnTo>
                  <a:pt x="3982443" y="1949982"/>
                </a:lnTo>
                <a:lnTo>
                  <a:pt x="3978395" y="1949982"/>
                </a:lnTo>
                <a:lnTo>
                  <a:pt x="3976371" y="1946743"/>
                </a:lnTo>
                <a:close/>
                <a:moveTo>
                  <a:pt x="3938318" y="1943505"/>
                </a:moveTo>
                <a:lnTo>
                  <a:pt x="3941961" y="1943505"/>
                </a:lnTo>
                <a:lnTo>
                  <a:pt x="3943986" y="1946743"/>
                </a:lnTo>
                <a:lnTo>
                  <a:pt x="3941961" y="1949982"/>
                </a:lnTo>
                <a:lnTo>
                  <a:pt x="3938318" y="1949982"/>
                </a:lnTo>
                <a:lnTo>
                  <a:pt x="3936294" y="1946743"/>
                </a:lnTo>
                <a:close/>
                <a:moveTo>
                  <a:pt x="3816874" y="1943505"/>
                </a:moveTo>
                <a:lnTo>
                  <a:pt x="3820517" y="1943505"/>
                </a:lnTo>
                <a:lnTo>
                  <a:pt x="3822542" y="1946743"/>
                </a:lnTo>
                <a:lnTo>
                  <a:pt x="3820517" y="1949982"/>
                </a:lnTo>
                <a:lnTo>
                  <a:pt x="3816874" y="1949982"/>
                </a:lnTo>
                <a:lnTo>
                  <a:pt x="3814850" y="1946743"/>
                </a:lnTo>
                <a:close/>
                <a:moveTo>
                  <a:pt x="3775988" y="1943505"/>
                </a:moveTo>
                <a:lnTo>
                  <a:pt x="3780036" y="1943505"/>
                </a:lnTo>
                <a:lnTo>
                  <a:pt x="3782060" y="1946743"/>
                </a:lnTo>
                <a:lnTo>
                  <a:pt x="3780036" y="1949982"/>
                </a:lnTo>
                <a:lnTo>
                  <a:pt x="3775988" y="1949982"/>
                </a:lnTo>
                <a:lnTo>
                  <a:pt x="3773964" y="1946743"/>
                </a:lnTo>
                <a:close/>
                <a:moveTo>
                  <a:pt x="3735912" y="1943505"/>
                </a:moveTo>
                <a:lnTo>
                  <a:pt x="3739555" y="1943505"/>
                </a:lnTo>
                <a:lnTo>
                  <a:pt x="3741580" y="1946743"/>
                </a:lnTo>
                <a:lnTo>
                  <a:pt x="3739555" y="1949982"/>
                </a:lnTo>
                <a:lnTo>
                  <a:pt x="3735912" y="1949982"/>
                </a:lnTo>
                <a:lnTo>
                  <a:pt x="3733888" y="1946743"/>
                </a:lnTo>
                <a:close/>
                <a:moveTo>
                  <a:pt x="3695431" y="1943505"/>
                </a:moveTo>
                <a:lnTo>
                  <a:pt x="3699074" y="1943505"/>
                </a:lnTo>
                <a:lnTo>
                  <a:pt x="3701099" y="1946743"/>
                </a:lnTo>
                <a:lnTo>
                  <a:pt x="3699074" y="1949982"/>
                </a:lnTo>
                <a:lnTo>
                  <a:pt x="3695431" y="1949982"/>
                </a:lnTo>
                <a:lnTo>
                  <a:pt x="3693407" y="1946743"/>
                </a:lnTo>
                <a:close/>
                <a:moveTo>
                  <a:pt x="4626095" y="1943100"/>
                </a:moveTo>
                <a:lnTo>
                  <a:pt x="4630143" y="1943100"/>
                </a:lnTo>
                <a:lnTo>
                  <a:pt x="4632167" y="1946743"/>
                </a:lnTo>
                <a:lnTo>
                  <a:pt x="4630143" y="1950387"/>
                </a:lnTo>
                <a:lnTo>
                  <a:pt x="4626095" y="1950387"/>
                </a:lnTo>
                <a:lnTo>
                  <a:pt x="4624071" y="1946743"/>
                </a:lnTo>
                <a:close/>
                <a:moveTo>
                  <a:pt x="4180801" y="1943100"/>
                </a:moveTo>
                <a:lnTo>
                  <a:pt x="4184849" y="1943100"/>
                </a:lnTo>
                <a:lnTo>
                  <a:pt x="4186873" y="1946743"/>
                </a:lnTo>
                <a:lnTo>
                  <a:pt x="4184849" y="1950387"/>
                </a:lnTo>
                <a:lnTo>
                  <a:pt x="4180801" y="1950387"/>
                </a:lnTo>
                <a:lnTo>
                  <a:pt x="4178777" y="1946743"/>
                </a:lnTo>
                <a:close/>
                <a:moveTo>
                  <a:pt x="4139915" y="1943100"/>
                </a:moveTo>
                <a:lnTo>
                  <a:pt x="4144368" y="1943100"/>
                </a:lnTo>
                <a:lnTo>
                  <a:pt x="4146392" y="1946743"/>
                </a:lnTo>
                <a:lnTo>
                  <a:pt x="4144368" y="1950387"/>
                </a:lnTo>
                <a:lnTo>
                  <a:pt x="4139915" y="1950387"/>
                </a:lnTo>
                <a:lnTo>
                  <a:pt x="4137891" y="1946743"/>
                </a:lnTo>
                <a:close/>
                <a:moveTo>
                  <a:pt x="4058953" y="1943100"/>
                </a:moveTo>
                <a:lnTo>
                  <a:pt x="4063406" y="1943100"/>
                </a:lnTo>
                <a:lnTo>
                  <a:pt x="4065430" y="1946743"/>
                </a:lnTo>
                <a:lnTo>
                  <a:pt x="4063406" y="1950387"/>
                </a:lnTo>
                <a:lnTo>
                  <a:pt x="4058953" y="1950387"/>
                </a:lnTo>
                <a:lnTo>
                  <a:pt x="4056929" y="1946743"/>
                </a:lnTo>
                <a:close/>
                <a:moveTo>
                  <a:pt x="3897432" y="1943100"/>
                </a:moveTo>
                <a:lnTo>
                  <a:pt x="3901480" y="1943100"/>
                </a:lnTo>
                <a:lnTo>
                  <a:pt x="3903504" y="1946743"/>
                </a:lnTo>
                <a:lnTo>
                  <a:pt x="3901480" y="1950387"/>
                </a:lnTo>
                <a:lnTo>
                  <a:pt x="3897432" y="1950387"/>
                </a:lnTo>
                <a:lnTo>
                  <a:pt x="3895408" y="1946743"/>
                </a:lnTo>
                <a:close/>
                <a:moveTo>
                  <a:pt x="3856951" y="1943100"/>
                </a:moveTo>
                <a:lnTo>
                  <a:pt x="3860999" y="1943100"/>
                </a:lnTo>
                <a:lnTo>
                  <a:pt x="3863023" y="1946743"/>
                </a:lnTo>
                <a:lnTo>
                  <a:pt x="3860999" y="1950387"/>
                </a:lnTo>
                <a:lnTo>
                  <a:pt x="3856951" y="1950387"/>
                </a:lnTo>
                <a:lnTo>
                  <a:pt x="3854927" y="1946743"/>
                </a:lnTo>
                <a:close/>
                <a:moveTo>
                  <a:pt x="4585614" y="1942695"/>
                </a:moveTo>
                <a:lnTo>
                  <a:pt x="4590067" y="1942695"/>
                </a:lnTo>
                <a:lnTo>
                  <a:pt x="4592495" y="1946743"/>
                </a:lnTo>
                <a:lnTo>
                  <a:pt x="4590067" y="1950791"/>
                </a:lnTo>
                <a:lnTo>
                  <a:pt x="4585614" y="1950791"/>
                </a:lnTo>
                <a:lnTo>
                  <a:pt x="4583185" y="1946743"/>
                </a:lnTo>
                <a:close/>
                <a:moveTo>
                  <a:pt x="4342726" y="1942695"/>
                </a:moveTo>
                <a:lnTo>
                  <a:pt x="4347179" y="1942695"/>
                </a:lnTo>
                <a:lnTo>
                  <a:pt x="4349607" y="1946743"/>
                </a:lnTo>
                <a:lnTo>
                  <a:pt x="4347179" y="1950791"/>
                </a:lnTo>
                <a:lnTo>
                  <a:pt x="4342726" y="1950791"/>
                </a:lnTo>
                <a:lnTo>
                  <a:pt x="4340297" y="1946743"/>
                </a:lnTo>
                <a:close/>
                <a:moveTo>
                  <a:pt x="4302649" y="1942695"/>
                </a:moveTo>
                <a:lnTo>
                  <a:pt x="4305888" y="1942695"/>
                </a:lnTo>
                <a:cubicBezTo>
                  <a:pt x="4306293" y="1942695"/>
                  <a:pt x="4306698" y="1943100"/>
                  <a:pt x="4307102" y="1943505"/>
                </a:cubicBezTo>
                <a:lnTo>
                  <a:pt x="4308722" y="1946338"/>
                </a:lnTo>
                <a:cubicBezTo>
                  <a:pt x="4309126" y="1946743"/>
                  <a:pt x="4309126" y="1947148"/>
                  <a:pt x="4308722" y="1947553"/>
                </a:cubicBezTo>
                <a:lnTo>
                  <a:pt x="4307102" y="1950387"/>
                </a:lnTo>
                <a:cubicBezTo>
                  <a:pt x="4306698" y="1950791"/>
                  <a:pt x="4306293" y="1950791"/>
                  <a:pt x="4305888" y="1951196"/>
                </a:cubicBezTo>
                <a:lnTo>
                  <a:pt x="4302649" y="1951196"/>
                </a:lnTo>
                <a:cubicBezTo>
                  <a:pt x="4302245" y="1951196"/>
                  <a:pt x="4301840" y="1950791"/>
                  <a:pt x="4301435" y="1950387"/>
                </a:cubicBezTo>
                <a:lnTo>
                  <a:pt x="4299816" y="1947553"/>
                </a:lnTo>
                <a:cubicBezTo>
                  <a:pt x="4299411" y="1947148"/>
                  <a:pt x="4299411" y="1946743"/>
                  <a:pt x="4299816" y="1946338"/>
                </a:cubicBezTo>
                <a:lnTo>
                  <a:pt x="4301435" y="1943505"/>
                </a:lnTo>
                <a:cubicBezTo>
                  <a:pt x="4301840" y="1943100"/>
                  <a:pt x="4302245" y="1942695"/>
                  <a:pt x="4302649" y="1942695"/>
                </a:cubicBezTo>
                <a:close/>
                <a:moveTo>
                  <a:pt x="3654545" y="1942695"/>
                </a:moveTo>
                <a:lnTo>
                  <a:pt x="3658998" y="1942695"/>
                </a:lnTo>
                <a:lnTo>
                  <a:pt x="3661426" y="1946743"/>
                </a:lnTo>
                <a:lnTo>
                  <a:pt x="3658998" y="1950791"/>
                </a:lnTo>
                <a:lnTo>
                  <a:pt x="3654545" y="1950791"/>
                </a:lnTo>
                <a:lnTo>
                  <a:pt x="3652116" y="1946743"/>
                </a:lnTo>
                <a:close/>
                <a:moveTo>
                  <a:pt x="4544727" y="1942290"/>
                </a:moveTo>
                <a:lnTo>
                  <a:pt x="4549180" y="1942290"/>
                </a:lnTo>
                <a:cubicBezTo>
                  <a:pt x="4549585" y="1942290"/>
                  <a:pt x="4549989" y="1942290"/>
                  <a:pt x="4550394" y="1942695"/>
                </a:cubicBezTo>
                <a:lnTo>
                  <a:pt x="4552418" y="1946338"/>
                </a:lnTo>
                <a:cubicBezTo>
                  <a:pt x="4552823" y="1946743"/>
                  <a:pt x="4552823" y="1947148"/>
                  <a:pt x="4552418" y="1947553"/>
                </a:cubicBezTo>
                <a:lnTo>
                  <a:pt x="4550394" y="1951196"/>
                </a:lnTo>
                <a:cubicBezTo>
                  <a:pt x="4549989" y="1951601"/>
                  <a:pt x="4549585" y="1951601"/>
                  <a:pt x="4549180" y="1952006"/>
                </a:cubicBezTo>
                <a:lnTo>
                  <a:pt x="4544727" y="1952006"/>
                </a:lnTo>
                <a:cubicBezTo>
                  <a:pt x="4544322" y="1952006"/>
                  <a:pt x="4543917" y="1951601"/>
                  <a:pt x="4543513" y="1951196"/>
                </a:cubicBezTo>
                <a:lnTo>
                  <a:pt x="4541489" y="1947553"/>
                </a:lnTo>
                <a:cubicBezTo>
                  <a:pt x="4541084" y="1947148"/>
                  <a:pt x="4541084" y="1946743"/>
                  <a:pt x="4541489" y="1946338"/>
                </a:cubicBezTo>
                <a:lnTo>
                  <a:pt x="4543513" y="1942695"/>
                </a:lnTo>
                <a:cubicBezTo>
                  <a:pt x="4543917" y="1942695"/>
                  <a:pt x="4544322" y="1942290"/>
                  <a:pt x="4544727" y="1942290"/>
                </a:cubicBezTo>
                <a:close/>
                <a:moveTo>
                  <a:pt x="4383207" y="1942290"/>
                </a:moveTo>
                <a:lnTo>
                  <a:pt x="4386851" y="1942290"/>
                </a:lnTo>
                <a:cubicBezTo>
                  <a:pt x="4387255" y="1942290"/>
                  <a:pt x="4387660" y="1942290"/>
                  <a:pt x="4388065" y="1942695"/>
                </a:cubicBezTo>
                <a:lnTo>
                  <a:pt x="4390089" y="1945933"/>
                </a:lnTo>
                <a:cubicBezTo>
                  <a:pt x="4390494" y="1946338"/>
                  <a:pt x="4390494" y="1946743"/>
                  <a:pt x="4390089" y="1947148"/>
                </a:cubicBezTo>
                <a:lnTo>
                  <a:pt x="4388065" y="1950386"/>
                </a:lnTo>
                <a:cubicBezTo>
                  <a:pt x="4388065" y="1950791"/>
                  <a:pt x="4387660" y="1951196"/>
                  <a:pt x="4386851" y="1950791"/>
                </a:cubicBezTo>
                <a:lnTo>
                  <a:pt x="4383207" y="1950791"/>
                </a:lnTo>
                <a:cubicBezTo>
                  <a:pt x="4382803" y="1950791"/>
                  <a:pt x="4382397" y="1950791"/>
                  <a:pt x="4381993" y="1950386"/>
                </a:cubicBezTo>
                <a:lnTo>
                  <a:pt x="4379969" y="1947148"/>
                </a:lnTo>
                <a:cubicBezTo>
                  <a:pt x="4379564" y="1946743"/>
                  <a:pt x="4379564" y="1946338"/>
                  <a:pt x="4379969" y="1945933"/>
                </a:cubicBezTo>
                <a:lnTo>
                  <a:pt x="4381993" y="1942695"/>
                </a:lnTo>
                <a:cubicBezTo>
                  <a:pt x="4382397" y="1942695"/>
                  <a:pt x="4382803" y="1942290"/>
                  <a:pt x="4383207" y="1942290"/>
                </a:cubicBezTo>
                <a:close/>
                <a:moveTo>
                  <a:pt x="4261359" y="1942290"/>
                </a:moveTo>
                <a:lnTo>
                  <a:pt x="4265407" y="1942290"/>
                </a:lnTo>
                <a:cubicBezTo>
                  <a:pt x="4265812" y="1942290"/>
                  <a:pt x="4266217" y="1942695"/>
                  <a:pt x="4266621" y="1943100"/>
                </a:cubicBezTo>
                <a:lnTo>
                  <a:pt x="4268646" y="1946338"/>
                </a:lnTo>
                <a:cubicBezTo>
                  <a:pt x="4269050" y="1946743"/>
                  <a:pt x="4269050" y="1947148"/>
                  <a:pt x="4268646" y="1947553"/>
                </a:cubicBezTo>
                <a:lnTo>
                  <a:pt x="4266621" y="1950791"/>
                </a:lnTo>
                <a:cubicBezTo>
                  <a:pt x="4266621" y="1951196"/>
                  <a:pt x="4266217" y="1951196"/>
                  <a:pt x="4265407" y="1951196"/>
                </a:cubicBezTo>
                <a:lnTo>
                  <a:pt x="4261359" y="1951196"/>
                </a:lnTo>
                <a:cubicBezTo>
                  <a:pt x="4260954" y="1951196"/>
                  <a:pt x="4260549" y="1951196"/>
                  <a:pt x="4260145" y="1950791"/>
                </a:cubicBezTo>
                <a:lnTo>
                  <a:pt x="4258121" y="1947553"/>
                </a:lnTo>
                <a:cubicBezTo>
                  <a:pt x="4257716" y="1947148"/>
                  <a:pt x="4257716" y="1946743"/>
                  <a:pt x="4258121" y="1946338"/>
                </a:cubicBezTo>
                <a:lnTo>
                  <a:pt x="4260145" y="1943100"/>
                </a:lnTo>
                <a:cubicBezTo>
                  <a:pt x="4260549" y="1942695"/>
                  <a:pt x="4260954" y="1942290"/>
                  <a:pt x="4261359" y="1942290"/>
                </a:cubicBezTo>
                <a:close/>
                <a:moveTo>
                  <a:pt x="4221282" y="1942290"/>
                </a:moveTo>
                <a:lnTo>
                  <a:pt x="4224926" y="1942290"/>
                </a:lnTo>
                <a:cubicBezTo>
                  <a:pt x="4225330" y="1942290"/>
                  <a:pt x="4225735" y="1942290"/>
                  <a:pt x="4226140" y="1942695"/>
                </a:cubicBezTo>
                <a:lnTo>
                  <a:pt x="4228164" y="1945933"/>
                </a:lnTo>
                <a:cubicBezTo>
                  <a:pt x="4228569" y="1946338"/>
                  <a:pt x="4228569" y="1946743"/>
                  <a:pt x="4228164" y="1947148"/>
                </a:cubicBezTo>
                <a:lnTo>
                  <a:pt x="4226140" y="1950386"/>
                </a:lnTo>
                <a:cubicBezTo>
                  <a:pt x="4226140" y="1950791"/>
                  <a:pt x="4225735" y="1951196"/>
                  <a:pt x="4224926" y="1951196"/>
                </a:cubicBezTo>
                <a:lnTo>
                  <a:pt x="4221282" y="1951196"/>
                </a:lnTo>
                <a:cubicBezTo>
                  <a:pt x="4220878" y="1951196"/>
                  <a:pt x="4220472" y="1950791"/>
                  <a:pt x="4220068" y="1950386"/>
                </a:cubicBezTo>
                <a:lnTo>
                  <a:pt x="4218044" y="1947148"/>
                </a:lnTo>
                <a:cubicBezTo>
                  <a:pt x="4217639" y="1946743"/>
                  <a:pt x="4217639" y="1946338"/>
                  <a:pt x="4218044" y="1945933"/>
                </a:cubicBezTo>
                <a:lnTo>
                  <a:pt x="4220068" y="1942695"/>
                </a:lnTo>
                <a:cubicBezTo>
                  <a:pt x="4220472" y="1942695"/>
                  <a:pt x="4220878" y="1942290"/>
                  <a:pt x="4221282" y="1942290"/>
                </a:cubicBezTo>
                <a:close/>
                <a:moveTo>
                  <a:pt x="4463765" y="1941886"/>
                </a:moveTo>
                <a:lnTo>
                  <a:pt x="4468218" y="1941886"/>
                </a:lnTo>
                <a:cubicBezTo>
                  <a:pt x="4468623" y="1941886"/>
                  <a:pt x="4469027" y="1942291"/>
                  <a:pt x="4469432" y="1942695"/>
                </a:cubicBezTo>
                <a:lnTo>
                  <a:pt x="4471456" y="1946339"/>
                </a:lnTo>
                <a:cubicBezTo>
                  <a:pt x="4471861" y="1946744"/>
                  <a:pt x="4471861" y="1947149"/>
                  <a:pt x="4471456" y="1947553"/>
                </a:cubicBezTo>
                <a:lnTo>
                  <a:pt x="4469432" y="1951197"/>
                </a:lnTo>
                <a:cubicBezTo>
                  <a:pt x="4469027" y="1951601"/>
                  <a:pt x="4468623" y="1951601"/>
                  <a:pt x="4468218" y="1951601"/>
                </a:cubicBezTo>
                <a:lnTo>
                  <a:pt x="4463765" y="1951601"/>
                </a:lnTo>
                <a:cubicBezTo>
                  <a:pt x="4463360" y="1951601"/>
                  <a:pt x="4462955" y="1951601"/>
                  <a:pt x="4462551" y="1951197"/>
                </a:cubicBezTo>
                <a:lnTo>
                  <a:pt x="4460527" y="1947553"/>
                </a:lnTo>
                <a:cubicBezTo>
                  <a:pt x="4460122" y="1947149"/>
                  <a:pt x="4460122" y="1946744"/>
                  <a:pt x="4460527" y="1946339"/>
                </a:cubicBezTo>
                <a:lnTo>
                  <a:pt x="4462551" y="1942695"/>
                </a:lnTo>
                <a:cubicBezTo>
                  <a:pt x="4462955" y="1942291"/>
                  <a:pt x="4463360" y="1941886"/>
                  <a:pt x="4463765" y="1941886"/>
                </a:cubicBezTo>
                <a:close/>
                <a:moveTo>
                  <a:pt x="3614063" y="1941886"/>
                </a:moveTo>
                <a:lnTo>
                  <a:pt x="3618111" y="1941886"/>
                </a:lnTo>
                <a:cubicBezTo>
                  <a:pt x="3618516" y="1941886"/>
                  <a:pt x="3618921" y="1941886"/>
                  <a:pt x="3619325" y="1942291"/>
                </a:cubicBezTo>
                <a:lnTo>
                  <a:pt x="3621350" y="1945934"/>
                </a:lnTo>
                <a:cubicBezTo>
                  <a:pt x="3621755" y="1946339"/>
                  <a:pt x="3621755" y="1946744"/>
                  <a:pt x="3621350" y="1947149"/>
                </a:cubicBezTo>
                <a:lnTo>
                  <a:pt x="3619325" y="1950792"/>
                </a:lnTo>
                <a:cubicBezTo>
                  <a:pt x="3618921" y="1951197"/>
                  <a:pt x="3618516" y="1951601"/>
                  <a:pt x="3618111" y="1951197"/>
                </a:cubicBezTo>
                <a:lnTo>
                  <a:pt x="3614063" y="1951197"/>
                </a:lnTo>
                <a:cubicBezTo>
                  <a:pt x="3613659" y="1951197"/>
                  <a:pt x="3613253" y="1951197"/>
                  <a:pt x="3612849" y="1950792"/>
                </a:cubicBezTo>
                <a:lnTo>
                  <a:pt x="3610825" y="1947149"/>
                </a:lnTo>
                <a:cubicBezTo>
                  <a:pt x="3610420" y="1946744"/>
                  <a:pt x="3610420" y="1946339"/>
                  <a:pt x="3610825" y="1945934"/>
                </a:cubicBezTo>
                <a:lnTo>
                  <a:pt x="3612849" y="1942291"/>
                </a:lnTo>
                <a:cubicBezTo>
                  <a:pt x="3613253" y="1942291"/>
                  <a:pt x="3613659" y="1941886"/>
                  <a:pt x="3614063" y="1941886"/>
                </a:cubicBezTo>
                <a:close/>
                <a:moveTo>
                  <a:pt x="4504651" y="1941481"/>
                </a:moveTo>
                <a:lnTo>
                  <a:pt x="4508699" y="1941481"/>
                </a:lnTo>
                <a:cubicBezTo>
                  <a:pt x="4509104" y="1941481"/>
                  <a:pt x="4509509" y="1941886"/>
                  <a:pt x="4509913" y="1942291"/>
                </a:cubicBezTo>
                <a:lnTo>
                  <a:pt x="4511938" y="1945934"/>
                </a:lnTo>
                <a:cubicBezTo>
                  <a:pt x="4512343" y="1946339"/>
                  <a:pt x="4512343" y="1946744"/>
                  <a:pt x="4511938" y="1947148"/>
                </a:cubicBezTo>
                <a:lnTo>
                  <a:pt x="4509913" y="1950792"/>
                </a:lnTo>
                <a:cubicBezTo>
                  <a:pt x="4509509" y="1951197"/>
                  <a:pt x="4509104" y="1951601"/>
                  <a:pt x="4508699" y="1951601"/>
                </a:cubicBezTo>
                <a:lnTo>
                  <a:pt x="4504651" y="1951601"/>
                </a:lnTo>
                <a:cubicBezTo>
                  <a:pt x="4504247" y="1951601"/>
                  <a:pt x="4503841" y="1951197"/>
                  <a:pt x="4503437" y="1950792"/>
                </a:cubicBezTo>
                <a:lnTo>
                  <a:pt x="4501413" y="1947148"/>
                </a:lnTo>
                <a:cubicBezTo>
                  <a:pt x="4501008" y="1946744"/>
                  <a:pt x="4501008" y="1946339"/>
                  <a:pt x="4501413" y="1945934"/>
                </a:cubicBezTo>
                <a:lnTo>
                  <a:pt x="4503437" y="1942291"/>
                </a:lnTo>
                <a:cubicBezTo>
                  <a:pt x="4503841" y="1941886"/>
                  <a:pt x="4504247" y="1941481"/>
                  <a:pt x="4504651" y="1941481"/>
                </a:cubicBezTo>
                <a:close/>
                <a:moveTo>
                  <a:pt x="4423284" y="1941481"/>
                </a:moveTo>
                <a:lnTo>
                  <a:pt x="4427737" y="1941481"/>
                </a:lnTo>
                <a:cubicBezTo>
                  <a:pt x="4428141" y="1941481"/>
                  <a:pt x="4428546" y="1941481"/>
                  <a:pt x="4428951" y="1941886"/>
                </a:cubicBezTo>
                <a:lnTo>
                  <a:pt x="4431380" y="1945934"/>
                </a:lnTo>
                <a:cubicBezTo>
                  <a:pt x="4431785" y="1946339"/>
                  <a:pt x="4431785" y="1946744"/>
                  <a:pt x="4431380" y="1947148"/>
                </a:cubicBezTo>
                <a:lnTo>
                  <a:pt x="4428951" y="1951197"/>
                </a:lnTo>
                <a:cubicBezTo>
                  <a:pt x="4428951" y="1951601"/>
                  <a:pt x="4428546" y="1952006"/>
                  <a:pt x="4427737" y="1951601"/>
                </a:cubicBezTo>
                <a:lnTo>
                  <a:pt x="4423284" y="1951601"/>
                </a:lnTo>
                <a:cubicBezTo>
                  <a:pt x="4422879" y="1951601"/>
                  <a:pt x="4422474" y="1951601"/>
                  <a:pt x="4422069" y="1951197"/>
                </a:cubicBezTo>
                <a:lnTo>
                  <a:pt x="4419641" y="1947148"/>
                </a:lnTo>
                <a:cubicBezTo>
                  <a:pt x="4419236" y="1946744"/>
                  <a:pt x="4419236" y="1946339"/>
                  <a:pt x="4419641" y="1945934"/>
                </a:cubicBezTo>
                <a:lnTo>
                  <a:pt x="4422069" y="1941886"/>
                </a:lnTo>
                <a:cubicBezTo>
                  <a:pt x="4422474" y="1941886"/>
                  <a:pt x="4422879" y="1941481"/>
                  <a:pt x="4423284" y="1941481"/>
                </a:cubicBezTo>
                <a:close/>
                <a:moveTo>
                  <a:pt x="3573178" y="1940671"/>
                </a:moveTo>
                <a:lnTo>
                  <a:pt x="3578035" y="1940671"/>
                </a:lnTo>
                <a:cubicBezTo>
                  <a:pt x="3578440" y="1940671"/>
                  <a:pt x="3578845" y="1941076"/>
                  <a:pt x="3579250" y="1941481"/>
                </a:cubicBezTo>
                <a:lnTo>
                  <a:pt x="3581679" y="1945934"/>
                </a:lnTo>
                <a:cubicBezTo>
                  <a:pt x="3582084" y="1946338"/>
                  <a:pt x="3582084" y="1946743"/>
                  <a:pt x="3581679" y="1947148"/>
                </a:cubicBezTo>
                <a:lnTo>
                  <a:pt x="3579250" y="1951601"/>
                </a:lnTo>
                <a:cubicBezTo>
                  <a:pt x="3578845" y="1952006"/>
                  <a:pt x="3578440" y="1952411"/>
                  <a:pt x="3578035" y="1952411"/>
                </a:cubicBezTo>
                <a:lnTo>
                  <a:pt x="3573178" y="1952411"/>
                </a:lnTo>
                <a:cubicBezTo>
                  <a:pt x="3572773" y="1952411"/>
                  <a:pt x="3572368" y="1952006"/>
                  <a:pt x="3571963" y="1951601"/>
                </a:cubicBezTo>
                <a:lnTo>
                  <a:pt x="3569535" y="1947148"/>
                </a:lnTo>
                <a:cubicBezTo>
                  <a:pt x="3569130" y="1946743"/>
                  <a:pt x="3569130" y="1946338"/>
                  <a:pt x="3569535" y="1945934"/>
                </a:cubicBezTo>
                <a:lnTo>
                  <a:pt x="3571963" y="1941481"/>
                </a:lnTo>
                <a:cubicBezTo>
                  <a:pt x="3572368" y="1941076"/>
                  <a:pt x="3572773" y="1940671"/>
                  <a:pt x="3573178" y="1940671"/>
                </a:cubicBezTo>
                <a:close/>
                <a:moveTo>
                  <a:pt x="3532291" y="1940671"/>
                </a:moveTo>
                <a:lnTo>
                  <a:pt x="3537553" y="1940671"/>
                </a:lnTo>
                <a:cubicBezTo>
                  <a:pt x="3537958" y="1940671"/>
                  <a:pt x="3538363" y="1940671"/>
                  <a:pt x="3538768" y="1941076"/>
                </a:cubicBezTo>
                <a:lnTo>
                  <a:pt x="3541602" y="1945934"/>
                </a:lnTo>
                <a:cubicBezTo>
                  <a:pt x="3542006" y="1946338"/>
                  <a:pt x="3542006" y="1946743"/>
                  <a:pt x="3541602" y="1947148"/>
                </a:cubicBezTo>
                <a:lnTo>
                  <a:pt x="3538768" y="1952006"/>
                </a:lnTo>
                <a:cubicBezTo>
                  <a:pt x="3538768" y="1952411"/>
                  <a:pt x="3538363" y="1952815"/>
                  <a:pt x="3537553" y="1952815"/>
                </a:cubicBezTo>
                <a:lnTo>
                  <a:pt x="3532291" y="1952815"/>
                </a:lnTo>
                <a:cubicBezTo>
                  <a:pt x="3531886" y="1952815"/>
                  <a:pt x="3531481" y="1952411"/>
                  <a:pt x="3531077" y="1952006"/>
                </a:cubicBezTo>
                <a:lnTo>
                  <a:pt x="3528243" y="1947148"/>
                </a:lnTo>
                <a:cubicBezTo>
                  <a:pt x="3527838" y="1946743"/>
                  <a:pt x="3527838" y="1946338"/>
                  <a:pt x="3528243" y="1945934"/>
                </a:cubicBezTo>
                <a:lnTo>
                  <a:pt x="3531077" y="1941076"/>
                </a:lnTo>
                <a:cubicBezTo>
                  <a:pt x="3531481" y="1941076"/>
                  <a:pt x="3531886" y="1940671"/>
                  <a:pt x="3532291" y="1940671"/>
                </a:cubicBezTo>
                <a:close/>
                <a:moveTo>
                  <a:pt x="3491405" y="1939862"/>
                </a:moveTo>
                <a:lnTo>
                  <a:pt x="3497882" y="1939862"/>
                </a:lnTo>
                <a:cubicBezTo>
                  <a:pt x="3498287" y="1939862"/>
                  <a:pt x="3498692" y="1940267"/>
                  <a:pt x="3499097" y="1940671"/>
                </a:cubicBezTo>
                <a:lnTo>
                  <a:pt x="3502336" y="1946339"/>
                </a:lnTo>
                <a:cubicBezTo>
                  <a:pt x="3502740" y="1946744"/>
                  <a:pt x="3502740" y="1947149"/>
                  <a:pt x="3502336" y="1947553"/>
                </a:cubicBezTo>
                <a:lnTo>
                  <a:pt x="3499097" y="1953221"/>
                </a:lnTo>
                <a:cubicBezTo>
                  <a:pt x="3498692" y="1953625"/>
                  <a:pt x="3498287" y="1953625"/>
                  <a:pt x="3497882" y="1954030"/>
                </a:cubicBezTo>
                <a:lnTo>
                  <a:pt x="3491405" y="1954030"/>
                </a:lnTo>
                <a:cubicBezTo>
                  <a:pt x="3491001" y="1954030"/>
                  <a:pt x="3490596" y="1953625"/>
                  <a:pt x="3490191" y="1953221"/>
                </a:cubicBezTo>
                <a:lnTo>
                  <a:pt x="3486953" y="1947553"/>
                </a:lnTo>
                <a:cubicBezTo>
                  <a:pt x="3486548" y="1947149"/>
                  <a:pt x="3486548" y="1946744"/>
                  <a:pt x="3486953" y="1946339"/>
                </a:cubicBezTo>
                <a:lnTo>
                  <a:pt x="3490191" y="1940671"/>
                </a:lnTo>
                <a:cubicBezTo>
                  <a:pt x="3490596" y="1940267"/>
                  <a:pt x="3491001" y="1939862"/>
                  <a:pt x="3491405" y="1939862"/>
                </a:cubicBezTo>
                <a:close/>
                <a:moveTo>
                  <a:pt x="3450115" y="1939457"/>
                </a:moveTo>
                <a:lnTo>
                  <a:pt x="3457401" y="1939457"/>
                </a:lnTo>
                <a:cubicBezTo>
                  <a:pt x="3457806" y="1939457"/>
                  <a:pt x="3458211" y="1939862"/>
                  <a:pt x="3458616" y="1940267"/>
                </a:cubicBezTo>
                <a:lnTo>
                  <a:pt x="3462259" y="1946339"/>
                </a:lnTo>
                <a:cubicBezTo>
                  <a:pt x="3462664" y="1946744"/>
                  <a:pt x="3462664" y="1947149"/>
                  <a:pt x="3462259" y="1947553"/>
                </a:cubicBezTo>
                <a:lnTo>
                  <a:pt x="3458616" y="1953625"/>
                </a:lnTo>
                <a:cubicBezTo>
                  <a:pt x="3458616" y="1954030"/>
                  <a:pt x="3458211" y="1954030"/>
                  <a:pt x="3457401" y="1954030"/>
                </a:cubicBezTo>
                <a:lnTo>
                  <a:pt x="3450115" y="1954030"/>
                </a:lnTo>
                <a:cubicBezTo>
                  <a:pt x="3449710" y="1954030"/>
                  <a:pt x="3449305" y="1954030"/>
                  <a:pt x="3448900" y="1953625"/>
                </a:cubicBezTo>
                <a:lnTo>
                  <a:pt x="3445257" y="1947553"/>
                </a:lnTo>
                <a:cubicBezTo>
                  <a:pt x="3444852" y="1947149"/>
                  <a:pt x="3444852" y="1946744"/>
                  <a:pt x="3445257" y="1946339"/>
                </a:cubicBezTo>
                <a:lnTo>
                  <a:pt x="3448900" y="1940267"/>
                </a:lnTo>
                <a:cubicBezTo>
                  <a:pt x="3449305" y="1939862"/>
                  <a:pt x="3449710" y="1939457"/>
                  <a:pt x="3450115" y="1939457"/>
                </a:cubicBezTo>
                <a:close/>
                <a:moveTo>
                  <a:pt x="3409229" y="1938647"/>
                </a:moveTo>
                <a:lnTo>
                  <a:pt x="3417730" y="1938647"/>
                </a:lnTo>
                <a:cubicBezTo>
                  <a:pt x="3418135" y="1938647"/>
                  <a:pt x="3418539" y="1938647"/>
                  <a:pt x="3418944" y="1939052"/>
                </a:cubicBezTo>
                <a:lnTo>
                  <a:pt x="3423397" y="1946339"/>
                </a:lnTo>
                <a:cubicBezTo>
                  <a:pt x="3423802" y="1946743"/>
                  <a:pt x="3423802" y="1947148"/>
                  <a:pt x="3423397" y="1947553"/>
                </a:cubicBezTo>
                <a:lnTo>
                  <a:pt x="3418944" y="1954840"/>
                </a:lnTo>
                <a:cubicBezTo>
                  <a:pt x="3418944" y="1955244"/>
                  <a:pt x="3418539" y="1955244"/>
                  <a:pt x="3417730" y="1955649"/>
                </a:cubicBezTo>
                <a:lnTo>
                  <a:pt x="3409229" y="1955649"/>
                </a:lnTo>
                <a:cubicBezTo>
                  <a:pt x="3408824" y="1955649"/>
                  <a:pt x="3408419" y="1955244"/>
                  <a:pt x="3408014" y="1954840"/>
                </a:cubicBezTo>
                <a:lnTo>
                  <a:pt x="3403562" y="1947553"/>
                </a:lnTo>
                <a:cubicBezTo>
                  <a:pt x="3403157" y="1947148"/>
                  <a:pt x="3403157" y="1946743"/>
                  <a:pt x="3403562" y="1946339"/>
                </a:cubicBezTo>
                <a:lnTo>
                  <a:pt x="3408014" y="1939052"/>
                </a:lnTo>
                <a:cubicBezTo>
                  <a:pt x="3408419" y="1939052"/>
                  <a:pt x="3408824" y="1938647"/>
                  <a:pt x="3409229" y="1938647"/>
                </a:cubicBezTo>
                <a:close/>
                <a:moveTo>
                  <a:pt x="3246899" y="1936623"/>
                </a:moveTo>
                <a:lnTo>
                  <a:pt x="3256614" y="1936623"/>
                </a:lnTo>
                <a:cubicBezTo>
                  <a:pt x="3257019" y="1936623"/>
                  <a:pt x="3257424" y="1937028"/>
                  <a:pt x="3257829" y="1937433"/>
                </a:cubicBezTo>
                <a:lnTo>
                  <a:pt x="3262687" y="1945934"/>
                </a:lnTo>
                <a:cubicBezTo>
                  <a:pt x="3263091" y="1946339"/>
                  <a:pt x="3263091" y="1946743"/>
                  <a:pt x="3262687" y="1947148"/>
                </a:cubicBezTo>
                <a:lnTo>
                  <a:pt x="3257829" y="1955649"/>
                </a:lnTo>
                <a:cubicBezTo>
                  <a:pt x="3257424" y="1956054"/>
                  <a:pt x="3257019" y="1956459"/>
                  <a:pt x="3256614" y="1956459"/>
                </a:cubicBezTo>
                <a:lnTo>
                  <a:pt x="3246899" y="1956459"/>
                </a:lnTo>
                <a:cubicBezTo>
                  <a:pt x="3246494" y="1956459"/>
                  <a:pt x="3246089" y="1956054"/>
                  <a:pt x="3245685" y="1955649"/>
                </a:cubicBezTo>
                <a:lnTo>
                  <a:pt x="3240827" y="1947148"/>
                </a:lnTo>
                <a:cubicBezTo>
                  <a:pt x="3240422" y="1946743"/>
                  <a:pt x="3240422" y="1946339"/>
                  <a:pt x="3240827" y="1945934"/>
                </a:cubicBezTo>
                <a:lnTo>
                  <a:pt x="3245685" y="1937433"/>
                </a:lnTo>
                <a:cubicBezTo>
                  <a:pt x="3246089" y="1937028"/>
                  <a:pt x="3246494" y="1936623"/>
                  <a:pt x="3246899" y="1936623"/>
                </a:cubicBezTo>
                <a:close/>
                <a:moveTo>
                  <a:pt x="3367533" y="1936218"/>
                </a:moveTo>
                <a:lnTo>
                  <a:pt x="3378462" y="1936218"/>
                </a:lnTo>
                <a:cubicBezTo>
                  <a:pt x="3378867" y="1936218"/>
                  <a:pt x="3379272" y="1936623"/>
                  <a:pt x="3379677" y="1937028"/>
                </a:cubicBezTo>
                <a:lnTo>
                  <a:pt x="3385344" y="1946338"/>
                </a:lnTo>
                <a:cubicBezTo>
                  <a:pt x="3385749" y="1946743"/>
                  <a:pt x="3385749" y="1947148"/>
                  <a:pt x="3385344" y="1947553"/>
                </a:cubicBezTo>
                <a:lnTo>
                  <a:pt x="3379677" y="1956863"/>
                </a:lnTo>
                <a:cubicBezTo>
                  <a:pt x="3379677" y="1957268"/>
                  <a:pt x="3379272" y="1957268"/>
                  <a:pt x="3378462" y="1957268"/>
                </a:cubicBezTo>
                <a:lnTo>
                  <a:pt x="3367533" y="1957268"/>
                </a:lnTo>
                <a:cubicBezTo>
                  <a:pt x="3367128" y="1957268"/>
                  <a:pt x="3366723" y="1957268"/>
                  <a:pt x="3366318" y="1956863"/>
                </a:cubicBezTo>
                <a:lnTo>
                  <a:pt x="3360651" y="1947553"/>
                </a:lnTo>
                <a:cubicBezTo>
                  <a:pt x="3360246" y="1947148"/>
                  <a:pt x="3360246" y="1946743"/>
                  <a:pt x="3360651" y="1946338"/>
                </a:cubicBezTo>
                <a:lnTo>
                  <a:pt x="3366318" y="1937028"/>
                </a:lnTo>
                <a:cubicBezTo>
                  <a:pt x="3366723" y="1936623"/>
                  <a:pt x="3367128" y="1936218"/>
                  <a:pt x="3367533" y="1936218"/>
                </a:cubicBezTo>
                <a:close/>
                <a:moveTo>
                  <a:pt x="3286974" y="1936218"/>
                </a:moveTo>
                <a:lnTo>
                  <a:pt x="3297499" y="1936218"/>
                </a:lnTo>
                <a:cubicBezTo>
                  <a:pt x="3297905" y="1936218"/>
                  <a:pt x="3298309" y="1936218"/>
                  <a:pt x="3298714" y="1936623"/>
                </a:cubicBezTo>
                <a:lnTo>
                  <a:pt x="3303977" y="1945934"/>
                </a:lnTo>
                <a:cubicBezTo>
                  <a:pt x="3304382" y="1946338"/>
                  <a:pt x="3304382" y="1946743"/>
                  <a:pt x="3303977" y="1947148"/>
                </a:cubicBezTo>
                <a:lnTo>
                  <a:pt x="3298714" y="1956459"/>
                </a:lnTo>
                <a:cubicBezTo>
                  <a:pt x="3298309" y="1956863"/>
                  <a:pt x="3297905" y="1957268"/>
                  <a:pt x="3297499" y="1957268"/>
                </a:cubicBezTo>
                <a:lnTo>
                  <a:pt x="3286974" y="1957268"/>
                </a:lnTo>
                <a:cubicBezTo>
                  <a:pt x="3286570" y="1957268"/>
                  <a:pt x="3286165" y="1956863"/>
                  <a:pt x="3285760" y="1956459"/>
                </a:cubicBezTo>
                <a:lnTo>
                  <a:pt x="3280498" y="1947148"/>
                </a:lnTo>
                <a:cubicBezTo>
                  <a:pt x="3280093" y="1946743"/>
                  <a:pt x="3280093" y="1946338"/>
                  <a:pt x="3280498" y="1945934"/>
                </a:cubicBezTo>
                <a:lnTo>
                  <a:pt x="3285760" y="1936623"/>
                </a:lnTo>
                <a:cubicBezTo>
                  <a:pt x="3286165" y="1936623"/>
                  <a:pt x="3286570" y="1936218"/>
                  <a:pt x="3286974" y="1936218"/>
                </a:cubicBezTo>
                <a:close/>
                <a:moveTo>
                  <a:pt x="3327052" y="1935409"/>
                </a:moveTo>
                <a:lnTo>
                  <a:pt x="3337981" y="1935409"/>
                </a:lnTo>
                <a:cubicBezTo>
                  <a:pt x="3338386" y="1935409"/>
                  <a:pt x="3338791" y="1935814"/>
                  <a:pt x="3339196" y="1936219"/>
                </a:cubicBezTo>
                <a:lnTo>
                  <a:pt x="3344863" y="1945934"/>
                </a:lnTo>
                <a:cubicBezTo>
                  <a:pt x="3345268" y="1946339"/>
                  <a:pt x="3345268" y="1946744"/>
                  <a:pt x="3344863" y="1947149"/>
                </a:cubicBezTo>
                <a:lnTo>
                  <a:pt x="3339196" y="1956864"/>
                </a:lnTo>
                <a:cubicBezTo>
                  <a:pt x="3339196" y="1957269"/>
                  <a:pt x="3338791" y="1957674"/>
                  <a:pt x="3337981" y="1957674"/>
                </a:cubicBezTo>
                <a:lnTo>
                  <a:pt x="3327052" y="1957674"/>
                </a:lnTo>
                <a:cubicBezTo>
                  <a:pt x="3326647" y="1957674"/>
                  <a:pt x="3326242" y="1957269"/>
                  <a:pt x="3325837" y="1956864"/>
                </a:cubicBezTo>
                <a:lnTo>
                  <a:pt x="3320170" y="1947149"/>
                </a:lnTo>
                <a:cubicBezTo>
                  <a:pt x="3319765" y="1946744"/>
                  <a:pt x="3319765" y="1946339"/>
                  <a:pt x="3320170" y="1945934"/>
                </a:cubicBezTo>
                <a:lnTo>
                  <a:pt x="3325837" y="1936219"/>
                </a:lnTo>
                <a:cubicBezTo>
                  <a:pt x="3326242" y="1935814"/>
                  <a:pt x="3326647" y="1935409"/>
                  <a:pt x="3327052" y="1935409"/>
                </a:cubicBezTo>
                <a:close/>
                <a:moveTo>
                  <a:pt x="4059357" y="1903429"/>
                </a:moveTo>
                <a:lnTo>
                  <a:pt x="4063001" y="1903429"/>
                </a:lnTo>
                <a:lnTo>
                  <a:pt x="4064620" y="1906262"/>
                </a:lnTo>
                <a:lnTo>
                  <a:pt x="4063001" y="1909096"/>
                </a:lnTo>
                <a:lnTo>
                  <a:pt x="4059357" y="1909096"/>
                </a:lnTo>
                <a:lnTo>
                  <a:pt x="4057738" y="1906262"/>
                </a:lnTo>
                <a:close/>
                <a:moveTo>
                  <a:pt x="4018876" y="1903024"/>
                </a:moveTo>
                <a:lnTo>
                  <a:pt x="4022924" y="1903024"/>
                </a:lnTo>
                <a:lnTo>
                  <a:pt x="4024948" y="1906262"/>
                </a:lnTo>
                <a:lnTo>
                  <a:pt x="4022924" y="1909501"/>
                </a:lnTo>
                <a:lnTo>
                  <a:pt x="4018876" y="1909501"/>
                </a:lnTo>
                <a:lnTo>
                  <a:pt x="4016852" y="1906262"/>
                </a:lnTo>
                <a:close/>
                <a:moveTo>
                  <a:pt x="3857356" y="1903024"/>
                </a:moveTo>
                <a:lnTo>
                  <a:pt x="3860999" y="1903024"/>
                </a:lnTo>
                <a:lnTo>
                  <a:pt x="3863024" y="1906262"/>
                </a:lnTo>
                <a:lnTo>
                  <a:pt x="3860999" y="1909501"/>
                </a:lnTo>
                <a:lnTo>
                  <a:pt x="3857356" y="1909501"/>
                </a:lnTo>
                <a:lnTo>
                  <a:pt x="3855332" y="1906262"/>
                </a:lnTo>
                <a:close/>
                <a:moveTo>
                  <a:pt x="3816469" y="1903024"/>
                </a:moveTo>
                <a:lnTo>
                  <a:pt x="3820113" y="1903024"/>
                </a:lnTo>
                <a:lnTo>
                  <a:pt x="3821732" y="1906262"/>
                </a:lnTo>
                <a:lnTo>
                  <a:pt x="3820113" y="1909501"/>
                </a:lnTo>
                <a:lnTo>
                  <a:pt x="3816469" y="1909501"/>
                </a:lnTo>
                <a:lnTo>
                  <a:pt x="3814850" y="1906262"/>
                </a:lnTo>
                <a:close/>
                <a:moveTo>
                  <a:pt x="3775988" y="1903024"/>
                </a:moveTo>
                <a:lnTo>
                  <a:pt x="3780036" y="1903024"/>
                </a:lnTo>
                <a:lnTo>
                  <a:pt x="3782060" y="1906262"/>
                </a:lnTo>
                <a:lnTo>
                  <a:pt x="3780036" y="1909501"/>
                </a:lnTo>
                <a:lnTo>
                  <a:pt x="3775988" y="1909501"/>
                </a:lnTo>
                <a:lnTo>
                  <a:pt x="3773964" y="1906262"/>
                </a:lnTo>
                <a:close/>
                <a:moveTo>
                  <a:pt x="3695431" y="1903024"/>
                </a:moveTo>
                <a:lnTo>
                  <a:pt x="3699074" y="1903024"/>
                </a:lnTo>
                <a:lnTo>
                  <a:pt x="3701099" y="1906262"/>
                </a:lnTo>
                <a:lnTo>
                  <a:pt x="3699074" y="1909501"/>
                </a:lnTo>
                <a:lnTo>
                  <a:pt x="3695431" y="1909501"/>
                </a:lnTo>
                <a:lnTo>
                  <a:pt x="3693407" y="1906262"/>
                </a:lnTo>
                <a:close/>
                <a:moveTo>
                  <a:pt x="3654949" y="1903024"/>
                </a:moveTo>
                <a:lnTo>
                  <a:pt x="3658592" y="1903024"/>
                </a:lnTo>
                <a:lnTo>
                  <a:pt x="3660617" y="1906262"/>
                </a:lnTo>
                <a:lnTo>
                  <a:pt x="3658592" y="1909501"/>
                </a:lnTo>
                <a:lnTo>
                  <a:pt x="3654949" y="1909501"/>
                </a:lnTo>
                <a:lnTo>
                  <a:pt x="3652925" y="1906262"/>
                </a:lnTo>
                <a:close/>
                <a:moveTo>
                  <a:pt x="3614468" y="1903024"/>
                </a:moveTo>
                <a:lnTo>
                  <a:pt x="3618111" y="1903024"/>
                </a:lnTo>
                <a:lnTo>
                  <a:pt x="3620136" y="1906262"/>
                </a:lnTo>
                <a:lnTo>
                  <a:pt x="3618111" y="1909501"/>
                </a:lnTo>
                <a:lnTo>
                  <a:pt x="3614468" y="1909501"/>
                </a:lnTo>
                <a:lnTo>
                  <a:pt x="3612444" y="1906262"/>
                </a:lnTo>
                <a:close/>
                <a:moveTo>
                  <a:pt x="4625690" y="1902619"/>
                </a:moveTo>
                <a:lnTo>
                  <a:pt x="4630143" y="1902619"/>
                </a:lnTo>
                <a:lnTo>
                  <a:pt x="4632167" y="1906262"/>
                </a:lnTo>
                <a:lnTo>
                  <a:pt x="4630143" y="1909906"/>
                </a:lnTo>
                <a:lnTo>
                  <a:pt x="4625690" y="1909906"/>
                </a:lnTo>
                <a:lnTo>
                  <a:pt x="4623666" y="1906262"/>
                </a:lnTo>
                <a:close/>
                <a:moveTo>
                  <a:pt x="4302649" y="1902619"/>
                </a:moveTo>
                <a:lnTo>
                  <a:pt x="4305888" y="1902619"/>
                </a:lnTo>
                <a:cubicBezTo>
                  <a:pt x="4306293" y="1902619"/>
                  <a:pt x="4306698" y="1902619"/>
                  <a:pt x="4307102" y="1903024"/>
                </a:cubicBezTo>
                <a:lnTo>
                  <a:pt x="4308722" y="1905857"/>
                </a:lnTo>
                <a:cubicBezTo>
                  <a:pt x="4309126" y="1906262"/>
                  <a:pt x="4309126" y="1906667"/>
                  <a:pt x="4308722" y="1907072"/>
                </a:cubicBezTo>
                <a:lnTo>
                  <a:pt x="4307102" y="1909906"/>
                </a:lnTo>
                <a:cubicBezTo>
                  <a:pt x="4306698" y="1910310"/>
                  <a:pt x="4306293" y="1910310"/>
                  <a:pt x="4305888" y="1911120"/>
                </a:cubicBezTo>
                <a:lnTo>
                  <a:pt x="4302649" y="1911120"/>
                </a:lnTo>
                <a:cubicBezTo>
                  <a:pt x="4302245" y="1911120"/>
                  <a:pt x="4301840" y="1910715"/>
                  <a:pt x="4301435" y="1910310"/>
                </a:cubicBezTo>
                <a:lnTo>
                  <a:pt x="4299816" y="1907477"/>
                </a:lnTo>
                <a:cubicBezTo>
                  <a:pt x="4299411" y="1907072"/>
                  <a:pt x="4299411" y="1906667"/>
                  <a:pt x="4299816" y="1906262"/>
                </a:cubicBezTo>
                <a:lnTo>
                  <a:pt x="4301435" y="1903429"/>
                </a:lnTo>
                <a:cubicBezTo>
                  <a:pt x="4301840" y="1903024"/>
                  <a:pt x="4302245" y="1902619"/>
                  <a:pt x="4302649" y="1902619"/>
                </a:cubicBezTo>
                <a:close/>
                <a:moveTo>
                  <a:pt x="4220878" y="1902619"/>
                </a:moveTo>
                <a:lnTo>
                  <a:pt x="4225331" y="1902619"/>
                </a:lnTo>
                <a:lnTo>
                  <a:pt x="4227355" y="1906262"/>
                </a:lnTo>
                <a:lnTo>
                  <a:pt x="4225331" y="1909906"/>
                </a:lnTo>
                <a:lnTo>
                  <a:pt x="4220878" y="1909906"/>
                </a:lnTo>
                <a:lnTo>
                  <a:pt x="4218854" y="1906262"/>
                </a:lnTo>
                <a:close/>
                <a:moveTo>
                  <a:pt x="4180802" y="1902619"/>
                </a:moveTo>
                <a:lnTo>
                  <a:pt x="4184445" y="1902619"/>
                </a:lnTo>
                <a:cubicBezTo>
                  <a:pt x="4184850" y="1902619"/>
                  <a:pt x="4185254" y="1902619"/>
                  <a:pt x="4185659" y="1903024"/>
                </a:cubicBezTo>
                <a:lnTo>
                  <a:pt x="4187278" y="1905857"/>
                </a:lnTo>
                <a:cubicBezTo>
                  <a:pt x="4187683" y="1906262"/>
                  <a:pt x="4187683" y="1906667"/>
                  <a:pt x="4187278" y="1907072"/>
                </a:cubicBezTo>
                <a:lnTo>
                  <a:pt x="4185659" y="1909906"/>
                </a:lnTo>
                <a:cubicBezTo>
                  <a:pt x="4185254" y="1910310"/>
                  <a:pt x="4184850" y="1910310"/>
                  <a:pt x="4184445" y="1911120"/>
                </a:cubicBezTo>
                <a:lnTo>
                  <a:pt x="4180802" y="1911120"/>
                </a:lnTo>
                <a:cubicBezTo>
                  <a:pt x="4180397" y="1911120"/>
                  <a:pt x="4179992" y="1910715"/>
                  <a:pt x="4179587" y="1910310"/>
                </a:cubicBezTo>
                <a:lnTo>
                  <a:pt x="4177968" y="1907477"/>
                </a:lnTo>
                <a:cubicBezTo>
                  <a:pt x="4177563" y="1907072"/>
                  <a:pt x="4177563" y="1906667"/>
                  <a:pt x="4177968" y="1906262"/>
                </a:cubicBezTo>
                <a:lnTo>
                  <a:pt x="4179587" y="1903429"/>
                </a:lnTo>
                <a:cubicBezTo>
                  <a:pt x="4179992" y="1903024"/>
                  <a:pt x="4180397" y="1902619"/>
                  <a:pt x="4180802" y="1902619"/>
                </a:cubicBezTo>
                <a:close/>
                <a:moveTo>
                  <a:pt x="4140320" y="1902619"/>
                </a:moveTo>
                <a:lnTo>
                  <a:pt x="4144368" y="1902619"/>
                </a:lnTo>
                <a:lnTo>
                  <a:pt x="4146392" y="1906262"/>
                </a:lnTo>
                <a:lnTo>
                  <a:pt x="4144368" y="1909906"/>
                </a:lnTo>
                <a:lnTo>
                  <a:pt x="4140320" y="1909906"/>
                </a:lnTo>
                <a:lnTo>
                  <a:pt x="4138296" y="1906262"/>
                </a:lnTo>
                <a:close/>
                <a:moveTo>
                  <a:pt x="3937913" y="1902619"/>
                </a:moveTo>
                <a:lnTo>
                  <a:pt x="3941961" y="1902619"/>
                </a:lnTo>
                <a:lnTo>
                  <a:pt x="3943985" y="1906262"/>
                </a:lnTo>
                <a:lnTo>
                  <a:pt x="3941961" y="1909906"/>
                </a:lnTo>
                <a:lnTo>
                  <a:pt x="3937913" y="1909906"/>
                </a:lnTo>
                <a:lnTo>
                  <a:pt x="3935889" y="1906262"/>
                </a:lnTo>
                <a:close/>
                <a:moveTo>
                  <a:pt x="3897432" y="1902619"/>
                </a:moveTo>
                <a:lnTo>
                  <a:pt x="3901480" y="1902619"/>
                </a:lnTo>
                <a:lnTo>
                  <a:pt x="3903504" y="1906262"/>
                </a:lnTo>
                <a:lnTo>
                  <a:pt x="3901480" y="1909906"/>
                </a:lnTo>
                <a:lnTo>
                  <a:pt x="3897432" y="1909906"/>
                </a:lnTo>
                <a:lnTo>
                  <a:pt x="3895408" y="1906262"/>
                </a:lnTo>
                <a:close/>
                <a:moveTo>
                  <a:pt x="3735507" y="1902619"/>
                </a:moveTo>
                <a:lnTo>
                  <a:pt x="3739555" y="1902619"/>
                </a:lnTo>
                <a:lnTo>
                  <a:pt x="3741579" y="1906262"/>
                </a:lnTo>
                <a:lnTo>
                  <a:pt x="3739555" y="1909906"/>
                </a:lnTo>
                <a:lnTo>
                  <a:pt x="3735507" y="1909906"/>
                </a:lnTo>
                <a:lnTo>
                  <a:pt x="3733483" y="1906262"/>
                </a:lnTo>
                <a:close/>
                <a:moveTo>
                  <a:pt x="4585614" y="1902214"/>
                </a:moveTo>
                <a:lnTo>
                  <a:pt x="4590067" y="1902214"/>
                </a:lnTo>
                <a:lnTo>
                  <a:pt x="4592495" y="1906262"/>
                </a:lnTo>
                <a:lnTo>
                  <a:pt x="4590067" y="1910310"/>
                </a:lnTo>
                <a:lnTo>
                  <a:pt x="4585614" y="1910310"/>
                </a:lnTo>
                <a:lnTo>
                  <a:pt x="4583185" y="1906262"/>
                </a:lnTo>
                <a:close/>
                <a:moveTo>
                  <a:pt x="4423688" y="1902214"/>
                </a:moveTo>
                <a:lnTo>
                  <a:pt x="4427736" y="1902214"/>
                </a:lnTo>
                <a:cubicBezTo>
                  <a:pt x="4428141" y="1902214"/>
                  <a:pt x="4428546" y="1902214"/>
                  <a:pt x="4428950" y="1902619"/>
                </a:cubicBezTo>
                <a:lnTo>
                  <a:pt x="4430975" y="1905857"/>
                </a:lnTo>
                <a:cubicBezTo>
                  <a:pt x="4431380" y="1906262"/>
                  <a:pt x="4431380" y="1906667"/>
                  <a:pt x="4430975" y="1907072"/>
                </a:cubicBezTo>
                <a:lnTo>
                  <a:pt x="4428950" y="1910310"/>
                </a:lnTo>
                <a:cubicBezTo>
                  <a:pt x="4428546" y="1910715"/>
                  <a:pt x="4428141" y="1910715"/>
                  <a:pt x="4427736" y="1911120"/>
                </a:cubicBezTo>
                <a:lnTo>
                  <a:pt x="4423688" y="1911120"/>
                </a:lnTo>
                <a:cubicBezTo>
                  <a:pt x="4423284" y="1911120"/>
                  <a:pt x="4422878" y="1910715"/>
                  <a:pt x="4422474" y="1910310"/>
                </a:cubicBezTo>
                <a:lnTo>
                  <a:pt x="4420450" y="1907072"/>
                </a:lnTo>
                <a:cubicBezTo>
                  <a:pt x="4420045" y="1906667"/>
                  <a:pt x="4420045" y="1906262"/>
                  <a:pt x="4420450" y="1905857"/>
                </a:cubicBezTo>
                <a:lnTo>
                  <a:pt x="4422474" y="1902619"/>
                </a:lnTo>
                <a:cubicBezTo>
                  <a:pt x="4422878" y="1902619"/>
                  <a:pt x="4423284" y="1902214"/>
                  <a:pt x="4423688" y="1902214"/>
                </a:cubicBezTo>
                <a:close/>
                <a:moveTo>
                  <a:pt x="4382802" y="1902214"/>
                </a:moveTo>
                <a:lnTo>
                  <a:pt x="4386850" y="1902214"/>
                </a:lnTo>
                <a:cubicBezTo>
                  <a:pt x="4387255" y="1902214"/>
                  <a:pt x="4387660" y="1902214"/>
                  <a:pt x="4388064" y="1902619"/>
                </a:cubicBezTo>
                <a:lnTo>
                  <a:pt x="4390089" y="1905857"/>
                </a:lnTo>
                <a:cubicBezTo>
                  <a:pt x="4390493" y="1906262"/>
                  <a:pt x="4390493" y="1906667"/>
                  <a:pt x="4390089" y="1907072"/>
                </a:cubicBezTo>
                <a:lnTo>
                  <a:pt x="4388064" y="1910310"/>
                </a:lnTo>
                <a:cubicBezTo>
                  <a:pt x="4388064" y="1910715"/>
                  <a:pt x="4387660" y="1910715"/>
                  <a:pt x="4386850" y="1911120"/>
                </a:cubicBezTo>
                <a:lnTo>
                  <a:pt x="4382802" y="1911120"/>
                </a:lnTo>
                <a:cubicBezTo>
                  <a:pt x="4382397" y="1911120"/>
                  <a:pt x="4381992" y="1910715"/>
                  <a:pt x="4381588" y="1910310"/>
                </a:cubicBezTo>
                <a:lnTo>
                  <a:pt x="4379564" y="1907072"/>
                </a:lnTo>
                <a:cubicBezTo>
                  <a:pt x="4379159" y="1906667"/>
                  <a:pt x="4379159" y="1906262"/>
                  <a:pt x="4379564" y="1905857"/>
                </a:cubicBezTo>
                <a:lnTo>
                  <a:pt x="4381588" y="1902619"/>
                </a:lnTo>
                <a:cubicBezTo>
                  <a:pt x="4381992" y="1902619"/>
                  <a:pt x="4382397" y="1902214"/>
                  <a:pt x="4382802" y="1902214"/>
                </a:cubicBezTo>
                <a:close/>
                <a:moveTo>
                  <a:pt x="4261764" y="1902214"/>
                </a:moveTo>
                <a:lnTo>
                  <a:pt x="4266217" y="1902214"/>
                </a:lnTo>
                <a:lnTo>
                  <a:pt x="4268645" y="1906262"/>
                </a:lnTo>
                <a:lnTo>
                  <a:pt x="4266217" y="1910310"/>
                </a:lnTo>
                <a:lnTo>
                  <a:pt x="4261764" y="1910310"/>
                </a:lnTo>
                <a:lnTo>
                  <a:pt x="4259335" y="1906262"/>
                </a:lnTo>
                <a:close/>
                <a:moveTo>
                  <a:pt x="4100243" y="1902214"/>
                </a:moveTo>
                <a:lnTo>
                  <a:pt x="4103482" y="1902214"/>
                </a:lnTo>
                <a:cubicBezTo>
                  <a:pt x="4103887" y="1902214"/>
                  <a:pt x="4104292" y="1902619"/>
                  <a:pt x="4104696" y="1903024"/>
                </a:cubicBezTo>
                <a:lnTo>
                  <a:pt x="4106316" y="1905857"/>
                </a:lnTo>
                <a:cubicBezTo>
                  <a:pt x="4106720" y="1906262"/>
                  <a:pt x="4106720" y="1906667"/>
                  <a:pt x="4106316" y="1907072"/>
                </a:cubicBezTo>
                <a:lnTo>
                  <a:pt x="4104696" y="1909906"/>
                </a:lnTo>
                <a:cubicBezTo>
                  <a:pt x="4104292" y="1909906"/>
                  <a:pt x="4103887" y="1910310"/>
                  <a:pt x="4103482" y="1910310"/>
                </a:cubicBezTo>
                <a:lnTo>
                  <a:pt x="4100243" y="1910310"/>
                </a:lnTo>
                <a:cubicBezTo>
                  <a:pt x="4099839" y="1910310"/>
                  <a:pt x="4099434" y="1910310"/>
                  <a:pt x="4099029" y="1909906"/>
                </a:cubicBezTo>
                <a:lnTo>
                  <a:pt x="4097410" y="1907072"/>
                </a:lnTo>
                <a:cubicBezTo>
                  <a:pt x="4097005" y="1906667"/>
                  <a:pt x="4097005" y="1906262"/>
                  <a:pt x="4097410" y="1905857"/>
                </a:cubicBezTo>
                <a:lnTo>
                  <a:pt x="4099029" y="1903024"/>
                </a:lnTo>
                <a:cubicBezTo>
                  <a:pt x="4099434" y="1902619"/>
                  <a:pt x="4099839" y="1902214"/>
                  <a:pt x="4100243" y="1902214"/>
                </a:cubicBezTo>
                <a:close/>
                <a:moveTo>
                  <a:pt x="3978395" y="1902214"/>
                </a:moveTo>
                <a:lnTo>
                  <a:pt x="3982848" y="1902214"/>
                </a:lnTo>
                <a:lnTo>
                  <a:pt x="3985276" y="1906262"/>
                </a:lnTo>
                <a:lnTo>
                  <a:pt x="3982848" y="1910310"/>
                </a:lnTo>
                <a:lnTo>
                  <a:pt x="3978395" y="1910310"/>
                </a:lnTo>
                <a:lnTo>
                  <a:pt x="3975966" y="1906262"/>
                </a:lnTo>
                <a:close/>
                <a:moveTo>
                  <a:pt x="4504246" y="1901809"/>
                </a:moveTo>
                <a:lnTo>
                  <a:pt x="4508699" y="1901809"/>
                </a:lnTo>
                <a:cubicBezTo>
                  <a:pt x="4509104" y="1901809"/>
                  <a:pt x="4509508" y="1901809"/>
                  <a:pt x="4509913" y="1902214"/>
                </a:cubicBezTo>
                <a:lnTo>
                  <a:pt x="4511937" y="1905857"/>
                </a:lnTo>
                <a:cubicBezTo>
                  <a:pt x="4512342" y="1906262"/>
                  <a:pt x="4512342" y="1906667"/>
                  <a:pt x="4511937" y="1907072"/>
                </a:cubicBezTo>
                <a:lnTo>
                  <a:pt x="4509913" y="1910715"/>
                </a:lnTo>
                <a:cubicBezTo>
                  <a:pt x="4509508" y="1911120"/>
                  <a:pt x="4509104" y="1911120"/>
                  <a:pt x="4508699" y="1911525"/>
                </a:cubicBezTo>
                <a:lnTo>
                  <a:pt x="4504246" y="1911525"/>
                </a:lnTo>
                <a:cubicBezTo>
                  <a:pt x="4503841" y="1911525"/>
                  <a:pt x="4503436" y="1911120"/>
                  <a:pt x="4503032" y="1910715"/>
                </a:cubicBezTo>
                <a:lnTo>
                  <a:pt x="4501008" y="1907072"/>
                </a:lnTo>
                <a:cubicBezTo>
                  <a:pt x="4500603" y="1906667"/>
                  <a:pt x="4500603" y="1906262"/>
                  <a:pt x="4501008" y="1905857"/>
                </a:cubicBezTo>
                <a:lnTo>
                  <a:pt x="4503032" y="1902214"/>
                </a:lnTo>
                <a:cubicBezTo>
                  <a:pt x="4503436" y="1902214"/>
                  <a:pt x="4503841" y="1901809"/>
                  <a:pt x="4504246" y="1901809"/>
                </a:cubicBezTo>
                <a:close/>
                <a:moveTo>
                  <a:pt x="4342726" y="1901809"/>
                </a:moveTo>
                <a:lnTo>
                  <a:pt x="4346774" y="1901809"/>
                </a:lnTo>
                <a:cubicBezTo>
                  <a:pt x="4347179" y="1901809"/>
                  <a:pt x="4347584" y="1901809"/>
                  <a:pt x="4347988" y="1902214"/>
                </a:cubicBezTo>
                <a:lnTo>
                  <a:pt x="4350013" y="1905857"/>
                </a:lnTo>
                <a:cubicBezTo>
                  <a:pt x="4350418" y="1906262"/>
                  <a:pt x="4350418" y="1906667"/>
                  <a:pt x="4350013" y="1907072"/>
                </a:cubicBezTo>
                <a:lnTo>
                  <a:pt x="4347988" y="1910715"/>
                </a:lnTo>
                <a:cubicBezTo>
                  <a:pt x="4347584" y="1910715"/>
                  <a:pt x="4347179" y="1911120"/>
                  <a:pt x="4346774" y="1911525"/>
                </a:cubicBezTo>
                <a:lnTo>
                  <a:pt x="4342726" y="1911525"/>
                </a:lnTo>
                <a:cubicBezTo>
                  <a:pt x="4342322" y="1911525"/>
                  <a:pt x="4341916" y="1911120"/>
                  <a:pt x="4341512" y="1910715"/>
                </a:cubicBezTo>
                <a:lnTo>
                  <a:pt x="4339488" y="1907072"/>
                </a:lnTo>
                <a:cubicBezTo>
                  <a:pt x="4339083" y="1906667"/>
                  <a:pt x="4339083" y="1906262"/>
                  <a:pt x="4339488" y="1905857"/>
                </a:cubicBezTo>
                <a:lnTo>
                  <a:pt x="4341512" y="1902214"/>
                </a:lnTo>
                <a:cubicBezTo>
                  <a:pt x="4341916" y="1902214"/>
                  <a:pt x="4342322" y="1901809"/>
                  <a:pt x="4342726" y="1901809"/>
                </a:cubicBezTo>
                <a:close/>
                <a:moveTo>
                  <a:pt x="4545132" y="1901404"/>
                </a:moveTo>
                <a:lnTo>
                  <a:pt x="4548776" y="1901404"/>
                </a:lnTo>
                <a:cubicBezTo>
                  <a:pt x="4549180" y="1901404"/>
                  <a:pt x="4549585" y="1901809"/>
                  <a:pt x="4549990" y="1902213"/>
                </a:cubicBezTo>
                <a:lnTo>
                  <a:pt x="4552014" y="1905452"/>
                </a:lnTo>
                <a:cubicBezTo>
                  <a:pt x="4552419" y="1905857"/>
                  <a:pt x="4552419" y="1906262"/>
                  <a:pt x="4552014" y="1906667"/>
                </a:cubicBezTo>
                <a:lnTo>
                  <a:pt x="4549990" y="1909905"/>
                </a:lnTo>
                <a:cubicBezTo>
                  <a:pt x="4549990" y="1910310"/>
                  <a:pt x="4549585" y="1910715"/>
                  <a:pt x="4548776" y="1910715"/>
                </a:cubicBezTo>
                <a:lnTo>
                  <a:pt x="4545132" y="1910715"/>
                </a:lnTo>
                <a:cubicBezTo>
                  <a:pt x="4544728" y="1910715"/>
                  <a:pt x="4544322" y="1910310"/>
                  <a:pt x="4543918" y="1909905"/>
                </a:cubicBezTo>
                <a:lnTo>
                  <a:pt x="4541894" y="1906667"/>
                </a:lnTo>
                <a:cubicBezTo>
                  <a:pt x="4541489" y="1906262"/>
                  <a:pt x="4541489" y="1905857"/>
                  <a:pt x="4541894" y="1905452"/>
                </a:cubicBezTo>
                <a:lnTo>
                  <a:pt x="4543918" y="1902213"/>
                </a:lnTo>
                <a:cubicBezTo>
                  <a:pt x="4544322" y="1901809"/>
                  <a:pt x="4544728" y="1901404"/>
                  <a:pt x="4545132" y="1901404"/>
                </a:cubicBezTo>
                <a:close/>
                <a:moveTo>
                  <a:pt x="3573583" y="1901404"/>
                </a:moveTo>
                <a:lnTo>
                  <a:pt x="3577226" y="1901404"/>
                </a:lnTo>
                <a:cubicBezTo>
                  <a:pt x="3577631" y="1901404"/>
                  <a:pt x="3578035" y="1901809"/>
                  <a:pt x="3578440" y="1902213"/>
                </a:cubicBezTo>
                <a:lnTo>
                  <a:pt x="3580059" y="1905452"/>
                </a:lnTo>
                <a:cubicBezTo>
                  <a:pt x="3580464" y="1905857"/>
                  <a:pt x="3580464" y="1906262"/>
                  <a:pt x="3580059" y="1906667"/>
                </a:cubicBezTo>
                <a:lnTo>
                  <a:pt x="3578440" y="1909905"/>
                </a:lnTo>
                <a:cubicBezTo>
                  <a:pt x="3578440" y="1910310"/>
                  <a:pt x="3578035" y="1910715"/>
                  <a:pt x="3577226" y="1910310"/>
                </a:cubicBezTo>
                <a:lnTo>
                  <a:pt x="3573583" y="1910310"/>
                </a:lnTo>
                <a:cubicBezTo>
                  <a:pt x="3573178" y="1910310"/>
                  <a:pt x="3572773" y="1910310"/>
                  <a:pt x="3572368" y="1909905"/>
                </a:cubicBezTo>
                <a:lnTo>
                  <a:pt x="3570749" y="1906667"/>
                </a:lnTo>
                <a:cubicBezTo>
                  <a:pt x="3570344" y="1906262"/>
                  <a:pt x="3570344" y="1905857"/>
                  <a:pt x="3570749" y="1905452"/>
                </a:cubicBezTo>
                <a:lnTo>
                  <a:pt x="3572368" y="1902213"/>
                </a:lnTo>
                <a:cubicBezTo>
                  <a:pt x="3572773" y="1901809"/>
                  <a:pt x="3573178" y="1901404"/>
                  <a:pt x="3573583" y="1901404"/>
                </a:cubicBezTo>
                <a:close/>
                <a:moveTo>
                  <a:pt x="4463765" y="1900999"/>
                </a:moveTo>
                <a:lnTo>
                  <a:pt x="4468218" y="1900999"/>
                </a:lnTo>
                <a:cubicBezTo>
                  <a:pt x="4468622" y="1900999"/>
                  <a:pt x="4469027" y="1900999"/>
                  <a:pt x="4469432" y="1901404"/>
                </a:cubicBezTo>
                <a:lnTo>
                  <a:pt x="4471861" y="1905452"/>
                </a:lnTo>
                <a:cubicBezTo>
                  <a:pt x="4472266" y="1905857"/>
                  <a:pt x="4472266" y="1906262"/>
                  <a:pt x="4471861" y="1906666"/>
                </a:cubicBezTo>
                <a:lnTo>
                  <a:pt x="4469432" y="1910715"/>
                </a:lnTo>
                <a:cubicBezTo>
                  <a:pt x="4469432" y="1911119"/>
                  <a:pt x="4469027" y="1911524"/>
                  <a:pt x="4468218" y="1911524"/>
                </a:cubicBezTo>
                <a:lnTo>
                  <a:pt x="4463765" y="1911524"/>
                </a:lnTo>
                <a:cubicBezTo>
                  <a:pt x="4463360" y="1911524"/>
                  <a:pt x="4462955" y="1911119"/>
                  <a:pt x="4462550" y="1910715"/>
                </a:cubicBezTo>
                <a:lnTo>
                  <a:pt x="4460122" y="1906666"/>
                </a:lnTo>
                <a:cubicBezTo>
                  <a:pt x="4459717" y="1906262"/>
                  <a:pt x="4459717" y="1905857"/>
                  <a:pt x="4460122" y="1905452"/>
                </a:cubicBezTo>
                <a:lnTo>
                  <a:pt x="4462550" y="1901404"/>
                </a:lnTo>
                <a:cubicBezTo>
                  <a:pt x="4462955" y="1901404"/>
                  <a:pt x="4463360" y="1900999"/>
                  <a:pt x="4463765" y="1900999"/>
                </a:cubicBezTo>
                <a:close/>
                <a:moveTo>
                  <a:pt x="3532291" y="1900190"/>
                </a:moveTo>
                <a:lnTo>
                  <a:pt x="3537958" y="1900190"/>
                </a:lnTo>
                <a:cubicBezTo>
                  <a:pt x="3538363" y="1900190"/>
                  <a:pt x="3538768" y="1900595"/>
                  <a:pt x="3539173" y="1901000"/>
                </a:cubicBezTo>
                <a:lnTo>
                  <a:pt x="3542006" y="1905857"/>
                </a:lnTo>
                <a:cubicBezTo>
                  <a:pt x="3542411" y="1906262"/>
                  <a:pt x="3542411" y="1906667"/>
                  <a:pt x="3542006" y="1907072"/>
                </a:cubicBezTo>
                <a:lnTo>
                  <a:pt x="3539173" y="1911930"/>
                </a:lnTo>
                <a:cubicBezTo>
                  <a:pt x="3538768" y="1912334"/>
                  <a:pt x="3538363" y="1912334"/>
                  <a:pt x="3537958" y="1912739"/>
                </a:cubicBezTo>
                <a:lnTo>
                  <a:pt x="3532291" y="1912739"/>
                </a:lnTo>
                <a:cubicBezTo>
                  <a:pt x="3531886" y="1912739"/>
                  <a:pt x="3531481" y="1912334"/>
                  <a:pt x="3531077" y="1911930"/>
                </a:cubicBezTo>
                <a:lnTo>
                  <a:pt x="3528243" y="1907072"/>
                </a:lnTo>
                <a:cubicBezTo>
                  <a:pt x="3527838" y="1906667"/>
                  <a:pt x="3527838" y="1906262"/>
                  <a:pt x="3528243" y="1905857"/>
                </a:cubicBezTo>
                <a:lnTo>
                  <a:pt x="3531077" y="1901000"/>
                </a:lnTo>
                <a:cubicBezTo>
                  <a:pt x="3531481" y="1900595"/>
                  <a:pt x="3531886" y="1900190"/>
                  <a:pt x="3532291" y="1900190"/>
                </a:cubicBezTo>
                <a:close/>
                <a:moveTo>
                  <a:pt x="3491810" y="1899785"/>
                </a:moveTo>
                <a:lnTo>
                  <a:pt x="3497072" y="1899785"/>
                </a:lnTo>
                <a:cubicBezTo>
                  <a:pt x="3497477" y="1899785"/>
                  <a:pt x="3497882" y="1900190"/>
                  <a:pt x="3498287" y="1900595"/>
                </a:cubicBezTo>
                <a:lnTo>
                  <a:pt x="3501121" y="1905452"/>
                </a:lnTo>
                <a:cubicBezTo>
                  <a:pt x="3501525" y="1905857"/>
                  <a:pt x="3501525" y="1906262"/>
                  <a:pt x="3501121" y="1906667"/>
                </a:cubicBezTo>
                <a:lnTo>
                  <a:pt x="3498287" y="1911525"/>
                </a:lnTo>
                <a:cubicBezTo>
                  <a:pt x="3498287" y="1911929"/>
                  <a:pt x="3497882" y="1912334"/>
                  <a:pt x="3497072" y="1911929"/>
                </a:cubicBezTo>
                <a:lnTo>
                  <a:pt x="3491810" y="1911929"/>
                </a:lnTo>
                <a:cubicBezTo>
                  <a:pt x="3491405" y="1911929"/>
                  <a:pt x="3491000" y="1911929"/>
                  <a:pt x="3490596" y="1911525"/>
                </a:cubicBezTo>
                <a:lnTo>
                  <a:pt x="3487762" y="1906667"/>
                </a:lnTo>
                <a:cubicBezTo>
                  <a:pt x="3487357" y="1906262"/>
                  <a:pt x="3487357" y="1905857"/>
                  <a:pt x="3487762" y="1905452"/>
                </a:cubicBezTo>
                <a:lnTo>
                  <a:pt x="3490596" y="1900595"/>
                </a:lnTo>
                <a:cubicBezTo>
                  <a:pt x="3491000" y="1900190"/>
                  <a:pt x="3491405" y="1899785"/>
                  <a:pt x="3491810" y="1899785"/>
                </a:cubicBezTo>
                <a:close/>
                <a:moveTo>
                  <a:pt x="3450924" y="1898975"/>
                </a:moveTo>
                <a:lnTo>
                  <a:pt x="3457401" y="1898975"/>
                </a:lnTo>
                <a:cubicBezTo>
                  <a:pt x="3457806" y="1898975"/>
                  <a:pt x="3458211" y="1899380"/>
                  <a:pt x="3458616" y="1899785"/>
                </a:cubicBezTo>
                <a:lnTo>
                  <a:pt x="3461855" y="1905452"/>
                </a:lnTo>
                <a:cubicBezTo>
                  <a:pt x="3462259" y="1905857"/>
                  <a:pt x="3462259" y="1906262"/>
                  <a:pt x="3461855" y="1906667"/>
                </a:cubicBezTo>
                <a:lnTo>
                  <a:pt x="3458616" y="1912334"/>
                </a:lnTo>
                <a:cubicBezTo>
                  <a:pt x="3458211" y="1912739"/>
                  <a:pt x="3457806" y="1913143"/>
                  <a:pt x="3457401" y="1912739"/>
                </a:cubicBezTo>
                <a:lnTo>
                  <a:pt x="3450924" y="1912739"/>
                </a:lnTo>
                <a:cubicBezTo>
                  <a:pt x="3450520" y="1912739"/>
                  <a:pt x="3450115" y="1912739"/>
                  <a:pt x="3449710" y="1912334"/>
                </a:cubicBezTo>
                <a:lnTo>
                  <a:pt x="3446472" y="1906667"/>
                </a:lnTo>
                <a:cubicBezTo>
                  <a:pt x="3446067" y="1906262"/>
                  <a:pt x="3446067" y="1905857"/>
                  <a:pt x="3446472" y="1905452"/>
                </a:cubicBezTo>
                <a:lnTo>
                  <a:pt x="3449710" y="1899785"/>
                </a:lnTo>
                <a:cubicBezTo>
                  <a:pt x="3450115" y="1899380"/>
                  <a:pt x="3450520" y="1898975"/>
                  <a:pt x="3450924" y="1898975"/>
                </a:cubicBezTo>
                <a:close/>
                <a:moveTo>
                  <a:pt x="3410037" y="1898975"/>
                </a:moveTo>
                <a:lnTo>
                  <a:pt x="3416919" y="1898975"/>
                </a:lnTo>
                <a:cubicBezTo>
                  <a:pt x="3417324" y="1898975"/>
                  <a:pt x="3417729" y="1898975"/>
                  <a:pt x="3418134" y="1899380"/>
                </a:cubicBezTo>
                <a:lnTo>
                  <a:pt x="3421777" y="1905452"/>
                </a:lnTo>
                <a:cubicBezTo>
                  <a:pt x="3422182" y="1905857"/>
                  <a:pt x="3422182" y="1906262"/>
                  <a:pt x="3421777" y="1906667"/>
                </a:cubicBezTo>
                <a:lnTo>
                  <a:pt x="3418134" y="1912739"/>
                </a:lnTo>
                <a:cubicBezTo>
                  <a:pt x="3418134" y="1913143"/>
                  <a:pt x="3417729" y="1913548"/>
                  <a:pt x="3416919" y="1913143"/>
                </a:cubicBezTo>
                <a:lnTo>
                  <a:pt x="3410037" y="1913143"/>
                </a:lnTo>
                <a:cubicBezTo>
                  <a:pt x="3409633" y="1913143"/>
                  <a:pt x="3409228" y="1913143"/>
                  <a:pt x="3408823" y="1912739"/>
                </a:cubicBezTo>
                <a:lnTo>
                  <a:pt x="3405180" y="1906667"/>
                </a:lnTo>
                <a:cubicBezTo>
                  <a:pt x="3404775" y="1906262"/>
                  <a:pt x="3404775" y="1905857"/>
                  <a:pt x="3405180" y="1905452"/>
                </a:cubicBezTo>
                <a:lnTo>
                  <a:pt x="3408823" y="1899380"/>
                </a:lnTo>
                <a:cubicBezTo>
                  <a:pt x="3409228" y="1899380"/>
                  <a:pt x="3409633" y="1898975"/>
                  <a:pt x="3410037" y="1898975"/>
                </a:cubicBezTo>
                <a:close/>
                <a:moveTo>
                  <a:pt x="3369556" y="1898166"/>
                </a:moveTo>
                <a:lnTo>
                  <a:pt x="3376843" y="1898166"/>
                </a:lnTo>
                <a:cubicBezTo>
                  <a:pt x="3377248" y="1898166"/>
                  <a:pt x="3377653" y="1898571"/>
                  <a:pt x="3378057" y="1898976"/>
                </a:cubicBezTo>
                <a:lnTo>
                  <a:pt x="3381701" y="1905453"/>
                </a:lnTo>
                <a:cubicBezTo>
                  <a:pt x="3382106" y="1905858"/>
                  <a:pt x="3382106" y="1906262"/>
                  <a:pt x="3381701" y="1906667"/>
                </a:cubicBezTo>
                <a:lnTo>
                  <a:pt x="3378057" y="1913144"/>
                </a:lnTo>
                <a:cubicBezTo>
                  <a:pt x="3377653" y="1913549"/>
                  <a:pt x="3377248" y="1913954"/>
                  <a:pt x="3376843" y="1913954"/>
                </a:cubicBezTo>
                <a:lnTo>
                  <a:pt x="3369556" y="1913954"/>
                </a:lnTo>
                <a:cubicBezTo>
                  <a:pt x="3369152" y="1913954"/>
                  <a:pt x="3368747" y="1913549"/>
                  <a:pt x="3368342" y="1913144"/>
                </a:cubicBezTo>
                <a:lnTo>
                  <a:pt x="3364699" y="1906667"/>
                </a:lnTo>
                <a:cubicBezTo>
                  <a:pt x="3364294" y="1906262"/>
                  <a:pt x="3364294" y="1905858"/>
                  <a:pt x="3364699" y="1905453"/>
                </a:cubicBezTo>
                <a:lnTo>
                  <a:pt x="3368342" y="1898976"/>
                </a:lnTo>
                <a:cubicBezTo>
                  <a:pt x="3368747" y="1898571"/>
                  <a:pt x="3369152" y="1898166"/>
                  <a:pt x="3369556" y="1898166"/>
                </a:cubicBezTo>
                <a:close/>
                <a:moveTo>
                  <a:pt x="3327861" y="1896951"/>
                </a:moveTo>
                <a:lnTo>
                  <a:pt x="3337172" y="1896951"/>
                </a:lnTo>
                <a:cubicBezTo>
                  <a:pt x="3337576" y="1896951"/>
                  <a:pt x="3337981" y="1897356"/>
                  <a:pt x="3338386" y="1897761"/>
                </a:cubicBezTo>
                <a:lnTo>
                  <a:pt x="3343244" y="1905857"/>
                </a:lnTo>
                <a:cubicBezTo>
                  <a:pt x="3343649" y="1906262"/>
                  <a:pt x="3343649" y="1906667"/>
                  <a:pt x="3343244" y="1907071"/>
                </a:cubicBezTo>
                <a:lnTo>
                  <a:pt x="3338386" y="1915168"/>
                </a:lnTo>
                <a:cubicBezTo>
                  <a:pt x="3338386" y="1915573"/>
                  <a:pt x="3337981" y="1915573"/>
                  <a:pt x="3337172" y="1915977"/>
                </a:cubicBezTo>
                <a:lnTo>
                  <a:pt x="3327861" y="1915977"/>
                </a:lnTo>
                <a:cubicBezTo>
                  <a:pt x="3327456" y="1915977"/>
                  <a:pt x="3327051" y="1915573"/>
                  <a:pt x="3326647" y="1915168"/>
                </a:cubicBezTo>
                <a:lnTo>
                  <a:pt x="3321789" y="1907071"/>
                </a:lnTo>
                <a:cubicBezTo>
                  <a:pt x="3321384" y="1906667"/>
                  <a:pt x="3321384" y="1906262"/>
                  <a:pt x="3321789" y="1905857"/>
                </a:cubicBezTo>
                <a:lnTo>
                  <a:pt x="3326647" y="1897761"/>
                </a:lnTo>
                <a:cubicBezTo>
                  <a:pt x="3327051" y="1897356"/>
                  <a:pt x="3327456" y="1896951"/>
                  <a:pt x="3327861" y="1896951"/>
                </a:cubicBezTo>
                <a:close/>
                <a:moveTo>
                  <a:pt x="3286974" y="1895737"/>
                </a:moveTo>
                <a:lnTo>
                  <a:pt x="3297499" y="1895737"/>
                </a:lnTo>
                <a:cubicBezTo>
                  <a:pt x="3297905" y="1895737"/>
                  <a:pt x="3298309" y="1895737"/>
                  <a:pt x="3298714" y="1896142"/>
                </a:cubicBezTo>
                <a:lnTo>
                  <a:pt x="3303977" y="1905453"/>
                </a:lnTo>
                <a:cubicBezTo>
                  <a:pt x="3304382" y="1905857"/>
                  <a:pt x="3304382" y="1906262"/>
                  <a:pt x="3303977" y="1906667"/>
                </a:cubicBezTo>
                <a:lnTo>
                  <a:pt x="3298714" y="1915978"/>
                </a:lnTo>
                <a:cubicBezTo>
                  <a:pt x="3298309" y="1916382"/>
                  <a:pt x="3297905" y="1916787"/>
                  <a:pt x="3297499" y="1916382"/>
                </a:cubicBezTo>
                <a:lnTo>
                  <a:pt x="3286974" y="1916382"/>
                </a:lnTo>
                <a:cubicBezTo>
                  <a:pt x="3286570" y="1916382"/>
                  <a:pt x="3286165" y="1916382"/>
                  <a:pt x="3285760" y="1915978"/>
                </a:cubicBezTo>
                <a:lnTo>
                  <a:pt x="3280498" y="1906667"/>
                </a:lnTo>
                <a:cubicBezTo>
                  <a:pt x="3280093" y="1906262"/>
                  <a:pt x="3280093" y="1905857"/>
                  <a:pt x="3280498" y="1905453"/>
                </a:cubicBezTo>
                <a:lnTo>
                  <a:pt x="3285760" y="1896142"/>
                </a:lnTo>
                <a:cubicBezTo>
                  <a:pt x="3286165" y="1896142"/>
                  <a:pt x="3286570" y="1895737"/>
                  <a:pt x="3286974" y="1895737"/>
                </a:cubicBezTo>
                <a:close/>
                <a:moveTo>
                  <a:pt x="3245685" y="1894927"/>
                </a:moveTo>
                <a:lnTo>
                  <a:pt x="3257019" y="1894927"/>
                </a:lnTo>
                <a:cubicBezTo>
                  <a:pt x="3257424" y="1894927"/>
                  <a:pt x="3257829" y="1895332"/>
                  <a:pt x="3258234" y="1895737"/>
                </a:cubicBezTo>
                <a:lnTo>
                  <a:pt x="3263901" y="1905452"/>
                </a:lnTo>
                <a:cubicBezTo>
                  <a:pt x="3264306" y="1905857"/>
                  <a:pt x="3264306" y="1906262"/>
                  <a:pt x="3263901" y="1906667"/>
                </a:cubicBezTo>
                <a:lnTo>
                  <a:pt x="3258234" y="1916382"/>
                </a:lnTo>
                <a:cubicBezTo>
                  <a:pt x="3258234" y="1916787"/>
                  <a:pt x="3257829" y="1917192"/>
                  <a:pt x="3257019" y="1917192"/>
                </a:cubicBezTo>
                <a:lnTo>
                  <a:pt x="3245685" y="1917192"/>
                </a:lnTo>
                <a:cubicBezTo>
                  <a:pt x="3245280" y="1917192"/>
                  <a:pt x="3244875" y="1916787"/>
                  <a:pt x="3244470" y="1916382"/>
                </a:cubicBezTo>
                <a:lnTo>
                  <a:pt x="3238803" y="1906667"/>
                </a:lnTo>
                <a:cubicBezTo>
                  <a:pt x="3238398" y="1906262"/>
                  <a:pt x="3238398" y="1905857"/>
                  <a:pt x="3238803" y="1905452"/>
                </a:cubicBezTo>
                <a:lnTo>
                  <a:pt x="3244470" y="1895737"/>
                </a:lnTo>
                <a:cubicBezTo>
                  <a:pt x="3244875" y="1895332"/>
                  <a:pt x="3245280" y="1894927"/>
                  <a:pt x="3245685" y="1894927"/>
                </a:cubicBezTo>
                <a:close/>
                <a:moveTo>
                  <a:pt x="4019280" y="1862947"/>
                </a:moveTo>
                <a:lnTo>
                  <a:pt x="4022519" y="1862947"/>
                </a:lnTo>
                <a:lnTo>
                  <a:pt x="4024138" y="1865780"/>
                </a:lnTo>
                <a:lnTo>
                  <a:pt x="4022519" y="1868614"/>
                </a:lnTo>
                <a:lnTo>
                  <a:pt x="4019280" y="1868614"/>
                </a:lnTo>
                <a:lnTo>
                  <a:pt x="4017661" y="1865780"/>
                </a:lnTo>
                <a:close/>
                <a:moveTo>
                  <a:pt x="3776393" y="1862947"/>
                </a:moveTo>
                <a:lnTo>
                  <a:pt x="3779632" y="1862947"/>
                </a:lnTo>
                <a:lnTo>
                  <a:pt x="3781251" y="1865780"/>
                </a:lnTo>
                <a:lnTo>
                  <a:pt x="3779632" y="1868614"/>
                </a:lnTo>
                <a:lnTo>
                  <a:pt x="3776393" y="1868614"/>
                </a:lnTo>
                <a:lnTo>
                  <a:pt x="3774774" y="1865780"/>
                </a:lnTo>
                <a:close/>
                <a:moveTo>
                  <a:pt x="3695026" y="1862947"/>
                </a:moveTo>
                <a:lnTo>
                  <a:pt x="3698670" y="1862947"/>
                </a:lnTo>
                <a:lnTo>
                  <a:pt x="3700289" y="1865780"/>
                </a:lnTo>
                <a:lnTo>
                  <a:pt x="3698670" y="1868614"/>
                </a:lnTo>
                <a:lnTo>
                  <a:pt x="3695026" y="1868614"/>
                </a:lnTo>
                <a:lnTo>
                  <a:pt x="3693407" y="1865780"/>
                </a:lnTo>
                <a:close/>
                <a:moveTo>
                  <a:pt x="4100243" y="1862542"/>
                </a:moveTo>
                <a:lnTo>
                  <a:pt x="4103886" y="1862542"/>
                </a:lnTo>
                <a:lnTo>
                  <a:pt x="4105911" y="1865780"/>
                </a:lnTo>
                <a:lnTo>
                  <a:pt x="4103886" y="1869019"/>
                </a:lnTo>
                <a:lnTo>
                  <a:pt x="4100243" y="1869019"/>
                </a:lnTo>
                <a:lnTo>
                  <a:pt x="4098219" y="1865780"/>
                </a:lnTo>
                <a:close/>
                <a:moveTo>
                  <a:pt x="4059762" y="1862542"/>
                </a:moveTo>
                <a:lnTo>
                  <a:pt x="4063405" y="1862542"/>
                </a:lnTo>
                <a:lnTo>
                  <a:pt x="4065430" y="1865780"/>
                </a:lnTo>
                <a:lnTo>
                  <a:pt x="4063405" y="1869019"/>
                </a:lnTo>
                <a:lnTo>
                  <a:pt x="4059762" y="1869019"/>
                </a:lnTo>
                <a:lnTo>
                  <a:pt x="4057738" y="1865780"/>
                </a:lnTo>
                <a:close/>
                <a:moveTo>
                  <a:pt x="3897432" y="1862542"/>
                </a:moveTo>
                <a:lnTo>
                  <a:pt x="3901480" y="1862542"/>
                </a:lnTo>
                <a:lnTo>
                  <a:pt x="3903504" y="1865780"/>
                </a:lnTo>
                <a:lnTo>
                  <a:pt x="3901480" y="1869019"/>
                </a:lnTo>
                <a:lnTo>
                  <a:pt x="3897432" y="1869019"/>
                </a:lnTo>
                <a:lnTo>
                  <a:pt x="3895408" y="1865780"/>
                </a:lnTo>
                <a:close/>
                <a:moveTo>
                  <a:pt x="3857356" y="1862542"/>
                </a:moveTo>
                <a:lnTo>
                  <a:pt x="3860999" y="1862542"/>
                </a:lnTo>
                <a:lnTo>
                  <a:pt x="3863024" y="1865780"/>
                </a:lnTo>
                <a:lnTo>
                  <a:pt x="3860999" y="1869019"/>
                </a:lnTo>
                <a:lnTo>
                  <a:pt x="3857356" y="1869019"/>
                </a:lnTo>
                <a:lnTo>
                  <a:pt x="3855332" y="1865780"/>
                </a:lnTo>
                <a:close/>
                <a:moveTo>
                  <a:pt x="3816874" y="1862542"/>
                </a:moveTo>
                <a:lnTo>
                  <a:pt x="3820517" y="1862542"/>
                </a:lnTo>
                <a:lnTo>
                  <a:pt x="3822542" y="1865780"/>
                </a:lnTo>
                <a:lnTo>
                  <a:pt x="3820517" y="1869019"/>
                </a:lnTo>
                <a:lnTo>
                  <a:pt x="3816874" y="1869019"/>
                </a:lnTo>
                <a:lnTo>
                  <a:pt x="3814850" y="1865780"/>
                </a:lnTo>
                <a:close/>
                <a:moveTo>
                  <a:pt x="3735912" y="1862542"/>
                </a:moveTo>
                <a:lnTo>
                  <a:pt x="3739555" y="1862542"/>
                </a:lnTo>
                <a:lnTo>
                  <a:pt x="3741580" y="1865780"/>
                </a:lnTo>
                <a:lnTo>
                  <a:pt x="3739555" y="1869019"/>
                </a:lnTo>
                <a:lnTo>
                  <a:pt x="3735912" y="1869019"/>
                </a:lnTo>
                <a:lnTo>
                  <a:pt x="3733888" y="1865780"/>
                </a:lnTo>
                <a:close/>
                <a:moveTo>
                  <a:pt x="3654949" y="1862542"/>
                </a:moveTo>
                <a:lnTo>
                  <a:pt x="3658592" y="1862542"/>
                </a:lnTo>
                <a:lnTo>
                  <a:pt x="3660617" y="1865780"/>
                </a:lnTo>
                <a:lnTo>
                  <a:pt x="3658592" y="1869019"/>
                </a:lnTo>
                <a:lnTo>
                  <a:pt x="3654949" y="1869019"/>
                </a:lnTo>
                <a:lnTo>
                  <a:pt x="3652925" y="1865780"/>
                </a:lnTo>
                <a:close/>
                <a:moveTo>
                  <a:pt x="3573582" y="1862542"/>
                </a:moveTo>
                <a:lnTo>
                  <a:pt x="3577630" y="1862542"/>
                </a:lnTo>
                <a:lnTo>
                  <a:pt x="3579654" y="1865780"/>
                </a:lnTo>
                <a:lnTo>
                  <a:pt x="3577630" y="1869019"/>
                </a:lnTo>
                <a:lnTo>
                  <a:pt x="3573582" y="1869019"/>
                </a:lnTo>
                <a:lnTo>
                  <a:pt x="3571558" y="1865780"/>
                </a:lnTo>
                <a:close/>
                <a:moveTo>
                  <a:pt x="4586018" y="1862138"/>
                </a:moveTo>
                <a:lnTo>
                  <a:pt x="4589257" y="1862138"/>
                </a:lnTo>
                <a:cubicBezTo>
                  <a:pt x="4589662" y="1862138"/>
                  <a:pt x="4590067" y="1862138"/>
                  <a:pt x="4590471" y="1862543"/>
                </a:cubicBezTo>
                <a:lnTo>
                  <a:pt x="4592091" y="1865376"/>
                </a:lnTo>
                <a:cubicBezTo>
                  <a:pt x="4592495" y="1865781"/>
                  <a:pt x="4592495" y="1866186"/>
                  <a:pt x="4592091" y="1866591"/>
                </a:cubicBezTo>
                <a:lnTo>
                  <a:pt x="4590471" y="1869425"/>
                </a:lnTo>
                <a:cubicBezTo>
                  <a:pt x="4590067" y="1869829"/>
                  <a:pt x="4589662" y="1869829"/>
                  <a:pt x="4589257" y="1870234"/>
                </a:cubicBezTo>
                <a:lnTo>
                  <a:pt x="4586018" y="1870234"/>
                </a:lnTo>
                <a:cubicBezTo>
                  <a:pt x="4585614" y="1870234"/>
                  <a:pt x="4585209" y="1869829"/>
                  <a:pt x="4584804" y="1869425"/>
                </a:cubicBezTo>
                <a:lnTo>
                  <a:pt x="4583185" y="1866591"/>
                </a:lnTo>
                <a:cubicBezTo>
                  <a:pt x="4582780" y="1866186"/>
                  <a:pt x="4582780" y="1865781"/>
                  <a:pt x="4583185" y="1865376"/>
                </a:cubicBezTo>
                <a:lnTo>
                  <a:pt x="4584804" y="1862543"/>
                </a:lnTo>
                <a:cubicBezTo>
                  <a:pt x="4585209" y="1862543"/>
                  <a:pt x="4585614" y="1862138"/>
                  <a:pt x="4586018" y="1862138"/>
                </a:cubicBezTo>
                <a:close/>
                <a:moveTo>
                  <a:pt x="4343130" y="1862138"/>
                </a:moveTo>
                <a:lnTo>
                  <a:pt x="4346369" y="1862138"/>
                </a:lnTo>
                <a:cubicBezTo>
                  <a:pt x="4346774" y="1862138"/>
                  <a:pt x="4347179" y="1862138"/>
                  <a:pt x="4347583" y="1862543"/>
                </a:cubicBezTo>
                <a:lnTo>
                  <a:pt x="4349203" y="1865376"/>
                </a:lnTo>
                <a:cubicBezTo>
                  <a:pt x="4349607" y="1865781"/>
                  <a:pt x="4349607" y="1866186"/>
                  <a:pt x="4349203" y="1866591"/>
                </a:cubicBezTo>
                <a:lnTo>
                  <a:pt x="4347583" y="1869425"/>
                </a:lnTo>
                <a:cubicBezTo>
                  <a:pt x="4347179" y="1869829"/>
                  <a:pt x="4346774" y="1869829"/>
                  <a:pt x="4346369" y="1870234"/>
                </a:cubicBezTo>
                <a:lnTo>
                  <a:pt x="4343130" y="1870234"/>
                </a:lnTo>
                <a:cubicBezTo>
                  <a:pt x="4342726" y="1870234"/>
                  <a:pt x="4342321" y="1869829"/>
                  <a:pt x="4341916" y="1869425"/>
                </a:cubicBezTo>
                <a:lnTo>
                  <a:pt x="4340297" y="1866591"/>
                </a:lnTo>
                <a:cubicBezTo>
                  <a:pt x="4339892" y="1866186"/>
                  <a:pt x="4339892" y="1865781"/>
                  <a:pt x="4340297" y="1865376"/>
                </a:cubicBezTo>
                <a:lnTo>
                  <a:pt x="4341916" y="1862543"/>
                </a:lnTo>
                <a:cubicBezTo>
                  <a:pt x="4342321" y="1862543"/>
                  <a:pt x="4342726" y="1862138"/>
                  <a:pt x="4343130" y="1862138"/>
                </a:cubicBezTo>
                <a:close/>
                <a:moveTo>
                  <a:pt x="4262168" y="1862138"/>
                </a:moveTo>
                <a:lnTo>
                  <a:pt x="4265407" y="1862138"/>
                </a:lnTo>
                <a:cubicBezTo>
                  <a:pt x="4265812" y="1862138"/>
                  <a:pt x="4266217" y="1862138"/>
                  <a:pt x="4266621" y="1862543"/>
                </a:cubicBezTo>
                <a:lnTo>
                  <a:pt x="4268241" y="1865376"/>
                </a:lnTo>
                <a:cubicBezTo>
                  <a:pt x="4268645" y="1865781"/>
                  <a:pt x="4268645" y="1866186"/>
                  <a:pt x="4268241" y="1866591"/>
                </a:cubicBezTo>
                <a:lnTo>
                  <a:pt x="4266621" y="1869425"/>
                </a:lnTo>
                <a:cubicBezTo>
                  <a:pt x="4266217" y="1869829"/>
                  <a:pt x="4265812" y="1869829"/>
                  <a:pt x="4265407" y="1870234"/>
                </a:cubicBezTo>
                <a:lnTo>
                  <a:pt x="4262168" y="1870234"/>
                </a:lnTo>
                <a:cubicBezTo>
                  <a:pt x="4261764" y="1870234"/>
                  <a:pt x="4261359" y="1869829"/>
                  <a:pt x="4260954" y="1869425"/>
                </a:cubicBezTo>
                <a:lnTo>
                  <a:pt x="4259335" y="1866591"/>
                </a:lnTo>
                <a:cubicBezTo>
                  <a:pt x="4258930" y="1866186"/>
                  <a:pt x="4258930" y="1865781"/>
                  <a:pt x="4259335" y="1865376"/>
                </a:cubicBezTo>
                <a:lnTo>
                  <a:pt x="4260954" y="1862543"/>
                </a:lnTo>
                <a:cubicBezTo>
                  <a:pt x="4261359" y="1862543"/>
                  <a:pt x="4261764" y="1862138"/>
                  <a:pt x="4262168" y="1862138"/>
                </a:cubicBezTo>
                <a:close/>
                <a:moveTo>
                  <a:pt x="4140320" y="1862138"/>
                </a:moveTo>
                <a:lnTo>
                  <a:pt x="4144368" y="1862138"/>
                </a:lnTo>
                <a:lnTo>
                  <a:pt x="4146392" y="1865781"/>
                </a:lnTo>
                <a:lnTo>
                  <a:pt x="4144368" y="1869425"/>
                </a:lnTo>
                <a:lnTo>
                  <a:pt x="4140320" y="1869425"/>
                </a:lnTo>
                <a:lnTo>
                  <a:pt x="4138296" y="1865781"/>
                </a:lnTo>
                <a:close/>
                <a:moveTo>
                  <a:pt x="3977990" y="1862138"/>
                </a:moveTo>
                <a:lnTo>
                  <a:pt x="3982443" y="1862138"/>
                </a:lnTo>
                <a:lnTo>
                  <a:pt x="3984467" y="1865781"/>
                </a:lnTo>
                <a:lnTo>
                  <a:pt x="3982443" y="1869425"/>
                </a:lnTo>
                <a:lnTo>
                  <a:pt x="3977990" y="1869425"/>
                </a:lnTo>
                <a:lnTo>
                  <a:pt x="3975966" y="1865781"/>
                </a:lnTo>
                <a:close/>
                <a:moveTo>
                  <a:pt x="3937913" y="1862138"/>
                </a:moveTo>
                <a:lnTo>
                  <a:pt x="3941961" y="1862138"/>
                </a:lnTo>
                <a:lnTo>
                  <a:pt x="3943985" y="1865781"/>
                </a:lnTo>
                <a:lnTo>
                  <a:pt x="3941961" y="1869425"/>
                </a:lnTo>
                <a:lnTo>
                  <a:pt x="3937913" y="1869425"/>
                </a:lnTo>
                <a:lnTo>
                  <a:pt x="3935889" y="1865781"/>
                </a:lnTo>
                <a:close/>
                <a:moveTo>
                  <a:pt x="3613659" y="1862138"/>
                </a:moveTo>
                <a:lnTo>
                  <a:pt x="3618112" y="1862138"/>
                </a:lnTo>
                <a:lnTo>
                  <a:pt x="3620136" y="1865781"/>
                </a:lnTo>
                <a:lnTo>
                  <a:pt x="3618112" y="1869425"/>
                </a:lnTo>
                <a:lnTo>
                  <a:pt x="3613659" y="1869425"/>
                </a:lnTo>
                <a:lnTo>
                  <a:pt x="3611635" y="1865781"/>
                </a:lnTo>
                <a:close/>
                <a:moveTo>
                  <a:pt x="4626499" y="1861733"/>
                </a:moveTo>
                <a:lnTo>
                  <a:pt x="4629738" y="1861733"/>
                </a:lnTo>
                <a:cubicBezTo>
                  <a:pt x="4630143" y="1861733"/>
                  <a:pt x="4630548" y="1862138"/>
                  <a:pt x="4630952" y="1862543"/>
                </a:cubicBezTo>
                <a:lnTo>
                  <a:pt x="4632572" y="1865376"/>
                </a:lnTo>
                <a:cubicBezTo>
                  <a:pt x="4632976" y="1865781"/>
                  <a:pt x="4632976" y="1866186"/>
                  <a:pt x="4632572" y="1866591"/>
                </a:cubicBezTo>
                <a:lnTo>
                  <a:pt x="4630952" y="1869425"/>
                </a:lnTo>
                <a:cubicBezTo>
                  <a:pt x="4630548" y="1869829"/>
                  <a:pt x="4630143" y="1869829"/>
                  <a:pt x="4629738" y="1870234"/>
                </a:cubicBezTo>
                <a:lnTo>
                  <a:pt x="4626499" y="1870234"/>
                </a:lnTo>
                <a:cubicBezTo>
                  <a:pt x="4626095" y="1870234"/>
                  <a:pt x="4625690" y="1869829"/>
                  <a:pt x="4625285" y="1869425"/>
                </a:cubicBezTo>
                <a:lnTo>
                  <a:pt x="4623666" y="1866591"/>
                </a:lnTo>
                <a:cubicBezTo>
                  <a:pt x="4623261" y="1866186"/>
                  <a:pt x="4623261" y="1865781"/>
                  <a:pt x="4623666" y="1865376"/>
                </a:cubicBezTo>
                <a:lnTo>
                  <a:pt x="4625285" y="1862543"/>
                </a:lnTo>
                <a:cubicBezTo>
                  <a:pt x="4625690" y="1862138"/>
                  <a:pt x="4626095" y="1861733"/>
                  <a:pt x="4626499" y="1861733"/>
                </a:cubicBezTo>
                <a:close/>
                <a:moveTo>
                  <a:pt x="4221687" y="1861733"/>
                </a:moveTo>
                <a:lnTo>
                  <a:pt x="4224926" y="1861733"/>
                </a:lnTo>
                <a:cubicBezTo>
                  <a:pt x="4225331" y="1861733"/>
                  <a:pt x="4225736" y="1862138"/>
                  <a:pt x="4226140" y="1862543"/>
                </a:cubicBezTo>
                <a:lnTo>
                  <a:pt x="4227760" y="1865376"/>
                </a:lnTo>
                <a:cubicBezTo>
                  <a:pt x="4228164" y="1865781"/>
                  <a:pt x="4228164" y="1866186"/>
                  <a:pt x="4227760" y="1866591"/>
                </a:cubicBezTo>
                <a:lnTo>
                  <a:pt x="4226140" y="1869425"/>
                </a:lnTo>
                <a:cubicBezTo>
                  <a:pt x="4225736" y="1869829"/>
                  <a:pt x="4225331" y="1869829"/>
                  <a:pt x="4224926" y="1870234"/>
                </a:cubicBezTo>
                <a:lnTo>
                  <a:pt x="4221687" y="1870234"/>
                </a:lnTo>
                <a:cubicBezTo>
                  <a:pt x="4221283" y="1870234"/>
                  <a:pt x="4220878" y="1869829"/>
                  <a:pt x="4220473" y="1869425"/>
                </a:cubicBezTo>
                <a:lnTo>
                  <a:pt x="4218854" y="1866591"/>
                </a:lnTo>
                <a:cubicBezTo>
                  <a:pt x="4218449" y="1866186"/>
                  <a:pt x="4218449" y="1865781"/>
                  <a:pt x="4218854" y="1865376"/>
                </a:cubicBezTo>
                <a:lnTo>
                  <a:pt x="4220473" y="1862543"/>
                </a:lnTo>
                <a:cubicBezTo>
                  <a:pt x="4220878" y="1862138"/>
                  <a:pt x="4221283" y="1861733"/>
                  <a:pt x="4221687" y="1861733"/>
                </a:cubicBezTo>
                <a:close/>
                <a:moveTo>
                  <a:pt x="4180801" y="1861733"/>
                </a:moveTo>
                <a:lnTo>
                  <a:pt x="4185254" y="1861733"/>
                </a:lnTo>
                <a:lnTo>
                  <a:pt x="4187682" y="1865781"/>
                </a:lnTo>
                <a:lnTo>
                  <a:pt x="4185254" y="1869829"/>
                </a:lnTo>
                <a:lnTo>
                  <a:pt x="4180801" y="1869829"/>
                </a:lnTo>
                <a:lnTo>
                  <a:pt x="4178372" y="1865781"/>
                </a:lnTo>
                <a:close/>
                <a:moveTo>
                  <a:pt x="3533101" y="1861733"/>
                </a:moveTo>
                <a:lnTo>
                  <a:pt x="3537554" y="1861733"/>
                </a:lnTo>
                <a:lnTo>
                  <a:pt x="3539982" y="1865781"/>
                </a:lnTo>
                <a:lnTo>
                  <a:pt x="3537554" y="1869829"/>
                </a:lnTo>
                <a:lnTo>
                  <a:pt x="3533101" y="1869829"/>
                </a:lnTo>
                <a:lnTo>
                  <a:pt x="3530672" y="1865781"/>
                </a:lnTo>
                <a:close/>
                <a:moveTo>
                  <a:pt x="4545133" y="1861328"/>
                </a:moveTo>
                <a:lnTo>
                  <a:pt x="4548776" y="1861328"/>
                </a:lnTo>
                <a:cubicBezTo>
                  <a:pt x="4549181" y="1861328"/>
                  <a:pt x="4549585" y="1861328"/>
                  <a:pt x="4549990" y="1861733"/>
                </a:cubicBezTo>
                <a:lnTo>
                  <a:pt x="4551609" y="1864971"/>
                </a:lnTo>
                <a:cubicBezTo>
                  <a:pt x="4552014" y="1865376"/>
                  <a:pt x="4552014" y="1865781"/>
                  <a:pt x="4551609" y="1866186"/>
                </a:cubicBezTo>
                <a:lnTo>
                  <a:pt x="4549990" y="1869424"/>
                </a:lnTo>
                <a:cubicBezTo>
                  <a:pt x="4549585" y="1869829"/>
                  <a:pt x="4549181" y="1870234"/>
                  <a:pt x="4548776" y="1870234"/>
                </a:cubicBezTo>
                <a:lnTo>
                  <a:pt x="4545133" y="1870234"/>
                </a:lnTo>
                <a:cubicBezTo>
                  <a:pt x="4544728" y="1870234"/>
                  <a:pt x="4544323" y="1869829"/>
                  <a:pt x="4543918" y="1869424"/>
                </a:cubicBezTo>
                <a:lnTo>
                  <a:pt x="4542299" y="1866186"/>
                </a:lnTo>
                <a:cubicBezTo>
                  <a:pt x="4541894" y="1865781"/>
                  <a:pt x="4541894" y="1865376"/>
                  <a:pt x="4542299" y="1864971"/>
                </a:cubicBezTo>
                <a:lnTo>
                  <a:pt x="4543918" y="1861733"/>
                </a:lnTo>
                <a:cubicBezTo>
                  <a:pt x="4544323" y="1861733"/>
                  <a:pt x="4544728" y="1861328"/>
                  <a:pt x="4545133" y="1861328"/>
                </a:cubicBezTo>
                <a:close/>
                <a:moveTo>
                  <a:pt x="4504246" y="1861328"/>
                </a:moveTo>
                <a:lnTo>
                  <a:pt x="4508294" y="1861328"/>
                </a:lnTo>
                <a:cubicBezTo>
                  <a:pt x="4508699" y="1861328"/>
                  <a:pt x="4509104" y="1861733"/>
                  <a:pt x="4509508" y="1862138"/>
                </a:cubicBezTo>
                <a:lnTo>
                  <a:pt x="4511533" y="1865376"/>
                </a:lnTo>
                <a:cubicBezTo>
                  <a:pt x="4511937" y="1865781"/>
                  <a:pt x="4511937" y="1866186"/>
                  <a:pt x="4511533" y="1866591"/>
                </a:cubicBezTo>
                <a:lnTo>
                  <a:pt x="4509508" y="1869829"/>
                </a:lnTo>
                <a:cubicBezTo>
                  <a:pt x="4509508" y="1870234"/>
                  <a:pt x="4509104" y="1870234"/>
                  <a:pt x="4508294" y="1870639"/>
                </a:cubicBezTo>
                <a:lnTo>
                  <a:pt x="4504246" y="1870639"/>
                </a:lnTo>
                <a:cubicBezTo>
                  <a:pt x="4503841" y="1870639"/>
                  <a:pt x="4503436" y="1870234"/>
                  <a:pt x="4503032" y="1869829"/>
                </a:cubicBezTo>
                <a:lnTo>
                  <a:pt x="4501008" y="1866591"/>
                </a:lnTo>
                <a:cubicBezTo>
                  <a:pt x="4500603" y="1866186"/>
                  <a:pt x="4500603" y="1865781"/>
                  <a:pt x="4501008" y="1865376"/>
                </a:cubicBezTo>
                <a:lnTo>
                  <a:pt x="4503032" y="1862138"/>
                </a:lnTo>
                <a:cubicBezTo>
                  <a:pt x="4503436" y="1861733"/>
                  <a:pt x="4503841" y="1861328"/>
                  <a:pt x="4504246" y="1861328"/>
                </a:cubicBezTo>
                <a:close/>
                <a:moveTo>
                  <a:pt x="4382802" y="1861328"/>
                </a:moveTo>
                <a:lnTo>
                  <a:pt x="4386850" y="1861328"/>
                </a:lnTo>
                <a:cubicBezTo>
                  <a:pt x="4387255" y="1861328"/>
                  <a:pt x="4387660" y="1861733"/>
                  <a:pt x="4388064" y="1862138"/>
                </a:cubicBezTo>
                <a:lnTo>
                  <a:pt x="4390089" y="1865376"/>
                </a:lnTo>
                <a:cubicBezTo>
                  <a:pt x="4390493" y="1865781"/>
                  <a:pt x="4390493" y="1866186"/>
                  <a:pt x="4390089" y="1866591"/>
                </a:cubicBezTo>
                <a:lnTo>
                  <a:pt x="4388064" y="1869829"/>
                </a:lnTo>
                <a:cubicBezTo>
                  <a:pt x="4388064" y="1870234"/>
                  <a:pt x="4387660" y="1870234"/>
                  <a:pt x="4386850" y="1870639"/>
                </a:cubicBezTo>
                <a:lnTo>
                  <a:pt x="4382802" y="1870639"/>
                </a:lnTo>
                <a:cubicBezTo>
                  <a:pt x="4382397" y="1870639"/>
                  <a:pt x="4381992" y="1870234"/>
                  <a:pt x="4381588" y="1869829"/>
                </a:cubicBezTo>
                <a:lnTo>
                  <a:pt x="4379564" y="1866591"/>
                </a:lnTo>
                <a:cubicBezTo>
                  <a:pt x="4379159" y="1866186"/>
                  <a:pt x="4379159" y="1865781"/>
                  <a:pt x="4379564" y="1865376"/>
                </a:cubicBezTo>
                <a:lnTo>
                  <a:pt x="4381588" y="1862138"/>
                </a:lnTo>
                <a:cubicBezTo>
                  <a:pt x="4381992" y="1861733"/>
                  <a:pt x="4382397" y="1861328"/>
                  <a:pt x="4382802" y="1861328"/>
                </a:cubicBezTo>
                <a:close/>
                <a:moveTo>
                  <a:pt x="4302245" y="1861328"/>
                </a:moveTo>
                <a:lnTo>
                  <a:pt x="4305889" y="1861328"/>
                </a:lnTo>
                <a:cubicBezTo>
                  <a:pt x="4306293" y="1861328"/>
                  <a:pt x="4306698" y="1861733"/>
                  <a:pt x="4307103" y="1862138"/>
                </a:cubicBezTo>
                <a:lnTo>
                  <a:pt x="4309127" y="1865376"/>
                </a:lnTo>
                <a:cubicBezTo>
                  <a:pt x="4309532" y="1865781"/>
                  <a:pt x="4309532" y="1866186"/>
                  <a:pt x="4309127" y="1866591"/>
                </a:cubicBezTo>
                <a:lnTo>
                  <a:pt x="4307103" y="1869829"/>
                </a:lnTo>
                <a:cubicBezTo>
                  <a:pt x="4307103" y="1870234"/>
                  <a:pt x="4306698" y="1870234"/>
                  <a:pt x="4305889" y="1870639"/>
                </a:cubicBezTo>
                <a:lnTo>
                  <a:pt x="4302245" y="1870639"/>
                </a:lnTo>
                <a:cubicBezTo>
                  <a:pt x="4301841" y="1870639"/>
                  <a:pt x="4301435" y="1870234"/>
                  <a:pt x="4301031" y="1869829"/>
                </a:cubicBezTo>
                <a:lnTo>
                  <a:pt x="4299007" y="1866591"/>
                </a:lnTo>
                <a:cubicBezTo>
                  <a:pt x="4298602" y="1866186"/>
                  <a:pt x="4298602" y="1865781"/>
                  <a:pt x="4299007" y="1865376"/>
                </a:cubicBezTo>
                <a:lnTo>
                  <a:pt x="4301031" y="1862138"/>
                </a:lnTo>
                <a:cubicBezTo>
                  <a:pt x="4301435" y="1861733"/>
                  <a:pt x="4301841" y="1861328"/>
                  <a:pt x="4302245" y="1861328"/>
                </a:cubicBezTo>
                <a:close/>
                <a:moveTo>
                  <a:pt x="4423688" y="1860923"/>
                </a:moveTo>
                <a:lnTo>
                  <a:pt x="4427736" y="1860923"/>
                </a:lnTo>
                <a:cubicBezTo>
                  <a:pt x="4428141" y="1860923"/>
                  <a:pt x="4428546" y="1861328"/>
                  <a:pt x="4428950" y="1861732"/>
                </a:cubicBezTo>
                <a:lnTo>
                  <a:pt x="4430975" y="1865376"/>
                </a:lnTo>
                <a:cubicBezTo>
                  <a:pt x="4431380" y="1865781"/>
                  <a:pt x="4431380" y="1866186"/>
                  <a:pt x="4430975" y="1866590"/>
                </a:cubicBezTo>
                <a:lnTo>
                  <a:pt x="4428950" y="1870234"/>
                </a:lnTo>
                <a:cubicBezTo>
                  <a:pt x="4428546" y="1870234"/>
                  <a:pt x="4428141" y="1870638"/>
                  <a:pt x="4427736" y="1871043"/>
                </a:cubicBezTo>
                <a:lnTo>
                  <a:pt x="4423688" y="1871043"/>
                </a:lnTo>
                <a:cubicBezTo>
                  <a:pt x="4423284" y="1871043"/>
                  <a:pt x="4422878" y="1870638"/>
                  <a:pt x="4422474" y="1870234"/>
                </a:cubicBezTo>
                <a:lnTo>
                  <a:pt x="4420450" y="1866590"/>
                </a:lnTo>
                <a:cubicBezTo>
                  <a:pt x="4420045" y="1866186"/>
                  <a:pt x="4420045" y="1865781"/>
                  <a:pt x="4420450" y="1865376"/>
                </a:cubicBezTo>
                <a:lnTo>
                  <a:pt x="4422474" y="1861732"/>
                </a:lnTo>
                <a:cubicBezTo>
                  <a:pt x="4422878" y="1861328"/>
                  <a:pt x="4423284" y="1860923"/>
                  <a:pt x="4423688" y="1860923"/>
                </a:cubicBezTo>
                <a:close/>
                <a:moveTo>
                  <a:pt x="4463765" y="1860518"/>
                </a:moveTo>
                <a:lnTo>
                  <a:pt x="4468218" y="1860518"/>
                </a:lnTo>
                <a:cubicBezTo>
                  <a:pt x="4468622" y="1860518"/>
                  <a:pt x="4469027" y="1860518"/>
                  <a:pt x="4469432" y="1860923"/>
                </a:cubicBezTo>
                <a:lnTo>
                  <a:pt x="4471861" y="1864971"/>
                </a:lnTo>
                <a:cubicBezTo>
                  <a:pt x="4472266" y="1865376"/>
                  <a:pt x="4472266" y="1865781"/>
                  <a:pt x="4471861" y="1866185"/>
                </a:cubicBezTo>
                <a:lnTo>
                  <a:pt x="4469432" y="1870234"/>
                </a:lnTo>
                <a:cubicBezTo>
                  <a:pt x="4469432" y="1870638"/>
                  <a:pt x="4469027" y="1871043"/>
                  <a:pt x="4468218" y="1870638"/>
                </a:cubicBezTo>
                <a:lnTo>
                  <a:pt x="4463765" y="1870638"/>
                </a:lnTo>
                <a:cubicBezTo>
                  <a:pt x="4463360" y="1870638"/>
                  <a:pt x="4462955" y="1870638"/>
                  <a:pt x="4462550" y="1870234"/>
                </a:cubicBezTo>
                <a:lnTo>
                  <a:pt x="4460122" y="1866185"/>
                </a:lnTo>
                <a:cubicBezTo>
                  <a:pt x="4459717" y="1865781"/>
                  <a:pt x="4459717" y="1865376"/>
                  <a:pt x="4460122" y="1864971"/>
                </a:cubicBezTo>
                <a:lnTo>
                  <a:pt x="4462550" y="1860923"/>
                </a:lnTo>
                <a:cubicBezTo>
                  <a:pt x="4462955" y="1860923"/>
                  <a:pt x="4463360" y="1860518"/>
                  <a:pt x="4463765" y="1860518"/>
                </a:cubicBezTo>
                <a:close/>
                <a:moveTo>
                  <a:pt x="3492215" y="1860114"/>
                </a:moveTo>
                <a:lnTo>
                  <a:pt x="3496668" y="1860114"/>
                </a:lnTo>
                <a:cubicBezTo>
                  <a:pt x="3497073" y="1860114"/>
                  <a:pt x="3497477" y="1860519"/>
                  <a:pt x="3497882" y="1860924"/>
                </a:cubicBezTo>
                <a:lnTo>
                  <a:pt x="3499906" y="1864972"/>
                </a:lnTo>
                <a:cubicBezTo>
                  <a:pt x="3500311" y="1865377"/>
                  <a:pt x="3500311" y="1865781"/>
                  <a:pt x="3499906" y="1866186"/>
                </a:cubicBezTo>
                <a:lnTo>
                  <a:pt x="3497882" y="1870234"/>
                </a:lnTo>
                <a:cubicBezTo>
                  <a:pt x="3497882" y="1870639"/>
                  <a:pt x="3497477" y="1871044"/>
                  <a:pt x="3496668" y="1871044"/>
                </a:cubicBezTo>
                <a:lnTo>
                  <a:pt x="3492215" y="1871044"/>
                </a:lnTo>
                <a:cubicBezTo>
                  <a:pt x="3491810" y="1871044"/>
                  <a:pt x="3491405" y="1870639"/>
                  <a:pt x="3491001" y="1870234"/>
                </a:cubicBezTo>
                <a:lnTo>
                  <a:pt x="3488977" y="1866186"/>
                </a:lnTo>
                <a:cubicBezTo>
                  <a:pt x="3488572" y="1865781"/>
                  <a:pt x="3488572" y="1865377"/>
                  <a:pt x="3488977" y="1864972"/>
                </a:cubicBezTo>
                <a:lnTo>
                  <a:pt x="3491001" y="1860924"/>
                </a:lnTo>
                <a:cubicBezTo>
                  <a:pt x="3491405" y="1860519"/>
                  <a:pt x="3491810" y="1860114"/>
                  <a:pt x="3492215" y="1860114"/>
                </a:cubicBezTo>
                <a:close/>
                <a:moveTo>
                  <a:pt x="3450924" y="1858899"/>
                </a:moveTo>
                <a:lnTo>
                  <a:pt x="3457401" y="1858899"/>
                </a:lnTo>
                <a:cubicBezTo>
                  <a:pt x="3457806" y="1858899"/>
                  <a:pt x="3458211" y="1858899"/>
                  <a:pt x="3458616" y="1859304"/>
                </a:cubicBezTo>
                <a:lnTo>
                  <a:pt x="3461855" y="1864971"/>
                </a:lnTo>
                <a:cubicBezTo>
                  <a:pt x="3462259" y="1865376"/>
                  <a:pt x="3462259" y="1865781"/>
                  <a:pt x="3461855" y="1866186"/>
                </a:cubicBezTo>
                <a:lnTo>
                  <a:pt x="3458616" y="1871853"/>
                </a:lnTo>
                <a:cubicBezTo>
                  <a:pt x="3458211" y="1872258"/>
                  <a:pt x="3457806" y="1872662"/>
                  <a:pt x="3457401" y="1872662"/>
                </a:cubicBezTo>
                <a:lnTo>
                  <a:pt x="3450924" y="1872662"/>
                </a:lnTo>
                <a:cubicBezTo>
                  <a:pt x="3450520" y="1872662"/>
                  <a:pt x="3450115" y="1872258"/>
                  <a:pt x="3449710" y="1871853"/>
                </a:cubicBezTo>
                <a:lnTo>
                  <a:pt x="3446472" y="1866186"/>
                </a:lnTo>
                <a:cubicBezTo>
                  <a:pt x="3446067" y="1865781"/>
                  <a:pt x="3446067" y="1865376"/>
                  <a:pt x="3446472" y="1864971"/>
                </a:cubicBezTo>
                <a:lnTo>
                  <a:pt x="3449710" y="1859304"/>
                </a:lnTo>
                <a:cubicBezTo>
                  <a:pt x="3450115" y="1859304"/>
                  <a:pt x="3450520" y="1858899"/>
                  <a:pt x="3450924" y="1858899"/>
                </a:cubicBezTo>
                <a:close/>
                <a:moveTo>
                  <a:pt x="3328671" y="1858494"/>
                </a:moveTo>
                <a:lnTo>
                  <a:pt x="3336362" y="1858494"/>
                </a:lnTo>
                <a:cubicBezTo>
                  <a:pt x="3336767" y="1858494"/>
                  <a:pt x="3337172" y="1858494"/>
                  <a:pt x="3337576" y="1858899"/>
                </a:cubicBezTo>
                <a:lnTo>
                  <a:pt x="3341220" y="1865376"/>
                </a:lnTo>
                <a:cubicBezTo>
                  <a:pt x="3341624" y="1865781"/>
                  <a:pt x="3341624" y="1866186"/>
                  <a:pt x="3341220" y="1866590"/>
                </a:cubicBezTo>
                <a:lnTo>
                  <a:pt x="3337576" y="1873067"/>
                </a:lnTo>
                <a:cubicBezTo>
                  <a:pt x="3337172" y="1873472"/>
                  <a:pt x="3336767" y="1873472"/>
                  <a:pt x="3336362" y="1873472"/>
                </a:cubicBezTo>
                <a:lnTo>
                  <a:pt x="3328671" y="1873472"/>
                </a:lnTo>
                <a:cubicBezTo>
                  <a:pt x="3328266" y="1873472"/>
                  <a:pt x="3327861" y="1873472"/>
                  <a:pt x="3327456" y="1873067"/>
                </a:cubicBezTo>
                <a:lnTo>
                  <a:pt x="3323813" y="1866590"/>
                </a:lnTo>
                <a:cubicBezTo>
                  <a:pt x="3323408" y="1866186"/>
                  <a:pt x="3323408" y="1865781"/>
                  <a:pt x="3323813" y="1865376"/>
                </a:cubicBezTo>
                <a:lnTo>
                  <a:pt x="3327456" y="1858899"/>
                </a:lnTo>
                <a:cubicBezTo>
                  <a:pt x="3327861" y="1858899"/>
                  <a:pt x="3328266" y="1858494"/>
                  <a:pt x="3328671" y="1858494"/>
                </a:cubicBezTo>
                <a:close/>
                <a:moveTo>
                  <a:pt x="3369152" y="1857684"/>
                </a:moveTo>
                <a:lnTo>
                  <a:pt x="3377249" y="1857684"/>
                </a:lnTo>
                <a:cubicBezTo>
                  <a:pt x="3377653" y="1857684"/>
                  <a:pt x="3378058" y="1858089"/>
                  <a:pt x="3378463" y="1858494"/>
                </a:cubicBezTo>
                <a:lnTo>
                  <a:pt x="3382511" y="1865376"/>
                </a:lnTo>
                <a:cubicBezTo>
                  <a:pt x="3382916" y="1865780"/>
                  <a:pt x="3382916" y="1866185"/>
                  <a:pt x="3382511" y="1866590"/>
                </a:cubicBezTo>
                <a:lnTo>
                  <a:pt x="3378463" y="1873472"/>
                </a:lnTo>
                <a:cubicBezTo>
                  <a:pt x="3378058" y="1873877"/>
                  <a:pt x="3377653" y="1873877"/>
                  <a:pt x="3377249" y="1874281"/>
                </a:cubicBezTo>
                <a:lnTo>
                  <a:pt x="3369152" y="1874281"/>
                </a:lnTo>
                <a:cubicBezTo>
                  <a:pt x="3368748" y="1874281"/>
                  <a:pt x="3368342" y="1873877"/>
                  <a:pt x="3367938" y="1873472"/>
                </a:cubicBezTo>
                <a:lnTo>
                  <a:pt x="3363890" y="1866590"/>
                </a:lnTo>
                <a:cubicBezTo>
                  <a:pt x="3363485" y="1866185"/>
                  <a:pt x="3363485" y="1865780"/>
                  <a:pt x="3363890" y="1865376"/>
                </a:cubicBezTo>
                <a:lnTo>
                  <a:pt x="3367938" y="1858494"/>
                </a:lnTo>
                <a:cubicBezTo>
                  <a:pt x="3368342" y="1858089"/>
                  <a:pt x="3368748" y="1857684"/>
                  <a:pt x="3369152" y="1857684"/>
                </a:cubicBezTo>
                <a:close/>
                <a:moveTo>
                  <a:pt x="3287785" y="1857684"/>
                </a:moveTo>
                <a:lnTo>
                  <a:pt x="3296286" y="1857684"/>
                </a:lnTo>
                <a:cubicBezTo>
                  <a:pt x="3296691" y="1857684"/>
                  <a:pt x="3297095" y="1857684"/>
                  <a:pt x="3297500" y="1858089"/>
                </a:cubicBezTo>
                <a:lnTo>
                  <a:pt x="3301953" y="1865376"/>
                </a:lnTo>
                <a:cubicBezTo>
                  <a:pt x="3302358" y="1865780"/>
                  <a:pt x="3302358" y="1866185"/>
                  <a:pt x="3301953" y="1866590"/>
                </a:cubicBezTo>
                <a:lnTo>
                  <a:pt x="3297500" y="1873877"/>
                </a:lnTo>
                <a:cubicBezTo>
                  <a:pt x="3297500" y="1874281"/>
                  <a:pt x="3297095" y="1874281"/>
                  <a:pt x="3296286" y="1874281"/>
                </a:cubicBezTo>
                <a:lnTo>
                  <a:pt x="3287785" y="1874281"/>
                </a:lnTo>
                <a:cubicBezTo>
                  <a:pt x="3287380" y="1874281"/>
                  <a:pt x="3286975" y="1874281"/>
                  <a:pt x="3286570" y="1873877"/>
                </a:cubicBezTo>
                <a:lnTo>
                  <a:pt x="3282118" y="1866590"/>
                </a:lnTo>
                <a:cubicBezTo>
                  <a:pt x="3281713" y="1866185"/>
                  <a:pt x="3281713" y="1865780"/>
                  <a:pt x="3282118" y="1865376"/>
                </a:cubicBezTo>
                <a:lnTo>
                  <a:pt x="3286570" y="1858089"/>
                </a:lnTo>
                <a:cubicBezTo>
                  <a:pt x="3286975" y="1858089"/>
                  <a:pt x="3287380" y="1857684"/>
                  <a:pt x="3287785" y="1857684"/>
                </a:cubicBezTo>
                <a:close/>
                <a:moveTo>
                  <a:pt x="3409228" y="1857280"/>
                </a:moveTo>
                <a:lnTo>
                  <a:pt x="3417325" y="1857280"/>
                </a:lnTo>
                <a:cubicBezTo>
                  <a:pt x="3417729" y="1857280"/>
                  <a:pt x="3418134" y="1857685"/>
                  <a:pt x="3418539" y="1858090"/>
                </a:cubicBezTo>
                <a:lnTo>
                  <a:pt x="3422587" y="1864972"/>
                </a:lnTo>
                <a:cubicBezTo>
                  <a:pt x="3422992" y="1865376"/>
                  <a:pt x="3422992" y="1865781"/>
                  <a:pt x="3422587" y="1866186"/>
                </a:cubicBezTo>
                <a:lnTo>
                  <a:pt x="3418539" y="1873068"/>
                </a:lnTo>
                <a:cubicBezTo>
                  <a:pt x="3418539" y="1873473"/>
                  <a:pt x="3418134" y="1873877"/>
                  <a:pt x="3417325" y="1873473"/>
                </a:cubicBezTo>
                <a:lnTo>
                  <a:pt x="3409228" y="1873473"/>
                </a:lnTo>
                <a:cubicBezTo>
                  <a:pt x="3408823" y="1873473"/>
                  <a:pt x="3408418" y="1873473"/>
                  <a:pt x="3408014" y="1873068"/>
                </a:cubicBezTo>
                <a:lnTo>
                  <a:pt x="3403966" y="1866186"/>
                </a:lnTo>
                <a:cubicBezTo>
                  <a:pt x="3403561" y="1865781"/>
                  <a:pt x="3403561" y="1865376"/>
                  <a:pt x="3403966" y="1864972"/>
                </a:cubicBezTo>
                <a:lnTo>
                  <a:pt x="3408014" y="1858090"/>
                </a:lnTo>
                <a:cubicBezTo>
                  <a:pt x="3408418" y="1857685"/>
                  <a:pt x="3408823" y="1857280"/>
                  <a:pt x="3409228" y="1857280"/>
                </a:cubicBezTo>
                <a:close/>
                <a:moveTo>
                  <a:pt x="3206417" y="1855660"/>
                </a:moveTo>
                <a:lnTo>
                  <a:pt x="3216132" y="1855660"/>
                </a:lnTo>
                <a:cubicBezTo>
                  <a:pt x="3216537" y="1855660"/>
                  <a:pt x="3216942" y="1856065"/>
                  <a:pt x="3217347" y="1856470"/>
                </a:cubicBezTo>
                <a:lnTo>
                  <a:pt x="3222205" y="1864971"/>
                </a:lnTo>
                <a:cubicBezTo>
                  <a:pt x="3222609" y="1865376"/>
                  <a:pt x="3222609" y="1865780"/>
                  <a:pt x="3222205" y="1866185"/>
                </a:cubicBezTo>
                <a:lnTo>
                  <a:pt x="3217347" y="1874686"/>
                </a:lnTo>
                <a:cubicBezTo>
                  <a:pt x="3216942" y="1875091"/>
                  <a:pt x="3216537" y="1875496"/>
                  <a:pt x="3216132" y="1874686"/>
                </a:cubicBezTo>
                <a:lnTo>
                  <a:pt x="3206417" y="1874686"/>
                </a:lnTo>
                <a:cubicBezTo>
                  <a:pt x="3206012" y="1874686"/>
                  <a:pt x="3205607" y="1874686"/>
                  <a:pt x="3205203" y="1874282"/>
                </a:cubicBezTo>
                <a:lnTo>
                  <a:pt x="3200345" y="1865780"/>
                </a:lnTo>
                <a:cubicBezTo>
                  <a:pt x="3199940" y="1865376"/>
                  <a:pt x="3199940" y="1864971"/>
                  <a:pt x="3200345" y="1864566"/>
                </a:cubicBezTo>
                <a:lnTo>
                  <a:pt x="3205203" y="1856065"/>
                </a:lnTo>
                <a:cubicBezTo>
                  <a:pt x="3205607" y="1856065"/>
                  <a:pt x="3206012" y="1855660"/>
                  <a:pt x="3206417" y="1855660"/>
                </a:cubicBezTo>
                <a:close/>
                <a:moveTo>
                  <a:pt x="3246088" y="1855256"/>
                </a:moveTo>
                <a:lnTo>
                  <a:pt x="3257018" y="1855256"/>
                </a:lnTo>
                <a:cubicBezTo>
                  <a:pt x="3257423" y="1855256"/>
                  <a:pt x="3257828" y="1855661"/>
                  <a:pt x="3258233" y="1856066"/>
                </a:cubicBezTo>
                <a:lnTo>
                  <a:pt x="3263496" y="1865376"/>
                </a:lnTo>
                <a:cubicBezTo>
                  <a:pt x="3263900" y="1865781"/>
                  <a:pt x="3263900" y="1866186"/>
                  <a:pt x="3263496" y="1866591"/>
                </a:cubicBezTo>
                <a:lnTo>
                  <a:pt x="3258233" y="1875901"/>
                </a:lnTo>
                <a:cubicBezTo>
                  <a:pt x="3258233" y="1876306"/>
                  <a:pt x="3257828" y="1876306"/>
                  <a:pt x="3257018" y="1876711"/>
                </a:cubicBezTo>
                <a:lnTo>
                  <a:pt x="3246088" y="1876711"/>
                </a:lnTo>
                <a:cubicBezTo>
                  <a:pt x="3245684" y="1876711"/>
                  <a:pt x="3245279" y="1876306"/>
                  <a:pt x="3244874" y="1875901"/>
                </a:cubicBezTo>
                <a:lnTo>
                  <a:pt x="3239612" y="1866591"/>
                </a:lnTo>
                <a:cubicBezTo>
                  <a:pt x="3239207" y="1866186"/>
                  <a:pt x="3239207" y="1865781"/>
                  <a:pt x="3239612" y="1865376"/>
                </a:cubicBezTo>
                <a:lnTo>
                  <a:pt x="3244874" y="1856066"/>
                </a:lnTo>
                <a:cubicBezTo>
                  <a:pt x="3245279" y="1855661"/>
                  <a:pt x="3245684" y="1855256"/>
                  <a:pt x="3246088" y="1855256"/>
                </a:cubicBezTo>
                <a:close/>
                <a:moveTo>
                  <a:pt x="4060166" y="1822871"/>
                </a:moveTo>
                <a:lnTo>
                  <a:pt x="4063000" y="1822871"/>
                </a:lnTo>
                <a:lnTo>
                  <a:pt x="4064619" y="1825300"/>
                </a:lnTo>
                <a:lnTo>
                  <a:pt x="4063000" y="1827729"/>
                </a:lnTo>
                <a:lnTo>
                  <a:pt x="4060166" y="1827729"/>
                </a:lnTo>
                <a:lnTo>
                  <a:pt x="4058547" y="1825300"/>
                </a:lnTo>
                <a:close/>
                <a:moveTo>
                  <a:pt x="3978800" y="1822871"/>
                </a:moveTo>
                <a:lnTo>
                  <a:pt x="3981633" y="1822871"/>
                </a:lnTo>
                <a:lnTo>
                  <a:pt x="3982848" y="1825300"/>
                </a:lnTo>
                <a:lnTo>
                  <a:pt x="3981633" y="1827729"/>
                </a:lnTo>
                <a:lnTo>
                  <a:pt x="3978800" y="1827729"/>
                </a:lnTo>
                <a:lnTo>
                  <a:pt x="3977585" y="1825300"/>
                </a:lnTo>
                <a:close/>
                <a:moveTo>
                  <a:pt x="3817279" y="1822871"/>
                </a:moveTo>
                <a:lnTo>
                  <a:pt x="3820113" y="1822871"/>
                </a:lnTo>
                <a:lnTo>
                  <a:pt x="3821732" y="1825300"/>
                </a:lnTo>
                <a:lnTo>
                  <a:pt x="3820113" y="1827729"/>
                </a:lnTo>
                <a:lnTo>
                  <a:pt x="3817279" y="1827729"/>
                </a:lnTo>
                <a:lnTo>
                  <a:pt x="3815660" y="1825300"/>
                </a:lnTo>
                <a:close/>
                <a:moveTo>
                  <a:pt x="4019280" y="1822466"/>
                </a:moveTo>
                <a:lnTo>
                  <a:pt x="4022519" y="1822466"/>
                </a:lnTo>
                <a:lnTo>
                  <a:pt x="4024138" y="1825299"/>
                </a:lnTo>
                <a:lnTo>
                  <a:pt x="4022519" y="1828133"/>
                </a:lnTo>
                <a:lnTo>
                  <a:pt x="4019280" y="1828133"/>
                </a:lnTo>
                <a:lnTo>
                  <a:pt x="4017661" y="1825299"/>
                </a:lnTo>
                <a:close/>
                <a:moveTo>
                  <a:pt x="3938318" y="1822466"/>
                </a:moveTo>
                <a:lnTo>
                  <a:pt x="3941557" y="1822466"/>
                </a:lnTo>
                <a:lnTo>
                  <a:pt x="3943176" y="1825299"/>
                </a:lnTo>
                <a:lnTo>
                  <a:pt x="3941557" y="1828133"/>
                </a:lnTo>
                <a:lnTo>
                  <a:pt x="3938318" y="1828133"/>
                </a:lnTo>
                <a:lnTo>
                  <a:pt x="3936699" y="1825299"/>
                </a:lnTo>
                <a:close/>
                <a:moveTo>
                  <a:pt x="3897837" y="1822466"/>
                </a:moveTo>
                <a:lnTo>
                  <a:pt x="3901076" y="1822466"/>
                </a:lnTo>
                <a:lnTo>
                  <a:pt x="3902695" y="1825299"/>
                </a:lnTo>
                <a:lnTo>
                  <a:pt x="3901076" y="1828133"/>
                </a:lnTo>
                <a:lnTo>
                  <a:pt x="3897837" y="1828133"/>
                </a:lnTo>
                <a:lnTo>
                  <a:pt x="3896218" y="1825299"/>
                </a:lnTo>
                <a:close/>
                <a:moveTo>
                  <a:pt x="3857355" y="1822466"/>
                </a:moveTo>
                <a:lnTo>
                  <a:pt x="3860594" y="1822466"/>
                </a:lnTo>
                <a:lnTo>
                  <a:pt x="3862213" y="1825299"/>
                </a:lnTo>
                <a:lnTo>
                  <a:pt x="3860594" y="1828133"/>
                </a:lnTo>
                <a:lnTo>
                  <a:pt x="3857355" y="1828133"/>
                </a:lnTo>
                <a:lnTo>
                  <a:pt x="3855736" y="1825299"/>
                </a:lnTo>
                <a:close/>
                <a:moveTo>
                  <a:pt x="3775988" y="1822466"/>
                </a:moveTo>
                <a:lnTo>
                  <a:pt x="3779632" y="1822466"/>
                </a:lnTo>
                <a:lnTo>
                  <a:pt x="3781251" y="1825299"/>
                </a:lnTo>
                <a:lnTo>
                  <a:pt x="3779632" y="1828133"/>
                </a:lnTo>
                <a:lnTo>
                  <a:pt x="3775988" y="1828133"/>
                </a:lnTo>
                <a:lnTo>
                  <a:pt x="3774369" y="1825299"/>
                </a:lnTo>
                <a:close/>
                <a:moveTo>
                  <a:pt x="4099838" y="1822061"/>
                </a:moveTo>
                <a:lnTo>
                  <a:pt x="4103482" y="1822061"/>
                </a:lnTo>
                <a:lnTo>
                  <a:pt x="4105101" y="1825299"/>
                </a:lnTo>
                <a:lnTo>
                  <a:pt x="4103482" y="1828538"/>
                </a:lnTo>
                <a:lnTo>
                  <a:pt x="4099838" y="1828538"/>
                </a:lnTo>
                <a:lnTo>
                  <a:pt x="4098219" y="1825299"/>
                </a:lnTo>
                <a:close/>
                <a:moveTo>
                  <a:pt x="3735507" y="1822061"/>
                </a:moveTo>
                <a:lnTo>
                  <a:pt x="3739555" y="1822061"/>
                </a:lnTo>
                <a:lnTo>
                  <a:pt x="3741579" y="1825299"/>
                </a:lnTo>
                <a:lnTo>
                  <a:pt x="3739555" y="1828538"/>
                </a:lnTo>
                <a:lnTo>
                  <a:pt x="3735507" y="1828538"/>
                </a:lnTo>
                <a:lnTo>
                  <a:pt x="3733483" y="1825299"/>
                </a:lnTo>
                <a:close/>
                <a:moveTo>
                  <a:pt x="3533101" y="1822061"/>
                </a:moveTo>
                <a:lnTo>
                  <a:pt x="3537149" y="1822061"/>
                </a:lnTo>
                <a:lnTo>
                  <a:pt x="3539173" y="1825299"/>
                </a:lnTo>
                <a:lnTo>
                  <a:pt x="3537149" y="1828538"/>
                </a:lnTo>
                <a:lnTo>
                  <a:pt x="3533101" y="1828538"/>
                </a:lnTo>
                <a:lnTo>
                  <a:pt x="3531077" y="1825299"/>
                </a:lnTo>
                <a:close/>
                <a:moveTo>
                  <a:pt x="4221282" y="1821656"/>
                </a:moveTo>
                <a:lnTo>
                  <a:pt x="4225330" y="1821656"/>
                </a:lnTo>
                <a:lnTo>
                  <a:pt x="4227354" y="1825299"/>
                </a:lnTo>
                <a:lnTo>
                  <a:pt x="4225330" y="1828943"/>
                </a:lnTo>
                <a:lnTo>
                  <a:pt x="4221282" y="1828943"/>
                </a:lnTo>
                <a:lnTo>
                  <a:pt x="4219258" y="1825299"/>
                </a:lnTo>
                <a:close/>
                <a:moveTo>
                  <a:pt x="4140320" y="1821656"/>
                </a:moveTo>
                <a:lnTo>
                  <a:pt x="4144368" y="1821656"/>
                </a:lnTo>
                <a:lnTo>
                  <a:pt x="4146392" y="1825299"/>
                </a:lnTo>
                <a:lnTo>
                  <a:pt x="4144368" y="1828943"/>
                </a:lnTo>
                <a:lnTo>
                  <a:pt x="4140320" y="1828943"/>
                </a:lnTo>
                <a:lnTo>
                  <a:pt x="4138296" y="1825299"/>
                </a:lnTo>
                <a:close/>
                <a:moveTo>
                  <a:pt x="3654140" y="1821656"/>
                </a:moveTo>
                <a:lnTo>
                  <a:pt x="3658593" y="1821656"/>
                </a:lnTo>
                <a:lnTo>
                  <a:pt x="3660617" y="1825299"/>
                </a:lnTo>
                <a:lnTo>
                  <a:pt x="3658593" y="1828943"/>
                </a:lnTo>
                <a:lnTo>
                  <a:pt x="3654140" y="1828943"/>
                </a:lnTo>
                <a:lnTo>
                  <a:pt x="3652116" y="1825299"/>
                </a:lnTo>
                <a:close/>
                <a:moveTo>
                  <a:pt x="3614063" y="1821656"/>
                </a:moveTo>
                <a:lnTo>
                  <a:pt x="3618111" y="1821656"/>
                </a:lnTo>
                <a:lnTo>
                  <a:pt x="3620135" y="1825299"/>
                </a:lnTo>
                <a:lnTo>
                  <a:pt x="3618111" y="1828943"/>
                </a:lnTo>
                <a:lnTo>
                  <a:pt x="3614063" y="1828943"/>
                </a:lnTo>
                <a:lnTo>
                  <a:pt x="3612039" y="1825299"/>
                </a:lnTo>
                <a:close/>
                <a:moveTo>
                  <a:pt x="3573582" y="1821656"/>
                </a:moveTo>
                <a:lnTo>
                  <a:pt x="3577630" y="1821656"/>
                </a:lnTo>
                <a:lnTo>
                  <a:pt x="3579654" y="1825299"/>
                </a:lnTo>
                <a:lnTo>
                  <a:pt x="3577630" y="1828943"/>
                </a:lnTo>
                <a:lnTo>
                  <a:pt x="3573582" y="1828943"/>
                </a:lnTo>
                <a:lnTo>
                  <a:pt x="3571558" y="1825299"/>
                </a:lnTo>
                <a:close/>
                <a:moveTo>
                  <a:pt x="4626095" y="1821251"/>
                </a:moveTo>
                <a:lnTo>
                  <a:pt x="4629738" y="1821251"/>
                </a:lnTo>
                <a:cubicBezTo>
                  <a:pt x="4630143" y="1821251"/>
                  <a:pt x="4630547" y="1821656"/>
                  <a:pt x="4630952" y="1822061"/>
                </a:cubicBezTo>
                <a:lnTo>
                  <a:pt x="4632571" y="1824894"/>
                </a:lnTo>
                <a:cubicBezTo>
                  <a:pt x="4632976" y="1825299"/>
                  <a:pt x="4632976" y="1825704"/>
                  <a:pt x="4632571" y="1826109"/>
                </a:cubicBezTo>
                <a:lnTo>
                  <a:pt x="4630952" y="1828943"/>
                </a:lnTo>
                <a:cubicBezTo>
                  <a:pt x="4630547" y="1829347"/>
                  <a:pt x="4630143" y="1829347"/>
                  <a:pt x="4629738" y="1828943"/>
                </a:cubicBezTo>
                <a:lnTo>
                  <a:pt x="4626095" y="1828943"/>
                </a:lnTo>
                <a:cubicBezTo>
                  <a:pt x="4625690" y="1828943"/>
                  <a:pt x="4625285" y="1828943"/>
                  <a:pt x="4624880" y="1828538"/>
                </a:cubicBezTo>
                <a:lnTo>
                  <a:pt x="4623261" y="1825704"/>
                </a:lnTo>
                <a:cubicBezTo>
                  <a:pt x="4622856" y="1825299"/>
                  <a:pt x="4622856" y="1824894"/>
                  <a:pt x="4623261" y="1824490"/>
                </a:cubicBezTo>
                <a:lnTo>
                  <a:pt x="4624880" y="1821656"/>
                </a:lnTo>
                <a:cubicBezTo>
                  <a:pt x="4625285" y="1821656"/>
                  <a:pt x="4625690" y="1821251"/>
                  <a:pt x="4626095" y="1821251"/>
                </a:cubicBezTo>
                <a:close/>
                <a:moveTo>
                  <a:pt x="4585614" y="1821251"/>
                </a:moveTo>
                <a:lnTo>
                  <a:pt x="4590067" y="1821251"/>
                </a:lnTo>
                <a:lnTo>
                  <a:pt x="4592495" y="1825299"/>
                </a:lnTo>
                <a:lnTo>
                  <a:pt x="4590067" y="1829347"/>
                </a:lnTo>
                <a:lnTo>
                  <a:pt x="4585614" y="1829347"/>
                </a:lnTo>
                <a:lnTo>
                  <a:pt x="4583185" y="1825299"/>
                </a:lnTo>
                <a:close/>
                <a:moveTo>
                  <a:pt x="4504246" y="1821251"/>
                </a:moveTo>
                <a:lnTo>
                  <a:pt x="4508294" y="1821251"/>
                </a:lnTo>
                <a:cubicBezTo>
                  <a:pt x="4508699" y="1821251"/>
                  <a:pt x="4509104" y="1821251"/>
                  <a:pt x="4509508" y="1821656"/>
                </a:cubicBezTo>
                <a:lnTo>
                  <a:pt x="4511533" y="1824894"/>
                </a:lnTo>
                <a:cubicBezTo>
                  <a:pt x="4511937" y="1825299"/>
                  <a:pt x="4511937" y="1825704"/>
                  <a:pt x="4511533" y="1826109"/>
                </a:cubicBezTo>
                <a:lnTo>
                  <a:pt x="4509508" y="1829347"/>
                </a:lnTo>
                <a:cubicBezTo>
                  <a:pt x="4509508" y="1829752"/>
                  <a:pt x="4509104" y="1829752"/>
                  <a:pt x="4508294" y="1829752"/>
                </a:cubicBezTo>
                <a:lnTo>
                  <a:pt x="4504246" y="1829752"/>
                </a:lnTo>
                <a:cubicBezTo>
                  <a:pt x="4503841" y="1829752"/>
                  <a:pt x="4503436" y="1829752"/>
                  <a:pt x="4503032" y="1829347"/>
                </a:cubicBezTo>
                <a:lnTo>
                  <a:pt x="4501008" y="1826109"/>
                </a:lnTo>
                <a:cubicBezTo>
                  <a:pt x="4500603" y="1825704"/>
                  <a:pt x="4500603" y="1825299"/>
                  <a:pt x="4501008" y="1824894"/>
                </a:cubicBezTo>
                <a:lnTo>
                  <a:pt x="4503032" y="1821656"/>
                </a:lnTo>
                <a:cubicBezTo>
                  <a:pt x="4503436" y="1821656"/>
                  <a:pt x="4503841" y="1821251"/>
                  <a:pt x="4504246" y="1821251"/>
                </a:cubicBezTo>
                <a:close/>
                <a:moveTo>
                  <a:pt x="4342726" y="1821251"/>
                </a:moveTo>
                <a:lnTo>
                  <a:pt x="4346370" y="1821251"/>
                </a:lnTo>
                <a:cubicBezTo>
                  <a:pt x="4346774" y="1821251"/>
                  <a:pt x="4347179" y="1821251"/>
                  <a:pt x="4347584" y="1821656"/>
                </a:cubicBezTo>
                <a:lnTo>
                  <a:pt x="4349608" y="1824894"/>
                </a:lnTo>
                <a:cubicBezTo>
                  <a:pt x="4350013" y="1825299"/>
                  <a:pt x="4350013" y="1825704"/>
                  <a:pt x="4349608" y="1826109"/>
                </a:cubicBezTo>
                <a:lnTo>
                  <a:pt x="4347584" y="1829347"/>
                </a:lnTo>
                <a:cubicBezTo>
                  <a:pt x="4347584" y="1829347"/>
                  <a:pt x="4347179" y="1829752"/>
                  <a:pt x="4346370" y="1829752"/>
                </a:cubicBezTo>
                <a:lnTo>
                  <a:pt x="4342726" y="1829752"/>
                </a:lnTo>
                <a:cubicBezTo>
                  <a:pt x="4342322" y="1829752"/>
                  <a:pt x="4341916" y="1829752"/>
                  <a:pt x="4341512" y="1829347"/>
                </a:cubicBezTo>
                <a:lnTo>
                  <a:pt x="4339488" y="1826109"/>
                </a:lnTo>
                <a:cubicBezTo>
                  <a:pt x="4339083" y="1825704"/>
                  <a:pt x="4339083" y="1825299"/>
                  <a:pt x="4339488" y="1824894"/>
                </a:cubicBezTo>
                <a:lnTo>
                  <a:pt x="4341512" y="1821656"/>
                </a:lnTo>
                <a:cubicBezTo>
                  <a:pt x="4341916" y="1821656"/>
                  <a:pt x="4342322" y="1821251"/>
                  <a:pt x="4342726" y="1821251"/>
                </a:cubicBezTo>
                <a:close/>
                <a:moveTo>
                  <a:pt x="4302245" y="1821251"/>
                </a:moveTo>
                <a:lnTo>
                  <a:pt x="4306698" y="1821251"/>
                </a:lnTo>
                <a:lnTo>
                  <a:pt x="4309126" y="1825299"/>
                </a:lnTo>
                <a:lnTo>
                  <a:pt x="4306698" y="1829347"/>
                </a:lnTo>
                <a:lnTo>
                  <a:pt x="4302245" y="1829347"/>
                </a:lnTo>
                <a:lnTo>
                  <a:pt x="4299816" y="1825299"/>
                </a:lnTo>
                <a:close/>
                <a:moveTo>
                  <a:pt x="4261764" y="1821251"/>
                </a:moveTo>
                <a:lnTo>
                  <a:pt x="4266217" y="1821251"/>
                </a:lnTo>
                <a:lnTo>
                  <a:pt x="4268645" y="1825299"/>
                </a:lnTo>
                <a:lnTo>
                  <a:pt x="4266217" y="1829347"/>
                </a:lnTo>
                <a:lnTo>
                  <a:pt x="4261764" y="1829347"/>
                </a:lnTo>
                <a:lnTo>
                  <a:pt x="4259335" y="1825299"/>
                </a:lnTo>
                <a:close/>
                <a:moveTo>
                  <a:pt x="4180801" y="1821251"/>
                </a:moveTo>
                <a:lnTo>
                  <a:pt x="4185254" y="1821251"/>
                </a:lnTo>
                <a:lnTo>
                  <a:pt x="4187682" y="1825299"/>
                </a:lnTo>
                <a:lnTo>
                  <a:pt x="4185254" y="1829347"/>
                </a:lnTo>
                <a:lnTo>
                  <a:pt x="4180801" y="1829347"/>
                </a:lnTo>
                <a:lnTo>
                  <a:pt x="4178372" y="1825299"/>
                </a:lnTo>
                <a:close/>
                <a:moveTo>
                  <a:pt x="3694621" y="1821251"/>
                </a:moveTo>
                <a:lnTo>
                  <a:pt x="3699479" y="1821251"/>
                </a:lnTo>
                <a:lnTo>
                  <a:pt x="3701908" y="1825299"/>
                </a:lnTo>
                <a:lnTo>
                  <a:pt x="3699479" y="1829347"/>
                </a:lnTo>
                <a:lnTo>
                  <a:pt x="3694621" y="1829347"/>
                </a:lnTo>
                <a:lnTo>
                  <a:pt x="3692192" y="1825299"/>
                </a:lnTo>
                <a:close/>
                <a:moveTo>
                  <a:pt x="3492620" y="1821251"/>
                </a:moveTo>
                <a:lnTo>
                  <a:pt x="3497073" y="1821251"/>
                </a:lnTo>
                <a:lnTo>
                  <a:pt x="3499501" y="1825299"/>
                </a:lnTo>
                <a:lnTo>
                  <a:pt x="3497073" y="1829347"/>
                </a:lnTo>
                <a:lnTo>
                  <a:pt x="3492620" y="1829347"/>
                </a:lnTo>
                <a:lnTo>
                  <a:pt x="3490191" y="1825299"/>
                </a:lnTo>
                <a:close/>
                <a:moveTo>
                  <a:pt x="4544727" y="1820847"/>
                </a:moveTo>
                <a:lnTo>
                  <a:pt x="4548775" y="1820847"/>
                </a:lnTo>
                <a:cubicBezTo>
                  <a:pt x="4549180" y="1820847"/>
                  <a:pt x="4549585" y="1821252"/>
                  <a:pt x="4549989" y="1821657"/>
                </a:cubicBezTo>
                <a:lnTo>
                  <a:pt x="4552014" y="1824895"/>
                </a:lnTo>
                <a:cubicBezTo>
                  <a:pt x="4552418" y="1825300"/>
                  <a:pt x="4552418" y="1825705"/>
                  <a:pt x="4552014" y="1826110"/>
                </a:cubicBezTo>
                <a:lnTo>
                  <a:pt x="4549989" y="1829348"/>
                </a:lnTo>
                <a:cubicBezTo>
                  <a:pt x="4549989" y="1829753"/>
                  <a:pt x="4549585" y="1829753"/>
                  <a:pt x="4548775" y="1829753"/>
                </a:cubicBezTo>
                <a:lnTo>
                  <a:pt x="4544727" y="1829753"/>
                </a:lnTo>
                <a:cubicBezTo>
                  <a:pt x="4544322" y="1829753"/>
                  <a:pt x="4543917" y="1829753"/>
                  <a:pt x="4543513" y="1829348"/>
                </a:cubicBezTo>
                <a:lnTo>
                  <a:pt x="4541489" y="1826110"/>
                </a:lnTo>
                <a:cubicBezTo>
                  <a:pt x="4541084" y="1825705"/>
                  <a:pt x="4541084" y="1825300"/>
                  <a:pt x="4541489" y="1824895"/>
                </a:cubicBezTo>
                <a:lnTo>
                  <a:pt x="4543513" y="1821657"/>
                </a:lnTo>
                <a:cubicBezTo>
                  <a:pt x="4543917" y="1821252"/>
                  <a:pt x="4544322" y="1820847"/>
                  <a:pt x="4544727" y="1820847"/>
                </a:cubicBezTo>
                <a:close/>
                <a:moveTo>
                  <a:pt x="4463765" y="1820847"/>
                </a:moveTo>
                <a:lnTo>
                  <a:pt x="4467813" y="1820847"/>
                </a:lnTo>
                <a:cubicBezTo>
                  <a:pt x="4468218" y="1820847"/>
                  <a:pt x="4468623" y="1821252"/>
                  <a:pt x="4469027" y="1821657"/>
                </a:cubicBezTo>
                <a:lnTo>
                  <a:pt x="4471052" y="1824895"/>
                </a:lnTo>
                <a:cubicBezTo>
                  <a:pt x="4471456" y="1825300"/>
                  <a:pt x="4471456" y="1825705"/>
                  <a:pt x="4471052" y="1826110"/>
                </a:cubicBezTo>
                <a:lnTo>
                  <a:pt x="4469027" y="1829348"/>
                </a:lnTo>
                <a:cubicBezTo>
                  <a:pt x="4469027" y="1829753"/>
                  <a:pt x="4468623" y="1829753"/>
                  <a:pt x="4467813" y="1830158"/>
                </a:cubicBezTo>
                <a:lnTo>
                  <a:pt x="4463765" y="1830158"/>
                </a:lnTo>
                <a:cubicBezTo>
                  <a:pt x="4463360" y="1830158"/>
                  <a:pt x="4462955" y="1829753"/>
                  <a:pt x="4462551" y="1829348"/>
                </a:cubicBezTo>
                <a:lnTo>
                  <a:pt x="4460527" y="1826110"/>
                </a:lnTo>
                <a:cubicBezTo>
                  <a:pt x="4460122" y="1825705"/>
                  <a:pt x="4460122" y="1825300"/>
                  <a:pt x="4460527" y="1824895"/>
                </a:cubicBezTo>
                <a:lnTo>
                  <a:pt x="4462551" y="1821657"/>
                </a:lnTo>
                <a:cubicBezTo>
                  <a:pt x="4462955" y="1821252"/>
                  <a:pt x="4463360" y="1820847"/>
                  <a:pt x="4463765" y="1820847"/>
                </a:cubicBezTo>
                <a:close/>
                <a:moveTo>
                  <a:pt x="4383208" y="1820847"/>
                </a:moveTo>
                <a:lnTo>
                  <a:pt x="4386851" y="1820847"/>
                </a:lnTo>
                <a:cubicBezTo>
                  <a:pt x="4387256" y="1820847"/>
                  <a:pt x="4387660" y="1820847"/>
                  <a:pt x="4388065" y="1821252"/>
                </a:cubicBezTo>
                <a:lnTo>
                  <a:pt x="4389684" y="1824490"/>
                </a:lnTo>
                <a:cubicBezTo>
                  <a:pt x="4390089" y="1824895"/>
                  <a:pt x="4390089" y="1825300"/>
                  <a:pt x="4389684" y="1825705"/>
                </a:cubicBezTo>
                <a:lnTo>
                  <a:pt x="4388065" y="1828943"/>
                </a:lnTo>
                <a:cubicBezTo>
                  <a:pt x="4387660" y="1829348"/>
                  <a:pt x="4387256" y="1829753"/>
                  <a:pt x="4386851" y="1829348"/>
                </a:cubicBezTo>
                <a:lnTo>
                  <a:pt x="4383208" y="1829348"/>
                </a:lnTo>
                <a:cubicBezTo>
                  <a:pt x="4382803" y="1829348"/>
                  <a:pt x="4382398" y="1829348"/>
                  <a:pt x="4381993" y="1828943"/>
                </a:cubicBezTo>
                <a:lnTo>
                  <a:pt x="4380374" y="1825705"/>
                </a:lnTo>
                <a:cubicBezTo>
                  <a:pt x="4379969" y="1825300"/>
                  <a:pt x="4379969" y="1824895"/>
                  <a:pt x="4380374" y="1824490"/>
                </a:cubicBezTo>
                <a:lnTo>
                  <a:pt x="4381993" y="1821252"/>
                </a:lnTo>
                <a:cubicBezTo>
                  <a:pt x="4382398" y="1821252"/>
                  <a:pt x="4382803" y="1820847"/>
                  <a:pt x="4383208" y="1820847"/>
                </a:cubicBezTo>
                <a:close/>
                <a:moveTo>
                  <a:pt x="3451734" y="1820847"/>
                </a:moveTo>
                <a:lnTo>
                  <a:pt x="3455782" y="1820847"/>
                </a:lnTo>
                <a:cubicBezTo>
                  <a:pt x="3456187" y="1820847"/>
                  <a:pt x="3456592" y="1821252"/>
                  <a:pt x="3456996" y="1821657"/>
                </a:cubicBezTo>
                <a:lnTo>
                  <a:pt x="3459021" y="1824895"/>
                </a:lnTo>
                <a:cubicBezTo>
                  <a:pt x="3459425" y="1825300"/>
                  <a:pt x="3459425" y="1825705"/>
                  <a:pt x="3459021" y="1826110"/>
                </a:cubicBezTo>
                <a:lnTo>
                  <a:pt x="3456996" y="1829348"/>
                </a:lnTo>
                <a:cubicBezTo>
                  <a:pt x="3456996" y="1829753"/>
                  <a:pt x="3456592" y="1829753"/>
                  <a:pt x="3455782" y="1830158"/>
                </a:cubicBezTo>
                <a:lnTo>
                  <a:pt x="3451734" y="1830158"/>
                </a:lnTo>
                <a:cubicBezTo>
                  <a:pt x="3451329" y="1830158"/>
                  <a:pt x="3450924" y="1829753"/>
                  <a:pt x="3450520" y="1829348"/>
                </a:cubicBezTo>
                <a:lnTo>
                  <a:pt x="3448496" y="1826110"/>
                </a:lnTo>
                <a:cubicBezTo>
                  <a:pt x="3448091" y="1825705"/>
                  <a:pt x="3448091" y="1825300"/>
                  <a:pt x="3448496" y="1824895"/>
                </a:cubicBezTo>
                <a:lnTo>
                  <a:pt x="3450520" y="1821657"/>
                </a:lnTo>
                <a:cubicBezTo>
                  <a:pt x="3450924" y="1821252"/>
                  <a:pt x="3451329" y="1820847"/>
                  <a:pt x="3451734" y="1820847"/>
                </a:cubicBezTo>
                <a:close/>
                <a:moveTo>
                  <a:pt x="4423284" y="1820442"/>
                </a:moveTo>
                <a:lnTo>
                  <a:pt x="4427737" y="1820442"/>
                </a:lnTo>
                <a:cubicBezTo>
                  <a:pt x="4428142" y="1820442"/>
                  <a:pt x="4428546" y="1820847"/>
                  <a:pt x="4428951" y="1821251"/>
                </a:cubicBezTo>
                <a:lnTo>
                  <a:pt x="4430975" y="1824895"/>
                </a:lnTo>
                <a:cubicBezTo>
                  <a:pt x="4431380" y="1825300"/>
                  <a:pt x="4431380" y="1825705"/>
                  <a:pt x="4430975" y="1826109"/>
                </a:cubicBezTo>
                <a:lnTo>
                  <a:pt x="4428951" y="1829753"/>
                </a:lnTo>
                <a:cubicBezTo>
                  <a:pt x="4428951" y="1830157"/>
                  <a:pt x="4428546" y="1830157"/>
                  <a:pt x="4427737" y="1830157"/>
                </a:cubicBezTo>
                <a:lnTo>
                  <a:pt x="4423284" y="1830157"/>
                </a:lnTo>
                <a:cubicBezTo>
                  <a:pt x="4422879" y="1830157"/>
                  <a:pt x="4422474" y="1830157"/>
                  <a:pt x="4422070" y="1829753"/>
                </a:cubicBezTo>
                <a:lnTo>
                  <a:pt x="4420046" y="1826109"/>
                </a:lnTo>
                <a:cubicBezTo>
                  <a:pt x="4419641" y="1825705"/>
                  <a:pt x="4419641" y="1825300"/>
                  <a:pt x="4420046" y="1824895"/>
                </a:cubicBezTo>
                <a:lnTo>
                  <a:pt x="4422070" y="1821251"/>
                </a:lnTo>
                <a:cubicBezTo>
                  <a:pt x="4422474" y="1820847"/>
                  <a:pt x="4422879" y="1820442"/>
                  <a:pt x="4423284" y="1820442"/>
                </a:cubicBezTo>
                <a:close/>
                <a:moveTo>
                  <a:pt x="3411657" y="1820037"/>
                </a:moveTo>
                <a:lnTo>
                  <a:pt x="3415705" y="1820037"/>
                </a:lnTo>
                <a:cubicBezTo>
                  <a:pt x="3416110" y="1820037"/>
                  <a:pt x="3416515" y="1820442"/>
                  <a:pt x="3416919" y="1820847"/>
                </a:cubicBezTo>
                <a:lnTo>
                  <a:pt x="3418944" y="1824490"/>
                </a:lnTo>
                <a:cubicBezTo>
                  <a:pt x="3419349" y="1824895"/>
                  <a:pt x="3419349" y="1825300"/>
                  <a:pt x="3418944" y="1825704"/>
                </a:cubicBezTo>
                <a:lnTo>
                  <a:pt x="3416919" y="1829348"/>
                </a:lnTo>
                <a:cubicBezTo>
                  <a:pt x="3416515" y="1829753"/>
                  <a:pt x="3416110" y="1830157"/>
                  <a:pt x="3415705" y="1829753"/>
                </a:cubicBezTo>
                <a:lnTo>
                  <a:pt x="3411657" y="1829753"/>
                </a:lnTo>
                <a:cubicBezTo>
                  <a:pt x="3411253" y="1829753"/>
                  <a:pt x="3410847" y="1829753"/>
                  <a:pt x="3410443" y="1829348"/>
                </a:cubicBezTo>
                <a:lnTo>
                  <a:pt x="3408419" y="1825704"/>
                </a:lnTo>
                <a:cubicBezTo>
                  <a:pt x="3408014" y="1825300"/>
                  <a:pt x="3408014" y="1824895"/>
                  <a:pt x="3408419" y="1824490"/>
                </a:cubicBezTo>
                <a:lnTo>
                  <a:pt x="3410443" y="1820847"/>
                </a:lnTo>
                <a:cubicBezTo>
                  <a:pt x="3410847" y="1820442"/>
                  <a:pt x="3411253" y="1820037"/>
                  <a:pt x="3411657" y="1820037"/>
                </a:cubicBezTo>
                <a:close/>
                <a:moveTo>
                  <a:pt x="3370366" y="1819632"/>
                </a:moveTo>
                <a:lnTo>
                  <a:pt x="3376033" y="1819632"/>
                </a:lnTo>
                <a:cubicBezTo>
                  <a:pt x="3376438" y="1819632"/>
                  <a:pt x="3376843" y="1819632"/>
                  <a:pt x="3377248" y="1820037"/>
                </a:cubicBezTo>
                <a:lnTo>
                  <a:pt x="3380081" y="1824895"/>
                </a:lnTo>
                <a:cubicBezTo>
                  <a:pt x="3380486" y="1825299"/>
                  <a:pt x="3380486" y="1825704"/>
                  <a:pt x="3380081" y="1826109"/>
                </a:cubicBezTo>
                <a:lnTo>
                  <a:pt x="3377248" y="1830967"/>
                </a:lnTo>
                <a:cubicBezTo>
                  <a:pt x="3376843" y="1830967"/>
                  <a:pt x="3376438" y="1831371"/>
                  <a:pt x="3376033" y="1831371"/>
                </a:cubicBezTo>
                <a:lnTo>
                  <a:pt x="3370366" y="1831371"/>
                </a:lnTo>
                <a:cubicBezTo>
                  <a:pt x="3369961" y="1831371"/>
                  <a:pt x="3369556" y="1831371"/>
                  <a:pt x="3369152" y="1830967"/>
                </a:cubicBezTo>
                <a:lnTo>
                  <a:pt x="3366318" y="1826109"/>
                </a:lnTo>
                <a:cubicBezTo>
                  <a:pt x="3365913" y="1825704"/>
                  <a:pt x="3365913" y="1825299"/>
                  <a:pt x="3366318" y="1824895"/>
                </a:cubicBezTo>
                <a:lnTo>
                  <a:pt x="3369152" y="1820037"/>
                </a:lnTo>
                <a:cubicBezTo>
                  <a:pt x="3369556" y="1820037"/>
                  <a:pt x="3369961" y="1819632"/>
                  <a:pt x="3370366" y="1819632"/>
                </a:cubicBezTo>
                <a:close/>
                <a:moveTo>
                  <a:pt x="3328671" y="1818013"/>
                </a:moveTo>
                <a:lnTo>
                  <a:pt x="3336362" y="1818013"/>
                </a:lnTo>
                <a:cubicBezTo>
                  <a:pt x="3336767" y="1818013"/>
                  <a:pt x="3337172" y="1818013"/>
                  <a:pt x="3337576" y="1818418"/>
                </a:cubicBezTo>
                <a:lnTo>
                  <a:pt x="3341220" y="1824895"/>
                </a:lnTo>
                <a:cubicBezTo>
                  <a:pt x="3341624" y="1825300"/>
                  <a:pt x="3341624" y="1825705"/>
                  <a:pt x="3341220" y="1826109"/>
                </a:cubicBezTo>
                <a:lnTo>
                  <a:pt x="3337576" y="1832586"/>
                </a:lnTo>
                <a:cubicBezTo>
                  <a:pt x="3337576" y="1832991"/>
                  <a:pt x="3337172" y="1832991"/>
                  <a:pt x="3336362" y="1832991"/>
                </a:cubicBezTo>
                <a:lnTo>
                  <a:pt x="3328671" y="1832991"/>
                </a:lnTo>
                <a:cubicBezTo>
                  <a:pt x="3328266" y="1832991"/>
                  <a:pt x="3327861" y="1832991"/>
                  <a:pt x="3327456" y="1832586"/>
                </a:cubicBezTo>
                <a:lnTo>
                  <a:pt x="3323813" y="1826109"/>
                </a:lnTo>
                <a:cubicBezTo>
                  <a:pt x="3323408" y="1825705"/>
                  <a:pt x="3323408" y="1825300"/>
                  <a:pt x="3323813" y="1824895"/>
                </a:cubicBezTo>
                <a:lnTo>
                  <a:pt x="3327456" y="1818418"/>
                </a:lnTo>
                <a:cubicBezTo>
                  <a:pt x="3327861" y="1818418"/>
                  <a:pt x="3328266" y="1818013"/>
                  <a:pt x="3328671" y="1818013"/>
                </a:cubicBezTo>
                <a:close/>
                <a:moveTo>
                  <a:pt x="3287784" y="1816394"/>
                </a:moveTo>
                <a:lnTo>
                  <a:pt x="3296285" y="1816394"/>
                </a:lnTo>
                <a:cubicBezTo>
                  <a:pt x="3296690" y="1816394"/>
                  <a:pt x="3297095" y="1816799"/>
                  <a:pt x="3297499" y="1817203"/>
                </a:cubicBezTo>
                <a:lnTo>
                  <a:pt x="3301548" y="1824490"/>
                </a:lnTo>
                <a:cubicBezTo>
                  <a:pt x="3301953" y="1824895"/>
                  <a:pt x="3301953" y="1825300"/>
                  <a:pt x="3301548" y="1825705"/>
                </a:cubicBezTo>
                <a:lnTo>
                  <a:pt x="3297499" y="1832991"/>
                </a:lnTo>
                <a:cubicBezTo>
                  <a:pt x="3297095" y="1833396"/>
                  <a:pt x="3296690" y="1833801"/>
                  <a:pt x="3296285" y="1833801"/>
                </a:cubicBezTo>
                <a:lnTo>
                  <a:pt x="3287784" y="1833801"/>
                </a:lnTo>
                <a:cubicBezTo>
                  <a:pt x="3287379" y="1833801"/>
                  <a:pt x="3286974" y="1833396"/>
                  <a:pt x="3286570" y="1832991"/>
                </a:cubicBezTo>
                <a:lnTo>
                  <a:pt x="3282522" y="1825705"/>
                </a:lnTo>
                <a:cubicBezTo>
                  <a:pt x="3282117" y="1825300"/>
                  <a:pt x="3282117" y="1824895"/>
                  <a:pt x="3282522" y="1824490"/>
                </a:cubicBezTo>
                <a:lnTo>
                  <a:pt x="3286570" y="1817203"/>
                </a:lnTo>
                <a:cubicBezTo>
                  <a:pt x="3286974" y="1816799"/>
                  <a:pt x="3287379" y="1816394"/>
                  <a:pt x="3287784" y="1816394"/>
                </a:cubicBezTo>
                <a:close/>
                <a:moveTo>
                  <a:pt x="3166341" y="1816394"/>
                </a:moveTo>
                <a:lnTo>
                  <a:pt x="3175247" y="1816394"/>
                </a:lnTo>
                <a:cubicBezTo>
                  <a:pt x="3175651" y="1816394"/>
                  <a:pt x="3176056" y="1816799"/>
                  <a:pt x="3176461" y="1817203"/>
                </a:cubicBezTo>
                <a:lnTo>
                  <a:pt x="3180914" y="1824895"/>
                </a:lnTo>
                <a:cubicBezTo>
                  <a:pt x="3181319" y="1825300"/>
                  <a:pt x="3181319" y="1825705"/>
                  <a:pt x="3180914" y="1826109"/>
                </a:cubicBezTo>
                <a:lnTo>
                  <a:pt x="3176461" y="1833801"/>
                </a:lnTo>
                <a:cubicBezTo>
                  <a:pt x="3176056" y="1834206"/>
                  <a:pt x="3175651" y="1834206"/>
                  <a:pt x="3175247" y="1834206"/>
                </a:cubicBezTo>
                <a:lnTo>
                  <a:pt x="3166341" y="1834206"/>
                </a:lnTo>
                <a:cubicBezTo>
                  <a:pt x="3165936" y="1834206"/>
                  <a:pt x="3165531" y="1834206"/>
                  <a:pt x="3165126" y="1833801"/>
                </a:cubicBezTo>
                <a:lnTo>
                  <a:pt x="3160674" y="1826109"/>
                </a:lnTo>
                <a:cubicBezTo>
                  <a:pt x="3160269" y="1825705"/>
                  <a:pt x="3160269" y="1825300"/>
                  <a:pt x="3160674" y="1824895"/>
                </a:cubicBezTo>
                <a:lnTo>
                  <a:pt x="3165126" y="1817203"/>
                </a:lnTo>
                <a:cubicBezTo>
                  <a:pt x="3165531" y="1816799"/>
                  <a:pt x="3165936" y="1816394"/>
                  <a:pt x="3166341" y="1816394"/>
                </a:cubicBezTo>
                <a:close/>
                <a:moveTo>
                  <a:pt x="3246898" y="1815584"/>
                </a:moveTo>
                <a:lnTo>
                  <a:pt x="3256209" y="1815584"/>
                </a:lnTo>
                <a:cubicBezTo>
                  <a:pt x="3256613" y="1815584"/>
                  <a:pt x="3257018" y="1815989"/>
                  <a:pt x="3257423" y="1816394"/>
                </a:cubicBezTo>
                <a:lnTo>
                  <a:pt x="3261876" y="1824490"/>
                </a:lnTo>
                <a:cubicBezTo>
                  <a:pt x="3262281" y="1824895"/>
                  <a:pt x="3262281" y="1825299"/>
                  <a:pt x="3261876" y="1825704"/>
                </a:cubicBezTo>
                <a:lnTo>
                  <a:pt x="3257423" y="1833801"/>
                </a:lnTo>
                <a:cubicBezTo>
                  <a:pt x="3257018" y="1834205"/>
                  <a:pt x="3256613" y="1834610"/>
                  <a:pt x="3256209" y="1834610"/>
                </a:cubicBezTo>
                <a:lnTo>
                  <a:pt x="3246898" y="1834610"/>
                </a:lnTo>
                <a:cubicBezTo>
                  <a:pt x="3246493" y="1834610"/>
                  <a:pt x="3246088" y="1834205"/>
                  <a:pt x="3245684" y="1833801"/>
                </a:cubicBezTo>
                <a:lnTo>
                  <a:pt x="3241231" y="1825704"/>
                </a:lnTo>
                <a:cubicBezTo>
                  <a:pt x="3240826" y="1825299"/>
                  <a:pt x="3240826" y="1824895"/>
                  <a:pt x="3241231" y="1824490"/>
                </a:cubicBezTo>
                <a:lnTo>
                  <a:pt x="3245684" y="1816394"/>
                </a:lnTo>
                <a:cubicBezTo>
                  <a:pt x="3246088" y="1815989"/>
                  <a:pt x="3246493" y="1815584"/>
                  <a:pt x="3246898" y="1815584"/>
                </a:cubicBezTo>
                <a:close/>
                <a:moveTo>
                  <a:pt x="3206013" y="1815584"/>
                </a:moveTo>
                <a:lnTo>
                  <a:pt x="3216133" y="1815584"/>
                </a:lnTo>
                <a:cubicBezTo>
                  <a:pt x="3216538" y="1815584"/>
                  <a:pt x="3216943" y="1815989"/>
                  <a:pt x="3217348" y="1816394"/>
                </a:cubicBezTo>
                <a:lnTo>
                  <a:pt x="3222205" y="1824895"/>
                </a:lnTo>
                <a:cubicBezTo>
                  <a:pt x="3222610" y="1825299"/>
                  <a:pt x="3222610" y="1825704"/>
                  <a:pt x="3222205" y="1826109"/>
                </a:cubicBezTo>
                <a:lnTo>
                  <a:pt x="3217348" y="1834610"/>
                </a:lnTo>
                <a:cubicBezTo>
                  <a:pt x="3216943" y="1835015"/>
                  <a:pt x="3216538" y="1835015"/>
                  <a:pt x="3216133" y="1835420"/>
                </a:cubicBezTo>
                <a:lnTo>
                  <a:pt x="3206013" y="1835420"/>
                </a:lnTo>
                <a:cubicBezTo>
                  <a:pt x="3205608" y="1835420"/>
                  <a:pt x="3205203" y="1835015"/>
                  <a:pt x="3204799" y="1834610"/>
                </a:cubicBezTo>
                <a:lnTo>
                  <a:pt x="3199941" y="1826109"/>
                </a:lnTo>
                <a:cubicBezTo>
                  <a:pt x="3199536" y="1825704"/>
                  <a:pt x="3199536" y="1825299"/>
                  <a:pt x="3199941" y="1824895"/>
                </a:cubicBezTo>
                <a:lnTo>
                  <a:pt x="3204799" y="1816394"/>
                </a:lnTo>
                <a:cubicBezTo>
                  <a:pt x="3205203" y="1815989"/>
                  <a:pt x="3205608" y="1815584"/>
                  <a:pt x="3206013" y="1815584"/>
                </a:cubicBezTo>
                <a:close/>
                <a:moveTo>
                  <a:pt x="3979204" y="1782794"/>
                </a:moveTo>
                <a:lnTo>
                  <a:pt x="3981633" y="1782794"/>
                </a:lnTo>
                <a:lnTo>
                  <a:pt x="3982848" y="1784818"/>
                </a:lnTo>
                <a:lnTo>
                  <a:pt x="3981633" y="1786842"/>
                </a:lnTo>
                <a:lnTo>
                  <a:pt x="3979204" y="1786842"/>
                </a:lnTo>
                <a:lnTo>
                  <a:pt x="3977990" y="1784818"/>
                </a:lnTo>
                <a:close/>
                <a:moveTo>
                  <a:pt x="3938723" y="1782794"/>
                </a:moveTo>
                <a:lnTo>
                  <a:pt x="3941152" y="1782794"/>
                </a:lnTo>
                <a:lnTo>
                  <a:pt x="3942367" y="1784818"/>
                </a:lnTo>
                <a:lnTo>
                  <a:pt x="3941152" y="1786842"/>
                </a:lnTo>
                <a:lnTo>
                  <a:pt x="3938723" y="1786842"/>
                </a:lnTo>
                <a:lnTo>
                  <a:pt x="3937509" y="1784818"/>
                </a:lnTo>
                <a:close/>
                <a:moveTo>
                  <a:pt x="3817279" y="1782794"/>
                </a:moveTo>
                <a:lnTo>
                  <a:pt x="3819708" y="1782794"/>
                </a:lnTo>
                <a:lnTo>
                  <a:pt x="3820923" y="1784818"/>
                </a:lnTo>
                <a:lnTo>
                  <a:pt x="3819708" y="1786842"/>
                </a:lnTo>
                <a:lnTo>
                  <a:pt x="3817279" y="1786842"/>
                </a:lnTo>
                <a:lnTo>
                  <a:pt x="3816065" y="1784818"/>
                </a:lnTo>
                <a:close/>
                <a:moveTo>
                  <a:pt x="4019685" y="1782389"/>
                </a:moveTo>
                <a:lnTo>
                  <a:pt x="4022519" y="1782389"/>
                </a:lnTo>
                <a:lnTo>
                  <a:pt x="4024138" y="1784818"/>
                </a:lnTo>
                <a:lnTo>
                  <a:pt x="4022519" y="1787247"/>
                </a:lnTo>
                <a:lnTo>
                  <a:pt x="4019685" y="1787247"/>
                </a:lnTo>
                <a:lnTo>
                  <a:pt x="4018066" y="1784818"/>
                </a:lnTo>
                <a:close/>
                <a:moveTo>
                  <a:pt x="3897837" y="1782389"/>
                </a:moveTo>
                <a:lnTo>
                  <a:pt x="3900670" y="1782389"/>
                </a:lnTo>
                <a:lnTo>
                  <a:pt x="3901885" y="1784818"/>
                </a:lnTo>
                <a:lnTo>
                  <a:pt x="3900670" y="1787247"/>
                </a:lnTo>
                <a:lnTo>
                  <a:pt x="3897837" y="1787247"/>
                </a:lnTo>
                <a:lnTo>
                  <a:pt x="3896622" y="1784818"/>
                </a:lnTo>
                <a:close/>
                <a:moveTo>
                  <a:pt x="3776394" y="1782389"/>
                </a:moveTo>
                <a:lnTo>
                  <a:pt x="3779227" y="1782389"/>
                </a:lnTo>
                <a:lnTo>
                  <a:pt x="3780442" y="1784818"/>
                </a:lnTo>
                <a:lnTo>
                  <a:pt x="3779227" y="1787247"/>
                </a:lnTo>
                <a:lnTo>
                  <a:pt x="3776394" y="1787247"/>
                </a:lnTo>
                <a:lnTo>
                  <a:pt x="3775179" y="1784818"/>
                </a:lnTo>
                <a:close/>
                <a:moveTo>
                  <a:pt x="3735912" y="1782389"/>
                </a:moveTo>
                <a:lnTo>
                  <a:pt x="3738745" y="1782389"/>
                </a:lnTo>
                <a:lnTo>
                  <a:pt x="3739960" y="1784818"/>
                </a:lnTo>
                <a:lnTo>
                  <a:pt x="3738745" y="1787247"/>
                </a:lnTo>
                <a:lnTo>
                  <a:pt x="3735912" y="1787247"/>
                </a:lnTo>
                <a:lnTo>
                  <a:pt x="3734697" y="1784818"/>
                </a:lnTo>
                <a:close/>
                <a:moveTo>
                  <a:pt x="4181205" y="1781985"/>
                </a:moveTo>
                <a:lnTo>
                  <a:pt x="4184444" y="1781985"/>
                </a:lnTo>
                <a:lnTo>
                  <a:pt x="4186063" y="1784818"/>
                </a:lnTo>
                <a:lnTo>
                  <a:pt x="4184444" y="1787652"/>
                </a:lnTo>
                <a:lnTo>
                  <a:pt x="4181205" y="1787652"/>
                </a:lnTo>
                <a:lnTo>
                  <a:pt x="4179586" y="1784818"/>
                </a:lnTo>
                <a:close/>
                <a:moveTo>
                  <a:pt x="4100243" y="1781985"/>
                </a:moveTo>
                <a:lnTo>
                  <a:pt x="4103482" y="1781985"/>
                </a:lnTo>
                <a:lnTo>
                  <a:pt x="4105101" y="1784818"/>
                </a:lnTo>
                <a:lnTo>
                  <a:pt x="4103482" y="1787652"/>
                </a:lnTo>
                <a:lnTo>
                  <a:pt x="4100243" y="1787652"/>
                </a:lnTo>
                <a:lnTo>
                  <a:pt x="4098624" y="1784818"/>
                </a:lnTo>
                <a:close/>
                <a:moveTo>
                  <a:pt x="4059762" y="1781985"/>
                </a:moveTo>
                <a:lnTo>
                  <a:pt x="4063001" y="1781985"/>
                </a:lnTo>
                <a:lnTo>
                  <a:pt x="4064620" y="1784818"/>
                </a:lnTo>
                <a:lnTo>
                  <a:pt x="4063001" y="1787652"/>
                </a:lnTo>
                <a:lnTo>
                  <a:pt x="4059762" y="1787652"/>
                </a:lnTo>
                <a:lnTo>
                  <a:pt x="4058143" y="1784818"/>
                </a:lnTo>
                <a:close/>
                <a:moveTo>
                  <a:pt x="3857355" y="1781985"/>
                </a:moveTo>
                <a:lnTo>
                  <a:pt x="3860594" y="1781985"/>
                </a:lnTo>
                <a:lnTo>
                  <a:pt x="3862213" y="1784818"/>
                </a:lnTo>
                <a:lnTo>
                  <a:pt x="3860594" y="1787652"/>
                </a:lnTo>
                <a:lnTo>
                  <a:pt x="3857355" y="1787652"/>
                </a:lnTo>
                <a:lnTo>
                  <a:pt x="3855736" y="1784818"/>
                </a:lnTo>
                <a:close/>
                <a:moveTo>
                  <a:pt x="3695430" y="1781985"/>
                </a:moveTo>
                <a:lnTo>
                  <a:pt x="3698669" y="1781985"/>
                </a:lnTo>
                <a:lnTo>
                  <a:pt x="3700288" y="1784818"/>
                </a:lnTo>
                <a:lnTo>
                  <a:pt x="3698669" y="1787652"/>
                </a:lnTo>
                <a:lnTo>
                  <a:pt x="3695430" y="1787652"/>
                </a:lnTo>
                <a:lnTo>
                  <a:pt x="3693811" y="1784818"/>
                </a:lnTo>
                <a:close/>
                <a:moveTo>
                  <a:pt x="4140724" y="1781580"/>
                </a:moveTo>
                <a:lnTo>
                  <a:pt x="4144367" y="1781580"/>
                </a:lnTo>
                <a:lnTo>
                  <a:pt x="4146392" y="1784818"/>
                </a:lnTo>
                <a:lnTo>
                  <a:pt x="4144367" y="1788057"/>
                </a:lnTo>
                <a:lnTo>
                  <a:pt x="4140724" y="1788057"/>
                </a:lnTo>
                <a:lnTo>
                  <a:pt x="4138700" y="1784818"/>
                </a:lnTo>
                <a:close/>
                <a:moveTo>
                  <a:pt x="3654949" y="1781580"/>
                </a:moveTo>
                <a:lnTo>
                  <a:pt x="3658592" y="1781580"/>
                </a:lnTo>
                <a:lnTo>
                  <a:pt x="3660617" y="1784818"/>
                </a:lnTo>
                <a:lnTo>
                  <a:pt x="3658592" y="1788057"/>
                </a:lnTo>
                <a:lnTo>
                  <a:pt x="3654949" y="1788057"/>
                </a:lnTo>
                <a:lnTo>
                  <a:pt x="3652925" y="1784818"/>
                </a:lnTo>
                <a:close/>
                <a:moveTo>
                  <a:pt x="3493024" y="1781580"/>
                </a:moveTo>
                <a:lnTo>
                  <a:pt x="3496667" y="1781580"/>
                </a:lnTo>
                <a:lnTo>
                  <a:pt x="3498692" y="1784818"/>
                </a:lnTo>
                <a:lnTo>
                  <a:pt x="3496667" y="1788057"/>
                </a:lnTo>
                <a:lnTo>
                  <a:pt x="3493024" y="1788057"/>
                </a:lnTo>
                <a:lnTo>
                  <a:pt x="3491000" y="1784818"/>
                </a:lnTo>
                <a:close/>
                <a:moveTo>
                  <a:pt x="4586018" y="1781175"/>
                </a:moveTo>
                <a:lnTo>
                  <a:pt x="4589257" y="1781175"/>
                </a:lnTo>
                <a:cubicBezTo>
                  <a:pt x="4589662" y="1781175"/>
                  <a:pt x="4590067" y="1781175"/>
                  <a:pt x="4590471" y="1781580"/>
                </a:cubicBezTo>
                <a:lnTo>
                  <a:pt x="4592091" y="1784413"/>
                </a:lnTo>
                <a:cubicBezTo>
                  <a:pt x="4592495" y="1784818"/>
                  <a:pt x="4592495" y="1785223"/>
                  <a:pt x="4592091" y="1785628"/>
                </a:cubicBezTo>
                <a:lnTo>
                  <a:pt x="4590471" y="1788462"/>
                </a:lnTo>
                <a:cubicBezTo>
                  <a:pt x="4590067" y="1788866"/>
                  <a:pt x="4589662" y="1788866"/>
                  <a:pt x="4589257" y="1789271"/>
                </a:cubicBezTo>
                <a:lnTo>
                  <a:pt x="4586018" y="1789271"/>
                </a:lnTo>
                <a:cubicBezTo>
                  <a:pt x="4585614" y="1789271"/>
                  <a:pt x="4585209" y="1788866"/>
                  <a:pt x="4584804" y="1788462"/>
                </a:cubicBezTo>
                <a:lnTo>
                  <a:pt x="4583185" y="1785628"/>
                </a:lnTo>
                <a:cubicBezTo>
                  <a:pt x="4582780" y="1785223"/>
                  <a:pt x="4582780" y="1784818"/>
                  <a:pt x="4583185" y="1784413"/>
                </a:cubicBezTo>
                <a:lnTo>
                  <a:pt x="4584804" y="1781580"/>
                </a:lnTo>
                <a:cubicBezTo>
                  <a:pt x="4585209" y="1781580"/>
                  <a:pt x="4585614" y="1781175"/>
                  <a:pt x="4586018" y="1781175"/>
                </a:cubicBezTo>
                <a:close/>
                <a:moveTo>
                  <a:pt x="4261359" y="1781175"/>
                </a:moveTo>
                <a:lnTo>
                  <a:pt x="4265812" y="1781175"/>
                </a:lnTo>
                <a:lnTo>
                  <a:pt x="4267836" y="1784818"/>
                </a:lnTo>
                <a:lnTo>
                  <a:pt x="4265812" y="1788462"/>
                </a:lnTo>
                <a:lnTo>
                  <a:pt x="4261359" y="1788462"/>
                </a:lnTo>
                <a:lnTo>
                  <a:pt x="4259335" y="1784818"/>
                </a:lnTo>
                <a:close/>
                <a:moveTo>
                  <a:pt x="4220878" y="1781175"/>
                </a:moveTo>
                <a:lnTo>
                  <a:pt x="4225331" y="1781175"/>
                </a:lnTo>
                <a:lnTo>
                  <a:pt x="4227355" y="1784818"/>
                </a:lnTo>
                <a:lnTo>
                  <a:pt x="4225331" y="1788462"/>
                </a:lnTo>
                <a:lnTo>
                  <a:pt x="4220878" y="1788462"/>
                </a:lnTo>
                <a:lnTo>
                  <a:pt x="4218854" y="1784818"/>
                </a:lnTo>
                <a:close/>
                <a:moveTo>
                  <a:pt x="3614063" y="1781175"/>
                </a:moveTo>
                <a:lnTo>
                  <a:pt x="3618111" y="1781175"/>
                </a:lnTo>
                <a:lnTo>
                  <a:pt x="3620135" y="1784818"/>
                </a:lnTo>
                <a:lnTo>
                  <a:pt x="3618111" y="1788462"/>
                </a:lnTo>
                <a:lnTo>
                  <a:pt x="3614063" y="1788462"/>
                </a:lnTo>
                <a:lnTo>
                  <a:pt x="3612039" y="1784818"/>
                </a:lnTo>
                <a:close/>
                <a:moveTo>
                  <a:pt x="3573178" y="1781175"/>
                </a:moveTo>
                <a:lnTo>
                  <a:pt x="3577631" y="1781175"/>
                </a:lnTo>
                <a:lnTo>
                  <a:pt x="3579655" y="1784818"/>
                </a:lnTo>
                <a:lnTo>
                  <a:pt x="3577631" y="1788462"/>
                </a:lnTo>
                <a:lnTo>
                  <a:pt x="3573178" y="1788462"/>
                </a:lnTo>
                <a:lnTo>
                  <a:pt x="3571154" y="1784818"/>
                </a:lnTo>
                <a:close/>
                <a:moveTo>
                  <a:pt x="3533101" y="1781175"/>
                </a:moveTo>
                <a:lnTo>
                  <a:pt x="3537149" y="1781175"/>
                </a:lnTo>
                <a:lnTo>
                  <a:pt x="3539173" y="1784818"/>
                </a:lnTo>
                <a:lnTo>
                  <a:pt x="3537149" y="1788462"/>
                </a:lnTo>
                <a:lnTo>
                  <a:pt x="3533101" y="1788462"/>
                </a:lnTo>
                <a:lnTo>
                  <a:pt x="3531077" y="1784818"/>
                </a:lnTo>
                <a:close/>
                <a:moveTo>
                  <a:pt x="3451734" y="1781175"/>
                </a:moveTo>
                <a:lnTo>
                  <a:pt x="3456187" y="1781175"/>
                </a:lnTo>
                <a:lnTo>
                  <a:pt x="3458211" y="1784818"/>
                </a:lnTo>
                <a:lnTo>
                  <a:pt x="3456187" y="1788462"/>
                </a:lnTo>
                <a:lnTo>
                  <a:pt x="3451734" y="1788462"/>
                </a:lnTo>
                <a:lnTo>
                  <a:pt x="3449710" y="1784818"/>
                </a:lnTo>
                <a:close/>
                <a:moveTo>
                  <a:pt x="4625690" y="1780770"/>
                </a:moveTo>
                <a:lnTo>
                  <a:pt x="4630548" y="1780770"/>
                </a:lnTo>
                <a:lnTo>
                  <a:pt x="4632977" y="1784818"/>
                </a:lnTo>
                <a:lnTo>
                  <a:pt x="4630548" y="1788866"/>
                </a:lnTo>
                <a:lnTo>
                  <a:pt x="4625690" y="1788866"/>
                </a:lnTo>
                <a:lnTo>
                  <a:pt x="4623261" y="1784818"/>
                </a:lnTo>
                <a:close/>
                <a:moveTo>
                  <a:pt x="4545132" y="1780770"/>
                </a:moveTo>
                <a:lnTo>
                  <a:pt x="4548776" y="1780770"/>
                </a:lnTo>
                <a:cubicBezTo>
                  <a:pt x="4549180" y="1780770"/>
                  <a:pt x="4549585" y="1780770"/>
                  <a:pt x="4549990" y="1781175"/>
                </a:cubicBezTo>
                <a:lnTo>
                  <a:pt x="4552014" y="1784413"/>
                </a:lnTo>
                <a:cubicBezTo>
                  <a:pt x="4552419" y="1784818"/>
                  <a:pt x="4552419" y="1785223"/>
                  <a:pt x="4552014" y="1785628"/>
                </a:cubicBezTo>
                <a:lnTo>
                  <a:pt x="4549990" y="1788866"/>
                </a:lnTo>
                <a:cubicBezTo>
                  <a:pt x="4549990" y="1789271"/>
                  <a:pt x="4549585" y="1789271"/>
                  <a:pt x="4548776" y="1789271"/>
                </a:cubicBezTo>
                <a:lnTo>
                  <a:pt x="4545132" y="1789271"/>
                </a:lnTo>
                <a:cubicBezTo>
                  <a:pt x="4544728" y="1789271"/>
                  <a:pt x="4544322" y="1789271"/>
                  <a:pt x="4543918" y="1788866"/>
                </a:cubicBezTo>
                <a:lnTo>
                  <a:pt x="4541894" y="1785628"/>
                </a:lnTo>
                <a:cubicBezTo>
                  <a:pt x="4541489" y="1785223"/>
                  <a:pt x="4541489" y="1784818"/>
                  <a:pt x="4541894" y="1784413"/>
                </a:cubicBezTo>
                <a:lnTo>
                  <a:pt x="4543918" y="1781175"/>
                </a:lnTo>
                <a:cubicBezTo>
                  <a:pt x="4544322" y="1781175"/>
                  <a:pt x="4544728" y="1780770"/>
                  <a:pt x="4545132" y="1780770"/>
                </a:cubicBezTo>
                <a:close/>
                <a:moveTo>
                  <a:pt x="4423688" y="1780770"/>
                </a:moveTo>
                <a:lnTo>
                  <a:pt x="4427736" y="1780770"/>
                </a:lnTo>
                <a:cubicBezTo>
                  <a:pt x="4428141" y="1780770"/>
                  <a:pt x="4428546" y="1780770"/>
                  <a:pt x="4428950" y="1781175"/>
                </a:cubicBezTo>
                <a:lnTo>
                  <a:pt x="4430975" y="1784413"/>
                </a:lnTo>
                <a:cubicBezTo>
                  <a:pt x="4431380" y="1784818"/>
                  <a:pt x="4431380" y="1785223"/>
                  <a:pt x="4430975" y="1785628"/>
                </a:cubicBezTo>
                <a:lnTo>
                  <a:pt x="4428950" y="1788866"/>
                </a:lnTo>
                <a:cubicBezTo>
                  <a:pt x="4428546" y="1789271"/>
                  <a:pt x="4428141" y="1789271"/>
                  <a:pt x="4427736" y="1789676"/>
                </a:cubicBezTo>
                <a:lnTo>
                  <a:pt x="4423688" y="1789676"/>
                </a:lnTo>
                <a:cubicBezTo>
                  <a:pt x="4423284" y="1789676"/>
                  <a:pt x="4422878" y="1789271"/>
                  <a:pt x="4422474" y="1788866"/>
                </a:cubicBezTo>
                <a:lnTo>
                  <a:pt x="4420450" y="1785628"/>
                </a:lnTo>
                <a:cubicBezTo>
                  <a:pt x="4420045" y="1785223"/>
                  <a:pt x="4420045" y="1784818"/>
                  <a:pt x="4420450" y="1784413"/>
                </a:cubicBezTo>
                <a:lnTo>
                  <a:pt x="4422474" y="1781175"/>
                </a:lnTo>
                <a:cubicBezTo>
                  <a:pt x="4422878" y="1781175"/>
                  <a:pt x="4423284" y="1780770"/>
                  <a:pt x="4423688" y="1780770"/>
                </a:cubicBezTo>
                <a:close/>
                <a:moveTo>
                  <a:pt x="4383207" y="1780770"/>
                </a:moveTo>
                <a:lnTo>
                  <a:pt x="4386851" y="1780770"/>
                </a:lnTo>
                <a:cubicBezTo>
                  <a:pt x="4387255" y="1780770"/>
                  <a:pt x="4387660" y="1780770"/>
                  <a:pt x="4388065" y="1781175"/>
                </a:cubicBezTo>
                <a:lnTo>
                  <a:pt x="4390089" y="1784413"/>
                </a:lnTo>
                <a:cubicBezTo>
                  <a:pt x="4390494" y="1784818"/>
                  <a:pt x="4390494" y="1785223"/>
                  <a:pt x="4390089" y="1785628"/>
                </a:cubicBezTo>
                <a:lnTo>
                  <a:pt x="4388065" y="1788866"/>
                </a:lnTo>
                <a:cubicBezTo>
                  <a:pt x="4388065" y="1789271"/>
                  <a:pt x="4387660" y="1789271"/>
                  <a:pt x="4386851" y="1789271"/>
                </a:cubicBezTo>
                <a:lnTo>
                  <a:pt x="4383207" y="1789271"/>
                </a:lnTo>
                <a:cubicBezTo>
                  <a:pt x="4382803" y="1789271"/>
                  <a:pt x="4382397" y="1789271"/>
                  <a:pt x="4381993" y="1788866"/>
                </a:cubicBezTo>
                <a:lnTo>
                  <a:pt x="4379969" y="1785628"/>
                </a:lnTo>
                <a:cubicBezTo>
                  <a:pt x="4379564" y="1785223"/>
                  <a:pt x="4379564" y="1784818"/>
                  <a:pt x="4379969" y="1784413"/>
                </a:cubicBezTo>
                <a:lnTo>
                  <a:pt x="4381993" y="1781175"/>
                </a:lnTo>
                <a:cubicBezTo>
                  <a:pt x="4382397" y="1781175"/>
                  <a:pt x="4382803" y="1780770"/>
                  <a:pt x="4383207" y="1780770"/>
                </a:cubicBezTo>
                <a:close/>
                <a:moveTo>
                  <a:pt x="4301840" y="1780770"/>
                </a:moveTo>
                <a:lnTo>
                  <a:pt x="4306293" y="1780770"/>
                </a:lnTo>
                <a:lnTo>
                  <a:pt x="4308317" y="1784818"/>
                </a:lnTo>
                <a:lnTo>
                  <a:pt x="4306293" y="1788866"/>
                </a:lnTo>
                <a:lnTo>
                  <a:pt x="4301840" y="1788866"/>
                </a:lnTo>
                <a:lnTo>
                  <a:pt x="4299816" y="1784818"/>
                </a:lnTo>
                <a:close/>
                <a:moveTo>
                  <a:pt x="4504246" y="1780365"/>
                </a:moveTo>
                <a:lnTo>
                  <a:pt x="4508699" y="1780365"/>
                </a:lnTo>
                <a:cubicBezTo>
                  <a:pt x="4509104" y="1780365"/>
                  <a:pt x="4509508" y="1780365"/>
                  <a:pt x="4509913" y="1780770"/>
                </a:cubicBezTo>
                <a:lnTo>
                  <a:pt x="4511937" y="1784413"/>
                </a:lnTo>
                <a:cubicBezTo>
                  <a:pt x="4512342" y="1784818"/>
                  <a:pt x="4512342" y="1785223"/>
                  <a:pt x="4511937" y="1785628"/>
                </a:cubicBezTo>
                <a:lnTo>
                  <a:pt x="4509913" y="1789271"/>
                </a:lnTo>
                <a:cubicBezTo>
                  <a:pt x="4509913" y="1789676"/>
                  <a:pt x="4509508" y="1789676"/>
                  <a:pt x="4508699" y="1790081"/>
                </a:cubicBezTo>
                <a:lnTo>
                  <a:pt x="4504246" y="1790081"/>
                </a:lnTo>
                <a:cubicBezTo>
                  <a:pt x="4503841" y="1790081"/>
                  <a:pt x="4503436" y="1789676"/>
                  <a:pt x="4503032" y="1789271"/>
                </a:cubicBezTo>
                <a:lnTo>
                  <a:pt x="4501008" y="1785628"/>
                </a:lnTo>
                <a:cubicBezTo>
                  <a:pt x="4500603" y="1785223"/>
                  <a:pt x="4500603" y="1784818"/>
                  <a:pt x="4501008" y="1784413"/>
                </a:cubicBezTo>
                <a:lnTo>
                  <a:pt x="4503032" y="1780770"/>
                </a:lnTo>
                <a:cubicBezTo>
                  <a:pt x="4503436" y="1780770"/>
                  <a:pt x="4503841" y="1780365"/>
                  <a:pt x="4504246" y="1780365"/>
                </a:cubicBezTo>
                <a:close/>
                <a:moveTo>
                  <a:pt x="4463765" y="1779961"/>
                </a:moveTo>
                <a:lnTo>
                  <a:pt x="4468218" y="1779961"/>
                </a:lnTo>
                <a:cubicBezTo>
                  <a:pt x="4468623" y="1779961"/>
                  <a:pt x="4469027" y="1780366"/>
                  <a:pt x="4469432" y="1780770"/>
                </a:cubicBezTo>
                <a:lnTo>
                  <a:pt x="4471456" y="1784414"/>
                </a:lnTo>
                <a:cubicBezTo>
                  <a:pt x="4471861" y="1784819"/>
                  <a:pt x="4471861" y="1785224"/>
                  <a:pt x="4471456" y="1785628"/>
                </a:cubicBezTo>
                <a:lnTo>
                  <a:pt x="4469432" y="1789272"/>
                </a:lnTo>
                <a:cubicBezTo>
                  <a:pt x="4469027" y="1789676"/>
                  <a:pt x="4468623" y="1789676"/>
                  <a:pt x="4468218" y="1790081"/>
                </a:cubicBezTo>
                <a:lnTo>
                  <a:pt x="4463765" y="1790081"/>
                </a:lnTo>
                <a:cubicBezTo>
                  <a:pt x="4463360" y="1790081"/>
                  <a:pt x="4462955" y="1789676"/>
                  <a:pt x="4462551" y="1789272"/>
                </a:cubicBezTo>
                <a:lnTo>
                  <a:pt x="4460527" y="1785628"/>
                </a:lnTo>
                <a:cubicBezTo>
                  <a:pt x="4460122" y="1785224"/>
                  <a:pt x="4460122" y="1784819"/>
                  <a:pt x="4460527" y="1784414"/>
                </a:cubicBezTo>
                <a:lnTo>
                  <a:pt x="4462551" y="1780770"/>
                </a:lnTo>
                <a:cubicBezTo>
                  <a:pt x="4462955" y="1780366"/>
                  <a:pt x="4463360" y="1779961"/>
                  <a:pt x="4463765" y="1779961"/>
                </a:cubicBezTo>
                <a:close/>
                <a:moveTo>
                  <a:pt x="4342727" y="1779961"/>
                </a:moveTo>
                <a:lnTo>
                  <a:pt x="4346370" y="1779961"/>
                </a:lnTo>
                <a:cubicBezTo>
                  <a:pt x="4346775" y="1779961"/>
                  <a:pt x="4347179" y="1780366"/>
                  <a:pt x="4347584" y="1780770"/>
                </a:cubicBezTo>
                <a:lnTo>
                  <a:pt x="4349203" y="1784009"/>
                </a:lnTo>
                <a:cubicBezTo>
                  <a:pt x="4349608" y="1784414"/>
                  <a:pt x="4349608" y="1784819"/>
                  <a:pt x="4349203" y="1785224"/>
                </a:cubicBezTo>
                <a:lnTo>
                  <a:pt x="4347584" y="1788462"/>
                </a:lnTo>
                <a:cubicBezTo>
                  <a:pt x="4347584" y="1788867"/>
                  <a:pt x="4347179" y="1789272"/>
                  <a:pt x="4346370" y="1788867"/>
                </a:cubicBezTo>
                <a:lnTo>
                  <a:pt x="4342727" y="1788867"/>
                </a:lnTo>
                <a:cubicBezTo>
                  <a:pt x="4342322" y="1788867"/>
                  <a:pt x="4341917" y="1788867"/>
                  <a:pt x="4341512" y="1788462"/>
                </a:cubicBezTo>
                <a:lnTo>
                  <a:pt x="4339893" y="1785224"/>
                </a:lnTo>
                <a:cubicBezTo>
                  <a:pt x="4339488" y="1784819"/>
                  <a:pt x="4339488" y="1784414"/>
                  <a:pt x="4339893" y="1784009"/>
                </a:cubicBezTo>
                <a:lnTo>
                  <a:pt x="4341512" y="1780770"/>
                </a:lnTo>
                <a:cubicBezTo>
                  <a:pt x="4341917" y="1780366"/>
                  <a:pt x="4342322" y="1779961"/>
                  <a:pt x="4342727" y="1779961"/>
                </a:cubicBezTo>
                <a:close/>
                <a:moveTo>
                  <a:pt x="3411657" y="1779961"/>
                </a:moveTo>
                <a:lnTo>
                  <a:pt x="3415705" y="1779961"/>
                </a:lnTo>
                <a:cubicBezTo>
                  <a:pt x="3416110" y="1779961"/>
                  <a:pt x="3416515" y="1779961"/>
                  <a:pt x="3416919" y="1780366"/>
                </a:cubicBezTo>
                <a:lnTo>
                  <a:pt x="3418944" y="1784009"/>
                </a:lnTo>
                <a:cubicBezTo>
                  <a:pt x="3419349" y="1784414"/>
                  <a:pt x="3419349" y="1784819"/>
                  <a:pt x="3418944" y="1785224"/>
                </a:cubicBezTo>
                <a:lnTo>
                  <a:pt x="3416919" y="1788867"/>
                </a:lnTo>
                <a:cubicBezTo>
                  <a:pt x="3416515" y="1789272"/>
                  <a:pt x="3416110" y="1789676"/>
                  <a:pt x="3415705" y="1789676"/>
                </a:cubicBezTo>
                <a:lnTo>
                  <a:pt x="3411657" y="1789676"/>
                </a:lnTo>
                <a:cubicBezTo>
                  <a:pt x="3411253" y="1789676"/>
                  <a:pt x="3410847" y="1789272"/>
                  <a:pt x="3410443" y="1788867"/>
                </a:cubicBezTo>
                <a:lnTo>
                  <a:pt x="3408419" y="1785224"/>
                </a:lnTo>
                <a:cubicBezTo>
                  <a:pt x="3408014" y="1784819"/>
                  <a:pt x="3408014" y="1784414"/>
                  <a:pt x="3408419" y="1784009"/>
                </a:cubicBezTo>
                <a:lnTo>
                  <a:pt x="3410443" y="1780366"/>
                </a:lnTo>
                <a:cubicBezTo>
                  <a:pt x="3410847" y="1780366"/>
                  <a:pt x="3411253" y="1779961"/>
                  <a:pt x="3411657" y="1779961"/>
                </a:cubicBezTo>
                <a:close/>
                <a:moveTo>
                  <a:pt x="3370771" y="1779961"/>
                </a:moveTo>
                <a:lnTo>
                  <a:pt x="3375224" y="1779961"/>
                </a:lnTo>
                <a:cubicBezTo>
                  <a:pt x="3375629" y="1779961"/>
                  <a:pt x="3376033" y="1780366"/>
                  <a:pt x="3376438" y="1780770"/>
                </a:cubicBezTo>
                <a:lnTo>
                  <a:pt x="3378462" y="1784414"/>
                </a:lnTo>
                <a:cubicBezTo>
                  <a:pt x="3378867" y="1784819"/>
                  <a:pt x="3378867" y="1785224"/>
                  <a:pt x="3378462" y="1785628"/>
                </a:cubicBezTo>
                <a:lnTo>
                  <a:pt x="3376438" y="1789272"/>
                </a:lnTo>
                <a:cubicBezTo>
                  <a:pt x="3376033" y="1789676"/>
                  <a:pt x="3375629" y="1789676"/>
                  <a:pt x="3375224" y="1790081"/>
                </a:cubicBezTo>
                <a:lnTo>
                  <a:pt x="3370771" y="1790081"/>
                </a:lnTo>
                <a:cubicBezTo>
                  <a:pt x="3370366" y="1790081"/>
                  <a:pt x="3369961" y="1789676"/>
                  <a:pt x="3369557" y="1789272"/>
                </a:cubicBezTo>
                <a:lnTo>
                  <a:pt x="3367533" y="1785628"/>
                </a:lnTo>
                <a:cubicBezTo>
                  <a:pt x="3367128" y="1785224"/>
                  <a:pt x="3367128" y="1784819"/>
                  <a:pt x="3367533" y="1784414"/>
                </a:cubicBezTo>
                <a:lnTo>
                  <a:pt x="3369557" y="1780770"/>
                </a:lnTo>
                <a:cubicBezTo>
                  <a:pt x="3369961" y="1780366"/>
                  <a:pt x="3370366" y="1779961"/>
                  <a:pt x="3370771" y="1779961"/>
                </a:cubicBezTo>
                <a:close/>
                <a:moveTo>
                  <a:pt x="3329885" y="1779556"/>
                </a:moveTo>
                <a:lnTo>
                  <a:pt x="3335147" y="1779556"/>
                </a:lnTo>
                <a:cubicBezTo>
                  <a:pt x="3335552" y="1779556"/>
                  <a:pt x="3335957" y="1779556"/>
                  <a:pt x="3336362" y="1779961"/>
                </a:cubicBezTo>
                <a:lnTo>
                  <a:pt x="3339196" y="1784414"/>
                </a:lnTo>
                <a:cubicBezTo>
                  <a:pt x="3339600" y="1784819"/>
                  <a:pt x="3339600" y="1785223"/>
                  <a:pt x="3339196" y="1785628"/>
                </a:cubicBezTo>
                <a:lnTo>
                  <a:pt x="3336362" y="1790081"/>
                </a:lnTo>
                <a:cubicBezTo>
                  <a:pt x="3336362" y="1790486"/>
                  <a:pt x="3335957" y="1790486"/>
                  <a:pt x="3335147" y="1790891"/>
                </a:cubicBezTo>
                <a:lnTo>
                  <a:pt x="3329885" y="1790891"/>
                </a:lnTo>
                <a:cubicBezTo>
                  <a:pt x="3329480" y="1790891"/>
                  <a:pt x="3329075" y="1790486"/>
                  <a:pt x="3328671" y="1790081"/>
                </a:cubicBezTo>
                <a:lnTo>
                  <a:pt x="3325837" y="1785628"/>
                </a:lnTo>
                <a:cubicBezTo>
                  <a:pt x="3325432" y="1785223"/>
                  <a:pt x="3325432" y="1784819"/>
                  <a:pt x="3325837" y="1784414"/>
                </a:cubicBezTo>
                <a:lnTo>
                  <a:pt x="3328671" y="1779961"/>
                </a:lnTo>
                <a:cubicBezTo>
                  <a:pt x="3329075" y="1779961"/>
                  <a:pt x="3329480" y="1779556"/>
                  <a:pt x="3329885" y="1779556"/>
                </a:cubicBezTo>
                <a:close/>
                <a:moveTo>
                  <a:pt x="3288189" y="1777127"/>
                </a:moveTo>
                <a:lnTo>
                  <a:pt x="3296286" y="1777127"/>
                </a:lnTo>
                <a:cubicBezTo>
                  <a:pt x="3296690" y="1777127"/>
                  <a:pt x="3297095" y="1777127"/>
                  <a:pt x="3297500" y="1777532"/>
                </a:cubicBezTo>
                <a:lnTo>
                  <a:pt x="3301548" y="1784414"/>
                </a:lnTo>
                <a:cubicBezTo>
                  <a:pt x="3301953" y="1784818"/>
                  <a:pt x="3301953" y="1785223"/>
                  <a:pt x="3301548" y="1785628"/>
                </a:cubicBezTo>
                <a:lnTo>
                  <a:pt x="3297500" y="1792510"/>
                </a:lnTo>
                <a:cubicBezTo>
                  <a:pt x="3297095" y="1792915"/>
                  <a:pt x="3296690" y="1792915"/>
                  <a:pt x="3296286" y="1792915"/>
                </a:cubicBezTo>
                <a:lnTo>
                  <a:pt x="3288189" y="1792915"/>
                </a:lnTo>
                <a:cubicBezTo>
                  <a:pt x="3287785" y="1792915"/>
                  <a:pt x="3287379" y="1792915"/>
                  <a:pt x="3286975" y="1792510"/>
                </a:cubicBezTo>
                <a:lnTo>
                  <a:pt x="3282927" y="1785628"/>
                </a:lnTo>
                <a:cubicBezTo>
                  <a:pt x="3282522" y="1785223"/>
                  <a:pt x="3282522" y="1784818"/>
                  <a:pt x="3282927" y="1784414"/>
                </a:cubicBezTo>
                <a:lnTo>
                  <a:pt x="3286975" y="1777532"/>
                </a:lnTo>
                <a:cubicBezTo>
                  <a:pt x="3287379" y="1777532"/>
                  <a:pt x="3287785" y="1777127"/>
                  <a:pt x="3288189" y="1777127"/>
                </a:cubicBezTo>
                <a:close/>
                <a:moveTo>
                  <a:pt x="3247304" y="1775913"/>
                </a:moveTo>
                <a:lnTo>
                  <a:pt x="3256210" y="1775913"/>
                </a:lnTo>
                <a:cubicBezTo>
                  <a:pt x="3256614" y="1775913"/>
                  <a:pt x="3257019" y="1776318"/>
                  <a:pt x="3257424" y="1776722"/>
                </a:cubicBezTo>
                <a:lnTo>
                  <a:pt x="3261877" y="1784414"/>
                </a:lnTo>
                <a:cubicBezTo>
                  <a:pt x="3262282" y="1784819"/>
                  <a:pt x="3262282" y="1785224"/>
                  <a:pt x="3261877" y="1785628"/>
                </a:cubicBezTo>
                <a:lnTo>
                  <a:pt x="3257424" y="1793320"/>
                </a:lnTo>
                <a:cubicBezTo>
                  <a:pt x="3257019" y="1793725"/>
                  <a:pt x="3256614" y="1793725"/>
                  <a:pt x="3256210" y="1794130"/>
                </a:cubicBezTo>
                <a:lnTo>
                  <a:pt x="3247304" y="1794130"/>
                </a:lnTo>
                <a:cubicBezTo>
                  <a:pt x="3246899" y="1794130"/>
                  <a:pt x="3246494" y="1793725"/>
                  <a:pt x="3246089" y="1793320"/>
                </a:cubicBezTo>
                <a:lnTo>
                  <a:pt x="3241637" y="1785628"/>
                </a:lnTo>
                <a:cubicBezTo>
                  <a:pt x="3241232" y="1785224"/>
                  <a:pt x="3241232" y="1784819"/>
                  <a:pt x="3241637" y="1784414"/>
                </a:cubicBezTo>
                <a:lnTo>
                  <a:pt x="3246089" y="1776722"/>
                </a:lnTo>
                <a:cubicBezTo>
                  <a:pt x="3246494" y="1776318"/>
                  <a:pt x="3246899" y="1775913"/>
                  <a:pt x="3247304" y="1775913"/>
                </a:cubicBezTo>
                <a:close/>
                <a:moveTo>
                  <a:pt x="3205607" y="1774698"/>
                </a:moveTo>
                <a:lnTo>
                  <a:pt x="3216537" y="1774698"/>
                </a:lnTo>
                <a:cubicBezTo>
                  <a:pt x="3216942" y="1774698"/>
                  <a:pt x="3217347" y="1774698"/>
                  <a:pt x="3217752" y="1775103"/>
                </a:cubicBezTo>
                <a:lnTo>
                  <a:pt x="3223015" y="1784414"/>
                </a:lnTo>
                <a:cubicBezTo>
                  <a:pt x="3223419" y="1784818"/>
                  <a:pt x="3223419" y="1785223"/>
                  <a:pt x="3223015" y="1785628"/>
                </a:cubicBezTo>
                <a:lnTo>
                  <a:pt x="3217752" y="1794939"/>
                </a:lnTo>
                <a:cubicBezTo>
                  <a:pt x="3217469" y="1795210"/>
                  <a:pt x="3217063" y="1795344"/>
                  <a:pt x="3216537" y="1795344"/>
                </a:cubicBezTo>
                <a:lnTo>
                  <a:pt x="3205607" y="1795344"/>
                </a:lnTo>
                <a:cubicBezTo>
                  <a:pt x="3205203" y="1795344"/>
                  <a:pt x="3204798" y="1795344"/>
                  <a:pt x="3204393" y="1794939"/>
                </a:cubicBezTo>
                <a:lnTo>
                  <a:pt x="3199131" y="1785628"/>
                </a:lnTo>
                <a:cubicBezTo>
                  <a:pt x="3198726" y="1785223"/>
                  <a:pt x="3198726" y="1784818"/>
                  <a:pt x="3199131" y="1784414"/>
                </a:cubicBezTo>
                <a:lnTo>
                  <a:pt x="3204393" y="1775103"/>
                </a:lnTo>
                <a:cubicBezTo>
                  <a:pt x="3204798" y="1775103"/>
                  <a:pt x="3205203" y="1774698"/>
                  <a:pt x="3205607" y="1774698"/>
                </a:cubicBezTo>
                <a:close/>
                <a:moveTo>
                  <a:pt x="3165531" y="1774698"/>
                </a:moveTo>
                <a:lnTo>
                  <a:pt x="3175651" y="1774698"/>
                </a:lnTo>
                <a:cubicBezTo>
                  <a:pt x="3176056" y="1774698"/>
                  <a:pt x="3176461" y="1774698"/>
                  <a:pt x="3176866" y="1775103"/>
                </a:cubicBezTo>
                <a:lnTo>
                  <a:pt x="3181723" y="1784009"/>
                </a:lnTo>
                <a:cubicBezTo>
                  <a:pt x="3182128" y="1784414"/>
                  <a:pt x="3182128" y="1784818"/>
                  <a:pt x="3181723" y="1785223"/>
                </a:cubicBezTo>
                <a:lnTo>
                  <a:pt x="3176866" y="1794129"/>
                </a:lnTo>
                <a:cubicBezTo>
                  <a:pt x="3176866" y="1794534"/>
                  <a:pt x="3176461" y="1794939"/>
                  <a:pt x="3175651" y="1794534"/>
                </a:cubicBezTo>
                <a:lnTo>
                  <a:pt x="3165531" y="1794534"/>
                </a:lnTo>
                <a:cubicBezTo>
                  <a:pt x="3165126" y="1794534"/>
                  <a:pt x="3164721" y="1794534"/>
                  <a:pt x="3164317" y="1794129"/>
                </a:cubicBezTo>
                <a:lnTo>
                  <a:pt x="3159459" y="1785223"/>
                </a:lnTo>
                <a:cubicBezTo>
                  <a:pt x="3159054" y="1784818"/>
                  <a:pt x="3159054" y="1784414"/>
                  <a:pt x="3159459" y="1784009"/>
                </a:cubicBezTo>
                <a:lnTo>
                  <a:pt x="3164317" y="1775103"/>
                </a:lnTo>
                <a:cubicBezTo>
                  <a:pt x="3164721" y="1775103"/>
                  <a:pt x="3165126" y="1774698"/>
                  <a:pt x="3165531" y="1774698"/>
                </a:cubicBezTo>
                <a:close/>
                <a:moveTo>
                  <a:pt x="4627309" y="1743123"/>
                </a:moveTo>
                <a:lnTo>
                  <a:pt x="4628929" y="1743123"/>
                </a:lnTo>
                <a:lnTo>
                  <a:pt x="4629739" y="1744337"/>
                </a:lnTo>
                <a:lnTo>
                  <a:pt x="4628929" y="1745552"/>
                </a:lnTo>
                <a:lnTo>
                  <a:pt x="4627309" y="1745552"/>
                </a:lnTo>
                <a:lnTo>
                  <a:pt x="4626500" y="1744337"/>
                </a:lnTo>
                <a:close/>
                <a:moveTo>
                  <a:pt x="3898242" y="1742313"/>
                </a:moveTo>
                <a:lnTo>
                  <a:pt x="3900671" y="1742313"/>
                </a:lnTo>
                <a:lnTo>
                  <a:pt x="3901886" y="1744337"/>
                </a:lnTo>
                <a:lnTo>
                  <a:pt x="3900671" y="1746361"/>
                </a:lnTo>
                <a:lnTo>
                  <a:pt x="3898242" y="1746361"/>
                </a:lnTo>
                <a:lnTo>
                  <a:pt x="3897028" y="1744337"/>
                </a:lnTo>
                <a:close/>
                <a:moveTo>
                  <a:pt x="3858165" y="1742313"/>
                </a:moveTo>
                <a:lnTo>
                  <a:pt x="3860189" y="1742313"/>
                </a:lnTo>
                <a:lnTo>
                  <a:pt x="3861404" y="1744337"/>
                </a:lnTo>
                <a:lnTo>
                  <a:pt x="3860189" y="1746361"/>
                </a:lnTo>
                <a:lnTo>
                  <a:pt x="3858165" y="1746361"/>
                </a:lnTo>
                <a:lnTo>
                  <a:pt x="3856951" y="1744337"/>
                </a:lnTo>
                <a:close/>
                <a:moveTo>
                  <a:pt x="3817279" y="1742313"/>
                </a:moveTo>
                <a:lnTo>
                  <a:pt x="3819708" y="1742313"/>
                </a:lnTo>
                <a:lnTo>
                  <a:pt x="3820923" y="1744337"/>
                </a:lnTo>
                <a:lnTo>
                  <a:pt x="3819708" y="1746361"/>
                </a:lnTo>
                <a:lnTo>
                  <a:pt x="3817279" y="1746361"/>
                </a:lnTo>
                <a:lnTo>
                  <a:pt x="3816065" y="1744337"/>
                </a:lnTo>
                <a:close/>
                <a:moveTo>
                  <a:pt x="4100648" y="1741908"/>
                </a:moveTo>
                <a:lnTo>
                  <a:pt x="4103482" y="1741908"/>
                </a:lnTo>
                <a:lnTo>
                  <a:pt x="4105101" y="1744337"/>
                </a:lnTo>
                <a:lnTo>
                  <a:pt x="4103482" y="1746766"/>
                </a:lnTo>
                <a:lnTo>
                  <a:pt x="4100648" y="1746766"/>
                </a:lnTo>
                <a:lnTo>
                  <a:pt x="4099029" y="1744337"/>
                </a:lnTo>
                <a:close/>
                <a:moveTo>
                  <a:pt x="3978800" y="1741908"/>
                </a:moveTo>
                <a:lnTo>
                  <a:pt x="3981633" y="1741908"/>
                </a:lnTo>
                <a:lnTo>
                  <a:pt x="3982848" y="1744337"/>
                </a:lnTo>
                <a:lnTo>
                  <a:pt x="3981633" y="1746766"/>
                </a:lnTo>
                <a:lnTo>
                  <a:pt x="3978800" y="1746766"/>
                </a:lnTo>
                <a:lnTo>
                  <a:pt x="3977585" y="1744337"/>
                </a:lnTo>
                <a:close/>
                <a:moveTo>
                  <a:pt x="3938319" y="1741908"/>
                </a:moveTo>
                <a:lnTo>
                  <a:pt x="3941152" y="1741908"/>
                </a:lnTo>
                <a:lnTo>
                  <a:pt x="3942367" y="1744337"/>
                </a:lnTo>
                <a:lnTo>
                  <a:pt x="3941152" y="1746766"/>
                </a:lnTo>
                <a:lnTo>
                  <a:pt x="3938319" y="1746766"/>
                </a:lnTo>
                <a:lnTo>
                  <a:pt x="3937104" y="1744337"/>
                </a:lnTo>
                <a:close/>
                <a:moveTo>
                  <a:pt x="3776394" y="1741908"/>
                </a:moveTo>
                <a:lnTo>
                  <a:pt x="3779227" y="1741908"/>
                </a:lnTo>
                <a:lnTo>
                  <a:pt x="3780442" y="1744337"/>
                </a:lnTo>
                <a:lnTo>
                  <a:pt x="3779227" y="1746766"/>
                </a:lnTo>
                <a:lnTo>
                  <a:pt x="3776394" y="1746766"/>
                </a:lnTo>
                <a:lnTo>
                  <a:pt x="3775179" y="1744337"/>
                </a:lnTo>
                <a:close/>
                <a:moveTo>
                  <a:pt x="3736316" y="1741908"/>
                </a:moveTo>
                <a:lnTo>
                  <a:pt x="3739150" y="1741908"/>
                </a:lnTo>
                <a:lnTo>
                  <a:pt x="3740769" y="1744337"/>
                </a:lnTo>
                <a:lnTo>
                  <a:pt x="3739150" y="1746766"/>
                </a:lnTo>
                <a:lnTo>
                  <a:pt x="3736316" y="1746766"/>
                </a:lnTo>
                <a:lnTo>
                  <a:pt x="3734697" y="1744337"/>
                </a:lnTo>
                <a:close/>
                <a:moveTo>
                  <a:pt x="3654950" y="1741908"/>
                </a:moveTo>
                <a:lnTo>
                  <a:pt x="3657783" y="1741908"/>
                </a:lnTo>
                <a:lnTo>
                  <a:pt x="3658998" y="1744337"/>
                </a:lnTo>
                <a:lnTo>
                  <a:pt x="3657783" y="1746766"/>
                </a:lnTo>
                <a:lnTo>
                  <a:pt x="3654950" y="1746766"/>
                </a:lnTo>
                <a:lnTo>
                  <a:pt x="3653735" y="1744337"/>
                </a:lnTo>
                <a:close/>
                <a:moveTo>
                  <a:pt x="3574391" y="1741908"/>
                </a:moveTo>
                <a:lnTo>
                  <a:pt x="3577225" y="1741908"/>
                </a:lnTo>
                <a:lnTo>
                  <a:pt x="3578844" y="1744337"/>
                </a:lnTo>
                <a:lnTo>
                  <a:pt x="3577225" y="1746766"/>
                </a:lnTo>
                <a:lnTo>
                  <a:pt x="3574391" y="1746766"/>
                </a:lnTo>
                <a:lnTo>
                  <a:pt x="3572772" y="1744337"/>
                </a:lnTo>
                <a:close/>
                <a:moveTo>
                  <a:pt x="4059762" y="1741504"/>
                </a:moveTo>
                <a:lnTo>
                  <a:pt x="4063001" y="1741504"/>
                </a:lnTo>
                <a:lnTo>
                  <a:pt x="4064620" y="1744337"/>
                </a:lnTo>
                <a:lnTo>
                  <a:pt x="4063001" y="1747171"/>
                </a:lnTo>
                <a:lnTo>
                  <a:pt x="4059762" y="1747171"/>
                </a:lnTo>
                <a:lnTo>
                  <a:pt x="4058143" y="1744337"/>
                </a:lnTo>
                <a:close/>
                <a:moveTo>
                  <a:pt x="4019280" y="1741504"/>
                </a:moveTo>
                <a:lnTo>
                  <a:pt x="4022519" y="1741504"/>
                </a:lnTo>
                <a:lnTo>
                  <a:pt x="4024138" y="1744337"/>
                </a:lnTo>
                <a:lnTo>
                  <a:pt x="4022519" y="1747171"/>
                </a:lnTo>
                <a:lnTo>
                  <a:pt x="4019280" y="1747171"/>
                </a:lnTo>
                <a:lnTo>
                  <a:pt x="4017661" y="1744337"/>
                </a:lnTo>
                <a:close/>
                <a:moveTo>
                  <a:pt x="3695430" y="1741504"/>
                </a:moveTo>
                <a:lnTo>
                  <a:pt x="3698669" y="1741504"/>
                </a:lnTo>
                <a:lnTo>
                  <a:pt x="3700288" y="1744337"/>
                </a:lnTo>
                <a:lnTo>
                  <a:pt x="3698669" y="1747171"/>
                </a:lnTo>
                <a:lnTo>
                  <a:pt x="3695430" y="1747171"/>
                </a:lnTo>
                <a:lnTo>
                  <a:pt x="3693811" y="1744337"/>
                </a:lnTo>
                <a:close/>
                <a:moveTo>
                  <a:pt x="3533505" y="1741504"/>
                </a:moveTo>
                <a:lnTo>
                  <a:pt x="3536744" y="1741504"/>
                </a:lnTo>
                <a:lnTo>
                  <a:pt x="3538363" y="1744337"/>
                </a:lnTo>
                <a:lnTo>
                  <a:pt x="3536744" y="1747171"/>
                </a:lnTo>
                <a:lnTo>
                  <a:pt x="3533505" y="1747171"/>
                </a:lnTo>
                <a:lnTo>
                  <a:pt x="3531886" y="1744337"/>
                </a:lnTo>
                <a:close/>
                <a:moveTo>
                  <a:pt x="4181206" y="1741099"/>
                </a:moveTo>
                <a:lnTo>
                  <a:pt x="4184849" y="1741099"/>
                </a:lnTo>
                <a:lnTo>
                  <a:pt x="4186874" y="1744337"/>
                </a:lnTo>
                <a:lnTo>
                  <a:pt x="4184849" y="1747576"/>
                </a:lnTo>
                <a:lnTo>
                  <a:pt x="4181206" y="1747576"/>
                </a:lnTo>
                <a:lnTo>
                  <a:pt x="4179182" y="1744337"/>
                </a:lnTo>
                <a:close/>
                <a:moveTo>
                  <a:pt x="3614063" y="1741099"/>
                </a:moveTo>
                <a:lnTo>
                  <a:pt x="3617707" y="1741099"/>
                </a:lnTo>
                <a:lnTo>
                  <a:pt x="3619326" y="1744337"/>
                </a:lnTo>
                <a:lnTo>
                  <a:pt x="3617707" y="1747576"/>
                </a:lnTo>
                <a:lnTo>
                  <a:pt x="3614063" y="1747576"/>
                </a:lnTo>
                <a:lnTo>
                  <a:pt x="3612444" y="1744337"/>
                </a:lnTo>
                <a:close/>
                <a:moveTo>
                  <a:pt x="3492620" y="1741099"/>
                </a:moveTo>
                <a:lnTo>
                  <a:pt x="3496668" y="1741099"/>
                </a:lnTo>
                <a:lnTo>
                  <a:pt x="3498692" y="1744337"/>
                </a:lnTo>
                <a:lnTo>
                  <a:pt x="3496668" y="1747576"/>
                </a:lnTo>
                <a:lnTo>
                  <a:pt x="3492620" y="1747576"/>
                </a:lnTo>
                <a:lnTo>
                  <a:pt x="3490596" y="1744337"/>
                </a:lnTo>
                <a:close/>
                <a:moveTo>
                  <a:pt x="4261763" y="1740694"/>
                </a:moveTo>
                <a:lnTo>
                  <a:pt x="4265811" y="1740694"/>
                </a:lnTo>
                <a:lnTo>
                  <a:pt x="4267835" y="1744337"/>
                </a:lnTo>
                <a:lnTo>
                  <a:pt x="4265811" y="1747981"/>
                </a:lnTo>
                <a:lnTo>
                  <a:pt x="4261763" y="1747981"/>
                </a:lnTo>
                <a:lnTo>
                  <a:pt x="4259739" y="1744337"/>
                </a:lnTo>
                <a:close/>
                <a:moveTo>
                  <a:pt x="4221282" y="1740694"/>
                </a:moveTo>
                <a:lnTo>
                  <a:pt x="4225330" y="1740694"/>
                </a:lnTo>
                <a:lnTo>
                  <a:pt x="4227354" y="1744337"/>
                </a:lnTo>
                <a:lnTo>
                  <a:pt x="4225330" y="1747981"/>
                </a:lnTo>
                <a:lnTo>
                  <a:pt x="4221282" y="1747981"/>
                </a:lnTo>
                <a:lnTo>
                  <a:pt x="4219258" y="1744337"/>
                </a:lnTo>
                <a:close/>
                <a:moveTo>
                  <a:pt x="4140320" y="1740694"/>
                </a:moveTo>
                <a:lnTo>
                  <a:pt x="4144368" y="1740694"/>
                </a:lnTo>
                <a:lnTo>
                  <a:pt x="4146392" y="1744337"/>
                </a:lnTo>
                <a:lnTo>
                  <a:pt x="4144368" y="1747981"/>
                </a:lnTo>
                <a:lnTo>
                  <a:pt x="4140320" y="1747981"/>
                </a:lnTo>
                <a:lnTo>
                  <a:pt x="4138296" y="1744337"/>
                </a:lnTo>
                <a:close/>
                <a:moveTo>
                  <a:pt x="3451734" y="1740694"/>
                </a:moveTo>
                <a:lnTo>
                  <a:pt x="3456187" y="1740694"/>
                </a:lnTo>
                <a:lnTo>
                  <a:pt x="3458211" y="1744337"/>
                </a:lnTo>
                <a:lnTo>
                  <a:pt x="3456187" y="1747981"/>
                </a:lnTo>
                <a:lnTo>
                  <a:pt x="3451734" y="1747981"/>
                </a:lnTo>
                <a:lnTo>
                  <a:pt x="3449710" y="1744337"/>
                </a:lnTo>
                <a:close/>
                <a:moveTo>
                  <a:pt x="4586018" y="1740289"/>
                </a:moveTo>
                <a:lnTo>
                  <a:pt x="4589257" y="1740289"/>
                </a:lnTo>
                <a:cubicBezTo>
                  <a:pt x="4589662" y="1740289"/>
                  <a:pt x="4590067" y="1740694"/>
                  <a:pt x="4590471" y="1741099"/>
                </a:cubicBezTo>
                <a:lnTo>
                  <a:pt x="4592091" y="1743932"/>
                </a:lnTo>
                <a:cubicBezTo>
                  <a:pt x="4592495" y="1744337"/>
                  <a:pt x="4592495" y="1744742"/>
                  <a:pt x="4592091" y="1745147"/>
                </a:cubicBezTo>
                <a:lnTo>
                  <a:pt x="4590471" y="1747981"/>
                </a:lnTo>
                <a:cubicBezTo>
                  <a:pt x="4590067" y="1748385"/>
                  <a:pt x="4589662" y="1748385"/>
                  <a:pt x="4589257" y="1748790"/>
                </a:cubicBezTo>
                <a:lnTo>
                  <a:pt x="4586018" y="1748790"/>
                </a:lnTo>
                <a:cubicBezTo>
                  <a:pt x="4585614" y="1748790"/>
                  <a:pt x="4585209" y="1748385"/>
                  <a:pt x="4584804" y="1747981"/>
                </a:cubicBezTo>
                <a:lnTo>
                  <a:pt x="4583185" y="1745147"/>
                </a:lnTo>
                <a:cubicBezTo>
                  <a:pt x="4582780" y="1744742"/>
                  <a:pt x="4582780" y="1744337"/>
                  <a:pt x="4583185" y="1743932"/>
                </a:cubicBezTo>
                <a:lnTo>
                  <a:pt x="4584804" y="1741099"/>
                </a:lnTo>
                <a:cubicBezTo>
                  <a:pt x="4585209" y="1740694"/>
                  <a:pt x="4585614" y="1740289"/>
                  <a:pt x="4586018" y="1740289"/>
                </a:cubicBezTo>
                <a:close/>
                <a:moveTo>
                  <a:pt x="3411253" y="1740289"/>
                </a:moveTo>
                <a:lnTo>
                  <a:pt x="3415706" y="1740289"/>
                </a:lnTo>
                <a:lnTo>
                  <a:pt x="3417730" y="1744337"/>
                </a:lnTo>
                <a:lnTo>
                  <a:pt x="3415706" y="1748385"/>
                </a:lnTo>
                <a:lnTo>
                  <a:pt x="3411253" y="1748385"/>
                </a:lnTo>
                <a:lnTo>
                  <a:pt x="3409229" y="1744337"/>
                </a:lnTo>
                <a:close/>
                <a:moveTo>
                  <a:pt x="4545132" y="1739884"/>
                </a:moveTo>
                <a:lnTo>
                  <a:pt x="4548776" y="1739884"/>
                </a:lnTo>
                <a:cubicBezTo>
                  <a:pt x="4549180" y="1739884"/>
                  <a:pt x="4549585" y="1740289"/>
                  <a:pt x="4549990" y="1740694"/>
                </a:cubicBezTo>
                <a:lnTo>
                  <a:pt x="4552014" y="1743932"/>
                </a:lnTo>
                <a:cubicBezTo>
                  <a:pt x="4552419" y="1744337"/>
                  <a:pt x="4552419" y="1744742"/>
                  <a:pt x="4552014" y="1745147"/>
                </a:cubicBezTo>
                <a:lnTo>
                  <a:pt x="4549990" y="1748385"/>
                </a:lnTo>
                <a:cubicBezTo>
                  <a:pt x="4549990" y="1748790"/>
                  <a:pt x="4549585" y="1748790"/>
                  <a:pt x="4548776" y="1749195"/>
                </a:cubicBezTo>
                <a:lnTo>
                  <a:pt x="4545132" y="1749195"/>
                </a:lnTo>
                <a:cubicBezTo>
                  <a:pt x="4544728" y="1749195"/>
                  <a:pt x="4544322" y="1748790"/>
                  <a:pt x="4543918" y="1748385"/>
                </a:cubicBezTo>
                <a:lnTo>
                  <a:pt x="4541894" y="1745147"/>
                </a:lnTo>
                <a:cubicBezTo>
                  <a:pt x="4541489" y="1744742"/>
                  <a:pt x="4541489" y="1744337"/>
                  <a:pt x="4541894" y="1743932"/>
                </a:cubicBezTo>
                <a:lnTo>
                  <a:pt x="4543918" y="1740694"/>
                </a:lnTo>
                <a:cubicBezTo>
                  <a:pt x="4544322" y="1740289"/>
                  <a:pt x="4544728" y="1739884"/>
                  <a:pt x="4545132" y="1739884"/>
                </a:cubicBezTo>
                <a:close/>
                <a:moveTo>
                  <a:pt x="4463765" y="1739884"/>
                </a:moveTo>
                <a:lnTo>
                  <a:pt x="4468218" y="1739884"/>
                </a:lnTo>
                <a:cubicBezTo>
                  <a:pt x="4468623" y="1739884"/>
                  <a:pt x="4469027" y="1739884"/>
                  <a:pt x="4469432" y="1740289"/>
                </a:cubicBezTo>
                <a:lnTo>
                  <a:pt x="4471456" y="1743932"/>
                </a:lnTo>
                <a:cubicBezTo>
                  <a:pt x="4471861" y="1744337"/>
                  <a:pt x="4471861" y="1744742"/>
                  <a:pt x="4471456" y="1745147"/>
                </a:cubicBezTo>
                <a:lnTo>
                  <a:pt x="4469432" y="1748790"/>
                </a:lnTo>
                <a:cubicBezTo>
                  <a:pt x="4469027" y="1749195"/>
                  <a:pt x="4468623" y="1749195"/>
                  <a:pt x="4468218" y="1749600"/>
                </a:cubicBezTo>
                <a:lnTo>
                  <a:pt x="4463765" y="1749600"/>
                </a:lnTo>
                <a:cubicBezTo>
                  <a:pt x="4463360" y="1749600"/>
                  <a:pt x="4462955" y="1749195"/>
                  <a:pt x="4462551" y="1748790"/>
                </a:cubicBezTo>
                <a:lnTo>
                  <a:pt x="4460527" y="1745147"/>
                </a:lnTo>
                <a:cubicBezTo>
                  <a:pt x="4460122" y="1744742"/>
                  <a:pt x="4460122" y="1744337"/>
                  <a:pt x="4460527" y="1743932"/>
                </a:cubicBezTo>
                <a:lnTo>
                  <a:pt x="4462551" y="1740289"/>
                </a:lnTo>
                <a:cubicBezTo>
                  <a:pt x="4462955" y="1740289"/>
                  <a:pt x="4463360" y="1739884"/>
                  <a:pt x="4463765" y="1739884"/>
                </a:cubicBezTo>
                <a:close/>
                <a:moveTo>
                  <a:pt x="4383207" y="1739884"/>
                </a:moveTo>
                <a:lnTo>
                  <a:pt x="4386851" y="1739884"/>
                </a:lnTo>
                <a:cubicBezTo>
                  <a:pt x="4387255" y="1739884"/>
                  <a:pt x="4387660" y="1740289"/>
                  <a:pt x="4388065" y="1740694"/>
                </a:cubicBezTo>
                <a:lnTo>
                  <a:pt x="4390089" y="1743932"/>
                </a:lnTo>
                <a:cubicBezTo>
                  <a:pt x="4390494" y="1744337"/>
                  <a:pt x="4390494" y="1744742"/>
                  <a:pt x="4390089" y="1745147"/>
                </a:cubicBezTo>
                <a:lnTo>
                  <a:pt x="4388065" y="1748385"/>
                </a:lnTo>
                <a:cubicBezTo>
                  <a:pt x="4388065" y="1748790"/>
                  <a:pt x="4387660" y="1748790"/>
                  <a:pt x="4386851" y="1749195"/>
                </a:cubicBezTo>
                <a:lnTo>
                  <a:pt x="4383207" y="1749195"/>
                </a:lnTo>
                <a:cubicBezTo>
                  <a:pt x="4382803" y="1749195"/>
                  <a:pt x="4382397" y="1748790"/>
                  <a:pt x="4381993" y="1748385"/>
                </a:cubicBezTo>
                <a:lnTo>
                  <a:pt x="4379969" y="1745147"/>
                </a:lnTo>
                <a:cubicBezTo>
                  <a:pt x="4379564" y="1744742"/>
                  <a:pt x="4379564" y="1744337"/>
                  <a:pt x="4379969" y="1743932"/>
                </a:cubicBezTo>
                <a:lnTo>
                  <a:pt x="4381993" y="1740694"/>
                </a:lnTo>
                <a:cubicBezTo>
                  <a:pt x="4382397" y="1740289"/>
                  <a:pt x="4382803" y="1739884"/>
                  <a:pt x="4383207" y="1739884"/>
                </a:cubicBezTo>
                <a:close/>
                <a:moveTo>
                  <a:pt x="4302245" y="1739884"/>
                </a:moveTo>
                <a:lnTo>
                  <a:pt x="4305888" y="1739884"/>
                </a:lnTo>
                <a:cubicBezTo>
                  <a:pt x="4306293" y="1739884"/>
                  <a:pt x="4306697" y="1739884"/>
                  <a:pt x="4307102" y="1740289"/>
                </a:cubicBezTo>
                <a:lnTo>
                  <a:pt x="4308721" y="1743527"/>
                </a:lnTo>
                <a:cubicBezTo>
                  <a:pt x="4309126" y="1743932"/>
                  <a:pt x="4309126" y="1744337"/>
                  <a:pt x="4308721" y="1744742"/>
                </a:cubicBezTo>
                <a:lnTo>
                  <a:pt x="4307102" y="1747980"/>
                </a:lnTo>
                <a:cubicBezTo>
                  <a:pt x="4306697" y="1748385"/>
                  <a:pt x="4306293" y="1748790"/>
                  <a:pt x="4305888" y="1748385"/>
                </a:cubicBezTo>
                <a:lnTo>
                  <a:pt x="4302245" y="1748385"/>
                </a:lnTo>
                <a:cubicBezTo>
                  <a:pt x="4301840" y="1748385"/>
                  <a:pt x="4301435" y="1748385"/>
                  <a:pt x="4301030" y="1747980"/>
                </a:cubicBezTo>
                <a:lnTo>
                  <a:pt x="4299411" y="1744742"/>
                </a:lnTo>
                <a:cubicBezTo>
                  <a:pt x="4299006" y="1744337"/>
                  <a:pt x="4299006" y="1743932"/>
                  <a:pt x="4299411" y="1743527"/>
                </a:cubicBezTo>
                <a:lnTo>
                  <a:pt x="4301030" y="1740289"/>
                </a:lnTo>
                <a:cubicBezTo>
                  <a:pt x="4301435" y="1740289"/>
                  <a:pt x="4301840" y="1739884"/>
                  <a:pt x="4302245" y="1739884"/>
                </a:cubicBezTo>
                <a:close/>
                <a:moveTo>
                  <a:pt x="4423688" y="1739479"/>
                </a:moveTo>
                <a:lnTo>
                  <a:pt x="4427736" y="1739479"/>
                </a:lnTo>
                <a:cubicBezTo>
                  <a:pt x="4428141" y="1739479"/>
                  <a:pt x="4428546" y="1739884"/>
                  <a:pt x="4428950" y="1740288"/>
                </a:cubicBezTo>
                <a:lnTo>
                  <a:pt x="4430975" y="1743932"/>
                </a:lnTo>
                <a:cubicBezTo>
                  <a:pt x="4431380" y="1744337"/>
                  <a:pt x="4431380" y="1744742"/>
                  <a:pt x="4430975" y="1745146"/>
                </a:cubicBezTo>
                <a:lnTo>
                  <a:pt x="4428950" y="1748790"/>
                </a:lnTo>
                <a:cubicBezTo>
                  <a:pt x="4428546" y="1748790"/>
                  <a:pt x="4428141" y="1749194"/>
                  <a:pt x="4427736" y="1749194"/>
                </a:cubicBezTo>
                <a:lnTo>
                  <a:pt x="4423688" y="1749194"/>
                </a:lnTo>
                <a:cubicBezTo>
                  <a:pt x="4423284" y="1749194"/>
                  <a:pt x="4422878" y="1749194"/>
                  <a:pt x="4422474" y="1748790"/>
                </a:cubicBezTo>
                <a:lnTo>
                  <a:pt x="4420450" y="1745146"/>
                </a:lnTo>
                <a:cubicBezTo>
                  <a:pt x="4420045" y="1744742"/>
                  <a:pt x="4420045" y="1744337"/>
                  <a:pt x="4420450" y="1743932"/>
                </a:cubicBezTo>
                <a:lnTo>
                  <a:pt x="4422474" y="1740288"/>
                </a:lnTo>
                <a:cubicBezTo>
                  <a:pt x="4422878" y="1739884"/>
                  <a:pt x="4423284" y="1739479"/>
                  <a:pt x="4423688" y="1739479"/>
                </a:cubicBezTo>
                <a:close/>
                <a:moveTo>
                  <a:pt x="4342726" y="1739479"/>
                </a:moveTo>
                <a:lnTo>
                  <a:pt x="4346370" y="1739479"/>
                </a:lnTo>
                <a:cubicBezTo>
                  <a:pt x="4346774" y="1739479"/>
                  <a:pt x="4347179" y="1739884"/>
                  <a:pt x="4347584" y="1740288"/>
                </a:cubicBezTo>
                <a:lnTo>
                  <a:pt x="4349608" y="1743527"/>
                </a:lnTo>
                <a:cubicBezTo>
                  <a:pt x="4350013" y="1743932"/>
                  <a:pt x="4350013" y="1744337"/>
                  <a:pt x="4349608" y="1744742"/>
                </a:cubicBezTo>
                <a:lnTo>
                  <a:pt x="4347584" y="1747980"/>
                </a:lnTo>
                <a:cubicBezTo>
                  <a:pt x="4347584" y="1748385"/>
                  <a:pt x="4347179" y="1748790"/>
                  <a:pt x="4346370" y="1748790"/>
                </a:cubicBezTo>
                <a:lnTo>
                  <a:pt x="4342726" y="1748790"/>
                </a:lnTo>
                <a:cubicBezTo>
                  <a:pt x="4342322" y="1748790"/>
                  <a:pt x="4341916" y="1748385"/>
                  <a:pt x="4341512" y="1747980"/>
                </a:cubicBezTo>
                <a:lnTo>
                  <a:pt x="4339488" y="1744742"/>
                </a:lnTo>
                <a:cubicBezTo>
                  <a:pt x="4339083" y="1744337"/>
                  <a:pt x="4339083" y="1743932"/>
                  <a:pt x="4339488" y="1743527"/>
                </a:cubicBezTo>
                <a:lnTo>
                  <a:pt x="4341512" y="1740288"/>
                </a:lnTo>
                <a:cubicBezTo>
                  <a:pt x="4341916" y="1739884"/>
                  <a:pt x="4342322" y="1739479"/>
                  <a:pt x="4342726" y="1739479"/>
                </a:cubicBezTo>
                <a:close/>
                <a:moveTo>
                  <a:pt x="3370771" y="1739479"/>
                </a:moveTo>
                <a:lnTo>
                  <a:pt x="3375224" y="1739479"/>
                </a:lnTo>
                <a:cubicBezTo>
                  <a:pt x="3375629" y="1739479"/>
                  <a:pt x="3376033" y="1739884"/>
                  <a:pt x="3376438" y="1740288"/>
                </a:cubicBezTo>
                <a:lnTo>
                  <a:pt x="3378462" y="1743932"/>
                </a:lnTo>
                <a:cubicBezTo>
                  <a:pt x="3378867" y="1744337"/>
                  <a:pt x="3378867" y="1744742"/>
                  <a:pt x="3378462" y="1745146"/>
                </a:cubicBezTo>
                <a:lnTo>
                  <a:pt x="3376438" y="1748790"/>
                </a:lnTo>
                <a:cubicBezTo>
                  <a:pt x="3376438" y="1749194"/>
                  <a:pt x="3376033" y="1749194"/>
                  <a:pt x="3375224" y="1749599"/>
                </a:cubicBezTo>
                <a:lnTo>
                  <a:pt x="3370771" y="1749599"/>
                </a:lnTo>
                <a:cubicBezTo>
                  <a:pt x="3370366" y="1749599"/>
                  <a:pt x="3369961" y="1749194"/>
                  <a:pt x="3369557" y="1748790"/>
                </a:cubicBezTo>
                <a:lnTo>
                  <a:pt x="3367533" y="1745146"/>
                </a:lnTo>
                <a:cubicBezTo>
                  <a:pt x="3367128" y="1744742"/>
                  <a:pt x="3367128" y="1744337"/>
                  <a:pt x="3367533" y="1743932"/>
                </a:cubicBezTo>
                <a:lnTo>
                  <a:pt x="3369557" y="1740288"/>
                </a:lnTo>
                <a:cubicBezTo>
                  <a:pt x="3369961" y="1739884"/>
                  <a:pt x="3370366" y="1739479"/>
                  <a:pt x="3370771" y="1739479"/>
                </a:cubicBezTo>
                <a:close/>
                <a:moveTo>
                  <a:pt x="4504651" y="1739074"/>
                </a:moveTo>
                <a:lnTo>
                  <a:pt x="4508699" y="1739074"/>
                </a:lnTo>
                <a:cubicBezTo>
                  <a:pt x="4509104" y="1739074"/>
                  <a:pt x="4509509" y="1739479"/>
                  <a:pt x="4509913" y="1739884"/>
                </a:cubicBezTo>
                <a:lnTo>
                  <a:pt x="4511938" y="1743527"/>
                </a:lnTo>
                <a:cubicBezTo>
                  <a:pt x="4512343" y="1743932"/>
                  <a:pt x="4512343" y="1744337"/>
                  <a:pt x="4511938" y="1744741"/>
                </a:cubicBezTo>
                <a:lnTo>
                  <a:pt x="4509913" y="1748385"/>
                </a:lnTo>
                <a:cubicBezTo>
                  <a:pt x="4509509" y="1748790"/>
                  <a:pt x="4509104" y="1749194"/>
                  <a:pt x="4508699" y="1748790"/>
                </a:cubicBezTo>
                <a:lnTo>
                  <a:pt x="4504651" y="1748790"/>
                </a:lnTo>
                <a:cubicBezTo>
                  <a:pt x="4504247" y="1748790"/>
                  <a:pt x="4503841" y="1748790"/>
                  <a:pt x="4503437" y="1748385"/>
                </a:cubicBezTo>
                <a:lnTo>
                  <a:pt x="4501413" y="1744741"/>
                </a:lnTo>
                <a:cubicBezTo>
                  <a:pt x="4501008" y="1744337"/>
                  <a:pt x="4501008" y="1743932"/>
                  <a:pt x="4501413" y="1743527"/>
                </a:cubicBezTo>
                <a:lnTo>
                  <a:pt x="4503437" y="1739884"/>
                </a:lnTo>
                <a:cubicBezTo>
                  <a:pt x="4503841" y="1739479"/>
                  <a:pt x="4504247" y="1739074"/>
                  <a:pt x="4504651" y="1739074"/>
                </a:cubicBezTo>
                <a:close/>
                <a:moveTo>
                  <a:pt x="3330290" y="1739074"/>
                </a:moveTo>
                <a:lnTo>
                  <a:pt x="3335147" y="1739074"/>
                </a:lnTo>
                <a:cubicBezTo>
                  <a:pt x="3335552" y="1739074"/>
                  <a:pt x="3335957" y="1739479"/>
                  <a:pt x="3336362" y="1739884"/>
                </a:cubicBezTo>
                <a:lnTo>
                  <a:pt x="3338791" y="1743932"/>
                </a:lnTo>
                <a:cubicBezTo>
                  <a:pt x="3339196" y="1744337"/>
                  <a:pt x="3339196" y="1744741"/>
                  <a:pt x="3338791" y="1745146"/>
                </a:cubicBezTo>
                <a:lnTo>
                  <a:pt x="3336362" y="1749194"/>
                </a:lnTo>
                <a:cubicBezTo>
                  <a:pt x="3335957" y="1749599"/>
                  <a:pt x="3335552" y="1749599"/>
                  <a:pt x="3335147" y="1749599"/>
                </a:cubicBezTo>
                <a:lnTo>
                  <a:pt x="3330290" y="1749599"/>
                </a:lnTo>
                <a:cubicBezTo>
                  <a:pt x="3329885" y="1749599"/>
                  <a:pt x="3329480" y="1749599"/>
                  <a:pt x="3329075" y="1749194"/>
                </a:cubicBezTo>
                <a:lnTo>
                  <a:pt x="3326647" y="1745146"/>
                </a:lnTo>
                <a:cubicBezTo>
                  <a:pt x="3326242" y="1744741"/>
                  <a:pt x="3326242" y="1744337"/>
                  <a:pt x="3326647" y="1743932"/>
                </a:cubicBezTo>
                <a:lnTo>
                  <a:pt x="3329075" y="1739884"/>
                </a:lnTo>
                <a:cubicBezTo>
                  <a:pt x="3329480" y="1739479"/>
                  <a:pt x="3329885" y="1739074"/>
                  <a:pt x="3330290" y="1739074"/>
                </a:cubicBezTo>
                <a:close/>
                <a:moveTo>
                  <a:pt x="3289404" y="1739074"/>
                </a:moveTo>
                <a:lnTo>
                  <a:pt x="3294262" y="1739074"/>
                </a:lnTo>
                <a:cubicBezTo>
                  <a:pt x="3294667" y="1739074"/>
                  <a:pt x="3295071" y="1739479"/>
                  <a:pt x="3295476" y="1739884"/>
                </a:cubicBezTo>
                <a:lnTo>
                  <a:pt x="3297905" y="1743932"/>
                </a:lnTo>
                <a:cubicBezTo>
                  <a:pt x="3298310" y="1744337"/>
                  <a:pt x="3298310" y="1744741"/>
                  <a:pt x="3297905" y="1745146"/>
                </a:cubicBezTo>
                <a:lnTo>
                  <a:pt x="3295476" y="1749194"/>
                </a:lnTo>
                <a:cubicBezTo>
                  <a:pt x="3295476" y="1749599"/>
                  <a:pt x="3295071" y="1749599"/>
                  <a:pt x="3294262" y="1750004"/>
                </a:cubicBezTo>
                <a:lnTo>
                  <a:pt x="3289404" y="1750004"/>
                </a:lnTo>
                <a:cubicBezTo>
                  <a:pt x="3288999" y="1750004"/>
                  <a:pt x="3288594" y="1749599"/>
                  <a:pt x="3288190" y="1749194"/>
                </a:cubicBezTo>
                <a:lnTo>
                  <a:pt x="3285761" y="1745146"/>
                </a:lnTo>
                <a:cubicBezTo>
                  <a:pt x="3285356" y="1744741"/>
                  <a:pt x="3285356" y="1744337"/>
                  <a:pt x="3285761" y="1743932"/>
                </a:cubicBezTo>
                <a:lnTo>
                  <a:pt x="3288190" y="1739884"/>
                </a:lnTo>
                <a:cubicBezTo>
                  <a:pt x="3288594" y="1739479"/>
                  <a:pt x="3288999" y="1739074"/>
                  <a:pt x="3289404" y="1739074"/>
                </a:cubicBezTo>
                <a:close/>
                <a:moveTo>
                  <a:pt x="3248923" y="1738265"/>
                </a:moveTo>
                <a:lnTo>
                  <a:pt x="3254590" y="1738265"/>
                </a:lnTo>
                <a:cubicBezTo>
                  <a:pt x="3254995" y="1738265"/>
                  <a:pt x="3255400" y="1738670"/>
                  <a:pt x="3255805" y="1739075"/>
                </a:cubicBezTo>
                <a:lnTo>
                  <a:pt x="3258638" y="1743932"/>
                </a:lnTo>
                <a:cubicBezTo>
                  <a:pt x="3259043" y="1744337"/>
                  <a:pt x="3259043" y="1744742"/>
                  <a:pt x="3258638" y="1745147"/>
                </a:cubicBezTo>
                <a:lnTo>
                  <a:pt x="3255805" y="1750005"/>
                </a:lnTo>
                <a:cubicBezTo>
                  <a:pt x="3255400" y="1750409"/>
                  <a:pt x="3254995" y="1750409"/>
                  <a:pt x="3254590" y="1750814"/>
                </a:cubicBezTo>
                <a:lnTo>
                  <a:pt x="3248923" y="1750814"/>
                </a:lnTo>
                <a:cubicBezTo>
                  <a:pt x="3248518" y="1750814"/>
                  <a:pt x="3248113" y="1750409"/>
                  <a:pt x="3247709" y="1750005"/>
                </a:cubicBezTo>
                <a:lnTo>
                  <a:pt x="3244875" y="1745147"/>
                </a:lnTo>
                <a:cubicBezTo>
                  <a:pt x="3244470" y="1744742"/>
                  <a:pt x="3244470" y="1744337"/>
                  <a:pt x="3244875" y="1743932"/>
                </a:cubicBezTo>
                <a:lnTo>
                  <a:pt x="3247709" y="1739075"/>
                </a:lnTo>
                <a:cubicBezTo>
                  <a:pt x="3248113" y="1738670"/>
                  <a:pt x="3248518" y="1738265"/>
                  <a:pt x="3248923" y="1738265"/>
                </a:cubicBezTo>
                <a:close/>
                <a:moveTo>
                  <a:pt x="3206822" y="1735431"/>
                </a:moveTo>
                <a:lnTo>
                  <a:pt x="3215728" y="1735431"/>
                </a:lnTo>
                <a:cubicBezTo>
                  <a:pt x="3216132" y="1735431"/>
                  <a:pt x="3216537" y="1735836"/>
                  <a:pt x="3216942" y="1736240"/>
                </a:cubicBezTo>
                <a:lnTo>
                  <a:pt x="3221395" y="1743932"/>
                </a:lnTo>
                <a:cubicBezTo>
                  <a:pt x="3221800" y="1744337"/>
                  <a:pt x="3221800" y="1744742"/>
                  <a:pt x="3221395" y="1745146"/>
                </a:cubicBezTo>
                <a:lnTo>
                  <a:pt x="3216942" y="1752838"/>
                </a:lnTo>
                <a:cubicBezTo>
                  <a:pt x="3216537" y="1753243"/>
                  <a:pt x="3216132" y="1753243"/>
                  <a:pt x="3215728" y="1753648"/>
                </a:cubicBezTo>
                <a:lnTo>
                  <a:pt x="3206822" y="1753648"/>
                </a:lnTo>
                <a:cubicBezTo>
                  <a:pt x="3206417" y="1753648"/>
                  <a:pt x="3206012" y="1753243"/>
                  <a:pt x="3205607" y="1752838"/>
                </a:cubicBezTo>
                <a:lnTo>
                  <a:pt x="3201155" y="1745146"/>
                </a:lnTo>
                <a:cubicBezTo>
                  <a:pt x="3200750" y="1744742"/>
                  <a:pt x="3200750" y="1744337"/>
                  <a:pt x="3201155" y="1743932"/>
                </a:cubicBezTo>
                <a:lnTo>
                  <a:pt x="3205607" y="1736240"/>
                </a:lnTo>
                <a:cubicBezTo>
                  <a:pt x="3206012" y="1735836"/>
                  <a:pt x="3206417" y="1735431"/>
                  <a:pt x="3206822" y="1735431"/>
                </a:cubicBezTo>
                <a:close/>
                <a:moveTo>
                  <a:pt x="3125050" y="1734622"/>
                </a:moveTo>
                <a:lnTo>
                  <a:pt x="3135170" y="1734622"/>
                </a:lnTo>
                <a:cubicBezTo>
                  <a:pt x="3135575" y="1734622"/>
                  <a:pt x="3135980" y="1735027"/>
                  <a:pt x="3136385" y="1735432"/>
                </a:cubicBezTo>
                <a:lnTo>
                  <a:pt x="3141242" y="1743933"/>
                </a:lnTo>
                <a:cubicBezTo>
                  <a:pt x="3141647" y="1744337"/>
                  <a:pt x="3141647" y="1744742"/>
                  <a:pt x="3141242" y="1745147"/>
                </a:cubicBezTo>
                <a:lnTo>
                  <a:pt x="3136385" y="1753648"/>
                </a:lnTo>
                <a:cubicBezTo>
                  <a:pt x="3135980" y="1754053"/>
                  <a:pt x="3135575" y="1754053"/>
                  <a:pt x="3135170" y="1754053"/>
                </a:cubicBezTo>
                <a:lnTo>
                  <a:pt x="3125050" y="1754053"/>
                </a:lnTo>
                <a:cubicBezTo>
                  <a:pt x="3124645" y="1754053"/>
                  <a:pt x="3124240" y="1754053"/>
                  <a:pt x="3123836" y="1753648"/>
                </a:cubicBezTo>
                <a:lnTo>
                  <a:pt x="3118978" y="1745147"/>
                </a:lnTo>
                <a:cubicBezTo>
                  <a:pt x="3118573" y="1744742"/>
                  <a:pt x="3118573" y="1744337"/>
                  <a:pt x="3118978" y="1743933"/>
                </a:cubicBezTo>
                <a:lnTo>
                  <a:pt x="3123836" y="1735432"/>
                </a:lnTo>
                <a:cubicBezTo>
                  <a:pt x="3124240" y="1735027"/>
                  <a:pt x="3124645" y="1734622"/>
                  <a:pt x="3125050" y="1734622"/>
                </a:cubicBezTo>
                <a:close/>
                <a:moveTo>
                  <a:pt x="3165531" y="1733812"/>
                </a:moveTo>
                <a:lnTo>
                  <a:pt x="3176056" y="1733812"/>
                </a:lnTo>
                <a:cubicBezTo>
                  <a:pt x="3176462" y="1733812"/>
                  <a:pt x="3176866" y="1733812"/>
                  <a:pt x="3177271" y="1734217"/>
                </a:cubicBezTo>
                <a:lnTo>
                  <a:pt x="3182534" y="1743528"/>
                </a:lnTo>
                <a:cubicBezTo>
                  <a:pt x="3182939" y="1743932"/>
                  <a:pt x="3182939" y="1744337"/>
                  <a:pt x="3182534" y="1744742"/>
                </a:cubicBezTo>
                <a:lnTo>
                  <a:pt x="3177271" y="1754053"/>
                </a:lnTo>
                <a:cubicBezTo>
                  <a:pt x="3176866" y="1754457"/>
                  <a:pt x="3176462" y="1754862"/>
                  <a:pt x="3176056" y="1754457"/>
                </a:cubicBezTo>
                <a:lnTo>
                  <a:pt x="3165531" y="1754457"/>
                </a:lnTo>
                <a:cubicBezTo>
                  <a:pt x="3165127" y="1754457"/>
                  <a:pt x="3164722" y="1754457"/>
                  <a:pt x="3164317" y="1754053"/>
                </a:cubicBezTo>
                <a:lnTo>
                  <a:pt x="3159055" y="1744742"/>
                </a:lnTo>
                <a:cubicBezTo>
                  <a:pt x="3158650" y="1744337"/>
                  <a:pt x="3158650" y="1743932"/>
                  <a:pt x="3159055" y="1743528"/>
                </a:cubicBezTo>
                <a:lnTo>
                  <a:pt x="3164317" y="1734217"/>
                </a:lnTo>
                <a:cubicBezTo>
                  <a:pt x="3164722" y="1734217"/>
                  <a:pt x="3165127" y="1733812"/>
                  <a:pt x="3165531" y="1733812"/>
                </a:cubicBezTo>
                <a:close/>
                <a:moveTo>
                  <a:pt x="3858165" y="1702237"/>
                </a:moveTo>
                <a:lnTo>
                  <a:pt x="3860189" y="1702237"/>
                </a:lnTo>
                <a:lnTo>
                  <a:pt x="3861404" y="1703856"/>
                </a:lnTo>
                <a:lnTo>
                  <a:pt x="3860189" y="1705475"/>
                </a:lnTo>
                <a:lnTo>
                  <a:pt x="3858165" y="1705475"/>
                </a:lnTo>
                <a:lnTo>
                  <a:pt x="3856951" y="1703856"/>
                </a:lnTo>
                <a:close/>
                <a:moveTo>
                  <a:pt x="3817684" y="1701832"/>
                </a:moveTo>
                <a:lnTo>
                  <a:pt x="3819708" y="1701832"/>
                </a:lnTo>
                <a:lnTo>
                  <a:pt x="3820923" y="1703856"/>
                </a:lnTo>
                <a:lnTo>
                  <a:pt x="3819708" y="1705880"/>
                </a:lnTo>
                <a:lnTo>
                  <a:pt x="3817684" y="1705880"/>
                </a:lnTo>
                <a:lnTo>
                  <a:pt x="3816470" y="1703856"/>
                </a:lnTo>
                <a:close/>
                <a:moveTo>
                  <a:pt x="3695835" y="1701832"/>
                </a:moveTo>
                <a:lnTo>
                  <a:pt x="3698264" y="1701832"/>
                </a:lnTo>
                <a:lnTo>
                  <a:pt x="3699479" y="1703856"/>
                </a:lnTo>
                <a:lnTo>
                  <a:pt x="3698264" y="1705880"/>
                </a:lnTo>
                <a:lnTo>
                  <a:pt x="3695835" y="1705880"/>
                </a:lnTo>
                <a:lnTo>
                  <a:pt x="3694621" y="1703856"/>
                </a:lnTo>
                <a:close/>
                <a:moveTo>
                  <a:pt x="3655354" y="1701832"/>
                </a:moveTo>
                <a:lnTo>
                  <a:pt x="3657783" y="1701832"/>
                </a:lnTo>
                <a:lnTo>
                  <a:pt x="3658998" y="1703856"/>
                </a:lnTo>
                <a:lnTo>
                  <a:pt x="3657783" y="1705880"/>
                </a:lnTo>
                <a:lnTo>
                  <a:pt x="3655354" y="1705880"/>
                </a:lnTo>
                <a:lnTo>
                  <a:pt x="3654140" y="1703856"/>
                </a:lnTo>
                <a:close/>
                <a:moveTo>
                  <a:pt x="4060166" y="1701427"/>
                </a:moveTo>
                <a:lnTo>
                  <a:pt x="4063000" y="1701427"/>
                </a:lnTo>
                <a:lnTo>
                  <a:pt x="4064619" y="1703856"/>
                </a:lnTo>
                <a:lnTo>
                  <a:pt x="4063000" y="1706285"/>
                </a:lnTo>
                <a:lnTo>
                  <a:pt x="4060166" y="1706285"/>
                </a:lnTo>
                <a:lnTo>
                  <a:pt x="4058547" y="1703856"/>
                </a:lnTo>
                <a:close/>
                <a:moveTo>
                  <a:pt x="3938319" y="1701427"/>
                </a:moveTo>
                <a:lnTo>
                  <a:pt x="3941152" y="1701427"/>
                </a:lnTo>
                <a:lnTo>
                  <a:pt x="3942367" y="1703856"/>
                </a:lnTo>
                <a:lnTo>
                  <a:pt x="3941152" y="1706285"/>
                </a:lnTo>
                <a:lnTo>
                  <a:pt x="3938319" y="1706285"/>
                </a:lnTo>
                <a:lnTo>
                  <a:pt x="3937104" y="1703856"/>
                </a:lnTo>
                <a:close/>
                <a:moveTo>
                  <a:pt x="3897837" y="1701427"/>
                </a:moveTo>
                <a:lnTo>
                  <a:pt x="3900670" y="1701427"/>
                </a:lnTo>
                <a:lnTo>
                  <a:pt x="3901885" y="1703856"/>
                </a:lnTo>
                <a:lnTo>
                  <a:pt x="3900670" y="1706285"/>
                </a:lnTo>
                <a:lnTo>
                  <a:pt x="3897837" y="1706285"/>
                </a:lnTo>
                <a:lnTo>
                  <a:pt x="3896622" y="1703856"/>
                </a:lnTo>
                <a:close/>
                <a:moveTo>
                  <a:pt x="3776394" y="1701427"/>
                </a:moveTo>
                <a:lnTo>
                  <a:pt x="3779227" y="1701427"/>
                </a:lnTo>
                <a:lnTo>
                  <a:pt x="3780442" y="1703856"/>
                </a:lnTo>
                <a:lnTo>
                  <a:pt x="3779227" y="1706285"/>
                </a:lnTo>
                <a:lnTo>
                  <a:pt x="3776394" y="1706285"/>
                </a:lnTo>
                <a:lnTo>
                  <a:pt x="3775179" y="1703856"/>
                </a:lnTo>
                <a:close/>
                <a:moveTo>
                  <a:pt x="3735912" y="1701427"/>
                </a:moveTo>
                <a:lnTo>
                  <a:pt x="3738745" y="1701427"/>
                </a:lnTo>
                <a:lnTo>
                  <a:pt x="3739960" y="1703856"/>
                </a:lnTo>
                <a:lnTo>
                  <a:pt x="3738745" y="1706285"/>
                </a:lnTo>
                <a:lnTo>
                  <a:pt x="3735912" y="1706285"/>
                </a:lnTo>
                <a:lnTo>
                  <a:pt x="3734697" y="1703856"/>
                </a:lnTo>
                <a:close/>
                <a:moveTo>
                  <a:pt x="4140724" y="1701022"/>
                </a:moveTo>
                <a:lnTo>
                  <a:pt x="4143963" y="1701022"/>
                </a:lnTo>
                <a:lnTo>
                  <a:pt x="4145582" y="1703855"/>
                </a:lnTo>
                <a:lnTo>
                  <a:pt x="4143963" y="1706689"/>
                </a:lnTo>
                <a:lnTo>
                  <a:pt x="4140724" y="1706689"/>
                </a:lnTo>
                <a:lnTo>
                  <a:pt x="4139105" y="1703855"/>
                </a:lnTo>
                <a:close/>
                <a:moveTo>
                  <a:pt x="4100243" y="1701022"/>
                </a:moveTo>
                <a:lnTo>
                  <a:pt x="4103482" y="1701022"/>
                </a:lnTo>
                <a:lnTo>
                  <a:pt x="4105101" y="1703855"/>
                </a:lnTo>
                <a:lnTo>
                  <a:pt x="4103482" y="1706689"/>
                </a:lnTo>
                <a:lnTo>
                  <a:pt x="4100243" y="1706689"/>
                </a:lnTo>
                <a:lnTo>
                  <a:pt x="4098624" y="1703855"/>
                </a:lnTo>
                <a:close/>
                <a:moveTo>
                  <a:pt x="4019280" y="1701022"/>
                </a:moveTo>
                <a:lnTo>
                  <a:pt x="4022519" y="1701022"/>
                </a:lnTo>
                <a:lnTo>
                  <a:pt x="4024138" y="1703855"/>
                </a:lnTo>
                <a:lnTo>
                  <a:pt x="4022519" y="1706689"/>
                </a:lnTo>
                <a:lnTo>
                  <a:pt x="4019280" y="1706689"/>
                </a:lnTo>
                <a:lnTo>
                  <a:pt x="4017661" y="1703855"/>
                </a:lnTo>
                <a:close/>
                <a:moveTo>
                  <a:pt x="3978799" y="1701022"/>
                </a:moveTo>
                <a:lnTo>
                  <a:pt x="3982038" y="1701022"/>
                </a:lnTo>
                <a:lnTo>
                  <a:pt x="3983657" y="1703855"/>
                </a:lnTo>
                <a:lnTo>
                  <a:pt x="3982038" y="1706689"/>
                </a:lnTo>
                <a:lnTo>
                  <a:pt x="3978799" y="1706689"/>
                </a:lnTo>
                <a:lnTo>
                  <a:pt x="3977180" y="1703855"/>
                </a:lnTo>
                <a:close/>
                <a:moveTo>
                  <a:pt x="3614063" y="1701022"/>
                </a:moveTo>
                <a:lnTo>
                  <a:pt x="3617707" y="1701022"/>
                </a:lnTo>
                <a:lnTo>
                  <a:pt x="3619326" y="1703855"/>
                </a:lnTo>
                <a:lnTo>
                  <a:pt x="3617707" y="1706689"/>
                </a:lnTo>
                <a:lnTo>
                  <a:pt x="3614063" y="1706689"/>
                </a:lnTo>
                <a:lnTo>
                  <a:pt x="3612444" y="1703855"/>
                </a:lnTo>
                <a:close/>
                <a:moveTo>
                  <a:pt x="3573582" y="1701022"/>
                </a:moveTo>
                <a:lnTo>
                  <a:pt x="3577226" y="1701022"/>
                </a:lnTo>
                <a:lnTo>
                  <a:pt x="3578845" y="1703855"/>
                </a:lnTo>
                <a:lnTo>
                  <a:pt x="3577226" y="1706689"/>
                </a:lnTo>
                <a:lnTo>
                  <a:pt x="3573582" y="1706689"/>
                </a:lnTo>
                <a:lnTo>
                  <a:pt x="3571963" y="1703855"/>
                </a:lnTo>
                <a:close/>
                <a:moveTo>
                  <a:pt x="3493024" y="1701022"/>
                </a:moveTo>
                <a:lnTo>
                  <a:pt x="3496263" y="1701022"/>
                </a:lnTo>
                <a:lnTo>
                  <a:pt x="3497882" y="1703855"/>
                </a:lnTo>
                <a:lnTo>
                  <a:pt x="3496263" y="1706689"/>
                </a:lnTo>
                <a:lnTo>
                  <a:pt x="3493024" y="1706689"/>
                </a:lnTo>
                <a:lnTo>
                  <a:pt x="3491405" y="1703855"/>
                </a:lnTo>
                <a:close/>
                <a:moveTo>
                  <a:pt x="3412062" y="1701022"/>
                </a:moveTo>
                <a:lnTo>
                  <a:pt x="3415301" y="1701022"/>
                </a:lnTo>
                <a:lnTo>
                  <a:pt x="3416920" y="1703855"/>
                </a:lnTo>
                <a:lnTo>
                  <a:pt x="3415301" y="1706689"/>
                </a:lnTo>
                <a:lnTo>
                  <a:pt x="3412062" y="1706689"/>
                </a:lnTo>
                <a:lnTo>
                  <a:pt x="3410443" y="1703855"/>
                </a:lnTo>
                <a:close/>
                <a:moveTo>
                  <a:pt x="3533506" y="1700617"/>
                </a:moveTo>
                <a:lnTo>
                  <a:pt x="3537149" y="1700617"/>
                </a:lnTo>
                <a:lnTo>
                  <a:pt x="3539174" y="1703855"/>
                </a:lnTo>
                <a:lnTo>
                  <a:pt x="3537149" y="1707094"/>
                </a:lnTo>
                <a:lnTo>
                  <a:pt x="3533506" y="1707094"/>
                </a:lnTo>
                <a:lnTo>
                  <a:pt x="3531482" y="1703855"/>
                </a:lnTo>
                <a:close/>
                <a:moveTo>
                  <a:pt x="4343130" y="1700213"/>
                </a:moveTo>
                <a:lnTo>
                  <a:pt x="4346369" y="1700213"/>
                </a:lnTo>
                <a:cubicBezTo>
                  <a:pt x="4346774" y="1700213"/>
                  <a:pt x="4347179" y="1700213"/>
                  <a:pt x="4347583" y="1700618"/>
                </a:cubicBezTo>
                <a:lnTo>
                  <a:pt x="4349203" y="1703451"/>
                </a:lnTo>
                <a:cubicBezTo>
                  <a:pt x="4349607" y="1703856"/>
                  <a:pt x="4349607" y="1704261"/>
                  <a:pt x="4349203" y="1704666"/>
                </a:cubicBezTo>
                <a:lnTo>
                  <a:pt x="4347583" y="1707500"/>
                </a:lnTo>
                <a:cubicBezTo>
                  <a:pt x="4347179" y="1707904"/>
                  <a:pt x="4346774" y="1707904"/>
                  <a:pt x="4346369" y="1707904"/>
                </a:cubicBezTo>
                <a:lnTo>
                  <a:pt x="4343130" y="1707904"/>
                </a:lnTo>
                <a:cubicBezTo>
                  <a:pt x="4342726" y="1707904"/>
                  <a:pt x="4342321" y="1707904"/>
                  <a:pt x="4341916" y="1707500"/>
                </a:cubicBezTo>
                <a:lnTo>
                  <a:pt x="4340297" y="1704666"/>
                </a:lnTo>
                <a:cubicBezTo>
                  <a:pt x="4339892" y="1704261"/>
                  <a:pt x="4339892" y="1703856"/>
                  <a:pt x="4340297" y="1703451"/>
                </a:cubicBezTo>
                <a:lnTo>
                  <a:pt x="4341916" y="1700618"/>
                </a:lnTo>
                <a:cubicBezTo>
                  <a:pt x="4342321" y="1700618"/>
                  <a:pt x="4342726" y="1700213"/>
                  <a:pt x="4343130" y="1700213"/>
                </a:cubicBezTo>
                <a:close/>
                <a:moveTo>
                  <a:pt x="4302649" y="1700213"/>
                </a:moveTo>
                <a:lnTo>
                  <a:pt x="4305888" y="1700213"/>
                </a:lnTo>
                <a:cubicBezTo>
                  <a:pt x="4306293" y="1700213"/>
                  <a:pt x="4306698" y="1700213"/>
                  <a:pt x="4307102" y="1700618"/>
                </a:cubicBezTo>
                <a:lnTo>
                  <a:pt x="4308722" y="1703451"/>
                </a:lnTo>
                <a:cubicBezTo>
                  <a:pt x="4309126" y="1703856"/>
                  <a:pt x="4309126" y="1704261"/>
                  <a:pt x="4308722" y="1704666"/>
                </a:cubicBezTo>
                <a:lnTo>
                  <a:pt x="4307102" y="1707500"/>
                </a:lnTo>
                <a:cubicBezTo>
                  <a:pt x="4306698" y="1707904"/>
                  <a:pt x="4306293" y="1707904"/>
                  <a:pt x="4305888" y="1707904"/>
                </a:cubicBezTo>
                <a:lnTo>
                  <a:pt x="4302649" y="1707904"/>
                </a:lnTo>
                <a:cubicBezTo>
                  <a:pt x="4302245" y="1707904"/>
                  <a:pt x="4301840" y="1707904"/>
                  <a:pt x="4301435" y="1707500"/>
                </a:cubicBezTo>
                <a:lnTo>
                  <a:pt x="4299816" y="1704666"/>
                </a:lnTo>
                <a:cubicBezTo>
                  <a:pt x="4299411" y="1704261"/>
                  <a:pt x="4299411" y="1703856"/>
                  <a:pt x="4299816" y="1703451"/>
                </a:cubicBezTo>
                <a:lnTo>
                  <a:pt x="4301435" y="1700618"/>
                </a:lnTo>
                <a:cubicBezTo>
                  <a:pt x="4301840" y="1700618"/>
                  <a:pt x="4302245" y="1700213"/>
                  <a:pt x="4302649" y="1700213"/>
                </a:cubicBezTo>
                <a:close/>
                <a:moveTo>
                  <a:pt x="4261763" y="1700213"/>
                </a:moveTo>
                <a:lnTo>
                  <a:pt x="4265811" y="1700213"/>
                </a:lnTo>
                <a:lnTo>
                  <a:pt x="4267835" y="1703856"/>
                </a:lnTo>
                <a:lnTo>
                  <a:pt x="4265811" y="1707500"/>
                </a:lnTo>
                <a:lnTo>
                  <a:pt x="4261763" y="1707500"/>
                </a:lnTo>
                <a:lnTo>
                  <a:pt x="4259739" y="1703856"/>
                </a:lnTo>
                <a:close/>
                <a:moveTo>
                  <a:pt x="4221282" y="1700213"/>
                </a:moveTo>
                <a:lnTo>
                  <a:pt x="4225330" y="1700213"/>
                </a:lnTo>
                <a:lnTo>
                  <a:pt x="4227354" y="1703856"/>
                </a:lnTo>
                <a:lnTo>
                  <a:pt x="4225330" y="1707500"/>
                </a:lnTo>
                <a:lnTo>
                  <a:pt x="4221282" y="1707500"/>
                </a:lnTo>
                <a:lnTo>
                  <a:pt x="4219258" y="1703856"/>
                </a:lnTo>
                <a:close/>
                <a:moveTo>
                  <a:pt x="4180396" y="1699808"/>
                </a:moveTo>
                <a:lnTo>
                  <a:pt x="4184849" y="1699808"/>
                </a:lnTo>
                <a:lnTo>
                  <a:pt x="4186873" y="1703856"/>
                </a:lnTo>
                <a:lnTo>
                  <a:pt x="4184849" y="1707904"/>
                </a:lnTo>
                <a:lnTo>
                  <a:pt x="4180396" y="1707904"/>
                </a:lnTo>
                <a:lnTo>
                  <a:pt x="4178372" y="1703856"/>
                </a:lnTo>
                <a:close/>
                <a:moveTo>
                  <a:pt x="3452139" y="1699808"/>
                </a:moveTo>
                <a:lnTo>
                  <a:pt x="3456592" y="1699808"/>
                </a:lnTo>
                <a:lnTo>
                  <a:pt x="3459020" y="1703856"/>
                </a:lnTo>
                <a:lnTo>
                  <a:pt x="3456592" y="1707904"/>
                </a:lnTo>
                <a:lnTo>
                  <a:pt x="3452139" y="1707904"/>
                </a:lnTo>
                <a:lnTo>
                  <a:pt x="3449710" y="1703856"/>
                </a:lnTo>
                <a:close/>
                <a:moveTo>
                  <a:pt x="4545132" y="1699403"/>
                </a:moveTo>
                <a:lnTo>
                  <a:pt x="4548776" y="1699403"/>
                </a:lnTo>
                <a:cubicBezTo>
                  <a:pt x="4549180" y="1699403"/>
                  <a:pt x="4549585" y="1699808"/>
                  <a:pt x="4549990" y="1700213"/>
                </a:cubicBezTo>
                <a:lnTo>
                  <a:pt x="4552014" y="1703451"/>
                </a:lnTo>
                <a:cubicBezTo>
                  <a:pt x="4552419" y="1703856"/>
                  <a:pt x="4552419" y="1704261"/>
                  <a:pt x="4552014" y="1704666"/>
                </a:cubicBezTo>
                <a:lnTo>
                  <a:pt x="4549990" y="1707904"/>
                </a:lnTo>
                <a:cubicBezTo>
                  <a:pt x="4549990" y="1708309"/>
                  <a:pt x="4549585" y="1708309"/>
                  <a:pt x="4548776" y="1708714"/>
                </a:cubicBezTo>
                <a:lnTo>
                  <a:pt x="4545132" y="1708714"/>
                </a:lnTo>
                <a:cubicBezTo>
                  <a:pt x="4544728" y="1708714"/>
                  <a:pt x="4544322" y="1708309"/>
                  <a:pt x="4543918" y="1707904"/>
                </a:cubicBezTo>
                <a:lnTo>
                  <a:pt x="4541894" y="1704666"/>
                </a:lnTo>
                <a:cubicBezTo>
                  <a:pt x="4541489" y="1704261"/>
                  <a:pt x="4541489" y="1703856"/>
                  <a:pt x="4541894" y="1703451"/>
                </a:cubicBezTo>
                <a:lnTo>
                  <a:pt x="4543918" y="1700213"/>
                </a:lnTo>
                <a:cubicBezTo>
                  <a:pt x="4544322" y="1699808"/>
                  <a:pt x="4544728" y="1699403"/>
                  <a:pt x="4545132" y="1699403"/>
                </a:cubicBezTo>
                <a:close/>
                <a:moveTo>
                  <a:pt x="4383207" y="1699403"/>
                </a:moveTo>
                <a:lnTo>
                  <a:pt x="4386851" y="1699403"/>
                </a:lnTo>
                <a:cubicBezTo>
                  <a:pt x="4387255" y="1699403"/>
                  <a:pt x="4387660" y="1699808"/>
                  <a:pt x="4388065" y="1700213"/>
                </a:cubicBezTo>
                <a:lnTo>
                  <a:pt x="4390089" y="1703451"/>
                </a:lnTo>
                <a:cubicBezTo>
                  <a:pt x="4390494" y="1703856"/>
                  <a:pt x="4390494" y="1704261"/>
                  <a:pt x="4390089" y="1704666"/>
                </a:cubicBezTo>
                <a:lnTo>
                  <a:pt x="4388065" y="1707904"/>
                </a:lnTo>
                <a:cubicBezTo>
                  <a:pt x="4388065" y="1708309"/>
                  <a:pt x="4387660" y="1708309"/>
                  <a:pt x="4386851" y="1708714"/>
                </a:cubicBezTo>
                <a:lnTo>
                  <a:pt x="4383207" y="1708714"/>
                </a:lnTo>
                <a:cubicBezTo>
                  <a:pt x="4382803" y="1708714"/>
                  <a:pt x="4382397" y="1708309"/>
                  <a:pt x="4381993" y="1707904"/>
                </a:cubicBezTo>
                <a:lnTo>
                  <a:pt x="4379969" y="1704666"/>
                </a:lnTo>
                <a:cubicBezTo>
                  <a:pt x="4379564" y="1704261"/>
                  <a:pt x="4379564" y="1703856"/>
                  <a:pt x="4379969" y="1703451"/>
                </a:cubicBezTo>
                <a:lnTo>
                  <a:pt x="4381993" y="1700213"/>
                </a:lnTo>
                <a:cubicBezTo>
                  <a:pt x="4382397" y="1699808"/>
                  <a:pt x="4382803" y="1699403"/>
                  <a:pt x="4383207" y="1699403"/>
                </a:cubicBezTo>
                <a:close/>
                <a:moveTo>
                  <a:pt x="4585614" y="1698998"/>
                </a:moveTo>
                <a:lnTo>
                  <a:pt x="4589257" y="1698998"/>
                </a:lnTo>
                <a:cubicBezTo>
                  <a:pt x="4589662" y="1698998"/>
                  <a:pt x="4590066" y="1699403"/>
                  <a:pt x="4590471" y="1699807"/>
                </a:cubicBezTo>
                <a:lnTo>
                  <a:pt x="4592090" y="1703046"/>
                </a:lnTo>
                <a:cubicBezTo>
                  <a:pt x="4592495" y="1703451"/>
                  <a:pt x="4592495" y="1703856"/>
                  <a:pt x="4592090" y="1704261"/>
                </a:cubicBezTo>
                <a:lnTo>
                  <a:pt x="4590471" y="1707499"/>
                </a:lnTo>
                <a:cubicBezTo>
                  <a:pt x="4590066" y="1707904"/>
                  <a:pt x="4589662" y="1708309"/>
                  <a:pt x="4589257" y="1708309"/>
                </a:cubicBezTo>
                <a:lnTo>
                  <a:pt x="4585614" y="1708309"/>
                </a:lnTo>
                <a:cubicBezTo>
                  <a:pt x="4585209" y="1708309"/>
                  <a:pt x="4584804" y="1707904"/>
                  <a:pt x="4584399" y="1707499"/>
                </a:cubicBezTo>
                <a:lnTo>
                  <a:pt x="4582780" y="1704261"/>
                </a:lnTo>
                <a:cubicBezTo>
                  <a:pt x="4582375" y="1703856"/>
                  <a:pt x="4582375" y="1703451"/>
                  <a:pt x="4582780" y="1703046"/>
                </a:cubicBezTo>
                <a:lnTo>
                  <a:pt x="4584399" y="1699807"/>
                </a:lnTo>
                <a:cubicBezTo>
                  <a:pt x="4584804" y="1699403"/>
                  <a:pt x="4585209" y="1698998"/>
                  <a:pt x="4585614" y="1698998"/>
                </a:cubicBezTo>
                <a:close/>
                <a:moveTo>
                  <a:pt x="4504246" y="1698998"/>
                </a:moveTo>
                <a:lnTo>
                  <a:pt x="4508699" y="1698998"/>
                </a:lnTo>
                <a:cubicBezTo>
                  <a:pt x="4509104" y="1698998"/>
                  <a:pt x="4509508" y="1699403"/>
                  <a:pt x="4509913" y="1699807"/>
                </a:cubicBezTo>
                <a:lnTo>
                  <a:pt x="4511937" y="1703451"/>
                </a:lnTo>
                <a:cubicBezTo>
                  <a:pt x="4512342" y="1703856"/>
                  <a:pt x="4512342" y="1704261"/>
                  <a:pt x="4511937" y="1704665"/>
                </a:cubicBezTo>
                <a:lnTo>
                  <a:pt x="4509913" y="1708309"/>
                </a:lnTo>
                <a:cubicBezTo>
                  <a:pt x="4509913" y="1708713"/>
                  <a:pt x="4509508" y="1708713"/>
                  <a:pt x="4508699" y="1709118"/>
                </a:cubicBezTo>
                <a:lnTo>
                  <a:pt x="4504246" y="1709118"/>
                </a:lnTo>
                <a:cubicBezTo>
                  <a:pt x="4503841" y="1709118"/>
                  <a:pt x="4503436" y="1708713"/>
                  <a:pt x="4503032" y="1708309"/>
                </a:cubicBezTo>
                <a:lnTo>
                  <a:pt x="4501008" y="1704665"/>
                </a:lnTo>
                <a:cubicBezTo>
                  <a:pt x="4500603" y="1704261"/>
                  <a:pt x="4500603" y="1703856"/>
                  <a:pt x="4501008" y="1703451"/>
                </a:cubicBezTo>
                <a:lnTo>
                  <a:pt x="4503032" y="1699807"/>
                </a:lnTo>
                <a:cubicBezTo>
                  <a:pt x="4503436" y="1699403"/>
                  <a:pt x="4503841" y="1698998"/>
                  <a:pt x="4504246" y="1698998"/>
                </a:cubicBezTo>
                <a:close/>
                <a:moveTo>
                  <a:pt x="4423284" y="1698998"/>
                </a:moveTo>
                <a:lnTo>
                  <a:pt x="4427737" y="1698998"/>
                </a:lnTo>
                <a:cubicBezTo>
                  <a:pt x="4428142" y="1698998"/>
                  <a:pt x="4428546" y="1699403"/>
                  <a:pt x="4428951" y="1699807"/>
                </a:cubicBezTo>
                <a:lnTo>
                  <a:pt x="4430975" y="1703451"/>
                </a:lnTo>
                <a:cubicBezTo>
                  <a:pt x="4431380" y="1703856"/>
                  <a:pt x="4431380" y="1704261"/>
                  <a:pt x="4430975" y="1704665"/>
                </a:cubicBezTo>
                <a:lnTo>
                  <a:pt x="4428951" y="1708309"/>
                </a:lnTo>
                <a:cubicBezTo>
                  <a:pt x="4428546" y="1708713"/>
                  <a:pt x="4428142" y="1708713"/>
                  <a:pt x="4427737" y="1708713"/>
                </a:cubicBezTo>
                <a:lnTo>
                  <a:pt x="4423284" y="1708713"/>
                </a:lnTo>
                <a:cubicBezTo>
                  <a:pt x="4422879" y="1708713"/>
                  <a:pt x="4422474" y="1708713"/>
                  <a:pt x="4422070" y="1708309"/>
                </a:cubicBezTo>
                <a:lnTo>
                  <a:pt x="4420046" y="1704665"/>
                </a:lnTo>
                <a:cubicBezTo>
                  <a:pt x="4419641" y="1704261"/>
                  <a:pt x="4419641" y="1703856"/>
                  <a:pt x="4420046" y="1703451"/>
                </a:cubicBezTo>
                <a:lnTo>
                  <a:pt x="4422070" y="1699807"/>
                </a:lnTo>
                <a:cubicBezTo>
                  <a:pt x="4422474" y="1699403"/>
                  <a:pt x="4422879" y="1698998"/>
                  <a:pt x="4423284" y="1698998"/>
                </a:cubicBezTo>
                <a:close/>
                <a:moveTo>
                  <a:pt x="3371177" y="1698998"/>
                </a:moveTo>
                <a:lnTo>
                  <a:pt x="3374820" y="1698998"/>
                </a:lnTo>
                <a:cubicBezTo>
                  <a:pt x="3375225" y="1698998"/>
                  <a:pt x="3375629" y="1699403"/>
                  <a:pt x="3376034" y="1699807"/>
                </a:cubicBezTo>
                <a:lnTo>
                  <a:pt x="3377653" y="1703046"/>
                </a:lnTo>
                <a:cubicBezTo>
                  <a:pt x="3378058" y="1703451"/>
                  <a:pt x="3378058" y="1703856"/>
                  <a:pt x="3377653" y="1704261"/>
                </a:cubicBezTo>
                <a:lnTo>
                  <a:pt x="3376034" y="1707499"/>
                </a:lnTo>
                <a:cubicBezTo>
                  <a:pt x="3376034" y="1707904"/>
                  <a:pt x="3375629" y="1708309"/>
                  <a:pt x="3374820" y="1708309"/>
                </a:cubicBezTo>
                <a:lnTo>
                  <a:pt x="3371177" y="1708309"/>
                </a:lnTo>
                <a:cubicBezTo>
                  <a:pt x="3370772" y="1708309"/>
                  <a:pt x="3370367" y="1707904"/>
                  <a:pt x="3369962" y="1707499"/>
                </a:cubicBezTo>
                <a:lnTo>
                  <a:pt x="3368343" y="1704261"/>
                </a:lnTo>
                <a:cubicBezTo>
                  <a:pt x="3367938" y="1703856"/>
                  <a:pt x="3367938" y="1703451"/>
                  <a:pt x="3368343" y="1703046"/>
                </a:cubicBezTo>
                <a:lnTo>
                  <a:pt x="3369962" y="1699807"/>
                </a:lnTo>
                <a:cubicBezTo>
                  <a:pt x="3370367" y="1699403"/>
                  <a:pt x="3370772" y="1698998"/>
                  <a:pt x="3371177" y="1698998"/>
                </a:cubicBezTo>
                <a:close/>
                <a:moveTo>
                  <a:pt x="3329885" y="1698998"/>
                </a:moveTo>
                <a:lnTo>
                  <a:pt x="3334743" y="1698998"/>
                </a:lnTo>
                <a:cubicBezTo>
                  <a:pt x="3335148" y="1698998"/>
                  <a:pt x="3335552" y="1698998"/>
                  <a:pt x="3335957" y="1699403"/>
                </a:cubicBezTo>
                <a:lnTo>
                  <a:pt x="3338386" y="1703451"/>
                </a:lnTo>
                <a:cubicBezTo>
                  <a:pt x="3338791" y="1703856"/>
                  <a:pt x="3338791" y="1704261"/>
                  <a:pt x="3338386" y="1704665"/>
                </a:cubicBezTo>
                <a:lnTo>
                  <a:pt x="3335957" y="1708713"/>
                </a:lnTo>
                <a:cubicBezTo>
                  <a:pt x="3335957" y="1709118"/>
                  <a:pt x="3335552" y="1709118"/>
                  <a:pt x="3334743" y="1709118"/>
                </a:cubicBezTo>
                <a:lnTo>
                  <a:pt x="3329885" y="1709118"/>
                </a:lnTo>
                <a:cubicBezTo>
                  <a:pt x="3329480" y="1709118"/>
                  <a:pt x="3329075" y="1709118"/>
                  <a:pt x="3328671" y="1708713"/>
                </a:cubicBezTo>
                <a:lnTo>
                  <a:pt x="3326242" y="1704665"/>
                </a:lnTo>
                <a:cubicBezTo>
                  <a:pt x="3325837" y="1704261"/>
                  <a:pt x="3325837" y="1703856"/>
                  <a:pt x="3326242" y="1703451"/>
                </a:cubicBezTo>
                <a:lnTo>
                  <a:pt x="3328671" y="1699403"/>
                </a:lnTo>
                <a:cubicBezTo>
                  <a:pt x="3329075" y="1699403"/>
                  <a:pt x="3329480" y="1698998"/>
                  <a:pt x="3329885" y="1698998"/>
                </a:cubicBezTo>
                <a:close/>
                <a:moveTo>
                  <a:pt x="3087807" y="1698998"/>
                </a:moveTo>
                <a:lnTo>
                  <a:pt x="3091451" y="1698998"/>
                </a:lnTo>
                <a:cubicBezTo>
                  <a:pt x="3091855" y="1698998"/>
                  <a:pt x="3092260" y="1699403"/>
                  <a:pt x="3092665" y="1699807"/>
                </a:cubicBezTo>
                <a:lnTo>
                  <a:pt x="3094689" y="1703046"/>
                </a:lnTo>
                <a:cubicBezTo>
                  <a:pt x="3095094" y="1703451"/>
                  <a:pt x="3095094" y="1703856"/>
                  <a:pt x="3094689" y="1704261"/>
                </a:cubicBezTo>
                <a:lnTo>
                  <a:pt x="3092665" y="1707499"/>
                </a:lnTo>
                <a:cubicBezTo>
                  <a:pt x="3092665" y="1707904"/>
                  <a:pt x="3092260" y="1708309"/>
                  <a:pt x="3091451" y="1708309"/>
                </a:cubicBezTo>
                <a:lnTo>
                  <a:pt x="3087807" y="1708309"/>
                </a:lnTo>
                <a:cubicBezTo>
                  <a:pt x="3087403" y="1708309"/>
                  <a:pt x="3086997" y="1707904"/>
                  <a:pt x="3086593" y="1707499"/>
                </a:cubicBezTo>
                <a:lnTo>
                  <a:pt x="3084569" y="1704261"/>
                </a:lnTo>
                <a:cubicBezTo>
                  <a:pt x="3084164" y="1703856"/>
                  <a:pt x="3084164" y="1703451"/>
                  <a:pt x="3084569" y="1703046"/>
                </a:cubicBezTo>
                <a:lnTo>
                  <a:pt x="3086593" y="1699807"/>
                </a:lnTo>
                <a:cubicBezTo>
                  <a:pt x="3086997" y="1699403"/>
                  <a:pt x="3087403" y="1698998"/>
                  <a:pt x="3087807" y="1698998"/>
                </a:cubicBezTo>
                <a:close/>
                <a:moveTo>
                  <a:pt x="4463765" y="1698593"/>
                </a:moveTo>
                <a:lnTo>
                  <a:pt x="4468218" y="1698593"/>
                </a:lnTo>
                <a:cubicBezTo>
                  <a:pt x="4468622" y="1698593"/>
                  <a:pt x="4469027" y="1698593"/>
                  <a:pt x="4469432" y="1698998"/>
                </a:cubicBezTo>
                <a:lnTo>
                  <a:pt x="4471861" y="1703046"/>
                </a:lnTo>
                <a:cubicBezTo>
                  <a:pt x="4472266" y="1703451"/>
                  <a:pt x="4472266" y="1703856"/>
                  <a:pt x="4471861" y="1704260"/>
                </a:cubicBezTo>
                <a:lnTo>
                  <a:pt x="4469432" y="1708309"/>
                </a:lnTo>
                <a:cubicBezTo>
                  <a:pt x="4469432" y="1708713"/>
                  <a:pt x="4469027" y="1709118"/>
                  <a:pt x="4468218" y="1708713"/>
                </a:cubicBezTo>
                <a:lnTo>
                  <a:pt x="4463765" y="1708713"/>
                </a:lnTo>
                <a:cubicBezTo>
                  <a:pt x="4463360" y="1708713"/>
                  <a:pt x="4462955" y="1708713"/>
                  <a:pt x="4462550" y="1708309"/>
                </a:cubicBezTo>
                <a:lnTo>
                  <a:pt x="4460122" y="1704260"/>
                </a:lnTo>
                <a:cubicBezTo>
                  <a:pt x="4459717" y="1703856"/>
                  <a:pt x="4459717" y="1703451"/>
                  <a:pt x="4460122" y="1703046"/>
                </a:cubicBezTo>
                <a:lnTo>
                  <a:pt x="4462550" y="1698998"/>
                </a:lnTo>
                <a:cubicBezTo>
                  <a:pt x="4462955" y="1698998"/>
                  <a:pt x="4463360" y="1698593"/>
                  <a:pt x="4463765" y="1698593"/>
                </a:cubicBezTo>
                <a:close/>
                <a:moveTo>
                  <a:pt x="3289404" y="1698189"/>
                </a:moveTo>
                <a:lnTo>
                  <a:pt x="3294667" y="1698189"/>
                </a:lnTo>
                <a:cubicBezTo>
                  <a:pt x="3295071" y="1698189"/>
                  <a:pt x="3295476" y="1698594"/>
                  <a:pt x="3295881" y="1698999"/>
                </a:cubicBezTo>
                <a:lnTo>
                  <a:pt x="3298310" y="1703452"/>
                </a:lnTo>
                <a:cubicBezTo>
                  <a:pt x="3298715" y="1703856"/>
                  <a:pt x="3298715" y="1704261"/>
                  <a:pt x="3298310" y="1704666"/>
                </a:cubicBezTo>
                <a:lnTo>
                  <a:pt x="3295881" y="1709119"/>
                </a:lnTo>
                <a:cubicBezTo>
                  <a:pt x="3295476" y="1709524"/>
                  <a:pt x="3295071" y="1709524"/>
                  <a:pt x="3294667" y="1709928"/>
                </a:cubicBezTo>
                <a:lnTo>
                  <a:pt x="3289404" y="1709928"/>
                </a:lnTo>
                <a:cubicBezTo>
                  <a:pt x="3288999" y="1709928"/>
                  <a:pt x="3288594" y="1709524"/>
                  <a:pt x="3288190" y="1709119"/>
                </a:cubicBezTo>
                <a:lnTo>
                  <a:pt x="3285761" y="1704666"/>
                </a:lnTo>
                <a:cubicBezTo>
                  <a:pt x="3285356" y="1704261"/>
                  <a:pt x="3285356" y="1703856"/>
                  <a:pt x="3285761" y="1703452"/>
                </a:cubicBezTo>
                <a:lnTo>
                  <a:pt x="3288190" y="1698999"/>
                </a:lnTo>
                <a:cubicBezTo>
                  <a:pt x="3288594" y="1698594"/>
                  <a:pt x="3288999" y="1698189"/>
                  <a:pt x="3289404" y="1698189"/>
                </a:cubicBezTo>
                <a:close/>
                <a:moveTo>
                  <a:pt x="3248518" y="1696974"/>
                </a:moveTo>
                <a:lnTo>
                  <a:pt x="3254590" y="1696974"/>
                </a:lnTo>
                <a:cubicBezTo>
                  <a:pt x="3254995" y="1696974"/>
                  <a:pt x="3255400" y="1697379"/>
                  <a:pt x="3255804" y="1697783"/>
                </a:cubicBezTo>
                <a:lnTo>
                  <a:pt x="3258638" y="1703046"/>
                </a:lnTo>
                <a:cubicBezTo>
                  <a:pt x="3259043" y="1703451"/>
                  <a:pt x="3259043" y="1703856"/>
                  <a:pt x="3258638" y="1704261"/>
                </a:cubicBezTo>
                <a:lnTo>
                  <a:pt x="3255804" y="1709523"/>
                </a:lnTo>
                <a:cubicBezTo>
                  <a:pt x="3255804" y="1709928"/>
                  <a:pt x="3255400" y="1710333"/>
                  <a:pt x="3254590" y="1710333"/>
                </a:cubicBezTo>
                <a:lnTo>
                  <a:pt x="3248518" y="1710333"/>
                </a:lnTo>
                <a:cubicBezTo>
                  <a:pt x="3248113" y="1710333"/>
                  <a:pt x="3247708" y="1709928"/>
                  <a:pt x="3247304" y="1709523"/>
                </a:cubicBezTo>
                <a:lnTo>
                  <a:pt x="3244470" y="1704261"/>
                </a:lnTo>
                <a:cubicBezTo>
                  <a:pt x="3244065" y="1703856"/>
                  <a:pt x="3244065" y="1703451"/>
                  <a:pt x="3244470" y="1703046"/>
                </a:cubicBezTo>
                <a:lnTo>
                  <a:pt x="3247304" y="1697783"/>
                </a:lnTo>
                <a:cubicBezTo>
                  <a:pt x="3247708" y="1697379"/>
                  <a:pt x="3248113" y="1696974"/>
                  <a:pt x="3248518" y="1696974"/>
                </a:cubicBezTo>
                <a:close/>
                <a:moveTo>
                  <a:pt x="3207631" y="1696164"/>
                </a:moveTo>
                <a:lnTo>
                  <a:pt x="3214918" y="1696164"/>
                </a:lnTo>
                <a:cubicBezTo>
                  <a:pt x="3215323" y="1696164"/>
                  <a:pt x="3215728" y="1696164"/>
                  <a:pt x="3216132" y="1696569"/>
                </a:cubicBezTo>
                <a:lnTo>
                  <a:pt x="3219776" y="1703046"/>
                </a:lnTo>
                <a:cubicBezTo>
                  <a:pt x="3220181" y="1703451"/>
                  <a:pt x="3220181" y="1703855"/>
                  <a:pt x="3219776" y="1704260"/>
                </a:cubicBezTo>
                <a:lnTo>
                  <a:pt x="3216132" y="1710737"/>
                </a:lnTo>
                <a:cubicBezTo>
                  <a:pt x="3215728" y="1711142"/>
                  <a:pt x="3215323" y="1711547"/>
                  <a:pt x="3214918" y="1711142"/>
                </a:cubicBezTo>
                <a:lnTo>
                  <a:pt x="3207631" y="1711142"/>
                </a:lnTo>
                <a:cubicBezTo>
                  <a:pt x="3207227" y="1711142"/>
                  <a:pt x="3206822" y="1711142"/>
                  <a:pt x="3206417" y="1710737"/>
                </a:cubicBezTo>
                <a:lnTo>
                  <a:pt x="3202774" y="1704260"/>
                </a:lnTo>
                <a:cubicBezTo>
                  <a:pt x="3202369" y="1703855"/>
                  <a:pt x="3202369" y="1703451"/>
                  <a:pt x="3202774" y="1703046"/>
                </a:cubicBezTo>
                <a:lnTo>
                  <a:pt x="3206417" y="1696569"/>
                </a:lnTo>
                <a:cubicBezTo>
                  <a:pt x="3206822" y="1696569"/>
                  <a:pt x="3207227" y="1696164"/>
                  <a:pt x="3207631" y="1696164"/>
                </a:cubicBezTo>
                <a:close/>
                <a:moveTo>
                  <a:pt x="3165936" y="1694545"/>
                </a:moveTo>
                <a:lnTo>
                  <a:pt x="3175247" y="1694545"/>
                </a:lnTo>
                <a:cubicBezTo>
                  <a:pt x="3175651" y="1694545"/>
                  <a:pt x="3176056" y="1694950"/>
                  <a:pt x="3176461" y="1695355"/>
                </a:cubicBezTo>
                <a:lnTo>
                  <a:pt x="3181319" y="1703451"/>
                </a:lnTo>
                <a:cubicBezTo>
                  <a:pt x="3181724" y="1703856"/>
                  <a:pt x="3181724" y="1704261"/>
                  <a:pt x="3181319" y="1704665"/>
                </a:cubicBezTo>
                <a:lnTo>
                  <a:pt x="3176461" y="1712762"/>
                </a:lnTo>
                <a:cubicBezTo>
                  <a:pt x="3176461" y="1713167"/>
                  <a:pt x="3176056" y="1713167"/>
                  <a:pt x="3175247" y="1713571"/>
                </a:cubicBezTo>
                <a:lnTo>
                  <a:pt x="3165936" y="1713571"/>
                </a:lnTo>
                <a:cubicBezTo>
                  <a:pt x="3165531" y="1713571"/>
                  <a:pt x="3165126" y="1713167"/>
                  <a:pt x="3164722" y="1712762"/>
                </a:cubicBezTo>
                <a:lnTo>
                  <a:pt x="3159864" y="1704665"/>
                </a:lnTo>
                <a:cubicBezTo>
                  <a:pt x="3159459" y="1704261"/>
                  <a:pt x="3159459" y="1703856"/>
                  <a:pt x="3159864" y="1703451"/>
                </a:cubicBezTo>
                <a:lnTo>
                  <a:pt x="3164722" y="1695355"/>
                </a:lnTo>
                <a:cubicBezTo>
                  <a:pt x="3165126" y="1694950"/>
                  <a:pt x="3165531" y="1694545"/>
                  <a:pt x="3165936" y="1694545"/>
                </a:cubicBezTo>
                <a:close/>
                <a:moveTo>
                  <a:pt x="3125049" y="1693735"/>
                </a:moveTo>
                <a:lnTo>
                  <a:pt x="3135170" y="1693735"/>
                </a:lnTo>
                <a:cubicBezTo>
                  <a:pt x="3135574" y="1693735"/>
                  <a:pt x="3135980" y="1693735"/>
                  <a:pt x="3136384" y="1694140"/>
                </a:cubicBezTo>
                <a:lnTo>
                  <a:pt x="3141647" y="1703046"/>
                </a:lnTo>
                <a:cubicBezTo>
                  <a:pt x="3142052" y="1703451"/>
                  <a:pt x="3142052" y="1703855"/>
                  <a:pt x="3141647" y="1704260"/>
                </a:cubicBezTo>
                <a:lnTo>
                  <a:pt x="3136384" y="1713166"/>
                </a:lnTo>
                <a:cubicBezTo>
                  <a:pt x="3136384" y="1713571"/>
                  <a:pt x="3135980" y="1713976"/>
                  <a:pt x="3135170" y="1713976"/>
                </a:cubicBezTo>
                <a:lnTo>
                  <a:pt x="3125049" y="1713976"/>
                </a:lnTo>
                <a:cubicBezTo>
                  <a:pt x="3124645" y="1713976"/>
                  <a:pt x="3124240" y="1713571"/>
                  <a:pt x="3123835" y="1713166"/>
                </a:cubicBezTo>
                <a:lnTo>
                  <a:pt x="3118573" y="1704260"/>
                </a:lnTo>
                <a:cubicBezTo>
                  <a:pt x="3118168" y="1703855"/>
                  <a:pt x="3118168" y="1703451"/>
                  <a:pt x="3118573" y="1703046"/>
                </a:cubicBezTo>
                <a:lnTo>
                  <a:pt x="3123835" y="1694140"/>
                </a:lnTo>
                <a:cubicBezTo>
                  <a:pt x="3124240" y="1694140"/>
                  <a:pt x="3124645" y="1693735"/>
                  <a:pt x="3125049" y="1693735"/>
                </a:cubicBezTo>
                <a:close/>
                <a:moveTo>
                  <a:pt x="3776798" y="1661755"/>
                </a:moveTo>
                <a:lnTo>
                  <a:pt x="3778822" y="1661755"/>
                </a:lnTo>
                <a:lnTo>
                  <a:pt x="3779632" y="1663374"/>
                </a:lnTo>
                <a:lnTo>
                  <a:pt x="3778822" y="1664993"/>
                </a:lnTo>
                <a:lnTo>
                  <a:pt x="3776798" y="1664993"/>
                </a:lnTo>
                <a:lnTo>
                  <a:pt x="3775989" y="1663374"/>
                </a:lnTo>
                <a:close/>
                <a:moveTo>
                  <a:pt x="3655759" y="1661755"/>
                </a:moveTo>
                <a:lnTo>
                  <a:pt x="3657783" y="1661755"/>
                </a:lnTo>
                <a:lnTo>
                  <a:pt x="3658998" y="1663374"/>
                </a:lnTo>
                <a:lnTo>
                  <a:pt x="3657783" y="1664993"/>
                </a:lnTo>
                <a:lnTo>
                  <a:pt x="3655759" y="1664993"/>
                </a:lnTo>
                <a:lnTo>
                  <a:pt x="3654545" y="1663374"/>
                </a:lnTo>
                <a:close/>
                <a:moveTo>
                  <a:pt x="3857760" y="1661350"/>
                </a:moveTo>
                <a:lnTo>
                  <a:pt x="3860189" y="1661350"/>
                </a:lnTo>
                <a:lnTo>
                  <a:pt x="3861404" y="1663374"/>
                </a:lnTo>
                <a:lnTo>
                  <a:pt x="3860189" y="1665398"/>
                </a:lnTo>
                <a:lnTo>
                  <a:pt x="3857760" y="1665398"/>
                </a:lnTo>
                <a:lnTo>
                  <a:pt x="3856546" y="1663374"/>
                </a:lnTo>
                <a:close/>
                <a:moveTo>
                  <a:pt x="3817684" y="1661350"/>
                </a:moveTo>
                <a:lnTo>
                  <a:pt x="3819708" y="1661350"/>
                </a:lnTo>
                <a:lnTo>
                  <a:pt x="3820923" y="1663374"/>
                </a:lnTo>
                <a:lnTo>
                  <a:pt x="3819708" y="1665398"/>
                </a:lnTo>
                <a:lnTo>
                  <a:pt x="3817684" y="1665398"/>
                </a:lnTo>
                <a:lnTo>
                  <a:pt x="3816470" y="1663374"/>
                </a:lnTo>
                <a:close/>
                <a:moveTo>
                  <a:pt x="3736721" y="1661350"/>
                </a:moveTo>
                <a:lnTo>
                  <a:pt x="3738745" y="1661350"/>
                </a:lnTo>
                <a:lnTo>
                  <a:pt x="3739960" y="1663374"/>
                </a:lnTo>
                <a:lnTo>
                  <a:pt x="3738745" y="1665398"/>
                </a:lnTo>
                <a:lnTo>
                  <a:pt x="3736721" y="1665398"/>
                </a:lnTo>
                <a:lnTo>
                  <a:pt x="3735507" y="1663374"/>
                </a:lnTo>
                <a:close/>
                <a:moveTo>
                  <a:pt x="3938723" y="1660946"/>
                </a:moveTo>
                <a:lnTo>
                  <a:pt x="3941152" y="1660946"/>
                </a:lnTo>
                <a:lnTo>
                  <a:pt x="3942367" y="1663375"/>
                </a:lnTo>
                <a:lnTo>
                  <a:pt x="3941152" y="1665804"/>
                </a:lnTo>
                <a:lnTo>
                  <a:pt x="3938723" y="1665804"/>
                </a:lnTo>
                <a:lnTo>
                  <a:pt x="3937509" y="1663375"/>
                </a:lnTo>
                <a:close/>
                <a:moveTo>
                  <a:pt x="3897837" y="1660946"/>
                </a:moveTo>
                <a:lnTo>
                  <a:pt x="3900670" y="1660946"/>
                </a:lnTo>
                <a:lnTo>
                  <a:pt x="3901885" y="1663375"/>
                </a:lnTo>
                <a:lnTo>
                  <a:pt x="3900670" y="1665804"/>
                </a:lnTo>
                <a:lnTo>
                  <a:pt x="3897837" y="1665804"/>
                </a:lnTo>
                <a:lnTo>
                  <a:pt x="3896622" y="1663375"/>
                </a:lnTo>
                <a:close/>
                <a:moveTo>
                  <a:pt x="3695835" y="1660946"/>
                </a:moveTo>
                <a:lnTo>
                  <a:pt x="3698264" y="1660946"/>
                </a:lnTo>
                <a:lnTo>
                  <a:pt x="3699479" y="1663375"/>
                </a:lnTo>
                <a:lnTo>
                  <a:pt x="3698264" y="1665804"/>
                </a:lnTo>
                <a:lnTo>
                  <a:pt x="3695835" y="1665804"/>
                </a:lnTo>
                <a:lnTo>
                  <a:pt x="3694621" y="1663375"/>
                </a:lnTo>
                <a:close/>
                <a:moveTo>
                  <a:pt x="3614469" y="1660946"/>
                </a:moveTo>
                <a:lnTo>
                  <a:pt x="3617302" y="1660946"/>
                </a:lnTo>
                <a:lnTo>
                  <a:pt x="3618517" y="1663375"/>
                </a:lnTo>
                <a:lnTo>
                  <a:pt x="3617302" y="1665804"/>
                </a:lnTo>
                <a:lnTo>
                  <a:pt x="3614469" y="1665804"/>
                </a:lnTo>
                <a:lnTo>
                  <a:pt x="3613254" y="1663375"/>
                </a:lnTo>
                <a:close/>
                <a:moveTo>
                  <a:pt x="3573987" y="1660946"/>
                </a:moveTo>
                <a:lnTo>
                  <a:pt x="3576820" y="1660946"/>
                </a:lnTo>
                <a:lnTo>
                  <a:pt x="3578035" y="1663375"/>
                </a:lnTo>
                <a:lnTo>
                  <a:pt x="3576820" y="1665804"/>
                </a:lnTo>
                <a:lnTo>
                  <a:pt x="3573987" y="1665804"/>
                </a:lnTo>
                <a:lnTo>
                  <a:pt x="3572772" y="1663375"/>
                </a:lnTo>
                <a:close/>
                <a:moveTo>
                  <a:pt x="3493025" y="1660946"/>
                </a:moveTo>
                <a:lnTo>
                  <a:pt x="3495858" y="1660946"/>
                </a:lnTo>
                <a:lnTo>
                  <a:pt x="3497073" y="1663375"/>
                </a:lnTo>
                <a:lnTo>
                  <a:pt x="3495858" y="1665804"/>
                </a:lnTo>
                <a:lnTo>
                  <a:pt x="3493025" y="1665804"/>
                </a:lnTo>
                <a:lnTo>
                  <a:pt x="3491810" y="1663375"/>
                </a:lnTo>
                <a:close/>
                <a:moveTo>
                  <a:pt x="3452544" y="1660946"/>
                </a:moveTo>
                <a:lnTo>
                  <a:pt x="3455377" y="1660946"/>
                </a:lnTo>
                <a:lnTo>
                  <a:pt x="3456592" y="1663375"/>
                </a:lnTo>
                <a:lnTo>
                  <a:pt x="3455377" y="1665804"/>
                </a:lnTo>
                <a:lnTo>
                  <a:pt x="3452544" y="1665804"/>
                </a:lnTo>
                <a:lnTo>
                  <a:pt x="3451329" y="1663375"/>
                </a:lnTo>
                <a:close/>
                <a:moveTo>
                  <a:pt x="4019280" y="1660541"/>
                </a:moveTo>
                <a:lnTo>
                  <a:pt x="4022519" y="1660541"/>
                </a:lnTo>
                <a:lnTo>
                  <a:pt x="4024138" y="1663374"/>
                </a:lnTo>
                <a:lnTo>
                  <a:pt x="4022519" y="1666208"/>
                </a:lnTo>
                <a:lnTo>
                  <a:pt x="4019280" y="1666208"/>
                </a:lnTo>
                <a:lnTo>
                  <a:pt x="4017661" y="1663374"/>
                </a:lnTo>
                <a:close/>
                <a:moveTo>
                  <a:pt x="3978799" y="1660541"/>
                </a:moveTo>
                <a:lnTo>
                  <a:pt x="3982038" y="1660541"/>
                </a:lnTo>
                <a:lnTo>
                  <a:pt x="3983657" y="1663374"/>
                </a:lnTo>
                <a:lnTo>
                  <a:pt x="3982038" y="1666208"/>
                </a:lnTo>
                <a:lnTo>
                  <a:pt x="3978799" y="1666208"/>
                </a:lnTo>
                <a:lnTo>
                  <a:pt x="3977180" y="1663374"/>
                </a:lnTo>
                <a:close/>
                <a:moveTo>
                  <a:pt x="3533505" y="1660541"/>
                </a:moveTo>
                <a:lnTo>
                  <a:pt x="3536744" y="1660541"/>
                </a:lnTo>
                <a:lnTo>
                  <a:pt x="3538363" y="1663374"/>
                </a:lnTo>
                <a:lnTo>
                  <a:pt x="3536744" y="1666208"/>
                </a:lnTo>
                <a:lnTo>
                  <a:pt x="3533505" y="1666208"/>
                </a:lnTo>
                <a:lnTo>
                  <a:pt x="3531886" y="1663374"/>
                </a:lnTo>
                <a:close/>
                <a:moveTo>
                  <a:pt x="4140724" y="1660136"/>
                </a:moveTo>
                <a:lnTo>
                  <a:pt x="4144367" y="1660136"/>
                </a:lnTo>
                <a:lnTo>
                  <a:pt x="4146392" y="1663374"/>
                </a:lnTo>
                <a:lnTo>
                  <a:pt x="4144367" y="1666613"/>
                </a:lnTo>
                <a:lnTo>
                  <a:pt x="4140724" y="1666613"/>
                </a:lnTo>
                <a:lnTo>
                  <a:pt x="4138700" y="1663374"/>
                </a:lnTo>
                <a:close/>
                <a:moveTo>
                  <a:pt x="4100243" y="1660136"/>
                </a:moveTo>
                <a:lnTo>
                  <a:pt x="4103886" y="1660136"/>
                </a:lnTo>
                <a:lnTo>
                  <a:pt x="4105911" y="1663374"/>
                </a:lnTo>
                <a:lnTo>
                  <a:pt x="4103886" y="1666613"/>
                </a:lnTo>
                <a:lnTo>
                  <a:pt x="4100243" y="1666613"/>
                </a:lnTo>
                <a:lnTo>
                  <a:pt x="4098219" y="1663374"/>
                </a:lnTo>
                <a:close/>
                <a:moveTo>
                  <a:pt x="4059762" y="1660136"/>
                </a:moveTo>
                <a:lnTo>
                  <a:pt x="4063405" y="1660136"/>
                </a:lnTo>
                <a:lnTo>
                  <a:pt x="4065430" y="1663374"/>
                </a:lnTo>
                <a:lnTo>
                  <a:pt x="4063405" y="1666613"/>
                </a:lnTo>
                <a:lnTo>
                  <a:pt x="4059762" y="1666613"/>
                </a:lnTo>
                <a:lnTo>
                  <a:pt x="4057738" y="1663374"/>
                </a:lnTo>
                <a:close/>
                <a:moveTo>
                  <a:pt x="4301840" y="1659731"/>
                </a:moveTo>
                <a:lnTo>
                  <a:pt x="4306293" y="1659731"/>
                </a:lnTo>
                <a:lnTo>
                  <a:pt x="4308317" y="1663374"/>
                </a:lnTo>
                <a:lnTo>
                  <a:pt x="4306293" y="1667018"/>
                </a:lnTo>
                <a:lnTo>
                  <a:pt x="4301840" y="1667018"/>
                </a:lnTo>
                <a:lnTo>
                  <a:pt x="4299816" y="1663374"/>
                </a:lnTo>
                <a:close/>
                <a:moveTo>
                  <a:pt x="4261359" y="1659731"/>
                </a:moveTo>
                <a:lnTo>
                  <a:pt x="4265812" y="1659731"/>
                </a:lnTo>
                <a:lnTo>
                  <a:pt x="4267836" y="1663374"/>
                </a:lnTo>
                <a:lnTo>
                  <a:pt x="4265812" y="1667018"/>
                </a:lnTo>
                <a:lnTo>
                  <a:pt x="4261359" y="1667018"/>
                </a:lnTo>
                <a:lnTo>
                  <a:pt x="4259335" y="1663374"/>
                </a:lnTo>
                <a:close/>
                <a:moveTo>
                  <a:pt x="3411253" y="1659731"/>
                </a:moveTo>
                <a:lnTo>
                  <a:pt x="3415706" y="1659731"/>
                </a:lnTo>
                <a:lnTo>
                  <a:pt x="3417730" y="1663374"/>
                </a:lnTo>
                <a:lnTo>
                  <a:pt x="3415706" y="1667018"/>
                </a:lnTo>
                <a:lnTo>
                  <a:pt x="3411253" y="1667018"/>
                </a:lnTo>
                <a:lnTo>
                  <a:pt x="3409229" y="1663374"/>
                </a:lnTo>
                <a:close/>
                <a:moveTo>
                  <a:pt x="4221283" y="1659326"/>
                </a:moveTo>
                <a:lnTo>
                  <a:pt x="4225736" y="1659326"/>
                </a:lnTo>
                <a:lnTo>
                  <a:pt x="4228164" y="1663374"/>
                </a:lnTo>
                <a:lnTo>
                  <a:pt x="4225736" y="1667422"/>
                </a:lnTo>
                <a:lnTo>
                  <a:pt x="4221283" y="1667422"/>
                </a:lnTo>
                <a:lnTo>
                  <a:pt x="4218854" y="1663374"/>
                </a:lnTo>
                <a:close/>
                <a:moveTo>
                  <a:pt x="4180396" y="1659326"/>
                </a:moveTo>
                <a:lnTo>
                  <a:pt x="4184849" y="1659326"/>
                </a:lnTo>
                <a:lnTo>
                  <a:pt x="4186873" y="1663374"/>
                </a:lnTo>
                <a:lnTo>
                  <a:pt x="4184849" y="1667422"/>
                </a:lnTo>
                <a:lnTo>
                  <a:pt x="4180396" y="1667422"/>
                </a:lnTo>
                <a:lnTo>
                  <a:pt x="4178372" y="1663374"/>
                </a:lnTo>
                <a:close/>
                <a:moveTo>
                  <a:pt x="3371176" y="1659326"/>
                </a:moveTo>
                <a:lnTo>
                  <a:pt x="3374820" y="1659326"/>
                </a:lnTo>
                <a:cubicBezTo>
                  <a:pt x="3375224" y="1659326"/>
                  <a:pt x="3375629" y="1659326"/>
                  <a:pt x="3376034" y="1659731"/>
                </a:cubicBezTo>
                <a:lnTo>
                  <a:pt x="3378058" y="1662969"/>
                </a:lnTo>
                <a:cubicBezTo>
                  <a:pt x="3378463" y="1663374"/>
                  <a:pt x="3378463" y="1663779"/>
                  <a:pt x="3378058" y="1664184"/>
                </a:cubicBezTo>
                <a:lnTo>
                  <a:pt x="3376034" y="1667422"/>
                </a:lnTo>
                <a:cubicBezTo>
                  <a:pt x="3376034" y="1667422"/>
                  <a:pt x="3375629" y="1667827"/>
                  <a:pt x="3374820" y="1668232"/>
                </a:cubicBezTo>
                <a:lnTo>
                  <a:pt x="3371176" y="1668232"/>
                </a:lnTo>
                <a:cubicBezTo>
                  <a:pt x="3370772" y="1668232"/>
                  <a:pt x="3370366" y="1667827"/>
                  <a:pt x="3369962" y="1667422"/>
                </a:cubicBezTo>
                <a:lnTo>
                  <a:pt x="3367938" y="1664184"/>
                </a:lnTo>
                <a:cubicBezTo>
                  <a:pt x="3367533" y="1663779"/>
                  <a:pt x="3367533" y="1663374"/>
                  <a:pt x="3367938" y="1662969"/>
                </a:cubicBezTo>
                <a:lnTo>
                  <a:pt x="3369962" y="1659731"/>
                </a:lnTo>
                <a:cubicBezTo>
                  <a:pt x="3370366" y="1659731"/>
                  <a:pt x="3370772" y="1659326"/>
                  <a:pt x="3371176" y="1659326"/>
                </a:cubicBezTo>
                <a:close/>
                <a:moveTo>
                  <a:pt x="4585613" y="1658517"/>
                </a:moveTo>
                <a:lnTo>
                  <a:pt x="4589257" y="1658517"/>
                </a:lnTo>
                <a:cubicBezTo>
                  <a:pt x="4589661" y="1658517"/>
                  <a:pt x="4590066" y="1658922"/>
                  <a:pt x="4590471" y="1659326"/>
                </a:cubicBezTo>
                <a:lnTo>
                  <a:pt x="4592495" y="1662565"/>
                </a:lnTo>
                <a:cubicBezTo>
                  <a:pt x="4592900" y="1662970"/>
                  <a:pt x="4592900" y="1663375"/>
                  <a:pt x="4592495" y="1663780"/>
                </a:cubicBezTo>
                <a:lnTo>
                  <a:pt x="4590471" y="1667018"/>
                </a:lnTo>
                <a:cubicBezTo>
                  <a:pt x="4590471" y="1667423"/>
                  <a:pt x="4590066" y="1667828"/>
                  <a:pt x="4589257" y="1667828"/>
                </a:cubicBezTo>
                <a:lnTo>
                  <a:pt x="4585613" y="1667828"/>
                </a:lnTo>
                <a:cubicBezTo>
                  <a:pt x="4585209" y="1667828"/>
                  <a:pt x="4584803" y="1667423"/>
                  <a:pt x="4584399" y="1667018"/>
                </a:cubicBezTo>
                <a:lnTo>
                  <a:pt x="4582375" y="1663780"/>
                </a:lnTo>
                <a:cubicBezTo>
                  <a:pt x="4581970" y="1663375"/>
                  <a:pt x="4581970" y="1662970"/>
                  <a:pt x="4582375" y="1662565"/>
                </a:cubicBezTo>
                <a:lnTo>
                  <a:pt x="4584399" y="1659326"/>
                </a:lnTo>
                <a:cubicBezTo>
                  <a:pt x="4584803" y="1658922"/>
                  <a:pt x="4585209" y="1658517"/>
                  <a:pt x="4585613" y="1658517"/>
                </a:cubicBezTo>
                <a:close/>
                <a:moveTo>
                  <a:pt x="4504246" y="1658517"/>
                </a:moveTo>
                <a:lnTo>
                  <a:pt x="4508699" y="1658517"/>
                </a:lnTo>
                <a:cubicBezTo>
                  <a:pt x="4509104" y="1658517"/>
                  <a:pt x="4509508" y="1658922"/>
                  <a:pt x="4509913" y="1659326"/>
                </a:cubicBezTo>
                <a:lnTo>
                  <a:pt x="4511937" y="1662970"/>
                </a:lnTo>
                <a:cubicBezTo>
                  <a:pt x="4512342" y="1663375"/>
                  <a:pt x="4512342" y="1663780"/>
                  <a:pt x="4511937" y="1664184"/>
                </a:cubicBezTo>
                <a:lnTo>
                  <a:pt x="4509913" y="1667828"/>
                </a:lnTo>
                <a:cubicBezTo>
                  <a:pt x="4509508" y="1668232"/>
                  <a:pt x="4509104" y="1668232"/>
                  <a:pt x="4508699" y="1668232"/>
                </a:cubicBezTo>
                <a:lnTo>
                  <a:pt x="4504246" y="1668232"/>
                </a:lnTo>
                <a:cubicBezTo>
                  <a:pt x="4503841" y="1668232"/>
                  <a:pt x="4503436" y="1668232"/>
                  <a:pt x="4503032" y="1667828"/>
                </a:cubicBezTo>
                <a:lnTo>
                  <a:pt x="4501008" y="1664184"/>
                </a:lnTo>
                <a:cubicBezTo>
                  <a:pt x="4500603" y="1663780"/>
                  <a:pt x="4500603" y="1663375"/>
                  <a:pt x="4501008" y="1662970"/>
                </a:cubicBezTo>
                <a:lnTo>
                  <a:pt x="4503032" y="1659326"/>
                </a:lnTo>
                <a:cubicBezTo>
                  <a:pt x="4503436" y="1658922"/>
                  <a:pt x="4503841" y="1658517"/>
                  <a:pt x="4504246" y="1658517"/>
                </a:cubicBezTo>
                <a:close/>
                <a:moveTo>
                  <a:pt x="4463765" y="1658517"/>
                </a:moveTo>
                <a:lnTo>
                  <a:pt x="4468218" y="1658517"/>
                </a:lnTo>
                <a:cubicBezTo>
                  <a:pt x="4468623" y="1658517"/>
                  <a:pt x="4469027" y="1658922"/>
                  <a:pt x="4469432" y="1659326"/>
                </a:cubicBezTo>
                <a:lnTo>
                  <a:pt x="4471456" y="1662970"/>
                </a:lnTo>
                <a:cubicBezTo>
                  <a:pt x="4471861" y="1663375"/>
                  <a:pt x="4471861" y="1663780"/>
                  <a:pt x="4471456" y="1664184"/>
                </a:cubicBezTo>
                <a:lnTo>
                  <a:pt x="4469432" y="1667828"/>
                </a:lnTo>
                <a:cubicBezTo>
                  <a:pt x="4469432" y="1668232"/>
                  <a:pt x="4469027" y="1668232"/>
                  <a:pt x="4468218" y="1668232"/>
                </a:cubicBezTo>
                <a:lnTo>
                  <a:pt x="4463765" y="1668232"/>
                </a:lnTo>
                <a:cubicBezTo>
                  <a:pt x="4463360" y="1668232"/>
                  <a:pt x="4462955" y="1668232"/>
                  <a:pt x="4462551" y="1667828"/>
                </a:cubicBezTo>
                <a:lnTo>
                  <a:pt x="4460527" y="1664184"/>
                </a:lnTo>
                <a:cubicBezTo>
                  <a:pt x="4460122" y="1663780"/>
                  <a:pt x="4460122" y="1663375"/>
                  <a:pt x="4460527" y="1662970"/>
                </a:cubicBezTo>
                <a:lnTo>
                  <a:pt x="4462551" y="1659326"/>
                </a:lnTo>
                <a:cubicBezTo>
                  <a:pt x="4462955" y="1658922"/>
                  <a:pt x="4463360" y="1658517"/>
                  <a:pt x="4463765" y="1658517"/>
                </a:cubicBezTo>
                <a:close/>
                <a:moveTo>
                  <a:pt x="4423284" y="1658517"/>
                </a:moveTo>
                <a:lnTo>
                  <a:pt x="4427737" y="1658517"/>
                </a:lnTo>
                <a:cubicBezTo>
                  <a:pt x="4428142" y="1658517"/>
                  <a:pt x="4428546" y="1658922"/>
                  <a:pt x="4428951" y="1659326"/>
                </a:cubicBezTo>
                <a:lnTo>
                  <a:pt x="4430975" y="1662970"/>
                </a:lnTo>
                <a:cubicBezTo>
                  <a:pt x="4431380" y="1663375"/>
                  <a:pt x="4431380" y="1663780"/>
                  <a:pt x="4430975" y="1664184"/>
                </a:cubicBezTo>
                <a:lnTo>
                  <a:pt x="4428951" y="1667828"/>
                </a:lnTo>
                <a:cubicBezTo>
                  <a:pt x="4428951" y="1668232"/>
                  <a:pt x="4428546" y="1668232"/>
                  <a:pt x="4427737" y="1668232"/>
                </a:cubicBezTo>
                <a:lnTo>
                  <a:pt x="4423284" y="1668232"/>
                </a:lnTo>
                <a:cubicBezTo>
                  <a:pt x="4422879" y="1668232"/>
                  <a:pt x="4422474" y="1668232"/>
                  <a:pt x="4422070" y="1667828"/>
                </a:cubicBezTo>
                <a:lnTo>
                  <a:pt x="4420046" y="1664184"/>
                </a:lnTo>
                <a:cubicBezTo>
                  <a:pt x="4419641" y="1663780"/>
                  <a:pt x="4419641" y="1663375"/>
                  <a:pt x="4420046" y="1662970"/>
                </a:cubicBezTo>
                <a:lnTo>
                  <a:pt x="4422070" y="1659326"/>
                </a:lnTo>
                <a:cubicBezTo>
                  <a:pt x="4422474" y="1658922"/>
                  <a:pt x="4422879" y="1658517"/>
                  <a:pt x="4423284" y="1658517"/>
                </a:cubicBezTo>
                <a:close/>
                <a:moveTo>
                  <a:pt x="4383207" y="1658517"/>
                </a:moveTo>
                <a:lnTo>
                  <a:pt x="4387255" y="1658517"/>
                </a:lnTo>
                <a:cubicBezTo>
                  <a:pt x="4387660" y="1658517"/>
                  <a:pt x="4388065" y="1658517"/>
                  <a:pt x="4388469" y="1658922"/>
                </a:cubicBezTo>
                <a:lnTo>
                  <a:pt x="4390494" y="1662565"/>
                </a:lnTo>
                <a:cubicBezTo>
                  <a:pt x="4390899" y="1662970"/>
                  <a:pt x="4390899" y="1663375"/>
                  <a:pt x="4390494" y="1663780"/>
                </a:cubicBezTo>
                <a:lnTo>
                  <a:pt x="4388469" y="1667423"/>
                </a:lnTo>
                <a:cubicBezTo>
                  <a:pt x="4388065" y="1667828"/>
                  <a:pt x="4387660" y="1668232"/>
                  <a:pt x="4387255" y="1667828"/>
                </a:cubicBezTo>
                <a:lnTo>
                  <a:pt x="4383207" y="1667828"/>
                </a:lnTo>
                <a:cubicBezTo>
                  <a:pt x="4382803" y="1667828"/>
                  <a:pt x="4382397" y="1667828"/>
                  <a:pt x="4381993" y="1667423"/>
                </a:cubicBezTo>
                <a:lnTo>
                  <a:pt x="4379969" y="1663780"/>
                </a:lnTo>
                <a:cubicBezTo>
                  <a:pt x="4379564" y="1663375"/>
                  <a:pt x="4379564" y="1662970"/>
                  <a:pt x="4379969" y="1662565"/>
                </a:cubicBezTo>
                <a:lnTo>
                  <a:pt x="4381993" y="1658922"/>
                </a:lnTo>
                <a:cubicBezTo>
                  <a:pt x="4382397" y="1658922"/>
                  <a:pt x="4382803" y="1658517"/>
                  <a:pt x="4383207" y="1658517"/>
                </a:cubicBezTo>
                <a:close/>
                <a:moveTo>
                  <a:pt x="4342726" y="1658517"/>
                </a:moveTo>
                <a:lnTo>
                  <a:pt x="4346370" y="1658517"/>
                </a:lnTo>
                <a:cubicBezTo>
                  <a:pt x="4346774" y="1658517"/>
                  <a:pt x="4347179" y="1658922"/>
                  <a:pt x="4347584" y="1659326"/>
                </a:cubicBezTo>
                <a:lnTo>
                  <a:pt x="4349608" y="1662565"/>
                </a:lnTo>
                <a:cubicBezTo>
                  <a:pt x="4350013" y="1662970"/>
                  <a:pt x="4350013" y="1663375"/>
                  <a:pt x="4349608" y="1663780"/>
                </a:cubicBezTo>
                <a:lnTo>
                  <a:pt x="4347584" y="1667018"/>
                </a:lnTo>
                <a:cubicBezTo>
                  <a:pt x="4347584" y="1667423"/>
                  <a:pt x="4347179" y="1667828"/>
                  <a:pt x="4346370" y="1667828"/>
                </a:cubicBezTo>
                <a:lnTo>
                  <a:pt x="4342726" y="1667828"/>
                </a:lnTo>
                <a:cubicBezTo>
                  <a:pt x="4342322" y="1667828"/>
                  <a:pt x="4341916" y="1667423"/>
                  <a:pt x="4341512" y="1667018"/>
                </a:cubicBezTo>
                <a:lnTo>
                  <a:pt x="4339488" y="1663780"/>
                </a:lnTo>
                <a:cubicBezTo>
                  <a:pt x="4339083" y="1663375"/>
                  <a:pt x="4339083" y="1662970"/>
                  <a:pt x="4339488" y="1662565"/>
                </a:cubicBezTo>
                <a:lnTo>
                  <a:pt x="4341512" y="1659326"/>
                </a:lnTo>
                <a:cubicBezTo>
                  <a:pt x="4341916" y="1658922"/>
                  <a:pt x="4342322" y="1658517"/>
                  <a:pt x="4342726" y="1658517"/>
                </a:cubicBezTo>
                <a:close/>
                <a:moveTo>
                  <a:pt x="4545132" y="1658112"/>
                </a:moveTo>
                <a:lnTo>
                  <a:pt x="4549180" y="1658112"/>
                </a:lnTo>
                <a:cubicBezTo>
                  <a:pt x="4549585" y="1658112"/>
                  <a:pt x="4549990" y="1658517"/>
                  <a:pt x="4550394" y="1658922"/>
                </a:cubicBezTo>
                <a:lnTo>
                  <a:pt x="4552419" y="1662565"/>
                </a:lnTo>
                <a:cubicBezTo>
                  <a:pt x="4552824" y="1662970"/>
                  <a:pt x="4552824" y="1663375"/>
                  <a:pt x="4552419" y="1663779"/>
                </a:cubicBezTo>
                <a:lnTo>
                  <a:pt x="4550394" y="1667423"/>
                </a:lnTo>
                <a:cubicBezTo>
                  <a:pt x="4549990" y="1667828"/>
                  <a:pt x="4549585" y="1668232"/>
                  <a:pt x="4549180" y="1667828"/>
                </a:cubicBezTo>
                <a:lnTo>
                  <a:pt x="4545132" y="1667828"/>
                </a:lnTo>
                <a:cubicBezTo>
                  <a:pt x="4544728" y="1667828"/>
                  <a:pt x="4544322" y="1667828"/>
                  <a:pt x="4543918" y="1667423"/>
                </a:cubicBezTo>
                <a:lnTo>
                  <a:pt x="4541894" y="1663779"/>
                </a:lnTo>
                <a:cubicBezTo>
                  <a:pt x="4541489" y="1663375"/>
                  <a:pt x="4541489" y="1662970"/>
                  <a:pt x="4541894" y="1662565"/>
                </a:cubicBezTo>
                <a:lnTo>
                  <a:pt x="4543918" y="1658922"/>
                </a:lnTo>
                <a:cubicBezTo>
                  <a:pt x="4544322" y="1658517"/>
                  <a:pt x="4544728" y="1658112"/>
                  <a:pt x="4545132" y="1658112"/>
                </a:cubicBezTo>
                <a:close/>
                <a:moveTo>
                  <a:pt x="3330290" y="1658112"/>
                </a:moveTo>
                <a:lnTo>
                  <a:pt x="3334743" y="1658112"/>
                </a:lnTo>
                <a:cubicBezTo>
                  <a:pt x="3335147" y="1658112"/>
                  <a:pt x="3335552" y="1658112"/>
                  <a:pt x="3335957" y="1658517"/>
                </a:cubicBezTo>
                <a:lnTo>
                  <a:pt x="3338386" y="1662565"/>
                </a:lnTo>
                <a:cubicBezTo>
                  <a:pt x="3338791" y="1662970"/>
                  <a:pt x="3338791" y="1663375"/>
                  <a:pt x="3338386" y="1663779"/>
                </a:cubicBezTo>
                <a:lnTo>
                  <a:pt x="3335957" y="1667828"/>
                </a:lnTo>
                <a:cubicBezTo>
                  <a:pt x="3335957" y="1668232"/>
                  <a:pt x="3335552" y="1668637"/>
                  <a:pt x="3334743" y="1668232"/>
                </a:cubicBezTo>
                <a:lnTo>
                  <a:pt x="3330290" y="1668232"/>
                </a:lnTo>
                <a:cubicBezTo>
                  <a:pt x="3329885" y="1668232"/>
                  <a:pt x="3329480" y="1668232"/>
                  <a:pt x="3329075" y="1667828"/>
                </a:cubicBezTo>
                <a:lnTo>
                  <a:pt x="3326647" y="1663779"/>
                </a:lnTo>
                <a:cubicBezTo>
                  <a:pt x="3326242" y="1663375"/>
                  <a:pt x="3326242" y="1662970"/>
                  <a:pt x="3326647" y="1662565"/>
                </a:cubicBezTo>
                <a:lnTo>
                  <a:pt x="3329075" y="1658517"/>
                </a:lnTo>
                <a:cubicBezTo>
                  <a:pt x="3329480" y="1658517"/>
                  <a:pt x="3329885" y="1658112"/>
                  <a:pt x="3330290" y="1658112"/>
                </a:cubicBezTo>
                <a:close/>
                <a:moveTo>
                  <a:pt x="3289809" y="1658112"/>
                </a:moveTo>
                <a:lnTo>
                  <a:pt x="3294262" y="1658112"/>
                </a:lnTo>
                <a:cubicBezTo>
                  <a:pt x="3294667" y="1658112"/>
                  <a:pt x="3295071" y="1658112"/>
                  <a:pt x="3295476" y="1658517"/>
                </a:cubicBezTo>
                <a:lnTo>
                  <a:pt x="3297500" y="1662565"/>
                </a:lnTo>
                <a:cubicBezTo>
                  <a:pt x="3297905" y="1662970"/>
                  <a:pt x="3297905" y="1663375"/>
                  <a:pt x="3297500" y="1663779"/>
                </a:cubicBezTo>
                <a:lnTo>
                  <a:pt x="3295476" y="1667828"/>
                </a:lnTo>
                <a:cubicBezTo>
                  <a:pt x="3295476" y="1668232"/>
                  <a:pt x="3295071" y="1668637"/>
                  <a:pt x="3294262" y="1668232"/>
                </a:cubicBezTo>
                <a:lnTo>
                  <a:pt x="3289809" y="1668232"/>
                </a:lnTo>
                <a:cubicBezTo>
                  <a:pt x="3289404" y="1668232"/>
                  <a:pt x="3288999" y="1668232"/>
                  <a:pt x="3288595" y="1667828"/>
                </a:cubicBezTo>
                <a:lnTo>
                  <a:pt x="3286571" y="1663779"/>
                </a:lnTo>
                <a:cubicBezTo>
                  <a:pt x="3286166" y="1663375"/>
                  <a:pt x="3286166" y="1662970"/>
                  <a:pt x="3286571" y="1662565"/>
                </a:cubicBezTo>
                <a:lnTo>
                  <a:pt x="3288595" y="1658517"/>
                </a:lnTo>
                <a:cubicBezTo>
                  <a:pt x="3288999" y="1658517"/>
                  <a:pt x="3289404" y="1658112"/>
                  <a:pt x="3289809" y="1658112"/>
                </a:cubicBezTo>
                <a:close/>
                <a:moveTo>
                  <a:pt x="3248923" y="1657302"/>
                </a:moveTo>
                <a:lnTo>
                  <a:pt x="3254186" y="1657302"/>
                </a:lnTo>
                <a:cubicBezTo>
                  <a:pt x="3254590" y="1657302"/>
                  <a:pt x="3254995" y="1657707"/>
                  <a:pt x="3255400" y="1658112"/>
                </a:cubicBezTo>
                <a:lnTo>
                  <a:pt x="3257829" y="1662565"/>
                </a:lnTo>
                <a:cubicBezTo>
                  <a:pt x="3258234" y="1662969"/>
                  <a:pt x="3258234" y="1663374"/>
                  <a:pt x="3257829" y="1663779"/>
                </a:cubicBezTo>
                <a:lnTo>
                  <a:pt x="3255400" y="1668232"/>
                </a:lnTo>
                <a:cubicBezTo>
                  <a:pt x="3254995" y="1668637"/>
                  <a:pt x="3254590" y="1669042"/>
                  <a:pt x="3254186" y="1669042"/>
                </a:cubicBezTo>
                <a:lnTo>
                  <a:pt x="3248923" y="1669042"/>
                </a:lnTo>
                <a:cubicBezTo>
                  <a:pt x="3248518" y="1669042"/>
                  <a:pt x="3248113" y="1668637"/>
                  <a:pt x="3247709" y="1668232"/>
                </a:cubicBezTo>
                <a:lnTo>
                  <a:pt x="3245280" y="1663779"/>
                </a:lnTo>
                <a:cubicBezTo>
                  <a:pt x="3244875" y="1663374"/>
                  <a:pt x="3244875" y="1662969"/>
                  <a:pt x="3245280" y="1662565"/>
                </a:cubicBezTo>
                <a:lnTo>
                  <a:pt x="3247709" y="1658112"/>
                </a:lnTo>
                <a:cubicBezTo>
                  <a:pt x="3248113" y="1657707"/>
                  <a:pt x="3248518" y="1657302"/>
                  <a:pt x="3248923" y="1657302"/>
                </a:cubicBezTo>
                <a:close/>
                <a:moveTo>
                  <a:pt x="3208036" y="1656898"/>
                </a:moveTo>
                <a:lnTo>
                  <a:pt x="3214109" y="1656898"/>
                </a:lnTo>
                <a:cubicBezTo>
                  <a:pt x="3214513" y="1656898"/>
                  <a:pt x="3214918" y="1657303"/>
                  <a:pt x="3215323" y="1657708"/>
                </a:cubicBezTo>
                <a:lnTo>
                  <a:pt x="3218561" y="1662970"/>
                </a:lnTo>
                <a:cubicBezTo>
                  <a:pt x="3218967" y="1663375"/>
                  <a:pt x="3218967" y="1663780"/>
                  <a:pt x="3218561" y="1664185"/>
                </a:cubicBezTo>
                <a:lnTo>
                  <a:pt x="3215323" y="1669447"/>
                </a:lnTo>
                <a:cubicBezTo>
                  <a:pt x="3215323" y="1669447"/>
                  <a:pt x="3214918" y="1669852"/>
                  <a:pt x="3214109" y="1670257"/>
                </a:cubicBezTo>
                <a:lnTo>
                  <a:pt x="3208036" y="1670257"/>
                </a:lnTo>
                <a:cubicBezTo>
                  <a:pt x="3207632" y="1670257"/>
                  <a:pt x="3207227" y="1669852"/>
                  <a:pt x="3206822" y="1669447"/>
                </a:cubicBezTo>
                <a:lnTo>
                  <a:pt x="3203584" y="1664185"/>
                </a:lnTo>
                <a:cubicBezTo>
                  <a:pt x="3203179" y="1663780"/>
                  <a:pt x="3203179" y="1663375"/>
                  <a:pt x="3203584" y="1662970"/>
                </a:cubicBezTo>
                <a:lnTo>
                  <a:pt x="3206822" y="1657708"/>
                </a:lnTo>
                <a:cubicBezTo>
                  <a:pt x="3207227" y="1657303"/>
                  <a:pt x="3207632" y="1656898"/>
                  <a:pt x="3208036" y="1656898"/>
                </a:cubicBezTo>
                <a:close/>
                <a:moveTo>
                  <a:pt x="3166341" y="1654874"/>
                </a:moveTo>
                <a:lnTo>
                  <a:pt x="3175247" y="1654874"/>
                </a:lnTo>
                <a:cubicBezTo>
                  <a:pt x="3175651" y="1654874"/>
                  <a:pt x="3176056" y="1654874"/>
                  <a:pt x="3176461" y="1655279"/>
                </a:cubicBezTo>
                <a:lnTo>
                  <a:pt x="3180914" y="1662970"/>
                </a:lnTo>
                <a:cubicBezTo>
                  <a:pt x="3181319" y="1663375"/>
                  <a:pt x="3181319" y="1663780"/>
                  <a:pt x="3180914" y="1664185"/>
                </a:cubicBezTo>
                <a:lnTo>
                  <a:pt x="3176461" y="1671876"/>
                </a:lnTo>
                <a:cubicBezTo>
                  <a:pt x="3176056" y="1672281"/>
                  <a:pt x="3175651" y="1672281"/>
                  <a:pt x="3175247" y="1672281"/>
                </a:cubicBezTo>
                <a:lnTo>
                  <a:pt x="3166341" y="1672281"/>
                </a:lnTo>
                <a:cubicBezTo>
                  <a:pt x="3165936" y="1672281"/>
                  <a:pt x="3165531" y="1672281"/>
                  <a:pt x="3165126" y="1671876"/>
                </a:cubicBezTo>
                <a:lnTo>
                  <a:pt x="3160674" y="1664185"/>
                </a:lnTo>
                <a:cubicBezTo>
                  <a:pt x="3160269" y="1663780"/>
                  <a:pt x="3160269" y="1663375"/>
                  <a:pt x="3160674" y="1662970"/>
                </a:cubicBezTo>
                <a:lnTo>
                  <a:pt x="3165126" y="1655279"/>
                </a:lnTo>
                <a:cubicBezTo>
                  <a:pt x="3165531" y="1655279"/>
                  <a:pt x="3165936" y="1654874"/>
                  <a:pt x="3166341" y="1654874"/>
                </a:cubicBezTo>
                <a:close/>
                <a:moveTo>
                  <a:pt x="3125049" y="1653254"/>
                </a:moveTo>
                <a:lnTo>
                  <a:pt x="3135170" y="1653254"/>
                </a:lnTo>
                <a:cubicBezTo>
                  <a:pt x="3135574" y="1653254"/>
                  <a:pt x="3135980" y="1653254"/>
                  <a:pt x="3136384" y="1653659"/>
                </a:cubicBezTo>
                <a:lnTo>
                  <a:pt x="3141647" y="1662565"/>
                </a:lnTo>
                <a:cubicBezTo>
                  <a:pt x="3142052" y="1662970"/>
                  <a:pt x="3142052" y="1663374"/>
                  <a:pt x="3141647" y="1663779"/>
                </a:cubicBezTo>
                <a:lnTo>
                  <a:pt x="3136384" y="1672685"/>
                </a:lnTo>
                <a:cubicBezTo>
                  <a:pt x="3136384" y="1673090"/>
                  <a:pt x="3135980" y="1673495"/>
                  <a:pt x="3135170" y="1673090"/>
                </a:cubicBezTo>
                <a:lnTo>
                  <a:pt x="3125049" y="1673090"/>
                </a:lnTo>
                <a:cubicBezTo>
                  <a:pt x="3124645" y="1673090"/>
                  <a:pt x="3124240" y="1673090"/>
                  <a:pt x="3123835" y="1672685"/>
                </a:cubicBezTo>
                <a:lnTo>
                  <a:pt x="3118573" y="1663779"/>
                </a:lnTo>
                <a:cubicBezTo>
                  <a:pt x="3118168" y="1663374"/>
                  <a:pt x="3118168" y="1662970"/>
                  <a:pt x="3118573" y="1662565"/>
                </a:cubicBezTo>
                <a:lnTo>
                  <a:pt x="3123835" y="1653659"/>
                </a:lnTo>
                <a:cubicBezTo>
                  <a:pt x="3124240" y="1653659"/>
                  <a:pt x="3124645" y="1653254"/>
                  <a:pt x="3125049" y="1653254"/>
                </a:cubicBezTo>
                <a:close/>
                <a:moveTo>
                  <a:pt x="3084569" y="1652849"/>
                </a:moveTo>
                <a:lnTo>
                  <a:pt x="3094689" y="1652849"/>
                </a:lnTo>
                <a:cubicBezTo>
                  <a:pt x="3095094" y="1652849"/>
                  <a:pt x="3095499" y="1653254"/>
                  <a:pt x="3095904" y="1653659"/>
                </a:cubicBezTo>
                <a:lnTo>
                  <a:pt x="3100761" y="1662565"/>
                </a:lnTo>
                <a:cubicBezTo>
                  <a:pt x="3101166" y="1662969"/>
                  <a:pt x="3101166" y="1663374"/>
                  <a:pt x="3100761" y="1663779"/>
                </a:cubicBezTo>
                <a:lnTo>
                  <a:pt x="3095904" y="1672685"/>
                </a:lnTo>
                <a:cubicBezTo>
                  <a:pt x="3095904" y="1673090"/>
                  <a:pt x="3095499" y="1673494"/>
                  <a:pt x="3094689" y="1673494"/>
                </a:cubicBezTo>
                <a:lnTo>
                  <a:pt x="3084569" y="1673494"/>
                </a:lnTo>
                <a:cubicBezTo>
                  <a:pt x="3084164" y="1673494"/>
                  <a:pt x="3083759" y="1673090"/>
                  <a:pt x="3083355" y="1672685"/>
                </a:cubicBezTo>
                <a:lnTo>
                  <a:pt x="3078497" y="1663779"/>
                </a:lnTo>
                <a:cubicBezTo>
                  <a:pt x="3078092" y="1663374"/>
                  <a:pt x="3078092" y="1662969"/>
                  <a:pt x="3078497" y="1662565"/>
                </a:cubicBezTo>
                <a:lnTo>
                  <a:pt x="3083355" y="1653659"/>
                </a:lnTo>
                <a:cubicBezTo>
                  <a:pt x="3083759" y="1653254"/>
                  <a:pt x="3084164" y="1652849"/>
                  <a:pt x="3084569" y="1652849"/>
                </a:cubicBezTo>
                <a:close/>
                <a:moveTo>
                  <a:pt x="3817279" y="1621274"/>
                </a:moveTo>
                <a:lnTo>
                  <a:pt x="3819303" y="1621274"/>
                </a:lnTo>
                <a:lnTo>
                  <a:pt x="3820113" y="1622893"/>
                </a:lnTo>
                <a:lnTo>
                  <a:pt x="3819303" y="1624512"/>
                </a:lnTo>
                <a:lnTo>
                  <a:pt x="3817279" y="1624512"/>
                </a:lnTo>
                <a:lnTo>
                  <a:pt x="3816470" y="1622893"/>
                </a:lnTo>
                <a:close/>
                <a:moveTo>
                  <a:pt x="3736316" y="1621274"/>
                </a:moveTo>
                <a:lnTo>
                  <a:pt x="3738340" y="1621274"/>
                </a:lnTo>
                <a:lnTo>
                  <a:pt x="3739150" y="1622893"/>
                </a:lnTo>
                <a:lnTo>
                  <a:pt x="3738340" y="1624512"/>
                </a:lnTo>
                <a:lnTo>
                  <a:pt x="3736316" y="1624512"/>
                </a:lnTo>
                <a:lnTo>
                  <a:pt x="3735507" y="1622893"/>
                </a:lnTo>
                <a:close/>
                <a:moveTo>
                  <a:pt x="3655354" y="1621274"/>
                </a:moveTo>
                <a:lnTo>
                  <a:pt x="3657378" y="1621274"/>
                </a:lnTo>
                <a:lnTo>
                  <a:pt x="3658188" y="1622893"/>
                </a:lnTo>
                <a:lnTo>
                  <a:pt x="3657378" y="1624512"/>
                </a:lnTo>
                <a:lnTo>
                  <a:pt x="3655354" y="1624512"/>
                </a:lnTo>
                <a:lnTo>
                  <a:pt x="3654545" y="1622893"/>
                </a:lnTo>
                <a:close/>
                <a:moveTo>
                  <a:pt x="3615278" y="1621274"/>
                </a:moveTo>
                <a:lnTo>
                  <a:pt x="3617302" y="1621274"/>
                </a:lnTo>
                <a:lnTo>
                  <a:pt x="3618517" y="1622893"/>
                </a:lnTo>
                <a:lnTo>
                  <a:pt x="3617302" y="1624512"/>
                </a:lnTo>
                <a:lnTo>
                  <a:pt x="3615278" y="1624512"/>
                </a:lnTo>
                <a:lnTo>
                  <a:pt x="3614064" y="1622893"/>
                </a:lnTo>
                <a:close/>
                <a:moveTo>
                  <a:pt x="3857760" y="1620869"/>
                </a:moveTo>
                <a:lnTo>
                  <a:pt x="3860189" y="1620869"/>
                </a:lnTo>
                <a:lnTo>
                  <a:pt x="3861404" y="1622893"/>
                </a:lnTo>
                <a:lnTo>
                  <a:pt x="3860189" y="1624917"/>
                </a:lnTo>
                <a:lnTo>
                  <a:pt x="3857760" y="1624917"/>
                </a:lnTo>
                <a:lnTo>
                  <a:pt x="3856546" y="1622893"/>
                </a:lnTo>
                <a:close/>
                <a:moveTo>
                  <a:pt x="3777203" y="1620869"/>
                </a:moveTo>
                <a:lnTo>
                  <a:pt x="3779227" y="1620869"/>
                </a:lnTo>
                <a:lnTo>
                  <a:pt x="3780442" y="1622893"/>
                </a:lnTo>
                <a:lnTo>
                  <a:pt x="3779227" y="1624917"/>
                </a:lnTo>
                <a:lnTo>
                  <a:pt x="3777203" y="1624917"/>
                </a:lnTo>
                <a:lnTo>
                  <a:pt x="3775989" y="1622893"/>
                </a:lnTo>
                <a:close/>
                <a:moveTo>
                  <a:pt x="3695835" y="1620869"/>
                </a:moveTo>
                <a:lnTo>
                  <a:pt x="3698264" y="1620869"/>
                </a:lnTo>
                <a:lnTo>
                  <a:pt x="3699479" y="1622893"/>
                </a:lnTo>
                <a:lnTo>
                  <a:pt x="3698264" y="1624917"/>
                </a:lnTo>
                <a:lnTo>
                  <a:pt x="3695835" y="1624917"/>
                </a:lnTo>
                <a:lnTo>
                  <a:pt x="3694621" y="1622893"/>
                </a:lnTo>
                <a:close/>
                <a:moveTo>
                  <a:pt x="3574796" y="1620869"/>
                </a:moveTo>
                <a:lnTo>
                  <a:pt x="3576820" y="1620869"/>
                </a:lnTo>
                <a:lnTo>
                  <a:pt x="3578035" y="1622893"/>
                </a:lnTo>
                <a:lnTo>
                  <a:pt x="3576820" y="1624917"/>
                </a:lnTo>
                <a:lnTo>
                  <a:pt x="3574796" y="1624917"/>
                </a:lnTo>
                <a:lnTo>
                  <a:pt x="3573582" y="1622893"/>
                </a:lnTo>
                <a:close/>
                <a:moveTo>
                  <a:pt x="3533910" y="1620869"/>
                </a:moveTo>
                <a:lnTo>
                  <a:pt x="3536339" y="1620869"/>
                </a:lnTo>
                <a:lnTo>
                  <a:pt x="3537554" y="1622893"/>
                </a:lnTo>
                <a:lnTo>
                  <a:pt x="3536339" y="1624917"/>
                </a:lnTo>
                <a:lnTo>
                  <a:pt x="3533910" y="1624917"/>
                </a:lnTo>
                <a:lnTo>
                  <a:pt x="3532696" y="1622893"/>
                </a:lnTo>
                <a:close/>
                <a:moveTo>
                  <a:pt x="3493429" y="1620869"/>
                </a:moveTo>
                <a:lnTo>
                  <a:pt x="3495858" y="1620869"/>
                </a:lnTo>
                <a:lnTo>
                  <a:pt x="3497073" y="1622893"/>
                </a:lnTo>
                <a:lnTo>
                  <a:pt x="3495858" y="1624917"/>
                </a:lnTo>
                <a:lnTo>
                  <a:pt x="3493429" y="1624917"/>
                </a:lnTo>
                <a:lnTo>
                  <a:pt x="3492215" y="1622893"/>
                </a:lnTo>
                <a:close/>
                <a:moveTo>
                  <a:pt x="3453353" y="1620869"/>
                </a:moveTo>
                <a:lnTo>
                  <a:pt x="3455377" y="1620869"/>
                </a:lnTo>
                <a:lnTo>
                  <a:pt x="3456592" y="1622893"/>
                </a:lnTo>
                <a:lnTo>
                  <a:pt x="3455377" y="1624917"/>
                </a:lnTo>
                <a:lnTo>
                  <a:pt x="3453353" y="1624917"/>
                </a:lnTo>
                <a:lnTo>
                  <a:pt x="3452139" y="1622893"/>
                </a:lnTo>
                <a:close/>
                <a:moveTo>
                  <a:pt x="3412467" y="1620869"/>
                </a:moveTo>
                <a:lnTo>
                  <a:pt x="3414896" y="1620869"/>
                </a:lnTo>
                <a:lnTo>
                  <a:pt x="3416111" y="1622893"/>
                </a:lnTo>
                <a:lnTo>
                  <a:pt x="3414896" y="1624917"/>
                </a:lnTo>
                <a:lnTo>
                  <a:pt x="3412467" y="1624917"/>
                </a:lnTo>
                <a:lnTo>
                  <a:pt x="3411253" y="1622893"/>
                </a:lnTo>
                <a:close/>
                <a:moveTo>
                  <a:pt x="3898241" y="1620464"/>
                </a:moveTo>
                <a:lnTo>
                  <a:pt x="3901075" y="1620464"/>
                </a:lnTo>
                <a:lnTo>
                  <a:pt x="3902694" y="1622893"/>
                </a:lnTo>
                <a:lnTo>
                  <a:pt x="3901075" y="1625322"/>
                </a:lnTo>
                <a:lnTo>
                  <a:pt x="3898241" y="1625322"/>
                </a:lnTo>
                <a:lnTo>
                  <a:pt x="3896622" y="1622893"/>
                </a:lnTo>
                <a:close/>
                <a:moveTo>
                  <a:pt x="3938318" y="1620060"/>
                </a:moveTo>
                <a:lnTo>
                  <a:pt x="3941557" y="1620060"/>
                </a:lnTo>
                <a:lnTo>
                  <a:pt x="3943176" y="1622893"/>
                </a:lnTo>
                <a:lnTo>
                  <a:pt x="3941557" y="1625727"/>
                </a:lnTo>
                <a:lnTo>
                  <a:pt x="3938318" y="1625727"/>
                </a:lnTo>
                <a:lnTo>
                  <a:pt x="3936699" y="1622893"/>
                </a:lnTo>
                <a:close/>
                <a:moveTo>
                  <a:pt x="4059357" y="1619655"/>
                </a:moveTo>
                <a:lnTo>
                  <a:pt x="4063405" y="1619655"/>
                </a:lnTo>
                <a:lnTo>
                  <a:pt x="4065429" y="1622893"/>
                </a:lnTo>
                <a:lnTo>
                  <a:pt x="4063405" y="1626132"/>
                </a:lnTo>
                <a:lnTo>
                  <a:pt x="4059357" y="1626132"/>
                </a:lnTo>
                <a:lnTo>
                  <a:pt x="4057333" y="1622893"/>
                </a:lnTo>
                <a:close/>
                <a:moveTo>
                  <a:pt x="3978799" y="1619655"/>
                </a:moveTo>
                <a:lnTo>
                  <a:pt x="3982442" y="1619655"/>
                </a:lnTo>
                <a:lnTo>
                  <a:pt x="3984467" y="1622893"/>
                </a:lnTo>
                <a:lnTo>
                  <a:pt x="3982442" y="1626132"/>
                </a:lnTo>
                <a:lnTo>
                  <a:pt x="3978799" y="1626132"/>
                </a:lnTo>
                <a:lnTo>
                  <a:pt x="3976775" y="1622893"/>
                </a:lnTo>
                <a:close/>
                <a:moveTo>
                  <a:pt x="3371581" y="1619655"/>
                </a:moveTo>
                <a:lnTo>
                  <a:pt x="3375224" y="1619655"/>
                </a:lnTo>
                <a:lnTo>
                  <a:pt x="3377249" y="1622893"/>
                </a:lnTo>
                <a:lnTo>
                  <a:pt x="3375224" y="1626132"/>
                </a:lnTo>
                <a:lnTo>
                  <a:pt x="3371581" y="1626132"/>
                </a:lnTo>
                <a:lnTo>
                  <a:pt x="3369557" y="1622893"/>
                </a:lnTo>
                <a:close/>
                <a:moveTo>
                  <a:pt x="4504652" y="1619250"/>
                </a:moveTo>
                <a:lnTo>
                  <a:pt x="4508295" y="1619250"/>
                </a:lnTo>
                <a:cubicBezTo>
                  <a:pt x="4508700" y="1619250"/>
                  <a:pt x="4509104" y="1619250"/>
                  <a:pt x="4509509" y="1619655"/>
                </a:cubicBezTo>
                <a:lnTo>
                  <a:pt x="4511128" y="1622488"/>
                </a:lnTo>
                <a:cubicBezTo>
                  <a:pt x="4511533" y="1622893"/>
                  <a:pt x="4511533" y="1623298"/>
                  <a:pt x="4511128" y="1623703"/>
                </a:cubicBezTo>
                <a:lnTo>
                  <a:pt x="4509509" y="1626537"/>
                </a:lnTo>
                <a:cubicBezTo>
                  <a:pt x="4509104" y="1626941"/>
                  <a:pt x="4508700" y="1626941"/>
                  <a:pt x="4508295" y="1626941"/>
                </a:cubicBezTo>
                <a:lnTo>
                  <a:pt x="4504652" y="1626941"/>
                </a:lnTo>
                <a:cubicBezTo>
                  <a:pt x="4504247" y="1626941"/>
                  <a:pt x="4503842" y="1626941"/>
                  <a:pt x="4503437" y="1626537"/>
                </a:cubicBezTo>
                <a:lnTo>
                  <a:pt x="4501818" y="1623703"/>
                </a:lnTo>
                <a:cubicBezTo>
                  <a:pt x="4501413" y="1623298"/>
                  <a:pt x="4501413" y="1622893"/>
                  <a:pt x="4501818" y="1622488"/>
                </a:cubicBezTo>
                <a:lnTo>
                  <a:pt x="4503437" y="1619655"/>
                </a:lnTo>
                <a:cubicBezTo>
                  <a:pt x="4503842" y="1619655"/>
                  <a:pt x="4504247" y="1619250"/>
                  <a:pt x="4504652" y="1619250"/>
                </a:cubicBezTo>
                <a:close/>
                <a:moveTo>
                  <a:pt x="4342321" y="1619250"/>
                </a:moveTo>
                <a:lnTo>
                  <a:pt x="4346774" y="1619250"/>
                </a:lnTo>
                <a:lnTo>
                  <a:pt x="4348798" y="1622893"/>
                </a:lnTo>
                <a:lnTo>
                  <a:pt x="4346774" y="1626537"/>
                </a:lnTo>
                <a:lnTo>
                  <a:pt x="4342321" y="1626537"/>
                </a:lnTo>
                <a:lnTo>
                  <a:pt x="4340297" y="1622893"/>
                </a:lnTo>
                <a:close/>
                <a:moveTo>
                  <a:pt x="4302649" y="1619250"/>
                </a:moveTo>
                <a:lnTo>
                  <a:pt x="4305888" y="1619250"/>
                </a:lnTo>
                <a:cubicBezTo>
                  <a:pt x="4306293" y="1619250"/>
                  <a:pt x="4306698" y="1619250"/>
                  <a:pt x="4307102" y="1619655"/>
                </a:cubicBezTo>
                <a:lnTo>
                  <a:pt x="4308722" y="1622488"/>
                </a:lnTo>
                <a:cubicBezTo>
                  <a:pt x="4309126" y="1622893"/>
                  <a:pt x="4309126" y="1623298"/>
                  <a:pt x="4308722" y="1623703"/>
                </a:cubicBezTo>
                <a:lnTo>
                  <a:pt x="4307102" y="1626537"/>
                </a:lnTo>
                <a:cubicBezTo>
                  <a:pt x="4306698" y="1626941"/>
                  <a:pt x="4306293" y="1626941"/>
                  <a:pt x="4305888" y="1626941"/>
                </a:cubicBezTo>
                <a:lnTo>
                  <a:pt x="4302649" y="1626941"/>
                </a:lnTo>
                <a:cubicBezTo>
                  <a:pt x="4302245" y="1626941"/>
                  <a:pt x="4301840" y="1626941"/>
                  <a:pt x="4301435" y="1626537"/>
                </a:cubicBezTo>
                <a:lnTo>
                  <a:pt x="4299816" y="1623703"/>
                </a:lnTo>
                <a:cubicBezTo>
                  <a:pt x="4299411" y="1623298"/>
                  <a:pt x="4299411" y="1622893"/>
                  <a:pt x="4299816" y="1622488"/>
                </a:cubicBezTo>
                <a:lnTo>
                  <a:pt x="4301435" y="1619655"/>
                </a:lnTo>
                <a:cubicBezTo>
                  <a:pt x="4301840" y="1619655"/>
                  <a:pt x="4302245" y="1619250"/>
                  <a:pt x="4302649" y="1619250"/>
                </a:cubicBezTo>
                <a:close/>
                <a:moveTo>
                  <a:pt x="4221282" y="1619250"/>
                </a:moveTo>
                <a:lnTo>
                  <a:pt x="4225330" y="1619250"/>
                </a:lnTo>
                <a:lnTo>
                  <a:pt x="4227354" y="1622893"/>
                </a:lnTo>
                <a:lnTo>
                  <a:pt x="4225330" y="1626537"/>
                </a:lnTo>
                <a:lnTo>
                  <a:pt x="4221282" y="1626537"/>
                </a:lnTo>
                <a:lnTo>
                  <a:pt x="4219258" y="1622893"/>
                </a:lnTo>
                <a:close/>
                <a:moveTo>
                  <a:pt x="4180396" y="1619250"/>
                </a:moveTo>
                <a:lnTo>
                  <a:pt x="4184849" y="1619250"/>
                </a:lnTo>
                <a:lnTo>
                  <a:pt x="4186873" y="1622893"/>
                </a:lnTo>
                <a:lnTo>
                  <a:pt x="4184849" y="1626537"/>
                </a:lnTo>
                <a:lnTo>
                  <a:pt x="4180396" y="1626537"/>
                </a:lnTo>
                <a:lnTo>
                  <a:pt x="4178372" y="1622893"/>
                </a:lnTo>
                <a:close/>
                <a:moveTo>
                  <a:pt x="4099838" y="1619250"/>
                </a:moveTo>
                <a:lnTo>
                  <a:pt x="4103886" y="1619250"/>
                </a:lnTo>
                <a:lnTo>
                  <a:pt x="4105910" y="1622893"/>
                </a:lnTo>
                <a:lnTo>
                  <a:pt x="4103886" y="1626537"/>
                </a:lnTo>
                <a:lnTo>
                  <a:pt x="4099838" y="1626537"/>
                </a:lnTo>
                <a:lnTo>
                  <a:pt x="4097814" y="1622893"/>
                </a:lnTo>
                <a:close/>
                <a:moveTo>
                  <a:pt x="4018876" y="1619250"/>
                </a:moveTo>
                <a:lnTo>
                  <a:pt x="4022924" y="1619250"/>
                </a:lnTo>
                <a:lnTo>
                  <a:pt x="4024948" y="1622893"/>
                </a:lnTo>
                <a:lnTo>
                  <a:pt x="4022924" y="1626537"/>
                </a:lnTo>
                <a:lnTo>
                  <a:pt x="4018876" y="1626537"/>
                </a:lnTo>
                <a:lnTo>
                  <a:pt x="4016852" y="1622893"/>
                </a:lnTo>
                <a:close/>
                <a:moveTo>
                  <a:pt x="4586018" y="1618845"/>
                </a:moveTo>
                <a:lnTo>
                  <a:pt x="4589257" y="1618845"/>
                </a:lnTo>
                <a:cubicBezTo>
                  <a:pt x="4589662" y="1618845"/>
                  <a:pt x="4590067" y="1619250"/>
                  <a:pt x="4590471" y="1619655"/>
                </a:cubicBezTo>
                <a:lnTo>
                  <a:pt x="4592091" y="1622488"/>
                </a:lnTo>
                <a:cubicBezTo>
                  <a:pt x="4592495" y="1622893"/>
                  <a:pt x="4592495" y="1623298"/>
                  <a:pt x="4592091" y="1623703"/>
                </a:cubicBezTo>
                <a:lnTo>
                  <a:pt x="4590471" y="1626537"/>
                </a:lnTo>
                <a:cubicBezTo>
                  <a:pt x="4590067" y="1626941"/>
                  <a:pt x="4589662" y="1626941"/>
                  <a:pt x="4589257" y="1627346"/>
                </a:cubicBezTo>
                <a:lnTo>
                  <a:pt x="4586018" y="1627346"/>
                </a:lnTo>
                <a:cubicBezTo>
                  <a:pt x="4585614" y="1627346"/>
                  <a:pt x="4585209" y="1626941"/>
                  <a:pt x="4584804" y="1626537"/>
                </a:cubicBezTo>
                <a:lnTo>
                  <a:pt x="4583185" y="1623703"/>
                </a:lnTo>
                <a:cubicBezTo>
                  <a:pt x="4582780" y="1623298"/>
                  <a:pt x="4582780" y="1622893"/>
                  <a:pt x="4583185" y="1622488"/>
                </a:cubicBezTo>
                <a:lnTo>
                  <a:pt x="4584804" y="1619655"/>
                </a:lnTo>
                <a:cubicBezTo>
                  <a:pt x="4585209" y="1619250"/>
                  <a:pt x="4585614" y="1618845"/>
                  <a:pt x="4586018" y="1618845"/>
                </a:cubicBezTo>
                <a:close/>
                <a:moveTo>
                  <a:pt x="4382802" y="1618845"/>
                </a:moveTo>
                <a:lnTo>
                  <a:pt x="4386850" y="1618845"/>
                </a:lnTo>
                <a:cubicBezTo>
                  <a:pt x="4387255" y="1618845"/>
                  <a:pt x="4387660" y="1618845"/>
                  <a:pt x="4388064" y="1619250"/>
                </a:cubicBezTo>
                <a:lnTo>
                  <a:pt x="4390089" y="1622488"/>
                </a:lnTo>
                <a:cubicBezTo>
                  <a:pt x="4390493" y="1622893"/>
                  <a:pt x="4390493" y="1623298"/>
                  <a:pt x="4390089" y="1623703"/>
                </a:cubicBezTo>
                <a:lnTo>
                  <a:pt x="4388064" y="1626941"/>
                </a:lnTo>
                <a:cubicBezTo>
                  <a:pt x="4388064" y="1627346"/>
                  <a:pt x="4387660" y="1627346"/>
                  <a:pt x="4386850" y="1627346"/>
                </a:cubicBezTo>
                <a:lnTo>
                  <a:pt x="4382802" y="1627346"/>
                </a:lnTo>
                <a:cubicBezTo>
                  <a:pt x="4382397" y="1627346"/>
                  <a:pt x="4381992" y="1627346"/>
                  <a:pt x="4381588" y="1626941"/>
                </a:cubicBezTo>
                <a:lnTo>
                  <a:pt x="4379564" y="1623703"/>
                </a:lnTo>
                <a:cubicBezTo>
                  <a:pt x="4379159" y="1623298"/>
                  <a:pt x="4379159" y="1622893"/>
                  <a:pt x="4379564" y="1622488"/>
                </a:cubicBezTo>
                <a:lnTo>
                  <a:pt x="4381588" y="1619250"/>
                </a:lnTo>
                <a:cubicBezTo>
                  <a:pt x="4381992" y="1619250"/>
                  <a:pt x="4382397" y="1618845"/>
                  <a:pt x="4382802" y="1618845"/>
                </a:cubicBezTo>
                <a:close/>
                <a:moveTo>
                  <a:pt x="4261359" y="1618845"/>
                </a:moveTo>
                <a:lnTo>
                  <a:pt x="4266217" y="1618845"/>
                </a:lnTo>
                <a:lnTo>
                  <a:pt x="4268646" y="1622893"/>
                </a:lnTo>
                <a:lnTo>
                  <a:pt x="4266217" y="1626941"/>
                </a:lnTo>
                <a:lnTo>
                  <a:pt x="4261359" y="1626941"/>
                </a:lnTo>
                <a:lnTo>
                  <a:pt x="4258930" y="1622893"/>
                </a:lnTo>
                <a:close/>
                <a:moveTo>
                  <a:pt x="4140320" y="1618845"/>
                </a:moveTo>
                <a:lnTo>
                  <a:pt x="4144773" y="1618845"/>
                </a:lnTo>
                <a:lnTo>
                  <a:pt x="4147201" y="1622893"/>
                </a:lnTo>
                <a:lnTo>
                  <a:pt x="4144773" y="1626941"/>
                </a:lnTo>
                <a:lnTo>
                  <a:pt x="4140320" y="1626941"/>
                </a:lnTo>
                <a:lnTo>
                  <a:pt x="4137891" y="1622893"/>
                </a:lnTo>
                <a:close/>
                <a:moveTo>
                  <a:pt x="3331099" y="1618845"/>
                </a:moveTo>
                <a:lnTo>
                  <a:pt x="3334338" y="1618845"/>
                </a:lnTo>
                <a:cubicBezTo>
                  <a:pt x="3334743" y="1618845"/>
                  <a:pt x="3335148" y="1619250"/>
                  <a:pt x="3335552" y="1619655"/>
                </a:cubicBezTo>
                <a:lnTo>
                  <a:pt x="3337172" y="1622488"/>
                </a:lnTo>
                <a:cubicBezTo>
                  <a:pt x="3337576" y="1622893"/>
                  <a:pt x="3337576" y="1623298"/>
                  <a:pt x="3337172" y="1623703"/>
                </a:cubicBezTo>
                <a:lnTo>
                  <a:pt x="3335552" y="1626537"/>
                </a:lnTo>
                <a:cubicBezTo>
                  <a:pt x="3335148" y="1626941"/>
                  <a:pt x="3334743" y="1626941"/>
                  <a:pt x="3334338" y="1626941"/>
                </a:cubicBezTo>
                <a:lnTo>
                  <a:pt x="3331099" y="1626941"/>
                </a:lnTo>
                <a:cubicBezTo>
                  <a:pt x="3330695" y="1626941"/>
                  <a:pt x="3330290" y="1626941"/>
                  <a:pt x="3329885" y="1626537"/>
                </a:cubicBezTo>
                <a:lnTo>
                  <a:pt x="3328266" y="1623703"/>
                </a:lnTo>
                <a:cubicBezTo>
                  <a:pt x="3327861" y="1623298"/>
                  <a:pt x="3327861" y="1622893"/>
                  <a:pt x="3328266" y="1622488"/>
                </a:cubicBezTo>
                <a:lnTo>
                  <a:pt x="3329885" y="1619655"/>
                </a:lnTo>
                <a:cubicBezTo>
                  <a:pt x="3330290" y="1619250"/>
                  <a:pt x="3330695" y="1618845"/>
                  <a:pt x="3331099" y="1618845"/>
                </a:cubicBezTo>
                <a:close/>
                <a:moveTo>
                  <a:pt x="4423284" y="1618440"/>
                </a:moveTo>
                <a:lnTo>
                  <a:pt x="4427332" y="1618440"/>
                </a:lnTo>
                <a:cubicBezTo>
                  <a:pt x="4427737" y="1618440"/>
                  <a:pt x="4428142" y="1618845"/>
                  <a:pt x="4428546" y="1619250"/>
                </a:cubicBezTo>
                <a:lnTo>
                  <a:pt x="4430571" y="1622488"/>
                </a:lnTo>
                <a:cubicBezTo>
                  <a:pt x="4430975" y="1622893"/>
                  <a:pt x="4430975" y="1623298"/>
                  <a:pt x="4430571" y="1623703"/>
                </a:cubicBezTo>
                <a:lnTo>
                  <a:pt x="4428546" y="1626941"/>
                </a:lnTo>
                <a:cubicBezTo>
                  <a:pt x="4428546" y="1627346"/>
                  <a:pt x="4428142" y="1627346"/>
                  <a:pt x="4427332" y="1627751"/>
                </a:cubicBezTo>
                <a:lnTo>
                  <a:pt x="4423284" y="1627751"/>
                </a:lnTo>
                <a:cubicBezTo>
                  <a:pt x="4422879" y="1627751"/>
                  <a:pt x="4422474" y="1627346"/>
                  <a:pt x="4422070" y="1626941"/>
                </a:cubicBezTo>
                <a:lnTo>
                  <a:pt x="4420046" y="1623703"/>
                </a:lnTo>
                <a:cubicBezTo>
                  <a:pt x="4419641" y="1623298"/>
                  <a:pt x="4419641" y="1622893"/>
                  <a:pt x="4420046" y="1622488"/>
                </a:cubicBezTo>
                <a:lnTo>
                  <a:pt x="4422070" y="1619250"/>
                </a:lnTo>
                <a:cubicBezTo>
                  <a:pt x="4422474" y="1618845"/>
                  <a:pt x="4422879" y="1618440"/>
                  <a:pt x="4423284" y="1618440"/>
                </a:cubicBezTo>
                <a:close/>
                <a:moveTo>
                  <a:pt x="4545132" y="1618036"/>
                </a:moveTo>
                <a:lnTo>
                  <a:pt x="4549180" y="1618036"/>
                </a:lnTo>
                <a:cubicBezTo>
                  <a:pt x="4549585" y="1618036"/>
                  <a:pt x="4549990" y="1618036"/>
                  <a:pt x="4550394" y="1618441"/>
                </a:cubicBezTo>
                <a:lnTo>
                  <a:pt x="4552419" y="1622084"/>
                </a:lnTo>
                <a:cubicBezTo>
                  <a:pt x="4552824" y="1622489"/>
                  <a:pt x="4552824" y="1622894"/>
                  <a:pt x="4552419" y="1623299"/>
                </a:cubicBezTo>
                <a:lnTo>
                  <a:pt x="4550394" y="1626942"/>
                </a:lnTo>
                <a:cubicBezTo>
                  <a:pt x="4549990" y="1627347"/>
                  <a:pt x="4549585" y="1627751"/>
                  <a:pt x="4549180" y="1627347"/>
                </a:cubicBezTo>
                <a:lnTo>
                  <a:pt x="4545132" y="1627347"/>
                </a:lnTo>
                <a:cubicBezTo>
                  <a:pt x="4544728" y="1627347"/>
                  <a:pt x="4544322" y="1627347"/>
                  <a:pt x="4543918" y="1626942"/>
                </a:cubicBezTo>
                <a:lnTo>
                  <a:pt x="4541894" y="1623299"/>
                </a:lnTo>
                <a:cubicBezTo>
                  <a:pt x="4541489" y="1622894"/>
                  <a:pt x="4541489" y="1622489"/>
                  <a:pt x="4541894" y="1622084"/>
                </a:cubicBezTo>
                <a:lnTo>
                  <a:pt x="4543918" y="1618441"/>
                </a:lnTo>
                <a:cubicBezTo>
                  <a:pt x="4544322" y="1618441"/>
                  <a:pt x="4544728" y="1618036"/>
                  <a:pt x="4545132" y="1618036"/>
                </a:cubicBezTo>
                <a:close/>
                <a:moveTo>
                  <a:pt x="4464170" y="1618036"/>
                </a:moveTo>
                <a:lnTo>
                  <a:pt x="4468218" y="1618036"/>
                </a:lnTo>
                <a:cubicBezTo>
                  <a:pt x="4468623" y="1618036"/>
                  <a:pt x="4469028" y="1618036"/>
                  <a:pt x="4469432" y="1618441"/>
                </a:cubicBezTo>
                <a:lnTo>
                  <a:pt x="4471457" y="1622084"/>
                </a:lnTo>
                <a:cubicBezTo>
                  <a:pt x="4471862" y="1622489"/>
                  <a:pt x="4471862" y="1622894"/>
                  <a:pt x="4471457" y="1623299"/>
                </a:cubicBezTo>
                <a:lnTo>
                  <a:pt x="4469432" y="1626942"/>
                </a:lnTo>
                <a:cubicBezTo>
                  <a:pt x="4469028" y="1627347"/>
                  <a:pt x="4468623" y="1627751"/>
                  <a:pt x="4468218" y="1627347"/>
                </a:cubicBezTo>
                <a:lnTo>
                  <a:pt x="4464170" y="1627347"/>
                </a:lnTo>
                <a:cubicBezTo>
                  <a:pt x="4463766" y="1627347"/>
                  <a:pt x="4463360" y="1627347"/>
                  <a:pt x="4462956" y="1626942"/>
                </a:cubicBezTo>
                <a:lnTo>
                  <a:pt x="4460932" y="1623299"/>
                </a:lnTo>
                <a:cubicBezTo>
                  <a:pt x="4460527" y="1622894"/>
                  <a:pt x="4460527" y="1622489"/>
                  <a:pt x="4460932" y="1622084"/>
                </a:cubicBezTo>
                <a:lnTo>
                  <a:pt x="4462956" y="1618441"/>
                </a:lnTo>
                <a:cubicBezTo>
                  <a:pt x="4463360" y="1618441"/>
                  <a:pt x="4463766" y="1618036"/>
                  <a:pt x="4464170" y="1618036"/>
                </a:cubicBezTo>
                <a:close/>
                <a:moveTo>
                  <a:pt x="3290213" y="1618036"/>
                </a:moveTo>
                <a:lnTo>
                  <a:pt x="3294261" y="1618036"/>
                </a:lnTo>
                <a:cubicBezTo>
                  <a:pt x="3294666" y="1618036"/>
                  <a:pt x="3295071" y="1618441"/>
                  <a:pt x="3295475" y="1618845"/>
                </a:cubicBezTo>
                <a:lnTo>
                  <a:pt x="3297500" y="1622489"/>
                </a:lnTo>
                <a:cubicBezTo>
                  <a:pt x="3297905" y="1622894"/>
                  <a:pt x="3297905" y="1623299"/>
                  <a:pt x="3297500" y="1623703"/>
                </a:cubicBezTo>
                <a:lnTo>
                  <a:pt x="3295475" y="1627347"/>
                </a:lnTo>
                <a:cubicBezTo>
                  <a:pt x="3295071" y="1627347"/>
                  <a:pt x="3294666" y="1627751"/>
                  <a:pt x="3294261" y="1627751"/>
                </a:cubicBezTo>
                <a:lnTo>
                  <a:pt x="3290213" y="1627751"/>
                </a:lnTo>
                <a:cubicBezTo>
                  <a:pt x="3289809" y="1627751"/>
                  <a:pt x="3289403" y="1627751"/>
                  <a:pt x="3288999" y="1627347"/>
                </a:cubicBezTo>
                <a:lnTo>
                  <a:pt x="3286975" y="1623703"/>
                </a:lnTo>
                <a:cubicBezTo>
                  <a:pt x="3286570" y="1623299"/>
                  <a:pt x="3286570" y="1622894"/>
                  <a:pt x="3286975" y="1622489"/>
                </a:cubicBezTo>
                <a:lnTo>
                  <a:pt x="3288999" y="1618845"/>
                </a:lnTo>
                <a:cubicBezTo>
                  <a:pt x="3289403" y="1618441"/>
                  <a:pt x="3289809" y="1618036"/>
                  <a:pt x="3290213" y="1618036"/>
                </a:cubicBezTo>
                <a:close/>
                <a:moveTo>
                  <a:pt x="3208441" y="1617631"/>
                </a:moveTo>
                <a:lnTo>
                  <a:pt x="3213704" y="1617631"/>
                </a:lnTo>
                <a:cubicBezTo>
                  <a:pt x="3214108" y="1617631"/>
                  <a:pt x="3214513" y="1617631"/>
                  <a:pt x="3214918" y="1618036"/>
                </a:cubicBezTo>
                <a:lnTo>
                  <a:pt x="3217347" y="1622489"/>
                </a:lnTo>
                <a:cubicBezTo>
                  <a:pt x="3217752" y="1622894"/>
                  <a:pt x="3217752" y="1623298"/>
                  <a:pt x="3217347" y="1623703"/>
                </a:cubicBezTo>
                <a:lnTo>
                  <a:pt x="3214918" y="1628156"/>
                </a:lnTo>
                <a:cubicBezTo>
                  <a:pt x="3214513" y="1628561"/>
                  <a:pt x="3214108" y="1628561"/>
                  <a:pt x="3213704" y="1628966"/>
                </a:cubicBezTo>
                <a:lnTo>
                  <a:pt x="3208441" y="1628966"/>
                </a:lnTo>
                <a:cubicBezTo>
                  <a:pt x="3208036" y="1628966"/>
                  <a:pt x="3207631" y="1628561"/>
                  <a:pt x="3207227" y="1628156"/>
                </a:cubicBezTo>
                <a:lnTo>
                  <a:pt x="3204798" y="1623703"/>
                </a:lnTo>
                <a:cubicBezTo>
                  <a:pt x="3204393" y="1623298"/>
                  <a:pt x="3204393" y="1622894"/>
                  <a:pt x="3204798" y="1622489"/>
                </a:cubicBezTo>
                <a:lnTo>
                  <a:pt x="3207227" y="1618036"/>
                </a:lnTo>
                <a:cubicBezTo>
                  <a:pt x="3207631" y="1618036"/>
                  <a:pt x="3208036" y="1617631"/>
                  <a:pt x="3208441" y="1617631"/>
                </a:cubicBezTo>
                <a:close/>
                <a:moveTo>
                  <a:pt x="3249328" y="1617226"/>
                </a:moveTo>
                <a:lnTo>
                  <a:pt x="3253781" y="1617226"/>
                </a:lnTo>
                <a:cubicBezTo>
                  <a:pt x="3254185" y="1617226"/>
                  <a:pt x="3254590" y="1617631"/>
                  <a:pt x="3254995" y="1618036"/>
                </a:cubicBezTo>
                <a:lnTo>
                  <a:pt x="3257424" y="1622084"/>
                </a:lnTo>
                <a:cubicBezTo>
                  <a:pt x="3257829" y="1622489"/>
                  <a:pt x="3257829" y="1622893"/>
                  <a:pt x="3257424" y="1623298"/>
                </a:cubicBezTo>
                <a:lnTo>
                  <a:pt x="3254995" y="1627346"/>
                </a:lnTo>
                <a:cubicBezTo>
                  <a:pt x="3254995" y="1627751"/>
                  <a:pt x="3254590" y="1628156"/>
                  <a:pt x="3253781" y="1627751"/>
                </a:cubicBezTo>
                <a:lnTo>
                  <a:pt x="3249328" y="1627751"/>
                </a:lnTo>
                <a:cubicBezTo>
                  <a:pt x="3248923" y="1627751"/>
                  <a:pt x="3248518" y="1627751"/>
                  <a:pt x="3248113" y="1627346"/>
                </a:cubicBezTo>
                <a:lnTo>
                  <a:pt x="3245685" y="1623298"/>
                </a:lnTo>
                <a:cubicBezTo>
                  <a:pt x="3245280" y="1622893"/>
                  <a:pt x="3245280" y="1622489"/>
                  <a:pt x="3245685" y="1622084"/>
                </a:cubicBezTo>
                <a:lnTo>
                  <a:pt x="3248113" y="1618036"/>
                </a:lnTo>
                <a:cubicBezTo>
                  <a:pt x="3248518" y="1617631"/>
                  <a:pt x="3248923" y="1617226"/>
                  <a:pt x="3249328" y="1617226"/>
                </a:cubicBezTo>
                <a:close/>
                <a:moveTo>
                  <a:pt x="3167150" y="1616012"/>
                </a:moveTo>
                <a:lnTo>
                  <a:pt x="3174032" y="1616012"/>
                </a:lnTo>
                <a:cubicBezTo>
                  <a:pt x="3174437" y="1616012"/>
                  <a:pt x="3174842" y="1616417"/>
                  <a:pt x="3175247" y="1616821"/>
                </a:cubicBezTo>
                <a:lnTo>
                  <a:pt x="3178485" y="1622489"/>
                </a:lnTo>
                <a:cubicBezTo>
                  <a:pt x="3178890" y="1622894"/>
                  <a:pt x="3178890" y="1623299"/>
                  <a:pt x="3178485" y="1623703"/>
                </a:cubicBezTo>
                <a:lnTo>
                  <a:pt x="3175247" y="1629371"/>
                </a:lnTo>
                <a:cubicBezTo>
                  <a:pt x="3174842" y="1629775"/>
                  <a:pt x="3174437" y="1629775"/>
                  <a:pt x="3174032" y="1630180"/>
                </a:cubicBezTo>
                <a:lnTo>
                  <a:pt x="3167150" y="1630180"/>
                </a:lnTo>
                <a:cubicBezTo>
                  <a:pt x="3166746" y="1630180"/>
                  <a:pt x="3166341" y="1629775"/>
                  <a:pt x="3165936" y="1629371"/>
                </a:cubicBezTo>
                <a:lnTo>
                  <a:pt x="3162698" y="1623703"/>
                </a:lnTo>
                <a:cubicBezTo>
                  <a:pt x="3162293" y="1623299"/>
                  <a:pt x="3162293" y="1622894"/>
                  <a:pt x="3162698" y="1622489"/>
                </a:cubicBezTo>
                <a:lnTo>
                  <a:pt x="3165936" y="1616821"/>
                </a:lnTo>
                <a:cubicBezTo>
                  <a:pt x="3166341" y="1616417"/>
                  <a:pt x="3166746" y="1616012"/>
                  <a:pt x="3167150" y="1616012"/>
                </a:cubicBezTo>
                <a:close/>
                <a:moveTo>
                  <a:pt x="3125859" y="1614392"/>
                </a:moveTo>
                <a:lnTo>
                  <a:pt x="3134360" y="1614392"/>
                </a:lnTo>
                <a:cubicBezTo>
                  <a:pt x="3134765" y="1614392"/>
                  <a:pt x="3135170" y="1614797"/>
                  <a:pt x="3135574" y="1615202"/>
                </a:cubicBezTo>
                <a:lnTo>
                  <a:pt x="3139623" y="1622488"/>
                </a:lnTo>
                <a:cubicBezTo>
                  <a:pt x="3140028" y="1622893"/>
                  <a:pt x="3140028" y="1623298"/>
                  <a:pt x="3139623" y="1623703"/>
                </a:cubicBezTo>
                <a:lnTo>
                  <a:pt x="3135574" y="1630989"/>
                </a:lnTo>
                <a:cubicBezTo>
                  <a:pt x="3135574" y="1631394"/>
                  <a:pt x="3135170" y="1631394"/>
                  <a:pt x="3134360" y="1631394"/>
                </a:cubicBezTo>
                <a:lnTo>
                  <a:pt x="3125859" y="1631394"/>
                </a:lnTo>
                <a:cubicBezTo>
                  <a:pt x="3125454" y="1631394"/>
                  <a:pt x="3125049" y="1631394"/>
                  <a:pt x="3124645" y="1630989"/>
                </a:cubicBezTo>
                <a:lnTo>
                  <a:pt x="3120597" y="1623703"/>
                </a:lnTo>
                <a:cubicBezTo>
                  <a:pt x="3120192" y="1623298"/>
                  <a:pt x="3120192" y="1622893"/>
                  <a:pt x="3120597" y="1622488"/>
                </a:cubicBezTo>
                <a:lnTo>
                  <a:pt x="3124645" y="1615202"/>
                </a:lnTo>
                <a:cubicBezTo>
                  <a:pt x="3125049" y="1614797"/>
                  <a:pt x="3125454" y="1614392"/>
                  <a:pt x="3125859" y="1614392"/>
                </a:cubicBezTo>
                <a:close/>
                <a:moveTo>
                  <a:pt x="3044492" y="1613178"/>
                </a:moveTo>
                <a:lnTo>
                  <a:pt x="3054207" y="1613178"/>
                </a:lnTo>
                <a:cubicBezTo>
                  <a:pt x="3054612" y="1613178"/>
                  <a:pt x="3055017" y="1613178"/>
                  <a:pt x="3055422" y="1613583"/>
                </a:cubicBezTo>
                <a:lnTo>
                  <a:pt x="3060280" y="1622084"/>
                </a:lnTo>
                <a:cubicBezTo>
                  <a:pt x="3060684" y="1622489"/>
                  <a:pt x="3060684" y="1622893"/>
                  <a:pt x="3060280" y="1623298"/>
                </a:cubicBezTo>
                <a:lnTo>
                  <a:pt x="3055422" y="1631799"/>
                </a:lnTo>
                <a:cubicBezTo>
                  <a:pt x="3055017" y="1632204"/>
                  <a:pt x="3054612" y="1632609"/>
                  <a:pt x="3054207" y="1632204"/>
                </a:cubicBezTo>
                <a:lnTo>
                  <a:pt x="3044492" y="1632204"/>
                </a:lnTo>
                <a:cubicBezTo>
                  <a:pt x="3044087" y="1632204"/>
                  <a:pt x="3043682" y="1632204"/>
                  <a:pt x="3043278" y="1631799"/>
                </a:cubicBezTo>
                <a:lnTo>
                  <a:pt x="3038420" y="1623298"/>
                </a:lnTo>
                <a:cubicBezTo>
                  <a:pt x="3038015" y="1622893"/>
                  <a:pt x="3038015" y="1622489"/>
                  <a:pt x="3038420" y="1622084"/>
                </a:cubicBezTo>
                <a:lnTo>
                  <a:pt x="3043278" y="1613583"/>
                </a:lnTo>
                <a:cubicBezTo>
                  <a:pt x="3043682" y="1613583"/>
                  <a:pt x="3044087" y="1613178"/>
                  <a:pt x="3044492" y="1613178"/>
                </a:cubicBezTo>
                <a:close/>
                <a:moveTo>
                  <a:pt x="3084568" y="1612368"/>
                </a:moveTo>
                <a:lnTo>
                  <a:pt x="3094689" y="1612368"/>
                </a:lnTo>
                <a:cubicBezTo>
                  <a:pt x="3095093" y="1612368"/>
                  <a:pt x="3095499" y="1612773"/>
                  <a:pt x="3095903" y="1613178"/>
                </a:cubicBezTo>
                <a:lnTo>
                  <a:pt x="3101166" y="1622084"/>
                </a:lnTo>
                <a:cubicBezTo>
                  <a:pt x="3101571" y="1622488"/>
                  <a:pt x="3101571" y="1622893"/>
                  <a:pt x="3101166" y="1623298"/>
                </a:cubicBezTo>
                <a:lnTo>
                  <a:pt x="3095903" y="1632204"/>
                </a:lnTo>
                <a:cubicBezTo>
                  <a:pt x="3095903" y="1632609"/>
                  <a:pt x="3095499" y="1633013"/>
                  <a:pt x="3094689" y="1633013"/>
                </a:cubicBezTo>
                <a:lnTo>
                  <a:pt x="3084568" y="1633013"/>
                </a:lnTo>
                <a:cubicBezTo>
                  <a:pt x="3084164" y="1633013"/>
                  <a:pt x="3083759" y="1632609"/>
                  <a:pt x="3083354" y="1632204"/>
                </a:cubicBezTo>
                <a:lnTo>
                  <a:pt x="3078092" y="1623298"/>
                </a:lnTo>
                <a:cubicBezTo>
                  <a:pt x="3077687" y="1622893"/>
                  <a:pt x="3077687" y="1622488"/>
                  <a:pt x="3078092" y="1622084"/>
                </a:cubicBezTo>
                <a:lnTo>
                  <a:pt x="3083354" y="1613178"/>
                </a:lnTo>
                <a:cubicBezTo>
                  <a:pt x="3083759" y="1612773"/>
                  <a:pt x="3084164" y="1612368"/>
                  <a:pt x="3084568" y="1612368"/>
                </a:cubicBezTo>
                <a:close/>
                <a:moveTo>
                  <a:pt x="3736316" y="1580793"/>
                </a:moveTo>
                <a:lnTo>
                  <a:pt x="3738340" y="1580793"/>
                </a:lnTo>
                <a:lnTo>
                  <a:pt x="3739150" y="1582412"/>
                </a:lnTo>
                <a:lnTo>
                  <a:pt x="3738340" y="1584031"/>
                </a:lnTo>
                <a:lnTo>
                  <a:pt x="3736316" y="1584031"/>
                </a:lnTo>
                <a:lnTo>
                  <a:pt x="3735507" y="1582412"/>
                </a:lnTo>
                <a:close/>
                <a:moveTo>
                  <a:pt x="3614873" y="1580793"/>
                </a:moveTo>
                <a:lnTo>
                  <a:pt x="3616897" y="1580793"/>
                </a:lnTo>
                <a:lnTo>
                  <a:pt x="3617707" y="1582412"/>
                </a:lnTo>
                <a:lnTo>
                  <a:pt x="3616897" y="1584031"/>
                </a:lnTo>
                <a:lnTo>
                  <a:pt x="3614873" y="1584031"/>
                </a:lnTo>
                <a:lnTo>
                  <a:pt x="3614064" y="1582412"/>
                </a:lnTo>
                <a:close/>
                <a:moveTo>
                  <a:pt x="3574391" y="1580793"/>
                </a:moveTo>
                <a:lnTo>
                  <a:pt x="3576415" y="1580793"/>
                </a:lnTo>
                <a:lnTo>
                  <a:pt x="3577225" y="1582412"/>
                </a:lnTo>
                <a:lnTo>
                  <a:pt x="3576415" y="1584031"/>
                </a:lnTo>
                <a:lnTo>
                  <a:pt x="3574391" y="1584031"/>
                </a:lnTo>
                <a:lnTo>
                  <a:pt x="3573582" y="1582412"/>
                </a:lnTo>
                <a:close/>
                <a:moveTo>
                  <a:pt x="3452948" y="1580793"/>
                </a:moveTo>
                <a:lnTo>
                  <a:pt x="3454972" y="1580793"/>
                </a:lnTo>
                <a:lnTo>
                  <a:pt x="3455782" y="1582412"/>
                </a:lnTo>
                <a:lnTo>
                  <a:pt x="3454972" y="1584031"/>
                </a:lnTo>
                <a:lnTo>
                  <a:pt x="3452948" y="1584031"/>
                </a:lnTo>
                <a:lnTo>
                  <a:pt x="3452139" y="1582412"/>
                </a:lnTo>
                <a:close/>
                <a:moveTo>
                  <a:pt x="3857760" y="1580388"/>
                </a:moveTo>
                <a:lnTo>
                  <a:pt x="3860189" y="1580388"/>
                </a:lnTo>
                <a:lnTo>
                  <a:pt x="3861404" y="1582412"/>
                </a:lnTo>
                <a:lnTo>
                  <a:pt x="3860189" y="1584436"/>
                </a:lnTo>
                <a:lnTo>
                  <a:pt x="3857760" y="1584436"/>
                </a:lnTo>
                <a:lnTo>
                  <a:pt x="3856546" y="1582412"/>
                </a:lnTo>
                <a:close/>
                <a:moveTo>
                  <a:pt x="3817279" y="1580388"/>
                </a:moveTo>
                <a:lnTo>
                  <a:pt x="3819708" y="1580388"/>
                </a:lnTo>
                <a:lnTo>
                  <a:pt x="3820923" y="1582412"/>
                </a:lnTo>
                <a:lnTo>
                  <a:pt x="3819708" y="1584436"/>
                </a:lnTo>
                <a:lnTo>
                  <a:pt x="3817279" y="1584436"/>
                </a:lnTo>
                <a:lnTo>
                  <a:pt x="3816065" y="1582412"/>
                </a:lnTo>
                <a:close/>
                <a:moveTo>
                  <a:pt x="3777203" y="1580388"/>
                </a:moveTo>
                <a:lnTo>
                  <a:pt x="3779227" y="1580388"/>
                </a:lnTo>
                <a:lnTo>
                  <a:pt x="3780442" y="1582412"/>
                </a:lnTo>
                <a:lnTo>
                  <a:pt x="3779227" y="1584436"/>
                </a:lnTo>
                <a:lnTo>
                  <a:pt x="3777203" y="1584436"/>
                </a:lnTo>
                <a:lnTo>
                  <a:pt x="3775989" y="1582412"/>
                </a:lnTo>
                <a:close/>
                <a:moveTo>
                  <a:pt x="3696240" y="1580388"/>
                </a:moveTo>
                <a:lnTo>
                  <a:pt x="3698264" y="1580388"/>
                </a:lnTo>
                <a:lnTo>
                  <a:pt x="3699479" y="1582412"/>
                </a:lnTo>
                <a:lnTo>
                  <a:pt x="3698264" y="1584436"/>
                </a:lnTo>
                <a:lnTo>
                  <a:pt x="3696240" y="1584436"/>
                </a:lnTo>
                <a:lnTo>
                  <a:pt x="3695026" y="1582412"/>
                </a:lnTo>
                <a:close/>
                <a:moveTo>
                  <a:pt x="3655759" y="1580388"/>
                </a:moveTo>
                <a:lnTo>
                  <a:pt x="3657783" y="1580388"/>
                </a:lnTo>
                <a:lnTo>
                  <a:pt x="3658998" y="1582412"/>
                </a:lnTo>
                <a:lnTo>
                  <a:pt x="3657783" y="1584436"/>
                </a:lnTo>
                <a:lnTo>
                  <a:pt x="3655759" y="1584436"/>
                </a:lnTo>
                <a:lnTo>
                  <a:pt x="3654545" y="1582412"/>
                </a:lnTo>
                <a:close/>
                <a:moveTo>
                  <a:pt x="3534315" y="1580388"/>
                </a:moveTo>
                <a:lnTo>
                  <a:pt x="3536339" y="1580388"/>
                </a:lnTo>
                <a:lnTo>
                  <a:pt x="3537554" y="1582412"/>
                </a:lnTo>
                <a:lnTo>
                  <a:pt x="3536339" y="1584436"/>
                </a:lnTo>
                <a:lnTo>
                  <a:pt x="3534315" y="1584436"/>
                </a:lnTo>
                <a:lnTo>
                  <a:pt x="3533101" y="1582412"/>
                </a:lnTo>
                <a:close/>
                <a:moveTo>
                  <a:pt x="3493429" y="1580388"/>
                </a:moveTo>
                <a:lnTo>
                  <a:pt x="3495858" y="1580388"/>
                </a:lnTo>
                <a:lnTo>
                  <a:pt x="3497073" y="1582412"/>
                </a:lnTo>
                <a:lnTo>
                  <a:pt x="3495858" y="1584436"/>
                </a:lnTo>
                <a:lnTo>
                  <a:pt x="3493429" y="1584436"/>
                </a:lnTo>
                <a:lnTo>
                  <a:pt x="3492215" y="1582412"/>
                </a:lnTo>
                <a:close/>
                <a:moveTo>
                  <a:pt x="3412467" y="1580388"/>
                </a:moveTo>
                <a:lnTo>
                  <a:pt x="3414896" y="1580388"/>
                </a:lnTo>
                <a:lnTo>
                  <a:pt x="3416111" y="1582412"/>
                </a:lnTo>
                <a:lnTo>
                  <a:pt x="3414896" y="1584436"/>
                </a:lnTo>
                <a:lnTo>
                  <a:pt x="3412467" y="1584436"/>
                </a:lnTo>
                <a:lnTo>
                  <a:pt x="3411253" y="1582412"/>
                </a:lnTo>
                <a:close/>
                <a:moveTo>
                  <a:pt x="3898241" y="1579983"/>
                </a:moveTo>
                <a:lnTo>
                  <a:pt x="3901075" y="1579983"/>
                </a:lnTo>
                <a:lnTo>
                  <a:pt x="3902694" y="1582412"/>
                </a:lnTo>
                <a:lnTo>
                  <a:pt x="3901075" y="1584841"/>
                </a:lnTo>
                <a:lnTo>
                  <a:pt x="3898241" y="1584841"/>
                </a:lnTo>
                <a:lnTo>
                  <a:pt x="3896622" y="1582412"/>
                </a:lnTo>
                <a:close/>
                <a:moveTo>
                  <a:pt x="4100243" y="1579174"/>
                </a:moveTo>
                <a:lnTo>
                  <a:pt x="4103886" y="1579174"/>
                </a:lnTo>
                <a:lnTo>
                  <a:pt x="4105911" y="1582412"/>
                </a:lnTo>
                <a:lnTo>
                  <a:pt x="4103886" y="1585651"/>
                </a:lnTo>
                <a:lnTo>
                  <a:pt x="4100243" y="1585651"/>
                </a:lnTo>
                <a:lnTo>
                  <a:pt x="4098219" y="1582412"/>
                </a:lnTo>
                <a:close/>
                <a:moveTo>
                  <a:pt x="3371176" y="1579174"/>
                </a:moveTo>
                <a:lnTo>
                  <a:pt x="3374820" y="1579174"/>
                </a:lnTo>
                <a:lnTo>
                  <a:pt x="3376439" y="1582412"/>
                </a:lnTo>
                <a:lnTo>
                  <a:pt x="3374820" y="1585651"/>
                </a:lnTo>
                <a:lnTo>
                  <a:pt x="3371176" y="1585651"/>
                </a:lnTo>
                <a:lnTo>
                  <a:pt x="3369557" y="1582412"/>
                </a:lnTo>
                <a:close/>
                <a:moveTo>
                  <a:pt x="3331099" y="1579174"/>
                </a:moveTo>
                <a:lnTo>
                  <a:pt x="3334742" y="1579174"/>
                </a:lnTo>
                <a:lnTo>
                  <a:pt x="3336767" y="1582412"/>
                </a:lnTo>
                <a:lnTo>
                  <a:pt x="3334742" y="1585651"/>
                </a:lnTo>
                <a:lnTo>
                  <a:pt x="3331099" y="1585651"/>
                </a:lnTo>
                <a:lnTo>
                  <a:pt x="3329075" y="1582412"/>
                </a:lnTo>
                <a:close/>
                <a:moveTo>
                  <a:pt x="4180801" y="1578769"/>
                </a:moveTo>
                <a:lnTo>
                  <a:pt x="4184849" y="1578769"/>
                </a:lnTo>
                <a:lnTo>
                  <a:pt x="4186873" y="1582412"/>
                </a:lnTo>
                <a:lnTo>
                  <a:pt x="4184849" y="1586056"/>
                </a:lnTo>
                <a:lnTo>
                  <a:pt x="4180801" y="1586056"/>
                </a:lnTo>
                <a:lnTo>
                  <a:pt x="4178777" y="1582412"/>
                </a:lnTo>
                <a:close/>
                <a:moveTo>
                  <a:pt x="4139915" y="1578769"/>
                </a:moveTo>
                <a:lnTo>
                  <a:pt x="4144368" y="1578769"/>
                </a:lnTo>
                <a:lnTo>
                  <a:pt x="4146392" y="1582412"/>
                </a:lnTo>
                <a:lnTo>
                  <a:pt x="4144368" y="1586056"/>
                </a:lnTo>
                <a:lnTo>
                  <a:pt x="4139915" y="1586056"/>
                </a:lnTo>
                <a:lnTo>
                  <a:pt x="4137891" y="1582412"/>
                </a:lnTo>
                <a:close/>
                <a:moveTo>
                  <a:pt x="4059357" y="1578769"/>
                </a:moveTo>
                <a:lnTo>
                  <a:pt x="4063405" y="1578769"/>
                </a:lnTo>
                <a:lnTo>
                  <a:pt x="4065429" y="1582412"/>
                </a:lnTo>
                <a:lnTo>
                  <a:pt x="4063405" y="1586056"/>
                </a:lnTo>
                <a:lnTo>
                  <a:pt x="4059357" y="1586056"/>
                </a:lnTo>
                <a:lnTo>
                  <a:pt x="4057333" y="1582412"/>
                </a:lnTo>
                <a:close/>
                <a:moveTo>
                  <a:pt x="4018876" y="1578769"/>
                </a:moveTo>
                <a:lnTo>
                  <a:pt x="4022924" y="1578769"/>
                </a:lnTo>
                <a:lnTo>
                  <a:pt x="4024948" y="1582412"/>
                </a:lnTo>
                <a:lnTo>
                  <a:pt x="4022924" y="1586056"/>
                </a:lnTo>
                <a:lnTo>
                  <a:pt x="4018876" y="1586056"/>
                </a:lnTo>
                <a:lnTo>
                  <a:pt x="4016852" y="1582412"/>
                </a:lnTo>
                <a:close/>
                <a:moveTo>
                  <a:pt x="3937509" y="1578769"/>
                </a:moveTo>
                <a:lnTo>
                  <a:pt x="3941962" y="1578769"/>
                </a:lnTo>
                <a:lnTo>
                  <a:pt x="3943986" y="1582412"/>
                </a:lnTo>
                <a:lnTo>
                  <a:pt x="3941962" y="1586056"/>
                </a:lnTo>
                <a:lnTo>
                  <a:pt x="3937509" y="1586056"/>
                </a:lnTo>
                <a:lnTo>
                  <a:pt x="3935485" y="1582412"/>
                </a:lnTo>
                <a:close/>
                <a:moveTo>
                  <a:pt x="4504246" y="1578364"/>
                </a:moveTo>
                <a:lnTo>
                  <a:pt x="4508294" y="1578364"/>
                </a:lnTo>
                <a:cubicBezTo>
                  <a:pt x="4508699" y="1578364"/>
                  <a:pt x="4509104" y="1578364"/>
                  <a:pt x="4509508" y="1578769"/>
                </a:cubicBezTo>
                <a:lnTo>
                  <a:pt x="4511533" y="1582007"/>
                </a:lnTo>
                <a:cubicBezTo>
                  <a:pt x="4511937" y="1582412"/>
                  <a:pt x="4511937" y="1582817"/>
                  <a:pt x="4511533" y="1583222"/>
                </a:cubicBezTo>
                <a:lnTo>
                  <a:pt x="4509508" y="1586460"/>
                </a:lnTo>
                <a:cubicBezTo>
                  <a:pt x="4509508" y="1586865"/>
                  <a:pt x="4509104" y="1586865"/>
                  <a:pt x="4508294" y="1586865"/>
                </a:cubicBezTo>
                <a:lnTo>
                  <a:pt x="4504246" y="1586865"/>
                </a:lnTo>
                <a:cubicBezTo>
                  <a:pt x="4503841" y="1586865"/>
                  <a:pt x="4503436" y="1586865"/>
                  <a:pt x="4503032" y="1586460"/>
                </a:cubicBezTo>
                <a:lnTo>
                  <a:pt x="4501008" y="1583222"/>
                </a:lnTo>
                <a:cubicBezTo>
                  <a:pt x="4500603" y="1582817"/>
                  <a:pt x="4500603" y="1582412"/>
                  <a:pt x="4501008" y="1582007"/>
                </a:cubicBezTo>
                <a:lnTo>
                  <a:pt x="4503032" y="1578769"/>
                </a:lnTo>
                <a:cubicBezTo>
                  <a:pt x="4503436" y="1578769"/>
                  <a:pt x="4503841" y="1578364"/>
                  <a:pt x="4504246" y="1578364"/>
                </a:cubicBezTo>
                <a:close/>
                <a:moveTo>
                  <a:pt x="3978395" y="1578364"/>
                </a:moveTo>
                <a:lnTo>
                  <a:pt x="3982848" y="1578364"/>
                </a:lnTo>
                <a:lnTo>
                  <a:pt x="3985276" y="1582412"/>
                </a:lnTo>
                <a:lnTo>
                  <a:pt x="3982848" y="1586460"/>
                </a:lnTo>
                <a:lnTo>
                  <a:pt x="3978395" y="1586460"/>
                </a:lnTo>
                <a:lnTo>
                  <a:pt x="3975966" y="1582412"/>
                </a:lnTo>
                <a:close/>
                <a:moveTo>
                  <a:pt x="4585613" y="1577554"/>
                </a:moveTo>
                <a:lnTo>
                  <a:pt x="4589257" y="1577554"/>
                </a:lnTo>
                <a:cubicBezTo>
                  <a:pt x="4589661" y="1577554"/>
                  <a:pt x="4590066" y="1577959"/>
                  <a:pt x="4590471" y="1578363"/>
                </a:cubicBezTo>
                <a:lnTo>
                  <a:pt x="4592495" y="1581602"/>
                </a:lnTo>
                <a:cubicBezTo>
                  <a:pt x="4592900" y="1582007"/>
                  <a:pt x="4592900" y="1582412"/>
                  <a:pt x="4592495" y="1582817"/>
                </a:cubicBezTo>
                <a:lnTo>
                  <a:pt x="4590471" y="1586055"/>
                </a:lnTo>
                <a:cubicBezTo>
                  <a:pt x="4590471" y="1586460"/>
                  <a:pt x="4590066" y="1586865"/>
                  <a:pt x="4589257" y="1586865"/>
                </a:cubicBezTo>
                <a:lnTo>
                  <a:pt x="4585613" y="1586865"/>
                </a:lnTo>
                <a:cubicBezTo>
                  <a:pt x="4585209" y="1586865"/>
                  <a:pt x="4584803" y="1586460"/>
                  <a:pt x="4584399" y="1586055"/>
                </a:cubicBezTo>
                <a:lnTo>
                  <a:pt x="4582375" y="1582817"/>
                </a:lnTo>
                <a:cubicBezTo>
                  <a:pt x="4581970" y="1582412"/>
                  <a:pt x="4581970" y="1582007"/>
                  <a:pt x="4582375" y="1581602"/>
                </a:cubicBezTo>
                <a:lnTo>
                  <a:pt x="4584399" y="1578363"/>
                </a:lnTo>
                <a:cubicBezTo>
                  <a:pt x="4584803" y="1577959"/>
                  <a:pt x="4585209" y="1577554"/>
                  <a:pt x="4585613" y="1577554"/>
                </a:cubicBezTo>
                <a:close/>
                <a:moveTo>
                  <a:pt x="4545132" y="1577554"/>
                </a:moveTo>
                <a:lnTo>
                  <a:pt x="4549180" y="1577554"/>
                </a:lnTo>
                <a:cubicBezTo>
                  <a:pt x="4549585" y="1577554"/>
                  <a:pt x="4549990" y="1577554"/>
                  <a:pt x="4550394" y="1577959"/>
                </a:cubicBezTo>
                <a:lnTo>
                  <a:pt x="4552419" y="1581602"/>
                </a:lnTo>
                <a:cubicBezTo>
                  <a:pt x="4552824" y="1582007"/>
                  <a:pt x="4552824" y="1582412"/>
                  <a:pt x="4552419" y="1582817"/>
                </a:cubicBezTo>
                <a:lnTo>
                  <a:pt x="4550394" y="1586460"/>
                </a:lnTo>
                <a:cubicBezTo>
                  <a:pt x="4549990" y="1586865"/>
                  <a:pt x="4549585" y="1587269"/>
                  <a:pt x="4549180" y="1587269"/>
                </a:cubicBezTo>
                <a:lnTo>
                  <a:pt x="4545132" y="1587269"/>
                </a:lnTo>
                <a:cubicBezTo>
                  <a:pt x="4544728" y="1587269"/>
                  <a:pt x="4544322" y="1586865"/>
                  <a:pt x="4543918" y="1586460"/>
                </a:cubicBezTo>
                <a:lnTo>
                  <a:pt x="4541894" y="1582817"/>
                </a:lnTo>
                <a:cubicBezTo>
                  <a:pt x="4541489" y="1582412"/>
                  <a:pt x="4541489" y="1582007"/>
                  <a:pt x="4541894" y="1581602"/>
                </a:cubicBezTo>
                <a:lnTo>
                  <a:pt x="4543918" y="1577959"/>
                </a:lnTo>
                <a:cubicBezTo>
                  <a:pt x="4544322" y="1577959"/>
                  <a:pt x="4544728" y="1577554"/>
                  <a:pt x="4545132" y="1577554"/>
                </a:cubicBezTo>
                <a:close/>
                <a:moveTo>
                  <a:pt x="4464170" y="1577554"/>
                </a:moveTo>
                <a:lnTo>
                  <a:pt x="4468218" y="1577554"/>
                </a:lnTo>
                <a:cubicBezTo>
                  <a:pt x="4468623" y="1577554"/>
                  <a:pt x="4469028" y="1577959"/>
                  <a:pt x="4469432" y="1578363"/>
                </a:cubicBezTo>
                <a:lnTo>
                  <a:pt x="4471457" y="1582007"/>
                </a:lnTo>
                <a:cubicBezTo>
                  <a:pt x="4471862" y="1582412"/>
                  <a:pt x="4471862" y="1582817"/>
                  <a:pt x="4471457" y="1583221"/>
                </a:cubicBezTo>
                <a:lnTo>
                  <a:pt x="4469432" y="1586865"/>
                </a:lnTo>
                <a:cubicBezTo>
                  <a:pt x="4469028" y="1586865"/>
                  <a:pt x="4468623" y="1587269"/>
                  <a:pt x="4468218" y="1587269"/>
                </a:cubicBezTo>
                <a:lnTo>
                  <a:pt x="4464170" y="1587269"/>
                </a:lnTo>
                <a:cubicBezTo>
                  <a:pt x="4463766" y="1587269"/>
                  <a:pt x="4463360" y="1587269"/>
                  <a:pt x="4462956" y="1586865"/>
                </a:cubicBezTo>
                <a:lnTo>
                  <a:pt x="4460932" y="1583221"/>
                </a:lnTo>
                <a:cubicBezTo>
                  <a:pt x="4460527" y="1582817"/>
                  <a:pt x="4460527" y="1582412"/>
                  <a:pt x="4460932" y="1582007"/>
                </a:cubicBezTo>
                <a:lnTo>
                  <a:pt x="4462956" y="1578363"/>
                </a:lnTo>
                <a:cubicBezTo>
                  <a:pt x="4463360" y="1577959"/>
                  <a:pt x="4463766" y="1577554"/>
                  <a:pt x="4464170" y="1577554"/>
                </a:cubicBezTo>
                <a:close/>
                <a:moveTo>
                  <a:pt x="4423688" y="1577554"/>
                </a:moveTo>
                <a:lnTo>
                  <a:pt x="4427332" y="1577554"/>
                </a:lnTo>
                <a:cubicBezTo>
                  <a:pt x="4427736" y="1577554"/>
                  <a:pt x="4428141" y="1577959"/>
                  <a:pt x="4428546" y="1578363"/>
                </a:cubicBezTo>
                <a:lnTo>
                  <a:pt x="4430570" y="1581602"/>
                </a:lnTo>
                <a:cubicBezTo>
                  <a:pt x="4430975" y="1582007"/>
                  <a:pt x="4430975" y="1582412"/>
                  <a:pt x="4430570" y="1582817"/>
                </a:cubicBezTo>
                <a:lnTo>
                  <a:pt x="4428546" y="1586055"/>
                </a:lnTo>
                <a:cubicBezTo>
                  <a:pt x="4428546" y="1586460"/>
                  <a:pt x="4428141" y="1586865"/>
                  <a:pt x="4427332" y="1586865"/>
                </a:cubicBezTo>
                <a:lnTo>
                  <a:pt x="4423688" y="1586865"/>
                </a:lnTo>
                <a:cubicBezTo>
                  <a:pt x="4423284" y="1586865"/>
                  <a:pt x="4422878" y="1586460"/>
                  <a:pt x="4422474" y="1586055"/>
                </a:cubicBezTo>
                <a:lnTo>
                  <a:pt x="4420450" y="1582817"/>
                </a:lnTo>
                <a:cubicBezTo>
                  <a:pt x="4420045" y="1582412"/>
                  <a:pt x="4420045" y="1582007"/>
                  <a:pt x="4420450" y="1581602"/>
                </a:cubicBezTo>
                <a:lnTo>
                  <a:pt x="4422474" y="1578363"/>
                </a:lnTo>
                <a:cubicBezTo>
                  <a:pt x="4422878" y="1577959"/>
                  <a:pt x="4423284" y="1577554"/>
                  <a:pt x="4423688" y="1577554"/>
                </a:cubicBezTo>
                <a:close/>
                <a:moveTo>
                  <a:pt x="4383207" y="1577554"/>
                </a:moveTo>
                <a:lnTo>
                  <a:pt x="4386851" y="1577554"/>
                </a:lnTo>
                <a:cubicBezTo>
                  <a:pt x="4387255" y="1577554"/>
                  <a:pt x="4387660" y="1577959"/>
                  <a:pt x="4388065" y="1578363"/>
                </a:cubicBezTo>
                <a:lnTo>
                  <a:pt x="4390089" y="1581602"/>
                </a:lnTo>
                <a:cubicBezTo>
                  <a:pt x="4390494" y="1582007"/>
                  <a:pt x="4390494" y="1582412"/>
                  <a:pt x="4390089" y="1582817"/>
                </a:cubicBezTo>
                <a:lnTo>
                  <a:pt x="4388065" y="1586055"/>
                </a:lnTo>
                <a:cubicBezTo>
                  <a:pt x="4388065" y="1586460"/>
                  <a:pt x="4387660" y="1586865"/>
                  <a:pt x="4386851" y="1586865"/>
                </a:cubicBezTo>
                <a:lnTo>
                  <a:pt x="4383207" y="1586865"/>
                </a:lnTo>
                <a:cubicBezTo>
                  <a:pt x="4382803" y="1586865"/>
                  <a:pt x="4382397" y="1586460"/>
                  <a:pt x="4381993" y="1586055"/>
                </a:cubicBezTo>
                <a:lnTo>
                  <a:pt x="4379969" y="1582817"/>
                </a:lnTo>
                <a:cubicBezTo>
                  <a:pt x="4379564" y="1582412"/>
                  <a:pt x="4379564" y="1582007"/>
                  <a:pt x="4379969" y="1581602"/>
                </a:cubicBezTo>
                <a:lnTo>
                  <a:pt x="4381993" y="1578363"/>
                </a:lnTo>
                <a:cubicBezTo>
                  <a:pt x="4382397" y="1577959"/>
                  <a:pt x="4382803" y="1577554"/>
                  <a:pt x="4383207" y="1577554"/>
                </a:cubicBezTo>
                <a:close/>
                <a:moveTo>
                  <a:pt x="4342727" y="1577554"/>
                </a:moveTo>
                <a:lnTo>
                  <a:pt x="4346370" y="1577554"/>
                </a:lnTo>
                <a:cubicBezTo>
                  <a:pt x="4346775" y="1577554"/>
                  <a:pt x="4347179" y="1577959"/>
                  <a:pt x="4347584" y="1578363"/>
                </a:cubicBezTo>
                <a:lnTo>
                  <a:pt x="4349203" y="1581602"/>
                </a:lnTo>
                <a:cubicBezTo>
                  <a:pt x="4349608" y="1582007"/>
                  <a:pt x="4349608" y="1582412"/>
                  <a:pt x="4349203" y="1582817"/>
                </a:cubicBezTo>
                <a:lnTo>
                  <a:pt x="4347584" y="1586055"/>
                </a:lnTo>
                <a:cubicBezTo>
                  <a:pt x="4347179" y="1586460"/>
                  <a:pt x="4346775" y="1586865"/>
                  <a:pt x="4346370" y="1586865"/>
                </a:cubicBezTo>
                <a:lnTo>
                  <a:pt x="4342727" y="1586865"/>
                </a:lnTo>
                <a:cubicBezTo>
                  <a:pt x="4342322" y="1586865"/>
                  <a:pt x="4341917" y="1586460"/>
                  <a:pt x="4341512" y="1586055"/>
                </a:cubicBezTo>
                <a:lnTo>
                  <a:pt x="4339893" y="1582817"/>
                </a:lnTo>
                <a:cubicBezTo>
                  <a:pt x="4339488" y="1582412"/>
                  <a:pt x="4339488" y="1582007"/>
                  <a:pt x="4339893" y="1581602"/>
                </a:cubicBezTo>
                <a:lnTo>
                  <a:pt x="4341512" y="1578363"/>
                </a:lnTo>
                <a:cubicBezTo>
                  <a:pt x="4341917" y="1577959"/>
                  <a:pt x="4342322" y="1577554"/>
                  <a:pt x="4342727" y="1577554"/>
                </a:cubicBezTo>
                <a:close/>
                <a:moveTo>
                  <a:pt x="4261764" y="1577554"/>
                </a:moveTo>
                <a:lnTo>
                  <a:pt x="4265407" y="1577554"/>
                </a:lnTo>
                <a:cubicBezTo>
                  <a:pt x="4265812" y="1577554"/>
                  <a:pt x="4266216" y="1577959"/>
                  <a:pt x="4266621" y="1578363"/>
                </a:cubicBezTo>
                <a:lnTo>
                  <a:pt x="4268240" y="1581602"/>
                </a:lnTo>
                <a:cubicBezTo>
                  <a:pt x="4268645" y="1582007"/>
                  <a:pt x="4268645" y="1582412"/>
                  <a:pt x="4268240" y="1582817"/>
                </a:cubicBezTo>
                <a:lnTo>
                  <a:pt x="4266621" y="1586055"/>
                </a:lnTo>
                <a:cubicBezTo>
                  <a:pt x="4266216" y="1586460"/>
                  <a:pt x="4265812" y="1586865"/>
                  <a:pt x="4265407" y="1586865"/>
                </a:cubicBezTo>
                <a:lnTo>
                  <a:pt x="4261764" y="1586865"/>
                </a:lnTo>
                <a:cubicBezTo>
                  <a:pt x="4261359" y="1586865"/>
                  <a:pt x="4260954" y="1586460"/>
                  <a:pt x="4260549" y="1586055"/>
                </a:cubicBezTo>
                <a:lnTo>
                  <a:pt x="4258930" y="1582817"/>
                </a:lnTo>
                <a:cubicBezTo>
                  <a:pt x="4258525" y="1582412"/>
                  <a:pt x="4258525" y="1582007"/>
                  <a:pt x="4258930" y="1581602"/>
                </a:cubicBezTo>
                <a:lnTo>
                  <a:pt x="4260549" y="1578363"/>
                </a:lnTo>
                <a:cubicBezTo>
                  <a:pt x="4260954" y="1577959"/>
                  <a:pt x="4261359" y="1577554"/>
                  <a:pt x="4261764" y="1577554"/>
                </a:cubicBezTo>
                <a:close/>
                <a:moveTo>
                  <a:pt x="4221283" y="1577554"/>
                </a:moveTo>
                <a:lnTo>
                  <a:pt x="4224926" y="1577554"/>
                </a:lnTo>
                <a:cubicBezTo>
                  <a:pt x="4225331" y="1577554"/>
                  <a:pt x="4225735" y="1577959"/>
                  <a:pt x="4226140" y="1578363"/>
                </a:cubicBezTo>
                <a:lnTo>
                  <a:pt x="4227759" y="1581602"/>
                </a:lnTo>
                <a:cubicBezTo>
                  <a:pt x="4228164" y="1582007"/>
                  <a:pt x="4228164" y="1582412"/>
                  <a:pt x="4227759" y="1582817"/>
                </a:cubicBezTo>
                <a:lnTo>
                  <a:pt x="4226140" y="1586055"/>
                </a:lnTo>
                <a:cubicBezTo>
                  <a:pt x="4225735" y="1586460"/>
                  <a:pt x="4225331" y="1586865"/>
                  <a:pt x="4224926" y="1586865"/>
                </a:cubicBezTo>
                <a:lnTo>
                  <a:pt x="4221283" y="1586865"/>
                </a:lnTo>
                <a:cubicBezTo>
                  <a:pt x="4220878" y="1586865"/>
                  <a:pt x="4220473" y="1586460"/>
                  <a:pt x="4220068" y="1586055"/>
                </a:cubicBezTo>
                <a:lnTo>
                  <a:pt x="4218449" y="1582817"/>
                </a:lnTo>
                <a:cubicBezTo>
                  <a:pt x="4218044" y="1582412"/>
                  <a:pt x="4218044" y="1582007"/>
                  <a:pt x="4218449" y="1581602"/>
                </a:cubicBezTo>
                <a:lnTo>
                  <a:pt x="4220068" y="1578363"/>
                </a:lnTo>
                <a:cubicBezTo>
                  <a:pt x="4220473" y="1577959"/>
                  <a:pt x="4220878" y="1577554"/>
                  <a:pt x="4221283" y="1577554"/>
                </a:cubicBezTo>
                <a:close/>
                <a:moveTo>
                  <a:pt x="3290213" y="1577554"/>
                </a:moveTo>
                <a:lnTo>
                  <a:pt x="3293857" y="1577554"/>
                </a:lnTo>
                <a:cubicBezTo>
                  <a:pt x="3294261" y="1577554"/>
                  <a:pt x="3294666" y="1577959"/>
                  <a:pt x="3295071" y="1578363"/>
                </a:cubicBezTo>
                <a:lnTo>
                  <a:pt x="3297095" y="1581602"/>
                </a:lnTo>
                <a:cubicBezTo>
                  <a:pt x="3297500" y="1582007"/>
                  <a:pt x="3297500" y="1582412"/>
                  <a:pt x="3297095" y="1582817"/>
                </a:cubicBezTo>
                <a:lnTo>
                  <a:pt x="3295071" y="1586055"/>
                </a:lnTo>
                <a:cubicBezTo>
                  <a:pt x="3295071" y="1586460"/>
                  <a:pt x="3294666" y="1586865"/>
                  <a:pt x="3293857" y="1586865"/>
                </a:cubicBezTo>
                <a:lnTo>
                  <a:pt x="3290213" y="1586865"/>
                </a:lnTo>
                <a:cubicBezTo>
                  <a:pt x="3289809" y="1586865"/>
                  <a:pt x="3289403" y="1586460"/>
                  <a:pt x="3288999" y="1586055"/>
                </a:cubicBezTo>
                <a:lnTo>
                  <a:pt x="3286975" y="1582817"/>
                </a:lnTo>
                <a:cubicBezTo>
                  <a:pt x="3286570" y="1582412"/>
                  <a:pt x="3286570" y="1582007"/>
                  <a:pt x="3286975" y="1581602"/>
                </a:cubicBezTo>
                <a:lnTo>
                  <a:pt x="3288999" y="1578363"/>
                </a:lnTo>
                <a:cubicBezTo>
                  <a:pt x="3289403" y="1577959"/>
                  <a:pt x="3289809" y="1577554"/>
                  <a:pt x="3290213" y="1577554"/>
                </a:cubicBezTo>
                <a:close/>
                <a:moveTo>
                  <a:pt x="4302245" y="1577149"/>
                </a:moveTo>
                <a:lnTo>
                  <a:pt x="4306293" y="1577149"/>
                </a:lnTo>
                <a:cubicBezTo>
                  <a:pt x="4306698" y="1577149"/>
                  <a:pt x="4307103" y="1577554"/>
                  <a:pt x="4307507" y="1577959"/>
                </a:cubicBezTo>
                <a:lnTo>
                  <a:pt x="4309532" y="1581602"/>
                </a:lnTo>
                <a:cubicBezTo>
                  <a:pt x="4309937" y="1582007"/>
                  <a:pt x="4309937" y="1582412"/>
                  <a:pt x="4309532" y="1582816"/>
                </a:cubicBezTo>
                <a:lnTo>
                  <a:pt x="4307507" y="1586460"/>
                </a:lnTo>
                <a:cubicBezTo>
                  <a:pt x="4307103" y="1586865"/>
                  <a:pt x="4306698" y="1587269"/>
                  <a:pt x="4306293" y="1587269"/>
                </a:cubicBezTo>
                <a:lnTo>
                  <a:pt x="4302245" y="1587269"/>
                </a:lnTo>
                <a:cubicBezTo>
                  <a:pt x="4301841" y="1587269"/>
                  <a:pt x="4301435" y="1586865"/>
                  <a:pt x="4301031" y="1586460"/>
                </a:cubicBezTo>
                <a:lnTo>
                  <a:pt x="4299007" y="1582816"/>
                </a:lnTo>
                <a:cubicBezTo>
                  <a:pt x="4298602" y="1582412"/>
                  <a:pt x="4298602" y="1582007"/>
                  <a:pt x="4299007" y="1581602"/>
                </a:cubicBezTo>
                <a:lnTo>
                  <a:pt x="4301031" y="1577959"/>
                </a:lnTo>
                <a:cubicBezTo>
                  <a:pt x="4301435" y="1577554"/>
                  <a:pt x="4301841" y="1577149"/>
                  <a:pt x="4302245" y="1577149"/>
                </a:cubicBezTo>
                <a:close/>
                <a:moveTo>
                  <a:pt x="3249328" y="1577149"/>
                </a:moveTo>
                <a:lnTo>
                  <a:pt x="3253781" y="1577149"/>
                </a:lnTo>
                <a:cubicBezTo>
                  <a:pt x="3254185" y="1577149"/>
                  <a:pt x="3254590" y="1577149"/>
                  <a:pt x="3254995" y="1577554"/>
                </a:cubicBezTo>
                <a:lnTo>
                  <a:pt x="3257424" y="1581602"/>
                </a:lnTo>
                <a:cubicBezTo>
                  <a:pt x="3257829" y="1582007"/>
                  <a:pt x="3257829" y="1582412"/>
                  <a:pt x="3257424" y="1582816"/>
                </a:cubicBezTo>
                <a:lnTo>
                  <a:pt x="3254995" y="1586865"/>
                </a:lnTo>
                <a:cubicBezTo>
                  <a:pt x="3254995" y="1587269"/>
                  <a:pt x="3254590" y="1587674"/>
                  <a:pt x="3253781" y="1587674"/>
                </a:cubicBezTo>
                <a:lnTo>
                  <a:pt x="3249328" y="1587674"/>
                </a:lnTo>
                <a:cubicBezTo>
                  <a:pt x="3248923" y="1587674"/>
                  <a:pt x="3248518" y="1587269"/>
                  <a:pt x="3248113" y="1586865"/>
                </a:cubicBezTo>
                <a:lnTo>
                  <a:pt x="3245685" y="1582816"/>
                </a:lnTo>
                <a:cubicBezTo>
                  <a:pt x="3245280" y="1582412"/>
                  <a:pt x="3245280" y="1582007"/>
                  <a:pt x="3245685" y="1581602"/>
                </a:cubicBezTo>
                <a:lnTo>
                  <a:pt x="3248113" y="1577554"/>
                </a:lnTo>
                <a:cubicBezTo>
                  <a:pt x="3248518" y="1577554"/>
                  <a:pt x="3248923" y="1577149"/>
                  <a:pt x="3249328" y="1577149"/>
                </a:cubicBezTo>
                <a:close/>
                <a:moveTo>
                  <a:pt x="3167960" y="1576745"/>
                </a:moveTo>
                <a:lnTo>
                  <a:pt x="3173627" y="1576745"/>
                </a:lnTo>
                <a:cubicBezTo>
                  <a:pt x="3174032" y="1576745"/>
                  <a:pt x="3174437" y="1576745"/>
                  <a:pt x="3174842" y="1577150"/>
                </a:cubicBezTo>
                <a:lnTo>
                  <a:pt x="3177675" y="1582008"/>
                </a:lnTo>
                <a:cubicBezTo>
                  <a:pt x="3178080" y="1582412"/>
                  <a:pt x="3178080" y="1582817"/>
                  <a:pt x="3177675" y="1583222"/>
                </a:cubicBezTo>
                <a:lnTo>
                  <a:pt x="3174842" y="1588080"/>
                </a:lnTo>
                <a:cubicBezTo>
                  <a:pt x="3174437" y="1588484"/>
                  <a:pt x="3174032" y="1588484"/>
                  <a:pt x="3173627" y="1588889"/>
                </a:cubicBezTo>
                <a:lnTo>
                  <a:pt x="3167960" y="1588889"/>
                </a:lnTo>
                <a:cubicBezTo>
                  <a:pt x="3167555" y="1588889"/>
                  <a:pt x="3167150" y="1588484"/>
                  <a:pt x="3166746" y="1588080"/>
                </a:cubicBezTo>
                <a:lnTo>
                  <a:pt x="3163912" y="1583222"/>
                </a:lnTo>
                <a:cubicBezTo>
                  <a:pt x="3163507" y="1582817"/>
                  <a:pt x="3163507" y="1582412"/>
                  <a:pt x="3163912" y="1582008"/>
                </a:cubicBezTo>
                <a:lnTo>
                  <a:pt x="3166746" y="1577150"/>
                </a:lnTo>
                <a:cubicBezTo>
                  <a:pt x="3167150" y="1577150"/>
                  <a:pt x="3167555" y="1576745"/>
                  <a:pt x="3167960" y="1576745"/>
                </a:cubicBezTo>
                <a:close/>
                <a:moveTo>
                  <a:pt x="3208037" y="1575935"/>
                </a:moveTo>
                <a:lnTo>
                  <a:pt x="3213704" y="1575935"/>
                </a:lnTo>
                <a:cubicBezTo>
                  <a:pt x="3214109" y="1575935"/>
                  <a:pt x="3214514" y="1576340"/>
                  <a:pt x="3214919" y="1576745"/>
                </a:cubicBezTo>
                <a:lnTo>
                  <a:pt x="3217752" y="1581602"/>
                </a:lnTo>
                <a:cubicBezTo>
                  <a:pt x="3218157" y="1582007"/>
                  <a:pt x="3218157" y="1582412"/>
                  <a:pt x="3217752" y="1582817"/>
                </a:cubicBezTo>
                <a:lnTo>
                  <a:pt x="3214919" y="1587675"/>
                </a:lnTo>
                <a:cubicBezTo>
                  <a:pt x="3214919" y="1588079"/>
                  <a:pt x="3214514" y="1588484"/>
                  <a:pt x="3213704" y="1588484"/>
                </a:cubicBezTo>
                <a:lnTo>
                  <a:pt x="3208037" y="1588484"/>
                </a:lnTo>
                <a:cubicBezTo>
                  <a:pt x="3207632" y="1588484"/>
                  <a:pt x="3207227" y="1588079"/>
                  <a:pt x="3206823" y="1587675"/>
                </a:cubicBezTo>
                <a:lnTo>
                  <a:pt x="3203989" y="1582817"/>
                </a:lnTo>
                <a:cubicBezTo>
                  <a:pt x="3203584" y="1582412"/>
                  <a:pt x="3203584" y="1582007"/>
                  <a:pt x="3203989" y="1581602"/>
                </a:cubicBezTo>
                <a:lnTo>
                  <a:pt x="3206823" y="1576745"/>
                </a:lnTo>
                <a:cubicBezTo>
                  <a:pt x="3207227" y="1576340"/>
                  <a:pt x="3207632" y="1575935"/>
                  <a:pt x="3208037" y="1575935"/>
                </a:cubicBezTo>
                <a:close/>
                <a:moveTo>
                  <a:pt x="3126669" y="1574316"/>
                </a:moveTo>
                <a:lnTo>
                  <a:pt x="3133956" y="1574316"/>
                </a:lnTo>
                <a:cubicBezTo>
                  <a:pt x="3134361" y="1574316"/>
                  <a:pt x="3134766" y="1574721"/>
                  <a:pt x="3135170" y="1575126"/>
                </a:cubicBezTo>
                <a:lnTo>
                  <a:pt x="3138814" y="1581603"/>
                </a:lnTo>
                <a:cubicBezTo>
                  <a:pt x="3139219" y="1582008"/>
                  <a:pt x="3139219" y="1582412"/>
                  <a:pt x="3138814" y="1582817"/>
                </a:cubicBezTo>
                <a:lnTo>
                  <a:pt x="3135170" y="1589294"/>
                </a:lnTo>
                <a:cubicBezTo>
                  <a:pt x="3134766" y="1589699"/>
                  <a:pt x="3134361" y="1590104"/>
                  <a:pt x="3133956" y="1590104"/>
                </a:cubicBezTo>
                <a:lnTo>
                  <a:pt x="3126669" y="1590104"/>
                </a:lnTo>
                <a:cubicBezTo>
                  <a:pt x="3126265" y="1590104"/>
                  <a:pt x="3125860" y="1589699"/>
                  <a:pt x="3125455" y="1589294"/>
                </a:cubicBezTo>
                <a:lnTo>
                  <a:pt x="3121812" y="1582817"/>
                </a:lnTo>
                <a:cubicBezTo>
                  <a:pt x="3121407" y="1582412"/>
                  <a:pt x="3121407" y="1582008"/>
                  <a:pt x="3121812" y="1581603"/>
                </a:cubicBezTo>
                <a:lnTo>
                  <a:pt x="3125455" y="1575126"/>
                </a:lnTo>
                <a:cubicBezTo>
                  <a:pt x="3125860" y="1574721"/>
                  <a:pt x="3126265" y="1574316"/>
                  <a:pt x="3126669" y="1574316"/>
                </a:cubicBezTo>
                <a:close/>
                <a:moveTo>
                  <a:pt x="3084974" y="1573101"/>
                </a:moveTo>
                <a:lnTo>
                  <a:pt x="3094285" y="1573101"/>
                </a:lnTo>
                <a:cubicBezTo>
                  <a:pt x="3094689" y="1573101"/>
                  <a:pt x="3095094" y="1573101"/>
                  <a:pt x="3095499" y="1573506"/>
                </a:cubicBezTo>
                <a:lnTo>
                  <a:pt x="3100357" y="1581602"/>
                </a:lnTo>
                <a:cubicBezTo>
                  <a:pt x="3100762" y="1582007"/>
                  <a:pt x="3100762" y="1582412"/>
                  <a:pt x="3100357" y="1582817"/>
                </a:cubicBezTo>
                <a:lnTo>
                  <a:pt x="3095499" y="1590913"/>
                </a:lnTo>
                <a:cubicBezTo>
                  <a:pt x="3095499" y="1591318"/>
                  <a:pt x="3095094" y="1591723"/>
                  <a:pt x="3094285" y="1591318"/>
                </a:cubicBezTo>
                <a:lnTo>
                  <a:pt x="3084974" y="1591318"/>
                </a:lnTo>
                <a:cubicBezTo>
                  <a:pt x="3084569" y="1591318"/>
                  <a:pt x="3084164" y="1591318"/>
                  <a:pt x="3083760" y="1590913"/>
                </a:cubicBezTo>
                <a:lnTo>
                  <a:pt x="3078902" y="1582817"/>
                </a:lnTo>
                <a:cubicBezTo>
                  <a:pt x="3078497" y="1582412"/>
                  <a:pt x="3078497" y="1582007"/>
                  <a:pt x="3078902" y="1581602"/>
                </a:cubicBezTo>
                <a:lnTo>
                  <a:pt x="3083760" y="1573506"/>
                </a:lnTo>
                <a:cubicBezTo>
                  <a:pt x="3084164" y="1573506"/>
                  <a:pt x="3084569" y="1573101"/>
                  <a:pt x="3084974" y="1573101"/>
                </a:cubicBezTo>
                <a:close/>
                <a:moveTo>
                  <a:pt x="3004011" y="1572697"/>
                </a:moveTo>
                <a:lnTo>
                  <a:pt x="3013322" y="1572697"/>
                </a:lnTo>
                <a:cubicBezTo>
                  <a:pt x="3013726" y="1572697"/>
                  <a:pt x="3014131" y="1573102"/>
                  <a:pt x="3014536" y="1573507"/>
                </a:cubicBezTo>
                <a:lnTo>
                  <a:pt x="3018989" y="1581603"/>
                </a:lnTo>
                <a:cubicBezTo>
                  <a:pt x="3019394" y="1582008"/>
                  <a:pt x="3019394" y="1582412"/>
                  <a:pt x="3018989" y="1582817"/>
                </a:cubicBezTo>
                <a:lnTo>
                  <a:pt x="3014536" y="1590914"/>
                </a:lnTo>
                <a:cubicBezTo>
                  <a:pt x="3014131" y="1591318"/>
                  <a:pt x="3013726" y="1591723"/>
                  <a:pt x="3013322" y="1591723"/>
                </a:cubicBezTo>
                <a:lnTo>
                  <a:pt x="3004011" y="1591723"/>
                </a:lnTo>
                <a:cubicBezTo>
                  <a:pt x="3003606" y="1591723"/>
                  <a:pt x="3003201" y="1591318"/>
                  <a:pt x="3002797" y="1590914"/>
                </a:cubicBezTo>
                <a:lnTo>
                  <a:pt x="2998344" y="1582817"/>
                </a:lnTo>
                <a:cubicBezTo>
                  <a:pt x="2997939" y="1582412"/>
                  <a:pt x="2997939" y="1582008"/>
                  <a:pt x="2998344" y="1581603"/>
                </a:cubicBezTo>
                <a:lnTo>
                  <a:pt x="3002797" y="1573507"/>
                </a:lnTo>
                <a:cubicBezTo>
                  <a:pt x="3003201" y="1573102"/>
                  <a:pt x="3003606" y="1572697"/>
                  <a:pt x="3004011" y="1572697"/>
                </a:cubicBezTo>
                <a:close/>
                <a:moveTo>
                  <a:pt x="3043682" y="1572292"/>
                </a:moveTo>
                <a:lnTo>
                  <a:pt x="3054207" y="1572292"/>
                </a:lnTo>
                <a:cubicBezTo>
                  <a:pt x="3054612" y="1572292"/>
                  <a:pt x="3055017" y="1572697"/>
                  <a:pt x="3055422" y="1573102"/>
                </a:cubicBezTo>
                <a:lnTo>
                  <a:pt x="3060684" y="1582008"/>
                </a:lnTo>
                <a:cubicBezTo>
                  <a:pt x="3061090" y="1582412"/>
                  <a:pt x="3061090" y="1582817"/>
                  <a:pt x="3060684" y="1583222"/>
                </a:cubicBezTo>
                <a:lnTo>
                  <a:pt x="3055422" y="1592128"/>
                </a:lnTo>
                <a:cubicBezTo>
                  <a:pt x="3055422" y="1592533"/>
                  <a:pt x="3055017" y="1592533"/>
                  <a:pt x="3054207" y="1592938"/>
                </a:cubicBezTo>
                <a:lnTo>
                  <a:pt x="3043682" y="1592938"/>
                </a:lnTo>
                <a:cubicBezTo>
                  <a:pt x="3043278" y="1592938"/>
                  <a:pt x="3042873" y="1592533"/>
                  <a:pt x="3042468" y="1592128"/>
                </a:cubicBezTo>
                <a:lnTo>
                  <a:pt x="3037206" y="1583222"/>
                </a:lnTo>
                <a:cubicBezTo>
                  <a:pt x="3036801" y="1582817"/>
                  <a:pt x="3036801" y="1582412"/>
                  <a:pt x="3037206" y="1582008"/>
                </a:cubicBezTo>
                <a:lnTo>
                  <a:pt x="3042468" y="1573102"/>
                </a:lnTo>
                <a:cubicBezTo>
                  <a:pt x="3042873" y="1572697"/>
                  <a:pt x="3043278" y="1572292"/>
                  <a:pt x="3043682" y="1572292"/>
                </a:cubicBezTo>
                <a:close/>
                <a:moveTo>
                  <a:pt x="3736316" y="1540312"/>
                </a:moveTo>
                <a:lnTo>
                  <a:pt x="3738340" y="1540312"/>
                </a:lnTo>
                <a:lnTo>
                  <a:pt x="3739150" y="1541931"/>
                </a:lnTo>
                <a:lnTo>
                  <a:pt x="3738340" y="1543550"/>
                </a:lnTo>
                <a:lnTo>
                  <a:pt x="3736316" y="1543550"/>
                </a:lnTo>
                <a:lnTo>
                  <a:pt x="3735507" y="1541931"/>
                </a:lnTo>
                <a:close/>
                <a:moveTo>
                  <a:pt x="3695835" y="1540312"/>
                </a:moveTo>
                <a:lnTo>
                  <a:pt x="3697859" y="1540312"/>
                </a:lnTo>
                <a:lnTo>
                  <a:pt x="3698669" y="1541931"/>
                </a:lnTo>
                <a:lnTo>
                  <a:pt x="3697859" y="1543550"/>
                </a:lnTo>
                <a:lnTo>
                  <a:pt x="3695835" y="1543550"/>
                </a:lnTo>
                <a:lnTo>
                  <a:pt x="3695026" y="1541931"/>
                </a:lnTo>
                <a:close/>
                <a:moveTo>
                  <a:pt x="3614873" y="1540312"/>
                </a:moveTo>
                <a:lnTo>
                  <a:pt x="3616897" y="1540312"/>
                </a:lnTo>
                <a:lnTo>
                  <a:pt x="3617707" y="1541931"/>
                </a:lnTo>
                <a:lnTo>
                  <a:pt x="3616897" y="1543550"/>
                </a:lnTo>
                <a:lnTo>
                  <a:pt x="3614873" y="1543550"/>
                </a:lnTo>
                <a:lnTo>
                  <a:pt x="3614064" y="1541931"/>
                </a:lnTo>
                <a:close/>
                <a:moveTo>
                  <a:pt x="3574796" y="1540312"/>
                </a:moveTo>
                <a:lnTo>
                  <a:pt x="3576820" y="1540312"/>
                </a:lnTo>
                <a:lnTo>
                  <a:pt x="3578035" y="1541931"/>
                </a:lnTo>
                <a:lnTo>
                  <a:pt x="3576820" y="1543550"/>
                </a:lnTo>
                <a:lnTo>
                  <a:pt x="3574796" y="1543550"/>
                </a:lnTo>
                <a:lnTo>
                  <a:pt x="3573582" y="1541931"/>
                </a:lnTo>
                <a:close/>
                <a:moveTo>
                  <a:pt x="3534315" y="1540312"/>
                </a:moveTo>
                <a:lnTo>
                  <a:pt x="3536339" y="1540312"/>
                </a:lnTo>
                <a:lnTo>
                  <a:pt x="3537554" y="1541931"/>
                </a:lnTo>
                <a:lnTo>
                  <a:pt x="3536339" y="1543550"/>
                </a:lnTo>
                <a:lnTo>
                  <a:pt x="3534315" y="1543550"/>
                </a:lnTo>
                <a:lnTo>
                  <a:pt x="3533101" y="1541931"/>
                </a:lnTo>
                <a:close/>
                <a:moveTo>
                  <a:pt x="3493429" y="1540312"/>
                </a:moveTo>
                <a:lnTo>
                  <a:pt x="3495453" y="1540312"/>
                </a:lnTo>
                <a:lnTo>
                  <a:pt x="3496263" y="1541931"/>
                </a:lnTo>
                <a:lnTo>
                  <a:pt x="3495453" y="1543550"/>
                </a:lnTo>
                <a:lnTo>
                  <a:pt x="3493429" y="1543550"/>
                </a:lnTo>
                <a:lnTo>
                  <a:pt x="3492620" y="1541931"/>
                </a:lnTo>
                <a:close/>
                <a:moveTo>
                  <a:pt x="3776798" y="1539907"/>
                </a:moveTo>
                <a:lnTo>
                  <a:pt x="3779227" y="1539907"/>
                </a:lnTo>
                <a:lnTo>
                  <a:pt x="3780442" y="1541931"/>
                </a:lnTo>
                <a:lnTo>
                  <a:pt x="3779227" y="1543955"/>
                </a:lnTo>
                <a:lnTo>
                  <a:pt x="3776798" y="1543955"/>
                </a:lnTo>
                <a:lnTo>
                  <a:pt x="3775584" y="1541931"/>
                </a:lnTo>
                <a:close/>
                <a:moveTo>
                  <a:pt x="3655354" y="1539907"/>
                </a:moveTo>
                <a:lnTo>
                  <a:pt x="3657783" y="1539907"/>
                </a:lnTo>
                <a:lnTo>
                  <a:pt x="3658998" y="1541931"/>
                </a:lnTo>
                <a:lnTo>
                  <a:pt x="3657783" y="1543955"/>
                </a:lnTo>
                <a:lnTo>
                  <a:pt x="3655354" y="1543955"/>
                </a:lnTo>
                <a:lnTo>
                  <a:pt x="3654140" y="1541931"/>
                </a:lnTo>
                <a:close/>
                <a:moveTo>
                  <a:pt x="3452948" y="1539907"/>
                </a:moveTo>
                <a:lnTo>
                  <a:pt x="3455377" y="1539907"/>
                </a:lnTo>
                <a:lnTo>
                  <a:pt x="3456592" y="1541931"/>
                </a:lnTo>
                <a:lnTo>
                  <a:pt x="3455377" y="1543955"/>
                </a:lnTo>
                <a:lnTo>
                  <a:pt x="3452948" y="1543955"/>
                </a:lnTo>
                <a:lnTo>
                  <a:pt x="3451734" y="1541931"/>
                </a:lnTo>
                <a:close/>
                <a:moveTo>
                  <a:pt x="3412467" y="1539907"/>
                </a:moveTo>
                <a:lnTo>
                  <a:pt x="3414896" y="1539907"/>
                </a:lnTo>
                <a:lnTo>
                  <a:pt x="3416111" y="1541931"/>
                </a:lnTo>
                <a:lnTo>
                  <a:pt x="3414896" y="1543955"/>
                </a:lnTo>
                <a:lnTo>
                  <a:pt x="3412467" y="1543955"/>
                </a:lnTo>
                <a:lnTo>
                  <a:pt x="3411253" y="1541931"/>
                </a:lnTo>
                <a:close/>
                <a:moveTo>
                  <a:pt x="3371985" y="1539907"/>
                </a:moveTo>
                <a:lnTo>
                  <a:pt x="3374414" y="1539907"/>
                </a:lnTo>
                <a:lnTo>
                  <a:pt x="3375629" y="1541931"/>
                </a:lnTo>
                <a:lnTo>
                  <a:pt x="3374414" y="1543955"/>
                </a:lnTo>
                <a:lnTo>
                  <a:pt x="3371985" y="1543955"/>
                </a:lnTo>
                <a:lnTo>
                  <a:pt x="3370771" y="1541931"/>
                </a:lnTo>
                <a:close/>
                <a:moveTo>
                  <a:pt x="3857760" y="1539502"/>
                </a:moveTo>
                <a:lnTo>
                  <a:pt x="3860594" y="1539502"/>
                </a:lnTo>
                <a:lnTo>
                  <a:pt x="3862213" y="1541931"/>
                </a:lnTo>
                <a:lnTo>
                  <a:pt x="3860594" y="1544360"/>
                </a:lnTo>
                <a:lnTo>
                  <a:pt x="3857760" y="1544360"/>
                </a:lnTo>
                <a:lnTo>
                  <a:pt x="3856141" y="1541931"/>
                </a:lnTo>
                <a:close/>
                <a:moveTo>
                  <a:pt x="3817279" y="1539502"/>
                </a:moveTo>
                <a:lnTo>
                  <a:pt x="3819708" y="1539502"/>
                </a:lnTo>
                <a:lnTo>
                  <a:pt x="3820923" y="1541931"/>
                </a:lnTo>
                <a:lnTo>
                  <a:pt x="3819708" y="1544360"/>
                </a:lnTo>
                <a:lnTo>
                  <a:pt x="3817279" y="1544360"/>
                </a:lnTo>
                <a:lnTo>
                  <a:pt x="3816065" y="1541931"/>
                </a:lnTo>
                <a:close/>
                <a:moveTo>
                  <a:pt x="3331099" y="1539097"/>
                </a:moveTo>
                <a:lnTo>
                  <a:pt x="3334338" y="1539097"/>
                </a:lnTo>
                <a:lnTo>
                  <a:pt x="3335957" y="1541930"/>
                </a:lnTo>
                <a:lnTo>
                  <a:pt x="3334338" y="1544764"/>
                </a:lnTo>
                <a:lnTo>
                  <a:pt x="3331099" y="1544764"/>
                </a:lnTo>
                <a:lnTo>
                  <a:pt x="3329480" y="1541930"/>
                </a:lnTo>
                <a:close/>
                <a:moveTo>
                  <a:pt x="3290213" y="1538692"/>
                </a:moveTo>
                <a:lnTo>
                  <a:pt x="3294261" y="1538692"/>
                </a:lnTo>
                <a:lnTo>
                  <a:pt x="3296285" y="1541930"/>
                </a:lnTo>
                <a:lnTo>
                  <a:pt x="3294261" y="1545169"/>
                </a:lnTo>
                <a:lnTo>
                  <a:pt x="3290213" y="1545169"/>
                </a:lnTo>
                <a:lnTo>
                  <a:pt x="3288189" y="1541930"/>
                </a:lnTo>
                <a:close/>
                <a:moveTo>
                  <a:pt x="4586018" y="1538288"/>
                </a:moveTo>
                <a:lnTo>
                  <a:pt x="4589257" y="1538288"/>
                </a:lnTo>
                <a:cubicBezTo>
                  <a:pt x="4589662" y="1538288"/>
                  <a:pt x="4590067" y="1538288"/>
                  <a:pt x="4590471" y="1538693"/>
                </a:cubicBezTo>
                <a:lnTo>
                  <a:pt x="4592091" y="1541526"/>
                </a:lnTo>
                <a:cubicBezTo>
                  <a:pt x="4592495" y="1541931"/>
                  <a:pt x="4592495" y="1542336"/>
                  <a:pt x="4592091" y="1542741"/>
                </a:cubicBezTo>
                <a:lnTo>
                  <a:pt x="4590471" y="1545575"/>
                </a:lnTo>
                <a:cubicBezTo>
                  <a:pt x="4590067" y="1545575"/>
                  <a:pt x="4589662" y="1545979"/>
                  <a:pt x="4589257" y="1545979"/>
                </a:cubicBezTo>
                <a:lnTo>
                  <a:pt x="4586018" y="1545979"/>
                </a:lnTo>
                <a:cubicBezTo>
                  <a:pt x="4585614" y="1545979"/>
                  <a:pt x="4585209" y="1545979"/>
                  <a:pt x="4584804" y="1545575"/>
                </a:cubicBezTo>
                <a:lnTo>
                  <a:pt x="4583185" y="1542741"/>
                </a:lnTo>
                <a:cubicBezTo>
                  <a:pt x="4582780" y="1542336"/>
                  <a:pt x="4582780" y="1541931"/>
                  <a:pt x="4583185" y="1541526"/>
                </a:cubicBezTo>
                <a:lnTo>
                  <a:pt x="4584804" y="1538693"/>
                </a:lnTo>
                <a:cubicBezTo>
                  <a:pt x="4585209" y="1538693"/>
                  <a:pt x="4585614" y="1538288"/>
                  <a:pt x="4586018" y="1538288"/>
                </a:cubicBezTo>
                <a:close/>
                <a:moveTo>
                  <a:pt x="4343130" y="1538288"/>
                </a:moveTo>
                <a:lnTo>
                  <a:pt x="4346369" y="1538288"/>
                </a:lnTo>
                <a:cubicBezTo>
                  <a:pt x="4346774" y="1538288"/>
                  <a:pt x="4347179" y="1538288"/>
                  <a:pt x="4347583" y="1538693"/>
                </a:cubicBezTo>
                <a:lnTo>
                  <a:pt x="4349203" y="1541526"/>
                </a:lnTo>
                <a:cubicBezTo>
                  <a:pt x="4349607" y="1541931"/>
                  <a:pt x="4349607" y="1542336"/>
                  <a:pt x="4349203" y="1542741"/>
                </a:cubicBezTo>
                <a:lnTo>
                  <a:pt x="4347583" y="1545575"/>
                </a:lnTo>
                <a:cubicBezTo>
                  <a:pt x="4347179" y="1545979"/>
                  <a:pt x="4346774" y="1545979"/>
                  <a:pt x="4346369" y="1546384"/>
                </a:cubicBezTo>
                <a:lnTo>
                  <a:pt x="4343130" y="1546384"/>
                </a:lnTo>
                <a:cubicBezTo>
                  <a:pt x="4342726" y="1546384"/>
                  <a:pt x="4342321" y="1545979"/>
                  <a:pt x="4341916" y="1545575"/>
                </a:cubicBezTo>
                <a:lnTo>
                  <a:pt x="4340297" y="1542741"/>
                </a:lnTo>
                <a:cubicBezTo>
                  <a:pt x="4339892" y="1542336"/>
                  <a:pt x="4339892" y="1541931"/>
                  <a:pt x="4340297" y="1541526"/>
                </a:cubicBezTo>
                <a:lnTo>
                  <a:pt x="4341916" y="1538693"/>
                </a:lnTo>
                <a:cubicBezTo>
                  <a:pt x="4342321" y="1538693"/>
                  <a:pt x="4342726" y="1538288"/>
                  <a:pt x="4343130" y="1538288"/>
                </a:cubicBezTo>
                <a:close/>
                <a:moveTo>
                  <a:pt x="4262168" y="1538288"/>
                </a:moveTo>
                <a:lnTo>
                  <a:pt x="4265407" y="1538288"/>
                </a:lnTo>
                <a:cubicBezTo>
                  <a:pt x="4265812" y="1538288"/>
                  <a:pt x="4266217" y="1538288"/>
                  <a:pt x="4266621" y="1538693"/>
                </a:cubicBezTo>
                <a:lnTo>
                  <a:pt x="4268241" y="1541526"/>
                </a:lnTo>
                <a:cubicBezTo>
                  <a:pt x="4268645" y="1541931"/>
                  <a:pt x="4268645" y="1542336"/>
                  <a:pt x="4268241" y="1542741"/>
                </a:cubicBezTo>
                <a:lnTo>
                  <a:pt x="4266621" y="1545575"/>
                </a:lnTo>
                <a:cubicBezTo>
                  <a:pt x="4266217" y="1545575"/>
                  <a:pt x="4265812" y="1545979"/>
                  <a:pt x="4265407" y="1545979"/>
                </a:cubicBezTo>
                <a:lnTo>
                  <a:pt x="4262168" y="1545979"/>
                </a:lnTo>
                <a:cubicBezTo>
                  <a:pt x="4261764" y="1545979"/>
                  <a:pt x="4261359" y="1545979"/>
                  <a:pt x="4260954" y="1545575"/>
                </a:cubicBezTo>
                <a:lnTo>
                  <a:pt x="4259335" y="1542741"/>
                </a:lnTo>
                <a:cubicBezTo>
                  <a:pt x="4258930" y="1542336"/>
                  <a:pt x="4258930" y="1541931"/>
                  <a:pt x="4259335" y="1541526"/>
                </a:cubicBezTo>
                <a:lnTo>
                  <a:pt x="4260954" y="1538693"/>
                </a:lnTo>
                <a:cubicBezTo>
                  <a:pt x="4261359" y="1538693"/>
                  <a:pt x="4261764" y="1538288"/>
                  <a:pt x="4262168" y="1538288"/>
                </a:cubicBezTo>
                <a:close/>
                <a:moveTo>
                  <a:pt x="4221687" y="1538288"/>
                </a:moveTo>
                <a:lnTo>
                  <a:pt x="4224926" y="1538288"/>
                </a:lnTo>
                <a:cubicBezTo>
                  <a:pt x="4225331" y="1538288"/>
                  <a:pt x="4225736" y="1538288"/>
                  <a:pt x="4226140" y="1538693"/>
                </a:cubicBezTo>
                <a:lnTo>
                  <a:pt x="4227760" y="1541526"/>
                </a:lnTo>
                <a:cubicBezTo>
                  <a:pt x="4228164" y="1541931"/>
                  <a:pt x="4228164" y="1542336"/>
                  <a:pt x="4227760" y="1542741"/>
                </a:cubicBezTo>
                <a:lnTo>
                  <a:pt x="4226140" y="1545575"/>
                </a:lnTo>
                <a:cubicBezTo>
                  <a:pt x="4225736" y="1545979"/>
                  <a:pt x="4225331" y="1545979"/>
                  <a:pt x="4224926" y="1545979"/>
                </a:cubicBezTo>
                <a:lnTo>
                  <a:pt x="4221687" y="1545979"/>
                </a:lnTo>
                <a:cubicBezTo>
                  <a:pt x="4221283" y="1545979"/>
                  <a:pt x="4220878" y="1545979"/>
                  <a:pt x="4220473" y="1545575"/>
                </a:cubicBezTo>
                <a:lnTo>
                  <a:pt x="4218854" y="1542741"/>
                </a:lnTo>
                <a:cubicBezTo>
                  <a:pt x="4218449" y="1542336"/>
                  <a:pt x="4218449" y="1541931"/>
                  <a:pt x="4218854" y="1541526"/>
                </a:cubicBezTo>
                <a:lnTo>
                  <a:pt x="4220473" y="1538693"/>
                </a:lnTo>
                <a:cubicBezTo>
                  <a:pt x="4220878" y="1538693"/>
                  <a:pt x="4221283" y="1538288"/>
                  <a:pt x="4221687" y="1538288"/>
                </a:cubicBezTo>
                <a:close/>
                <a:moveTo>
                  <a:pt x="4180396" y="1538288"/>
                </a:moveTo>
                <a:lnTo>
                  <a:pt x="4184849" y="1538288"/>
                </a:lnTo>
                <a:lnTo>
                  <a:pt x="4186873" y="1541931"/>
                </a:lnTo>
                <a:lnTo>
                  <a:pt x="4184849" y="1545575"/>
                </a:lnTo>
                <a:lnTo>
                  <a:pt x="4180396" y="1545575"/>
                </a:lnTo>
                <a:lnTo>
                  <a:pt x="4178372" y="1541931"/>
                </a:lnTo>
                <a:close/>
                <a:moveTo>
                  <a:pt x="4383208" y="1537883"/>
                </a:moveTo>
                <a:lnTo>
                  <a:pt x="4387661" y="1537883"/>
                </a:lnTo>
                <a:lnTo>
                  <a:pt x="4390089" y="1541931"/>
                </a:lnTo>
                <a:lnTo>
                  <a:pt x="4387661" y="1545979"/>
                </a:lnTo>
                <a:lnTo>
                  <a:pt x="4383208" y="1545979"/>
                </a:lnTo>
                <a:lnTo>
                  <a:pt x="4380779" y="1541931"/>
                </a:lnTo>
                <a:close/>
                <a:moveTo>
                  <a:pt x="4302245" y="1537883"/>
                </a:moveTo>
                <a:lnTo>
                  <a:pt x="4306698" y="1537883"/>
                </a:lnTo>
                <a:lnTo>
                  <a:pt x="4309126" y="1541931"/>
                </a:lnTo>
                <a:lnTo>
                  <a:pt x="4306698" y="1545979"/>
                </a:lnTo>
                <a:lnTo>
                  <a:pt x="4302245" y="1545979"/>
                </a:lnTo>
                <a:lnTo>
                  <a:pt x="4299816" y="1541931"/>
                </a:lnTo>
                <a:close/>
                <a:moveTo>
                  <a:pt x="4140320" y="1537883"/>
                </a:moveTo>
                <a:lnTo>
                  <a:pt x="4144773" y="1537883"/>
                </a:lnTo>
                <a:lnTo>
                  <a:pt x="4147201" y="1541931"/>
                </a:lnTo>
                <a:lnTo>
                  <a:pt x="4144773" y="1545979"/>
                </a:lnTo>
                <a:lnTo>
                  <a:pt x="4140320" y="1545979"/>
                </a:lnTo>
                <a:lnTo>
                  <a:pt x="4137891" y="1541931"/>
                </a:lnTo>
                <a:close/>
                <a:moveTo>
                  <a:pt x="4099839" y="1537883"/>
                </a:moveTo>
                <a:lnTo>
                  <a:pt x="4104292" y="1537883"/>
                </a:lnTo>
                <a:lnTo>
                  <a:pt x="4106720" y="1541931"/>
                </a:lnTo>
                <a:lnTo>
                  <a:pt x="4104292" y="1545979"/>
                </a:lnTo>
                <a:lnTo>
                  <a:pt x="4099839" y="1545979"/>
                </a:lnTo>
                <a:lnTo>
                  <a:pt x="4097410" y="1541931"/>
                </a:lnTo>
                <a:close/>
                <a:moveTo>
                  <a:pt x="3937509" y="1537883"/>
                </a:moveTo>
                <a:lnTo>
                  <a:pt x="3942367" y="1537883"/>
                </a:lnTo>
                <a:lnTo>
                  <a:pt x="3944796" y="1541931"/>
                </a:lnTo>
                <a:lnTo>
                  <a:pt x="3942367" y="1545979"/>
                </a:lnTo>
                <a:lnTo>
                  <a:pt x="3937509" y="1545979"/>
                </a:lnTo>
                <a:lnTo>
                  <a:pt x="3935080" y="1541931"/>
                </a:lnTo>
                <a:close/>
                <a:moveTo>
                  <a:pt x="3897433" y="1537883"/>
                </a:moveTo>
                <a:lnTo>
                  <a:pt x="3901076" y="1537883"/>
                </a:lnTo>
                <a:cubicBezTo>
                  <a:pt x="3901481" y="1537883"/>
                  <a:pt x="3901885" y="1538288"/>
                  <a:pt x="3902290" y="1538693"/>
                </a:cubicBezTo>
                <a:lnTo>
                  <a:pt x="3903909" y="1541526"/>
                </a:lnTo>
                <a:cubicBezTo>
                  <a:pt x="3904314" y="1541931"/>
                  <a:pt x="3904314" y="1542336"/>
                  <a:pt x="3903909" y="1542741"/>
                </a:cubicBezTo>
                <a:lnTo>
                  <a:pt x="3902290" y="1545575"/>
                </a:lnTo>
                <a:cubicBezTo>
                  <a:pt x="3901885" y="1545979"/>
                  <a:pt x="3901481" y="1545979"/>
                  <a:pt x="3901076" y="1545979"/>
                </a:cubicBezTo>
                <a:lnTo>
                  <a:pt x="3897433" y="1545979"/>
                </a:lnTo>
                <a:cubicBezTo>
                  <a:pt x="3897028" y="1545979"/>
                  <a:pt x="3896623" y="1545979"/>
                  <a:pt x="3896218" y="1545575"/>
                </a:cubicBezTo>
                <a:lnTo>
                  <a:pt x="3894599" y="1542741"/>
                </a:lnTo>
                <a:cubicBezTo>
                  <a:pt x="3894194" y="1542336"/>
                  <a:pt x="3894194" y="1541931"/>
                  <a:pt x="3894599" y="1541526"/>
                </a:cubicBezTo>
                <a:lnTo>
                  <a:pt x="3896218" y="1538693"/>
                </a:lnTo>
                <a:cubicBezTo>
                  <a:pt x="3896623" y="1538288"/>
                  <a:pt x="3897028" y="1537883"/>
                  <a:pt x="3897433" y="1537883"/>
                </a:cubicBezTo>
                <a:close/>
                <a:moveTo>
                  <a:pt x="3249327" y="1537883"/>
                </a:moveTo>
                <a:lnTo>
                  <a:pt x="3254185" y="1537883"/>
                </a:lnTo>
                <a:lnTo>
                  <a:pt x="3256614" y="1541931"/>
                </a:lnTo>
                <a:lnTo>
                  <a:pt x="3254185" y="1545979"/>
                </a:lnTo>
                <a:lnTo>
                  <a:pt x="3249327" y="1545979"/>
                </a:lnTo>
                <a:lnTo>
                  <a:pt x="3246898" y="1541931"/>
                </a:lnTo>
                <a:close/>
                <a:moveTo>
                  <a:pt x="4464170" y="1537478"/>
                </a:moveTo>
                <a:lnTo>
                  <a:pt x="4467813" y="1537478"/>
                </a:lnTo>
                <a:cubicBezTo>
                  <a:pt x="4468218" y="1537478"/>
                  <a:pt x="4468622" y="1537478"/>
                  <a:pt x="4469027" y="1537883"/>
                </a:cubicBezTo>
                <a:lnTo>
                  <a:pt x="4470646" y="1541121"/>
                </a:lnTo>
                <a:cubicBezTo>
                  <a:pt x="4471051" y="1541526"/>
                  <a:pt x="4471051" y="1541931"/>
                  <a:pt x="4470646" y="1542336"/>
                </a:cubicBezTo>
                <a:lnTo>
                  <a:pt x="4469027" y="1545574"/>
                </a:lnTo>
                <a:cubicBezTo>
                  <a:pt x="4468622" y="1545979"/>
                  <a:pt x="4468218" y="1546384"/>
                  <a:pt x="4467813" y="1545979"/>
                </a:cubicBezTo>
                <a:lnTo>
                  <a:pt x="4464170" y="1545979"/>
                </a:lnTo>
                <a:cubicBezTo>
                  <a:pt x="4463765" y="1545979"/>
                  <a:pt x="4463360" y="1545979"/>
                  <a:pt x="4462955" y="1545574"/>
                </a:cubicBezTo>
                <a:lnTo>
                  <a:pt x="4461336" y="1542336"/>
                </a:lnTo>
                <a:cubicBezTo>
                  <a:pt x="4460931" y="1541931"/>
                  <a:pt x="4460931" y="1541526"/>
                  <a:pt x="4461336" y="1541121"/>
                </a:cubicBezTo>
                <a:lnTo>
                  <a:pt x="4462955" y="1537883"/>
                </a:lnTo>
                <a:cubicBezTo>
                  <a:pt x="4463360" y="1537883"/>
                  <a:pt x="4463765" y="1537478"/>
                  <a:pt x="4464170" y="1537478"/>
                </a:cubicBezTo>
                <a:close/>
                <a:moveTo>
                  <a:pt x="4504651" y="1537073"/>
                </a:moveTo>
                <a:lnTo>
                  <a:pt x="4508699" y="1537073"/>
                </a:lnTo>
                <a:cubicBezTo>
                  <a:pt x="4509104" y="1537073"/>
                  <a:pt x="4509509" y="1537073"/>
                  <a:pt x="4509913" y="1537478"/>
                </a:cubicBezTo>
                <a:lnTo>
                  <a:pt x="4511938" y="1541121"/>
                </a:lnTo>
                <a:cubicBezTo>
                  <a:pt x="4512343" y="1541526"/>
                  <a:pt x="4512343" y="1541931"/>
                  <a:pt x="4511938" y="1542336"/>
                </a:cubicBezTo>
                <a:lnTo>
                  <a:pt x="4509913" y="1545979"/>
                </a:lnTo>
                <a:cubicBezTo>
                  <a:pt x="4509509" y="1546384"/>
                  <a:pt x="4509104" y="1546788"/>
                  <a:pt x="4508699" y="1546384"/>
                </a:cubicBezTo>
                <a:lnTo>
                  <a:pt x="4504651" y="1546384"/>
                </a:lnTo>
                <a:cubicBezTo>
                  <a:pt x="4504247" y="1546384"/>
                  <a:pt x="4503841" y="1546384"/>
                  <a:pt x="4503437" y="1545979"/>
                </a:cubicBezTo>
                <a:lnTo>
                  <a:pt x="4501413" y="1542336"/>
                </a:lnTo>
                <a:cubicBezTo>
                  <a:pt x="4501008" y="1541931"/>
                  <a:pt x="4501008" y="1541526"/>
                  <a:pt x="4501413" y="1541121"/>
                </a:cubicBezTo>
                <a:lnTo>
                  <a:pt x="4503437" y="1537478"/>
                </a:lnTo>
                <a:cubicBezTo>
                  <a:pt x="4503841" y="1537478"/>
                  <a:pt x="4504247" y="1537073"/>
                  <a:pt x="4504651" y="1537073"/>
                </a:cubicBezTo>
                <a:close/>
                <a:moveTo>
                  <a:pt x="4423689" y="1537073"/>
                </a:moveTo>
                <a:lnTo>
                  <a:pt x="4427332" y="1537073"/>
                </a:lnTo>
                <a:cubicBezTo>
                  <a:pt x="4427737" y="1537073"/>
                  <a:pt x="4428141" y="1537478"/>
                  <a:pt x="4428546" y="1537882"/>
                </a:cubicBezTo>
                <a:lnTo>
                  <a:pt x="4430165" y="1541121"/>
                </a:lnTo>
                <a:cubicBezTo>
                  <a:pt x="4430570" y="1541526"/>
                  <a:pt x="4430570" y="1541931"/>
                  <a:pt x="4430165" y="1542336"/>
                </a:cubicBezTo>
                <a:lnTo>
                  <a:pt x="4428546" y="1545574"/>
                </a:lnTo>
                <a:cubicBezTo>
                  <a:pt x="4428141" y="1545979"/>
                  <a:pt x="4427737" y="1546384"/>
                  <a:pt x="4427332" y="1546384"/>
                </a:cubicBezTo>
                <a:lnTo>
                  <a:pt x="4423689" y="1546384"/>
                </a:lnTo>
                <a:cubicBezTo>
                  <a:pt x="4423284" y="1546384"/>
                  <a:pt x="4422879" y="1545979"/>
                  <a:pt x="4422474" y="1545574"/>
                </a:cubicBezTo>
                <a:lnTo>
                  <a:pt x="4420855" y="1542336"/>
                </a:lnTo>
                <a:cubicBezTo>
                  <a:pt x="4420450" y="1541931"/>
                  <a:pt x="4420450" y="1541526"/>
                  <a:pt x="4420855" y="1541121"/>
                </a:cubicBezTo>
                <a:lnTo>
                  <a:pt x="4422474" y="1537882"/>
                </a:lnTo>
                <a:cubicBezTo>
                  <a:pt x="4422879" y="1537478"/>
                  <a:pt x="4423284" y="1537073"/>
                  <a:pt x="4423689" y="1537073"/>
                </a:cubicBezTo>
                <a:close/>
                <a:moveTo>
                  <a:pt x="4059357" y="1537073"/>
                </a:moveTo>
                <a:lnTo>
                  <a:pt x="4063001" y="1537073"/>
                </a:lnTo>
                <a:cubicBezTo>
                  <a:pt x="4063405" y="1537073"/>
                  <a:pt x="4063810" y="1537478"/>
                  <a:pt x="4064215" y="1537882"/>
                </a:cubicBezTo>
                <a:lnTo>
                  <a:pt x="4066239" y="1541121"/>
                </a:lnTo>
                <a:cubicBezTo>
                  <a:pt x="4066644" y="1541526"/>
                  <a:pt x="4066644" y="1541931"/>
                  <a:pt x="4066239" y="1542336"/>
                </a:cubicBezTo>
                <a:lnTo>
                  <a:pt x="4064215" y="1545574"/>
                </a:lnTo>
                <a:cubicBezTo>
                  <a:pt x="4064215" y="1545979"/>
                  <a:pt x="4063810" y="1546384"/>
                  <a:pt x="4063001" y="1545979"/>
                </a:cubicBezTo>
                <a:lnTo>
                  <a:pt x="4059357" y="1545979"/>
                </a:lnTo>
                <a:cubicBezTo>
                  <a:pt x="4058953" y="1545979"/>
                  <a:pt x="4058547" y="1545979"/>
                  <a:pt x="4058143" y="1545574"/>
                </a:cubicBezTo>
                <a:lnTo>
                  <a:pt x="4056119" y="1542336"/>
                </a:lnTo>
                <a:cubicBezTo>
                  <a:pt x="4055714" y="1541931"/>
                  <a:pt x="4055714" y="1541526"/>
                  <a:pt x="4056119" y="1541121"/>
                </a:cubicBezTo>
                <a:lnTo>
                  <a:pt x="4058143" y="1537882"/>
                </a:lnTo>
                <a:cubicBezTo>
                  <a:pt x="4058547" y="1537478"/>
                  <a:pt x="4058953" y="1537073"/>
                  <a:pt x="4059357" y="1537073"/>
                </a:cubicBezTo>
                <a:close/>
                <a:moveTo>
                  <a:pt x="3978395" y="1537073"/>
                </a:moveTo>
                <a:lnTo>
                  <a:pt x="3982038" y="1537073"/>
                </a:lnTo>
                <a:cubicBezTo>
                  <a:pt x="3982443" y="1537073"/>
                  <a:pt x="3982847" y="1537478"/>
                  <a:pt x="3983252" y="1537882"/>
                </a:cubicBezTo>
                <a:lnTo>
                  <a:pt x="3984871" y="1541121"/>
                </a:lnTo>
                <a:cubicBezTo>
                  <a:pt x="3985276" y="1541526"/>
                  <a:pt x="3985276" y="1541931"/>
                  <a:pt x="3984871" y="1542336"/>
                </a:cubicBezTo>
                <a:lnTo>
                  <a:pt x="3983252" y="1545574"/>
                </a:lnTo>
                <a:cubicBezTo>
                  <a:pt x="3982847" y="1545979"/>
                  <a:pt x="3982443" y="1546384"/>
                  <a:pt x="3982038" y="1546384"/>
                </a:cubicBezTo>
                <a:lnTo>
                  <a:pt x="3978395" y="1546384"/>
                </a:lnTo>
                <a:cubicBezTo>
                  <a:pt x="3977990" y="1546384"/>
                  <a:pt x="3977585" y="1545979"/>
                  <a:pt x="3977180" y="1545574"/>
                </a:cubicBezTo>
                <a:lnTo>
                  <a:pt x="3975561" y="1542336"/>
                </a:lnTo>
                <a:cubicBezTo>
                  <a:pt x="3975156" y="1541931"/>
                  <a:pt x="3975156" y="1541526"/>
                  <a:pt x="3975561" y="1541121"/>
                </a:cubicBezTo>
                <a:lnTo>
                  <a:pt x="3977180" y="1537882"/>
                </a:lnTo>
                <a:cubicBezTo>
                  <a:pt x="3977585" y="1537478"/>
                  <a:pt x="3977990" y="1537073"/>
                  <a:pt x="3978395" y="1537073"/>
                </a:cubicBezTo>
                <a:close/>
                <a:moveTo>
                  <a:pt x="4545132" y="1536668"/>
                </a:moveTo>
                <a:lnTo>
                  <a:pt x="4549180" y="1536668"/>
                </a:lnTo>
                <a:cubicBezTo>
                  <a:pt x="4549585" y="1536668"/>
                  <a:pt x="4549990" y="1537073"/>
                  <a:pt x="4550394" y="1537478"/>
                </a:cubicBezTo>
                <a:lnTo>
                  <a:pt x="4552419" y="1541121"/>
                </a:lnTo>
                <a:cubicBezTo>
                  <a:pt x="4552824" y="1541526"/>
                  <a:pt x="4552824" y="1541931"/>
                  <a:pt x="4552419" y="1542335"/>
                </a:cubicBezTo>
                <a:lnTo>
                  <a:pt x="4550394" y="1545979"/>
                </a:lnTo>
                <a:cubicBezTo>
                  <a:pt x="4549990" y="1546384"/>
                  <a:pt x="4549585" y="1546788"/>
                  <a:pt x="4549180" y="1545979"/>
                </a:cubicBezTo>
                <a:lnTo>
                  <a:pt x="4545132" y="1545979"/>
                </a:lnTo>
                <a:cubicBezTo>
                  <a:pt x="4544728" y="1545979"/>
                  <a:pt x="4544322" y="1545979"/>
                  <a:pt x="4543918" y="1545574"/>
                </a:cubicBezTo>
                <a:lnTo>
                  <a:pt x="4541894" y="1541931"/>
                </a:lnTo>
                <a:cubicBezTo>
                  <a:pt x="4541489" y="1541526"/>
                  <a:pt x="4541489" y="1541121"/>
                  <a:pt x="4541894" y="1540716"/>
                </a:cubicBezTo>
                <a:lnTo>
                  <a:pt x="4543918" y="1537073"/>
                </a:lnTo>
                <a:cubicBezTo>
                  <a:pt x="4544322" y="1537073"/>
                  <a:pt x="4544728" y="1536668"/>
                  <a:pt x="4545132" y="1536668"/>
                </a:cubicBezTo>
                <a:close/>
                <a:moveTo>
                  <a:pt x="4018876" y="1536668"/>
                </a:moveTo>
                <a:lnTo>
                  <a:pt x="4022924" y="1536668"/>
                </a:lnTo>
                <a:cubicBezTo>
                  <a:pt x="4023329" y="1536668"/>
                  <a:pt x="4023734" y="1537073"/>
                  <a:pt x="4024138" y="1537478"/>
                </a:cubicBezTo>
                <a:lnTo>
                  <a:pt x="4026163" y="1541121"/>
                </a:lnTo>
                <a:cubicBezTo>
                  <a:pt x="4026568" y="1541526"/>
                  <a:pt x="4026568" y="1541931"/>
                  <a:pt x="4026163" y="1542335"/>
                </a:cubicBezTo>
                <a:lnTo>
                  <a:pt x="4024138" y="1545979"/>
                </a:lnTo>
                <a:cubicBezTo>
                  <a:pt x="4023734" y="1546384"/>
                  <a:pt x="4023329" y="1546788"/>
                  <a:pt x="4022924" y="1546788"/>
                </a:cubicBezTo>
                <a:lnTo>
                  <a:pt x="4018876" y="1546788"/>
                </a:lnTo>
                <a:cubicBezTo>
                  <a:pt x="4018472" y="1546788"/>
                  <a:pt x="4018066" y="1546384"/>
                  <a:pt x="4017662" y="1545979"/>
                </a:cubicBezTo>
                <a:lnTo>
                  <a:pt x="4015638" y="1542335"/>
                </a:lnTo>
                <a:cubicBezTo>
                  <a:pt x="4015233" y="1541931"/>
                  <a:pt x="4015233" y="1541526"/>
                  <a:pt x="4015638" y="1541121"/>
                </a:cubicBezTo>
                <a:lnTo>
                  <a:pt x="4017662" y="1537478"/>
                </a:lnTo>
                <a:cubicBezTo>
                  <a:pt x="4018066" y="1537073"/>
                  <a:pt x="4018472" y="1536668"/>
                  <a:pt x="4018876" y="1536668"/>
                </a:cubicBezTo>
                <a:close/>
                <a:moveTo>
                  <a:pt x="3208846" y="1536668"/>
                </a:moveTo>
                <a:lnTo>
                  <a:pt x="3213299" y="1536668"/>
                </a:lnTo>
                <a:cubicBezTo>
                  <a:pt x="3213703" y="1536668"/>
                  <a:pt x="3214108" y="1536668"/>
                  <a:pt x="3214513" y="1537073"/>
                </a:cubicBezTo>
                <a:lnTo>
                  <a:pt x="3216942" y="1541121"/>
                </a:lnTo>
                <a:cubicBezTo>
                  <a:pt x="3217347" y="1541526"/>
                  <a:pt x="3217347" y="1541931"/>
                  <a:pt x="3216942" y="1542335"/>
                </a:cubicBezTo>
                <a:lnTo>
                  <a:pt x="3214513" y="1546384"/>
                </a:lnTo>
                <a:cubicBezTo>
                  <a:pt x="3214513" y="1546788"/>
                  <a:pt x="3214108" y="1547193"/>
                  <a:pt x="3213299" y="1546788"/>
                </a:cubicBezTo>
                <a:lnTo>
                  <a:pt x="3208846" y="1546788"/>
                </a:lnTo>
                <a:cubicBezTo>
                  <a:pt x="3208441" y="1546788"/>
                  <a:pt x="3208036" y="1546788"/>
                  <a:pt x="3207631" y="1546384"/>
                </a:cubicBezTo>
                <a:lnTo>
                  <a:pt x="3205203" y="1542335"/>
                </a:lnTo>
                <a:cubicBezTo>
                  <a:pt x="3204798" y="1541931"/>
                  <a:pt x="3204798" y="1541526"/>
                  <a:pt x="3205203" y="1541121"/>
                </a:cubicBezTo>
                <a:lnTo>
                  <a:pt x="3207631" y="1537073"/>
                </a:lnTo>
                <a:cubicBezTo>
                  <a:pt x="3208036" y="1537073"/>
                  <a:pt x="3208441" y="1536668"/>
                  <a:pt x="3208846" y="1536668"/>
                </a:cubicBezTo>
                <a:close/>
                <a:moveTo>
                  <a:pt x="3167960" y="1536668"/>
                </a:moveTo>
                <a:lnTo>
                  <a:pt x="3173223" y="1536668"/>
                </a:lnTo>
                <a:cubicBezTo>
                  <a:pt x="3173627" y="1536668"/>
                  <a:pt x="3174032" y="1536668"/>
                  <a:pt x="3174437" y="1537073"/>
                </a:cubicBezTo>
                <a:lnTo>
                  <a:pt x="3176866" y="1541526"/>
                </a:lnTo>
                <a:cubicBezTo>
                  <a:pt x="3177271" y="1541931"/>
                  <a:pt x="3177271" y="1542335"/>
                  <a:pt x="3176866" y="1542740"/>
                </a:cubicBezTo>
                <a:lnTo>
                  <a:pt x="3174437" y="1547193"/>
                </a:lnTo>
                <a:cubicBezTo>
                  <a:pt x="3174032" y="1547193"/>
                  <a:pt x="3173627" y="1547598"/>
                  <a:pt x="3173223" y="1548003"/>
                </a:cubicBezTo>
                <a:lnTo>
                  <a:pt x="3167960" y="1548003"/>
                </a:lnTo>
                <a:cubicBezTo>
                  <a:pt x="3167555" y="1548003"/>
                  <a:pt x="3167150" y="1547598"/>
                  <a:pt x="3166746" y="1547193"/>
                </a:cubicBezTo>
                <a:lnTo>
                  <a:pt x="3164317" y="1542740"/>
                </a:lnTo>
                <a:cubicBezTo>
                  <a:pt x="3163912" y="1542335"/>
                  <a:pt x="3163912" y="1541931"/>
                  <a:pt x="3164317" y="1541526"/>
                </a:cubicBezTo>
                <a:lnTo>
                  <a:pt x="3166746" y="1537073"/>
                </a:lnTo>
                <a:cubicBezTo>
                  <a:pt x="3167150" y="1537073"/>
                  <a:pt x="3167555" y="1536668"/>
                  <a:pt x="3167960" y="1536668"/>
                </a:cubicBezTo>
                <a:close/>
                <a:moveTo>
                  <a:pt x="3126669" y="1534644"/>
                </a:moveTo>
                <a:lnTo>
                  <a:pt x="3133551" y="1534644"/>
                </a:lnTo>
                <a:cubicBezTo>
                  <a:pt x="3133956" y="1534644"/>
                  <a:pt x="3134361" y="1534644"/>
                  <a:pt x="3134766" y="1535049"/>
                </a:cubicBezTo>
                <a:lnTo>
                  <a:pt x="3138004" y="1541121"/>
                </a:lnTo>
                <a:cubicBezTo>
                  <a:pt x="3138409" y="1541526"/>
                  <a:pt x="3138409" y="1541931"/>
                  <a:pt x="3138004" y="1542336"/>
                </a:cubicBezTo>
                <a:lnTo>
                  <a:pt x="3134766" y="1548408"/>
                </a:lnTo>
                <a:cubicBezTo>
                  <a:pt x="3134361" y="1548812"/>
                  <a:pt x="3133956" y="1549217"/>
                  <a:pt x="3133551" y="1549217"/>
                </a:cubicBezTo>
                <a:lnTo>
                  <a:pt x="3126669" y="1549217"/>
                </a:lnTo>
                <a:cubicBezTo>
                  <a:pt x="3126265" y="1549217"/>
                  <a:pt x="3125860" y="1548812"/>
                  <a:pt x="3125455" y="1548408"/>
                </a:cubicBezTo>
                <a:lnTo>
                  <a:pt x="3122217" y="1542336"/>
                </a:lnTo>
                <a:cubicBezTo>
                  <a:pt x="3121812" y="1541931"/>
                  <a:pt x="3121812" y="1541526"/>
                  <a:pt x="3122217" y="1541121"/>
                </a:cubicBezTo>
                <a:lnTo>
                  <a:pt x="3125455" y="1535049"/>
                </a:lnTo>
                <a:cubicBezTo>
                  <a:pt x="3125860" y="1535049"/>
                  <a:pt x="3126265" y="1534644"/>
                  <a:pt x="3126669" y="1534644"/>
                </a:cubicBezTo>
                <a:close/>
                <a:moveTo>
                  <a:pt x="2964340" y="1534239"/>
                </a:moveTo>
                <a:lnTo>
                  <a:pt x="2972031" y="1534239"/>
                </a:lnTo>
                <a:cubicBezTo>
                  <a:pt x="2972436" y="1534239"/>
                  <a:pt x="2972841" y="1534644"/>
                  <a:pt x="2973245" y="1535049"/>
                </a:cubicBezTo>
                <a:lnTo>
                  <a:pt x="2976889" y="1541526"/>
                </a:lnTo>
                <a:cubicBezTo>
                  <a:pt x="2977293" y="1541930"/>
                  <a:pt x="2977293" y="1542335"/>
                  <a:pt x="2976889" y="1542740"/>
                </a:cubicBezTo>
                <a:lnTo>
                  <a:pt x="2973245" y="1549217"/>
                </a:lnTo>
                <a:cubicBezTo>
                  <a:pt x="2972841" y="1549622"/>
                  <a:pt x="2972436" y="1549622"/>
                  <a:pt x="2972031" y="1550027"/>
                </a:cubicBezTo>
                <a:lnTo>
                  <a:pt x="2964340" y="1550027"/>
                </a:lnTo>
                <a:cubicBezTo>
                  <a:pt x="2963935" y="1550027"/>
                  <a:pt x="2963530" y="1549622"/>
                  <a:pt x="2963125" y="1549217"/>
                </a:cubicBezTo>
                <a:lnTo>
                  <a:pt x="2959482" y="1542740"/>
                </a:lnTo>
                <a:cubicBezTo>
                  <a:pt x="2959077" y="1542335"/>
                  <a:pt x="2959077" y="1541930"/>
                  <a:pt x="2959482" y="1541526"/>
                </a:cubicBezTo>
                <a:lnTo>
                  <a:pt x="2963125" y="1535049"/>
                </a:lnTo>
                <a:cubicBezTo>
                  <a:pt x="2963530" y="1534644"/>
                  <a:pt x="2963935" y="1534239"/>
                  <a:pt x="2964340" y="1534239"/>
                </a:cubicBezTo>
                <a:close/>
                <a:moveTo>
                  <a:pt x="3085783" y="1533834"/>
                </a:moveTo>
                <a:lnTo>
                  <a:pt x="3093475" y="1533834"/>
                </a:lnTo>
                <a:cubicBezTo>
                  <a:pt x="3093880" y="1533834"/>
                  <a:pt x="3094284" y="1533834"/>
                  <a:pt x="3094689" y="1534239"/>
                </a:cubicBezTo>
                <a:lnTo>
                  <a:pt x="3098737" y="1541121"/>
                </a:lnTo>
                <a:cubicBezTo>
                  <a:pt x="3099142" y="1541526"/>
                  <a:pt x="3099142" y="1541930"/>
                  <a:pt x="3098737" y="1542335"/>
                </a:cubicBezTo>
                <a:lnTo>
                  <a:pt x="3094689" y="1549217"/>
                </a:lnTo>
                <a:cubicBezTo>
                  <a:pt x="3094689" y="1549622"/>
                  <a:pt x="3094284" y="1550027"/>
                  <a:pt x="3093475" y="1550027"/>
                </a:cubicBezTo>
                <a:lnTo>
                  <a:pt x="3085783" y="1550027"/>
                </a:lnTo>
                <a:cubicBezTo>
                  <a:pt x="3085379" y="1550027"/>
                  <a:pt x="3084973" y="1549622"/>
                  <a:pt x="3084569" y="1549217"/>
                </a:cubicBezTo>
                <a:lnTo>
                  <a:pt x="3080521" y="1542335"/>
                </a:lnTo>
                <a:cubicBezTo>
                  <a:pt x="3080116" y="1541930"/>
                  <a:pt x="3080116" y="1541526"/>
                  <a:pt x="3080521" y="1541121"/>
                </a:cubicBezTo>
                <a:lnTo>
                  <a:pt x="3084569" y="1534239"/>
                </a:lnTo>
                <a:cubicBezTo>
                  <a:pt x="3084973" y="1534239"/>
                  <a:pt x="3085379" y="1533834"/>
                  <a:pt x="3085783" y="1533834"/>
                </a:cubicBezTo>
                <a:close/>
                <a:moveTo>
                  <a:pt x="3044492" y="1532215"/>
                </a:moveTo>
                <a:lnTo>
                  <a:pt x="3054207" y="1532215"/>
                </a:lnTo>
                <a:cubicBezTo>
                  <a:pt x="3054612" y="1532215"/>
                  <a:pt x="3055017" y="1532215"/>
                  <a:pt x="3055422" y="1532620"/>
                </a:cubicBezTo>
                <a:lnTo>
                  <a:pt x="3060280" y="1541121"/>
                </a:lnTo>
                <a:cubicBezTo>
                  <a:pt x="3060684" y="1541526"/>
                  <a:pt x="3060684" y="1541930"/>
                  <a:pt x="3060280" y="1542335"/>
                </a:cubicBezTo>
                <a:lnTo>
                  <a:pt x="3055422" y="1550836"/>
                </a:lnTo>
                <a:cubicBezTo>
                  <a:pt x="3055017" y="1551241"/>
                  <a:pt x="3054612" y="1551646"/>
                  <a:pt x="3054207" y="1551646"/>
                </a:cubicBezTo>
                <a:lnTo>
                  <a:pt x="3044492" y="1551646"/>
                </a:lnTo>
                <a:cubicBezTo>
                  <a:pt x="3044087" y="1551646"/>
                  <a:pt x="3043682" y="1551241"/>
                  <a:pt x="3043278" y="1550836"/>
                </a:cubicBezTo>
                <a:lnTo>
                  <a:pt x="3038420" y="1542335"/>
                </a:lnTo>
                <a:cubicBezTo>
                  <a:pt x="3038015" y="1541930"/>
                  <a:pt x="3038015" y="1541526"/>
                  <a:pt x="3038420" y="1541121"/>
                </a:cubicBezTo>
                <a:lnTo>
                  <a:pt x="3043278" y="1532620"/>
                </a:lnTo>
                <a:cubicBezTo>
                  <a:pt x="3043682" y="1532620"/>
                  <a:pt x="3044087" y="1532215"/>
                  <a:pt x="3044492" y="1532215"/>
                </a:cubicBezTo>
                <a:close/>
                <a:moveTo>
                  <a:pt x="3003201" y="1531810"/>
                </a:moveTo>
                <a:lnTo>
                  <a:pt x="3013726" y="1531810"/>
                </a:lnTo>
                <a:cubicBezTo>
                  <a:pt x="3014131" y="1531810"/>
                  <a:pt x="3014536" y="1532215"/>
                  <a:pt x="3014941" y="1532620"/>
                </a:cubicBezTo>
                <a:lnTo>
                  <a:pt x="3020203" y="1541526"/>
                </a:lnTo>
                <a:cubicBezTo>
                  <a:pt x="3020609" y="1541930"/>
                  <a:pt x="3020609" y="1542335"/>
                  <a:pt x="3020203" y="1542740"/>
                </a:cubicBezTo>
                <a:lnTo>
                  <a:pt x="3014941" y="1551646"/>
                </a:lnTo>
                <a:cubicBezTo>
                  <a:pt x="3014941" y="1552051"/>
                  <a:pt x="3014536" y="1552051"/>
                  <a:pt x="3013726" y="1552051"/>
                </a:cubicBezTo>
                <a:lnTo>
                  <a:pt x="3003201" y="1552051"/>
                </a:lnTo>
                <a:cubicBezTo>
                  <a:pt x="3002797" y="1552051"/>
                  <a:pt x="3002392" y="1552051"/>
                  <a:pt x="3001987" y="1551646"/>
                </a:cubicBezTo>
                <a:lnTo>
                  <a:pt x="2996725" y="1542740"/>
                </a:lnTo>
                <a:cubicBezTo>
                  <a:pt x="2996320" y="1542335"/>
                  <a:pt x="2996320" y="1541930"/>
                  <a:pt x="2996725" y="1541526"/>
                </a:cubicBezTo>
                <a:lnTo>
                  <a:pt x="3001987" y="1532620"/>
                </a:lnTo>
                <a:cubicBezTo>
                  <a:pt x="3002392" y="1532215"/>
                  <a:pt x="3002797" y="1531810"/>
                  <a:pt x="3003201" y="1531810"/>
                </a:cubicBezTo>
                <a:close/>
                <a:moveTo>
                  <a:pt x="3736721" y="1499830"/>
                </a:moveTo>
                <a:lnTo>
                  <a:pt x="3738745" y="1499830"/>
                </a:lnTo>
                <a:lnTo>
                  <a:pt x="3739960" y="1501449"/>
                </a:lnTo>
                <a:lnTo>
                  <a:pt x="3738745" y="1503068"/>
                </a:lnTo>
                <a:lnTo>
                  <a:pt x="3736721" y="1503068"/>
                </a:lnTo>
                <a:lnTo>
                  <a:pt x="3735507" y="1501449"/>
                </a:lnTo>
                <a:close/>
                <a:moveTo>
                  <a:pt x="3615278" y="1499830"/>
                </a:moveTo>
                <a:lnTo>
                  <a:pt x="3617302" y="1499830"/>
                </a:lnTo>
                <a:lnTo>
                  <a:pt x="3618517" y="1501449"/>
                </a:lnTo>
                <a:lnTo>
                  <a:pt x="3617302" y="1503068"/>
                </a:lnTo>
                <a:lnTo>
                  <a:pt x="3615278" y="1503068"/>
                </a:lnTo>
                <a:lnTo>
                  <a:pt x="3614064" y="1501449"/>
                </a:lnTo>
                <a:close/>
                <a:moveTo>
                  <a:pt x="3372390" y="1499830"/>
                </a:moveTo>
                <a:lnTo>
                  <a:pt x="3374414" y="1499830"/>
                </a:lnTo>
                <a:lnTo>
                  <a:pt x="3375629" y="1501449"/>
                </a:lnTo>
                <a:lnTo>
                  <a:pt x="3374414" y="1503068"/>
                </a:lnTo>
                <a:lnTo>
                  <a:pt x="3372390" y="1503068"/>
                </a:lnTo>
                <a:lnTo>
                  <a:pt x="3371176" y="1501449"/>
                </a:lnTo>
                <a:close/>
                <a:moveTo>
                  <a:pt x="3695835" y="1499425"/>
                </a:moveTo>
                <a:lnTo>
                  <a:pt x="3698264" y="1499425"/>
                </a:lnTo>
                <a:lnTo>
                  <a:pt x="3699479" y="1501449"/>
                </a:lnTo>
                <a:lnTo>
                  <a:pt x="3698264" y="1503473"/>
                </a:lnTo>
                <a:lnTo>
                  <a:pt x="3695835" y="1503473"/>
                </a:lnTo>
                <a:lnTo>
                  <a:pt x="3694621" y="1501449"/>
                </a:lnTo>
                <a:close/>
                <a:moveTo>
                  <a:pt x="3655354" y="1499425"/>
                </a:moveTo>
                <a:lnTo>
                  <a:pt x="3657783" y="1499425"/>
                </a:lnTo>
                <a:lnTo>
                  <a:pt x="3658998" y="1501449"/>
                </a:lnTo>
                <a:lnTo>
                  <a:pt x="3657783" y="1503473"/>
                </a:lnTo>
                <a:lnTo>
                  <a:pt x="3655354" y="1503473"/>
                </a:lnTo>
                <a:lnTo>
                  <a:pt x="3654140" y="1501449"/>
                </a:lnTo>
                <a:close/>
                <a:moveTo>
                  <a:pt x="3574796" y="1499425"/>
                </a:moveTo>
                <a:lnTo>
                  <a:pt x="3576820" y="1499425"/>
                </a:lnTo>
                <a:lnTo>
                  <a:pt x="3578035" y="1501449"/>
                </a:lnTo>
                <a:lnTo>
                  <a:pt x="3576820" y="1503473"/>
                </a:lnTo>
                <a:lnTo>
                  <a:pt x="3574796" y="1503473"/>
                </a:lnTo>
                <a:lnTo>
                  <a:pt x="3573582" y="1501449"/>
                </a:lnTo>
                <a:close/>
                <a:moveTo>
                  <a:pt x="3533910" y="1499425"/>
                </a:moveTo>
                <a:lnTo>
                  <a:pt x="3536339" y="1499425"/>
                </a:lnTo>
                <a:lnTo>
                  <a:pt x="3537554" y="1501449"/>
                </a:lnTo>
                <a:lnTo>
                  <a:pt x="3536339" y="1503473"/>
                </a:lnTo>
                <a:lnTo>
                  <a:pt x="3533910" y="1503473"/>
                </a:lnTo>
                <a:lnTo>
                  <a:pt x="3532696" y="1501449"/>
                </a:lnTo>
                <a:close/>
                <a:moveTo>
                  <a:pt x="3493834" y="1499425"/>
                </a:moveTo>
                <a:lnTo>
                  <a:pt x="3495858" y="1499425"/>
                </a:lnTo>
                <a:lnTo>
                  <a:pt x="3497073" y="1501449"/>
                </a:lnTo>
                <a:lnTo>
                  <a:pt x="3495858" y="1503473"/>
                </a:lnTo>
                <a:lnTo>
                  <a:pt x="3493834" y="1503473"/>
                </a:lnTo>
                <a:lnTo>
                  <a:pt x="3492620" y="1501449"/>
                </a:lnTo>
                <a:close/>
                <a:moveTo>
                  <a:pt x="3452948" y="1499425"/>
                </a:moveTo>
                <a:lnTo>
                  <a:pt x="3455377" y="1499425"/>
                </a:lnTo>
                <a:lnTo>
                  <a:pt x="3456592" y="1501449"/>
                </a:lnTo>
                <a:lnTo>
                  <a:pt x="3455377" y="1503473"/>
                </a:lnTo>
                <a:lnTo>
                  <a:pt x="3452948" y="1503473"/>
                </a:lnTo>
                <a:lnTo>
                  <a:pt x="3451734" y="1501449"/>
                </a:lnTo>
                <a:close/>
                <a:moveTo>
                  <a:pt x="3412467" y="1499425"/>
                </a:moveTo>
                <a:lnTo>
                  <a:pt x="3414896" y="1499425"/>
                </a:lnTo>
                <a:lnTo>
                  <a:pt x="3416111" y="1501449"/>
                </a:lnTo>
                <a:lnTo>
                  <a:pt x="3414896" y="1503473"/>
                </a:lnTo>
                <a:lnTo>
                  <a:pt x="3412467" y="1503473"/>
                </a:lnTo>
                <a:lnTo>
                  <a:pt x="3411253" y="1501449"/>
                </a:lnTo>
                <a:close/>
                <a:moveTo>
                  <a:pt x="3331100" y="1499021"/>
                </a:moveTo>
                <a:lnTo>
                  <a:pt x="3333933" y="1499021"/>
                </a:lnTo>
                <a:lnTo>
                  <a:pt x="3335148" y="1501450"/>
                </a:lnTo>
                <a:lnTo>
                  <a:pt x="3333933" y="1503879"/>
                </a:lnTo>
                <a:lnTo>
                  <a:pt x="3331100" y="1503879"/>
                </a:lnTo>
                <a:lnTo>
                  <a:pt x="3329885" y="1501450"/>
                </a:lnTo>
                <a:close/>
                <a:moveTo>
                  <a:pt x="3290618" y="1498616"/>
                </a:moveTo>
                <a:lnTo>
                  <a:pt x="3293857" y="1498616"/>
                </a:lnTo>
                <a:lnTo>
                  <a:pt x="3295476" y="1501449"/>
                </a:lnTo>
                <a:lnTo>
                  <a:pt x="3293857" y="1504283"/>
                </a:lnTo>
                <a:lnTo>
                  <a:pt x="3290618" y="1504283"/>
                </a:lnTo>
                <a:lnTo>
                  <a:pt x="3288999" y="1501449"/>
                </a:lnTo>
                <a:close/>
                <a:moveTo>
                  <a:pt x="3775988" y="1498211"/>
                </a:moveTo>
                <a:lnTo>
                  <a:pt x="3779632" y="1498211"/>
                </a:lnTo>
                <a:lnTo>
                  <a:pt x="3781251" y="1501449"/>
                </a:lnTo>
                <a:lnTo>
                  <a:pt x="3779632" y="1504688"/>
                </a:lnTo>
                <a:lnTo>
                  <a:pt x="3775988" y="1504688"/>
                </a:lnTo>
                <a:lnTo>
                  <a:pt x="3774369" y="1501449"/>
                </a:lnTo>
                <a:close/>
                <a:moveTo>
                  <a:pt x="4383208" y="1497806"/>
                </a:moveTo>
                <a:lnTo>
                  <a:pt x="4386851" y="1497806"/>
                </a:lnTo>
                <a:cubicBezTo>
                  <a:pt x="4387256" y="1497806"/>
                  <a:pt x="4387660" y="1497806"/>
                  <a:pt x="4388065" y="1498211"/>
                </a:cubicBezTo>
                <a:lnTo>
                  <a:pt x="4389684" y="1501044"/>
                </a:lnTo>
                <a:cubicBezTo>
                  <a:pt x="4390089" y="1501449"/>
                  <a:pt x="4390089" y="1501854"/>
                  <a:pt x="4389684" y="1502259"/>
                </a:cubicBezTo>
                <a:lnTo>
                  <a:pt x="4388065" y="1505093"/>
                </a:lnTo>
                <a:cubicBezTo>
                  <a:pt x="4387660" y="1505497"/>
                  <a:pt x="4387256" y="1505497"/>
                  <a:pt x="4386851" y="1505497"/>
                </a:cubicBezTo>
                <a:lnTo>
                  <a:pt x="4383208" y="1505497"/>
                </a:lnTo>
                <a:cubicBezTo>
                  <a:pt x="4382803" y="1505497"/>
                  <a:pt x="4382398" y="1505497"/>
                  <a:pt x="4381993" y="1505093"/>
                </a:cubicBezTo>
                <a:lnTo>
                  <a:pt x="4380374" y="1502259"/>
                </a:lnTo>
                <a:cubicBezTo>
                  <a:pt x="4379969" y="1501854"/>
                  <a:pt x="4379969" y="1501449"/>
                  <a:pt x="4380374" y="1501044"/>
                </a:cubicBezTo>
                <a:lnTo>
                  <a:pt x="4381993" y="1498211"/>
                </a:lnTo>
                <a:cubicBezTo>
                  <a:pt x="4382398" y="1498211"/>
                  <a:pt x="4382803" y="1497806"/>
                  <a:pt x="4383208" y="1497806"/>
                </a:cubicBezTo>
                <a:close/>
                <a:moveTo>
                  <a:pt x="4180802" y="1497806"/>
                </a:moveTo>
                <a:lnTo>
                  <a:pt x="4184445" y="1497806"/>
                </a:lnTo>
                <a:cubicBezTo>
                  <a:pt x="4184850" y="1497806"/>
                  <a:pt x="4185254" y="1497806"/>
                  <a:pt x="4185659" y="1498211"/>
                </a:cubicBezTo>
                <a:lnTo>
                  <a:pt x="4187278" y="1501044"/>
                </a:lnTo>
                <a:cubicBezTo>
                  <a:pt x="4187683" y="1501449"/>
                  <a:pt x="4187683" y="1501854"/>
                  <a:pt x="4187278" y="1502259"/>
                </a:cubicBezTo>
                <a:lnTo>
                  <a:pt x="4185659" y="1505093"/>
                </a:lnTo>
                <a:cubicBezTo>
                  <a:pt x="4185254" y="1505497"/>
                  <a:pt x="4184850" y="1505497"/>
                  <a:pt x="4184445" y="1505497"/>
                </a:cubicBezTo>
                <a:lnTo>
                  <a:pt x="4180802" y="1505497"/>
                </a:lnTo>
                <a:cubicBezTo>
                  <a:pt x="4180397" y="1505497"/>
                  <a:pt x="4179992" y="1505497"/>
                  <a:pt x="4179587" y="1505093"/>
                </a:cubicBezTo>
                <a:lnTo>
                  <a:pt x="4177968" y="1502259"/>
                </a:lnTo>
                <a:cubicBezTo>
                  <a:pt x="4177563" y="1501854"/>
                  <a:pt x="4177563" y="1501449"/>
                  <a:pt x="4177968" y="1501044"/>
                </a:cubicBezTo>
                <a:lnTo>
                  <a:pt x="4179587" y="1498211"/>
                </a:lnTo>
                <a:cubicBezTo>
                  <a:pt x="4179992" y="1498211"/>
                  <a:pt x="4180397" y="1497806"/>
                  <a:pt x="4180802" y="1497806"/>
                </a:cubicBezTo>
                <a:close/>
                <a:moveTo>
                  <a:pt x="4139915" y="1497806"/>
                </a:moveTo>
                <a:lnTo>
                  <a:pt x="4144368" y="1497806"/>
                </a:lnTo>
                <a:lnTo>
                  <a:pt x="4146392" y="1501449"/>
                </a:lnTo>
                <a:lnTo>
                  <a:pt x="4144368" y="1505093"/>
                </a:lnTo>
                <a:lnTo>
                  <a:pt x="4139915" y="1505093"/>
                </a:lnTo>
                <a:lnTo>
                  <a:pt x="4137891" y="1501449"/>
                </a:lnTo>
                <a:close/>
                <a:moveTo>
                  <a:pt x="3816470" y="1497806"/>
                </a:moveTo>
                <a:lnTo>
                  <a:pt x="3820518" y="1497806"/>
                </a:lnTo>
                <a:lnTo>
                  <a:pt x="3822542" y="1501449"/>
                </a:lnTo>
                <a:lnTo>
                  <a:pt x="3820518" y="1505093"/>
                </a:lnTo>
                <a:lnTo>
                  <a:pt x="3816470" y="1505093"/>
                </a:lnTo>
                <a:lnTo>
                  <a:pt x="3814446" y="1501449"/>
                </a:lnTo>
                <a:close/>
                <a:moveTo>
                  <a:pt x="3249732" y="1497806"/>
                </a:moveTo>
                <a:lnTo>
                  <a:pt x="3253780" y="1497806"/>
                </a:lnTo>
                <a:lnTo>
                  <a:pt x="3255804" y="1501449"/>
                </a:lnTo>
                <a:lnTo>
                  <a:pt x="3253780" y="1505093"/>
                </a:lnTo>
                <a:lnTo>
                  <a:pt x="3249732" y="1505093"/>
                </a:lnTo>
                <a:lnTo>
                  <a:pt x="3247708" y="1501449"/>
                </a:lnTo>
                <a:close/>
                <a:moveTo>
                  <a:pt x="4302649" y="1497401"/>
                </a:moveTo>
                <a:lnTo>
                  <a:pt x="4305888" y="1497401"/>
                </a:lnTo>
                <a:cubicBezTo>
                  <a:pt x="4306293" y="1497401"/>
                  <a:pt x="4306698" y="1497806"/>
                  <a:pt x="4307102" y="1498211"/>
                </a:cubicBezTo>
                <a:lnTo>
                  <a:pt x="4308722" y="1501044"/>
                </a:lnTo>
                <a:cubicBezTo>
                  <a:pt x="4309126" y="1501449"/>
                  <a:pt x="4309126" y="1501854"/>
                  <a:pt x="4308722" y="1502259"/>
                </a:cubicBezTo>
                <a:lnTo>
                  <a:pt x="4307102" y="1505093"/>
                </a:lnTo>
                <a:cubicBezTo>
                  <a:pt x="4306698" y="1505497"/>
                  <a:pt x="4306293" y="1505497"/>
                  <a:pt x="4305888" y="1505902"/>
                </a:cubicBezTo>
                <a:lnTo>
                  <a:pt x="4302649" y="1505902"/>
                </a:lnTo>
                <a:cubicBezTo>
                  <a:pt x="4302245" y="1505902"/>
                  <a:pt x="4301840" y="1505497"/>
                  <a:pt x="4301435" y="1505093"/>
                </a:cubicBezTo>
                <a:lnTo>
                  <a:pt x="4299816" y="1502259"/>
                </a:lnTo>
                <a:cubicBezTo>
                  <a:pt x="4299411" y="1501854"/>
                  <a:pt x="4299411" y="1501449"/>
                  <a:pt x="4299816" y="1501044"/>
                </a:cubicBezTo>
                <a:lnTo>
                  <a:pt x="4301435" y="1498211"/>
                </a:lnTo>
                <a:cubicBezTo>
                  <a:pt x="4301840" y="1497806"/>
                  <a:pt x="4302245" y="1497401"/>
                  <a:pt x="4302649" y="1497401"/>
                </a:cubicBezTo>
                <a:close/>
                <a:moveTo>
                  <a:pt x="4099434" y="1497401"/>
                </a:moveTo>
                <a:lnTo>
                  <a:pt x="4103887" y="1497401"/>
                </a:lnTo>
                <a:lnTo>
                  <a:pt x="4105911" y="1501449"/>
                </a:lnTo>
                <a:lnTo>
                  <a:pt x="4103887" y="1505497"/>
                </a:lnTo>
                <a:lnTo>
                  <a:pt x="4099434" y="1505497"/>
                </a:lnTo>
                <a:lnTo>
                  <a:pt x="4097410" y="1501449"/>
                </a:lnTo>
                <a:close/>
                <a:moveTo>
                  <a:pt x="4464170" y="1496997"/>
                </a:moveTo>
                <a:lnTo>
                  <a:pt x="4467814" y="1496997"/>
                </a:lnTo>
                <a:cubicBezTo>
                  <a:pt x="4468218" y="1496997"/>
                  <a:pt x="4468623" y="1497402"/>
                  <a:pt x="4469028" y="1497807"/>
                </a:cubicBezTo>
                <a:lnTo>
                  <a:pt x="4471052" y="1501045"/>
                </a:lnTo>
                <a:cubicBezTo>
                  <a:pt x="4471457" y="1501450"/>
                  <a:pt x="4471457" y="1501855"/>
                  <a:pt x="4471052" y="1502260"/>
                </a:cubicBezTo>
                <a:lnTo>
                  <a:pt x="4469028" y="1505498"/>
                </a:lnTo>
                <a:cubicBezTo>
                  <a:pt x="4469028" y="1505903"/>
                  <a:pt x="4468623" y="1505903"/>
                  <a:pt x="4467814" y="1506308"/>
                </a:cubicBezTo>
                <a:lnTo>
                  <a:pt x="4464170" y="1506308"/>
                </a:lnTo>
                <a:cubicBezTo>
                  <a:pt x="4463766" y="1506308"/>
                  <a:pt x="4463360" y="1505903"/>
                  <a:pt x="4462956" y="1505498"/>
                </a:cubicBezTo>
                <a:lnTo>
                  <a:pt x="4460932" y="1502260"/>
                </a:lnTo>
                <a:cubicBezTo>
                  <a:pt x="4460527" y="1501855"/>
                  <a:pt x="4460527" y="1501450"/>
                  <a:pt x="4460932" y="1501045"/>
                </a:cubicBezTo>
                <a:lnTo>
                  <a:pt x="4462956" y="1497807"/>
                </a:lnTo>
                <a:cubicBezTo>
                  <a:pt x="4463360" y="1497402"/>
                  <a:pt x="4463766" y="1496997"/>
                  <a:pt x="4464170" y="1496997"/>
                </a:cubicBezTo>
                <a:close/>
                <a:moveTo>
                  <a:pt x="4342727" y="1496997"/>
                </a:moveTo>
                <a:lnTo>
                  <a:pt x="4346370" y="1496997"/>
                </a:lnTo>
                <a:cubicBezTo>
                  <a:pt x="4346775" y="1496997"/>
                  <a:pt x="4347179" y="1496997"/>
                  <a:pt x="4347584" y="1497402"/>
                </a:cubicBezTo>
                <a:lnTo>
                  <a:pt x="4349203" y="1500640"/>
                </a:lnTo>
                <a:cubicBezTo>
                  <a:pt x="4349608" y="1501045"/>
                  <a:pt x="4349608" y="1501450"/>
                  <a:pt x="4349203" y="1501855"/>
                </a:cubicBezTo>
                <a:lnTo>
                  <a:pt x="4347584" y="1505093"/>
                </a:lnTo>
                <a:cubicBezTo>
                  <a:pt x="4347179" y="1505498"/>
                  <a:pt x="4346775" y="1505903"/>
                  <a:pt x="4346370" y="1505498"/>
                </a:cubicBezTo>
                <a:lnTo>
                  <a:pt x="4342727" y="1505498"/>
                </a:lnTo>
                <a:cubicBezTo>
                  <a:pt x="4342322" y="1505498"/>
                  <a:pt x="4341917" y="1505498"/>
                  <a:pt x="4341512" y="1505093"/>
                </a:cubicBezTo>
                <a:lnTo>
                  <a:pt x="4339893" y="1501855"/>
                </a:lnTo>
                <a:cubicBezTo>
                  <a:pt x="4339488" y="1501450"/>
                  <a:pt x="4339488" y="1501045"/>
                  <a:pt x="4339893" y="1500640"/>
                </a:cubicBezTo>
                <a:lnTo>
                  <a:pt x="4341512" y="1497402"/>
                </a:lnTo>
                <a:cubicBezTo>
                  <a:pt x="4341917" y="1497402"/>
                  <a:pt x="4342322" y="1496997"/>
                  <a:pt x="4342727" y="1496997"/>
                </a:cubicBezTo>
                <a:close/>
                <a:moveTo>
                  <a:pt x="4221283" y="1496997"/>
                </a:moveTo>
                <a:lnTo>
                  <a:pt x="4224926" y="1496997"/>
                </a:lnTo>
                <a:cubicBezTo>
                  <a:pt x="4225331" y="1496997"/>
                  <a:pt x="4225735" y="1496997"/>
                  <a:pt x="4226140" y="1497402"/>
                </a:cubicBezTo>
                <a:lnTo>
                  <a:pt x="4227759" y="1500640"/>
                </a:lnTo>
                <a:cubicBezTo>
                  <a:pt x="4228164" y="1501045"/>
                  <a:pt x="4228164" y="1501450"/>
                  <a:pt x="4227759" y="1501855"/>
                </a:cubicBezTo>
                <a:lnTo>
                  <a:pt x="4226140" y="1505093"/>
                </a:lnTo>
                <a:cubicBezTo>
                  <a:pt x="4226140" y="1505498"/>
                  <a:pt x="4225735" y="1505903"/>
                  <a:pt x="4224926" y="1505903"/>
                </a:cubicBezTo>
                <a:lnTo>
                  <a:pt x="4221283" y="1505903"/>
                </a:lnTo>
                <a:cubicBezTo>
                  <a:pt x="4220878" y="1505903"/>
                  <a:pt x="4220473" y="1505498"/>
                  <a:pt x="4220068" y="1505093"/>
                </a:cubicBezTo>
                <a:lnTo>
                  <a:pt x="4218449" y="1501855"/>
                </a:lnTo>
                <a:cubicBezTo>
                  <a:pt x="4218044" y="1501450"/>
                  <a:pt x="4218044" y="1501045"/>
                  <a:pt x="4218449" y="1500640"/>
                </a:cubicBezTo>
                <a:lnTo>
                  <a:pt x="4220068" y="1497402"/>
                </a:lnTo>
                <a:cubicBezTo>
                  <a:pt x="4220473" y="1497402"/>
                  <a:pt x="4220878" y="1496997"/>
                  <a:pt x="4221283" y="1496997"/>
                </a:cubicBezTo>
                <a:close/>
                <a:moveTo>
                  <a:pt x="4059358" y="1496997"/>
                </a:moveTo>
                <a:lnTo>
                  <a:pt x="4063001" y="1496997"/>
                </a:lnTo>
                <a:cubicBezTo>
                  <a:pt x="4063406" y="1496997"/>
                  <a:pt x="4063810" y="1496997"/>
                  <a:pt x="4064215" y="1497402"/>
                </a:cubicBezTo>
                <a:lnTo>
                  <a:pt x="4065834" y="1500640"/>
                </a:lnTo>
                <a:cubicBezTo>
                  <a:pt x="4066239" y="1501045"/>
                  <a:pt x="4066239" y="1501450"/>
                  <a:pt x="4065834" y="1501855"/>
                </a:cubicBezTo>
                <a:lnTo>
                  <a:pt x="4064215" y="1505093"/>
                </a:lnTo>
                <a:cubicBezTo>
                  <a:pt x="4063810" y="1505498"/>
                  <a:pt x="4063406" y="1505903"/>
                  <a:pt x="4063001" y="1505498"/>
                </a:cubicBezTo>
                <a:lnTo>
                  <a:pt x="4059358" y="1505498"/>
                </a:lnTo>
                <a:cubicBezTo>
                  <a:pt x="4058953" y="1505498"/>
                  <a:pt x="4058548" y="1505498"/>
                  <a:pt x="4058143" y="1505093"/>
                </a:cubicBezTo>
                <a:lnTo>
                  <a:pt x="4056524" y="1501855"/>
                </a:lnTo>
                <a:cubicBezTo>
                  <a:pt x="4056119" y="1501450"/>
                  <a:pt x="4056119" y="1501045"/>
                  <a:pt x="4056524" y="1500640"/>
                </a:cubicBezTo>
                <a:lnTo>
                  <a:pt x="4058143" y="1497402"/>
                </a:lnTo>
                <a:cubicBezTo>
                  <a:pt x="4058548" y="1497402"/>
                  <a:pt x="4058953" y="1496997"/>
                  <a:pt x="4059358" y="1496997"/>
                </a:cubicBezTo>
                <a:close/>
                <a:moveTo>
                  <a:pt x="3937913" y="1496997"/>
                </a:moveTo>
                <a:lnTo>
                  <a:pt x="3941557" y="1496997"/>
                </a:lnTo>
                <a:cubicBezTo>
                  <a:pt x="3941961" y="1496997"/>
                  <a:pt x="3942366" y="1497402"/>
                  <a:pt x="3942771" y="1497807"/>
                </a:cubicBezTo>
                <a:lnTo>
                  <a:pt x="3944795" y="1501045"/>
                </a:lnTo>
                <a:cubicBezTo>
                  <a:pt x="3945200" y="1501450"/>
                  <a:pt x="3945200" y="1501855"/>
                  <a:pt x="3944795" y="1502260"/>
                </a:cubicBezTo>
                <a:lnTo>
                  <a:pt x="3942771" y="1505498"/>
                </a:lnTo>
                <a:cubicBezTo>
                  <a:pt x="3942771" y="1505903"/>
                  <a:pt x="3942366" y="1505903"/>
                  <a:pt x="3941557" y="1506308"/>
                </a:cubicBezTo>
                <a:lnTo>
                  <a:pt x="3937913" y="1506308"/>
                </a:lnTo>
                <a:cubicBezTo>
                  <a:pt x="3937509" y="1506308"/>
                  <a:pt x="3937103" y="1505903"/>
                  <a:pt x="3936699" y="1505498"/>
                </a:cubicBezTo>
                <a:lnTo>
                  <a:pt x="3934675" y="1502260"/>
                </a:lnTo>
                <a:cubicBezTo>
                  <a:pt x="3934270" y="1501855"/>
                  <a:pt x="3934270" y="1501450"/>
                  <a:pt x="3934675" y="1501045"/>
                </a:cubicBezTo>
                <a:lnTo>
                  <a:pt x="3936699" y="1497807"/>
                </a:lnTo>
                <a:cubicBezTo>
                  <a:pt x="3937103" y="1497402"/>
                  <a:pt x="3937509" y="1496997"/>
                  <a:pt x="3937913" y="1496997"/>
                </a:cubicBezTo>
                <a:close/>
                <a:moveTo>
                  <a:pt x="3856546" y="1496997"/>
                </a:moveTo>
                <a:lnTo>
                  <a:pt x="3860594" y="1496997"/>
                </a:lnTo>
                <a:cubicBezTo>
                  <a:pt x="3860999" y="1496997"/>
                  <a:pt x="3861404" y="1497402"/>
                  <a:pt x="3861808" y="1497807"/>
                </a:cubicBezTo>
                <a:lnTo>
                  <a:pt x="3863833" y="1501045"/>
                </a:lnTo>
                <a:cubicBezTo>
                  <a:pt x="3864237" y="1501450"/>
                  <a:pt x="3864237" y="1501855"/>
                  <a:pt x="3863833" y="1502260"/>
                </a:cubicBezTo>
                <a:lnTo>
                  <a:pt x="3861808" y="1505498"/>
                </a:lnTo>
                <a:cubicBezTo>
                  <a:pt x="3861808" y="1505903"/>
                  <a:pt x="3861404" y="1505903"/>
                  <a:pt x="3860594" y="1506308"/>
                </a:cubicBezTo>
                <a:lnTo>
                  <a:pt x="3856546" y="1506308"/>
                </a:lnTo>
                <a:cubicBezTo>
                  <a:pt x="3856141" y="1506308"/>
                  <a:pt x="3855736" y="1505903"/>
                  <a:pt x="3855332" y="1505498"/>
                </a:cubicBezTo>
                <a:lnTo>
                  <a:pt x="3853308" y="1502260"/>
                </a:lnTo>
                <a:cubicBezTo>
                  <a:pt x="3852903" y="1501855"/>
                  <a:pt x="3852903" y="1501450"/>
                  <a:pt x="3853308" y="1501045"/>
                </a:cubicBezTo>
                <a:lnTo>
                  <a:pt x="3855332" y="1497807"/>
                </a:lnTo>
                <a:cubicBezTo>
                  <a:pt x="3855736" y="1497402"/>
                  <a:pt x="3856141" y="1496997"/>
                  <a:pt x="3856546" y="1496997"/>
                </a:cubicBezTo>
                <a:close/>
                <a:moveTo>
                  <a:pt x="3209252" y="1496997"/>
                </a:moveTo>
                <a:lnTo>
                  <a:pt x="3212895" y="1496997"/>
                </a:lnTo>
                <a:cubicBezTo>
                  <a:pt x="3213300" y="1496997"/>
                  <a:pt x="3213704" y="1496997"/>
                  <a:pt x="3214109" y="1497402"/>
                </a:cubicBezTo>
                <a:lnTo>
                  <a:pt x="3215728" y="1500640"/>
                </a:lnTo>
                <a:cubicBezTo>
                  <a:pt x="3216133" y="1501045"/>
                  <a:pt x="3216133" y="1501450"/>
                  <a:pt x="3215728" y="1501855"/>
                </a:cubicBezTo>
                <a:lnTo>
                  <a:pt x="3214109" y="1505093"/>
                </a:lnTo>
                <a:cubicBezTo>
                  <a:pt x="3214109" y="1505498"/>
                  <a:pt x="3213704" y="1505903"/>
                  <a:pt x="3212895" y="1505903"/>
                </a:cubicBezTo>
                <a:lnTo>
                  <a:pt x="3209252" y="1505903"/>
                </a:lnTo>
                <a:cubicBezTo>
                  <a:pt x="3208847" y="1505903"/>
                  <a:pt x="3208442" y="1505498"/>
                  <a:pt x="3208037" y="1505093"/>
                </a:cubicBezTo>
                <a:lnTo>
                  <a:pt x="3206418" y="1501855"/>
                </a:lnTo>
                <a:cubicBezTo>
                  <a:pt x="3206013" y="1501450"/>
                  <a:pt x="3206013" y="1501045"/>
                  <a:pt x="3206418" y="1500640"/>
                </a:cubicBezTo>
                <a:lnTo>
                  <a:pt x="3208037" y="1497402"/>
                </a:lnTo>
                <a:cubicBezTo>
                  <a:pt x="3208442" y="1497402"/>
                  <a:pt x="3208847" y="1496997"/>
                  <a:pt x="3209252" y="1496997"/>
                </a:cubicBezTo>
                <a:close/>
                <a:moveTo>
                  <a:pt x="4585614" y="1496592"/>
                </a:moveTo>
                <a:lnTo>
                  <a:pt x="4589257" y="1496592"/>
                </a:lnTo>
                <a:cubicBezTo>
                  <a:pt x="4589662" y="1496592"/>
                  <a:pt x="4590066" y="1496997"/>
                  <a:pt x="4590471" y="1497401"/>
                </a:cubicBezTo>
                <a:lnTo>
                  <a:pt x="4592090" y="1500640"/>
                </a:lnTo>
                <a:cubicBezTo>
                  <a:pt x="4592495" y="1501045"/>
                  <a:pt x="4592495" y="1501450"/>
                  <a:pt x="4592090" y="1501855"/>
                </a:cubicBezTo>
                <a:lnTo>
                  <a:pt x="4590471" y="1505093"/>
                </a:lnTo>
                <a:cubicBezTo>
                  <a:pt x="4590066" y="1505498"/>
                  <a:pt x="4589662" y="1505903"/>
                  <a:pt x="4589257" y="1505903"/>
                </a:cubicBezTo>
                <a:lnTo>
                  <a:pt x="4585614" y="1505903"/>
                </a:lnTo>
                <a:cubicBezTo>
                  <a:pt x="4585209" y="1505903"/>
                  <a:pt x="4584804" y="1505498"/>
                  <a:pt x="4584399" y="1505093"/>
                </a:cubicBezTo>
                <a:lnTo>
                  <a:pt x="4582780" y="1501855"/>
                </a:lnTo>
                <a:cubicBezTo>
                  <a:pt x="4582375" y="1501450"/>
                  <a:pt x="4582375" y="1501045"/>
                  <a:pt x="4582780" y="1500640"/>
                </a:cubicBezTo>
                <a:lnTo>
                  <a:pt x="4584399" y="1497401"/>
                </a:lnTo>
                <a:cubicBezTo>
                  <a:pt x="4584804" y="1496997"/>
                  <a:pt x="4585209" y="1496592"/>
                  <a:pt x="4585614" y="1496592"/>
                </a:cubicBezTo>
                <a:close/>
                <a:moveTo>
                  <a:pt x="4504651" y="1496592"/>
                </a:moveTo>
                <a:lnTo>
                  <a:pt x="4508295" y="1496592"/>
                </a:lnTo>
                <a:cubicBezTo>
                  <a:pt x="4508699" y="1496592"/>
                  <a:pt x="4509104" y="1496997"/>
                  <a:pt x="4509509" y="1497401"/>
                </a:cubicBezTo>
                <a:lnTo>
                  <a:pt x="4511533" y="1500640"/>
                </a:lnTo>
                <a:cubicBezTo>
                  <a:pt x="4511938" y="1501045"/>
                  <a:pt x="4511938" y="1501450"/>
                  <a:pt x="4511533" y="1501855"/>
                </a:cubicBezTo>
                <a:lnTo>
                  <a:pt x="4509509" y="1505093"/>
                </a:lnTo>
                <a:cubicBezTo>
                  <a:pt x="4509509" y="1505498"/>
                  <a:pt x="4509104" y="1505903"/>
                  <a:pt x="4508295" y="1505903"/>
                </a:cubicBezTo>
                <a:lnTo>
                  <a:pt x="4504651" y="1505903"/>
                </a:lnTo>
                <a:cubicBezTo>
                  <a:pt x="4504247" y="1505903"/>
                  <a:pt x="4503841" y="1505498"/>
                  <a:pt x="4503437" y="1505093"/>
                </a:cubicBezTo>
                <a:lnTo>
                  <a:pt x="4501413" y="1501855"/>
                </a:lnTo>
                <a:cubicBezTo>
                  <a:pt x="4501008" y="1501450"/>
                  <a:pt x="4501008" y="1501045"/>
                  <a:pt x="4501413" y="1500640"/>
                </a:cubicBezTo>
                <a:lnTo>
                  <a:pt x="4503437" y="1497401"/>
                </a:lnTo>
                <a:cubicBezTo>
                  <a:pt x="4503841" y="1496997"/>
                  <a:pt x="4504247" y="1496592"/>
                  <a:pt x="4504651" y="1496592"/>
                </a:cubicBezTo>
                <a:close/>
                <a:moveTo>
                  <a:pt x="4423688" y="1496592"/>
                </a:moveTo>
                <a:lnTo>
                  <a:pt x="4427332" y="1496592"/>
                </a:lnTo>
                <a:cubicBezTo>
                  <a:pt x="4427736" y="1496592"/>
                  <a:pt x="4428141" y="1496997"/>
                  <a:pt x="4428546" y="1497401"/>
                </a:cubicBezTo>
                <a:lnTo>
                  <a:pt x="4430570" y="1500640"/>
                </a:lnTo>
                <a:cubicBezTo>
                  <a:pt x="4430975" y="1501045"/>
                  <a:pt x="4430975" y="1501450"/>
                  <a:pt x="4430570" y="1501855"/>
                </a:cubicBezTo>
                <a:lnTo>
                  <a:pt x="4428546" y="1505093"/>
                </a:lnTo>
                <a:cubicBezTo>
                  <a:pt x="4428546" y="1505498"/>
                  <a:pt x="4428141" y="1505903"/>
                  <a:pt x="4427332" y="1505903"/>
                </a:cubicBezTo>
                <a:lnTo>
                  <a:pt x="4423688" y="1505903"/>
                </a:lnTo>
                <a:cubicBezTo>
                  <a:pt x="4423284" y="1505903"/>
                  <a:pt x="4422878" y="1505498"/>
                  <a:pt x="4422474" y="1505093"/>
                </a:cubicBezTo>
                <a:lnTo>
                  <a:pt x="4420450" y="1501855"/>
                </a:lnTo>
                <a:cubicBezTo>
                  <a:pt x="4420045" y="1501450"/>
                  <a:pt x="4420045" y="1501045"/>
                  <a:pt x="4420450" y="1500640"/>
                </a:cubicBezTo>
                <a:lnTo>
                  <a:pt x="4422474" y="1497401"/>
                </a:lnTo>
                <a:cubicBezTo>
                  <a:pt x="4422878" y="1496997"/>
                  <a:pt x="4423284" y="1496592"/>
                  <a:pt x="4423688" y="1496592"/>
                </a:cubicBezTo>
                <a:close/>
                <a:moveTo>
                  <a:pt x="4261763" y="1496592"/>
                </a:moveTo>
                <a:lnTo>
                  <a:pt x="4265407" y="1496592"/>
                </a:lnTo>
                <a:cubicBezTo>
                  <a:pt x="4265811" y="1496592"/>
                  <a:pt x="4266216" y="1496997"/>
                  <a:pt x="4266621" y="1497401"/>
                </a:cubicBezTo>
                <a:lnTo>
                  <a:pt x="4268645" y="1500640"/>
                </a:lnTo>
                <a:cubicBezTo>
                  <a:pt x="4269050" y="1501045"/>
                  <a:pt x="4269050" y="1501450"/>
                  <a:pt x="4268645" y="1501855"/>
                </a:cubicBezTo>
                <a:lnTo>
                  <a:pt x="4266621" y="1505093"/>
                </a:lnTo>
                <a:cubicBezTo>
                  <a:pt x="4266621" y="1505498"/>
                  <a:pt x="4266216" y="1505903"/>
                  <a:pt x="4265407" y="1505903"/>
                </a:cubicBezTo>
                <a:lnTo>
                  <a:pt x="4261763" y="1505903"/>
                </a:lnTo>
                <a:cubicBezTo>
                  <a:pt x="4261359" y="1505903"/>
                  <a:pt x="4260953" y="1505498"/>
                  <a:pt x="4260549" y="1505093"/>
                </a:cubicBezTo>
                <a:lnTo>
                  <a:pt x="4258525" y="1501855"/>
                </a:lnTo>
                <a:cubicBezTo>
                  <a:pt x="4258120" y="1501450"/>
                  <a:pt x="4258120" y="1501045"/>
                  <a:pt x="4258525" y="1500640"/>
                </a:cubicBezTo>
                <a:lnTo>
                  <a:pt x="4260549" y="1497401"/>
                </a:lnTo>
                <a:cubicBezTo>
                  <a:pt x="4260953" y="1496997"/>
                  <a:pt x="4261359" y="1496592"/>
                  <a:pt x="4261763" y="1496592"/>
                </a:cubicBezTo>
                <a:close/>
                <a:moveTo>
                  <a:pt x="4018876" y="1496592"/>
                </a:moveTo>
                <a:lnTo>
                  <a:pt x="4022924" y="1496592"/>
                </a:lnTo>
                <a:cubicBezTo>
                  <a:pt x="4023329" y="1496592"/>
                  <a:pt x="4023734" y="1496592"/>
                  <a:pt x="4024138" y="1496997"/>
                </a:cubicBezTo>
                <a:lnTo>
                  <a:pt x="4026163" y="1500640"/>
                </a:lnTo>
                <a:cubicBezTo>
                  <a:pt x="4026568" y="1501045"/>
                  <a:pt x="4026568" y="1501450"/>
                  <a:pt x="4026163" y="1501855"/>
                </a:cubicBezTo>
                <a:lnTo>
                  <a:pt x="4024138" y="1505498"/>
                </a:lnTo>
                <a:cubicBezTo>
                  <a:pt x="4023734" y="1505903"/>
                  <a:pt x="4023329" y="1506307"/>
                  <a:pt x="4022924" y="1505903"/>
                </a:cubicBezTo>
                <a:lnTo>
                  <a:pt x="4018876" y="1505903"/>
                </a:lnTo>
                <a:cubicBezTo>
                  <a:pt x="4018472" y="1505903"/>
                  <a:pt x="4018066" y="1505903"/>
                  <a:pt x="4017662" y="1505498"/>
                </a:cubicBezTo>
                <a:lnTo>
                  <a:pt x="4015638" y="1501855"/>
                </a:lnTo>
                <a:cubicBezTo>
                  <a:pt x="4015233" y="1501450"/>
                  <a:pt x="4015233" y="1501045"/>
                  <a:pt x="4015638" y="1500640"/>
                </a:cubicBezTo>
                <a:lnTo>
                  <a:pt x="4017662" y="1496997"/>
                </a:lnTo>
                <a:cubicBezTo>
                  <a:pt x="4018066" y="1496997"/>
                  <a:pt x="4018472" y="1496592"/>
                  <a:pt x="4018876" y="1496592"/>
                </a:cubicBezTo>
                <a:close/>
                <a:moveTo>
                  <a:pt x="3978395" y="1496592"/>
                </a:moveTo>
                <a:lnTo>
                  <a:pt x="3982039" y="1496592"/>
                </a:lnTo>
                <a:cubicBezTo>
                  <a:pt x="3982443" y="1496592"/>
                  <a:pt x="3982848" y="1496997"/>
                  <a:pt x="3983253" y="1497401"/>
                </a:cubicBezTo>
                <a:lnTo>
                  <a:pt x="3985277" y="1500640"/>
                </a:lnTo>
                <a:cubicBezTo>
                  <a:pt x="3985682" y="1501045"/>
                  <a:pt x="3985682" y="1501450"/>
                  <a:pt x="3985277" y="1501855"/>
                </a:cubicBezTo>
                <a:lnTo>
                  <a:pt x="3983253" y="1505093"/>
                </a:lnTo>
                <a:cubicBezTo>
                  <a:pt x="3983253" y="1505498"/>
                  <a:pt x="3982848" y="1505903"/>
                  <a:pt x="3982039" y="1505903"/>
                </a:cubicBezTo>
                <a:lnTo>
                  <a:pt x="3978395" y="1505903"/>
                </a:lnTo>
                <a:cubicBezTo>
                  <a:pt x="3977991" y="1505903"/>
                  <a:pt x="3977585" y="1505498"/>
                  <a:pt x="3977181" y="1505093"/>
                </a:cubicBezTo>
                <a:lnTo>
                  <a:pt x="3975157" y="1501855"/>
                </a:lnTo>
                <a:cubicBezTo>
                  <a:pt x="3974752" y="1501450"/>
                  <a:pt x="3974752" y="1501045"/>
                  <a:pt x="3975157" y="1500640"/>
                </a:cubicBezTo>
                <a:lnTo>
                  <a:pt x="3977181" y="1497401"/>
                </a:lnTo>
                <a:cubicBezTo>
                  <a:pt x="3977585" y="1496997"/>
                  <a:pt x="3977991" y="1496592"/>
                  <a:pt x="3978395" y="1496592"/>
                </a:cubicBezTo>
                <a:close/>
                <a:moveTo>
                  <a:pt x="3897433" y="1496592"/>
                </a:moveTo>
                <a:lnTo>
                  <a:pt x="3901076" y="1496592"/>
                </a:lnTo>
                <a:cubicBezTo>
                  <a:pt x="3901481" y="1496592"/>
                  <a:pt x="3901885" y="1496997"/>
                  <a:pt x="3902290" y="1497401"/>
                </a:cubicBezTo>
                <a:lnTo>
                  <a:pt x="3903909" y="1500640"/>
                </a:lnTo>
                <a:cubicBezTo>
                  <a:pt x="3904314" y="1501045"/>
                  <a:pt x="3904314" y="1501450"/>
                  <a:pt x="3903909" y="1501855"/>
                </a:cubicBezTo>
                <a:lnTo>
                  <a:pt x="3902290" y="1505093"/>
                </a:lnTo>
                <a:cubicBezTo>
                  <a:pt x="3901885" y="1505498"/>
                  <a:pt x="3901481" y="1505903"/>
                  <a:pt x="3901076" y="1505903"/>
                </a:cubicBezTo>
                <a:lnTo>
                  <a:pt x="3897433" y="1505903"/>
                </a:lnTo>
                <a:cubicBezTo>
                  <a:pt x="3897028" y="1505903"/>
                  <a:pt x="3896623" y="1505498"/>
                  <a:pt x="3896218" y="1505093"/>
                </a:cubicBezTo>
                <a:lnTo>
                  <a:pt x="3894599" y="1501855"/>
                </a:lnTo>
                <a:cubicBezTo>
                  <a:pt x="3894194" y="1501450"/>
                  <a:pt x="3894194" y="1501045"/>
                  <a:pt x="3894599" y="1500640"/>
                </a:cubicBezTo>
                <a:lnTo>
                  <a:pt x="3896218" y="1497401"/>
                </a:lnTo>
                <a:cubicBezTo>
                  <a:pt x="3896623" y="1496997"/>
                  <a:pt x="3897028" y="1496592"/>
                  <a:pt x="3897433" y="1496592"/>
                </a:cubicBezTo>
                <a:close/>
                <a:moveTo>
                  <a:pt x="3168770" y="1496592"/>
                </a:moveTo>
                <a:lnTo>
                  <a:pt x="3172818" y="1496592"/>
                </a:lnTo>
                <a:cubicBezTo>
                  <a:pt x="3173223" y="1496592"/>
                  <a:pt x="3173628" y="1496592"/>
                  <a:pt x="3174032" y="1496997"/>
                </a:cubicBezTo>
                <a:lnTo>
                  <a:pt x="3176057" y="1500640"/>
                </a:lnTo>
                <a:cubicBezTo>
                  <a:pt x="3176462" y="1501045"/>
                  <a:pt x="3176462" y="1501450"/>
                  <a:pt x="3176057" y="1501855"/>
                </a:cubicBezTo>
                <a:lnTo>
                  <a:pt x="3174032" y="1505498"/>
                </a:lnTo>
                <a:cubicBezTo>
                  <a:pt x="3173628" y="1505903"/>
                  <a:pt x="3173223" y="1506307"/>
                  <a:pt x="3172818" y="1505903"/>
                </a:cubicBezTo>
                <a:lnTo>
                  <a:pt x="3168770" y="1505903"/>
                </a:lnTo>
                <a:cubicBezTo>
                  <a:pt x="3168366" y="1505903"/>
                  <a:pt x="3167960" y="1505903"/>
                  <a:pt x="3167556" y="1505498"/>
                </a:cubicBezTo>
                <a:lnTo>
                  <a:pt x="3165532" y="1501855"/>
                </a:lnTo>
                <a:cubicBezTo>
                  <a:pt x="3165127" y="1501450"/>
                  <a:pt x="3165127" y="1501045"/>
                  <a:pt x="3165532" y="1500640"/>
                </a:cubicBezTo>
                <a:lnTo>
                  <a:pt x="3167556" y="1496997"/>
                </a:lnTo>
                <a:cubicBezTo>
                  <a:pt x="3167960" y="1496997"/>
                  <a:pt x="3168366" y="1496592"/>
                  <a:pt x="3168770" y="1496592"/>
                </a:cubicBezTo>
                <a:close/>
                <a:moveTo>
                  <a:pt x="4545132" y="1496187"/>
                </a:moveTo>
                <a:lnTo>
                  <a:pt x="4549180" y="1496187"/>
                </a:lnTo>
                <a:cubicBezTo>
                  <a:pt x="4549585" y="1496187"/>
                  <a:pt x="4549990" y="1496592"/>
                  <a:pt x="4550394" y="1496997"/>
                </a:cubicBezTo>
                <a:lnTo>
                  <a:pt x="4552419" y="1500640"/>
                </a:lnTo>
                <a:cubicBezTo>
                  <a:pt x="4552824" y="1501045"/>
                  <a:pt x="4552824" y="1501450"/>
                  <a:pt x="4552419" y="1501854"/>
                </a:cubicBezTo>
                <a:lnTo>
                  <a:pt x="4550394" y="1505498"/>
                </a:lnTo>
                <a:cubicBezTo>
                  <a:pt x="4549990" y="1505903"/>
                  <a:pt x="4549585" y="1506307"/>
                  <a:pt x="4549180" y="1506307"/>
                </a:cubicBezTo>
                <a:lnTo>
                  <a:pt x="4545132" y="1506307"/>
                </a:lnTo>
                <a:cubicBezTo>
                  <a:pt x="4544728" y="1506307"/>
                  <a:pt x="4544322" y="1505903"/>
                  <a:pt x="4543918" y="1505498"/>
                </a:cubicBezTo>
                <a:lnTo>
                  <a:pt x="4541894" y="1501854"/>
                </a:lnTo>
                <a:cubicBezTo>
                  <a:pt x="4541489" y="1501450"/>
                  <a:pt x="4541489" y="1501045"/>
                  <a:pt x="4541894" y="1500640"/>
                </a:cubicBezTo>
                <a:lnTo>
                  <a:pt x="4543918" y="1496997"/>
                </a:lnTo>
                <a:cubicBezTo>
                  <a:pt x="4544322" y="1496592"/>
                  <a:pt x="4544728" y="1496187"/>
                  <a:pt x="4545132" y="1496187"/>
                </a:cubicBezTo>
                <a:close/>
                <a:moveTo>
                  <a:pt x="3127479" y="1495782"/>
                </a:moveTo>
                <a:lnTo>
                  <a:pt x="3132741" y="1495782"/>
                </a:lnTo>
                <a:cubicBezTo>
                  <a:pt x="3133146" y="1495782"/>
                  <a:pt x="3133551" y="1496187"/>
                  <a:pt x="3133956" y="1496592"/>
                </a:cubicBezTo>
                <a:lnTo>
                  <a:pt x="3136790" y="1501045"/>
                </a:lnTo>
                <a:cubicBezTo>
                  <a:pt x="3137194" y="1501449"/>
                  <a:pt x="3137194" y="1501854"/>
                  <a:pt x="3136790" y="1502259"/>
                </a:cubicBezTo>
                <a:lnTo>
                  <a:pt x="3133956" y="1506712"/>
                </a:lnTo>
                <a:cubicBezTo>
                  <a:pt x="3133956" y="1507117"/>
                  <a:pt x="3133551" y="1507117"/>
                  <a:pt x="3132741" y="1507521"/>
                </a:cubicBezTo>
                <a:lnTo>
                  <a:pt x="3127479" y="1507521"/>
                </a:lnTo>
                <a:cubicBezTo>
                  <a:pt x="3127074" y="1507521"/>
                  <a:pt x="3126669" y="1507117"/>
                  <a:pt x="3126265" y="1506712"/>
                </a:cubicBezTo>
                <a:lnTo>
                  <a:pt x="3123431" y="1502259"/>
                </a:lnTo>
                <a:cubicBezTo>
                  <a:pt x="3123026" y="1501854"/>
                  <a:pt x="3123026" y="1501449"/>
                  <a:pt x="3123431" y="1501045"/>
                </a:cubicBezTo>
                <a:lnTo>
                  <a:pt x="3126265" y="1496592"/>
                </a:lnTo>
                <a:cubicBezTo>
                  <a:pt x="3126669" y="1496187"/>
                  <a:pt x="3127074" y="1495782"/>
                  <a:pt x="3127479" y="1495782"/>
                </a:cubicBezTo>
                <a:close/>
                <a:moveTo>
                  <a:pt x="3086592" y="1495377"/>
                </a:moveTo>
                <a:lnTo>
                  <a:pt x="3092665" y="1495377"/>
                </a:lnTo>
                <a:cubicBezTo>
                  <a:pt x="3093069" y="1495377"/>
                  <a:pt x="3093474" y="1495377"/>
                  <a:pt x="3093879" y="1495782"/>
                </a:cubicBezTo>
                <a:lnTo>
                  <a:pt x="3097117" y="1501044"/>
                </a:lnTo>
                <a:cubicBezTo>
                  <a:pt x="3097523" y="1501449"/>
                  <a:pt x="3097523" y="1501854"/>
                  <a:pt x="3097117" y="1502259"/>
                </a:cubicBezTo>
                <a:lnTo>
                  <a:pt x="3093879" y="1507521"/>
                </a:lnTo>
                <a:cubicBezTo>
                  <a:pt x="3093879" y="1507926"/>
                  <a:pt x="3093474" y="1507926"/>
                  <a:pt x="3092665" y="1507926"/>
                </a:cubicBezTo>
                <a:lnTo>
                  <a:pt x="3086592" y="1507926"/>
                </a:lnTo>
                <a:cubicBezTo>
                  <a:pt x="3086188" y="1507926"/>
                  <a:pt x="3085783" y="1507926"/>
                  <a:pt x="3085378" y="1507521"/>
                </a:cubicBezTo>
                <a:lnTo>
                  <a:pt x="3082140" y="1502259"/>
                </a:lnTo>
                <a:cubicBezTo>
                  <a:pt x="3081735" y="1501854"/>
                  <a:pt x="3081735" y="1501449"/>
                  <a:pt x="3082140" y="1501044"/>
                </a:cubicBezTo>
                <a:lnTo>
                  <a:pt x="3085378" y="1495782"/>
                </a:lnTo>
                <a:cubicBezTo>
                  <a:pt x="3085783" y="1495782"/>
                  <a:pt x="3086188" y="1495377"/>
                  <a:pt x="3086592" y="1495377"/>
                </a:cubicBezTo>
                <a:close/>
                <a:moveTo>
                  <a:pt x="3044897" y="1492544"/>
                </a:moveTo>
                <a:lnTo>
                  <a:pt x="3053398" y="1492544"/>
                </a:lnTo>
                <a:cubicBezTo>
                  <a:pt x="3053803" y="1492544"/>
                  <a:pt x="3054208" y="1492949"/>
                  <a:pt x="3054612" y="1493353"/>
                </a:cubicBezTo>
                <a:lnTo>
                  <a:pt x="3058661" y="1500640"/>
                </a:lnTo>
                <a:cubicBezTo>
                  <a:pt x="3059066" y="1501045"/>
                  <a:pt x="3059066" y="1501450"/>
                  <a:pt x="3058661" y="1501855"/>
                </a:cubicBezTo>
                <a:lnTo>
                  <a:pt x="3054612" y="1509141"/>
                </a:lnTo>
                <a:cubicBezTo>
                  <a:pt x="3054208" y="1509546"/>
                  <a:pt x="3053803" y="1509951"/>
                  <a:pt x="3053398" y="1509951"/>
                </a:cubicBezTo>
                <a:lnTo>
                  <a:pt x="3044897" y="1509951"/>
                </a:lnTo>
                <a:cubicBezTo>
                  <a:pt x="3044492" y="1509951"/>
                  <a:pt x="3044087" y="1509546"/>
                  <a:pt x="3043683" y="1509141"/>
                </a:cubicBezTo>
                <a:lnTo>
                  <a:pt x="3039635" y="1501855"/>
                </a:lnTo>
                <a:cubicBezTo>
                  <a:pt x="3039230" y="1501450"/>
                  <a:pt x="3039230" y="1501045"/>
                  <a:pt x="3039635" y="1500640"/>
                </a:cubicBezTo>
                <a:lnTo>
                  <a:pt x="3043683" y="1493353"/>
                </a:lnTo>
                <a:cubicBezTo>
                  <a:pt x="3044087" y="1492949"/>
                  <a:pt x="3044492" y="1492544"/>
                  <a:pt x="3044897" y="1492544"/>
                </a:cubicBezTo>
                <a:close/>
                <a:moveTo>
                  <a:pt x="3003606" y="1491329"/>
                </a:moveTo>
                <a:lnTo>
                  <a:pt x="3013727" y="1491329"/>
                </a:lnTo>
                <a:cubicBezTo>
                  <a:pt x="3014131" y="1491329"/>
                  <a:pt x="3014537" y="1491329"/>
                  <a:pt x="3014941" y="1491734"/>
                </a:cubicBezTo>
                <a:lnTo>
                  <a:pt x="3020204" y="1500640"/>
                </a:lnTo>
                <a:cubicBezTo>
                  <a:pt x="3020609" y="1501045"/>
                  <a:pt x="3020609" y="1501449"/>
                  <a:pt x="3020204" y="1501854"/>
                </a:cubicBezTo>
                <a:lnTo>
                  <a:pt x="3014941" y="1510760"/>
                </a:lnTo>
                <a:cubicBezTo>
                  <a:pt x="3014941" y="1511165"/>
                  <a:pt x="3014537" y="1511570"/>
                  <a:pt x="3013727" y="1511570"/>
                </a:cubicBezTo>
                <a:lnTo>
                  <a:pt x="3003606" y="1511570"/>
                </a:lnTo>
                <a:cubicBezTo>
                  <a:pt x="3003202" y="1511570"/>
                  <a:pt x="3002797" y="1511165"/>
                  <a:pt x="3002392" y="1510760"/>
                </a:cubicBezTo>
                <a:lnTo>
                  <a:pt x="2997130" y="1501854"/>
                </a:lnTo>
                <a:cubicBezTo>
                  <a:pt x="2996725" y="1501449"/>
                  <a:pt x="2996725" y="1501045"/>
                  <a:pt x="2997130" y="1500640"/>
                </a:cubicBezTo>
                <a:lnTo>
                  <a:pt x="3002392" y="1491734"/>
                </a:lnTo>
                <a:cubicBezTo>
                  <a:pt x="3002797" y="1491734"/>
                  <a:pt x="3003202" y="1491329"/>
                  <a:pt x="3003606" y="1491329"/>
                </a:cubicBezTo>
                <a:close/>
                <a:moveTo>
                  <a:pt x="2963124" y="1491329"/>
                </a:moveTo>
                <a:lnTo>
                  <a:pt x="2973245" y="1491329"/>
                </a:lnTo>
                <a:cubicBezTo>
                  <a:pt x="2973649" y="1491329"/>
                  <a:pt x="2974055" y="1491329"/>
                  <a:pt x="2974459" y="1491734"/>
                </a:cubicBezTo>
                <a:lnTo>
                  <a:pt x="2979722" y="1500640"/>
                </a:lnTo>
                <a:cubicBezTo>
                  <a:pt x="2980127" y="1501045"/>
                  <a:pt x="2980127" y="1501449"/>
                  <a:pt x="2979722" y="1501854"/>
                </a:cubicBezTo>
                <a:lnTo>
                  <a:pt x="2974459" y="1510760"/>
                </a:lnTo>
                <a:cubicBezTo>
                  <a:pt x="2974459" y="1511165"/>
                  <a:pt x="2974055" y="1511570"/>
                  <a:pt x="2973245" y="1511570"/>
                </a:cubicBezTo>
                <a:lnTo>
                  <a:pt x="2963124" y="1511570"/>
                </a:lnTo>
                <a:cubicBezTo>
                  <a:pt x="2962720" y="1511570"/>
                  <a:pt x="2962315" y="1511165"/>
                  <a:pt x="2961910" y="1510760"/>
                </a:cubicBezTo>
                <a:lnTo>
                  <a:pt x="2956648" y="1501854"/>
                </a:lnTo>
                <a:cubicBezTo>
                  <a:pt x="2956243" y="1501449"/>
                  <a:pt x="2956243" y="1501045"/>
                  <a:pt x="2956648" y="1500640"/>
                </a:cubicBezTo>
                <a:lnTo>
                  <a:pt x="2961910" y="1491734"/>
                </a:lnTo>
                <a:cubicBezTo>
                  <a:pt x="2962315" y="1491734"/>
                  <a:pt x="2962720" y="1491329"/>
                  <a:pt x="2963124" y="1491329"/>
                </a:cubicBezTo>
                <a:close/>
                <a:moveTo>
                  <a:pt x="3614873" y="1458944"/>
                </a:moveTo>
                <a:lnTo>
                  <a:pt x="3617302" y="1458944"/>
                </a:lnTo>
                <a:lnTo>
                  <a:pt x="3618517" y="1460968"/>
                </a:lnTo>
                <a:lnTo>
                  <a:pt x="3617302" y="1462992"/>
                </a:lnTo>
                <a:lnTo>
                  <a:pt x="3614873" y="1462992"/>
                </a:lnTo>
                <a:lnTo>
                  <a:pt x="3613659" y="1460968"/>
                </a:lnTo>
                <a:close/>
                <a:moveTo>
                  <a:pt x="3452948" y="1458944"/>
                </a:moveTo>
                <a:lnTo>
                  <a:pt x="3455377" y="1458944"/>
                </a:lnTo>
                <a:lnTo>
                  <a:pt x="3456592" y="1460968"/>
                </a:lnTo>
                <a:lnTo>
                  <a:pt x="3455377" y="1462992"/>
                </a:lnTo>
                <a:lnTo>
                  <a:pt x="3452948" y="1462992"/>
                </a:lnTo>
                <a:lnTo>
                  <a:pt x="3451734" y="1460968"/>
                </a:lnTo>
                <a:close/>
                <a:moveTo>
                  <a:pt x="3412467" y="1458944"/>
                </a:moveTo>
                <a:lnTo>
                  <a:pt x="3414896" y="1458944"/>
                </a:lnTo>
                <a:lnTo>
                  <a:pt x="3416111" y="1460968"/>
                </a:lnTo>
                <a:lnTo>
                  <a:pt x="3414896" y="1462992"/>
                </a:lnTo>
                <a:lnTo>
                  <a:pt x="3412467" y="1462992"/>
                </a:lnTo>
                <a:lnTo>
                  <a:pt x="3411253" y="1460968"/>
                </a:lnTo>
                <a:close/>
                <a:moveTo>
                  <a:pt x="3371985" y="1458944"/>
                </a:moveTo>
                <a:lnTo>
                  <a:pt x="3374414" y="1458944"/>
                </a:lnTo>
                <a:lnTo>
                  <a:pt x="3375629" y="1460968"/>
                </a:lnTo>
                <a:lnTo>
                  <a:pt x="3374414" y="1462992"/>
                </a:lnTo>
                <a:lnTo>
                  <a:pt x="3371985" y="1462992"/>
                </a:lnTo>
                <a:lnTo>
                  <a:pt x="3370771" y="1460968"/>
                </a:lnTo>
                <a:close/>
                <a:moveTo>
                  <a:pt x="3331909" y="1458944"/>
                </a:moveTo>
                <a:lnTo>
                  <a:pt x="3333933" y="1458944"/>
                </a:lnTo>
                <a:lnTo>
                  <a:pt x="3335148" y="1460968"/>
                </a:lnTo>
                <a:lnTo>
                  <a:pt x="3333933" y="1462992"/>
                </a:lnTo>
                <a:lnTo>
                  <a:pt x="3331909" y="1462992"/>
                </a:lnTo>
                <a:lnTo>
                  <a:pt x="3330695" y="1460968"/>
                </a:lnTo>
                <a:close/>
                <a:moveTo>
                  <a:pt x="3291023" y="1458944"/>
                </a:moveTo>
                <a:lnTo>
                  <a:pt x="3293452" y="1458944"/>
                </a:lnTo>
                <a:lnTo>
                  <a:pt x="3294667" y="1460968"/>
                </a:lnTo>
                <a:lnTo>
                  <a:pt x="3293452" y="1462992"/>
                </a:lnTo>
                <a:lnTo>
                  <a:pt x="3291023" y="1462992"/>
                </a:lnTo>
                <a:lnTo>
                  <a:pt x="3289809" y="1460968"/>
                </a:lnTo>
                <a:close/>
                <a:moveTo>
                  <a:pt x="3695431" y="1458539"/>
                </a:moveTo>
                <a:lnTo>
                  <a:pt x="3698264" y="1458539"/>
                </a:lnTo>
                <a:lnTo>
                  <a:pt x="3699479" y="1460968"/>
                </a:lnTo>
                <a:lnTo>
                  <a:pt x="3698264" y="1463397"/>
                </a:lnTo>
                <a:lnTo>
                  <a:pt x="3695431" y="1463397"/>
                </a:lnTo>
                <a:lnTo>
                  <a:pt x="3694216" y="1460968"/>
                </a:lnTo>
                <a:close/>
                <a:moveTo>
                  <a:pt x="3654950" y="1458539"/>
                </a:moveTo>
                <a:lnTo>
                  <a:pt x="3657783" y="1458539"/>
                </a:lnTo>
                <a:lnTo>
                  <a:pt x="3658998" y="1460968"/>
                </a:lnTo>
                <a:lnTo>
                  <a:pt x="3657783" y="1463397"/>
                </a:lnTo>
                <a:lnTo>
                  <a:pt x="3654950" y="1463397"/>
                </a:lnTo>
                <a:lnTo>
                  <a:pt x="3653735" y="1460968"/>
                </a:lnTo>
                <a:close/>
                <a:moveTo>
                  <a:pt x="3573987" y="1458539"/>
                </a:moveTo>
                <a:lnTo>
                  <a:pt x="3576820" y="1458539"/>
                </a:lnTo>
                <a:lnTo>
                  <a:pt x="3578035" y="1460968"/>
                </a:lnTo>
                <a:lnTo>
                  <a:pt x="3576820" y="1463397"/>
                </a:lnTo>
                <a:lnTo>
                  <a:pt x="3573987" y="1463397"/>
                </a:lnTo>
                <a:lnTo>
                  <a:pt x="3572772" y="1460968"/>
                </a:lnTo>
                <a:close/>
                <a:moveTo>
                  <a:pt x="3533506" y="1458539"/>
                </a:moveTo>
                <a:lnTo>
                  <a:pt x="3536339" y="1458539"/>
                </a:lnTo>
                <a:lnTo>
                  <a:pt x="3537554" y="1460968"/>
                </a:lnTo>
                <a:lnTo>
                  <a:pt x="3536339" y="1463397"/>
                </a:lnTo>
                <a:lnTo>
                  <a:pt x="3533506" y="1463397"/>
                </a:lnTo>
                <a:lnTo>
                  <a:pt x="3532291" y="1460968"/>
                </a:lnTo>
                <a:close/>
                <a:moveTo>
                  <a:pt x="3493429" y="1458539"/>
                </a:moveTo>
                <a:lnTo>
                  <a:pt x="3496263" y="1458539"/>
                </a:lnTo>
                <a:lnTo>
                  <a:pt x="3497882" y="1460968"/>
                </a:lnTo>
                <a:lnTo>
                  <a:pt x="3496263" y="1463397"/>
                </a:lnTo>
                <a:lnTo>
                  <a:pt x="3493429" y="1463397"/>
                </a:lnTo>
                <a:lnTo>
                  <a:pt x="3491810" y="1460968"/>
                </a:lnTo>
                <a:close/>
                <a:moveTo>
                  <a:pt x="3250541" y="1458539"/>
                </a:moveTo>
                <a:lnTo>
                  <a:pt x="3253375" y="1458539"/>
                </a:lnTo>
                <a:lnTo>
                  <a:pt x="3254994" y="1460968"/>
                </a:lnTo>
                <a:lnTo>
                  <a:pt x="3253375" y="1463397"/>
                </a:lnTo>
                <a:lnTo>
                  <a:pt x="3250541" y="1463397"/>
                </a:lnTo>
                <a:lnTo>
                  <a:pt x="3248922" y="1460968"/>
                </a:lnTo>
                <a:close/>
                <a:moveTo>
                  <a:pt x="4140724" y="1457730"/>
                </a:moveTo>
                <a:lnTo>
                  <a:pt x="4144367" y="1457730"/>
                </a:lnTo>
                <a:lnTo>
                  <a:pt x="4146392" y="1460968"/>
                </a:lnTo>
                <a:lnTo>
                  <a:pt x="4144367" y="1464207"/>
                </a:lnTo>
                <a:lnTo>
                  <a:pt x="4140724" y="1464207"/>
                </a:lnTo>
                <a:lnTo>
                  <a:pt x="4138700" y="1460968"/>
                </a:lnTo>
                <a:close/>
                <a:moveTo>
                  <a:pt x="3735912" y="1457730"/>
                </a:moveTo>
                <a:lnTo>
                  <a:pt x="3739555" y="1457730"/>
                </a:lnTo>
                <a:lnTo>
                  <a:pt x="3741580" y="1460968"/>
                </a:lnTo>
                <a:lnTo>
                  <a:pt x="3739555" y="1464207"/>
                </a:lnTo>
                <a:lnTo>
                  <a:pt x="3735912" y="1464207"/>
                </a:lnTo>
                <a:lnTo>
                  <a:pt x="3733888" y="1460968"/>
                </a:lnTo>
                <a:close/>
                <a:moveTo>
                  <a:pt x="3209251" y="1457730"/>
                </a:moveTo>
                <a:lnTo>
                  <a:pt x="3213299" y="1457730"/>
                </a:lnTo>
                <a:lnTo>
                  <a:pt x="3215323" y="1460968"/>
                </a:lnTo>
                <a:lnTo>
                  <a:pt x="3213299" y="1464207"/>
                </a:lnTo>
                <a:lnTo>
                  <a:pt x="3209251" y="1464207"/>
                </a:lnTo>
                <a:lnTo>
                  <a:pt x="3207227" y="1460968"/>
                </a:lnTo>
                <a:close/>
                <a:moveTo>
                  <a:pt x="4586018" y="1457325"/>
                </a:moveTo>
                <a:lnTo>
                  <a:pt x="4589257" y="1457325"/>
                </a:lnTo>
                <a:cubicBezTo>
                  <a:pt x="4589662" y="1457325"/>
                  <a:pt x="4590067" y="1457325"/>
                  <a:pt x="4590471" y="1457730"/>
                </a:cubicBezTo>
                <a:lnTo>
                  <a:pt x="4592091" y="1460563"/>
                </a:lnTo>
                <a:cubicBezTo>
                  <a:pt x="4592495" y="1460968"/>
                  <a:pt x="4592495" y="1461373"/>
                  <a:pt x="4592091" y="1461778"/>
                </a:cubicBezTo>
                <a:lnTo>
                  <a:pt x="4590471" y="1464612"/>
                </a:lnTo>
                <a:cubicBezTo>
                  <a:pt x="4590067" y="1465016"/>
                  <a:pt x="4589662" y="1465016"/>
                  <a:pt x="4589257" y="1465421"/>
                </a:cubicBezTo>
                <a:lnTo>
                  <a:pt x="4586018" y="1465421"/>
                </a:lnTo>
                <a:cubicBezTo>
                  <a:pt x="4585614" y="1465421"/>
                  <a:pt x="4585209" y="1465016"/>
                  <a:pt x="4584804" y="1464612"/>
                </a:cubicBezTo>
                <a:lnTo>
                  <a:pt x="4583185" y="1461778"/>
                </a:lnTo>
                <a:cubicBezTo>
                  <a:pt x="4582780" y="1461373"/>
                  <a:pt x="4582780" y="1460968"/>
                  <a:pt x="4583185" y="1460563"/>
                </a:cubicBezTo>
                <a:lnTo>
                  <a:pt x="4584804" y="1457730"/>
                </a:lnTo>
                <a:cubicBezTo>
                  <a:pt x="4585209" y="1457730"/>
                  <a:pt x="4585614" y="1457325"/>
                  <a:pt x="4586018" y="1457325"/>
                </a:cubicBezTo>
                <a:close/>
                <a:moveTo>
                  <a:pt x="4545133" y="1457325"/>
                </a:moveTo>
                <a:lnTo>
                  <a:pt x="4548776" y="1457325"/>
                </a:lnTo>
                <a:cubicBezTo>
                  <a:pt x="4549181" y="1457325"/>
                  <a:pt x="4549585" y="1457325"/>
                  <a:pt x="4549990" y="1457730"/>
                </a:cubicBezTo>
                <a:lnTo>
                  <a:pt x="4551609" y="1460563"/>
                </a:lnTo>
                <a:cubicBezTo>
                  <a:pt x="4552014" y="1460968"/>
                  <a:pt x="4552014" y="1461373"/>
                  <a:pt x="4551609" y="1461778"/>
                </a:cubicBezTo>
                <a:lnTo>
                  <a:pt x="4549990" y="1464612"/>
                </a:lnTo>
                <a:cubicBezTo>
                  <a:pt x="4549585" y="1465016"/>
                  <a:pt x="4549181" y="1465016"/>
                  <a:pt x="4548776" y="1465016"/>
                </a:cubicBezTo>
                <a:lnTo>
                  <a:pt x="4545133" y="1465016"/>
                </a:lnTo>
                <a:cubicBezTo>
                  <a:pt x="4544728" y="1465016"/>
                  <a:pt x="4544323" y="1465016"/>
                  <a:pt x="4543918" y="1464612"/>
                </a:cubicBezTo>
                <a:lnTo>
                  <a:pt x="4542299" y="1461778"/>
                </a:lnTo>
                <a:cubicBezTo>
                  <a:pt x="4541894" y="1461373"/>
                  <a:pt x="4541894" y="1460968"/>
                  <a:pt x="4542299" y="1460563"/>
                </a:cubicBezTo>
                <a:lnTo>
                  <a:pt x="4543918" y="1457730"/>
                </a:lnTo>
                <a:cubicBezTo>
                  <a:pt x="4544323" y="1457730"/>
                  <a:pt x="4544728" y="1457325"/>
                  <a:pt x="4545133" y="1457325"/>
                </a:cubicBezTo>
                <a:close/>
                <a:moveTo>
                  <a:pt x="4505055" y="1457325"/>
                </a:moveTo>
                <a:lnTo>
                  <a:pt x="4508294" y="1457325"/>
                </a:lnTo>
                <a:cubicBezTo>
                  <a:pt x="4508699" y="1457325"/>
                  <a:pt x="4509104" y="1457325"/>
                  <a:pt x="4509508" y="1457730"/>
                </a:cubicBezTo>
                <a:lnTo>
                  <a:pt x="4511128" y="1460563"/>
                </a:lnTo>
                <a:cubicBezTo>
                  <a:pt x="4511532" y="1460968"/>
                  <a:pt x="4511532" y="1461373"/>
                  <a:pt x="4511128" y="1461778"/>
                </a:cubicBezTo>
                <a:lnTo>
                  <a:pt x="4509508" y="1464612"/>
                </a:lnTo>
                <a:cubicBezTo>
                  <a:pt x="4509104" y="1465016"/>
                  <a:pt x="4508699" y="1465016"/>
                  <a:pt x="4508294" y="1465016"/>
                </a:cubicBezTo>
                <a:lnTo>
                  <a:pt x="4505055" y="1465016"/>
                </a:lnTo>
                <a:cubicBezTo>
                  <a:pt x="4504651" y="1465016"/>
                  <a:pt x="4504246" y="1465016"/>
                  <a:pt x="4503841" y="1464612"/>
                </a:cubicBezTo>
                <a:lnTo>
                  <a:pt x="4502222" y="1461778"/>
                </a:lnTo>
                <a:cubicBezTo>
                  <a:pt x="4501817" y="1461373"/>
                  <a:pt x="4501817" y="1460968"/>
                  <a:pt x="4502222" y="1460563"/>
                </a:cubicBezTo>
                <a:lnTo>
                  <a:pt x="4503841" y="1457730"/>
                </a:lnTo>
                <a:cubicBezTo>
                  <a:pt x="4504246" y="1457730"/>
                  <a:pt x="4504651" y="1457325"/>
                  <a:pt x="4505055" y="1457325"/>
                </a:cubicBezTo>
                <a:close/>
                <a:moveTo>
                  <a:pt x="4099434" y="1457325"/>
                </a:moveTo>
                <a:lnTo>
                  <a:pt x="4103887" y="1457325"/>
                </a:lnTo>
                <a:lnTo>
                  <a:pt x="4105911" y="1460968"/>
                </a:lnTo>
                <a:lnTo>
                  <a:pt x="4103887" y="1464612"/>
                </a:lnTo>
                <a:lnTo>
                  <a:pt x="4099434" y="1464612"/>
                </a:lnTo>
                <a:lnTo>
                  <a:pt x="4097410" y="1460968"/>
                </a:lnTo>
                <a:close/>
                <a:moveTo>
                  <a:pt x="4059358" y="1457325"/>
                </a:moveTo>
                <a:lnTo>
                  <a:pt x="4063001" y="1457325"/>
                </a:lnTo>
                <a:cubicBezTo>
                  <a:pt x="4063406" y="1457325"/>
                  <a:pt x="4063810" y="1457325"/>
                  <a:pt x="4064215" y="1457730"/>
                </a:cubicBezTo>
                <a:lnTo>
                  <a:pt x="4065834" y="1460563"/>
                </a:lnTo>
                <a:cubicBezTo>
                  <a:pt x="4066239" y="1460968"/>
                  <a:pt x="4066239" y="1461373"/>
                  <a:pt x="4065834" y="1461778"/>
                </a:cubicBezTo>
                <a:lnTo>
                  <a:pt x="4064215" y="1464612"/>
                </a:lnTo>
                <a:cubicBezTo>
                  <a:pt x="4063810" y="1465016"/>
                  <a:pt x="4063406" y="1465016"/>
                  <a:pt x="4063001" y="1465016"/>
                </a:cubicBezTo>
                <a:lnTo>
                  <a:pt x="4059358" y="1465016"/>
                </a:lnTo>
                <a:cubicBezTo>
                  <a:pt x="4058953" y="1465016"/>
                  <a:pt x="4058548" y="1465016"/>
                  <a:pt x="4058143" y="1464612"/>
                </a:cubicBezTo>
                <a:lnTo>
                  <a:pt x="4056524" y="1461778"/>
                </a:lnTo>
                <a:cubicBezTo>
                  <a:pt x="4056119" y="1461373"/>
                  <a:pt x="4056119" y="1460968"/>
                  <a:pt x="4056524" y="1460563"/>
                </a:cubicBezTo>
                <a:lnTo>
                  <a:pt x="4058143" y="1457730"/>
                </a:lnTo>
                <a:cubicBezTo>
                  <a:pt x="4058548" y="1457730"/>
                  <a:pt x="4058953" y="1457325"/>
                  <a:pt x="4059358" y="1457325"/>
                </a:cubicBezTo>
                <a:close/>
                <a:moveTo>
                  <a:pt x="4019280" y="1457325"/>
                </a:moveTo>
                <a:lnTo>
                  <a:pt x="4022519" y="1457325"/>
                </a:lnTo>
                <a:cubicBezTo>
                  <a:pt x="4022924" y="1457325"/>
                  <a:pt x="4023329" y="1457325"/>
                  <a:pt x="4023733" y="1457730"/>
                </a:cubicBezTo>
                <a:lnTo>
                  <a:pt x="4025353" y="1460563"/>
                </a:lnTo>
                <a:cubicBezTo>
                  <a:pt x="4025757" y="1460968"/>
                  <a:pt x="4025757" y="1461373"/>
                  <a:pt x="4025353" y="1461778"/>
                </a:cubicBezTo>
                <a:lnTo>
                  <a:pt x="4023733" y="1464612"/>
                </a:lnTo>
                <a:cubicBezTo>
                  <a:pt x="4023329" y="1465016"/>
                  <a:pt x="4022924" y="1465016"/>
                  <a:pt x="4022519" y="1465421"/>
                </a:cubicBezTo>
                <a:lnTo>
                  <a:pt x="4019280" y="1465421"/>
                </a:lnTo>
                <a:cubicBezTo>
                  <a:pt x="4018876" y="1465421"/>
                  <a:pt x="4018471" y="1465016"/>
                  <a:pt x="4018066" y="1464612"/>
                </a:cubicBezTo>
                <a:lnTo>
                  <a:pt x="4016447" y="1461778"/>
                </a:lnTo>
                <a:cubicBezTo>
                  <a:pt x="4016042" y="1461373"/>
                  <a:pt x="4016042" y="1460968"/>
                  <a:pt x="4016447" y="1460563"/>
                </a:cubicBezTo>
                <a:lnTo>
                  <a:pt x="4018066" y="1457730"/>
                </a:lnTo>
                <a:cubicBezTo>
                  <a:pt x="4018471" y="1457730"/>
                  <a:pt x="4018876" y="1457325"/>
                  <a:pt x="4019280" y="1457325"/>
                </a:cubicBezTo>
                <a:close/>
                <a:moveTo>
                  <a:pt x="3897837" y="1457325"/>
                </a:moveTo>
                <a:lnTo>
                  <a:pt x="3901076" y="1457325"/>
                </a:lnTo>
                <a:cubicBezTo>
                  <a:pt x="3901481" y="1457325"/>
                  <a:pt x="3901886" y="1457325"/>
                  <a:pt x="3902290" y="1457730"/>
                </a:cubicBezTo>
                <a:lnTo>
                  <a:pt x="3903910" y="1460563"/>
                </a:lnTo>
                <a:cubicBezTo>
                  <a:pt x="3904314" y="1460968"/>
                  <a:pt x="3904314" y="1461373"/>
                  <a:pt x="3903910" y="1461778"/>
                </a:cubicBezTo>
                <a:lnTo>
                  <a:pt x="3902290" y="1464612"/>
                </a:lnTo>
                <a:cubicBezTo>
                  <a:pt x="3901886" y="1465016"/>
                  <a:pt x="3901481" y="1465016"/>
                  <a:pt x="3901076" y="1465421"/>
                </a:cubicBezTo>
                <a:lnTo>
                  <a:pt x="3897837" y="1465421"/>
                </a:lnTo>
                <a:cubicBezTo>
                  <a:pt x="3897433" y="1465421"/>
                  <a:pt x="3897028" y="1465016"/>
                  <a:pt x="3896623" y="1464612"/>
                </a:cubicBezTo>
                <a:lnTo>
                  <a:pt x="3895004" y="1461778"/>
                </a:lnTo>
                <a:cubicBezTo>
                  <a:pt x="3894599" y="1461373"/>
                  <a:pt x="3894599" y="1460968"/>
                  <a:pt x="3895004" y="1460563"/>
                </a:cubicBezTo>
                <a:lnTo>
                  <a:pt x="3896623" y="1457730"/>
                </a:lnTo>
                <a:cubicBezTo>
                  <a:pt x="3897028" y="1457730"/>
                  <a:pt x="3897433" y="1457325"/>
                  <a:pt x="3897837" y="1457325"/>
                </a:cubicBezTo>
                <a:close/>
                <a:moveTo>
                  <a:pt x="3856546" y="1457325"/>
                </a:moveTo>
                <a:lnTo>
                  <a:pt x="3860999" y="1457325"/>
                </a:lnTo>
                <a:lnTo>
                  <a:pt x="3863023" y="1460968"/>
                </a:lnTo>
                <a:lnTo>
                  <a:pt x="3860999" y="1464612"/>
                </a:lnTo>
                <a:lnTo>
                  <a:pt x="3856546" y="1464612"/>
                </a:lnTo>
                <a:lnTo>
                  <a:pt x="3854522" y="1460968"/>
                </a:lnTo>
                <a:close/>
                <a:moveTo>
                  <a:pt x="3816470" y="1457325"/>
                </a:moveTo>
                <a:lnTo>
                  <a:pt x="3820518" y="1457325"/>
                </a:lnTo>
                <a:lnTo>
                  <a:pt x="3822542" y="1460968"/>
                </a:lnTo>
                <a:lnTo>
                  <a:pt x="3820518" y="1464612"/>
                </a:lnTo>
                <a:lnTo>
                  <a:pt x="3816470" y="1464612"/>
                </a:lnTo>
                <a:lnTo>
                  <a:pt x="3814446" y="1460968"/>
                </a:lnTo>
                <a:close/>
                <a:moveTo>
                  <a:pt x="3775584" y="1457325"/>
                </a:moveTo>
                <a:lnTo>
                  <a:pt x="3780037" y="1457325"/>
                </a:lnTo>
                <a:lnTo>
                  <a:pt x="3782061" y="1460968"/>
                </a:lnTo>
                <a:lnTo>
                  <a:pt x="3780037" y="1464612"/>
                </a:lnTo>
                <a:lnTo>
                  <a:pt x="3775584" y="1464612"/>
                </a:lnTo>
                <a:lnTo>
                  <a:pt x="3773560" y="1460968"/>
                </a:lnTo>
                <a:close/>
                <a:moveTo>
                  <a:pt x="4302649" y="1456920"/>
                </a:moveTo>
                <a:lnTo>
                  <a:pt x="4305888" y="1456920"/>
                </a:lnTo>
                <a:cubicBezTo>
                  <a:pt x="4306293" y="1456920"/>
                  <a:pt x="4306698" y="1457325"/>
                  <a:pt x="4307102" y="1457730"/>
                </a:cubicBezTo>
                <a:lnTo>
                  <a:pt x="4308722" y="1460563"/>
                </a:lnTo>
                <a:cubicBezTo>
                  <a:pt x="4309126" y="1460968"/>
                  <a:pt x="4309126" y="1461373"/>
                  <a:pt x="4308722" y="1461778"/>
                </a:cubicBezTo>
                <a:lnTo>
                  <a:pt x="4307102" y="1464612"/>
                </a:lnTo>
                <a:cubicBezTo>
                  <a:pt x="4306698" y="1465016"/>
                  <a:pt x="4306293" y="1465016"/>
                  <a:pt x="4305888" y="1465421"/>
                </a:cubicBezTo>
                <a:lnTo>
                  <a:pt x="4302649" y="1465421"/>
                </a:lnTo>
                <a:cubicBezTo>
                  <a:pt x="4302245" y="1465421"/>
                  <a:pt x="4301840" y="1465016"/>
                  <a:pt x="4301435" y="1464612"/>
                </a:cubicBezTo>
                <a:lnTo>
                  <a:pt x="4299816" y="1461778"/>
                </a:lnTo>
                <a:cubicBezTo>
                  <a:pt x="4299411" y="1461373"/>
                  <a:pt x="4299411" y="1460968"/>
                  <a:pt x="4299816" y="1460563"/>
                </a:cubicBezTo>
                <a:lnTo>
                  <a:pt x="4301435" y="1457730"/>
                </a:lnTo>
                <a:cubicBezTo>
                  <a:pt x="4301840" y="1457325"/>
                  <a:pt x="4302245" y="1456920"/>
                  <a:pt x="4302649" y="1456920"/>
                </a:cubicBezTo>
                <a:close/>
                <a:moveTo>
                  <a:pt x="4262168" y="1456920"/>
                </a:moveTo>
                <a:lnTo>
                  <a:pt x="4265407" y="1456920"/>
                </a:lnTo>
                <a:cubicBezTo>
                  <a:pt x="4265812" y="1456920"/>
                  <a:pt x="4266217" y="1457325"/>
                  <a:pt x="4266621" y="1457730"/>
                </a:cubicBezTo>
                <a:lnTo>
                  <a:pt x="4268241" y="1460563"/>
                </a:lnTo>
                <a:cubicBezTo>
                  <a:pt x="4268645" y="1460968"/>
                  <a:pt x="4268645" y="1461373"/>
                  <a:pt x="4268241" y="1461778"/>
                </a:cubicBezTo>
                <a:lnTo>
                  <a:pt x="4266621" y="1464612"/>
                </a:lnTo>
                <a:cubicBezTo>
                  <a:pt x="4266217" y="1465016"/>
                  <a:pt x="4265812" y="1465016"/>
                  <a:pt x="4265407" y="1465421"/>
                </a:cubicBezTo>
                <a:lnTo>
                  <a:pt x="4262168" y="1465421"/>
                </a:lnTo>
                <a:cubicBezTo>
                  <a:pt x="4261764" y="1465421"/>
                  <a:pt x="4261359" y="1465016"/>
                  <a:pt x="4260954" y="1464612"/>
                </a:cubicBezTo>
                <a:lnTo>
                  <a:pt x="4259335" y="1461778"/>
                </a:lnTo>
                <a:cubicBezTo>
                  <a:pt x="4258930" y="1461373"/>
                  <a:pt x="4258930" y="1460968"/>
                  <a:pt x="4259335" y="1460563"/>
                </a:cubicBezTo>
                <a:lnTo>
                  <a:pt x="4260954" y="1457730"/>
                </a:lnTo>
                <a:cubicBezTo>
                  <a:pt x="4261359" y="1457325"/>
                  <a:pt x="4261764" y="1456920"/>
                  <a:pt x="4262168" y="1456920"/>
                </a:cubicBezTo>
                <a:close/>
                <a:moveTo>
                  <a:pt x="4181205" y="1456920"/>
                </a:moveTo>
                <a:lnTo>
                  <a:pt x="4184444" y="1456920"/>
                </a:lnTo>
                <a:cubicBezTo>
                  <a:pt x="4184849" y="1456920"/>
                  <a:pt x="4185254" y="1457325"/>
                  <a:pt x="4185658" y="1457730"/>
                </a:cubicBezTo>
                <a:lnTo>
                  <a:pt x="4187278" y="1460563"/>
                </a:lnTo>
                <a:cubicBezTo>
                  <a:pt x="4187682" y="1460968"/>
                  <a:pt x="4187682" y="1461373"/>
                  <a:pt x="4187278" y="1461778"/>
                </a:cubicBezTo>
                <a:lnTo>
                  <a:pt x="4185658" y="1464612"/>
                </a:lnTo>
                <a:cubicBezTo>
                  <a:pt x="4185254" y="1465016"/>
                  <a:pt x="4184849" y="1465016"/>
                  <a:pt x="4184444" y="1465421"/>
                </a:cubicBezTo>
                <a:lnTo>
                  <a:pt x="4181205" y="1465421"/>
                </a:lnTo>
                <a:cubicBezTo>
                  <a:pt x="4180801" y="1465421"/>
                  <a:pt x="4180396" y="1465016"/>
                  <a:pt x="4179991" y="1464612"/>
                </a:cubicBezTo>
                <a:lnTo>
                  <a:pt x="4178372" y="1461778"/>
                </a:lnTo>
                <a:cubicBezTo>
                  <a:pt x="4177967" y="1461373"/>
                  <a:pt x="4177967" y="1460968"/>
                  <a:pt x="4178372" y="1460563"/>
                </a:cubicBezTo>
                <a:lnTo>
                  <a:pt x="4179991" y="1457730"/>
                </a:lnTo>
                <a:cubicBezTo>
                  <a:pt x="4180396" y="1457325"/>
                  <a:pt x="4180801" y="1456920"/>
                  <a:pt x="4181205" y="1456920"/>
                </a:cubicBezTo>
                <a:close/>
                <a:moveTo>
                  <a:pt x="3937914" y="1456920"/>
                </a:moveTo>
                <a:lnTo>
                  <a:pt x="3941557" y="1456920"/>
                </a:lnTo>
                <a:cubicBezTo>
                  <a:pt x="3941962" y="1456920"/>
                  <a:pt x="3942366" y="1457325"/>
                  <a:pt x="3942771" y="1457730"/>
                </a:cubicBezTo>
                <a:lnTo>
                  <a:pt x="3944390" y="1460563"/>
                </a:lnTo>
                <a:cubicBezTo>
                  <a:pt x="3944795" y="1460968"/>
                  <a:pt x="3944795" y="1461373"/>
                  <a:pt x="3944390" y="1461778"/>
                </a:cubicBezTo>
                <a:lnTo>
                  <a:pt x="3942771" y="1464612"/>
                </a:lnTo>
                <a:cubicBezTo>
                  <a:pt x="3942366" y="1465016"/>
                  <a:pt x="3941962" y="1465016"/>
                  <a:pt x="3941557" y="1465421"/>
                </a:cubicBezTo>
                <a:lnTo>
                  <a:pt x="3937914" y="1465421"/>
                </a:lnTo>
                <a:cubicBezTo>
                  <a:pt x="3937509" y="1465421"/>
                  <a:pt x="3937104" y="1465016"/>
                  <a:pt x="3936699" y="1464612"/>
                </a:cubicBezTo>
                <a:lnTo>
                  <a:pt x="3935080" y="1461778"/>
                </a:lnTo>
                <a:cubicBezTo>
                  <a:pt x="3934675" y="1461373"/>
                  <a:pt x="3934675" y="1460968"/>
                  <a:pt x="3935080" y="1460563"/>
                </a:cubicBezTo>
                <a:lnTo>
                  <a:pt x="3936699" y="1457730"/>
                </a:lnTo>
                <a:cubicBezTo>
                  <a:pt x="3937104" y="1457325"/>
                  <a:pt x="3937509" y="1456920"/>
                  <a:pt x="3937914" y="1456920"/>
                </a:cubicBezTo>
                <a:close/>
                <a:moveTo>
                  <a:pt x="3168770" y="1456920"/>
                </a:moveTo>
                <a:lnTo>
                  <a:pt x="3173223" y="1456920"/>
                </a:lnTo>
                <a:lnTo>
                  <a:pt x="3175651" y="1460968"/>
                </a:lnTo>
                <a:lnTo>
                  <a:pt x="3173223" y="1465016"/>
                </a:lnTo>
                <a:lnTo>
                  <a:pt x="3168770" y="1465016"/>
                </a:lnTo>
                <a:lnTo>
                  <a:pt x="3166341" y="1460968"/>
                </a:lnTo>
                <a:close/>
                <a:moveTo>
                  <a:pt x="4464170" y="1456515"/>
                </a:moveTo>
                <a:lnTo>
                  <a:pt x="4467814" y="1456515"/>
                </a:lnTo>
                <a:cubicBezTo>
                  <a:pt x="4468218" y="1456515"/>
                  <a:pt x="4468623" y="1456920"/>
                  <a:pt x="4469028" y="1457325"/>
                </a:cubicBezTo>
                <a:lnTo>
                  <a:pt x="4471052" y="1460563"/>
                </a:lnTo>
                <a:cubicBezTo>
                  <a:pt x="4471457" y="1460968"/>
                  <a:pt x="4471457" y="1461373"/>
                  <a:pt x="4471052" y="1461778"/>
                </a:cubicBezTo>
                <a:lnTo>
                  <a:pt x="4469028" y="1465016"/>
                </a:lnTo>
                <a:cubicBezTo>
                  <a:pt x="4469028" y="1465016"/>
                  <a:pt x="4468623" y="1465421"/>
                  <a:pt x="4467814" y="1465016"/>
                </a:cubicBezTo>
                <a:lnTo>
                  <a:pt x="4464170" y="1465016"/>
                </a:lnTo>
                <a:cubicBezTo>
                  <a:pt x="4463766" y="1465016"/>
                  <a:pt x="4463360" y="1465016"/>
                  <a:pt x="4462956" y="1464611"/>
                </a:cubicBezTo>
                <a:lnTo>
                  <a:pt x="4460932" y="1461373"/>
                </a:lnTo>
                <a:cubicBezTo>
                  <a:pt x="4460527" y="1460968"/>
                  <a:pt x="4460527" y="1460563"/>
                  <a:pt x="4460932" y="1460158"/>
                </a:cubicBezTo>
                <a:lnTo>
                  <a:pt x="4462956" y="1456920"/>
                </a:lnTo>
                <a:cubicBezTo>
                  <a:pt x="4463360" y="1456920"/>
                  <a:pt x="4463766" y="1456515"/>
                  <a:pt x="4464170" y="1456515"/>
                </a:cubicBezTo>
                <a:close/>
                <a:moveTo>
                  <a:pt x="4423688" y="1456515"/>
                </a:moveTo>
                <a:lnTo>
                  <a:pt x="4427332" y="1456515"/>
                </a:lnTo>
                <a:cubicBezTo>
                  <a:pt x="4427736" y="1456515"/>
                  <a:pt x="4428141" y="1456920"/>
                  <a:pt x="4428546" y="1457325"/>
                </a:cubicBezTo>
                <a:lnTo>
                  <a:pt x="4430570" y="1460563"/>
                </a:lnTo>
                <a:cubicBezTo>
                  <a:pt x="4430975" y="1460968"/>
                  <a:pt x="4430975" y="1461373"/>
                  <a:pt x="4430570" y="1461778"/>
                </a:cubicBezTo>
                <a:lnTo>
                  <a:pt x="4428546" y="1465016"/>
                </a:lnTo>
                <a:cubicBezTo>
                  <a:pt x="4428546" y="1465016"/>
                  <a:pt x="4428141" y="1465421"/>
                  <a:pt x="4427332" y="1465421"/>
                </a:cubicBezTo>
                <a:lnTo>
                  <a:pt x="4423688" y="1465421"/>
                </a:lnTo>
                <a:cubicBezTo>
                  <a:pt x="4423284" y="1465421"/>
                  <a:pt x="4422878" y="1465421"/>
                  <a:pt x="4422474" y="1465016"/>
                </a:cubicBezTo>
                <a:lnTo>
                  <a:pt x="4420450" y="1461778"/>
                </a:lnTo>
                <a:cubicBezTo>
                  <a:pt x="4420045" y="1461373"/>
                  <a:pt x="4420045" y="1460968"/>
                  <a:pt x="4420450" y="1460563"/>
                </a:cubicBezTo>
                <a:lnTo>
                  <a:pt x="4422474" y="1457325"/>
                </a:lnTo>
                <a:cubicBezTo>
                  <a:pt x="4422878" y="1456920"/>
                  <a:pt x="4423284" y="1456515"/>
                  <a:pt x="4423688" y="1456515"/>
                </a:cubicBezTo>
                <a:close/>
                <a:moveTo>
                  <a:pt x="4220877" y="1456515"/>
                </a:moveTo>
                <a:lnTo>
                  <a:pt x="4224925" y="1456515"/>
                </a:lnTo>
                <a:cubicBezTo>
                  <a:pt x="4225330" y="1456515"/>
                  <a:pt x="4225735" y="1456920"/>
                  <a:pt x="4226139" y="1457325"/>
                </a:cubicBezTo>
                <a:lnTo>
                  <a:pt x="4228164" y="1460563"/>
                </a:lnTo>
                <a:cubicBezTo>
                  <a:pt x="4228568" y="1460968"/>
                  <a:pt x="4228568" y="1461373"/>
                  <a:pt x="4228164" y="1461778"/>
                </a:cubicBezTo>
                <a:lnTo>
                  <a:pt x="4226139" y="1465016"/>
                </a:lnTo>
                <a:cubicBezTo>
                  <a:pt x="4226139" y="1465421"/>
                  <a:pt x="4225735" y="1465421"/>
                  <a:pt x="4224925" y="1465826"/>
                </a:cubicBezTo>
                <a:lnTo>
                  <a:pt x="4220877" y="1465826"/>
                </a:lnTo>
                <a:cubicBezTo>
                  <a:pt x="4220472" y="1465826"/>
                  <a:pt x="4220067" y="1465421"/>
                  <a:pt x="4219663" y="1465016"/>
                </a:cubicBezTo>
                <a:lnTo>
                  <a:pt x="4217639" y="1461778"/>
                </a:lnTo>
                <a:cubicBezTo>
                  <a:pt x="4217234" y="1461373"/>
                  <a:pt x="4217234" y="1460968"/>
                  <a:pt x="4217639" y="1460563"/>
                </a:cubicBezTo>
                <a:lnTo>
                  <a:pt x="4219663" y="1457325"/>
                </a:lnTo>
                <a:cubicBezTo>
                  <a:pt x="4220067" y="1456920"/>
                  <a:pt x="4220472" y="1456515"/>
                  <a:pt x="4220877" y="1456515"/>
                </a:cubicBezTo>
                <a:close/>
                <a:moveTo>
                  <a:pt x="3978395" y="1456515"/>
                </a:moveTo>
                <a:lnTo>
                  <a:pt x="3982038" y="1456515"/>
                </a:lnTo>
                <a:cubicBezTo>
                  <a:pt x="3982443" y="1456515"/>
                  <a:pt x="3982847" y="1456515"/>
                  <a:pt x="3983252" y="1456920"/>
                </a:cubicBezTo>
                <a:lnTo>
                  <a:pt x="3984871" y="1460158"/>
                </a:lnTo>
                <a:cubicBezTo>
                  <a:pt x="3985276" y="1460563"/>
                  <a:pt x="3985276" y="1460968"/>
                  <a:pt x="3984871" y="1461373"/>
                </a:cubicBezTo>
                <a:lnTo>
                  <a:pt x="3983252" y="1464611"/>
                </a:lnTo>
                <a:cubicBezTo>
                  <a:pt x="3982847" y="1465016"/>
                  <a:pt x="3982443" y="1465421"/>
                  <a:pt x="3982038" y="1465016"/>
                </a:cubicBezTo>
                <a:lnTo>
                  <a:pt x="3978395" y="1465016"/>
                </a:lnTo>
                <a:cubicBezTo>
                  <a:pt x="3977990" y="1465016"/>
                  <a:pt x="3977585" y="1465016"/>
                  <a:pt x="3977180" y="1464611"/>
                </a:cubicBezTo>
                <a:lnTo>
                  <a:pt x="3975561" y="1461373"/>
                </a:lnTo>
                <a:cubicBezTo>
                  <a:pt x="3975156" y="1460968"/>
                  <a:pt x="3975156" y="1460563"/>
                  <a:pt x="3975561" y="1460158"/>
                </a:cubicBezTo>
                <a:lnTo>
                  <a:pt x="3977180" y="1456920"/>
                </a:lnTo>
                <a:cubicBezTo>
                  <a:pt x="3977585" y="1456920"/>
                  <a:pt x="3977990" y="1456515"/>
                  <a:pt x="3978395" y="1456515"/>
                </a:cubicBezTo>
                <a:close/>
                <a:moveTo>
                  <a:pt x="4383208" y="1456111"/>
                </a:moveTo>
                <a:lnTo>
                  <a:pt x="4386851" y="1456111"/>
                </a:lnTo>
                <a:cubicBezTo>
                  <a:pt x="4387256" y="1456111"/>
                  <a:pt x="4387660" y="1456516"/>
                  <a:pt x="4388065" y="1456920"/>
                </a:cubicBezTo>
                <a:lnTo>
                  <a:pt x="4389684" y="1460159"/>
                </a:lnTo>
                <a:cubicBezTo>
                  <a:pt x="4390089" y="1460564"/>
                  <a:pt x="4390089" y="1460969"/>
                  <a:pt x="4389684" y="1461374"/>
                </a:cubicBezTo>
                <a:lnTo>
                  <a:pt x="4388065" y="1464612"/>
                </a:lnTo>
                <a:cubicBezTo>
                  <a:pt x="4388065" y="1465017"/>
                  <a:pt x="4387660" y="1465422"/>
                  <a:pt x="4386851" y="1465422"/>
                </a:cubicBezTo>
                <a:lnTo>
                  <a:pt x="4383208" y="1465422"/>
                </a:lnTo>
                <a:cubicBezTo>
                  <a:pt x="4382803" y="1465422"/>
                  <a:pt x="4382398" y="1465017"/>
                  <a:pt x="4381993" y="1464612"/>
                </a:cubicBezTo>
                <a:lnTo>
                  <a:pt x="4380374" y="1461374"/>
                </a:lnTo>
                <a:cubicBezTo>
                  <a:pt x="4379969" y="1460969"/>
                  <a:pt x="4379969" y="1460564"/>
                  <a:pt x="4380374" y="1460159"/>
                </a:cubicBezTo>
                <a:lnTo>
                  <a:pt x="4381993" y="1456920"/>
                </a:lnTo>
                <a:cubicBezTo>
                  <a:pt x="4382398" y="1456516"/>
                  <a:pt x="4382803" y="1456111"/>
                  <a:pt x="4383208" y="1456111"/>
                </a:cubicBezTo>
                <a:close/>
                <a:moveTo>
                  <a:pt x="4342727" y="1456111"/>
                </a:moveTo>
                <a:lnTo>
                  <a:pt x="4346370" y="1456111"/>
                </a:lnTo>
                <a:cubicBezTo>
                  <a:pt x="4346775" y="1456111"/>
                  <a:pt x="4347179" y="1456516"/>
                  <a:pt x="4347584" y="1456920"/>
                </a:cubicBezTo>
                <a:lnTo>
                  <a:pt x="4349203" y="1460159"/>
                </a:lnTo>
                <a:cubicBezTo>
                  <a:pt x="4349608" y="1460564"/>
                  <a:pt x="4349608" y="1460969"/>
                  <a:pt x="4349203" y="1461374"/>
                </a:cubicBezTo>
                <a:lnTo>
                  <a:pt x="4347584" y="1464612"/>
                </a:lnTo>
                <a:cubicBezTo>
                  <a:pt x="4347584" y="1465017"/>
                  <a:pt x="4347179" y="1465422"/>
                  <a:pt x="4346370" y="1465422"/>
                </a:cubicBezTo>
                <a:lnTo>
                  <a:pt x="4342727" y="1465422"/>
                </a:lnTo>
                <a:cubicBezTo>
                  <a:pt x="4342322" y="1465422"/>
                  <a:pt x="4341917" y="1465017"/>
                  <a:pt x="4341512" y="1464612"/>
                </a:cubicBezTo>
                <a:lnTo>
                  <a:pt x="4339893" y="1461374"/>
                </a:lnTo>
                <a:cubicBezTo>
                  <a:pt x="4339488" y="1460969"/>
                  <a:pt x="4339488" y="1460564"/>
                  <a:pt x="4339893" y="1460159"/>
                </a:cubicBezTo>
                <a:lnTo>
                  <a:pt x="4341512" y="1456920"/>
                </a:lnTo>
                <a:cubicBezTo>
                  <a:pt x="4341917" y="1456516"/>
                  <a:pt x="4342322" y="1456111"/>
                  <a:pt x="4342727" y="1456111"/>
                </a:cubicBezTo>
                <a:close/>
                <a:moveTo>
                  <a:pt x="3127884" y="1456111"/>
                </a:moveTo>
                <a:lnTo>
                  <a:pt x="3132337" y="1456111"/>
                </a:lnTo>
                <a:cubicBezTo>
                  <a:pt x="3132742" y="1456111"/>
                  <a:pt x="3133146" y="1456516"/>
                  <a:pt x="3133551" y="1456920"/>
                </a:cubicBezTo>
                <a:lnTo>
                  <a:pt x="3135575" y="1460564"/>
                </a:lnTo>
                <a:cubicBezTo>
                  <a:pt x="3135980" y="1460969"/>
                  <a:pt x="3135980" y="1461374"/>
                  <a:pt x="3135575" y="1461778"/>
                </a:cubicBezTo>
                <a:lnTo>
                  <a:pt x="3133551" y="1465422"/>
                </a:lnTo>
                <a:cubicBezTo>
                  <a:pt x="3133146" y="1465826"/>
                  <a:pt x="3132742" y="1465826"/>
                  <a:pt x="3132337" y="1466231"/>
                </a:cubicBezTo>
                <a:lnTo>
                  <a:pt x="3127884" y="1466231"/>
                </a:lnTo>
                <a:cubicBezTo>
                  <a:pt x="3127479" y="1466231"/>
                  <a:pt x="3127074" y="1465826"/>
                  <a:pt x="3126670" y="1465422"/>
                </a:cubicBezTo>
                <a:lnTo>
                  <a:pt x="3124646" y="1461778"/>
                </a:lnTo>
                <a:cubicBezTo>
                  <a:pt x="3124241" y="1461374"/>
                  <a:pt x="3124241" y="1460969"/>
                  <a:pt x="3124646" y="1460564"/>
                </a:cubicBezTo>
                <a:lnTo>
                  <a:pt x="3126670" y="1456920"/>
                </a:lnTo>
                <a:cubicBezTo>
                  <a:pt x="3127074" y="1456516"/>
                  <a:pt x="3127479" y="1456111"/>
                  <a:pt x="3127884" y="1456111"/>
                </a:cubicBezTo>
                <a:close/>
                <a:moveTo>
                  <a:pt x="3086188" y="1453682"/>
                </a:moveTo>
                <a:lnTo>
                  <a:pt x="3092665" y="1453682"/>
                </a:lnTo>
                <a:cubicBezTo>
                  <a:pt x="3093070" y="1453682"/>
                  <a:pt x="3093475" y="1454087"/>
                  <a:pt x="3093880" y="1454492"/>
                </a:cubicBezTo>
                <a:lnTo>
                  <a:pt x="3097118" y="1460159"/>
                </a:lnTo>
                <a:cubicBezTo>
                  <a:pt x="3097523" y="1460564"/>
                  <a:pt x="3097523" y="1460969"/>
                  <a:pt x="3097118" y="1461374"/>
                </a:cubicBezTo>
                <a:lnTo>
                  <a:pt x="3093880" y="1467041"/>
                </a:lnTo>
                <a:cubicBezTo>
                  <a:pt x="3093880" y="1467446"/>
                  <a:pt x="3093475" y="1467850"/>
                  <a:pt x="3092665" y="1467850"/>
                </a:cubicBezTo>
                <a:lnTo>
                  <a:pt x="3086188" y="1467850"/>
                </a:lnTo>
                <a:cubicBezTo>
                  <a:pt x="3085784" y="1467850"/>
                  <a:pt x="3085379" y="1467446"/>
                  <a:pt x="3084974" y="1467041"/>
                </a:cubicBezTo>
                <a:lnTo>
                  <a:pt x="3081736" y="1461374"/>
                </a:lnTo>
                <a:cubicBezTo>
                  <a:pt x="3081331" y="1460969"/>
                  <a:pt x="3081331" y="1460564"/>
                  <a:pt x="3081736" y="1460159"/>
                </a:cubicBezTo>
                <a:lnTo>
                  <a:pt x="3084974" y="1454492"/>
                </a:lnTo>
                <a:cubicBezTo>
                  <a:pt x="3085379" y="1454087"/>
                  <a:pt x="3085784" y="1453682"/>
                  <a:pt x="3086188" y="1453682"/>
                </a:cubicBezTo>
                <a:close/>
                <a:moveTo>
                  <a:pt x="3045302" y="1453682"/>
                </a:moveTo>
                <a:lnTo>
                  <a:pt x="3052588" y="1453682"/>
                </a:lnTo>
                <a:cubicBezTo>
                  <a:pt x="3052993" y="1453682"/>
                  <a:pt x="3053398" y="1454087"/>
                  <a:pt x="3053803" y="1454492"/>
                </a:cubicBezTo>
                <a:lnTo>
                  <a:pt x="3057446" y="1460564"/>
                </a:lnTo>
                <a:cubicBezTo>
                  <a:pt x="3057851" y="1460969"/>
                  <a:pt x="3057851" y="1461374"/>
                  <a:pt x="3057446" y="1461778"/>
                </a:cubicBezTo>
                <a:lnTo>
                  <a:pt x="3053803" y="1467850"/>
                </a:lnTo>
                <a:cubicBezTo>
                  <a:pt x="3053803" y="1468255"/>
                  <a:pt x="3053398" y="1468255"/>
                  <a:pt x="3052588" y="1468255"/>
                </a:cubicBezTo>
                <a:lnTo>
                  <a:pt x="3045302" y="1468255"/>
                </a:lnTo>
                <a:cubicBezTo>
                  <a:pt x="3044897" y="1468255"/>
                  <a:pt x="3044492" y="1468255"/>
                  <a:pt x="3044087" y="1467850"/>
                </a:cubicBezTo>
                <a:lnTo>
                  <a:pt x="3040444" y="1461778"/>
                </a:lnTo>
                <a:cubicBezTo>
                  <a:pt x="3040039" y="1461374"/>
                  <a:pt x="3040039" y="1460969"/>
                  <a:pt x="3040444" y="1460564"/>
                </a:cubicBezTo>
                <a:lnTo>
                  <a:pt x="3044087" y="1454492"/>
                </a:lnTo>
                <a:cubicBezTo>
                  <a:pt x="3044492" y="1454087"/>
                  <a:pt x="3044897" y="1453682"/>
                  <a:pt x="3045302" y="1453682"/>
                </a:cubicBezTo>
                <a:close/>
                <a:moveTo>
                  <a:pt x="3004416" y="1452467"/>
                </a:moveTo>
                <a:lnTo>
                  <a:pt x="3013322" y="1452467"/>
                </a:lnTo>
                <a:cubicBezTo>
                  <a:pt x="3013726" y="1452467"/>
                  <a:pt x="3014131" y="1452467"/>
                  <a:pt x="3014536" y="1452872"/>
                </a:cubicBezTo>
                <a:lnTo>
                  <a:pt x="3018989" y="1460563"/>
                </a:lnTo>
                <a:cubicBezTo>
                  <a:pt x="3019394" y="1460968"/>
                  <a:pt x="3019394" y="1461373"/>
                  <a:pt x="3018989" y="1461778"/>
                </a:cubicBezTo>
                <a:lnTo>
                  <a:pt x="3014536" y="1469469"/>
                </a:lnTo>
                <a:cubicBezTo>
                  <a:pt x="3014131" y="1469874"/>
                  <a:pt x="3013726" y="1469874"/>
                  <a:pt x="3013322" y="1469874"/>
                </a:cubicBezTo>
                <a:lnTo>
                  <a:pt x="3004416" y="1469874"/>
                </a:lnTo>
                <a:cubicBezTo>
                  <a:pt x="3004011" y="1469874"/>
                  <a:pt x="3003606" y="1469874"/>
                  <a:pt x="3003201" y="1469469"/>
                </a:cubicBezTo>
                <a:lnTo>
                  <a:pt x="2998749" y="1461778"/>
                </a:lnTo>
                <a:cubicBezTo>
                  <a:pt x="2998344" y="1461373"/>
                  <a:pt x="2998344" y="1460968"/>
                  <a:pt x="2998749" y="1460563"/>
                </a:cubicBezTo>
                <a:lnTo>
                  <a:pt x="3003201" y="1452872"/>
                </a:lnTo>
                <a:cubicBezTo>
                  <a:pt x="3003606" y="1452872"/>
                  <a:pt x="3004011" y="1452467"/>
                  <a:pt x="3004416" y="1452467"/>
                </a:cubicBezTo>
                <a:close/>
                <a:moveTo>
                  <a:pt x="2963530" y="1451253"/>
                </a:moveTo>
                <a:lnTo>
                  <a:pt x="2973245" y="1451253"/>
                </a:lnTo>
                <a:cubicBezTo>
                  <a:pt x="2973650" y="1451253"/>
                  <a:pt x="2974055" y="1451658"/>
                  <a:pt x="2974460" y="1452063"/>
                </a:cubicBezTo>
                <a:lnTo>
                  <a:pt x="2979318" y="1460564"/>
                </a:lnTo>
                <a:cubicBezTo>
                  <a:pt x="2979722" y="1460968"/>
                  <a:pt x="2979722" y="1461373"/>
                  <a:pt x="2979318" y="1461778"/>
                </a:cubicBezTo>
                <a:lnTo>
                  <a:pt x="2974460" y="1470279"/>
                </a:lnTo>
                <a:cubicBezTo>
                  <a:pt x="2974055" y="1470279"/>
                  <a:pt x="2973650" y="1470684"/>
                  <a:pt x="2973245" y="1471089"/>
                </a:cubicBezTo>
                <a:lnTo>
                  <a:pt x="2963530" y="1471089"/>
                </a:lnTo>
                <a:cubicBezTo>
                  <a:pt x="2963125" y="1471089"/>
                  <a:pt x="2962720" y="1470684"/>
                  <a:pt x="2962316" y="1470279"/>
                </a:cubicBezTo>
                <a:lnTo>
                  <a:pt x="2957458" y="1461778"/>
                </a:lnTo>
                <a:cubicBezTo>
                  <a:pt x="2957053" y="1461373"/>
                  <a:pt x="2957053" y="1460968"/>
                  <a:pt x="2957458" y="1460564"/>
                </a:cubicBezTo>
                <a:lnTo>
                  <a:pt x="2962316" y="1452063"/>
                </a:lnTo>
                <a:cubicBezTo>
                  <a:pt x="2962720" y="1451658"/>
                  <a:pt x="2963125" y="1451253"/>
                  <a:pt x="2963530" y="1451253"/>
                </a:cubicBezTo>
                <a:close/>
                <a:moveTo>
                  <a:pt x="2923049" y="1451253"/>
                </a:moveTo>
                <a:lnTo>
                  <a:pt x="2932764" y="1451253"/>
                </a:lnTo>
                <a:cubicBezTo>
                  <a:pt x="2933169" y="1451253"/>
                  <a:pt x="2933574" y="1451658"/>
                  <a:pt x="2933979" y="1452063"/>
                </a:cubicBezTo>
                <a:lnTo>
                  <a:pt x="2938837" y="1460564"/>
                </a:lnTo>
                <a:cubicBezTo>
                  <a:pt x="2939241" y="1460968"/>
                  <a:pt x="2939241" y="1461373"/>
                  <a:pt x="2938837" y="1461778"/>
                </a:cubicBezTo>
                <a:lnTo>
                  <a:pt x="2933979" y="1470279"/>
                </a:lnTo>
                <a:cubicBezTo>
                  <a:pt x="2933574" y="1470684"/>
                  <a:pt x="2933169" y="1470684"/>
                  <a:pt x="2932764" y="1471089"/>
                </a:cubicBezTo>
                <a:lnTo>
                  <a:pt x="2923049" y="1471089"/>
                </a:lnTo>
                <a:cubicBezTo>
                  <a:pt x="2922644" y="1471089"/>
                  <a:pt x="2922239" y="1470684"/>
                  <a:pt x="2921835" y="1470279"/>
                </a:cubicBezTo>
                <a:lnTo>
                  <a:pt x="2916977" y="1461778"/>
                </a:lnTo>
                <a:cubicBezTo>
                  <a:pt x="2916572" y="1461373"/>
                  <a:pt x="2916572" y="1460968"/>
                  <a:pt x="2916977" y="1460564"/>
                </a:cubicBezTo>
                <a:lnTo>
                  <a:pt x="2921835" y="1452063"/>
                </a:lnTo>
                <a:cubicBezTo>
                  <a:pt x="2922239" y="1451658"/>
                  <a:pt x="2922644" y="1451253"/>
                  <a:pt x="2923049" y="1451253"/>
                </a:cubicBezTo>
                <a:close/>
                <a:moveTo>
                  <a:pt x="3452948" y="1418463"/>
                </a:moveTo>
                <a:lnTo>
                  <a:pt x="3455377" y="1418463"/>
                </a:lnTo>
                <a:lnTo>
                  <a:pt x="3456592" y="1420487"/>
                </a:lnTo>
                <a:lnTo>
                  <a:pt x="3455377" y="1422511"/>
                </a:lnTo>
                <a:lnTo>
                  <a:pt x="3452948" y="1422511"/>
                </a:lnTo>
                <a:lnTo>
                  <a:pt x="3451734" y="1420487"/>
                </a:lnTo>
                <a:close/>
                <a:moveTo>
                  <a:pt x="3412467" y="1418463"/>
                </a:moveTo>
                <a:lnTo>
                  <a:pt x="3414896" y="1418463"/>
                </a:lnTo>
                <a:lnTo>
                  <a:pt x="3416111" y="1420487"/>
                </a:lnTo>
                <a:lnTo>
                  <a:pt x="3414896" y="1422511"/>
                </a:lnTo>
                <a:lnTo>
                  <a:pt x="3412467" y="1422511"/>
                </a:lnTo>
                <a:lnTo>
                  <a:pt x="3411253" y="1420487"/>
                </a:lnTo>
                <a:close/>
                <a:moveTo>
                  <a:pt x="3371985" y="1418463"/>
                </a:moveTo>
                <a:lnTo>
                  <a:pt x="3374414" y="1418463"/>
                </a:lnTo>
                <a:lnTo>
                  <a:pt x="3375629" y="1420487"/>
                </a:lnTo>
                <a:lnTo>
                  <a:pt x="3374414" y="1422511"/>
                </a:lnTo>
                <a:lnTo>
                  <a:pt x="3371985" y="1422511"/>
                </a:lnTo>
                <a:lnTo>
                  <a:pt x="3370771" y="1420487"/>
                </a:lnTo>
                <a:close/>
                <a:moveTo>
                  <a:pt x="3331504" y="1418463"/>
                </a:moveTo>
                <a:lnTo>
                  <a:pt x="3333933" y="1418463"/>
                </a:lnTo>
                <a:lnTo>
                  <a:pt x="3335148" y="1420487"/>
                </a:lnTo>
                <a:lnTo>
                  <a:pt x="3333933" y="1422511"/>
                </a:lnTo>
                <a:lnTo>
                  <a:pt x="3331504" y="1422511"/>
                </a:lnTo>
                <a:lnTo>
                  <a:pt x="3330290" y="1420487"/>
                </a:lnTo>
                <a:close/>
                <a:moveTo>
                  <a:pt x="3291023" y="1418463"/>
                </a:moveTo>
                <a:lnTo>
                  <a:pt x="3293452" y="1418463"/>
                </a:lnTo>
                <a:lnTo>
                  <a:pt x="3294667" y="1420487"/>
                </a:lnTo>
                <a:lnTo>
                  <a:pt x="3293452" y="1422511"/>
                </a:lnTo>
                <a:lnTo>
                  <a:pt x="3291023" y="1422511"/>
                </a:lnTo>
                <a:lnTo>
                  <a:pt x="3289809" y="1420487"/>
                </a:lnTo>
                <a:close/>
                <a:moveTo>
                  <a:pt x="3250946" y="1418463"/>
                </a:moveTo>
                <a:lnTo>
                  <a:pt x="3252970" y="1418463"/>
                </a:lnTo>
                <a:lnTo>
                  <a:pt x="3254185" y="1420487"/>
                </a:lnTo>
                <a:lnTo>
                  <a:pt x="3252970" y="1422511"/>
                </a:lnTo>
                <a:lnTo>
                  <a:pt x="3250946" y="1422511"/>
                </a:lnTo>
                <a:lnTo>
                  <a:pt x="3249732" y="1420487"/>
                </a:lnTo>
                <a:close/>
                <a:moveTo>
                  <a:pt x="3533910" y="1418058"/>
                </a:moveTo>
                <a:lnTo>
                  <a:pt x="3536744" y="1418058"/>
                </a:lnTo>
                <a:lnTo>
                  <a:pt x="3538363" y="1420487"/>
                </a:lnTo>
                <a:lnTo>
                  <a:pt x="3536744" y="1422916"/>
                </a:lnTo>
                <a:lnTo>
                  <a:pt x="3533910" y="1422916"/>
                </a:lnTo>
                <a:lnTo>
                  <a:pt x="3532291" y="1420487"/>
                </a:lnTo>
                <a:close/>
                <a:moveTo>
                  <a:pt x="3493025" y="1418058"/>
                </a:moveTo>
                <a:lnTo>
                  <a:pt x="3495858" y="1418058"/>
                </a:lnTo>
                <a:lnTo>
                  <a:pt x="3497073" y="1420487"/>
                </a:lnTo>
                <a:lnTo>
                  <a:pt x="3495858" y="1422916"/>
                </a:lnTo>
                <a:lnTo>
                  <a:pt x="3493025" y="1422916"/>
                </a:lnTo>
                <a:lnTo>
                  <a:pt x="3491810" y="1420487"/>
                </a:lnTo>
                <a:close/>
                <a:moveTo>
                  <a:pt x="3573987" y="1417654"/>
                </a:moveTo>
                <a:lnTo>
                  <a:pt x="3577226" y="1417654"/>
                </a:lnTo>
                <a:lnTo>
                  <a:pt x="3578845" y="1420487"/>
                </a:lnTo>
                <a:lnTo>
                  <a:pt x="3577226" y="1423321"/>
                </a:lnTo>
                <a:lnTo>
                  <a:pt x="3573987" y="1423321"/>
                </a:lnTo>
                <a:lnTo>
                  <a:pt x="3572368" y="1420487"/>
                </a:lnTo>
                <a:close/>
                <a:moveTo>
                  <a:pt x="3209655" y="1417654"/>
                </a:moveTo>
                <a:lnTo>
                  <a:pt x="3212894" y="1417654"/>
                </a:lnTo>
                <a:lnTo>
                  <a:pt x="3214513" y="1420487"/>
                </a:lnTo>
                <a:lnTo>
                  <a:pt x="3212894" y="1423321"/>
                </a:lnTo>
                <a:lnTo>
                  <a:pt x="3209655" y="1423321"/>
                </a:lnTo>
                <a:lnTo>
                  <a:pt x="3208036" y="1420487"/>
                </a:lnTo>
                <a:close/>
                <a:moveTo>
                  <a:pt x="4586018" y="1416844"/>
                </a:moveTo>
                <a:lnTo>
                  <a:pt x="4589257" y="1416844"/>
                </a:lnTo>
                <a:cubicBezTo>
                  <a:pt x="4589662" y="1416844"/>
                  <a:pt x="4590067" y="1416844"/>
                  <a:pt x="4590471" y="1417249"/>
                </a:cubicBezTo>
                <a:lnTo>
                  <a:pt x="4592091" y="1420082"/>
                </a:lnTo>
                <a:cubicBezTo>
                  <a:pt x="4592495" y="1420487"/>
                  <a:pt x="4592495" y="1420892"/>
                  <a:pt x="4592091" y="1421297"/>
                </a:cubicBezTo>
                <a:lnTo>
                  <a:pt x="4590471" y="1424131"/>
                </a:lnTo>
                <a:cubicBezTo>
                  <a:pt x="4590067" y="1424535"/>
                  <a:pt x="4589662" y="1424535"/>
                  <a:pt x="4589257" y="1424940"/>
                </a:cubicBezTo>
                <a:lnTo>
                  <a:pt x="4586018" y="1424940"/>
                </a:lnTo>
                <a:cubicBezTo>
                  <a:pt x="4585614" y="1424940"/>
                  <a:pt x="4585209" y="1424535"/>
                  <a:pt x="4584804" y="1424131"/>
                </a:cubicBezTo>
                <a:lnTo>
                  <a:pt x="4583185" y="1421297"/>
                </a:lnTo>
                <a:cubicBezTo>
                  <a:pt x="4582780" y="1420892"/>
                  <a:pt x="4582780" y="1420487"/>
                  <a:pt x="4583185" y="1420082"/>
                </a:cubicBezTo>
                <a:lnTo>
                  <a:pt x="4584804" y="1417249"/>
                </a:lnTo>
                <a:cubicBezTo>
                  <a:pt x="4585209" y="1417249"/>
                  <a:pt x="4585614" y="1416844"/>
                  <a:pt x="4586018" y="1416844"/>
                </a:cubicBezTo>
                <a:close/>
                <a:moveTo>
                  <a:pt x="3168365" y="1416844"/>
                </a:moveTo>
                <a:lnTo>
                  <a:pt x="3172818" y="1416844"/>
                </a:lnTo>
                <a:lnTo>
                  <a:pt x="3174842" y="1420487"/>
                </a:lnTo>
                <a:lnTo>
                  <a:pt x="3172818" y="1424131"/>
                </a:lnTo>
                <a:lnTo>
                  <a:pt x="3168365" y="1424131"/>
                </a:lnTo>
                <a:lnTo>
                  <a:pt x="3166341" y="1420487"/>
                </a:lnTo>
                <a:close/>
                <a:moveTo>
                  <a:pt x="4504652" y="1416439"/>
                </a:moveTo>
                <a:lnTo>
                  <a:pt x="4508295" y="1416439"/>
                </a:lnTo>
                <a:cubicBezTo>
                  <a:pt x="4508700" y="1416439"/>
                  <a:pt x="4509104" y="1416844"/>
                  <a:pt x="4509509" y="1417249"/>
                </a:cubicBezTo>
                <a:lnTo>
                  <a:pt x="4511128" y="1420082"/>
                </a:lnTo>
                <a:cubicBezTo>
                  <a:pt x="4511533" y="1420487"/>
                  <a:pt x="4511533" y="1420892"/>
                  <a:pt x="4511128" y="1421297"/>
                </a:cubicBezTo>
                <a:lnTo>
                  <a:pt x="4509509" y="1424131"/>
                </a:lnTo>
                <a:cubicBezTo>
                  <a:pt x="4509104" y="1424535"/>
                  <a:pt x="4508700" y="1424535"/>
                  <a:pt x="4508295" y="1424535"/>
                </a:cubicBezTo>
                <a:lnTo>
                  <a:pt x="4504652" y="1424535"/>
                </a:lnTo>
                <a:cubicBezTo>
                  <a:pt x="4504247" y="1424535"/>
                  <a:pt x="4503842" y="1424535"/>
                  <a:pt x="4503437" y="1424131"/>
                </a:cubicBezTo>
                <a:lnTo>
                  <a:pt x="4501818" y="1421297"/>
                </a:lnTo>
                <a:cubicBezTo>
                  <a:pt x="4501413" y="1420892"/>
                  <a:pt x="4501413" y="1420487"/>
                  <a:pt x="4501818" y="1420082"/>
                </a:cubicBezTo>
                <a:lnTo>
                  <a:pt x="4503437" y="1417249"/>
                </a:lnTo>
                <a:cubicBezTo>
                  <a:pt x="4503842" y="1416844"/>
                  <a:pt x="4504247" y="1416439"/>
                  <a:pt x="4504652" y="1416439"/>
                </a:cubicBezTo>
                <a:close/>
                <a:moveTo>
                  <a:pt x="4423284" y="1416439"/>
                </a:moveTo>
                <a:lnTo>
                  <a:pt x="4428142" y="1416439"/>
                </a:lnTo>
                <a:lnTo>
                  <a:pt x="4430571" y="1420487"/>
                </a:lnTo>
                <a:lnTo>
                  <a:pt x="4428142" y="1424535"/>
                </a:lnTo>
                <a:lnTo>
                  <a:pt x="4423284" y="1424535"/>
                </a:lnTo>
                <a:lnTo>
                  <a:pt x="4420855" y="1420487"/>
                </a:lnTo>
                <a:close/>
                <a:moveTo>
                  <a:pt x="4342727" y="1416439"/>
                </a:moveTo>
                <a:lnTo>
                  <a:pt x="4346370" y="1416439"/>
                </a:lnTo>
                <a:cubicBezTo>
                  <a:pt x="4346775" y="1416439"/>
                  <a:pt x="4347179" y="1416844"/>
                  <a:pt x="4347584" y="1417249"/>
                </a:cubicBezTo>
                <a:lnTo>
                  <a:pt x="4349203" y="1420082"/>
                </a:lnTo>
                <a:cubicBezTo>
                  <a:pt x="4349608" y="1420487"/>
                  <a:pt x="4349608" y="1420892"/>
                  <a:pt x="4349203" y="1421297"/>
                </a:cubicBezTo>
                <a:lnTo>
                  <a:pt x="4347584" y="1424131"/>
                </a:lnTo>
                <a:cubicBezTo>
                  <a:pt x="4347179" y="1424535"/>
                  <a:pt x="4346775" y="1424535"/>
                  <a:pt x="4346370" y="1424940"/>
                </a:cubicBezTo>
                <a:lnTo>
                  <a:pt x="4342727" y="1424940"/>
                </a:lnTo>
                <a:cubicBezTo>
                  <a:pt x="4342322" y="1424940"/>
                  <a:pt x="4341917" y="1424535"/>
                  <a:pt x="4341512" y="1424131"/>
                </a:cubicBezTo>
                <a:lnTo>
                  <a:pt x="4339893" y="1421297"/>
                </a:lnTo>
                <a:cubicBezTo>
                  <a:pt x="4339488" y="1420892"/>
                  <a:pt x="4339488" y="1420487"/>
                  <a:pt x="4339893" y="1420082"/>
                </a:cubicBezTo>
                <a:lnTo>
                  <a:pt x="4341512" y="1417249"/>
                </a:lnTo>
                <a:cubicBezTo>
                  <a:pt x="4341917" y="1416844"/>
                  <a:pt x="4342322" y="1416439"/>
                  <a:pt x="4342727" y="1416439"/>
                </a:cubicBezTo>
                <a:close/>
                <a:moveTo>
                  <a:pt x="4302649" y="1416439"/>
                </a:moveTo>
                <a:lnTo>
                  <a:pt x="4305888" y="1416439"/>
                </a:lnTo>
                <a:cubicBezTo>
                  <a:pt x="4306293" y="1416439"/>
                  <a:pt x="4306698" y="1416844"/>
                  <a:pt x="4307102" y="1417249"/>
                </a:cubicBezTo>
                <a:lnTo>
                  <a:pt x="4308722" y="1420082"/>
                </a:lnTo>
                <a:cubicBezTo>
                  <a:pt x="4309126" y="1420487"/>
                  <a:pt x="4309126" y="1420892"/>
                  <a:pt x="4308722" y="1421297"/>
                </a:cubicBezTo>
                <a:lnTo>
                  <a:pt x="4307102" y="1424131"/>
                </a:lnTo>
                <a:cubicBezTo>
                  <a:pt x="4306698" y="1424535"/>
                  <a:pt x="4306293" y="1424535"/>
                  <a:pt x="4305888" y="1424940"/>
                </a:cubicBezTo>
                <a:lnTo>
                  <a:pt x="4302649" y="1424940"/>
                </a:lnTo>
                <a:cubicBezTo>
                  <a:pt x="4302245" y="1424940"/>
                  <a:pt x="4301840" y="1424535"/>
                  <a:pt x="4301435" y="1424131"/>
                </a:cubicBezTo>
                <a:lnTo>
                  <a:pt x="4299816" y="1421297"/>
                </a:lnTo>
                <a:cubicBezTo>
                  <a:pt x="4299411" y="1420892"/>
                  <a:pt x="4299411" y="1420487"/>
                  <a:pt x="4299816" y="1420082"/>
                </a:cubicBezTo>
                <a:lnTo>
                  <a:pt x="4301435" y="1417249"/>
                </a:lnTo>
                <a:cubicBezTo>
                  <a:pt x="4301840" y="1416844"/>
                  <a:pt x="4302245" y="1416439"/>
                  <a:pt x="4302649" y="1416439"/>
                </a:cubicBezTo>
                <a:close/>
                <a:moveTo>
                  <a:pt x="4261764" y="1416439"/>
                </a:moveTo>
                <a:lnTo>
                  <a:pt x="4265407" y="1416439"/>
                </a:lnTo>
                <a:cubicBezTo>
                  <a:pt x="4265812" y="1416439"/>
                  <a:pt x="4266216" y="1416844"/>
                  <a:pt x="4266621" y="1417249"/>
                </a:cubicBezTo>
                <a:lnTo>
                  <a:pt x="4268240" y="1420082"/>
                </a:lnTo>
                <a:cubicBezTo>
                  <a:pt x="4268645" y="1420487"/>
                  <a:pt x="4268645" y="1420892"/>
                  <a:pt x="4268240" y="1421297"/>
                </a:cubicBezTo>
                <a:lnTo>
                  <a:pt x="4266621" y="1424131"/>
                </a:lnTo>
                <a:cubicBezTo>
                  <a:pt x="4266216" y="1424535"/>
                  <a:pt x="4265812" y="1424535"/>
                  <a:pt x="4265407" y="1424940"/>
                </a:cubicBezTo>
                <a:lnTo>
                  <a:pt x="4261764" y="1424940"/>
                </a:lnTo>
                <a:cubicBezTo>
                  <a:pt x="4261359" y="1424940"/>
                  <a:pt x="4260954" y="1424535"/>
                  <a:pt x="4260549" y="1424131"/>
                </a:cubicBezTo>
                <a:lnTo>
                  <a:pt x="4258930" y="1421297"/>
                </a:lnTo>
                <a:cubicBezTo>
                  <a:pt x="4258525" y="1420892"/>
                  <a:pt x="4258525" y="1420487"/>
                  <a:pt x="4258930" y="1420082"/>
                </a:cubicBezTo>
                <a:lnTo>
                  <a:pt x="4260549" y="1417249"/>
                </a:lnTo>
                <a:cubicBezTo>
                  <a:pt x="4260954" y="1416844"/>
                  <a:pt x="4261359" y="1416439"/>
                  <a:pt x="4261764" y="1416439"/>
                </a:cubicBezTo>
                <a:close/>
                <a:moveTo>
                  <a:pt x="4181205" y="1416439"/>
                </a:moveTo>
                <a:lnTo>
                  <a:pt x="4184444" y="1416439"/>
                </a:lnTo>
                <a:cubicBezTo>
                  <a:pt x="4184849" y="1416439"/>
                  <a:pt x="4185254" y="1416844"/>
                  <a:pt x="4185658" y="1417249"/>
                </a:cubicBezTo>
                <a:lnTo>
                  <a:pt x="4187278" y="1420082"/>
                </a:lnTo>
                <a:cubicBezTo>
                  <a:pt x="4187682" y="1420487"/>
                  <a:pt x="4187682" y="1420892"/>
                  <a:pt x="4187278" y="1421297"/>
                </a:cubicBezTo>
                <a:lnTo>
                  <a:pt x="4185658" y="1424131"/>
                </a:lnTo>
                <a:cubicBezTo>
                  <a:pt x="4185254" y="1424535"/>
                  <a:pt x="4184849" y="1424535"/>
                  <a:pt x="4184444" y="1424940"/>
                </a:cubicBezTo>
                <a:lnTo>
                  <a:pt x="4181205" y="1424940"/>
                </a:lnTo>
                <a:cubicBezTo>
                  <a:pt x="4180801" y="1424940"/>
                  <a:pt x="4180396" y="1424535"/>
                  <a:pt x="4179991" y="1424131"/>
                </a:cubicBezTo>
                <a:lnTo>
                  <a:pt x="4178372" y="1421297"/>
                </a:lnTo>
                <a:cubicBezTo>
                  <a:pt x="4177967" y="1420892"/>
                  <a:pt x="4177967" y="1420487"/>
                  <a:pt x="4178372" y="1420082"/>
                </a:cubicBezTo>
                <a:lnTo>
                  <a:pt x="4179991" y="1417249"/>
                </a:lnTo>
                <a:cubicBezTo>
                  <a:pt x="4180396" y="1416844"/>
                  <a:pt x="4180801" y="1416439"/>
                  <a:pt x="4181205" y="1416439"/>
                </a:cubicBezTo>
                <a:close/>
                <a:moveTo>
                  <a:pt x="4140724" y="1416439"/>
                </a:moveTo>
                <a:lnTo>
                  <a:pt x="4143963" y="1416439"/>
                </a:lnTo>
                <a:cubicBezTo>
                  <a:pt x="4144368" y="1416439"/>
                  <a:pt x="4144773" y="1416844"/>
                  <a:pt x="4145177" y="1417249"/>
                </a:cubicBezTo>
                <a:lnTo>
                  <a:pt x="4146797" y="1420082"/>
                </a:lnTo>
                <a:cubicBezTo>
                  <a:pt x="4147201" y="1420487"/>
                  <a:pt x="4147201" y="1420892"/>
                  <a:pt x="4146797" y="1421297"/>
                </a:cubicBezTo>
                <a:lnTo>
                  <a:pt x="4145177" y="1424131"/>
                </a:lnTo>
                <a:cubicBezTo>
                  <a:pt x="4144773" y="1424535"/>
                  <a:pt x="4144368" y="1424535"/>
                  <a:pt x="4143963" y="1424940"/>
                </a:cubicBezTo>
                <a:lnTo>
                  <a:pt x="4140724" y="1424940"/>
                </a:lnTo>
                <a:cubicBezTo>
                  <a:pt x="4140320" y="1424940"/>
                  <a:pt x="4139915" y="1424535"/>
                  <a:pt x="4139510" y="1424131"/>
                </a:cubicBezTo>
                <a:lnTo>
                  <a:pt x="4137891" y="1421297"/>
                </a:lnTo>
                <a:cubicBezTo>
                  <a:pt x="4137486" y="1420892"/>
                  <a:pt x="4137486" y="1420487"/>
                  <a:pt x="4137891" y="1420082"/>
                </a:cubicBezTo>
                <a:lnTo>
                  <a:pt x="4139510" y="1417249"/>
                </a:lnTo>
                <a:cubicBezTo>
                  <a:pt x="4139915" y="1416844"/>
                  <a:pt x="4140320" y="1416439"/>
                  <a:pt x="4140724" y="1416439"/>
                </a:cubicBezTo>
                <a:close/>
                <a:moveTo>
                  <a:pt x="4099839" y="1416439"/>
                </a:moveTo>
                <a:lnTo>
                  <a:pt x="4104292" y="1416439"/>
                </a:lnTo>
                <a:lnTo>
                  <a:pt x="4106720" y="1420487"/>
                </a:lnTo>
                <a:lnTo>
                  <a:pt x="4104292" y="1424535"/>
                </a:lnTo>
                <a:lnTo>
                  <a:pt x="4099839" y="1424535"/>
                </a:lnTo>
                <a:lnTo>
                  <a:pt x="4097410" y="1420487"/>
                </a:lnTo>
                <a:close/>
                <a:moveTo>
                  <a:pt x="4059358" y="1416439"/>
                </a:moveTo>
                <a:lnTo>
                  <a:pt x="4063001" y="1416439"/>
                </a:lnTo>
                <a:cubicBezTo>
                  <a:pt x="4063406" y="1416439"/>
                  <a:pt x="4063810" y="1416844"/>
                  <a:pt x="4064215" y="1417249"/>
                </a:cubicBezTo>
                <a:lnTo>
                  <a:pt x="4065834" y="1420082"/>
                </a:lnTo>
                <a:cubicBezTo>
                  <a:pt x="4066239" y="1420487"/>
                  <a:pt x="4066239" y="1420892"/>
                  <a:pt x="4065834" y="1421297"/>
                </a:cubicBezTo>
                <a:lnTo>
                  <a:pt x="4064215" y="1424131"/>
                </a:lnTo>
                <a:cubicBezTo>
                  <a:pt x="4063810" y="1424535"/>
                  <a:pt x="4063406" y="1424535"/>
                  <a:pt x="4063001" y="1424940"/>
                </a:cubicBezTo>
                <a:lnTo>
                  <a:pt x="4059358" y="1424940"/>
                </a:lnTo>
                <a:cubicBezTo>
                  <a:pt x="4058953" y="1424940"/>
                  <a:pt x="4058548" y="1424535"/>
                  <a:pt x="4058143" y="1424131"/>
                </a:cubicBezTo>
                <a:lnTo>
                  <a:pt x="4056524" y="1421297"/>
                </a:lnTo>
                <a:cubicBezTo>
                  <a:pt x="4056119" y="1420892"/>
                  <a:pt x="4056119" y="1420487"/>
                  <a:pt x="4056524" y="1420082"/>
                </a:cubicBezTo>
                <a:lnTo>
                  <a:pt x="4058143" y="1417249"/>
                </a:lnTo>
                <a:cubicBezTo>
                  <a:pt x="4058548" y="1416844"/>
                  <a:pt x="4058953" y="1416439"/>
                  <a:pt x="4059358" y="1416439"/>
                </a:cubicBezTo>
                <a:close/>
                <a:moveTo>
                  <a:pt x="4018471" y="1416439"/>
                </a:moveTo>
                <a:lnTo>
                  <a:pt x="4022519" y="1416439"/>
                </a:lnTo>
                <a:cubicBezTo>
                  <a:pt x="4022924" y="1416439"/>
                  <a:pt x="4023329" y="1416439"/>
                  <a:pt x="4023733" y="1416844"/>
                </a:cubicBezTo>
                <a:lnTo>
                  <a:pt x="4025758" y="1420082"/>
                </a:lnTo>
                <a:cubicBezTo>
                  <a:pt x="4026162" y="1420487"/>
                  <a:pt x="4026162" y="1420892"/>
                  <a:pt x="4025758" y="1421297"/>
                </a:cubicBezTo>
                <a:lnTo>
                  <a:pt x="4023733" y="1424535"/>
                </a:lnTo>
                <a:cubicBezTo>
                  <a:pt x="4023733" y="1424940"/>
                  <a:pt x="4023329" y="1424940"/>
                  <a:pt x="4022519" y="1424940"/>
                </a:cubicBezTo>
                <a:lnTo>
                  <a:pt x="4018471" y="1424940"/>
                </a:lnTo>
                <a:cubicBezTo>
                  <a:pt x="4018066" y="1424940"/>
                  <a:pt x="4017661" y="1424940"/>
                  <a:pt x="4017257" y="1424535"/>
                </a:cubicBezTo>
                <a:lnTo>
                  <a:pt x="4015233" y="1421297"/>
                </a:lnTo>
                <a:cubicBezTo>
                  <a:pt x="4014828" y="1420892"/>
                  <a:pt x="4014828" y="1420487"/>
                  <a:pt x="4015233" y="1420082"/>
                </a:cubicBezTo>
                <a:lnTo>
                  <a:pt x="4017257" y="1416844"/>
                </a:lnTo>
                <a:cubicBezTo>
                  <a:pt x="4017661" y="1416844"/>
                  <a:pt x="4018066" y="1416439"/>
                  <a:pt x="4018471" y="1416439"/>
                </a:cubicBezTo>
                <a:close/>
                <a:moveTo>
                  <a:pt x="3127884" y="1416034"/>
                </a:moveTo>
                <a:lnTo>
                  <a:pt x="3132337" y="1416034"/>
                </a:lnTo>
                <a:cubicBezTo>
                  <a:pt x="3132742" y="1416034"/>
                  <a:pt x="3133146" y="1416034"/>
                  <a:pt x="3133551" y="1416439"/>
                </a:cubicBezTo>
                <a:lnTo>
                  <a:pt x="3135575" y="1420082"/>
                </a:lnTo>
                <a:cubicBezTo>
                  <a:pt x="3135980" y="1420487"/>
                  <a:pt x="3135980" y="1420892"/>
                  <a:pt x="3135575" y="1421297"/>
                </a:cubicBezTo>
                <a:lnTo>
                  <a:pt x="3133551" y="1424940"/>
                </a:lnTo>
                <a:cubicBezTo>
                  <a:pt x="3133146" y="1425345"/>
                  <a:pt x="3132742" y="1425345"/>
                  <a:pt x="3132337" y="1425345"/>
                </a:cubicBezTo>
                <a:lnTo>
                  <a:pt x="3127884" y="1425345"/>
                </a:lnTo>
                <a:cubicBezTo>
                  <a:pt x="3127479" y="1425345"/>
                  <a:pt x="3127074" y="1425345"/>
                  <a:pt x="3126670" y="1424940"/>
                </a:cubicBezTo>
                <a:lnTo>
                  <a:pt x="3124646" y="1421297"/>
                </a:lnTo>
                <a:cubicBezTo>
                  <a:pt x="3124241" y="1420892"/>
                  <a:pt x="3124241" y="1420487"/>
                  <a:pt x="3124646" y="1420082"/>
                </a:cubicBezTo>
                <a:lnTo>
                  <a:pt x="3126670" y="1416439"/>
                </a:lnTo>
                <a:cubicBezTo>
                  <a:pt x="3127074" y="1416439"/>
                  <a:pt x="3127479" y="1416034"/>
                  <a:pt x="3127884" y="1416034"/>
                </a:cubicBezTo>
                <a:close/>
                <a:moveTo>
                  <a:pt x="4545133" y="1415629"/>
                </a:moveTo>
                <a:lnTo>
                  <a:pt x="4548776" y="1415629"/>
                </a:lnTo>
                <a:cubicBezTo>
                  <a:pt x="4549181" y="1415629"/>
                  <a:pt x="4549585" y="1416034"/>
                  <a:pt x="4549990" y="1416438"/>
                </a:cubicBezTo>
                <a:lnTo>
                  <a:pt x="4551609" y="1419677"/>
                </a:lnTo>
                <a:cubicBezTo>
                  <a:pt x="4552014" y="1420082"/>
                  <a:pt x="4552014" y="1420487"/>
                  <a:pt x="4551609" y="1420892"/>
                </a:cubicBezTo>
                <a:lnTo>
                  <a:pt x="4549990" y="1424130"/>
                </a:lnTo>
                <a:cubicBezTo>
                  <a:pt x="4549585" y="1424535"/>
                  <a:pt x="4549181" y="1424940"/>
                  <a:pt x="4548776" y="1424535"/>
                </a:cubicBezTo>
                <a:lnTo>
                  <a:pt x="4545133" y="1424535"/>
                </a:lnTo>
                <a:cubicBezTo>
                  <a:pt x="4544728" y="1424535"/>
                  <a:pt x="4544323" y="1424535"/>
                  <a:pt x="4543918" y="1424130"/>
                </a:cubicBezTo>
                <a:lnTo>
                  <a:pt x="4542299" y="1420892"/>
                </a:lnTo>
                <a:cubicBezTo>
                  <a:pt x="4541894" y="1420487"/>
                  <a:pt x="4541894" y="1420082"/>
                  <a:pt x="4542299" y="1419677"/>
                </a:cubicBezTo>
                <a:lnTo>
                  <a:pt x="4543918" y="1416438"/>
                </a:lnTo>
                <a:cubicBezTo>
                  <a:pt x="4544323" y="1416034"/>
                  <a:pt x="4544728" y="1415629"/>
                  <a:pt x="4545133" y="1415629"/>
                </a:cubicBezTo>
                <a:close/>
                <a:moveTo>
                  <a:pt x="4464170" y="1415629"/>
                </a:moveTo>
                <a:lnTo>
                  <a:pt x="4467813" y="1415629"/>
                </a:lnTo>
                <a:cubicBezTo>
                  <a:pt x="4468218" y="1415629"/>
                  <a:pt x="4468622" y="1416034"/>
                  <a:pt x="4469027" y="1416438"/>
                </a:cubicBezTo>
                <a:lnTo>
                  <a:pt x="4470646" y="1419677"/>
                </a:lnTo>
                <a:cubicBezTo>
                  <a:pt x="4471051" y="1420082"/>
                  <a:pt x="4471051" y="1420487"/>
                  <a:pt x="4470646" y="1420892"/>
                </a:cubicBezTo>
                <a:lnTo>
                  <a:pt x="4469027" y="1424130"/>
                </a:lnTo>
                <a:cubicBezTo>
                  <a:pt x="4468622" y="1424535"/>
                  <a:pt x="4468218" y="1424940"/>
                  <a:pt x="4467813" y="1424535"/>
                </a:cubicBezTo>
                <a:lnTo>
                  <a:pt x="4464170" y="1424535"/>
                </a:lnTo>
                <a:cubicBezTo>
                  <a:pt x="4463765" y="1424535"/>
                  <a:pt x="4463360" y="1424535"/>
                  <a:pt x="4462955" y="1424130"/>
                </a:cubicBezTo>
                <a:lnTo>
                  <a:pt x="4461336" y="1420892"/>
                </a:lnTo>
                <a:cubicBezTo>
                  <a:pt x="4460931" y="1420487"/>
                  <a:pt x="4460931" y="1420082"/>
                  <a:pt x="4461336" y="1419677"/>
                </a:cubicBezTo>
                <a:lnTo>
                  <a:pt x="4462955" y="1416438"/>
                </a:lnTo>
                <a:cubicBezTo>
                  <a:pt x="4463360" y="1416034"/>
                  <a:pt x="4463765" y="1415629"/>
                  <a:pt x="4464170" y="1415629"/>
                </a:cubicBezTo>
                <a:close/>
                <a:moveTo>
                  <a:pt x="4383207" y="1415629"/>
                </a:moveTo>
                <a:lnTo>
                  <a:pt x="4386851" y="1415629"/>
                </a:lnTo>
                <a:cubicBezTo>
                  <a:pt x="4387255" y="1415629"/>
                  <a:pt x="4387660" y="1416034"/>
                  <a:pt x="4388065" y="1416438"/>
                </a:cubicBezTo>
                <a:lnTo>
                  <a:pt x="4390089" y="1419677"/>
                </a:lnTo>
                <a:cubicBezTo>
                  <a:pt x="4390494" y="1420082"/>
                  <a:pt x="4390494" y="1420487"/>
                  <a:pt x="4390089" y="1420892"/>
                </a:cubicBezTo>
                <a:lnTo>
                  <a:pt x="4388065" y="1424130"/>
                </a:lnTo>
                <a:cubicBezTo>
                  <a:pt x="4388065" y="1424535"/>
                  <a:pt x="4387660" y="1424940"/>
                  <a:pt x="4386851" y="1424940"/>
                </a:cubicBezTo>
                <a:lnTo>
                  <a:pt x="4383207" y="1424940"/>
                </a:lnTo>
                <a:cubicBezTo>
                  <a:pt x="4382803" y="1424940"/>
                  <a:pt x="4382397" y="1424535"/>
                  <a:pt x="4381993" y="1424130"/>
                </a:cubicBezTo>
                <a:lnTo>
                  <a:pt x="4379969" y="1420892"/>
                </a:lnTo>
                <a:cubicBezTo>
                  <a:pt x="4379564" y="1420487"/>
                  <a:pt x="4379564" y="1420082"/>
                  <a:pt x="4379969" y="1419677"/>
                </a:cubicBezTo>
                <a:lnTo>
                  <a:pt x="4381993" y="1416438"/>
                </a:lnTo>
                <a:cubicBezTo>
                  <a:pt x="4382397" y="1416034"/>
                  <a:pt x="4382803" y="1415629"/>
                  <a:pt x="4383207" y="1415629"/>
                </a:cubicBezTo>
                <a:close/>
                <a:moveTo>
                  <a:pt x="4221283" y="1415629"/>
                </a:moveTo>
                <a:lnTo>
                  <a:pt x="4224926" y="1415629"/>
                </a:lnTo>
                <a:cubicBezTo>
                  <a:pt x="4225331" y="1415629"/>
                  <a:pt x="4225735" y="1416034"/>
                  <a:pt x="4226140" y="1416438"/>
                </a:cubicBezTo>
                <a:lnTo>
                  <a:pt x="4227759" y="1419677"/>
                </a:lnTo>
                <a:cubicBezTo>
                  <a:pt x="4228164" y="1420082"/>
                  <a:pt x="4228164" y="1420487"/>
                  <a:pt x="4227759" y="1420892"/>
                </a:cubicBezTo>
                <a:lnTo>
                  <a:pt x="4226140" y="1424130"/>
                </a:lnTo>
                <a:cubicBezTo>
                  <a:pt x="4225735" y="1424535"/>
                  <a:pt x="4225331" y="1424940"/>
                  <a:pt x="4224926" y="1424535"/>
                </a:cubicBezTo>
                <a:lnTo>
                  <a:pt x="4221283" y="1424535"/>
                </a:lnTo>
                <a:cubicBezTo>
                  <a:pt x="4220878" y="1424535"/>
                  <a:pt x="4220473" y="1424535"/>
                  <a:pt x="4220068" y="1424130"/>
                </a:cubicBezTo>
                <a:lnTo>
                  <a:pt x="4218449" y="1420892"/>
                </a:lnTo>
                <a:cubicBezTo>
                  <a:pt x="4218044" y="1420487"/>
                  <a:pt x="4218044" y="1420082"/>
                  <a:pt x="4218449" y="1419677"/>
                </a:cubicBezTo>
                <a:lnTo>
                  <a:pt x="4220068" y="1416438"/>
                </a:lnTo>
                <a:cubicBezTo>
                  <a:pt x="4220473" y="1416034"/>
                  <a:pt x="4220878" y="1415629"/>
                  <a:pt x="4221283" y="1415629"/>
                </a:cubicBezTo>
                <a:close/>
                <a:moveTo>
                  <a:pt x="3653735" y="1415629"/>
                </a:moveTo>
                <a:lnTo>
                  <a:pt x="3658593" y="1415629"/>
                </a:lnTo>
                <a:cubicBezTo>
                  <a:pt x="3658998" y="1415629"/>
                  <a:pt x="3659402" y="1415629"/>
                  <a:pt x="3659807" y="1416034"/>
                </a:cubicBezTo>
                <a:lnTo>
                  <a:pt x="3662236" y="1420082"/>
                </a:lnTo>
                <a:cubicBezTo>
                  <a:pt x="3662641" y="1420487"/>
                  <a:pt x="3662641" y="1420892"/>
                  <a:pt x="3662236" y="1421296"/>
                </a:cubicBezTo>
                <a:lnTo>
                  <a:pt x="3659807" y="1425344"/>
                </a:lnTo>
                <a:cubicBezTo>
                  <a:pt x="3659807" y="1425749"/>
                  <a:pt x="3659402" y="1425749"/>
                  <a:pt x="3658593" y="1426154"/>
                </a:cubicBezTo>
                <a:lnTo>
                  <a:pt x="3653735" y="1426154"/>
                </a:lnTo>
                <a:cubicBezTo>
                  <a:pt x="3653330" y="1426154"/>
                  <a:pt x="3652925" y="1425749"/>
                  <a:pt x="3652521" y="1425344"/>
                </a:cubicBezTo>
                <a:lnTo>
                  <a:pt x="3650092" y="1421296"/>
                </a:lnTo>
                <a:cubicBezTo>
                  <a:pt x="3649687" y="1420892"/>
                  <a:pt x="3649687" y="1420487"/>
                  <a:pt x="3650092" y="1420082"/>
                </a:cubicBezTo>
                <a:lnTo>
                  <a:pt x="3652521" y="1416034"/>
                </a:lnTo>
                <a:cubicBezTo>
                  <a:pt x="3652925" y="1416034"/>
                  <a:pt x="3653330" y="1415629"/>
                  <a:pt x="3653735" y="1415629"/>
                </a:cubicBezTo>
                <a:close/>
                <a:moveTo>
                  <a:pt x="3614064" y="1415629"/>
                </a:moveTo>
                <a:lnTo>
                  <a:pt x="3617707" y="1415629"/>
                </a:lnTo>
                <a:cubicBezTo>
                  <a:pt x="3618112" y="1415629"/>
                  <a:pt x="3618516" y="1416034"/>
                  <a:pt x="3618921" y="1416438"/>
                </a:cubicBezTo>
                <a:lnTo>
                  <a:pt x="3620540" y="1419677"/>
                </a:lnTo>
                <a:cubicBezTo>
                  <a:pt x="3620945" y="1420082"/>
                  <a:pt x="3620945" y="1420487"/>
                  <a:pt x="3620540" y="1420892"/>
                </a:cubicBezTo>
                <a:lnTo>
                  <a:pt x="3618921" y="1424130"/>
                </a:lnTo>
                <a:cubicBezTo>
                  <a:pt x="3618516" y="1424535"/>
                  <a:pt x="3618112" y="1424940"/>
                  <a:pt x="3617707" y="1424940"/>
                </a:cubicBezTo>
                <a:lnTo>
                  <a:pt x="3614064" y="1424940"/>
                </a:lnTo>
                <a:cubicBezTo>
                  <a:pt x="3613659" y="1424940"/>
                  <a:pt x="3613254" y="1424535"/>
                  <a:pt x="3612849" y="1424130"/>
                </a:cubicBezTo>
                <a:lnTo>
                  <a:pt x="3611230" y="1420892"/>
                </a:lnTo>
                <a:cubicBezTo>
                  <a:pt x="3610825" y="1420487"/>
                  <a:pt x="3610825" y="1420082"/>
                  <a:pt x="3611230" y="1419677"/>
                </a:cubicBezTo>
                <a:lnTo>
                  <a:pt x="3612849" y="1416438"/>
                </a:lnTo>
                <a:cubicBezTo>
                  <a:pt x="3613254" y="1416034"/>
                  <a:pt x="3613659" y="1415629"/>
                  <a:pt x="3614064" y="1415629"/>
                </a:cubicBezTo>
                <a:close/>
                <a:moveTo>
                  <a:pt x="3977585" y="1415224"/>
                </a:moveTo>
                <a:lnTo>
                  <a:pt x="3982848" y="1415224"/>
                </a:lnTo>
                <a:cubicBezTo>
                  <a:pt x="3983252" y="1415224"/>
                  <a:pt x="3983657" y="1415224"/>
                  <a:pt x="3984062" y="1415629"/>
                </a:cubicBezTo>
                <a:lnTo>
                  <a:pt x="3986491" y="1420082"/>
                </a:lnTo>
                <a:cubicBezTo>
                  <a:pt x="3986896" y="1420487"/>
                  <a:pt x="3986896" y="1420891"/>
                  <a:pt x="3986491" y="1421296"/>
                </a:cubicBezTo>
                <a:lnTo>
                  <a:pt x="3984062" y="1425749"/>
                </a:lnTo>
                <a:cubicBezTo>
                  <a:pt x="3984062" y="1426154"/>
                  <a:pt x="3983657" y="1426154"/>
                  <a:pt x="3982848" y="1426154"/>
                </a:cubicBezTo>
                <a:lnTo>
                  <a:pt x="3977585" y="1426154"/>
                </a:lnTo>
                <a:cubicBezTo>
                  <a:pt x="3977180" y="1426154"/>
                  <a:pt x="3976775" y="1426154"/>
                  <a:pt x="3976371" y="1425749"/>
                </a:cubicBezTo>
                <a:lnTo>
                  <a:pt x="3973942" y="1421296"/>
                </a:lnTo>
                <a:cubicBezTo>
                  <a:pt x="3973537" y="1420891"/>
                  <a:pt x="3973537" y="1420487"/>
                  <a:pt x="3973942" y="1420082"/>
                </a:cubicBezTo>
                <a:lnTo>
                  <a:pt x="3976371" y="1415629"/>
                </a:lnTo>
                <a:cubicBezTo>
                  <a:pt x="3976775" y="1415629"/>
                  <a:pt x="3977180" y="1415224"/>
                  <a:pt x="3977585" y="1415224"/>
                </a:cubicBezTo>
                <a:close/>
                <a:moveTo>
                  <a:pt x="3694621" y="1415224"/>
                </a:moveTo>
                <a:lnTo>
                  <a:pt x="3699074" y="1415224"/>
                </a:lnTo>
                <a:cubicBezTo>
                  <a:pt x="3699478" y="1415224"/>
                  <a:pt x="3699883" y="1415224"/>
                  <a:pt x="3700288" y="1415629"/>
                </a:cubicBezTo>
                <a:lnTo>
                  <a:pt x="3702717" y="1419677"/>
                </a:lnTo>
                <a:cubicBezTo>
                  <a:pt x="3703122" y="1420082"/>
                  <a:pt x="3703122" y="1420487"/>
                  <a:pt x="3702717" y="1420891"/>
                </a:cubicBezTo>
                <a:lnTo>
                  <a:pt x="3700288" y="1424940"/>
                </a:lnTo>
                <a:cubicBezTo>
                  <a:pt x="3700288" y="1425344"/>
                  <a:pt x="3699883" y="1425749"/>
                  <a:pt x="3699074" y="1425749"/>
                </a:cubicBezTo>
                <a:lnTo>
                  <a:pt x="3694621" y="1425749"/>
                </a:lnTo>
                <a:cubicBezTo>
                  <a:pt x="3694216" y="1425749"/>
                  <a:pt x="3693811" y="1425344"/>
                  <a:pt x="3693406" y="1424940"/>
                </a:cubicBezTo>
                <a:lnTo>
                  <a:pt x="3690978" y="1420891"/>
                </a:lnTo>
                <a:cubicBezTo>
                  <a:pt x="3690573" y="1420487"/>
                  <a:pt x="3690573" y="1420082"/>
                  <a:pt x="3690978" y="1419677"/>
                </a:cubicBezTo>
                <a:lnTo>
                  <a:pt x="3693406" y="1415629"/>
                </a:lnTo>
                <a:cubicBezTo>
                  <a:pt x="3693811" y="1415629"/>
                  <a:pt x="3694216" y="1415224"/>
                  <a:pt x="3694621" y="1415224"/>
                </a:cubicBezTo>
                <a:close/>
                <a:moveTo>
                  <a:pt x="3086998" y="1414820"/>
                </a:moveTo>
                <a:lnTo>
                  <a:pt x="3092260" y="1414820"/>
                </a:lnTo>
                <a:cubicBezTo>
                  <a:pt x="3092665" y="1414820"/>
                  <a:pt x="3093070" y="1415225"/>
                  <a:pt x="3093475" y="1415630"/>
                </a:cubicBezTo>
                <a:lnTo>
                  <a:pt x="3096309" y="1420083"/>
                </a:lnTo>
                <a:cubicBezTo>
                  <a:pt x="3096713" y="1420487"/>
                  <a:pt x="3096713" y="1420892"/>
                  <a:pt x="3096309" y="1421297"/>
                </a:cubicBezTo>
                <a:lnTo>
                  <a:pt x="3093475" y="1425750"/>
                </a:lnTo>
                <a:cubicBezTo>
                  <a:pt x="3093475" y="1426155"/>
                  <a:pt x="3093070" y="1426155"/>
                  <a:pt x="3092260" y="1426155"/>
                </a:cubicBezTo>
                <a:lnTo>
                  <a:pt x="3086998" y="1426155"/>
                </a:lnTo>
                <a:cubicBezTo>
                  <a:pt x="3086593" y="1426155"/>
                  <a:pt x="3086188" y="1426155"/>
                  <a:pt x="3085784" y="1425750"/>
                </a:cubicBezTo>
                <a:lnTo>
                  <a:pt x="3082950" y="1421297"/>
                </a:lnTo>
                <a:cubicBezTo>
                  <a:pt x="3082545" y="1420892"/>
                  <a:pt x="3082545" y="1420487"/>
                  <a:pt x="3082950" y="1420083"/>
                </a:cubicBezTo>
                <a:lnTo>
                  <a:pt x="3085784" y="1415630"/>
                </a:lnTo>
                <a:cubicBezTo>
                  <a:pt x="3086188" y="1415225"/>
                  <a:pt x="3086593" y="1414820"/>
                  <a:pt x="3086998" y="1414820"/>
                </a:cubicBezTo>
                <a:close/>
                <a:moveTo>
                  <a:pt x="3936294" y="1413605"/>
                </a:moveTo>
                <a:lnTo>
                  <a:pt x="3943176" y="1413605"/>
                </a:lnTo>
                <a:cubicBezTo>
                  <a:pt x="3943581" y="1413605"/>
                  <a:pt x="3943986" y="1414010"/>
                  <a:pt x="3944391" y="1414414"/>
                </a:cubicBezTo>
                <a:lnTo>
                  <a:pt x="3947629" y="1420082"/>
                </a:lnTo>
                <a:cubicBezTo>
                  <a:pt x="3948034" y="1420487"/>
                  <a:pt x="3948034" y="1420892"/>
                  <a:pt x="3947629" y="1421296"/>
                </a:cubicBezTo>
                <a:lnTo>
                  <a:pt x="3944391" y="1426964"/>
                </a:lnTo>
                <a:cubicBezTo>
                  <a:pt x="3943986" y="1427368"/>
                  <a:pt x="3943581" y="1427368"/>
                  <a:pt x="3943176" y="1427773"/>
                </a:cubicBezTo>
                <a:lnTo>
                  <a:pt x="3936294" y="1427773"/>
                </a:lnTo>
                <a:cubicBezTo>
                  <a:pt x="3935890" y="1427773"/>
                  <a:pt x="3935485" y="1427368"/>
                  <a:pt x="3935080" y="1426964"/>
                </a:cubicBezTo>
                <a:lnTo>
                  <a:pt x="3931842" y="1421296"/>
                </a:lnTo>
                <a:cubicBezTo>
                  <a:pt x="3931437" y="1420892"/>
                  <a:pt x="3931437" y="1420487"/>
                  <a:pt x="3931842" y="1420082"/>
                </a:cubicBezTo>
                <a:lnTo>
                  <a:pt x="3935080" y="1414414"/>
                </a:lnTo>
                <a:cubicBezTo>
                  <a:pt x="3935485" y="1414010"/>
                  <a:pt x="3935890" y="1413605"/>
                  <a:pt x="3936294" y="1413605"/>
                </a:cubicBezTo>
                <a:close/>
                <a:moveTo>
                  <a:pt x="3734293" y="1413605"/>
                </a:moveTo>
                <a:lnTo>
                  <a:pt x="3740365" y="1413605"/>
                </a:lnTo>
                <a:cubicBezTo>
                  <a:pt x="3740770" y="1413605"/>
                  <a:pt x="3741175" y="1414010"/>
                  <a:pt x="3741579" y="1414414"/>
                </a:cubicBezTo>
                <a:lnTo>
                  <a:pt x="3744413" y="1419677"/>
                </a:lnTo>
                <a:cubicBezTo>
                  <a:pt x="3744818" y="1420082"/>
                  <a:pt x="3744818" y="1420487"/>
                  <a:pt x="3744413" y="1420892"/>
                </a:cubicBezTo>
                <a:lnTo>
                  <a:pt x="3741579" y="1426154"/>
                </a:lnTo>
                <a:cubicBezTo>
                  <a:pt x="3741175" y="1426559"/>
                  <a:pt x="3740770" y="1426964"/>
                  <a:pt x="3740365" y="1426559"/>
                </a:cubicBezTo>
                <a:lnTo>
                  <a:pt x="3734293" y="1426559"/>
                </a:lnTo>
                <a:cubicBezTo>
                  <a:pt x="3733888" y="1426559"/>
                  <a:pt x="3733483" y="1426559"/>
                  <a:pt x="3733079" y="1426154"/>
                </a:cubicBezTo>
                <a:lnTo>
                  <a:pt x="3730245" y="1420892"/>
                </a:lnTo>
                <a:cubicBezTo>
                  <a:pt x="3729840" y="1420487"/>
                  <a:pt x="3729840" y="1420082"/>
                  <a:pt x="3730245" y="1419677"/>
                </a:cubicBezTo>
                <a:lnTo>
                  <a:pt x="3733079" y="1414414"/>
                </a:lnTo>
                <a:cubicBezTo>
                  <a:pt x="3733483" y="1414010"/>
                  <a:pt x="3733888" y="1413605"/>
                  <a:pt x="3734293" y="1413605"/>
                </a:cubicBezTo>
                <a:close/>
                <a:moveTo>
                  <a:pt x="3046112" y="1413605"/>
                </a:moveTo>
                <a:lnTo>
                  <a:pt x="3052184" y="1413605"/>
                </a:lnTo>
                <a:cubicBezTo>
                  <a:pt x="3052589" y="1413605"/>
                  <a:pt x="3052994" y="1414010"/>
                  <a:pt x="3053398" y="1414414"/>
                </a:cubicBezTo>
                <a:lnTo>
                  <a:pt x="3056232" y="1419677"/>
                </a:lnTo>
                <a:cubicBezTo>
                  <a:pt x="3056637" y="1420082"/>
                  <a:pt x="3056637" y="1420487"/>
                  <a:pt x="3056232" y="1420892"/>
                </a:cubicBezTo>
                <a:lnTo>
                  <a:pt x="3053398" y="1426154"/>
                </a:lnTo>
                <a:cubicBezTo>
                  <a:pt x="3053398" y="1426559"/>
                  <a:pt x="3052994" y="1426964"/>
                  <a:pt x="3052184" y="1426559"/>
                </a:cubicBezTo>
                <a:lnTo>
                  <a:pt x="3046112" y="1426559"/>
                </a:lnTo>
                <a:cubicBezTo>
                  <a:pt x="3045707" y="1426559"/>
                  <a:pt x="3045302" y="1426559"/>
                  <a:pt x="3044898" y="1426154"/>
                </a:cubicBezTo>
                <a:lnTo>
                  <a:pt x="3042064" y="1420892"/>
                </a:lnTo>
                <a:cubicBezTo>
                  <a:pt x="3041659" y="1420487"/>
                  <a:pt x="3041659" y="1420082"/>
                  <a:pt x="3042064" y="1419677"/>
                </a:cubicBezTo>
                <a:lnTo>
                  <a:pt x="3044898" y="1414414"/>
                </a:lnTo>
                <a:cubicBezTo>
                  <a:pt x="3045302" y="1414010"/>
                  <a:pt x="3045707" y="1413605"/>
                  <a:pt x="3046112" y="1413605"/>
                </a:cubicBezTo>
                <a:close/>
                <a:moveTo>
                  <a:pt x="3774369" y="1413200"/>
                </a:moveTo>
                <a:lnTo>
                  <a:pt x="3781251" y="1413200"/>
                </a:lnTo>
                <a:cubicBezTo>
                  <a:pt x="3781656" y="1413200"/>
                  <a:pt x="3782061" y="1413605"/>
                  <a:pt x="3782466" y="1414010"/>
                </a:cubicBezTo>
                <a:lnTo>
                  <a:pt x="3786109" y="1420082"/>
                </a:lnTo>
                <a:cubicBezTo>
                  <a:pt x="3786514" y="1420487"/>
                  <a:pt x="3786514" y="1420892"/>
                  <a:pt x="3786109" y="1421296"/>
                </a:cubicBezTo>
                <a:lnTo>
                  <a:pt x="3782466" y="1427368"/>
                </a:lnTo>
                <a:cubicBezTo>
                  <a:pt x="3782466" y="1427368"/>
                  <a:pt x="3782061" y="1427773"/>
                  <a:pt x="3781251" y="1428178"/>
                </a:cubicBezTo>
                <a:lnTo>
                  <a:pt x="3774369" y="1428178"/>
                </a:lnTo>
                <a:cubicBezTo>
                  <a:pt x="3773965" y="1428178"/>
                  <a:pt x="3773560" y="1427773"/>
                  <a:pt x="3773155" y="1427368"/>
                </a:cubicBezTo>
                <a:lnTo>
                  <a:pt x="3769512" y="1421296"/>
                </a:lnTo>
                <a:cubicBezTo>
                  <a:pt x="3769107" y="1420892"/>
                  <a:pt x="3769107" y="1420487"/>
                  <a:pt x="3769512" y="1420082"/>
                </a:cubicBezTo>
                <a:lnTo>
                  <a:pt x="3773155" y="1414010"/>
                </a:lnTo>
                <a:cubicBezTo>
                  <a:pt x="3773560" y="1413605"/>
                  <a:pt x="3773965" y="1413200"/>
                  <a:pt x="3774369" y="1413200"/>
                </a:cubicBezTo>
                <a:close/>
                <a:moveTo>
                  <a:pt x="3004820" y="1412796"/>
                </a:moveTo>
                <a:lnTo>
                  <a:pt x="3012917" y="1412796"/>
                </a:lnTo>
                <a:cubicBezTo>
                  <a:pt x="3013321" y="1412796"/>
                  <a:pt x="3013726" y="1412796"/>
                  <a:pt x="3014131" y="1413201"/>
                </a:cubicBezTo>
                <a:lnTo>
                  <a:pt x="3018179" y="1420083"/>
                </a:lnTo>
                <a:cubicBezTo>
                  <a:pt x="3018584" y="1420487"/>
                  <a:pt x="3018584" y="1420892"/>
                  <a:pt x="3018179" y="1421297"/>
                </a:cubicBezTo>
                <a:lnTo>
                  <a:pt x="3014131" y="1428179"/>
                </a:lnTo>
                <a:cubicBezTo>
                  <a:pt x="3013726" y="1428584"/>
                  <a:pt x="3013321" y="1428584"/>
                  <a:pt x="3012917" y="1428989"/>
                </a:cubicBezTo>
                <a:lnTo>
                  <a:pt x="3004820" y="1428989"/>
                </a:lnTo>
                <a:cubicBezTo>
                  <a:pt x="3004416" y="1428989"/>
                  <a:pt x="3004010" y="1428584"/>
                  <a:pt x="3003606" y="1428179"/>
                </a:cubicBezTo>
                <a:lnTo>
                  <a:pt x="2999558" y="1421297"/>
                </a:lnTo>
                <a:cubicBezTo>
                  <a:pt x="2999153" y="1420892"/>
                  <a:pt x="2999153" y="1420487"/>
                  <a:pt x="2999558" y="1420083"/>
                </a:cubicBezTo>
                <a:lnTo>
                  <a:pt x="3003606" y="1413201"/>
                </a:lnTo>
                <a:cubicBezTo>
                  <a:pt x="3004010" y="1413201"/>
                  <a:pt x="3004416" y="1412796"/>
                  <a:pt x="3004820" y="1412796"/>
                </a:cubicBezTo>
                <a:close/>
                <a:moveTo>
                  <a:pt x="3895812" y="1412391"/>
                </a:moveTo>
                <a:lnTo>
                  <a:pt x="3903099" y="1412391"/>
                </a:lnTo>
                <a:cubicBezTo>
                  <a:pt x="3903504" y="1412391"/>
                  <a:pt x="3903909" y="1412796"/>
                  <a:pt x="3904313" y="1413201"/>
                </a:cubicBezTo>
                <a:lnTo>
                  <a:pt x="3907957" y="1419678"/>
                </a:lnTo>
                <a:cubicBezTo>
                  <a:pt x="3908362" y="1420083"/>
                  <a:pt x="3908362" y="1420487"/>
                  <a:pt x="3907957" y="1420892"/>
                </a:cubicBezTo>
                <a:lnTo>
                  <a:pt x="3904313" y="1427369"/>
                </a:lnTo>
                <a:cubicBezTo>
                  <a:pt x="3903909" y="1427774"/>
                  <a:pt x="3903504" y="1428179"/>
                  <a:pt x="3903099" y="1428179"/>
                </a:cubicBezTo>
                <a:lnTo>
                  <a:pt x="3895812" y="1428179"/>
                </a:lnTo>
                <a:cubicBezTo>
                  <a:pt x="3895408" y="1428179"/>
                  <a:pt x="3895003" y="1427774"/>
                  <a:pt x="3894598" y="1427369"/>
                </a:cubicBezTo>
                <a:lnTo>
                  <a:pt x="3890955" y="1420892"/>
                </a:lnTo>
                <a:cubicBezTo>
                  <a:pt x="3890550" y="1420487"/>
                  <a:pt x="3890550" y="1420083"/>
                  <a:pt x="3890955" y="1419678"/>
                </a:cubicBezTo>
                <a:lnTo>
                  <a:pt x="3894598" y="1413201"/>
                </a:lnTo>
                <a:cubicBezTo>
                  <a:pt x="3895003" y="1412796"/>
                  <a:pt x="3895408" y="1412391"/>
                  <a:pt x="3895812" y="1412391"/>
                </a:cubicBezTo>
                <a:close/>
                <a:moveTo>
                  <a:pt x="3854522" y="1411581"/>
                </a:moveTo>
                <a:lnTo>
                  <a:pt x="3863023" y="1411581"/>
                </a:lnTo>
                <a:cubicBezTo>
                  <a:pt x="3863428" y="1411581"/>
                  <a:pt x="3863832" y="1411581"/>
                  <a:pt x="3864237" y="1411986"/>
                </a:cubicBezTo>
                <a:lnTo>
                  <a:pt x="3868690" y="1419677"/>
                </a:lnTo>
                <a:cubicBezTo>
                  <a:pt x="3869095" y="1420082"/>
                  <a:pt x="3869095" y="1420487"/>
                  <a:pt x="3868690" y="1420892"/>
                </a:cubicBezTo>
                <a:lnTo>
                  <a:pt x="3864237" y="1428583"/>
                </a:lnTo>
                <a:cubicBezTo>
                  <a:pt x="3864237" y="1428988"/>
                  <a:pt x="3863832" y="1429393"/>
                  <a:pt x="3863023" y="1429393"/>
                </a:cubicBezTo>
                <a:lnTo>
                  <a:pt x="3854522" y="1429393"/>
                </a:lnTo>
                <a:cubicBezTo>
                  <a:pt x="3854117" y="1429393"/>
                  <a:pt x="3853712" y="1428988"/>
                  <a:pt x="3853307" y="1428583"/>
                </a:cubicBezTo>
                <a:lnTo>
                  <a:pt x="3848855" y="1420892"/>
                </a:lnTo>
                <a:cubicBezTo>
                  <a:pt x="3848450" y="1420487"/>
                  <a:pt x="3848450" y="1420082"/>
                  <a:pt x="3848855" y="1419677"/>
                </a:cubicBezTo>
                <a:lnTo>
                  <a:pt x="3853307" y="1411986"/>
                </a:lnTo>
                <a:cubicBezTo>
                  <a:pt x="3853712" y="1411986"/>
                  <a:pt x="3854117" y="1411581"/>
                  <a:pt x="3854522" y="1411581"/>
                </a:cubicBezTo>
                <a:close/>
                <a:moveTo>
                  <a:pt x="3814041" y="1411581"/>
                </a:moveTo>
                <a:lnTo>
                  <a:pt x="3822542" y="1411581"/>
                </a:lnTo>
                <a:cubicBezTo>
                  <a:pt x="3822947" y="1411581"/>
                  <a:pt x="3823352" y="1411986"/>
                  <a:pt x="3823756" y="1412390"/>
                </a:cubicBezTo>
                <a:lnTo>
                  <a:pt x="3827805" y="1419677"/>
                </a:lnTo>
                <a:cubicBezTo>
                  <a:pt x="3828210" y="1420082"/>
                  <a:pt x="3828210" y="1420487"/>
                  <a:pt x="3827805" y="1420892"/>
                </a:cubicBezTo>
                <a:lnTo>
                  <a:pt x="3823756" y="1428178"/>
                </a:lnTo>
                <a:cubicBezTo>
                  <a:pt x="3823352" y="1428583"/>
                  <a:pt x="3822947" y="1428988"/>
                  <a:pt x="3822542" y="1428988"/>
                </a:cubicBezTo>
                <a:lnTo>
                  <a:pt x="3814041" y="1428988"/>
                </a:lnTo>
                <a:cubicBezTo>
                  <a:pt x="3813636" y="1428988"/>
                  <a:pt x="3813231" y="1428583"/>
                  <a:pt x="3812827" y="1428178"/>
                </a:cubicBezTo>
                <a:lnTo>
                  <a:pt x="3808779" y="1420892"/>
                </a:lnTo>
                <a:cubicBezTo>
                  <a:pt x="3808374" y="1420487"/>
                  <a:pt x="3808374" y="1420082"/>
                  <a:pt x="3808779" y="1419677"/>
                </a:cubicBezTo>
                <a:lnTo>
                  <a:pt x="3812827" y="1412390"/>
                </a:lnTo>
                <a:cubicBezTo>
                  <a:pt x="3813231" y="1411986"/>
                  <a:pt x="3813636" y="1411581"/>
                  <a:pt x="3814041" y="1411581"/>
                </a:cubicBezTo>
                <a:close/>
                <a:moveTo>
                  <a:pt x="2963125" y="1411176"/>
                </a:moveTo>
                <a:lnTo>
                  <a:pt x="2972840" y="1411176"/>
                </a:lnTo>
                <a:cubicBezTo>
                  <a:pt x="2973245" y="1411176"/>
                  <a:pt x="2973650" y="1411581"/>
                  <a:pt x="2974055" y="1411986"/>
                </a:cubicBezTo>
                <a:lnTo>
                  <a:pt x="2978913" y="1420082"/>
                </a:lnTo>
                <a:cubicBezTo>
                  <a:pt x="2979317" y="1420487"/>
                  <a:pt x="2979317" y="1420892"/>
                  <a:pt x="2978913" y="1421296"/>
                </a:cubicBezTo>
                <a:lnTo>
                  <a:pt x="2974055" y="1429393"/>
                </a:lnTo>
                <a:cubicBezTo>
                  <a:pt x="2974055" y="1429798"/>
                  <a:pt x="2973650" y="1429798"/>
                  <a:pt x="2972840" y="1430202"/>
                </a:cubicBezTo>
                <a:lnTo>
                  <a:pt x="2963125" y="1430202"/>
                </a:lnTo>
                <a:cubicBezTo>
                  <a:pt x="2962720" y="1430202"/>
                  <a:pt x="2962315" y="1429798"/>
                  <a:pt x="2961911" y="1429393"/>
                </a:cubicBezTo>
                <a:lnTo>
                  <a:pt x="2957053" y="1421296"/>
                </a:lnTo>
                <a:cubicBezTo>
                  <a:pt x="2956648" y="1420892"/>
                  <a:pt x="2956648" y="1420487"/>
                  <a:pt x="2957053" y="1420082"/>
                </a:cubicBezTo>
                <a:lnTo>
                  <a:pt x="2961911" y="1411986"/>
                </a:lnTo>
                <a:cubicBezTo>
                  <a:pt x="2962315" y="1411581"/>
                  <a:pt x="2962720" y="1411176"/>
                  <a:pt x="2963125" y="1411176"/>
                </a:cubicBezTo>
                <a:close/>
                <a:moveTo>
                  <a:pt x="2437274" y="1411176"/>
                </a:moveTo>
                <a:lnTo>
                  <a:pt x="2446989" y="1411176"/>
                </a:lnTo>
                <a:cubicBezTo>
                  <a:pt x="2447394" y="1411176"/>
                  <a:pt x="2447799" y="1411176"/>
                  <a:pt x="2448204" y="1411581"/>
                </a:cubicBezTo>
                <a:lnTo>
                  <a:pt x="2453062" y="1420082"/>
                </a:lnTo>
                <a:cubicBezTo>
                  <a:pt x="2453466" y="1420487"/>
                  <a:pt x="2453466" y="1420892"/>
                  <a:pt x="2453062" y="1421296"/>
                </a:cubicBezTo>
                <a:lnTo>
                  <a:pt x="2448204" y="1429798"/>
                </a:lnTo>
                <a:cubicBezTo>
                  <a:pt x="2447799" y="1430202"/>
                  <a:pt x="2447394" y="1430202"/>
                  <a:pt x="2446989" y="1430202"/>
                </a:cubicBezTo>
                <a:lnTo>
                  <a:pt x="2437274" y="1430202"/>
                </a:lnTo>
                <a:cubicBezTo>
                  <a:pt x="2436869" y="1430202"/>
                  <a:pt x="2436464" y="1430202"/>
                  <a:pt x="2436059" y="1429798"/>
                </a:cubicBezTo>
                <a:lnTo>
                  <a:pt x="2431202" y="1421296"/>
                </a:lnTo>
                <a:cubicBezTo>
                  <a:pt x="2430797" y="1420892"/>
                  <a:pt x="2430797" y="1420487"/>
                  <a:pt x="2431202" y="1420082"/>
                </a:cubicBezTo>
                <a:lnTo>
                  <a:pt x="2436059" y="1411581"/>
                </a:lnTo>
                <a:cubicBezTo>
                  <a:pt x="2436464" y="1411581"/>
                  <a:pt x="2436869" y="1411176"/>
                  <a:pt x="2437274" y="1411176"/>
                </a:cubicBezTo>
                <a:close/>
                <a:moveTo>
                  <a:pt x="2922238" y="1410367"/>
                </a:moveTo>
                <a:lnTo>
                  <a:pt x="2932763" y="1410367"/>
                </a:lnTo>
                <a:cubicBezTo>
                  <a:pt x="2933168" y="1410367"/>
                  <a:pt x="2933573" y="1410772"/>
                  <a:pt x="2933978" y="1411177"/>
                </a:cubicBezTo>
                <a:lnTo>
                  <a:pt x="2939240" y="1420083"/>
                </a:lnTo>
                <a:cubicBezTo>
                  <a:pt x="2939646" y="1420487"/>
                  <a:pt x="2939646" y="1420892"/>
                  <a:pt x="2939240" y="1421297"/>
                </a:cubicBezTo>
                <a:lnTo>
                  <a:pt x="2933978" y="1430203"/>
                </a:lnTo>
                <a:cubicBezTo>
                  <a:pt x="2933978" y="1430608"/>
                  <a:pt x="2933573" y="1430608"/>
                  <a:pt x="2932763" y="1431013"/>
                </a:cubicBezTo>
                <a:lnTo>
                  <a:pt x="2922238" y="1431013"/>
                </a:lnTo>
                <a:cubicBezTo>
                  <a:pt x="2921834" y="1431013"/>
                  <a:pt x="2921429" y="1430608"/>
                  <a:pt x="2921024" y="1430203"/>
                </a:cubicBezTo>
                <a:lnTo>
                  <a:pt x="2915762" y="1421297"/>
                </a:lnTo>
                <a:cubicBezTo>
                  <a:pt x="2915357" y="1420892"/>
                  <a:pt x="2915357" y="1420487"/>
                  <a:pt x="2915762" y="1420083"/>
                </a:cubicBezTo>
                <a:lnTo>
                  <a:pt x="2921024" y="1411177"/>
                </a:lnTo>
                <a:cubicBezTo>
                  <a:pt x="2921429" y="1410772"/>
                  <a:pt x="2921834" y="1410367"/>
                  <a:pt x="2922238" y="1410367"/>
                </a:cubicBezTo>
                <a:close/>
                <a:moveTo>
                  <a:pt x="2476945" y="1410367"/>
                </a:moveTo>
                <a:lnTo>
                  <a:pt x="2487875" y="1410367"/>
                </a:lnTo>
                <a:cubicBezTo>
                  <a:pt x="2488280" y="1410367"/>
                  <a:pt x="2488685" y="1410367"/>
                  <a:pt x="2489090" y="1410772"/>
                </a:cubicBezTo>
                <a:lnTo>
                  <a:pt x="2494757" y="1420083"/>
                </a:lnTo>
                <a:cubicBezTo>
                  <a:pt x="2495162" y="1420487"/>
                  <a:pt x="2495162" y="1420892"/>
                  <a:pt x="2494757" y="1421297"/>
                </a:cubicBezTo>
                <a:lnTo>
                  <a:pt x="2489090" y="1430608"/>
                </a:lnTo>
                <a:cubicBezTo>
                  <a:pt x="2489090" y="1431013"/>
                  <a:pt x="2488685" y="1431013"/>
                  <a:pt x="2487875" y="1431013"/>
                </a:cubicBezTo>
                <a:lnTo>
                  <a:pt x="2476945" y="1431013"/>
                </a:lnTo>
                <a:cubicBezTo>
                  <a:pt x="2476541" y="1431013"/>
                  <a:pt x="2476136" y="1431013"/>
                  <a:pt x="2475731" y="1430608"/>
                </a:cubicBezTo>
                <a:lnTo>
                  <a:pt x="2470064" y="1421297"/>
                </a:lnTo>
                <a:cubicBezTo>
                  <a:pt x="2469659" y="1420892"/>
                  <a:pt x="2469659" y="1420487"/>
                  <a:pt x="2470064" y="1420083"/>
                </a:cubicBezTo>
                <a:lnTo>
                  <a:pt x="2475731" y="1410772"/>
                </a:lnTo>
                <a:cubicBezTo>
                  <a:pt x="2476136" y="1410772"/>
                  <a:pt x="2476541" y="1410367"/>
                  <a:pt x="2476945" y="1410367"/>
                </a:cubicBezTo>
                <a:close/>
                <a:moveTo>
                  <a:pt x="2882162" y="1409962"/>
                </a:moveTo>
                <a:lnTo>
                  <a:pt x="2892283" y="1409962"/>
                </a:lnTo>
                <a:cubicBezTo>
                  <a:pt x="2892687" y="1409962"/>
                  <a:pt x="2893093" y="1410367"/>
                  <a:pt x="2893497" y="1410772"/>
                </a:cubicBezTo>
                <a:lnTo>
                  <a:pt x="2898760" y="1419678"/>
                </a:lnTo>
                <a:cubicBezTo>
                  <a:pt x="2899165" y="1420082"/>
                  <a:pt x="2899165" y="1420487"/>
                  <a:pt x="2898760" y="1420892"/>
                </a:cubicBezTo>
                <a:lnTo>
                  <a:pt x="2893497" y="1429798"/>
                </a:lnTo>
                <a:cubicBezTo>
                  <a:pt x="2893497" y="1430203"/>
                  <a:pt x="2893093" y="1430607"/>
                  <a:pt x="2892283" y="1430607"/>
                </a:cubicBezTo>
                <a:lnTo>
                  <a:pt x="2882162" y="1430607"/>
                </a:lnTo>
                <a:cubicBezTo>
                  <a:pt x="2881758" y="1430607"/>
                  <a:pt x="2881353" y="1430203"/>
                  <a:pt x="2880948" y="1429798"/>
                </a:cubicBezTo>
                <a:lnTo>
                  <a:pt x="2875686" y="1420892"/>
                </a:lnTo>
                <a:cubicBezTo>
                  <a:pt x="2875281" y="1420487"/>
                  <a:pt x="2875281" y="1420082"/>
                  <a:pt x="2875686" y="1419678"/>
                </a:cubicBezTo>
                <a:lnTo>
                  <a:pt x="2880948" y="1410772"/>
                </a:lnTo>
                <a:cubicBezTo>
                  <a:pt x="2881353" y="1410367"/>
                  <a:pt x="2881758" y="1409962"/>
                  <a:pt x="2882162" y="1409962"/>
                </a:cubicBezTo>
                <a:close/>
                <a:moveTo>
                  <a:pt x="2598388" y="1409962"/>
                </a:moveTo>
                <a:lnTo>
                  <a:pt x="2609723" y="1409962"/>
                </a:lnTo>
                <a:cubicBezTo>
                  <a:pt x="2610128" y="1409962"/>
                  <a:pt x="2610533" y="1409962"/>
                  <a:pt x="2610938" y="1410367"/>
                </a:cubicBezTo>
                <a:lnTo>
                  <a:pt x="2616605" y="1420082"/>
                </a:lnTo>
                <a:cubicBezTo>
                  <a:pt x="2617010" y="1420487"/>
                  <a:pt x="2617010" y="1420892"/>
                  <a:pt x="2616605" y="1421297"/>
                </a:cubicBezTo>
                <a:lnTo>
                  <a:pt x="2610938" y="1431012"/>
                </a:lnTo>
                <a:cubicBezTo>
                  <a:pt x="2610533" y="1431417"/>
                  <a:pt x="2610128" y="1431417"/>
                  <a:pt x="2609723" y="1431822"/>
                </a:cubicBezTo>
                <a:lnTo>
                  <a:pt x="2598388" y="1431822"/>
                </a:lnTo>
                <a:cubicBezTo>
                  <a:pt x="2597984" y="1431822"/>
                  <a:pt x="2597579" y="1431417"/>
                  <a:pt x="2597174" y="1431012"/>
                </a:cubicBezTo>
                <a:lnTo>
                  <a:pt x="2591507" y="1421297"/>
                </a:lnTo>
                <a:cubicBezTo>
                  <a:pt x="2591102" y="1420892"/>
                  <a:pt x="2591102" y="1420487"/>
                  <a:pt x="2591507" y="1420082"/>
                </a:cubicBezTo>
                <a:lnTo>
                  <a:pt x="2597174" y="1410367"/>
                </a:lnTo>
                <a:cubicBezTo>
                  <a:pt x="2597579" y="1410367"/>
                  <a:pt x="2597984" y="1409962"/>
                  <a:pt x="2598388" y="1409962"/>
                </a:cubicBezTo>
                <a:close/>
                <a:moveTo>
                  <a:pt x="2517426" y="1409557"/>
                </a:moveTo>
                <a:lnTo>
                  <a:pt x="2528356" y="1409557"/>
                </a:lnTo>
                <a:cubicBezTo>
                  <a:pt x="2528761" y="1409557"/>
                  <a:pt x="2529166" y="1409557"/>
                  <a:pt x="2529571" y="1409962"/>
                </a:cubicBezTo>
                <a:lnTo>
                  <a:pt x="2535238" y="1419677"/>
                </a:lnTo>
                <a:cubicBezTo>
                  <a:pt x="2535643" y="1420082"/>
                  <a:pt x="2535643" y="1420487"/>
                  <a:pt x="2535238" y="1420892"/>
                </a:cubicBezTo>
                <a:lnTo>
                  <a:pt x="2529571" y="1430607"/>
                </a:lnTo>
                <a:cubicBezTo>
                  <a:pt x="2529571" y="1431012"/>
                  <a:pt x="2529166" y="1431417"/>
                  <a:pt x="2528356" y="1431417"/>
                </a:cubicBezTo>
                <a:lnTo>
                  <a:pt x="2517426" y="1431417"/>
                </a:lnTo>
                <a:cubicBezTo>
                  <a:pt x="2517022" y="1431417"/>
                  <a:pt x="2516617" y="1431012"/>
                  <a:pt x="2516212" y="1430607"/>
                </a:cubicBezTo>
                <a:lnTo>
                  <a:pt x="2510545" y="1420892"/>
                </a:lnTo>
                <a:cubicBezTo>
                  <a:pt x="2510140" y="1420487"/>
                  <a:pt x="2510140" y="1420082"/>
                  <a:pt x="2510545" y="1419677"/>
                </a:cubicBezTo>
                <a:lnTo>
                  <a:pt x="2516212" y="1409962"/>
                </a:lnTo>
                <a:cubicBezTo>
                  <a:pt x="2516617" y="1409962"/>
                  <a:pt x="2517022" y="1409557"/>
                  <a:pt x="2517426" y="1409557"/>
                </a:cubicBezTo>
                <a:close/>
                <a:moveTo>
                  <a:pt x="2557503" y="1409152"/>
                </a:moveTo>
                <a:lnTo>
                  <a:pt x="2569243" y="1409152"/>
                </a:lnTo>
                <a:cubicBezTo>
                  <a:pt x="2569648" y="1409152"/>
                  <a:pt x="2570052" y="1409152"/>
                  <a:pt x="2570457" y="1409557"/>
                </a:cubicBezTo>
                <a:lnTo>
                  <a:pt x="2576125" y="1419677"/>
                </a:lnTo>
                <a:cubicBezTo>
                  <a:pt x="2576530" y="1420082"/>
                  <a:pt x="2576530" y="1420487"/>
                  <a:pt x="2576125" y="1420892"/>
                </a:cubicBezTo>
                <a:lnTo>
                  <a:pt x="2570457" y="1431012"/>
                </a:lnTo>
                <a:cubicBezTo>
                  <a:pt x="2570052" y="1431417"/>
                  <a:pt x="2569648" y="1431822"/>
                  <a:pt x="2569243" y="1431822"/>
                </a:cubicBezTo>
                <a:lnTo>
                  <a:pt x="2557503" y="1431822"/>
                </a:lnTo>
                <a:cubicBezTo>
                  <a:pt x="2557098" y="1431822"/>
                  <a:pt x="2556694" y="1431417"/>
                  <a:pt x="2556289" y="1431012"/>
                </a:cubicBezTo>
                <a:lnTo>
                  <a:pt x="2550622" y="1420892"/>
                </a:lnTo>
                <a:cubicBezTo>
                  <a:pt x="2550217" y="1420487"/>
                  <a:pt x="2550217" y="1420082"/>
                  <a:pt x="2550622" y="1419677"/>
                </a:cubicBezTo>
                <a:lnTo>
                  <a:pt x="2556289" y="1409557"/>
                </a:lnTo>
                <a:cubicBezTo>
                  <a:pt x="2556694" y="1409557"/>
                  <a:pt x="2557098" y="1409152"/>
                  <a:pt x="2557503" y="1409152"/>
                </a:cubicBezTo>
                <a:close/>
                <a:moveTo>
                  <a:pt x="3371985" y="1377982"/>
                </a:moveTo>
                <a:lnTo>
                  <a:pt x="3374414" y="1377982"/>
                </a:lnTo>
                <a:lnTo>
                  <a:pt x="3375629" y="1380006"/>
                </a:lnTo>
                <a:lnTo>
                  <a:pt x="3374414" y="1382030"/>
                </a:lnTo>
                <a:lnTo>
                  <a:pt x="3371985" y="1382030"/>
                </a:lnTo>
                <a:lnTo>
                  <a:pt x="3370771" y="1380006"/>
                </a:lnTo>
                <a:close/>
                <a:moveTo>
                  <a:pt x="3331504" y="1377982"/>
                </a:moveTo>
                <a:lnTo>
                  <a:pt x="3333933" y="1377982"/>
                </a:lnTo>
                <a:lnTo>
                  <a:pt x="3335148" y="1380006"/>
                </a:lnTo>
                <a:lnTo>
                  <a:pt x="3333933" y="1382030"/>
                </a:lnTo>
                <a:lnTo>
                  <a:pt x="3331504" y="1382030"/>
                </a:lnTo>
                <a:lnTo>
                  <a:pt x="3330290" y="1380006"/>
                </a:lnTo>
                <a:close/>
                <a:moveTo>
                  <a:pt x="3250542" y="1377982"/>
                </a:moveTo>
                <a:lnTo>
                  <a:pt x="3252971" y="1377982"/>
                </a:lnTo>
                <a:lnTo>
                  <a:pt x="3254186" y="1380006"/>
                </a:lnTo>
                <a:lnTo>
                  <a:pt x="3252971" y="1382030"/>
                </a:lnTo>
                <a:lnTo>
                  <a:pt x="3250542" y="1382030"/>
                </a:lnTo>
                <a:lnTo>
                  <a:pt x="3249328" y="1380006"/>
                </a:lnTo>
                <a:close/>
                <a:moveTo>
                  <a:pt x="3210465" y="1377982"/>
                </a:moveTo>
                <a:lnTo>
                  <a:pt x="3212489" y="1377982"/>
                </a:lnTo>
                <a:lnTo>
                  <a:pt x="3213704" y="1380006"/>
                </a:lnTo>
                <a:lnTo>
                  <a:pt x="3212489" y="1382030"/>
                </a:lnTo>
                <a:lnTo>
                  <a:pt x="3210465" y="1382030"/>
                </a:lnTo>
                <a:lnTo>
                  <a:pt x="3209251" y="1380006"/>
                </a:lnTo>
                <a:close/>
                <a:moveTo>
                  <a:pt x="3452544" y="1377577"/>
                </a:moveTo>
                <a:lnTo>
                  <a:pt x="3455377" y="1377577"/>
                </a:lnTo>
                <a:lnTo>
                  <a:pt x="3456592" y="1380006"/>
                </a:lnTo>
                <a:lnTo>
                  <a:pt x="3455377" y="1382435"/>
                </a:lnTo>
                <a:lnTo>
                  <a:pt x="3452544" y="1382435"/>
                </a:lnTo>
                <a:lnTo>
                  <a:pt x="3451329" y="1380006"/>
                </a:lnTo>
                <a:close/>
                <a:moveTo>
                  <a:pt x="3412062" y="1377577"/>
                </a:moveTo>
                <a:lnTo>
                  <a:pt x="3414895" y="1377577"/>
                </a:lnTo>
                <a:lnTo>
                  <a:pt x="3416110" y="1380006"/>
                </a:lnTo>
                <a:lnTo>
                  <a:pt x="3414895" y="1382435"/>
                </a:lnTo>
                <a:lnTo>
                  <a:pt x="3412062" y="1382435"/>
                </a:lnTo>
                <a:lnTo>
                  <a:pt x="3410847" y="1380006"/>
                </a:lnTo>
                <a:close/>
                <a:moveTo>
                  <a:pt x="3290619" y="1377577"/>
                </a:moveTo>
                <a:lnTo>
                  <a:pt x="3293452" y="1377577"/>
                </a:lnTo>
                <a:lnTo>
                  <a:pt x="3294667" y="1380006"/>
                </a:lnTo>
                <a:lnTo>
                  <a:pt x="3293452" y="1382435"/>
                </a:lnTo>
                <a:lnTo>
                  <a:pt x="3290619" y="1382435"/>
                </a:lnTo>
                <a:lnTo>
                  <a:pt x="3289404" y="1380006"/>
                </a:lnTo>
                <a:close/>
                <a:moveTo>
                  <a:pt x="3493024" y="1376767"/>
                </a:moveTo>
                <a:lnTo>
                  <a:pt x="3496667" y="1376767"/>
                </a:lnTo>
                <a:lnTo>
                  <a:pt x="3498692" y="1380005"/>
                </a:lnTo>
                <a:lnTo>
                  <a:pt x="3496667" y="1383244"/>
                </a:lnTo>
                <a:lnTo>
                  <a:pt x="3493024" y="1383244"/>
                </a:lnTo>
                <a:lnTo>
                  <a:pt x="3491000" y="1380005"/>
                </a:lnTo>
                <a:close/>
                <a:moveTo>
                  <a:pt x="3169174" y="1376767"/>
                </a:moveTo>
                <a:lnTo>
                  <a:pt x="3172817" y="1376767"/>
                </a:lnTo>
                <a:lnTo>
                  <a:pt x="3174842" y="1380005"/>
                </a:lnTo>
                <a:lnTo>
                  <a:pt x="3172817" y="1383244"/>
                </a:lnTo>
                <a:lnTo>
                  <a:pt x="3169174" y="1383244"/>
                </a:lnTo>
                <a:lnTo>
                  <a:pt x="3167150" y="1380005"/>
                </a:lnTo>
                <a:close/>
                <a:moveTo>
                  <a:pt x="4586018" y="1376363"/>
                </a:moveTo>
                <a:lnTo>
                  <a:pt x="4589257" y="1376363"/>
                </a:lnTo>
                <a:cubicBezTo>
                  <a:pt x="4589662" y="1376363"/>
                  <a:pt x="4590067" y="1376363"/>
                  <a:pt x="4590471" y="1376768"/>
                </a:cubicBezTo>
                <a:lnTo>
                  <a:pt x="4592091" y="1379601"/>
                </a:lnTo>
                <a:cubicBezTo>
                  <a:pt x="4592495" y="1380006"/>
                  <a:pt x="4592495" y="1380411"/>
                  <a:pt x="4592091" y="1380816"/>
                </a:cubicBezTo>
                <a:lnTo>
                  <a:pt x="4590471" y="1383650"/>
                </a:lnTo>
                <a:cubicBezTo>
                  <a:pt x="4590067" y="1384054"/>
                  <a:pt x="4589662" y="1384054"/>
                  <a:pt x="4589257" y="1384459"/>
                </a:cubicBezTo>
                <a:lnTo>
                  <a:pt x="4586018" y="1384459"/>
                </a:lnTo>
                <a:cubicBezTo>
                  <a:pt x="4585614" y="1384459"/>
                  <a:pt x="4585209" y="1384054"/>
                  <a:pt x="4584804" y="1383650"/>
                </a:cubicBezTo>
                <a:lnTo>
                  <a:pt x="4583185" y="1380816"/>
                </a:lnTo>
                <a:cubicBezTo>
                  <a:pt x="4582780" y="1380411"/>
                  <a:pt x="4582780" y="1380006"/>
                  <a:pt x="4583185" y="1379601"/>
                </a:cubicBezTo>
                <a:lnTo>
                  <a:pt x="4584804" y="1376768"/>
                </a:lnTo>
                <a:cubicBezTo>
                  <a:pt x="4585209" y="1376768"/>
                  <a:pt x="4585614" y="1376363"/>
                  <a:pt x="4586018" y="1376363"/>
                </a:cubicBezTo>
                <a:close/>
                <a:moveTo>
                  <a:pt x="4504652" y="1376363"/>
                </a:moveTo>
                <a:lnTo>
                  <a:pt x="4508295" y="1376363"/>
                </a:lnTo>
                <a:cubicBezTo>
                  <a:pt x="4508700" y="1376363"/>
                  <a:pt x="4509104" y="1376363"/>
                  <a:pt x="4509509" y="1376768"/>
                </a:cubicBezTo>
                <a:lnTo>
                  <a:pt x="4511128" y="1379601"/>
                </a:lnTo>
                <a:cubicBezTo>
                  <a:pt x="4511533" y="1380006"/>
                  <a:pt x="4511533" y="1380411"/>
                  <a:pt x="4511128" y="1380816"/>
                </a:cubicBezTo>
                <a:lnTo>
                  <a:pt x="4509509" y="1383650"/>
                </a:lnTo>
                <a:cubicBezTo>
                  <a:pt x="4509104" y="1384054"/>
                  <a:pt x="4508700" y="1384054"/>
                  <a:pt x="4508295" y="1384054"/>
                </a:cubicBezTo>
                <a:lnTo>
                  <a:pt x="4504652" y="1384054"/>
                </a:lnTo>
                <a:cubicBezTo>
                  <a:pt x="4504247" y="1384054"/>
                  <a:pt x="4503842" y="1384054"/>
                  <a:pt x="4503437" y="1383650"/>
                </a:cubicBezTo>
                <a:lnTo>
                  <a:pt x="4501818" y="1380816"/>
                </a:lnTo>
                <a:cubicBezTo>
                  <a:pt x="4501413" y="1380411"/>
                  <a:pt x="4501413" y="1380006"/>
                  <a:pt x="4501818" y="1379601"/>
                </a:cubicBezTo>
                <a:lnTo>
                  <a:pt x="4503437" y="1376768"/>
                </a:lnTo>
                <a:cubicBezTo>
                  <a:pt x="4503842" y="1376768"/>
                  <a:pt x="4504247" y="1376363"/>
                  <a:pt x="4504652" y="1376363"/>
                </a:cubicBezTo>
                <a:close/>
                <a:moveTo>
                  <a:pt x="4342321" y="1376363"/>
                </a:moveTo>
                <a:lnTo>
                  <a:pt x="4346774" y="1376363"/>
                </a:lnTo>
                <a:lnTo>
                  <a:pt x="4348798" y="1380006"/>
                </a:lnTo>
                <a:lnTo>
                  <a:pt x="4346774" y="1383650"/>
                </a:lnTo>
                <a:lnTo>
                  <a:pt x="4342321" y="1383650"/>
                </a:lnTo>
                <a:lnTo>
                  <a:pt x="4340297" y="1380006"/>
                </a:lnTo>
                <a:close/>
                <a:moveTo>
                  <a:pt x="4261763" y="1376363"/>
                </a:moveTo>
                <a:lnTo>
                  <a:pt x="4265811" y="1376363"/>
                </a:lnTo>
                <a:lnTo>
                  <a:pt x="4267835" y="1380006"/>
                </a:lnTo>
                <a:lnTo>
                  <a:pt x="4265811" y="1383650"/>
                </a:lnTo>
                <a:lnTo>
                  <a:pt x="4261763" y="1383650"/>
                </a:lnTo>
                <a:lnTo>
                  <a:pt x="4259739" y="1380006"/>
                </a:lnTo>
                <a:close/>
                <a:moveTo>
                  <a:pt x="4220878" y="1376363"/>
                </a:moveTo>
                <a:lnTo>
                  <a:pt x="4225331" y="1376363"/>
                </a:lnTo>
                <a:lnTo>
                  <a:pt x="4227355" y="1380006"/>
                </a:lnTo>
                <a:lnTo>
                  <a:pt x="4225331" y="1383650"/>
                </a:lnTo>
                <a:lnTo>
                  <a:pt x="4220878" y="1383650"/>
                </a:lnTo>
                <a:lnTo>
                  <a:pt x="4218854" y="1380006"/>
                </a:lnTo>
                <a:close/>
                <a:moveTo>
                  <a:pt x="4140724" y="1376363"/>
                </a:moveTo>
                <a:lnTo>
                  <a:pt x="4143963" y="1376363"/>
                </a:lnTo>
                <a:cubicBezTo>
                  <a:pt x="4144368" y="1376363"/>
                  <a:pt x="4144773" y="1376363"/>
                  <a:pt x="4145177" y="1376768"/>
                </a:cubicBezTo>
                <a:lnTo>
                  <a:pt x="4146797" y="1379601"/>
                </a:lnTo>
                <a:cubicBezTo>
                  <a:pt x="4147201" y="1380006"/>
                  <a:pt x="4147201" y="1380411"/>
                  <a:pt x="4146797" y="1380816"/>
                </a:cubicBezTo>
                <a:lnTo>
                  <a:pt x="4145177" y="1383650"/>
                </a:lnTo>
                <a:cubicBezTo>
                  <a:pt x="4144773" y="1384054"/>
                  <a:pt x="4144368" y="1384054"/>
                  <a:pt x="4143963" y="1384054"/>
                </a:cubicBezTo>
                <a:lnTo>
                  <a:pt x="4140724" y="1384054"/>
                </a:lnTo>
                <a:cubicBezTo>
                  <a:pt x="4140320" y="1384054"/>
                  <a:pt x="4139915" y="1384054"/>
                  <a:pt x="4139510" y="1383650"/>
                </a:cubicBezTo>
                <a:lnTo>
                  <a:pt x="4137891" y="1380816"/>
                </a:lnTo>
                <a:cubicBezTo>
                  <a:pt x="4137486" y="1380411"/>
                  <a:pt x="4137486" y="1380006"/>
                  <a:pt x="4137891" y="1379601"/>
                </a:cubicBezTo>
                <a:lnTo>
                  <a:pt x="4139510" y="1376768"/>
                </a:lnTo>
                <a:cubicBezTo>
                  <a:pt x="4139915" y="1376768"/>
                  <a:pt x="4140320" y="1376363"/>
                  <a:pt x="4140724" y="1376363"/>
                </a:cubicBezTo>
                <a:close/>
                <a:moveTo>
                  <a:pt x="3775584" y="1376363"/>
                </a:moveTo>
                <a:lnTo>
                  <a:pt x="3780037" y="1376363"/>
                </a:lnTo>
                <a:lnTo>
                  <a:pt x="3782061" y="1380006"/>
                </a:lnTo>
                <a:lnTo>
                  <a:pt x="3780037" y="1383650"/>
                </a:lnTo>
                <a:lnTo>
                  <a:pt x="3775584" y="1383650"/>
                </a:lnTo>
                <a:lnTo>
                  <a:pt x="3773560" y="1380006"/>
                </a:lnTo>
                <a:close/>
                <a:moveTo>
                  <a:pt x="3735507" y="1376363"/>
                </a:moveTo>
                <a:lnTo>
                  <a:pt x="3739555" y="1376363"/>
                </a:lnTo>
                <a:lnTo>
                  <a:pt x="3741579" y="1380006"/>
                </a:lnTo>
                <a:lnTo>
                  <a:pt x="3739555" y="1383650"/>
                </a:lnTo>
                <a:lnTo>
                  <a:pt x="3735507" y="1383650"/>
                </a:lnTo>
                <a:lnTo>
                  <a:pt x="3733483" y="1380006"/>
                </a:lnTo>
                <a:close/>
                <a:moveTo>
                  <a:pt x="3694621" y="1376363"/>
                </a:moveTo>
                <a:lnTo>
                  <a:pt x="3699074" y="1376363"/>
                </a:lnTo>
                <a:lnTo>
                  <a:pt x="3701098" y="1380006"/>
                </a:lnTo>
                <a:lnTo>
                  <a:pt x="3699074" y="1383650"/>
                </a:lnTo>
                <a:lnTo>
                  <a:pt x="3694621" y="1383650"/>
                </a:lnTo>
                <a:lnTo>
                  <a:pt x="3692597" y="1380006"/>
                </a:lnTo>
                <a:close/>
                <a:moveTo>
                  <a:pt x="4545133" y="1375958"/>
                </a:moveTo>
                <a:lnTo>
                  <a:pt x="4549586" y="1375958"/>
                </a:lnTo>
                <a:lnTo>
                  <a:pt x="4552014" y="1380006"/>
                </a:lnTo>
                <a:lnTo>
                  <a:pt x="4549586" y="1384054"/>
                </a:lnTo>
                <a:lnTo>
                  <a:pt x="4545133" y="1384054"/>
                </a:lnTo>
                <a:lnTo>
                  <a:pt x="4542704" y="1380006"/>
                </a:lnTo>
                <a:close/>
                <a:moveTo>
                  <a:pt x="4302649" y="1375958"/>
                </a:moveTo>
                <a:lnTo>
                  <a:pt x="4305888" y="1375958"/>
                </a:lnTo>
                <a:cubicBezTo>
                  <a:pt x="4306293" y="1375958"/>
                  <a:pt x="4306698" y="1376363"/>
                  <a:pt x="4307102" y="1376768"/>
                </a:cubicBezTo>
                <a:lnTo>
                  <a:pt x="4308722" y="1379601"/>
                </a:lnTo>
                <a:cubicBezTo>
                  <a:pt x="4309126" y="1380006"/>
                  <a:pt x="4309126" y="1380411"/>
                  <a:pt x="4308722" y="1380816"/>
                </a:cubicBezTo>
                <a:lnTo>
                  <a:pt x="4307102" y="1383650"/>
                </a:lnTo>
                <a:cubicBezTo>
                  <a:pt x="4306698" y="1383650"/>
                  <a:pt x="4306293" y="1384054"/>
                  <a:pt x="4305888" y="1384054"/>
                </a:cubicBezTo>
                <a:lnTo>
                  <a:pt x="4302649" y="1384054"/>
                </a:lnTo>
                <a:cubicBezTo>
                  <a:pt x="4302245" y="1384054"/>
                  <a:pt x="4301840" y="1384054"/>
                  <a:pt x="4301435" y="1383650"/>
                </a:cubicBezTo>
                <a:lnTo>
                  <a:pt x="4299816" y="1380816"/>
                </a:lnTo>
                <a:cubicBezTo>
                  <a:pt x="4299411" y="1380411"/>
                  <a:pt x="4299411" y="1380006"/>
                  <a:pt x="4299816" y="1379601"/>
                </a:cubicBezTo>
                <a:lnTo>
                  <a:pt x="4301435" y="1376768"/>
                </a:lnTo>
                <a:cubicBezTo>
                  <a:pt x="4301840" y="1376363"/>
                  <a:pt x="4302245" y="1375958"/>
                  <a:pt x="4302649" y="1375958"/>
                </a:cubicBezTo>
                <a:close/>
                <a:moveTo>
                  <a:pt x="4181205" y="1375958"/>
                </a:moveTo>
                <a:lnTo>
                  <a:pt x="4184444" y="1375958"/>
                </a:lnTo>
                <a:cubicBezTo>
                  <a:pt x="4184849" y="1375958"/>
                  <a:pt x="4185254" y="1376363"/>
                  <a:pt x="4185658" y="1376768"/>
                </a:cubicBezTo>
                <a:lnTo>
                  <a:pt x="4187278" y="1379601"/>
                </a:lnTo>
                <a:cubicBezTo>
                  <a:pt x="4187682" y="1380006"/>
                  <a:pt x="4187682" y="1380411"/>
                  <a:pt x="4187278" y="1380816"/>
                </a:cubicBezTo>
                <a:lnTo>
                  <a:pt x="4185658" y="1383650"/>
                </a:lnTo>
                <a:cubicBezTo>
                  <a:pt x="4185254" y="1384054"/>
                  <a:pt x="4184849" y="1384054"/>
                  <a:pt x="4184444" y="1384459"/>
                </a:cubicBezTo>
                <a:lnTo>
                  <a:pt x="4181205" y="1384459"/>
                </a:lnTo>
                <a:cubicBezTo>
                  <a:pt x="4180801" y="1384459"/>
                  <a:pt x="4180396" y="1384054"/>
                  <a:pt x="4179991" y="1383650"/>
                </a:cubicBezTo>
                <a:lnTo>
                  <a:pt x="4178372" y="1380816"/>
                </a:lnTo>
                <a:cubicBezTo>
                  <a:pt x="4177967" y="1380411"/>
                  <a:pt x="4177967" y="1380006"/>
                  <a:pt x="4178372" y="1379601"/>
                </a:cubicBezTo>
                <a:lnTo>
                  <a:pt x="4179991" y="1376768"/>
                </a:lnTo>
                <a:cubicBezTo>
                  <a:pt x="4180396" y="1376363"/>
                  <a:pt x="4180801" y="1375958"/>
                  <a:pt x="4181205" y="1375958"/>
                </a:cubicBezTo>
                <a:close/>
                <a:moveTo>
                  <a:pt x="3654545" y="1375958"/>
                </a:moveTo>
                <a:lnTo>
                  <a:pt x="3658998" y="1375958"/>
                </a:lnTo>
                <a:lnTo>
                  <a:pt x="3661426" y="1380006"/>
                </a:lnTo>
                <a:lnTo>
                  <a:pt x="3658998" y="1384054"/>
                </a:lnTo>
                <a:lnTo>
                  <a:pt x="3654545" y="1384054"/>
                </a:lnTo>
                <a:lnTo>
                  <a:pt x="3652116" y="1380006"/>
                </a:lnTo>
                <a:close/>
                <a:moveTo>
                  <a:pt x="3573178" y="1375958"/>
                </a:moveTo>
                <a:lnTo>
                  <a:pt x="3577631" y="1375958"/>
                </a:lnTo>
                <a:lnTo>
                  <a:pt x="3579655" y="1380006"/>
                </a:lnTo>
                <a:lnTo>
                  <a:pt x="3577631" y="1384054"/>
                </a:lnTo>
                <a:lnTo>
                  <a:pt x="3573178" y="1384054"/>
                </a:lnTo>
                <a:lnTo>
                  <a:pt x="3571154" y="1380006"/>
                </a:lnTo>
                <a:close/>
                <a:moveTo>
                  <a:pt x="3128693" y="1375958"/>
                </a:moveTo>
                <a:lnTo>
                  <a:pt x="3131932" y="1375958"/>
                </a:lnTo>
                <a:cubicBezTo>
                  <a:pt x="3132337" y="1375958"/>
                  <a:pt x="3132742" y="1376363"/>
                  <a:pt x="3133146" y="1376768"/>
                </a:cubicBezTo>
                <a:lnTo>
                  <a:pt x="3134766" y="1379601"/>
                </a:lnTo>
                <a:cubicBezTo>
                  <a:pt x="3135170" y="1380006"/>
                  <a:pt x="3135170" y="1380411"/>
                  <a:pt x="3134766" y="1380816"/>
                </a:cubicBezTo>
                <a:lnTo>
                  <a:pt x="3133146" y="1383650"/>
                </a:lnTo>
                <a:cubicBezTo>
                  <a:pt x="3132742" y="1384054"/>
                  <a:pt x="3132337" y="1384054"/>
                  <a:pt x="3131932" y="1384459"/>
                </a:cubicBezTo>
                <a:lnTo>
                  <a:pt x="3128693" y="1384459"/>
                </a:lnTo>
                <a:cubicBezTo>
                  <a:pt x="3128289" y="1384459"/>
                  <a:pt x="3127884" y="1384054"/>
                  <a:pt x="3127479" y="1383650"/>
                </a:cubicBezTo>
                <a:lnTo>
                  <a:pt x="3125860" y="1380816"/>
                </a:lnTo>
                <a:cubicBezTo>
                  <a:pt x="3125455" y="1380411"/>
                  <a:pt x="3125455" y="1380006"/>
                  <a:pt x="3125860" y="1379601"/>
                </a:cubicBezTo>
                <a:lnTo>
                  <a:pt x="3127479" y="1376768"/>
                </a:lnTo>
                <a:cubicBezTo>
                  <a:pt x="3127884" y="1376363"/>
                  <a:pt x="3128289" y="1375958"/>
                  <a:pt x="3128693" y="1375958"/>
                </a:cubicBezTo>
                <a:close/>
                <a:moveTo>
                  <a:pt x="4099838" y="1375553"/>
                </a:moveTo>
                <a:lnTo>
                  <a:pt x="4103482" y="1375553"/>
                </a:lnTo>
                <a:cubicBezTo>
                  <a:pt x="4103886" y="1375553"/>
                  <a:pt x="4104291" y="1375958"/>
                  <a:pt x="4104696" y="1376363"/>
                </a:cubicBezTo>
                <a:lnTo>
                  <a:pt x="4106720" y="1379601"/>
                </a:lnTo>
                <a:cubicBezTo>
                  <a:pt x="4107125" y="1380006"/>
                  <a:pt x="4107125" y="1380411"/>
                  <a:pt x="4106720" y="1380816"/>
                </a:cubicBezTo>
                <a:lnTo>
                  <a:pt x="4104696" y="1384054"/>
                </a:lnTo>
                <a:cubicBezTo>
                  <a:pt x="4104696" y="1384459"/>
                  <a:pt x="4104291" y="1384459"/>
                  <a:pt x="4103482" y="1384864"/>
                </a:cubicBezTo>
                <a:lnTo>
                  <a:pt x="4099838" y="1384864"/>
                </a:lnTo>
                <a:cubicBezTo>
                  <a:pt x="4099434" y="1384864"/>
                  <a:pt x="4099028" y="1384459"/>
                  <a:pt x="4098624" y="1384054"/>
                </a:cubicBezTo>
                <a:lnTo>
                  <a:pt x="4096600" y="1380816"/>
                </a:lnTo>
                <a:cubicBezTo>
                  <a:pt x="4096195" y="1380411"/>
                  <a:pt x="4096195" y="1380006"/>
                  <a:pt x="4096600" y="1379601"/>
                </a:cubicBezTo>
                <a:lnTo>
                  <a:pt x="4098624" y="1376363"/>
                </a:lnTo>
                <a:cubicBezTo>
                  <a:pt x="4099028" y="1375958"/>
                  <a:pt x="4099434" y="1375553"/>
                  <a:pt x="4099838" y="1375553"/>
                </a:cubicBezTo>
                <a:close/>
                <a:moveTo>
                  <a:pt x="4059357" y="1375553"/>
                </a:moveTo>
                <a:lnTo>
                  <a:pt x="4063001" y="1375553"/>
                </a:lnTo>
                <a:cubicBezTo>
                  <a:pt x="4063405" y="1375553"/>
                  <a:pt x="4063810" y="1375553"/>
                  <a:pt x="4064215" y="1375958"/>
                </a:cubicBezTo>
                <a:lnTo>
                  <a:pt x="4066239" y="1379196"/>
                </a:lnTo>
                <a:cubicBezTo>
                  <a:pt x="4066644" y="1379601"/>
                  <a:pt x="4066644" y="1380006"/>
                  <a:pt x="4066239" y="1380411"/>
                </a:cubicBezTo>
                <a:lnTo>
                  <a:pt x="4064215" y="1383649"/>
                </a:lnTo>
                <a:cubicBezTo>
                  <a:pt x="4064215" y="1384054"/>
                  <a:pt x="4063810" y="1384459"/>
                  <a:pt x="4063001" y="1384054"/>
                </a:cubicBezTo>
                <a:lnTo>
                  <a:pt x="4059357" y="1384054"/>
                </a:lnTo>
                <a:cubicBezTo>
                  <a:pt x="4058953" y="1384054"/>
                  <a:pt x="4058547" y="1384054"/>
                  <a:pt x="4058143" y="1383649"/>
                </a:cubicBezTo>
                <a:lnTo>
                  <a:pt x="4056119" y="1380411"/>
                </a:lnTo>
                <a:cubicBezTo>
                  <a:pt x="4055714" y="1380006"/>
                  <a:pt x="4055714" y="1379601"/>
                  <a:pt x="4056119" y="1379196"/>
                </a:cubicBezTo>
                <a:lnTo>
                  <a:pt x="4058143" y="1375958"/>
                </a:lnTo>
                <a:cubicBezTo>
                  <a:pt x="4058547" y="1375958"/>
                  <a:pt x="4058953" y="1375553"/>
                  <a:pt x="4059357" y="1375553"/>
                </a:cubicBezTo>
                <a:close/>
                <a:moveTo>
                  <a:pt x="3614063" y="1375553"/>
                </a:moveTo>
                <a:lnTo>
                  <a:pt x="3617707" y="1375553"/>
                </a:lnTo>
                <a:cubicBezTo>
                  <a:pt x="3618111" y="1375553"/>
                  <a:pt x="3618516" y="1375553"/>
                  <a:pt x="3618921" y="1375958"/>
                </a:cubicBezTo>
                <a:lnTo>
                  <a:pt x="3620945" y="1379196"/>
                </a:lnTo>
                <a:cubicBezTo>
                  <a:pt x="3621350" y="1379601"/>
                  <a:pt x="3621350" y="1380006"/>
                  <a:pt x="3620945" y="1380411"/>
                </a:cubicBezTo>
                <a:lnTo>
                  <a:pt x="3618921" y="1383649"/>
                </a:lnTo>
                <a:cubicBezTo>
                  <a:pt x="3618921" y="1384054"/>
                  <a:pt x="3618516" y="1384459"/>
                  <a:pt x="3617707" y="1384054"/>
                </a:cubicBezTo>
                <a:lnTo>
                  <a:pt x="3614063" y="1384054"/>
                </a:lnTo>
                <a:cubicBezTo>
                  <a:pt x="3613659" y="1384054"/>
                  <a:pt x="3613253" y="1384054"/>
                  <a:pt x="3612849" y="1383649"/>
                </a:cubicBezTo>
                <a:lnTo>
                  <a:pt x="3610825" y="1380411"/>
                </a:lnTo>
                <a:cubicBezTo>
                  <a:pt x="3610420" y="1380006"/>
                  <a:pt x="3610420" y="1379601"/>
                  <a:pt x="3610825" y="1379196"/>
                </a:cubicBezTo>
                <a:lnTo>
                  <a:pt x="3612849" y="1375958"/>
                </a:lnTo>
                <a:cubicBezTo>
                  <a:pt x="3613253" y="1375958"/>
                  <a:pt x="3613659" y="1375553"/>
                  <a:pt x="3614063" y="1375553"/>
                </a:cubicBezTo>
                <a:close/>
                <a:moveTo>
                  <a:pt x="3533102" y="1375553"/>
                </a:moveTo>
                <a:lnTo>
                  <a:pt x="3536745" y="1375553"/>
                </a:lnTo>
                <a:cubicBezTo>
                  <a:pt x="3537150" y="1375553"/>
                  <a:pt x="3537554" y="1375553"/>
                  <a:pt x="3537959" y="1375958"/>
                </a:cubicBezTo>
                <a:lnTo>
                  <a:pt x="3539578" y="1379196"/>
                </a:lnTo>
                <a:cubicBezTo>
                  <a:pt x="3539983" y="1379601"/>
                  <a:pt x="3539983" y="1380006"/>
                  <a:pt x="3539578" y="1380411"/>
                </a:cubicBezTo>
                <a:lnTo>
                  <a:pt x="3537959" y="1383649"/>
                </a:lnTo>
                <a:cubicBezTo>
                  <a:pt x="3537554" y="1384054"/>
                  <a:pt x="3537150" y="1384459"/>
                  <a:pt x="3536745" y="1384459"/>
                </a:cubicBezTo>
                <a:lnTo>
                  <a:pt x="3533102" y="1384459"/>
                </a:lnTo>
                <a:cubicBezTo>
                  <a:pt x="3532697" y="1384459"/>
                  <a:pt x="3532292" y="1384054"/>
                  <a:pt x="3531887" y="1383649"/>
                </a:cubicBezTo>
                <a:lnTo>
                  <a:pt x="3530268" y="1380411"/>
                </a:lnTo>
                <a:cubicBezTo>
                  <a:pt x="3529863" y="1380006"/>
                  <a:pt x="3529863" y="1379601"/>
                  <a:pt x="3530268" y="1379196"/>
                </a:cubicBezTo>
                <a:lnTo>
                  <a:pt x="3531887" y="1375958"/>
                </a:lnTo>
                <a:cubicBezTo>
                  <a:pt x="3532292" y="1375958"/>
                  <a:pt x="3532697" y="1375553"/>
                  <a:pt x="3533102" y="1375553"/>
                </a:cubicBezTo>
                <a:close/>
                <a:moveTo>
                  <a:pt x="4464170" y="1375148"/>
                </a:moveTo>
                <a:lnTo>
                  <a:pt x="4467813" y="1375148"/>
                </a:lnTo>
                <a:cubicBezTo>
                  <a:pt x="4468218" y="1375148"/>
                  <a:pt x="4468622" y="1375553"/>
                  <a:pt x="4469027" y="1375957"/>
                </a:cubicBezTo>
                <a:lnTo>
                  <a:pt x="4470646" y="1379196"/>
                </a:lnTo>
                <a:cubicBezTo>
                  <a:pt x="4471051" y="1379601"/>
                  <a:pt x="4471051" y="1380006"/>
                  <a:pt x="4470646" y="1380411"/>
                </a:cubicBezTo>
                <a:lnTo>
                  <a:pt x="4469027" y="1383649"/>
                </a:lnTo>
                <a:cubicBezTo>
                  <a:pt x="4469027" y="1384054"/>
                  <a:pt x="4468622" y="1384459"/>
                  <a:pt x="4467813" y="1384054"/>
                </a:cubicBezTo>
                <a:lnTo>
                  <a:pt x="4464170" y="1384054"/>
                </a:lnTo>
                <a:cubicBezTo>
                  <a:pt x="4463765" y="1384054"/>
                  <a:pt x="4463360" y="1384054"/>
                  <a:pt x="4462955" y="1383649"/>
                </a:cubicBezTo>
                <a:lnTo>
                  <a:pt x="4461336" y="1380411"/>
                </a:lnTo>
                <a:cubicBezTo>
                  <a:pt x="4460931" y="1380006"/>
                  <a:pt x="4460931" y="1379601"/>
                  <a:pt x="4461336" y="1379196"/>
                </a:cubicBezTo>
                <a:lnTo>
                  <a:pt x="4462955" y="1375957"/>
                </a:lnTo>
                <a:cubicBezTo>
                  <a:pt x="4463360" y="1375553"/>
                  <a:pt x="4463765" y="1375148"/>
                  <a:pt x="4464170" y="1375148"/>
                </a:cubicBezTo>
                <a:close/>
                <a:moveTo>
                  <a:pt x="4423688" y="1375148"/>
                </a:moveTo>
                <a:lnTo>
                  <a:pt x="4427736" y="1375148"/>
                </a:lnTo>
                <a:cubicBezTo>
                  <a:pt x="4428141" y="1375148"/>
                  <a:pt x="4428546" y="1375148"/>
                  <a:pt x="4428950" y="1375553"/>
                </a:cubicBezTo>
                <a:lnTo>
                  <a:pt x="4430975" y="1379196"/>
                </a:lnTo>
                <a:cubicBezTo>
                  <a:pt x="4431380" y="1379601"/>
                  <a:pt x="4431380" y="1380006"/>
                  <a:pt x="4430975" y="1380411"/>
                </a:cubicBezTo>
                <a:lnTo>
                  <a:pt x="4428950" y="1384054"/>
                </a:lnTo>
                <a:cubicBezTo>
                  <a:pt x="4428546" y="1384459"/>
                  <a:pt x="4428141" y="1384863"/>
                  <a:pt x="4427736" y="1385268"/>
                </a:cubicBezTo>
                <a:lnTo>
                  <a:pt x="4423688" y="1385268"/>
                </a:lnTo>
                <a:cubicBezTo>
                  <a:pt x="4423284" y="1385268"/>
                  <a:pt x="4422878" y="1384863"/>
                  <a:pt x="4422474" y="1384459"/>
                </a:cubicBezTo>
                <a:lnTo>
                  <a:pt x="4420450" y="1380815"/>
                </a:lnTo>
                <a:cubicBezTo>
                  <a:pt x="4420045" y="1380411"/>
                  <a:pt x="4420045" y="1380006"/>
                  <a:pt x="4420450" y="1379601"/>
                </a:cubicBezTo>
                <a:lnTo>
                  <a:pt x="4422474" y="1375957"/>
                </a:lnTo>
                <a:cubicBezTo>
                  <a:pt x="4422878" y="1375553"/>
                  <a:pt x="4423284" y="1375148"/>
                  <a:pt x="4423688" y="1375148"/>
                </a:cubicBezTo>
                <a:close/>
                <a:moveTo>
                  <a:pt x="4383207" y="1375148"/>
                </a:moveTo>
                <a:lnTo>
                  <a:pt x="4386851" y="1375148"/>
                </a:lnTo>
                <a:cubicBezTo>
                  <a:pt x="4387255" y="1375148"/>
                  <a:pt x="4387660" y="1375553"/>
                  <a:pt x="4388065" y="1375957"/>
                </a:cubicBezTo>
                <a:lnTo>
                  <a:pt x="4390089" y="1379196"/>
                </a:lnTo>
                <a:cubicBezTo>
                  <a:pt x="4390494" y="1379601"/>
                  <a:pt x="4390494" y="1380006"/>
                  <a:pt x="4390089" y="1380411"/>
                </a:cubicBezTo>
                <a:lnTo>
                  <a:pt x="4388065" y="1383649"/>
                </a:lnTo>
                <a:cubicBezTo>
                  <a:pt x="4388065" y="1384054"/>
                  <a:pt x="4387660" y="1384459"/>
                  <a:pt x="4386851" y="1384459"/>
                </a:cubicBezTo>
                <a:lnTo>
                  <a:pt x="4383207" y="1384459"/>
                </a:lnTo>
                <a:cubicBezTo>
                  <a:pt x="4382803" y="1384459"/>
                  <a:pt x="4382397" y="1384054"/>
                  <a:pt x="4381993" y="1383649"/>
                </a:cubicBezTo>
                <a:lnTo>
                  <a:pt x="4379969" y="1380411"/>
                </a:lnTo>
                <a:cubicBezTo>
                  <a:pt x="4379564" y="1380006"/>
                  <a:pt x="4379564" y="1379601"/>
                  <a:pt x="4379969" y="1379196"/>
                </a:cubicBezTo>
                <a:lnTo>
                  <a:pt x="4381993" y="1375957"/>
                </a:lnTo>
                <a:cubicBezTo>
                  <a:pt x="4382397" y="1375553"/>
                  <a:pt x="4382803" y="1375148"/>
                  <a:pt x="4383207" y="1375148"/>
                </a:cubicBezTo>
                <a:close/>
                <a:moveTo>
                  <a:pt x="3816470" y="1374743"/>
                </a:moveTo>
                <a:lnTo>
                  <a:pt x="3820518" y="1374743"/>
                </a:lnTo>
                <a:cubicBezTo>
                  <a:pt x="3820923" y="1374743"/>
                  <a:pt x="3821328" y="1375148"/>
                  <a:pt x="3821732" y="1375553"/>
                </a:cubicBezTo>
                <a:lnTo>
                  <a:pt x="3823757" y="1379196"/>
                </a:lnTo>
                <a:cubicBezTo>
                  <a:pt x="3824162" y="1379601"/>
                  <a:pt x="3824162" y="1380006"/>
                  <a:pt x="3823757" y="1380410"/>
                </a:cubicBezTo>
                <a:lnTo>
                  <a:pt x="3821732" y="1384054"/>
                </a:lnTo>
                <a:cubicBezTo>
                  <a:pt x="3821328" y="1384459"/>
                  <a:pt x="3820923" y="1384863"/>
                  <a:pt x="3820518" y="1384863"/>
                </a:cubicBezTo>
                <a:lnTo>
                  <a:pt x="3816470" y="1384863"/>
                </a:lnTo>
                <a:cubicBezTo>
                  <a:pt x="3816066" y="1384863"/>
                  <a:pt x="3815660" y="1384459"/>
                  <a:pt x="3815256" y="1384054"/>
                </a:cubicBezTo>
                <a:lnTo>
                  <a:pt x="3813232" y="1380410"/>
                </a:lnTo>
                <a:cubicBezTo>
                  <a:pt x="3812827" y="1380006"/>
                  <a:pt x="3812827" y="1379601"/>
                  <a:pt x="3813232" y="1379196"/>
                </a:cubicBezTo>
                <a:lnTo>
                  <a:pt x="3815256" y="1375553"/>
                </a:lnTo>
                <a:cubicBezTo>
                  <a:pt x="3815660" y="1375148"/>
                  <a:pt x="3816066" y="1374743"/>
                  <a:pt x="3816470" y="1374743"/>
                </a:cubicBezTo>
                <a:close/>
                <a:moveTo>
                  <a:pt x="3086998" y="1374743"/>
                </a:moveTo>
                <a:lnTo>
                  <a:pt x="3091856" y="1374743"/>
                </a:lnTo>
                <a:cubicBezTo>
                  <a:pt x="3092261" y="1374743"/>
                  <a:pt x="3092665" y="1375148"/>
                  <a:pt x="3093070" y="1375553"/>
                </a:cubicBezTo>
                <a:lnTo>
                  <a:pt x="3095499" y="1379601"/>
                </a:lnTo>
                <a:cubicBezTo>
                  <a:pt x="3095904" y="1380006"/>
                  <a:pt x="3095904" y="1380410"/>
                  <a:pt x="3095499" y="1380815"/>
                </a:cubicBezTo>
                <a:lnTo>
                  <a:pt x="3093070" y="1384863"/>
                </a:lnTo>
                <a:cubicBezTo>
                  <a:pt x="3093070" y="1385268"/>
                  <a:pt x="3092665" y="1385268"/>
                  <a:pt x="3091856" y="1385673"/>
                </a:cubicBezTo>
                <a:lnTo>
                  <a:pt x="3086998" y="1385673"/>
                </a:lnTo>
                <a:cubicBezTo>
                  <a:pt x="3086593" y="1385673"/>
                  <a:pt x="3086188" y="1385268"/>
                  <a:pt x="3085784" y="1384863"/>
                </a:cubicBezTo>
                <a:lnTo>
                  <a:pt x="3083355" y="1380815"/>
                </a:lnTo>
                <a:cubicBezTo>
                  <a:pt x="3082950" y="1380410"/>
                  <a:pt x="3082950" y="1380006"/>
                  <a:pt x="3083355" y="1379601"/>
                </a:cubicBezTo>
                <a:lnTo>
                  <a:pt x="3085784" y="1375553"/>
                </a:lnTo>
                <a:cubicBezTo>
                  <a:pt x="3086188" y="1375148"/>
                  <a:pt x="3086593" y="1374743"/>
                  <a:pt x="3086998" y="1374743"/>
                </a:cubicBezTo>
                <a:close/>
                <a:moveTo>
                  <a:pt x="4018471" y="1374339"/>
                </a:moveTo>
                <a:lnTo>
                  <a:pt x="4022924" y="1374339"/>
                </a:lnTo>
                <a:cubicBezTo>
                  <a:pt x="4023328" y="1374339"/>
                  <a:pt x="4023733" y="1374744"/>
                  <a:pt x="4024138" y="1375149"/>
                </a:cubicBezTo>
                <a:lnTo>
                  <a:pt x="4026567" y="1379197"/>
                </a:lnTo>
                <a:cubicBezTo>
                  <a:pt x="4026972" y="1379602"/>
                  <a:pt x="4026972" y="1380006"/>
                  <a:pt x="4026567" y="1380411"/>
                </a:cubicBezTo>
                <a:lnTo>
                  <a:pt x="4024138" y="1384459"/>
                </a:lnTo>
                <a:cubicBezTo>
                  <a:pt x="4024138" y="1384864"/>
                  <a:pt x="4023733" y="1385269"/>
                  <a:pt x="4022924" y="1385269"/>
                </a:cubicBezTo>
                <a:lnTo>
                  <a:pt x="4018471" y="1385269"/>
                </a:lnTo>
                <a:cubicBezTo>
                  <a:pt x="4018066" y="1385269"/>
                  <a:pt x="4017661" y="1384864"/>
                  <a:pt x="4017256" y="1384459"/>
                </a:cubicBezTo>
                <a:lnTo>
                  <a:pt x="4014828" y="1380411"/>
                </a:lnTo>
                <a:cubicBezTo>
                  <a:pt x="4014423" y="1380006"/>
                  <a:pt x="4014423" y="1379602"/>
                  <a:pt x="4014828" y="1379197"/>
                </a:cubicBezTo>
                <a:lnTo>
                  <a:pt x="4017256" y="1375149"/>
                </a:lnTo>
                <a:cubicBezTo>
                  <a:pt x="4017661" y="1374744"/>
                  <a:pt x="4018066" y="1374339"/>
                  <a:pt x="4018471" y="1374339"/>
                </a:cubicBezTo>
                <a:close/>
                <a:moveTo>
                  <a:pt x="3896217" y="1373529"/>
                </a:moveTo>
                <a:lnTo>
                  <a:pt x="3902290" y="1373529"/>
                </a:lnTo>
                <a:cubicBezTo>
                  <a:pt x="3902694" y="1373529"/>
                  <a:pt x="3903099" y="1373934"/>
                  <a:pt x="3903504" y="1374339"/>
                </a:cubicBezTo>
                <a:lnTo>
                  <a:pt x="3906742" y="1379601"/>
                </a:lnTo>
                <a:cubicBezTo>
                  <a:pt x="3907148" y="1380006"/>
                  <a:pt x="3907148" y="1380411"/>
                  <a:pt x="3906742" y="1380816"/>
                </a:cubicBezTo>
                <a:lnTo>
                  <a:pt x="3903504" y="1386078"/>
                </a:lnTo>
                <a:cubicBezTo>
                  <a:pt x="3903504" y="1386483"/>
                  <a:pt x="3903099" y="1386483"/>
                  <a:pt x="3902290" y="1386888"/>
                </a:cubicBezTo>
                <a:lnTo>
                  <a:pt x="3896217" y="1386888"/>
                </a:lnTo>
                <a:cubicBezTo>
                  <a:pt x="3895813" y="1386888"/>
                  <a:pt x="3895408" y="1386483"/>
                  <a:pt x="3895003" y="1386078"/>
                </a:cubicBezTo>
                <a:lnTo>
                  <a:pt x="3891765" y="1380816"/>
                </a:lnTo>
                <a:cubicBezTo>
                  <a:pt x="3891360" y="1380411"/>
                  <a:pt x="3891360" y="1380006"/>
                  <a:pt x="3891765" y="1379601"/>
                </a:cubicBezTo>
                <a:lnTo>
                  <a:pt x="3895003" y="1374339"/>
                </a:lnTo>
                <a:cubicBezTo>
                  <a:pt x="3895408" y="1373934"/>
                  <a:pt x="3895813" y="1373529"/>
                  <a:pt x="3896217" y="1373529"/>
                </a:cubicBezTo>
                <a:close/>
                <a:moveTo>
                  <a:pt x="3856141" y="1373529"/>
                </a:moveTo>
                <a:lnTo>
                  <a:pt x="3861403" y="1373529"/>
                </a:lnTo>
                <a:cubicBezTo>
                  <a:pt x="3861808" y="1373529"/>
                  <a:pt x="3862213" y="1373934"/>
                  <a:pt x="3862618" y="1374339"/>
                </a:cubicBezTo>
                <a:lnTo>
                  <a:pt x="3865452" y="1379196"/>
                </a:lnTo>
                <a:cubicBezTo>
                  <a:pt x="3865856" y="1379601"/>
                  <a:pt x="3865856" y="1380006"/>
                  <a:pt x="3865452" y="1380411"/>
                </a:cubicBezTo>
                <a:lnTo>
                  <a:pt x="3862618" y="1385269"/>
                </a:lnTo>
                <a:cubicBezTo>
                  <a:pt x="3862618" y="1385673"/>
                  <a:pt x="3862213" y="1386078"/>
                  <a:pt x="3861403" y="1386078"/>
                </a:cubicBezTo>
                <a:lnTo>
                  <a:pt x="3856141" y="1386078"/>
                </a:lnTo>
                <a:cubicBezTo>
                  <a:pt x="3855736" y="1386078"/>
                  <a:pt x="3855331" y="1385673"/>
                  <a:pt x="3854927" y="1385269"/>
                </a:cubicBezTo>
                <a:lnTo>
                  <a:pt x="3852093" y="1380411"/>
                </a:lnTo>
                <a:cubicBezTo>
                  <a:pt x="3851688" y="1380006"/>
                  <a:pt x="3851688" y="1379601"/>
                  <a:pt x="3852093" y="1379196"/>
                </a:cubicBezTo>
                <a:lnTo>
                  <a:pt x="3854927" y="1374339"/>
                </a:lnTo>
                <a:cubicBezTo>
                  <a:pt x="3855331" y="1373934"/>
                  <a:pt x="3855736" y="1373529"/>
                  <a:pt x="3856141" y="1373529"/>
                </a:cubicBezTo>
                <a:close/>
                <a:moveTo>
                  <a:pt x="3005225" y="1373529"/>
                </a:moveTo>
                <a:lnTo>
                  <a:pt x="3012107" y="1373529"/>
                </a:lnTo>
                <a:cubicBezTo>
                  <a:pt x="3012512" y="1373529"/>
                  <a:pt x="3012917" y="1373529"/>
                  <a:pt x="3013322" y="1373934"/>
                </a:cubicBezTo>
                <a:lnTo>
                  <a:pt x="3016560" y="1379601"/>
                </a:lnTo>
                <a:cubicBezTo>
                  <a:pt x="3016965" y="1380006"/>
                  <a:pt x="3016965" y="1380411"/>
                  <a:pt x="3016560" y="1380816"/>
                </a:cubicBezTo>
                <a:lnTo>
                  <a:pt x="3013322" y="1386483"/>
                </a:lnTo>
                <a:cubicBezTo>
                  <a:pt x="3012917" y="1386888"/>
                  <a:pt x="3012512" y="1386888"/>
                  <a:pt x="3012107" y="1387293"/>
                </a:cubicBezTo>
                <a:lnTo>
                  <a:pt x="3005225" y="1387293"/>
                </a:lnTo>
                <a:cubicBezTo>
                  <a:pt x="3004821" y="1387293"/>
                  <a:pt x="3004416" y="1386888"/>
                  <a:pt x="3004011" y="1386483"/>
                </a:cubicBezTo>
                <a:lnTo>
                  <a:pt x="3000773" y="1380816"/>
                </a:lnTo>
                <a:cubicBezTo>
                  <a:pt x="3000368" y="1380411"/>
                  <a:pt x="3000368" y="1380006"/>
                  <a:pt x="3000773" y="1379601"/>
                </a:cubicBezTo>
                <a:lnTo>
                  <a:pt x="3004011" y="1373934"/>
                </a:lnTo>
                <a:cubicBezTo>
                  <a:pt x="3004416" y="1373934"/>
                  <a:pt x="3004821" y="1373529"/>
                  <a:pt x="3005225" y="1373529"/>
                </a:cubicBezTo>
                <a:close/>
                <a:moveTo>
                  <a:pt x="3936699" y="1373124"/>
                </a:moveTo>
                <a:lnTo>
                  <a:pt x="3943176" y="1373124"/>
                </a:lnTo>
                <a:cubicBezTo>
                  <a:pt x="3943581" y="1373124"/>
                  <a:pt x="3943986" y="1373124"/>
                  <a:pt x="3944391" y="1373529"/>
                </a:cubicBezTo>
                <a:lnTo>
                  <a:pt x="3947630" y="1379196"/>
                </a:lnTo>
                <a:cubicBezTo>
                  <a:pt x="3948034" y="1379601"/>
                  <a:pt x="3948034" y="1380006"/>
                  <a:pt x="3947630" y="1380411"/>
                </a:cubicBezTo>
                <a:lnTo>
                  <a:pt x="3944391" y="1386078"/>
                </a:lnTo>
                <a:cubicBezTo>
                  <a:pt x="3943986" y="1386483"/>
                  <a:pt x="3943581" y="1386887"/>
                  <a:pt x="3943176" y="1386483"/>
                </a:cubicBezTo>
                <a:lnTo>
                  <a:pt x="3936699" y="1386483"/>
                </a:lnTo>
                <a:cubicBezTo>
                  <a:pt x="3936295" y="1386483"/>
                  <a:pt x="3935890" y="1386483"/>
                  <a:pt x="3935485" y="1386078"/>
                </a:cubicBezTo>
                <a:lnTo>
                  <a:pt x="3932247" y="1380411"/>
                </a:lnTo>
                <a:cubicBezTo>
                  <a:pt x="3931842" y="1380006"/>
                  <a:pt x="3931842" y="1379601"/>
                  <a:pt x="3932247" y="1379196"/>
                </a:cubicBezTo>
                <a:lnTo>
                  <a:pt x="3935485" y="1373529"/>
                </a:lnTo>
                <a:cubicBezTo>
                  <a:pt x="3935890" y="1373529"/>
                  <a:pt x="3936295" y="1373124"/>
                  <a:pt x="3936699" y="1373124"/>
                </a:cubicBezTo>
                <a:close/>
                <a:moveTo>
                  <a:pt x="3045706" y="1373124"/>
                </a:moveTo>
                <a:lnTo>
                  <a:pt x="3052588" y="1373124"/>
                </a:lnTo>
                <a:cubicBezTo>
                  <a:pt x="3052993" y="1373124"/>
                  <a:pt x="3053398" y="1373529"/>
                  <a:pt x="3053803" y="1373933"/>
                </a:cubicBezTo>
                <a:lnTo>
                  <a:pt x="3057041" y="1379601"/>
                </a:lnTo>
                <a:cubicBezTo>
                  <a:pt x="3057446" y="1380006"/>
                  <a:pt x="3057446" y="1380411"/>
                  <a:pt x="3057041" y="1380815"/>
                </a:cubicBezTo>
                <a:lnTo>
                  <a:pt x="3053803" y="1386483"/>
                </a:lnTo>
                <a:cubicBezTo>
                  <a:pt x="3053398" y="1386887"/>
                  <a:pt x="3052993" y="1386887"/>
                  <a:pt x="3052588" y="1387292"/>
                </a:cubicBezTo>
                <a:lnTo>
                  <a:pt x="3045706" y="1387292"/>
                </a:lnTo>
                <a:cubicBezTo>
                  <a:pt x="3045302" y="1387292"/>
                  <a:pt x="3044897" y="1386887"/>
                  <a:pt x="3044492" y="1386483"/>
                </a:cubicBezTo>
                <a:lnTo>
                  <a:pt x="3041254" y="1380815"/>
                </a:lnTo>
                <a:cubicBezTo>
                  <a:pt x="3040849" y="1380411"/>
                  <a:pt x="3040849" y="1380006"/>
                  <a:pt x="3041254" y="1379601"/>
                </a:cubicBezTo>
                <a:lnTo>
                  <a:pt x="3044492" y="1373933"/>
                </a:lnTo>
                <a:cubicBezTo>
                  <a:pt x="3044897" y="1373529"/>
                  <a:pt x="3045302" y="1373124"/>
                  <a:pt x="3045706" y="1373124"/>
                </a:cubicBezTo>
                <a:close/>
                <a:moveTo>
                  <a:pt x="3976775" y="1372719"/>
                </a:moveTo>
                <a:lnTo>
                  <a:pt x="3983252" y="1372719"/>
                </a:lnTo>
                <a:cubicBezTo>
                  <a:pt x="3983657" y="1372719"/>
                  <a:pt x="3984062" y="1373124"/>
                  <a:pt x="3984467" y="1373529"/>
                </a:cubicBezTo>
                <a:lnTo>
                  <a:pt x="3987705" y="1379196"/>
                </a:lnTo>
                <a:cubicBezTo>
                  <a:pt x="3988110" y="1379601"/>
                  <a:pt x="3988110" y="1380006"/>
                  <a:pt x="3987705" y="1380411"/>
                </a:cubicBezTo>
                <a:lnTo>
                  <a:pt x="3984467" y="1386078"/>
                </a:lnTo>
                <a:cubicBezTo>
                  <a:pt x="3984467" y="1386483"/>
                  <a:pt x="3984062" y="1386887"/>
                  <a:pt x="3983252" y="1386887"/>
                </a:cubicBezTo>
                <a:lnTo>
                  <a:pt x="3976775" y="1386887"/>
                </a:lnTo>
                <a:cubicBezTo>
                  <a:pt x="3976371" y="1386887"/>
                  <a:pt x="3975966" y="1386483"/>
                  <a:pt x="3975561" y="1386078"/>
                </a:cubicBezTo>
                <a:lnTo>
                  <a:pt x="3972323" y="1380411"/>
                </a:lnTo>
                <a:cubicBezTo>
                  <a:pt x="3971918" y="1380006"/>
                  <a:pt x="3971918" y="1379601"/>
                  <a:pt x="3972323" y="1379196"/>
                </a:cubicBezTo>
                <a:lnTo>
                  <a:pt x="3975561" y="1373529"/>
                </a:lnTo>
                <a:cubicBezTo>
                  <a:pt x="3975966" y="1373124"/>
                  <a:pt x="3976371" y="1372719"/>
                  <a:pt x="3976775" y="1372719"/>
                </a:cubicBezTo>
                <a:close/>
                <a:moveTo>
                  <a:pt x="2964339" y="1372314"/>
                </a:moveTo>
                <a:lnTo>
                  <a:pt x="2972436" y="1372314"/>
                </a:lnTo>
                <a:cubicBezTo>
                  <a:pt x="2972840" y="1372314"/>
                  <a:pt x="2973245" y="1372314"/>
                  <a:pt x="2973650" y="1372719"/>
                </a:cubicBezTo>
                <a:lnTo>
                  <a:pt x="2977698" y="1379601"/>
                </a:lnTo>
                <a:cubicBezTo>
                  <a:pt x="2978103" y="1380005"/>
                  <a:pt x="2978103" y="1380410"/>
                  <a:pt x="2977698" y="1380815"/>
                </a:cubicBezTo>
                <a:lnTo>
                  <a:pt x="2973650" y="1387697"/>
                </a:lnTo>
                <a:cubicBezTo>
                  <a:pt x="2973245" y="1388102"/>
                  <a:pt x="2972840" y="1388102"/>
                  <a:pt x="2972436" y="1388507"/>
                </a:cubicBezTo>
                <a:lnTo>
                  <a:pt x="2964339" y="1388507"/>
                </a:lnTo>
                <a:cubicBezTo>
                  <a:pt x="2963935" y="1388507"/>
                  <a:pt x="2963529" y="1388102"/>
                  <a:pt x="2963125" y="1387697"/>
                </a:cubicBezTo>
                <a:lnTo>
                  <a:pt x="2959077" y="1380815"/>
                </a:lnTo>
                <a:cubicBezTo>
                  <a:pt x="2958672" y="1380410"/>
                  <a:pt x="2958672" y="1380005"/>
                  <a:pt x="2959077" y="1379601"/>
                </a:cubicBezTo>
                <a:lnTo>
                  <a:pt x="2963125" y="1372719"/>
                </a:lnTo>
                <a:cubicBezTo>
                  <a:pt x="2963529" y="1372719"/>
                  <a:pt x="2963935" y="1372314"/>
                  <a:pt x="2964339" y="1372314"/>
                </a:cubicBezTo>
                <a:close/>
                <a:moveTo>
                  <a:pt x="2357121" y="1371505"/>
                </a:moveTo>
                <a:lnTo>
                  <a:pt x="2365217" y="1371505"/>
                </a:lnTo>
                <a:cubicBezTo>
                  <a:pt x="2365622" y="1371505"/>
                  <a:pt x="2366027" y="1371505"/>
                  <a:pt x="2366432" y="1371910"/>
                </a:cubicBezTo>
                <a:lnTo>
                  <a:pt x="2370480" y="1379197"/>
                </a:lnTo>
                <a:cubicBezTo>
                  <a:pt x="2370885" y="1379601"/>
                  <a:pt x="2370885" y="1380006"/>
                  <a:pt x="2370480" y="1380411"/>
                </a:cubicBezTo>
                <a:lnTo>
                  <a:pt x="2366432" y="1387698"/>
                </a:lnTo>
                <a:cubicBezTo>
                  <a:pt x="2366027" y="1388102"/>
                  <a:pt x="2365622" y="1388507"/>
                  <a:pt x="2365217" y="1388507"/>
                </a:cubicBezTo>
                <a:lnTo>
                  <a:pt x="2357121" y="1388507"/>
                </a:lnTo>
                <a:cubicBezTo>
                  <a:pt x="2356716" y="1388507"/>
                  <a:pt x="2356312" y="1388102"/>
                  <a:pt x="2355907" y="1387698"/>
                </a:cubicBezTo>
                <a:lnTo>
                  <a:pt x="2351859" y="1380411"/>
                </a:lnTo>
                <a:cubicBezTo>
                  <a:pt x="2351454" y="1380006"/>
                  <a:pt x="2351454" y="1379601"/>
                  <a:pt x="2351859" y="1379197"/>
                </a:cubicBezTo>
                <a:lnTo>
                  <a:pt x="2355907" y="1371910"/>
                </a:lnTo>
                <a:cubicBezTo>
                  <a:pt x="2356312" y="1371910"/>
                  <a:pt x="2356716" y="1371505"/>
                  <a:pt x="2357121" y="1371505"/>
                </a:cubicBezTo>
                <a:close/>
                <a:moveTo>
                  <a:pt x="2923049" y="1371100"/>
                </a:moveTo>
                <a:lnTo>
                  <a:pt x="2932360" y="1371100"/>
                </a:lnTo>
                <a:cubicBezTo>
                  <a:pt x="2932764" y="1371100"/>
                  <a:pt x="2933169" y="1371100"/>
                  <a:pt x="2933574" y="1371505"/>
                </a:cubicBezTo>
                <a:lnTo>
                  <a:pt x="2938432" y="1379601"/>
                </a:lnTo>
                <a:cubicBezTo>
                  <a:pt x="2938837" y="1380006"/>
                  <a:pt x="2938837" y="1380411"/>
                  <a:pt x="2938432" y="1380815"/>
                </a:cubicBezTo>
                <a:lnTo>
                  <a:pt x="2933574" y="1388912"/>
                </a:lnTo>
                <a:cubicBezTo>
                  <a:pt x="2933574" y="1389317"/>
                  <a:pt x="2933169" y="1389317"/>
                  <a:pt x="2932360" y="1389317"/>
                </a:cubicBezTo>
                <a:lnTo>
                  <a:pt x="2923049" y="1389317"/>
                </a:lnTo>
                <a:cubicBezTo>
                  <a:pt x="2922644" y="1389317"/>
                  <a:pt x="2922239" y="1389317"/>
                  <a:pt x="2921835" y="1388912"/>
                </a:cubicBezTo>
                <a:lnTo>
                  <a:pt x="2916977" y="1380815"/>
                </a:lnTo>
                <a:cubicBezTo>
                  <a:pt x="2916572" y="1380411"/>
                  <a:pt x="2916572" y="1380006"/>
                  <a:pt x="2916977" y="1379601"/>
                </a:cubicBezTo>
                <a:lnTo>
                  <a:pt x="2921835" y="1371505"/>
                </a:lnTo>
                <a:cubicBezTo>
                  <a:pt x="2922239" y="1371505"/>
                  <a:pt x="2922644" y="1371100"/>
                  <a:pt x="2923049" y="1371100"/>
                </a:cubicBezTo>
                <a:close/>
                <a:moveTo>
                  <a:pt x="2882162" y="1369481"/>
                </a:moveTo>
                <a:lnTo>
                  <a:pt x="2892283" y="1369481"/>
                </a:lnTo>
                <a:cubicBezTo>
                  <a:pt x="2892687" y="1369481"/>
                  <a:pt x="2893093" y="1369886"/>
                  <a:pt x="2893497" y="1370291"/>
                </a:cubicBezTo>
                <a:lnTo>
                  <a:pt x="2898760" y="1379197"/>
                </a:lnTo>
                <a:cubicBezTo>
                  <a:pt x="2899165" y="1379601"/>
                  <a:pt x="2899165" y="1380006"/>
                  <a:pt x="2898760" y="1380411"/>
                </a:cubicBezTo>
                <a:lnTo>
                  <a:pt x="2893497" y="1389317"/>
                </a:lnTo>
                <a:cubicBezTo>
                  <a:pt x="2893497" y="1389722"/>
                  <a:pt x="2893093" y="1390126"/>
                  <a:pt x="2892283" y="1389722"/>
                </a:cubicBezTo>
                <a:lnTo>
                  <a:pt x="2882162" y="1389722"/>
                </a:lnTo>
                <a:cubicBezTo>
                  <a:pt x="2881758" y="1389722"/>
                  <a:pt x="2881353" y="1389722"/>
                  <a:pt x="2880948" y="1389317"/>
                </a:cubicBezTo>
                <a:lnTo>
                  <a:pt x="2875686" y="1380411"/>
                </a:lnTo>
                <a:cubicBezTo>
                  <a:pt x="2875281" y="1380006"/>
                  <a:pt x="2875281" y="1379601"/>
                  <a:pt x="2875686" y="1379197"/>
                </a:cubicBezTo>
                <a:lnTo>
                  <a:pt x="2880948" y="1370291"/>
                </a:lnTo>
                <a:cubicBezTo>
                  <a:pt x="2881353" y="1369886"/>
                  <a:pt x="2881758" y="1369481"/>
                  <a:pt x="2882162" y="1369481"/>
                </a:cubicBezTo>
                <a:close/>
                <a:moveTo>
                  <a:pt x="2841681" y="1369481"/>
                </a:moveTo>
                <a:lnTo>
                  <a:pt x="2851802" y="1369481"/>
                </a:lnTo>
                <a:cubicBezTo>
                  <a:pt x="2852206" y="1369481"/>
                  <a:pt x="2852612" y="1369886"/>
                  <a:pt x="2853016" y="1370291"/>
                </a:cubicBezTo>
                <a:lnTo>
                  <a:pt x="2858279" y="1379197"/>
                </a:lnTo>
                <a:cubicBezTo>
                  <a:pt x="2858684" y="1379601"/>
                  <a:pt x="2858684" y="1380006"/>
                  <a:pt x="2858279" y="1380411"/>
                </a:cubicBezTo>
                <a:lnTo>
                  <a:pt x="2853016" y="1389317"/>
                </a:lnTo>
                <a:cubicBezTo>
                  <a:pt x="2853016" y="1389722"/>
                  <a:pt x="2852612" y="1390126"/>
                  <a:pt x="2851802" y="1390126"/>
                </a:cubicBezTo>
                <a:lnTo>
                  <a:pt x="2841681" y="1390126"/>
                </a:lnTo>
                <a:cubicBezTo>
                  <a:pt x="2841277" y="1390126"/>
                  <a:pt x="2840872" y="1389722"/>
                  <a:pt x="2840467" y="1389317"/>
                </a:cubicBezTo>
                <a:lnTo>
                  <a:pt x="2835205" y="1380411"/>
                </a:lnTo>
                <a:cubicBezTo>
                  <a:pt x="2834800" y="1380006"/>
                  <a:pt x="2834800" y="1379601"/>
                  <a:pt x="2835205" y="1379197"/>
                </a:cubicBezTo>
                <a:lnTo>
                  <a:pt x="2840467" y="1370291"/>
                </a:lnTo>
                <a:cubicBezTo>
                  <a:pt x="2840872" y="1369886"/>
                  <a:pt x="2841277" y="1369481"/>
                  <a:pt x="2841681" y="1369481"/>
                </a:cubicBezTo>
                <a:close/>
                <a:moveTo>
                  <a:pt x="2396388" y="1369481"/>
                </a:moveTo>
                <a:lnTo>
                  <a:pt x="2406913" y="1369481"/>
                </a:lnTo>
                <a:cubicBezTo>
                  <a:pt x="2407317" y="1369481"/>
                  <a:pt x="2407722" y="1369481"/>
                  <a:pt x="2408127" y="1369886"/>
                </a:cubicBezTo>
                <a:lnTo>
                  <a:pt x="2413390" y="1379197"/>
                </a:lnTo>
                <a:cubicBezTo>
                  <a:pt x="2413795" y="1379601"/>
                  <a:pt x="2413795" y="1380006"/>
                  <a:pt x="2413390" y="1380411"/>
                </a:cubicBezTo>
                <a:lnTo>
                  <a:pt x="2408127" y="1389722"/>
                </a:lnTo>
                <a:cubicBezTo>
                  <a:pt x="2407722" y="1390126"/>
                  <a:pt x="2407317" y="1390531"/>
                  <a:pt x="2406913" y="1390126"/>
                </a:cubicBezTo>
                <a:lnTo>
                  <a:pt x="2396388" y="1390126"/>
                </a:lnTo>
                <a:cubicBezTo>
                  <a:pt x="2395983" y="1390126"/>
                  <a:pt x="2395578" y="1390126"/>
                  <a:pt x="2395173" y="1389722"/>
                </a:cubicBezTo>
                <a:lnTo>
                  <a:pt x="2389911" y="1380411"/>
                </a:lnTo>
                <a:cubicBezTo>
                  <a:pt x="2389506" y="1380006"/>
                  <a:pt x="2389506" y="1379601"/>
                  <a:pt x="2389911" y="1379197"/>
                </a:cubicBezTo>
                <a:lnTo>
                  <a:pt x="2395173" y="1369886"/>
                </a:lnTo>
                <a:cubicBezTo>
                  <a:pt x="2395578" y="1369886"/>
                  <a:pt x="2395983" y="1369481"/>
                  <a:pt x="2396388" y="1369481"/>
                </a:cubicBezTo>
                <a:close/>
                <a:moveTo>
                  <a:pt x="2476540" y="1369076"/>
                </a:moveTo>
                <a:lnTo>
                  <a:pt x="2487875" y="1369076"/>
                </a:lnTo>
                <a:cubicBezTo>
                  <a:pt x="2488280" y="1369076"/>
                  <a:pt x="2488685" y="1369076"/>
                  <a:pt x="2489089" y="1369481"/>
                </a:cubicBezTo>
                <a:lnTo>
                  <a:pt x="2494757" y="1379196"/>
                </a:lnTo>
                <a:cubicBezTo>
                  <a:pt x="2495162" y="1379601"/>
                  <a:pt x="2495162" y="1380006"/>
                  <a:pt x="2494757" y="1380411"/>
                </a:cubicBezTo>
                <a:lnTo>
                  <a:pt x="2489089" y="1390126"/>
                </a:lnTo>
                <a:cubicBezTo>
                  <a:pt x="2489089" y="1390531"/>
                  <a:pt x="2488685" y="1390936"/>
                  <a:pt x="2487875" y="1390531"/>
                </a:cubicBezTo>
                <a:lnTo>
                  <a:pt x="2476540" y="1390531"/>
                </a:lnTo>
                <a:cubicBezTo>
                  <a:pt x="2476135" y="1390531"/>
                  <a:pt x="2475731" y="1390531"/>
                  <a:pt x="2475326" y="1390126"/>
                </a:cubicBezTo>
                <a:lnTo>
                  <a:pt x="2469659" y="1380411"/>
                </a:lnTo>
                <a:cubicBezTo>
                  <a:pt x="2469254" y="1380006"/>
                  <a:pt x="2469254" y="1379601"/>
                  <a:pt x="2469659" y="1379196"/>
                </a:cubicBezTo>
                <a:lnTo>
                  <a:pt x="2475326" y="1369481"/>
                </a:lnTo>
                <a:cubicBezTo>
                  <a:pt x="2475731" y="1369481"/>
                  <a:pt x="2476135" y="1369076"/>
                  <a:pt x="2476540" y="1369076"/>
                </a:cubicBezTo>
                <a:close/>
                <a:moveTo>
                  <a:pt x="2517021" y="1368671"/>
                </a:moveTo>
                <a:lnTo>
                  <a:pt x="2528761" y="1368671"/>
                </a:lnTo>
                <a:cubicBezTo>
                  <a:pt x="2529166" y="1368671"/>
                  <a:pt x="2529570" y="1369076"/>
                  <a:pt x="2529975" y="1369481"/>
                </a:cubicBezTo>
                <a:lnTo>
                  <a:pt x="2535643" y="1379601"/>
                </a:lnTo>
                <a:cubicBezTo>
                  <a:pt x="2536048" y="1380006"/>
                  <a:pt x="2536048" y="1380411"/>
                  <a:pt x="2535643" y="1380815"/>
                </a:cubicBezTo>
                <a:lnTo>
                  <a:pt x="2529975" y="1390936"/>
                </a:lnTo>
                <a:cubicBezTo>
                  <a:pt x="2529975" y="1391341"/>
                  <a:pt x="2529570" y="1391341"/>
                  <a:pt x="2528761" y="1391745"/>
                </a:cubicBezTo>
                <a:lnTo>
                  <a:pt x="2517021" y="1391745"/>
                </a:lnTo>
                <a:cubicBezTo>
                  <a:pt x="2516616" y="1391745"/>
                  <a:pt x="2516212" y="1391341"/>
                  <a:pt x="2515807" y="1390936"/>
                </a:cubicBezTo>
                <a:lnTo>
                  <a:pt x="2510140" y="1380815"/>
                </a:lnTo>
                <a:cubicBezTo>
                  <a:pt x="2509735" y="1380411"/>
                  <a:pt x="2509735" y="1380006"/>
                  <a:pt x="2510140" y="1379601"/>
                </a:cubicBezTo>
                <a:lnTo>
                  <a:pt x="2515807" y="1369481"/>
                </a:lnTo>
                <a:cubicBezTo>
                  <a:pt x="2516212" y="1369076"/>
                  <a:pt x="2516616" y="1368671"/>
                  <a:pt x="2517021" y="1368671"/>
                </a:cubicBezTo>
                <a:close/>
                <a:moveTo>
                  <a:pt x="2436059" y="1368671"/>
                </a:moveTo>
                <a:lnTo>
                  <a:pt x="2447799" y="1368671"/>
                </a:lnTo>
                <a:cubicBezTo>
                  <a:pt x="2448204" y="1368671"/>
                  <a:pt x="2448608" y="1368671"/>
                  <a:pt x="2449013" y="1369076"/>
                </a:cubicBezTo>
                <a:lnTo>
                  <a:pt x="2454681" y="1379196"/>
                </a:lnTo>
                <a:cubicBezTo>
                  <a:pt x="2455086" y="1379601"/>
                  <a:pt x="2455086" y="1380006"/>
                  <a:pt x="2454681" y="1380411"/>
                </a:cubicBezTo>
                <a:lnTo>
                  <a:pt x="2449013" y="1390531"/>
                </a:lnTo>
                <a:cubicBezTo>
                  <a:pt x="2448608" y="1390936"/>
                  <a:pt x="2448204" y="1391341"/>
                  <a:pt x="2447799" y="1390936"/>
                </a:cubicBezTo>
                <a:lnTo>
                  <a:pt x="2436059" y="1390936"/>
                </a:lnTo>
                <a:cubicBezTo>
                  <a:pt x="2435654" y="1390936"/>
                  <a:pt x="2435250" y="1390936"/>
                  <a:pt x="2434845" y="1390531"/>
                </a:cubicBezTo>
                <a:lnTo>
                  <a:pt x="2429178" y="1380411"/>
                </a:lnTo>
                <a:cubicBezTo>
                  <a:pt x="2428773" y="1380006"/>
                  <a:pt x="2428773" y="1379601"/>
                  <a:pt x="2429178" y="1379196"/>
                </a:cubicBezTo>
                <a:lnTo>
                  <a:pt x="2434845" y="1369076"/>
                </a:lnTo>
                <a:cubicBezTo>
                  <a:pt x="2435250" y="1369076"/>
                  <a:pt x="2435654" y="1368671"/>
                  <a:pt x="2436059" y="1368671"/>
                </a:cubicBezTo>
                <a:close/>
                <a:moveTo>
                  <a:pt x="2557503" y="1368266"/>
                </a:moveTo>
                <a:lnTo>
                  <a:pt x="2569648" y="1368266"/>
                </a:lnTo>
                <a:cubicBezTo>
                  <a:pt x="2570052" y="1368266"/>
                  <a:pt x="2570457" y="1368266"/>
                  <a:pt x="2570862" y="1368671"/>
                </a:cubicBezTo>
                <a:lnTo>
                  <a:pt x="2576934" y="1379196"/>
                </a:lnTo>
                <a:cubicBezTo>
                  <a:pt x="2577339" y="1379601"/>
                  <a:pt x="2577339" y="1380005"/>
                  <a:pt x="2576934" y="1380410"/>
                </a:cubicBezTo>
                <a:lnTo>
                  <a:pt x="2570862" y="1390935"/>
                </a:lnTo>
                <a:cubicBezTo>
                  <a:pt x="2570457" y="1391340"/>
                  <a:pt x="2570052" y="1391745"/>
                  <a:pt x="2569648" y="1391340"/>
                </a:cubicBezTo>
                <a:lnTo>
                  <a:pt x="2557503" y="1391340"/>
                </a:lnTo>
                <a:cubicBezTo>
                  <a:pt x="2557098" y="1391340"/>
                  <a:pt x="2556694" y="1391340"/>
                  <a:pt x="2556289" y="1390935"/>
                </a:cubicBezTo>
                <a:lnTo>
                  <a:pt x="2550217" y="1380410"/>
                </a:lnTo>
                <a:cubicBezTo>
                  <a:pt x="2549812" y="1380005"/>
                  <a:pt x="2549812" y="1379601"/>
                  <a:pt x="2550217" y="1379196"/>
                </a:cubicBezTo>
                <a:lnTo>
                  <a:pt x="2556289" y="1368671"/>
                </a:lnTo>
                <a:cubicBezTo>
                  <a:pt x="2556694" y="1368671"/>
                  <a:pt x="2557098" y="1368266"/>
                  <a:pt x="2557503" y="1368266"/>
                </a:cubicBezTo>
                <a:close/>
                <a:moveTo>
                  <a:pt x="2678542" y="1367457"/>
                </a:moveTo>
                <a:lnTo>
                  <a:pt x="2691091" y="1367457"/>
                </a:lnTo>
                <a:cubicBezTo>
                  <a:pt x="2691496" y="1367457"/>
                  <a:pt x="2691901" y="1367862"/>
                  <a:pt x="2692305" y="1368267"/>
                </a:cubicBezTo>
                <a:lnTo>
                  <a:pt x="2698783" y="1379197"/>
                </a:lnTo>
                <a:cubicBezTo>
                  <a:pt x="2699187" y="1379601"/>
                  <a:pt x="2699187" y="1380006"/>
                  <a:pt x="2698783" y="1380411"/>
                </a:cubicBezTo>
                <a:lnTo>
                  <a:pt x="2692305" y="1391341"/>
                </a:lnTo>
                <a:cubicBezTo>
                  <a:pt x="2692305" y="1391746"/>
                  <a:pt x="2691901" y="1392150"/>
                  <a:pt x="2691091" y="1392150"/>
                </a:cubicBezTo>
                <a:lnTo>
                  <a:pt x="2678542" y="1392150"/>
                </a:lnTo>
                <a:cubicBezTo>
                  <a:pt x="2678137" y="1392150"/>
                  <a:pt x="2677732" y="1391746"/>
                  <a:pt x="2677327" y="1391341"/>
                </a:cubicBezTo>
                <a:lnTo>
                  <a:pt x="2670851" y="1380411"/>
                </a:lnTo>
                <a:cubicBezTo>
                  <a:pt x="2670446" y="1380006"/>
                  <a:pt x="2670446" y="1379601"/>
                  <a:pt x="2670851" y="1379197"/>
                </a:cubicBezTo>
                <a:lnTo>
                  <a:pt x="2677327" y="1368267"/>
                </a:lnTo>
                <a:cubicBezTo>
                  <a:pt x="2677732" y="1367862"/>
                  <a:pt x="2678137" y="1367457"/>
                  <a:pt x="2678542" y="1367457"/>
                </a:cubicBezTo>
                <a:close/>
                <a:moveTo>
                  <a:pt x="2638060" y="1367457"/>
                </a:moveTo>
                <a:lnTo>
                  <a:pt x="2651014" y="1367457"/>
                </a:lnTo>
                <a:cubicBezTo>
                  <a:pt x="2651419" y="1367457"/>
                  <a:pt x="2651824" y="1367862"/>
                  <a:pt x="2652228" y="1368267"/>
                </a:cubicBezTo>
                <a:lnTo>
                  <a:pt x="2658706" y="1379601"/>
                </a:lnTo>
                <a:cubicBezTo>
                  <a:pt x="2659110" y="1380006"/>
                  <a:pt x="2659110" y="1380411"/>
                  <a:pt x="2658706" y="1380816"/>
                </a:cubicBezTo>
                <a:lnTo>
                  <a:pt x="2652228" y="1392150"/>
                </a:lnTo>
                <a:cubicBezTo>
                  <a:pt x="2651824" y="1392555"/>
                  <a:pt x="2651419" y="1392555"/>
                  <a:pt x="2651014" y="1392555"/>
                </a:cubicBezTo>
                <a:lnTo>
                  <a:pt x="2638060" y="1392555"/>
                </a:lnTo>
                <a:cubicBezTo>
                  <a:pt x="2637655" y="1392555"/>
                  <a:pt x="2637251" y="1392555"/>
                  <a:pt x="2636846" y="1392150"/>
                </a:cubicBezTo>
                <a:lnTo>
                  <a:pt x="2630369" y="1380816"/>
                </a:lnTo>
                <a:cubicBezTo>
                  <a:pt x="2629964" y="1380411"/>
                  <a:pt x="2629964" y="1380006"/>
                  <a:pt x="2630369" y="1379601"/>
                </a:cubicBezTo>
                <a:lnTo>
                  <a:pt x="2636846" y="1368267"/>
                </a:lnTo>
                <a:cubicBezTo>
                  <a:pt x="2637251" y="1367862"/>
                  <a:pt x="2637655" y="1367457"/>
                  <a:pt x="2638060" y="1367457"/>
                </a:cubicBezTo>
                <a:close/>
                <a:moveTo>
                  <a:pt x="2597175" y="1366647"/>
                </a:moveTo>
                <a:lnTo>
                  <a:pt x="2610534" y="1366647"/>
                </a:lnTo>
                <a:cubicBezTo>
                  <a:pt x="2610939" y="1366647"/>
                  <a:pt x="2611343" y="1367052"/>
                  <a:pt x="2611748" y="1367457"/>
                </a:cubicBezTo>
                <a:lnTo>
                  <a:pt x="2618630" y="1379196"/>
                </a:lnTo>
                <a:cubicBezTo>
                  <a:pt x="2619035" y="1379601"/>
                  <a:pt x="2619035" y="1380006"/>
                  <a:pt x="2618630" y="1380411"/>
                </a:cubicBezTo>
                <a:lnTo>
                  <a:pt x="2611748" y="1392150"/>
                </a:lnTo>
                <a:cubicBezTo>
                  <a:pt x="2611748" y="1392555"/>
                  <a:pt x="2611343" y="1392960"/>
                  <a:pt x="2610534" y="1392960"/>
                </a:cubicBezTo>
                <a:lnTo>
                  <a:pt x="2597175" y="1392960"/>
                </a:lnTo>
                <a:cubicBezTo>
                  <a:pt x="2596770" y="1392960"/>
                  <a:pt x="2596365" y="1392555"/>
                  <a:pt x="2595960" y="1392150"/>
                </a:cubicBezTo>
                <a:lnTo>
                  <a:pt x="2589079" y="1380411"/>
                </a:lnTo>
                <a:cubicBezTo>
                  <a:pt x="2588674" y="1380006"/>
                  <a:pt x="2588674" y="1379601"/>
                  <a:pt x="2589079" y="1379196"/>
                </a:cubicBezTo>
                <a:lnTo>
                  <a:pt x="2595960" y="1367457"/>
                </a:lnTo>
                <a:cubicBezTo>
                  <a:pt x="2596365" y="1367052"/>
                  <a:pt x="2596770" y="1366647"/>
                  <a:pt x="2597175" y="1366647"/>
                </a:cubicBezTo>
                <a:close/>
                <a:moveTo>
                  <a:pt x="3210465" y="1337905"/>
                </a:moveTo>
                <a:lnTo>
                  <a:pt x="3212489" y="1337905"/>
                </a:lnTo>
                <a:lnTo>
                  <a:pt x="3213704" y="1339524"/>
                </a:lnTo>
                <a:lnTo>
                  <a:pt x="3212489" y="1341143"/>
                </a:lnTo>
                <a:lnTo>
                  <a:pt x="3210465" y="1341143"/>
                </a:lnTo>
                <a:lnTo>
                  <a:pt x="3209251" y="1339524"/>
                </a:lnTo>
                <a:close/>
                <a:moveTo>
                  <a:pt x="3371985" y="1337500"/>
                </a:moveTo>
                <a:lnTo>
                  <a:pt x="3374414" y="1337500"/>
                </a:lnTo>
                <a:lnTo>
                  <a:pt x="3375629" y="1339524"/>
                </a:lnTo>
                <a:lnTo>
                  <a:pt x="3374414" y="1341548"/>
                </a:lnTo>
                <a:lnTo>
                  <a:pt x="3371985" y="1341548"/>
                </a:lnTo>
                <a:lnTo>
                  <a:pt x="3370771" y="1339524"/>
                </a:lnTo>
                <a:close/>
                <a:moveTo>
                  <a:pt x="3331504" y="1337500"/>
                </a:moveTo>
                <a:lnTo>
                  <a:pt x="3333933" y="1337500"/>
                </a:lnTo>
                <a:lnTo>
                  <a:pt x="3335148" y="1339524"/>
                </a:lnTo>
                <a:lnTo>
                  <a:pt x="3333933" y="1341548"/>
                </a:lnTo>
                <a:lnTo>
                  <a:pt x="3331504" y="1341548"/>
                </a:lnTo>
                <a:lnTo>
                  <a:pt x="3330290" y="1339524"/>
                </a:lnTo>
                <a:close/>
                <a:moveTo>
                  <a:pt x="3291023" y="1337500"/>
                </a:moveTo>
                <a:lnTo>
                  <a:pt x="3293452" y="1337500"/>
                </a:lnTo>
                <a:lnTo>
                  <a:pt x="3294667" y="1339524"/>
                </a:lnTo>
                <a:lnTo>
                  <a:pt x="3293452" y="1341548"/>
                </a:lnTo>
                <a:lnTo>
                  <a:pt x="3291023" y="1341548"/>
                </a:lnTo>
                <a:lnTo>
                  <a:pt x="3289809" y="1339524"/>
                </a:lnTo>
                <a:close/>
                <a:moveTo>
                  <a:pt x="3412062" y="1337096"/>
                </a:moveTo>
                <a:lnTo>
                  <a:pt x="3414895" y="1337096"/>
                </a:lnTo>
                <a:lnTo>
                  <a:pt x="3416110" y="1339525"/>
                </a:lnTo>
                <a:lnTo>
                  <a:pt x="3414895" y="1341954"/>
                </a:lnTo>
                <a:lnTo>
                  <a:pt x="3412062" y="1341954"/>
                </a:lnTo>
                <a:lnTo>
                  <a:pt x="3410847" y="1339525"/>
                </a:lnTo>
                <a:close/>
                <a:moveTo>
                  <a:pt x="3250137" y="1337096"/>
                </a:moveTo>
                <a:lnTo>
                  <a:pt x="3252970" y="1337096"/>
                </a:lnTo>
                <a:lnTo>
                  <a:pt x="3254185" y="1339525"/>
                </a:lnTo>
                <a:lnTo>
                  <a:pt x="3252970" y="1341954"/>
                </a:lnTo>
                <a:lnTo>
                  <a:pt x="3250137" y="1341954"/>
                </a:lnTo>
                <a:lnTo>
                  <a:pt x="3248922" y="1339525"/>
                </a:lnTo>
                <a:close/>
                <a:moveTo>
                  <a:pt x="3169579" y="1337096"/>
                </a:moveTo>
                <a:lnTo>
                  <a:pt x="3172413" y="1337096"/>
                </a:lnTo>
                <a:lnTo>
                  <a:pt x="3174032" y="1339525"/>
                </a:lnTo>
                <a:lnTo>
                  <a:pt x="3172413" y="1341954"/>
                </a:lnTo>
                <a:lnTo>
                  <a:pt x="3169579" y="1341954"/>
                </a:lnTo>
                <a:lnTo>
                  <a:pt x="3167960" y="1339525"/>
                </a:lnTo>
                <a:close/>
                <a:moveTo>
                  <a:pt x="2764767" y="1337096"/>
                </a:moveTo>
                <a:lnTo>
                  <a:pt x="2767196" y="1337096"/>
                </a:lnTo>
                <a:lnTo>
                  <a:pt x="2768411" y="1339525"/>
                </a:lnTo>
                <a:lnTo>
                  <a:pt x="2767196" y="1341954"/>
                </a:lnTo>
                <a:lnTo>
                  <a:pt x="2764767" y="1341954"/>
                </a:lnTo>
                <a:lnTo>
                  <a:pt x="2763553" y="1339525"/>
                </a:lnTo>
                <a:close/>
                <a:moveTo>
                  <a:pt x="3128693" y="1336691"/>
                </a:moveTo>
                <a:lnTo>
                  <a:pt x="3131932" y="1336691"/>
                </a:lnTo>
                <a:lnTo>
                  <a:pt x="3133551" y="1339524"/>
                </a:lnTo>
                <a:lnTo>
                  <a:pt x="3131932" y="1342358"/>
                </a:lnTo>
                <a:lnTo>
                  <a:pt x="3128693" y="1342358"/>
                </a:lnTo>
                <a:lnTo>
                  <a:pt x="3127074" y="1339524"/>
                </a:lnTo>
                <a:close/>
                <a:moveTo>
                  <a:pt x="3897837" y="1336286"/>
                </a:moveTo>
                <a:lnTo>
                  <a:pt x="3901480" y="1336286"/>
                </a:lnTo>
                <a:lnTo>
                  <a:pt x="3903505" y="1339524"/>
                </a:lnTo>
                <a:lnTo>
                  <a:pt x="3901480" y="1342763"/>
                </a:lnTo>
                <a:lnTo>
                  <a:pt x="3897837" y="1342763"/>
                </a:lnTo>
                <a:lnTo>
                  <a:pt x="3895813" y="1339524"/>
                </a:lnTo>
                <a:close/>
                <a:moveTo>
                  <a:pt x="3452543" y="1336286"/>
                </a:moveTo>
                <a:lnTo>
                  <a:pt x="3456186" y="1336286"/>
                </a:lnTo>
                <a:lnTo>
                  <a:pt x="3458211" y="1339524"/>
                </a:lnTo>
                <a:lnTo>
                  <a:pt x="3456186" y="1342763"/>
                </a:lnTo>
                <a:lnTo>
                  <a:pt x="3452543" y="1342763"/>
                </a:lnTo>
                <a:lnTo>
                  <a:pt x="3450519" y="1339524"/>
                </a:lnTo>
                <a:close/>
                <a:moveTo>
                  <a:pt x="4505055" y="1335881"/>
                </a:moveTo>
                <a:lnTo>
                  <a:pt x="4508294" y="1335881"/>
                </a:lnTo>
                <a:cubicBezTo>
                  <a:pt x="4508699" y="1335881"/>
                  <a:pt x="4509104" y="1335881"/>
                  <a:pt x="4509508" y="1336286"/>
                </a:cubicBezTo>
                <a:lnTo>
                  <a:pt x="4511128" y="1339119"/>
                </a:lnTo>
                <a:cubicBezTo>
                  <a:pt x="4511532" y="1339524"/>
                  <a:pt x="4511532" y="1339929"/>
                  <a:pt x="4511128" y="1340334"/>
                </a:cubicBezTo>
                <a:lnTo>
                  <a:pt x="4509508" y="1343168"/>
                </a:lnTo>
                <a:cubicBezTo>
                  <a:pt x="4509104" y="1343572"/>
                  <a:pt x="4508699" y="1343572"/>
                  <a:pt x="4508294" y="1343977"/>
                </a:cubicBezTo>
                <a:lnTo>
                  <a:pt x="4505055" y="1343977"/>
                </a:lnTo>
                <a:cubicBezTo>
                  <a:pt x="4504651" y="1343977"/>
                  <a:pt x="4504246" y="1343572"/>
                  <a:pt x="4503841" y="1343168"/>
                </a:cubicBezTo>
                <a:lnTo>
                  <a:pt x="4502222" y="1340334"/>
                </a:lnTo>
                <a:cubicBezTo>
                  <a:pt x="4501817" y="1339929"/>
                  <a:pt x="4501817" y="1339524"/>
                  <a:pt x="4502222" y="1339119"/>
                </a:cubicBezTo>
                <a:lnTo>
                  <a:pt x="4503841" y="1336286"/>
                </a:lnTo>
                <a:cubicBezTo>
                  <a:pt x="4504246" y="1336286"/>
                  <a:pt x="4504651" y="1335881"/>
                  <a:pt x="4505055" y="1335881"/>
                </a:cubicBezTo>
                <a:close/>
                <a:moveTo>
                  <a:pt x="4302649" y="1335881"/>
                </a:moveTo>
                <a:lnTo>
                  <a:pt x="4305888" y="1335881"/>
                </a:lnTo>
                <a:cubicBezTo>
                  <a:pt x="4306293" y="1335881"/>
                  <a:pt x="4306698" y="1335881"/>
                  <a:pt x="4307102" y="1336286"/>
                </a:cubicBezTo>
                <a:lnTo>
                  <a:pt x="4308722" y="1339119"/>
                </a:lnTo>
                <a:cubicBezTo>
                  <a:pt x="4309126" y="1339524"/>
                  <a:pt x="4309126" y="1339929"/>
                  <a:pt x="4308722" y="1340334"/>
                </a:cubicBezTo>
                <a:lnTo>
                  <a:pt x="4307102" y="1343168"/>
                </a:lnTo>
                <a:cubicBezTo>
                  <a:pt x="4306698" y="1343572"/>
                  <a:pt x="4306293" y="1343572"/>
                  <a:pt x="4305888" y="1343572"/>
                </a:cubicBezTo>
                <a:lnTo>
                  <a:pt x="4302649" y="1343572"/>
                </a:lnTo>
                <a:cubicBezTo>
                  <a:pt x="4302245" y="1343572"/>
                  <a:pt x="4301840" y="1343572"/>
                  <a:pt x="4301435" y="1343168"/>
                </a:cubicBezTo>
                <a:lnTo>
                  <a:pt x="4299816" y="1340334"/>
                </a:lnTo>
                <a:cubicBezTo>
                  <a:pt x="4299411" y="1339929"/>
                  <a:pt x="4299411" y="1339524"/>
                  <a:pt x="4299816" y="1339119"/>
                </a:cubicBezTo>
                <a:lnTo>
                  <a:pt x="4301435" y="1336286"/>
                </a:lnTo>
                <a:cubicBezTo>
                  <a:pt x="4301840" y="1336286"/>
                  <a:pt x="4302245" y="1335881"/>
                  <a:pt x="4302649" y="1335881"/>
                </a:cubicBezTo>
                <a:close/>
                <a:moveTo>
                  <a:pt x="4261359" y="1335881"/>
                </a:moveTo>
                <a:lnTo>
                  <a:pt x="4265812" y="1335881"/>
                </a:lnTo>
                <a:lnTo>
                  <a:pt x="4267836" y="1339524"/>
                </a:lnTo>
                <a:lnTo>
                  <a:pt x="4265812" y="1343168"/>
                </a:lnTo>
                <a:lnTo>
                  <a:pt x="4261359" y="1343168"/>
                </a:lnTo>
                <a:lnTo>
                  <a:pt x="4259335" y="1339524"/>
                </a:lnTo>
                <a:close/>
                <a:moveTo>
                  <a:pt x="3856546" y="1335881"/>
                </a:moveTo>
                <a:lnTo>
                  <a:pt x="3860999" y="1335881"/>
                </a:lnTo>
                <a:lnTo>
                  <a:pt x="3863023" y="1339524"/>
                </a:lnTo>
                <a:lnTo>
                  <a:pt x="3860999" y="1343168"/>
                </a:lnTo>
                <a:lnTo>
                  <a:pt x="3856546" y="1343168"/>
                </a:lnTo>
                <a:lnTo>
                  <a:pt x="3854522" y="1339524"/>
                </a:lnTo>
                <a:close/>
                <a:moveTo>
                  <a:pt x="4585209" y="1335476"/>
                </a:moveTo>
                <a:lnTo>
                  <a:pt x="4589257" y="1335476"/>
                </a:lnTo>
                <a:cubicBezTo>
                  <a:pt x="4589662" y="1335476"/>
                  <a:pt x="4590067" y="1335476"/>
                  <a:pt x="4590471" y="1335881"/>
                </a:cubicBezTo>
                <a:lnTo>
                  <a:pt x="4592496" y="1339119"/>
                </a:lnTo>
                <a:cubicBezTo>
                  <a:pt x="4592900" y="1339524"/>
                  <a:pt x="4592900" y="1339929"/>
                  <a:pt x="4592496" y="1340334"/>
                </a:cubicBezTo>
                <a:lnTo>
                  <a:pt x="4590471" y="1343572"/>
                </a:lnTo>
                <a:cubicBezTo>
                  <a:pt x="4590471" y="1343977"/>
                  <a:pt x="4590067" y="1343977"/>
                  <a:pt x="4589257" y="1343977"/>
                </a:cubicBezTo>
                <a:lnTo>
                  <a:pt x="4585209" y="1343977"/>
                </a:lnTo>
                <a:cubicBezTo>
                  <a:pt x="4584804" y="1343977"/>
                  <a:pt x="4584399" y="1343977"/>
                  <a:pt x="4583995" y="1343572"/>
                </a:cubicBezTo>
                <a:lnTo>
                  <a:pt x="4581971" y="1340334"/>
                </a:lnTo>
                <a:cubicBezTo>
                  <a:pt x="4581566" y="1339929"/>
                  <a:pt x="4581566" y="1339524"/>
                  <a:pt x="4581971" y="1339119"/>
                </a:cubicBezTo>
                <a:lnTo>
                  <a:pt x="4583995" y="1335881"/>
                </a:lnTo>
                <a:cubicBezTo>
                  <a:pt x="4584399" y="1335881"/>
                  <a:pt x="4584804" y="1335476"/>
                  <a:pt x="4585209" y="1335476"/>
                </a:cubicBezTo>
                <a:close/>
                <a:moveTo>
                  <a:pt x="4545537" y="1335476"/>
                </a:moveTo>
                <a:lnTo>
                  <a:pt x="4548776" y="1335476"/>
                </a:lnTo>
                <a:cubicBezTo>
                  <a:pt x="4549181" y="1335476"/>
                  <a:pt x="4549586" y="1335881"/>
                  <a:pt x="4549990" y="1336286"/>
                </a:cubicBezTo>
                <a:lnTo>
                  <a:pt x="4551610" y="1339119"/>
                </a:lnTo>
                <a:cubicBezTo>
                  <a:pt x="4552014" y="1339524"/>
                  <a:pt x="4552014" y="1339929"/>
                  <a:pt x="4551610" y="1340334"/>
                </a:cubicBezTo>
                <a:lnTo>
                  <a:pt x="4549990" y="1343168"/>
                </a:lnTo>
                <a:cubicBezTo>
                  <a:pt x="4549586" y="1343168"/>
                  <a:pt x="4549181" y="1343572"/>
                  <a:pt x="4548776" y="1343572"/>
                </a:cubicBezTo>
                <a:lnTo>
                  <a:pt x="4545537" y="1343572"/>
                </a:lnTo>
                <a:cubicBezTo>
                  <a:pt x="4545133" y="1343572"/>
                  <a:pt x="4544728" y="1343572"/>
                  <a:pt x="4544323" y="1343168"/>
                </a:cubicBezTo>
                <a:lnTo>
                  <a:pt x="4542704" y="1340334"/>
                </a:lnTo>
                <a:cubicBezTo>
                  <a:pt x="4542299" y="1339929"/>
                  <a:pt x="4542299" y="1339524"/>
                  <a:pt x="4542704" y="1339119"/>
                </a:cubicBezTo>
                <a:lnTo>
                  <a:pt x="4544323" y="1336286"/>
                </a:lnTo>
                <a:cubicBezTo>
                  <a:pt x="4544728" y="1335881"/>
                  <a:pt x="4545133" y="1335476"/>
                  <a:pt x="4545537" y="1335476"/>
                </a:cubicBezTo>
                <a:close/>
                <a:moveTo>
                  <a:pt x="4383208" y="1335476"/>
                </a:moveTo>
                <a:lnTo>
                  <a:pt x="4387661" y="1335476"/>
                </a:lnTo>
                <a:lnTo>
                  <a:pt x="4390089" y="1339524"/>
                </a:lnTo>
                <a:lnTo>
                  <a:pt x="4387661" y="1343572"/>
                </a:lnTo>
                <a:lnTo>
                  <a:pt x="4383208" y="1343572"/>
                </a:lnTo>
                <a:lnTo>
                  <a:pt x="4380779" y="1339524"/>
                </a:lnTo>
                <a:close/>
                <a:moveTo>
                  <a:pt x="4342726" y="1335476"/>
                </a:moveTo>
                <a:lnTo>
                  <a:pt x="4347179" y="1335476"/>
                </a:lnTo>
                <a:lnTo>
                  <a:pt x="4349607" y="1339524"/>
                </a:lnTo>
                <a:lnTo>
                  <a:pt x="4347179" y="1343572"/>
                </a:lnTo>
                <a:lnTo>
                  <a:pt x="4342726" y="1343572"/>
                </a:lnTo>
                <a:lnTo>
                  <a:pt x="4340297" y="1339524"/>
                </a:lnTo>
                <a:close/>
                <a:moveTo>
                  <a:pt x="4221687" y="1335476"/>
                </a:moveTo>
                <a:lnTo>
                  <a:pt x="4224926" y="1335476"/>
                </a:lnTo>
                <a:cubicBezTo>
                  <a:pt x="4225331" y="1335476"/>
                  <a:pt x="4225736" y="1335881"/>
                  <a:pt x="4226140" y="1336286"/>
                </a:cubicBezTo>
                <a:lnTo>
                  <a:pt x="4227760" y="1339119"/>
                </a:lnTo>
                <a:cubicBezTo>
                  <a:pt x="4228164" y="1339524"/>
                  <a:pt x="4228164" y="1339929"/>
                  <a:pt x="4227760" y="1340334"/>
                </a:cubicBezTo>
                <a:lnTo>
                  <a:pt x="4226140" y="1343168"/>
                </a:lnTo>
                <a:cubicBezTo>
                  <a:pt x="4225736" y="1343572"/>
                  <a:pt x="4225331" y="1343572"/>
                  <a:pt x="4224926" y="1343977"/>
                </a:cubicBezTo>
                <a:lnTo>
                  <a:pt x="4221687" y="1343977"/>
                </a:lnTo>
                <a:cubicBezTo>
                  <a:pt x="4221283" y="1343977"/>
                  <a:pt x="4220878" y="1343572"/>
                  <a:pt x="4220473" y="1343168"/>
                </a:cubicBezTo>
                <a:lnTo>
                  <a:pt x="4218854" y="1340334"/>
                </a:lnTo>
                <a:cubicBezTo>
                  <a:pt x="4218449" y="1339929"/>
                  <a:pt x="4218449" y="1339524"/>
                  <a:pt x="4218854" y="1339119"/>
                </a:cubicBezTo>
                <a:lnTo>
                  <a:pt x="4220473" y="1336286"/>
                </a:lnTo>
                <a:cubicBezTo>
                  <a:pt x="4220878" y="1335881"/>
                  <a:pt x="4221283" y="1335476"/>
                  <a:pt x="4221687" y="1335476"/>
                </a:cubicBezTo>
                <a:close/>
                <a:moveTo>
                  <a:pt x="4181205" y="1335476"/>
                </a:moveTo>
                <a:lnTo>
                  <a:pt x="4184444" y="1335476"/>
                </a:lnTo>
                <a:cubicBezTo>
                  <a:pt x="4184849" y="1335476"/>
                  <a:pt x="4185254" y="1335881"/>
                  <a:pt x="4185658" y="1336286"/>
                </a:cubicBezTo>
                <a:lnTo>
                  <a:pt x="4187278" y="1339119"/>
                </a:lnTo>
                <a:cubicBezTo>
                  <a:pt x="4187682" y="1339524"/>
                  <a:pt x="4187682" y="1339929"/>
                  <a:pt x="4187278" y="1340334"/>
                </a:cubicBezTo>
                <a:lnTo>
                  <a:pt x="4185658" y="1343168"/>
                </a:lnTo>
                <a:cubicBezTo>
                  <a:pt x="4185254" y="1343572"/>
                  <a:pt x="4184849" y="1343572"/>
                  <a:pt x="4184444" y="1343977"/>
                </a:cubicBezTo>
                <a:lnTo>
                  <a:pt x="4181205" y="1343977"/>
                </a:lnTo>
                <a:cubicBezTo>
                  <a:pt x="4180801" y="1343977"/>
                  <a:pt x="4180396" y="1343572"/>
                  <a:pt x="4179991" y="1343168"/>
                </a:cubicBezTo>
                <a:lnTo>
                  <a:pt x="4178372" y="1340334"/>
                </a:lnTo>
                <a:cubicBezTo>
                  <a:pt x="4177967" y="1339929"/>
                  <a:pt x="4177967" y="1339524"/>
                  <a:pt x="4178372" y="1339119"/>
                </a:cubicBezTo>
                <a:lnTo>
                  <a:pt x="4179991" y="1336286"/>
                </a:lnTo>
                <a:cubicBezTo>
                  <a:pt x="4180396" y="1335881"/>
                  <a:pt x="4180801" y="1335476"/>
                  <a:pt x="4181205" y="1335476"/>
                </a:cubicBezTo>
                <a:close/>
                <a:moveTo>
                  <a:pt x="3087808" y="1335476"/>
                </a:moveTo>
                <a:lnTo>
                  <a:pt x="3092261" y="1335476"/>
                </a:lnTo>
                <a:lnTo>
                  <a:pt x="3094689" y="1339524"/>
                </a:lnTo>
                <a:lnTo>
                  <a:pt x="3092261" y="1343572"/>
                </a:lnTo>
                <a:lnTo>
                  <a:pt x="3087808" y="1343572"/>
                </a:lnTo>
                <a:lnTo>
                  <a:pt x="3085379" y="1339524"/>
                </a:lnTo>
                <a:close/>
                <a:moveTo>
                  <a:pt x="4139915" y="1335072"/>
                </a:moveTo>
                <a:lnTo>
                  <a:pt x="4143963" y="1335072"/>
                </a:lnTo>
                <a:cubicBezTo>
                  <a:pt x="4144368" y="1335072"/>
                  <a:pt x="4144773" y="1335477"/>
                  <a:pt x="4145177" y="1335882"/>
                </a:cubicBezTo>
                <a:lnTo>
                  <a:pt x="4147202" y="1339120"/>
                </a:lnTo>
                <a:cubicBezTo>
                  <a:pt x="4147606" y="1339525"/>
                  <a:pt x="4147606" y="1339930"/>
                  <a:pt x="4147202" y="1340335"/>
                </a:cubicBezTo>
                <a:lnTo>
                  <a:pt x="4145177" y="1343573"/>
                </a:lnTo>
                <a:cubicBezTo>
                  <a:pt x="4145177" y="1343978"/>
                  <a:pt x="4144773" y="1343978"/>
                  <a:pt x="4143963" y="1344383"/>
                </a:cubicBezTo>
                <a:lnTo>
                  <a:pt x="4139915" y="1344383"/>
                </a:lnTo>
                <a:cubicBezTo>
                  <a:pt x="4139510" y="1344383"/>
                  <a:pt x="4139105" y="1343978"/>
                  <a:pt x="4138701" y="1343573"/>
                </a:cubicBezTo>
                <a:lnTo>
                  <a:pt x="4136677" y="1340335"/>
                </a:lnTo>
                <a:cubicBezTo>
                  <a:pt x="4136272" y="1339930"/>
                  <a:pt x="4136272" y="1339525"/>
                  <a:pt x="4136677" y="1339120"/>
                </a:cubicBezTo>
                <a:lnTo>
                  <a:pt x="4138701" y="1335882"/>
                </a:lnTo>
                <a:cubicBezTo>
                  <a:pt x="4139105" y="1335477"/>
                  <a:pt x="4139510" y="1335072"/>
                  <a:pt x="4139915" y="1335072"/>
                </a:cubicBezTo>
                <a:close/>
                <a:moveTo>
                  <a:pt x="3937913" y="1335072"/>
                </a:moveTo>
                <a:lnTo>
                  <a:pt x="3941557" y="1335072"/>
                </a:lnTo>
                <a:cubicBezTo>
                  <a:pt x="3941961" y="1335072"/>
                  <a:pt x="3942366" y="1335072"/>
                  <a:pt x="3942771" y="1335477"/>
                </a:cubicBezTo>
                <a:lnTo>
                  <a:pt x="3944795" y="1338715"/>
                </a:lnTo>
                <a:cubicBezTo>
                  <a:pt x="3945200" y="1339120"/>
                  <a:pt x="3945200" y="1339525"/>
                  <a:pt x="3944795" y="1339930"/>
                </a:cubicBezTo>
                <a:lnTo>
                  <a:pt x="3942771" y="1343168"/>
                </a:lnTo>
                <a:cubicBezTo>
                  <a:pt x="3942771" y="1343573"/>
                  <a:pt x="3942366" y="1343978"/>
                  <a:pt x="3941557" y="1344383"/>
                </a:cubicBezTo>
                <a:lnTo>
                  <a:pt x="3937913" y="1344383"/>
                </a:lnTo>
                <a:cubicBezTo>
                  <a:pt x="3937509" y="1344383"/>
                  <a:pt x="3937103" y="1343978"/>
                  <a:pt x="3936699" y="1343573"/>
                </a:cubicBezTo>
                <a:lnTo>
                  <a:pt x="3934675" y="1340335"/>
                </a:lnTo>
                <a:cubicBezTo>
                  <a:pt x="3934270" y="1339930"/>
                  <a:pt x="3934270" y="1339525"/>
                  <a:pt x="3934675" y="1339120"/>
                </a:cubicBezTo>
                <a:lnTo>
                  <a:pt x="3936699" y="1335882"/>
                </a:lnTo>
                <a:cubicBezTo>
                  <a:pt x="3937103" y="1335477"/>
                  <a:pt x="3937509" y="1335072"/>
                  <a:pt x="3937913" y="1335072"/>
                </a:cubicBezTo>
                <a:close/>
                <a:moveTo>
                  <a:pt x="4464170" y="1334667"/>
                </a:moveTo>
                <a:lnTo>
                  <a:pt x="4467814" y="1334667"/>
                </a:lnTo>
                <a:cubicBezTo>
                  <a:pt x="4468218" y="1334667"/>
                  <a:pt x="4468623" y="1335072"/>
                  <a:pt x="4469028" y="1335476"/>
                </a:cubicBezTo>
                <a:lnTo>
                  <a:pt x="4471052" y="1338715"/>
                </a:lnTo>
                <a:cubicBezTo>
                  <a:pt x="4471457" y="1339120"/>
                  <a:pt x="4471457" y="1339525"/>
                  <a:pt x="4471052" y="1339930"/>
                </a:cubicBezTo>
                <a:lnTo>
                  <a:pt x="4469028" y="1343168"/>
                </a:lnTo>
                <a:cubicBezTo>
                  <a:pt x="4469028" y="1343573"/>
                  <a:pt x="4468623" y="1343978"/>
                  <a:pt x="4467814" y="1343978"/>
                </a:cubicBezTo>
                <a:lnTo>
                  <a:pt x="4464170" y="1343978"/>
                </a:lnTo>
                <a:cubicBezTo>
                  <a:pt x="4463766" y="1343978"/>
                  <a:pt x="4463360" y="1343573"/>
                  <a:pt x="4462956" y="1343168"/>
                </a:cubicBezTo>
                <a:lnTo>
                  <a:pt x="4460932" y="1339930"/>
                </a:lnTo>
                <a:cubicBezTo>
                  <a:pt x="4460527" y="1339525"/>
                  <a:pt x="4460527" y="1339120"/>
                  <a:pt x="4460932" y="1338715"/>
                </a:cubicBezTo>
                <a:lnTo>
                  <a:pt x="4462956" y="1335476"/>
                </a:lnTo>
                <a:cubicBezTo>
                  <a:pt x="4463360" y="1335072"/>
                  <a:pt x="4463766" y="1334667"/>
                  <a:pt x="4464170" y="1334667"/>
                </a:cubicBezTo>
                <a:close/>
                <a:moveTo>
                  <a:pt x="4423689" y="1334667"/>
                </a:moveTo>
                <a:lnTo>
                  <a:pt x="4427332" y="1334667"/>
                </a:lnTo>
                <a:cubicBezTo>
                  <a:pt x="4427737" y="1334667"/>
                  <a:pt x="4428141" y="1335072"/>
                  <a:pt x="4428546" y="1335476"/>
                </a:cubicBezTo>
                <a:lnTo>
                  <a:pt x="4430165" y="1338715"/>
                </a:lnTo>
                <a:cubicBezTo>
                  <a:pt x="4430570" y="1339120"/>
                  <a:pt x="4430570" y="1339525"/>
                  <a:pt x="4430165" y="1339930"/>
                </a:cubicBezTo>
                <a:lnTo>
                  <a:pt x="4428546" y="1343168"/>
                </a:lnTo>
                <a:cubicBezTo>
                  <a:pt x="4428546" y="1343573"/>
                  <a:pt x="4428141" y="1343978"/>
                  <a:pt x="4427332" y="1343573"/>
                </a:cubicBezTo>
                <a:lnTo>
                  <a:pt x="4423689" y="1343573"/>
                </a:lnTo>
                <a:cubicBezTo>
                  <a:pt x="4423284" y="1343573"/>
                  <a:pt x="4422879" y="1343573"/>
                  <a:pt x="4422474" y="1343168"/>
                </a:cubicBezTo>
                <a:lnTo>
                  <a:pt x="4420855" y="1339930"/>
                </a:lnTo>
                <a:cubicBezTo>
                  <a:pt x="4420450" y="1339525"/>
                  <a:pt x="4420450" y="1339120"/>
                  <a:pt x="4420855" y="1338715"/>
                </a:cubicBezTo>
                <a:lnTo>
                  <a:pt x="4422474" y="1335476"/>
                </a:lnTo>
                <a:cubicBezTo>
                  <a:pt x="4422879" y="1335072"/>
                  <a:pt x="4423284" y="1334667"/>
                  <a:pt x="4423689" y="1334667"/>
                </a:cubicBezTo>
                <a:close/>
                <a:moveTo>
                  <a:pt x="3694621" y="1334667"/>
                </a:moveTo>
                <a:lnTo>
                  <a:pt x="3699074" y="1334667"/>
                </a:lnTo>
                <a:cubicBezTo>
                  <a:pt x="3699479" y="1334667"/>
                  <a:pt x="3699883" y="1335072"/>
                  <a:pt x="3700288" y="1335476"/>
                </a:cubicBezTo>
                <a:lnTo>
                  <a:pt x="3702312" y="1339120"/>
                </a:lnTo>
                <a:cubicBezTo>
                  <a:pt x="3702717" y="1339525"/>
                  <a:pt x="3702717" y="1339930"/>
                  <a:pt x="3702312" y="1340334"/>
                </a:cubicBezTo>
                <a:lnTo>
                  <a:pt x="3700288" y="1343978"/>
                </a:lnTo>
                <a:cubicBezTo>
                  <a:pt x="3699883" y="1344382"/>
                  <a:pt x="3699479" y="1344382"/>
                  <a:pt x="3699074" y="1344787"/>
                </a:cubicBezTo>
                <a:lnTo>
                  <a:pt x="3694621" y="1344787"/>
                </a:lnTo>
                <a:cubicBezTo>
                  <a:pt x="3694216" y="1344787"/>
                  <a:pt x="3693811" y="1344382"/>
                  <a:pt x="3693407" y="1343978"/>
                </a:cubicBezTo>
                <a:lnTo>
                  <a:pt x="3691383" y="1340334"/>
                </a:lnTo>
                <a:cubicBezTo>
                  <a:pt x="3690978" y="1339930"/>
                  <a:pt x="3690978" y="1339525"/>
                  <a:pt x="3691383" y="1339120"/>
                </a:cubicBezTo>
                <a:lnTo>
                  <a:pt x="3693407" y="1335476"/>
                </a:lnTo>
                <a:cubicBezTo>
                  <a:pt x="3693811" y="1335072"/>
                  <a:pt x="3694216" y="1334667"/>
                  <a:pt x="3694621" y="1334667"/>
                </a:cubicBezTo>
                <a:close/>
                <a:moveTo>
                  <a:pt x="3046921" y="1334667"/>
                </a:moveTo>
                <a:lnTo>
                  <a:pt x="3051374" y="1334667"/>
                </a:lnTo>
                <a:cubicBezTo>
                  <a:pt x="3051779" y="1334667"/>
                  <a:pt x="3052183" y="1335072"/>
                  <a:pt x="3052588" y="1335476"/>
                </a:cubicBezTo>
                <a:lnTo>
                  <a:pt x="3054612" y="1339120"/>
                </a:lnTo>
                <a:cubicBezTo>
                  <a:pt x="3055017" y="1339525"/>
                  <a:pt x="3055017" y="1339930"/>
                  <a:pt x="3054612" y="1340334"/>
                </a:cubicBezTo>
                <a:lnTo>
                  <a:pt x="3052588" y="1343978"/>
                </a:lnTo>
                <a:cubicBezTo>
                  <a:pt x="3052588" y="1344382"/>
                  <a:pt x="3052183" y="1344382"/>
                  <a:pt x="3051374" y="1344382"/>
                </a:cubicBezTo>
                <a:lnTo>
                  <a:pt x="3046921" y="1344382"/>
                </a:lnTo>
                <a:cubicBezTo>
                  <a:pt x="3046516" y="1344382"/>
                  <a:pt x="3046111" y="1344382"/>
                  <a:pt x="3045707" y="1343978"/>
                </a:cubicBezTo>
                <a:lnTo>
                  <a:pt x="3043683" y="1340334"/>
                </a:lnTo>
                <a:cubicBezTo>
                  <a:pt x="3043278" y="1339930"/>
                  <a:pt x="3043278" y="1339525"/>
                  <a:pt x="3043683" y="1339120"/>
                </a:cubicBezTo>
                <a:lnTo>
                  <a:pt x="3045707" y="1335476"/>
                </a:lnTo>
                <a:cubicBezTo>
                  <a:pt x="3046111" y="1335072"/>
                  <a:pt x="3046516" y="1334667"/>
                  <a:pt x="3046921" y="1334667"/>
                </a:cubicBezTo>
                <a:close/>
                <a:moveTo>
                  <a:pt x="4099434" y="1334262"/>
                </a:moveTo>
                <a:lnTo>
                  <a:pt x="4104291" y="1334262"/>
                </a:lnTo>
                <a:cubicBezTo>
                  <a:pt x="4104696" y="1334262"/>
                  <a:pt x="4105101" y="1334667"/>
                  <a:pt x="4105506" y="1335072"/>
                </a:cubicBezTo>
                <a:lnTo>
                  <a:pt x="4107935" y="1339120"/>
                </a:lnTo>
                <a:cubicBezTo>
                  <a:pt x="4108340" y="1339525"/>
                  <a:pt x="4108340" y="1339929"/>
                  <a:pt x="4107935" y="1340334"/>
                </a:cubicBezTo>
                <a:lnTo>
                  <a:pt x="4105506" y="1344382"/>
                </a:lnTo>
                <a:cubicBezTo>
                  <a:pt x="4105101" y="1344787"/>
                  <a:pt x="4104696" y="1344787"/>
                  <a:pt x="4104291" y="1345192"/>
                </a:cubicBezTo>
                <a:lnTo>
                  <a:pt x="4099434" y="1345192"/>
                </a:lnTo>
                <a:cubicBezTo>
                  <a:pt x="4099029" y="1345192"/>
                  <a:pt x="4098624" y="1344787"/>
                  <a:pt x="4098219" y="1344382"/>
                </a:cubicBezTo>
                <a:lnTo>
                  <a:pt x="4095791" y="1340334"/>
                </a:lnTo>
                <a:cubicBezTo>
                  <a:pt x="4095386" y="1339929"/>
                  <a:pt x="4095386" y="1339525"/>
                  <a:pt x="4095791" y="1339120"/>
                </a:cubicBezTo>
                <a:lnTo>
                  <a:pt x="4098219" y="1335072"/>
                </a:lnTo>
                <a:cubicBezTo>
                  <a:pt x="4098624" y="1334667"/>
                  <a:pt x="4099029" y="1334262"/>
                  <a:pt x="4099434" y="1334262"/>
                </a:cubicBezTo>
                <a:close/>
                <a:moveTo>
                  <a:pt x="3977990" y="1334262"/>
                </a:moveTo>
                <a:lnTo>
                  <a:pt x="3982443" y="1334262"/>
                </a:lnTo>
                <a:cubicBezTo>
                  <a:pt x="3982847" y="1334262"/>
                  <a:pt x="3983252" y="1334262"/>
                  <a:pt x="3983657" y="1334667"/>
                </a:cubicBezTo>
                <a:lnTo>
                  <a:pt x="3986086" y="1338715"/>
                </a:lnTo>
                <a:cubicBezTo>
                  <a:pt x="3986491" y="1339120"/>
                  <a:pt x="3986491" y="1339525"/>
                  <a:pt x="3986086" y="1339929"/>
                </a:cubicBezTo>
                <a:lnTo>
                  <a:pt x="3983657" y="1343978"/>
                </a:lnTo>
                <a:cubicBezTo>
                  <a:pt x="3983657" y="1344382"/>
                  <a:pt x="3983252" y="1344787"/>
                  <a:pt x="3982443" y="1344382"/>
                </a:cubicBezTo>
                <a:lnTo>
                  <a:pt x="3977990" y="1344382"/>
                </a:lnTo>
                <a:cubicBezTo>
                  <a:pt x="3977585" y="1344382"/>
                  <a:pt x="3977180" y="1344382"/>
                  <a:pt x="3976775" y="1343978"/>
                </a:cubicBezTo>
                <a:lnTo>
                  <a:pt x="3974347" y="1339929"/>
                </a:lnTo>
                <a:cubicBezTo>
                  <a:pt x="3973942" y="1339525"/>
                  <a:pt x="3973942" y="1339120"/>
                  <a:pt x="3974347" y="1338715"/>
                </a:cubicBezTo>
                <a:lnTo>
                  <a:pt x="3976775" y="1334667"/>
                </a:lnTo>
                <a:cubicBezTo>
                  <a:pt x="3977180" y="1334667"/>
                  <a:pt x="3977585" y="1334262"/>
                  <a:pt x="3977990" y="1334262"/>
                </a:cubicBezTo>
                <a:close/>
                <a:moveTo>
                  <a:pt x="4058953" y="1333857"/>
                </a:moveTo>
                <a:lnTo>
                  <a:pt x="4063810" y="1333857"/>
                </a:lnTo>
                <a:cubicBezTo>
                  <a:pt x="4064215" y="1333857"/>
                  <a:pt x="4064620" y="1333857"/>
                  <a:pt x="4065025" y="1334262"/>
                </a:cubicBezTo>
                <a:lnTo>
                  <a:pt x="4067454" y="1338715"/>
                </a:lnTo>
                <a:cubicBezTo>
                  <a:pt x="4067859" y="1339120"/>
                  <a:pt x="4067859" y="1339524"/>
                  <a:pt x="4067454" y="1339929"/>
                </a:cubicBezTo>
                <a:lnTo>
                  <a:pt x="4065025" y="1344382"/>
                </a:lnTo>
                <a:cubicBezTo>
                  <a:pt x="4064620" y="1344787"/>
                  <a:pt x="4064215" y="1345192"/>
                  <a:pt x="4063810" y="1345192"/>
                </a:cubicBezTo>
                <a:lnTo>
                  <a:pt x="4058953" y="1345192"/>
                </a:lnTo>
                <a:cubicBezTo>
                  <a:pt x="4058548" y="1345192"/>
                  <a:pt x="4058143" y="1344787"/>
                  <a:pt x="4057738" y="1344382"/>
                </a:cubicBezTo>
                <a:lnTo>
                  <a:pt x="4055310" y="1339929"/>
                </a:lnTo>
                <a:cubicBezTo>
                  <a:pt x="4054905" y="1339524"/>
                  <a:pt x="4054905" y="1339120"/>
                  <a:pt x="4055310" y="1338715"/>
                </a:cubicBezTo>
                <a:lnTo>
                  <a:pt x="4057738" y="1334262"/>
                </a:lnTo>
                <a:cubicBezTo>
                  <a:pt x="4058143" y="1334262"/>
                  <a:pt x="4058548" y="1333857"/>
                  <a:pt x="4058953" y="1333857"/>
                </a:cubicBezTo>
                <a:close/>
                <a:moveTo>
                  <a:pt x="4018066" y="1333857"/>
                </a:moveTo>
                <a:lnTo>
                  <a:pt x="4023329" y="1333857"/>
                </a:lnTo>
                <a:cubicBezTo>
                  <a:pt x="4023733" y="1333857"/>
                  <a:pt x="4024138" y="1334262"/>
                  <a:pt x="4024543" y="1334667"/>
                </a:cubicBezTo>
                <a:lnTo>
                  <a:pt x="4026972" y="1339120"/>
                </a:lnTo>
                <a:cubicBezTo>
                  <a:pt x="4027377" y="1339524"/>
                  <a:pt x="4027377" y="1339929"/>
                  <a:pt x="4026972" y="1340334"/>
                </a:cubicBezTo>
                <a:lnTo>
                  <a:pt x="4024543" y="1344787"/>
                </a:lnTo>
                <a:cubicBezTo>
                  <a:pt x="4024138" y="1345192"/>
                  <a:pt x="4023733" y="1345192"/>
                  <a:pt x="4023329" y="1345596"/>
                </a:cubicBezTo>
                <a:lnTo>
                  <a:pt x="4018066" y="1345596"/>
                </a:lnTo>
                <a:cubicBezTo>
                  <a:pt x="4017661" y="1345596"/>
                  <a:pt x="4017256" y="1345192"/>
                  <a:pt x="4016852" y="1344787"/>
                </a:cubicBezTo>
                <a:lnTo>
                  <a:pt x="4014423" y="1340334"/>
                </a:lnTo>
                <a:cubicBezTo>
                  <a:pt x="4014018" y="1339929"/>
                  <a:pt x="4014018" y="1339524"/>
                  <a:pt x="4014423" y="1339120"/>
                </a:cubicBezTo>
                <a:lnTo>
                  <a:pt x="4016852" y="1334667"/>
                </a:lnTo>
                <a:cubicBezTo>
                  <a:pt x="4017256" y="1334262"/>
                  <a:pt x="4017661" y="1333857"/>
                  <a:pt x="4018066" y="1333857"/>
                </a:cubicBezTo>
                <a:close/>
                <a:moveTo>
                  <a:pt x="3775179" y="1333452"/>
                </a:moveTo>
                <a:lnTo>
                  <a:pt x="3780441" y="1333452"/>
                </a:lnTo>
                <a:cubicBezTo>
                  <a:pt x="3780846" y="1333452"/>
                  <a:pt x="3781251" y="1333452"/>
                  <a:pt x="3781656" y="1333857"/>
                </a:cubicBezTo>
                <a:lnTo>
                  <a:pt x="3784490" y="1338715"/>
                </a:lnTo>
                <a:cubicBezTo>
                  <a:pt x="3784894" y="1339119"/>
                  <a:pt x="3784894" y="1339524"/>
                  <a:pt x="3784490" y="1339929"/>
                </a:cubicBezTo>
                <a:lnTo>
                  <a:pt x="3781656" y="1344787"/>
                </a:lnTo>
                <a:cubicBezTo>
                  <a:pt x="3781656" y="1345192"/>
                  <a:pt x="3781251" y="1345596"/>
                  <a:pt x="3780441" y="1345596"/>
                </a:cubicBezTo>
                <a:lnTo>
                  <a:pt x="3775179" y="1345596"/>
                </a:lnTo>
                <a:cubicBezTo>
                  <a:pt x="3774774" y="1345596"/>
                  <a:pt x="3774369" y="1345192"/>
                  <a:pt x="3773965" y="1344787"/>
                </a:cubicBezTo>
                <a:lnTo>
                  <a:pt x="3771131" y="1339929"/>
                </a:lnTo>
                <a:cubicBezTo>
                  <a:pt x="3770726" y="1339524"/>
                  <a:pt x="3770726" y="1339119"/>
                  <a:pt x="3771131" y="1338715"/>
                </a:cubicBezTo>
                <a:lnTo>
                  <a:pt x="3773965" y="1333857"/>
                </a:lnTo>
                <a:cubicBezTo>
                  <a:pt x="3774369" y="1333857"/>
                  <a:pt x="3774774" y="1333452"/>
                  <a:pt x="3775179" y="1333452"/>
                </a:cubicBezTo>
                <a:close/>
                <a:moveTo>
                  <a:pt x="3735103" y="1333452"/>
                </a:moveTo>
                <a:lnTo>
                  <a:pt x="3739960" y="1333452"/>
                </a:lnTo>
                <a:cubicBezTo>
                  <a:pt x="3740365" y="1333452"/>
                  <a:pt x="3740770" y="1333857"/>
                  <a:pt x="3741175" y="1334262"/>
                </a:cubicBezTo>
                <a:lnTo>
                  <a:pt x="3743604" y="1338715"/>
                </a:lnTo>
                <a:cubicBezTo>
                  <a:pt x="3744009" y="1339119"/>
                  <a:pt x="3744009" y="1339524"/>
                  <a:pt x="3743604" y="1339929"/>
                </a:cubicBezTo>
                <a:lnTo>
                  <a:pt x="3741175" y="1344382"/>
                </a:lnTo>
                <a:cubicBezTo>
                  <a:pt x="3740770" y="1344787"/>
                  <a:pt x="3740365" y="1345192"/>
                  <a:pt x="3739960" y="1345192"/>
                </a:cubicBezTo>
                <a:lnTo>
                  <a:pt x="3735103" y="1345192"/>
                </a:lnTo>
                <a:cubicBezTo>
                  <a:pt x="3734698" y="1345192"/>
                  <a:pt x="3734293" y="1344787"/>
                  <a:pt x="3733888" y="1344382"/>
                </a:cubicBezTo>
                <a:lnTo>
                  <a:pt x="3731460" y="1339929"/>
                </a:lnTo>
                <a:cubicBezTo>
                  <a:pt x="3731055" y="1339524"/>
                  <a:pt x="3731055" y="1339119"/>
                  <a:pt x="3731460" y="1338715"/>
                </a:cubicBezTo>
                <a:lnTo>
                  <a:pt x="3733888" y="1334262"/>
                </a:lnTo>
                <a:cubicBezTo>
                  <a:pt x="3734293" y="1333857"/>
                  <a:pt x="3734698" y="1333452"/>
                  <a:pt x="3735103" y="1333452"/>
                </a:cubicBezTo>
                <a:close/>
                <a:moveTo>
                  <a:pt x="3005225" y="1332643"/>
                </a:moveTo>
                <a:lnTo>
                  <a:pt x="3011702" y="1332643"/>
                </a:lnTo>
                <a:cubicBezTo>
                  <a:pt x="3012107" y="1332643"/>
                  <a:pt x="3012512" y="1332643"/>
                  <a:pt x="3012917" y="1333048"/>
                </a:cubicBezTo>
                <a:lnTo>
                  <a:pt x="3016155" y="1338715"/>
                </a:lnTo>
                <a:cubicBezTo>
                  <a:pt x="3016560" y="1339120"/>
                  <a:pt x="3016560" y="1339525"/>
                  <a:pt x="3016155" y="1339930"/>
                </a:cubicBezTo>
                <a:lnTo>
                  <a:pt x="3012917" y="1345597"/>
                </a:lnTo>
                <a:cubicBezTo>
                  <a:pt x="3012917" y="1346002"/>
                  <a:pt x="3012512" y="1346406"/>
                  <a:pt x="3011702" y="1346002"/>
                </a:cubicBezTo>
                <a:lnTo>
                  <a:pt x="3005225" y="1346002"/>
                </a:lnTo>
                <a:cubicBezTo>
                  <a:pt x="3004821" y="1346002"/>
                  <a:pt x="3004416" y="1346002"/>
                  <a:pt x="3004011" y="1345597"/>
                </a:cubicBezTo>
                <a:lnTo>
                  <a:pt x="3000773" y="1339930"/>
                </a:lnTo>
                <a:cubicBezTo>
                  <a:pt x="3000368" y="1339525"/>
                  <a:pt x="3000368" y="1339120"/>
                  <a:pt x="3000773" y="1338715"/>
                </a:cubicBezTo>
                <a:lnTo>
                  <a:pt x="3004011" y="1333048"/>
                </a:lnTo>
                <a:cubicBezTo>
                  <a:pt x="3004416" y="1333048"/>
                  <a:pt x="3004821" y="1332643"/>
                  <a:pt x="3005225" y="1332643"/>
                </a:cubicBezTo>
                <a:close/>
                <a:moveTo>
                  <a:pt x="2964340" y="1332238"/>
                </a:moveTo>
                <a:lnTo>
                  <a:pt x="2971626" y="1332238"/>
                </a:lnTo>
                <a:cubicBezTo>
                  <a:pt x="2972031" y="1332238"/>
                  <a:pt x="2972436" y="1332643"/>
                  <a:pt x="2972841" y="1333048"/>
                </a:cubicBezTo>
                <a:lnTo>
                  <a:pt x="2976484" y="1339120"/>
                </a:lnTo>
                <a:cubicBezTo>
                  <a:pt x="2976889" y="1339525"/>
                  <a:pt x="2976889" y="1339930"/>
                  <a:pt x="2976484" y="1340334"/>
                </a:cubicBezTo>
                <a:lnTo>
                  <a:pt x="2972841" y="1346406"/>
                </a:lnTo>
                <a:cubicBezTo>
                  <a:pt x="2972841" y="1346811"/>
                  <a:pt x="2972436" y="1346811"/>
                  <a:pt x="2971626" y="1347216"/>
                </a:cubicBezTo>
                <a:lnTo>
                  <a:pt x="2964340" y="1347216"/>
                </a:lnTo>
                <a:cubicBezTo>
                  <a:pt x="2963935" y="1347216"/>
                  <a:pt x="2963530" y="1346811"/>
                  <a:pt x="2963125" y="1346406"/>
                </a:cubicBezTo>
                <a:lnTo>
                  <a:pt x="2959482" y="1340334"/>
                </a:lnTo>
                <a:cubicBezTo>
                  <a:pt x="2959077" y="1339930"/>
                  <a:pt x="2959077" y="1339525"/>
                  <a:pt x="2959482" y="1339120"/>
                </a:cubicBezTo>
                <a:lnTo>
                  <a:pt x="2963125" y="1333048"/>
                </a:lnTo>
                <a:cubicBezTo>
                  <a:pt x="2963530" y="1332643"/>
                  <a:pt x="2963935" y="1332238"/>
                  <a:pt x="2964340" y="1332238"/>
                </a:cubicBezTo>
                <a:close/>
                <a:moveTo>
                  <a:pt x="3814850" y="1331833"/>
                </a:moveTo>
                <a:lnTo>
                  <a:pt x="3822137" y="1331833"/>
                </a:lnTo>
                <a:cubicBezTo>
                  <a:pt x="3822542" y="1331833"/>
                  <a:pt x="3822947" y="1331833"/>
                  <a:pt x="3823351" y="1332238"/>
                </a:cubicBezTo>
                <a:lnTo>
                  <a:pt x="3826995" y="1338715"/>
                </a:lnTo>
                <a:cubicBezTo>
                  <a:pt x="3827400" y="1339120"/>
                  <a:pt x="3827400" y="1339524"/>
                  <a:pt x="3826995" y="1339929"/>
                </a:cubicBezTo>
                <a:lnTo>
                  <a:pt x="3823351" y="1346406"/>
                </a:lnTo>
                <a:cubicBezTo>
                  <a:pt x="3822947" y="1346811"/>
                  <a:pt x="3822542" y="1347216"/>
                  <a:pt x="3822137" y="1346811"/>
                </a:cubicBezTo>
                <a:lnTo>
                  <a:pt x="3814850" y="1346811"/>
                </a:lnTo>
                <a:cubicBezTo>
                  <a:pt x="3814446" y="1346811"/>
                  <a:pt x="3814041" y="1346811"/>
                  <a:pt x="3813636" y="1346406"/>
                </a:cubicBezTo>
                <a:lnTo>
                  <a:pt x="3809993" y="1339929"/>
                </a:lnTo>
                <a:cubicBezTo>
                  <a:pt x="3809588" y="1339524"/>
                  <a:pt x="3809588" y="1339120"/>
                  <a:pt x="3809993" y="1338715"/>
                </a:cubicBezTo>
                <a:lnTo>
                  <a:pt x="3813636" y="1332238"/>
                </a:lnTo>
                <a:cubicBezTo>
                  <a:pt x="3814041" y="1332238"/>
                  <a:pt x="3814446" y="1331833"/>
                  <a:pt x="3814850" y="1331833"/>
                </a:cubicBezTo>
                <a:close/>
                <a:moveTo>
                  <a:pt x="2923454" y="1331024"/>
                </a:moveTo>
                <a:lnTo>
                  <a:pt x="2931955" y="1331024"/>
                </a:lnTo>
                <a:cubicBezTo>
                  <a:pt x="2932360" y="1331024"/>
                  <a:pt x="2932764" y="1331429"/>
                  <a:pt x="2933169" y="1331834"/>
                </a:cubicBezTo>
                <a:lnTo>
                  <a:pt x="2937622" y="1339120"/>
                </a:lnTo>
                <a:cubicBezTo>
                  <a:pt x="2938027" y="1339525"/>
                  <a:pt x="2938027" y="1339930"/>
                  <a:pt x="2937622" y="1340335"/>
                </a:cubicBezTo>
                <a:lnTo>
                  <a:pt x="2933169" y="1347621"/>
                </a:lnTo>
                <a:cubicBezTo>
                  <a:pt x="2933169" y="1348026"/>
                  <a:pt x="2932764" y="1348026"/>
                  <a:pt x="2931955" y="1348431"/>
                </a:cubicBezTo>
                <a:lnTo>
                  <a:pt x="2923454" y="1348431"/>
                </a:lnTo>
                <a:cubicBezTo>
                  <a:pt x="2923049" y="1348431"/>
                  <a:pt x="2922644" y="1348026"/>
                  <a:pt x="2922239" y="1347621"/>
                </a:cubicBezTo>
                <a:lnTo>
                  <a:pt x="2917787" y="1340335"/>
                </a:lnTo>
                <a:cubicBezTo>
                  <a:pt x="2917382" y="1339930"/>
                  <a:pt x="2917382" y="1339525"/>
                  <a:pt x="2917787" y="1339120"/>
                </a:cubicBezTo>
                <a:lnTo>
                  <a:pt x="2922239" y="1331834"/>
                </a:lnTo>
                <a:cubicBezTo>
                  <a:pt x="2922644" y="1331429"/>
                  <a:pt x="2923049" y="1331024"/>
                  <a:pt x="2923454" y="1331024"/>
                </a:cubicBezTo>
                <a:close/>
                <a:moveTo>
                  <a:pt x="2355906" y="1330619"/>
                </a:moveTo>
                <a:lnTo>
                  <a:pt x="2365621" y="1330619"/>
                </a:lnTo>
                <a:cubicBezTo>
                  <a:pt x="2366026" y="1330619"/>
                  <a:pt x="2366431" y="1330619"/>
                  <a:pt x="2366836" y="1331024"/>
                </a:cubicBezTo>
                <a:lnTo>
                  <a:pt x="2371693" y="1339120"/>
                </a:lnTo>
                <a:cubicBezTo>
                  <a:pt x="2372098" y="1339525"/>
                  <a:pt x="2372098" y="1339930"/>
                  <a:pt x="2371693" y="1340334"/>
                </a:cubicBezTo>
                <a:lnTo>
                  <a:pt x="2366836" y="1348431"/>
                </a:lnTo>
                <a:cubicBezTo>
                  <a:pt x="2366836" y="1348836"/>
                  <a:pt x="2366431" y="1348836"/>
                  <a:pt x="2365621" y="1348836"/>
                </a:cubicBezTo>
                <a:lnTo>
                  <a:pt x="2355906" y="1348836"/>
                </a:lnTo>
                <a:cubicBezTo>
                  <a:pt x="2355501" y="1348836"/>
                  <a:pt x="2355096" y="1348836"/>
                  <a:pt x="2354691" y="1348431"/>
                </a:cubicBezTo>
                <a:lnTo>
                  <a:pt x="2349834" y="1340334"/>
                </a:lnTo>
                <a:cubicBezTo>
                  <a:pt x="2349429" y="1339930"/>
                  <a:pt x="2349429" y="1339525"/>
                  <a:pt x="2349834" y="1339120"/>
                </a:cubicBezTo>
                <a:lnTo>
                  <a:pt x="2354691" y="1331024"/>
                </a:lnTo>
                <a:cubicBezTo>
                  <a:pt x="2355096" y="1331024"/>
                  <a:pt x="2355501" y="1330619"/>
                  <a:pt x="2355906" y="1330619"/>
                </a:cubicBezTo>
                <a:close/>
                <a:moveTo>
                  <a:pt x="3610825" y="1330214"/>
                </a:moveTo>
                <a:lnTo>
                  <a:pt x="3620945" y="1330214"/>
                </a:lnTo>
                <a:cubicBezTo>
                  <a:pt x="3621350" y="1330214"/>
                  <a:pt x="3621755" y="1330214"/>
                  <a:pt x="3622160" y="1330619"/>
                </a:cubicBezTo>
                <a:lnTo>
                  <a:pt x="3627017" y="1339120"/>
                </a:lnTo>
                <a:cubicBezTo>
                  <a:pt x="3627422" y="1339525"/>
                  <a:pt x="3627422" y="1339930"/>
                  <a:pt x="3627017" y="1340334"/>
                </a:cubicBezTo>
                <a:lnTo>
                  <a:pt x="3622160" y="1348836"/>
                </a:lnTo>
                <a:cubicBezTo>
                  <a:pt x="3621755" y="1349240"/>
                  <a:pt x="3621350" y="1349240"/>
                  <a:pt x="3620945" y="1349645"/>
                </a:cubicBezTo>
                <a:lnTo>
                  <a:pt x="3610825" y="1349645"/>
                </a:lnTo>
                <a:cubicBezTo>
                  <a:pt x="3610420" y="1349645"/>
                  <a:pt x="3610015" y="1349240"/>
                  <a:pt x="3609611" y="1348836"/>
                </a:cubicBezTo>
                <a:lnTo>
                  <a:pt x="3604753" y="1340334"/>
                </a:lnTo>
                <a:cubicBezTo>
                  <a:pt x="3604348" y="1339930"/>
                  <a:pt x="3604348" y="1339525"/>
                  <a:pt x="3604753" y="1339120"/>
                </a:cubicBezTo>
                <a:lnTo>
                  <a:pt x="3609611" y="1330619"/>
                </a:lnTo>
                <a:cubicBezTo>
                  <a:pt x="3610015" y="1330619"/>
                  <a:pt x="3610420" y="1330214"/>
                  <a:pt x="3610825" y="1330214"/>
                </a:cubicBezTo>
                <a:close/>
                <a:moveTo>
                  <a:pt x="2477350" y="1329809"/>
                </a:moveTo>
                <a:lnTo>
                  <a:pt x="2487470" y="1329809"/>
                </a:lnTo>
                <a:cubicBezTo>
                  <a:pt x="2487875" y="1329809"/>
                  <a:pt x="2488280" y="1330214"/>
                  <a:pt x="2488685" y="1330619"/>
                </a:cubicBezTo>
                <a:lnTo>
                  <a:pt x="2493542" y="1339120"/>
                </a:lnTo>
                <a:cubicBezTo>
                  <a:pt x="2493947" y="1339524"/>
                  <a:pt x="2493947" y="1339929"/>
                  <a:pt x="2493542" y="1340334"/>
                </a:cubicBezTo>
                <a:lnTo>
                  <a:pt x="2488685" y="1348835"/>
                </a:lnTo>
                <a:cubicBezTo>
                  <a:pt x="2488280" y="1349240"/>
                  <a:pt x="2487875" y="1349240"/>
                  <a:pt x="2487470" y="1349645"/>
                </a:cubicBezTo>
                <a:lnTo>
                  <a:pt x="2477350" y="1349645"/>
                </a:lnTo>
                <a:cubicBezTo>
                  <a:pt x="2476945" y="1349645"/>
                  <a:pt x="2476540" y="1349240"/>
                  <a:pt x="2476135" y="1348835"/>
                </a:cubicBezTo>
                <a:lnTo>
                  <a:pt x="2471278" y="1340334"/>
                </a:lnTo>
                <a:cubicBezTo>
                  <a:pt x="2470873" y="1339929"/>
                  <a:pt x="2470873" y="1339524"/>
                  <a:pt x="2471278" y="1339120"/>
                </a:cubicBezTo>
                <a:lnTo>
                  <a:pt x="2476135" y="1330619"/>
                </a:lnTo>
                <a:cubicBezTo>
                  <a:pt x="2476540" y="1330214"/>
                  <a:pt x="2476945" y="1329809"/>
                  <a:pt x="2477350" y="1329809"/>
                </a:cubicBezTo>
                <a:close/>
                <a:moveTo>
                  <a:pt x="3570749" y="1329404"/>
                </a:moveTo>
                <a:lnTo>
                  <a:pt x="3580464" y="1329404"/>
                </a:lnTo>
                <a:cubicBezTo>
                  <a:pt x="3580869" y="1329404"/>
                  <a:pt x="3581274" y="1329809"/>
                  <a:pt x="3581679" y="1330214"/>
                </a:cubicBezTo>
                <a:lnTo>
                  <a:pt x="3586537" y="1338715"/>
                </a:lnTo>
                <a:cubicBezTo>
                  <a:pt x="3586941" y="1339120"/>
                  <a:pt x="3586941" y="1339524"/>
                  <a:pt x="3586537" y="1339929"/>
                </a:cubicBezTo>
                <a:lnTo>
                  <a:pt x="3581679" y="1348430"/>
                </a:lnTo>
                <a:cubicBezTo>
                  <a:pt x="3581274" y="1348835"/>
                  <a:pt x="3580869" y="1349240"/>
                  <a:pt x="3580464" y="1349240"/>
                </a:cubicBezTo>
                <a:lnTo>
                  <a:pt x="3570749" y="1349240"/>
                </a:lnTo>
                <a:cubicBezTo>
                  <a:pt x="3570344" y="1349240"/>
                  <a:pt x="3569939" y="1348835"/>
                  <a:pt x="3569535" y="1348430"/>
                </a:cubicBezTo>
                <a:lnTo>
                  <a:pt x="3564677" y="1339929"/>
                </a:lnTo>
                <a:cubicBezTo>
                  <a:pt x="3564272" y="1339524"/>
                  <a:pt x="3564272" y="1339120"/>
                  <a:pt x="3564677" y="1338715"/>
                </a:cubicBezTo>
                <a:lnTo>
                  <a:pt x="3569535" y="1330214"/>
                </a:lnTo>
                <a:cubicBezTo>
                  <a:pt x="3569939" y="1329809"/>
                  <a:pt x="3570344" y="1329404"/>
                  <a:pt x="3570749" y="1329404"/>
                </a:cubicBezTo>
                <a:close/>
                <a:moveTo>
                  <a:pt x="2841277" y="1329404"/>
                </a:moveTo>
                <a:lnTo>
                  <a:pt x="2852206" y="1329404"/>
                </a:lnTo>
                <a:cubicBezTo>
                  <a:pt x="2852611" y="1329404"/>
                  <a:pt x="2853016" y="1329404"/>
                  <a:pt x="2853421" y="1329809"/>
                </a:cubicBezTo>
                <a:lnTo>
                  <a:pt x="2859088" y="1339120"/>
                </a:lnTo>
                <a:cubicBezTo>
                  <a:pt x="2859493" y="1339524"/>
                  <a:pt x="2859493" y="1339929"/>
                  <a:pt x="2859088" y="1340334"/>
                </a:cubicBezTo>
                <a:lnTo>
                  <a:pt x="2853421" y="1349645"/>
                </a:lnTo>
                <a:cubicBezTo>
                  <a:pt x="2853421" y="1350050"/>
                  <a:pt x="2853016" y="1350050"/>
                  <a:pt x="2852206" y="1350050"/>
                </a:cubicBezTo>
                <a:lnTo>
                  <a:pt x="2841277" y="1350050"/>
                </a:lnTo>
                <a:cubicBezTo>
                  <a:pt x="2840872" y="1350050"/>
                  <a:pt x="2840467" y="1350050"/>
                  <a:pt x="2840062" y="1349645"/>
                </a:cubicBezTo>
                <a:lnTo>
                  <a:pt x="2834395" y="1340334"/>
                </a:lnTo>
                <a:cubicBezTo>
                  <a:pt x="2833990" y="1339929"/>
                  <a:pt x="2833990" y="1339524"/>
                  <a:pt x="2834395" y="1339120"/>
                </a:cubicBezTo>
                <a:lnTo>
                  <a:pt x="2840062" y="1329809"/>
                </a:lnTo>
                <a:cubicBezTo>
                  <a:pt x="2840467" y="1329809"/>
                  <a:pt x="2840872" y="1329404"/>
                  <a:pt x="2841277" y="1329404"/>
                </a:cubicBezTo>
                <a:close/>
                <a:moveTo>
                  <a:pt x="2801605" y="1329404"/>
                </a:moveTo>
                <a:lnTo>
                  <a:pt x="2811320" y="1329404"/>
                </a:lnTo>
                <a:cubicBezTo>
                  <a:pt x="2811725" y="1329404"/>
                  <a:pt x="2812130" y="1329809"/>
                  <a:pt x="2812535" y="1330214"/>
                </a:cubicBezTo>
                <a:lnTo>
                  <a:pt x="2817393" y="1338715"/>
                </a:lnTo>
                <a:cubicBezTo>
                  <a:pt x="2817797" y="1339120"/>
                  <a:pt x="2817797" y="1339524"/>
                  <a:pt x="2817393" y="1339929"/>
                </a:cubicBezTo>
                <a:lnTo>
                  <a:pt x="2812535" y="1348430"/>
                </a:lnTo>
                <a:cubicBezTo>
                  <a:pt x="2812130" y="1348835"/>
                  <a:pt x="2811725" y="1349240"/>
                  <a:pt x="2811320" y="1349240"/>
                </a:cubicBezTo>
                <a:lnTo>
                  <a:pt x="2801605" y="1349240"/>
                </a:lnTo>
                <a:cubicBezTo>
                  <a:pt x="2801200" y="1349240"/>
                  <a:pt x="2800795" y="1348835"/>
                  <a:pt x="2800391" y="1348430"/>
                </a:cubicBezTo>
                <a:lnTo>
                  <a:pt x="2795533" y="1339929"/>
                </a:lnTo>
                <a:cubicBezTo>
                  <a:pt x="2795128" y="1339524"/>
                  <a:pt x="2795128" y="1339120"/>
                  <a:pt x="2795533" y="1338715"/>
                </a:cubicBezTo>
                <a:lnTo>
                  <a:pt x="2800391" y="1330214"/>
                </a:lnTo>
                <a:cubicBezTo>
                  <a:pt x="2800795" y="1329809"/>
                  <a:pt x="2801200" y="1329404"/>
                  <a:pt x="2801605" y="1329404"/>
                </a:cubicBezTo>
                <a:close/>
                <a:moveTo>
                  <a:pt x="2436869" y="1329404"/>
                </a:moveTo>
                <a:lnTo>
                  <a:pt x="2446989" y="1329404"/>
                </a:lnTo>
                <a:cubicBezTo>
                  <a:pt x="2447394" y="1329404"/>
                  <a:pt x="2447798" y="1329809"/>
                  <a:pt x="2448203" y="1330214"/>
                </a:cubicBezTo>
                <a:lnTo>
                  <a:pt x="2453466" y="1339120"/>
                </a:lnTo>
                <a:cubicBezTo>
                  <a:pt x="2453871" y="1339524"/>
                  <a:pt x="2453871" y="1339929"/>
                  <a:pt x="2453466" y="1340334"/>
                </a:cubicBezTo>
                <a:lnTo>
                  <a:pt x="2448203" y="1349240"/>
                </a:lnTo>
                <a:cubicBezTo>
                  <a:pt x="2448203" y="1349645"/>
                  <a:pt x="2447798" y="1349645"/>
                  <a:pt x="2446989" y="1350050"/>
                </a:cubicBezTo>
                <a:lnTo>
                  <a:pt x="2436869" y="1350050"/>
                </a:lnTo>
                <a:cubicBezTo>
                  <a:pt x="2436464" y="1350050"/>
                  <a:pt x="2436059" y="1349645"/>
                  <a:pt x="2435654" y="1349240"/>
                </a:cubicBezTo>
                <a:lnTo>
                  <a:pt x="2430392" y="1340334"/>
                </a:lnTo>
                <a:cubicBezTo>
                  <a:pt x="2429987" y="1339929"/>
                  <a:pt x="2429987" y="1339524"/>
                  <a:pt x="2430392" y="1339120"/>
                </a:cubicBezTo>
                <a:lnTo>
                  <a:pt x="2435654" y="1330214"/>
                </a:lnTo>
                <a:cubicBezTo>
                  <a:pt x="2436059" y="1329809"/>
                  <a:pt x="2436464" y="1329404"/>
                  <a:pt x="2436869" y="1329404"/>
                </a:cubicBezTo>
                <a:close/>
                <a:moveTo>
                  <a:pt x="3650902" y="1328999"/>
                </a:moveTo>
                <a:lnTo>
                  <a:pt x="3662236" y="1328999"/>
                </a:lnTo>
                <a:cubicBezTo>
                  <a:pt x="3662641" y="1328999"/>
                  <a:pt x="3663046" y="1328999"/>
                  <a:pt x="3663451" y="1329404"/>
                </a:cubicBezTo>
                <a:lnTo>
                  <a:pt x="3669118" y="1339119"/>
                </a:lnTo>
                <a:cubicBezTo>
                  <a:pt x="3669523" y="1339524"/>
                  <a:pt x="3669523" y="1339929"/>
                  <a:pt x="3669118" y="1340334"/>
                </a:cubicBezTo>
                <a:lnTo>
                  <a:pt x="3663451" y="1350049"/>
                </a:lnTo>
                <a:cubicBezTo>
                  <a:pt x="3663046" y="1350454"/>
                  <a:pt x="3662641" y="1350454"/>
                  <a:pt x="3662236" y="1350859"/>
                </a:cubicBezTo>
                <a:lnTo>
                  <a:pt x="3650902" y="1350859"/>
                </a:lnTo>
                <a:cubicBezTo>
                  <a:pt x="3650497" y="1350859"/>
                  <a:pt x="3650092" y="1350454"/>
                  <a:pt x="3649687" y="1350049"/>
                </a:cubicBezTo>
                <a:lnTo>
                  <a:pt x="3644020" y="1340334"/>
                </a:lnTo>
                <a:cubicBezTo>
                  <a:pt x="3643615" y="1339929"/>
                  <a:pt x="3643615" y="1339524"/>
                  <a:pt x="3644020" y="1339119"/>
                </a:cubicBezTo>
                <a:lnTo>
                  <a:pt x="3649687" y="1329404"/>
                </a:lnTo>
                <a:cubicBezTo>
                  <a:pt x="3650092" y="1329404"/>
                  <a:pt x="3650497" y="1328999"/>
                  <a:pt x="3650902" y="1328999"/>
                </a:cubicBezTo>
                <a:close/>
                <a:moveTo>
                  <a:pt x="3529862" y="1328999"/>
                </a:moveTo>
                <a:lnTo>
                  <a:pt x="3539983" y="1328999"/>
                </a:lnTo>
                <a:cubicBezTo>
                  <a:pt x="3540387" y="1328999"/>
                  <a:pt x="3540793" y="1329404"/>
                  <a:pt x="3541197" y="1329809"/>
                </a:cubicBezTo>
                <a:lnTo>
                  <a:pt x="3546460" y="1338715"/>
                </a:lnTo>
                <a:cubicBezTo>
                  <a:pt x="3546865" y="1339119"/>
                  <a:pt x="3546865" y="1339524"/>
                  <a:pt x="3546460" y="1339929"/>
                </a:cubicBezTo>
                <a:lnTo>
                  <a:pt x="3541197" y="1348835"/>
                </a:lnTo>
                <a:cubicBezTo>
                  <a:pt x="3541197" y="1349240"/>
                  <a:pt x="3540793" y="1349644"/>
                  <a:pt x="3539983" y="1349644"/>
                </a:cubicBezTo>
                <a:lnTo>
                  <a:pt x="3529862" y="1349644"/>
                </a:lnTo>
                <a:cubicBezTo>
                  <a:pt x="3529458" y="1349644"/>
                  <a:pt x="3529053" y="1349240"/>
                  <a:pt x="3528648" y="1348835"/>
                </a:cubicBezTo>
                <a:lnTo>
                  <a:pt x="3523386" y="1339929"/>
                </a:lnTo>
                <a:cubicBezTo>
                  <a:pt x="3522981" y="1339524"/>
                  <a:pt x="3522981" y="1339119"/>
                  <a:pt x="3523386" y="1338715"/>
                </a:cubicBezTo>
                <a:lnTo>
                  <a:pt x="3528648" y="1329809"/>
                </a:lnTo>
                <a:cubicBezTo>
                  <a:pt x="3529053" y="1329404"/>
                  <a:pt x="3529458" y="1328999"/>
                  <a:pt x="3529862" y="1328999"/>
                </a:cubicBezTo>
                <a:close/>
                <a:moveTo>
                  <a:pt x="2517426" y="1328999"/>
                </a:moveTo>
                <a:lnTo>
                  <a:pt x="2528761" y="1328999"/>
                </a:lnTo>
                <a:cubicBezTo>
                  <a:pt x="2529166" y="1328999"/>
                  <a:pt x="2529571" y="1328999"/>
                  <a:pt x="2529976" y="1329404"/>
                </a:cubicBezTo>
                <a:lnTo>
                  <a:pt x="2535643" y="1339119"/>
                </a:lnTo>
                <a:cubicBezTo>
                  <a:pt x="2536048" y="1339524"/>
                  <a:pt x="2536048" y="1339929"/>
                  <a:pt x="2535643" y="1340334"/>
                </a:cubicBezTo>
                <a:lnTo>
                  <a:pt x="2529976" y="1350049"/>
                </a:lnTo>
                <a:cubicBezTo>
                  <a:pt x="2529571" y="1350454"/>
                  <a:pt x="2529166" y="1350454"/>
                  <a:pt x="2528761" y="1350859"/>
                </a:cubicBezTo>
                <a:lnTo>
                  <a:pt x="2517426" y="1350859"/>
                </a:lnTo>
                <a:cubicBezTo>
                  <a:pt x="2517022" y="1350859"/>
                  <a:pt x="2516617" y="1350454"/>
                  <a:pt x="2516212" y="1350049"/>
                </a:cubicBezTo>
                <a:lnTo>
                  <a:pt x="2510545" y="1340334"/>
                </a:lnTo>
                <a:cubicBezTo>
                  <a:pt x="2510140" y="1339929"/>
                  <a:pt x="2510140" y="1339524"/>
                  <a:pt x="2510545" y="1339119"/>
                </a:cubicBezTo>
                <a:lnTo>
                  <a:pt x="2516212" y="1329404"/>
                </a:lnTo>
                <a:cubicBezTo>
                  <a:pt x="2516617" y="1329404"/>
                  <a:pt x="2517022" y="1328999"/>
                  <a:pt x="2517426" y="1328999"/>
                </a:cubicBezTo>
                <a:close/>
                <a:moveTo>
                  <a:pt x="2881757" y="1328595"/>
                </a:moveTo>
                <a:lnTo>
                  <a:pt x="2892687" y="1328595"/>
                </a:lnTo>
                <a:cubicBezTo>
                  <a:pt x="2893092" y="1328595"/>
                  <a:pt x="2893497" y="1329000"/>
                  <a:pt x="2893902" y="1329404"/>
                </a:cubicBezTo>
                <a:lnTo>
                  <a:pt x="2899165" y="1338715"/>
                </a:lnTo>
                <a:cubicBezTo>
                  <a:pt x="2899569" y="1339120"/>
                  <a:pt x="2899569" y="1339525"/>
                  <a:pt x="2899165" y="1339930"/>
                </a:cubicBezTo>
                <a:lnTo>
                  <a:pt x="2893902" y="1349240"/>
                </a:lnTo>
                <a:cubicBezTo>
                  <a:pt x="2893497" y="1349645"/>
                  <a:pt x="2893092" y="1350050"/>
                  <a:pt x="2892687" y="1350050"/>
                </a:cubicBezTo>
                <a:lnTo>
                  <a:pt x="2881757" y="1350050"/>
                </a:lnTo>
                <a:cubicBezTo>
                  <a:pt x="2881353" y="1350050"/>
                  <a:pt x="2880948" y="1349645"/>
                  <a:pt x="2880543" y="1349240"/>
                </a:cubicBezTo>
                <a:lnTo>
                  <a:pt x="2875281" y="1339930"/>
                </a:lnTo>
                <a:cubicBezTo>
                  <a:pt x="2874876" y="1339525"/>
                  <a:pt x="2874876" y="1339120"/>
                  <a:pt x="2875281" y="1338715"/>
                </a:cubicBezTo>
                <a:lnTo>
                  <a:pt x="2880543" y="1329404"/>
                </a:lnTo>
                <a:cubicBezTo>
                  <a:pt x="2880948" y="1329000"/>
                  <a:pt x="2881353" y="1328595"/>
                  <a:pt x="2881757" y="1328595"/>
                </a:cubicBezTo>
                <a:close/>
                <a:moveTo>
                  <a:pt x="2396388" y="1328595"/>
                </a:moveTo>
                <a:lnTo>
                  <a:pt x="2406913" y="1328595"/>
                </a:lnTo>
                <a:cubicBezTo>
                  <a:pt x="2407317" y="1328595"/>
                  <a:pt x="2407722" y="1329000"/>
                  <a:pt x="2408127" y="1329404"/>
                </a:cubicBezTo>
                <a:lnTo>
                  <a:pt x="2413390" y="1338715"/>
                </a:lnTo>
                <a:cubicBezTo>
                  <a:pt x="2413795" y="1339120"/>
                  <a:pt x="2413795" y="1339525"/>
                  <a:pt x="2413390" y="1339930"/>
                </a:cubicBezTo>
                <a:lnTo>
                  <a:pt x="2408127" y="1349240"/>
                </a:lnTo>
                <a:cubicBezTo>
                  <a:pt x="2407722" y="1349645"/>
                  <a:pt x="2407317" y="1350050"/>
                  <a:pt x="2406913" y="1350050"/>
                </a:cubicBezTo>
                <a:lnTo>
                  <a:pt x="2396388" y="1350050"/>
                </a:lnTo>
                <a:cubicBezTo>
                  <a:pt x="2395983" y="1350050"/>
                  <a:pt x="2395578" y="1349645"/>
                  <a:pt x="2395173" y="1349240"/>
                </a:cubicBezTo>
                <a:lnTo>
                  <a:pt x="2389911" y="1339930"/>
                </a:lnTo>
                <a:cubicBezTo>
                  <a:pt x="2389506" y="1339525"/>
                  <a:pt x="2389506" y="1339120"/>
                  <a:pt x="2389911" y="1338715"/>
                </a:cubicBezTo>
                <a:lnTo>
                  <a:pt x="2395173" y="1329404"/>
                </a:lnTo>
                <a:cubicBezTo>
                  <a:pt x="2395578" y="1329000"/>
                  <a:pt x="2395983" y="1328595"/>
                  <a:pt x="2396388" y="1328595"/>
                </a:cubicBezTo>
                <a:close/>
                <a:moveTo>
                  <a:pt x="2557503" y="1327785"/>
                </a:moveTo>
                <a:lnTo>
                  <a:pt x="2569648" y="1327785"/>
                </a:lnTo>
                <a:cubicBezTo>
                  <a:pt x="2570052" y="1327785"/>
                  <a:pt x="2570457" y="1328190"/>
                  <a:pt x="2570862" y="1328595"/>
                </a:cubicBezTo>
                <a:lnTo>
                  <a:pt x="2576934" y="1339120"/>
                </a:lnTo>
                <a:cubicBezTo>
                  <a:pt x="2577339" y="1339524"/>
                  <a:pt x="2577339" y="1339929"/>
                  <a:pt x="2576934" y="1340334"/>
                </a:cubicBezTo>
                <a:lnTo>
                  <a:pt x="2570862" y="1350859"/>
                </a:lnTo>
                <a:cubicBezTo>
                  <a:pt x="2570457" y="1351264"/>
                  <a:pt x="2570052" y="1351264"/>
                  <a:pt x="2569648" y="1351669"/>
                </a:cubicBezTo>
                <a:lnTo>
                  <a:pt x="2557503" y="1351669"/>
                </a:lnTo>
                <a:cubicBezTo>
                  <a:pt x="2557098" y="1351669"/>
                  <a:pt x="2556694" y="1351264"/>
                  <a:pt x="2556289" y="1350859"/>
                </a:cubicBezTo>
                <a:lnTo>
                  <a:pt x="2550217" y="1340334"/>
                </a:lnTo>
                <a:cubicBezTo>
                  <a:pt x="2549812" y="1339929"/>
                  <a:pt x="2549812" y="1339524"/>
                  <a:pt x="2550217" y="1339120"/>
                </a:cubicBezTo>
                <a:lnTo>
                  <a:pt x="2556289" y="1328595"/>
                </a:lnTo>
                <a:cubicBezTo>
                  <a:pt x="2556694" y="1328190"/>
                  <a:pt x="2557098" y="1327785"/>
                  <a:pt x="2557503" y="1327785"/>
                </a:cubicBezTo>
                <a:close/>
                <a:moveTo>
                  <a:pt x="3487762" y="1326166"/>
                </a:moveTo>
                <a:lnTo>
                  <a:pt x="3501526" y="1326166"/>
                </a:lnTo>
                <a:cubicBezTo>
                  <a:pt x="3501930" y="1326166"/>
                  <a:pt x="3502335" y="1326166"/>
                  <a:pt x="3502740" y="1326571"/>
                </a:cubicBezTo>
                <a:lnTo>
                  <a:pt x="3509622" y="1338715"/>
                </a:lnTo>
                <a:cubicBezTo>
                  <a:pt x="3510026" y="1339120"/>
                  <a:pt x="3510026" y="1339525"/>
                  <a:pt x="3509622" y="1339930"/>
                </a:cubicBezTo>
                <a:lnTo>
                  <a:pt x="3502740" y="1352074"/>
                </a:lnTo>
                <a:cubicBezTo>
                  <a:pt x="3502335" y="1352479"/>
                  <a:pt x="3501930" y="1352884"/>
                  <a:pt x="3501526" y="1352884"/>
                </a:cubicBezTo>
                <a:lnTo>
                  <a:pt x="3487762" y="1352884"/>
                </a:lnTo>
                <a:cubicBezTo>
                  <a:pt x="3487357" y="1352884"/>
                  <a:pt x="3486952" y="1352479"/>
                  <a:pt x="3486548" y="1352074"/>
                </a:cubicBezTo>
                <a:lnTo>
                  <a:pt x="3479666" y="1339930"/>
                </a:lnTo>
                <a:cubicBezTo>
                  <a:pt x="3479261" y="1339525"/>
                  <a:pt x="3479261" y="1339120"/>
                  <a:pt x="3479666" y="1338715"/>
                </a:cubicBezTo>
                <a:lnTo>
                  <a:pt x="3486548" y="1326571"/>
                </a:lnTo>
                <a:cubicBezTo>
                  <a:pt x="3486952" y="1326571"/>
                  <a:pt x="3487357" y="1326166"/>
                  <a:pt x="3487762" y="1326166"/>
                </a:cubicBezTo>
                <a:close/>
                <a:moveTo>
                  <a:pt x="2718618" y="1326166"/>
                </a:moveTo>
                <a:lnTo>
                  <a:pt x="2731977" y="1326166"/>
                </a:lnTo>
                <a:cubicBezTo>
                  <a:pt x="2732382" y="1326166"/>
                  <a:pt x="2732786" y="1326571"/>
                  <a:pt x="2733191" y="1326976"/>
                </a:cubicBezTo>
                <a:lnTo>
                  <a:pt x="2740073" y="1338715"/>
                </a:lnTo>
                <a:cubicBezTo>
                  <a:pt x="2740478" y="1339120"/>
                  <a:pt x="2740478" y="1339525"/>
                  <a:pt x="2740073" y="1339930"/>
                </a:cubicBezTo>
                <a:lnTo>
                  <a:pt x="2733191" y="1351669"/>
                </a:lnTo>
                <a:cubicBezTo>
                  <a:pt x="2733191" y="1352074"/>
                  <a:pt x="2732786" y="1352479"/>
                  <a:pt x="2731977" y="1352479"/>
                </a:cubicBezTo>
                <a:lnTo>
                  <a:pt x="2718618" y="1352479"/>
                </a:lnTo>
                <a:cubicBezTo>
                  <a:pt x="2718213" y="1352479"/>
                  <a:pt x="2717808" y="1352074"/>
                  <a:pt x="2717404" y="1351669"/>
                </a:cubicBezTo>
                <a:lnTo>
                  <a:pt x="2710522" y="1339930"/>
                </a:lnTo>
                <a:cubicBezTo>
                  <a:pt x="2710117" y="1339525"/>
                  <a:pt x="2710117" y="1339120"/>
                  <a:pt x="2710522" y="1338715"/>
                </a:cubicBezTo>
                <a:lnTo>
                  <a:pt x="2717404" y="1326976"/>
                </a:lnTo>
                <a:cubicBezTo>
                  <a:pt x="2717808" y="1326571"/>
                  <a:pt x="2718213" y="1326166"/>
                  <a:pt x="2718618" y="1326166"/>
                </a:cubicBezTo>
                <a:close/>
                <a:moveTo>
                  <a:pt x="2678137" y="1326166"/>
                </a:moveTo>
                <a:lnTo>
                  <a:pt x="2691496" y="1326166"/>
                </a:lnTo>
                <a:cubicBezTo>
                  <a:pt x="2691901" y="1326166"/>
                  <a:pt x="2692305" y="1326571"/>
                  <a:pt x="2692710" y="1326976"/>
                </a:cubicBezTo>
                <a:lnTo>
                  <a:pt x="2699592" y="1338715"/>
                </a:lnTo>
                <a:cubicBezTo>
                  <a:pt x="2699997" y="1339120"/>
                  <a:pt x="2699997" y="1339525"/>
                  <a:pt x="2699592" y="1339930"/>
                </a:cubicBezTo>
                <a:lnTo>
                  <a:pt x="2692710" y="1351669"/>
                </a:lnTo>
                <a:cubicBezTo>
                  <a:pt x="2692710" y="1352074"/>
                  <a:pt x="2692305" y="1352479"/>
                  <a:pt x="2691496" y="1352479"/>
                </a:cubicBezTo>
                <a:lnTo>
                  <a:pt x="2678137" y="1352479"/>
                </a:lnTo>
                <a:cubicBezTo>
                  <a:pt x="2677732" y="1352479"/>
                  <a:pt x="2677327" y="1352074"/>
                  <a:pt x="2676923" y="1351669"/>
                </a:cubicBezTo>
                <a:lnTo>
                  <a:pt x="2670041" y="1339930"/>
                </a:lnTo>
                <a:cubicBezTo>
                  <a:pt x="2669636" y="1339525"/>
                  <a:pt x="2669636" y="1339120"/>
                  <a:pt x="2670041" y="1338715"/>
                </a:cubicBezTo>
                <a:lnTo>
                  <a:pt x="2676923" y="1326976"/>
                </a:lnTo>
                <a:cubicBezTo>
                  <a:pt x="2677327" y="1326571"/>
                  <a:pt x="2677732" y="1326166"/>
                  <a:pt x="2678137" y="1326166"/>
                </a:cubicBezTo>
                <a:close/>
                <a:moveTo>
                  <a:pt x="2637251" y="1326166"/>
                </a:moveTo>
                <a:lnTo>
                  <a:pt x="2651824" y="1326166"/>
                </a:lnTo>
                <a:cubicBezTo>
                  <a:pt x="2652229" y="1326166"/>
                  <a:pt x="2652634" y="1326166"/>
                  <a:pt x="2653038" y="1326571"/>
                </a:cubicBezTo>
                <a:lnTo>
                  <a:pt x="2660325" y="1339120"/>
                </a:lnTo>
                <a:cubicBezTo>
                  <a:pt x="2660730" y="1339525"/>
                  <a:pt x="2660730" y="1339930"/>
                  <a:pt x="2660325" y="1340334"/>
                </a:cubicBezTo>
                <a:lnTo>
                  <a:pt x="2653038" y="1352884"/>
                </a:lnTo>
                <a:cubicBezTo>
                  <a:pt x="2652634" y="1352884"/>
                  <a:pt x="2652229" y="1353288"/>
                  <a:pt x="2651824" y="1353288"/>
                </a:cubicBezTo>
                <a:lnTo>
                  <a:pt x="2637251" y="1353288"/>
                </a:lnTo>
                <a:cubicBezTo>
                  <a:pt x="2636846" y="1353288"/>
                  <a:pt x="2636441" y="1353288"/>
                  <a:pt x="2636036" y="1352884"/>
                </a:cubicBezTo>
                <a:lnTo>
                  <a:pt x="2628750" y="1340334"/>
                </a:lnTo>
                <a:cubicBezTo>
                  <a:pt x="2628345" y="1339930"/>
                  <a:pt x="2628345" y="1339525"/>
                  <a:pt x="2628750" y="1339120"/>
                </a:cubicBezTo>
                <a:lnTo>
                  <a:pt x="2636036" y="1326571"/>
                </a:lnTo>
                <a:cubicBezTo>
                  <a:pt x="2636441" y="1326571"/>
                  <a:pt x="2636846" y="1326166"/>
                  <a:pt x="2637251" y="1326166"/>
                </a:cubicBezTo>
                <a:close/>
                <a:moveTo>
                  <a:pt x="2596770" y="1325761"/>
                </a:moveTo>
                <a:lnTo>
                  <a:pt x="2611343" y="1325761"/>
                </a:lnTo>
                <a:cubicBezTo>
                  <a:pt x="2611748" y="1325761"/>
                  <a:pt x="2612153" y="1326166"/>
                  <a:pt x="2612557" y="1326571"/>
                </a:cubicBezTo>
                <a:lnTo>
                  <a:pt x="2619844" y="1339120"/>
                </a:lnTo>
                <a:cubicBezTo>
                  <a:pt x="2620249" y="1339524"/>
                  <a:pt x="2620249" y="1339929"/>
                  <a:pt x="2619844" y="1340334"/>
                </a:cubicBezTo>
                <a:lnTo>
                  <a:pt x="2612557" y="1352883"/>
                </a:lnTo>
                <a:cubicBezTo>
                  <a:pt x="2612153" y="1353288"/>
                  <a:pt x="2611748" y="1353288"/>
                  <a:pt x="2611343" y="1353288"/>
                </a:cubicBezTo>
                <a:lnTo>
                  <a:pt x="2596770" y="1353288"/>
                </a:lnTo>
                <a:cubicBezTo>
                  <a:pt x="2596365" y="1353288"/>
                  <a:pt x="2595960" y="1353288"/>
                  <a:pt x="2595555" y="1352883"/>
                </a:cubicBezTo>
                <a:lnTo>
                  <a:pt x="2588269" y="1340334"/>
                </a:lnTo>
                <a:cubicBezTo>
                  <a:pt x="2587864" y="1339929"/>
                  <a:pt x="2587864" y="1339524"/>
                  <a:pt x="2588269" y="1339120"/>
                </a:cubicBezTo>
                <a:lnTo>
                  <a:pt x="2595555" y="1326571"/>
                </a:lnTo>
                <a:cubicBezTo>
                  <a:pt x="2595960" y="1326166"/>
                  <a:pt x="2596365" y="1325761"/>
                  <a:pt x="2596770" y="1325761"/>
                </a:cubicBezTo>
                <a:close/>
                <a:moveTo>
                  <a:pt x="3169984" y="1297019"/>
                </a:moveTo>
                <a:lnTo>
                  <a:pt x="3172008" y="1297019"/>
                </a:lnTo>
                <a:lnTo>
                  <a:pt x="3173223" y="1299043"/>
                </a:lnTo>
                <a:lnTo>
                  <a:pt x="3172008" y="1301067"/>
                </a:lnTo>
                <a:lnTo>
                  <a:pt x="3169984" y="1301067"/>
                </a:lnTo>
                <a:lnTo>
                  <a:pt x="3168770" y="1299043"/>
                </a:lnTo>
                <a:close/>
                <a:moveTo>
                  <a:pt x="3331100" y="1296614"/>
                </a:moveTo>
                <a:lnTo>
                  <a:pt x="3333933" y="1296614"/>
                </a:lnTo>
                <a:lnTo>
                  <a:pt x="3335148" y="1299043"/>
                </a:lnTo>
                <a:lnTo>
                  <a:pt x="3333933" y="1301472"/>
                </a:lnTo>
                <a:lnTo>
                  <a:pt x="3331100" y="1301472"/>
                </a:lnTo>
                <a:lnTo>
                  <a:pt x="3329885" y="1299043"/>
                </a:lnTo>
                <a:close/>
                <a:moveTo>
                  <a:pt x="3250541" y="1296614"/>
                </a:moveTo>
                <a:lnTo>
                  <a:pt x="3253375" y="1296614"/>
                </a:lnTo>
                <a:lnTo>
                  <a:pt x="3254994" y="1299043"/>
                </a:lnTo>
                <a:lnTo>
                  <a:pt x="3253375" y="1301472"/>
                </a:lnTo>
                <a:lnTo>
                  <a:pt x="3250541" y="1301472"/>
                </a:lnTo>
                <a:lnTo>
                  <a:pt x="3248922" y="1299043"/>
                </a:lnTo>
                <a:close/>
                <a:moveTo>
                  <a:pt x="3209656" y="1296614"/>
                </a:moveTo>
                <a:lnTo>
                  <a:pt x="3212489" y="1296614"/>
                </a:lnTo>
                <a:lnTo>
                  <a:pt x="3213704" y="1299043"/>
                </a:lnTo>
                <a:lnTo>
                  <a:pt x="3212489" y="1301472"/>
                </a:lnTo>
                <a:lnTo>
                  <a:pt x="3209656" y="1301472"/>
                </a:lnTo>
                <a:lnTo>
                  <a:pt x="3208441" y="1299043"/>
                </a:lnTo>
                <a:close/>
                <a:moveTo>
                  <a:pt x="3128694" y="1296614"/>
                </a:moveTo>
                <a:lnTo>
                  <a:pt x="3131527" y="1296614"/>
                </a:lnTo>
                <a:lnTo>
                  <a:pt x="3132742" y="1299043"/>
                </a:lnTo>
                <a:lnTo>
                  <a:pt x="3131527" y="1301472"/>
                </a:lnTo>
                <a:lnTo>
                  <a:pt x="3128694" y="1301472"/>
                </a:lnTo>
                <a:lnTo>
                  <a:pt x="3127479" y="1299043"/>
                </a:lnTo>
                <a:close/>
                <a:moveTo>
                  <a:pt x="3371580" y="1296210"/>
                </a:moveTo>
                <a:lnTo>
                  <a:pt x="3374819" y="1296210"/>
                </a:lnTo>
                <a:lnTo>
                  <a:pt x="3376438" y="1299043"/>
                </a:lnTo>
                <a:lnTo>
                  <a:pt x="3374819" y="1301877"/>
                </a:lnTo>
                <a:lnTo>
                  <a:pt x="3371580" y="1301877"/>
                </a:lnTo>
                <a:lnTo>
                  <a:pt x="3369961" y="1299043"/>
                </a:lnTo>
                <a:close/>
                <a:moveTo>
                  <a:pt x="3290618" y="1296210"/>
                </a:moveTo>
                <a:lnTo>
                  <a:pt x="3293857" y="1296210"/>
                </a:lnTo>
                <a:lnTo>
                  <a:pt x="3295476" y="1299043"/>
                </a:lnTo>
                <a:lnTo>
                  <a:pt x="3293857" y="1301877"/>
                </a:lnTo>
                <a:lnTo>
                  <a:pt x="3290618" y="1301877"/>
                </a:lnTo>
                <a:lnTo>
                  <a:pt x="3288999" y="1299043"/>
                </a:lnTo>
                <a:close/>
                <a:moveTo>
                  <a:pt x="3088212" y="1296210"/>
                </a:moveTo>
                <a:lnTo>
                  <a:pt x="3091451" y="1296210"/>
                </a:lnTo>
                <a:lnTo>
                  <a:pt x="3093070" y="1299043"/>
                </a:lnTo>
                <a:lnTo>
                  <a:pt x="3091451" y="1301877"/>
                </a:lnTo>
                <a:lnTo>
                  <a:pt x="3088212" y="1301877"/>
                </a:lnTo>
                <a:lnTo>
                  <a:pt x="3086593" y="1299043"/>
                </a:lnTo>
                <a:close/>
                <a:moveTo>
                  <a:pt x="4018876" y="1295400"/>
                </a:moveTo>
                <a:lnTo>
                  <a:pt x="4022924" y="1295400"/>
                </a:lnTo>
                <a:lnTo>
                  <a:pt x="4024948" y="1299043"/>
                </a:lnTo>
                <a:lnTo>
                  <a:pt x="4022924" y="1302687"/>
                </a:lnTo>
                <a:lnTo>
                  <a:pt x="4018876" y="1302687"/>
                </a:lnTo>
                <a:lnTo>
                  <a:pt x="4016852" y="1299043"/>
                </a:lnTo>
                <a:close/>
                <a:moveTo>
                  <a:pt x="3411253" y="1295400"/>
                </a:moveTo>
                <a:lnTo>
                  <a:pt x="3415706" y="1295400"/>
                </a:lnTo>
                <a:lnTo>
                  <a:pt x="3417730" y="1299043"/>
                </a:lnTo>
                <a:lnTo>
                  <a:pt x="3415706" y="1302687"/>
                </a:lnTo>
                <a:lnTo>
                  <a:pt x="3411253" y="1302687"/>
                </a:lnTo>
                <a:lnTo>
                  <a:pt x="3409229" y="1299043"/>
                </a:lnTo>
                <a:close/>
                <a:moveTo>
                  <a:pt x="4585614" y="1294995"/>
                </a:moveTo>
                <a:lnTo>
                  <a:pt x="4590067" y="1294995"/>
                </a:lnTo>
                <a:lnTo>
                  <a:pt x="4592495" y="1299043"/>
                </a:lnTo>
                <a:lnTo>
                  <a:pt x="4590067" y="1303091"/>
                </a:lnTo>
                <a:lnTo>
                  <a:pt x="4585614" y="1303091"/>
                </a:lnTo>
                <a:lnTo>
                  <a:pt x="4583185" y="1299043"/>
                </a:lnTo>
                <a:close/>
                <a:moveTo>
                  <a:pt x="4463765" y="1294995"/>
                </a:moveTo>
                <a:lnTo>
                  <a:pt x="4467813" y="1294995"/>
                </a:lnTo>
                <a:cubicBezTo>
                  <a:pt x="4468218" y="1294995"/>
                  <a:pt x="4468623" y="1294995"/>
                  <a:pt x="4469027" y="1295400"/>
                </a:cubicBezTo>
                <a:lnTo>
                  <a:pt x="4471052" y="1298638"/>
                </a:lnTo>
                <a:cubicBezTo>
                  <a:pt x="4471456" y="1299043"/>
                  <a:pt x="4471456" y="1299448"/>
                  <a:pt x="4471052" y="1299853"/>
                </a:cubicBezTo>
                <a:lnTo>
                  <a:pt x="4469027" y="1303091"/>
                </a:lnTo>
                <a:cubicBezTo>
                  <a:pt x="4469027" y="1303496"/>
                  <a:pt x="4468623" y="1303496"/>
                  <a:pt x="4467813" y="1303901"/>
                </a:cubicBezTo>
                <a:lnTo>
                  <a:pt x="4463765" y="1303901"/>
                </a:lnTo>
                <a:cubicBezTo>
                  <a:pt x="4463360" y="1303901"/>
                  <a:pt x="4462955" y="1303496"/>
                  <a:pt x="4462551" y="1303091"/>
                </a:cubicBezTo>
                <a:lnTo>
                  <a:pt x="4460527" y="1299853"/>
                </a:lnTo>
                <a:cubicBezTo>
                  <a:pt x="4460122" y="1299448"/>
                  <a:pt x="4460122" y="1299043"/>
                  <a:pt x="4460527" y="1298638"/>
                </a:cubicBezTo>
                <a:lnTo>
                  <a:pt x="4462551" y="1295400"/>
                </a:lnTo>
                <a:cubicBezTo>
                  <a:pt x="4462955" y="1295400"/>
                  <a:pt x="4463360" y="1294995"/>
                  <a:pt x="4463765" y="1294995"/>
                </a:cubicBezTo>
                <a:close/>
                <a:moveTo>
                  <a:pt x="4423284" y="1294995"/>
                </a:moveTo>
                <a:lnTo>
                  <a:pt x="4427332" y="1294995"/>
                </a:lnTo>
                <a:cubicBezTo>
                  <a:pt x="4427737" y="1294995"/>
                  <a:pt x="4428142" y="1294995"/>
                  <a:pt x="4428546" y="1295400"/>
                </a:cubicBezTo>
                <a:lnTo>
                  <a:pt x="4430571" y="1298638"/>
                </a:lnTo>
                <a:cubicBezTo>
                  <a:pt x="4430975" y="1299043"/>
                  <a:pt x="4430975" y="1299448"/>
                  <a:pt x="4430571" y="1299853"/>
                </a:cubicBezTo>
                <a:lnTo>
                  <a:pt x="4428546" y="1303091"/>
                </a:lnTo>
                <a:cubicBezTo>
                  <a:pt x="4428546" y="1303496"/>
                  <a:pt x="4428142" y="1303496"/>
                  <a:pt x="4427332" y="1303901"/>
                </a:cubicBezTo>
                <a:lnTo>
                  <a:pt x="4423284" y="1303901"/>
                </a:lnTo>
                <a:cubicBezTo>
                  <a:pt x="4422879" y="1303901"/>
                  <a:pt x="4422474" y="1303496"/>
                  <a:pt x="4422070" y="1303091"/>
                </a:cubicBezTo>
                <a:lnTo>
                  <a:pt x="4420046" y="1299853"/>
                </a:lnTo>
                <a:cubicBezTo>
                  <a:pt x="4419641" y="1299448"/>
                  <a:pt x="4419641" y="1299043"/>
                  <a:pt x="4420046" y="1298638"/>
                </a:cubicBezTo>
                <a:lnTo>
                  <a:pt x="4422070" y="1295400"/>
                </a:lnTo>
                <a:cubicBezTo>
                  <a:pt x="4422474" y="1295400"/>
                  <a:pt x="4422879" y="1294995"/>
                  <a:pt x="4423284" y="1294995"/>
                </a:cubicBezTo>
                <a:close/>
                <a:moveTo>
                  <a:pt x="4342726" y="1294995"/>
                </a:moveTo>
                <a:lnTo>
                  <a:pt x="4346370" y="1294995"/>
                </a:lnTo>
                <a:cubicBezTo>
                  <a:pt x="4346774" y="1294995"/>
                  <a:pt x="4347179" y="1294995"/>
                  <a:pt x="4347584" y="1295400"/>
                </a:cubicBezTo>
                <a:lnTo>
                  <a:pt x="4349608" y="1298638"/>
                </a:lnTo>
                <a:cubicBezTo>
                  <a:pt x="4350013" y="1299043"/>
                  <a:pt x="4350013" y="1299448"/>
                  <a:pt x="4349608" y="1299853"/>
                </a:cubicBezTo>
                <a:lnTo>
                  <a:pt x="4347584" y="1303091"/>
                </a:lnTo>
                <a:cubicBezTo>
                  <a:pt x="4347584" y="1303091"/>
                  <a:pt x="4347179" y="1303496"/>
                  <a:pt x="4346370" y="1303496"/>
                </a:cubicBezTo>
                <a:lnTo>
                  <a:pt x="4342726" y="1303496"/>
                </a:lnTo>
                <a:cubicBezTo>
                  <a:pt x="4342322" y="1303496"/>
                  <a:pt x="4341916" y="1303496"/>
                  <a:pt x="4341512" y="1303091"/>
                </a:cubicBezTo>
                <a:lnTo>
                  <a:pt x="4339488" y="1299853"/>
                </a:lnTo>
                <a:cubicBezTo>
                  <a:pt x="4339083" y="1299448"/>
                  <a:pt x="4339083" y="1299043"/>
                  <a:pt x="4339488" y="1298638"/>
                </a:cubicBezTo>
                <a:lnTo>
                  <a:pt x="4341512" y="1295400"/>
                </a:lnTo>
                <a:cubicBezTo>
                  <a:pt x="4341916" y="1295400"/>
                  <a:pt x="4342322" y="1294995"/>
                  <a:pt x="4342726" y="1294995"/>
                </a:cubicBezTo>
                <a:close/>
                <a:moveTo>
                  <a:pt x="3978799" y="1294995"/>
                </a:moveTo>
                <a:lnTo>
                  <a:pt x="3982038" y="1294995"/>
                </a:lnTo>
                <a:cubicBezTo>
                  <a:pt x="3982443" y="1294995"/>
                  <a:pt x="3982848" y="1295400"/>
                  <a:pt x="3983252" y="1295805"/>
                </a:cubicBezTo>
                <a:lnTo>
                  <a:pt x="3984872" y="1298638"/>
                </a:lnTo>
                <a:cubicBezTo>
                  <a:pt x="3985276" y="1299043"/>
                  <a:pt x="3985276" y="1299448"/>
                  <a:pt x="3984872" y="1299853"/>
                </a:cubicBezTo>
                <a:lnTo>
                  <a:pt x="3983252" y="1302687"/>
                </a:lnTo>
                <a:cubicBezTo>
                  <a:pt x="3982848" y="1303091"/>
                  <a:pt x="3982443" y="1303091"/>
                  <a:pt x="3982038" y="1303496"/>
                </a:cubicBezTo>
                <a:lnTo>
                  <a:pt x="3978799" y="1303496"/>
                </a:lnTo>
                <a:cubicBezTo>
                  <a:pt x="3978395" y="1303496"/>
                  <a:pt x="3977990" y="1303091"/>
                  <a:pt x="3977585" y="1302687"/>
                </a:cubicBezTo>
                <a:lnTo>
                  <a:pt x="3975966" y="1299853"/>
                </a:lnTo>
                <a:cubicBezTo>
                  <a:pt x="3975561" y="1299448"/>
                  <a:pt x="3975561" y="1299043"/>
                  <a:pt x="3975966" y="1298638"/>
                </a:cubicBezTo>
                <a:lnTo>
                  <a:pt x="3977585" y="1295805"/>
                </a:lnTo>
                <a:cubicBezTo>
                  <a:pt x="3977990" y="1295400"/>
                  <a:pt x="3978395" y="1294995"/>
                  <a:pt x="3978799" y="1294995"/>
                </a:cubicBezTo>
                <a:close/>
                <a:moveTo>
                  <a:pt x="3735102" y="1294995"/>
                </a:moveTo>
                <a:lnTo>
                  <a:pt x="3739150" y="1294995"/>
                </a:lnTo>
                <a:cubicBezTo>
                  <a:pt x="3739555" y="1294995"/>
                  <a:pt x="3739960" y="1294995"/>
                  <a:pt x="3740364" y="1295400"/>
                </a:cubicBezTo>
                <a:lnTo>
                  <a:pt x="3742389" y="1298638"/>
                </a:lnTo>
                <a:cubicBezTo>
                  <a:pt x="3742793" y="1299043"/>
                  <a:pt x="3742793" y="1299448"/>
                  <a:pt x="3742389" y="1299853"/>
                </a:cubicBezTo>
                <a:lnTo>
                  <a:pt x="3740364" y="1303091"/>
                </a:lnTo>
                <a:cubicBezTo>
                  <a:pt x="3740364" y="1303496"/>
                  <a:pt x="3739960" y="1303496"/>
                  <a:pt x="3739150" y="1303496"/>
                </a:cubicBezTo>
                <a:lnTo>
                  <a:pt x="3735102" y="1303496"/>
                </a:lnTo>
                <a:cubicBezTo>
                  <a:pt x="3734697" y="1303496"/>
                  <a:pt x="3734292" y="1303496"/>
                  <a:pt x="3733888" y="1303091"/>
                </a:cubicBezTo>
                <a:lnTo>
                  <a:pt x="3731864" y="1299853"/>
                </a:lnTo>
                <a:cubicBezTo>
                  <a:pt x="3731459" y="1299448"/>
                  <a:pt x="3731459" y="1299043"/>
                  <a:pt x="3731864" y="1298638"/>
                </a:cubicBezTo>
                <a:lnTo>
                  <a:pt x="3733888" y="1295400"/>
                </a:lnTo>
                <a:cubicBezTo>
                  <a:pt x="3734292" y="1295400"/>
                  <a:pt x="3734697" y="1294995"/>
                  <a:pt x="3735102" y="1294995"/>
                </a:cubicBezTo>
                <a:close/>
                <a:moveTo>
                  <a:pt x="3047326" y="1294995"/>
                </a:moveTo>
                <a:lnTo>
                  <a:pt x="3051779" y="1294995"/>
                </a:lnTo>
                <a:lnTo>
                  <a:pt x="3054207" y="1299043"/>
                </a:lnTo>
                <a:lnTo>
                  <a:pt x="3051779" y="1303091"/>
                </a:lnTo>
                <a:lnTo>
                  <a:pt x="3047326" y="1303091"/>
                </a:lnTo>
                <a:lnTo>
                  <a:pt x="3044897" y="1299043"/>
                </a:lnTo>
                <a:close/>
                <a:moveTo>
                  <a:pt x="4383207" y="1294590"/>
                </a:moveTo>
                <a:lnTo>
                  <a:pt x="4386851" y="1294590"/>
                </a:lnTo>
                <a:cubicBezTo>
                  <a:pt x="4387255" y="1294590"/>
                  <a:pt x="4387660" y="1294590"/>
                  <a:pt x="4388065" y="1294995"/>
                </a:cubicBezTo>
                <a:lnTo>
                  <a:pt x="4390089" y="1298233"/>
                </a:lnTo>
                <a:cubicBezTo>
                  <a:pt x="4390494" y="1298638"/>
                  <a:pt x="4390494" y="1299043"/>
                  <a:pt x="4390089" y="1299448"/>
                </a:cubicBezTo>
                <a:lnTo>
                  <a:pt x="4388065" y="1302686"/>
                </a:lnTo>
                <a:cubicBezTo>
                  <a:pt x="4388065" y="1303091"/>
                  <a:pt x="4387660" y="1303496"/>
                  <a:pt x="4386851" y="1303091"/>
                </a:cubicBezTo>
                <a:lnTo>
                  <a:pt x="4383207" y="1303091"/>
                </a:lnTo>
                <a:cubicBezTo>
                  <a:pt x="4382803" y="1303091"/>
                  <a:pt x="4382397" y="1303091"/>
                  <a:pt x="4381993" y="1302686"/>
                </a:cubicBezTo>
                <a:lnTo>
                  <a:pt x="4379969" y="1299448"/>
                </a:lnTo>
                <a:cubicBezTo>
                  <a:pt x="4379564" y="1299043"/>
                  <a:pt x="4379564" y="1298638"/>
                  <a:pt x="4379969" y="1298233"/>
                </a:cubicBezTo>
                <a:lnTo>
                  <a:pt x="4381993" y="1294995"/>
                </a:lnTo>
                <a:cubicBezTo>
                  <a:pt x="4382397" y="1294995"/>
                  <a:pt x="4382803" y="1294590"/>
                  <a:pt x="4383207" y="1294590"/>
                </a:cubicBezTo>
                <a:close/>
                <a:moveTo>
                  <a:pt x="4261764" y="1294590"/>
                </a:moveTo>
                <a:lnTo>
                  <a:pt x="4265407" y="1294590"/>
                </a:lnTo>
                <a:cubicBezTo>
                  <a:pt x="4265812" y="1294590"/>
                  <a:pt x="4266216" y="1294590"/>
                  <a:pt x="4266621" y="1294995"/>
                </a:cubicBezTo>
                <a:lnTo>
                  <a:pt x="4268240" y="1298233"/>
                </a:lnTo>
                <a:cubicBezTo>
                  <a:pt x="4268645" y="1298638"/>
                  <a:pt x="4268645" y="1299043"/>
                  <a:pt x="4268240" y="1299448"/>
                </a:cubicBezTo>
                <a:lnTo>
                  <a:pt x="4266621" y="1302686"/>
                </a:lnTo>
                <a:cubicBezTo>
                  <a:pt x="4266216" y="1303091"/>
                  <a:pt x="4265812" y="1303496"/>
                  <a:pt x="4265407" y="1303496"/>
                </a:cubicBezTo>
                <a:lnTo>
                  <a:pt x="4261764" y="1303496"/>
                </a:lnTo>
                <a:cubicBezTo>
                  <a:pt x="4261359" y="1303496"/>
                  <a:pt x="4260954" y="1303091"/>
                  <a:pt x="4260549" y="1302686"/>
                </a:cubicBezTo>
                <a:lnTo>
                  <a:pt x="4258930" y="1299448"/>
                </a:lnTo>
                <a:cubicBezTo>
                  <a:pt x="4258525" y="1299043"/>
                  <a:pt x="4258525" y="1298638"/>
                  <a:pt x="4258930" y="1298233"/>
                </a:cubicBezTo>
                <a:lnTo>
                  <a:pt x="4260549" y="1294995"/>
                </a:lnTo>
                <a:cubicBezTo>
                  <a:pt x="4260954" y="1294995"/>
                  <a:pt x="4261359" y="1294590"/>
                  <a:pt x="4261764" y="1294590"/>
                </a:cubicBezTo>
                <a:close/>
                <a:moveTo>
                  <a:pt x="4099838" y="1294590"/>
                </a:moveTo>
                <a:lnTo>
                  <a:pt x="4103482" y="1294590"/>
                </a:lnTo>
                <a:cubicBezTo>
                  <a:pt x="4103886" y="1294590"/>
                  <a:pt x="4104291" y="1294590"/>
                  <a:pt x="4104696" y="1294995"/>
                </a:cubicBezTo>
                <a:lnTo>
                  <a:pt x="4106720" y="1298233"/>
                </a:lnTo>
                <a:cubicBezTo>
                  <a:pt x="4107125" y="1298638"/>
                  <a:pt x="4107125" y="1299043"/>
                  <a:pt x="4106720" y="1299448"/>
                </a:cubicBezTo>
                <a:lnTo>
                  <a:pt x="4104696" y="1302686"/>
                </a:lnTo>
                <a:cubicBezTo>
                  <a:pt x="4104696" y="1303091"/>
                  <a:pt x="4104291" y="1303496"/>
                  <a:pt x="4103482" y="1303091"/>
                </a:cubicBezTo>
                <a:lnTo>
                  <a:pt x="4099838" y="1303091"/>
                </a:lnTo>
                <a:cubicBezTo>
                  <a:pt x="4099434" y="1303091"/>
                  <a:pt x="4099028" y="1303091"/>
                  <a:pt x="4098624" y="1302686"/>
                </a:cubicBezTo>
                <a:lnTo>
                  <a:pt x="4096600" y="1299448"/>
                </a:lnTo>
                <a:cubicBezTo>
                  <a:pt x="4096195" y="1299043"/>
                  <a:pt x="4096195" y="1298638"/>
                  <a:pt x="4096600" y="1298233"/>
                </a:cubicBezTo>
                <a:lnTo>
                  <a:pt x="4098624" y="1294995"/>
                </a:lnTo>
                <a:cubicBezTo>
                  <a:pt x="4099028" y="1294995"/>
                  <a:pt x="4099434" y="1294590"/>
                  <a:pt x="4099838" y="1294590"/>
                </a:cubicBezTo>
                <a:close/>
                <a:moveTo>
                  <a:pt x="4545133" y="1294186"/>
                </a:moveTo>
                <a:lnTo>
                  <a:pt x="4548776" y="1294186"/>
                </a:lnTo>
                <a:cubicBezTo>
                  <a:pt x="4549181" y="1294186"/>
                  <a:pt x="4549585" y="1294591"/>
                  <a:pt x="4549990" y="1294995"/>
                </a:cubicBezTo>
                <a:lnTo>
                  <a:pt x="4551609" y="1298234"/>
                </a:lnTo>
                <a:cubicBezTo>
                  <a:pt x="4552014" y="1298639"/>
                  <a:pt x="4552014" y="1299044"/>
                  <a:pt x="4551609" y="1299449"/>
                </a:cubicBezTo>
                <a:lnTo>
                  <a:pt x="4549990" y="1302687"/>
                </a:lnTo>
                <a:cubicBezTo>
                  <a:pt x="4549585" y="1303092"/>
                  <a:pt x="4549181" y="1303497"/>
                  <a:pt x="4548776" y="1303497"/>
                </a:cubicBezTo>
                <a:lnTo>
                  <a:pt x="4545133" y="1303497"/>
                </a:lnTo>
                <a:cubicBezTo>
                  <a:pt x="4544728" y="1303497"/>
                  <a:pt x="4544323" y="1303092"/>
                  <a:pt x="4543918" y="1302687"/>
                </a:cubicBezTo>
                <a:lnTo>
                  <a:pt x="4542299" y="1299449"/>
                </a:lnTo>
                <a:cubicBezTo>
                  <a:pt x="4541894" y="1299044"/>
                  <a:pt x="4541894" y="1298639"/>
                  <a:pt x="4542299" y="1298234"/>
                </a:cubicBezTo>
                <a:lnTo>
                  <a:pt x="4543918" y="1294995"/>
                </a:lnTo>
                <a:cubicBezTo>
                  <a:pt x="4544323" y="1294591"/>
                  <a:pt x="4544728" y="1294186"/>
                  <a:pt x="4545133" y="1294186"/>
                </a:cubicBezTo>
                <a:close/>
                <a:moveTo>
                  <a:pt x="4504651" y="1294186"/>
                </a:moveTo>
                <a:lnTo>
                  <a:pt x="4508699" y="1294186"/>
                </a:lnTo>
                <a:cubicBezTo>
                  <a:pt x="4509104" y="1294186"/>
                  <a:pt x="4509509" y="1294186"/>
                  <a:pt x="4509913" y="1294591"/>
                </a:cubicBezTo>
                <a:lnTo>
                  <a:pt x="4511938" y="1298234"/>
                </a:lnTo>
                <a:cubicBezTo>
                  <a:pt x="4512343" y="1298639"/>
                  <a:pt x="4512343" y="1299044"/>
                  <a:pt x="4511938" y="1299449"/>
                </a:cubicBezTo>
                <a:lnTo>
                  <a:pt x="4509913" y="1303092"/>
                </a:lnTo>
                <a:cubicBezTo>
                  <a:pt x="4509509" y="1303497"/>
                  <a:pt x="4509104" y="1303901"/>
                  <a:pt x="4508699" y="1303497"/>
                </a:cubicBezTo>
                <a:lnTo>
                  <a:pt x="4504651" y="1303497"/>
                </a:lnTo>
                <a:cubicBezTo>
                  <a:pt x="4504247" y="1303497"/>
                  <a:pt x="4503841" y="1303497"/>
                  <a:pt x="4503437" y="1303092"/>
                </a:cubicBezTo>
                <a:lnTo>
                  <a:pt x="4501413" y="1299449"/>
                </a:lnTo>
                <a:cubicBezTo>
                  <a:pt x="4501008" y="1299044"/>
                  <a:pt x="4501008" y="1298639"/>
                  <a:pt x="4501413" y="1298234"/>
                </a:cubicBezTo>
                <a:lnTo>
                  <a:pt x="4503437" y="1294591"/>
                </a:lnTo>
                <a:cubicBezTo>
                  <a:pt x="4503841" y="1294591"/>
                  <a:pt x="4504247" y="1294186"/>
                  <a:pt x="4504651" y="1294186"/>
                </a:cubicBezTo>
                <a:close/>
                <a:moveTo>
                  <a:pt x="4221282" y="1294186"/>
                </a:moveTo>
                <a:lnTo>
                  <a:pt x="4225330" y="1294186"/>
                </a:lnTo>
                <a:cubicBezTo>
                  <a:pt x="4225735" y="1294186"/>
                  <a:pt x="4226140" y="1294186"/>
                  <a:pt x="4226544" y="1294591"/>
                </a:cubicBezTo>
                <a:lnTo>
                  <a:pt x="4228569" y="1298234"/>
                </a:lnTo>
                <a:cubicBezTo>
                  <a:pt x="4228974" y="1298639"/>
                  <a:pt x="4228974" y="1299044"/>
                  <a:pt x="4228569" y="1299449"/>
                </a:cubicBezTo>
                <a:lnTo>
                  <a:pt x="4226544" y="1303092"/>
                </a:lnTo>
                <a:cubicBezTo>
                  <a:pt x="4226140" y="1303497"/>
                  <a:pt x="4225735" y="1303901"/>
                  <a:pt x="4225330" y="1303901"/>
                </a:cubicBezTo>
                <a:lnTo>
                  <a:pt x="4221282" y="1303901"/>
                </a:lnTo>
                <a:cubicBezTo>
                  <a:pt x="4220878" y="1303901"/>
                  <a:pt x="4220472" y="1303497"/>
                  <a:pt x="4220068" y="1303092"/>
                </a:cubicBezTo>
                <a:lnTo>
                  <a:pt x="4218044" y="1299449"/>
                </a:lnTo>
                <a:cubicBezTo>
                  <a:pt x="4217639" y="1299044"/>
                  <a:pt x="4217639" y="1298639"/>
                  <a:pt x="4218044" y="1298234"/>
                </a:cubicBezTo>
                <a:lnTo>
                  <a:pt x="4220068" y="1294591"/>
                </a:lnTo>
                <a:cubicBezTo>
                  <a:pt x="4220472" y="1294591"/>
                  <a:pt x="4220878" y="1294186"/>
                  <a:pt x="4221282" y="1294186"/>
                </a:cubicBezTo>
                <a:close/>
                <a:moveTo>
                  <a:pt x="4180801" y="1294186"/>
                </a:moveTo>
                <a:lnTo>
                  <a:pt x="4184849" y="1294186"/>
                </a:lnTo>
                <a:cubicBezTo>
                  <a:pt x="4185254" y="1294186"/>
                  <a:pt x="4185659" y="1294186"/>
                  <a:pt x="4186063" y="1294591"/>
                </a:cubicBezTo>
                <a:lnTo>
                  <a:pt x="4188088" y="1298234"/>
                </a:lnTo>
                <a:cubicBezTo>
                  <a:pt x="4188493" y="1298639"/>
                  <a:pt x="4188493" y="1299044"/>
                  <a:pt x="4188088" y="1299449"/>
                </a:cubicBezTo>
                <a:lnTo>
                  <a:pt x="4186063" y="1303092"/>
                </a:lnTo>
                <a:cubicBezTo>
                  <a:pt x="4185659" y="1303497"/>
                  <a:pt x="4185254" y="1303901"/>
                  <a:pt x="4184849" y="1303901"/>
                </a:cubicBezTo>
                <a:lnTo>
                  <a:pt x="4180801" y="1303901"/>
                </a:lnTo>
                <a:cubicBezTo>
                  <a:pt x="4180397" y="1303901"/>
                  <a:pt x="4179991" y="1303497"/>
                  <a:pt x="4179587" y="1303092"/>
                </a:cubicBezTo>
                <a:lnTo>
                  <a:pt x="4177563" y="1299449"/>
                </a:lnTo>
                <a:cubicBezTo>
                  <a:pt x="4177158" y="1299044"/>
                  <a:pt x="4177158" y="1298639"/>
                  <a:pt x="4177563" y="1298234"/>
                </a:cubicBezTo>
                <a:lnTo>
                  <a:pt x="4179587" y="1294591"/>
                </a:lnTo>
                <a:cubicBezTo>
                  <a:pt x="4179991" y="1294591"/>
                  <a:pt x="4180397" y="1294186"/>
                  <a:pt x="4180801" y="1294186"/>
                </a:cubicBezTo>
                <a:close/>
                <a:moveTo>
                  <a:pt x="4140320" y="1294186"/>
                </a:moveTo>
                <a:lnTo>
                  <a:pt x="4143963" y="1294186"/>
                </a:lnTo>
                <a:cubicBezTo>
                  <a:pt x="4144368" y="1294186"/>
                  <a:pt x="4144772" y="1294591"/>
                  <a:pt x="4145177" y="1294995"/>
                </a:cubicBezTo>
                <a:lnTo>
                  <a:pt x="4146796" y="1298234"/>
                </a:lnTo>
                <a:cubicBezTo>
                  <a:pt x="4147201" y="1298639"/>
                  <a:pt x="4147201" y="1299044"/>
                  <a:pt x="4146796" y="1299449"/>
                </a:cubicBezTo>
                <a:lnTo>
                  <a:pt x="4145177" y="1302687"/>
                </a:lnTo>
                <a:cubicBezTo>
                  <a:pt x="4145177" y="1303092"/>
                  <a:pt x="4144772" y="1303497"/>
                  <a:pt x="4143963" y="1303497"/>
                </a:cubicBezTo>
                <a:lnTo>
                  <a:pt x="4140320" y="1303497"/>
                </a:lnTo>
                <a:cubicBezTo>
                  <a:pt x="4139915" y="1303497"/>
                  <a:pt x="4139510" y="1303092"/>
                  <a:pt x="4139105" y="1302687"/>
                </a:cubicBezTo>
                <a:lnTo>
                  <a:pt x="4137486" y="1299449"/>
                </a:lnTo>
                <a:cubicBezTo>
                  <a:pt x="4137081" y="1299044"/>
                  <a:pt x="4137081" y="1298639"/>
                  <a:pt x="4137486" y="1298234"/>
                </a:cubicBezTo>
                <a:lnTo>
                  <a:pt x="4139105" y="1294995"/>
                </a:lnTo>
                <a:cubicBezTo>
                  <a:pt x="4139510" y="1294591"/>
                  <a:pt x="4139915" y="1294186"/>
                  <a:pt x="4140320" y="1294186"/>
                </a:cubicBezTo>
                <a:close/>
                <a:moveTo>
                  <a:pt x="4059358" y="1294186"/>
                </a:moveTo>
                <a:lnTo>
                  <a:pt x="4063001" y="1294186"/>
                </a:lnTo>
                <a:cubicBezTo>
                  <a:pt x="4063406" y="1294186"/>
                  <a:pt x="4063810" y="1294591"/>
                  <a:pt x="4064215" y="1294995"/>
                </a:cubicBezTo>
                <a:lnTo>
                  <a:pt x="4065834" y="1298234"/>
                </a:lnTo>
                <a:cubicBezTo>
                  <a:pt x="4066239" y="1298639"/>
                  <a:pt x="4066239" y="1299044"/>
                  <a:pt x="4065834" y="1299449"/>
                </a:cubicBezTo>
                <a:lnTo>
                  <a:pt x="4064215" y="1302687"/>
                </a:lnTo>
                <a:cubicBezTo>
                  <a:pt x="4063810" y="1303092"/>
                  <a:pt x="4063406" y="1303497"/>
                  <a:pt x="4063001" y="1303497"/>
                </a:cubicBezTo>
                <a:lnTo>
                  <a:pt x="4059358" y="1303497"/>
                </a:lnTo>
                <a:cubicBezTo>
                  <a:pt x="4058953" y="1303497"/>
                  <a:pt x="4058548" y="1303092"/>
                  <a:pt x="4058143" y="1302687"/>
                </a:cubicBezTo>
                <a:lnTo>
                  <a:pt x="4056524" y="1299449"/>
                </a:lnTo>
                <a:cubicBezTo>
                  <a:pt x="4056119" y="1299044"/>
                  <a:pt x="4056119" y="1298639"/>
                  <a:pt x="4056524" y="1298234"/>
                </a:cubicBezTo>
                <a:lnTo>
                  <a:pt x="4058143" y="1294995"/>
                </a:lnTo>
                <a:cubicBezTo>
                  <a:pt x="4058548" y="1294591"/>
                  <a:pt x="4058953" y="1294186"/>
                  <a:pt x="4059358" y="1294186"/>
                </a:cubicBezTo>
                <a:close/>
                <a:moveTo>
                  <a:pt x="4302245" y="1293781"/>
                </a:moveTo>
                <a:lnTo>
                  <a:pt x="4306293" y="1293781"/>
                </a:lnTo>
                <a:cubicBezTo>
                  <a:pt x="4306698" y="1293781"/>
                  <a:pt x="4307103" y="1294186"/>
                  <a:pt x="4307507" y="1294591"/>
                </a:cubicBezTo>
                <a:lnTo>
                  <a:pt x="4309532" y="1298234"/>
                </a:lnTo>
                <a:cubicBezTo>
                  <a:pt x="4309937" y="1298639"/>
                  <a:pt x="4309937" y="1299044"/>
                  <a:pt x="4309532" y="1299448"/>
                </a:cubicBezTo>
                <a:lnTo>
                  <a:pt x="4307507" y="1303092"/>
                </a:lnTo>
                <a:cubicBezTo>
                  <a:pt x="4307103" y="1303497"/>
                  <a:pt x="4306698" y="1303901"/>
                  <a:pt x="4306293" y="1303901"/>
                </a:cubicBezTo>
                <a:lnTo>
                  <a:pt x="4302245" y="1303901"/>
                </a:lnTo>
                <a:cubicBezTo>
                  <a:pt x="4301841" y="1303901"/>
                  <a:pt x="4301435" y="1303497"/>
                  <a:pt x="4301031" y="1303092"/>
                </a:cubicBezTo>
                <a:lnTo>
                  <a:pt x="4299007" y="1299448"/>
                </a:lnTo>
                <a:cubicBezTo>
                  <a:pt x="4298602" y="1299044"/>
                  <a:pt x="4298602" y="1298639"/>
                  <a:pt x="4299007" y="1298234"/>
                </a:cubicBezTo>
                <a:lnTo>
                  <a:pt x="4301031" y="1294591"/>
                </a:lnTo>
                <a:cubicBezTo>
                  <a:pt x="4301435" y="1294186"/>
                  <a:pt x="4301841" y="1293781"/>
                  <a:pt x="4302245" y="1293781"/>
                </a:cubicBezTo>
                <a:close/>
                <a:moveTo>
                  <a:pt x="3775988" y="1293781"/>
                </a:moveTo>
                <a:lnTo>
                  <a:pt x="3780036" y="1293781"/>
                </a:lnTo>
                <a:cubicBezTo>
                  <a:pt x="3780441" y="1293781"/>
                  <a:pt x="3780846" y="1294186"/>
                  <a:pt x="3781250" y="1294591"/>
                </a:cubicBezTo>
                <a:lnTo>
                  <a:pt x="3783275" y="1298234"/>
                </a:lnTo>
                <a:cubicBezTo>
                  <a:pt x="3783680" y="1298639"/>
                  <a:pt x="3783680" y="1299044"/>
                  <a:pt x="3783275" y="1299448"/>
                </a:cubicBezTo>
                <a:lnTo>
                  <a:pt x="3781250" y="1303092"/>
                </a:lnTo>
                <a:cubicBezTo>
                  <a:pt x="3780846" y="1303497"/>
                  <a:pt x="3780441" y="1303901"/>
                  <a:pt x="3780036" y="1303901"/>
                </a:cubicBezTo>
                <a:lnTo>
                  <a:pt x="3775988" y="1303901"/>
                </a:lnTo>
                <a:cubicBezTo>
                  <a:pt x="3775584" y="1303901"/>
                  <a:pt x="3775178" y="1303497"/>
                  <a:pt x="3774774" y="1303092"/>
                </a:cubicBezTo>
                <a:lnTo>
                  <a:pt x="3772750" y="1299448"/>
                </a:lnTo>
                <a:cubicBezTo>
                  <a:pt x="3772345" y="1299044"/>
                  <a:pt x="3772345" y="1298639"/>
                  <a:pt x="3772750" y="1298234"/>
                </a:cubicBezTo>
                <a:lnTo>
                  <a:pt x="3774774" y="1294591"/>
                </a:lnTo>
                <a:cubicBezTo>
                  <a:pt x="3775178" y="1294186"/>
                  <a:pt x="3775584" y="1293781"/>
                  <a:pt x="3775988" y="1293781"/>
                </a:cubicBezTo>
                <a:close/>
                <a:moveTo>
                  <a:pt x="3006440" y="1293781"/>
                </a:moveTo>
                <a:lnTo>
                  <a:pt x="3010893" y="1293781"/>
                </a:lnTo>
                <a:cubicBezTo>
                  <a:pt x="3011297" y="1293781"/>
                  <a:pt x="3011702" y="1293781"/>
                  <a:pt x="3012107" y="1294186"/>
                </a:cubicBezTo>
                <a:lnTo>
                  <a:pt x="3014536" y="1298234"/>
                </a:lnTo>
                <a:cubicBezTo>
                  <a:pt x="3014941" y="1298639"/>
                  <a:pt x="3014941" y="1299044"/>
                  <a:pt x="3014536" y="1299448"/>
                </a:cubicBezTo>
                <a:lnTo>
                  <a:pt x="3012107" y="1303497"/>
                </a:lnTo>
                <a:cubicBezTo>
                  <a:pt x="3012107" y="1303901"/>
                  <a:pt x="3011702" y="1304306"/>
                  <a:pt x="3010893" y="1304306"/>
                </a:cubicBezTo>
                <a:lnTo>
                  <a:pt x="3006440" y="1304306"/>
                </a:lnTo>
                <a:cubicBezTo>
                  <a:pt x="3006035" y="1304306"/>
                  <a:pt x="3005630" y="1303901"/>
                  <a:pt x="3005225" y="1303497"/>
                </a:cubicBezTo>
                <a:lnTo>
                  <a:pt x="3002797" y="1299448"/>
                </a:lnTo>
                <a:cubicBezTo>
                  <a:pt x="3002392" y="1299044"/>
                  <a:pt x="3002392" y="1298639"/>
                  <a:pt x="3002797" y="1298234"/>
                </a:cubicBezTo>
                <a:lnTo>
                  <a:pt x="3005225" y="1294186"/>
                </a:lnTo>
                <a:cubicBezTo>
                  <a:pt x="3005630" y="1294186"/>
                  <a:pt x="3006035" y="1293781"/>
                  <a:pt x="3006440" y="1293781"/>
                </a:cubicBezTo>
                <a:close/>
                <a:moveTo>
                  <a:pt x="3816065" y="1292971"/>
                </a:moveTo>
                <a:lnTo>
                  <a:pt x="3820922" y="1292971"/>
                </a:lnTo>
                <a:cubicBezTo>
                  <a:pt x="3821327" y="1292971"/>
                  <a:pt x="3821732" y="1293376"/>
                  <a:pt x="3822137" y="1293781"/>
                </a:cubicBezTo>
                <a:lnTo>
                  <a:pt x="3824566" y="1298234"/>
                </a:lnTo>
                <a:cubicBezTo>
                  <a:pt x="3824971" y="1298638"/>
                  <a:pt x="3824971" y="1299043"/>
                  <a:pt x="3824566" y="1299448"/>
                </a:cubicBezTo>
                <a:lnTo>
                  <a:pt x="3822137" y="1303901"/>
                </a:lnTo>
                <a:cubicBezTo>
                  <a:pt x="3821732" y="1304306"/>
                  <a:pt x="3821327" y="1304711"/>
                  <a:pt x="3820922" y="1304306"/>
                </a:cubicBezTo>
                <a:lnTo>
                  <a:pt x="3816065" y="1304306"/>
                </a:lnTo>
                <a:cubicBezTo>
                  <a:pt x="3815660" y="1304306"/>
                  <a:pt x="3815255" y="1304306"/>
                  <a:pt x="3814850" y="1303901"/>
                </a:cubicBezTo>
                <a:lnTo>
                  <a:pt x="3812422" y="1299448"/>
                </a:lnTo>
                <a:cubicBezTo>
                  <a:pt x="3812017" y="1299043"/>
                  <a:pt x="3812017" y="1298638"/>
                  <a:pt x="3812422" y="1298234"/>
                </a:cubicBezTo>
                <a:lnTo>
                  <a:pt x="3814850" y="1293781"/>
                </a:lnTo>
                <a:cubicBezTo>
                  <a:pt x="3815255" y="1293376"/>
                  <a:pt x="3815660" y="1292971"/>
                  <a:pt x="3816065" y="1292971"/>
                </a:cubicBezTo>
                <a:close/>
                <a:moveTo>
                  <a:pt x="3855736" y="1292566"/>
                </a:moveTo>
                <a:lnTo>
                  <a:pt x="3861809" y="1292566"/>
                </a:lnTo>
                <a:cubicBezTo>
                  <a:pt x="3862213" y="1292566"/>
                  <a:pt x="3862618" y="1292971"/>
                  <a:pt x="3863023" y="1293376"/>
                </a:cubicBezTo>
                <a:lnTo>
                  <a:pt x="3866261" y="1298638"/>
                </a:lnTo>
                <a:cubicBezTo>
                  <a:pt x="3866667" y="1299043"/>
                  <a:pt x="3866667" y="1299448"/>
                  <a:pt x="3866261" y="1299853"/>
                </a:cubicBezTo>
                <a:lnTo>
                  <a:pt x="3863023" y="1305115"/>
                </a:lnTo>
                <a:cubicBezTo>
                  <a:pt x="3863023" y="1305520"/>
                  <a:pt x="3862618" y="1305520"/>
                  <a:pt x="3861809" y="1305925"/>
                </a:cubicBezTo>
                <a:lnTo>
                  <a:pt x="3855736" y="1305925"/>
                </a:lnTo>
                <a:cubicBezTo>
                  <a:pt x="3855332" y="1305925"/>
                  <a:pt x="3854927" y="1305520"/>
                  <a:pt x="3854522" y="1305115"/>
                </a:cubicBezTo>
                <a:lnTo>
                  <a:pt x="3851284" y="1299853"/>
                </a:lnTo>
                <a:cubicBezTo>
                  <a:pt x="3850879" y="1299448"/>
                  <a:pt x="3850879" y="1299043"/>
                  <a:pt x="3851284" y="1298638"/>
                </a:cubicBezTo>
                <a:lnTo>
                  <a:pt x="3854522" y="1293376"/>
                </a:lnTo>
                <a:cubicBezTo>
                  <a:pt x="3854927" y="1292971"/>
                  <a:pt x="3855332" y="1292566"/>
                  <a:pt x="3855736" y="1292566"/>
                </a:cubicBezTo>
                <a:close/>
                <a:moveTo>
                  <a:pt x="2965149" y="1292566"/>
                </a:moveTo>
                <a:lnTo>
                  <a:pt x="2971222" y="1292566"/>
                </a:lnTo>
                <a:cubicBezTo>
                  <a:pt x="2971626" y="1292566"/>
                  <a:pt x="2972031" y="1292971"/>
                  <a:pt x="2972436" y="1293376"/>
                </a:cubicBezTo>
                <a:lnTo>
                  <a:pt x="2975674" y="1298638"/>
                </a:lnTo>
                <a:cubicBezTo>
                  <a:pt x="2976080" y="1299043"/>
                  <a:pt x="2976080" y="1299448"/>
                  <a:pt x="2975674" y="1299853"/>
                </a:cubicBezTo>
                <a:lnTo>
                  <a:pt x="2972436" y="1305115"/>
                </a:lnTo>
                <a:cubicBezTo>
                  <a:pt x="2972436" y="1305520"/>
                  <a:pt x="2972031" y="1305520"/>
                  <a:pt x="2971222" y="1305925"/>
                </a:cubicBezTo>
                <a:lnTo>
                  <a:pt x="2965149" y="1305925"/>
                </a:lnTo>
                <a:cubicBezTo>
                  <a:pt x="2964745" y="1305925"/>
                  <a:pt x="2964340" y="1305520"/>
                  <a:pt x="2963935" y="1305115"/>
                </a:cubicBezTo>
                <a:lnTo>
                  <a:pt x="2960697" y="1299853"/>
                </a:lnTo>
                <a:cubicBezTo>
                  <a:pt x="2960292" y="1299448"/>
                  <a:pt x="2960292" y="1299043"/>
                  <a:pt x="2960697" y="1298638"/>
                </a:cubicBezTo>
                <a:lnTo>
                  <a:pt x="2963935" y="1293376"/>
                </a:lnTo>
                <a:cubicBezTo>
                  <a:pt x="2964340" y="1292971"/>
                  <a:pt x="2964745" y="1292566"/>
                  <a:pt x="2965149" y="1292566"/>
                </a:cubicBezTo>
                <a:close/>
                <a:moveTo>
                  <a:pt x="3936294" y="1291757"/>
                </a:moveTo>
                <a:lnTo>
                  <a:pt x="3943176" y="1291757"/>
                </a:lnTo>
                <a:cubicBezTo>
                  <a:pt x="3943581" y="1291757"/>
                  <a:pt x="3943986" y="1291757"/>
                  <a:pt x="3944391" y="1292162"/>
                </a:cubicBezTo>
                <a:lnTo>
                  <a:pt x="3947629" y="1298234"/>
                </a:lnTo>
                <a:cubicBezTo>
                  <a:pt x="3948034" y="1298639"/>
                  <a:pt x="3948034" y="1299044"/>
                  <a:pt x="3947629" y="1299449"/>
                </a:cubicBezTo>
                <a:lnTo>
                  <a:pt x="3944391" y="1305521"/>
                </a:lnTo>
                <a:cubicBezTo>
                  <a:pt x="3944391" y="1305925"/>
                  <a:pt x="3943986" y="1306330"/>
                  <a:pt x="3943176" y="1305925"/>
                </a:cubicBezTo>
                <a:lnTo>
                  <a:pt x="3936294" y="1305925"/>
                </a:lnTo>
                <a:cubicBezTo>
                  <a:pt x="3935890" y="1305925"/>
                  <a:pt x="3935485" y="1305925"/>
                  <a:pt x="3935080" y="1305521"/>
                </a:cubicBezTo>
                <a:lnTo>
                  <a:pt x="3931842" y="1299449"/>
                </a:lnTo>
                <a:cubicBezTo>
                  <a:pt x="3931437" y="1299044"/>
                  <a:pt x="3931437" y="1298639"/>
                  <a:pt x="3931842" y="1298234"/>
                </a:cubicBezTo>
                <a:lnTo>
                  <a:pt x="3935080" y="1292162"/>
                </a:lnTo>
                <a:cubicBezTo>
                  <a:pt x="3935485" y="1292162"/>
                  <a:pt x="3935890" y="1291757"/>
                  <a:pt x="3936294" y="1291757"/>
                </a:cubicBezTo>
                <a:close/>
                <a:moveTo>
                  <a:pt x="3895408" y="1290947"/>
                </a:moveTo>
                <a:lnTo>
                  <a:pt x="3903505" y="1290947"/>
                </a:lnTo>
                <a:cubicBezTo>
                  <a:pt x="3903909" y="1290947"/>
                  <a:pt x="3904314" y="1291352"/>
                  <a:pt x="3904719" y="1291757"/>
                </a:cubicBezTo>
                <a:lnTo>
                  <a:pt x="3908767" y="1298639"/>
                </a:lnTo>
                <a:cubicBezTo>
                  <a:pt x="3909172" y="1299043"/>
                  <a:pt x="3909172" y="1299448"/>
                  <a:pt x="3908767" y="1299853"/>
                </a:cubicBezTo>
                <a:lnTo>
                  <a:pt x="3904719" y="1306735"/>
                </a:lnTo>
                <a:cubicBezTo>
                  <a:pt x="3904314" y="1307140"/>
                  <a:pt x="3903909" y="1307140"/>
                  <a:pt x="3903505" y="1307544"/>
                </a:cubicBezTo>
                <a:lnTo>
                  <a:pt x="3895408" y="1307544"/>
                </a:lnTo>
                <a:cubicBezTo>
                  <a:pt x="3895004" y="1307544"/>
                  <a:pt x="3894598" y="1307140"/>
                  <a:pt x="3894194" y="1306735"/>
                </a:cubicBezTo>
                <a:lnTo>
                  <a:pt x="3890146" y="1299853"/>
                </a:lnTo>
                <a:cubicBezTo>
                  <a:pt x="3889741" y="1299448"/>
                  <a:pt x="3889741" y="1299043"/>
                  <a:pt x="3890146" y="1298639"/>
                </a:cubicBezTo>
                <a:lnTo>
                  <a:pt x="3894194" y="1291757"/>
                </a:lnTo>
                <a:cubicBezTo>
                  <a:pt x="3894598" y="1291352"/>
                  <a:pt x="3895004" y="1290947"/>
                  <a:pt x="3895408" y="1290947"/>
                </a:cubicBezTo>
                <a:close/>
                <a:moveTo>
                  <a:pt x="2923858" y="1290947"/>
                </a:moveTo>
                <a:lnTo>
                  <a:pt x="2931955" y="1290947"/>
                </a:lnTo>
                <a:cubicBezTo>
                  <a:pt x="2932359" y="1290947"/>
                  <a:pt x="2932764" y="1291352"/>
                  <a:pt x="2933169" y="1291757"/>
                </a:cubicBezTo>
                <a:lnTo>
                  <a:pt x="2937217" y="1298639"/>
                </a:lnTo>
                <a:cubicBezTo>
                  <a:pt x="2937622" y="1299043"/>
                  <a:pt x="2937622" y="1299448"/>
                  <a:pt x="2937217" y="1299853"/>
                </a:cubicBezTo>
                <a:lnTo>
                  <a:pt x="2933169" y="1306735"/>
                </a:lnTo>
                <a:cubicBezTo>
                  <a:pt x="2932764" y="1307140"/>
                  <a:pt x="2932359" y="1307140"/>
                  <a:pt x="2931955" y="1307544"/>
                </a:cubicBezTo>
                <a:lnTo>
                  <a:pt x="2923858" y="1307544"/>
                </a:lnTo>
                <a:cubicBezTo>
                  <a:pt x="2923454" y="1307544"/>
                  <a:pt x="2923048" y="1307140"/>
                  <a:pt x="2922644" y="1306735"/>
                </a:cubicBezTo>
                <a:lnTo>
                  <a:pt x="2918596" y="1299853"/>
                </a:lnTo>
                <a:cubicBezTo>
                  <a:pt x="2918191" y="1299448"/>
                  <a:pt x="2918191" y="1299043"/>
                  <a:pt x="2918596" y="1298639"/>
                </a:cubicBezTo>
                <a:lnTo>
                  <a:pt x="2922644" y="1291757"/>
                </a:lnTo>
                <a:cubicBezTo>
                  <a:pt x="2923048" y="1291352"/>
                  <a:pt x="2923454" y="1290947"/>
                  <a:pt x="2923858" y="1290947"/>
                </a:cubicBezTo>
                <a:close/>
                <a:moveTo>
                  <a:pt x="2437678" y="1290947"/>
                </a:moveTo>
                <a:lnTo>
                  <a:pt x="2446179" y="1290947"/>
                </a:lnTo>
                <a:cubicBezTo>
                  <a:pt x="2446584" y="1290947"/>
                  <a:pt x="2446989" y="1290947"/>
                  <a:pt x="2447394" y="1291352"/>
                </a:cubicBezTo>
                <a:lnTo>
                  <a:pt x="2451442" y="1298639"/>
                </a:lnTo>
                <a:cubicBezTo>
                  <a:pt x="2451846" y="1299043"/>
                  <a:pt x="2451846" y="1299448"/>
                  <a:pt x="2451442" y="1299853"/>
                </a:cubicBezTo>
                <a:lnTo>
                  <a:pt x="2447394" y="1307140"/>
                </a:lnTo>
                <a:cubicBezTo>
                  <a:pt x="2446989" y="1307140"/>
                  <a:pt x="2446584" y="1307544"/>
                  <a:pt x="2446179" y="1307544"/>
                </a:cubicBezTo>
                <a:lnTo>
                  <a:pt x="2437678" y="1307544"/>
                </a:lnTo>
                <a:cubicBezTo>
                  <a:pt x="2437273" y="1307544"/>
                  <a:pt x="2436869" y="1307544"/>
                  <a:pt x="2436464" y="1307140"/>
                </a:cubicBezTo>
                <a:lnTo>
                  <a:pt x="2432416" y="1299853"/>
                </a:lnTo>
                <a:cubicBezTo>
                  <a:pt x="2432011" y="1299448"/>
                  <a:pt x="2432011" y="1299043"/>
                  <a:pt x="2432416" y="1298639"/>
                </a:cubicBezTo>
                <a:lnTo>
                  <a:pt x="2436464" y="1291352"/>
                </a:lnTo>
                <a:cubicBezTo>
                  <a:pt x="2436869" y="1291352"/>
                  <a:pt x="2437273" y="1290947"/>
                  <a:pt x="2437678" y="1290947"/>
                </a:cubicBezTo>
                <a:close/>
                <a:moveTo>
                  <a:pt x="2396793" y="1290138"/>
                </a:moveTo>
                <a:lnTo>
                  <a:pt x="2406103" y="1290138"/>
                </a:lnTo>
                <a:cubicBezTo>
                  <a:pt x="2406508" y="1290138"/>
                  <a:pt x="2406913" y="1290138"/>
                  <a:pt x="2407318" y="1290543"/>
                </a:cubicBezTo>
                <a:lnTo>
                  <a:pt x="2412176" y="1298639"/>
                </a:lnTo>
                <a:cubicBezTo>
                  <a:pt x="2412581" y="1299044"/>
                  <a:pt x="2412581" y="1299449"/>
                  <a:pt x="2412176" y="1299853"/>
                </a:cubicBezTo>
                <a:lnTo>
                  <a:pt x="2407318" y="1307950"/>
                </a:lnTo>
                <a:cubicBezTo>
                  <a:pt x="2407318" y="1308355"/>
                  <a:pt x="2406913" y="1308355"/>
                  <a:pt x="2406103" y="1308355"/>
                </a:cubicBezTo>
                <a:lnTo>
                  <a:pt x="2396793" y="1308355"/>
                </a:lnTo>
                <a:cubicBezTo>
                  <a:pt x="2396388" y="1308355"/>
                  <a:pt x="2395983" y="1308355"/>
                  <a:pt x="2395578" y="1307950"/>
                </a:cubicBezTo>
                <a:lnTo>
                  <a:pt x="2390721" y="1299853"/>
                </a:lnTo>
                <a:cubicBezTo>
                  <a:pt x="2390316" y="1299449"/>
                  <a:pt x="2390316" y="1299044"/>
                  <a:pt x="2390721" y="1298639"/>
                </a:cubicBezTo>
                <a:lnTo>
                  <a:pt x="2395578" y="1290543"/>
                </a:lnTo>
                <a:cubicBezTo>
                  <a:pt x="2395983" y="1290543"/>
                  <a:pt x="2396388" y="1290138"/>
                  <a:pt x="2396793" y="1290138"/>
                </a:cubicBezTo>
                <a:close/>
                <a:moveTo>
                  <a:pt x="2842086" y="1289733"/>
                </a:moveTo>
                <a:lnTo>
                  <a:pt x="2851397" y="1289733"/>
                </a:lnTo>
                <a:cubicBezTo>
                  <a:pt x="2851801" y="1289733"/>
                  <a:pt x="2852206" y="1290138"/>
                  <a:pt x="2852611" y="1290543"/>
                </a:cubicBezTo>
                <a:lnTo>
                  <a:pt x="2857469" y="1298639"/>
                </a:lnTo>
                <a:cubicBezTo>
                  <a:pt x="2857874" y="1299044"/>
                  <a:pt x="2857874" y="1299449"/>
                  <a:pt x="2857469" y="1299853"/>
                </a:cubicBezTo>
                <a:lnTo>
                  <a:pt x="2852611" y="1307950"/>
                </a:lnTo>
                <a:cubicBezTo>
                  <a:pt x="2852611" y="1307950"/>
                  <a:pt x="2852206" y="1308355"/>
                  <a:pt x="2851397" y="1308759"/>
                </a:cubicBezTo>
                <a:lnTo>
                  <a:pt x="2842086" y="1308759"/>
                </a:lnTo>
                <a:cubicBezTo>
                  <a:pt x="2841681" y="1308759"/>
                  <a:pt x="2841276" y="1308355"/>
                  <a:pt x="2840872" y="1307950"/>
                </a:cubicBezTo>
                <a:lnTo>
                  <a:pt x="2836014" y="1299853"/>
                </a:lnTo>
                <a:cubicBezTo>
                  <a:pt x="2835609" y="1299449"/>
                  <a:pt x="2835609" y="1299044"/>
                  <a:pt x="2836014" y="1298639"/>
                </a:cubicBezTo>
                <a:lnTo>
                  <a:pt x="2840872" y="1290543"/>
                </a:lnTo>
                <a:cubicBezTo>
                  <a:pt x="2841276" y="1290138"/>
                  <a:pt x="2841681" y="1289733"/>
                  <a:pt x="2842086" y="1289733"/>
                </a:cubicBezTo>
                <a:close/>
                <a:moveTo>
                  <a:pt x="2477350" y="1289733"/>
                </a:moveTo>
                <a:lnTo>
                  <a:pt x="2487065" y="1289733"/>
                </a:lnTo>
                <a:cubicBezTo>
                  <a:pt x="2487470" y="1289733"/>
                  <a:pt x="2487875" y="1290138"/>
                  <a:pt x="2488280" y="1290543"/>
                </a:cubicBezTo>
                <a:lnTo>
                  <a:pt x="2493137" y="1298639"/>
                </a:lnTo>
                <a:cubicBezTo>
                  <a:pt x="2493542" y="1299044"/>
                  <a:pt x="2493542" y="1299449"/>
                  <a:pt x="2493137" y="1299853"/>
                </a:cubicBezTo>
                <a:lnTo>
                  <a:pt x="2488280" y="1307950"/>
                </a:lnTo>
                <a:cubicBezTo>
                  <a:pt x="2488280" y="1308355"/>
                  <a:pt x="2487875" y="1308355"/>
                  <a:pt x="2487065" y="1308759"/>
                </a:cubicBezTo>
                <a:lnTo>
                  <a:pt x="2477350" y="1308759"/>
                </a:lnTo>
                <a:cubicBezTo>
                  <a:pt x="2476945" y="1308759"/>
                  <a:pt x="2476540" y="1308355"/>
                  <a:pt x="2476135" y="1307950"/>
                </a:cubicBezTo>
                <a:lnTo>
                  <a:pt x="2471278" y="1299853"/>
                </a:lnTo>
                <a:cubicBezTo>
                  <a:pt x="2470873" y="1299449"/>
                  <a:pt x="2470873" y="1299044"/>
                  <a:pt x="2471278" y="1298639"/>
                </a:cubicBezTo>
                <a:lnTo>
                  <a:pt x="2476135" y="1290543"/>
                </a:lnTo>
                <a:cubicBezTo>
                  <a:pt x="2476540" y="1290138"/>
                  <a:pt x="2476945" y="1289733"/>
                  <a:pt x="2477350" y="1289733"/>
                </a:cubicBezTo>
                <a:close/>
                <a:moveTo>
                  <a:pt x="2356311" y="1289733"/>
                </a:moveTo>
                <a:lnTo>
                  <a:pt x="2365622" y="1289733"/>
                </a:lnTo>
                <a:cubicBezTo>
                  <a:pt x="2366027" y="1289733"/>
                  <a:pt x="2366431" y="1289733"/>
                  <a:pt x="2366836" y="1290138"/>
                </a:cubicBezTo>
                <a:lnTo>
                  <a:pt x="2371289" y="1298234"/>
                </a:lnTo>
                <a:cubicBezTo>
                  <a:pt x="2371694" y="1298639"/>
                  <a:pt x="2371694" y="1299044"/>
                  <a:pt x="2371289" y="1299449"/>
                </a:cubicBezTo>
                <a:lnTo>
                  <a:pt x="2366836" y="1307545"/>
                </a:lnTo>
                <a:cubicBezTo>
                  <a:pt x="2366431" y="1307950"/>
                  <a:pt x="2366027" y="1308355"/>
                  <a:pt x="2365622" y="1307950"/>
                </a:cubicBezTo>
                <a:lnTo>
                  <a:pt x="2356311" y="1307950"/>
                </a:lnTo>
                <a:cubicBezTo>
                  <a:pt x="2355906" y="1307950"/>
                  <a:pt x="2355501" y="1307950"/>
                  <a:pt x="2355097" y="1307545"/>
                </a:cubicBezTo>
                <a:lnTo>
                  <a:pt x="2350644" y="1299449"/>
                </a:lnTo>
                <a:cubicBezTo>
                  <a:pt x="2350239" y="1299044"/>
                  <a:pt x="2350239" y="1298639"/>
                  <a:pt x="2350644" y="1298234"/>
                </a:cubicBezTo>
                <a:lnTo>
                  <a:pt x="2355097" y="1290138"/>
                </a:lnTo>
                <a:cubicBezTo>
                  <a:pt x="2355501" y="1290138"/>
                  <a:pt x="2355906" y="1289733"/>
                  <a:pt x="2356311" y="1289733"/>
                </a:cubicBezTo>
                <a:close/>
                <a:moveTo>
                  <a:pt x="3448899" y="1289328"/>
                </a:moveTo>
                <a:lnTo>
                  <a:pt x="3459424" y="1289328"/>
                </a:lnTo>
                <a:cubicBezTo>
                  <a:pt x="3459830" y="1289328"/>
                  <a:pt x="3460234" y="1289328"/>
                  <a:pt x="3460639" y="1289733"/>
                </a:cubicBezTo>
                <a:lnTo>
                  <a:pt x="3465902" y="1298639"/>
                </a:lnTo>
                <a:cubicBezTo>
                  <a:pt x="3466307" y="1299043"/>
                  <a:pt x="3466307" y="1299448"/>
                  <a:pt x="3465902" y="1299853"/>
                </a:cubicBezTo>
                <a:lnTo>
                  <a:pt x="3460639" y="1308759"/>
                </a:lnTo>
                <a:cubicBezTo>
                  <a:pt x="3460234" y="1309164"/>
                  <a:pt x="3459830" y="1309164"/>
                  <a:pt x="3459424" y="1309164"/>
                </a:cubicBezTo>
                <a:lnTo>
                  <a:pt x="3448899" y="1309164"/>
                </a:lnTo>
                <a:cubicBezTo>
                  <a:pt x="3448495" y="1309164"/>
                  <a:pt x="3448090" y="1309164"/>
                  <a:pt x="3447685" y="1308759"/>
                </a:cubicBezTo>
                <a:lnTo>
                  <a:pt x="3442423" y="1299853"/>
                </a:lnTo>
                <a:cubicBezTo>
                  <a:pt x="3442018" y="1299448"/>
                  <a:pt x="3442018" y="1299043"/>
                  <a:pt x="3442423" y="1298639"/>
                </a:cubicBezTo>
                <a:lnTo>
                  <a:pt x="3447685" y="1289733"/>
                </a:lnTo>
                <a:cubicBezTo>
                  <a:pt x="3448090" y="1289733"/>
                  <a:pt x="3448495" y="1289328"/>
                  <a:pt x="3448899" y="1289328"/>
                </a:cubicBezTo>
                <a:close/>
                <a:moveTo>
                  <a:pt x="2882567" y="1289328"/>
                </a:moveTo>
                <a:lnTo>
                  <a:pt x="2891878" y="1289328"/>
                </a:lnTo>
                <a:cubicBezTo>
                  <a:pt x="2892282" y="1289328"/>
                  <a:pt x="2892687" y="1289733"/>
                  <a:pt x="2893092" y="1290138"/>
                </a:cubicBezTo>
                <a:lnTo>
                  <a:pt x="2897545" y="1298234"/>
                </a:lnTo>
                <a:cubicBezTo>
                  <a:pt x="2897950" y="1298639"/>
                  <a:pt x="2897950" y="1299043"/>
                  <a:pt x="2897545" y="1299448"/>
                </a:cubicBezTo>
                <a:lnTo>
                  <a:pt x="2893092" y="1307545"/>
                </a:lnTo>
                <a:cubicBezTo>
                  <a:pt x="2892687" y="1307949"/>
                  <a:pt x="2892282" y="1308354"/>
                  <a:pt x="2891878" y="1308354"/>
                </a:cubicBezTo>
                <a:lnTo>
                  <a:pt x="2882567" y="1308354"/>
                </a:lnTo>
                <a:cubicBezTo>
                  <a:pt x="2882162" y="1308354"/>
                  <a:pt x="2881757" y="1307949"/>
                  <a:pt x="2881353" y="1307545"/>
                </a:cubicBezTo>
                <a:lnTo>
                  <a:pt x="2876900" y="1299448"/>
                </a:lnTo>
                <a:cubicBezTo>
                  <a:pt x="2876495" y="1299043"/>
                  <a:pt x="2876495" y="1298639"/>
                  <a:pt x="2876900" y="1298234"/>
                </a:cubicBezTo>
                <a:lnTo>
                  <a:pt x="2881353" y="1290138"/>
                </a:lnTo>
                <a:cubicBezTo>
                  <a:pt x="2881757" y="1289733"/>
                  <a:pt x="2882162" y="1289328"/>
                  <a:pt x="2882567" y="1289328"/>
                </a:cubicBezTo>
                <a:close/>
                <a:moveTo>
                  <a:pt x="2801605" y="1289328"/>
                </a:moveTo>
                <a:lnTo>
                  <a:pt x="2811320" y="1289328"/>
                </a:lnTo>
                <a:cubicBezTo>
                  <a:pt x="2811725" y="1289328"/>
                  <a:pt x="2812130" y="1289733"/>
                  <a:pt x="2812535" y="1290138"/>
                </a:cubicBezTo>
                <a:lnTo>
                  <a:pt x="2817393" y="1298639"/>
                </a:lnTo>
                <a:cubicBezTo>
                  <a:pt x="2817797" y="1299043"/>
                  <a:pt x="2817797" y="1299448"/>
                  <a:pt x="2817393" y="1299853"/>
                </a:cubicBezTo>
                <a:lnTo>
                  <a:pt x="2812535" y="1308354"/>
                </a:lnTo>
                <a:cubicBezTo>
                  <a:pt x="2812130" y="1308759"/>
                  <a:pt x="2811725" y="1308759"/>
                  <a:pt x="2811320" y="1309164"/>
                </a:cubicBezTo>
                <a:lnTo>
                  <a:pt x="2801605" y="1309164"/>
                </a:lnTo>
                <a:cubicBezTo>
                  <a:pt x="2801200" y="1309164"/>
                  <a:pt x="2800795" y="1308759"/>
                  <a:pt x="2800391" y="1308354"/>
                </a:cubicBezTo>
                <a:lnTo>
                  <a:pt x="2795533" y="1299853"/>
                </a:lnTo>
                <a:cubicBezTo>
                  <a:pt x="2795128" y="1299448"/>
                  <a:pt x="2795128" y="1299043"/>
                  <a:pt x="2795533" y="1298639"/>
                </a:cubicBezTo>
                <a:lnTo>
                  <a:pt x="2800391" y="1290138"/>
                </a:lnTo>
                <a:cubicBezTo>
                  <a:pt x="2800795" y="1289733"/>
                  <a:pt x="2801200" y="1289328"/>
                  <a:pt x="2801605" y="1289328"/>
                </a:cubicBezTo>
                <a:close/>
                <a:moveTo>
                  <a:pt x="3570343" y="1288923"/>
                </a:moveTo>
                <a:lnTo>
                  <a:pt x="3580464" y="1288923"/>
                </a:lnTo>
                <a:cubicBezTo>
                  <a:pt x="3580868" y="1288923"/>
                  <a:pt x="3581274" y="1289328"/>
                  <a:pt x="3581678" y="1289733"/>
                </a:cubicBezTo>
                <a:lnTo>
                  <a:pt x="3586941" y="1298639"/>
                </a:lnTo>
                <a:cubicBezTo>
                  <a:pt x="3587346" y="1299043"/>
                  <a:pt x="3587346" y="1299448"/>
                  <a:pt x="3586941" y="1299853"/>
                </a:cubicBezTo>
                <a:lnTo>
                  <a:pt x="3581678" y="1308759"/>
                </a:lnTo>
                <a:cubicBezTo>
                  <a:pt x="3581678" y="1308759"/>
                  <a:pt x="3581274" y="1309164"/>
                  <a:pt x="3580464" y="1309164"/>
                </a:cubicBezTo>
                <a:lnTo>
                  <a:pt x="3570343" y="1309164"/>
                </a:lnTo>
                <a:cubicBezTo>
                  <a:pt x="3569939" y="1309164"/>
                  <a:pt x="3569534" y="1309164"/>
                  <a:pt x="3569129" y="1308759"/>
                </a:cubicBezTo>
                <a:lnTo>
                  <a:pt x="3563867" y="1299853"/>
                </a:lnTo>
                <a:cubicBezTo>
                  <a:pt x="3563462" y="1299448"/>
                  <a:pt x="3563462" y="1299043"/>
                  <a:pt x="3563867" y="1298639"/>
                </a:cubicBezTo>
                <a:lnTo>
                  <a:pt x="3569129" y="1289733"/>
                </a:lnTo>
                <a:cubicBezTo>
                  <a:pt x="3569534" y="1289328"/>
                  <a:pt x="3569939" y="1288923"/>
                  <a:pt x="3570343" y="1288923"/>
                </a:cubicBezTo>
                <a:close/>
                <a:moveTo>
                  <a:pt x="3610824" y="1288518"/>
                </a:moveTo>
                <a:lnTo>
                  <a:pt x="3620945" y="1288518"/>
                </a:lnTo>
                <a:cubicBezTo>
                  <a:pt x="3621349" y="1288518"/>
                  <a:pt x="3621755" y="1288923"/>
                  <a:pt x="3622159" y="1289328"/>
                </a:cubicBezTo>
                <a:lnTo>
                  <a:pt x="3627422" y="1298234"/>
                </a:lnTo>
                <a:cubicBezTo>
                  <a:pt x="3627827" y="1298638"/>
                  <a:pt x="3627827" y="1299043"/>
                  <a:pt x="3627422" y="1299448"/>
                </a:cubicBezTo>
                <a:lnTo>
                  <a:pt x="3622159" y="1308354"/>
                </a:lnTo>
                <a:cubicBezTo>
                  <a:pt x="3622159" y="1308759"/>
                  <a:pt x="3621755" y="1309163"/>
                  <a:pt x="3620945" y="1308354"/>
                </a:cubicBezTo>
                <a:lnTo>
                  <a:pt x="3610824" y="1308354"/>
                </a:lnTo>
                <a:cubicBezTo>
                  <a:pt x="3610420" y="1308354"/>
                  <a:pt x="3610015" y="1308354"/>
                  <a:pt x="3609610" y="1307949"/>
                </a:cubicBezTo>
                <a:lnTo>
                  <a:pt x="3604348" y="1299043"/>
                </a:lnTo>
                <a:cubicBezTo>
                  <a:pt x="3603943" y="1298638"/>
                  <a:pt x="3603943" y="1298234"/>
                  <a:pt x="3604348" y="1297829"/>
                </a:cubicBezTo>
                <a:lnTo>
                  <a:pt x="3609610" y="1288923"/>
                </a:lnTo>
                <a:cubicBezTo>
                  <a:pt x="3610015" y="1288923"/>
                  <a:pt x="3610420" y="1288518"/>
                  <a:pt x="3610824" y="1288518"/>
                </a:cubicBezTo>
                <a:close/>
                <a:moveTo>
                  <a:pt x="2760718" y="1288518"/>
                </a:moveTo>
                <a:lnTo>
                  <a:pt x="2771243" y="1288518"/>
                </a:lnTo>
                <a:cubicBezTo>
                  <a:pt x="2771649" y="1288518"/>
                  <a:pt x="2772053" y="1288518"/>
                  <a:pt x="2772458" y="1288923"/>
                </a:cubicBezTo>
                <a:lnTo>
                  <a:pt x="2777721" y="1298234"/>
                </a:lnTo>
                <a:cubicBezTo>
                  <a:pt x="2778126" y="1298638"/>
                  <a:pt x="2778126" y="1299043"/>
                  <a:pt x="2777721" y="1299448"/>
                </a:cubicBezTo>
                <a:lnTo>
                  <a:pt x="2772458" y="1308759"/>
                </a:lnTo>
                <a:cubicBezTo>
                  <a:pt x="2772053" y="1309163"/>
                  <a:pt x="2771649" y="1309568"/>
                  <a:pt x="2771243" y="1309163"/>
                </a:cubicBezTo>
                <a:lnTo>
                  <a:pt x="2760718" y="1309163"/>
                </a:lnTo>
                <a:cubicBezTo>
                  <a:pt x="2760314" y="1309163"/>
                  <a:pt x="2759909" y="1309163"/>
                  <a:pt x="2759504" y="1308759"/>
                </a:cubicBezTo>
                <a:lnTo>
                  <a:pt x="2754242" y="1299448"/>
                </a:lnTo>
                <a:cubicBezTo>
                  <a:pt x="2753837" y="1299043"/>
                  <a:pt x="2753837" y="1298638"/>
                  <a:pt x="2754242" y="1298234"/>
                </a:cubicBezTo>
                <a:lnTo>
                  <a:pt x="2759504" y="1288923"/>
                </a:lnTo>
                <a:cubicBezTo>
                  <a:pt x="2759909" y="1288923"/>
                  <a:pt x="2760314" y="1288518"/>
                  <a:pt x="2760718" y="1288518"/>
                </a:cubicBezTo>
                <a:close/>
                <a:moveTo>
                  <a:pt x="2517427" y="1288114"/>
                </a:moveTo>
                <a:lnTo>
                  <a:pt x="2528357" y="1288114"/>
                </a:lnTo>
                <a:cubicBezTo>
                  <a:pt x="2528761" y="1288114"/>
                  <a:pt x="2529166" y="1288519"/>
                  <a:pt x="2529571" y="1288923"/>
                </a:cubicBezTo>
                <a:lnTo>
                  <a:pt x="2534834" y="1298234"/>
                </a:lnTo>
                <a:cubicBezTo>
                  <a:pt x="2535238" y="1298639"/>
                  <a:pt x="2535238" y="1299044"/>
                  <a:pt x="2534834" y="1299449"/>
                </a:cubicBezTo>
                <a:lnTo>
                  <a:pt x="2529571" y="1308759"/>
                </a:lnTo>
                <a:cubicBezTo>
                  <a:pt x="2529166" y="1309164"/>
                  <a:pt x="2528761" y="1309569"/>
                  <a:pt x="2528357" y="1309569"/>
                </a:cubicBezTo>
                <a:lnTo>
                  <a:pt x="2517427" y="1309569"/>
                </a:lnTo>
                <a:cubicBezTo>
                  <a:pt x="2517022" y="1309569"/>
                  <a:pt x="2516617" y="1309164"/>
                  <a:pt x="2516212" y="1308759"/>
                </a:cubicBezTo>
                <a:lnTo>
                  <a:pt x="2510950" y="1299449"/>
                </a:lnTo>
                <a:cubicBezTo>
                  <a:pt x="2510545" y="1299044"/>
                  <a:pt x="2510545" y="1298639"/>
                  <a:pt x="2510950" y="1298234"/>
                </a:cubicBezTo>
                <a:lnTo>
                  <a:pt x="2516212" y="1288923"/>
                </a:lnTo>
                <a:cubicBezTo>
                  <a:pt x="2516617" y="1288519"/>
                  <a:pt x="2517022" y="1288114"/>
                  <a:pt x="2517427" y="1288114"/>
                </a:cubicBezTo>
                <a:close/>
                <a:moveTo>
                  <a:pt x="3488571" y="1287709"/>
                </a:moveTo>
                <a:lnTo>
                  <a:pt x="3500311" y="1287709"/>
                </a:lnTo>
                <a:cubicBezTo>
                  <a:pt x="3500716" y="1287709"/>
                  <a:pt x="3501120" y="1288114"/>
                  <a:pt x="3501525" y="1288519"/>
                </a:cubicBezTo>
                <a:lnTo>
                  <a:pt x="3507597" y="1298639"/>
                </a:lnTo>
                <a:cubicBezTo>
                  <a:pt x="3508002" y="1299044"/>
                  <a:pt x="3508002" y="1299449"/>
                  <a:pt x="3507597" y="1299853"/>
                </a:cubicBezTo>
                <a:lnTo>
                  <a:pt x="3501525" y="1309974"/>
                </a:lnTo>
                <a:cubicBezTo>
                  <a:pt x="3501525" y="1310379"/>
                  <a:pt x="3501120" y="1310379"/>
                  <a:pt x="3500311" y="1310783"/>
                </a:cubicBezTo>
                <a:lnTo>
                  <a:pt x="3488571" y="1310783"/>
                </a:lnTo>
                <a:cubicBezTo>
                  <a:pt x="3488167" y="1310783"/>
                  <a:pt x="3487761" y="1310379"/>
                  <a:pt x="3487357" y="1309974"/>
                </a:cubicBezTo>
                <a:lnTo>
                  <a:pt x="3481285" y="1299853"/>
                </a:lnTo>
                <a:cubicBezTo>
                  <a:pt x="3480880" y="1299449"/>
                  <a:pt x="3480880" y="1299044"/>
                  <a:pt x="3481285" y="1298639"/>
                </a:cubicBezTo>
                <a:lnTo>
                  <a:pt x="3487357" y="1288519"/>
                </a:lnTo>
                <a:cubicBezTo>
                  <a:pt x="3487761" y="1288114"/>
                  <a:pt x="3488167" y="1287709"/>
                  <a:pt x="3488571" y="1287709"/>
                </a:cubicBezTo>
                <a:close/>
                <a:moveTo>
                  <a:pt x="3650496" y="1286899"/>
                </a:moveTo>
                <a:lnTo>
                  <a:pt x="3662641" y="1286899"/>
                </a:lnTo>
                <a:cubicBezTo>
                  <a:pt x="3663045" y="1286899"/>
                  <a:pt x="3663450" y="1287304"/>
                  <a:pt x="3663855" y="1287709"/>
                </a:cubicBezTo>
                <a:lnTo>
                  <a:pt x="3669927" y="1298234"/>
                </a:lnTo>
                <a:cubicBezTo>
                  <a:pt x="3670332" y="1298639"/>
                  <a:pt x="3670332" y="1299043"/>
                  <a:pt x="3669927" y="1299448"/>
                </a:cubicBezTo>
                <a:lnTo>
                  <a:pt x="3663855" y="1309973"/>
                </a:lnTo>
                <a:cubicBezTo>
                  <a:pt x="3663450" y="1310378"/>
                  <a:pt x="3663045" y="1310783"/>
                  <a:pt x="3662641" y="1310783"/>
                </a:cubicBezTo>
                <a:lnTo>
                  <a:pt x="3650496" y="1310783"/>
                </a:lnTo>
                <a:cubicBezTo>
                  <a:pt x="3650092" y="1310783"/>
                  <a:pt x="3649686" y="1310378"/>
                  <a:pt x="3649282" y="1309973"/>
                </a:cubicBezTo>
                <a:lnTo>
                  <a:pt x="3643210" y="1299448"/>
                </a:lnTo>
                <a:cubicBezTo>
                  <a:pt x="3642805" y="1299043"/>
                  <a:pt x="3642805" y="1298639"/>
                  <a:pt x="3643210" y="1298234"/>
                </a:cubicBezTo>
                <a:lnTo>
                  <a:pt x="3649282" y="1287709"/>
                </a:lnTo>
                <a:cubicBezTo>
                  <a:pt x="3649686" y="1287304"/>
                  <a:pt x="3650092" y="1286899"/>
                  <a:pt x="3650496" y="1286899"/>
                </a:cubicBezTo>
                <a:close/>
                <a:moveTo>
                  <a:pt x="2557098" y="1286494"/>
                </a:moveTo>
                <a:lnTo>
                  <a:pt x="2570052" y="1286494"/>
                </a:lnTo>
                <a:cubicBezTo>
                  <a:pt x="2570457" y="1286494"/>
                  <a:pt x="2570862" y="1286494"/>
                  <a:pt x="2571266" y="1286899"/>
                </a:cubicBezTo>
                <a:lnTo>
                  <a:pt x="2577744" y="1298234"/>
                </a:lnTo>
                <a:cubicBezTo>
                  <a:pt x="2578148" y="1298638"/>
                  <a:pt x="2578148" y="1299043"/>
                  <a:pt x="2577744" y="1299448"/>
                </a:cubicBezTo>
                <a:lnTo>
                  <a:pt x="2571266" y="1310783"/>
                </a:lnTo>
                <a:cubicBezTo>
                  <a:pt x="2570862" y="1311187"/>
                  <a:pt x="2570457" y="1311592"/>
                  <a:pt x="2570052" y="1311187"/>
                </a:cubicBezTo>
                <a:lnTo>
                  <a:pt x="2557098" y="1311187"/>
                </a:lnTo>
                <a:cubicBezTo>
                  <a:pt x="2556693" y="1311187"/>
                  <a:pt x="2556289" y="1311187"/>
                  <a:pt x="2555884" y="1310783"/>
                </a:cubicBezTo>
                <a:lnTo>
                  <a:pt x="2549407" y="1299448"/>
                </a:lnTo>
                <a:cubicBezTo>
                  <a:pt x="2549002" y="1299043"/>
                  <a:pt x="2549002" y="1298638"/>
                  <a:pt x="2549407" y="1298234"/>
                </a:cubicBezTo>
                <a:lnTo>
                  <a:pt x="2555884" y="1286899"/>
                </a:lnTo>
                <a:cubicBezTo>
                  <a:pt x="2556289" y="1286899"/>
                  <a:pt x="2556693" y="1286494"/>
                  <a:pt x="2557098" y="1286494"/>
                </a:cubicBezTo>
                <a:close/>
                <a:moveTo>
                  <a:pt x="3689764" y="1286089"/>
                </a:moveTo>
                <a:lnTo>
                  <a:pt x="3703932" y="1286089"/>
                </a:lnTo>
                <a:cubicBezTo>
                  <a:pt x="3704337" y="1286089"/>
                  <a:pt x="3704742" y="1286089"/>
                  <a:pt x="3705147" y="1286494"/>
                </a:cubicBezTo>
                <a:lnTo>
                  <a:pt x="3712028" y="1298638"/>
                </a:lnTo>
                <a:cubicBezTo>
                  <a:pt x="3712433" y="1299043"/>
                  <a:pt x="3712433" y="1299448"/>
                  <a:pt x="3712028" y="1299852"/>
                </a:cubicBezTo>
                <a:lnTo>
                  <a:pt x="3705147" y="1311997"/>
                </a:lnTo>
                <a:cubicBezTo>
                  <a:pt x="3704742" y="1311997"/>
                  <a:pt x="3704337" y="1312402"/>
                  <a:pt x="3703932" y="1312807"/>
                </a:cubicBezTo>
                <a:lnTo>
                  <a:pt x="3689764" y="1312807"/>
                </a:lnTo>
                <a:cubicBezTo>
                  <a:pt x="3689359" y="1312807"/>
                  <a:pt x="3688954" y="1312402"/>
                  <a:pt x="3688550" y="1311997"/>
                </a:cubicBezTo>
                <a:lnTo>
                  <a:pt x="3681668" y="1299852"/>
                </a:lnTo>
                <a:cubicBezTo>
                  <a:pt x="3681263" y="1299448"/>
                  <a:pt x="3681263" y="1299043"/>
                  <a:pt x="3681668" y="1298638"/>
                </a:cubicBezTo>
                <a:lnTo>
                  <a:pt x="3688550" y="1286494"/>
                </a:lnTo>
                <a:cubicBezTo>
                  <a:pt x="3688954" y="1286494"/>
                  <a:pt x="3689359" y="1286089"/>
                  <a:pt x="3689764" y="1286089"/>
                </a:cubicBezTo>
                <a:close/>
                <a:moveTo>
                  <a:pt x="2718213" y="1285684"/>
                </a:moveTo>
                <a:lnTo>
                  <a:pt x="2732787" y="1285684"/>
                </a:lnTo>
                <a:cubicBezTo>
                  <a:pt x="2733192" y="1285684"/>
                  <a:pt x="2733597" y="1285684"/>
                  <a:pt x="2734001" y="1286089"/>
                </a:cubicBezTo>
                <a:lnTo>
                  <a:pt x="2741288" y="1298638"/>
                </a:lnTo>
                <a:cubicBezTo>
                  <a:pt x="2741693" y="1299043"/>
                  <a:pt x="2741693" y="1299448"/>
                  <a:pt x="2741288" y="1299852"/>
                </a:cubicBezTo>
                <a:lnTo>
                  <a:pt x="2734001" y="1312402"/>
                </a:lnTo>
                <a:cubicBezTo>
                  <a:pt x="2733597" y="1312806"/>
                  <a:pt x="2733192" y="1312806"/>
                  <a:pt x="2732787" y="1312806"/>
                </a:cubicBezTo>
                <a:lnTo>
                  <a:pt x="2718213" y="1312806"/>
                </a:lnTo>
                <a:cubicBezTo>
                  <a:pt x="2717809" y="1312806"/>
                  <a:pt x="2717404" y="1312806"/>
                  <a:pt x="2716999" y="1312402"/>
                </a:cubicBezTo>
                <a:lnTo>
                  <a:pt x="2709713" y="1299852"/>
                </a:lnTo>
                <a:cubicBezTo>
                  <a:pt x="2709308" y="1299448"/>
                  <a:pt x="2709308" y="1299043"/>
                  <a:pt x="2709713" y="1298638"/>
                </a:cubicBezTo>
                <a:lnTo>
                  <a:pt x="2716999" y="1286089"/>
                </a:lnTo>
                <a:cubicBezTo>
                  <a:pt x="2717404" y="1286089"/>
                  <a:pt x="2717809" y="1285684"/>
                  <a:pt x="2718213" y="1285684"/>
                </a:cubicBezTo>
                <a:close/>
                <a:moveTo>
                  <a:pt x="2636846" y="1285280"/>
                </a:moveTo>
                <a:lnTo>
                  <a:pt x="2651825" y="1285280"/>
                </a:lnTo>
                <a:cubicBezTo>
                  <a:pt x="2652229" y="1285280"/>
                  <a:pt x="2652634" y="1285280"/>
                  <a:pt x="2653039" y="1285685"/>
                </a:cubicBezTo>
                <a:lnTo>
                  <a:pt x="2660730" y="1298639"/>
                </a:lnTo>
                <a:cubicBezTo>
                  <a:pt x="2661135" y="1299043"/>
                  <a:pt x="2661135" y="1299448"/>
                  <a:pt x="2660730" y="1299853"/>
                </a:cubicBezTo>
                <a:lnTo>
                  <a:pt x="2653039" y="1312807"/>
                </a:lnTo>
                <a:cubicBezTo>
                  <a:pt x="2653039" y="1313212"/>
                  <a:pt x="2652634" y="1313212"/>
                  <a:pt x="2651825" y="1313212"/>
                </a:cubicBezTo>
                <a:lnTo>
                  <a:pt x="2636846" y="1313212"/>
                </a:lnTo>
                <a:cubicBezTo>
                  <a:pt x="2636442" y="1313212"/>
                  <a:pt x="2636037" y="1313212"/>
                  <a:pt x="2635632" y="1312807"/>
                </a:cubicBezTo>
                <a:lnTo>
                  <a:pt x="2627941" y="1299853"/>
                </a:lnTo>
                <a:cubicBezTo>
                  <a:pt x="2627536" y="1299448"/>
                  <a:pt x="2627536" y="1299043"/>
                  <a:pt x="2627941" y="1298639"/>
                </a:cubicBezTo>
                <a:lnTo>
                  <a:pt x="2635632" y="1285685"/>
                </a:lnTo>
                <a:cubicBezTo>
                  <a:pt x="2636037" y="1285685"/>
                  <a:pt x="2636442" y="1285280"/>
                  <a:pt x="2636846" y="1285280"/>
                </a:cubicBezTo>
                <a:close/>
                <a:moveTo>
                  <a:pt x="2596770" y="1285280"/>
                </a:moveTo>
                <a:lnTo>
                  <a:pt x="2611343" y="1285280"/>
                </a:lnTo>
                <a:cubicBezTo>
                  <a:pt x="2611748" y="1285280"/>
                  <a:pt x="2612153" y="1285685"/>
                  <a:pt x="2612557" y="1286090"/>
                </a:cubicBezTo>
                <a:lnTo>
                  <a:pt x="2619844" y="1298639"/>
                </a:lnTo>
                <a:cubicBezTo>
                  <a:pt x="2620249" y="1299043"/>
                  <a:pt x="2620249" y="1299448"/>
                  <a:pt x="2619844" y="1299853"/>
                </a:cubicBezTo>
                <a:lnTo>
                  <a:pt x="2612557" y="1312402"/>
                </a:lnTo>
                <a:cubicBezTo>
                  <a:pt x="2612153" y="1312807"/>
                  <a:pt x="2611748" y="1312807"/>
                  <a:pt x="2611343" y="1313212"/>
                </a:cubicBezTo>
                <a:lnTo>
                  <a:pt x="2596770" y="1313212"/>
                </a:lnTo>
                <a:cubicBezTo>
                  <a:pt x="2596365" y="1313212"/>
                  <a:pt x="2595960" y="1312807"/>
                  <a:pt x="2595555" y="1312402"/>
                </a:cubicBezTo>
                <a:lnTo>
                  <a:pt x="2588269" y="1299853"/>
                </a:lnTo>
                <a:cubicBezTo>
                  <a:pt x="2587864" y="1299448"/>
                  <a:pt x="2587864" y="1299043"/>
                  <a:pt x="2588269" y="1298639"/>
                </a:cubicBezTo>
                <a:lnTo>
                  <a:pt x="2595555" y="1286090"/>
                </a:lnTo>
                <a:cubicBezTo>
                  <a:pt x="2595960" y="1285685"/>
                  <a:pt x="2596365" y="1285280"/>
                  <a:pt x="2596770" y="1285280"/>
                </a:cubicBezTo>
                <a:close/>
                <a:moveTo>
                  <a:pt x="3527433" y="1284875"/>
                </a:moveTo>
                <a:lnTo>
                  <a:pt x="3542007" y="1284875"/>
                </a:lnTo>
                <a:cubicBezTo>
                  <a:pt x="3542411" y="1284875"/>
                  <a:pt x="3542817" y="1285280"/>
                  <a:pt x="3543221" y="1285685"/>
                </a:cubicBezTo>
                <a:lnTo>
                  <a:pt x="3550508" y="1298234"/>
                </a:lnTo>
                <a:cubicBezTo>
                  <a:pt x="3550913" y="1298639"/>
                  <a:pt x="3550913" y="1299043"/>
                  <a:pt x="3550508" y="1299448"/>
                </a:cubicBezTo>
                <a:lnTo>
                  <a:pt x="3543221" y="1311997"/>
                </a:lnTo>
                <a:cubicBezTo>
                  <a:pt x="3543221" y="1312402"/>
                  <a:pt x="3542817" y="1312807"/>
                  <a:pt x="3542007" y="1312807"/>
                </a:cubicBezTo>
                <a:lnTo>
                  <a:pt x="3527433" y="1312807"/>
                </a:lnTo>
                <a:cubicBezTo>
                  <a:pt x="3527029" y="1312807"/>
                  <a:pt x="3526624" y="1312402"/>
                  <a:pt x="3526219" y="1311997"/>
                </a:cubicBezTo>
                <a:lnTo>
                  <a:pt x="3518933" y="1299448"/>
                </a:lnTo>
                <a:cubicBezTo>
                  <a:pt x="3518528" y="1299043"/>
                  <a:pt x="3518528" y="1298639"/>
                  <a:pt x="3518933" y="1298234"/>
                </a:cubicBezTo>
                <a:lnTo>
                  <a:pt x="3526219" y="1285685"/>
                </a:lnTo>
                <a:cubicBezTo>
                  <a:pt x="3526624" y="1285280"/>
                  <a:pt x="3527029" y="1284875"/>
                  <a:pt x="3527433" y="1284875"/>
                </a:cubicBezTo>
                <a:close/>
                <a:moveTo>
                  <a:pt x="2677328" y="1284875"/>
                </a:moveTo>
                <a:lnTo>
                  <a:pt x="2692305" y="1284875"/>
                </a:lnTo>
                <a:cubicBezTo>
                  <a:pt x="2692711" y="1284875"/>
                  <a:pt x="2693115" y="1285280"/>
                  <a:pt x="2693520" y="1285685"/>
                </a:cubicBezTo>
                <a:lnTo>
                  <a:pt x="2701212" y="1298639"/>
                </a:lnTo>
                <a:cubicBezTo>
                  <a:pt x="2701616" y="1299043"/>
                  <a:pt x="2701616" y="1299448"/>
                  <a:pt x="2701212" y="1299853"/>
                </a:cubicBezTo>
                <a:lnTo>
                  <a:pt x="2693520" y="1312807"/>
                </a:lnTo>
                <a:cubicBezTo>
                  <a:pt x="2693520" y="1313212"/>
                  <a:pt x="2693115" y="1313212"/>
                  <a:pt x="2692305" y="1313212"/>
                </a:cubicBezTo>
                <a:lnTo>
                  <a:pt x="2677328" y="1313212"/>
                </a:lnTo>
                <a:cubicBezTo>
                  <a:pt x="2676923" y="1313212"/>
                  <a:pt x="2676518" y="1313212"/>
                  <a:pt x="2676113" y="1312807"/>
                </a:cubicBezTo>
                <a:lnTo>
                  <a:pt x="2668422" y="1299853"/>
                </a:lnTo>
                <a:cubicBezTo>
                  <a:pt x="2668017" y="1299448"/>
                  <a:pt x="2668017" y="1299043"/>
                  <a:pt x="2668422" y="1298639"/>
                </a:cubicBezTo>
                <a:lnTo>
                  <a:pt x="2676113" y="1285685"/>
                </a:lnTo>
                <a:cubicBezTo>
                  <a:pt x="2676518" y="1285280"/>
                  <a:pt x="2676923" y="1284875"/>
                  <a:pt x="2677328" y="1284875"/>
                </a:cubicBezTo>
                <a:close/>
                <a:moveTo>
                  <a:pt x="3169579" y="1256538"/>
                </a:moveTo>
                <a:lnTo>
                  <a:pt x="3172008" y="1256538"/>
                </a:lnTo>
                <a:lnTo>
                  <a:pt x="3173223" y="1258562"/>
                </a:lnTo>
                <a:lnTo>
                  <a:pt x="3172008" y="1260586"/>
                </a:lnTo>
                <a:lnTo>
                  <a:pt x="3169579" y="1260586"/>
                </a:lnTo>
                <a:lnTo>
                  <a:pt x="3168365" y="1258562"/>
                </a:lnTo>
                <a:close/>
                <a:moveTo>
                  <a:pt x="3129503" y="1256538"/>
                </a:moveTo>
                <a:lnTo>
                  <a:pt x="3131527" y="1256538"/>
                </a:lnTo>
                <a:lnTo>
                  <a:pt x="3132742" y="1258562"/>
                </a:lnTo>
                <a:lnTo>
                  <a:pt x="3131527" y="1260586"/>
                </a:lnTo>
                <a:lnTo>
                  <a:pt x="3129503" y="1260586"/>
                </a:lnTo>
                <a:lnTo>
                  <a:pt x="3128289" y="1258562"/>
                </a:lnTo>
                <a:close/>
                <a:moveTo>
                  <a:pt x="3331504" y="1256133"/>
                </a:moveTo>
                <a:lnTo>
                  <a:pt x="3334338" y="1256133"/>
                </a:lnTo>
                <a:lnTo>
                  <a:pt x="3335957" y="1258562"/>
                </a:lnTo>
                <a:lnTo>
                  <a:pt x="3334338" y="1260991"/>
                </a:lnTo>
                <a:lnTo>
                  <a:pt x="3331504" y="1260991"/>
                </a:lnTo>
                <a:lnTo>
                  <a:pt x="3329885" y="1258562"/>
                </a:lnTo>
                <a:close/>
                <a:moveTo>
                  <a:pt x="3291023" y="1256133"/>
                </a:moveTo>
                <a:lnTo>
                  <a:pt x="3293857" y="1256133"/>
                </a:lnTo>
                <a:lnTo>
                  <a:pt x="3295476" y="1258562"/>
                </a:lnTo>
                <a:lnTo>
                  <a:pt x="3293857" y="1260991"/>
                </a:lnTo>
                <a:lnTo>
                  <a:pt x="3291023" y="1260991"/>
                </a:lnTo>
                <a:lnTo>
                  <a:pt x="3289404" y="1258562"/>
                </a:lnTo>
                <a:close/>
                <a:moveTo>
                  <a:pt x="3250137" y="1256133"/>
                </a:moveTo>
                <a:lnTo>
                  <a:pt x="3252970" y="1256133"/>
                </a:lnTo>
                <a:lnTo>
                  <a:pt x="3254185" y="1258562"/>
                </a:lnTo>
                <a:lnTo>
                  <a:pt x="3252970" y="1260991"/>
                </a:lnTo>
                <a:lnTo>
                  <a:pt x="3250137" y="1260991"/>
                </a:lnTo>
                <a:lnTo>
                  <a:pt x="3248922" y="1258562"/>
                </a:lnTo>
                <a:close/>
                <a:moveTo>
                  <a:pt x="3209656" y="1256133"/>
                </a:moveTo>
                <a:lnTo>
                  <a:pt x="3212489" y="1256133"/>
                </a:lnTo>
                <a:lnTo>
                  <a:pt x="3213704" y="1258562"/>
                </a:lnTo>
                <a:lnTo>
                  <a:pt x="3212489" y="1260991"/>
                </a:lnTo>
                <a:lnTo>
                  <a:pt x="3209656" y="1260991"/>
                </a:lnTo>
                <a:lnTo>
                  <a:pt x="3208441" y="1258562"/>
                </a:lnTo>
                <a:close/>
                <a:moveTo>
                  <a:pt x="3088212" y="1256133"/>
                </a:moveTo>
                <a:lnTo>
                  <a:pt x="3091045" y="1256133"/>
                </a:lnTo>
                <a:lnTo>
                  <a:pt x="3092260" y="1258562"/>
                </a:lnTo>
                <a:lnTo>
                  <a:pt x="3091045" y="1260991"/>
                </a:lnTo>
                <a:lnTo>
                  <a:pt x="3088212" y="1260991"/>
                </a:lnTo>
                <a:lnTo>
                  <a:pt x="3086997" y="1258562"/>
                </a:lnTo>
                <a:close/>
                <a:moveTo>
                  <a:pt x="3047326" y="1255324"/>
                </a:moveTo>
                <a:lnTo>
                  <a:pt x="3051374" y="1255324"/>
                </a:lnTo>
                <a:lnTo>
                  <a:pt x="3053398" y="1258563"/>
                </a:lnTo>
                <a:lnTo>
                  <a:pt x="3051374" y="1261801"/>
                </a:lnTo>
                <a:lnTo>
                  <a:pt x="3047326" y="1261801"/>
                </a:lnTo>
                <a:lnTo>
                  <a:pt x="3045302" y="1258563"/>
                </a:lnTo>
                <a:close/>
                <a:moveTo>
                  <a:pt x="4140320" y="1254919"/>
                </a:moveTo>
                <a:lnTo>
                  <a:pt x="4143963" y="1254919"/>
                </a:lnTo>
                <a:cubicBezTo>
                  <a:pt x="4144368" y="1254919"/>
                  <a:pt x="4144772" y="1254919"/>
                  <a:pt x="4145177" y="1255324"/>
                </a:cubicBezTo>
                <a:lnTo>
                  <a:pt x="4146796" y="1258157"/>
                </a:lnTo>
                <a:cubicBezTo>
                  <a:pt x="4147201" y="1258562"/>
                  <a:pt x="4147201" y="1258967"/>
                  <a:pt x="4146796" y="1259372"/>
                </a:cubicBezTo>
                <a:lnTo>
                  <a:pt x="4145177" y="1262206"/>
                </a:lnTo>
                <a:cubicBezTo>
                  <a:pt x="4144772" y="1262610"/>
                  <a:pt x="4144368" y="1262610"/>
                  <a:pt x="4143963" y="1262610"/>
                </a:cubicBezTo>
                <a:lnTo>
                  <a:pt x="4140320" y="1262610"/>
                </a:lnTo>
                <a:cubicBezTo>
                  <a:pt x="4139915" y="1262610"/>
                  <a:pt x="4139510" y="1262610"/>
                  <a:pt x="4139105" y="1262206"/>
                </a:cubicBezTo>
                <a:lnTo>
                  <a:pt x="4137486" y="1259372"/>
                </a:lnTo>
                <a:cubicBezTo>
                  <a:pt x="4137081" y="1258967"/>
                  <a:pt x="4137081" y="1258562"/>
                  <a:pt x="4137486" y="1258157"/>
                </a:cubicBezTo>
                <a:lnTo>
                  <a:pt x="4139105" y="1255324"/>
                </a:lnTo>
                <a:cubicBezTo>
                  <a:pt x="4139510" y="1255324"/>
                  <a:pt x="4139915" y="1254919"/>
                  <a:pt x="4140320" y="1254919"/>
                </a:cubicBezTo>
                <a:close/>
                <a:moveTo>
                  <a:pt x="3007249" y="1254919"/>
                </a:moveTo>
                <a:lnTo>
                  <a:pt x="3010488" y="1254919"/>
                </a:lnTo>
                <a:cubicBezTo>
                  <a:pt x="3010893" y="1254919"/>
                  <a:pt x="3011298" y="1254919"/>
                  <a:pt x="3011702" y="1255324"/>
                </a:cubicBezTo>
                <a:lnTo>
                  <a:pt x="3013322" y="1258157"/>
                </a:lnTo>
                <a:cubicBezTo>
                  <a:pt x="3013726" y="1258562"/>
                  <a:pt x="3013726" y="1258967"/>
                  <a:pt x="3013322" y="1259372"/>
                </a:cubicBezTo>
                <a:lnTo>
                  <a:pt x="3011702" y="1262206"/>
                </a:lnTo>
                <a:cubicBezTo>
                  <a:pt x="3011298" y="1262206"/>
                  <a:pt x="3010893" y="1262610"/>
                  <a:pt x="3010488" y="1263015"/>
                </a:cubicBezTo>
                <a:lnTo>
                  <a:pt x="3007249" y="1263015"/>
                </a:lnTo>
                <a:cubicBezTo>
                  <a:pt x="3006845" y="1263015"/>
                  <a:pt x="3006440" y="1262610"/>
                  <a:pt x="3006035" y="1262206"/>
                </a:cubicBezTo>
                <a:lnTo>
                  <a:pt x="3004416" y="1259372"/>
                </a:lnTo>
                <a:cubicBezTo>
                  <a:pt x="3004011" y="1258967"/>
                  <a:pt x="3004011" y="1258562"/>
                  <a:pt x="3004416" y="1258157"/>
                </a:cubicBezTo>
                <a:lnTo>
                  <a:pt x="3006035" y="1255324"/>
                </a:lnTo>
                <a:cubicBezTo>
                  <a:pt x="3006440" y="1255324"/>
                  <a:pt x="3006845" y="1254919"/>
                  <a:pt x="3007249" y="1254919"/>
                </a:cubicBezTo>
                <a:close/>
                <a:moveTo>
                  <a:pt x="4585614" y="1254514"/>
                </a:moveTo>
                <a:lnTo>
                  <a:pt x="4590067" y="1254514"/>
                </a:lnTo>
                <a:lnTo>
                  <a:pt x="4592495" y="1258562"/>
                </a:lnTo>
                <a:lnTo>
                  <a:pt x="4590067" y="1262610"/>
                </a:lnTo>
                <a:lnTo>
                  <a:pt x="4585614" y="1262610"/>
                </a:lnTo>
                <a:lnTo>
                  <a:pt x="4583185" y="1258562"/>
                </a:lnTo>
                <a:close/>
                <a:moveTo>
                  <a:pt x="4545537" y="1254514"/>
                </a:moveTo>
                <a:lnTo>
                  <a:pt x="4548776" y="1254514"/>
                </a:lnTo>
                <a:cubicBezTo>
                  <a:pt x="4549181" y="1254514"/>
                  <a:pt x="4549586" y="1254919"/>
                  <a:pt x="4549990" y="1255324"/>
                </a:cubicBezTo>
                <a:lnTo>
                  <a:pt x="4551610" y="1258157"/>
                </a:lnTo>
                <a:cubicBezTo>
                  <a:pt x="4552014" y="1258562"/>
                  <a:pt x="4552014" y="1258967"/>
                  <a:pt x="4551610" y="1259372"/>
                </a:cubicBezTo>
                <a:lnTo>
                  <a:pt x="4549990" y="1262205"/>
                </a:lnTo>
                <a:cubicBezTo>
                  <a:pt x="4549586" y="1262205"/>
                  <a:pt x="4549181" y="1262610"/>
                  <a:pt x="4548776" y="1262610"/>
                </a:cubicBezTo>
                <a:lnTo>
                  <a:pt x="4545537" y="1262610"/>
                </a:lnTo>
                <a:cubicBezTo>
                  <a:pt x="4545133" y="1262610"/>
                  <a:pt x="4544728" y="1262205"/>
                  <a:pt x="4544323" y="1261801"/>
                </a:cubicBezTo>
                <a:lnTo>
                  <a:pt x="4542704" y="1258967"/>
                </a:lnTo>
                <a:cubicBezTo>
                  <a:pt x="4542299" y="1258562"/>
                  <a:pt x="4542299" y="1258157"/>
                  <a:pt x="4542704" y="1257752"/>
                </a:cubicBezTo>
                <a:lnTo>
                  <a:pt x="4544323" y="1254919"/>
                </a:lnTo>
                <a:cubicBezTo>
                  <a:pt x="4544728" y="1254919"/>
                  <a:pt x="4545133" y="1254514"/>
                  <a:pt x="4545537" y="1254514"/>
                </a:cubicBezTo>
                <a:close/>
                <a:moveTo>
                  <a:pt x="4261763" y="1254514"/>
                </a:moveTo>
                <a:lnTo>
                  <a:pt x="4265811" y="1254514"/>
                </a:lnTo>
                <a:cubicBezTo>
                  <a:pt x="4266216" y="1254514"/>
                  <a:pt x="4266621" y="1254514"/>
                  <a:pt x="4267025" y="1254919"/>
                </a:cubicBezTo>
                <a:lnTo>
                  <a:pt x="4269050" y="1258157"/>
                </a:lnTo>
                <a:cubicBezTo>
                  <a:pt x="4269455" y="1258562"/>
                  <a:pt x="4269455" y="1258967"/>
                  <a:pt x="4269050" y="1259372"/>
                </a:cubicBezTo>
                <a:lnTo>
                  <a:pt x="4267025" y="1262610"/>
                </a:lnTo>
                <a:cubicBezTo>
                  <a:pt x="4266621" y="1263015"/>
                  <a:pt x="4266216" y="1263015"/>
                  <a:pt x="4265811" y="1263015"/>
                </a:cubicBezTo>
                <a:lnTo>
                  <a:pt x="4261763" y="1263015"/>
                </a:lnTo>
                <a:cubicBezTo>
                  <a:pt x="4261359" y="1263015"/>
                  <a:pt x="4260953" y="1263015"/>
                  <a:pt x="4260549" y="1262610"/>
                </a:cubicBezTo>
                <a:lnTo>
                  <a:pt x="4258525" y="1259372"/>
                </a:lnTo>
                <a:cubicBezTo>
                  <a:pt x="4258120" y="1258967"/>
                  <a:pt x="4258120" y="1258562"/>
                  <a:pt x="4258525" y="1258157"/>
                </a:cubicBezTo>
                <a:lnTo>
                  <a:pt x="4260549" y="1254919"/>
                </a:lnTo>
                <a:cubicBezTo>
                  <a:pt x="4260953" y="1254919"/>
                  <a:pt x="4261359" y="1254514"/>
                  <a:pt x="4261763" y="1254514"/>
                </a:cubicBezTo>
                <a:close/>
                <a:moveTo>
                  <a:pt x="4180396" y="1254514"/>
                </a:moveTo>
                <a:lnTo>
                  <a:pt x="4184444" y="1254514"/>
                </a:lnTo>
                <a:cubicBezTo>
                  <a:pt x="4184849" y="1254514"/>
                  <a:pt x="4185254" y="1254514"/>
                  <a:pt x="4185658" y="1254919"/>
                </a:cubicBezTo>
                <a:lnTo>
                  <a:pt x="4187683" y="1258157"/>
                </a:lnTo>
                <a:cubicBezTo>
                  <a:pt x="4188087" y="1258562"/>
                  <a:pt x="4188087" y="1258967"/>
                  <a:pt x="4187683" y="1259372"/>
                </a:cubicBezTo>
                <a:lnTo>
                  <a:pt x="4185658" y="1262610"/>
                </a:lnTo>
                <a:cubicBezTo>
                  <a:pt x="4185658" y="1263015"/>
                  <a:pt x="4185254" y="1263015"/>
                  <a:pt x="4184444" y="1263015"/>
                </a:cubicBezTo>
                <a:lnTo>
                  <a:pt x="4180396" y="1263015"/>
                </a:lnTo>
                <a:cubicBezTo>
                  <a:pt x="4179991" y="1263015"/>
                  <a:pt x="4179586" y="1263015"/>
                  <a:pt x="4179182" y="1262610"/>
                </a:cubicBezTo>
                <a:lnTo>
                  <a:pt x="4177158" y="1259372"/>
                </a:lnTo>
                <a:cubicBezTo>
                  <a:pt x="4176753" y="1258967"/>
                  <a:pt x="4176753" y="1258562"/>
                  <a:pt x="4177158" y="1258157"/>
                </a:cubicBezTo>
                <a:lnTo>
                  <a:pt x="4179182" y="1254919"/>
                </a:lnTo>
                <a:cubicBezTo>
                  <a:pt x="4179586" y="1254919"/>
                  <a:pt x="4179991" y="1254514"/>
                  <a:pt x="4180396" y="1254514"/>
                </a:cubicBezTo>
                <a:close/>
                <a:moveTo>
                  <a:pt x="4099839" y="1254514"/>
                </a:moveTo>
                <a:lnTo>
                  <a:pt x="4103482" y="1254514"/>
                </a:lnTo>
                <a:cubicBezTo>
                  <a:pt x="4103887" y="1254514"/>
                  <a:pt x="4104291" y="1254919"/>
                  <a:pt x="4104696" y="1255324"/>
                </a:cubicBezTo>
                <a:lnTo>
                  <a:pt x="4106315" y="1258157"/>
                </a:lnTo>
                <a:cubicBezTo>
                  <a:pt x="4106720" y="1258562"/>
                  <a:pt x="4106720" y="1258967"/>
                  <a:pt x="4106315" y="1259372"/>
                </a:cubicBezTo>
                <a:lnTo>
                  <a:pt x="4104696" y="1262205"/>
                </a:lnTo>
                <a:cubicBezTo>
                  <a:pt x="4104291" y="1262610"/>
                  <a:pt x="4103887" y="1262610"/>
                  <a:pt x="4103482" y="1263015"/>
                </a:cubicBezTo>
                <a:lnTo>
                  <a:pt x="4099839" y="1263015"/>
                </a:lnTo>
                <a:cubicBezTo>
                  <a:pt x="4099434" y="1263015"/>
                  <a:pt x="4099029" y="1262610"/>
                  <a:pt x="4098624" y="1262205"/>
                </a:cubicBezTo>
                <a:lnTo>
                  <a:pt x="4097005" y="1259372"/>
                </a:lnTo>
                <a:cubicBezTo>
                  <a:pt x="4096600" y="1258967"/>
                  <a:pt x="4096600" y="1258562"/>
                  <a:pt x="4097005" y="1258157"/>
                </a:cubicBezTo>
                <a:lnTo>
                  <a:pt x="4098624" y="1255324"/>
                </a:lnTo>
                <a:cubicBezTo>
                  <a:pt x="4099029" y="1254919"/>
                  <a:pt x="4099434" y="1254514"/>
                  <a:pt x="4099839" y="1254514"/>
                </a:cubicBezTo>
                <a:close/>
                <a:moveTo>
                  <a:pt x="3371176" y="1254514"/>
                </a:moveTo>
                <a:lnTo>
                  <a:pt x="3375629" y="1254514"/>
                </a:lnTo>
                <a:lnTo>
                  <a:pt x="3378057" y="1258562"/>
                </a:lnTo>
                <a:lnTo>
                  <a:pt x="3375629" y="1262610"/>
                </a:lnTo>
                <a:lnTo>
                  <a:pt x="3371176" y="1262610"/>
                </a:lnTo>
                <a:lnTo>
                  <a:pt x="3368747" y="1258562"/>
                </a:lnTo>
                <a:close/>
                <a:moveTo>
                  <a:pt x="4423284" y="1254109"/>
                </a:moveTo>
                <a:lnTo>
                  <a:pt x="4427332" y="1254109"/>
                </a:lnTo>
                <a:cubicBezTo>
                  <a:pt x="4427737" y="1254109"/>
                  <a:pt x="4428142" y="1254514"/>
                  <a:pt x="4428546" y="1254919"/>
                </a:cubicBezTo>
                <a:lnTo>
                  <a:pt x="4430571" y="1258157"/>
                </a:lnTo>
                <a:cubicBezTo>
                  <a:pt x="4430975" y="1258562"/>
                  <a:pt x="4430975" y="1258967"/>
                  <a:pt x="4430571" y="1259372"/>
                </a:cubicBezTo>
                <a:lnTo>
                  <a:pt x="4428546" y="1262610"/>
                </a:lnTo>
                <a:cubicBezTo>
                  <a:pt x="4428546" y="1263015"/>
                  <a:pt x="4428142" y="1263015"/>
                  <a:pt x="4427332" y="1263420"/>
                </a:cubicBezTo>
                <a:lnTo>
                  <a:pt x="4423284" y="1263420"/>
                </a:lnTo>
                <a:cubicBezTo>
                  <a:pt x="4422879" y="1263420"/>
                  <a:pt x="4422474" y="1263015"/>
                  <a:pt x="4422070" y="1262610"/>
                </a:cubicBezTo>
                <a:lnTo>
                  <a:pt x="4420046" y="1259372"/>
                </a:lnTo>
                <a:cubicBezTo>
                  <a:pt x="4419641" y="1258967"/>
                  <a:pt x="4419641" y="1258562"/>
                  <a:pt x="4420046" y="1258157"/>
                </a:cubicBezTo>
                <a:lnTo>
                  <a:pt x="4422070" y="1254919"/>
                </a:lnTo>
                <a:cubicBezTo>
                  <a:pt x="4422474" y="1254514"/>
                  <a:pt x="4422879" y="1254109"/>
                  <a:pt x="4423284" y="1254109"/>
                </a:cubicBezTo>
                <a:close/>
                <a:moveTo>
                  <a:pt x="3856546" y="1254109"/>
                </a:moveTo>
                <a:lnTo>
                  <a:pt x="3860999" y="1254109"/>
                </a:lnTo>
                <a:cubicBezTo>
                  <a:pt x="3861404" y="1254109"/>
                  <a:pt x="3861808" y="1254109"/>
                  <a:pt x="3862213" y="1254514"/>
                </a:cubicBezTo>
                <a:lnTo>
                  <a:pt x="3864237" y="1258157"/>
                </a:lnTo>
                <a:cubicBezTo>
                  <a:pt x="3864642" y="1258562"/>
                  <a:pt x="3864642" y="1258967"/>
                  <a:pt x="3864237" y="1259372"/>
                </a:cubicBezTo>
                <a:lnTo>
                  <a:pt x="3862213" y="1263015"/>
                </a:lnTo>
                <a:cubicBezTo>
                  <a:pt x="3861808" y="1263420"/>
                  <a:pt x="3861404" y="1263420"/>
                  <a:pt x="3860999" y="1263420"/>
                </a:cubicBezTo>
                <a:lnTo>
                  <a:pt x="3856546" y="1263420"/>
                </a:lnTo>
                <a:cubicBezTo>
                  <a:pt x="3856141" y="1263420"/>
                  <a:pt x="3855736" y="1263420"/>
                  <a:pt x="3855332" y="1263015"/>
                </a:cubicBezTo>
                <a:lnTo>
                  <a:pt x="3853308" y="1259372"/>
                </a:lnTo>
                <a:cubicBezTo>
                  <a:pt x="3852903" y="1258967"/>
                  <a:pt x="3852903" y="1258562"/>
                  <a:pt x="3853308" y="1258157"/>
                </a:cubicBezTo>
                <a:lnTo>
                  <a:pt x="3855332" y="1254514"/>
                </a:lnTo>
                <a:cubicBezTo>
                  <a:pt x="3855736" y="1254514"/>
                  <a:pt x="3856141" y="1254109"/>
                  <a:pt x="3856546" y="1254109"/>
                </a:cubicBezTo>
                <a:close/>
                <a:moveTo>
                  <a:pt x="4383207" y="1253704"/>
                </a:moveTo>
                <a:lnTo>
                  <a:pt x="4387255" y="1253704"/>
                </a:lnTo>
                <a:cubicBezTo>
                  <a:pt x="4387660" y="1253704"/>
                  <a:pt x="4388065" y="1253704"/>
                  <a:pt x="4388469" y="1254109"/>
                </a:cubicBezTo>
                <a:lnTo>
                  <a:pt x="4390494" y="1257752"/>
                </a:lnTo>
                <a:cubicBezTo>
                  <a:pt x="4390899" y="1258157"/>
                  <a:pt x="4390899" y="1258562"/>
                  <a:pt x="4390494" y="1258967"/>
                </a:cubicBezTo>
                <a:lnTo>
                  <a:pt x="4388469" y="1262610"/>
                </a:lnTo>
                <a:cubicBezTo>
                  <a:pt x="4388065" y="1263015"/>
                  <a:pt x="4387660" y="1263419"/>
                  <a:pt x="4387255" y="1263419"/>
                </a:cubicBezTo>
                <a:lnTo>
                  <a:pt x="4383207" y="1263419"/>
                </a:lnTo>
                <a:cubicBezTo>
                  <a:pt x="4382803" y="1263419"/>
                  <a:pt x="4382397" y="1263015"/>
                  <a:pt x="4381993" y="1262610"/>
                </a:cubicBezTo>
                <a:lnTo>
                  <a:pt x="4379969" y="1258967"/>
                </a:lnTo>
                <a:cubicBezTo>
                  <a:pt x="4379564" y="1258562"/>
                  <a:pt x="4379564" y="1258157"/>
                  <a:pt x="4379969" y="1257752"/>
                </a:cubicBezTo>
                <a:lnTo>
                  <a:pt x="4381993" y="1254109"/>
                </a:lnTo>
                <a:cubicBezTo>
                  <a:pt x="4382397" y="1254109"/>
                  <a:pt x="4382803" y="1253704"/>
                  <a:pt x="4383207" y="1253704"/>
                </a:cubicBezTo>
                <a:close/>
                <a:moveTo>
                  <a:pt x="4342726" y="1253704"/>
                </a:moveTo>
                <a:lnTo>
                  <a:pt x="4346774" y="1253704"/>
                </a:lnTo>
                <a:cubicBezTo>
                  <a:pt x="4347179" y="1253704"/>
                  <a:pt x="4347584" y="1253704"/>
                  <a:pt x="4347988" y="1254109"/>
                </a:cubicBezTo>
                <a:lnTo>
                  <a:pt x="4350013" y="1257752"/>
                </a:lnTo>
                <a:cubicBezTo>
                  <a:pt x="4350418" y="1258157"/>
                  <a:pt x="4350418" y="1258562"/>
                  <a:pt x="4350013" y="1258967"/>
                </a:cubicBezTo>
                <a:lnTo>
                  <a:pt x="4347988" y="1262610"/>
                </a:lnTo>
                <a:cubicBezTo>
                  <a:pt x="4347584" y="1263015"/>
                  <a:pt x="4347179" y="1263419"/>
                  <a:pt x="4346774" y="1263015"/>
                </a:cubicBezTo>
                <a:lnTo>
                  <a:pt x="4342726" y="1263015"/>
                </a:lnTo>
                <a:cubicBezTo>
                  <a:pt x="4342322" y="1263015"/>
                  <a:pt x="4341916" y="1263015"/>
                  <a:pt x="4341512" y="1262610"/>
                </a:cubicBezTo>
                <a:lnTo>
                  <a:pt x="4339488" y="1258967"/>
                </a:lnTo>
                <a:cubicBezTo>
                  <a:pt x="4339083" y="1258562"/>
                  <a:pt x="4339083" y="1258157"/>
                  <a:pt x="4339488" y="1257752"/>
                </a:cubicBezTo>
                <a:lnTo>
                  <a:pt x="4341512" y="1254109"/>
                </a:lnTo>
                <a:cubicBezTo>
                  <a:pt x="4341916" y="1254109"/>
                  <a:pt x="4342322" y="1253704"/>
                  <a:pt x="4342726" y="1253704"/>
                </a:cubicBezTo>
                <a:close/>
                <a:moveTo>
                  <a:pt x="4058952" y="1253704"/>
                </a:moveTo>
                <a:lnTo>
                  <a:pt x="4063405" y="1253704"/>
                </a:lnTo>
                <a:cubicBezTo>
                  <a:pt x="4063810" y="1253704"/>
                  <a:pt x="4064214" y="1254109"/>
                  <a:pt x="4064619" y="1254514"/>
                </a:cubicBezTo>
                <a:lnTo>
                  <a:pt x="4066643" y="1258157"/>
                </a:lnTo>
                <a:cubicBezTo>
                  <a:pt x="4067048" y="1258562"/>
                  <a:pt x="4067048" y="1258967"/>
                  <a:pt x="4066643" y="1259371"/>
                </a:cubicBezTo>
                <a:lnTo>
                  <a:pt x="4064619" y="1263015"/>
                </a:lnTo>
                <a:cubicBezTo>
                  <a:pt x="4064214" y="1263419"/>
                  <a:pt x="4063810" y="1263419"/>
                  <a:pt x="4063405" y="1263824"/>
                </a:cubicBezTo>
                <a:lnTo>
                  <a:pt x="4058952" y="1263824"/>
                </a:lnTo>
                <a:cubicBezTo>
                  <a:pt x="4058547" y="1263824"/>
                  <a:pt x="4058142" y="1263419"/>
                  <a:pt x="4057738" y="1263015"/>
                </a:cubicBezTo>
                <a:lnTo>
                  <a:pt x="4055714" y="1259371"/>
                </a:lnTo>
                <a:cubicBezTo>
                  <a:pt x="4055309" y="1258967"/>
                  <a:pt x="4055309" y="1258562"/>
                  <a:pt x="4055714" y="1258157"/>
                </a:cubicBezTo>
                <a:lnTo>
                  <a:pt x="4057738" y="1254514"/>
                </a:lnTo>
                <a:cubicBezTo>
                  <a:pt x="4058142" y="1254109"/>
                  <a:pt x="4058547" y="1253704"/>
                  <a:pt x="4058952" y="1253704"/>
                </a:cubicBezTo>
                <a:close/>
                <a:moveTo>
                  <a:pt x="2965554" y="1253704"/>
                </a:moveTo>
                <a:lnTo>
                  <a:pt x="2970412" y="1253704"/>
                </a:lnTo>
                <a:cubicBezTo>
                  <a:pt x="2970817" y="1253704"/>
                  <a:pt x="2971221" y="1253704"/>
                  <a:pt x="2971626" y="1254109"/>
                </a:cubicBezTo>
                <a:lnTo>
                  <a:pt x="2974055" y="1258157"/>
                </a:lnTo>
                <a:cubicBezTo>
                  <a:pt x="2974460" y="1258562"/>
                  <a:pt x="2974460" y="1258967"/>
                  <a:pt x="2974055" y="1259371"/>
                </a:cubicBezTo>
                <a:lnTo>
                  <a:pt x="2971626" y="1263419"/>
                </a:lnTo>
                <a:cubicBezTo>
                  <a:pt x="2971626" y="1263824"/>
                  <a:pt x="2971221" y="1263824"/>
                  <a:pt x="2970412" y="1264229"/>
                </a:cubicBezTo>
                <a:lnTo>
                  <a:pt x="2965554" y="1264229"/>
                </a:lnTo>
                <a:cubicBezTo>
                  <a:pt x="2965149" y="1264229"/>
                  <a:pt x="2964744" y="1263824"/>
                  <a:pt x="2964340" y="1263419"/>
                </a:cubicBezTo>
                <a:lnTo>
                  <a:pt x="2961911" y="1259371"/>
                </a:lnTo>
                <a:cubicBezTo>
                  <a:pt x="2961506" y="1258967"/>
                  <a:pt x="2961506" y="1258562"/>
                  <a:pt x="2961911" y="1258157"/>
                </a:cubicBezTo>
                <a:lnTo>
                  <a:pt x="2964340" y="1254109"/>
                </a:lnTo>
                <a:cubicBezTo>
                  <a:pt x="2964744" y="1254109"/>
                  <a:pt x="2965149" y="1253704"/>
                  <a:pt x="2965554" y="1253704"/>
                </a:cubicBezTo>
                <a:close/>
                <a:moveTo>
                  <a:pt x="4301840" y="1253299"/>
                </a:moveTo>
                <a:lnTo>
                  <a:pt x="4306293" y="1253299"/>
                </a:lnTo>
                <a:cubicBezTo>
                  <a:pt x="4306698" y="1253299"/>
                  <a:pt x="4307102" y="1253299"/>
                  <a:pt x="4307507" y="1253704"/>
                </a:cubicBezTo>
                <a:lnTo>
                  <a:pt x="4309531" y="1257752"/>
                </a:lnTo>
                <a:cubicBezTo>
                  <a:pt x="4309936" y="1258157"/>
                  <a:pt x="4309936" y="1258562"/>
                  <a:pt x="4309531" y="1258966"/>
                </a:cubicBezTo>
                <a:lnTo>
                  <a:pt x="4307507" y="1263015"/>
                </a:lnTo>
                <a:cubicBezTo>
                  <a:pt x="4307507" y="1263419"/>
                  <a:pt x="4307102" y="1263824"/>
                  <a:pt x="4306293" y="1263419"/>
                </a:cubicBezTo>
                <a:lnTo>
                  <a:pt x="4301840" y="1263419"/>
                </a:lnTo>
                <a:cubicBezTo>
                  <a:pt x="4301435" y="1263419"/>
                  <a:pt x="4301030" y="1263419"/>
                  <a:pt x="4300626" y="1263015"/>
                </a:cubicBezTo>
                <a:lnTo>
                  <a:pt x="4298602" y="1258966"/>
                </a:lnTo>
                <a:cubicBezTo>
                  <a:pt x="4298197" y="1258562"/>
                  <a:pt x="4298197" y="1258157"/>
                  <a:pt x="4298602" y="1257752"/>
                </a:cubicBezTo>
                <a:lnTo>
                  <a:pt x="4300626" y="1253704"/>
                </a:lnTo>
                <a:cubicBezTo>
                  <a:pt x="4301030" y="1253704"/>
                  <a:pt x="4301435" y="1253299"/>
                  <a:pt x="4301840" y="1253299"/>
                </a:cubicBezTo>
                <a:close/>
                <a:moveTo>
                  <a:pt x="4221282" y="1253299"/>
                </a:moveTo>
                <a:lnTo>
                  <a:pt x="4225330" y="1253299"/>
                </a:lnTo>
                <a:cubicBezTo>
                  <a:pt x="4225735" y="1253299"/>
                  <a:pt x="4226140" y="1253704"/>
                  <a:pt x="4226544" y="1254109"/>
                </a:cubicBezTo>
                <a:lnTo>
                  <a:pt x="4228569" y="1257752"/>
                </a:lnTo>
                <a:cubicBezTo>
                  <a:pt x="4228974" y="1258157"/>
                  <a:pt x="4228974" y="1258562"/>
                  <a:pt x="4228569" y="1258966"/>
                </a:cubicBezTo>
                <a:lnTo>
                  <a:pt x="4226544" y="1262610"/>
                </a:lnTo>
                <a:cubicBezTo>
                  <a:pt x="4226140" y="1263015"/>
                  <a:pt x="4225735" y="1263419"/>
                  <a:pt x="4225330" y="1263419"/>
                </a:cubicBezTo>
                <a:lnTo>
                  <a:pt x="4221282" y="1263419"/>
                </a:lnTo>
                <a:cubicBezTo>
                  <a:pt x="4220878" y="1263419"/>
                  <a:pt x="4220472" y="1263015"/>
                  <a:pt x="4220068" y="1262610"/>
                </a:cubicBezTo>
                <a:lnTo>
                  <a:pt x="4218044" y="1258966"/>
                </a:lnTo>
                <a:cubicBezTo>
                  <a:pt x="4217639" y="1258562"/>
                  <a:pt x="4217639" y="1258157"/>
                  <a:pt x="4218044" y="1257752"/>
                </a:cubicBezTo>
                <a:lnTo>
                  <a:pt x="4220068" y="1254109"/>
                </a:lnTo>
                <a:cubicBezTo>
                  <a:pt x="4220472" y="1253704"/>
                  <a:pt x="4220878" y="1253299"/>
                  <a:pt x="4221282" y="1253299"/>
                </a:cubicBezTo>
                <a:close/>
                <a:moveTo>
                  <a:pt x="3816470" y="1253299"/>
                </a:moveTo>
                <a:lnTo>
                  <a:pt x="3820518" y="1253299"/>
                </a:lnTo>
                <a:cubicBezTo>
                  <a:pt x="3820923" y="1253299"/>
                  <a:pt x="3821328" y="1253704"/>
                  <a:pt x="3821732" y="1254109"/>
                </a:cubicBezTo>
                <a:lnTo>
                  <a:pt x="3823757" y="1257752"/>
                </a:lnTo>
                <a:cubicBezTo>
                  <a:pt x="3824162" y="1258157"/>
                  <a:pt x="3824162" y="1258562"/>
                  <a:pt x="3823757" y="1258966"/>
                </a:cubicBezTo>
                <a:lnTo>
                  <a:pt x="3821732" y="1262610"/>
                </a:lnTo>
                <a:cubicBezTo>
                  <a:pt x="3821328" y="1263015"/>
                  <a:pt x="3820923" y="1263419"/>
                  <a:pt x="3820518" y="1263419"/>
                </a:cubicBezTo>
                <a:lnTo>
                  <a:pt x="3816470" y="1263419"/>
                </a:lnTo>
                <a:cubicBezTo>
                  <a:pt x="3816066" y="1263419"/>
                  <a:pt x="3815660" y="1263015"/>
                  <a:pt x="3815256" y="1262610"/>
                </a:cubicBezTo>
                <a:lnTo>
                  <a:pt x="3813232" y="1258966"/>
                </a:lnTo>
                <a:cubicBezTo>
                  <a:pt x="3812827" y="1258562"/>
                  <a:pt x="3812827" y="1258157"/>
                  <a:pt x="3813232" y="1257752"/>
                </a:cubicBezTo>
                <a:lnTo>
                  <a:pt x="3815256" y="1254109"/>
                </a:lnTo>
                <a:cubicBezTo>
                  <a:pt x="3815660" y="1253704"/>
                  <a:pt x="3816066" y="1253299"/>
                  <a:pt x="3816470" y="1253299"/>
                </a:cubicBezTo>
                <a:close/>
                <a:moveTo>
                  <a:pt x="3775988" y="1253299"/>
                </a:moveTo>
                <a:lnTo>
                  <a:pt x="3780036" y="1253299"/>
                </a:lnTo>
                <a:cubicBezTo>
                  <a:pt x="3780441" y="1253299"/>
                  <a:pt x="3780846" y="1253704"/>
                  <a:pt x="3781250" y="1254109"/>
                </a:cubicBezTo>
                <a:lnTo>
                  <a:pt x="3783275" y="1257752"/>
                </a:lnTo>
                <a:cubicBezTo>
                  <a:pt x="3783680" y="1258157"/>
                  <a:pt x="3783680" y="1258562"/>
                  <a:pt x="3783275" y="1258966"/>
                </a:cubicBezTo>
                <a:lnTo>
                  <a:pt x="3781250" y="1262610"/>
                </a:lnTo>
                <a:cubicBezTo>
                  <a:pt x="3780846" y="1263015"/>
                  <a:pt x="3780441" y="1263419"/>
                  <a:pt x="3780036" y="1263419"/>
                </a:cubicBezTo>
                <a:lnTo>
                  <a:pt x="3775988" y="1263419"/>
                </a:lnTo>
                <a:cubicBezTo>
                  <a:pt x="3775584" y="1263419"/>
                  <a:pt x="3775178" y="1263015"/>
                  <a:pt x="3774774" y="1262610"/>
                </a:cubicBezTo>
                <a:lnTo>
                  <a:pt x="3772750" y="1258966"/>
                </a:lnTo>
                <a:cubicBezTo>
                  <a:pt x="3772345" y="1258562"/>
                  <a:pt x="3772345" y="1258157"/>
                  <a:pt x="3772750" y="1257752"/>
                </a:cubicBezTo>
                <a:lnTo>
                  <a:pt x="3774774" y="1254109"/>
                </a:lnTo>
                <a:cubicBezTo>
                  <a:pt x="3775178" y="1253704"/>
                  <a:pt x="3775584" y="1253299"/>
                  <a:pt x="3775988" y="1253299"/>
                </a:cubicBezTo>
                <a:close/>
                <a:moveTo>
                  <a:pt x="4504246" y="1252895"/>
                </a:moveTo>
                <a:lnTo>
                  <a:pt x="4508699" y="1252895"/>
                </a:lnTo>
                <a:cubicBezTo>
                  <a:pt x="4509103" y="1252895"/>
                  <a:pt x="4509508" y="1253300"/>
                  <a:pt x="4509913" y="1253705"/>
                </a:cubicBezTo>
                <a:lnTo>
                  <a:pt x="4512342" y="1257753"/>
                </a:lnTo>
                <a:cubicBezTo>
                  <a:pt x="4512747" y="1258158"/>
                  <a:pt x="4512747" y="1258562"/>
                  <a:pt x="4512342" y="1258967"/>
                </a:cubicBezTo>
                <a:lnTo>
                  <a:pt x="4509913" y="1263015"/>
                </a:lnTo>
                <a:cubicBezTo>
                  <a:pt x="4509913" y="1263420"/>
                  <a:pt x="4509508" y="1263825"/>
                  <a:pt x="4508699" y="1263825"/>
                </a:cubicBezTo>
                <a:lnTo>
                  <a:pt x="4504246" y="1263825"/>
                </a:lnTo>
                <a:cubicBezTo>
                  <a:pt x="4503841" y="1263825"/>
                  <a:pt x="4503436" y="1263420"/>
                  <a:pt x="4503031" y="1263015"/>
                </a:cubicBezTo>
                <a:lnTo>
                  <a:pt x="4500603" y="1258967"/>
                </a:lnTo>
                <a:cubicBezTo>
                  <a:pt x="4500198" y="1258562"/>
                  <a:pt x="4500198" y="1258158"/>
                  <a:pt x="4500603" y="1257753"/>
                </a:cubicBezTo>
                <a:lnTo>
                  <a:pt x="4503031" y="1253705"/>
                </a:lnTo>
                <a:cubicBezTo>
                  <a:pt x="4503436" y="1253300"/>
                  <a:pt x="4503841" y="1252895"/>
                  <a:pt x="4504246" y="1252895"/>
                </a:cubicBezTo>
                <a:close/>
                <a:moveTo>
                  <a:pt x="4463360" y="1252895"/>
                </a:moveTo>
                <a:lnTo>
                  <a:pt x="4468218" y="1252895"/>
                </a:lnTo>
                <a:cubicBezTo>
                  <a:pt x="4468623" y="1252895"/>
                  <a:pt x="4469027" y="1253300"/>
                  <a:pt x="4469432" y="1253705"/>
                </a:cubicBezTo>
                <a:lnTo>
                  <a:pt x="4471861" y="1257753"/>
                </a:lnTo>
                <a:cubicBezTo>
                  <a:pt x="4472266" y="1258158"/>
                  <a:pt x="4472266" y="1258562"/>
                  <a:pt x="4471861" y="1258967"/>
                </a:cubicBezTo>
                <a:lnTo>
                  <a:pt x="4469432" y="1263015"/>
                </a:lnTo>
                <a:cubicBezTo>
                  <a:pt x="4469432" y="1263420"/>
                  <a:pt x="4469027" y="1263825"/>
                  <a:pt x="4468218" y="1263825"/>
                </a:cubicBezTo>
                <a:lnTo>
                  <a:pt x="4463360" y="1263825"/>
                </a:lnTo>
                <a:cubicBezTo>
                  <a:pt x="4462955" y="1263825"/>
                  <a:pt x="4462550" y="1263420"/>
                  <a:pt x="4462146" y="1263015"/>
                </a:cubicBezTo>
                <a:lnTo>
                  <a:pt x="4459717" y="1258967"/>
                </a:lnTo>
                <a:cubicBezTo>
                  <a:pt x="4459312" y="1258562"/>
                  <a:pt x="4459312" y="1258158"/>
                  <a:pt x="4459717" y="1257753"/>
                </a:cubicBezTo>
                <a:lnTo>
                  <a:pt x="4462146" y="1253705"/>
                </a:lnTo>
                <a:cubicBezTo>
                  <a:pt x="4462550" y="1253300"/>
                  <a:pt x="4462955" y="1252895"/>
                  <a:pt x="4463360" y="1252895"/>
                </a:cubicBezTo>
                <a:close/>
                <a:moveTo>
                  <a:pt x="3896623" y="1252895"/>
                </a:moveTo>
                <a:lnTo>
                  <a:pt x="3901481" y="1252895"/>
                </a:lnTo>
                <a:cubicBezTo>
                  <a:pt x="3901886" y="1252895"/>
                  <a:pt x="3902290" y="1253300"/>
                  <a:pt x="3902695" y="1253705"/>
                </a:cubicBezTo>
                <a:lnTo>
                  <a:pt x="3905124" y="1257753"/>
                </a:lnTo>
                <a:cubicBezTo>
                  <a:pt x="3905529" y="1258158"/>
                  <a:pt x="3905529" y="1258562"/>
                  <a:pt x="3905124" y="1258967"/>
                </a:cubicBezTo>
                <a:lnTo>
                  <a:pt x="3902695" y="1263015"/>
                </a:lnTo>
                <a:cubicBezTo>
                  <a:pt x="3902695" y="1263420"/>
                  <a:pt x="3902290" y="1263825"/>
                  <a:pt x="3901481" y="1263825"/>
                </a:cubicBezTo>
                <a:lnTo>
                  <a:pt x="3896623" y="1263825"/>
                </a:lnTo>
                <a:cubicBezTo>
                  <a:pt x="3896218" y="1263825"/>
                  <a:pt x="3895813" y="1263420"/>
                  <a:pt x="3895409" y="1263015"/>
                </a:cubicBezTo>
                <a:lnTo>
                  <a:pt x="3892980" y="1258967"/>
                </a:lnTo>
                <a:cubicBezTo>
                  <a:pt x="3892575" y="1258562"/>
                  <a:pt x="3892575" y="1258158"/>
                  <a:pt x="3892980" y="1257753"/>
                </a:cubicBezTo>
                <a:lnTo>
                  <a:pt x="3895409" y="1253705"/>
                </a:lnTo>
                <a:cubicBezTo>
                  <a:pt x="3895813" y="1253300"/>
                  <a:pt x="3896218" y="1252895"/>
                  <a:pt x="3896623" y="1252895"/>
                </a:cubicBezTo>
                <a:close/>
                <a:moveTo>
                  <a:pt x="2925073" y="1252490"/>
                </a:moveTo>
                <a:lnTo>
                  <a:pt x="2930740" y="1252490"/>
                </a:lnTo>
                <a:cubicBezTo>
                  <a:pt x="2931145" y="1252490"/>
                  <a:pt x="2931550" y="1252895"/>
                  <a:pt x="2931955" y="1253300"/>
                </a:cubicBezTo>
                <a:lnTo>
                  <a:pt x="2934788" y="1258157"/>
                </a:lnTo>
                <a:cubicBezTo>
                  <a:pt x="2935193" y="1258562"/>
                  <a:pt x="2935193" y="1258967"/>
                  <a:pt x="2934788" y="1259372"/>
                </a:cubicBezTo>
                <a:lnTo>
                  <a:pt x="2931955" y="1264230"/>
                </a:lnTo>
                <a:cubicBezTo>
                  <a:pt x="2931550" y="1264230"/>
                  <a:pt x="2931145" y="1264634"/>
                  <a:pt x="2930740" y="1265039"/>
                </a:cubicBezTo>
                <a:lnTo>
                  <a:pt x="2925073" y="1265039"/>
                </a:lnTo>
                <a:cubicBezTo>
                  <a:pt x="2924668" y="1265039"/>
                  <a:pt x="2924263" y="1264634"/>
                  <a:pt x="2923859" y="1264230"/>
                </a:cubicBezTo>
                <a:lnTo>
                  <a:pt x="2921025" y="1259372"/>
                </a:lnTo>
                <a:cubicBezTo>
                  <a:pt x="2920620" y="1258967"/>
                  <a:pt x="2920620" y="1258562"/>
                  <a:pt x="2921025" y="1258157"/>
                </a:cubicBezTo>
                <a:lnTo>
                  <a:pt x="2923859" y="1253300"/>
                </a:lnTo>
                <a:cubicBezTo>
                  <a:pt x="2924263" y="1252895"/>
                  <a:pt x="2924668" y="1252490"/>
                  <a:pt x="2925073" y="1252490"/>
                </a:cubicBezTo>
                <a:close/>
                <a:moveTo>
                  <a:pt x="3936294" y="1252085"/>
                </a:moveTo>
                <a:lnTo>
                  <a:pt x="3943176" y="1252085"/>
                </a:lnTo>
                <a:cubicBezTo>
                  <a:pt x="3943581" y="1252085"/>
                  <a:pt x="3943986" y="1252085"/>
                  <a:pt x="3944391" y="1252490"/>
                </a:cubicBezTo>
                <a:lnTo>
                  <a:pt x="3947629" y="1258157"/>
                </a:lnTo>
                <a:cubicBezTo>
                  <a:pt x="3948034" y="1258562"/>
                  <a:pt x="3948034" y="1258967"/>
                  <a:pt x="3947629" y="1259372"/>
                </a:cubicBezTo>
                <a:lnTo>
                  <a:pt x="3944391" y="1265039"/>
                </a:lnTo>
                <a:cubicBezTo>
                  <a:pt x="3943986" y="1265444"/>
                  <a:pt x="3943581" y="1265444"/>
                  <a:pt x="3943176" y="1265444"/>
                </a:cubicBezTo>
                <a:lnTo>
                  <a:pt x="3936294" y="1265444"/>
                </a:lnTo>
                <a:cubicBezTo>
                  <a:pt x="3935890" y="1265444"/>
                  <a:pt x="3935485" y="1265444"/>
                  <a:pt x="3935080" y="1265039"/>
                </a:cubicBezTo>
                <a:lnTo>
                  <a:pt x="3931842" y="1259372"/>
                </a:lnTo>
                <a:cubicBezTo>
                  <a:pt x="3931437" y="1258967"/>
                  <a:pt x="3931437" y="1258562"/>
                  <a:pt x="3931842" y="1258157"/>
                </a:cubicBezTo>
                <a:lnTo>
                  <a:pt x="3935080" y="1252490"/>
                </a:lnTo>
                <a:cubicBezTo>
                  <a:pt x="3935485" y="1252490"/>
                  <a:pt x="3935890" y="1252085"/>
                  <a:pt x="3936294" y="1252085"/>
                </a:cubicBezTo>
                <a:close/>
                <a:moveTo>
                  <a:pt x="2843705" y="1251275"/>
                </a:moveTo>
                <a:lnTo>
                  <a:pt x="2850182" y="1251275"/>
                </a:lnTo>
                <a:cubicBezTo>
                  <a:pt x="2850587" y="1251275"/>
                  <a:pt x="2850992" y="1251680"/>
                  <a:pt x="2851397" y="1252085"/>
                </a:cubicBezTo>
                <a:lnTo>
                  <a:pt x="2854636" y="1257752"/>
                </a:lnTo>
                <a:cubicBezTo>
                  <a:pt x="2855040" y="1258157"/>
                  <a:pt x="2855040" y="1258562"/>
                  <a:pt x="2854636" y="1258967"/>
                </a:cubicBezTo>
                <a:lnTo>
                  <a:pt x="2851397" y="1264634"/>
                </a:lnTo>
                <a:cubicBezTo>
                  <a:pt x="2850992" y="1265039"/>
                  <a:pt x="2850587" y="1265443"/>
                  <a:pt x="2850182" y="1265443"/>
                </a:cubicBezTo>
                <a:lnTo>
                  <a:pt x="2843705" y="1265443"/>
                </a:lnTo>
                <a:cubicBezTo>
                  <a:pt x="2843301" y="1265443"/>
                  <a:pt x="2842896" y="1265039"/>
                  <a:pt x="2842491" y="1264634"/>
                </a:cubicBezTo>
                <a:lnTo>
                  <a:pt x="2839253" y="1258967"/>
                </a:lnTo>
                <a:cubicBezTo>
                  <a:pt x="2838848" y="1258562"/>
                  <a:pt x="2838848" y="1258157"/>
                  <a:pt x="2839253" y="1257752"/>
                </a:cubicBezTo>
                <a:lnTo>
                  <a:pt x="2842491" y="1252085"/>
                </a:lnTo>
                <a:cubicBezTo>
                  <a:pt x="2842896" y="1251680"/>
                  <a:pt x="2843301" y="1251275"/>
                  <a:pt x="2843705" y="1251275"/>
                </a:cubicBezTo>
                <a:close/>
                <a:moveTo>
                  <a:pt x="4016852" y="1250871"/>
                </a:moveTo>
                <a:lnTo>
                  <a:pt x="4024543" y="1250871"/>
                </a:lnTo>
                <a:cubicBezTo>
                  <a:pt x="4024948" y="1250871"/>
                  <a:pt x="4025353" y="1251276"/>
                  <a:pt x="4025757" y="1251681"/>
                </a:cubicBezTo>
                <a:lnTo>
                  <a:pt x="4029401" y="1258158"/>
                </a:lnTo>
                <a:cubicBezTo>
                  <a:pt x="4029805" y="1258562"/>
                  <a:pt x="4029805" y="1258967"/>
                  <a:pt x="4029401" y="1259372"/>
                </a:cubicBezTo>
                <a:lnTo>
                  <a:pt x="4025757" y="1265849"/>
                </a:lnTo>
                <a:cubicBezTo>
                  <a:pt x="4025353" y="1266254"/>
                  <a:pt x="4024948" y="1266254"/>
                  <a:pt x="4024543" y="1266659"/>
                </a:cubicBezTo>
                <a:lnTo>
                  <a:pt x="4016852" y="1266659"/>
                </a:lnTo>
                <a:cubicBezTo>
                  <a:pt x="4016447" y="1266659"/>
                  <a:pt x="4016042" y="1266254"/>
                  <a:pt x="4015637" y="1265849"/>
                </a:cubicBezTo>
                <a:lnTo>
                  <a:pt x="4011994" y="1259372"/>
                </a:lnTo>
                <a:cubicBezTo>
                  <a:pt x="4011589" y="1258967"/>
                  <a:pt x="4011589" y="1258562"/>
                  <a:pt x="4011994" y="1258158"/>
                </a:cubicBezTo>
                <a:lnTo>
                  <a:pt x="4015637" y="1251681"/>
                </a:lnTo>
                <a:cubicBezTo>
                  <a:pt x="4016042" y="1251276"/>
                  <a:pt x="4016447" y="1250871"/>
                  <a:pt x="4016852" y="1250871"/>
                </a:cubicBezTo>
                <a:close/>
                <a:moveTo>
                  <a:pt x="3976370" y="1250466"/>
                </a:moveTo>
                <a:lnTo>
                  <a:pt x="3984467" y="1250466"/>
                </a:lnTo>
                <a:cubicBezTo>
                  <a:pt x="3984871" y="1250466"/>
                  <a:pt x="3985276" y="1250871"/>
                  <a:pt x="3985681" y="1251276"/>
                </a:cubicBezTo>
                <a:lnTo>
                  <a:pt x="3989729" y="1258157"/>
                </a:lnTo>
                <a:cubicBezTo>
                  <a:pt x="3990134" y="1258562"/>
                  <a:pt x="3990134" y="1258967"/>
                  <a:pt x="3989729" y="1259372"/>
                </a:cubicBezTo>
                <a:lnTo>
                  <a:pt x="3985681" y="1266254"/>
                </a:lnTo>
                <a:cubicBezTo>
                  <a:pt x="3985276" y="1266658"/>
                  <a:pt x="3984871" y="1266658"/>
                  <a:pt x="3984467" y="1267063"/>
                </a:cubicBezTo>
                <a:lnTo>
                  <a:pt x="3976370" y="1267063"/>
                </a:lnTo>
                <a:cubicBezTo>
                  <a:pt x="3975966" y="1267063"/>
                  <a:pt x="3975560" y="1266658"/>
                  <a:pt x="3975156" y="1266254"/>
                </a:cubicBezTo>
                <a:lnTo>
                  <a:pt x="3971108" y="1259372"/>
                </a:lnTo>
                <a:cubicBezTo>
                  <a:pt x="3970703" y="1258967"/>
                  <a:pt x="3970703" y="1258562"/>
                  <a:pt x="3971108" y="1258157"/>
                </a:cubicBezTo>
                <a:lnTo>
                  <a:pt x="3975156" y="1251276"/>
                </a:lnTo>
                <a:cubicBezTo>
                  <a:pt x="3975560" y="1250871"/>
                  <a:pt x="3975966" y="1250466"/>
                  <a:pt x="3976370" y="1250466"/>
                </a:cubicBezTo>
                <a:close/>
                <a:moveTo>
                  <a:pt x="2883781" y="1250466"/>
                </a:moveTo>
                <a:lnTo>
                  <a:pt x="2891068" y="1250466"/>
                </a:lnTo>
                <a:cubicBezTo>
                  <a:pt x="2891473" y="1250466"/>
                  <a:pt x="2891878" y="1250871"/>
                  <a:pt x="2892282" y="1251276"/>
                </a:cubicBezTo>
                <a:lnTo>
                  <a:pt x="2895926" y="1257753"/>
                </a:lnTo>
                <a:cubicBezTo>
                  <a:pt x="2896331" y="1258157"/>
                  <a:pt x="2896331" y="1258562"/>
                  <a:pt x="2895926" y="1258967"/>
                </a:cubicBezTo>
                <a:lnTo>
                  <a:pt x="2892282" y="1265444"/>
                </a:lnTo>
                <a:cubicBezTo>
                  <a:pt x="2891878" y="1265849"/>
                  <a:pt x="2891473" y="1266254"/>
                  <a:pt x="2891068" y="1266254"/>
                </a:cubicBezTo>
                <a:lnTo>
                  <a:pt x="2883781" y="1266254"/>
                </a:lnTo>
                <a:cubicBezTo>
                  <a:pt x="2883377" y="1266254"/>
                  <a:pt x="2882972" y="1265849"/>
                  <a:pt x="2882567" y="1265444"/>
                </a:cubicBezTo>
                <a:lnTo>
                  <a:pt x="2878924" y="1258967"/>
                </a:lnTo>
                <a:cubicBezTo>
                  <a:pt x="2878519" y="1258562"/>
                  <a:pt x="2878519" y="1258157"/>
                  <a:pt x="2878924" y="1257753"/>
                </a:cubicBezTo>
                <a:lnTo>
                  <a:pt x="2882567" y="1251276"/>
                </a:lnTo>
                <a:cubicBezTo>
                  <a:pt x="2882972" y="1250871"/>
                  <a:pt x="2883377" y="1250466"/>
                  <a:pt x="2883781" y="1250466"/>
                </a:cubicBezTo>
                <a:close/>
                <a:moveTo>
                  <a:pt x="3408013" y="1248847"/>
                </a:moveTo>
                <a:lnTo>
                  <a:pt x="3418538" y="1248847"/>
                </a:lnTo>
                <a:cubicBezTo>
                  <a:pt x="3418943" y="1248847"/>
                  <a:pt x="3419348" y="1248847"/>
                  <a:pt x="3419753" y="1249252"/>
                </a:cubicBezTo>
                <a:lnTo>
                  <a:pt x="3425015" y="1258158"/>
                </a:lnTo>
                <a:cubicBezTo>
                  <a:pt x="3425421" y="1258562"/>
                  <a:pt x="3425421" y="1258967"/>
                  <a:pt x="3425015" y="1259372"/>
                </a:cubicBezTo>
                <a:lnTo>
                  <a:pt x="3419753" y="1268278"/>
                </a:lnTo>
                <a:cubicBezTo>
                  <a:pt x="3419753" y="1268683"/>
                  <a:pt x="3419348" y="1268683"/>
                  <a:pt x="3418538" y="1268683"/>
                </a:cubicBezTo>
                <a:lnTo>
                  <a:pt x="3408013" y="1268683"/>
                </a:lnTo>
                <a:cubicBezTo>
                  <a:pt x="3407609" y="1268683"/>
                  <a:pt x="3407204" y="1268683"/>
                  <a:pt x="3406799" y="1268278"/>
                </a:cubicBezTo>
                <a:lnTo>
                  <a:pt x="3401537" y="1259372"/>
                </a:lnTo>
                <a:cubicBezTo>
                  <a:pt x="3401132" y="1258967"/>
                  <a:pt x="3401132" y="1258562"/>
                  <a:pt x="3401537" y="1258158"/>
                </a:cubicBezTo>
                <a:lnTo>
                  <a:pt x="3406799" y="1249252"/>
                </a:lnTo>
                <a:cubicBezTo>
                  <a:pt x="3407204" y="1249252"/>
                  <a:pt x="3407609" y="1248847"/>
                  <a:pt x="3408013" y="1248847"/>
                </a:cubicBezTo>
                <a:close/>
                <a:moveTo>
                  <a:pt x="3691788" y="1248442"/>
                </a:moveTo>
                <a:lnTo>
                  <a:pt x="3701908" y="1248442"/>
                </a:lnTo>
                <a:cubicBezTo>
                  <a:pt x="3702313" y="1248442"/>
                  <a:pt x="3702718" y="1248442"/>
                  <a:pt x="3703123" y="1248847"/>
                </a:cubicBezTo>
                <a:lnTo>
                  <a:pt x="3707980" y="1257753"/>
                </a:lnTo>
                <a:cubicBezTo>
                  <a:pt x="3708385" y="1258157"/>
                  <a:pt x="3708385" y="1258562"/>
                  <a:pt x="3707980" y="1258967"/>
                </a:cubicBezTo>
                <a:lnTo>
                  <a:pt x="3703123" y="1267873"/>
                </a:lnTo>
                <a:cubicBezTo>
                  <a:pt x="3703123" y="1268278"/>
                  <a:pt x="3702718" y="1268683"/>
                  <a:pt x="3701908" y="1268278"/>
                </a:cubicBezTo>
                <a:lnTo>
                  <a:pt x="3691788" y="1268278"/>
                </a:lnTo>
                <a:cubicBezTo>
                  <a:pt x="3691383" y="1268278"/>
                  <a:pt x="3690978" y="1268278"/>
                  <a:pt x="3690574" y="1267873"/>
                </a:cubicBezTo>
                <a:lnTo>
                  <a:pt x="3685716" y="1258967"/>
                </a:lnTo>
                <a:cubicBezTo>
                  <a:pt x="3685311" y="1258562"/>
                  <a:pt x="3685311" y="1258157"/>
                  <a:pt x="3685716" y="1257753"/>
                </a:cubicBezTo>
                <a:lnTo>
                  <a:pt x="3690574" y="1248847"/>
                </a:lnTo>
                <a:cubicBezTo>
                  <a:pt x="3690978" y="1248847"/>
                  <a:pt x="3691383" y="1248442"/>
                  <a:pt x="3691788" y="1248442"/>
                </a:cubicBezTo>
                <a:close/>
                <a:moveTo>
                  <a:pt x="3448495" y="1248442"/>
                </a:moveTo>
                <a:lnTo>
                  <a:pt x="3459425" y="1248442"/>
                </a:lnTo>
                <a:cubicBezTo>
                  <a:pt x="3459830" y="1248442"/>
                  <a:pt x="3460235" y="1248442"/>
                  <a:pt x="3460640" y="1248847"/>
                </a:cubicBezTo>
                <a:lnTo>
                  <a:pt x="3465903" y="1258157"/>
                </a:lnTo>
                <a:cubicBezTo>
                  <a:pt x="3466307" y="1258562"/>
                  <a:pt x="3466307" y="1258967"/>
                  <a:pt x="3465903" y="1259372"/>
                </a:cubicBezTo>
                <a:lnTo>
                  <a:pt x="3460640" y="1268683"/>
                </a:lnTo>
                <a:cubicBezTo>
                  <a:pt x="3460357" y="1268954"/>
                  <a:pt x="3459951" y="1269221"/>
                  <a:pt x="3459425" y="1269492"/>
                </a:cubicBezTo>
                <a:lnTo>
                  <a:pt x="3448495" y="1269492"/>
                </a:lnTo>
                <a:cubicBezTo>
                  <a:pt x="3448091" y="1269492"/>
                  <a:pt x="3447686" y="1269087"/>
                  <a:pt x="3447281" y="1268683"/>
                </a:cubicBezTo>
                <a:lnTo>
                  <a:pt x="3442019" y="1259372"/>
                </a:lnTo>
                <a:cubicBezTo>
                  <a:pt x="3441614" y="1258967"/>
                  <a:pt x="3441614" y="1258562"/>
                  <a:pt x="3442019" y="1258157"/>
                </a:cubicBezTo>
                <a:lnTo>
                  <a:pt x="3447281" y="1248847"/>
                </a:lnTo>
                <a:cubicBezTo>
                  <a:pt x="3447686" y="1248847"/>
                  <a:pt x="3448091" y="1248442"/>
                  <a:pt x="3448495" y="1248442"/>
                </a:cubicBezTo>
                <a:close/>
                <a:moveTo>
                  <a:pt x="2396388" y="1248442"/>
                </a:moveTo>
                <a:lnTo>
                  <a:pt x="2406508" y="1248442"/>
                </a:lnTo>
                <a:cubicBezTo>
                  <a:pt x="2406913" y="1248442"/>
                  <a:pt x="2407317" y="1248847"/>
                  <a:pt x="2407722" y="1249252"/>
                </a:cubicBezTo>
                <a:lnTo>
                  <a:pt x="2412985" y="1258157"/>
                </a:lnTo>
                <a:cubicBezTo>
                  <a:pt x="2413390" y="1258562"/>
                  <a:pt x="2413390" y="1258967"/>
                  <a:pt x="2412985" y="1259372"/>
                </a:cubicBezTo>
                <a:lnTo>
                  <a:pt x="2407722" y="1268278"/>
                </a:lnTo>
                <a:cubicBezTo>
                  <a:pt x="2407722" y="1268278"/>
                  <a:pt x="2407317" y="1268683"/>
                  <a:pt x="2406508" y="1268683"/>
                </a:cubicBezTo>
                <a:lnTo>
                  <a:pt x="2396388" y="1268683"/>
                </a:lnTo>
                <a:cubicBezTo>
                  <a:pt x="2395983" y="1268683"/>
                  <a:pt x="2395578" y="1268683"/>
                  <a:pt x="2395173" y="1268278"/>
                </a:cubicBezTo>
                <a:lnTo>
                  <a:pt x="2389911" y="1259372"/>
                </a:lnTo>
                <a:cubicBezTo>
                  <a:pt x="2389506" y="1258967"/>
                  <a:pt x="2389506" y="1258562"/>
                  <a:pt x="2389911" y="1258157"/>
                </a:cubicBezTo>
                <a:lnTo>
                  <a:pt x="2395173" y="1249252"/>
                </a:lnTo>
                <a:cubicBezTo>
                  <a:pt x="2395578" y="1248847"/>
                  <a:pt x="2395983" y="1248442"/>
                  <a:pt x="2396388" y="1248442"/>
                </a:cubicBezTo>
                <a:close/>
                <a:moveTo>
                  <a:pt x="2801199" y="1248037"/>
                </a:moveTo>
                <a:lnTo>
                  <a:pt x="2811320" y="1248037"/>
                </a:lnTo>
                <a:cubicBezTo>
                  <a:pt x="2811724" y="1248037"/>
                  <a:pt x="2812130" y="1248442"/>
                  <a:pt x="2812534" y="1248847"/>
                </a:cubicBezTo>
                <a:lnTo>
                  <a:pt x="2817797" y="1257752"/>
                </a:lnTo>
                <a:cubicBezTo>
                  <a:pt x="2818202" y="1258157"/>
                  <a:pt x="2818202" y="1258562"/>
                  <a:pt x="2817797" y="1258967"/>
                </a:cubicBezTo>
                <a:lnTo>
                  <a:pt x="2812534" y="1267873"/>
                </a:lnTo>
                <a:cubicBezTo>
                  <a:pt x="2812534" y="1268278"/>
                  <a:pt x="2812130" y="1268682"/>
                  <a:pt x="2811320" y="1268682"/>
                </a:cubicBezTo>
                <a:lnTo>
                  <a:pt x="2801199" y="1268682"/>
                </a:lnTo>
                <a:cubicBezTo>
                  <a:pt x="2800795" y="1268682"/>
                  <a:pt x="2800390" y="1268278"/>
                  <a:pt x="2799985" y="1267873"/>
                </a:cubicBezTo>
                <a:lnTo>
                  <a:pt x="2794723" y="1258967"/>
                </a:lnTo>
                <a:cubicBezTo>
                  <a:pt x="2794318" y="1258562"/>
                  <a:pt x="2794318" y="1258157"/>
                  <a:pt x="2794723" y="1257752"/>
                </a:cubicBezTo>
                <a:lnTo>
                  <a:pt x="2799985" y="1248847"/>
                </a:lnTo>
                <a:cubicBezTo>
                  <a:pt x="2800390" y="1248442"/>
                  <a:pt x="2800795" y="1248037"/>
                  <a:pt x="2801199" y="1248037"/>
                </a:cubicBezTo>
                <a:close/>
                <a:moveTo>
                  <a:pt x="2760718" y="1248037"/>
                </a:moveTo>
                <a:lnTo>
                  <a:pt x="2771243" y="1248037"/>
                </a:lnTo>
                <a:cubicBezTo>
                  <a:pt x="2771649" y="1248037"/>
                  <a:pt x="2772053" y="1248037"/>
                  <a:pt x="2772458" y="1248442"/>
                </a:cubicBezTo>
                <a:lnTo>
                  <a:pt x="2777721" y="1257752"/>
                </a:lnTo>
                <a:cubicBezTo>
                  <a:pt x="2778126" y="1258157"/>
                  <a:pt x="2778126" y="1258562"/>
                  <a:pt x="2777721" y="1258967"/>
                </a:cubicBezTo>
                <a:lnTo>
                  <a:pt x="2772458" y="1268278"/>
                </a:lnTo>
                <a:cubicBezTo>
                  <a:pt x="2772053" y="1268682"/>
                  <a:pt x="2771649" y="1269087"/>
                  <a:pt x="2771243" y="1268682"/>
                </a:cubicBezTo>
                <a:lnTo>
                  <a:pt x="2760718" y="1268682"/>
                </a:lnTo>
                <a:cubicBezTo>
                  <a:pt x="2760314" y="1268682"/>
                  <a:pt x="2759909" y="1268682"/>
                  <a:pt x="2759504" y="1268278"/>
                </a:cubicBezTo>
                <a:lnTo>
                  <a:pt x="2754242" y="1258967"/>
                </a:lnTo>
                <a:cubicBezTo>
                  <a:pt x="2753837" y="1258562"/>
                  <a:pt x="2753837" y="1258157"/>
                  <a:pt x="2754242" y="1257752"/>
                </a:cubicBezTo>
                <a:lnTo>
                  <a:pt x="2759504" y="1248442"/>
                </a:lnTo>
                <a:cubicBezTo>
                  <a:pt x="2759909" y="1248442"/>
                  <a:pt x="2760314" y="1248037"/>
                  <a:pt x="2760718" y="1248037"/>
                </a:cubicBezTo>
                <a:close/>
                <a:moveTo>
                  <a:pt x="3731460" y="1247632"/>
                </a:moveTo>
                <a:lnTo>
                  <a:pt x="3742794" y="1247632"/>
                </a:lnTo>
                <a:cubicBezTo>
                  <a:pt x="3743199" y="1247632"/>
                  <a:pt x="3743604" y="1248037"/>
                  <a:pt x="3744009" y="1248442"/>
                </a:cubicBezTo>
                <a:lnTo>
                  <a:pt x="3749676" y="1258157"/>
                </a:lnTo>
                <a:cubicBezTo>
                  <a:pt x="3750081" y="1258562"/>
                  <a:pt x="3750081" y="1258967"/>
                  <a:pt x="3749676" y="1259372"/>
                </a:cubicBezTo>
                <a:lnTo>
                  <a:pt x="3744009" y="1269087"/>
                </a:lnTo>
                <a:cubicBezTo>
                  <a:pt x="3744009" y="1269087"/>
                  <a:pt x="3743604" y="1269492"/>
                  <a:pt x="3742794" y="1269897"/>
                </a:cubicBezTo>
                <a:lnTo>
                  <a:pt x="3731460" y="1269897"/>
                </a:lnTo>
                <a:cubicBezTo>
                  <a:pt x="3731055" y="1269897"/>
                  <a:pt x="3730650" y="1269492"/>
                  <a:pt x="3730245" y="1269087"/>
                </a:cubicBezTo>
                <a:lnTo>
                  <a:pt x="3724578" y="1259372"/>
                </a:lnTo>
                <a:cubicBezTo>
                  <a:pt x="3724173" y="1258967"/>
                  <a:pt x="3724173" y="1258562"/>
                  <a:pt x="3724578" y="1258157"/>
                </a:cubicBezTo>
                <a:lnTo>
                  <a:pt x="3730245" y="1248442"/>
                </a:lnTo>
                <a:cubicBezTo>
                  <a:pt x="3730650" y="1248037"/>
                  <a:pt x="3731055" y="1247632"/>
                  <a:pt x="3731460" y="1247632"/>
                </a:cubicBezTo>
                <a:close/>
                <a:moveTo>
                  <a:pt x="3610016" y="1247632"/>
                </a:moveTo>
                <a:lnTo>
                  <a:pt x="3621755" y="1247632"/>
                </a:lnTo>
                <a:cubicBezTo>
                  <a:pt x="3622160" y="1247632"/>
                  <a:pt x="3622565" y="1247632"/>
                  <a:pt x="3622969" y="1248037"/>
                </a:cubicBezTo>
                <a:lnTo>
                  <a:pt x="3628637" y="1258157"/>
                </a:lnTo>
                <a:cubicBezTo>
                  <a:pt x="3629042" y="1258562"/>
                  <a:pt x="3629042" y="1258967"/>
                  <a:pt x="3628637" y="1259372"/>
                </a:cubicBezTo>
                <a:lnTo>
                  <a:pt x="3622969" y="1269492"/>
                </a:lnTo>
                <a:cubicBezTo>
                  <a:pt x="3622969" y="1269492"/>
                  <a:pt x="3622565" y="1269897"/>
                  <a:pt x="3621755" y="1270302"/>
                </a:cubicBezTo>
                <a:lnTo>
                  <a:pt x="3610016" y="1270302"/>
                </a:lnTo>
                <a:cubicBezTo>
                  <a:pt x="3609611" y="1270302"/>
                  <a:pt x="3609206" y="1269897"/>
                  <a:pt x="3608801" y="1269492"/>
                </a:cubicBezTo>
                <a:lnTo>
                  <a:pt x="3603134" y="1259372"/>
                </a:lnTo>
                <a:cubicBezTo>
                  <a:pt x="3602729" y="1258967"/>
                  <a:pt x="3602729" y="1258562"/>
                  <a:pt x="3603134" y="1258157"/>
                </a:cubicBezTo>
                <a:lnTo>
                  <a:pt x="3608801" y="1248037"/>
                </a:lnTo>
                <a:cubicBezTo>
                  <a:pt x="3609206" y="1248037"/>
                  <a:pt x="3609611" y="1247632"/>
                  <a:pt x="3610016" y="1247632"/>
                </a:cubicBezTo>
                <a:close/>
                <a:moveTo>
                  <a:pt x="3489381" y="1247632"/>
                </a:moveTo>
                <a:lnTo>
                  <a:pt x="3499906" y="1247632"/>
                </a:lnTo>
                <a:cubicBezTo>
                  <a:pt x="3500312" y="1247632"/>
                  <a:pt x="3500716" y="1248037"/>
                  <a:pt x="3501121" y="1248442"/>
                </a:cubicBezTo>
                <a:lnTo>
                  <a:pt x="3506384" y="1257752"/>
                </a:lnTo>
                <a:cubicBezTo>
                  <a:pt x="3506789" y="1258157"/>
                  <a:pt x="3506789" y="1258562"/>
                  <a:pt x="3506384" y="1258967"/>
                </a:cubicBezTo>
                <a:lnTo>
                  <a:pt x="3501121" y="1268277"/>
                </a:lnTo>
                <a:cubicBezTo>
                  <a:pt x="3500716" y="1268682"/>
                  <a:pt x="3500312" y="1269087"/>
                  <a:pt x="3499906" y="1269087"/>
                </a:cubicBezTo>
                <a:lnTo>
                  <a:pt x="3489381" y="1269087"/>
                </a:lnTo>
                <a:cubicBezTo>
                  <a:pt x="3488977" y="1269087"/>
                  <a:pt x="3488572" y="1268682"/>
                  <a:pt x="3488167" y="1268277"/>
                </a:cubicBezTo>
                <a:lnTo>
                  <a:pt x="3482905" y="1258967"/>
                </a:lnTo>
                <a:cubicBezTo>
                  <a:pt x="3482500" y="1258562"/>
                  <a:pt x="3482500" y="1258157"/>
                  <a:pt x="3482905" y="1257752"/>
                </a:cubicBezTo>
                <a:lnTo>
                  <a:pt x="3488167" y="1248442"/>
                </a:lnTo>
                <a:cubicBezTo>
                  <a:pt x="3488572" y="1248037"/>
                  <a:pt x="3488977" y="1247632"/>
                  <a:pt x="3489381" y="1247632"/>
                </a:cubicBezTo>
                <a:close/>
                <a:moveTo>
                  <a:pt x="2719832" y="1247632"/>
                </a:moveTo>
                <a:lnTo>
                  <a:pt x="2730762" y="1247632"/>
                </a:lnTo>
                <a:cubicBezTo>
                  <a:pt x="2731167" y="1247632"/>
                  <a:pt x="2731572" y="1248037"/>
                  <a:pt x="2731977" y="1248442"/>
                </a:cubicBezTo>
                <a:lnTo>
                  <a:pt x="2737240" y="1257752"/>
                </a:lnTo>
                <a:cubicBezTo>
                  <a:pt x="2737644" y="1258157"/>
                  <a:pt x="2737644" y="1258562"/>
                  <a:pt x="2737240" y="1258967"/>
                </a:cubicBezTo>
                <a:lnTo>
                  <a:pt x="2731977" y="1268277"/>
                </a:lnTo>
                <a:cubicBezTo>
                  <a:pt x="2731572" y="1268682"/>
                  <a:pt x="2731167" y="1269087"/>
                  <a:pt x="2730762" y="1269087"/>
                </a:cubicBezTo>
                <a:lnTo>
                  <a:pt x="2719832" y="1269087"/>
                </a:lnTo>
                <a:cubicBezTo>
                  <a:pt x="2719428" y="1269087"/>
                  <a:pt x="2719023" y="1268682"/>
                  <a:pt x="2718618" y="1268277"/>
                </a:cubicBezTo>
                <a:lnTo>
                  <a:pt x="2713356" y="1258967"/>
                </a:lnTo>
                <a:cubicBezTo>
                  <a:pt x="2712951" y="1258562"/>
                  <a:pt x="2712951" y="1258157"/>
                  <a:pt x="2713356" y="1257752"/>
                </a:cubicBezTo>
                <a:lnTo>
                  <a:pt x="2718618" y="1248442"/>
                </a:lnTo>
                <a:cubicBezTo>
                  <a:pt x="2719023" y="1248037"/>
                  <a:pt x="2719428" y="1247632"/>
                  <a:pt x="2719832" y="1247632"/>
                </a:cubicBezTo>
                <a:close/>
                <a:moveTo>
                  <a:pt x="2436059" y="1247632"/>
                </a:moveTo>
                <a:lnTo>
                  <a:pt x="2447799" y="1247632"/>
                </a:lnTo>
                <a:cubicBezTo>
                  <a:pt x="2448204" y="1247632"/>
                  <a:pt x="2448608" y="1247632"/>
                  <a:pt x="2449013" y="1248037"/>
                </a:cubicBezTo>
                <a:lnTo>
                  <a:pt x="2454681" y="1258157"/>
                </a:lnTo>
                <a:cubicBezTo>
                  <a:pt x="2455086" y="1258562"/>
                  <a:pt x="2455086" y="1258967"/>
                  <a:pt x="2454681" y="1259372"/>
                </a:cubicBezTo>
                <a:lnTo>
                  <a:pt x="2449013" y="1269492"/>
                </a:lnTo>
                <a:cubicBezTo>
                  <a:pt x="2449013" y="1269492"/>
                  <a:pt x="2448608" y="1269897"/>
                  <a:pt x="2447799" y="1270302"/>
                </a:cubicBezTo>
                <a:lnTo>
                  <a:pt x="2436059" y="1270302"/>
                </a:lnTo>
                <a:cubicBezTo>
                  <a:pt x="2435654" y="1270302"/>
                  <a:pt x="2435250" y="1269897"/>
                  <a:pt x="2434845" y="1269492"/>
                </a:cubicBezTo>
                <a:lnTo>
                  <a:pt x="2429178" y="1259372"/>
                </a:lnTo>
                <a:cubicBezTo>
                  <a:pt x="2428773" y="1258967"/>
                  <a:pt x="2428773" y="1258562"/>
                  <a:pt x="2429178" y="1258157"/>
                </a:cubicBezTo>
                <a:lnTo>
                  <a:pt x="2434845" y="1248037"/>
                </a:lnTo>
                <a:cubicBezTo>
                  <a:pt x="2435250" y="1248037"/>
                  <a:pt x="2435654" y="1247632"/>
                  <a:pt x="2436059" y="1247632"/>
                </a:cubicBezTo>
                <a:close/>
                <a:moveTo>
                  <a:pt x="3569534" y="1247227"/>
                </a:moveTo>
                <a:lnTo>
                  <a:pt x="3581679" y="1247227"/>
                </a:lnTo>
                <a:cubicBezTo>
                  <a:pt x="3582083" y="1247227"/>
                  <a:pt x="3582488" y="1247227"/>
                  <a:pt x="3582893" y="1247632"/>
                </a:cubicBezTo>
                <a:lnTo>
                  <a:pt x="3588965" y="1258157"/>
                </a:lnTo>
                <a:cubicBezTo>
                  <a:pt x="3589370" y="1258562"/>
                  <a:pt x="3589370" y="1258967"/>
                  <a:pt x="3588965" y="1259371"/>
                </a:cubicBezTo>
                <a:lnTo>
                  <a:pt x="3582893" y="1269897"/>
                </a:lnTo>
                <a:cubicBezTo>
                  <a:pt x="3582488" y="1270301"/>
                  <a:pt x="3582083" y="1270301"/>
                  <a:pt x="3581679" y="1270706"/>
                </a:cubicBezTo>
                <a:lnTo>
                  <a:pt x="3569534" y="1270706"/>
                </a:lnTo>
                <a:cubicBezTo>
                  <a:pt x="3569130" y="1270706"/>
                  <a:pt x="3568724" y="1270301"/>
                  <a:pt x="3568320" y="1269897"/>
                </a:cubicBezTo>
                <a:lnTo>
                  <a:pt x="3562248" y="1259371"/>
                </a:lnTo>
                <a:cubicBezTo>
                  <a:pt x="3561843" y="1258967"/>
                  <a:pt x="3561843" y="1258562"/>
                  <a:pt x="3562248" y="1258157"/>
                </a:cubicBezTo>
                <a:lnTo>
                  <a:pt x="3568320" y="1247632"/>
                </a:lnTo>
                <a:cubicBezTo>
                  <a:pt x="3568724" y="1247632"/>
                  <a:pt x="3569130" y="1247227"/>
                  <a:pt x="3569534" y="1247227"/>
                </a:cubicBezTo>
                <a:close/>
                <a:moveTo>
                  <a:pt x="3528648" y="1246823"/>
                </a:moveTo>
                <a:lnTo>
                  <a:pt x="3541197" y="1246823"/>
                </a:lnTo>
                <a:cubicBezTo>
                  <a:pt x="3541602" y="1246823"/>
                  <a:pt x="3542007" y="1246823"/>
                  <a:pt x="3542411" y="1247228"/>
                </a:cubicBezTo>
                <a:lnTo>
                  <a:pt x="3548889" y="1258158"/>
                </a:lnTo>
                <a:cubicBezTo>
                  <a:pt x="3549293" y="1258563"/>
                  <a:pt x="3549293" y="1258967"/>
                  <a:pt x="3548889" y="1259372"/>
                </a:cubicBezTo>
                <a:lnTo>
                  <a:pt x="3542411" y="1270302"/>
                </a:lnTo>
                <a:cubicBezTo>
                  <a:pt x="3542411" y="1270707"/>
                  <a:pt x="3542007" y="1270707"/>
                  <a:pt x="3541197" y="1270707"/>
                </a:cubicBezTo>
                <a:lnTo>
                  <a:pt x="3528648" y="1270707"/>
                </a:lnTo>
                <a:cubicBezTo>
                  <a:pt x="3528243" y="1270707"/>
                  <a:pt x="3527838" y="1270707"/>
                  <a:pt x="3527433" y="1270302"/>
                </a:cubicBezTo>
                <a:lnTo>
                  <a:pt x="3520957" y="1259372"/>
                </a:lnTo>
                <a:cubicBezTo>
                  <a:pt x="3520552" y="1258967"/>
                  <a:pt x="3520552" y="1258563"/>
                  <a:pt x="3520957" y="1258158"/>
                </a:cubicBezTo>
                <a:lnTo>
                  <a:pt x="3527433" y="1247228"/>
                </a:lnTo>
                <a:cubicBezTo>
                  <a:pt x="3527838" y="1247228"/>
                  <a:pt x="3528243" y="1246823"/>
                  <a:pt x="3528648" y="1246823"/>
                </a:cubicBezTo>
                <a:close/>
                <a:moveTo>
                  <a:pt x="2476540" y="1246823"/>
                </a:moveTo>
                <a:lnTo>
                  <a:pt x="2488280" y="1246823"/>
                </a:lnTo>
                <a:cubicBezTo>
                  <a:pt x="2488685" y="1246823"/>
                  <a:pt x="2489089" y="1247228"/>
                  <a:pt x="2489494" y="1247633"/>
                </a:cubicBezTo>
                <a:lnTo>
                  <a:pt x="2495162" y="1257753"/>
                </a:lnTo>
                <a:cubicBezTo>
                  <a:pt x="2495567" y="1258158"/>
                  <a:pt x="2495567" y="1258563"/>
                  <a:pt x="2495162" y="1258967"/>
                </a:cubicBezTo>
                <a:lnTo>
                  <a:pt x="2489494" y="1269088"/>
                </a:lnTo>
                <a:cubicBezTo>
                  <a:pt x="2489089" y="1269492"/>
                  <a:pt x="2488685" y="1269897"/>
                  <a:pt x="2488280" y="1269492"/>
                </a:cubicBezTo>
                <a:lnTo>
                  <a:pt x="2476540" y="1269492"/>
                </a:lnTo>
                <a:cubicBezTo>
                  <a:pt x="2476135" y="1269492"/>
                  <a:pt x="2475731" y="1269492"/>
                  <a:pt x="2475326" y="1269088"/>
                </a:cubicBezTo>
                <a:lnTo>
                  <a:pt x="2469659" y="1258967"/>
                </a:lnTo>
                <a:cubicBezTo>
                  <a:pt x="2469254" y="1258563"/>
                  <a:pt x="2469254" y="1258158"/>
                  <a:pt x="2469659" y="1257753"/>
                </a:cubicBezTo>
                <a:lnTo>
                  <a:pt x="2475326" y="1247633"/>
                </a:lnTo>
                <a:cubicBezTo>
                  <a:pt x="2475731" y="1247228"/>
                  <a:pt x="2476135" y="1246823"/>
                  <a:pt x="2476540" y="1246823"/>
                </a:cubicBezTo>
                <a:close/>
                <a:moveTo>
                  <a:pt x="2516212" y="1246418"/>
                </a:moveTo>
                <a:lnTo>
                  <a:pt x="2529571" y="1246418"/>
                </a:lnTo>
                <a:cubicBezTo>
                  <a:pt x="2529976" y="1246418"/>
                  <a:pt x="2530381" y="1246418"/>
                  <a:pt x="2530785" y="1246823"/>
                </a:cubicBezTo>
                <a:lnTo>
                  <a:pt x="2537262" y="1258158"/>
                </a:lnTo>
                <a:cubicBezTo>
                  <a:pt x="2537667" y="1258562"/>
                  <a:pt x="2537667" y="1258967"/>
                  <a:pt x="2537262" y="1259372"/>
                </a:cubicBezTo>
                <a:lnTo>
                  <a:pt x="2530785" y="1270707"/>
                </a:lnTo>
                <a:cubicBezTo>
                  <a:pt x="2530381" y="1271112"/>
                  <a:pt x="2529976" y="1271112"/>
                  <a:pt x="2529571" y="1271516"/>
                </a:cubicBezTo>
                <a:lnTo>
                  <a:pt x="2516212" y="1271516"/>
                </a:lnTo>
                <a:cubicBezTo>
                  <a:pt x="2515807" y="1271516"/>
                  <a:pt x="2515402" y="1271112"/>
                  <a:pt x="2514998" y="1270707"/>
                </a:cubicBezTo>
                <a:lnTo>
                  <a:pt x="2508521" y="1259372"/>
                </a:lnTo>
                <a:cubicBezTo>
                  <a:pt x="2508116" y="1258967"/>
                  <a:pt x="2508116" y="1258562"/>
                  <a:pt x="2508521" y="1258158"/>
                </a:cubicBezTo>
                <a:lnTo>
                  <a:pt x="2514998" y="1246823"/>
                </a:lnTo>
                <a:cubicBezTo>
                  <a:pt x="2515402" y="1246823"/>
                  <a:pt x="2515807" y="1246418"/>
                  <a:pt x="2516212" y="1246418"/>
                </a:cubicBezTo>
                <a:close/>
                <a:moveTo>
                  <a:pt x="3648877" y="1243989"/>
                </a:moveTo>
                <a:lnTo>
                  <a:pt x="3663855" y="1243989"/>
                </a:lnTo>
                <a:cubicBezTo>
                  <a:pt x="3664261" y="1243989"/>
                  <a:pt x="3664665" y="1244394"/>
                  <a:pt x="3665070" y="1244799"/>
                </a:cubicBezTo>
                <a:lnTo>
                  <a:pt x="3672357" y="1257753"/>
                </a:lnTo>
                <a:cubicBezTo>
                  <a:pt x="3672762" y="1258157"/>
                  <a:pt x="3672762" y="1258562"/>
                  <a:pt x="3672357" y="1258967"/>
                </a:cubicBezTo>
                <a:lnTo>
                  <a:pt x="3665070" y="1271921"/>
                </a:lnTo>
                <a:cubicBezTo>
                  <a:pt x="3665070" y="1272326"/>
                  <a:pt x="3664665" y="1272731"/>
                  <a:pt x="3663855" y="1272731"/>
                </a:cubicBezTo>
                <a:lnTo>
                  <a:pt x="3648877" y="1272731"/>
                </a:lnTo>
                <a:cubicBezTo>
                  <a:pt x="3648473" y="1272731"/>
                  <a:pt x="3648068" y="1272326"/>
                  <a:pt x="3647663" y="1271921"/>
                </a:cubicBezTo>
                <a:lnTo>
                  <a:pt x="3640377" y="1258967"/>
                </a:lnTo>
                <a:cubicBezTo>
                  <a:pt x="3639972" y="1258562"/>
                  <a:pt x="3639972" y="1258157"/>
                  <a:pt x="3640377" y="1257753"/>
                </a:cubicBezTo>
                <a:lnTo>
                  <a:pt x="3647663" y="1244799"/>
                </a:lnTo>
                <a:cubicBezTo>
                  <a:pt x="3648068" y="1244394"/>
                  <a:pt x="3648473" y="1243989"/>
                  <a:pt x="3648877" y="1243989"/>
                </a:cubicBezTo>
                <a:close/>
                <a:moveTo>
                  <a:pt x="2596364" y="1243989"/>
                </a:moveTo>
                <a:lnTo>
                  <a:pt x="2611747" y="1243989"/>
                </a:lnTo>
                <a:cubicBezTo>
                  <a:pt x="2612152" y="1243989"/>
                  <a:pt x="2612557" y="1244394"/>
                  <a:pt x="2612962" y="1244799"/>
                </a:cubicBezTo>
                <a:lnTo>
                  <a:pt x="2620653" y="1258157"/>
                </a:lnTo>
                <a:cubicBezTo>
                  <a:pt x="2621058" y="1258562"/>
                  <a:pt x="2621058" y="1258967"/>
                  <a:pt x="2620653" y="1259372"/>
                </a:cubicBezTo>
                <a:lnTo>
                  <a:pt x="2612962" y="1272731"/>
                </a:lnTo>
                <a:cubicBezTo>
                  <a:pt x="2612557" y="1273136"/>
                  <a:pt x="2612152" y="1273136"/>
                  <a:pt x="2611747" y="1273136"/>
                </a:cubicBezTo>
                <a:lnTo>
                  <a:pt x="2596364" y="1273136"/>
                </a:lnTo>
                <a:cubicBezTo>
                  <a:pt x="2595960" y="1273136"/>
                  <a:pt x="2595555" y="1273136"/>
                  <a:pt x="2595150" y="1272731"/>
                </a:cubicBezTo>
                <a:lnTo>
                  <a:pt x="2587459" y="1259372"/>
                </a:lnTo>
                <a:cubicBezTo>
                  <a:pt x="2587054" y="1258967"/>
                  <a:pt x="2587054" y="1258562"/>
                  <a:pt x="2587459" y="1258157"/>
                </a:cubicBezTo>
                <a:lnTo>
                  <a:pt x="2595150" y="1244799"/>
                </a:lnTo>
                <a:cubicBezTo>
                  <a:pt x="2595555" y="1244394"/>
                  <a:pt x="2595960" y="1243989"/>
                  <a:pt x="2596364" y="1243989"/>
                </a:cubicBezTo>
                <a:close/>
                <a:moveTo>
                  <a:pt x="2676923" y="1243584"/>
                </a:moveTo>
                <a:lnTo>
                  <a:pt x="2692710" y="1243584"/>
                </a:lnTo>
                <a:cubicBezTo>
                  <a:pt x="2693115" y="1243584"/>
                  <a:pt x="2693520" y="1243584"/>
                  <a:pt x="2693925" y="1243989"/>
                </a:cubicBezTo>
                <a:lnTo>
                  <a:pt x="2701616" y="1257752"/>
                </a:lnTo>
                <a:cubicBezTo>
                  <a:pt x="2702021" y="1258157"/>
                  <a:pt x="2702021" y="1258562"/>
                  <a:pt x="2701616" y="1258967"/>
                </a:cubicBezTo>
                <a:lnTo>
                  <a:pt x="2693925" y="1272730"/>
                </a:lnTo>
                <a:cubicBezTo>
                  <a:pt x="2693925" y="1273135"/>
                  <a:pt x="2693520" y="1273540"/>
                  <a:pt x="2692710" y="1273135"/>
                </a:cubicBezTo>
                <a:lnTo>
                  <a:pt x="2676923" y="1273135"/>
                </a:lnTo>
                <a:cubicBezTo>
                  <a:pt x="2676518" y="1273135"/>
                  <a:pt x="2676113" y="1273135"/>
                  <a:pt x="2675708" y="1272730"/>
                </a:cubicBezTo>
                <a:lnTo>
                  <a:pt x="2668017" y="1258967"/>
                </a:lnTo>
                <a:cubicBezTo>
                  <a:pt x="2667612" y="1258562"/>
                  <a:pt x="2667612" y="1258157"/>
                  <a:pt x="2668017" y="1257752"/>
                </a:cubicBezTo>
                <a:lnTo>
                  <a:pt x="2675708" y="1243989"/>
                </a:lnTo>
                <a:cubicBezTo>
                  <a:pt x="2676113" y="1243989"/>
                  <a:pt x="2676518" y="1243584"/>
                  <a:pt x="2676923" y="1243584"/>
                </a:cubicBezTo>
                <a:close/>
                <a:moveTo>
                  <a:pt x="2555478" y="1243584"/>
                </a:moveTo>
                <a:lnTo>
                  <a:pt x="2570861" y="1243584"/>
                </a:lnTo>
                <a:cubicBezTo>
                  <a:pt x="2571266" y="1243584"/>
                  <a:pt x="2571671" y="1243989"/>
                  <a:pt x="2572076" y="1244394"/>
                </a:cubicBezTo>
                <a:lnTo>
                  <a:pt x="2579767" y="1257752"/>
                </a:lnTo>
                <a:cubicBezTo>
                  <a:pt x="2580172" y="1258157"/>
                  <a:pt x="2580172" y="1258562"/>
                  <a:pt x="2579767" y="1258967"/>
                </a:cubicBezTo>
                <a:lnTo>
                  <a:pt x="2572076" y="1272326"/>
                </a:lnTo>
                <a:cubicBezTo>
                  <a:pt x="2572076" y="1272730"/>
                  <a:pt x="2571671" y="1273135"/>
                  <a:pt x="2570861" y="1272730"/>
                </a:cubicBezTo>
                <a:lnTo>
                  <a:pt x="2555478" y="1272730"/>
                </a:lnTo>
                <a:cubicBezTo>
                  <a:pt x="2555073" y="1272730"/>
                  <a:pt x="2554669" y="1272730"/>
                  <a:pt x="2554264" y="1272326"/>
                </a:cubicBezTo>
                <a:lnTo>
                  <a:pt x="2546573" y="1258967"/>
                </a:lnTo>
                <a:cubicBezTo>
                  <a:pt x="2546168" y="1258562"/>
                  <a:pt x="2546168" y="1258157"/>
                  <a:pt x="2546573" y="1257752"/>
                </a:cubicBezTo>
                <a:lnTo>
                  <a:pt x="2554264" y="1244394"/>
                </a:lnTo>
                <a:cubicBezTo>
                  <a:pt x="2554669" y="1243989"/>
                  <a:pt x="2555073" y="1243584"/>
                  <a:pt x="2555478" y="1243584"/>
                </a:cubicBezTo>
                <a:close/>
                <a:moveTo>
                  <a:pt x="2636441" y="1243179"/>
                </a:moveTo>
                <a:lnTo>
                  <a:pt x="2652229" y="1243179"/>
                </a:lnTo>
                <a:cubicBezTo>
                  <a:pt x="2652634" y="1243179"/>
                  <a:pt x="2653039" y="1243584"/>
                  <a:pt x="2653444" y="1243989"/>
                </a:cubicBezTo>
                <a:lnTo>
                  <a:pt x="2661540" y="1257752"/>
                </a:lnTo>
                <a:cubicBezTo>
                  <a:pt x="2661944" y="1258157"/>
                  <a:pt x="2661944" y="1258562"/>
                  <a:pt x="2661540" y="1258967"/>
                </a:cubicBezTo>
                <a:lnTo>
                  <a:pt x="2653444" y="1272730"/>
                </a:lnTo>
                <a:cubicBezTo>
                  <a:pt x="2653444" y="1273135"/>
                  <a:pt x="2653039" y="1273540"/>
                  <a:pt x="2652229" y="1273540"/>
                </a:cubicBezTo>
                <a:lnTo>
                  <a:pt x="2636441" y="1273540"/>
                </a:lnTo>
                <a:cubicBezTo>
                  <a:pt x="2636036" y="1273540"/>
                  <a:pt x="2635632" y="1273135"/>
                  <a:pt x="2635227" y="1272730"/>
                </a:cubicBezTo>
                <a:lnTo>
                  <a:pt x="2627131" y="1258967"/>
                </a:lnTo>
                <a:cubicBezTo>
                  <a:pt x="2626726" y="1258562"/>
                  <a:pt x="2626726" y="1258157"/>
                  <a:pt x="2627131" y="1257752"/>
                </a:cubicBezTo>
                <a:lnTo>
                  <a:pt x="2635227" y="1243989"/>
                </a:lnTo>
                <a:cubicBezTo>
                  <a:pt x="2635632" y="1243584"/>
                  <a:pt x="2636036" y="1243179"/>
                  <a:pt x="2636441" y="1243179"/>
                </a:cubicBezTo>
                <a:close/>
                <a:moveTo>
                  <a:pt x="3089021" y="1216462"/>
                </a:moveTo>
                <a:lnTo>
                  <a:pt x="3091045" y="1216462"/>
                </a:lnTo>
                <a:lnTo>
                  <a:pt x="3092260" y="1218081"/>
                </a:lnTo>
                <a:lnTo>
                  <a:pt x="3091045" y="1219700"/>
                </a:lnTo>
                <a:lnTo>
                  <a:pt x="3089021" y="1219700"/>
                </a:lnTo>
                <a:lnTo>
                  <a:pt x="3087807" y="1218081"/>
                </a:lnTo>
                <a:close/>
                <a:moveTo>
                  <a:pt x="3250542" y="1215652"/>
                </a:moveTo>
                <a:lnTo>
                  <a:pt x="3252971" y="1215652"/>
                </a:lnTo>
                <a:lnTo>
                  <a:pt x="3254186" y="1218081"/>
                </a:lnTo>
                <a:lnTo>
                  <a:pt x="3252971" y="1220510"/>
                </a:lnTo>
                <a:lnTo>
                  <a:pt x="3250542" y="1220510"/>
                </a:lnTo>
                <a:lnTo>
                  <a:pt x="3249328" y="1218081"/>
                </a:lnTo>
                <a:close/>
                <a:moveTo>
                  <a:pt x="3169175" y="1215652"/>
                </a:moveTo>
                <a:lnTo>
                  <a:pt x="3172008" y="1215652"/>
                </a:lnTo>
                <a:lnTo>
                  <a:pt x="3173223" y="1218081"/>
                </a:lnTo>
                <a:lnTo>
                  <a:pt x="3172008" y="1220510"/>
                </a:lnTo>
                <a:lnTo>
                  <a:pt x="3169175" y="1220510"/>
                </a:lnTo>
                <a:lnTo>
                  <a:pt x="3167960" y="1218081"/>
                </a:lnTo>
                <a:close/>
                <a:moveTo>
                  <a:pt x="3128694" y="1215652"/>
                </a:moveTo>
                <a:lnTo>
                  <a:pt x="3131527" y="1215652"/>
                </a:lnTo>
                <a:lnTo>
                  <a:pt x="3132742" y="1218081"/>
                </a:lnTo>
                <a:lnTo>
                  <a:pt x="3131527" y="1220510"/>
                </a:lnTo>
                <a:lnTo>
                  <a:pt x="3128694" y="1220510"/>
                </a:lnTo>
                <a:lnTo>
                  <a:pt x="3127479" y="1218081"/>
                </a:lnTo>
                <a:close/>
                <a:moveTo>
                  <a:pt x="3047731" y="1215652"/>
                </a:moveTo>
                <a:lnTo>
                  <a:pt x="3050564" y="1215652"/>
                </a:lnTo>
                <a:lnTo>
                  <a:pt x="3051779" y="1218081"/>
                </a:lnTo>
                <a:lnTo>
                  <a:pt x="3050564" y="1220510"/>
                </a:lnTo>
                <a:lnTo>
                  <a:pt x="3047731" y="1220510"/>
                </a:lnTo>
                <a:lnTo>
                  <a:pt x="3046516" y="1218081"/>
                </a:lnTo>
                <a:close/>
                <a:moveTo>
                  <a:pt x="3209655" y="1215247"/>
                </a:moveTo>
                <a:lnTo>
                  <a:pt x="3212894" y="1215247"/>
                </a:lnTo>
                <a:lnTo>
                  <a:pt x="3214513" y="1218081"/>
                </a:lnTo>
                <a:lnTo>
                  <a:pt x="3212894" y="1220914"/>
                </a:lnTo>
                <a:lnTo>
                  <a:pt x="3209655" y="1220914"/>
                </a:lnTo>
                <a:lnTo>
                  <a:pt x="3208036" y="1218081"/>
                </a:lnTo>
                <a:close/>
                <a:moveTo>
                  <a:pt x="3006844" y="1215247"/>
                </a:moveTo>
                <a:lnTo>
                  <a:pt x="3010488" y="1215247"/>
                </a:lnTo>
                <a:lnTo>
                  <a:pt x="3012107" y="1218081"/>
                </a:lnTo>
                <a:lnTo>
                  <a:pt x="3010488" y="1220914"/>
                </a:lnTo>
                <a:lnTo>
                  <a:pt x="3006844" y="1220914"/>
                </a:lnTo>
                <a:lnTo>
                  <a:pt x="3005225" y="1218081"/>
                </a:lnTo>
                <a:close/>
                <a:moveTo>
                  <a:pt x="3290618" y="1214842"/>
                </a:moveTo>
                <a:lnTo>
                  <a:pt x="3294261" y="1214842"/>
                </a:lnTo>
                <a:lnTo>
                  <a:pt x="3296286" y="1218081"/>
                </a:lnTo>
                <a:lnTo>
                  <a:pt x="3294261" y="1221319"/>
                </a:lnTo>
                <a:lnTo>
                  <a:pt x="3290618" y="1221319"/>
                </a:lnTo>
                <a:lnTo>
                  <a:pt x="3288594" y="1218081"/>
                </a:lnTo>
                <a:close/>
                <a:moveTo>
                  <a:pt x="2966768" y="1214438"/>
                </a:moveTo>
                <a:lnTo>
                  <a:pt x="2970007" y="1214438"/>
                </a:lnTo>
                <a:cubicBezTo>
                  <a:pt x="2970412" y="1214438"/>
                  <a:pt x="2970817" y="1214438"/>
                  <a:pt x="2971221" y="1214843"/>
                </a:cubicBezTo>
                <a:lnTo>
                  <a:pt x="2972841" y="1217676"/>
                </a:lnTo>
                <a:cubicBezTo>
                  <a:pt x="2973245" y="1218081"/>
                  <a:pt x="2973245" y="1218486"/>
                  <a:pt x="2972841" y="1218891"/>
                </a:cubicBezTo>
                <a:lnTo>
                  <a:pt x="2971221" y="1221725"/>
                </a:lnTo>
                <a:cubicBezTo>
                  <a:pt x="2970817" y="1222129"/>
                  <a:pt x="2970412" y="1222129"/>
                  <a:pt x="2970007" y="1222129"/>
                </a:cubicBezTo>
                <a:lnTo>
                  <a:pt x="2966768" y="1222129"/>
                </a:lnTo>
                <a:cubicBezTo>
                  <a:pt x="2966364" y="1222129"/>
                  <a:pt x="2965959" y="1222129"/>
                  <a:pt x="2965554" y="1221725"/>
                </a:cubicBezTo>
                <a:lnTo>
                  <a:pt x="2963935" y="1218891"/>
                </a:lnTo>
                <a:cubicBezTo>
                  <a:pt x="2963530" y="1218486"/>
                  <a:pt x="2963530" y="1218081"/>
                  <a:pt x="2963935" y="1217676"/>
                </a:cubicBezTo>
                <a:lnTo>
                  <a:pt x="2965554" y="1214843"/>
                </a:lnTo>
                <a:cubicBezTo>
                  <a:pt x="2965959" y="1214843"/>
                  <a:pt x="2966364" y="1214438"/>
                  <a:pt x="2966768" y="1214438"/>
                </a:cubicBezTo>
                <a:close/>
                <a:moveTo>
                  <a:pt x="4586018" y="1214033"/>
                </a:moveTo>
                <a:lnTo>
                  <a:pt x="4589257" y="1214033"/>
                </a:lnTo>
                <a:cubicBezTo>
                  <a:pt x="4589662" y="1214033"/>
                  <a:pt x="4590067" y="1214438"/>
                  <a:pt x="4590471" y="1214843"/>
                </a:cubicBezTo>
                <a:lnTo>
                  <a:pt x="4592091" y="1217676"/>
                </a:lnTo>
                <a:cubicBezTo>
                  <a:pt x="4592495" y="1218081"/>
                  <a:pt x="4592495" y="1218486"/>
                  <a:pt x="4592091" y="1218891"/>
                </a:cubicBezTo>
                <a:lnTo>
                  <a:pt x="4590471" y="1221724"/>
                </a:lnTo>
                <a:cubicBezTo>
                  <a:pt x="4590067" y="1221724"/>
                  <a:pt x="4589662" y="1222129"/>
                  <a:pt x="4589257" y="1222129"/>
                </a:cubicBezTo>
                <a:lnTo>
                  <a:pt x="4586018" y="1222129"/>
                </a:lnTo>
                <a:cubicBezTo>
                  <a:pt x="4585614" y="1222129"/>
                  <a:pt x="4585209" y="1222129"/>
                  <a:pt x="4584804" y="1221724"/>
                </a:cubicBezTo>
                <a:lnTo>
                  <a:pt x="4583185" y="1218891"/>
                </a:lnTo>
                <a:cubicBezTo>
                  <a:pt x="4582780" y="1218486"/>
                  <a:pt x="4582780" y="1218081"/>
                  <a:pt x="4583185" y="1217676"/>
                </a:cubicBezTo>
                <a:lnTo>
                  <a:pt x="4584804" y="1214843"/>
                </a:lnTo>
                <a:cubicBezTo>
                  <a:pt x="4585209" y="1214438"/>
                  <a:pt x="4585614" y="1214033"/>
                  <a:pt x="4586018" y="1214033"/>
                </a:cubicBezTo>
                <a:close/>
                <a:moveTo>
                  <a:pt x="4382802" y="1214033"/>
                </a:moveTo>
                <a:lnTo>
                  <a:pt x="4386850" y="1214033"/>
                </a:lnTo>
                <a:cubicBezTo>
                  <a:pt x="4387255" y="1214033"/>
                  <a:pt x="4387660" y="1214033"/>
                  <a:pt x="4388064" y="1214438"/>
                </a:cubicBezTo>
                <a:lnTo>
                  <a:pt x="4390089" y="1217676"/>
                </a:lnTo>
                <a:cubicBezTo>
                  <a:pt x="4390493" y="1218081"/>
                  <a:pt x="4390493" y="1218486"/>
                  <a:pt x="4390089" y="1218891"/>
                </a:cubicBezTo>
                <a:lnTo>
                  <a:pt x="4388064" y="1222129"/>
                </a:lnTo>
                <a:cubicBezTo>
                  <a:pt x="4388064" y="1222534"/>
                  <a:pt x="4387660" y="1222534"/>
                  <a:pt x="4386850" y="1222534"/>
                </a:cubicBezTo>
                <a:lnTo>
                  <a:pt x="4382802" y="1222534"/>
                </a:lnTo>
                <a:cubicBezTo>
                  <a:pt x="4382397" y="1222534"/>
                  <a:pt x="4381992" y="1222534"/>
                  <a:pt x="4381588" y="1222129"/>
                </a:cubicBezTo>
                <a:lnTo>
                  <a:pt x="4379564" y="1218891"/>
                </a:lnTo>
                <a:cubicBezTo>
                  <a:pt x="4379159" y="1218486"/>
                  <a:pt x="4379159" y="1218081"/>
                  <a:pt x="4379564" y="1217676"/>
                </a:cubicBezTo>
                <a:lnTo>
                  <a:pt x="4381588" y="1214438"/>
                </a:lnTo>
                <a:cubicBezTo>
                  <a:pt x="4381992" y="1214438"/>
                  <a:pt x="4382397" y="1214033"/>
                  <a:pt x="4382802" y="1214033"/>
                </a:cubicBezTo>
                <a:close/>
                <a:moveTo>
                  <a:pt x="4261763" y="1214033"/>
                </a:moveTo>
                <a:lnTo>
                  <a:pt x="4265407" y="1214033"/>
                </a:lnTo>
                <a:cubicBezTo>
                  <a:pt x="4265811" y="1214033"/>
                  <a:pt x="4266216" y="1214033"/>
                  <a:pt x="4266621" y="1214438"/>
                </a:cubicBezTo>
                <a:lnTo>
                  <a:pt x="4268645" y="1217676"/>
                </a:lnTo>
                <a:cubicBezTo>
                  <a:pt x="4269050" y="1218081"/>
                  <a:pt x="4269050" y="1218486"/>
                  <a:pt x="4268645" y="1218891"/>
                </a:cubicBezTo>
                <a:lnTo>
                  <a:pt x="4266621" y="1222129"/>
                </a:lnTo>
                <a:cubicBezTo>
                  <a:pt x="4266621" y="1222534"/>
                  <a:pt x="4266216" y="1222534"/>
                  <a:pt x="4265407" y="1222534"/>
                </a:cubicBezTo>
                <a:lnTo>
                  <a:pt x="4261763" y="1222534"/>
                </a:lnTo>
                <a:cubicBezTo>
                  <a:pt x="4261359" y="1222534"/>
                  <a:pt x="4260953" y="1222534"/>
                  <a:pt x="4260549" y="1222129"/>
                </a:cubicBezTo>
                <a:lnTo>
                  <a:pt x="4258525" y="1218891"/>
                </a:lnTo>
                <a:cubicBezTo>
                  <a:pt x="4258120" y="1218486"/>
                  <a:pt x="4258120" y="1218081"/>
                  <a:pt x="4258525" y="1217676"/>
                </a:cubicBezTo>
                <a:lnTo>
                  <a:pt x="4260549" y="1214438"/>
                </a:lnTo>
                <a:cubicBezTo>
                  <a:pt x="4260953" y="1214438"/>
                  <a:pt x="4261359" y="1214033"/>
                  <a:pt x="4261763" y="1214033"/>
                </a:cubicBezTo>
                <a:close/>
                <a:moveTo>
                  <a:pt x="3856951" y="1214033"/>
                </a:moveTo>
                <a:lnTo>
                  <a:pt x="3860595" y="1214033"/>
                </a:lnTo>
                <a:cubicBezTo>
                  <a:pt x="3860999" y="1214033"/>
                  <a:pt x="3861404" y="1214033"/>
                  <a:pt x="3861809" y="1214438"/>
                </a:cubicBezTo>
                <a:lnTo>
                  <a:pt x="3863833" y="1217676"/>
                </a:lnTo>
                <a:cubicBezTo>
                  <a:pt x="3864238" y="1218081"/>
                  <a:pt x="3864238" y="1218486"/>
                  <a:pt x="3863833" y="1218891"/>
                </a:cubicBezTo>
                <a:lnTo>
                  <a:pt x="3861809" y="1222129"/>
                </a:lnTo>
                <a:cubicBezTo>
                  <a:pt x="3861809" y="1222129"/>
                  <a:pt x="3861404" y="1222534"/>
                  <a:pt x="3860595" y="1222939"/>
                </a:cubicBezTo>
                <a:lnTo>
                  <a:pt x="3856951" y="1222939"/>
                </a:lnTo>
                <a:cubicBezTo>
                  <a:pt x="3856547" y="1222939"/>
                  <a:pt x="3856141" y="1222534"/>
                  <a:pt x="3855737" y="1222129"/>
                </a:cubicBezTo>
                <a:lnTo>
                  <a:pt x="3853713" y="1218891"/>
                </a:lnTo>
                <a:cubicBezTo>
                  <a:pt x="3853308" y="1218486"/>
                  <a:pt x="3853308" y="1218081"/>
                  <a:pt x="3853713" y="1217676"/>
                </a:cubicBezTo>
                <a:lnTo>
                  <a:pt x="3855737" y="1214438"/>
                </a:lnTo>
                <a:cubicBezTo>
                  <a:pt x="3856141" y="1214438"/>
                  <a:pt x="3856547" y="1214033"/>
                  <a:pt x="3856951" y="1214033"/>
                </a:cubicBezTo>
                <a:close/>
                <a:moveTo>
                  <a:pt x="4302245" y="1213628"/>
                </a:moveTo>
                <a:lnTo>
                  <a:pt x="4305889" y="1213628"/>
                </a:lnTo>
                <a:cubicBezTo>
                  <a:pt x="4306293" y="1213628"/>
                  <a:pt x="4306698" y="1213628"/>
                  <a:pt x="4307103" y="1214033"/>
                </a:cubicBezTo>
                <a:lnTo>
                  <a:pt x="4309127" y="1217271"/>
                </a:lnTo>
                <a:cubicBezTo>
                  <a:pt x="4309532" y="1217676"/>
                  <a:pt x="4309532" y="1218081"/>
                  <a:pt x="4309127" y="1218486"/>
                </a:cubicBezTo>
                <a:lnTo>
                  <a:pt x="4307103" y="1221724"/>
                </a:lnTo>
                <a:cubicBezTo>
                  <a:pt x="4307103" y="1222129"/>
                  <a:pt x="4306698" y="1222534"/>
                  <a:pt x="4305889" y="1222129"/>
                </a:cubicBezTo>
                <a:lnTo>
                  <a:pt x="4302245" y="1222129"/>
                </a:lnTo>
                <a:cubicBezTo>
                  <a:pt x="4301841" y="1222129"/>
                  <a:pt x="4301435" y="1222129"/>
                  <a:pt x="4301031" y="1221724"/>
                </a:cubicBezTo>
                <a:lnTo>
                  <a:pt x="4299007" y="1218486"/>
                </a:lnTo>
                <a:cubicBezTo>
                  <a:pt x="4298602" y="1218081"/>
                  <a:pt x="4298602" y="1217676"/>
                  <a:pt x="4299007" y="1217271"/>
                </a:cubicBezTo>
                <a:lnTo>
                  <a:pt x="4301031" y="1214033"/>
                </a:lnTo>
                <a:cubicBezTo>
                  <a:pt x="4301435" y="1214033"/>
                  <a:pt x="4301841" y="1213628"/>
                  <a:pt x="4302245" y="1213628"/>
                </a:cubicBezTo>
                <a:close/>
                <a:moveTo>
                  <a:pt x="4139915" y="1213628"/>
                </a:moveTo>
                <a:lnTo>
                  <a:pt x="4143963" y="1213628"/>
                </a:lnTo>
                <a:cubicBezTo>
                  <a:pt x="4144368" y="1213628"/>
                  <a:pt x="4144773" y="1214033"/>
                  <a:pt x="4145177" y="1214438"/>
                </a:cubicBezTo>
                <a:lnTo>
                  <a:pt x="4147202" y="1217676"/>
                </a:lnTo>
                <a:cubicBezTo>
                  <a:pt x="4147606" y="1218081"/>
                  <a:pt x="4147606" y="1218486"/>
                  <a:pt x="4147202" y="1218891"/>
                </a:cubicBezTo>
                <a:lnTo>
                  <a:pt x="4145177" y="1222129"/>
                </a:lnTo>
                <a:cubicBezTo>
                  <a:pt x="4145177" y="1222534"/>
                  <a:pt x="4144773" y="1222534"/>
                  <a:pt x="4143963" y="1222939"/>
                </a:cubicBezTo>
                <a:lnTo>
                  <a:pt x="4139915" y="1222939"/>
                </a:lnTo>
                <a:cubicBezTo>
                  <a:pt x="4139510" y="1222939"/>
                  <a:pt x="4139105" y="1222534"/>
                  <a:pt x="4138701" y="1222129"/>
                </a:cubicBezTo>
                <a:lnTo>
                  <a:pt x="4136677" y="1218891"/>
                </a:lnTo>
                <a:cubicBezTo>
                  <a:pt x="4136272" y="1218486"/>
                  <a:pt x="4136272" y="1218081"/>
                  <a:pt x="4136677" y="1217676"/>
                </a:cubicBezTo>
                <a:lnTo>
                  <a:pt x="4138701" y="1214438"/>
                </a:lnTo>
                <a:cubicBezTo>
                  <a:pt x="4139105" y="1214033"/>
                  <a:pt x="4139510" y="1213628"/>
                  <a:pt x="4139915" y="1213628"/>
                </a:cubicBezTo>
                <a:close/>
                <a:moveTo>
                  <a:pt x="3330695" y="1213628"/>
                </a:moveTo>
                <a:lnTo>
                  <a:pt x="3334339" y="1213628"/>
                </a:lnTo>
                <a:cubicBezTo>
                  <a:pt x="3334743" y="1213628"/>
                  <a:pt x="3335148" y="1213628"/>
                  <a:pt x="3335553" y="1214033"/>
                </a:cubicBezTo>
                <a:lnTo>
                  <a:pt x="3337577" y="1217271"/>
                </a:lnTo>
                <a:cubicBezTo>
                  <a:pt x="3337982" y="1217676"/>
                  <a:pt x="3337982" y="1218081"/>
                  <a:pt x="3337577" y="1218486"/>
                </a:cubicBezTo>
                <a:lnTo>
                  <a:pt x="3335553" y="1221724"/>
                </a:lnTo>
                <a:cubicBezTo>
                  <a:pt x="3335553" y="1222129"/>
                  <a:pt x="3335148" y="1222534"/>
                  <a:pt x="3334339" y="1222534"/>
                </a:cubicBezTo>
                <a:lnTo>
                  <a:pt x="3330695" y="1222534"/>
                </a:lnTo>
                <a:cubicBezTo>
                  <a:pt x="3330291" y="1222534"/>
                  <a:pt x="3329885" y="1222129"/>
                  <a:pt x="3329481" y="1221724"/>
                </a:cubicBezTo>
                <a:lnTo>
                  <a:pt x="3327457" y="1218486"/>
                </a:lnTo>
                <a:cubicBezTo>
                  <a:pt x="3327052" y="1218081"/>
                  <a:pt x="3327052" y="1217676"/>
                  <a:pt x="3327457" y="1217271"/>
                </a:cubicBezTo>
                <a:lnTo>
                  <a:pt x="3329481" y="1214033"/>
                </a:lnTo>
                <a:cubicBezTo>
                  <a:pt x="3329885" y="1214033"/>
                  <a:pt x="3330291" y="1213628"/>
                  <a:pt x="3330695" y="1213628"/>
                </a:cubicBezTo>
                <a:close/>
                <a:moveTo>
                  <a:pt x="4545132" y="1213223"/>
                </a:moveTo>
                <a:lnTo>
                  <a:pt x="4549180" y="1213223"/>
                </a:lnTo>
                <a:cubicBezTo>
                  <a:pt x="4549585" y="1213223"/>
                  <a:pt x="4549990" y="1213628"/>
                  <a:pt x="4550394" y="1214033"/>
                </a:cubicBezTo>
                <a:lnTo>
                  <a:pt x="4552419" y="1217676"/>
                </a:lnTo>
                <a:cubicBezTo>
                  <a:pt x="4552824" y="1218081"/>
                  <a:pt x="4552824" y="1218486"/>
                  <a:pt x="4552419" y="1218890"/>
                </a:cubicBezTo>
                <a:lnTo>
                  <a:pt x="4550394" y="1222534"/>
                </a:lnTo>
                <a:cubicBezTo>
                  <a:pt x="4549990" y="1222534"/>
                  <a:pt x="4549585" y="1222938"/>
                  <a:pt x="4549180" y="1223343"/>
                </a:cubicBezTo>
                <a:lnTo>
                  <a:pt x="4545132" y="1223343"/>
                </a:lnTo>
                <a:cubicBezTo>
                  <a:pt x="4544728" y="1223343"/>
                  <a:pt x="4544322" y="1222938"/>
                  <a:pt x="4543918" y="1222534"/>
                </a:cubicBezTo>
                <a:lnTo>
                  <a:pt x="4541894" y="1218890"/>
                </a:lnTo>
                <a:cubicBezTo>
                  <a:pt x="4541489" y="1218486"/>
                  <a:pt x="4541489" y="1218081"/>
                  <a:pt x="4541894" y="1217676"/>
                </a:cubicBezTo>
                <a:lnTo>
                  <a:pt x="4543918" y="1214033"/>
                </a:lnTo>
                <a:cubicBezTo>
                  <a:pt x="4544322" y="1213628"/>
                  <a:pt x="4544728" y="1213223"/>
                  <a:pt x="4545132" y="1213223"/>
                </a:cubicBezTo>
                <a:close/>
                <a:moveTo>
                  <a:pt x="4423688" y="1213223"/>
                </a:moveTo>
                <a:lnTo>
                  <a:pt x="4427736" y="1213223"/>
                </a:lnTo>
                <a:cubicBezTo>
                  <a:pt x="4428141" y="1213223"/>
                  <a:pt x="4428546" y="1213223"/>
                  <a:pt x="4428950" y="1213628"/>
                </a:cubicBezTo>
                <a:lnTo>
                  <a:pt x="4430975" y="1217271"/>
                </a:lnTo>
                <a:cubicBezTo>
                  <a:pt x="4431380" y="1217676"/>
                  <a:pt x="4431380" y="1218081"/>
                  <a:pt x="4430975" y="1218486"/>
                </a:cubicBezTo>
                <a:lnTo>
                  <a:pt x="4428950" y="1222129"/>
                </a:lnTo>
                <a:cubicBezTo>
                  <a:pt x="4428546" y="1222534"/>
                  <a:pt x="4428141" y="1222938"/>
                  <a:pt x="4427736" y="1222534"/>
                </a:cubicBezTo>
                <a:lnTo>
                  <a:pt x="4423688" y="1222534"/>
                </a:lnTo>
                <a:cubicBezTo>
                  <a:pt x="4423284" y="1222534"/>
                  <a:pt x="4422878" y="1222534"/>
                  <a:pt x="4422474" y="1222129"/>
                </a:cubicBezTo>
                <a:lnTo>
                  <a:pt x="4420450" y="1218486"/>
                </a:lnTo>
                <a:cubicBezTo>
                  <a:pt x="4420045" y="1218081"/>
                  <a:pt x="4420045" y="1217676"/>
                  <a:pt x="4420450" y="1217271"/>
                </a:cubicBezTo>
                <a:lnTo>
                  <a:pt x="4422474" y="1213628"/>
                </a:lnTo>
                <a:cubicBezTo>
                  <a:pt x="4422878" y="1213628"/>
                  <a:pt x="4423284" y="1213223"/>
                  <a:pt x="4423688" y="1213223"/>
                </a:cubicBezTo>
                <a:close/>
                <a:moveTo>
                  <a:pt x="4342726" y="1212818"/>
                </a:moveTo>
                <a:lnTo>
                  <a:pt x="4346774" y="1212818"/>
                </a:lnTo>
                <a:cubicBezTo>
                  <a:pt x="4347179" y="1212818"/>
                  <a:pt x="4347584" y="1213223"/>
                  <a:pt x="4347988" y="1213628"/>
                </a:cubicBezTo>
                <a:lnTo>
                  <a:pt x="4350013" y="1217271"/>
                </a:lnTo>
                <a:cubicBezTo>
                  <a:pt x="4350418" y="1217676"/>
                  <a:pt x="4350418" y="1218081"/>
                  <a:pt x="4350013" y="1218485"/>
                </a:cubicBezTo>
                <a:lnTo>
                  <a:pt x="4347988" y="1222129"/>
                </a:lnTo>
                <a:cubicBezTo>
                  <a:pt x="4347584" y="1222534"/>
                  <a:pt x="4347179" y="1222938"/>
                  <a:pt x="4346774" y="1222534"/>
                </a:cubicBezTo>
                <a:lnTo>
                  <a:pt x="4342726" y="1222534"/>
                </a:lnTo>
                <a:cubicBezTo>
                  <a:pt x="4342322" y="1222534"/>
                  <a:pt x="4341916" y="1222534"/>
                  <a:pt x="4341512" y="1222129"/>
                </a:cubicBezTo>
                <a:lnTo>
                  <a:pt x="4339488" y="1218485"/>
                </a:lnTo>
                <a:cubicBezTo>
                  <a:pt x="4339083" y="1218081"/>
                  <a:pt x="4339083" y="1217676"/>
                  <a:pt x="4339488" y="1217271"/>
                </a:cubicBezTo>
                <a:lnTo>
                  <a:pt x="4341512" y="1213628"/>
                </a:lnTo>
                <a:cubicBezTo>
                  <a:pt x="4341916" y="1213223"/>
                  <a:pt x="4342322" y="1212818"/>
                  <a:pt x="4342726" y="1212818"/>
                </a:cubicBezTo>
                <a:close/>
                <a:moveTo>
                  <a:pt x="4221282" y="1212818"/>
                </a:moveTo>
                <a:lnTo>
                  <a:pt x="4225330" y="1212818"/>
                </a:lnTo>
                <a:cubicBezTo>
                  <a:pt x="4225735" y="1212818"/>
                  <a:pt x="4226140" y="1213223"/>
                  <a:pt x="4226544" y="1213628"/>
                </a:cubicBezTo>
                <a:lnTo>
                  <a:pt x="4228569" y="1217271"/>
                </a:lnTo>
                <a:cubicBezTo>
                  <a:pt x="4228974" y="1217676"/>
                  <a:pt x="4228974" y="1218081"/>
                  <a:pt x="4228569" y="1218485"/>
                </a:cubicBezTo>
                <a:lnTo>
                  <a:pt x="4226544" y="1222129"/>
                </a:lnTo>
                <a:cubicBezTo>
                  <a:pt x="4226140" y="1222534"/>
                  <a:pt x="4225735" y="1222938"/>
                  <a:pt x="4225330" y="1222534"/>
                </a:cubicBezTo>
                <a:lnTo>
                  <a:pt x="4221282" y="1222534"/>
                </a:lnTo>
                <a:cubicBezTo>
                  <a:pt x="4220878" y="1222534"/>
                  <a:pt x="4220472" y="1222534"/>
                  <a:pt x="4220068" y="1222129"/>
                </a:cubicBezTo>
                <a:lnTo>
                  <a:pt x="4218044" y="1218485"/>
                </a:lnTo>
                <a:cubicBezTo>
                  <a:pt x="4217639" y="1218081"/>
                  <a:pt x="4217639" y="1217676"/>
                  <a:pt x="4218044" y="1217271"/>
                </a:cubicBezTo>
                <a:lnTo>
                  <a:pt x="4220068" y="1213628"/>
                </a:lnTo>
                <a:cubicBezTo>
                  <a:pt x="4220472" y="1213223"/>
                  <a:pt x="4220878" y="1212818"/>
                  <a:pt x="4221282" y="1212818"/>
                </a:cubicBezTo>
                <a:close/>
                <a:moveTo>
                  <a:pt x="4180801" y="1212818"/>
                </a:moveTo>
                <a:lnTo>
                  <a:pt x="4184849" y="1212818"/>
                </a:lnTo>
                <a:cubicBezTo>
                  <a:pt x="4185254" y="1212818"/>
                  <a:pt x="4185659" y="1213223"/>
                  <a:pt x="4186063" y="1213628"/>
                </a:cubicBezTo>
                <a:lnTo>
                  <a:pt x="4188088" y="1217271"/>
                </a:lnTo>
                <a:cubicBezTo>
                  <a:pt x="4188493" y="1217676"/>
                  <a:pt x="4188493" y="1218081"/>
                  <a:pt x="4188088" y="1218485"/>
                </a:cubicBezTo>
                <a:lnTo>
                  <a:pt x="4186063" y="1222129"/>
                </a:lnTo>
                <a:cubicBezTo>
                  <a:pt x="4185659" y="1222534"/>
                  <a:pt x="4185254" y="1222938"/>
                  <a:pt x="4184849" y="1222534"/>
                </a:cubicBezTo>
                <a:lnTo>
                  <a:pt x="4180801" y="1222534"/>
                </a:lnTo>
                <a:cubicBezTo>
                  <a:pt x="4180397" y="1222534"/>
                  <a:pt x="4179991" y="1222534"/>
                  <a:pt x="4179587" y="1222129"/>
                </a:cubicBezTo>
                <a:lnTo>
                  <a:pt x="4177563" y="1218485"/>
                </a:lnTo>
                <a:cubicBezTo>
                  <a:pt x="4177158" y="1218081"/>
                  <a:pt x="4177158" y="1217676"/>
                  <a:pt x="4177563" y="1217271"/>
                </a:cubicBezTo>
                <a:lnTo>
                  <a:pt x="4179587" y="1213628"/>
                </a:lnTo>
                <a:cubicBezTo>
                  <a:pt x="4179991" y="1213223"/>
                  <a:pt x="4180397" y="1212818"/>
                  <a:pt x="4180801" y="1212818"/>
                </a:cubicBezTo>
                <a:close/>
                <a:moveTo>
                  <a:pt x="4463360" y="1212414"/>
                </a:moveTo>
                <a:lnTo>
                  <a:pt x="4468623" y="1212414"/>
                </a:lnTo>
                <a:cubicBezTo>
                  <a:pt x="4469027" y="1212414"/>
                  <a:pt x="4469432" y="1212819"/>
                  <a:pt x="4469837" y="1213224"/>
                </a:cubicBezTo>
                <a:lnTo>
                  <a:pt x="4472266" y="1217677"/>
                </a:lnTo>
                <a:cubicBezTo>
                  <a:pt x="4472671" y="1218081"/>
                  <a:pt x="4472671" y="1218486"/>
                  <a:pt x="4472266" y="1218891"/>
                </a:cubicBezTo>
                <a:lnTo>
                  <a:pt x="4469837" y="1223344"/>
                </a:lnTo>
                <a:cubicBezTo>
                  <a:pt x="4469432" y="1223344"/>
                  <a:pt x="4469027" y="1223749"/>
                  <a:pt x="4468623" y="1224154"/>
                </a:cubicBezTo>
                <a:lnTo>
                  <a:pt x="4463360" y="1224154"/>
                </a:lnTo>
                <a:cubicBezTo>
                  <a:pt x="4462955" y="1224154"/>
                  <a:pt x="4462550" y="1223749"/>
                  <a:pt x="4462146" y="1223344"/>
                </a:cubicBezTo>
                <a:lnTo>
                  <a:pt x="4459717" y="1218891"/>
                </a:lnTo>
                <a:cubicBezTo>
                  <a:pt x="4459312" y="1218486"/>
                  <a:pt x="4459312" y="1218081"/>
                  <a:pt x="4459717" y="1217677"/>
                </a:cubicBezTo>
                <a:lnTo>
                  <a:pt x="4462146" y="1213224"/>
                </a:lnTo>
                <a:cubicBezTo>
                  <a:pt x="4462550" y="1212819"/>
                  <a:pt x="4462955" y="1212414"/>
                  <a:pt x="4463360" y="1212414"/>
                </a:cubicBezTo>
                <a:close/>
                <a:moveTo>
                  <a:pt x="4099434" y="1212414"/>
                </a:moveTo>
                <a:lnTo>
                  <a:pt x="4103887" y="1212414"/>
                </a:lnTo>
                <a:cubicBezTo>
                  <a:pt x="4104291" y="1212414"/>
                  <a:pt x="4104696" y="1212819"/>
                  <a:pt x="4105101" y="1213224"/>
                </a:cubicBezTo>
                <a:lnTo>
                  <a:pt x="4107530" y="1217272"/>
                </a:lnTo>
                <a:cubicBezTo>
                  <a:pt x="4107935" y="1217677"/>
                  <a:pt x="4107935" y="1218081"/>
                  <a:pt x="4107530" y="1218486"/>
                </a:cubicBezTo>
                <a:lnTo>
                  <a:pt x="4105101" y="1222534"/>
                </a:lnTo>
                <a:cubicBezTo>
                  <a:pt x="4105101" y="1222939"/>
                  <a:pt x="4104696" y="1223344"/>
                  <a:pt x="4103887" y="1223344"/>
                </a:cubicBezTo>
                <a:lnTo>
                  <a:pt x="4099434" y="1223344"/>
                </a:lnTo>
                <a:cubicBezTo>
                  <a:pt x="4099029" y="1223344"/>
                  <a:pt x="4098624" y="1222939"/>
                  <a:pt x="4098219" y="1222534"/>
                </a:cubicBezTo>
                <a:lnTo>
                  <a:pt x="4095791" y="1218486"/>
                </a:lnTo>
                <a:cubicBezTo>
                  <a:pt x="4095386" y="1218081"/>
                  <a:pt x="4095386" y="1217677"/>
                  <a:pt x="4095791" y="1217272"/>
                </a:cubicBezTo>
                <a:lnTo>
                  <a:pt x="4098219" y="1213224"/>
                </a:lnTo>
                <a:cubicBezTo>
                  <a:pt x="4098624" y="1212819"/>
                  <a:pt x="4099029" y="1212414"/>
                  <a:pt x="4099434" y="1212414"/>
                </a:cubicBezTo>
                <a:close/>
                <a:moveTo>
                  <a:pt x="4058953" y="1212414"/>
                </a:moveTo>
                <a:lnTo>
                  <a:pt x="4063406" y="1212414"/>
                </a:lnTo>
                <a:cubicBezTo>
                  <a:pt x="4063810" y="1212414"/>
                  <a:pt x="4064215" y="1212819"/>
                  <a:pt x="4064620" y="1213224"/>
                </a:cubicBezTo>
                <a:lnTo>
                  <a:pt x="4067049" y="1217272"/>
                </a:lnTo>
                <a:cubicBezTo>
                  <a:pt x="4067454" y="1217677"/>
                  <a:pt x="4067454" y="1218081"/>
                  <a:pt x="4067049" y="1218486"/>
                </a:cubicBezTo>
                <a:lnTo>
                  <a:pt x="4064620" y="1222534"/>
                </a:lnTo>
                <a:cubicBezTo>
                  <a:pt x="4064620" y="1222939"/>
                  <a:pt x="4064215" y="1223344"/>
                  <a:pt x="4063406" y="1223344"/>
                </a:cubicBezTo>
                <a:lnTo>
                  <a:pt x="4058953" y="1223344"/>
                </a:lnTo>
                <a:cubicBezTo>
                  <a:pt x="4058548" y="1223344"/>
                  <a:pt x="4058143" y="1222939"/>
                  <a:pt x="4057738" y="1222534"/>
                </a:cubicBezTo>
                <a:lnTo>
                  <a:pt x="4055310" y="1218486"/>
                </a:lnTo>
                <a:cubicBezTo>
                  <a:pt x="4054905" y="1218081"/>
                  <a:pt x="4054905" y="1217677"/>
                  <a:pt x="4055310" y="1217272"/>
                </a:cubicBezTo>
                <a:lnTo>
                  <a:pt x="4057738" y="1213224"/>
                </a:lnTo>
                <a:cubicBezTo>
                  <a:pt x="4058143" y="1212819"/>
                  <a:pt x="4058548" y="1212414"/>
                  <a:pt x="4058953" y="1212414"/>
                </a:cubicBezTo>
                <a:close/>
                <a:moveTo>
                  <a:pt x="3816065" y="1212414"/>
                </a:moveTo>
                <a:lnTo>
                  <a:pt x="3820518" y="1212414"/>
                </a:lnTo>
                <a:cubicBezTo>
                  <a:pt x="3820922" y="1212414"/>
                  <a:pt x="3821327" y="1212819"/>
                  <a:pt x="3821732" y="1213224"/>
                </a:cubicBezTo>
                <a:lnTo>
                  <a:pt x="3824161" y="1217272"/>
                </a:lnTo>
                <a:cubicBezTo>
                  <a:pt x="3824566" y="1217677"/>
                  <a:pt x="3824566" y="1218081"/>
                  <a:pt x="3824161" y="1218486"/>
                </a:cubicBezTo>
                <a:lnTo>
                  <a:pt x="3821732" y="1222534"/>
                </a:lnTo>
                <a:cubicBezTo>
                  <a:pt x="3821732" y="1222939"/>
                  <a:pt x="3821327" y="1223344"/>
                  <a:pt x="3820518" y="1222939"/>
                </a:cubicBezTo>
                <a:lnTo>
                  <a:pt x="3816065" y="1222939"/>
                </a:lnTo>
                <a:cubicBezTo>
                  <a:pt x="3815660" y="1222939"/>
                  <a:pt x="3815255" y="1222939"/>
                  <a:pt x="3814850" y="1222534"/>
                </a:cubicBezTo>
                <a:lnTo>
                  <a:pt x="3812422" y="1218486"/>
                </a:lnTo>
                <a:cubicBezTo>
                  <a:pt x="3812017" y="1218081"/>
                  <a:pt x="3812017" y="1217677"/>
                  <a:pt x="3812422" y="1217272"/>
                </a:cubicBezTo>
                <a:lnTo>
                  <a:pt x="3814850" y="1213224"/>
                </a:lnTo>
                <a:cubicBezTo>
                  <a:pt x="3815255" y="1212819"/>
                  <a:pt x="3815660" y="1212414"/>
                  <a:pt x="3816065" y="1212414"/>
                </a:cubicBezTo>
                <a:close/>
                <a:moveTo>
                  <a:pt x="4504246" y="1212009"/>
                </a:moveTo>
                <a:lnTo>
                  <a:pt x="4509103" y="1212009"/>
                </a:lnTo>
                <a:cubicBezTo>
                  <a:pt x="4509508" y="1212009"/>
                  <a:pt x="4509913" y="1212414"/>
                  <a:pt x="4510318" y="1212819"/>
                </a:cubicBezTo>
                <a:lnTo>
                  <a:pt x="4512747" y="1217272"/>
                </a:lnTo>
                <a:cubicBezTo>
                  <a:pt x="4513152" y="1217676"/>
                  <a:pt x="4513152" y="1218081"/>
                  <a:pt x="4512747" y="1218486"/>
                </a:cubicBezTo>
                <a:lnTo>
                  <a:pt x="4510318" y="1222939"/>
                </a:lnTo>
                <a:cubicBezTo>
                  <a:pt x="4509913" y="1223344"/>
                  <a:pt x="4509508" y="1223749"/>
                  <a:pt x="4509103" y="1223749"/>
                </a:cubicBezTo>
                <a:lnTo>
                  <a:pt x="4504246" y="1223749"/>
                </a:lnTo>
                <a:cubicBezTo>
                  <a:pt x="4503841" y="1223749"/>
                  <a:pt x="4503436" y="1223344"/>
                  <a:pt x="4503031" y="1222939"/>
                </a:cubicBezTo>
                <a:lnTo>
                  <a:pt x="4500603" y="1218486"/>
                </a:lnTo>
                <a:cubicBezTo>
                  <a:pt x="4500198" y="1218081"/>
                  <a:pt x="4500198" y="1217676"/>
                  <a:pt x="4500603" y="1217272"/>
                </a:cubicBezTo>
                <a:lnTo>
                  <a:pt x="4503031" y="1212819"/>
                </a:lnTo>
                <a:cubicBezTo>
                  <a:pt x="4503436" y="1212414"/>
                  <a:pt x="4503841" y="1212009"/>
                  <a:pt x="4504246" y="1212009"/>
                </a:cubicBezTo>
                <a:close/>
                <a:moveTo>
                  <a:pt x="4018471" y="1212009"/>
                </a:moveTo>
                <a:lnTo>
                  <a:pt x="4023328" y="1212009"/>
                </a:lnTo>
                <a:cubicBezTo>
                  <a:pt x="4023733" y="1212009"/>
                  <a:pt x="4024138" y="1212414"/>
                  <a:pt x="4024543" y="1212819"/>
                </a:cubicBezTo>
                <a:lnTo>
                  <a:pt x="4026972" y="1217272"/>
                </a:lnTo>
                <a:cubicBezTo>
                  <a:pt x="4027377" y="1217676"/>
                  <a:pt x="4027377" y="1218081"/>
                  <a:pt x="4026972" y="1218486"/>
                </a:cubicBezTo>
                <a:lnTo>
                  <a:pt x="4024543" y="1222939"/>
                </a:lnTo>
                <a:cubicBezTo>
                  <a:pt x="4024138" y="1223344"/>
                  <a:pt x="4023733" y="1223749"/>
                  <a:pt x="4023328" y="1223749"/>
                </a:cubicBezTo>
                <a:lnTo>
                  <a:pt x="4018471" y="1223749"/>
                </a:lnTo>
                <a:cubicBezTo>
                  <a:pt x="4018066" y="1223749"/>
                  <a:pt x="4017661" y="1223344"/>
                  <a:pt x="4017256" y="1222939"/>
                </a:cubicBezTo>
                <a:lnTo>
                  <a:pt x="4014828" y="1218486"/>
                </a:lnTo>
                <a:cubicBezTo>
                  <a:pt x="4014423" y="1218081"/>
                  <a:pt x="4014423" y="1217676"/>
                  <a:pt x="4014828" y="1217272"/>
                </a:cubicBezTo>
                <a:lnTo>
                  <a:pt x="4017256" y="1212819"/>
                </a:lnTo>
                <a:cubicBezTo>
                  <a:pt x="4017661" y="1212414"/>
                  <a:pt x="4018066" y="1212009"/>
                  <a:pt x="4018471" y="1212009"/>
                </a:cubicBezTo>
                <a:close/>
                <a:moveTo>
                  <a:pt x="2924667" y="1212009"/>
                </a:moveTo>
                <a:lnTo>
                  <a:pt x="2930740" y="1212009"/>
                </a:lnTo>
                <a:cubicBezTo>
                  <a:pt x="2931144" y="1212009"/>
                  <a:pt x="2931549" y="1212009"/>
                  <a:pt x="2931954" y="1212414"/>
                </a:cubicBezTo>
                <a:lnTo>
                  <a:pt x="2935192" y="1217676"/>
                </a:lnTo>
                <a:cubicBezTo>
                  <a:pt x="2935598" y="1218081"/>
                  <a:pt x="2935598" y="1218486"/>
                  <a:pt x="2935192" y="1218891"/>
                </a:cubicBezTo>
                <a:lnTo>
                  <a:pt x="2931954" y="1224153"/>
                </a:lnTo>
                <a:cubicBezTo>
                  <a:pt x="2931954" y="1224153"/>
                  <a:pt x="2931549" y="1224558"/>
                  <a:pt x="2930740" y="1224558"/>
                </a:cubicBezTo>
                <a:lnTo>
                  <a:pt x="2924667" y="1224558"/>
                </a:lnTo>
                <a:cubicBezTo>
                  <a:pt x="2924263" y="1224558"/>
                  <a:pt x="2923858" y="1224558"/>
                  <a:pt x="2923453" y="1224153"/>
                </a:cubicBezTo>
                <a:lnTo>
                  <a:pt x="2920215" y="1218891"/>
                </a:lnTo>
                <a:cubicBezTo>
                  <a:pt x="2919810" y="1218486"/>
                  <a:pt x="2919810" y="1218081"/>
                  <a:pt x="2920215" y="1217676"/>
                </a:cubicBezTo>
                <a:lnTo>
                  <a:pt x="2923453" y="1212414"/>
                </a:lnTo>
                <a:cubicBezTo>
                  <a:pt x="2923858" y="1212414"/>
                  <a:pt x="2924263" y="1212009"/>
                  <a:pt x="2924667" y="1212009"/>
                </a:cubicBezTo>
                <a:close/>
                <a:moveTo>
                  <a:pt x="3896623" y="1211604"/>
                </a:moveTo>
                <a:lnTo>
                  <a:pt x="3901885" y="1211604"/>
                </a:lnTo>
                <a:cubicBezTo>
                  <a:pt x="3902290" y="1211604"/>
                  <a:pt x="3902695" y="1212009"/>
                  <a:pt x="3903100" y="1212414"/>
                </a:cubicBezTo>
                <a:lnTo>
                  <a:pt x="3905934" y="1217271"/>
                </a:lnTo>
                <a:cubicBezTo>
                  <a:pt x="3906338" y="1217676"/>
                  <a:pt x="3906338" y="1218081"/>
                  <a:pt x="3905934" y="1218486"/>
                </a:cubicBezTo>
                <a:lnTo>
                  <a:pt x="3903100" y="1223344"/>
                </a:lnTo>
                <a:cubicBezTo>
                  <a:pt x="3903100" y="1223748"/>
                  <a:pt x="3902695" y="1224153"/>
                  <a:pt x="3901885" y="1223748"/>
                </a:cubicBezTo>
                <a:lnTo>
                  <a:pt x="3896623" y="1223748"/>
                </a:lnTo>
                <a:cubicBezTo>
                  <a:pt x="3896218" y="1223748"/>
                  <a:pt x="3895813" y="1223748"/>
                  <a:pt x="3895409" y="1223344"/>
                </a:cubicBezTo>
                <a:lnTo>
                  <a:pt x="3892575" y="1218486"/>
                </a:lnTo>
                <a:cubicBezTo>
                  <a:pt x="3892170" y="1218081"/>
                  <a:pt x="3892170" y="1217676"/>
                  <a:pt x="3892575" y="1217271"/>
                </a:cubicBezTo>
                <a:lnTo>
                  <a:pt x="3895409" y="1212414"/>
                </a:lnTo>
                <a:cubicBezTo>
                  <a:pt x="3895813" y="1212009"/>
                  <a:pt x="3896218" y="1211604"/>
                  <a:pt x="3896623" y="1211604"/>
                </a:cubicBezTo>
                <a:close/>
                <a:moveTo>
                  <a:pt x="3977181" y="1211199"/>
                </a:moveTo>
                <a:lnTo>
                  <a:pt x="3983253" y="1211199"/>
                </a:lnTo>
                <a:cubicBezTo>
                  <a:pt x="3983658" y="1211199"/>
                  <a:pt x="3984063" y="1211604"/>
                  <a:pt x="3984467" y="1212009"/>
                </a:cubicBezTo>
                <a:lnTo>
                  <a:pt x="3987301" y="1217271"/>
                </a:lnTo>
                <a:cubicBezTo>
                  <a:pt x="3987706" y="1217676"/>
                  <a:pt x="3987706" y="1218081"/>
                  <a:pt x="3987301" y="1218486"/>
                </a:cubicBezTo>
                <a:lnTo>
                  <a:pt x="3984467" y="1223748"/>
                </a:lnTo>
                <a:cubicBezTo>
                  <a:pt x="3984063" y="1224153"/>
                  <a:pt x="3983658" y="1224558"/>
                  <a:pt x="3983253" y="1224558"/>
                </a:cubicBezTo>
                <a:lnTo>
                  <a:pt x="3977181" y="1224558"/>
                </a:lnTo>
                <a:cubicBezTo>
                  <a:pt x="3976776" y="1224558"/>
                  <a:pt x="3976371" y="1224153"/>
                  <a:pt x="3975967" y="1223748"/>
                </a:cubicBezTo>
                <a:lnTo>
                  <a:pt x="3973133" y="1218486"/>
                </a:lnTo>
                <a:cubicBezTo>
                  <a:pt x="3972728" y="1218081"/>
                  <a:pt x="3972728" y="1217676"/>
                  <a:pt x="3973133" y="1217271"/>
                </a:cubicBezTo>
                <a:lnTo>
                  <a:pt x="3975967" y="1212009"/>
                </a:lnTo>
                <a:cubicBezTo>
                  <a:pt x="3976371" y="1211604"/>
                  <a:pt x="3976776" y="1211199"/>
                  <a:pt x="3977181" y="1211199"/>
                </a:cubicBezTo>
                <a:close/>
                <a:moveTo>
                  <a:pt x="3936699" y="1210794"/>
                </a:moveTo>
                <a:lnTo>
                  <a:pt x="3943176" y="1210794"/>
                </a:lnTo>
                <a:cubicBezTo>
                  <a:pt x="3943581" y="1210794"/>
                  <a:pt x="3943986" y="1211199"/>
                  <a:pt x="3944391" y="1211604"/>
                </a:cubicBezTo>
                <a:lnTo>
                  <a:pt x="3947630" y="1217271"/>
                </a:lnTo>
                <a:cubicBezTo>
                  <a:pt x="3948034" y="1217676"/>
                  <a:pt x="3948034" y="1218081"/>
                  <a:pt x="3947630" y="1218486"/>
                </a:cubicBezTo>
                <a:lnTo>
                  <a:pt x="3944391" y="1224153"/>
                </a:lnTo>
                <a:cubicBezTo>
                  <a:pt x="3943986" y="1224558"/>
                  <a:pt x="3943581" y="1224962"/>
                  <a:pt x="3943176" y="1224962"/>
                </a:cubicBezTo>
                <a:lnTo>
                  <a:pt x="3936699" y="1224962"/>
                </a:lnTo>
                <a:cubicBezTo>
                  <a:pt x="3936295" y="1224962"/>
                  <a:pt x="3935890" y="1224558"/>
                  <a:pt x="3935485" y="1224153"/>
                </a:cubicBezTo>
                <a:lnTo>
                  <a:pt x="3932247" y="1218486"/>
                </a:lnTo>
                <a:cubicBezTo>
                  <a:pt x="3931842" y="1218081"/>
                  <a:pt x="3931842" y="1217676"/>
                  <a:pt x="3932247" y="1217271"/>
                </a:cubicBezTo>
                <a:lnTo>
                  <a:pt x="3935485" y="1211604"/>
                </a:lnTo>
                <a:cubicBezTo>
                  <a:pt x="3935890" y="1211199"/>
                  <a:pt x="3936295" y="1210794"/>
                  <a:pt x="3936699" y="1210794"/>
                </a:cubicBezTo>
                <a:close/>
                <a:moveTo>
                  <a:pt x="2883377" y="1210794"/>
                </a:moveTo>
                <a:lnTo>
                  <a:pt x="2890663" y="1210794"/>
                </a:lnTo>
                <a:cubicBezTo>
                  <a:pt x="2891068" y="1210794"/>
                  <a:pt x="2891473" y="1211199"/>
                  <a:pt x="2891878" y="1211604"/>
                </a:cubicBezTo>
                <a:lnTo>
                  <a:pt x="2895521" y="1217676"/>
                </a:lnTo>
                <a:cubicBezTo>
                  <a:pt x="2895926" y="1218081"/>
                  <a:pt x="2895926" y="1218486"/>
                  <a:pt x="2895521" y="1218890"/>
                </a:cubicBezTo>
                <a:lnTo>
                  <a:pt x="2891878" y="1224962"/>
                </a:lnTo>
                <a:cubicBezTo>
                  <a:pt x="2891878" y="1225367"/>
                  <a:pt x="2891473" y="1225367"/>
                  <a:pt x="2890663" y="1225367"/>
                </a:cubicBezTo>
                <a:lnTo>
                  <a:pt x="2883377" y="1225367"/>
                </a:lnTo>
                <a:cubicBezTo>
                  <a:pt x="2882972" y="1225367"/>
                  <a:pt x="2882567" y="1225367"/>
                  <a:pt x="2882162" y="1224962"/>
                </a:cubicBezTo>
                <a:lnTo>
                  <a:pt x="2878519" y="1218890"/>
                </a:lnTo>
                <a:cubicBezTo>
                  <a:pt x="2878114" y="1218486"/>
                  <a:pt x="2878114" y="1218081"/>
                  <a:pt x="2878519" y="1217676"/>
                </a:cubicBezTo>
                <a:lnTo>
                  <a:pt x="2882162" y="1211604"/>
                </a:lnTo>
                <a:cubicBezTo>
                  <a:pt x="2882567" y="1211199"/>
                  <a:pt x="2882972" y="1210794"/>
                  <a:pt x="2883377" y="1210794"/>
                </a:cubicBezTo>
                <a:close/>
                <a:moveTo>
                  <a:pt x="2843300" y="1210794"/>
                </a:moveTo>
                <a:lnTo>
                  <a:pt x="2850182" y="1210794"/>
                </a:lnTo>
                <a:cubicBezTo>
                  <a:pt x="2850587" y="1210794"/>
                  <a:pt x="2850992" y="1210794"/>
                  <a:pt x="2851397" y="1211199"/>
                </a:cubicBezTo>
                <a:lnTo>
                  <a:pt x="2855040" y="1217271"/>
                </a:lnTo>
                <a:cubicBezTo>
                  <a:pt x="2855445" y="1217676"/>
                  <a:pt x="2855445" y="1218081"/>
                  <a:pt x="2855040" y="1218486"/>
                </a:cubicBezTo>
                <a:lnTo>
                  <a:pt x="2851397" y="1224558"/>
                </a:lnTo>
                <a:cubicBezTo>
                  <a:pt x="2851397" y="1224962"/>
                  <a:pt x="2850992" y="1225367"/>
                  <a:pt x="2850182" y="1225367"/>
                </a:cubicBezTo>
                <a:lnTo>
                  <a:pt x="2843300" y="1225367"/>
                </a:lnTo>
                <a:cubicBezTo>
                  <a:pt x="2842896" y="1225367"/>
                  <a:pt x="2842491" y="1224962"/>
                  <a:pt x="2842086" y="1224558"/>
                </a:cubicBezTo>
                <a:lnTo>
                  <a:pt x="2838443" y="1218486"/>
                </a:lnTo>
                <a:cubicBezTo>
                  <a:pt x="2838038" y="1218081"/>
                  <a:pt x="2838038" y="1217676"/>
                  <a:pt x="2838443" y="1217271"/>
                </a:cubicBezTo>
                <a:lnTo>
                  <a:pt x="2842086" y="1211199"/>
                </a:lnTo>
                <a:cubicBezTo>
                  <a:pt x="2842491" y="1211199"/>
                  <a:pt x="2842896" y="1210794"/>
                  <a:pt x="2843300" y="1210794"/>
                </a:cubicBezTo>
                <a:close/>
                <a:moveTo>
                  <a:pt x="2802414" y="1210389"/>
                </a:moveTo>
                <a:lnTo>
                  <a:pt x="2810511" y="1210389"/>
                </a:lnTo>
                <a:cubicBezTo>
                  <a:pt x="2810915" y="1210389"/>
                  <a:pt x="2811320" y="1210389"/>
                  <a:pt x="2811725" y="1210794"/>
                </a:cubicBezTo>
                <a:lnTo>
                  <a:pt x="2815773" y="1217676"/>
                </a:lnTo>
                <a:cubicBezTo>
                  <a:pt x="2816178" y="1218080"/>
                  <a:pt x="2816178" y="1218485"/>
                  <a:pt x="2815773" y="1218890"/>
                </a:cubicBezTo>
                <a:lnTo>
                  <a:pt x="2811725" y="1225772"/>
                </a:lnTo>
                <a:cubicBezTo>
                  <a:pt x="2811320" y="1226177"/>
                  <a:pt x="2810915" y="1226177"/>
                  <a:pt x="2810511" y="1226177"/>
                </a:cubicBezTo>
                <a:lnTo>
                  <a:pt x="2802414" y="1226177"/>
                </a:lnTo>
                <a:cubicBezTo>
                  <a:pt x="2802010" y="1226177"/>
                  <a:pt x="2801604" y="1226177"/>
                  <a:pt x="2801200" y="1225772"/>
                </a:cubicBezTo>
                <a:lnTo>
                  <a:pt x="2797152" y="1218890"/>
                </a:lnTo>
                <a:cubicBezTo>
                  <a:pt x="2796747" y="1218485"/>
                  <a:pt x="2796747" y="1218080"/>
                  <a:pt x="2797152" y="1217676"/>
                </a:cubicBezTo>
                <a:lnTo>
                  <a:pt x="2801200" y="1210794"/>
                </a:lnTo>
                <a:cubicBezTo>
                  <a:pt x="2801604" y="1210794"/>
                  <a:pt x="2802010" y="1210389"/>
                  <a:pt x="2802414" y="1210389"/>
                </a:cubicBezTo>
                <a:close/>
                <a:moveTo>
                  <a:pt x="2680566" y="1209175"/>
                </a:moveTo>
                <a:lnTo>
                  <a:pt x="2689472" y="1209175"/>
                </a:lnTo>
                <a:cubicBezTo>
                  <a:pt x="2689876" y="1209175"/>
                  <a:pt x="2690281" y="1209580"/>
                  <a:pt x="2690686" y="1209985"/>
                </a:cubicBezTo>
                <a:lnTo>
                  <a:pt x="2695139" y="1217676"/>
                </a:lnTo>
                <a:cubicBezTo>
                  <a:pt x="2695544" y="1218081"/>
                  <a:pt x="2695544" y="1218486"/>
                  <a:pt x="2695139" y="1218890"/>
                </a:cubicBezTo>
                <a:lnTo>
                  <a:pt x="2690686" y="1226582"/>
                </a:lnTo>
                <a:cubicBezTo>
                  <a:pt x="2690281" y="1226987"/>
                  <a:pt x="2689876" y="1226987"/>
                  <a:pt x="2689472" y="1227392"/>
                </a:cubicBezTo>
                <a:lnTo>
                  <a:pt x="2680566" y="1227392"/>
                </a:lnTo>
                <a:cubicBezTo>
                  <a:pt x="2680161" y="1227392"/>
                  <a:pt x="2679756" y="1226987"/>
                  <a:pt x="2679351" y="1226582"/>
                </a:cubicBezTo>
                <a:lnTo>
                  <a:pt x="2674899" y="1218890"/>
                </a:lnTo>
                <a:cubicBezTo>
                  <a:pt x="2674494" y="1218486"/>
                  <a:pt x="2674494" y="1218081"/>
                  <a:pt x="2674899" y="1217676"/>
                </a:cubicBezTo>
                <a:lnTo>
                  <a:pt x="2679351" y="1209985"/>
                </a:lnTo>
                <a:cubicBezTo>
                  <a:pt x="2679756" y="1209580"/>
                  <a:pt x="2680161" y="1209175"/>
                  <a:pt x="2680566" y="1209175"/>
                </a:cubicBezTo>
                <a:close/>
                <a:moveTo>
                  <a:pt x="2315830" y="1209175"/>
                </a:moveTo>
                <a:lnTo>
                  <a:pt x="2325140" y="1209175"/>
                </a:lnTo>
                <a:cubicBezTo>
                  <a:pt x="2325545" y="1209175"/>
                  <a:pt x="2325950" y="1209175"/>
                  <a:pt x="2326355" y="1209580"/>
                </a:cubicBezTo>
                <a:lnTo>
                  <a:pt x="2331213" y="1217676"/>
                </a:lnTo>
                <a:cubicBezTo>
                  <a:pt x="2331618" y="1218081"/>
                  <a:pt x="2331618" y="1218486"/>
                  <a:pt x="2331213" y="1218890"/>
                </a:cubicBezTo>
                <a:lnTo>
                  <a:pt x="2326355" y="1226987"/>
                </a:lnTo>
                <a:cubicBezTo>
                  <a:pt x="2326355" y="1227392"/>
                  <a:pt x="2325950" y="1227392"/>
                  <a:pt x="2325140" y="1227796"/>
                </a:cubicBezTo>
                <a:lnTo>
                  <a:pt x="2315830" y="1227796"/>
                </a:lnTo>
                <a:cubicBezTo>
                  <a:pt x="2315425" y="1227796"/>
                  <a:pt x="2315020" y="1227392"/>
                  <a:pt x="2314615" y="1226987"/>
                </a:cubicBezTo>
                <a:lnTo>
                  <a:pt x="2309758" y="1218890"/>
                </a:lnTo>
                <a:cubicBezTo>
                  <a:pt x="2309353" y="1218486"/>
                  <a:pt x="2309353" y="1218081"/>
                  <a:pt x="2309758" y="1217676"/>
                </a:cubicBezTo>
                <a:lnTo>
                  <a:pt x="2314615" y="1209580"/>
                </a:lnTo>
                <a:cubicBezTo>
                  <a:pt x="2315020" y="1209580"/>
                  <a:pt x="2315425" y="1209175"/>
                  <a:pt x="2315830" y="1209175"/>
                </a:cubicBezTo>
                <a:close/>
                <a:moveTo>
                  <a:pt x="3449305" y="1208770"/>
                </a:moveTo>
                <a:lnTo>
                  <a:pt x="3459020" y="1208770"/>
                </a:lnTo>
                <a:cubicBezTo>
                  <a:pt x="3459425" y="1208770"/>
                  <a:pt x="3459830" y="1208770"/>
                  <a:pt x="3460235" y="1209175"/>
                </a:cubicBezTo>
                <a:lnTo>
                  <a:pt x="3465093" y="1217676"/>
                </a:lnTo>
                <a:cubicBezTo>
                  <a:pt x="3465497" y="1218081"/>
                  <a:pt x="3465497" y="1218486"/>
                  <a:pt x="3465093" y="1218890"/>
                </a:cubicBezTo>
                <a:lnTo>
                  <a:pt x="3460235" y="1227391"/>
                </a:lnTo>
                <a:cubicBezTo>
                  <a:pt x="3459830" y="1227391"/>
                  <a:pt x="3459425" y="1227796"/>
                  <a:pt x="3459020" y="1227796"/>
                </a:cubicBezTo>
                <a:lnTo>
                  <a:pt x="3449305" y="1227796"/>
                </a:lnTo>
                <a:cubicBezTo>
                  <a:pt x="3448900" y="1227796"/>
                  <a:pt x="3448495" y="1227796"/>
                  <a:pt x="3448091" y="1227391"/>
                </a:cubicBezTo>
                <a:lnTo>
                  <a:pt x="3443233" y="1218890"/>
                </a:lnTo>
                <a:cubicBezTo>
                  <a:pt x="3442828" y="1218486"/>
                  <a:pt x="3442828" y="1218081"/>
                  <a:pt x="3443233" y="1217676"/>
                </a:cubicBezTo>
                <a:lnTo>
                  <a:pt x="3448091" y="1209175"/>
                </a:lnTo>
                <a:cubicBezTo>
                  <a:pt x="3448495" y="1209175"/>
                  <a:pt x="3448900" y="1208770"/>
                  <a:pt x="3449305" y="1208770"/>
                </a:cubicBezTo>
                <a:close/>
                <a:moveTo>
                  <a:pt x="3408419" y="1208770"/>
                </a:moveTo>
                <a:lnTo>
                  <a:pt x="3418134" y="1208770"/>
                </a:lnTo>
                <a:cubicBezTo>
                  <a:pt x="3418539" y="1208770"/>
                  <a:pt x="3418944" y="1209175"/>
                  <a:pt x="3419349" y="1209580"/>
                </a:cubicBezTo>
                <a:lnTo>
                  <a:pt x="3424207" y="1217676"/>
                </a:lnTo>
                <a:cubicBezTo>
                  <a:pt x="3424611" y="1218081"/>
                  <a:pt x="3424611" y="1218486"/>
                  <a:pt x="3424207" y="1218890"/>
                </a:cubicBezTo>
                <a:lnTo>
                  <a:pt x="3419349" y="1226987"/>
                </a:lnTo>
                <a:cubicBezTo>
                  <a:pt x="3419349" y="1227391"/>
                  <a:pt x="3418944" y="1227391"/>
                  <a:pt x="3418134" y="1227391"/>
                </a:cubicBezTo>
                <a:lnTo>
                  <a:pt x="3408419" y="1227391"/>
                </a:lnTo>
                <a:cubicBezTo>
                  <a:pt x="3408014" y="1227391"/>
                  <a:pt x="3407609" y="1227391"/>
                  <a:pt x="3407205" y="1226987"/>
                </a:cubicBezTo>
                <a:lnTo>
                  <a:pt x="3402347" y="1218890"/>
                </a:lnTo>
                <a:cubicBezTo>
                  <a:pt x="3401942" y="1218486"/>
                  <a:pt x="3401942" y="1218081"/>
                  <a:pt x="3402347" y="1217676"/>
                </a:cubicBezTo>
                <a:lnTo>
                  <a:pt x="3407205" y="1209580"/>
                </a:lnTo>
                <a:cubicBezTo>
                  <a:pt x="3407609" y="1209175"/>
                  <a:pt x="3408014" y="1208770"/>
                  <a:pt x="3408419" y="1208770"/>
                </a:cubicBezTo>
                <a:close/>
                <a:moveTo>
                  <a:pt x="3368342" y="1208365"/>
                </a:moveTo>
                <a:lnTo>
                  <a:pt x="3377653" y="1208365"/>
                </a:lnTo>
                <a:cubicBezTo>
                  <a:pt x="3378057" y="1208365"/>
                  <a:pt x="3378462" y="1208770"/>
                  <a:pt x="3378867" y="1209175"/>
                </a:cubicBezTo>
                <a:lnTo>
                  <a:pt x="3383320" y="1217271"/>
                </a:lnTo>
                <a:cubicBezTo>
                  <a:pt x="3383725" y="1217676"/>
                  <a:pt x="3383725" y="1218080"/>
                  <a:pt x="3383320" y="1218485"/>
                </a:cubicBezTo>
                <a:lnTo>
                  <a:pt x="3378867" y="1226582"/>
                </a:lnTo>
                <a:cubicBezTo>
                  <a:pt x="3378462" y="1226986"/>
                  <a:pt x="3378057" y="1227391"/>
                  <a:pt x="3377653" y="1226986"/>
                </a:cubicBezTo>
                <a:lnTo>
                  <a:pt x="3368342" y="1226986"/>
                </a:lnTo>
                <a:cubicBezTo>
                  <a:pt x="3367937" y="1226986"/>
                  <a:pt x="3367532" y="1226986"/>
                  <a:pt x="3367128" y="1226582"/>
                </a:cubicBezTo>
                <a:lnTo>
                  <a:pt x="3362675" y="1218485"/>
                </a:lnTo>
                <a:cubicBezTo>
                  <a:pt x="3362270" y="1218080"/>
                  <a:pt x="3362270" y="1217676"/>
                  <a:pt x="3362675" y="1217271"/>
                </a:cubicBezTo>
                <a:lnTo>
                  <a:pt x="3367128" y="1209175"/>
                </a:lnTo>
                <a:cubicBezTo>
                  <a:pt x="3367532" y="1208770"/>
                  <a:pt x="3367937" y="1208365"/>
                  <a:pt x="3368342" y="1208365"/>
                </a:cubicBezTo>
                <a:close/>
                <a:moveTo>
                  <a:pt x="2761124" y="1207961"/>
                </a:moveTo>
                <a:lnTo>
                  <a:pt x="2770839" y="1207961"/>
                </a:lnTo>
                <a:cubicBezTo>
                  <a:pt x="2771244" y="1207961"/>
                  <a:pt x="2771649" y="1208366"/>
                  <a:pt x="2772054" y="1208771"/>
                </a:cubicBezTo>
                <a:lnTo>
                  <a:pt x="2776912" y="1217272"/>
                </a:lnTo>
                <a:cubicBezTo>
                  <a:pt x="2777316" y="1217676"/>
                  <a:pt x="2777316" y="1218081"/>
                  <a:pt x="2776912" y="1218486"/>
                </a:cubicBezTo>
                <a:lnTo>
                  <a:pt x="2772054" y="1226987"/>
                </a:lnTo>
                <a:cubicBezTo>
                  <a:pt x="2771649" y="1227392"/>
                  <a:pt x="2771244" y="1227797"/>
                  <a:pt x="2770839" y="1227392"/>
                </a:cubicBezTo>
                <a:lnTo>
                  <a:pt x="2761124" y="1227392"/>
                </a:lnTo>
                <a:cubicBezTo>
                  <a:pt x="2760719" y="1227392"/>
                  <a:pt x="2760314" y="1227392"/>
                  <a:pt x="2759910" y="1226987"/>
                </a:cubicBezTo>
                <a:lnTo>
                  <a:pt x="2755052" y="1218486"/>
                </a:lnTo>
                <a:cubicBezTo>
                  <a:pt x="2754647" y="1218081"/>
                  <a:pt x="2754647" y="1217676"/>
                  <a:pt x="2755052" y="1217272"/>
                </a:cubicBezTo>
                <a:lnTo>
                  <a:pt x="2759910" y="1208771"/>
                </a:lnTo>
                <a:cubicBezTo>
                  <a:pt x="2760314" y="1208366"/>
                  <a:pt x="2760719" y="1207961"/>
                  <a:pt x="2761124" y="1207961"/>
                </a:cubicBezTo>
                <a:close/>
                <a:moveTo>
                  <a:pt x="3691787" y="1207556"/>
                </a:moveTo>
                <a:lnTo>
                  <a:pt x="3701908" y="1207556"/>
                </a:lnTo>
                <a:cubicBezTo>
                  <a:pt x="3702312" y="1207556"/>
                  <a:pt x="3702718" y="1207961"/>
                  <a:pt x="3703122" y="1208366"/>
                </a:cubicBezTo>
                <a:lnTo>
                  <a:pt x="3708385" y="1217271"/>
                </a:lnTo>
                <a:cubicBezTo>
                  <a:pt x="3708790" y="1217676"/>
                  <a:pt x="3708790" y="1218081"/>
                  <a:pt x="3708385" y="1218486"/>
                </a:cubicBezTo>
                <a:lnTo>
                  <a:pt x="3703122" y="1227392"/>
                </a:lnTo>
                <a:cubicBezTo>
                  <a:pt x="3703122" y="1227797"/>
                  <a:pt x="3702718" y="1228201"/>
                  <a:pt x="3701908" y="1228201"/>
                </a:cubicBezTo>
                <a:lnTo>
                  <a:pt x="3691787" y="1228201"/>
                </a:lnTo>
                <a:cubicBezTo>
                  <a:pt x="3691383" y="1228201"/>
                  <a:pt x="3690978" y="1227797"/>
                  <a:pt x="3690573" y="1227392"/>
                </a:cubicBezTo>
                <a:lnTo>
                  <a:pt x="3685311" y="1218486"/>
                </a:lnTo>
                <a:cubicBezTo>
                  <a:pt x="3684906" y="1218081"/>
                  <a:pt x="3684906" y="1217676"/>
                  <a:pt x="3685311" y="1217271"/>
                </a:cubicBezTo>
                <a:lnTo>
                  <a:pt x="3690573" y="1208366"/>
                </a:lnTo>
                <a:cubicBezTo>
                  <a:pt x="3690978" y="1207961"/>
                  <a:pt x="3691383" y="1207556"/>
                  <a:pt x="3691787" y="1207556"/>
                </a:cubicBezTo>
                <a:close/>
                <a:moveTo>
                  <a:pt x="2719832" y="1207556"/>
                </a:moveTo>
                <a:lnTo>
                  <a:pt x="2730762" y="1207556"/>
                </a:lnTo>
                <a:cubicBezTo>
                  <a:pt x="2731167" y="1207556"/>
                  <a:pt x="2731572" y="1207961"/>
                  <a:pt x="2731977" y="1208366"/>
                </a:cubicBezTo>
                <a:lnTo>
                  <a:pt x="2737240" y="1217676"/>
                </a:lnTo>
                <a:cubicBezTo>
                  <a:pt x="2737644" y="1218081"/>
                  <a:pt x="2737644" y="1218486"/>
                  <a:pt x="2737240" y="1218891"/>
                </a:cubicBezTo>
                <a:lnTo>
                  <a:pt x="2731977" y="1228201"/>
                </a:lnTo>
                <a:cubicBezTo>
                  <a:pt x="2731977" y="1228606"/>
                  <a:pt x="2731572" y="1228606"/>
                  <a:pt x="2730762" y="1229011"/>
                </a:cubicBezTo>
                <a:lnTo>
                  <a:pt x="2719832" y="1229011"/>
                </a:lnTo>
                <a:cubicBezTo>
                  <a:pt x="2719428" y="1229011"/>
                  <a:pt x="2719023" y="1228606"/>
                  <a:pt x="2718618" y="1228201"/>
                </a:cubicBezTo>
                <a:lnTo>
                  <a:pt x="2713356" y="1218891"/>
                </a:lnTo>
                <a:cubicBezTo>
                  <a:pt x="2712951" y="1218486"/>
                  <a:pt x="2712951" y="1218081"/>
                  <a:pt x="2713356" y="1217676"/>
                </a:cubicBezTo>
                <a:lnTo>
                  <a:pt x="2718618" y="1208366"/>
                </a:lnTo>
                <a:cubicBezTo>
                  <a:pt x="2719023" y="1207961"/>
                  <a:pt x="2719428" y="1207556"/>
                  <a:pt x="2719832" y="1207556"/>
                </a:cubicBezTo>
                <a:close/>
                <a:moveTo>
                  <a:pt x="3731460" y="1207151"/>
                </a:moveTo>
                <a:lnTo>
                  <a:pt x="3742794" y="1207151"/>
                </a:lnTo>
                <a:cubicBezTo>
                  <a:pt x="3743199" y="1207151"/>
                  <a:pt x="3743604" y="1207151"/>
                  <a:pt x="3744009" y="1207556"/>
                </a:cubicBezTo>
                <a:lnTo>
                  <a:pt x="3749676" y="1217271"/>
                </a:lnTo>
                <a:cubicBezTo>
                  <a:pt x="3750081" y="1217676"/>
                  <a:pt x="3750081" y="1218081"/>
                  <a:pt x="3749676" y="1218486"/>
                </a:cubicBezTo>
                <a:lnTo>
                  <a:pt x="3744009" y="1228201"/>
                </a:lnTo>
                <a:cubicBezTo>
                  <a:pt x="3744009" y="1228606"/>
                  <a:pt x="3743604" y="1229011"/>
                  <a:pt x="3742794" y="1228606"/>
                </a:cubicBezTo>
                <a:lnTo>
                  <a:pt x="3731460" y="1228606"/>
                </a:lnTo>
                <a:cubicBezTo>
                  <a:pt x="3731055" y="1228606"/>
                  <a:pt x="3730650" y="1228606"/>
                  <a:pt x="3730245" y="1228201"/>
                </a:cubicBezTo>
                <a:lnTo>
                  <a:pt x="3724578" y="1218486"/>
                </a:lnTo>
                <a:cubicBezTo>
                  <a:pt x="3724173" y="1218081"/>
                  <a:pt x="3724173" y="1217676"/>
                  <a:pt x="3724578" y="1217271"/>
                </a:cubicBezTo>
                <a:lnTo>
                  <a:pt x="3730245" y="1207556"/>
                </a:lnTo>
                <a:cubicBezTo>
                  <a:pt x="3730650" y="1207556"/>
                  <a:pt x="3731055" y="1207151"/>
                  <a:pt x="3731460" y="1207151"/>
                </a:cubicBezTo>
                <a:close/>
                <a:moveTo>
                  <a:pt x="3650497" y="1207151"/>
                </a:moveTo>
                <a:lnTo>
                  <a:pt x="3661831" y="1207151"/>
                </a:lnTo>
                <a:cubicBezTo>
                  <a:pt x="3662236" y="1207151"/>
                  <a:pt x="3662641" y="1207151"/>
                  <a:pt x="3663046" y="1207556"/>
                </a:cubicBezTo>
                <a:lnTo>
                  <a:pt x="3668713" y="1217271"/>
                </a:lnTo>
                <a:cubicBezTo>
                  <a:pt x="3669118" y="1217676"/>
                  <a:pt x="3669118" y="1218081"/>
                  <a:pt x="3668713" y="1218486"/>
                </a:cubicBezTo>
                <a:lnTo>
                  <a:pt x="3663046" y="1228201"/>
                </a:lnTo>
                <a:cubicBezTo>
                  <a:pt x="3663046" y="1228606"/>
                  <a:pt x="3662641" y="1229011"/>
                  <a:pt x="3661831" y="1229011"/>
                </a:cubicBezTo>
                <a:lnTo>
                  <a:pt x="3650497" y="1229011"/>
                </a:lnTo>
                <a:cubicBezTo>
                  <a:pt x="3650092" y="1229011"/>
                  <a:pt x="3649687" y="1228606"/>
                  <a:pt x="3649282" y="1228201"/>
                </a:cubicBezTo>
                <a:lnTo>
                  <a:pt x="3643615" y="1218486"/>
                </a:lnTo>
                <a:cubicBezTo>
                  <a:pt x="3643210" y="1218081"/>
                  <a:pt x="3643210" y="1217676"/>
                  <a:pt x="3643615" y="1217271"/>
                </a:cubicBezTo>
                <a:lnTo>
                  <a:pt x="3649282" y="1207556"/>
                </a:lnTo>
                <a:cubicBezTo>
                  <a:pt x="3649687" y="1207556"/>
                  <a:pt x="3650092" y="1207151"/>
                  <a:pt x="3650497" y="1207151"/>
                </a:cubicBezTo>
                <a:close/>
                <a:moveTo>
                  <a:pt x="3488977" y="1207151"/>
                </a:moveTo>
                <a:lnTo>
                  <a:pt x="3500311" y="1207151"/>
                </a:lnTo>
                <a:cubicBezTo>
                  <a:pt x="3500716" y="1207151"/>
                  <a:pt x="3501121" y="1207556"/>
                  <a:pt x="3501526" y="1207961"/>
                </a:cubicBezTo>
                <a:lnTo>
                  <a:pt x="3507193" y="1217676"/>
                </a:lnTo>
                <a:cubicBezTo>
                  <a:pt x="3507598" y="1218081"/>
                  <a:pt x="3507598" y="1218486"/>
                  <a:pt x="3507193" y="1218891"/>
                </a:cubicBezTo>
                <a:lnTo>
                  <a:pt x="3501526" y="1228606"/>
                </a:lnTo>
                <a:cubicBezTo>
                  <a:pt x="3501121" y="1229011"/>
                  <a:pt x="3500716" y="1229011"/>
                  <a:pt x="3500311" y="1229416"/>
                </a:cubicBezTo>
                <a:lnTo>
                  <a:pt x="3488977" y="1229416"/>
                </a:lnTo>
                <a:cubicBezTo>
                  <a:pt x="3488572" y="1229416"/>
                  <a:pt x="3488167" y="1229011"/>
                  <a:pt x="3487762" y="1228606"/>
                </a:cubicBezTo>
                <a:lnTo>
                  <a:pt x="3482095" y="1218891"/>
                </a:lnTo>
                <a:cubicBezTo>
                  <a:pt x="3481690" y="1218486"/>
                  <a:pt x="3481690" y="1218081"/>
                  <a:pt x="3482095" y="1217676"/>
                </a:cubicBezTo>
                <a:lnTo>
                  <a:pt x="3487762" y="1207961"/>
                </a:lnTo>
                <a:cubicBezTo>
                  <a:pt x="3488167" y="1207556"/>
                  <a:pt x="3488572" y="1207151"/>
                  <a:pt x="3488977" y="1207151"/>
                </a:cubicBezTo>
                <a:close/>
                <a:moveTo>
                  <a:pt x="2355096" y="1206746"/>
                </a:moveTo>
                <a:lnTo>
                  <a:pt x="2366431" y="1206746"/>
                </a:lnTo>
                <a:cubicBezTo>
                  <a:pt x="2366836" y="1206746"/>
                  <a:pt x="2367241" y="1207151"/>
                  <a:pt x="2367645" y="1207556"/>
                </a:cubicBezTo>
                <a:lnTo>
                  <a:pt x="2373313" y="1217271"/>
                </a:lnTo>
                <a:cubicBezTo>
                  <a:pt x="2373718" y="1217676"/>
                  <a:pt x="2373718" y="1218081"/>
                  <a:pt x="2373313" y="1218486"/>
                </a:cubicBezTo>
                <a:lnTo>
                  <a:pt x="2367645" y="1228201"/>
                </a:lnTo>
                <a:cubicBezTo>
                  <a:pt x="2367645" y="1228606"/>
                  <a:pt x="2367241" y="1229011"/>
                  <a:pt x="2366431" y="1229011"/>
                </a:cubicBezTo>
                <a:lnTo>
                  <a:pt x="2355096" y="1229011"/>
                </a:lnTo>
                <a:cubicBezTo>
                  <a:pt x="2354691" y="1229011"/>
                  <a:pt x="2354287" y="1228606"/>
                  <a:pt x="2353882" y="1228201"/>
                </a:cubicBezTo>
                <a:lnTo>
                  <a:pt x="2348215" y="1218486"/>
                </a:lnTo>
                <a:cubicBezTo>
                  <a:pt x="2347810" y="1218081"/>
                  <a:pt x="2347810" y="1217676"/>
                  <a:pt x="2348215" y="1217271"/>
                </a:cubicBezTo>
                <a:lnTo>
                  <a:pt x="2353882" y="1207556"/>
                </a:lnTo>
                <a:cubicBezTo>
                  <a:pt x="2354287" y="1207151"/>
                  <a:pt x="2354691" y="1206746"/>
                  <a:pt x="2355096" y="1206746"/>
                </a:cubicBezTo>
                <a:close/>
                <a:moveTo>
                  <a:pt x="2395173" y="1206341"/>
                </a:moveTo>
                <a:lnTo>
                  <a:pt x="2407722" y="1206341"/>
                </a:lnTo>
                <a:cubicBezTo>
                  <a:pt x="2408127" y="1206341"/>
                  <a:pt x="2408532" y="1206341"/>
                  <a:pt x="2408937" y="1206746"/>
                </a:cubicBezTo>
                <a:lnTo>
                  <a:pt x="2415414" y="1217676"/>
                </a:lnTo>
                <a:cubicBezTo>
                  <a:pt x="2415819" y="1218081"/>
                  <a:pt x="2415819" y="1218485"/>
                  <a:pt x="2415414" y="1218890"/>
                </a:cubicBezTo>
                <a:lnTo>
                  <a:pt x="2408937" y="1229820"/>
                </a:lnTo>
                <a:cubicBezTo>
                  <a:pt x="2408937" y="1230225"/>
                  <a:pt x="2408532" y="1230225"/>
                  <a:pt x="2407722" y="1230630"/>
                </a:cubicBezTo>
                <a:lnTo>
                  <a:pt x="2395173" y="1230630"/>
                </a:lnTo>
                <a:cubicBezTo>
                  <a:pt x="2394768" y="1230630"/>
                  <a:pt x="2394364" y="1230225"/>
                  <a:pt x="2393959" y="1229820"/>
                </a:cubicBezTo>
                <a:lnTo>
                  <a:pt x="2387482" y="1218890"/>
                </a:lnTo>
                <a:cubicBezTo>
                  <a:pt x="2387077" y="1218485"/>
                  <a:pt x="2387077" y="1218081"/>
                  <a:pt x="2387482" y="1217676"/>
                </a:cubicBezTo>
                <a:lnTo>
                  <a:pt x="2393959" y="1206746"/>
                </a:lnTo>
                <a:cubicBezTo>
                  <a:pt x="2394364" y="1206746"/>
                  <a:pt x="2394768" y="1206341"/>
                  <a:pt x="2395173" y="1206341"/>
                </a:cubicBezTo>
                <a:close/>
                <a:moveTo>
                  <a:pt x="3528648" y="1205936"/>
                </a:moveTo>
                <a:lnTo>
                  <a:pt x="3541197" y="1205936"/>
                </a:lnTo>
                <a:cubicBezTo>
                  <a:pt x="3541602" y="1205936"/>
                  <a:pt x="3542007" y="1205936"/>
                  <a:pt x="3542412" y="1206341"/>
                </a:cubicBezTo>
                <a:lnTo>
                  <a:pt x="3548484" y="1217271"/>
                </a:lnTo>
                <a:cubicBezTo>
                  <a:pt x="3548889" y="1217676"/>
                  <a:pt x="3548889" y="1218080"/>
                  <a:pt x="3548484" y="1218485"/>
                </a:cubicBezTo>
                <a:lnTo>
                  <a:pt x="3542412" y="1229415"/>
                </a:lnTo>
                <a:cubicBezTo>
                  <a:pt x="3542412" y="1229820"/>
                  <a:pt x="3542007" y="1230225"/>
                  <a:pt x="3541197" y="1230225"/>
                </a:cubicBezTo>
                <a:lnTo>
                  <a:pt x="3528648" y="1230225"/>
                </a:lnTo>
                <a:cubicBezTo>
                  <a:pt x="3528243" y="1230225"/>
                  <a:pt x="3527838" y="1229820"/>
                  <a:pt x="3527434" y="1229415"/>
                </a:cubicBezTo>
                <a:lnTo>
                  <a:pt x="3521362" y="1218485"/>
                </a:lnTo>
                <a:cubicBezTo>
                  <a:pt x="3520957" y="1218080"/>
                  <a:pt x="3520957" y="1217676"/>
                  <a:pt x="3521362" y="1217271"/>
                </a:cubicBezTo>
                <a:lnTo>
                  <a:pt x="3527434" y="1206341"/>
                </a:lnTo>
                <a:cubicBezTo>
                  <a:pt x="3527838" y="1206341"/>
                  <a:pt x="3528243" y="1205936"/>
                  <a:pt x="3528648" y="1205936"/>
                </a:cubicBezTo>
                <a:close/>
                <a:moveTo>
                  <a:pt x="3771536" y="1205532"/>
                </a:moveTo>
                <a:lnTo>
                  <a:pt x="3784490" y="1205532"/>
                </a:lnTo>
                <a:cubicBezTo>
                  <a:pt x="3784895" y="1205532"/>
                  <a:pt x="3785299" y="1205937"/>
                  <a:pt x="3785705" y="1206342"/>
                </a:cubicBezTo>
                <a:lnTo>
                  <a:pt x="3792181" y="1217676"/>
                </a:lnTo>
                <a:cubicBezTo>
                  <a:pt x="3792586" y="1218081"/>
                  <a:pt x="3792586" y="1218486"/>
                  <a:pt x="3792181" y="1218891"/>
                </a:cubicBezTo>
                <a:lnTo>
                  <a:pt x="3785705" y="1230226"/>
                </a:lnTo>
                <a:cubicBezTo>
                  <a:pt x="3785299" y="1230226"/>
                  <a:pt x="3784895" y="1230630"/>
                  <a:pt x="3784490" y="1231035"/>
                </a:cubicBezTo>
                <a:lnTo>
                  <a:pt x="3771536" y="1231035"/>
                </a:lnTo>
                <a:cubicBezTo>
                  <a:pt x="3771131" y="1231035"/>
                  <a:pt x="3770726" y="1230630"/>
                  <a:pt x="3770321" y="1230226"/>
                </a:cubicBezTo>
                <a:lnTo>
                  <a:pt x="3763845" y="1218891"/>
                </a:lnTo>
                <a:cubicBezTo>
                  <a:pt x="3763440" y="1218486"/>
                  <a:pt x="3763440" y="1218081"/>
                  <a:pt x="3763845" y="1217676"/>
                </a:cubicBezTo>
                <a:lnTo>
                  <a:pt x="3770321" y="1206342"/>
                </a:lnTo>
                <a:cubicBezTo>
                  <a:pt x="3770726" y="1205937"/>
                  <a:pt x="3771131" y="1205532"/>
                  <a:pt x="3771536" y="1205532"/>
                </a:cubicBezTo>
                <a:close/>
                <a:moveTo>
                  <a:pt x="2434845" y="1204722"/>
                </a:moveTo>
                <a:lnTo>
                  <a:pt x="2449013" y="1204722"/>
                </a:lnTo>
                <a:cubicBezTo>
                  <a:pt x="2449418" y="1204722"/>
                  <a:pt x="2449823" y="1204722"/>
                  <a:pt x="2450228" y="1205127"/>
                </a:cubicBezTo>
                <a:lnTo>
                  <a:pt x="2457110" y="1217271"/>
                </a:lnTo>
                <a:cubicBezTo>
                  <a:pt x="2457514" y="1217676"/>
                  <a:pt x="2457514" y="1218081"/>
                  <a:pt x="2457110" y="1218486"/>
                </a:cubicBezTo>
                <a:lnTo>
                  <a:pt x="2450228" y="1230630"/>
                </a:lnTo>
                <a:cubicBezTo>
                  <a:pt x="2449823" y="1231035"/>
                  <a:pt x="2449418" y="1231440"/>
                  <a:pt x="2449013" y="1231035"/>
                </a:cubicBezTo>
                <a:lnTo>
                  <a:pt x="2434845" y="1231035"/>
                </a:lnTo>
                <a:cubicBezTo>
                  <a:pt x="2434440" y="1231035"/>
                  <a:pt x="2434035" y="1231035"/>
                  <a:pt x="2433630" y="1230630"/>
                </a:cubicBezTo>
                <a:lnTo>
                  <a:pt x="2426749" y="1218486"/>
                </a:lnTo>
                <a:cubicBezTo>
                  <a:pt x="2426344" y="1218081"/>
                  <a:pt x="2426344" y="1217676"/>
                  <a:pt x="2426749" y="1217271"/>
                </a:cubicBezTo>
                <a:lnTo>
                  <a:pt x="2433630" y="1205127"/>
                </a:lnTo>
                <a:cubicBezTo>
                  <a:pt x="2434035" y="1205127"/>
                  <a:pt x="2434440" y="1204722"/>
                  <a:pt x="2434845" y="1204722"/>
                </a:cubicBezTo>
                <a:close/>
                <a:moveTo>
                  <a:pt x="3608800" y="1203912"/>
                </a:moveTo>
                <a:lnTo>
                  <a:pt x="3622969" y="1203912"/>
                </a:lnTo>
                <a:cubicBezTo>
                  <a:pt x="3623374" y="1203912"/>
                  <a:pt x="3623779" y="1204317"/>
                  <a:pt x="3624184" y="1204722"/>
                </a:cubicBezTo>
                <a:lnTo>
                  <a:pt x="3631470" y="1217271"/>
                </a:lnTo>
                <a:cubicBezTo>
                  <a:pt x="3631875" y="1217676"/>
                  <a:pt x="3631875" y="1218080"/>
                  <a:pt x="3631470" y="1218485"/>
                </a:cubicBezTo>
                <a:lnTo>
                  <a:pt x="3624184" y="1231034"/>
                </a:lnTo>
                <a:cubicBezTo>
                  <a:pt x="3624184" y="1231439"/>
                  <a:pt x="3623779" y="1231844"/>
                  <a:pt x="3622969" y="1231844"/>
                </a:cubicBezTo>
                <a:lnTo>
                  <a:pt x="3608800" y="1231844"/>
                </a:lnTo>
                <a:cubicBezTo>
                  <a:pt x="3608396" y="1231844"/>
                  <a:pt x="3607991" y="1231439"/>
                  <a:pt x="3607586" y="1231034"/>
                </a:cubicBezTo>
                <a:lnTo>
                  <a:pt x="3600300" y="1218485"/>
                </a:lnTo>
                <a:cubicBezTo>
                  <a:pt x="3599895" y="1218080"/>
                  <a:pt x="3599895" y="1217676"/>
                  <a:pt x="3600300" y="1217271"/>
                </a:cubicBezTo>
                <a:lnTo>
                  <a:pt x="3607586" y="1204722"/>
                </a:lnTo>
                <a:cubicBezTo>
                  <a:pt x="3607991" y="1204317"/>
                  <a:pt x="3608396" y="1203912"/>
                  <a:pt x="3608800" y="1203912"/>
                </a:cubicBezTo>
                <a:close/>
                <a:moveTo>
                  <a:pt x="3567915" y="1203912"/>
                </a:moveTo>
                <a:lnTo>
                  <a:pt x="3583298" y="1203912"/>
                </a:lnTo>
                <a:cubicBezTo>
                  <a:pt x="3583702" y="1203912"/>
                  <a:pt x="3584107" y="1203912"/>
                  <a:pt x="3584512" y="1204317"/>
                </a:cubicBezTo>
                <a:lnTo>
                  <a:pt x="3592203" y="1217676"/>
                </a:lnTo>
                <a:cubicBezTo>
                  <a:pt x="3592608" y="1218080"/>
                  <a:pt x="3592608" y="1218485"/>
                  <a:pt x="3592203" y="1218890"/>
                </a:cubicBezTo>
                <a:lnTo>
                  <a:pt x="3584512" y="1232249"/>
                </a:lnTo>
                <a:cubicBezTo>
                  <a:pt x="3584107" y="1232654"/>
                  <a:pt x="3583702" y="1232654"/>
                  <a:pt x="3583298" y="1232654"/>
                </a:cubicBezTo>
                <a:lnTo>
                  <a:pt x="3567915" y="1232654"/>
                </a:lnTo>
                <a:cubicBezTo>
                  <a:pt x="3567510" y="1232654"/>
                  <a:pt x="3567105" y="1232654"/>
                  <a:pt x="3566700" y="1232249"/>
                </a:cubicBezTo>
                <a:lnTo>
                  <a:pt x="3559009" y="1218890"/>
                </a:lnTo>
                <a:cubicBezTo>
                  <a:pt x="3558604" y="1218485"/>
                  <a:pt x="3558604" y="1218080"/>
                  <a:pt x="3559009" y="1217676"/>
                </a:cubicBezTo>
                <a:lnTo>
                  <a:pt x="3566700" y="1204317"/>
                </a:lnTo>
                <a:cubicBezTo>
                  <a:pt x="3567105" y="1204317"/>
                  <a:pt x="3567510" y="1203912"/>
                  <a:pt x="3567915" y="1203912"/>
                </a:cubicBezTo>
                <a:close/>
                <a:moveTo>
                  <a:pt x="2636441" y="1202698"/>
                </a:moveTo>
                <a:lnTo>
                  <a:pt x="2652634" y="1202698"/>
                </a:lnTo>
                <a:cubicBezTo>
                  <a:pt x="2653039" y="1202698"/>
                  <a:pt x="2653444" y="1203103"/>
                  <a:pt x="2653848" y="1203508"/>
                </a:cubicBezTo>
                <a:lnTo>
                  <a:pt x="2661944" y="1217676"/>
                </a:lnTo>
                <a:cubicBezTo>
                  <a:pt x="2662349" y="1218081"/>
                  <a:pt x="2662349" y="1218486"/>
                  <a:pt x="2661944" y="1218891"/>
                </a:cubicBezTo>
                <a:lnTo>
                  <a:pt x="2653848" y="1233059"/>
                </a:lnTo>
                <a:cubicBezTo>
                  <a:pt x="2653444" y="1233059"/>
                  <a:pt x="2653039" y="1233464"/>
                  <a:pt x="2652634" y="1233869"/>
                </a:cubicBezTo>
                <a:lnTo>
                  <a:pt x="2636441" y="1233869"/>
                </a:lnTo>
                <a:cubicBezTo>
                  <a:pt x="2636036" y="1233869"/>
                  <a:pt x="2635632" y="1233464"/>
                  <a:pt x="2635227" y="1233059"/>
                </a:cubicBezTo>
                <a:lnTo>
                  <a:pt x="2627131" y="1218891"/>
                </a:lnTo>
                <a:cubicBezTo>
                  <a:pt x="2626726" y="1218486"/>
                  <a:pt x="2626726" y="1218081"/>
                  <a:pt x="2627131" y="1217676"/>
                </a:cubicBezTo>
                <a:lnTo>
                  <a:pt x="2635227" y="1203508"/>
                </a:lnTo>
                <a:cubicBezTo>
                  <a:pt x="2635632" y="1203103"/>
                  <a:pt x="2636036" y="1202698"/>
                  <a:pt x="2636441" y="1202698"/>
                </a:cubicBezTo>
                <a:close/>
                <a:moveTo>
                  <a:pt x="2595555" y="1202293"/>
                </a:moveTo>
                <a:lnTo>
                  <a:pt x="2612557" y="1202293"/>
                </a:lnTo>
                <a:cubicBezTo>
                  <a:pt x="2612962" y="1202293"/>
                  <a:pt x="2613367" y="1202698"/>
                  <a:pt x="2613772" y="1203103"/>
                </a:cubicBezTo>
                <a:lnTo>
                  <a:pt x="2622273" y="1217676"/>
                </a:lnTo>
                <a:cubicBezTo>
                  <a:pt x="2622678" y="1218081"/>
                  <a:pt x="2622678" y="1218486"/>
                  <a:pt x="2622273" y="1218890"/>
                </a:cubicBezTo>
                <a:lnTo>
                  <a:pt x="2613772" y="1233463"/>
                </a:lnTo>
                <a:cubicBezTo>
                  <a:pt x="2613367" y="1233868"/>
                  <a:pt x="2612962" y="1233868"/>
                  <a:pt x="2612557" y="1233868"/>
                </a:cubicBezTo>
                <a:lnTo>
                  <a:pt x="2595555" y="1233868"/>
                </a:lnTo>
                <a:cubicBezTo>
                  <a:pt x="2595150" y="1233868"/>
                  <a:pt x="2594746" y="1233868"/>
                  <a:pt x="2594341" y="1233463"/>
                </a:cubicBezTo>
                <a:lnTo>
                  <a:pt x="2585840" y="1218890"/>
                </a:lnTo>
                <a:cubicBezTo>
                  <a:pt x="2585435" y="1218486"/>
                  <a:pt x="2585435" y="1218081"/>
                  <a:pt x="2585840" y="1217676"/>
                </a:cubicBezTo>
                <a:lnTo>
                  <a:pt x="2594341" y="1203103"/>
                </a:lnTo>
                <a:cubicBezTo>
                  <a:pt x="2594746" y="1202698"/>
                  <a:pt x="2595150" y="1202293"/>
                  <a:pt x="2595555" y="1202293"/>
                </a:cubicBezTo>
                <a:close/>
                <a:moveTo>
                  <a:pt x="2555074" y="1202293"/>
                </a:moveTo>
                <a:lnTo>
                  <a:pt x="2572076" y="1202293"/>
                </a:lnTo>
                <a:cubicBezTo>
                  <a:pt x="2572481" y="1202293"/>
                  <a:pt x="2572886" y="1202698"/>
                  <a:pt x="2573291" y="1203103"/>
                </a:cubicBezTo>
                <a:lnTo>
                  <a:pt x="2581792" y="1217676"/>
                </a:lnTo>
                <a:cubicBezTo>
                  <a:pt x="2582197" y="1218081"/>
                  <a:pt x="2582197" y="1218486"/>
                  <a:pt x="2581792" y="1218890"/>
                </a:cubicBezTo>
                <a:lnTo>
                  <a:pt x="2573291" y="1233463"/>
                </a:lnTo>
                <a:cubicBezTo>
                  <a:pt x="2572886" y="1233868"/>
                  <a:pt x="2572481" y="1233868"/>
                  <a:pt x="2572076" y="1233868"/>
                </a:cubicBezTo>
                <a:lnTo>
                  <a:pt x="2555074" y="1233868"/>
                </a:lnTo>
                <a:cubicBezTo>
                  <a:pt x="2554669" y="1233868"/>
                  <a:pt x="2554265" y="1233868"/>
                  <a:pt x="2553860" y="1233463"/>
                </a:cubicBezTo>
                <a:lnTo>
                  <a:pt x="2545359" y="1218890"/>
                </a:lnTo>
                <a:cubicBezTo>
                  <a:pt x="2544954" y="1218486"/>
                  <a:pt x="2544954" y="1218081"/>
                  <a:pt x="2545359" y="1217676"/>
                </a:cubicBezTo>
                <a:lnTo>
                  <a:pt x="2553860" y="1203103"/>
                </a:lnTo>
                <a:cubicBezTo>
                  <a:pt x="2554265" y="1202698"/>
                  <a:pt x="2554669" y="1202293"/>
                  <a:pt x="2555074" y="1202293"/>
                </a:cubicBezTo>
                <a:close/>
                <a:moveTo>
                  <a:pt x="2474111" y="1201888"/>
                </a:moveTo>
                <a:lnTo>
                  <a:pt x="2490709" y="1201888"/>
                </a:lnTo>
                <a:cubicBezTo>
                  <a:pt x="2491113" y="1201888"/>
                  <a:pt x="2491518" y="1202293"/>
                  <a:pt x="2491923" y="1202698"/>
                </a:cubicBezTo>
                <a:lnTo>
                  <a:pt x="2500424" y="1217271"/>
                </a:lnTo>
                <a:cubicBezTo>
                  <a:pt x="2500829" y="1217676"/>
                  <a:pt x="2500829" y="1218081"/>
                  <a:pt x="2500424" y="1218485"/>
                </a:cubicBezTo>
                <a:lnTo>
                  <a:pt x="2491923" y="1233058"/>
                </a:lnTo>
                <a:cubicBezTo>
                  <a:pt x="2491923" y="1233463"/>
                  <a:pt x="2491518" y="1233868"/>
                  <a:pt x="2490709" y="1233463"/>
                </a:cubicBezTo>
                <a:lnTo>
                  <a:pt x="2474111" y="1233463"/>
                </a:lnTo>
                <a:cubicBezTo>
                  <a:pt x="2473706" y="1233463"/>
                  <a:pt x="2473302" y="1233463"/>
                  <a:pt x="2472897" y="1233058"/>
                </a:cubicBezTo>
                <a:lnTo>
                  <a:pt x="2464396" y="1218485"/>
                </a:lnTo>
                <a:cubicBezTo>
                  <a:pt x="2463991" y="1218081"/>
                  <a:pt x="2463991" y="1217676"/>
                  <a:pt x="2464396" y="1217271"/>
                </a:cubicBezTo>
                <a:lnTo>
                  <a:pt x="2472897" y="1202698"/>
                </a:lnTo>
                <a:cubicBezTo>
                  <a:pt x="2473302" y="1202293"/>
                  <a:pt x="2473706" y="1201888"/>
                  <a:pt x="2474111" y="1201888"/>
                </a:cubicBezTo>
                <a:close/>
                <a:moveTo>
                  <a:pt x="2514593" y="1201484"/>
                </a:moveTo>
                <a:lnTo>
                  <a:pt x="2531595" y="1201484"/>
                </a:lnTo>
                <a:cubicBezTo>
                  <a:pt x="2532000" y="1201484"/>
                  <a:pt x="2532405" y="1201889"/>
                  <a:pt x="2532810" y="1202294"/>
                </a:cubicBezTo>
                <a:lnTo>
                  <a:pt x="2541311" y="1217272"/>
                </a:lnTo>
                <a:cubicBezTo>
                  <a:pt x="2541716" y="1217677"/>
                  <a:pt x="2541716" y="1218081"/>
                  <a:pt x="2541311" y="1218486"/>
                </a:cubicBezTo>
                <a:lnTo>
                  <a:pt x="2532810" y="1233464"/>
                </a:lnTo>
                <a:cubicBezTo>
                  <a:pt x="2532405" y="1233869"/>
                  <a:pt x="2532000" y="1234274"/>
                  <a:pt x="2531595" y="1234274"/>
                </a:cubicBezTo>
                <a:lnTo>
                  <a:pt x="2514593" y="1234274"/>
                </a:lnTo>
                <a:cubicBezTo>
                  <a:pt x="2514188" y="1234274"/>
                  <a:pt x="2513784" y="1233869"/>
                  <a:pt x="2513379" y="1233464"/>
                </a:cubicBezTo>
                <a:lnTo>
                  <a:pt x="2504878" y="1218486"/>
                </a:lnTo>
                <a:cubicBezTo>
                  <a:pt x="2504473" y="1218081"/>
                  <a:pt x="2504473" y="1217677"/>
                  <a:pt x="2504878" y="1217272"/>
                </a:cubicBezTo>
                <a:lnTo>
                  <a:pt x="2513379" y="1202294"/>
                </a:lnTo>
                <a:cubicBezTo>
                  <a:pt x="2513784" y="1201889"/>
                  <a:pt x="2514188" y="1201484"/>
                  <a:pt x="2514593" y="1201484"/>
                </a:cubicBezTo>
                <a:close/>
                <a:moveTo>
                  <a:pt x="3048540" y="1175576"/>
                </a:moveTo>
                <a:lnTo>
                  <a:pt x="3050564" y="1175576"/>
                </a:lnTo>
                <a:lnTo>
                  <a:pt x="3051779" y="1177600"/>
                </a:lnTo>
                <a:lnTo>
                  <a:pt x="3050564" y="1179624"/>
                </a:lnTo>
                <a:lnTo>
                  <a:pt x="3048540" y="1179624"/>
                </a:lnTo>
                <a:lnTo>
                  <a:pt x="3047326" y="1177600"/>
                </a:lnTo>
                <a:close/>
                <a:moveTo>
                  <a:pt x="3209656" y="1175171"/>
                </a:moveTo>
                <a:lnTo>
                  <a:pt x="3212489" y="1175171"/>
                </a:lnTo>
                <a:lnTo>
                  <a:pt x="3213704" y="1177600"/>
                </a:lnTo>
                <a:lnTo>
                  <a:pt x="3212489" y="1180029"/>
                </a:lnTo>
                <a:lnTo>
                  <a:pt x="3209656" y="1180029"/>
                </a:lnTo>
                <a:lnTo>
                  <a:pt x="3208441" y="1177600"/>
                </a:lnTo>
                <a:close/>
                <a:moveTo>
                  <a:pt x="3169175" y="1175171"/>
                </a:moveTo>
                <a:lnTo>
                  <a:pt x="3172008" y="1175171"/>
                </a:lnTo>
                <a:lnTo>
                  <a:pt x="3173223" y="1177600"/>
                </a:lnTo>
                <a:lnTo>
                  <a:pt x="3172008" y="1180029"/>
                </a:lnTo>
                <a:lnTo>
                  <a:pt x="3169175" y="1180029"/>
                </a:lnTo>
                <a:lnTo>
                  <a:pt x="3167960" y="1177600"/>
                </a:lnTo>
                <a:close/>
                <a:moveTo>
                  <a:pt x="3128694" y="1175171"/>
                </a:moveTo>
                <a:lnTo>
                  <a:pt x="3131527" y="1175171"/>
                </a:lnTo>
                <a:lnTo>
                  <a:pt x="3132742" y="1177600"/>
                </a:lnTo>
                <a:lnTo>
                  <a:pt x="3131527" y="1180029"/>
                </a:lnTo>
                <a:lnTo>
                  <a:pt x="3128694" y="1180029"/>
                </a:lnTo>
                <a:lnTo>
                  <a:pt x="3127479" y="1177600"/>
                </a:lnTo>
                <a:close/>
                <a:moveTo>
                  <a:pt x="3088212" y="1175171"/>
                </a:moveTo>
                <a:lnTo>
                  <a:pt x="3091045" y="1175171"/>
                </a:lnTo>
                <a:lnTo>
                  <a:pt x="3092260" y="1177600"/>
                </a:lnTo>
                <a:lnTo>
                  <a:pt x="3091045" y="1180029"/>
                </a:lnTo>
                <a:lnTo>
                  <a:pt x="3088212" y="1180029"/>
                </a:lnTo>
                <a:lnTo>
                  <a:pt x="3086997" y="1177600"/>
                </a:lnTo>
                <a:close/>
                <a:moveTo>
                  <a:pt x="3249732" y="1174361"/>
                </a:moveTo>
                <a:lnTo>
                  <a:pt x="3253780" y="1174361"/>
                </a:lnTo>
                <a:lnTo>
                  <a:pt x="3255804" y="1177600"/>
                </a:lnTo>
                <a:lnTo>
                  <a:pt x="3253780" y="1180838"/>
                </a:lnTo>
                <a:lnTo>
                  <a:pt x="3249732" y="1180838"/>
                </a:lnTo>
                <a:lnTo>
                  <a:pt x="3247708" y="1177600"/>
                </a:lnTo>
                <a:close/>
                <a:moveTo>
                  <a:pt x="3006844" y="1174361"/>
                </a:moveTo>
                <a:lnTo>
                  <a:pt x="3010488" y="1174361"/>
                </a:lnTo>
                <a:lnTo>
                  <a:pt x="3012107" y="1177600"/>
                </a:lnTo>
                <a:lnTo>
                  <a:pt x="3010488" y="1180838"/>
                </a:lnTo>
                <a:lnTo>
                  <a:pt x="3006844" y="1180838"/>
                </a:lnTo>
                <a:lnTo>
                  <a:pt x="3005225" y="1177600"/>
                </a:lnTo>
                <a:close/>
                <a:moveTo>
                  <a:pt x="2965959" y="1173956"/>
                </a:moveTo>
                <a:lnTo>
                  <a:pt x="2970412" y="1173956"/>
                </a:lnTo>
                <a:lnTo>
                  <a:pt x="2972436" y="1177599"/>
                </a:lnTo>
                <a:lnTo>
                  <a:pt x="2970412" y="1181243"/>
                </a:lnTo>
                <a:lnTo>
                  <a:pt x="2965959" y="1181243"/>
                </a:lnTo>
                <a:lnTo>
                  <a:pt x="2963935" y="1177599"/>
                </a:lnTo>
                <a:close/>
                <a:moveTo>
                  <a:pt x="2925478" y="1173956"/>
                </a:moveTo>
                <a:lnTo>
                  <a:pt x="2929931" y="1173956"/>
                </a:lnTo>
                <a:lnTo>
                  <a:pt x="2931955" y="1177599"/>
                </a:lnTo>
                <a:lnTo>
                  <a:pt x="2929931" y="1181243"/>
                </a:lnTo>
                <a:lnTo>
                  <a:pt x="2925478" y="1181243"/>
                </a:lnTo>
                <a:lnTo>
                  <a:pt x="2923454" y="1177599"/>
                </a:lnTo>
                <a:close/>
                <a:moveTo>
                  <a:pt x="4585614" y="1173551"/>
                </a:moveTo>
                <a:lnTo>
                  <a:pt x="4590067" y="1173551"/>
                </a:lnTo>
                <a:lnTo>
                  <a:pt x="4592495" y="1177599"/>
                </a:lnTo>
                <a:lnTo>
                  <a:pt x="4590067" y="1181647"/>
                </a:lnTo>
                <a:lnTo>
                  <a:pt x="4585614" y="1181647"/>
                </a:lnTo>
                <a:lnTo>
                  <a:pt x="4583185" y="1177599"/>
                </a:lnTo>
                <a:close/>
                <a:moveTo>
                  <a:pt x="4423688" y="1173551"/>
                </a:moveTo>
                <a:lnTo>
                  <a:pt x="4427332" y="1173551"/>
                </a:lnTo>
                <a:cubicBezTo>
                  <a:pt x="4427736" y="1173551"/>
                  <a:pt x="4428141" y="1173551"/>
                  <a:pt x="4428546" y="1173956"/>
                </a:cubicBezTo>
                <a:lnTo>
                  <a:pt x="4430570" y="1177194"/>
                </a:lnTo>
                <a:cubicBezTo>
                  <a:pt x="4430975" y="1177599"/>
                  <a:pt x="4430975" y="1178004"/>
                  <a:pt x="4430570" y="1178409"/>
                </a:cubicBezTo>
                <a:lnTo>
                  <a:pt x="4428546" y="1181647"/>
                </a:lnTo>
                <a:cubicBezTo>
                  <a:pt x="4428546" y="1182052"/>
                  <a:pt x="4428141" y="1182052"/>
                  <a:pt x="4427332" y="1182457"/>
                </a:cubicBezTo>
                <a:lnTo>
                  <a:pt x="4423688" y="1182457"/>
                </a:lnTo>
                <a:cubicBezTo>
                  <a:pt x="4423284" y="1182457"/>
                  <a:pt x="4422878" y="1182052"/>
                  <a:pt x="4422474" y="1181647"/>
                </a:cubicBezTo>
                <a:lnTo>
                  <a:pt x="4420450" y="1178409"/>
                </a:lnTo>
                <a:cubicBezTo>
                  <a:pt x="4420045" y="1178004"/>
                  <a:pt x="4420045" y="1177599"/>
                  <a:pt x="4420450" y="1177194"/>
                </a:cubicBezTo>
                <a:lnTo>
                  <a:pt x="4422474" y="1173956"/>
                </a:lnTo>
                <a:cubicBezTo>
                  <a:pt x="4422878" y="1173956"/>
                  <a:pt x="4423284" y="1173551"/>
                  <a:pt x="4423688" y="1173551"/>
                </a:cubicBezTo>
                <a:close/>
                <a:moveTo>
                  <a:pt x="4221282" y="1173551"/>
                </a:moveTo>
                <a:lnTo>
                  <a:pt x="4224926" y="1173551"/>
                </a:lnTo>
                <a:cubicBezTo>
                  <a:pt x="4225330" y="1173551"/>
                  <a:pt x="4225735" y="1173551"/>
                  <a:pt x="4226140" y="1173956"/>
                </a:cubicBezTo>
                <a:lnTo>
                  <a:pt x="4228164" y="1177194"/>
                </a:lnTo>
                <a:cubicBezTo>
                  <a:pt x="4228569" y="1177599"/>
                  <a:pt x="4228569" y="1178004"/>
                  <a:pt x="4228164" y="1178409"/>
                </a:cubicBezTo>
                <a:lnTo>
                  <a:pt x="4226140" y="1181647"/>
                </a:lnTo>
                <a:cubicBezTo>
                  <a:pt x="4226140" y="1182052"/>
                  <a:pt x="4225735" y="1182052"/>
                  <a:pt x="4224926" y="1182052"/>
                </a:cubicBezTo>
                <a:lnTo>
                  <a:pt x="4221282" y="1182052"/>
                </a:lnTo>
                <a:cubicBezTo>
                  <a:pt x="4220878" y="1182052"/>
                  <a:pt x="4220472" y="1182052"/>
                  <a:pt x="4220068" y="1181647"/>
                </a:cubicBezTo>
                <a:lnTo>
                  <a:pt x="4218044" y="1178409"/>
                </a:lnTo>
                <a:cubicBezTo>
                  <a:pt x="4217639" y="1178004"/>
                  <a:pt x="4217639" y="1177599"/>
                  <a:pt x="4218044" y="1177194"/>
                </a:cubicBezTo>
                <a:lnTo>
                  <a:pt x="4220068" y="1173956"/>
                </a:lnTo>
                <a:cubicBezTo>
                  <a:pt x="4220472" y="1173956"/>
                  <a:pt x="4220878" y="1173551"/>
                  <a:pt x="4221282" y="1173551"/>
                </a:cubicBezTo>
                <a:close/>
                <a:moveTo>
                  <a:pt x="4059762" y="1173551"/>
                </a:moveTo>
                <a:lnTo>
                  <a:pt x="4063001" y="1173551"/>
                </a:lnTo>
                <a:cubicBezTo>
                  <a:pt x="4063406" y="1173551"/>
                  <a:pt x="4063811" y="1173956"/>
                  <a:pt x="4064215" y="1174361"/>
                </a:cubicBezTo>
                <a:lnTo>
                  <a:pt x="4065835" y="1177194"/>
                </a:lnTo>
                <a:cubicBezTo>
                  <a:pt x="4066239" y="1177599"/>
                  <a:pt x="4066239" y="1178004"/>
                  <a:pt x="4065835" y="1178409"/>
                </a:cubicBezTo>
                <a:lnTo>
                  <a:pt x="4064215" y="1181242"/>
                </a:lnTo>
                <a:cubicBezTo>
                  <a:pt x="4063811" y="1181647"/>
                  <a:pt x="4063406" y="1181647"/>
                  <a:pt x="4063001" y="1182052"/>
                </a:cubicBezTo>
                <a:lnTo>
                  <a:pt x="4059762" y="1182052"/>
                </a:lnTo>
                <a:cubicBezTo>
                  <a:pt x="4059358" y="1182052"/>
                  <a:pt x="4058953" y="1181647"/>
                  <a:pt x="4058548" y="1181242"/>
                </a:cubicBezTo>
                <a:lnTo>
                  <a:pt x="4056929" y="1178409"/>
                </a:lnTo>
                <a:cubicBezTo>
                  <a:pt x="4056524" y="1178004"/>
                  <a:pt x="4056524" y="1177599"/>
                  <a:pt x="4056929" y="1177194"/>
                </a:cubicBezTo>
                <a:lnTo>
                  <a:pt x="4058548" y="1174361"/>
                </a:lnTo>
                <a:cubicBezTo>
                  <a:pt x="4058953" y="1173956"/>
                  <a:pt x="4059358" y="1173551"/>
                  <a:pt x="4059762" y="1173551"/>
                </a:cubicBezTo>
                <a:close/>
                <a:moveTo>
                  <a:pt x="4342727" y="1173147"/>
                </a:moveTo>
                <a:lnTo>
                  <a:pt x="4346370" y="1173147"/>
                </a:lnTo>
                <a:cubicBezTo>
                  <a:pt x="4346775" y="1173147"/>
                  <a:pt x="4347179" y="1173147"/>
                  <a:pt x="4347584" y="1173552"/>
                </a:cubicBezTo>
                <a:lnTo>
                  <a:pt x="4349203" y="1176790"/>
                </a:lnTo>
                <a:cubicBezTo>
                  <a:pt x="4349608" y="1177195"/>
                  <a:pt x="4349608" y="1177600"/>
                  <a:pt x="4349203" y="1178005"/>
                </a:cubicBezTo>
                <a:lnTo>
                  <a:pt x="4347584" y="1181243"/>
                </a:lnTo>
                <a:cubicBezTo>
                  <a:pt x="4347179" y="1181648"/>
                  <a:pt x="4346775" y="1182053"/>
                  <a:pt x="4346370" y="1182053"/>
                </a:cubicBezTo>
                <a:lnTo>
                  <a:pt x="4342727" y="1182053"/>
                </a:lnTo>
                <a:cubicBezTo>
                  <a:pt x="4342322" y="1182053"/>
                  <a:pt x="4341917" y="1181648"/>
                  <a:pt x="4341512" y="1181243"/>
                </a:cubicBezTo>
                <a:lnTo>
                  <a:pt x="4339893" y="1178005"/>
                </a:lnTo>
                <a:cubicBezTo>
                  <a:pt x="4339488" y="1177600"/>
                  <a:pt x="4339488" y="1177195"/>
                  <a:pt x="4339893" y="1176790"/>
                </a:cubicBezTo>
                <a:lnTo>
                  <a:pt x="4341512" y="1173552"/>
                </a:lnTo>
                <a:cubicBezTo>
                  <a:pt x="4341917" y="1173552"/>
                  <a:pt x="4342322" y="1173147"/>
                  <a:pt x="4342727" y="1173147"/>
                </a:cubicBezTo>
                <a:close/>
                <a:moveTo>
                  <a:pt x="4302245" y="1173147"/>
                </a:moveTo>
                <a:lnTo>
                  <a:pt x="4305888" y="1173147"/>
                </a:lnTo>
                <a:cubicBezTo>
                  <a:pt x="4306293" y="1173147"/>
                  <a:pt x="4306697" y="1173147"/>
                  <a:pt x="4307102" y="1173552"/>
                </a:cubicBezTo>
                <a:lnTo>
                  <a:pt x="4308721" y="1176790"/>
                </a:lnTo>
                <a:cubicBezTo>
                  <a:pt x="4309126" y="1177195"/>
                  <a:pt x="4309126" y="1177600"/>
                  <a:pt x="4308721" y="1178005"/>
                </a:cubicBezTo>
                <a:lnTo>
                  <a:pt x="4307102" y="1181243"/>
                </a:lnTo>
                <a:cubicBezTo>
                  <a:pt x="4306697" y="1181648"/>
                  <a:pt x="4306293" y="1182053"/>
                  <a:pt x="4305888" y="1181648"/>
                </a:cubicBezTo>
                <a:lnTo>
                  <a:pt x="4302245" y="1181648"/>
                </a:lnTo>
                <a:cubicBezTo>
                  <a:pt x="4301840" y="1181648"/>
                  <a:pt x="4301435" y="1181648"/>
                  <a:pt x="4301030" y="1181243"/>
                </a:cubicBezTo>
                <a:lnTo>
                  <a:pt x="4299411" y="1178005"/>
                </a:lnTo>
                <a:cubicBezTo>
                  <a:pt x="4299006" y="1177600"/>
                  <a:pt x="4299006" y="1177195"/>
                  <a:pt x="4299411" y="1176790"/>
                </a:cubicBezTo>
                <a:lnTo>
                  <a:pt x="4301030" y="1173552"/>
                </a:lnTo>
                <a:cubicBezTo>
                  <a:pt x="4301435" y="1173552"/>
                  <a:pt x="4301840" y="1173147"/>
                  <a:pt x="4302245" y="1173147"/>
                </a:cubicBezTo>
                <a:close/>
                <a:moveTo>
                  <a:pt x="4261763" y="1173147"/>
                </a:moveTo>
                <a:lnTo>
                  <a:pt x="4265407" y="1173147"/>
                </a:lnTo>
                <a:cubicBezTo>
                  <a:pt x="4265811" y="1173147"/>
                  <a:pt x="4266216" y="1173147"/>
                  <a:pt x="4266621" y="1173552"/>
                </a:cubicBezTo>
                <a:lnTo>
                  <a:pt x="4268645" y="1176790"/>
                </a:lnTo>
                <a:cubicBezTo>
                  <a:pt x="4269050" y="1177195"/>
                  <a:pt x="4269050" y="1177600"/>
                  <a:pt x="4268645" y="1178005"/>
                </a:cubicBezTo>
                <a:lnTo>
                  <a:pt x="4266621" y="1181243"/>
                </a:lnTo>
                <a:cubicBezTo>
                  <a:pt x="4266621" y="1181648"/>
                  <a:pt x="4266216" y="1182053"/>
                  <a:pt x="4265407" y="1181648"/>
                </a:cubicBezTo>
                <a:lnTo>
                  <a:pt x="4261763" y="1181648"/>
                </a:lnTo>
                <a:cubicBezTo>
                  <a:pt x="4261359" y="1181648"/>
                  <a:pt x="4260953" y="1181648"/>
                  <a:pt x="4260549" y="1181243"/>
                </a:cubicBezTo>
                <a:lnTo>
                  <a:pt x="4258525" y="1178005"/>
                </a:lnTo>
                <a:cubicBezTo>
                  <a:pt x="4258120" y="1177600"/>
                  <a:pt x="4258120" y="1177195"/>
                  <a:pt x="4258525" y="1176790"/>
                </a:cubicBezTo>
                <a:lnTo>
                  <a:pt x="4260549" y="1173552"/>
                </a:lnTo>
                <a:cubicBezTo>
                  <a:pt x="4260953" y="1173552"/>
                  <a:pt x="4261359" y="1173147"/>
                  <a:pt x="4261763" y="1173147"/>
                </a:cubicBezTo>
                <a:close/>
                <a:moveTo>
                  <a:pt x="4099839" y="1173147"/>
                </a:moveTo>
                <a:lnTo>
                  <a:pt x="4103482" y="1173147"/>
                </a:lnTo>
                <a:cubicBezTo>
                  <a:pt x="4103887" y="1173147"/>
                  <a:pt x="4104291" y="1173147"/>
                  <a:pt x="4104696" y="1173552"/>
                </a:cubicBezTo>
                <a:lnTo>
                  <a:pt x="4106315" y="1176790"/>
                </a:lnTo>
                <a:cubicBezTo>
                  <a:pt x="4106720" y="1177195"/>
                  <a:pt x="4106720" y="1177600"/>
                  <a:pt x="4106315" y="1178005"/>
                </a:cubicBezTo>
                <a:lnTo>
                  <a:pt x="4104696" y="1181243"/>
                </a:lnTo>
                <a:cubicBezTo>
                  <a:pt x="4104291" y="1181648"/>
                  <a:pt x="4103887" y="1182053"/>
                  <a:pt x="4103482" y="1181648"/>
                </a:cubicBezTo>
                <a:lnTo>
                  <a:pt x="4099839" y="1181648"/>
                </a:lnTo>
                <a:cubicBezTo>
                  <a:pt x="4099434" y="1181648"/>
                  <a:pt x="4099029" y="1181648"/>
                  <a:pt x="4098624" y="1181243"/>
                </a:cubicBezTo>
                <a:lnTo>
                  <a:pt x="4097005" y="1178005"/>
                </a:lnTo>
                <a:cubicBezTo>
                  <a:pt x="4096600" y="1177600"/>
                  <a:pt x="4096600" y="1177195"/>
                  <a:pt x="4097005" y="1176790"/>
                </a:cubicBezTo>
                <a:lnTo>
                  <a:pt x="4098624" y="1173552"/>
                </a:lnTo>
                <a:cubicBezTo>
                  <a:pt x="4099029" y="1173552"/>
                  <a:pt x="4099434" y="1173147"/>
                  <a:pt x="4099839" y="1173147"/>
                </a:cubicBezTo>
                <a:close/>
                <a:moveTo>
                  <a:pt x="4504246" y="1172742"/>
                </a:moveTo>
                <a:lnTo>
                  <a:pt x="4509103" y="1172742"/>
                </a:lnTo>
                <a:cubicBezTo>
                  <a:pt x="4509508" y="1172742"/>
                  <a:pt x="4509913" y="1172742"/>
                  <a:pt x="4510318" y="1173147"/>
                </a:cubicBezTo>
                <a:lnTo>
                  <a:pt x="4512747" y="1177195"/>
                </a:lnTo>
                <a:cubicBezTo>
                  <a:pt x="4513152" y="1177600"/>
                  <a:pt x="4513152" y="1178005"/>
                  <a:pt x="4512747" y="1178409"/>
                </a:cubicBezTo>
                <a:lnTo>
                  <a:pt x="4510318" y="1182457"/>
                </a:lnTo>
                <a:cubicBezTo>
                  <a:pt x="4509913" y="1182862"/>
                  <a:pt x="4509508" y="1182862"/>
                  <a:pt x="4509103" y="1182862"/>
                </a:cubicBezTo>
                <a:lnTo>
                  <a:pt x="4504246" y="1182862"/>
                </a:lnTo>
                <a:cubicBezTo>
                  <a:pt x="4503841" y="1182862"/>
                  <a:pt x="4503436" y="1182862"/>
                  <a:pt x="4503031" y="1182457"/>
                </a:cubicBezTo>
                <a:lnTo>
                  <a:pt x="4500603" y="1178409"/>
                </a:lnTo>
                <a:cubicBezTo>
                  <a:pt x="4500198" y="1178005"/>
                  <a:pt x="4500198" y="1177600"/>
                  <a:pt x="4500603" y="1177195"/>
                </a:cubicBezTo>
                <a:lnTo>
                  <a:pt x="4503031" y="1173147"/>
                </a:lnTo>
                <a:cubicBezTo>
                  <a:pt x="4503436" y="1173147"/>
                  <a:pt x="4503841" y="1172742"/>
                  <a:pt x="4504246" y="1172742"/>
                </a:cubicBezTo>
                <a:close/>
                <a:moveTo>
                  <a:pt x="4180801" y="1172742"/>
                </a:moveTo>
                <a:lnTo>
                  <a:pt x="4184849" y="1172742"/>
                </a:lnTo>
                <a:cubicBezTo>
                  <a:pt x="4185254" y="1172742"/>
                  <a:pt x="4185659" y="1172742"/>
                  <a:pt x="4186063" y="1173147"/>
                </a:cubicBezTo>
                <a:lnTo>
                  <a:pt x="4188088" y="1176790"/>
                </a:lnTo>
                <a:cubicBezTo>
                  <a:pt x="4188493" y="1177195"/>
                  <a:pt x="4188493" y="1177600"/>
                  <a:pt x="4188088" y="1178005"/>
                </a:cubicBezTo>
                <a:lnTo>
                  <a:pt x="4186063" y="1181648"/>
                </a:lnTo>
                <a:cubicBezTo>
                  <a:pt x="4185659" y="1182053"/>
                  <a:pt x="4185254" y="1182457"/>
                  <a:pt x="4184849" y="1182053"/>
                </a:cubicBezTo>
                <a:lnTo>
                  <a:pt x="4180801" y="1182053"/>
                </a:lnTo>
                <a:cubicBezTo>
                  <a:pt x="4180397" y="1182053"/>
                  <a:pt x="4179991" y="1182053"/>
                  <a:pt x="4179587" y="1181648"/>
                </a:cubicBezTo>
                <a:lnTo>
                  <a:pt x="4177563" y="1178005"/>
                </a:lnTo>
                <a:cubicBezTo>
                  <a:pt x="4177158" y="1177600"/>
                  <a:pt x="4177158" y="1177195"/>
                  <a:pt x="4177563" y="1176790"/>
                </a:cubicBezTo>
                <a:lnTo>
                  <a:pt x="4179587" y="1173147"/>
                </a:lnTo>
                <a:cubicBezTo>
                  <a:pt x="4179991" y="1173147"/>
                  <a:pt x="4180397" y="1172742"/>
                  <a:pt x="4180801" y="1172742"/>
                </a:cubicBezTo>
                <a:close/>
                <a:moveTo>
                  <a:pt x="4018471" y="1172742"/>
                </a:moveTo>
                <a:lnTo>
                  <a:pt x="4023328" y="1172742"/>
                </a:lnTo>
                <a:cubicBezTo>
                  <a:pt x="4023733" y="1172742"/>
                  <a:pt x="4024138" y="1172742"/>
                  <a:pt x="4024543" y="1173147"/>
                </a:cubicBezTo>
                <a:lnTo>
                  <a:pt x="4026972" y="1177195"/>
                </a:lnTo>
                <a:cubicBezTo>
                  <a:pt x="4027377" y="1177600"/>
                  <a:pt x="4027377" y="1178005"/>
                  <a:pt x="4026972" y="1178409"/>
                </a:cubicBezTo>
                <a:lnTo>
                  <a:pt x="4024543" y="1182457"/>
                </a:lnTo>
                <a:cubicBezTo>
                  <a:pt x="4024138" y="1182862"/>
                  <a:pt x="4023733" y="1182862"/>
                  <a:pt x="4023328" y="1182862"/>
                </a:cubicBezTo>
                <a:lnTo>
                  <a:pt x="4018471" y="1182862"/>
                </a:lnTo>
                <a:cubicBezTo>
                  <a:pt x="4018066" y="1182862"/>
                  <a:pt x="4017661" y="1182862"/>
                  <a:pt x="4017256" y="1182457"/>
                </a:cubicBezTo>
                <a:lnTo>
                  <a:pt x="4014828" y="1178409"/>
                </a:lnTo>
                <a:cubicBezTo>
                  <a:pt x="4014423" y="1178005"/>
                  <a:pt x="4014423" y="1177600"/>
                  <a:pt x="4014828" y="1177195"/>
                </a:cubicBezTo>
                <a:lnTo>
                  <a:pt x="4017256" y="1173147"/>
                </a:lnTo>
                <a:cubicBezTo>
                  <a:pt x="4017661" y="1173147"/>
                  <a:pt x="4018066" y="1172742"/>
                  <a:pt x="4018471" y="1172742"/>
                </a:cubicBezTo>
                <a:close/>
                <a:moveTo>
                  <a:pt x="4544727" y="1172337"/>
                </a:moveTo>
                <a:lnTo>
                  <a:pt x="4549180" y="1172337"/>
                </a:lnTo>
                <a:cubicBezTo>
                  <a:pt x="4549585" y="1172337"/>
                  <a:pt x="4549989" y="1172337"/>
                  <a:pt x="4550394" y="1172742"/>
                </a:cubicBezTo>
                <a:lnTo>
                  <a:pt x="4552418" y="1176790"/>
                </a:lnTo>
                <a:cubicBezTo>
                  <a:pt x="4552823" y="1177195"/>
                  <a:pt x="4552823" y="1177600"/>
                  <a:pt x="4552418" y="1178004"/>
                </a:cubicBezTo>
                <a:lnTo>
                  <a:pt x="4550394" y="1182053"/>
                </a:lnTo>
                <a:cubicBezTo>
                  <a:pt x="4550394" y="1182457"/>
                  <a:pt x="4549989" y="1182862"/>
                  <a:pt x="4549180" y="1182457"/>
                </a:cubicBezTo>
                <a:lnTo>
                  <a:pt x="4544727" y="1182457"/>
                </a:lnTo>
                <a:cubicBezTo>
                  <a:pt x="4544322" y="1182457"/>
                  <a:pt x="4543917" y="1182457"/>
                  <a:pt x="4543513" y="1182053"/>
                </a:cubicBezTo>
                <a:lnTo>
                  <a:pt x="4541489" y="1178004"/>
                </a:lnTo>
                <a:cubicBezTo>
                  <a:pt x="4541084" y="1177600"/>
                  <a:pt x="4541084" y="1177195"/>
                  <a:pt x="4541489" y="1176790"/>
                </a:cubicBezTo>
                <a:lnTo>
                  <a:pt x="4543513" y="1172742"/>
                </a:lnTo>
                <a:cubicBezTo>
                  <a:pt x="4543917" y="1172742"/>
                  <a:pt x="4544322" y="1172337"/>
                  <a:pt x="4544727" y="1172337"/>
                </a:cubicBezTo>
                <a:close/>
                <a:moveTo>
                  <a:pt x="4463765" y="1172337"/>
                </a:moveTo>
                <a:lnTo>
                  <a:pt x="4468218" y="1172337"/>
                </a:lnTo>
                <a:cubicBezTo>
                  <a:pt x="4468623" y="1172337"/>
                  <a:pt x="4469027" y="1172337"/>
                  <a:pt x="4469432" y="1172742"/>
                </a:cubicBezTo>
                <a:lnTo>
                  <a:pt x="4471456" y="1176790"/>
                </a:lnTo>
                <a:cubicBezTo>
                  <a:pt x="4471861" y="1177195"/>
                  <a:pt x="4471861" y="1177600"/>
                  <a:pt x="4471456" y="1178004"/>
                </a:cubicBezTo>
                <a:lnTo>
                  <a:pt x="4469432" y="1182053"/>
                </a:lnTo>
                <a:cubicBezTo>
                  <a:pt x="4469432" y="1182457"/>
                  <a:pt x="4469027" y="1182862"/>
                  <a:pt x="4468218" y="1182457"/>
                </a:cubicBezTo>
                <a:lnTo>
                  <a:pt x="4463765" y="1182457"/>
                </a:lnTo>
                <a:cubicBezTo>
                  <a:pt x="4463360" y="1182457"/>
                  <a:pt x="4462955" y="1182457"/>
                  <a:pt x="4462551" y="1182053"/>
                </a:cubicBezTo>
                <a:lnTo>
                  <a:pt x="4460527" y="1178004"/>
                </a:lnTo>
                <a:cubicBezTo>
                  <a:pt x="4460122" y="1177600"/>
                  <a:pt x="4460122" y="1177195"/>
                  <a:pt x="4460527" y="1176790"/>
                </a:cubicBezTo>
                <a:lnTo>
                  <a:pt x="4462551" y="1172742"/>
                </a:lnTo>
                <a:cubicBezTo>
                  <a:pt x="4462955" y="1172742"/>
                  <a:pt x="4463360" y="1172337"/>
                  <a:pt x="4463765" y="1172337"/>
                </a:cubicBezTo>
                <a:close/>
                <a:moveTo>
                  <a:pt x="4383207" y="1172337"/>
                </a:moveTo>
                <a:lnTo>
                  <a:pt x="4387255" y="1172337"/>
                </a:lnTo>
                <a:cubicBezTo>
                  <a:pt x="4387660" y="1172337"/>
                  <a:pt x="4388065" y="1172742"/>
                  <a:pt x="4388469" y="1173147"/>
                </a:cubicBezTo>
                <a:lnTo>
                  <a:pt x="4390494" y="1176790"/>
                </a:lnTo>
                <a:cubicBezTo>
                  <a:pt x="4390899" y="1177195"/>
                  <a:pt x="4390899" y="1177600"/>
                  <a:pt x="4390494" y="1178004"/>
                </a:cubicBezTo>
                <a:lnTo>
                  <a:pt x="4388469" y="1181648"/>
                </a:lnTo>
                <a:cubicBezTo>
                  <a:pt x="4388065" y="1182053"/>
                  <a:pt x="4387660" y="1182457"/>
                  <a:pt x="4387255" y="1182457"/>
                </a:cubicBezTo>
                <a:lnTo>
                  <a:pt x="4383207" y="1182457"/>
                </a:lnTo>
                <a:cubicBezTo>
                  <a:pt x="4382803" y="1182457"/>
                  <a:pt x="4382397" y="1182053"/>
                  <a:pt x="4381993" y="1181648"/>
                </a:cubicBezTo>
                <a:lnTo>
                  <a:pt x="4379969" y="1178004"/>
                </a:lnTo>
                <a:cubicBezTo>
                  <a:pt x="4379564" y="1177600"/>
                  <a:pt x="4379564" y="1177195"/>
                  <a:pt x="4379969" y="1176790"/>
                </a:cubicBezTo>
                <a:lnTo>
                  <a:pt x="4381993" y="1173147"/>
                </a:lnTo>
                <a:cubicBezTo>
                  <a:pt x="4382397" y="1172742"/>
                  <a:pt x="4382803" y="1172337"/>
                  <a:pt x="4383207" y="1172337"/>
                </a:cubicBezTo>
                <a:close/>
                <a:moveTo>
                  <a:pt x="4140320" y="1172337"/>
                </a:moveTo>
                <a:lnTo>
                  <a:pt x="4144368" y="1172337"/>
                </a:lnTo>
                <a:cubicBezTo>
                  <a:pt x="4144773" y="1172337"/>
                  <a:pt x="4145178" y="1172742"/>
                  <a:pt x="4145582" y="1173147"/>
                </a:cubicBezTo>
                <a:lnTo>
                  <a:pt x="4147607" y="1176790"/>
                </a:lnTo>
                <a:cubicBezTo>
                  <a:pt x="4148012" y="1177195"/>
                  <a:pt x="4148012" y="1177600"/>
                  <a:pt x="4147607" y="1178004"/>
                </a:cubicBezTo>
                <a:lnTo>
                  <a:pt x="4145582" y="1181648"/>
                </a:lnTo>
                <a:cubicBezTo>
                  <a:pt x="4145178" y="1182053"/>
                  <a:pt x="4144773" y="1182457"/>
                  <a:pt x="4144368" y="1182457"/>
                </a:cubicBezTo>
                <a:lnTo>
                  <a:pt x="4140320" y="1182457"/>
                </a:lnTo>
                <a:cubicBezTo>
                  <a:pt x="4139916" y="1182457"/>
                  <a:pt x="4139510" y="1182053"/>
                  <a:pt x="4139106" y="1181648"/>
                </a:cubicBezTo>
                <a:lnTo>
                  <a:pt x="4137082" y="1178004"/>
                </a:lnTo>
                <a:cubicBezTo>
                  <a:pt x="4136677" y="1177600"/>
                  <a:pt x="4136677" y="1177195"/>
                  <a:pt x="4137082" y="1176790"/>
                </a:cubicBezTo>
                <a:lnTo>
                  <a:pt x="4139106" y="1173147"/>
                </a:lnTo>
                <a:cubicBezTo>
                  <a:pt x="4139510" y="1172742"/>
                  <a:pt x="4139916" y="1172337"/>
                  <a:pt x="4140320" y="1172337"/>
                </a:cubicBezTo>
                <a:close/>
                <a:moveTo>
                  <a:pt x="3896623" y="1171932"/>
                </a:moveTo>
                <a:lnTo>
                  <a:pt x="3901885" y="1171932"/>
                </a:lnTo>
                <a:cubicBezTo>
                  <a:pt x="3902290" y="1171932"/>
                  <a:pt x="3902695" y="1172337"/>
                  <a:pt x="3903100" y="1172742"/>
                </a:cubicBezTo>
                <a:lnTo>
                  <a:pt x="3905934" y="1177195"/>
                </a:lnTo>
                <a:cubicBezTo>
                  <a:pt x="3906338" y="1177599"/>
                  <a:pt x="3906338" y="1178004"/>
                  <a:pt x="3905934" y="1178409"/>
                </a:cubicBezTo>
                <a:lnTo>
                  <a:pt x="3903100" y="1182862"/>
                </a:lnTo>
                <a:cubicBezTo>
                  <a:pt x="3903100" y="1183267"/>
                  <a:pt x="3902695" y="1183267"/>
                  <a:pt x="3901885" y="1183672"/>
                </a:cubicBezTo>
                <a:lnTo>
                  <a:pt x="3896623" y="1183672"/>
                </a:lnTo>
                <a:cubicBezTo>
                  <a:pt x="3896218" y="1183672"/>
                  <a:pt x="3895813" y="1183267"/>
                  <a:pt x="3895409" y="1182862"/>
                </a:cubicBezTo>
                <a:lnTo>
                  <a:pt x="3892575" y="1178409"/>
                </a:lnTo>
                <a:cubicBezTo>
                  <a:pt x="3892170" y="1178004"/>
                  <a:pt x="3892170" y="1177599"/>
                  <a:pt x="3892575" y="1177195"/>
                </a:cubicBezTo>
                <a:lnTo>
                  <a:pt x="3895409" y="1172742"/>
                </a:lnTo>
                <a:cubicBezTo>
                  <a:pt x="3895813" y="1172337"/>
                  <a:pt x="3896218" y="1171932"/>
                  <a:pt x="3896623" y="1171932"/>
                </a:cubicBezTo>
                <a:close/>
                <a:moveTo>
                  <a:pt x="3856546" y="1171932"/>
                </a:moveTo>
                <a:lnTo>
                  <a:pt x="3861403" y="1171932"/>
                </a:lnTo>
                <a:cubicBezTo>
                  <a:pt x="3861808" y="1171932"/>
                  <a:pt x="3862213" y="1171932"/>
                  <a:pt x="3862618" y="1172337"/>
                </a:cubicBezTo>
                <a:lnTo>
                  <a:pt x="3865047" y="1176790"/>
                </a:lnTo>
                <a:cubicBezTo>
                  <a:pt x="3865452" y="1177195"/>
                  <a:pt x="3865452" y="1177599"/>
                  <a:pt x="3865047" y="1178004"/>
                </a:cubicBezTo>
                <a:lnTo>
                  <a:pt x="3862618" y="1182457"/>
                </a:lnTo>
                <a:cubicBezTo>
                  <a:pt x="3862213" y="1182862"/>
                  <a:pt x="3861808" y="1183267"/>
                  <a:pt x="3861403" y="1182862"/>
                </a:cubicBezTo>
                <a:lnTo>
                  <a:pt x="3856546" y="1182862"/>
                </a:lnTo>
                <a:cubicBezTo>
                  <a:pt x="3856141" y="1182862"/>
                  <a:pt x="3855736" y="1182862"/>
                  <a:pt x="3855331" y="1182457"/>
                </a:cubicBezTo>
                <a:lnTo>
                  <a:pt x="3852903" y="1178004"/>
                </a:lnTo>
                <a:cubicBezTo>
                  <a:pt x="3852498" y="1177599"/>
                  <a:pt x="3852498" y="1177195"/>
                  <a:pt x="3852903" y="1176790"/>
                </a:cubicBezTo>
                <a:lnTo>
                  <a:pt x="3855331" y="1172337"/>
                </a:lnTo>
                <a:cubicBezTo>
                  <a:pt x="3855736" y="1172337"/>
                  <a:pt x="3856141" y="1171932"/>
                  <a:pt x="3856546" y="1171932"/>
                </a:cubicBezTo>
                <a:close/>
                <a:moveTo>
                  <a:pt x="3977585" y="1171527"/>
                </a:moveTo>
                <a:lnTo>
                  <a:pt x="3983252" y="1171527"/>
                </a:lnTo>
                <a:cubicBezTo>
                  <a:pt x="3983657" y="1171527"/>
                  <a:pt x="3984062" y="1171932"/>
                  <a:pt x="3984467" y="1172337"/>
                </a:cubicBezTo>
                <a:lnTo>
                  <a:pt x="3987300" y="1177194"/>
                </a:lnTo>
                <a:cubicBezTo>
                  <a:pt x="3987705" y="1177599"/>
                  <a:pt x="3987705" y="1178004"/>
                  <a:pt x="3987300" y="1178409"/>
                </a:cubicBezTo>
                <a:lnTo>
                  <a:pt x="3984467" y="1183267"/>
                </a:lnTo>
                <a:cubicBezTo>
                  <a:pt x="3984062" y="1183267"/>
                  <a:pt x="3983657" y="1183671"/>
                  <a:pt x="3983252" y="1184076"/>
                </a:cubicBezTo>
                <a:lnTo>
                  <a:pt x="3977585" y="1184076"/>
                </a:lnTo>
                <a:cubicBezTo>
                  <a:pt x="3977180" y="1184076"/>
                  <a:pt x="3976775" y="1183671"/>
                  <a:pt x="3976371" y="1183267"/>
                </a:cubicBezTo>
                <a:lnTo>
                  <a:pt x="3973537" y="1178409"/>
                </a:lnTo>
                <a:cubicBezTo>
                  <a:pt x="3973132" y="1178004"/>
                  <a:pt x="3973132" y="1177599"/>
                  <a:pt x="3973537" y="1177194"/>
                </a:cubicBezTo>
                <a:lnTo>
                  <a:pt x="3976371" y="1172337"/>
                </a:lnTo>
                <a:cubicBezTo>
                  <a:pt x="3976775" y="1171932"/>
                  <a:pt x="3977180" y="1171527"/>
                  <a:pt x="3977585" y="1171527"/>
                </a:cubicBezTo>
                <a:close/>
                <a:moveTo>
                  <a:pt x="2804034" y="1171527"/>
                </a:moveTo>
                <a:lnTo>
                  <a:pt x="2808891" y="1171527"/>
                </a:lnTo>
                <a:cubicBezTo>
                  <a:pt x="2809296" y="1171527"/>
                  <a:pt x="2809701" y="1171932"/>
                  <a:pt x="2810106" y="1172337"/>
                </a:cubicBezTo>
                <a:lnTo>
                  <a:pt x="2812535" y="1176790"/>
                </a:lnTo>
                <a:cubicBezTo>
                  <a:pt x="2812940" y="1177194"/>
                  <a:pt x="2812940" y="1177599"/>
                  <a:pt x="2812535" y="1178004"/>
                </a:cubicBezTo>
                <a:lnTo>
                  <a:pt x="2810106" y="1182457"/>
                </a:lnTo>
                <a:cubicBezTo>
                  <a:pt x="2809701" y="1182862"/>
                  <a:pt x="2809296" y="1183267"/>
                  <a:pt x="2808891" y="1183267"/>
                </a:cubicBezTo>
                <a:lnTo>
                  <a:pt x="2804034" y="1183267"/>
                </a:lnTo>
                <a:cubicBezTo>
                  <a:pt x="2803629" y="1183267"/>
                  <a:pt x="2803224" y="1182862"/>
                  <a:pt x="2802819" y="1182457"/>
                </a:cubicBezTo>
                <a:lnTo>
                  <a:pt x="2800391" y="1178004"/>
                </a:lnTo>
                <a:cubicBezTo>
                  <a:pt x="2799986" y="1177599"/>
                  <a:pt x="2799986" y="1177194"/>
                  <a:pt x="2800391" y="1176790"/>
                </a:cubicBezTo>
                <a:lnTo>
                  <a:pt x="2802819" y="1172337"/>
                </a:lnTo>
                <a:cubicBezTo>
                  <a:pt x="2803224" y="1171932"/>
                  <a:pt x="2803629" y="1171527"/>
                  <a:pt x="2804034" y="1171527"/>
                </a:cubicBezTo>
                <a:close/>
                <a:moveTo>
                  <a:pt x="3937104" y="1170718"/>
                </a:moveTo>
                <a:lnTo>
                  <a:pt x="3942771" y="1170718"/>
                </a:lnTo>
                <a:cubicBezTo>
                  <a:pt x="3943176" y="1170718"/>
                  <a:pt x="3943581" y="1171123"/>
                  <a:pt x="3943986" y="1171528"/>
                </a:cubicBezTo>
                <a:lnTo>
                  <a:pt x="3946819" y="1176790"/>
                </a:lnTo>
                <a:cubicBezTo>
                  <a:pt x="3947224" y="1177195"/>
                  <a:pt x="3947224" y="1177600"/>
                  <a:pt x="3946819" y="1178005"/>
                </a:cubicBezTo>
                <a:lnTo>
                  <a:pt x="3943986" y="1183267"/>
                </a:lnTo>
                <a:cubicBezTo>
                  <a:pt x="3943581" y="1183672"/>
                  <a:pt x="3943176" y="1184077"/>
                  <a:pt x="3942771" y="1184077"/>
                </a:cubicBezTo>
                <a:lnTo>
                  <a:pt x="3937104" y="1184077"/>
                </a:lnTo>
                <a:cubicBezTo>
                  <a:pt x="3936699" y="1184077"/>
                  <a:pt x="3936294" y="1183672"/>
                  <a:pt x="3935890" y="1183267"/>
                </a:cubicBezTo>
                <a:lnTo>
                  <a:pt x="3933056" y="1178005"/>
                </a:lnTo>
                <a:cubicBezTo>
                  <a:pt x="3932651" y="1177600"/>
                  <a:pt x="3932651" y="1177195"/>
                  <a:pt x="3933056" y="1176790"/>
                </a:cubicBezTo>
                <a:lnTo>
                  <a:pt x="3935890" y="1171528"/>
                </a:lnTo>
                <a:cubicBezTo>
                  <a:pt x="3936294" y="1171123"/>
                  <a:pt x="3936699" y="1170718"/>
                  <a:pt x="3937104" y="1170718"/>
                </a:cubicBezTo>
                <a:close/>
                <a:moveTo>
                  <a:pt x="2762337" y="1170718"/>
                </a:moveTo>
                <a:lnTo>
                  <a:pt x="2769219" y="1170718"/>
                </a:lnTo>
                <a:cubicBezTo>
                  <a:pt x="2769624" y="1170718"/>
                  <a:pt x="2770029" y="1170718"/>
                  <a:pt x="2770434" y="1171123"/>
                </a:cubicBezTo>
                <a:lnTo>
                  <a:pt x="2774077" y="1177195"/>
                </a:lnTo>
                <a:cubicBezTo>
                  <a:pt x="2774482" y="1177600"/>
                  <a:pt x="2774482" y="1178005"/>
                  <a:pt x="2774077" y="1178409"/>
                </a:cubicBezTo>
                <a:lnTo>
                  <a:pt x="2770434" y="1184482"/>
                </a:lnTo>
                <a:cubicBezTo>
                  <a:pt x="2770434" y="1184886"/>
                  <a:pt x="2770029" y="1184886"/>
                  <a:pt x="2769219" y="1184886"/>
                </a:cubicBezTo>
                <a:lnTo>
                  <a:pt x="2762337" y="1184886"/>
                </a:lnTo>
                <a:cubicBezTo>
                  <a:pt x="2761933" y="1184886"/>
                  <a:pt x="2761528" y="1184886"/>
                  <a:pt x="2761123" y="1184482"/>
                </a:cubicBezTo>
                <a:lnTo>
                  <a:pt x="2757480" y="1178409"/>
                </a:lnTo>
                <a:cubicBezTo>
                  <a:pt x="2757075" y="1178005"/>
                  <a:pt x="2757075" y="1177600"/>
                  <a:pt x="2757480" y="1177195"/>
                </a:cubicBezTo>
                <a:lnTo>
                  <a:pt x="2761123" y="1171123"/>
                </a:lnTo>
                <a:cubicBezTo>
                  <a:pt x="2761528" y="1171123"/>
                  <a:pt x="2761933" y="1170718"/>
                  <a:pt x="2762337" y="1170718"/>
                </a:cubicBezTo>
                <a:close/>
                <a:moveTo>
                  <a:pt x="2843705" y="1170313"/>
                </a:moveTo>
                <a:lnTo>
                  <a:pt x="2850182" y="1170313"/>
                </a:lnTo>
                <a:cubicBezTo>
                  <a:pt x="2850587" y="1170313"/>
                  <a:pt x="2850992" y="1170718"/>
                  <a:pt x="2851397" y="1171123"/>
                </a:cubicBezTo>
                <a:lnTo>
                  <a:pt x="2854636" y="1176790"/>
                </a:lnTo>
                <a:cubicBezTo>
                  <a:pt x="2855040" y="1177195"/>
                  <a:pt x="2855040" y="1177600"/>
                  <a:pt x="2854636" y="1178005"/>
                </a:cubicBezTo>
                <a:lnTo>
                  <a:pt x="2851397" y="1183672"/>
                </a:lnTo>
                <a:cubicBezTo>
                  <a:pt x="2850992" y="1184077"/>
                  <a:pt x="2850587" y="1184481"/>
                  <a:pt x="2850182" y="1184481"/>
                </a:cubicBezTo>
                <a:lnTo>
                  <a:pt x="2843705" y="1184481"/>
                </a:lnTo>
                <a:cubicBezTo>
                  <a:pt x="2843301" y="1184481"/>
                  <a:pt x="2842896" y="1184077"/>
                  <a:pt x="2842491" y="1183672"/>
                </a:cubicBezTo>
                <a:lnTo>
                  <a:pt x="2839253" y="1178005"/>
                </a:lnTo>
                <a:cubicBezTo>
                  <a:pt x="2838848" y="1177600"/>
                  <a:pt x="2838848" y="1177195"/>
                  <a:pt x="2839253" y="1176790"/>
                </a:cubicBezTo>
                <a:lnTo>
                  <a:pt x="2842491" y="1171123"/>
                </a:lnTo>
                <a:cubicBezTo>
                  <a:pt x="2842896" y="1170718"/>
                  <a:pt x="2843301" y="1170313"/>
                  <a:pt x="2843705" y="1170313"/>
                </a:cubicBezTo>
                <a:close/>
                <a:moveTo>
                  <a:pt x="3287784" y="1169908"/>
                </a:moveTo>
                <a:lnTo>
                  <a:pt x="3295881" y="1169908"/>
                </a:lnTo>
                <a:cubicBezTo>
                  <a:pt x="3296285" y="1169908"/>
                  <a:pt x="3296690" y="1169908"/>
                  <a:pt x="3297095" y="1170313"/>
                </a:cubicBezTo>
                <a:lnTo>
                  <a:pt x="3301143" y="1177195"/>
                </a:lnTo>
                <a:cubicBezTo>
                  <a:pt x="3301548" y="1177599"/>
                  <a:pt x="3301548" y="1178004"/>
                  <a:pt x="3301143" y="1178409"/>
                </a:cubicBezTo>
                <a:lnTo>
                  <a:pt x="3297095" y="1185291"/>
                </a:lnTo>
                <a:cubicBezTo>
                  <a:pt x="3297095" y="1185291"/>
                  <a:pt x="3296690" y="1185696"/>
                  <a:pt x="3295881" y="1185696"/>
                </a:cubicBezTo>
                <a:lnTo>
                  <a:pt x="3287784" y="1185696"/>
                </a:lnTo>
                <a:cubicBezTo>
                  <a:pt x="3287379" y="1185696"/>
                  <a:pt x="3286974" y="1185696"/>
                  <a:pt x="3286570" y="1185291"/>
                </a:cubicBezTo>
                <a:lnTo>
                  <a:pt x="3282522" y="1178409"/>
                </a:lnTo>
                <a:cubicBezTo>
                  <a:pt x="3282117" y="1178004"/>
                  <a:pt x="3282117" y="1177599"/>
                  <a:pt x="3282522" y="1177195"/>
                </a:cubicBezTo>
                <a:lnTo>
                  <a:pt x="3286570" y="1170313"/>
                </a:lnTo>
                <a:cubicBezTo>
                  <a:pt x="3286974" y="1170313"/>
                  <a:pt x="3287379" y="1169908"/>
                  <a:pt x="3287784" y="1169908"/>
                </a:cubicBezTo>
                <a:close/>
                <a:moveTo>
                  <a:pt x="3409229" y="1169503"/>
                </a:moveTo>
                <a:lnTo>
                  <a:pt x="3417730" y="1169503"/>
                </a:lnTo>
                <a:cubicBezTo>
                  <a:pt x="3418135" y="1169503"/>
                  <a:pt x="3418539" y="1169503"/>
                  <a:pt x="3418944" y="1169908"/>
                </a:cubicBezTo>
                <a:lnTo>
                  <a:pt x="3423397" y="1177194"/>
                </a:lnTo>
                <a:cubicBezTo>
                  <a:pt x="3423802" y="1177599"/>
                  <a:pt x="3423802" y="1178004"/>
                  <a:pt x="3423397" y="1178409"/>
                </a:cubicBezTo>
                <a:lnTo>
                  <a:pt x="3418944" y="1185696"/>
                </a:lnTo>
                <a:cubicBezTo>
                  <a:pt x="3418944" y="1186100"/>
                  <a:pt x="3418539" y="1186100"/>
                  <a:pt x="3417730" y="1186100"/>
                </a:cubicBezTo>
                <a:lnTo>
                  <a:pt x="3409229" y="1186100"/>
                </a:lnTo>
                <a:cubicBezTo>
                  <a:pt x="3408824" y="1186100"/>
                  <a:pt x="3408419" y="1186100"/>
                  <a:pt x="3408014" y="1185696"/>
                </a:cubicBezTo>
                <a:lnTo>
                  <a:pt x="3403562" y="1178409"/>
                </a:lnTo>
                <a:cubicBezTo>
                  <a:pt x="3403157" y="1178004"/>
                  <a:pt x="3403157" y="1177599"/>
                  <a:pt x="3403562" y="1177194"/>
                </a:cubicBezTo>
                <a:lnTo>
                  <a:pt x="3408014" y="1169908"/>
                </a:lnTo>
                <a:cubicBezTo>
                  <a:pt x="3408419" y="1169908"/>
                  <a:pt x="3408824" y="1169503"/>
                  <a:pt x="3409229" y="1169503"/>
                </a:cubicBezTo>
                <a:close/>
                <a:moveTo>
                  <a:pt x="2883781" y="1169503"/>
                </a:moveTo>
                <a:lnTo>
                  <a:pt x="2891068" y="1169503"/>
                </a:lnTo>
                <a:cubicBezTo>
                  <a:pt x="2891473" y="1169503"/>
                  <a:pt x="2891878" y="1169908"/>
                  <a:pt x="2892282" y="1170313"/>
                </a:cubicBezTo>
                <a:lnTo>
                  <a:pt x="2895926" y="1176790"/>
                </a:lnTo>
                <a:cubicBezTo>
                  <a:pt x="2896331" y="1177194"/>
                  <a:pt x="2896331" y="1177599"/>
                  <a:pt x="2895926" y="1178004"/>
                </a:cubicBezTo>
                <a:lnTo>
                  <a:pt x="2892282" y="1184481"/>
                </a:lnTo>
                <a:cubicBezTo>
                  <a:pt x="2891878" y="1184886"/>
                  <a:pt x="2891473" y="1185291"/>
                  <a:pt x="2891068" y="1185291"/>
                </a:cubicBezTo>
                <a:lnTo>
                  <a:pt x="2883781" y="1185291"/>
                </a:lnTo>
                <a:cubicBezTo>
                  <a:pt x="2883377" y="1185291"/>
                  <a:pt x="2882972" y="1184886"/>
                  <a:pt x="2882567" y="1184481"/>
                </a:cubicBezTo>
                <a:lnTo>
                  <a:pt x="2878924" y="1178004"/>
                </a:lnTo>
                <a:cubicBezTo>
                  <a:pt x="2878519" y="1177599"/>
                  <a:pt x="2878519" y="1177194"/>
                  <a:pt x="2878924" y="1176790"/>
                </a:cubicBezTo>
                <a:lnTo>
                  <a:pt x="2882567" y="1170313"/>
                </a:lnTo>
                <a:cubicBezTo>
                  <a:pt x="2882972" y="1169908"/>
                  <a:pt x="2883377" y="1169503"/>
                  <a:pt x="2883781" y="1169503"/>
                </a:cubicBezTo>
                <a:close/>
                <a:moveTo>
                  <a:pt x="3368747" y="1169099"/>
                </a:moveTo>
                <a:lnTo>
                  <a:pt x="3377248" y="1169099"/>
                </a:lnTo>
                <a:cubicBezTo>
                  <a:pt x="3377653" y="1169099"/>
                  <a:pt x="3378058" y="1169504"/>
                  <a:pt x="3378462" y="1169909"/>
                </a:cubicBezTo>
                <a:lnTo>
                  <a:pt x="3382511" y="1177195"/>
                </a:lnTo>
                <a:cubicBezTo>
                  <a:pt x="3382916" y="1177600"/>
                  <a:pt x="3382916" y="1178005"/>
                  <a:pt x="3382511" y="1178410"/>
                </a:cubicBezTo>
                <a:lnTo>
                  <a:pt x="3378462" y="1185696"/>
                </a:lnTo>
                <a:cubicBezTo>
                  <a:pt x="3378462" y="1186101"/>
                  <a:pt x="3378058" y="1186101"/>
                  <a:pt x="3377248" y="1186506"/>
                </a:cubicBezTo>
                <a:lnTo>
                  <a:pt x="3368747" y="1186506"/>
                </a:lnTo>
                <a:cubicBezTo>
                  <a:pt x="3368342" y="1186506"/>
                  <a:pt x="3367937" y="1186101"/>
                  <a:pt x="3367533" y="1185696"/>
                </a:cubicBezTo>
                <a:lnTo>
                  <a:pt x="3363485" y="1178410"/>
                </a:lnTo>
                <a:cubicBezTo>
                  <a:pt x="3363080" y="1178005"/>
                  <a:pt x="3363080" y="1177600"/>
                  <a:pt x="3363485" y="1177195"/>
                </a:cubicBezTo>
                <a:lnTo>
                  <a:pt x="3367533" y="1169909"/>
                </a:lnTo>
                <a:cubicBezTo>
                  <a:pt x="3367937" y="1169504"/>
                  <a:pt x="3368342" y="1169099"/>
                  <a:pt x="3368747" y="1169099"/>
                </a:cubicBezTo>
                <a:close/>
                <a:moveTo>
                  <a:pt x="3328266" y="1168694"/>
                </a:moveTo>
                <a:lnTo>
                  <a:pt x="3336767" y="1168694"/>
                </a:lnTo>
                <a:cubicBezTo>
                  <a:pt x="3337172" y="1168694"/>
                  <a:pt x="3337576" y="1168694"/>
                  <a:pt x="3337981" y="1169099"/>
                </a:cubicBezTo>
                <a:lnTo>
                  <a:pt x="3342434" y="1176790"/>
                </a:lnTo>
                <a:cubicBezTo>
                  <a:pt x="3342839" y="1177195"/>
                  <a:pt x="3342839" y="1177600"/>
                  <a:pt x="3342434" y="1178005"/>
                </a:cubicBezTo>
                <a:lnTo>
                  <a:pt x="3337981" y="1185696"/>
                </a:lnTo>
                <a:cubicBezTo>
                  <a:pt x="3337981" y="1186101"/>
                  <a:pt x="3337576" y="1186506"/>
                  <a:pt x="3336767" y="1186506"/>
                </a:cubicBezTo>
                <a:lnTo>
                  <a:pt x="3328266" y="1186506"/>
                </a:lnTo>
                <a:cubicBezTo>
                  <a:pt x="3327861" y="1186506"/>
                  <a:pt x="3327456" y="1186101"/>
                  <a:pt x="3327051" y="1185696"/>
                </a:cubicBezTo>
                <a:lnTo>
                  <a:pt x="3322599" y="1178005"/>
                </a:lnTo>
                <a:cubicBezTo>
                  <a:pt x="3322194" y="1177600"/>
                  <a:pt x="3322194" y="1177195"/>
                  <a:pt x="3322599" y="1176790"/>
                </a:cubicBezTo>
                <a:lnTo>
                  <a:pt x="3327051" y="1169099"/>
                </a:lnTo>
                <a:cubicBezTo>
                  <a:pt x="3327456" y="1169099"/>
                  <a:pt x="3327861" y="1168694"/>
                  <a:pt x="3328266" y="1168694"/>
                </a:cubicBezTo>
                <a:close/>
                <a:moveTo>
                  <a:pt x="2639680" y="1168694"/>
                </a:moveTo>
                <a:lnTo>
                  <a:pt x="2648990" y="1168694"/>
                </a:lnTo>
                <a:cubicBezTo>
                  <a:pt x="2649395" y="1168694"/>
                  <a:pt x="2649800" y="1168694"/>
                  <a:pt x="2650205" y="1169099"/>
                </a:cubicBezTo>
                <a:lnTo>
                  <a:pt x="2655063" y="1177195"/>
                </a:lnTo>
                <a:cubicBezTo>
                  <a:pt x="2655468" y="1177600"/>
                  <a:pt x="2655468" y="1178005"/>
                  <a:pt x="2655063" y="1178409"/>
                </a:cubicBezTo>
                <a:lnTo>
                  <a:pt x="2650205" y="1186506"/>
                </a:lnTo>
                <a:cubicBezTo>
                  <a:pt x="2650205" y="1186911"/>
                  <a:pt x="2649800" y="1186911"/>
                  <a:pt x="2648990" y="1186911"/>
                </a:cubicBezTo>
                <a:lnTo>
                  <a:pt x="2639680" y="1186911"/>
                </a:lnTo>
                <a:cubicBezTo>
                  <a:pt x="2639275" y="1186911"/>
                  <a:pt x="2638870" y="1186911"/>
                  <a:pt x="2638465" y="1186506"/>
                </a:cubicBezTo>
                <a:lnTo>
                  <a:pt x="2633608" y="1178409"/>
                </a:lnTo>
                <a:cubicBezTo>
                  <a:pt x="2633203" y="1178005"/>
                  <a:pt x="2633203" y="1177600"/>
                  <a:pt x="2633608" y="1177195"/>
                </a:cubicBezTo>
                <a:lnTo>
                  <a:pt x="2638465" y="1169099"/>
                </a:lnTo>
                <a:cubicBezTo>
                  <a:pt x="2638870" y="1169099"/>
                  <a:pt x="2639275" y="1168694"/>
                  <a:pt x="2639680" y="1168694"/>
                </a:cubicBezTo>
                <a:close/>
                <a:moveTo>
                  <a:pt x="2720238" y="1168289"/>
                </a:moveTo>
                <a:lnTo>
                  <a:pt x="2730358" y="1168289"/>
                </a:lnTo>
                <a:cubicBezTo>
                  <a:pt x="2730763" y="1168289"/>
                  <a:pt x="2731168" y="1168289"/>
                  <a:pt x="2731573" y="1168694"/>
                </a:cubicBezTo>
                <a:lnTo>
                  <a:pt x="2736430" y="1177195"/>
                </a:lnTo>
                <a:cubicBezTo>
                  <a:pt x="2736835" y="1177600"/>
                  <a:pt x="2736835" y="1178005"/>
                  <a:pt x="2736430" y="1178409"/>
                </a:cubicBezTo>
                <a:lnTo>
                  <a:pt x="2731573" y="1186910"/>
                </a:lnTo>
                <a:cubicBezTo>
                  <a:pt x="2731168" y="1187315"/>
                  <a:pt x="2730763" y="1187315"/>
                  <a:pt x="2730358" y="1187315"/>
                </a:cubicBezTo>
                <a:lnTo>
                  <a:pt x="2720238" y="1187315"/>
                </a:lnTo>
                <a:cubicBezTo>
                  <a:pt x="2719833" y="1187315"/>
                  <a:pt x="2719428" y="1187315"/>
                  <a:pt x="2719024" y="1186910"/>
                </a:cubicBezTo>
                <a:lnTo>
                  <a:pt x="2714166" y="1178409"/>
                </a:lnTo>
                <a:cubicBezTo>
                  <a:pt x="2713761" y="1178005"/>
                  <a:pt x="2713761" y="1177600"/>
                  <a:pt x="2714166" y="1177195"/>
                </a:cubicBezTo>
                <a:lnTo>
                  <a:pt x="2719024" y="1168694"/>
                </a:lnTo>
                <a:cubicBezTo>
                  <a:pt x="2719428" y="1168694"/>
                  <a:pt x="2719833" y="1168289"/>
                  <a:pt x="2720238" y="1168289"/>
                </a:cubicBezTo>
                <a:close/>
                <a:moveTo>
                  <a:pt x="2680161" y="1167884"/>
                </a:moveTo>
                <a:lnTo>
                  <a:pt x="2689876" y="1167884"/>
                </a:lnTo>
                <a:cubicBezTo>
                  <a:pt x="2690281" y="1167884"/>
                  <a:pt x="2690686" y="1167884"/>
                  <a:pt x="2691091" y="1168289"/>
                </a:cubicBezTo>
                <a:lnTo>
                  <a:pt x="2695949" y="1176790"/>
                </a:lnTo>
                <a:cubicBezTo>
                  <a:pt x="2696353" y="1177195"/>
                  <a:pt x="2696353" y="1177599"/>
                  <a:pt x="2695949" y="1178004"/>
                </a:cubicBezTo>
                <a:lnTo>
                  <a:pt x="2691091" y="1186505"/>
                </a:lnTo>
                <a:cubicBezTo>
                  <a:pt x="2690686" y="1186910"/>
                  <a:pt x="2690281" y="1187315"/>
                  <a:pt x="2689876" y="1186910"/>
                </a:cubicBezTo>
                <a:lnTo>
                  <a:pt x="2680161" y="1186910"/>
                </a:lnTo>
                <a:cubicBezTo>
                  <a:pt x="2679756" y="1186910"/>
                  <a:pt x="2679351" y="1186910"/>
                  <a:pt x="2678947" y="1186505"/>
                </a:cubicBezTo>
                <a:lnTo>
                  <a:pt x="2674089" y="1178004"/>
                </a:lnTo>
                <a:cubicBezTo>
                  <a:pt x="2673684" y="1177599"/>
                  <a:pt x="2673684" y="1177195"/>
                  <a:pt x="2674089" y="1176790"/>
                </a:cubicBezTo>
                <a:lnTo>
                  <a:pt x="2678947" y="1168289"/>
                </a:lnTo>
                <a:cubicBezTo>
                  <a:pt x="2679351" y="1168289"/>
                  <a:pt x="2679756" y="1167884"/>
                  <a:pt x="2680161" y="1167884"/>
                </a:cubicBezTo>
                <a:close/>
                <a:moveTo>
                  <a:pt x="2274944" y="1167884"/>
                </a:moveTo>
                <a:lnTo>
                  <a:pt x="2285064" y="1167884"/>
                </a:lnTo>
                <a:cubicBezTo>
                  <a:pt x="2285469" y="1167884"/>
                  <a:pt x="2285874" y="1168289"/>
                  <a:pt x="2286279" y="1168694"/>
                </a:cubicBezTo>
                <a:lnTo>
                  <a:pt x="2291136" y="1177195"/>
                </a:lnTo>
                <a:cubicBezTo>
                  <a:pt x="2291541" y="1177599"/>
                  <a:pt x="2291541" y="1178004"/>
                  <a:pt x="2291136" y="1178409"/>
                </a:cubicBezTo>
                <a:lnTo>
                  <a:pt x="2286279" y="1186910"/>
                </a:lnTo>
                <a:cubicBezTo>
                  <a:pt x="2285874" y="1187315"/>
                  <a:pt x="2285469" y="1187315"/>
                  <a:pt x="2285064" y="1187315"/>
                </a:cubicBezTo>
                <a:lnTo>
                  <a:pt x="2274944" y="1187315"/>
                </a:lnTo>
                <a:cubicBezTo>
                  <a:pt x="2274539" y="1187315"/>
                  <a:pt x="2274134" y="1187315"/>
                  <a:pt x="2273729" y="1186910"/>
                </a:cubicBezTo>
                <a:lnTo>
                  <a:pt x="2268872" y="1178409"/>
                </a:lnTo>
                <a:cubicBezTo>
                  <a:pt x="2268467" y="1178004"/>
                  <a:pt x="2268467" y="1177599"/>
                  <a:pt x="2268872" y="1177195"/>
                </a:cubicBezTo>
                <a:lnTo>
                  <a:pt x="2273729" y="1168694"/>
                </a:lnTo>
                <a:cubicBezTo>
                  <a:pt x="2274134" y="1168289"/>
                  <a:pt x="2274539" y="1167884"/>
                  <a:pt x="2274944" y="1167884"/>
                </a:cubicBezTo>
                <a:close/>
                <a:moveTo>
                  <a:pt x="3812826" y="1167074"/>
                </a:moveTo>
                <a:lnTo>
                  <a:pt x="3823756" y="1167074"/>
                </a:lnTo>
                <a:cubicBezTo>
                  <a:pt x="3824161" y="1167074"/>
                  <a:pt x="3824566" y="1167479"/>
                  <a:pt x="3824971" y="1167884"/>
                </a:cubicBezTo>
                <a:lnTo>
                  <a:pt x="3830234" y="1177194"/>
                </a:lnTo>
                <a:cubicBezTo>
                  <a:pt x="3830638" y="1177599"/>
                  <a:pt x="3830638" y="1178004"/>
                  <a:pt x="3830234" y="1178409"/>
                </a:cubicBezTo>
                <a:lnTo>
                  <a:pt x="3824971" y="1187719"/>
                </a:lnTo>
                <a:cubicBezTo>
                  <a:pt x="3824971" y="1188124"/>
                  <a:pt x="3824566" y="1188124"/>
                  <a:pt x="3823756" y="1188529"/>
                </a:cubicBezTo>
                <a:lnTo>
                  <a:pt x="3812826" y="1188529"/>
                </a:lnTo>
                <a:cubicBezTo>
                  <a:pt x="3812422" y="1188529"/>
                  <a:pt x="3812017" y="1188124"/>
                  <a:pt x="3811612" y="1187719"/>
                </a:cubicBezTo>
                <a:lnTo>
                  <a:pt x="3806350" y="1178409"/>
                </a:lnTo>
                <a:cubicBezTo>
                  <a:pt x="3805945" y="1178004"/>
                  <a:pt x="3805945" y="1177599"/>
                  <a:pt x="3806350" y="1177194"/>
                </a:cubicBezTo>
                <a:lnTo>
                  <a:pt x="3811612" y="1167884"/>
                </a:lnTo>
                <a:cubicBezTo>
                  <a:pt x="3812017" y="1167479"/>
                  <a:pt x="3812422" y="1167074"/>
                  <a:pt x="3812826" y="1167074"/>
                </a:cubicBezTo>
                <a:close/>
                <a:moveTo>
                  <a:pt x="3691787" y="1167074"/>
                </a:moveTo>
                <a:lnTo>
                  <a:pt x="3701908" y="1167074"/>
                </a:lnTo>
                <a:cubicBezTo>
                  <a:pt x="3702312" y="1167074"/>
                  <a:pt x="3702718" y="1167479"/>
                  <a:pt x="3703122" y="1167884"/>
                </a:cubicBezTo>
                <a:lnTo>
                  <a:pt x="3708385" y="1176789"/>
                </a:lnTo>
                <a:cubicBezTo>
                  <a:pt x="3708790" y="1177194"/>
                  <a:pt x="3708790" y="1177599"/>
                  <a:pt x="3708385" y="1178004"/>
                </a:cubicBezTo>
                <a:lnTo>
                  <a:pt x="3703122" y="1186910"/>
                </a:lnTo>
                <a:cubicBezTo>
                  <a:pt x="3703122" y="1187315"/>
                  <a:pt x="3702718" y="1187719"/>
                  <a:pt x="3701908" y="1187719"/>
                </a:cubicBezTo>
                <a:lnTo>
                  <a:pt x="3691787" y="1187719"/>
                </a:lnTo>
                <a:cubicBezTo>
                  <a:pt x="3691383" y="1187719"/>
                  <a:pt x="3690978" y="1187315"/>
                  <a:pt x="3690573" y="1186910"/>
                </a:cubicBezTo>
                <a:lnTo>
                  <a:pt x="3685311" y="1178004"/>
                </a:lnTo>
                <a:cubicBezTo>
                  <a:pt x="3684906" y="1177599"/>
                  <a:pt x="3684906" y="1177194"/>
                  <a:pt x="3685311" y="1176789"/>
                </a:cubicBezTo>
                <a:lnTo>
                  <a:pt x="3690573" y="1167884"/>
                </a:lnTo>
                <a:cubicBezTo>
                  <a:pt x="3690978" y="1167479"/>
                  <a:pt x="3691383" y="1167074"/>
                  <a:pt x="3691787" y="1167074"/>
                </a:cubicBezTo>
                <a:close/>
                <a:moveTo>
                  <a:pt x="3651306" y="1167074"/>
                </a:moveTo>
                <a:lnTo>
                  <a:pt x="3661427" y="1167074"/>
                </a:lnTo>
                <a:cubicBezTo>
                  <a:pt x="3661831" y="1167074"/>
                  <a:pt x="3662237" y="1167479"/>
                  <a:pt x="3662641" y="1167884"/>
                </a:cubicBezTo>
                <a:lnTo>
                  <a:pt x="3667904" y="1176789"/>
                </a:lnTo>
                <a:cubicBezTo>
                  <a:pt x="3668309" y="1177194"/>
                  <a:pt x="3668309" y="1177599"/>
                  <a:pt x="3667904" y="1178004"/>
                </a:cubicBezTo>
                <a:lnTo>
                  <a:pt x="3662641" y="1186910"/>
                </a:lnTo>
                <a:cubicBezTo>
                  <a:pt x="3662641" y="1187315"/>
                  <a:pt x="3662237" y="1187719"/>
                  <a:pt x="3661427" y="1187719"/>
                </a:cubicBezTo>
                <a:lnTo>
                  <a:pt x="3651306" y="1187719"/>
                </a:lnTo>
                <a:cubicBezTo>
                  <a:pt x="3650902" y="1187719"/>
                  <a:pt x="3650497" y="1187315"/>
                  <a:pt x="3650092" y="1186910"/>
                </a:cubicBezTo>
                <a:lnTo>
                  <a:pt x="3644830" y="1178004"/>
                </a:lnTo>
                <a:cubicBezTo>
                  <a:pt x="3644425" y="1177599"/>
                  <a:pt x="3644425" y="1177194"/>
                  <a:pt x="3644830" y="1176789"/>
                </a:cubicBezTo>
                <a:lnTo>
                  <a:pt x="3650092" y="1167884"/>
                </a:lnTo>
                <a:cubicBezTo>
                  <a:pt x="3650497" y="1167479"/>
                  <a:pt x="3650902" y="1167074"/>
                  <a:pt x="3651306" y="1167074"/>
                </a:cubicBezTo>
                <a:close/>
                <a:moveTo>
                  <a:pt x="2355501" y="1167074"/>
                </a:moveTo>
                <a:lnTo>
                  <a:pt x="2366836" y="1167074"/>
                </a:lnTo>
                <a:cubicBezTo>
                  <a:pt x="2367241" y="1167074"/>
                  <a:pt x="2367646" y="1167074"/>
                  <a:pt x="2368051" y="1167479"/>
                </a:cubicBezTo>
                <a:lnTo>
                  <a:pt x="2373718" y="1177194"/>
                </a:lnTo>
                <a:cubicBezTo>
                  <a:pt x="2374123" y="1177599"/>
                  <a:pt x="2374123" y="1178004"/>
                  <a:pt x="2373718" y="1178409"/>
                </a:cubicBezTo>
                <a:lnTo>
                  <a:pt x="2368051" y="1188124"/>
                </a:lnTo>
                <a:cubicBezTo>
                  <a:pt x="2367646" y="1188529"/>
                  <a:pt x="2367241" y="1188529"/>
                  <a:pt x="2366836" y="1188529"/>
                </a:cubicBezTo>
                <a:lnTo>
                  <a:pt x="2355501" y="1188529"/>
                </a:lnTo>
                <a:cubicBezTo>
                  <a:pt x="2355097" y="1188529"/>
                  <a:pt x="2354692" y="1188529"/>
                  <a:pt x="2354287" y="1188124"/>
                </a:cubicBezTo>
                <a:lnTo>
                  <a:pt x="2348620" y="1178409"/>
                </a:lnTo>
                <a:cubicBezTo>
                  <a:pt x="2348215" y="1178004"/>
                  <a:pt x="2348215" y="1177599"/>
                  <a:pt x="2348620" y="1177194"/>
                </a:cubicBezTo>
                <a:lnTo>
                  <a:pt x="2354287" y="1167479"/>
                </a:lnTo>
                <a:cubicBezTo>
                  <a:pt x="2354692" y="1167479"/>
                  <a:pt x="2355097" y="1167074"/>
                  <a:pt x="2355501" y="1167074"/>
                </a:cubicBezTo>
                <a:close/>
                <a:moveTo>
                  <a:pt x="3448899" y="1166670"/>
                </a:moveTo>
                <a:lnTo>
                  <a:pt x="3459424" y="1166670"/>
                </a:lnTo>
                <a:cubicBezTo>
                  <a:pt x="3459830" y="1166670"/>
                  <a:pt x="3460234" y="1167075"/>
                  <a:pt x="3460639" y="1167480"/>
                </a:cubicBezTo>
                <a:lnTo>
                  <a:pt x="3465902" y="1176790"/>
                </a:lnTo>
                <a:cubicBezTo>
                  <a:pt x="3466307" y="1177195"/>
                  <a:pt x="3466307" y="1177600"/>
                  <a:pt x="3465902" y="1178005"/>
                </a:cubicBezTo>
                <a:lnTo>
                  <a:pt x="3460639" y="1187315"/>
                </a:lnTo>
                <a:cubicBezTo>
                  <a:pt x="3460234" y="1187720"/>
                  <a:pt x="3459830" y="1188125"/>
                  <a:pt x="3459424" y="1187720"/>
                </a:cubicBezTo>
                <a:lnTo>
                  <a:pt x="3448899" y="1187720"/>
                </a:lnTo>
                <a:cubicBezTo>
                  <a:pt x="3448495" y="1187720"/>
                  <a:pt x="3448090" y="1187720"/>
                  <a:pt x="3447685" y="1187315"/>
                </a:cubicBezTo>
                <a:lnTo>
                  <a:pt x="3442423" y="1178005"/>
                </a:lnTo>
                <a:cubicBezTo>
                  <a:pt x="3442018" y="1177600"/>
                  <a:pt x="3442018" y="1177195"/>
                  <a:pt x="3442423" y="1176790"/>
                </a:cubicBezTo>
                <a:lnTo>
                  <a:pt x="3447685" y="1167480"/>
                </a:lnTo>
                <a:cubicBezTo>
                  <a:pt x="3448090" y="1167075"/>
                  <a:pt x="3448495" y="1166670"/>
                  <a:pt x="3448899" y="1166670"/>
                </a:cubicBezTo>
                <a:close/>
                <a:moveTo>
                  <a:pt x="2395578" y="1166670"/>
                </a:moveTo>
                <a:lnTo>
                  <a:pt x="2407318" y="1166670"/>
                </a:lnTo>
                <a:cubicBezTo>
                  <a:pt x="2407723" y="1166670"/>
                  <a:pt x="2408127" y="1166670"/>
                  <a:pt x="2408532" y="1167075"/>
                </a:cubicBezTo>
                <a:lnTo>
                  <a:pt x="2414605" y="1177195"/>
                </a:lnTo>
                <a:cubicBezTo>
                  <a:pt x="2415009" y="1177600"/>
                  <a:pt x="2415009" y="1178005"/>
                  <a:pt x="2414605" y="1178410"/>
                </a:cubicBezTo>
                <a:lnTo>
                  <a:pt x="2408532" y="1188530"/>
                </a:lnTo>
                <a:cubicBezTo>
                  <a:pt x="2408532" y="1188935"/>
                  <a:pt x="2408127" y="1188935"/>
                  <a:pt x="2407318" y="1188935"/>
                </a:cubicBezTo>
                <a:lnTo>
                  <a:pt x="2395578" y="1188935"/>
                </a:lnTo>
                <a:cubicBezTo>
                  <a:pt x="2395173" y="1188935"/>
                  <a:pt x="2394769" y="1188935"/>
                  <a:pt x="2394364" y="1188530"/>
                </a:cubicBezTo>
                <a:lnTo>
                  <a:pt x="2388292" y="1178410"/>
                </a:lnTo>
                <a:cubicBezTo>
                  <a:pt x="2387887" y="1178005"/>
                  <a:pt x="2387887" y="1177600"/>
                  <a:pt x="2388292" y="1177195"/>
                </a:cubicBezTo>
                <a:lnTo>
                  <a:pt x="2394364" y="1167075"/>
                </a:lnTo>
                <a:cubicBezTo>
                  <a:pt x="2394769" y="1167075"/>
                  <a:pt x="2395173" y="1166670"/>
                  <a:pt x="2395578" y="1166670"/>
                </a:cubicBezTo>
                <a:close/>
                <a:moveTo>
                  <a:pt x="3610421" y="1166265"/>
                </a:moveTo>
                <a:lnTo>
                  <a:pt x="3621755" y="1166265"/>
                </a:lnTo>
                <a:cubicBezTo>
                  <a:pt x="3622160" y="1166265"/>
                  <a:pt x="3622565" y="1166265"/>
                  <a:pt x="3622970" y="1166670"/>
                </a:cubicBezTo>
                <a:lnTo>
                  <a:pt x="3628637" y="1176790"/>
                </a:lnTo>
                <a:cubicBezTo>
                  <a:pt x="3629042" y="1177195"/>
                  <a:pt x="3629042" y="1177600"/>
                  <a:pt x="3628637" y="1178005"/>
                </a:cubicBezTo>
                <a:lnTo>
                  <a:pt x="3622970" y="1188125"/>
                </a:lnTo>
                <a:cubicBezTo>
                  <a:pt x="3622565" y="1188530"/>
                  <a:pt x="3622160" y="1188935"/>
                  <a:pt x="3621755" y="1188530"/>
                </a:cubicBezTo>
                <a:lnTo>
                  <a:pt x="3610421" y="1188530"/>
                </a:lnTo>
                <a:cubicBezTo>
                  <a:pt x="3610016" y="1188530"/>
                  <a:pt x="3609611" y="1188530"/>
                  <a:pt x="3609206" y="1188125"/>
                </a:cubicBezTo>
                <a:lnTo>
                  <a:pt x="3603539" y="1178005"/>
                </a:lnTo>
                <a:cubicBezTo>
                  <a:pt x="3603134" y="1177600"/>
                  <a:pt x="3603134" y="1177195"/>
                  <a:pt x="3603539" y="1176790"/>
                </a:cubicBezTo>
                <a:lnTo>
                  <a:pt x="3609206" y="1166670"/>
                </a:lnTo>
                <a:cubicBezTo>
                  <a:pt x="3609611" y="1166670"/>
                  <a:pt x="3610016" y="1166265"/>
                  <a:pt x="3610421" y="1166265"/>
                </a:cubicBezTo>
                <a:close/>
                <a:moveTo>
                  <a:pt x="2315020" y="1166265"/>
                </a:moveTo>
                <a:lnTo>
                  <a:pt x="2325950" y="1166265"/>
                </a:lnTo>
                <a:cubicBezTo>
                  <a:pt x="2326355" y="1166265"/>
                  <a:pt x="2326760" y="1166670"/>
                  <a:pt x="2327165" y="1167075"/>
                </a:cubicBezTo>
                <a:lnTo>
                  <a:pt x="2332832" y="1176790"/>
                </a:lnTo>
                <a:cubicBezTo>
                  <a:pt x="2333237" y="1177195"/>
                  <a:pt x="2333237" y="1177600"/>
                  <a:pt x="2332832" y="1178005"/>
                </a:cubicBezTo>
                <a:lnTo>
                  <a:pt x="2327165" y="1187720"/>
                </a:lnTo>
                <a:cubicBezTo>
                  <a:pt x="2327165" y="1188125"/>
                  <a:pt x="2326760" y="1188530"/>
                  <a:pt x="2325950" y="1188530"/>
                </a:cubicBezTo>
                <a:lnTo>
                  <a:pt x="2315020" y="1188530"/>
                </a:lnTo>
                <a:cubicBezTo>
                  <a:pt x="2314616" y="1188530"/>
                  <a:pt x="2314211" y="1188125"/>
                  <a:pt x="2313806" y="1187720"/>
                </a:cubicBezTo>
                <a:lnTo>
                  <a:pt x="2308139" y="1178005"/>
                </a:lnTo>
                <a:cubicBezTo>
                  <a:pt x="2307734" y="1177600"/>
                  <a:pt x="2307734" y="1177195"/>
                  <a:pt x="2308139" y="1176790"/>
                </a:cubicBezTo>
                <a:lnTo>
                  <a:pt x="2313806" y="1167075"/>
                </a:lnTo>
                <a:cubicBezTo>
                  <a:pt x="2314211" y="1166670"/>
                  <a:pt x="2314616" y="1166265"/>
                  <a:pt x="2315020" y="1166265"/>
                </a:cubicBezTo>
                <a:close/>
                <a:moveTo>
                  <a:pt x="3731459" y="1165860"/>
                </a:moveTo>
                <a:lnTo>
                  <a:pt x="3743199" y="1165860"/>
                </a:lnTo>
                <a:cubicBezTo>
                  <a:pt x="3743604" y="1165860"/>
                  <a:pt x="3744008" y="1165860"/>
                  <a:pt x="3744413" y="1166265"/>
                </a:cubicBezTo>
                <a:lnTo>
                  <a:pt x="3750485" y="1176790"/>
                </a:lnTo>
                <a:cubicBezTo>
                  <a:pt x="3750890" y="1177195"/>
                  <a:pt x="3750890" y="1177600"/>
                  <a:pt x="3750485" y="1178004"/>
                </a:cubicBezTo>
                <a:lnTo>
                  <a:pt x="3744413" y="1188529"/>
                </a:lnTo>
                <a:cubicBezTo>
                  <a:pt x="3744413" y="1188934"/>
                  <a:pt x="3744008" y="1189339"/>
                  <a:pt x="3743199" y="1188934"/>
                </a:cubicBezTo>
                <a:lnTo>
                  <a:pt x="3731459" y="1188934"/>
                </a:lnTo>
                <a:cubicBezTo>
                  <a:pt x="3731055" y="1188934"/>
                  <a:pt x="3730649" y="1188934"/>
                  <a:pt x="3730245" y="1188529"/>
                </a:cubicBezTo>
                <a:lnTo>
                  <a:pt x="3724173" y="1178004"/>
                </a:lnTo>
                <a:cubicBezTo>
                  <a:pt x="3723768" y="1177600"/>
                  <a:pt x="3723768" y="1177195"/>
                  <a:pt x="3724173" y="1176790"/>
                </a:cubicBezTo>
                <a:lnTo>
                  <a:pt x="3730245" y="1166265"/>
                </a:lnTo>
                <a:cubicBezTo>
                  <a:pt x="3730649" y="1166265"/>
                  <a:pt x="3731055" y="1165860"/>
                  <a:pt x="3731459" y="1165860"/>
                </a:cubicBezTo>
                <a:close/>
                <a:moveTo>
                  <a:pt x="2435249" y="1165860"/>
                </a:moveTo>
                <a:lnTo>
                  <a:pt x="2448203" y="1165860"/>
                </a:lnTo>
                <a:cubicBezTo>
                  <a:pt x="2448608" y="1165860"/>
                  <a:pt x="2449013" y="1165860"/>
                  <a:pt x="2449418" y="1166265"/>
                </a:cubicBezTo>
                <a:lnTo>
                  <a:pt x="2455894" y="1177195"/>
                </a:lnTo>
                <a:cubicBezTo>
                  <a:pt x="2456299" y="1177600"/>
                  <a:pt x="2456299" y="1178004"/>
                  <a:pt x="2455894" y="1178409"/>
                </a:cubicBezTo>
                <a:lnTo>
                  <a:pt x="2449418" y="1189339"/>
                </a:lnTo>
                <a:cubicBezTo>
                  <a:pt x="2449418" y="1189744"/>
                  <a:pt x="2449013" y="1189744"/>
                  <a:pt x="2448203" y="1189744"/>
                </a:cubicBezTo>
                <a:lnTo>
                  <a:pt x="2435249" y="1189744"/>
                </a:lnTo>
                <a:cubicBezTo>
                  <a:pt x="2434844" y="1189744"/>
                  <a:pt x="2434439" y="1189744"/>
                  <a:pt x="2434035" y="1189339"/>
                </a:cubicBezTo>
                <a:lnTo>
                  <a:pt x="2427558" y="1178409"/>
                </a:lnTo>
                <a:cubicBezTo>
                  <a:pt x="2427153" y="1178004"/>
                  <a:pt x="2427153" y="1177600"/>
                  <a:pt x="2427558" y="1177195"/>
                </a:cubicBezTo>
                <a:lnTo>
                  <a:pt x="2434035" y="1166265"/>
                </a:lnTo>
                <a:cubicBezTo>
                  <a:pt x="2434439" y="1166265"/>
                  <a:pt x="2434844" y="1165860"/>
                  <a:pt x="2435249" y="1165860"/>
                </a:cubicBezTo>
                <a:close/>
                <a:moveTo>
                  <a:pt x="3771131" y="1165455"/>
                </a:moveTo>
                <a:lnTo>
                  <a:pt x="3784490" y="1165455"/>
                </a:lnTo>
                <a:cubicBezTo>
                  <a:pt x="3784895" y="1165455"/>
                  <a:pt x="3785299" y="1165455"/>
                  <a:pt x="3785705" y="1165860"/>
                </a:cubicBezTo>
                <a:lnTo>
                  <a:pt x="3792181" y="1177195"/>
                </a:lnTo>
                <a:cubicBezTo>
                  <a:pt x="3792586" y="1177599"/>
                  <a:pt x="3792586" y="1178004"/>
                  <a:pt x="3792181" y="1178409"/>
                </a:cubicBezTo>
                <a:lnTo>
                  <a:pt x="3785705" y="1189744"/>
                </a:lnTo>
                <a:cubicBezTo>
                  <a:pt x="3785705" y="1190149"/>
                  <a:pt x="3785299" y="1190149"/>
                  <a:pt x="3784490" y="1190149"/>
                </a:cubicBezTo>
                <a:lnTo>
                  <a:pt x="3771131" y="1190149"/>
                </a:lnTo>
                <a:cubicBezTo>
                  <a:pt x="3770726" y="1190149"/>
                  <a:pt x="3770322" y="1190149"/>
                  <a:pt x="3769917" y="1189744"/>
                </a:cubicBezTo>
                <a:lnTo>
                  <a:pt x="3763440" y="1178409"/>
                </a:lnTo>
                <a:cubicBezTo>
                  <a:pt x="3763035" y="1178004"/>
                  <a:pt x="3763035" y="1177599"/>
                  <a:pt x="3763440" y="1177195"/>
                </a:cubicBezTo>
                <a:lnTo>
                  <a:pt x="3769917" y="1165860"/>
                </a:lnTo>
                <a:cubicBezTo>
                  <a:pt x="3770322" y="1165860"/>
                  <a:pt x="3770726" y="1165455"/>
                  <a:pt x="3771131" y="1165455"/>
                </a:cubicBezTo>
                <a:close/>
                <a:moveTo>
                  <a:pt x="2475326" y="1165050"/>
                </a:moveTo>
                <a:lnTo>
                  <a:pt x="2489089" y="1165050"/>
                </a:lnTo>
                <a:cubicBezTo>
                  <a:pt x="2489494" y="1165050"/>
                  <a:pt x="2489899" y="1165050"/>
                  <a:pt x="2490304" y="1165455"/>
                </a:cubicBezTo>
                <a:lnTo>
                  <a:pt x="2497186" y="1177194"/>
                </a:lnTo>
                <a:cubicBezTo>
                  <a:pt x="2497591" y="1177599"/>
                  <a:pt x="2497591" y="1178004"/>
                  <a:pt x="2497186" y="1178409"/>
                </a:cubicBezTo>
                <a:lnTo>
                  <a:pt x="2490304" y="1190148"/>
                </a:lnTo>
                <a:cubicBezTo>
                  <a:pt x="2490304" y="1190553"/>
                  <a:pt x="2489899" y="1190553"/>
                  <a:pt x="2489089" y="1190553"/>
                </a:cubicBezTo>
                <a:lnTo>
                  <a:pt x="2475326" y="1190553"/>
                </a:lnTo>
                <a:cubicBezTo>
                  <a:pt x="2474921" y="1190553"/>
                  <a:pt x="2474516" y="1190553"/>
                  <a:pt x="2474111" y="1190148"/>
                </a:cubicBezTo>
                <a:lnTo>
                  <a:pt x="2467230" y="1178409"/>
                </a:lnTo>
                <a:cubicBezTo>
                  <a:pt x="2466825" y="1178004"/>
                  <a:pt x="2466825" y="1177599"/>
                  <a:pt x="2467230" y="1177194"/>
                </a:cubicBezTo>
                <a:lnTo>
                  <a:pt x="2474111" y="1165455"/>
                </a:lnTo>
                <a:cubicBezTo>
                  <a:pt x="2474516" y="1165455"/>
                  <a:pt x="2474921" y="1165050"/>
                  <a:pt x="2475326" y="1165050"/>
                </a:cubicBezTo>
                <a:close/>
                <a:moveTo>
                  <a:pt x="3488167" y="1164646"/>
                </a:moveTo>
                <a:lnTo>
                  <a:pt x="3501121" y="1164646"/>
                </a:lnTo>
                <a:cubicBezTo>
                  <a:pt x="3501526" y="1164646"/>
                  <a:pt x="3501930" y="1165051"/>
                  <a:pt x="3502336" y="1165456"/>
                </a:cubicBezTo>
                <a:lnTo>
                  <a:pt x="3508812" y="1176790"/>
                </a:lnTo>
                <a:cubicBezTo>
                  <a:pt x="3509217" y="1177195"/>
                  <a:pt x="3509217" y="1177600"/>
                  <a:pt x="3508812" y="1178005"/>
                </a:cubicBezTo>
                <a:lnTo>
                  <a:pt x="3502336" y="1189340"/>
                </a:lnTo>
                <a:cubicBezTo>
                  <a:pt x="3501930" y="1189744"/>
                  <a:pt x="3501526" y="1190149"/>
                  <a:pt x="3501121" y="1190149"/>
                </a:cubicBezTo>
                <a:lnTo>
                  <a:pt x="3488167" y="1190149"/>
                </a:lnTo>
                <a:cubicBezTo>
                  <a:pt x="3487762" y="1190149"/>
                  <a:pt x="3487357" y="1189744"/>
                  <a:pt x="3486952" y="1189340"/>
                </a:cubicBezTo>
                <a:lnTo>
                  <a:pt x="3480476" y="1178005"/>
                </a:lnTo>
                <a:cubicBezTo>
                  <a:pt x="3480071" y="1177600"/>
                  <a:pt x="3480071" y="1177195"/>
                  <a:pt x="3480476" y="1176790"/>
                </a:cubicBezTo>
                <a:lnTo>
                  <a:pt x="3486952" y="1165456"/>
                </a:lnTo>
                <a:cubicBezTo>
                  <a:pt x="3487357" y="1165051"/>
                  <a:pt x="3487762" y="1164646"/>
                  <a:pt x="3488167" y="1164646"/>
                </a:cubicBezTo>
                <a:close/>
                <a:moveTo>
                  <a:pt x="2515808" y="1164241"/>
                </a:moveTo>
                <a:lnTo>
                  <a:pt x="2530381" y="1164241"/>
                </a:lnTo>
                <a:cubicBezTo>
                  <a:pt x="2530786" y="1164241"/>
                  <a:pt x="2531191" y="1164241"/>
                  <a:pt x="2531595" y="1164646"/>
                </a:cubicBezTo>
                <a:lnTo>
                  <a:pt x="2538882" y="1177195"/>
                </a:lnTo>
                <a:cubicBezTo>
                  <a:pt x="2539287" y="1177600"/>
                  <a:pt x="2539287" y="1178005"/>
                  <a:pt x="2538882" y="1178409"/>
                </a:cubicBezTo>
                <a:lnTo>
                  <a:pt x="2531595" y="1190959"/>
                </a:lnTo>
                <a:cubicBezTo>
                  <a:pt x="2531191" y="1191363"/>
                  <a:pt x="2530786" y="1191363"/>
                  <a:pt x="2530381" y="1191363"/>
                </a:cubicBezTo>
                <a:lnTo>
                  <a:pt x="2515808" y="1191363"/>
                </a:lnTo>
                <a:cubicBezTo>
                  <a:pt x="2515403" y="1191363"/>
                  <a:pt x="2514998" y="1191363"/>
                  <a:pt x="2514593" y="1190959"/>
                </a:cubicBezTo>
                <a:lnTo>
                  <a:pt x="2507307" y="1178409"/>
                </a:lnTo>
                <a:cubicBezTo>
                  <a:pt x="2506902" y="1178005"/>
                  <a:pt x="2506902" y="1177600"/>
                  <a:pt x="2507307" y="1177195"/>
                </a:cubicBezTo>
                <a:lnTo>
                  <a:pt x="2514593" y="1164646"/>
                </a:lnTo>
                <a:cubicBezTo>
                  <a:pt x="2514998" y="1164646"/>
                  <a:pt x="2515403" y="1164241"/>
                  <a:pt x="2515808" y="1164241"/>
                </a:cubicBezTo>
                <a:close/>
                <a:moveTo>
                  <a:pt x="3527029" y="1163026"/>
                </a:moveTo>
                <a:lnTo>
                  <a:pt x="3542816" y="1163026"/>
                </a:lnTo>
                <a:cubicBezTo>
                  <a:pt x="3543221" y="1163026"/>
                  <a:pt x="3543626" y="1163431"/>
                  <a:pt x="3544031" y="1163836"/>
                </a:cubicBezTo>
                <a:lnTo>
                  <a:pt x="3551722" y="1177194"/>
                </a:lnTo>
                <a:cubicBezTo>
                  <a:pt x="3552127" y="1177599"/>
                  <a:pt x="3552127" y="1178004"/>
                  <a:pt x="3551722" y="1178409"/>
                </a:cubicBezTo>
                <a:lnTo>
                  <a:pt x="3544031" y="1191768"/>
                </a:lnTo>
                <a:cubicBezTo>
                  <a:pt x="3543626" y="1192173"/>
                  <a:pt x="3543221" y="1192173"/>
                  <a:pt x="3542816" y="1192577"/>
                </a:cubicBezTo>
                <a:lnTo>
                  <a:pt x="3527029" y="1192577"/>
                </a:lnTo>
                <a:cubicBezTo>
                  <a:pt x="3526624" y="1192577"/>
                  <a:pt x="3526219" y="1192173"/>
                  <a:pt x="3525814" y="1191768"/>
                </a:cubicBezTo>
                <a:lnTo>
                  <a:pt x="3518123" y="1178409"/>
                </a:lnTo>
                <a:cubicBezTo>
                  <a:pt x="3517718" y="1178004"/>
                  <a:pt x="3517718" y="1177599"/>
                  <a:pt x="3518123" y="1177194"/>
                </a:cubicBezTo>
                <a:lnTo>
                  <a:pt x="3525814" y="1163836"/>
                </a:lnTo>
                <a:cubicBezTo>
                  <a:pt x="3526219" y="1163431"/>
                  <a:pt x="3526624" y="1163026"/>
                  <a:pt x="3527029" y="1163026"/>
                </a:cubicBezTo>
                <a:close/>
                <a:moveTo>
                  <a:pt x="2555074" y="1163026"/>
                </a:moveTo>
                <a:lnTo>
                  <a:pt x="2571267" y="1163026"/>
                </a:lnTo>
                <a:cubicBezTo>
                  <a:pt x="2571672" y="1163026"/>
                  <a:pt x="2572076" y="1163026"/>
                  <a:pt x="2572481" y="1163431"/>
                </a:cubicBezTo>
                <a:lnTo>
                  <a:pt x="2580578" y="1177194"/>
                </a:lnTo>
                <a:cubicBezTo>
                  <a:pt x="2580982" y="1177599"/>
                  <a:pt x="2580982" y="1178004"/>
                  <a:pt x="2580578" y="1178409"/>
                </a:cubicBezTo>
                <a:lnTo>
                  <a:pt x="2572481" y="1192173"/>
                </a:lnTo>
                <a:cubicBezTo>
                  <a:pt x="2572481" y="1192577"/>
                  <a:pt x="2572076" y="1192577"/>
                  <a:pt x="2571267" y="1192577"/>
                </a:cubicBezTo>
                <a:lnTo>
                  <a:pt x="2555074" y="1192577"/>
                </a:lnTo>
                <a:cubicBezTo>
                  <a:pt x="2554669" y="1192577"/>
                  <a:pt x="2554265" y="1192577"/>
                  <a:pt x="2553860" y="1192173"/>
                </a:cubicBezTo>
                <a:lnTo>
                  <a:pt x="2545764" y="1178409"/>
                </a:lnTo>
                <a:cubicBezTo>
                  <a:pt x="2545359" y="1178004"/>
                  <a:pt x="2545359" y="1177599"/>
                  <a:pt x="2545764" y="1177194"/>
                </a:cubicBezTo>
                <a:lnTo>
                  <a:pt x="2553860" y="1163431"/>
                </a:lnTo>
                <a:cubicBezTo>
                  <a:pt x="2554265" y="1163431"/>
                  <a:pt x="2554669" y="1163026"/>
                  <a:pt x="2555074" y="1163026"/>
                </a:cubicBezTo>
                <a:close/>
                <a:moveTo>
                  <a:pt x="3566700" y="1161812"/>
                </a:moveTo>
                <a:lnTo>
                  <a:pt x="3583702" y="1161812"/>
                </a:lnTo>
                <a:cubicBezTo>
                  <a:pt x="3584107" y="1161812"/>
                  <a:pt x="3584512" y="1162217"/>
                  <a:pt x="3584917" y="1162622"/>
                </a:cubicBezTo>
                <a:lnTo>
                  <a:pt x="3593418" y="1177195"/>
                </a:lnTo>
                <a:cubicBezTo>
                  <a:pt x="3593823" y="1177600"/>
                  <a:pt x="3593823" y="1178005"/>
                  <a:pt x="3593418" y="1178409"/>
                </a:cubicBezTo>
                <a:lnTo>
                  <a:pt x="3584917" y="1192982"/>
                </a:lnTo>
                <a:cubicBezTo>
                  <a:pt x="3584917" y="1192982"/>
                  <a:pt x="3584512" y="1193387"/>
                  <a:pt x="3583702" y="1193387"/>
                </a:cubicBezTo>
                <a:lnTo>
                  <a:pt x="3566700" y="1193387"/>
                </a:lnTo>
                <a:cubicBezTo>
                  <a:pt x="3566295" y="1193387"/>
                  <a:pt x="3565891" y="1193387"/>
                  <a:pt x="3565486" y="1192982"/>
                </a:cubicBezTo>
                <a:lnTo>
                  <a:pt x="3556985" y="1178409"/>
                </a:lnTo>
                <a:cubicBezTo>
                  <a:pt x="3556580" y="1178005"/>
                  <a:pt x="3556580" y="1177600"/>
                  <a:pt x="3556985" y="1177195"/>
                </a:cubicBezTo>
                <a:lnTo>
                  <a:pt x="3565486" y="1162622"/>
                </a:lnTo>
                <a:cubicBezTo>
                  <a:pt x="3565891" y="1162217"/>
                  <a:pt x="3566295" y="1161812"/>
                  <a:pt x="3566700" y="1161812"/>
                </a:cubicBezTo>
                <a:close/>
                <a:moveTo>
                  <a:pt x="2595150" y="1161002"/>
                </a:moveTo>
                <a:lnTo>
                  <a:pt x="2612557" y="1161002"/>
                </a:lnTo>
                <a:cubicBezTo>
                  <a:pt x="2612962" y="1161002"/>
                  <a:pt x="2613367" y="1161407"/>
                  <a:pt x="2613771" y="1161812"/>
                </a:cubicBezTo>
                <a:lnTo>
                  <a:pt x="2622273" y="1176790"/>
                </a:lnTo>
                <a:cubicBezTo>
                  <a:pt x="2622677" y="1177195"/>
                  <a:pt x="2622677" y="1177599"/>
                  <a:pt x="2622273" y="1178004"/>
                </a:cubicBezTo>
                <a:lnTo>
                  <a:pt x="2613771" y="1192982"/>
                </a:lnTo>
                <a:cubicBezTo>
                  <a:pt x="2613367" y="1193387"/>
                  <a:pt x="2612962" y="1193792"/>
                  <a:pt x="2612557" y="1193792"/>
                </a:cubicBezTo>
                <a:lnTo>
                  <a:pt x="2595150" y="1193792"/>
                </a:lnTo>
                <a:cubicBezTo>
                  <a:pt x="2594745" y="1193792"/>
                  <a:pt x="2594340" y="1193387"/>
                  <a:pt x="2593936" y="1192982"/>
                </a:cubicBezTo>
                <a:lnTo>
                  <a:pt x="2585435" y="1178004"/>
                </a:lnTo>
                <a:cubicBezTo>
                  <a:pt x="2585030" y="1177599"/>
                  <a:pt x="2585030" y="1177195"/>
                  <a:pt x="2585435" y="1176790"/>
                </a:cubicBezTo>
                <a:lnTo>
                  <a:pt x="2593936" y="1161812"/>
                </a:lnTo>
                <a:cubicBezTo>
                  <a:pt x="2594340" y="1161407"/>
                  <a:pt x="2594745" y="1161002"/>
                  <a:pt x="2595150" y="1161002"/>
                </a:cubicBezTo>
                <a:close/>
                <a:moveTo>
                  <a:pt x="3008059" y="1135499"/>
                </a:moveTo>
                <a:lnTo>
                  <a:pt x="3010083" y="1135499"/>
                </a:lnTo>
                <a:lnTo>
                  <a:pt x="3011298" y="1137118"/>
                </a:lnTo>
                <a:lnTo>
                  <a:pt x="3010083" y="1138737"/>
                </a:lnTo>
                <a:lnTo>
                  <a:pt x="3008059" y="1138737"/>
                </a:lnTo>
                <a:lnTo>
                  <a:pt x="3006845" y="1137118"/>
                </a:lnTo>
                <a:close/>
                <a:moveTo>
                  <a:pt x="3048135" y="1135094"/>
                </a:moveTo>
                <a:lnTo>
                  <a:pt x="3050564" y="1135094"/>
                </a:lnTo>
                <a:lnTo>
                  <a:pt x="3051779" y="1137118"/>
                </a:lnTo>
                <a:lnTo>
                  <a:pt x="3050564" y="1139142"/>
                </a:lnTo>
                <a:lnTo>
                  <a:pt x="3048135" y="1139142"/>
                </a:lnTo>
                <a:lnTo>
                  <a:pt x="3046921" y="1137118"/>
                </a:lnTo>
                <a:close/>
                <a:moveTo>
                  <a:pt x="3088212" y="1134689"/>
                </a:moveTo>
                <a:lnTo>
                  <a:pt x="3091045" y="1134689"/>
                </a:lnTo>
                <a:lnTo>
                  <a:pt x="3092260" y="1137118"/>
                </a:lnTo>
                <a:lnTo>
                  <a:pt x="3091045" y="1139547"/>
                </a:lnTo>
                <a:lnTo>
                  <a:pt x="3088212" y="1139547"/>
                </a:lnTo>
                <a:lnTo>
                  <a:pt x="3086997" y="1137118"/>
                </a:lnTo>
                <a:close/>
                <a:moveTo>
                  <a:pt x="3169174" y="1134285"/>
                </a:moveTo>
                <a:lnTo>
                  <a:pt x="3172413" y="1134285"/>
                </a:lnTo>
                <a:lnTo>
                  <a:pt x="3174032" y="1137119"/>
                </a:lnTo>
                <a:lnTo>
                  <a:pt x="3172413" y="1139952"/>
                </a:lnTo>
                <a:lnTo>
                  <a:pt x="3169174" y="1139952"/>
                </a:lnTo>
                <a:lnTo>
                  <a:pt x="3167555" y="1137119"/>
                </a:lnTo>
                <a:close/>
                <a:moveTo>
                  <a:pt x="3128693" y="1134285"/>
                </a:moveTo>
                <a:lnTo>
                  <a:pt x="3131932" y="1134285"/>
                </a:lnTo>
                <a:lnTo>
                  <a:pt x="3133551" y="1137119"/>
                </a:lnTo>
                <a:lnTo>
                  <a:pt x="3131932" y="1139952"/>
                </a:lnTo>
                <a:lnTo>
                  <a:pt x="3128693" y="1139952"/>
                </a:lnTo>
                <a:lnTo>
                  <a:pt x="3127074" y="1137119"/>
                </a:lnTo>
                <a:close/>
                <a:moveTo>
                  <a:pt x="2966768" y="1134285"/>
                </a:moveTo>
                <a:lnTo>
                  <a:pt x="2970007" y="1134285"/>
                </a:lnTo>
                <a:lnTo>
                  <a:pt x="2971626" y="1137119"/>
                </a:lnTo>
                <a:lnTo>
                  <a:pt x="2970007" y="1139952"/>
                </a:lnTo>
                <a:lnTo>
                  <a:pt x="2966768" y="1139952"/>
                </a:lnTo>
                <a:lnTo>
                  <a:pt x="2965149" y="1137119"/>
                </a:lnTo>
                <a:close/>
                <a:moveTo>
                  <a:pt x="3209251" y="1133880"/>
                </a:moveTo>
                <a:lnTo>
                  <a:pt x="3213299" y="1133880"/>
                </a:lnTo>
                <a:lnTo>
                  <a:pt x="3215323" y="1137119"/>
                </a:lnTo>
                <a:lnTo>
                  <a:pt x="3213299" y="1140357"/>
                </a:lnTo>
                <a:lnTo>
                  <a:pt x="3209251" y="1140357"/>
                </a:lnTo>
                <a:lnTo>
                  <a:pt x="3207227" y="1137119"/>
                </a:lnTo>
                <a:close/>
                <a:moveTo>
                  <a:pt x="4342727" y="1133475"/>
                </a:moveTo>
                <a:lnTo>
                  <a:pt x="4346370" y="1133475"/>
                </a:lnTo>
                <a:cubicBezTo>
                  <a:pt x="4346775" y="1133475"/>
                  <a:pt x="4347179" y="1133475"/>
                  <a:pt x="4347584" y="1133880"/>
                </a:cubicBezTo>
                <a:lnTo>
                  <a:pt x="4349203" y="1136713"/>
                </a:lnTo>
                <a:cubicBezTo>
                  <a:pt x="4349608" y="1137118"/>
                  <a:pt x="4349608" y="1137523"/>
                  <a:pt x="4349203" y="1137928"/>
                </a:cubicBezTo>
                <a:lnTo>
                  <a:pt x="4347584" y="1140762"/>
                </a:lnTo>
                <a:cubicBezTo>
                  <a:pt x="4347179" y="1141166"/>
                  <a:pt x="4346775" y="1141166"/>
                  <a:pt x="4346370" y="1141166"/>
                </a:cubicBezTo>
                <a:lnTo>
                  <a:pt x="4342727" y="1141166"/>
                </a:lnTo>
                <a:cubicBezTo>
                  <a:pt x="4342322" y="1141166"/>
                  <a:pt x="4341917" y="1141166"/>
                  <a:pt x="4341512" y="1140762"/>
                </a:cubicBezTo>
                <a:lnTo>
                  <a:pt x="4339893" y="1137928"/>
                </a:lnTo>
                <a:cubicBezTo>
                  <a:pt x="4339488" y="1137523"/>
                  <a:pt x="4339488" y="1137118"/>
                  <a:pt x="4339893" y="1136713"/>
                </a:cubicBezTo>
                <a:lnTo>
                  <a:pt x="4341512" y="1133880"/>
                </a:lnTo>
                <a:cubicBezTo>
                  <a:pt x="4341917" y="1133880"/>
                  <a:pt x="4342322" y="1133475"/>
                  <a:pt x="4342727" y="1133475"/>
                </a:cubicBezTo>
                <a:close/>
                <a:moveTo>
                  <a:pt x="4301840" y="1133475"/>
                </a:moveTo>
                <a:lnTo>
                  <a:pt x="4306293" y="1133475"/>
                </a:lnTo>
                <a:lnTo>
                  <a:pt x="4308317" y="1137118"/>
                </a:lnTo>
                <a:lnTo>
                  <a:pt x="4306293" y="1140762"/>
                </a:lnTo>
                <a:lnTo>
                  <a:pt x="4301840" y="1140762"/>
                </a:lnTo>
                <a:lnTo>
                  <a:pt x="4299816" y="1137118"/>
                </a:lnTo>
                <a:close/>
                <a:moveTo>
                  <a:pt x="4585614" y="1133070"/>
                </a:moveTo>
                <a:lnTo>
                  <a:pt x="4590067" y="1133070"/>
                </a:lnTo>
                <a:lnTo>
                  <a:pt x="4592495" y="1137118"/>
                </a:lnTo>
                <a:lnTo>
                  <a:pt x="4590067" y="1141166"/>
                </a:lnTo>
                <a:lnTo>
                  <a:pt x="4585614" y="1141166"/>
                </a:lnTo>
                <a:lnTo>
                  <a:pt x="4583185" y="1137118"/>
                </a:lnTo>
                <a:close/>
                <a:moveTo>
                  <a:pt x="4180801" y="1133070"/>
                </a:moveTo>
                <a:lnTo>
                  <a:pt x="4184445" y="1133070"/>
                </a:lnTo>
                <a:cubicBezTo>
                  <a:pt x="4184849" y="1133070"/>
                  <a:pt x="4185254" y="1133070"/>
                  <a:pt x="4185659" y="1133475"/>
                </a:cubicBezTo>
                <a:lnTo>
                  <a:pt x="4187683" y="1136713"/>
                </a:lnTo>
                <a:cubicBezTo>
                  <a:pt x="4188088" y="1137118"/>
                  <a:pt x="4188088" y="1137523"/>
                  <a:pt x="4187683" y="1137928"/>
                </a:cubicBezTo>
                <a:lnTo>
                  <a:pt x="4185659" y="1141166"/>
                </a:lnTo>
                <a:cubicBezTo>
                  <a:pt x="4185659" y="1141571"/>
                  <a:pt x="4185254" y="1141571"/>
                  <a:pt x="4184445" y="1141571"/>
                </a:cubicBezTo>
                <a:lnTo>
                  <a:pt x="4180801" y="1141571"/>
                </a:lnTo>
                <a:cubicBezTo>
                  <a:pt x="4180397" y="1141571"/>
                  <a:pt x="4179991" y="1141571"/>
                  <a:pt x="4179587" y="1141166"/>
                </a:cubicBezTo>
                <a:lnTo>
                  <a:pt x="4177563" y="1137928"/>
                </a:lnTo>
                <a:cubicBezTo>
                  <a:pt x="4177158" y="1137523"/>
                  <a:pt x="4177158" y="1137118"/>
                  <a:pt x="4177563" y="1136713"/>
                </a:cubicBezTo>
                <a:lnTo>
                  <a:pt x="4179587" y="1133475"/>
                </a:lnTo>
                <a:cubicBezTo>
                  <a:pt x="4179991" y="1133475"/>
                  <a:pt x="4180397" y="1133070"/>
                  <a:pt x="4180801" y="1133070"/>
                </a:cubicBezTo>
                <a:close/>
                <a:moveTo>
                  <a:pt x="2926287" y="1133070"/>
                </a:moveTo>
                <a:lnTo>
                  <a:pt x="2929526" y="1133070"/>
                </a:lnTo>
                <a:cubicBezTo>
                  <a:pt x="2929931" y="1133070"/>
                  <a:pt x="2930336" y="1133475"/>
                  <a:pt x="2930740" y="1133880"/>
                </a:cubicBezTo>
                <a:lnTo>
                  <a:pt x="2932360" y="1136713"/>
                </a:lnTo>
                <a:cubicBezTo>
                  <a:pt x="2932764" y="1137118"/>
                  <a:pt x="2932764" y="1137523"/>
                  <a:pt x="2932360" y="1137928"/>
                </a:cubicBezTo>
                <a:lnTo>
                  <a:pt x="2930740" y="1140761"/>
                </a:lnTo>
                <a:cubicBezTo>
                  <a:pt x="2930336" y="1141166"/>
                  <a:pt x="2929931" y="1141166"/>
                  <a:pt x="2929526" y="1141166"/>
                </a:cubicBezTo>
                <a:lnTo>
                  <a:pt x="2926287" y="1141166"/>
                </a:lnTo>
                <a:cubicBezTo>
                  <a:pt x="2925883" y="1141166"/>
                  <a:pt x="2925478" y="1141166"/>
                  <a:pt x="2925073" y="1140761"/>
                </a:cubicBezTo>
                <a:lnTo>
                  <a:pt x="2923454" y="1137928"/>
                </a:lnTo>
                <a:cubicBezTo>
                  <a:pt x="2923049" y="1137523"/>
                  <a:pt x="2923049" y="1137118"/>
                  <a:pt x="2923454" y="1136713"/>
                </a:cubicBezTo>
                <a:lnTo>
                  <a:pt x="2925073" y="1133880"/>
                </a:lnTo>
                <a:cubicBezTo>
                  <a:pt x="2925478" y="1133475"/>
                  <a:pt x="2925883" y="1133070"/>
                  <a:pt x="2926287" y="1133070"/>
                </a:cubicBezTo>
                <a:close/>
                <a:moveTo>
                  <a:pt x="4504246" y="1132665"/>
                </a:moveTo>
                <a:lnTo>
                  <a:pt x="4508699" y="1132665"/>
                </a:lnTo>
                <a:cubicBezTo>
                  <a:pt x="4509104" y="1132665"/>
                  <a:pt x="4509508" y="1132665"/>
                  <a:pt x="4509913" y="1133070"/>
                </a:cubicBezTo>
                <a:lnTo>
                  <a:pt x="4511937" y="1136713"/>
                </a:lnTo>
                <a:cubicBezTo>
                  <a:pt x="4512342" y="1137118"/>
                  <a:pt x="4512342" y="1137523"/>
                  <a:pt x="4511937" y="1137928"/>
                </a:cubicBezTo>
                <a:lnTo>
                  <a:pt x="4509913" y="1141571"/>
                </a:lnTo>
                <a:cubicBezTo>
                  <a:pt x="4509508" y="1141976"/>
                  <a:pt x="4509104" y="1141976"/>
                  <a:pt x="4508699" y="1142380"/>
                </a:cubicBezTo>
                <a:lnTo>
                  <a:pt x="4504246" y="1142380"/>
                </a:lnTo>
                <a:cubicBezTo>
                  <a:pt x="4503841" y="1142380"/>
                  <a:pt x="4503436" y="1141976"/>
                  <a:pt x="4503032" y="1141571"/>
                </a:cubicBezTo>
                <a:lnTo>
                  <a:pt x="4501008" y="1137928"/>
                </a:lnTo>
                <a:cubicBezTo>
                  <a:pt x="4500603" y="1137523"/>
                  <a:pt x="4500603" y="1137118"/>
                  <a:pt x="4501008" y="1136713"/>
                </a:cubicBezTo>
                <a:lnTo>
                  <a:pt x="4503032" y="1133070"/>
                </a:lnTo>
                <a:cubicBezTo>
                  <a:pt x="4503436" y="1133070"/>
                  <a:pt x="4503841" y="1132665"/>
                  <a:pt x="4504246" y="1132665"/>
                </a:cubicBezTo>
                <a:close/>
                <a:moveTo>
                  <a:pt x="4463765" y="1132665"/>
                </a:moveTo>
                <a:lnTo>
                  <a:pt x="4467813" y="1132665"/>
                </a:lnTo>
                <a:cubicBezTo>
                  <a:pt x="4468218" y="1132665"/>
                  <a:pt x="4468623" y="1133070"/>
                  <a:pt x="4469027" y="1133475"/>
                </a:cubicBezTo>
                <a:lnTo>
                  <a:pt x="4471052" y="1136713"/>
                </a:lnTo>
                <a:cubicBezTo>
                  <a:pt x="4471456" y="1137118"/>
                  <a:pt x="4471456" y="1137523"/>
                  <a:pt x="4471052" y="1137928"/>
                </a:cubicBezTo>
                <a:lnTo>
                  <a:pt x="4469027" y="1141166"/>
                </a:lnTo>
                <a:cubicBezTo>
                  <a:pt x="4469027" y="1141571"/>
                  <a:pt x="4468623" y="1141571"/>
                  <a:pt x="4467813" y="1141976"/>
                </a:cubicBezTo>
                <a:lnTo>
                  <a:pt x="4463765" y="1141976"/>
                </a:lnTo>
                <a:cubicBezTo>
                  <a:pt x="4463360" y="1141976"/>
                  <a:pt x="4462955" y="1141571"/>
                  <a:pt x="4462551" y="1141166"/>
                </a:cubicBezTo>
                <a:lnTo>
                  <a:pt x="4460527" y="1137928"/>
                </a:lnTo>
                <a:cubicBezTo>
                  <a:pt x="4460122" y="1137523"/>
                  <a:pt x="4460122" y="1137118"/>
                  <a:pt x="4460527" y="1136713"/>
                </a:cubicBezTo>
                <a:lnTo>
                  <a:pt x="4462551" y="1133475"/>
                </a:lnTo>
                <a:cubicBezTo>
                  <a:pt x="4462955" y="1133070"/>
                  <a:pt x="4463360" y="1132665"/>
                  <a:pt x="4463765" y="1132665"/>
                </a:cubicBezTo>
                <a:close/>
                <a:moveTo>
                  <a:pt x="4261764" y="1132665"/>
                </a:moveTo>
                <a:lnTo>
                  <a:pt x="4265407" y="1132665"/>
                </a:lnTo>
                <a:cubicBezTo>
                  <a:pt x="4265812" y="1132665"/>
                  <a:pt x="4266216" y="1132665"/>
                  <a:pt x="4266621" y="1133070"/>
                </a:cubicBezTo>
                <a:lnTo>
                  <a:pt x="4268240" y="1136308"/>
                </a:lnTo>
                <a:cubicBezTo>
                  <a:pt x="4268645" y="1136713"/>
                  <a:pt x="4268645" y="1137118"/>
                  <a:pt x="4268240" y="1137523"/>
                </a:cubicBezTo>
                <a:lnTo>
                  <a:pt x="4266621" y="1140761"/>
                </a:lnTo>
                <a:cubicBezTo>
                  <a:pt x="4266216" y="1141166"/>
                  <a:pt x="4265812" y="1141571"/>
                  <a:pt x="4265407" y="1141166"/>
                </a:cubicBezTo>
                <a:lnTo>
                  <a:pt x="4261764" y="1141166"/>
                </a:lnTo>
                <a:cubicBezTo>
                  <a:pt x="4261359" y="1141166"/>
                  <a:pt x="4260954" y="1141166"/>
                  <a:pt x="4260549" y="1140761"/>
                </a:cubicBezTo>
                <a:lnTo>
                  <a:pt x="4258930" y="1137523"/>
                </a:lnTo>
                <a:cubicBezTo>
                  <a:pt x="4258525" y="1137118"/>
                  <a:pt x="4258525" y="1136713"/>
                  <a:pt x="4258930" y="1136308"/>
                </a:cubicBezTo>
                <a:lnTo>
                  <a:pt x="4260549" y="1133070"/>
                </a:lnTo>
                <a:cubicBezTo>
                  <a:pt x="4260954" y="1133070"/>
                  <a:pt x="4261359" y="1132665"/>
                  <a:pt x="4261764" y="1132665"/>
                </a:cubicBezTo>
                <a:close/>
                <a:moveTo>
                  <a:pt x="4221283" y="1132665"/>
                </a:moveTo>
                <a:lnTo>
                  <a:pt x="4224926" y="1132665"/>
                </a:lnTo>
                <a:cubicBezTo>
                  <a:pt x="4225331" y="1132665"/>
                  <a:pt x="4225735" y="1132665"/>
                  <a:pt x="4226140" y="1133070"/>
                </a:cubicBezTo>
                <a:lnTo>
                  <a:pt x="4227759" y="1136308"/>
                </a:lnTo>
                <a:cubicBezTo>
                  <a:pt x="4228164" y="1136713"/>
                  <a:pt x="4228164" y="1137118"/>
                  <a:pt x="4227759" y="1137523"/>
                </a:cubicBezTo>
                <a:lnTo>
                  <a:pt x="4226140" y="1140761"/>
                </a:lnTo>
                <a:cubicBezTo>
                  <a:pt x="4225735" y="1141166"/>
                  <a:pt x="4225331" y="1141571"/>
                  <a:pt x="4224926" y="1141571"/>
                </a:cubicBezTo>
                <a:lnTo>
                  <a:pt x="4221283" y="1141571"/>
                </a:lnTo>
                <a:cubicBezTo>
                  <a:pt x="4220878" y="1141571"/>
                  <a:pt x="4220473" y="1141166"/>
                  <a:pt x="4220068" y="1140761"/>
                </a:cubicBezTo>
                <a:lnTo>
                  <a:pt x="4218449" y="1137523"/>
                </a:lnTo>
                <a:cubicBezTo>
                  <a:pt x="4218044" y="1137118"/>
                  <a:pt x="4218044" y="1136713"/>
                  <a:pt x="4218449" y="1136308"/>
                </a:cubicBezTo>
                <a:lnTo>
                  <a:pt x="4220068" y="1133070"/>
                </a:lnTo>
                <a:cubicBezTo>
                  <a:pt x="4220473" y="1133070"/>
                  <a:pt x="4220878" y="1132665"/>
                  <a:pt x="4221283" y="1132665"/>
                </a:cubicBezTo>
                <a:close/>
                <a:moveTo>
                  <a:pt x="4545132" y="1132261"/>
                </a:moveTo>
                <a:lnTo>
                  <a:pt x="4549180" y="1132261"/>
                </a:lnTo>
                <a:cubicBezTo>
                  <a:pt x="4549585" y="1132261"/>
                  <a:pt x="4549990" y="1132261"/>
                  <a:pt x="4550394" y="1132666"/>
                </a:cubicBezTo>
                <a:lnTo>
                  <a:pt x="4552419" y="1136309"/>
                </a:lnTo>
                <a:cubicBezTo>
                  <a:pt x="4552824" y="1136714"/>
                  <a:pt x="4552824" y="1137119"/>
                  <a:pt x="4552419" y="1137524"/>
                </a:cubicBezTo>
                <a:lnTo>
                  <a:pt x="4550394" y="1141167"/>
                </a:lnTo>
                <a:cubicBezTo>
                  <a:pt x="4549990" y="1141572"/>
                  <a:pt x="4549585" y="1141976"/>
                  <a:pt x="4549180" y="1141572"/>
                </a:cubicBezTo>
                <a:lnTo>
                  <a:pt x="4545132" y="1141572"/>
                </a:lnTo>
                <a:cubicBezTo>
                  <a:pt x="4544728" y="1141572"/>
                  <a:pt x="4544322" y="1141572"/>
                  <a:pt x="4543918" y="1141167"/>
                </a:cubicBezTo>
                <a:lnTo>
                  <a:pt x="4541894" y="1137524"/>
                </a:lnTo>
                <a:cubicBezTo>
                  <a:pt x="4541489" y="1137119"/>
                  <a:pt x="4541489" y="1136714"/>
                  <a:pt x="4541894" y="1136309"/>
                </a:cubicBezTo>
                <a:lnTo>
                  <a:pt x="4543918" y="1132666"/>
                </a:lnTo>
                <a:cubicBezTo>
                  <a:pt x="4544322" y="1132666"/>
                  <a:pt x="4544728" y="1132261"/>
                  <a:pt x="4545132" y="1132261"/>
                </a:cubicBezTo>
                <a:close/>
                <a:moveTo>
                  <a:pt x="4423688" y="1132261"/>
                </a:moveTo>
                <a:lnTo>
                  <a:pt x="4427736" y="1132261"/>
                </a:lnTo>
                <a:cubicBezTo>
                  <a:pt x="4428141" y="1132261"/>
                  <a:pt x="4428546" y="1132666"/>
                  <a:pt x="4428950" y="1133071"/>
                </a:cubicBezTo>
                <a:lnTo>
                  <a:pt x="4430975" y="1136714"/>
                </a:lnTo>
                <a:cubicBezTo>
                  <a:pt x="4431380" y="1137119"/>
                  <a:pt x="4431380" y="1137524"/>
                  <a:pt x="4430975" y="1137928"/>
                </a:cubicBezTo>
                <a:lnTo>
                  <a:pt x="4428950" y="1141572"/>
                </a:lnTo>
                <a:cubicBezTo>
                  <a:pt x="4428546" y="1141572"/>
                  <a:pt x="4428141" y="1141976"/>
                  <a:pt x="4427736" y="1142381"/>
                </a:cubicBezTo>
                <a:lnTo>
                  <a:pt x="4423688" y="1142381"/>
                </a:lnTo>
                <a:cubicBezTo>
                  <a:pt x="4423284" y="1142381"/>
                  <a:pt x="4422878" y="1141976"/>
                  <a:pt x="4422474" y="1141572"/>
                </a:cubicBezTo>
                <a:lnTo>
                  <a:pt x="4420450" y="1137928"/>
                </a:lnTo>
                <a:cubicBezTo>
                  <a:pt x="4420045" y="1137524"/>
                  <a:pt x="4420045" y="1137119"/>
                  <a:pt x="4420450" y="1136714"/>
                </a:cubicBezTo>
                <a:lnTo>
                  <a:pt x="4422474" y="1133071"/>
                </a:lnTo>
                <a:cubicBezTo>
                  <a:pt x="4422878" y="1132666"/>
                  <a:pt x="4423284" y="1132261"/>
                  <a:pt x="4423688" y="1132261"/>
                </a:cubicBezTo>
                <a:close/>
                <a:moveTo>
                  <a:pt x="4382802" y="1132261"/>
                </a:moveTo>
                <a:lnTo>
                  <a:pt x="4387255" y="1132261"/>
                </a:lnTo>
                <a:cubicBezTo>
                  <a:pt x="4387660" y="1132261"/>
                  <a:pt x="4388064" y="1132666"/>
                  <a:pt x="4388469" y="1133071"/>
                </a:cubicBezTo>
                <a:lnTo>
                  <a:pt x="4390493" y="1136714"/>
                </a:lnTo>
                <a:cubicBezTo>
                  <a:pt x="4390898" y="1137119"/>
                  <a:pt x="4390898" y="1137524"/>
                  <a:pt x="4390493" y="1137928"/>
                </a:cubicBezTo>
                <a:lnTo>
                  <a:pt x="4388469" y="1141572"/>
                </a:lnTo>
                <a:cubicBezTo>
                  <a:pt x="4388064" y="1141976"/>
                  <a:pt x="4387660" y="1141976"/>
                  <a:pt x="4387255" y="1142381"/>
                </a:cubicBezTo>
                <a:lnTo>
                  <a:pt x="4382802" y="1142381"/>
                </a:lnTo>
                <a:cubicBezTo>
                  <a:pt x="4382397" y="1142381"/>
                  <a:pt x="4381992" y="1141976"/>
                  <a:pt x="4381588" y="1141572"/>
                </a:cubicBezTo>
                <a:lnTo>
                  <a:pt x="4379564" y="1137928"/>
                </a:lnTo>
                <a:cubicBezTo>
                  <a:pt x="4379159" y="1137524"/>
                  <a:pt x="4379159" y="1137119"/>
                  <a:pt x="4379564" y="1136714"/>
                </a:cubicBezTo>
                <a:lnTo>
                  <a:pt x="4381588" y="1133071"/>
                </a:lnTo>
                <a:cubicBezTo>
                  <a:pt x="4381992" y="1132666"/>
                  <a:pt x="4382397" y="1132261"/>
                  <a:pt x="4382802" y="1132261"/>
                </a:cubicBezTo>
                <a:close/>
                <a:moveTo>
                  <a:pt x="2885402" y="1132261"/>
                </a:moveTo>
                <a:lnTo>
                  <a:pt x="2889045" y="1132261"/>
                </a:lnTo>
                <a:cubicBezTo>
                  <a:pt x="2889450" y="1132261"/>
                  <a:pt x="2889854" y="1132666"/>
                  <a:pt x="2890259" y="1133071"/>
                </a:cubicBezTo>
                <a:lnTo>
                  <a:pt x="2891878" y="1136309"/>
                </a:lnTo>
                <a:cubicBezTo>
                  <a:pt x="2892283" y="1136714"/>
                  <a:pt x="2892283" y="1137119"/>
                  <a:pt x="2891878" y="1137524"/>
                </a:cubicBezTo>
                <a:lnTo>
                  <a:pt x="2890259" y="1140762"/>
                </a:lnTo>
                <a:cubicBezTo>
                  <a:pt x="2889854" y="1141167"/>
                  <a:pt x="2889450" y="1141572"/>
                  <a:pt x="2889045" y="1141572"/>
                </a:cubicBezTo>
                <a:lnTo>
                  <a:pt x="2885402" y="1141572"/>
                </a:lnTo>
                <a:cubicBezTo>
                  <a:pt x="2884997" y="1141572"/>
                  <a:pt x="2884592" y="1141167"/>
                  <a:pt x="2884187" y="1140762"/>
                </a:cubicBezTo>
                <a:lnTo>
                  <a:pt x="2882568" y="1137524"/>
                </a:lnTo>
                <a:cubicBezTo>
                  <a:pt x="2882163" y="1137119"/>
                  <a:pt x="2882163" y="1136714"/>
                  <a:pt x="2882568" y="1136309"/>
                </a:cubicBezTo>
                <a:lnTo>
                  <a:pt x="2884187" y="1133071"/>
                </a:lnTo>
                <a:cubicBezTo>
                  <a:pt x="2884592" y="1132666"/>
                  <a:pt x="2884997" y="1132261"/>
                  <a:pt x="2885402" y="1132261"/>
                </a:cubicBezTo>
                <a:close/>
                <a:moveTo>
                  <a:pt x="4140320" y="1131856"/>
                </a:moveTo>
                <a:lnTo>
                  <a:pt x="4144368" y="1131856"/>
                </a:lnTo>
                <a:cubicBezTo>
                  <a:pt x="4144773" y="1131856"/>
                  <a:pt x="4145178" y="1132261"/>
                  <a:pt x="4145582" y="1132666"/>
                </a:cubicBezTo>
                <a:lnTo>
                  <a:pt x="4147607" y="1136309"/>
                </a:lnTo>
                <a:cubicBezTo>
                  <a:pt x="4148012" y="1136714"/>
                  <a:pt x="4148012" y="1137119"/>
                  <a:pt x="4147607" y="1137523"/>
                </a:cubicBezTo>
                <a:lnTo>
                  <a:pt x="4145582" y="1141167"/>
                </a:lnTo>
                <a:cubicBezTo>
                  <a:pt x="4145178" y="1141572"/>
                  <a:pt x="4144773" y="1141976"/>
                  <a:pt x="4144368" y="1141976"/>
                </a:cubicBezTo>
                <a:lnTo>
                  <a:pt x="4140320" y="1141976"/>
                </a:lnTo>
                <a:cubicBezTo>
                  <a:pt x="4139916" y="1141976"/>
                  <a:pt x="4139510" y="1141572"/>
                  <a:pt x="4139106" y="1141167"/>
                </a:cubicBezTo>
                <a:lnTo>
                  <a:pt x="4137082" y="1137523"/>
                </a:lnTo>
                <a:cubicBezTo>
                  <a:pt x="4136677" y="1137119"/>
                  <a:pt x="4136677" y="1136714"/>
                  <a:pt x="4137082" y="1136309"/>
                </a:cubicBezTo>
                <a:lnTo>
                  <a:pt x="4139106" y="1132666"/>
                </a:lnTo>
                <a:cubicBezTo>
                  <a:pt x="4139510" y="1132261"/>
                  <a:pt x="4139916" y="1131856"/>
                  <a:pt x="4140320" y="1131856"/>
                </a:cubicBezTo>
                <a:close/>
                <a:moveTo>
                  <a:pt x="3897028" y="1131856"/>
                </a:moveTo>
                <a:lnTo>
                  <a:pt x="3901885" y="1131856"/>
                </a:lnTo>
                <a:cubicBezTo>
                  <a:pt x="3902290" y="1131856"/>
                  <a:pt x="3902695" y="1132261"/>
                  <a:pt x="3903100" y="1132666"/>
                </a:cubicBezTo>
                <a:lnTo>
                  <a:pt x="3905529" y="1136714"/>
                </a:lnTo>
                <a:cubicBezTo>
                  <a:pt x="3905934" y="1137119"/>
                  <a:pt x="3905934" y="1137523"/>
                  <a:pt x="3905529" y="1137928"/>
                </a:cubicBezTo>
                <a:lnTo>
                  <a:pt x="3903100" y="1141976"/>
                </a:lnTo>
                <a:cubicBezTo>
                  <a:pt x="3902695" y="1142381"/>
                  <a:pt x="3902290" y="1142381"/>
                  <a:pt x="3901885" y="1142786"/>
                </a:cubicBezTo>
                <a:lnTo>
                  <a:pt x="3897028" y="1142786"/>
                </a:lnTo>
                <a:cubicBezTo>
                  <a:pt x="3896623" y="1142786"/>
                  <a:pt x="3896218" y="1142381"/>
                  <a:pt x="3895813" y="1141976"/>
                </a:cubicBezTo>
                <a:lnTo>
                  <a:pt x="3893385" y="1137928"/>
                </a:lnTo>
                <a:cubicBezTo>
                  <a:pt x="3892980" y="1137523"/>
                  <a:pt x="3892980" y="1137119"/>
                  <a:pt x="3893385" y="1136714"/>
                </a:cubicBezTo>
                <a:lnTo>
                  <a:pt x="3895813" y="1132666"/>
                </a:lnTo>
                <a:cubicBezTo>
                  <a:pt x="3896218" y="1132261"/>
                  <a:pt x="3896623" y="1131856"/>
                  <a:pt x="3897028" y="1131856"/>
                </a:cubicBezTo>
                <a:close/>
                <a:moveTo>
                  <a:pt x="2844515" y="1131856"/>
                </a:moveTo>
                <a:lnTo>
                  <a:pt x="2849372" y="1131856"/>
                </a:lnTo>
                <a:cubicBezTo>
                  <a:pt x="2849777" y="1131856"/>
                  <a:pt x="2850182" y="1132261"/>
                  <a:pt x="2850587" y="1132666"/>
                </a:cubicBezTo>
                <a:lnTo>
                  <a:pt x="2853016" y="1136714"/>
                </a:lnTo>
                <a:cubicBezTo>
                  <a:pt x="2853421" y="1137119"/>
                  <a:pt x="2853421" y="1137523"/>
                  <a:pt x="2853016" y="1137928"/>
                </a:cubicBezTo>
                <a:lnTo>
                  <a:pt x="2850587" y="1141976"/>
                </a:lnTo>
                <a:cubicBezTo>
                  <a:pt x="2850182" y="1142381"/>
                  <a:pt x="2849777" y="1142381"/>
                  <a:pt x="2849372" y="1142786"/>
                </a:cubicBezTo>
                <a:lnTo>
                  <a:pt x="2844515" y="1142786"/>
                </a:lnTo>
                <a:cubicBezTo>
                  <a:pt x="2844110" y="1142786"/>
                  <a:pt x="2843705" y="1142381"/>
                  <a:pt x="2843300" y="1141976"/>
                </a:cubicBezTo>
                <a:lnTo>
                  <a:pt x="2840872" y="1137928"/>
                </a:lnTo>
                <a:cubicBezTo>
                  <a:pt x="2840467" y="1137523"/>
                  <a:pt x="2840467" y="1137119"/>
                  <a:pt x="2840872" y="1136714"/>
                </a:cubicBezTo>
                <a:lnTo>
                  <a:pt x="2843300" y="1132666"/>
                </a:lnTo>
                <a:cubicBezTo>
                  <a:pt x="2843705" y="1132261"/>
                  <a:pt x="2844110" y="1131856"/>
                  <a:pt x="2844515" y="1131856"/>
                </a:cubicBezTo>
                <a:close/>
                <a:moveTo>
                  <a:pt x="2803629" y="1131856"/>
                </a:moveTo>
                <a:lnTo>
                  <a:pt x="2808487" y="1131856"/>
                </a:lnTo>
                <a:cubicBezTo>
                  <a:pt x="2808892" y="1131856"/>
                  <a:pt x="2809296" y="1132261"/>
                  <a:pt x="2809701" y="1132666"/>
                </a:cubicBezTo>
                <a:lnTo>
                  <a:pt x="2812130" y="1136714"/>
                </a:lnTo>
                <a:cubicBezTo>
                  <a:pt x="2812535" y="1137119"/>
                  <a:pt x="2812535" y="1137523"/>
                  <a:pt x="2812130" y="1137928"/>
                </a:cubicBezTo>
                <a:lnTo>
                  <a:pt x="2809701" y="1141976"/>
                </a:lnTo>
                <a:cubicBezTo>
                  <a:pt x="2809701" y="1142381"/>
                  <a:pt x="2809296" y="1142381"/>
                  <a:pt x="2808487" y="1142786"/>
                </a:cubicBezTo>
                <a:lnTo>
                  <a:pt x="2803629" y="1142786"/>
                </a:lnTo>
                <a:cubicBezTo>
                  <a:pt x="2803224" y="1142786"/>
                  <a:pt x="2802819" y="1142381"/>
                  <a:pt x="2802415" y="1141976"/>
                </a:cubicBezTo>
                <a:lnTo>
                  <a:pt x="2799986" y="1137928"/>
                </a:lnTo>
                <a:cubicBezTo>
                  <a:pt x="2799581" y="1137523"/>
                  <a:pt x="2799581" y="1137119"/>
                  <a:pt x="2799986" y="1136714"/>
                </a:cubicBezTo>
                <a:lnTo>
                  <a:pt x="2802415" y="1132666"/>
                </a:lnTo>
                <a:cubicBezTo>
                  <a:pt x="2802819" y="1132261"/>
                  <a:pt x="2803224" y="1131856"/>
                  <a:pt x="2803629" y="1131856"/>
                </a:cubicBezTo>
                <a:close/>
                <a:moveTo>
                  <a:pt x="4058548" y="1131451"/>
                </a:moveTo>
                <a:lnTo>
                  <a:pt x="4064215" y="1131451"/>
                </a:lnTo>
                <a:cubicBezTo>
                  <a:pt x="4064620" y="1131451"/>
                  <a:pt x="4065025" y="1131451"/>
                  <a:pt x="4065430" y="1131856"/>
                </a:cubicBezTo>
                <a:lnTo>
                  <a:pt x="4068263" y="1136714"/>
                </a:lnTo>
                <a:cubicBezTo>
                  <a:pt x="4068668" y="1137118"/>
                  <a:pt x="4068668" y="1137523"/>
                  <a:pt x="4068263" y="1137928"/>
                </a:cubicBezTo>
                <a:lnTo>
                  <a:pt x="4065430" y="1142786"/>
                </a:lnTo>
                <a:cubicBezTo>
                  <a:pt x="4065025" y="1142786"/>
                  <a:pt x="4064620" y="1143191"/>
                  <a:pt x="4064215" y="1143191"/>
                </a:cubicBezTo>
                <a:lnTo>
                  <a:pt x="4058548" y="1143191"/>
                </a:lnTo>
                <a:cubicBezTo>
                  <a:pt x="4058143" y="1143191"/>
                  <a:pt x="4057738" y="1143191"/>
                  <a:pt x="4057334" y="1142786"/>
                </a:cubicBezTo>
                <a:lnTo>
                  <a:pt x="4054500" y="1137928"/>
                </a:lnTo>
                <a:cubicBezTo>
                  <a:pt x="4054095" y="1137523"/>
                  <a:pt x="4054095" y="1137118"/>
                  <a:pt x="4054500" y="1136714"/>
                </a:cubicBezTo>
                <a:lnTo>
                  <a:pt x="4057334" y="1131856"/>
                </a:lnTo>
                <a:cubicBezTo>
                  <a:pt x="4057738" y="1131856"/>
                  <a:pt x="4058143" y="1131451"/>
                  <a:pt x="4058548" y="1131451"/>
                </a:cubicBezTo>
                <a:close/>
                <a:moveTo>
                  <a:pt x="3937104" y="1131046"/>
                </a:moveTo>
                <a:lnTo>
                  <a:pt x="3942771" y="1131046"/>
                </a:lnTo>
                <a:cubicBezTo>
                  <a:pt x="3943176" y="1131046"/>
                  <a:pt x="3943581" y="1131451"/>
                  <a:pt x="3943986" y="1131856"/>
                </a:cubicBezTo>
                <a:lnTo>
                  <a:pt x="3946819" y="1136713"/>
                </a:lnTo>
                <a:cubicBezTo>
                  <a:pt x="3947224" y="1137118"/>
                  <a:pt x="3947224" y="1137523"/>
                  <a:pt x="3946819" y="1137928"/>
                </a:cubicBezTo>
                <a:lnTo>
                  <a:pt x="3943986" y="1142786"/>
                </a:lnTo>
                <a:cubicBezTo>
                  <a:pt x="3943581" y="1143190"/>
                  <a:pt x="3943176" y="1143190"/>
                  <a:pt x="3942771" y="1143595"/>
                </a:cubicBezTo>
                <a:lnTo>
                  <a:pt x="3937104" y="1143595"/>
                </a:lnTo>
                <a:cubicBezTo>
                  <a:pt x="3936699" y="1143595"/>
                  <a:pt x="3936294" y="1143190"/>
                  <a:pt x="3935890" y="1142786"/>
                </a:cubicBezTo>
                <a:lnTo>
                  <a:pt x="3933056" y="1137928"/>
                </a:lnTo>
                <a:cubicBezTo>
                  <a:pt x="3932651" y="1137523"/>
                  <a:pt x="3932651" y="1137118"/>
                  <a:pt x="3933056" y="1136713"/>
                </a:cubicBezTo>
                <a:lnTo>
                  <a:pt x="3935890" y="1131856"/>
                </a:lnTo>
                <a:cubicBezTo>
                  <a:pt x="3936294" y="1131451"/>
                  <a:pt x="3936699" y="1131046"/>
                  <a:pt x="3937104" y="1131046"/>
                </a:cubicBezTo>
                <a:close/>
                <a:moveTo>
                  <a:pt x="4099029" y="1130641"/>
                </a:moveTo>
                <a:lnTo>
                  <a:pt x="4104291" y="1130641"/>
                </a:lnTo>
                <a:cubicBezTo>
                  <a:pt x="4104696" y="1130641"/>
                  <a:pt x="4105101" y="1131046"/>
                  <a:pt x="4105506" y="1131451"/>
                </a:cubicBezTo>
                <a:lnTo>
                  <a:pt x="4108340" y="1136308"/>
                </a:lnTo>
                <a:cubicBezTo>
                  <a:pt x="4108744" y="1136713"/>
                  <a:pt x="4108744" y="1137118"/>
                  <a:pt x="4108340" y="1137523"/>
                </a:cubicBezTo>
                <a:lnTo>
                  <a:pt x="4105506" y="1142381"/>
                </a:lnTo>
                <a:cubicBezTo>
                  <a:pt x="4105506" y="1142785"/>
                  <a:pt x="4105101" y="1143190"/>
                  <a:pt x="4104291" y="1143190"/>
                </a:cubicBezTo>
                <a:lnTo>
                  <a:pt x="4099029" y="1143190"/>
                </a:lnTo>
                <a:cubicBezTo>
                  <a:pt x="4098624" y="1143190"/>
                  <a:pt x="4098219" y="1142785"/>
                  <a:pt x="4097815" y="1142381"/>
                </a:cubicBezTo>
                <a:lnTo>
                  <a:pt x="4094981" y="1137523"/>
                </a:lnTo>
                <a:cubicBezTo>
                  <a:pt x="4094576" y="1137118"/>
                  <a:pt x="4094576" y="1136713"/>
                  <a:pt x="4094981" y="1136308"/>
                </a:cubicBezTo>
                <a:lnTo>
                  <a:pt x="4097815" y="1131451"/>
                </a:lnTo>
                <a:cubicBezTo>
                  <a:pt x="4098219" y="1131046"/>
                  <a:pt x="4098624" y="1130641"/>
                  <a:pt x="4099029" y="1130641"/>
                </a:cubicBezTo>
                <a:close/>
                <a:moveTo>
                  <a:pt x="2762742" y="1130641"/>
                </a:moveTo>
                <a:lnTo>
                  <a:pt x="2768815" y="1130641"/>
                </a:lnTo>
                <a:cubicBezTo>
                  <a:pt x="2769219" y="1130641"/>
                  <a:pt x="2769624" y="1131046"/>
                  <a:pt x="2770029" y="1131451"/>
                </a:cubicBezTo>
                <a:lnTo>
                  <a:pt x="2773267" y="1136713"/>
                </a:lnTo>
                <a:cubicBezTo>
                  <a:pt x="2773673" y="1137118"/>
                  <a:pt x="2773673" y="1137523"/>
                  <a:pt x="2773267" y="1137928"/>
                </a:cubicBezTo>
                <a:lnTo>
                  <a:pt x="2770029" y="1143190"/>
                </a:lnTo>
                <a:cubicBezTo>
                  <a:pt x="2770029" y="1143595"/>
                  <a:pt x="2769624" y="1143595"/>
                  <a:pt x="2768815" y="1143595"/>
                </a:cubicBezTo>
                <a:lnTo>
                  <a:pt x="2762742" y="1143595"/>
                </a:lnTo>
                <a:cubicBezTo>
                  <a:pt x="2762338" y="1143595"/>
                  <a:pt x="2761933" y="1143595"/>
                  <a:pt x="2761528" y="1143190"/>
                </a:cubicBezTo>
                <a:lnTo>
                  <a:pt x="2758290" y="1137928"/>
                </a:lnTo>
                <a:cubicBezTo>
                  <a:pt x="2757885" y="1137523"/>
                  <a:pt x="2757885" y="1137118"/>
                  <a:pt x="2758290" y="1136713"/>
                </a:cubicBezTo>
                <a:lnTo>
                  <a:pt x="2761528" y="1131451"/>
                </a:lnTo>
                <a:cubicBezTo>
                  <a:pt x="2761933" y="1131046"/>
                  <a:pt x="2762338" y="1130641"/>
                  <a:pt x="2762742" y="1130641"/>
                </a:cubicBezTo>
                <a:close/>
                <a:moveTo>
                  <a:pt x="3977180" y="1130237"/>
                </a:moveTo>
                <a:lnTo>
                  <a:pt x="3983657" y="1130237"/>
                </a:lnTo>
                <a:cubicBezTo>
                  <a:pt x="3984062" y="1130237"/>
                  <a:pt x="3984467" y="1130642"/>
                  <a:pt x="3984872" y="1131047"/>
                </a:cubicBezTo>
                <a:lnTo>
                  <a:pt x="3988111" y="1136714"/>
                </a:lnTo>
                <a:cubicBezTo>
                  <a:pt x="3988515" y="1137119"/>
                  <a:pt x="3988515" y="1137524"/>
                  <a:pt x="3988111" y="1137928"/>
                </a:cubicBezTo>
                <a:lnTo>
                  <a:pt x="3984872" y="1143596"/>
                </a:lnTo>
                <a:cubicBezTo>
                  <a:pt x="3984467" y="1143596"/>
                  <a:pt x="3984062" y="1144001"/>
                  <a:pt x="3983657" y="1144405"/>
                </a:cubicBezTo>
                <a:lnTo>
                  <a:pt x="3977180" y="1144405"/>
                </a:lnTo>
                <a:cubicBezTo>
                  <a:pt x="3976776" y="1144405"/>
                  <a:pt x="3976371" y="1144001"/>
                  <a:pt x="3975966" y="1143596"/>
                </a:cubicBezTo>
                <a:lnTo>
                  <a:pt x="3972728" y="1137928"/>
                </a:lnTo>
                <a:cubicBezTo>
                  <a:pt x="3972323" y="1137524"/>
                  <a:pt x="3972323" y="1137119"/>
                  <a:pt x="3972728" y="1136714"/>
                </a:cubicBezTo>
                <a:lnTo>
                  <a:pt x="3975966" y="1131047"/>
                </a:lnTo>
                <a:cubicBezTo>
                  <a:pt x="3976371" y="1130642"/>
                  <a:pt x="3976776" y="1130237"/>
                  <a:pt x="3977180" y="1130237"/>
                </a:cubicBezTo>
                <a:close/>
                <a:moveTo>
                  <a:pt x="4017256" y="1129832"/>
                </a:moveTo>
                <a:lnTo>
                  <a:pt x="4024543" y="1129832"/>
                </a:lnTo>
                <a:cubicBezTo>
                  <a:pt x="4024948" y="1129832"/>
                  <a:pt x="4025353" y="1130237"/>
                  <a:pt x="4025757" y="1130642"/>
                </a:cubicBezTo>
                <a:lnTo>
                  <a:pt x="4029401" y="1136714"/>
                </a:lnTo>
                <a:cubicBezTo>
                  <a:pt x="4029806" y="1137119"/>
                  <a:pt x="4029806" y="1137524"/>
                  <a:pt x="4029401" y="1137928"/>
                </a:cubicBezTo>
                <a:lnTo>
                  <a:pt x="4025757" y="1144000"/>
                </a:lnTo>
                <a:cubicBezTo>
                  <a:pt x="4025353" y="1144405"/>
                  <a:pt x="4024948" y="1144405"/>
                  <a:pt x="4024543" y="1144810"/>
                </a:cubicBezTo>
                <a:lnTo>
                  <a:pt x="4017256" y="1144810"/>
                </a:lnTo>
                <a:cubicBezTo>
                  <a:pt x="4016852" y="1144810"/>
                  <a:pt x="4016447" y="1144405"/>
                  <a:pt x="4016042" y="1144000"/>
                </a:cubicBezTo>
                <a:lnTo>
                  <a:pt x="4012399" y="1137928"/>
                </a:lnTo>
                <a:cubicBezTo>
                  <a:pt x="4011994" y="1137524"/>
                  <a:pt x="4011994" y="1137119"/>
                  <a:pt x="4012399" y="1136714"/>
                </a:cubicBezTo>
                <a:lnTo>
                  <a:pt x="4016042" y="1130642"/>
                </a:lnTo>
                <a:cubicBezTo>
                  <a:pt x="4016447" y="1130237"/>
                  <a:pt x="4016852" y="1129832"/>
                  <a:pt x="4017256" y="1129832"/>
                </a:cubicBezTo>
                <a:close/>
                <a:moveTo>
                  <a:pt x="2721856" y="1129832"/>
                </a:moveTo>
                <a:lnTo>
                  <a:pt x="2728333" y="1129832"/>
                </a:lnTo>
                <a:cubicBezTo>
                  <a:pt x="2728738" y="1129832"/>
                  <a:pt x="2729143" y="1130237"/>
                  <a:pt x="2729548" y="1130642"/>
                </a:cubicBezTo>
                <a:lnTo>
                  <a:pt x="2732786" y="1136309"/>
                </a:lnTo>
                <a:cubicBezTo>
                  <a:pt x="2733191" y="1136714"/>
                  <a:pt x="2733191" y="1137119"/>
                  <a:pt x="2732786" y="1137524"/>
                </a:cubicBezTo>
                <a:lnTo>
                  <a:pt x="2729548" y="1143191"/>
                </a:lnTo>
                <a:cubicBezTo>
                  <a:pt x="2729548" y="1143596"/>
                  <a:pt x="2729143" y="1144000"/>
                  <a:pt x="2728333" y="1144000"/>
                </a:cubicBezTo>
                <a:lnTo>
                  <a:pt x="2721856" y="1144000"/>
                </a:lnTo>
                <a:cubicBezTo>
                  <a:pt x="2721452" y="1144000"/>
                  <a:pt x="2721047" y="1143596"/>
                  <a:pt x="2720642" y="1143191"/>
                </a:cubicBezTo>
                <a:lnTo>
                  <a:pt x="2717404" y="1137524"/>
                </a:lnTo>
                <a:cubicBezTo>
                  <a:pt x="2716999" y="1137119"/>
                  <a:pt x="2716999" y="1136714"/>
                  <a:pt x="2717404" y="1136309"/>
                </a:cubicBezTo>
                <a:lnTo>
                  <a:pt x="2720642" y="1130642"/>
                </a:lnTo>
                <a:cubicBezTo>
                  <a:pt x="2721047" y="1130237"/>
                  <a:pt x="2721452" y="1129832"/>
                  <a:pt x="2721856" y="1129832"/>
                </a:cubicBezTo>
                <a:close/>
                <a:moveTo>
                  <a:pt x="3328266" y="1129022"/>
                </a:moveTo>
                <a:lnTo>
                  <a:pt x="3336767" y="1129022"/>
                </a:lnTo>
                <a:cubicBezTo>
                  <a:pt x="3337172" y="1129022"/>
                  <a:pt x="3337577" y="1129022"/>
                  <a:pt x="3337981" y="1129427"/>
                </a:cubicBezTo>
                <a:lnTo>
                  <a:pt x="3342030" y="1136713"/>
                </a:lnTo>
                <a:cubicBezTo>
                  <a:pt x="3342435" y="1137118"/>
                  <a:pt x="3342435" y="1137523"/>
                  <a:pt x="3342030" y="1137928"/>
                </a:cubicBezTo>
                <a:lnTo>
                  <a:pt x="3337981" y="1145215"/>
                </a:lnTo>
                <a:cubicBezTo>
                  <a:pt x="3337577" y="1145215"/>
                  <a:pt x="3337172" y="1145619"/>
                  <a:pt x="3336767" y="1145619"/>
                </a:cubicBezTo>
                <a:lnTo>
                  <a:pt x="3328266" y="1145619"/>
                </a:lnTo>
                <a:cubicBezTo>
                  <a:pt x="3327861" y="1145619"/>
                  <a:pt x="3327456" y="1145619"/>
                  <a:pt x="3327052" y="1145215"/>
                </a:cubicBezTo>
                <a:lnTo>
                  <a:pt x="3323004" y="1137928"/>
                </a:lnTo>
                <a:cubicBezTo>
                  <a:pt x="3322599" y="1137523"/>
                  <a:pt x="3322599" y="1137118"/>
                  <a:pt x="3323004" y="1136713"/>
                </a:cubicBezTo>
                <a:lnTo>
                  <a:pt x="3327052" y="1129427"/>
                </a:lnTo>
                <a:cubicBezTo>
                  <a:pt x="3327456" y="1129427"/>
                  <a:pt x="3327861" y="1129022"/>
                  <a:pt x="3328266" y="1129022"/>
                </a:cubicBezTo>
                <a:close/>
                <a:moveTo>
                  <a:pt x="3247304" y="1129022"/>
                </a:moveTo>
                <a:lnTo>
                  <a:pt x="3255805" y="1129022"/>
                </a:lnTo>
                <a:cubicBezTo>
                  <a:pt x="3256210" y="1129022"/>
                  <a:pt x="3256614" y="1129022"/>
                  <a:pt x="3257019" y="1129427"/>
                </a:cubicBezTo>
                <a:lnTo>
                  <a:pt x="3261472" y="1136713"/>
                </a:lnTo>
                <a:cubicBezTo>
                  <a:pt x="3261877" y="1137118"/>
                  <a:pt x="3261877" y="1137523"/>
                  <a:pt x="3261472" y="1137928"/>
                </a:cubicBezTo>
                <a:lnTo>
                  <a:pt x="3257019" y="1145215"/>
                </a:lnTo>
                <a:cubicBezTo>
                  <a:pt x="3257019" y="1145619"/>
                  <a:pt x="3256614" y="1145619"/>
                  <a:pt x="3255805" y="1145619"/>
                </a:cubicBezTo>
                <a:lnTo>
                  <a:pt x="3247304" y="1145619"/>
                </a:lnTo>
                <a:cubicBezTo>
                  <a:pt x="3246899" y="1145619"/>
                  <a:pt x="3246494" y="1145619"/>
                  <a:pt x="3246089" y="1145215"/>
                </a:cubicBezTo>
                <a:lnTo>
                  <a:pt x="3241637" y="1137928"/>
                </a:lnTo>
                <a:cubicBezTo>
                  <a:pt x="3241232" y="1137523"/>
                  <a:pt x="3241232" y="1137118"/>
                  <a:pt x="3241637" y="1136713"/>
                </a:cubicBezTo>
                <a:lnTo>
                  <a:pt x="3246089" y="1129427"/>
                </a:lnTo>
                <a:cubicBezTo>
                  <a:pt x="3246494" y="1129427"/>
                  <a:pt x="3246899" y="1129022"/>
                  <a:pt x="3247304" y="1129022"/>
                </a:cubicBezTo>
                <a:close/>
                <a:moveTo>
                  <a:pt x="2235272" y="1129022"/>
                </a:moveTo>
                <a:lnTo>
                  <a:pt x="2243773" y="1129022"/>
                </a:lnTo>
                <a:cubicBezTo>
                  <a:pt x="2244178" y="1129022"/>
                  <a:pt x="2244583" y="1129022"/>
                  <a:pt x="2244988" y="1129427"/>
                </a:cubicBezTo>
                <a:lnTo>
                  <a:pt x="2249440" y="1136713"/>
                </a:lnTo>
                <a:cubicBezTo>
                  <a:pt x="2249845" y="1137118"/>
                  <a:pt x="2249845" y="1137523"/>
                  <a:pt x="2249440" y="1137928"/>
                </a:cubicBezTo>
                <a:lnTo>
                  <a:pt x="2244988" y="1145215"/>
                </a:lnTo>
                <a:cubicBezTo>
                  <a:pt x="2244988" y="1145619"/>
                  <a:pt x="2244583" y="1145619"/>
                  <a:pt x="2243773" y="1145619"/>
                </a:cubicBezTo>
                <a:lnTo>
                  <a:pt x="2235272" y="1145619"/>
                </a:lnTo>
                <a:cubicBezTo>
                  <a:pt x="2234867" y="1145619"/>
                  <a:pt x="2234463" y="1145619"/>
                  <a:pt x="2234058" y="1145215"/>
                </a:cubicBezTo>
                <a:lnTo>
                  <a:pt x="2229605" y="1137928"/>
                </a:lnTo>
                <a:cubicBezTo>
                  <a:pt x="2229200" y="1137523"/>
                  <a:pt x="2229200" y="1137118"/>
                  <a:pt x="2229605" y="1136713"/>
                </a:cubicBezTo>
                <a:lnTo>
                  <a:pt x="2234058" y="1129427"/>
                </a:lnTo>
                <a:cubicBezTo>
                  <a:pt x="2234463" y="1129427"/>
                  <a:pt x="2234867" y="1129022"/>
                  <a:pt x="2235272" y="1129022"/>
                </a:cubicBezTo>
                <a:close/>
                <a:moveTo>
                  <a:pt x="3287784" y="1128617"/>
                </a:moveTo>
                <a:lnTo>
                  <a:pt x="3296285" y="1128617"/>
                </a:lnTo>
                <a:cubicBezTo>
                  <a:pt x="3296690" y="1128617"/>
                  <a:pt x="3297095" y="1128617"/>
                  <a:pt x="3297499" y="1129022"/>
                </a:cubicBezTo>
                <a:lnTo>
                  <a:pt x="3301548" y="1136308"/>
                </a:lnTo>
                <a:cubicBezTo>
                  <a:pt x="3301953" y="1136713"/>
                  <a:pt x="3301953" y="1137118"/>
                  <a:pt x="3301548" y="1137523"/>
                </a:cubicBezTo>
                <a:lnTo>
                  <a:pt x="3297499" y="1144810"/>
                </a:lnTo>
                <a:cubicBezTo>
                  <a:pt x="3297095" y="1145214"/>
                  <a:pt x="3296690" y="1145619"/>
                  <a:pt x="3296285" y="1145619"/>
                </a:cubicBezTo>
                <a:lnTo>
                  <a:pt x="3287784" y="1145619"/>
                </a:lnTo>
                <a:cubicBezTo>
                  <a:pt x="3287379" y="1145619"/>
                  <a:pt x="3286974" y="1145214"/>
                  <a:pt x="3286570" y="1144810"/>
                </a:cubicBezTo>
                <a:lnTo>
                  <a:pt x="3282522" y="1137523"/>
                </a:lnTo>
                <a:cubicBezTo>
                  <a:pt x="3282117" y="1137118"/>
                  <a:pt x="3282117" y="1136713"/>
                  <a:pt x="3282522" y="1136308"/>
                </a:cubicBezTo>
                <a:lnTo>
                  <a:pt x="3286570" y="1129022"/>
                </a:lnTo>
                <a:cubicBezTo>
                  <a:pt x="3286974" y="1129022"/>
                  <a:pt x="3287379" y="1128617"/>
                  <a:pt x="3287784" y="1128617"/>
                </a:cubicBezTo>
                <a:close/>
                <a:moveTo>
                  <a:pt x="3773155" y="1127808"/>
                </a:moveTo>
                <a:lnTo>
                  <a:pt x="3782870" y="1127808"/>
                </a:lnTo>
                <a:cubicBezTo>
                  <a:pt x="3783275" y="1127808"/>
                  <a:pt x="3783680" y="1127808"/>
                  <a:pt x="3784085" y="1128213"/>
                </a:cubicBezTo>
                <a:lnTo>
                  <a:pt x="3788943" y="1136714"/>
                </a:lnTo>
                <a:cubicBezTo>
                  <a:pt x="3789347" y="1137119"/>
                  <a:pt x="3789347" y="1137524"/>
                  <a:pt x="3788943" y="1137928"/>
                </a:cubicBezTo>
                <a:lnTo>
                  <a:pt x="3784085" y="1146429"/>
                </a:lnTo>
                <a:cubicBezTo>
                  <a:pt x="3783680" y="1146429"/>
                  <a:pt x="3783275" y="1146834"/>
                  <a:pt x="3782870" y="1146834"/>
                </a:cubicBezTo>
                <a:lnTo>
                  <a:pt x="3773155" y="1146834"/>
                </a:lnTo>
                <a:cubicBezTo>
                  <a:pt x="3772750" y="1146834"/>
                  <a:pt x="3772345" y="1146834"/>
                  <a:pt x="3771941" y="1146429"/>
                </a:cubicBezTo>
                <a:lnTo>
                  <a:pt x="3767083" y="1137928"/>
                </a:lnTo>
                <a:cubicBezTo>
                  <a:pt x="3766678" y="1137524"/>
                  <a:pt x="3766678" y="1137119"/>
                  <a:pt x="3767083" y="1136714"/>
                </a:cubicBezTo>
                <a:lnTo>
                  <a:pt x="3771941" y="1128213"/>
                </a:lnTo>
                <a:cubicBezTo>
                  <a:pt x="3772345" y="1128213"/>
                  <a:pt x="3772750" y="1127808"/>
                  <a:pt x="3773155" y="1127808"/>
                </a:cubicBezTo>
                <a:close/>
                <a:moveTo>
                  <a:pt x="3367938" y="1127808"/>
                </a:moveTo>
                <a:lnTo>
                  <a:pt x="3378058" y="1127808"/>
                </a:lnTo>
                <a:cubicBezTo>
                  <a:pt x="3378463" y="1127808"/>
                  <a:pt x="3378868" y="1127808"/>
                  <a:pt x="3379273" y="1128213"/>
                </a:cubicBezTo>
                <a:lnTo>
                  <a:pt x="3384130" y="1136714"/>
                </a:lnTo>
                <a:cubicBezTo>
                  <a:pt x="3384535" y="1137119"/>
                  <a:pt x="3384535" y="1137524"/>
                  <a:pt x="3384130" y="1137928"/>
                </a:cubicBezTo>
                <a:lnTo>
                  <a:pt x="3379273" y="1146429"/>
                </a:lnTo>
                <a:cubicBezTo>
                  <a:pt x="3378868" y="1146834"/>
                  <a:pt x="3378463" y="1146834"/>
                  <a:pt x="3378058" y="1147239"/>
                </a:cubicBezTo>
                <a:lnTo>
                  <a:pt x="3367938" y="1147239"/>
                </a:lnTo>
                <a:cubicBezTo>
                  <a:pt x="3367533" y="1147239"/>
                  <a:pt x="3367128" y="1146834"/>
                  <a:pt x="3366724" y="1146429"/>
                </a:cubicBezTo>
                <a:lnTo>
                  <a:pt x="3361866" y="1137928"/>
                </a:lnTo>
                <a:cubicBezTo>
                  <a:pt x="3361461" y="1137524"/>
                  <a:pt x="3361461" y="1137119"/>
                  <a:pt x="3361866" y="1136714"/>
                </a:cubicBezTo>
                <a:lnTo>
                  <a:pt x="3366724" y="1128213"/>
                </a:lnTo>
                <a:cubicBezTo>
                  <a:pt x="3367128" y="1128213"/>
                  <a:pt x="3367533" y="1127808"/>
                  <a:pt x="3367938" y="1127808"/>
                </a:cubicBezTo>
                <a:close/>
                <a:moveTo>
                  <a:pt x="2680161" y="1127808"/>
                </a:moveTo>
                <a:lnTo>
                  <a:pt x="2689067" y="1127808"/>
                </a:lnTo>
                <a:cubicBezTo>
                  <a:pt x="2689472" y="1127808"/>
                  <a:pt x="2689876" y="1128213"/>
                  <a:pt x="2690281" y="1128618"/>
                </a:cubicBezTo>
                <a:lnTo>
                  <a:pt x="2694735" y="1136309"/>
                </a:lnTo>
                <a:cubicBezTo>
                  <a:pt x="2695139" y="1136714"/>
                  <a:pt x="2695139" y="1137119"/>
                  <a:pt x="2694735" y="1137524"/>
                </a:cubicBezTo>
                <a:lnTo>
                  <a:pt x="2690281" y="1145215"/>
                </a:lnTo>
                <a:cubicBezTo>
                  <a:pt x="2690281" y="1145620"/>
                  <a:pt x="2689876" y="1146025"/>
                  <a:pt x="2689067" y="1145620"/>
                </a:cubicBezTo>
                <a:lnTo>
                  <a:pt x="2680161" y="1145620"/>
                </a:lnTo>
                <a:cubicBezTo>
                  <a:pt x="2679756" y="1145620"/>
                  <a:pt x="2679351" y="1145620"/>
                  <a:pt x="2678947" y="1145215"/>
                </a:cubicBezTo>
                <a:lnTo>
                  <a:pt x="2674494" y="1137524"/>
                </a:lnTo>
                <a:cubicBezTo>
                  <a:pt x="2674089" y="1137119"/>
                  <a:pt x="2674089" y="1136714"/>
                  <a:pt x="2674494" y="1136309"/>
                </a:cubicBezTo>
                <a:lnTo>
                  <a:pt x="2678947" y="1128618"/>
                </a:lnTo>
                <a:cubicBezTo>
                  <a:pt x="2679351" y="1128213"/>
                  <a:pt x="2679756" y="1127808"/>
                  <a:pt x="2680161" y="1127808"/>
                </a:cubicBezTo>
                <a:close/>
                <a:moveTo>
                  <a:pt x="2639275" y="1127403"/>
                </a:moveTo>
                <a:lnTo>
                  <a:pt x="2649395" y="1127403"/>
                </a:lnTo>
                <a:cubicBezTo>
                  <a:pt x="2649800" y="1127403"/>
                  <a:pt x="2650205" y="1127808"/>
                  <a:pt x="2650610" y="1128213"/>
                </a:cubicBezTo>
                <a:lnTo>
                  <a:pt x="2655467" y="1136714"/>
                </a:lnTo>
                <a:cubicBezTo>
                  <a:pt x="2655872" y="1137118"/>
                  <a:pt x="2655872" y="1137523"/>
                  <a:pt x="2655467" y="1137928"/>
                </a:cubicBezTo>
                <a:lnTo>
                  <a:pt x="2650610" y="1146429"/>
                </a:lnTo>
                <a:cubicBezTo>
                  <a:pt x="2650205" y="1146834"/>
                  <a:pt x="2649800" y="1146834"/>
                  <a:pt x="2649395" y="1147239"/>
                </a:cubicBezTo>
                <a:lnTo>
                  <a:pt x="2639275" y="1147239"/>
                </a:lnTo>
                <a:cubicBezTo>
                  <a:pt x="2638870" y="1147239"/>
                  <a:pt x="2638465" y="1146834"/>
                  <a:pt x="2638060" y="1146429"/>
                </a:cubicBezTo>
                <a:lnTo>
                  <a:pt x="2633203" y="1137928"/>
                </a:lnTo>
                <a:cubicBezTo>
                  <a:pt x="2632798" y="1137523"/>
                  <a:pt x="2632798" y="1137118"/>
                  <a:pt x="2633203" y="1136714"/>
                </a:cubicBezTo>
                <a:lnTo>
                  <a:pt x="2638060" y="1128213"/>
                </a:lnTo>
                <a:cubicBezTo>
                  <a:pt x="2638465" y="1127808"/>
                  <a:pt x="2638870" y="1127403"/>
                  <a:pt x="2639275" y="1127403"/>
                </a:cubicBezTo>
                <a:close/>
                <a:moveTo>
                  <a:pt x="2599199" y="1127403"/>
                </a:moveTo>
                <a:lnTo>
                  <a:pt x="2608510" y="1127403"/>
                </a:lnTo>
                <a:cubicBezTo>
                  <a:pt x="2608915" y="1127403"/>
                  <a:pt x="2609319" y="1127808"/>
                  <a:pt x="2609724" y="1128213"/>
                </a:cubicBezTo>
                <a:lnTo>
                  <a:pt x="2614177" y="1136309"/>
                </a:lnTo>
                <a:cubicBezTo>
                  <a:pt x="2614582" y="1136714"/>
                  <a:pt x="2614582" y="1137118"/>
                  <a:pt x="2614177" y="1137523"/>
                </a:cubicBezTo>
                <a:lnTo>
                  <a:pt x="2609724" y="1145620"/>
                </a:lnTo>
                <a:cubicBezTo>
                  <a:pt x="2609319" y="1146024"/>
                  <a:pt x="2608915" y="1146429"/>
                  <a:pt x="2608510" y="1146429"/>
                </a:cubicBezTo>
                <a:lnTo>
                  <a:pt x="2599199" y="1146429"/>
                </a:lnTo>
                <a:cubicBezTo>
                  <a:pt x="2598794" y="1146429"/>
                  <a:pt x="2598389" y="1146024"/>
                  <a:pt x="2597985" y="1145620"/>
                </a:cubicBezTo>
                <a:lnTo>
                  <a:pt x="2593532" y="1137523"/>
                </a:lnTo>
                <a:cubicBezTo>
                  <a:pt x="2593127" y="1137118"/>
                  <a:pt x="2593127" y="1136714"/>
                  <a:pt x="2593532" y="1136309"/>
                </a:cubicBezTo>
                <a:lnTo>
                  <a:pt x="2597985" y="1128213"/>
                </a:lnTo>
                <a:cubicBezTo>
                  <a:pt x="2598389" y="1127808"/>
                  <a:pt x="2598794" y="1127403"/>
                  <a:pt x="2599199" y="1127403"/>
                </a:cubicBezTo>
                <a:close/>
                <a:moveTo>
                  <a:pt x="2274539" y="1127403"/>
                </a:moveTo>
                <a:lnTo>
                  <a:pt x="2285064" y="1127403"/>
                </a:lnTo>
                <a:cubicBezTo>
                  <a:pt x="2285469" y="1127403"/>
                  <a:pt x="2285873" y="1127403"/>
                  <a:pt x="2286278" y="1127808"/>
                </a:cubicBezTo>
                <a:lnTo>
                  <a:pt x="2291541" y="1136714"/>
                </a:lnTo>
                <a:cubicBezTo>
                  <a:pt x="2291946" y="1137118"/>
                  <a:pt x="2291946" y="1137523"/>
                  <a:pt x="2291541" y="1137928"/>
                </a:cubicBezTo>
                <a:lnTo>
                  <a:pt x="2286278" y="1146834"/>
                </a:lnTo>
                <a:cubicBezTo>
                  <a:pt x="2286278" y="1147239"/>
                  <a:pt x="2285873" y="1147239"/>
                  <a:pt x="2285064" y="1147239"/>
                </a:cubicBezTo>
                <a:lnTo>
                  <a:pt x="2274539" y="1147239"/>
                </a:lnTo>
                <a:cubicBezTo>
                  <a:pt x="2274134" y="1147239"/>
                  <a:pt x="2273729" y="1147239"/>
                  <a:pt x="2273324" y="1146834"/>
                </a:cubicBezTo>
                <a:lnTo>
                  <a:pt x="2268062" y="1137928"/>
                </a:lnTo>
                <a:cubicBezTo>
                  <a:pt x="2267657" y="1137523"/>
                  <a:pt x="2267657" y="1137118"/>
                  <a:pt x="2268062" y="1136714"/>
                </a:cubicBezTo>
                <a:lnTo>
                  <a:pt x="2273324" y="1127808"/>
                </a:lnTo>
                <a:cubicBezTo>
                  <a:pt x="2273729" y="1127808"/>
                  <a:pt x="2274134" y="1127403"/>
                  <a:pt x="2274539" y="1127403"/>
                </a:cubicBezTo>
                <a:close/>
                <a:moveTo>
                  <a:pt x="3812826" y="1126998"/>
                </a:moveTo>
                <a:lnTo>
                  <a:pt x="3823351" y="1126998"/>
                </a:lnTo>
                <a:cubicBezTo>
                  <a:pt x="3823756" y="1126998"/>
                  <a:pt x="3824161" y="1127403"/>
                  <a:pt x="3824566" y="1127808"/>
                </a:cubicBezTo>
                <a:lnTo>
                  <a:pt x="3829828" y="1136713"/>
                </a:lnTo>
                <a:cubicBezTo>
                  <a:pt x="3830234" y="1137118"/>
                  <a:pt x="3830234" y="1137523"/>
                  <a:pt x="3829828" y="1137928"/>
                </a:cubicBezTo>
                <a:lnTo>
                  <a:pt x="3824566" y="1146834"/>
                </a:lnTo>
                <a:cubicBezTo>
                  <a:pt x="3824566" y="1147239"/>
                  <a:pt x="3824161" y="1147239"/>
                  <a:pt x="3823351" y="1147239"/>
                </a:cubicBezTo>
                <a:lnTo>
                  <a:pt x="3812826" y="1147239"/>
                </a:lnTo>
                <a:cubicBezTo>
                  <a:pt x="3812422" y="1147239"/>
                  <a:pt x="3812017" y="1147239"/>
                  <a:pt x="3811612" y="1146834"/>
                </a:cubicBezTo>
                <a:lnTo>
                  <a:pt x="3806350" y="1137928"/>
                </a:lnTo>
                <a:cubicBezTo>
                  <a:pt x="3805945" y="1137523"/>
                  <a:pt x="3805945" y="1137118"/>
                  <a:pt x="3806350" y="1136713"/>
                </a:cubicBezTo>
                <a:lnTo>
                  <a:pt x="3811612" y="1127808"/>
                </a:lnTo>
                <a:cubicBezTo>
                  <a:pt x="3812017" y="1127403"/>
                  <a:pt x="3812422" y="1126998"/>
                  <a:pt x="3812826" y="1126998"/>
                </a:cubicBezTo>
                <a:close/>
                <a:moveTo>
                  <a:pt x="3691787" y="1126998"/>
                </a:moveTo>
                <a:lnTo>
                  <a:pt x="3702312" y="1126998"/>
                </a:lnTo>
                <a:cubicBezTo>
                  <a:pt x="3702718" y="1126998"/>
                  <a:pt x="3703122" y="1127403"/>
                  <a:pt x="3703527" y="1127808"/>
                </a:cubicBezTo>
                <a:lnTo>
                  <a:pt x="3708790" y="1136713"/>
                </a:lnTo>
                <a:cubicBezTo>
                  <a:pt x="3709195" y="1137118"/>
                  <a:pt x="3709195" y="1137523"/>
                  <a:pt x="3708790" y="1137928"/>
                </a:cubicBezTo>
                <a:lnTo>
                  <a:pt x="3703527" y="1146834"/>
                </a:lnTo>
                <a:cubicBezTo>
                  <a:pt x="3703122" y="1147239"/>
                  <a:pt x="3702718" y="1147239"/>
                  <a:pt x="3702312" y="1147643"/>
                </a:cubicBezTo>
                <a:lnTo>
                  <a:pt x="3691787" y="1147643"/>
                </a:lnTo>
                <a:cubicBezTo>
                  <a:pt x="3691383" y="1147643"/>
                  <a:pt x="3690978" y="1147239"/>
                  <a:pt x="3690573" y="1146834"/>
                </a:cubicBezTo>
                <a:lnTo>
                  <a:pt x="3685311" y="1137928"/>
                </a:lnTo>
                <a:cubicBezTo>
                  <a:pt x="3684906" y="1137523"/>
                  <a:pt x="3684906" y="1137118"/>
                  <a:pt x="3685311" y="1136713"/>
                </a:cubicBezTo>
                <a:lnTo>
                  <a:pt x="3690573" y="1127808"/>
                </a:lnTo>
                <a:cubicBezTo>
                  <a:pt x="3690978" y="1127403"/>
                  <a:pt x="3691383" y="1126998"/>
                  <a:pt x="3691787" y="1126998"/>
                </a:cubicBezTo>
                <a:close/>
                <a:moveTo>
                  <a:pt x="3610421" y="1126593"/>
                </a:moveTo>
                <a:lnTo>
                  <a:pt x="3621755" y="1126593"/>
                </a:lnTo>
                <a:cubicBezTo>
                  <a:pt x="3622160" y="1126593"/>
                  <a:pt x="3622565" y="1126593"/>
                  <a:pt x="3622970" y="1126998"/>
                </a:cubicBezTo>
                <a:lnTo>
                  <a:pt x="3628637" y="1136713"/>
                </a:lnTo>
                <a:cubicBezTo>
                  <a:pt x="3629042" y="1137118"/>
                  <a:pt x="3629042" y="1137523"/>
                  <a:pt x="3628637" y="1137928"/>
                </a:cubicBezTo>
                <a:lnTo>
                  <a:pt x="3622970" y="1147643"/>
                </a:lnTo>
                <a:cubicBezTo>
                  <a:pt x="3622565" y="1148048"/>
                  <a:pt x="3622160" y="1148048"/>
                  <a:pt x="3621755" y="1148048"/>
                </a:cubicBezTo>
                <a:lnTo>
                  <a:pt x="3610421" y="1148048"/>
                </a:lnTo>
                <a:cubicBezTo>
                  <a:pt x="3610016" y="1148048"/>
                  <a:pt x="3609611" y="1148048"/>
                  <a:pt x="3609206" y="1147643"/>
                </a:cubicBezTo>
                <a:lnTo>
                  <a:pt x="3603539" y="1137928"/>
                </a:lnTo>
                <a:cubicBezTo>
                  <a:pt x="3603134" y="1137523"/>
                  <a:pt x="3603134" y="1137118"/>
                  <a:pt x="3603539" y="1136713"/>
                </a:cubicBezTo>
                <a:lnTo>
                  <a:pt x="3609206" y="1126998"/>
                </a:lnTo>
                <a:cubicBezTo>
                  <a:pt x="3609611" y="1126998"/>
                  <a:pt x="3610016" y="1126593"/>
                  <a:pt x="3610421" y="1126593"/>
                </a:cubicBezTo>
                <a:close/>
                <a:moveTo>
                  <a:pt x="3853712" y="1126188"/>
                </a:moveTo>
                <a:lnTo>
                  <a:pt x="3864237" y="1126188"/>
                </a:lnTo>
                <a:cubicBezTo>
                  <a:pt x="3864643" y="1126188"/>
                  <a:pt x="3865047" y="1126593"/>
                  <a:pt x="3865452" y="1126998"/>
                </a:cubicBezTo>
                <a:lnTo>
                  <a:pt x="3870715" y="1136308"/>
                </a:lnTo>
                <a:cubicBezTo>
                  <a:pt x="3871120" y="1136713"/>
                  <a:pt x="3871120" y="1137118"/>
                  <a:pt x="3870715" y="1137523"/>
                </a:cubicBezTo>
                <a:lnTo>
                  <a:pt x="3865452" y="1146833"/>
                </a:lnTo>
                <a:cubicBezTo>
                  <a:pt x="3865047" y="1147238"/>
                  <a:pt x="3864643" y="1147643"/>
                  <a:pt x="3864237" y="1147643"/>
                </a:cubicBezTo>
                <a:lnTo>
                  <a:pt x="3853712" y="1147643"/>
                </a:lnTo>
                <a:cubicBezTo>
                  <a:pt x="3853308" y="1147643"/>
                  <a:pt x="3852903" y="1147238"/>
                  <a:pt x="3852498" y="1146833"/>
                </a:cubicBezTo>
                <a:lnTo>
                  <a:pt x="3847236" y="1137523"/>
                </a:lnTo>
                <a:cubicBezTo>
                  <a:pt x="3846831" y="1137118"/>
                  <a:pt x="3846831" y="1136713"/>
                  <a:pt x="3847236" y="1136308"/>
                </a:cubicBezTo>
                <a:lnTo>
                  <a:pt x="3852498" y="1126998"/>
                </a:lnTo>
                <a:cubicBezTo>
                  <a:pt x="3852903" y="1126593"/>
                  <a:pt x="3853308" y="1126188"/>
                  <a:pt x="3853712" y="1126188"/>
                </a:cubicBezTo>
                <a:close/>
                <a:moveTo>
                  <a:pt x="2355501" y="1126188"/>
                </a:moveTo>
                <a:lnTo>
                  <a:pt x="2366836" y="1126188"/>
                </a:lnTo>
                <a:cubicBezTo>
                  <a:pt x="2367241" y="1126188"/>
                  <a:pt x="2367646" y="1126593"/>
                  <a:pt x="2368051" y="1126998"/>
                </a:cubicBezTo>
                <a:lnTo>
                  <a:pt x="2373718" y="1136713"/>
                </a:lnTo>
                <a:cubicBezTo>
                  <a:pt x="2374123" y="1137118"/>
                  <a:pt x="2374123" y="1137523"/>
                  <a:pt x="2373718" y="1137928"/>
                </a:cubicBezTo>
                <a:lnTo>
                  <a:pt x="2368051" y="1147643"/>
                </a:lnTo>
                <a:cubicBezTo>
                  <a:pt x="2367646" y="1148048"/>
                  <a:pt x="2367241" y="1148048"/>
                  <a:pt x="2366836" y="1148453"/>
                </a:cubicBezTo>
                <a:lnTo>
                  <a:pt x="2355501" y="1148453"/>
                </a:lnTo>
                <a:cubicBezTo>
                  <a:pt x="2355097" y="1148453"/>
                  <a:pt x="2354692" y="1148048"/>
                  <a:pt x="2354287" y="1147643"/>
                </a:cubicBezTo>
                <a:lnTo>
                  <a:pt x="2348620" y="1137928"/>
                </a:lnTo>
                <a:cubicBezTo>
                  <a:pt x="2348215" y="1137523"/>
                  <a:pt x="2348215" y="1137118"/>
                  <a:pt x="2348620" y="1136713"/>
                </a:cubicBezTo>
                <a:lnTo>
                  <a:pt x="2354287" y="1126998"/>
                </a:lnTo>
                <a:cubicBezTo>
                  <a:pt x="2354692" y="1126593"/>
                  <a:pt x="2355097" y="1126188"/>
                  <a:pt x="2355501" y="1126188"/>
                </a:cubicBezTo>
                <a:close/>
                <a:moveTo>
                  <a:pt x="2315020" y="1126188"/>
                </a:moveTo>
                <a:lnTo>
                  <a:pt x="2326355" y="1126188"/>
                </a:lnTo>
                <a:cubicBezTo>
                  <a:pt x="2326760" y="1126188"/>
                  <a:pt x="2327165" y="1126593"/>
                  <a:pt x="2327570" y="1126998"/>
                </a:cubicBezTo>
                <a:lnTo>
                  <a:pt x="2333237" y="1136713"/>
                </a:lnTo>
                <a:cubicBezTo>
                  <a:pt x="2333642" y="1137118"/>
                  <a:pt x="2333642" y="1137523"/>
                  <a:pt x="2333237" y="1137928"/>
                </a:cubicBezTo>
                <a:lnTo>
                  <a:pt x="2327570" y="1147643"/>
                </a:lnTo>
                <a:cubicBezTo>
                  <a:pt x="2327165" y="1148048"/>
                  <a:pt x="2326760" y="1148048"/>
                  <a:pt x="2326355" y="1148453"/>
                </a:cubicBezTo>
                <a:lnTo>
                  <a:pt x="2315020" y="1148453"/>
                </a:lnTo>
                <a:cubicBezTo>
                  <a:pt x="2314616" y="1148453"/>
                  <a:pt x="2314211" y="1148048"/>
                  <a:pt x="2313806" y="1147643"/>
                </a:cubicBezTo>
                <a:lnTo>
                  <a:pt x="2308139" y="1137928"/>
                </a:lnTo>
                <a:cubicBezTo>
                  <a:pt x="2307734" y="1137523"/>
                  <a:pt x="2307734" y="1137118"/>
                  <a:pt x="2308139" y="1136713"/>
                </a:cubicBezTo>
                <a:lnTo>
                  <a:pt x="2313806" y="1126998"/>
                </a:lnTo>
                <a:cubicBezTo>
                  <a:pt x="2314211" y="1126593"/>
                  <a:pt x="2314616" y="1126188"/>
                  <a:pt x="2315020" y="1126188"/>
                </a:cubicBezTo>
                <a:close/>
                <a:moveTo>
                  <a:pt x="3650496" y="1125784"/>
                </a:moveTo>
                <a:lnTo>
                  <a:pt x="3662236" y="1125784"/>
                </a:lnTo>
                <a:cubicBezTo>
                  <a:pt x="3662641" y="1125784"/>
                  <a:pt x="3663045" y="1126189"/>
                  <a:pt x="3663450" y="1126594"/>
                </a:cubicBezTo>
                <a:lnTo>
                  <a:pt x="3669522" y="1136714"/>
                </a:lnTo>
                <a:cubicBezTo>
                  <a:pt x="3669927" y="1137119"/>
                  <a:pt x="3669927" y="1137524"/>
                  <a:pt x="3669522" y="1137928"/>
                </a:cubicBezTo>
                <a:lnTo>
                  <a:pt x="3663450" y="1148049"/>
                </a:lnTo>
                <a:cubicBezTo>
                  <a:pt x="3663450" y="1148454"/>
                  <a:pt x="3663045" y="1148454"/>
                  <a:pt x="3662236" y="1148858"/>
                </a:cubicBezTo>
                <a:lnTo>
                  <a:pt x="3650496" y="1148858"/>
                </a:lnTo>
                <a:cubicBezTo>
                  <a:pt x="3650092" y="1148858"/>
                  <a:pt x="3649686" y="1148454"/>
                  <a:pt x="3649282" y="1148049"/>
                </a:cubicBezTo>
                <a:lnTo>
                  <a:pt x="3643210" y="1137928"/>
                </a:lnTo>
                <a:cubicBezTo>
                  <a:pt x="3642805" y="1137524"/>
                  <a:pt x="3642805" y="1137119"/>
                  <a:pt x="3643210" y="1136714"/>
                </a:cubicBezTo>
                <a:lnTo>
                  <a:pt x="3649282" y="1126594"/>
                </a:lnTo>
                <a:cubicBezTo>
                  <a:pt x="3649686" y="1126189"/>
                  <a:pt x="3650092" y="1125784"/>
                  <a:pt x="3650496" y="1125784"/>
                </a:cubicBezTo>
                <a:close/>
                <a:moveTo>
                  <a:pt x="2395578" y="1125784"/>
                </a:moveTo>
                <a:lnTo>
                  <a:pt x="2407723" y="1125784"/>
                </a:lnTo>
                <a:cubicBezTo>
                  <a:pt x="2408127" y="1125784"/>
                  <a:pt x="2408532" y="1125784"/>
                  <a:pt x="2408937" y="1126189"/>
                </a:cubicBezTo>
                <a:lnTo>
                  <a:pt x="2415009" y="1136714"/>
                </a:lnTo>
                <a:cubicBezTo>
                  <a:pt x="2415414" y="1137119"/>
                  <a:pt x="2415414" y="1137524"/>
                  <a:pt x="2415009" y="1137928"/>
                </a:cubicBezTo>
                <a:lnTo>
                  <a:pt x="2408937" y="1148454"/>
                </a:lnTo>
                <a:cubicBezTo>
                  <a:pt x="2408532" y="1148858"/>
                  <a:pt x="2408127" y="1148858"/>
                  <a:pt x="2407723" y="1149263"/>
                </a:cubicBezTo>
                <a:lnTo>
                  <a:pt x="2395578" y="1149263"/>
                </a:lnTo>
                <a:cubicBezTo>
                  <a:pt x="2395173" y="1149263"/>
                  <a:pt x="2394769" y="1148858"/>
                  <a:pt x="2394364" y="1148454"/>
                </a:cubicBezTo>
                <a:lnTo>
                  <a:pt x="2388292" y="1137928"/>
                </a:lnTo>
                <a:cubicBezTo>
                  <a:pt x="2387887" y="1137524"/>
                  <a:pt x="2387887" y="1137119"/>
                  <a:pt x="2388292" y="1136714"/>
                </a:cubicBezTo>
                <a:lnTo>
                  <a:pt x="2394364" y="1126189"/>
                </a:lnTo>
                <a:cubicBezTo>
                  <a:pt x="2394769" y="1126189"/>
                  <a:pt x="2395173" y="1125784"/>
                  <a:pt x="2395578" y="1125784"/>
                </a:cubicBezTo>
                <a:close/>
                <a:moveTo>
                  <a:pt x="3731054" y="1125379"/>
                </a:moveTo>
                <a:lnTo>
                  <a:pt x="3743603" y="1125379"/>
                </a:lnTo>
                <a:cubicBezTo>
                  <a:pt x="3744008" y="1125379"/>
                  <a:pt x="3744413" y="1125784"/>
                  <a:pt x="3744818" y="1126189"/>
                </a:cubicBezTo>
                <a:lnTo>
                  <a:pt x="3750890" y="1136714"/>
                </a:lnTo>
                <a:cubicBezTo>
                  <a:pt x="3751295" y="1137119"/>
                  <a:pt x="3751295" y="1137523"/>
                  <a:pt x="3750890" y="1137928"/>
                </a:cubicBezTo>
                <a:lnTo>
                  <a:pt x="3744818" y="1148453"/>
                </a:lnTo>
                <a:cubicBezTo>
                  <a:pt x="3744413" y="1148858"/>
                  <a:pt x="3744008" y="1148858"/>
                  <a:pt x="3743603" y="1149263"/>
                </a:cubicBezTo>
                <a:lnTo>
                  <a:pt x="3731054" y="1149263"/>
                </a:lnTo>
                <a:cubicBezTo>
                  <a:pt x="3730649" y="1149263"/>
                  <a:pt x="3730244" y="1148858"/>
                  <a:pt x="3729840" y="1148453"/>
                </a:cubicBezTo>
                <a:lnTo>
                  <a:pt x="3723768" y="1137928"/>
                </a:lnTo>
                <a:cubicBezTo>
                  <a:pt x="3723363" y="1137523"/>
                  <a:pt x="3723363" y="1137119"/>
                  <a:pt x="3723768" y="1136714"/>
                </a:cubicBezTo>
                <a:lnTo>
                  <a:pt x="3729840" y="1126189"/>
                </a:lnTo>
                <a:cubicBezTo>
                  <a:pt x="3730244" y="1125784"/>
                  <a:pt x="3730649" y="1125379"/>
                  <a:pt x="3731054" y="1125379"/>
                </a:cubicBezTo>
                <a:close/>
                <a:moveTo>
                  <a:pt x="3407204" y="1124569"/>
                </a:moveTo>
                <a:lnTo>
                  <a:pt x="3419753" y="1124569"/>
                </a:lnTo>
                <a:cubicBezTo>
                  <a:pt x="3420158" y="1124569"/>
                  <a:pt x="3420563" y="1124974"/>
                  <a:pt x="3420967" y="1125379"/>
                </a:cubicBezTo>
                <a:lnTo>
                  <a:pt x="3427445" y="1136309"/>
                </a:lnTo>
                <a:cubicBezTo>
                  <a:pt x="3427849" y="1136713"/>
                  <a:pt x="3427849" y="1137118"/>
                  <a:pt x="3427445" y="1137523"/>
                </a:cubicBezTo>
                <a:lnTo>
                  <a:pt x="3420967" y="1148453"/>
                </a:lnTo>
                <a:cubicBezTo>
                  <a:pt x="3420967" y="1148858"/>
                  <a:pt x="3420563" y="1149263"/>
                  <a:pt x="3419753" y="1149263"/>
                </a:cubicBezTo>
                <a:lnTo>
                  <a:pt x="3407204" y="1149263"/>
                </a:lnTo>
                <a:cubicBezTo>
                  <a:pt x="3406799" y="1149263"/>
                  <a:pt x="3406394" y="1148858"/>
                  <a:pt x="3405989" y="1148453"/>
                </a:cubicBezTo>
                <a:lnTo>
                  <a:pt x="3399513" y="1137523"/>
                </a:lnTo>
                <a:cubicBezTo>
                  <a:pt x="3399108" y="1137118"/>
                  <a:pt x="3399108" y="1136713"/>
                  <a:pt x="3399513" y="1136309"/>
                </a:cubicBezTo>
                <a:lnTo>
                  <a:pt x="3405989" y="1125379"/>
                </a:lnTo>
                <a:cubicBezTo>
                  <a:pt x="3406394" y="1124974"/>
                  <a:pt x="3406799" y="1124569"/>
                  <a:pt x="3407204" y="1124569"/>
                </a:cubicBezTo>
                <a:close/>
                <a:moveTo>
                  <a:pt x="2515808" y="1123759"/>
                </a:moveTo>
                <a:lnTo>
                  <a:pt x="2530381" y="1123759"/>
                </a:lnTo>
                <a:cubicBezTo>
                  <a:pt x="2530786" y="1123759"/>
                  <a:pt x="2531191" y="1123759"/>
                  <a:pt x="2531595" y="1124164"/>
                </a:cubicBezTo>
                <a:lnTo>
                  <a:pt x="2538882" y="1136713"/>
                </a:lnTo>
                <a:cubicBezTo>
                  <a:pt x="2539287" y="1137118"/>
                  <a:pt x="2539287" y="1137523"/>
                  <a:pt x="2538882" y="1137927"/>
                </a:cubicBezTo>
                <a:lnTo>
                  <a:pt x="2531595" y="1150477"/>
                </a:lnTo>
                <a:cubicBezTo>
                  <a:pt x="2531191" y="1150881"/>
                  <a:pt x="2530786" y="1150881"/>
                  <a:pt x="2530381" y="1151286"/>
                </a:cubicBezTo>
                <a:lnTo>
                  <a:pt x="2515808" y="1151286"/>
                </a:lnTo>
                <a:cubicBezTo>
                  <a:pt x="2515403" y="1151286"/>
                  <a:pt x="2514998" y="1150881"/>
                  <a:pt x="2514593" y="1150477"/>
                </a:cubicBezTo>
                <a:lnTo>
                  <a:pt x="2507307" y="1137927"/>
                </a:lnTo>
                <a:cubicBezTo>
                  <a:pt x="2506902" y="1137523"/>
                  <a:pt x="2506902" y="1137118"/>
                  <a:pt x="2507307" y="1136713"/>
                </a:cubicBezTo>
                <a:lnTo>
                  <a:pt x="2514593" y="1124164"/>
                </a:lnTo>
                <a:cubicBezTo>
                  <a:pt x="2514998" y="1124164"/>
                  <a:pt x="2515403" y="1123759"/>
                  <a:pt x="2515808" y="1123759"/>
                </a:cubicBezTo>
                <a:close/>
                <a:moveTo>
                  <a:pt x="2435250" y="1123759"/>
                </a:moveTo>
                <a:lnTo>
                  <a:pt x="2448609" y="1123759"/>
                </a:lnTo>
                <a:cubicBezTo>
                  <a:pt x="2449014" y="1123759"/>
                  <a:pt x="2449418" y="1124164"/>
                  <a:pt x="2449823" y="1124569"/>
                </a:cubicBezTo>
                <a:lnTo>
                  <a:pt x="2456705" y="1136308"/>
                </a:lnTo>
                <a:cubicBezTo>
                  <a:pt x="2457110" y="1136713"/>
                  <a:pt x="2457110" y="1137118"/>
                  <a:pt x="2456705" y="1137523"/>
                </a:cubicBezTo>
                <a:lnTo>
                  <a:pt x="2449823" y="1149262"/>
                </a:lnTo>
                <a:cubicBezTo>
                  <a:pt x="2449823" y="1149667"/>
                  <a:pt x="2449418" y="1150072"/>
                  <a:pt x="2448609" y="1150072"/>
                </a:cubicBezTo>
                <a:lnTo>
                  <a:pt x="2435250" y="1150072"/>
                </a:lnTo>
                <a:cubicBezTo>
                  <a:pt x="2434845" y="1150072"/>
                  <a:pt x="2434440" y="1149667"/>
                  <a:pt x="2434035" y="1149262"/>
                </a:cubicBezTo>
                <a:lnTo>
                  <a:pt x="2427154" y="1137523"/>
                </a:lnTo>
                <a:cubicBezTo>
                  <a:pt x="2426749" y="1137118"/>
                  <a:pt x="2426749" y="1136713"/>
                  <a:pt x="2427154" y="1136308"/>
                </a:cubicBezTo>
                <a:lnTo>
                  <a:pt x="2434035" y="1124569"/>
                </a:lnTo>
                <a:cubicBezTo>
                  <a:pt x="2434440" y="1124164"/>
                  <a:pt x="2434845" y="1123759"/>
                  <a:pt x="2435250" y="1123759"/>
                </a:cubicBezTo>
                <a:close/>
                <a:moveTo>
                  <a:pt x="3446471" y="1123355"/>
                </a:moveTo>
                <a:lnTo>
                  <a:pt x="3461449" y="1123355"/>
                </a:lnTo>
                <a:cubicBezTo>
                  <a:pt x="3461855" y="1123355"/>
                  <a:pt x="3462259" y="1123355"/>
                  <a:pt x="3462664" y="1123760"/>
                </a:cubicBezTo>
                <a:lnTo>
                  <a:pt x="3469951" y="1136714"/>
                </a:lnTo>
                <a:cubicBezTo>
                  <a:pt x="3470356" y="1137119"/>
                  <a:pt x="3470356" y="1137523"/>
                  <a:pt x="3469951" y="1137928"/>
                </a:cubicBezTo>
                <a:lnTo>
                  <a:pt x="3462664" y="1150882"/>
                </a:lnTo>
                <a:cubicBezTo>
                  <a:pt x="3462664" y="1150882"/>
                  <a:pt x="3462259" y="1151287"/>
                  <a:pt x="3461449" y="1151287"/>
                </a:cubicBezTo>
                <a:lnTo>
                  <a:pt x="3446471" y="1151287"/>
                </a:lnTo>
                <a:cubicBezTo>
                  <a:pt x="3446067" y="1151287"/>
                  <a:pt x="3445662" y="1151287"/>
                  <a:pt x="3445257" y="1150882"/>
                </a:cubicBezTo>
                <a:lnTo>
                  <a:pt x="3437971" y="1137928"/>
                </a:lnTo>
                <a:cubicBezTo>
                  <a:pt x="3437566" y="1137523"/>
                  <a:pt x="3437566" y="1137119"/>
                  <a:pt x="3437971" y="1136714"/>
                </a:cubicBezTo>
                <a:lnTo>
                  <a:pt x="3445257" y="1123760"/>
                </a:lnTo>
                <a:cubicBezTo>
                  <a:pt x="3445662" y="1123760"/>
                  <a:pt x="3446067" y="1123355"/>
                  <a:pt x="3446471" y="1123355"/>
                </a:cubicBezTo>
                <a:close/>
                <a:moveTo>
                  <a:pt x="2555883" y="1122950"/>
                </a:moveTo>
                <a:lnTo>
                  <a:pt x="2570862" y="1122950"/>
                </a:lnTo>
                <a:cubicBezTo>
                  <a:pt x="2571266" y="1122950"/>
                  <a:pt x="2571671" y="1123355"/>
                  <a:pt x="2572076" y="1123760"/>
                </a:cubicBezTo>
                <a:lnTo>
                  <a:pt x="2579767" y="1136714"/>
                </a:lnTo>
                <a:cubicBezTo>
                  <a:pt x="2580172" y="1137118"/>
                  <a:pt x="2580172" y="1137523"/>
                  <a:pt x="2579767" y="1137928"/>
                </a:cubicBezTo>
                <a:lnTo>
                  <a:pt x="2572076" y="1150882"/>
                </a:lnTo>
                <a:cubicBezTo>
                  <a:pt x="2572076" y="1151287"/>
                  <a:pt x="2571671" y="1151287"/>
                  <a:pt x="2570862" y="1151692"/>
                </a:cubicBezTo>
                <a:lnTo>
                  <a:pt x="2555883" y="1151692"/>
                </a:lnTo>
                <a:cubicBezTo>
                  <a:pt x="2555479" y="1151692"/>
                  <a:pt x="2555074" y="1151287"/>
                  <a:pt x="2554669" y="1150882"/>
                </a:cubicBezTo>
                <a:lnTo>
                  <a:pt x="2546978" y="1137928"/>
                </a:lnTo>
                <a:cubicBezTo>
                  <a:pt x="2546573" y="1137523"/>
                  <a:pt x="2546573" y="1137118"/>
                  <a:pt x="2546978" y="1136714"/>
                </a:cubicBezTo>
                <a:lnTo>
                  <a:pt x="2554669" y="1123760"/>
                </a:lnTo>
                <a:cubicBezTo>
                  <a:pt x="2555074" y="1123355"/>
                  <a:pt x="2555479" y="1122950"/>
                  <a:pt x="2555883" y="1122950"/>
                </a:cubicBezTo>
                <a:close/>
                <a:moveTo>
                  <a:pt x="2475326" y="1122545"/>
                </a:moveTo>
                <a:lnTo>
                  <a:pt x="2489899" y="1122545"/>
                </a:lnTo>
                <a:cubicBezTo>
                  <a:pt x="2490304" y="1122545"/>
                  <a:pt x="2490709" y="1122950"/>
                  <a:pt x="2491113" y="1123355"/>
                </a:cubicBezTo>
                <a:lnTo>
                  <a:pt x="2498400" y="1136309"/>
                </a:lnTo>
                <a:cubicBezTo>
                  <a:pt x="2498805" y="1136713"/>
                  <a:pt x="2498805" y="1137118"/>
                  <a:pt x="2498400" y="1137523"/>
                </a:cubicBezTo>
                <a:lnTo>
                  <a:pt x="2491113" y="1150477"/>
                </a:lnTo>
                <a:cubicBezTo>
                  <a:pt x="2490709" y="1150882"/>
                  <a:pt x="2490304" y="1151287"/>
                  <a:pt x="2489899" y="1151287"/>
                </a:cubicBezTo>
                <a:lnTo>
                  <a:pt x="2475326" y="1151287"/>
                </a:lnTo>
                <a:cubicBezTo>
                  <a:pt x="2474921" y="1151287"/>
                  <a:pt x="2474516" y="1150882"/>
                  <a:pt x="2474111" y="1150477"/>
                </a:cubicBezTo>
                <a:lnTo>
                  <a:pt x="2466825" y="1137523"/>
                </a:lnTo>
                <a:cubicBezTo>
                  <a:pt x="2466420" y="1137118"/>
                  <a:pt x="2466420" y="1136713"/>
                  <a:pt x="2466825" y="1136309"/>
                </a:cubicBezTo>
                <a:lnTo>
                  <a:pt x="2474111" y="1123355"/>
                </a:lnTo>
                <a:cubicBezTo>
                  <a:pt x="2474516" y="1122950"/>
                  <a:pt x="2474921" y="1122545"/>
                  <a:pt x="2475326" y="1122545"/>
                </a:cubicBezTo>
                <a:close/>
                <a:moveTo>
                  <a:pt x="3526624" y="1122140"/>
                </a:moveTo>
                <a:lnTo>
                  <a:pt x="3543222" y="1122140"/>
                </a:lnTo>
                <a:cubicBezTo>
                  <a:pt x="3543626" y="1122140"/>
                  <a:pt x="3544031" y="1122140"/>
                  <a:pt x="3544436" y="1122545"/>
                </a:cubicBezTo>
                <a:lnTo>
                  <a:pt x="3552532" y="1136713"/>
                </a:lnTo>
                <a:cubicBezTo>
                  <a:pt x="3552937" y="1137118"/>
                  <a:pt x="3552937" y="1137523"/>
                  <a:pt x="3552532" y="1137928"/>
                </a:cubicBezTo>
                <a:lnTo>
                  <a:pt x="3544436" y="1152096"/>
                </a:lnTo>
                <a:cubicBezTo>
                  <a:pt x="3544031" y="1152501"/>
                  <a:pt x="3543626" y="1152501"/>
                  <a:pt x="3543222" y="1152501"/>
                </a:cubicBezTo>
                <a:lnTo>
                  <a:pt x="3526624" y="1152501"/>
                </a:lnTo>
                <a:cubicBezTo>
                  <a:pt x="3526219" y="1152501"/>
                  <a:pt x="3525814" y="1152501"/>
                  <a:pt x="3525410" y="1152096"/>
                </a:cubicBezTo>
                <a:lnTo>
                  <a:pt x="3517314" y="1137928"/>
                </a:lnTo>
                <a:cubicBezTo>
                  <a:pt x="3516909" y="1137523"/>
                  <a:pt x="3516909" y="1137118"/>
                  <a:pt x="3517314" y="1136713"/>
                </a:cubicBezTo>
                <a:lnTo>
                  <a:pt x="3525410" y="1122545"/>
                </a:lnTo>
                <a:cubicBezTo>
                  <a:pt x="3525814" y="1122545"/>
                  <a:pt x="3526219" y="1122140"/>
                  <a:pt x="3526624" y="1122140"/>
                </a:cubicBezTo>
                <a:close/>
                <a:moveTo>
                  <a:pt x="3486547" y="1122140"/>
                </a:moveTo>
                <a:lnTo>
                  <a:pt x="3502335" y="1122140"/>
                </a:lnTo>
                <a:cubicBezTo>
                  <a:pt x="3502740" y="1122140"/>
                  <a:pt x="3503145" y="1122545"/>
                  <a:pt x="3503549" y="1122950"/>
                </a:cubicBezTo>
                <a:lnTo>
                  <a:pt x="3511646" y="1136713"/>
                </a:lnTo>
                <a:cubicBezTo>
                  <a:pt x="3512050" y="1137118"/>
                  <a:pt x="3512050" y="1137523"/>
                  <a:pt x="3511646" y="1137928"/>
                </a:cubicBezTo>
                <a:lnTo>
                  <a:pt x="3503549" y="1151691"/>
                </a:lnTo>
                <a:cubicBezTo>
                  <a:pt x="3503549" y="1152096"/>
                  <a:pt x="3503145" y="1152096"/>
                  <a:pt x="3502335" y="1152501"/>
                </a:cubicBezTo>
                <a:lnTo>
                  <a:pt x="3486547" y="1152501"/>
                </a:lnTo>
                <a:cubicBezTo>
                  <a:pt x="3486143" y="1152501"/>
                  <a:pt x="3485737" y="1152096"/>
                  <a:pt x="3485333" y="1151691"/>
                </a:cubicBezTo>
                <a:lnTo>
                  <a:pt x="3477237" y="1137928"/>
                </a:lnTo>
                <a:cubicBezTo>
                  <a:pt x="3476832" y="1137523"/>
                  <a:pt x="3476832" y="1137118"/>
                  <a:pt x="3477237" y="1136713"/>
                </a:cubicBezTo>
                <a:lnTo>
                  <a:pt x="3485333" y="1122950"/>
                </a:lnTo>
                <a:cubicBezTo>
                  <a:pt x="3485737" y="1122545"/>
                  <a:pt x="3486143" y="1122140"/>
                  <a:pt x="3486547" y="1122140"/>
                </a:cubicBezTo>
                <a:close/>
                <a:moveTo>
                  <a:pt x="3566700" y="1120521"/>
                </a:moveTo>
                <a:lnTo>
                  <a:pt x="3584107" y="1120521"/>
                </a:lnTo>
                <a:cubicBezTo>
                  <a:pt x="3584512" y="1120521"/>
                  <a:pt x="3584917" y="1120926"/>
                  <a:pt x="3585322" y="1121331"/>
                </a:cubicBezTo>
                <a:lnTo>
                  <a:pt x="3593823" y="1136309"/>
                </a:lnTo>
                <a:cubicBezTo>
                  <a:pt x="3594227" y="1136714"/>
                  <a:pt x="3594227" y="1137118"/>
                  <a:pt x="3593823" y="1137523"/>
                </a:cubicBezTo>
                <a:lnTo>
                  <a:pt x="3585322" y="1152501"/>
                </a:lnTo>
                <a:cubicBezTo>
                  <a:pt x="3584917" y="1152906"/>
                  <a:pt x="3584512" y="1153311"/>
                  <a:pt x="3584107" y="1153311"/>
                </a:cubicBezTo>
                <a:lnTo>
                  <a:pt x="3566700" y="1153311"/>
                </a:lnTo>
                <a:cubicBezTo>
                  <a:pt x="3566295" y="1153311"/>
                  <a:pt x="3565891" y="1152906"/>
                  <a:pt x="3565486" y="1152501"/>
                </a:cubicBezTo>
                <a:lnTo>
                  <a:pt x="3556985" y="1137523"/>
                </a:lnTo>
                <a:cubicBezTo>
                  <a:pt x="3556580" y="1137118"/>
                  <a:pt x="3556580" y="1136714"/>
                  <a:pt x="3556985" y="1136309"/>
                </a:cubicBezTo>
                <a:lnTo>
                  <a:pt x="3565486" y="1121331"/>
                </a:lnTo>
                <a:cubicBezTo>
                  <a:pt x="3565891" y="1120926"/>
                  <a:pt x="3566295" y="1120521"/>
                  <a:pt x="3566700" y="1120521"/>
                </a:cubicBezTo>
                <a:close/>
                <a:moveTo>
                  <a:pt x="2967173" y="1094613"/>
                </a:moveTo>
                <a:lnTo>
                  <a:pt x="2969602" y="1094613"/>
                </a:lnTo>
                <a:lnTo>
                  <a:pt x="2970817" y="1096637"/>
                </a:lnTo>
                <a:lnTo>
                  <a:pt x="2969602" y="1098661"/>
                </a:lnTo>
                <a:lnTo>
                  <a:pt x="2967173" y="1098661"/>
                </a:lnTo>
                <a:lnTo>
                  <a:pt x="2965959" y="1096637"/>
                </a:lnTo>
                <a:close/>
                <a:moveTo>
                  <a:pt x="3088212" y="1094208"/>
                </a:moveTo>
                <a:lnTo>
                  <a:pt x="3091045" y="1094208"/>
                </a:lnTo>
                <a:lnTo>
                  <a:pt x="3092260" y="1096637"/>
                </a:lnTo>
                <a:lnTo>
                  <a:pt x="3091045" y="1099066"/>
                </a:lnTo>
                <a:lnTo>
                  <a:pt x="3088212" y="1099066"/>
                </a:lnTo>
                <a:lnTo>
                  <a:pt x="3086997" y="1096637"/>
                </a:lnTo>
                <a:close/>
                <a:moveTo>
                  <a:pt x="3007250" y="1094208"/>
                </a:moveTo>
                <a:lnTo>
                  <a:pt x="3010083" y="1094208"/>
                </a:lnTo>
                <a:lnTo>
                  <a:pt x="3011298" y="1096637"/>
                </a:lnTo>
                <a:lnTo>
                  <a:pt x="3010083" y="1099066"/>
                </a:lnTo>
                <a:lnTo>
                  <a:pt x="3007250" y="1099066"/>
                </a:lnTo>
                <a:lnTo>
                  <a:pt x="3006035" y="1096637"/>
                </a:lnTo>
                <a:close/>
                <a:moveTo>
                  <a:pt x="3128693" y="1093803"/>
                </a:moveTo>
                <a:lnTo>
                  <a:pt x="3131932" y="1093803"/>
                </a:lnTo>
                <a:lnTo>
                  <a:pt x="3133551" y="1096637"/>
                </a:lnTo>
                <a:lnTo>
                  <a:pt x="3131932" y="1099470"/>
                </a:lnTo>
                <a:lnTo>
                  <a:pt x="3128693" y="1099470"/>
                </a:lnTo>
                <a:lnTo>
                  <a:pt x="3127074" y="1096637"/>
                </a:lnTo>
                <a:close/>
                <a:moveTo>
                  <a:pt x="4302245" y="1093399"/>
                </a:moveTo>
                <a:lnTo>
                  <a:pt x="4306293" y="1093399"/>
                </a:lnTo>
                <a:lnTo>
                  <a:pt x="4308317" y="1096638"/>
                </a:lnTo>
                <a:lnTo>
                  <a:pt x="4306293" y="1099876"/>
                </a:lnTo>
                <a:lnTo>
                  <a:pt x="4302245" y="1099876"/>
                </a:lnTo>
                <a:lnTo>
                  <a:pt x="4300221" y="1096638"/>
                </a:lnTo>
                <a:close/>
                <a:moveTo>
                  <a:pt x="3169174" y="1093399"/>
                </a:moveTo>
                <a:lnTo>
                  <a:pt x="3172817" y="1093399"/>
                </a:lnTo>
                <a:lnTo>
                  <a:pt x="3174842" y="1096638"/>
                </a:lnTo>
                <a:lnTo>
                  <a:pt x="3172817" y="1099876"/>
                </a:lnTo>
                <a:lnTo>
                  <a:pt x="3169174" y="1099876"/>
                </a:lnTo>
                <a:lnTo>
                  <a:pt x="3167150" y="1096638"/>
                </a:lnTo>
                <a:close/>
                <a:moveTo>
                  <a:pt x="3047731" y="1093399"/>
                </a:moveTo>
                <a:lnTo>
                  <a:pt x="3051374" y="1093399"/>
                </a:lnTo>
                <a:lnTo>
                  <a:pt x="3053399" y="1096638"/>
                </a:lnTo>
                <a:lnTo>
                  <a:pt x="3051374" y="1099876"/>
                </a:lnTo>
                <a:lnTo>
                  <a:pt x="3047731" y="1099876"/>
                </a:lnTo>
                <a:lnTo>
                  <a:pt x="3045707" y="1096638"/>
                </a:lnTo>
                <a:close/>
                <a:moveTo>
                  <a:pt x="4261359" y="1092994"/>
                </a:moveTo>
                <a:lnTo>
                  <a:pt x="4265812" y="1092994"/>
                </a:lnTo>
                <a:lnTo>
                  <a:pt x="4267836" y="1096637"/>
                </a:lnTo>
                <a:lnTo>
                  <a:pt x="4265812" y="1100281"/>
                </a:lnTo>
                <a:lnTo>
                  <a:pt x="4261359" y="1100281"/>
                </a:lnTo>
                <a:lnTo>
                  <a:pt x="4259335" y="1096637"/>
                </a:lnTo>
                <a:close/>
                <a:moveTo>
                  <a:pt x="2925478" y="1092994"/>
                </a:moveTo>
                <a:lnTo>
                  <a:pt x="2929931" y="1092994"/>
                </a:lnTo>
                <a:lnTo>
                  <a:pt x="2931955" y="1096637"/>
                </a:lnTo>
                <a:lnTo>
                  <a:pt x="2929931" y="1100281"/>
                </a:lnTo>
                <a:lnTo>
                  <a:pt x="2925478" y="1100281"/>
                </a:lnTo>
                <a:lnTo>
                  <a:pt x="2923454" y="1096637"/>
                </a:lnTo>
                <a:close/>
                <a:moveTo>
                  <a:pt x="2885805" y="1092994"/>
                </a:moveTo>
                <a:lnTo>
                  <a:pt x="2889044" y="1092994"/>
                </a:lnTo>
                <a:cubicBezTo>
                  <a:pt x="2889449" y="1092994"/>
                  <a:pt x="2889854" y="1092994"/>
                  <a:pt x="2890258" y="1093399"/>
                </a:cubicBezTo>
                <a:lnTo>
                  <a:pt x="2891878" y="1096232"/>
                </a:lnTo>
                <a:cubicBezTo>
                  <a:pt x="2892282" y="1096637"/>
                  <a:pt x="2892282" y="1097042"/>
                  <a:pt x="2891878" y="1097447"/>
                </a:cubicBezTo>
                <a:lnTo>
                  <a:pt x="2890258" y="1100281"/>
                </a:lnTo>
                <a:cubicBezTo>
                  <a:pt x="2889854" y="1100685"/>
                  <a:pt x="2889449" y="1100685"/>
                  <a:pt x="2889044" y="1101090"/>
                </a:cubicBezTo>
                <a:lnTo>
                  <a:pt x="2885805" y="1101090"/>
                </a:lnTo>
                <a:cubicBezTo>
                  <a:pt x="2885401" y="1101090"/>
                  <a:pt x="2884996" y="1100685"/>
                  <a:pt x="2884591" y="1100281"/>
                </a:cubicBezTo>
                <a:lnTo>
                  <a:pt x="2882972" y="1097447"/>
                </a:lnTo>
                <a:cubicBezTo>
                  <a:pt x="2882567" y="1097042"/>
                  <a:pt x="2882567" y="1096637"/>
                  <a:pt x="2882972" y="1096232"/>
                </a:cubicBezTo>
                <a:lnTo>
                  <a:pt x="2884591" y="1093399"/>
                </a:lnTo>
                <a:cubicBezTo>
                  <a:pt x="2884996" y="1093399"/>
                  <a:pt x="2885401" y="1092994"/>
                  <a:pt x="2885805" y="1092994"/>
                </a:cubicBezTo>
                <a:close/>
                <a:moveTo>
                  <a:pt x="4585614" y="1092589"/>
                </a:moveTo>
                <a:lnTo>
                  <a:pt x="4590067" y="1092589"/>
                </a:lnTo>
                <a:lnTo>
                  <a:pt x="4592495" y="1096637"/>
                </a:lnTo>
                <a:lnTo>
                  <a:pt x="4590067" y="1100685"/>
                </a:lnTo>
                <a:lnTo>
                  <a:pt x="4585614" y="1100685"/>
                </a:lnTo>
                <a:lnTo>
                  <a:pt x="4583185" y="1096637"/>
                </a:lnTo>
                <a:close/>
                <a:moveTo>
                  <a:pt x="4545133" y="1092589"/>
                </a:moveTo>
                <a:lnTo>
                  <a:pt x="4549586" y="1092589"/>
                </a:lnTo>
                <a:lnTo>
                  <a:pt x="4552014" y="1096637"/>
                </a:lnTo>
                <a:lnTo>
                  <a:pt x="4549586" y="1100685"/>
                </a:lnTo>
                <a:lnTo>
                  <a:pt x="4545133" y="1100685"/>
                </a:lnTo>
                <a:lnTo>
                  <a:pt x="4542704" y="1096637"/>
                </a:lnTo>
                <a:close/>
                <a:moveTo>
                  <a:pt x="4504246" y="1092589"/>
                </a:moveTo>
                <a:lnTo>
                  <a:pt x="4509104" y="1092589"/>
                </a:lnTo>
                <a:lnTo>
                  <a:pt x="4511533" y="1096637"/>
                </a:lnTo>
                <a:lnTo>
                  <a:pt x="4509104" y="1100685"/>
                </a:lnTo>
                <a:lnTo>
                  <a:pt x="4504246" y="1100685"/>
                </a:lnTo>
                <a:lnTo>
                  <a:pt x="4501817" y="1096637"/>
                </a:lnTo>
                <a:close/>
                <a:moveTo>
                  <a:pt x="4464170" y="1092589"/>
                </a:moveTo>
                <a:lnTo>
                  <a:pt x="4468623" y="1092589"/>
                </a:lnTo>
                <a:lnTo>
                  <a:pt x="4471051" y="1096637"/>
                </a:lnTo>
                <a:lnTo>
                  <a:pt x="4468623" y="1100685"/>
                </a:lnTo>
                <a:lnTo>
                  <a:pt x="4464170" y="1100685"/>
                </a:lnTo>
                <a:lnTo>
                  <a:pt x="4461741" y="1096637"/>
                </a:lnTo>
                <a:close/>
                <a:moveTo>
                  <a:pt x="4342726" y="1092589"/>
                </a:moveTo>
                <a:lnTo>
                  <a:pt x="4347179" y="1092589"/>
                </a:lnTo>
                <a:lnTo>
                  <a:pt x="4349607" y="1096637"/>
                </a:lnTo>
                <a:lnTo>
                  <a:pt x="4347179" y="1100685"/>
                </a:lnTo>
                <a:lnTo>
                  <a:pt x="4342726" y="1100685"/>
                </a:lnTo>
                <a:lnTo>
                  <a:pt x="4340297" y="1096637"/>
                </a:lnTo>
                <a:close/>
                <a:moveTo>
                  <a:pt x="4221687" y="1092589"/>
                </a:moveTo>
                <a:lnTo>
                  <a:pt x="4224926" y="1092589"/>
                </a:lnTo>
                <a:cubicBezTo>
                  <a:pt x="4225331" y="1092589"/>
                  <a:pt x="4225736" y="1092994"/>
                  <a:pt x="4226140" y="1093399"/>
                </a:cubicBezTo>
                <a:lnTo>
                  <a:pt x="4227760" y="1096232"/>
                </a:lnTo>
                <a:cubicBezTo>
                  <a:pt x="4228164" y="1096637"/>
                  <a:pt x="4228164" y="1097042"/>
                  <a:pt x="4227760" y="1097447"/>
                </a:cubicBezTo>
                <a:lnTo>
                  <a:pt x="4226140" y="1100280"/>
                </a:lnTo>
                <a:cubicBezTo>
                  <a:pt x="4225736" y="1100685"/>
                  <a:pt x="4225331" y="1100685"/>
                  <a:pt x="4224926" y="1101090"/>
                </a:cubicBezTo>
                <a:lnTo>
                  <a:pt x="4221687" y="1101090"/>
                </a:lnTo>
                <a:cubicBezTo>
                  <a:pt x="4221283" y="1101090"/>
                  <a:pt x="4220878" y="1100685"/>
                  <a:pt x="4220473" y="1100280"/>
                </a:cubicBezTo>
                <a:lnTo>
                  <a:pt x="4218854" y="1097447"/>
                </a:lnTo>
                <a:cubicBezTo>
                  <a:pt x="4218449" y="1097042"/>
                  <a:pt x="4218449" y="1096637"/>
                  <a:pt x="4218854" y="1096232"/>
                </a:cubicBezTo>
                <a:lnTo>
                  <a:pt x="4220473" y="1093399"/>
                </a:lnTo>
                <a:cubicBezTo>
                  <a:pt x="4220878" y="1092994"/>
                  <a:pt x="4221283" y="1092589"/>
                  <a:pt x="4221687" y="1092589"/>
                </a:cubicBezTo>
                <a:close/>
                <a:moveTo>
                  <a:pt x="4180801" y="1092589"/>
                </a:moveTo>
                <a:lnTo>
                  <a:pt x="4184445" y="1092589"/>
                </a:lnTo>
                <a:cubicBezTo>
                  <a:pt x="4184849" y="1092589"/>
                  <a:pt x="4185254" y="1092589"/>
                  <a:pt x="4185659" y="1092994"/>
                </a:cubicBezTo>
                <a:lnTo>
                  <a:pt x="4187683" y="1096232"/>
                </a:lnTo>
                <a:cubicBezTo>
                  <a:pt x="4188088" y="1096637"/>
                  <a:pt x="4188088" y="1097042"/>
                  <a:pt x="4187683" y="1097447"/>
                </a:cubicBezTo>
                <a:lnTo>
                  <a:pt x="4185659" y="1100685"/>
                </a:lnTo>
                <a:cubicBezTo>
                  <a:pt x="4185659" y="1100685"/>
                  <a:pt x="4185254" y="1101090"/>
                  <a:pt x="4184445" y="1101090"/>
                </a:cubicBezTo>
                <a:lnTo>
                  <a:pt x="4180801" y="1101090"/>
                </a:lnTo>
                <a:cubicBezTo>
                  <a:pt x="4180397" y="1101090"/>
                  <a:pt x="4179991" y="1101090"/>
                  <a:pt x="4179587" y="1100685"/>
                </a:cubicBezTo>
                <a:lnTo>
                  <a:pt x="4177563" y="1097447"/>
                </a:lnTo>
                <a:cubicBezTo>
                  <a:pt x="4177158" y="1097042"/>
                  <a:pt x="4177158" y="1096637"/>
                  <a:pt x="4177563" y="1096232"/>
                </a:cubicBezTo>
                <a:lnTo>
                  <a:pt x="4179587" y="1092994"/>
                </a:lnTo>
                <a:cubicBezTo>
                  <a:pt x="4179991" y="1092994"/>
                  <a:pt x="4180397" y="1092589"/>
                  <a:pt x="4180801" y="1092589"/>
                </a:cubicBezTo>
                <a:close/>
                <a:moveTo>
                  <a:pt x="4423689" y="1092184"/>
                </a:moveTo>
                <a:lnTo>
                  <a:pt x="4427332" y="1092184"/>
                </a:lnTo>
                <a:cubicBezTo>
                  <a:pt x="4427737" y="1092184"/>
                  <a:pt x="4428141" y="1092184"/>
                  <a:pt x="4428546" y="1092589"/>
                </a:cubicBezTo>
                <a:lnTo>
                  <a:pt x="4430165" y="1095827"/>
                </a:lnTo>
                <a:cubicBezTo>
                  <a:pt x="4430570" y="1096232"/>
                  <a:pt x="4430570" y="1096637"/>
                  <a:pt x="4430165" y="1097042"/>
                </a:cubicBezTo>
                <a:lnTo>
                  <a:pt x="4428546" y="1100280"/>
                </a:lnTo>
                <a:cubicBezTo>
                  <a:pt x="4428141" y="1100685"/>
                  <a:pt x="4427737" y="1101090"/>
                  <a:pt x="4427332" y="1101090"/>
                </a:cubicBezTo>
                <a:lnTo>
                  <a:pt x="4423689" y="1101090"/>
                </a:lnTo>
                <a:cubicBezTo>
                  <a:pt x="4423284" y="1101090"/>
                  <a:pt x="4422879" y="1100685"/>
                  <a:pt x="4422474" y="1100280"/>
                </a:cubicBezTo>
                <a:lnTo>
                  <a:pt x="4420855" y="1097042"/>
                </a:lnTo>
                <a:cubicBezTo>
                  <a:pt x="4420450" y="1096637"/>
                  <a:pt x="4420450" y="1096232"/>
                  <a:pt x="4420855" y="1095827"/>
                </a:cubicBezTo>
                <a:lnTo>
                  <a:pt x="4422474" y="1092589"/>
                </a:lnTo>
                <a:cubicBezTo>
                  <a:pt x="4422879" y="1092589"/>
                  <a:pt x="4423284" y="1092184"/>
                  <a:pt x="4423689" y="1092184"/>
                </a:cubicBezTo>
                <a:close/>
                <a:moveTo>
                  <a:pt x="4383207" y="1092184"/>
                </a:moveTo>
                <a:lnTo>
                  <a:pt x="4386851" y="1092184"/>
                </a:lnTo>
                <a:cubicBezTo>
                  <a:pt x="4387255" y="1092184"/>
                  <a:pt x="4387660" y="1092184"/>
                  <a:pt x="4388065" y="1092589"/>
                </a:cubicBezTo>
                <a:lnTo>
                  <a:pt x="4390089" y="1095827"/>
                </a:lnTo>
                <a:cubicBezTo>
                  <a:pt x="4390494" y="1096232"/>
                  <a:pt x="4390494" y="1096637"/>
                  <a:pt x="4390089" y="1097042"/>
                </a:cubicBezTo>
                <a:lnTo>
                  <a:pt x="4388065" y="1100280"/>
                </a:lnTo>
                <a:cubicBezTo>
                  <a:pt x="4388065" y="1100685"/>
                  <a:pt x="4387660" y="1101090"/>
                  <a:pt x="4386851" y="1101090"/>
                </a:cubicBezTo>
                <a:lnTo>
                  <a:pt x="4383207" y="1101090"/>
                </a:lnTo>
                <a:cubicBezTo>
                  <a:pt x="4382803" y="1101090"/>
                  <a:pt x="4382397" y="1100685"/>
                  <a:pt x="4381993" y="1100280"/>
                </a:cubicBezTo>
                <a:lnTo>
                  <a:pt x="4379969" y="1097042"/>
                </a:lnTo>
                <a:cubicBezTo>
                  <a:pt x="4379564" y="1096637"/>
                  <a:pt x="4379564" y="1096232"/>
                  <a:pt x="4379969" y="1095827"/>
                </a:cubicBezTo>
                <a:lnTo>
                  <a:pt x="4381993" y="1092589"/>
                </a:lnTo>
                <a:cubicBezTo>
                  <a:pt x="4382397" y="1092589"/>
                  <a:pt x="4382803" y="1092184"/>
                  <a:pt x="4383207" y="1092184"/>
                </a:cubicBezTo>
                <a:close/>
                <a:moveTo>
                  <a:pt x="4139915" y="1092184"/>
                </a:moveTo>
                <a:lnTo>
                  <a:pt x="4144368" y="1092184"/>
                </a:lnTo>
                <a:cubicBezTo>
                  <a:pt x="4144773" y="1092184"/>
                  <a:pt x="4145177" y="1092184"/>
                  <a:pt x="4145582" y="1092589"/>
                </a:cubicBezTo>
                <a:lnTo>
                  <a:pt x="4147606" y="1096232"/>
                </a:lnTo>
                <a:cubicBezTo>
                  <a:pt x="4148011" y="1096637"/>
                  <a:pt x="4148011" y="1097042"/>
                  <a:pt x="4147606" y="1097447"/>
                </a:cubicBezTo>
                <a:lnTo>
                  <a:pt x="4145582" y="1101090"/>
                </a:lnTo>
                <a:cubicBezTo>
                  <a:pt x="4145177" y="1101495"/>
                  <a:pt x="4144773" y="1101495"/>
                  <a:pt x="4144368" y="1101495"/>
                </a:cubicBezTo>
                <a:lnTo>
                  <a:pt x="4139915" y="1101495"/>
                </a:lnTo>
                <a:cubicBezTo>
                  <a:pt x="4139510" y="1101495"/>
                  <a:pt x="4139105" y="1101495"/>
                  <a:pt x="4138701" y="1101090"/>
                </a:cubicBezTo>
                <a:lnTo>
                  <a:pt x="4136677" y="1097447"/>
                </a:lnTo>
                <a:cubicBezTo>
                  <a:pt x="4136272" y="1097042"/>
                  <a:pt x="4136272" y="1096637"/>
                  <a:pt x="4136677" y="1096232"/>
                </a:cubicBezTo>
                <a:lnTo>
                  <a:pt x="4138701" y="1092589"/>
                </a:lnTo>
                <a:cubicBezTo>
                  <a:pt x="4139105" y="1092589"/>
                  <a:pt x="4139510" y="1092184"/>
                  <a:pt x="4139915" y="1092184"/>
                </a:cubicBezTo>
                <a:close/>
                <a:moveTo>
                  <a:pt x="2844515" y="1091779"/>
                </a:moveTo>
                <a:lnTo>
                  <a:pt x="2848968" y="1091779"/>
                </a:lnTo>
                <a:cubicBezTo>
                  <a:pt x="2849373" y="1091779"/>
                  <a:pt x="2849777" y="1092184"/>
                  <a:pt x="2850182" y="1092589"/>
                </a:cubicBezTo>
                <a:lnTo>
                  <a:pt x="2852206" y="1096232"/>
                </a:lnTo>
                <a:cubicBezTo>
                  <a:pt x="2852611" y="1096637"/>
                  <a:pt x="2852611" y="1097042"/>
                  <a:pt x="2852206" y="1097446"/>
                </a:cubicBezTo>
                <a:lnTo>
                  <a:pt x="2850182" y="1101090"/>
                </a:lnTo>
                <a:cubicBezTo>
                  <a:pt x="2849777" y="1101494"/>
                  <a:pt x="2849373" y="1101494"/>
                  <a:pt x="2848968" y="1101899"/>
                </a:cubicBezTo>
                <a:lnTo>
                  <a:pt x="2844515" y="1101899"/>
                </a:lnTo>
                <a:cubicBezTo>
                  <a:pt x="2844110" y="1101899"/>
                  <a:pt x="2843705" y="1101494"/>
                  <a:pt x="2843301" y="1101090"/>
                </a:cubicBezTo>
                <a:lnTo>
                  <a:pt x="2841277" y="1097446"/>
                </a:lnTo>
                <a:cubicBezTo>
                  <a:pt x="2840872" y="1097042"/>
                  <a:pt x="2840872" y="1096637"/>
                  <a:pt x="2841277" y="1096232"/>
                </a:cubicBezTo>
                <a:lnTo>
                  <a:pt x="2843301" y="1092589"/>
                </a:lnTo>
                <a:cubicBezTo>
                  <a:pt x="2843705" y="1092184"/>
                  <a:pt x="2844110" y="1091779"/>
                  <a:pt x="2844515" y="1091779"/>
                </a:cubicBezTo>
                <a:close/>
                <a:moveTo>
                  <a:pt x="2763552" y="1091779"/>
                </a:moveTo>
                <a:lnTo>
                  <a:pt x="2768005" y="1091779"/>
                </a:lnTo>
                <a:cubicBezTo>
                  <a:pt x="2768410" y="1091779"/>
                  <a:pt x="2768814" y="1092184"/>
                  <a:pt x="2769219" y="1092589"/>
                </a:cubicBezTo>
                <a:lnTo>
                  <a:pt x="2771243" y="1096232"/>
                </a:lnTo>
                <a:cubicBezTo>
                  <a:pt x="2771648" y="1096637"/>
                  <a:pt x="2771648" y="1097042"/>
                  <a:pt x="2771243" y="1097446"/>
                </a:cubicBezTo>
                <a:lnTo>
                  <a:pt x="2769219" y="1101090"/>
                </a:lnTo>
                <a:cubicBezTo>
                  <a:pt x="2768814" y="1101494"/>
                  <a:pt x="2768410" y="1101494"/>
                  <a:pt x="2768005" y="1101899"/>
                </a:cubicBezTo>
                <a:lnTo>
                  <a:pt x="2763552" y="1101899"/>
                </a:lnTo>
                <a:cubicBezTo>
                  <a:pt x="2763147" y="1101899"/>
                  <a:pt x="2762742" y="1101494"/>
                  <a:pt x="2762338" y="1101090"/>
                </a:cubicBezTo>
                <a:lnTo>
                  <a:pt x="2760314" y="1097446"/>
                </a:lnTo>
                <a:cubicBezTo>
                  <a:pt x="2759909" y="1097042"/>
                  <a:pt x="2759909" y="1096637"/>
                  <a:pt x="2760314" y="1096232"/>
                </a:cubicBezTo>
                <a:lnTo>
                  <a:pt x="2762338" y="1092589"/>
                </a:lnTo>
                <a:cubicBezTo>
                  <a:pt x="2762742" y="1092184"/>
                  <a:pt x="2763147" y="1091779"/>
                  <a:pt x="2763552" y="1091779"/>
                </a:cubicBezTo>
                <a:close/>
                <a:moveTo>
                  <a:pt x="2804438" y="1091374"/>
                </a:moveTo>
                <a:lnTo>
                  <a:pt x="2808486" y="1091374"/>
                </a:lnTo>
                <a:cubicBezTo>
                  <a:pt x="2808891" y="1091374"/>
                  <a:pt x="2809296" y="1091779"/>
                  <a:pt x="2809700" y="1092184"/>
                </a:cubicBezTo>
                <a:lnTo>
                  <a:pt x="2811725" y="1095827"/>
                </a:lnTo>
                <a:cubicBezTo>
                  <a:pt x="2812130" y="1096232"/>
                  <a:pt x="2812130" y="1096637"/>
                  <a:pt x="2811725" y="1097041"/>
                </a:cubicBezTo>
                <a:lnTo>
                  <a:pt x="2809700" y="1100685"/>
                </a:lnTo>
                <a:cubicBezTo>
                  <a:pt x="2809296" y="1101090"/>
                  <a:pt x="2808891" y="1101494"/>
                  <a:pt x="2808486" y="1101494"/>
                </a:cubicBezTo>
                <a:lnTo>
                  <a:pt x="2804438" y="1101494"/>
                </a:lnTo>
                <a:cubicBezTo>
                  <a:pt x="2804034" y="1101494"/>
                  <a:pt x="2803628" y="1101090"/>
                  <a:pt x="2803224" y="1100685"/>
                </a:cubicBezTo>
                <a:lnTo>
                  <a:pt x="2801200" y="1097041"/>
                </a:lnTo>
                <a:cubicBezTo>
                  <a:pt x="2800795" y="1096637"/>
                  <a:pt x="2800795" y="1096232"/>
                  <a:pt x="2801200" y="1095827"/>
                </a:cubicBezTo>
                <a:lnTo>
                  <a:pt x="2803224" y="1092184"/>
                </a:lnTo>
                <a:cubicBezTo>
                  <a:pt x="2803628" y="1091779"/>
                  <a:pt x="2804034" y="1091374"/>
                  <a:pt x="2804438" y="1091374"/>
                </a:cubicBezTo>
                <a:close/>
                <a:moveTo>
                  <a:pt x="3937104" y="1090970"/>
                </a:moveTo>
                <a:lnTo>
                  <a:pt x="3942771" y="1090970"/>
                </a:lnTo>
                <a:cubicBezTo>
                  <a:pt x="3943176" y="1090970"/>
                  <a:pt x="3943581" y="1090970"/>
                  <a:pt x="3943986" y="1091375"/>
                </a:cubicBezTo>
                <a:lnTo>
                  <a:pt x="3946819" y="1096233"/>
                </a:lnTo>
                <a:cubicBezTo>
                  <a:pt x="3947224" y="1096637"/>
                  <a:pt x="3947224" y="1097042"/>
                  <a:pt x="3946819" y="1097447"/>
                </a:cubicBezTo>
                <a:lnTo>
                  <a:pt x="3943986" y="1102305"/>
                </a:lnTo>
                <a:cubicBezTo>
                  <a:pt x="3943581" y="1102305"/>
                  <a:pt x="3943176" y="1102710"/>
                  <a:pt x="3942771" y="1102710"/>
                </a:cubicBezTo>
                <a:lnTo>
                  <a:pt x="3937104" y="1102710"/>
                </a:lnTo>
                <a:cubicBezTo>
                  <a:pt x="3936699" y="1102710"/>
                  <a:pt x="3936294" y="1102710"/>
                  <a:pt x="3935890" y="1102305"/>
                </a:cubicBezTo>
                <a:lnTo>
                  <a:pt x="3933056" y="1097447"/>
                </a:lnTo>
                <a:cubicBezTo>
                  <a:pt x="3932651" y="1097042"/>
                  <a:pt x="3932651" y="1096637"/>
                  <a:pt x="3933056" y="1096233"/>
                </a:cubicBezTo>
                <a:lnTo>
                  <a:pt x="3935890" y="1091375"/>
                </a:lnTo>
                <a:cubicBezTo>
                  <a:pt x="3936294" y="1091375"/>
                  <a:pt x="3936699" y="1090970"/>
                  <a:pt x="3937104" y="1090970"/>
                </a:cubicBezTo>
                <a:close/>
                <a:moveTo>
                  <a:pt x="4099029" y="1090565"/>
                </a:moveTo>
                <a:lnTo>
                  <a:pt x="4104696" y="1090565"/>
                </a:lnTo>
                <a:cubicBezTo>
                  <a:pt x="4105101" y="1090565"/>
                  <a:pt x="4105506" y="1090970"/>
                  <a:pt x="4105911" y="1091375"/>
                </a:cubicBezTo>
                <a:lnTo>
                  <a:pt x="4108744" y="1096232"/>
                </a:lnTo>
                <a:cubicBezTo>
                  <a:pt x="4109149" y="1096637"/>
                  <a:pt x="4109149" y="1097042"/>
                  <a:pt x="4108744" y="1097447"/>
                </a:cubicBezTo>
                <a:lnTo>
                  <a:pt x="4105911" y="1102305"/>
                </a:lnTo>
                <a:cubicBezTo>
                  <a:pt x="4105506" y="1102709"/>
                  <a:pt x="4105101" y="1102709"/>
                  <a:pt x="4104696" y="1103114"/>
                </a:cubicBezTo>
                <a:lnTo>
                  <a:pt x="4099029" y="1103114"/>
                </a:lnTo>
                <a:cubicBezTo>
                  <a:pt x="4098624" y="1103114"/>
                  <a:pt x="4098219" y="1102709"/>
                  <a:pt x="4097815" y="1102305"/>
                </a:cubicBezTo>
                <a:lnTo>
                  <a:pt x="4094981" y="1097447"/>
                </a:lnTo>
                <a:cubicBezTo>
                  <a:pt x="4094576" y="1097042"/>
                  <a:pt x="4094576" y="1096637"/>
                  <a:pt x="4094981" y="1096232"/>
                </a:cubicBezTo>
                <a:lnTo>
                  <a:pt x="4097815" y="1091375"/>
                </a:lnTo>
                <a:cubicBezTo>
                  <a:pt x="4098219" y="1090970"/>
                  <a:pt x="4098624" y="1090565"/>
                  <a:pt x="4099029" y="1090565"/>
                </a:cubicBezTo>
                <a:close/>
                <a:moveTo>
                  <a:pt x="3977585" y="1090565"/>
                </a:moveTo>
                <a:lnTo>
                  <a:pt x="3983252" y="1090565"/>
                </a:lnTo>
                <a:cubicBezTo>
                  <a:pt x="3983657" y="1090565"/>
                  <a:pt x="3984062" y="1090970"/>
                  <a:pt x="3984467" y="1091375"/>
                </a:cubicBezTo>
                <a:lnTo>
                  <a:pt x="3987300" y="1096232"/>
                </a:lnTo>
                <a:cubicBezTo>
                  <a:pt x="3987705" y="1096637"/>
                  <a:pt x="3987705" y="1097042"/>
                  <a:pt x="3987300" y="1097447"/>
                </a:cubicBezTo>
                <a:lnTo>
                  <a:pt x="3984467" y="1102305"/>
                </a:lnTo>
                <a:cubicBezTo>
                  <a:pt x="3984062" y="1102709"/>
                  <a:pt x="3983657" y="1102709"/>
                  <a:pt x="3983252" y="1103114"/>
                </a:cubicBezTo>
                <a:lnTo>
                  <a:pt x="3977585" y="1103114"/>
                </a:lnTo>
                <a:cubicBezTo>
                  <a:pt x="3977180" y="1103114"/>
                  <a:pt x="3976775" y="1102709"/>
                  <a:pt x="3976371" y="1102305"/>
                </a:cubicBezTo>
                <a:lnTo>
                  <a:pt x="3973537" y="1097447"/>
                </a:lnTo>
                <a:cubicBezTo>
                  <a:pt x="3973132" y="1097042"/>
                  <a:pt x="3973132" y="1096637"/>
                  <a:pt x="3973537" y="1096232"/>
                </a:cubicBezTo>
                <a:lnTo>
                  <a:pt x="3976371" y="1091375"/>
                </a:lnTo>
                <a:cubicBezTo>
                  <a:pt x="3976775" y="1090970"/>
                  <a:pt x="3977180" y="1090565"/>
                  <a:pt x="3977585" y="1090565"/>
                </a:cubicBezTo>
                <a:close/>
                <a:moveTo>
                  <a:pt x="2722262" y="1090160"/>
                </a:moveTo>
                <a:lnTo>
                  <a:pt x="2728334" y="1090160"/>
                </a:lnTo>
                <a:cubicBezTo>
                  <a:pt x="2728739" y="1090160"/>
                  <a:pt x="2729144" y="1090160"/>
                  <a:pt x="2729548" y="1090565"/>
                </a:cubicBezTo>
                <a:lnTo>
                  <a:pt x="2732382" y="1095827"/>
                </a:lnTo>
                <a:cubicBezTo>
                  <a:pt x="2732787" y="1096232"/>
                  <a:pt x="2732787" y="1096637"/>
                  <a:pt x="2732382" y="1097042"/>
                </a:cubicBezTo>
                <a:lnTo>
                  <a:pt x="2729548" y="1102304"/>
                </a:lnTo>
                <a:cubicBezTo>
                  <a:pt x="2729144" y="1102709"/>
                  <a:pt x="2728739" y="1103114"/>
                  <a:pt x="2728334" y="1102709"/>
                </a:cubicBezTo>
                <a:lnTo>
                  <a:pt x="2722262" y="1102709"/>
                </a:lnTo>
                <a:cubicBezTo>
                  <a:pt x="2721857" y="1102709"/>
                  <a:pt x="2721452" y="1102709"/>
                  <a:pt x="2721048" y="1102304"/>
                </a:cubicBezTo>
                <a:lnTo>
                  <a:pt x="2718214" y="1097042"/>
                </a:lnTo>
                <a:cubicBezTo>
                  <a:pt x="2717809" y="1096637"/>
                  <a:pt x="2717809" y="1096232"/>
                  <a:pt x="2718214" y="1095827"/>
                </a:cubicBezTo>
                <a:lnTo>
                  <a:pt x="2721048" y="1090565"/>
                </a:lnTo>
                <a:cubicBezTo>
                  <a:pt x="2721452" y="1090565"/>
                  <a:pt x="2721857" y="1090160"/>
                  <a:pt x="2722262" y="1090160"/>
                </a:cubicBezTo>
                <a:close/>
                <a:moveTo>
                  <a:pt x="4058142" y="1089755"/>
                </a:moveTo>
                <a:lnTo>
                  <a:pt x="4064619" y="1089755"/>
                </a:lnTo>
                <a:cubicBezTo>
                  <a:pt x="4065024" y="1089755"/>
                  <a:pt x="4065429" y="1090160"/>
                  <a:pt x="4065834" y="1090565"/>
                </a:cubicBezTo>
                <a:lnTo>
                  <a:pt x="4069073" y="1096232"/>
                </a:lnTo>
                <a:cubicBezTo>
                  <a:pt x="4069477" y="1096637"/>
                  <a:pt x="4069477" y="1097042"/>
                  <a:pt x="4069073" y="1097446"/>
                </a:cubicBezTo>
                <a:lnTo>
                  <a:pt x="4065834" y="1103114"/>
                </a:lnTo>
                <a:cubicBezTo>
                  <a:pt x="4065429" y="1103519"/>
                  <a:pt x="4065024" y="1103519"/>
                  <a:pt x="4064619" y="1103923"/>
                </a:cubicBezTo>
                <a:lnTo>
                  <a:pt x="4058142" y="1103923"/>
                </a:lnTo>
                <a:cubicBezTo>
                  <a:pt x="4057738" y="1103923"/>
                  <a:pt x="4057333" y="1103519"/>
                  <a:pt x="4056928" y="1103114"/>
                </a:cubicBezTo>
                <a:lnTo>
                  <a:pt x="4053690" y="1097446"/>
                </a:lnTo>
                <a:cubicBezTo>
                  <a:pt x="4053285" y="1097042"/>
                  <a:pt x="4053285" y="1096637"/>
                  <a:pt x="4053690" y="1096232"/>
                </a:cubicBezTo>
                <a:lnTo>
                  <a:pt x="4056928" y="1090565"/>
                </a:lnTo>
                <a:cubicBezTo>
                  <a:pt x="4057333" y="1090160"/>
                  <a:pt x="4057738" y="1089755"/>
                  <a:pt x="4058142" y="1089755"/>
                </a:cubicBezTo>
                <a:close/>
                <a:moveTo>
                  <a:pt x="4017256" y="1088946"/>
                </a:moveTo>
                <a:lnTo>
                  <a:pt x="4024543" y="1088946"/>
                </a:lnTo>
                <a:cubicBezTo>
                  <a:pt x="4024948" y="1088946"/>
                  <a:pt x="4025353" y="1088946"/>
                  <a:pt x="4025757" y="1089351"/>
                </a:cubicBezTo>
                <a:lnTo>
                  <a:pt x="4029401" y="1095828"/>
                </a:lnTo>
                <a:cubicBezTo>
                  <a:pt x="4029806" y="1096233"/>
                  <a:pt x="4029806" y="1096637"/>
                  <a:pt x="4029401" y="1097042"/>
                </a:cubicBezTo>
                <a:lnTo>
                  <a:pt x="4025757" y="1103519"/>
                </a:lnTo>
                <a:cubicBezTo>
                  <a:pt x="4025353" y="1103924"/>
                  <a:pt x="4024948" y="1104329"/>
                  <a:pt x="4024543" y="1103924"/>
                </a:cubicBezTo>
                <a:lnTo>
                  <a:pt x="4017256" y="1103924"/>
                </a:lnTo>
                <a:cubicBezTo>
                  <a:pt x="4016852" y="1103924"/>
                  <a:pt x="4016447" y="1103924"/>
                  <a:pt x="4016042" y="1103519"/>
                </a:cubicBezTo>
                <a:lnTo>
                  <a:pt x="4012399" y="1097042"/>
                </a:lnTo>
                <a:cubicBezTo>
                  <a:pt x="4011994" y="1096637"/>
                  <a:pt x="4011994" y="1096233"/>
                  <a:pt x="4012399" y="1095828"/>
                </a:cubicBezTo>
                <a:lnTo>
                  <a:pt x="4016042" y="1089351"/>
                </a:lnTo>
                <a:cubicBezTo>
                  <a:pt x="4016447" y="1089351"/>
                  <a:pt x="4016852" y="1088946"/>
                  <a:pt x="4017256" y="1088946"/>
                </a:cubicBezTo>
                <a:close/>
                <a:moveTo>
                  <a:pt x="3247709" y="1088946"/>
                </a:moveTo>
                <a:lnTo>
                  <a:pt x="3255400" y="1088946"/>
                </a:lnTo>
                <a:cubicBezTo>
                  <a:pt x="3255805" y="1088946"/>
                  <a:pt x="3256210" y="1089351"/>
                  <a:pt x="3256614" y="1089756"/>
                </a:cubicBezTo>
                <a:lnTo>
                  <a:pt x="3260258" y="1096233"/>
                </a:lnTo>
                <a:cubicBezTo>
                  <a:pt x="3260662" y="1096637"/>
                  <a:pt x="3260662" y="1097042"/>
                  <a:pt x="3260258" y="1097447"/>
                </a:cubicBezTo>
                <a:lnTo>
                  <a:pt x="3256614" y="1103924"/>
                </a:lnTo>
                <a:cubicBezTo>
                  <a:pt x="3256614" y="1104329"/>
                  <a:pt x="3256210" y="1104329"/>
                  <a:pt x="3255400" y="1104734"/>
                </a:cubicBezTo>
                <a:lnTo>
                  <a:pt x="3247709" y="1104734"/>
                </a:lnTo>
                <a:cubicBezTo>
                  <a:pt x="3247304" y="1104734"/>
                  <a:pt x="3246899" y="1104329"/>
                  <a:pt x="3246494" y="1103924"/>
                </a:cubicBezTo>
                <a:lnTo>
                  <a:pt x="3242851" y="1097447"/>
                </a:lnTo>
                <a:cubicBezTo>
                  <a:pt x="3242446" y="1097042"/>
                  <a:pt x="3242446" y="1096637"/>
                  <a:pt x="3242851" y="1096233"/>
                </a:cubicBezTo>
                <a:lnTo>
                  <a:pt x="3246494" y="1089756"/>
                </a:lnTo>
                <a:cubicBezTo>
                  <a:pt x="3246899" y="1089351"/>
                  <a:pt x="3247304" y="1088946"/>
                  <a:pt x="3247709" y="1088946"/>
                </a:cubicBezTo>
                <a:close/>
                <a:moveTo>
                  <a:pt x="3206822" y="1088541"/>
                </a:moveTo>
                <a:lnTo>
                  <a:pt x="3215323" y="1088541"/>
                </a:lnTo>
                <a:cubicBezTo>
                  <a:pt x="3215728" y="1088541"/>
                  <a:pt x="3216132" y="1088541"/>
                  <a:pt x="3216537" y="1088946"/>
                </a:cubicBezTo>
                <a:lnTo>
                  <a:pt x="3220990" y="1096232"/>
                </a:lnTo>
                <a:cubicBezTo>
                  <a:pt x="3221395" y="1096637"/>
                  <a:pt x="3221395" y="1097042"/>
                  <a:pt x="3220990" y="1097447"/>
                </a:cubicBezTo>
                <a:lnTo>
                  <a:pt x="3216537" y="1104734"/>
                </a:lnTo>
                <a:cubicBezTo>
                  <a:pt x="3216537" y="1105138"/>
                  <a:pt x="3216132" y="1105138"/>
                  <a:pt x="3215323" y="1105138"/>
                </a:cubicBezTo>
                <a:lnTo>
                  <a:pt x="3206822" y="1105138"/>
                </a:lnTo>
                <a:cubicBezTo>
                  <a:pt x="3206417" y="1105138"/>
                  <a:pt x="3206012" y="1105138"/>
                  <a:pt x="3205607" y="1104734"/>
                </a:cubicBezTo>
                <a:lnTo>
                  <a:pt x="3201155" y="1097447"/>
                </a:lnTo>
                <a:cubicBezTo>
                  <a:pt x="3200750" y="1097042"/>
                  <a:pt x="3200750" y="1096637"/>
                  <a:pt x="3201155" y="1096232"/>
                </a:cubicBezTo>
                <a:lnTo>
                  <a:pt x="3205607" y="1088946"/>
                </a:lnTo>
                <a:cubicBezTo>
                  <a:pt x="3206012" y="1088946"/>
                  <a:pt x="3206417" y="1088541"/>
                  <a:pt x="3206822" y="1088541"/>
                </a:cubicBezTo>
                <a:close/>
                <a:moveTo>
                  <a:pt x="2235677" y="1088541"/>
                </a:moveTo>
                <a:lnTo>
                  <a:pt x="2243773" y="1088541"/>
                </a:lnTo>
                <a:cubicBezTo>
                  <a:pt x="2244178" y="1088541"/>
                  <a:pt x="2244583" y="1088946"/>
                  <a:pt x="2244988" y="1089351"/>
                </a:cubicBezTo>
                <a:lnTo>
                  <a:pt x="2249036" y="1096232"/>
                </a:lnTo>
                <a:cubicBezTo>
                  <a:pt x="2249441" y="1096637"/>
                  <a:pt x="2249441" y="1097042"/>
                  <a:pt x="2249036" y="1097447"/>
                </a:cubicBezTo>
                <a:lnTo>
                  <a:pt x="2244988" y="1104329"/>
                </a:lnTo>
                <a:cubicBezTo>
                  <a:pt x="2244583" y="1104734"/>
                  <a:pt x="2244178" y="1104734"/>
                  <a:pt x="2243773" y="1105138"/>
                </a:cubicBezTo>
                <a:lnTo>
                  <a:pt x="2235677" y="1105138"/>
                </a:lnTo>
                <a:cubicBezTo>
                  <a:pt x="2235272" y="1105138"/>
                  <a:pt x="2234868" y="1104734"/>
                  <a:pt x="2234463" y="1104329"/>
                </a:cubicBezTo>
                <a:lnTo>
                  <a:pt x="2230415" y="1097447"/>
                </a:lnTo>
                <a:cubicBezTo>
                  <a:pt x="2230010" y="1097042"/>
                  <a:pt x="2230010" y="1096637"/>
                  <a:pt x="2230415" y="1096232"/>
                </a:cubicBezTo>
                <a:lnTo>
                  <a:pt x="2234463" y="1089351"/>
                </a:lnTo>
                <a:cubicBezTo>
                  <a:pt x="2234868" y="1088946"/>
                  <a:pt x="2235272" y="1088541"/>
                  <a:pt x="2235677" y="1088541"/>
                </a:cubicBezTo>
                <a:close/>
                <a:moveTo>
                  <a:pt x="2680566" y="1088136"/>
                </a:moveTo>
                <a:lnTo>
                  <a:pt x="2688663" y="1088136"/>
                </a:lnTo>
                <a:cubicBezTo>
                  <a:pt x="2689067" y="1088136"/>
                  <a:pt x="2689472" y="1088541"/>
                  <a:pt x="2689877" y="1088946"/>
                </a:cubicBezTo>
                <a:lnTo>
                  <a:pt x="2693925" y="1095827"/>
                </a:lnTo>
                <a:cubicBezTo>
                  <a:pt x="2694330" y="1096232"/>
                  <a:pt x="2694330" y="1096637"/>
                  <a:pt x="2693925" y="1097042"/>
                </a:cubicBezTo>
                <a:lnTo>
                  <a:pt x="2689877" y="1103924"/>
                </a:lnTo>
                <a:cubicBezTo>
                  <a:pt x="2689877" y="1104329"/>
                  <a:pt x="2689472" y="1104733"/>
                  <a:pt x="2688663" y="1104733"/>
                </a:cubicBezTo>
                <a:lnTo>
                  <a:pt x="2680566" y="1104733"/>
                </a:lnTo>
                <a:cubicBezTo>
                  <a:pt x="2680161" y="1104733"/>
                  <a:pt x="2679756" y="1104329"/>
                  <a:pt x="2679352" y="1103924"/>
                </a:cubicBezTo>
                <a:lnTo>
                  <a:pt x="2675304" y="1097042"/>
                </a:lnTo>
                <a:cubicBezTo>
                  <a:pt x="2674899" y="1096637"/>
                  <a:pt x="2674899" y="1096232"/>
                  <a:pt x="2675304" y="1095827"/>
                </a:cubicBezTo>
                <a:lnTo>
                  <a:pt x="2679352" y="1088946"/>
                </a:lnTo>
                <a:cubicBezTo>
                  <a:pt x="2679756" y="1088541"/>
                  <a:pt x="2680161" y="1088136"/>
                  <a:pt x="2680566" y="1088136"/>
                </a:cubicBezTo>
                <a:close/>
                <a:moveTo>
                  <a:pt x="3773560" y="1087731"/>
                </a:moveTo>
                <a:lnTo>
                  <a:pt x="3782466" y="1087731"/>
                </a:lnTo>
                <a:cubicBezTo>
                  <a:pt x="3782870" y="1087731"/>
                  <a:pt x="3783275" y="1088136"/>
                  <a:pt x="3783680" y="1088541"/>
                </a:cubicBezTo>
                <a:lnTo>
                  <a:pt x="3788133" y="1096232"/>
                </a:lnTo>
                <a:cubicBezTo>
                  <a:pt x="3788538" y="1096637"/>
                  <a:pt x="3788538" y="1097042"/>
                  <a:pt x="3788133" y="1097446"/>
                </a:cubicBezTo>
                <a:lnTo>
                  <a:pt x="3783680" y="1105138"/>
                </a:lnTo>
                <a:cubicBezTo>
                  <a:pt x="3783275" y="1105543"/>
                  <a:pt x="3782870" y="1105543"/>
                  <a:pt x="3782466" y="1105948"/>
                </a:cubicBezTo>
                <a:lnTo>
                  <a:pt x="3773560" y="1105948"/>
                </a:lnTo>
                <a:cubicBezTo>
                  <a:pt x="3773155" y="1105948"/>
                  <a:pt x="3772750" y="1105543"/>
                  <a:pt x="3772345" y="1105138"/>
                </a:cubicBezTo>
                <a:lnTo>
                  <a:pt x="3767893" y="1097446"/>
                </a:lnTo>
                <a:cubicBezTo>
                  <a:pt x="3767488" y="1097042"/>
                  <a:pt x="3767488" y="1096637"/>
                  <a:pt x="3767893" y="1096232"/>
                </a:cubicBezTo>
                <a:lnTo>
                  <a:pt x="3772345" y="1088541"/>
                </a:lnTo>
                <a:cubicBezTo>
                  <a:pt x="3772750" y="1088136"/>
                  <a:pt x="3773155" y="1087731"/>
                  <a:pt x="3773560" y="1087731"/>
                </a:cubicBezTo>
                <a:close/>
                <a:moveTo>
                  <a:pt x="3854117" y="1087326"/>
                </a:moveTo>
                <a:lnTo>
                  <a:pt x="3863428" y="1087326"/>
                </a:lnTo>
                <a:cubicBezTo>
                  <a:pt x="3863832" y="1087326"/>
                  <a:pt x="3864237" y="1087731"/>
                  <a:pt x="3864642" y="1088136"/>
                </a:cubicBezTo>
                <a:lnTo>
                  <a:pt x="3869500" y="1096232"/>
                </a:lnTo>
                <a:cubicBezTo>
                  <a:pt x="3869905" y="1096637"/>
                  <a:pt x="3869905" y="1097042"/>
                  <a:pt x="3869500" y="1097446"/>
                </a:cubicBezTo>
                <a:lnTo>
                  <a:pt x="3864642" y="1105543"/>
                </a:lnTo>
                <a:cubicBezTo>
                  <a:pt x="3864642" y="1105947"/>
                  <a:pt x="3864237" y="1105947"/>
                  <a:pt x="3863428" y="1106352"/>
                </a:cubicBezTo>
                <a:lnTo>
                  <a:pt x="3854117" y="1106352"/>
                </a:lnTo>
                <a:cubicBezTo>
                  <a:pt x="3853712" y="1106352"/>
                  <a:pt x="3853307" y="1105947"/>
                  <a:pt x="3852903" y="1105543"/>
                </a:cubicBezTo>
                <a:lnTo>
                  <a:pt x="3848045" y="1097446"/>
                </a:lnTo>
                <a:cubicBezTo>
                  <a:pt x="3847640" y="1097042"/>
                  <a:pt x="3847640" y="1096637"/>
                  <a:pt x="3848045" y="1096232"/>
                </a:cubicBezTo>
                <a:lnTo>
                  <a:pt x="3852903" y="1088136"/>
                </a:lnTo>
                <a:cubicBezTo>
                  <a:pt x="3853307" y="1087731"/>
                  <a:pt x="3853712" y="1087326"/>
                  <a:pt x="3854117" y="1087326"/>
                </a:cubicBezTo>
                <a:close/>
                <a:moveTo>
                  <a:pt x="3813636" y="1087326"/>
                </a:moveTo>
                <a:lnTo>
                  <a:pt x="3822947" y="1087326"/>
                </a:lnTo>
                <a:cubicBezTo>
                  <a:pt x="3823351" y="1087326"/>
                  <a:pt x="3823756" y="1087731"/>
                  <a:pt x="3824161" y="1088136"/>
                </a:cubicBezTo>
                <a:lnTo>
                  <a:pt x="3829019" y="1096232"/>
                </a:lnTo>
                <a:cubicBezTo>
                  <a:pt x="3829424" y="1096637"/>
                  <a:pt x="3829424" y="1097042"/>
                  <a:pt x="3829019" y="1097446"/>
                </a:cubicBezTo>
                <a:lnTo>
                  <a:pt x="3824161" y="1105543"/>
                </a:lnTo>
                <a:cubicBezTo>
                  <a:pt x="3824161" y="1105947"/>
                  <a:pt x="3823756" y="1105947"/>
                  <a:pt x="3822947" y="1106352"/>
                </a:cubicBezTo>
                <a:lnTo>
                  <a:pt x="3813636" y="1106352"/>
                </a:lnTo>
                <a:cubicBezTo>
                  <a:pt x="3813231" y="1106352"/>
                  <a:pt x="3812826" y="1105947"/>
                  <a:pt x="3812422" y="1105543"/>
                </a:cubicBezTo>
                <a:lnTo>
                  <a:pt x="3807564" y="1097446"/>
                </a:lnTo>
                <a:cubicBezTo>
                  <a:pt x="3807159" y="1097042"/>
                  <a:pt x="3807159" y="1096637"/>
                  <a:pt x="3807564" y="1096232"/>
                </a:cubicBezTo>
                <a:lnTo>
                  <a:pt x="3812422" y="1088136"/>
                </a:lnTo>
                <a:cubicBezTo>
                  <a:pt x="3812826" y="1087731"/>
                  <a:pt x="3813231" y="1087326"/>
                  <a:pt x="3813636" y="1087326"/>
                </a:cubicBezTo>
                <a:close/>
                <a:moveTo>
                  <a:pt x="3287380" y="1087326"/>
                </a:moveTo>
                <a:lnTo>
                  <a:pt x="3296691" y="1087326"/>
                </a:lnTo>
                <a:cubicBezTo>
                  <a:pt x="3297095" y="1087326"/>
                  <a:pt x="3297500" y="1087731"/>
                  <a:pt x="3297905" y="1088136"/>
                </a:cubicBezTo>
                <a:lnTo>
                  <a:pt x="3302763" y="1096232"/>
                </a:lnTo>
                <a:cubicBezTo>
                  <a:pt x="3303168" y="1096637"/>
                  <a:pt x="3303168" y="1097042"/>
                  <a:pt x="3302763" y="1097446"/>
                </a:cubicBezTo>
                <a:lnTo>
                  <a:pt x="3297905" y="1105543"/>
                </a:lnTo>
                <a:cubicBezTo>
                  <a:pt x="3297905" y="1105947"/>
                  <a:pt x="3297500" y="1105947"/>
                  <a:pt x="3296691" y="1106352"/>
                </a:cubicBezTo>
                <a:lnTo>
                  <a:pt x="3287380" y="1106352"/>
                </a:lnTo>
                <a:cubicBezTo>
                  <a:pt x="3286975" y="1106352"/>
                  <a:pt x="3286570" y="1105947"/>
                  <a:pt x="3286166" y="1105543"/>
                </a:cubicBezTo>
                <a:lnTo>
                  <a:pt x="3281308" y="1097446"/>
                </a:lnTo>
                <a:cubicBezTo>
                  <a:pt x="3280903" y="1097042"/>
                  <a:pt x="3280903" y="1096637"/>
                  <a:pt x="3281308" y="1096232"/>
                </a:cubicBezTo>
                <a:lnTo>
                  <a:pt x="3286166" y="1088136"/>
                </a:lnTo>
                <a:cubicBezTo>
                  <a:pt x="3286570" y="1087731"/>
                  <a:pt x="3286975" y="1087326"/>
                  <a:pt x="3287380" y="1087326"/>
                </a:cubicBezTo>
                <a:close/>
                <a:moveTo>
                  <a:pt x="2639275" y="1086922"/>
                </a:moveTo>
                <a:lnTo>
                  <a:pt x="2649395" y="1086922"/>
                </a:lnTo>
                <a:cubicBezTo>
                  <a:pt x="2649800" y="1086922"/>
                  <a:pt x="2650205" y="1087327"/>
                  <a:pt x="2650610" y="1087732"/>
                </a:cubicBezTo>
                <a:lnTo>
                  <a:pt x="2655467" y="1096233"/>
                </a:lnTo>
                <a:cubicBezTo>
                  <a:pt x="2655872" y="1096637"/>
                  <a:pt x="2655872" y="1097042"/>
                  <a:pt x="2655467" y="1097447"/>
                </a:cubicBezTo>
                <a:lnTo>
                  <a:pt x="2650610" y="1105948"/>
                </a:lnTo>
                <a:cubicBezTo>
                  <a:pt x="2650205" y="1106353"/>
                  <a:pt x="2649800" y="1106353"/>
                  <a:pt x="2649395" y="1106758"/>
                </a:cubicBezTo>
                <a:lnTo>
                  <a:pt x="2639275" y="1106758"/>
                </a:lnTo>
                <a:cubicBezTo>
                  <a:pt x="2638870" y="1106758"/>
                  <a:pt x="2638465" y="1106353"/>
                  <a:pt x="2638060" y="1105948"/>
                </a:cubicBezTo>
                <a:lnTo>
                  <a:pt x="2633203" y="1097447"/>
                </a:lnTo>
                <a:cubicBezTo>
                  <a:pt x="2632798" y="1097042"/>
                  <a:pt x="2632798" y="1096637"/>
                  <a:pt x="2633203" y="1096233"/>
                </a:cubicBezTo>
                <a:lnTo>
                  <a:pt x="2638060" y="1087732"/>
                </a:lnTo>
                <a:cubicBezTo>
                  <a:pt x="2638465" y="1087327"/>
                  <a:pt x="2638870" y="1086922"/>
                  <a:pt x="2639275" y="1086922"/>
                </a:cubicBezTo>
                <a:close/>
                <a:moveTo>
                  <a:pt x="2275349" y="1086922"/>
                </a:moveTo>
                <a:lnTo>
                  <a:pt x="2284660" y="1086922"/>
                </a:lnTo>
                <a:cubicBezTo>
                  <a:pt x="2285065" y="1086922"/>
                  <a:pt x="2285469" y="1087327"/>
                  <a:pt x="2285874" y="1087732"/>
                </a:cubicBezTo>
                <a:lnTo>
                  <a:pt x="2290327" y="1095828"/>
                </a:lnTo>
                <a:cubicBezTo>
                  <a:pt x="2290732" y="1096233"/>
                  <a:pt x="2290732" y="1096637"/>
                  <a:pt x="2290327" y="1097042"/>
                </a:cubicBezTo>
                <a:lnTo>
                  <a:pt x="2285874" y="1105139"/>
                </a:lnTo>
                <a:cubicBezTo>
                  <a:pt x="2285874" y="1105543"/>
                  <a:pt x="2285469" y="1105948"/>
                  <a:pt x="2284660" y="1105948"/>
                </a:cubicBezTo>
                <a:lnTo>
                  <a:pt x="2275349" y="1105948"/>
                </a:lnTo>
                <a:cubicBezTo>
                  <a:pt x="2274944" y="1105948"/>
                  <a:pt x="2274539" y="1105543"/>
                  <a:pt x="2274135" y="1105139"/>
                </a:cubicBezTo>
                <a:lnTo>
                  <a:pt x="2269682" y="1097042"/>
                </a:lnTo>
                <a:cubicBezTo>
                  <a:pt x="2269277" y="1096637"/>
                  <a:pt x="2269277" y="1096233"/>
                  <a:pt x="2269682" y="1095828"/>
                </a:cubicBezTo>
                <a:lnTo>
                  <a:pt x="2274135" y="1087732"/>
                </a:lnTo>
                <a:cubicBezTo>
                  <a:pt x="2274539" y="1087327"/>
                  <a:pt x="2274944" y="1086922"/>
                  <a:pt x="2275349" y="1086922"/>
                </a:cubicBezTo>
                <a:close/>
                <a:moveTo>
                  <a:pt x="3894193" y="1086517"/>
                </a:moveTo>
                <a:lnTo>
                  <a:pt x="3904718" y="1086517"/>
                </a:lnTo>
                <a:cubicBezTo>
                  <a:pt x="3905124" y="1086517"/>
                  <a:pt x="3905528" y="1086922"/>
                  <a:pt x="3905933" y="1087327"/>
                </a:cubicBezTo>
                <a:lnTo>
                  <a:pt x="3911196" y="1096232"/>
                </a:lnTo>
                <a:cubicBezTo>
                  <a:pt x="3911601" y="1096637"/>
                  <a:pt x="3911601" y="1097042"/>
                  <a:pt x="3911196" y="1097447"/>
                </a:cubicBezTo>
                <a:lnTo>
                  <a:pt x="3905933" y="1106353"/>
                </a:lnTo>
                <a:cubicBezTo>
                  <a:pt x="3905528" y="1106758"/>
                  <a:pt x="3905124" y="1106758"/>
                  <a:pt x="3904718" y="1107162"/>
                </a:cubicBezTo>
                <a:lnTo>
                  <a:pt x="3894193" y="1107162"/>
                </a:lnTo>
                <a:cubicBezTo>
                  <a:pt x="3893789" y="1107162"/>
                  <a:pt x="3893384" y="1106758"/>
                  <a:pt x="3892979" y="1106353"/>
                </a:cubicBezTo>
                <a:lnTo>
                  <a:pt x="3887717" y="1097447"/>
                </a:lnTo>
                <a:cubicBezTo>
                  <a:pt x="3887312" y="1097042"/>
                  <a:pt x="3887312" y="1096637"/>
                  <a:pt x="3887717" y="1096232"/>
                </a:cubicBezTo>
                <a:lnTo>
                  <a:pt x="3892979" y="1087327"/>
                </a:lnTo>
                <a:cubicBezTo>
                  <a:pt x="3893384" y="1086922"/>
                  <a:pt x="3893789" y="1086517"/>
                  <a:pt x="3894193" y="1086517"/>
                </a:cubicBezTo>
                <a:close/>
                <a:moveTo>
                  <a:pt x="2598794" y="1086517"/>
                </a:moveTo>
                <a:lnTo>
                  <a:pt x="2608914" y="1086517"/>
                </a:lnTo>
                <a:cubicBezTo>
                  <a:pt x="2609319" y="1086517"/>
                  <a:pt x="2609724" y="1086517"/>
                  <a:pt x="2610129" y="1086922"/>
                </a:cubicBezTo>
                <a:lnTo>
                  <a:pt x="2614986" y="1095828"/>
                </a:lnTo>
                <a:cubicBezTo>
                  <a:pt x="2615391" y="1096232"/>
                  <a:pt x="2615391" y="1096637"/>
                  <a:pt x="2614986" y="1097042"/>
                </a:cubicBezTo>
                <a:lnTo>
                  <a:pt x="2610129" y="1105948"/>
                </a:lnTo>
                <a:cubicBezTo>
                  <a:pt x="2610129" y="1106353"/>
                  <a:pt x="2609724" y="1106758"/>
                  <a:pt x="2608914" y="1106353"/>
                </a:cubicBezTo>
                <a:lnTo>
                  <a:pt x="2598794" y="1106353"/>
                </a:lnTo>
                <a:cubicBezTo>
                  <a:pt x="2598389" y="1106353"/>
                  <a:pt x="2597984" y="1106353"/>
                  <a:pt x="2597579" y="1105948"/>
                </a:cubicBezTo>
                <a:lnTo>
                  <a:pt x="2592722" y="1097042"/>
                </a:lnTo>
                <a:cubicBezTo>
                  <a:pt x="2592317" y="1096637"/>
                  <a:pt x="2592317" y="1096232"/>
                  <a:pt x="2592722" y="1095828"/>
                </a:cubicBezTo>
                <a:lnTo>
                  <a:pt x="2597579" y="1086922"/>
                </a:lnTo>
                <a:cubicBezTo>
                  <a:pt x="2597984" y="1086922"/>
                  <a:pt x="2598389" y="1086517"/>
                  <a:pt x="2598794" y="1086517"/>
                </a:cubicBezTo>
                <a:close/>
                <a:moveTo>
                  <a:pt x="2558313" y="1086517"/>
                </a:moveTo>
                <a:lnTo>
                  <a:pt x="2568838" y="1086517"/>
                </a:lnTo>
                <a:cubicBezTo>
                  <a:pt x="2569242" y="1086517"/>
                  <a:pt x="2569647" y="1086922"/>
                  <a:pt x="2570052" y="1087327"/>
                </a:cubicBezTo>
                <a:lnTo>
                  <a:pt x="2575315" y="1096232"/>
                </a:lnTo>
                <a:cubicBezTo>
                  <a:pt x="2575720" y="1096637"/>
                  <a:pt x="2575720" y="1097042"/>
                  <a:pt x="2575315" y="1097447"/>
                </a:cubicBezTo>
                <a:lnTo>
                  <a:pt x="2570052" y="1106353"/>
                </a:lnTo>
                <a:cubicBezTo>
                  <a:pt x="2569647" y="1106758"/>
                  <a:pt x="2569242" y="1106758"/>
                  <a:pt x="2568838" y="1107162"/>
                </a:cubicBezTo>
                <a:lnTo>
                  <a:pt x="2558313" y="1107162"/>
                </a:lnTo>
                <a:cubicBezTo>
                  <a:pt x="2557908" y="1107162"/>
                  <a:pt x="2557503" y="1106758"/>
                  <a:pt x="2557098" y="1106353"/>
                </a:cubicBezTo>
                <a:lnTo>
                  <a:pt x="2551836" y="1097447"/>
                </a:lnTo>
                <a:cubicBezTo>
                  <a:pt x="2551431" y="1097042"/>
                  <a:pt x="2551431" y="1096637"/>
                  <a:pt x="2551836" y="1096232"/>
                </a:cubicBezTo>
                <a:lnTo>
                  <a:pt x="2557098" y="1087327"/>
                </a:lnTo>
                <a:cubicBezTo>
                  <a:pt x="2557503" y="1086922"/>
                  <a:pt x="2557908" y="1086517"/>
                  <a:pt x="2558313" y="1086517"/>
                </a:cubicBezTo>
                <a:close/>
                <a:moveTo>
                  <a:pt x="3327051" y="1086112"/>
                </a:moveTo>
                <a:lnTo>
                  <a:pt x="3337981" y="1086112"/>
                </a:lnTo>
                <a:cubicBezTo>
                  <a:pt x="3338386" y="1086112"/>
                  <a:pt x="3338791" y="1086517"/>
                  <a:pt x="3339196" y="1086922"/>
                </a:cubicBezTo>
                <a:lnTo>
                  <a:pt x="3344459" y="1096232"/>
                </a:lnTo>
                <a:cubicBezTo>
                  <a:pt x="3344863" y="1096637"/>
                  <a:pt x="3344863" y="1097042"/>
                  <a:pt x="3344459" y="1097447"/>
                </a:cubicBezTo>
                <a:lnTo>
                  <a:pt x="3339196" y="1106757"/>
                </a:lnTo>
                <a:cubicBezTo>
                  <a:pt x="3338791" y="1107162"/>
                  <a:pt x="3338386" y="1107162"/>
                  <a:pt x="3337981" y="1107567"/>
                </a:cubicBezTo>
                <a:lnTo>
                  <a:pt x="3327051" y="1107567"/>
                </a:lnTo>
                <a:cubicBezTo>
                  <a:pt x="3326647" y="1107567"/>
                  <a:pt x="3326242" y="1107162"/>
                  <a:pt x="3325837" y="1106757"/>
                </a:cubicBezTo>
                <a:lnTo>
                  <a:pt x="3320575" y="1097447"/>
                </a:lnTo>
                <a:cubicBezTo>
                  <a:pt x="3320170" y="1097042"/>
                  <a:pt x="3320170" y="1096637"/>
                  <a:pt x="3320575" y="1096232"/>
                </a:cubicBezTo>
                <a:lnTo>
                  <a:pt x="3325837" y="1086922"/>
                </a:lnTo>
                <a:cubicBezTo>
                  <a:pt x="3326242" y="1086517"/>
                  <a:pt x="3326647" y="1086112"/>
                  <a:pt x="3327051" y="1086112"/>
                </a:cubicBezTo>
                <a:close/>
                <a:moveTo>
                  <a:pt x="3488977" y="1085707"/>
                </a:moveTo>
                <a:lnTo>
                  <a:pt x="3500311" y="1085707"/>
                </a:lnTo>
                <a:cubicBezTo>
                  <a:pt x="3500716" y="1085707"/>
                  <a:pt x="3501121" y="1086112"/>
                  <a:pt x="3501526" y="1086517"/>
                </a:cubicBezTo>
                <a:lnTo>
                  <a:pt x="3507193" y="1096232"/>
                </a:lnTo>
                <a:cubicBezTo>
                  <a:pt x="3507598" y="1096637"/>
                  <a:pt x="3507598" y="1097042"/>
                  <a:pt x="3507193" y="1097447"/>
                </a:cubicBezTo>
                <a:lnTo>
                  <a:pt x="3501526" y="1107162"/>
                </a:lnTo>
                <a:cubicBezTo>
                  <a:pt x="3501121" y="1107567"/>
                  <a:pt x="3500716" y="1107567"/>
                  <a:pt x="3500311" y="1107972"/>
                </a:cubicBezTo>
                <a:lnTo>
                  <a:pt x="3488977" y="1107972"/>
                </a:lnTo>
                <a:cubicBezTo>
                  <a:pt x="3488572" y="1107972"/>
                  <a:pt x="3488167" y="1107567"/>
                  <a:pt x="3487762" y="1107162"/>
                </a:cubicBezTo>
                <a:lnTo>
                  <a:pt x="3482095" y="1097447"/>
                </a:lnTo>
                <a:cubicBezTo>
                  <a:pt x="3481690" y="1097042"/>
                  <a:pt x="3481690" y="1096637"/>
                  <a:pt x="3482095" y="1096232"/>
                </a:cubicBezTo>
                <a:lnTo>
                  <a:pt x="3487762" y="1086517"/>
                </a:lnTo>
                <a:cubicBezTo>
                  <a:pt x="3488167" y="1086112"/>
                  <a:pt x="3488572" y="1085707"/>
                  <a:pt x="3488977" y="1085707"/>
                </a:cubicBezTo>
                <a:close/>
                <a:moveTo>
                  <a:pt x="2315425" y="1085707"/>
                </a:moveTo>
                <a:lnTo>
                  <a:pt x="2325950" y="1085707"/>
                </a:lnTo>
                <a:cubicBezTo>
                  <a:pt x="2326354" y="1085707"/>
                  <a:pt x="2326759" y="1086112"/>
                  <a:pt x="2327164" y="1086517"/>
                </a:cubicBezTo>
                <a:lnTo>
                  <a:pt x="2332427" y="1095827"/>
                </a:lnTo>
                <a:cubicBezTo>
                  <a:pt x="2332832" y="1096232"/>
                  <a:pt x="2332832" y="1096637"/>
                  <a:pt x="2332427" y="1097042"/>
                </a:cubicBezTo>
                <a:lnTo>
                  <a:pt x="2327164" y="1106352"/>
                </a:lnTo>
                <a:cubicBezTo>
                  <a:pt x="2326759" y="1106757"/>
                  <a:pt x="2326354" y="1107162"/>
                  <a:pt x="2325950" y="1107162"/>
                </a:cubicBezTo>
                <a:lnTo>
                  <a:pt x="2315425" y="1107162"/>
                </a:lnTo>
                <a:cubicBezTo>
                  <a:pt x="2315020" y="1107162"/>
                  <a:pt x="2314615" y="1106757"/>
                  <a:pt x="2314210" y="1106352"/>
                </a:cubicBezTo>
                <a:lnTo>
                  <a:pt x="2308948" y="1097042"/>
                </a:lnTo>
                <a:cubicBezTo>
                  <a:pt x="2308543" y="1096637"/>
                  <a:pt x="2308543" y="1096232"/>
                  <a:pt x="2308948" y="1095827"/>
                </a:cubicBezTo>
                <a:lnTo>
                  <a:pt x="2314210" y="1086517"/>
                </a:lnTo>
                <a:cubicBezTo>
                  <a:pt x="2314615" y="1086112"/>
                  <a:pt x="2315020" y="1085707"/>
                  <a:pt x="2315425" y="1085707"/>
                </a:cubicBezTo>
                <a:close/>
                <a:moveTo>
                  <a:pt x="3690978" y="1085302"/>
                </a:moveTo>
                <a:lnTo>
                  <a:pt x="3702718" y="1085302"/>
                </a:lnTo>
                <a:cubicBezTo>
                  <a:pt x="3703123" y="1085302"/>
                  <a:pt x="3703527" y="1085707"/>
                  <a:pt x="3703932" y="1086112"/>
                </a:cubicBezTo>
                <a:lnTo>
                  <a:pt x="3710004" y="1096232"/>
                </a:lnTo>
                <a:cubicBezTo>
                  <a:pt x="3710409" y="1096637"/>
                  <a:pt x="3710409" y="1097042"/>
                  <a:pt x="3710004" y="1097446"/>
                </a:cubicBezTo>
                <a:lnTo>
                  <a:pt x="3703932" y="1107567"/>
                </a:lnTo>
                <a:cubicBezTo>
                  <a:pt x="3703932" y="1107972"/>
                  <a:pt x="3703527" y="1107972"/>
                  <a:pt x="3702718" y="1108376"/>
                </a:cubicBezTo>
                <a:lnTo>
                  <a:pt x="3690978" y="1108376"/>
                </a:lnTo>
                <a:cubicBezTo>
                  <a:pt x="3690574" y="1108376"/>
                  <a:pt x="3690168" y="1107972"/>
                  <a:pt x="3689764" y="1107567"/>
                </a:cubicBezTo>
                <a:lnTo>
                  <a:pt x="3683692" y="1097446"/>
                </a:lnTo>
                <a:cubicBezTo>
                  <a:pt x="3683287" y="1097042"/>
                  <a:pt x="3683287" y="1096637"/>
                  <a:pt x="3683692" y="1096232"/>
                </a:cubicBezTo>
                <a:lnTo>
                  <a:pt x="3689764" y="1086112"/>
                </a:lnTo>
                <a:cubicBezTo>
                  <a:pt x="3690168" y="1085707"/>
                  <a:pt x="3690574" y="1085302"/>
                  <a:pt x="3690978" y="1085302"/>
                </a:cubicBezTo>
                <a:close/>
                <a:moveTo>
                  <a:pt x="3529053" y="1085302"/>
                </a:moveTo>
                <a:lnTo>
                  <a:pt x="3541198" y="1085302"/>
                </a:lnTo>
                <a:cubicBezTo>
                  <a:pt x="3541602" y="1085302"/>
                  <a:pt x="3542007" y="1085302"/>
                  <a:pt x="3542412" y="1085707"/>
                </a:cubicBezTo>
                <a:lnTo>
                  <a:pt x="3548484" y="1096232"/>
                </a:lnTo>
                <a:cubicBezTo>
                  <a:pt x="3548889" y="1096637"/>
                  <a:pt x="3548889" y="1097042"/>
                  <a:pt x="3548484" y="1097446"/>
                </a:cubicBezTo>
                <a:lnTo>
                  <a:pt x="3542412" y="1107972"/>
                </a:lnTo>
                <a:cubicBezTo>
                  <a:pt x="3542007" y="1107972"/>
                  <a:pt x="3541602" y="1108376"/>
                  <a:pt x="3541198" y="1108781"/>
                </a:cubicBezTo>
                <a:lnTo>
                  <a:pt x="3529053" y="1108781"/>
                </a:lnTo>
                <a:cubicBezTo>
                  <a:pt x="3528649" y="1108781"/>
                  <a:pt x="3528243" y="1108376"/>
                  <a:pt x="3527839" y="1107972"/>
                </a:cubicBezTo>
                <a:lnTo>
                  <a:pt x="3521767" y="1097446"/>
                </a:lnTo>
                <a:cubicBezTo>
                  <a:pt x="3521362" y="1097042"/>
                  <a:pt x="3521362" y="1096637"/>
                  <a:pt x="3521767" y="1096232"/>
                </a:cubicBezTo>
                <a:lnTo>
                  <a:pt x="3527839" y="1085707"/>
                </a:lnTo>
                <a:cubicBezTo>
                  <a:pt x="3528243" y="1085707"/>
                  <a:pt x="3528649" y="1085302"/>
                  <a:pt x="3529053" y="1085302"/>
                </a:cubicBezTo>
                <a:close/>
                <a:moveTo>
                  <a:pt x="3448090" y="1085302"/>
                </a:moveTo>
                <a:lnTo>
                  <a:pt x="3460235" y="1085302"/>
                </a:lnTo>
                <a:cubicBezTo>
                  <a:pt x="3460639" y="1085302"/>
                  <a:pt x="3461044" y="1085302"/>
                  <a:pt x="3461449" y="1085707"/>
                </a:cubicBezTo>
                <a:lnTo>
                  <a:pt x="3467521" y="1096232"/>
                </a:lnTo>
                <a:cubicBezTo>
                  <a:pt x="3467926" y="1096637"/>
                  <a:pt x="3467926" y="1097042"/>
                  <a:pt x="3467521" y="1097446"/>
                </a:cubicBezTo>
                <a:lnTo>
                  <a:pt x="3461449" y="1107972"/>
                </a:lnTo>
                <a:cubicBezTo>
                  <a:pt x="3461044" y="1108376"/>
                  <a:pt x="3460639" y="1108376"/>
                  <a:pt x="3460235" y="1108376"/>
                </a:cubicBezTo>
                <a:lnTo>
                  <a:pt x="3448090" y="1108376"/>
                </a:lnTo>
                <a:cubicBezTo>
                  <a:pt x="3447686" y="1108376"/>
                  <a:pt x="3447280" y="1108376"/>
                  <a:pt x="3446876" y="1107972"/>
                </a:cubicBezTo>
                <a:lnTo>
                  <a:pt x="3440804" y="1097446"/>
                </a:lnTo>
                <a:cubicBezTo>
                  <a:pt x="3440399" y="1097042"/>
                  <a:pt x="3440399" y="1096637"/>
                  <a:pt x="3440804" y="1096232"/>
                </a:cubicBezTo>
                <a:lnTo>
                  <a:pt x="3446876" y="1085707"/>
                </a:lnTo>
                <a:cubicBezTo>
                  <a:pt x="3447280" y="1085707"/>
                  <a:pt x="3447686" y="1085302"/>
                  <a:pt x="3448090" y="1085302"/>
                </a:cubicBezTo>
                <a:close/>
                <a:moveTo>
                  <a:pt x="2355096" y="1085302"/>
                </a:moveTo>
                <a:lnTo>
                  <a:pt x="2366836" y="1085302"/>
                </a:lnTo>
                <a:cubicBezTo>
                  <a:pt x="2367241" y="1085302"/>
                  <a:pt x="2367645" y="1085707"/>
                  <a:pt x="2368050" y="1086112"/>
                </a:cubicBezTo>
                <a:lnTo>
                  <a:pt x="2374123" y="1096232"/>
                </a:lnTo>
                <a:cubicBezTo>
                  <a:pt x="2374527" y="1096637"/>
                  <a:pt x="2374527" y="1097042"/>
                  <a:pt x="2374123" y="1097446"/>
                </a:cubicBezTo>
                <a:lnTo>
                  <a:pt x="2368050" y="1107567"/>
                </a:lnTo>
                <a:cubicBezTo>
                  <a:pt x="2368050" y="1107972"/>
                  <a:pt x="2367645" y="1107972"/>
                  <a:pt x="2366836" y="1108376"/>
                </a:cubicBezTo>
                <a:lnTo>
                  <a:pt x="2355096" y="1108376"/>
                </a:lnTo>
                <a:cubicBezTo>
                  <a:pt x="2354691" y="1108376"/>
                  <a:pt x="2354287" y="1107972"/>
                  <a:pt x="2353882" y="1107567"/>
                </a:cubicBezTo>
                <a:lnTo>
                  <a:pt x="2347810" y="1097446"/>
                </a:lnTo>
                <a:cubicBezTo>
                  <a:pt x="2347405" y="1097042"/>
                  <a:pt x="2347405" y="1096637"/>
                  <a:pt x="2347810" y="1096232"/>
                </a:cubicBezTo>
                <a:lnTo>
                  <a:pt x="2353882" y="1086112"/>
                </a:lnTo>
                <a:cubicBezTo>
                  <a:pt x="2354287" y="1085707"/>
                  <a:pt x="2354691" y="1085302"/>
                  <a:pt x="2355096" y="1085302"/>
                </a:cubicBezTo>
                <a:close/>
                <a:moveTo>
                  <a:pt x="3730649" y="1084898"/>
                </a:moveTo>
                <a:lnTo>
                  <a:pt x="3743603" y="1084898"/>
                </a:lnTo>
                <a:cubicBezTo>
                  <a:pt x="3744008" y="1084898"/>
                  <a:pt x="3744413" y="1084898"/>
                  <a:pt x="3744817" y="1085303"/>
                </a:cubicBezTo>
                <a:lnTo>
                  <a:pt x="3751295" y="1096233"/>
                </a:lnTo>
                <a:cubicBezTo>
                  <a:pt x="3751699" y="1096638"/>
                  <a:pt x="3751699" y="1097042"/>
                  <a:pt x="3751295" y="1097447"/>
                </a:cubicBezTo>
                <a:lnTo>
                  <a:pt x="3744817" y="1108377"/>
                </a:lnTo>
                <a:cubicBezTo>
                  <a:pt x="3744817" y="1108782"/>
                  <a:pt x="3744413" y="1108782"/>
                  <a:pt x="3743603" y="1108782"/>
                </a:cubicBezTo>
                <a:lnTo>
                  <a:pt x="3730649" y="1108782"/>
                </a:lnTo>
                <a:cubicBezTo>
                  <a:pt x="3730244" y="1108782"/>
                  <a:pt x="3729840" y="1108782"/>
                  <a:pt x="3729435" y="1108377"/>
                </a:cubicBezTo>
                <a:lnTo>
                  <a:pt x="3722958" y="1097447"/>
                </a:lnTo>
                <a:cubicBezTo>
                  <a:pt x="3722553" y="1097042"/>
                  <a:pt x="3722553" y="1096638"/>
                  <a:pt x="3722958" y="1096233"/>
                </a:cubicBezTo>
                <a:lnTo>
                  <a:pt x="3729435" y="1085303"/>
                </a:lnTo>
                <a:cubicBezTo>
                  <a:pt x="3729840" y="1085303"/>
                  <a:pt x="3730244" y="1084898"/>
                  <a:pt x="3730649" y="1084898"/>
                </a:cubicBezTo>
                <a:close/>
                <a:moveTo>
                  <a:pt x="3650496" y="1084898"/>
                </a:moveTo>
                <a:lnTo>
                  <a:pt x="3662641" y="1084898"/>
                </a:lnTo>
                <a:cubicBezTo>
                  <a:pt x="3663045" y="1084898"/>
                  <a:pt x="3663450" y="1085303"/>
                  <a:pt x="3663855" y="1085708"/>
                </a:cubicBezTo>
                <a:lnTo>
                  <a:pt x="3669927" y="1096233"/>
                </a:lnTo>
                <a:cubicBezTo>
                  <a:pt x="3670332" y="1096638"/>
                  <a:pt x="3670332" y="1097042"/>
                  <a:pt x="3669927" y="1097447"/>
                </a:cubicBezTo>
                <a:lnTo>
                  <a:pt x="3663855" y="1107972"/>
                </a:lnTo>
                <a:cubicBezTo>
                  <a:pt x="3663450" y="1108377"/>
                  <a:pt x="3663045" y="1108377"/>
                  <a:pt x="3662641" y="1108782"/>
                </a:cubicBezTo>
                <a:lnTo>
                  <a:pt x="3650496" y="1108782"/>
                </a:lnTo>
                <a:cubicBezTo>
                  <a:pt x="3650092" y="1108782"/>
                  <a:pt x="3649686" y="1108377"/>
                  <a:pt x="3649282" y="1107972"/>
                </a:cubicBezTo>
                <a:lnTo>
                  <a:pt x="3643210" y="1097447"/>
                </a:lnTo>
                <a:cubicBezTo>
                  <a:pt x="3642805" y="1097042"/>
                  <a:pt x="3642805" y="1096638"/>
                  <a:pt x="3643210" y="1096233"/>
                </a:cubicBezTo>
                <a:lnTo>
                  <a:pt x="3649282" y="1085708"/>
                </a:lnTo>
                <a:cubicBezTo>
                  <a:pt x="3649686" y="1085303"/>
                  <a:pt x="3650092" y="1084898"/>
                  <a:pt x="3650496" y="1084898"/>
                </a:cubicBezTo>
                <a:close/>
                <a:moveTo>
                  <a:pt x="3569129" y="1084088"/>
                </a:moveTo>
                <a:lnTo>
                  <a:pt x="3582083" y="1084088"/>
                </a:lnTo>
                <a:cubicBezTo>
                  <a:pt x="3582488" y="1084088"/>
                  <a:pt x="3582892" y="1084088"/>
                  <a:pt x="3583298" y="1084493"/>
                </a:cubicBezTo>
                <a:lnTo>
                  <a:pt x="3589774" y="1095828"/>
                </a:lnTo>
                <a:cubicBezTo>
                  <a:pt x="3590179" y="1096232"/>
                  <a:pt x="3590179" y="1096637"/>
                  <a:pt x="3589774" y="1097042"/>
                </a:cubicBezTo>
                <a:lnTo>
                  <a:pt x="3583298" y="1108377"/>
                </a:lnTo>
                <a:cubicBezTo>
                  <a:pt x="3582892" y="1108782"/>
                  <a:pt x="3582488" y="1109186"/>
                  <a:pt x="3582083" y="1108782"/>
                </a:cubicBezTo>
                <a:lnTo>
                  <a:pt x="3569129" y="1108782"/>
                </a:lnTo>
                <a:cubicBezTo>
                  <a:pt x="3568724" y="1108782"/>
                  <a:pt x="3568319" y="1108782"/>
                  <a:pt x="3567914" y="1108377"/>
                </a:cubicBezTo>
                <a:lnTo>
                  <a:pt x="3561438" y="1097042"/>
                </a:lnTo>
                <a:cubicBezTo>
                  <a:pt x="3561033" y="1096637"/>
                  <a:pt x="3561033" y="1096232"/>
                  <a:pt x="3561438" y="1095828"/>
                </a:cubicBezTo>
                <a:lnTo>
                  <a:pt x="3567914" y="1084493"/>
                </a:lnTo>
                <a:cubicBezTo>
                  <a:pt x="3568319" y="1084493"/>
                  <a:pt x="3568724" y="1084088"/>
                  <a:pt x="3569129" y="1084088"/>
                </a:cubicBezTo>
                <a:close/>
                <a:moveTo>
                  <a:pt x="2394768" y="1083278"/>
                </a:moveTo>
                <a:lnTo>
                  <a:pt x="2408127" y="1083278"/>
                </a:lnTo>
                <a:cubicBezTo>
                  <a:pt x="2408532" y="1083278"/>
                  <a:pt x="2408936" y="1083683"/>
                  <a:pt x="2409341" y="1084088"/>
                </a:cubicBezTo>
                <a:lnTo>
                  <a:pt x="2416223" y="1095827"/>
                </a:lnTo>
                <a:cubicBezTo>
                  <a:pt x="2416628" y="1096232"/>
                  <a:pt x="2416628" y="1096637"/>
                  <a:pt x="2416223" y="1097042"/>
                </a:cubicBezTo>
                <a:lnTo>
                  <a:pt x="2409341" y="1108781"/>
                </a:lnTo>
                <a:cubicBezTo>
                  <a:pt x="2409341" y="1109186"/>
                  <a:pt x="2408936" y="1109591"/>
                  <a:pt x="2408127" y="1109591"/>
                </a:cubicBezTo>
                <a:lnTo>
                  <a:pt x="2394768" y="1109591"/>
                </a:lnTo>
                <a:cubicBezTo>
                  <a:pt x="2394363" y="1109591"/>
                  <a:pt x="2393958" y="1109186"/>
                  <a:pt x="2393553" y="1108781"/>
                </a:cubicBezTo>
                <a:lnTo>
                  <a:pt x="2386672" y="1097042"/>
                </a:lnTo>
                <a:cubicBezTo>
                  <a:pt x="2386267" y="1096637"/>
                  <a:pt x="2386267" y="1096232"/>
                  <a:pt x="2386672" y="1095827"/>
                </a:cubicBezTo>
                <a:lnTo>
                  <a:pt x="2393553" y="1084088"/>
                </a:lnTo>
                <a:cubicBezTo>
                  <a:pt x="2393958" y="1083683"/>
                  <a:pt x="2394363" y="1083278"/>
                  <a:pt x="2394768" y="1083278"/>
                </a:cubicBezTo>
                <a:close/>
                <a:moveTo>
                  <a:pt x="3365509" y="1082469"/>
                </a:moveTo>
                <a:lnTo>
                  <a:pt x="3380486" y="1082469"/>
                </a:lnTo>
                <a:cubicBezTo>
                  <a:pt x="3380892" y="1082469"/>
                  <a:pt x="3381296" y="1082874"/>
                  <a:pt x="3381701" y="1083279"/>
                </a:cubicBezTo>
                <a:lnTo>
                  <a:pt x="3389393" y="1096233"/>
                </a:lnTo>
                <a:cubicBezTo>
                  <a:pt x="3389797" y="1096637"/>
                  <a:pt x="3389797" y="1097042"/>
                  <a:pt x="3389393" y="1097447"/>
                </a:cubicBezTo>
                <a:lnTo>
                  <a:pt x="3381701" y="1110401"/>
                </a:lnTo>
                <a:cubicBezTo>
                  <a:pt x="3381701" y="1110806"/>
                  <a:pt x="3381296" y="1110806"/>
                  <a:pt x="3380486" y="1111211"/>
                </a:cubicBezTo>
                <a:lnTo>
                  <a:pt x="3365509" y="1111211"/>
                </a:lnTo>
                <a:cubicBezTo>
                  <a:pt x="3365104" y="1111211"/>
                  <a:pt x="3364699" y="1110806"/>
                  <a:pt x="3364294" y="1110401"/>
                </a:cubicBezTo>
                <a:lnTo>
                  <a:pt x="3356603" y="1097447"/>
                </a:lnTo>
                <a:cubicBezTo>
                  <a:pt x="3356198" y="1097042"/>
                  <a:pt x="3356198" y="1096637"/>
                  <a:pt x="3356603" y="1096233"/>
                </a:cubicBezTo>
                <a:lnTo>
                  <a:pt x="3364294" y="1083279"/>
                </a:lnTo>
                <a:cubicBezTo>
                  <a:pt x="3364699" y="1082874"/>
                  <a:pt x="3365104" y="1082469"/>
                  <a:pt x="3365509" y="1082469"/>
                </a:cubicBezTo>
                <a:close/>
                <a:moveTo>
                  <a:pt x="2474921" y="1082469"/>
                </a:moveTo>
                <a:lnTo>
                  <a:pt x="2489900" y="1082469"/>
                </a:lnTo>
                <a:cubicBezTo>
                  <a:pt x="2490304" y="1082469"/>
                  <a:pt x="2490709" y="1082874"/>
                  <a:pt x="2491114" y="1083279"/>
                </a:cubicBezTo>
                <a:lnTo>
                  <a:pt x="2498805" y="1096233"/>
                </a:lnTo>
                <a:cubicBezTo>
                  <a:pt x="2499210" y="1096637"/>
                  <a:pt x="2499210" y="1097042"/>
                  <a:pt x="2498805" y="1097447"/>
                </a:cubicBezTo>
                <a:lnTo>
                  <a:pt x="2491114" y="1110401"/>
                </a:lnTo>
                <a:cubicBezTo>
                  <a:pt x="2491114" y="1110806"/>
                  <a:pt x="2490709" y="1110806"/>
                  <a:pt x="2489900" y="1111211"/>
                </a:cubicBezTo>
                <a:lnTo>
                  <a:pt x="2474921" y="1111211"/>
                </a:lnTo>
                <a:cubicBezTo>
                  <a:pt x="2474517" y="1111211"/>
                  <a:pt x="2474112" y="1110806"/>
                  <a:pt x="2473707" y="1110401"/>
                </a:cubicBezTo>
                <a:lnTo>
                  <a:pt x="2466016" y="1097447"/>
                </a:lnTo>
                <a:cubicBezTo>
                  <a:pt x="2465611" y="1097042"/>
                  <a:pt x="2465611" y="1096637"/>
                  <a:pt x="2466016" y="1096233"/>
                </a:cubicBezTo>
                <a:lnTo>
                  <a:pt x="2473707" y="1083279"/>
                </a:lnTo>
                <a:cubicBezTo>
                  <a:pt x="2474112" y="1082874"/>
                  <a:pt x="2474517" y="1082469"/>
                  <a:pt x="2474921" y="1082469"/>
                </a:cubicBezTo>
                <a:close/>
                <a:moveTo>
                  <a:pt x="2434439" y="1082469"/>
                </a:moveTo>
                <a:lnTo>
                  <a:pt x="2449418" y="1082469"/>
                </a:lnTo>
                <a:cubicBezTo>
                  <a:pt x="2449822" y="1082469"/>
                  <a:pt x="2450227" y="1082874"/>
                  <a:pt x="2450632" y="1083279"/>
                </a:cubicBezTo>
                <a:lnTo>
                  <a:pt x="2458323" y="1096233"/>
                </a:lnTo>
                <a:cubicBezTo>
                  <a:pt x="2458728" y="1096637"/>
                  <a:pt x="2458728" y="1097042"/>
                  <a:pt x="2458323" y="1097447"/>
                </a:cubicBezTo>
                <a:lnTo>
                  <a:pt x="2450632" y="1110401"/>
                </a:lnTo>
                <a:cubicBezTo>
                  <a:pt x="2450632" y="1110806"/>
                  <a:pt x="2450227" y="1110806"/>
                  <a:pt x="2449418" y="1111211"/>
                </a:cubicBezTo>
                <a:lnTo>
                  <a:pt x="2434439" y="1111211"/>
                </a:lnTo>
                <a:cubicBezTo>
                  <a:pt x="2434035" y="1111211"/>
                  <a:pt x="2433630" y="1110806"/>
                  <a:pt x="2433225" y="1110401"/>
                </a:cubicBezTo>
                <a:lnTo>
                  <a:pt x="2425534" y="1097447"/>
                </a:lnTo>
                <a:cubicBezTo>
                  <a:pt x="2425129" y="1097042"/>
                  <a:pt x="2425129" y="1096637"/>
                  <a:pt x="2425534" y="1096233"/>
                </a:cubicBezTo>
                <a:lnTo>
                  <a:pt x="2433225" y="1083279"/>
                </a:lnTo>
                <a:cubicBezTo>
                  <a:pt x="2433630" y="1082874"/>
                  <a:pt x="2434035" y="1082469"/>
                  <a:pt x="2434439" y="1082469"/>
                </a:cubicBezTo>
                <a:close/>
                <a:moveTo>
                  <a:pt x="3608396" y="1082064"/>
                </a:moveTo>
                <a:lnTo>
                  <a:pt x="3623779" y="1082064"/>
                </a:lnTo>
                <a:cubicBezTo>
                  <a:pt x="3624183" y="1082064"/>
                  <a:pt x="3624588" y="1082064"/>
                  <a:pt x="3624993" y="1082469"/>
                </a:cubicBezTo>
                <a:lnTo>
                  <a:pt x="3632684" y="1095828"/>
                </a:lnTo>
                <a:cubicBezTo>
                  <a:pt x="3633089" y="1096232"/>
                  <a:pt x="3633089" y="1096637"/>
                  <a:pt x="3632684" y="1097042"/>
                </a:cubicBezTo>
                <a:lnTo>
                  <a:pt x="3624993" y="1110401"/>
                </a:lnTo>
                <a:cubicBezTo>
                  <a:pt x="3624588" y="1110806"/>
                  <a:pt x="3624183" y="1111211"/>
                  <a:pt x="3623779" y="1110806"/>
                </a:cubicBezTo>
                <a:lnTo>
                  <a:pt x="3608396" y="1110806"/>
                </a:lnTo>
                <a:cubicBezTo>
                  <a:pt x="3607991" y="1110806"/>
                  <a:pt x="3607586" y="1110806"/>
                  <a:pt x="3607181" y="1110401"/>
                </a:cubicBezTo>
                <a:lnTo>
                  <a:pt x="3599490" y="1097042"/>
                </a:lnTo>
                <a:cubicBezTo>
                  <a:pt x="3599085" y="1096637"/>
                  <a:pt x="3599085" y="1096232"/>
                  <a:pt x="3599490" y="1095828"/>
                </a:cubicBezTo>
                <a:lnTo>
                  <a:pt x="3607181" y="1082469"/>
                </a:lnTo>
                <a:cubicBezTo>
                  <a:pt x="3607586" y="1082469"/>
                  <a:pt x="3607991" y="1082064"/>
                  <a:pt x="3608396" y="1082064"/>
                </a:cubicBezTo>
                <a:close/>
                <a:moveTo>
                  <a:pt x="3405180" y="1082064"/>
                </a:moveTo>
                <a:lnTo>
                  <a:pt x="3421373" y="1082064"/>
                </a:lnTo>
                <a:cubicBezTo>
                  <a:pt x="3421778" y="1082064"/>
                  <a:pt x="3422182" y="1082064"/>
                  <a:pt x="3422587" y="1082469"/>
                </a:cubicBezTo>
                <a:lnTo>
                  <a:pt x="3430683" y="1096232"/>
                </a:lnTo>
                <a:cubicBezTo>
                  <a:pt x="3431088" y="1096637"/>
                  <a:pt x="3431088" y="1097042"/>
                  <a:pt x="3430683" y="1097447"/>
                </a:cubicBezTo>
                <a:lnTo>
                  <a:pt x="3422587" y="1111211"/>
                </a:lnTo>
                <a:cubicBezTo>
                  <a:pt x="3422587" y="1111615"/>
                  <a:pt x="3422182" y="1111615"/>
                  <a:pt x="3421373" y="1112020"/>
                </a:cubicBezTo>
                <a:lnTo>
                  <a:pt x="3405180" y="1112020"/>
                </a:lnTo>
                <a:cubicBezTo>
                  <a:pt x="3404775" y="1112020"/>
                  <a:pt x="3404370" y="1111615"/>
                  <a:pt x="3403966" y="1111211"/>
                </a:cubicBezTo>
                <a:lnTo>
                  <a:pt x="3395870" y="1097447"/>
                </a:lnTo>
                <a:cubicBezTo>
                  <a:pt x="3395465" y="1097042"/>
                  <a:pt x="3395465" y="1096637"/>
                  <a:pt x="3395870" y="1096232"/>
                </a:cubicBezTo>
                <a:lnTo>
                  <a:pt x="3403966" y="1082469"/>
                </a:lnTo>
                <a:cubicBezTo>
                  <a:pt x="3404370" y="1082469"/>
                  <a:pt x="3404775" y="1082064"/>
                  <a:pt x="3405180" y="1082064"/>
                </a:cubicBezTo>
                <a:close/>
                <a:moveTo>
                  <a:pt x="2515808" y="1082064"/>
                </a:moveTo>
                <a:lnTo>
                  <a:pt x="2530381" y="1082064"/>
                </a:lnTo>
                <a:cubicBezTo>
                  <a:pt x="2530786" y="1082064"/>
                  <a:pt x="2531191" y="1082469"/>
                  <a:pt x="2531595" y="1082874"/>
                </a:cubicBezTo>
                <a:lnTo>
                  <a:pt x="2538882" y="1095828"/>
                </a:lnTo>
                <a:cubicBezTo>
                  <a:pt x="2539287" y="1096232"/>
                  <a:pt x="2539287" y="1096637"/>
                  <a:pt x="2538882" y="1097042"/>
                </a:cubicBezTo>
                <a:lnTo>
                  <a:pt x="2531595" y="1109996"/>
                </a:lnTo>
                <a:cubicBezTo>
                  <a:pt x="2531191" y="1110401"/>
                  <a:pt x="2530786" y="1110806"/>
                  <a:pt x="2530381" y="1110806"/>
                </a:cubicBezTo>
                <a:lnTo>
                  <a:pt x="2515808" y="1110806"/>
                </a:lnTo>
                <a:cubicBezTo>
                  <a:pt x="2515403" y="1110806"/>
                  <a:pt x="2514998" y="1110401"/>
                  <a:pt x="2514593" y="1109996"/>
                </a:cubicBezTo>
                <a:lnTo>
                  <a:pt x="2507307" y="1097042"/>
                </a:lnTo>
                <a:cubicBezTo>
                  <a:pt x="2506902" y="1096637"/>
                  <a:pt x="2506902" y="1096232"/>
                  <a:pt x="2507307" y="1095828"/>
                </a:cubicBezTo>
                <a:lnTo>
                  <a:pt x="2514593" y="1082874"/>
                </a:lnTo>
                <a:cubicBezTo>
                  <a:pt x="2514998" y="1082469"/>
                  <a:pt x="2515403" y="1082064"/>
                  <a:pt x="2515808" y="1082064"/>
                </a:cubicBezTo>
                <a:close/>
                <a:moveTo>
                  <a:pt x="3088616" y="1053727"/>
                </a:moveTo>
                <a:lnTo>
                  <a:pt x="3091450" y="1053727"/>
                </a:lnTo>
                <a:lnTo>
                  <a:pt x="3093069" y="1056156"/>
                </a:lnTo>
                <a:lnTo>
                  <a:pt x="3091450" y="1058585"/>
                </a:lnTo>
                <a:lnTo>
                  <a:pt x="3088616" y="1058585"/>
                </a:lnTo>
                <a:lnTo>
                  <a:pt x="3086997" y="1056156"/>
                </a:lnTo>
                <a:close/>
                <a:moveTo>
                  <a:pt x="3048135" y="1053727"/>
                </a:moveTo>
                <a:lnTo>
                  <a:pt x="3050969" y="1053727"/>
                </a:lnTo>
                <a:lnTo>
                  <a:pt x="3052588" y="1056156"/>
                </a:lnTo>
                <a:lnTo>
                  <a:pt x="3050969" y="1058585"/>
                </a:lnTo>
                <a:lnTo>
                  <a:pt x="3048135" y="1058585"/>
                </a:lnTo>
                <a:lnTo>
                  <a:pt x="3046516" y="1056156"/>
                </a:lnTo>
                <a:close/>
                <a:moveTo>
                  <a:pt x="3007654" y="1053727"/>
                </a:moveTo>
                <a:lnTo>
                  <a:pt x="3010488" y="1053727"/>
                </a:lnTo>
                <a:lnTo>
                  <a:pt x="3012107" y="1056156"/>
                </a:lnTo>
                <a:lnTo>
                  <a:pt x="3010488" y="1058585"/>
                </a:lnTo>
                <a:lnTo>
                  <a:pt x="3007654" y="1058585"/>
                </a:lnTo>
                <a:lnTo>
                  <a:pt x="3006035" y="1056156"/>
                </a:lnTo>
                <a:close/>
                <a:moveTo>
                  <a:pt x="2926287" y="1053727"/>
                </a:moveTo>
                <a:lnTo>
                  <a:pt x="2929120" y="1053727"/>
                </a:lnTo>
                <a:lnTo>
                  <a:pt x="2930335" y="1056156"/>
                </a:lnTo>
                <a:lnTo>
                  <a:pt x="2929120" y="1058585"/>
                </a:lnTo>
                <a:lnTo>
                  <a:pt x="2926287" y="1058585"/>
                </a:lnTo>
                <a:lnTo>
                  <a:pt x="2925072" y="1056156"/>
                </a:lnTo>
                <a:close/>
                <a:moveTo>
                  <a:pt x="2885806" y="1053727"/>
                </a:moveTo>
                <a:lnTo>
                  <a:pt x="2888639" y="1053727"/>
                </a:lnTo>
                <a:lnTo>
                  <a:pt x="2889854" y="1056156"/>
                </a:lnTo>
                <a:lnTo>
                  <a:pt x="2888639" y="1058585"/>
                </a:lnTo>
                <a:lnTo>
                  <a:pt x="2885806" y="1058585"/>
                </a:lnTo>
                <a:lnTo>
                  <a:pt x="2884591" y="1056156"/>
                </a:lnTo>
                <a:close/>
                <a:moveTo>
                  <a:pt x="4585613" y="1052917"/>
                </a:moveTo>
                <a:lnTo>
                  <a:pt x="4589661" y="1052917"/>
                </a:lnTo>
                <a:lnTo>
                  <a:pt x="4591685" y="1056156"/>
                </a:lnTo>
                <a:lnTo>
                  <a:pt x="4589661" y="1059394"/>
                </a:lnTo>
                <a:lnTo>
                  <a:pt x="4585613" y="1059394"/>
                </a:lnTo>
                <a:lnTo>
                  <a:pt x="4583589" y="1056156"/>
                </a:lnTo>
                <a:close/>
                <a:moveTo>
                  <a:pt x="4342726" y="1052917"/>
                </a:moveTo>
                <a:lnTo>
                  <a:pt x="4346774" y="1052917"/>
                </a:lnTo>
                <a:lnTo>
                  <a:pt x="4348798" y="1056156"/>
                </a:lnTo>
                <a:lnTo>
                  <a:pt x="4346774" y="1059394"/>
                </a:lnTo>
                <a:lnTo>
                  <a:pt x="4342726" y="1059394"/>
                </a:lnTo>
                <a:lnTo>
                  <a:pt x="4340702" y="1056156"/>
                </a:lnTo>
                <a:close/>
                <a:moveTo>
                  <a:pt x="2966768" y="1052917"/>
                </a:moveTo>
                <a:lnTo>
                  <a:pt x="2970411" y="1052917"/>
                </a:lnTo>
                <a:lnTo>
                  <a:pt x="2972436" y="1056156"/>
                </a:lnTo>
                <a:lnTo>
                  <a:pt x="2970411" y="1059394"/>
                </a:lnTo>
                <a:lnTo>
                  <a:pt x="2966768" y="1059394"/>
                </a:lnTo>
                <a:lnTo>
                  <a:pt x="2964744" y="1056156"/>
                </a:lnTo>
                <a:close/>
                <a:moveTo>
                  <a:pt x="4544728" y="1052513"/>
                </a:moveTo>
                <a:lnTo>
                  <a:pt x="4549181" y="1052513"/>
                </a:lnTo>
                <a:lnTo>
                  <a:pt x="4551205" y="1056156"/>
                </a:lnTo>
                <a:lnTo>
                  <a:pt x="4549181" y="1059800"/>
                </a:lnTo>
                <a:lnTo>
                  <a:pt x="4544728" y="1059800"/>
                </a:lnTo>
                <a:lnTo>
                  <a:pt x="4542704" y="1056156"/>
                </a:lnTo>
                <a:close/>
                <a:moveTo>
                  <a:pt x="4504246" y="1052513"/>
                </a:moveTo>
                <a:lnTo>
                  <a:pt x="4508699" y="1052513"/>
                </a:lnTo>
                <a:lnTo>
                  <a:pt x="4510723" y="1056156"/>
                </a:lnTo>
                <a:lnTo>
                  <a:pt x="4508699" y="1059800"/>
                </a:lnTo>
                <a:lnTo>
                  <a:pt x="4504246" y="1059800"/>
                </a:lnTo>
                <a:lnTo>
                  <a:pt x="4502222" y="1056156"/>
                </a:lnTo>
                <a:close/>
                <a:moveTo>
                  <a:pt x="4464170" y="1052513"/>
                </a:moveTo>
                <a:lnTo>
                  <a:pt x="4468218" y="1052513"/>
                </a:lnTo>
                <a:lnTo>
                  <a:pt x="4470242" y="1056156"/>
                </a:lnTo>
                <a:lnTo>
                  <a:pt x="4468218" y="1059800"/>
                </a:lnTo>
                <a:lnTo>
                  <a:pt x="4464170" y="1059800"/>
                </a:lnTo>
                <a:lnTo>
                  <a:pt x="4462146" y="1056156"/>
                </a:lnTo>
                <a:close/>
                <a:moveTo>
                  <a:pt x="4423284" y="1052513"/>
                </a:moveTo>
                <a:lnTo>
                  <a:pt x="4427737" y="1052513"/>
                </a:lnTo>
                <a:lnTo>
                  <a:pt x="4429761" y="1056156"/>
                </a:lnTo>
                <a:lnTo>
                  <a:pt x="4427737" y="1059800"/>
                </a:lnTo>
                <a:lnTo>
                  <a:pt x="4423284" y="1059800"/>
                </a:lnTo>
                <a:lnTo>
                  <a:pt x="4421260" y="1056156"/>
                </a:lnTo>
                <a:close/>
                <a:moveTo>
                  <a:pt x="4383207" y="1052513"/>
                </a:moveTo>
                <a:lnTo>
                  <a:pt x="4387255" y="1052513"/>
                </a:lnTo>
                <a:lnTo>
                  <a:pt x="4389279" y="1056156"/>
                </a:lnTo>
                <a:lnTo>
                  <a:pt x="4387255" y="1059800"/>
                </a:lnTo>
                <a:lnTo>
                  <a:pt x="4383207" y="1059800"/>
                </a:lnTo>
                <a:lnTo>
                  <a:pt x="4381183" y="1056156"/>
                </a:lnTo>
                <a:close/>
                <a:moveTo>
                  <a:pt x="4302245" y="1052513"/>
                </a:moveTo>
                <a:lnTo>
                  <a:pt x="4306293" y="1052513"/>
                </a:lnTo>
                <a:lnTo>
                  <a:pt x="4308317" y="1056156"/>
                </a:lnTo>
                <a:lnTo>
                  <a:pt x="4306293" y="1059800"/>
                </a:lnTo>
                <a:lnTo>
                  <a:pt x="4302245" y="1059800"/>
                </a:lnTo>
                <a:lnTo>
                  <a:pt x="4300221" y="1056156"/>
                </a:lnTo>
                <a:close/>
                <a:moveTo>
                  <a:pt x="4261359" y="1052513"/>
                </a:moveTo>
                <a:lnTo>
                  <a:pt x="4265812" y="1052513"/>
                </a:lnTo>
                <a:lnTo>
                  <a:pt x="4267836" y="1056156"/>
                </a:lnTo>
                <a:lnTo>
                  <a:pt x="4265812" y="1059800"/>
                </a:lnTo>
                <a:lnTo>
                  <a:pt x="4261359" y="1059800"/>
                </a:lnTo>
                <a:lnTo>
                  <a:pt x="4259335" y="1056156"/>
                </a:lnTo>
                <a:close/>
                <a:moveTo>
                  <a:pt x="3128288" y="1052513"/>
                </a:moveTo>
                <a:lnTo>
                  <a:pt x="3132336" y="1052513"/>
                </a:lnTo>
                <a:lnTo>
                  <a:pt x="3134360" y="1056156"/>
                </a:lnTo>
                <a:lnTo>
                  <a:pt x="3132336" y="1059800"/>
                </a:lnTo>
                <a:lnTo>
                  <a:pt x="3128288" y="1059800"/>
                </a:lnTo>
                <a:lnTo>
                  <a:pt x="3126264" y="1056156"/>
                </a:lnTo>
                <a:close/>
                <a:moveTo>
                  <a:pt x="4220877" y="1052108"/>
                </a:moveTo>
                <a:lnTo>
                  <a:pt x="4225735" y="1052108"/>
                </a:lnTo>
                <a:lnTo>
                  <a:pt x="4228164" y="1056156"/>
                </a:lnTo>
                <a:lnTo>
                  <a:pt x="4225735" y="1060204"/>
                </a:lnTo>
                <a:lnTo>
                  <a:pt x="4220877" y="1060204"/>
                </a:lnTo>
                <a:lnTo>
                  <a:pt x="4218448" y="1056156"/>
                </a:lnTo>
                <a:close/>
                <a:moveTo>
                  <a:pt x="4180396" y="1052108"/>
                </a:moveTo>
                <a:lnTo>
                  <a:pt x="4185254" y="1052108"/>
                </a:lnTo>
                <a:lnTo>
                  <a:pt x="4187683" y="1056156"/>
                </a:lnTo>
                <a:lnTo>
                  <a:pt x="4185254" y="1060204"/>
                </a:lnTo>
                <a:lnTo>
                  <a:pt x="4180396" y="1060204"/>
                </a:lnTo>
                <a:lnTo>
                  <a:pt x="4177967" y="1056156"/>
                </a:lnTo>
                <a:close/>
                <a:moveTo>
                  <a:pt x="2804438" y="1052108"/>
                </a:moveTo>
                <a:lnTo>
                  <a:pt x="2808082" y="1052108"/>
                </a:lnTo>
                <a:cubicBezTo>
                  <a:pt x="2808486" y="1052108"/>
                  <a:pt x="2808891" y="1052108"/>
                  <a:pt x="2809296" y="1052513"/>
                </a:cubicBezTo>
                <a:lnTo>
                  <a:pt x="2811320" y="1055751"/>
                </a:lnTo>
                <a:cubicBezTo>
                  <a:pt x="2811725" y="1056156"/>
                  <a:pt x="2811725" y="1056561"/>
                  <a:pt x="2811320" y="1056966"/>
                </a:cubicBezTo>
                <a:lnTo>
                  <a:pt x="2809296" y="1060204"/>
                </a:lnTo>
                <a:cubicBezTo>
                  <a:pt x="2809296" y="1060609"/>
                  <a:pt x="2808891" y="1060609"/>
                  <a:pt x="2808082" y="1060609"/>
                </a:cubicBezTo>
                <a:lnTo>
                  <a:pt x="2804438" y="1060609"/>
                </a:lnTo>
                <a:cubicBezTo>
                  <a:pt x="2804034" y="1060609"/>
                  <a:pt x="2803628" y="1060609"/>
                  <a:pt x="2803224" y="1060204"/>
                </a:cubicBezTo>
                <a:lnTo>
                  <a:pt x="2801200" y="1056966"/>
                </a:lnTo>
                <a:cubicBezTo>
                  <a:pt x="2800795" y="1056561"/>
                  <a:pt x="2800795" y="1056156"/>
                  <a:pt x="2801200" y="1055751"/>
                </a:cubicBezTo>
                <a:lnTo>
                  <a:pt x="2803224" y="1052513"/>
                </a:lnTo>
                <a:cubicBezTo>
                  <a:pt x="2803628" y="1052513"/>
                  <a:pt x="2804034" y="1052108"/>
                  <a:pt x="2804438" y="1052108"/>
                </a:cubicBezTo>
                <a:close/>
                <a:moveTo>
                  <a:pt x="4139915" y="1051298"/>
                </a:moveTo>
                <a:lnTo>
                  <a:pt x="4144368" y="1051298"/>
                </a:lnTo>
                <a:cubicBezTo>
                  <a:pt x="4144773" y="1051298"/>
                  <a:pt x="4145177" y="1051703"/>
                  <a:pt x="4145582" y="1052108"/>
                </a:cubicBezTo>
                <a:lnTo>
                  <a:pt x="4147606" y="1055751"/>
                </a:lnTo>
                <a:cubicBezTo>
                  <a:pt x="4148011" y="1056156"/>
                  <a:pt x="4148011" y="1056561"/>
                  <a:pt x="4147606" y="1056965"/>
                </a:cubicBezTo>
                <a:lnTo>
                  <a:pt x="4145582" y="1060609"/>
                </a:lnTo>
                <a:cubicBezTo>
                  <a:pt x="4145177" y="1061013"/>
                  <a:pt x="4144773" y="1061013"/>
                  <a:pt x="4144368" y="1061418"/>
                </a:cubicBezTo>
                <a:lnTo>
                  <a:pt x="4139915" y="1061418"/>
                </a:lnTo>
                <a:cubicBezTo>
                  <a:pt x="4139510" y="1061418"/>
                  <a:pt x="4139105" y="1061013"/>
                  <a:pt x="4138701" y="1060609"/>
                </a:cubicBezTo>
                <a:lnTo>
                  <a:pt x="4136677" y="1056965"/>
                </a:lnTo>
                <a:cubicBezTo>
                  <a:pt x="4136272" y="1056561"/>
                  <a:pt x="4136272" y="1056156"/>
                  <a:pt x="4136677" y="1055751"/>
                </a:cubicBezTo>
                <a:lnTo>
                  <a:pt x="4138701" y="1052108"/>
                </a:lnTo>
                <a:cubicBezTo>
                  <a:pt x="4139105" y="1051703"/>
                  <a:pt x="4139510" y="1051298"/>
                  <a:pt x="4139915" y="1051298"/>
                </a:cubicBezTo>
                <a:close/>
                <a:moveTo>
                  <a:pt x="2844920" y="1051298"/>
                </a:moveTo>
                <a:lnTo>
                  <a:pt x="2848564" y="1051298"/>
                </a:lnTo>
                <a:cubicBezTo>
                  <a:pt x="2848968" y="1051298"/>
                  <a:pt x="2849373" y="1051703"/>
                  <a:pt x="2849778" y="1052108"/>
                </a:cubicBezTo>
                <a:lnTo>
                  <a:pt x="2851802" y="1055346"/>
                </a:lnTo>
                <a:cubicBezTo>
                  <a:pt x="2852207" y="1055751"/>
                  <a:pt x="2852207" y="1056156"/>
                  <a:pt x="2851802" y="1056561"/>
                </a:cubicBezTo>
                <a:lnTo>
                  <a:pt x="2849778" y="1059799"/>
                </a:lnTo>
                <a:cubicBezTo>
                  <a:pt x="2849778" y="1060204"/>
                  <a:pt x="2849373" y="1060609"/>
                  <a:pt x="2848564" y="1060609"/>
                </a:cubicBezTo>
                <a:lnTo>
                  <a:pt x="2844920" y="1060609"/>
                </a:lnTo>
                <a:cubicBezTo>
                  <a:pt x="2844516" y="1060609"/>
                  <a:pt x="2844110" y="1060204"/>
                  <a:pt x="2843706" y="1059799"/>
                </a:cubicBezTo>
                <a:lnTo>
                  <a:pt x="2841682" y="1056561"/>
                </a:lnTo>
                <a:cubicBezTo>
                  <a:pt x="2841277" y="1056156"/>
                  <a:pt x="2841277" y="1055751"/>
                  <a:pt x="2841682" y="1055346"/>
                </a:cubicBezTo>
                <a:lnTo>
                  <a:pt x="2843706" y="1052108"/>
                </a:lnTo>
                <a:cubicBezTo>
                  <a:pt x="2844110" y="1051703"/>
                  <a:pt x="2844516" y="1051298"/>
                  <a:pt x="2844920" y="1051298"/>
                </a:cubicBezTo>
                <a:close/>
                <a:moveTo>
                  <a:pt x="2763957" y="1050893"/>
                </a:moveTo>
                <a:lnTo>
                  <a:pt x="2768005" y="1050893"/>
                </a:lnTo>
                <a:cubicBezTo>
                  <a:pt x="2768410" y="1050893"/>
                  <a:pt x="2768815" y="1051298"/>
                  <a:pt x="2769219" y="1051703"/>
                </a:cubicBezTo>
                <a:lnTo>
                  <a:pt x="2771244" y="1055346"/>
                </a:lnTo>
                <a:cubicBezTo>
                  <a:pt x="2771649" y="1055751"/>
                  <a:pt x="2771649" y="1056156"/>
                  <a:pt x="2771244" y="1056560"/>
                </a:cubicBezTo>
                <a:lnTo>
                  <a:pt x="2769219" y="1060204"/>
                </a:lnTo>
                <a:cubicBezTo>
                  <a:pt x="2768815" y="1060609"/>
                  <a:pt x="2768410" y="1061013"/>
                  <a:pt x="2768005" y="1061013"/>
                </a:cubicBezTo>
                <a:lnTo>
                  <a:pt x="2763957" y="1061013"/>
                </a:lnTo>
                <a:cubicBezTo>
                  <a:pt x="2763553" y="1061013"/>
                  <a:pt x="2763147" y="1060609"/>
                  <a:pt x="2762743" y="1060204"/>
                </a:cubicBezTo>
                <a:lnTo>
                  <a:pt x="2760719" y="1056560"/>
                </a:lnTo>
                <a:cubicBezTo>
                  <a:pt x="2760314" y="1056156"/>
                  <a:pt x="2760314" y="1055751"/>
                  <a:pt x="2760719" y="1055346"/>
                </a:cubicBezTo>
                <a:lnTo>
                  <a:pt x="2762743" y="1051703"/>
                </a:lnTo>
                <a:cubicBezTo>
                  <a:pt x="2763147" y="1051298"/>
                  <a:pt x="2763553" y="1050893"/>
                  <a:pt x="2763957" y="1050893"/>
                </a:cubicBezTo>
                <a:close/>
                <a:moveTo>
                  <a:pt x="2236891" y="1050893"/>
                </a:moveTo>
                <a:lnTo>
                  <a:pt x="2241749" y="1050893"/>
                </a:lnTo>
                <a:cubicBezTo>
                  <a:pt x="2242153" y="1050893"/>
                  <a:pt x="2242558" y="1051298"/>
                  <a:pt x="2242963" y="1051703"/>
                </a:cubicBezTo>
                <a:lnTo>
                  <a:pt x="2245392" y="1055751"/>
                </a:lnTo>
                <a:cubicBezTo>
                  <a:pt x="2245797" y="1056156"/>
                  <a:pt x="2245797" y="1056560"/>
                  <a:pt x="2245392" y="1056965"/>
                </a:cubicBezTo>
                <a:lnTo>
                  <a:pt x="2242963" y="1061013"/>
                </a:lnTo>
                <a:cubicBezTo>
                  <a:pt x="2242963" y="1061418"/>
                  <a:pt x="2242558" y="1061418"/>
                  <a:pt x="2241749" y="1061823"/>
                </a:cubicBezTo>
                <a:lnTo>
                  <a:pt x="2236891" y="1061823"/>
                </a:lnTo>
                <a:cubicBezTo>
                  <a:pt x="2236486" y="1061823"/>
                  <a:pt x="2236081" y="1061418"/>
                  <a:pt x="2235677" y="1061013"/>
                </a:cubicBezTo>
                <a:lnTo>
                  <a:pt x="2233248" y="1056965"/>
                </a:lnTo>
                <a:cubicBezTo>
                  <a:pt x="2232843" y="1056560"/>
                  <a:pt x="2232843" y="1056156"/>
                  <a:pt x="2233248" y="1055751"/>
                </a:cubicBezTo>
                <a:lnTo>
                  <a:pt x="2235677" y="1051703"/>
                </a:lnTo>
                <a:cubicBezTo>
                  <a:pt x="2236081" y="1051298"/>
                  <a:pt x="2236486" y="1050893"/>
                  <a:pt x="2236891" y="1050893"/>
                </a:cubicBezTo>
                <a:close/>
                <a:moveTo>
                  <a:pt x="2722666" y="1050084"/>
                </a:moveTo>
                <a:lnTo>
                  <a:pt x="2727928" y="1050084"/>
                </a:lnTo>
                <a:cubicBezTo>
                  <a:pt x="2728333" y="1050084"/>
                  <a:pt x="2728738" y="1050084"/>
                  <a:pt x="2729143" y="1050489"/>
                </a:cubicBezTo>
                <a:lnTo>
                  <a:pt x="2731977" y="1055347"/>
                </a:lnTo>
                <a:cubicBezTo>
                  <a:pt x="2732381" y="1055751"/>
                  <a:pt x="2732381" y="1056156"/>
                  <a:pt x="2731977" y="1056561"/>
                </a:cubicBezTo>
                <a:lnTo>
                  <a:pt x="2729143" y="1061419"/>
                </a:lnTo>
                <a:cubicBezTo>
                  <a:pt x="2729143" y="1061824"/>
                  <a:pt x="2728738" y="1062228"/>
                  <a:pt x="2727928" y="1061824"/>
                </a:cubicBezTo>
                <a:lnTo>
                  <a:pt x="2722666" y="1061824"/>
                </a:lnTo>
                <a:cubicBezTo>
                  <a:pt x="2722261" y="1061824"/>
                  <a:pt x="2721856" y="1061824"/>
                  <a:pt x="2721452" y="1061419"/>
                </a:cubicBezTo>
                <a:lnTo>
                  <a:pt x="2718618" y="1056561"/>
                </a:lnTo>
                <a:cubicBezTo>
                  <a:pt x="2718213" y="1056156"/>
                  <a:pt x="2718213" y="1055751"/>
                  <a:pt x="2718618" y="1055347"/>
                </a:cubicBezTo>
                <a:lnTo>
                  <a:pt x="2721452" y="1050489"/>
                </a:lnTo>
                <a:cubicBezTo>
                  <a:pt x="2721856" y="1050489"/>
                  <a:pt x="2722261" y="1050084"/>
                  <a:pt x="2722666" y="1050084"/>
                </a:cubicBezTo>
                <a:close/>
                <a:moveTo>
                  <a:pt x="4098624" y="1049679"/>
                </a:moveTo>
                <a:lnTo>
                  <a:pt x="4104697" y="1049679"/>
                </a:lnTo>
                <a:cubicBezTo>
                  <a:pt x="4105101" y="1049679"/>
                  <a:pt x="4105506" y="1050084"/>
                  <a:pt x="4105911" y="1050489"/>
                </a:cubicBezTo>
                <a:lnTo>
                  <a:pt x="4109149" y="1055751"/>
                </a:lnTo>
                <a:cubicBezTo>
                  <a:pt x="4109555" y="1056156"/>
                  <a:pt x="4109555" y="1056561"/>
                  <a:pt x="4109149" y="1056966"/>
                </a:cubicBezTo>
                <a:lnTo>
                  <a:pt x="4105911" y="1062228"/>
                </a:lnTo>
                <a:cubicBezTo>
                  <a:pt x="4105911" y="1062633"/>
                  <a:pt x="4105506" y="1062633"/>
                  <a:pt x="4104697" y="1063038"/>
                </a:cubicBezTo>
                <a:lnTo>
                  <a:pt x="4098624" y="1063038"/>
                </a:lnTo>
                <a:cubicBezTo>
                  <a:pt x="4098220" y="1063038"/>
                  <a:pt x="4097815" y="1062633"/>
                  <a:pt x="4097410" y="1062228"/>
                </a:cubicBezTo>
                <a:lnTo>
                  <a:pt x="4094172" y="1056966"/>
                </a:lnTo>
                <a:cubicBezTo>
                  <a:pt x="4093767" y="1056561"/>
                  <a:pt x="4093767" y="1056156"/>
                  <a:pt x="4094172" y="1055751"/>
                </a:cubicBezTo>
                <a:lnTo>
                  <a:pt x="4097410" y="1050489"/>
                </a:lnTo>
                <a:cubicBezTo>
                  <a:pt x="4097815" y="1050084"/>
                  <a:pt x="4098220" y="1049679"/>
                  <a:pt x="4098624" y="1049679"/>
                </a:cubicBezTo>
                <a:close/>
                <a:moveTo>
                  <a:pt x="3167556" y="1049274"/>
                </a:moveTo>
                <a:lnTo>
                  <a:pt x="3173628" y="1049274"/>
                </a:lnTo>
                <a:cubicBezTo>
                  <a:pt x="3174033" y="1049274"/>
                  <a:pt x="3174438" y="1049679"/>
                  <a:pt x="3174842" y="1050084"/>
                </a:cubicBezTo>
                <a:lnTo>
                  <a:pt x="3177676" y="1055346"/>
                </a:lnTo>
                <a:cubicBezTo>
                  <a:pt x="3178081" y="1055751"/>
                  <a:pt x="3178081" y="1056156"/>
                  <a:pt x="3177676" y="1056561"/>
                </a:cubicBezTo>
                <a:lnTo>
                  <a:pt x="3174842" y="1061823"/>
                </a:lnTo>
                <a:cubicBezTo>
                  <a:pt x="3174438" y="1062228"/>
                  <a:pt x="3174033" y="1062633"/>
                  <a:pt x="3173628" y="1062633"/>
                </a:cubicBezTo>
                <a:lnTo>
                  <a:pt x="3167556" y="1062633"/>
                </a:lnTo>
                <a:cubicBezTo>
                  <a:pt x="3167151" y="1062633"/>
                  <a:pt x="3166746" y="1062228"/>
                  <a:pt x="3166342" y="1061823"/>
                </a:cubicBezTo>
                <a:lnTo>
                  <a:pt x="3163508" y="1056561"/>
                </a:lnTo>
                <a:cubicBezTo>
                  <a:pt x="3163103" y="1056156"/>
                  <a:pt x="3163103" y="1055751"/>
                  <a:pt x="3163508" y="1055346"/>
                </a:cubicBezTo>
                <a:lnTo>
                  <a:pt x="3166342" y="1050084"/>
                </a:lnTo>
                <a:cubicBezTo>
                  <a:pt x="3166746" y="1049679"/>
                  <a:pt x="3167151" y="1049274"/>
                  <a:pt x="3167556" y="1049274"/>
                </a:cubicBezTo>
                <a:close/>
                <a:moveTo>
                  <a:pt x="2681780" y="1049274"/>
                </a:moveTo>
                <a:lnTo>
                  <a:pt x="2688257" y="1049274"/>
                </a:lnTo>
                <a:cubicBezTo>
                  <a:pt x="2688662" y="1049274"/>
                  <a:pt x="2689067" y="1049679"/>
                  <a:pt x="2689472" y="1050084"/>
                </a:cubicBezTo>
                <a:lnTo>
                  <a:pt x="2692711" y="1055751"/>
                </a:lnTo>
                <a:cubicBezTo>
                  <a:pt x="2693115" y="1056156"/>
                  <a:pt x="2693115" y="1056561"/>
                  <a:pt x="2692711" y="1056965"/>
                </a:cubicBezTo>
                <a:lnTo>
                  <a:pt x="2689472" y="1062633"/>
                </a:lnTo>
                <a:cubicBezTo>
                  <a:pt x="2689067" y="1062633"/>
                  <a:pt x="2688662" y="1063038"/>
                  <a:pt x="2688257" y="1063442"/>
                </a:cubicBezTo>
                <a:lnTo>
                  <a:pt x="2681780" y="1063442"/>
                </a:lnTo>
                <a:cubicBezTo>
                  <a:pt x="2681376" y="1063442"/>
                  <a:pt x="2680971" y="1063038"/>
                  <a:pt x="2680566" y="1062633"/>
                </a:cubicBezTo>
                <a:lnTo>
                  <a:pt x="2677328" y="1056965"/>
                </a:lnTo>
                <a:cubicBezTo>
                  <a:pt x="2676923" y="1056561"/>
                  <a:pt x="2676923" y="1056156"/>
                  <a:pt x="2677328" y="1055751"/>
                </a:cubicBezTo>
                <a:lnTo>
                  <a:pt x="2680566" y="1050084"/>
                </a:lnTo>
                <a:cubicBezTo>
                  <a:pt x="2680971" y="1049679"/>
                  <a:pt x="2681376" y="1049274"/>
                  <a:pt x="2681780" y="1049274"/>
                </a:cubicBezTo>
                <a:close/>
                <a:moveTo>
                  <a:pt x="3977180" y="1048869"/>
                </a:moveTo>
                <a:lnTo>
                  <a:pt x="3983657" y="1048869"/>
                </a:lnTo>
                <a:cubicBezTo>
                  <a:pt x="3984062" y="1048869"/>
                  <a:pt x="3984467" y="1049274"/>
                  <a:pt x="3984872" y="1049679"/>
                </a:cubicBezTo>
                <a:lnTo>
                  <a:pt x="3988111" y="1055346"/>
                </a:lnTo>
                <a:cubicBezTo>
                  <a:pt x="3988515" y="1055751"/>
                  <a:pt x="3988515" y="1056156"/>
                  <a:pt x="3988111" y="1056561"/>
                </a:cubicBezTo>
                <a:lnTo>
                  <a:pt x="3984872" y="1062228"/>
                </a:lnTo>
                <a:cubicBezTo>
                  <a:pt x="3984467" y="1062633"/>
                  <a:pt x="3984062" y="1063037"/>
                  <a:pt x="3983657" y="1063037"/>
                </a:cubicBezTo>
                <a:lnTo>
                  <a:pt x="3977180" y="1063037"/>
                </a:lnTo>
                <a:cubicBezTo>
                  <a:pt x="3976776" y="1063037"/>
                  <a:pt x="3976371" y="1062633"/>
                  <a:pt x="3975966" y="1062228"/>
                </a:cubicBezTo>
                <a:lnTo>
                  <a:pt x="3972728" y="1056561"/>
                </a:lnTo>
                <a:cubicBezTo>
                  <a:pt x="3972323" y="1056156"/>
                  <a:pt x="3972323" y="1055751"/>
                  <a:pt x="3972728" y="1055346"/>
                </a:cubicBezTo>
                <a:lnTo>
                  <a:pt x="3975966" y="1049679"/>
                </a:lnTo>
                <a:cubicBezTo>
                  <a:pt x="3976371" y="1049274"/>
                  <a:pt x="3976776" y="1048869"/>
                  <a:pt x="3977180" y="1048869"/>
                </a:cubicBezTo>
                <a:close/>
                <a:moveTo>
                  <a:pt x="4057738" y="1048464"/>
                </a:moveTo>
                <a:lnTo>
                  <a:pt x="4064620" y="1048464"/>
                </a:lnTo>
                <a:cubicBezTo>
                  <a:pt x="4065025" y="1048464"/>
                  <a:pt x="4065430" y="1048869"/>
                  <a:pt x="4065835" y="1049274"/>
                </a:cubicBezTo>
                <a:lnTo>
                  <a:pt x="4069073" y="1055346"/>
                </a:lnTo>
                <a:cubicBezTo>
                  <a:pt x="4069478" y="1055751"/>
                  <a:pt x="4069478" y="1056155"/>
                  <a:pt x="4069073" y="1056560"/>
                </a:cubicBezTo>
                <a:lnTo>
                  <a:pt x="4065835" y="1062632"/>
                </a:lnTo>
                <a:cubicBezTo>
                  <a:pt x="4065430" y="1063037"/>
                  <a:pt x="4065430" y="1063442"/>
                  <a:pt x="4064620" y="1063442"/>
                </a:cubicBezTo>
                <a:lnTo>
                  <a:pt x="4057738" y="1063442"/>
                </a:lnTo>
                <a:cubicBezTo>
                  <a:pt x="4057334" y="1063442"/>
                  <a:pt x="4056929" y="1063037"/>
                  <a:pt x="4056524" y="1062632"/>
                </a:cubicBezTo>
                <a:lnTo>
                  <a:pt x="4053286" y="1056560"/>
                </a:lnTo>
                <a:cubicBezTo>
                  <a:pt x="4052881" y="1056155"/>
                  <a:pt x="4052881" y="1055751"/>
                  <a:pt x="4053286" y="1055346"/>
                </a:cubicBezTo>
                <a:lnTo>
                  <a:pt x="4056524" y="1049274"/>
                </a:lnTo>
                <a:cubicBezTo>
                  <a:pt x="4056929" y="1048869"/>
                  <a:pt x="4057334" y="1048464"/>
                  <a:pt x="4057738" y="1048464"/>
                </a:cubicBezTo>
                <a:close/>
                <a:moveTo>
                  <a:pt x="3207631" y="1048464"/>
                </a:moveTo>
                <a:lnTo>
                  <a:pt x="3214918" y="1048464"/>
                </a:lnTo>
                <a:cubicBezTo>
                  <a:pt x="3215323" y="1048464"/>
                  <a:pt x="3215728" y="1048869"/>
                  <a:pt x="3216132" y="1049274"/>
                </a:cubicBezTo>
                <a:lnTo>
                  <a:pt x="3219776" y="1055751"/>
                </a:lnTo>
                <a:cubicBezTo>
                  <a:pt x="3220181" y="1056155"/>
                  <a:pt x="3220181" y="1056560"/>
                  <a:pt x="3219776" y="1056965"/>
                </a:cubicBezTo>
                <a:lnTo>
                  <a:pt x="3216132" y="1063442"/>
                </a:lnTo>
                <a:cubicBezTo>
                  <a:pt x="3215728" y="1063442"/>
                  <a:pt x="3215323" y="1063847"/>
                  <a:pt x="3214918" y="1064252"/>
                </a:cubicBezTo>
                <a:lnTo>
                  <a:pt x="3207631" y="1064252"/>
                </a:lnTo>
                <a:cubicBezTo>
                  <a:pt x="3207227" y="1064252"/>
                  <a:pt x="3206822" y="1063847"/>
                  <a:pt x="3206417" y="1063442"/>
                </a:cubicBezTo>
                <a:lnTo>
                  <a:pt x="3202774" y="1056965"/>
                </a:lnTo>
                <a:cubicBezTo>
                  <a:pt x="3202369" y="1056560"/>
                  <a:pt x="3202369" y="1056155"/>
                  <a:pt x="3202774" y="1055751"/>
                </a:cubicBezTo>
                <a:lnTo>
                  <a:pt x="3206417" y="1049274"/>
                </a:lnTo>
                <a:cubicBezTo>
                  <a:pt x="3206822" y="1048869"/>
                  <a:pt x="3207227" y="1048464"/>
                  <a:pt x="3207631" y="1048464"/>
                </a:cubicBezTo>
                <a:close/>
                <a:moveTo>
                  <a:pt x="4017256" y="1048060"/>
                </a:moveTo>
                <a:lnTo>
                  <a:pt x="4024543" y="1048060"/>
                </a:lnTo>
                <a:cubicBezTo>
                  <a:pt x="4024948" y="1048060"/>
                  <a:pt x="4025353" y="1048465"/>
                  <a:pt x="4025757" y="1048870"/>
                </a:cubicBezTo>
                <a:lnTo>
                  <a:pt x="4029401" y="1055347"/>
                </a:lnTo>
                <a:cubicBezTo>
                  <a:pt x="4029806" y="1055751"/>
                  <a:pt x="4029806" y="1056156"/>
                  <a:pt x="4029401" y="1056561"/>
                </a:cubicBezTo>
                <a:lnTo>
                  <a:pt x="4025757" y="1063038"/>
                </a:lnTo>
                <a:cubicBezTo>
                  <a:pt x="4025353" y="1063443"/>
                  <a:pt x="4024948" y="1063848"/>
                  <a:pt x="4024543" y="1063848"/>
                </a:cubicBezTo>
                <a:lnTo>
                  <a:pt x="4017256" y="1063848"/>
                </a:lnTo>
                <a:cubicBezTo>
                  <a:pt x="4016852" y="1063848"/>
                  <a:pt x="4016447" y="1063443"/>
                  <a:pt x="4016042" y="1063038"/>
                </a:cubicBezTo>
                <a:lnTo>
                  <a:pt x="4012399" y="1056561"/>
                </a:lnTo>
                <a:cubicBezTo>
                  <a:pt x="4011994" y="1056156"/>
                  <a:pt x="4011994" y="1055751"/>
                  <a:pt x="4012399" y="1055347"/>
                </a:cubicBezTo>
                <a:lnTo>
                  <a:pt x="4016042" y="1048870"/>
                </a:lnTo>
                <a:cubicBezTo>
                  <a:pt x="4016447" y="1048465"/>
                  <a:pt x="4016852" y="1048060"/>
                  <a:pt x="4017256" y="1048060"/>
                </a:cubicBezTo>
                <a:close/>
                <a:moveTo>
                  <a:pt x="2600008" y="1048060"/>
                </a:moveTo>
                <a:lnTo>
                  <a:pt x="2608104" y="1048060"/>
                </a:lnTo>
                <a:cubicBezTo>
                  <a:pt x="2608509" y="1048060"/>
                  <a:pt x="2608914" y="1048465"/>
                  <a:pt x="2609319" y="1048870"/>
                </a:cubicBezTo>
                <a:lnTo>
                  <a:pt x="2613367" y="1055751"/>
                </a:lnTo>
                <a:cubicBezTo>
                  <a:pt x="2613772" y="1056156"/>
                  <a:pt x="2613772" y="1056561"/>
                  <a:pt x="2613367" y="1056966"/>
                </a:cubicBezTo>
                <a:lnTo>
                  <a:pt x="2609319" y="1063848"/>
                </a:lnTo>
                <a:cubicBezTo>
                  <a:pt x="2608914" y="1064253"/>
                  <a:pt x="2608509" y="1064253"/>
                  <a:pt x="2608104" y="1064657"/>
                </a:cubicBezTo>
                <a:lnTo>
                  <a:pt x="2600008" y="1064657"/>
                </a:lnTo>
                <a:cubicBezTo>
                  <a:pt x="2599603" y="1064657"/>
                  <a:pt x="2599199" y="1064253"/>
                  <a:pt x="2598794" y="1063848"/>
                </a:cubicBezTo>
                <a:lnTo>
                  <a:pt x="2594746" y="1056966"/>
                </a:lnTo>
                <a:cubicBezTo>
                  <a:pt x="2594341" y="1056561"/>
                  <a:pt x="2594341" y="1056156"/>
                  <a:pt x="2594746" y="1055751"/>
                </a:cubicBezTo>
                <a:lnTo>
                  <a:pt x="2598794" y="1048870"/>
                </a:lnTo>
                <a:cubicBezTo>
                  <a:pt x="2599199" y="1048465"/>
                  <a:pt x="2599603" y="1048060"/>
                  <a:pt x="2600008" y="1048060"/>
                </a:cubicBezTo>
                <a:close/>
                <a:moveTo>
                  <a:pt x="3895003" y="1047655"/>
                </a:moveTo>
                <a:lnTo>
                  <a:pt x="3903504" y="1047655"/>
                </a:lnTo>
                <a:cubicBezTo>
                  <a:pt x="3903909" y="1047655"/>
                  <a:pt x="3904314" y="1048060"/>
                  <a:pt x="3904718" y="1048465"/>
                </a:cubicBezTo>
                <a:lnTo>
                  <a:pt x="3908767" y="1055751"/>
                </a:lnTo>
                <a:cubicBezTo>
                  <a:pt x="3909172" y="1056156"/>
                  <a:pt x="3909172" y="1056561"/>
                  <a:pt x="3908767" y="1056966"/>
                </a:cubicBezTo>
                <a:lnTo>
                  <a:pt x="3904718" y="1064252"/>
                </a:lnTo>
                <a:cubicBezTo>
                  <a:pt x="3904718" y="1064657"/>
                  <a:pt x="3904314" y="1064657"/>
                  <a:pt x="3903504" y="1065062"/>
                </a:cubicBezTo>
                <a:lnTo>
                  <a:pt x="3895003" y="1065062"/>
                </a:lnTo>
                <a:cubicBezTo>
                  <a:pt x="3894598" y="1065062"/>
                  <a:pt x="3894193" y="1064657"/>
                  <a:pt x="3893789" y="1064252"/>
                </a:cubicBezTo>
                <a:lnTo>
                  <a:pt x="3889741" y="1056966"/>
                </a:lnTo>
                <a:cubicBezTo>
                  <a:pt x="3889336" y="1056561"/>
                  <a:pt x="3889336" y="1056156"/>
                  <a:pt x="3889741" y="1055751"/>
                </a:cubicBezTo>
                <a:lnTo>
                  <a:pt x="3893789" y="1048465"/>
                </a:lnTo>
                <a:cubicBezTo>
                  <a:pt x="3894193" y="1048060"/>
                  <a:pt x="3894598" y="1047655"/>
                  <a:pt x="3895003" y="1047655"/>
                </a:cubicBezTo>
                <a:close/>
                <a:moveTo>
                  <a:pt x="3854522" y="1047655"/>
                </a:moveTo>
                <a:lnTo>
                  <a:pt x="3863023" y="1047655"/>
                </a:lnTo>
                <a:cubicBezTo>
                  <a:pt x="3863428" y="1047655"/>
                  <a:pt x="3863833" y="1048060"/>
                  <a:pt x="3864237" y="1048465"/>
                </a:cubicBezTo>
                <a:lnTo>
                  <a:pt x="3868286" y="1055751"/>
                </a:lnTo>
                <a:cubicBezTo>
                  <a:pt x="3868691" y="1056156"/>
                  <a:pt x="3868691" y="1056561"/>
                  <a:pt x="3868286" y="1056966"/>
                </a:cubicBezTo>
                <a:lnTo>
                  <a:pt x="3864237" y="1064252"/>
                </a:lnTo>
                <a:cubicBezTo>
                  <a:pt x="3864237" y="1064657"/>
                  <a:pt x="3863833" y="1064657"/>
                  <a:pt x="3863023" y="1065062"/>
                </a:cubicBezTo>
                <a:lnTo>
                  <a:pt x="3854522" y="1065062"/>
                </a:lnTo>
                <a:cubicBezTo>
                  <a:pt x="3854117" y="1065062"/>
                  <a:pt x="3853712" y="1064657"/>
                  <a:pt x="3853308" y="1064252"/>
                </a:cubicBezTo>
                <a:lnTo>
                  <a:pt x="3849260" y="1056966"/>
                </a:lnTo>
                <a:cubicBezTo>
                  <a:pt x="3848855" y="1056561"/>
                  <a:pt x="3848855" y="1056156"/>
                  <a:pt x="3849260" y="1055751"/>
                </a:cubicBezTo>
                <a:lnTo>
                  <a:pt x="3853308" y="1048465"/>
                </a:lnTo>
                <a:cubicBezTo>
                  <a:pt x="3853712" y="1048060"/>
                  <a:pt x="3854117" y="1047655"/>
                  <a:pt x="3854522" y="1047655"/>
                </a:cubicBezTo>
                <a:close/>
                <a:moveTo>
                  <a:pt x="3814041" y="1047655"/>
                </a:moveTo>
                <a:lnTo>
                  <a:pt x="3822947" y="1047655"/>
                </a:lnTo>
                <a:cubicBezTo>
                  <a:pt x="3823351" y="1047655"/>
                  <a:pt x="3823756" y="1047655"/>
                  <a:pt x="3824161" y="1048060"/>
                </a:cubicBezTo>
                <a:lnTo>
                  <a:pt x="3828614" y="1055751"/>
                </a:lnTo>
                <a:cubicBezTo>
                  <a:pt x="3829019" y="1056156"/>
                  <a:pt x="3829019" y="1056561"/>
                  <a:pt x="3828614" y="1056966"/>
                </a:cubicBezTo>
                <a:lnTo>
                  <a:pt x="3824161" y="1064657"/>
                </a:lnTo>
                <a:cubicBezTo>
                  <a:pt x="3823756" y="1065062"/>
                  <a:pt x="3823351" y="1065062"/>
                  <a:pt x="3822947" y="1065062"/>
                </a:cubicBezTo>
                <a:lnTo>
                  <a:pt x="3814041" y="1065062"/>
                </a:lnTo>
                <a:cubicBezTo>
                  <a:pt x="3813636" y="1065062"/>
                  <a:pt x="3813231" y="1065062"/>
                  <a:pt x="3812826" y="1064657"/>
                </a:cubicBezTo>
                <a:lnTo>
                  <a:pt x="3808374" y="1056966"/>
                </a:lnTo>
                <a:cubicBezTo>
                  <a:pt x="3807969" y="1056561"/>
                  <a:pt x="3807969" y="1056156"/>
                  <a:pt x="3808374" y="1055751"/>
                </a:cubicBezTo>
                <a:lnTo>
                  <a:pt x="3812826" y="1048060"/>
                </a:lnTo>
                <a:cubicBezTo>
                  <a:pt x="3813231" y="1048060"/>
                  <a:pt x="3813636" y="1047655"/>
                  <a:pt x="3814041" y="1047655"/>
                </a:cubicBezTo>
                <a:close/>
                <a:moveTo>
                  <a:pt x="3773559" y="1047655"/>
                </a:moveTo>
                <a:lnTo>
                  <a:pt x="3782060" y="1047655"/>
                </a:lnTo>
                <a:cubicBezTo>
                  <a:pt x="3782465" y="1047655"/>
                  <a:pt x="3782870" y="1047655"/>
                  <a:pt x="3783274" y="1048060"/>
                </a:cubicBezTo>
                <a:lnTo>
                  <a:pt x="3787323" y="1055346"/>
                </a:lnTo>
                <a:cubicBezTo>
                  <a:pt x="3787728" y="1055751"/>
                  <a:pt x="3787728" y="1056156"/>
                  <a:pt x="3787323" y="1056561"/>
                </a:cubicBezTo>
                <a:lnTo>
                  <a:pt x="3783274" y="1063848"/>
                </a:lnTo>
                <a:cubicBezTo>
                  <a:pt x="3782870" y="1064252"/>
                  <a:pt x="3782465" y="1064657"/>
                  <a:pt x="3782060" y="1064252"/>
                </a:cubicBezTo>
                <a:lnTo>
                  <a:pt x="3773559" y="1064252"/>
                </a:lnTo>
                <a:cubicBezTo>
                  <a:pt x="3773154" y="1064252"/>
                  <a:pt x="3772749" y="1064252"/>
                  <a:pt x="3772345" y="1063848"/>
                </a:cubicBezTo>
                <a:lnTo>
                  <a:pt x="3768297" y="1056561"/>
                </a:lnTo>
                <a:cubicBezTo>
                  <a:pt x="3767892" y="1056156"/>
                  <a:pt x="3767892" y="1055751"/>
                  <a:pt x="3768297" y="1055346"/>
                </a:cubicBezTo>
                <a:lnTo>
                  <a:pt x="3772345" y="1048060"/>
                </a:lnTo>
                <a:cubicBezTo>
                  <a:pt x="3772749" y="1048060"/>
                  <a:pt x="3773154" y="1047655"/>
                  <a:pt x="3773559" y="1047655"/>
                </a:cubicBezTo>
                <a:close/>
                <a:moveTo>
                  <a:pt x="3247708" y="1047655"/>
                </a:moveTo>
                <a:lnTo>
                  <a:pt x="3255400" y="1047655"/>
                </a:lnTo>
                <a:cubicBezTo>
                  <a:pt x="3255805" y="1047655"/>
                  <a:pt x="3256209" y="1048060"/>
                  <a:pt x="3256614" y="1048465"/>
                </a:cubicBezTo>
                <a:lnTo>
                  <a:pt x="3260662" y="1055346"/>
                </a:lnTo>
                <a:cubicBezTo>
                  <a:pt x="3261067" y="1055751"/>
                  <a:pt x="3261067" y="1056156"/>
                  <a:pt x="3260662" y="1056561"/>
                </a:cubicBezTo>
                <a:lnTo>
                  <a:pt x="3256614" y="1063443"/>
                </a:lnTo>
                <a:cubicBezTo>
                  <a:pt x="3256614" y="1063848"/>
                  <a:pt x="3256209" y="1064252"/>
                  <a:pt x="3255400" y="1064252"/>
                </a:cubicBezTo>
                <a:lnTo>
                  <a:pt x="3247708" y="1064252"/>
                </a:lnTo>
                <a:cubicBezTo>
                  <a:pt x="3247304" y="1064252"/>
                  <a:pt x="3246898" y="1063848"/>
                  <a:pt x="3246494" y="1063443"/>
                </a:cubicBezTo>
                <a:lnTo>
                  <a:pt x="3242446" y="1056561"/>
                </a:lnTo>
                <a:cubicBezTo>
                  <a:pt x="3242041" y="1056156"/>
                  <a:pt x="3242041" y="1055751"/>
                  <a:pt x="3242446" y="1055346"/>
                </a:cubicBezTo>
                <a:lnTo>
                  <a:pt x="3246494" y="1048465"/>
                </a:lnTo>
                <a:cubicBezTo>
                  <a:pt x="3246898" y="1048060"/>
                  <a:pt x="3247304" y="1047655"/>
                  <a:pt x="3247708" y="1047655"/>
                </a:cubicBezTo>
                <a:close/>
                <a:moveTo>
                  <a:pt x="2640085" y="1047655"/>
                </a:moveTo>
                <a:lnTo>
                  <a:pt x="2648586" y="1047655"/>
                </a:lnTo>
                <a:cubicBezTo>
                  <a:pt x="2648991" y="1047655"/>
                  <a:pt x="2649396" y="1048060"/>
                  <a:pt x="2649801" y="1048465"/>
                </a:cubicBezTo>
                <a:lnTo>
                  <a:pt x="2654253" y="1055751"/>
                </a:lnTo>
                <a:cubicBezTo>
                  <a:pt x="2654658" y="1056156"/>
                  <a:pt x="2654658" y="1056561"/>
                  <a:pt x="2654253" y="1056966"/>
                </a:cubicBezTo>
                <a:lnTo>
                  <a:pt x="2649801" y="1064252"/>
                </a:lnTo>
                <a:cubicBezTo>
                  <a:pt x="2649801" y="1064657"/>
                  <a:pt x="2649396" y="1064657"/>
                  <a:pt x="2648586" y="1065062"/>
                </a:cubicBezTo>
                <a:lnTo>
                  <a:pt x="2640085" y="1065062"/>
                </a:lnTo>
                <a:cubicBezTo>
                  <a:pt x="2639680" y="1065062"/>
                  <a:pt x="2639276" y="1064657"/>
                  <a:pt x="2638871" y="1064252"/>
                </a:cubicBezTo>
                <a:lnTo>
                  <a:pt x="2634418" y="1056966"/>
                </a:lnTo>
                <a:cubicBezTo>
                  <a:pt x="2634013" y="1056561"/>
                  <a:pt x="2634013" y="1056156"/>
                  <a:pt x="2634418" y="1055751"/>
                </a:cubicBezTo>
                <a:lnTo>
                  <a:pt x="2638871" y="1048465"/>
                </a:lnTo>
                <a:cubicBezTo>
                  <a:pt x="2639276" y="1048060"/>
                  <a:pt x="2639680" y="1047655"/>
                  <a:pt x="2640085" y="1047655"/>
                </a:cubicBezTo>
                <a:close/>
                <a:moveTo>
                  <a:pt x="2276158" y="1047655"/>
                </a:moveTo>
                <a:lnTo>
                  <a:pt x="2283850" y="1047655"/>
                </a:lnTo>
                <a:cubicBezTo>
                  <a:pt x="2284254" y="1047655"/>
                  <a:pt x="2284659" y="1048060"/>
                  <a:pt x="2285064" y="1048465"/>
                </a:cubicBezTo>
                <a:lnTo>
                  <a:pt x="2289112" y="1055346"/>
                </a:lnTo>
                <a:cubicBezTo>
                  <a:pt x="2289517" y="1055751"/>
                  <a:pt x="2289517" y="1056156"/>
                  <a:pt x="2289112" y="1056561"/>
                </a:cubicBezTo>
                <a:lnTo>
                  <a:pt x="2285064" y="1063443"/>
                </a:lnTo>
                <a:cubicBezTo>
                  <a:pt x="2285064" y="1063848"/>
                  <a:pt x="2284659" y="1064252"/>
                  <a:pt x="2283850" y="1064252"/>
                </a:cubicBezTo>
                <a:lnTo>
                  <a:pt x="2276158" y="1064252"/>
                </a:lnTo>
                <a:cubicBezTo>
                  <a:pt x="2275753" y="1064252"/>
                  <a:pt x="2275349" y="1063848"/>
                  <a:pt x="2274944" y="1063443"/>
                </a:cubicBezTo>
                <a:lnTo>
                  <a:pt x="2270896" y="1056561"/>
                </a:lnTo>
                <a:cubicBezTo>
                  <a:pt x="2270491" y="1056156"/>
                  <a:pt x="2270491" y="1055751"/>
                  <a:pt x="2270896" y="1055346"/>
                </a:cubicBezTo>
                <a:lnTo>
                  <a:pt x="2274944" y="1048465"/>
                </a:lnTo>
                <a:cubicBezTo>
                  <a:pt x="2275349" y="1048060"/>
                  <a:pt x="2275753" y="1047655"/>
                  <a:pt x="2276158" y="1047655"/>
                </a:cubicBezTo>
                <a:close/>
                <a:moveTo>
                  <a:pt x="3733079" y="1047250"/>
                </a:moveTo>
                <a:lnTo>
                  <a:pt x="3741985" y="1047250"/>
                </a:lnTo>
                <a:cubicBezTo>
                  <a:pt x="3742389" y="1047250"/>
                  <a:pt x="3742794" y="1047655"/>
                  <a:pt x="3743199" y="1048060"/>
                </a:cubicBezTo>
                <a:lnTo>
                  <a:pt x="3747652" y="1055751"/>
                </a:lnTo>
                <a:cubicBezTo>
                  <a:pt x="3748057" y="1056156"/>
                  <a:pt x="3748057" y="1056561"/>
                  <a:pt x="3747652" y="1056965"/>
                </a:cubicBezTo>
                <a:lnTo>
                  <a:pt x="3743199" y="1064657"/>
                </a:lnTo>
                <a:cubicBezTo>
                  <a:pt x="3742794" y="1065062"/>
                  <a:pt x="3742389" y="1065062"/>
                  <a:pt x="3741985" y="1065467"/>
                </a:cubicBezTo>
                <a:lnTo>
                  <a:pt x="3733079" y="1065467"/>
                </a:lnTo>
                <a:cubicBezTo>
                  <a:pt x="3732674" y="1065467"/>
                  <a:pt x="3732269" y="1065062"/>
                  <a:pt x="3731864" y="1064657"/>
                </a:cubicBezTo>
                <a:lnTo>
                  <a:pt x="3727412" y="1056965"/>
                </a:lnTo>
                <a:cubicBezTo>
                  <a:pt x="3727007" y="1056561"/>
                  <a:pt x="3727007" y="1056156"/>
                  <a:pt x="3727412" y="1055751"/>
                </a:cubicBezTo>
                <a:lnTo>
                  <a:pt x="3731864" y="1048060"/>
                </a:lnTo>
                <a:cubicBezTo>
                  <a:pt x="3732269" y="1047655"/>
                  <a:pt x="3732674" y="1047250"/>
                  <a:pt x="3733079" y="1047250"/>
                </a:cubicBezTo>
                <a:close/>
                <a:moveTo>
                  <a:pt x="3934675" y="1046845"/>
                </a:moveTo>
                <a:lnTo>
                  <a:pt x="3944795" y="1046845"/>
                </a:lnTo>
                <a:cubicBezTo>
                  <a:pt x="3945200" y="1046845"/>
                  <a:pt x="3945605" y="1046845"/>
                  <a:pt x="3946010" y="1047250"/>
                </a:cubicBezTo>
                <a:lnTo>
                  <a:pt x="3950867" y="1055751"/>
                </a:lnTo>
                <a:cubicBezTo>
                  <a:pt x="3951272" y="1056156"/>
                  <a:pt x="3951272" y="1056561"/>
                  <a:pt x="3950867" y="1056965"/>
                </a:cubicBezTo>
                <a:lnTo>
                  <a:pt x="3946010" y="1065466"/>
                </a:lnTo>
                <a:cubicBezTo>
                  <a:pt x="3945605" y="1065871"/>
                  <a:pt x="3945200" y="1065871"/>
                  <a:pt x="3944795" y="1066276"/>
                </a:cubicBezTo>
                <a:lnTo>
                  <a:pt x="3934675" y="1066276"/>
                </a:lnTo>
                <a:cubicBezTo>
                  <a:pt x="3934270" y="1066276"/>
                  <a:pt x="3933865" y="1065871"/>
                  <a:pt x="3933461" y="1065466"/>
                </a:cubicBezTo>
                <a:lnTo>
                  <a:pt x="3928603" y="1056965"/>
                </a:lnTo>
                <a:cubicBezTo>
                  <a:pt x="3928198" y="1056561"/>
                  <a:pt x="3928198" y="1056156"/>
                  <a:pt x="3928603" y="1055751"/>
                </a:cubicBezTo>
                <a:lnTo>
                  <a:pt x="3933461" y="1047250"/>
                </a:lnTo>
                <a:cubicBezTo>
                  <a:pt x="3933865" y="1047250"/>
                  <a:pt x="3934270" y="1046845"/>
                  <a:pt x="3934675" y="1046845"/>
                </a:cubicBezTo>
                <a:close/>
                <a:moveTo>
                  <a:pt x="2315830" y="1046440"/>
                </a:moveTo>
                <a:lnTo>
                  <a:pt x="2325545" y="1046440"/>
                </a:lnTo>
                <a:cubicBezTo>
                  <a:pt x="2325950" y="1046440"/>
                  <a:pt x="2326355" y="1046845"/>
                  <a:pt x="2326760" y="1047250"/>
                </a:cubicBezTo>
                <a:lnTo>
                  <a:pt x="2331618" y="1055751"/>
                </a:lnTo>
                <a:cubicBezTo>
                  <a:pt x="2332022" y="1056155"/>
                  <a:pt x="2332022" y="1056560"/>
                  <a:pt x="2331618" y="1056965"/>
                </a:cubicBezTo>
                <a:lnTo>
                  <a:pt x="2326760" y="1065466"/>
                </a:lnTo>
                <a:cubicBezTo>
                  <a:pt x="2326355" y="1065466"/>
                  <a:pt x="2325950" y="1065871"/>
                  <a:pt x="2325545" y="1066276"/>
                </a:cubicBezTo>
                <a:lnTo>
                  <a:pt x="2315830" y="1066276"/>
                </a:lnTo>
                <a:cubicBezTo>
                  <a:pt x="2315425" y="1066276"/>
                  <a:pt x="2315020" y="1065871"/>
                  <a:pt x="2314615" y="1065466"/>
                </a:cubicBezTo>
                <a:lnTo>
                  <a:pt x="2309758" y="1056965"/>
                </a:lnTo>
                <a:cubicBezTo>
                  <a:pt x="2309353" y="1056560"/>
                  <a:pt x="2309353" y="1056155"/>
                  <a:pt x="2309758" y="1055751"/>
                </a:cubicBezTo>
                <a:lnTo>
                  <a:pt x="2314615" y="1047250"/>
                </a:lnTo>
                <a:cubicBezTo>
                  <a:pt x="2315020" y="1046845"/>
                  <a:pt x="2315425" y="1046440"/>
                  <a:pt x="2315830" y="1046440"/>
                </a:cubicBezTo>
                <a:close/>
                <a:moveTo>
                  <a:pt x="3488976" y="1046036"/>
                </a:moveTo>
                <a:lnTo>
                  <a:pt x="3499906" y="1046036"/>
                </a:lnTo>
                <a:cubicBezTo>
                  <a:pt x="3500311" y="1046036"/>
                  <a:pt x="3500716" y="1046036"/>
                  <a:pt x="3501121" y="1046441"/>
                </a:cubicBezTo>
                <a:lnTo>
                  <a:pt x="3506384" y="1055751"/>
                </a:lnTo>
                <a:cubicBezTo>
                  <a:pt x="3506788" y="1056156"/>
                  <a:pt x="3506788" y="1056561"/>
                  <a:pt x="3506384" y="1056966"/>
                </a:cubicBezTo>
                <a:lnTo>
                  <a:pt x="3501121" y="1066277"/>
                </a:lnTo>
                <a:cubicBezTo>
                  <a:pt x="3500716" y="1066681"/>
                  <a:pt x="3500311" y="1066681"/>
                  <a:pt x="3499906" y="1066681"/>
                </a:cubicBezTo>
                <a:lnTo>
                  <a:pt x="3488976" y="1066681"/>
                </a:lnTo>
                <a:cubicBezTo>
                  <a:pt x="3488572" y="1066681"/>
                  <a:pt x="3488167" y="1066681"/>
                  <a:pt x="3487762" y="1066277"/>
                </a:cubicBezTo>
                <a:lnTo>
                  <a:pt x="3482500" y="1056966"/>
                </a:lnTo>
                <a:cubicBezTo>
                  <a:pt x="3482095" y="1056561"/>
                  <a:pt x="3482095" y="1056156"/>
                  <a:pt x="3482500" y="1055751"/>
                </a:cubicBezTo>
                <a:lnTo>
                  <a:pt x="3487762" y="1046441"/>
                </a:lnTo>
                <a:cubicBezTo>
                  <a:pt x="3488167" y="1046441"/>
                  <a:pt x="3488572" y="1046036"/>
                  <a:pt x="3488976" y="1046036"/>
                </a:cubicBezTo>
                <a:close/>
                <a:moveTo>
                  <a:pt x="3691383" y="1045226"/>
                </a:moveTo>
                <a:lnTo>
                  <a:pt x="3702717" y="1045226"/>
                </a:lnTo>
                <a:cubicBezTo>
                  <a:pt x="3703122" y="1045226"/>
                  <a:pt x="3703527" y="1045631"/>
                  <a:pt x="3703932" y="1046036"/>
                </a:cubicBezTo>
                <a:lnTo>
                  <a:pt x="3709599" y="1055751"/>
                </a:lnTo>
                <a:cubicBezTo>
                  <a:pt x="3710004" y="1056156"/>
                  <a:pt x="3710004" y="1056561"/>
                  <a:pt x="3709599" y="1056966"/>
                </a:cubicBezTo>
                <a:lnTo>
                  <a:pt x="3703932" y="1066681"/>
                </a:lnTo>
                <a:cubicBezTo>
                  <a:pt x="3703527" y="1067086"/>
                  <a:pt x="3703122" y="1067086"/>
                  <a:pt x="3702717" y="1067491"/>
                </a:cubicBezTo>
                <a:lnTo>
                  <a:pt x="3691383" y="1067491"/>
                </a:lnTo>
                <a:cubicBezTo>
                  <a:pt x="3690978" y="1067491"/>
                  <a:pt x="3690573" y="1067086"/>
                  <a:pt x="3690168" y="1066681"/>
                </a:cubicBezTo>
                <a:lnTo>
                  <a:pt x="3684501" y="1056966"/>
                </a:lnTo>
                <a:cubicBezTo>
                  <a:pt x="3684096" y="1056561"/>
                  <a:pt x="3684096" y="1056156"/>
                  <a:pt x="3684501" y="1055751"/>
                </a:cubicBezTo>
                <a:lnTo>
                  <a:pt x="3690168" y="1046036"/>
                </a:lnTo>
                <a:cubicBezTo>
                  <a:pt x="3690573" y="1045631"/>
                  <a:pt x="3690978" y="1045226"/>
                  <a:pt x="3691383" y="1045226"/>
                </a:cubicBezTo>
                <a:close/>
                <a:moveTo>
                  <a:pt x="3529053" y="1044821"/>
                </a:moveTo>
                <a:lnTo>
                  <a:pt x="3540792" y="1044821"/>
                </a:lnTo>
                <a:cubicBezTo>
                  <a:pt x="3541197" y="1044821"/>
                  <a:pt x="3541602" y="1044821"/>
                  <a:pt x="3542006" y="1045226"/>
                </a:cubicBezTo>
                <a:lnTo>
                  <a:pt x="3547674" y="1055346"/>
                </a:lnTo>
                <a:cubicBezTo>
                  <a:pt x="3548079" y="1055751"/>
                  <a:pt x="3548079" y="1056156"/>
                  <a:pt x="3547674" y="1056561"/>
                </a:cubicBezTo>
                <a:lnTo>
                  <a:pt x="3542006" y="1066681"/>
                </a:lnTo>
                <a:cubicBezTo>
                  <a:pt x="3541602" y="1067086"/>
                  <a:pt x="3541197" y="1067491"/>
                  <a:pt x="3540792" y="1067086"/>
                </a:cubicBezTo>
                <a:lnTo>
                  <a:pt x="3529053" y="1067086"/>
                </a:lnTo>
                <a:cubicBezTo>
                  <a:pt x="3528648" y="1067086"/>
                  <a:pt x="3528243" y="1067086"/>
                  <a:pt x="3527838" y="1066681"/>
                </a:cubicBezTo>
                <a:lnTo>
                  <a:pt x="3522171" y="1056561"/>
                </a:lnTo>
                <a:cubicBezTo>
                  <a:pt x="3521766" y="1056156"/>
                  <a:pt x="3521766" y="1055751"/>
                  <a:pt x="3522171" y="1055346"/>
                </a:cubicBezTo>
                <a:lnTo>
                  <a:pt x="3527838" y="1045226"/>
                </a:lnTo>
                <a:cubicBezTo>
                  <a:pt x="3528243" y="1045226"/>
                  <a:pt x="3528648" y="1044821"/>
                  <a:pt x="3529053" y="1044821"/>
                </a:cubicBezTo>
                <a:close/>
                <a:moveTo>
                  <a:pt x="3448091" y="1044821"/>
                </a:moveTo>
                <a:lnTo>
                  <a:pt x="3459425" y="1044821"/>
                </a:lnTo>
                <a:cubicBezTo>
                  <a:pt x="3459830" y="1044821"/>
                  <a:pt x="3460235" y="1045226"/>
                  <a:pt x="3460640" y="1045631"/>
                </a:cubicBezTo>
                <a:lnTo>
                  <a:pt x="3466307" y="1055346"/>
                </a:lnTo>
                <a:cubicBezTo>
                  <a:pt x="3466712" y="1055751"/>
                  <a:pt x="3466712" y="1056156"/>
                  <a:pt x="3466307" y="1056561"/>
                </a:cubicBezTo>
                <a:lnTo>
                  <a:pt x="3460640" y="1066276"/>
                </a:lnTo>
                <a:cubicBezTo>
                  <a:pt x="3460640" y="1066681"/>
                  <a:pt x="3460235" y="1067086"/>
                  <a:pt x="3459425" y="1067086"/>
                </a:cubicBezTo>
                <a:lnTo>
                  <a:pt x="3448091" y="1067086"/>
                </a:lnTo>
                <a:cubicBezTo>
                  <a:pt x="3447686" y="1067086"/>
                  <a:pt x="3447281" y="1066681"/>
                  <a:pt x="3446876" y="1066276"/>
                </a:cubicBezTo>
                <a:lnTo>
                  <a:pt x="3441209" y="1056561"/>
                </a:lnTo>
                <a:cubicBezTo>
                  <a:pt x="3440804" y="1056156"/>
                  <a:pt x="3440804" y="1055751"/>
                  <a:pt x="3441209" y="1055346"/>
                </a:cubicBezTo>
                <a:lnTo>
                  <a:pt x="3446876" y="1045631"/>
                </a:lnTo>
                <a:cubicBezTo>
                  <a:pt x="3447281" y="1045226"/>
                  <a:pt x="3447686" y="1044821"/>
                  <a:pt x="3448091" y="1044821"/>
                </a:cubicBezTo>
                <a:close/>
                <a:moveTo>
                  <a:pt x="3569129" y="1044416"/>
                </a:moveTo>
                <a:lnTo>
                  <a:pt x="3581678" y="1044416"/>
                </a:lnTo>
                <a:cubicBezTo>
                  <a:pt x="3582083" y="1044416"/>
                  <a:pt x="3582488" y="1044416"/>
                  <a:pt x="3582892" y="1044821"/>
                </a:cubicBezTo>
                <a:lnTo>
                  <a:pt x="3589370" y="1055751"/>
                </a:lnTo>
                <a:cubicBezTo>
                  <a:pt x="3589774" y="1056156"/>
                  <a:pt x="3589774" y="1056560"/>
                  <a:pt x="3589370" y="1056965"/>
                </a:cubicBezTo>
                <a:lnTo>
                  <a:pt x="3582892" y="1067895"/>
                </a:lnTo>
                <a:cubicBezTo>
                  <a:pt x="3582892" y="1068300"/>
                  <a:pt x="3582488" y="1068300"/>
                  <a:pt x="3581678" y="1068300"/>
                </a:cubicBezTo>
                <a:lnTo>
                  <a:pt x="3569129" y="1068300"/>
                </a:lnTo>
                <a:cubicBezTo>
                  <a:pt x="3568724" y="1068300"/>
                  <a:pt x="3568319" y="1068300"/>
                  <a:pt x="3567914" y="1067895"/>
                </a:cubicBezTo>
                <a:lnTo>
                  <a:pt x="3561438" y="1056965"/>
                </a:lnTo>
                <a:cubicBezTo>
                  <a:pt x="3561033" y="1056560"/>
                  <a:pt x="3561033" y="1056156"/>
                  <a:pt x="3561438" y="1055751"/>
                </a:cubicBezTo>
                <a:lnTo>
                  <a:pt x="3567914" y="1044821"/>
                </a:lnTo>
                <a:cubicBezTo>
                  <a:pt x="3568319" y="1044821"/>
                  <a:pt x="3568724" y="1044416"/>
                  <a:pt x="3569129" y="1044416"/>
                </a:cubicBezTo>
                <a:close/>
                <a:moveTo>
                  <a:pt x="3407610" y="1044416"/>
                </a:moveTo>
                <a:lnTo>
                  <a:pt x="3419349" y="1044416"/>
                </a:lnTo>
                <a:cubicBezTo>
                  <a:pt x="3419754" y="1044416"/>
                  <a:pt x="3420159" y="1044821"/>
                  <a:pt x="3420563" y="1045226"/>
                </a:cubicBezTo>
                <a:lnTo>
                  <a:pt x="3426231" y="1055346"/>
                </a:lnTo>
                <a:cubicBezTo>
                  <a:pt x="3426636" y="1055751"/>
                  <a:pt x="3426636" y="1056156"/>
                  <a:pt x="3426231" y="1056560"/>
                </a:cubicBezTo>
                <a:lnTo>
                  <a:pt x="3420563" y="1066681"/>
                </a:lnTo>
                <a:cubicBezTo>
                  <a:pt x="3420159" y="1067085"/>
                  <a:pt x="3419754" y="1067490"/>
                  <a:pt x="3419349" y="1067490"/>
                </a:cubicBezTo>
                <a:lnTo>
                  <a:pt x="3407610" y="1067490"/>
                </a:lnTo>
                <a:cubicBezTo>
                  <a:pt x="3407205" y="1067490"/>
                  <a:pt x="3406800" y="1067085"/>
                  <a:pt x="3406395" y="1066681"/>
                </a:cubicBezTo>
                <a:lnTo>
                  <a:pt x="3400728" y="1056560"/>
                </a:lnTo>
                <a:cubicBezTo>
                  <a:pt x="3400323" y="1056156"/>
                  <a:pt x="3400323" y="1055751"/>
                  <a:pt x="3400728" y="1055346"/>
                </a:cubicBezTo>
                <a:lnTo>
                  <a:pt x="3406395" y="1045226"/>
                </a:lnTo>
                <a:cubicBezTo>
                  <a:pt x="3406800" y="1044821"/>
                  <a:pt x="3407205" y="1044416"/>
                  <a:pt x="3407610" y="1044416"/>
                </a:cubicBezTo>
                <a:close/>
                <a:moveTo>
                  <a:pt x="2557907" y="1044416"/>
                </a:moveTo>
                <a:lnTo>
                  <a:pt x="2569242" y="1044416"/>
                </a:lnTo>
                <a:cubicBezTo>
                  <a:pt x="2569647" y="1044416"/>
                  <a:pt x="2570052" y="1044821"/>
                  <a:pt x="2570457" y="1045226"/>
                </a:cubicBezTo>
                <a:lnTo>
                  <a:pt x="2576124" y="1055346"/>
                </a:lnTo>
                <a:cubicBezTo>
                  <a:pt x="2576529" y="1055751"/>
                  <a:pt x="2576529" y="1056156"/>
                  <a:pt x="2576124" y="1056560"/>
                </a:cubicBezTo>
                <a:lnTo>
                  <a:pt x="2570457" y="1066681"/>
                </a:lnTo>
                <a:cubicBezTo>
                  <a:pt x="2570052" y="1067085"/>
                  <a:pt x="2569647" y="1067490"/>
                  <a:pt x="2569242" y="1067490"/>
                </a:cubicBezTo>
                <a:lnTo>
                  <a:pt x="2557907" y="1067490"/>
                </a:lnTo>
                <a:cubicBezTo>
                  <a:pt x="2557503" y="1067490"/>
                  <a:pt x="2557098" y="1067085"/>
                  <a:pt x="2556693" y="1066681"/>
                </a:cubicBezTo>
                <a:lnTo>
                  <a:pt x="2551026" y="1056560"/>
                </a:lnTo>
                <a:cubicBezTo>
                  <a:pt x="2550621" y="1056156"/>
                  <a:pt x="2550621" y="1055751"/>
                  <a:pt x="2551026" y="1055346"/>
                </a:cubicBezTo>
                <a:lnTo>
                  <a:pt x="2556693" y="1045226"/>
                </a:lnTo>
                <a:cubicBezTo>
                  <a:pt x="2557098" y="1044821"/>
                  <a:pt x="2557503" y="1044416"/>
                  <a:pt x="2557907" y="1044416"/>
                </a:cubicBezTo>
                <a:close/>
                <a:moveTo>
                  <a:pt x="2517021" y="1044011"/>
                </a:moveTo>
                <a:lnTo>
                  <a:pt x="2529166" y="1044011"/>
                </a:lnTo>
                <a:cubicBezTo>
                  <a:pt x="2529570" y="1044011"/>
                  <a:pt x="2529975" y="1044416"/>
                  <a:pt x="2530380" y="1044821"/>
                </a:cubicBezTo>
                <a:lnTo>
                  <a:pt x="2536452" y="1055346"/>
                </a:lnTo>
                <a:cubicBezTo>
                  <a:pt x="2536857" y="1055751"/>
                  <a:pt x="2536857" y="1056155"/>
                  <a:pt x="2536452" y="1056560"/>
                </a:cubicBezTo>
                <a:lnTo>
                  <a:pt x="2530380" y="1067085"/>
                </a:lnTo>
                <a:cubicBezTo>
                  <a:pt x="2529975" y="1067490"/>
                  <a:pt x="2529570" y="1067895"/>
                  <a:pt x="2529166" y="1067895"/>
                </a:cubicBezTo>
                <a:lnTo>
                  <a:pt x="2517021" y="1067895"/>
                </a:lnTo>
                <a:cubicBezTo>
                  <a:pt x="2516616" y="1067895"/>
                  <a:pt x="2516212" y="1067490"/>
                  <a:pt x="2515807" y="1067085"/>
                </a:cubicBezTo>
                <a:lnTo>
                  <a:pt x="2509735" y="1056560"/>
                </a:lnTo>
                <a:cubicBezTo>
                  <a:pt x="2509330" y="1056155"/>
                  <a:pt x="2509330" y="1055751"/>
                  <a:pt x="2509735" y="1055346"/>
                </a:cubicBezTo>
                <a:lnTo>
                  <a:pt x="2515807" y="1044821"/>
                </a:lnTo>
                <a:cubicBezTo>
                  <a:pt x="2516212" y="1044416"/>
                  <a:pt x="2516616" y="1044011"/>
                  <a:pt x="2517021" y="1044011"/>
                </a:cubicBezTo>
                <a:close/>
                <a:moveTo>
                  <a:pt x="2355096" y="1044011"/>
                </a:moveTo>
                <a:lnTo>
                  <a:pt x="2367241" y="1044011"/>
                </a:lnTo>
                <a:cubicBezTo>
                  <a:pt x="2367645" y="1044011"/>
                  <a:pt x="2368050" y="1044416"/>
                  <a:pt x="2368455" y="1044821"/>
                </a:cubicBezTo>
                <a:lnTo>
                  <a:pt x="2374527" y="1055346"/>
                </a:lnTo>
                <a:cubicBezTo>
                  <a:pt x="2374932" y="1055751"/>
                  <a:pt x="2374932" y="1056155"/>
                  <a:pt x="2374527" y="1056560"/>
                </a:cubicBezTo>
                <a:lnTo>
                  <a:pt x="2368455" y="1067085"/>
                </a:lnTo>
                <a:cubicBezTo>
                  <a:pt x="2368050" y="1067490"/>
                  <a:pt x="2367645" y="1067895"/>
                  <a:pt x="2367241" y="1067895"/>
                </a:cubicBezTo>
                <a:lnTo>
                  <a:pt x="2355096" y="1067895"/>
                </a:lnTo>
                <a:cubicBezTo>
                  <a:pt x="2354691" y="1067895"/>
                  <a:pt x="2354287" y="1067490"/>
                  <a:pt x="2353882" y="1067085"/>
                </a:cubicBezTo>
                <a:lnTo>
                  <a:pt x="2347810" y="1056560"/>
                </a:lnTo>
                <a:cubicBezTo>
                  <a:pt x="2347405" y="1056155"/>
                  <a:pt x="2347405" y="1055751"/>
                  <a:pt x="2347810" y="1055346"/>
                </a:cubicBezTo>
                <a:lnTo>
                  <a:pt x="2353882" y="1044821"/>
                </a:lnTo>
                <a:cubicBezTo>
                  <a:pt x="2354287" y="1044416"/>
                  <a:pt x="2354691" y="1044011"/>
                  <a:pt x="2355096" y="1044011"/>
                </a:cubicBezTo>
                <a:close/>
                <a:moveTo>
                  <a:pt x="3366723" y="1043607"/>
                </a:moveTo>
                <a:lnTo>
                  <a:pt x="3379272" y="1043607"/>
                </a:lnTo>
                <a:cubicBezTo>
                  <a:pt x="3379677" y="1043607"/>
                  <a:pt x="3380082" y="1044012"/>
                  <a:pt x="3380487" y="1044417"/>
                </a:cubicBezTo>
                <a:lnTo>
                  <a:pt x="3386559" y="1055347"/>
                </a:lnTo>
                <a:cubicBezTo>
                  <a:pt x="3386964" y="1055751"/>
                  <a:pt x="3386964" y="1056156"/>
                  <a:pt x="3386559" y="1056561"/>
                </a:cubicBezTo>
                <a:lnTo>
                  <a:pt x="3380487" y="1067491"/>
                </a:lnTo>
                <a:cubicBezTo>
                  <a:pt x="3380082" y="1067896"/>
                  <a:pt x="3379677" y="1068301"/>
                  <a:pt x="3379272" y="1068301"/>
                </a:cubicBezTo>
                <a:lnTo>
                  <a:pt x="3366723" y="1068301"/>
                </a:lnTo>
                <a:cubicBezTo>
                  <a:pt x="3366318" y="1068301"/>
                  <a:pt x="3365913" y="1067896"/>
                  <a:pt x="3365509" y="1067491"/>
                </a:cubicBezTo>
                <a:lnTo>
                  <a:pt x="3359437" y="1056561"/>
                </a:lnTo>
                <a:cubicBezTo>
                  <a:pt x="3359032" y="1056156"/>
                  <a:pt x="3359032" y="1055751"/>
                  <a:pt x="3359437" y="1055347"/>
                </a:cubicBezTo>
                <a:lnTo>
                  <a:pt x="3365509" y="1044417"/>
                </a:lnTo>
                <a:cubicBezTo>
                  <a:pt x="3365913" y="1044012"/>
                  <a:pt x="3366318" y="1043607"/>
                  <a:pt x="3366723" y="1043607"/>
                </a:cubicBezTo>
                <a:close/>
                <a:moveTo>
                  <a:pt x="3285761" y="1043607"/>
                </a:moveTo>
                <a:lnTo>
                  <a:pt x="3298310" y="1043607"/>
                </a:lnTo>
                <a:cubicBezTo>
                  <a:pt x="3298715" y="1043607"/>
                  <a:pt x="3299120" y="1044012"/>
                  <a:pt x="3299524" y="1044417"/>
                </a:cubicBezTo>
                <a:lnTo>
                  <a:pt x="3306002" y="1055347"/>
                </a:lnTo>
                <a:cubicBezTo>
                  <a:pt x="3306406" y="1055751"/>
                  <a:pt x="3306406" y="1056156"/>
                  <a:pt x="3306002" y="1056561"/>
                </a:cubicBezTo>
                <a:lnTo>
                  <a:pt x="3299524" y="1067491"/>
                </a:lnTo>
                <a:cubicBezTo>
                  <a:pt x="3299524" y="1067896"/>
                  <a:pt x="3299120" y="1068301"/>
                  <a:pt x="3298310" y="1068301"/>
                </a:cubicBezTo>
                <a:lnTo>
                  <a:pt x="3285761" y="1068301"/>
                </a:lnTo>
                <a:cubicBezTo>
                  <a:pt x="3285356" y="1068301"/>
                  <a:pt x="3284951" y="1067896"/>
                  <a:pt x="3284546" y="1067491"/>
                </a:cubicBezTo>
                <a:lnTo>
                  <a:pt x="3278070" y="1056561"/>
                </a:lnTo>
                <a:cubicBezTo>
                  <a:pt x="3277665" y="1056156"/>
                  <a:pt x="3277665" y="1055751"/>
                  <a:pt x="3278070" y="1055347"/>
                </a:cubicBezTo>
                <a:lnTo>
                  <a:pt x="3284546" y="1044417"/>
                </a:lnTo>
                <a:cubicBezTo>
                  <a:pt x="3284951" y="1044012"/>
                  <a:pt x="3285356" y="1043607"/>
                  <a:pt x="3285761" y="1043607"/>
                </a:cubicBezTo>
                <a:close/>
                <a:moveTo>
                  <a:pt x="2394364" y="1042797"/>
                </a:moveTo>
                <a:lnTo>
                  <a:pt x="2408532" y="1042797"/>
                </a:lnTo>
                <a:cubicBezTo>
                  <a:pt x="2408937" y="1042797"/>
                  <a:pt x="2409342" y="1043202"/>
                  <a:pt x="2409747" y="1043607"/>
                </a:cubicBezTo>
                <a:lnTo>
                  <a:pt x="2417033" y="1055751"/>
                </a:lnTo>
                <a:cubicBezTo>
                  <a:pt x="2417438" y="1056156"/>
                  <a:pt x="2417438" y="1056561"/>
                  <a:pt x="2417033" y="1056965"/>
                </a:cubicBezTo>
                <a:lnTo>
                  <a:pt x="2409747" y="1069110"/>
                </a:lnTo>
                <a:cubicBezTo>
                  <a:pt x="2409747" y="1069515"/>
                  <a:pt x="2409342" y="1069515"/>
                  <a:pt x="2408532" y="1069919"/>
                </a:cubicBezTo>
                <a:lnTo>
                  <a:pt x="2394364" y="1069919"/>
                </a:lnTo>
                <a:cubicBezTo>
                  <a:pt x="2393959" y="1069919"/>
                  <a:pt x="2393554" y="1069515"/>
                  <a:pt x="2393149" y="1069110"/>
                </a:cubicBezTo>
                <a:lnTo>
                  <a:pt x="2385863" y="1056965"/>
                </a:lnTo>
                <a:cubicBezTo>
                  <a:pt x="2385458" y="1056561"/>
                  <a:pt x="2385458" y="1056156"/>
                  <a:pt x="2385863" y="1055751"/>
                </a:cubicBezTo>
                <a:lnTo>
                  <a:pt x="2393149" y="1043607"/>
                </a:lnTo>
                <a:cubicBezTo>
                  <a:pt x="2393554" y="1043202"/>
                  <a:pt x="2393959" y="1042797"/>
                  <a:pt x="2394364" y="1042797"/>
                </a:cubicBezTo>
                <a:close/>
                <a:moveTo>
                  <a:pt x="3608800" y="1042392"/>
                </a:moveTo>
                <a:lnTo>
                  <a:pt x="3623374" y="1042392"/>
                </a:lnTo>
                <a:cubicBezTo>
                  <a:pt x="3623779" y="1042392"/>
                  <a:pt x="3624184" y="1042797"/>
                  <a:pt x="3624588" y="1043202"/>
                </a:cubicBezTo>
                <a:lnTo>
                  <a:pt x="3631875" y="1055751"/>
                </a:lnTo>
                <a:cubicBezTo>
                  <a:pt x="3632280" y="1056156"/>
                  <a:pt x="3632280" y="1056560"/>
                  <a:pt x="3631875" y="1056965"/>
                </a:cubicBezTo>
                <a:lnTo>
                  <a:pt x="3624588" y="1069514"/>
                </a:lnTo>
                <a:cubicBezTo>
                  <a:pt x="3624184" y="1069919"/>
                  <a:pt x="3623779" y="1069919"/>
                  <a:pt x="3623374" y="1070324"/>
                </a:cubicBezTo>
                <a:lnTo>
                  <a:pt x="3608800" y="1070324"/>
                </a:lnTo>
                <a:cubicBezTo>
                  <a:pt x="3608396" y="1070324"/>
                  <a:pt x="3607991" y="1069919"/>
                  <a:pt x="3607586" y="1069514"/>
                </a:cubicBezTo>
                <a:lnTo>
                  <a:pt x="3600300" y="1056965"/>
                </a:lnTo>
                <a:cubicBezTo>
                  <a:pt x="3599895" y="1056560"/>
                  <a:pt x="3599895" y="1056156"/>
                  <a:pt x="3600300" y="1055751"/>
                </a:cubicBezTo>
                <a:lnTo>
                  <a:pt x="3607586" y="1043202"/>
                </a:lnTo>
                <a:cubicBezTo>
                  <a:pt x="3607991" y="1042797"/>
                  <a:pt x="3608396" y="1042392"/>
                  <a:pt x="3608800" y="1042392"/>
                </a:cubicBezTo>
                <a:close/>
                <a:moveTo>
                  <a:pt x="2434035" y="1042392"/>
                </a:moveTo>
                <a:lnTo>
                  <a:pt x="2449418" y="1042392"/>
                </a:lnTo>
                <a:cubicBezTo>
                  <a:pt x="2449823" y="1042392"/>
                  <a:pt x="2450228" y="1042392"/>
                  <a:pt x="2450633" y="1042797"/>
                </a:cubicBezTo>
                <a:lnTo>
                  <a:pt x="2458324" y="1055751"/>
                </a:lnTo>
                <a:cubicBezTo>
                  <a:pt x="2458729" y="1056156"/>
                  <a:pt x="2458729" y="1056560"/>
                  <a:pt x="2458324" y="1056965"/>
                </a:cubicBezTo>
                <a:lnTo>
                  <a:pt x="2450633" y="1069919"/>
                </a:lnTo>
                <a:cubicBezTo>
                  <a:pt x="2450633" y="1070324"/>
                  <a:pt x="2450228" y="1070324"/>
                  <a:pt x="2449418" y="1070324"/>
                </a:cubicBezTo>
                <a:lnTo>
                  <a:pt x="2434035" y="1070324"/>
                </a:lnTo>
                <a:cubicBezTo>
                  <a:pt x="2433630" y="1070324"/>
                  <a:pt x="2433226" y="1070324"/>
                  <a:pt x="2432821" y="1069919"/>
                </a:cubicBezTo>
                <a:lnTo>
                  <a:pt x="2425130" y="1056965"/>
                </a:lnTo>
                <a:cubicBezTo>
                  <a:pt x="2424725" y="1056560"/>
                  <a:pt x="2424725" y="1056156"/>
                  <a:pt x="2425130" y="1055751"/>
                </a:cubicBezTo>
                <a:lnTo>
                  <a:pt x="2432821" y="1042797"/>
                </a:lnTo>
                <a:cubicBezTo>
                  <a:pt x="2433226" y="1042797"/>
                  <a:pt x="2433630" y="1042392"/>
                  <a:pt x="2434035" y="1042392"/>
                </a:cubicBezTo>
                <a:close/>
                <a:moveTo>
                  <a:pt x="3648878" y="1041987"/>
                </a:moveTo>
                <a:lnTo>
                  <a:pt x="3663855" y="1041987"/>
                </a:lnTo>
                <a:cubicBezTo>
                  <a:pt x="3664261" y="1041987"/>
                  <a:pt x="3664665" y="1042392"/>
                  <a:pt x="3665070" y="1042797"/>
                </a:cubicBezTo>
                <a:lnTo>
                  <a:pt x="3672762" y="1055751"/>
                </a:lnTo>
                <a:cubicBezTo>
                  <a:pt x="3673166" y="1056155"/>
                  <a:pt x="3673166" y="1056560"/>
                  <a:pt x="3672762" y="1056965"/>
                </a:cubicBezTo>
                <a:lnTo>
                  <a:pt x="3665070" y="1069919"/>
                </a:lnTo>
                <a:cubicBezTo>
                  <a:pt x="3665070" y="1070324"/>
                  <a:pt x="3664665" y="1070324"/>
                  <a:pt x="3663855" y="1070729"/>
                </a:cubicBezTo>
                <a:lnTo>
                  <a:pt x="3648878" y="1070729"/>
                </a:lnTo>
                <a:cubicBezTo>
                  <a:pt x="3648473" y="1070729"/>
                  <a:pt x="3648068" y="1070324"/>
                  <a:pt x="3647663" y="1069919"/>
                </a:cubicBezTo>
                <a:lnTo>
                  <a:pt x="3639972" y="1056965"/>
                </a:lnTo>
                <a:cubicBezTo>
                  <a:pt x="3639567" y="1056560"/>
                  <a:pt x="3639567" y="1056155"/>
                  <a:pt x="3639972" y="1055751"/>
                </a:cubicBezTo>
                <a:lnTo>
                  <a:pt x="3647663" y="1042797"/>
                </a:lnTo>
                <a:cubicBezTo>
                  <a:pt x="3648068" y="1042392"/>
                  <a:pt x="3648473" y="1041987"/>
                  <a:pt x="3648878" y="1041987"/>
                </a:cubicBezTo>
                <a:close/>
                <a:moveTo>
                  <a:pt x="2474921" y="1041583"/>
                </a:moveTo>
                <a:lnTo>
                  <a:pt x="2490304" y="1041583"/>
                </a:lnTo>
                <a:cubicBezTo>
                  <a:pt x="2490709" y="1041583"/>
                  <a:pt x="2491114" y="1041988"/>
                  <a:pt x="2491519" y="1042393"/>
                </a:cubicBezTo>
                <a:lnTo>
                  <a:pt x="2499210" y="1055751"/>
                </a:lnTo>
                <a:cubicBezTo>
                  <a:pt x="2499615" y="1056156"/>
                  <a:pt x="2499615" y="1056561"/>
                  <a:pt x="2499210" y="1056966"/>
                </a:cubicBezTo>
                <a:lnTo>
                  <a:pt x="2491519" y="1070325"/>
                </a:lnTo>
                <a:cubicBezTo>
                  <a:pt x="2491114" y="1070730"/>
                  <a:pt x="2490709" y="1070730"/>
                  <a:pt x="2490304" y="1071134"/>
                </a:cubicBezTo>
                <a:lnTo>
                  <a:pt x="2474921" y="1071134"/>
                </a:lnTo>
                <a:cubicBezTo>
                  <a:pt x="2474517" y="1071134"/>
                  <a:pt x="2474112" y="1070730"/>
                  <a:pt x="2473707" y="1070325"/>
                </a:cubicBezTo>
                <a:lnTo>
                  <a:pt x="2466016" y="1056966"/>
                </a:lnTo>
                <a:cubicBezTo>
                  <a:pt x="2465611" y="1056561"/>
                  <a:pt x="2465611" y="1056156"/>
                  <a:pt x="2466016" y="1055751"/>
                </a:cubicBezTo>
                <a:lnTo>
                  <a:pt x="2473707" y="1042393"/>
                </a:lnTo>
                <a:cubicBezTo>
                  <a:pt x="2474112" y="1041988"/>
                  <a:pt x="2474517" y="1041583"/>
                  <a:pt x="2474921" y="1041583"/>
                </a:cubicBezTo>
                <a:close/>
                <a:moveTo>
                  <a:pt x="3324217" y="1041178"/>
                </a:moveTo>
                <a:lnTo>
                  <a:pt x="3340410" y="1041178"/>
                </a:lnTo>
                <a:cubicBezTo>
                  <a:pt x="3340815" y="1041178"/>
                  <a:pt x="3341219" y="1041583"/>
                  <a:pt x="3341624" y="1041988"/>
                </a:cubicBezTo>
                <a:lnTo>
                  <a:pt x="3349720" y="1055751"/>
                </a:lnTo>
                <a:cubicBezTo>
                  <a:pt x="3350125" y="1056156"/>
                  <a:pt x="3350125" y="1056561"/>
                  <a:pt x="3349720" y="1056966"/>
                </a:cubicBezTo>
                <a:lnTo>
                  <a:pt x="3341624" y="1070729"/>
                </a:lnTo>
                <a:cubicBezTo>
                  <a:pt x="3341624" y="1071134"/>
                  <a:pt x="3341219" y="1071134"/>
                  <a:pt x="3340410" y="1071539"/>
                </a:cubicBezTo>
                <a:lnTo>
                  <a:pt x="3324217" y="1071539"/>
                </a:lnTo>
                <a:cubicBezTo>
                  <a:pt x="3323812" y="1071539"/>
                  <a:pt x="3323407" y="1071134"/>
                  <a:pt x="3323003" y="1070729"/>
                </a:cubicBezTo>
                <a:lnTo>
                  <a:pt x="3314907" y="1056966"/>
                </a:lnTo>
                <a:cubicBezTo>
                  <a:pt x="3314502" y="1056561"/>
                  <a:pt x="3314502" y="1056156"/>
                  <a:pt x="3314907" y="1055751"/>
                </a:cubicBezTo>
                <a:lnTo>
                  <a:pt x="3323003" y="1041988"/>
                </a:lnTo>
                <a:cubicBezTo>
                  <a:pt x="3323407" y="1041583"/>
                  <a:pt x="3323812" y="1041178"/>
                  <a:pt x="3324217" y="1041178"/>
                </a:cubicBezTo>
                <a:close/>
                <a:moveTo>
                  <a:pt x="4586019" y="1013246"/>
                </a:moveTo>
                <a:lnTo>
                  <a:pt x="4588852" y="1013246"/>
                </a:lnTo>
                <a:lnTo>
                  <a:pt x="4590067" y="1015675"/>
                </a:lnTo>
                <a:lnTo>
                  <a:pt x="4588852" y="1018104"/>
                </a:lnTo>
                <a:lnTo>
                  <a:pt x="4586019" y="1018104"/>
                </a:lnTo>
                <a:lnTo>
                  <a:pt x="4584804" y="1015675"/>
                </a:lnTo>
                <a:close/>
                <a:moveTo>
                  <a:pt x="3047731" y="1013246"/>
                </a:moveTo>
                <a:lnTo>
                  <a:pt x="3050564" y="1013246"/>
                </a:lnTo>
                <a:lnTo>
                  <a:pt x="3051779" y="1015675"/>
                </a:lnTo>
                <a:lnTo>
                  <a:pt x="3050564" y="1018104"/>
                </a:lnTo>
                <a:lnTo>
                  <a:pt x="3047731" y="1018104"/>
                </a:lnTo>
                <a:lnTo>
                  <a:pt x="3046516" y="1015675"/>
                </a:lnTo>
                <a:close/>
                <a:moveTo>
                  <a:pt x="3007654" y="1013246"/>
                </a:moveTo>
                <a:lnTo>
                  <a:pt x="3010083" y="1013246"/>
                </a:lnTo>
                <a:lnTo>
                  <a:pt x="3011298" y="1015675"/>
                </a:lnTo>
                <a:lnTo>
                  <a:pt x="3010083" y="1018104"/>
                </a:lnTo>
                <a:lnTo>
                  <a:pt x="3007654" y="1018104"/>
                </a:lnTo>
                <a:lnTo>
                  <a:pt x="3006440" y="1015675"/>
                </a:lnTo>
                <a:close/>
                <a:moveTo>
                  <a:pt x="2926691" y="1013246"/>
                </a:moveTo>
                <a:lnTo>
                  <a:pt x="2929525" y="1013246"/>
                </a:lnTo>
                <a:lnTo>
                  <a:pt x="2931144" y="1015675"/>
                </a:lnTo>
                <a:lnTo>
                  <a:pt x="2929525" y="1018104"/>
                </a:lnTo>
                <a:lnTo>
                  <a:pt x="2926691" y="1018104"/>
                </a:lnTo>
                <a:lnTo>
                  <a:pt x="2925072" y="1015675"/>
                </a:lnTo>
                <a:close/>
                <a:moveTo>
                  <a:pt x="2966768" y="1012841"/>
                </a:moveTo>
                <a:lnTo>
                  <a:pt x="2970007" y="1012841"/>
                </a:lnTo>
                <a:lnTo>
                  <a:pt x="2971626" y="1015675"/>
                </a:lnTo>
                <a:lnTo>
                  <a:pt x="2970007" y="1018508"/>
                </a:lnTo>
                <a:lnTo>
                  <a:pt x="2966768" y="1018508"/>
                </a:lnTo>
                <a:lnTo>
                  <a:pt x="2965149" y="1015675"/>
                </a:lnTo>
                <a:close/>
                <a:moveTo>
                  <a:pt x="2845324" y="1012841"/>
                </a:moveTo>
                <a:lnTo>
                  <a:pt x="2848563" y="1012841"/>
                </a:lnTo>
                <a:lnTo>
                  <a:pt x="2850182" y="1015675"/>
                </a:lnTo>
                <a:lnTo>
                  <a:pt x="2848563" y="1018508"/>
                </a:lnTo>
                <a:lnTo>
                  <a:pt x="2845324" y="1018508"/>
                </a:lnTo>
                <a:lnTo>
                  <a:pt x="2843705" y="1015675"/>
                </a:lnTo>
                <a:close/>
                <a:moveTo>
                  <a:pt x="4504651" y="1012436"/>
                </a:moveTo>
                <a:lnTo>
                  <a:pt x="4508699" y="1012436"/>
                </a:lnTo>
                <a:lnTo>
                  <a:pt x="4510723" y="1015675"/>
                </a:lnTo>
                <a:lnTo>
                  <a:pt x="4508699" y="1018913"/>
                </a:lnTo>
                <a:lnTo>
                  <a:pt x="4504651" y="1018913"/>
                </a:lnTo>
                <a:lnTo>
                  <a:pt x="4502627" y="1015675"/>
                </a:lnTo>
                <a:close/>
                <a:moveTo>
                  <a:pt x="4464170" y="1012436"/>
                </a:moveTo>
                <a:lnTo>
                  <a:pt x="4468218" y="1012436"/>
                </a:lnTo>
                <a:lnTo>
                  <a:pt x="4470242" y="1015675"/>
                </a:lnTo>
                <a:lnTo>
                  <a:pt x="4468218" y="1018913"/>
                </a:lnTo>
                <a:lnTo>
                  <a:pt x="4464170" y="1018913"/>
                </a:lnTo>
                <a:lnTo>
                  <a:pt x="4462146" y="1015675"/>
                </a:lnTo>
                <a:close/>
                <a:moveTo>
                  <a:pt x="4424093" y="1012436"/>
                </a:moveTo>
                <a:lnTo>
                  <a:pt x="4427736" y="1012436"/>
                </a:lnTo>
                <a:lnTo>
                  <a:pt x="4429761" y="1015675"/>
                </a:lnTo>
                <a:lnTo>
                  <a:pt x="4427736" y="1018913"/>
                </a:lnTo>
                <a:lnTo>
                  <a:pt x="4424093" y="1018913"/>
                </a:lnTo>
                <a:lnTo>
                  <a:pt x="4422069" y="1015675"/>
                </a:lnTo>
                <a:close/>
                <a:moveTo>
                  <a:pt x="4383207" y="1012436"/>
                </a:moveTo>
                <a:lnTo>
                  <a:pt x="4387255" y="1012436"/>
                </a:lnTo>
                <a:lnTo>
                  <a:pt x="4389279" y="1015675"/>
                </a:lnTo>
                <a:lnTo>
                  <a:pt x="4387255" y="1018913"/>
                </a:lnTo>
                <a:lnTo>
                  <a:pt x="4383207" y="1018913"/>
                </a:lnTo>
                <a:lnTo>
                  <a:pt x="4381183" y="1015675"/>
                </a:lnTo>
                <a:close/>
                <a:moveTo>
                  <a:pt x="4342726" y="1012436"/>
                </a:moveTo>
                <a:lnTo>
                  <a:pt x="4346370" y="1012436"/>
                </a:lnTo>
                <a:lnTo>
                  <a:pt x="4347989" y="1015675"/>
                </a:lnTo>
                <a:lnTo>
                  <a:pt x="4346370" y="1018913"/>
                </a:lnTo>
                <a:lnTo>
                  <a:pt x="4342726" y="1018913"/>
                </a:lnTo>
                <a:lnTo>
                  <a:pt x="4341107" y="1015675"/>
                </a:lnTo>
                <a:close/>
                <a:moveTo>
                  <a:pt x="4302244" y="1012436"/>
                </a:moveTo>
                <a:lnTo>
                  <a:pt x="4305888" y="1012436"/>
                </a:lnTo>
                <a:lnTo>
                  <a:pt x="4307507" y="1015675"/>
                </a:lnTo>
                <a:lnTo>
                  <a:pt x="4305888" y="1018913"/>
                </a:lnTo>
                <a:lnTo>
                  <a:pt x="4302244" y="1018913"/>
                </a:lnTo>
                <a:lnTo>
                  <a:pt x="4300625" y="1015675"/>
                </a:lnTo>
                <a:close/>
                <a:moveTo>
                  <a:pt x="4262168" y="1012436"/>
                </a:moveTo>
                <a:lnTo>
                  <a:pt x="4265811" y="1012436"/>
                </a:lnTo>
                <a:lnTo>
                  <a:pt x="4267836" y="1015675"/>
                </a:lnTo>
                <a:lnTo>
                  <a:pt x="4265811" y="1018913"/>
                </a:lnTo>
                <a:lnTo>
                  <a:pt x="4262168" y="1018913"/>
                </a:lnTo>
                <a:lnTo>
                  <a:pt x="4260144" y="1015675"/>
                </a:lnTo>
                <a:close/>
                <a:moveTo>
                  <a:pt x="4544728" y="1012031"/>
                </a:moveTo>
                <a:lnTo>
                  <a:pt x="4549181" y="1012031"/>
                </a:lnTo>
                <a:lnTo>
                  <a:pt x="4551205" y="1015674"/>
                </a:lnTo>
                <a:lnTo>
                  <a:pt x="4549181" y="1019318"/>
                </a:lnTo>
                <a:lnTo>
                  <a:pt x="4544728" y="1019318"/>
                </a:lnTo>
                <a:lnTo>
                  <a:pt x="4542704" y="1015674"/>
                </a:lnTo>
                <a:close/>
                <a:moveTo>
                  <a:pt x="4220878" y="1012031"/>
                </a:moveTo>
                <a:lnTo>
                  <a:pt x="4225331" y="1012031"/>
                </a:lnTo>
                <a:lnTo>
                  <a:pt x="4227355" y="1015674"/>
                </a:lnTo>
                <a:lnTo>
                  <a:pt x="4225331" y="1019318"/>
                </a:lnTo>
                <a:lnTo>
                  <a:pt x="4220878" y="1019318"/>
                </a:lnTo>
                <a:lnTo>
                  <a:pt x="4218854" y="1015674"/>
                </a:lnTo>
                <a:close/>
                <a:moveTo>
                  <a:pt x="3087807" y="1012031"/>
                </a:moveTo>
                <a:lnTo>
                  <a:pt x="3091855" y="1012031"/>
                </a:lnTo>
                <a:lnTo>
                  <a:pt x="3093879" y="1015674"/>
                </a:lnTo>
                <a:lnTo>
                  <a:pt x="3091855" y="1019318"/>
                </a:lnTo>
                <a:lnTo>
                  <a:pt x="3087807" y="1019318"/>
                </a:lnTo>
                <a:lnTo>
                  <a:pt x="3085783" y="1015674"/>
                </a:lnTo>
                <a:close/>
                <a:moveTo>
                  <a:pt x="2804034" y="1012031"/>
                </a:moveTo>
                <a:lnTo>
                  <a:pt x="2808487" y="1012031"/>
                </a:lnTo>
                <a:lnTo>
                  <a:pt x="2810511" y="1015674"/>
                </a:lnTo>
                <a:lnTo>
                  <a:pt x="2808487" y="1019318"/>
                </a:lnTo>
                <a:lnTo>
                  <a:pt x="2804034" y="1019318"/>
                </a:lnTo>
                <a:lnTo>
                  <a:pt x="2802010" y="1015674"/>
                </a:lnTo>
                <a:close/>
                <a:moveTo>
                  <a:pt x="2884996" y="1011626"/>
                </a:moveTo>
                <a:lnTo>
                  <a:pt x="2889854" y="1011626"/>
                </a:lnTo>
                <a:lnTo>
                  <a:pt x="2892283" y="1015674"/>
                </a:lnTo>
                <a:lnTo>
                  <a:pt x="2889854" y="1019722"/>
                </a:lnTo>
                <a:lnTo>
                  <a:pt x="2884996" y="1019722"/>
                </a:lnTo>
                <a:lnTo>
                  <a:pt x="2882567" y="1015674"/>
                </a:lnTo>
                <a:close/>
                <a:moveTo>
                  <a:pt x="2763958" y="1011626"/>
                </a:moveTo>
                <a:lnTo>
                  <a:pt x="2768411" y="1011626"/>
                </a:lnTo>
                <a:lnTo>
                  <a:pt x="2770839" y="1015674"/>
                </a:lnTo>
                <a:lnTo>
                  <a:pt x="2768411" y="1019722"/>
                </a:lnTo>
                <a:lnTo>
                  <a:pt x="2763958" y="1019722"/>
                </a:lnTo>
                <a:lnTo>
                  <a:pt x="2761529" y="1015674"/>
                </a:lnTo>
                <a:close/>
                <a:moveTo>
                  <a:pt x="4180801" y="1010817"/>
                </a:moveTo>
                <a:lnTo>
                  <a:pt x="4184445" y="1010817"/>
                </a:lnTo>
                <a:cubicBezTo>
                  <a:pt x="4184849" y="1010817"/>
                  <a:pt x="4185254" y="1011222"/>
                  <a:pt x="4185659" y="1011627"/>
                </a:cubicBezTo>
                <a:lnTo>
                  <a:pt x="4187683" y="1014865"/>
                </a:lnTo>
                <a:cubicBezTo>
                  <a:pt x="4188088" y="1015270"/>
                  <a:pt x="4188088" y="1015675"/>
                  <a:pt x="4187683" y="1016080"/>
                </a:cubicBezTo>
                <a:lnTo>
                  <a:pt x="4185659" y="1019318"/>
                </a:lnTo>
                <a:cubicBezTo>
                  <a:pt x="4185659" y="1019723"/>
                  <a:pt x="4185254" y="1020128"/>
                  <a:pt x="4184445" y="1020128"/>
                </a:cubicBezTo>
                <a:lnTo>
                  <a:pt x="4180801" y="1020128"/>
                </a:lnTo>
                <a:cubicBezTo>
                  <a:pt x="4180397" y="1020128"/>
                  <a:pt x="4179991" y="1019723"/>
                  <a:pt x="4179587" y="1019318"/>
                </a:cubicBezTo>
                <a:lnTo>
                  <a:pt x="4177563" y="1016080"/>
                </a:lnTo>
                <a:cubicBezTo>
                  <a:pt x="4177158" y="1015675"/>
                  <a:pt x="4177158" y="1015270"/>
                  <a:pt x="4177563" y="1014865"/>
                </a:cubicBezTo>
                <a:lnTo>
                  <a:pt x="4179587" y="1011627"/>
                </a:lnTo>
                <a:cubicBezTo>
                  <a:pt x="4179991" y="1011222"/>
                  <a:pt x="4180397" y="1010817"/>
                  <a:pt x="4180801" y="1010817"/>
                </a:cubicBezTo>
                <a:close/>
                <a:moveTo>
                  <a:pt x="4140320" y="1010412"/>
                </a:moveTo>
                <a:lnTo>
                  <a:pt x="4144368" y="1010412"/>
                </a:lnTo>
                <a:cubicBezTo>
                  <a:pt x="4144773" y="1010412"/>
                  <a:pt x="4145178" y="1010817"/>
                  <a:pt x="4145582" y="1011222"/>
                </a:cubicBezTo>
                <a:lnTo>
                  <a:pt x="4147607" y="1014865"/>
                </a:lnTo>
                <a:cubicBezTo>
                  <a:pt x="4148012" y="1015270"/>
                  <a:pt x="4148012" y="1015675"/>
                  <a:pt x="4147607" y="1016079"/>
                </a:cubicBezTo>
                <a:lnTo>
                  <a:pt x="4145582" y="1019723"/>
                </a:lnTo>
                <a:cubicBezTo>
                  <a:pt x="4145178" y="1020128"/>
                  <a:pt x="4144773" y="1020532"/>
                  <a:pt x="4144368" y="1020532"/>
                </a:cubicBezTo>
                <a:lnTo>
                  <a:pt x="4140320" y="1020532"/>
                </a:lnTo>
                <a:cubicBezTo>
                  <a:pt x="4139916" y="1020532"/>
                  <a:pt x="4139510" y="1020128"/>
                  <a:pt x="4139106" y="1019723"/>
                </a:cubicBezTo>
                <a:lnTo>
                  <a:pt x="4137082" y="1016079"/>
                </a:lnTo>
                <a:cubicBezTo>
                  <a:pt x="4136677" y="1015675"/>
                  <a:pt x="4136677" y="1015270"/>
                  <a:pt x="4137082" y="1014865"/>
                </a:cubicBezTo>
                <a:lnTo>
                  <a:pt x="4139106" y="1011222"/>
                </a:lnTo>
                <a:cubicBezTo>
                  <a:pt x="4139510" y="1010817"/>
                  <a:pt x="4139916" y="1010412"/>
                  <a:pt x="4140320" y="1010412"/>
                </a:cubicBezTo>
                <a:close/>
                <a:moveTo>
                  <a:pt x="2723476" y="1010412"/>
                </a:moveTo>
                <a:lnTo>
                  <a:pt x="2727524" y="1010412"/>
                </a:lnTo>
                <a:cubicBezTo>
                  <a:pt x="2727929" y="1010412"/>
                  <a:pt x="2728334" y="1010817"/>
                  <a:pt x="2728738" y="1011222"/>
                </a:cubicBezTo>
                <a:lnTo>
                  <a:pt x="2730763" y="1014865"/>
                </a:lnTo>
                <a:cubicBezTo>
                  <a:pt x="2731168" y="1015270"/>
                  <a:pt x="2731168" y="1015675"/>
                  <a:pt x="2730763" y="1016079"/>
                </a:cubicBezTo>
                <a:lnTo>
                  <a:pt x="2728738" y="1019723"/>
                </a:lnTo>
                <a:cubicBezTo>
                  <a:pt x="2728334" y="1020128"/>
                  <a:pt x="2727929" y="1020532"/>
                  <a:pt x="2727524" y="1020532"/>
                </a:cubicBezTo>
                <a:lnTo>
                  <a:pt x="2723476" y="1020532"/>
                </a:lnTo>
                <a:cubicBezTo>
                  <a:pt x="2723072" y="1020532"/>
                  <a:pt x="2722666" y="1020128"/>
                  <a:pt x="2722262" y="1019723"/>
                </a:cubicBezTo>
                <a:lnTo>
                  <a:pt x="2720238" y="1016079"/>
                </a:lnTo>
                <a:cubicBezTo>
                  <a:pt x="2719833" y="1015675"/>
                  <a:pt x="2719833" y="1015270"/>
                  <a:pt x="2720238" y="1014865"/>
                </a:cubicBezTo>
                <a:lnTo>
                  <a:pt x="2722262" y="1011222"/>
                </a:lnTo>
                <a:cubicBezTo>
                  <a:pt x="2722666" y="1010817"/>
                  <a:pt x="2723072" y="1010412"/>
                  <a:pt x="2723476" y="1010412"/>
                </a:cubicBezTo>
                <a:close/>
                <a:moveTo>
                  <a:pt x="4099029" y="1010007"/>
                </a:moveTo>
                <a:lnTo>
                  <a:pt x="4104292" y="1010007"/>
                </a:lnTo>
                <a:cubicBezTo>
                  <a:pt x="4104696" y="1010007"/>
                  <a:pt x="4105101" y="1010412"/>
                  <a:pt x="4105506" y="1010817"/>
                </a:cubicBezTo>
                <a:lnTo>
                  <a:pt x="4107935" y="1015270"/>
                </a:lnTo>
                <a:cubicBezTo>
                  <a:pt x="4108340" y="1015674"/>
                  <a:pt x="4108340" y="1016079"/>
                  <a:pt x="4107935" y="1016484"/>
                </a:cubicBezTo>
                <a:lnTo>
                  <a:pt x="4105506" y="1020937"/>
                </a:lnTo>
                <a:cubicBezTo>
                  <a:pt x="4105101" y="1021342"/>
                  <a:pt x="4104696" y="1021342"/>
                  <a:pt x="4104292" y="1021747"/>
                </a:cubicBezTo>
                <a:lnTo>
                  <a:pt x="4099029" y="1021747"/>
                </a:lnTo>
                <a:cubicBezTo>
                  <a:pt x="4098624" y="1021747"/>
                  <a:pt x="4098219" y="1021342"/>
                  <a:pt x="4097815" y="1020937"/>
                </a:cubicBezTo>
                <a:lnTo>
                  <a:pt x="4095386" y="1016484"/>
                </a:lnTo>
                <a:cubicBezTo>
                  <a:pt x="4094981" y="1016079"/>
                  <a:pt x="4094981" y="1015674"/>
                  <a:pt x="4095386" y="1015270"/>
                </a:cubicBezTo>
                <a:lnTo>
                  <a:pt x="4097815" y="1010817"/>
                </a:lnTo>
                <a:cubicBezTo>
                  <a:pt x="4098219" y="1010412"/>
                  <a:pt x="4098624" y="1010007"/>
                  <a:pt x="4099029" y="1010007"/>
                </a:cubicBezTo>
                <a:close/>
                <a:moveTo>
                  <a:pt x="3127884" y="1010007"/>
                </a:moveTo>
                <a:lnTo>
                  <a:pt x="3132337" y="1010007"/>
                </a:lnTo>
                <a:cubicBezTo>
                  <a:pt x="3132741" y="1010007"/>
                  <a:pt x="3133146" y="1010412"/>
                  <a:pt x="3133551" y="1010817"/>
                </a:cubicBezTo>
                <a:lnTo>
                  <a:pt x="3135980" y="1014865"/>
                </a:lnTo>
                <a:cubicBezTo>
                  <a:pt x="3136385" y="1015270"/>
                  <a:pt x="3136385" y="1015674"/>
                  <a:pt x="3135980" y="1016079"/>
                </a:cubicBezTo>
                <a:lnTo>
                  <a:pt x="3133551" y="1020127"/>
                </a:lnTo>
                <a:cubicBezTo>
                  <a:pt x="3133551" y="1020532"/>
                  <a:pt x="3133146" y="1020937"/>
                  <a:pt x="3132337" y="1020937"/>
                </a:cubicBezTo>
                <a:lnTo>
                  <a:pt x="3127884" y="1020937"/>
                </a:lnTo>
                <a:cubicBezTo>
                  <a:pt x="3127479" y="1020937"/>
                  <a:pt x="3127074" y="1020532"/>
                  <a:pt x="3126669" y="1020127"/>
                </a:cubicBezTo>
                <a:lnTo>
                  <a:pt x="3124241" y="1016079"/>
                </a:lnTo>
                <a:cubicBezTo>
                  <a:pt x="3123836" y="1015674"/>
                  <a:pt x="3123836" y="1015270"/>
                  <a:pt x="3124241" y="1014865"/>
                </a:cubicBezTo>
                <a:lnTo>
                  <a:pt x="3126669" y="1010817"/>
                </a:lnTo>
                <a:cubicBezTo>
                  <a:pt x="3127074" y="1010412"/>
                  <a:pt x="3127479" y="1010007"/>
                  <a:pt x="3127884" y="1010007"/>
                </a:cubicBezTo>
                <a:close/>
                <a:moveTo>
                  <a:pt x="2276968" y="1009198"/>
                </a:moveTo>
                <a:lnTo>
                  <a:pt x="2283040" y="1009198"/>
                </a:lnTo>
                <a:cubicBezTo>
                  <a:pt x="2283445" y="1009198"/>
                  <a:pt x="2283849" y="1009198"/>
                  <a:pt x="2284254" y="1009603"/>
                </a:cubicBezTo>
                <a:lnTo>
                  <a:pt x="2287088" y="1014865"/>
                </a:lnTo>
                <a:cubicBezTo>
                  <a:pt x="2287493" y="1015270"/>
                  <a:pt x="2287493" y="1015675"/>
                  <a:pt x="2287088" y="1016080"/>
                </a:cubicBezTo>
                <a:lnTo>
                  <a:pt x="2284254" y="1021342"/>
                </a:lnTo>
                <a:cubicBezTo>
                  <a:pt x="2283849" y="1021747"/>
                  <a:pt x="2283445" y="1022152"/>
                  <a:pt x="2283040" y="1021747"/>
                </a:cubicBezTo>
                <a:lnTo>
                  <a:pt x="2276968" y="1021747"/>
                </a:lnTo>
                <a:cubicBezTo>
                  <a:pt x="2276563" y="1021747"/>
                  <a:pt x="2276158" y="1021747"/>
                  <a:pt x="2275753" y="1021342"/>
                </a:cubicBezTo>
                <a:lnTo>
                  <a:pt x="2272920" y="1016080"/>
                </a:lnTo>
                <a:cubicBezTo>
                  <a:pt x="2272515" y="1015675"/>
                  <a:pt x="2272515" y="1015270"/>
                  <a:pt x="2272920" y="1014865"/>
                </a:cubicBezTo>
                <a:lnTo>
                  <a:pt x="2275753" y="1009603"/>
                </a:lnTo>
                <a:cubicBezTo>
                  <a:pt x="2276158" y="1009603"/>
                  <a:pt x="2276563" y="1009198"/>
                  <a:pt x="2276968" y="1009198"/>
                </a:cubicBezTo>
                <a:close/>
                <a:moveTo>
                  <a:pt x="3936294" y="1008793"/>
                </a:moveTo>
                <a:lnTo>
                  <a:pt x="3943176" y="1008793"/>
                </a:lnTo>
                <a:cubicBezTo>
                  <a:pt x="3943581" y="1008793"/>
                  <a:pt x="3943986" y="1008793"/>
                  <a:pt x="3944391" y="1009198"/>
                </a:cubicBezTo>
                <a:lnTo>
                  <a:pt x="3948034" y="1015270"/>
                </a:lnTo>
                <a:cubicBezTo>
                  <a:pt x="3948439" y="1015675"/>
                  <a:pt x="3948439" y="1016080"/>
                  <a:pt x="3948034" y="1016484"/>
                </a:cubicBezTo>
                <a:lnTo>
                  <a:pt x="3944391" y="1022557"/>
                </a:lnTo>
                <a:cubicBezTo>
                  <a:pt x="3944391" y="1022961"/>
                  <a:pt x="3943986" y="1022961"/>
                  <a:pt x="3943176" y="1022961"/>
                </a:cubicBezTo>
                <a:lnTo>
                  <a:pt x="3936294" y="1022961"/>
                </a:lnTo>
                <a:cubicBezTo>
                  <a:pt x="3935890" y="1022961"/>
                  <a:pt x="3935485" y="1022961"/>
                  <a:pt x="3935080" y="1022557"/>
                </a:cubicBezTo>
                <a:lnTo>
                  <a:pt x="3931437" y="1016484"/>
                </a:lnTo>
                <a:cubicBezTo>
                  <a:pt x="3931032" y="1016080"/>
                  <a:pt x="3931032" y="1015675"/>
                  <a:pt x="3931437" y="1015270"/>
                </a:cubicBezTo>
                <a:lnTo>
                  <a:pt x="3935080" y="1009198"/>
                </a:lnTo>
                <a:cubicBezTo>
                  <a:pt x="3935485" y="1009198"/>
                  <a:pt x="3935890" y="1008793"/>
                  <a:pt x="3936294" y="1008793"/>
                </a:cubicBezTo>
                <a:close/>
                <a:moveTo>
                  <a:pt x="2681781" y="1008793"/>
                </a:moveTo>
                <a:lnTo>
                  <a:pt x="2687853" y="1008793"/>
                </a:lnTo>
                <a:cubicBezTo>
                  <a:pt x="2688258" y="1008793"/>
                  <a:pt x="2688663" y="1009198"/>
                  <a:pt x="2689067" y="1009603"/>
                </a:cubicBezTo>
                <a:lnTo>
                  <a:pt x="2691901" y="1014865"/>
                </a:lnTo>
                <a:cubicBezTo>
                  <a:pt x="2692306" y="1015270"/>
                  <a:pt x="2692306" y="1015675"/>
                  <a:pt x="2691901" y="1016080"/>
                </a:cubicBezTo>
                <a:lnTo>
                  <a:pt x="2689067" y="1021342"/>
                </a:lnTo>
                <a:cubicBezTo>
                  <a:pt x="2689067" y="1021747"/>
                  <a:pt x="2688663" y="1022152"/>
                  <a:pt x="2687853" y="1022152"/>
                </a:cubicBezTo>
                <a:lnTo>
                  <a:pt x="2681781" y="1022152"/>
                </a:lnTo>
                <a:cubicBezTo>
                  <a:pt x="2681376" y="1022152"/>
                  <a:pt x="2680971" y="1021747"/>
                  <a:pt x="2680567" y="1021342"/>
                </a:cubicBezTo>
                <a:lnTo>
                  <a:pt x="2677733" y="1016080"/>
                </a:lnTo>
                <a:cubicBezTo>
                  <a:pt x="2677328" y="1015675"/>
                  <a:pt x="2677328" y="1015270"/>
                  <a:pt x="2677733" y="1014865"/>
                </a:cubicBezTo>
                <a:lnTo>
                  <a:pt x="2680567" y="1009603"/>
                </a:lnTo>
                <a:cubicBezTo>
                  <a:pt x="2680971" y="1009198"/>
                  <a:pt x="2681376" y="1008793"/>
                  <a:pt x="2681781" y="1008793"/>
                </a:cubicBezTo>
                <a:close/>
                <a:moveTo>
                  <a:pt x="2357525" y="1008793"/>
                </a:moveTo>
                <a:lnTo>
                  <a:pt x="2364407" y="1008793"/>
                </a:lnTo>
                <a:cubicBezTo>
                  <a:pt x="2364812" y="1008793"/>
                  <a:pt x="2365217" y="1008793"/>
                  <a:pt x="2365622" y="1009198"/>
                </a:cubicBezTo>
                <a:lnTo>
                  <a:pt x="2369265" y="1015270"/>
                </a:lnTo>
                <a:cubicBezTo>
                  <a:pt x="2369670" y="1015675"/>
                  <a:pt x="2369670" y="1016080"/>
                  <a:pt x="2369265" y="1016484"/>
                </a:cubicBezTo>
                <a:lnTo>
                  <a:pt x="2365622" y="1022557"/>
                </a:lnTo>
                <a:cubicBezTo>
                  <a:pt x="2365622" y="1022961"/>
                  <a:pt x="2365217" y="1022961"/>
                  <a:pt x="2364407" y="1022961"/>
                </a:cubicBezTo>
                <a:lnTo>
                  <a:pt x="2357525" y="1022961"/>
                </a:lnTo>
                <a:cubicBezTo>
                  <a:pt x="2357121" y="1022961"/>
                  <a:pt x="2356716" y="1022961"/>
                  <a:pt x="2356311" y="1022557"/>
                </a:cubicBezTo>
                <a:lnTo>
                  <a:pt x="2352668" y="1016484"/>
                </a:lnTo>
                <a:cubicBezTo>
                  <a:pt x="2352263" y="1016080"/>
                  <a:pt x="2352263" y="1015675"/>
                  <a:pt x="2352668" y="1015270"/>
                </a:cubicBezTo>
                <a:lnTo>
                  <a:pt x="2356311" y="1009198"/>
                </a:lnTo>
                <a:cubicBezTo>
                  <a:pt x="2356716" y="1009198"/>
                  <a:pt x="2357121" y="1008793"/>
                  <a:pt x="2357525" y="1008793"/>
                </a:cubicBezTo>
                <a:close/>
                <a:moveTo>
                  <a:pt x="4057738" y="1008388"/>
                </a:moveTo>
                <a:lnTo>
                  <a:pt x="4064215" y="1008388"/>
                </a:lnTo>
                <a:cubicBezTo>
                  <a:pt x="4064620" y="1008388"/>
                  <a:pt x="4065025" y="1008793"/>
                  <a:pt x="4065430" y="1009198"/>
                </a:cubicBezTo>
                <a:lnTo>
                  <a:pt x="4068668" y="1014865"/>
                </a:lnTo>
                <a:cubicBezTo>
                  <a:pt x="4069073" y="1015270"/>
                  <a:pt x="4069073" y="1015675"/>
                  <a:pt x="4068668" y="1016080"/>
                </a:cubicBezTo>
                <a:lnTo>
                  <a:pt x="4065430" y="1021747"/>
                </a:lnTo>
                <a:cubicBezTo>
                  <a:pt x="4065430" y="1022152"/>
                  <a:pt x="4065025" y="1022556"/>
                  <a:pt x="4064215" y="1022556"/>
                </a:cubicBezTo>
                <a:lnTo>
                  <a:pt x="4057738" y="1022556"/>
                </a:lnTo>
                <a:cubicBezTo>
                  <a:pt x="4057334" y="1022556"/>
                  <a:pt x="4056929" y="1022152"/>
                  <a:pt x="4056524" y="1021747"/>
                </a:cubicBezTo>
                <a:lnTo>
                  <a:pt x="4053286" y="1016080"/>
                </a:lnTo>
                <a:cubicBezTo>
                  <a:pt x="4052881" y="1015675"/>
                  <a:pt x="4052881" y="1015270"/>
                  <a:pt x="4053286" y="1014865"/>
                </a:cubicBezTo>
                <a:lnTo>
                  <a:pt x="4056524" y="1009198"/>
                </a:lnTo>
                <a:cubicBezTo>
                  <a:pt x="4056929" y="1008793"/>
                  <a:pt x="4057334" y="1008388"/>
                  <a:pt x="4057738" y="1008388"/>
                </a:cubicBezTo>
                <a:close/>
                <a:moveTo>
                  <a:pt x="2641300" y="1008388"/>
                </a:moveTo>
                <a:lnTo>
                  <a:pt x="2647777" y="1008388"/>
                </a:lnTo>
                <a:cubicBezTo>
                  <a:pt x="2648181" y="1008388"/>
                  <a:pt x="2648586" y="1008793"/>
                  <a:pt x="2648991" y="1009198"/>
                </a:cubicBezTo>
                <a:lnTo>
                  <a:pt x="2652229" y="1014865"/>
                </a:lnTo>
                <a:cubicBezTo>
                  <a:pt x="2652634" y="1015270"/>
                  <a:pt x="2652634" y="1015675"/>
                  <a:pt x="2652229" y="1016080"/>
                </a:cubicBezTo>
                <a:lnTo>
                  <a:pt x="2648991" y="1021747"/>
                </a:lnTo>
                <a:cubicBezTo>
                  <a:pt x="2648586" y="1022152"/>
                  <a:pt x="2648181" y="1022556"/>
                  <a:pt x="2647777" y="1022152"/>
                </a:cubicBezTo>
                <a:lnTo>
                  <a:pt x="2641300" y="1022152"/>
                </a:lnTo>
                <a:cubicBezTo>
                  <a:pt x="2640895" y="1022152"/>
                  <a:pt x="2640490" y="1022152"/>
                  <a:pt x="2640085" y="1021747"/>
                </a:cubicBezTo>
                <a:lnTo>
                  <a:pt x="2636847" y="1016080"/>
                </a:lnTo>
                <a:cubicBezTo>
                  <a:pt x="2636442" y="1015675"/>
                  <a:pt x="2636442" y="1015270"/>
                  <a:pt x="2636847" y="1014865"/>
                </a:cubicBezTo>
                <a:lnTo>
                  <a:pt x="2640085" y="1009198"/>
                </a:lnTo>
                <a:cubicBezTo>
                  <a:pt x="2640490" y="1008793"/>
                  <a:pt x="2640895" y="1008388"/>
                  <a:pt x="2641300" y="1008388"/>
                </a:cubicBezTo>
                <a:close/>
                <a:moveTo>
                  <a:pt x="3895409" y="1007983"/>
                </a:moveTo>
                <a:lnTo>
                  <a:pt x="3903100" y="1007983"/>
                </a:lnTo>
                <a:cubicBezTo>
                  <a:pt x="3903505" y="1007983"/>
                  <a:pt x="3903910" y="1008388"/>
                  <a:pt x="3904314" y="1008793"/>
                </a:cubicBezTo>
                <a:lnTo>
                  <a:pt x="3907958" y="1015270"/>
                </a:lnTo>
                <a:cubicBezTo>
                  <a:pt x="3908362" y="1015674"/>
                  <a:pt x="3908362" y="1016079"/>
                  <a:pt x="3907958" y="1016484"/>
                </a:cubicBezTo>
                <a:lnTo>
                  <a:pt x="3904314" y="1022961"/>
                </a:lnTo>
                <a:cubicBezTo>
                  <a:pt x="3903910" y="1023366"/>
                  <a:pt x="3903505" y="1023366"/>
                  <a:pt x="3903100" y="1023771"/>
                </a:cubicBezTo>
                <a:lnTo>
                  <a:pt x="3895409" y="1023771"/>
                </a:lnTo>
                <a:cubicBezTo>
                  <a:pt x="3895004" y="1023771"/>
                  <a:pt x="3894599" y="1023366"/>
                  <a:pt x="3894194" y="1022961"/>
                </a:cubicBezTo>
                <a:lnTo>
                  <a:pt x="3890551" y="1016484"/>
                </a:lnTo>
                <a:cubicBezTo>
                  <a:pt x="3890146" y="1016079"/>
                  <a:pt x="3890146" y="1015674"/>
                  <a:pt x="3890551" y="1015270"/>
                </a:cubicBezTo>
                <a:lnTo>
                  <a:pt x="3894194" y="1008793"/>
                </a:lnTo>
                <a:cubicBezTo>
                  <a:pt x="3894599" y="1008388"/>
                  <a:pt x="3895004" y="1007983"/>
                  <a:pt x="3895409" y="1007983"/>
                </a:cubicBezTo>
                <a:close/>
                <a:moveTo>
                  <a:pt x="4016852" y="1007578"/>
                </a:moveTo>
                <a:lnTo>
                  <a:pt x="4024949" y="1007578"/>
                </a:lnTo>
                <a:cubicBezTo>
                  <a:pt x="4025353" y="1007578"/>
                  <a:pt x="4025758" y="1007983"/>
                  <a:pt x="4026163" y="1008388"/>
                </a:cubicBezTo>
                <a:lnTo>
                  <a:pt x="4030211" y="1015269"/>
                </a:lnTo>
                <a:cubicBezTo>
                  <a:pt x="4030616" y="1015674"/>
                  <a:pt x="4030616" y="1016079"/>
                  <a:pt x="4030211" y="1016484"/>
                </a:cubicBezTo>
                <a:lnTo>
                  <a:pt x="4026163" y="1023366"/>
                </a:lnTo>
                <a:cubicBezTo>
                  <a:pt x="4025758" y="1023771"/>
                  <a:pt x="4025353" y="1023771"/>
                  <a:pt x="4024949" y="1024175"/>
                </a:cubicBezTo>
                <a:lnTo>
                  <a:pt x="4016852" y="1024175"/>
                </a:lnTo>
                <a:cubicBezTo>
                  <a:pt x="4016448" y="1024175"/>
                  <a:pt x="4016042" y="1023771"/>
                  <a:pt x="4015638" y="1023366"/>
                </a:cubicBezTo>
                <a:lnTo>
                  <a:pt x="4011590" y="1016484"/>
                </a:lnTo>
                <a:cubicBezTo>
                  <a:pt x="4011185" y="1016079"/>
                  <a:pt x="4011185" y="1015674"/>
                  <a:pt x="4011590" y="1015269"/>
                </a:cubicBezTo>
                <a:lnTo>
                  <a:pt x="4015638" y="1008388"/>
                </a:lnTo>
                <a:cubicBezTo>
                  <a:pt x="4016042" y="1007983"/>
                  <a:pt x="4016448" y="1007578"/>
                  <a:pt x="4016852" y="1007578"/>
                </a:cubicBezTo>
                <a:close/>
                <a:moveTo>
                  <a:pt x="3854522" y="1007578"/>
                </a:moveTo>
                <a:lnTo>
                  <a:pt x="3862619" y="1007578"/>
                </a:lnTo>
                <a:cubicBezTo>
                  <a:pt x="3863023" y="1007578"/>
                  <a:pt x="3863428" y="1007578"/>
                  <a:pt x="3863833" y="1007983"/>
                </a:cubicBezTo>
                <a:lnTo>
                  <a:pt x="3867881" y="1014865"/>
                </a:lnTo>
                <a:cubicBezTo>
                  <a:pt x="3868286" y="1015269"/>
                  <a:pt x="3868286" y="1015674"/>
                  <a:pt x="3867881" y="1016079"/>
                </a:cubicBezTo>
                <a:lnTo>
                  <a:pt x="3863833" y="1022961"/>
                </a:lnTo>
                <a:cubicBezTo>
                  <a:pt x="3863833" y="1023366"/>
                  <a:pt x="3863428" y="1023771"/>
                  <a:pt x="3862619" y="1023366"/>
                </a:cubicBezTo>
                <a:lnTo>
                  <a:pt x="3854522" y="1023366"/>
                </a:lnTo>
                <a:cubicBezTo>
                  <a:pt x="3854117" y="1023366"/>
                  <a:pt x="3853712" y="1023366"/>
                  <a:pt x="3853308" y="1022961"/>
                </a:cubicBezTo>
                <a:lnTo>
                  <a:pt x="3849260" y="1016079"/>
                </a:lnTo>
                <a:cubicBezTo>
                  <a:pt x="3848855" y="1015674"/>
                  <a:pt x="3848855" y="1015269"/>
                  <a:pt x="3849260" y="1014865"/>
                </a:cubicBezTo>
                <a:lnTo>
                  <a:pt x="3853308" y="1007983"/>
                </a:lnTo>
                <a:cubicBezTo>
                  <a:pt x="3853712" y="1007983"/>
                  <a:pt x="3854117" y="1007578"/>
                  <a:pt x="3854522" y="1007578"/>
                </a:cubicBezTo>
                <a:close/>
                <a:moveTo>
                  <a:pt x="3773559" y="1006769"/>
                </a:moveTo>
                <a:lnTo>
                  <a:pt x="3782060" y="1006769"/>
                </a:lnTo>
                <a:cubicBezTo>
                  <a:pt x="3782465" y="1006769"/>
                  <a:pt x="3782870" y="1007174"/>
                  <a:pt x="3783274" y="1007579"/>
                </a:cubicBezTo>
                <a:lnTo>
                  <a:pt x="3787323" y="1014865"/>
                </a:lnTo>
                <a:cubicBezTo>
                  <a:pt x="3787728" y="1015270"/>
                  <a:pt x="3787728" y="1015675"/>
                  <a:pt x="3787323" y="1016080"/>
                </a:cubicBezTo>
                <a:lnTo>
                  <a:pt x="3783274" y="1023366"/>
                </a:lnTo>
                <a:cubicBezTo>
                  <a:pt x="3782870" y="1023771"/>
                  <a:pt x="3782465" y="1024176"/>
                  <a:pt x="3782060" y="1024176"/>
                </a:cubicBezTo>
                <a:lnTo>
                  <a:pt x="3773559" y="1024176"/>
                </a:lnTo>
                <a:cubicBezTo>
                  <a:pt x="3773154" y="1024176"/>
                  <a:pt x="3772749" y="1023771"/>
                  <a:pt x="3772345" y="1023366"/>
                </a:cubicBezTo>
                <a:lnTo>
                  <a:pt x="3768297" y="1016080"/>
                </a:lnTo>
                <a:cubicBezTo>
                  <a:pt x="3767892" y="1015675"/>
                  <a:pt x="3767892" y="1015270"/>
                  <a:pt x="3768297" y="1014865"/>
                </a:cubicBezTo>
                <a:lnTo>
                  <a:pt x="3772345" y="1007579"/>
                </a:lnTo>
                <a:cubicBezTo>
                  <a:pt x="3772749" y="1007174"/>
                  <a:pt x="3773154" y="1006769"/>
                  <a:pt x="3773559" y="1006769"/>
                </a:cubicBezTo>
                <a:close/>
                <a:moveTo>
                  <a:pt x="3733079" y="1006769"/>
                </a:moveTo>
                <a:lnTo>
                  <a:pt x="3741580" y="1006769"/>
                </a:lnTo>
                <a:cubicBezTo>
                  <a:pt x="3741985" y="1006769"/>
                  <a:pt x="3742389" y="1006769"/>
                  <a:pt x="3742794" y="1007174"/>
                </a:cubicBezTo>
                <a:lnTo>
                  <a:pt x="3747247" y="1014865"/>
                </a:lnTo>
                <a:cubicBezTo>
                  <a:pt x="3747652" y="1015270"/>
                  <a:pt x="3747652" y="1015675"/>
                  <a:pt x="3747247" y="1016080"/>
                </a:cubicBezTo>
                <a:lnTo>
                  <a:pt x="3742794" y="1023771"/>
                </a:lnTo>
                <a:cubicBezTo>
                  <a:pt x="3742794" y="1024176"/>
                  <a:pt x="3742389" y="1024581"/>
                  <a:pt x="3741580" y="1024176"/>
                </a:cubicBezTo>
                <a:lnTo>
                  <a:pt x="3733079" y="1024176"/>
                </a:lnTo>
                <a:cubicBezTo>
                  <a:pt x="3732674" y="1024176"/>
                  <a:pt x="3732269" y="1024176"/>
                  <a:pt x="3731864" y="1023771"/>
                </a:cubicBezTo>
                <a:lnTo>
                  <a:pt x="3727412" y="1016080"/>
                </a:lnTo>
                <a:cubicBezTo>
                  <a:pt x="3727007" y="1015675"/>
                  <a:pt x="3727007" y="1015270"/>
                  <a:pt x="3727412" y="1014865"/>
                </a:cubicBezTo>
                <a:lnTo>
                  <a:pt x="3731864" y="1007174"/>
                </a:lnTo>
                <a:cubicBezTo>
                  <a:pt x="3732269" y="1007174"/>
                  <a:pt x="3732674" y="1006769"/>
                  <a:pt x="3733079" y="1006769"/>
                </a:cubicBezTo>
                <a:close/>
                <a:moveTo>
                  <a:pt x="2315830" y="1006769"/>
                </a:moveTo>
                <a:lnTo>
                  <a:pt x="2325140" y="1006769"/>
                </a:lnTo>
                <a:cubicBezTo>
                  <a:pt x="2325545" y="1006769"/>
                  <a:pt x="2325950" y="1006769"/>
                  <a:pt x="2326355" y="1007174"/>
                </a:cubicBezTo>
                <a:lnTo>
                  <a:pt x="2331213" y="1015270"/>
                </a:lnTo>
                <a:cubicBezTo>
                  <a:pt x="2331618" y="1015675"/>
                  <a:pt x="2331618" y="1016080"/>
                  <a:pt x="2331213" y="1016484"/>
                </a:cubicBezTo>
                <a:lnTo>
                  <a:pt x="2326355" y="1024581"/>
                </a:lnTo>
                <a:cubicBezTo>
                  <a:pt x="2326355" y="1024986"/>
                  <a:pt x="2325950" y="1024986"/>
                  <a:pt x="2325140" y="1024986"/>
                </a:cubicBezTo>
                <a:lnTo>
                  <a:pt x="2315830" y="1024986"/>
                </a:lnTo>
                <a:cubicBezTo>
                  <a:pt x="2315425" y="1024986"/>
                  <a:pt x="2315020" y="1024986"/>
                  <a:pt x="2314615" y="1024581"/>
                </a:cubicBezTo>
                <a:lnTo>
                  <a:pt x="2309758" y="1016484"/>
                </a:lnTo>
                <a:cubicBezTo>
                  <a:pt x="2309353" y="1016080"/>
                  <a:pt x="2309353" y="1015675"/>
                  <a:pt x="2309758" y="1015270"/>
                </a:cubicBezTo>
                <a:lnTo>
                  <a:pt x="2314615" y="1007174"/>
                </a:lnTo>
                <a:cubicBezTo>
                  <a:pt x="2315020" y="1007174"/>
                  <a:pt x="2315425" y="1006769"/>
                  <a:pt x="2315830" y="1006769"/>
                </a:cubicBezTo>
                <a:close/>
                <a:moveTo>
                  <a:pt x="3813636" y="1006364"/>
                </a:moveTo>
                <a:lnTo>
                  <a:pt x="3822947" y="1006364"/>
                </a:lnTo>
                <a:cubicBezTo>
                  <a:pt x="3823351" y="1006364"/>
                  <a:pt x="3823756" y="1006769"/>
                  <a:pt x="3824161" y="1007174"/>
                </a:cubicBezTo>
                <a:lnTo>
                  <a:pt x="3829019" y="1015270"/>
                </a:lnTo>
                <a:cubicBezTo>
                  <a:pt x="3829424" y="1015675"/>
                  <a:pt x="3829424" y="1016080"/>
                  <a:pt x="3829019" y="1016484"/>
                </a:cubicBezTo>
                <a:lnTo>
                  <a:pt x="3824161" y="1024581"/>
                </a:lnTo>
                <a:cubicBezTo>
                  <a:pt x="3824161" y="1024985"/>
                  <a:pt x="3823756" y="1024985"/>
                  <a:pt x="3822947" y="1025390"/>
                </a:cubicBezTo>
                <a:lnTo>
                  <a:pt x="3813636" y="1025390"/>
                </a:lnTo>
                <a:cubicBezTo>
                  <a:pt x="3813231" y="1025390"/>
                  <a:pt x="3812826" y="1024985"/>
                  <a:pt x="3812422" y="1024581"/>
                </a:cubicBezTo>
                <a:lnTo>
                  <a:pt x="3807564" y="1016484"/>
                </a:lnTo>
                <a:cubicBezTo>
                  <a:pt x="3807159" y="1016080"/>
                  <a:pt x="3807159" y="1015675"/>
                  <a:pt x="3807564" y="1015270"/>
                </a:cubicBezTo>
                <a:lnTo>
                  <a:pt x="3812422" y="1007174"/>
                </a:lnTo>
                <a:cubicBezTo>
                  <a:pt x="3812826" y="1006769"/>
                  <a:pt x="3813231" y="1006364"/>
                  <a:pt x="3813636" y="1006364"/>
                </a:cubicBezTo>
                <a:close/>
                <a:moveTo>
                  <a:pt x="3165936" y="1006364"/>
                </a:moveTo>
                <a:lnTo>
                  <a:pt x="3175247" y="1006364"/>
                </a:lnTo>
                <a:cubicBezTo>
                  <a:pt x="3175651" y="1006364"/>
                  <a:pt x="3176056" y="1006769"/>
                  <a:pt x="3176461" y="1007174"/>
                </a:cubicBezTo>
                <a:lnTo>
                  <a:pt x="3181319" y="1015270"/>
                </a:lnTo>
                <a:cubicBezTo>
                  <a:pt x="3181724" y="1015675"/>
                  <a:pt x="3181724" y="1016080"/>
                  <a:pt x="3181319" y="1016484"/>
                </a:cubicBezTo>
                <a:lnTo>
                  <a:pt x="3176461" y="1024581"/>
                </a:lnTo>
                <a:cubicBezTo>
                  <a:pt x="3176461" y="1024581"/>
                  <a:pt x="3176056" y="1024985"/>
                  <a:pt x="3175247" y="1025390"/>
                </a:cubicBezTo>
                <a:lnTo>
                  <a:pt x="3165936" y="1025390"/>
                </a:lnTo>
                <a:cubicBezTo>
                  <a:pt x="3165531" y="1025390"/>
                  <a:pt x="3165126" y="1024985"/>
                  <a:pt x="3164722" y="1024581"/>
                </a:cubicBezTo>
                <a:lnTo>
                  <a:pt x="3159864" y="1016484"/>
                </a:lnTo>
                <a:cubicBezTo>
                  <a:pt x="3159459" y="1016080"/>
                  <a:pt x="3159459" y="1015675"/>
                  <a:pt x="3159864" y="1015270"/>
                </a:cubicBezTo>
                <a:lnTo>
                  <a:pt x="3164722" y="1007174"/>
                </a:lnTo>
                <a:cubicBezTo>
                  <a:pt x="3165126" y="1006769"/>
                  <a:pt x="3165531" y="1006364"/>
                  <a:pt x="3165936" y="1006364"/>
                </a:cubicBezTo>
                <a:close/>
                <a:moveTo>
                  <a:pt x="2598389" y="1005959"/>
                </a:moveTo>
                <a:lnTo>
                  <a:pt x="2608914" y="1005959"/>
                </a:lnTo>
                <a:cubicBezTo>
                  <a:pt x="2609319" y="1005959"/>
                  <a:pt x="2609723" y="1005959"/>
                  <a:pt x="2610128" y="1006364"/>
                </a:cubicBezTo>
                <a:lnTo>
                  <a:pt x="2615391" y="1015270"/>
                </a:lnTo>
                <a:cubicBezTo>
                  <a:pt x="2615796" y="1015674"/>
                  <a:pt x="2615796" y="1016079"/>
                  <a:pt x="2615391" y="1016484"/>
                </a:cubicBezTo>
                <a:lnTo>
                  <a:pt x="2610128" y="1025390"/>
                </a:lnTo>
                <a:cubicBezTo>
                  <a:pt x="2610128" y="1025795"/>
                  <a:pt x="2609723" y="1025795"/>
                  <a:pt x="2608914" y="1025795"/>
                </a:cubicBezTo>
                <a:lnTo>
                  <a:pt x="2598389" y="1025795"/>
                </a:lnTo>
                <a:cubicBezTo>
                  <a:pt x="2597984" y="1025795"/>
                  <a:pt x="2597579" y="1025795"/>
                  <a:pt x="2597174" y="1025390"/>
                </a:cubicBezTo>
                <a:lnTo>
                  <a:pt x="2591912" y="1016484"/>
                </a:lnTo>
                <a:cubicBezTo>
                  <a:pt x="2591507" y="1016079"/>
                  <a:pt x="2591507" y="1015674"/>
                  <a:pt x="2591912" y="1015270"/>
                </a:cubicBezTo>
                <a:lnTo>
                  <a:pt x="2597174" y="1006364"/>
                </a:lnTo>
                <a:cubicBezTo>
                  <a:pt x="2597579" y="1006364"/>
                  <a:pt x="2597984" y="1005959"/>
                  <a:pt x="2598389" y="1005959"/>
                </a:cubicBezTo>
                <a:close/>
                <a:moveTo>
                  <a:pt x="2518236" y="1005959"/>
                </a:moveTo>
                <a:lnTo>
                  <a:pt x="2527951" y="1005959"/>
                </a:lnTo>
                <a:cubicBezTo>
                  <a:pt x="2528356" y="1005959"/>
                  <a:pt x="2528761" y="1005959"/>
                  <a:pt x="2529166" y="1006364"/>
                </a:cubicBezTo>
                <a:lnTo>
                  <a:pt x="2534024" y="1014865"/>
                </a:lnTo>
                <a:cubicBezTo>
                  <a:pt x="2534428" y="1015270"/>
                  <a:pt x="2534428" y="1015674"/>
                  <a:pt x="2534024" y="1016079"/>
                </a:cubicBezTo>
                <a:lnTo>
                  <a:pt x="2529166" y="1024580"/>
                </a:lnTo>
                <a:cubicBezTo>
                  <a:pt x="2528761" y="1024985"/>
                  <a:pt x="2528356" y="1025390"/>
                  <a:pt x="2527951" y="1024985"/>
                </a:cubicBezTo>
                <a:lnTo>
                  <a:pt x="2518236" y="1024985"/>
                </a:lnTo>
                <a:cubicBezTo>
                  <a:pt x="2517831" y="1024985"/>
                  <a:pt x="2517426" y="1024985"/>
                  <a:pt x="2517021" y="1024580"/>
                </a:cubicBezTo>
                <a:lnTo>
                  <a:pt x="2512164" y="1016079"/>
                </a:lnTo>
                <a:cubicBezTo>
                  <a:pt x="2511759" y="1015674"/>
                  <a:pt x="2511759" y="1015270"/>
                  <a:pt x="2512164" y="1014865"/>
                </a:cubicBezTo>
                <a:lnTo>
                  <a:pt x="2517021" y="1006364"/>
                </a:lnTo>
                <a:cubicBezTo>
                  <a:pt x="2517426" y="1006364"/>
                  <a:pt x="2517831" y="1005959"/>
                  <a:pt x="2518236" y="1005959"/>
                </a:cubicBezTo>
                <a:close/>
                <a:moveTo>
                  <a:pt x="2437274" y="1005959"/>
                </a:moveTo>
                <a:lnTo>
                  <a:pt x="2446989" y="1005959"/>
                </a:lnTo>
                <a:cubicBezTo>
                  <a:pt x="2447394" y="1005959"/>
                  <a:pt x="2447799" y="1005959"/>
                  <a:pt x="2448204" y="1006364"/>
                </a:cubicBezTo>
                <a:lnTo>
                  <a:pt x="2453062" y="1014865"/>
                </a:lnTo>
                <a:cubicBezTo>
                  <a:pt x="2453466" y="1015270"/>
                  <a:pt x="2453466" y="1015674"/>
                  <a:pt x="2453062" y="1016079"/>
                </a:cubicBezTo>
                <a:lnTo>
                  <a:pt x="2448204" y="1024580"/>
                </a:lnTo>
                <a:cubicBezTo>
                  <a:pt x="2447799" y="1024985"/>
                  <a:pt x="2447394" y="1025390"/>
                  <a:pt x="2446989" y="1024985"/>
                </a:cubicBezTo>
                <a:lnTo>
                  <a:pt x="2437274" y="1024985"/>
                </a:lnTo>
                <a:cubicBezTo>
                  <a:pt x="2436869" y="1024985"/>
                  <a:pt x="2436464" y="1024985"/>
                  <a:pt x="2436059" y="1024580"/>
                </a:cubicBezTo>
                <a:lnTo>
                  <a:pt x="2431202" y="1016079"/>
                </a:lnTo>
                <a:cubicBezTo>
                  <a:pt x="2430797" y="1015674"/>
                  <a:pt x="2430797" y="1015270"/>
                  <a:pt x="2431202" y="1014865"/>
                </a:cubicBezTo>
                <a:lnTo>
                  <a:pt x="2436059" y="1006364"/>
                </a:lnTo>
                <a:cubicBezTo>
                  <a:pt x="2436464" y="1006364"/>
                  <a:pt x="2436869" y="1005959"/>
                  <a:pt x="2437274" y="1005959"/>
                </a:cubicBezTo>
                <a:close/>
                <a:moveTo>
                  <a:pt x="3408013" y="1005554"/>
                </a:moveTo>
                <a:lnTo>
                  <a:pt x="3418943" y="1005554"/>
                </a:lnTo>
                <a:cubicBezTo>
                  <a:pt x="3419348" y="1005554"/>
                  <a:pt x="3419753" y="1005554"/>
                  <a:pt x="3420158" y="1005959"/>
                </a:cubicBezTo>
                <a:lnTo>
                  <a:pt x="3425421" y="1015269"/>
                </a:lnTo>
                <a:cubicBezTo>
                  <a:pt x="3425825" y="1015674"/>
                  <a:pt x="3425825" y="1016079"/>
                  <a:pt x="3425421" y="1016484"/>
                </a:cubicBezTo>
                <a:lnTo>
                  <a:pt x="3420158" y="1025795"/>
                </a:lnTo>
                <a:cubicBezTo>
                  <a:pt x="3419753" y="1026199"/>
                  <a:pt x="3419348" y="1026199"/>
                  <a:pt x="3418943" y="1026199"/>
                </a:cubicBezTo>
                <a:lnTo>
                  <a:pt x="3408013" y="1026199"/>
                </a:lnTo>
                <a:cubicBezTo>
                  <a:pt x="3407609" y="1026199"/>
                  <a:pt x="3407204" y="1026199"/>
                  <a:pt x="3406799" y="1025795"/>
                </a:cubicBezTo>
                <a:lnTo>
                  <a:pt x="3401537" y="1016484"/>
                </a:lnTo>
                <a:cubicBezTo>
                  <a:pt x="3401132" y="1016079"/>
                  <a:pt x="3401132" y="1015674"/>
                  <a:pt x="3401537" y="1015269"/>
                </a:cubicBezTo>
                <a:lnTo>
                  <a:pt x="3406799" y="1005959"/>
                </a:lnTo>
                <a:cubicBezTo>
                  <a:pt x="3407204" y="1005959"/>
                  <a:pt x="3407609" y="1005554"/>
                  <a:pt x="3408013" y="1005554"/>
                </a:cubicBezTo>
                <a:close/>
                <a:moveTo>
                  <a:pt x="2558313" y="1005554"/>
                </a:moveTo>
                <a:lnTo>
                  <a:pt x="2568433" y="1005554"/>
                </a:lnTo>
                <a:cubicBezTo>
                  <a:pt x="2568838" y="1005554"/>
                  <a:pt x="2569242" y="1005959"/>
                  <a:pt x="2569647" y="1006364"/>
                </a:cubicBezTo>
                <a:lnTo>
                  <a:pt x="2574910" y="1015269"/>
                </a:lnTo>
                <a:cubicBezTo>
                  <a:pt x="2575315" y="1015674"/>
                  <a:pt x="2575315" y="1016079"/>
                  <a:pt x="2574910" y="1016484"/>
                </a:cubicBezTo>
                <a:lnTo>
                  <a:pt x="2569647" y="1025390"/>
                </a:lnTo>
                <a:cubicBezTo>
                  <a:pt x="2569647" y="1025795"/>
                  <a:pt x="2569242" y="1025795"/>
                  <a:pt x="2568433" y="1026199"/>
                </a:cubicBezTo>
                <a:lnTo>
                  <a:pt x="2558313" y="1026199"/>
                </a:lnTo>
                <a:cubicBezTo>
                  <a:pt x="2557908" y="1026199"/>
                  <a:pt x="2557503" y="1025795"/>
                  <a:pt x="2557098" y="1025390"/>
                </a:cubicBezTo>
                <a:lnTo>
                  <a:pt x="2551836" y="1016484"/>
                </a:lnTo>
                <a:cubicBezTo>
                  <a:pt x="2551431" y="1016079"/>
                  <a:pt x="2551431" y="1015674"/>
                  <a:pt x="2551836" y="1015269"/>
                </a:cubicBezTo>
                <a:lnTo>
                  <a:pt x="2557098" y="1006364"/>
                </a:lnTo>
                <a:cubicBezTo>
                  <a:pt x="2557503" y="1005959"/>
                  <a:pt x="2557908" y="1005554"/>
                  <a:pt x="2558313" y="1005554"/>
                </a:cubicBezTo>
                <a:close/>
                <a:moveTo>
                  <a:pt x="3206012" y="1005149"/>
                </a:moveTo>
                <a:lnTo>
                  <a:pt x="3216133" y="1005149"/>
                </a:lnTo>
                <a:cubicBezTo>
                  <a:pt x="3216537" y="1005149"/>
                  <a:pt x="3216943" y="1005554"/>
                  <a:pt x="3217347" y="1005959"/>
                </a:cubicBezTo>
                <a:lnTo>
                  <a:pt x="3222610" y="1014864"/>
                </a:lnTo>
                <a:cubicBezTo>
                  <a:pt x="3223015" y="1015269"/>
                  <a:pt x="3223015" y="1015674"/>
                  <a:pt x="3222610" y="1016079"/>
                </a:cubicBezTo>
                <a:lnTo>
                  <a:pt x="3217347" y="1024985"/>
                </a:lnTo>
                <a:cubicBezTo>
                  <a:pt x="3217347" y="1025390"/>
                  <a:pt x="3216943" y="1025794"/>
                  <a:pt x="3216133" y="1025794"/>
                </a:cubicBezTo>
                <a:lnTo>
                  <a:pt x="3206012" y="1025794"/>
                </a:lnTo>
                <a:cubicBezTo>
                  <a:pt x="3205608" y="1025794"/>
                  <a:pt x="3205203" y="1025390"/>
                  <a:pt x="3204798" y="1024985"/>
                </a:cubicBezTo>
                <a:lnTo>
                  <a:pt x="3199536" y="1016079"/>
                </a:lnTo>
                <a:cubicBezTo>
                  <a:pt x="3199131" y="1015674"/>
                  <a:pt x="3199131" y="1015269"/>
                  <a:pt x="3199536" y="1014864"/>
                </a:cubicBezTo>
                <a:lnTo>
                  <a:pt x="3204798" y="1005959"/>
                </a:lnTo>
                <a:cubicBezTo>
                  <a:pt x="3205203" y="1005554"/>
                  <a:pt x="3205608" y="1005149"/>
                  <a:pt x="3206012" y="1005149"/>
                </a:cubicBezTo>
                <a:close/>
                <a:moveTo>
                  <a:pt x="3448090" y="1004745"/>
                </a:moveTo>
                <a:lnTo>
                  <a:pt x="3459830" y="1004745"/>
                </a:lnTo>
                <a:cubicBezTo>
                  <a:pt x="3460235" y="1004745"/>
                  <a:pt x="3460639" y="1004745"/>
                  <a:pt x="3461044" y="1005150"/>
                </a:cubicBezTo>
                <a:lnTo>
                  <a:pt x="3467116" y="1015270"/>
                </a:lnTo>
                <a:cubicBezTo>
                  <a:pt x="3467521" y="1015675"/>
                  <a:pt x="3467521" y="1016080"/>
                  <a:pt x="3467116" y="1016485"/>
                </a:cubicBezTo>
                <a:lnTo>
                  <a:pt x="3461044" y="1026605"/>
                </a:lnTo>
                <a:cubicBezTo>
                  <a:pt x="3461044" y="1027010"/>
                  <a:pt x="3460639" y="1027010"/>
                  <a:pt x="3459830" y="1027415"/>
                </a:cubicBezTo>
                <a:lnTo>
                  <a:pt x="3448090" y="1027415"/>
                </a:lnTo>
                <a:cubicBezTo>
                  <a:pt x="3447686" y="1027415"/>
                  <a:pt x="3447280" y="1027010"/>
                  <a:pt x="3446876" y="1026605"/>
                </a:cubicBezTo>
                <a:lnTo>
                  <a:pt x="3440804" y="1016485"/>
                </a:lnTo>
                <a:cubicBezTo>
                  <a:pt x="3440399" y="1016080"/>
                  <a:pt x="3440399" y="1015675"/>
                  <a:pt x="3440804" y="1015270"/>
                </a:cubicBezTo>
                <a:lnTo>
                  <a:pt x="3446876" y="1005150"/>
                </a:lnTo>
                <a:cubicBezTo>
                  <a:pt x="3447280" y="1005150"/>
                  <a:pt x="3447686" y="1004745"/>
                  <a:pt x="3448090" y="1004745"/>
                </a:cubicBezTo>
                <a:close/>
                <a:moveTo>
                  <a:pt x="3367128" y="1004745"/>
                </a:moveTo>
                <a:lnTo>
                  <a:pt x="3378462" y="1004745"/>
                </a:lnTo>
                <a:cubicBezTo>
                  <a:pt x="3378867" y="1004745"/>
                  <a:pt x="3379272" y="1004745"/>
                  <a:pt x="3379677" y="1005150"/>
                </a:cubicBezTo>
                <a:lnTo>
                  <a:pt x="3385344" y="1014865"/>
                </a:lnTo>
                <a:cubicBezTo>
                  <a:pt x="3385749" y="1015270"/>
                  <a:pt x="3385749" y="1015675"/>
                  <a:pt x="3385344" y="1016080"/>
                </a:cubicBezTo>
                <a:lnTo>
                  <a:pt x="3379677" y="1025795"/>
                </a:lnTo>
                <a:cubicBezTo>
                  <a:pt x="3379677" y="1026200"/>
                  <a:pt x="3379272" y="1026605"/>
                  <a:pt x="3378462" y="1026200"/>
                </a:cubicBezTo>
                <a:lnTo>
                  <a:pt x="3367128" y="1026200"/>
                </a:lnTo>
                <a:cubicBezTo>
                  <a:pt x="3366723" y="1026200"/>
                  <a:pt x="3366318" y="1026200"/>
                  <a:pt x="3365913" y="1025795"/>
                </a:cubicBezTo>
                <a:lnTo>
                  <a:pt x="3360246" y="1016080"/>
                </a:lnTo>
                <a:cubicBezTo>
                  <a:pt x="3359841" y="1015675"/>
                  <a:pt x="3359841" y="1015270"/>
                  <a:pt x="3360246" y="1014865"/>
                </a:cubicBezTo>
                <a:lnTo>
                  <a:pt x="3365913" y="1005150"/>
                </a:lnTo>
                <a:cubicBezTo>
                  <a:pt x="3366318" y="1005150"/>
                  <a:pt x="3366723" y="1004745"/>
                  <a:pt x="3367128" y="1004745"/>
                </a:cubicBezTo>
                <a:close/>
                <a:moveTo>
                  <a:pt x="3974752" y="1004340"/>
                </a:moveTo>
                <a:lnTo>
                  <a:pt x="3985681" y="1004340"/>
                </a:lnTo>
                <a:cubicBezTo>
                  <a:pt x="3986086" y="1004340"/>
                  <a:pt x="3986491" y="1004745"/>
                  <a:pt x="3986896" y="1005150"/>
                </a:cubicBezTo>
                <a:lnTo>
                  <a:pt x="3992563" y="1014865"/>
                </a:lnTo>
                <a:cubicBezTo>
                  <a:pt x="3992968" y="1015270"/>
                  <a:pt x="3992968" y="1015675"/>
                  <a:pt x="3992563" y="1016080"/>
                </a:cubicBezTo>
                <a:lnTo>
                  <a:pt x="3986896" y="1025795"/>
                </a:lnTo>
                <a:cubicBezTo>
                  <a:pt x="3986896" y="1026200"/>
                  <a:pt x="3986491" y="1026605"/>
                  <a:pt x="3985681" y="1026605"/>
                </a:cubicBezTo>
                <a:lnTo>
                  <a:pt x="3974752" y="1026605"/>
                </a:lnTo>
                <a:cubicBezTo>
                  <a:pt x="3974347" y="1026605"/>
                  <a:pt x="3973942" y="1026200"/>
                  <a:pt x="3973537" y="1025795"/>
                </a:cubicBezTo>
                <a:lnTo>
                  <a:pt x="3967870" y="1016080"/>
                </a:lnTo>
                <a:cubicBezTo>
                  <a:pt x="3967465" y="1015675"/>
                  <a:pt x="3967465" y="1015270"/>
                  <a:pt x="3967870" y="1014865"/>
                </a:cubicBezTo>
                <a:lnTo>
                  <a:pt x="3973537" y="1005150"/>
                </a:lnTo>
                <a:cubicBezTo>
                  <a:pt x="3973942" y="1004745"/>
                  <a:pt x="3974347" y="1004340"/>
                  <a:pt x="3974752" y="1004340"/>
                </a:cubicBezTo>
                <a:close/>
                <a:moveTo>
                  <a:pt x="3690978" y="1004340"/>
                </a:moveTo>
                <a:lnTo>
                  <a:pt x="3702717" y="1004340"/>
                </a:lnTo>
                <a:cubicBezTo>
                  <a:pt x="3703122" y="1004340"/>
                  <a:pt x="3703527" y="1004745"/>
                  <a:pt x="3703931" y="1005150"/>
                </a:cubicBezTo>
                <a:lnTo>
                  <a:pt x="3709599" y="1015270"/>
                </a:lnTo>
                <a:cubicBezTo>
                  <a:pt x="3710004" y="1015675"/>
                  <a:pt x="3710004" y="1016080"/>
                  <a:pt x="3709599" y="1016484"/>
                </a:cubicBezTo>
                <a:lnTo>
                  <a:pt x="3703931" y="1026605"/>
                </a:lnTo>
                <a:cubicBezTo>
                  <a:pt x="3703931" y="1026605"/>
                  <a:pt x="3703527" y="1027010"/>
                  <a:pt x="3702717" y="1027414"/>
                </a:cubicBezTo>
                <a:lnTo>
                  <a:pt x="3690978" y="1027414"/>
                </a:lnTo>
                <a:cubicBezTo>
                  <a:pt x="3690573" y="1027414"/>
                  <a:pt x="3690168" y="1027010"/>
                  <a:pt x="3689763" y="1026605"/>
                </a:cubicBezTo>
                <a:lnTo>
                  <a:pt x="3684096" y="1016484"/>
                </a:lnTo>
                <a:cubicBezTo>
                  <a:pt x="3683691" y="1016080"/>
                  <a:pt x="3683691" y="1015675"/>
                  <a:pt x="3684096" y="1015270"/>
                </a:cubicBezTo>
                <a:lnTo>
                  <a:pt x="3689763" y="1005150"/>
                </a:lnTo>
                <a:cubicBezTo>
                  <a:pt x="3690168" y="1004745"/>
                  <a:pt x="3690573" y="1004340"/>
                  <a:pt x="3690978" y="1004340"/>
                </a:cubicBezTo>
                <a:close/>
                <a:moveTo>
                  <a:pt x="3488571" y="1004340"/>
                </a:moveTo>
                <a:lnTo>
                  <a:pt x="3500311" y="1004340"/>
                </a:lnTo>
                <a:cubicBezTo>
                  <a:pt x="3500716" y="1004340"/>
                  <a:pt x="3501120" y="1004745"/>
                  <a:pt x="3501525" y="1005150"/>
                </a:cubicBezTo>
                <a:lnTo>
                  <a:pt x="3507597" y="1015270"/>
                </a:lnTo>
                <a:cubicBezTo>
                  <a:pt x="3508002" y="1015675"/>
                  <a:pt x="3508002" y="1016080"/>
                  <a:pt x="3507597" y="1016484"/>
                </a:cubicBezTo>
                <a:lnTo>
                  <a:pt x="3501525" y="1026605"/>
                </a:lnTo>
                <a:cubicBezTo>
                  <a:pt x="3501525" y="1027010"/>
                  <a:pt x="3501120" y="1027010"/>
                  <a:pt x="3500311" y="1027414"/>
                </a:cubicBezTo>
                <a:lnTo>
                  <a:pt x="3488571" y="1027414"/>
                </a:lnTo>
                <a:cubicBezTo>
                  <a:pt x="3488167" y="1027414"/>
                  <a:pt x="3487761" y="1027010"/>
                  <a:pt x="3487357" y="1026605"/>
                </a:cubicBezTo>
                <a:lnTo>
                  <a:pt x="3481285" y="1016484"/>
                </a:lnTo>
                <a:cubicBezTo>
                  <a:pt x="3480880" y="1016080"/>
                  <a:pt x="3480880" y="1015675"/>
                  <a:pt x="3481285" y="1015270"/>
                </a:cubicBezTo>
                <a:lnTo>
                  <a:pt x="3487357" y="1005150"/>
                </a:lnTo>
                <a:cubicBezTo>
                  <a:pt x="3487761" y="1004745"/>
                  <a:pt x="3488167" y="1004340"/>
                  <a:pt x="3488571" y="1004340"/>
                </a:cubicBezTo>
                <a:close/>
                <a:moveTo>
                  <a:pt x="2395578" y="1004340"/>
                </a:moveTo>
                <a:lnTo>
                  <a:pt x="2407318" y="1004340"/>
                </a:lnTo>
                <a:cubicBezTo>
                  <a:pt x="2407723" y="1004340"/>
                  <a:pt x="2408127" y="1004745"/>
                  <a:pt x="2408532" y="1005150"/>
                </a:cubicBezTo>
                <a:lnTo>
                  <a:pt x="2414200" y="1015270"/>
                </a:lnTo>
                <a:cubicBezTo>
                  <a:pt x="2414605" y="1015675"/>
                  <a:pt x="2414605" y="1016080"/>
                  <a:pt x="2414200" y="1016484"/>
                </a:cubicBezTo>
                <a:lnTo>
                  <a:pt x="2408532" y="1026605"/>
                </a:lnTo>
                <a:cubicBezTo>
                  <a:pt x="2408532" y="1027010"/>
                  <a:pt x="2408127" y="1027010"/>
                  <a:pt x="2407318" y="1027414"/>
                </a:cubicBezTo>
                <a:lnTo>
                  <a:pt x="2395578" y="1027414"/>
                </a:lnTo>
                <a:cubicBezTo>
                  <a:pt x="2395173" y="1027414"/>
                  <a:pt x="2394769" y="1027010"/>
                  <a:pt x="2394364" y="1026605"/>
                </a:cubicBezTo>
                <a:lnTo>
                  <a:pt x="2388697" y="1016484"/>
                </a:lnTo>
                <a:cubicBezTo>
                  <a:pt x="2388292" y="1016080"/>
                  <a:pt x="2388292" y="1015675"/>
                  <a:pt x="2388697" y="1015270"/>
                </a:cubicBezTo>
                <a:lnTo>
                  <a:pt x="2394364" y="1005150"/>
                </a:lnTo>
                <a:cubicBezTo>
                  <a:pt x="2394769" y="1004745"/>
                  <a:pt x="2395173" y="1004340"/>
                  <a:pt x="2395578" y="1004340"/>
                </a:cubicBezTo>
                <a:close/>
                <a:moveTo>
                  <a:pt x="3528648" y="1003935"/>
                </a:moveTo>
                <a:lnTo>
                  <a:pt x="3541197" y="1003935"/>
                </a:lnTo>
                <a:cubicBezTo>
                  <a:pt x="3541602" y="1003935"/>
                  <a:pt x="3542007" y="1003935"/>
                  <a:pt x="3542411" y="1004340"/>
                </a:cubicBezTo>
                <a:lnTo>
                  <a:pt x="3548889" y="1015270"/>
                </a:lnTo>
                <a:cubicBezTo>
                  <a:pt x="3549293" y="1015675"/>
                  <a:pt x="3549293" y="1016079"/>
                  <a:pt x="3548889" y="1016484"/>
                </a:cubicBezTo>
                <a:lnTo>
                  <a:pt x="3542411" y="1027414"/>
                </a:lnTo>
                <a:cubicBezTo>
                  <a:pt x="3542411" y="1027414"/>
                  <a:pt x="3542007" y="1027819"/>
                  <a:pt x="3541197" y="1027819"/>
                </a:cubicBezTo>
                <a:lnTo>
                  <a:pt x="3528648" y="1027819"/>
                </a:lnTo>
                <a:cubicBezTo>
                  <a:pt x="3528243" y="1027819"/>
                  <a:pt x="3527838" y="1027819"/>
                  <a:pt x="3527433" y="1027414"/>
                </a:cubicBezTo>
                <a:lnTo>
                  <a:pt x="3520957" y="1016484"/>
                </a:lnTo>
                <a:cubicBezTo>
                  <a:pt x="3520552" y="1016079"/>
                  <a:pt x="3520552" y="1015675"/>
                  <a:pt x="3520957" y="1015270"/>
                </a:cubicBezTo>
                <a:lnTo>
                  <a:pt x="3527433" y="1004340"/>
                </a:lnTo>
                <a:cubicBezTo>
                  <a:pt x="3527838" y="1004340"/>
                  <a:pt x="3528243" y="1003935"/>
                  <a:pt x="3528648" y="1003935"/>
                </a:cubicBezTo>
                <a:close/>
                <a:moveTo>
                  <a:pt x="3326242" y="1003125"/>
                </a:moveTo>
                <a:lnTo>
                  <a:pt x="3338791" y="1003125"/>
                </a:lnTo>
                <a:cubicBezTo>
                  <a:pt x="3339196" y="1003125"/>
                  <a:pt x="3339601" y="1003530"/>
                  <a:pt x="3340006" y="1003935"/>
                </a:cubicBezTo>
                <a:lnTo>
                  <a:pt x="3346078" y="1014865"/>
                </a:lnTo>
                <a:cubicBezTo>
                  <a:pt x="3346483" y="1015269"/>
                  <a:pt x="3346483" y="1015674"/>
                  <a:pt x="3346078" y="1016079"/>
                </a:cubicBezTo>
                <a:lnTo>
                  <a:pt x="3340006" y="1027009"/>
                </a:lnTo>
                <a:cubicBezTo>
                  <a:pt x="3339601" y="1027414"/>
                  <a:pt x="3339196" y="1027819"/>
                  <a:pt x="3338791" y="1027819"/>
                </a:cubicBezTo>
                <a:lnTo>
                  <a:pt x="3326242" y="1027819"/>
                </a:lnTo>
                <a:cubicBezTo>
                  <a:pt x="3325837" y="1027819"/>
                  <a:pt x="3325432" y="1027414"/>
                  <a:pt x="3325028" y="1027009"/>
                </a:cubicBezTo>
                <a:lnTo>
                  <a:pt x="3318956" y="1016079"/>
                </a:lnTo>
                <a:cubicBezTo>
                  <a:pt x="3318551" y="1015674"/>
                  <a:pt x="3318551" y="1015269"/>
                  <a:pt x="3318956" y="1014865"/>
                </a:cubicBezTo>
                <a:lnTo>
                  <a:pt x="3325028" y="1003935"/>
                </a:lnTo>
                <a:cubicBezTo>
                  <a:pt x="3325432" y="1003530"/>
                  <a:pt x="3325837" y="1003125"/>
                  <a:pt x="3326242" y="1003125"/>
                </a:cubicBezTo>
                <a:close/>
                <a:moveTo>
                  <a:pt x="3568320" y="1002721"/>
                </a:moveTo>
                <a:lnTo>
                  <a:pt x="3582084" y="1002721"/>
                </a:lnTo>
                <a:cubicBezTo>
                  <a:pt x="3582488" y="1002721"/>
                  <a:pt x="3582893" y="1003126"/>
                  <a:pt x="3583298" y="1003531"/>
                </a:cubicBezTo>
                <a:lnTo>
                  <a:pt x="3590180" y="1015270"/>
                </a:lnTo>
                <a:cubicBezTo>
                  <a:pt x="3590584" y="1015675"/>
                  <a:pt x="3590584" y="1016080"/>
                  <a:pt x="3590180" y="1016485"/>
                </a:cubicBezTo>
                <a:lnTo>
                  <a:pt x="3583298" y="1028224"/>
                </a:lnTo>
                <a:cubicBezTo>
                  <a:pt x="3583298" y="1028629"/>
                  <a:pt x="3582893" y="1028629"/>
                  <a:pt x="3582084" y="1029034"/>
                </a:cubicBezTo>
                <a:lnTo>
                  <a:pt x="3568320" y="1029034"/>
                </a:lnTo>
                <a:cubicBezTo>
                  <a:pt x="3567915" y="1029034"/>
                  <a:pt x="3567510" y="1028629"/>
                  <a:pt x="3567106" y="1028224"/>
                </a:cubicBezTo>
                <a:lnTo>
                  <a:pt x="3560224" y="1016485"/>
                </a:lnTo>
                <a:cubicBezTo>
                  <a:pt x="3559819" y="1016080"/>
                  <a:pt x="3559819" y="1015675"/>
                  <a:pt x="3560224" y="1015270"/>
                </a:cubicBezTo>
                <a:lnTo>
                  <a:pt x="3567106" y="1003531"/>
                </a:lnTo>
                <a:cubicBezTo>
                  <a:pt x="3567510" y="1003126"/>
                  <a:pt x="3567915" y="1002721"/>
                  <a:pt x="3568320" y="1002721"/>
                </a:cubicBezTo>
                <a:close/>
                <a:moveTo>
                  <a:pt x="3244874" y="1002721"/>
                </a:moveTo>
                <a:lnTo>
                  <a:pt x="3258638" y="1002721"/>
                </a:lnTo>
                <a:cubicBezTo>
                  <a:pt x="3259042" y="1002721"/>
                  <a:pt x="3259447" y="1003126"/>
                  <a:pt x="3259852" y="1003531"/>
                </a:cubicBezTo>
                <a:lnTo>
                  <a:pt x="3266734" y="1015270"/>
                </a:lnTo>
                <a:cubicBezTo>
                  <a:pt x="3267138" y="1015675"/>
                  <a:pt x="3267138" y="1016080"/>
                  <a:pt x="3266734" y="1016485"/>
                </a:cubicBezTo>
                <a:lnTo>
                  <a:pt x="3259852" y="1028224"/>
                </a:lnTo>
                <a:cubicBezTo>
                  <a:pt x="3259447" y="1028629"/>
                  <a:pt x="3259042" y="1028629"/>
                  <a:pt x="3258638" y="1029034"/>
                </a:cubicBezTo>
                <a:lnTo>
                  <a:pt x="3244874" y="1029034"/>
                </a:lnTo>
                <a:cubicBezTo>
                  <a:pt x="3244469" y="1029034"/>
                  <a:pt x="3244064" y="1028629"/>
                  <a:pt x="3243660" y="1028224"/>
                </a:cubicBezTo>
                <a:lnTo>
                  <a:pt x="3236778" y="1016485"/>
                </a:lnTo>
                <a:cubicBezTo>
                  <a:pt x="3236373" y="1016080"/>
                  <a:pt x="3236373" y="1015675"/>
                  <a:pt x="3236778" y="1015270"/>
                </a:cubicBezTo>
                <a:lnTo>
                  <a:pt x="3243660" y="1003531"/>
                </a:lnTo>
                <a:cubicBezTo>
                  <a:pt x="3244064" y="1003126"/>
                  <a:pt x="3244469" y="1002721"/>
                  <a:pt x="3244874" y="1002721"/>
                </a:cubicBezTo>
                <a:close/>
                <a:moveTo>
                  <a:pt x="2475326" y="1002721"/>
                </a:moveTo>
                <a:lnTo>
                  <a:pt x="2489089" y="1002721"/>
                </a:lnTo>
                <a:cubicBezTo>
                  <a:pt x="2489494" y="1002721"/>
                  <a:pt x="2489899" y="1003126"/>
                  <a:pt x="2490304" y="1003531"/>
                </a:cubicBezTo>
                <a:lnTo>
                  <a:pt x="2497186" y="1015270"/>
                </a:lnTo>
                <a:cubicBezTo>
                  <a:pt x="2497591" y="1015675"/>
                  <a:pt x="2497591" y="1016080"/>
                  <a:pt x="2497186" y="1016485"/>
                </a:cubicBezTo>
                <a:lnTo>
                  <a:pt x="2490304" y="1028224"/>
                </a:lnTo>
                <a:cubicBezTo>
                  <a:pt x="2490304" y="1028629"/>
                  <a:pt x="2489899" y="1028629"/>
                  <a:pt x="2489089" y="1029034"/>
                </a:cubicBezTo>
                <a:lnTo>
                  <a:pt x="2475326" y="1029034"/>
                </a:lnTo>
                <a:cubicBezTo>
                  <a:pt x="2474921" y="1029034"/>
                  <a:pt x="2474516" y="1028629"/>
                  <a:pt x="2474111" y="1028224"/>
                </a:cubicBezTo>
                <a:lnTo>
                  <a:pt x="2467230" y="1016485"/>
                </a:lnTo>
                <a:cubicBezTo>
                  <a:pt x="2466825" y="1016080"/>
                  <a:pt x="2466825" y="1015675"/>
                  <a:pt x="2467230" y="1015270"/>
                </a:cubicBezTo>
                <a:lnTo>
                  <a:pt x="2474111" y="1003531"/>
                </a:lnTo>
                <a:cubicBezTo>
                  <a:pt x="2474516" y="1003126"/>
                  <a:pt x="2474921" y="1002721"/>
                  <a:pt x="2475326" y="1002721"/>
                </a:cubicBezTo>
                <a:close/>
                <a:moveTo>
                  <a:pt x="3608800" y="1002316"/>
                </a:moveTo>
                <a:lnTo>
                  <a:pt x="3623374" y="1002316"/>
                </a:lnTo>
                <a:cubicBezTo>
                  <a:pt x="3623779" y="1002316"/>
                  <a:pt x="3624184" y="1002316"/>
                  <a:pt x="3624588" y="1002721"/>
                </a:cubicBezTo>
                <a:lnTo>
                  <a:pt x="3631875" y="1015270"/>
                </a:lnTo>
                <a:cubicBezTo>
                  <a:pt x="3632280" y="1015675"/>
                  <a:pt x="3632280" y="1016080"/>
                  <a:pt x="3631875" y="1016484"/>
                </a:cubicBezTo>
                <a:lnTo>
                  <a:pt x="3624588" y="1029034"/>
                </a:lnTo>
                <a:cubicBezTo>
                  <a:pt x="3624184" y="1029034"/>
                  <a:pt x="3623779" y="1029438"/>
                  <a:pt x="3623374" y="1029438"/>
                </a:cubicBezTo>
                <a:lnTo>
                  <a:pt x="3608800" y="1029438"/>
                </a:lnTo>
                <a:cubicBezTo>
                  <a:pt x="3608396" y="1029438"/>
                  <a:pt x="3607991" y="1029438"/>
                  <a:pt x="3607586" y="1029034"/>
                </a:cubicBezTo>
                <a:lnTo>
                  <a:pt x="3600300" y="1016484"/>
                </a:lnTo>
                <a:cubicBezTo>
                  <a:pt x="3599895" y="1016080"/>
                  <a:pt x="3599895" y="1015675"/>
                  <a:pt x="3600300" y="1015270"/>
                </a:cubicBezTo>
                <a:lnTo>
                  <a:pt x="3607586" y="1002721"/>
                </a:lnTo>
                <a:cubicBezTo>
                  <a:pt x="3607991" y="1002721"/>
                  <a:pt x="3608396" y="1002316"/>
                  <a:pt x="3608800" y="1002316"/>
                </a:cubicBezTo>
                <a:close/>
                <a:moveTo>
                  <a:pt x="3284546" y="1001506"/>
                </a:moveTo>
                <a:lnTo>
                  <a:pt x="3299523" y="1001506"/>
                </a:lnTo>
                <a:cubicBezTo>
                  <a:pt x="3299929" y="1001506"/>
                  <a:pt x="3300333" y="1001911"/>
                  <a:pt x="3300738" y="1002316"/>
                </a:cubicBezTo>
                <a:lnTo>
                  <a:pt x="3308430" y="1015270"/>
                </a:lnTo>
                <a:cubicBezTo>
                  <a:pt x="3308834" y="1015674"/>
                  <a:pt x="3308834" y="1016079"/>
                  <a:pt x="3308430" y="1016484"/>
                </a:cubicBezTo>
                <a:lnTo>
                  <a:pt x="3300738" y="1029438"/>
                </a:lnTo>
                <a:cubicBezTo>
                  <a:pt x="3300738" y="1029843"/>
                  <a:pt x="3300333" y="1029843"/>
                  <a:pt x="3299523" y="1030248"/>
                </a:cubicBezTo>
                <a:lnTo>
                  <a:pt x="3284546" y="1030248"/>
                </a:lnTo>
                <a:cubicBezTo>
                  <a:pt x="3284141" y="1030248"/>
                  <a:pt x="3283736" y="1029843"/>
                  <a:pt x="3283331" y="1029438"/>
                </a:cubicBezTo>
                <a:lnTo>
                  <a:pt x="3275640" y="1016484"/>
                </a:lnTo>
                <a:cubicBezTo>
                  <a:pt x="3275235" y="1016079"/>
                  <a:pt x="3275235" y="1015674"/>
                  <a:pt x="3275640" y="1015270"/>
                </a:cubicBezTo>
                <a:lnTo>
                  <a:pt x="3283331" y="1002316"/>
                </a:lnTo>
                <a:cubicBezTo>
                  <a:pt x="3283736" y="1001911"/>
                  <a:pt x="3284141" y="1001506"/>
                  <a:pt x="3284546" y="1001506"/>
                </a:cubicBezTo>
                <a:close/>
                <a:moveTo>
                  <a:pt x="3648473" y="1001101"/>
                </a:moveTo>
                <a:lnTo>
                  <a:pt x="3663855" y="1001101"/>
                </a:lnTo>
                <a:cubicBezTo>
                  <a:pt x="3664260" y="1001101"/>
                  <a:pt x="3664665" y="1001101"/>
                  <a:pt x="3665070" y="1001506"/>
                </a:cubicBezTo>
                <a:lnTo>
                  <a:pt x="3672761" y="1014865"/>
                </a:lnTo>
                <a:cubicBezTo>
                  <a:pt x="3673166" y="1015269"/>
                  <a:pt x="3673166" y="1015674"/>
                  <a:pt x="3672761" y="1016079"/>
                </a:cubicBezTo>
                <a:lnTo>
                  <a:pt x="3665070" y="1029438"/>
                </a:lnTo>
                <a:cubicBezTo>
                  <a:pt x="3665070" y="1029843"/>
                  <a:pt x="3664665" y="1030248"/>
                  <a:pt x="3663855" y="1029843"/>
                </a:cubicBezTo>
                <a:lnTo>
                  <a:pt x="3648473" y="1029843"/>
                </a:lnTo>
                <a:cubicBezTo>
                  <a:pt x="3648068" y="1029843"/>
                  <a:pt x="3647663" y="1029843"/>
                  <a:pt x="3647258" y="1029438"/>
                </a:cubicBezTo>
                <a:lnTo>
                  <a:pt x="3639567" y="1016079"/>
                </a:lnTo>
                <a:cubicBezTo>
                  <a:pt x="3639162" y="1015674"/>
                  <a:pt x="3639162" y="1015269"/>
                  <a:pt x="3639567" y="1014865"/>
                </a:cubicBezTo>
                <a:lnTo>
                  <a:pt x="3647258" y="1001506"/>
                </a:lnTo>
                <a:cubicBezTo>
                  <a:pt x="3647663" y="1001506"/>
                  <a:pt x="3648068" y="1001101"/>
                  <a:pt x="3648473" y="1001101"/>
                </a:cubicBezTo>
                <a:close/>
                <a:moveTo>
                  <a:pt x="4384016" y="972764"/>
                </a:moveTo>
                <a:lnTo>
                  <a:pt x="4386850" y="972764"/>
                </a:lnTo>
                <a:lnTo>
                  <a:pt x="4388469" y="975193"/>
                </a:lnTo>
                <a:lnTo>
                  <a:pt x="4386850" y="977622"/>
                </a:lnTo>
                <a:lnTo>
                  <a:pt x="4384016" y="977622"/>
                </a:lnTo>
                <a:lnTo>
                  <a:pt x="4382397" y="975193"/>
                </a:lnTo>
                <a:close/>
                <a:moveTo>
                  <a:pt x="4303054" y="972764"/>
                </a:moveTo>
                <a:lnTo>
                  <a:pt x="4305888" y="972764"/>
                </a:lnTo>
                <a:lnTo>
                  <a:pt x="4307507" y="975193"/>
                </a:lnTo>
                <a:lnTo>
                  <a:pt x="4305888" y="977622"/>
                </a:lnTo>
                <a:lnTo>
                  <a:pt x="4303054" y="977622"/>
                </a:lnTo>
                <a:lnTo>
                  <a:pt x="4301435" y="975193"/>
                </a:lnTo>
                <a:close/>
                <a:moveTo>
                  <a:pt x="3007654" y="972764"/>
                </a:moveTo>
                <a:lnTo>
                  <a:pt x="3010488" y="972764"/>
                </a:lnTo>
                <a:lnTo>
                  <a:pt x="3012107" y="975193"/>
                </a:lnTo>
                <a:lnTo>
                  <a:pt x="3010488" y="977622"/>
                </a:lnTo>
                <a:lnTo>
                  <a:pt x="3007654" y="977622"/>
                </a:lnTo>
                <a:lnTo>
                  <a:pt x="3006035" y="975193"/>
                </a:lnTo>
                <a:close/>
                <a:moveTo>
                  <a:pt x="2967173" y="972764"/>
                </a:moveTo>
                <a:lnTo>
                  <a:pt x="2970007" y="972764"/>
                </a:lnTo>
                <a:lnTo>
                  <a:pt x="2971626" y="975193"/>
                </a:lnTo>
                <a:lnTo>
                  <a:pt x="2970007" y="977622"/>
                </a:lnTo>
                <a:lnTo>
                  <a:pt x="2967173" y="977622"/>
                </a:lnTo>
                <a:lnTo>
                  <a:pt x="2965554" y="975193"/>
                </a:lnTo>
                <a:close/>
                <a:moveTo>
                  <a:pt x="2926691" y="972764"/>
                </a:moveTo>
                <a:lnTo>
                  <a:pt x="2929525" y="972764"/>
                </a:lnTo>
                <a:lnTo>
                  <a:pt x="2931144" y="975193"/>
                </a:lnTo>
                <a:lnTo>
                  <a:pt x="2929525" y="977622"/>
                </a:lnTo>
                <a:lnTo>
                  <a:pt x="2926691" y="977622"/>
                </a:lnTo>
                <a:lnTo>
                  <a:pt x="2925072" y="975193"/>
                </a:lnTo>
                <a:close/>
                <a:moveTo>
                  <a:pt x="2886210" y="972764"/>
                </a:moveTo>
                <a:lnTo>
                  <a:pt x="2888639" y="972764"/>
                </a:lnTo>
                <a:lnTo>
                  <a:pt x="2889854" y="975193"/>
                </a:lnTo>
                <a:lnTo>
                  <a:pt x="2888639" y="977622"/>
                </a:lnTo>
                <a:lnTo>
                  <a:pt x="2886210" y="977622"/>
                </a:lnTo>
                <a:lnTo>
                  <a:pt x="2884996" y="975193"/>
                </a:lnTo>
                <a:close/>
                <a:moveTo>
                  <a:pt x="2845729" y="972764"/>
                </a:moveTo>
                <a:lnTo>
                  <a:pt x="2848563" y="972764"/>
                </a:lnTo>
                <a:lnTo>
                  <a:pt x="2850182" y="975193"/>
                </a:lnTo>
                <a:lnTo>
                  <a:pt x="2848563" y="977622"/>
                </a:lnTo>
                <a:lnTo>
                  <a:pt x="2845729" y="977622"/>
                </a:lnTo>
                <a:lnTo>
                  <a:pt x="2844110" y="975193"/>
                </a:lnTo>
                <a:close/>
                <a:moveTo>
                  <a:pt x="4586018" y="972360"/>
                </a:moveTo>
                <a:lnTo>
                  <a:pt x="4589257" y="972360"/>
                </a:lnTo>
                <a:lnTo>
                  <a:pt x="4590876" y="975194"/>
                </a:lnTo>
                <a:lnTo>
                  <a:pt x="4589257" y="978027"/>
                </a:lnTo>
                <a:lnTo>
                  <a:pt x="4586018" y="978027"/>
                </a:lnTo>
                <a:lnTo>
                  <a:pt x="4584399" y="975194"/>
                </a:lnTo>
                <a:close/>
                <a:moveTo>
                  <a:pt x="4343130" y="972360"/>
                </a:moveTo>
                <a:lnTo>
                  <a:pt x="4346369" y="972360"/>
                </a:lnTo>
                <a:lnTo>
                  <a:pt x="4347988" y="975194"/>
                </a:lnTo>
                <a:lnTo>
                  <a:pt x="4346369" y="978027"/>
                </a:lnTo>
                <a:lnTo>
                  <a:pt x="4343130" y="978027"/>
                </a:lnTo>
                <a:lnTo>
                  <a:pt x="4341511" y="975194"/>
                </a:lnTo>
                <a:close/>
                <a:moveTo>
                  <a:pt x="4262168" y="972360"/>
                </a:moveTo>
                <a:lnTo>
                  <a:pt x="4265407" y="972360"/>
                </a:lnTo>
                <a:lnTo>
                  <a:pt x="4267026" y="975194"/>
                </a:lnTo>
                <a:lnTo>
                  <a:pt x="4265407" y="978027"/>
                </a:lnTo>
                <a:lnTo>
                  <a:pt x="4262168" y="978027"/>
                </a:lnTo>
                <a:lnTo>
                  <a:pt x="4260549" y="975194"/>
                </a:lnTo>
                <a:close/>
                <a:moveTo>
                  <a:pt x="4464574" y="971955"/>
                </a:moveTo>
                <a:lnTo>
                  <a:pt x="4468217" y="971955"/>
                </a:lnTo>
                <a:lnTo>
                  <a:pt x="4470242" y="975194"/>
                </a:lnTo>
                <a:lnTo>
                  <a:pt x="4468217" y="978432"/>
                </a:lnTo>
                <a:lnTo>
                  <a:pt x="4464574" y="978432"/>
                </a:lnTo>
                <a:lnTo>
                  <a:pt x="4462550" y="975194"/>
                </a:lnTo>
                <a:close/>
                <a:moveTo>
                  <a:pt x="4424093" y="971955"/>
                </a:moveTo>
                <a:lnTo>
                  <a:pt x="4427736" y="971955"/>
                </a:lnTo>
                <a:lnTo>
                  <a:pt x="4429761" y="975194"/>
                </a:lnTo>
                <a:lnTo>
                  <a:pt x="4427736" y="978432"/>
                </a:lnTo>
                <a:lnTo>
                  <a:pt x="4424093" y="978432"/>
                </a:lnTo>
                <a:lnTo>
                  <a:pt x="4422069" y="975194"/>
                </a:lnTo>
                <a:close/>
                <a:moveTo>
                  <a:pt x="4221282" y="971955"/>
                </a:moveTo>
                <a:lnTo>
                  <a:pt x="4224926" y="971955"/>
                </a:lnTo>
                <a:lnTo>
                  <a:pt x="4226545" y="975194"/>
                </a:lnTo>
                <a:lnTo>
                  <a:pt x="4224926" y="978432"/>
                </a:lnTo>
                <a:lnTo>
                  <a:pt x="4221282" y="978432"/>
                </a:lnTo>
                <a:lnTo>
                  <a:pt x="4219663" y="975194"/>
                </a:lnTo>
                <a:close/>
                <a:moveTo>
                  <a:pt x="2804438" y="971955"/>
                </a:moveTo>
                <a:lnTo>
                  <a:pt x="2808082" y="971955"/>
                </a:lnTo>
                <a:lnTo>
                  <a:pt x="2809701" y="975194"/>
                </a:lnTo>
                <a:lnTo>
                  <a:pt x="2808082" y="978432"/>
                </a:lnTo>
                <a:lnTo>
                  <a:pt x="2804438" y="978432"/>
                </a:lnTo>
                <a:lnTo>
                  <a:pt x="2802819" y="975194"/>
                </a:lnTo>
                <a:close/>
                <a:moveTo>
                  <a:pt x="4544728" y="971550"/>
                </a:moveTo>
                <a:lnTo>
                  <a:pt x="4549181" y="971550"/>
                </a:lnTo>
                <a:lnTo>
                  <a:pt x="4551205" y="975193"/>
                </a:lnTo>
                <a:lnTo>
                  <a:pt x="4549181" y="978837"/>
                </a:lnTo>
                <a:lnTo>
                  <a:pt x="4544728" y="978837"/>
                </a:lnTo>
                <a:lnTo>
                  <a:pt x="4542704" y="975193"/>
                </a:lnTo>
                <a:close/>
                <a:moveTo>
                  <a:pt x="4504651" y="971550"/>
                </a:moveTo>
                <a:lnTo>
                  <a:pt x="4508699" y="971550"/>
                </a:lnTo>
                <a:lnTo>
                  <a:pt x="4510723" y="975193"/>
                </a:lnTo>
                <a:lnTo>
                  <a:pt x="4508699" y="978837"/>
                </a:lnTo>
                <a:lnTo>
                  <a:pt x="4504651" y="978837"/>
                </a:lnTo>
                <a:lnTo>
                  <a:pt x="4502627" y="975193"/>
                </a:lnTo>
                <a:close/>
                <a:moveTo>
                  <a:pt x="4181205" y="971550"/>
                </a:moveTo>
                <a:lnTo>
                  <a:pt x="4184444" y="971550"/>
                </a:lnTo>
                <a:cubicBezTo>
                  <a:pt x="4184849" y="971550"/>
                  <a:pt x="4185254" y="971550"/>
                  <a:pt x="4185658" y="971955"/>
                </a:cubicBezTo>
                <a:lnTo>
                  <a:pt x="4187278" y="974788"/>
                </a:lnTo>
                <a:cubicBezTo>
                  <a:pt x="4187682" y="975193"/>
                  <a:pt x="4187682" y="975598"/>
                  <a:pt x="4187278" y="976003"/>
                </a:cubicBezTo>
                <a:lnTo>
                  <a:pt x="4185658" y="978837"/>
                </a:lnTo>
                <a:cubicBezTo>
                  <a:pt x="4185254" y="979241"/>
                  <a:pt x="4184849" y="979241"/>
                  <a:pt x="4184444" y="979241"/>
                </a:cubicBezTo>
                <a:lnTo>
                  <a:pt x="4181205" y="979241"/>
                </a:lnTo>
                <a:cubicBezTo>
                  <a:pt x="4180801" y="979241"/>
                  <a:pt x="4180396" y="979241"/>
                  <a:pt x="4179991" y="978837"/>
                </a:cubicBezTo>
                <a:lnTo>
                  <a:pt x="4178372" y="976003"/>
                </a:lnTo>
                <a:cubicBezTo>
                  <a:pt x="4177967" y="975598"/>
                  <a:pt x="4177967" y="975193"/>
                  <a:pt x="4178372" y="974788"/>
                </a:cubicBezTo>
                <a:lnTo>
                  <a:pt x="4179991" y="971955"/>
                </a:lnTo>
                <a:cubicBezTo>
                  <a:pt x="4180396" y="971955"/>
                  <a:pt x="4180801" y="971550"/>
                  <a:pt x="4181205" y="971550"/>
                </a:cubicBezTo>
                <a:close/>
                <a:moveTo>
                  <a:pt x="3047326" y="971550"/>
                </a:moveTo>
                <a:lnTo>
                  <a:pt x="3051374" y="971550"/>
                </a:lnTo>
                <a:lnTo>
                  <a:pt x="3053398" y="975193"/>
                </a:lnTo>
                <a:lnTo>
                  <a:pt x="3051374" y="978837"/>
                </a:lnTo>
                <a:lnTo>
                  <a:pt x="3047326" y="978837"/>
                </a:lnTo>
                <a:lnTo>
                  <a:pt x="3045302" y="975193"/>
                </a:lnTo>
                <a:close/>
                <a:moveTo>
                  <a:pt x="4099838" y="971145"/>
                </a:moveTo>
                <a:lnTo>
                  <a:pt x="4103482" y="971145"/>
                </a:lnTo>
                <a:cubicBezTo>
                  <a:pt x="4103886" y="971145"/>
                  <a:pt x="4104291" y="971145"/>
                  <a:pt x="4104696" y="971550"/>
                </a:cubicBezTo>
                <a:lnTo>
                  <a:pt x="4106720" y="974788"/>
                </a:lnTo>
                <a:cubicBezTo>
                  <a:pt x="4107125" y="975193"/>
                  <a:pt x="4107125" y="975598"/>
                  <a:pt x="4106720" y="976003"/>
                </a:cubicBezTo>
                <a:lnTo>
                  <a:pt x="4104696" y="979241"/>
                </a:lnTo>
                <a:cubicBezTo>
                  <a:pt x="4104696" y="979241"/>
                  <a:pt x="4104291" y="979646"/>
                  <a:pt x="4103482" y="979646"/>
                </a:cubicBezTo>
                <a:lnTo>
                  <a:pt x="4099838" y="979646"/>
                </a:lnTo>
                <a:cubicBezTo>
                  <a:pt x="4099434" y="979646"/>
                  <a:pt x="4099028" y="979646"/>
                  <a:pt x="4098624" y="979241"/>
                </a:cubicBezTo>
                <a:lnTo>
                  <a:pt x="4096600" y="976003"/>
                </a:lnTo>
                <a:cubicBezTo>
                  <a:pt x="4096195" y="975598"/>
                  <a:pt x="4096195" y="975193"/>
                  <a:pt x="4096600" y="974788"/>
                </a:cubicBezTo>
                <a:lnTo>
                  <a:pt x="4098624" y="971550"/>
                </a:lnTo>
                <a:cubicBezTo>
                  <a:pt x="4099028" y="971550"/>
                  <a:pt x="4099434" y="971145"/>
                  <a:pt x="4099838" y="971145"/>
                </a:cubicBezTo>
                <a:close/>
                <a:moveTo>
                  <a:pt x="2763958" y="971145"/>
                </a:moveTo>
                <a:lnTo>
                  <a:pt x="2768411" y="971145"/>
                </a:lnTo>
                <a:lnTo>
                  <a:pt x="2770839" y="975193"/>
                </a:lnTo>
                <a:lnTo>
                  <a:pt x="2768411" y="979241"/>
                </a:lnTo>
                <a:lnTo>
                  <a:pt x="2763958" y="979241"/>
                </a:lnTo>
                <a:lnTo>
                  <a:pt x="2761529" y="975193"/>
                </a:lnTo>
                <a:close/>
                <a:moveTo>
                  <a:pt x="4059357" y="970740"/>
                </a:moveTo>
                <a:lnTo>
                  <a:pt x="4063405" y="970740"/>
                </a:lnTo>
                <a:cubicBezTo>
                  <a:pt x="4063810" y="970740"/>
                  <a:pt x="4064215" y="970740"/>
                  <a:pt x="4064619" y="971145"/>
                </a:cubicBezTo>
                <a:lnTo>
                  <a:pt x="4066644" y="974788"/>
                </a:lnTo>
                <a:cubicBezTo>
                  <a:pt x="4067049" y="975193"/>
                  <a:pt x="4067049" y="975598"/>
                  <a:pt x="4066644" y="976003"/>
                </a:cubicBezTo>
                <a:lnTo>
                  <a:pt x="4064619" y="979646"/>
                </a:lnTo>
                <a:cubicBezTo>
                  <a:pt x="4064215" y="979646"/>
                  <a:pt x="4063810" y="980051"/>
                  <a:pt x="4063405" y="980051"/>
                </a:cubicBezTo>
                <a:lnTo>
                  <a:pt x="4059357" y="980051"/>
                </a:lnTo>
                <a:cubicBezTo>
                  <a:pt x="4058953" y="980051"/>
                  <a:pt x="4058547" y="980051"/>
                  <a:pt x="4058143" y="979646"/>
                </a:cubicBezTo>
                <a:lnTo>
                  <a:pt x="4056119" y="976003"/>
                </a:lnTo>
                <a:cubicBezTo>
                  <a:pt x="4055714" y="975598"/>
                  <a:pt x="4055714" y="975193"/>
                  <a:pt x="4056119" y="974788"/>
                </a:cubicBezTo>
                <a:lnTo>
                  <a:pt x="4058143" y="971145"/>
                </a:lnTo>
                <a:cubicBezTo>
                  <a:pt x="4058547" y="971145"/>
                  <a:pt x="4058953" y="970740"/>
                  <a:pt x="4059357" y="970740"/>
                </a:cubicBezTo>
                <a:close/>
                <a:moveTo>
                  <a:pt x="3087402" y="970740"/>
                </a:moveTo>
                <a:lnTo>
                  <a:pt x="3091855" y="970740"/>
                </a:lnTo>
                <a:cubicBezTo>
                  <a:pt x="3092260" y="970740"/>
                  <a:pt x="3092664" y="970740"/>
                  <a:pt x="3093069" y="971145"/>
                </a:cubicBezTo>
                <a:lnTo>
                  <a:pt x="3095093" y="974788"/>
                </a:lnTo>
                <a:cubicBezTo>
                  <a:pt x="3095498" y="975193"/>
                  <a:pt x="3095498" y="975598"/>
                  <a:pt x="3095093" y="976003"/>
                </a:cubicBezTo>
                <a:lnTo>
                  <a:pt x="3093069" y="979646"/>
                </a:lnTo>
                <a:cubicBezTo>
                  <a:pt x="3093069" y="980051"/>
                  <a:pt x="3092664" y="980051"/>
                  <a:pt x="3091855" y="980051"/>
                </a:cubicBezTo>
                <a:lnTo>
                  <a:pt x="3087402" y="980051"/>
                </a:lnTo>
                <a:cubicBezTo>
                  <a:pt x="3086997" y="980051"/>
                  <a:pt x="3086592" y="980051"/>
                  <a:pt x="3086188" y="979646"/>
                </a:cubicBezTo>
                <a:lnTo>
                  <a:pt x="3084164" y="976003"/>
                </a:lnTo>
                <a:cubicBezTo>
                  <a:pt x="3083759" y="975598"/>
                  <a:pt x="3083759" y="975193"/>
                  <a:pt x="3084164" y="974788"/>
                </a:cubicBezTo>
                <a:lnTo>
                  <a:pt x="3086188" y="971145"/>
                </a:lnTo>
                <a:cubicBezTo>
                  <a:pt x="3086592" y="971145"/>
                  <a:pt x="3086997" y="970740"/>
                  <a:pt x="3087402" y="970740"/>
                </a:cubicBezTo>
                <a:close/>
                <a:moveTo>
                  <a:pt x="4140320" y="970336"/>
                </a:moveTo>
                <a:lnTo>
                  <a:pt x="4143963" y="970336"/>
                </a:lnTo>
                <a:cubicBezTo>
                  <a:pt x="4144368" y="970336"/>
                  <a:pt x="4144772" y="970741"/>
                  <a:pt x="4145177" y="971146"/>
                </a:cubicBezTo>
                <a:lnTo>
                  <a:pt x="4146796" y="974384"/>
                </a:lnTo>
                <a:cubicBezTo>
                  <a:pt x="4147201" y="974789"/>
                  <a:pt x="4147201" y="975194"/>
                  <a:pt x="4146796" y="975599"/>
                </a:cubicBezTo>
                <a:lnTo>
                  <a:pt x="4145177" y="978837"/>
                </a:lnTo>
                <a:cubicBezTo>
                  <a:pt x="4145177" y="979242"/>
                  <a:pt x="4144772" y="979647"/>
                  <a:pt x="4143963" y="979647"/>
                </a:cubicBezTo>
                <a:lnTo>
                  <a:pt x="4140320" y="979647"/>
                </a:lnTo>
                <a:cubicBezTo>
                  <a:pt x="4139915" y="979647"/>
                  <a:pt x="4139510" y="979242"/>
                  <a:pt x="4139105" y="978837"/>
                </a:cubicBezTo>
                <a:lnTo>
                  <a:pt x="4137486" y="975599"/>
                </a:lnTo>
                <a:cubicBezTo>
                  <a:pt x="4137081" y="975194"/>
                  <a:pt x="4137081" y="974789"/>
                  <a:pt x="4137486" y="974384"/>
                </a:cubicBezTo>
                <a:lnTo>
                  <a:pt x="4139105" y="971146"/>
                </a:lnTo>
                <a:cubicBezTo>
                  <a:pt x="4139510" y="970741"/>
                  <a:pt x="4139915" y="970336"/>
                  <a:pt x="4140320" y="970336"/>
                </a:cubicBezTo>
                <a:close/>
                <a:moveTo>
                  <a:pt x="2723476" y="969931"/>
                </a:moveTo>
                <a:lnTo>
                  <a:pt x="2727524" y="969931"/>
                </a:lnTo>
                <a:cubicBezTo>
                  <a:pt x="2727929" y="969931"/>
                  <a:pt x="2728334" y="970336"/>
                  <a:pt x="2728738" y="970741"/>
                </a:cubicBezTo>
                <a:lnTo>
                  <a:pt x="2730763" y="974384"/>
                </a:lnTo>
                <a:cubicBezTo>
                  <a:pt x="2731168" y="974789"/>
                  <a:pt x="2731168" y="975194"/>
                  <a:pt x="2730763" y="975598"/>
                </a:cubicBezTo>
                <a:lnTo>
                  <a:pt x="2728738" y="979242"/>
                </a:lnTo>
                <a:cubicBezTo>
                  <a:pt x="2728334" y="979647"/>
                  <a:pt x="2727929" y="980051"/>
                  <a:pt x="2727524" y="979242"/>
                </a:cubicBezTo>
                <a:lnTo>
                  <a:pt x="2723476" y="979242"/>
                </a:lnTo>
                <a:cubicBezTo>
                  <a:pt x="2723072" y="979242"/>
                  <a:pt x="2722666" y="979242"/>
                  <a:pt x="2722262" y="978837"/>
                </a:cubicBezTo>
                <a:lnTo>
                  <a:pt x="2720238" y="975194"/>
                </a:lnTo>
                <a:cubicBezTo>
                  <a:pt x="2719833" y="974789"/>
                  <a:pt x="2719833" y="974384"/>
                  <a:pt x="2720238" y="973979"/>
                </a:cubicBezTo>
                <a:lnTo>
                  <a:pt x="2722262" y="970336"/>
                </a:lnTo>
                <a:cubicBezTo>
                  <a:pt x="2722666" y="970336"/>
                  <a:pt x="2723072" y="969931"/>
                  <a:pt x="2723476" y="969931"/>
                </a:cubicBezTo>
                <a:close/>
                <a:moveTo>
                  <a:pt x="3937104" y="969121"/>
                </a:moveTo>
                <a:lnTo>
                  <a:pt x="3942771" y="969121"/>
                </a:lnTo>
                <a:cubicBezTo>
                  <a:pt x="3943176" y="969121"/>
                  <a:pt x="3943581" y="969526"/>
                  <a:pt x="3943986" y="969931"/>
                </a:cubicBezTo>
                <a:lnTo>
                  <a:pt x="3946819" y="974788"/>
                </a:lnTo>
                <a:cubicBezTo>
                  <a:pt x="3947224" y="975193"/>
                  <a:pt x="3947224" y="975598"/>
                  <a:pt x="3946819" y="976003"/>
                </a:cubicBezTo>
                <a:lnTo>
                  <a:pt x="3943986" y="980861"/>
                </a:lnTo>
                <a:cubicBezTo>
                  <a:pt x="3943581" y="981265"/>
                  <a:pt x="3943176" y="981265"/>
                  <a:pt x="3942771" y="981670"/>
                </a:cubicBezTo>
                <a:lnTo>
                  <a:pt x="3937104" y="981670"/>
                </a:lnTo>
                <a:cubicBezTo>
                  <a:pt x="3936699" y="981670"/>
                  <a:pt x="3936294" y="981265"/>
                  <a:pt x="3935890" y="980861"/>
                </a:cubicBezTo>
                <a:lnTo>
                  <a:pt x="3933056" y="976003"/>
                </a:lnTo>
                <a:cubicBezTo>
                  <a:pt x="3932651" y="975598"/>
                  <a:pt x="3932651" y="975193"/>
                  <a:pt x="3933056" y="974788"/>
                </a:cubicBezTo>
                <a:lnTo>
                  <a:pt x="3935890" y="969931"/>
                </a:lnTo>
                <a:cubicBezTo>
                  <a:pt x="3936294" y="969526"/>
                  <a:pt x="3936699" y="969121"/>
                  <a:pt x="3937104" y="969121"/>
                </a:cubicBezTo>
                <a:close/>
                <a:moveTo>
                  <a:pt x="2681780" y="968716"/>
                </a:moveTo>
                <a:lnTo>
                  <a:pt x="2687853" y="968716"/>
                </a:lnTo>
                <a:cubicBezTo>
                  <a:pt x="2688257" y="968716"/>
                  <a:pt x="2688662" y="969121"/>
                  <a:pt x="2689067" y="969526"/>
                </a:cubicBezTo>
                <a:lnTo>
                  <a:pt x="2692305" y="974788"/>
                </a:lnTo>
                <a:cubicBezTo>
                  <a:pt x="2692711" y="975193"/>
                  <a:pt x="2692711" y="975598"/>
                  <a:pt x="2692305" y="976003"/>
                </a:cubicBezTo>
                <a:lnTo>
                  <a:pt x="2689067" y="981265"/>
                </a:lnTo>
                <a:cubicBezTo>
                  <a:pt x="2689067" y="981670"/>
                  <a:pt x="2688662" y="981670"/>
                  <a:pt x="2687853" y="982075"/>
                </a:cubicBezTo>
                <a:lnTo>
                  <a:pt x="2681780" y="982075"/>
                </a:lnTo>
                <a:cubicBezTo>
                  <a:pt x="2681376" y="982075"/>
                  <a:pt x="2680971" y="981670"/>
                  <a:pt x="2680566" y="981265"/>
                </a:cubicBezTo>
                <a:lnTo>
                  <a:pt x="2677328" y="976003"/>
                </a:lnTo>
                <a:cubicBezTo>
                  <a:pt x="2676923" y="975598"/>
                  <a:pt x="2676923" y="975193"/>
                  <a:pt x="2677328" y="974788"/>
                </a:cubicBezTo>
                <a:lnTo>
                  <a:pt x="2680566" y="969526"/>
                </a:lnTo>
                <a:cubicBezTo>
                  <a:pt x="2680971" y="969121"/>
                  <a:pt x="2681376" y="968716"/>
                  <a:pt x="2681780" y="968716"/>
                </a:cubicBezTo>
                <a:close/>
                <a:moveTo>
                  <a:pt x="3896217" y="968312"/>
                </a:moveTo>
                <a:lnTo>
                  <a:pt x="3902694" y="968312"/>
                </a:lnTo>
                <a:cubicBezTo>
                  <a:pt x="3903099" y="968312"/>
                  <a:pt x="3903504" y="968717"/>
                  <a:pt x="3903909" y="969122"/>
                </a:cubicBezTo>
                <a:lnTo>
                  <a:pt x="3907148" y="974789"/>
                </a:lnTo>
                <a:cubicBezTo>
                  <a:pt x="3907552" y="975194"/>
                  <a:pt x="3907552" y="975599"/>
                  <a:pt x="3907148" y="976003"/>
                </a:cubicBezTo>
                <a:lnTo>
                  <a:pt x="3903909" y="981671"/>
                </a:lnTo>
                <a:cubicBezTo>
                  <a:pt x="3903504" y="982076"/>
                  <a:pt x="3903099" y="982076"/>
                  <a:pt x="3902694" y="982480"/>
                </a:cubicBezTo>
                <a:lnTo>
                  <a:pt x="3896217" y="982480"/>
                </a:lnTo>
                <a:cubicBezTo>
                  <a:pt x="3895813" y="982480"/>
                  <a:pt x="3895408" y="982076"/>
                  <a:pt x="3895003" y="981671"/>
                </a:cubicBezTo>
                <a:lnTo>
                  <a:pt x="3891765" y="976003"/>
                </a:lnTo>
                <a:cubicBezTo>
                  <a:pt x="3891360" y="975599"/>
                  <a:pt x="3891360" y="975194"/>
                  <a:pt x="3891765" y="974789"/>
                </a:cubicBezTo>
                <a:lnTo>
                  <a:pt x="3895003" y="969122"/>
                </a:lnTo>
                <a:cubicBezTo>
                  <a:pt x="3895408" y="968717"/>
                  <a:pt x="3895813" y="968312"/>
                  <a:pt x="3896217" y="968312"/>
                </a:cubicBezTo>
                <a:close/>
                <a:moveTo>
                  <a:pt x="2640894" y="967907"/>
                </a:moveTo>
                <a:lnTo>
                  <a:pt x="2648181" y="967907"/>
                </a:lnTo>
                <a:cubicBezTo>
                  <a:pt x="2648586" y="967907"/>
                  <a:pt x="2648991" y="968312"/>
                  <a:pt x="2649396" y="968717"/>
                </a:cubicBezTo>
                <a:lnTo>
                  <a:pt x="2653039" y="974789"/>
                </a:lnTo>
                <a:cubicBezTo>
                  <a:pt x="2653444" y="975194"/>
                  <a:pt x="2653444" y="975599"/>
                  <a:pt x="2653039" y="976003"/>
                </a:cubicBezTo>
                <a:lnTo>
                  <a:pt x="2649396" y="982075"/>
                </a:lnTo>
                <a:cubicBezTo>
                  <a:pt x="2648991" y="982480"/>
                  <a:pt x="2648586" y="982480"/>
                  <a:pt x="2648181" y="982885"/>
                </a:cubicBezTo>
                <a:lnTo>
                  <a:pt x="2640894" y="982885"/>
                </a:lnTo>
                <a:cubicBezTo>
                  <a:pt x="2640490" y="982885"/>
                  <a:pt x="2640085" y="982480"/>
                  <a:pt x="2639680" y="982075"/>
                </a:cubicBezTo>
                <a:lnTo>
                  <a:pt x="2636037" y="976003"/>
                </a:lnTo>
                <a:cubicBezTo>
                  <a:pt x="2635632" y="975599"/>
                  <a:pt x="2635632" y="975194"/>
                  <a:pt x="2636037" y="974789"/>
                </a:cubicBezTo>
                <a:lnTo>
                  <a:pt x="2639680" y="968717"/>
                </a:lnTo>
                <a:cubicBezTo>
                  <a:pt x="2640085" y="968312"/>
                  <a:pt x="2640490" y="967907"/>
                  <a:pt x="2640894" y="967907"/>
                </a:cubicBezTo>
                <a:close/>
                <a:moveTo>
                  <a:pt x="3976370" y="967502"/>
                </a:moveTo>
                <a:lnTo>
                  <a:pt x="3984467" y="967502"/>
                </a:lnTo>
                <a:cubicBezTo>
                  <a:pt x="3984871" y="967502"/>
                  <a:pt x="3985276" y="967502"/>
                  <a:pt x="3985681" y="967907"/>
                </a:cubicBezTo>
                <a:lnTo>
                  <a:pt x="3989729" y="974789"/>
                </a:lnTo>
                <a:cubicBezTo>
                  <a:pt x="3990134" y="975193"/>
                  <a:pt x="3990134" y="975598"/>
                  <a:pt x="3989729" y="976003"/>
                </a:cubicBezTo>
                <a:lnTo>
                  <a:pt x="3985681" y="982885"/>
                </a:lnTo>
                <a:cubicBezTo>
                  <a:pt x="3985276" y="983290"/>
                  <a:pt x="3984871" y="983290"/>
                  <a:pt x="3984467" y="983695"/>
                </a:cubicBezTo>
                <a:lnTo>
                  <a:pt x="3976370" y="983695"/>
                </a:lnTo>
                <a:cubicBezTo>
                  <a:pt x="3975966" y="983695"/>
                  <a:pt x="3975560" y="983290"/>
                  <a:pt x="3975156" y="982885"/>
                </a:cubicBezTo>
                <a:lnTo>
                  <a:pt x="3971108" y="976003"/>
                </a:lnTo>
                <a:cubicBezTo>
                  <a:pt x="3970703" y="975598"/>
                  <a:pt x="3970703" y="975193"/>
                  <a:pt x="3971108" y="974789"/>
                </a:cubicBezTo>
                <a:lnTo>
                  <a:pt x="3975156" y="967907"/>
                </a:lnTo>
                <a:cubicBezTo>
                  <a:pt x="3975560" y="967907"/>
                  <a:pt x="3975966" y="967502"/>
                  <a:pt x="3976370" y="967502"/>
                </a:cubicBezTo>
                <a:close/>
                <a:moveTo>
                  <a:pt x="3855331" y="967502"/>
                </a:moveTo>
                <a:lnTo>
                  <a:pt x="3862618" y="967502"/>
                </a:lnTo>
                <a:cubicBezTo>
                  <a:pt x="3863023" y="967502"/>
                  <a:pt x="3863428" y="967502"/>
                  <a:pt x="3863832" y="967907"/>
                </a:cubicBezTo>
                <a:lnTo>
                  <a:pt x="3867476" y="974384"/>
                </a:lnTo>
                <a:cubicBezTo>
                  <a:pt x="3867881" y="974789"/>
                  <a:pt x="3867881" y="975193"/>
                  <a:pt x="3867476" y="975598"/>
                </a:cubicBezTo>
                <a:lnTo>
                  <a:pt x="3863832" y="982075"/>
                </a:lnTo>
                <a:cubicBezTo>
                  <a:pt x="3863428" y="982480"/>
                  <a:pt x="3863023" y="982885"/>
                  <a:pt x="3862618" y="982480"/>
                </a:cubicBezTo>
                <a:lnTo>
                  <a:pt x="3855331" y="982480"/>
                </a:lnTo>
                <a:cubicBezTo>
                  <a:pt x="3854927" y="982480"/>
                  <a:pt x="3854522" y="982480"/>
                  <a:pt x="3854117" y="982075"/>
                </a:cubicBezTo>
                <a:lnTo>
                  <a:pt x="3850474" y="975598"/>
                </a:lnTo>
                <a:cubicBezTo>
                  <a:pt x="3850069" y="975193"/>
                  <a:pt x="3850069" y="974789"/>
                  <a:pt x="3850474" y="974384"/>
                </a:cubicBezTo>
                <a:lnTo>
                  <a:pt x="3854117" y="967907"/>
                </a:lnTo>
                <a:cubicBezTo>
                  <a:pt x="3854522" y="967907"/>
                  <a:pt x="3854927" y="967502"/>
                  <a:pt x="3855331" y="967502"/>
                </a:cubicBezTo>
                <a:close/>
                <a:moveTo>
                  <a:pt x="2397602" y="967502"/>
                </a:moveTo>
                <a:lnTo>
                  <a:pt x="2405698" y="967502"/>
                </a:lnTo>
                <a:cubicBezTo>
                  <a:pt x="2406103" y="967502"/>
                  <a:pt x="2406508" y="967502"/>
                  <a:pt x="2406913" y="967907"/>
                </a:cubicBezTo>
                <a:lnTo>
                  <a:pt x="2410961" y="974789"/>
                </a:lnTo>
                <a:cubicBezTo>
                  <a:pt x="2411366" y="975193"/>
                  <a:pt x="2411366" y="975598"/>
                  <a:pt x="2410961" y="976003"/>
                </a:cubicBezTo>
                <a:lnTo>
                  <a:pt x="2406913" y="982885"/>
                </a:lnTo>
                <a:cubicBezTo>
                  <a:pt x="2406508" y="983290"/>
                  <a:pt x="2406103" y="983290"/>
                  <a:pt x="2405698" y="983290"/>
                </a:cubicBezTo>
                <a:lnTo>
                  <a:pt x="2397602" y="983290"/>
                </a:lnTo>
                <a:cubicBezTo>
                  <a:pt x="2397197" y="983290"/>
                  <a:pt x="2396793" y="983290"/>
                  <a:pt x="2396388" y="982885"/>
                </a:cubicBezTo>
                <a:lnTo>
                  <a:pt x="2392340" y="976003"/>
                </a:lnTo>
                <a:cubicBezTo>
                  <a:pt x="2391935" y="975598"/>
                  <a:pt x="2391935" y="975193"/>
                  <a:pt x="2392340" y="974789"/>
                </a:cubicBezTo>
                <a:lnTo>
                  <a:pt x="2396388" y="967907"/>
                </a:lnTo>
                <a:cubicBezTo>
                  <a:pt x="2396793" y="967907"/>
                  <a:pt x="2397197" y="967502"/>
                  <a:pt x="2397602" y="967502"/>
                </a:cubicBezTo>
                <a:close/>
                <a:moveTo>
                  <a:pt x="2356716" y="967097"/>
                </a:moveTo>
                <a:lnTo>
                  <a:pt x="2365217" y="967097"/>
                </a:lnTo>
                <a:cubicBezTo>
                  <a:pt x="2365622" y="967097"/>
                  <a:pt x="2366027" y="967097"/>
                  <a:pt x="2366432" y="967502"/>
                </a:cubicBezTo>
                <a:lnTo>
                  <a:pt x="2370884" y="974788"/>
                </a:lnTo>
                <a:cubicBezTo>
                  <a:pt x="2371289" y="975193"/>
                  <a:pt x="2371289" y="975598"/>
                  <a:pt x="2370884" y="976003"/>
                </a:cubicBezTo>
                <a:lnTo>
                  <a:pt x="2366432" y="983290"/>
                </a:lnTo>
                <a:cubicBezTo>
                  <a:pt x="2366432" y="983694"/>
                  <a:pt x="2366027" y="983694"/>
                  <a:pt x="2365217" y="983694"/>
                </a:cubicBezTo>
                <a:lnTo>
                  <a:pt x="2356716" y="983694"/>
                </a:lnTo>
                <a:cubicBezTo>
                  <a:pt x="2356311" y="983694"/>
                  <a:pt x="2355907" y="983694"/>
                  <a:pt x="2355502" y="983290"/>
                </a:cubicBezTo>
                <a:lnTo>
                  <a:pt x="2351049" y="976003"/>
                </a:lnTo>
                <a:cubicBezTo>
                  <a:pt x="2350644" y="975598"/>
                  <a:pt x="2350644" y="975193"/>
                  <a:pt x="2351049" y="974788"/>
                </a:cubicBezTo>
                <a:lnTo>
                  <a:pt x="2355502" y="967502"/>
                </a:lnTo>
                <a:cubicBezTo>
                  <a:pt x="2355907" y="967502"/>
                  <a:pt x="2356311" y="967097"/>
                  <a:pt x="2356716" y="967097"/>
                </a:cubicBezTo>
                <a:close/>
                <a:moveTo>
                  <a:pt x="3733078" y="966692"/>
                </a:moveTo>
                <a:lnTo>
                  <a:pt x="3741579" y="966692"/>
                </a:lnTo>
                <a:cubicBezTo>
                  <a:pt x="3741984" y="966692"/>
                  <a:pt x="3742389" y="966692"/>
                  <a:pt x="3742793" y="967097"/>
                </a:cubicBezTo>
                <a:lnTo>
                  <a:pt x="3746842" y="974383"/>
                </a:lnTo>
                <a:cubicBezTo>
                  <a:pt x="3747247" y="974788"/>
                  <a:pt x="3747247" y="975193"/>
                  <a:pt x="3746842" y="975598"/>
                </a:cubicBezTo>
                <a:lnTo>
                  <a:pt x="3742793" y="982885"/>
                </a:lnTo>
                <a:cubicBezTo>
                  <a:pt x="3742389" y="983289"/>
                  <a:pt x="3741984" y="983694"/>
                  <a:pt x="3741579" y="983289"/>
                </a:cubicBezTo>
                <a:lnTo>
                  <a:pt x="3733078" y="983289"/>
                </a:lnTo>
                <a:cubicBezTo>
                  <a:pt x="3732673" y="983289"/>
                  <a:pt x="3732268" y="983289"/>
                  <a:pt x="3731864" y="982885"/>
                </a:cubicBezTo>
                <a:lnTo>
                  <a:pt x="3727816" y="975598"/>
                </a:lnTo>
                <a:cubicBezTo>
                  <a:pt x="3727411" y="975193"/>
                  <a:pt x="3727411" y="974788"/>
                  <a:pt x="3727816" y="974383"/>
                </a:cubicBezTo>
                <a:lnTo>
                  <a:pt x="3731864" y="967097"/>
                </a:lnTo>
                <a:cubicBezTo>
                  <a:pt x="3732268" y="967097"/>
                  <a:pt x="3732673" y="966692"/>
                  <a:pt x="3733078" y="966692"/>
                </a:cubicBezTo>
                <a:close/>
                <a:moveTo>
                  <a:pt x="3814445" y="966287"/>
                </a:moveTo>
                <a:lnTo>
                  <a:pt x="3822542" y="966287"/>
                </a:lnTo>
                <a:cubicBezTo>
                  <a:pt x="3822946" y="966287"/>
                  <a:pt x="3823351" y="966692"/>
                  <a:pt x="3823756" y="967097"/>
                </a:cubicBezTo>
                <a:lnTo>
                  <a:pt x="3827804" y="974383"/>
                </a:lnTo>
                <a:cubicBezTo>
                  <a:pt x="3828209" y="974788"/>
                  <a:pt x="3828209" y="975193"/>
                  <a:pt x="3827804" y="975598"/>
                </a:cubicBezTo>
                <a:lnTo>
                  <a:pt x="3823756" y="982884"/>
                </a:lnTo>
                <a:cubicBezTo>
                  <a:pt x="3823351" y="983289"/>
                  <a:pt x="3822946" y="983694"/>
                  <a:pt x="3822542" y="983694"/>
                </a:cubicBezTo>
                <a:lnTo>
                  <a:pt x="3814445" y="983694"/>
                </a:lnTo>
                <a:cubicBezTo>
                  <a:pt x="3814041" y="983694"/>
                  <a:pt x="3813635" y="983289"/>
                  <a:pt x="3813231" y="982884"/>
                </a:cubicBezTo>
                <a:lnTo>
                  <a:pt x="3809183" y="975598"/>
                </a:lnTo>
                <a:cubicBezTo>
                  <a:pt x="3808778" y="975193"/>
                  <a:pt x="3808778" y="974788"/>
                  <a:pt x="3809183" y="974383"/>
                </a:cubicBezTo>
                <a:lnTo>
                  <a:pt x="3813231" y="967097"/>
                </a:lnTo>
                <a:cubicBezTo>
                  <a:pt x="3813635" y="966692"/>
                  <a:pt x="3814041" y="966287"/>
                  <a:pt x="3814445" y="966287"/>
                </a:cubicBezTo>
                <a:close/>
                <a:moveTo>
                  <a:pt x="3773560" y="966287"/>
                </a:moveTo>
                <a:lnTo>
                  <a:pt x="3782466" y="966287"/>
                </a:lnTo>
                <a:cubicBezTo>
                  <a:pt x="3782870" y="966287"/>
                  <a:pt x="3783275" y="966692"/>
                  <a:pt x="3783680" y="967097"/>
                </a:cubicBezTo>
                <a:lnTo>
                  <a:pt x="3788133" y="974788"/>
                </a:lnTo>
                <a:cubicBezTo>
                  <a:pt x="3788538" y="975193"/>
                  <a:pt x="3788538" y="975598"/>
                  <a:pt x="3788133" y="976002"/>
                </a:cubicBezTo>
                <a:lnTo>
                  <a:pt x="3783680" y="983694"/>
                </a:lnTo>
                <a:cubicBezTo>
                  <a:pt x="3783275" y="984099"/>
                  <a:pt x="3782870" y="984099"/>
                  <a:pt x="3782466" y="984504"/>
                </a:cubicBezTo>
                <a:lnTo>
                  <a:pt x="3773560" y="984504"/>
                </a:lnTo>
                <a:cubicBezTo>
                  <a:pt x="3773155" y="984504"/>
                  <a:pt x="3772750" y="984099"/>
                  <a:pt x="3772345" y="983694"/>
                </a:cubicBezTo>
                <a:lnTo>
                  <a:pt x="3767893" y="976002"/>
                </a:lnTo>
                <a:cubicBezTo>
                  <a:pt x="3767488" y="975598"/>
                  <a:pt x="3767488" y="975193"/>
                  <a:pt x="3767893" y="974788"/>
                </a:cubicBezTo>
                <a:lnTo>
                  <a:pt x="3772345" y="967097"/>
                </a:lnTo>
                <a:cubicBezTo>
                  <a:pt x="3772750" y="966692"/>
                  <a:pt x="3773155" y="966287"/>
                  <a:pt x="3773560" y="966287"/>
                </a:cubicBezTo>
                <a:close/>
                <a:moveTo>
                  <a:pt x="2599603" y="966287"/>
                </a:moveTo>
                <a:lnTo>
                  <a:pt x="2608104" y="966287"/>
                </a:lnTo>
                <a:cubicBezTo>
                  <a:pt x="2608509" y="966287"/>
                  <a:pt x="2608914" y="966692"/>
                  <a:pt x="2609319" y="967097"/>
                </a:cubicBezTo>
                <a:lnTo>
                  <a:pt x="2613367" y="974383"/>
                </a:lnTo>
                <a:cubicBezTo>
                  <a:pt x="2613771" y="974788"/>
                  <a:pt x="2613771" y="975193"/>
                  <a:pt x="2613367" y="975598"/>
                </a:cubicBezTo>
                <a:lnTo>
                  <a:pt x="2609319" y="982884"/>
                </a:lnTo>
                <a:cubicBezTo>
                  <a:pt x="2608914" y="983289"/>
                  <a:pt x="2608509" y="983694"/>
                  <a:pt x="2608104" y="983694"/>
                </a:cubicBezTo>
                <a:lnTo>
                  <a:pt x="2599603" y="983694"/>
                </a:lnTo>
                <a:cubicBezTo>
                  <a:pt x="2599198" y="983694"/>
                  <a:pt x="2598794" y="983289"/>
                  <a:pt x="2598389" y="982884"/>
                </a:cubicBezTo>
                <a:lnTo>
                  <a:pt x="2594341" y="975598"/>
                </a:lnTo>
                <a:cubicBezTo>
                  <a:pt x="2593936" y="975193"/>
                  <a:pt x="2593936" y="974788"/>
                  <a:pt x="2594341" y="974383"/>
                </a:cubicBezTo>
                <a:lnTo>
                  <a:pt x="2598389" y="967097"/>
                </a:lnTo>
                <a:cubicBezTo>
                  <a:pt x="2598794" y="966692"/>
                  <a:pt x="2599198" y="966287"/>
                  <a:pt x="2599603" y="966287"/>
                </a:cubicBezTo>
                <a:close/>
                <a:moveTo>
                  <a:pt x="2559122" y="966287"/>
                </a:moveTo>
                <a:lnTo>
                  <a:pt x="2568028" y="966287"/>
                </a:lnTo>
                <a:cubicBezTo>
                  <a:pt x="2568433" y="966287"/>
                  <a:pt x="2568838" y="966692"/>
                  <a:pt x="2569242" y="967097"/>
                </a:cubicBezTo>
                <a:lnTo>
                  <a:pt x="2573695" y="974788"/>
                </a:lnTo>
                <a:cubicBezTo>
                  <a:pt x="2574100" y="975193"/>
                  <a:pt x="2574100" y="975598"/>
                  <a:pt x="2573695" y="976002"/>
                </a:cubicBezTo>
                <a:lnTo>
                  <a:pt x="2569242" y="983694"/>
                </a:lnTo>
                <a:cubicBezTo>
                  <a:pt x="2568838" y="983694"/>
                  <a:pt x="2568433" y="984099"/>
                  <a:pt x="2568028" y="984504"/>
                </a:cubicBezTo>
                <a:lnTo>
                  <a:pt x="2559122" y="984504"/>
                </a:lnTo>
                <a:cubicBezTo>
                  <a:pt x="2558717" y="984504"/>
                  <a:pt x="2558313" y="984099"/>
                  <a:pt x="2557908" y="983694"/>
                </a:cubicBezTo>
                <a:lnTo>
                  <a:pt x="2553455" y="976002"/>
                </a:lnTo>
                <a:cubicBezTo>
                  <a:pt x="2553050" y="975598"/>
                  <a:pt x="2553050" y="975193"/>
                  <a:pt x="2553455" y="974788"/>
                </a:cubicBezTo>
                <a:lnTo>
                  <a:pt x="2557908" y="967097"/>
                </a:lnTo>
                <a:cubicBezTo>
                  <a:pt x="2558313" y="966692"/>
                  <a:pt x="2558717" y="966287"/>
                  <a:pt x="2559122" y="966287"/>
                </a:cubicBezTo>
                <a:close/>
                <a:moveTo>
                  <a:pt x="2437274" y="965883"/>
                </a:moveTo>
                <a:lnTo>
                  <a:pt x="2446584" y="965883"/>
                </a:lnTo>
                <a:cubicBezTo>
                  <a:pt x="2446989" y="965883"/>
                  <a:pt x="2447394" y="966288"/>
                  <a:pt x="2447799" y="966693"/>
                </a:cubicBezTo>
                <a:lnTo>
                  <a:pt x="2452657" y="974789"/>
                </a:lnTo>
                <a:cubicBezTo>
                  <a:pt x="2453062" y="975194"/>
                  <a:pt x="2453062" y="975599"/>
                  <a:pt x="2452657" y="976003"/>
                </a:cubicBezTo>
                <a:lnTo>
                  <a:pt x="2447799" y="984100"/>
                </a:lnTo>
                <a:cubicBezTo>
                  <a:pt x="2447799" y="984504"/>
                  <a:pt x="2447394" y="984504"/>
                  <a:pt x="2446584" y="984909"/>
                </a:cubicBezTo>
                <a:lnTo>
                  <a:pt x="2437274" y="984909"/>
                </a:lnTo>
                <a:cubicBezTo>
                  <a:pt x="2436869" y="984909"/>
                  <a:pt x="2436464" y="984504"/>
                  <a:pt x="2436059" y="984100"/>
                </a:cubicBezTo>
                <a:lnTo>
                  <a:pt x="2431202" y="976003"/>
                </a:lnTo>
                <a:cubicBezTo>
                  <a:pt x="2430797" y="975599"/>
                  <a:pt x="2430797" y="975194"/>
                  <a:pt x="2431202" y="974789"/>
                </a:cubicBezTo>
                <a:lnTo>
                  <a:pt x="2436059" y="966693"/>
                </a:lnTo>
                <a:cubicBezTo>
                  <a:pt x="2436464" y="966288"/>
                  <a:pt x="2436869" y="965883"/>
                  <a:pt x="2437274" y="965883"/>
                </a:cubicBezTo>
                <a:close/>
                <a:moveTo>
                  <a:pt x="4016042" y="965478"/>
                </a:moveTo>
                <a:lnTo>
                  <a:pt x="4025353" y="965478"/>
                </a:lnTo>
                <a:cubicBezTo>
                  <a:pt x="4025757" y="965478"/>
                  <a:pt x="4026162" y="965883"/>
                  <a:pt x="4026567" y="966288"/>
                </a:cubicBezTo>
                <a:lnTo>
                  <a:pt x="4031020" y="974384"/>
                </a:lnTo>
                <a:cubicBezTo>
                  <a:pt x="4031425" y="974789"/>
                  <a:pt x="4031425" y="975193"/>
                  <a:pt x="4031020" y="975598"/>
                </a:cubicBezTo>
                <a:lnTo>
                  <a:pt x="4026567" y="983695"/>
                </a:lnTo>
                <a:cubicBezTo>
                  <a:pt x="4026162" y="984099"/>
                  <a:pt x="4025757" y="984504"/>
                  <a:pt x="4025353" y="984504"/>
                </a:cubicBezTo>
                <a:lnTo>
                  <a:pt x="4016042" y="984504"/>
                </a:lnTo>
                <a:cubicBezTo>
                  <a:pt x="4015637" y="984504"/>
                  <a:pt x="4015232" y="984099"/>
                  <a:pt x="4014828" y="983695"/>
                </a:cubicBezTo>
                <a:lnTo>
                  <a:pt x="4010375" y="975598"/>
                </a:lnTo>
                <a:cubicBezTo>
                  <a:pt x="4009970" y="975193"/>
                  <a:pt x="4009970" y="974789"/>
                  <a:pt x="4010375" y="974384"/>
                </a:cubicBezTo>
                <a:lnTo>
                  <a:pt x="4014828" y="966288"/>
                </a:lnTo>
                <a:cubicBezTo>
                  <a:pt x="4015232" y="965883"/>
                  <a:pt x="4015637" y="965478"/>
                  <a:pt x="4016042" y="965478"/>
                </a:cubicBezTo>
                <a:close/>
                <a:moveTo>
                  <a:pt x="2477755" y="965073"/>
                </a:moveTo>
                <a:lnTo>
                  <a:pt x="2487470" y="965073"/>
                </a:lnTo>
                <a:cubicBezTo>
                  <a:pt x="2487875" y="965073"/>
                  <a:pt x="2488280" y="965478"/>
                  <a:pt x="2488685" y="965883"/>
                </a:cubicBezTo>
                <a:lnTo>
                  <a:pt x="2493543" y="974384"/>
                </a:lnTo>
                <a:cubicBezTo>
                  <a:pt x="2493947" y="974788"/>
                  <a:pt x="2493947" y="975193"/>
                  <a:pt x="2493543" y="975598"/>
                </a:cubicBezTo>
                <a:lnTo>
                  <a:pt x="2488685" y="984099"/>
                </a:lnTo>
                <a:cubicBezTo>
                  <a:pt x="2488280" y="984504"/>
                  <a:pt x="2487875" y="984909"/>
                  <a:pt x="2487470" y="984909"/>
                </a:cubicBezTo>
                <a:lnTo>
                  <a:pt x="2477755" y="984909"/>
                </a:lnTo>
                <a:cubicBezTo>
                  <a:pt x="2477350" y="984909"/>
                  <a:pt x="2476945" y="984504"/>
                  <a:pt x="2476540" y="984099"/>
                </a:cubicBezTo>
                <a:lnTo>
                  <a:pt x="2471683" y="975598"/>
                </a:lnTo>
                <a:cubicBezTo>
                  <a:pt x="2471278" y="975193"/>
                  <a:pt x="2471278" y="974788"/>
                  <a:pt x="2471683" y="974384"/>
                </a:cubicBezTo>
                <a:lnTo>
                  <a:pt x="2476540" y="965883"/>
                </a:lnTo>
                <a:cubicBezTo>
                  <a:pt x="2476945" y="965478"/>
                  <a:pt x="2477350" y="965073"/>
                  <a:pt x="2477755" y="965073"/>
                </a:cubicBezTo>
                <a:close/>
                <a:moveTo>
                  <a:pt x="3124241" y="964263"/>
                </a:moveTo>
                <a:lnTo>
                  <a:pt x="3135575" y="964263"/>
                </a:lnTo>
                <a:cubicBezTo>
                  <a:pt x="3135980" y="964263"/>
                  <a:pt x="3136385" y="964668"/>
                  <a:pt x="3136790" y="965073"/>
                </a:cubicBezTo>
                <a:lnTo>
                  <a:pt x="3142457" y="974788"/>
                </a:lnTo>
                <a:cubicBezTo>
                  <a:pt x="3142862" y="975193"/>
                  <a:pt x="3142862" y="975598"/>
                  <a:pt x="3142457" y="976003"/>
                </a:cubicBezTo>
                <a:lnTo>
                  <a:pt x="3136790" y="985718"/>
                </a:lnTo>
                <a:cubicBezTo>
                  <a:pt x="3136790" y="985718"/>
                  <a:pt x="3136385" y="986123"/>
                  <a:pt x="3135575" y="986528"/>
                </a:cubicBezTo>
                <a:lnTo>
                  <a:pt x="3124241" y="986528"/>
                </a:lnTo>
                <a:cubicBezTo>
                  <a:pt x="3123836" y="986528"/>
                  <a:pt x="3123431" y="986123"/>
                  <a:pt x="3123026" y="985718"/>
                </a:cubicBezTo>
                <a:lnTo>
                  <a:pt x="3117359" y="976003"/>
                </a:lnTo>
                <a:cubicBezTo>
                  <a:pt x="3116954" y="975598"/>
                  <a:pt x="3116954" y="975193"/>
                  <a:pt x="3117359" y="974788"/>
                </a:cubicBezTo>
                <a:lnTo>
                  <a:pt x="3123026" y="965073"/>
                </a:lnTo>
                <a:cubicBezTo>
                  <a:pt x="3123431" y="964668"/>
                  <a:pt x="3123836" y="964263"/>
                  <a:pt x="3124241" y="964263"/>
                </a:cubicBezTo>
                <a:close/>
                <a:moveTo>
                  <a:pt x="2517832" y="964263"/>
                </a:moveTo>
                <a:lnTo>
                  <a:pt x="2528357" y="964263"/>
                </a:lnTo>
                <a:cubicBezTo>
                  <a:pt x="2528761" y="964263"/>
                  <a:pt x="2529166" y="964668"/>
                  <a:pt x="2529571" y="965073"/>
                </a:cubicBezTo>
                <a:lnTo>
                  <a:pt x="2534834" y="974383"/>
                </a:lnTo>
                <a:cubicBezTo>
                  <a:pt x="2535239" y="974788"/>
                  <a:pt x="2535239" y="975193"/>
                  <a:pt x="2534834" y="975598"/>
                </a:cubicBezTo>
                <a:lnTo>
                  <a:pt x="2529571" y="984908"/>
                </a:lnTo>
                <a:cubicBezTo>
                  <a:pt x="2529166" y="985313"/>
                  <a:pt x="2528761" y="985718"/>
                  <a:pt x="2528357" y="985313"/>
                </a:cubicBezTo>
                <a:lnTo>
                  <a:pt x="2517832" y="985313"/>
                </a:lnTo>
                <a:cubicBezTo>
                  <a:pt x="2517427" y="985313"/>
                  <a:pt x="2517022" y="985313"/>
                  <a:pt x="2516617" y="984908"/>
                </a:cubicBezTo>
                <a:lnTo>
                  <a:pt x="2511355" y="975598"/>
                </a:lnTo>
                <a:cubicBezTo>
                  <a:pt x="2510950" y="975193"/>
                  <a:pt x="2510950" y="974788"/>
                  <a:pt x="2511355" y="974383"/>
                </a:cubicBezTo>
                <a:lnTo>
                  <a:pt x="2516617" y="965073"/>
                </a:lnTo>
                <a:cubicBezTo>
                  <a:pt x="2517022" y="964668"/>
                  <a:pt x="2517427" y="964263"/>
                  <a:pt x="2517832" y="964263"/>
                </a:cubicBezTo>
                <a:close/>
                <a:moveTo>
                  <a:pt x="3367533" y="963859"/>
                </a:moveTo>
                <a:lnTo>
                  <a:pt x="3378462" y="963859"/>
                </a:lnTo>
                <a:cubicBezTo>
                  <a:pt x="3378867" y="963859"/>
                  <a:pt x="3379272" y="964264"/>
                  <a:pt x="3379677" y="964669"/>
                </a:cubicBezTo>
                <a:lnTo>
                  <a:pt x="3385344" y="974384"/>
                </a:lnTo>
                <a:cubicBezTo>
                  <a:pt x="3385749" y="974789"/>
                  <a:pt x="3385749" y="975194"/>
                  <a:pt x="3385344" y="975599"/>
                </a:cubicBezTo>
                <a:lnTo>
                  <a:pt x="3379677" y="985314"/>
                </a:lnTo>
                <a:cubicBezTo>
                  <a:pt x="3379677" y="985719"/>
                  <a:pt x="3379272" y="986124"/>
                  <a:pt x="3378462" y="986124"/>
                </a:cubicBezTo>
                <a:lnTo>
                  <a:pt x="3367533" y="986124"/>
                </a:lnTo>
                <a:cubicBezTo>
                  <a:pt x="3367128" y="986124"/>
                  <a:pt x="3366723" y="985719"/>
                  <a:pt x="3366318" y="985314"/>
                </a:cubicBezTo>
                <a:lnTo>
                  <a:pt x="3360651" y="975599"/>
                </a:lnTo>
                <a:cubicBezTo>
                  <a:pt x="3360246" y="975194"/>
                  <a:pt x="3360246" y="974789"/>
                  <a:pt x="3360651" y="974384"/>
                </a:cubicBezTo>
                <a:lnTo>
                  <a:pt x="3366318" y="964669"/>
                </a:lnTo>
                <a:cubicBezTo>
                  <a:pt x="3366723" y="964264"/>
                  <a:pt x="3367128" y="963859"/>
                  <a:pt x="3367533" y="963859"/>
                </a:cubicBezTo>
                <a:close/>
                <a:moveTo>
                  <a:pt x="3326647" y="963859"/>
                </a:moveTo>
                <a:lnTo>
                  <a:pt x="3338386" y="963859"/>
                </a:lnTo>
                <a:cubicBezTo>
                  <a:pt x="3338791" y="963859"/>
                  <a:pt x="3339196" y="963859"/>
                  <a:pt x="3339600" y="964264"/>
                </a:cubicBezTo>
                <a:lnTo>
                  <a:pt x="3345268" y="974384"/>
                </a:lnTo>
                <a:cubicBezTo>
                  <a:pt x="3345673" y="974789"/>
                  <a:pt x="3345673" y="975194"/>
                  <a:pt x="3345268" y="975599"/>
                </a:cubicBezTo>
                <a:lnTo>
                  <a:pt x="3339600" y="985719"/>
                </a:lnTo>
                <a:cubicBezTo>
                  <a:pt x="3339196" y="986124"/>
                  <a:pt x="3338791" y="986529"/>
                  <a:pt x="3338386" y="986124"/>
                </a:cubicBezTo>
                <a:lnTo>
                  <a:pt x="3326647" y="986124"/>
                </a:lnTo>
                <a:cubicBezTo>
                  <a:pt x="3326242" y="986124"/>
                  <a:pt x="3325837" y="986124"/>
                  <a:pt x="3325432" y="985719"/>
                </a:cubicBezTo>
                <a:lnTo>
                  <a:pt x="3319765" y="975599"/>
                </a:lnTo>
                <a:cubicBezTo>
                  <a:pt x="3319360" y="975194"/>
                  <a:pt x="3319360" y="974789"/>
                  <a:pt x="3319765" y="974384"/>
                </a:cubicBezTo>
                <a:lnTo>
                  <a:pt x="3325432" y="964264"/>
                </a:lnTo>
                <a:cubicBezTo>
                  <a:pt x="3325837" y="964264"/>
                  <a:pt x="3326242" y="963859"/>
                  <a:pt x="3326647" y="963859"/>
                </a:cubicBezTo>
                <a:close/>
                <a:moveTo>
                  <a:pt x="3650496" y="963049"/>
                </a:moveTo>
                <a:lnTo>
                  <a:pt x="3662236" y="963049"/>
                </a:lnTo>
                <a:cubicBezTo>
                  <a:pt x="3662641" y="963049"/>
                  <a:pt x="3663045" y="963454"/>
                  <a:pt x="3663450" y="963859"/>
                </a:cubicBezTo>
                <a:lnTo>
                  <a:pt x="3669522" y="974384"/>
                </a:lnTo>
                <a:cubicBezTo>
                  <a:pt x="3669927" y="974789"/>
                  <a:pt x="3669927" y="975193"/>
                  <a:pt x="3669522" y="975598"/>
                </a:cubicBezTo>
                <a:lnTo>
                  <a:pt x="3663450" y="986123"/>
                </a:lnTo>
                <a:cubicBezTo>
                  <a:pt x="3663450" y="986528"/>
                  <a:pt x="3663045" y="986933"/>
                  <a:pt x="3662236" y="986933"/>
                </a:cubicBezTo>
                <a:lnTo>
                  <a:pt x="3650496" y="986933"/>
                </a:lnTo>
                <a:cubicBezTo>
                  <a:pt x="3650092" y="986933"/>
                  <a:pt x="3649686" y="986528"/>
                  <a:pt x="3649282" y="986123"/>
                </a:cubicBezTo>
                <a:lnTo>
                  <a:pt x="3643210" y="975598"/>
                </a:lnTo>
                <a:cubicBezTo>
                  <a:pt x="3642805" y="975193"/>
                  <a:pt x="3642805" y="974789"/>
                  <a:pt x="3643210" y="974384"/>
                </a:cubicBezTo>
                <a:lnTo>
                  <a:pt x="3649282" y="963859"/>
                </a:lnTo>
                <a:cubicBezTo>
                  <a:pt x="3649686" y="963454"/>
                  <a:pt x="3650092" y="963049"/>
                  <a:pt x="3650496" y="963049"/>
                </a:cubicBezTo>
                <a:close/>
                <a:moveTo>
                  <a:pt x="3609206" y="963049"/>
                </a:moveTo>
                <a:lnTo>
                  <a:pt x="3622160" y="963049"/>
                </a:lnTo>
                <a:cubicBezTo>
                  <a:pt x="3622565" y="963049"/>
                  <a:pt x="3622970" y="963454"/>
                  <a:pt x="3623374" y="963859"/>
                </a:cubicBezTo>
                <a:lnTo>
                  <a:pt x="3629852" y="974789"/>
                </a:lnTo>
                <a:cubicBezTo>
                  <a:pt x="3630256" y="975193"/>
                  <a:pt x="3630256" y="975598"/>
                  <a:pt x="3629852" y="976003"/>
                </a:cubicBezTo>
                <a:lnTo>
                  <a:pt x="3623374" y="986933"/>
                </a:lnTo>
                <a:cubicBezTo>
                  <a:pt x="3623374" y="987338"/>
                  <a:pt x="3622970" y="987338"/>
                  <a:pt x="3622160" y="987743"/>
                </a:cubicBezTo>
                <a:lnTo>
                  <a:pt x="3609206" y="987743"/>
                </a:lnTo>
                <a:cubicBezTo>
                  <a:pt x="3608801" y="987743"/>
                  <a:pt x="3608397" y="987338"/>
                  <a:pt x="3607992" y="986933"/>
                </a:cubicBezTo>
                <a:lnTo>
                  <a:pt x="3601515" y="976003"/>
                </a:lnTo>
                <a:cubicBezTo>
                  <a:pt x="3601110" y="975598"/>
                  <a:pt x="3601110" y="975193"/>
                  <a:pt x="3601515" y="974789"/>
                </a:cubicBezTo>
                <a:lnTo>
                  <a:pt x="3607992" y="963859"/>
                </a:lnTo>
                <a:cubicBezTo>
                  <a:pt x="3608397" y="963454"/>
                  <a:pt x="3608801" y="963049"/>
                  <a:pt x="3609206" y="963049"/>
                </a:cubicBezTo>
                <a:close/>
                <a:moveTo>
                  <a:pt x="3407609" y="963049"/>
                </a:moveTo>
                <a:lnTo>
                  <a:pt x="3419754" y="963049"/>
                </a:lnTo>
                <a:cubicBezTo>
                  <a:pt x="3420158" y="963049"/>
                  <a:pt x="3420563" y="963454"/>
                  <a:pt x="3420968" y="963859"/>
                </a:cubicBezTo>
                <a:lnTo>
                  <a:pt x="3427040" y="974384"/>
                </a:lnTo>
                <a:cubicBezTo>
                  <a:pt x="3427445" y="974789"/>
                  <a:pt x="3427445" y="975193"/>
                  <a:pt x="3427040" y="975598"/>
                </a:cubicBezTo>
                <a:lnTo>
                  <a:pt x="3420968" y="986123"/>
                </a:lnTo>
                <a:cubicBezTo>
                  <a:pt x="3420563" y="986528"/>
                  <a:pt x="3420158" y="986933"/>
                  <a:pt x="3419754" y="986933"/>
                </a:cubicBezTo>
                <a:lnTo>
                  <a:pt x="3407609" y="986933"/>
                </a:lnTo>
                <a:cubicBezTo>
                  <a:pt x="3407205" y="986933"/>
                  <a:pt x="3406799" y="986528"/>
                  <a:pt x="3406395" y="986123"/>
                </a:cubicBezTo>
                <a:lnTo>
                  <a:pt x="3400323" y="975598"/>
                </a:lnTo>
                <a:cubicBezTo>
                  <a:pt x="3399918" y="975193"/>
                  <a:pt x="3399918" y="974789"/>
                  <a:pt x="3400323" y="974384"/>
                </a:cubicBezTo>
                <a:lnTo>
                  <a:pt x="3406395" y="963859"/>
                </a:lnTo>
                <a:cubicBezTo>
                  <a:pt x="3406799" y="963454"/>
                  <a:pt x="3407205" y="963049"/>
                  <a:pt x="3407609" y="963049"/>
                </a:cubicBezTo>
                <a:close/>
                <a:moveTo>
                  <a:pt x="3487762" y="962239"/>
                </a:moveTo>
                <a:lnTo>
                  <a:pt x="3501526" y="962239"/>
                </a:lnTo>
                <a:cubicBezTo>
                  <a:pt x="3501930" y="962239"/>
                  <a:pt x="3502335" y="962644"/>
                  <a:pt x="3502740" y="963049"/>
                </a:cubicBezTo>
                <a:lnTo>
                  <a:pt x="3509622" y="974788"/>
                </a:lnTo>
                <a:cubicBezTo>
                  <a:pt x="3510026" y="975193"/>
                  <a:pt x="3510026" y="975598"/>
                  <a:pt x="3509622" y="976003"/>
                </a:cubicBezTo>
                <a:lnTo>
                  <a:pt x="3502740" y="987742"/>
                </a:lnTo>
                <a:cubicBezTo>
                  <a:pt x="3502335" y="988147"/>
                  <a:pt x="3501930" y="988147"/>
                  <a:pt x="3501526" y="988552"/>
                </a:cubicBezTo>
                <a:lnTo>
                  <a:pt x="3487762" y="988552"/>
                </a:lnTo>
                <a:cubicBezTo>
                  <a:pt x="3487357" y="988552"/>
                  <a:pt x="3486952" y="988147"/>
                  <a:pt x="3486548" y="987742"/>
                </a:cubicBezTo>
                <a:lnTo>
                  <a:pt x="3479666" y="976003"/>
                </a:lnTo>
                <a:cubicBezTo>
                  <a:pt x="3479261" y="975598"/>
                  <a:pt x="3479261" y="975193"/>
                  <a:pt x="3479666" y="974788"/>
                </a:cubicBezTo>
                <a:lnTo>
                  <a:pt x="3486548" y="963049"/>
                </a:lnTo>
                <a:cubicBezTo>
                  <a:pt x="3486952" y="962644"/>
                  <a:pt x="3487357" y="962239"/>
                  <a:pt x="3487762" y="962239"/>
                </a:cubicBezTo>
                <a:close/>
                <a:moveTo>
                  <a:pt x="3447686" y="962239"/>
                </a:moveTo>
                <a:lnTo>
                  <a:pt x="3460640" y="962239"/>
                </a:lnTo>
                <a:cubicBezTo>
                  <a:pt x="3461045" y="962239"/>
                  <a:pt x="3461449" y="962644"/>
                  <a:pt x="3461855" y="963049"/>
                </a:cubicBezTo>
                <a:lnTo>
                  <a:pt x="3468331" y="974383"/>
                </a:lnTo>
                <a:cubicBezTo>
                  <a:pt x="3468736" y="974788"/>
                  <a:pt x="3468736" y="975193"/>
                  <a:pt x="3468331" y="975598"/>
                </a:cubicBezTo>
                <a:lnTo>
                  <a:pt x="3461855" y="986933"/>
                </a:lnTo>
                <a:cubicBezTo>
                  <a:pt x="3461449" y="987337"/>
                  <a:pt x="3461045" y="987742"/>
                  <a:pt x="3460640" y="987742"/>
                </a:cubicBezTo>
                <a:lnTo>
                  <a:pt x="3447686" y="987742"/>
                </a:lnTo>
                <a:cubicBezTo>
                  <a:pt x="3447281" y="987742"/>
                  <a:pt x="3446876" y="987337"/>
                  <a:pt x="3446471" y="986933"/>
                </a:cubicBezTo>
                <a:lnTo>
                  <a:pt x="3439995" y="975598"/>
                </a:lnTo>
                <a:cubicBezTo>
                  <a:pt x="3439590" y="975193"/>
                  <a:pt x="3439590" y="974788"/>
                  <a:pt x="3439995" y="974383"/>
                </a:cubicBezTo>
                <a:lnTo>
                  <a:pt x="3446471" y="963049"/>
                </a:lnTo>
                <a:cubicBezTo>
                  <a:pt x="3446876" y="962644"/>
                  <a:pt x="3447281" y="962239"/>
                  <a:pt x="3447686" y="962239"/>
                </a:cubicBezTo>
                <a:close/>
                <a:moveTo>
                  <a:pt x="3164317" y="962239"/>
                </a:moveTo>
                <a:lnTo>
                  <a:pt x="3177271" y="962239"/>
                </a:lnTo>
                <a:cubicBezTo>
                  <a:pt x="3177676" y="962239"/>
                  <a:pt x="3178080" y="962644"/>
                  <a:pt x="3178486" y="963049"/>
                </a:cubicBezTo>
                <a:lnTo>
                  <a:pt x="3184962" y="974383"/>
                </a:lnTo>
                <a:cubicBezTo>
                  <a:pt x="3185367" y="974788"/>
                  <a:pt x="3185367" y="975193"/>
                  <a:pt x="3184962" y="975598"/>
                </a:cubicBezTo>
                <a:lnTo>
                  <a:pt x="3178486" y="986933"/>
                </a:lnTo>
                <a:cubicBezTo>
                  <a:pt x="3178080" y="987337"/>
                  <a:pt x="3177676" y="987742"/>
                  <a:pt x="3177271" y="987742"/>
                </a:cubicBezTo>
                <a:lnTo>
                  <a:pt x="3164317" y="987742"/>
                </a:lnTo>
                <a:cubicBezTo>
                  <a:pt x="3163912" y="987742"/>
                  <a:pt x="3163507" y="987337"/>
                  <a:pt x="3163102" y="986933"/>
                </a:cubicBezTo>
                <a:lnTo>
                  <a:pt x="3156626" y="975598"/>
                </a:lnTo>
                <a:cubicBezTo>
                  <a:pt x="3156221" y="975193"/>
                  <a:pt x="3156221" y="974788"/>
                  <a:pt x="3156626" y="974383"/>
                </a:cubicBezTo>
                <a:lnTo>
                  <a:pt x="3163102" y="963049"/>
                </a:lnTo>
                <a:cubicBezTo>
                  <a:pt x="3163507" y="962644"/>
                  <a:pt x="3163912" y="962239"/>
                  <a:pt x="3164317" y="962239"/>
                </a:cubicBezTo>
                <a:close/>
                <a:moveTo>
                  <a:pt x="3689763" y="961430"/>
                </a:moveTo>
                <a:lnTo>
                  <a:pt x="3704337" y="961430"/>
                </a:lnTo>
                <a:cubicBezTo>
                  <a:pt x="3704742" y="961430"/>
                  <a:pt x="3705147" y="961835"/>
                  <a:pt x="3705551" y="962240"/>
                </a:cubicBezTo>
                <a:lnTo>
                  <a:pt x="3712838" y="974789"/>
                </a:lnTo>
                <a:cubicBezTo>
                  <a:pt x="3713243" y="975194"/>
                  <a:pt x="3713243" y="975598"/>
                  <a:pt x="3712838" y="976003"/>
                </a:cubicBezTo>
                <a:lnTo>
                  <a:pt x="3705551" y="988552"/>
                </a:lnTo>
                <a:cubicBezTo>
                  <a:pt x="3705147" y="988957"/>
                  <a:pt x="3704742" y="988957"/>
                  <a:pt x="3704337" y="989362"/>
                </a:cubicBezTo>
                <a:lnTo>
                  <a:pt x="3689763" y="989362"/>
                </a:lnTo>
                <a:cubicBezTo>
                  <a:pt x="3689359" y="989362"/>
                  <a:pt x="3688954" y="988957"/>
                  <a:pt x="3688549" y="988552"/>
                </a:cubicBezTo>
                <a:lnTo>
                  <a:pt x="3681263" y="976003"/>
                </a:lnTo>
                <a:cubicBezTo>
                  <a:pt x="3680858" y="975598"/>
                  <a:pt x="3680858" y="975194"/>
                  <a:pt x="3681263" y="974789"/>
                </a:cubicBezTo>
                <a:lnTo>
                  <a:pt x="3688549" y="962240"/>
                </a:lnTo>
                <a:cubicBezTo>
                  <a:pt x="3688954" y="961835"/>
                  <a:pt x="3689359" y="961430"/>
                  <a:pt x="3689763" y="961430"/>
                </a:cubicBezTo>
                <a:close/>
                <a:moveTo>
                  <a:pt x="3285356" y="961430"/>
                </a:moveTo>
                <a:lnTo>
                  <a:pt x="3299120" y="961430"/>
                </a:lnTo>
                <a:cubicBezTo>
                  <a:pt x="3299524" y="961430"/>
                  <a:pt x="3299929" y="961835"/>
                  <a:pt x="3300334" y="962240"/>
                </a:cubicBezTo>
                <a:lnTo>
                  <a:pt x="3307216" y="974384"/>
                </a:lnTo>
                <a:cubicBezTo>
                  <a:pt x="3307620" y="974789"/>
                  <a:pt x="3307620" y="975194"/>
                  <a:pt x="3307216" y="975598"/>
                </a:cubicBezTo>
                <a:lnTo>
                  <a:pt x="3300334" y="987743"/>
                </a:lnTo>
                <a:cubicBezTo>
                  <a:pt x="3299929" y="988148"/>
                  <a:pt x="3299524" y="988552"/>
                  <a:pt x="3299120" y="988552"/>
                </a:cubicBezTo>
                <a:lnTo>
                  <a:pt x="3285356" y="988552"/>
                </a:lnTo>
                <a:cubicBezTo>
                  <a:pt x="3284951" y="988552"/>
                  <a:pt x="3284546" y="988148"/>
                  <a:pt x="3284142" y="987743"/>
                </a:cubicBezTo>
                <a:lnTo>
                  <a:pt x="3277260" y="975598"/>
                </a:lnTo>
                <a:cubicBezTo>
                  <a:pt x="3276855" y="975194"/>
                  <a:pt x="3276855" y="974789"/>
                  <a:pt x="3277260" y="974384"/>
                </a:cubicBezTo>
                <a:lnTo>
                  <a:pt x="3284142" y="962240"/>
                </a:lnTo>
                <a:cubicBezTo>
                  <a:pt x="3284546" y="961835"/>
                  <a:pt x="3284951" y="961430"/>
                  <a:pt x="3285356" y="961430"/>
                </a:cubicBezTo>
                <a:close/>
                <a:moveTo>
                  <a:pt x="3203988" y="961430"/>
                </a:moveTo>
                <a:lnTo>
                  <a:pt x="3218157" y="961430"/>
                </a:lnTo>
                <a:cubicBezTo>
                  <a:pt x="3218562" y="961430"/>
                  <a:pt x="3218967" y="961430"/>
                  <a:pt x="3219372" y="961835"/>
                </a:cubicBezTo>
                <a:lnTo>
                  <a:pt x="3226658" y="974384"/>
                </a:lnTo>
                <a:cubicBezTo>
                  <a:pt x="3227063" y="974789"/>
                  <a:pt x="3227063" y="975194"/>
                  <a:pt x="3226658" y="975598"/>
                </a:cubicBezTo>
                <a:lnTo>
                  <a:pt x="3219372" y="988148"/>
                </a:lnTo>
                <a:cubicBezTo>
                  <a:pt x="3219372" y="988552"/>
                  <a:pt x="3218967" y="988957"/>
                  <a:pt x="3218157" y="988552"/>
                </a:cubicBezTo>
                <a:lnTo>
                  <a:pt x="3203988" y="988552"/>
                </a:lnTo>
                <a:cubicBezTo>
                  <a:pt x="3203584" y="988552"/>
                  <a:pt x="3203179" y="988552"/>
                  <a:pt x="3202774" y="988148"/>
                </a:cubicBezTo>
                <a:lnTo>
                  <a:pt x="3195488" y="975598"/>
                </a:lnTo>
                <a:cubicBezTo>
                  <a:pt x="3195083" y="975194"/>
                  <a:pt x="3195083" y="974789"/>
                  <a:pt x="3195488" y="974384"/>
                </a:cubicBezTo>
                <a:lnTo>
                  <a:pt x="3202774" y="961835"/>
                </a:lnTo>
                <a:cubicBezTo>
                  <a:pt x="3203179" y="961835"/>
                  <a:pt x="3203584" y="961430"/>
                  <a:pt x="3203988" y="961430"/>
                </a:cubicBezTo>
                <a:close/>
                <a:moveTo>
                  <a:pt x="3527433" y="961025"/>
                </a:moveTo>
                <a:lnTo>
                  <a:pt x="3542007" y="961025"/>
                </a:lnTo>
                <a:cubicBezTo>
                  <a:pt x="3542411" y="961025"/>
                  <a:pt x="3542817" y="961430"/>
                  <a:pt x="3543221" y="961835"/>
                </a:cubicBezTo>
                <a:lnTo>
                  <a:pt x="3550508" y="974384"/>
                </a:lnTo>
                <a:cubicBezTo>
                  <a:pt x="3550913" y="974789"/>
                  <a:pt x="3550913" y="975193"/>
                  <a:pt x="3550508" y="975598"/>
                </a:cubicBezTo>
                <a:lnTo>
                  <a:pt x="3543221" y="988147"/>
                </a:lnTo>
                <a:cubicBezTo>
                  <a:pt x="3543221" y="988552"/>
                  <a:pt x="3542817" y="988957"/>
                  <a:pt x="3542007" y="988957"/>
                </a:cubicBezTo>
                <a:lnTo>
                  <a:pt x="3527433" y="988957"/>
                </a:lnTo>
                <a:cubicBezTo>
                  <a:pt x="3527029" y="988957"/>
                  <a:pt x="3526624" y="988552"/>
                  <a:pt x="3526219" y="988147"/>
                </a:cubicBezTo>
                <a:lnTo>
                  <a:pt x="3518933" y="975598"/>
                </a:lnTo>
                <a:cubicBezTo>
                  <a:pt x="3518528" y="975193"/>
                  <a:pt x="3518528" y="974789"/>
                  <a:pt x="3518933" y="974384"/>
                </a:cubicBezTo>
                <a:lnTo>
                  <a:pt x="3526219" y="961835"/>
                </a:lnTo>
                <a:cubicBezTo>
                  <a:pt x="3526624" y="961430"/>
                  <a:pt x="3527029" y="961025"/>
                  <a:pt x="3527433" y="961025"/>
                </a:cubicBezTo>
                <a:close/>
                <a:moveTo>
                  <a:pt x="3567914" y="960620"/>
                </a:moveTo>
                <a:lnTo>
                  <a:pt x="3582892" y="960620"/>
                </a:lnTo>
                <a:cubicBezTo>
                  <a:pt x="3583298" y="960620"/>
                  <a:pt x="3583702" y="961025"/>
                  <a:pt x="3584107" y="961430"/>
                </a:cubicBezTo>
                <a:lnTo>
                  <a:pt x="3591394" y="974384"/>
                </a:lnTo>
                <a:cubicBezTo>
                  <a:pt x="3591799" y="974788"/>
                  <a:pt x="3591799" y="975193"/>
                  <a:pt x="3591394" y="975598"/>
                </a:cubicBezTo>
                <a:lnTo>
                  <a:pt x="3584107" y="988552"/>
                </a:lnTo>
                <a:cubicBezTo>
                  <a:pt x="3584107" y="988957"/>
                  <a:pt x="3583702" y="989362"/>
                  <a:pt x="3582892" y="989362"/>
                </a:cubicBezTo>
                <a:lnTo>
                  <a:pt x="3567914" y="989362"/>
                </a:lnTo>
                <a:cubicBezTo>
                  <a:pt x="3567510" y="989362"/>
                  <a:pt x="3567105" y="988957"/>
                  <a:pt x="3566700" y="988552"/>
                </a:cubicBezTo>
                <a:lnTo>
                  <a:pt x="3559414" y="975598"/>
                </a:lnTo>
                <a:cubicBezTo>
                  <a:pt x="3559009" y="975193"/>
                  <a:pt x="3559009" y="974788"/>
                  <a:pt x="3559414" y="974384"/>
                </a:cubicBezTo>
                <a:lnTo>
                  <a:pt x="3566700" y="961430"/>
                </a:lnTo>
                <a:cubicBezTo>
                  <a:pt x="3567105" y="961025"/>
                  <a:pt x="3567510" y="960620"/>
                  <a:pt x="3567914" y="960620"/>
                </a:cubicBezTo>
                <a:close/>
                <a:moveTo>
                  <a:pt x="3244065" y="960215"/>
                </a:moveTo>
                <a:lnTo>
                  <a:pt x="3259448" y="960215"/>
                </a:lnTo>
                <a:cubicBezTo>
                  <a:pt x="3259852" y="960215"/>
                  <a:pt x="3260257" y="960620"/>
                  <a:pt x="3260662" y="961025"/>
                </a:cubicBezTo>
                <a:lnTo>
                  <a:pt x="3268353" y="974383"/>
                </a:lnTo>
                <a:cubicBezTo>
                  <a:pt x="3268758" y="974788"/>
                  <a:pt x="3268758" y="975193"/>
                  <a:pt x="3268353" y="975598"/>
                </a:cubicBezTo>
                <a:lnTo>
                  <a:pt x="3260662" y="988957"/>
                </a:lnTo>
                <a:cubicBezTo>
                  <a:pt x="3260257" y="989362"/>
                  <a:pt x="3259852" y="989766"/>
                  <a:pt x="3259448" y="989766"/>
                </a:cubicBezTo>
                <a:lnTo>
                  <a:pt x="3244065" y="989766"/>
                </a:lnTo>
                <a:cubicBezTo>
                  <a:pt x="3243660" y="989766"/>
                  <a:pt x="3243255" y="989362"/>
                  <a:pt x="3242850" y="988957"/>
                </a:cubicBezTo>
                <a:lnTo>
                  <a:pt x="3235159" y="975598"/>
                </a:lnTo>
                <a:cubicBezTo>
                  <a:pt x="3234754" y="975193"/>
                  <a:pt x="3234754" y="974788"/>
                  <a:pt x="3235159" y="974383"/>
                </a:cubicBezTo>
                <a:lnTo>
                  <a:pt x="3242850" y="961025"/>
                </a:lnTo>
                <a:cubicBezTo>
                  <a:pt x="3243255" y="960620"/>
                  <a:pt x="3243660" y="960215"/>
                  <a:pt x="3244065" y="960215"/>
                </a:cubicBezTo>
                <a:close/>
                <a:moveTo>
                  <a:pt x="2845729" y="932688"/>
                </a:moveTo>
                <a:lnTo>
                  <a:pt x="2848158" y="932688"/>
                </a:lnTo>
                <a:lnTo>
                  <a:pt x="2849373" y="934712"/>
                </a:lnTo>
                <a:lnTo>
                  <a:pt x="2848158" y="936736"/>
                </a:lnTo>
                <a:lnTo>
                  <a:pt x="2845729" y="936736"/>
                </a:lnTo>
                <a:lnTo>
                  <a:pt x="2844515" y="934712"/>
                </a:lnTo>
                <a:close/>
                <a:moveTo>
                  <a:pt x="4384016" y="932283"/>
                </a:moveTo>
                <a:lnTo>
                  <a:pt x="4386850" y="932283"/>
                </a:lnTo>
                <a:lnTo>
                  <a:pt x="4388469" y="934712"/>
                </a:lnTo>
                <a:lnTo>
                  <a:pt x="4386850" y="937141"/>
                </a:lnTo>
                <a:lnTo>
                  <a:pt x="4384016" y="937141"/>
                </a:lnTo>
                <a:lnTo>
                  <a:pt x="4382397" y="934712"/>
                </a:lnTo>
                <a:close/>
                <a:moveTo>
                  <a:pt x="4343131" y="932283"/>
                </a:moveTo>
                <a:lnTo>
                  <a:pt x="4345964" y="932283"/>
                </a:lnTo>
                <a:lnTo>
                  <a:pt x="4347179" y="934712"/>
                </a:lnTo>
                <a:lnTo>
                  <a:pt x="4345964" y="937141"/>
                </a:lnTo>
                <a:lnTo>
                  <a:pt x="4343131" y="937141"/>
                </a:lnTo>
                <a:lnTo>
                  <a:pt x="4341916" y="934712"/>
                </a:lnTo>
                <a:close/>
                <a:moveTo>
                  <a:pt x="4303054" y="932283"/>
                </a:moveTo>
                <a:lnTo>
                  <a:pt x="4305888" y="932283"/>
                </a:lnTo>
                <a:lnTo>
                  <a:pt x="4307507" y="934712"/>
                </a:lnTo>
                <a:lnTo>
                  <a:pt x="4305888" y="937141"/>
                </a:lnTo>
                <a:lnTo>
                  <a:pt x="4303054" y="937141"/>
                </a:lnTo>
                <a:lnTo>
                  <a:pt x="4301435" y="934712"/>
                </a:lnTo>
                <a:close/>
                <a:moveTo>
                  <a:pt x="2886210" y="932283"/>
                </a:moveTo>
                <a:lnTo>
                  <a:pt x="2888639" y="932283"/>
                </a:lnTo>
                <a:lnTo>
                  <a:pt x="2889854" y="934712"/>
                </a:lnTo>
                <a:lnTo>
                  <a:pt x="2888639" y="937141"/>
                </a:lnTo>
                <a:lnTo>
                  <a:pt x="2886210" y="937141"/>
                </a:lnTo>
                <a:lnTo>
                  <a:pt x="2884996" y="934712"/>
                </a:lnTo>
                <a:close/>
                <a:moveTo>
                  <a:pt x="4545537" y="931878"/>
                </a:moveTo>
                <a:lnTo>
                  <a:pt x="4548776" y="931878"/>
                </a:lnTo>
                <a:lnTo>
                  <a:pt x="4550395" y="934712"/>
                </a:lnTo>
                <a:lnTo>
                  <a:pt x="4548776" y="937545"/>
                </a:lnTo>
                <a:lnTo>
                  <a:pt x="4545537" y="937545"/>
                </a:lnTo>
                <a:lnTo>
                  <a:pt x="4543918" y="934712"/>
                </a:lnTo>
                <a:close/>
                <a:moveTo>
                  <a:pt x="4464169" y="931878"/>
                </a:moveTo>
                <a:lnTo>
                  <a:pt x="4467813" y="931878"/>
                </a:lnTo>
                <a:lnTo>
                  <a:pt x="4469432" y="934712"/>
                </a:lnTo>
                <a:lnTo>
                  <a:pt x="4467813" y="937545"/>
                </a:lnTo>
                <a:lnTo>
                  <a:pt x="4464169" y="937545"/>
                </a:lnTo>
                <a:lnTo>
                  <a:pt x="4462550" y="934712"/>
                </a:lnTo>
                <a:close/>
                <a:moveTo>
                  <a:pt x="4424093" y="931878"/>
                </a:moveTo>
                <a:lnTo>
                  <a:pt x="4427332" y="931878"/>
                </a:lnTo>
                <a:lnTo>
                  <a:pt x="4428951" y="934712"/>
                </a:lnTo>
                <a:lnTo>
                  <a:pt x="4427332" y="937545"/>
                </a:lnTo>
                <a:lnTo>
                  <a:pt x="4424093" y="937545"/>
                </a:lnTo>
                <a:lnTo>
                  <a:pt x="4422474" y="934712"/>
                </a:lnTo>
                <a:close/>
                <a:moveTo>
                  <a:pt x="4262168" y="931878"/>
                </a:moveTo>
                <a:lnTo>
                  <a:pt x="4265407" y="931878"/>
                </a:lnTo>
                <a:lnTo>
                  <a:pt x="4267026" y="934712"/>
                </a:lnTo>
                <a:lnTo>
                  <a:pt x="4265407" y="937545"/>
                </a:lnTo>
                <a:lnTo>
                  <a:pt x="4262168" y="937545"/>
                </a:lnTo>
                <a:lnTo>
                  <a:pt x="4260549" y="934712"/>
                </a:lnTo>
                <a:close/>
                <a:moveTo>
                  <a:pt x="2926287" y="931878"/>
                </a:moveTo>
                <a:lnTo>
                  <a:pt x="2929526" y="931878"/>
                </a:lnTo>
                <a:lnTo>
                  <a:pt x="2931145" y="934712"/>
                </a:lnTo>
                <a:lnTo>
                  <a:pt x="2929526" y="937545"/>
                </a:lnTo>
                <a:lnTo>
                  <a:pt x="2926287" y="937545"/>
                </a:lnTo>
                <a:lnTo>
                  <a:pt x="2924668" y="934712"/>
                </a:lnTo>
                <a:close/>
                <a:moveTo>
                  <a:pt x="2804843" y="931878"/>
                </a:moveTo>
                <a:lnTo>
                  <a:pt x="2808082" y="931878"/>
                </a:lnTo>
                <a:lnTo>
                  <a:pt x="2809701" y="934712"/>
                </a:lnTo>
                <a:lnTo>
                  <a:pt x="2808082" y="937545"/>
                </a:lnTo>
                <a:lnTo>
                  <a:pt x="2804843" y="937545"/>
                </a:lnTo>
                <a:lnTo>
                  <a:pt x="2803224" y="934712"/>
                </a:lnTo>
                <a:close/>
                <a:moveTo>
                  <a:pt x="4505056" y="931474"/>
                </a:moveTo>
                <a:lnTo>
                  <a:pt x="4508699" y="931474"/>
                </a:lnTo>
                <a:lnTo>
                  <a:pt x="4510724" y="934713"/>
                </a:lnTo>
                <a:lnTo>
                  <a:pt x="4508699" y="937951"/>
                </a:lnTo>
                <a:lnTo>
                  <a:pt x="4505056" y="937951"/>
                </a:lnTo>
                <a:lnTo>
                  <a:pt x="4503032" y="934713"/>
                </a:lnTo>
                <a:close/>
                <a:moveTo>
                  <a:pt x="4221687" y="931474"/>
                </a:moveTo>
                <a:lnTo>
                  <a:pt x="4225330" y="931474"/>
                </a:lnTo>
                <a:lnTo>
                  <a:pt x="4227355" y="934713"/>
                </a:lnTo>
                <a:lnTo>
                  <a:pt x="4225330" y="937951"/>
                </a:lnTo>
                <a:lnTo>
                  <a:pt x="4221687" y="937951"/>
                </a:lnTo>
                <a:lnTo>
                  <a:pt x="4219663" y="934713"/>
                </a:lnTo>
                <a:close/>
                <a:moveTo>
                  <a:pt x="3007249" y="931474"/>
                </a:moveTo>
                <a:lnTo>
                  <a:pt x="3010892" y="931474"/>
                </a:lnTo>
                <a:lnTo>
                  <a:pt x="3012917" y="934713"/>
                </a:lnTo>
                <a:lnTo>
                  <a:pt x="3010892" y="937951"/>
                </a:lnTo>
                <a:lnTo>
                  <a:pt x="3007249" y="937951"/>
                </a:lnTo>
                <a:lnTo>
                  <a:pt x="3005225" y="934713"/>
                </a:lnTo>
                <a:close/>
                <a:moveTo>
                  <a:pt x="2966768" y="931474"/>
                </a:moveTo>
                <a:lnTo>
                  <a:pt x="2970411" y="931474"/>
                </a:lnTo>
                <a:lnTo>
                  <a:pt x="2972436" y="934713"/>
                </a:lnTo>
                <a:lnTo>
                  <a:pt x="2970411" y="937951"/>
                </a:lnTo>
                <a:lnTo>
                  <a:pt x="2966768" y="937951"/>
                </a:lnTo>
                <a:lnTo>
                  <a:pt x="2964744" y="934713"/>
                </a:lnTo>
                <a:close/>
                <a:moveTo>
                  <a:pt x="4180396" y="931069"/>
                </a:moveTo>
                <a:lnTo>
                  <a:pt x="4184849" y="931069"/>
                </a:lnTo>
                <a:lnTo>
                  <a:pt x="4186873" y="934712"/>
                </a:lnTo>
                <a:lnTo>
                  <a:pt x="4184849" y="938356"/>
                </a:lnTo>
                <a:lnTo>
                  <a:pt x="4180396" y="938356"/>
                </a:lnTo>
                <a:lnTo>
                  <a:pt x="4178372" y="934712"/>
                </a:lnTo>
                <a:close/>
                <a:moveTo>
                  <a:pt x="4059357" y="931069"/>
                </a:moveTo>
                <a:lnTo>
                  <a:pt x="4063405" y="931069"/>
                </a:lnTo>
                <a:lnTo>
                  <a:pt x="4065429" y="934712"/>
                </a:lnTo>
                <a:lnTo>
                  <a:pt x="4063405" y="938356"/>
                </a:lnTo>
                <a:lnTo>
                  <a:pt x="4059357" y="938356"/>
                </a:lnTo>
                <a:lnTo>
                  <a:pt x="4057333" y="934712"/>
                </a:lnTo>
                <a:close/>
                <a:moveTo>
                  <a:pt x="4139915" y="930664"/>
                </a:moveTo>
                <a:lnTo>
                  <a:pt x="4143963" y="930664"/>
                </a:lnTo>
                <a:cubicBezTo>
                  <a:pt x="4144368" y="930664"/>
                  <a:pt x="4144773" y="930664"/>
                  <a:pt x="4145177" y="931069"/>
                </a:cubicBezTo>
                <a:lnTo>
                  <a:pt x="4147202" y="934307"/>
                </a:lnTo>
                <a:cubicBezTo>
                  <a:pt x="4147606" y="934712"/>
                  <a:pt x="4147606" y="935117"/>
                  <a:pt x="4147202" y="935522"/>
                </a:cubicBezTo>
                <a:lnTo>
                  <a:pt x="4145177" y="938760"/>
                </a:lnTo>
                <a:cubicBezTo>
                  <a:pt x="4145177" y="939165"/>
                  <a:pt x="4144773" y="939165"/>
                  <a:pt x="4143963" y="939165"/>
                </a:cubicBezTo>
                <a:lnTo>
                  <a:pt x="4139915" y="939165"/>
                </a:lnTo>
                <a:cubicBezTo>
                  <a:pt x="4139510" y="939165"/>
                  <a:pt x="4139105" y="939165"/>
                  <a:pt x="4138701" y="938760"/>
                </a:cubicBezTo>
                <a:lnTo>
                  <a:pt x="4136677" y="935522"/>
                </a:lnTo>
                <a:cubicBezTo>
                  <a:pt x="4136272" y="935117"/>
                  <a:pt x="4136272" y="934712"/>
                  <a:pt x="4136677" y="934307"/>
                </a:cubicBezTo>
                <a:lnTo>
                  <a:pt x="4138701" y="931069"/>
                </a:lnTo>
                <a:cubicBezTo>
                  <a:pt x="4139105" y="931069"/>
                  <a:pt x="4139510" y="930664"/>
                  <a:pt x="4139915" y="930664"/>
                </a:cubicBezTo>
                <a:close/>
                <a:moveTo>
                  <a:pt x="2763553" y="930664"/>
                </a:moveTo>
                <a:lnTo>
                  <a:pt x="2768006" y="930664"/>
                </a:lnTo>
                <a:lnTo>
                  <a:pt x="2770030" y="934712"/>
                </a:lnTo>
                <a:lnTo>
                  <a:pt x="2768006" y="938760"/>
                </a:lnTo>
                <a:lnTo>
                  <a:pt x="2763553" y="938760"/>
                </a:lnTo>
                <a:lnTo>
                  <a:pt x="2761529" y="934712"/>
                </a:lnTo>
                <a:close/>
                <a:moveTo>
                  <a:pt x="4099839" y="929854"/>
                </a:moveTo>
                <a:lnTo>
                  <a:pt x="4103482" y="929854"/>
                </a:lnTo>
                <a:cubicBezTo>
                  <a:pt x="4103887" y="929854"/>
                  <a:pt x="4104291" y="930259"/>
                  <a:pt x="4104696" y="930664"/>
                </a:cubicBezTo>
                <a:lnTo>
                  <a:pt x="4106315" y="933902"/>
                </a:lnTo>
                <a:cubicBezTo>
                  <a:pt x="4106720" y="934307"/>
                  <a:pt x="4106720" y="934712"/>
                  <a:pt x="4106315" y="935117"/>
                </a:cubicBezTo>
                <a:lnTo>
                  <a:pt x="4104696" y="938355"/>
                </a:lnTo>
                <a:cubicBezTo>
                  <a:pt x="4104291" y="938760"/>
                  <a:pt x="4103887" y="939165"/>
                  <a:pt x="4103482" y="939165"/>
                </a:cubicBezTo>
                <a:lnTo>
                  <a:pt x="4099839" y="939165"/>
                </a:lnTo>
                <a:cubicBezTo>
                  <a:pt x="4099434" y="939165"/>
                  <a:pt x="4099029" y="938760"/>
                  <a:pt x="4098624" y="938355"/>
                </a:cubicBezTo>
                <a:lnTo>
                  <a:pt x="4097005" y="935117"/>
                </a:lnTo>
                <a:cubicBezTo>
                  <a:pt x="4096600" y="934712"/>
                  <a:pt x="4096600" y="934307"/>
                  <a:pt x="4097005" y="933902"/>
                </a:cubicBezTo>
                <a:lnTo>
                  <a:pt x="4098624" y="930664"/>
                </a:lnTo>
                <a:cubicBezTo>
                  <a:pt x="4099029" y="930259"/>
                  <a:pt x="4099434" y="929854"/>
                  <a:pt x="4099839" y="929854"/>
                </a:cubicBezTo>
                <a:close/>
                <a:moveTo>
                  <a:pt x="2682995" y="929854"/>
                </a:moveTo>
                <a:lnTo>
                  <a:pt x="2687043" y="929854"/>
                </a:lnTo>
                <a:cubicBezTo>
                  <a:pt x="2687448" y="929854"/>
                  <a:pt x="2687853" y="929854"/>
                  <a:pt x="2688257" y="930259"/>
                </a:cubicBezTo>
                <a:lnTo>
                  <a:pt x="2690282" y="933902"/>
                </a:lnTo>
                <a:cubicBezTo>
                  <a:pt x="2690687" y="934307"/>
                  <a:pt x="2690687" y="934712"/>
                  <a:pt x="2690282" y="935117"/>
                </a:cubicBezTo>
                <a:lnTo>
                  <a:pt x="2688257" y="938760"/>
                </a:lnTo>
                <a:cubicBezTo>
                  <a:pt x="2687853" y="939165"/>
                  <a:pt x="2687448" y="939569"/>
                  <a:pt x="2687043" y="939165"/>
                </a:cubicBezTo>
                <a:lnTo>
                  <a:pt x="2682995" y="939165"/>
                </a:lnTo>
                <a:cubicBezTo>
                  <a:pt x="2682591" y="939165"/>
                  <a:pt x="2682185" y="939165"/>
                  <a:pt x="2681781" y="938760"/>
                </a:cubicBezTo>
                <a:lnTo>
                  <a:pt x="2679757" y="935117"/>
                </a:lnTo>
                <a:cubicBezTo>
                  <a:pt x="2679352" y="934712"/>
                  <a:pt x="2679352" y="934307"/>
                  <a:pt x="2679757" y="933902"/>
                </a:cubicBezTo>
                <a:lnTo>
                  <a:pt x="2681781" y="930259"/>
                </a:lnTo>
                <a:cubicBezTo>
                  <a:pt x="2682185" y="930259"/>
                  <a:pt x="2682591" y="929854"/>
                  <a:pt x="2682995" y="929854"/>
                </a:cubicBezTo>
                <a:close/>
                <a:moveTo>
                  <a:pt x="4018066" y="929045"/>
                </a:moveTo>
                <a:lnTo>
                  <a:pt x="4023328" y="929045"/>
                </a:lnTo>
                <a:cubicBezTo>
                  <a:pt x="4023733" y="929045"/>
                  <a:pt x="4024138" y="929450"/>
                  <a:pt x="4024543" y="929855"/>
                </a:cubicBezTo>
                <a:lnTo>
                  <a:pt x="4027377" y="934308"/>
                </a:lnTo>
                <a:cubicBezTo>
                  <a:pt x="4027781" y="934712"/>
                  <a:pt x="4027781" y="935117"/>
                  <a:pt x="4027377" y="935522"/>
                </a:cubicBezTo>
                <a:lnTo>
                  <a:pt x="4024543" y="939975"/>
                </a:lnTo>
                <a:cubicBezTo>
                  <a:pt x="4024543" y="940380"/>
                  <a:pt x="4024138" y="940380"/>
                  <a:pt x="4023328" y="940785"/>
                </a:cubicBezTo>
                <a:lnTo>
                  <a:pt x="4018066" y="940785"/>
                </a:lnTo>
                <a:cubicBezTo>
                  <a:pt x="4017661" y="940785"/>
                  <a:pt x="4017256" y="940380"/>
                  <a:pt x="4016852" y="939975"/>
                </a:cubicBezTo>
                <a:lnTo>
                  <a:pt x="4014018" y="935522"/>
                </a:lnTo>
                <a:cubicBezTo>
                  <a:pt x="4013613" y="935117"/>
                  <a:pt x="4013613" y="934712"/>
                  <a:pt x="4014018" y="934308"/>
                </a:cubicBezTo>
                <a:lnTo>
                  <a:pt x="4016852" y="929855"/>
                </a:lnTo>
                <a:cubicBezTo>
                  <a:pt x="4017256" y="929450"/>
                  <a:pt x="4017661" y="929045"/>
                  <a:pt x="4018066" y="929045"/>
                </a:cubicBezTo>
                <a:close/>
                <a:moveTo>
                  <a:pt x="3046921" y="929045"/>
                </a:moveTo>
                <a:lnTo>
                  <a:pt x="3051374" y="929045"/>
                </a:lnTo>
                <a:cubicBezTo>
                  <a:pt x="3051778" y="929045"/>
                  <a:pt x="3052183" y="929450"/>
                  <a:pt x="3052588" y="929855"/>
                </a:cubicBezTo>
                <a:lnTo>
                  <a:pt x="3055017" y="933903"/>
                </a:lnTo>
                <a:cubicBezTo>
                  <a:pt x="3055422" y="934308"/>
                  <a:pt x="3055422" y="934712"/>
                  <a:pt x="3055017" y="935117"/>
                </a:cubicBezTo>
                <a:lnTo>
                  <a:pt x="3052588" y="939165"/>
                </a:lnTo>
                <a:cubicBezTo>
                  <a:pt x="3052588" y="939570"/>
                  <a:pt x="3052183" y="939975"/>
                  <a:pt x="3051374" y="939975"/>
                </a:cubicBezTo>
                <a:lnTo>
                  <a:pt x="3046921" y="939975"/>
                </a:lnTo>
                <a:cubicBezTo>
                  <a:pt x="3046516" y="939975"/>
                  <a:pt x="3046111" y="939570"/>
                  <a:pt x="3045706" y="939165"/>
                </a:cubicBezTo>
                <a:lnTo>
                  <a:pt x="3043278" y="935117"/>
                </a:lnTo>
                <a:cubicBezTo>
                  <a:pt x="3042873" y="934712"/>
                  <a:pt x="3042873" y="934308"/>
                  <a:pt x="3043278" y="933903"/>
                </a:cubicBezTo>
                <a:lnTo>
                  <a:pt x="3045706" y="929855"/>
                </a:lnTo>
                <a:cubicBezTo>
                  <a:pt x="3046111" y="929450"/>
                  <a:pt x="3046516" y="929045"/>
                  <a:pt x="3046921" y="929045"/>
                </a:cubicBezTo>
                <a:close/>
                <a:moveTo>
                  <a:pt x="2641704" y="929045"/>
                </a:moveTo>
                <a:lnTo>
                  <a:pt x="2646966" y="929045"/>
                </a:lnTo>
                <a:cubicBezTo>
                  <a:pt x="2647371" y="929045"/>
                  <a:pt x="2647776" y="929045"/>
                  <a:pt x="2648181" y="929450"/>
                </a:cubicBezTo>
                <a:lnTo>
                  <a:pt x="2650610" y="933903"/>
                </a:lnTo>
                <a:cubicBezTo>
                  <a:pt x="2651015" y="934308"/>
                  <a:pt x="2651015" y="934712"/>
                  <a:pt x="2650610" y="935117"/>
                </a:cubicBezTo>
                <a:lnTo>
                  <a:pt x="2648181" y="939570"/>
                </a:lnTo>
                <a:cubicBezTo>
                  <a:pt x="2647776" y="939975"/>
                  <a:pt x="2647371" y="940380"/>
                  <a:pt x="2646966" y="939975"/>
                </a:cubicBezTo>
                <a:lnTo>
                  <a:pt x="2641704" y="939975"/>
                </a:lnTo>
                <a:cubicBezTo>
                  <a:pt x="2641299" y="939975"/>
                  <a:pt x="2640894" y="939975"/>
                  <a:pt x="2640490" y="939570"/>
                </a:cubicBezTo>
                <a:lnTo>
                  <a:pt x="2638061" y="935117"/>
                </a:lnTo>
                <a:cubicBezTo>
                  <a:pt x="2637656" y="934712"/>
                  <a:pt x="2637656" y="934308"/>
                  <a:pt x="2638061" y="933903"/>
                </a:cubicBezTo>
                <a:lnTo>
                  <a:pt x="2640490" y="929450"/>
                </a:lnTo>
                <a:cubicBezTo>
                  <a:pt x="2640894" y="929450"/>
                  <a:pt x="2641299" y="929045"/>
                  <a:pt x="2641704" y="929045"/>
                </a:cubicBezTo>
                <a:close/>
                <a:moveTo>
                  <a:pt x="2723071" y="928640"/>
                </a:moveTo>
                <a:lnTo>
                  <a:pt x="2727928" y="928640"/>
                </a:lnTo>
                <a:cubicBezTo>
                  <a:pt x="2728333" y="928640"/>
                  <a:pt x="2728738" y="929045"/>
                  <a:pt x="2729143" y="929450"/>
                </a:cubicBezTo>
                <a:lnTo>
                  <a:pt x="2731572" y="933903"/>
                </a:lnTo>
                <a:cubicBezTo>
                  <a:pt x="2731977" y="934307"/>
                  <a:pt x="2731977" y="934712"/>
                  <a:pt x="2731572" y="935117"/>
                </a:cubicBezTo>
                <a:lnTo>
                  <a:pt x="2729143" y="939570"/>
                </a:lnTo>
                <a:cubicBezTo>
                  <a:pt x="2728738" y="939975"/>
                  <a:pt x="2728333" y="940380"/>
                  <a:pt x="2727928" y="940380"/>
                </a:cubicBezTo>
                <a:lnTo>
                  <a:pt x="2723071" y="940380"/>
                </a:lnTo>
                <a:cubicBezTo>
                  <a:pt x="2722666" y="940380"/>
                  <a:pt x="2722261" y="939975"/>
                  <a:pt x="2721856" y="939570"/>
                </a:cubicBezTo>
                <a:lnTo>
                  <a:pt x="2719428" y="935117"/>
                </a:lnTo>
                <a:cubicBezTo>
                  <a:pt x="2719023" y="934712"/>
                  <a:pt x="2719023" y="934307"/>
                  <a:pt x="2719428" y="933903"/>
                </a:cubicBezTo>
                <a:lnTo>
                  <a:pt x="2721856" y="929450"/>
                </a:lnTo>
                <a:cubicBezTo>
                  <a:pt x="2722261" y="929045"/>
                  <a:pt x="2722666" y="928640"/>
                  <a:pt x="2723071" y="928640"/>
                </a:cubicBezTo>
                <a:close/>
                <a:moveTo>
                  <a:pt x="2600818" y="927830"/>
                </a:moveTo>
                <a:lnTo>
                  <a:pt x="2606890" y="927830"/>
                </a:lnTo>
                <a:cubicBezTo>
                  <a:pt x="2607295" y="927830"/>
                  <a:pt x="2607699" y="928235"/>
                  <a:pt x="2608104" y="928640"/>
                </a:cubicBezTo>
                <a:lnTo>
                  <a:pt x="2610938" y="933902"/>
                </a:lnTo>
                <a:cubicBezTo>
                  <a:pt x="2611343" y="934307"/>
                  <a:pt x="2611343" y="934712"/>
                  <a:pt x="2610938" y="935117"/>
                </a:cubicBezTo>
                <a:lnTo>
                  <a:pt x="2608104" y="940379"/>
                </a:lnTo>
                <a:cubicBezTo>
                  <a:pt x="2607699" y="940784"/>
                  <a:pt x="2607295" y="941189"/>
                  <a:pt x="2606890" y="941189"/>
                </a:cubicBezTo>
                <a:lnTo>
                  <a:pt x="2600818" y="941189"/>
                </a:lnTo>
                <a:cubicBezTo>
                  <a:pt x="2600413" y="941189"/>
                  <a:pt x="2600008" y="940784"/>
                  <a:pt x="2599603" y="940379"/>
                </a:cubicBezTo>
                <a:lnTo>
                  <a:pt x="2596770" y="935117"/>
                </a:lnTo>
                <a:cubicBezTo>
                  <a:pt x="2596365" y="934712"/>
                  <a:pt x="2596365" y="934307"/>
                  <a:pt x="2596770" y="933902"/>
                </a:cubicBezTo>
                <a:lnTo>
                  <a:pt x="2599603" y="928640"/>
                </a:lnTo>
                <a:cubicBezTo>
                  <a:pt x="2600008" y="928235"/>
                  <a:pt x="2600413" y="927830"/>
                  <a:pt x="2600818" y="927830"/>
                </a:cubicBezTo>
                <a:close/>
                <a:moveTo>
                  <a:pt x="2559527" y="927425"/>
                </a:moveTo>
                <a:lnTo>
                  <a:pt x="2566814" y="927425"/>
                </a:lnTo>
                <a:cubicBezTo>
                  <a:pt x="2567219" y="927425"/>
                  <a:pt x="2567624" y="927830"/>
                  <a:pt x="2568028" y="928235"/>
                </a:cubicBezTo>
                <a:lnTo>
                  <a:pt x="2571672" y="934307"/>
                </a:lnTo>
                <a:cubicBezTo>
                  <a:pt x="2572076" y="934712"/>
                  <a:pt x="2572076" y="935117"/>
                  <a:pt x="2571672" y="935521"/>
                </a:cubicBezTo>
                <a:lnTo>
                  <a:pt x="2568028" y="941593"/>
                </a:lnTo>
                <a:cubicBezTo>
                  <a:pt x="2568028" y="941998"/>
                  <a:pt x="2567624" y="941998"/>
                  <a:pt x="2566814" y="942403"/>
                </a:cubicBezTo>
                <a:lnTo>
                  <a:pt x="2559527" y="942403"/>
                </a:lnTo>
                <a:cubicBezTo>
                  <a:pt x="2559122" y="942403"/>
                  <a:pt x="2558718" y="941998"/>
                  <a:pt x="2558313" y="941593"/>
                </a:cubicBezTo>
                <a:lnTo>
                  <a:pt x="2554670" y="935521"/>
                </a:lnTo>
                <a:cubicBezTo>
                  <a:pt x="2554265" y="935117"/>
                  <a:pt x="2554265" y="934712"/>
                  <a:pt x="2554670" y="934307"/>
                </a:cubicBezTo>
                <a:lnTo>
                  <a:pt x="2558313" y="928235"/>
                </a:lnTo>
                <a:cubicBezTo>
                  <a:pt x="2558718" y="927830"/>
                  <a:pt x="2559122" y="927425"/>
                  <a:pt x="2559527" y="927425"/>
                </a:cubicBezTo>
                <a:close/>
                <a:moveTo>
                  <a:pt x="3976371" y="927021"/>
                </a:moveTo>
                <a:lnTo>
                  <a:pt x="3984062" y="927021"/>
                </a:lnTo>
                <a:cubicBezTo>
                  <a:pt x="3984467" y="927021"/>
                  <a:pt x="3984872" y="927426"/>
                  <a:pt x="3985276" y="927831"/>
                </a:cubicBezTo>
                <a:lnTo>
                  <a:pt x="3988920" y="934308"/>
                </a:lnTo>
                <a:cubicBezTo>
                  <a:pt x="3989324" y="934712"/>
                  <a:pt x="3989324" y="935117"/>
                  <a:pt x="3988920" y="935522"/>
                </a:cubicBezTo>
                <a:lnTo>
                  <a:pt x="3985276" y="941999"/>
                </a:lnTo>
                <a:cubicBezTo>
                  <a:pt x="3984872" y="942404"/>
                  <a:pt x="3984467" y="942404"/>
                  <a:pt x="3984062" y="942809"/>
                </a:cubicBezTo>
                <a:lnTo>
                  <a:pt x="3976371" y="942809"/>
                </a:lnTo>
                <a:cubicBezTo>
                  <a:pt x="3975966" y="942809"/>
                  <a:pt x="3975561" y="942404"/>
                  <a:pt x="3975156" y="941999"/>
                </a:cubicBezTo>
                <a:lnTo>
                  <a:pt x="3971513" y="935522"/>
                </a:lnTo>
                <a:cubicBezTo>
                  <a:pt x="3971108" y="935117"/>
                  <a:pt x="3971108" y="934712"/>
                  <a:pt x="3971513" y="934308"/>
                </a:cubicBezTo>
                <a:lnTo>
                  <a:pt x="3975156" y="927831"/>
                </a:lnTo>
                <a:cubicBezTo>
                  <a:pt x="3975561" y="927426"/>
                  <a:pt x="3975966" y="927021"/>
                  <a:pt x="3976371" y="927021"/>
                </a:cubicBezTo>
                <a:close/>
                <a:moveTo>
                  <a:pt x="3814445" y="927021"/>
                </a:moveTo>
                <a:lnTo>
                  <a:pt x="3822542" y="927021"/>
                </a:lnTo>
                <a:cubicBezTo>
                  <a:pt x="3822946" y="927021"/>
                  <a:pt x="3823351" y="927021"/>
                  <a:pt x="3823756" y="927426"/>
                </a:cubicBezTo>
                <a:lnTo>
                  <a:pt x="3827804" y="934308"/>
                </a:lnTo>
                <a:cubicBezTo>
                  <a:pt x="3828209" y="934712"/>
                  <a:pt x="3828209" y="935117"/>
                  <a:pt x="3827804" y="935522"/>
                </a:cubicBezTo>
                <a:lnTo>
                  <a:pt x="3823756" y="942404"/>
                </a:lnTo>
                <a:cubicBezTo>
                  <a:pt x="3823351" y="942809"/>
                  <a:pt x="3822946" y="942809"/>
                  <a:pt x="3822542" y="942809"/>
                </a:cubicBezTo>
                <a:lnTo>
                  <a:pt x="3814445" y="942809"/>
                </a:lnTo>
                <a:cubicBezTo>
                  <a:pt x="3814041" y="942809"/>
                  <a:pt x="3813635" y="942809"/>
                  <a:pt x="3813231" y="942404"/>
                </a:cubicBezTo>
                <a:lnTo>
                  <a:pt x="3809183" y="935522"/>
                </a:lnTo>
                <a:cubicBezTo>
                  <a:pt x="3808778" y="935117"/>
                  <a:pt x="3808778" y="934712"/>
                  <a:pt x="3809183" y="934308"/>
                </a:cubicBezTo>
                <a:lnTo>
                  <a:pt x="3813231" y="927426"/>
                </a:lnTo>
                <a:cubicBezTo>
                  <a:pt x="3813635" y="927426"/>
                  <a:pt x="3814041" y="927021"/>
                  <a:pt x="3814445" y="927021"/>
                </a:cubicBezTo>
                <a:close/>
                <a:moveTo>
                  <a:pt x="3085379" y="926616"/>
                </a:moveTo>
                <a:lnTo>
                  <a:pt x="3093880" y="926616"/>
                </a:lnTo>
                <a:cubicBezTo>
                  <a:pt x="3094285" y="926616"/>
                  <a:pt x="3094689" y="926616"/>
                  <a:pt x="3095094" y="927021"/>
                </a:cubicBezTo>
                <a:lnTo>
                  <a:pt x="3099547" y="934307"/>
                </a:lnTo>
                <a:cubicBezTo>
                  <a:pt x="3099952" y="934712"/>
                  <a:pt x="3099952" y="935117"/>
                  <a:pt x="3099547" y="935522"/>
                </a:cubicBezTo>
                <a:lnTo>
                  <a:pt x="3095094" y="942809"/>
                </a:lnTo>
                <a:cubicBezTo>
                  <a:pt x="3095094" y="943213"/>
                  <a:pt x="3094689" y="943213"/>
                  <a:pt x="3093880" y="943213"/>
                </a:cubicBezTo>
                <a:lnTo>
                  <a:pt x="3085379" y="943213"/>
                </a:lnTo>
                <a:cubicBezTo>
                  <a:pt x="3084974" y="943213"/>
                  <a:pt x="3084569" y="943213"/>
                  <a:pt x="3084164" y="942809"/>
                </a:cubicBezTo>
                <a:lnTo>
                  <a:pt x="3079712" y="935522"/>
                </a:lnTo>
                <a:cubicBezTo>
                  <a:pt x="3079307" y="935117"/>
                  <a:pt x="3079307" y="934712"/>
                  <a:pt x="3079712" y="934307"/>
                </a:cubicBezTo>
                <a:lnTo>
                  <a:pt x="3084164" y="927021"/>
                </a:lnTo>
                <a:cubicBezTo>
                  <a:pt x="3084569" y="927021"/>
                  <a:pt x="3084974" y="926616"/>
                  <a:pt x="3085379" y="926616"/>
                </a:cubicBezTo>
                <a:close/>
                <a:moveTo>
                  <a:pt x="3733078" y="926211"/>
                </a:moveTo>
                <a:lnTo>
                  <a:pt x="3741579" y="926211"/>
                </a:lnTo>
                <a:cubicBezTo>
                  <a:pt x="3741984" y="926211"/>
                  <a:pt x="3742389" y="926616"/>
                  <a:pt x="3742793" y="927021"/>
                </a:cubicBezTo>
                <a:lnTo>
                  <a:pt x="3746842" y="934307"/>
                </a:lnTo>
                <a:cubicBezTo>
                  <a:pt x="3747247" y="934712"/>
                  <a:pt x="3747247" y="935117"/>
                  <a:pt x="3746842" y="935522"/>
                </a:cubicBezTo>
                <a:lnTo>
                  <a:pt x="3742793" y="942808"/>
                </a:lnTo>
                <a:cubicBezTo>
                  <a:pt x="3742793" y="943213"/>
                  <a:pt x="3742389" y="943213"/>
                  <a:pt x="3741579" y="943618"/>
                </a:cubicBezTo>
                <a:lnTo>
                  <a:pt x="3733078" y="943618"/>
                </a:lnTo>
                <a:cubicBezTo>
                  <a:pt x="3732673" y="943618"/>
                  <a:pt x="3732268" y="943213"/>
                  <a:pt x="3731864" y="942808"/>
                </a:cubicBezTo>
                <a:lnTo>
                  <a:pt x="3727816" y="935522"/>
                </a:lnTo>
                <a:cubicBezTo>
                  <a:pt x="3727411" y="935117"/>
                  <a:pt x="3727411" y="934712"/>
                  <a:pt x="3727816" y="934307"/>
                </a:cubicBezTo>
                <a:lnTo>
                  <a:pt x="3731864" y="927021"/>
                </a:lnTo>
                <a:cubicBezTo>
                  <a:pt x="3732268" y="926616"/>
                  <a:pt x="3732673" y="926211"/>
                  <a:pt x="3733078" y="926211"/>
                </a:cubicBezTo>
                <a:close/>
                <a:moveTo>
                  <a:pt x="2357121" y="926211"/>
                </a:moveTo>
                <a:lnTo>
                  <a:pt x="2365217" y="926211"/>
                </a:lnTo>
                <a:cubicBezTo>
                  <a:pt x="2365622" y="926211"/>
                  <a:pt x="2366027" y="926211"/>
                  <a:pt x="2366432" y="926616"/>
                </a:cubicBezTo>
                <a:lnTo>
                  <a:pt x="2370480" y="933902"/>
                </a:lnTo>
                <a:cubicBezTo>
                  <a:pt x="2370885" y="934307"/>
                  <a:pt x="2370885" y="934712"/>
                  <a:pt x="2370480" y="935117"/>
                </a:cubicBezTo>
                <a:lnTo>
                  <a:pt x="2366432" y="942404"/>
                </a:lnTo>
                <a:cubicBezTo>
                  <a:pt x="2366027" y="942808"/>
                  <a:pt x="2365622" y="943213"/>
                  <a:pt x="2365217" y="942808"/>
                </a:cubicBezTo>
                <a:lnTo>
                  <a:pt x="2357121" y="942808"/>
                </a:lnTo>
                <a:cubicBezTo>
                  <a:pt x="2356716" y="942808"/>
                  <a:pt x="2356312" y="942808"/>
                  <a:pt x="2355907" y="942404"/>
                </a:cubicBezTo>
                <a:lnTo>
                  <a:pt x="2351859" y="935117"/>
                </a:lnTo>
                <a:cubicBezTo>
                  <a:pt x="2351454" y="934712"/>
                  <a:pt x="2351454" y="934307"/>
                  <a:pt x="2351859" y="933902"/>
                </a:cubicBezTo>
                <a:lnTo>
                  <a:pt x="2355907" y="926616"/>
                </a:lnTo>
                <a:cubicBezTo>
                  <a:pt x="2356312" y="926616"/>
                  <a:pt x="2356716" y="926211"/>
                  <a:pt x="2357121" y="926211"/>
                </a:cubicBezTo>
                <a:close/>
                <a:moveTo>
                  <a:pt x="3935889" y="925806"/>
                </a:moveTo>
                <a:lnTo>
                  <a:pt x="3943986" y="925806"/>
                </a:lnTo>
                <a:cubicBezTo>
                  <a:pt x="3944390" y="925806"/>
                  <a:pt x="3944795" y="926211"/>
                  <a:pt x="3945200" y="926616"/>
                </a:cubicBezTo>
                <a:lnTo>
                  <a:pt x="3949248" y="933902"/>
                </a:lnTo>
                <a:cubicBezTo>
                  <a:pt x="3949653" y="934307"/>
                  <a:pt x="3949653" y="934712"/>
                  <a:pt x="3949248" y="935117"/>
                </a:cubicBezTo>
                <a:lnTo>
                  <a:pt x="3945200" y="942403"/>
                </a:lnTo>
                <a:cubicBezTo>
                  <a:pt x="3944795" y="942808"/>
                  <a:pt x="3944390" y="943213"/>
                  <a:pt x="3943986" y="943213"/>
                </a:cubicBezTo>
                <a:lnTo>
                  <a:pt x="3935889" y="943213"/>
                </a:lnTo>
                <a:cubicBezTo>
                  <a:pt x="3935485" y="943213"/>
                  <a:pt x="3935079" y="942808"/>
                  <a:pt x="3934675" y="942403"/>
                </a:cubicBezTo>
                <a:lnTo>
                  <a:pt x="3930627" y="935117"/>
                </a:lnTo>
                <a:cubicBezTo>
                  <a:pt x="3930222" y="934712"/>
                  <a:pt x="3930222" y="934307"/>
                  <a:pt x="3930627" y="933902"/>
                </a:cubicBezTo>
                <a:lnTo>
                  <a:pt x="3934675" y="926616"/>
                </a:lnTo>
                <a:cubicBezTo>
                  <a:pt x="3935079" y="926211"/>
                  <a:pt x="3935485" y="925806"/>
                  <a:pt x="3935889" y="925806"/>
                </a:cubicBezTo>
                <a:close/>
                <a:moveTo>
                  <a:pt x="3854117" y="925806"/>
                </a:moveTo>
                <a:lnTo>
                  <a:pt x="3863023" y="925806"/>
                </a:lnTo>
                <a:cubicBezTo>
                  <a:pt x="3863428" y="925806"/>
                  <a:pt x="3863832" y="925806"/>
                  <a:pt x="3864237" y="926211"/>
                </a:cubicBezTo>
                <a:lnTo>
                  <a:pt x="3868691" y="933902"/>
                </a:lnTo>
                <a:cubicBezTo>
                  <a:pt x="3869095" y="934307"/>
                  <a:pt x="3869095" y="934712"/>
                  <a:pt x="3868691" y="935117"/>
                </a:cubicBezTo>
                <a:lnTo>
                  <a:pt x="3864237" y="942808"/>
                </a:lnTo>
                <a:cubicBezTo>
                  <a:pt x="3864237" y="943213"/>
                  <a:pt x="3863832" y="943618"/>
                  <a:pt x="3863023" y="943213"/>
                </a:cubicBezTo>
                <a:lnTo>
                  <a:pt x="3854117" y="943213"/>
                </a:lnTo>
                <a:cubicBezTo>
                  <a:pt x="3853712" y="943213"/>
                  <a:pt x="3853307" y="943213"/>
                  <a:pt x="3852903" y="942808"/>
                </a:cubicBezTo>
                <a:lnTo>
                  <a:pt x="3848450" y="935117"/>
                </a:lnTo>
                <a:cubicBezTo>
                  <a:pt x="3848045" y="934712"/>
                  <a:pt x="3848045" y="934307"/>
                  <a:pt x="3848450" y="933902"/>
                </a:cubicBezTo>
                <a:lnTo>
                  <a:pt x="3852903" y="926211"/>
                </a:lnTo>
                <a:cubicBezTo>
                  <a:pt x="3853307" y="926211"/>
                  <a:pt x="3853712" y="925806"/>
                  <a:pt x="3854117" y="925806"/>
                </a:cubicBezTo>
                <a:close/>
                <a:moveTo>
                  <a:pt x="3773155" y="925401"/>
                </a:moveTo>
                <a:lnTo>
                  <a:pt x="3782870" y="925401"/>
                </a:lnTo>
                <a:cubicBezTo>
                  <a:pt x="3783275" y="925401"/>
                  <a:pt x="3783680" y="925401"/>
                  <a:pt x="3784085" y="925806"/>
                </a:cubicBezTo>
                <a:lnTo>
                  <a:pt x="3788943" y="934307"/>
                </a:lnTo>
                <a:cubicBezTo>
                  <a:pt x="3789347" y="934712"/>
                  <a:pt x="3789347" y="935117"/>
                  <a:pt x="3788943" y="935521"/>
                </a:cubicBezTo>
                <a:lnTo>
                  <a:pt x="3784085" y="944022"/>
                </a:lnTo>
                <a:cubicBezTo>
                  <a:pt x="3783680" y="944022"/>
                  <a:pt x="3783275" y="944427"/>
                  <a:pt x="3782870" y="944427"/>
                </a:cubicBezTo>
                <a:lnTo>
                  <a:pt x="3773155" y="944427"/>
                </a:lnTo>
                <a:cubicBezTo>
                  <a:pt x="3772750" y="944427"/>
                  <a:pt x="3772345" y="944427"/>
                  <a:pt x="3771941" y="944022"/>
                </a:cubicBezTo>
                <a:lnTo>
                  <a:pt x="3767083" y="935521"/>
                </a:lnTo>
                <a:cubicBezTo>
                  <a:pt x="3766678" y="935117"/>
                  <a:pt x="3766678" y="934712"/>
                  <a:pt x="3767083" y="934307"/>
                </a:cubicBezTo>
                <a:lnTo>
                  <a:pt x="3771941" y="925806"/>
                </a:lnTo>
                <a:cubicBezTo>
                  <a:pt x="3772345" y="925806"/>
                  <a:pt x="3772750" y="925401"/>
                  <a:pt x="3773155" y="925401"/>
                </a:cubicBezTo>
                <a:close/>
                <a:moveTo>
                  <a:pt x="2518236" y="925401"/>
                </a:moveTo>
                <a:lnTo>
                  <a:pt x="2527547" y="925401"/>
                </a:lnTo>
                <a:cubicBezTo>
                  <a:pt x="2527952" y="925401"/>
                  <a:pt x="2528356" y="925401"/>
                  <a:pt x="2528761" y="925806"/>
                </a:cubicBezTo>
                <a:lnTo>
                  <a:pt x="2533214" y="933902"/>
                </a:lnTo>
                <a:cubicBezTo>
                  <a:pt x="2533619" y="934307"/>
                  <a:pt x="2533619" y="934712"/>
                  <a:pt x="2533214" y="935117"/>
                </a:cubicBezTo>
                <a:lnTo>
                  <a:pt x="2528761" y="943213"/>
                </a:lnTo>
                <a:cubicBezTo>
                  <a:pt x="2528356" y="943618"/>
                  <a:pt x="2527952" y="944022"/>
                  <a:pt x="2527547" y="943618"/>
                </a:cubicBezTo>
                <a:lnTo>
                  <a:pt x="2518236" y="943618"/>
                </a:lnTo>
                <a:cubicBezTo>
                  <a:pt x="2517831" y="943618"/>
                  <a:pt x="2517426" y="943618"/>
                  <a:pt x="2517022" y="943213"/>
                </a:cubicBezTo>
                <a:lnTo>
                  <a:pt x="2512569" y="935117"/>
                </a:lnTo>
                <a:cubicBezTo>
                  <a:pt x="2512164" y="934712"/>
                  <a:pt x="2512164" y="934307"/>
                  <a:pt x="2512569" y="933902"/>
                </a:cubicBezTo>
                <a:lnTo>
                  <a:pt x="2517022" y="925806"/>
                </a:lnTo>
                <a:cubicBezTo>
                  <a:pt x="2517426" y="925806"/>
                  <a:pt x="2517831" y="925401"/>
                  <a:pt x="2518236" y="925401"/>
                </a:cubicBezTo>
                <a:close/>
                <a:moveTo>
                  <a:pt x="2477350" y="925401"/>
                </a:moveTo>
                <a:lnTo>
                  <a:pt x="2487470" y="925401"/>
                </a:lnTo>
                <a:cubicBezTo>
                  <a:pt x="2487875" y="925401"/>
                  <a:pt x="2488280" y="925401"/>
                  <a:pt x="2488685" y="925806"/>
                </a:cubicBezTo>
                <a:lnTo>
                  <a:pt x="2493542" y="934307"/>
                </a:lnTo>
                <a:cubicBezTo>
                  <a:pt x="2493947" y="934712"/>
                  <a:pt x="2493947" y="935117"/>
                  <a:pt x="2493542" y="935521"/>
                </a:cubicBezTo>
                <a:lnTo>
                  <a:pt x="2488685" y="944022"/>
                </a:lnTo>
                <a:cubicBezTo>
                  <a:pt x="2488280" y="944427"/>
                  <a:pt x="2487875" y="944427"/>
                  <a:pt x="2487470" y="944427"/>
                </a:cubicBezTo>
                <a:lnTo>
                  <a:pt x="2477350" y="944427"/>
                </a:lnTo>
                <a:cubicBezTo>
                  <a:pt x="2476945" y="944427"/>
                  <a:pt x="2476540" y="944427"/>
                  <a:pt x="2476135" y="944022"/>
                </a:cubicBezTo>
                <a:lnTo>
                  <a:pt x="2471278" y="935521"/>
                </a:lnTo>
                <a:cubicBezTo>
                  <a:pt x="2470873" y="935117"/>
                  <a:pt x="2470873" y="934712"/>
                  <a:pt x="2471278" y="934307"/>
                </a:cubicBezTo>
                <a:lnTo>
                  <a:pt x="2476135" y="925806"/>
                </a:lnTo>
                <a:cubicBezTo>
                  <a:pt x="2476540" y="925806"/>
                  <a:pt x="2476945" y="925401"/>
                  <a:pt x="2477350" y="925401"/>
                </a:cubicBezTo>
                <a:close/>
                <a:moveTo>
                  <a:pt x="2396793" y="925401"/>
                </a:moveTo>
                <a:lnTo>
                  <a:pt x="2406103" y="925401"/>
                </a:lnTo>
                <a:cubicBezTo>
                  <a:pt x="2406508" y="925401"/>
                  <a:pt x="2406913" y="925806"/>
                  <a:pt x="2407318" y="926211"/>
                </a:cubicBezTo>
                <a:lnTo>
                  <a:pt x="2412176" y="934307"/>
                </a:lnTo>
                <a:cubicBezTo>
                  <a:pt x="2412581" y="934712"/>
                  <a:pt x="2412581" y="935117"/>
                  <a:pt x="2412176" y="935521"/>
                </a:cubicBezTo>
                <a:lnTo>
                  <a:pt x="2407318" y="943618"/>
                </a:lnTo>
                <a:cubicBezTo>
                  <a:pt x="2407318" y="944022"/>
                  <a:pt x="2406913" y="944022"/>
                  <a:pt x="2406103" y="944427"/>
                </a:cubicBezTo>
                <a:lnTo>
                  <a:pt x="2396793" y="944427"/>
                </a:lnTo>
                <a:cubicBezTo>
                  <a:pt x="2396388" y="944427"/>
                  <a:pt x="2395983" y="944022"/>
                  <a:pt x="2395578" y="943618"/>
                </a:cubicBezTo>
                <a:lnTo>
                  <a:pt x="2390721" y="935521"/>
                </a:lnTo>
                <a:cubicBezTo>
                  <a:pt x="2390316" y="935117"/>
                  <a:pt x="2390316" y="934712"/>
                  <a:pt x="2390721" y="934307"/>
                </a:cubicBezTo>
                <a:lnTo>
                  <a:pt x="2395578" y="926211"/>
                </a:lnTo>
                <a:cubicBezTo>
                  <a:pt x="2395983" y="925806"/>
                  <a:pt x="2396388" y="925401"/>
                  <a:pt x="2396793" y="925401"/>
                </a:cubicBezTo>
                <a:close/>
                <a:moveTo>
                  <a:pt x="3894599" y="924997"/>
                </a:moveTo>
                <a:lnTo>
                  <a:pt x="3904314" y="924997"/>
                </a:lnTo>
                <a:cubicBezTo>
                  <a:pt x="3904719" y="924997"/>
                  <a:pt x="3905124" y="924997"/>
                  <a:pt x="3905529" y="925402"/>
                </a:cubicBezTo>
                <a:lnTo>
                  <a:pt x="3910387" y="933903"/>
                </a:lnTo>
                <a:cubicBezTo>
                  <a:pt x="3910791" y="934308"/>
                  <a:pt x="3910791" y="934712"/>
                  <a:pt x="3910387" y="935117"/>
                </a:cubicBezTo>
                <a:lnTo>
                  <a:pt x="3905529" y="943618"/>
                </a:lnTo>
                <a:cubicBezTo>
                  <a:pt x="3905124" y="944023"/>
                  <a:pt x="3904719" y="944428"/>
                  <a:pt x="3904314" y="944833"/>
                </a:cubicBezTo>
                <a:lnTo>
                  <a:pt x="3894599" y="944833"/>
                </a:lnTo>
                <a:cubicBezTo>
                  <a:pt x="3894194" y="944833"/>
                  <a:pt x="3893789" y="944428"/>
                  <a:pt x="3893385" y="944023"/>
                </a:cubicBezTo>
                <a:lnTo>
                  <a:pt x="3888527" y="935522"/>
                </a:lnTo>
                <a:cubicBezTo>
                  <a:pt x="3888122" y="935117"/>
                  <a:pt x="3888122" y="934712"/>
                  <a:pt x="3888527" y="934308"/>
                </a:cubicBezTo>
                <a:lnTo>
                  <a:pt x="3893385" y="925807"/>
                </a:lnTo>
                <a:cubicBezTo>
                  <a:pt x="3893789" y="925402"/>
                  <a:pt x="3894194" y="924997"/>
                  <a:pt x="3894599" y="924997"/>
                </a:cubicBezTo>
                <a:close/>
                <a:moveTo>
                  <a:pt x="3125455" y="924997"/>
                </a:moveTo>
                <a:lnTo>
                  <a:pt x="3135170" y="924997"/>
                </a:lnTo>
                <a:cubicBezTo>
                  <a:pt x="3135575" y="924997"/>
                  <a:pt x="3135980" y="924997"/>
                  <a:pt x="3136385" y="925402"/>
                </a:cubicBezTo>
                <a:lnTo>
                  <a:pt x="3141243" y="933903"/>
                </a:lnTo>
                <a:cubicBezTo>
                  <a:pt x="3141647" y="934308"/>
                  <a:pt x="3141647" y="934712"/>
                  <a:pt x="3141243" y="935117"/>
                </a:cubicBezTo>
                <a:lnTo>
                  <a:pt x="3136385" y="943618"/>
                </a:lnTo>
                <a:cubicBezTo>
                  <a:pt x="3135980" y="944023"/>
                  <a:pt x="3135575" y="944428"/>
                  <a:pt x="3135170" y="944023"/>
                </a:cubicBezTo>
                <a:lnTo>
                  <a:pt x="3125455" y="944023"/>
                </a:lnTo>
                <a:cubicBezTo>
                  <a:pt x="3125050" y="944023"/>
                  <a:pt x="3124645" y="944023"/>
                  <a:pt x="3124241" y="943618"/>
                </a:cubicBezTo>
                <a:lnTo>
                  <a:pt x="3119383" y="935117"/>
                </a:lnTo>
                <a:cubicBezTo>
                  <a:pt x="3118978" y="934712"/>
                  <a:pt x="3118978" y="934308"/>
                  <a:pt x="3119383" y="933903"/>
                </a:cubicBezTo>
                <a:lnTo>
                  <a:pt x="3124241" y="925402"/>
                </a:lnTo>
                <a:cubicBezTo>
                  <a:pt x="3124645" y="925402"/>
                  <a:pt x="3125050" y="924997"/>
                  <a:pt x="3125455" y="924997"/>
                </a:cubicBezTo>
                <a:close/>
                <a:moveTo>
                  <a:pt x="3610824" y="924592"/>
                </a:moveTo>
                <a:lnTo>
                  <a:pt x="3621349" y="924592"/>
                </a:lnTo>
                <a:cubicBezTo>
                  <a:pt x="3621755" y="924592"/>
                  <a:pt x="3622159" y="924997"/>
                  <a:pt x="3622564" y="925402"/>
                </a:cubicBezTo>
                <a:lnTo>
                  <a:pt x="3627827" y="934307"/>
                </a:lnTo>
                <a:cubicBezTo>
                  <a:pt x="3628232" y="934712"/>
                  <a:pt x="3628232" y="935117"/>
                  <a:pt x="3627827" y="935522"/>
                </a:cubicBezTo>
                <a:lnTo>
                  <a:pt x="3622564" y="944428"/>
                </a:lnTo>
                <a:cubicBezTo>
                  <a:pt x="3622159" y="944833"/>
                  <a:pt x="3621755" y="944833"/>
                  <a:pt x="3621349" y="945237"/>
                </a:cubicBezTo>
                <a:lnTo>
                  <a:pt x="3610824" y="945237"/>
                </a:lnTo>
                <a:cubicBezTo>
                  <a:pt x="3610420" y="945237"/>
                  <a:pt x="3610015" y="944833"/>
                  <a:pt x="3609610" y="944428"/>
                </a:cubicBezTo>
                <a:lnTo>
                  <a:pt x="3604348" y="935522"/>
                </a:lnTo>
                <a:cubicBezTo>
                  <a:pt x="3603943" y="935117"/>
                  <a:pt x="3603943" y="934712"/>
                  <a:pt x="3604348" y="934307"/>
                </a:cubicBezTo>
                <a:lnTo>
                  <a:pt x="3609610" y="925402"/>
                </a:lnTo>
                <a:cubicBezTo>
                  <a:pt x="3610015" y="924997"/>
                  <a:pt x="3610420" y="924592"/>
                  <a:pt x="3610824" y="924592"/>
                </a:cubicBezTo>
                <a:close/>
                <a:moveTo>
                  <a:pt x="3569938" y="924592"/>
                </a:moveTo>
                <a:lnTo>
                  <a:pt x="3580868" y="924592"/>
                </a:lnTo>
                <a:cubicBezTo>
                  <a:pt x="3581273" y="924592"/>
                  <a:pt x="3581678" y="924592"/>
                  <a:pt x="3582083" y="924997"/>
                </a:cubicBezTo>
                <a:lnTo>
                  <a:pt x="3587346" y="934307"/>
                </a:lnTo>
                <a:cubicBezTo>
                  <a:pt x="3587750" y="934712"/>
                  <a:pt x="3587750" y="935117"/>
                  <a:pt x="3587346" y="935522"/>
                </a:cubicBezTo>
                <a:lnTo>
                  <a:pt x="3582083" y="944833"/>
                </a:lnTo>
                <a:cubicBezTo>
                  <a:pt x="3581678" y="944833"/>
                  <a:pt x="3581273" y="945237"/>
                  <a:pt x="3580868" y="945237"/>
                </a:cubicBezTo>
                <a:lnTo>
                  <a:pt x="3569938" y="945237"/>
                </a:lnTo>
                <a:cubicBezTo>
                  <a:pt x="3569534" y="945237"/>
                  <a:pt x="3569129" y="945237"/>
                  <a:pt x="3568724" y="944833"/>
                </a:cubicBezTo>
                <a:lnTo>
                  <a:pt x="3563462" y="935522"/>
                </a:lnTo>
                <a:cubicBezTo>
                  <a:pt x="3563057" y="935117"/>
                  <a:pt x="3563057" y="934712"/>
                  <a:pt x="3563462" y="934307"/>
                </a:cubicBezTo>
                <a:lnTo>
                  <a:pt x="3568724" y="924997"/>
                </a:lnTo>
                <a:cubicBezTo>
                  <a:pt x="3569129" y="924997"/>
                  <a:pt x="3569534" y="924592"/>
                  <a:pt x="3569938" y="924592"/>
                </a:cubicBezTo>
                <a:close/>
                <a:moveTo>
                  <a:pt x="3650902" y="924187"/>
                </a:moveTo>
                <a:lnTo>
                  <a:pt x="3662236" y="924187"/>
                </a:lnTo>
                <a:cubicBezTo>
                  <a:pt x="3662641" y="924187"/>
                  <a:pt x="3663046" y="924187"/>
                  <a:pt x="3663451" y="924592"/>
                </a:cubicBezTo>
                <a:lnTo>
                  <a:pt x="3669118" y="934307"/>
                </a:lnTo>
                <a:cubicBezTo>
                  <a:pt x="3669523" y="934712"/>
                  <a:pt x="3669523" y="935117"/>
                  <a:pt x="3669118" y="935522"/>
                </a:cubicBezTo>
                <a:lnTo>
                  <a:pt x="3663451" y="945237"/>
                </a:lnTo>
                <a:cubicBezTo>
                  <a:pt x="3663046" y="945642"/>
                  <a:pt x="3662641" y="945642"/>
                  <a:pt x="3662236" y="945642"/>
                </a:cubicBezTo>
                <a:lnTo>
                  <a:pt x="3650902" y="945642"/>
                </a:lnTo>
                <a:cubicBezTo>
                  <a:pt x="3650497" y="945642"/>
                  <a:pt x="3650092" y="945642"/>
                  <a:pt x="3649687" y="945237"/>
                </a:cubicBezTo>
                <a:lnTo>
                  <a:pt x="3644020" y="935522"/>
                </a:lnTo>
                <a:cubicBezTo>
                  <a:pt x="3643615" y="935117"/>
                  <a:pt x="3643615" y="934712"/>
                  <a:pt x="3644020" y="934307"/>
                </a:cubicBezTo>
                <a:lnTo>
                  <a:pt x="3649687" y="924592"/>
                </a:lnTo>
                <a:cubicBezTo>
                  <a:pt x="3650092" y="924592"/>
                  <a:pt x="3650497" y="924187"/>
                  <a:pt x="3650902" y="924187"/>
                </a:cubicBezTo>
                <a:close/>
                <a:moveTo>
                  <a:pt x="3529863" y="924187"/>
                </a:moveTo>
                <a:lnTo>
                  <a:pt x="3539983" y="924187"/>
                </a:lnTo>
                <a:cubicBezTo>
                  <a:pt x="3540388" y="924187"/>
                  <a:pt x="3540793" y="924592"/>
                  <a:pt x="3541198" y="924997"/>
                </a:cubicBezTo>
                <a:lnTo>
                  <a:pt x="3546055" y="933902"/>
                </a:lnTo>
                <a:cubicBezTo>
                  <a:pt x="3546460" y="934307"/>
                  <a:pt x="3546460" y="934712"/>
                  <a:pt x="3546055" y="935117"/>
                </a:cubicBezTo>
                <a:lnTo>
                  <a:pt x="3541198" y="944023"/>
                </a:lnTo>
                <a:cubicBezTo>
                  <a:pt x="3540793" y="944428"/>
                  <a:pt x="3540388" y="944832"/>
                  <a:pt x="3539983" y="944832"/>
                </a:cubicBezTo>
                <a:lnTo>
                  <a:pt x="3529863" y="944832"/>
                </a:lnTo>
                <a:cubicBezTo>
                  <a:pt x="3529458" y="944832"/>
                  <a:pt x="3529053" y="944428"/>
                  <a:pt x="3528649" y="944023"/>
                </a:cubicBezTo>
                <a:lnTo>
                  <a:pt x="3523791" y="935117"/>
                </a:lnTo>
                <a:cubicBezTo>
                  <a:pt x="3523386" y="934712"/>
                  <a:pt x="3523386" y="934307"/>
                  <a:pt x="3523791" y="933902"/>
                </a:cubicBezTo>
                <a:lnTo>
                  <a:pt x="3528649" y="924997"/>
                </a:lnTo>
                <a:cubicBezTo>
                  <a:pt x="3529053" y="924592"/>
                  <a:pt x="3529458" y="924187"/>
                  <a:pt x="3529863" y="924187"/>
                </a:cubicBezTo>
                <a:close/>
                <a:moveTo>
                  <a:pt x="3327052" y="924187"/>
                </a:moveTo>
                <a:lnTo>
                  <a:pt x="3338386" y="924187"/>
                </a:lnTo>
                <a:cubicBezTo>
                  <a:pt x="3338791" y="924187"/>
                  <a:pt x="3339196" y="924187"/>
                  <a:pt x="3339601" y="924592"/>
                </a:cubicBezTo>
                <a:lnTo>
                  <a:pt x="3345268" y="934307"/>
                </a:lnTo>
                <a:cubicBezTo>
                  <a:pt x="3345673" y="934712"/>
                  <a:pt x="3345673" y="935117"/>
                  <a:pt x="3345268" y="935522"/>
                </a:cubicBezTo>
                <a:lnTo>
                  <a:pt x="3339601" y="945237"/>
                </a:lnTo>
                <a:cubicBezTo>
                  <a:pt x="3339196" y="945642"/>
                  <a:pt x="3338791" y="945642"/>
                  <a:pt x="3338386" y="945642"/>
                </a:cubicBezTo>
                <a:lnTo>
                  <a:pt x="3327052" y="945642"/>
                </a:lnTo>
                <a:cubicBezTo>
                  <a:pt x="3326647" y="945642"/>
                  <a:pt x="3326242" y="945642"/>
                  <a:pt x="3325837" y="945237"/>
                </a:cubicBezTo>
                <a:lnTo>
                  <a:pt x="3320170" y="935522"/>
                </a:lnTo>
                <a:cubicBezTo>
                  <a:pt x="3319765" y="935117"/>
                  <a:pt x="3319765" y="934712"/>
                  <a:pt x="3320170" y="934307"/>
                </a:cubicBezTo>
                <a:lnTo>
                  <a:pt x="3325837" y="924592"/>
                </a:lnTo>
                <a:cubicBezTo>
                  <a:pt x="3326242" y="924592"/>
                  <a:pt x="3326647" y="924187"/>
                  <a:pt x="3327052" y="924187"/>
                </a:cubicBezTo>
                <a:close/>
                <a:moveTo>
                  <a:pt x="2436869" y="924187"/>
                </a:moveTo>
                <a:lnTo>
                  <a:pt x="2446989" y="924187"/>
                </a:lnTo>
                <a:cubicBezTo>
                  <a:pt x="2447394" y="924187"/>
                  <a:pt x="2447798" y="924592"/>
                  <a:pt x="2448203" y="924997"/>
                </a:cubicBezTo>
                <a:lnTo>
                  <a:pt x="2453466" y="933902"/>
                </a:lnTo>
                <a:cubicBezTo>
                  <a:pt x="2453871" y="934307"/>
                  <a:pt x="2453871" y="934712"/>
                  <a:pt x="2453466" y="935117"/>
                </a:cubicBezTo>
                <a:lnTo>
                  <a:pt x="2448203" y="944023"/>
                </a:lnTo>
                <a:cubicBezTo>
                  <a:pt x="2448203" y="944428"/>
                  <a:pt x="2447798" y="944832"/>
                  <a:pt x="2446989" y="944832"/>
                </a:cubicBezTo>
                <a:lnTo>
                  <a:pt x="2436869" y="944832"/>
                </a:lnTo>
                <a:cubicBezTo>
                  <a:pt x="2436464" y="944832"/>
                  <a:pt x="2436059" y="944428"/>
                  <a:pt x="2435654" y="944023"/>
                </a:cubicBezTo>
                <a:lnTo>
                  <a:pt x="2430392" y="935117"/>
                </a:lnTo>
                <a:cubicBezTo>
                  <a:pt x="2429987" y="934712"/>
                  <a:pt x="2429987" y="934307"/>
                  <a:pt x="2430392" y="933902"/>
                </a:cubicBezTo>
                <a:lnTo>
                  <a:pt x="2435654" y="924997"/>
                </a:lnTo>
                <a:cubicBezTo>
                  <a:pt x="2436059" y="924592"/>
                  <a:pt x="2436464" y="924187"/>
                  <a:pt x="2436869" y="924187"/>
                </a:cubicBezTo>
                <a:close/>
                <a:moveTo>
                  <a:pt x="3164722" y="923782"/>
                </a:moveTo>
                <a:lnTo>
                  <a:pt x="3176056" y="923782"/>
                </a:lnTo>
                <a:cubicBezTo>
                  <a:pt x="3176461" y="923782"/>
                  <a:pt x="3176866" y="924187"/>
                  <a:pt x="3177271" y="924592"/>
                </a:cubicBezTo>
                <a:lnTo>
                  <a:pt x="3182938" y="934307"/>
                </a:lnTo>
                <a:cubicBezTo>
                  <a:pt x="3183343" y="934712"/>
                  <a:pt x="3183343" y="935117"/>
                  <a:pt x="3182938" y="935522"/>
                </a:cubicBezTo>
                <a:lnTo>
                  <a:pt x="3177271" y="945237"/>
                </a:lnTo>
                <a:cubicBezTo>
                  <a:pt x="3177271" y="945237"/>
                  <a:pt x="3176866" y="945642"/>
                  <a:pt x="3176056" y="946047"/>
                </a:cubicBezTo>
                <a:lnTo>
                  <a:pt x="3164722" y="946047"/>
                </a:lnTo>
                <a:cubicBezTo>
                  <a:pt x="3164317" y="946047"/>
                  <a:pt x="3163912" y="945642"/>
                  <a:pt x="3163507" y="945237"/>
                </a:cubicBezTo>
                <a:lnTo>
                  <a:pt x="3157840" y="935522"/>
                </a:lnTo>
                <a:cubicBezTo>
                  <a:pt x="3157435" y="935117"/>
                  <a:pt x="3157435" y="934712"/>
                  <a:pt x="3157840" y="934307"/>
                </a:cubicBezTo>
                <a:lnTo>
                  <a:pt x="3163507" y="924592"/>
                </a:lnTo>
                <a:cubicBezTo>
                  <a:pt x="3163912" y="924187"/>
                  <a:pt x="3164317" y="923782"/>
                  <a:pt x="3164722" y="923782"/>
                </a:cubicBezTo>
                <a:close/>
                <a:moveTo>
                  <a:pt x="3245279" y="922568"/>
                </a:moveTo>
                <a:lnTo>
                  <a:pt x="3257424" y="922568"/>
                </a:lnTo>
                <a:cubicBezTo>
                  <a:pt x="3257828" y="922568"/>
                  <a:pt x="3258233" y="922973"/>
                  <a:pt x="3258638" y="923378"/>
                </a:cubicBezTo>
                <a:lnTo>
                  <a:pt x="3264710" y="933903"/>
                </a:lnTo>
                <a:cubicBezTo>
                  <a:pt x="3265115" y="934308"/>
                  <a:pt x="3265115" y="934712"/>
                  <a:pt x="3264710" y="935117"/>
                </a:cubicBezTo>
                <a:lnTo>
                  <a:pt x="3258638" y="945642"/>
                </a:lnTo>
                <a:cubicBezTo>
                  <a:pt x="3258638" y="946047"/>
                  <a:pt x="3258233" y="946452"/>
                  <a:pt x="3257424" y="946452"/>
                </a:cubicBezTo>
                <a:lnTo>
                  <a:pt x="3245279" y="946452"/>
                </a:lnTo>
                <a:cubicBezTo>
                  <a:pt x="3244874" y="946452"/>
                  <a:pt x="3244469" y="946047"/>
                  <a:pt x="3244065" y="945642"/>
                </a:cubicBezTo>
                <a:lnTo>
                  <a:pt x="3237993" y="935117"/>
                </a:lnTo>
                <a:cubicBezTo>
                  <a:pt x="3237588" y="934712"/>
                  <a:pt x="3237588" y="934308"/>
                  <a:pt x="3237993" y="933903"/>
                </a:cubicBezTo>
                <a:lnTo>
                  <a:pt x="3244065" y="923378"/>
                </a:lnTo>
                <a:cubicBezTo>
                  <a:pt x="3244469" y="922973"/>
                  <a:pt x="3244874" y="922568"/>
                  <a:pt x="3245279" y="922568"/>
                </a:cubicBezTo>
                <a:close/>
                <a:moveTo>
                  <a:pt x="3205203" y="922568"/>
                </a:moveTo>
                <a:lnTo>
                  <a:pt x="3216943" y="922568"/>
                </a:lnTo>
                <a:cubicBezTo>
                  <a:pt x="3217348" y="922568"/>
                  <a:pt x="3217752" y="922973"/>
                  <a:pt x="3218157" y="923378"/>
                </a:cubicBezTo>
                <a:lnTo>
                  <a:pt x="3224229" y="933903"/>
                </a:lnTo>
                <a:cubicBezTo>
                  <a:pt x="3224634" y="934308"/>
                  <a:pt x="3224634" y="934712"/>
                  <a:pt x="3224229" y="935117"/>
                </a:cubicBezTo>
                <a:lnTo>
                  <a:pt x="3218157" y="945642"/>
                </a:lnTo>
                <a:cubicBezTo>
                  <a:pt x="3218157" y="946047"/>
                  <a:pt x="3217752" y="946452"/>
                  <a:pt x="3216943" y="946452"/>
                </a:cubicBezTo>
                <a:lnTo>
                  <a:pt x="3205203" y="946452"/>
                </a:lnTo>
                <a:cubicBezTo>
                  <a:pt x="3204799" y="946452"/>
                  <a:pt x="3204393" y="946047"/>
                  <a:pt x="3203989" y="945642"/>
                </a:cubicBezTo>
                <a:lnTo>
                  <a:pt x="3197917" y="935117"/>
                </a:lnTo>
                <a:cubicBezTo>
                  <a:pt x="3197512" y="934712"/>
                  <a:pt x="3197512" y="934308"/>
                  <a:pt x="3197917" y="933903"/>
                </a:cubicBezTo>
                <a:lnTo>
                  <a:pt x="3203989" y="923378"/>
                </a:lnTo>
                <a:cubicBezTo>
                  <a:pt x="3204393" y="922973"/>
                  <a:pt x="3204799" y="922568"/>
                  <a:pt x="3205203" y="922568"/>
                </a:cubicBezTo>
                <a:close/>
                <a:moveTo>
                  <a:pt x="3366723" y="922163"/>
                </a:moveTo>
                <a:lnTo>
                  <a:pt x="3379272" y="922163"/>
                </a:lnTo>
                <a:cubicBezTo>
                  <a:pt x="3379677" y="922163"/>
                  <a:pt x="3380082" y="922568"/>
                  <a:pt x="3380487" y="922973"/>
                </a:cubicBezTo>
                <a:lnTo>
                  <a:pt x="3386559" y="933903"/>
                </a:lnTo>
                <a:cubicBezTo>
                  <a:pt x="3386964" y="934307"/>
                  <a:pt x="3386964" y="934712"/>
                  <a:pt x="3386559" y="935117"/>
                </a:cubicBezTo>
                <a:lnTo>
                  <a:pt x="3380487" y="946047"/>
                </a:lnTo>
                <a:cubicBezTo>
                  <a:pt x="3380082" y="946452"/>
                  <a:pt x="3379677" y="946857"/>
                  <a:pt x="3379272" y="946857"/>
                </a:cubicBezTo>
                <a:lnTo>
                  <a:pt x="3366723" y="946857"/>
                </a:lnTo>
                <a:cubicBezTo>
                  <a:pt x="3366318" y="946857"/>
                  <a:pt x="3365913" y="946452"/>
                  <a:pt x="3365509" y="946047"/>
                </a:cubicBezTo>
                <a:lnTo>
                  <a:pt x="3359437" y="935117"/>
                </a:lnTo>
                <a:cubicBezTo>
                  <a:pt x="3359032" y="934712"/>
                  <a:pt x="3359032" y="934307"/>
                  <a:pt x="3359437" y="933903"/>
                </a:cubicBezTo>
                <a:lnTo>
                  <a:pt x="3365509" y="922973"/>
                </a:lnTo>
                <a:cubicBezTo>
                  <a:pt x="3365913" y="922568"/>
                  <a:pt x="3366318" y="922163"/>
                  <a:pt x="3366723" y="922163"/>
                </a:cubicBezTo>
                <a:close/>
                <a:moveTo>
                  <a:pt x="3690573" y="921758"/>
                </a:moveTo>
                <a:lnTo>
                  <a:pt x="3703527" y="921758"/>
                </a:lnTo>
                <a:cubicBezTo>
                  <a:pt x="3703932" y="921758"/>
                  <a:pt x="3704336" y="922163"/>
                  <a:pt x="3704742" y="922568"/>
                </a:cubicBezTo>
                <a:lnTo>
                  <a:pt x="3711218" y="933902"/>
                </a:lnTo>
                <a:cubicBezTo>
                  <a:pt x="3711623" y="934307"/>
                  <a:pt x="3711623" y="934712"/>
                  <a:pt x="3711218" y="935117"/>
                </a:cubicBezTo>
                <a:lnTo>
                  <a:pt x="3704742" y="946452"/>
                </a:lnTo>
                <a:cubicBezTo>
                  <a:pt x="3704336" y="946856"/>
                  <a:pt x="3703932" y="947261"/>
                  <a:pt x="3703527" y="947261"/>
                </a:cubicBezTo>
                <a:lnTo>
                  <a:pt x="3690573" y="947261"/>
                </a:lnTo>
                <a:cubicBezTo>
                  <a:pt x="3690168" y="947261"/>
                  <a:pt x="3689763" y="946856"/>
                  <a:pt x="3689358" y="946452"/>
                </a:cubicBezTo>
                <a:lnTo>
                  <a:pt x="3682882" y="935117"/>
                </a:lnTo>
                <a:cubicBezTo>
                  <a:pt x="3682477" y="934712"/>
                  <a:pt x="3682477" y="934307"/>
                  <a:pt x="3682882" y="933902"/>
                </a:cubicBezTo>
                <a:lnTo>
                  <a:pt x="3689358" y="922568"/>
                </a:lnTo>
                <a:cubicBezTo>
                  <a:pt x="3689763" y="922163"/>
                  <a:pt x="3690168" y="921758"/>
                  <a:pt x="3690573" y="921758"/>
                </a:cubicBezTo>
                <a:close/>
                <a:moveTo>
                  <a:pt x="3446876" y="921758"/>
                </a:moveTo>
                <a:lnTo>
                  <a:pt x="3461044" y="921758"/>
                </a:lnTo>
                <a:cubicBezTo>
                  <a:pt x="3461449" y="921758"/>
                  <a:pt x="3461854" y="921758"/>
                  <a:pt x="3462259" y="922163"/>
                </a:cubicBezTo>
                <a:lnTo>
                  <a:pt x="3469140" y="934307"/>
                </a:lnTo>
                <a:cubicBezTo>
                  <a:pt x="3469545" y="934712"/>
                  <a:pt x="3469545" y="935117"/>
                  <a:pt x="3469140" y="935522"/>
                </a:cubicBezTo>
                <a:lnTo>
                  <a:pt x="3462259" y="947666"/>
                </a:lnTo>
                <a:cubicBezTo>
                  <a:pt x="3461854" y="948071"/>
                  <a:pt x="3461449" y="948071"/>
                  <a:pt x="3461044" y="948071"/>
                </a:cubicBezTo>
                <a:lnTo>
                  <a:pt x="3446876" y="948071"/>
                </a:lnTo>
                <a:cubicBezTo>
                  <a:pt x="3446471" y="948071"/>
                  <a:pt x="3446066" y="948071"/>
                  <a:pt x="3445662" y="947666"/>
                </a:cubicBezTo>
                <a:lnTo>
                  <a:pt x="3438780" y="935522"/>
                </a:lnTo>
                <a:cubicBezTo>
                  <a:pt x="3438375" y="935117"/>
                  <a:pt x="3438375" y="934712"/>
                  <a:pt x="3438780" y="934307"/>
                </a:cubicBezTo>
                <a:lnTo>
                  <a:pt x="3445662" y="922163"/>
                </a:lnTo>
                <a:cubicBezTo>
                  <a:pt x="3446066" y="922163"/>
                  <a:pt x="3446471" y="921758"/>
                  <a:pt x="3446876" y="921758"/>
                </a:cubicBezTo>
                <a:close/>
                <a:moveTo>
                  <a:pt x="3285356" y="921758"/>
                </a:moveTo>
                <a:lnTo>
                  <a:pt x="3298715" y="921758"/>
                </a:lnTo>
                <a:cubicBezTo>
                  <a:pt x="3299120" y="921758"/>
                  <a:pt x="3299524" y="921758"/>
                  <a:pt x="3299929" y="922163"/>
                </a:cubicBezTo>
                <a:lnTo>
                  <a:pt x="3306811" y="933902"/>
                </a:lnTo>
                <a:cubicBezTo>
                  <a:pt x="3307216" y="934307"/>
                  <a:pt x="3307216" y="934712"/>
                  <a:pt x="3306811" y="935117"/>
                </a:cubicBezTo>
                <a:lnTo>
                  <a:pt x="3299929" y="946856"/>
                </a:lnTo>
                <a:cubicBezTo>
                  <a:pt x="3299929" y="947261"/>
                  <a:pt x="3299524" y="947666"/>
                  <a:pt x="3298715" y="947261"/>
                </a:cubicBezTo>
                <a:lnTo>
                  <a:pt x="3285356" y="947261"/>
                </a:lnTo>
                <a:cubicBezTo>
                  <a:pt x="3284951" y="947261"/>
                  <a:pt x="3284546" y="947261"/>
                  <a:pt x="3284142" y="946856"/>
                </a:cubicBezTo>
                <a:lnTo>
                  <a:pt x="3277260" y="935117"/>
                </a:lnTo>
                <a:cubicBezTo>
                  <a:pt x="3276855" y="934712"/>
                  <a:pt x="3276855" y="934307"/>
                  <a:pt x="3277260" y="933902"/>
                </a:cubicBezTo>
                <a:lnTo>
                  <a:pt x="3284142" y="922163"/>
                </a:lnTo>
                <a:cubicBezTo>
                  <a:pt x="3284546" y="922163"/>
                  <a:pt x="3284951" y="921758"/>
                  <a:pt x="3285356" y="921758"/>
                </a:cubicBezTo>
                <a:close/>
                <a:moveTo>
                  <a:pt x="3406799" y="921353"/>
                </a:moveTo>
                <a:lnTo>
                  <a:pt x="3420158" y="921353"/>
                </a:lnTo>
                <a:cubicBezTo>
                  <a:pt x="3420563" y="921353"/>
                  <a:pt x="3420967" y="921758"/>
                  <a:pt x="3421372" y="922163"/>
                </a:cubicBezTo>
                <a:lnTo>
                  <a:pt x="3428254" y="933902"/>
                </a:lnTo>
                <a:cubicBezTo>
                  <a:pt x="3428659" y="934307"/>
                  <a:pt x="3428659" y="934712"/>
                  <a:pt x="3428254" y="935117"/>
                </a:cubicBezTo>
                <a:lnTo>
                  <a:pt x="3421372" y="946856"/>
                </a:lnTo>
                <a:cubicBezTo>
                  <a:pt x="3421372" y="947261"/>
                  <a:pt x="3420967" y="947666"/>
                  <a:pt x="3420158" y="947666"/>
                </a:cubicBezTo>
                <a:lnTo>
                  <a:pt x="3406799" y="947666"/>
                </a:lnTo>
                <a:cubicBezTo>
                  <a:pt x="3406394" y="947666"/>
                  <a:pt x="3405989" y="947261"/>
                  <a:pt x="3405585" y="946856"/>
                </a:cubicBezTo>
                <a:lnTo>
                  <a:pt x="3398703" y="935117"/>
                </a:lnTo>
                <a:cubicBezTo>
                  <a:pt x="3398298" y="934712"/>
                  <a:pt x="3398298" y="934307"/>
                  <a:pt x="3398703" y="933902"/>
                </a:cubicBezTo>
                <a:lnTo>
                  <a:pt x="3405585" y="922163"/>
                </a:lnTo>
                <a:cubicBezTo>
                  <a:pt x="3405989" y="921758"/>
                  <a:pt x="3406394" y="921353"/>
                  <a:pt x="3406799" y="921353"/>
                </a:cubicBezTo>
                <a:close/>
                <a:moveTo>
                  <a:pt x="3487357" y="920949"/>
                </a:moveTo>
                <a:lnTo>
                  <a:pt x="3501526" y="920949"/>
                </a:lnTo>
                <a:cubicBezTo>
                  <a:pt x="3501931" y="920949"/>
                  <a:pt x="3502336" y="920949"/>
                  <a:pt x="3502741" y="921354"/>
                </a:cubicBezTo>
                <a:lnTo>
                  <a:pt x="3510027" y="933903"/>
                </a:lnTo>
                <a:cubicBezTo>
                  <a:pt x="3510432" y="934308"/>
                  <a:pt x="3510432" y="934713"/>
                  <a:pt x="3510027" y="935117"/>
                </a:cubicBezTo>
                <a:lnTo>
                  <a:pt x="3502741" y="947667"/>
                </a:lnTo>
                <a:cubicBezTo>
                  <a:pt x="3502741" y="948071"/>
                  <a:pt x="3502336" y="948476"/>
                  <a:pt x="3501526" y="948071"/>
                </a:cubicBezTo>
                <a:lnTo>
                  <a:pt x="3487357" y="948071"/>
                </a:lnTo>
                <a:cubicBezTo>
                  <a:pt x="3486953" y="948071"/>
                  <a:pt x="3486548" y="948071"/>
                  <a:pt x="3486143" y="947667"/>
                </a:cubicBezTo>
                <a:lnTo>
                  <a:pt x="3478857" y="935117"/>
                </a:lnTo>
                <a:cubicBezTo>
                  <a:pt x="3478452" y="934713"/>
                  <a:pt x="3478452" y="934308"/>
                  <a:pt x="3478857" y="933903"/>
                </a:cubicBezTo>
                <a:lnTo>
                  <a:pt x="3486143" y="921354"/>
                </a:lnTo>
                <a:cubicBezTo>
                  <a:pt x="3486548" y="921354"/>
                  <a:pt x="3486953" y="920949"/>
                  <a:pt x="3487357" y="920949"/>
                </a:cubicBezTo>
                <a:close/>
                <a:moveTo>
                  <a:pt x="4384017" y="892207"/>
                </a:moveTo>
                <a:lnTo>
                  <a:pt x="4386446" y="892207"/>
                </a:lnTo>
                <a:lnTo>
                  <a:pt x="4387661" y="894231"/>
                </a:lnTo>
                <a:lnTo>
                  <a:pt x="4386446" y="896255"/>
                </a:lnTo>
                <a:lnTo>
                  <a:pt x="4384017" y="896255"/>
                </a:lnTo>
                <a:lnTo>
                  <a:pt x="4382803" y="894231"/>
                </a:lnTo>
                <a:close/>
                <a:moveTo>
                  <a:pt x="2845729" y="892207"/>
                </a:moveTo>
                <a:lnTo>
                  <a:pt x="2848158" y="892207"/>
                </a:lnTo>
                <a:lnTo>
                  <a:pt x="2849373" y="894231"/>
                </a:lnTo>
                <a:lnTo>
                  <a:pt x="2848158" y="896255"/>
                </a:lnTo>
                <a:lnTo>
                  <a:pt x="2845729" y="896255"/>
                </a:lnTo>
                <a:lnTo>
                  <a:pt x="2844515" y="894231"/>
                </a:lnTo>
                <a:close/>
                <a:moveTo>
                  <a:pt x="4424498" y="891802"/>
                </a:moveTo>
                <a:lnTo>
                  <a:pt x="4427332" y="891802"/>
                </a:lnTo>
                <a:lnTo>
                  <a:pt x="4428951" y="894231"/>
                </a:lnTo>
                <a:lnTo>
                  <a:pt x="4427332" y="896660"/>
                </a:lnTo>
                <a:lnTo>
                  <a:pt x="4424498" y="896660"/>
                </a:lnTo>
                <a:lnTo>
                  <a:pt x="4422879" y="894231"/>
                </a:lnTo>
                <a:close/>
                <a:moveTo>
                  <a:pt x="4343131" y="891802"/>
                </a:moveTo>
                <a:lnTo>
                  <a:pt x="4345964" y="891802"/>
                </a:lnTo>
                <a:lnTo>
                  <a:pt x="4347179" y="894231"/>
                </a:lnTo>
                <a:lnTo>
                  <a:pt x="4345964" y="896660"/>
                </a:lnTo>
                <a:lnTo>
                  <a:pt x="4343131" y="896660"/>
                </a:lnTo>
                <a:lnTo>
                  <a:pt x="4341916" y="894231"/>
                </a:lnTo>
                <a:close/>
                <a:moveTo>
                  <a:pt x="4302650" y="891802"/>
                </a:moveTo>
                <a:lnTo>
                  <a:pt x="4305483" y="891802"/>
                </a:lnTo>
                <a:lnTo>
                  <a:pt x="4306698" y="894231"/>
                </a:lnTo>
                <a:lnTo>
                  <a:pt x="4305483" y="896660"/>
                </a:lnTo>
                <a:lnTo>
                  <a:pt x="4302650" y="896660"/>
                </a:lnTo>
                <a:lnTo>
                  <a:pt x="4301435" y="894231"/>
                </a:lnTo>
                <a:close/>
                <a:moveTo>
                  <a:pt x="4262573" y="891802"/>
                </a:moveTo>
                <a:lnTo>
                  <a:pt x="4265002" y="891802"/>
                </a:lnTo>
                <a:lnTo>
                  <a:pt x="4266217" y="894231"/>
                </a:lnTo>
                <a:lnTo>
                  <a:pt x="4265002" y="896660"/>
                </a:lnTo>
                <a:lnTo>
                  <a:pt x="4262573" y="896660"/>
                </a:lnTo>
                <a:lnTo>
                  <a:pt x="4261359" y="894231"/>
                </a:lnTo>
                <a:close/>
                <a:moveTo>
                  <a:pt x="2885806" y="891802"/>
                </a:moveTo>
                <a:lnTo>
                  <a:pt x="2888639" y="891802"/>
                </a:lnTo>
                <a:lnTo>
                  <a:pt x="2889854" y="894231"/>
                </a:lnTo>
                <a:lnTo>
                  <a:pt x="2888639" y="896660"/>
                </a:lnTo>
                <a:lnTo>
                  <a:pt x="2885806" y="896660"/>
                </a:lnTo>
                <a:lnTo>
                  <a:pt x="2884591" y="894231"/>
                </a:lnTo>
                <a:close/>
                <a:moveTo>
                  <a:pt x="4545537" y="891397"/>
                </a:moveTo>
                <a:lnTo>
                  <a:pt x="4548776" y="891397"/>
                </a:lnTo>
                <a:lnTo>
                  <a:pt x="4550395" y="894231"/>
                </a:lnTo>
                <a:lnTo>
                  <a:pt x="4548776" y="897064"/>
                </a:lnTo>
                <a:lnTo>
                  <a:pt x="4545537" y="897064"/>
                </a:lnTo>
                <a:lnTo>
                  <a:pt x="4543918" y="894231"/>
                </a:lnTo>
                <a:close/>
                <a:moveTo>
                  <a:pt x="4464574" y="891397"/>
                </a:moveTo>
                <a:lnTo>
                  <a:pt x="4467813" y="891397"/>
                </a:lnTo>
                <a:lnTo>
                  <a:pt x="4469432" y="894231"/>
                </a:lnTo>
                <a:lnTo>
                  <a:pt x="4467813" y="897064"/>
                </a:lnTo>
                <a:lnTo>
                  <a:pt x="4464574" y="897064"/>
                </a:lnTo>
                <a:lnTo>
                  <a:pt x="4462955" y="894231"/>
                </a:lnTo>
                <a:close/>
                <a:moveTo>
                  <a:pt x="4221687" y="891397"/>
                </a:moveTo>
                <a:lnTo>
                  <a:pt x="4224926" y="891397"/>
                </a:lnTo>
                <a:lnTo>
                  <a:pt x="4226545" y="894231"/>
                </a:lnTo>
                <a:lnTo>
                  <a:pt x="4224926" y="897064"/>
                </a:lnTo>
                <a:lnTo>
                  <a:pt x="4221687" y="897064"/>
                </a:lnTo>
                <a:lnTo>
                  <a:pt x="4220068" y="894231"/>
                </a:lnTo>
                <a:close/>
                <a:moveTo>
                  <a:pt x="2925882" y="891397"/>
                </a:moveTo>
                <a:lnTo>
                  <a:pt x="2929526" y="891397"/>
                </a:lnTo>
                <a:lnTo>
                  <a:pt x="2931145" y="894231"/>
                </a:lnTo>
                <a:lnTo>
                  <a:pt x="2929526" y="897064"/>
                </a:lnTo>
                <a:lnTo>
                  <a:pt x="2925882" y="897064"/>
                </a:lnTo>
                <a:lnTo>
                  <a:pt x="2924263" y="894231"/>
                </a:lnTo>
                <a:close/>
                <a:moveTo>
                  <a:pt x="2804843" y="891397"/>
                </a:moveTo>
                <a:lnTo>
                  <a:pt x="2808082" y="891397"/>
                </a:lnTo>
                <a:lnTo>
                  <a:pt x="2809701" y="894231"/>
                </a:lnTo>
                <a:lnTo>
                  <a:pt x="2808082" y="897064"/>
                </a:lnTo>
                <a:lnTo>
                  <a:pt x="2804843" y="897064"/>
                </a:lnTo>
                <a:lnTo>
                  <a:pt x="2803224" y="894231"/>
                </a:lnTo>
                <a:close/>
                <a:moveTo>
                  <a:pt x="4504651" y="890992"/>
                </a:moveTo>
                <a:lnTo>
                  <a:pt x="4508295" y="890992"/>
                </a:lnTo>
                <a:lnTo>
                  <a:pt x="4509914" y="894231"/>
                </a:lnTo>
                <a:lnTo>
                  <a:pt x="4508295" y="897469"/>
                </a:lnTo>
                <a:lnTo>
                  <a:pt x="4504651" y="897469"/>
                </a:lnTo>
                <a:lnTo>
                  <a:pt x="4503032" y="894231"/>
                </a:lnTo>
                <a:close/>
                <a:moveTo>
                  <a:pt x="2966768" y="890992"/>
                </a:moveTo>
                <a:lnTo>
                  <a:pt x="2970411" y="890992"/>
                </a:lnTo>
                <a:lnTo>
                  <a:pt x="2972436" y="894231"/>
                </a:lnTo>
                <a:lnTo>
                  <a:pt x="2970411" y="897469"/>
                </a:lnTo>
                <a:lnTo>
                  <a:pt x="2966768" y="897469"/>
                </a:lnTo>
                <a:lnTo>
                  <a:pt x="2964744" y="894231"/>
                </a:lnTo>
                <a:close/>
                <a:moveTo>
                  <a:pt x="4180801" y="890588"/>
                </a:moveTo>
                <a:lnTo>
                  <a:pt x="4184849" y="890588"/>
                </a:lnTo>
                <a:lnTo>
                  <a:pt x="4186873" y="894231"/>
                </a:lnTo>
                <a:lnTo>
                  <a:pt x="4184849" y="897875"/>
                </a:lnTo>
                <a:lnTo>
                  <a:pt x="4180801" y="897875"/>
                </a:lnTo>
                <a:lnTo>
                  <a:pt x="4178777" y="894231"/>
                </a:lnTo>
                <a:close/>
                <a:moveTo>
                  <a:pt x="4059357" y="890588"/>
                </a:moveTo>
                <a:lnTo>
                  <a:pt x="4063405" y="890588"/>
                </a:lnTo>
                <a:lnTo>
                  <a:pt x="4065429" y="894231"/>
                </a:lnTo>
                <a:lnTo>
                  <a:pt x="4063405" y="897875"/>
                </a:lnTo>
                <a:lnTo>
                  <a:pt x="4059357" y="897875"/>
                </a:lnTo>
                <a:lnTo>
                  <a:pt x="4057333" y="894231"/>
                </a:lnTo>
                <a:close/>
                <a:moveTo>
                  <a:pt x="2763957" y="890588"/>
                </a:moveTo>
                <a:lnTo>
                  <a:pt x="2768005" y="890588"/>
                </a:lnTo>
                <a:lnTo>
                  <a:pt x="2770029" y="894231"/>
                </a:lnTo>
                <a:lnTo>
                  <a:pt x="2768005" y="897875"/>
                </a:lnTo>
                <a:lnTo>
                  <a:pt x="2763957" y="897875"/>
                </a:lnTo>
                <a:lnTo>
                  <a:pt x="2761933" y="894231"/>
                </a:lnTo>
                <a:close/>
                <a:moveTo>
                  <a:pt x="2682590" y="890588"/>
                </a:moveTo>
                <a:lnTo>
                  <a:pt x="2687043" y="890588"/>
                </a:lnTo>
                <a:lnTo>
                  <a:pt x="2689067" y="894231"/>
                </a:lnTo>
                <a:lnTo>
                  <a:pt x="2687043" y="897875"/>
                </a:lnTo>
                <a:lnTo>
                  <a:pt x="2682590" y="897875"/>
                </a:lnTo>
                <a:lnTo>
                  <a:pt x="2680566" y="894231"/>
                </a:lnTo>
                <a:close/>
                <a:moveTo>
                  <a:pt x="2642918" y="890183"/>
                </a:moveTo>
                <a:lnTo>
                  <a:pt x="2646157" y="890183"/>
                </a:lnTo>
                <a:cubicBezTo>
                  <a:pt x="2646562" y="890183"/>
                  <a:pt x="2646966" y="890588"/>
                  <a:pt x="2647371" y="890993"/>
                </a:cubicBezTo>
                <a:lnTo>
                  <a:pt x="2648990" y="893826"/>
                </a:lnTo>
                <a:cubicBezTo>
                  <a:pt x="2649395" y="894231"/>
                  <a:pt x="2649395" y="894636"/>
                  <a:pt x="2648990" y="895041"/>
                </a:cubicBezTo>
                <a:lnTo>
                  <a:pt x="2647371" y="897874"/>
                </a:lnTo>
                <a:cubicBezTo>
                  <a:pt x="2646966" y="898279"/>
                  <a:pt x="2646562" y="898279"/>
                  <a:pt x="2646157" y="898279"/>
                </a:cubicBezTo>
                <a:lnTo>
                  <a:pt x="2642918" y="898279"/>
                </a:lnTo>
                <a:cubicBezTo>
                  <a:pt x="2642514" y="898279"/>
                  <a:pt x="2642109" y="898279"/>
                  <a:pt x="2641704" y="897874"/>
                </a:cubicBezTo>
                <a:lnTo>
                  <a:pt x="2640085" y="895041"/>
                </a:lnTo>
                <a:cubicBezTo>
                  <a:pt x="2639680" y="894636"/>
                  <a:pt x="2639680" y="894231"/>
                  <a:pt x="2640085" y="893826"/>
                </a:cubicBezTo>
                <a:lnTo>
                  <a:pt x="2641704" y="890993"/>
                </a:lnTo>
                <a:cubicBezTo>
                  <a:pt x="2642109" y="890588"/>
                  <a:pt x="2642514" y="890183"/>
                  <a:pt x="2642918" y="890183"/>
                </a:cubicBezTo>
                <a:close/>
                <a:moveTo>
                  <a:pt x="4140320" y="889778"/>
                </a:moveTo>
                <a:lnTo>
                  <a:pt x="4143963" y="889778"/>
                </a:lnTo>
                <a:cubicBezTo>
                  <a:pt x="4144368" y="889778"/>
                  <a:pt x="4144772" y="889778"/>
                  <a:pt x="4145177" y="890183"/>
                </a:cubicBezTo>
                <a:lnTo>
                  <a:pt x="4146796" y="893421"/>
                </a:lnTo>
                <a:cubicBezTo>
                  <a:pt x="4147201" y="893826"/>
                  <a:pt x="4147201" y="894231"/>
                  <a:pt x="4146796" y="894636"/>
                </a:cubicBezTo>
                <a:lnTo>
                  <a:pt x="4145177" y="897874"/>
                </a:lnTo>
                <a:lnTo>
                  <a:pt x="4143963" y="899089"/>
                </a:lnTo>
                <a:lnTo>
                  <a:pt x="4140320" y="899089"/>
                </a:lnTo>
                <a:cubicBezTo>
                  <a:pt x="4139915" y="899089"/>
                  <a:pt x="4139510" y="898684"/>
                  <a:pt x="4139105" y="898279"/>
                </a:cubicBezTo>
                <a:lnTo>
                  <a:pt x="4137486" y="895041"/>
                </a:lnTo>
                <a:cubicBezTo>
                  <a:pt x="4137081" y="894636"/>
                  <a:pt x="4137081" y="894231"/>
                  <a:pt x="4137486" y="893826"/>
                </a:cubicBezTo>
                <a:lnTo>
                  <a:pt x="4139105" y="890588"/>
                </a:lnTo>
                <a:cubicBezTo>
                  <a:pt x="4139510" y="890183"/>
                  <a:pt x="4139915" y="889778"/>
                  <a:pt x="4140320" y="889778"/>
                </a:cubicBezTo>
                <a:close/>
                <a:moveTo>
                  <a:pt x="3006845" y="889778"/>
                </a:moveTo>
                <a:lnTo>
                  <a:pt x="3010489" y="889778"/>
                </a:lnTo>
                <a:cubicBezTo>
                  <a:pt x="3010893" y="889778"/>
                  <a:pt x="3011298" y="889778"/>
                  <a:pt x="3011703" y="890183"/>
                </a:cubicBezTo>
                <a:lnTo>
                  <a:pt x="3013727" y="893421"/>
                </a:lnTo>
                <a:cubicBezTo>
                  <a:pt x="3014132" y="893826"/>
                  <a:pt x="3014132" y="894231"/>
                  <a:pt x="3013727" y="894636"/>
                </a:cubicBezTo>
                <a:lnTo>
                  <a:pt x="3011703" y="897874"/>
                </a:lnTo>
                <a:cubicBezTo>
                  <a:pt x="3011703" y="898279"/>
                  <a:pt x="3011298" y="898684"/>
                  <a:pt x="3010489" y="898279"/>
                </a:cubicBezTo>
                <a:lnTo>
                  <a:pt x="3006845" y="898279"/>
                </a:lnTo>
                <a:cubicBezTo>
                  <a:pt x="3006441" y="898279"/>
                  <a:pt x="3006035" y="898279"/>
                  <a:pt x="3005631" y="897874"/>
                </a:cubicBezTo>
                <a:lnTo>
                  <a:pt x="3003607" y="894636"/>
                </a:lnTo>
                <a:cubicBezTo>
                  <a:pt x="3003202" y="894231"/>
                  <a:pt x="3003202" y="893826"/>
                  <a:pt x="3003607" y="893421"/>
                </a:cubicBezTo>
                <a:lnTo>
                  <a:pt x="3005631" y="890183"/>
                </a:lnTo>
                <a:cubicBezTo>
                  <a:pt x="3006035" y="890183"/>
                  <a:pt x="3006441" y="889778"/>
                  <a:pt x="3006845" y="889778"/>
                </a:cubicBezTo>
                <a:close/>
                <a:moveTo>
                  <a:pt x="4099839" y="889373"/>
                </a:moveTo>
                <a:lnTo>
                  <a:pt x="4103482" y="889373"/>
                </a:lnTo>
                <a:cubicBezTo>
                  <a:pt x="4103887" y="889373"/>
                  <a:pt x="4104291" y="889778"/>
                  <a:pt x="4104696" y="890183"/>
                </a:cubicBezTo>
                <a:lnTo>
                  <a:pt x="4106315" y="893421"/>
                </a:lnTo>
                <a:cubicBezTo>
                  <a:pt x="4106720" y="893826"/>
                  <a:pt x="4106720" y="894231"/>
                  <a:pt x="4106315" y="894636"/>
                </a:cubicBezTo>
                <a:lnTo>
                  <a:pt x="4104696" y="897874"/>
                </a:lnTo>
                <a:cubicBezTo>
                  <a:pt x="4104696" y="898279"/>
                  <a:pt x="4104291" y="898684"/>
                  <a:pt x="4103482" y="898684"/>
                </a:cubicBezTo>
                <a:lnTo>
                  <a:pt x="4099839" y="898684"/>
                </a:lnTo>
                <a:cubicBezTo>
                  <a:pt x="4099434" y="898684"/>
                  <a:pt x="4099029" y="898279"/>
                  <a:pt x="4098624" y="897874"/>
                </a:cubicBezTo>
                <a:lnTo>
                  <a:pt x="4097005" y="894636"/>
                </a:lnTo>
                <a:cubicBezTo>
                  <a:pt x="4096600" y="894231"/>
                  <a:pt x="4096600" y="893826"/>
                  <a:pt x="4097005" y="893421"/>
                </a:cubicBezTo>
                <a:lnTo>
                  <a:pt x="4098624" y="890183"/>
                </a:lnTo>
                <a:cubicBezTo>
                  <a:pt x="4099029" y="889778"/>
                  <a:pt x="4099434" y="889373"/>
                  <a:pt x="4099839" y="889373"/>
                </a:cubicBezTo>
                <a:close/>
                <a:moveTo>
                  <a:pt x="2723071" y="888968"/>
                </a:moveTo>
                <a:lnTo>
                  <a:pt x="2727928" y="888968"/>
                </a:lnTo>
                <a:cubicBezTo>
                  <a:pt x="2728333" y="888968"/>
                  <a:pt x="2728738" y="889373"/>
                  <a:pt x="2729143" y="889778"/>
                </a:cubicBezTo>
                <a:lnTo>
                  <a:pt x="2731572" y="893826"/>
                </a:lnTo>
                <a:cubicBezTo>
                  <a:pt x="2731977" y="894231"/>
                  <a:pt x="2731977" y="894635"/>
                  <a:pt x="2731572" y="895040"/>
                </a:cubicBezTo>
                <a:lnTo>
                  <a:pt x="2729143" y="899088"/>
                </a:lnTo>
                <a:cubicBezTo>
                  <a:pt x="2728738" y="899493"/>
                  <a:pt x="2728333" y="899493"/>
                  <a:pt x="2727928" y="899898"/>
                </a:cubicBezTo>
                <a:lnTo>
                  <a:pt x="2723071" y="899898"/>
                </a:lnTo>
                <a:cubicBezTo>
                  <a:pt x="2722666" y="899898"/>
                  <a:pt x="2722261" y="899493"/>
                  <a:pt x="2721856" y="899088"/>
                </a:cubicBezTo>
                <a:lnTo>
                  <a:pt x="2719428" y="895040"/>
                </a:lnTo>
                <a:cubicBezTo>
                  <a:pt x="2719023" y="894635"/>
                  <a:pt x="2719023" y="894231"/>
                  <a:pt x="2719428" y="893826"/>
                </a:cubicBezTo>
                <a:lnTo>
                  <a:pt x="2721856" y="889778"/>
                </a:lnTo>
                <a:cubicBezTo>
                  <a:pt x="2722261" y="889373"/>
                  <a:pt x="2722666" y="888968"/>
                  <a:pt x="2723071" y="888968"/>
                </a:cubicBezTo>
                <a:close/>
                <a:moveTo>
                  <a:pt x="2601627" y="888564"/>
                </a:moveTo>
                <a:lnTo>
                  <a:pt x="2606485" y="888564"/>
                </a:lnTo>
                <a:cubicBezTo>
                  <a:pt x="2606890" y="888564"/>
                  <a:pt x="2607294" y="888564"/>
                  <a:pt x="2607699" y="888969"/>
                </a:cubicBezTo>
                <a:lnTo>
                  <a:pt x="2610128" y="893422"/>
                </a:lnTo>
                <a:cubicBezTo>
                  <a:pt x="2610533" y="893827"/>
                  <a:pt x="2610533" y="894231"/>
                  <a:pt x="2610128" y="894636"/>
                </a:cubicBezTo>
                <a:lnTo>
                  <a:pt x="2607699" y="899089"/>
                </a:lnTo>
                <a:cubicBezTo>
                  <a:pt x="2607294" y="899494"/>
                  <a:pt x="2606890" y="899899"/>
                  <a:pt x="2606485" y="899494"/>
                </a:cubicBezTo>
                <a:lnTo>
                  <a:pt x="2601627" y="899494"/>
                </a:lnTo>
                <a:cubicBezTo>
                  <a:pt x="2601222" y="899494"/>
                  <a:pt x="2600817" y="899494"/>
                  <a:pt x="2600412" y="899089"/>
                </a:cubicBezTo>
                <a:lnTo>
                  <a:pt x="2597984" y="894636"/>
                </a:lnTo>
                <a:cubicBezTo>
                  <a:pt x="2597579" y="894231"/>
                  <a:pt x="2597579" y="893827"/>
                  <a:pt x="2597984" y="893422"/>
                </a:cubicBezTo>
                <a:lnTo>
                  <a:pt x="2600412" y="888969"/>
                </a:lnTo>
                <a:cubicBezTo>
                  <a:pt x="2600817" y="888969"/>
                  <a:pt x="2601222" y="888564"/>
                  <a:pt x="2601627" y="888564"/>
                </a:cubicBezTo>
                <a:close/>
                <a:moveTo>
                  <a:pt x="2560337" y="887754"/>
                </a:moveTo>
                <a:lnTo>
                  <a:pt x="2566409" y="887754"/>
                </a:lnTo>
                <a:cubicBezTo>
                  <a:pt x="2566814" y="887754"/>
                  <a:pt x="2567218" y="888159"/>
                  <a:pt x="2567623" y="888564"/>
                </a:cubicBezTo>
                <a:lnTo>
                  <a:pt x="2570862" y="893826"/>
                </a:lnTo>
                <a:cubicBezTo>
                  <a:pt x="2571266" y="894231"/>
                  <a:pt x="2571266" y="894636"/>
                  <a:pt x="2570862" y="895041"/>
                </a:cubicBezTo>
                <a:lnTo>
                  <a:pt x="2567623" y="900303"/>
                </a:lnTo>
                <a:cubicBezTo>
                  <a:pt x="2567623" y="900708"/>
                  <a:pt x="2567218" y="900708"/>
                  <a:pt x="2566409" y="901113"/>
                </a:cubicBezTo>
                <a:lnTo>
                  <a:pt x="2560337" y="901113"/>
                </a:lnTo>
                <a:cubicBezTo>
                  <a:pt x="2559932" y="901113"/>
                  <a:pt x="2559527" y="900708"/>
                  <a:pt x="2559122" y="900303"/>
                </a:cubicBezTo>
                <a:lnTo>
                  <a:pt x="2555884" y="895041"/>
                </a:lnTo>
                <a:cubicBezTo>
                  <a:pt x="2555479" y="894636"/>
                  <a:pt x="2555479" y="894231"/>
                  <a:pt x="2555884" y="893826"/>
                </a:cubicBezTo>
                <a:lnTo>
                  <a:pt x="2559122" y="888564"/>
                </a:lnTo>
                <a:cubicBezTo>
                  <a:pt x="2559527" y="888159"/>
                  <a:pt x="2559932" y="887754"/>
                  <a:pt x="2560337" y="887754"/>
                </a:cubicBezTo>
                <a:close/>
                <a:moveTo>
                  <a:pt x="4018066" y="887349"/>
                </a:moveTo>
                <a:lnTo>
                  <a:pt x="4023733" y="887349"/>
                </a:lnTo>
                <a:cubicBezTo>
                  <a:pt x="4024138" y="887349"/>
                  <a:pt x="4024543" y="887754"/>
                  <a:pt x="4024948" y="888159"/>
                </a:cubicBezTo>
                <a:lnTo>
                  <a:pt x="4027781" y="893421"/>
                </a:lnTo>
                <a:cubicBezTo>
                  <a:pt x="4028186" y="893826"/>
                  <a:pt x="4028186" y="894231"/>
                  <a:pt x="4027781" y="894636"/>
                </a:cubicBezTo>
                <a:lnTo>
                  <a:pt x="4024948" y="899898"/>
                </a:lnTo>
                <a:cubicBezTo>
                  <a:pt x="4024543" y="900303"/>
                  <a:pt x="4024138" y="900708"/>
                  <a:pt x="4023733" y="900708"/>
                </a:cubicBezTo>
                <a:lnTo>
                  <a:pt x="4018066" y="900708"/>
                </a:lnTo>
                <a:cubicBezTo>
                  <a:pt x="4017661" y="900708"/>
                  <a:pt x="4017256" y="900303"/>
                  <a:pt x="4016852" y="899898"/>
                </a:cubicBezTo>
                <a:lnTo>
                  <a:pt x="4014018" y="894636"/>
                </a:lnTo>
                <a:cubicBezTo>
                  <a:pt x="4013613" y="894231"/>
                  <a:pt x="4013613" y="893826"/>
                  <a:pt x="4014018" y="893421"/>
                </a:cubicBezTo>
                <a:lnTo>
                  <a:pt x="4016852" y="888159"/>
                </a:lnTo>
                <a:cubicBezTo>
                  <a:pt x="4017256" y="887754"/>
                  <a:pt x="4017661" y="887349"/>
                  <a:pt x="4018066" y="887349"/>
                </a:cubicBezTo>
                <a:close/>
                <a:moveTo>
                  <a:pt x="3814446" y="886539"/>
                </a:moveTo>
                <a:lnTo>
                  <a:pt x="3822137" y="886539"/>
                </a:lnTo>
                <a:cubicBezTo>
                  <a:pt x="3822542" y="886539"/>
                  <a:pt x="3822947" y="886944"/>
                  <a:pt x="3823351" y="887349"/>
                </a:cubicBezTo>
                <a:lnTo>
                  <a:pt x="3826995" y="893826"/>
                </a:lnTo>
                <a:cubicBezTo>
                  <a:pt x="3827399" y="894230"/>
                  <a:pt x="3827399" y="894635"/>
                  <a:pt x="3826995" y="895040"/>
                </a:cubicBezTo>
                <a:lnTo>
                  <a:pt x="3823351" y="901517"/>
                </a:lnTo>
                <a:cubicBezTo>
                  <a:pt x="3822947" y="901922"/>
                  <a:pt x="3822542" y="901922"/>
                  <a:pt x="3822137" y="902327"/>
                </a:cubicBezTo>
                <a:lnTo>
                  <a:pt x="3814446" y="902327"/>
                </a:lnTo>
                <a:cubicBezTo>
                  <a:pt x="3814041" y="902327"/>
                  <a:pt x="3813636" y="901922"/>
                  <a:pt x="3813231" y="901517"/>
                </a:cubicBezTo>
                <a:lnTo>
                  <a:pt x="3809588" y="895040"/>
                </a:lnTo>
                <a:cubicBezTo>
                  <a:pt x="3809183" y="894635"/>
                  <a:pt x="3809183" y="894230"/>
                  <a:pt x="3809588" y="893826"/>
                </a:cubicBezTo>
                <a:lnTo>
                  <a:pt x="3813231" y="887349"/>
                </a:lnTo>
                <a:cubicBezTo>
                  <a:pt x="3813636" y="886944"/>
                  <a:pt x="3814041" y="886539"/>
                  <a:pt x="3814446" y="886539"/>
                </a:cubicBezTo>
                <a:close/>
                <a:moveTo>
                  <a:pt x="2519450" y="886539"/>
                </a:moveTo>
                <a:lnTo>
                  <a:pt x="2526737" y="886539"/>
                </a:lnTo>
                <a:cubicBezTo>
                  <a:pt x="2527142" y="886539"/>
                  <a:pt x="2527547" y="886539"/>
                  <a:pt x="2527952" y="886944"/>
                </a:cubicBezTo>
                <a:lnTo>
                  <a:pt x="2531595" y="893421"/>
                </a:lnTo>
                <a:cubicBezTo>
                  <a:pt x="2532000" y="893826"/>
                  <a:pt x="2532000" y="894230"/>
                  <a:pt x="2531595" y="894635"/>
                </a:cubicBezTo>
                <a:lnTo>
                  <a:pt x="2527952" y="901112"/>
                </a:lnTo>
                <a:cubicBezTo>
                  <a:pt x="2527547" y="901517"/>
                  <a:pt x="2527142" y="901922"/>
                  <a:pt x="2526737" y="901517"/>
                </a:cubicBezTo>
                <a:lnTo>
                  <a:pt x="2519450" y="901517"/>
                </a:lnTo>
                <a:cubicBezTo>
                  <a:pt x="2519046" y="901517"/>
                  <a:pt x="2518641" y="901517"/>
                  <a:pt x="2518236" y="901112"/>
                </a:cubicBezTo>
                <a:lnTo>
                  <a:pt x="2514593" y="894635"/>
                </a:lnTo>
                <a:cubicBezTo>
                  <a:pt x="2514188" y="894230"/>
                  <a:pt x="2514188" y="893826"/>
                  <a:pt x="2514593" y="893421"/>
                </a:cubicBezTo>
                <a:lnTo>
                  <a:pt x="2518236" y="886944"/>
                </a:lnTo>
                <a:cubicBezTo>
                  <a:pt x="2518641" y="886944"/>
                  <a:pt x="2519046" y="886539"/>
                  <a:pt x="2519450" y="886539"/>
                </a:cubicBezTo>
                <a:close/>
                <a:moveTo>
                  <a:pt x="3044897" y="886135"/>
                </a:moveTo>
                <a:lnTo>
                  <a:pt x="3052994" y="886135"/>
                </a:lnTo>
                <a:cubicBezTo>
                  <a:pt x="3053398" y="886135"/>
                  <a:pt x="3053803" y="886135"/>
                  <a:pt x="3054208" y="886540"/>
                </a:cubicBezTo>
                <a:lnTo>
                  <a:pt x="3058256" y="893422"/>
                </a:lnTo>
                <a:cubicBezTo>
                  <a:pt x="3058661" y="893826"/>
                  <a:pt x="3058661" y="894231"/>
                  <a:pt x="3058256" y="894636"/>
                </a:cubicBezTo>
                <a:lnTo>
                  <a:pt x="3054208" y="901518"/>
                </a:lnTo>
                <a:cubicBezTo>
                  <a:pt x="3054208" y="901923"/>
                  <a:pt x="3053803" y="902328"/>
                  <a:pt x="3052994" y="901923"/>
                </a:cubicBezTo>
                <a:lnTo>
                  <a:pt x="3044897" y="901923"/>
                </a:lnTo>
                <a:cubicBezTo>
                  <a:pt x="3044492" y="901923"/>
                  <a:pt x="3044087" y="901923"/>
                  <a:pt x="3043683" y="901518"/>
                </a:cubicBezTo>
                <a:lnTo>
                  <a:pt x="3039635" y="894636"/>
                </a:lnTo>
                <a:cubicBezTo>
                  <a:pt x="3039230" y="894231"/>
                  <a:pt x="3039230" y="893826"/>
                  <a:pt x="3039635" y="893422"/>
                </a:cubicBezTo>
                <a:lnTo>
                  <a:pt x="3043683" y="886540"/>
                </a:lnTo>
                <a:cubicBezTo>
                  <a:pt x="3044087" y="886540"/>
                  <a:pt x="3044492" y="886135"/>
                  <a:pt x="3044897" y="886135"/>
                </a:cubicBezTo>
                <a:close/>
                <a:moveTo>
                  <a:pt x="3854927" y="885730"/>
                </a:moveTo>
                <a:lnTo>
                  <a:pt x="3863024" y="885730"/>
                </a:lnTo>
                <a:cubicBezTo>
                  <a:pt x="3863428" y="885730"/>
                  <a:pt x="3863833" y="885730"/>
                  <a:pt x="3864238" y="886135"/>
                </a:cubicBezTo>
                <a:lnTo>
                  <a:pt x="3868286" y="893421"/>
                </a:lnTo>
                <a:cubicBezTo>
                  <a:pt x="3868691" y="893826"/>
                  <a:pt x="3868691" y="894231"/>
                  <a:pt x="3868286" y="894636"/>
                </a:cubicBezTo>
                <a:lnTo>
                  <a:pt x="3864238" y="901923"/>
                </a:lnTo>
                <a:cubicBezTo>
                  <a:pt x="3863833" y="902327"/>
                  <a:pt x="3863428" y="902732"/>
                  <a:pt x="3863024" y="902327"/>
                </a:cubicBezTo>
                <a:lnTo>
                  <a:pt x="3854927" y="902327"/>
                </a:lnTo>
                <a:cubicBezTo>
                  <a:pt x="3854523" y="902327"/>
                  <a:pt x="3854117" y="902327"/>
                  <a:pt x="3853713" y="901923"/>
                </a:cubicBezTo>
                <a:lnTo>
                  <a:pt x="3849665" y="894636"/>
                </a:lnTo>
                <a:cubicBezTo>
                  <a:pt x="3849260" y="894231"/>
                  <a:pt x="3849260" y="893826"/>
                  <a:pt x="3849665" y="893421"/>
                </a:cubicBezTo>
                <a:lnTo>
                  <a:pt x="3853713" y="886135"/>
                </a:lnTo>
                <a:cubicBezTo>
                  <a:pt x="3854117" y="886135"/>
                  <a:pt x="3854523" y="885730"/>
                  <a:pt x="3854927" y="885730"/>
                </a:cubicBezTo>
                <a:close/>
                <a:moveTo>
                  <a:pt x="3085783" y="885730"/>
                </a:moveTo>
                <a:lnTo>
                  <a:pt x="3093475" y="885730"/>
                </a:lnTo>
                <a:cubicBezTo>
                  <a:pt x="3093880" y="885730"/>
                  <a:pt x="3094284" y="886135"/>
                  <a:pt x="3094689" y="886540"/>
                </a:cubicBezTo>
                <a:lnTo>
                  <a:pt x="3098737" y="893421"/>
                </a:lnTo>
                <a:cubicBezTo>
                  <a:pt x="3099142" y="893826"/>
                  <a:pt x="3099142" y="894231"/>
                  <a:pt x="3098737" y="894636"/>
                </a:cubicBezTo>
                <a:lnTo>
                  <a:pt x="3094689" y="901518"/>
                </a:lnTo>
                <a:cubicBezTo>
                  <a:pt x="3094689" y="901923"/>
                  <a:pt x="3094284" y="902327"/>
                  <a:pt x="3093475" y="902327"/>
                </a:cubicBezTo>
                <a:lnTo>
                  <a:pt x="3085783" y="902327"/>
                </a:lnTo>
                <a:cubicBezTo>
                  <a:pt x="3085379" y="902327"/>
                  <a:pt x="3084973" y="901923"/>
                  <a:pt x="3084569" y="901518"/>
                </a:cubicBezTo>
                <a:lnTo>
                  <a:pt x="3080521" y="894636"/>
                </a:lnTo>
                <a:cubicBezTo>
                  <a:pt x="3080116" y="894231"/>
                  <a:pt x="3080116" y="893826"/>
                  <a:pt x="3080521" y="893421"/>
                </a:cubicBezTo>
                <a:lnTo>
                  <a:pt x="3084569" y="886540"/>
                </a:lnTo>
                <a:cubicBezTo>
                  <a:pt x="3084973" y="886135"/>
                  <a:pt x="3085379" y="885730"/>
                  <a:pt x="3085783" y="885730"/>
                </a:cubicBezTo>
                <a:close/>
                <a:moveTo>
                  <a:pt x="3570344" y="885325"/>
                </a:moveTo>
                <a:lnTo>
                  <a:pt x="3580059" y="885325"/>
                </a:lnTo>
                <a:cubicBezTo>
                  <a:pt x="3580464" y="885325"/>
                  <a:pt x="3580869" y="885325"/>
                  <a:pt x="3581274" y="885730"/>
                </a:cubicBezTo>
                <a:lnTo>
                  <a:pt x="3586132" y="893826"/>
                </a:lnTo>
                <a:cubicBezTo>
                  <a:pt x="3586536" y="894231"/>
                  <a:pt x="3586536" y="894636"/>
                  <a:pt x="3586132" y="895040"/>
                </a:cubicBezTo>
                <a:lnTo>
                  <a:pt x="3581274" y="903137"/>
                </a:lnTo>
                <a:cubicBezTo>
                  <a:pt x="3581274" y="903542"/>
                  <a:pt x="3580869" y="903542"/>
                  <a:pt x="3580059" y="903542"/>
                </a:cubicBezTo>
                <a:lnTo>
                  <a:pt x="3570344" y="903542"/>
                </a:lnTo>
                <a:cubicBezTo>
                  <a:pt x="3569939" y="903542"/>
                  <a:pt x="3569534" y="903542"/>
                  <a:pt x="3569130" y="903137"/>
                </a:cubicBezTo>
                <a:lnTo>
                  <a:pt x="3564272" y="895040"/>
                </a:lnTo>
                <a:cubicBezTo>
                  <a:pt x="3563867" y="894636"/>
                  <a:pt x="3563867" y="894231"/>
                  <a:pt x="3564272" y="893826"/>
                </a:cubicBezTo>
                <a:lnTo>
                  <a:pt x="3569130" y="885730"/>
                </a:lnTo>
                <a:cubicBezTo>
                  <a:pt x="3569534" y="885730"/>
                  <a:pt x="3569939" y="885325"/>
                  <a:pt x="3570344" y="885325"/>
                </a:cubicBezTo>
                <a:close/>
                <a:moveTo>
                  <a:pt x="3166341" y="885325"/>
                </a:moveTo>
                <a:lnTo>
                  <a:pt x="3175247" y="885325"/>
                </a:lnTo>
                <a:cubicBezTo>
                  <a:pt x="3175651" y="885325"/>
                  <a:pt x="3176056" y="885730"/>
                  <a:pt x="3176461" y="886135"/>
                </a:cubicBezTo>
                <a:lnTo>
                  <a:pt x="3180914" y="893826"/>
                </a:lnTo>
                <a:cubicBezTo>
                  <a:pt x="3181319" y="894231"/>
                  <a:pt x="3181319" y="894636"/>
                  <a:pt x="3180914" y="895040"/>
                </a:cubicBezTo>
                <a:lnTo>
                  <a:pt x="3176461" y="902732"/>
                </a:lnTo>
                <a:cubicBezTo>
                  <a:pt x="3176056" y="903137"/>
                  <a:pt x="3175651" y="903137"/>
                  <a:pt x="3175247" y="903542"/>
                </a:cubicBezTo>
                <a:lnTo>
                  <a:pt x="3166341" y="903542"/>
                </a:lnTo>
                <a:cubicBezTo>
                  <a:pt x="3165936" y="903542"/>
                  <a:pt x="3165531" y="903137"/>
                  <a:pt x="3165126" y="902732"/>
                </a:cubicBezTo>
                <a:lnTo>
                  <a:pt x="3160674" y="895040"/>
                </a:lnTo>
                <a:cubicBezTo>
                  <a:pt x="3160269" y="894636"/>
                  <a:pt x="3160269" y="894231"/>
                  <a:pt x="3160674" y="893826"/>
                </a:cubicBezTo>
                <a:lnTo>
                  <a:pt x="3165126" y="886135"/>
                </a:lnTo>
                <a:cubicBezTo>
                  <a:pt x="3165531" y="885730"/>
                  <a:pt x="3165936" y="885325"/>
                  <a:pt x="3166341" y="885325"/>
                </a:cubicBezTo>
                <a:close/>
                <a:moveTo>
                  <a:pt x="3125859" y="885325"/>
                </a:moveTo>
                <a:lnTo>
                  <a:pt x="3134360" y="885325"/>
                </a:lnTo>
                <a:cubicBezTo>
                  <a:pt x="3134765" y="885325"/>
                  <a:pt x="3135170" y="885730"/>
                  <a:pt x="3135574" y="886135"/>
                </a:cubicBezTo>
                <a:lnTo>
                  <a:pt x="3139623" y="893421"/>
                </a:lnTo>
                <a:cubicBezTo>
                  <a:pt x="3140028" y="893826"/>
                  <a:pt x="3140028" y="894231"/>
                  <a:pt x="3139623" y="894636"/>
                </a:cubicBezTo>
                <a:lnTo>
                  <a:pt x="3135574" y="901922"/>
                </a:lnTo>
                <a:cubicBezTo>
                  <a:pt x="3135170" y="902327"/>
                  <a:pt x="3134765" y="902732"/>
                  <a:pt x="3134360" y="902732"/>
                </a:cubicBezTo>
                <a:lnTo>
                  <a:pt x="3125859" y="902732"/>
                </a:lnTo>
                <a:cubicBezTo>
                  <a:pt x="3125454" y="902732"/>
                  <a:pt x="3125049" y="902327"/>
                  <a:pt x="3124645" y="901922"/>
                </a:cubicBezTo>
                <a:lnTo>
                  <a:pt x="3120597" y="894636"/>
                </a:lnTo>
                <a:cubicBezTo>
                  <a:pt x="3120192" y="894231"/>
                  <a:pt x="3120192" y="893826"/>
                  <a:pt x="3120597" y="893421"/>
                </a:cubicBezTo>
                <a:lnTo>
                  <a:pt x="3124645" y="886135"/>
                </a:lnTo>
                <a:cubicBezTo>
                  <a:pt x="3125049" y="885730"/>
                  <a:pt x="3125454" y="885325"/>
                  <a:pt x="3125859" y="885325"/>
                </a:cubicBezTo>
                <a:close/>
                <a:moveTo>
                  <a:pt x="2477755" y="885325"/>
                </a:moveTo>
                <a:lnTo>
                  <a:pt x="2486661" y="885325"/>
                </a:lnTo>
                <a:cubicBezTo>
                  <a:pt x="2487066" y="885325"/>
                  <a:pt x="2487471" y="885325"/>
                  <a:pt x="2487875" y="885730"/>
                </a:cubicBezTo>
                <a:lnTo>
                  <a:pt x="2492328" y="893421"/>
                </a:lnTo>
                <a:cubicBezTo>
                  <a:pt x="2492733" y="893826"/>
                  <a:pt x="2492733" y="894231"/>
                  <a:pt x="2492328" y="894636"/>
                </a:cubicBezTo>
                <a:lnTo>
                  <a:pt x="2487875" y="902327"/>
                </a:lnTo>
                <a:cubicBezTo>
                  <a:pt x="2487875" y="902732"/>
                  <a:pt x="2487471" y="903137"/>
                  <a:pt x="2486661" y="902732"/>
                </a:cubicBezTo>
                <a:lnTo>
                  <a:pt x="2477755" y="902732"/>
                </a:lnTo>
                <a:cubicBezTo>
                  <a:pt x="2477350" y="902732"/>
                  <a:pt x="2476945" y="902732"/>
                  <a:pt x="2476541" y="902327"/>
                </a:cubicBezTo>
                <a:lnTo>
                  <a:pt x="2472088" y="894636"/>
                </a:lnTo>
                <a:cubicBezTo>
                  <a:pt x="2471683" y="894231"/>
                  <a:pt x="2471683" y="893826"/>
                  <a:pt x="2472088" y="893421"/>
                </a:cubicBezTo>
                <a:lnTo>
                  <a:pt x="2476541" y="885730"/>
                </a:lnTo>
                <a:cubicBezTo>
                  <a:pt x="2476945" y="885730"/>
                  <a:pt x="2477350" y="885325"/>
                  <a:pt x="2477755" y="885325"/>
                </a:cubicBezTo>
                <a:close/>
                <a:moveTo>
                  <a:pt x="3773155" y="884920"/>
                </a:moveTo>
                <a:lnTo>
                  <a:pt x="3782466" y="884920"/>
                </a:lnTo>
                <a:cubicBezTo>
                  <a:pt x="3782870" y="884920"/>
                  <a:pt x="3783275" y="885325"/>
                  <a:pt x="3783680" y="885730"/>
                </a:cubicBezTo>
                <a:lnTo>
                  <a:pt x="3788538" y="893826"/>
                </a:lnTo>
                <a:cubicBezTo>
                  <a:pt x="3788943" y="894231"/>
                  <a:pt x="3788943" y="894636"/>
                  <a:pt x="3788538" y="895040"/>
                </a:cubicBezTo>
                <a:lnTo>
                  <a:pt x="3783680" y="903137"/>
                </a:lnTo>
                <a:cubicBezTo>
                  <a:pt x="3783680" y="903541"/>
                  <a:pt x="3783275" y="903541"/>
                  <a:pt x="3782466" y="903946"/>
                </a:cubicBezTo>
                <a:lnTo>
                  <a:pt x="3773155" y="903946"/>
                </a:lnTo>
                <a:cubicBezTo>
                  <a:pt x="3772750" y="903946"/>
                  <a:pt x="3772345" y="903541"/>
                  <a:pt x="3771941" y="903137"/>
                </a:cubicBezTo>
                <a:lnTo>
                  <a:pt x="3767083" y="895040"/>
                </a:lnTo>
                <a:cubicBezTo>
                  <a:pt x="3766678" y="894636"/>
                  <a:pt x="3766678" y="894231"/>
                  <a:pt x="3767083" y="893826"/>
                </a:cubicBezTo>
                <a:lnTo>
                  <a:pt x="3771941" y="885730"/>
                </a:lnTo>
                <a:cubicBezTo>
                  <a:pt x="3772345" y="885325"/>
                  <a:pt x="3772750" y="884920"/>
                  <a:pt x="3773155" y="884920"/>
                </a:cubicBezTo>
                <a:close/>
                <a:moveTo>
                  <a:pt x="3530267" y="884920"/>
                </a:moveTo>
                <a:lnTo>
                  <a:pt x="3539578" y="884920"/>
                </a:lnTo>
                <a:cubicBezTo>
                  <a:pt x="3539982" y="884920"/>
                  <a:pt x="3540387" y="885325"/>
                  <a:pt x="3540792" y="885730"/>
                </a:cubicBezTo>
                <a:lnTo>
                  <a:pt x="3545650" y="893826"/>
                </a:lnTo>
                <a:cubicBezTo>
                  <a:pt x="3546055" y="894231"/>
                  <a:pt x="3546055" y="894636"/>
                  <a:pt x="3545650" y="895040"/>
                </a:cubicBezTo>
                <a:lnTo>
                  <a:pt x="3540792" y="903137"/>
                </a:lnTo>
                <a:cubicBezTo>
                  <a:pt x="3540792" y="903137"/>
                  <a:pt x="3540387" y="903541"/>
                  <a:pt x="3539578" y="903946"/>
                </a:cubicBezTo>
                <a:lnTo>
                  <a:pt x="3530267" y="903946"/>
                </a:lnTo>
                <a:cubicBezTo>
                  <a:pt x="3529862" y="903946"/>
                  <a:pt x="3529457" y="903541"/>
                  <a:pt x="3529053" y="903137"/>
                </a:cubicBezTo>
                <a:lnTo>
                  <a:pt x="3524195" y="895040"/>
                </a:lnTo>
                <a:cubicBezTo>
                  <a:pt x="3523790" y="894636"/>
                  <a:pt x="3523790" y="894231"/>
                  <a:pt x="3524195" y="893826"/>
                </a:cubicBezTo>
                <a:lnTo>
                  <a:pt x="3529053" y="885730"/>
                </a:lnTo>
                <a:cubicBezTo>
                  <a:pt x="3529457" y="885325"/>
                  <a:pt x="3529862" y="884920"/>
                  <a:pt x="3530267" y="884920"/>
                </a:cubicBezTo>
                <a:close/>
                <a:moveTo>
                  <a:pt x="3489786" y="884920"/>
                </a:moveTo>
                <a:lnTo>
                  <a:pt x="3499501" y="884920"/>
                </a:lnTo>
                <a:cubicBezTo>
                  <a:pt x="3499906" y="884920"/>
                  <a:pt x="3500311" y="884920"/>
                  <a:pt x="3500716" y="885325"/>
                </a:cubicBezTo>
                <a:lnTo>
                  <a:pt x="3505574" y="893826"/>
                </a:lnTo>
                <a:cubicBezTo>
                  <a:pt x="3505978" y="894231"/>
                  <a:pt x="3505978" y="894636"/>
                  <a:pt x="3505574" y="895040"/>
                </a:cubicBezTo>
                <a:lnTo>
                  <a:pt x="3500716" y="903541"/>
                </a:lnTo>
                <a:cubicBezTo>
                  <a:pt x="3500311" y="903541"/>
                  <a:pt x="3499906" y="903946"/>
                  <a:pt x="3499501" y="903946"/>
                </a:cubicBezTo>
                <a:lnTo>
                  <a:pt x="3489786" y="903946"/>
                </a:lnTo>
                <a:cubicBezTo>
                  <a:pt x="3489381" y="903946"/>
                  <a:pt x="3488976" y="903946"/>
                  <a:pt x="3488572" y="903541"/>
                </a:cubicBezTo>
                <a:lnTo>
                  <a:pt x="3483714" y="895040"/>
                </a:lnTo>
                <a:cubicBezTo>
                  <a:pt x="3483309" y="894636"/>
                  <a:pt x="3483309" y="894231"/>
                  <a:pt x="3483714" y="893826"/>
                </a:cubicBezTo>
                <a:lnTo>
                  <a:pt x="3488572" y="885325"/>
                </a:lnTo>
                <a:cubicBezTo>
                  <a:pt x="3488976" y="885325"/>
                  <a:pt x="3489381" y="884920"/>
                  <a:pt x="3489786" y="884920"/>
                </a:cubicBezTo>
                <a:close/>
                <a:moveTo>
                  <a:pt x="2355906" y="884920"/>
                </a:moveTo>
                <a:lnTo>
                  <a:pt x="2365621" y="884920"/>
                </a:lnTo>
                <a:cubicBezTo>
                  <a:pt x="2366026" y="884920"/>
                  <a:pt x="2366431" y="885325"/>
                  <a:pt x="2366836" y="885730"/>
                </a:cubicBezTo>
                <a:lnTo>
                  <a:pt x="2371693" y="893826"/>
                </a:lnTo>
                <a:cubicBezTo>
                  <a:pt x="2372098" y="894231"/>
                  <a:pt x="2372098" y="894636"/>
                  <a:pt x="2371693" y="895040"/>
                </a:cubicBezTo>
                <a:lnTo>
                  <a:pt x="2366836" y="903137"/>
                </a:lnTo>
                <a:cubicBezTo>
                  <a:pt x="2366836" y="903541"/>
                  <a:pt x="2366431" y="903541"/>
                  <a:pt x="2365621" y="903946"/>
                </a:cubicBezTo>
                <a:lnTo>
                  <a:pt x="2355906" y="903946"/>
                </a:lnTo>
                <a:cubicBezTo>
                  <a:pt x="2355501" y="903946"/>
                  <a:pt x="2355096" y="903541"/>
                  <a:pt x="2354691" y="903137"/>
                </a:cubicBezTo>
                <a:lnTo>
                  <a:pt x="2349834" y="895040"/>
                </a:lnTo>
                <a:cubicBezTo>
                  <a:pt x="2349429" y="894636"/>
                  <a:pt x="2349429" y="894231"/>
                  <a:pt x="2349834" y="893826"/>
                </a:cubicBezTo>
                <a:lnTo>
                  <a:pt x="2354691" y="885730"/>
                </a:lnTo>
                <a:cubicBezTo>
                  <a:pt x="2355096" y="885325"/>
                  <a:pt x="2355501" y="884920"/>
                  <a:pt x="2355906" y="884920"/>
                </a:cubicBezTo>
                <a:close/>
                <a:moveTo>
                  <a:pt x="3975561" y="884515"/>
                </a:moveTo>
                <a:lnTo>
                  <a:pt x="3985276" y="884515"/>
                </a:lnTo>
                <a:cubicBezTo>
                  <a:pt x="3985681" y="884515"/>
                  <a:pt x="3986086" y="884515"/>
                  <a:pt x="3986491" y="884920"/>
                </a:cubicBezTo>
                <a:lnTo>
                  <a:pt x="3991349" y="893421"/>
                </a:lnTo>
                <a:cubicBezTo>
                  <a:pt x="3991753" y="893826"/>
                  <a:pt x="3991753" y="894230"/>
                  <a:pt x="3991349" y="894635"/>
                </a:cubicBezTo>
                <a:lnTo>
                  <a:pt x="3986491" y="903136"/>
                </a:lnTo>
                <a:cubicBezTo>
                  <a:pt x="3986086" y="903541"/>
                  <a:pt x="3985681" y="903946"/>
                  <a:pt x="3985276" y="903541"/>
                </a:cubicBezTo>
                <a:lnTo>
                  <a:pt x="3975561" y="903541"/>
                </a:lnTo>
                <a:cubicBezTo>
                  <a:pt x="3975156" y="903541"/>
                  <a:pt x="3974751" y="903541"/>
                  <a:pt x="3974347" y="903136"/>
                </a:cubicBezTo>
                <a:lnTo>
                  <a:pt x="3969489" y="894635"/>
                </a:lnTo>
                <a:cubicBezTo>
                  <a:pt x="3969084" y="894230"/>
                  <a:pt x="3969084" y="893826"/>
                  <a:pt x="3969489" y="893421"/>
                </a:cubicBezTo>
                <a:lnTo>
                  <a:pt x="3974347" y="884920"/>
                </a:lnTo>
                <a:cubicBezTo>
                  <a:pt x="3974751" y="884920"/>
                  <a:pt x="3975156" y="884515"/>
                  <a:pt x="3975561" y="884515"/>
                </a:cubicBezTo>
                <a:close/>
                <a:moveTo>
                  <a:pt x="3934674" y="884515"/>
                </a:moveTo>
                <a:lnTo>
                  <a:pt x="3944795" y="884515"/>
                </a:lnTo>
                <a:cubicBezTo>
                  <a:pt x="3945199" y="884515"/>
                  <a:pt x="3945605" y="884515"/>
                  <a:pt x="3946009" y="884920"/>
                </a:cubicBezTo>
                <a:lnTo>
                  <a:pt x="3951272" y="893826"/>
                </a:lnTo>
                <a:cubicBezTo>
                  <a:pt x="3951677" y="894230"/>
                  <a:pt x="3951677" y="894635"/>
                  <a:pt x="3951272" y="895040"/>
                </a:cubicBezTo>
                <a:lnTo>
                  <a:pt x="3946009" y="903946"/>
                </a:lnTo>
                <a:cubicBezTo>
                  <a:pt x="3946009" y="903946"/>
                  <a:pt x="3945605" y="904351"/>
                  <a:pt x="3944795" y="904351"/>
                </a:cubicBezTo>
                <a:lnTo>
                  <a:pt x="3934674" y="904351"/>
                </a:lnTo>
                <a:cubicBezTo>
                  <a:pt x="3934270" y="904351"/>
                  <a:pt x="3933865" y="904351"/>
                  <a:pt x="3933460" y="903946"/>
                </a:cubicBezTo>
                <a:lnTo>
                  <a:pt x="3928198" y="895040"/>
                </a:lnTo>
                <a:cubicBezTo>
                  <a:pt x="3927793" y="894635"/>
                  <a:pt x="3927793" y="894230"/>
                  <a:pt x="3928198" y="893826"/>
                </a:cubicBezTo>
                <a:lnTo>
                  <a:pt x="3933460" y="884920"/>
                </a:lnTo>
                <a:cubicBezTo>
                  <a:pt x="3933865" y="884920"/>
                  <a:pt x="3934270" y="884515"/>
                  <a:pt x="3934674" y="884515"/>
                </a:cubicBezTo>
                <a:close/>
                <a:moveTo>
                  <a:pt x="3732673" y="884515"/>
                </a:moveTo>
                <a:lnTo>
                  <a:pt x="3741984" y="884515"/>
                </a:lnTo>
                <a:cubicBezTo>
                  <a:pt x="3742388" y="884515"/>
                  <a:pt x="3742793" y="884920"/>
                  <a:pt x="3743198" y="885325"/>
                </a:cubicBezTo>
                <a:lnTo>
                  <a:pt x="3747651" y="893421"/>
                </a:lnTo>
                <a:cubicBezTo>
                  <a:pt x="3748056" y="893826"/>
                  <a:pt x="3748056" y="894230"/>
                  <a:pt x="3747651" y="894635"/>
                </a:cubicBezTo>
                <a:lnTo>
                  <a:pt x="3743198" y="902732"/>
                </a:lnTo>
                <a:cubicBezTo>
                  <a:pt x="3743198" y="903136"/>
                  <a:pt x="3742793" y="903541"/>
                  <a:pt x="3741984" y="903541"/>
                </a:cubicBezTo>
                <a:lnTo>
                  <a:pt x="3732673" y="903541"/>
                </a:lnTo>
                <a:cubicBezTo>
                  <a:pt x="3732268" y="903541"/>
                  <a:pt x="3731863" y="903136"/>
                  <a:pt x="3731459" y="902732"/>
                </a:cubicBezTo>
                <a:lnTo>
                  <a:pt x="3727006" y="894635"/>
                </a:lnTo>
                <a:cubicBezTo>
                  <a:pt x="3726601" y="894230"/>
                  <a:pt x="3726601" y="893826"/>
                  <a:pt x="3727006" y="893421"/>
                </a:cubicBezTo>
                <a:lnTo>
                  <a:pt x="3731459" y="885325"/>
                </a:lnTo>
                <a:cubicBezTo>
                  <a:pt x="3731863" y="884920"/>
                  <a:pt x="3732268" y="884515"/>
                  <a:pt x="3732673" y="884515"/>
                </a:cubicBezTo>
                <a:close/>
                <a:moveTo>
                  <a:pt x="3894193" y="884111"/>
                </a:moveTo>
                <a:lnTo>
                  <a:pt x="3904314" y="884111"/>
                </a:lnTo>
                <a:cubicBezTo>
                  <a:pt x="3904718" y="884111"/>
                  <a:pt x="3905124" y="884111"/>
                  <a:pt x="3905528" y="884516"/>
                </a:cubicBezTo>
                <a:lnTo>
                  <a:pt x="3910791" y="893422"/>
                </a:lnTo>
                <a:cubicBezTo>
                  <a:pt x="3911196" y="893826"/>
                  <a:pt x="3911196" y="894231"/>
                  <a:pt x="3910791" y="894636"/>
                </a:cubicBezTo>
                <a:lnTo>
                  <a:pt x="3905528" y="903542"/>
                </a:lnTo>
                <a:cubicBezTo>
                  <a:pt x="3905528" y="903947"/>
                  <a:pt x="3905124" y="904352"/>
                  <a:pt x="3904314" y="903947"/>
                </a:cubicBezTo>
                <a:lnTo>
                  <a:pt x="3894193" y="903947"/>
                </a:lnTo>
                <a:cubicBezTo>
                  <a:pt x="3893789" y="903947"/>
                  <a:pt x="3893384" y="903947"/>
                  <a:pt x="3892979" y="903542"/>
                </a:cubicBezTo>
                <a:lnTo>
                  <a:pt x="3887717" y="894636"/>
                </a:lnTo>
                <a:cubicBezTo>
                  <a:pt x="3887312" y="894231"/>
                  <a:pt x="3887312" y="893826"/>
                  <a:pt x="3887717" y="893422"/>
                </a:cubicBezTo>
                <a:lnTo>
                  <a:pt x="3892979" y="884516"/>
                </a:lnTo>
                <a:cubicBezTo>
                  <a:pt x="3893384" y="884516"/>
                  <a:pt x="3893789" y="884111"/>
                  <a:pt x="3894193" y="884111"/>
                </a:cubicBezTo>
                <a:close/>
                <a:moveTo>
                  <a:pt x="3448495" y="884111"/>
                </a:moveTo>
                <a:lnTo>
                  <a:pt x="3459020" y="884111"/>
                </a:lnTo>
                <a:cubicBezTo>
                  <a:pt x="3459425" y="884111"/>
                  <a:pt x="3459830" y="884516"/>
                  <a:pt x="3460235" y="884921"/>
                </a:cubicBezTo>
                <a:lnTo>
                  <a:pt x="3465497" y="893826"/>
                </a:lnTo>
                <a:cubicBezTo>
                  <a:pt x="3465903" y="894231"/>
                  <a:pt x="3465903" y="894636"/>
                  <a:pt x="3465497" y="895041"/>
                </a:cubicBezTo>
                <a:lnTo>
                  <a:pt x="3460235" y="903947"/>
                </a:lnTo>
                <a:cubicBezTo>
                  <a:pt x="3460235" y="904352"/>
                  <a:pt x="3459830" y="904352"/>
                  <a:pt x="3459020" y="904756"/>
                </a:cubicBezTo>
                <a:lnTo>
                  <a:pt x="3448495" y="904756"/>
                </a:lnTo>
                <a:cubicBezTo>
                  <a:pt x="3448091" y="904756"/>
                  <a:pt x="3447686" y="904352"/>
                  <a:pt x="3447281" y="903947"/>
                </a:cubicBezTo>
                <a:lnTo>
                  <a:pt x="3442019" y="895041"/>
                </a:lnTo>
                <a:cubicBezTo>
                  <a:pt x="3441614" y="894636"/>
                  <a:pt x="3441614" y="894231"/>
                  <a:pt x="3442019" y="893826"/>
                </a:cubicBezTo>
                <a:lnTo>
                  <a:pt x="3447281" y="884921"/>
                </a:lnTo>
                <a:cubicBezTo>
                  <a:pt x="3447686" y="884516"/>
                  <a:pt x="3448091" y="884111"/>
                  <a:pt x="3448495" y="884111"/>
                </a:cubicBezTo>
                <a:close/>
                <a:moveTo>
                  <a:pt x="2437274" y="884111"/>
                </a:moveTo>
                <a:lnTo>
                  <a:pt x="2446989" y="884111"/>
                </a:lnTo>
                <a:cubicBezTo>
                  <a:pt x="2447394" y="884111"/>
                  <a:pt x="2447799" y="884516"/>
                  <a:pt x="2448204" y="884921"/>
                </a:cubicBezTo>
                <a:lnTo>
                  <a:pt x="2453062" y="893422"/>
                </a:lnTo>
                <a:cubicBezTo>
                  <a:pt x="2453466" y="893826"/>
                  <a:pt x="2453466" y="894231"/>
                  <a:pt x="2453062" y="894636"/>
                </a:cubicBezTo>
                <a:lnTo>
                  <a:pt x="2448204" y="903137"/>
                </a:lnTo>
                <a:cubicBezTo>
                  <a:pt x="2447799" y="903542"/>
                  <a:pt x="2447394" y="903947"/>
                  <a:pt x="2446989" y="903947"/>
                </a:cubicBezTo>
                <a:lnTo>
                  <a:pt x="2437274" y="903947"/>
                </a:lnTo>
                <a:cubicBezTo>
                  <a:pt x="2436869" y="903947"/>
                  <a:pt x="2436464" y="903542"/>
                  <a:pt x="2436059" y="903137"/>
                </a:cubicBezTo>
                <a:lnTo>
                  <a:pt x="2431202" y="894636"/>
                </a:lnTo>
                <a:cubicBezTo>
                  <a:pt x="2430797" y="894231"/>
                  <a:pt x="2430797" y="893826"/>
                  <a:pt x="2431202" y="893422"/>
                </a:cubicBezTo>
                <a:lnTo>
                  <a:pt x="2436059" y="884921"/>
                </a:lnTo>
                <a:cubicBezTo>
                  <a:pt x="2436464" y="884516"/>
                  <a:pt x="2436869" y="884111"/>
                  <a:pt x="2437274" y="884111"/>
                </a:cubicBezTo>
                <a:close/>
                <a:moveTo>
                  <a:pt x="3610825" y="883706"/>
                </a:moveTo>
                <a:lnTo>
                  <a:pt x="3620945" y="883706"/>
                </a:lnTo>
                <a:cubicBezTo>
                  <a:pt x="3621350" y="883706"/>
                  <a:pt x="3621755" y="884111"/>
                  <a:pt x="3622160" y="884516"/>
                </a:cubicBezTo>
                <a:lnTo>
                  <a:pt x="3627017" y="893421"/>
                </a:lnTo>
                <a:cubicBezTo>
                  <a:pt x="3627422" y="893826"/>
                  <a:pt x="3627422" y="894231"/>
                  <a:pt x="3627017" y="894636"/>
                </a:cubicBezTo>
                <a:lnTo>
                  <a:pt x="3622160" y="903542"/>
                </a:lnTo>
                <a:cubicBezTo>
                  <a:pt x="3622160" y="903947"/>
                  <a:pt x="3621755" y="904351"/>
                  <a:pt x="3620945" y="904351"/>
                </a:cubicBezTo>
                <a:lnTo>
                  <a:pt x="3610825" y="904351"/>
                </a:lnTo>
                <a:cubicBezTo>
                  <a:pt x="3610420" y="904351"/>
                  <a:pt x="3610015" y="903947"/>
                  <a:pt x="3609611" y="903542"/>
                </a:cubicBezTo>
                <a:lnTo>
                  <a:pt x="3604753" y="894636"/>
                </a:lnTo>
                <a:cubicBezTo>
                  <a:pt x="3604348" y="894231"/>
                  <a:pt x="3604348" y="893826"/>
                  <a:pt x="3604753" y="893421"/>
                </a:cubicBezTo>
                <a:lnTo>
                  <a:pt x="3609611" y="884516"/>
                </a:lnTo>
                <a:cubicBezTo>
                  <a:pt x="3610015" y="884111"/>
                  <a:pt x="3610420" y="883706"/>
                  <a:pt x="3610825" y="883706"/>
                </a:cubicBezTo>
                <a:close/>
                <a:moveTo>
                  <a:pt x="2396388" y="883706"/>
                </a:moveTo>
                <a:lnTo>
                  <a:pt x="2406913" y="883706"/>
                </a:lnTo>
                <a:cubicBezTo>
                  <a:pt x="2407317" y="883706"/>
                  <a:pt x="2407722" y="883706"/>
                  <a:pt x="2408127" y="884111"/>
                </a:cubicBezTo>
                <a:lnTo>
                  <a:pt x="2413390" y="893421"/>
                </a:lnTo>
                <a:cubicBezTo>
                  <a:pt x="2413795" y="893826"/>
                  <a:pt x="2413795" y="894231"/>
                  <a:pt x="2413390" y="894636"/>
                </a:cubicBezTo>
                <a:lnTo>
                  <a:pt x="2408127" y="903947"/>
                </a:lnTo>
                <a:cubicBezTo>
                  <a:pt x="2407722" y="904351"/>
                  <a:pt x="2407317" y="904756"/>
                  <a:pt x="2406913" y="904351"/>
                </a:cubicBezTo>
                <a:lnTo>
                  <a:pt x="2396388" y="904351"/>
                </a:lnTo>
                <a:cubicBezTo>
                  <a:pt x="2395983" y="904351"/>
                  <a:pt x="2395578" y="904351"/>
                  <a:pt x="2395173" y="903947"/>
                </a:cubicBezTo>
                <a:lnTo>
                  <a:pt x="2389911" y="894636"/>
                </a:lnTo>
                <a:cubicBezTo>
                  <a:pt x="2389506" y="894231"/>
                  <a:pt x="2389506" y="893826"/>
                  <a:pt x="2389911" y="893421"/>
                </a:cubicBezTo>
                <a:lnTo>
                  <a:pt x="2395173" y="884111"/>
                </a:lnTo>
                <a:cubicBezTo>
                  <a:pt x="2395578" y="884111"/>
                  <a:pt x="2395983" y="883706"/>
                  <a:pt x="2396388" y="883706"/>
                </a:cubicBezTo>
                <a:close/>
                <a:moveTo>
                  <a:pt x="3650496" y="883301"/>
                </a:moveTo>
                <a:lnTo>
                  <a:pt x="3662236" y="883301"/>
                </a:lnTo>
                <a:cubicBezTo>
                  <a:pt x="3662641" y="883301"/>
                  <a:pt x="3663045" y="883301"/>
                  <a:pt x="3663450" y="883706"/>
                </a:cubicBezTo>
                <a:lnTo>
                  <a:pt x="3669522" y="893826"/>
                </a:lnTo>
                <a:cubicBezTo>
                  <a:pt x="3669927" y="894231"/>
                  <a:pt x="3669927" y="894636"/>
                  <a:pt x="3669522" y="895041"/>
                </a:cubicBezTo>
                <a:lnTo>
                  <a:pt x="3663450" y="905161"/>
                </a:lnTo>
                <a:cubicBezTo>
                  <a:pt x="3663450" y="905566"/>
                  <a:pt x="3663045" y="905566"/>
                  <a:pt x="3662236" y="905566"/>
                </a:cubicBezTo>
                <a:lnTo>
                  <a:pt x="3650496" y="905566"/>
                </a:lnTo>
                <a:cubicBezTo>
                  <a:pt x="3650092" y="905566"/>
                  <a:pt x="3649686" y="905566"/>
                  <a:pt x="3649282" y="905161"/>
                </a:cubicBezTo>
                <a:lnTo>
                  <a:pt x="3643210" y="895041"/>
                </a:lnTo>
                <a:cubicBezTo>
                  <a:pt x="3642805" y="894636"/>
                  <a:pt x="3642805" y="894231"/>
                  <a:pt x="3643210" y="893826"/>
                </a:cubicBezTo>
                <a:lnTo>
                  <a:pt x="3649282" y="883706"/>
                </a:lnTo>
                <a:cubicBezTo>
                  <a:pt x="3649686" y="883706"/>
                  <a:pt x="3650092" y="883301"/>
                  <a:pt x="3650496" y="883301"/>
                </a:cubicBezTo>
                <a:close/>
                <a:moveTo>
                  <a:pt x="3206012" y="883301"/>
                </a:moveTo>
                <a:lnTo>
                  <a:pt x="3216537" y="883301"/>
                </a:lnTo>
                <a:cubicBezTo>
                  <a:pt x="3216943" y="883301"/>
                  <a:pt x="3217347" y="883706"/>
                  <a:pt x="3217752" y="884111"/>
                </a:cubicBezTo>
                <a:lnTo>
                  <a:pt x="3223015" y="893421"/>
                </a:lnTo>
                <a:cubicBezTo>
                  <a:pt x="3223420" y="893826"/>
                  <a:pt x="3223420" y="894231"/>
                  <a:pt x="3223015" y="894636"/>
                </a:cubicBezTo>
                <a:lnTo>
                  <a:pt x="3217752" y="903946"/>
                </a:lnTo>
                <a:cubicBezTo>
                  <a:pt x="3217347" y="904351"/>
                  <a:pt x="3216943" y="904756"/>
                  <a:pt x="3216537" y="904756"/>
                </a:cubicBezTo>
                <a:lnTo>
                  <a:pt x="3206012" y="904756"/>
                </a:lnTo>
                <a:cubicBezTo>
                  <a:pt x="3205608" y="904756"/>
                  <a:pt x="3205203" y="904351"/>
                  <a:pt x="3204798" y="903946"/>
                </a:cubicBezTo>
                <a:lnTo>
                  <a:pt x="3199536" y="894636"/>
                </a:lnTo>
                <a:cubicBezTo>
                  <a:pt x="3199131" y="894231"/>
                  <a:pt x="3199131" y="893826"/>
                  <a:pt x="3199536" y="893421"/>
                </a:cubicBezTo>
                <a:lnTo>
                  <a:pt x="3204798" y="884111"/>
                </a:lnTo>
                <a:cubicBezTo>
                  <a:pt x="3205203" y="883706"/>
                  <a:pt x="3205608" y="883301"/>
                  <a:pt x="3206012" y="883301"/>
                </a:cubicBezTo>
                <a:close/>
                <a:moveTo>
                  <a:pt x="3285356" y="882491"/>
                </a:moveTo>
                <a:lnTo>
                  <a:pt x="3298310" y="882491"/>
                </a:lnTo>
                <a:cubicBezTo>
                  <a:pt x="3298715" y="882491"/>
                  <a:pt x="3299120" y="882491"/>
                  <a:pt x="3299524" y="882896"/>
                </a:cubicBezTo>
                <a:lnTo>
                  <a:pt x="3306002" y="893826"/>
                </a:lnTo>
                <a:cubicBezTo>
                  <a:pt x="3306406" y="894231"/>
                  <a:pt x="3306406" y="894635"/>
                  <a:pt x="3306002" y="895040"/>
                </a:cubicBezTo>
                <a:lnTo>
                  <a:pt x="3299524" y="905970"/>
                </a:lnTo>
                <a:cubicBezTo>
                  <a:pt x="3299524" y="906375"/>
                  <a:pt x="3299120" y="906375"/>
                  <a:pt x="3298310" y="906375"/>
                </a:cubicBezTo>
                <a:lnTo>
                  <a:pt x="3285356" y="906375"/>
                </a:lnTo>
                <a:cubicBezTo>
                  <a:pt x="3284951" y="906375"/>
                  <a:pt x="3284547" y="906375"/>
                  <a:pt x="3284142" y="905970"/>
                </a:cubicBezTo>
                <a:lnTo>
                  <a:pt x="3277665" y="895040"/>
                </a:lnTo>
                <a:cubicBezTo>
                  <a:pt x="3277260" y="894635"/>
                  <a:pt x="3277260" y="894231"/>
                  <a:pt x="3277665" y="893826"/>
                </a:cubicBezTo>
                <a:lnTo>
                  <a:pt x="3284142" y="882896"/>
                </a:lnTo>
                <a:cubicBezTo>
                  <a:pt x="3284547" y="882896"/>
                  <a:pt x="3284951" y="882491"/>
                  <a:pt x="3285356" y="882491"/>
                </a:cubicBezTo>
                <a:close/>
                <a:moveTo>
                  <a:pt x="3245279" y="882086"/>
                </a:moveTo>
                <a:lnTo>
                  <a:pt x="3257424" y="882086"/>
                </a:lnTo>
                <a:cubicBezTo>
                  <a:pt x="3257828" y="882086"/>
                  <a:pt x="3258233" y="882491"/>
                  <a:pt x="3258638" y="882896"/>
                </a:cubicBezTo>
                <a:lnTo>
                  <a:pt x="3264710" y="893421"/>
                </a:lnTo>
                <a:cubicBezTo>
                  <a:pt x="3265115" y="893826"/>
                  <a:pt x="3265115" y="894230"/>
                  <a:pt x="3264710" y="894635"/>
                </a:cubicBezTo>
                <a:lnTo>
                  <a:pt x="3258638" y="905160"/>
                </a:lnTo>
                <a:cubicBezTo>
                  <a:pt x="3258638" y="905565"/>
                  <a:pt x="3258233" y="905970"/>
                  <a:pt x="3257424" y="905970"/>
                </a:cubicBezTo>
                <a:lnTo>
                  <a:pt x="3245279" y="905970"/>
                </a:lnTo>
                <a:cubicBezTo>
                  <a:pt x="3244874" y="905970"/>
                  <a:pt x="3244469" y="905565"/>
                  <a:pt x="3244065" y="905160"/>
                </a:cubicBezTo>
                <a:lnTo>
                  <a:pt x="3237993" y="894635"/>
                </a:lnTo>
                <a:cubicBezTo>
                  <a:pt x="3237588" y="894230"/>
                  <a:pt x="3237588" y="893826"/>
                  <a:pt x="3237993" y="893421"/>
                </a:cubicBezTo>
                <a:lnTo>
                  <a:pt x="3244065" y="882896"/>
                </a:lnTo>
                <a:cubicBezTo>
                  <a:pt x="3244469" y="882491"/>
                  <a:pt x="3244874" y="882086"/>
                  <a:pt x="3245279" y="882086"/>
                </a:cubicBezTo>
                <a:close/>
                <a:moveTo>
                  <a:pt x="3690573" y="881682"/>
                </a:moveTo>
                <a:lnTo>
                  <a:pt x="3703122" y="881682"/>
                </a:lnTo>
                <a:cubicBezTo>
                  <a:pt x="3703527" y="881682"/>
                  <a:pt x="3703932" y="882087"/>
                  <a:pt x="3704336" y="882492"/>
                </a:cubicBezTo>
                <a:lnTo>
                  <a:pt x="3710814" y="893422"/>
                </a:lnTo>
                <a:cubicBezTo>
                  <a:pt x="3711218" y="893826"/>
                  <a:pt x="3711218" y="894231"/>
                  <a:pt x="3710814" y="894636"/>
                </a:cubicBezTo>
                <a:lnTo>
                  <a:pt x="3704336" y="905566"/>
                </a:lnTo>
                <a:cubicBezTo>
                  <a:pt x="3704336" y="905971"/>
                  <a:pt x="3703932" y="906376"/>
                  <a:pt x="3703122" y="906376"/>
                </a:cubicBezTo>
                <a:lnTo>
                  <a:pt x="3690573" y="906376"/>
                </a:lnTo>
                <a:cubicBezTo>
                  <a:pt x="3690168" y="906376"/>
                  <a:pt x="3689763" y="905971"/>
                  <a:pt x="3689358" y="905566"/>
                </a:cubicBezTo>
                <a:lnTo>
                  <a:pt x="3682882" y="894636"/>
                </a:lnTo>
                <a:cubicBezTo>
                  <a:pt x="3682477" y="894231"/>
                  <a:pt x="3682477" y="893826"/>
                  <a:pt x="3682882" y="893422"/>
                </a:cubicBezTo>
                <a:lnTo>
                  <a:pt x="3689358" y="882492"/>
                </a:lnTo>
                <a:cubicBezTo>
                  <a:pt x="3689763" y="882087"/>
                  <a:pt x="3690168" y="881682"/>
                  <a:pt x="3690573" y="881682"/>
                </a:cubicBezTo>
                <a:close/>
                <a:moveTo>
                  <a:pt x="3326242" y="881277"/>
                </a:moveTo>
                <a:lnTo>
                  <a:pt x="3339196" y="881277"/>
                </a:lnTo>
                <a:cubicBezTo>
                  <a:pt x="3339601" y="881277"/>
                  <a:pt x="3340005" y="881682"/>
                  <a:pt x="3340411" y="882087"/>
                </a:cubicBezTo>
                <a:lnTo>
                  <a:pt x="3346887" y="893421"/>
                </a:lnTo>
                <a:cubicBezTo>
                  <a:pt x="3347292" y="893826"/>
                  <a:pt x="3347292" y="894231"/>
                  <a:pt x="3346887" y="894636"/>
                </a:cubicBezTo>
                <a:lnTo>
                  <a:pt x="3340411" y="905971"/>
                </a:lnTo>
                <a:cubicBezTo>
                  <a:pt x="3340005" y="906375"/>
                  <a:pt x="3339601" y="906780"/>
                  <a:pt x="3339196" y="906780"/>
                </a:cubicBezTo>
                <a:lnTo>
                  <a:pt x="3326242" y="906780"/>
                </a:lnTo>
                <a:cubicBezTo>
                  <a:pt x="3325837" y="906780"/>
                  <a:pt x="3325432" y="906375"/>
                  <a:pt x="3325027" y="905971"/>
                </a:cubicBezTo>
                <a:lnTo>
                  <a:pt x="3318551" y="894636"/>
                </a:lnTo>
                <a:cubicBezTo>
                  <a:pt x="3318146" y="894231"/>
                  <a:pt x="3318146" y="893826"/>
                  <a:pt x="3318551" y="893421"/>
                </a:cubicBezTo>
                <a:lnTo>
                  <a:pt x="3325027" y="882087"/>
                </a:lnTo>
                <a:cubicBezTo>
                  <a:pt x="3325432" y="881682"/>
                  <a:pt x="3325837" y="881277"/>
                  <a:pt x="3326242" y="881277"/>
                </a:cubicBezTo>
                <a:close/>
                <a:moveTo>
                  <a:pt x="3406394" y="880872"/>
                </a:moveTo>
                <a:lnTo>
                  <a:pt x="3420968" y="880872"/>
                </a:lnTo>
                <a:cubicBezTo>
                  <a:pt x="3421373" y="880872"/>
                  <a:pt x="3421778" y="880872"/>
                  <a:pt x="3422182" y="881277"/>
                </a:cubicBezTo>
                <a:lnTo>
                  <a:pt x="3429469" y="893826"/>
                </a:lnTo>
                <a:cubicBezTo>
                  <a:pt x="3429874" y="894231"/>
                  <a:pt x="3429874" y="894636"/>
                  <a:pt x="3429469" y="895040"/>
                </a:cubicBezTo>
                <a:lnTo>
                  <a:pt x="3422182" y="907590"/>
                </a:lnTo>
                <a:cubicBezTo>
                  <a:pt x="3421778" y="907994"/>
                  <a:pt x="3421373" y="907994"/>
                  <a:pt x="3420968" y="907994"/>
                </a:cubicBezTo>
                <a:lnTo>
                  <a:pt x="3406394" y="907994"/>
                </a:lnTo>
                <a:cubicBezTo>
                  <a:pt x="3405990" y="907994"/>
                  <a:pt x="3405585" y="907994"/>
                  <a:pt x="3405180" y="907590"/>
                </a:cubicBezTo>
                <a:lnTo>
                  <a:pt x="3397894" y="895040"/>
                </a:lnTo>
                <a:cubicBezTo>
                  <a:pt x="3397489" y="894636"/>
                  <a:pt x="3397489" y="894231"/>
                  <a:pt x="3397894" y="893826"/>
                </a:cubicBezTo>
                <a:lnTo>
                  <a:pt x="3405180" y="881277"/>
                </a:lnTo>
                <a:cubicBezTo>
                  <a:pt x="3405585" y="881277"/>
                  <a:pt x="3405990" y="880872"/>
                  <a:pt x="3406394" y="880872"/>
                </a:cubicBezTo>
                <a:close/>
                <a:moveTo>
                  <a:pt x="3366318" y="880467"/>
                </a:moveTo>
                <a:lnTo>
                  <a:pt x="3380082" y="880467"/>
                </a:lnTo>
                <a:cubicBezTo>
                  <a:pt x="3380486" y="880467"/>
                  <a:pt x="3380891" y="880872"/>
                  <a:pt x="3381296" y="881277"/>
                </a:cubicBezTo>
                <a:lnTo>
                  <a:pt x="3388178" y="893421"/>
                </a:lnTo>
                <a:cubicBezTo>
                  <a:pt x="3388582" y="893826"/>
                  <a:pt x="3388582" y="894231"/>
                  <a:pt x="3388178" y="894635"/>
                </a:cubicBezTo>
                <a:lnTo>
                  <a:pt x="3381296" y="906780"/>
                </a:lnTo>
                <a:cubicBezTo>
                  <a:pt x="3380891" y="907185"/>
                  <a:pt x="3380486" y="907589"/>
                  <a:pt x="3380082" y="907589"/>
                </a:cubicBezTo>
                <a:lnTo>
                  <a:pt x="3366318" y="907589"/>
                </a:lnTo>
                <a:cubicBezTo>
                  <a:pt x="3365913" y="907589"/>
                  <a:pt x="3365508" y="907185"/>
                  <a:pt x="3365104" y="906780"/>
                </a:cubicBezTo>
                <a:lnTo>
                  <a:pt x="3358222" y="894635"/>
                </a:lnTo>
                <a:cubicBezTo>
                  <a:pt x="3357817" y="894231"/>
                  <a:pt x="3357817" y="893826"/>
                  <a:pt x="3358222" y="893421"/>
                </a:cubicBezTo>
                <a:lnTo>
                  <a:pt x="3365104" y="881277"/>
                </a:lnTo>
                <a:cubicBezTo>
                  <a:pt x="3365508" y="880872"/>
                  <a:pt x="3365913" y="880467"/>
                  <a:pt x="3366318" y="880467"/>
                </a:cubicBezTo>
                <a:close/>
                <a:moveTo>
                  <a:pt x="2846134" y="851726"/>
                </a:moveTo>
                <a:lnTo>
                  <a:pt x="2848158" y="851726"/>
                </a:lnTo>
                <a:lnTo>
                  <a:pt x="2849373" y="853750"/>
                </a:lnTo>
                <a:lnTo>
                  <a:pt x="2848158" y="855774"/>
                </a:lnTo>
                <a:lnTo>
                  <a:pt x="2846134" y="855774"/>
                </a:lnTo>
                <a:lnTo>
                  <a:pt x="2844920" y="853750"/>
                </a:lnTo>
                <a:close/>
                <a:moveTo>
                  <a:pt x="4505056" y="851321"/>
                </a:moveTo>
                <a:lnTo>
                  <a:pt x="4507889" y="851321"/>
                </a:lnTo>
                <a:lnTo>
                  <a:pt x="4509104" y="853750"/>
                </a:lnTo>
                <a:lnTo>
                  <a:pt x="4507889" y="856179"/>
                </a:lnTo>
                <a:lnTo>
                  <a:pt x="4505056" y="856179"/>
                </a:lnTo>
                <a:lnTo>
                  <a:pt x="4503841" y="853750"/>
                </a:lnTo>
                <a:close/>
                <a:moveTo>
                  <a:pt x="4464979" y="851321"/>
                </a:moveTo>
                <a:lnTo>
                  <a:pt x="4467813" y="851321"/>
                </a:lnTo>
                <a:lnTo>
                  <a:pt x="4469432" y="853750"/>
                </a:lnTo>
                <a:lnTo>
                  <a:pt x="4467813" y="856179"/>
                </a:lnTo>
                <a:lnTo>
                  <a:pt x="4464979" y="856179"/>
                </a:lnTo>
                <a:lnTo>
                  <a:pt x="4463360" y="853750"/>
                </a:lnTo>
                <a:close/>
                <a:moveTo>
                  <a:pt x="4424094" y="851321"/>
                </a:moveTo>
                <a:lnTo>
                  <a:pt x="4426927" y="851321"/>
                </a:lnTo>
                <a:lnTo>
                  <a:pt x="4428142" y="853750"/>
                </a:lnTo>
                <a:lnTo>
                  <a:pt x="4426927" y="856179"/>
                </a:lnTo>
                <a:lnTo>
                  <a:pt x="4424094" y="856179"/>
                </a:lnTo>
                <a:lnTo>
                  <a:pt x="4422879" y="853750"/>
                </a:lnTo>
                <a:close/>
                <a:moveTo>
                  <a:pt x="4343131" y="851321"/>
                </a:moveTo>
                <a:lnTo>
                  <a:pt x="4345964" y="851321"/>
                </a:lnTo>
                <a:lnTo>
                  <a:pt x="4347179" y="853750"/>
                </a:lnTo>
                <a:lnTo>
                  <a:pt x="4345964" y="856179"/>
                </a:lnTo>
                <a:lnTo>
                  <a:pt x="4343131" y="856179"/>
                </a:lnTo>
                <a:lnTo>
                  <a:pt x="4341916" y="853750"/>
                </a:lnTo>
                <a:close/>
                <a:moveTo>
                  <a:pt x="4302650" y="851321"/>
                </a:moveTo>
                <a:lnTo>
                  <a:pt x="4305483" y="851321"/>
                </a:lnTo>
                <a:lnTo>
                  <a:pt x="4306698" y="853750"/>
                </a:lnTo>
                <a:lnTo>
                  <a:pt x="4305483" y="856179"/>
                </a:lnTo>
                <a:lnTo>
                  <a:pt x="4302650" y="856179"/>
                </a:lnTo>
                <a:lnTo>
                  <a:pt x="4301435" y="853750"/>
                </a:lnTo>
                <a:close/>
                <a:moveTo>
                  <a:pt x="4262573" y="851321"/>
                </a:moveTo>
                <a:lnTo>
                  <a:pt x="4265407" y="851321"/>
                </a:lnTo>
                <a:lnTo>
                  <a:pt x="4267026" y="853750"/>
                </a:lnTo>
                <a:lnTo>
                  <a:pt x="4265407" y="856179"/>
                </a:lnTo>
                <a:lnTo>
                  <a:pt x="4262573" y="856179"/>
                </a:lnTo>
                <a:lnTo>
                  <a:pt x="4260954" y="853750"/>
                </a:lnTo>
                <a:close/>
                <a:moveTo>
                  <a:pt x="2804844" y="851321"/>
                </a:moveTo>
                <a:lnTo>
                  <a:pt x="2807677" y="851321"/>
                </a:lnTo>
                <a:lnTo>
                  <a:pt x="2808892" y="853750"/>
                </a:lnTo>
                <a:lnTo>
                  <a:pt x="2807677" y="856179"/>
                </a:lnTo>
                <a:lnTo>
                  <a:pt x="2804844" y="856179"/>
                </a:lnTo>
                <a:lnTo>
                  <a:pt x="2803629" y="853750"/>
                </a:lnTo>
                <a:close/>
                <a:moveTo>
                  <a:pt x="4383612" y="850916"/>
                </a:moveTo>
                <a:lnTo>
                  <a:pt x="4386851" y="850916"/>
                </a:lnTo>
                <a:lnTo>
                  <a:pt x="4388470" y="853750"/>
                </a:lnTo>
                <a:lnTo>
                  <a:pt x="4386851" y="856583"/>
                </a:lnTo>
                <a:lnTo>
                  <a:pt x="4383612" y="856583"/>
                </a:lnTo>
                <a:lnTo>
                  <a:pt x="4381993" y="853750"/>
                </a:lnTo>
                <a:close/>
                <a:moveTo>
                  <a:pt x="4221687" y="850916"/>
                </a:moveTo>
                <a:lnTo>
                  <a:pt x="4224926" y="850916"/>
                </a:lnTo>
                <a:lnTo>
                  <a:pt x="4226545" y="853750"/>
                </a:lnTo>
                <a:lnTo>
                  <a:pt x="4224926" y="856583"/>
                </a:lnTo>
                <a:lnTo>
                  <a:pt x="4221687" y="856583"/>
                </a:lnTo>
                <a:lnTo>
                  <a:pt x="4220068" y="853750"/>
                </a:lnTo>
                <a:close/>
                <a:moveTo>
                  <a:pt x="2885805" y="850916"/>
                </a:moveTo>
                <a:lnTo>
                  <a:pt x="2889044" y="850916"/>
                </a:lnTo>
                <a:lnTo>
                  <a:pt x="2890663" y="853750"/>
                </a:lnTo>
                <a:lnTo>
                  <a:pt x="2889044" y="856583"/>
                </a:lnTo>
                <a:lnTo>
                  <a:pt x="2885805" y="856583"/>
                </a:lnTo>
                <a:lnTo>
                  <a:pt x="2884186" y="853750"/>
                </a:lnTo>
                <a:close/>
                <a:moveTo>
                  <a:pt x="4180801" y="850511"/>
                </a:moveTo>
                <a:lnTo>
                  <a:pt x="4184849" y="850511"/>
                </a:lnTo>
                <a:lnTo>
                  <a:pt x="4186873" y="853750"/>
                </a:lnTo>
                <a:lnTo>
                  <a:pt x="4184849" y="856988"/>
                </a:lnTo>
                <a:lnTo>
                  <a:pt x="4180801" y="856988"/>
                </a:lnTo>
                <a:lnTo>
                  <a:pt x="4178777" y="853750"/>
                </a:lnTo>
                <a:close/>
                <a:moveTo>
                  <a:pt x="2682994" y="850511"/>
                </a:moveTo>
                <a:lnTo>
                  <a:pt x="2686638" y="850511"/>
                </a:lnTo>
                <a:lnTo>
                  <a:pt x="2688257" y="853750"/>
                </a:lnTo>
                <a:lnTo>
                  <a:pt x="2686638" y="856988"/>
                </a:lnTo>
                <a:lnTo>
                  <a:pt x="2682994" y="856988"/>
                </a:lnTo>
                <a:lnTo>
                  <a:pt x="2681375" y="853750"/>
                </a:lnTo>
                <a:close/>
                <a:moveTo>
                  <a:pt x="4139915" y="850106"/>
                </a:moveTo>
                <a:lnTo>
                  <a:pt x="4144368" y="850106"/>
                </a:lnTo>
                <a:lnTo>
                  <a:pt x="4146392" y="853749"/>
                </a:lnTo>
                <a:lnTo>
                  <a:pt x="4144368" y="857393"/>
                </a:lnTo>
                <a:lnTo>
                  <a:pt x="4139915" y="857393"/>
                </a:lnTo>
                <a:lnTo>
                  <a:pt x="4137891" y="853749"/>
                </a:lnTo>
                <a:close/>
                <a:moveTo>
                  <a:pt x="2925882" y="850106"/>
                </a:moveTo>
                <a:lnTo>
                  <a:pt x="2929930" y="850106"/>
                </a:lnTo>
                <a:lnTo>
                  <a:pt x="2931954" y="853749"/>
                </a:lnTo>
                <a:lnTo>
                  <a:pt x="2929930" y="857393"/>
                </a:lnTo>
                <a:lnTo>
                  <a:pt x="2925882" y="857393"/>
                </a:lnTo>
                <a:lnTo>
                  <a:pt x="2923858" y="853749"/>
                </a:lnTo>
                <a:close/>
                <a:moveTo>
                  <a:pt x="2642513" y="850106"/>
                </a:moveTo>
                <a:lnTo>
                  <a:pt x="2646561" y="850106"/>
                </a:lnTo>
                <a:lnTo>
                  <a:pt x="2648585" y="853749"/>
                </a:lnTo>
                <a:lnTo>
                  <a:pt x="2646561" y="857393"/>
                </a:lnTo>
                <a:lnTo>
                  <a:pt x="2642513" y="857393"/>
                </a:lnTo>
                <a:lnTo>
                  <a:pt x="2640489" y="853749"/>
                </a:lnTo>
                <a:close/>
                <a:moveTo>
                  <a:pt x="2965959" y="849297"/>
                </a:moveTo>
                <a:lnTo>
                  <a:pt x="2970007" y="849297"/>
                </a:lnTo>
                <a:cubicBezTo>
                  <a:pt x="2970412" y="849297"/>
                  <a:pt x="2970817" y="849702"/>
                  <a:pt x="2971221" y="850107"/>
                </a:cubicBezTo>
                <a:lnTo>
                  <a:pt x="2973246" y="853345"/>
                </a:lnTo>
                <a:cubicBezTo>
                  <a:pt x="2973650" y="853750"/>
                  <a:pt x="2973650" y="854155"/>
                  <a:pt x="2973246" y="854560"/>
                </a:cubicBezTo>
                <a:lnTo>
                  <a:pt x="2971221" y="857798"/>
                </a:lnTo>
                <a:cubicBezTo>
                  <a:pt x="2971221" y="858203"/>
                  <a:pt x="2970817" y="858203"/>
                  <a:pt x="2970007" y="858608"/>
                </a:cubicBezTo>
                <a:lnTo>
                  <a:pt x="2965959" y="858608"/>
                </a:lnTo>
                <a:cubicBezTo>
                  <a:pt x="2965554" y="858608"/>
                  <a:pt x="2965149" y="858203"/>
                  <a:pt x="2964745" y="857798"/>
                </a:cubicBezTo>
                <a:lnTo>
                  <a:pt x="2962721" y="854560"/>
                </a:lnTo>
                <a:cubicBezTo>
                  <a:pt x="2962316" y="854155"/>
                  <a:pt x="2962316" y="853750"/>
                  <a:pt x="2962721" y="853345"/>
                </a:cubicBezTo>
                <a:lnTo>
                  <a:pt x="2964745" y="850107"/>
                </a:lnTo>
                <a:cubicBezTo>
                  <a:pt x="2965149" y="849702"/>
                  <a:pt x="2965554" y="849297"/>
                  <a:pt x="2965959" y="849297"/>
                </a:cubicBezTo>
                <a:close/>
                <a:moveTo>
                  <a:pt x="2601627" y="849297"/>
                </a:moveTo>
                <a:lnTo>
                  <a:pt x="2605675" y="849297"/>
                </a:lnTo>
                <a:cubicBezTo>
                  <a:pt x="2606080" y="849297"/>
                  <a:pt x="2606485" y="849702"/>
                  <a:pt x="2606890" y="850107"/>
                </a:cubicBezTo>
                <a:lnTo>
                  <a:pt x="2608914" y="853345"/>
                </a:lnTo>
                <a:cubicBezTo>
                  <a:pt x="2609319" y="853750"/>
                  <a:pt x="2609319" y="854155"/>
                  <a:pt x="2608914" y="854560"/>
                </a:cubicBezTo>
                <a:lnTo>
                  <a:pt x="2606890" y="857798"/>
                </a:lnTo>
                <a:cubicBezTo>
                  <a:pt x="2606890" y="858203"/>
                  <a:pt x="2606485" y="858203"/>
                  <a:pt x="2605675" y="858608"/>
                </a:cubicBezTo>
                <a:lnTo>
                  <a:pt x="2601627" y="858608"/>
                </a:lnTo>
                <a:cubicBezTo>
                  <a:pt x="2601222" y="858608"/>
                  <a:pt x="2600818" y="858203"/>
                  <a:pt x="2600413" y="857798"/>
                </a:cubicBezTo>
                <a:lnTo>
                  <a:pt x="2598389" y="854560"/>
                </a:lnTo>
                <a:cubicBezTo>
                  <a:pt x="2597984" y="854155"/>
                  <a:pt x="2597984" y="853750"/>
                  <a:pt x="2598389" y="853345"/>
                </a:cubicBezTo>
                <a:lnTo>
                  <a:pt x="2600413" y="850107"/>
                </a:lnTo>
                <a:cubicBezTo>
                  <a:pt x="2600818" y="849702"/>
                  <a:pt x="2601222" y="849297"/>
                  <a:pt x="2601627" y="849297"/>
                </a:cubicBezTo>
                <a:close/>
                <a:moveTo>
                  <a:pt x="2763958" y="848892"/>
                </a:moveTo>
                <a:lnTo>
                  <a:pt x="2767601" y="848892"/>
                </a:lnTo>
                <a:cubicBezTo>
                  <a:pt x="2768006" y="848892"/>
                  <a:pt x="2768410" y="849297"/>
                  <a:pt x="2768815" y="849702"/>
                </a:cubicBezTo>
                <a:lnTo>
                  <a:pt x="2770434" y="852940"/>
                </a:lnTo>
                <a:cubicBezTo>
                  <a:pt x="2770839" y="853345"/>
                  <a:pt x="2770839" y="853750"/>
                  <a:pt x="2770434" y="854155"/>
                </a:cubicBezTo>
                <a:lnTo>
                  <a:pt x="2768815" y="857393"/>
                </a:lnTo>
                <a:cubicBezTo>
                  <a:pt x="2768815" y="857798"/>
                  <a:pt x="2768410" y="858203"/>
                  <a:pt x="2767601" y="858203"/>
                </a:cubicBezTo>
                <a:lnTo>
                  <a:pt x="2763958" y="858203"/>
                </a:lnTo>
                <a:cubicBezTo>
                  <a:pt x="2763553" y="858203"/>
                  <a:pt x="2763148" y="857798"/>
                  <a:pt x="2762743" y="857393"/>
                </a:cubicBezTo>
                <a:lnTo>
                  <a:pt x="2761124" y="854155"/>
                </a:lnTo>
                <a:cubicBezTo>
                  <a:pt x="2760719" y="853750"/>
                  <a:pt x="2760719" y="853345"/>
                  <a:pt x="2761124" y="852940"/>
                </a:cubicBezTo>
                <a:lnTo>
                  <a:pt x="2762743" y="849702"/>
                </a:lnTo>
                <a:cubicBezTo>
                  <a:pt x="2763148" y="849297"/>
                  <a:pt x="2763553" y="848892"/>
                  <a:pt x="2763958" y="848892"/>
                </a:cubicBezTo>
                <a:close/>
                <a:moveTo>
                  <a:pt x="4099434" y="848082"/>
                </a:moveTo>
                <a:lnTo>
                  <a:pt x="4104291" y="848082"/>
                </a:lnTo>
                <a:cubicBezTo>
                  <a:pt x="4104696" y="848082"/>
                  <a:pt x="4105101" y="848082"/>
                  <a:pt x="4105506" y="848487"/>
                </a:cubicBezTo>
                <a:lnTo>
                  <a:pt x="4107935" y="852940"/>
                </a:lnTo>
                <a:cubicBezTo>
                  <a:pt x="4108340" y="853345"/>
                  <a:pt x="4108340" y="853749"/>
                  <a:pt x="4107935" y="854154"/>
                </a:cubicBezTo>
                <a:lnTo>
                  <a:pt x="4105506" y="858607"/>
                </a:lnTo>
                <a:cubicBezTo>
                  <a:pt x="4105101" y="859012"/>
                  <a:pt x="4104696" y="859417"/>
                  <a:pt x="4104291" y="859012"/>
                </a:cubicBezTo>
                <a:lnTo>
                  <a:pt x="4099434" y="859012"/>
                </a:lnTo>
                <a:cubicBezTo>
                  <a:pt x="4099029" y="859012"/>
                  <a:pt x="4098624" y="859012"/>
                  <a:pt x="4098219" y="858607"/>
                </a:cubicBezTo>
                <a:lnTo>
                  <a:pt x="4095791" y="854154"/>
                </a:lnTo>
                <a:cubicBezTo>
                  <a:pt x="4095386" y="853749"/>
                  <a:pt x="4095386" y="853345"/>
                  <a:pt x="4095791" y="852940"/>
                </a:cubicBezTo>
                <a:lnTo>
                  <a:pt x="4098219" y="848487"/>
                </a:lnTo>
                <a:cubicBezTo>
                  <a:pt x="4098624" y="848487"/>
                  <a:pt x="4099029" y="848082"/>
                  <a:pt x="4099434" y="848082"/>
                </a:cubicBezTo>
                <a:close/>
                <a:moveTo>
                  <a:pt x="4058953" y="848082"/>
                </a:moveTo>
                <a:lnTo>
                  <a:pt x="4063406" y="848082"/>
                </a:lnTo>
                <a:cubicBezTo>
                  <a:pt x="4063810" y="848082"/>
                  <a:pt x="4064215" y="848487"/>
                  <a:pt x="4064620" y="848892"/>
                </a:cubicBezTo>
                <a:lnTo>
                  <a:pt x="4067049" y="852940"/>
                </a:lnTo>
                <a:cubicBezTo>
                  <a:pt x="4067454" y="853345"/>
                  <a:pt x="4067454" y="853749"/>
                  <a:pt x="4067049" y="854154"/>
                </a:cubicBezTo>
                <a:lnTo>
                  <a:pt x="4064620" y="858202"/>
                </a:lnTo>
                <a:cubicBezTo>
                  <a:pt x="4064620" y="858607"/>
                  <a:pt x="4064215" y="859012"/>
                  <a:pt x="4063406" y="859012"/>
                </a:cubicBezTo>
                <a:lnTo>
                  <a:pt x="4058953" y="859012"/>
                </a:lnTo>
                <a:cubicBezTo>
                  <a:pt x="4058548" y="859012"/>
                  <a:pt x="4058143" y="858607"/>
                  <a:pt x="4057738" y="858202"/>
                </a:cubicBezTo>
                <a:lnTo>
                  <a:pt x="4055310" y="854154"/>
                </a:lnTo>
                <a:cubicBezTo>
                  <a:pt x="4054905" y="853749"/>
                  <a:pt x="4054905" y="853345"/>
                  <a:pt x="4055310" y="852940"/>
                </a:cubicBezTo>
                <a:lnTo>
                  <a:pt x="4057738" y="848892"/>
                </a:lnTo>
                <a:cubicBezTo>
                  <a:pt x="4058143" y="848487"/>
                  <a:pt x="4058548" y="848082"/>
                  <a:pt x="4058953" y="848082"/>
                </a:cubicBezTo>
                <a:close/>
                <a:moveTo>
                  <a:pt x="2722666" y="848082"/>
                </a:moveTo>
                <a:lnTo>
                  <a:pt x="2728333" y="848082"/>
                </a:lnTo>
                <a:cubicBezTo>
                  <a:pt x="2728738" y="848082"/>
                  <a:pt x="2729143" y="848082"/>
                  <a:pt x="2729548" y="848487"/>
                </a:cubicBezTo>
                <a:lnTo>
                  <a:pt x="2732381" y="853345"/>
                </a:lnTo>
                <a:cubicBezTo>
                  <a:pt x="2732786" y="853749"/>
                  <a:pt x="2732786" y="854154"/>
                  <a:pt x="2732381" y="854559"/>
                </a:cubicBezTo>
                <a:lnTo>
                  <a:pt x="2729548" y="859417"/>
                </a:lnTo>
                <a:cubicBezTo>
                  <a:pt x="2729143" y="859822"/>
                  <a:pt x="2728738" y="859822"/>
                  <a:pt x="2728333" y="859822"/>
                </a:cubicBezTo>
                <a:lnTo>
                  <a:pt x="2722666" y="859822"/>
                </a:lnTo>
                <a:cubicBezTo>
                  <a:pt x="2722261" y="859822"/>
                  <a:pt x="2721856" y="859822"/>
                  <a:pt x="2721452" y="859417"/>
                </a:cubicBezTo>
                <a:lnTo>
                  <a:pt x="2718618" y="854559"/>
                </a:lnTo>
                <a:cubicBezTo>
                  <a:pt x="2718213" y="854154"/>
                  <a:pt x="2718213" y="853749"/>
                  <a:pt x="2718618" y="853345"/>
                </a:cubicBezTo>
                <a:lnTo>
                  <a:pt x="2721452" y="848487"/>
                </a:lnTo>
                <a:cubicBezTo>
                  <a:pt x="2721856" y="848487"/>
                  <a:pt x="2722261" y="848082"/>
                  <a:pt x="2722666" y="848082"/>
                </a:cubicBezTo>
                <a:close/>
                <a:moveTo>
                  <a:pt x="2560742" y="847677"/>
                </a:moveTo>
                <a:lnTo>
                  <a:pt x="2566004" y="847677"/>
                </a:lnTo>
                <a:cubicBezTo>
                  <a:pt x="2566409" y="847677"/>
                  <a:pt x="2566814" y="847677"/>
                  <a:pt x="2567219" y="848082"/>
                </a:cubicBezTo>
                <a:lnTo>
                  <a:pt x="2570052" y="852940"/>
                </a:lnTo>
                <a:cubicBezTo>
                  <a:pt x="2570457" y="853344"/>
                  <a:pt x="2570457" y="853749"/>
                  <a:pt x="2570052" y="854154"/>
                </a:cubicBezTo>
                <a:lnTo>
                  <a:pt x="2567219" y="859012"/>
                </a:lnTo>
                <a:cubicBezTo>
                  <a:pt x="2567219" y="859417"/>
                  <a:pt x="2566814" y="859821"/>
                  <a:pt x="2566004" y="859417"/>
                </a:cubicBezTo>
                <a:lnTo>
                  <a:pt x="2560742" y="859417"/>
                </a:lnTo>
                <a:cubicBezTo>
                  <a:pt x="2560337" y="859417"/>
                  <a:pt x="2559932" y="859417"/>
                  <a:pt x="2559527" y="859012"/>
                </a:cubicBezTo>
                <a:lnTo>
                  <a:pt x="2556694" y="854154"/>
                </a:lnTo>
                <a:cubicBezTo>
                  <a:pt x="2556289" y="853749"/>
                  <a:pt x="2556289" y="853344"/>
                  <a:pt x="2556694" y="852940"/>
                </a:cubicBezTo>
                <a:lnTo>
                  <a:pt x="2559527" y="848082"/>
                </a:lnTo>
                <a:cubicBezTo>
                  <a:pt x="2559932" y="848082"/>
                  <a:pt x="2560337" y="847677"/>
                  <a:pt x="2560742" y="847677"/>
                </a:cubicBezTo>
                <a:close/>
                <a:moveTo>
                  <a:pt x="4017661" y="847273"/>
                </a:moveTo>
                <a:lnTo>
                  <a:pt x="4023734" y="847273"/>
                </a:lnTo>
                <a:cubicBezTo>
                  <a:pt x="4024138" y="847273"/>
                  <a:pt x="4024543" y="847678"/>
                  <a:pt x="4024948" y="848083"/>
                </a:cubicBezTo>
                <a:lnTo>
                  <a:pt x="4028186" y="853345"/>
                </a:lnTo>
                <a:cubicBezTo>
                  <a:pt x="4028592" y="853750"/>
                  <a:pt x="4028592" y="854155"/>
                  <a:pt x="4028186" y="854560"/>
                </a:cubicBezTo>
                <a:lnTo>
                  <a:pt x="4024948" y="859822"/>
                </a:lnTo>
                <a:cubicBezTo>
                  <a:pt x="4024948" y="860227"/>
                  <a:pt x="4024543" y="860227"/>
                  <a:pt x="4023734" y="860227"/>
                </a:cubicBezTo>
                <a:lnTo>
                  <a:pt x="4017661" y="860227"/>
                </a:lnTo>
                <a:cubicBezTo>
                  <a:pt x="4017257" y="860227"/>
                  <a:pt x="4016852" y="860227"/>
                  <a:pt x="4016447" y="859822"/>
                </a:cubicBezTo>
                <a:lnTo>
                  <a:pt x="4013209" y="854560"/>
                </a:lnTo>
                <a:cubicBezTo>
                  <a:pt x="4012804" y="854155"/>
                  <a:pt x="4012804" y="853750"/>
                  <a:pt x="4013209" y="853345"/>
                </a:cubicBezTo>
                <a:lnTo>
                  <a:pt x="4016447" y="848083"/>
                </a:lnTo>
                <a:cubicBezTo>
                  <a:pt x="4016852" y="847678"/>
                  <a:pt x="4017257" y="847273"/>
                  <a:pt x="4017661" y="847273"/>
                </a:cubicBezTo>
                <a:close/>
                <a:moveTo>
                  <a:pt x="3086592" y="847273"/>
                </a:moveTo>
                <a:lnTo>
                  <a:pt x="3092665" y="847273"/>
                </a:lnTo>
                <a:cubicBezTo>
                  <a:pt x="3093069" y="847273"/>
                  <a:pt x="3093474" y="847678"/>
                  <a:pt x="3093879" y="848083"/>
                </a:cubicBezTo>
                <a:lnTo>
                  <a:pt x="3097117" y="853345"/>
                </a:lnTo>
                <a:cubicBezTo>
                  <a:pt x="3097523" y="853750"/>
                  <a:pt x="3097523" y="854155"/>
                  <a:pt x="3097117" y="854560"/>
                </a:cubicBezTo>
                <a:lnTo>
                  <a:pt x="3093879" y="859822"/>
                </a:lnTo>
                <a:cubicBezTo>
                  <a:pt x="3093879" y="860227"/>
                  <a:pt x="3093474" y="860227"/>
                  <a:pt x="3092665" y="860632"/>
                </a:cubicBezTo>
                <a:lnTo>
                  <a:pt x="3086592" y="860632"/>
                </a:lnTo>
                <a:cubicBezTo>
                  <a:pt x="3086188" y="860632"/>
                  <a:pt x="3085783" y="860227"/>
                  <a:pt x="3085378" y="859822"/>
                </a:cubicBezTo>
                <a:lnTo>
                  <a:pt x="3082140" y="854560"/>
                </a:lnTo>
                <a:cubicBezTo>
                  <a:pt x="3081735" y="854155"/>
                  <a:pt x="3081735" y="853750"/>
                  <a:pt x="3082140" y="853345"/>
                </a:cubicBezTo>
                <a:lnTo>
                  <a:pt x="3085378" y="848083"/>
                </a:lnTo>
                <a:cubicBezTo>
                  <a:pt x="3085783" y="847678"/>
                  <a:pt x="3086188" y="847273"/>
                  <a:pt x="3086592" y="847273"/>
                </a:cubicBezTo>
                <a:close/>
                <a:moveTo>
                  <a:pt x="2519856" y="847273"/>
                </a:moveTo>
                <a:lnTo>
                  <a:pt x="2525928" y="847273"/>
                </a:lnTo>
                <a:cubicBezTo>
                  <a:pt x="2526333" y="847273"/>
                  <a:pt x="2526737" y="847678"/>
                  <a:pt x="2527142" y="848083"/>
                </a:cubicBezTo>
                <a:lnTo>
                  <a:pt x="2530381" y="853345"/>
                </a:lnTo>
                <a:cubicBezTo>
                  <a:pt x="2530785" y="853750"/>
                  <a:pt x="2530785" y="854155"/>
                  <a:pt x="2530381" y="854560"/>
                </a:cubicBezTo>
                <a:lnTo>
                  <a:pt x="2527142" y="859822"/>
                </a:lnTo>
                <a:cubicBezTo>
                  <a:pt x="2527142" y="860227"/>
                  <a:pt x="2526737" y="860227"/>
                  <a:pt x="2525928" y="860632"/>
                </a:cubicBezTo>
                <a:lnTo>
                  <a:pt x="2519856" y="860632"/>
                </a:lnTo>
                <a:cubicBezTo>
                  <a:pt x="2519451" y="860632"/>
                  <a:pt x="2519046" y="860227"/>
                  <a:pt x="2518641" y="859822"/>
                </a:cubicBezTo>
                <a:lnTo>
                  <a:pt x="2515403" y="854560"/>
                </a:lnTo>
                <a:cubicBezTo>
                  <a:pt x="2514998" y="854155"/>
                  <a:pt x="2514998" y="853750"/>
                  <a:pt x="2515403" y="853345"/>
                </a:cubicBezTo>
                <a:lnTo>
                  <a:pt x="2518641" y="848083"/>
                </a:lnTo>
                <a:cubicBezTo>
                  <a:pt x="2519046" y="847678"/>
                  <a:pt x="2519451" y="847273"/>
                  <a:pt x="2519856" y="847273"/>
                </a:cubicBezTo>
                <a:close/>
                <a:moveTo>
                  <a:pt x="3045706" y="846868"/>
                </a:moveTo>
                <a:lnTo>
                  <a:pt x="3052183" y="846868"/>
                </a:lnTo>
                <a:cubicBezTo>
                  <a:pt x="3052588" y="846868"/>
                  <a:pt x="3052993" y="846868"/>
                  <a:pt x="3053398" y="847273"/>
                </a:cubicBezTo>
                <a:lnTo>
                  <a:pt x="3056636" y="852940"/>
                </a:lnTo>
                <a:cubicBezTo>
                  <a:pt x="3057041" y="853345"/>
                  <a:pt x="3057041" y="853750"/>
                  <a:pt x="3056636" y="854155"/>
                </a:cubicBezTo>
                <a:lnTo>
                  <a:pt x="3053398" y="859822"/>
                </a:lnTo>
                <a:cubicBezTo>
                  <a:pt x="3053398" y="860227"/>
                  <a:pt x="3052993" y="860632"/>
                  <a:pt x="3052183" y="860227"/>
                </a:cubicBezTo>
                <a:lnTo>
                  <a:pt x="3045706" y="860227"/>
                </a:lnTo>
                <a:cubicBezTo>
                  <a:pt x="3045302" y="860227"/>
                  <a:pt x="3044897" y="860227"/>
                  <a:pt x="3044492" y="859822"/>
                </a:cubicBezTo>
                <a:lnTo>
                  <a:pt x="3041254" y="854155"/>
                </a:lnTo>
                <a:cubicBezTo>
                  <a:pt x="3040849" y="853750"/>
                  <a:pt x="3040849" y="853345"/>
                  <a:pt x="3041254" y="852940"/>
                </a:cubicBezTo>
                <a:lnTo>
                  <a:pt x="3044492" y="847273"/>
                </a:lnTo>
                <a:cubicBezTo>
                  <a:pt x="3044897" y="847273"/>
                  <a:pt x="3045302" y="846868"/>
                  <a:pt x="3045706" y="846868"/>
                </a:cubicBezTo>
                <a:close/>
                <a:moveTo>
                  <a:pt x="3814446" y="846463"/>
                </a:moveTo>
                <a:lnTo>
                  <a:pt x="3821732" y="846463"/>
                </a:lnTo>
                <a:cubicBezTo>
                  <a:pt x="3822137" y="846463"/>
                  <a:pt x="3822542" y="846868"/>
                  <a:pt x="3822947" y="847273"/>
                </a:cubicBezTo>
                <a:lnTo>
                  <a:pt x="3826590" y="853345"/>
                </a:lnTo>
                <a:cubicBezTo>
                  <a:pt x="3826995" y="853750"/>
                  <a:pt x="3826995" y="854155"/>
                  <a:pt x="3826590" y="854559"/>
                </a:cubicBezTo>
                <a:lnTo>
                  <a:pt x="3822947" y="860631"/>
                </a:lnTo>
                <a:cubicBezTo>
                  <a:pt x="3822947" y="861036"/>
                  <a:pt x="3822542" y="861036"/>
                  <a:pt x="3821732" y="861441"/>
                </a:cubicBezTo>
                <a:lnTo>
                  <a:pt x="3814446" y="861441"/>
                </a:lnTo>
                <a:cubicBezTo>
                  <a:pt x="3814041" y="861441"/>
                  <a:pt x="3813636" y="861036"/>
                  <a:pt x="3813231" y="860631"/>
                </a:cubicBezTo>
                <a:lnTo>
                  <a:pt x="3809588" y="854559"/>
                </a:lnTo>
                <a:cubicBezTo>
                  <a:pt x="3809183" y="854155"/>
                  <a:pt x="3809183" y="853750"/>
                  <a:pt x="3809588" y="853345"/>
                </a:cubicBezTo>
                <a:lnTo>
                  <a:pt x="3813231" y="847273"/>
                </a:lnTo>
                <a:cubicBezTo>
                  <a:pt x="3813636" y="846868"/>
                  <a:pt x="3814041" y="846463"/>
                  <a:pt x="3814446" y="846463"/>
                </a:cubicBezTo>
                <a:close/>
                <a:moveTo>
                  <a:pt x="2478564" y="846463"/>
                </a:moveTo>
                <a:lnTo>
                  <a:pt x="2485851" y="846463"/>
                </a:lnTo>
                <a:cubicBezTo>
                  <a:pt x="2486256" y="846463"/>
                  <a:pt x="2486661" y="846868"/>
                  <a:pt x="2487065" y="847273"/>
                </a:cubicBezTo>
                <a:lnTo>
                  <a:pt x="2490709" y="853345"/>
                </a:lnTo>
                <a:cubicBezTo>
                  <a:pt x="2491113" y="853750"/>
                  <a:pt x="2491113" y="854155"/>
                  <a:pt x="2490709" y="854559"/>
                </a:cubicBezTo>
                <a:lnTo>
                  <a:pt x="2487065" y="860631"/>
                </a:lnTo>
                <a:cubicBezTo>
                  <a:pt x="2487065" y="861036"/>
                  <a:pt x="2486661" y="861036"/>
                  <a:pt x="2485851" y="861441"/>
                </a:cubicBezTo>
                <a:lnTo>
                  <a:pt x="2478564" y="861441"/>
                </a:lnTo>
                <a:cubicBezTo>
                  <a:pt x="2478159" y="861441"/>
                  <a:pt x="2477755" y="861036"/>
                  <a:pt x="2477350" y="860631"/>
                </a:cubicBezTo>
                <a:lnTo>
                  <a:pt x="2473707" y="854559"/>
                </a:lnTo>
                <a:cubicBezTo>
                  <a:pt x="2473302" y="854155"/>
                  <a:pt x="2473302" y="853750"/>
                  <a:pt x="2473707" y="853345"/>
                </a:cubicBezTo>
                <a:lnTo>
                  <a:pt x="2477350" y="847273"/>
                </a:lnTo>
                <a:cubicBezTo>
                  <a:pt x="2477755" y="846868"/>
                  <a:pt x="2478159" y="846463"/>
                  <a:pt x="2478564" y="846463"/>
                </a:cubicBezTo>
                <a:close/>
                <a:moveTo>
                  <a:pt x="3855331" y="846058"/>
                </a:moveTo>
                <a:lnTo>
                  <a:pt x="3862213" y="846058"/>
                </a:lnTo>
                <a:cubicBezTo>
                  <a:pt x="3862618" y="846058"/>
                  <a:pt x="3863023" y="846463"/>
                  <a:pt x="3863428" y="846868"/>
                </a:cubicBezTo>
                <a:lnTo>
                  <a:pt x="3866666" y="852940"/>
                </a:lnTo>
                <a:cubicBezTo>
                  <a:pt x="3867071" y="853345"/>
                  <a:pt x="3867071" y="853749"/>
                  <a:pt x="3866666" y="854154"/>
                </a:cubicBezTo>
                <a:lnTo>
                  <a:pt x="3863428" y="860226"/>
                </a:lnTo>
                <a:cubicBezTo>
                  <a:pt x="3863023" y="860631"/>
                  <a:pt x="3863023" y="861036"/>
                  <a:pt x="3862213" y="861036"/>
                </a:cubicBezTo>
                <a:lnTo>
                  <a:pt x="3855331" y="861036"/>
                </a:lnTo>
                <a:cubicBezTo>
                  <a:pt x="3854927" y="861036"/>
                  <a:pt x="3854522" y="860631"/>
                  <a:pt x="3854117" y="860226"/>
                </a:cubicBezTo>
                <a:lnTo>
                  <a:pt x="3850879" y="854154"/>
                </a:lnTo>
                <a:cubicBezTo>
                  <a:pt x="3850474" y="853749"/>
                  <a:pt x="3850474" y="853345"/>
                  <a:pt x="3850879" y="852940"/>
                </a:cubicBezTo>
                <a:lnTo>
                  <a:pt x="3854117" y="846868"/>
                </a:lnTo>
                <a:cubicBezTo>
                  <a:pt x="3854522" y="846463"/>
                  <a:pt x="3854927" y="846058"/>
                  <a:pt x="3855331" y="846058"/>
                </a:cubicBezTo>
                <a:close/>
                <a:moveTo>
                  <a:pt x="3976775" y="845653"/>
                </a:moveTo>
                <a:lnTo>
                  <a:pt x="3984062" y="845653"/>
                </a:lnTo>
                <a:cubicBezTo>
                  <a:pt x="3984467" y="845653"/>
                  <a:pt x="3984872" y="846058"/>
                  <a:pt x="3985276" y="846463"/>
                </a:cubicBezTo>
                <a:lnTo>
                  <a:pt x="3988920" y="852940"/>
                </a:lnTo>
                <a:cubicBezTo>
                  <a:pt x="3989325" y="853344"/>
                  <a:pt x="3989325" y="853749"/>
                  <a:pt x="3988920" y="854154"/>
                </a:cubicBezTo>
                <a:lnTo>
                  <a:pt x="3985276" y="860631"/>
                </a:lnTo>
                <a:cubicBezTo>
                  <a:pt x="3984872" y="861036"/>
                  <a:pt x="3984467" y="861441"/>
                  <a:pt x="3984062" y="861441"/>
                </a:cubicBezTo>
                <a:lnTo>
                  <a:pt x="3976775" y="861441"/>
                </a:lnTo>
                <a:cubicBezTo>
                  <a:pt x="3976371" y="861441"/>
                  <a:pt x="3975966" y="861036"/>
                  <a:pt x="3975561" y="860631"/>
                </a:cubicBezTo>
                <a:lnTo>
                  <a:pt x="3971918" y="854154"/>
                </a:lnTo>
                <a:cubicBezTo>
                  <a:pt x="3971513" y="853749"/>
                  <a:pt x="3971513" y="853344"/>
                  <a:pt x="3971918" y="852940"/>
                </a:cubicBezTo>
                <a:lnTo>
                  <a:pt x="3975561" y="846463"/>
                </a:lnTo>
                <a:cubicBezTo>
                  <a:pt x="3975966" y="846058"/>
                  <a:pt x="3976371" y="845653"/>
                  <a:pt x="3976775" y="845653"/>
                </a:cubicBezTo>
                <a:close/>
                <a:moveTo>
                  <a:pt x="3895408" y="845653"/>
                </a:moveTo>
                <a:lnTo>
                  <a:pt x="3903505" y="845653"/>
                </a:lnTo>
                <a:cubicBezTo>
                  <a:pt x="3903909" y="845653"/>
                  <a:pt x="3904314" y="846058"/>
                  <a:pt x="3904719" y="846463"/>
                </a:cubicBezTo>
                <a:lnTo>
                  <a:pt x="3908767" y="853344"/>
                </a:lnTo>
                <a:cubicBezTo>
                  <a:pt x="3909172" y="853749"/>
                  <a:pt x="3909172" y="854154"/>
                  <a:pt x="3908767" y="854559"/>
                </a:cubicBezTo>
                <a:lnTo>
                  <a:pt x="3904719" y="861441"/>
                </a:lnTo>
                <a:cubicBezTo>
                  <a:pt x="3904314" y="861846"/>
                  <a:pt x="3903909" y="861846"/>
                  <a:pt x="3903505" y="861846"/>
                </a:cubicBezTo>
                <a:lnTo>
                  <a:pt x="3895408" y="861846"/>
                </a:lnTo>
                <a:cubicBezTo>
                  <a:pt x="3895004" y="861846"/>
                  <a:pt x="3894598" y="861846"/>
                  <a:pt x="3894194" y="861441"/>
                </a:cubicBezTo>
                <a:lnTo>
                  <a:pt x="3890146" y="854559"/>
                </a:lnTo>
                <a:cubicBezTo>
                  <a:pt x="3889741" y="854154"/>
                  <a:pt x="3889741" y="853749"/>
                  <a:pt x="3890146" y="853344"/>
                </a:cubicBezTo>
                <a:lnTo>
                  <a:pt x="3894194" y="846463"/>
                </a:lnTo>
                <a:cubicBezTo>
                  <a:pt x="3894598" y="846058"/>
                  <a:pt x="3895004" y="845653"/>
                  <a:pt x="3895408" y="845653"/>
                </a:cubicBezTo>
                <a:close/>
                <a:moveTo>
                  <a:pt x="3126669" y="845653"/>
                </a:moveTo>
                <a:lnTo>
                  <a:pt x="3133956" y="845653"/>
                </a:lnTo>
                <a:cubicBezTo>
                  <a:pt x="3134361" y="845653"/>
                  <a:pt x="3134766" y="846058"/>
                  <a:pt x="3135170" y="846463"/>
                </a:cubicBezTo>
                <a:lnTo>
                  <a:pt x="3138814" y="852940"/>
                </a:lnTo>
                <a:cubicBezTo>
                  <a:pt x="3139219" y="853344"/>
                  <a:pt x="3139219" y="853749"/>
                  <a:pt x="3138814" y="854154"/>
                </a:cubicBezTo>
                <a:lnTo>
                  <a:pt x="3135170" y="860631"/>
                </a:lnTo>
                <a:cubicBezTo>
                  <a:pt x="3134766" y="861036"/>
                  <a:pt x="3134361" y="861441"/>
                  <a:pt x="3133956" y="861441"/>
                </a:cubicBezTo>
                <a:lnTo>
                  <a:pt x="3126669" y="861441"/>
                </a:lnTo>
                <a:cubicBezTo>
                  <a:pt x="3126265" y="861441"/>
                  <a:pt x="3125860" y="861036"/>
                  <a:pt x="3125455" y="860631"/>
                </a:cubicBezTo>
                <a:lnTo>
                  <a:pt x="3121812" y="854154"/>
                </a:lnTo>
                <a:cubicBezTo>
                  <a:pt x="3121407" y="853749"/>
                  <a:pt x="3121407" y="853344"/>
                  <a:pt x="3121812" y="852940"/>
                </a:cubicBezTo>
                <a:lnTo>
                  <a:pt x="3125455" y="846463"/>
                </a:lnTo>
                <a:cubicBezTo>
                  <a:pt x="3125860" y="846058"/>
                  <a:pt x="3126265" y="845653"/>
                  <a:pt x="3126669" y="845653"/>
                </a:cubicBezTo>
                <a:close/>
                <a:moveTo>
                  <a:pt x="3004820" y="845249"/>
                </a:moveTo>
                <a:lnTo>
                  <a:pt x="3012512" y="845249"/>
                </a:lnTo>
                <a:cubicBezTo>
                  <a:pt x="3012917" y="845249"/>
                  <a:pt x="3013321" y="845654"/>
                  <a:pt x="3013726" y="846059"/>
                </a:cubicBezTo>
                <a:lnTo>
                  <a:pt x="3017774" y="852940"/>
                </a:lnTo>
                <a:cubicBezTo>
                  <a:pt x="3018179" y="853345"/>
                  <a:pt x="3018179" y="853750"/>
                  <a:pt x="3017774" y="854155"/>
                </a:cubicBezTo>
                <a:lnTo>
                  <a:pt x="3013726" y="861037"/>
                </a:lnTo>
                <a:cubicBezTo>
                  <a:pt x="3013726" y="861442"/>
                  <a:pt x="3013321" y="861846"/>
                  <a:pt x="3012512" y="861846"/>
                </a:cubicBezTo>
                <a:lnTo>
                  <a:pt x="3004820" y="861846"/>
                </a:lnTo>
                <a:cubicBezTo>
                  <a:pt x="3004416" y="861846"/>
                  <a:pt x="3004010" y="861442"/>
                  <a:pt x="3003606" y="861037"/>
                </a:cubicBezTo>
                <a:lnTo>
                  <a:pt x="2999558" y="854155"/>
                </a:lnTo>
                <a:cubicBezTo>
                  <a:pt x="2999153" y="853750"/>
                  <a:pt x="2999153" y="853345"/>
                  <a:pt x="2999558" y="852940"/>
                </a:cubicBezTo>
                <a:lnTo>
                  <a:pt x="3003606" y="846059"/>
                </a:lnTo>
                <a:cubicBezTo>
                  <a:pt x="3004010" y="845654"/>
                  <a:pt x="3004416" y="845249"/>
                  <a:pt x="3004820" y="845249"/>
                </a:cubicBezTo>
                <a:close/>
                <a:moveTo>
                  <a:pt x="2438083" y="845249"/>
                </a:moveTo>
                <a:lnTo>
                  <a:pt x="2446179" y="845249"/>
                </a:lnTo>
                <a:cubicBezTo>
                  <a:pt x="2446584" y="845249"/>
                  <a:pt x="2446989" y="845249"/>
                  <a:pt x="2447394" y="845654"/>
                </a:cubicBezTo>
                <a:lnTo>
                  <a:pt x="2451442" y="852940"/>
                </a:lnTo>
                <a:cubicBezTo>
                  <a:pt x="2451847" y="853345"/>
                  <a:pt x="2451847" y="853750"/>
                  <a:pt x="2451442" y="854155"/>
                </a:cubicBezTo>
                <a:lnTo>
                  <a:pt x="2447394" y="861442"/>
                </a:lnTo>
                <a:cubicBezTo>
                  <a:pt x="2446989" y="861846"/>
                  <a:pt x="2446584" y="862251"/>
                  <a:pt x="2446179" y="861846"/>
                </a:cubicBezTo>
                <a:lnTo>
                  <a:pt x="2438083" y="861846"/>
                </a:lnTo>
                <a:cubicBezTo>
                  <a:pt x="2437678" y="861846"/>
                  <a:pt x="2437274" y="861846"/>
                  <a:pt x="2436869" y="861442"/>
                </a:cubicBezTo>
                <a:lnTo>
                  <a:pt x="2432821" y="854155"/>
                </a:lnTo>
                <a:cubicBezTo>
                  <a:pt x="2432416" y="853750"/>
                  <a:pt x="2432416" y="853345"/>
                  <a:pt x="2432821" y="852940"/>
                </a:cubicBezTo>
                <a:lnTo>
                  <a:pt x="2436869" y="845654"/>
                </a:lnTo>
                <a:cubicBezTo>
                  <a:pt x="2437274" y="845654"/>
                  <a:pt x="2437678" y="845249"/>
                  <a:pt x="2438083" y="845249"/>
                </a:cubicBezTo>
                <a:close/>
                <a:moveTo>
                  <a:pt x="3166341" y="844844"/>
                </a:moveTo>
                <a:lnTo>
                  <a:pt x="3175247" y="844844"/>
                </a:lnTo>
                <a:cubicBezTo>
                  <a:pt x="3175651" y="844844"/>
                  <a:pt x="3176056" y="844844"/>
                  <a:pt x="3176461" y="845249"/>
                </a:cubicBezTo>
                <a:lnTo>
                  <a:pt x="3180914" y="852940"/>
                </a:lnTo>
                <a:cubicBezTo>
                  <a:pt x="3181319" y="853345"/>
                  <a:pt x="3181319" y="853750"/>
                  <a:pt x="3180914" y="854155"/>
                </a:cubicBezTo>
                <a:lnTo>
                  <a:pt x="3176461" y="861846"/>
                </a:lnTo>
                <a:cubicBezTo>
                  <a:pt x="3176056" y="862251"/>
                  <a:pt x="3175651" y="862656"/>
                  <a:pt x="3175247" y="862251"/>
                </a:cubicBezTo>
                <a:lnTo>
                  <a:pt x="3166341" y="862251"/>
                </a:lnTo>
                <a:cubicBezTo>
                  <a:pt x="3165936" y="862251"/>
                  <a:pt x="3165531" y="862251"/>
                  <a:pt x="3165126" y="861846"/>
                </a:cubicBezTo>
                <a:lnTo>
                  <a:pt x="3160674" y="854155"/>
                </a:lnTo>
                <a:cubicBezTo>
                  <a:pt x="3160269" y="853750"/>
                  <a:pt x="3160269" y="853345"/>
                  <a:pt x="3160674" y="852940"/>
                </a:cubicBezTo>
                <a:lnTo>
                  <a:pt x="3165126" y="845249"/>
                </a:lnTo>
                <a:cubicBezTo>
                  <a:pt x="3165531" y="845249"/>
                  <a:pt x="3165936" y="844844"/>
                  <a:pt x="3166341" y="844844"/>
                </a:cubicBezTo>
                <a:close/>
                <a:moveTo>
                  <a:pt x="2316235" y="844844"/>
                </a:moveTo>
                <a:lnTo>
                  <a:pt x="2325141" y="844844"/>
                </a:lnTo>
                <a:cubicBezTo>
                  <a:pt x="2325546" y="844844"/>
                  <a:pt x="2325951" y="845249"/>
                  <a:pt x="2326355" y="845654"/>
                </a:cubicBezTo>
                <a:lnTo>
                  <a:pt x="2330808" y="853345"/>
                </a:lnTo>
                <a:cubicBezTo>
                  <a:pt x="2331213" y="853750"/>
                  <a:pt x="2331213" y="854155"/>
                  <a:pt x="2330808" y="854559"/>
                </a:cubicBezTo>
                <a:lnTo>
                  <a:pt x="2326355" y="862251"/>
                </a:lnTo>
                <a:cubicBezTo>
                  <a:pt x="2325951" y="862656"/>
                  <a:pt x="2325546" y="862656"/>
                  <a:pt x="2325141" y="863061"/>
                </a:cubicBezTo>
                <a:lnTo>
                  <a:pt x="2316235" y="863061"/>
                </a:lnTo>
                <a:cubicBezTo>
                  <a:pt x="2315830" y="863061"/>
                  <a:pt x="2315426" y="862656"/>
                  <a:pt x="2315021" y="862251"/>
                </a:cubicBezTo>
                <a:lnTo>
                  <a:pt x="2310568" y="854559"/>
                </a:lnTo>
                <a:cubicBezTo>
                  <a:pt x="2310163" y="854155"/>
                  <a:pt x="2310163" y="853750"/>
                  <a:pt x="2310568" y="853345"/>
                </a:cubicBezTo>
                <a:lnTo>
                  <a:pt x="2315021" y="845654"/>
                </a:lnTo>
                <a:cubicBezTo>
                  <a:pt x="2315426" y="845249"/>
                  <a:pt x="2315830" y="844844"/>
                  <a:pt x="2316235" y="844844"/>
                </a:cubicBezTo>
                <a:close/>
                <a:moveTo>
                  <a:pt x="3935080" y="844439"/>
                </a:moveTo>
                <a:lnTo>
                  <a:pt x="3944795" y="844439"/>
                </a:lnTo>
                <a:cubicBezTo>
                  <a:pt x="3945200" y="844439"/>
                  <a:pt x="3945605" y="844439"/>
                  <a:pt x="3946010" y="844844"/>
                </a:cubicBezTo>
                <a:lnTo>
                  <a:pt x="3950868" y="853345"/>
                </a:lnTo>
                <a:cubicBezTo>
                  <a:pt x="3951272" y="853750"/>
                  <a:pt x="3951272" y="854155"/>
                  <a:pt x="3950868" y="854559"/>
                </a:cubicBezTo>
                <a:lnTo>
                  <a:pt x="3946010" y="863060"/>
                </a:lnTo>
                <a:cubicBezTo>
                  <a:pt x="3945605" y="863060"/>
                  <a:pt x="3945200" y="863465"/>
                  <a:pt x="3944795" y="863465"/>
                </a:cubicBezTo>
                <a:lnTo>
                  <a:pt x="3935080" y="863465"/>
                </a:lnTo>
                <a:cubicBezTo>
                  <a:pt x="3934675" y="863465"/>
                  <a:pt x="3934270" y="863465"/>
                  <a:pt x="3933866" y="863060"/>
                </a:cubicBezTo>
                <a:lnTo>
                  <a:pt x="3929008" y="854559"/>
                </a:lnTo>
                <a:cubicBezTo>
                  <a:pt x="3928603" y="854155"/>
                  <a:pt x="3928603" y="853750"/>
                  <a:pt x="3929008" y="853345"/>
                </a:cubicBezTo>
                <a:lnTo>
                  <a:pt x="3933866" y="844844"/>
                </a:lnTo>
                <a:cubicBezTo>
                  <a:pt x="3934270" y="844844"/>
                  <a:pt x="3934675" y="844439"/>
                  <a:pt x="3935080" y="844439"/>
                </a:cubicBezTo>
                <a:close/>
                <a:moveTo>
                  <a:pt x="3772750" y="844439"/>
                </a:moveTo>
                <a:lnTo>
                  <a:pt x="3782465" y="844439"/>
                </a:lnTo>
                <a:cubicBezTo>
                  <a:pt x="3782870" y="844439"/>
                  <a:pt x="3783275" y="844844"/>
                  <a:pt x="3783680" y="845249"/>
                </a:cubicBezTo>
                <a:lnTo>
                  <a:pt x="3788538" y="853345"/>
                </a:lnTo>
                <a:cubicBezTo>
                  <a:pt x="3788942" y="853750"/>
                  <a:pt x="3788942" y="854155"/>
                  <a:pt x="3788538" y="854559"/>
                </a:cubicBezTo>
                <a:lnTo>
                  <a:pt x="3783680" y="862656"/>
                </a:lnTo>
                <a:cubicBezTo>
                  <a:pt x="3783680" y="863060"/>
                  <a:pt x="3783275" y="863060"/>
                  <a:pt x="3782465" y="863465"/>
                </a:cubicBezTo>
                <a:lnTo>
                  <a:pt x="3772750" y="863465"/>
                </a:lnTo>
                <a:cubicBezTo>
                  <a:pt x="3772345" y="863465"/>
                  <a:pt x="3771940" y="863060"/>
                  <a:pt x="3771536" y="862656"/>
                </a:cubicBezTo>
                <a:lnTo>
                  <a:pt x="3766678" y="854559"/>
                </a:lnTo>
                <a:cubicBezTo>
                  <a:pt x="3766273" y="854155"/>
                  <a:pt x="3766273" y="853750"/>
                  <a:pt x="3766678" y="853345"/>
                </a:cubicBezTo>
                <a:lnTo>
                  <a:pt x="3771536" y="845249"/>
                </a:lnTo>
                <a:cubicBezTo>
                  <a:pt x="3771940" y="844844"/>
                  <a:pt x="3772345" y="844439"/>
                  <a:pt x="3772750" y="844439"/>
                </a:cubicBezTo>
                <a:close/>
                <a:moveTo>
                  <a:pt x="3570748" y="844439"/>
                </a:moveTo>
                <a:lnTo>
                  <a:pt x="3580059" y="844439"/>
                </a:lnTo>
                <a:cubicBezTo>
                  <a:pt x="3580463" y="844439"/>
                  <a:pt x="3580868" y="844439"/>
                  <a:pt x="3581273" y="844844"/>
                </a:cubicBezTo>
                <a:lnTo>
                  <a:pt x="3585726" y="852940"/>
                </a:lnTo>
                <a:cubicBezTo>
                  <a:pt x="3586131" y="853345"/>
                  <a:pt x="3586131" y="853750"/>
                  <a:pt x="3585726" y="854155"/>
                </a:cubicBezTo>
                <a:lnTo>
                  <a:pt x="3581273" y="862251"/>
                </a:lnTo>
                <a:cubicBezTo>
                  <a:pt x="3580868" y="862656"/>
                  <a:pt x="3580463" y="863060"/>
                  <a:pt x="3580059" y="862656"/>
                </a:cubicBezTo>
                <a:lnTo>
                  <a:pt x="3570748" y="862656"/>
                </a:lnTo>
                <a:cubicBezTo>
                  <a:pt x="3570343" y="862656"/>
                  <a:pt x="3569938" y="862656"/>
                  <a:pt x="3569534" y="862251"/>
                </a:cubicBezTo>
                <a:lnTo>
                  <a:pt x="3565081" y="854155"/>
                </a:lnTo>
                <a:cubicBezTo>
                  <a:pt x="3564676" y="853750"/>
                  <a:pt x="3564676" y="853345"/>
                  <a:pt x="3565081" y="852940"/>
                </a:cubicBezTo>
                <a:lnTo>
                  <a:pt x="3569534" y="844844"/>
                </a:lnTo>
                <a:cubicBezTo>
                  <a:pt x="3569938" y="844844"/>
                  <a:pt x="3570343" y="844439"/>
                  <a:pt x="3570748" y="844439"/>
                </a:cubicBezTo>
                <a:close/>
                <a:moveTo>
                  <a:pt x="3530672" y="844439"/>
                </a:moveTo>
                <a:lnTo>
                  <a:pt x="3539578" y="844439"/>
                </a:lnTo>
                <a:cubicBezTo>
                  <a:pt x="3539982" y="844439"/>
                  <a:pt x="3540387" y="844844"/>
                  <a:pt x="3540792" y="845249"/>
                </a:cubicBezTo>
                <a:lnTo>
                  <a:pt x="3545245" y="852940"/>
                </a:lnTo>
                <a:cubicBezTo>
                  <a:pt x="3545650" y="853345"/>
                  <a:pt x="3545650" y="853750"/>
                  <a:pt x="3545245" y="854155"/>
                </a:cubicBezTo>
                <a:lnTo>
                  <a:pt x="3540792" y="861846"/>
                </a:lnTo>
                <a:cubicBezTo>
                  <a:pt x="3540387" y="862251"/>
                  <a:pt x="3539982" y="862656"/>
                  <a:pt x="3539578" y="862656"/>
                </a:cubicBezTo>
                <a:lnTo>
                  <a:pt x="3530672" y="862656"/>
                </a:lnTo>
                <a:cubicBezTo>
                  <a:pt x="3530267" y="862656"/>
                  <a:pt x="3529862" y="862251"/>
                  <a:pt x="3529457" y="861846"/>
                </a:cubicBezTo>
                <a:lnTo>
                  <a:pt x="3525005" y="854155"/>
                </a:lnTo>
                <a:cubicBezTo>
                  <a:pt x="3524600" y="853750"/>
                  <a:pt x="3524600" y="853345"/>
                  <a:pt x="3525005" y="852940"/>
                </a:cubicBezTo>
                <a:lnTo>
                  <a:pt x="3529457" y="845249"/>
                </a:lnTo>
                <a:cubicBezTo>
                  <a:pt x="3529862" y="844844"/>
                  <a:pt x="3530267" y="844439"/>
                  <a:pt x="3530672" y="844439"/>
                </a:cubicBezTo>
                <a:close/>
                <a:moveTo>
                  <a:pt x="3490191" y="844439"/>
                </a:moveTo>
                <a:lnTo>
                  <a:pt x="3499097" y="844439"/>
                </a:lnTo>
                <a:cubicBezTo>
                  <a:pt x="3499501" y="844439"/>
                  <a:pt x="3499906" y="844844"/>
                  <a:pt x="3500311" y="845249"/>
                </a:cubicBezTo>
                <a:lnTo>
                  <a:pt x="3504764" y="852940"/>
                </a:lnTo>
                <a:cubicBezTo>
                  <a:pt x="3505169" y="853345"/>
                  <a:pt x="3505169" y="853750"/>
                  <a:pt x="3504764" y="854155"/>
                </a:cubicBezTo>
                <a:lnTo>
                  <a:pt x="3500311" y="861846"/>
                </a:lnTo>
                <a:cubicBezTo>
                  <a:pt x="3499906" y="862251"/>
                  <a:pt x="3499501" y="862656"/>
                  <a:pt x="3499097" y="862656"/>
                </a:cubicBezTo>
                <a:lnTo>
                  <a:pt x="3490191" y="862656"/>
                </a:lnTo>
                <a:cubicBezTo>
                  <a:pt x="3489786" y="862656"/>
                  <a:pt x="3489381" y="862251"/>
                  <a:pt x="3488976" y="861846"/>
                </a:cubicBezTo>
                <a:lnTo>
                  <a:pt x="3484524" y="854155"/>
                </a:lnTo>
                <a:cubicBezTo>
                  <a:pt x="3484119" y="853750"/>
                  <a:pt x="3484119" y="853345"/>
                  <a:pt x="3484524" y="852940"/>
                </a:cubicBezTo>
                <a:lnTo>
                  <a:pt x="3488976" y="845249"/>
                </a:lnTo>
                <a:cubicBezTo>
                  <a:pt x="3489381" y="844844"/>
                  <a:pt x="3489786" y="844439"/>
                  <a:pt x="3490191" y="844439"/>
                </a:cubicBezTo>
                <a:close/>
                <a:moveTo>
                  <a:pt x="3449305" y="844439"/>
                </a:moveTo>
                <a:lnTo>
                  <a:pt x="3459020" y="844439"/>
                </a:lnTo>
                <a:cubicBezTo>
                  <a:pt x="3459425" y="844439"/>
                  <a:pt x="3459830" y="844439"/>
                  <a:pt x="3460235" y="844844"/>
                </a:cubicBezTo>
                <a:lnTo>
                  <a:pt x="3465093" y="853345"/>
                </a:lnTo>
                <a:cubicBezTo>
                  <a:pt x="3465497" y="853750"/>
                  <a:pt x="3465497" y="854155"/>
                  <a:pt x="3465093" y="854559"/>
                </a:cubicBezTo>
                <a:lnTo>
                  <a:pt x="3460235" y="863060"/>
                </a:lnTo>
                <a:cubicBezTo>
                  <a:pt x="3459830" y="863060"/>
                  <a:pt x="3459425" y="863465"/>
                  <a:pt x="3459020" y="863465"/>
                </a:cubicBezTo>
                <a:lnTo>
                  <a:pt x="3449305" y="863465"/>
                </a:lnTo>
                <a:cubicBezTo>
                  <a:pt x="3448900" y="863465"/>
                  <a:pt x="3448495" y="863465"/>
                  <a:pt x="3448091" y="863060"/>
                </a:cubicBezTo>
                <a:lnTo>
                  <a:pt x="3443233" y="854559"/>
                </a:lnTo>
                <a:cubicBezTo>
                  <a:pt x="3442828" y="854155"/>
                  <a:pt x="3442828" y="853750"/>
                  <a:pt x="3443233" y="853345"/>
                </a:cubicBezTo>
                <a:lnTo>
                  <a:pt x="3448091" y="844844"/>
                </a:lnTo>
                <a:cubicBezTo>
                  <a:pt x="3448495" y="844844"/>
                  <a:pt x="3448900" y="844439"/>
                  <a:pt x="3449305" y="844439"/>
                </a:cubicBezTo>
                <a:close/>
                <a:moveTo>
                  <a:pt x="3731863" y="843629"/>
                </a:moveTo>
                <a:lnTo>
                  <a:pt x="3742793" y="843629"/>
                </a:lnTo>
                <a:cubicBezTo>
                  <a:pt x="3743198" y="843629"/>
                  <a:pt x="3743603" y="843629"/>
                  <a:pt x="3744008" y="844034"/>
                </a:cubicBezTo>
                <a:lnTo>
                  <a:pt x="3749271" y="853344"/>
                </a:lnTo>
                <a:cubicBezTo>
                  <a:pt x="3749675" y="853749"/>
                  <a:pt x="3749675" y="854154"/>
                  <a:pt x="3749271" y="854559"/>
                </a:cubicBezTo>
                <a:lnTo>
                  <a:pt x="3744008" y="863870"/>
                </a:lnTo>
                <a:cubicBezTo>
                  <a:pt x="3743725" y="864141"/>
                  <a:pt x="3743319" y="864274"/>
                  <a:pt x="3742793" y="864274"/>
                </a:cubicBezTo>
                <a:lnTo>
                  <a:pt x="3731863" y="864274"/>
                </a:lnTo>
                <a:cubicBezTo>
                  <a:pt x="3731459" y="864274"/>
                  <a:pt x="3731054" y="864274"/>
                  <a:pt x="3730649" y="863870"/>
                </a:cubicBezTo>
                <a:lnTo>
                  <a:pt x="3725387" y="854559"/>
                </a:lnTo>
                <a:cubicBezTo>
                  <a:pt x="3724982" y="854154"/>
                  <a:pt x="3724982" y="853749"/>
                  <a:pt x="3725387" y="853344"/>
                </a:cubicBezTo>
                <a:lnTo>
                  <a:pt x="3730649" y="844034"/>
                </a:lnTo>
                <a:cubicBezTo>
                  <a:pt x="3731054" y="844034"/>
                  <a:pt x="3731459" y="843629"/>
                  <a:pt x="3731863" y="843629"/>
                </a:cubicBezTo>
                <a:close/>
                <a:moveTo>
                  <a:pt x="3610420" y="843629"/>
                </a:moveTo>
                <a:lnTo>
                  <a:pt x="3620945" y="843629"/>
                </a:lnTo>
                <a:cubicBezTo>
                  <a:pt x="3621350" y="843629"/>
                  <a:pt x="3621755" y="844034"/>
                  <a:pt x="3622160" y="844439"/>
                </a:cubicBezTo>
                <a:lnTo>
                  <a:pt x="3627422" y="853344"/>
                </a:lnTo>
                <a:cubicBezTo>
                  <a:pt x="3627828" y="853749"/>
                  <a:pt x="3627828" y="854154"/>
                  <a:pt x="3627422" y="854559"/>
                </a:cubicBezTo>
                <a:lnTo>
                  <a:pt x="3622160" y="863465"/>
                </a:lnTo>
                <a:cubicBezTo>
                  <a:pt x="3622160" y="863870"/>
                  <a:pt x="3621755" y="863870"/>
                  <a:pt x="3620945" y="864274"/>
                </a:cubicBezTo>
                <a:lnTo>
                  <a:pt x="3610420" y="864274"/>
                </a:lnTo>
                <a:cubicBezTo>
                  <a:pt x="3610016" y="864274"/>
                  <a:pt x="3609611" y="863870"/>
                  <a:pt x="3609206" y="863465"/>
                </a:cubicBezTo>
                <a:lnTo>
                  <a:pt x="3603944" y="854559"/>
                </a:lnTo>
                <a:cubicBezTo>
                  <a:pt x="3603539" y="854154"/>
                  <a:pt x="3603539" y="853749"/>
                  <a:pt x="3603944" y="853344"/>
                </a:cubicBezTo>
                <a:lnTo>
                  <a:pt x="3609206" y="844439"/>
                </a:lnTo>
                <a:cubicBezTo>
                  <a:pt x="3609611" y="844034"/>
                  <a:pt x="3610016" y="843629"/>
                  <a:pt x="3610420" y="843629"/>
                </a:cubicBezTo>
                <a:close/>
                <a:moveTo>
                  <a:pt x="3206012" y="843629"/>
                </a:moveTo>
                <a:lnTo>
                  <a:pt x="3216133" y="843629"/>
                </a:lnTo>
                <a:cubicBezTo>
                  <a:pt x="3216537" y="843629"/>
                  <a:pt x="3216943" y="843629"/>
                  <a:pt x="3217347" y="844034"/>
                </a:cubicBezTo>
                <a:lnTo>
                  <a:pt x="3222610" y="852940"/>
                </a:lnTo>
                <a:cubicBezTo>
                  <a:pt x="3223015" y="853344"/>
                  <a:pt x="3223015" y="853749"/>
                  <a:pt x="3222610" y="854154"/>
                </a:cubicBezTo>
                <a:lnTo>
                  <a:pt x="3217347" y="863060"/>
                </a:lnTo>
                <a:cubicBezTo>
                  <a:pt x="3217347" y="863465"/>
                  <a:pt x="3216943" y="863870"/>
                  <a:pt x="3216133" y="863465"/>
                </a:cubicBezTo>
                <a:lnTo>
                  <a:pt x="3206012" y="863465"/>
                </a:lnTo>
                <a:cubicBezTo>
                  <a:pt x="3205608" y="863465"/>
                  <a:pt x="3205203" y="863465"/>
                  <a:pt x="3204798" y="863060"/>
                </a:cubicBezTo>
                <a:lnTo>
                  <a:pt x="3199536" y="854154"/>
                </a:lnTo>
                <a:cubicBezTo>
                  <a:pt x="3199131" y="853749"/>
                  <a:pt x="3199131" y="853344"/>
                  <a:pt x="3199536" y="852940"/>
                </a:cubicBezTo>
                <a:lnTo>
                  <a:pt x="3204798" y="844034"/>
                </a:lnTo>
                <a:cubicBezTo>
                  <a:pt x="3205203" y="844034"/>
                  <a:pt x="3205608" y="843629"/>
                  <a:pt x="3206012" y="843629"/>
                </a:cubicBezTo>
                <a:close/>
                <a:moveTo>
                  <a:pt x="2396793" y="843629"/>
                </a:moveTo>
                <a:lnTo>
                  <a:pt x="2406508" y="843629"/>
                </a:lnTo>
                <a:cubicBezTo>
                  <a:pt x="2406913" y="843629"/>
                  <a:pt x="2407318" y="844034"/>
                  <a:pt x="2407723" y="844439"/>
                </a:cubicBezTo>
                <a:lnTo>
                  <a:pt x="2412581" y="852940"/>
                </a:lnTo>
                <a:cubicBezTo>
                  <a:pt x="2412985" y="853344"/>
                  <a:pt x="2412985" y="853749"/>
                  <a:pt x="2412581" y="854154"/>
                </a:cubicBezTo>
                <a:lnTo>
                  <a:pt x="2407723" y="862655"/>
                </a:lnTo>
                <a:cubicBezTo>
                  <a:pt x="2407318" y="863060"/>
                  <a:pt x="2406913" y="863465"/>
                  <a:pt x="2406508" y="863465"/>
                </a:cubicBezTo>
                <a:lnTo>
                  <a:pt x="2396793" y="863465"/>
                </a:lnTo>
                <a:cubicBezTo>
                  <a:pt x="2396388" y="863465"/>
                  <a:pt x="2395983" y="863060"/>
                  <a:pt x="2395578" y="862655"/>
                </a:cubicBezTo>
                <a:lnTo>
                  <a:pt x="2390721" y="854154"/>
                </a:lnTo>
                <a:cubicBezTo>
                  <a:pt x="2390316" y="853749"/>
                  <a:pt x="2390316" y="853344"/>
                  <a:pt x="2390721" y="852940"/>
                </a:cubicBezTo>
                <a:lnTo>
                  <a:pt x="2395578" y="844439"/>
                </a:lnTo>
                <a:cubicBezTo>
                  <a:pt x="2395983" y="844034"/>
                  <a:pt x="2396388" y="843629"/>
                  <a:pt x="2396793" y="843629"/>
                </a:cubicBezTo>
                <a:close/>
                <a:moveTo>
                  <a:pt x="2355906" y="843224"/>
                </a:moveTo>
                <a:lnTo>
                  <a:pt x="2366026" y="843224"/>
                </a:lnTo>
                <a:cubicBezTo>
                  <a:pt x="2366431" y="843224"/>
                  <a:pt x="2366836" y="843629"/>
                  <a:pt x="2367241" y="844034"/>
                </a:cubicBezTo>
                <a:lnTo>
                  <a:pt x="2372098" y="852939"/>
                </a:lnTo>
                <a:cubicBezTo>
                  <a:pt x="2372503" y="853344"/>
                  <a:pt x="2372503" y="853749"/>
                  <a:pt x="2372098" y="854154"/>
                </a:cubicBezTo>
                <a:lnTo>
                  <a:pt x="2367241" y="863060"/>
                </a:lnTo>
                <a:cubicBezTo>
                  <a:pt x="2367241" y="863465"/>
                  <a:pt x="2366836" y="863869"/>
                  <a:pt x="2366026" y="863869"/>
                </a:cubicBezTo>
                <a:lnTo>
                  <a:pt x="2355906" y="863869"/>
                </a:lnTo>
                <a:cubicBezTo>
                  <a:pt x="2355501" y="863869"/>
                  <a:pt x="2355096" y="863465"/>
                  <a:pt x="2354691" y="863060"/>
                </a:cubicBezTo>
                <a:lnTo>
                  <a:pt x="2349834" y="854154"/>
                </a:lnTo>
                <a:cubicBezTo>
                  <a:pt x="2349429" y="853749"/>
                  <a:pt x="2349429" y="853344"/>
                  <a:pt x="2349834" y="852939"/>
                </a:cubicBezTo>
                <a:lnTo>
                  <a:pt x="2354691" y="844034"/>
                </a:lnTo>
                <a:cubicBezTo>
                  <a:pt x="2355096" y="843629"/>
                  <a:pt x="2355501" y="843224"/>
                  <a:pt x="2355906" y="843224"/>
                </a:cubicBezTo>
                <a:close/>
                <a:moveTo>
                  <a:pt x="3650497" y="842820"/>
                </a:moveTo>
                <a:lnTo>
                  <a:pt x="3661831" y="842820"/>
                </a:lnTo>
                <a:cubicBezTo>
                  <a:pt x="3662236" y="842820"/>
                  <a:pt x="3662641" y="843225"/>
                  <a:pt x="3663046" y="843630"/>
                </a:cubicBezTo>
                <a:lnTo>
                  <a:pt x="3668713" y="853345"/>
                </a:lnTo>
                <a:cubicBezTo>
                  <a:pt x="3669118" y="853750"/>
                  <a:pt x="3669118" y="854155"/>
                  <a:pt x="3668713" y="854560"/>
                </a:cubicBezTo>
                <a:lnTo>
                  <a:pt x="3663046" y="864275"/>
                </a:lnTo>
                <a:cubicBezTo>
                  <a:pt x="3663046" y="864275"/>
                  <a:pt x="3662641" y="864680"/>
                  <a:pt x="3661831" y="865085"/>
                </a:cubicBezTo>
                <a:lnTo>
                  <a:pt x="3650497" y="865085"/>
                </a:lnTo>
                <a:cubicBezTo>
                  <a:pt x="3650092" y="865085"/>
                  <a:pt x="3649687" y="864680"/>
                  <a:pt x="3649282" y="864275"/>
                </a:cubicBezTo>
                <a:lnTo>
                  <a:pt x="3643615" y="854560"/>
                </a:lnTo>
                <a:cubicBezTo>
                  <a:pt x="3643210" y="854155"/>
                  <a:pt x="3643210" y="853750"/>
                  <a:pt x="3643615" y="853345"/>
                </a:cubicBezTo>
                <a:lnTo>
                  <a:pt x="3649282" y="843630"/>
                </a:lnTo>
                <a:cubicBezTo>
                  <a:pt x="3649687" y="843225"/>
                  <a:pt x="3650092" y="842820"/>
                  <a:pt x="3650497" y="842820"/>
                </a:cubicBezTo>
                <a:close/>
                <a:moveTo>
                  <a:pt x="3408418" y="842820"/>
                </a:moveTo>
                <a:lnTo>
                  <a:pt x="3418943" y="842820"/>
                </a:lnTo>
                <a:cubicBezTo>
                  <a:pt x="3419349" y="842820"/>
                  <a:pt x="3419753" y="843225"/>
                  <a:pt x="3420158" y="843630"/>
                </a:cubicBezTo>
                <a:lnTo>
                  <a:pt x="3425421" y="852940"/>
                </a:lnTo>
                <a:cubicBezTo>
                  <a:pt x="3425826" y="853345"/>
                  <a:pt x="3425826" y="853750"/>
                  <a:pt x="3425421" y="854155"/>
                </a:cubicBezTo>
                <a:lnTo>
                  <a:pt x="3420158" y="863465"/>
                </a:lnTo>
                <a:cubicBezTo>
                  <a:pt x="3419753" y="863870"/>
                  <a:pt x="3419349" y="864275"/>
                  <a:pt x="3418943" y="864275"/>
                </a:cubicBezTo>
                <a:lnTo>
                  <a:pt x="3408418" y="864275"/>
                </a:lnTo>
                <a:cubicBezTo>
                  <a:pt x="3408014" y="864275"/>
                  <a:pt x="3407609" y="863870"/>
                  <a:pt x="3407204" y="863465"/>
                </a:cubicBezTo>
                <a:lnTo>
                  <a:pt x="3401942" y="854155"/>
                </a:lnTo>
                <a:cubicBezTo>
                  <a:pt x="3401537" y="853750"/>
                  <a:pt x="3401537" y="853345"/>
                  <a:pt x="3401942" y="852940"/>
                </a:cubicBezTo>
                <a:lnTo>
                  <a:pt x="3407204" y="843630"/>
                </a:lnTo>
                <a:cubicBezTo>
                  <a:pt x="3407609" y="843225"/>
                  <a:pt x="3408014" y="842820"/>
                  <a:pt x="3408418" y="842820"/>
                </a:cubicBezTo>
                <a:close/>
                <a:moveTo>
                  <a:pt x="3367533" y="842010"/>
                </a:moveTo>
                <a:lnTo>
                  <a:pt x="3378867" y="842010"/>
                </a:lnTo>
                <a:cubicBezTo>
                  <a:pt x="3379272" y="842010"/>
                  <a:pt x="3379677" y="842415"/>
                  <a:pt x="3380082" y="842820"/>
                </a:cubicBezTo>
                <a:lnTo>
                  <a:pt x="3385749" y="852940"/>
                </a:lnTo>
                <a:cubicBezTo>
                  <a:pt x="3386154" y="853345"/>
                  <a:pt x="3386154" y="853750"/>
                  <a:pt x="3385749" y="854154"/>
                </a:cubicBezTo>
                <a:lnTo>
                  <a:pt x="3380082" y="864275"/>
                </a:lnTo>
                <a:cubicBezTo>
                  <a:pt x="3379677" y="864679"/>
                  <a:pt x="3379272" y="865084"/>
                  <a:pt x="3378867" y="865084"/>
                </a:cubicBezTo>
                <a:lnTo>
                  <a:pt x="3367533" y="865084"/>
                </a:lnTo>
                <a:cubicBezTo>
                  <a:pt x="3367128" y="865084"/>
                  <a:pt x="3366723" y="864679"/>
                  <a:pt x="3366318" y="864275"/>
                </a:cubicBezTo>
                <a:lnTo>
                  <a:pt x="3360651" y="854154"/>
                </a:lnTo>
                <a:cubicBezTo>
                  <a:pt x="3360246" y="853750"/>
                  <a:pt x="3360246" y="853345"/>
                  <a:pt x="3360651" y="852940"/>
                </a:cubicBezTo>
                <a:lnTo>
                  <a:pt x="3366318" y="842820"/>
                </a:lnTo>
                <a:cubicBezTo>
                  <a:pt x="3366723" y="842415"/>
                  <a:pt x="3367128" y="842010"/>
                  <a:pt x="3367533" y="842010"/>
                </a:cubicBezTo>
                <a:close/>
                <a:moveTo>
                  <a:pt x="3245279" y="841605"/>
                </a:moveTo>
                <a:lnTo>
                  <a:pt x="3257828" y="841605"/>
                </a:lnTo>
                <a:cubicBezTo>
                  <a:pt x="3258233" y="841605"/>
                  <a:pt x="3258638" y="842010"/>
                  <a:pt x="3259042" y="842415"/>
                </a:cubicBezTo>
                <a:lnTo>
                  <a:pt x="3265520" y="853345"/>
                </a:lnTo>
                <a:cubicBezTo>
                  <a:pt x="3265924" y="853749"/>
                  <a:pt x="3265924" y="854154"/>
                  <a:pt x="3265520" y="854559"/>
                </a:cubicBezTo>
                <a:lnTo>
                  <a:pt x="3259042" y="865489"/>
                </a:lnTo>
                <a:cubicBezTo>
                  <a:pt x="3259042" y="865894"/>
                  <a:pt x="3258638" y="865894"/>
                  <a:pt x="3257828" y="866299"/>
                </a:cubicBezTo>
                <a:lnTo>
                  <a:pt x="3245279" y="866299"/>
                </a:lnTo>
                <a:cubicBezTo>
                  <a:pt x="3244874" y="866299"/>
                  <a:pt x="3244469" y="865894"/>
                  <a:pt x="3244064" y="865489"/>
                </a:cubicBezTo>
                <a:lnTo>
                  <a:pt x="3237588" y="854559"/>
                </a:lnTo>
                <a:cubicBezTo>
                  <a:pt x="3237183" y="854154"/>
                  <a:pt x="3237183" y="853749"/>
                  <a:pt x="3237588" y="853345"/>
                </a:cubicBezTo>
                <a:lnTo>
                  <a:pt x="3244064" y="842415"/>
                </a:lnTo>
                <a:cubicBezTo>
                  <a:pt x="3244469" y="842010"/>
                  <a:pt x="3244874" y="841605"/>
                  <a:pt x="3245279" y="841605"/>
                </a:cubicBezTo>
                <a:close/>
                <a:moveTo>
                  <a:pt x="3690168" y="840391"/>
                </a:moveTo>
                <a:lnTo>
                  <a:pt x="3703527" y="840391"/>
                </a:lnTo>
                <a:cubicBezTo>
                  <a:pt x="3703932" y="840391"/>
                  <a:pt x="3704336" y="840796"/>
                  <a:pt x="3704741" y="841201"/>
                </a:cubicBezTo>
                <a:lnTo>
                  <a:pt x="3711623" y="852940"/>
                </a:lnTo>
                <a:cubicBezTo>
                  <a:pt x="3712028" y="853345"/>
                  <a:pt x="3712028" y="853750"/>
                  <a:pt x="3711623" y="854155"/>
                </a:cubicBezTo>
                <a:lnTo>
                  <a:pt x="3704741" y="865894"/>
                </a:lnTo>
                <a:cubicBezTo>
                  <a:pt x="3704741" y="866299"/>
                  <a:pt x="3704336" y="866704"/>
                  <a:pt x="3703527" y="866704"/>
                </a:cubicBezTo>
                <a:lnTo>
                  <a:pt x="3690168" y="866704"/>
                </a:lnTo>
                <a:cubicBezTo>
                  <a:pt x="3689763" y="866704"/>
                  <a:pt x="3689358" y="866299"/>
                  <a:pt x="3688954" y="865894"/>
                </a:cubicBezTo>
                <a:lnTo>
                  <a:pt x="3682072" y="854155"/>
                </a:lnTo>
                <a:cubicBezTo>
                  <a:pt x="3681667" y="853750"/>
                  <a:pt x="3681667" y="853345"/>
                  <a:pt x="3682072" y="852940"/>
                </a:cubicBezTo>
                <a:lnTo>
                  <a:pt x="3688954" y="841201"/>
                </a:lnTo>
                <a:cubicBezTo>
                  <a:pt x="3689358" y="840796"/>
                  <a:pt x="3689763" y="840391"/>
                  <a:pt x="3690168" y="840391"/>
                </a:cubicBezTo>
                <a:close/>
                <a:moveTo>
                  <a:pt x="3284951" y="840391"/>
                </a:moveTo>
                <a:lnTo>
                  <a:pt x="3299119" y="840391"/>
                </a:lnTo>
                <a:cubicBezTo>
                  <a:pt x="3299524" y="840391"/>
                  <a:pt x="3299929" y="840796"/>
                  <a:pt x="3300334" y="841201"/>
                </a:cubicBezTo>
                <a:lnTo>
                  <a:pt x="3307215" y="853345"/>
                </a:lnTo>
                <a:cubicBezTo>
                  <a:pt x="3307620" y="853750"/>
                  <a:pt x="3307620" y="854155"/>
                  <a:pt x="3307215" y="854559"/>
                </a:cubicBezTo>
                <a:lnTo>
                  <a:pt x="3300334" y="866704"/>
                </a:lnTo>
                <a:cubicBezTo>
                  <a:pt x="3300334" y="867109"/>
                  <a:pt x="3299929" y="867109"/>
                  <a:pt x="3299119" y="867513"/>
                </a:cubicBezTo>
                <a:lnTo>
                  <a:pt x="3284951" y="867513"/>
                </a:lnTo>
                <a:cubicBezTo>
                  <a:pt x="3284546" y="867513"/>
                  <a:pt x="3284141" y="867109"/>
                  <a:pt x="3283737" y="866704"/>
                </a:cubicBezTo>
                <a:lnTo>
                  <a:pt x="3276855" y="854559"/>
                </a:lnTo>
                <a:cubicBezTo>
                  <a:pt x="3276450" y="854155"/>
                  <a:pt x="3276450" y="853750"/>
                  <a:pt x="3276855" y="853345"/>
                </a:cubicBezTo>
                <a:lnTo>
                  <a:pt x="3283737" y="841201"/>
                </a:lnTo>
                <a:cubicBezTo>
                  <a:pt x="3284141" y="840796"/>
                  <a:pt x="3284546" y="840391"/>
                  <a:pt x="3284951" y="840391"/>
                </a:cubicBezTo>
                <a:close/>
                <a:moveTo>
                  <a:pt x="3325837" y="839986"/>
                </a:moveTo>
                <a:lnTo>
                  <a:pt x="3339601" y="839986"/>
                </a:lnTo>
                <a:cubicBezTo>
                  <a:pt x="3340005" y="839986"/>
                  <a:pt x="3340410" y="840391"/>
                  <a:pt x="3340815" y="840796"/>
                </a:cubicBezTo>
                <a:lnTo>
                  <a:pt x="3347697" y="852940"/>
                </a:lnTo>
                <a:cubicBezTo>
                  <a:pt x="3348101" y="853345"/>
                  <a:pt x="3348101" y="853750"/>
                  <a:pt x="3347697" y="854154"/>
                </a:cubicBezTo>
                <a:lnTo>
                  <a:pt x="3340815" y="866299"/>
                </a:lnTo>
                <a:cubicBezTo>
                  <a:pt x="3340410" y="866704"/>
                  <a:pt x="3340005" y="867108"/>
                  <a:pt x="3339601" y="867108"/>
                </a:cubicBezTo>
                <a:lnTo>
                  <a:pt x="3325837" y="867108"/>
                </a:lnTo>
                <a:cubicBezTo>
                  <a:pt x="3325432" y="867108"/>
                  <a:pt x="3325027" y="866704"/>
                  <a:pt x="3324623" y="866299"/>
                </a:cubicBezTo>
                <a:lnTo>
                  <a:pt x="3317741" y="854154"/>
                </a:lnTo>
                <a:cubicBezTo>
                  <a:pt x="3317336" y="853750"/>
                  <a:pt x="3317336" y="853345"/>
                  <a:pt x="3317741" y="852940"/>
                </a:cubicBezTo>
                <a:lnTo>
                  <a:pt x="3324623" y="840796"/>
                </a:lnTo>
                <a:cubicBezTo>
                  <a:pt x="3325027" y="840391"/>
                  <a:pt x="3325432" y="839986"/>
                  <a:pt x="3325837" y="839986"/>
                </a:cubicBezTo>
                <a:close/>
                <a:moveTo>
                  <a:pt x="4464979" y="810839"/>
                </a:moveTo>
                <a:lnTo>
                  <a:pt x="4467813" y="810839"/>
                </a:lnTo>
                <a:lnTo>
                  <a:pt x="4469432" y="813268"/>
                </a:lnTo>
                <a:lnTo>
                  <a:pt x="4467813" y="815697"/>
                </a:lnTo>
                <a:lnTo>
                  <a:pt x="4464979" y="815697"/>
                </a:lnTo>
                <a:lnTo>
                  <a:pt x="4463360" y="813268"/>
                </a:lnTo>
                <a:close/>
                <a:moveTo>
                  <a:pt x="4424094" y="810839"/>
                </a:moveTo>
                <a:lnTo>
                  <a:pt x="4426927" y="810839"/>
                </a:lnTo>
                <a:lnTo>
                  <a:pt x="4428142" y="813268"/>
                </a:lnTo>
                <a:lnTo>
                  <a:pt x="4426927" y="815697"/>
                </a:lnTo>
                <a:lnTo>
                  <a:pt x="4424094" y="815697"/>
                </a:lnTo>
                <a:lnTo>
                  <a:pt x="4422879" y="813268"/>
                </a:lnTo>
                <a:close/>
                <a:moveTo>
                  <a:pt x="4343131" y="810839"/>
                </a:moveTo>
                <a:lnTo>
                  <a:pt x="4345964" y="810839"/>
                </a:lnTo>
                <a:lnTo>
                  <a:pt x="4347179" y="813268"/>
                </a:lnTo>
                <a:lnTo>
                  <a:pt x="4345964" y="815697"/>
                </a:lnTo>
                <a:lnTo>
                  <a:pt x="4343131" y="815697"/>
                </a:lnTo>
                <a:lnTo>
                  <a:pt x="4341916" y="813268"/>
                </a:lnTo>
                <a:close/>
                <a:moveTo>
                  <a:pt x="4262169" y="810839"/>
                </a:moveTo>
                <a:lnTo>
                  <a:pt x="4265002" y="810839"/>
                </a:lnTo>
                <a:lnTo>
                  <a:pt x="4266217" y="813268"/>
                </a:lnTo>
                <a:lnTo>
                  <a:pt x="4265002" y="815697"/>
                </a:lnTo>
                <a:lnTo>
                  <a:pt x="4262169" y="815697"/>
                </a:lnTo>
                <a:lnTo>
                  <a:pt x="4260954" y="813268"/>
                </a:lnTo>
                <a:close/>
                <a:moveTo>
                  <a:pt x="4222091" y="810839"/>
                </a:moveTo>
                <a:lnTo>
                  <a:pt x="4224925" y="810839"/>
                </a:lnTo>
                <a:lnTo>
                  <a:pt x="4226544" y="813268"/>
                </a:lnTo>
                <a:lnTo>
                  <a:pt x="4224925" y="815697"/>
                </a:lnTo>
                <a:lnTo>
                  <a:pt x="4222091" y="815697"/>
                </a:lnTo>
                <a:lnTo>
                  <a:pt x="4220472" y="813268"/>
                </a:lnTo>
                <a:close/>
                <a:moveTo>
                  <a:pt x="2805248" y="810839"/>
                </a:moveTo>
                <a:lnTo>
                  <a:pt x="2808082" y="810839"/>
                </a:lnTo>
                <a:lnTo>
                  <a:pt x="2809701" y="813268"/>
                </a:lnTo>
                <a:lnTo>
                  <a:pt x="2808082" y="815697"/>
                </a:lnTo>
                <a:lnTo>
                  <a:pt x="2805248" y="815697"/>
                </a:lnTo>
                <a:lnTo>
                  <a:pt x="2803629" y="813268"/>
                </a:lnTo>
                <a:close/>
                <a:moveTo>
                  <a:pt x="4383612" y="810435"/>
                </a:moveTo>
                <a:lnTo>
                  <a:pt x="4386851" y="810435"/>
                </a:lnTo>
                <a:lnTo>
                  <a:pt x="4388470" y="813269"/>
                </a:lnTo>
                <a:lnTo>
                  <a:pt x="4386851" y="816102"/>
                </a:lnTo>
                <a:lnTo>
                  <a:pt x="4383612" y="816102"/>
                </a:lnTo>
                <a:lnTo>
                  <a:pt x="4381993" y="813269"/>
                </a:lnTo>
                <a:close/>
                <a:moveTo>
                  <a:pt x="4302649" y="810435"/>
                </a:moveTo>
                <a:lnTo>
                  <a:pt x="4305888" y="810435"/>
                </a:lnTo>
                <a:lnTo>
                  <a:pt x="4307507" y="813269"/>
                </a:lnTo>
                <a:lnTo>
                  <a:pt x="4305888" y="816102"/>
                </a:lnTo>
                <a:lnTo>
                  <a:pt x="4302649" y="816102"/>
                </a:lnTo>
                <a:lnTo>
                  <a:pt x="4301030" y="813269"/>
                </a:lnTo>
                <a:close/>
                <a:moveTo>
                  <a:pt x="4181206" y="810030"/>
                </a:moveTo>
                <a:lnTo>
                  <a:pt x="4184849" y="810030"/>
                </a:lnTo>
                <a:lnTo>
                  <a:pt x="4186874" y="813269"/>
                </a:lnTo>
                <a:lnTo>
                  <a:pt x="4184849" y="816507"/>
                </a:lnTo>
                <a:lnTo>
                  <a:pt x="4181206" y="816507"/>
                </a:lnTo>
                <a:lnTo>
                  <a:pt x="4179182" y="813269"/>
                </a:lnTo>
                <a:close/>
                <a:moveTo>
                  <a:pt x="4140724" y="810030"/>
                </a:moveTo>
                <a:lnTo>
                  <a:pt x="4144367" y="810030"/>
                </a:lnTo>
                <a:lnTo>
                  <a:pt x="4146392" y="813269"/>
                </a:lnTo>
                <a:lnTo>
                  <a:pt x="4144367" y="816507"/>
                </a:lnTo>
                <a:lnTo>
                  <a:pt x="4140724" y="816507"/>
                </a:lnTo>
                <a:lnTo>
                  <a:pt x="4138700" y="813269"/>
                </a:lnTo>
                <a:close/>
                <a:moveTo>
                  <a:pt x="2844919" y="810030"/>
                </a:moveTo>
                <a:lnTo>
                  <a:pt x="2848563" y="810030"/>
                </a:lnTo>
                <a:lnTo>
                  <a:pt x="2850182" y="813269"/>
                </a:lnTo>
                <a:lnTo>
                  <a:pt x="2848563" y="816507"/>
                </a:lnTo>
                <a:lnTo>
                  <a:pt x="2844919" y="816507"/>
                </a:lnTo>
                <a:lnTo>
                  <a:pt x="2843300" y="813269"/>
                </a:lnTo>
                <a:close/>
                <a:moveTo>
                  <a:pt x="2763957" y="810030"/>
                </a:moveTo>
                <a:lnTo>
                  <a:pt x="2767601" y="810030"/>
                </a:lnTo>
                <a:lnTo>
                  <a:pt x="2769220" y="813269"/>
                </a:lnTo>
                <a:lnTo>
                  <a:pt x="2767601" y="816507"/>
                </a:lnTo>
                <a:lnTo>
                  <a:pt x="2763957" y="816507"/>
                </a:lnTo>
                <a:lnTo>
                  <a:pt x="2762338" y="813269"/>
                </a:lnTo>
                <a:close/>
                <a:moveTo>
                  <a:pt x="2682995" y="810030"/>
                </a:moveTo>
                <a:lnTo>
                  <a:pt x="2687043" y="810030"/>
                </a:lnTo>
                <a:lnTo>
                  <a:pt x="2689067" y="813269"/>
                </a:lnTo>
                <a:lnTo>
                  <a:pt x="2687043" y="816507"/>
                </a:lnTo>
                <a:lnTo>
                  <a:pt x="2682995" y="816507"/>
                </a:lnTo>
                <a:lnTo>
                  <a:pt x="2680971" y="813269"/>
                </a:lnTo>
                <a:close/>
                <a:moveTo>
                  <a:pt x="2642513" y="810030"/>
                </a:moveTo>
                <a:lnTo>
                  <a:pt x="2646157" y="810030"/>
                </a:lnTo>
                <a:lnTo>
                  <a:pt x="2647776" y="813269"/>
                </a:lnTo>
                <a:lnTo>
                  <a:pt x="2646157" y="816507"/>
                </a:lnTo>
                <a:lnTo>
                  <a:pt x="2642513" y="816507"/>
                </a:lnTo>
                <a:lnTo>
                  <a:pt x="2640894" y="813269"/>
                </a:lnTo>
                <a:close/>
                <a:moveTo>
                  <a:pt x="2885401" y="809625"/>
                </a:moveTo>
                <a:lnTo>
                  <a:pt x="2889449" y="809625"/>
                </a:lnTo>
                <a:lnTo>
                  <a:pt x="2891473" y="813268"/>
                </a:lnTo>
                <a:lnTo>
                  <a:pt x="2889449" y="816912"/>
                </a:lnTo>
                <a:lnTo>
                  <a:pt x="2885401" y="816912"/>
                </a:lnTo>
                <a:lnTo>
                  <a:pt x="2883377" y="813268"/>
                </a:lnTo>
                <a:close/>
                <a:moveTo>
                  <a:pt x="2601627" y="809625"/>
                </a:moveTo>
                <a:lnTo>
                  <a:pt x="2606080" y="809625"/>
                </a:lnTo>
                <a:lnTo>
                  <a:pt x="2608104" y="813268"/>
                </a:lnTo>
                <a:lnTo>
                  <a:pt x="2606080" y="816912"/>
                </a:lnTo>
                <a:lnTo>
                  <a:pt x="2601627" y="816912"/>
                </a:lnTo>
                <a:lnTo>
                  <a:pt x="2599603" y="813268"/>
                </a:lnTo>
                <a:close/>
                <a:moveTo>
                  <a:pt x="2561551" y="809220"/>
                </a:moveTo>
                <a:lnTo>
                  <a:pt x="2565194" y="809220"/>
                </a:lnTo>
                <a:cubicBezTo>
                  <a:pt x="2565599" y="809220"/>
                  <a:pt x="2566004" y="809220"/>
                  <a:pt x="2566409" y="809625"/>
                </a:cubicBezTo>
                <a:lnTo>
                  <a:pt x="2568433" y="812863"/>
                </a:lnTo>
                <a:cubicBezTo>
                  <a:pt x="2568838" y="813268"/>
                  <a:pt x="2568838" y="813673"/>
                  <a:pt x="2568433" y="814078"/>
                </a:cubicBezTo>
                <a:lnTo>
                  <a:pt x="2566409" y="817316"/>
                </a:lnTo>
                <a:cubicBezTo>
                  <a:pt x="2566409" y="817721"/>
                  <a:pt x="2566004" y="817721"/>
                  <a:pt x="2565194" y="817721"/>
                </a:cubicBezTo>
                <a:lnTo>
                  <a:pt x="2561551" y="817721"/>
                </a:lnTo>
                <a:cubicBezTo>
                  <a:pt x="2561146" y="817721"/>
                  <a:pt x="2560741" y="817721"/>
                  <a:pt x="2560337" y="817316"/>
                </a:cubicBezTo>
                <a:lnTo>
                  <a:pt x="2558313" y="814078"/>
                </a:lnTo>
                <a:cubicBezTo>
                  <a:pt x="2557908" y="813673"/>
                  <a:pt x="2557908" y="813268"/>
                  <a:pt x="2558313" y="812863"/>
                </a:cubicBezTo>
                <a:lnTo>
                  <a:pt x="2560337" y="809625"/>
                </a:lnTo>
                <a:cubicBezTo>
                  <a:pt x="2560741" y="809625"/>
                  <a:pt x="2561146" y="809220"/>
                  <a:pt x="2561551" y="809220"/>
                </a:cubicBezTo>
                <a:close/>
                <a:moveTo>
                  <a:pt x="4099029" y="807601"/>
                </a:moveTo>
                <a:lnTo>
                  <a:pt x="4104292" y="807601"/>
                </a:lnTo>
                <a:cubicBezTo>
                  <a:pt x="4104696" y="807601"/>
                  <a:pt x="4105101" y="808006"/>
                  <a:pt x="4105506" y="808411"/>
                </a:cubicBezTo>
                <a:lnTo>
                  <a:pt x="4107935" y="812864"/>
                </a:lnTo>
                <a:cubicBezTo>
                  <a:pt x="4108340" y="813268"/>
                  <a:pt x="4108340" y="813673"/>
                  <a:pt x="4107935" y="814078"/>
                </a:cubicBezTo>
                <a:lnTo>
                  <a:pt x="4105506" y="818531"/>
                </a:lnTo>
                <a:cubicBezTo>
                  <a:pt x="4105506" y="818936"/>
                  <a:pt x="4105101" y="818936"/>
                  <a:pt x="4104292" y="818936"/>
                </a:cubicBezTo>
                <a:lnTo>
                  <a:pt x="4099029" y="818936"/>
                </a:lnTo>
                <a:cubicBezTo>
                  <a:pt x="4098624" y="818936"/>
                  <a:pt x="4098219" y="818936"/>
                  <a:pt x="4097815" y="818531"/>
                </a:cubicBezTo>
                <a:lnTo>
                  <a:pt x="4095386" y="814078"/>
                </a:lnTo>
                <a:cubicBezTo>
                  <a:pt x="4094981" y="813673"/>
                  <a:pt x="4094981" y="813268"/>
                  <a:pt x="4095386" y="812864"/>
                </a:cubicBezTo>
                <a:lnTo>
                  <a:pt x="4097815" y="808411"/>
                </a:lnTo>
                <a:cubicBezTo>
                  <a:pt x="4098219" y="808006"/>
                  <a:pt x="4098624" y="807601"/>
                  <a:pt x="4099029" y="807601"/>
                </a:cubicBezTo>
                <a:close/>
                <a:moveTo>
                  <a:pt x="3977180" y="807196"/>
                </a:moveTo>
                <a:lnTo>
                  <a:pt x="3983253" y="807196"/>
                </a:lnTo>
                <a:cubicBezTo>
                  <a:pt x="3983657" y="807196"/>
                  <a:pt x="3984062" y="807196"/>
                  <a:pt x="3984467" y="807601"/>
                </a:cubicBezTo>
                <a:lnTo>
                  <a:pt x="3987705" y="812863"/>
                </a:lnTo>
                <a:cubicBezTo>
                  <a:pt x="3988111" y="813268"/>
                  <a:pt x="3988111" y="813673"/>
                  <a:pt x="3987705" y="814078"/>
                </a:cubicBezTo>
                <a:lnTo>
                  <a:pt x="3984467" y="819340"/>
                </a:lnTo>
                <a:cubicBezTo>
                  <a:pt x="3984467" y="819745"/>
                  <a:pt x="3984062" y="819745"/>
                  <a:pt x="3983253" y="819745"/>
                </a:cubicBezTo>
                <a:lnTo>
                  <a:pt x="3977180" y="819745"/>
                </a:lnTo>
                <a:cubicBezTo>
                  <a:pt x="3976776" y="819745"/>
                  <a:pt x="3976371" y="819745"/>
                  <a:pt x="3975966" y="819340"/>
                </a:cubicBezTo>
                <a:lnTo>
                  <a:pt x="3972728" y="814078"/>
                </a:lnTo>
                <a:cubicBezTo>
                  <a:pt x="3972323" y="813673"/>
                  <a:pt x="3972323" y="813268"/>
                  <a:pt x="3972728" y="812863"/>
                </a:cubicBezTo>
                <a:lnTo>
                  <a:pt x="3975966" y="807601"/>
                </a:lnTo>
                <a:cubicBezTo>
                  <a:pt x="3976371" y="807601"/>
                  <a:pt x="3976776" y="807196"/>
                  <a:pt x="3977180" y="807196"/>
                </a:cubicBezTo>
                <a:close/>
                <a:moveTo>
                  <a:pt x="2520665" y="807196"/>
                </a:moveTo>
                <a:lnTo>
                  <a:pt x="2525523" y="807196"/>
                </a:lnTo>
                <a:cubicBezTo>
                  <a:pt x="2525928" y="807196"/>
                  <a:pt x="2526332" y="807601"/>
                  <a:pt x="2526737" y="808006"/>
                </a:cubicBezTo>
                <a:lnTo>
                  <a:pt x="2529166" y="812459"/>
                </a:lnTo>
                <a:cubicBezTo>
                  <a:pt x="2529571" y="812863"/>
                  <a:pt x="2529571" y="813268"/>
                  <a:pt x="2529166" y="813673"/>
                </a:cubicBezTo>
                <a:lnTo>
                  <a:pt x="2526737" y="818126"/>
                </a:lnTo>
                <a:cubicBezTo>
                  <a:pt x="2526332" y="818531"/>
                  <a:pt x="2525928" y="818936"/>
                  <a:pt x="2525523" y="818936"/>
                </a:cubicBezTo>
                <a:lnTo>
                  <a:pt x="2520665" y="818936"/>
                </a:lnTo>
                <a:cubicBezTo>
                  <a:pt x="2520260" y="818936"/>
                  <a:pt x="2519855" y="818531"/>
                  <a:pt x="2519450" y="818126"/>
                </a:cubicBezTo>
                <a:lnTo>
                  <a:pt x="2517022" y="813673"/>
                </a:lnTo>
                <a:cubicBezTo>
                  <a:pt x="2516617" y="813268"/>
                  <a:pt x="2516617" y="812863"/>
                  <a:pt x="2517022" y="812459"/>
                </a:cubicBezTo>
                <a:lnTo>
                  <a:pt x="2519450" y="808006"/>
                </a:lnTo>
                <a:cubicBezTo>
                  <a:pt x="2519855" y="807601"/>
                  <a:pt x="2520260" y="807196"/>
                  <a:pt x="2520665" y="807196"/>
                </a:cubicBezTo>
                <a:close/>
                <a:moveTo>
                  <a:pt x="3896218" y="806791"/>
                </a:moveTo>
                <a:lnTo>
                  <a:pt x="3901885" y="806791"/>
                </a:lnTo>
                <a:cubicBezTo>
                  <a:pt x="3902290" y="806791"/>
                  <a:pt x="3902695" y="807196"/>
                  <a:pt x="3903100" y="807601"/>
                </a:cubicBezTo>
                <a:lnTo>
                  <a:pt x="3905933" y="812458"/>
                </a:lnTo>
                <a:cubicBezTo>
                  <a:pt x="3906338" y="812863"/>
                  <a:pt x="3906338" y="813268"/>
                  <a:pt x="3905933" y="813673"/>
                </a:cubicBezTo>
                <a:lnTo>
                  <a:pt x="3903100" y="818531"/>
                </a:lnTo>
                <a:cubicBezTo>
                  <a:pt x="3903100" y="818935"/>
                  <a:pt x="3902695" y="819340"/>
                  <a:pt x="3901885" y="819340"/>
                </a:cubicBezTo>
                <a:lnTo>
                  <a:pt x="3896218" y="819340"/>
                </a:lnTo>
                <a:cubicBezTo>
                  <a:pt x="3895813" y="819340"/>
                  <a:pt x="3895408" y="818935"/>
                  <a:pt x="3895004" y="818531"/>
                </a:cubicBezTo>
                <a:lnTo>
                  <a:pt x="3892170" y="813673"/>
                </a:lnTo>
                <a:cubicBezTo>
                  <a:pt x="3891765" y="813268"/>
                  <a:pt x="3891765" y="812863"/>
                  <a:pt x="3892170" y="812458"/>
                </a:cubicBezTo>
                <a:lnTo>
                  <a:pt x="3895004" y="807601"/>
                </a:lnTo>
                <a:cubicBezTo>
                  <a:pt x="3895408" y="807196"/>
                  <a:pt x="3895813" y="806791"/>
                  <a:pt x="3896218" y="806791"/>
                </a:cubicBezTo>
                <a:close/>
                <a:moveTo>
                  <a:pt x="3936294" y="806387"/>
                </a:moveTo>
                <a:lnTo>
                  <a:pt x="3942771" y="806387"/>
                </a:lnTo>
                <a:cubicBezTo>
                  <a:pt x="3943176" y="806387"/>
                  <a:pt x="3943581" y="806387"/>
                  <a:pt x="3943986" y="806792"/>
                </a:cubicBezTo>
                <a:lnTo>
                  <a:pt x="3947224" y="812459"/>
                </a:lnTo>
                <a:cubicBezTo>
                  <a:pt x="3947629" y="812864"/>
                  <a:pt x="3947629" y="813269"/>
                  <a:pt x="3947224" y="813674"/>
                </a:cubicBezTo>
                <a:lnTo>
                  <a:pt x="3943986" y="819341"/>
                </a:lnTo>
                <a:cubicBezTo>
                  <a:pt x="3943986" y="819746"/>
                  <a:pt x="3943581" y="820151"/>
                  <a:pt x="3942771" y="819746"/>
                </a:cubicBezTo>
                <a:lnTo>
                  <a:pt x="3936294" y="819746"/>
                </a:lnTo>
                <a:cubicBezTo>
                  <a:pt x="3935890" y="819746"/>
                  <a:pt x="3935485" y="819746"/>
                  <a:pt x="3935080" y="819341"/>
                </a:cubicBezTo>
                <a:lnTo>
                  <a:pt x="3931842" y="813674"/>
                </a:lnTo>
                <a:cubicBezTo>
                  <a:pt x="3931437" y="813269"/>
                  <a:pt x="3931437" y="812864"/>
                  <a:pt x="3931842" y="812459"/>
                </a:cubicBezTo>
                <a:lnTo>
                  <a:pt x="3935080" y="806792"/>
                </a:lnTo>
                <a:cubicBezTo>
                  <a:pt x="3935485" y="806792"/>
                  <a:pt x="3935890" y="806387"/>
                  <a:pt x="3936294" y="806387"/>
                </a:cubicBezTo>
                <a:close/>
                <a:moveTo>
                  <a:pt x="2721856" y="806387"/>
                </a:moveTo>
                <a:lnTo>
                  <a:pt x="2728738" y="806387"/>
                </a:lnTo>
                <a:cubicBezTo>
                  <a:pt x="2729143" y="806387"/>
                  <a:pt x="2729548" y="806792"/>
                  <a:pt x="2729953" y="807197"/>
                </a:cubicBezTo>
                <a:lnTo>
                  <a:pt x="2733191" y="812864"/>
                </a:lnTo>
                <a:cubicBezTo>
                  <a:pt x="2733596" y="813269"/>
                  <a:pt x="2733596" y="813674"/>
                  <a:pt x="2733191" y="814078"/>
                </a:cubicBezTo>
                <a:lnTo>
                  <a:pt x="2729953" y="819746"/>
                </a:lnTo>
                <a:cubicBezTo>
                  <a:pt x="2729548" y="820151"/>
                  <a:pt x="2729143" y="820151"/>
                  <a:pt x="2728738" y="820555"/>
                </a:cubicBezTo>
                <a:lnTo>
                  <a:pt x="2721856" y="820555"/>
                </a:lnTo>
                <a:cubicBezTo>
                  <a:pt x="2721452" y="820555"/>
                  <a:pt x="2721047" y="820151"/>
                  <a:pt x="2720642" y="819746"/>
                </a:cubicBezTo>
                <a:lnTo>
                  <a:pt x="2717404" y="814078"/>
                </a:lnTo>
                <a:cubicBezTo>
                  <a:pt x="2716999" y="813674"/>
                  <a:pt x="2716999" y="813269"/>
                  <a:pt x="2717404" y="812864"/>
                </a:cubicBezTo>
                <a:lnTo>
                  <a:pt x="2720642" y="807197"/>
                </a:lnTo>
                <a:cubicBezTo>
                  <a:pt x="2721047" y="806792"/>
                  <a:pt x="2721452" y="806387"/>
                  <a:pt x="2721856" y="806387"/>
                </a:cubicBezTo>
                <a:close/>
                <a:moveTo>
                  <a:pt x="4017256" y="805982"/>
                </a:moveTo>
                <a:lnTo>
                  <a:pt x="4024138" y="805982"/>
                </a:lnTo>
                <a:cubicBezTo>
                  <a:pt x="4024543" y="805982"/>
                  <a:pt x="4024948" y="805982"/>
                  <a:pt x="4025353" y="806387"/>
                </a:cubicBezTo>
                <a:lnTo>
                  <a:pt x="4028591" y="812459"/>
                </a:lnTo>
                <a:cubicBezTo>
                  <a:pt x="4028996" y="812864"/>
                  <a:pt x="4028996" y="813269"/>
                  <a:pt x="4028591" y="813674"/>
                </a:cubicBezTo>
                <a:lnTo>
                  <a:pt x="4025353" y="819746"/>
                </a:lnTo>
                <a:cubicBezTo>
                  <a:pt x="4025353" y="820150"/>
                  <a:pt x="4024948" y="820555"/>
                  <a:pt x="4024138" y="820555"/>
                </a:cubicBezTo>
                <a:lnTo>
                  <a:pt x="4017256" y="820555"/>
                </a:lnTo>
                <a:cubicBezTo>
                  <a:pt x="4016852" y="820555"/>
                  <a:pt x="4016447" y="820150"/>
                  <a:pt x="4016042" y="819746"/>
                </a:cubicBezTo>
                <a:lnTo>
                  <a:pt x="4012804" y="813674"/>
                </a:lnTo>
                <a:cubicBezTo>
                  <a:pt x="4012399" y="813269"/>
                  <a:pt x="4012399" y="812864"/>
                  <a:pt x="4012804" y="812459"/>
                </a:cubicBezTo>
                <a:lnTo>
                  <a:pt x="4016042" y="806387"/>
                </a:lnTo>
                <a:cubicBezTo>
                  <a:pt x="4016447" y="806387"/>
                  <a:pt x="4016852" y="805982"/>
                  <a:pt x="4017256" y="805982"/>
                </a:cubicBezTo>
                <a:close/>
                <a:moveTo>
                  <a:pt x="3855331" y="805982"/>
                </a:moveTo>
                <a:lnTo>
                  <a:pt x="3862618" y="805982"/>
                </a:lnTo>
                <a:cubicBezTo>
                  <a:pt x="3863023" y="805982"/>
                  <a:pt x="3863428" y="806387"/>
                  <a:pt x="3863832" y="806792"/>
                </a:cubicBezTo>
                <a:lnTo>
                  <a:pt x="3867476" y="812864"/>
                </a:lnTo>
                <a:cubicBezTo>
                  <a:pt x="3867881" y="813269"/>
                  <a:pt x="3867881" y="813674"/>
                  <a:pt x="3867476" y="814078"/>
                </a:cubicBezTo>
                <a:lnTo>
                  <a:pt x="3863832" y="820150"/>
                </a:lnTo>
                <a:cubicBezTo>
                  <a:pt x="3863428" y="820555"/>
                  <a:pt x="3863023" y="820555"/>
                  <a:pt x="3862618" y="820960"/>
                </a:cubicBezTo>
                <a:lnTo>
                  <a:pt x="3855331" y="820960"/>
                </a:lnTo>
                <a:cubicBezTo>
                  <a:pt x="3854927" y="820960"/>
                  <a:pt x="3854522" y="820555"/>
                  <a:pt x="3854117" y="820150"/>
                </a:cubicBezTo>
                <a:lnTo>
                  <a:pt x="3850474" y="814078"/>
                </a:lnTo>
                <a:cubicBezTo>
                  <a:pt x="3850069" y="813674"/>
                  <a:pt x="3850069" y="813269"/>
                  <a:pt x="3850474" y="812864"/>
                </a:cubicBezTo>
                <a:lnTo>
                  <a:pt x="3854117" y="806792"/>
                </a:lnTo>
                <a:cubicBezTo>
                  <a:pt x="3854522" y="806387"/>
                  <a:pt x="3854927" y="805982"/>
                  <a:pt x="3855331" y="805982"/>
                </a:cubicBezTo>
                <a:close/>
                <a:moveTo>
                  <a:pt x="2479375" y="805982"/>
                </a:moveTo>
                <a:lnTo>
                  <a:pt x="2485852" y="805982"/>
                </a:lnTo>
                <a:cubicBezTo>
                  <a:pt x="2486256" y="805982"/>
                  <a:pt x="2486661" y="806387"/>
                  <a:pt x="2487066" y="806792"/>
                </a:cubicBezTo>
                <a:lnTo>
                  <a:pt x="2490304" y="812459"/>
                </a:lnTo>
                <a:cubicBezTo>
                  <a:pt x="2490709" y="812864"/>
                  <a:pt x="2490709" y="813269"/>
                  <a:pt x="2490304" y="813674"/>
                </a:cubicBezTo>
                <a:lnTo>
                  <a:pt x="2487066" y="819341"/>
                </a:lnTo>
                <a:cubicBezTo>
                  <a:pt x="2486661" y="819746"/>
                  <a:pt x="2486256" y="820150"/>
                  <a:pt x="2485852" y="819746"/>
                </a:cubicBezTo>
                <a:lnTo>
                  <a:pt x="2479375" y="819746"/>
                </a:lnTo>
                <a:cubicBezTo>
                  <a:pt x="2478970" y="819746"/>
                  <a:pt x="2478565" y="819746"/>
                  <a:pt x="2478160" y="819341"/>
                </a:cubicBezTo>
                <a:lnTo>
                  <a:pt x="2474922" y="813674"/>
                </a:lnTo>
                <a:cubicBezTo>
                  <a:pt x="2474517" y="813269"/>
                  <a:pt x="2474517" y="812864"/>
                  <a:pt x="2474922" y="812459"/>
                </a:cubicBezTo>
                <a:lnTo>
                  <a:pt x="2478160" y="806792"/>
                </a:lnTo>
                <a:cubicBezTo>
                  <a:pt x="2478565" y="806387"/>
                  <a:pt x="2478970" y="805982"/>
                  <a:pt x="2479375" y="805982"/>
                </a:cubicBezTo>
                <a:close/>
                <a:moveTo>
                  <a:pt x="4057334" y="805577"/>
                </a:moveTo>
                <a:lnTo>
                  <a:pt x="4065025" y="805577"/>
                </a:lnTo>
                <a:cubicBezTo>
                  <a:pt x="4065430" y="805577"/>
                  <a:pt x="4065835" y="805982"/>
                  <a:pt x="4066239" y="806387"/>
                </a:cubicBezTo>
                <a:lnTo>
                  <a:pt x="4069883" y="812864"/>
                </a:lnTo>
                <a:cubicBezTo>
                  <a:pt x="4070287" y="813268"/>
                  <a:pt x="4070287" y="813673"/>
                  <a:pt x="4069883" y="814078"/>
                </a:cubicBezTo>
                <a:lnTo>
                  <a:pt x="4066239" y="820555"/>
                </a:lnTo>
                <a:cubicBezTo>
                  <a:pt x="4065835" y="820960"/>
                  <a:pt x="4065430" y="820960"/>
                  <a:pt x="4065025" y="821365"/>
                </a:cubicBezTo>
                <a:lnTo>
                  <a:pt x="4057334" y="821365"/>
                </a:lnTo>
                <a:cubicBezTo>
                  <a:pt x="4056929" y="821365"/>
                  <a:pt x="4056524" y="820960"/>
                  <a:pt x="4056119" y="820555"/>
                </a:cubicBezTo>
                <a:lnTo>
                  <a:pt x="4052476" y="814078"/>
                </a:lnTo>
                <a:cubicBezTo>
                  <a:pt x="4052071" y="813673"/>
                  <a:pt x="4052071" y="813268"/>
                  <a:pt x="4052476" y="812864"/>
                </a:cubicBezTo>
                <a:lnTo>
                  <a:pt x="4056119" y="806387"/>
                </a:lnTo>
                <a:cubicBezTo>
                  <a:pt x="4056524" y="805982"/>
                  <a:pt x="4056929" y="805577"/>
                  <a:pt x="4057334" y="805577"/>
                </a:cubicBezTo>
                <a:close/>
                <a:moveTo>
                  <a:pt x="2438488" y="805577"/>
                </a:moveTo>
                <a:lnTo>
                  <a:pt x="2445775" y="805577"/>
                </a:lnTo>
                <a:cubicBezTo>
                  <a:pt x="2446180" y="805577"/>
                  <a:pt x="2446585" y="805577"/>
                  <a:pt x="2446990" y="805982"/>
                </a:cubicBezTo>
                <a:lnTo>
                  <a:pt x="2450633" y="812459"/>
                </a:lnTo>
                <a:cubicBezTo>
                  <a:pt x="2451038" y="812864"/>
                  <a:pt x="2451038" y="813268"/>
                  <a:pt x="2450633" y="813673"/>
                </a:cubicBezTo>
                <a:lnTo>
                  <a:pt x="2446990" y="820150"/>
                </a:lnTo>
                <a:cubicBezTo>
                  <a:pt x="2446585" y="820555"/>
                  <a:pt x="2446180" y="820960"/>
                  <a:pt x="2445775" y="820555"/>
                </a:cubicBezTo>
                <a:lnTo>
                  <a:pt x="2438488" y="820555"/>
                </a:lnTo>
                <a:cubicBezTo>
                  <a:pt x="2438084" y="820555"/>
                  <a:pt x="2437679" y="820555"/>
                  <a:pt x="2437274" y="820150"/>
                </a:cubicBezTo>
                <a:lnTo>
                  <a:pt x="2433631" y="813673"/>
                </a:lnTo>
                <a:cubicBezTo>
                  <a:pt x="2433226" y="813268"/>
                  <a:pt x="2433226" y="812864"/>
                  <a:pt x="2433631" y="812459"/>
                </a:cubicBezTo>
                <a:lnTo>
                  <a:pt x="2437274" y="805982"/>
                </a:lnTo>
                <a:cubicBezTo>
                  <a:pt x="2437679" y="805982"/>
                  <a:pt x="2438084" y="805577"/>
                  <a:pt x="2438488" y="805577"/>
                </a:cubicBezTo>
                <a:close/>
                <a:moveTo>
                  <a:pt x="2923453" y="805172"/>
                </a:moveTo>
                <a:lnTo>
                  <a:pt x="2931550" y="805172"/>
                </a:lnTo>
                <a:cubicBezTo>
                  <a:pt x="2931954" y="805172"/>
                  <a:pt x="2932359" y="805172"/>
                  <a:pt x="2932764" y="805577"/>
                </a:cubicBezTo>
                <a:lnTo>
                  <a:pt x="2936812" y="812459"/>
                </a:lnTo>
                <a:cubicBezTo>
                  <a:pt x="2937217" y="812863"/>
                  <a:pt x="2937217" y="813268"/>
                  <a:pt x="2936812" y="813673"/>
                </a:cubicBezTo>
                <a:lnTo>
                  <a:pt x="2932764" y="820555"/>
                </a:lnTo>
                <a:cubicBezTo>
                  <a:pt x="2932764" y="820960"/>
                  <a:pt x="2932359" y="821365"/>
                  <a:pt x="2931550" y="820960"/>
                </a:cubicBezTo>
                <a:lnTo>
                  <a:pt x="2923453" y="820960"/>
                </a:lnTo>
                <a:cubicBezTo>
                  <a:pt x="2923048" y="820960"/>
                  <a:pt x="2922643" y="820960"/>
                  <a:pt x="2922239" y="820555"/>
                </a:cubicBezTo>
                <a:lnTo>
                  <a:pt x="2918191" y="813673"/>
                </a:lnTo>
                <a:cubicBezTo>
                  <a:pt x="2917786" y="813268"/>
                  <a:pt x="2917786" y="812863"/>
                  <a:pt x="2918191" y="812459"/>
                </a:cubicBezTo>
                <a:lnTo>
                  <a:pt x="2922239" y="805577"/>
                </a:lnTo>
                <a:cubicBezTo>
                  <a:pt x="2922643" y="805577"/>
                  <a:pt x="2923048" y="805172"/>
                  <a:pt x="2923453" y="805172"/>
                </a:cubicBezTo>
                <a:close/>
                <a:moveTo>
                  <a:pt x="2397602" y="805172"/>
                </a:moveTo>
                <a:lnTo>
                  <a:pt x="2405698" y="805172"/>
                </a:lnTo>
                <a:cubicBezTo>
                  <a:pt x="2406103" y="805172"/>
                  <a:pt x="2406508" y="805577"/>
                  <a:pt x="2406913" y="805982"/>
                </a:cubicBezTo>
                <a:lnTo>
                  <a:pt x="2410961" y="812863"/>
                </a:lnTo>
                <a:cubicBezTo>
                  <a:pt x="2411366" y="813268"/>
                  <a:pt x="2411366" y="813673"/>
                  <a:pt x="2410961" y="814078"/>
                </a:cubicBezTo>
                <a:lnTo>
                  <a:pt x="2406913" y="820960"/>
                </a:lnTo>
                <a:cubicBezTo>
                  <a:pt x="2406508" y="821365"/>
                  <a:pt x="2406103" y="821365"/>
                  <a:pt x="2405698" y="821769"/>
                </a:cubicBezTo>
                <a:lnTo>
                  <a:pt x="2397602" y="821769"/>
                </a:lnTo>
                <a:cubicBezTo>
                  <a:pt x="2397197" y="821769"/>
                  <a:pt x="2396793" y="821365"/>
                  <a:pt x="2396388" y="820960"/>
                </a:cubicBezTo>
                <a:lnTo>
                  <a:pt x="2392340" y="814078"/>
                </a:lnTo>
                <a:cubicBezTo>
                  <a:pt x="2391935" y="813673"/>
                  <a:pt x="2391935" y="813268"/>
                  <a:pt x="2392340" y="812863"/>
                </a:cubicBezTo>
                <a:lnTo>
                  <a:pt x="2396388" y="805982"/>
                </a:lnTo>
                <a:cubicBezTo>
                  <a:pt x="2396793" y="805577"/>
                  <a:pt x="2397197" y="805172"/>
                  <a:pt x="2397602" y="805172"/>
                </a:cubicBezTo>
                <a:close/>
                <a:moveTo>
                  <a:pt x="3530672" y="804767"/>
                </a:moveTo>
                <a:lnTo>
                  <a:pt x="3539578" y="804767"/>
                </a:lnTo>
                <a:cubicBezTo>
                  <a:pt x="3539982" y="804767"/>
                  <a:pt x="3540387" y="804767"/>
                  <a:pt x="3540792" y="805172"/>
                </a:cubicBezTo>
                <a:lnTo>
                  <a:pt x="3545245" y="812863"/>
                </a:lnTo>
                <a:cubicBezTo>
                  <a:pt x="3545650" y="813268"/>
                  <a:pt x="3545650" y="813673"/>
                  <a:pt x="3545245" y="814078"/>
                </a:cubicBezTo>
                <a:lnTo>
                  <a:pt x="3540792" y="821769"/>
                </a:lnTo>
                <a:cubicBezTo>
                  <a:pt x="3540387" y="822174"/>
                  <a:pt x="3539982" y="822174"/>
                  <a:pt x="3539578" y="822174"/>
                </a:cubicBezTo>
                <a:lnTo>
                  <a:pt x="3530672" y="822174"/>
                </a:lnTo>
                <a:cubicBezTo>
                  <a:pt x="3530267" y="822174"/>
                  <a:pt x="3529862" y="822174"/>
                  <a:pt x="3529457" y="821769"/>
                </a:cubicBezTo>
                <a:lnTo>
                  <a:pt x="3525005" y="814078"/>
                </a:lnTo>
                <a:cubicBezTo>
                  <a:pt x="3524600" y="813673"/>
                  <a:pt x="3524600" y="813268"/>
                  <a:pt x="3525005" y="812863"/>
                </a:cubicBezTo>
                <a:lnTo>
                  <a:pt x="3529457" y="805172"/>
                </a:lnTo>
                <a:cubicBezTo>
                  <a:pt x="3529862" y="805172"/>
                  <a:pt x="3530267" y="804767"/>
                  <a:pt x="3530672" y="804767"/>
                </a:cubicBezTo>
                <a:close/>
                <a:moveTo>
                  <a:pt x="3125860" y="804767"/>
                </a:moveTo>
                <a:lnTo>
                  <a:pt x="3134766" y="804767"/>
                </a:lnTo>
                <a:cubicBezTo>
                  <a:pt x="3135170" y="804767"/>
                  <a:pt x="3135575" y="804767"/>
                  <a:pt x="3135980" y="805172"/>
                </a:cubicBezTo>
                <a:lnTo>
                  <a:pt x="3140433" y="812863"/>
                </a:lnTo>
                <a:cubicBezTo>
                  <a:pt x="3140838" y="813268"/>
                  <a:pt x="3140838" y="813673"/>
                  <a:pt x="3140433" y="814078"/>
                </a:cubicBezTo>
                <a:lnTo>
                  <a:pt x="3135980" y="821769"/>
                </a:lnTo>
                <a:cubicBezTo>
                  <a:pt x="3135575" y="822174"/>
                  <a:pt x="3135170" y="822174"/>
                  <a:pt x="3134766" y="822174"/>
                </a:cubicBezTo>
                <a:lnTo>
                  <a:pt x="3125860" y="822174"/>
                </a:lnTo>
                <a:cubicBezTo>
                  <a:pt x="3125455" y="822174"/>
                  <a:pt x="3125050" y="822174"/>
                  <a:pt x="3124645" y="821769"/>
                </a:cubicBezTo>
                <a:lnTo>
                  <a:pt x="3120193" y="814078"/>
                </a:lnTo>
                <a:cubicBezTo>
                  <a:pt x="3119788" y="813673"/>
                  <a:pt x="3119788" y="813268"/>
                  <a:pt x="3120193" y="812863"/>
                </a:cubicBezTo>
                <a:lnTo>
                  <a:pt x="3124645" y="805172"/>
                </a:lnTo>
                <a:cubicBezTo>
                  <a:pt x="3125050" y="805172"/>
                  <a:pt x="3125455" y="804767"/>
                  <a:pt x="3125860" y="804767"/>
                </a:cubicBezTo>
                <a:close/>
                <a:moveTo>
                  <a:pt x="3085378" y="804767"/>
                </a:moveTo>
                <a:lnTo>
                  <a:pt x="3093879" y="804767"/>
                </a:lnTo>
                <a:cubicBezTo>
                  <a:pt x="3094284" y="804767"/>
                  <a:pt x="3094689" y="805172"/>
                  <a:pt x="3095093" y="805577"/>
                </a:cubicBezTo>
                <a:lnTo>
                  <a:pt x="3099142" y="812863"/>
                </a:lnTo>
                <a:cubicBezTo>
                  <a:pt x="3099547" y="813268"/>
                  <a:pt x="3099547" y="813673"/>
                  <a:pt x="3099142" y="814078"/>
                </a:cubicBezTo>
                <a:lnTo>
                  <a:pt x="3095093" y="821364"/>
                </a:lnTo>
                <a:cubicBezTo>
                  <a:pt x="3095093" y="821769"/>
                  <a:pt x="3094689" y="821769"/>
                  <a:pt x="3093879" y="822174"/>
                </a:cubicBezTo>
                <a:lnTo>
                  <a:pt x="3085378" y="822174"/>
                </a:lnTo>
                <a:cubicBezTo>
                  <a:pt x="3084973" y="822174"/>
                  <a:pt x="3084568" y="821769"/>
                  <a:pt x="3084164" y="821364"/>
                </a:cubicBezTo>
                <a:lnTo>
                  <a:pt x="3080116" y="814078"/>
                </a:lnTo>
                <a:cubicBezTo>
                  <a:pt x="3079711" y="813673"/>
                  <a:pt x="3079711" y="813268"/>
                  <a:pt x="3080116" y="812863"/>
                </a:cubicBezTo>
                <a:lnTo>
                  <a:pt x="3084164" y="805577"/>
                </a:lnTo>
                <a:cubicBezTo>
                  <a:pt x="3084568" y="805172"/>
                  <a:pt x="3084973" y="804767"/>
                  <a:pt x="3085378" y="804767"/>
                </a:cubicBezTo>
                <a:close/>
                <a:moveTo>
                  <a:pt x="3004416" y="804767"/>
                </a:moveTo>
                <a:lnTo>
                  <a:pt x="3012917" y="804767"/>
                </a:lnTo>
                <a:cubicBezTo>
                  <a:pt x="3013322" y="804767"/>
                  <a:pt x="3013727" y="805172"/>
                  <a:pt x="3014131" y="805577"/>
                </a:cubicBezTo>
                <a:lnTo>
                  <a:pt x="3018180" y="812863"/>
                </a:lnTo>
                <a:cubicBezTo>
                  <a:pt x="3018585" y="813268"/>
                  <a:pt x="3018585" y="813673"/>
                  <a:pt x="3018180" y="814078"/>
                </a:cubicBezTo>
                <a:lnTo>
                  <a:pt x="3014131" y="821364"/>
                </a:lnTo>
                <a:cubicBezTo>
                  <a:pt x="3013727" y="821364"/>
                  <a:pt x="3013322" y="821769"/>
                  <a:pt x="3012917" y="822174"/>
                </a:cubicBezTo>
                <a:lnTo>
                  <a:pt x="3004416" y="822174"/>
                </a:lnTo>
                <a:cubicBezTo>
                  <a:pt x="3004011" y="822174"/>
                  <a:pt x="3003606" y="821769"/>
                  <a:pt x="3003202" y="821364"/>
                </a:cubicBezTo>
                <a:lnTo>
                  <a:pt x="2999154" y="814078"/>
                </a:lnTo>
                <a:cubicBezTo>
                  <a:pt x="2998749" y="813673"/>
                  <a:pt x="2998749" y="813268"/>
                  <a:pt x="2999154" y="812863"/>
                </a:cubicBezTo>
                <a:lnTo>
                  <a:pt x="3003202" y="805577"/>
                </a:lnTo>
                <a:cubicBezTo>
                  <a:pt x="3003606" y="805172"/>
                  <a:pt x="3004011" y="804767"/>
                  <a:pt x="3004416" y="804767"/>
                </a:cubicBezTo>
                <a:close/>
                <a:moveTo>
                  <a:pt x="2316235" y="804767"/>
                </a:moveTo>
                <a:lnTo>
                  <a:pt x="2324736" y="804767"/>
                </a:lnTo>
                <a:cubicBezTo>
                  <a:pt x="2325141" y="804767"/>
                  <a:pt x="2325546" y="805172"/>
                  <a:pt x="2325951" y="805577"/>
                </a:cubicBezTo>
                <a:lnTo>
                  <a:pt x="2330403" y="812863"/>
                </a:lnTo>
                <a:cubicBezTo>
                  <a:pt x="2330808" y="813268"/>
                  <a:pt x="2330808" y="813673"/>
                  <a:pt x="2330403" y="814078"/>
                </a:cubicBezTo>
                <a:lnTo>
                  <a:pt x="2325951" y="821364"/>
                </a:lnTo>
                <a:cubicBezTo>
                  <a:pt x="2325951" y="821769"/>
                  <a:pt x="2325546" y="821769"/>
                  <a:pt x="2324736" y="822174"/>
                </a:cubicBezTo>
                <a:lnTo>
                  <a:pt x="2316235" y="822174"/>
                </a:lnTo>
                <a:cubicBezTo>
                  <a:pt x="2315830" y="822174"/>
                  <a:pt x="2315426" y="821769"/>
                  <a:pt x="2315021" y="821364"/>
                </a:cubicBezTo>
                <a:lnTo>
                  <a:pt x="2310568" y="814078"/>
                </a:lnTo>
                <a:cubicBezTo>
                  <a:pt x="2310163" y="813673"/>
                  <a:pt x="2310163" y="813268"/>
                  <a:pt x="2310568" y="812863"/>
                </a:cubicBezTo>
                <a:lnTo>
                  <a:pt x="2315021" y="805577"/>
                </a:lnTo>
                <a:cubicBezTo>
                  <a:pt x="2315426" y="805172"/>
                  <a:pt x="2315830" y="804767"/>
                  <a:pt x="2316235" y="804767"/>
                </a:cubicBezTo>
                <a:close/>
                <a:moveTo>
                  <a:pt x="3044897" y="804362"/>
                </a:moveTo>
                <a:lnTo>
                  <a:pt x="3053398" y="804362"/>
                </a:lnTo>
                <a:cubicBezTo>
                  <a:pt x="3053803" y="804362"/>
                  <a:pt x="3054208" y="804767"/>
                  <a:pt x="3054612" y="805172"/>
                </a:cubicBezTo>
                <a:lnTo>
                  <a:pt x="3058661" y="812458"/>
                </a:lnTo>
                <a:cubicBezTo>
                  <a:pt x="3059066" y="812863"/>
                  <a:pt x="3059066" y="813268"/>
                  <a:pt x="3058661" y="813673"/>
                </a:cubicBezTo>
                <a:lnTo>
                  <a:pt x="3054612" y="820959"/>
                </a:lnTo>
                <a:cubicBezTo>
                  <a:pt x="3054208" y="821364"/>
                  <a:pt x="3053803" y="821769"/>
                  <a:pt x="3053398" y="821769"/>
                </a:cubicBezTo>
                <a:lnTo>
                  <a:pt x="3044897" y="821769"/>
                </a:lnTo>
                <a:cubicBezTo>
                  <a:pt x="3044492" y="821769"/>
                  <a:pt x="3044087" y="821364"/>
                  <a:pt x="3043683" y="820959"/>
                </a:cubicBezTo>
                <a:lnTo>
                  <a:pt x="3039635" y="813673"/>
                </a:lnTo>
                <a:cubicBezTo>
                  <a:pt x="3039230" y="813268"/>
                  <a:pt x="3039230" y="812863"/>
                  <a:pt x="3039635" y="812458"/>
                </a:cubicBezTo>
                <a:lnTo>
                  <a:pt x="3043683" y="805172"/>
                </a:lnTo>
                <a:cubicBezTo>
                  <a:pt x="3044087" y="804767"/>
                  <a:pt x="3044492" y="804362"/>
                  <a:pt x="3044897" y="804362"/>
                </a:cubicBezTo>
                <a:close/>
                <a:moveTo>
                  <a:pt x="3490191" y="803958"/>
                </a:moveTo>
                <a:lnTo>
                  <a:pt x="3498692" y="803958"/>
                </a:lnTo>
                <a:cubicBezTo>
                  <a:pt x="3499097" y="803958"/>
                  <a:pt x="3499501" y="804363"/>
                  <a:pt x="3499906" y="804768"/>
                </a:cubicBezTo>
                <a:lnTo>
                  <a:pt x="3504359" y="812459"/>
                </a:lnTo>
                <a:cubicBezTo>
                  <a:pt x="3504764" y="812864"/>
                  <a:pt x="3504764" y="813269"/>
                  <a:pt x="3504359" y="813674"/>
                </a:cubicBezTo>
                <a:lnTo>
                  <a:pt x="3499906" y="821365"/>
                </a:lnTo>
                <a:cubicBezTo>
                  <a:pt x="3499906" y="821770"/>
                  <a:pt x="3499501" y="822175"/>
                  <a:pt x="3498692" y="822175"/>
                </a:cubicBezTo>
                <a:lnTo>
                  <a:pt x="3490191" y="822175"/>
                </a:lnTo>
                <a:cubicBezTo>
                  <a:pt x="3489786" y="822175"/>
                  <a:pt x="3489381" y="821770"/>
                  <a:pt x="3488976" y="821365"/>
                </a:cubicBezTo>
                <a:lnTo>
                  <a:pt x="3484524" y="813674"/>
                </a:lnTo>
                <a:cubicBezTo>
                  <a:pt x="3484119" y="813269"/>
                  <a:pt x="3484119" y="812864"/>
                  <a:pt x="3484524" y="812459"/>
                </a:cubicBezTo>
                <a:lnTo>
                  <a:pt x="3488976" y="804768"/>
                </a:lnTo>
                <a:cubicBezTo>
                  <a:pt x="3489381" y="804363"/>
                  <a:pt x="3489786" y="803958"/>
                  <a:pt x="3490191" y="803958"/>
                </a:cubicBezTo>
                <a:close/>
                <a:moveTo>
                  <a:pt x="3449305" y="803958"/>
                </a:moveTo>
                <a:lnTo>
                  <a:pt x="3458211" y="803958"/>
                </a:lnTo>
                <a:cubicBezTo>
                  <a:pt x="3458616" y="803958"/>
                  <a:pt x="3459020" y="804363"/>
                  <a:pt x="3459425" y="804768"/>
                </a:cubicBezTo>
                <a:lnTo>
                  <a:pt x="3463879" y="812459"/>
                </a:lnTo>
                <a:cubicBezTo>
                  <a:pt x="3464283" y="812864"/>
                  <a:pt x="3464283" y="813269"/>
                  <a:pt x="3463879" y="813674"/>
                </a:cubicBezTo>
                <a:lnTo>
                  <a:pt x="3459425" y="821365"/>
                </a:lnTo>
                <a:cubicBezTo>
                  <a:pt x="3459425" y="821770"/>
                  <a:pt x="3459020" y="822175"/>
                  <a:pt x="3458211" y="822175"/>
                </a:cubicBezTo>
                <a:lnTo>
                  <a:pt x="3449305" y="822175"/>
                </a:lnTo>
                <a:cubicBezTo>
                  <a:pt x="3448900" y="822175"/>
                  <a:pt x="3448495" y="821770"/>
                  <a:pt x="3448091" y="821365"/>
                </a:cubicBezTo>
                <a:lnTo>
                  <a:pt x="3443638" y="813674"/>
                </a:lnTo>
                <a:cubicBezTo>
                  <a:pt x="3443233" y="813269"/>
                  <a:pt x="3443233" y="812864"/>
                  <a:pt x="3443638" y="812459"/>
                </a:cubicBezTo>
                <a:lnTo>
                  <a:pt x="3448091" y="804768"/>
                </a:lnTo>
                <a:cubicBezTo>
                  <a:pt x="3448495" y="804363"/>
                  <a:pt x="3448900" y="803958"/>
                  <a:pt x="3449305" y="803958"/>
                </a:cubicBezTo>
                <a:close/>
                <a:moveTo>
                  <a:pt x="3408824" y="803958"/>
                </a:moveTo>
                <a:lnTo>
                  <a:pt x="3418135" y="803958"/>
                </a:lnTo>
                <a:cubicBezTo>
                  <a:pt x="3418539" y="803958"/>
                  <a:pt x="3418944" y="804363"/>
                  <a:pt x="3419349" y="804768"/>
                </a:cubicBezTo>
                <a:lnTo>
                  <a:pt x="3424207" y="812864"/>
                </a:lnTo>
                <a:cubicBezTo>
                  <a:pt x="3424612" y="813269"/>
                  <a:pt x="3424612" y="813674"/>
                  <a:pt x="3424207" y="814078"/>
                </a:cubicBezTo>
                <a:lnTo>
                  <a:pt x="3419349" y="822175"/>
                </a:lnTo>
                <a:cubicBezTo>
                  <a:pt x="3419349" y="822579"/>
                  <a:pt x="3418944" y="822579"/>
                  <a:pt x="3418135" y="822984"/>
                </a:cubicBezTo>
                <a:lnTo>
                  <a:pt x="3408824" y="822984"/>
                </a:lnTo>
                <a:cubicBezTo>
                  <a:pt x="3408419" y="822984"/>
                  <a:pt x="3408014" y="822579"/>
                  <a:pt x="3407610" y="822175"/>
                </a:cubicBezTo>
                <a:lnTo>
                  <a:pt x="3402752" y="814078"/>
                </a:lnTo>
                <a:cubicBezTo>
                  <a:pt x="3402347" y="813674"/>
                  <a:pt x="3402347" y="813269"/>
                  <a:pt x="3402752" y="812864"/>
                </a:cubicBezTo>
                <a:lnTo>
                  <a:pt x="3407610" y="804768"/>
                </a:lnTo>
                <a:cubicBezTo>
                  <a:pt x="3408014" y="804363"/>
                  <a:pt x="3408419" y="803958"/>
                  <a:pt x="3408824" y="803958"/>
                </a:cubicBezTo>
                <a:close/>
                <a:moveTo>
                  <a:pt x="3570749" y="803553"/>
                </a:moveTo>
                <a:lnTo>
                  <a:pt x="3580464" y="803553"/>
                </a:lnTo>
                <a:cubicBezTo>
                  <a:pt x="3580869" y="803553"/>
                  <a:pt x="3581274" y="803553"/>
                  <a:pt x="3581679" y="803958"/>
                </a:cubicBezTo>
                <a:lnTo>
                  <a:pt x="3586537" y="812459"/>
                </a:lnTo>
                <a:cubicBezTo>
                  <a:pt x="3586941" y="812864"/>
                  <a:pt x="3586941" y="813268"/>
                  <a:pt x="3586537" y="813673"/>
                </a:cubicBezTo>
                <a:lnTo>
                  <a:pt x="3581679" y="822174"/>
                </a:lnTo>
                <a:cubicBezTo>
                  <a:pt x="3581274" y="822579"/>
                  <a:pt x="3580869" y="822984"/>
                  <a:pt x="3580464" y="822579"/>
                </a:cubicBezTo>
                <a:lnTo>
                  <a:pt x="3570749" y="822579"/>
                </a:lnTo>
                <a:cubicBezTo>
                  <a:pt x="3570344" y="822579"/>
                  <a:pt x="3569939" y="822579"/>
                  <a:pt x="3569535" y="822174"/>
                </a:cubicBezTo>
                <a:lnTo>
                  <a:pt x="3564677" y="813673"/>
                </a:lnTo>
                <a:cubicBezTo>
                  <a:pt x="3564272" y="813268"/>
                  <a:pt x="3564272" y="812864"/>
                  <a:pt x="3564677" y="812459"/>
                </a:cubicBezTo>
                <a:lnTo>
                  <a:pt x="3569535" y="803958"/>
                </a:lnTo>
                <a:cubicBezTo>
                  <a:pt x="3569939" y="803958"/>
                  <a:pt x="3570344" y="803553"/>
                  <a:pt x="3570749" y="803553"/>
                </a:cubicBezTo>
                <a:close/>
                <a:moveTo>
                  <a:pt x="2963530" y="803553"/>
                </a:moveTo>
                <a:lnTo>
                  <a:pt x="2972841" y="803553"/>
                </a:lnTo>
                <a:cubicBezTo>
                  <a:pt x="2973245" y="803553"/>
                  <a:pt x="2973650" y="803958"/>
                  <a:pt x="2974055" y="804363"/>
                </a:cubicBezTo>
                <a:lnTo>
                  <a:pt x="2978508" y="812459"/>
                </a:lnTo>
                <a:cubicBezTo>
                  <a:pt x="2978913" y="812864"/>
                  <a:pt x="2978913" y="813268"/>
                  <a:pt x="2978508" y="813673"/>
                </a:cubicBezTo>
                <a:lnTo>
                  <a:pt x="2974055" y="821770"/>
                </a:lnTo>
                <a:cubicBezTo>
                  <a:pt x="2974055" y="822174"/>
                  <a:pt x="2973650" y="822579"/>
                  <a:pt x="2972841" y="822579"/>
                </a:cubicBezTo>
                <a:lnTo>
                  <a:pt x="2963530" y="822579"/>
                </a:lnTo>
                <a:cubicBezTo>
                  <a:pt x="2963125" y="822579"/>
                  <a:pt x="2962720" y="822174"/>
                  <a:pt x="2962316" y="821770"/>
                </a:cubicBezTo>
                <a:lnTo>
                  <a:pt x="2957863" y="813673"/>
                </a:lnTo>
                <a:cubicBezTo>
                  <a:pt x="2957458" y="813268"/>
                  <a:pt x="2957458" y="812864"/>
                  <a:pt x="2957863" y="812459"/>
                </a:cubicBezTo>
                <a:lnTo>
                  <a:pt x="2962316" y="804363"/>
                </a:lnTo>
                <a:cubicBezTo>
                  <a:pt x="2962720" y="803958"/>
                  <a:pt x="2963125" y="803553"/>
                  <a:pt x="2963530" y="803553"/>
                </a:cubicBezTo>
                <a:close/>
                <a:moveTo>
                  <a:pt x="2356311" y="803553"/>
                </a:moveTo>
                <a:lnTo>
                  <a:pt x="2365622" y="803553"/>
                </a:lnTo>
                <a:cubicBezTo>
                  <a:pt x="2366027" y="803553"/>
                  <a:pt x="2366431" y="803958"/>
                  <a:pt x="2366836" y="804363"/>
                </a:cubicBezTo>
                <a:lnTo>
                  <a:pt x="2371289" y="812459"/>
                </a:lnTo>
                <a:cubicBezTo>
                  <a:pt x="2371694" y="812864"/>
                  <a:pt x="2371694" y="813268"/>
                  <a:pt x="2371289" y="813673"/>
                </a:cubicBezTo>
                <a:lnTo>
                  <a:pt x="2366836" y="821770"/>
                </a:lnTo>
                <a:cubicBezTo>
                  <a:pt x="2366431" y="822174"/>
                  <a:pt x="2366027" y="822579"/>
                  <a:pt x="2365622" y="822579"/>
                </a:cubicBezTo>
                <a:lnTo>
                  <a:pt x="2356311" y="822579"/>
                </a:lnTo>
                <a:cubicBezTo>
                  <a:pt x="2355906" y="822579"/>
                  <a:pt x="2355501" y="822174"/>
                  <a:pt x="2355097" y="821770"/>
                </a:cubicBezTo>
                <a:lnTo>
                  <a:pt x="2350644" y="813673"/>
                </a:lnTo>
                <a:cubicBezTo>
                  <a:pt x="2350239" y="813268"/>
                  <a:pt x="2350239" y="812864"/>
                  <a:pt x="2350644" y="812459"/>
                </a:cubicBezTo>
                <a:lnTo>
                  <a:pt x="2355097" y="804363"/>
                </a:lnTo>
                <a:cubicBezTo>
                  <a:pt x="2355501" y="803958"/>
                  <a:pt x="2355906" y="803553"/>
                  <a:pt x="2356311" y="803553"/>
                </a:cubicBezTo>
                <a:close/>
                <a:moveTo>
                  <a:pt x="3367533" y="802743"/>
                </a:moveTo>
                <a:lnTo>
                  <a:pt x="3378867" y="802743"/>
                </a:lnTo>
                <a:cubicBezTo>
                  <a:pt x="3379272" y="802743"/>
                  <a:pt x="3379677" y="802743"/>
                  <a:pt x="3380082" y="803148"/>
                </a:cubicBezTo>
                <a:lnTo>
                  <a:pt x="3385749" y="812863"/>
                </a:lnTo>
                <a:cubicBezTo>
                  <a:pt x="3386154" y="813268"/>
                  <a:pt x="3386154" y="813673"/>
                  <a:pt x="3385749" y="814078"/>
                </a:cubicBezTo>
                <a:lnTo>
                  <a:pt x="3380082" y="823793"/>
                </a:lnTo>
                <a:cubicBezTo>
                  <a:pt x="3379677" y="824198"/>
                  <a:pt x="3379272" y="824198"/>
                  <a:pt x="3378867" y="824198"/>
                </a:cubicBezTo>
                <a:lnTo>
                  <a:pt x="3367533" y="824198"/>
                </a:lnTo>
                <a:cubicBezTo>
                  <a:pt x="3367128" y="824198"/>
                  <a:pt x="3366723" y="824198"/>
                  <a:pt x="3366318" y="823793"/>
                </a:cubicBezTo>
                <a:lnTo>
                  <a:pt x="3360651" y="814078"/>
                </a:lnTo>
                <a:cubicBezTo>
                  <a:pt x="3360246" y="813673"/>
                  <a:pt x="3360246" y="813268"/>
                  <a:pt x="3360651" y="812863"/>
                </a:cubicBezTo>
                <a:lnTo>
                  <a:pt x="3366318" y="803148"/>
                </a:lnTo>
                <a:cubicBezTo>
                  <a:pt x="3366723" y="803148"/>
                  <a:pt x="3367128" y="802743"/>
                  <a:pt x="3367533" y="802743"/>
                </a:cubicBezTo>
                <a:close/>
                <a:moveTo>
                  <a:pt x="3165126" y="802743"/>
                </a:moveTo>
                <a:lnTo>
                  <a:pt x="3176056" y="802743"/>
                </a:lnTo>
                <a:cubicBezTo>
                  <a:pt x="3176461" y="802743"/>
                  <a:pt x="3176866" y="803148"/>
                  <a:pt x="3177271" y="803553"/>
                </a:cubicBezTo>
                <a:lnTo>
                  <a:pt x="3182534" y="812863"/>
                </a:lnTo>
                <a:cubicBezTo>
                  <a:pt x="3182938" y="813268"/>
                  <a:pt x="3182938" y="813673"/>
                  <a:pt x="3182534" y="814078"/>
                </a:cubicBezTo>
                <a:lnTo>
                  <a:pt x="3177271" y="823388"/>
                </a:lnTo>
                <a:cubicBezTo>
                  <a:pt x="3177271" y="823793"/>
                  <a:pt x="3176866" y="823793"/>
                  <a:pt x="3176056" y="824198"/>
                </a:cubicBezTo>
                <a:lnTo>
                  <a:pt x="3165126" y="824198"/>
                </a:lnTo>
                <a:cubicBezTo>
                  <a:pt x="3164722" y="824198"/>
                  <a:pt x="3164317" y="823793"/>
                  <a:pt x="3163912" y="823388"/>
                </a:cubicBezTo>
                <a:lnTo>
                  <a:pt x="3158650" y="814078"/>
                </a:lnTo>
                <a:cubicBezTo>
                  <a:pt x="3158245" y="813673"/>
                  <a:pt x="3158245" y="813268"/>
                  <a:pt x="3158650" y="812863"/>
                </a:cubicBezTo>
                <a:lnTo>
                  <a:pt x="3163912" y="803553"/>
                </a:lnTo>
                <a:cubicBezTo>
                  <a:pt x="3164317" y="803148"/>
                  <a:pt x="3164722" y="802743"/>
                  <a:pt x="3165126" y="802743"/>
                </a:cubicBezTo>
                <a:close/>
                <a:moveTo>
                  <a:pt x="3610421" y="801934"/>
                </a:moveTo>
                <a:lnTo>
                  <a:pt x="3621350" y="801934"/>
                </a:lnTo>
                <a:cubicBezTo>
                  <a:pt x="3621755" y="801934"/>
                  <a:pt x="3622160" y="802339"/>
                  <a:pt x="3622565" y="802744"/>
                </a:cubicBezTo>
                <a:lnTo>
                  <a:pt x="3628232" y="812459"/>
                </a:lnTo>
                <a:cubicBezTo>
                  <a:pt x="3628637" y="812864"/>
                  <a:pt x="3628637" y="813269"/>
                  <a:pt x="3628232" y="813674"/>
                </a:cubicBezTo>
                <a:lnTo>
                  <a:pt x="3622565" y="823389"/>
                </a:lnTo>
                <a:cubicBezTo>
                  <a:pt x="3622565" y="823794"/>
                  <a:pt x="3622160" y="824199"/>
                  <a:pt x="3621350" y="824199"/>
                </a:cubicBezTo>
                <a:lnTo>
                  <a:pt x="3610421" y="824199"/>
                </a:lnTo>
                <a:cubicBezTo>
                  <a:pt x="3610016" y="824199"/>
                  <a:pt x="3609611" y="823794"/>
                  <a:pt x="3609206" y="823389"/>
                </a:cubicBezTo>
                <a:lnTo>
                  <a:pt x="3603539" y="813674"/>
                </a:lnTo>
                <a:cubicBezTo>
                  <a:pt x="3603134" y="813269"/>
                  <a:pt x="3603134" y="812864"/>
                  <a:pt x="3603539" y="812459"/>
                </a:cubicBezTo>
                <a:lnTo>
                  <a:pt x="3609206" y="802744"/>
                </a:lnTo>
                <a:cubicBezTo>
                  <a:pt x="3609611" y="802339"/>
                  <a:pt x="3610016" y="801934"/>
                  <a:pt x="3610421" y="801934"/>
                </a:cubicBezTo>
                <a:close/>
                <a:moveTo>
                  <a:pt x="3326647" y="801934"/>
                </a:moveTo>
                <a:lnTo>
                  <a:pt x="3338386" y="801934"/>
                </a:lnTo>
                <a:cubicBezTo>
                  <a:pt x="3338791" y="801934"/>
                  <a:pt x="3339196" y="801934"/>
                  <a:pt x="3339600" y="802339"/>
                </a:cubicBezTo>
                <a:lnTo>
                  <a:pt x="3345268" y="812459"/>
                </a:lnTo>
                <a:cubicBezTo>
                  <a:pt x="3345673" y="812864"/>
                  <a:pt x="3345673" y="813269"/>
                  <a:pt x="3345268" y="813674"/>
                </a:cubicBezTo>
                <a:lnTo>
                  <a:pt x="3339600" y="823794"/>
                </a:lnTo>
                <a:cubicBezTo>
                  <a:pt x="3339196" y="824199"/>
                  <a:pt x="3338791" y="824604"/>
                  <a:pt x="3338386" y="824199"/>
                </a:cubicBezTo>
                <a:lnTo>
                  <a:pt x="3326647" y="824199"/>
                </a:lnTo>
                <a:cubicBezTo>
                  <a:pt x="3326242" y="824199"/>
                  <a:pt x="3325837" y="824199"/>
                  <a:pt x="3325432" y="823794"/>
                </a:cubicBezTo>
                <a:lnTo>
                  <a:pt x="3319765" y="813674"/>
                </a:lnTo>
                <a:cubicBezTo>
                  <a:pt x="3319360" y="813269"/>
                  <a:pt x="3319360" y="812864"/>
                  <a:pt x="3319765" y="812459"/>
                </a:cubicBezTo>
                <a:lnTo>
                  <a:pt x="3325432" y="802339"/>
                </a:lnTo>
                <a:cubicBezTo>
                  <a:pt x="3325837" y="802339"/>
                  <a:pt x="3326242" y="801934"/>
                  <a:pt x="3326647" y="801934"/>
                </a:cubicBezTo>
                <a:close/>
                <a:moveTo>
                  <a:pt x="3731054" y="801529"/>
                </a:moveTo>
                <a:lnTo>
                  <a:pt x="3743603" y="801529"/>
                </a:lnTo>
                <a:cubicBezTo>
                  <a:pt x="3744008" y="801529"/>
                  <a:pt x="3744413" y="801529"/>
                  <a:pt x="3744817" y="801934"/>
                </a:cubicBezTo>
                <a:lnTo>
                  <a:pt x="3751295" y="812864"/>
                </a:lnTo>
                <a:cubicBezTo>
                  <a:pt x="3751699" y="813269"/>
                  <a:pt x="3751699" y="813673"/>
                  <a:pt x="3751295" y="814078"/>
                </a:cubicBezTo>
                <a:lnTo>
                  <a:pt x="3744817" y="825008"/>
                </a:lnTo>
                <a:cubicBezTo>
                  <a:pt x="3744817" y="825413"/>
                  <a:pt x="3744413" y="825413"/>
                  <a:pt x="3743603" y="825818"/>
                </a:cubicBezTo>
                <a:lnTo>
                  <a:pt x="3731054" y="825818"/>
                </a:lnTo>
                <a:cubicBezTo>
                  <a:pt x="3730649" y="825818"/>
                  <a:pt x="3730244" y="825413"/>
                  <a:pt x="3729839" y="825008"/>
                </a:cubicBezTo>
                <a:lnTo>
                  <a:pt x="3723363" y="814078"/>
                </a:lnTo>
                <a:cubicBezTo>
                  <a:pt x="3722958" y="813673"/>
                  <a:pt x="3722958" y="813269"/>
                  <a:pt x="3723363" y="812864"/>
                </a:cubicBezTo>
                <a:lnTo>
                  <a:pt x="3729839" y="801934"/>
                </a:lnTo>
                <a:cubicBezTo>
                  <a:pt x="3730244" y="801934"/>
                  <a:pt x="3730649" y="801529"/>
                  <a:pt x="3731054" y="801529"/>
                </a:cubicBezTo>
                <a:close/>
                <a:moveTo>
                  <a:pt x="3649687" y="801529"/>
                </a:moveTo>
                <a:lnTo>
                  <a:pt x="3662641" y="801529"/>
                </a:lnTo>
                <a:cubicBezTo>
                  <a:pt x="3663046" y="801529"/>
                  <a:pt x="3663451" y="801529"/>
                  <a:pt x="3663855" y="801934"/>
                </a:cubicBezTo>
                <a:lnTo>
                  <a:pt x="3670333" y="812864"/>
                </a:lnTo>
                <a:cubicBezTo>
                  <a:pt x="3670737" y="813269"/>
                  <a:pt x="3670737" y="813673"/>
                  <a:pt x="3670333" y="814078"/>
                </a:cubicBezTo>
                <a:lnTo>
                  <a:pt x="3663855" y="825008"/>
                </a:lnTo>
                <a:cubicBezTo>
                  <a:pt x="3663855" y="825413"/>
                  <a:pt x="3663451" y="825413"/>
                  <a:pt x="3662641" y="825413"/>
                </a:cubicBezTo>
                <a:lnTo>
                  <a:pt x="3649687" y="825413"/>
                </a:lnTo>
                <a:cubicBezTo>
                  <a:pt x="3649282" y="825413"/>
                  <a:pt x="3648878" y="825413"/>
                  <a:pt x="3648473" y="825008"/>
                </a:cubicBezTo>
                <a:lnTo>
                  <a:pt x="3641996" y="814078"/>
                </a:lnTo>
                <a:cubicBezTo>
                  <a:pt x="3641591" y="813673"/>
                  <a:pt x="3641591" y="813269"/>
                  <a:pt x="3641996" y="812864"/>
                </a:cubicBezTo>
                <a:lnTo>
                  <a:pt x="3648473" y="801934"/>
                </a:lnTo>
                <a:cubicBezTo>
                  <a:pt x="3648878" y="801934"/>
                  <a:pt x="3649282" y="801529"/>
                  <a:pt x="3649687" y="801529"/>
                </a:cubicBezTo>
                <a:close/>
                <a:moveTo>
                  <a:pt x="3812017" y="800719"/>
                </a:moveTo>
                <a:lnTo>
                  <a:pt x="3824971" y="800719"/>
                </a:lnTo>
                <a:cubicBezTo>
                  <a:pt x="3825376" y="800719"/>
                  <a:pt x="3825780" y="800719"/>
                  <a:pt x="3826186" y="801124"/>
                </a:cubicBezTo>
                <a:lnTo>
                  <a:pt x="3832662" y="812459"/>
                </a:lnTo>
                <a:cubicBezTo>
                  <a:pt x="3833067" y="812863"/>
                  <a:pt x="3833067" y="813268"/>
                  <a:pt x="3832662" y="813673"/>
                </a:cubicBezTo>
                <a:lnTo>
                  <a:pt x="3826186" y="825008"/>
                </a:lnTo>
                <a:cubicBezTo>
                  <a:pt x="3825780" y="825413"/>
                  <a:pt x="3825376" y="825817"/>
                  <a:pt x="3824971" y="825817"/>
                </a:cubicBezTo>
                <a:lnTo>
                  <a:pt x="3812017" y="825817"/>
                </a:lnTo>
                <a:cubicBezTo>
                  <a:pt x="3811612" y="825817"/>
                  <a:pt x="3811207" y="825413"/>
                  <a:pt x="3810802" y="825008"/>
                </a:cubicBezTo>
                <a:lnTo>
                  <a:pt x="3804326" y="813673"/>
                </a:lnTo>
                <a:cubicBezTo>
                  <a:pt x="3803921" y="813268"/>
                  <a:pt x="3803921" y="812863"/>
                  <a:pt x="3804326" y="812459"/>
                </a:cubicBezTo>
                <a:lnTo>
                  <a:pt x="3810802" y="801124"/>
                </a:lnTo>
                <a:cubicBezTo>
                  <a:pt x="3811207" y="801124"/>
                  <a:pt x="3811612" y="800719"/>
                  <a:pt x="3812017" y="800719"/>
                </a:cubicBezTo>
                <a:close/>
                <a:moveTo>
                  <a:pt x="3771536" y="800719"/>
                </a:moveTo>
                <a:lnTo>
                  <a:pt x="3784490" y="800719"/>
                </a:lnTo>
                <a:cubicBezTo>
                  <a:pt x="3784895" y="800719"/>
                  <a:pt x="3785299" y="800719"/>
                  <a:pt x="3785705" y="801124"/>
                </a:cubicBezTo>
                <a:lnTo>
                  <a:pt x="3792181" y="812459"/>
                </a:lnTo>
                <a:cubicBezTo>
                  <a:pt x="3792586" y="812863"/>
                  <a:pt x="3792586" y="813268"/>
                  <a:pt x="3792181" y="813673"/>
                </a:cubicBezTo>
                <a:lnTo>
                  <a:pt x="3785705" y="825008"/>
                </a:lnTo>
                <a:cubicBezTo>
                  <a:pt x="3785299" y="825413"/>
                  <a:pt x="3784895" y="825817"/>
                  <a:pt x="3784490" y="825413"/>
                </a:cubicBezTo>
                <a:lnTo>
                  <a:pt x="3771536" y="825413"/>
                </a:lnTo>
                <a:cubicBezTo>
                  <a:pt x="3771131" y="825413"/>
                  <a:pt x="3770726" y="825413"/>
                  <a:pt x="3770321" y="825008"/>
                </a:cubicBezTo>
                <a:lnTo>
                  <a:pt x="3763845" y="813673"/>
                </a:lnTo>
                <a:cubicBezTo>
                  <a:pt x="3763440" y="813268"/>
                  <a:pt x="3763440" y="812863"/>
                  <a:pt x="3763845" y="812459"/>
                </a:cubicBezTo>
                <a:lnTo>
                  <a:pt x="3770321" y="801124"/>
                </a:lnTo>
                <a:cubicBezTo>
                  <a:pt x="3770726" y="801124"/>
                  <a:pt x="3771131" y="800719"/>
                  <a:pt x="3771536" y="800719"/>
                </a:cubicBezTo>
                <a:close/>
                <a:moveTo>
                  <a:pt x="3204798" y="800719"/>
                </a:moveTo>
                <a:lnTo>
                  <a:pt x="3217752" y="800719"/>
                </a:lnTo>
                <a:cubicBezTo>
                  <a:pt x="3218157" y="800719"/>
                  <a:pt x="3218561" y="800719"/>
                  <a:pt x="3218967" y="801124"/>
                </a:cubicBezTo>
                <a:lnTo>
                  <a:pt x="3225443" y="812459"/>
                </a:lnTo>
                <a:cubicBezTo>
                  <a:pt x="3225848" y="812863"/>
                  <a:pt x="3225848" y="813268"/>
                  <a:pt x="3225443" y="813673"/>
                </a:cubicBezTo>
                <a:lnTo>
                  <a:pt x="3218967" y="825008"/>
                </a:lnTo>
                <a:cubicBezTo>
                  <a:pt x="3218561" y="825413"/>
                  <a:pt x="3218157" y="825817"/>
                  <a:pt x="3217752" y="825817"/>
                </a:cubicBezTo>
                <a:lnTo>
                  <a:pt x="3204798" y="825817"/>
                </a:lnTo>
                <a:cubicBezTo>
                  <a:pt x="3204393" y="825817"/>
                  <a:pt x="3203988" y="825413"/>
                  <a:pt x="3203583" y="825008"/>
                </a:cubicBezTo>
                <a:lnTo>
                  <a:pt x="3197107" y="813673"/>
                </a:lnTo>
                <a:cubicBezTo>
                  <a:pt x="3196702" y="813268"/>
                  <a:pt x="3196702" y="812863"/>
                  <a:pt x="3197107" y="812459"/>
                </a:cubicBezTo>
                <a:lnTo>
                  <a:pt x="3203583" y="801124"/>
                </a:lnTo>
                <a:cubicBezTo>
                  <a:pt x="3203988" y="801124"/>
                  <a:pt x="3204393" y="800719"/>
                  <a:pt x="3204798" y="800719"/>
                </a:cubicBezTo>
                <a:close/>
                <a:moveTo>
                  <a:pt x="3244470" y="800314"/>
                </a:moveTo>
                <a:lnTo>
                  <a:pt x="3258638" y="800314"/>
                </a:lnTo>
                <a:cubicBezTo>
                  <a:pt x="3259043" y="800314"/>
                  <a:pt x="3259448" y="800314"/>
                  <a:pt x="3259853" y="800719"/>
                </a:cubicBezTo>
                <a:lnTo>
                  <a:pt x="3266734" y="812863"/>
                </a:lnTo>
                <a:cubicBezTo>
                  <a:pt x="3267139" y="813268"/>
                  <a:pt x="3267139" y="813673"/>
                  <a:pt x="3266734" y="814078"/>
                </a:cubicBezTo>
                <a:lnTo>
                  <a:pt x="3259853" y="826222"/>
                </a:lnTo>
                <a:cubicBezTo>
                  <a:pt x="3259448" y="826222"/>
                  <a:pt x="3259043" y="826627"/>
                  <a:pt x="3258638" y="826627"/>
                </a:cubicBezTo>
                <a:lnTo>
                  <a:pt x="3244470" y="826627"/>
                </a:lnTo>
                <a:cubicBezTo>
                  <a:pt x="3244065" y="826627"/>
                  <a:pt x="3243660" y="826627"/>
                  <a:pt x="3243256" y="826222"/>
                </a:cubicBezTo>
                <a:lnTo>
                  <a:pt x="3236374" y="814078"/>
                </a:lnTo>
                <a:cubicBezTo>
                  <a:pt x="3235969" y="813673"/>
                  <a:pt x="3235969" y="813268"/>
                  <a:pt x="3236374" y="812863"/>
                </a:cubicBezTo>
                <a:lnTo>
                  <a:pt x="3243256" y="800719"/>
                </a:lnTo>
                <a:cubicBezTo>
                  <a:pt x="3243660" y="800719"/>
                  <a:pt x="3244065" y="800314"/>
                  <a:pt x="3244470" y="800314"/>
                </a:cubicBezTo>
                <a:close/>
                <a:moveTo>
                  <a:pt x="3689764" y="799505"/>
                </a:moveTo>
                <a:lnTo>
                  <a:pt x="3703932" y="799505"/>
                </a:lnTo>
                <a:cubicBezTo>
                  <a:pt x="3704337" y="799505"/>
                  <a:pt x="3704742" y="799910"/>
                  <a:pt x="3705147" y="800315"/>
                </a:cubicBezTo>
                <a:lnTo>
                  <a:pt x="3712028" y="812459"/>
                </a:lnTo>
                <a:cubicBezTo>
                  <a:pt x="3712433" y="812864"/>
                  <a:pt x="3712433" y="813269"/>
                  <a:pt x="3712028" y="813673"/>
                </a:cubicBezTo>
                <a:lnTo>
                  <a:pt x="3705147" y="825818"/>
                </a:lnTo>
                <a:cubicBezTo>
                  <a:pt x="3704742" y="826223"/>
                  <a:pt x="3704337" y="826627"/>
                  <a:pt x="3703932" y="826223"/>
                </a:cubicBezTo>
                <a:lnTo>
                  <a:pt x="3689764" y="826223"/>
                </a:lnTo>
                <a:cubicBezTo>
                  <a:pt x="3689359" y="826223"/>
                  <a:pt x="3688954" y="826223"/>
                  <a:pt x="3688550" y="825818"/>
                </a:cubicBezTo>
                <a:lnTo>
                  <a:pt x="3681668" y="813673"/>
                </a:lnTo>
                <a:cubicBezTo>
                  <a:pt x="3681263" y="813269"/>
                  <a:pt x="3681263" y="812864"/>
                  <a:pt x="3681668" y="812459"/>
                </a:cubicBezTo>
                <a:lnTo>
                  <a:pt x="3688550" y="800315"/>
                </a:lnTo>
                <a:cubicBezTo>
                  <a:pt x="3688954" y="799910"/>
                  <a:pt x="3689359" y="799505"/>
                  <a:pt x="3689764" y="799505"/>
                </a:cubicBezTo>
                <a:close/>
                <a:moveTo>
                  <a:pt x="3284546" y="799100"/>
                </a:moveTo>
                <a:lnTo>
                  <a:pt x="3299523" y="799100"/>
                </a:lnTo>
                <a:cubicBezTo>
                  <a:pt x="3299929" y="799100"/>
                  <a:pt x="3300333" y="799505"/>
                  <a:pt x="3300738" y="799910"/>
                </a:cubicBezTo>
                <a:lnTo>
                  <a:pt x="3308430" y="812864"/>
                </a:lnTo>
                <a:cubicBezTo>
                  <a:pt x="3308834" y="813268"/>
                  <a:pt x="3308834" y="813673"/>
                  <a:pt x="3308430" y="814078"/>
                </a:cubicBezTo>
                <a:lnTo>
                  <a:pt x="3300738" y="827032"/>
                </a:lnTo>
                <a:cubicBezTo>
                  <a:pt x="3300738" y="827437"/>
                  <a:pt x="3300333" y="827437"/>
                  <a:pt x="3299523" y="827842"/>
                </a:cubicBezTo>
                <a:lnTo>
                  <a:pt x="3284546" y="827842"/>
                </a:lnTo>
                <a:cubicBezTo>
                  <a:pt x="3284141" y="827842"/>
                  <a:pt x="3283736" y="827437"/>
                  <a:pt x="3283331" y="827032"/>
                </a:cubicBezTo>
                <a:lnTo>
                  <a:pt x="3275640" y="814078"/>
                </a:lnTo>
                <a:cubicBezTo>
                  <a:pt x="3275235" y="813673"/>
                  <a:pt x="3275235" y="813268"/>
                  <a:pt x="3275640" y="812864"/>
                </a:cubicBezTo>
                <a:lnTo>
                  <a:pt x="3283331" y="799910"/>
                </a:lnTo>
                <a:cubicBezTo>
                  <a:pt x="3283736" y="799505"/>
                  <a:pt x="3284141" y="799100"/>
                  <a:pt x="3284546" y="799100"/>
                </a:cubicBezTo>
                <a:close/>
                <a:moveTo>
                  <a:pt x="4424498" y="770358"/>
                </a:moveTo>
                <a:lnTo>
                  <a:pt x="4426927" y="770358"/>
                </a:lnTo>
                <a:lnTo>
                  <a:pt x="4428142" y="772787"/>
                </a:lnTo>
                <a:lnTo>
                  <a:pt x="4426927" y="775216"/>
                </a:lnTo>
                <a:lnTo>
                  <a:pt x="4424498" y="775216"/>
                </a:lnTo>
                <a:lnTo>
                  <a:pt x="4423284" y="772787"/>
                </a:lnTo>
                <a:close/>
                <a:moveTo>
                  <a:pt x="4221687" y="770358"/>
                </a:moveTo>
                <a:lnTo>
                  <a:pt x="4224520" y="770358"/>
                </a:lnTo>
                <a:lnTo>
                  <a:pt x="4225735" y="772787"/>
                </a:lnTo>
                <a:lnTo>
                  <a:pt x="4224520" y="775216"/>
                </a:lnTo>
                <a:lnTo>
                  <a:pt x="4221687" y="775216"/>
                </a:lnTo>
                <a:lnTo>
                  <a:pt x="4220472" y="772787"/>
                </a:lnTo>
                <a:close/>
                <a:moveTo>
                  <a:pt x="4181610" y="770358"/>
                </a:moveTo>
                <a:lnTo>
                  <a:pt x="4184444" y="770358"/>
                </a:lnTo>
                <a:lnTo>
                  <a:pt x="4186063" y="772787"/>
                </a:lnTo>
                <a:lnTo>
                  <a:pt x="4184444" y="775216"/>
                </a:lnTo>
                <a:lnTo>
                  <a:pt x="4181610" y="775216"/>
                </a:lnTo>
                <a:lnTo>
                  <a:pt x="4179991" y="772787"/>
                </a:lnTo>
                <a:close/>
                <a:moveTo>
                  <a:pt x="4140725" y="770358"/>
                </a:moveTo>
                <a:lnTo>
                  <a:pt x="4143558" y="770358"/>
                </a:lnTo>
                <a:lnTo>
                  <a:pt x="4144773" y="772787"/>
                </a:lnTo>
                <a:lnTo>
                  <a:pt x="4143558" y="775216"/>
                </a:lnTo>
                <a:lnTo>
                  <a:pt x="4140725" y="775216"/>
                </a:lnTo>
                <a:lnTo>
                  <a:pt x="4139510" y="772787"/>
                </a:lnTo>
                <a:close/>
                <a:moveTo>
                  <a:pt x="4383612" y="769953"/>
                </a:moveTo>
                <a:lnTo>
                  <a:pt x="4386851" y="769953"/>
                </a:lnTo>
                <a:lnTo>
                  <a:pt x="4388470" y="772787"/>
                </a:lnTo>
                <a:lnTo>
                  <a:pt x="4386851" y="775620"/>
                </a:lnTo>
                <a:lnTo>
                  <a:pt x="4383612" y="775620"/>
                </a:lnTo>
                <a:lnTo>
                  <a:pt x="4381993" y="772787"/>
                </a:lnTo>
                <a:close/>
                <a:moveTo>
                  <a:pt x="4343130" y="769953"/>
                </a:moveTo>
                <a:lnTo>
                  <a:pt x="4346369" y="769953"/>
                </a:lnTo>
                <a:lnTo>
                  <a:pt x="4347988" y="772787"/>
                </a:lnTo>
                <a:lnTo>
                  <a:pt x="4346369" y="775620"/>
                </a:lnTo>
                <a:lnTo>
                  <a:pt x="4343130" y="775620"/>
                </a:lnTo>
                <a:lnTo>
                  <a:pt x="4341511" y="772787"/>
                </a:lnTo>
                <a:close/>
                <a:moveTo>
                  <a:pt x="4302649" y="769953"/>
                </a:moveTo>
                <a:lnTo>
                  <a:pt x="4305888" y="769953"/>
                </a:lnTo>
                <a:lnTo>
                  <a:pt x="4307507" y="772787"/>
                </a:lnTo>
                <a:lnTo>
                  <a:pt x="4305888" y="775620"/>
                </a:lnTo>
                <a:lnTo>
                  <a:pt x="4302649" y="775620"/>
                </a:lnTo>
                <a:lnTo>
                  <a:pt x="4301030" y="772787"/>
                </a:lnTo>
                <a:close/>
                <a:moveTo>
                  <a:pt x="4262168" y="769953"/>
                </a:moveTo>
                <a:lnTo>
                  <a:pt x="4265407" y="769953"/>
                </a:lnTo>
                <a:lnTo>
                  <a:pt x="4267026" y="772787"/>
                </a:lnTo>
                <a:lnTo>
                  <a:pt x="4265407" y="775620"/>
                </a:lnTo>
                <a:lnTo>
                  <a:pt x="4262168" y="775620"/>
                </a:lnTo>
                <a:lnTo>
                  <a:pt x="4260549" y="772787"/>
                </a:lnTo>
                <a:close/>
                <a:moveTo>
                  <a:pt x="2764362" y="769953"/>
                </a:moveTo>
                <a:lnTo>
                  <a:pt x="2767601" y="769953"/>
                </a:lnTo>
                <a:lnTo>
                  <a:pt x="2769220" y="772787"/>
                </a:lnTo>
                <a:lnTo>
                  <a:pt x="2767601" y="775620"/>
                </a:lnTo>
                <a:lnTo>
                  <a:pt x="2764362" y="775620"/>
                </a:lnTo>
                <a:lnTo>
                  <a:pt x="2762743" y="772787"/>
                </a:lnTo>
                <a:close/>
                <a:moveTo>
                  <a:pt x="2804438" y="769549"/>
                </a:moveTo>
                <a:lnTo>
                  <a:pt x="2808082" y="769549"/>
                </a:lnTo>
                <a:lnTo>
                  <a:pt x="2809701" y="772788"/>
                </a:lnTo>
                <a:lnTo>
                  <a:pt x="2808082" y="776026"/>
                </a:lnTo>
                <a:lnTo>
                  <a:pt x="2804438" y="776026"/>
                </a:lnTo>
                <a:lnTo>
                  <a:pt x="2802819" y="772788"/>
                </a:lnTo>
                <a:close/>
                <a:moveTo>
                  <a:pt x="2642918" y="769549"/>
                </a:moveTo>
                <a:lnTo>
                  <a:pt x="2646561" y="769549"/>
                </a:lnTo>
                <a:lnTo>
                  <a:pt x="2648586" y="772788"/>
                </a:lnTo>
                <a:lnTo>
                  <a:pt x="2646561" y="776026"/>
                </a:lnTo>
                <a:lnTo>
                  <a:pt x="2642918" y="776026"/>
                </a:lnTo>
                <a:lnTo>
                  <a:pt x="2640894" y="772788"/>
                </a:lnTo>
                <a:close/>
                <a:moveTo>
                  <a:pt x="2602032" y="769549"/>
                </a:moveTo>
                <a:lnTo>
                  <a:pt x="2606080" y="769549"/>
                </a:lnTo>
                <a:lnTo>
                  <a:pt x="2608104" y="772788"/>
                </a:lnTo>
                <a:lnTo>
                  <a:pt x="2606080" y="776026"/>
                </a:lnTo>
                <a:lnTo>
                  <a:pt x="2602032" y="776026"/>
                </a:lnTo>
                <a:lnTo>
                  <a:pt x="2600008" y="772788"/>
                </a:lnTo>
                <a:close/>
                <a:moveTo>
                  <a:pt x="4099434" y="769144"/>
                </a:moveTo>
                <a:lnTo>
                  <a:pt x="4103887" y="769144"/>
                </a:lnTo>
                <a:lnTo>
                  <a:pt x="4105911" y="772787"/>
                </a:lnTo>
                <a:lnTo>
                  <a:pt x="4103887" y="776431"/>
                </a:lnTo>
                <a:lnTo>
                  <a:pt x="4099434" y="776431"/>
                </a:lnTo>
                <a:lnTo>
                  <a:pt x="4097410" y="772787"/>
                </a:lnTo>
                <a:close/>
                <a:moveTo>
                  <a:pt x="2561551" y="769144"/>
                </a:moveTo>
                <a:lnTo>
                  <a:pt x="2565599" y="769144"/>
                </a:lnTo>
                <a:lnTo>
                  <a:pt x="2567623" y="772787"/>
                </a:lnTo>
                <a:lnTo>
                  <a:pt x="2565599" y="776431"/>
                </a:lnTo>
                <a:lnTo>
                  <a:pt x="2561551" y="776431"/>
                </a:lnTo>
                <a:lnTo>
                  <a:pt x="2559527" y="772787"/>
                </a:lnTo>
                <a:close/>
                <a:moveTo>
                  <a:pt x="2723476" y="768739"/>
                </a:moveTo>
                <a:lnTo>
                  <a:pt x="2727929" y="768739"/>
                </a:lnTo>
                <a:lnTo>
                  <a:pt x="2730357" y="772787"/>
                </a:lnTo>
                <a:lnTo>
                  <a:pt x="2727929" y="776835"/>
                </a:lnTo>
                <a:lnTo>
                  <a:pt x="2723476" y="776835"/>
                </a:lnTo>
                <a:lnTo>
                  <a:pt x="2721047" y="772787"/>
                </a:lnTo>
                <a:close/>
                <a:moveTo>
                  <a:pt x="2844920" y="768334"/>
                </a:moveTo>
                <a:lnTo>
                  <a:pt x="2848563" y="768334"/>
                </a:lnTo>
                <a:cubicBezTo>
                  <a:pt x="2848968" y="768334"/>
                  <a:pt x="2849372" y="768334"/>
                  <a:pt x="2849777" y="768739"/>
                </a:cubicBezTo>
                <a:lnTo>
                  <a:pt x="2851396" y="771977"/>
                </a:lnTo>
                <a:cubicBezTo>
                  <a:pt x="2851801" y="772382"/>
                  <a:pt x="2851801" y="772787"/>
                  <a:pt x="2851396" y="773192"/>
                </a:cubicBezTo>
                <a:lnTo>
                  <a:pt x="2849777" y="776430"/>
                </a:lnTo>
                <a:cubicBezTo>
                  <a:pt x="2849372" y="776835"/>
                  <a:pt x="2848968" y="777240"/>
                  <a:pt x="2848563" y="776835"/>
                </a:cubicBezTo>
                <a:lnTo>
                  <a:pt x="2844920" y="776835"/>
                </a:lnTo>
                <a:cubicBezTo>
                  <a:pt x="2844515" y="776835"/>
                  <a:pt x="2844110" y="776835"/>
                  <a:pt x="2843705" y="776430"/>
                </a:cubicBezTo>
                <a:lnTo>
                  <a:pt x="2842086" y="773192"/>
                </a:lnTo>
                <a:cubicBezTo>
                  <a:pt x="2841681" y="772787"/>
                  <a:pt x="2841681" y="772382"/>
                  <a:pt x="2842086" y="771977"/>
                </a:cubicBezTo>
                <a:lnTo>
                  <a:pt x="2843705" y="768739"/>
                </a:lnTo>
                <a:cubicBezTo>
                  <a:pt x="2844110" y="768739"/>
                  <a:pt x="2844515" y="768334"/>
                  <a:pt x="2844920" y="768334"/>
                </a:cubicBezTo>
                <a:close/>
                <a:moveTo>
                  <a:pt x="2521070" y="768334"/>
                </a:moveTo>
                <a:lnTo>
                  <a:pt x="2524713" y="768334"/>
                </a:lnTo>
                <a:cubicBezTo>
                  <a:pt x="2525118" y="768334"/>
                  <a:pt x="2525523" y="768334"/>
                  <a:pt x="2525928" y="768739"/>
                </a:cubicBezTo>
                <a:lnTo>
                  <a:pt x="2527952" y="771977"/>
                </a:lnTo>
                <a:cubicBezTo>
                  <a:pt x="2528357" y="772382"/>
                  <a:pt x="2528357" y="772787"/>
                  <a:pt x="2527952" y="773192"/>
                </a:cubicBezTo>
                <a:lnTo>
                  <a:pt x="2525928" y="776430"/>
                </a:lnTo>
                <a:cubicBezTo>
                  <a:pt x="2525928" y="776835"/>
                  <a:pt x="2525523" y="777240"/>
                  <a:pt x="2524713" y="776835"/>
                </a:cubicBezTo>
                <a:lnTo>
                  <a:pt x="2521070" y="776835"/>
                </a:lnTo>
                <a:cubicBezTo>
                  <a:pt x="2520665" y="776835"/>
                  <a:pt x="2520260" y="776835"/>
                  <a:pt x="2519856" y="776430"/>
                </a:cubicBezTo>
                <a:lnTo>
                  <a:pt x="2517832" y="773192"/>
                </a:lnTo>
                <a:cubicBezTo>
                  <a:pt x="2517427" y="772787"/>
                  <a:pt x="2517427" y="772382"/>
                  <a:pt x="2517832" y="771977"/>
                </a:cubicBezTo>
                <a:lnTo>
                  <a:pt x="2519856" y="768739"/>
                </a:lnTo>
                <a:cubicBezTo>
                  <a:pt x="2520260" y="768739"/>
                  <a:pt x="2520665" y="768334"/>
                  <a:pt x="2521070" y="768334"/>
                </a:cubicBezTo>
                <a:close/>
                <a:moveTo>
                  <a:pt x="4018876" y="767929"/>
                </a:moveTo>
                <a:lnTo>
                  <a:pt x="4022924" y="767929"/>
                </a:lnTo>
                <a:cubicBezTo>
                  <a:pt x="4023329" y="767929"/>
                  <a:pt x="4023734" y="767929"/>
                  <a:pt x="4024138" y="768334"/>
                </a:cubicBezTo>
                <a:lnTo>
                  <a:pt x="4026163" y="771977"/>
                </a:lnTo>
                <a:cubicBezTo>
                  <a:pt x="4026568" y="772382"/>
                  <a:pt x="4026568" y="772787"/>
                  <a:pt x="4026163" y="773192"/>
                </a:cubicBezTo>
                <a:lnTo>
                  <a:pt x="4024138" y="776835"/>
                </a:lnTo>
                <a:cubicBezTo>
                  <a:pt x="4023734" y="777240"/>
                  <a:pt x="4023329" y="777644"/>
                  <a:pt x="4022924" y="777240"/>
                </a:cubicBezTo>
                <a:lnTo>
                  <a:pt x="4018876" y="777240"/>
                </a:lnTo>
                <a:cubicBezTo>
                  <a:pt x="4018472" y="777240"/>
                  <a:pt x="4018066" y="777240"/>
                  <a:pt x="4017662" y="776835"/>
                </a:cubicBezTo>
                <a:lnTo>
                  <a:pt x="4015638" y="773192"/>
                </a:lnTo>
                <a:cubicBezTo>
                  <a:pt x="4015233" y="772787"/>
                  <a:pt x="4015233" y="772382"/>
                  <a:pt x="4015638" y="771977"/>
                </a:cubicBezTo>
                <a:lnTo>
                  <a:pt x="4017662" y="768334"/>
                </a:lnTo>
                <a:cubicBezTo>
                  <a:pt x="4018066" y="768334"/>
                  <a:pt x="4018472" y="767929"/>
                  <a:pt x="4018876" y="767929"/>
                </a:cubicBezTo>
                <a:close/>
                <a:moveTo>
                  <a:pt x="2479779" y="767929"/>
                </a:moveTo>
                <a:lnTo>
                  <a:pt x="2484637" y="767929"/>
                </a:lnTo>
                <a:cubicBezTo>
                  <a:pt x="2485041" y="767929"/>
                  <a:pt x="2485446" y="767929"/>
                  <a:pt x="2485851" y="768334"/>
                </a:cubicBezTo>
                <a:lnTo>
                  <a:pt x="2488280" y="772382"/>
                </a:lnTo>
                <a:cubicBezTo>
                  <a:pt x="2488685" y="772787"/>
                  <a:pt x="2488685" y="773192"/>
                  <a:pt x="2488280" y="773596"/>
                </a:cubicBezTo>
                <a:lnTo>
                  <a:pt x="2485851" y="777644"/>
                </a:lnTo>
                <a:cubicBezTo>
                  <a:pt x="2485851" y="778049"/>
                  <a:pt x="2485446" y="778049"/>
                  <a:pt x="2484637" y="778049"/>
                </a:cubicBezTo>
                <a:lnTo>
                  <a:pt x="2479779" y="778049"/>
                </a:lnTo>
                <a:cubicBezTo>
                  <a:pt x="2479374" y="778049"/>
                  <a:pt x="2478969" y="778049"/>
                  <a:pt x="2478565" y="777644"/>
                </a:cubicBezTo>
                <a:lnTo>
                  <a:pt x="2476136" y="773596"/>
                </a:lnTo>
                <a:cubicBezTo>
                  <a:pt x="2475731" y="773192"/>
                  <a:pt x="2475731" y="772787"/>
                  <a:pt x="2476136" y="772382"/>
                </a:cubicBezTo>
                <a:lnTo>
                  <a:pt x="2478565" y="768334"/>
                </a:lnTo>
                <a:cubicBezTo>
                  <a:pt x="2478969" y="768334"/>
                  <a:pt x="2479374" y="767929"/>
                  <a:pt x="2479779" y="767929"/>
                </a:cubicBezTo>
                <a:close/>
                <a:moveTo>
                  <a:pt x="4058953" y="767524"/>
                </a:moveTo>
                <a:lnTo>
                  <a:pt x="4063406" y="767524"/>
                </a:lnTo>
                <a:cubicBezTo>
                  <a:pt x="4063810" y="767524"/>
                  <a:pt x="4064215" y="767524"/>
                  <a:pt x="4064620" y="767929"/>
                </a:cubicBezTo>
                <a:lnTo>
                  <a:pt x="4067049" y="771977"/>
                </a:lnTo>
                <a:cubicBezTo>
                  <a:pt x="4067454" y="772382"/>
                  <a:pt x="4067454" y="772787"/>
                  <a:pt x="4067049" y="773191"/>
                </a:cubicBezTo>
                <a:lnTo>
                  <a:pt x="4064620" y="777240"/>
                </a:lnTo>
                <a:cubicBezTo>
                  <a:pt x="4064620" y="777644"/>
                  <a:pt x="4064215" y="778049"/>
                  <a:pt x="4063406" y="777644"/>
                </a:cubicBezTo>
                <a:lnTo>
                  <a:pt x="4058953" y="777644"/>
                </a:lnTo>
                <a:cubicBezTo>
                  <a:pt x="4058548" y="777644"/>
                  <a:pt x="4058143" y="777644"/>
                  <a:pt x="4057738" y="777240"/>
                </a:cubicBezTo>
                <a:lnTo>
                  <a:pt x="4055310" y="773191"/>
                </a:lnTo>
                <a:cubicBezTo>
                  <a:pt x="4054905" y="772787"/>
                  <a:pt x="4054905" y="772382"/>
                  <a:pt x="4055310" y="771977"/>
                </a:cubicBezTo>
                <a:lnTo>
                  <a:pt x="4057738" y="767929"/>
                </a:lnTo>
                <a:cubicBezTo>
                  <a:pt x="4058143" y="767929"/>
                  <a:pt x="4058548" y="767524"/>
                  <a:pt x="4058953" y="767524"/>
                </a:cubicBezTo>
                <a:close/>
                <a:moveTo>
                  <a:pt x="3977585" y="767120"/>
                </a:moveTo>
                <a:lnTo>
                  <a:pt x="3982847" y="767120"/>
                </a:lnTo>
                <a:cubicBezTo>
                  <a:pt x="3983252" y="767120"/>
                  <a:pt x="3983657" y="767525"/>
                  <a:pt x="3984062" y="767930"/>
                </a:cubicBezTo>
                <a:lnTo>
                  <a:pt x="3986896" y="772383"/>
                </a:lnTo>
                <a:cubicBezTo>
                  <a:pt x="3987300" y="772787"/>
                  <a:pt x="3987300" y="773192"/>
                  <a:pt x="3986896" y="773597"/>
                </a:cubicBezTo>
                <a:lnTo>
                  <a:pt x="3984062" y="778050"/>
                </a:lnTo>
                <a:cubicBezTo>
                  <a:pt x="3984062" y="778455"/>
                  <a:pt x="3983657" y="778455"/>
                  <a:pt x="3982847" y="778860"/>
                </a:cubicBezTo>
                <a:lnTo>
                  <a:pt x="3977585" y="778860"/>
                </a:lnTo>
                <a:cubicBezTo>
                  <a:pt x="3977180" y="778860"/>
                  <a:pt x="3976775" y="778455"/>
                  <a:pt x="3976371" y="778050"/>
                </a:cubicBezTo>
                <a:lnTo>
                  <a:pt x="3973537" y="773597"/>
                </a:lnTo>
                <a:cubicBezTo>
                  <a:pt x="3973132" y="773192"/>
                  <a:pt x="3973132" y="772787"/>
                  <a:pt x="3973537" y="772383"/>
                </a:cubicBezTo>
                <a:lnTo>
                  <a:pt x="3976371" y="767930"/>
                </a:lnTo>
                <a:cubicBezTo>
                  <a:pt x="3976775" y="767525"/>
                  <a:pt x="3977180" y="767120"/>
                  <a:pt x="3977585" y="767120"/>
                </a:cubicBezTo>
                <a:close/>
                <a:moveTo>
                  <a:pt x="3936699" y="766310"/>
                </a:moveTo>
                <a:lnTo>
                  <a:pt x="3943176" y="766310"/>
                </a:lnTo>
                <a:cubicBezTo>
                  <a:pt x="3943581" y="766310"/>
                  <a:pt x="3943986" y="766310"/>
                  <a:pt x="3944391" y="766715"/>
                </a:cubicBezTo>
                <a:lnTo>
                  <a:pt x="3947630" y="772382"/>
                </a:lnTo>
                <a:cubicBezTo>
                  <a:pt x="3948034" y="772787"/>
                  <a:pt x="3948034" y="773192"/>
                  <a:pt x="3947630" y="773597"/>
                </a:cubicBezTo>
                <a:lnTo>
                  <a:pt x="3944391" y="779264"/>
                </a:lnTo>
                <a:cubicBezTo>
                  <a:pt x="3943986" y="779264"/>
                  <a:pt x="3943581" y="779669"/>
                  <a:pt x="3943176" y="779669"/>
                </a:cubicBezTo>
                <a:lnTo>
                  <a:pt x="3936699" y="779669"/>
                </a:lnTo>
                <a:cubicBezTo>
                  <a:pt x="3936295" y="779669"/>
                  <a:pt x="3935890" y="779669"/>
                  <a:pt x="3935485" y="779264"/>
                </a:cubicBezTo>
                <a:lnTo>
                  <a:pt x="3932247" y="773597"/>
                </a:lnTo>
                <a:cubicBezTo>
                  <a:pt x="3931842" y="773192"/>
                  <a:pt x="3931842" y="772787"/>
                  <a:pt x="3932247" y="772382"/>
                </a:cubicBezTo>
                <a:lnTo>
                  <a:pt x="3935485" y="766715"/>
                </a:lnTo>
                <a:cubicBezTo>
                  <a:pt x="3935890" y="766715"/>
                  <a:pt x="3936295" y="766310"/>
                  <a:pt x="3936699" y="766310"/>
                </a:cubicBezTo>
                <a:close/>
                <a:moveTo>
                  <a:pt x="2681780" y="766310"/>
                </a:moveTo>
                <a:lnTo>
                  <a:pt x="2687853" y="766310"/>
                </a:lnTo>
                <a:cubicBezTo>
                  <a:pt x="2688257" y="766310"/>
                  <a:pt x="2688662" y="766715"/>
                  <a:pt x="2689067" y="767120"/>
                </a:cubicBezTo>
                <a:lnTo>
                  <a:pt x="2692305" y="772382"/>
                </a:lnTo>
                <a:cubicBezTo>
                  <a:pt x="2692711" y="772787"/>
                  <a:pt x="2692711" y="773192"/>
                  <a:pt x="2692305" y="773597"/>
                </a:cubicBezTo>
                <a:lnTo>
                  <a:pt x="2689067" y="778859"/>
                </a:lnTo>
                <a:cubicBezTo>
                  <a:pt x="2689067" y="779264"/>
                  <a:pt x="2688662" y="779264"/>
                  <a:pt x="2687853" y="779669"/>
                </a:cubicBezTo>
                <a:lnTo>
                  <a:pt x="2681780" y="779669"/>
                </a:lnTo>
                <a:cubicBezTo>
                  <a:pt x="2681376" y="779669"/>
                  <a:pt x="2680971" y="779264"/>
                  <a:pt x="2680566" y="778859"/>
                </a:cubicBezTo>
                <a:lnTo>
                  <a:pt x="2677328" y="773597"/>
                </a:lnTo>
                <a:cubicBezTo>
                  <a:pt x="2676923" y="773192"/>
                  <a:pt x="2676923" y="772787"/>
                  <a:pt x="2677328" y="772382"/>
                </a:cubicBezTo>
                <a:lnTo>
                  <a:pt x="2680566" y="767120"/>
                </a:lnTo>
                <a:cubicBezTo>
                  <a:pt x="2680971" y="766715"/>
                  <a:pt x="2681376" y="766310"/>
                  <a:pt x="2681780" y="766310"/>
                </a:cubicBezTo>
                <a:close/>
                <a:moveTo>
                  <a:pt x="2438893" y="766310"/>
                </a:moveTo>
                <a:lnTo>
                  <a:pt x="2444560" y="766310"/>
                </a:lnTo>
                <a:cubicBezTo>
                  <a:pt x="2444965" y="766310"/>
                  <a:pt x="2445370" y="766715"/>
                  <a:pt x="2445774" y="767120"/>
                </a:cubicBezTo>
                <a:lnTo>
                  <a:pt x="2448608" y="771977"/>
                </a:lnTo>
                <a:cubicBezTo>
                  <a:pt x="2449013" y="772382"/>
                  <a:pt x="2449013" y="772787"/>
                  <a:pt x="2448608" y="773192"/>
                </a:cubicBezTo>
                <a:lnTo>
                  <a:pt x="2445774" y="778050"/>
                </a:lnTo>
                <a:cubicBezTo>
                  <a:pt x="2445774" y="778454"/>
                  <a:pt x="2445370" y="778859"/>
                  <a:pt x="2444560" y="778859"/>
                </a:cubicBezTo>
                <a:lnTo>
                  <a:pt x="2438893" y="778859"/>
                </a:lnTo>
                <a:cubicBezTo>
                  <a:pt x="2438488" y="778859"/>
                  <a:pt x="2438083" y="778454"/>
                  <a:pt x="2437678" y="778050"/>
                </a:cubicBezTo>
                <a:lnTo>
                  <a:pt x="2434845" y="773192"/>
                </a:lnTo>
                <a:cubicBezTo>
                  <a:pt x="2434440" y="772787"/>
                  <a:pt x="2434440" y="772382"/>
                  <a:pt x="2434845" y="771977"/>
                </a:cubicBezTo>
                <a:lnTo>
                  <a:pt x="2437678" y="767120"/>
                </a:lnTo>
                <a:cubicBezTo>
                  <a:pt x="2438083" y="766715"/>
                  <a:pt x="2438488" y="766310"/>
                  <a:pt x="2438893" y="766310"/>
                </a:cubicBezTo>
                <a:close/>
                <a:moveTo>
                  <a:pt x="2357931" y="765905"/>
                </a:moveTo>
                <a:lnTo>
                  <a:pt x="2364408" y="765905"/>
                </a:lnTo>
                <a:cubicBezTo>
                  <a:pt x="2364812" y="765905"/>
                  <a:pt x="2365217" y="765905"/>
                  <a:pt x="2365622" y="766310"/>
                </a:cubicBezTo>
                <a:lnTo>
                  <a:pt x="2368860" y="771977"/>
                </a:lnTo>
                <a:cubicBezTo>
                  <a:pt x="2369265" y="772382"/>
                  <a:pt x="2369265" y="772787"/>
                  <a:pt x="2368860" y="773192"/>
                </a:cubicBezTo>
                <a:lnTo>
                  <a:pt x="2365622" y="778859"/>
                </a:lnTo>
                <a:cubicBezTo>
                  <a:pt x="2365217" y="779264"/>
                  <a:pt x="2364812" y="779669"/>
                  <a:pt x="2364408" y="779264"/>
                </a:cubicBezTo>
                <a:lnTo>
                  <a:pt x="2357931" y="779264"/>
                </a:lnTo>
                <a:cubicBezTo>
                  <a:pt x="2357526" y="779264"/>
                  <a:pt x="2357121" y="779264"/>
                  <a:pt x="2356716" y="778859"/>
                </a:cubicBezTo>
                <a:lnTo>
                  <a:pt x="2353478" y="773192"/>
                </a:lnTo>
                <a:cubicBezTo>
                  <a:pt x="2353073" y="772787"/>
                  <a:pt x="2353073" y="772382"/>
                  <a:pt x="2353478" y="771977"/>
                </a:cubicBezTo>
                <a:lnTo>
                  <a:pt x="2356716" y="766310"/>
                </a:lnTo>
                <a:cubicBezTo>
                  <a:pt x="2357121" y="766310"/>
                  <a:pt x="2357526" y="765905"/>
                  <a:pt x="2357931" y="765905"/>
                </a:cubicBezTo>
                <a:close/>
                <a:moveTo>
                  <a:pt x="2398412" y="765500"/>
                </a:moveTo>
                <a:lnTo>
                  <a:pt x="2404889" y="765500"/>
                </a:lnTo>
                <a:cubicBezTo>
                  <a:pt x="2405293" y="765500"/>
                  <a:pt x="2405698" y="765905"/>
                  <a:pt x="2406103" y="766310"/>
                </a:cubicBezTo>
                <a:lnTo>
                  <a:pt x="2409341" y="771977"/>
                </a:lnTo>
                <a:cubicBezTo>
                  <a:pt x="2409746" y="772382"/>
                  <a:pt x="2409746" y="772787"/>
                  <a:pt x="2409341" y="773192"/>
                </a:cubicBezTo>
                <a:lnTo>
                  <a:pt x="2406103" y="778859"/>
                </a:lnTo>
                <a:cubicBezTo>
                  <a:pt x="2405698" y="779264"/>
                  <a:pt x="2405293" y="779668"/>
                  <a:pt x="2404889" y="779668"/>
                </a:cubicBezTo>
                <a:lnTo>
                  <a:pt x="2398412" y="779668"/>
                </a:lnTo>
                <a:cubicBezTo>
                  <a:pt x="2398007" y="779668"/>
                  <a:pt x="2397602" y="779264"/>
                  <a:pt x="2397197" y="778859"/>
                </a:cubicBezTo>
                <a:lnTo>
                  <a:pt x="2393959" y="773192"/>
                </a:lnTo>
                <a:cubicBezTo>
                  <a:pt x="2393554" y="772787"/>
                  <a:pt x="2393554" y="772382"/>
                  <a:pt x="2393959" y="771977"/>
                </a:cubicBezTo>
                <a:lnTo>
                  <a:pt x="2397197" y="766310"/>
                </a:lnTo>
                <a:cubicBezTo>
                  <a:pt x="2397602" y="765905"/>
                  <a:pt x="2398007" y="765500"/>
                  <a:pt x="2398412" y="765500"/>
                </a:cubicBezTo>
                <a:close/>
                <a:moveTo>
                  <a:pt x="2317044" y="765096"/>
                </a:moveTo>
                <a:lnTo>
                  <a:pt x="2324331" y="765096"/>
                </a:lnTo>
                <a:cubicBezTo>
                  <a:pt x="2324736" y="765096"/>
                  <a:pt x="2325141" y="765096"/>
                  <a:pt x="2325546" y="765501"/>
                </a:cubicBezTo>
                <a:lnTo>
                  <a:pt x="2329189" y="771978"/>
                </a:lnTo>
                <a:cubicBezTo>
                  <a:pt x="2329594" y="772383"/>
                  <a:pt x="2329594" y="772787"/>
                  <a:pt x="2329189" y="773192"/>
                </a:cubicBezTo>
                <a:lnTo>
                  <a:pt x="2325546" y="779669"/>
                </a:lnTo>
                <a:cubicBezTo>
                  <a:pt x="2325141" y="780074"/>
                  <a:pt x="2324736" y="780479"/>
                  <a:pt x="2324331" y="780074"/>
                </a:cubicBezTo>
                <a:lnTo>
                  <a:pt x="2317044" y="780074"/>
                </a:lnTo>
                <a:cubicBezTo>
                  <a:pt x="2316640" y="780074"/>
                  <a:pt x="2316235" y="780074"/>
                  <a:pt x="2315830" y="779669"/>
                </a:cubicBezTo>
                <a:lnTo>
                  <a:pt x="2312187" y="773192"/>
                </a:lnTo>
                <a:cubicBezTo>
                  <a:pt x="2311782" y="772787"/>
                  <a:pt x="2311782" y="772383"/>
                  <a:pt x="2312187" y="771978"/>
                </a:cubicBezTo>
                <a:lnTo>
                  <a:pt x="2315830" y="765501"/>
                </a:lnTo>
                <a:cubicBezTo>
                  <a:pt x="2316235" y="765501"/>
                  <a:pt x="2316640" y="765096"/>
                  <a:pt x="2317044" y="765096"/>
                </a:cubicBezTo>
                <a:close/>
                <a:moveTo>
                  <a:pt x="3449709" y="764691"/>
                </a:moveTo>
                <a:lnTo>
                  <a:pt x="3458210" y="764691"/>
                </a:lnTo>
                <a:cubicBezTo>
                  <a:pt x="3458615" y="764691"/>
                  <a:pt x="3459020" y="764691"/>
                  <a:pt x="3459424" y="765096"/>
                </a:cubicBezTo>
                <a:lnTo>
                  <a:pt x="3463473" y="772382"/>
                </a:lnTo>
                <a:cubicBezTo>
                  <a:pt x="3463878" y="772787"/>
                  <a:pt x="3463878" y="773192"/>
                  <a:pt x="3463473" y="773597"/>
                </a:cubicBezTo>
                <a:lnTo>
                  <a:pt x="3459424" y="780884"/>
                </a:lnTo>
                <a:cubicBezTo>
                  <a:pt x="3459020" y="780884"/>
                  <a:pt x="3458615" y="781288"/>
                  <a:pt x="3458210" y="781288"/>
                </a:cubicBezTo>
                <a:lnTo>
                  <a:pt x="3449709" y="781288"/>
                </a:lnTo>
                <a:cubicBezTo>
                  <a:pt x="3449304" y="781288"/>
                  <a:pt x="3448899" y="781288"/>
                  <a:pt x="3448495" y="780884"/>
                </a:cubicBezTo>
                <a:lnTo>
                  <a:pt x="3444447" y="773597"/>
                </a:lnTo>
                <a:cubicBezTo>
                  <a:pt x="3444042" y="773192"/>
                  <a:pt x="3444042" y="772787"/>
                  <a:pt x="3444447" y="772382"/>
                </a:cubicBezTo>
                <a:lnTo>
                  <a:pt x="3448495" y="765096"/>
                </a:lnTo>
                <a:cubicBezTo>
                  <a:pt x="3448899" y="765096"/>
                  <a:pt x="3449304" y="764691"/>
                  <a:pt x="3449709" y="764691"/>
                </a:cubicBezTo>
                <a:close/>
                <a:moveTo>
                  <a:pt x="3490191" y="763881"/>
                </a:moveTo>
                <a:lnTo>
                  <a:pt x="3499097" y="763881"/>
                </a:lnTo>
                <a:cubicBezTo>
                  <a:pt x="3499501" y="763881"/>
                  <a:pt x="3499906" y="763881"/>
                  <a:pt x="3500311" y="764286"/>
                </a:cubicBezTo>
                <a:lnTo>
                  <a:pt x="3504764" y="771977"/>
                </a:lnTo>
                <a:cubicBezTo>
                  <a:pt x="3505169" y="772382"/>
                  <a:pt x="3505169" y="772787"/>
                  <a:pt x="3504764" y="773192"/>
                </a:cubicBezTo>
                <a:lnTo>
                  <a:pt x="3500311" y="780883"/>
                </a:lnTo>
                <a:cubicBezTo>
                  <a:pt x="3499906" y="781288"/>
                  <a:pt x="3499501" y="781693"/>
                  <a:pt x="3499097" y="781693"/>
                </a:cubicBezTo>
                <a:lnTo>
                  <a:pt x="3490191" y="781693"/>
                </a:lnTo>
                <a:cubicBezTo>
                  <a:pt x="3489786" y="781693"/>
                  <a:pt x="3489381" y="781288"/>
                  <a:pt x="3488976" y="780883"/>
                </a:cubicBezTo>
                <a:lnTo>
                  <a:pt x="3484524" y="773192"/>
                </a:lnTo>
                <a:cubicBezTo>
                  <a:pt x="3484119" y="772787"/>
                  <a:pt x="3484119" y="772382"/>
                  <a:pt x="3484524" y="771977"/>
                </a:cubicBezTo>
                <a:lnTo>
                  <a:pt x="3488976" y="764286"/>
                </a:lnTo>
                <a:cubicBezTo>
                  <a:pt x="3489381" y="764286"/>
                  <a:pt x="3489786" y="763881"/>
                  <a:pt x="3490191" y="763881"/>
                </a:cubicBezTo>
                <a:close/>
                <a:moveTo>
                  <a:pt x="3773155" y="763476"/>
                </a:moveTo>
                <a:lnTo>
                  <a:pt x="3782870" y="763476"/>
                </a:lnTo>
                <a:cubicBezTo>
                  <a:pt x="3783275" y="763476"/>
                  <a:pt x="3783680" y="763476"/>
                  <a:pt x="3784085" y="763881"/>
                </a:cubicBezTo>
                <a:lnTo>
                  <a:pt x="3788943" y="772382"/>
                </a:lnTo>
                <a:cubicBezTo>
                  <a:pt x="3789347" y="772787"/>
                  <a:pt x="3789347" y="773192"/>
                  <a:pt x="3788943" y="773596"/>
                </a:cubicBezTo>
                <a:lnTo>
                  <a:pt x="3784085" y="782097"/>
                </a:lnTo>
                <a:cubicBezTo>
                  <a:pt x="3783680" y="782097"/>
                  <a:pt x="3783275" y="782502"/>
                  <a:pt x="3782870" y="782502"/>
                </a:cubicBezTo>
                <a:lnTo>
                  <a:pt x="3773155" y="782502"/>
                </a:lnTo>
                <a:cubicBezTo>
                  <a:pt x="3772750" y="782502"/>
                  <a:pt x="3772345" y="782502"/>
                  <a:pt x="3771941" y="782097"/>
                </a:cubicBezTo>
                <a:lnTo>
                  <a:pt x="3767083" y="773596"/>
                </a:lnTo>
                <a:cubicBezTo>
                  <a:pt x="3766678" y="773192"/>
                  <a:pt x="3766678" y="772787"/>
                  <a:pt x="3767083" y="772382"/>
                </a:cubicBezTo>
                <a:lnTo>
                  <a:pt x="3771941" y="763881"/>
                </a:lnTo>
                <a:cubicBezTo>
                  <a:pt x="3772345" y="763881"/>
                  <a:pt x="3772750" y="763476"/>
                  <a:pt x="3773155" y="763476"/>
                </a:cubicBezTo>
                <a:close/>
                <a:moveTo>
                  <a:pt x="3408823" y="763476"/>
                </a:moveTo>
                <a:lnTo>
                  <a:pt x="3418134" y="763476"/>
                </a:lnTo>
                <a:cubicBezTo>
                  <a:pt x="3418538" y="763476"/>
                  <a:pt x="3418943" y="763476"/>
                  <a:pt x="3419348" y="763881"/>
                </a:cubicBezTo>
                <a:lnTo>
                  <a:pt x="3423801" y="771977"/>
                </a:lnTo>
                <a:cubicBezTo>
                  <a:pt x="3424206" y="772382"/>
                  <a:pt x="3424206" y="772787"/>
                  <a:pt x="3423801" y="773192"/>
                </a:cubicBezTo>
                <a:lnTo>
                  <a:pt x="3419348" y="781288"/>
                </a:lnTo>
                <a:cubicBezTo>
                  <a:pt x="3419348" y="781693"/>
                  <a:pt x="3418943" y="782097"/>
                  <a:pt x="3418134" y="781693"/>
                </a:cubicBezTo>
                <a:lnTo>
                  <a:pt x="3408823" y="781693"/>
                </a:lnTo>
                <a:cubicBezTo>
                  <a:pt x="3408418" y="781693"/>
                  <a:pt x="3408013" y="781693"/>
                  <a:pt x="3407609" y="781288"/>
                </a:cubicBezTo>
                <a:lnTo>
                  <a:pt x="3403156" y="773192"/>
                </a:lnTo>
                <a:cubicBezTo>
                  <a:pt x="3402751" y="772787"/>
                  <a:pt x="3402751" y="772382"/>
                  <a:pt x="3403156" y="771977"/>
                </a:cubicBezTo>
                <a:lnTo>
                  <a:pt x="3407609" y="763881"/>
                </a:lnTo>
                <a:cubicBezTo>
                  <a:pt x="3408013" y="763881"/>
                  <a:pt x="3408418" y="763476"/>
                  <a:pt x="3408823" y="763476"/>
                </a:cubicBezTo>
                <a:close/>
                <a:moveTo>
                  <a:pt x="3367938" y="763476"/>
                </a:moveTo>
                <a:lnTo>
                  <a:pt x="3378058" y="763476"/>
                </a:lnTo>
                <a:cubicBezTo>
                  <a:pt x="3378463" y="763476"/>
                  <a:pt x="3378868" y="763476"/>
                  <a:pt x="3379273" y="763881"/>
                </a:cubicBezTo>
                <a:lnTo>
                  <a:pt x="3384130" y="772382"/>
                </a:lnTo>
                <a:cubicBezTo>
                  <a:pt x="3384535" y="772787"/>
                  <a:pt x="3384535" y="773192"/>
                  <a:pt x="3384130" y="773596"/>
                </a:cubicBezTo>
                <a:lnTo>
                  <a:pt x="3379273" y="782097"/>
                </a:lnTo>
                <a:cubicBezTo>
                  <a:pt x="3378868" y="782502"/>
                  <a:pt x="3378463" y="782502"/>
                  <a:pt x="3378058" y="782502"/>
                </a:cubicBezTo>
                <a:lnTo>
                  <a:pt x="3367938" y="782502"/>
                </a:lnTo>
                <a:cubicBezTo>
                  <a:pt x="3367533" y="782502"/>
                  <a:pt x="3367128" y="782502"/>
                  <a:pt x="3366724" y="782097"/>
                </a:cubicBezTo>
                <a:lnTo>
                  <a:pt x="3361866" y="773596"/>
                </a:lnTo>
                <a:cubicBezTo>
                  <a:pt x="3361461" y="773192"/>
                  <a:pt x="3361461" y="772787"/>
                  <a:pt x="3361866" y="772382"/>
                </a:cubicBezTo>
                <a:lnTo>
                  <a:pt x="3366724" y="763881"/>
                </a:lnTo>
                <a:cubicBezTo>
                  <a:pt x="3367128" y="763881"/>
                  <a:pt x="3367533" y="763476"/>
                  <a:pt x="3367938" y="763476"/>
                </a:cubicBezTo>
                <a:close/>
                <a:moveTo>
                  <a:pt x="3894599" y="762667"/>
                </a:moveTo>
                <a:lnTo>
                  <a:pt x="3904314" y="762667"/>
                </a:lnTo>
                <a:cubicBezTo>
                  <a:pt x="3904719" y="762667"/>
                  <a:pt x="3905124" y="763072"/>
                  <a:pt x="3905529" y="763477"/>
                </a:cubicBezTo>
                <a:lnTo>
                  <a:pt x="3910387" y="771978"/>
                </a:lnTo>
                <a:cubicBezTo>
                  <a:pt x="3910791" y="772382"/>
                  <a:pt x="3910791" y="772787"/>
                  <a:pt x="3910387" y="773192"/>
                </a:cubicBezTo>
                <a:lnTo>
                  <a:pt x="3905529" y="781693"/>
                </a:lnTo>
                <a:cubicBezTo>
                  <a:pt x="3905124" y="782098"/>
                  <a:pt x="3904719" y="782503"/>
                  <a:pt x="3904314" y="782503"/>
                </a:cubicBezTo>
                <a:lnTo>
                  <a:pt x="3894599" y="782503"/>
                </a:lnTo>
                <a:cubicBezTo>
                  <a:pt x="3894194" y="782503"/>
                  <a:pt x="3893789" y="782098"/>
                  <a:pt x="3893385" y="781693"/>
                </a:cubicBezTo>
                <a:lnTo>
                  <a:pt x="3888527" y="773192"/>
                </a:lnTo>
                <a:cubicBezTo>
                  <a:pt x="3888122" y="772787"/>
                  <a:pt x="3888122" y="772382"/>
                  <a:pt x="3888527" y="771978"/>
                </a:cubicBezTo>
                <a:lnTo>
                  <a:pt x="3893385" y="763477"/>
                </a:lnTo>
                <a:cubicBezTo>
                  <a:pt x="3893789" y="763072"/>
                  <a:pt x="3894194" y="762667"/>
                  <a:pt x="3894599" y="762667"/>
                </a:cubicBezTo>
                <a:close/>
                <a:moveTo>
                  <a:pt x="3812826" y="762667"/>
                </a:moveTo>
                <a:lnTo>
                  <a:pt x="3823351" y="762667"/>
                </a:lnTo>
                <a:cubicBezTo>
                  <a:pt x="3823756" y="762667"/>
                  <a:pt x="3824161" y="763072"/>
                  <a:pt x="3824566" y="763477"/>
                </a:cubicBezTo>
                <a:lnTo>
                  <a:pt x="3829828" y="772382"/>
                </a:lnTo>
                <a:cubicBezTo>
                  <a:pt x="3830234" y="772787"/>
                  <a:pt x="3830234" y="773192"/>
                  <a:pt x="3829828" y="773597"/>
                </a:cubicBezTo>
                <a:lnTo>
                  <a:pt x="3824566" y="782503"/>
                </a:lnTo>
                <a:cubicBezTo>
                  <a:pt x="3824566" y="782908"/>
                  <a:pt x="3824161" y="782908"/>
                  <a:pt x="3823351" y="783312"/>
                </a:cubicBezTo>
                <a:lnTo>
                  <a:pt x="3812826" y="783312"/>
                </a:lnTo>
                <a:cubicBezTo>
                  <a:pt x="3812422" y="783312"/>
                  <a:pt x="3812017" y="782908"/>
                  <a:pt x="3811612" y="782503"/>
                </a:cubicBezTo>
                <a:lnTo>
                  <a:pt x="3806350" y="773597"/>
                </a:lnTo>
                <a:cubicBezTo>
                  <a:pt x="3805945" y="773192"/>
                  <a:pt x="3805945" y="772787"/>
                  <a:pt x="3806350" y="772382"/>
                </a:cubicBezTo>
                <a:lnTo>
                  <a:pt x="3811612" y="763477"/>
                </a:lnTo>
                <a:cubicBezTo>
                  <a:pt x="3812017" y="763072"/>
                  <a:pt x="3812422" y="762667"/>
                  <a:pt x="3812826" y="762667"/>
                </a:cubicBezTo>
                <a:close/>
                <a:moveTo>
                  <a:pt x="3732268" y="762667"/>
                </a:moveTo>
                <a:lnTo>
                  <a:pt x="3742389" y="762667"/>
                </a:lnTo>
                <a:cubicBezTo>
                  <a:pt x="3742793" y="762667"/>
                  <a:pt x="3743199" y="762667"/>
                  <a:pt x="3743603" y="763072"/>
                </a:cubicBezTo>
                <a:lnTo>
                  <a:pt x="3748866" y="771978"/>
                </a:lnTo>
                <a:cubicBezTo>
                  <a:pt x="3749271" y="772382"/>
                  <a:pt x="3749271" y="772787"/>
                  <a:pt x="3748866" y="773192"/>
                </a:cubicBezTo>
                <a:lnTo>
                  <a:pt x="3743603" y="782098"/>
                </a:lnTo>
                <a:cubicBezTo>
                  <a:pt x="3743603" y="782503"/>
                  <a:pt x="3743199" y="782908"/>
                  <a:pt x="3742389" y="782503"/>
                </a:cubicBezTo>
                <a:lnTo>
                  <a:pt x="3732268" y="782503"/>
                </a:lnTo>
                <a:cubicBezTo>
                  <a:pt x="3731864" y="782503"/>
                  <a:pt x="3731459" y="782503"/>
                  <a:pt x="3731054" y="782098"/>
                </a:cubicBezTo>
                <a:lnTo>
                  <a:pt x="3725792" y="773192"/>
                </a:lnTo>
                <a:cubicBezTo>
                  <a:pt x="3725387" y="772787"/>
                  <a:pt x="3725387" y="772382"/>
                  <a:pt x="3725792" y="771978"/>
                </a:cubicBezTo>
                <a:lnTo>
                  <a:pt x="3731054" y="763072"/>
                </a:lnTo>
                <a:cubicBezTo>
                  <a:pt x="3731459" y="763072"/>
                  <a:pt x="3731864" y="762667"/>
                  <a:pt x="3732268" y="762667"/>
                </a:cubicBezTo>
                <a:close/>
                <a:moveTo>
                  <a:pt x="3529862" y="762667"/>
                </a:moveTo>
                <a:lnTo>
                  <a:pt x="3539983" y="762667"/>
                </a:lnTo>
                <a:cubicBezTo>
                  <a:pt x="3540387" y="762667"/>
                  <a:pt x="3540793" y="762667"/>
                  <a:pt x="3541197" y="763072"/>
                </a:cubicBezTo>
                <a:lnTo>
                  <a:pt x="3546460" y="771978"/>
                </a:lnTo>
                <a:cubicBezTo>
                  <a:pt x="3546865" y="772382"/>
                  <a:pt x="3546865" y="772787"/>
                  <a:pt x="3546460" y="773192"/>
                </a:cubicBezTo>
                <a:lnTo>
                  <a:pt x="3541197" y="782098"/>
                </a:lnTo>
                <a:cubicBezTo>
                  <a:pt x="3541197" y="782503"/>
                  <a:pt x="3540793" y="782908"/>
                  <a:pt x="3539983" y="782503"/>
                </a:cubicBezTo>
                <a:lnTo>
                  <a:pt x="3529862" y="782503"/>
                </a:lnTo>
                <a:cubicBezTo>
                  <a:pt x="3529458" y="782503"/>
                  <a:pt x="3529053" y="782503"/>
                  <a:pt x="3528648" y="782098"/>
                </a:cubicBezTo>
                <a:lnTo>
                  <a:pt x="3523386" y="773192"/>
                </a:lnTo>
                <a:cubicBezTo>
                  <a:pt x="3522981" y="772787"/>
                  <a:pt x="3522981" y="772382"/>
                  <a:pt x="3523386" y="771978"/>
                </a:cubicBezTo>
                <a:lnTo>
                  <a:pt x="3528648" y="763072"/>
                </a:lnTo>
                <a:cubicBezTo>
                  <a:pt x="3529053" y="763072"/>
                  <a:pt x="3529458" y="762667"/>
                  <a:pt x="3529862" y="762667"/>
                </a:cubicBezTo>
                <a:close/>
                <a:moveTo>
                  <a:pt x="3569939" y="761857"/>
                </a:moveTo>
                <a:lnTo>
                  <a:pt x="3580868" y="761857"/>
                </a:lnTo>
                <a:cubicBezTo>
                  <a:pt x="3581273" y="761857"/>
                  <a:pt x="3581678" y="761857"/>
                  <a:pt x="3582083" y="762262"/>
                </a:cubicBezTo>
                <a:lnTo>
                  <a:pt x="3587750" y="771977"/>
                </a:lnTo>
                <a:cubicBezTo>
                  <a:pt x="3588155" y="772382"/>
                  <a:pt x="3588155" y="772787"/>
                  <a:pt x="3587750" y="773192"/>
                </a:cubicBezTo>
                <a:lnTo>
                  <a:pt x="3582083" y="782907"/>
                </a:lnTo>
                <a:cubicBezTo>
                  <a:pt x="3582083" y="783312"/>
                  <a:pt x="3581678" y="783717"/>
                  <a:pt x="3580868" y="783312"/>
                </a:cubicBezTo>
                <a:lnTo>
                  <a:pt x="3569939" y="783312"/>
                </a:lnTo>
                <a:cubicBezTo>
                  <a:pt x="3569534" y="783312"/>
                  <a:pt x="3569129" y="783312"/>
                  <a:pt x="3568724" y="782907"/>
                </a:cubicBezTo>
                <a:lnTo>
                  <a:pt x="3563057" y="773192"/>
                </a:lnTo>
                <a:cubicBezTo>
                  <a:pt x="3562652" y="772787"/>
                  <a:pt x="3562652" y="772382"/>
                  <a:pt x="3563057" y="771977"/>
                </a:cubicBezTo>
                <a:lnTo>
                  <a:pt x="3568724" y="762262"/>
                </a:lnTo>
                <a:cubicBezTo>
                  <a:pt x="3569129" y="762262"/>
                  <a:pt x="3569534" y="761857"/>
                  <a:pt x="3569939" y="761857"/>
                </a:cubicBezTo>
                <a:close/>
                <a:moveTo>
                  <a:pt x="3327052" y="761452"/>
                </a:moveTo>
                <a:lnTo>
                  <a:pt x="3338386" y="761452"/>
                </a:lnTo>
                <a:cubicBezTo>
                  <a:pt x="3338791" y="761452"/>
                  <a:pt x="3339196" y="761452"/>
                  <a:pt x="3339601" y="761857"/>
                </a:cubicBezTo>
                <a:lnTo>
                  <a:pt x="3345268" y="771977"/>
                </a:lnTo>
                <a:cubicBezTo>
                  <a:pt x="3345673" y="772382"/>
                  <a:pt x="3345673" y="772787"/>
                  <a:pt x="3345268" y="773192"/>
                </a:cubicBezTo>
                <a:lnTo>
                  <a:pt x="3339601" y="783312"/>
                </a:lnTo>
                <a:cubicBezTo>
                  <a:pt x="3339196" y="783717"/>
                  <a:pt x="3338791" y="784122"/>
                  <a:pt x="3338386" y="783717"/>
                </a:cubicBezTo>
                <a:lnTo>
                  <a:pt x="3327052" y="783717"/>
                </a:lnTo>
                <a:cubicBezTo>
                  <a:pt x="3326647" y="783717"/>
                  <a:pt x="3326242" y="783717"/>
                  <a:pt x="3325837" y="783312"/>
                </a:cubicBezTo>
                <a:lnTo>
                  <a:pt x="3320170" y="773192"/>
                </a:lnTo>
                <a:cubicBezTo>
                  <a:pt x="3319765" y="772787"/>
                  <a:pt x="3319765" y="772382"/>
                  <a:pt x="3320170" y="771977"/>
                </a:cubicBezTo>
                <a:lnTo>
                  <a:pt x="3325837" y="761857"/>
                </a:lnTo>
                <a:cubicBezTo>
                  <a:pt x="3326242" y="761857"/>
                  <a:pt x="3326647" y="761452"/>
                  <a:pt x="3327052" y="761452"/>
                </a:cubicBezTo>
                <a:close/>
                <a:moveTo>
                  <a:pt x="3852498" y="761048"/>
                </a:moveTo>
                <a:lnTo>
                  <a:pt x="3865047" y="761048"/>
                </a:lnTo>
                <a:cubicBezTo>
                  <a:pt x="3865452" y="761048"/>
                  <a:pt x="3865857" y="761048"/>
                  <a:pt x="3866261" y="761453"/>
                </a:cubicBezTo>
                <a:lnTo>
                  <a:pt x="3872739" y="772383"/>
                </a:lnTo>
                <a:cubicBezTo>
                  <a:pt x="3873143" y="772788"/>
                  <a:pt x="3873143" y="773192"/>
                  <a:pt x="3872739" y="773597"/>
                </a:cubicBezTo>
                <a:lnTo>
                  <a:pt x="3866261" y="784527"/>
                </a:lnTo>
                <a:cubicBezTo>
                  <a:pt x="3866261" y="784527"/>
                  <a:pt x="3865857" y="784932"/>
                  <a:pt x="3865047" y="784932"/>
                </a:cubicBezTo>
                <a:lnTo>
                  <a:pt x="3852498" y="784932"/>
                </a:lnTo>
                <a:cubicBezTo>
                  <a:pt x="3852093" y="784932"/>
                  <a:pt x="3851688" y="784932"/>
                  <a:pt x="3851283" y="784527"/>
                </a:cubicBezTo>
                <a:lnTo>
                  <a:pt x="3844807" y="773597"/>
                </a:lnTo>
                <a:cubicBezTo>
                  <a:pt x="3844402" y="773192"/>
                  <a:pt x="3844402" y="772788"/>
                  <a:pt x="3844807" y="772383"/>
                </a:cubicBezTo>
                <a:lnTo>
                  <a:pt x="3851283" y="761453"/>
                </a:lnTo>
                <a:cubicBezTo>
                  <a:pt x="3851688" y="761453"/>
                  <a:pt x="3852093" y="761048"/>
                  <a:pt x="3852498" y="761048"/>
                </a:cubicBezTo>
                <a:close/>
                <a:moveTo>
                  <a:pt x="3609611" y="761048"/>
                </a:moveTo>
                <a:lnTo>
                  <a:pt x="3622160" y="761048"/>
                </a:lnTo>
                <a:cubicBezTo>
                  <a:pt x="3622565" y="761048"/>
                  <a:pt x="3622970" y="761048"/>
                  <a:pt x="3623374" y="761453"/>
                </a:cubicBezTo>
                <a:lnTo>
                  <a:pt x="3629852" y="772383"/>
                </a:lnTo>
                <a:cubicBezTo>
                  <a:pt x="3630256" y="772788"/>
                  <a:pt x="3630256" y="773192"/>
                  <a:pt x="3629852" y="773597"/>
                </a:cubicBezTo>
                <a:lnTo>
                  <a:pt x="3623374" y="784527"/>
                </a:lnTo>
                <a:cubicBezTo>
                  <a:pt x="3623374" y="784527"/>
                  <a:pt x="3622970" y="784932"/>
                  <a:pt x="3622160" y="784932"/>
                </a:cubicBezTo>
                <a:lnTo>
                  <a:pt x="3609611" y="784932"/>
                </a:lnTo>
                <a:cubicBezTo>
                  <a:pt x="3609206" y="784932"/>
                  <a:pt x="3608801" y="784932"/>
                  <a:pt x="3608396" y="784527"/>
                </a:cubicBezTo>
                <a:lnTo>
                  <a:pt x="3601920" y="773597"/>
                </a:lnTo>
                <a:cubicBezTo>
                  <a:pt x="3601515" y="773192"/>
                  <a:pt x="3601515" y="772788"/>
                  <a:pt x="3601920" y="772383"/>
                </a:cubicBezTo>
                <a:lnTo>
                  <a:pt x="3608396" y="761453"/>
                </a:lnTo>
                <a:cubicBezTo>
                  <a:pt x="3608801" y="761453"/>
                  <a:pt x="3609206" y="761048"/>
                  <a:pt x="3609611" y="761048"/>
                </a:cubicBezTo>
                <a:close/>
                <a:moveTo>
                  <a:pt x="3285760" y="761048"/>
                </a:moveTo>
                <a:lnTo>
                  <a:pt x="3297905" y="761048"/>
                </a:lnTo>
                <a:cubicBezTo>
                  <a:pt x="3298309" y="761048"/>
                  <a:pt x="3298714" y="761048"/>
                  <a:pt x="3299119" y="761453"/>
                </a:cubicBezTo>
                <a:lnTo>
                  <a:pt x="3305191" y="771978"/>
                </a:lnTo>
                <a:cubicBezTo>
                  <a:pt x="3305596" y="772383"/>
                  <a:pt x="3305596" y="772788"/>
                  <a:pt x="3305191" y="773192"/>
                </a:cubicBezTo>
                <a:lnTo>
                  <a:pt x="3299119" y="783717"/>
                </a:lnTo>
                <a:cubicBezTo>
                  <a:pt x="3299119" y="784122"/>
                  <a:pt x="3298714" y="784527"/>
                  <a:pt x="3297905" y="784122"/>
                </a:cubicBezTo>
                <a:lnTo>
                  <a:pt x="3285760" y="784122"/>
                </a:lnTo>
                <a:cubicBezTo>
                  <a:pt x="3285355" y="784122"/>
                  <a:pt x="3284950" y="784122"/>
                  <a:pt x="3284546" y="783717"/>
                </a:cubicBezTo>
                <a:lnTo>
                  <a:pt x="3278474" y="773192"/>
                </a:lnTo>
                <a:cubicBezTo>
                  <a:pt x="3278069" y="772788"/>
                  <a:pt x="3278069" y="772383"/>
                  <a:pt x="3278474" y="771978"/>
                </a:cubicBezTo>
                <a:lnTo>
                  <a:pt x="3284546" y="761453"/>
                </a:lnTo>
                <a:cubicBezTo>
                  <a:pt x="3284950" y="761453"/>
                  <a:pt x="3285355" y="761048"/>
                  <a:pt x="3285760" y="761048"/>
                </a:cubicBezTo>
                <a:close/>
                <a:moveTo>
                  <a:pt x="3245279" y="760643"/>
                </a:moveTo>
                <a:lnTo>
                  <a:pt x="3258233" y="760643"/>
                </a:lnTo>
                <a:cubicBezTo>
                  <a:pt x="3258638" y="760643"/>
                  <a:pt x="3259042" y="760643"/>
                  <a:pt x="3259448" y="761048"/>
                </a:cubicBezTo>
                <a:lnTo>
                  <a:pt x="3265924" y="772383"/>
                </a:lnTo>
                <a:cubicBezTo>
                  <a:pt x="3266329" y="772787"/>
                  <a:pt x="3266329" y="773192"/>
                  <a:pt x="3265924" y="773597"/>
                </a:cubicBezTo>
                <a:lnTo>
                  <a:pt x="3259448" y="784932"/>
                </a:lnTo>
                <a:cubicBezTo>
                  <a:pt x="3259042" y="785337"/>
                  <a:pt x="3258638" y="785337"/>
                  <a:pt x="3258233" y="785337"/>
                </a:cubicBezTo>
                <a:lnTo>
                  <a:pt x="3245279" y="785337"/>
                </a:lnTo>
                <a:cubicBezTo>
                  <a:pt x="3244874" y="785337"/>
                  <a:pt x="3244469" y="785337"/>
                  <a:pt x="3244064" y="784932"/>
                </a:cubicBezTo>
                <a:lnTo>
                  <a:pt x="3237588" y="773597"/>
                </a:lnTo>
                <a:cubicBezTo>
                  <a:pt x="3237183" y="773192"/>
                  <a:pt x="3237183" y="772787"/>
                  <a:pt x="3237588" y="772383"/>
                </a:cubicBezTo>
                <a:lnTo>
                  <a:pt x="3244064" y="761048"/>
                </a:lnTo>
                <a:cubicBezTo>
                  <a:pt x="3244469" y="761048"/>
                  <a:pt x="3244874" y="760643"/>
                  <a:pt x="3245279" y="760643"/>
                </a:cubicBezTo>
                <a:close/>
                <a:moveTo>
                  <a:pt x="3689763" y="759833"/>
                </a:moveTo>
                <a:lnTo>
                  <a:pt x="3703932" y="759833"/>
                </a:lnTo>
                <a:cubicBezTo>
                  <a:pt x="3704337" y="759833"/>
                  <a:pt x="3704742" y="759833"/>
                  <a:pt x="3705147" y="760238"/>
                </a:cubicBezTo>
                <a:lnTo>
                  <a:pt x="3712433" y="772382"/>
                </a:lnTo>
                <a:cubicBezTo>
                  <a:pt x="3712838" y="772787"/>
                  <a:pt x="3712838" y="773192"/>
                  <a:pt x="3712433" y="773597"/>
                </a:cubicBezTo>
                <a:lnTo>
                  <a:pt x="3705147" y="785741"/>
                </a:lnTo>
                <a:cubicBezTo>
                  <a:pt x="3705147" y="786146"/>
                  <a:pt x="3704742" y="786146"/>
                  <a:pt x="3703932" y="786146"/>
                </a:cubicBezTo>
                <a:lnTo>
                  <a:pt x="3689763" y="786146"/>
                </a:lnTo>
                <a:cubicBezTo>
                  <a:pt x="3689359" y="786146"/>
                  <a:pt x="3688954" y="786146"/>
                  <a:pt x="3688549" y="785741"/>
                </a:cubicBezTo>
                <a:lnTo>
                  <a:pt x="3681263" y="773597"/>
                </a:lnTo>
                <a:cubicBezTo>
                  <a:pt x="3680858" y="773192"/>
                  <a:pt x="3680858" y="772787"/>
                  <a:pt x="3681263" y="772382"/>
                </a:cubicBezTo>
                <a:lnTo>
                  <a:pt x="3688549" y="760238"/>
                </a:lnTo>
                <a:cubicBezTo>
                  <a:pt x="3688954" y="760238"/>
                  <a:pt x="3689359" y="759833"/>
                  <a:pt x="3689763" y="759833"/>
                </a:cubicBezTo>
                <a:close/>
                <a:moveTo>
                  <a:pt x="3649282" y="759833"/>
                </a:moveTo>
                <a:lnTo>
                  <a:pt x="3663046" y="759833"/>
                </a:lnTo>
                <a:cubicBezTo>
                  <a:pt x="3663450" y="759833"/>
                  <a:pt x="3663855" y="760238"/>
                  <a:pt x="3664260" y="760643"/>
                </a:cubicBezTo>
                <a:lnTo>
                  <a:pt x="3671142" y="772382"/>
                </a:lnTo>
                <a:cubicBezTo>
                  <a:pt x="3671546" y="772787"/>
                  <a:pt x="3671546" y="773192"/>
                  <a:pt x="3671142" y="773597"/>
                </a:cubicBezTo>
                <a:lnTo>
                  <a:pt x="3664260" y="785336"/>
                </a:lnTo>
                <a:cubicBezTo>
                  <a:pt x="3664260" y="785741"/>
                  <a:pt x="3663855" y="785741"/>
                  <a:pt x="3663046" y="785741"/>
                </a:cubicBezTo>
                <a:lnTo>
                  <a:pt x="3649282" y="785741"/>
                </a:lnTo>
                <a:cubicBezTo>
                  <a:pt x="3648877" y="785741"/>
                  <a:pt x="3648472" y="785741"/>
                  <a:pt x="3648068" y="785336"/>
                </a:cubicBezTo>
                <a:lnTo>
                  <a:pt x="3641186" y="773597"/>
                </a:lnTo>
                <a:cubicBezTo>
                  <a:pt x="3640781" y="773192"/>
                  <a:pt x="3640781" y="772787"/>
                  <a:pt x="3641186" y="772382"/>
                </a:cubicBezTo>
                <a:lnTo>
                  <a:pt x="3648068" y="760643"/>
                </a:lnTo>
                <a:cubicBezTo>
                  <a:pt x="3648472" y="760238"/>
                  <a:pt x="3648877" y="759833"/>
                  <a:pt x="3649282" y="759833"/>
                </a:cubicBezTo>
                <a:close/>
                <a:moveTo>
                  <a:pt x="3001987" y="759833"/>
                </a:moveTo>
                <a:lnTo>
                  <a:pt x="3015346" y="759833"/>
                </a:lnTo>
                <a:cubicBezTo>
                  <a:pt x="3015751" y="759833"/>
                  <a:pt x="3016155" y="759833"/>
                  <a:pt x="3016560" y="760238"/>
                </a:cubicBezTo>
                <a:lnTo>
                  <a:pt x="3023442" y="771977"/>
                </a:lnTo>
                <a:cubicBezTo>
                  <a:pt x="3023847" y="772382"/>
                  <a:pt x="3023847" y="772787"/>
                  <a:pt x="3023442" y="773192"/>
                </a:cubicBezTo>
                <a:lnTo>
                  <a:pt x="3016560" y="784931"/>
                </a:lnTo>
                <a:cubicBezTo>
                  <a:pt x="3016560" y="785336"/>
                  <a:pt x="3016155" y="785741"/>
                  <a:pt x="3015346" y="785336"/>
                </a:cubicBezTo>
                <a:lnTo>
                  <a:pt x="3001987" y="785336"/>
                </a:lnTo>
                <a:cubicBezTo>
                  <a:pt x="3001582" y="785336"/>
                  <a:pt x="3001177" y="785336"/>
                  <a:pt x="3000773" y="784931"/>
                </a:cubicBezTo>
                <a:lnTo>
                  <a:pt x="2993891" y="773192"/>
                </a:lnTo>
                <a:cubicBezTo>
                  <a:pt x="2993486" y="772787"/>
                  <a:pt x="2993486" y="772382"/>
                  <a:pt x="2993891" y="771977"/>
                </a:cubicBezTo>
                <a:lnTo>
                  <a:pt x="3000773" y="760238"/>
                </a:lnTo>
                <a:cubicBezTo>
                  <a:pt x="3001177" y="760238"/>
                  <a:pt x="3001582" y="759833"/>
                  <a:pt x="3001987" y="759833"/>
                </a:cubicBezTo>
                <a:close/>
                <a:moveTo>
                  <a:pt x="2921024" y="759833"/>
                </a:moveTo>
                <a:lnTo>
                  <a:pt x="2934383" y="759833"/>
                </a:lnTo>
                <a:cubicBezTo>
                  <a:pt x="2934788" y="759833"/>
                  <a:pt x="2935192" y="759833"/>
                  <a:pt x="2935597" y="760238"/>
                </a:cubicBezTo>
                <a:lnTo>
                  <a:pt x="2942479" y="771977"/>
                </a:lnTo>
                <a:cubicBezTo>
                  <a:pt x="2942884" y="772382"/>
                  <a:pt x="2942884" y="772787"/>
                  <a:pt x="2942479" y="773192"/>
                </a:cubicBezTo>
                <a:lnTo>
                  <a:pt x="2935597" y="784931"/>
                </a:lnTo>
                <a:cubicBezTo>
                  <a:pt x="2935597" y="785336"/>
                  <a:pt x="2935192" y="785741"/>
                  <a:pt x="2934383" y="785741"/>
                </a:cubicBezTo>
                <a:lnTo>
                  <a:pt x="2921024" y="785741"/>
                </a:lnTo>
                <a:cubicBezTo>
                  <a:pt x="2920619" y="785741"/>
                  <a:pt x="2920214" y="785336"/>
                  <a:pt x="2919810" y="784931"/>
                </a:cubicBezTo>
                <a:lnTo>
                  <a:pt x="2912928" y="773192"/>
                </a:lnTo>
                <a:cubicBezTo>
                  <a:pt x="2912523" y="772787"/>
                  <a:pt x="2912523" y="772382"/>
                  <a:pt x="2912928" y="771977"/>
                </a:cubicBezTo>
                <a:lnTo>
                  <a:pt x="2919810" y="760238"/>
                </a:lnTo>
                <a:cubicBezTo>
                  <a:pt x="2920214" y="760238"/>
                  <a:pt x="2920619" y="759833"/>
                  <a:pt x="2921024" y="759833"/>
                </a:cubicBezTo>
                <a:close/>
                <a:moveTo>
                  <a:pt x="2880948" y="759833"/>
                </a:moveTo>
                <a:lnTo>
                  <a:pt x="2893902" y="759833"/>
                </a:lnTo>
                <a:cubicBezTo>
                  <a:pt x="2894307" y="759833"/>
                  <a:pt x="2894711" y="760238"/>
                  <a:pt x="2895117" y="760643"/>
                </a:cubicBezTo>
                <a:lnTo>
                  <a:pt x="2901593" y="771977"/>
                </a:lnTo>
                <a:cubicBezTo>
                  <a:pt x="2901998" y="772382"/>
                  <a:pt x="2901998" y="772787"/>
                  <a:pt x="2901593" y="773192"/>
                </a:cubicBezTo>
                <a:lnTo>
                  <a:pt x="2895117" y="784527"/>
                </a:lnTo>
                <a:cubicBezTo>
                  <a:pt x="2894711" y="784931"/>
                  <a:pt x="2894307" y="785336"/>
                  <a:pt x="2893902" y="784931"/>
                </a:cubicBezTo>
                <a:lnTo>
                  <a:pt x="2880948" y="784931"/>
                </a:lnTo>
                <a:cubicBezTo>
                  <a:pt x="2880543" y="784931"/>
                  <a:pt x="2880138" y="784931"/>
                  <a:pt x="2879733" y="784527"/>
                </a:cubicBezTo>
                <a:lnTo>
                  <a:pt x="2873257" y="773192"/>
                </a:lnTo>
                <a:cubicBezTo>
                  <a:pt x="2872852" y="772787"/>
                  <a:pt x="2872852" y="772382"/>
                  <a:pt x="2873257" y="771977"/>
                </a:cubicBezTo>
                <a:lnTo>
                  <a:pt x="2879733" y="760643"/>
                </a:lnTo>
                <a:cubicBezTo>
                  <a:pt x="2880138" y="760238"/>
                  <a:pt x="2880543" y="759833"/>
                  <a:pt x="2880948" y="759833"/>
                </a:cubicBezTo>
                <a:close/>
                <a:moveTo>
                  <a:pt x="3123026" y="759428"/>
                </a:moveTo>
                <a:lnTo>
                  <a:pt x="3137194" y="759428"/>
                </a:lnTo>
                <a:cubicBezTo>
                  <a:pt x="3137599" y="759428"/>
                  <a:pt x="3138004" y="759428"/>
                  <a:pt x="3138409" y="759833"/>
                </a:cubicBezTo>
                <a:lnTo>
                  <a:pt x="3145290" y="771977"/>
                </a:lnTo>
                <a:cubicBezTo>
                  <a:pt x="3145695" y="772382"/>
                  <a:pt x="3145695" y="772787"/>
                  <a:pt x="3145290" y="773192"/>
                </a:cubicBezTo>
                <a:lnTo>
                  <a:pt x="3138409" y="785336"/>
                </a:lnTo>
                <a:cubicBezTo>
                  <a:pt x="3138004" y="785741"/>
                  <a:pt x="3137599" y="786146"/>
                  <a:pt x="3137194" y="785741"/>
                </a:cubicBezTo>
                <a:lnTo>
                  <a:pt x="3123026" y="785741"/>
                </a:lnTo>
                <a:cubicBezTo>
                  <a:pt x="3122621" y="785741"/>
                  <a:pt x="3122216" y="785741"/>
                  <a:pt x="3121812" y="785336"/>
                </a:cubicBezTo>
                <a:lnTo>
                  <a:pt x="3114930" y="773192"/>
                </a:lnTo>
                <a:cubicBezTo>
                  <a:pt x="3114525" y="772787"/>
                  <a:pt x="3114525" y="772382"/>
                  <a:pt x="3114930" y="771977"/>
                </a:cubicBezTo>
                <a:lnTo>
                  <a:pt x="3121812" y="759833"/>
                </a:lnTo>
                <a:cubicBezTo>
                  <a:pt x="3122216" y="759833"/>
                  <a:pt x="3122621" y="759428"/>
                  <a:pt x="3123026" y="759428"/>
                </a:cubicBezTo>
                <a:close/>
                <a:moveTo>
                  <a:pt x="3082545" y="759428"/>
                </a:moveTo>
                <a:lnTo>
                  <a:pt x="3096713" y="759428"/>
                </a:lnTo>
                <a:cubicBezTo>
                  <a:pt x="3097118" y="759428"/>
                  <a:pt x="3097523" y="759833"/>
                  <a:pt x="3097928" y="760238"/>
                </a:cubicBezTo>
                <a:lnTo>
                  <a:pt x="3104809" y="772382"/>
                </a:lnTo>
                <a:cubicBezTo>
                  <a:pt x="3105214" y="772787"/>
                  <a:pt x="3105214" y="773192"/>
                  <a:pt x="3104809" y="773596"/>
                </a:cubicBezTo>
                <a:lnTo>
                  <a:pt x="3097928" y="785741"/>
                </a:lnTo>
                <a:cubicBezTo>
                  <a:pt x="3097928" y="786146"/>
                  <a:pt x="3097523" y="786146"/>
                  <a:pt x="3096713" y="786146"/>
                </a:cubicBezTo>
                <a:lnTo>
                  <a:pt x="3082545" y="786146"/>
                </a:lnTo>
                <a:cubicBezTo>
                  <a:pt x="3082140" y="786146"/>
                  <a:pt x="3081735" y="786146"/>
                  <a:pt x="3081331" y="785741"/>
                </a:cubicBezTo>
                <a:lnTo>
                  <a:pt x="3074449" y="773596"/>
                </a:lnTo>
                <a:cubicBezTo>
                  <a:pt x="3074044" y="773192"/>
                  <a:pt x="3074044" y="772787"/>
                  <a:pt x="3074449" y="772382"/>
                </a:cubicBezTo>
                <a:lnTo>
                  <a:pt x="3081331" y="760238"/>
                </a:lnTo>
                <a:cubicBezTo>
                  <a:pt x="3081735" y="759833"/>
                  <a:pt x="3082140" y="759428"/>
                  <a:pt x="3082545" y="759428"/>
                </a:cubicBezTo>
                <a:close/>
                <a:moveTo>
                  <a:pt x="2961506" y="759428"/>
                </a:moveTo>
                <a:lnTo>
                  <a:pt x="2975270" y="759428"/>
                </a:lnTo>
                <a:cubicBezTo>
                  <a:pt x="2975674" y="759428"/>
                  <a:pt x="2976079" y="759428"/>
                  <a:pt x="2976484" y="759833"/>
                </a:cubicBezTo>
                <a:lnTo>
                  <a:pt x="2983366" y="771977"/>
                </a:lnTo>
                <a:cubicBezTo>
                  <a:pt x="2983770" y="772382"/>
                  <a:pt x="2983770" y="772787"/>
                  <a:pt x="2983366" y="773192"/>
                </a:cubicBezTo>
                <a:lnTo>
                  <a:pt x="2976484" y="785336"/>
                </a:lnTo>
                <a:cubicBezTo>
                  <a:pt x="2976079" y="785741"/>
                  <a:pt x="2975674" y="786146"/>
                  <a:pt x="2975270" y="785741"/>
                </a:cubicBezTo>
                <a:lnTo>
                  <a:pt x="2961506" y="785741"/>
                </a:lnTo>
                <a:cubicBezTo>
                  <a:pt x="2961101" y="785741"/>
                  <a:pt x="2960696" y="785741"/>
                  <a:pt x="2960292" y="785336"/>
                </a:cubicBezTo>
                <a:lnTo>
                  <a:pt x="2953410" y="773192"/>
                </a:lnTo>
                <a:cubicBezTo>
                  <a:pt x="2953005" y="772787"/>
                  <a:pt x="2953005" y="772382"/>
                  <a:pt x="2953410" y="771977"/>
                </a:cubicBezTo>
                <a:lnTo>
                  <a:pt x="2960292" y="759833"/>
                </a:lnTo>
                <a:cubicBezTo>
                  <a:pt x="2960696" y="759833"/>
                  <a:pt x="2961101" y="759428"/>
                  <a:pt x="2961506" y="759428"/>
                </a:cubicBezTo>
                <a:close/>
                <a:moveTo>
                  <a:pt x="3203584" y="759024"/>
                </a:moveTo>
                <a:lnTo>
                  <a:pt x="3218561" y="759024"/>
                </a:lnTo>
                <a:cubicBezTo>
                  <a:pt x="3218967" y="759024"/>
                  <a:pt x="3219371" y="759024"/>
                  <a:pt x="3219776" y="759429"/>
                </a:cubicBezTo>
                <a:lnTo>
                  <a:pt x="3227468" y="772383"/>
                </a:lnTo>
                <a:cubicBezTo>
                  <a:pt x="3227872" y="772788"/>
                  <a:pt x="3227872" y="773192"/>
                  <a:pt x="3227468" y="773597"/>
                </a:cubicBezTo>
                <a:lnTo>
                  <a:pt x="3219776" y="786551"/>
                </a:lnTo>
                <a:cubicBezTo>
                  <a:pt x="3219776" y="786956"/>
                  <a:pt x="3219371" y="786956"/>
                  <a:pt x="3218561" y="786956"/>
                </a:cubicBezTo>
                <a:lnTo>
                  <a:pt x="3203584" y="786956"/>
                </a:lnTo>
                <a:cubicBezTo>
                  <a:pt x="3203179" y="786956"/>
                  <a:pt x="3202774" y="786956"/>
                  <a:pt x="3202369" y="786551"/>
                </a:cubicBezTo>
                <a:lnTo>
                  <a:pt x="3194678" y="773597"/>
                </a:lnTo>
                <a:cubicBezTo>
                  <a:pt x="3194273" y="773192"/>
                  <a:pt x="3194273" y="772788"/>
                  <a:pt x="3194678" y="772383"/>
                </a:cubicBezTo>
                <a:lnTo>
                  <a:pt x="3202369" y="759429"/>
                </a:lnTo>
                <a:cubicBezTo>
                  <a:pt x="3202774" y="759429"/>
                  <a:pt x="3203179" y="759024"/>
                  <a:pt x="3203584" y="759024"/>
                </a:cubicBezTo>
                <a:close/>
                <a:moveTo>
                  <a:pt x="3163103" y="759024"/>
                </a:moveTo>
                <a:lnTo>
                  <a:pt x="3178080" y="759024"/>
                </a:lnTo>
                <a:cubicBezTo>
                  <a:pt x="3178486" y="759024"/>
                  <a:pt x="3178890" y="759024"/>
                  <a:pt x="3179295" y="759429"/>
                </a:cubicBezTo>
                <a:lnTo>
                  <a:pt x="3186987" y="772383"/>
                </a:lnTo>
                <a:cubicBezTo>
                  <a:pt x="3187391" y="772788"/>
                  <a:pt x="3187391" y="773192"/>
                  <a:pt x="3186987" y="773597"/>
                </a:cubicBezTo>
                <a:lnTo>
                  <a:pt x="3179295" y="786551"/>
                </a:lnTo>
                <a:cubicBezTo>
                  <a:pt x="3179295" y="786956"/>
                  <a:pt x="3178890" y="786956"/>
                  <a:pt x="3178080" y="786956"/>
                </a:cubicBezTo>
                <a:lnTo>
                  <a:pt x="3163103" y="786956"/>
                </a:lnTo>
                <a:cubicBezTo>
                  <a:pt x="3162698" y="786956"/>
                  <a:pt x="3162293" y="786956"/>
                  <a:pt x="3161888" y="786551"/>
                </a:cubicBezTo>
                <a:lnTo>
                  <a:pt x="3154197" y="773597"/>
                </a:lnTo>
                <a:cubicBezTo>
                  <a:pt x="3153792" y="773192"/>
                  <a:pt x="3153792" y="772788"/>
                  <a:pt x="3154197" y="772383"/>
                </a:cubicBezTo>
                <a:lnTo>
                  <a:pt x="3161888" y="759429"/>
                </a:lnTo>
                <a:cubicBezTo>
                  <a:pt x="3162293" y="759429"/>
                  <a:pt x="3162698" y="759024"/>
                  <a:pt x="3163103" y="759024"/>
                </a:cubicBezTo>
                <a:close/>
                <a:moveTo>
                  <a:pt x="3042063" y="759024"/>
                </a:moveTo>
                <a:lnTo>
                  <a:pt x="3056637" y="759024"/>
                </a:lnTo>
                <a:cubicBezTo>
                  <a:pt x="3057042" y="759024"/>
                  <a:pt x="3057447" y="759429"/>
                  <a:pt x="3057851" y="759834"/>
                </a:cubicBezTo>
                <a:lnTo>
                  <a:pt x="3065138" y="772383"/>
                </a:lnTo>
                <a:cubicBezTo>
                  <a:pt x="3065543" y="772788"/>
                  <a:pt x="3065543" y="773192"/>
                  <a:pt x="3065138" y="773597"/>
                </a:cubicBezTo>
                <a:lnTo>
                  <a:pt x="3057851" y="786146"/>
                </a:lnTo>
                <a:cubicBezTo>
                  <a:pt x="3057447" y="786146"/>
                  <a:pt x="3057042" y="786551"/>
                  <a:pt x="3056637" y="786956"/>
                </a:cubicBezTo>
                <a:lnTo>
                  <a:pt x="3042063" y="786956"/>
                </a:lnTo>
                <a:cubicBezTo>
                  <a:pt x="3041659" y="786956"/>
                  <a:pt x="3041254" y="786551"/>
                  <a:pt x="3040849" y="786146"/>
                </a:cubicBezTo>
                <a:lnTo>
                  <a:pt x="3033563" y="773597"/>
                </a:lnTo>
                <a:cubicBezTo>
                  <a:pt x="3033158" y="773192"/>
                  <a:pt x="3033158" y="772788"/>
                  <a:pt x="3033563" y="772383"/>
                </a:cubicBezTo>
                <a:lnTo>
                  <a:pt x="3040849" y="759834"/>
                </a:lnTo>
                <a:cubicBezTo>
                  <a:pt x="3041254" y="759429"/>
                  <a:pt x="3041659" y="759024"/>
                  <a:pt x="3042063" y="759024"/>
                </a:cubicBezTo>
                <a:close/>
                <a:moveTo>
                  <a:pt x="4384017" y="729877"/>
                </a:moveTo>
                <a:lnTo>
                  <a:pt x="4386446" y="729877"/>
                </a:lnTo>
                <a:lnTo>
                  <a:pt x="4387661" y="732306"/>
                </a:lnTo>
                <a:lnTo>
                  <a:pt x="4386446" y="734735"/>
                </a:lnTo>
                <a:lnTo>
                  <a:pt x="4384017" y="734735"/>
                </a:lnTo>
                <a:lnTo>
                  <a:pt x="4382803" y="732306"/>
                </a:lnTo>
                <a:close/>
                <a:moveTo>
                  <a:pt x="4262169" y="729877"/>
                </a:moveTo>
                <a:lnTo>
                  <a:pt x="4265002" y="729877"/>
                </a:lnTo>
                <a:lnTo>
                  <a:pt x="4266217" y="732306"/>
                </a:lnTo>
                <a:lnTo>
                  <a:pt x="4265002" y="734735"/>
                </a:lnTo>
                <a:lnTo>
                  <a:pt x="4262169" y="734735"/>
                </a:lnTo>
                <a:lnTo>
                  <a:pt x="4260954" y="732306"/>
                </a:lnTo>
                <a:close/>
                <a:moveTo>
                  <a:pt x="4221687" y="729877"/>
                </a:moveTo>
                <a:lnTo>
                  <a:pt x="4224520" y="729877"/>
                </a:lnTo>
                <a:lnTo>
                  <a:pt x="4225735" y="732306"/>
                </a:lnTo>
                <a:lnTo>
                  <a:pt x="4224520" y="734735"/>
                </a:lnTo>
                <a:lnTo>
                  <a:pt x="4221687" y="734735"/>
                </a:lnTo>
                <a:lnTo>
                  <a:pt x="4220472" y="732306"/>
                </a:lnTo>
                <a:close/>
                <a:moveTo>
                  <a:pt x="4181206" y="729877"/>
                </a:moveTo>
                <a:lnTo>
                  <a:pt x="4184039" y="729877"/>
                </a:lnTo>
                <a:lnTo>
                  <a:pt x="4185254" y="732306"/>
                </a:lnTo>
                <a:lnTo>
                  <a:pt x="4184039" y="734735"/>
                </a:lnTo>
                <a:lnTo>
                  <a:pt x="4181206" y="734735"/>
                </a:lnTo>
                <a:lnTo>
                  <a:pt x="4179991" y="732306"/>
                </a:lnTo>
                <a:close/>
                <a:moveTo>
                  <a:pt x="4140725" y="729877"/>
                </a:moveTo>
                <a:lnTo>
                  <a:pt x="4143558" y="729877"/>
                </a:lnTo>
                <a:lnTo>
                  <a:pt x="4144773" y="732306"/>
                </a:lnTo>
                <a:lnTo>
                  <a:pt x="4143558" y="734735"/>
                </a:lnTo>
                <a:lnTo>
                  <a:pt x="4140725" y="734735"/>
                </a:lnTo>
                <a:lnTo>
                  <a:pt x="4139510" y="732306"/>
                </a:lnTo>
                <a:close/>
                <a:moveTo>
                  <a:pt x="4100244" y="729877"/>
                </a:moveTo>
                <a:lnTo>
                  <a:pt x="4103077" y="729877"/>
                </a:lnTo>
                <a:lnTo>
                  <a:pt x="4104292" y="732306"/>
                </a:lnTo>
                <a:lnTo>
                  <a:pt x="4103077" y="734735"/>
                </a:lnTo>
                <a:lnTo>
                  <a:pt x="4100244" y="734735"/>
                </a:lnTo>
                <a:lnTo>
                  <a:pt x="4099029" y="732306"/>
                </a:lnTo>
                <a:close/>
                <a:moveTo>
                  <a:pt x="4302244" y="729472"/>
                </a:moveTo>
                <a:lnTo>
                  <a:pt x="4305888" y="729472"/>
                </a:lnTo>
                <a:lnTo>
                  <a:pt x="4307507" y="732306"/>
                </a:lnTo>
                <a:lnTo>
                  <a:pt x="4305888" y="735139"/>
                </a:lnTo>
                <a:lnTo>
                  <a:pt x="4302244" y="735139"/>
                </a:lnTo>
                <a:lnTo>
                  <a:pt x="4300625" y="732306"/>
                </a:lnTo>
                <a:close/>
                <a:moveTo>
                  <a:pt x="4343131" y="729067"/>
                </a:moveTo>
                <a:lnTo>
                  <a:pt x="4346774" y="729067"/>
                </a:lnTo>
                <a:lnTo>
                  <a:pt x="4348799" y="732306"/>
                </a:lnTo>
                <a:lnTo>
                  <a:pt x="4346774" y="735544"/>
                </a:lnTo>
                <a:lnTo>
                  <a:pt x="4343131" y="735544"/>
                </a:lnTo>
                <a:lnTo>
                  <a:pt x="4341107" y="732306"/>
                </a:lnTo>
                <a:close/>
                <a:moveTo>
                  <a:pt x="4059762" y="729067"/>
                </a:moveTo>
                <a:lnTo>
                  <a:pt x="4063405" y="729067"/>
                </a:lnTo>
                <a:lnTo>
                  <a:pt x="4065430" y="732306"/>
                </a:lnTo>
                <a:lnTo>
                  <a:pt x="4063405" y="735544"/>
                </a:lnTo>
                <a:lnTo>
                  <a:pt x="4059762" y="735544"/>
                </a:lnTo>
                <a:lnTo>
                  <a:pt x="4057738" y="732306"/>
                </a:lnTo>
                <a:close/>
                <a:moveTo>
                  <a:pt x="2723881" y="729067"/>
                </a:moveTo>
                <a:lnTo>
                  <a:pt x="2727524" y="729067"/>
                </a:lnTo>
                <a:lnTo>
                  <a:pt x="2729549" y="732306"/>
                </a:lnTo>
                <a:lnTo>
                  <a:pt x="2727524" y="735544"/>
                </a:lnTo>
                <a:lnTo>
                  <a:pt x="2723881" y="735544"/>
                </a:lnTo>
                <a:lnTo>
                  <a:pt x="2721857" y="732306"/>
                </a:lnTo>
                <a:close/>
                <a:moveTo>
                  <a:pt x="2682994" y="729067"/>
                </a:moveTo>
                <a:lnTo>
                  <a:pt x="2686638" y="729067"/>
                </a:lnTo>
                <a:lnTo>
                  <a:pt x="2688257" y="732306"/>
                </a:lnTo>
                <a:lnTo>
                  <a:pt x="2686638" y="735544"/>
                </a:lnTo>
                <a:lnTo>
                  <a:pt x="2682994" y="735544"/>
                </a:lnTo>
                <a:lnTo>
                  <a:pt x="2681375" y="732306"/>
                </a:lnTo>
                <a:close/>
                <a:moveTo>
                  <a:pt x="2561956" y="729067"/>
                </a:moveTo>
                <a:lnTo>
                  <a:pt x="2565599" y="729067"/>
                </a:lnTo>
                <a:lnTo>
                  <a:pt x="2567624" y="732306"/>
                </a:lnTo>
                <a:lnTo>
                  <a:pt x="2565599" y="735544"/>
                </a:lnTo>
                <a:lnTo>
                  <a:pt x="2561956" y="735544"/>
                </a:lnTo>
                <a:lnTo>
                  <a:pt x="2559932" y="732306"/>
                </a:lnTo>
                <a:close/>
                <a:moveTo>
                  <a:pt x="2521070" y="729067"/>
                </a:moveTo>
                <a:lnTo>
                  <a:pt x="2525118" y="729067"/>
                </a:lnTo>
                <a:lnTo>
                  <a:pt x="2527142" y="732306"/>
                </a:lnTo>
                <a:lnTo>
                  <a:pt x="2525118" y="735544"/>
                </a:lnTo>
                <a:lnTo>
                  <a:pt x="2521070" y="735544"/>
                </a:lnTo>
                <a:lnTo>
                  <a:pt x="2519046" y="732306"/>
                </a:lnTo>
                <a:close/>
                <a:moveTo>
                  <a:pt x="4018876" y="728663"/>
                </a:moveTo>
                <a:lnTo>
                  <a:pt x="4022924" y="728663"/>
                </a:lnTo>
                <a:lnTo>
                  <a:pt x="4024948" y="732306"/>
                </a:lnTo>
                <a:lnTo>
                  <a:pt x="4022924" y="735950"/>
                </a:lnTo>
                <a:lnTo>
                  <a:pt x="4018876" y="735950"/>
                </a:lnTo>
                <a:lnTo>
                  <a:pt x="4016852" y="732306"/>
                </a:lnTo>
                <a:close/>
                <a:moveTo>
                  <a:pt x="2602032" y="728663"/>
                </a:moveTo>
                <a:lnTo>
                  <a:pt x="2606080" y="728663"/>
                </a:lnTo>
                <a:lnTo>
                  <a:pt x="2608104" y="732306"/>
                </a:lnTo>
                <a:lnTo>
                  <a:pt x="2606080" y="735950"/>
                </a:lnTo>
                <a:lnTo>
                  <a:pt x="2602032" y="735950"/>
                </a:lnTo>
                <a:lnTo>
                  <a:pt x="2600008" y="732306"/>
                </a:lnTo>
                <a:close/>
                <a:moveTo>
                  <a:pt x="2480588" y="728663"/>
                </a:moveTo>
                <a:lnTo>
                  <a:pt x="2484231" y="728663"/>
                </a:lnTo>
                <a:cubicBezTo>
                  <a:pt x="2484636" y="728663"/>
                  <a:pt x="2485041" y="728663"/>
                  <a:pt x="2485446" y="729068"/>
                </a:cubicBezTo>
                <a:lnTo>
                  <a:pt x="2487065" y="731901"/>
                </a:lnTo>
                <a:cubicBezTo>
                  <a:pt x="2487470" y="732306"/>
                  <a:pt x="2487470" y="732711"/>
                  <a:pt x="2487065" y="733116"/>
                </a:cubicBezTo>
                <a:lnTo>
                  <a:pt x="2485446" y="735950"/>
                </a:lnTo>
                <a:cubicBezTo>
                  <a:pt x="2485041" y="736354"/>
                  <a:pt x="2484636" y="736354"/>
                  <a:pt x="2484231" y="736354"/>
                </a:cubicBezTo>
                <a:lnTo>
                  <a:pt x="2480588" y="736354"/>
                </a:lnTo>
                <a:cubicBezTo>
                  <a:pt x="2480183" y="736354"/>
                  <a:pt x="2479779" y="736354"/>
                  <a:pt x="2479374" y="735950"/>
                </a:cubicBezTo>
                <a:lnTo>
                  <a:pt x="2477755" y="733116"/>
                </a:lnTo>
                <a:cubicBezTo>
                  <a:pt x="2477350" y="732711"/>
                  <a:pt x="2477350" y="732306"/>
                  <a:pt x="2477755" y="731901"/>
                </a:cubicBezTo>
                <a:lnTo>
                  <a:pt x="2479374" y="729068"/>
                </a:lnTo>
                <a:cubicBezTo>
                  <a:pt x="2479779" y="729068"/>
                  <a:pt x="2480183" y="728663"/>
                  <a:pt x="2480588" y="728663"/>
                </a:cubicBezTo>
                <a:close/>
                <a:moveTo>
                  <a:pt x="3978395" y="728258"/>
                </a:moveTo>
                <a:lnTo>
                  <a:pt x="3982039" y="728258"/>
                </a:lnTo>
                <a:cubicBezTo>
                  <a:pt x="3982443" y="728258"/>
                  <a:pt x="3982848" y="728258"/>
                  <a:pt x="3983253" y="728663"/>
                </a:cubicBezTo>
                <a:lnTo>
                  <a:pt x="3985277" y="731901"/>
                </a:lnTo>
                <a:cubicBezTo>
                  <a:pt x="3985682" y="732306"/>
                  <a:pt x="3985682" y="732711"/>
                  <a:pt x="3985277" y="733116"/>
                </a:cubicBezTo>
                <a:lnTo>
                  <a:pt x="3983253" y="736354"/>
                </a:lnTo>
                <a:cubicBezTo>
                  <a:pt x="3983253" y="736759"/>
                  <a:pt x="3982848" y="736759"/>
                  <a:pt x="3982039" y="736759"/>
                </a:cubicBezTo>
                <a:lnTo>
                  <a:pt x="3978395" y="736759"/>
                </a:lnTo>
                <a:cubicBezTo>
                  <a:pt x="3977991" y="736759"/>
                  <a:pt x="3977585" y="736759"/>
                  <a:pt x="3977181" y="736354"/>
                </a:cubicBezTo>
                <a:lnTo>
                  <a:pt x="3975157" y="733116"/>
                </a:lnTo>
                <a:cubicBezTo>
                  <a:pt x="3974752" y="732711"/>
                  <a:pt x="3974752" y="732306"/>
                  <a:pt x="3975157" y="731901"/>
                </a:cubicBezTo>
                <a:lnTo>
                  <a:pt x="3977181" y="728663"/>
                </a:lnTo>
                <a:cubicBezTo>
                  <a:pt x="3977585" y="728663"/>
                  <a:pt x="3977991" y="728258"/>
                  <a:pt x="3978395" y="728258"/>
                </a:cubicBezTo>
                <a:close/>
                <a:moveTo>
                  <a:pt x="2763958" y="728258"/>
                </a:moveTo>
                <a:lnTo>
                  <a:pt x="2768411" y="728258"/>
                </a:lnTo>
                <a:lnTo>
                  <a:pt x="2770839" y="732306"/>
                </a:lnTo>
                <a:lnTo>
                  <a:pt x="2768411" y="736354"/>
                </a:lnTo>
                <a:lnTo>
                  <a:pt x="2763958" y="736354"/>
                </a:lnTo>
                <a:lnTo>
                  <a:pt x="2761529" y="732306"/>
                </a:lnTo>
                <a:close/>
                <a:moveTo>
                  <a:pt x="2642513" y="728258"/>
                </a:moveTo>
                <a:lnTo>
                  <a:pt x="2646156" y="728258"/>
                </a:lnTo>
                <a:cubicBezTo>
                  <a:pt x="2646561" y="728258"/>
                  <a:pt x="2646966" y="728258"/>
                  <a:pt x="2647371" y="728663"/>
                </a:cubicBezTo>
                <a:lnTo>
                  <a:pt x="2649395" y="731901"/>
                </a:lnTo>
                <a:cubicBezTo>
                  <a:pt x="2649800" y="732306"/>
                  <a:pt x="2649800" y="732711"/>
                  <a:pt x="2649395" y="733116"/>
                </a:cubicBezTo>
                <a:lnTo>
                  <a:pt x="2647371" y="736354"/>
                </a:lnTo>
                <a:cubicBezTo>
                  <a:pt x="2647371" y="736759"/>
                  <a:pt x="2646966" y="736759"/>
                  <a:pt x="2646156" y="736759"/>
                </a:cubicBezTo>
                <a:lnTo>
                  <a:pt x="2642513" y="736759"/>
                </a:lnTo>
                <a:cubicBezTo>
                  <a:pt x="2642108" y="736759"/>
                  <a:pt x="2641703" y="736759"/>
                  <a:pt x="2641299" y="736354"/>
                </a:cubicBezTo>
                <a:lnTo>
                  <a:pt x="2639275" y="733116"/>
                </a:lnTo>
                <a:cubicBezTo>
                  <a:pt x="2638870" y="732711"/>
                  <a:pt x="2638870" y="732306"/>
                  <a:pt x="2639275" y="731901"/>
                </a:cubicBezTo>
                <a:lnTo>
                  <a:pt x="2641299" y="728663"/>
                </a:lnTo>
                <a:cubicBezTo>
                  <a:pt x="2641703" y="728663"/>
                  <a:pt x="2642108" y="728258"/>
                  <a:pt x="2642513" y="728258"/>
                </a:cubicBezTo>
                <a:close/>
                <a:moveTo>
                  <a:pt x="2358335" y="727448"/>
                </a:moveTo>
                <a:lnTo>
                  <a:pt x="2363193" y="727448"/>
                </a:lnTo>
                <a:cubicBezTo>
                  <a:pt x="2363597" y="727448"/>
                  <a:pt x="2364002" y="727448"/>
                  <a:pt x="2364407" y="727853"/>
                </a:cubicBezTo>
                <a:lnTo>
                  <a:pt x="2366836" y="731901"/>
                </a:lnTo>
                <a:cubicBezTo>
                  <a:pt x="2367241" y="732306"/>
                  <a:pt x="2367241" y="732711"/>
                  <a:pt x="2366836" y="733115"/>
                </a:cubicBezTo>
                <a:lnTo>
                  <a:pt x="2364407" y="737163"/>
                </a:lnTo>
                <a:cubicBezTo>
                  <a:pt x="2364407" y="737568"/>
                  <a:pt x="2364002" y="737568"/>
                  <a:pt x="2363193" y="737568"/>
                </a:cubicBezTo>
                <a:lnTo>
                  <a:pt x="2358335" y="737568"/>
                </a:lnTo>
                <a:cubicBezTo>
                  <a:pt x="2357930" y="737568"/>
                  <a:pt x="2357525" y="737568"/>
                  <a:pt x="2357121" y="737163"/>
                </a:cubicBezTo>
                <a:lnTo>
                  <a:pt x="2354692" y="733115"/>
                </a:lnTo>
                <a:cubicBezTo>
                  <a:pt x="2354287" y="732711"/>
                  <a:pt x="2354287" y="732306"/>
                  <a:pt x="2354692" y="731901"/>
                </a:cubicBezTo>
                <a:lnTo>
                  <a:pt x="2357121" y="727853"/>
                </a:lnTo>
                <a:cubicBezTo>
                  <a:pt x="2357525" y="727853"/>
                  <a:pt x="2357930" y="727448"/>
                  <a:pt x="2358335" y="727448"/>
                </a:cubicBezTo>
                <a:close/>
                <a:moveTo>
                  <a:pt x="2439702" y="727043"/>
                </a:moveTo>
                <a:lnTo>
                  <a:pt x="2444155" y="727043"/>
                </a:lnTo>
                <a:cubicBezTo>
                  <a:pt x="2444560" y="727043"/>
                  <a:pt x="2444965" y="727043"/>
                  <a:pt x="2445369" y="727448"/>
                </a:cubicBezTo>
                <a:lnTo>
                  <a:pt x="2447798" y="731496"/>
                </a:lnTo>
                <a:cubicBezTo>
                  <a:pt x="2448203" y="731901"/>
                  <a:pt x="2448203" y="732306"/>
                  <a:pt x="2447798" y="732710"/>
                </a:cubicBezTo>
                <a:lnTo>
                  <a:pt x="2445369" y="736759"/>
                </a:lnTo>
                <a:cubicBezTo>
                  <a:pt x="2445369" y="737163"/>
                  <a:pt x="2444965" y="737568"/>
                  <a:pt x="2444155" y="737163"/>
                </a:cubicBezTo>
                <a:lnTo>
                  <a:pt x="2439702" y="737163"/>
                </a:lnTo>
                <a:cubicBezTo>
                  <a:pt x="2439297" y="737163"/>
                  <a:pt x="2438892" y="737163"/>
                  <a:pt x="2438487" y="736759"/>
                </a:cubicBezTo>
                <a:lnTo>
                  <a:pt x="2436059" y="732710"/>
                </a:lnTo>
                <a:cubicBezTo>
                  <a:pt x="2435654" y="732306"/>
                  <a:pt x="2435654" y="731901"/>
                  <a:pt x="2436059" y="731496"/>
                </a:cubicBezTo>
                <a:lnTo>
                  <a:pt x="2438487" y="727448"/>
                </a:lnTo>
                <a:cubicBezTo>
                  <a:pt x="2438892" y="727448"/>
                  <a:pt x="2439297" y="727043"/>
                  <a:pt x="2439702" y="727043"/>
                </a:cubicBezTo>
                <a:close/>
                <a:moveTo>
                  <a:pt x="2399221" y="727043"/>
                </a:moveTo>
                <a:lnTo>
                  <a:pt x="2403674" y="727043"/>
                </a:lnTo>
                <a:cubicBezTo>
                  <a:pt x="2404079" y="727043"/>
                  <a:pt x="2404484" y="727043"/>
                  <a:pt x="2404888" y="727448"/>
                </a:cubicBezTo>
                <a:lnTo>
                  <a:pt x="2407317" y="731496"/>
                </a:lnTo>
                <a:cubicBezTo>
                  <a:pt x="2407722" y="731901"/>
                  <a:pt x="2407722" y="732306"/>
                  <a:pt x="2407317" y="732710"/>
                </a:cubicBezTo>
                <a:lnTo>
                  <a:pt x="2404888" y="736759"/>
                </a:lnTo>
                <a:cubicBezTo>
                  <a:pt x="2404888" y="737163"/>
                  <a:pt x="2404484" y="737568"/>
                  <a:pt x="2403674" y="737163"/>
                </a:cubicBezTo>
                <a:lnTo>
                  <a:pt x="2399221" y="737163"/>
                </a:lnTo>
                <a:cubicBezTo>
                  <a:pt x="2398816" y="737163"/>
                  <a:pt x="2398411" y="737163"/>
                  <a:pt x="2398006" y="736759"/>
                </a:cubicBezTo>
                <a:lnTo>
                  <a:pt x="2395578" y="732710"/>
                </a:lnTo>
                <a:cubicBezTo>
                  <a:pt x="2395173" y="732306"/>
                  <a:pt x="2395173" y="731901"/>
                  <a:pt x="2395578" y="731496"/>
                </a:cubicBezTo>
                <a:lnTo>
                  <a:pt x="2398006" y="727448"/>
                </a:lnTo>
                <a:cubicBezTo>
                  <a:pt x="2398411" y="727448"/>
                  <a:pt x="2398816" y="727043"/>
                  <a:pt x="2399221" y="727043"/>
                </a:cubicBezTo>
                <a:close/>
                <a:moveTo>
                  <a:pt x="2803629" y="726639"/>
                </a:moveTo>
                <a:lnTo>
                  <a:pt x="2809296" y="726639"/>
                </a:lnTo>
                <a:cubicBezTo>
                  <a:pt x="2809701" y="726639"/>
                  <a:pt x="2810106" y="726639"/>
                  <a:pt x="2810511" y="727044"/>
                </a:cubicBezTo>
                <a:lnTo>
                  <a:pt x="2813344" y="731902"/>
                </a:lnTo>
                <a:cubicBezTo>
                  <a:pt x="2813749" y="732306"/>
                  <a:pt x="2813749" y="732711"/>
                  <a:pt x="2813344" y="733116"/>
                </a:cubicBezTo>
                <a:lnTo>
                  <a:pt x="2810511" y="737974"/>
                </a:lnTo>
                <a:cubicBezTo>
                  <a:pt x="2810106" y="737974"/>
                  <a:pt x="2809701" y="738379"/>
                  <a:pt x="2809296" y="738783"/>
                </a:cubicBezTo>
                <a:lnTo>
                  <a:pt x="2803629" y="738783"/>
                </a:lnTo>
                <a:cubicBezTo>
                  <a:pt x="2803224" y="738783"/>
                  <a:pt x="2802819" y="738379"/>
                  <a:pt x="2802415" y="737974"/>
                </a:cubicBezTo>
                <a:lnTo>
                  <a:pt x="2799581" y="733116"/>
                </a:lnTo>
                <a:cubicBezTo>
                  <a:pt x="2799176" y="732711"/>
                  <a:pt x="2799176" y="732306"/>
                  <a:pt x="2799581" y="731902"/>
                </a:cubicBezTo>
                <a:lnTo>
                  <a:pt x="2802415" y="727044"/>
                </a:lnTo>
                <a:cubicBezTo>
                  <a:pt x="2802819" y="727044"/>
                  <a:pt x="2803224" y="726639"/>
                  <a:pt x="2803629" y="726639"/>
                </a:cubicBezTo>
                <a:close/>
                <a:moveTo>
                  <a:pt x="3936699" y="725424"/>
                </a:moveTo>
                <a:lnTo>
                  <a:pt x="3943176" y="725424"/>
                </a:lnTo>
                <a:cubicBezTo>
                  <a:pt x="3943581" y="725424"/>
                  <a:pt x="3943986" y="725424"/>
                  <a:pt x="3944391" y="725829"/>
                </a:cubicBezTo>
                <a:lnTo>
                  <a:pt x="3947630" y="731496"/>
                </a:lnTo>
                <a:cubicBezTo>
                  <a:pt x="3948034" y="731901"/>
                  <a:pt x="3948034" y="732306"/>
                  <a:pt x="3947630" y="732711"/>
                </a:cubicBezTo>
                <a:lnTo>
                  <a:pt x="3944391" y="738378"/>
                </a:lnTo>
                <a:cubicBezTo>
                  <a:pt x="3943986" y="738783"/>
                  <a:pt x="3943581" y="739188"/>
                  <a:pt x="3943176" y="738783"/>
                </a:cubicBezTo>
                <a:lnTo>
                  <a:pt x="3936699" y="738783"/>
                </a:lnTo>
                <a:cubicBezTo>
                  <a:pt x="3936295" y="738783"/>
                  <a:pt x="3935890" y="738783"/>
                  <a:pt x="3935485" y="738378"/>
                </a:cubicBezTo>
                <a:lnTo>
                  <a:pt x="3932247" y="732711"/>
                </a:lnTo>
                <a:cubicBezTo>
                  <a:pt x="3931842" y="732306"/>
                  <a:pt x="3931842" y="731901"/>
                  <a:pt x="3932247" y="731496"/>
                </a:cubicBezTo>
                <a:lnTo>
                  <a:pt x="3935485" y="725829"/>
                </a:lnTo>
                <a:cubicBezTo>
                  <a:pt x="3935890" y="725829"/>
                  <a:pt x="3936295" y="725424"/>
                  <a:pt x="3936699" y="725424"/>
                </a:cubicBezTo>
                <a:close/>
                <a:moveTo>
                  <a:pt x="3855331" y="724614"/>
                </a:moveTo>
                <a:lnTo>
                  <a:pt x="3862618" y="724614"/>
                </a:lnTo>
                <a:cubicBezTo>
                  <a:pt x="3863023" y="724614"/>
                  <a:pt x="3863428" y="724614"/>
                  <a:pt x="3863832" y="725019"/>
                </a:cubicBezTo>
                <a:lnTo>
                  <a:pt x="3867476" y="731496"/>
                </a:lnTo>
                <a:cubicBezTo>
                  <a:pt x="3867881" y="731901"/>
                  <a:pt x="3867881" y="732305"/>
                  <a:pt x="3867476" y="732710"/>
                </a:cubicBezTo>
                <a:lnTo>
                  <a:pt x="3863832" y="739187"/>
                </a:lnTo>
                <a:cubicBezTo>
                  <a:pt x="3863428" y="739592"/>
                  <a:pt x="3863023" y="739997"/>
                  <a:pt x="3862618" y="739592"/>
                </a:cubicBezTo>
                <a:lnTo>
                  <a:pt x="3855331" y="739592"/>
                </a:lnTo>
                <a:cubicBezTo>
                  <a:pt x="3854927" y="739592"/>
                  <a:pt x="3854522" y="739592"/>
                  <a:pt x="3854117" y="739187"/>
                </a:cubicBezTo>
                <a:lnTo>
                  <a:pt x="3850474" y="732710"/>
                </a:lnTo>
                <a:cubicBezTo>
                  <a:pt x="3850069" y="732305"/>
                  <a:pt x="3850069" y="731901"/>
                  <a:pt x="3850474" y="731496"/>
                </a:cubicBezTo>
                <a:lnTo>
                  <a:pt x="3854117" y="725019"/>
                </a:lnTo>
                <a:cubicBezTo>
                  <a:pt x="3854522" y="725019"/>
                  <a:pt x="3854927" y="724614"/>
                  <a:pt x="3855331" y="724614"/>
                </a:cubicBezTo>
                <a:close/>
                <a:moveTo>
                  <a:pt x="3814445" y="724614"/>
                </a:moveTo>
                <a:lnTo>
                  <a:pt x="3822542" y="724614"/>
                </a:lnTo>
                <a:cubicBezTo>
                  <a:pt x="3822946" y="724614"/>
                  <a:pt x="3823351" y="724614"/>
                  <a:pt x="3823756" y="725019"/>
                </a:cubicBezTo>
                <a:lnTo>
                  <a:pt x="3827804" y="731901"/>
                </a:lnTo>
                <a:cubicBezTo>
                  <a:pt x="3828209" y="732305"/>
                  <a:pt x="3828209" y="732710"/>
                  <a:pt x="3827804" y="733115"/>
                </a:cubicBezTo>
                <a:lnTo>
                  <a:pt x="3823756" y="739997"/>
                </a:lnTo>
                <a:cubicBezTo>
                  <a:pt x="3823351" y="740402"/>
                  <a:pt x="3822946" y="740402"/>
                  <a:pt x="3822542" y="740402"/>
                </a:cubicBezTo>
                <a:lnTo>
                  <a:pt x="3814445" y="740402"/>
                </a:lnTo>
                <a:cubicBezTo>
                  <a:pt x="3814041" y="740402"/>
                  <a:pt x="3813635" y="740402"/>
                  <a:pt x="3813231" y="739997"/>
                </a:cubicBezTo>
                <a:lnTo>
                  <a:pt x="3809183" y="733115"/>
                </a:lnTo>
                <a:cubicBezTo>
                  <a:pt x="3808778" y="732710"/>
                  <a:pt x="3808778" y="732305"/>
                  <a:pt x="3809183" y="731901"/>
                </a:cubicBezTo>
                <a:lnTo>
                  <a:pt x="3813231" y="725019"/>
                </a:lnTo>
                <a:cubicBezTo>
                  <a:pt x="3813635" y="725019"/>
                  <a:pt x="3814041" y="724614"/>
                  <a:pt x="3814445" y="724614"/>
                </a:cubicBezTo>
                <a:close/>
                <a:moveTo>
                  <a:pt x="3895003" y="724210"/>
                </a:moveTo>
                <a:lnTo>
                  <a:pt x="3903100" y="724210"/>
                </a:lnTo>
                <a:cubicBezTo>
                  <a:pt x="3903504" y="724210"/>
                  <a:pt x="3903909" y="724615"/>
                  <a:pt x="3904314" y="725020"/>
                </a:cubicBezTo>
                <a:lnTo>
                  <a:pt x="3908362" y="731901"/>
                </a:lnTo>
                <a:cubicBezTo>
                  <a:pt x="3908767" y="732306"/>
                  <a:pt x="3908767" y="732711"/>
                  <a:pt x="3908362" y="733116"/>
                </a:cubicBezTo>
                <a:lnTo>
                  <a:pt x="3904314" y="739998"/>
                </a:lnTo>
                <a:cubicBezTo>
                  <a:pt x="3904314" y="740403"/>
                  <a:pt x="3903909" y="740403"/>
                  <a:pt x="3903100" y="740807"/>
                </a:cubicBezTo>
                <a:lnTo>
                  <a:pt x="3895003" y="740807"/>
                </a:lnTo>
                <a:cubicBezTo>
                  <a:pt x="3894598" y="740807"/>
                  <a:pt x="3894193" y="740403"/>
                  <a:pt x="3893789" y="739998"/>
                </a:cubicBezTo>
                <a:lnTo>
                  <a:pt x="3889741" y="733116"/>
                </a:lnTo>
                <a:cubicBezTo>
                  <a:pt x="3889336" y="732711"/>
                  <a:pt x="3889336" y="732306"/>
                  <a:pt x="3889741" y="731901"/>
                </a:cubicBezTo>
                <a:lnTo>
                  <a:pt x="3893789" y="725020"/>
                </a:lnTo>
                <a:cubicBezTo>
                  <a:pt x="3894193" y="724615"/>
                  <a:pt x="3894598" y="724210"/>
                  <a:pt x="3895003" y="724210"/>
                </a:cubicBezTo>
                <a:close/>
                <a:moveTo>
                  <a:pt x="3449710" y="724210"/>
                </a:moveTo>
                <a:lnTo>
                  <a:pt x="3458211" y="724210"/>
                </a:lnTo>
                <a:cubicBezTo>
                  <a:pt x="3458616" y="724210"/>
                  <a:pt x="3459020" y="724210"/>
                  <a:pt x="3459425" y="724615"/>
                </a:cubicBezTo>
                <a:lnTo>
                  <a:pt x="3463878" y="731901"/>
                </a:lnTo>
                <a:cubicBezTo>
                  <a:pt x="3464283" y="732306"/>
                  <a:pt x="3464283" y="732711"/>
                  <a:pt x="3463878" y="733116"/>
                </a:cubicBezTo>
                <a:lnTo>
                  <a:pt x="3459425" y="740403"/>
                </a:lnTo>
                <a:cubicBezTo>
                  <a:pt x="3459425" y="740807"/>
                  <a:pt x="3459020" y="740807"/>
                  <a:pt x="3458211" y="740807"/>
                </a:cubicBezTo>
                <a:lnTo>
                  <a:pt x="3449710" y="740807"/>
                </a:lnTo>
                <a:cubicBezTo>
                  <a:pt x="3449305" y="740807"/>
                  <a:pt x="3448900" y="740807"/>
                  <a:pt x="3448495" y="740403"/>
                </a:cubicBezTo>
                <a:lnTo>
                  <a:pt x="3444043" y="733116"/>
                </a:lnTo>
                <a:cubicBezTo>
                  <a:pt x="3443638" y="732711"/>
                  <a:pt x="3443638" y="732306"/>
                  <a:pt x="3444043" y="731901"/>
                </a:cubicBezTo>
                <a:lnTo>
                  <a:pt x="3448495" y="724615"/>
                </a:lnTo>
                <a:cubicBezTo>
                  <a:pt x="3448900" y="724615"/>
                  <a:pt x="3449305" y="724210"/>
                  <a:pt x="3449710" y="724210"/>
                </a:cubicBezTo>
                <a:close/>
                <a:moveTo>
                  <a:pt x="3409633" y="723805"/>
                </a:moveTo>
                <a:lnTo>
                  <a:pt x="3417730" y="723805"/>
                </a:lnTo>
                <a:cubicBezTo>
                  <a:pt x="3418134" y="723805"/>
                  <a:pt x="3418539" y="723805"/>
                  <a:pt x="3418944" y="724210"/>
                </a:cubicBezTo>
                <a:lnTo>
                  <a:pt x="3422992" y="731496"/>
                </a:lnTo>
                <a:cubicBezTo>
                  <a:pt x="3423397" y="731901"/>
                  <a:pt x="3423397" y="732306"/>
                  <a:pt x="3422992" y="732711"/>
                </a:cubicBezTo>
                <a:lnTo>
                  <a:pt x="3418944" y="739998"/>
                </a:lnTo>
                <a:cubicBezTo>
                  <a:pt x="3418539" y="740402"/>
                  <a:pt x="3418134" y="740807"/>
                  <a:pt x="3417730" y="740402"/>
                </a:cubicBezTo>
                <a:lnTo>
                  <a:pt x="3409633" y="740402"/>
                </a:lnTo>
                <a:cubicBezTo>
                  <a:pt x="3409229" y="740402"/>
                  <a:pt x="3408823" y="740402"/>
                  <a:pt x="3408419" y="739998"/>
                </a:cubicBezTo>
                <a:lnTo>
                  <a:pt x="3404371" y="732711"/>
                </a:lnTo>
                <a:cubicBezTo>
                  <a:pt x="3403966" y="732306"/>
                  <a:pt x="3403966" y="731901"/>
                  <a:pt x="3404371" y="731496"/>
                </a:cubicBezTo>
                <a:lnTo>
                  <a:pt x="3408419" y="724210"/>
                </a:lnTo>
                <a:cubicBezTo>
                  <a:pt x="3408823" y="724210"/>
                  <a:pt x="3409229" y="723805"/>
                  <a:pt x="3409633" y="723805"/>
                </a:cubicBezTo>
                <a:close/>
                <a:moveTo>
                  <a:pt x="3368747" y="723400"/>
                </a:moveTo>
                <a:lnTo>
                  <a:pt x="3377653" y="723400"/>
                </a:lnTo>
                <a:cubicBezTo>
                  <a:pt x="3378057" y="723400"/>
                  <a:pt x="3378462" y="723400"/>
                  <a:pt x="3378867" y="723805"/>
                </a:cubicBezTo>
                <a:lnTo>
                  <a:pt x="3383320" y="731496"/>
                </a:lnTo>
                <a:cubicBezTo>
                  <a:pt x="3383725" y="731901"/>
                  <a:pt x="3383725" y="732306"/>
                  <a:pt x="3383320" y="732711"/>
                </a:cubicBezTo>
                <a:lnTo>
                  <a:pt x="3378867" y="740402"/>
                </a:lnTo>
                <a:cubicBezTo>
                  <a:pt x="3378462" y="740807"/>
                  <a:pt x="3378057" y="741212"/>
                  <a:pt x="3377653" y="740807"/>
                </a:cubicBezTo>
                <a:lnTo>
                  <a:pt x="3368747" y="740807"/>
                </a:lnTo>
                <a:cubicBezTo>
                  <a:pt x="3368342" y="740807"/>
                  <a:pt x="3367937" y="740807"/>
                  <a:pt x="3367532" y="740402"/>
                </a:cubicBezTo>
                <a:lnTo>
                  <a:pt x="3363080" y="732711"/>
                </a:lnTo>
                <a:cubicBezTo>
                  <a:pt x="3362675" y="732306"/>
                  <a:pt x="3362675" y="731901"/>
                  <a:pt x="3363080" y="731496"/>
                </a:cubicBezTo>
                <a:lnTo>
                  <a:pt x="3367532" y="723805"/>
                </a:lnTo>
                <a:cubicBezTo>
                  <a:pt x="3367937" y="723805"/>
                  <a:pt x="3368342" y="723400"/>
                  <a:pt x="3368747" y="723400"/>
                </a:cubicBezTo>
                <a:close/>
                <a:moveTo>
                  <a:pt x="2842086" y="723400"/>
                </a:moveTo>
                <a:lnTo>
                  <a:pt x="2850992" y="723400"/>
                </a:lnTo>
                <a:cubicBezTo>
                  <a:pt x="2851397" y="723400"/>
                  <a:pt x="2851801" y="723400"/>
                  <a:pt x="2852206" y="723805"/>
                </a:cubicBezTo>
                <a:lnTo>
                  <a:pt x="2856660" y="731496"/>
                </a:lnTo>
                <a:cubicBezTo>
                  <a:pt x="2857064" y="731901"/>
                  <a:pt x="2857064" y="732306"/>
                  <a:pt x="2856660" y="732711"/>
                </a:cubicBezTo>
                <a:lnTo>
                  <a:pt x="2852206" y="740402"/>
                </a:lnTo>
                <a:cubicBezTo>
                  <a:pt x="2852206" y="740807"/>
                  <a:pt x="2851801" y="741212"/>
                  <a:pt x="2850992" y="740807"/>
                </a:cubicBezTo>
                <a:lnTo>
                  <a:pt x="2842086" y="740807"/>
                </a:lnTo>
                <a:cubicBezTo>
                  <a:pt x="2841681" y="740807"/>
                  <a:pt x="2841276" y="740807"/>
                  <a:pt x="2840872" y="740402"/>
                </a:cubicBezTo>
                <a:lnTo>
                  <a:pt x="2836419" y="732711"/>
                </a:lnTo>
                <a:cubicBezTo>
                  <a:pt x="2836014" y="732306"/>
                  <a:pt x="2836014" y="731901"/>
                  <a:pt x="2836419" y="731496"/>
                </a:cubicBezTo>
                <a:lnTo>
                  <a:pt x="2840872" y="723805"/>
                </a:lnTo>
                <a:cubicBezTo>
                  <a:pt x="2841276" y="723805"/>
                  <a:pt x="2841681" y="723400"/>
                  <a:pt x="2842086" y="723400"/>
                </a:cubicBezTo>
                <a:close/>
                <a:moveTo>
                  <a:pt x="3773155" y="722995"/>
                </a:moveTo>
                <a:lnTo>
                  <a:pt x="3782466" y="722995"/>
                </a:lnTo>
                <a:cubicBezTo>
                  <a:pt x="3782870" y="722995"/>
                  <a:pt x="3783275" y="722995"/>
                  <a:pt x="3783680" y="723400"/>
                </a:cubicBezTo>
                <a:lnTo>
                  <a:pt x="3788538" y="731496"/>
                </a:lnTo>
                <a:cubicBezTo>
                  <a:pt x="3788943" y="731901"/>
                  <a:pt x="3788943" y="732306"/>
                  <a:pt x="3788538" y="732711"/>
                </a:cubicBezTo>
                <a:lnTo>
                  <a:pt x="3783680" y="740807"/>
                </a:lnTo>
                <a:cubicBezTo>
                  <a:pt x="3783680" y="741212"/>
                  <a:pt x="3783275" y="741616"/>
                  <a:pt x="3782466" y="741212"/>
                </a:cubicBezTo>
                <a:lnTo>
                  <a:pt x="3773155" y="741212"/>
                </a:lnTo>
                <a:cubicBezTo>
                  <a:pt x="3772750" y="741212"/>
                  <a:pt x="3772345" y="741212"/>
                  <a:pt x="3771941" y="740807"/>
                </a:cubicBezTo>
                <a:lnTo>
                  <a:pt x="3767083" y="732711"/>
                </a:lnTo>
                <a:cubicBezTo>
                  <a:pt x="3766678" y="732306"/>
                  <a:pt x="3766678" y="731901"/>
                  <a:pt x="3767083" y="731496"/>
                </a:cubicBezTo>
                <a:lnTo>
                  <a:pt x="3771941" y="723400"/>
                </a:lnTo>
                <a:cubicBezTo>
                  <a:pt x="3772345" y="723400"/>
                  <a:pt x="3772750" y="722995"/>
                  <a:pt x="3773155" y="722995"/>
                </a:cubicBezTo>
                <a:close/>
                <a:moveTo>
                  <a:pt x="3692192" y="722995"/>
                </a:moveTo>
                <a:lnTo>
                  <a:pt x="3701907" y="722995"/>
                </a:lnTo>
                <a:cubicBezTo>
                  <a:pt x="3702312" y="722995"/>
                  <a:pt x="3702717" y="722995"/>
                  <a:pt x="3703122" y="723400"/>
                </a:cubicBezTo>
                <a:lnTo>
                  <a:pt x="3707980" y="731901"/>
                </a:lnTo>
                <a:cubicBezTo>
                  <a:pt x="3708384" y="732306"/>
                  <a:pt x="3708384" y="732711"/>
                  <a:pt x="3707980" y="733115"/>
                </a:cubicBezTo>
                <a:lnTo>
                  <a:pt x="3703122" y="741616"/>
                </a:lnTo>
                <a:cubicBezTo>
                  <a:pt x="3702717" y="742021"/>
                  <a:pt x="3702312" y="742021"/>
                  <a:pt x="3701907" y="742831"/>
                </a:cubicBezTo>
                <a:lnTo>
                  <a:pt x="3692192" y="742831"/>
                </a:lnTo>
                <a:cubicBezTo>
                  <a:pt x="3691787" y="742831"/>
                  <a:pt x="3691382" y="742426"/>
                  <a:pt x="3690978" y="742021"/>
                </a:cubicBezTo>
                <a:lnTo>
                  <a:pt x="3686120" y="733520"/>
                </a:lnTo>
                <a:cubicBezTo>
                  <a:pt x="3685715" y="733115"/>
                  <a:pt x="3685715" y="732711"/>
                  <a:pt x="3686120" y="732306"/>
                </a:cubicBezTo>
                <a:lnTo>
                  <a:pt x="3690978" y="723805"/>
                </a:lnTo>
                <a:cubicBezTo>
                  <a:pt x="3691382" y="723400"/>
                  <a:pt x="3691787" y="722995"/>
                  <a:pt x="3692192" y="722995"/>
                </a:cubicBezTo>
                <a:close/>
                <a:moveTo>
                  <a:pt x="3489786" y="722590"/>
                </a:moveTo>
                <a:lnTo>
                  <a:pt x="3499501" y="722590"/>
                </a:lnTo>
                <a:cubicBezTo>
                  <a:pt x="3499906" y="722590"/>
                  <a:pt x="3500311" y="722590"/>
                  <a:pt x="3500716" y="722995"/>
                </a:cubicBezTo>
                <a:lnTo>
                  <a:pt x="3505574" y="731496"/>
                </a:lnTo>
                <a:cubicBezTo>
                  <a:pt x="3505978" y="731901"/>
                  <a:pt x="3505978" y="732305"/>
                  <a:pt x="3505574" y="732710"/>
                </a:cubicBezTo>
                <a:lnTo>
                  <a:pt x="3500716" y="741211"/>
                </a:lnTo>
                <a:cubicBezTo>
                  <a:pt x="3500311" y="741616"/>
                  <a:pt x="3499906" y="742021"/>
                  <a:pt x="3499501" y="741616"/>
                </a:cubicBezTo>
                <a:lnTo>
                  <a:pt x="3489786" y="741616"/>
                </a:lnTo>
                <a:cubicBezTo>
                  <a:pt x="3489381" y="741616"/>
                  <a:pt x="3488976" y="741616"/>
                  <a:pt x="3488572" y="741211"/>
                </a:cubicBezTo>
                <a:lnTo>
                  <a:pt x="3483714" y="732710"/>
                </a:lnTo>
                <a:cubicBezTo>
                  <a:pt x="3483309" y="732305"/>
                  <a:pt x="3483309" y="731901"/>
                  <a:pt x="3483714" y="731496"/>
                </a:cubicBezTo>
                <a:lnTo>
                  <a:pt x="3488572" y="722995"/>
                </a:lnTo>
                <a:cubicBezTo>
                  <a:pt x="3488976" y="722995"/>
                  <a:pt x="3489381" y="722590"/>
                  <a:pt x="3489786" y="722590"/>
                </a:cubicBezTo>
                <a:close/>
                <a:moveTo>
                  <a:pt x="3732674" y="722186"/>
                </a:moveTo>
                <a:lnTo>
                  <a:pt x="3742389" y="722186"/>
                </a:lnTo>
                <a:cubicBezTo>
                  <a:pt x="3742794" y="722186"/>
                  <a:pt x="3743199" y="722591"/>
                  <a:pt x="3743604" y="722996"/>
                </a:cubicBezTo>
                <a:lnTo>
                  <a:pt x="3748462" y="731497"/>
                </a:lnTo>
                <a:cubicBezTo>
                  <a:pt x="3748866" y="731901"/>
                  <a:pt x="3748866" y="732306"/>
                  <a:pt x="3748462" y="732711"/>
                </a:cubicBezTo>
                <a:lnTo>
                  <a:pt x="3743604" y="741212"/>
                </a:lnTo>
                <a:cubicBezTo>
                  <a:pt x="3743199" y="741617"/>
                  <a:pt x="3742794" y="742022"/>
                  <a:pt x="3742389" y="741617"/>
                </a:cubicBezTo>
                <a:lnTo>
                  <a:pt x="3732674" y="741617"/>
                </a:lnTo>
                <a:cubicBezTo>
                  <a:pt x="3732269" y="741617"/>
                  <a:pt x="3731864" y="741617"/>
                  <a:pt x="3731460" y="741212"/>
                </a:cubicBezTo>
                <a:lnTo>
                  <a:pt x="3726602" y="732711"/>
                </a:lnTo>
                <a:cubicBezTo>
                  <a:pt x="3726197" y="732306"/>
                  <a:pt x="3726197" y="731901"/>
                  <a:pt x="3726602" y="731497"/>
                </a:cubicBezTo>
                <a:lnTo>
                  <a:pt x="3731460" y="722996"/>
                </a:lnTo>
                <a:cubicBezTo>
                  <a:pt x="3731864" y="722591"/>
                  <a:pt x="3732269" y="722186"/>
                  <a:pt x="3732674" y="722186"/>
                </a:cubicBezTo>
                <a:close/>
                <a:moveTo>
                  <a:pt x="3327051" y="722186"/>
                </a:moveTo>
                <a:lnTo>
                  <a:pt x="3337981" y="722186"/>
                </a:lnTo>
                <a:cubicBezTo>
                  <a:pt x="3338386" y="722186"/>
                  <a:pt x="3338791" y="722186"/>
                  <a:pt x="3339196" y="722591"/>
                </a:cubicBezTo>
                <a:lnTo>
                  <a:pt x="3344459" y="731901"/>
                </a:lnTo>
                <a:cubicBezTo>
                  <a:pt x="3344863" y="732306"/>
                  <a:pt x="3344863" y="732711"/>
                  <a:pt x="3344459" y="733116"/>
                </a:cubicBezTo>
                <a:lnTo>
                  <a:pt x="3339196" y="742427"/>
                </a:lnTo>
                <a:cubicBezTo>
                  <a:pt x="3338791" y="742427"/>
                  <a:pt x="3338386" y="742831"/>
                  <a:pt x="3337981" y="742831"/>
                </a:cubicBezTo>
                <a:lnTo>
                  <a:pt x="3327051" y="742831"/>
                </a:lnTo>
                <a:cubicBezTo>
                  <a:pt x="3326647" y="742831"/>
                  <a:pt x="3326242" y="742831"/>
                  <a:pt x="3325837" y="742427"/>
                </a:cubicBezTo>
                <a:lnTo>
                  <a:pt x="3320575" y="733116"/>
                </a:lnTo>
                <a:cubicBezTo>
                  <a:pt x="3320170" y="732711"/>
                  <a:pt x="3320170" y="732306"/>
                  <a:pt x="3320575" y="731901"/>
                </a:cubicBezTo>
                <a:lnTo>
                  <a:pt x="3325837" y="722591"/>
                </a:lnTo>
                <a:cubicBezTo>
                  <a:pt x="3326242" y="722591"/>
                  <a:pt x="3326647" y="722186"/>
                  <a:pt x="3327051" y="722186"/>
                </a:cubicBezTo>
                <a:close/>
                <a:moveTo>
                  <a:pt x="3083760" y="721781"/>
                </a:moveTo>
                <a:lnTo>
                  <a:pt x="3095094" y="721781"/>
                </a:lnTo>
                <a:cubicBezTo>
                  <a:pt x="3095499" y="721781"/>
                  <a:pt x="3095904" y="721781"/>
                  <a:pt x="3096309" y="722186"/>
                </a:cubicBezTo>
                <a:lnTo>
                  <a:pt x="3101976" y="731901"/>
                </a:lnTo>
                <a:cubicBezTo>
                  <a:pt x="3102381" y="732306"/>
                  <a:pt x="3102381" y="732711"/>
                  <a:pt x="3101976" y="733116"/>
                </a:cubicBezTo>
                <a:lnTo>
                  <a:pt x="3096309" y="742831"/>
                </a:lnTo>
                <a:cubicBezTo>
                  <a:pt x="3096309" y="742831"/>
                  <a:pt x="3095904" y="743236"/>
                  <a:pt x="3095094" y="743236"/>
                </a:cubicBezTo>
                <a:lnTo>
                  <a:pt x="3083760" y="743236"/>
                </a:lnTo>
                <a:cubicBezTo>
                  <a:pt x="3083355" y="743236"/>
                  <a:pt x="3082950" y="743236"/>
                  <a:pt x="3082545" y="742831"/>
                </a:cubicBezTo>
                <a:lnTo>
                  <a:pt x="3076878" y="733116"/>
                </a:lnTo>
                <a:cubicBezTo>
                  <a:pt x="3076473" y="732711"/>
                  <a:pt x="3076473" y="732306"/>
                  <a:pt x="3076878" y="731901"/>
                </a:cubicBezTo>
                <a:lnTo>
                  <a:pt x="3082545" y="722186"/>
                </a:lnTo>
                <a:cubicBezTo>
                  <a:pt x="3082950" y="722186"/>
                  <a:pt x="3083355" y="721781"/>
                  <a:pt x="3083760" y="721781"/>
                </a:cubicBezTo>
                <a:close/>
                <a:moveTo>
                  <a:pt x="3286571" y="721376"/>
                </a:moveTo>
                <a:lnTo>
                  <a:pt x="3297905" y="721376"/>
                </a:lnTo>
                <a:cubicBezTo>
                  <a:pt x="3298310" y="721376"/>
                  <a:pt x="3298715" y="721781"/>
                  <a:pt x="3299120" y="722186"/>
                </a:cubicBezTo>
                <a:lnTo>
                  <a:pt x="3304787" y="731901"/>
                </a:lnTo>
                <a:cubicBezTo>
                  <a:pt x="3305192" y="732306"/>
                  <a:pt x="3305192" y="732711"/>
                  <a:pt x="3304787" y="733116"/>
                </a:cubicBezTo>
                <a:lnTo>
                  <a:pt x="3299120" y="742831"/>
                </a:lnTo>
                <a:cubicBezTo>
                  <a:pt x="3298715" y="743236"/>
                  <a:pt x="3298310" y="743236"/>
                  <a:pt x="3297905" y="743236"/>
                </a:cubicBezTo>
                <a:lnTo>
                  <a:pt x="3286571" y="743236"/>
                </a:lnTo>
                <a:cubicBezTo>
                  <a:pt x="3286166" y="743236"/>
                  <a:pt x="3285761" y="743236"/>
                  <a:pt x="3285356" y="742831"/>
                </a:cubicBezTo>
                <a:lnTo>
                  <a:pt x="3279689" y="733116"/>
                </a:lnTo>
                <a:cubicBezTo>
                  <a:pt x="3279284" y="732711"/>
                  <a:pt x="3279284" y="732306"/>
                  <a:pt x="3279689" y="731901"/>
                </a:cubicBezTo>
                <a:lnTo>
                  <a:pt x="3285356" y="722186"/>
                </a:lnTo>
                <a:cubicBezTo>
                  <a:pt x="3285761" y="721781"/>
                  <a:pt x="3286166" y="721376"/>
                  <a:pt x="3286571" y="721376"/>
                </a:cubicBezTo>
                <a:close/>
                <a:moveTo>
                  <a:pt x="3124240" y="721376"/>
                </a:moveTo>
                <a:lnTo>
                  <a:pt x="3135980" y="721376"/>
                </a:lnTo>
                <a:cubicBezTo>
                  <a:pt x="3136385" y="721376"/>
                  <a:pt x="3136789" y="721376"/>
                  <a:pt x="3137194" y="721781"/>
                </a:cubicBezTo>
                <a:lnTo>
                  <a:pt x="3143266" y="731901"/>
                </a:lnTo>
                <a:cubicBezTo>
                  <a:pt x="3143671" y="732306"/>
                  <a:pt x="3143671" y="732711"/>
                  <a:pt x="3143266" y="733116"/>
                </a:cubicBezTo>
                <a:lnTo>
                  <a:pt x="3137194" y="743236"/>
                </a:lnTo>
                <a:cubicBezTo>
                  <a:pt x="3137194" y="743641"/>
                  <a:pt x="3136789" y="743641"/>
                  <a:pt x="3135980" y="743641"/>
                </a:cubicBezTo>
                <a:lnTo>
                  <a:pt x="3124240" y="743641"/>
                </a:lnTo>
                <a:cubicBezTo>
                  <a:pt x="3123836" y="743641"/>
                  <a:pt x="3123430" y="743641"/>
                  <a:pt x="3123026" y="743236"/>
                </a:cubicBezTo>
                <a:lnTo>
                  <a:pt x="3116954" y="733116"/>
                </a:lnTo>
                <a:cubicBezTo>
                  <a:pt x="3116549" y="732711"/>
                  <a:pt x="3116549" y="732306"/>
                  <a:pt x="3116954" y="731901"/>
                </a:cubicBezTo>
                <a:lnTo>
                  <a:pt x="3123026" y="721781"/>
                </a:lnTo>
                <a:cubicBezTo>
                  <a:pt x="3123430" y="721781"/>
                  <a:pt x="3123836" y="721376"/>
                  <a:pt x="3124240" y="721376"/>
                </a:cubicBezTo>
                <a:close/>
                <a:moveTo>
                  <a:pt x="2881758" y="721376"/>
                </a:moveTo>
                <a:lnTo>
                  <a:pt x="2893092" y="721376"/>
                </a:lnTo>
                <a:cubicBezTo>
                  <a:pt x="2893497" y="721376"/>
                  <a:pt x="2893902" y="721781"/>
                  <a:pt x="2894307" y="722186"/>
                </a:cubicBezTo>
                <a:lnTo>
                  <a:pt x="2899974" y="731901"/>
                </a:lnTo>
                <a:cubicBezTo>
                  <a:pt x="2900379" y="732306"/>
                  <a:pt x="2900379" y="732711"/>
                  <a:pt x="2899974" y="733116"/>
                </a:cubicBezTo>
                <a:lnTo>
                  <a:pt x="2894307" y="742831"/>
                </a:lnTo>
                <a:cubicBezTo>
                  <a:pt x="2893902" y="743236"/>
                  <a:pt x="2893497" y="743236"/>
                  <a:pt x="2893092" y="743236"/>
                </a:cubicBezTo>
                <a:lnTo>
                  <a:pt x="2881758" y="743236"/>
                </a:lnTo>
                <a:cubicBezTo>
                  <a:pt x="2881353" y="743236"/>
                  <a:pt x="2880948" y="743236"/>
                  <a:pt x="2880543" y="742831"/>
                </a:cubicBezTo>
                <a:lnTo>
                  <a:pt x="2874876" y="733116"/>
                </a:lnTo>
                <a:cubicBezTo>
                  <a:pt x="2874471" y="732711"/>
                  <a:pt x="2874471" y="732306"/>
                  <a:pt x="2874876" y="731901"/>
                </a:cubicBezTo>
                <a:lnTo>
                  <a:pt x="2880543" y="722186"/>
                </a:lnTo>
                <a:cubicBezTo>
                  <a:pt x="2880948" y="721781"/>
                  <a:pt x="2881353" y="721376"/>
                  <a:pt x="2881758" y="721376"/>
                </a:cubicBezTo>
                <a:close/>
                <a:moveTo>
                  <a:pt x="3529053" y="720971"/>
                </a:moveTo>
                <a:lnTo>
                  <a:pt x="3541198" y="720971"/>
                </a:lnTo>
                <a:cubicBezTo>
                  <a:pt x="3541602" y="720971"/>
                  <a:pt x="3542007" y="720971"/>
                  <a:pt x="3542412" y="721376"/>
                </a:cubicBezTo>
                <a:lnTo>
                  <a:pt x="3548484" y="731901"/>
                </a:lnTo>
                <a:cubicBezTo>
                  <a:pt x="3548889" y="732306"/>
                  <a:pt x="3548889" y="732711"/>
                  <a:pt x="3548484" y="733115"/>
                </a:cubicBezTo>
                <a:lnTo>
                  <a:pt x="3542412" y="743641"/>
                </a:lnTo>
                <a:cubicBezTo>
                  <a:pt x="3542007" y="744045"/>
                  <a:pt x="3541602" y="744045"/>
                  <a:pt x="3541198" y="744450"/>
                </a:cubicBezTo>
                <a:lnTo>
                  <a:pt x="3529053" y="744450"/>
                </a:lnTo>
                <a:cubicBezTo>
                  <a:pt x="3528649" y="744450"/>
                  <a:pt x="3528243" y="744045"/>
                  <a:pt x="3527839" y="743641"/>
                </a:cubicBezTo>
                <a:lnTo>
                  <a:pt x="3521767" y="733115"/>
                </a:lnTo>
                <a:cubicBezTo>
                  <a:pt x="3521362" y="732711"/>
                  <a:pt x="3521362" y="732306"/>
                  <a:pt x="3521767" y="731901"/>
                </a:cubicBezTo>
                <a:lnTo>
                  <a:pt x="3527839" y="721376"/>
                </a:lnTo>
                <a:cubicBezTo>
                  <a:pt x="3528243" y="721376"/>
                  <a:pt x="3528649" y="720971"/>
                  <a:pt x="3529053" y="720971"/>
                </a:cubicBezTo>
                <a:close/>
                <a:moveTo>
                  <a:pt x="3245279" y="720566"/>
                </a:moveTo>
                <a:lnTo>
                  <a:pt x="3257828" y="720566"/>
                </a:lnTo>
                <a:cubicBezTo>
                  <a:pt x="3258233" y="720566"/>
                  <a:pt x="3258638" y="720971"/>
                  <a:pt x="3259043" y="721376"/>
                </a:cubicBezTo>
                <a:lnTo>
                  <a:pt x="3265115" y="731901"/>
                </a:lnTo>
                <a:cubicBezTo>
                  <a:pt x="3265520" y="732306"/>
                  <a:pt x="3265520" y="732710"/>
                  <a:pt x="3265115" y="733115"/>
                </a:cubicBezTo>
                <a:lnTo>
                  <a:pt x="3259043" y="743640"/>
                </a:lnTo>
                <a:cubicBezTo>
                  <a:pt x="3258638" y="744045"/>
                  <a:pt x="3258233" y="744045"/>
                  <a:pt x="3257828" y="744045"/>
                </a:cubicBezTo>
                <a:lnTo>
                  <a:pt x="3245279" y="744045"/>
                </a:lnTo>
                <a:cubicBezTo>
                  <a:pt x="3244874" y="744045"/>
                  <a:pt x="3244469" y="744045"/>
                  <a:pt x="3244065" y="743640"/>
                </a:cubicBezTo>
                <a:lnTo>
                  <a:pt x="3237993" y="733115"/>
                </a:lnTo>
                <a:cubicBezTo>
                  <a:pt x="3237588" y="732710"/>
                  <a:pt x="3237588" y="732306"/>
                  <a:pt x="3237993" y="731901"/>
                </a:cubicBezTo>
                <a:lnTo>
                  <a:pt x="3244065" y="721376"/>
                </a:lnTo>
                <a:cubicBezTo>
                  <a:pt x="3244469" y="720971"/>
                  <a:pt x="3244874" y="720566"/>
                  <a:pt x="3245279" y="720566"/>
                </a:cubicBezTo>
                <a:close/>
                <a:moveTo>
                  <a:pt x="3164317" y="720566"/>
                </a:moveTo>
                <a:lnTo>
                  <a:pt x="3176462" y="720566"/>
                </a:lnTo>
                <a:cubicBezTo>
                  <a:pt x="3176866" y="720566"/>
                  <a:pt x="3177271" y="720566"/>
                  <a:pt x="3177676" y="720971"/>
                </a:cubicBezTo>
                <a:lnTo>
                  <a:pt x="3183748" y="731496"/>
                </a:lnTo>
                <a:cubicBezTo>
                  <a:pt x="3184153" y="731901"/>
                  <a:pt x="3184153" y="732306"/>
                  <a:pt x="3183748" y="732710"/>
                </a:cubicBezTo>
                <a:lnTo>
                  <a:pt x="3177676" y="743235"/>
                </a:lnTo>
                <a:cubicBezTo>
                  <a:pt x="3177676" y="743640"/>
                  <a:pt x="3177271" y="744045"/>
                  <a:pt x="3176462" y="743640"/>
                </a:cubicBezTo>
                <a:lnTo>
                  <a:pt x="3164317" y="743640"/>
                </a:lnTo>
                <a:cubicBezTo>
                  <a:pt x="3163912" y="743640"/>
                  <a:pt x="3163507" y="743640"/>
                  <a:pt x="3163103" y="743235"/>
                </a:cubicBezTo>
                <a:lnTo>
                  <a:pt x="3157031" y="732710"/>
                </a:lnTo>
                <a:cubicBezTo>
                  <a:pt x="3156626" y="732306"/>
                  <a:pt x="3156626" y="731901"/>
                  <a:pt x="3157031" y="731496"/>
                </a:cubicBezTo>
                <a:lnTo>
                  <a:pt x="3163103" y="720971"/>
                </a:lnTo>
                <a:cubicBezTo>
                  <a:pt x="3163507" y="720971"/>
                  <a:pt x="3163912" y="720566"/>
                  <a:pt x="3164317" y="720566"/>
                </a:cubicBezTo>
                <a:close/>
                <a:moveTo>
                  <a:pt x="3042873" y="720566"/>
                </a:moveTo>
                <a:lnTo>
                  <a:pt x="3055018" y="720566"/>
                </a:lnTo>
                <a:cubicBezTo>
                  <a:pt x="3055422" y="720566"/>
                  <a:pt x="3055827" y="720566"/>
                  <a:pt x="3056232" y="720971"/>
                </a:cubicBezTo>
                <a:lnTo>
                  <a:pt x="3062304" y="731496"/>
                </a:lnTo>
                <a:cubicBezTo>
                  <a:pt x="3062709" y="731901"/>
                  <a:pt x="3062709" y="732306"/>
                  <a:pt x="3062304" y="732710"/>
                </a:cubicBezTo>
                <a:lnTo>
                  <a:pt x="3056232" y="743235"/>
                </a:lnTo>
                <a:cubicBezTo>
                  <a:pt x="3056232" y="743640"/>
                  <a:pt x="3055827" y="744045"/>
                  <a:pt x="3055018" y="743640"/>
                </a:cubicBezTo>
                <a:lnTo>
                  <a:pt x="3042873" y="743640"/>
                </a:lnTo>
                <a:cubicBezTo>
                  <a:pt x="3042468" y="743640"/>
                  <a:pt x="3042063" y="743640"/>
                  <a:pt x="3041659" y="743235"/>
                </a:cubicBezTo>
                <a:lnTo>
                  <a:pt x="3035587" y="732710"/>
                </a:lnTo>
                <a:cubicBezTo>
                  <a:pt x="3035182" y="732306"/>
                  <a:pt x="3035182" y="731901"/>
                  <a:pt x="3035587" y="731496"/>
                </a:cubicBezTo>
                <a:lnTo>
                  <a:pt x="3041659" y="720971"/>
                </a:lnTo>
                <a:cubicBezTo>
                  <a:pt x="3042063" y="720971"/>
                  <a:pt x="3042468" y="720566"/>
                  <a:pt x="3042873" y="720566"/>
                </a:cubicBezTo>
                <a:close/>
                <a:moveTo>
                  <a:pt x="3002796" y="720566"/>
                </a:moveTo>
                <a:lnTo>
                  <a:pt x="3014941" y="720566"/>
                </a:lnTo>
                <a:cubicBezTo>
                  <a:pt x="3015345" y="720566"/>
                  <a:pt x="3015750" y="720566"/>
                  <a:pt x="3016155" y="720971"/>
                </a:cubicBezTo>
                <a:lnTo>
                  <a:pt x="3022227" y="731496"/>
                </a:lnTo>
                <a:cubicBezTo>
                  <a:pt x="3022632" y="731901"/>
                  <a:pt x="3022632" y="732306"/>
                  <a:pt x="3022227" y="732710"/>
                </a:cubicBezTo>
                <a:lnTo>
                  <a:pt x="3016155" y="743235"/>
                </a:lnTo>
                <a:cubicBezTo>
                  <a:pt x="3015750" y="743640"/>
                  <a:pt x="3015345" y="744045"/>
                  <a:pt x="3014941" y="743640"/>
                </a:cubicBezTo>
                <a:lnTo>
                  <a:pt x="3002796" y="743640"/>
                </a:lnTo>
                <a:cubicBezTo>
                  <a:pt x="3002392" y="743640"/>
                  <a:pt x="3001986" y="743640"/>
                  <a:pt x="3001582" y="743235"/>
                </a:cubicBezTo>
                <a:lnTo>
                  <a:pt x="2995510" y="732710"/>
                </a:lnTo>
                <a:cubicBezTo>
                  <a:pt x="2995105" y="732306"/>
                  <a:pt x="2995105" y="731901"/>
                  <a:pt x="2995510" y="731496"/>
                </a:cubicBezTo>
                <a:lnTo>
                  <a:pt x="3001582" y="720971"/>
                </a:lnTo>
                <a:cubicBezTo>
                  <a:pt x="3001986" y="720971"/>
                  <a:pt x="3002392" y="720566"/>
                  <a:pt x="3002796" y="720566"/>
                </a:cubicBezTo>
                <a:close/>
                <a:moveTo>
                  <a:pt x="2961910" y="720566"/>
                </a:moveTo>
                <a:lnTo>
                  <a:pt x="2974055" y="720566"/>
                </a:lnTo>
                <a:cubicBezTo>
                  <a:pt x="2974459" y="720566"/>
                  <a:pt x="2974864" y="720566"/>
                  <a:pt x="2975269" y="720971"/>
                </a:cubicBezTo>
                <a:lnTo>
                  <a:pt x="2981341" y="731496"/>
                </a:lnTo>
                <a:cubicBezTo>
                  <a:pt x="2981746" y="731901"/>
                  <a:pt x="2981746" y="732306"/>
                  <a:pt x="2981341" y="732710"/>
                </a:cubicBezTo>
                <a:lnTo>
                  <a:pt x="2975269" y="743235"/>
                </a:lnTo>
                <a:cubicBezTo>
                  <a:pt x="2975269" y="743640"/>
                  <a:pt x="2974864" y="744045"/>
                  <a:pt x="2974055" y="743640"/>
                </a:cubicBezTo>
                <a:lnTo>
                  <a:pt x="2961910" y="743640"/>
                </a:lnTo>
                <a:cubicBezTo>
                  <a:pt x="2961505" y="743640"/>
                  <a:pt x="2961100" y="743640"/>
                  <a:pt x="2960696" y="743235"/>
                </a:cubicBezTo>
                <a:lnTo>
                  <a:pt x="2954624" y="732710"/>
                </a:lnTo>
                <a:cubicBezTo>
                  <a:pt x="2954219" y="732306"/>
                  <a:pt x="2954219" y="731901"/>
                  <a:pt x="2954624" y="731496"/>
                </a:cubicBezTo>
                <a:lnTo>
                  <a:pt x="2960696" y="720971"/>
                </a:lnTo>
                <a:cubicBezTo>
                  <a:pt x="2961100" y="720971"/>
                  <a:pt x="2961505" y="720566"/>
                  <a:pt x="2961910" y="720566"/>
                </a:cubicBezTo>
                <a:close/>
                <a:moveTo>
                  <a:pt x="3569129" y="720161"/>
                </a:moveTo>
                <a:lnTo>
                  <a:pt x="3582083" y="720161"/>
                </a:lnTo>
                <a:cubicBezTo>
                  <a:pt x="3582488" y="720161"/>
                  <a:pt x="3582892" y="720161"/>
                  <a:pt x="3583298" y="720566"/>
                </a:cubicBezTo>
                <a:lnTo>
                  <a:pt x="3589774" y="731901"/>
                </a:lnTo>
                <a:cubicBezTo>
                  <a:pt x="3590179" y="732305"/>
                  <a:pt x="3590179" y="732710"/>
                  <a:pt x="3589774" y="733115"/>
                </a:cubicBezTo>
                <a:lnTo>
                  <a:pt x="3583298" y="744450"/>
                </a:lnTo>
                <a:cubicBezTo>
                  <a:pt x="3582892" y="744450"/>
                  <a:pt x="3582488" y="744855"/>
                  <a:pt x="3582083" y="744855"/>
                </a:cubicBezTo>
                <a:lnTo>
                  <a:pt x="3569129" y="744855"/>
                </a:lnTo>
                <a:cubicBezTo>
                  <a:pt x="3568724" y="744855"/>
                  <a:pt x="3568319" y="744855"/>
                  <a:pt x="3567914" y="744450"/>
                </a:cubicBezTo>
                <a:lnTo>
                  <a:pt x="3561438" y="733115"/>
                </a:lnTo>
                <a:cubicBezTo>
                  <a:pt x="3561033" y="732710"/>
                  <a:pt x="3561033" y="732305"/>
                  <a:pt x="3561438" y="731901"/>
                </a:cubicBezTo>
                <a:lnTo>
                  <a:pt x="3567914" y="720566"/>
                </a:lnTo>
                <a:cubicBezTo>
                  <a:pt x="3568319" y="720566"/>
                  <a:pt x="3568724" y="720161"/>
                  <a:pt x="3569129" y="720161"/>
                </a:cubicBezTo>
                <a:close/>
                <a:moveTo>
                  <a:pt x="3204798" y="720161"/>
                </a:moveTo>
                <a:lnTo>
                  <a:pt x="3217347" y="720161"/>
                </a:lnTo>
                <a:cubicBezTo>
                  <a:pt x="3217752" y="720161"/>
                  <a:pt x="3218157" y="720161"/>
                  <a:pt x="3218561" y="720566"/>
                </a:cubicBezTo>
                <a:lnTo>
                  <a:pt x="3225039" y="731496"/>
                </a:lnTo>
                <a:cubicBezTo>
                  <a:pt x="3225443" y="731901"/>
                  <a:pt x="3225443" y="732305"/>
                  <a:pt x="3225039" y="732710"/>
                </a:cubicBezTo>
                <a:lnTo>
                  <a:pt x="3218561" y="743640"/>
                </a:lnTo>
                <a:cubicBezTo>
                  <a:pt x="3218561" y="744045"/>
                  <a:pt x="3218157" y="744450"/>
                  <a:pt x="3217347" y="744045"/>
                </a:cubicBezTo>
                <a:lnTo>
                  <a:pt x="3204798" y="744045"/>
                </a:lnTo>
                <a:cubicBezTo>
                  <a:pt x="3204393" y="744045"/>
                  <a:pt x="3203988" y="744045"/>
                  <a:pt x="3203583" y="743640"/>
                </a:cubicBezTo>
                <a:lnTo>
                  <a:pt x="3197107" y="732710"/>
                </a:lnTo>
                <a:cubicBezTo>
                  <a:pt x="3196702" y="732305"/>
                  <a:pt x="3196702" y="731901"/>
                  <a:pt x="3197107" y="731496"/>
                </a:cubicBezTo>
                <a:lnTo>
                  <a:pt x="3203583" y="720566"/>
                </a:lnTo>
                <a:cubicBezTo>
                  <a:pt x="3203988" y="720566"/>
                  <a:pt x="3204393" y="720161"/>
                  <a:pt x="3204798" y="720161"/>
                </a:cubicBezTo>
                <a:close/>
                <a:moveTo>
                  <a:pt x="2921429" y="720161"/>
                </a:moveTo>
                <a:lnTo>
                  <a:pt x="2933978" y="720161"/>
                </a:lnTo>
                <a:cubicBezTo>
                  <a:pt x="2934383" y="720161"/>
                  <a:pt x="2934788" y="720161"/>
                  <a:pt x="2935193" y="720566"/>
                </a:cubicBezTo>
                <a:lnTo>
                  <a:pt x="2941265" y="731496"/>
                </a:lnTo>
                <a:cubicBezTo>
                  <a:pt x="2941670" y="731901"/>
                  <a:pt x="2941670" y="732305"/>
                  <a:pt x="2941265" y="732710"/>
                </a:cubicBezTo>
                <a:lnTo>
                  <a:pt x="2935193" y="743640"/>
                </a:lnTo>
                <a:cubicBezTo>
                  <a:pt x="2934788" y="744045"/>
                  <a:pt x="2934383" y="744450"/>
                  <a:pt x="2933978" y="744045"/>
                </a:cubicBezTo>
                <a:lnTo>
                  <a:pt x="2921429" y="744045"/>
                </a:lnTo>
                <a:cubicBezTo>
                  <a:pt x="2921024" y="744045"/>
                  <a:pt x="2920619" y="744045"/>
                  <a:pt x="2920215" y="743640"/>
                </a:cubicBezTo>
                <a:lnTo>
                  <a:pt x="2914143" y="732710"/>
                </a:lnTo>
                <a:cubicBezTo>
                  <a:pt x="2913738" y="732305"/>
                  <a:pt x="2913738" y="731901"/>
                  <a:pt x="2914143" y="731496"/>
                </a:cubicBezTo>
                <a:lnTo>
                  <a:pt x="2920215" y="720566"/>
                </a:lnTo>
                <a:cubicBezTo>
                  <a:pt x="2920619" y="720566"/>
                  <a:pt x="2921024" y="720161"/>
                  <a:pt x="2921429" y="720161"/>
                </a:cubicBezTo>
                <a:close/>
                <a:moveTo>
                  <a:pt x="3608801" y="718947"/>
                </a:moveTo>
                <a:lnTo>
                  <a:pt x="3622969" y="718947"/>
                </a:lnTo>
                <a:cubicBezTo>
                  <a:pt x="3623374" y="718947"/>
                  <a:pt x="3623779" y="719352"/>
                  <a:pt x="3624184" y="719757"/>
                </a:cubicBezTo>
                <a:lnTo>
                  <a:pt x="3631065" y="731901"/>
                </a:lnTo>
                <a:cubicBezTo>
                  <a:pt x="3631470" y="732306"/>
                  <a:pt x="3631470" y="732711"/>
                  <a:pt x="3631065" y="733115"/>
                </a:cubicBezTo>
                <a:lnTo>
                  <a:pt x="3624184" y="745260"/>
                </a:lnTo>
                <a:cubicBezTo>
                  <a:pt x="3623779" y="745665"/>
                  <a:pt x="3623374" y="745665"/>
                  <a:pt x="3622969" y="746069"/>
                </a:cubicBezTo>
                <a:lnTo>
                  <a:pt x="3608801" y="746069"/>
                </a:lnTo>
                <a:cubicBezTo>
                  <a:pt x="3608396" y="746069"/>
                  <a:pt x="3607991" y="745665"/>
                  <a:pt x="3607587" y="745260"/>
                </a:cubicBezTo>
                <a:lnTo>
                  <a:pt x="3600705" y="733115"/>
                </a:lnTo>
                <a:cubicBezTo>
                  <a:pt x="3600300" y="732711"/>
                  <a:pt x="3600300" y="732306"/>
                  <a:pt x="3600705" y="731901"/>
                </a:cubicBezTo>
                <a:lnTo>
                  <a:pt x="3607587" y="719757"/>
                </a:lnTo>
                <a:cubicBezTo>
                  <a:pt x="3607991" y="719352"/>
                  <a:pt x="3608396" y="718947"/>
                  <a:pt x="3608801" y="718947"/>
                </a:cubicBezTo>
                <a:close/>
                <a:moveTo>
                  <a:pt x="3648877" y="718542"/>
                </a:moveTo>
                <a:lnTo>
                  <a:pt x="3663451" y="718542"/>
                </a:lnTo>
                <a:cubicBezTo>
                  <a:pt x="3663855" y="718542"/>
                  <a:pt x="3664261" y="718542"/>
                  <a:pt x="3664665" y="718947"/>
                </a:cubicBezTo>
                <a:lnTo>
                  <a:pt x="3671952" y="731496"/>
                </a:lnTo>
                <a:cubicBezTo>
                  <a:pt x="3672357" y="731901"/>
                  <a:pt x="3672357" y="732306"/>
                  <a:pt x="3671952" y="732710"/>
                </a:cubicBezTo>
                <a:lnTo>
                  <a:pt x="3664665" y="745260"/>
                </a:lnTo>
                <a:cubicBezTo>
                  <a:pt x="3664665" y="745664"/>
                  <a:pt x="3664261" y="746069"/>
                  <a:pt x="3663451" y="745664"/>
                </a:cubicBezTo>
                <a:lnTo>
                  <a:pt x="3648877" y="745664"/>
                </a:lnTo>
                <a:cubicBezTo>
                  <a:pt x="3648473" y="745664"/>
                  <a:pt x="3648068" y="745664"/>
                  <a:pt x="3647663" y="745260"/>
                </a:cubicBezTo>
                <a:lnTo>
                  <a:pt x="3640377" y="732710"/>
                </a:lnTo>
                <a:cubicBezTo>
                  <a:pt x="3639972" y="732306"/>
                  <a:pt x="3639972" y="731901"/>
                  <a:pt x="3640377" y="731496"/>
                </a:cubicBezTo>
                <a:lnTo>
                  <a:pt x="3647663" y="718947"/>
                </a:lnTo>
                <a:cubicBezTo>
                  <a:pt x="3648068" y="718947"/>
                  <a:pt x="3648473" y="718542"/>
                  <a:pt x="3648877" y="718542"/>
                </a:cubicBezTo>
                <a:close/>
                <a:moveTo>
                  <a:pt x="2725095" y="691015"/>
                </a:moveTo>
                <a:lnTo>
                  <a:pt x="2725905" y="691015"/>
                </a:lnTo>
                <a:lnTo>
                  <a:pt x="2726309" y="691825"/>
                </a:lnTo>
                <a:lnTo>
                  <a:pt x="2725905" y="692634"/>
                </a:lnTo>
                <a:lnTo>
                  <a:pt x="2725095" y="692634"/>
                </a:lnTo>
                <a:lnTo>
                  <a:pt x="2724690" y="691825"/>
                </a:lnTo>
                <a:close/>
                <a:moveTo>
                  <a:pt x="4141129" y="689801"/>
                </a:moveTo>
                <a:lnTo>
                  <a:pt x="4143558" y="689801"/>
                </a:lnTo>
                <a:lnTo>
                  <a:pt x="4144773" y="691825"/>
                </a:lnTo>
                <a:lnTo>
                  <a:pt x="4143558" y="693849"/>
                </a:lnTo>
                <a:lnTo>
                  <a:pt x="4141129" y="693849"/>
                </a:lnTo>
                <a:lnTo>
                  <a:pt x="4139915" y="691825"/>
                </a:lnTo>
                <a:close/>
                <a:moveTo>
                  <a:pt x="2481399" y="689801"/>
                </a:moveTo>
                <a:lnTo>
                  <a:pt x="2483827" y="689801"/>
                </a:lnTo>
                <a:lnTo>
                  <a:pt x="2485042" y="691825"/>
                </a:lnTo>
                <a:lnTo>
                  <a:pt x="2483827" y="693849"/>
                </a:lnTo>
                <a:lnTo>
                  <a:pt x="2481399" y="693849"/>
                </a:lnTo>
                <a:lnTo>
                  <a:pt x="2480184" y="691825"/>
                </a:lnTo>
                <a:close/>
                <a:moveTo>
                  <a:pt x="2440917" y="689801"/>
                </a:moveTo>
                <a:lnTo>
                  <a:pt x="2443345" y="689801"/>
                </a:lnTo>
                <a:lnTo>
                  <a:pt x="2444560" y="691825"/>
                </a:lnTo>
                <a:lnTo>
                  <a:pt x="2443345" y="693849"/>
                </a:lnTo>
                <a:lnTo>
                  <a:pt x="2440917" y="693849"/>
                </a:lnTo>
                <a:lnTo>
                  <a:pt x="2439702" y="691825"/>
                </a:lnTo>
                <a:close/>
                <a:moveTo>
                  <a:pt x="4343131" y="689396"/>
                </a:moveTo>
                <a:lnTo>
                  <a:pt x="4345964" y="689396"/>
                </a:lnTo>
                <a:lnTo>
                  <a:pt x="4347179" y="691825"/>
                </a:lnTo>
                <a:lnTo>
                  <a:pt x="4345964" y="694254"/>
                </a:lnTo>
                <a:lnTo>
                  <a:pt x="4343131" y="694254"/>
                </a:lnTo>
                <a:lnTo>
                  <a:pt x="4341916" y="691825"/>
                </a:lnTo>
                <a:close/>
                <a:moveTo>
                  <a:pt x="4262169" y="689396"/>
                </a:moveTo>
                <a:lnTo>
                  <a:pt x="4265002" y="689396"/>
                </a:lnTo>
                <a:lnTo>
                  <a:pt x="4266217" y="691825"/>
                </a:lnTo>
                <a:lnTo>
                  <a:pt x="4265002" y="694254"/>
                </a:lnTo>
                <a:lnTo>
                  <a:pt x="4262169" y="694254"/>
                </a:lnTo>
                <a:lnTo>
                  <a:pt x="4260954" y="691825"/>
                </a:lnTo>
                <a:close/>
                <a:moveTo>
                  <a:pt x="4221687" y="689396"/>
                </a:moveTo>
                <a:lnTo>
                  <a:pt x="4224520" y="689396"/>
                </a:lnTo>
                <a:lnTo>
                  <a:pt x="4225735" y="691825"/>
                </a:lnTo>
                <a:lnTo>
                  <a:pt x="4224520" y="694254"/>
                </a:lnTo>
                <a:lnTo>
                  <a:pt x="4221687" y="694254"/>
                </a:lnTo>
                <a:lnTo>
                  <a:pt x="4220472" y="691825"/>
                </a:lnTo>
                <a:close/>
                <a:moveTo>
                  <a:pt x="4100244" y="689396"/>
                </a:moveTo>
                <a:lnTo>
                  <a:pt x="4103077" y="689396"/>
                </a:lnTo>
                <a:lnTo>
                  <a:pt x="4104292" y="691825"/>
                </a:lnTo>
                <a:lnTo>
                  <a:pt x="4103077" y="694254"/>
                </a:lnTo>
                <a:lnTo>
                  <a:pt x="4100244" y="694254"/>
                </a:lnTo>
                <a:lnTo>
                  <a:pt x="4099029" y="691825"/>
                </a:lnTo>
                <a:close/>
                <a:moveTo>
                  <a:pt x="2521474" y="689396"/>
                </a:moveTo>
                <a:lnTo>
                  <a:pt x="2524308" y="689396"/>
                </a:lnTo>
                <a:lnTo>
                  <a:pt x="2525523" y="691825"/>
                </a:lnTo>
                <a:lnTo>
                  <a:pt x="2524308" y="694254"/>
                </a:lnTo>
                <a:lnTo>
                  <a:pt x="2521474" y="694254"/>
                </a:lnTo>
                <a:lnTo>
                  <a:pt x="2520260" y="691825"/>
                </a:lnTo>
                <a:close/>
                <a:moveTo>
                  <a:pt x="4302649" y="688991"/>
                </a:moveTo>
                <a:lnTo>
                  <a:pt x="4305888" y="688991"/>
                </a:lnTo>
                <a:lnTo>
                  <a:pt x="4307507" y="691825"/>
                </a:lnTo>
                <a:lnTo>
                  <a:pt x="4305888" y="694658"/>
                </a:lnTo>
                <a:lnTo>
                  <a:pt x="4302649" y="694658"/>
                </a:lnTo>
                <a:lnTo>
                  <a:pt x="4301030" y="691825"/>
                </a:lnTo>
                <a:close/>
                <a:moveTo>
                  <a:pt x="4181205" y="688991"/>
                </a:moveTo>
                <a:lnTo>
                  <a:pt x="4184444" y="688991"/>
                </a:lnTo>
                <a:lnTo>
                  <a:pt x="4186063" y="691825"/>
                </a:lnTo>
                <a:lnTo>
                  <a:pt x="4184444" y="694658"/>
                </a:lnTo>
                <a:lnTo>
                  <a:pt x="4181205" y="694658"/>
                </a:lnTo>
                <a:lnTo>
                  <a:pt x="4179586" y="691825"/>
                </a:lnTo>
                <a:close/>
                <a:moveTo>
                  <a:pt x="4059762" y="688991"/>
                </a:moveTo>
                <a:lnTo>
                  <a:pt x="4063001" y="688991"/>
                </a:lnTo>
                <a:lnTo>
                  <a:pt x="4064620" y="691825"/>
                </a:lnTo>
                <a:lnTo>
                  <a:pt x="4063001" y="694658"/>
                </a:lnTo>
                <a:lnTo>
                  <a:pt x="4059762" y="694658"/>
                </a:lnTo>
                <a:lnTo>
                  <a:pt x="4058143" y="691825"/>
                </a:lnTo>
                <a:close/>
                <a:moveTo>
                  <a:pt x="3978394" y="688991"/>
                </a:moveTo>
                <a:lnTo>
                  <a:pt x="3982038" y="688991"/>
                </a:lnTo>
                <a:lnTo>
                  <a:pt x="3983657" y="691825"/>
                </a:lnTo>
                <a:lnTo>
                  <a:pt x="3982038" y="694658"/>
                </a:lnTo>
                <a:lnTo>
                  <a:pt x="3978394" y="694658"/>
                </a:lnTo>
                <a:lnTo>
                  <a:pt x="3976775" y="691825"/>
                </a:lnTo>
                <a:close/>
                <a:moveTo>
                  <a:pt x="4018876" y="688586"/>
                </a:moveTo>
                <a:lnTo>
                  <a:pt x="4022520" y="688586"/>
                </a:lnTo>
                <a:lnTo>
                  <a:pt x="4024139" y="691825"/>
                </a:lnTo>
                <a:lnTo>
                  <a:pt x="4022520" y="695063"/>
                </a:lnTo>
                <a:lnTo>
                  <a:pt x="4018876" y="695063"/>
                </a:lnTo>
                <a:lnTo>
                  <a:pt x="4017257" y="691825"/>
                </a:lnTo>
                <a:close/>
                <a:moveTo>
                  <a:pt x="2642513" y="688586"/>
                </a:moveTo>
                <a:lnTo>
                  <a:pt x="2646157" y="688586"/>
                </a:lnTo>
                <a:lnTo>
                  <a:pt x="2647776" y="691825"/>
                </a:lnTo>
                <a:lnTo>
                  <a:pt x="2646157" y="695063"/>
                </a:lnTo>
                <a:lnTo>
                  <a:pt x="2642513" y="695063"/>
                </a:lnTo>
                <a:lnTo>
                  <a:pt x="2640894" y="691825"/>
                </a:lnTo>
                <a:close/>
                <a:moveTo>
                  <a:pt x="2602032" y="688586"/>
                </a:moveTo>
                <a:lnTo>
                  <a:pt x="2605676" y="688586"/>
                </a:lnTo>
                <a:lnTo>
                  <a:pt x="2607295" y="691825"/>
                </a:lnTo>
                <a:lnTo>
                  <a:pt x="2605676" y="695063"/>
                </a:lnTo>
                <a:lnTo>
                  <a:pt x="2602032" y="695063"/>
                </a:lnTo>
                <a:lnTo>
                  <a:pt x="2600413" y="691825"/>
                </a:lnTo>
                <a:close/>
                <a:moveTo>
                  <a:pt x="2561551" y="688586"/>
                </a:moveTo>
                <a:lnTo>
                  <a:pt x="2565599" y="688586"/>
                </a:lnTo>
                <a:lnTo>
                  <a:pt x="2567623" y="691825"/>
                </a:lnTo>
                <a:lnTo>
                  <a:pt x="2565599" y="695063"/>
                </a:lnTo>
                <a:lnTo>
                  <a:pt x="2561551" y="695063"/>
                </a:lnTo>
                <a:lnTo>
                  <a:pt x="2559527" y="691825"/>
                </a:lnTo>
                <a:close/>
                <a:moveTo>
                  <a:pt x="3937913" y="688181"/>
                </a:moveTo>
                <a:lnTo>
                  <a:pt x="3941961" y="688181"/>
                </a:lnTo>
                <a:lnTo>
                  <a:pt x="3943985" y="691824"/>
                </a:lnTo>
                <a:lnTo>
                  <a:pt x="3941961" y="695468"/>
                </a:lnTo>
                <a:lnTo>
                  <a:pt x="3937913" y="695468"/>
                </a:lnTo>
                <a:lnTo>
                  <a:pt x="3935889" y="691824"/>
                </a:lnTo>
                <a:close/>
                <a:moveTo>
                  <a:pt x="2682590" y="687776"/>
                </a:moveTo>
                <a:lnTo>
                  <a:pt x="2686638" y="687776"/>
                </a:lnTo>
                <a:cubicBezTo>
                  <a:pt x="2687043" y="687776"/>
                  <a:pt x="2687448" y="687776"/>
                  <a:pt x="2687852" y="688181"/>
                </a:cubicBezTo>
                <a:lnTo>
                  <a:pt x="2689877" y="691419"/>
                </a:lnTo>
                <a:cubicBezTo>
                  <a:pt x="2690281" y="691824"/>
                  <a:pt x="2690281" y="692229"/>
                  <a:pt x="2689877" y="692634"/>
                </a:cubicBezTo>
                <a:lnTo>
                  <a:pt x="2687852" y="695872"/>
                </a:lnTo>
                <a:cubicBezTo>
                  <a:pt x="2687852" y="696277"/>
                  <a:pt x="2687448" y="696277"/>
                  <a:pt x="2686638" y="696682"/>
                </a:cubicBezTo>
                <a:lnTo>
                  <a:pt x="2682590" y="696682"/>
                </a:lnTo>
                <a:cubicBezTo>
                  <a:pt x="2682185" y="696682"/>
                  <a:pt x="2681780" y="696277"/>
                  <a:pt x="2681376" y="695872"/>
                </a:cubicBezTo>
                <a:lnTo>
                  <a:pt x="2679352" y="692634"/>
                </a:lnTo>
                <a:cubicBezTo>
                  <a:pt x="2678947" y="692229"/>
                  <a:pt x="2678947" y="691824"/>
                  <a:pt x="2679352" y="691419"/>
                </a:cubicBezTo>
                <a:lnTo>
                  <a:pt x="2681376" y="688181"/>
                </a:lnTo>
                <a:cubicBezTo>
                  <a:pt x="2681780" y="688181"/>
                  <a:pt x="2682185" y="687776"/>
                  <a:pt x="2682590" y="687776"/>
                </a:cubicBezTo>
                <a:close/>
                <a:moveTo>
                  <a:pt x="3897027" y="687372"/>
                </a:moveTo>
                <a:lnTo>
                  <a:pt x="3901075" y="687372"/>
                </a:lnTo>
                <a:cubicBezTo>
                  <a:pt x="3901480" y="687372"/>
                  <a:pt x="3901885" y="687777"/>
                  <a:pt x="3902289" y="688182"/>
                </a:cubicBezTo>
                <a:lnTo>
                  <a:pt x="3904314" y="691420"/>
                </a:lnTo>
                <a:cubicBezTo>
                  <a:pt x="3904718" y="691825"/>
                  <a:pt x="3904718" y="692230"/>
                  <a:pt x="3904314" y="692635"/>
                </a:cubicBezTo>
                <a:lnTo>
                  <a:pt x="3902289" y="695873"/>
                </a:lnTo>
                <a:cubicBezTo>
                  <a:pt x="3902289" y="696278"/>
                  <a:pt x="3901885" y="696278"/>
                  <a:pt x="3901075" y="696683"/>
                </a:cubicBezTo>
                <a:lnTo>
                  <a:pt x="3897027" y="696683"/>
                </a:lnTo>
                <a:cubicBezTo>
                  <a:pt x="3896622" y="696683"/>
                  <a:pt x="3896217" y="696278"/>
                  <a:pt x="3895813" y="695873"/>
                </a:cubicBezTo>
                <a:lnTo>
                  <a:pt x="3893789" y="692635"/>
                </a:lnTo>
                <a:cubicBezTo>
                  <a:pt x="3893384" y="692230"/>
                  <a:pt x="3893384" y="691825"/>
                  <a:pt x="3893789" y="691420"/>
                </a:cubicBezTo>
                <a:lnTo>
                  <a:pt x="3895813" y="688182"/>
                </a:lnTo>
                <a:cubicBezTo>
                  <a:pt x="3896217" y="687777"/>
                  <a:pt x="3896622" y="687372"/>
                  <a:pt x="3897027" y="687372"/>
                </a:cubicBezTo>
                <a:close/>
                <a:moveTo>
                  <a:pt x="2278182" y="687372"/>
                </a:moveTo>
                <a:lnTo>
                  <a:pt x="2281825" y="687372"/>
                </a:lnTo>
                <a:cubicBezTo>
                  <a:pt x="2282230" y="687372"/>
                  <a:pt x="2282635" y="687372"/>
                  <a:pt x="2283040" y="687777"/>
                </a:cubicBezTo>
                <a:lnTo>
                  <a:pt x="2284659" y="691015"/>
                </a:lnTo>
                <a:cubicBezTo>
                  <a:pt x="2285064" y="691420"/>
                  <a:pt x="2285064" y="691825"/>
                  <a:pt x="2284659" y="692230"/>
                </a:cubicBezTo>
                <a:lnTo>
                  <a:pt x="2283040" y="695468"/>
                </a:lnTo>
                <a:cubicBezTo>
                  <a:pt x="2282635" y="695873"/>
                  <a:pt x="2282230" y="696278"/>
                  <a:pt x="2281825" y="695873"/>
                </a:cubicBezTo>
                <a:lnTo>
                  <a:pt x="2278182" y="695873"/>
                </a:lnTo>
                <a:cubicBezTo>
                  <a:pt x="2277777" y="695873"/>
                  <a:pt x="2277373" y="695873"/>
                  <a:pt x="2276968" y="695468"/>
                </a:cubicBezTo>
                <a:lnTo>
                  <a:pt x="2275349" y="692230"/>
                </a:lnTo>
                <a:cubicBezTo>
                  <a:pt x="2274944" y="691825"/>
                  <a:pt x="2274944" y="691420"/>
                  <a:pt x="2275349" y="691015"/>
                </a:cubicBezTo>
                <a:lnTo>
                  <a:pt x="2276968" y="687777"/>
                </a:lnTo>
                <a:cubicBezTo>
                  <a:pt x="2277373" y="687777"/>
                  <a:pt x="2277777" y="687372"/>
                  <a:pt x="2278182" y="687372"/>
                </a:cubicBezTo>
                <a:close/>
                <a:moveTo>
                  <a:pt x="2399626" y="686967"/>
                </a:moveTo>
                <a:lnTo>
                  <a:pt x="2403269" y="686967"/>
                </a:lnTo>
                <a:cubicBezTo>
                  <a:pt x="2403674" y="686967"/>
                  <a:pt x="2404079" y="687372"/>
                  <a:pt x="2404484" y="687777"/>
                </a:cubicBezTo>
                <a:lnTo>
                  <a:pt x="2406508" y="691015"/>
                </a:lnTo>
                <a:cubicBezTo>
                  <a:pt x="2406913" y="691420"/>
                  <a:pt x="2406913" y="691825"/>
                  <a:pt x="2406508" y="692230"/>
                </a:cubicBezTo>
                <a:lnTo>
                  <a:pt x="2404484" y="695468"/>
                </a:lnTo>
                <a:cubicBezTo>
                  <a:pt x="2404484" y="695873"/>
                  <a:pt x="2404079" y="696278"/>
                  <a:pt x="2403269" y="696278"/>
                </a:cubicBezTo>
                <a:lnTo>
                  <a:pt x="2399626" y="696278"/>
                </a:lnTo>
                <a:cubicBezTo>
                  <a:pt x="2399221" y="696278"/>
                  <a:pt x="2398816" y="695873"/>
                  <a:pt x="2398412" y="695468"/>
                </a:cubicBezTo>
                <a:lnTo>
                  <a:pt x="2396388" y="692230"/>
                </a:lnTo>
                <a:cubicBezTo>
                  <a:pt x="2395983" y="691825"/>
                  <a:pt x="2395983" y="691420"/>
                  <a:pt x="2396388" y="691015"/>
                </a:cubicBezTo>
                <a:lnTo>
                  <a:pt x="2398412" y="687777"/>
                </a:lnTo>
                <a:cubicBezTo>
                  <a:pt x="2398816" y="687372"/>
                  <a:pt x="2399221" y="686967"/>
                  <a:pt x="2399626" y="686967"/>
                </a:cubicBezTo>
                <a:close/>
                <a:moveTo>
                  <a:pt x="3856141" y="686562"/>
                </a:moveTo>
                <a:lnTo>
                  <a:pt x="3860999" y="686562"/>
                </a:lnTo>
                <a:cubicBezTo>
                  <a:pt x="3861404" y="686562"/>
                  <a:pt x="3861808" y="686562"/>
                  <a:pt x="3862213" y="686967"/>
                </a:cubicBezTo>
                <a:lnTo>
                  <a:pt x="3864642" y="691015"/>
                </a:lnTo>
                <a:cubicBezTo>
                  <a:pt x="3865047" y="691420"/>
                  <a:pt x="3865047" y="691825"/>
                  <a:pt x="3864642" y="692229"/>
                </a:cubicBezTo>
                <a:lnTo>
                  <a:pt x="3862213" y="696278"/>
                </a:lnTo>
                <a:cubicBezTo>
                  <a:pt x="3862213" y="696682"/>
                  <a:pt x="3861808" y="697087"/>
                  <a:pt x="3860999" y="696682"/>
                </a:cubicBezTo>
                <a:lnTo>
                  <a:pt x="3856141" y="696682"/>
                </a:lnTo>
                <a:cubicBezTo>
                  <a:pt x="3855736" y="696682"/>
                  <a:pt x="3855331" y="696682"/>
                  <a:pt x="3854927" y="696278"/>
                </a:cubicBezTo>
                <a:lnTo>
                  <a:pt x="3852498" y="692229"/>
                </a:lnTo>
                <a:cubicBezTo>
                  <a:pt x="3852093" y="691825"/>
                  <a:pt x="3852093" y="691420"/>
                  <a:pt x="3852498" y="691015"/>
                </a:cubicBezTo>
                <a:lnTo>
                  <a:pt x="3854927" y="686967"/>
                </a:lnTo>
                <a:cubicBezTo>
                  <a:pt x="3855331" y="686967"/>
                  <a:pt x="3855736" y="686562"/>
                  <a:pt x="3856141" y="686562"/>
                </a:cubicBezTo>
                <a:close/>
                <a:moveTo>
                  <a:pt x="3815660" y="685348"/>
                </a:moveTo>
                <a:lnTo>
                  <a:pt x="3821327" y="685348"/>
                </a:lnTo>
                <a:cubicBezTo>
                  <a:pt x="3821732" y="685348"/>
                  <a:pt x="3822137" y="685348"/>
                  <a:pt x="3822542" y="685753"/>
                </a:cubicBezTo>
                <a:lnTo>
                  <a:pt x="3825375" y="691015"/>
                </a:lnTo>
                <a:cubicBezTo>
                  <a:pt x="3825780" y="691420"/>
                  <a:pt x="3825780" y="691825"/>
                  <a:pt x="3825375" y="692230"/>
                </a:cubicBezTo>
                <a:lnTo>
                  <a:pt x="3822542" y="697492"/>
                </a:lnTo>
                <a:cubicBezTo>
                  <a:pt x="3822137" y="697897"/>
                  <a:pt x="3821732" y="698302"/>
                  <a:pt x="3821327" y="697897"/>
                </a:cubicBezTo>
                <a:lnTo>
                  <a:pt x="3815660" y="697897"/>
                </a:lnTo>
                <a:cubicBezTo>
                  <a:pt x="3815255" y="697897"/>
                  <a:pt x="3814850" y="697897"/>
                  <a:pt x="3814446" y="697492"/>
                </a:cubicBezTo>
                <a:lnTo>
                  <a:pt x="3811612" y="692230"/>
                </a:lnTo>
                <a:cubicBezTo>
                  <a:pt x="3811207" y="691825"/>
                  <a:pt x="3811207" y="691420"/>
                  <a:pt x="3811612" y="691015"/>
                </a:cubicBezTo>
                <a:lnTo>
                  <a:pt x="3814446" y="685753"/>
                </a:lnTo>
                <a:cubicBezTo>
                  <a:pt x="3814850" y="685753"/>
                  <a:pt x="3815255" y="685348"/>
                  <a:pt x="3815660" y="685348"/>
                </a:cubicBezTo>
                <a:close/>
                <a:moveTo>
                  <a:pt x="3774369" y="684133"/>
                </a:moveTo>
                <a:lnTo>
                  <a:pt x="3781656" y="684133"/>
                </a:lnTo>
                <a:cubicBezTo>
                  <a:pt x="3782061" y="684133"/>
                  <a:pt x="3782466" y="684133"/>
                  <a:pt x="3782870" y="684538"/>
                </a:cubicBezTo>
                <a:lnTo>
                  <a:pt x="3786514" y="691015"/>
                </a:lnTo>
                <a:cubicBezTo>
                  <a:pt x="3786919" y="691420"/>
                  <a:pt x="3786919" y="691824"/>
                  <a:pt x="3786514" y="692229"/>
                </a:cubicBezTo>
                <a:lnTo>
                  <a:pt x="3782870" y="698706"/>
                </a:lnTo>
                <a:cubicBezTo>
                  <a:pt x="3782466" y="699111"/>
                  <a:pt x="3782061" y="699516"/>
                  <a:pt x="3781656" y="699516"/>
                </a:cubicBezTo>
                <a:lnTo>
                  <a:pt x="3774369" y="699516"/>
                </a:lnTo>
                <a:cubicBezTo>
                  <a:pt x="3773965" y="699516"/>
                  <a:pt x="3773560" y="699111"/>
                  <a:pt x="3773155" y="698706"/>
                </a:cubicBezTo>
                <a:lnTo>
                  <a:pt x="3769512" y="692229"/>
                </a:lnTo>
                <a:cubicBezTo>
                  <a:pt x="3769107" y="691824"/>
                  <a:pt x="3769107" y="691420"/>
                  <a:pt x="3769512" y="691015"/>
                </a:cubicBezTo>
                <a:lnTo>
                  <a:pt x="3773155" y="684538"/>
                </a:lnTo>
                <a:cubicBezTo>
                  <a:pt x="3773560" y="684538"/>
                  <a:pt x="3773965" y="684133"/>
                  <a:pt x="3774369" y="684133"/>
                </a:cubicBezTo>
                <a:close/>
                <a:moveTo>
                  <a:pt x="3409633" y="684133"/>
                </a:moveTo>
                <a:lnTo>
                  <a:pt x="3417730" y="684133"/>
                </a:lnTo>
                <a:cubicBezTo>
                  <a:pt x="3418134" y="684133"/>
                  <a:pt x="3418539" y="684133"/>
                  <a:pt x="3418944" y="684538"/>
                </a:cubicBezTo>
                <a:lnTo>
                  <a:pt x="3422992" y="691420"/>
                </a:lnTo>
                <a:cubicBezTo>
                  <a:pt x="3423397" y="691824"/>
                  <a:pt x="3423397" y="692229"/>
                  <a:pt x="3422992" y="692634"/>
                </a:cubicBezTo>
                <a:lnTo>
                  <a:pt x="3418944" y="699516"/>
                </a:lnTo>
                <a:cubicBezTo>
                  <a:pt x="3418539" y="699921"/>
                  <a:pt x="3418134" y="699921"/>
                  <a:pt x="3417730" y="699921"/>
                </a:cubicBezTo>
                <a:lnTo>
                  <a:pt x="3409633" y="699921"/>
                </a:lnTo>
                <a:cubicBezTo>
                  <a:pt x="3409229" y="699921"/>
                  <a:pt x="3408823" y="699921"/>
                  <a:pt x="3408419" y="699516"/>
                </a:cubicBezTo>
                <a:lnTo>
                  <a:pt x="3404371" y="692634"/>
                </a:lnTo>
                <a:cubicBezTo>
                  <a:pt x="3403966" y="692229"/>
                  <a:pt x="3403966" y="691824"/>
                  <a:pt x="3404371" y="691420"/>
                </a:cubicBezTo>
                <a:lnTo>
                  <a:pt x="3408419" y="684538"/>
                </a:lnTo>
                <a:cubicBezTo>
                  <a:pt x="3408823" y="684538"/>
                  <a:pt x="3409229" y="684133"/>
                  <a:pt x="3409633" y="684133"/>
                </a:cubicBezTo>
                <a:close/>
                <a:moveTo>
                  <a:pt x="3368342" y="682919"/>
                </a:moveTo>
                <a:lnTo>
                  <a:pt x="3377248" y="682919"/>
                </a:lnTo>
                <a:cubicBezTo>
                  <a:pt x="3377653" y="682919"/>
                  <a:pt x="3378057" y="682919"/>
                  <a:pt x="3378462" y="683324"/>
                </a:cubicBezTo>
                <a:lnTo>
                  <a:pt x="3382916" y="691015"/>
                </a:lnTo>
                <a:cubicBezTo>
                  <a:pt x="3383320" y="691420"/>
                  <a:pt x="3383320" y="691825"/>
                  <a:pt x="3382916" y="692230"/>
                </a:cubicBezTo>
                <a:lnTo>
                  <a:pt x="3378462" y="699921"/>
                </a:lnTo>
                <a:cubicBezTo>
                  <a:pt x="3378462" y="700326"/>
                  <a:pt x="3378057" y="700731"/>
                  <a:pt x="3377248" y="700326"/>
                </a:cubicBezTo>
                <a:lnTo>
                  <a:pt x="3368342" y="700326"/>
                </a:lnTo>
                <a:cubicBezTo>
                  <a:pt x="3367937" y="700326"/>
                  <a:pt x="3367532" y="700326"/>
                  <a:pt x="3367128" y="699921"/>
                </a:cubicBezTo>
                <a:lnTo>
                  <a:pt x="3362675" y="692230"/>
                </a:lnTo>
                <a:cubicBezTo>
                  <a:pt x="3362270" y="691825"/>
                  <a:pt x="3362270" y="691420"/>
                  <a:pt x="3362675" y="691015"/>
                </a:cubicBezTo>
                <a:lnTo>
                  <a:pt x="3367128" y="683324"/>
                </a:lnTo>
                <a:cubicBezTo>
                  <a:pt x="3367532" y="683324"/>
                  <a:pt x="3367937" y="682919"/>
                  <a:pt x="3368342" y="682919"/>
                </a:cubicBezTo>
                <a:close/>
                <a:moveTo>
                  <a:pt x="2153905" y="682919"/>
                </a:moveTo>
                <a:lnTo>
                  <a:pt x="2163215" y="682919"/>
                </a:lnTo>
                <a:cubicBezTo>
                  <a:pt x="2163620" y="682919"/>
                  <a:pt x="2164025" y="682919"/>
                  <a:pt x="2164430" y="683324"/>
                </a:cubicBezTo>
                <a:lnTo>
                  <a:pt x="2169288" y="691420"/>
                </a:lnTo>
                <a:cubicBezTo>
                  <a:pt x="2169693" y="691825"/>
                  <a:pt x="2169693" y="692230"/>
                  <a:pt x="2169288" y="692634"/>
                </a:cubicBezTo>
                <a:lnTo>
                  <a:pt x="2164430" y="700731"/>
                </a:lnTo>
                <a:cubicBezTo>
                  <a:pt x="2164430" y="701136"/>
                  <a:pt x="2164025" y="701136"/>
                  <a:pt x="2163215" y="701136"/>
                </a:cubicBezTo>
                <a:lnTo>
                  <a:pt x="2153905" y="701136"/>
                </a:lnTo>
                <a:cubicBezTo>
                  <a:pt x="2153500" y="701136"/>
                  <a:pt x="2153095" y="701136"/>
                  <a:pt x="2152690" y="700731"/>
                </a:cubicBezTo>
                <a:lnTo>
                  <a:pt x="2147833" y="692634"/>
                </a:lnTo>
                <a:cubicBezTo>
                  <a:pt x="2147428" y="692230"/>
                  <a:pt x="2147428" y="691825"/>
                  <a:pt x="2147833" y="691420"/>
                </a:cubicBezTo>
                <a:lnTo>
                  <a:pt x="2152690" y="683324"/>
                </a:lnTo>
                <a:cubicBezTo>
                  <a:pt x="2153095" y="683324"/>
                  <a:pt x="2153500" y="682919"/>
                  <a:pt x="2153905" y="682919"/>
                </a:cubicBezTo>
                <a:close/>
                <a:moveTo>
                  <a:pt x="3732673" y="682514"/>
                </a:moveTo>
                <a:lnTo>
                  <a:pt x="3741579" y="682514"/>
                </a:lnTo>
                <a:cubicBezTo>
                  <a:pt x="3741984" y="682514"/>
                  <a:pt x="3742388" y="682919"/>
                  <a:pt x="3742793" y="683324"/>
                </a:cubicBezTo>
                <a:lnTo>
                  <a:pt x="3747247" y="691015"/>
                </a:lnTo>
                <a:cubicBezTo>
                  <a:pt x="3747651" y="691420"/>
                  <a:pt x="3747651" y="691825"/>
                  <a:pt x="3747247" y="692230"/>
                </a:cubicBezTo>
                <a:lnTo>
                  <a:pt x="3742793" y="699921"/>
                </a:lnTo>
                <a:cubicBezTo>
                  <a:pt x="3742793" y="700326"/>
                  <a:pt x="3742388" y="700731"/>
                  <a:pt x="3741579" y="700731"/>
                </a:cubicBezTo>
                <a:lnTo>
                  <a:pt x="3732673" y="700731"/>
                </a:lnTo>
                <a:cubicBezTo>
                  <a:pt x="3732268" y="700731"/>
                  <a:pt x="3731863" y="700326"/>
                  <a:pt x="3731459" y="699921"/>
                </a:cubicBezTo>
                <a:lnTo>
                  <a:pt x="3727006" y="692230"/>
                </a:lnTo>
                <a:cubicBezTo>
                  <a:pt x="3726601" y="691825"/>
                  <a:pt x="3726601" y="691420"/>
                  <a:pt x="3727006" y="691015"/>
                </a:cubicBezTo>
                <a:lnTo>
                  <a:pt x="3731459" y="683324"/>
                </a:lnTo>
                <a:cubicBezTo>
                  <a:pt x="3731863" y="682919"/>
                  <a:pt x="3732268" y="682514"/>
                  <a:pt x="3732673" y="682514"/>
                </a:cubicBezTo>
                <a:close/>
                <a:moveTo>
                  <a:pt x="3449305" y="682514"/>
                </a:moveTo>
                <a:lnTo>
                  <a:pt x="3458616" y="682514"/>
                </a:lnTo>
                <a:cubicBezTo>
                  <a:pt x="3459020" y="682514"/>
                  <a:pt x="3459425" y="682514"/>
                  <a:pt x="3459830" y="682919"/>
                </a:cubicBezTo>
                <a:lnTo>
                  <a:pt x="3464688" y="691015"/>
                </a:lnTo>
                <a:cubicBezTo>
                  <a:pt x="3465093" y="691420"/>
                  <a:pt x="3465093" y="691825"/>
                  <a:pt x="3464688" y="692230"/>
                </a:cubicBezTo>
                <a:lnTo>
                  <a:pt x="3459830" y="700326"/>
                </a:lnTo>
                <a:cubicBezTo>
                  <a:pt x="3459830" y="700731"/>
                  <a:pt x="3459425" y="701135"/>
                  <a:pt x="3458616" y="700731"/>
                </a:cubicBezTo>
                <a:lnTo>
                  <a:pt x="3449305" y="700731"/>
                </a:lnTo>
                <a:cubicBezTo>
                  <a:pt x="3448900" y="700731"/>
                  <a:pt x="3448495" y="700731"/>
                  <a:pt x="3448091" y="700326"/>
                </a:cubicBezTo>
                <a:lnTo>
                  <a:pt x="3443233" y="692230"/>
                </a:lnTo>
                <a:cubicBezTo>
                  <a:pt x="3442828" y="691825"/>
                  <a:pt x="3442828" y="691420"/>
                  <a:pt x="3443233" y="691015"/>
                </a:cubicBezTo>
                <a:lnTo>
                  <a:pt x="3448091" y="682919"/>
                </a:lnTo>
                <a:cubicBezTo>
                  <a:pt x="3448495" y="682919"/>
                  <a:pt x="3448900" y="682514"/>
                  <a:pt x="3449305" y="682514"/>
                </a:cubicBezTo>
                <a:close/>
                <a:moveTo>
                  <a:pt x="2315425" y="682514"/>
                </a:moveTo>
                <a:lnTo>
                  <a:pt x="2325545" y="682514"/>
                </a:lnTo>
                <a:cubicBezTo>
                  <a:pt x="2325950" y="682514"/>
                  <a:pt x="2326355" y="682514"/>
                  <a:pt x="2326760" y="682919"/>
                </a:cubicBezTo>
                <a:lnTo>
                  <a:pt x="2331617" y="691420"/>
                </a:lnTo>
                <a:cubicBezTo>
                  <a:pt x="2332022" y="691825"/>
                  <a:pt x="2332022" y="692230"/>
                  <a:pt x="2331617" y="692634"/>
                </a:cubicBezTo>
                <a:lnTo>
                  <a:pt x="2326760" y="701135"/>
                </a:lnTo>
                <a:cubicBezTo>
                  <a:pt x="2326355" y="701540"/>
                  <a:pt x="2325950" y="701540"/>
                  <a:pt x="2325545" y="701540"/>
                </a:cubicBezTo>
                <a:lnTo>
                  <a:pt x="2315425" y="701540"/>
                </a:lnTo>
                <a:cubicBezTo>
                  <a:pt x="2315020" y="701540"/>
                  <a:pt x="2314615" y="701540"/>
                  <a:pt x="2314210" y="701135"/>
                </a:cubicBezTo>
                <a:lnTo>
                  <a:pt x="2309353" y="692634"/>
                </a:lnTo>
                <a:cubicBezTo>
                  <a:pt x="2308948" y="692230"/>
                  <a:pt x="2308948" y="691825"/>
                  <a:pt x="2309353" y="691420"/>
                </a:cubicBezTo>
                <a:lnTo>
                  <a:pt x="2314210" y="682919"/>
                </a:lnTo>
                <a:cubicBezTo>
                  <a:pt x="2314615" y="682919"/>
                  <a:pt x="2315020" y="682514"/>
                  <a:pt x="2315425" y="682514"/>
                </a:cubicBezTo>
                <a:close/>
                <a:moveTo>
                  <a:pt x="2234867" y="682514"/>
                </a:moveTo>
                <a:lnTo>
                  <a:pt x="2244178" y="682514"/>
                </a:lnTo>
                <a:cubicBezTo>
                  <a:pt x="2244583" y="682514"/>
                  <a:pt x="2244987" y="682514"/>
                  <a:pt x="2245392" y="682919"/>
                </a:cubicBezTo>
                <a:lnTo>
                  <a:pt x="2249845" y="691015"/>
                </a:lnTo>
                <a:cubicBezTo>
                  <a:pt x="2250250" y="691420"/>
                  <a:pt x="2250250" y="691825"/>
                  <a:pt x="2249845" y="692230"/>
                </a:cubicBezTo>
                <a:lnTo>
                  <a:pt x="2245392" y="700326"/>
                </a:lnTo>
                <a:cubicBezTo>
                  <a:pt x="2245392" y="700731"/>
                  <a:pt x="2244987" y="701135"/>
                  <a:pt x="2244178" y="700731"/>
                </a:cubicBezTo>
                <a:lnTo>
                  <a:pt x="2234867" y="700731"/>
                </a:lnTo>
                <a:cubicBezTo>
                  <a:pt x="2234462" y="700731"/>
                  <a:pt x="2234057" y="700731"/>
                  <a:pt x="2233653" y="700326"/>
                </a:cubicBezTo>
                <a:lnTo>
                  <a:pt x="2229200" y="692230"/>
                </a:lnTo>
                <a:cubicBezTo>
                  <a:pt x="2228795" y="691825"/>
                  <a:pt x="2228795" y="691420"/>
                  <a:pt x="2229200" y="691015"/>
                </a:cubicBezTo>
                <a:lnTo>
                  <a:pt x="2233653" y="682919"/>
                </a:lnTo>
                <a:cubicBezTo>
                  <a:pt x="2234057" y="682919"/>
                  <a:pt x="2234462" y="682514"/>
                  <a:pt x="2234867" y="682514"/>
                </a:cubicBezTo>
                <a:close/>
                <a:moveTo>
                  <a:pt x="3692192" y="682109"/>
                </a:moveTo>
                <a:lnTo>
                  <a:pt x="3701907" y="682109"/>
                </a:lnTo>
                <a:cubicBezTo>
                  <a:pt x="3702312" y="682109"/>
                  <a:pt x="3702717" y="682109"/>
                  <a:pt x="3703122" y="682514"/>
                </a:cubicBezTo>
                <a:lnTo>
                  <a:pt x="3707980" y="691015"/>
                </a:lnTo>
                <a:cubicBezTo>
                  <a:pt x="3708384" y="691420"/>
                  <a:pt x="3708384" y="691824"/>
                  <a:pt x="3707980" y="692229"/>
                </a:cubicBezTo>
                <a:lnTo>
                  <a:pt x="3703122" y="700730"/>
                </a:lnTo>
                <a:cubicBezTo>
                  <a:pt x="3702717" y="701135"/>
                  <a:pt x="3702312" y="701540"/>
                  <a:pt x="3701907" y="701135"/>
                </a:cubicBezTo>
                <a:lnTo>
                  <a:pt x="3692192" y="701135"/>
                </a:lnTo>
                <a:cubicBezTo>
                  <a:pt x="3691787" y="701135"/>
                  <a:pt x="3691382" y="701135"/>
                  <a:pt x="3690978" y="700730"/>
                </a:cubicBezTo>
                <a:lnTo>
                  <a:pt x="3686120" y="692229"/>
                </a:lnTo>
                <a:cubicBezTo>
                  <a:pt x="3685715" y="691824"/>
                  <a:pt x="3685715" y="691420"/>
                  <a:pt x="3686120" y="691015"/>
                </a:cubicBezTo>
                <a:lnTo>
                  <a:pt x="3690978" y="682514"/>
                </a:lnTo>
                <a:cubicBezTo>
                  <a:pt x="3691382" y="682514"/>
                  <a:pt x="3691787" y="682109"/>
                  <a:pt x="3692192" y="682109"/>
                </a:cubicBezTo>
                <a:close/>
                <a:moveTo>
                  <a:pt x="3651711" y="682109"/>
                </a:moveTo>
                <a:lnTo>
                  <a:pt x="3661426" y="682109"/>
                </a:lnTo>
                <a:cubicBezTo>
                  <a:pt x="3661831" y="682109"/>
                  <a:pt x="3662236" y="682109"/>
                  <a:pt x="3662641" y="682514"/>
                </a:cubicBezTo>
                <a:lnTo>
                  <a:pt x="3667499" y="691015"/>
                </a:lnTo>
                <a:cubicBezTo>
                  <a:pt x="3667903" y="691420"/>
                  <a:pt x="3667903" y="691824"/>
                  <a:pt x="3667499" y="692229"/>
                </a:cubicBezTo>
                <a:lnTo>
                  <a:pt x="3662641" y="700730"/>
                </a:lnTo>
                <a:cubicBezTo>
                  <a:pt x="3662236" y="701135"/>
                  <a:pt x="3661831" y="701540"/>
                  <a:pt x="3661426" y="701135"/>
                </a:cubicBezTo>
                <a:lnTo>
                  <a:pt x="3651711" y="701135"/>
                </a:lnTo>
                <a:cubicBezTo>
                  <a:pt x="3651306" y="701135"/>
                  <a:pt x="3650901" y="701135"/>
                  <a:pt x="3650497" y="700730"/>
                </a:cubicBezTo>
                <a:lnTo>
                  <a:pt x="3645639" y="692229"/>
                </a:lnTo>
                <a:cubicBezTo>
                  <a:pt x="3645234" y="691824"/>
                  <a:pt x="3645234" y="691420"/>
                  <a:pt x="3645639" y="691015"/>
                </a:cubicBezTo>
                <a:lnTo>
                  <a:pt x="3650497" y="682514"/>
                </a:lnTo>
                <a:cubicBezTo>
                  <a:pt x="3650901" y="682514"/>
                  <a:pt x="3651306" y="682109"/>
                  <a:pt x="3651711" y="682109"/>
                </a:cubicBezTo>
                <a:close/>
                <a:moveTo>
                  <a:pt x="3286974" y="682109"/>
                </a:moveTo>
                <a:lnTo>
                  <a:pt x="3297499" y="682109"/>
                </a:lnTo>
                <a:cubicBezTo>
                  <a:pt x="3297905" y="682109"/>
                  <a:pt x="3298309" y="682109"/>
                  <a:pt x="3298714" y="682514"/>
                </a:cubicBezTo>
                <a:lnTo>
                  <a:pt x="3303977" y="691420"/>
                </a:lnTo>
                <a:cubicBezTo>
                  <a:pt x="3304382" y="691824"/>
                  <a:pt x="3304382" y="692229"/>
                  <a:pt x="3303977" y="692634"/>
                </a:cubicBezTo>
                <a:lnTo>
                  <a:pt x="3298714" y="701540"/>
                </a:lnTo>
                <a:cubicBezTo>
                  <a:pt x="3298309" y="701945"/>
                  <a:pt x="3297905" y="701945"/>
                  <a:pt x="3297499" y="701945"/>
                </a:cubicBezTo>
                <a:lnTo>
                  <a:pt x="3286974" y="701945"/>
                </a:lnTo>
                <a:cubicBezTo>
                  <a:pt x="3286570" y="701945"/>
                  <a:pt x="3286165" y="701945"/>
                  <a:pt x="3285760" y="701540"/>
                </a:cubicBezTo>
                <a:lnTo>
                  <a:pt x="3280498" y="692634"/>
                </a:lnTo>
                <a:cubicBezTo>
                  <a:pt x="3280093" y="692229"/>
                  <a:pt x="3280093" y="691824"/>
                  <a:pt x="3280498" y="691420"/>
                </a:cubicBezTo>
                <a:lnTo>
                  <a:pt x="3285760" y="682514"/>
                </a:lnTo>
                <a:cubicBezTo>
                  <a:pt x="3286165" y="682514"/>
                  <a:pt x="3286570" y="682109"/>
                  <a:pt x="3286974" y="682109"/>
                </a:cubicBezTo>
                <a:close/>
                <a:moveTo>
                  <a:pt x="3246088" y="682109"/>
                </a:moveTo>
                <a:lnTo>
                  <a:pt x="3256613" y="682109"/>
                </a:lnTo>
                <a:cubicBezTo>
                  <a:pt x="3257018" y="682109"/>
                  <a:pt x="3257423" y="682109"/>
                  <a:pt x="3257828" y="682514"/>
                </a:cubicBezTo>
                <a:lnTo>
                  <a:pt x="3263090" y="691420"/>
                </a:lnTo>
                <a:cubicBezTo>
                  <a:pt x="3263496" y="691824"/>
                  <a:pt x="3263496" y="692229"/>
                  <a:pt x="3263090" y="692634"/>
                </a:cubicBezTo>
                <a:lnTo>
                  <a:pt x="3257828" y="701540"/>
                </a:lnTo>
                <a:cubicBezTo>
                  <a:pt x="3257828" y="701945"/>
                  <a:pt x="3257423" y="701945"/>
                  <a:pt x="3256613" y="701945"/>
                </a:cubicBezTo>
                <a:lnTo>
                  <a:pt x="3246088" y="701945"/>
                </a:lnTo>
                <a:cubicBezTo>
                  <a:pt x="3245684" y="701945"/>
                  <a:pt x="3245279" y="701945"/>
                  <a:pt x="3244874" y="701540"/>
                </a:cubicBezTo>
                <a:lnTo>
                  <a:pt x="3239612" y="692634"/>
                </a:lnTo>
                <a:cubicBezTo>
                  <a:pt x="3239207" y="692229"/>
                  <a:pt x="3239207" y="691824"/>
                  <a:pt x="3239612" y="691420"/>
                </a:cubicBezTo>
                <a:lnTo>
                  <a:pt x="3244874" y="682514"/>
                </a:lnTo>
                <a:cubicBezTo>
                  <a:pt x="3245279" y="682514"/>
                  <a:pt x="3245684" y="682109"/>
                  <a:pt x="3246088" y="682109"/>
                </a:cubicBezTo>
                <a:close/>
                <a:moveTo>
                  <a:pt x="3327456" y="681704"/>
                </a:moveTo>
                <a:lnTo>
                  <a:pt x="3337576" y="681704"/>
                </a:lnTo>
                <a:cubicBezTo>
                  <a:pt x="3337981" y="681704"/>
                  <a:pt x="3338386" y="681704"/>
                  <a:pt x="3338791" y="682109"/>
                </a:cubicBezTo>
                <a:lnTo>
                  <a:pt x="3343648" y="691015"/>
                </a:lnTo>
                <a:cubicBezTo>
                  <a:pt x="3344053" y="691419"/>
                  <a:pt x="3344053" y="691824"/>
                  <a:pt x="3343648" y="692229"/>
                </a:cubicBezTo>
                <a:lnTo>
                  <a:pt x="3338791" y="701135"/>
                </a:lnTo>
                <a:cubicBezTo>
                  <a:pt x="3338386" y="701540"/>
                  <a:pt x="3337981" y="701945"/>
                  <a:pt x="3337576" y="701540"/>
                </a:cubicBezTo>
                <a:lnTo>
                  <a:pt x="3327456" y="701540"/>
                </a:lnTo>
                <a:cubicBezTo>
                  <a:pt x="3327051" y="701540"/>
                  <a:pt x="3326646" y="701540"/>
                  <a:pt x="3326242" y="701135"/>
                </a:cubicBezTo>
                <a:lnTo>
                  <a:pt x="3321384" y="692229"/>
                </a:lnTo>
                <a:cubicBezTo>
                  <a:pt x="3320979" y="691824"/>
                  <a:pt x="3320979" y="691419"/>
                  <a:pt x="3321384" y="691015"/>
                </a:cubicBezTo>
                <a:lnTo>
                  <a:pt x="3326242" y="682109"/>
                </a:lnTo>
                <a:cubicBezTo>
                  <a:pt x="3326646" y="682109"/>
                  <a:pt x="3327051" y="681704"/>
                  <a:pt x="3327456" y="681704"/>
                </a:cubicBezTo>
                <a:close/>
                <a:moveTo>
                  <a:pt x="3610824" y="681299"/>
                </a:moveTo>
                <a:lnTo>
                  <a:pt x="3621349" y="681299"/>
                </a:lnTo>
                <a:cubicBezTo>
                  <a:pt x="3621755" y="681299"/>
                  <a:pt x="3622159" y="681299"/>
                  <a:pt x="3622564" y="681704"/>
                </a:cubicBezTo>
                <a:lnTo>
                  <a:pt x="3627827" y="691014"/>
                </a:lnTo>
                <a:cubicBezTo>
                  <a:pt x="3628232" y="691419"/>
                  <a:pt x="3628232" y="691824"/>
                  <a:pt x="3627827" y="692229"/>
                </a:cubicBezTo>
                <a:lnTo>
                  <a:pt x="3622564" y="701540"/>
                </a:lnTo>
                <a:cubicBezTo>
                  <a:pt x="3622159" y="701944"/>
                  <a:pt x="3621755" y="702349"/>
                  <a:pt x="3621349" y="702349"/>
                </a:cubicBezTo>
                <a:lnTo>
                  <a:pt x="3610824" y="702349"/>
                </a:lnTo>
                <a:cubicBezTo>
                  <a:pt x="3610420" y="702349"/>
                  <a:pt x="3610015" y="701944"/>
                  <a:pt x="3609610" y="701540"/>
                </a:cubicBezTo>
                <a:lnTo>
                  <a:pt x="3604348" y="692229"/>
                </a:lnTo>
                <a:cubicBezTo>
                  <a:pt x="3603943" y="691824"/>
                  <a:pt x="3603943" y="691419"/>
                  <a:pt x="3604348" y="691014"/>
                </a:cubicBezTo>
                <a:lnTo>
                  <a:pt x="3609610" y="681704"/>
                </a:lnTo>
                <a:cubicBezTo>
                  <a:pt x="3610015" y="681704"/>
                  <a:pt x="3610420" y="681299"/>
                  <a:pt x="3610824" y="681299"/>
                </a:cubicBezTo>
                <a:close/>
                <a:moveTo>
                  <a:pt x="3165127" y="681299"/>
                </a:moveTo>
                <a:lnTo>
                  <a:pt x="3176461" y="681299"/>
                </a:lnTo>
                <a:cubicBezTo>
                  <a:pt x="3176866" y="681299"/>
                  <a:pt x="3177271" y="681299"/>
                  <a:pt x="3177676" y="681704"/>
                </a:cubicBezTo>
                <a:lnTo>
                  <a:pt x="3183343" y="691419"/>
                </a:lnTo>
                <a:cubicBezTo>
                  <a:pt x="3183748" y="691824"/>
                  <a:pt x="3183748" y="692229"/>
                  <a:pt x="3183343" y="692634"/>
                </a:cubicBezTo>
                <a:lnTo>
                  <a:pt x="3177676" y="702349"/>
                </a:lnTo>
                <a:cubicBezTo>
                  <a:pt x="3177271" y="702754"/>
                  <a:pt x="3176866" y="702754"/>
                  <a:pt x="3176461" y="702754"/>
                </a:cubicBezTo>
                <a:lnTo>
                  <a:pt x="3165127" y="702754"/>
                </a:lnTo>
                <a:cubicBezTo>
                  <a:pt x="3164722" y="702754"/>
                  <a:pt x="3164317" y="702754"/>
                  <a:pt x="3163912" y="702349"/>
                </a:cubicBezTo>
                <a:lnTo>
                  <a:pt x="3158245" y="692634"/>
                </a:lnTo>
                <a:cubicBezTo>
                  <a:pt x="3157840" y="692229"/>
                  <a:pt x="3157840" y="691824"/>
                  <a:pt x="3158245" y="691419"/>
                </a:cubicBezTo>
                <a:lnTo>
                  <a:pt x="3163912" y="681704"/>
                </a:lnTo>
                <a:cubicBezTo>
                  <a:pt x="3164317" y="681704"/>
                  <a:pt x="3164722" y="681299"/>
                  <a:pt x="3165127" y="681299"/>
                </a:cubicBezTo>
                <a:close/>
                <a:moveTo>
                  <a:pt x="3084568" y="681299"/>
                </a:moveTo>
                <a:lnTo>
                  <a:pt x="3095093" y="681299"/>
                </a:lnTo>
                <a:cubicBezTo>
                  <a:pt x="3095499" y="681299"/>
                  <a:pt x="3095903" y="681299"/>
                  <a:pt x="3096308" y="681704"/>
                </a:cubicBezTo>
                <a:lnTo>
                  <a:pt x="3101571" y="691014"/>
                </a:lnTo>
                <a:cubicBezTo>
                  <a:pt x="3101976" y="691419"/>
                  <a:pt x="3101976" y="691824"/>
                  <a:pt x="3101571" y="692229"/>
                </a:cubicBezTo>
                <a:lnTo>
                  <a:pt x="3096308" y="701540"/>
                </a:lnTo>
                <a:cubicBezTo>
                  <a:pt x="3095903" y="701944"/>
                  <a:pt x="3095499" y="702349"/>
                  <a:pt x="3095093" y="701944"/>
                </a:cubicBezTo>
                <a:lnTo>
                  <a:pt x="3084568" y="701944"/>
                </a:lnTo>
                <a:cubicBezTo>
                  <a:pt x="3084164" y="701944"/>
                  <a:pt x="3083759" y="701944"/>
                  <a:pt x="3083354" y="701540"/>
                </a:cubicBezTo>
                <a:lnTo>
                  <a:pt x="3078092" y="692229"/>
                </a:lnTo>
                <a:cubicBezTo>
                  <a:pt x="3077687" y="691824"/>
                  <a:pt x="3077687" y="691419"/>
                  <a:pt x="3078092" y="691014"/>
                </a:cubicBezTo>
                <a:lnTo>
                  <a:pt x="3083354" y="681704"/>
                </a:lnTo>
                <a:cubicBezTo>
                  <a:pt x="3083759" y="681704"/>
                  <a:pt x="3084164" y="681299"/>
                  <a:pt x="3084568" y="681299"/>
                </a:cubicBezTo>
                <a:close/>
                <a:moveTo>
                  <a:pt x="3044087" y="681299"/>
                </a:moveTo>
                <a:lnTo>
                  <a:pt x="3054208" y="681299"/>
                </a:lnTo>
                <a:cubicBezTo>
                  <a:pt x="3054612" y="681299"/>
                  <a:pt x="3055018" y="681704"/>
                  <a:pt x="3055422" y="682109"/>
                </a:cubicBezTo>
                <a:lnTo>
                  <a:pt x="3060685" y="691014"/>
                </a:lnTo>
                <a:cubicBezTo>
                  <a:pt x="3061090" y="691419"/>
                  <a:pt x="3061090" y="691824"/>
                  <a:pt x="3060685" y="692229"/>
                </a:cubicBezTo>
                <a:lnTo>
                  <a:pt x="3055422" y="701135"/>
                </a:lnTo>
                <a:cubicBezTo>
                  <a:pt x="3055422" y="701540"/>
                  <a:pt x="3055018" y="701944"/>
                  <a:pt x="3054208" y="701540"/>
                </a:cubicBezTo>
                <a:lnTo>
                  <a:pt x="3044087" y="701540"/>
                </a:lnTo>
                <a:cubicBezTo>
                  <a:pt x="3043683" y="701540"/>
                  <a:pt x="3043278" y="701540"/>
                  <a:pt x="3042873" y="701135"/>
                </a:cubicBezTo>
                <a:lnTo>
                  <a:pt x="3037611" y="692229"/>
                </a:lnTo>
                <a:cubicBezTo>
                  <a:pt x="3037206" y="691824"/>
                  <a:pt x="3037206" y="691419"/>
                  <a:pt x="3037611" y="691014"/>
                </a:cubicBezTo>
                <a:lnTo>
                  <a:pt x="3042873" y="682109"/>
                </a:lnTo>
                <a:cubicBezTo>
                  <a:pt x="3043278" y="681704"/>
                  <a:pt x="3043683" y="681299"/>
                  <a:pt x="3044087" y="681299"/>
                </a:cubicBezTo>
                <a:close/>
                <a:moveTo>
                  <a:pt x="2800796" y="681299"/>
                </a:moveTo>
                <a:lnTo>
                  <a:pt x="2812130" y="681299"/>
                </a:lnTo>
                <a:cubicBezTo>
                  <a:pt x="2812535" y="681299"/>
                  <a:pt x="2812940" y="681299"/>
                  <a:pt x="2813345" y="681704"/>
                </a:cubicBezTo>
                <a:lnTo>
                  <a:pt x="2819012" y="691419"/>
                </a:lnTo>
                <a:cubicBezTo>
                  <a:pt x="2819417" y="691824"/>
                  <a:pt x="2819417" y="692229"/>
                  <a:pt x="2819012" y="692634"/>
                </a:cubicBezTo>
                <a:lnTo>
                  <a:pt x="2813345" y="702349"/>
                </a:lnTo>
                <a:cubicBezTo>
                  <a:pt x="2812940" y="702754"/>
                  <a:pt x="2812535" y="702754"/>
                  <a:pt x="2812130" y="703564"/>
                </a:cubicBezTo>
                <a:lnTo>
                  <a:pt x="2800796" y="703564"/>
                </a:lnTo>
                <a:cubicBezTo>
                  <a:pt x="2800391" y="703564"/>
                  <a:pt x="2799986" y="703159"/>
                  <a:pt x="2799581" y="702754"/>
                </a:cubicBezTo>
                <a:lnTo>
                  <a:pt x="2793914" y="693039"/>
                </a:lnTo>
                <a:cubicBezTo>
                  <a:pt x="2793509" y="692634"/>
                  <a:pt x="2793509" y="692229"/>
                  <a:pt x="2793914" y="691824"/>
                </a:cubicBezTo>
                <a:lnTo>
                  <a:pt x="2799581" y="682109"/>
                </a:lnTo>
                <a:cubicBezTo>
                  <a:pt x="2799986" y="681704"/>
                  <a:pt x="2800391" y="681299"/>
                  <a:pt x="2800796" y="681299"/>
                </a:cubicBezTo>
                <a:close/>
                <a:moveTo>
                  <a:pt x="3124241" y="680895"/>
                </a:moveTo>
                <a:lnTo>
                  <a:pt x="3135575" y="680895"/>
                </a:lnTo>
                <a:cubicBezTo>
                  <a:pt x="3135980" y="680895"/>
                  <a:pt x="3136385" y="680895"/>
                  <a:pt x="3136790" y="681300"/>
                </a:cubicBezTo>
                <a:lnTo>
                  <a:pt x="3142457" y="691015"/>
                </a:lnTo>
                <a:cubicBezTo>
                  <a:pt x="3142862" y="691420"/>
                  <a:pt x="3142862" y="691825"/>
                  <a:pt x="3142457" y="692230"/>
                </a:cubicBezTo>
                <a:lnTo>
                  <a:pt x="3136790" y="701945"/>
                </a:lnTo>
                <a:cubicBezTo>
                  <a:pt x="3136790" y="702350"/>
                  <a:pt x="3136385" y="702755"/>
                  <a:pt x="3135575" y="702350"/>
                </a:cubicBezTo>
                <a:lnTo>
                  <a:pt x="3124241" y="702350"/>
                </a:lnTo>
                <a:cubicBezTo>
                  <a:pt x="3123836" y="702350"/>
                  <a:pt x="3123431" y="702350"/>
                  <a:pt x="3123026" y="701945"/>
                </a:cubicBezTo>
                <a:lnTo>
                  <a:pt x="3117359" y="692230"/>
                </a:lnTo>
                <a:cubicBezTo>
                  <a:pt x="3116954" y="691825"/>
                  <a:pt x="3116954" y="691420"/>
                  <a:pt x="3117359" y="691015"/>
                </a:cubicBezTo>
                <a:lnTo>
                  <a:pt x="3123026" y="681300"/>
                </a:lnTo>
                <a:cubicBezTo>
                  <a:pt x="3123431" y="681300"/>
                  <a:pt x="3123836" y="680895"/>
                  <a:pt x="3124241" y="680895"/>
                </a:cubicBezTo>
                <a:close/>
                <a:moveTo>
                  <a:pt x="3488571" y="680490"/>
                </a:moveTo>
                <a:lnTo>
                  <a:pt x="3500311" y="680490"/>
                </a:lnTo>
                <a:cubicBezTo>
                  <a:pt x="3500716" y="680490"/>
                  <a:pt x="3501120" y="680895"/>
                  <a:pt x="3501525" y="681300"/>
                </a:cubicBezTo>
                <a:lnTo>
                  <a:pt x="3507597" y="691420"/>
                </a:lnTo>
                <a:cubicBezTo>
                  <a:pt x="3508002" y="691825"/>
                  <a:pt x="3508002" y="692230"/>
                  <a:pt x="3507597" y="692634"/>
                </a:cubicBezTo>
                <a:lnTo>
                  <a:pt x="3501525" y="702755"/>
                </a:lnTo>
                <a:cubicBezTo>
                  <a:pt x="3501525" y="703160"/>
                  <a:pt x="3501120" y="703160"/>
                  <a:pt x="3500311" y="703564"/>
                </a:cubicBezTo>
                <a:lnTo>
                  <a:pt x="3488571" y="703564"/>
                </a:lnTo>
                <a:cubicBezTo>
                  <a:pt x="3488167" y="703564"/>
                  <a:pt x="3487761" y="703160"/>
                  <a:pt x="3487357" y="702755"/>
                </a:cubicBezTo>
                <a:lnTo>
                  <a:pt x="3481285" y="692634"/>
                </a:lnTo>
                <a:cubicBezTo>
                  <a:pt x="3480880" y="692230"/>
                  <a:pt x="3480880" y="691825"/>
                  <a:pt x="3481285" y="691420"/>
                </a:cubicBezTo>
                <a:lnTo>
                  <a:pt x="3487357" y="681300"/>
                </a:lnTo>
                <a:cubicBezTo>
                  <a:pt x="3487761" y="680895"/>
                  <a:pt x="3488167" y="680490"/>
                  <a:pt x="3488571" y="680490"/>
                </a:cubicBezTo>
                <a:close/>
                <a:moveTo>
                  <a:pt x="3205608" y="680490"/>
                </a:moveTo>
                <a:lnTo>
                  <a:pt x="3216942" y="680490"/>
                </a:lnTo>
                <a:cubicBezTo>
                  <a:pt x="3217347" y="680490"/>
                  <a:pt x="3217752" y="680490"/>
                  <a:pt x="3218157" y="680895"/>
                </a:cubicBezTo>
                <a:lnTo>
                  <a:pt x="3223824" y="691015"/>
                </a:lnTo>
                <a:cubicBezTo>
                  <a:pt x="3224229" y="691420"/>
                  <a:pt x="3224229" y="691825"/>
                  <a:pt x="3223824" y="692230"/>
                </a:cubicBezTo>
                <a:lnTo>
                  <a:pt x="3218157" y="702350"/>
                </a:lnTo>
                <a:cubicBezTo>
                  <a:pt x="3217752" y="702755"/>
                  <a:pt x="3217347" y="703160"/>
                  <a:pt x="3216942" y="702755"/>
                </a:cubicBezTo>
                <a:lnTo>
                  <a:pt x="3205608" y="702755"/>
                </a:lnTo>
                <a:cubicBezTo>
                  <a:pt x="3205203" y="702755"/>
                  <a:pt x="3204798" y="702755"/>
                  <a:pt x="3204393" y="702350"/>
                </a:cubicBezTo>
                <a:lnTo>
                  <a:pt x="3198726" y="692230"/>
                </a:lnTo>
                <a:cubicBezTo>
                  <a:pt x="3198321" y="691825"/>
                  <a:pt x="3198321" y="691420"/>
                  <a:pt x="3198726" y="691015"/>
                </a:cubicBezTo>
                <a:lnTo>
                  <a:pt x="3204393" y="680895"/>
                </a:lnTo>
                <a:cubicBezTo>
                  <a:pt x="3204798" y="680895"/>
                  <a:pt x="3205203" y="680490"/>
                  <a:pt x="3205608" y="680490"/>
                </a:cubicBezTo>
                <a:close/>
                <a:moveTo>
                  <a:pt x="3002797" y="680490"/>
                </a:moveTo>
                <a:lnTo>
                  <a:pt x="3014536" y="680490"/>
                </a:lnTo>
                <a:cubicBezTo>
                  <a:pt x="3014941" y="680490"/>
                  <a:pt x="3015346" y="680490"/>
                  <a:pt x="3015750" y="680895"/>
                </a:cubicBezTo>
                <a:lnTo>
                  <a:pt x="3021418" y="691015"/>
                </a:lnTo>
                <a:cubicBezTo>
                  <a:pt x="3021823" y="691420"/>
                  <a:pt x="3021823" y="691825"/>
                  <a:pt x="3021418" y="692230"/>
                </a:cubicBezTo>
                <a:lnTo>
                  <a:pt x="3015750" y="702350"/>
                </a:lnTo>
                <a:cubicBezTo>
                  <a:pt x="3015346" y="702755"/>
                  <a:pt x="3014941" y="703160"/>
                  <a:pt x="3014536" y="702755"/>
                </a:cubicBezTo>
                <a:lnTo>
                  <a:pt x="3002797" y="702755"/>
                </a:lnTo>
                <a:cubicBezTo>
                  <a:pt x="3002392" y="702755"/>
                  <a:pt x="3001987" y="702755"/>
                  <a:pt x="3001582" y="702350"/>
                </a:cubicBezTo>
                <a:lnTo>
                  <a:pt x="2995915" y="692230"/>
                </a:lnTo>
                <a:cubicBezTo>
                  <a:pt x="2995510" y="691825"/>
                  <a:pt x="2995510" y="691420"/>
                  <a:pt x="2995915" y="691015"/>
                </a:cubicBezTo>
                <a:lnTo>
                  <a:pt x="3001582" y="680895"/>
                </a:lnTo>
                <a:cubicBezTo>
                  <a:pt x="3001987" y="680895"/>
                  <a:pt x="3002392" y="680490"/>
                  <a:pt x="3002797" y="680490"/>
                </a:cubicBezTo>
                <a:close/>
                <a:moveTo>
                  <a:pt x="2881353" y="680490"/>
                </a:moveTo>
                <a:lnTo>
                  <a:pt x="2893498" y="680490"/>
                </a:lnTo>
                <a:cubicBezTo>
                  <a:pt x="2893902" y="680490"/>
                  <a:pt x="2894307" y="680490"/>
                  <a:pt x="2894712" y="680895"/>
                </a:cubicBezTo>
                <a:lnTo>
                  <a:pt x="2900784" y="691420"/>
                </a:lnTo>
                <a:cubicBezTo>
                  <a:pt x="2901189" y="691825"/>
                  <a:pt x="2901189" y="692230"/>
                  <a:pt x="2900784" y="692634"/>
                </a:cubicBezTo>
                <a:lnTo>
                  <a:pt x="2894712" y="703160"/>
                </a:lnTo>
                <a:cubicBezTo>
                  <a:pt x="2894307" y="703160"/>
                  <a:pt x="2893902" y="703564"/>
                  <a:pt x="2893498" y="703564"/>
                </a:cubicBezTo>
                <a:lnTo>
                  <a:pt x="2881353" y="703564"/>
                </a:lnTo>
                <a:cubicBezTo>
                  <a:pt x="2880949" y="703564"/>
                  <a:pt x="2880543" y="703564"/>
                  <a:pt x="2880139" y="703160"/>
                </a:cubicBezTo>
                <a:lnTo>
                  <a:pt x="2874067" y="692634"/>
                </a:lnTo>
                <a:cubicBezTo>
                  <a:pt x="2873662" y="692230"/>
                  <a:pt x="2873662" y="691825"/>
                  <a:pt x="2874067" y="691420"/>
                </a:cubicBezTo>
                <a:lnTo>
                  <a:pt x="2880139" y="680895"/>
                </a:lnTo>
                <a:cubicBezTo>
                  <a:pt x="2880543" y="680895"/>
                  <a:pt x="2880949" y="680490"/>
                  <a:pt x="2881353" y="680490"/>
                </a:cubicBezTo>
                <a:close/>
                <a:moveTo>
                  <a:pt x="2962315" y="680085"/>
                </a:moveTo>
                <a:lnTo>
                  <a:pt x="2974460" y="680085"/>
                </a:lnTo>
                <a:cubicBezTo>
                  <a:pt x="2974864" y="680085"/>
                  <a:pt x="2975269" y="680085"/>
                  <a:pt x="2975674" y="680490"/>
                </a:cubicBezTo>
                <a:lnTo>
                  <a:pt x="2981746" y="691015"/>
                </a:lnTo>
                <a:cubicBezTo>
                  <a:pt x="2982151" y="691420"/>
                  <a:pt x="2982151" y="691825"/>
                  <a:pt x="2981746" y="692229"/>
                </a:cubicBezTo>
                <a:lnTo>
                  <a:pt x="2975674" y="702754"/>
                </a:lnTo>
                <a:cubicBezTo>
                  <a:pt x="2975269" y="703159"/>
                  <a:pt x="2974864" y="703564"/>
                  <a:pt x="2974460" y="703564"/>
                </a:cubicBezTo>
                <a:lnTo>
                  <a:pt x="2962315" y="703564"/>
                </a:lnTo>
                <a:cubicBezTo>
                  <a:pt x="2961911" y="703564"/>
                  <a:pt x="2961505" y="703159"/>
                  <a:pt x="2961101" y="702754"/>
                </a:cubicBezTo>
                <a:lnTo>
                  <a:pt x="2955029" y="692229"/>
                </a:lnTo>
                <a:cubicBezTo>
                  <a:pt x="2954624" y="691825"/>
                  <a:pt x="2954624" y="691420"/>
                  <a:pt x="2955029" y="691015"/>
                </a:cubicBezTo>
                <a:lnTo>
                  <a:pt x="2961101" y="680490"/>
                </a:lnTo>
                <a:cubicBezTo>
                  <a:pt x="2961505" y="680490"/>
                  <a:pt x="2961911" y="680085"/>
                  <a:pt x="2962315" y="680085"/>
                </a:cubicBezTo>
                <a:close/>
                <a:moveTo>
                  <a:pt x="2921834" y="680085"/>
                </a:moveTo>
                <a:lnTo>
                  <a:pt x="2933979" y="680085"/>
                </a:lnTo>
                <a:cubicBezTo>
                  <a:pt x="2934383" y="680085"/>
                  <a:pt x="2934788" y="680085"/>
                  <a:pt x="2935193" y="680490"/>
                </a:cubicBezTo>
                <a:lnTo>
                  <a:pt x="2941265" y="691015"/>
                </a:lnTo>
                <a:cubicBezTo>
                  <a:pt x="2941670" y="691420"/>
                  <a:pt x="2941670" y="691825"/>
                  <a:pt x="2941265" y="692229"/>
                </a:cubicBezTo>
                <a:lnTo>
                  <a:pt x="2935193" y="702754"/>
                </a:lnTo>
                <a:cubicBezTo>
                  <a:pt x="2934788" y="703159"/>
                  <a:pt x="2934383" y="703564"/>
                  <a:pt x="2933979" y="703564"/>
                </a:cubicBezTo>
                <a:lnTo>
                  <a:pt x="2921834" y="703564"/>
                </a:lnTo>
                <a:cubicBezTo>
                  <a:pt x="2921430" y="703564"/>
                  <a:pt x="2921024" y="703159"/>
                  <a:pt x="2920620" y="702754"/>
                </a:cubicBezTo>
                <a:lnTo>
                  <a:pt x="2914548" y="692229"/>
                </a:lnTo>
                <a:cubicBezTo>
                  <a:pt x="2914143" y="691825"/>
                  <a:pt x="2914143" y="691420"/>
                  <a:pt x="2914548" y="691015"/>
                </a:cubicBezTo>
                <a:lnTo>
                  <a:pt x="2920620" y="680490"/>
                </a:lnTo>
                <a:cubicBezTo>
                  <a:pt x="2921024" y="680490"/>
                  <a:pt x="2921430" y="680085"/>
                  <a:pt x="2921834" y="680085"/>
                </a:cubicBezTo>
                <a:close/>
                <a:moveTo>
                  <a:pt x="2840062" y="679680"/>
                </a:moveTo>
                <a:lnTo>
                  <a:pt x="2853421" y="679680"/>
                </a:lnTo>
                <a:cubicBezTo>
                  <a:pt x="2853826" y="679680"/>
                  <a:pt x="2854230" y="679680"/>
                  <a:pt x="2854636" y="680085"/>
                </a:cubicBezTo>
                <a:lnTo>
                  <a:pt x="2861112" y="691420"/>
                </a:lnTo>
                <a:cubicBezTo>
                  <a:pt x="2861517" y="691824"/>
                  <a:pt x="2861517" y="692229"/>
                  <a:pt x="2861112" y="692634"/>
                </a:cubicBezTo>
                <a:lnTo>
                  <a:pt x="2854636" y="703969"/>
                </a:lnTo>
                <a:cubicBezTo>
                  <a:pt x="2854230" y="704374"/>
                  <a:pt x="2853826" y="704374"/>
                  <a:pt x="2853421" y="704374"/>
                </a:cubicBezTo>
                <a:lnTo>
                  <a:pt x="2840062" y="704374"/>
                </a:lnTo>
                <a:cubicBezTo>
                  <a:pt x="2839657" y="704374"/>
                  <a:pt x="2839253" y="704374"/>
                  <a:pt x="2838848" y="703969"/>
                </a:cubicBezTo>
                <a:lnTo>
                  <a:pt x="2832371" y="692634"/>
                </a:lnTo>
                <a:cubicBezTo>
                  <a:pt x="2831966" y="692229"/>
                  <a:pt x="2831966" y="691824"/>
                  <a:pt x="2832371" y="691420"/>
                </a:cubicBezTo>
                <a:lnTo>
                  <a:pt x="2838848" y="680085"/>
                </a:lnTo>
                <a:cubicBezTo>
                  <a:pt x="2839253" y="680085"/>
                  <a:pt x="2839657" y="679680"/>
                  <a:pt x="2840062" y="679680"/>
                </a:cubicBezTo>
                <a:close/>
                <a:moveTo>
                  <a:pt x="3568320" y="679275"/>
                </a:moveTo>
                <a:lnTo>
                  <a:pt x="3582084" y="679275"/>
                </a:lnTo>
                <a:cubicBezTo>
                  <a:pt x="3582488" y="679275"/>
                  <a:pt x="3582893" y="679275"/>
                  <a:pt x="3583298" y="679680"/>
                </a:cubicBezTo>
                <a:lnTo>
                  <a:pt x="3590180" y="691419"/>
                </a:lnTo>
                <a:cubicBezTo>
                  <a:pt x="3590584" y="691824"/>
                  <a:pt x="3590584" y="692229"/>
                  <a:pt x="3590180" y="692634"/>
                </a:cubicBezTo>
                <a:lnTo>
                  <a:pt x="3583298" y="704373"/>
                </a:lnTo>
                <a:cubicBezTo>
                  <a:pt x="3583298" y="704778"/>
                  <a:pt x="3582893" y="704778"/>
                  <a:pt x="3582084" y="704778"/>
                </a:cubicBezTo>
                <a:lnTo>
                  <a:pt x="3568320" y="704778"/>
                </a:lnTo>
                <a:cubicBezTo>
                  <a:pt x="3567915" y="704778"/>
                  <a:pt x="3567510" y="704778"/>
                  <a:pt x="3567106" y="704373"/>
                </a:cubicBezTo>
                <a:lnTo>
                  <a:pt x="3560224" y="692634"/>
                </a:lnTo>
                <a:cubicBezTo>
                  <a:pt x="3559819" y="692229"/>
                  <a:pt x="3559819" y="691824"/>
                  <a:pt x="3560224" y="691419"/>
                </a:cubicBezTo>
                <a:lnTo>
                  <a:pt x="3567106" y="679680"/>
                </a:lnTo>
                <a:cubicBezTo>
                  <a:pt x="3567510" y="679680"/>
                  <a:pt x="3567915" y="679275"/>
                  <a:pt x="3568320" y="679275"/>
                </a:cubicBezTo>
                <a:close/>
                <a:moveTo>
                  <a:pt x="2354692" y="679275"/>
                </a:moveTo>
                <a:lnTo>
                  <a:pt x="2367646" y="679275"/>
                </a:lnTo>
                <a:cubicBezTo>
                  <a:pt x="2368051" y="679275"/>
                  <a:pt x="2368456" y="679275"/>
                  <a:pt x="2368860" y="679680"/>
                </a:cubicBezTo>
                <a:lnTo>
                  <a:pt x="2375338" y="691015"/>
                </a:lnTo>
                <a:cubicBezTo>
                  <a:pt x="2375742" y="691419"/>
                  <a:pt x="2375742" y="691824"/>
                  <a:pt x="2375338" y="692229"/>
                </a:cubicBezTo>
                <a:lnTo>
                  <a:pt x="2368860" y="703564"/>
                </a:lnTo>
                <a:cubicBezTo>
                  <a:pt x="2368456" y="703969"/>
                  <a:pt x="2368051" y="704373"/>
                  <a:pt x="2367646" y="703969"/>
                </a:cubicBezTo>
                <a:lnTo>
                  <a:pt x="2354692" y="703969"/>
                </a:lnTo>
                <a:cubicBezTo>
                  <a:pt x="2354287" y="703969"/>
                  <a:pt x="2353883" y="703969"/>
                  <a:pt x="2353478" y="703564"/>
                </a:cubicBezTo>
                <a:lnTo>
                  <a:pt x="2347001" y="692229"/>
                </a:lnTo>
                <a:cubicBezTo>
                  <a:pt x="2346596" y="691824"/>
                  <a:pt x="2346596" y="691419"/>
                  <a:pt x="2347001" y="691015"/>
                </a:cubicBezTo>
                <a:lnTo>
                  <a:pt x="2353478" y="679680"/>
                </a:lnTo>
                <a:cubicBezTo>
                  <a:pt x="2353883" y="679680"/>
                  <a:pt x="2354287" y="679275"/>
                  <a:pt x="2354692" y="679275"/>
                </a:cubicBezTo>
                <a:close/>
                <a:moveTo>
                  <a:pt x="3528243" y="678871"/>
                </a:moveTo>
                <a:lnTo>
                  <a:pt x="3541602" y="678871"/>
                </a:lnTo>
                <a:cubicBezTo>
                  <a:pt x="3542007" y="678871"/>
                  <a:pt x="3542411" y="678871"/>
                  <a:pt x="3542816" y="679276"/>
                </a:cubicBezTo>
                <a:lnTo>
                  <a:pt x="3549698" y="691015"/>
                </a:lnTo>
                <a:cubicBezTo>
                  <a:pt x="3550103" y="691420"/>
                  <a:pt x="3550103" y="691825"/>
                  <a:pt x="3549698" y="692230"/>
                </a:cubicBezTo>
                <a:lnTo>
                  <a:pt x="3542816" y="703969"/>
                </a:lnTo>
                <a:cubicBezTo>
                  <a:pt x="3542816" y="704374"/>
                  <a:pt x="3542411" y="704779"/>
                  <a:pt x="3541602" y="704374"/>
                </a:cubicBezTo>
                <a:lnTo>
                  <a:pt x="3528243" y="704374"/>
                </a:lnTo>
                <a:cubicBezTo>
                  <a:pt x="3527838" y="704374"/>
                  <a:pt x="3527433" y="704374"/>
                  <a:pt x="3527029" y="703969"/>
                </a:cubicBezTo>
                <a:lnTo>
                  <a:pt x="3520147" y="692230"/>
                </a:lnTo>
                <a:cubicBezTo>
                  <a:pt x="3519742" y="691825"/>
                  <a:pt x="3519742" y="691420"/>
                  <a:pt x="3520147" y="691015"/>
                </a:cubicBezTo>
                <a:lnTo>
                  <a:pt x="3527029" y="679276"/>
                </a:lnTo>
                <a:cubicBezTo>
                  <a:pt x="3527433" y="679276"/>
                  <a:pt x="3527838" y="678871"/>
                  <a:pt x="3528243" y="678871"/>
                </a:cubicBezTo>
                <a:close/>
                <a:moveTo>
                  <a:pt x="4262169" y="648914"/>
                </a:moveTo>
                <a:lnTo>
                  <a:pt x="4265002" y="648914"/>
                </a:lnTo>
                <a:lnTo>
                  <a:pt x="4266217" y="651343"/>
                </a:lnTo>
                <a:lnTo>
                  <a:pt x="4265002" y="653772"/>
                </a:lnTo>
                <a:lnTo>
                  <a:pt x="4262169" y="653772"/>
                </a:lnTo>
                <a:lnTo>
                  <a:pt x="4260954" y="651343"/>
                </a:lnTo>
                <a:close/>
                <a:moveTo>
                  <a:pt x="4181206" y="648914"/>
                </a:moveTo>
                <a:lnTo>
                  <a:pt x="4184039" y="648914"/>
                </a:lnTo>
                <a:lnTo>
                  <a:pt x="4185254" y="651343"/>
                </a:lnTo>
                <a:lnTo>
                  <a:pt x="4184039" y="653772"/>
                </a:lnTo>
                <a:lnTo>
                  <a:pt x="4181206" y="653772"/>
                </a:lnTo>
                <a:lnTo>
                  <a:pt x="4179991" y="651343"/>
                </a:lnTo>
                <a:close/>
                <a:moveTo>
                  <a:pt x="4141129" y="648914"/>
                </a:moveTo>
                <a:lnTo>
                  <a:pt x="4143558" y="648914"/>
                </a:lnTo>
                <a:lnTo>
                  <a:pt x="4144773" y="651343"/>
                </a:lnTo>
                <a:lnTo>
                  <a:pt x="4143558" y="653772"/>
                </a:lnTo>
                <a:lnTo>
                  <a:pt x="4141129" y="653772"/>
                </a:lnTo>
                <a:lnTo>
                  <a:pt x="4139915" y="651343"/>
                </a:lnTo>
                <a:close/>
                <a:moveTo>
                  <a:pt x="4100648" y="648914"/>
                </a:moveTo>
                <a:lnTo>
                  <a:pt x="4103077" y="648914"/>
                </a:lnTo>
                <a:lnTo>
                  <a:pt x="4104292" y="651343"/>
                </a:lnTo>
                <a:lnTo>
                  <a:pt x="4103077" y="653772"/>
                </a:lnTo>
                <a:lnTo>
                  <a:pt x="4100648" y="653772"/>
                </a:lnTo>
                <a:lnTo>
                  <a:pt x="4099434" y="651343"/>
                </a:lnTo>
                <a:close/>
                <a:moveTo>
                  <a:pt x="4221687" y="648510"/>
                </a:moveTo>
                <a:lnTo>
                  <a:pt x="4224926" y="648510"/>
                </a:lnTo>
                <a:lnTo>
                  <a:pt x="4226545" y="651344"/>
                </a:lnTo>
                <a:lnTo>
                  <a:pt x="4224926" y="654177"/>
                </a:lnTo>
                <a:lnTo>
                  <a:pt x="4221687" y="654177"/>
                </a:lnTo>
                <a:lnTo>
                  <a:pt x="4220068" y="651344"/>
                </a:lnTo>
                <a:close/>
                <a:moveTo>
                  <a:pt x="4059762" y="648510"/>
                </a:moveTo>
                <a:lnTo>
                  <a:pt x="4063001" y="648510"/>
                </a:lnTo>
                <a:lnTo>
                  <a:pt x="4064620" y="651344"/>
                </a:lnTo>
                <a:lnTo>
                  <a:pt x="4063001" y="654177"/>
                </a:lnTo>
                <a:lnTo>
                  <a:pt x="4059762" y="654177"/>
                </a:lnTo>
                <a:lnTo>
                  <a:pt x="4058143" y="651344"/>
                </a:lnTo>
                <a:close/>
                <a:moveTo>
                  <a:pt x="4019280" y="648510"/>
                </a:moveTo>
                <a:lnTo>
                  <a:pt x="4022519" y="648510"/>
                </a:lnTo>
                <a:lnTo>
                  <a:pt x="4024138" y="651344"/>
                </a:lnTo>
                <a:lnTo>
                  <a:pt x="4022519" y="654177"/>
                </a:lnTo>
                <a:lnTo>
                  <a:pt x="4019280" y="654177"/>
                </a:lnTo>
                <a:lnTo>
                  <a:pt x="4017661" y="651344"/>
                </a:lnTo>
                <a:close/>
                <a:moveTo>
                  <a:pt x="3978799" y="648105"/>
                </a:moveTo>
                <a:lnTo>
                  <a:pt x="3982442" y="648105"/>
                </a:lnTo>
                <a:lnTo>
                  <a:pt x="3984467" y="651344"/>
                </a:lnTo>
                <a:lnTo>
                  <a:pt x="3982442" y="654582"/>
                </a:lnTo>
                <a:lnTo>
                  <a:pt x="3978799" y="654582"/>
                </a:lnTo>
                <a:lnTo>
                  <a:pt x="3976775" y="651344"/>
                </a:lnTo>
                <a:close/>
                <a:moveTo>
                  <a:pt x="3938318" y="648105"/>
                </a:moveTo>
                <a:lnTo>
                  <a:pt x="3941961" y="648105"/>
                </a:lnTo>
                <a:lnTo>
                  <a:pt x="3943986" y="651344"/>
                </a:lnTo>
                <a:lnTo>
                  <a:pt x="3941961" y="654582"/>
                </a:lnTo>
                <a:lnTo>
                  <a:pt x="3938318" y="654582"/>
                </a:lnTo>
                <a:lnTo>
                  <a:pt x="3936294" y="651344"/>
                </a:lnTo>
                <a:close/>
                <a:moveTo>
                  <a:pt x="3897433" y="647700"/>
                </a:moveTo>
                <a:lnTo>
                  <a:pt x="3901076" y="647700"/>
                </a:lnTo>
                <a:cubicBezTo>
                  <a:pt x="3901481" y="647700"/>
                  <a:pt x="3901885" y="647700"/>
                  <a:pt x="3902290" y="648105"/>
                </a:cubicBezTo>
                <a:lnTo>
                  <a:pt x="3903909" y="650938"/>
                </a:lnTo>
                <a:cubicBezTo>
                  <a:pt x="3904314" y="651343"/>
                  <a:pt x="3904314" y="651748"/>
                  <a:pt x="3903909" y="652153"/>
                </a:cubicBezTo>
                <a:lnTo>
                  <a:pt x="3902290" y="654987"/>
                </a:lnTo>
                <a:cubicBezTo>
                  <a:pt x="3901885" y="655391"/>
                  <a:pt x="3901481" y="655391"/>
                  <a:pt x="3901076" y="655391"/>
                </a:cubicBezTo>
                <a:lnTo>
                  <a:pt x="3897433" y="655391"/>
                </a:lnTo>
                <a:cubicBezTo>
                  <a:pt x="3897028" y="655391"/>
                  <a:pt x="3896623" y="655391"/>
                  <a:pt x="3896218" y="654987"/>
                </a:cubicBezTo>
                <a:lnTo>
                  <a:pt x="3894599" y="652153"/>
                </a:lnTo>
                <a:cubicBezTo>
                  <a:pt x="3894194" y="651748"/>
                  <a:pt x="3894194" y="651343"/>
                  <a:pt x="3894599" y="650938"/>
                </a:cubicBezTo>
                <a:lnTo>
                  <a:pt x="3896218" y="648105"/>
                </a:lnTo>
                <a:cubicBezTo>
                  <a:pt x="3896623" y="648105"/>
                  <a:pt x="3897028" y="647700"/>
                  <a:pt x="3897433" y="647700"/>
                </a:cubicBezTo>
                <a:close/>
                <a:moveTo>
                  <a:pt x="2601627" y="647700"/>
                </a:moveTo>
                <a:lnTo>
                  <a:pt x="2606080" y="647700"/>
                </a:lnTo>
                <a:lnTo>
                  <a:pt x="2608104" y="651343"/>
                </a:lnTo>
                <a:lnTo>
                  <a:pt x="2606080" y="654987"/>
                </a:lnTo>
                <a:lnTo>
                  <a:pt x="2601627" y="654987"/>
                </a:lnTo>
                <a:lnTo>
                  <a:pt x="2599603" y="651343"/>
                </a:lnTo>
                <a:close/>
                <a:moveTo>
                  <a:pt x="2561551" y="647700"/>
                </a:moveTo>
                <a:lnTo>
                  <a:pt x="2565599" y="647700"/>
                </a:lnTo>
                <a:lnTo>
                  <a:pt x="2567623" y="651343"/>
                </a:lnTo>
                <a:lnTo>
                  <a:pt x="2565599" y="654987"/>
                </a:lnTo>
                <a:lnTo>
                  <a:pt x="2561551" y="654987"/>
                </a:lnTo>
                <a:lnTo>
                  <a:pt x="2559527" y="651343"/>
                </a:lnTo>
                <a:close/>
                <a:moveTo>
                  <a:pt x="2520665" y="647700"/>
                </a:moveTo>
                <a:lnTo>
                  <a:pt x="2525118" y="647700"/>
                </a:lnTo>
                <a:lnTo>
                  <a:pt x="2527142" y="651343"/>
                </a:lnTo>
                <a:lnTo>
                  <a:pt x="2525118" y="654987"/>
                </a:lnTo>
                <a:lnTo>
                  <a:pt x="2520665" y="654987"/>
                </a:lnTo>
                <a:lnTo>
                  <a:pt x="2518641" y="651343"/>
                </a:lnTo>
                <a:close/>
                <a:moveTo>
                  <a:pt x="2440512" y="647700"/>
                </a:moveTo>
                <a:lnTo>
                  <a:pt x="2443751" y="647700"/>
                </a:lnTo>
                <a:cubicBezTo>
                  <a:pt x="2444156" y="647700"/>
                  <a:pt x="2444560" y="647700"/>
                  <a:pt x="2444965" y="648105"/>
                </a:cubicBezTo>
                <a:lnTo>
                  <a:pt x="2446584" y="650938"/>
                </a:lnTo>
                <a:cubicBezTo>
                  <a:pt x="2446989" y="651343"/>
                  <a:pt x="2446989" y="651748"/>
                  <a:pt x="2446584" y="652153"/>
                </a:cubicBezTo>
                <a:lnTo>
                  <a:pt x="2444965" y="654987"/>
                </a:lnTo>
                <a:cubicBezTo>
                  <a:pt x="2444560" y="655391"/>
                  <a:pt x="2444156" y="655391"/>
                  <a:pt x="2443751" y="655796"/>
                </a:cubicBezTo>
                <a:lnTo>
                  <a:pt x="2440512" y="655796"/>
                </a:lnTo>
                <a:cubicBezTo>
                  <a:pt x="2440108" y="655796"/>
                  <a:pt x="2439703" y="655391"/>
                  <a:pt x="2439298" y="654987"/>
                </a:cubicBezTo>
                <a:lnTo>
                  <a:pt x="2437679" y="652153"/>
                </a:lnTo>
                <a:cubicBezTo>
                  <a:pt x="2437274" y="651748"/>
                  <a:pt x="2437274" y="651343"/>
                  <a:pt x="2437679" y="650938"/>
                </a:cubicBezTo>
                <a:lnTo>
                  <a:pt x="2439298" y="648105"/>
                </a:lnTo>
                <a:cubicBezTo>
                  <a:pt x="2439703" y="648105"/>
                  <a:pt x="2440108" y="647700"/>
                  <a:pt x="2440512" y="647700"/>
                </a:cubicBezTo>
                <a:close/>
                <a:moveTo>
                  <a:pt x="2642513" y="647295"/>
                </a:moveTo>
                <a:lnTo>
                  <a:pt x="2646561" y="647295"/>
                </a:lnTo>
                <a:cubicBezTo>
                  <a:pt x="2646966" y="647295"/>
                  <a:pt x="2647371" y="647295"/>
                  <a:pt x="2647776" y="647700"/>
                </a:cubicBezTo>
                <a:lnTo>
                  <a:pt x="2649800" y="650938"/>
                </a:lnTo>
                <a:cubicBezTo>
                  <a:pt x="2650204" y="651343"/>
                  <a:pt x="2650204" y="651748"/>
                  <a:pt x="2649800" y="652153"/>
                </a:cubicBezTo>
                <a:lnTo>
                  <a:pt x="2647776" y="655391"/>
                </a:lnTo>
                <a:cubicBezTo>
                  <a:pt x="2647371" y="655796"/>
                  <a:pt x="2646966" y="655796"/>
                  <a:pt x="2646561" y="655796"/>
                </a:cubicBezTo>
                <a:lnTo>
                  <a:pt x="2642513" y="655796"/>
                </a:lnTo>
                <a:cubicBezTo>
                  <a:pt x="2642108" y="655796"/>
                  <a:pt x="2641703" y="655796"/>
                  <a:pt x="2641299" y="655391"/>
                </a:cubicBezTo>
                <a:lnTo>
                  <a:pt x="2639275" y="652153"/>
                </a:lnTo>
                <a:cubicBezTo>
                  <a:pt x="2638870" y="651748"/>
                  <a:pt x="2638870" y="651343"/>
                  <a:pt x="2639275" y="650938"/>
                </a:cubicBezTo>
                <a:lnTo>
                  <a:pt x="2641299" y="647700"/>
                </a:lnTo>
                <a:cubicBezTo>
                  <a:pt x="2641703" y="647700"/>
                  <a:pt x="2642108" y="647295"/>
                  <a:pt x="2642513" y="647295"/>
                </a:cubicBezTo>
                <a:close/>
                <a:moveTo>
                  <a:pt x="2480589" y="647295"/>
                </a:moveTo>
                <a:lnTo>
                  <a:pt x="2485042" y="647295"/>
                </a:lnTo>
                <a:lnTo>
                  <a:pt x="2487471" y="651343"/>
                </a:lnTo>
                <a:lnTo>
                  <a:pt x="2485042" y="655391"/>
                </a:lnTo>
                <a:lnTo>
                  <a:pt x="2480589" y="655391"/>
                </a:lnTo>
                <a:lnTo>
                  <a:pt x="2478160" y="651343"/>
                </a:lnTo>
                <a:close/>
                <a:moveTo>
                  <a:pt x="3856951" y="646890"/>
                </a:moveTo>
                <a:lnTo>
                  <a:pt x="3860595" y="646890"/>
                </a:lnTo>
                <a:cubicBezTo>
                  <a:pt x="3860999" y="646890"/>
                  <a:pt x="3861404" y="647295"/>
                  <a:pt x="3861809" y="647700"/>
                </a:cubicBezTo>
                <a:lnTo>
                  <a:pt x="3863833" y="650938"/>
                </a:lnTo>
                <a:cubicBezTo>
                  <a:pt x="3864238" y="651343"/>
                  <a:pt x="3864238" y="651748"/>
                  <a:pt x="3863833" y="652153"/>
                </a:cubicBezTo>
                <a:lnTo>
                  <a:pt x="3861809" y="655391"/>
                </a:lnTo>
                <a:cubicBezTo>
                  <a:pt x="3861809" y="655796"/>
                  <a:pt x="3861404" y="655796"/>
                  <a:pt x="3860595" y="655796"/>
                </a:cubicBezTo>
                <a:lnTo>
                  <a:pt x="3856951" y="655796"/>
                </a:lnTo>
                <a:cubicBezTo>
                  <a:pt x="3856547" y="655796"/>
                  <a:pt x="3856141" y="655796"/>
                  <a:pt x="3855737" y="655391"/>
                </a:cubicBezTo>
                <a:lnTo>
                  <a:pt x="3853713" y="652153"/>
                </a:lnTo>
                <a:cubicBezTo>
                  <a:pt x="3853308" y="651748"/>
                  <a:pt x="3853308" y="651343"/>
                  <a:pt x="3853713" y="650938"/>
                </a:cubicBezTo>
                <a:lnTo>
                  <a:pt x="3855737" y="647700"/>
                </a:lnTo>
                <a:cubicBezTo>
                  <a:pt x="3856141" y="647295"/>
                  <a:pt x="3856547" y="646890"/>
                  <a:pt x="3856951" y="646890"/>
                </a:cubicBezTo>
                <a:close/>
                <a:moveTo>
                  <a:pt x="1953927" y="646890"/>
                </a:moveTo>
                <a:lnTo>
                  <a:pt x="1958380" y="646890"/>
                </a:lnTo>
                <a:cubicBezTo>
                  <a:pt x="1958785" y="646890"/>
                  <a:pt x="1959190" y="646890"/>
                  <a:pt x="1959594" y="647295"/>
                </a:cubicBezTo>
                <a:lnTo>
                  <a:pt x="1961619" y="650938"/>
                </a:lnTo>
                <a:cubicBezTo>
                  <a:pt x="1962023" y="651343"/>
                  <a:pt x="1962023" y="651748"/>
                  <a:pt x="1961619" y="652153"/>
                </a:cubicBezTo>
                <a:lnTo>
                  <a:pt x="1959594" y="655796"/>
                </a:lnTo>
                <a:cubicBezTo>
                  <a:pt x="1959190" y="656201"/>
                  <a:pt x="1958785" y="656201"/>
                  <a:pt x="1958380" y="656201"/>
                </a:cubicBezTo>
                <a:lnTo>
                  <a:pt x="1953927" y="656201"/>
                </a:lnTo>
                <a:cubicBezTo>
                  <a:pt x="1953522" y="656201"/>
                  <a:pt x="1953118" y="656201"/>
                  <a:pt x="1952713" y="655796"/>
                </a:cubicBezTo>
                <a:lnTo>
                  <a:pt x="1950689" y="652153"/>
                </a:lnTo>
                <a:cubicBezTo>
                  <a:pt x="1950284" y="651748"/>
                  <a:pt x="1950284" y="651343"/>
                  <a:pt x="1950689" y="650938"/>
                </a:cubicBezTo>
                <a:lnTo>
                  <a:pt x="1952713" y="647295"/>
                </a:lnTo>
                <a:cubicBezTo>
                  <a:pt x="1953118" y="647295"/>
                  <a:pt x="1953522" y="646890"/>
                  <a:pt x="1953927" y="646890"/>
                </a:cubicBezTo>
                <a:close/>
                <a:moveTo>
                  <a:pt x="1913446" y="646890"/>
                </a:moveTo>
                <a:lnTo>
                  <a:pt x="1917899" y="646890"/>
                </a:lnTo>
                <a:cubicBezTo>
                  <a:pt x="1918304" y="646890"/>
                  <a:pt x="1918709" y="646890"/>
                  <a:pt x="1919113" y="647295"/>
                </a:cubicBezTo>
                <a:lnTo>
                  <a:pt x="1921138" y="650938"/>
                </a:lnTo>
                <a:cubicBezTo>
                  <a:pt x="1921542" y="651343"/>
                  <a:pt x="1921542" y="651748"/>
                  <a:pt x="1921138" y="652153"/>
                </a:cubicBezTo>
                <a:lnTo>
                  <a:pt x="1919113" y="655796"/>
                </a:lnTo>
                <a:cubicBezTo>
                  <a:pt x="1918709" y="656201"/>
                  <a:pt x="1918304" y="656201"/>
                  <a:pt x="1917899" y="656201"/>
                </a:cubicBezTo>
                <a:lnTo>
                  <a:pt x="1913446" y="656201"/>
                </a:lnTo>
                <a:cubicBezTo>
                  <a:pt x="1913041" y="656201"/>
                  <a:pt x="1912637" y="656201"/>
                  <a:pt x="1912232" y="655796"/>
                </a:cubicBezTo>
                <a:lnTo>
                  <a:pt x="1910208" y="652153"/>
                </a:lnTo>
                <a:cubicBezTo>
                  <a:pt x="1909803" y="651748"/>
                  <a:pt x="1909803" y="651343"/>
                  <a:pt x="1910208" y="650938"/>
                </a:cubicBezTo>
                <a:lnTo>
                  <a:pt x="1912232" y="647295"/>
                </a:lnTo>
                <a:cubicBezTo>
                  <a:pt x="1912637" y="647295"/>
                  <a:pt x="1913041" y="646890"/>
                  <a:pt x="1913446" y="646890"/>
                </a:cubicBezTo>
                <a:close/>
                <a:moveTo>
                  <a:pt x="2399626" y="646486"/>
                </a:moveTo>
                <a:lnTo>
                  <a:pt x="2403674" y="646486"/>
                </a:lnTo>
                <a:cubicBezTo>
                  <a:pt x="2404079" y="646486"/>
                  <a:pt x="2404484" y="646486"/>
                  <a:pt x="2404889" y="646891"/>
                </a:cubicBezTo>
                <a:lnTo>
                  <a:pt x="2406913" y="650534"/>
                </a:lnTo>
                <a:cubicBezTo>
                  <a:pt x="2407317" y="650939"/>
                  <a:pt x="2407317" y="651344"/>
                  <a:pt x="2406913" y="651749"/>
                </a:cubicBezTo>
                <a:lnTo>
                  <a:pt x="2404889" y="655392"/>
                </a:lnTo>
                <a:cubicBezTo>
                  <a:pt x="2404484" y="655797"/>
                  <a:pt x="2404079" y="656201"/>
                  <a:pt x="2403674" y="655797"/>
                </a:cubicBezTo>
                <a:lnTo>
                  <a:pt x="2399626" y="655797"/>
                </a:lnTo>
                <a:cubicBezTo>
                  <a:pt x="2399221" y="655797"/>
                  <a:pt x="2398816" y="655797"/>
                  <a:pt x="2398412" y="655392"/>
                </a:cubicBezTo>
                <a:lnTo>
                  <a:pt x="2396388" y="651749"/>
                </a:lnTo>
                <a:cubicBezTo>
                  <a:pt x="2395983" y="651344"/>
                  <a:pt x="2395983" y="650939"/>
                  <a:pt x="2396388" y="650534"/>
                </a:cubicBezTo>
                <a:lnTo>
                  <a:pt x="2398412" y="646891"/>
                </a:lnTo>
                <a:cubicBezTo>
                  <a:pt x="2398816" y="646891"/>
                  <a:pt x="2399221" y="646486"/>
                  <a:pt x="2399626" y="646486"/>
                </a:cubicBezTo>
                <a:close/>
                <a:moveTo>
                  <a:pt x="2359145" y="646486"/>
                </a:moveTo>
                <a:lnTo>
                  <a:pt x="2363193" y="646486"/>
                </a:lnTo>
                <a:cubicBezTo>
                  <a:pt x="2363598" y="646486"/>
                  <a:pt x="2364003" y="646486"/>
                  <a:pt x="2364408" y="646891"/>
                </a:cubicBezTo>
                <a:lnTo>
                  <a:pt x="2366432" y="650534"/>
                </a:lnTo>
                <a:cubicBezTo>
                  <a:pt x="2366836" y="650939"/>
                  <a:pt x="2366836" y="651344"/>
                  <a:pt x="2366432" y="651749"/>
                </a:cubicBezTo>
                <a:lnTo>
                  <a:pt x="2364408" y="655392"/>
                </a:lnTo>
                <a:cubicBezTo>
                  <a:pt x="2364003" y="655797"/>
                  <a:pt x="2363598" y="656201"/>
                  <a:pt x="2363193" y="655797"/>
                </a:cubicBezTo>
                <a:lnTo>
                  <a:pt x="2359145" y="655797"/>
                </a:lnTo>
                <a:cubicBezTo>
                  <a:pt x="2358740" y="655797"/>
                  <a:pt x="2358335" y="655797"/>
                  <a:pt x="2357931" y="655392"/>
                </a:cubicBezTo>
                <a:lnTo>
                  <a:pt x="2355907" y="651749"/>
                </a:lnTo>
                <a:cubicBezTo>
                  <a:pt x="2355502" y="651344"/>
                  <a:pt x="2355502" y="650939"/>
                  <a:pt x="2355907" y="650534"/>
                </a:cubicBezTo>
                <a:lnTo>
                  <a:pt x="2357931" y="646891"/>
                </a:lnTo>
                <a:cubicBezTo>
                  <a:pt x="2358335" y="646891"/>
                  <a:pt x="2358740" y="646486"/>
                  <a:pt x="2359145" y="646486"/>
                </a:cubicBezTo>
                <a:close/>
                <a:moveTo>
                  <a:pt x="1994813" y="646486"/>
                </a:moveTo>
                <a:lnTo>
                  <a:pt x="1998861" y="646486"/>
                </a:lnTo>
                <a:cubicBezTo>
                  <a:pt x="1999266" y="646486"/>
                  <a:pt x="1999671" y="646486"/>
                  <a:pt x="2000076" y="646891"/>
                </a:cubicBezTo>
                <a:lnTo>
                  <a:pt x="2002100" y="650534"/>
                </a:lnTo>
                <a:cubicBezTo>
                  <a:pt x="2002504" y="650939"/>
                  <a:pt x="2002504" y="651344"/>
                  <a:pt x="2002100" y="651749"/>
                </a:cubicBezTo>
                <a:lnTo>
                  <a:pt x="2000076" y="655392"/>
                </a:lnTo>
                <a:cubicBezTo>
                  <a:pt x="1999671" y="655797"/>
                  <a:pt x="1999266" y="656201"/>
                  <a:pt x="1998861" y="655797"/>
                </a:cubicBezTo>
                <a:lnTo>
                  <a:pt x="1994813" y="655797"/>
                </a:lnTo>
                <a:cubicBezTo>
                  <a:pt x="1994408" y="655797"/>
                  <a:pt x="1994003" y="655797"/>
                  <a:pt x="1993599" y="655392"/>
                </a:cubicBezTo>
                <a:lnTo>
                  <a:pt x="1991575" y="651749"/>
                </a:lnTo>
                <a:cubicBezTo>
                  <a:pt x="1991170" y="651344"/>
                  <a:pt x="1991170" y="650939"/>
                  <a:pt x="1991575" y="650534"/>
                </a:cubicBezTo>
                <a:lnTo>
                  <a:pt x="1993599" y="646891"/>
                </a:lnTo>
                <a:cubicBezTo>
                  <a:pt x="1994003" y="646891"/>
                  <a:pt x="1994408" y="646486"/>
                  <a:pt x="1994813" y="646486"/>
                </a:cubicBezTo>
                <a:close/>
                <a:moveTo>
                  <a:pt x="1792002" y="646486"/>
                </a:moveTo>
                <a:lnTo>
                  <a:pt x="1796860" y="646486"/>
                </a:lnTo>
                <a:cubicBezTo>
                  <a:pt x="1797265" y="646486"/>
                  <a:pt x="1797669" y="646486"/>
                  <a:pt x="1798074" y="646891"/>
                </a:cubicBezTo>
                <a:lnTo>
                  <a:pt x="1800503" y="650939"/>
                </a:lnTo>
                <a:cubicBezTo>
                  <a:pt x="1800908" y="651344"/>
                  <a:pt x="1800908" y="651749"/>
                  <a:pt x="1800503" y="652153"/>
                </a:cubicBezTo>
                <a:lnTo>
                  <a:pt x="1798074" y="656201"/>
                </a:lnTo>
                <a:cubicBezTo>
                  <a:pt x="1797669" y="656606"/>
                  <a:pt x="1797265" y="656606"/>
                  <a:pt x="1796860" y="656606"/>
                </a:cubicBezTo>
                <a:lnTo>
                  <a:pt x="1792002" y="656606"/>
                </a:lnTo>
                <a:cubicBezTo>
                  <a:pt x="1791597" y="656606"/>
                  <a:pt x="1791192" y="656606"/>
                  <a:pt x="1790787" y="656201"/>
                </a:cubicBezTo>
                <a:lnTo>
                  <a:pt x="1788359" y="652153"/>
                </a:lnTo>
                <a:cubicBezTo>
                  <a:pt x="1787954" y="651749"/>
                  <a:pt x="1787954" y="651344"/>
                  <a:pt x="1788359" y="650939"/>
                </a:cubicBezTo>
                <a:lnTo>
                  <a:pt x="1790787" y="646891"/>
                </a:lnTo>
                <a:cubicBezTo>
                  <a:pt x="1791192" y="646891"/>
                  <a:pt x="1791597" y="646486"/>
                  <a:pt x="1792002" y="646486"/>
                </a:cubicBezTo>
                <a:close/>
                <a:moveTo>
                  <a:pt x="2318259" y="646081"/>
                </a:moveTo>
                <a:lnTo>
                  <a:pt x="2322712" y="646081"/>
                </a:lnTo>
                <a:cubicBezTo>
                  <a:pt x="2323117" y="646081"/>
                  <a:pt x="2323522" y="646081"/>
                  <a:pt x="2323926" y="646486"/>
                </a:cubicBezTo>
                <a:lnTo>
                  <a:pt x="2326355" y="650534"/>
                </a:lnTo>
                <a:cubicBezTo>
                  <a:pt x="2326760" y="650939"/>
                  <a:pt x="2326760" y="651344"/>
                  <a:pt x="2326355" y="651748"/>
                </a:cubicBezTo>
                <a:lnTo>
                  <a:pt x="2323926" y="655797"/>
                </a:lnTo>
                <a:cubicBezTo>
                  <a:pt x="2323926" y="656201"/>
                  <a:pt x="2323522" y="656606"/>
                  <a:pt x="2322712" y="656201"/>
                </a:cubicBezTo>
                <a:lnTo>
                  <a:pt x="2318259" y="656201"/>
                </a:lnTo>
                <a:cubicBezTo>
                  <a:pt x="2317854" y="656201"/>
                  <a:pt x="2317449" y="656201"/>
                  <a:pt x="2317044" y="655797"/>
                </a:cubicBezTo>
                <a:lnTo>
                  <a:pt x="2314616" y="651748"/>
                </a:lnTo>
                <a:cubicBezTo>
                  <a:pt x="2314211" y="651344"/>
                  <a:pt x="2314211" y="650939"/>
                  <a:pt x="2314616" y="650534"/>
                </a:cubicBezTo>
                <a:lnTo>
                  <a:pt x="2317044" y="646486"/>
                </a:lnTo>
                <a:cubicBezTo>
                  <a:pt x="2317449" y="646486"/>
                  <a:pt x="2317854" y="646081"/>
                  <a:pt x="2318259" y="646081"/>
                </a:cubicBezTo>
                <a:close/>
                <a:moveTo>
                  <a:pt x="2277373" y="646081"/>
                </a:moveTo>
                <a:lnTo>
                  <a:pt x="2282635" y="646081"/>
                </a:lnTo>
                <a:cubicBezTo>
                  <a:pt x="2283040" y="646081"/>
                  <a:pt x="2283445" y="646081"/>
                  <a:pt x="2283850" y="646486"/>
                </a:cubicBezTo>
                <a:lnTo>
                  <a:pt x="2286279" y="650939"/>
                </a:lnTo>
                <a:cubicBezTo>
                  <a:pt x="2286684" y="651344"/>
                  <a:pt x="2286684" y="651748"/>
                  <a:pt x="2286279" y="652153"/>
                </a:cubicBezTo>
                <a:lnTo>
                  <a:pt x="2283850" y="656606"/>
                </a:lnTo>
                <a:cubicBezTo>
                  <a:pt x="2283445" y="656606"/>
                  <a:pt x="2283040" y="657011"/>
                  <a:pt x="2282635" y="657011"/>
                </a:cubicBezTo>
                <a:lnTo>
                  <a:pt x="2277373" y="657011"/>
                </a:lnTo>
                <a:cubicBezTo>
                  <a:pt x="2276968" y="657011"/>
                  <a:pt x="2276563" y="657011"/>
                  <a:pt x="2276159" y="656606"/>
                </a:cubicBezTo>
                <a:lnTo>
                  <a:pt x="2273730" y="652153"/>
                </a:lnTo>
                <a:cubicBezTo>
                  <a:pt x="2273325" y="651748"/>
                  <a:pt x="2273325" y="651344"/>
                  <a:pt x="2273730" y="650939"/>
                </a:cubicBezTo>
                <a:lnTo>
                  <a:pt x="2276159" y="646486"/>
                </a:lnTo>
                <a:cubicBezTo>
                  <a:pt x="2276563" y="646486"/>
                  <a:pt x="2276968" y="646081"/>
                  <a:pt x="2277373" y="646081"/>
                </a:cubicBezTo>
                <a:close/>
                <a:moveTo>
                  <a:pt x="2075371" y="646081"/>
                </a:moveTo>
                <a:lnTo>
                  <a:pt x="2079824" y="646081"/>
                </a:lnTo>
                <a:cubicBezTo>
                  <a:pt x="2080229" y="646081"/>
                  <a:pt x="2080634" y="646081"/>
                  <a:pt x="2081038" y="646486"/>
                </a:cubicBezTo>
                <a:lnTo>
                  <a:pt x="2083063" y="650534"/>
                </a:lnTo>
                <a:cubicBezTo>
                  <a:pt x="2083467" y="650939"/>
                  <a:pt x="2083467" y="651344"/>
                  <a:pt x="2083063" y="651748"/>
                </a:cubicBezTo>
                <a:lnTo>
                  <a:pt x="2081038" y="655797"/>
                </a:lnTo>
                <a:cubicBezTo>
                  <a:pt x="2081038" y="656201"/>
                  <a:pt x="2080634" y="656606"/>
                  <a:pt x="2079824" y="656201"/>
                </a:cubicBezTo>
                <a:lnTo>
                  <a:pt x="2075371" y="656201"/>
                </a:lnTo>
                <a:cubicBezTo>
                  <a:pt x="2074966" y="656201"/>
                  <a:pt x="2074562" y="656201"/>
                  <a:pt x="2074157" y="655797"/>
                </a:cubicBezTo>
                <a:lnTo>
                  <a:pt x="2072133" y="651748"/>
                </a:lnTo>
                <a:cubicBezTo>
                  <a:pt x="2071728" y="651344"/>
                  <a:pt x="2071728" y="650939"/>
                  <a:pt x="2072133" y="650534"/>
                </a:cubicBezTo>
                <a:lnTo>
                  <a:pt x="2074157" y="646486"/>
                </a:lnTo>
                <a:cubicBezTo>
                  <a:pt x="2074562" y="646486"/>
                  <a:pt x="2074966" y="646081"/>
                  <a:pt x="2075371" y="646081"/>
                </a:cubicBezTo>
                <a:close/>
                <a:moveTo>
                  <a:pt x="2035295" y="646081"/>
                </a:moveTo>
                <a:lnTo>
                  <a:pt x="2039343" y="646081"/>
                </a:lnTo>
                <a:cubicBezTo>
                  <a:pt x="2039748" y="646081"/>
                  <a:pt x="2040153" y="646486"/>
                  <a:pt x="2040558" y="646891"/>
                </a:cubicBezTo>
                <a:lnTo>
                  <a:pt x="2042582" y="650534"/>
                </a:lnTo>
                <a:cubicBezTo>
                  <a:pt x="2042986" y="650939"/>
                  <a:pt x="2042986" y="651344"/>
                  <a:pt x="2042582" y="651748"/>
                </a:cubicBezTo>
                <a:lnTo>
                  <a:pt x="2040558" y="655392"/>
                </a:lnTo>
                <a:cubicBezTo>
                  <a:pt x="2040153" y="655797"/>
                  <a:pt x="2039748" y="656201"/>
                  <a:pt x="2039343" y="655797"/>
                </a:cubicBezTo>
                <a:lnTo>
                  <a:pt x="2035295" y="655797"/>
                </a:lnTo>
                <a:cubicBezTo>
                  <a:pt x="2034890" y="655797"/>
                  <a:pt x="2034485" y="655797"/>
                  <a:pt x="2034081" y="655392"/>
                </a:cubicBezTo>
                <a:lnTo>
                  <a:pt x="2032057" y="651748"/>
                </a:lnTo>
                <a:cubicBezTo>
                  <a:pt x="2031652" y="651344"/>
                  <a:pt x="2031652" y="650939"/>
                  <a:pt x="2032057" y="650534"/>
                </a:cubicBezTo>
                <a:lnTo>
                  <a:pt x="2034081" y="646891"/>
                </a:lnTo>
                <a:cubicBezTo>
                  <a:pt x="2034485" y="646486"/>
                  <a:pt x="2034890" y="646081"/>
                  <a:pt x="2035295" y="646081"/>
                </a:cubicBezTo>
                <a:close/>
                <a:moveTo>
                  <a:pt x="1872965" y="646081"/>
                </a:moveTo>
                <a:lnTo>
                  <a:pt x="1877418" y="646081"/>
                </a:lnTo>
                <a:cubicBezTo>
                  <a:pt x="1877823" y="646081"/>
                  <a:pt x="1878228" y="646081"/>
                  <a:pt x="1878632" y="646486"/>
                </a:cubicBezTo>
                <a:lnTo>
                  <a:pt x="1881061" y="650534"/>
                </a:lnTo>
                <a:cubicBezTo>
                  <a:pt x="1881466" y="650939"/>
                  <a:pt x="1881466" y="651344"/>
                  <a:pt x="1881061" y="651748"/>
                </a:cubicBezTo>
                <a:lnTo>
                  <a:pt x="1878632" y="655797"/>
                </a:lnTo>
                <a:cubicBezTo>
                  <a:pt x="1878632" y="656201"/>
                  <a:pt x="1878228" y="656606"/>
                  <a:pt x="1877418" y="657011"/>
                </a:cubicBezTo>
                <a:lnTo>
                  <a:pt x="1872965" y="657011"/>
                </a:lnTo>
                <a:cubicBezTo>
                  <a:pt x="1872560" y="657011"/>
                  <a:pt x="1872155" y="656606"/>
                  <a:pt x="1871750" y="656201"/>
                </a:cubicBezTo>
                <a:lnTo>
                  <a:pt x="1869322" y="652153"/>
                </a:lnTo>
                <a:cubicBezTo>
                  <a:pt x="1868917" y="651748"/>
                  <a:pt x="1868917" y="651344"/>
                  <a:pt x="1869322" y="650939"/>
                </a:cubicBezTo>
                <a:lnTo>
                  <a:pt x="1871750" y="646891"/>
                </a:lnTo>
                <a:cubicBezTo>
                  <a:pt x="1872155" y="646486"/>
                  <a:pt x="1872560" y="646081"/>
                  <a:pt x="1872965" y="646081"/>
                </a:cubicBezTo>
                <a:close/>
                <a:moveTo>
                  <a:pt x="1832484" y="646081"/>
                </a:moveTo>
                <a:lnTo>
                  <a:pt x="1837342" y="646081"/>
                </a:lnTo>
                <a:cubicBezTo>
                  <a:pt x="1837747" y="646081"/>
                  <a:pt x="1838151" y="646486"/>
                  <a:pt x="1838556" y="646891"/>
                </a:cubicBezTo>
                <a:lnTo>
                  <a:pt x="1840985" y="650939"/>
                </a:lnTo>
                <a:cubicBezTo>
                  <a:pt x="1841390" y="651344"/>
                  <a:pt x="1841390" y="651748"/>
                  <a:pt x="1840985" y="652153"/>
                </a:cubicBezTo>
                <a:lnTo>
                  <a:pt x="1838556" y="656201"/>
                </a:lnTo>
                <a:cubicBezTo>
                  <a:pt x="1838151" y="656606"/>
                  <a:pt x="1837747" y="656606"/>
                  <a:pt x="1837342" y="657011"/>
                </a:cubicBezTo>
                <a:lnTo>
                  <a:pt x="1832484" y="657011"/>
                </a:lnTo>
                <a:cubicBezTo>
                  <a:pt x="1832079" y="657011"/>
                  <a:pt x="1831674" y="656606"/>
                  <a:pt x="1831269" y="656201"/>
                </a:cubicBezTo>
                <a:lnTo>
                  <a:pt x="1828841" y="652153"/>
                </a:lnTo>
                <a:cubicBezTo>
                  <a:pt x="1828436" y="651748"/>
                  <a:pt x="1828436" y="651344"/>
                  <a:pt x="1828841" y="650939"/>
                </a:cubicBezTo>
                <a:lnTo>
                  <a:pt x="1831269" y="646891"/>
                </a:lnTo>
                <a:cubicBezTo>
                  <a:pt x="1831674" y="646486"/>
                  <a:pt x="1832079" y="646081"/>
                  <a:pt x="1832484" y="646081"/>
                </a:cubicBezTo>
                <a:close/>
                <a:moveTo>
                  <a:pt x="3816065" y="645676"/>
                </a:moveTo>
                <a:lnTo>
                  <a:pt x="3820922" y="645676"/>
                </a:lnTo>
                <a:cubicBezTo>
                  <a:pt x="3821327" y="645676"/>
                  <a:pt x="3821732" y="645676"/>
                  <a:pt x="3822137" y="646081"/>
                </a:cubicBezTo>
                <a:lnTo>
                  <a:pt x="3824566" y="650534"/>
                </a:lnTo>
                <a:cubicBezTo>
                  <a:pt x="3824971" y="650939"/>
                  <a:pt x="3824971" y="651343"/>
                  <a:pt x="3824566" y="651748"/>
                </a:cubicBezTo>
                <a:lnTo>
                  <a:pt x="3822137" y="656201"/>
                </a:lnTo>
                <a:cubicBezTo>
                  <a:pt x="3821732" y="656606"/>
                  <a:pt x="3821327" y="657011"/>
                  <a:pt x="3820922" y="656606"/>
                </a:cubicBezTo>
                <a:lnTo>
                  <a:pt x="3816065" y="656606"/>
                </a:lnTo>
                <a:cubicBezTo>
                  <a:pt x="3815660" y="656606"/>
                  <a:pt x="3815255" y="656606"/>
                  <a:pt x="3814850" y="656201"/>
                </a:cubicBezTo>
                <a:lnTo>
                  <a:pt x="3812422" y="651748"/>
                </a:lnTo>
                <a:cubicBezTo>
                  <a:pt x="3812017" y="651343"/>
                  <a:pt x="3812017" y="650939"/>
                  <a:pt x="3812422" y="650534"/>
                </a:cubicBezTo>
                <a:lnTo>
                  <a:pt x="3814850" y="646081"/>
                </a:lnTo>
                <a:cubicBezTo>
                  <a:pt x="3815255" y="646081"/>
                  <a:pt x="3815660" y="645676"/>
                  <a:pt x="3816065" y="645676"/>
                </a:cubicBezTo>
                <a:close/>
                <a:moveTo>
                  <a:pt x="3775179" y="645676"/>
                </a:moveTo>
                <a:lnTo>
                  <a:pt x="3780846" y="645676"/>
                </a:lnTo>
                <a:cubicBezTo>
                  <a:pt x="3781251" y="645676"/>
                  <a:pt x="3781656" y="645676"/>
                  <a:pt x="3782061" y="646081"/>
                </a:cubicBezTo>
                <a:lnTo>
                  <a:pt x="3784894" y="650939"/>
                </a:lnTo>
                <a:cubicBezTo>
                  <a:pt x="3785299" y="651343"/>
                  <a:pt x="3785299" y="651748"/>
                  <a:pt x="3784894" y="652153"/>
                </a:cubicBezTo>
                <a:lnTo>
                  <a:pt x="3782061" y="657011"/>
                </a:lnTo>
                <a:cubicBezTo>
                  <a:pt x="3781656" y="657416"/>
                  <a:pt x="3781251" y="657416"/>
                  <a:pt x="3780846" y="657416"/>
                </a:cubicBezTo>
                <a:lnTo>
                  <a:pt x="3775179" y="657416"/>
                </a:lnTo>
                <a:cubicBezTo>
                  <a:pt x="3774774" y="657416"/>
                  <a:pt x="3774369" y="657416"/>
                  <a:pt x="3773965" y="657011"/>
                </a:cubicBezTo>
                <a:lnTo>
                  <a:pt x="3771131" y="652153"/>
                </a:lnTo>
                <a:cubicBezTo>
                  <a:pt x="3770726" y="651748"/>
                  <a:pt x="3770726" y="651343"/>
                  <a:pt x="3771131" y="650939"/>
                </a:cubicBezTo>
                <a:lnTo>
                  <a:pt x="3773965" y="646081"/>
                </a:lnTo>
                <a:cubicBezTo>
                  <a:pt x="3774369" y="646081"/>
                  <a:pt x="3774774" y="645676"/>
                  <a:pt x="3775179" y="645676"/>
                </a:cubicBezTo>
                <a:close/>
                <a:moveTo>
                  <a:pt x="2884591" y="645676"/>
                </a:moveTo>
                <a:lnTo>
                  <a:pt x="2890258" y="645676"/>
                </a:lnTo>
                <a:cubicBezTo>
                  <a:pt x="2890663" y="645676"/>
                  <a:pt x="2891068" y="645676"/>
                  <a:pt x="2891473" y="646081"/>
                </a:cubicBezTo>
                <a:lnTo>
                  <a:pt x="2894306" y="650939"/>
                </a:lnTo>
                <a:cubicBezTo>
                  <a:pt x="2894711" y="651343"/>
                  <a:pt x="2894711" y="651748"/>
                  <a:pt x="2894306" y="652153"/>
                </a:cubicBezTo>
                <a:lnTo>
                  <a:pt x="2891473" y="657011"/>
                </a:lnTo>
                <a:cubicBezTo>
                  <a:pt x="2891068" y="657416"/>
                  <a:pt x="2890663" y="657416"/>
                  <a:pt x="2890258" y="657416"/>
                </a:cubicBezTo>
                <a:lnTo>
                  <a:pt x="2884591" y="657416"/>
                </a:lnTo>
                <a:cubicBezTo>
                  <a:pt x="2884186" y="657416"/>
                  <a:pt x="2883781" y="657416"/>
                  <a:pt x="2883377" y="657011"/>
                </a:cubicBezTo>
                <a:lnTo>
                  <a:pt x="2880543" y="652153"/>
                </a:lnTo>
                <a:cubicBezTo>
                  <a:pt x="2880138" y="651748"/>
                  <a:pt x="2880138" y="651343"/>
                  <a:pt x="2880543" y="650939"/>
                </a:cubicBezTo>
                <a:lnTo>
                  <a:pt x="2883377" y="646081"/>
                </a:lnTo>
                <a:cubicBezTo>
                  <a:pt x="2883781" y="646081"/>
                  <a:pt x="2884186" y="645676"/>
                  <a:pt x="2884591" y="645676"/>
                </a:cubicBezTo>
                <a:close/>
                <a:moveTo>
                  <a:pt x="2844110" y="645676"/>
                </a:moveTo>
                <a:lnTo>
                  <a:pt x="2849372" y="645676"/>
                </a:lnTo>
                <a:cubicBezTo>
                  <a:pt x="2849777" y="645676"/>
                  <a:pt x="2850182" y="646081"/>
                  <a:pt x="2850587" y="646486"/>
                </a:cubicBezTo>
                <a:lnTo>
                  <a:pt x="2853421" y="650939"/>
                </a:lnTo>
                <a:cubicBezTo>
                  <a:pt x="2853825" y="651343"/>
                  <a:pt x="2853825" y="651748"/>
                  <a:pt x="2853421" y="652153"/>
                </a:cubicBezTo>
                <a:lnTo>
                  <a:pt x="2850587" y="656606"/>
                </a:lnTo>
                <a:cubicBezTo>
                  <a:pt x="2850587" y="657011"/>
                  <a:pt x="2850182" y="657011"/>
                  <a:pt x="2849372" y="657011"/>
                </a:cubicBezTo>
                <a:lnTo>
                  <a:pt x="2844110" y="657011"/>
                </a:lnTo>
                <a:cubicBezTo>
                  <a:pt x="2843705" y="657011"/>
                  <a:pt x="2843300" y="657011"/>
                  <a:pt x="2842896" y="656606"/>
                </a:cubicBezTo>
                <a:lnTo>
                  <a:pt x="2840062" y="652153"/>
                </a:lnTo>
                <a:cubicBezTo>
                  <a:pt x="2839657" y="651748"/>
                  <a:pt x="2839657" y="651343"/>
                  <a:pt x="2840062" y="650939"/>
                </a:cubicBezTo>
                <a:lnTo>
                  <a:pt x="2842896" y="646486"/>
                </a:lnTo>
                <a:cubicBezTo>
                  <a:pt x="2843300" y="646081"/>
                  <a:pt x="2843705" y="645676"/>
                  <a:pt x="2844110" y="645676"/>
                </a:cubicBezTo>
                <a:close/>
                <a:moveTo>
                  <a:pt x="2803629" y="645676"/>
                </a:moveTo>
                <a:lnTo>
                  <a:pt x="2808892" y="645676"/>
                </a:lnTo>
                <a:cubicBezTo>
                  <a:pt x="2809296" y="645676"/>
                  <a:pt x="2809701" y="646081"/>
                  <a:pt x="2810106" y="646486"/>
                </a:cubicBezTo>
                <a:lnTo>
                  <a:pt x="2812535" y="650939"/>
                </a:lnTo>
                <a:cubicBezTo>
                  <a:pt x="2812940" y="651343"/>
                  <a:pt x="2812940" y="651748"/>
                  <a:pt x="2812535" y="652153"/>
                </a:cubicBezTo>
                <a:lnTo>
                  <a:pt x="2810106" y="656606"/>
                </a:lnTo>
                <a:cubicBezTo>
                  <a:pt x="2810106" y="657011"/>
                  <a:pt x="2809701" y="657011"/>
                  <a:pt x="2808892" y="657011"/>
                </a:cubicBezTo>
                <a:lnTo>
                  <a:pt x="2803629" y="657011"/>
                </a:lnTo>
                <a:cubicBezTo>
                  <a:pt x="2803224" y="657011"/>
                  <a:pt x="2802819" y="657011"/>
                  <a:pt x="2802415" y="656606"/>
                </a:cubicBezTo>
                <a:lnTo>
                  <a:pt x="2799986" y="652153"/>
                </a:lnTo>
                <a:cubicBezTo>
                  <a:pt x="2799581" y="651748"/>
                  <a:pt x="2799581" y="651343"/>
                  <a:pt x="2799986" y="650939"/>
                </a:cubicBezTo>
                <a:lnTo>
                  <a:pt x="2802415" y="646486"/>
                </a:lnTo>
                <a:cubicBezTo>
                  <a:pt x="2802819" y="646081"/>
                  <a:pt x="2803224" y="645676"/>
                  <a:pt x="2803629" y="645676"/>
                </a:cubicBezTo>
                <a:close/>
                <a:moveTo>
                  <a:pt x="2722666" y="645676"/>
                </a:moveTo>
                <a:lnTo>
                  <a:pt x="2728333" y="645676"/>
                </a:lnTo>
                <a:cubicBezTo>
                  <a:pt x="2728738" y="645676"/>
                  <a:pt x="2729143" y="645676"/>
                  <a:pt x="2729548" y="646081"/>
                </a:cubicBezTo>
                <a:lnTo>
                  <a:pt x="2732381" y="650939"/>
                </a:lnTo>
                <a:cubicBezTo>
                  <a:pt x="2732786" y="651343"/>
                  <a:pt x="2732786" y="651748"/>
                  <a:pt x="2732381" y="652153"/>
                </a:cubicBezTo>
                <a:lnTo>
                  <a:pt x="2729548" y="657011"/>
                </a:lnTo>
                <a:cubicBezTo>
                  <a:pt x="2729143" y="657416"/>
                  <a:pt x="2728738" y="657416"/>
                  <a:pt x="2728333" y="657416"/>
                </a:cubicBezTo>
                <a:lnTo>
                  <a:pt x="2722666" y="657416"/>
                </a:lnTo>
                <a:cubicBezTo>
                  <a:pt x="2722261" y="657416"/>
                  <a:pt x="2721856" y="657416"/>
                  <a:pt x="2721452" y="657011"/>
                </a:cubicBezTo>
                <a:lnTo>
                  <a:pt x="2718618" y="652153"/>
                </a:lnTo>
                <a:cubicBezTo>
                  <a:pt x="2718213" y="651748"/>
                  <a:pt x="2718213" y="651343"/>
                  <a:pt x="2718618" y="650939"/>
                </a:cubicBezTo>
                <a:lnTo>
                  <a:pt x="2721452" y="646081"/>
                </a:lnTo>
                <a:cubicBezTo>
                  <a:pt x="2721856" y="646081"/>
                  <a:pt x="2722261" y="645676"/>
                  <a:pt x="2722666" y="645676"/>
                </a:cubicBezTo>
                <a:close/>
                <a:moveTo>
                  <a:pt x="2115852" y="645676"/>
                </a:moveTo>
                <a:lnTo>
                  <a:pt x="2120710" y="645676"/>
                </a:lnTo>
                <a:cubicBezTo>
                  <a:pt x="2121115" y="645676"/>
                  <a:pt x="2121519" y="645676"/>
                  <a:pt x="2121924" y="646081"/>
                </a:cubicBezTo>
                <a:lnTo>
                  <a:pt x="2124353" y="650534"/>
                </a:lnTo>
                <a:cubicBezTo>
                  <a:pt x="2124758" y="650939"/>
                  <a:pt x="2124758" y="651343"/>
                  <a:pt x="2124353" y="651748"/>
                </a:cubicBezTo>
                <a:lnTo>
                  <a:pt x="2121924" y="656201"/>
                </a:lnTo>
                <a:cubicBezTo>
                  <a:pt x="2121519" y="656606"/>
                  <a:pt x="2121115" y="657011"/>
                  <a:pt x="2120710" y="656606"/>
                </a:cubicBezTo>
                <a:lnTo>
                  <a:pt x="2115852" y="656606"/>
                </a:lnTo>
                <a:cubicBezTo>
                  <a:pt x="2115447" y="656606"/>
                  <a:pt x="2115042" y="656606"/>
                  <a:pt x="2114637" y="656201"/>
                </a:cubicBezTo>
                <a:lnTo>
                  <a:pt x="2112209" y="651748"/>
                </a:lnTo>
                <a:cubicBezTo>
                  <a:pt x="2111804" y="651343"/>
                  <a:pt x="2111804" y="650939"/>
                  <a:pt x="2112209" y="650534"/>
                </a:cubicBezTo>
                <a:lnTo>
                  <a:pt x="2114637" y="646081"/>
                </a:lnTo>
                <a:cubicBezTo>
                  <a:pt x="2115042" y="646081"/>
                  <a:pt x="2115447" y="645676"/>
                  <a:pt x="2115852" y="645676"/>
                </a:cubicBezTo>
                <a:close/>
                <a:moveTo>
                  <a:pt x="1751521" y="645676"/>
                </a:moveTo>
                <a:lnTo>
                  <a:pt x="1756379" y="645676"/>
                </a:lnTo>
                <a:cubicBezTo>
                  <a:pt x="1756784" y="645676"/>
                  <a:pt x="1757188" y="645676"/>
                  <a:pt x="1757593" y="646081"/>
                </a:cubicBezTo>
                <a:lnTo>
                  <a:pt x="1760022" y="650534"/>
                </a:lnTo>
                <a:cubicBezTo>
                  <a:pt x="1760427" y="650939"/>
                  <a:pt x="1760427" y="651343"/>
                  <a:pt x="1760022" y="651748"/>
                </a:cubicBezTo>
                <a:lnTo>
                  <a:pt x="1757593" y="656201"/>
                </a:lnTo>
                <a:cubicBezTo>
                  <a:pt x="1757188" y="656606"/>
                  <a:pt x="1756784" y="657011"/>
                  <a:pt x="1756379" y="656606"/>
                </a:cubicBezTo>
                <a:lnTo>
                  <a:pt x="1751521" y="656606"/>
                </a:lnTo>
                <a:cubicBezTo>
                  <a:pt x="1751116" y="656606"/>
                  <a:pt x="1750711" y="656606"/>
                  <a:pt x="1750306" y="656201"/>
                </a:cubicBezTo>
                <a:lnTo>
                  <a:pt x="1747878" y="651748"/>
                </a:lnTo>
                <a:cubicBezTo>
                  <a:pt x="1747473" y="651343"/>
                  <a:pt x="1747473" y="650939"/>
                  <a:pt x="1747878" y="650534"/>
                </a:cubicBezTo>
                <a:lnTo>
                  <a:pt x="1750306" y="646081"/>
                </a:lnTo>
                <a:cubicBezTo>
                  <a:pt x="1750711" y="646081"/>
                  <a:pt x="1751116" y="645676"/>
                  <a:pt x="1751521" y="645676"/>
                </a:cubicBezTo>
                <a:close/>
                <a:moveTo>
                  <a:pt x="1670154" y="645676"/>
                </a:moveTo>
                <a:lnTo>
                  <a:pt x="1675821" y="645676"/>
                </a:lnTo>
                <a:cubicBezTo>
                  <a:pt x="1676226" y="645676"/>
                  <a:pt x="1676631" y="645676"/>
                  <a:pt x="1677036" y="646081"/>
                </a:cubicBezTo>
                <a:lnTo>
                  <a:pt x="1679869" y="650939"/>
                </a:lnTo>
                <a:cubicBezTo>
                  <a:pt x="1680274" y="651343"/>
                  <a:pt x="1680274" y="651748"/>
                  <a:pt x="1679869" y="652153"/>
                </a:cubicBezTo>
                <a:lnTo>
                  <a:pt x="1677036" y="657011"/>
                </a:lnTo>
                <a:cubicBezTo>
                  <a:pt x="1676631" y="657416"/>
                  <a:pt x="1676226" y="657416"/>
                  <a:pt x="1675821" y="657416"/>
                </a:cubicBezTo>
                <a:lnTo>
                  <a:pt x="1670154" y="657416"/>
                </a:lnTo>
                <a:cubicBezTo>
                  <a:pt x="1669749" y="657416"/>
                  <a:pt x="1669344" y="657416"/>
                  <a:pt x="1668939" y="657011"/>
                </a:cubicBezTo>
                <a:lnTo>
                  <a:pt x="1666106" y="652153"/>
                </a:lnTo>
                <a:cubicBezTo>
                  <a:pt x="1665701" y="651748"/>
                  <a:pt x="1665701" y="651343"/>
                  <a:pt x="1666106" y="650939"/>
                </a:cubicBezTo>
                <a:lnTo>
                  <a:pt x="1668939" y="646081"/>
                </a:lnTo>
                <a:cubicBezTo>
                  <a:pt x="1669344" y="646081"/>
                  <a:pt x="1669749" y="645676"/>
                  <a:pt x="1670154" y="645676"/>
                </a:cubicBezTo>
                <a:close/>
                <a:moveTo>
                  <a:pt x="2762743" y="645271"/>
                </a:moveTo>
                <a:lnTo>
                  <a:pt x="2768410" y="645271"/>
                </a:lnTo>
                <a:cubicBezTo>
                  <a:pt x="2768815" y="645271"/>
                  <a:pt x="2769220" y="645271"/>
                  <a:pt x="2769625" y="645676"/>
                </a:cubicBezTo>
                <a:lnTo>
                  <a:pt x="2772458" y="650534"/>
                </a:lnTo>
                <a:cubicBezTo>
                  <a:pt x="2772863" y="650938"/>
                  <a:pt x="2772863" y="651343"/>
                  <a:pt x="2772458" y="651748"/>
                </a:cubicBezTo>
                <a:lnTo>
                  <a:pt x="2769625" y="656606"/>
                </a:lnTo>
                <a:cubicBezTo>
                  <a:pt x="2769625" y="657011"/>
                  <a:pt x="2769220" y="657415"/>
                  <a:pt x="2768410" y="657415"/>
                </a:cubicBezTo>
                <a:lnTo>
                  <a:pt x="2762743" y="657415"/>
                </a:lnTo>
                <a:cubicBezTo>
                  <a:pt x="2762338" y="657415"/>
                  <a:pt x="2761933" y="657011"/>
                  <a:pt x="2761529" y="656606"/>
                </a:cubicBezTo>
                <a:lnTo>
                  <a:pt x="2758695" y="651748"/>
                </a:lnTo>
                <a:cubicBezTo>
                  <a:pt x="2758290" y="651343"/>
                  <a:pt x="2758290" y="650938"/>
                  <a:pt x="2758695" y="650534"/>
                </a:cubicBezTo>
                <a:lnTo>
                  <a:pt x="2761529" y="645676"/>
                </a:lnTo>
                <a:cubicBezTo>
                  <a:pt x="2761933" y="645676"/>
                  <a:pt x="2762338" y="645271"/>
                  <a:pt x="2762743" y="645271"/>
                </a:cubicBezTo>
                <a:close/>
                <a:moveTo>
                  <a:pt x="2924668" y="644866"/>
                </a:moveTo>
                <a:lnTo>
                  <a:pt x="2930740" y="644866"/>
                </a:lnTo>
                <a:cubicBezTo>
                  <a:pt x="2931145" y="644866"/>
                  <a:pt x="2931550" y="644866"/>
                  <a:pt x="2931954" y="645271"/>
                </a:cubicBezTo>
                <a:lnTo>
                  <a:pt x="2934788" y="650533"/>
                </a:lnTo>
                <a:cubicBezTo>
                  <a:pt x="2935193" y="650938"/>
                  <a:pt x="2935193" y="651343"/>
                  <a:pt x="2934788" y="651748"/>
                </a:cubicBezTo>
                <a:lnTo>
                  <a:pt x="2931954" y="657010"/>
                </a:lnTo>
                <a:cubicBezTo>
                  <a:pt x="2931550" y="657415"/>
                  <a:pt x="2931145" y="657820"/>
                  <a:pt x="2930740" y="657415"/>
                </a:cubicBezTo>
                <a:lnTo>
                  <a:pt x="2924668" y="657415"/>
                </a:lnTo>
                <a:cubicBezTo>
                  <a:pt x="2924263" y="657415"/>
                  <a:pt x="2923858" y="657415"/>
                  <a:pt x="2923454" y="657010"/>
                </a:cubicBezTo>
                <a:lnTo>
                  <a:pt x="2920620" y="651748"/>
                </a:lnTo>
                <a:cubicBezTo>
                  <a:pt x="2920215" y="651343"/>
                  <a:pt x="2920215" y="650938"/>
                  <a:pt x="2920620" y="650533"/>
                </a:cubicBezTo>
                <a:lnTo>
                  <a:pt x="2923454" y="645271"/>
                </a:lnTo>
                <a:cubicBezTo>
                  <a:pt x="2923858" y="645271"/>
                  <a:pt x="2924263" y="644866"/>
                  <a:pt x="2924668" y="644866"/>
                </a:cubicBezTo>
                <a:close/>
                <a:moveTo>
                  <a:pt x="1710231" y="644866"/>
                </a:moveTo>
                <a:lnTo>
                  <a:pt x="1715898" y="644866"/>
                </a:lnTo>
                <a:cubicBezTo>
                  <a:pt x="1716303" y="644866"/>
                  <a:pt x="1716708" y="645271"/>
                  <a:pt x="1717112" y="645676"/>
                </a:cubicBezTo>
                <a:lnTo>
                  <a:pt x="1719946" y="650533"/>
                </a:lnTo>
                <a:cubicBezTo>
                  <a:pt x="1720351" y="650938"/>
                  <a:pt x="1720351" y="651343"/>
                  <a:pt x="1719946" y="651748"/>
                </a:cubicBezTo>
                <a:lnTo>
                  <a:pt x="1717112" y="656606"/>
                </a:lnTo>
                <a:cubicBezTo>
                  <a:pt x="1717112" y="657010"/>
                  <a:pt x="1716708" y="657415"/>
                  <a:pt x="1715898" y="657415"/>
                </a:cubicBezTo>
                <a:lnTo>
                  <a:pt x="1710231" y="657415"/>
                </a:lnTo>
                <a:cubicBezTo>
                  <a:pt x="1709826" y="657415"/>
                  <a:pt x="1709421" y="657010"/>
                  <a:pt x="1709016" y="656606"/>
                </a:cubicBezTo>
                <a:lnTo>
                  <a:pt x="1706183" y="651748"/>
                </a:lnTo>
                <a:cubicBezTo>
                  <a:pt x="1705778" y="651343"/>
                  <a:pt x="1705778" y="650938"/>
                  <a:pt x="1706183" y="650533"/>
                </a:cubicBezTo>
                <a:lnTo>
                  <a:pt x="1709016" y="645676"/>
                </a:lnTo>
                <a:cubicBezTo>
                  <a:pt x="1709421" y="645271"/>
                  <a:pt x="1709826" y="644866"/>
                  <a:pt x="1710231" y="644866"/>
                </a:cubicBezTo>
                <a:close/>
                <a:moveTo>
                  <a:pt x="1467343" y="644866"/>
                </a:moveTo>
                <a:lnTo>
                  <a:pt x="1473415" y="644866"/>
                </a:lnTo>
                <a:cubicBezTo>
                  <a:pt x="1473820" y="644866"/>
                  <a:pt x="1474224" y="644866"/>
                  <a:pt x="1474629" y="645271"/>
                </a:cubicBezTo>
                <a:lnTo>
                  <a:pt x="1477463" y="650533"/>
                </a:lnTo>
                <a:cubicBezTo>
                  <a:pt x="1477868" y="650938"/>
                  <a:pt x="1477868" y="651343"/>
                  <a:pt x="1477463" y="651748"/>
                </a:cubicBezTo>
                <a:lnTo>
                  <a:pt x="1474629" y="657010"/>
                </a:lnTo>
                <a:cubicBezTo>
                  <a:pt x="1474629" y="657415"/>
                  <a:pt x="1474224" y="657820"/>
                  <a:pt x="1473415" y="657415"/>
                </a:cubicBezTo>
                <a:lnTo>
                  <a:pt x="1467343" y="657415"/>
                </a:lnTo>
                <a:cubicBezTo>
                  <a:pt x="1466938" y="657415"/>
                  <a:pt x="1466533" y="657415"/>
                  <a:pt x="1466128" y="657010"/>
                </a:cubicBezTo>
                <a:lnTo>
                  <a:pt x="1463295" y="651748"/>
                </a:lnTo>
                <a:cubicBezTo>
                  <a:pt x="1462890" y="651343"/>
                  <a:pt x="1462890" y="650938"/>
                  <a:pt x="1463295" y="650533"/>
                </a:cubicBezTo>
                <a:lnTo>
                  <a:pt x="1466128" y="645271"/>
                </a:lnTo>
                <a:cubicBezTo>
                  <a:pt x="1466533" y="645271"/>
                  <a:pt x="1466938" y="644866"/>
                  <a:pt x="1467343" y="644866"/>
                </a:cubicBezTo>
                <a:close/>
                <a:moveTo>
                  <a:pt x="2236081" y="644462"/>
                </a:moveTo>
                <a:lnTo>
                  <a:pt x="2243368" y="644462"/>
                </a:lnTo>
                <a:cubicBezTo>
                  <a:pt x="2243773" y="644462"/>
                  <a:pt x="2244178" y="644462"/>
                  <a:pt x="2244583" y="644867"/>
                </a:cubicBezTo>
                <a:lnTo>
                  <a:pt x="2248226" y="650939"/>
                </a:lnTo>
                <a:cubicBezTo>
                  <a:pt x="2248631" y="651344"/>
                  <a:pt x="2248631" y="651749"/>
                  <a:pt x="2248226" y="652153"/>
                </a:cubicBezTo>
                <a:lnTo>
                  <a:pt x="2244583" y="658226"/>
                </a:lnTo>
                <a:cubicBezTo>
                  <a:pt x="2244178" y="658630"/>
                  <a:pt x="2243773" y="658630"/>
                  <a:pt x="2243368" y="658630"/>
                </a:cubicBezTo>
                <a:lnTo>
                  <a:pt x="2236081" y="658630"/>
                </a:lnTo>
                <a:cubicBezTo>
                  <a:pt x="2235677" y="658630"/>
                  <a:pt x="2235272" y="658630"/>
                  <a:pt x="2234867" y="658226"/>
                </a:cubicBezTo>
                <a:lnTo>
                  <a:pt x="2231224" y="652153"/>
                </a:lnTo>
                <a:cubicBezTo>
                  <a:pt x="2230819" y="651749"/>
                  <a:pt x="2230819" y="651344"/>
                  <a:pt x="2231224" y="650939"/>
                </a:cubicBezTo>
                <a:lnTo>
                  <a:pt x="2234867" y="644867"/>
                </a:lnTo>
                <a:cubicBezTo>
                  <a:pt x="2235272" y="644867"/>
                  <a:pt x="2235677" y="644462"/>
                  <a:pt x="2236081" y="644462"/>
                </a:cubicBezTo>
                <a:close/>
                <a:moveTo>
                  <a:pt x="2155119" y="644462"/>
                </a:moveTo>
                <a:lnTo>
                  <a:pt x="2162001" y="644462"/>
                </a:lnTo>
                <a:cubicBezTo>
                  <a:pt x="2162406" y="644462"/>
                  <a:pt x="2162811" y="644462"/>
                  <a:pt x="2163216" y="644867"/>
                </a:cubicBezTo>
                <a:lnTo>
                  <a:pt x="2166859" y="650939"/>
                </a:lnTo>
                <a:cubicBezTo>
                  <a:pt x="2167264" y="651344"/>
                  <a:pt x="2167264" y="651749"/>
                  <a:pt x="2166859" y="652153"/>
                </a:cubicBezTo>
                <a:lnTo>
                  <a:pt x="2163216" y="658226"/>
                </a:lnTo>
                <a:cubicBezTo>
                  <a:pt x="2163216" y="658630"/>
                  <a:pt x="2162811" y="658630"/>
                  <a:pt x="2162001" y="658630"/>
                </a:cubicBezTo>
                <a:lnTo>
                  <a:pt x="2155119" y="658630"/>
                </a:lnTo>
                <a:cubicBezTo>
                  <a:pt x="2154715" y="658630"/>
                  <a:pt x="2154310" y="658630"/>
                  <a:pt x="2153905" y="658226"/>
                </a:cubicBezTo>
                <a:lnTo>
                  <a:pt x="2150262" y="652153"/>
                </a:lnTo>
                <a:cubicBezTo>
                  <a:pt x="2149857" y="651749"/>
                  <a:pt x="2149857" y="651344"/>
                  <a:pt x="2150262" y="650939"/>
                </a:cubicBezTo>
                <a:lnTo>
                  <a:pt x="2153905" y="644867"/>
                </a:lnTo>
                <a:cubicBezTo>
                  <a:pt x="2154310" y="644867"/>
                  <a:pt x="2154715" y="644462"/>
                  <a:pt x="2155119" y="644462"/>
                </a:cubicBezTo>
                <a:close/>
                <a:moveTo>
                  <a:pt x="1628863" y="644057"/>
                </a:moveTo>
                <a:lnTo>
                  <a:pt x="1635744" y="644057"/>
                </a:lnTo>
                <a:cubicBezTo>
                  <a:pt x="1636149" y="644057"/>
                  <a:pt x="1636554" y="644057"/>
                  <a:pt x="1636959" y="644462"/>
                </a:cubicBezTo>
                <a:lnTo>
                  <a:pt x="1640197" y="650534"/>
                </a:lnTo>
                <a:cubicBezTo>
                  <a:pt x="1640602" y="650939"/>
                  <a:pt x="1640602" y="651344"/>
                  <a:pt x="1640197" y="651749"/>
                </a:cubicBezTo>
                <a:lnTo>
                  <a:pt x="1636959" y="657821"/>
                </a:lnTo>
                <a:cubicBezTo>
                  <a:pt x="1636554" y="658225"/>
                  <a:pt x="1636149" y="658630"/>
                  <a:pt x="1635744" y="658225"/>
                </a:cubicBezTo>
                <a:lnTo>
                  <a:pt x="1628863" y="658225"/>
                </a:lnTo>
                <a:cubicBezTo>
                  <a:pt x="1628458" y="658225"/>
                  <a:pt x="1628053" y="658225"/>
                  <a:pt x="1627648" y="657821"/>
                </a:cubicBezTo>
                <a:lnTo>
                  <a:pt x="1624410" y="651749"/>
                </a:lnTo>
                <a:cubicBezTo>
                  <a:pt x="1624005" y="651344"/>
                  <a:pt x="1624005" y="650939"/>
                  <a:pt x="1624410" y="650534"/>
                </a:cubicBezTo>
                <a:lnTo>
                  <a:pt x="1627648" y="644462"/>
                </a:lnTo>
                <a:cubicBezTo>
                  <a:pt x="1628053" y="644462"/>
                  <a:pt x="1628458" y="644057"/>
                  <a:pt x="1628863" y="644057"/>
                </a:cubicBezTo>
                <a:close/>
                <a:moveTo>
                  <a:pt x="3733887" y="643652"/>
                </a:moveTo>
                <a:lnTo>
                  <a:pt x="3741174" y="643652"/>
                </a:lnTo>
                <a:cubicBezTo>
                  <a:pt x="3741579" y="643652"/>
                  <a:pt x="3741984" y="643652"/>
                  <a:pt x="3742388" y="644057"/>
                </a:cubicBezTo>
                <a:lnTo>
                  <a:pt x="3746032" y="650534"/>
                </a:lnTo>
                <a:cubicBezTo>
                  <a:pt x="3746437" y="650939"/>
                  <a:pt x="3746437" y="651343"/>
                  <a:pt x="3746032" y="651748"/>
                </a:cubicBezTo>
                <a:lnTo>
                  <a:pt x="3742388" y="658225"/>
                </a:lnTo>
                <a:cubicBezTo>
                  <a:pt x="3741984" y="658630"/>
                  <a:pt x="3741579" y="659035"/>
                  <a:pt x="3741174" y="658630"/>
                </a:cubicBezTo>
                <a:lnTo>
                  <a:pt x="3733887" y="658630"/>
                </a:lnTo>
                <a:cubicBezTo>
                  <a:pt x="3733483" y="658630"/>
                  <a:pt x="3733078" y="658630"/>
                  <a:pt x="3732673" y="658225"/>
                </a:cubicBezTo>
                <a:lnTo>
                  <a:pt x="3729030" y="651748"/>
                </a:lnTo>
                <a:cubicBezTo>
                  <a:pt x="3728625" y="651343"/>
                  <a:pt x="3728625" y="650939"/>
                  <a:pt x="3729030" y="650534"/>
                </a:cubicBezTo>
                <a:lnTo>
                  <a:pt x="3732673" y="644057"/>
                </a:lnTo>
                <a:cubicBezTo>
                  <a:pt x="3733078" y="644057"/>
                  <a:pt x="3733483" y="643652"/>
                  <a:pt x="3733887" y="643652"/>
                </a:cubicBezTo>
                <a:close/>
                <a:moveTo>
                  <a:pt x="1587977" y="643652"/>
                </a:moveTo>
                <a:lnTo>
                  <a:pt x="1596073" y="643652"/>
                </a:lnTo>
                <a:cubicBezTo>
                  <a:pt x="1596478" y="643652"/>
                  <a:pt x="1596883" y="643652"/>
                  <a:pt x="1597288" y="644057"/>
                </a:cubicBezTo>
                <a:lnTo>
                  <a:pt x="1601336" y="650939"/>
                </a:lnTo>
                <a:cubicBezTo>
                  <a:pt x="1601741" y="651343"/>
                  <a:pt x="1601741" y="651748"/>
                  <a:pt x="1601336" y="652153"/>
                </a:cubicBezTo>
                <a:lnTo>
                  <a:pt x="1597288" y="659035"/>
                </a:lnTo>
                <a:cubicBezTo>
                  <a:pt x="1596883" y="659440"/>
                  <a:pt x="1596478" y="659440"/>
                  <a:pt x="1596073" y="659440"/>
                </a:cubicBezTo>
                <a:lnTo>
                  <a:pt x="1587977" y="659440"/>
                </a:lnTo>
                <a:cubicBezTo>
                  <a:pt x="1587572" y="659440"/>
                  <a:pt x="1587168" y="659440"/>
                  <a:pt x="1586763" y="659035"/>
                </a:cubicBezTo>
                <a:lnTo>
                  <a:pt x="1582715" y="652153"/>
                </a:lnTo>
                <a:cubicBezTo>
                  <a:pt x="1582310" y="651748"/>
                  <a:pt x="1582310" y="651343"/>
                  <a:pt x="1582715" y="650939"/>
                </a:cubicBezTo>
                <a:lnTo>
                  <a:pt x="1586763" y="644057"/>
                </a:lnTo>
                <a:cubicBezTo>
                  <a:pt x="1587168" y="644057"/>
                  <a:pt x="1587572" y="643652"/>
                  <a:pt x="1587977" y="643652"/>
                </a:cubicBezTo>
                <a:close/>
                <a:moveTo>
                  <a:pt x="3692597" y="643247"/>
                </a:moveTo>
                <a:lnTo>
                  <a:pt x="3701098" y="643247"/>
                </a:lnTo>
                <a:cubicBezTo>
                  <a:pt x="3701503" y="643247"/>
                  <a:pt x="3701907" y="643247"/>
                  <a:pt x="3702312" y="643652"/>
                </a:cubicBezTo>
                <a:lnTo>
                  <a:pt x="3706765" y="650938"/>
                </a:lnTo>
                <a:cubicBezTo>
                  <a:pt x="3707170" y="651343"/>
                  <a:pt x="3707170" y="651748"/>
                  <a:pt x="3706765" y="652153"/>
                </a:cubicBezTo>
                <a:lnTo>
                  <a:pt x="3702312" y="659440"/>
                </a:lnTo>
                <a:cubicBezTo>
                  <a:pt x="3702312" y="659844"/>
                  <a:pt x="3701907" y="659844"/>
                  <a:pt x="3701098" y="659844"/>
                </a:cubicBezTo>
                <a:lnTo>
                  <a:pt x="3692597" y="659844"/>
                </a:lnTo>
                <a:cubicBezTo>
                  <a:pt x="3692192" y="659844"/>
                  <a:pt x="3691787" y="659844"/>
                  <a:pt x="3691382" y="659440"/>
                </a:cubicBezTo>
                <a:lnTo>
                  <a:pt x="3686930" y="652153"/>
                </a:lnTo>
                <a:cubicBezTo>
                  <a:pt x="3686525" y="651748"/>
                  <a:pt x="3686525" y="651343"/>
                  <a:pt x="3686930" y="650938"/>
                </a:cubicBezTo>
                <a:lnTo>
                  <a:pt x="3691382" y="643652"/>
                </a:lnTo>
                <a:cubicBezTo>
                  <a:pt x="3691787" y="643652"/>
                  <a:pt x="3692192" y="643247"/>
                  <a:pt x="3692597" y="643247"/>
                </a:cubicBezTo>
                <a:close/>
                <a:moveTo>
                  <a:pt x="1507014" y="643247"/>
                </a:moveTo>
                <a:lnTo>
                  <a:pt x="1515110" y="643247"/>
                </a:lnTo>
                <a:cubicBezTo>
                  <a:pt x="1515515" y="643247"/>
                  <a:pt x="1515920" y="643247"/>
                  <a:pt x="1516325" y="643652"/>
                </a:cubicBezTo>
                <a:lnTo>
                  <a:pt x="1520373" y="650938"/>
                </a:lnTo>
                <a:cubicBezTo>
                  <a:pt x="1520778" y="651343"/>
                  <a:pt x="1520778" y="651748"/>
                  <a:pt x="1520373" y="652153"/>
                </a:cubicBezTo>
                <a:lnTo>
                  <a:pt x="1516325" y="659440"/>
                </a:lnTo>
                <a:cubicBezTo>
                  <a:pt x="1515920" y="659440"/>
                  <a:pt x="1515515" y="659844"/>
                  <a:pt x="1515515" y="659844"/>
                </a:cubicBezTo>
                <a:lnTo>
                  <a:pt x="1507014" y="659844"/>
                </a:lnTo>
                <a:cubicBezTo>
                  <a:pt x="1506609" y="659844"/>
                  <a:pt x="1506205" y="659844"/>
                  <a:pt x="1505800" y="659440"/>
                </a:cubicBezTo>
                <a:lnTo>
                  <a:pt x="1501752" y="652153"/>
                </a:lnTo>
                <a:cubicBezTo>
                  <a:pt x="1501347" y="651748"/>
                  <a:pt x="1501347" y="651343"/>
                  <a:pt x="1501752" y="650938"/>
                </a:cubicBezTo>
                <a:lnTo>
                  <a:pt x="1505800" y="643652"/>
                </a:lnTo>
                <a:cubicBezTo>
                  <a:pt x="1506205" y="643652"/>
                  <a:pt x="1506609" y="643247"/>
                  <a:pt x="1507014" y="643247"/>
                </a:cubicBezTo>
                <a:close/>
                <a:moveTo>
                  <a:pt x="3368747" y="642842"/>
                </a:moveTo>
                <a:lnTo>
                  <a:pt x="3377653" y="642842"/>
                </a:lnTo>
                <a:cubicBezTo>
                  <a:pt x="3378057" y="642842"/>
                  <a:pt x="3378462" y="642842"/>
                  <a:pt x="3378867" y="643247"/>
                </a:cubicBezTo>
                <a:lnTo>
                  <a:pt x="3383320" y="650938"/>
                </a:lnTo>
                <a:cubicBezTo>
                  <a:pt x="3383725" y="651343"/>
                  <a:pt x="3383725" y="651748"/>
                  <a:pt x="3383320" y="652153"/>
                </a:cubicBezTo>
                <a:lnTo>
                  <a:pt x="3378867" y="659844"/>
                </a:lnTo>
                <a:cubicBezTo>
                  <a:pt x="3378462" y="660249"/>
                  <a:pt x="3378057" y="660249"/>
                  <a:pt x="3377653" y="660249"/>
                </a:cubicBezTo>
                <a:lnTo>
                  <a:pt x="3368747" y="660249"/>
                </a:lnTo>
                <a:cubicBezTo>
                  <a:pt x="3368342" y="660249"/>
                  <a:pt x="3367937" y="660249"/>
                  <a:pt x="3367532" y="659844"/>
                </a:cubicBezTo>
                <a:lnTo>
                  <a:pt x="3363080" y="652153"/>
                </a:lnTo>
                <a:cubicBezTo>
                  <a:pt x="3362675" y="651748"/>
                  <a:pt x="3362675" y="651343"/>
                  <a:pt x="3363080" y="650938"/>
                </a:cubicBezTo>
                <a:lnTo>
                  <a:pt x="3367532" y="643247"/>
                </a:lnTo>
                <a:cubicBezTo>
                  <a:pt x="3367937" y="643247"/>
                  <a:pt x="3368342" y="642842"/>
                  <a:pt x="3368747" y="642842"/>
                </a:cubicBezTo>
                <a:close/>
                <a:moveTo>
                  <a:pt x="2195196" y="642842"/>
                </a:moveTo>
                <a:lnTo>
                  <a:pt x="2203292" y="642842"/>
                </a:lnTo>
                <a:cubicBezTo>
                  <a:pt x="2203697" y="642842"/>
                  <a:pt x="2204102" y="642842"/>
                  <a:pt x="2204507" y="643247"/>
                </a:cubicBezTo>
                <a:lnTo>
                  <a:pt x="2208555" y="650533"/>
                </a:lnTo>
                <a:cubicBezTo>
                  <a:pt x="2208960" y="650938"/>
                  <a:pt x="2208960" y="651343"/>
                  <a:pt x="2208555" y="651748"/>
                </a:cubicBezTo>
                <a:lnTo>
                  <a:pt x="2204507" y="659035"/>
                </a:lnTo>
                <a:cubicBezTo>
                  <a:pt x="2204102" y="659439"/>
                  <a:pt x="2203697" y="659844"/>
                  <a:pt x="2203292" y="659439"/>
                </a:cubicBezTo>
                <a:lnTo>
                  <a:pt x="2195196" y="659439"/>
                </a:lnTo>
                <a:cubicBezTo>
                  <a:pt x="2194791" y="659439"/>
                  <a:pt x="2194387" y="659439"/>
                  <a:pt x="2193982" y="659035"/>
                </a:cubicBezTo>
                <a:lnTo>
                  <a:pt x="2189934" y="651748"/>
                </a:lnTo>
                <a:cubicBezTo>
                  <a:pt x="2189529" y="651343"/>
                  <a:pt x="2189529" y="650938"/>
                  <a:pt x="2189934" y="650533"/>
                </a:cubicBezTo>
                <a:lnTo>
                  <a:pt x="2193982" y="643247"/>
                </a:lnTo>
                <a:cubicBezTo>
                  <a:pt x="2194387" y="643247"/>
                  <a:pt x="2194791" y="642842"/>
                  <a:pt x="2195196" y="642842"/>
                </a:cubicBezTo>
                <a:close/>
                <a:moveTo>
                  <a:pt x="1547091" y="642842"/>
                </a:moveTo>
                <a:lnTo>
                  <a:pt x="1555592" y="642842"/>
                </a:lnTo>
                <a:cubicBezTo>
                  <a:pt x="1555997" y="642842"/>
                  <a:pt x="1556402" y="643247"/>
                  <a:pt x="1556807" y="643652"/>
                </a:cubicBezTo>
                <a:lnTo>
                  <a:pt x="1561259" y="650938"/>
                </a:lnTo>
                <a:cubicBezTo>
                  <a:pt x="1561664" y="651343"/>
                  <a:pt x="1561664" y="651748"/>
                  <a:pt x="1561259" y="652153"/>
                </a:cubicBezTo>
                <a:lnTo>
                  <a:pt x="1556807" y="659439"/>
                </a:lnTo>
                <a:cubicBezTo>
                  <a:pt x="1556807" y="659844"/>
                  <a:pt x="1556402" y="659844"/>
                  <a:pt x="1555592" y="659844"/>
                </a:cubicBezTo>
                <a:lnTo>
                  <a:pt x="1547091" y="659844"/>
                </a:lnTo>
                <a:cubicBezTo>
                  <a:pt x="1546686" y="659844"/>
                  <a:pt x="1546282" y="659844"/>
                  <a:pt x="1545877" y="659439"/>
                </a:cubicBezTo>
                <a:lnTo>
                  <a:pt x="1541424" y="652153"/>
                </a:lnTo>
                <a:cubicBezTo>
                  <a:pt x="1541019" y="651748"/>
                  <a:pt x="1541019" y="651343"/>
                  <a:pt x="1541424" y="650938"/>
                </a:cubicBezTo>
                <a:lnTo>
                  <a:pt x="1545877" y="643652"/>
                </a:lnTo>
                <a:cubicBezTo>
                  <a:pt x="1546282" y="643247"/>
                  <a:pt x="1546686" y="642842"/>
                  <a:pt x="1547091" y="642842"/>
                </a:cubicBezTo>
                <a:close/>
                <a:moveTo>
                  <a:pt x="3408823" y="642437"/>
                </a:moveTo>
                <a:lnTo>
                  <a:pt x="3417729" y="642437"/>
                </a:lnTo>
                <a:cubicBezTo>
                  <a:pt x="3418134" y="642437"/>
                  <a:pt x="3418538" y="642437"/>
                  <a:pt x="3418943" y="642842"/>
                </a:cubicBezTo>
                <a:lnTo>
                  <a:pt x="3423397" y="650533"/>
                </a:lnTo>
                <a:cubicBezTo>
                  <a:pt x="3423801" y="650938"/>
                  <a:pt x="3423801" y="651343"/>
                  <a:pt x="3423397" y="651748"/>
                </a:cubicBezTo>
                <a:lnTo>
                  <a:pt x="3418943" y="659439"/>
                </a:lnTo>
                <a:cubicBezTo>
                  <a:pt x="3418943" y="659844"/>
                  <a:pt x="3418538" y="660249"/>
                  <a:pt x="3417729" y="659844"/>
                </a:cubicBezTo>
                <a:lnTo>
                  <a:pt x="3408823" y="659844"/>
                </a:lnTo>
                <a:cubicBezTo>
                  <a:pt x="3408418" y="659844"/>
                  <a:pt x="3408013" y="659844"/>
                  <a:pt x="3407609" y="659439"/>
                </a:cubicBezTo>
                <a:lnTo>
                  <a:pt x="3403156" y="651748"/>
                </a:lnTo>
                <a:cubicBezTo>
                  <a:pt x="3402751" y="651343"/>
                  <a:pt x="3402751" y="650938"/>
                  <a:pt x="3403156" y="650533"/>
                </a:cubicBezTo>
                <a:lnTo>
                  <a:pt x="3407609" y="642842"/>
                </a:lnTo>
                <a:cubicBezTo>
                  <a:pt x="3408013" y="642842"/>
                  <a:pt x="3408418" y="642437"/>
                  <a:pt x="3408823" y="642437"/>
                </a:cubicBezTo>
                <a:close/>
                <a:moveTo>
                  <a:pt x="3327861" y="642437"/>
                </a:moveTo>
                <a:lnTo>
                  <a:pt x="3336767" y="642437"/>
                </a:lnTo>
                <a:cubicBezTo>
                  <a:pt x="3337172" y="642437"/>
                  <a:pt x="3337576" y="642437"/>
                  <a:pt x="3337981" y="642842"/>
                </a:cubicBezTo>
                <a:lnTo>
                  <a:pt x="3342435" y="650533"/>
                </a:lnTo>
                <a:cubicBezTo>
                  <a:pt x="3342839" y="650938"/>
                  <a:pt x="3342839" y="651343"/>
                  <a:pt x="3342435" y="651748"/>
                </a:cubicBezTo>
                <a:lnTo>
                  <a:pt x="3337981" y="659439"/>
                </a:lnTo>
                <a:cubicBezTo>
                  <a:pt x="3337981" y="659844"/>
                  <a:pt x="3337576" y="660249"/>
                  <a:pt x="3336767" y="659844"/>
                </a:cubicBezTo>
                <a:lnTo>
                  <a:pt x="3327861" y="659844"/>
                </a:lnTo>
                <a:cubicBezTo>
                  <a:pt x="3327456" y="659844"/>
                  <a:pt x="3327051" y="659844"/>
                  <a:pt x="3326647" y="659439"/>
                </a:cubicBezTo>
                <a:lnTo>
                  <a:pt x="3322194" y="651748"/>
                </a:lnTo>
                <a:cubicBezTo>
                  <a:pt x="3321789" y="651343"/>
                  <a:pt x="3321789" y="650938"/>
                  <a:pt x="3322194" y="650533"/>
                </a:cubicBezTo>
                <a:lnTo>
                  <a:pt x="3326647" y="642842"/>
                </a:lnTo>
                <a:cubicBezTo>
                  <a:pt x="3327051" y="642842"/>
                  <a:pt x="3327456" y="642437"/>
                  <a:pt x="3327861" y="642437"/>
                </a:cubicBezTo>
                <a:close/>
                <a:moveTo>
                  <a:pt x="3287785" y="642437"/>
                </a:moveTo>
                <a:lnTo>
                  <a:pt x="3296691" y="642437"/>
                </a:lnTo>
                <a:cubicBezTo>
                  <a:pt x="3297095" y="642437"/>
                  <a:pt x="3297500" y="642437"/>
                  <a:pt x="3297905" y="642842"/>
                </a:cubicBezTo>
                <a:lnTo>
                  <a:pt x="3302358" y="650533"/>
                </a:lnTo>
                <a:cubicBezTo>
                  <a:pt x="3302763" y="650938"/>
                  <a:pt x="3302763" y="651343"/>
                  <a:pt x="3302358" y="651748"/>
                </a:cubicBezTo>
                <a:lnTo>
                  <a:pt x="3297905" y="659439"/>
                </a:lnTo>
                <a:cubicBezTo>
                  <a:pt x="3297500" y="659844"/>
                  <a:pt x="3297095" y="660249"/>
                  <a:pt x="3296691" y="659844"/>
                </a:cubicBezTo>
                <a:lnTo>
                  <a:pt x="3287785" y="659844"/>
                </a:lnTo>
                <a:cubicBezTo>
                  <a:pt x="3287380" y="659844"/>
                  <a:pt x="3286975" y="659844"/>
                  <a:pt x="3286570" y="659439"/>
                </a:cubicBezTo>
                <a:lnTo>
                  <a:pt x="3282118" y="651748"/>
                </a:lnTo>
                <a:cubicBezTo>
                  <a:pt x="3281713" y="651343"/>
                  <a:pt x="3281713" y="650938"/>
                  <a:pt x="3282118" y="650533"/>
                </a:cubicBezTo>
                <a:lnTo>
                  <a:pt x="3286570" y="642842"/>
                </a:lnTo>
                <a:cubicBezTo>
                  <a:pt x="3286975" y="642842"/>
                  <a:pt x="3287380" y="642437"/>
                  <a:pt x="3287785" y="642437"/>
                </a:cubicBezTo>
                <a:close/>
                <a:moveTo>
                  <a:pt x="3206417" y="642437"/>
                </a:moveTo>
                <a:lnTo>
                  <a:pt x="3215728" y="642437"/>
                </a:lnTo>
                <a:cubicBezTo>
                  <a:pt x="3216132" y="642437"/>
                  <a:pt x="3216537" y="642437"/>
                  <a:pt x="3216942" y="642842"/>
                </a:cubicBezTo>
                <a:lnTo>
                  <a:pt x="3221800" y="650938"/>
                </a:lnTo>
                <a:cubicBezTo>
                  <a:pt x="3222205" y="651343"/>
                  <a:pt x="3222205" y="651748"/>
                  <a:pt x="3221800" y="652152"/>
                </a:cubicBezTo>
                <a:lnTo>
                  <a:pt x="3216942" y="660249"/>
                </a:lnTo>
                <a:cubicBezTo>
                  <a:pt x="3216942" y="660654"/>
                  <a:pt x="3216537" y="660654"/>
                  <a:pt x="3215728" y="660654"/>
                </a:cubicBezTo>
                <a:lnTo>
                  <a:pt x="3206417" y="660654"/>
                </a:lnTo>
                <a:cubicBezTo>
                  <a:pt x="3206012" y="660654"/>
                  <a:pt x="3205607" y="660654"/>
                  <a:pt x="3205203" y="660249"/>
                </a:cubicBezTo>
                <a:lnTo>
                  <a:pt x="3200345" y="652152"/>
                </a:lnTo>
                <a:cubicBezTo>
                  <a:pt x="3199940" y="651748"/>
                  <a:pt x="3199940" y="651343"/>
                  <a:pt x="3200345" y="650938"/>
                </a:cubicBezTo>
                <a:lnTo>
                  <a:pt x="3205203" y="642842"/>
                </a:lnTo>
                <a:cubicBezTo>
                  <a:pt x="3205607" y="642842"/>
                  <a:pt x="3206012" y="642437"/>
                  <a:pt x="3206417" y="642437"/>
                </a:cubicBezTo>
                <a:close/>
                <a:moveTo>
                  <a:pt x="3651711" y="642033"/>
                </a:moveTo>
                <a:lnTo>
                  <a:pt x="3661022" y="642033"/>
                </a:lnTo>
                <a:cubicBezTo>
                  <a:pt x="3661426" y="642033"/>
                  <a:pt x="3661831" y="642438"/>
                  <a:pt x="3662236" y="642843"/>
                </a:cubicBezTo>
                <a:lnTo>
                  <a:pt x="3667094" y="650939"/>
                </a:lnTo>
                <a:cubicBezTo>
                  <a:pt x="3667499" y="651344"/>
                  <a:pt x="3667499" y="651749"/>
                  <a:pt x="3667094" y="652153"/>
                </a:cubicBezTo>
                <a:lnTo>
                  <a:pt x="3662236" y="660250"/>
                </a:lnTo>
                <a:cubicBezTo>
                  <a:pt x="3662236" y="660250"/>
                  <a:pt x="3661831" y="660654"/>
                  <a:pt x="3661022" y="661059"/>
                </a:cubicBezTo>
                <a:lnTo>
                  <a:pt x="3651711" y="661059"/>
                </a:lnTo>
                <a:cubicBezTo>
                  <a:pt x="3651306" y="661059"/>
                  <a:pt x="3650901" y="660654"/>
                  <a:pt x="3650497" y="660250"/>
                </a:cubicBezTo>
                <a:lnTo>
                  <a:pt x="3645639" y="652153"/>
                </a:lnTo>
                <a:cubicBezTo>
                  <a:pt x="3645234" y="651749"/>
                  <a:pt x="3645234" y="651344"/>
                  <a:pt x="3645639" y="650939"/>
                </a:cubicBezTo>
                <a:lnTo>
                  <a:pt x="3650497" y="642843"/>
                </a:lnTo>
                <a:cubicBezTo>
                  <a:pt x="3650901" y="642438"/>
                  <a:pt x="3651306" y="642033"/>
                  <a:pt x="3651711" y="642033"/>
                </a:cubicBezTo>
                <a:close/>
                <a:moveTo>
                  <a:pt x="3246898" y="642033"/>
                </a:moveTo>
                <a:lnTo>
                  <a:pt x="3256209" y="642033"/>
                </a:lnTo>
                <a:cubicBezTo>
                  <a:pt x="3256613" y="642033"/>
                  <a:pt x="3257018" y="642033"/>
                  <a:pt x="3257423" y="642438"/>
                </a:cubicBezTo>
                <a:lnTo>
                  <a:pt x="3261876" y="650534"/>
                </a:lnTo>
                <a:cubicBezTo>
                  <a:pt x="3262281" y="650939"/>
                  <a:pt x="3262281" y="651344"/>
                  <a:pt x="3261876" y="651749"/>
                </a:cubicBezTo>
                <a:lnTo>
                  <a:pt x="3257423" y="659845"/>
                </a:lnTo>
                <a:cubicBezTo>
                  <a:pt x="3257018" y="660250"/>
                  <a:pt x="3256613" y="660654"/>
                  <a:pt x="3256209" y="660250"/>
                </a:cubicBezTo>
                <a:lnTo>
                  <a:pt x="3246898" y="660250"/>
                </a:lnTo>
                <a:cubicBezTo>
                  <a:pt x="3246493" y="660250"/>
                  <a:pt x="3246088" y="660250"/>
                  <a:pt x="3245684" y="659845"/>
                </a:cubicBezTo>
                <a:lnTo>
                  <a:pt x="3241231" y="651749"/>
                </a:lnTo>
                <a:cubicBezTo>
                  <a:pt x="3240826" y="651344"/>
                  <a:pt x="3240826" y="650939"/>
                  <a:pt x="3241231" y="650534"/>
                </a:cubicBezTo>
                <a:lnTo>
                  <a:pt x="3245684" y="642438"/>
                </a:lnTo>
                <a:cubicBezTo>
                  <a:pt x="3246088" y="642438"/>
                  <a:pt x="3246493" y="642033"/>
                  <a:pt x="3246898" y="642033"/>
                </a:cubicBezTo>
                <a:close/>
                <a:moveTo>
                  <a:pt x="3125455" y="642033"/>
                </a:moveTo>
                <a:lnTo>
                  <a:pt x="3134766" y="642033"/>
                </a:lnTo>
                <a:cubicBezTo>
                  <a:pt x="3135170" y="642033"/>
                  <a:pt x="3135575" y="642033"/>
                  <a:pt x="3135980" y="642438"/>
                </a:cubicBezTo>
                <a:lnTo>
                  <a:pt x="3140433" y="650534"/>
                </a:lnTo>
                <a:cubicBezTo>
                  <a:pt x="3140838" y="650939"/>
                  <a:pt x="3140838" y="651344"/>
                  <a:pt x="3140433" y="651749"/>
                </a:cubicBezTo>
                <a:lnTo>
                  <a:pt x="3135980" y="659845"/>
                </a:lnTo>
                <a:cubicBezTo>
                  <a:pt x="3135980" y="660250"/>
                  <a:pt x="3135575" y="660654"/>
                  <a:pt x="3134766" y="660250"/>
                </a:cubicBezTo>
                <a:lnTo>
                  <a:pt x="3125455" y="660250"/>
                </a:lnTo>
                <a:cubicBezTo>
                  <a:pt x="3125050" y="660250"/>
                  <a:pt x="3124645" y="660250"/>
                  <a:pt x="3124241" y="659845"/>
                </a:cubicBezTo>
                <a:lnTo>
                  <a:pt x="3119788" y="651749"/>
                </a:lnTo>
                <a:cubicBezTo>
                  <a:pt x="3119383" y="651344"/>
                  <a:pt x="3119383" y="650939"/>
                  <a:pt x="3119788" y="650534"/>
                </a:cubicBezTo>
                <a:lnTo>
                  <a:pt x="3124241" y="642438"/>
                </a:lnTo>
                <a:cubicBezTo>
                  <a:pt x="3124645" y="642438"/>
                  <a:pt x="3125050" y="642033"/>
                  <a:pt x="3125455" y="642033"/>
                </a:cubicBezTo>
                <a:close/>
                <a:moveTo>
                  <a:pt x="3044088" y="642033"/>
                </a:moveTo>
                <a:lnTo>
                  <a:pt x="3054208" y="642033"/>
                </a:lnTo>
                <a:cubicBezTo>
                  <a:pt x="3054613" y="642033"/>
                  <a:pt x="3055018" y="642033"/>
                  <a:pt x="3055423" y="642438"/>
                </a:cubicBezTo>
                <a:lnTo>
                  <a:pt x="3060280" y="650939"/>
                </a:lnTo>
                <a:cubicBezTo>
                  <a:pt x="3060685" y="651344"/>
                  <a:pt x="3060685" y="651749"/>
                  <a:pt x="3060280" y="652153"/>
                </a:cubicBezTo>
                <a:lnTo>
                  <a:pt x="3055423" y="660654"/>
                </a:lnTo>
                <a:cubicBezTo>
                  <a:pt x="3055018" y="661059"/>
                  <a:pt x="3054613" y="661059"/>
                  <a:pt x="3054208" y="661059"/>
                </a:cubicBezTo>
                <a:lnTo>
                  <a:pt x="3044088" y="661059"/>
                </a:lnTo>
                <a:cubicBezTo>
                  <a:pt x="3043683" y="661059"/>
                  <a:pt x="3043278" y="661059"/>
                  <a:pt x="3042874" y="660654"/>
                </a:cubicBezTo>
                <a:lnTo>
                  <a:pt x="3038016" y="652153"/>
                </a:lnTo>
                <a:cubicBezTo>
                  <a:pt x="3037611" y="651749"/>
                  <a:pt x="3037611" y="651344"/>
                  <a:pt x="3038016" y="650939"/>
                </a:cubicBezTo>
                <a:lnTo>
                  <a:pt x="3042874" y="642438"/>
                </a:lnTo>
                <a:cubicBezTo>
                  <a:pt x="3043278" y="642438"/>
                  <a:pt x="3043683" y="642033"/>
                  <a:pt x="3044088" y="642033"/>
                </a:cubicBezTo>
                <a:close/>
                <a:moveTo>
                  <a:pt x="3610825" y="641628"/>
                </a:moveTo>
                <a:lnTo>
                  <a:pt x="3620945" y="641628"/>
                </a:lnTo>
                <a:cubicBezTo>
                  <a:pt x="3621350" y="641628"/>
                  <a:pt x="3621755" y="642033"/>
                  <a:pt x="3622160" y="642438"/>
                </a:cubicBezTo>
                <a:lnTo>
                  <a:pt x="3627017" y="650939"/>
                </a:lnTo>
                <a:cubicBezTo>
                  <a:pt x="3627422" y="651343"/>
                  <a:pt x="3627422" y="651748"/>
                  <a:pt x="3627017" y="652153"/>
                </a:cubicBezTo>
                <a:lnTo>
                  <a:pt x="3622160" y="660654"/>
                </a:lnTo>
                <a:cubicBezTo>
                  <a:pt x="3621755" y="661059"/>
                  <a:pt x="3621350" y="661059"/>
                  <a:pt x="3620945" y="661059"/>
                </a:cubicBezTo>
                <a:lnTo>
                  <a:pt x="3610825" y="661059"/>
                </a:lnTo>
                <a:cubicBezTo>
                  <a:pt x="3610420" y="661059"/>
                  <a:pt x="3610015" y="661059"/>
                  <a:pt x="3609611" y="660654"/>
                </a:cubicBezTo>
                <a:lnTo>
                  <a:pt x="3604753" y="652153"/>
                </a:lnTo>
                <a:cubicBezTo>
                  <a:pt x="3604348" y="651748"/>
                  <a:pt x="3604348" y="651343"/>
                  <a:pt x="3604753" y="650939"/>
                </a:cubicBezTo>
                <a:lnTo>
                  <a:pt x="3609611" y="642438"/>
                </a:lnTo>
                <a:cubicBezTo>
                  <a:pt x="3610015" y="642033"/>
                  <a:pt x="3610420" y="641628"/>
                  <a:pt x="3610825" y="641628"/>
                </a:cubicBezTo>
                <a:close/>
                <a:moveTo>
                  <a:pt x="3570343" y="641223"/>
                </a:moveTo>
                <a:lnTo>
                  <a:pt x="3580868" y="641223"/>
                </a:lnTo>
                <a:cubicBezTo>
                  <a:pt x="3581274" y="641223"/>
                  <a:pt x="3581678" y="641628"/>
                  <a:pt x="3582083" y="642033"/>
                </a:cubicBezTo>
                <a:lnTo>
                  <a:pt x="3587346" y="650938"/>
                </a:lnTo>
                <a:cubicBezTo>
                  <a:pt x="3587751" y="651343"/>
                  <a:pt x="3587751" y="651748"/>
                  <a:pt x="3587346" y="652153"/>
                </a:cubicBezTo>
                <a:lnTo>
                  <a:pt x="3582083" y="661059"/>
                </a:lnTo>
                <a:cubicBezTo>
                  <a:pt x="3581678" y="661464"/>
                  <a:pt x="3581274" y="661464"/>
                  <a:pt x="3580868" y="661464"/>
                </a:cubicBezTo>
                <a:lnTo>
                  <a:pt x="3570343" y="661464"/>
                </a:lnTo>
                <a:cubicBezTo>
                  <a:pt x="3569939" y="661464"/>
                  <a:pt x="3569534" y="661464"/>
                  <a:pt x="3569129" y="661059"/>
                </a:cubicBezTo>
                <a:lnTo>
                  <a:pt x="3563867" y="652153"/>
                </a:lnTo>
                <a:cubicBezTo>
                  <a:pt x="3563462" y="651748"/>
                  <a:pt x="3563462" y="651343"/>
                  <a:pt x="3563867" y="650938"/>
                </a:cubicBezTo>
                <a:lnTo>
                  <a:pt x="3569129" y="642033"/>
                </a:lnTo>
                <a:cubicBezTo>
                  <a:pt x="3569534" y="641628"/>
                  <a:pt x="3569939" y="641223"/>
                  <a:pt x="3570343" y="641223"/>
                </a:cubicBezTo>
                <a:close/>
                <a:moveTo>
                  <a:pt x="3448495" y="641223"/>
                </a:moveTo>
                <a:lnTo>
                  <a:pt x="3459425" y="641223"/>
                </a:lnTo>
                <a:cubicBezTo>
                  <a:pt x="3459830" y="641223"/>
                  <a:pt x="3460235" y="641223"/>
                  <a:pt x="3460640" y="641628"/>
                </a:cubicBezTo>
                <a:lnTo>
                  <a:pt x="3465903" y="650938"/>
                </a:lnTo>
                <a:cubicBezTo>
                  <a:pt x="3466307" y="651343"/>
                  <a:pt x="3466307" y="651748"/>
                  <a:pt x="3465903" y="652153"/>
                </a:cubicBezTo>
                <a:lnTo>
                  <a:pt x="3460640" y="661464"/>
                </a:lnTo>
                <a:cubicBezTo>
                  <a:pt x="3460235" y="661464"/>
                  <a:pt x="3459830" y="661868"/>
                  <a:pt x="3459425" y="661868"/>
                </a:cubicBezTo>
                <a:lnTo>
                  <a:pt x="3448495" y="661868"/>
                </a:lnTo>
                <a:cubicBezTo>
                  <a:pt x="3448091" y="661868"/>
                  <a:pt x="3447686" y="661868"/>
                  <a:pt x="3447281" y="661464"/>
                </a:cubicBezTo>
                <a:lnTo>
                  <a:pt x="3442019" y="652153"/>
                </a:lnTo>
                <a:cubicBezTo>
                  <a:pt x="3441614" y="651748"/>
                  <a:pt x="3441614" y="651343"/>
                  <a:pt x="3442019" y="650938"/>
                </a:cubicBezTo>
                <a:lnTo>
                  <a:pt x="3447281" y="641628"/>
                </a:lnTo>
                <a:cubicBezTo>
                  <a:pt x="3447686" y="641628"/>
                  <a:pt x="3448091" y="641223"/>
                  <a:pt x="3448495" y="641223"/>
                </a:cubicBezTo>
                <a:close/>
                <a:moveTo>
                  <a:pt x="3165531" y="641223"/>
                </a:moveTo>
                <a:lnTo>
                  <a:pt x="3175246" y="641223"/>
                </a:lnTo>
                <a:cubicBezTo>
                  <a:pt x="3175651" y="641223"/>
                  <a:pt x="3176056" y="641628"/>
                  <a:pt x="3176461" y="642033"/>
                </a:cubicBezTo>
                <a:lnTo>
                  <a:pt x="3181319" y="650534"/>
                </a:lnTo>
                <a:cubicBezTo>
                  <a:pt x="3181723" y="650938"/>
                  <a:pt x="3181723" y="651343"/>
                  <a:pt x="3181319" y="651748"/>
                </a:cubicBezTo>
                <a:lnTo>
                  <a:pt x="3176461" y="660249"/>
                </a:lnTo>
                <a:cubicBezTo>
                  <a:pt x="3176461" y="660654"/>
                  <a:pt x="3176056" y="661059"/>
                  <a:pt x="3175246" y="660654"/>
                </a:cubicBezTo>
                <a:lnTo>
                  <a:pt x="3165531" y="660654"/>
                </a:lnTo>
                <a:cubicBezTo>
                  <a:pt x="3165126" y="660654"/>
                  <a:pt x="3164721" y="660654"/>
                  <a:pt x="3164317" y="660249"/>
                </a:cubicBezTo>
                <a:lnTo>
                  <a:pt x="3159459" y="651748"/>
                </a:lnTo>
                <a:cubicBezTo>
                  <a:pt x="3159054" y="651343"/>
                  <a:pt x="3159054" y="650938"/>
                  <a:pt x="3159459" y="650534"/>
                </a:cubicBezTo>
                <a:lnTo>
                  <a:pt x="3164317" y="642033"/>
                </a:lnTo>
                <a:cubicBezTo>
                  <a:pt x="3164721" y="641628"/>
                  <a:pt x="3165126" y="641223"/>
                  <a:pt x="3165531" y="641223"/>
                </a:cubicBezTo>
                <a:close/>
                <a:moveTo>
                  <a:pt x="3084569" y="641223"/>
                </a:moveTo>
                <a:lnTo>
                  <a:pt x="3094284" y="641223"/>
                </a:lnTo>
                <a:cubicBezTo>
                  <a:pt x="3094689" y="641223"/>
                  <a:pt x="3095094" y="641628"/>
                  <a:pt x="3095499" y="642033"/>
                </a:cubicBezTo>
                <a:lnTo>
                  <a:pt x="3100357" y="650534"/>
                </a:lnTo>
                <a:cubicBezTo>
                  <a:pt x="3100761" y="650938"/>
                  <a:pt x="3100761" y="651343"/>
                  <a:pt x="3100357" y="651748"/>
                </a:cubicBezTo>
                <a:lnTo>
                  <a:pt x="3095499" y="660249"/>
                </a:lnTo>
                <a:cubicBezTo>
                  <a:pt x="3095499" y="660654"/>
                  <a:pt x="3095094" y="661059"/>
                  <a:pt x="3094284" y="660654"/>
                </a:cubicBezTo>
                <a:lnTo>
                  <a:pt x="3084569" y="660654"/>
                </a:lnTo>
                <a:cubicBezTo>
                  <a:pt x="3084164" y="660654"/>
                  <a:pt x="3083759" y="660654"/>
                  <a:pt x="3083355" y="660249"/>
                </a:cubicBezTo>
                <a:lnTo>
                  <a:pt x="3078497" y="651748"/>
                </a:lnTo>
                <a:cubicBezTo>
                  <a:pt x="3078092" y="651343"/>
                  <a:pt x="3078092" y="650938"/>
                  <a:pt x="3078497" y="650534"/>
                </a:cubicBezTo>
                <a:lnTo>
                  <a:pt x="3083355" y="642033"/>
                </a:lnTo>
                <a:cubicBezTo>
                  <a:pt x="3083759" y="641628"/>
                  <a:pt x="3084164" y="641223"/>
                  <a:pt x="3084569" y="641223"/>
                </a:cubicBezTo>
                <a:close/>
                <a:moveTo>
                  <a:pt x="3003606" y="641223"/>
                </a:moveTo>
                <a:lnTo>
                  <a:pt x="3013727" y="641223"/>
                </a:lnTo>
                <a:cubicBezTo>
                  <a:pt x="3014131" y="641223"/>
                  <a:pt x="3014537" y="641223"/>
                  <a:pt x="3014941" y="641628"/>
                </a:cubicBezTo>
                <a:lnTo>
                  <a:pt x="3020204" y="650534"/>
                </a:lnTo>
                <a:cubicBezTo>
                  <a:pt x="3020609" y="650938"/>
                  <a:pt x="3020609" y="651343"/>
                  <a:pt x="3020204" y="651748"/>
                </a:cubicBezTo>
                <a:lnTo>
                  <a:pt x="3014941" y="660654"/>
                </a:lnTo>
                <a:cubicBezTo>
                  <a:pt x="3014941" y="661059"/>
                  <a:pt x="3014537" y="661464"/>
                  <a:pt x="3013727" y="661059"/>
                </a:cubicBezTo>
                <a:lnTo>
                  <a:pt x="3003606" y="661059"/>
                </a:lnTo>
                <a:cubicBezTo>
                  <a:pt x="3003202" y="661059"/>
                  <a:pt x="3002797" y="661059"/>
                  <a:pt x="3002392" y="660654"/>
                </a:cubicBezTo>
                <a:lnTo>
                  <a:pt x="2997130" y="651748"/>
                </a:lnTo>
                <a:cubicBezTo>
                  <a:pt x="2996725" y="651343"/>
                  <a:pt x="2996725" y="650938"/>
                  <a:pt x="2997130" y="650534"/>
                </a:cubicBezTo>
                <a:lnTo>
                  <a:pt x="3002392" y="641628"/>
                </a:lnTo>
                <a:cubicBezTo>
                  <a:pt x="3002797" y="641628"/>
                  <a:pt x="3003202" y="641223"/>
                  <a:pt x="3003606" y="641223"/>
                </a:cubicBezTo>
                <a:close/>
                <a:moveTo>
                  <a:pt x="2679352" y="640818"/>
                </a:moveTo>
                <a:lnTo>
                  <a:pt x="2690686" y="640818"/>
                </a:lnTo>
                <a:cubicBezTo>
                  <a:pt x="2691091" y="640818"/>
                  <a:pt x="2691496" y="640818"/>
                  <a:pt x="2691901" y="641223"/>
                </a:cubicBezTo>
                <a:lnTo>
                  <a:pt x="2697568" y="650938"/>
                </a:lnTo>
                <a:cubicBezTo>
                  <a:pt x="2697973" y="651343"/>
                  <a:pt x="2697973" y="651748"/>
                  <a:pt x="2697568" y="652153"/>
                </a:cubicBezTo>
                <a:lnTo>
                  <a:pt x="2691901" y="661868"/>
                </a:lnTo>
                <a:cubicBezTo>
                  <a:pt x="2691496" y="662273"/>
                  <a:pt x="2691091" y="662273"/>
                  <a:pt x="2690686" y="662273"/>
                </a:cubicBezTo>
                <a:lnTo>
                  <a:pt x="2679352" y="662273"/>
                </a:lnTo>
                <a:cubicBezTo>
                  <a:pt x="2678947" y="662273"/>
                  <a:pt x="2678542" y="662273"/>
                  <a:pt x="2678137" y="661868"/>
                </a:cubicBezTo>
                <a:lnTo>
                  <a:pt x="2672470" y="652153"/>
                </a:lnTo>
                <a:cubicBezTo>
                  <a:pt x="2672065" y="651748"/>
                  <a:pt x="2672065" y="651343"/>
                  <a:pt x="2672470" y="650938"/>
                </a:cubicBezTo>
                <a:lnTo>
                  <a:pt x="2678137" y="641223"/>
                </a:lnTo>
                <a:cubicBezTo>
                  <a:pt x="2678542" y="641223"/>
                  <a:pt x="2678947" y="640818"/>
                  <a:pt x="2679352" y="640818"/>
                </a:cubicBezTo>
                <a:close/>
                <a:moveTo>
                  <a:pt x="2962316" y="640009"/>
                </a:moveTo>
                <a:lnTo>
                  <a:pt x="2974055" y="640009"/>
                </a:lnTo>
                <a:cubicBezTo>
                  <a:pt x="2974460" y="640009"/>
                  <a:pt x="2974865" y="640414"/>
                  <a:pt x="2975269" y="640819"/>
                </a:cubicBezTo>
                <a:lnTo>
                  <a:pt x="2980937" y="650939"/>
                </a:lnTo>
                <a:cubicBezTo>
                  <a:pt x="2981342" y="651344"/>
                  <a:pt x="2981342" y="651749"/>
                  <a:pt x="2980937" y="652153"/>
                </a:cubicBezTo>
                <a:lnTo>
                  <a:pt x="2975269" y="662274"/>
                </a:lnTo>
                <a:cubicBezTo>
                  <a:pt x="2975269" y="662679"/>
                  <a:pt x="2974865" y="662679"/>
                  <a:pt x="2974055" y="662679"/>
                </a:cubicBezTo>
                <a:lnTo>
                  <a:pt x="2962316" y="662679"/>
                </a:lnTo>
                <a:cubicBezTo>
                  <a:pt x="2961911" y="662679"/>
                  <a:pt x="2961506" y="662679"/>
                  <a:pt x="2961101" y="662274"/>
                </a:cubicBezTo>
                <a:lnTo>
                  <a:pt x="2955434" y="652153"/>
                </a:lnTo>
                <a:cubicBezTo>
                  <a:pt x="2955029" y="651749"/>
                  <a:pt x="2955029" y="651344"/>
                  <a:pt x="2955434" y="650939"/>
                </a:cubicBezTo>
                <a:lnTo>
                  <a:pt x="2961101" y="640819"/>
                </a:lnTo>
                <a:cubicBezTo>
                  <a:pt x="2961506" y="640414"/>
                  <a:pt x="2961911" y="640009"/>
                  <a:pt x="2962316" y="640009"/>
                </a:cubicBezTo>
                <a:close/>
                <a:moveTo>
                  <a:pt x="3527838" y="638389"/>
                </a:moveTo>
                <a:lnTo>
                  <a:pt x="3542007" y="638389"/>
                </a:lnTo>
                <a:cubicBezTo>
                  <a:pt x="3542412" y="638389"/>
                  <a:pt x="3542817" y="638389"/>
                  <a:pt x="3543222" y="638794"/>
                </a:cubicBezTo>
                <a:lnTo>
                  <a:pt x="3550508" y="650938"/>
                </a:lnTo>
                <a:cubicBezTo>
                  <a:pt x="3550913" y="651343"/>
                  <a:pt x="3550913" y="651748"/>
                  <a:pt x="3550508" y="652153"/>
                </a:cubicBezTo>
                <a:lnTo>
                  <a:pt x="3543222" y="664297"/>
                </a:lnTo>
                <a:cubicBezTo>
                  <a:pt x="3543222" y="664702"/>
                  <a:pt x="3542817" y="664702"/>
                  <a:pt x="3542007" y="664702"/>
                </a:cubicBezTo>
                <a:lnTo>
                  <a:pt x="3527838" y="664702"/>
                </a:lnTo>
                <a:cubicBezTo>
                  <a:pt x="3527434" y="664702"/>
                  <a:pt x="3527029" y="664702"/>
                  <a:pt x="3526624" y="664297"/>
                </a:cubicBezTo>
                <a:lnTo>
                  <a:pt x="3519338" y="652153"/>
                </a:lnTo>
                <a:cubicBezTo>
                  <a:pt x="3518933" y="651748"/>
                  <a:pt x="3518933" y="651343"/>
                  <a:pt x="3519338" y="650938"/>
                </a:cubicBezTo>
                <a:lnTo>
                  <a:pt x="3526624" y="638794"/>
                </a:lnTo>
                <a:cubicBezTo>
                  <a:pt x="3527029" y="638794"/>
                  <a:pt x="3527434" y="638389"/>
                  <a:pt x="3527838" y="638389"/>
                </a:cubicBezTo>
                <a:close/>
                <a:moveTo>
                  <a:pt x="3487762" y="638389"/>
                </a:moveTo>
                <a:lnTo>
                  <a:pt x="3501121" y="638389"/>
                </a:lnTo>
                <a:cubicBezTo>
                  <a:pt x="3501526" y="638389"/>
                  <a:pt x="3501930" y="638389"/>
                  <a:pt x="3502335" y="638794"/>
                </a:cubicBezTo>
                <a:lnTo>
                  <a:pt x="3509217" y="650533"/>
                </a:lnTo>
                <a:cubicBezTo>
                  <a:pt x="3509622" y="650938"/>
                  <a:pt x="3509622" y="651343"/>
                  <a:pt x="3509217" y="651748"/>
                </a:cubicBezTo>
                <a:lnTo>
                  <a:pt x="3502335" y="663487"/>
                </a:lnTo>
                <a:cubicBezTo>
                  <a:pt x="3502335" y="663892"/>
                  <a:pt x="3501930" y="664297"/>
                  <a:pt x="3501121" y="663892"/>
                </a:cubicBezTo>
                <a:lnTo>
                  <a:pt x="3487762" y="663892"/>
                </a:lnTo>
                <a:cubicBezTo>
                  <a:pt x="3487357" y="663892"/>
                  <a:pt x="3486952" y="663892"/>
                  <a:pt x="3486548" y="663487"/>
                </a:cubicBezTo>
                <a:lnTo>
                  <a:pt x="3479666" y="651748"/>
                </a:lnTo>
                <a:cubicBezTo>
                  <a:pt x="3479261" y="651343"/>
                  <a:pt x="3479261" y="650938"/>
                  <a:pt x="3479666" y="650533"/>
                </a:cubicBezTo>
                <a:lnTo>
                  <a:pt x="3486548" y="638794"/>
                </a:lnTo>
                <a:cubicBezTo>
                  <a:pt x="3486952" y="638794"/>
                  <a:pt x="3487357" y="638389"/>
                  <a:pt x="3487762" y="638389"/>
                </a:cubicBezTo>
                <a:close/>
                <a:moveTo>
                  <a:pt x="4221687" y="608433"/>
                </a:moveTo>
                <a:lnTo>
                  <a:pt x="4224520" y="608433"/>
                </a:lnTo>
                <a:lnTo>
                  <a:pt x="4225735" y="610862"/>
                </a:lnTo>
                <a:lnTo>
                  <a:pt x="4224520" y="613291"/>
                </a:lnTo>
                <a:lnTo>
                  <a:pt x="4221687" y="613291"/>
                </a:lnTo>
                <a:lnTo>
                  <a:pt x="4220472" y="610862"/>
                </a:lnTo>
                <a:close/>
                <a:moveTo>
                  <a:pt x="4181206" y="608433"/>
                </a:moveTo>
                <a:lnTo>
                  <a:pt x="4184039" y="608433"/>
                </a:lnTo>
                <a:lnTo>
                  <a:pt x="4185254" y="610862"/>
                </a:lnTo>
                <a:lnTo>
                  <a:pt x="4184039" y="613291"/>
                </a:lnTo>
                <a:lnTo>
                  <a:pt x="4181206" y="613291"/>
                </a:lnTo>
                <a:lnTo>
                  <a:pt x="4179991" y="610862"/>
                </a:lnTo>
                <a:close/>
                <a:moveTo>
                  <a:pt x="4100244" y="608433"/>
                </a:moveTo>
                <a:lnTo>
                  <a:pt x="4103077" y="608433"/>
                </a:lnTo>
                <a:lnTo>
                  <a:pt x="4104292" y="610862"/>
                </a:lnTo>
                <a:lnTo>
                  <a:pt x="4103077" y="613291"/>
                </a:lnTo>
                <a:lnTo>
                  <a:pt x="4100244" y="613291"/>
                </a:lnTo>
                <a:lnTo>
                  <a:pt x="4099029" y="610862"/>
                </a:lnTo>
                <a:close/>
                <a:moveTo>
                  <a:pt x="4060166" y="608433"/>
                </a:moveTo>
                <a:lnTo>
                  <a:pt x="4063000" y="608433"/>
                </a:lnTo>
                <a:lnTo>
                  <a:pt x="4064619" y="610862"/>
                </a:lnTo>
                <a:lnTo>
                  <a:pt x="4063000" y="613291"/>
                </a:lnTo>
                <a:lnTo>
                  <a:pt x="4060166" y="613291"/>
                </a:lnTo>
                <a:lnTo>
                  <a:pt x="4058547" y="610862"/>
                </a:lnTo>
                <a:close/>
                <a:moveTo>
                  <a:pt x="3978800" y="608433"/>
                </a:moveTo>
                <a:lnTo>
                  <a:pt x="3981633" y="608433"/>
                </a:lnTo>
                <a:lnTo>
                  <a:pt x="3982848" y="610862"/>
                </a:lnTo>
                <a:lnTo>
                  <a:pt x="3981633" y="613291"/>
                </a:lnTo>
                <a:lnTo>
                  <a:pt x="3978800" y="613291"/>
                </a:lnTo>
                <a:lnTo>
                  <a:pt x="3977585" y="610862"/>
                </a:lnTo>
                <a:close/>
                <a:moveTo>
                  <a:pt x="4140724" y="608028"/>
                </a:moveTo>
                <a:lnTo>
                  <a:pt x="4143963" y="608028"/>
                </a:lnTo>
                <a:lnTo>
                  <a:pt x="4145582" y="610862"/>
                </a:lnTo>
                <a:lnTo>
                  <a:pt x="4143963" y="613695"/>
                </a:lnTo>
                <a:lnTo>
                  <a:pt x="4140724" y="613695"/>
                </a:lnTo>
                <a:lnTo>
                  <a:pt x="4139105" y="610862"/>
                </a:lnTo>
                <a:close/>
                <a:moveTo>
                  <a:pt x="4019280" y="608028"/>
                </a:moveTo>
                <a:lnTo>
                  <a:pt x="4022519" y="608028"/>
                </a:lnTo>
                <a:lnTo>
                  <a:pt x="4024138" y="610862"/>
                </a:lnTo>
                <a:lnTo>
                  <a:pt x="4022519" y="613695"/>
                </a:lnTo>
                <a:lnTo>
                  <a:pt x="4019280" y="613695"/>
                </a:lnTo>
                <a:lnTo>
                  <a:pt x="4017661" y="610862"/>
                </a:lnTo>
                <a:close/>
                <a:moveTo>
                  <a:pt x="1913851" y="608028"/>
                </a:moveTo>
                <a:lnTo>
                  <a:pt x="1917495" y="608028"/>
                </a:lnTo>
                <a:lnTo>
                  <a:pt x="1919114" y="610862"/>
                </a:lnTo>
                <a:lnTo>
                  <a:pt x="1917495" y="613695"/>
                </a:lnTo>
                <a:lnTo>
                  <a:pt x="1913851" y="613695"/>
                </a:lnTo>
                <a:lnTo>
                  <a:pt x="1912232" y="610862"/>
                </a:lnTo>
                <a:close/>
                <a:moveTo>
                  <a:pt x="1873369" y="608028"/>
                </a:moveTo>
                <a:lnTo>
                  <a:pt x="1877013" y="608028"/>
                </a:lnTo>
                <a:lnTo>
                  <a:pt x="1878632" y="610862"/>
                </a:lnTo>
                <a:lnTo>
                  <a:pt x="1877013" y="613695"/>
                </a:lnTo>
                <a:lnTo>
                  <a:pt x="1873369" y="613695"/>
                </a:lnTo>
                <a:lnTo>
                  <a:pt x="1871750" y="610862"/>
                </a:lnTo>
                <a:close/>
                <a:moveTo>
                  <a:pt x="2602437" y="607624"/>
                </a:moveTo>
                <a:lnTo>
                  <a:pt x="2606080" y="607624"/>
                </a:lnTo>
                <a:lnTo>
                  <a:pt x="2608105" y="610863"/>
                </a:lnTo>
                <a:lnTo>
                  <a:pt x="2606080" y="614101"/>
                </a:lnTo>
                <a:lnTo>
                  <a:pt x="2602437" y="614101"/>
                </a:lnTo>
                <a:lnTo>
                  <a:pt x="2600413" y="610863"/>
                </a:lnTo>
                <a:close/>
                <a:moveTo>
                  <a:pt x="2561956" y="607624"/>
                </a:moveTo>
                <a:lnTo>
                  <a:pt x="2565599" y="607624"/>
                </a:lnTo>
                <a:lnTo>
                  <a:pt x="2567624" y="610863"/>
                </a:lnTo>
                <a:lnTo>
                  <a:pt x="2565599" y="614101"/>
                </a:lnTo>
                <a:lnTo>
                  <a:pt x="2561956" y="614101"/>
                </a:lnTo>
                <a:lnTo>
                  <a:pt x="2559932" y="610863"/>
                </a:lnTo>
                <a:close/>
                <a:moveTo>
                  <a:pt x="2521069" y="607624"/>
                </a:moveTo>
                <a:lnTo>
                  <a:pt x="2524713" y="607624"/>
                </a:lnTo>
                <a:lnTo>
                  <a:pt x="2526332" y="610863"/>
                </a:lnTo>
                <a:lnTo>
                  <a:pt x="2524713" y="614101"/>
                </a:lnTo>
                <a:lnTo>
                  <a:pt x="2521069" y="614101"/>
                </a:lnTo>
                <a:lnTo>
                  <a:pt x="2519450" y="610863"/>
                </a:lnTo>
                <a:close/>
                <a:moveTo>
                  <a:pt x="2480993" y="607624"/>
                </a:moveTo>
                <a:lnTo>
                  <a:pt x="2484636" y="607624"/>
                </a:lnTo>
                <a:lnTo>
                  <a:pt x="2486661" y="610863"/>
                </a:lnTo>
                <a:lnTo>
                  <a:pt x="2484636" y="614101"/>
                </a:lnTo>
                <a:lnTo>
                  <a:pt x="2480993" y="614101"/>
                </a:lnTo>
                <a:lnTo>
                  <a:pt x="2478969" y="610863"/>
                </a:lnTo>
                <a:close/>
                <a:moveTo>
                  <a:pt x="2440512" y="607624"/>
                </a:moveTo>
                <a:lnTo>
                  <a:pt x="2444155" y="607624"/>
                </a:lnTo>
                <a:lnTo>
                  <a:pt x="2446180" y="610863"/>
                </a:lnTo>
                <a:lnTo>
                  <a:pt x="2444155" y="614101"/>
                </a:lnTo>
                <a:lnTo>
                  <a:pt x="2440512" y="614101"/>
                </a:lnTo>
                <a:lnTo>
                  <a:pt x="2438488" y="610863"/>
                </a:lnTo>
                <a:close/>
                <a:moveTo>
                  <a:pt x="2400031" y="607624"/>
                </a:moveTo>
                <a:lnTo>
                  <a:pt x="2403674" y="607624"/>
                </a:lnTo>
                <a:lnTo>
                  <a:pt x="2405699" y="610863"/>
                </a:lnTo>
                <a:lnTo>
                  <a:pt x="2403674" y="614101"/>
                </a:lnTo>
                <a:lnTo>
                  <a:pt x="2400031" y="614101"/>
                </a:lnTo>
                <a:lnTo>
                  <a:pt x="2398007" y="610863"/>
                </a:lnTo>
                <a:close/>
                <a:moveTo>
                  <a:pt x="2359549" y="607624"/>
                </a:moveTo>
                <a:lnTo>
                  <a:pt x="2363192" y="607624"/>
                </a:lnTo>
                <a:lnTo>
                  <a:pt x="2365217" y="610863"/>
                </a:lnTo>
                <a:lnTo>
                  <a:pt x="2363192" y="614101"/>
                </a:lnTo>
                <a:lnTo>
                  <a:pt x="2359549" y="614101"/>
                </a:lnTo>
                <a:lnTo>
                  <a:pt x="2357525" y="610863"/>
                </a:lnTo>
                <a:close/>
                <a:moveTo>
                  <a:pt x="2319068" y="607624"/>
                </a:moveTo>
                <a:lnTo>
                  <a:pt x="2322711" y="607624"/>
                </a:lnTo>
                <a:lnTo>
                  <a:pt x="2324736" y="610863"/>
                </a:lnTo>
                <a:lnTo>
                  <a:pt x="2322711" y="614101"/>
                </a:lnTo>
                <a:lnTo>
                  <a:pt x="2319068" y="614101"/>
                </a:lnTo>
                <a:lnTo>
                  <a:pt x="2317044" y="610863"/>
                </a:lnTo>
                <a:close/>
                <a:moveTo>
                  <a:pt x="2278587" y="607624"/>
                </a:moveTo>
                <a:lnTo>
                  <a:pt x="2282230" y="607624"/>
                </a:lnTo>
                <a:lnTo>
                  <a:pt x="2284255" y="610863"/>
                </a:lnTo>
                <a:lnTo>
                  <a:pt x="2282230" y="614101"/>
                </a:lnTo>
                <a:lnTo>
                  <a:pt x="2278587" y="614101"/>
                </a:lnTo>
                <a:lnTo>
                  <a:pt x="2276563" y="610863"/>
                </a:lnTo>
                <a:close/>
                <a:moveTo>
                  <a:pt x="2238106" y="607624"/>
                </a:moveTo>
                <a:lnTo>
                  <a:pt x="2241749" y="607624"/>
                </a:lnTo>
                <a:lnTo>
                  <a:pt x="2243774" y="610863"/>
                </a:lnTo>
                <a:lnTo>
                  <a:pt x="2241749" y="614101"/>
                </a:lnTo>
                <a:lnTo>
                  <a:pt x="2238106" y="614101"/>
                </a:lnTo>
                <a:lnTo>
                  <a:pt x="2236082" y="610863"/>
                </a:lnTo>
                <a:close/>
                <a:moveTo>
                  <a:pt x="2197219" y="607624"/>
                </a:moveTo>
                <a:lnTo>
                  <a:pt x="2200863" y="607624"/>
                </a:lnTo>
                <a:lnTo>
                  <a:pt x="2202482" y="610863"/>
                </a:lnTo>
                <a:lnTo>
                  <a:pt x="2200863" y="614101"/>
                </a:lnTo>
                <a:lnTo>
                  <a:pt x="2197219" y="614101"/>
                </a:lnTo>
                <a:lnTo>
                  <a:pt x="2195600" y="610863"/>
                </a:lnTo>
                <a:close/>
                <a:moveTo>
                  <a:pt x="2156738" y="607624"/>
                </a:moveTo>
                <a:lnTo>
                  <a:pt x="2160382" y="607624"/>
                </a:lnTo>
                <a:lnTo>
                  <a:pt x="2162001" y="610863"/>
                </a:lnTo>
                <a:lnTo>
                  <a:pt x="2160382" y="614101"/>
                </a:lnTo>
                <a:lnTo>
                  <a:pt x="2156738" y="614101"/>
                </a:lnTo>
                <a:lnTo>
                  <a:pt x="2155119" y="610863"/>
                </a:lnTo>
                <a:close/>
                <a:moveTo>
                  <a:pt x="2116257" y="607624"/>
                </a:moveTo>
                <a:lnTo>
                  <a:pt x="2119901" y="607624"/>
                </a:lnTo>
                <a:lnTo>
                  <a:pt x="2121520" y="610863"/>
                </a:lnTo>
                <a:lnTo>
                  <a:pt x="2119901" y="614101"/>
                </a:lnTo>
                <a:lnTo>
                  <a:pt x="2116257" y="614101"/>
                </a:lnTo>
                <a:lnTo>
                  <a:pt x="2114638" y="610863"/>
                </a:lnTo>
                <a:close/>
                <a:moveTo>
                  <a:pt x="2075776" y="607624"/>
                </a:moveTo>
                <a:lnTo>
                  <a:pt x="2079420" y="607624"/>
                </a:lnTo>
                <a:lnTo>
                  <a:pt x="2081039" y="610863"/>
                </a:lnTo>
                <a:lnTo>
                  <a:pt x="2079420" y="614101"/>
                </a:lnTo>
                <a:lnTo>
                  <a:pt x="2075776" y="614101"/>
                </a:lnTo>
                <a:lnTo>
                  <a:pt x="2074157" y="610863"/>
                </a:lnTo>
                <a:close/>
                <a:moveTo>
                  <a:pt x="2035699" y="607624"/>
                </a:moveTo>
                <a:lnTo>
                  <a:pt x="2039342" y="607624"/>
                </a:lnTo>
                <a:lnTo>
                  <a:pt x="2041367" y="610863"/>
                </a:lnTo>
                <a:lnTo>
                  <a:pt x="2039342" y="614101"/>
                </a:lnTo>
                <a:lnTo>
                  <a:pt x="2035699" y="614101"/>
                </a:lnTo>
                <a:lnTo>
                  <a:pt x="2033675" y="610863"/>
                </a:lnTo>
                <a:close/>
                <a:moveTo>
                  <a:pt x="1994813" y="607624"/>
                </a:moveTo>
                <a:lnTo>
                  <a:pt x="1998457" y="607624"/>
                </a:lnTo>
                <a:lnTo>
                  <a:pt x="2000076" y="610863"/>
                </a:lnTo>
                <a:lnTo>
                  <a:pt x="1998457" y="614101"/>
                </a:lnTo>
                <a:lnTo>
                  <a:pt x="1994813" y="614101"/>
                </a:lnTo>
                <a:lnTo>
                  <a:pt x="1993194" y="610863"/>
                </a:lnTo>
                <a:close/>
                <a:moveTo>
                  <a:pt x="1954737" y="607624"/>
                </a:moveTo>
                <a:lnTo>
                  <a:pt x="1958380" y="607624"/>
                </a:lnTo>
                <a:lnTo>
                  <a:pt x="1960405" y="610863"/>
                </a:lnTo>
                <a:lnTo>
                  <a:pt x="1958380" y="614101"/>
                </a:lnTo>
                <a:lnTo>
                  <a:pt x="1954737" y="614101"/>
                </a:lnTo>
                <a:lnTo>
                  <a:pt x="1952713" y="610863"/>
                </a:lnTo>
                <a:close/>
                <a:moveTo>
                  <a:pt x="1832888" y="607624"/>
                </a:moveTo>
                <a:lnTo>
                  <a:pt x="1836532" y="607624"/>
                </a:lnTo>
                <a:lnTo>
                  <a:pt x="1838151" y="610863"/>
                </a:lnTo>
                <a:lnTo>
                  <a:pt x="1836532" y="614101"/>
                </a:lnTo>
                <a:lnTo>
                  <a:pt x="1832888" y="614101"/>
                </a:lnTo>
                <a:lnTo>
                  <a:pt x="1831269" y="610863"/>
                </a:lnTo>
                <a:close/>
                <a:moveTo>
                  <a:pt x="1792407" y="607624"/>
                </a:moveTo>
                <a:lnTo>
                  <a:pt x="1796051" y="607624"/>
                </a:lnTo>
                <a:lnTo>
                  <a:pt x="1797670" y="610863"/>
                </a:lnTo>
                <a:lnTo>
                  <a:pt x="1796051" y="614101"/>
                </a:lnTo>
                <a:lnTo>
                  <a:pt x="1792407" y="614101"/>
                </a:lnTo>
                <a:lnTo>
                  <a:pt x="1790788" y="610863"/>
                </a:lnTo>
                <a:close/>
                <a:moveTo>
                  <a:pt x="1752331" y="607624"/>
                </a:moveTo>
                <a:lnTo>
                  <a:pt x="1755974" y="607624"/>
                </a:lnTo>
                <a:lnTo>
                  <a:pt x="1757999" y="610863"/>
                </a:lnTo>
                <a:lnTo>
                  <a:pt x="1755974" y="614101"/>
                </a:lnTo>
                <a:lnTo>
                  <a:pt x="1752331" y="614101"/>
                </a:lnTo>
                <a:lnTo>
                  <a:pt x="1750307" y="610863"/>
                </a:lnTo>
                <a:close/>
                <a:moveTo>
                  <a:pt x="1711849" y="607624"/>
                </a:moveTo>
                <a:lnTo>
                  <a:pt x="1715492" y="607624"/>
                </a:lnTo>
                <a:lnTo>
                  <a:pt x="1717517" y="610863"/>
                </a:lnTo>
                <a:lnTo>
                  <a:pt x="1715492" y="614101"/>
                </a:lnTo>
                <a:lnTo>
                  <a:pt x="1711849" y="614101"/>
                </a:lnTo>
                <a:lnTo>
                  <a:pt x="1709825" y="610863"/>
                </a:lnTo>
                <a:close/>
                <a:moveTo>
                  <a:pt x="1670963" y="607624"/>
                </a:moveTo>
                <a:lnTo>
                  <a:pt x="1675011" y="607624"/>
                </a:lnTo>
                <a:lnTo>
                  <a:pt x="1677035" y="610863"/>
                </a:lnTo>
                <a:lnTo>
                  <a:pt x="1675011" y="614101"/>
                </a:lnTo>
                <a:lnTo>
                  <a:pt x="1670963" y="614101"/>
                </a:lnTo>
                <a:lnTo>
                  <a:pt x="1668939" y="610863"/>
                </a:lnTo>
                <a:close/>
                <a:moveTo>
                  <a:pt x="3937913" y="607219"/>
                </a:moveTo>
                <a:lnTo>
                  <a:pt x="3941961" y="607219"/>
                </a:lnTo>
                <a:lnTo>
                  <a:pt x="3943985" y="610862"/>
                </a:lnTo>
                <a:lnTo>
                  <a:pt x="3941961" y="614506"/>
                </a:lnTo>
                <a:lnTo>
                  <a:pt x="3937913" y="614506"/>
                </a:lnTo>
                <a:lnTo>
                  <a:pt x="3935889" y="610862"/>
                </a:lnTo>
                <a:close/>
                <a:moveTo>
                  <a:pt x="2844920" y="607219"/>
                </a:moveTo>
                <a:lnTo>
                  <a:pt x="2848563" y="607219"/>
                </a:lnTo>
                <a:cubicBezTo>
                  <a:pt x="2848968" y="607219"/>
                  <a:pt x="2849372" y="607219"/>
                  <a:pt x="2849777" y="607624"/>
                </a:cubicBezTo>
                <a:lnTo>
                  <a:pt x="2851396" y="610457"/>
                </a:lnTo>
                <a:cubicBezTo>
                  <a:pt x="2851801" y="610862"/>
                  <a:pt x="2851801" y="611267"/>
                  <a:pt x="2851396" y="611672"/>
                </a:cubicBezTo>
                <a:lnTo>
                  <a:pt x="2849777" y="614506"/>
                </a:lnTo>
                <a:cubicBezTo>
                  <a:pt x="2849372" y="614910"/>
                  <a:pt x="2848968" y="614910"/>
                  <a:pt x="2848563" y="614910"/>
                </a:cubicBezTo>
                <a:lnTo>
                  <a:pt x="2844920" y="614910"/>
                </a:lnTo>
                <a:cubicBezTo>
                  <a:pt x="2844515" y="614910"/>
                  <a:pt x="2844110" y="614910"/>
                  <a:pt x="2843705" y="614506"/>
                </a:cubicBezTo>
                <a:lnTo>
                  <a:pt x="2842086" y="611672"/>
                </a:lnTo>
                <a:cubicBezTo>
                  <a:pt x="2841681" y="611267"/>
                  <a:pt x="2841681" y="610862"/>
                  <a:pt x="2842086" y="610457"/>
                </a:cubicBezTo>
                <a:lnTo>
                  <a:pt x="2843705" y="607624"/>
                </a:lnTo>
                <a:cubicBezTo>
                  <a:pt x="2844110" y="607624"/>
                  <a:pt x="2844515" y="607219"/>
                  <a:pt x="2844920" y="607219"/>
                </a:cubicBezTo>
                <a:close/>
                <a:moveTo>
                  <a:pt x="2804843" y="607219"/>
                </a:moveTo>
                <a:lnTo>
                  <a:pt x="2808082" y="607219"/>
                </a:lnTo>
                <a:cubicBezTo>
                  <a:pt x="2808487" y="607219"/>
                  <a:pt x="2808892" y="607219"/>
                  <a:pt x="2809296" y="607624"/>
                </a:cubicBezTo>
                <a:lnTo>
                  <a:pt x="2810916" y="610457"/>
                </a:lnTo>
                <a:cubicBezTo>
                  <a:pt x="2811320" y="610862"/>
                  <a:pt x="2811320" y="611267"/>
                  <a:pt x="2810916" y="611672"/>
                </a:cubicBezTo>
                <a:lnTo>
                  <a:pt x="2809296" y="614506"/>
                </a:lnTo>
                <a:cubicBezTo>
                  <a:pt x="2808892" y="614910"/>
                  <a:pt x="2808487" y="614910"/>
                  <a:pt x="2808082" y="615315"/>
                </a:cubicBezTo>
                <a:lnTo>
                  <a:pt x="2804843" y="615315"/>
                </a:lnTo>
                <a:cubicBezTo>
                  <a:pt x="2804439" y="615315"/>
                  <a:pt x="2804034" y="614910"/>
                  <a:pt x="2803629" y="614506"/>
                </a:cubicBezTo>
                <a:lnTo>
                  <a:pt x="2802010" y="611672"/>
                </a:lnTo>
                <a:cubicBezTo>
                  <a:pt x="2801605" y="611267"/>
                  <a:pt x="2801605" y="610862"/>
                  <a:pt x="2802010" y="610457"/>
                </a:cubicBezTo>
                <a:lnTo>
                  <a:pt x="2803629" y="607624"/>
                </a:lnTo>
                <a:cubicBezTo>
                  <a:pt x="2804034" y="607624"/>
                  <a:pt x="2804439" y="607219"/>
                  <a:pt x="2804843" y="607219"/>
                </a:cubicBezTo>
                <a:close/>
                <a:moveTo>
                  <a:pt x="2763958" y="607219"/>
                </a:moveTo>
                <a:lnTo>
                  <a:pt x="2767601" y="607219"/>
                </a:lnTo>
                <a:cubicBezTo>
                  <a:pt x="2768006" y="607219"/>
                  <a:pt x="2768410" y="607219"/>
                  <a:pt x="2768815" y="607624"/>
                </a:cubicBezTo>
                <a:lnTo>
                  <a:pt x="2770434" y="610457"/>
                </a:lnTo>
                <a:cubicBezTo>
                  <a:pt x="2770839" y="610862"/>
                  <a:pt x="2770839" y="611267"/>
                  <a:pt x="2770434" y="611672"/>
                </a:cubicBezTo>
                <a:lnTo>
                  <a:pt x="2768815" y="614506"/>
                </a:lnTo>
                <a:cubicBezTo>
                  <a:pt x="2768410" y="614910"/>
                  <a:pt x="2768006" y="614910"/>
                  <a:pt x="2767601" y="614910"/>
                </a:cubicBezTo>
                <a:lnTo>
                  <a:pt x="2763958" y="614910"/>
                </a:lnTo>
                <a:cubicBezTo>
                  <a:pt x="2763553" y="614910"/>
                  <a:pt x="2763148" y="614910"/>
                  <a:pt x="2762743" y="614506"/>
                </a:cubicBezTo>
                <a:lnTo>
                  <a:pt x="2761124" y="611672"/>
                </a:lnTo>
                <a:cubicBezTo>
                  <a:pt x="2760719" y="611267"/>
                  <a:pt x="2760719" y="610862"/>
                  <a:pt x="2761124" y="610457"/>
                </a:cubicBezTo>
                <a:lnTo>
                  <a:pt x="2762743" y="607624"/>
                </a:lnTo>
                <a:cubicBezTo>
                  <a:pt x="2763148" y="607624"/>
                  <a:pt x="2763553" y="607219"/>
                  <a:pt x="2763958" y="607219"/>
                </a:cubicBezTo>
                <a:close/>
                <a:moveTo>
                  <a:pt x="2642513" y="607219"/>
                </a:moveTo>
                <a:lnTo>
                  <a:pt x="2646561" y="607219"/>
                </a:lnTo>
                <a:lnTo>
                  <a:pt x="2648585" y="610862"/>
                </a:lnTo>
                <a:lnTo>
                  <a:pt x="2646561" y="614506"/>
                </a:lnTo>
                <a:lnTo>
                  <a:pt x="2642513" y="614506"/>
                </a:lnTo>
                <a:lnTo>
                  <a:pt x="2640489" y="610862"/>
                </a:lnTo>
                <a:close/>
                <a:moveTo>
                  <a:pt x="1630482" y="607219"/>
                </a:moveTo>
                <a:lnTo>
                  <a:pt x="1634530" y="607219"/>
                </a:lnTo>
                <a:lnTo>
                  <a:pt x="1636554" y="610862"/>
                </a:lnTo>
                <a:lnTo>
                  <a:pt x="1634530" y="614506"/>
                </a:lnTo>
                <a:lnTo>
                  <a:pt x="1630482" y="614506"/>
                </a:lnTo>
                <a:lnTo>
                  <a:pt x="1628458" y="610862"/>
                </a:lnTo>
                <a:close/>
                <a:moveTo>
                  <a:pt x="3856546" y="606814"/>
                </a:moveTo>
                <a:lnTo>
                  <a:pt x="3860594" y="606814"/>
                </a:lnTo>
                <a:cubicBezTo>
                  <a:pt x="3860999" y="606814"/>
                  <a:pt x="3861404" y="606814"/>
                  <a:pt x="3861808" y="607219"/>
                </a:cubicBezTo>
                <a:lnTo>
                  <a:pt x="3863833" y="610457"/>
                </a:lnTo>
                <a:cubicBezTo>
                  <a:pt x="3864237" y="610862"/>
                  <a:pt x="3864237" y="611267"/>
                  <a:pt x="3863833" y="611672"/>
                </a:cubicBezTo>
                <a:lnTo>
                  <a:pt x="3861808" y="614910"/>
                </a:lnTo>
                <a:cubicBezTo>
                  <a:pt x="3861808" y="615315"/>
                  <a:pt x="3861404" y="615315"/>
                  <a:pt x="3860594" y="615315"/>
                </a:cubicBezTo>
                <a:lnTo>
                  <a:pt x="3856546" y="615315"/>
                </a:lnTo>
                <a:cubicBezTo>
                  <a:pt x="3856141" y="615315"/>
                  <a:pt x="3855736" y="615315"/>
                  <a:pt x="3855332" y="614910"/>
                </a:cubicBezTo>
                <a:lnTo>
                  <a:pt x="3853308" y="611672"/>
                </a:lnTo>
                <a:cubicBezTo>
                  <a:pt x="3852903" y="611267"/>
                  <a:pt x="3852903" y="610862"/>
                  <a:pt x="3853308" y="610457"/>
                </a:cubicBezTo>
                <a:lnTo>
                  <a:pt x="3855332" y="607219"/>
                </a:lnTo>
                <a:cubicBezTo>
                  <a:pt x="3855736" y="607219"/>
                  <a:pt x="3856141" y="606814"/>
                  <a:pt x="3856546" y="606814"/>
                </a:cubicBezTo>
                <a:close/>
                <a:moveTo>
                  <a:pt x="2965959" y="606814"/>
                </a:moveTo>
                <a:lnTo>
                  <a:pt x="2970007" y="606814"/>
                </a:lnTo>
                <a:cubicBezTo>
                  <a:pt x="2970412" y="606814"/>
                  <a:pt x="2970817" y="606814"/>
                  <a:pt x="2971221" y="607219"/>
                </a:cubicBezTo>
                <a:lnTo>
                  <a:pt x="2973246" y="610457"/>
                </a:lnTo>
                <a:cubicBezTo>
                  <a:pt x="2973650" y="610862"/>
                  <a:pt x="2973650" y="611267"/>
                  <a:pt x="2973246" y="611672"/>
                </a:cubicBezTo>
                <a:lnTo>
                  <a:pt x="2971221" y="614910"/>
                </a:lnTo>
                <a:cubicBezTo>
                  <a:pt x="2971221" y="615315"/>
                  <a:pt x="2970817" y="615315"/>
                  <a:pt x="2970007" y="615315"/>
                </a:cubicBezTo>
                <a:lnTo>
                  <a:pt x="2965959" y="615315"/>
                </a:lnTo>
                <a:cubicBezTo>
                  <a:pt x="2965554" y="615315"/>
                  <a:pt x="2965149" y="615315"/>
                  <a:pt x="2964745" y="614910"/>
                </a:cubicBezTo>
                <a:lnTo>
                  <a:pt x="2962721" y="611672"/>
                </a:lnTo>
                <a:cubicBezTo>
                  <a:pt x="2962316" y="611267"/>
                  <a:pt x="2962316" y="610862"/>
                  <a:pt x="2962721" y="610457"/>
                </a:cubicBezTo>
                <a:lnTo>
                  <a:pt x="2964745" y="607219"/>
                </a:lnTo>
                <a:cubicBezTo>
                  <a:pt x="2965149" y="607219"/>
                  <a:pt x="2965554" y="606814"/>
                  <a:pt x="2965959" y="606814"/>
                </a:cubicBezTo>
                <a:close/>
                <a:moveTo>
                  <a:pt x="2925477" y="606814"/>
                </a:moveTo>
                <a:lnTo>
                  <a:pt x="2929525" y="606814"/>
                </a:lnTo>
                <a:cubicBezTo>
                  <a:pt x="2929930" y="606814"/>
                  <a:pt x="2930335" y="606814"/>
                  <a:pt x="2930739" y="607219"/>
                </a:cubicBezTo>
                <a:lnTo>
                  <a:pt x="2932764" y="610457"/>
                </a:lnTo>
                <a:cubicBezTo>
                  <a:pt x="2933168" y="610862"/>
                  <a:pt x="2933168" y="611267"/>
                  <a:pt x="2932764" y="611672"/>
                </a:cubicBezTo>
                <a:lnTo>
                  <a:pt x="2930739" y="614910"/>
                </a:lnTo>
                <a:cubicBezTo>
                  <a:pt x="2930739" y="615315"/>
                  <a:pt x="2930335" y="615315"/>
                  <a:pt x="2929525" y="615315"/>
                </a:cubicBezTo>
                <a:lnTo>
                  <a:pt x="2925477" y="615315"/>
                </a:lnTo>
                <a:cubicBezTo>
                  <a:pt x="2925072" y="615315"/>
                  <a:pt x="2924667" y="615315"/>
                  <a:pt x="2924263" y="614910"/>
                </a:cubicBezTo>
                <a:lnTo>
                  <a:pt x="2922239" y="611672"/>
                </a:lnTo>
                <a:cubicBezTo>
                  <a:pt x="2921834" y="611267"/>
                  <a:pt x="2921834" y="610862"/>
                  <a:pt x="2922239" y="610457"/>
                </a:cubicBezTo>
                <a:lnTo>
                  <a:pt x="2924263" y="607219"/>
                </a:lnTo>
                <a:cubicBezTo>
                  <a:pt x="2924667" y="607219"/>
                  <a:pt x="2925072" y="606814"/>
                  <a:pt x="2925477" y="606814"/>
                </a:cubicBezTo>
                <a:close/>
                <a:moveTo>
                  <a:pt x="1590001" y="606814"/>
                </a:moveTo>
                <a:lnTo>
                  <a:pt x="1594454" y="606814"/>
                </a:lnTo>
                <a:lnTo>
                  <a:pt x="1596883" y="610862"/>
                </a:lnTo>
                <a:lnTo>
                  <a:pt x="1594454" y="614910"/>
                </a:lnTo>
                <a:lnTo>
                  <a:pt x="1590001" y="614910"/>
                </a:lnTo>
                <a:lnTo>
                  <a:pt x="1587572" y="610862"/>
                </a:lnTo>
                <a:close/>
                <a:moveTo>
                  <a:pt x="3897433" y="606409"/>
                </a:moveTo>
                <a:lnTo>
                  <a:pt x="3901076" y="606409"/>
                </a:lnTo>
                <a:cubicBezTo>
                  <a:pt x="3901481" y="606409"/>
                  <a:pt x="3901885" y="606409"/>
                  <a:pt x="3902290" y="606814"/>
                </a:cubicBezTo>
                <a:lnTo>
                  <a:pt x="3903909" y="610052"/>
                </a:lnTo>
                <a:cubicBezTo>
                  <a:pt x="3904314" y="610457"/>
                  <a:pt x="3904314" y="610862"/>
                  <a:pt x="3903909" y="611267"/>
                </a:cubicBezTo>
                <a:lnTo>
                  <a:pt x="3902290" y="614505"/>
                </a:lnTo>
                <a:cubicBezTo>
                  <a:pt x="3901885" y="614910"/>
                  <a:pt x="3901481" y="615315"/>
                  <a:pt x="3901076" y="614910"/>
                </a:cubicBezTo>
                <a:lnTo>
                  <a:pt x="3897433" y="614910"/>
                </a:lnTo>
                <a:cubicBezTo>
                  <a:pt x="3897028" y="614910"/>
                  <a:pt x="3896623" y="614910"/>
                  <a:pt x="3896218" y="614505"/>
                </a:cubicBezTo>
                <a:lnTo>
                  <a:pt x="3894599" y="611267"/>
                </a:lnTo>
                <a:cubicBezTo>
                  <a:pt x="3894194" y="610862"/>
                  <a:pt x="3894194" y="610457"/>
                  <a:pt x="3894599" y="610052"/>
                </a:cubicBezTo>
                <a:lnTo>
                  <a:pt x="3896218" y="606814"/>
                </a:lnTo>
                <a:cubicBezTo>
                  <a:pt x="3896623" y="606814"/>
                  <a:pt x="3897028" y="606409"/>
                  <a:pt x="3897433" y="606409"/>
                </a:cubicBezTo>
                <a:close/>
                <a:moveTo>
                  <a:pt x="3816065" y="606409"/>
                </a:moveTo>
                <a:lnTo>
                  <a:pt x="3820518" y="606409"/>
                </a:lnTo>
                <a:cubicBezTo>
                  <a:pt x="3820923" y="606409"/>
                  <a:pt x="3821327" y="606409"/>
                  <a:pt x="3821732" y="606814"/>
                </a:cubicBezTo>
                <a:lnTo>
                  <a:pt x="3823756" y="610457"/>
                </a:lnTo>
                <a:cubicBezTo>
                  <a:pt x="3824161" y="610862"/>
                  <a:pt x="3824161" y="611267"/>
                  <a:pt x="3823756" y="611672"/>
                </a:cubicBezTo>
                <a:lnTo>
                  <a:pt x="3821732" y="615315"/>
                </a:lnTo>
                <a:cubicBezTo>
                  <a:pt x="3821327" y="615720"/>
                  <a:pt x="3820923" y="615720"/>
                  <a:pt x="3820518" y="615720"/>
                </a:cubicBezTo>
                <a:lnTo>
                  <a:pt x="3816065" y="615720"/>
                </a:lnTo>
                <a:cubicBezTo>
                  <a:pt x="3815660" y="615720"/>
                  <a:pt x="3815255" y="615720"/>
                  <a:pt x="3814851" y="615315"/>
                </a:cubicBezTo>
                <a:lnTo>
                  <a:pt x="3812827" y="611672"/>
                </a:lnTo>
                <a:cubicBezTo>
                  <a:pt x="3812422" y="611267"/>
                  <a:pt x="3812422" y="610862"/>
                  <a:pt x="3812827" y="610457"/>
                </a:cubicBezTo>
                <a:lnTo>
                  <a:pt x="3814851" y="606814"/>
                </a:lnTo>
                <a:cubicBezTo>
                  <a:pt x="3815255" y="606814"/>
                  <a:pt x="3815660" y="606409"/>
                  <a:pt x="3816065" y="606409"/>
                </a:cubicBezTo>
                <a:close/>
                <a:moveTo>
                  <a:pt x="2885401" y="606409"/>
                </a:moveTo>
                <a:lnTo>
                  <a:pt x="2889045" y="606409"/>
                </a:lnTo>
                <a:cubicBezTo>
                  <a:pt x="2889449" y="606409"/>
                  <a:pt x="2889854" y="606409"/>
                  <a:pt x="2890259" y="606814"/>
                </a:cubicBezTo>
                <a:lnTo>
                  <a:pt x="2892283" y="610052"/>
                </a:lnTo>
                <a:cubicBezTo>
                  <a:pt x="2892688" y="610457"/>
                  <a:pt x="2892688" y="610862"/>
                  <a:pt x="2892283" y="611267"/>
                </a:cubicBezTo>
                <a:lnTo>
                  <a:pt x="2890259" y="614505"/>
                </a:lnTo>
                <a:cubicBezTo>
                  <a:pt x="2890259" y="614910"/>
                  <a:pt x="2889854" y="615315"/>
                  <a:pt x="2889045" y="614910"/>
                </a:cubicBezTo>
                <a:lnTo>
                  <a:pt x="2885401" y="614910"/>
                </a:lnTo>
                <a:cubicBezTo>
                  <a:pt x="2884997" y="614910"/>
                  <a:pt x="2884591" y="614910"/>
                  <a:pt x="2884187" y="614505"/>
                </a:cubicBezTo>
                <a:lnTo>
                  <a:pt x="2882163" y="611267"/>
                </a:lnTo>
                <a:cubicBezTo>
                  <a:pt x="2881758" y="610862"/>
                  <a:pt x="2881758" y="610457"/>
                  <a:pt x="2882163" y="610052"/>
                </a:cubicBezTo>
                <a:lnTo>
                  <a:pt x="2884187" y="606814"/>
                </a:lnTo>
                <a:cubicBezTo>
                  <a:pt x="2884591" y="606814"/>
                  <a:pt x="2884997" y="606409"/>
                  <a:pt x="2885401" y="606409"/>
                </a:cubicBezTo>
                <a:close/>
                <a:moveTo>
                  <a:pt x="1549520" y="606409"/>
                </a:moveTo>
                <a:lnTo>
                  <a:pt x="1553163" y="606409"/>
                </a:lnTo>
                <a:cubicBezTo>
                  <a:pt x="1553568" y="606409"/>
                  <a:pt x="1553973" y="606409"/>
                  <a:pt x="1554378" y="606814"/>
                </a:cubicBezTo>
                <a:lnTo>
                  <a:pt x="1555997" y="610052"/>
                </a:lnTo>
                <a:cubicBezTo>
                  <a:pt x="1556402" y="610457"/>
                  <a:pt x="1556402" y="610862"/>
                  <a:pt x="1555997" y="611267"/>
                </a:cubicBezTo>
                <a:lnTo>
                  <a:pt x="1554378" y="614505"/>
                </a:lnTo>
                <a:cubicBezTo>
                  <a:pt x="1553973" y="614910"/>
                  <a:pt x="1553568" y="615315"/>
                  <a:pt x="1553163" y="614910"/>
                </a:cubicBezTo>
                <a:lnTo>
                  <a:pt x="1549520" y="614910"/>
                </a:lnTo>
                <a:cubicBezTo>
                  <a:pt x="1549115" y="614910"/>
                  <a:pt x="1548711" y="614910"/>
                  <a:pt x="1548306" y="614505"/>
                </a:cubicBezTo>
                <a:lnTo>
                  <a:pt x="1546687" y="611267"/>
                </a:lnTo>
                <a:cubicBezTo>
                  <a:pt x="1546282" y="610862"/>
                  <a:pt x="1546282" y="610457"/>
                  <a:pt x="1546687" y="610052"/>
                </a:cubicBezTo>
                <a:lnTo>
                  <a:pt x="1548306" y="606814"/>
                </a:lnTo>
                <a:cubicBezTo>
                  <a:pt x="1548711" y="606814"/>
                  <a:pt x="1549115" y="606409"/>
                  <a:pt x="1549520" y="606409"/>
                </a:cubicBezTo>
                <a:close/>
                <a:moveTo>
                  <a:pt x="1508634" y="606409"/>
                </a:moveTo>
                <a:lnTo>
                  <a:pt x="1512682" y="606409"/>
                </a:lnTo>
                <a:cubicBezTo>
                  <a:pt x="1513087" y="606409"/>
                  <a:pt x="1513492" y="606814"/>
                  <a:pt x="1513897" y="607219"/>
                </a:cubicBezTo>
                <a:lnTo>
                  <a:pt x="1515921" y="610457"/>
                </a:lnTo>
                <a:cubicBezTo>
                  <a:pt x="1516326" y="610862"/>
                  <a:pt x="1516326" y="611267"/>
                  <a:pt x="1515921" y="611672"/>
                </a:cubicBezTo>
                <a:lnTo>
                  <a:pt x="1513897" y="614910"/>
                </a:lnTo>
                <a:cubicBezTo>
                  <a:pt x="1513897" y="615315"/>
                  <a:pt x="1513492" y="615315"/>
                  <a:pt x="1512682" y="614910"/>
                </a:cubicBezTo>
                <a:lnTo>
                  <a:pt x="1508634" y="614910"/>
                </a:lnTo>
                <a:cubicBezTo>
                  <a:pt x="1508229" y="614910"/>
                  <a:pt x="1507825" y="614910"/>
                  <a:pt x="1507420" y="614505"/>
                </a:cubicBezTo>
                <a:lnTo>
                  <a:pt x="1505396" y="611267"/>
                </a:lnTo>
                <a:cubicBezTo>
                  <a:pt x="1504991" y="610862"/>
                  <a:pt x="1504991" y="610457"/>
                  <a:pt x="1505396" y="610052"/>
                </a:cubicBezTo>
                <a:lnTo>
                  <a:pt x="1507420" y="606814"/>
                </a:lnTo>
                <a:cubicBezTo>
                  <a:pt x="1507825" y="606814"/>
                  <a:pt x="1508229" y="606409"/>
                  <a:pt x="1508634" y="606409"/>
                </a:cubicBezTo>
                <a:close/>
                <a:moveTo>
                  <a:pt x="2723476" y="606004"/>
                </a:moveTo>
                <a:lnTo>
                  <a:pt x="2727524" y="606004"/>
                </a:lnTo>
                <a:cubicBezTo>
                  <a:pt x="2727929" y="606004"/>
                  <a:pt x="2728334" y="606004"/>
                  <a:pt x="2728738" y="606409"/>
                </a:cubicBezTo>
                <a:lnTo>
                  <a:pt x="2730763" y="610052"/>
                </a:lnTo>
                <a:cubicBezTo>
                  <a:pt x="2731168" y="610457"/>
                  <a:pt x="2731168" y="610862"/>
                  <a:pt x="2730763" y="611267"/>
                </a:cubicBezTo>
                <a:lnTo>
                  <a:pt x="2728738" y="614910"/>
                </a:lnTo>
                <a:cubicBezTo>
                  <a:pt x="2728334" y="615315"/>
                  <a:pt x="2727929" y="615719"/>
                  <a:pt x="2727524" y="615315"/>
                </a:cubicBezTo>
                <a:lnTo>
                  <a:pt x="2723476" y="615315"/>
                </a:lnTo>
                <a:cubicBezTo>
                  <a:pt x="2723072" y="615315"/>
                  <a:pt x="2722666" y="615315"/>
                  <a:pt x="2722262" y="614910"/>
                </a:cubicBezTo>
                <a:lnTo>
                  <a:pt x="2720238" y="611267"/>
                </a:lnTo>
                <a:cubicBezTo>
                  <a:pt x="2719833" y="610862"/>
                  <a:pt x="2719833" y="610457"/>
                  <a:pt x="2720238" y="610052"/>
                </a:cubicBezTo>
                <a:lnTo>
                  <a:pt x="2722262" y="606409"/>
                </a:lnTo>
                <a:cubicBezTo>
                  <a:pt x="2722666" y="606409"/>
                  <a:pt x="2723072" y="606004"/>
                  <a:pt x="2723476" y="606004"/>
                </a:cubicBezTo>
                <a:close/>
                <a:moveTo>
                  <a:pt x="1468557" y="606004"/>
                </a:moveTo>
                <a:lnTo>
                  <a:pt x="1472605" y="606004"/>
                </a:lnTo>
                <a:cubicBezTo>
                  <a:pt x="1473010" y="606004"/>
                  <a:pt x="1473415" y="606004"/>
                  <a:pt x="1473820" y="606409"/>
                </a:cubicBezTo>
                <a:lnTo>
                  <a:pt x="1475844" y="610052"/>
                </a:lnTo>
                <a:cubicBezTo>
                  <a:pt x="1476248" y="610457"/>
                  <a:pt x="1476248" y="610862"/>
                  <a:pt x="1475844" y="611267"/>
                </a:cubicBezTo>
                <a:lnTo>
                  <a:pt x="1473820" y="614910"/>
                </a:lnTo>
                <a:cubicBezTo>
                  <a:pt x="1473415" y="615315"/>
                  <a:pt x="1473010" y="615719"/>
                  <a:pt x="1472605" y="615315"/>
                </a:cubicBezTo>
                <a:lnTo>
                  <a:pt x="1468557" y="615315"/>
                </a:lnTo>
                <a:cubicBezTo>
                  <a:pt x="1468152" y="615315"/>
                  <a:pt x="1467747" y="615315"/>
                  <a:pt x="1467343" y="614910"/>
                </a:cubicBezTo>
                <a:lnTo>
                  <a:pt x="1465319" y="611267"/>
                </a:lnTo>
                <a:cubicBezTo>
                  <a:pt x="1464914" y="610862"/>
                  <a:pt x="1464914" y="610457"/>
                  <a:pt x="1465319" y="610052"/>
                </a:cubicBezTo>
                <a:lnTo>
                  <a:pt x="1467343" y="606409"/>
                </a:lnTo>
                <a:cubicBezTo>
                  <a:pt x="1467747" y="606409"/>
                  <a:pt x="1468152" y="606004"/>
                  <a:pt x="1468557" y="606004"/>
                </a:cubicBezTo>
                <a:close/>
                <a:moveTo>
                  <a:pt x="1427671" y="606004"/>
                </a:moveTo>
                <a:lnTo>
                  <a:pt x="1432529" y="606004"/>
                </a:lnTo>
                <a:cubicBezTo>
                  <a:pt x="1432934" y="606004"/>
                  <a:pt x="1433338" y="606004"/>
                  <a:pt x="1433743" y="606409"/>
                </a:cubicBezTo>
                <a:lnTo>
                  <a:pt x="1436172" y="610457"/>
                </a:lnTo>
                <a:cubicBezTo>
                  <a:pt x="1436577" y="610862"/>
                  <a:pt x="1436577" y="611267"/>
                  <a:pt x="1436172" y="611671"/>
                </a:cubicBezTo>
                <a:lnTo>
                  <a:pt x="1433743" y="615719"/>
                </a:lnTo>
                <a:cubicBezTo>
                  <a:pt x="1433338" y="616124"/>
                  <a:pt x="1432934" y="616124"/>
                  <a:pt x="1432529" y="616124"/>
                </a:cubicBezTo>
                <a:lnTo>
                  <a:pt x="1427671" y="616124"/>
                </a:lnTo>
                <a:cubicBezTo>
                  <a:pt x="1427266" y="616124"/>
                  <a:pt x="1426861" y="616124"/>
                  <a:pt x="1426456" y="615719"/>
                </a:cubicBezTo>
                <a:lnTo>
                  <a:pt x="1424028" y="611671"/>
                </a:lnTo>
                <a:cubicBezTo>
                  <a:pt x="1423623" y="611267"/>
                  <a:pt x="1423623" y="610862"/>
                  <a:pt x="1424028" y="610457"/>
                </a:cubicBezTo>
                <a:lnTo>
                  <a:pt x="1426456" y="606409"/>
                </a:lnTo>
                <a:cubicBezTo>
                  <a:pt x="1426861" y="606409"/>
                  <a:pt x="1427266" y="606004"/>
                  <a:pt x="1427671" y="606004"/>
                </a:cubicBezTo>
                <a:close/>
                <a:moveTo>
                  <a:pt x="3775584" y="605599"/>
                </a:moveTo>
                <a:lnTo>
                  <a:pt x="3780037" y="605599"/>
                </a:lnTo>
                <a:cubicBezTo>
                  <a:pt x="3780441" y="605599"/>
                  <a:pt x="3780846" y="605599"/>
                  <a:pt x="3781251" y="606004"/>
                </a:cubicBezTo>
                <a:lnTo>
                  <a:pt x="3783680" y="610052"/>
                </a:lnTo>
                <a:cubicBezTo>
                  <a:pt x="3784085" y="610457"/>
                  <a:pt x="3784085" y="610862"/>
                  <a:pt x="3783680" y="611266"/>
                </a:cubicBezTo>
                <a:lnTo>
                  <a:pt x="3781251" y="615315"/>
                </a:lnTo>
                <a:cubicBezTo>
                  <a:pt x="3781251" y="615719"/>
                  <a:pt x="3780846" y="616124"/>
                  <a:pt x="3780037" y="615719"/>
                </a:cubicBezTo>
                <a:lnTo>
                  <a:pt x="3775584" y="615719"/>
                </a:lnTo>
                <a:cubicBezTo>
                  <a:pt x="3775179" y="615719"/>
                  <a:pt x="3774774" y="615719"/>
                  <a:pt x="3774369" y="615315"/>
                </a:cubicBezTo>
                <a:lnTo>
                  <a:pt x="3771941" y="611266"/>
                </a:lnTo>
                <a:cubicBezTo>
                  <a:pt x="3771536" y="610862"/>
                  <a:pt x="3771536" y="610457"/>
                  <a:pt x="3771941" y="610052"/>
                </a:cubicBezTo>
                <a:lnTo>
                  <a:pt x="3774369" y="606004"/>
                </a:lnTo>
                <a:cubicBezTo>
                  <a:pt x="3774774" y="606004"/>
                  <a:pt x="3775179" y="605599"/>
                  <a:pt x="3775584" y="605599"/>
                </a:cubicBezTo>
                <a:close/>
                <a:moveTo>
                  <a:pt x="1386785" y="605195"/>
                </a:moveTo>
                <a:lnTo>
                  <a:pt x="1392452" y="605195"/>
                </a:lnTo>
                <a:cubicBezTo>
                  <a:pt x="1392857" y="605195"/>
                  <a:pt x="1393262" y="605195"/>
                  <a:pt x="1393667" y="605600"/>
                </a:cubicBezTo>
                <a:lnTo>
                  <a:pt x="1396500" y="610458"/>
                </a:lnTo>
                <a:cubicBezTo>
                  <a:pt x="1396905" y="610862"/>
                  <a:pt x="1396905" y="611267"/>
                  <a:pt x="1396500" y="611672"/>
                </a:cubicBezTo>
                <a:lnTo>
                  <a:pt x="1393667" y="616530"/>
                </a:lnTo>
                <a:cubicBezTo>
                  <a:pt x="1393262" y="616530"/>
                  <a:pt x="1392857" y="616935"/>
                  <a:pt x="1392452" y="616935"/>
                </a:cubicBezTo>
                <a:lnTo>
                  <a:pt x="1386785" y="616935"/>
                </a:lnTo>
                <a:cubicBezTo>
                  <a:pt x="1386380" y="616935"/>
                  <a:pt x="1385975" y="616935"/>
                  <a:pt x="1385570" y="616530"/>
                </a:cubicBezTo>
                <a:lnTo>
                  <a:pt x="1382737" y="611672"/>
                </a:lnTo>
                <a:cubicBezTo>
                  <a:pt x="1382332" y="611267"/>
                  <a:pt x="1382332" y="610862"/>
                  <a:pt x="1382737" y="610458"/>
                </a:cubicBezTo>
                <a:lnTo>
                  <a:pt x="1385570" y="605600"/>
                </a:lnTo>
                <a:cubicBezTo>
                  <a:pt x="1385975" y="605600"/>
                  <a:pt x="1386380" y="605195"/>
                  <a:pt x="1386785" y="605195"/>
                </a:cubicBezTo>
                <a:close/>
                <a:moveTo>
                  <a:pt x="3005630" y="604790"/>
                </a:moveTo>
                <a:lnTo>
                  <a:pt x="3011703" y="604790"/>
                </a:lnTo>
                <a:cubicBezTo>
                  <a:pt x="3012107" y="604790"/>
                  <a:pt x="3012512" y="604790"/>
                  <a:pt x="3012917" y="605195"/>
                </a:cubicBezTo>
                <a:lnTo>
                  <a:pt x="3016155" y="610457"/>
                </a:lnTo>
                <a:cubicBezTo>
                  <a:pt x="3016561" y="610862"/>
                  <a:pt x="3016561" y="611267"/>
                  <a:pt x="3016155" y="611672"/>
                </a:cubicBezTo>
                <a:lnTo>
                  <a:pt x="3012917" y="616934"/>
                </a:lnTo>
                <a:cubicBezTo>
                  <a:pt x="3012917" y="616934"/>
                  <a:pt x="3012512" y="617339"/>
                  <a:pt x="3011703" y="617339"/>
                </a:cubicBezTo>
                <a:lnTo>
                  <a:pt x="3005630" y="617339"/>
                </a:lnTo>
                <a:cubicBezTo>
                  <a:pt x="3005226" y="617339"/>
                  <a:pt x="3004821" y="617339"/>
                  <a:pt x="3004416" y="616934"/>
                </a:cubicBezTo>
                <a:lnTo>
                  <a:pt x="3001178" y="611672"/>
                </a:lnTo>
                <a:cubicBezTo>
                  <a:pt x="3000773" y="611267"/>
                  <a:pt x="3000773" y="610862"/>
                  <a:pt x="3001178" y="610457"/>
                </a:cubicBezTo>
                <a:lnTo>
                  <a:pt x="3004416" y="605195"/>
                </a:lnTo>
                <a:cubicBezTo>
                  <a:pt x="3004821" y="605195"/>
                  <a:pt x="3005226" y="604790"/>
                  <a:pt x="3005630" y="604790"/>
                </a:cubicBezTo>
                <a:close/>
                <a:moveTo>
                  <a:pt x="3734292" y="604385"/>
                </a:moveTo>
                <a:lnTo>
                  <a:pt x="3740365" y="604385"/>
                </a:lnTo>
                <a:cubicBezTo>
                  <a:pt x="3740769" y="604385"/>
                  <a:pt x="3741174" y="604790"/>
                  <a:pt x="3741579" y="605195"/>
                </a:cubicBezTo>
                <a:lnTo>
                  <a:pt x="3744817" y="610457"/>
                </a:lnTo>
                <a:cubicBezTo>
                  <a:pt x="3745223" y="610862"/>
                  <a:pt x="3745223" y="611267"/>
                  <a:pt x="3744817" y="611672"/>
                </a:cubicBezTo>
                <a:lnTo>
                  <a:pt x="3741579" y="616934"/>
                </a:lnTo>
                <a:cubicBezTo>
                  <a:pt x="3741579" y="617339"/>
                  <a:pt x="3741174" y="617339"/>
                  <a:pt x="3740365" y="617339"/>
                </a:cubicBezTo>
                <a:lnTo>
                  <a:pt x="3734292" y="617339"/>
                </a:lnTo>
                <a:cubicBezTo>
                  <a:pt x="3733888" y="617339"/>
                  <a:pt x="3733483" y="617339"/>
                  <a:pt x="3733078" y="616934"/>
                </a:cubicBezTo>
                <a:lnTo>
                  <a:pt x="3729840" y="611672"/>
                </a:lnTo>
                <a:cubicBezTo>
                  <a:pt x="3729435" y="611267"/>
                  <a:pt x="3729435" y="610862"/>
                  <a:pt x="3729840" y="610457"/>
                </a:cubicBezTo>
                <a:lnTo>
                  <a:pt x="3733078" y="605195"/>
                </a:lnTo>
                <a:cubicBezTo>
                  <a:pt x="3733483" y="604790"/>
                  <a:pt x="3733888" y="604385"/>
                  <a:pt x="3734292" y="604385"/>
                </a:cubicBezTo>
                <a:close/>
                <a:moveTo>
                  <a:pt x="3693406" y="603980"/>
                </a:moveTo>
                <a:lnTo>
                  <a:pt x="3700288" y="603980"/>
                </a:lnTo>
                <a:cubicBezTo>
                  <a:pt x="3700693" y="603980"/>
                  <a:pt x="3701098" y="603980"/>
                  <a:pt x="3701503" y="604385"/>
                </a:cubicBezTo>
                <a:lnTo>
                  <a:pt x="3705146" y="610457"/>
                </a:lnTo>
                <a:cubicBezTo>
                  <a:pt x="3705551" y="610862"/>
                  <a:pt x="3705551" y="611267"/>
                  <a:pt x="3705146" y="611671"/>
                </a:cubicBezTo>
                <a:lnTo>
                  <a:pt x="3701503" y="617744"/>
                </a:lnTo>
                <a:cubicBezTo>
                  <a:pt x="3701503" y="617744"/>
                  <a:pt x="3701098" y="618148"/>
                  <a:pt x="3700288" y="618553"/>
                </a:cubicBezTo>
                <a:lnTo>
                  <a:pt x="3693406" y="618553"/>
                </a:lnTo>
                <a:cubicBezTo>
                  <a:pt x="3693002" y="618553"/>
                  <a:pt x="3692597" y="618148"/>
                  <a:pt x="3692192" y="617744"/>
                </a:cubicBezTo>
                <a:lnTo>
                  <a:pt x="3688549" y="611671"/>
                </a:lnTo>
                <a:cubicBezTo>
                  <a:pt x="3688144" y="611267"/>
                  <a:pt x="3688144" y="610862"/>
                  <a:pt x="3688549" y="610457"/>
                </a:cubicBezTo>
                <a:lnTo>
                  <a:pt x="3692192" y="604385"/>
                </a:lnTo>
                <a:cubicBezTo>
                  <a:pt x="3692597" y="604385"/>
                  <a:pt x="3693002" y="603980"/>
                  <a:pt x="3693406" y="603980"/>
                </a:cubicBezTo>
                <a:close/>
                <a:moveTo>
                  <a:pt x="3247303" y="603171"/>
                </a:moveTo>
                <a:lnTo>
                  <a:pt x="3255400" y="603171"/>
                </a:lnTo>
                <a:cubicBezTo>
                  <a:pt x="3255804" y="603171"/>
                  <a:pt x="3256209" y="603171"/>
                  <a:pt x="3256614" y="603576"/>
                </a:cubicBezTo>
                <a:lnTo>
                  <a:pt x="3260662" y="610458"/>
                </a:lnTo>
                <a:cubicBezTo>
                  <a:pt x="3261067" y="610862"/>
                  <a:pt x="3261067" y="611267"/>
                  <a:pt x="3260662" y="611672"/>
                </a:cubicBezTo>
                <a:lnTo>
                  <a:pt x="3256614" y="618554"/>
                </a:lnTo>
                <a:cubicBezTo>
                  <a:pt x="3256614" y="618554"/>
                  <a:pt x="3256209" y="618959"/>
                  <a:pt x="3255400" y="619364"/>
                </a:cubicBezTo>
                <a:lnTo>
                  <a:pt x="3247303" y="619364"/>
                </a:lnTo>
                <a:cubicBezTo>
                  <a:pt x="3246898" y="619364"/>
                  <a:pt x="3246493" y="618959"/>
                  <a:pt x="3246089" y="618554"/>
                </a:cubicBezTo>
                <a:lnTo>
                  <a:pt x="3242041" y="611672"/>
                </a:lnTo>
                <a:cubicBezTo>
                  <a:pt x="3241636" y="611267"/>
                  <a:pt x="3241636" y="610862"/>
                  <a:pt x="3242041" y="610458"/>
                </a:cubicBezTo>
                <a:lnTo>
                  <a:pt x="3246089" y="603576"/>
                </a:lnTo>
                <a:cubicBezTo>
                  <a:pt x="3246493" y="603576"/>
                  <a:pt x="3246898" y="603171"/>
                  <a:pt x="3247303" y="603171"/>
                </a:cubicBezTo>
                <a:close/>
                <a:moveTo>
                  <a:pt x="3652116" y="602766"/>
                </a:moveTo>
                <a:lnTo>
                  <a:pt x="3660213" y="602766"/>
                </a:lnTo>
                <a:cubicBezTo>
                  <a:pt x="3660617" y="602766"/>
                  <a:pt x="3661022" y="602766"/>
                  <a:pt x="3661427" y="603171"/>
                </a:cubicBezTo>
                <a:lnTo>
                  <a:pt x="3665475" y="610053"/>
                </a:lnTo>
                <a:cubicBezTo>
                  <a:pt x="3665880" y="610457"/>
                  <a:pt x="3665880" y="610862"/>
                  <a:pt x="3665475" y="611267"/>
                </a:cubicBezTo>
                <a:lnTo>
                  <a:pt x="3661427" y="618149"/>
                </a:lnTo>
                <a:cubicBezTo>
                  <a:pt x="3661427" y="618554"/>
                  <a:pt x="3661022" y="618959"/>
                  <a:pt x="3660213" y="618959"/>
                </a:cubicBezTo>
                <a:lnTo>
                  <a:pt x="3652116" y="618959"/>
                </a:lnTo>
                <a:cubicBezTo>
                  <a:pt x="3651711" y="618959"/>
                  <a:pt x="3651306" y="618554"/>
                  <a:pt x="3650902" y="618149"/>
                </a:cubicBezTo>
                <a:lnTo>
                  <a:pt x="3646854" y="611267"/>
                </a:lnTo>
                <a:cubicBezTo>
                  <a:pt x="3646449" y="610862"/>
                  <a:pt x="3646449" y="610457"/>
                  <a:pt x="3646854" y="610053"/>
                </a:cubicBezTo>
                <a:lnTo>
                  <a:pt x="3650902" y="603171"/>
                </a:lnTo>
                <a:cubicBezTo>
                  <a:pt x="3651306" y="603171"/>
                  <a:pt x="3651711" y="602766"/>
                  <a:pt x="3652116" y="602766"/>
                </a:cubicBezTo>
                <a:close/>
                <a:moveTo>
                  <a:pt x="3206822" y="602766"/>
                </a:moveTo>
                <a:lnTo>
                  <a:pt x="3215323" y="602766"/>
                </a:lnTo>
                <a:cubicBezTo>
                  <a:pt x="3215728" y="602766"/>
                  <a:pt x="3216132" y="602766"/>
                  <a:pt x="3216537" y="603171"/>
                </a:cubicBezTo>
                <a:lnTo>
                  <a:pt x="3220990" y="610457"/>
                </a:lnTo>
                <a:cubicBezTo>
                  <a:pt x="3221395" y="610862"/>
                  <a:pt x="3221395" y="611267"/>
                  <a:pt x="3220990" y="611672"/>
                </a:cubicBezTo>
                <a:lnTo>
                  <a:pt x="3216537" y="618959"/>
                </a:lnTo>
                <a:cubicBezTo>
                  <a:pt x="3216537" y="619363"/>
                  <a:pt x="3216132" y="619363"/>
                  <a:pt x="3215323" y="619768"/>
                </a:cubicBezTo>
                <a:lnTo>
                  <a:pt x="3206822" y="619768"/>
                </a:lnTo>
                <a:cubicBezTo>
                  <a:pt x="3206417" y="619768"/>
                  <a:pt x="3206012" y="619363"/>
                  <a:pt x="3205607" y="618959"/>
                </a:cubicBezTo>
                <a:lnTo>
                  <a:pt x="3201155" y="611672"/>
                </a:lnTo>
                <a:cubicBezTo>
                  <a:pt x="3200750" y="611267"/>
                  <a:pt x="3200750" y="610862"/>
                  <a:pt x="3201155" y="610457"/>
                </a:cubicBezTo>
                <a:lnTo>
                  <a:pt x="3205607" y="603171"/>
                </a:lnTo>
                <a:cubicBezTo>
                  <a:pt x="3206012" y="603171"/>
                  <a:pt x="3206417" y="602766"/>
                  <a:pt x="3206822" y="602766"/>
                </a:cubicBezTo>
                <a:close/>
                <a:moveTo>
                  <a:pt x="3328266" y="602361"/>
                </a:moveTo>
                <a:lnTo>
                  <a:pt x="3337172" y="602361"/>
                </a:lnTo>
                <a:cubicBezTo>
                  <a:pt x="3337576" y="602361"/>
                  <a:pt x="3337981" y="602361"/>
                  <a:pt x="3338386" y="602766"/>
                </a:cubicBezTo>
                <a:lnTo>
                  <a:pt x="3342839" y="610457"/>
                </a:lnTo>
                <a:cubicBezTo>
                  <a:pt x="3343244" y="610862"/>
                  <a:pt x="3343244" y="611267"/>
                  <a:pt x="3342839" y="611672"/>
                </a:cubicBezTo>
                <a:lnTo>
                  <a:pt x="3338386" y="619363"/>
                </a:lnTo>
                <a:cubicBezTo>
                  <a:pt x="3337981" y="619768"/>
                  <a:pt x="3337576" y="619768"/>
                  <a:pt x="3337172" y="619768"/>
                </a:cubicBezTo>
                <a:lnTo>
                  <a:pt x="3328266" y="619768"/>
                </a:lnTo>
                <a:cubicBezTo>
                  <a:pt x="3327861" y="619768"/>
                  <a:pt x="3327456" y="619768"/>
                  <a:pt x="3327051" y="619363"/>
                </a:cubicBezTo>
                <a:lnTo>
                  <a:pt x="3322599" y="611672"/>
                </a:lnTo>
                <a:cubicBezTo>
                  <a:pt x="3322194" y="611267"/>
                  <a:pt x="3322194" y="610862"/>
                  <a:pt x="3322599" y="610457"/>
                </a:cubicBezTo>
                <a:lnTo>
                  <a:pt x="3327051" y="602766"/>
                </a:lnTo>
                <a:cubicBezTo>
                  <a:pt x="3327456" y="602766"/>
                  <a:pt x="3327861" y="602361"/>
                  <a:pt x="3328266" y="602361"/>
                </a:cubicBezTo>
                <a:close/>
                <a:moveTo>
                  <a:pt x="3287784" y="602361"/>
                </a:moveTo>
                <a:lnTo>
                  <a:pt x="3296285" y="602361"/>
                </a:lnTo>
                <a:cubicBezTo>
                  <a:pt x="3296690" y="602361"/>
                  <a:pt x="3297095" y="602361"/>
                  <a:pt x="3297499" y="602766"/>
                </a:cubicBezTo>
                <a:lnTo>
                  <a:pt x="3301548" y="610052"/>
                </a:lnTo>
                <a:cubicBezTo>
                  <a:pt x="3301953" y="610457"/>
                  <a:pt x="3301953" y="610862"/>
                  <a:pt x="3301548" y="611267"/>
                </a:cubicBezTo>
                <a:lnTo>
                  <a:pt x="3297499" y="618554"/>
                </a:lnTo>
                <a:cubicBezTo>
                  <a:pt x="3297095" y="618958"/>
                  <a:pt x="3296690" y="619363"/>
                  <a:pt x="3296285" y="618958"/>
                </a:cubicBezTo>
                <a:lnTo>
                  <a:pt x="3287784" y="618958"/>
                </a:lnTo>
                <a:cubicBezTo>
                  <a:pt x="3287379" y="618958"/>
                  <a:pt x="3286974" y="618958"/>
                  <a:pt x="3286570" y="618554"/>
                </a:cubicBezTo>
                <a:lnTo>
                  <a:pt x="3282522" y="611267"/>
                </a:lnTo>
                <a:cubicBezTo>
                  <a:pt x="3282117" y="610862"/>
                  <a:pt x="3282117" y="610457"/>
                  <a:pt x="3282522" y="610052"/>
                </a:cubicBezTo>
                <a:lnTo>
                  <a:pt x="3286570" y="602766"/>
                </a:lnTo>
                <a:cubicBezTo>
                  <a:pt x="3286974" y="602766"/>
                  <a:pt x="3287379" y="602361"/>
                  <a:pt x="3287784" y="602361"/>
                </a:cubicBezTo>
                <a:close/>
                <a:moveTo>
                  <a:pt x="3166341" y="602361"/>
                </a:moveTo>
                <a:lnTo>
                  <a:pt x="3174842" y="602361"/>
                </a:lnTo>
                <a:cubicBezTo>
                  <a:pt x="3175247" y="602361"/>
                  <a:pt x="3175652" y="602361"/>
                  <a:pt x="3176056" y="602766"/>
                </a:cubicBezTo>
                <a:lnTo>
                  <a:pt x="3180105" y="610052"/>
                </a:lnTo>
                <a:cubicBezTo>
                  <a:pt x="3180510" y="610457"/>
                  <a:pt x="3180510" y="610862"/>
                  <a:pt x="3180105" y="611267"/>
                </a:cubicBezTo>
                <a:lnTo>
                  <a:pt x="3176056" y="618554"/>
                </a:lnTo>
                <a:cubicBezTo>
                  <a:pt x="3175652" y="618958"/>
                  <a:pt x="3175247" y="619363"/>
                  <a:pt x="3174842" y="618958"/>
                </a:cubicBezTo>
                <a:lnTo>
                  <a:pt x="3166341" y="618958"/>
                </a:lnTo>
                <a:cubicBezTo>
                  <a:pt x="3165936" y="618958"/>
                  <a:pt x="3165531" y="618958"/>
                  <a:pt x="3165127" y="618554"/>
                </a:cubicBezTo>
                <a:lnTo>
                  <a:pt x="3161079" y="611267"/>
                </a:lnTo>
                <a:cubicBezTo>
                  <a:pt x="3160674" y="610862"/>
                  <a:pt x="3160674" y="610457"/>
                  <a:pt x="3161079" y="610052"/>
                </a:cubicBezTo>
                <a:lnTo>
                  <a:pt x="3165127" y="602766"/>
                </a:lnTo>
                <a:cubicBezTo>
                  <a:pt x="3165531" y="602766"/>
                  <a:pt x="3165936" y="602361"/>
                  <a:pt x="3166341" y="602361"/>
                </a:cubicBezTo>
                <a:close/>
                <a:moveTo>
                  <a:pt x="3125859" y="602361"/>
                </a:moveTo>
                <a:lnTo>
                  <a:pt x="3134360" y="602361"/>
                </a:lnTo>
                <a:cubicBezTo>
                  <a:pt x="3134765" y="602361"/>
                  <a:pt x="3135170" y="602361"/>
                  <a:pt x="3135574" y="602766"/>
                </a:cubicBezTo>
                <a:lnTo>
                  <a:pt x="3139623" y="610052"/>
                </a:lnTo>
                <a:cubicBezTo>
                  <a:pt x="3140028" y="610457"/>
                  <a:pt x="3140028" y="610862"/>
                  <a:pt x="3139623" y="611267"/>
                </a:cubicBezTo>
                <a:lnTo>
                  <a:pt x="3135574" y="618554"/>
                </a:lnTo>
                <a:cubicBezTo>
                  <a:pt x="3135170" y="618958"/>
                  <a:pt x="3134765" y="619363"/>
                  <a:pt x="3134360" y="618958"/>
                </a:cubicBezTo>
                <a:lnTo>
                  <a:pt x="3125859" y="618958"/>
                </a:lnTo>
                <a:cubicBezTo>
                  <a:pt x="3125454" y="618958"/>
                  <a:pt x="3125049" y="618958"/>
                  <a:pt x="3124645" y="618554"/>
                </a:cubicBezTo>
                <a:lnTo>
                  <a:pt x="3120597" y="611267"/>
                </a:lnTo>
                <a:cubicBezTo>
                  <a:pt x="3120192" y="610862"/>
                  <a:pt x="3120192" y="610457"/>
                  <a:pt x="3120597" y="610052"/>
                </a:cubicBezTo>
                <a:lnTo>
                  <a:pt x="3124645" y="602766"/>
                </a:lnTo>
                <a:cubicBezTo>
                  <a:pt x="3125049" y="602766"/>
                  <a:pt x="3125454" y="602361"/>
                  <a:pt x="3125859" y="602361"/>
                </a:cubicBezTo>
                <a:close/>
                <a:moveTo>
                  <a:pt x="3085379" y="602361"/>
                </a:moveTo>
                <a:lnTo>
                  <a:pt x="3094285" y="602361"/>
                </a:lnTo>
                <a:cubicBezTo>
                  <a:pt x="3094689" y="602361"/>
                  <a:pt x="3095094" y="602361"/>
                  <a:pt x="3095499" y="602766"/>
                </a:cubicBezTo>
                <a:lnTo>
                  <a:pt x="3099952" y="610457"/>
                </a:lnTo>
                <a:cubicBezTo>
                  <a:pt x="3100357" y="610862"/>
                  <a:pt x="3100357" y="611267"/>
                  <a:pt x="3099952" y="611672"/>
                </a:cubicBezTo>
                <a:lnTo>
                  <a:pt x="3095499" y="619363"/>
                </a:lnTo>
                <a:cubicBezTo>
                  <a:pt x="3095094" y="619768"/>
                  <a:pt x="3094689" y="619768"/>
                  <a:pt x="3094285" y="619768"/>
                </a:cubicBezTo>
                <a:lnTo>
                  <a:pt x="3085379" y="619768"/>
                </a:lnTo>
                <a:cubicBezTo>
                  <a:pt x="3084974" y="619768"/>
                  <a:pt x="3084569" y="619768"/>
                  <a:pt x="3084164" y="619363"/>
                </a:cubicBezTo>
                <a:lnTo>
                  <a:pt x="3079712" y="611672"/>
                </a:lnTo>
                <a:cubicBezTo>
                  <a:pt x="3079307" y="611267"/>
                  <a:pt x="3079307" y="610862"/>
                  <a:pt x="3079712" y="610457"/>
                </a:cubicBezTo>
                <a:lnTo>
                  <a:pt x="3084164" y="602766"/>
                </a:lnTo>
                <a:cubicBezTo>
                  <a:pt x="3084569" y="602766"/>
                  <a:pt x="3084974" y="602361"/>
                  <a:pt x="3085379" y="602361"/>
                </a:cubicBezTo>
                <a:close/>
                <a:moveTo>
                  <a:pt x="3611230" y="601956"/>
                </a:moveTo>
                <a:lnTo>
                  <a:pt x="3620541" y="601956"/>
                </a:lnTo>
                <a:cubicBezTo>
                  <a:pt x="3620945" y="601956"/>
                  <a:pt x="3621350" y="601956"/>
                  <a:pt x="3621755" y="602361"/>
                </a:cubicBezTo>
                <a:lnTo>
                  <a:pt x="3626613" y="610457"/>
                </a:lnTo>
                <a:cubicBezTo>
                  <a:pt x="3627018" y="610862"/>
                  <a:pt x="3627018" y="611267"/>
                  <a:pt x="3626613" y="611671"/>
                </a:cubicBezTo>
                <a:lnTo>
                  <a:pt x="3621755" y="619768"/>
                </a:lnTo>
                <a:cubicBezTo>
                  <a:pt x="3621755" y="620173"/>
                  <a:pt x="3621350" y="620173"/>
                  <a:pt x="3620541" y="620173"/>
                </a:cubicBezTo>
                <a:lnTo>
                  <a:pt x="3611230" y="620173"/>
                </a:lnTo>
                <a:cubicBezTo>
                  <a:pt x="3610825" y="620173"/>
                  <a:pt x="3610420" y="620173"/>
                  <a:pt x="3610016" y="619768"/>
                </a:cubicBezTo>
                <a:lnTo>
                  <a:pt x="3605158" y="611671"/>
                </a:lnTo>
                <a:cubicBezTo>
                  <a:pt x="3604753" y="611267"/>
                  <a:pt x="3604753" y="610862"/>
                  <a:pt x="3605158" y="610457"/>
                </a:cubicBezTo>
                <a:lnTo>
                  <a:pt x="3610016" y="602361"/>
                </a:lnTo>
                <a:cubicBezTo>
                  <a:pt x="3610420" y="602361"/>
                  <a:pt x="3610825" y="601956"/>
                  <a:pt x="3611230" y="601956"/>
                </a:cubicBezTo>
                <a:close/>
                <a:moveTo>
                  <a:pt x="3368342" y="601147"/>
                </a:moveTo>
                <a:lnTo>
                  <a:pt x="3378057" y="601147"/>
                </a:lnTo>
                <a:cubicBezTo>
                  <a:pt x="3378462" y="601147"/>
                  <a:pt x="3378867" y="601147"/>
                  <a:pt x="3379272" y="601552"/>
                </a:cubicBezTo>
                <a:lnTo>
                  <a:pt x="3384130" y="610053"/>
                </a:lnTo>
                <a:cubicBezTo>
                  <a:pt x="3384534" y="610458"/>
                  <a:pt x="3384534" y="610862"/>
                  <a:pt x="3384130" y="611267"/>
                </a:cubicBezTo>
                <a:lnTo>
                  <a:pt x="3379272" y="619768"/>
                </a:lnTo>
                <a:cubicBezTo>
                  <a:pt x="3378867" y="620173"/>
                  <a:pt x="3378462" y="620578"/>
                  <a:pt x="3378057" y="620173"/>
                </a:cubicBezTo>
                <a:lnTo>
                  <a:pt x="3368342" y="620173"/>
                </a:lnTo>
                <a:cubicBezTo>
                  <a:pt x="3367937" y="620173"/>
                  <a:pt x="3367532" y="620173"/>
                  <a:pt x="3367128" y="619768"/>
                </a:cubicBezTo>
                <a:lnTo>
                  <a:pt x="3362270" y="611267"/>
                </a:lnTo>
                <a:cubicBezTo>
                  <a:pt x="3361865" y="610862"/>
                  <a:pt x="3361865" y="610458"/>
                  <a:pt x="3362270" y="610053"/>
                </a:cubicBezTo>
                <a:lnTo>
                  <a:pt x="3367128" y="601552"/>
                </a:lnTo>
                <a:cubicBezTo>
                  <a:pt x="3367532" y="601552"/>
                  <a:pt x="3367937" y="601147"/>
                  <a:pt x="3368342" y="601147"/>
                </a:cubicBezTo>
                <a:close/>
                <a:moveTo>
                  <a:pt x="3570344" y="600742"/>
                </a:moveTo>
                <a:lnTo>
                  <a:pt x="3580464" y="600742"/>
                </a:lnTo>
                <a:cubicBezTo>
                  <a:pt x="3580869" y="600742"/>
                  <a:pt x="3581274" y="600742"/>
                  <a:pt x="3581679" y="601147"/>
                </a:cubicBezTo>
                <a:lnTo>
                  <a:pt x="3586536" y="610053"/>
                </a:lnTo>
                <a:cubicBezTo>
                  <a:pt x="3586941" y="610457"/>
                  <a:pt x="3586941" y="610862"/>
                  <a:pt x="3586536" y="611267"/>
                </a:cubicBezTo>
                <a:lnTo>
                  <a:pt x="3581679" y="620173"/>
                </a:lnTo>
                <a:cubicBezTo>
                  <a:pt x="3581679" y="620578"/>
                  <a:pt x="3581274" y="620983"/>
                  <a:pt x="3580464" y="620578"/>
                </a:cubicBezTo>
                <a:lnTo>
                  <a:pt x="3570344" y="620578"/>
                </a:lnTo>
                <a:cubicBezTo>
                  <a:pt x="3569939" y="620578"/>
                  <a:pt x="3569534" y="620578"/>
                  <a:pt x="3569130" y="620173"/>
                </a:cubicBezTo>
                <a:lnTo>
                  <a:pt x="3564272" y="611267"/>
                </a:lnTo>
                <a:cubicBezTo>
                  <a:pt x="3563867" y="610862"/>
                  <a:pt x="3563867" y="610457"/>
                  <a:pt x="3564272" y="610053"/>
                </a:cubicBezTo>
                <a:lnTo>
                  <a:pt x="3569130" y="601147"/>
                </a:lnTo>
                <a:cubicBezTo>
                  <a:pt x="3569534" y="601147"/>
                  <a:pt x="3569939" y="600742"/>
                  <a:pt x="3570344" y="600742"/>
                </a:cubicBezTo>
                <a:close/>
                <a:moveTo>
                  <a:pt x="3529457" y="600742"/>
                </a:moveTo>
                <a:lnTo>
                  <a:pt x="3540387" y="600742"/>
                </a:lnTo>
                <a:cubicBezTo>
                  <a:pt x="3540792" y="600742"/>
                  <a:pt x="3541197" y="600742"/>
                  <a:pt x="3541602" y="601147"/>
                </a:cubicBezTo>
                <a:lnTo>
                  <a:pt x="3546865" y="610457"/>
                </a:lnTo>
                <a:cubicBezTo>
                  <a:pt x="3547269" y="610862"/>
                  <a:pt x="3547269" y="611267"/>
                  <a:pt x="3546865" y="611672"/>
                </a:cubicBezTo>
                <a:lnTo>
                  <a:pt x="3541602" y="620983"/>
                </a:lnTo>
                <a:cubicBezTo>
                  <a:pt x="3541319" y="621254"/>
                  <a:pt x="3540913" y="621521"/>
                  <a:pt x="3540387" y="621792"/>
                </a:cubicBezTo>
                <a:lnTo>
                  <a:pt x="3529457" y="621792"/>
                </a:lnTo>
                <a:cubicBezTo>
                  <a:pt x="3529053" y="621792"/>
                  <a:pt x="3528648" y="621387"/>
                  <a:pt x="3528243" y="620983"/>
                </a:cubicBezTo>
                <a:lnTo>
                  <a:pt x="3522981" y="611672"/>
                </a:lnTo>
                <a:cubicBezTo>
                  <a:pt x="3522576" y="611267"/>
                  <a:pt x="3522576" y="610862"/>
                  <a:pt x="3522981" y="610457"/>
                </a:cubicBezTo>
                <a:lnTo>
                  <a:pt x="3528243" y="601147"/>
                </a:lnTo>
                <a:cubicBezTo>
                  <a:pt x="3528648" y="601147"/>
                  <a:pt x="3529053" y="600742"/>
                  <a:pt x="3529457" y="600742"/>
                </a:cubicBezTo>
                <a:close/>
                <a:moveTo>
                  <a:pt x="3044087" y="600742"/>
                </a:moveTo>
                <a:lnTo>
                  <a:pt x="3054208" y="600742"/>
                </a:lnTo>
                <a:cubicBezTo>
                  <a:pt x="3054612" y="600742"/>
                  <a:pt x="3055018" y="600742"/>
                  <a:pt x="3055422" y="601147"/>
                </a:cubicBezTo>
                <a:lnTo>
                  <a:pt x="3060685" y="610053"/>
                </a:lnTo>
                <a:cubicBezTo>
                  <a:pt x="3061090" y="610457"/>
                  <a:pt x="3061090" y="610862"/>
                  <a:pt x="3060685" y="611267"/>
                </a:cubicBezTo>
                <a:lnTo>
                  <a:pt x="3055422" y="620173"/>
                </a:lnTo>
                <a:cubicBezTo>
                  <a:pt x="3055422" y="620578"/>
                  <a:pt x="3055018" y="620983"/>
                  <a:pt x="3054208" y="620578"/>
                </a:cubicBezTo>
                <a:lnTo>
                  <a:pt x="3044087" y="620578"/>
                </a:lnTo>
                <a:cubicBezTo>
                  <a:pt x="3043683" y="620578"/>
                  <a:pt x="3043278" y="620578"/>
                  <a:pt x="3042873" y="620173"/>
                </a:cubicBezTo>
                <a:lnTo>
                  <a:pt x="3037611" y="611267"/>
                </a:lnTo>
                <a:cubicBezTo>
                  <a:pt x="3037206" y="610862"/>
                  <a:pt x="3037206" y="610457"/>
                  <a:pt x="3037611" y="610053"/>
                </a:cubicBezTo>
                <a:lnTo>
                  <a:pt x="3042873" y="601147"/>
                </a:lnTo>
                <a:cubicBezTo>
                  <a:pt x="3043278" y="601147"/>
                  <a:pt x="3043683" y="600742"/>
                  <a:pt x="3044087" y="600742"/>
                </a:cubicBezTo>
                <a:close/>
                <a:moveTo>
                  <a:pt x="3408418" y="600337"/>
                </a:moveTo>
                <a:lnTo>
                  <a:pt x="3418943" y="600337"/>
                </a:lnTo>
                <a:cubicBezTo>
                  <a:pt x="3419349" y="600337"/>
                  <a:pt x="3419753" y="600337"/>
                  <a:pt x="3420158" y="600742"/>
                </a:cubicBezTo>
                <a:lnTo>
                  <a:pt x="3425421" y="610052"/>
                </a:lnTo>
                <a:cubicBezTo>
                  <a:pt x="3425826" y="610457"/>
                  <a:pt x="3425826" y="610862"/>
                  <a:pt x="3425421" y="611267"/>
                </a:cubicBezTo>
                <a:lnTo>
                  <a:pt x="3420158" y="620578"/>
                </a:lnTo>
                <a:cubicBezTo>
                  <a:pt x="3419753" y="620982"/>
                  <a:pt x="3419349" y="621387"/>
                  <a:pt x="3418943" y="620982"/>
                </a:cubicBezTo>
                <a:lnTo>
                  <a:pt x="3408418" y="620982"/>
                </a:lnTo>
                <a:cubicBezTo>
                  <a:pt x="3408014" y="620982"/>
                  <a:pt x="3407609" y="620982"/>
                  <a:pt x="3407204" y="620578"/>
                </a:cubicBezTo>
                <a:lnTo>
                  <a:pt x="3401942" y="611267"/>
                </a:lnTo>
                <a:cubicBezTo>
                  <a:pt x="3401537" y="610862"/>
                  <a:pt x="3401537" y="610457"/>
                  <a:pt x="3401942" y="610052"/>
                </a:cubicBezTo>
                <a:lnTo>
                  <a:pt x="3407204" y="600742"/>
                </a:lnTo>
                <a:cubicBezTo>
                  <a:pt x="3407609" y="600742"/>
                  <a:pt x="3408014" y="600337"/>
                  <a:pt x="3408418" y="600337"/>
                </a:cubicBezTo>
                <a:close/>
                <a:moveTo>
                  <a:pt x="1262913" y="600337"/>
                </a:moveTo>
                <a:lnTo>
                  <a:pt x="1273438" y="600337"/>
                </a:lnTo>
                <a:cubicBezTo>
                  <a:pt x="1273842" y="600337"/>
                  <a:pt x="1274247" y="600337"/>
                  <a:pt x="1274652" y="600742"/>
                </a:cubicBezTo>
                <a:lnTo>
                  <a:pt x="1279915" y="610052"/>
                </a:lnTo>
                <a:cubicBezTo>
                  <a:pt x="1280320" y="610457"/>
                  <a:pt x="1280320" y="610862"/>
                  <a:pt x="1279915" y="611267"/>
                </a:cubicBezTo>
                <a:lnTo>
                  <a:pt x="1274652" y="620578"/>
                </a:lnTo>
                <a:cubicBezTo>
                  <a:pt x="1274247" y="620982"/>
                  <a:pt x="1273842" y="621387"/>
                  <a:pt x="1273438" y="620982"/>
                </a:cubicBezTo>
                <a:lnTo>
                  <a:pt x="1262913" y="620982"/>
                </a:lnTo>
                <a:cubicBezTo>
                  <a:pt x="1262508" y="620982"/>
                  <a:pt x="1262103" y="620982"/>
                  <a:pt x="1261698" y="620578"/>
                </a:cubicBezTo>
                <a:lnTo>
                  <a:pt x="1256436" y="611267"/>
                </a:lnTo>
                <a:cubicBezTo>
                  <a:pt x="1256031" y="610862"/>
                  <a:pt x="1256031" y="610457"/>
                  <a:pt x="1256436" y="610052"/>
                </a:cubicBezTo>
                <a:lnTo>
                  <a:pt x="1261698" y="600742"/>
                </a:lnTo>
                <a:cubicBezTo>
                  <a:pt x="1262103" y="600742"/>
                  <a:pt x="1262508" y="600337"/>
                  <a:pt x="1262913" y="600337"/>
                </a:cubicBezTo>
                <a:close/>
                <a:moveTo>
                  <a:pt x="2679351" y="599932"/>
                </a:moveTo>
                <a:lnTo>
                  <a:pt x="2690281" y="599932"/>
                </a:lnTo>
                <a:cubicBezTo>
                  <a:pt x="2690686" y="599932"/>
                  <a:pt x="2691091" y="600337"/>
                  <a:pt x="2691496" y="600742"/>
                </a:cubicBezTo>
                <a:lnTo>
                  <a:pt x="2696759" y="610052"/>
                </a:lnTo>
                <a:cubicBezTo>
                  <a:pt x="2697163" y="610457"/>
                  <a:pt x="2697163" y="610862"/>
                  <a:pt x="2696759" y="611267"/>
                </a:cubicBezTo>
                <a:lnTo>
                  <a:pt x="2691496" y="620577"/>
                </a:lnTo>
                <a:cubicBezTo>
                  <a:pt x="2691091" y="620982"/>
                  <a:pt x="2690686" y="621387"/>
                  <a:pt x="2690281" y="620982"/>
                </a:cubicBezTo>
                <a:lnTo>
                  <a:pt x="2679351" y="620982"/>
                </a:lnTo>
                <a:cubicBezTo>
                  <a:pt x="2678947" y="620982"/>
                  <a:pt x="2678542" y="620982"/>
                  <a:pt x="2678137" y="620577"/>
                </a:cubicBezTo>
                <a:lnTo>
                  <a:pt x="2672875" y="611267"/>
                </a:lnTo>
                <a:cubicBezTo>
                  <a:pt x="2672470" y="610862"/>
                  <a:pt x="2672470" y="610457"/>
                  <a:pt x="2672875" y="610052"/>
                </a:cubicBezTo>
                <a:lnTo>
                  <a:pt x="2678137" y="600742"/>
                </a:lnTo>
                <a:cubicBezTo>
                  <a:pt x="2678542" y="600337"/>
                  <a:pt x="2678947" y="599932"/>
                  <a:pt x="2679351" y="599932"/>
                </a:cubicBezTo>
                <a:close/>
                <a:moveTo>
                  <a:pt x="1302584" y="599123"/>
                </a:moveTo>
                <a:lnTo>
                  <a:pt x="1314324" y="599123"/>
                </a:lnTo>
                <a:cubicBezTo>
                  <a:pt x="1314729" y="599123"/>
                  <a:pt x="1315133" y="599528"/>
                  <a:pt x="1315538" y="599933"/>
                </a:cubicBezTo>
                <a:lnTo>
                  <a:pt x="1321206" y="610053"/>
                </a:lnTo>
                <a:cubicBezTo>
                  <a:pt x="1321611" y="610458"/>
                  <a:pt x="1321611" y="610863"/>
                  <a:pt x="1321206" y="611267"/>
                </a:cubicBezTo>
                <a:lnTo>
                  <a:pt x="1315538" y="621388"/>
                </a:lnTo>
                <a:cubicBezTo>
                  <a:pt x="1315133" y="621792"/>
                  <a:pt x="1314729" y="622197"/>
                  <a:pt x="1314324" y="622197"/>
                </a:cubicBezTo>
                <a:lnTo>
                  <a:pt x="1302584" y="622197"/>
                </a:lnTo>
                <a:cubicBezTo>
                  <a:pt x="1302179" y="622197"/>
                  <a:pt x="1301775" y="621792"/>
                  <a:pt x="1301370" y="621388"/>
                </a:cubicBezTo>
                <a:lnTo>
                  <a:pt x="1295703" y="611267"/>
                </a:lnTo>
                <a:cubicBezTo>
                  <a:pt x="1295298" y="610863"/>
                  <a:pt x="1295298" y="610458"/>
                  <a:pt x="1295703" y="610053"/>
                </a:cubicBezTo>
                <a:lnTo>
                  <a:pt x="1301370" y="599933"/>
                </a:lnTo>
                <a:cubicBezTo>
                  <a:pt x="1301775" y="599528"/>
                  <a:pt x="1302179" y="599123"/>
                  <a:pt x="1302584" y="599123"/>
                </a:cubicBezTo>
                <a:close/>
                <a:moveTo>
                  <a:pt x="1342256" y="598718"/>
                </a:moveTo>
                <a:lnTo>
                  <a:pt x="1355615" y="598718"/>
                </a:lnTo>
                <a:cubicBezTo>
                  <a:pt x="1356020" y="598718"/>
                  <a:pt x="1356425" y="598718"/>
                  <a:pt x="1356829" y="599123"/>
                </a:cubicBezTo>
                <a:lnTo>
                  <a:pt x="1363306" y="610458"/>
                </a:lnTo>
                <a:cubicBezTo>
                  <a:pt x="1363711" y="610862"/>
                  <a:pt x="1363711" y="611267"/>
                  <a:pt x="1363306" y="611672"/>
                </a:cubicBezTo>
                <a:lnTo>
                  <a:pt x="1356829" y="623007"/>
                </a:lnTo>
                <a:cubicBezTo>
                  <a:pt x="1356425" y="623412"/>
                  <a:pt x="1356020" y="623412"/>
                  <a:pt x="1355615" y="623412"/>
                </a:cubicBezTo>
                <a:lnTo>
                  <a:pt x="1342256" y="623412"/>
                </a:lnTo>
                <a:cubicBezTo>
                  <a:pt x="1341851" y="623412"/>
                  <a:pt x="1341446" y="623412"/>
                  <a:pt x="1341042" y="623007"/>
                </a:cubicBezTo>
                <a:lnTo>
                  <a:pt x="1334565" y="611672"/>
                </a:lnTo>
                <a:cubicBezTo>
                  <a:pt x="1334160" y="611267"/>
                  <a:pt x="1334160" y="610862"/>
                  <a:pt x="1334565" y="610458"/>
                </a:cubicBezTo>
                <a:lnTo>
                  <a:pt x="1341042" y="599123"/>
                </a:lnTo>
                <a:cubicBezTo>
                  <a:pt x="1341446" y="599123"/>
                  <a:pt x="1341851" y="598718"/>
                  <a:pt x="1342256" y="598718"/>
                </a:cubicBezTo>
                <a:close/>
                <a:moveTo>
                  <a:pt x="3447686" y="598313"/>
                </a:moveTo>
                <a:lnTo>
                  <a:pt x="3460640" y="598313"/>
                </a:lnTo>
                <a:cubicBezTo>
                  <a:pt x="3461045" y="598313"/>
                  <a:pt x="3461449" y="598718"/>
                  <a:pt x="3461855" y="599123"/>
                </a:cubicBezTo>
                <a:lnTo>
                  <a:pt x="3468331" y="610457"/>
                </a:lnTo>
                <a:cubicBezTo>
                  <a:pt x="3468736" y="610862"/>
                  <a:pt x="3468736" y="611267"/>
                  <a:pt x="3468331" y="611672"/>
                </a:cubicBezTo>
                <a:lnTo>
                  <a:pt x="3461855" y="623007"/>
                </a:lnTo>
                <a:cubicBezTo>
                  <a:pt x="3461449" y="623411"/>
                  <a:pt x="3461045" y="623411"/>
                  <a:pt x="3460640" y="623816"/>
                </a:cubicBezTo>
                <a:lnTo>
                  <a:pt x="3447686" y="623816"/>
                </a:lnTo>
                <a:cubicBezTo>
                  <a:pt x="3447281" y="623816"/>
                  <a:pt x="3446876" y="623411"/>
                  <a:pt x="3446471" y="623007"/>
                </a:cubicBezTo>
                <a:lnTo>
                  <a:pt x="3439995" y="611672"/>
                </a:lnTo>
                <a:cubicBezTo>
                  <a:pt x="3439590" y="611267"/>
                  <a:pt x="3439590" y="610862"/>
                  <a:pt x="3439995" y="610457"/>
                </a:cubicBezTo>
                <a:lnTo>
                  <a:pt x="3446471" y="599123"/>
                </a:lnTo>
                <a:cubicBezTo>
                  <a:pt x="3446876" y="598718"/>
                  <a:pt x="3447281" y="598313"/>
                  <a:pt x="3447686" y="598313"/>
                </a:cubicBezTo>
                <a:close/>
                <a:moveTo>
                  <a:pt x="3486547" y="595884"/>
                </a:moveTo>
                <a:lnTo>
                  <a:pt x="3502335" y="595884"/>
                </a:lnTo>
                <a:cubicBezTo>
                  <a:pt x="3502740" y="595884"/>
                  <a:pt x="3503145" y="595884"/>
                  <a:pt x="3503549" y="596289"/>
                </a:cubicBezTo>
                <a:lnTo>
                  <a:pt x="3511646" y="610052"/>
                </a:lnTo>
                <a:cubicBezTo>
                  <a:pt x="3512050" y="610457"/>
                  <a:pt x="3512050" y="610862"/>
                  <a:pt x="3511646" y="611267"/>
                </a:cubicBezTo>
                <a:lnTo>
                  <a:pt x="3503549" y="625031"/>
                </a:lnTo>
                <a:cubicBezTo>
                  <a:pt x="3503549" y="625435"/>
                  <a:pt x="3503145" y="625840"/>
                  <a:pt x="3502335" y="625435"/>
                </a:cubicBezTo>
                <a:lnTo>
                  <a:pt x="3486547" y="625435"/>
                </a:lnTo>
                <a:cubicBezTo>
                  <a:pt x="3486143" y="625435"/>
                  <a:pt x="3485737" y="625435"/>
                  <a:pt x="3485333" y="625031"/>
                </a:cubicBezTo>
                <a:lnTo>
                  <a:pt x="3477237" y="611267"/>
                </a:lnTo>
                <a:cubicBezTo>
                  <a:pt x="3476832" y="610862"/>
                  <a:pt x="3476832" y="610457"/>
                  <a:pt x="3477237" y="610052"/>
                </a:cubicBezTo>
                <a:lnTo>
                  <a:pt x="3485333" y="596289"/>
                </a:lnTo>
                <a:cubicBezTo>
                  <a:pt x="3485737" y="596289"/>
                  <a:pt x="3486143" y="595884"/>
                  <a:pt x="3486547" y="595884"/>
                </a:cubicBezTo>
                <a:close/>
                <a:moveTo>
                  <a:pt x="4181610" y="568357"/>
                </a:moveTo>
                <a:lnTo>
                  <a:pt x="4184039" y="568357"/>
                </a:lnTo>
                <a:lnTo>
                  <a:pt x="4185254" y="570381"/>
                </a:lnTo>
                <a:lnTo>
                  <a:pt x="4184039" y="572405"/>
                </a:lnTo>
                <a:lnTo>
                  <a:pt x="4181610" y="572405"/>
                </a:lnTo>
                <a:lnTo>
                  <a:pt x="4180396" y="570381"/>
                </a:lnTo>
                <a:close/>
                <a:moveTo>
                  <a:pt x="4141129" y="567952"/>
                </a:moveTo>
                <a:lnTo>
                  <a:pt x="4143963" y="567952"/>
                </a:lnTo>
                <a:lnTo>
                  <a:pt x="4145582" y="570381"/>
                </a:lnTo>
                <a:lnTo>
                  <a:pt x="4143963" y="572810"/>
                </a:lnTo>
                <a:lnTo>
                  <a:pt x="4141129" y="572810"/>
                </a:lnTo>
                <a:lnTo>
                  <a:pt x="4139510" y="570381"/>
                </a:lnTo>
                <a:close/>
                <a:moveTo>
                  <a:pt x="4059762" y="567952"/>
                </a:moveTo>
                <a:lnTo>
                  <a:pt x="4062595" y="567952"/>
                </a:lnTo>
                <a:lnTo>
                  <a:pt x="4063810" y="570381"/>
                </a:lnTo>
                <a:lnTo>
                  <a:pt x="4062595" y="572810"/>
                </a:lnTo>
                <a:lnTo>
                  <a:pt x="4059762" y="572810"/>
                </a:lnTo>
                <a:lnTo>
                  <a:pt x="4058547" y="570381"/>
                </a:lnTo>
                <a:close/>
                <a:moveTo>
                  <a:pt x="2602842" y="567952"/>
                </a:moveTo>
                <a:lnTo>
                  <a:pt x="2605676" y="567952"/>
                </a:lnTo>
                <a:lnTo>
                  <a:pt x="2607295" y="570381"/>
                </a:lnTo>
                <a:lnTo>
                  <a:pt x="2605676" y="572810"/>
                </a:lnTo>
                <a:lnTo>
                  <a:pt x="2602842" y="572810"/>
                </a:lnTo>
                <a:lnTo>
                  <a:pt x="2601223" y="570381"/>
                </a:lnTo>
                <a:close/>
                <a:moveTo>
                  <a:pt x="2562360" y="567952"/>
                </a:moveTo>
                <a:lnTo>
                  <a:pt x="2565194" y="567952"/>
                </a:lnTo>
                <a:lnTo>
                  <a:pt x="2566813" y="570381"/>
                </a:lnTo>
                <a:lnTo>
                  <a:pt x="2565194" y="572810"/>
                </a:lnTo>
                <a:lnTo>
                  <a:pt x="2562360" y="572810"/>
                </a:lnTo>
                <a:lnTo>
                  <a:pt x="2560741" y="570381"/>
                </a:lnTo>
                <a:close/>
                <a:moveTo>
                  <a:pt x="2521879" y="567952"/>
                </a:moveTo>
                <a:lnTo>
                  <a:pt x="2524713" y="567952"/>
                </a:lnTo>
                <a:lnTo>
                  <a:pt x="2526332" y="570381"/>
                </a:lnTo>
                <a:lnTo>
                  <a:pt x="2524713" y="572810"/>
                </a:lnTo>
                <a:lnTo>
                  <a:pt x="2521879" y="572810"/>
                </a:lnTo>
                <a:lnTo>
                  <a:pt x="2520260" y="570381"/>
                </a:lnTo>
                <a:close/>
                <a:moveTo>
                  <a:pt x="2481399" y="567952"/>
                </a:moveTo>
                <a:lnTo>
                  <a:pt x="2483827" y="567952"/>
                </a:lnTo>
                <a:lnTo>
                  <a:pt x="2485042" y="570381"/>
                </a:lnTo>
                <a:lnTo>
                  <a:pt x="2483827" y="572810"/>
                </a:lnTo>
                <a:lnTo>
                  <a:pt x="2481399" y="572810"/>
                </a:lnTo>
                <a:lnTo>
                  <a:pt x="2480184" y="570381"/>
                </a:lnTo>
                <a:close/>
                <a:moveTo>
                  <a:pt x="1631292" y="567952"/>
                </a:moveTo>
                <a:lnTo>
                  <a:pt x="1634126" y="567952"/>
                </a:lnTo>
                <a:lnTo>
                  <a:pt x="1635745" y="570381"/>
                </a:lnTo>
                <a:lnTo>
                  <a:pt x="1634126" y="572810"/>
                </a:lnTo>
                <a:lnTo>
                  <a:pt x="1631292" y="572810"/>
                </a:lnTo>
                <a:lnTo>
                  <a:pt x="1629673" y="570381"/>
                </a:lnTo>
                <a:close/>
                <a:moveTo>
                  <a:pt x="4100243" y="567547"/>
                </a:moveTo>
                <a:lnTo>
                  <a:pt x="4103482" y="567547"/>
                </a:lnTo>
                <a:lnTo>
                  <a:pt x="4105101" y="570381"/>
                </a:lnTo>
                <a:lnTo>
                  <a:pt x="4103482" y="573214"/>
                </a:lnTo>
                <a:lnTo>
                  <a:pt x="4100243" y="573214"/>
                </a:lnTo>
                <a:lnTo>
                  <a:pt x="4098624" y="570381"/>
                </a:lnTo>
                <a:close/>
                <a:moveTo>
                  <a:pt x="4019280" y="567547"/>
                </a:moveTo>
                <a:lnTo>
                  <a:pt x="4022519" y="567547"/>
                </a:lnTo>
                <a:lnTo>
                  <a:pt x="4024138" y="570381"/>
                </a:lnTo>
                <a:lnTo>
                  <a:pt x="4022519" y="573214"/>
                </a:lnTo>
                <a:lnTo>
                  <a:pt x="4019280" y="573214"/>
                </a:lnTo>
                <a:lnTo>
                  <a:pt x="4017661" y="570381"/>
                </a:lnTo>
                <a:close/>
                <a:moveTo>
                  <a:pt x="2642918" y="567547"/>
                </a:moveTo>
                <a:lnTo>
                  <a:pt x="2646157" y="567547"/>
                </a:lnTo>
                <a:lnTo>
                  <a:pt x="2647776" y="570381"/>
                </a:lnTo>
                <a:lnTo>
                  <a:pt x="2646157" y="573214"/>
                </a:lnTo>
                <a:lnTo>
                  <a:pt x="2642918" y="573214"/>
                </a:lnTo>
                <a:lnTo>
                  <a:pt x="2641299" y="570381"/>
                </a:lnTo>
                <a:close/>
                <a:moveTo>
                  <a:pt x="1590406" y="567547"/>
                </a:moveTo>
                <a:lnTo>
                  <a:pt x="1593645" y="567547"/>
                </a:lnTo>
                <a:lnTo>
                  <a:pt x="1595264" y="570381"/>
                </a:lnTo>
                <a:lnTo>
                  <a:pt x="1593645" y="573214"/>
                </a:lnTo>
                <a:lnTo>
                  <a:pt x="1590406" y="573214"/>
                </a:lnTo>
                <a:lnTo>
                  <a:pt x="1588787" y="570381"/>
                </a:lnTo>
                <a:close/>
                <a:moveTo>
                  <a:pt x="3978394" y="567142"/>
                </a:moveTo>
                <a:lnTo>
                  <a:pt x="3982038" y="567142"/>
                </a:lnTo>
                <a:lnTo>
                  <a:pt x="3983657" y="570381"/>
                </a:lnTo>
                <a:lnTo>
                  <a:pt x="3982038" y="573619"/>
                </a:lnTo>
                <a:lnTo>
                  <a:pt x="3978394" y="573619"/>
                </a:lnTo>
                <a:lnTo>
                  <a:pt x="3976775" y="570381"/>
                </a:lnTo>
                <a:close/>
                <a:moveTo>
                  <a:pt x="3937913" y="567142"/>
                </a:moveTo>
                <a:lnTo>
                  <a:pt x="3941961" y="567142"/>
                </a:lnTo>
                <a:lnTo>
                  <a:pt x="3943985" y="570381"/>
                </a:lnTo>
                <a:lnTo>
                  <a:pt x="3941961" y="573619"/>
                </a:lnTo>
                <a:lnTo>
                  <a:pt x="3937913" y="573619"/>
                </a:lnTo>
                <a:lnTo>
                  <a:pt x="3935889" y="570381"/>
                </a:lnTo>
                <a:close/>
                <a:moveTo>
                  <a:pt x="2966768" y="567142"/>
                </a:moveTo>
                <a:lnTo>
                  <a:pt x="2970411" y="567142"/>
                </a:lnTo>
                <a:lnTo>
                  <a:pt x="2972436" y="570381"/>
                </a:lnTo>
                <a:lnTo>
                  <a:pt x="2970411" y="573619"/>
                </a:lnTo>
                <a:lnTo>
                  <a:pt x="2966768" y="573619"/>
                </a:lnTo>
                <a:lnTo>
                  <a:pt x="2964744" y="570381"/>
                </a:lnTo>
                <a:close/>
                <a:moveTo>
                  <a:pt x="2925882" y="567142"/>
                </a:moveTo>
                <a:lnTo>
                  <a:pt x="2929526" y="567142"/>
                </a:lnTo>
                <a:lnTo>
                  <a:pt x="2931145" y="570381"/>
                </a:lnTo>
                <a:lnTo>
                  <a:pt x="2929526" y="573619"/>
                </a:lnTo>
                <a:lnTo>
                  <a:pt x="2925882" y="573619"/>
                </a:lnTo>
                <a:lnTo>
                  <a:pt x="2924263" y="570381"/>
                </a:lnTo>
                <a:close/>
                <a:moveTo>
                  <a:pt x="2885401" y="567142"/>
                </a:moveTo>
                <a:lnTo>
                  <a:pt x="2889045" y="567142"/>
                </a:lnTo>
                <a:lnTo>
                  <a:pt x="2890664" y="570381"/>
                </a:lnTo>
                <a:lnTo>
                  <a:pt x="2889045" y="573619"/>
                </a:lnTo>
                <a:lnTo>
                  <a:pt x="2885401" y="573619"/>
                </a:lnTo>
                <a:lnTo>
                  <a:pt x="2883782" y="570381"/>
                </a:lnTo>
                <a:close/>
                <a:moveTo>
                  <a:pt x="2844919" y="567142"/>
                </a:moveTo>
                <a:lnTo>
                  <a:pt x="2848563" y="567142"/>
                </a:lnTo>
                <a:lnTo>
                  <a:pt x="2850182" y="570381"/>
                </a:lnTo>
                <a:lnTo>
                  <a:pt x="2848563" y="573619"/>
                </a:lnTo>
                <a:lnTo>
                  <a:pt x="2844919" y="573619"/>
                </a:lnTo>
                <a:lnTo>
                  <a:pt x="2843300" y="570381"/>
                </a:lnTo>
                <a:close/>
                <a:moveTo>
                  <a:pt x="2804438" y="567142"/>
                </a:moveTo>
                <a:lnTo>
                  <a:pt x="2808082" y="567142"/>
                </a:lnTo>
                <a:lnTo>
                  <a:pt x="2809701" y="570381"/>
                </a:lnTo>
                <a:lnTo>
                  <a:pt x="2808082" y="573619"/>
                </a:lnTo>
                <a:lnTo>
                  <a:pt x="2804438" y="573619"/>
                </a:lnTo>
                <a:lnTo>
                  <a:pt x="2802819" y="570381"/>
                </a:lnTo>
                <a:close/>
                <a:moveTo>
                  <a:pt x="2763957" y="567142"/>
                </a:moveTo>
                <a:lnTo>
                  <a:pt x="2767601" y="567142"/>
                </a:lnTo>
                <a:lnTo>
                  <a:pt x="2769220" y="570381"/>
                </a:lnTo>
                <a:lnTo>
                  <a:pt x="2767601" y="573619"/>
                </a:lnTo>
                <a:lnTo>
                  <a:pt x="2763957" y="573619"/>
                </a:lnTo>
                <a:lnTo>
                  <a:pt x="2762338" y="570381"/>
                </a:lnTo>
                <a:close/>
                <a:moveTo>
                  <a:pt x="1549519" y="567142"/>
                </a:moveTo>
                <a:lnTo>
                  <a:pt x="1553163" y="567142"/>
                </a:lnTo>
                <a:lnTo>
                  <a:pt x="1554782" y="570381"/>
                </a:lnTo>
                <a:lnTo>
                  <a:pt x="1553163" y="573619"/>
                </a:lnTo>
                <a:lnTo>
                  <a:pt x="1549519" y="573619"/>
                </a:lnTo>
                <a:lnTo>
                  <a:pt x="1547900" y="570381"/>
                </a:lnTo>
                <a:close/>
                <a:moveTo>
                  <a:pt x="1509443" y="567142"/>
                </a:moveTo>
                <a:lnTo>
                  <a:pt x="1513086" y="567142"/>
                </a:lnTo>
                <a:lnTo>
                  <a:pt x="1515111" y="570381"/>
                </a:lnTo>
                <a:lnTo>
                  <a:pt x="1513086" y="573619"/>
                </a:lnTo>
                <a:lnTo>
                  <a:pt x="1509443" y="573619"/>
                </a:lnTo>
                <a:lnTo>
                  <a:pt x="1507419" y="570381"/>
                </a:lnTo>
                <a:close/>
                <a:moveTo>
                  <a:pt x="1468557" y="567142"/>
                </a:moveTo>
                <a:lnTo>
                  <a:pt x="1472605" y="567142"/>
                </a:lnTo>
                <a:lnTo>
                  <a:pt x="1474629" y="570381"/>
                </a:lnTo>
                <a:lnTo>
                  <a:pt x="1472605" y="573619"/>
                </a:lnTo>
                <a:lnTo>
                  <a:pt x="1468557" y="573619"/>
                </a:lnTo>
                <a:lnTo>
                  <a:pt x="1466533" y="570381"/>
                </a:lnTo>
                <a:close/>
                <a:moveTo>
                  <a:pt x="3897028" y="566738"/>
                </a:moveTo>
                <a:lnTo>
                  <a:pt x="3901481" y="566738"/>
                </a:lnTo>
                <a:lnTo>
                  <a:pt x="3903505" y="570381"/>
                </a:lnTo>
                <a:lnTo>
                  <a:pt x="3901481" y="574025"/>
                </a:lnTo>
                <a:lnTo>
                  <a:pt x="3897028" y="574025"/>
                </a:lnTo>
                <a:lnTo>
                  <a:pt x="3895004" y="570381"/>
                </a:lnTo>
                <a:close/>
                <a:moveTo>
                  <a:pt x="3006845" y="566738"/>
                </a:moveTo>
                <a:lnTo>
                  <a:pt x="3010893" y="566738"/>
                </a:lnTo>
                <a:lnTo>
                  <a:pt x="3012917" y="570381"/>
                </a:lnTo>
                <a:lnTo>
                  <a:pt x="3010893" y="574025"/>
                </a:lnTo>
                <a:lnTo>
                  <a:pt x="3006845" y="574025"/>
                </a:lnTo>
                <a:lnTo>
                  <a:pt x="3004821" y="570381"/>
                </a:lnTo>
                <a:close/>
                <a:moveTo>
                  <a:pt x="2723476" y="566738"/>
                </a:moveTo>
                <a:lnTo>
                  <a:pt x="2727524" y="566738"/>
                </a:lnTo>
                <a:lnTo>
                  <a:pt x="2729548" y="570381"/>
                </a:lnTo>
                <a:lnTo>
                  <a:pt x="2727524" y="574025"/>
                </a:lnTo>
                <a:lnTo>
                  <a:pt x="2723476" y="574025"/>
                </a:lnTo>
                <a:lnTo>
                  <a:pt x="2721452" y="570381"/>
                </a:lnTo>
                <a:close/>
                <a:moveTo>
                  <a:pt x="1428076" y="566738"/>
                </a:moveTo>
                <a:lnTo>
                  <a:pt x="1432124" y="566738"/>
                </a:lnTo>
                <a:lnTo>
                  <a:pt x="1434148" y="570381"/>
                </a:lnTo>
                <a:lnTo>
                  <a:pt x="1432124" y="574025"/>
                </a:lnTo>
                <a:lnTo>
                  <a:pt x="1428076" y="574025"/>
                </a:lnTo>
                <a:lnTo>
                  <a:pt x="1426052" y="570381"/>
                </a:lnTo>
                <a:close/>
                <a:moveTo>
                  <a:pt x="1387190" y="566738"/>
                </a:moveTo>
                <a:lnTo>
                  <a:pt x="1391643" y="566738"/>
                </a:lnTo>
                <a:lnTo>
                  <a:pt x="1393667" y="570381"/>
                </a:lnTo>
                <a:lnTo>
                  <a:pt x="1391643" y="574025"/>
                </a:lnTo>
                <a:lnTo>
                  <a:pt x="1387190" y="574025"/>
                </a:lnTo>
                <a:lnTo>
                  <a:pt x="1385166" y="570381"/>
                </a:lnTo>
                <a:close/>
                <a:moveTo>
                  <a:pt x="1347518" y="566738"/>
                </a:moveTo>
                <a:lnTo>
                  <a:pt x="1350757" y="566738"/>
                </a:lnTo>
                <a:cubicBezTo>
                  <a:pt x="1351162" y="566738"/>
                  <a:pt x="1351566" y="566738"/>
                  <a:pt x="1351971" y="567143"/>
                </a:cubicBezTo>
                <a:lnTo>
                  <a:pt x="1353590" y="569976"/>
                </a:lnTo>
                <a:cubicBezTo>
                  <a:pt x="1353995" y="570381"/>
                  <a:pt x="1353995" y="570786"/>
                  <a:pt x="1353590" y="571191"/>
                </a:cubicBezTo>
                <a:lnTo>
                  <a:pt x="1351971" y="574025"/>
                </a:lnTo>
                <a:cubicBezTo>
                  <a:pt x="1351566" y="574025"/>
                  <a:pt x="1351162" y="574429"/>
                  <a:pt x="1350757" y="574429"/>
                </a:cubicBezTo>
                <a:lnTo>
                  <a:pt x="1347518" y="574429"/>
                </a:lnTo>
                <a:cubicBezTo>
                  <a:pt x="1347114" y="574429"/>
                  <a:pt x="1346709" y="574429"/>
                  <a:pt x="1346304" y="574025"/>
                </a:cubicBezTo>
                <a:lnTo>
                  <a:pt x="1344685" y="571191"/>
                </a:lnTo>
                <a:cubicBezTo>
                  <a:pt x="1344280" y="570786"/>
                  <a:pt x="1344280" y="570381"/>
                  <a:pt x="1344685" y="569976"/>
                </a:cubicBezTo>
                <a:lnTo>
                  <a:pt x="1346304" y="567143"/>
                </a:lnTo>
                <a:cubicBezTo>
                  <a:pt x="1346709" y="567143"/>
                  <a:pt x="1347114" y="566738"/>
                  <a:pt x="1347518" y="566738"/>
                </a:cubicBezTo>
                <a:close/>
                <a:moveTo>
                  <a:pt x="3856951" y="566333"/>
                </a:moveTo>
                <a:lnTo>
                  <a:pt x="3860595" y="566333"/>
                </a:lnTo>
                <a:cubicBezTo>
                  <a:pt x="3860999" y="566333"/>
                  <a:pt x="3861404" y="566333"/>
                  <a:pt x="3861809" y="566738"/>
                </a:cubicBezTo>
                <a:lnTo>
                  <a:pt x="3863833" y="569976"/>
                </a:lnTo>
                <a:cubicBezTo>
                  <a:pt x="3864238" y="570381"/>
                  <a:pt x="3864238" y="570786"/>
                  <a:pt x="3863833" y="571191"/>
                </a:cubicBezTo>
                <a:lnTo>
                  <a:pt x="3861809" y="574429"/>
                </a:lnTo>
                <a:cubicBezTo>
                  <a:pt x="3861809" y="574834"/>
                  <a:pt x="3861404" y="574834"/>
                  <a:pt x="3860595" y="574834"/>
                </a:cubicBezTo>
                <a:lnTo>
                  <a:pt x="3856951" y="574834"/>
                </a:lnTo>
                <a:cubicBezTo>
                  <a:pt x="3856547" y="574834"/>
                  <a:pt x="3856141" y="574834"/>
                  <a:pt x="3855737" y="574429"/>
                </a:cubicBezTo>
                <a:lnTo>
                  <a:pt x="3853713" y="571191"/>
                </a:lnTo>
                <a:cubicBezTo>
                  <a:pt x="3853308" y="570786"/>
                  <a:pt x="3853308" y="570381"/>
                  <a:pt x="3853713" y="569976"/>
                </a:cubicBezTo>
                <a:lnTo>
                  <a:pt x="3855737" y="566738"/>
                </a:lnTo>
                <a:cubicBezTo>
                  <a:pt x="3856141" y="566738"/>
                  <a:pt x="3856547" y="566333"/>
                  <a:pt x="3856951" y="566333"/>
                </a:cubicBezTo>
                <a:close/>
                <a:moveTo>
                  <a:pt x="3816470" y="565928"/>
                </a:moveTo>
                <a:lnTo>
                  <a:pt x="3820113" y="565928"/>
                </a:lnTo>
                <a:cubicBezTo>
                  <a:pt x="3820518" y="565928"/>
                  <a:pt x="3820922" y="565928"/>
                  <a:pt x="3821327" y="566333"/>
                </a:cubicBezTo>
                <a:lnTo>
                  <a:pt x="3822946" y="569571"/>
                </a:lnTo>
                <a:cubicBezTo>
                  <a:pt x="3823351" y="569976"/>
                  <a:pt x="3823351" y="570381"/>
                  <a:pt x="3822946" y="570786"/>
                </a:cubicBezTo>
                <a:lnTo>
                  <a:pt x="3821327" y="574024"/>
                </a:lnTo>
                <a:cubicBezTo>
                  <a:pt x="3821327" y="574429"/>
                  <a:pt x="3820922" y="574834"/>
                  <a:pt x="3820113" y="574429"/>
                </a:cubicBezTo>
                <a:lnTo>
                  <a:pt x="3816470" y="574429"/>
                </a:lnTo>
                <a:cubicBezTo>
                  <a:pt x="3816065" y="574429"/>
                  <a:pt x="3815660" y="574429"/>
                  <a:pt x="3815255" y="574024"/>
                </a:cubicBezTo>
                <a:lnTo>
                  <a:pt x="3813636" y="570786"/>
                </a:lnTo>
                <a:cubicBezTo>
                  <a:pt x="3813231" y="570381"/>
                  <a:pt x="3813231" y="569976"/>
                  <a:pt x="3813636" y="569571"/>
                </a:cubicBezTo>
                <a:lnTo>
                  <a:pt x="3815255" y="566333"/>
                </a:lnTo>
                <a:cubicBezTo>
                  <a:pt x="3815660" y="566333"/>
                  <a:pt x="3816065" y="565928"/>
                  <a:pt x="3816470" y="565928"/>
                </a:cubicBezTo>
                <a:close/>
                <a:moveTo>
                  <a:pt x="3046921" y="565928"/>
                </a:moveTo>
                <a:lnTo>
                  <a:pt x="3051374" y="565928"/>
                </a:lnTo>
                <a:cubicBezTo>
                  <a:pt x="3051779" y="565928"/>
                  <a:pt x="3052183" y="565928"/>
                  <a:pt x="3052588" y="566333"/>
                </a:cubicBezTo>
                <a:lnTo>
                  <a:pt x="3054612" y="569976"/>
                </a:lnTo>
                <a:cubicBezTo>
                  <a:pt x="3055017" y="570381"/>
                  <a:pt x="3055017" y="570786"/>
                  <a:pt x="3054612" y="571191"/>
                </a:cubicBezTo>
                <a:lnTo>
                  <a:pt x="3052588" y="574834"/>
                </a:lnTo>
                <a:cubicBezTo>
                  <a:pt x="3052183" y="575239"/>
                  <a:pt x="3051779" y="575239"/>
                  <a:pt x="3051374" y="575643"/>
                </a:cubicBezTo>
                <a:lnTo>
                  <a:pt x="3046921" y="575643"/>
                </a:lnTo>
                <a:cubicBezTo>
                  <a:pt x="3046516" y="575643"/>
                  <a:pt x="3046111" y="575239"/>
                  <a:pt x="3045707" y="574834"/>
                </a:cubicBezTo>
                <a:lnTo>
                  <a:pt x="3043683" y="571191"/>
                </a:lnTo>
                <a:cubicBezTo>
                  <a:pt x="3043278" y="570786"/>
                  <a:pt x="3043278" y="570381"/>
                  <a:pt x="3043683" y="569976"/>
                </a:cubicBezTo>
                <a:lnTo>
                  <a:pt x="3045707" y="566333"/>
                </a:lnTo>
                <a:cubicBezTo>
                  <a:pt x="3046111" y="566333"/>
                  <a:pt x="3046516" y="565928"/>
                  <a:pt x="3046921" y="565928"/>
                </a:cubicBezTo>
                <a:close/>
                <a:moveTo>
                  <a:pt x="3775988" y="565523"/>
                </a:moveTo>
                <a:lnTo>
                  <a:pt x="3780036" y="565523"/>
                </a:lnTo>
                <a:cubicBezTo>
                  <a:pt x="3780441" y="565523"/>
                  <a:pt x="3780846" y="565523"/>
                  <a:pt x="3781250" y="565928"/>
                </a:cubicBezTo>
                <a:lnTo>
                  <a:pt x="3783275" y="569571"/>
                </a:lnTo>
                <a:cubicBezTo>
                  <a:pt x="3783680" y="569976"/>
                  <a:pt x="3783680" y="570381"/>
                  <a:pt x="3783275" y="570786"/>
                </a:cubicBezTo>
                <a:lnTo>
                  <a:pt x="3781250" y="574429"/>
                </a:lnTo>
                <a:cubicBezTo>
                  <a:pt x="3780846" y="574834"/>
                  <a:pt x="3780441" y="575238"/>
                  <a:pt x="3780036" y="574834"/>
                </a:cubicBezTo>
                <a:lnTo>
                  <a:pt x="3775988" y="574834"/>
                </a:lnTo>
                <a:cubicBezTo>
                  <a:pt x="3775584" y="574834"/>
                  <a:pt x="3775178" y="574834"/>
                  <a:pt x="3774774" y="574429"/>
                </a:cubicBezTo>
                <a:lnTo>
                  <a:pt x="3772750" y="570786"/>
                </a:lnTo>
                <a:cubicBezTo>
                  <a:pt x="3772345" y="570381"/>
                  <a:pt x="3772345" y="569976"/>
                  <a:pt x="3772750" y="569571"/>
                </a:cubicBezTo>
                <a:lnTo>
                  <a:pt x="3774774" y="565928"/>
                </a:lnTo>
                <a:cubicBezTo>
                  <a:pt x="3775178" y="565928"/>
                  <a:pt x="3775584" y="565523"/>
                  <a:pt x="3775988" y="565523"/>
                </a:cubicBezTo>
                <a:close/>
                <a:moveTo>
                  <a:pt x="3734293" y="564309"/>
                </a:moveTo>
                <a:lnTo>
                  <a:pt x="3739960" y="564309"/>
                </a:lnTo>
                <a:cubicBezTo>
                  <a:pt x="3740365" y="564309"/>
                  <a:pt x="3740770" y="564309"/>
                  <a:pt x="3741175" y="564714"/>
                </a:cubicBezTo>
                <a:lnTo>
                  <a:pt x="3744008" y="569572"/>
                </a:lnTo>
                <a:cubicBezTo>
                  <a:pt x="3744413" y="569976"/>
                  <a:pt x="3744413" y="570381"/>
                  <a:pt x="3744008" y="570786"/>
                </a:cubicBezTo>
                <a:lnTo>
                  <a:pt x="3741175" y="575644"/>
                </a:lnTo>
                <a:cubicBezTo>
                  <a:pt x="3741175" y="576049"/>
                  <a:pt x="3740770" y="576453"/>
                  <a:pt x="3739960" y="576049"/>
                </a:cubicBezTo>
                <a:lnTo>
                  <a:pt x="3734293" y="576049"/>
                </a:lnTo>
                <a:cubicBezTo>
                  <a:pt x="3733888" y="576049"/>
                  <a:pt x="3733483" y="576049"/>
                  <a:pt x="3733079" y="575644"/>
                </a:cubicBezTo>
                <a:lnTo>
                  <a:pt x="3730245" y="570786"/>
                </a:lnTo>
                <a:cubicBezTo>
                  <a:pt x="3729840" y="570381"/>
                  <a:pt x="3729840" y="569976"/>
                  <a:pt x="3730245" y="569572"/>
                </a:cubicBezTo>
                <a:lnTo>
                  <a:pt x="3733079" y="564714"/>
                </a:lnTo>
                <a:cubicBezTo>
                  <a:pt x="3733483" y="564714"/>
                  <a:pt x="3733888" y="564309"/>
                  <a:pt x="3734293" y="564309"/>
                </a:cubicBezTo>
                <a:close/>
                <a:moveTo>
                  <a:pt x="3693812" y="563904"/>
                </a:moveTo>
                <a:lnTo>
                  <a:pt x="3699884" y="563904"/>
                </a:lnTo>
                <a:cubicBezTo>
                  <a:pt x="3700289" y="563904"/>
                  <a:pt x="3700694" y="563904"/>
                  <a:pt x="3701098" y="564309"/>
                </a:cubicBezTo>
                <a:lnTo>
                  <a:pt x="3703932" y="569571"/>
                </a:lnTo>
                <a:cubicBezTo>
                  <a:pt x="3704337" y="569976"/>
                  <a:pt x="3704337" y="570381"/>
                  <a:pt x="3703932" y="570786"/>
                </a:cubicBezTo>
                <a:lnTo>
                  <a:pt x="3701098" y="576048"/>
                </a:lnTo>
                <a:cubicBezTo>
                  <a:pt x="3700694" y="576453"/>
                  <a:pt x="3700289" y="576858"/>
                  <a:pt x="3699884" y="576453"/>
                </a:cubicBezTo>
                <a:lnTo>
                  <a:pt x="3693812" y="576453"/>
                </a:lnTo>
                <a:cubicBezTo>
                  <a:pt x="3693407" y="576453"/>
                  <a:pt x="3693002" y="576453"/>
                  <a:pt x="3692598" y="576048"/>
                </a:cubicBezTo>
                <a:lnTo>
                  <a:pt x="3689764" y="570786"/>
                </a:lnTo>
                <a:cubicBezTo>
                  <a:pt x="3689359" y="570381"/>
                  <a:pt x="3689359" y="569976"/>
                  <a:pt x="3689764" y="569571"/>
                </a:cubicBezTo>
                <a:lnTo>
                  <a:pt x="3692598" y="564309"/>
                </a:lnTo>
                <a:cubicBezTo>
                  <a:pt x="3693002" y="564309"/>
                  <a:pt x="3693407" y="563904"/>
                  <a:pt x="3693812" y="563904"/>
                </a:cubicBezTo>
                <a:close/>
                <a:moveTo>
                  <a:pt x="3652925" y="563094"/>
                </a:moveTo>
                <a:lnTo>
                  <a:pt x="3659807" y="563094"/>
                </a:lnTo>
                <a:cubicBezTo>
                  <a:pt x="3660212" y="563094"/>
                  <a:pt x="3660617" y="563094"/>
                  <a:pt x="3661022" y="563499"/>
                </a:cubicBezTo>
                <a:lnTo>
                  <a:pt x="3664260" y="569571"/>
                </a:lnTo>
                <a:cubicBezTo>
                  <a:pt x="3664665" y="569976"/>
                  <a:pt x="3664665" y="570381"/>
                  <a:pt x="3664260" y="570786"/>
                </a:cubicBezTo>
                <a:lnTo>
                  <a:pt x="3661022" y="576858"/>
                </a:lnTo>
                <a:cubicBezTo>
                  <a:pt x="3661022" y="577262"/>
                  <a:pt x="3660617" y="577667"/>
                  <a:pt x="3659807" y="577667"/>
                </a:cubicBezTo>
                <a:lnTo>
                  <a:pt x="3652925" y="577667"/>
                </a:lnTo>
                <a:cubicBezTo>
                  <a:pt x="3652521" y="577667"/>
                  <a:pt x="3652116" y="577262"/>
                  <a:pt x="3651711" y="576858"/>
                </a:cubicBezTo>
                <a:lnTo>
                  <a:pt x="3648473" y="570786"/>
                </a:lnTo>
                <a:cubicBezTo>
                  <a:pt x="3648068" y="570381"/>
                  <a:pt x="3648068" y="569976"/>
                  <a:pt x="3648473" y="569571"/>
                </a:cubicBezTo>
                <a:lnTo>
                  <a:pt x="3651711" y="563499"/>
                </a:lnTo>
                <a:cubicBezTo>
                  <a:pt x="3652116" y="563499"/>
                  <a:pt x="3652521" y="563094"/>
                  <a:pt x="3652925" y="563094"/>
                </a:cubicBezTo>
                <a:close/>
                <a:moveTo>
                  <a:pt x="3612039" y="562689"/>
                </a:moveTo>
                <a:lnTo>
                  <a:pt x="3620136" y="562689"/>
                </a:lnTo>
                <a:cubicBezTo>
                  <a:pt x="3620540" y="562689"/>
                  <a:pt x="3620945" y="562689"/>
                  <a:pt x="3621350" y="563094"/>
                </a:cubicBezTo>
                <a:lnTo>
                  <a:pt x="3625398" y="569976"/>
                </a:lnTo>
                <a:cubicBezTo>
                  <a:pt x="3625803" y="570380"/>
                  <a:pt x="3625803" y="570785"/>
                  <a:pt x="3625398" y="571190"/>
                </a:cubicBezTo>
                <a:lnTo>
                  <a:pt x="3621350" y="578072"/>
                </a:lnTo>
                <a:cubicBezTo>
                  <a:pt x="3620945" y="578477"/>
                  <a:pt x="3620540" y="578477"/>
                  <a:pt x="3620136" y="578477"/>
                </a:cubicBezTo>
                <a:lnTo>
                  <a:pt x="3612039" y="578477"/>
                </a:lnTo>
                <a:cubicBezTo>
                  <a:pt x="3611635" y="578477"/>
                  <a:pt x="3611229" y="578477"/>
                  <a:pt x="3610825" y="578072"/>
                </a:cubicBezTo>
                <a:lnTo>
                  <a:pt x="3606777" y="571190"/>
                </a:lnTo>
                <a:cubicBezTo>
                  <a:pt x="3606372" y="570785"/>
                  <a:pt x="3606372" y="570380"/>
                  <a:pt x="3606777" y="569976"/>
                </a:cubicBezTo>
                <a:lnTo>
                  <a:pt x="3610825" y="563094"/>
                </a:lnTo>
                <a:cubicBezTo>
                  <a:pt x="3611229" y="563094"/>
                  <a:pt x="3611635" y="562689"/>
                  <a:pt x="3612039" y="562689"/>
                </a:cubicBezTo>
                <a:close/>
                <a:moveTo>
                  <a:pt x="2438488" y="562689"/>
                </a:moveTo>
                <a:lnTo>
                  <a:pt x="2445775" y="562689"/>
                </a:lnTo>
                <a:cubicBezTo>
                  <a:pt x="2446180" y="562689"/>
                  <a:pt x="2446585" y="562689"/>
                  <a:pt x="2446990" y="563094"/>
                </a:cubicBezTo>
                <a:lnTo>
                  <a:pt x="2450633" y="569571"/>
                </a:lnTo>
                <a:cubicBezTo>
                  <a:pt x="2451038" y="569976"/>
                  <a:pt x="2451038" y="570380"/>
                  <a:pt x="2450633" y="570785"/>
                </a:cubicBezTo>
                <a:lnTo>
                  <a:pt x="2446990" y="577262"/>
                </a:lnTo>
                <a:cubicBezTo>
                  <a:pt x="2446585" y="577667"/>
                  <a:pt x="2446180" y="578072"/>
                  <a:pt x="2445775" y="577667"/>
                </a:cubicBezTo>
                <a:lnTo>
                  <a:pt x="2438488" y="577667"/>
                </a:lnTo>
                <a:cubicBezTo>
                  <a:pt x="2438084" y="577667"/>
                  <a:pt x="2437679" y="577667"/>
                  <a:pt x="2437274" y="577262"/>
                </a:cubicBezTo>
                <a:lnTo>
                  <a:pt x="2433631" y="570785"/>
                </a:lnTo>
                <a:cubicBezTo>
                  <a:pt x="2433226" y="570380"/>
                  <a:pt x="2433226" y="569976"/>
                  <a:pt x="2433631" y="569571"/>
                </a:cubicBezTo>
                <a:lnTo>
                  <a:pt x="2437274" y="563094"/>
                </a:lnTo>
                <a:cubicBezTo>
                  <a:pt x="2437679" y="563094"/>
                  <a:pt x="2438084" y="562689"/>
                  <a:pt x="2438488" y="562689"/>
                </a:cubicBezTo>
                <a:close/>
                <a:moveTo>
                  <a:pt x="2316639" y="562689"/>
                </a:moveTo>
                <a:lnTo>
                  <a:pt x="2324735" y="562689"/>
                </a:lnTo>
                <a:cubicBezTo>
                  <a:pt x="2325140" y="562689"/>
                  <a:pt x="2325545" y="562689"/>
                  <a:pt x="2325950" y="563094"/>
                </a:cubicBezTo>
                <a:lnTo>
                  <a:pt x="2329998" y="569976"/>
                </a:lnTo>
                <a:cubicBezTo>
                  <a:pt x="2330403" y="570380"/>
                  <a:pt x="2330403" y="570785"/>
                  <a:pt x="2329998" y="571190"/>
                </a:cubicBezTo>
                <a:lnTo>
                  <a:pt x="2325950" y="578072"/>
                </a:lnTo>
                <a:cubicBezTo>
                  <a:pt x="2325545" y="578477"/>
                  <a:pt x="2325140" y="578477"/>
                  <a:pt x="2324735" y="578477"/>
                </a:cubicBezTo>
                <a:lnTo>
                  <a:pt x="2316639" y="578477"/>
                </a:lnTo>
                <a:cubicBezTo>
                  <a:pt x="2316234" y="578477"/>
                  <a:pt x="2315830" y="578477"/>
                  <a:pt x="2315425" y="578072"/>
                </a:cubicBezTo>
                <a:lnTo>
                  <a:pt x="2311377" y="571190"/>
                </a:lnTo>
                <a:cubicBezTo>
                  <a:pt x="2310972" y="570785"/>
                  <a:pt x="2310972" y="570380"/>
                  <a:pt x="2311377" y="569976"/>
                </a:cubicBezTo>
                <a:lnTo>
                  <a:pt x="2315425" y="563094"/>
                </a:lnTo>
                <a:cubicBezTo>
                  <a:pt x="2315830" y="563094"/>
                  <a:pt x="2316234" y="562689"/>
                  <a:pt x="2316639" y="562689"/>
                </a:cubicBezTo>
                <a:close/>
                <a:moveTo>
                  <a:pt x="2276158" y="562689"/>
                </a:moveTo>
                <a:lnTo>
                  <a:pt x="2284254" y="562689"/>
                </a:lnTo>
                <a:cubicBezTo>
                  <a:pt x="2284659" y="562689"/>
                  <a:pt x="2285064" y="562689"/>
                  <a:pt x="2285469" y="563094"/>
                </a:cubicBezTo>
                <a:lnTo>
                  <a:pt x="2289517" y="569976"/>
                </a:lnTo>
                <a:cubicBezTo>
                  <a:pt x="2289922" y="570380"/>
                  <a:pt x="2289922" y="570785"/>
                  <a:pt x="2289517" y="571190"/>
                </a:cubicBezTo>
                <a:lnTo>
                  <a:pt x="2285469" y="578072"/>
                </a:lnTo>
                <a:cubicBezTo>
                  <a:pt x="2285064" y="578477"/>
                  <a:pt x="2284659" y="578477"/>
                  <a:pt x="2284254" y="578477"/>
                </a:cubicBezTo>
                <a:lnTo>
                  <a:pt x="2276158" y="578477"/>
                </a:lnTo>
                <a:cubicBezTo>
                  <a:pt x="2275753" y="578477"/>
                  <a:pt x="2275349" y="578477"/>
                  <a:pt x="2274944" y="578072"/>
                </a:cubicBezTo>
                <a:lnTo>
                  <a:pt x="2270896" y="571190"/>
                </a:lnTo>
                <a:cubicBezTo>
                  <a:pt x="2270491" y="570785"/>
                  <a:pt x="2270491" y="570380"/>
                  <a:pt x="2270896" y="569976"/>
                </a:cubicBezTo>
                <a:lnTo>
                  <a:pt x="2274944" y="563094"/>
                </a:lnTo>
                <a:cubicBezTo>
                  <a:pt x="2275349" y="563094"/>
                  <a:pt x="2275753" y="562689"/>
                  <a:pt x="2276158" y="562689"/>
                </a:cubicBezTo>
                <a:close/>
                <a:moveTo>
                  <a:pt x="1992789" y="562689"/>
                </a:moveTo>
                <a:lnTo>
                  <a:pt x="2000885" y="562689"/>
                </a:lnTo>
                <a:cubicBezTo>
                  <a:pt x="2001290" y="562689"/>
                  <a:pt x="2001695" y="562689"/>
                  <a:pt x="2002100" y="563094"/>
                </a:cubicBezTo>
                <a:lnTo>
                  <a:pt x="2006148" y="569976"/>
                </a:lnTo>
                <a:cubicBezTo>
                  <a:pt x="2006553" y="570380"/>
                  <a:pt x="2006553" y="570785"/>
                  <a:pt x="2006148" y="571190"/>
                </a:cubicBezTo>
                <a:lnTo>
                  <a:pt x="2002100" y="578072"/>
                </a:lnTo>
                <a:cubicBezTo>
                  <a:pt x="2001695" y="578477"/>
                  <a:pt x="2001290" y="578477"/>
                  <a:pt x="2000885" y="578477"/>
                </a:cubicBezTo>
                <a:lnTo>
                  <a:pt x="1992789" y="578477"/>
                </a:lnTo>
                <a:cubicBezTo>
                  <a:pt x="1992384" y="578477"/>
                  <a:pt x="1991980" y="578477"/>
                  <a:pt x="1991575" y="578072"/>
                </a:cubicBezTo>
                <a:lnTo>
                  <a:pt x="1987527" y="571190"/>
                </a:lnTo>
                <a:cubicBezTo>
                  <a:pt x="1987122" y="570785"/>
                  <a:pt x="1987122" y="570380"/>
                  <a:pt x="1987527" y="569976"/>
                </a:cubicBezTo>
                <a:lnTo>
                  <a:pt x="1991575" y="563094"/>
                </a:lnTo>
                <a:cubicBezTo>
                  <a:pt x="1991980" y="563094"/>
                  <a:pt x="1992384" y="562689"/>
                  <a:pt x="1992789" y="562689"/>
                </a:cubicBezTo>
                <a:close/>
                <a:moveTo>
                  <a:pt x="1871346" y="562689"/>
                </a:moveTo>
                <a:lnTo>
                  <a:pt x="1879442" y="562689"/>
                </a:lnTo>
                <a:cubicBezTo>
                  <a:pt x="1879847" y="562689"/>
                  <a:pt x="1880252" y="562689"/>
                  <a:pt x="1880657" y="563094"/>
                </a:cubicBezTo>
                <a:lnTo>
                  <a:pt x="1884705" y="569976"/>
                </a:lnTo>
                <a:cubicBezTo>
                  <a:pt x="1885110" y="570380"/>
                  <a:pt x="1885110" y="570785"/>
                  <a:pt x="1884705" y="571190"/>
                </a:cubicBezTo>
                <a:lnTo>
                  <a:pt x="1880657" y="578072"/>
                </a:lnTo>
                <a:cubicBezTo>
                  <a:pt x="1880252" y="578477"/>
                  <a:pt x="1879847" y="578477"/>
                  <a:pt x="1879442" y="578477"/>
                </a:cubicBezTo>
                <a:lnTo>
                  <a:pt x="1871346" y="578477"/>
                </a:lnTo>
                <a:cubicBezTo>
                  <a:pt x="1870941" y="578477"/>
                  <a:pt x="1870537" y="578477"/>
                  <a:pt x="1870132" y="578072"/>
                </a:cubicBezTo>
                <a:lnTo>
                  <a:pt x="1866084" y="571190"/>
                </a:lnTo>
                <a:cubicBezTo>
                  <a:pt x="1865679" y="570785"/>
                  <a:pt x="1865679" y="570380"/>
                  <a:pt x="1866084" y="569976"/>
                </a:cubicBezTo>
                <a:lnTo>
                  <a:pt x="1870132" y="563094"/>
                </a:lnTo>
                <a:cubicBezTo>
                  <a:pt x="1870537" y="563094"/>
                  <a:pt x="1870941" y="562689"/>
                  <a:pt x="1871346" y="562689"/>
                </a:cubicBezTo>
                <a:close/>
                <a:moveTo>
                  <a:pt x="1709421" y="562689"/>
                </a:moveTo>
                <a:lnTo>
                  <a:pt x="1717517" y="562689"/>
                </a:lnTo>
                <a:cubicBezTo>
                  <a:pt x="1717922" y="562689"/>
                  <a:pt x="1718327" y="562689"/>
                  <a:pt x="1718732" y="563094"/>
                </a:cubicBezTo>
                <a:lnTo>
                  <a:pt x="1722780" y="569976"/>
                </a:lnTo>
                <a:cubicBezTo>
                  <a:pt x="1723185" y="570380"/>
                  <a:pt x="1723185" y="570785"/>
                  <a:pt x="1722780" y="571190"/>
                </a:cubicBezTo>
                <a:lnTo>
                  <a:pt x="1718732" y="578072"/>
                </a:lnTo>
                <a:cubicBezTo>
                  <a:pt x="1718327" y="578477"/>
                  <a:pt x="1717922" y="578477"/>
                  <a:pt x="1717517" y="578477"/>
                </a:cubicBezTo>
                <a:lnTo>
                  <a:pt x="1709421" y="578477"/>
                </a:lnTo>
                <a:cubicBezTo>
                  <a:pt x="1709016" y="578477"/>
                  <a:pt x="1708612" y="578477"/>
                  <a:pt x="1708207" y="578072"/>
                </a:cubicBezTo>
                <a:lnTo>
                  <a:pt x="1704159" y="571190"/>
                </a:lnTo>
                <a:cubicBezTo>
                  <a:pt x="1703754" y="570785"/>
                  <a:pt x="1703754" y="570380"/>
                  <a:pt x="1704159" y="569976"/>
                </a:cubicBezTo>
                <a:lnTo>
                  <a:pt x="1708207" y="563094"/>
                </a:lnTo>
                <a:cubicBezTo>
                  <a:pt x="1708612" y="563094"/>
                  <a:pt x="1709016" y="562689"/>
                  <a:pt x="1709421" y="562689"/>
                </a:cubicBezTo>
                <a:close/>
                <a:moveTo>
                  <a:pt x="1669344" y="562689"/>
                </a:moveTo>
                <a:lnTo>
                  <a:pt x="1676631" y="562689"/>
                </a:lnTo>
                <a:cubicBezTo>
                  <a:pt x="1677036" y="562689"/>
                  <a:pt x="1677441" y="562689"/>
                  <a:pt x="1677846" y="563094"/>
                </a:cubicBezTo>
                <a:lnTo>
                  <a:pt x="1681489" y="569571"/>
                </a:lnTo>
                <a:cubicBezTo>
                  <a:pt x="1681894" y="569976"/>
                  <a:pt x="1681894" y="570380"/>
                  <a:pt x="1681489" y="570785"/>
                </a:cubicBezTo>
                <a:lnTo>
                  <a:pt x="1677846" y="577262"/>
                </a:lnTo>
                <a:cubicBezTo>
                  <a:pt x="1677441" y="577667"/>
                  <a:pt x="1677036" y="578072"/>
                  <a:pt x="1676631" y="577667"/>
                </a:cubicBezTo>
                <a:lnTo>
                  <a:pt x="1669344" y="577667"/>
                </a:lnTo>
                <a:cubicBezTo>
                  <a:pt x="1668940" y="577667"/>
                  <a:pt x="1668535" y="577667"/>
                  <a:pt x="1668130" y="577262"/>
                </a:cubicBezTo>
                <a:lnTo>
                  <a:pt x="1664487" y="570785"/>
                </a:lnTo>
                <a:cubicBezTo>
                  <a:pt x="1664082" y="570380"/>
                  <a:pt x="1664082" y="569976"/>
                  <a:pt x="1664487" y="569571"/>
                </a:cubicBezTo>
                <a:lnTo>
                  <a:pt x="1668130" y="563094"/>
                </a:lnTo>
                <a:cubicBezTo>
                  <a:pt x="1668535" y="563094"/>
                  <a:pt x="1668940" y="562689"/>
                  <a:pt x="1669344" y="562689"/>
                </a:cubicBezTo>
                <a:close/>
                <a:moveTo>
                  <a:pt x="3247708" y="562285"/>
                </a:moveTo>
                <a:lnTo>
                  <a:pt x="3255805" y="562285"/>
                </a:lnTo>
                <a:cubicBezTo>
                  <a:pt x="3256209" y="562285"/>
                  <a:pt x="3256614" y="562690"/>
                  <a:pt x="3257019" y="563095"/>
                </a:cubicBezTo>
                <a:lnTo>
                  <a:pt x="3261067" y="569976"/>
                </a:lnTo>
                <a:cubicBezTo>
                  <a:pt x="3261472" y="570381"/>
                  <a:pt x="3261472" y="570786"/>
                  <a:pt x="3261067" y="571191"/>
                </a:cubicBezTo>
                <a:lnTo>
                  <a:pt x="3257019" y="578073"/>
                </a:lnTo>
                <a:cubicBezTo>
                  <a:pt x="3256614" y="578478"/>
                  <a:pt x="3256209" y="578478"/>
                  <a:pt x="3255805" y="578882"/>
                </a:cubicBezTo>
                <a:lnTo>
                  <a:pt x="3247708" y="578882"/>
                </a:lnTo>
                <a:cubicBezTo>
                  <a:pt x="3247304" y="578882"/>
                  <a:pt x="3246898" y="578478"/>
                  <a:pt x="3246494" y="578073"/>
                </a:cubicBezTo>
                <a:lnTo>
                  <a:pt x="3242446" y="571191"/>
                </a:lnTo>
                <a:cubicBezTo>
                  <a:pt x="3242041" y="570786"/>
                  <a:pt x="3242041" y="570381"/>
                  <a:pt x="3242446" y="569976"/>
                </a:cubicBezTo>
                <a:lnTo>
                  <a:pt x="3246494" y="563095"/>
                </a:lnTo>
                <a:cubicBezTo>
                  <a:pt x="3246898" y="562690"/>
                  <a:pt x="3247304" y="562285"/>
                  <a:pt x="3247708" y="562285"/>
                </a:cubicBezTo>
                <a:close/>
                <a:moveTo>
                  <a:pt x="3125860" y="562285"/>
                </a:moveTo>
                <a:lnTo>
                  <a:pt x="3134361" y="562285"/>
                </a:lnTo>
                <a:cubicBezTo>
                  <a:pt x="3134766" y="562285"/>
                  <a:pt x="3135170" y="562285"/>
                  <a:pt x="3135575" y="562690"/>
                </a:cubicBezTo>
                <a:lnTo>
                  <a:pt x="3140028" y="569976"/>
                </a:lnTo>
                <a:cubicBezTo>
                  <a:pt x="3140433" y="570381"/>
                  <a:pt x="3140433" y="570786"/>
                  <a:pt x="3140028" y="571191"/>
                </a:cubicBezTo>
                <a:lnTo>
                  <a:pt x="3135575" y="578478"/>
                </a:lnTo>
                <a:cubicBezTo>
                  <a:pt x="3135575" y="578882"/>
                  <a:pt x="3135170" y="578882"/>
                  <a:pt x="3134361" y="578882"/>
                </a:cubicBezTo>
                <a:lnTo>
                  <a:pt x="3125860" y="578882"/>
                </a:lnTo>
                <a:cubicBezTo>
                  <a:pt x="3125455" y="578882"/>
                  <a:pt x="3125050" y="578882"/>
                  <a:pt x="3124645" y="578478"/>
                </a:cubicBezTo>
                <a:lnTo>
                  <a:pt x="3120193" y="571191"/>
                </a:lnTo>
                <a:cubicBezTo>
                  <a:pt x="3119788" y="570786"/>
                  <a:pt x="3119788" y="570381"/>
                  <a:pt x="3120193" y="569976"/>
                </a:cubicBezTo>
                <a:lnTo>
                  <a:pt x="3124645" y="562690"/>
                </a:lnTo>
                <a:cubicBezTo>
                  <a:pt x="3125050" y="562690"/>
                  <a:pt x="3125455" y="562285"/>
                  <a:pt x="3125860" y="562285"/>
                </a:cubicBezTo>
                <a:close/>
                <a:moveTo>
                  <a:pt x="2397602" y="562285"/>
                </a:moveTo>
                <a:lnTo>
                  <a:pt x="2405698" y="562285"/>
                </a:lnTo>
                <a:cubicBezTo>
                  <a:pt x="2406103" y="562285"/>
                  <a:pt x="2406508" y="562690"/>
                  <a:pt x="2406913" y="563095"/>
                </a:cubicBezTo>
                <a:lnTo>
                  <a:pt x="2410961" y="569976"/>
                </a:lnTo>
                <a:cubicBezTo>
                  <a:pt x="2411366" y="570381"/>
                  <a:pt x="2411366" y="570786"/>
                  <a:pt x="2410961" y="571191"/>
                </a:cubicBezTo>
                <a:lnTo>
                  <a:pt x="2406913" y="578073"/>
                </a:lnTo>
                <a:cubicBezTo>
                  <a:pt x="2406508" y="578478"/>
                  <a:pt x="2406103" y="578478"/>
                  <a:pt x="2405698" y="578882"/>
                </a:cubicBezTo>
                <a:lnTo>
                  <a:pt x="2397602" y="578882"/>
                </a:lnTo>
                <a:cubicBezTo>
                  <a:pt x="2397197" y="578882"/>
                  <a:pt x="2396793" y="578478"/>
                  <a:pt x="2396388" y="578073"/>
                </a:cubicBezTo>
                <a:lnTo>
                  <a:pt x="2392340" y="571191"/>
                </a:lnTo>
                <a:cubicBezTo>
                  <a:pt x="2391935" y="570786"/>
                  <a:pt x="2391935" y="570381"/>
                  <a:pt x="2392340" y="569976"/>
                </a:cubicBezTo>
                <a:lnTo>
                  <a:pt x="2396388" y="563095"/>
                </a:lnTo>
                <a:cubicBezTo>
                  <a:pt x="2396793" y="562690"/>
                  <a:pt x="2397197" y="562285"/>
                  <a:pt x="2397602" y="562285"/>
                </a:cubicBezTo>
                <a:close/>
                <a:moveTo>
                  <a:pt x="2195196" y="562285"/>
                </a:moveTo>
                <a:lnTo>
                  <a:pt x="2202888" y="562285"/>
                </a:lnTo>
                <a:cubicBezTo>
                  <a:pt x="2203292" y="562285"/>
                  <a:pt x="2203697" y="562285"/>
                  <a:pt x="2204102" y="562690"/>
                </a:cubicBezTo>
                <a:lnTo>
                  <a:pt x="2208150" y="569572"/>
                </a:lnTo>
                <a:cubicBezTo>
                  <a:pt x="2208555" y="569976"/>
                  <a:pt x="2208555" y="570381"/>
                  <a:pt x="2208150" y="570786"/>
                </a:cubicBezTo>
                <a:lnTo>
                  <a:pt x="2204102" y="577668"/>
                </a:lnTo>
                <a:cubicBezTo>
                  <a:pt x="2204102" y="578073"/>
                  <a:pt x="2203697" y="578478"/>
                  <a:pt x="2202888" y="578073"/>
                </a:cubicBezTo>
                <a:lnTo>
                  <a:pt x="2195196" y="578073"/>
                </a:lnTo>
                <a:cubicBezTo>
                  <a:pt x="2194791" y="578073"/>
                  <a:pt x="2194387" y="578073"/>
                  <a:pt x="2193982" y="577668"/>
                </a:cubicBezTo>
                <a:lnTo>
                  <a:pt x="2189934" y="570786"/>
                </a:lnTo>
                <a:cubicBezTo>
                  <a:pt x="2189529" y="570381"/>
                  <a:pt x="2189529" y="569976"/>
                  <a:pt x="2189934" y="569572"/>
                </a:cubicBezTo>
                <a:lnTo>
                  <a:pt x="2193982" y="562690"/>
                </a:lnTo>
                <a:cubicBezTo>
                  <a:pt x="2194387" y="562690"/>
                  <a:pt x="2194791" y="562285"/>
                  <a:pt x="2195196" y="562285"/>
                </a:cubicBezTo>
                <a:close/>
                <a:moveTo>
                  <a:pt x="2154714" y="562285"/>
                </a:moveTo>
                <a:lnTo>
                  <a:pt x="2162810" y="562285"/>
                </a:lnTo>
                <a:cubicBezTo>
                  <a:pt x="2163215" y="562285"/>
                  <a:pt x="2163620" y="562690"/>
                  <a:pt x="2164025" y="563095"/>
                </a:cubicBezTo>
                <a:lnTo>
                  <a:pt x="2168073" y="569976"/>
                </a:lnTo>
                <a:cubicBezTo>
                  <a:pt x="2168478" y="570381"/>
                  <a:pt x="2168478" y="570786"/>
                  <a:pt x="2168073" y="571191"/>
                </a:cubicBezTo>
                <a:lnTo>
                  <a:pt x="2164025" y="578073"/>
                </a:lnTo>
                <a:cubicBezTo>
                  <a:pt x="2163620" y="578478"/>
                  <a:pt x="2163215" y="578478"/>
                  <a:pt x="2162810" y="578882"/>
                </a:cubicBezTo>
                <a:lnTo>
                  <a:pt x="2154714" y="578882"/>
                </a:lnTo>
                <a:cubicBezTo>
                  <a:pt x="2154309" y="578882"/>
                  <a:pt x="2153905" y="578478"/>
                  <a:pt x="2153500" y="578073"/>
                </a:cubicBezTo>
                <a:lnTo>
                  <a:pt x="2149452" y="571191"/>
                </a:lnTo>
                <a:cubicBezTo>
                  <a:pt x="2149047" y="570786"/>
                  <a:pt x="2149047" y="570381"/>
                  <a:pt x="2149452" y="569976"/>
                </a:cubicBezTo>
                <a:lnTo>
                  <a:pt x="2153500" y="563095"/>
                </a:lnTo>
                <a:cubicBezTo>
                  <a:pt x="2153905" y="562690"/>
                  <a:pt x="2154309" y="562285"/>
                  <a:pt x="2154714" y="562285"/>
                </a:cubicBezTo>
                <a:close/>
                <a:moveTo>
                  <a:pt x="2114233" y="562285"/>
                </a:moveTo>
                <a:lnTo>
                  <a:pt x="2121925" y="562285"/>
                </a:lnTo>
                <a:cubicBezTo>
                  <a:pt x="2122329" y="562285"/>
                  <a:pt x="2122734" y="562285"/>
                  <a:pt x="2123139" y="562690"/>
                </a:cubicBezTo>
                <a:lnTo>
                  <a:pt x="2127187" y="569572"/>
                </a:lnTo>
                <a:cubicBezTo>
                  <a:pt x="2127592" y="569976"/>
                  <a:pt x="2127592" y="570381"/>
                  <a:pt x="2127187" y="570786"/>
                </a:cubicBezTo>
                <a:lnTo>
                  <a:pt x="2123139" y="577668"/>
                </a:lnTo>
                <a:cubicBezTo>
                  <a:pt x="2123139" y="578073"/>
                  <a:pt x="2122734" y="578478"/>
                  <a:pt x="2121925" y="578073"/>
                </a:cubicBezTo>
                <a:lnTo>
                  <a:pt x="2114233" y="578073"/>
                </a:lnTo>
                <a:cubicBezTo>
                  <a:pt x="2113828" y="578073"/>
                  <a:pt x="2113424" y="578073"/>
                  <a:pt x="2113019" y="577668"/>
                </a:cubicBezTo>
                <a:lnTo>
                  <a:pt x="2108971" y="570786"/>
                </a:lnTo>
                <a:cubicBezTo>
                  <a:pt x="2108566" y="570381"/>
                  <a:pt x="2108566" y="569976"/>
                  <a:pt x="2108971" y="569572"/>
                </a:cubicBezTo>
                <a:lnTo>
                  <a:pt x="2113019" y="562690"/>
                </a:lnTo>
                <a:cubicBezTo>
                  <a:pt x="2113424" y="562690"/>
                  <a:pt x="2113828" y="562285"/>
                  <a:pt x="2114233" y="562285"/>
                </a:cubicBezTo>
                <a:close/>
                <a:moveTo>
                  <a:pt x="2073752" y="562285"/>
                </a:moveTo>
                <a:lnTo>
                  <a:pt x="2081444" y="562285"/>
                </a:lnTo>
                <a:cubicBezTo>
                  <a:pt x="2081848" y="562285"/>
                  <a:pt x="2082253" y="562285"/>
                  <a:pt x="2082658" y="562690"/>
                </a:cubicBezTo>
                <a:lnTo>
                  <a:pt x="2086706" y="569572"/>
                </a:lnTo>
                <a:cubicBezTo>
                  <a:pt x="2087111" y="569976"/>
                  <a:pt x="2087111" y="570381"/>
                  <a:pt x="2086706" y="570786"/>
                </a:cubicBezTo>
                <a:lnTo>
                  <a:pt x="2082658" y="577668"/>
                </a:lnTo>
                <a:cubicBezTo>
                  <a:pt x="2082658" y="578073"/>
                  <a:pt x="2082253" y="578478"/>
                  <a:pt x="2081444" y="578073"/>
                </a:cubicBezTo>
                <a:lnTo>
                  <a:pt x="2073752" y="578073"/>
                </a:lnTo>
                <a:cubicBezTo>
                  <a:pt x="2073347" y="578073"/>
                  <a:pt x="2072943" y="578073"/>
                  <a:pt x="2072538" y="577668"/>
                </a:cubicBezTo>
                <a:lnTo>
                  <a:pt x="2068490" y="570786"/>
                </a:lnTo>
                <a:cubicBezTo>
                  <a:pt x="2068085" y="570381"/>
                  <a:pt x="2068085" y="569976"/>
                  <a:pt x="2068490" y="569572"/>
                </a:cubicBezTo>
                <a:lnTo>
                  <a:pt x="2072538" y="562690"/>
                </a:lnTo>
                <a:cubicBezTo>
                  <a:pt x="2072943" y="562690"/>
                  <a:pt x="2073347" y="562285"/>
                  <a:pt x="2073752" y="562285"/>
                </a:cubicBezTo>
                <a:close/>
                <a:moveTo>
                  <a:pt x="2033271" y="562285"/>
                </a:moveTo>
                <a:lnTo>
                  <a:pt x="2040963" y="562285"/>
                </a:lnTo>
                <a:cubicBezTo>
                  <a:pt x="2041367" y="562285"/>
                  <a:pt x="2041772" y="562285"/>
                  <a:pt x="2042177" y="562690"/>
                </a:cubicBezTo>
                <a:lnTo>
                  <a:pt x="2046225" y="569572"/>
                </a:lnTo>
                <a:cubicBezTo>
                  <a:pt x="2046630" y="569976"/>
                  <a:pt x="2046630" y="570381"/>
                  <a:pt x="2046225" y="570786"/>
                </a:cubicBezTo>
                <a:lnTo>
                  <a:pt x="2042177" y="577668"/>
                </a:lnTo>
                <a:cubicBezTo>
                  <a:pt x="2042177" y="578073"/>
                  <a:pt x="2041772" y="578478"/>
                  <a:pt x="2040963" y="578073"/>
                </a:cubicBezTo>
                <a:lnTo>
                  <a:pt x="2033271" y="578073"/>
                </a:lnTo>
                <a:cubicBezTo>
                  <a:pt x="2032866" y="578073"/>
                  <a:pt x="2032462" y="578073"/>
                  <a:pt x="2032057" y="577668"/>
                </a:cubicBezTo>
                <a:lnTo>
                  <a:pt x="2028009" y="570786"/>
                </a:lnTo>
                <a:cubicBezTo>
                  <a:pt x="2027604" y="570381"/>
                  <a:pt x="2027604" y="569976"/>
                  <a:pt x="2028009" y="569572"/>
                </a:cubicBezTo>
                <a:lnTo>
                  <a:pt x="2032057" y="562690"/>
                </a:lnTo>
                <a:cubicBezTo>
                  <a:pt x="2032462" y="562690"/>
                  <a:pt x="2032866" y="562285"/>
                  <a:pt x="2033271" y="562285"/>
                </a:cubicBezTo>
                <a:close/>
                <a:moveTo>
                  <a:pt x="1911827" y="562285"/>
                </a:moveTo>
                <a:lnTo>
                  <a:pt x="1919923" y="562285"/>
                </a:lnTo>
                <a:cubicBezTo>
                  <a:pt x="1920328" y="562285"/>
                  <a:pt x="1920733" y="562285"/>
                  <a:pt x="1921138" y="562690"/>
                </a:cubicBezTo>
                <a:lnTo>
                  <a:pt x="1925186" y="569976"/>
                </a:lnTo>
                <a:cubicBezTo>
                  <a:pt x="1925591" y="570381"/>
                  <a:pt x="1925591" y="570786"/>
                  <a:pt x="1925186" y="571191"/>
                </a:cubicBezTo>
                <a:lnTo>
                  <a:pt x="1921138" y="578478"/>
                </a:lnTo>
                <a:cubicBezTo>
                  <a:pt x="1920733" y="578478"/>
                  <a:pt x="1920328" y="578882"/>
                  <a:pt x="1920328" y="578882"/>
                </a:cubicBezTo>
                <a:lnTo>
                  <a:pt x="1911827" y="578882"/>
                </a:lnTo>
                <a:cubicBezTo>
                  <a:pt x="1911422" y="578882"/>
                  <a:pt x="1911018" y="578882"/>
                  <a:pt x="1910613" y="578478"/>
                </a:cubicBezTo>
                <a:lnTo>
                  <a:pt x="1906565" y="571191"/>
                </a:lnTo>
                <a:cubicBezTo>
                  <a:pt x="1906160" y="570786"/>
                  <a:pt x="1906160" y="570381"/>
                  <a:pt x="1906565" y="569976"/>
                </a:cubicBezTo>
                <a:lnTo>
                  <a:pt x="1910613" y="562690"/>
                </a:lnTo>
                <a:cubicBezTo>
                  <a:pt x="1911018" y="562690"/>
                  <a:pt x="1911422" y="562285"/>
                  <a:pt x="1911827" y="562285"/>
                </a:cubicBezTo>
                <a:close/>
                <a:moveTo>
                  <a:pt x="3287785" y="561880"/>
                </a:moveTo>
                <a:lnTo>
                  <a:pt x="3296691" y="561880"/>
                </a:lnTo>
                <a:cubicBezTo>
                  <a:pt x="3297095" y="561880"/>
                  <a:pt x="3297500" y="561880"/>
                  <a:pt x="3297905" y="562285"/>
                </a:cubicBezTo>
                <a:lnTo>
                  <a:pt x="3302358" y="569976"/>
                </a:lnTo>
                <a:cubicBezTo>
                  <a:pt x="3302763" y="570381"/>
                  <a:pt x="3302763" y="570786"/>
                  <a:pt x="3302358" y="571191"/>
                </a:cubicBezTo>
                <a:lnTo>
                  <a:pt x="3297905" y="578882"/>
                </a:lnTo>
                <a:cubicBezTo>
                  <a:pt x="3297500" y="579287"/>
                  <a:pt x="3297095" y="579287"/>
                  <a:pt x="3296691" y="579287"/>
                </a:cubicBezTo>
                <a:lnTo>
                  <a:pt x="3287785" y="579287"/>
                </a:lnTo>
                <a:cubicBezTo>
                  <a:pt x="3287380" y="579287"/>
                  <a:pt x="3286975" y="579287"/>
                  <a:pt x="3286570" y="578882"/>
                </a:cubicBezTo>
                <a:lnTo>
                  <a:pt x="3282118" y="571191"/>
                </a:lnTo>
                <a:cubicBezTo>
                  <a:pt x="3281713" y="570786"/>
                  <a:pt x="3281713" y="570381"/>
                  <a:pt x="3282118" y="569976"/>
                </a:cubicBezTo>
                <a:lnTo>
                  <a:pt x="3286570" y="562285"/>
                </a:lnTo>
                <a:cubicBezTo>
                  <a:pt x="3286975" y="562285"/>
                  <a:pt x="3287380" y="561880"/>
                  <a:pt x="3287785" y="561880"/>
                </a:cubicBezTo>
                <a:close/>
                <a:moveTo>
                  <a:pt x="3206822" y="561880"/>
                </a:moveTo>
                <a:lnTo>
                  <a:pt x="3215323" y="561880"/>
                </a:lnTo>
                <a:cubicBezTo>
                  <a:pt x="3215728" y="561880"/>
                  <a:pt x="3216133" y="561880"/>
                  <a:pt x="3216537" y="562285"/>
                </a:cubicBezTo>
                <a:lnTo>
                  <a:pt x="3220586" y="569571"/>
                </a:lnTo>
                <a:cubicBezTo>
                  <a:pt x="3220991" y="569976"/>
                  <a:pt x="3220991" y="570381"/>
                  <a:pt x="3220586" y="570786"/>
                </a:cubicBezTo>
                <a:lnTo>
                  <a:pt x="3216537" y="578073"/>
                </a:lnTo>
                <a:cubicBezTo>
                  <a:pt x="3216133" y="578477"/>
                  <a:pt x="3215728" y="578882"/>
                  <a:pt x="3215323" y="578882"/>
                </a:cubicBezTo>
                <a:lnTo>
                  <a:pt x="3206822" y="578882"/>
                </a:lnTo>
                <a:cubicBezTo>
                  <a:pt x="3206417" y="578882"/>
                  <a:pt x="3206012" y="578477"/>
                  <a:pt x="3205608" y="578073"/>
                </a:cubicBezTo>
                <a:lnTo>
                  <a:pt x="3201560" y="570786"/>
                </a:lnTo>
                <a:cubicBezTo>
                  <a:pt x="3201155" y="570381"/>
                  <a:pt x="3201155" y="569976"/>
                  <a:pt x="3201560" y="569571"/>
                </a:cubicBezTo>
                <a:lnTo>
                  <a:pt x="3205608" y="562285"/>
                </a:lnTo>
                <a:cubicBezTo>
                  <a:pt x="3206012" y="562285"/>
                  <a:pt x="3206417" y="561880"/>
                  <a:pt x="3206822" y="561880"/>
                </a:cubicBezTo>
                <a:close/>
                <a:moveTo>
                  <a:pt x="3166341" y="561880"/>
                </a:moveTo>
                <a:lnTo>
                  <a:pt x="3174842" y="561880"/>
                </a:lnTo>
                <a:cubicBezTo>
                  <a:pt x="3175247" y="561880"/>
                  <a:pt x="3175652" y="561880"/>
                  <a:pt x="3176056" y="562285"/>
                </a:cubicBezTo>
                <a:lnTo>
                  <a:pt x="3180105" y="569571"/>
                </a:lnTo>
                <a:cubicBezTo>
                  <a:pt x="3180510" y="569976"/>
                  <a:pt x="3180510" y="570381"/>
                  <a:pt x="3180105" y="570786"/>
                </a:cubicBezTo>
                <a:lnTo>
                  <a:pt x="3176056" y="578073"/>
                </a:lnTo>
                <a:cubicBezTo>
                  <a:pt x="3175652" y="578477"/>
                  <a:pt x="3175247" y="578882"/>
                  <a:pt x="3174842" y="578477"/>
                </a:cubicBezTo>
                <a:lnTo>
                  <a:pt x="3166341" y="578477"/>
                </a:lnTo>
                <a:cubicBezTo>
                  <a:pt x="3165936" y="578477"/>
                  <a:pt x="3165531" y="578477"/>
                  <a:pt x="3165127" y="578073"/>
                </a:cubicBezTo>
                <a:lnTo>
                  <a:pt x="3161079" y="570786"/>
                </a:lnTo>
                <a:cubicBezTo>
                  <a:pt x="3160674" y="570381"/>
                  <a:pt x="3160674" y="569976"/>
                  <a:pt x="3161079" y="569571"/>
                </a:cubicBezTo>
                <a:lnTo>
                  <a:pt x="3165127" y="562285"/>
                </a:lnTo>
                <a:cubicBezTo>
                  <a:pt x="3165531" y="562285"/>
                  <a:pt x="3165936" y="561880"/>
                  <a:pt x="3166341" y="561880"/>
                </a:cubicBezTo>
                <a:close/>
                <a:moveTo>
                  <a:pt x="2357121" y="561880"/>
                </a:moveTo>
                <a:lnTo>
                  <a:pt x="2365217" y="561880"/>
                </a:lnTo>
                <a:cubicBezTo>
                  <a:pt x="2365622" y="561880"/>
                  <a:pt x="2366027" y="561880"/>
                  <a:pt x="2366432" y="562285"/>
                </a:cubicBezTo>
                <a:lnTo>
                  <a:pt x="2370480" y="569571"/>
                </a:lnTo>
                <a:cubicBezTo>
                  <a:pt x="2370885" y="569976"/>
                  <a:pt x="2370885" y="570381"/>
                  <a:pt x="2370480" y="570786"/>
                </a:cubicBezTo>
                <a:lnTo>
                  <a:pt x="2366432" y="578073"/>
                </a:lnTo>
                <a:cubicBezTo>
                  <a:pt x="2366027" y="578477"/>
                  <a:pt x="2365622" y="578882"/>
                  <a:pt x="2365217" y="578477"/>
                </a:cubicBezTo>
                <a:lnTo>
                  <a:pt x="2357121" y="578477"/>
                </a:lnTo>
                <a:cubicBezTo>
                  <a:pt x="2356716" y="578477"/>
                  <a:pt x="2356312" y="578477"/>
                  <a:pt x="2355907" y="578073"/>
                </a:cubicBezTo>
                <a:lnTo>
                  <a:pt x="2351859" y="570786"/>
                </a:lnTo>
                <a:cubicBezTo>
                  <a:pt x="2351454" y="570381"/>
                  <a:pt x="2351454" y="569976"/>
                  <a:pt x="2351859" y="569571"/>
                </a:cubicBezTo>
                <a:lnTo>
                  <a:pt x="2355907" y="562285"/>
                </a:lnTo>
                <a:cubicBezTo>
                  <a:pt x="2356312" y="562285"/>
                  <a:pt x="2356716" y="561880"/>
                  <a:pt x="2357121" y="561880"/>
                </a:cubicBezTo>
                <a:close/>
                <a:moveTo>
                  <a:pt x="2235677" y="561880"/>
                </a:moveTo>
                <a:lnTo>
                  <a:pt x="2243773" y="561880"/>
                </a:lnTo>
                <a:cubicBezTo>
                  <a:pt x="2244178" y="561880"/>
                  <a:pt x="2244583" y="561880"/>
                  <a:pt x="2244988" y="562285"/>
                </a:cubicBezTo>
                <a:lnTo>
                  <a:pt x="2249036" y="569571"/>
                </a:lnTo>
                <a:cubicBezTo>
                  <a:pt x="2249441" y="569976"/>
                  <a:pt x="2249441" y="570381"/>
                  <a:pt x="2249036" y="570786"/>
                </a:cubicBezTo>
                <a:lnTo>
                  <a:pt x="2244988" y="578073"/>
                </a:lnTo>
                <a:cubicBezTo>
                  <a:pt x="2244583" y="578477"/>
                  <a:pt x="2244178" y="578882"/>
                  <a:pt x="2243773" y="578477"/>
                </a:cubicBezTo>
                <a:lnTo>
                  <a:pt x="2235677" y="578477"/>
                </a:lnTo>
                <a:cubicBezTo>
                  <a:pt x="2235272" y="578477"/>
                  <a:pt x="2234868" y="578477"/>
                  <a:pt x="2234463" y="578073"/>
                </a:cubicBezTo>
                <a:lnTo>
                  <a:pt x="2230415" y="570786"/>
                </a:lnTo>
                <a:cubicBezTo>
                  <a:pt x="2230010" y="570381"/>
                  <a:pt x="2230010" y="569976"/>
                  <a:pt x="2230415" y="569571"/>
                </a:cubicBezTo>
                <a:lnTo>
                  <a:pt x="2234463" y="562285"/>
                </a:lnTo>
                <a:cubicBezTo>
                  <a:pt x="2234868" y="562285"/>
                  <a:pt x="2235272" y="561880"/>
                  <a:pt x="2235677" y="561880"/>
                </a:cubicBezTo>
                <a:close/>
                <a:moveTo>
                  <a:pt x="1830864" y="561880"/>
                </a:moveTo>
                <a:lnTo>
                  <a:pt x="1838960" y="561880"/>
                </a:lnTo>
                <a:cubicBezTo>
                  <a:pt x="1839365" y="561880"/>
                  <a:pt x="1839770" y="561880"/>
                  <a:pt x="1840175" y="562285"/>
                </a:cubicBezTo>
                <a:lnTo>
                  <a:pt x="1844223" y="569571"/>
                </a:lnTo>
                <a:cubicBezTo>
                  <a:pt x="1844628" y="569976"/>
                  <a:pt x="1844628" y="570381"/>
                  <a:pt x="1844223" y="570786"/>
                </a:cubicBezTo>
                <a:lnTo>
                  <a:pt x="1840175" y="578073"/>
                </a:lnTo>
                <a:cubicBezTo>
                  <a:pt x="1839770" y="578477"/>
                  <a:pt x="1839365" y="578882"/>
                  <a:pt x="1839365" y="578477"/>
                </a:cubicBezTo>
                <a:lnTo>
                  <a:pt x="1830864" y="578477"/>
                </a:lnTo>
                <a:cubicBezTo>
                  <a:pt x="1830459" y="578477"/>
                  <a:pt x="1830055" y="578477"/>
                  <a:pt x="1829650" y="578073"/>
                </a:cubicBezTo>
                <a:lnTo>
                  <a:pt x="1825602" y="570786"/>
                </a:lnTo>
                <a:cubicBezTo>
                  <a:pt x="1825197" y="570381"/>
                  <a:pt x="1825197" y="569976"/>
                  <a:pt x="1825602" y="569571"/>
                </a:cubicBezTo>
                <a:lnTo>
                  <a:pt x="1829650" y="562285"/>
                </a:lnTo>
                <a:cubicBezTo>
                  <a:pt x="1830055" y="562285"/>
                  <a:pt x="1830459" y="561880"/>
                  <a:pt x="1830864" y="561880"/>
                </a:cubicBezTo>
                <a:close/>
                <a:moveTo>
                  <a:pt x="1790383" y="561880"/>
                </a:moveTo>
                <a:lnTo>
                  <a:pt x="1798479" y="561880"/>
                </a:lnTo>
                <a:cubicBezTo>
                  <a:pt x="1798884" y="561880"/>
                  <a:pt x="1799289" y="561880"/>
                  <a:pt x="1799694" y="562285"/>
                </a:cubicBezTo>
                <a:lnTo>
                  <a:pt x="1803742" y="569571"/>
                </a:lnTo>
                <a:cubicBezTo>
                  <a:pt x="1804147" y="569976"/>
                  <a:pt x="1804147" y="570381"/>
                  <a:pt x="1803742" y="570786"/>
                </a:cubicBezTo>
                <a:lnTo>
                  <a:pt x="1799694" y="578073"/>
                </a:lnTo>
                <a:cubicBezTo>
                  <a:pt x="1799289" y="578477"/>
                  <a:pt x="1798884" y="578882"/>
                  <a:pt x="1798884" y="578477"/>
                </a:cubicBezTo>
                <a:lnTo>
                  <a:pt x="1790383" y="578477"/>
                </a:lnTo>
                <a:cubicBezTo>
                  <a:pt x="1789978" y="578477"/>
                  <a:pt x="1789574" y="578477"/>
                  <a:pt x="1789169" y="578073"/>
                </a:cubicBezTo>
                <a:lnTo>
                  <a:pt x="1785121" y="570786"/>
                </a:lnTo>
                <a:cubicBezTo>
                  <a:pt x="1784716" y="570381"/>
                  <a:pt x="1784716" y="569976"/>
                  <a:pt x="1785121" y="569571"/>
                </a:cubicBezTo>
                <a:lnTo>
                  <a:pt x="1789169" y="562285"/>
                </a:lnTo>
                <a:cubicBezTo>
                  <a:pt x="1789574" y="562285"/>
                  <a:pt x="1789978" y="561880"/>
                  <a:pt x="1790383" y="561880"/>
                </a:cubicBezTo>
                <a:close/>
                <a:moveTo>
                  <a:pt x="1749902" y="561880"/>
                </a:moveTo>
                <a:lnTo>
                  <a:pt x="1757998" y="561880"/>
                </a:lnTo>
                <a:cubicBezTo>
                  <a:pt x="1758403" y="561880"/>
                  <a:pt x="1758808" y="561880"/>
                  <a:pt x="1759213" y="562285"/>
                </a:cubicBezTo>
                <a:lnTo>
                  <a:pt x="1763261" y="569571"/>
                </a:lnTo>
                <a:cubicBezTo>
                  <a:pt x="1763666" y="569976"/>
                  <a:pt x="1763666" y="570381"/>
                  <a:pt x="1763261" y="570786"/>
                </a:cubicBezTo>
                <a:lnTo>
                  <a:pt x="1759213" y="578073"/>
                </a:lnTo>
                <a:cubicBezTo>
                  <a:pt x="1758808" y="578477"/>
                  <a:pt x="1758403" y="578882"/>
                  <a:pt x="1757998" y="578477"/>
                </a:cubicBezTo>
                <a:lnTo>
                  <a:pt x="1749902" y="578477"/>
                </a:lnTo>
                <a:cubicBezTo>
                  <a:pt x="1749497" y="578477"/>
                  <a:pt x="1749093" y="578477"/>
                  <a:pt x="1748688" y="578073"/>
                </a:cubicBezTo>
                <a:lnTo>
                  <a:pt x="1744640" y="570786"/>
                </a:lnTo>
                <a:cubicBezTo>
                  <a:pt x="1744235" y="570381"/>
                  <a:pt x="1744235" y="569976"/>
                  <a:pt x="1744640" y="569571"/>
                </a:cubicBezTo>
                <a:lnTo>
                  <a:pt x="1748688" y="562285"/>
                </a:lnTo>
                <a:cubicBezTo>
                  <a:pt x="1749093" y="562285"/>
                  <a:pt x="1749497" y="561880"/>
                  <a:pt x="1749902" y="561880"/>
                </a:cubicBezTo>
                <a:close/>
                <a:moveTo>
                  <a:pt x="3570749" y="561475"/>
                </a:moveTo>
                <a:lnTo>
                  <a:pt x="3580060" y="561475"/>
                </a:lnTo>
                <a:cubicBezTo>
                  <a:pt x="3580464" y="561475"/>
                  <a:pt x="3580869" y="561475"/>
                  <a:pt x="3581274" y="561880"/>
                </a:cubicBezTo>
                <a:lnTo>
                  <a:pt x="3586132" y="569976"/>
                </a:lnTo>
                <a:cubicBezTo>
                  <a:pt x="3586537" y="570381"/>
                  <a:pt x="3586537" y="570786"/>
                  <a:pt x="3586132" y="571190"/>
                </a:cubicBezTo>
                <a:lnTo>
                  <a:pt x="3581274" y="579287"/>
                </a:lnTo>
                <a:cubicBezTo>
                  <a:pt x="3581274" y="579692"/>
                  <a:pt x="3580869" y="579692"/>
                  <a:pt x="3580060" y="579692"/>
                </a:cubicBezTo>
                <a:lnTo>
                  <a:pt x="3570749" y="579692"/>
                </a:lnTo>
                <a:cubicBezTo>
                  <a:pt x="3570344" y="579692"/>
                  <a:pt x="3569939" y="579692"/>
                  <a:pt x="3569535" y="579287"/>
                </a:cubicBezTo>
                <a:lnTo>
                  <a:pt x="3564677" y="571190"/>
                </a:lnTo>
                <a:cubicBezTo>
                  <a:pt x="3564272" y="570786"/>
                  <a:pt x="3564272" y="570381"/>
                  <a:pt x="3564677" y="569976"/>
                </a:cubicBezTo>
                <a:lnTo>
                  <a:pt x="3569535" y="561880"/>
                </a:lnTo>
                <a:cubicBezTo>
                  <a:pt x="3569939" y="561880"/>
                  <a:pt x="3570344" y="561475"/>
                  <a:pt x="3570749" y="561475"/>
                </a:cubicBezTo>
                <a:close/>
                <a:moveTo>
                  <a:pt x="3085379" y="561475"/>
                </a:moveTo>
                <a:lnTo>
                  <a:pt x="3094285" y="561475"/>
                </a:lnTo>
                <a:cubicBezTo>
                  <a:pt x="3094689" y="561475"/>
                  <a:pt x="3095094" y="561475"/>
                  <a:pt x="3095499" y="561880"/>
                </a:cubicBezTo>
                <a:lnTo>
                  <a:pt x="3099952" y="569571"/>
                </a:lnTo>
                <a:cubicBezTo>
                  <a:pt x="3100357" y="569976"/>
                  <a:pt x="3100357" y="570381"/>
                  <a:pt x="3099952" y="570786"/>
                </a:cubicBezTo>
                <a:lnTo>
                  <a:pt x="3095499" y="578477"/>
                </a:lnTo>
                <a:cubicBezTo>
                  <a:pt x="3095094" y="578882"/>
                  <a:pt x="3094689" y="579287"/>
                  <a:pt x="3094285" y="578882"/>
                </a:cubicBezTo>
                <a:lnTo>
                  <a:pt x="3085379" y="578882"/>
                </a:lnTo>
                <a:cubicBezTo>
                  <a:pt x="3084974" y="578882"/>
                  <a:pt x="3084569" y="578882"/>
                  <a:pt x="3084164" y="578477"/>
                </a:cubicBezTo>
                <a:lnTo>
                  <a:pt x="3079712" y="570786"/>
                </a:lnTo>
                <a:cubicBezTo>
                  <a:pt x="3079307" y="570381"/>
                  <a:pt x="3079307" y="569976"/>
                  <a:pt x="3079712" y="569571"/>
                </a:cubicBezTo>
                <a:lnTo>
                  <a:pt x="3084164" y="561880"/>
                </a:lnTo>
                <a:cubicBezTo>
                  <a:pt x="3084569" y="561880"/>
                  <a:pt x="3084974" y="561475"/>
                  <a:pt x="3085379" y="561475"/>
                </a:cubicBezTo>
                <a:close/>
                <a:moveTo>
                  <a:pt x="2680161" y="561475"/>
                </a:moveTo>
                <a:lnTo>
                  <a:pt x="2689472" y="561475"/>
                </a:lnTo>
                <a:cubicBezTo>
                  <a:pt x="2689876" y="561475"/>
                  <a:pt x="2690281" y="561475"/>
                  <a:pt x="2690686" y="561880"/>
                </a:cubicBezTo>
                <a:lnTo>
                  <a:pt x="2695544" y="569976"/>
                </a:lnTo>
                <a:cubicBezTo>
                  <a:pt x="2695949" y="570381"/>
                  <a:pt x="2695949" y="570786"/>
                  <a:pt x="2695544" y="571190"/>
                </a:cubicBezTo>
                <a:lnTo>
                  <a:pt x="2690686" y="579287"/>
                </a:lnTo>
                <a:cubicBezTo>
                  <a:pt x="2690686" y="579692"/>
                  <a:pt x="2690281" y="579692"/>
                  <a:pt x="2689472" y="579692"/>
                </a:cubicBezTo>
                <a:lnTo>
                  <a:pt x="2680161" y="579692"/>
                </a:lnTo>
                <a:cubicBezTo>
                  <a:pt x="2679756" y="579692"/>
                  <a:pt x="2679351" y="579692"/>
                  <a:pt x="2678947" y="579287"/>
                </a:cubicBezTo>
                <a:lnTo>
                  <a:pt x="2674089" y="571190"/>
                </a:lnTo>
                <a:cubicBezTo>
                  <a:pt x="2673684" y="570786"/>
                  <a:pt x="2673684" y="570381"/>
                  <a:pt x="2674089" y="569976"/>
                </a:cubicBezTo>
                <a:lnTo>
                  <a:pt x="2678947" y="561880"/>
                </a:lnTo>
                <a:cubicBezTo>
                  <a:pt x="2679351" y="561880"/>
                  <a:pt x="2679756" y="561475"/>
                  <a:pt x="2680161" y="561475"/>
                </a:cubicBezTo>
                <a:close/>
                <a:moveTo>
                  <a:pt x="1952308" y="561475"/>
                </a:moveTo>
                <a:lnTo>
                  <a:pt x="1960404" y="561475"/>
                </a:lnTo>
                <a:cubicBezTo>
                  <a:pt x="1960809" y="561475"/>
                  <a:pt x="1961214" y="561880"/>
                  <a:pt x="1961619" y="562285"/>
                </a:cubicBezTo>
                <a:lnTo>
                  <a:pt x="1965667" y="569571"/>
                </a:lnTo>
                <a:cubicBezTo>
                  <a:pt x="1966072" y="569976"/>
                  <a:pt x="1966072" y="570381"/>
                  <a:pt x="1965667" y="570786"/>
                </a:cubicBezTo>
                <a:lnTo>
                  <a:pt x="1961619" y="578072"/>
                </a:lnTo>
                <a:cubicBezTo>
                  <a:pt x="1961214" y="578477"/>
                  <a:pt x="1960809" y="578882"/>
                  <a:pt x="1960404" y="578477"/>
                </a:cubicBezTo>
                <a:lnTo>
                  <a:pt x="1952308" y="578477"/>
                </a:lnTo>
                <a:cubicBezTo>
                  <a:pt x="1951903" y="578477"/>
                  <a:pt x="1951499" y="578477"/>
                  <a:pt x="1951094" y="578072"/>
                </a:cubicBezTo>
                <a:lnTo>
                  <a:pt x="1947046" y="570786"/>
                </a:lnTo>
                <a:cubicBezTo>
                  <a:pt x="1946641" y="570381"/>
                  <a:pt x="1946641" y="569976"/>
                  <a:pt x="1947046" y="569571"/>
                </a:cubicBezTo>
                <a:lnTo>
                  <a:pt x="1951094" y="562285"/>
                </a:lnTo>
                <a:cubicBezTo>
                  <a:pt x="1951499" y="561880"/>
                  <a:pt x="1951903" y="561475"/>
                  <a:pt x="1952308" y="561475"/>
                </a:cubicBezTo>
                <a:close/>
                <a:moveTo>
                  <a:pt x="3529863" y="561070"/>
                </a:moveTo>
                <a:lnTo>
                  <a:pt x="3539983" y="561070"/>
                </a:lnTo>
                <a:cubicBezTo>
                  <a:pt x="3540388" y="561070"/>
                  <a:pt x="3540793" y="561070"/>
                  <a:pt x="3541198" y="561475"/>
                </a:cubicBezTo>
                <a:lnTo>
                  <a:pt x="3546055" y="569976"/>
                </a:lnTo>
                <a:cubicBezTo>
                  <a:pt x="3546460" y="570381"/>
                  <a:pt x="3546460" y="570786"/>
                  <a:pt x="3546055" y="571190"/>
                </a:cubicBezTo>
                <a:lnTo>
                  <a:pt x="3541198" y="579691"/>
                </a:lnTo>
                <a:cubicBezTo>
                  <a:pt x="3540793" y="580096"/>
                  <a:pt x="3540388" y="580096"/>
                  <a:pt x="3539983" y="580096"/>
                </a:cubicBezTo>
                <a:lnTo>
                  <a:pt x="3529863" y="580096"/>
                </a:lnTo>
                <a:cubicBezTo>
                  <a:pt x="3529458" y="580096"/>
                  <a:pt x="3529053" y="580096"/>
                  <a:pt x="3528649" y="579691"/>
                </a:cubicBezTo>
                <a:lnTo>
                  <a:pt x="3523791" y="571190"/>
                </a:lnTo>
                <a:cubicBezTo>
                  <a:pt x="3523386" y="570786"/>
                  <a:pt x="3523386" y="570381"/>
                  <a:pt x="3523791" y="569976"/>
                </a:cubicBezTo>
                <a:lnTo>
                  <a:pt x="3528649" y="561475"/>
                </a:lnTo>
                <a:cubicBezTo>
                  <a:pt x="3529053" y="561475"/>
                  <a:pt x="3529458" y="561070"/>
                  <a:pt x="3529863" y="561070"/>
                </a:cubicBezTo>
                <a:close/>
                <a:moveTo>
                  <a:pt x="3327456" y="559856"/>
                </a:moveTo>
                <a:lnTo>
                  <a:pt x="3337981" y="559856"/>
                </a:lnTo>
                <a:cubicBezTo>
                  <a:pt x="3338387" y="559856"/>
                  <a:pt x="3338791" y="559856"/>
                  <a:pt x="3339196" y="560261"/>
                </a:cubicBezTo>
                <a:lnTo>
                  <a:pt x="3344459" y="569571"/>
                </a:lnTo>
                <a:cubicBezTo>
                  <a:pt x="3344864" y="569976"/>
                  <a:pt x="3344864" y="570381"/>
                  <a:pt x="3344459" y="570786"/>
                </a:cubicBezTo>
                <a:lnTo>
                  <a:pt x="3339196" y="580097"/>
                </a:lnTo>
                <a:cubicBezTo>
                  <a:pt x="3338791" y="580501"/>
                  <a:pt x="3338387" y="580906"/>
                  <a:pt x="3337981" y="580501"/>
                </a:cubicBezTo>
                <a:lnTo>
                  <a:pt x="3327456" y="580501"/>
                </a:lnTo>
                <a:cubicBezTo>
                  <a:pt x="3327052" y="580501"/>
                  <a:pt x="3326647" y="580501"/>
                  <a:pt x="3326242" y="580097"/>
                </a:cubicBezTo>
                <a:lnTo>
                  <a:pt x="3320980" y="570786"/>
                </a:lnTo>
                <a:cubicBezTo>
                  <a:pt x="3320575" y="570381"/>
                  <a:pt x="3320575" y="569976"/>
                  <a:pt x="3320980" y="569571"/>
                </a:cubicBezTo>
                <a:lnTo>
                  <a:pt x="3326242" y="560261"/>
                </a:lnTo>
                <a:cubicBezTo>
                  <a:pt x="3326647" y="560261"/>
                  <a:pt x="3327052" y="559856"/>
                  <a:pt x="3327456" y="559856"/>
                </a:cubicBezTo>
                <a:close/>
                <a:moveTo>
                  <a:pt x="1020025" y="559856"/>
                </a:moveTo>
                <a:lnTo>
                  <a:pt x="1030145" y="559856"/>
                </a:lnTo>
                <a:cubicBezTo>
                  <a:pt x="1030550" y="559856"/>
                  <a:pt x="1030954" y="560261"/>
                  <a:pt x="1031359" y="560666"/>
                </a:cubicBezTo>
                <a:lnTo>
                  <a:pt x="1036622" y="569571"/>
                </a:lnTo>
                <a:cubicBezTo>
                  <a:pt x="1037027" y="569976"/>
                  <a:pt x="1037027" y="570381"/>
                  <a:pt x="1036622" y="570786"/>
                </a:cubicBezTo>
                <a:lnTo>
                  <a:pt x="1031359" y="579692"/>
                </a:lnTo>
                <a:cubicBezTo>
                  <a:pt x="1031359" y="580097"/>
                  <a:pt x="1030954" y="580501"/>
                  <a:pt x="1030145" y="580501"/>
                </a:cubicBezTo>
                <a:lnTo>
                  <a:pt x="1020025" y="580501"/>
                </a:lnTo>
                <a:cubicBezTo>
                  <a:pt x="1019620" y="580501"/>
                  <a:pt x="1019215" y="580097"/>
                  <a:pt x="1018810" y="579692"/>
                </a:cubicBezTo>
                <a:lnTo>
                  <a:pt x="1013548" y="570786"/>
                </a:lnTo>
                <a:cubicBezTo>
                  <a:pt x="1013143" y="570381"/>
                  <a:pt x="1013143" y="569976"/>
                  <a:pt x="1013548" y="569571"/>
                </a:cubicBezTo>
                <a:lnTo>
                  <a:pt x="1018810" y="560666"/>
                </a:lnTo>
                <a:cubicBezTo>
                  <a:pt x="1019215" y="560261"/>
                  <a:pt x="1019620" y="559856"/>
                  <a:pt x="1020025" y="559856"/>
                </a:cubicBezTo>
                <a:close/>
                <a:moveTo>
                  <a:pt x="1302584" y="559451"/>
                </a:moveTo>
                <a:lnTo>
                  <a:pt x="1314324" y="559451"/>
                </a:lnTo>
                <a:cubicBezTo>
                  <a:pt x="1314729" y="559451"/>
                  <a:pt x="1315133" y="559451"/>
                  <a:pt x="1315538" y="559856"/>
                </a:cubicBezTo>
                <a:lnTo>
                  <a:pt x="1321611" y="569976"/>
                </a:lnTo>
                <a:cubicBezTo>
                  <a:pt x="1322015" y="570381"/>
                  <a:pt x="1322015" y="570786"/>
                  <a:pt x="1321611" y="571191"/>
                </a:cubicBezTo>
                <a:lnTo>
                  <a:pt x="1315538" y="581311"/>
                </a:lnTo>
                <a:cubicBezTo>
                  <a:pt x="1315538" y="581716"/>
                  <a:pt x="1315133" y="581716"/>
                  <a:pt x="1314324" y="581716"/>
                </a:cubicBezTo>
                <a:lnTo>
                  <a:pt x="1302584" y="581716"/>
                </a:lnTo>
                <a:cubicBezTo>
                  <a:pt x="1302179" y="581716"/>
                  <a:pt x="1301775" y="581716"/>
                  <a:pt x="1301370" y="581311"/>
                </a:cubicBezTo>
                <a:lnTo>
                  <a:pt x="1295298" y="571191"/>
                </a:lnTo>
                <a:cubicBezTo>
                  <a:pt x="1294893" y="570786"/>
                  <a:pt x="1294893" y="570381"/>
                  <a:pt x="1295298" y="569976"/>
                </a:cubicBezTo>
                <a:lnTo>
                  <a:pt x="1301370" y="559856"/>
                </a:lnTo>
                <a:cubicBezTo>
                  <a:pt x="1301775" y="559856"/>
                  <a:pt x="1302179" y="559451"/>
                  <a:pt x="1302584" y="559451"/>
                </a:cubicBezTo>
                <a:close/>
                <a:moveTo>
                  <a:pt x="3488572" y="559046"/>
                </a:moveTo>
                <a:lnTo>
                  <a:pt x="3500311" y="559046"/>
                </a:lnTo>
                <a:cubicBezTo>
                  <a:pt x="3500716" y="559046"/>
                  <a:pt x="3501121" y="559046"/>
                  <a:pt x="3501525" y="559451"/>
                </a:cubicBezTo>
                <a:lnTo>
                  <a:pt x="3507193" y="569571"/>
                </a:lnTo>
                <a:cubicBezTo>
                  <a:pt x="3507598" y="569976"/>
                  <a:pt x="3507598" y="570381"/>
                  <a:pt x="3507193" y="570786"/>
                </a:cubicBezTo>
                <a:lnTo>
                  <a:pt x="3501525" y="580906"/>
                </a:lnTo>
                <a:cubicBezTo>
                  <a:pt x="3501121" y="581311"/>
                  <a:pt x="3500716" y="581716"/>
                  <a:pt x="3500311" y="581311"/>
                </a:cubicBezTo>
                <a:lnTo>
                  <a:pt x="3488572" y="581311"/>
                </a:lnTo>
                <a:cubicBezTo>
                  <a:pt x="3488167" y="581311"/>
                  <a:pt x="3487762" y="581311"/>
                  <a:pt x="3487357" y="580906"/>
                </a:cubicBezTo>
                <a:lnTo>
                  <a:pt x="3481690" y="570786"/>
                </a:lnTo>
                <a:cubicBezTo>
                  <a:pt x="3481285" y="570381"/>
                  <a:pt x="3481285" y="569976"/>
                  <a:pt x="3481690" y="569571"/>
                </a:cubicBezTo>
                <a:lnTo>
                  <a:pt x="3487357" y="559451"/>
                </a:lnTo>
                <a:cubicBezTo>
                  <a:pt x="3487762" y="559451"/>
                  <a:pt x="3488167" y="559046"/>
                  <a:pt x="3488572" y="559046"/>
                </a:cubicBezTo>
                <a:close/>
                <a:moveTo>
                  <a:pt x="3367533" y="559046"/>
                </a:moveTo>
                <a:lnTo>
                  <a:pt x="3378867" y="559046"/>
                </a:lnTo>
                <a:cubicBezTo>
                  <a:pt x="3379272" y="559046"/>
                  <a:pt x="3379677" y="559046"/>
                  <a:pt x="3380082" y="559451"/>
                </a:cubicBezTo>
                <a:lnTo>
                  <a:pt x="3385749" y="569571"/>
                </a:lnTo>
                <a:cubicBezTo>
                  <a:pt x="3386154" y="569976"/>
                  <a:pt x="3386154" y="570381"/>
                  <a:pt x="3385749" y="570786"/>
                </a:cubicBezTo>
                <a:lnTo>
                  <a:pt x="3380082" y="580906"/>
                </a:lnTo>
                <a:cubicBezTo>
                  <a:pt x="3379677" y="581311"/>
                  <a:pt x="3379272" y="581716"/>
                  <a:pt x="3378867" y="581311"/>
                </a:cubicBezTo>
                <a:lnTo>
                  <a:pt x="3367533" y="581311"/>
                </a:lnTo>
                <a:cubicBezTo>
                  <a:pt x="3367128" y="581311"/>
                  <a:pt x="3366723" y="581311"/>
                  <a:pt x="3366318" y="580906"/>
                </a:cubicBezTo>
                <a:lnTo>
                  <a:pt x="3360651" y="570786"/>
                </a:lnTo>
                <a:cubicBezTo>
                  <a:pt x="3360246" y="570381"/>
                  <a:pt x="3360246" y="569976"/>
                  <a:pt x="3360651" y="569571"/>
                </a:cubicBezTo>
                <a:lnTo>
                  <a:pt x="3366318" y="559451"/>
                </a:lnTo>
                <a:cubicBezTo>
                  <a:pt x="3366723" y="559451"/>
                  <a:pt x="3367128" y="559046"/>
                  <a:pt x="3367533" y="559046"/>
                </a:cubicBezTo>
                <a:close/>
                <a:moveTo>
                  <a:pt x="1059292" y="558641"/>
                </a:moveTo>
                <a:lnTo>
                  <a:pt x="1071436" y="558641"/>
                </a:lnTo>
                <a:cubicBezTo>
                  <a:pt x="1071841" y="558641"/>
                  <a:pt x="1072246" y="558641"/>
                  <a:pt x="1072651" y="559046"/>
                </a:cubicBezTo>
                <a:lnTo>
                  <a:pt x="1078723" y="569571"/>
                </a:lnTo>
                <a:cubicBezTo>
                  <a:pt x="1079128" y="569976"/>
                  <a:pt x="1079128" y="570381"/>
                  <a:pt x="1078723" y="570785"/>
                </a:cubicBezTo>
                <a:lnTo>
                  <a:pt x="1072651" y="581310"/>
                </a:lnTo>
                <a:cubicBezTo>
                  <a:pt x="1072651" y="581715"/>
                  <a:pt x="1072246" y="582120"/>
                  <a:pt x="1071436" y="581715"/>
                </a:cubicBezTo>
                <a:lnTo>
                  <a:pt x="1059292" y="581715"/>
                </a:lnTo>
                <a:cubicBezTo>
                  <a:pt x="1058887" y="581715"/>
                  <a:pt x="1058483" y="581715"/>
                  <a:pt x="1058078" y="581310"/>
                </a:cubicBezTo>
                <a:lnTo>
                  <a:pt x="1052006" y="570785"/>
                </a:lnTo>
                <a:cubicBezTo>
                  <a:pt x="1051601" y="570381"/>
                  <a:pt x="1051601" y="569976"/>
                  <a:pt x="1052006" y="569571"/>
                </a:cubicBezTo>
                <a:lnTo>
                  <a:pt x="1058078" y="559046"/>
                </a:lnTo>
                <a:cubicBezTo>
                  <a:pt x="1058483" y="559046"/>
                  <a:pt x="1058887" y="558641"/>
                  <a:pt x="1059292" y="558641"/>
                </a:cubicBezTo>
                <a:close/>
                <a:moveTo>
                  <a:pt x="3407204" y="558236"/>
                </a:moveTo>
                <a:lnTo>
                  <a:pt x="3419753" y="558236"/>
                </a:lnTo>
                <a:cubicBezTo>
                  <a:pt x="3420158" y="558236"/>
                  <a:pt x="3420563" y="558641"/>
                  <a:pt x="3420967" y="559046"/>
                </a:cubicBezTo>
                <a:lnTo>
                  <a:pt x="3427445" y="569976"/>
                </a:lnTo>
                <a:cubicBezTo>
                  <a:pt x="3427849" y="570380"/>
                  <a:pt x="3427849" y="570785"/>
                  <a:pt x="3427445" y="571190"/>
                </a:cubicBezTo>
                <a:lnTo>
                  <a:pt x="3420967" y="582120"/>
                </a:lnTo>
                <a:cubicBezTo>
                  <a:pt x="3420967" y="582525"/>
                  <a:pt x="3420563" y="582525"/>
                  <a:pt x="3419753" y="582525"/>
                </a:cubicBezTo>
                <a:lnTo>
                  <a:pt x="3407204" y="582525"/>
                </a:lnTo>
                <a:cubicBezTo>
                  <a:pt x="3406799" y="582525"/>
                  <a:pt x="3406394" y="582525"/>
                  <a:pt x="3405989" y="582120"/>
                </a:cubicBezTo>
                <a:lnTo>
                  <a:pt x="3399513" y="571190"/>
                </a:lnTo>
                <a:cubicBezTo>
                  <a:pt x="3399108" y="570785"/>
                  <a:pt x="3399108" y="570380"/>
                  <a:pt x="3399513" y="569976"/>
                </a:cubicBezTo>
                <a:lnTo>
                  <a:pt x="3405989" y="559046"/>
                </a:lnTo>
                <a:cubicBezTo>
                  <a:pt x="3406394" y="558641"/>
                  <a:pt x="3406799" y="558236"/>
                  <a:pt x="3407204" y="558236"/>
                </a:cubicBezTo>
                <a:close/>
                <a:moveTo>
                  <a:pt x="1261698" y="558236"/>
                </a:moveTo>
                <a:lnTo>
                  <a:pt x="1274247" y="558236"/>
                </a:lnTo>
                <a:cubicBezTo>
                  <a:pt x="1274652" y="558236"/>
                  <a:pt x="1275057" y="558236"/>
                  <a:pt x="1275462" y="558641"/>
                </a:cubicBezTo>
                <a:lnTo>
                  <a:pt x="1281534" y="569571"/>
                </a:lnTo>
                <a:cubicBezTo>
                  <a:pt x="1281939" y="569976"/>
                  <a:pt x="1281939" y="570380"/>
                  <a:pt x="1281534" y="570785"/>
                </a:cubicBezTo>
                <a:lnTo>
                  <a:pt x="1275462" y="581715"/>
                </a:lnTo>
                <a:cubicBezTo>
                  <a:pt x="1275462" y="582120"/>
                  <a:pt x="1275057" y="582525"/>
                  <a:pt x="1274247" y="582120"/>
                </a:cubicBezTo>
                <a:lnTo>
                  <a:pt x="1261698" y="582120"/>
                </a:lnTo>
                <a:cubicBezTo>
                  <a:pt x="1261293" y="582120"/>
                  <a:pt x="1260889" y="582120"/>
                  <a:pt x="1260484" y="581715"/>
                </a:cubicBezTo>
                <a:lnTo>
                  <a:pt x="1254412" y="570785"/>
                </a:lnTo>
                <a:cubicBezTo>
                  <a:pt x="1254007" y="570380"/>
                  <a:pt x="1254007" y="569976"/>
                  <a:pt x="1254412" y="569571"/>
                </a:cubicBezTo>
                <a:lnTo>
                  <a:pt x="1260484" y="558641"/>
                </a:lnTo>
                <a:cubicBezTo>
                  <a:pt x="1260889" y="558641"/>
                  <a:pt x="1261293" y="558236"/>
                  <a:pt x="1261698" y="558236"/>
                </a:cubicBezTo>
                <a:close/>
                <a:moveTo>
                  <a:pt x="1180331" y="558236"/>
                </a:moveTo>
                <a:lnTo>
                  <a:pt x="1193690" y="558236"/>
                </a:lnTo>
                <a:cubicBezTo>
                  <a:pt x="1194095" y="558236"/>
                  <a:pt x="1194500" y="558236"/>
                  <a:pt x="1194904" y="558641"/>
                </a:cubicBezTo>
                <a:lnTo>
                  <a:pt x="1201381" y="569976"/>
                </a:lnTo>
                <a:cubicBezTo>
                  <a:pt x="1201786" y="570380"/>
                  <a:pt x="1201786" y="570785"/>
                  <a:pt x="1201381" y="571190"/>
                </a:cubicBezTo>
                <a:lnTo>
                  <a:pt x="1194904" y="582525"/>
                </a:lnTo>
                <a:cubicBezTo>
                  <a:pt x="1194500" y="582930"/>
                  <a:pt x="1194095" y="582930"/>
                  <a:pt x="1193690" y="582930"/>
                </a:cubicBezTo>
                <a:lnTo>
                  <a:pt x="1180331" y="582930"/>
                </a:lnTo>
                <a:cubicBezTo>
                  <a:pt x="1179926" y="582930"/>
                  <a:pt x="1179521" y="582930"/>
                  <a:pt x="1179117" y="582525"/>
                </a:cubicBezTo>
                <a:lnTo>
                  <a:pt x="1172640" y="571190"/>
                </a:lnTo>
                <a:cubicBezTo>
                  <a:pt x="1172235" y="570785"/>
                  <a:pt x="1172235" y="570380"/>
                  <a:pt x="1172640" y="569976"/>
                </a:cubicBezTo>
                <a:lnTo>
                  <a:pt x="1179117" y="558641"/>
                </a:lnTo>
                <a:cubicBezTo>
                  <a:pt x="1179521" y="558641"/>
                  <a:pt x="1179926" y="558236"/>
                  <a:pt x="1180331" y="558236"/>
                </a:cubicBezTo>
                <a:close/>
                <a:moveTo>
                  <a:pt x="1099368" y="558236"/>
                </a:moveTo>
                <a:lnTo>
                  <a:pt x="1112727" y="558236"/>
                </a:lnTo>
                <a:cubicBezTo>
                  <a:pt x="1113132" y="558236"/>
                  <a:pt x="1113537" y="558236"/>
                  <a:pt x="1113941" y="558641"/>
                </a:cubicBezTo>
                <a:lnTo>
                  <a:pt x="1120418" y="569976"/>
                </a:lnTo>
                <a:cubicBezTo>
                  <a:pt x="1120823" y="570380"/>
                  <a:pt x="1120823" y="570785"/>
                  <a:pt x="1120418" y="571190"/>
                </a:cubicBezTo>
                <a:lnTo>
                  <a:pt x="1113941" y="582525"/>
                </a:lnTo>
                <a:cubicBezTo>
                  <a:pt x="1113537" y="582930"/>
                  <a:pt x="1113132" y="582930"/>
                  <a:pt x="1112727" y="582930"/>
                </a:cubicBezTo>
                <a:lnTo>
                  <a:pt x="1099368" y="582930"/>
                </a:lnTo>
                <a:cubicBezTo>
                  <a:pt x="1098963" y="582930"/>
                  <a:pt x="1098558" y="582930"/>
                  <a:pt x="1098154" y="582525"/>
                </a:cubicBezTo>
                <a:lnTo>
                  <a:pt x="1091677" y="571190"/>
                </a:lnTo>
                <a:cubicBezTo>
                  <a:pt x="1091272" y="570785"/>
                  <a:pt x="1091272" y="570380"/>
                  <a:pt x="1091677" y="569976"/>
                </a:cubicBezTo>
                <a:lnTo>
                  <a:pt x="1098154" y="558641"/>
                </a:lnTo>
                <a:cubicBezTo>
                  <a:pt x="1098558" y="558641"/>
                  <a:pt x="1098963" y="558236"/>
                  <a:pt x="1099368" y="558236"/>
                </a:cubicBezTo>
                <a:close/>
                <a:moveTo>
                  <a:pt x="1221217" y="557832"/>
                </a:moveTo>
                <a:lnTo>
                  <a:pt x="1234171" y="557832"/>
                </a:lnTo>
                <a:cubicBezTo>
                  <a:pt x="1234576" y="557832"/>
                  <a:pt x="1234981" y="557832"/>
                  <a:pt x="1235385" y="558237"/>
                </a:cubicBezTo>
                <a:lnTo>
                  <a:pt x="1241863" y="569572"/>
                </a:lnTo>
                <a:cubicBezTo>
                  <a:pt x="1242267" y="569976"/>
                  <a:pt x="1242267" y="570381"/>
                  <a:pt x="1241863" y="570786"/>
                </a:cubicBezTo>
                <a:lnTo>
                  <a:pt x="1235385" y="582121"/>
                </a:lnTo>
                <a:cubicBezTo>
                  <a:pt x="1234981" y="582526"/>
                  <a:pt x="1234576" y="582930"/>
                  <a:pt x="1234171" y="582526"/>
                </a:cubicBezTo>
                <a:lnTo>
                  <a:pt x="1221217" y="582526"/>
                </a:lnTo>
                <a:cubicBezTo>
                  <a:pt x="1220812" y="582526"/>
                  <a:pt x="1220408" y="582526"/>
                  <a:pt x="1220003" y="582121"/>
                </a:cubicBezTo>
                <a:lnTo>
                  <a:pt x="1213526" y="570786"/>
                </a:lnTo>
                <a:cubicBezTo>
                  <a:pt x="1213121" y="570381"/>
                  <a:pt x="1213121" y="569976"/>
                  <a:pt x="1213526" y="569572"/>
                </a:cubicBezTo>
                <a:lnTo>
                  <a:pt x="1220003" y="558237"/>
                </a:lnTo>
                <a:cubicBezTo>
                  <a:pt x="1220408" y="558237"/>
                  <a:pt x="1220812" y="557832"/>
                  <a:pt x="1221217" y="557832"/>
                </a:cubicBezTo>
                <a:close/>
                <a:moveTo>
                  <a:pt x="1139850" y="557427"/>
                </a:moveTo>
                <a:lnTo>
                  <a:pt x="1153209" y="557427"/>
                </a:lnTo>
                <a:cubicBezTo>
                  <a:pt x="1153614" y="557427"/>
                  <a:pt x="1154018" y="557427"/>
                  <a:pt x="1154423" y="557832"/>
                </a:cubicBezTo>
                <a:lnTo>
                  <a:pt x="1161305" y="569571"/>
                </a:lnTo>
                <a:cubicBezTo>
                  <a:pt x="1161710" y="569976"/>
                  <a:pt x="1161710" y="570381"/>
                  <a:pt x="1161305" y="570786"/>
                </a:cubicBezTo>
                <a:lnTo>
                  <a:pt x="1154423" y="582525"/>
                </a:lnTo>
                <a:cubicBezTo>
                  <a:pt x="1154423" y="582930"/>
                  <a:pt x="1154018" y="583335"/>
                  <a:pt x="1153209" y="582930"/>
                </a:cubicBezTo>
                <a:lnTo>
                  <a:pt x="1139850" y="582930"/>
                </a:lnTo>
                <a:cubicBezTo>
                  <a:pt x="1139445" y="582930"/>
                  <a:pt x="1139040" y="582930"/>
                  <a:pt x="1138635" y="582525"/>
                </a:cubicBezTo>
                <a:lnTo>
                  <a:pt x="1131754" y="570786"/>
                </a:lnTo>
                <a:cubicBezTo>
                  <a:pt x="1131349" y="570381"/>
                  <a:pt x="1131349" y="569976"/>
                  <a:pt x="1131754" y="569571"/>
                </a:cubicBezTo>
                <a:lnTo>
                  <a:pt x="1138635" y="557832"/>
                </a:lnTo>
                <a:cubicBezTo>
                  <a:pt x="1139040" y="557832"/>
                  <a:pt x="1139445" y="557427"/>
                  <a:pt x="1139850" y="557427"/>
                </a:cubicBezTo>
                <a:close/>
                <a:moveTo>
                  <a:pt x="3446471" y="555808"/>
                </a:moveTo>
                <a:lnTo>
                  <a:pt x="3461449" y="555808"/>
                </a:lnTo>
                <a:cubicBezTo>
                  <a:pt x="3461855" y="555808"/>
                  <a:pt x="3462259" y="556213"/>
                  <a:pt x="3462664" y="556618"/>
                </a:cubicBezTo>
                <a:lnTo>
                  <a:pt x="3469951" y="569572"/>
                </a:lnTo>
                <a:cubicBezTo>
                  <a:pt x="3470356" y="569976"/>
                  <a:pt x="3470356" y="570381"/>
                  <a:pt x="3469951" y="570786"/>
                </a:cubicBezTo>
                <a:lnTo>
                  <a:pt x="3462664" y="583740"/>
                </a:lnTo>
                <a:cubicBezTo>
                  <a:pt x="3462259" y="584145"/>
                  <a:pt x="3461855" y="584550"/>
                  <a:pt x="3461449" y="584145"/>
                </a:cubicBezTo>
                <a:lnTo>
                  <a:pt x="3446471" y="584145"/>
                </a:lnTo>
                <a:cubicBezTo>
                  <a:pt x="3446067" y="584145"/>
                  <a:pt x="3445662" y="584145"/>
                  <a:pt x="3445257" y="583740"/>
                </a:cubicBezTo>
                <a:lnTo>
                  <a:pt x="3437971" y="570786"/>
                </a:lnTo>
                <a:cubicBezTo>
                  <a:pt x="3437566" y="570381"/>
                  <a:pt x="3437566" y="569976"/>
                  <a:pt x="3437971" y="569572"/>
                </a:cubicBezTo>
                <a:lnTo>
                  <a:pt x="3445257" y="556618"/>
                </a:lnTo>
                <a:cubicBezTo>
                  <a:pt x="3445662" y="556213"/>
                  <a:pt x="3446067" y="555808"/>
                  <a:pt x="3446471" y="555808"/>
                </a:cubicBezTo>
                <a:close/>
                <a:moveTo>
                  <a:pt x="4141129" y="527876"/>
                </a:moveTo>
                <a:lnTo>
                  <a:pt x="4143558" y="527876"/>
                </a:lnTo>
                <a:lnTo>
                  <a:pt x="4144773" y="529900"/>
                </a:lnTo>
                <a:lnTo>
                  <a:pt x="4143558" y="531924"/>
                </a:lnTo>
                <a:lnTo>
                  <a:pt x="4141129" y="531924"/>
                </a:lnTo>
                <a:lnTo>
                  <a:pt x="4139915" y="529900"/>
                </a:lnTo>
                <a:close/>
                <a:moveTo>
                  <a:pt x="2602842" y="527876"/>
                </a:moveTo>
                <a:lnTo>
                  <a:pt x="2605270" y="527876"/>
                </a:lnTo>
                <a:lnTo>
                  <a:pt x="2606485" y="529900"/>
                </a:lnTo>
                <a:lnTo>
                  <a:pt x="2605270" y="531924"/>
                </a:lnTo>
                <a:lnTo>
                  <a:pt x="2602842" y="531924"/>
                </a:lnTo>
                <a:lnTo>
                  <a:pt x="2601627" y="529900"/>
                </a:lnTo>
                <a:close/>
                <a:moveTo>
                  <a:pt x="2562361" y="527876"/>
                </a:moveTo>
                <a:lnTo>
                  <a:pt x="2564789" y="527876"/>
                </a:lnTo>
                <a:lnTo>
                  <a:pt x="2566004" y="529900"/>
                </a:lnTo>
                <a:lnTo>
                  <a:pt x="2564789" y="531924"/>
                </a:lnTo>
                <a:lnTo>
                  <a:pt x="2562361" y="531924"/>
                </a:lnTo>
                <a:lnTo>
                  <a:pt x="2561146" y="529900"/>
                </a:lnTo>
                <a:close/>
                <a:moveTo>
                  <a:pt x="1590811" y="527876"/>
                </a:moveTo>
                <a:lnTo>
                  <a:pt x="1593239" y="527876"/>
                </a:lnTo>
                <a:lnTo>
                  <a:pt x="1594454" y="529900"/>
                </a:lnTo>
                <a:lnTo>
                  <a:pt x="1593239" y="531924"/>
                </a:lnTo>
                <a:lnTo>
                  <a:pt x="1590811" y="531924"/>
                </a:lnTo>
                <a:lnTo>
                  <a:pt x="1589596" y="529900"/>
                </a:lnTo>
                <a:close/>
                <a:moveTo>
                  <a:pt x="4100648" y="527471"/>
                </a:moveTo>
                <a:lnTo>
                  <a:pt x="4103482" y="527471"/>
                </a:lnTo>
                <a:lnTo>
                  <a:pt x="4105101" y="529900"/>
                </a:lnTo>
                <a:lnTo>
                  <a:pt x="4103482" y="532329"/>
                </a:lnTo>
                <a:lnTo>
                  <a:pt x="4100648" y="532329"/>
                </a:lnTo>
                <a:lnTo>
                  <a:pt x="4099029" y="529900"/>
                </a:lnTo>
                <a:close/>
                <a:moveTo>
                  <a:pt x="4060166" y="527471"/>
                </a:moveTo>
                <a:lnTo>
                  <a:pt x="4063000" y="527471"/>
                </a:lnTo>
                <a:lnTo>
                  <a:pt x="4064619" y="529900"/>
                </a:lnTo>
                <a:lnTo>
                  <a:pt x="4063000" y="532329"/>
                </a:lnTo>
                <a:lnTo>
                  <a:pt x="4060166" y="532329"/>
                </a:lnTo>
                <a:lnTo>
                  <a:pt x="4058547" y="529900"/>
                </a:lnTo>
                <a:close/>
                <a:moveTo>
                  <a:pt x="4019685" y="527471"/>
                </a:moveTo>
                <a:lnTo>
                  <a:pt x="4022519" y="527471"/>
                </a:lnTo>
                <a:lnTo>
                  <a:pt x="4024138" y="529900"/>
                </a:lnTo>
                <a:lnTo>
                  <a:pt x="4022519" y="532329"/>
                </a:lnTo>
                <a:lnTo>
                  <a:pt x="4019685" y="532329"/>
                </a:lnTo>
                <a:lnTo>
                  <a:pt x="4018066" y="529900"/>
                </a:lnTo>
                <a:close/>
                <a:moveTo>
                  <a:pt x="2967173" y="527471"/>
                </a:moveTo>
                <a:lnTo>
                  <a:pt x="2970007" y="527471"/>
                </a:lnTo>
                <a:lnTo>
                  <a:pt x="2971626" y="529900"/>
                </a:lnTo>
                <a:lnTo>
                  <a:pt x="2970007" y="532329"/>
                </a:lnTo>
                <a:lnTo>
                  <a:pt x="2967173" y="532329"/>
                </a:lnTo>
                <a:lnTo>
                  <a:pt x="2965554" y="529900"/>
                </a:lnTo>
                <a:close/>
                <a:moveTo>
                  <a:pt x="2926691" y="527471"/>
                </a:moveTo>
                <a:lnTo>
                  <a:pt x="2929525" y="527471"/>
                </a:lnTo>
                <a:lnTo>
                  <a:pt x="2931144" y="529900"/>
                </a:lnTo>
                <a:lnTo>
                  <a:pt x="2929525" y="532329"/>
                </a:lnTo>
                <a:lnTo>
                  <a:pt x="2926691" y="532329"/>
                </a:lnTo>
                <a:lnTo>
                  <a:pt x="2925072" y="529900"/>
                </a:lnTo>
                <a:close/>
                <a:moveTo>
                  <a:pt x="2886210" y="527471"/>
                </a:moveTo>
                <a:lnTo>
                  <a:pt x="2889044" y="527471"/>
                </a:lnTo>
                <a:lnTo>
                  <a:pt x="2890663" y="529900"/>
                </a:lnTo>
                <a:lnTo>
                  <a:pt x="2889044" y="532329"/>
                </a:lnTo>
                <a:lnTo>
                  <a:pt x="2886210" y="532329"/>
                </a:lnTo>
                <a:lnTo>
                  <a:pt x="2884591" y="529900"/>
                </a:lnTo>
                <a:close/>
                <a:moveTo>
                  <a:pt x="2845729" y="527471"/>
                </a:moveTo>
                <a:lnTo>
                  <a:pt x="2848563" y="527471"/>
                </a:lnTo>
                <a:lnTo>
                  <a:pt x="2850182" y="529900"/>
                </a:lnTo>
                <a:lnTo>
                  <a:pt x="2848563" y="532329"/>
                </a:lnTo>
                <a:lnTo>
                  <a:pt x="2845729" y="532329"/>
                </a:lnTo>
                <a:lnTo>
                  <a:pt x="2844110" y="529900"/>
                </a:lnTo>
                <a:close/>
                <a:moveTo>
                  <a:pt x="2805248" y="527471"/>
                </a:moveTo>
                <a:lnTo>
                  <a:pt x="2808082" y="527471"/>
                </a:lnTo>
                <a:lnTo>
                  <a:pt x="2809701" y="529900"/>
                </a:lnTo>
                <a:lnTo>
                  <a:pt x="2808082" y="532329"/>
                </a:lnTo>
                <a:lnTo>
                  <a:pt x="2805248" y="532329"/>
                </a:lnTo>
                <a:lnTo>
                  <a:pt x="2803629" y="529900"/>
                </a:lnTo>
                <a:close/>
                <a:moveTo>
                  <a:pt x="2764766" y="527471"/>
                </a:moveTo>
                <a:lnTo>
                  <a:pt x="2767600" y="527471"/>
                </a:lnTo>
                <a:lnTo>
                  <a:pt x="2769219" y="529900"/>
                </a:lnTo>
                <a:lnTo>
                  <a:pt x="2767600" y="532329"/>
                </a:lnTo>
                <a:lnTo>
                  <a:pt x="2764766" y="532329"/>
                </a:lnTo>
                <a:lnTo>
                  <a:pt x="2763147" y="529900"/>
                </a:lnTo>
                <a:close/>
                <a:moveTo>
                  <a:pt x="2642918" y="527471"/>
                </a:moveTo>
                <a:lnTo>
                  <a:pt x="2645752" y="527471"/>
                </a:lnTo>
                <a:lnTo>
                  <a:pt x="2646967" y="529900"/>
                </a:lnTo>
                <a:lnTo>
                  <a:pt x="2645752" y="532329"/>
                </a:lnTo>
                <a:lnTo>
                  <a:pt x="2642918" y="532329"/>
                </a:lnTo>
                <a:lnTo>
                  <a:pt x="2641704" y="529900"/>
                </a:lnTo>
                <a:close/>
                <a:moveTo>
                  <a:pt x="2521474" y="527471"/>
                </a:moveTo>
                <a:lnTo>
                  <a:pt x="2524308" y="527471"/>
                </a:lnTo>
                <a:lnTo>
                  <a:pt x="2525523" y="529900"/>
                </a:lnTo>
                <a:lnTo>
                  <a:pt x="2524308" y="532329"/>
                </a:lnTo>
                <a:lnTo>
                  <a:pt x="2521474" y="532329"/>
                </a:lnTo>
                <a:lnTo>
                  <a:pt x="2520260" y="529900"/>
                </a:lnTo>
                <a:close/>
                <a:moveTo>
                  <a:pt x="1549924" y="527471"/>
                </a:moveTo>
                <a:lnTo>
                  <a:pt x="1552758" y="527471"/>
                </a:lnTo>
                <a:lnTo>
                  <a:pt x="1553973" y="529900"/>
                </a:lnTo>
                <a:lnTo>
                  <a:pt x="1552758" y="532329"/>
                </a:lnTo>
                <a:lnTo>
                  <a:pt x="1549924" y="532329"/>
                </a:lnTo>
                <a:lnTo>
                  <a:pt x="1548710" y="529900"/>
                </a:lnTo>
                <a:close/>
                <a:moveTo>
                  <a:pt x="1509848" y="527471"/>
                </a:moveTo>
                <a:lnTo>
                  <a:pt x="1512682" y="527471"/>
                </a:lnTo>
                <a:lnTo>
                  <a:pt x="1514301" y="529900"/>
                </a:lnTo>
                <a:lnTo>
                  <a:pt x="1512682" y="532329"/>
                </a:lnTo>
                <a:lnTo>
                  <a:pt x="1509848" y="532329"/>
                </a:lnTo>
                <a:lnTo>
                  <a:pt x="1508229" y="529900"/>
                </a:lnTo>
                <a:close/>
                <a:moveTo>
                  <a:pt x="1469367" y="527471"/>
                </a:moveTo>
                <a:lnTo>
                  <a:pt x="1472201" y="527471"/>
                </a:lnTo>
                <a:lnTo>
                  <a:pt x="1473820" y="529900"/>
                </a:lnTo>
                <a:lnTo>
                  <a:pt x="1472201" y="532329"/>
                </a:lnTo>
                <a:lnTo>
                  <a:pt x="1469367" y="532329"/>
                </a:lnTo>
                <a:lnTo>
                  <a:pt x="1467748" y="529900"/>
                </a:lnTo>
                <a:close/>
                <a:moveTo>
                  <a:pt x="1428885" y="527471"/>
                </a:moveTo>
                <a:lnTo>
                  <a:pt x="1431719" y="527471"/>
                </a:lnTo>
                <a:lnTo>
                  <a:pt x="1433338" y="529900"/>
                </a:lnTo>
                <a:lnTo>
                  <a:pt x="1431719" y="532329"/>
                </a:lnTo>
                <a:lnTo>
                  <a:pt x="1428885" y="532329"/>
                </a:lnTo>
                <a:lnTo>
                  <a:pt x="1427266" y="529900"/>
                </a:lnTo>
                <a:close/>
                <a:moveTo>
                  <a:pt x="1388404" y="527471"/>
                </a:moveTo>
                <a:lnTo>
                  <a:pt x="1391238" y="527471"/>
                </a:lnTo>
                <a:lnTo>
                  <a:pt x="1392857" y="529900"/>
                </a:lnTo>
                <a:lnTo>
                  <a:pt x="1391238" y="532329"/>
                </a:lnTo>
                <a:lnTo>
                  <a:pt x="1388404" y="532329"/>
                </a:lnTo>
                <a:lnTo>
                  <a:pt x="1386785" y="529900"/>
                </a:lnTo>
                <a:close/>
                <a:moveTo>
                  <a:pt x="3978799" y="527066"/>
                </a:moveTo>
                <a:lnTo>
                  <a:pt x="3982038" y="527066"/>
                </a:lnTo>
                <a:lnTo>
                  <a:pt x="3983657" y="529900"/>
                </a:lnTo>
                <a:lnTo>
                  <a:pt x="3982038" y="532733"/>
                </a:lnTo>
                <a:lnTo>
                  <a:pt x="3978799" y="532733"/>
                </a:lnTo>
                <a:lnTo>
                  <a:pt x="3977180" y="529900"/>
                </a:lnTo>
                <a:close/>
                <a:moveTo>
                  <a:pt x="3938318" y="527066"/>
                </a:moveTo>
                <a:lnTo>
                  <a:pt x="3941557" y="527066"/>
                </a:lnTo>
                <a:lnTo>
                  <a:pt x="3943176" y="529900"/>
                </a:lnTo>
                <a:lnTo>
                  <a:pt x="3941557" y="532733"/>
                </a:lnTo>
                <a:lnTo>
                  <a:pt x="3938318" y="532733"/>
                </a:lnTo>
                <a:lnTo>
                  <a:pt x="3936699" y="529900"/>
                </a:lnTo>
                <a:close/>
                <a:moveTo>
                  <a:pt x="3897432" y="527066"/>
                </a:moveTo>
                <a:lnTo>
                  <a:pt x="3901076" y="527066"/>
                </a:lnTo>
                <a:lnTo>
                  <a:pt x="3902695" y="529900"/>
                </a:lnTo>
                <a:lnTo>
                  <a:pt x="3901076" y="532733"/>
                </a:lnTo>
                <a:lnTo>
                  <a:pt x="3897432" y="532733"/>
                </a:lnTo>
                <a:lnTo>
                  <a:pt x="3895813" y="529900"/>
                </a:lnTo>
                <a:close/>
                <a:moveTo>
                  <a:pt x="3007249" y="527066"/>
                </a:moveTo>
                <a:lnTo>
                  <a:pt x="3010488" y="527066"/>
                </a:lnTo>
                <a:lnTo>
                  <a:pt x="3012107" y="529900"/>
                </a:lnTo>
                <a:lnTo>
                  <a:pt x="3010488" y="532733"/>
                </a:lnTo>
                <a:lnTo>
                  <a:pt x="3007249" y="532733"/>
                </a:lnTo>
                <a:lnTo>
                  <a:pt x="3005630" y="529900"/>
                </a:lnTo>
                <a:close/>
                <a:moveTo>
                  <a:pt x="2723880" y="527066"/>
                </a:moveTo>
                <a:lnTo>
                  <a:pt x="2727119" y="527066"/>
                </a:lnTo>
                <a:lnTo>
                  <a:pt x="2728738" y="529900"/>
                </a:lnTo>
                <a:lnTo>
                  <a:pt x="2727119" y="532733"/>
                </a:lnTo>
                <a:lnTo>
                  <a:pt x="2723880" y="532733"/>
                </a:lnTo>
                <a:lnTo>
                  <a:pt x="2722261" y="529900"/>
                </a:lnTo>
                <a:close/>
                <a:moveTo>
                  <a:pt x="1347518" y="527066"/>
                </a:moveTo>
                <a:lnTo>
                  <a:pt x="1350757" y="527066"/>
                </a:lnTo>
                <a:lnTo>
                  <a:pt x="1352376" y="529900"/>
                </a:lnTo>
                <a:lnTo>
                  <a:pt x="1350757" y="532733"/>
                </a:lnTo>
                <a:lnTo>
                  <a:pt x="1347518" y="532733"/>
                </a:lnTo>
                <a:lnTo>
                  <a:pt x="1345899" y="529900"/>
                </a:lnTo>
                <a:close/>
                <a:moveTo>
                  <a:pt x="3856951" y="526661"/>
                </a:moveTo>
                <a:lnTo>
                  <a:pt x="3860595" y="526661"/>
                </a:lnTo>
                <a:lnTo>
                  <a:pt x="3862214" y="529900"/>
                </a:lnTo>
                <a:lnTo>
                  <a:pt x="3860595" y="533138"/>
                </a:lnTo>
                <a:lnTo>
                  <a:pt x="3856951" y="533138"/>
                </a:lnTo>
                <a:lnTo>
                  <a:pt x="3855332" y="529900"/>
                </a:lnTo>
                <a:close/>
                <a:moveTo>
                  <a:pt x="3047326" y="526661"/>
                </a:moveTo>
                <a:lnTo>
                  <a:pt x="3050970" y="526661"/>
                </a:lnTo>
                <a:lnTo>
                  <a:pt x="3052589" y="529900"/>
                </a:lnTo>
                <a:lnTo>
                  <a:pt x="3050970" y="533138"/>
                </a:lnTo>
                <a:lnTo>
                  <a:pt x="3047326" y="533138"/>
                </a:lnTo>
                <a:lnTo>
                  <a:pt x="3045707" y="529900"/>
                </a:lnTo>
                <a:close/>
                <a:moveTo>
                  <a:pt x="2359145" y="526256"/>
                </a:moveTo>
                <a:lnTo>
                  <a:pt x="2363193" y="526256"/>
                </a:lnTo>
                <a:lnTo>
                  <a:pt x="2365217" y="529899"/>
                </a:lnTo>
                <a:lnTo>
                  <a:pt x="2363193" y="533543"/>
                </a:lnTo>
                <a:lnTo>
                  <a:pt x="2359145" y="533543"/>
                </a:lnTo>
                <a:lnTo>
                  <a:pt x="2357121" y="529899"/>
                </a:lnTo>
                <a:close/>
                <a:moveTo>
                  <a:pt x="2076180" y="526256"/>
                </a:moveTo>
                <a:lnTo>
                  <a:pt x="2079419" y="526256"/>
                </a:lnTo>
                <a:cubicBezTo>
                  <a:pt x="2079824" y="526256"/>
                  <a:pt x="2080228" y="526256"/>
                  <a:pt x="2080633" y="526661"/>
                </a:cubicBezTo>
                <a:lnTo>
                  <a:pt x="2082252" y="529494"/>
                </a:lnTo>
                <a:cubicBezTo>
                  <a:pt x="2082657" y="529899"/>
                  <a:pt x="2082657" y="530304"/>
                  <a:pt x="2082252" y="530709"/>
                </a:cubicBezTo>
                <a:lnTo>
                  <a:pt x="2080633" y="533543"/>
                </a:lnTo>
                <a:cubicBezTo>
                  <a:pt x="2080228" y="533947"/>
                  <a:pt x="2079824" y="533947"/>
                  <a:pt x="2079419" y="533947"/>
                </a:cubicBezTo>
                <a:lnTo>
                  <a:pt x="2076180" y="533947"/>
                </a:lnTo>
                <a:cubicBezTo>
                  <a:pt x="2075776" y="533947"/>
                  <a:pt x="2075371" y="533947"/>
                  <a:pt x="2074966" y="533543"/>
                </a:cubicBezTo>
                <a:lnTo>
                  <a:pt x="2073347" y="530709"/>
                </a:lnTo>
                <a:cubicBezTo>
                  <a:pt x="2072942" y="530304"/>
                  <a:pt x="2072942" y="529899"/>
                  <a:pt x="2073347" y="529494"/>
                </a:cubicBezTo>
                <a:lnTo>
                  <a:pt x="2074966" y="526661"/>
                </a:lnTo>
                <a:cubicBezTo>
                  <a:pt x="2075371" y="526661"/>
                  <a:pt x="2075776" y="526256"/>
                  <a:pt x="2076180" y="526256"/>
                </a:cubicBezTo>
                <a:close/>
                <a:moveTo>
                  <a:pt x="2034890" y="526256"/>
                </a:moveTo>
                <a:lnTo>
                  <a:pt x="2039343" y="526256"/>
                </a:lnTo>
                <a:lnTo>
                  <a:pt x="2041367" y="529899"/>
                </a:lnTo>
                <a:lnTo>
                  <a:pt x="2039343" y="533543"/>
                </a:lnTo>
                <a:lnTo>
                  <a:pt x="2034890" y="533543"/>
                </a:lnTo>
                <a:lnTo>
                  <a:pt x="2032866" y="529899"/>
                </a:lnTo>
                <a:close/>
                <a:moveTo>
                  <a:pt x="1954332" y="526256"/>
                </a:moveTo>
                <a:lnTo>
                  <a:pt x="1957975" y="526256"/>
                </a:lnTo>
                <a:cubicBezTo>
                  <a:pt x="1958380" y="526256"/>
                  <a:pt x="1958785" y="526256"/>
                  <a:pt x="1959190" y="526661"/>
                </a:cubicBezTo>
                <a:lnTo>
                  <a:pt x="1960809" y="529494"/>
                </a:lnTo>
                <a:cubicBezTo>
                  <a:pt x="1961214" y="529899"/>
                  <a:pt x="1961214" y="530304"/>
                  <a:pt x="1960809" y="530709"/>
                </a:cubicBezTo>
                <a:lnTo>
                  <a:pt x="1959190" y="533543"/>
                </a:lnTo>
                <a:cubicBezTo>
                  <a:pt x="1958785" y="533947"/>
                  <a:pt x="1958380" y="533947"/>
                  <a:pt x="1957975" y="533947"/>
                </a:cubicBezTo>
                <a:lnTo>
                  <a:pt x="1954332" y="533947"/>
                </a:lnTo>
                <a:cubicBezTo>
                  <a:pt x="1953927" y="533947"/>
                  <a:pt x="1953523" y="533947"/>
                  <a:pt x="1953118" y="533543"/>
                </a:cubicBezTo>
                <a:lnTo>
                  <a:pt x="1951499" y="530709"/>
                </a:lnTo>
                <a:cubicBezTo>
                  <a:pt x="1951094" y="530304"/>
                  <a:pt x="1951094" y="529899"/>
                  <a:pt x="1951499" y="529494"/>
                </a:cubicBezTo>
                <a:lnTo>
                  <a:pt x="1953118" y="526661"/>
                </a:lnTo>
                <a:cubicBezTo>
                  <a:pt x="1953523" y="526661"/>
                  <a:pt x="1953927" y="526256"/>
                  <a:pt x="1954332" y="526256"/>
                </a:cubicBezTo>
                <a:close/>
                <a:moveTo>
                  <a:pt x="1873774" y="526256"/>
                </a:moveTo>
                <a:lnTo>
                  <a:pt x="1877013" y="526256"/>
                </a:lnTo>
                <a:cubicBezTo>
                  <a:pt x="1877418" y="526256"/>
                  <a:pt x="1877822" y="526256"/>
                  <a:pt x="1878227" y="526661"/>
                </a:cubicBezTo>
                <a:lnTo>
                  <a:pt x="1879846" y="529494"/>
                </a:lnTo>
                <a:cubicBezTo>
                  <a:pt x="1880251" y="529899"/>
                  <a:pt x="1880251" y="530304"/>
                  <a:pt x="1879846" y="530709"/>
                </a:cubicBezTo>
                <a:lnTo>
                  <a:pt x="1878227" y="533543"/>
                </a:lnTo>
                <a:cubicBezTo>
                  <a:pt x="1877822" y="533947"/>
                  <a:pt x="1877418" y="533947"/>
                  <a:pt x="1877013" y="533947"/>
                </a:cubicBezTo>
                <a:lnTo>
                  <a:pt x="1873774" y="533947"/>
                </a:lnTo>
                <a:cubicBezTo>
                  <a:pt x="1873370" y="533947"/>
                  <a:pt x="1872965" y="533947"/>
                  <a:pt x="1872560" y="533543"/>
                </a:cubicBezTo>
                <a:lnTo>
                  <a:pt x="1870941" y="530709"/>
                </a:lnTo>
                <a:cubicBezTo>
                  <a:pt x="1870536" y="530304"/>
                  <a:pt x="1870536" y="529899"/>
                  <a:pt x="1870941" y="529494"/>
                </a:cubicBezTo>
                <a:lnTo>
                  <a:pt x="1872560" y="526661"/>
                </a:lnTo>
                <a:cubicBezTo>
                  <a:pt x="1872965" y="526661"/>
                  <a:pt x="1873370" y="526256"/>
                  <a:pt x="1873774" y="526256"/>
                </a:cubicBezTo>
                <a:close/>
                <a:moveTo>
                  <a:pt x="3775989" y="525851"/>
                </a:moveTo>
                <a:lnTo>
                  <a:pt x="3780442" y="525851"/>
                </a:lnTo>
                <a:lnTo>
                  <a:pt x="3782870" y="529899"/>
                </a:lnTo>
                <a:lnTo>
                  <a:pt x="3780442" y="533947"/>
                </a:lnTo>
                <a:lnTo>
                  <a:pt x="3775989" y="533947"/>
                </a:lnTo>
                <a:lnTo>
                  <a:pt x="3773560" y="529899"/>
                </a:lnTo>
                <a:close/>
                <a:moveTo>
                  <a:pt x="3735102" y="525851"/>
                </a:moveTo>
                <a:lnTo>
                  <a:pt x="3739150" y="525851"/>
                </a:lnTo>
                <a:cubicBezTo>
                  <a:pt x="3739555" y="525851"/>
                  <a:pt x="3739960" y="525851"/>
                  <a:pt x="3740364" y="526256"/>
                </a:cubicBezTo>
                <a:lnTo>
                  <a:pt x="3742389" y="529494"/>
                </a:lnTo>
                <a:cubicBezTo>
                  <a:pt x="3742793" y="529899"/>
                  <a:pt x="3742793" y="530304"/>
                  <a:pt x="3742389" y="530709"/>
                </a:cubicBezTo>
                <a:lnTo>
                  <a:pt x="3740364" y="533947"/>
                </a:lnTo>
                <a:cubicBezTo>
                  <a:pt x="3740364" y="534352"/>
                  <a:pt x="3739960" y="534352"/>
                  <a:pt x="3739150" y="534352"/>
                </a:cubicBezTo>
                <a:lnTo>
                  <a:pt x="3735102" y="534352"/>
                </a:lnTo>
                <a:cubicBezTo>
                  <a:pt x="3734697" y="534352"/>
                  <a:pt x="3734292" y="534352"/>
                  <a:pt x="3733888" y="533947"/>
                </a:cubicBezTo>
                <a:lnTo>
                  <a:pt x="3731864" y="530709"/>
                </a:lnTo>
                <a:cubicBezTo>
                  <a:pt x="3731459" y="530304"/>
                  <a:pt x="3731459" y="529899"/>
                  <a:pt x="3731864" y="529494"/>
                </a:cubicBezTo>
                <a:lnTo>
                  <a:pt x="3733888" y="526256"/>
                </a:lnTo>
                <a:cubicBezTo>
                  <a:pt x="3734292" y="526256"/>
                  <a:pt x="3734697" y="525851"/>
                  <a:pt x="3735102" y="525851"/>
                </a:cubicBezTo>
                <a:close/>
                <a:moveTo>
                  <a:pt x="1792407" y="525851"/>
                </a:moveTo>
                <a:lnTo>
                  <a:pt x="1796860" y="525851"/>
                </a:lnTo>
                <a:lnTo>
                  <a:pt x="1799289" y="529899"/>
                </a:lnTo>
                <a:lnTo>
                  <a:pt x="1796860" y="533947"/>
                </a:lnTo>
                <a:lnTo>
                  <a:pt x="1792407" y="533947"/>
                </a:lnTo>
                <a:lnTo>
                  <a:pt x="1789978" y="529899"/>
                </a:lnTo>
                <a:close/>
                <a:moveTo>
                  <a:pt x="658932" y="525851"/>
                </a:moveTo>
                <a:lnTo>
                  <a:pt x="662575" y="525851"/>
                </a:lnTo>
                <a:cubicBezTo>
                  <a:pt x="662980" y="525851"/>
                  <a:pt x="663385" y="525851"/>
                  <a:pt x="663790" y="526256"/>
                </a:cubicBezTo>
                <a:lnTo>
                  <a:pt x="665814" y="529494"/>
                </a:lnTo>
                <a:cubicBezTo>
                  <a:pt x="666219" y="529899"/>
                  <a:pt x="666219" y="530304"/>
                  <a:pt x="665814" y="530709"/>
                </a:cubicBezTo>
                <a:lnTo>
                  <a:pt x="663790" y="533947"/>
                </a:lnTo>
                <a:cubicBezTo>
                  <a:pt x="663790" y="534352"/>
                  <a:pt x="663385" y="534352"/>
                  <a:pt x="662575" y="534352"/>
                </a:cubicBezTo>
                <a:lnTo>
                  <a:pt x="658932" y="534352"/>
                </a:lnTo>
                <a:cubicBezTo>
                  <a:pt x="658527" y="534352"/>
                  <a:pt x="658122" y="534352"/>
                  <a:pt x="657718" y="533947"/>
                </a:cubicBezTo>
                <a:lnTo>
                  <a:pt x="655694" y="530709"/>
                </a:lnTo>
                <a:cubicBezTo>
                  <a:pt x="655289" y="530304"/>
                  <a:pt x="655289" y="529899"/>
                  <a:pt x="655694" y="529494"/>
                </a:cubicBezTo>
                <a:lnTo>
                  <a:pt x="657718" y="526256"/>
                </a:lnTo>
                <a:cubicBezTo>
                  <a:pt x="658122" y="526256"/>
                  <a:pt x="658527" y="525851"/>
                  <a:pt x="658932" y="525851"/>
                </a:cubicBezTo>
                <a:close/>
                <a:moveTo>
                  <a:pt x="3816470" y="525447"/>
                </a:moveTo>
                <a:lnTo>
                  <a:pt x="3820113" y="525447"/>
                </a:lnTo>
                <a:cubicBezTo>
                  <a:pt x="3820518" y="525447"/>
                  <a:pt x="3820922" y="525447"/>
                  <a:pt x="3821327" y="525852"/>
                </a:cubicBezTo>
                <a:lnTo>
                  <a:pt x="3822946" y="529090"/>
                </a:lnTo>
                <a:cubicBezTo>
                  <a:pt x="3823351" y="529495"/>
                  <a:pt x="3823351" y="529900"/>
                  <a:pt x="3822946" y="530305"/>
                </a:cubicBezTo>
                <a:lnTo>
                  <a:pt x="3821327" y="533543"/>
                </a:lnTo>
                <a:cubicBezTo>
                  <a:pt x="3821327" y="533948"/>
                  <a:pt x="3820922" y="534353"/>
                  <a:pt x="3820113" y="533948"/>
                </a:cubicBezTo>
                <a:lnTo>
                  <a:pt x="3816470" y="533948"/>
                </a:lnTo>
                <a:cubicBezTo>
                  <a:pt x="3816065" y="533948"/>
                  <a:pt x="3815660" y="533948"/>
                  <a:pt x="3815255" y="533543"/>
                </a:cubicBezTo>
                <a:lnTo>
                  <a:pt x="3813636" y="530305"/>
                </a:lnTo>
                <a:cubicBezTo>
                  <a:pt x="3813231" y="529900"/>
                  <a:pt x="3813231" y="529495"/>
                  <a:pt x="3813636" y="529090"/>
                </a:cubicBezTo>
                <a:lnTo>
                  <a:pt x="3815255" y="525852"/>
                </a:lnTo>
                <a:cubicBezTo>
                  <a:pt x="3815660" y="525852"/>
                  <a:pt x="3816065" y="525447"/>
                  <a:pt x="3816470" y="525447"/>
                </a:cubicBezTo>
                <a:close/>
                <a:moveTo>
                  <a:pt x="3694216" y="525042"/>
                </a:moveTo>
                <a:lnTo>
                  <a:pt x="3699074" y="525042"/>
                </a:lnTo>
                <a:cubicBezTo>
                  <a:pt x="3699479" y="525042"/>
                  <a:pt x="3699883" y="525042"/>
                  <a:pt x="3700288" y="525447"/>
                </a:cubicBezTo>
                <a:lnTo>
                  <a:pt x="3702717" y="529495"/>
                </a:lnTo>
                <a:cubicBezTo>
                  <a:pt x="3703122" y="529900"/>
                  <a:pt x="3703122" y="530305"/>
                  <a:pt x="3702717" y="530709"/>
                </a:cubicBezTo>
                <a:lnTo>
                  <a:pt x="3700288" y="534757"/>
                </a:lnTo>
                <a:cubicBezTo>
                  <a:pt x="3700288" y="534757"/>
                  <a:pt x="3699883" y="535162"/>
                  <a:pt x="3699074" y="535162"/>
                </a:cubicBezTo>
                <a:lnTo>
                  <a:pt x="3694216" y="535162"/>
                </a:lnTo>
                <a:cubicBezTo>
                  <a:pt x="3693811" y="535162"/>
                  <a:pt x="3693406" y="535162"/>
                  <a:pt x="3693002" y="534757"/>
                </a:cubicBezTo>
                <a:lnTo>
                  <a:pt x="3690573" y="530709"/>
                </a:lnTo>
                <a:cubicBezTo>
                  <a:pt x="3690168" y="530305"/>
                  <a:pt x="3690168" y="529900"/>
                  <a:pt x="3690573" y="529495"/>
                </a:cubicBezTo>
                <a:lnTo>
                  <a:pt x="3693002" y="525447"/>
                </a:lnTo>
                <a:cubicBezTo>
                  <a:pt x="3693406" y="525447"/>
                  <a:pt x="3693811" y="525042"/>
                  <a:pt x="3694216" y="525042"/>
                </a:cubicBezTo>
                <a:close/>
                <a:moveTo>
                  <a:pt x="2398816" y="524637"/>
                </a:moveTo>
                <a:lnTo>
                  <a:pt x="2403674" y="524637"/>
                </a:lnTo>
                <a:cubicBezTo>
                  <a:pt x="2404078" y="524637"/>
                  <a:pt x="2404483" y="525042"/>
                  <a:pt x="2404888" y="525447"/>
                </a:cubicBezTo>
                <a:lnTo>
                  <a:pt x="2407317" y="529495"/>
                </a:lnTo>
                <a:cubicBezTo>
                  <a:pt x="2407722" y="529900"/>
                  <a:pt x="2407722" y="530304"/>
                  <a:pt x="2407317" y="530709"/>
                </a:cubicBezTo>
                <a:lnTo>
                  <a:pt x="2404888" y="534757"/>
                </a:lnTo>
                <a:cubicBezTo>
                  <a:pt x="2404888" y="535162"/>
                  <a:pt x="2404483" y="535162"/>
                  <a:pt x="2403674" y="535567"/>
                </a:cubicBezTo>
                <a:lnTo>
                  <a:pt x="2398816" y="535567"/>
                </a:lnTo>
                <a:cubicBezTo>
                  <a:pt x="2398411" y="535567"/>
                  <a:pt x="2398006" y="535162"/>
                  <a:pt x="2397602" y="534757"/>
                </a:cubicBezTo>
                <a:lnTo>
                  <a:pt x="2395173" y="530709"/>
                </a:lnTo>
                <a:cubicBezTo>
                  <a:pt x="2394768" y="530304"/>
                  <a:pt x="2394768" y="529900"/>
                  <a:pt x="2395173" y="529495"/>
                </a:cubicBezTo>
                <a:lnTo>
                  <a:pt x="2397602" y="525447"/>
                </a:lnTo>
                <a:cubicBezTo>
                  <a:pt x="2398006" y="525042"/>
                  <a:pt x="2398411" y="524637"/>
                  <a:pt x="2398816" y="524637"/>
                </a:cubicBezTo>
                <a:close/>
                <a:moveTo>
                  <a:pt x="1751521" y="524232"/>
                </a:moveTo>
                <a:lnTo>
                  <a:pt x="1755974" y="524232"/>
                </a:lnTo>
                <a:cubicBezTo>
                  <a:pt x="1756379" y="524232"/>
                  <a:pt x="1756784" y="524637"/>
                  <a:pt x="1757188" y="525042"/>
                </a:cubicBezTo>
                <a:lnTo>
                  <a:pt x="1759617" y="529090"/>
                </a:lnTo>
                <a:cubicBezTo>
                  <a:pt x="1760022" y="529495"/>
                  <a:pt x="1760022" y="529899"/>
                  <a:pt x="1759617" y="530304"/>
                </a:cubicBezTo>
                <a:lnTo>
                  <a:pt x="1757188" y="534352"/>
                </a:lnTo>
                <a:cubicBezTo>
                  <a:pt x="1757188" y="534757"/>
                  <a:pt x="1756784" y="535162"/>
                  <a:pt x="1755974" y="535162"/>
                </a:cubicBezTo>
                <a:lnTo>
                  <a:pt x="1751521" y="535162"/>
                </a:lnTo>
                <a:cubicBezTo>
                  <a:pt x="1751116" y="535162"/>
                  <a:pt x="1750711" y="534757"/>
                  <a:pt x="1750306" y="534352"/>
                </a:cubicBezTo>
                <a:lnTo>
                  <a:pt x="1747878" y="530304"/>
                </a:lnTo>
                <a:cubicBezTo>
                  <a:pt x="1747473" y="529899"/>
                  <a:pt x="1747473" y="529495"/>
                  <a:pt x="1747878" y="529090"/>
                </a:cubicBezTo>
                <a:lnTo>
                  <a:pt x="1750306" y="525042"/>
                </a:lnTo>
                <a:cubicBezTo>
                  <a:pt x="1750711" y="524637"/>
                  <a:pt x="1751116" y="524232"/>
                  <a:pt x="1751521" y="524232"/>
                </a:cubicBezTo>
                <a:close/>
                <a:moveTo>
                  <a:pt x="3653735" y="523827"/>
                </a:moveTo>
                <a:lnTo>
                  <a:pt x="3658998" y="523827"/>
                </a:lnTo>
                <a:cubicBezTo>
                  <a:pt x="3659402" y="523827"/>
                  <a:pt x="3659807" y="524232"/>
                  <a:pt x="3660212" y="524637"/>
                </a:cubicBezTo>
                <a:lnTo>
                  <a:pt x="3662641" y="529090"/>
                </a:lnTo>
                <a:cubicBezTo>
                  <a:pt x="3663046" y="529494"/>
                  <a:pt x="3663046" y="529899"/>
                  <a:pt x="3662641" y="530304"/>
                </a:cubicBezTo>
                <a:lnTo>
                  <a:pt x="3660212" y="534757"/>
                </a:lnTo>
                <a:cubicBezTo>
                  <a:pt x="3659807" y="535162"/>
                  <a:pt x="3659402" y="535567"/>
                  <a:pt x="3658998" y="535162"/>
                </a:cubicBezTo>
                <a:lnTo>
                  <a:pt x="3653735" y="535162"/>
                </a:lnTo>
                <a:cubicBezTo>
                  <a:pt x="3653330" y="535162"/>
                  <a:pt x="3652925" y="535162"/>
                  <a:pt x="3652521" y="534757"/>
                </a:cubicBezTo>
                <a:lnTo>
                  <a:pt x="3650092" y="530304"/>
                </a:lnTo>
                <a:cubicBezTo>
                  <a:pt x="3649687" y="529899"/>
                  <a:pt x="3649687" y="529494"/>
                  <a:pt x="3650092" y="529090"/>
                </a:cubicBezTo>
                <a:lnTo>
                  <a:pt x="3652521" y="524637"/>
                </a:lnTo>
                <a:cubicBezTo>
                  <a:pt x="3652925" y="524232"/>
                  <a:pt x="3653330" y="523827"/>
                  <a:pt x="3653735" y="523827"/>
                </a:cubicBezTo>
                <a:close/>
                <a:moveTo>
                  <a:pt x="2317450" y="523423"/>
                </a:moveTo>
                <a:lnTo>
                  <a:pt x="2323927" y="523423"/>
                </a:lnTo>
                <a:cubicBezTo>
                  <a:pt x="2324331" y="523423"/>
                  <a:pt x="2324736" y="523423"/>
                  <a:pt x="2325141" y="523828"/>
                </a:cubicBezTo>
                <a:lnTo>
                  <a:pt x="2328379" y="529495"/>
                </a:lnTo>
                <a:cubicBezTo>
                  <a:pt x="2328784" y="529900"/>
                  <a:pt x="2328784" y="530305"/>
                  <a:pt x="2328379" y="530710"/>
                </a:cubicBezTo>
                <a:lnTo>
                  <a:pt x="2325141" y="536377"/>
                </a:lnTo>
                <a:cubicBezTo>
                  <a:pt x="2324736" y="536782"/>
                  <a:pt x="2324331" y="536782"/>
                  <a:pt x="2323927" y="536782"/>
                </a:cubicBezTo>
                <a:lnTo>
                  <a:pt x="2317450" y="536782"/>
                </a:lnTo>
                <a:cubicBezTo>
                  <a:pt x="2317045" y="536782"/>
                  <a:pt x="2316640" y="536782"/>
                  <a:pt x="2316235" y="536377"/>
                </a:cubicBezTo>
                <a:lnTo>
                  <a:pt x="2312997" y="530710"/>
                </a:lnTo>
                <a:cubicBezTo>
                  <a:pt x="2312592" y="530305"/>
                  <a:pt x="2312592" y="529900"/>
                  <a:pt x="2312997" y="529495"/>
                </a:cubicBezTo>
                <a:lnTo>
                  <a:pt x="2316235" y="523828"/>
                </a:lnTo>
                <a:cubicBezTo>
                  <a:pt x="2316640" y="523828"/>
                  <a:pt x="2317045" y="523423"/>
                  <a:pt x="2317450" y="523423"/>
                </a:cubicBezTo>
                <a:close/>
                <a:moveTo>
                  <a:pt x="1912637" y="523423"/>
                </a:moveTo>
                <a:lnTo>
                  <a:pt x="1918709" y="523423"/>
                </a:lnTo>
                <a:cubicBezTo>
                  <a:pt x="1919114" y="523423"/>
                  <a:pt x="1919518" y="523828"/>
                  <a:pt x="1919923" y="524233"/>
                </a:cubicBezTo>
                <a:lnTo>
                  <a:pt x="1923162" y="529495"/>
                </a:lnTo>
                <a:cubicBezTo>
                  <a:pt x="1923566" y="529900"/>
                  <a:pt x="1923566" y="530305"/>
                  <a:pt x="1923162" y="530710"/>
                </a:cubicBezTo>
                <a:lnTo>
                  <a:pt x="1919923" y="535972"/>
                </a:lnTo>
                <a:cubicBezTo>
                  <a:pt x="1919923" y="535972"/>
                  <a:pt x="1919518" y="536377"/>
                  <a:pt x="1918709" y="536377"/>
                </a:cubicBezTo>
                <a:lnTo>
                  <a:pt x="1912637" y="536377"/>
                </a:lnTo>
                <a:cubicBezTo>
                  <a:pt x="1912232" y="536377"/>
                  <a:pt x="1911827" y="536377"/>
                  <a:pt x="1911422" y="535972"/>
                </a:cubicBezTo>
                <a:lnTo>
                  <a:pt x="1908184" y="530710"/>
                </a:lnTo>
                <a:cubicBezTo>
                  <a:pt x="1907779" y="530305"/>
                  <a:pt x="1907779" y="529900"/>
                  <a:pt x="1908184" y="529495"/>
                </a:cubicBezTo>
                <a:lnTo>
                  <a:pt x="1911422" y="524233"/>
                </a:lnTo>
                <a:cubicBezTo>
                  <a:pt x="1911827" y="523828"/>
                  <a:pt x="1912232" y="523423"/>
                  <a:pt x="1912637" y="523423"/>
                </a:cubicBezTo>
                <a:close/>
                <a:moveTo>
                  <a:pt x="1831675" y="523018"/>
                </a:moveTo>
                <a:lnTo>
                  <a:pt x="1838152" y="523018"/>
                </a:lnTo>
                <a:cubicBezTo>
                  <a:pt x="1838556" y="523018"/>
                  <a:pt x="1838961" y="523018"/>
                  <a:pt x="1839366" y="523423"/>
                </a:cubicBezTo>
                <a:lnTo>
                  <a:pt x="1842604" y="529090"/>
                </a:lnTo>
                <a:cubicBezTo>
                  <a:pt x="1843009" y="529495"/>
                  <a:pt x="1843009" y="529900"/>
                  <a:pt x="1842604" y="530305"/>
                </a:cubicBezTo>
                <a:lnTo>
                  <a:pt x="1839366" y="535972"/>
                </a:lnTo>
                <a:cubicBezTo>
                  <a:pt x="1838961" y="536377"/>
                  <a:pt x="1838556" y="536782"/>
                  <a:pt x="1838152" y="536377"/>
                </a:cubicBezTo>
                <a:lnTo>
                  <a:pt x="1831675" y="536377"/>
                </a:lnTo>
                <a:cubicBezTo>
                  <a:pt x="1831270" y="536377"/>
                  <a:pt x="1830865" y="536377"/>
                  <a:pt x="1830460" y="535972"/>
                </a:cubicBezTo>
                <a:lnTo>
                  <a:pt x="1827222" y="530305"/>
                </a:lnTo>
                <a:cubicBezTo>
                  <a:pt x="1826817" y="529900"/>
                  <a:pt x="1826817" y="529495"/>
                  <a:pt x="1827222" y="529090"/>
                </a:cubicBezTo>
                <a:lnTo>
                  <a:pt x="1830460" y="523423"/>
                </a:lnTo>
                <a:cubicBezTo>
                  <a:pt x="1830865" y="523423"/>
                  <a:pt x="1831270" y="523018"/>
                  <a:pt x="1831675" y="523018"/>
                </a:cubicBezTo>
                <a:close/>
                <a:moveTo>
                  <a:pt x="3612849" y="522613"/>
                </a:moveTo>
                <a:lnTo>
                  <a:pt x="3619326" y="522613"/>
                </a:lnTo>
                <a:cubicBezTo>
                  <a:pt x="3619731" y="522613"/>
                  <a:pt x="3620136" y="523018"/>
                  <a:pt x="3620541" y="523423"/>
                </a:cubicBezTo>
                <a:lnTo>
                  <a:pt x="3623780" y="529090"/>
                </a:lnTo>
                <a:cubicBezTo>
                  <a:pt x="3624184" y="529495"/>
                  <a:pt x="3624184" y="529900"/>
                  <a:pt x="3623780" y="530305"/>
                </a:cubicBezTo>
                <a:lnTo>
                  <a:pt x="3620541" y="535972"/>
                </a:lnTo>
                <a:cubicBezTo>
                  <a:pt x="3620136" y="536377"/>
                  <a:pt x="3619731" y="536781"/>
                  <a:pt x="3619326" y="536377"/>
                </a:cubicBezTo>
                <a:lnTo>
                  <a:pt x="3612849" y="536377"/>
                </a:lnTo>
                <a:cubicBezTo>
                  <a:pt x="3612445" y="536377"/>
                  <a:pt x="3612040" y="536377"/>
                  <a:pt x="3611635" y="535972"/>
                </a:cubicBezTo>
                <a:lnTo>
                  <a:pt x="3608397" y="530305"/>
                </a:lnTo>
                <a:cubicBezTo>
                  <a:pt x="3607992" y="529900"/>
                  <a:pt x="3607992" y="529495"/>
                  <a:pt x="3608397" y="529090"/>
                </a:cubicBezTo>
                <a:lnTo>
                  <a:pt x="3611635" y="523423"/>
                </a:lnTo>
                <a:cubicBezTo>
                  <a:pt x="3612040" y="523018"/>
                  <a:pt x="3612445" y="522613"/>
                  <a:pt x="3612849" y="522613"/>
                </a:cubicBezTo>
                <a:close/>
                <a:moveTo>
                  <a:pt x="1304608" y="522613"/>
                </a:moveTo>
                <a:lnTo>
                  <a:pt x="1312300" y="522613"/>
                </a:lnTo>
                <a:cubicBezTo>
                  <a:pt x="1312705" y="522613"/>
                  <a:pt x="1313109" y="522613"/>
                  <a:pt x="1313514" y="523018"/>
                </a:cubicBezTo>
                <a:lnTo>
                  <a:pt x="1317157" y="529495"/>
                </a:lnTo>
                <a:cubicBezTo>
                  <a:pt x="1317562" y="529900"/>
                  <a:pt x="1317562" y="530305"/>
                  <a:pt x="1317157" y="530709"/>
                </a:cubicBezTo>
                <a:lnTo>
                  <a:pt x="1313514" y="537186"/>
                </a:lnTo>
                <a:cubicBezTo>
                  <a:pt x="1313514" y="537591"/>
                  <a:pt x="1313109" y="537591"/>
                  <a:pt x="1312300" y="537996"/>
                </a:cubicBezTo>
                <a:lnTo>
                  <a:pt x="1304608" y="537996"/>
                </a:lnTo>
                <a:cubicBezTo>
                  <a:pt x="1304203" y="537996"/>
                  <a:pt x="1303799" y="537591"/>
                  <a:pt x="1303394" y="537186"/>
                </a:cubicBezTo>
                <a:lnTo>
                  <a:pt x="1299751" y="530709"/>
                </a:lnTo>
                <a:cubicBezTo>
                  <a:pt x="1299346" y="530305"/>
                  <a:pt x="1299346" y="529900"/>
                  <a:pt x="1299751" y="529495"/>
                </a:cubicBezTo>
                <a:lnTo>
                  <a:pt x="1303394" y="523018"/>
                </a:lnTo>
                <a:cubicBezTo>
                  <a:pt x="1303799" y="523018"/>
                  <a:pt x="1304203" y="522613"/>
                  <a:pt x="1304608" y="522613"/>
                </a:cubicBezTo>
                <a:close/>
                <a:moveTo>
                  <a:pt x="3571558" y="522208"/>
                </a:moveTo>
                <a:lnTo>
                  <a:pt x="3579655" y="522208"/>
                </a:lnTo>
                <a:cubicBezTo>
                  <a:pt x="3580059" y="522208"/>
                  <a:pt x="3580464" y="522208"/>
                  <a:pt x="3580869" y="522613"/>
                </a:cubicBezTo>
                <a:lnTo>
                  <a:pt x="3584917" y="529495"/>
                </a:lnTo>
                <a:cubicBezTo>
                  <a:pt x="3585322" y="529899"/>
                  <a:pt x="3585322" y="530304"/>
                  <a:pt x="3584917" y="530709"/>
                </a:cubicBezTo>
                <a:lnTo>
                  <a:pt x="3580869" y="537591"/>
                </a:lnTo>
                <a:cubicBezTo>
                  <a:pt x="3580464" y="537996"/>
                  <a:pt x="3580059" y="537996"/>
                  <a:pt x="3579655" y="537996"/>
                </a:cubicBezTo>
                <a:lnTo>
                  <a:pt x="3571558" y="537996"/>
                </a:lnTo>
                <a:cubicBezTo>
                  <a:pt x="3571154" y="537996"/>
                  <a:pt x="3570748" y="537996"/>
                  <a:pt x="3570344" y="537591"/>
                </a:cubicBezTo>
                <a:lnTo>
                  <a:pt x="3566296" y="530709"/>
                </a:lnTo>
                <a:cubicBezTo>
                  <a:pt x="3565891" y="530304"/>
                  <a:pt x="3565891" y="529899"/>
                  <a:pt x="3566296" y="529495"/>
                </a:cubicBezTo>
                <a:lnTo>
                  <a:pt x="3570344" y="522613"/>
                </a:lnTo>
                <a:cubicBezTo>
                  <a:pt x="3570748" y="522613"/>
                  <a:pt x="3571154" y="522208"/>
                  <a:pt x="3571558" y="522208"/>
                </a:cubicBezTo>
                <a:close/>
                <a:moveTo>
                  <a:pt x="2478160" y="521803"/>
                </a:moveTo>
                <a:lnTo>
                  <a:pt x="2486661" y="521803"/>
                </a:lnTo>
                <a:cubicBezTo>
                  <a:pt x="2487066" y="521803"/>
                  <a:pt x="2487471" y="521803"/>
                  <a:pt x="2487876" y="522208"/>
                </a:cubicBezTo>
                <a:lnTo>
                  <a:pt x="2492328" y="529494"/>
                </a:lnTo>
                <a:cubicBezTo>
                  <a:pt x="2492733" y="529899"/>
                  <a:pt x="2492733" y="530304"/>
                  <a:pt x="2492328" y="530709"/>
                </a:cubicBezTo>
                <a:lnTo>
                  <a:pt x="2487876" y="537996"/>
                </a:lnTo>
                <a:cubicBezTo>
                  <a:pt x="2487876" y="538400"/>
                  <a:pt x="2487471" y="538400"/>
                  <a:pt x="2486661" y="538400"/>
                </a:cubicBezTo>
                <a:lnTo>
                  <a:pt x="2478160" y="538400"/>
                </a:lnTo>
                <a:cubicBezTo>
                  <a:pt x="2477755" y="538400"/>
                  <a:pt x="2477351" y="538400"/>
                  <a:pt x="2476946" y="537996"/>
                </a:cubicBezTo>
                <a:lnTo>
                  <a:pt x="2472493" y="530709"/>
                </a:lnTo>
                <a:cubicBezTo>
                  <a:pt x="2472088" y="530304"/>
                  <a:pt x="2472088" y="529899"/>
                  <a:pt x="2472493" y="529494"/>
                </a:cubicBezTo>
                <a:lnTo>
                  <a:pt x="2476946" y="522208"/>
                </a:lnTo>
                <a:cubicBezTo>
                  <a:pt x="2477351" y="522208"/>
                  <a:pt x="2477755" y="521803"/>
                  <a:pt x="2478160" y="521803"/>
                </a:cubicBezTo>
                <a:close/>
                <a:moveTo>
                  <a:pt x="2438083" y="521803"/>
                </a:moveTo>
                <a:lnTo>
                  <a:pt x="2445775" y="521803"/>
                </a:lnTo>
                <a:cubicBezTo>
                  <a:pt x="2446179" y="521803"/>
                  <a:pt x="2446584" y="521803"/>
                  <a:pt x="2446989" y="522208"/>
                </a:cubicBezTo>
                <a:lnTo>
                  <a:pt x="2451037" y="529090"/>
                </a:lnTo>
                <a:cubicBezTo>
                  <a:pt x="2451442" y="529494"/>
                  <a:pt x="2451442" y="529899"/>
                  <a:pt x="2451037" y="530304"/>
                </a:cubicBezTo>
                <a:lnTo>
                  <a:pt x="2446989" y="537186"/>
                </a:lnTo>
                <a:cubicBezTo>
                  <a:pt x="2446989" y="537591"/>
                  <a:pt x="2446584" y="537996"/>
                  <a:pt x="2445775" y="537591"/>
                </a:cubicBezTo>
                <a:lnTo>
                  <a:pt x="2438083" y="537591"/>
                </a:lnTo>
                <a:cubicBezTo>
                  <a:pt x="2437678" y="537591"/>
                  <a:pt x="2437274" y="537591"/>
                  <a:pt x="2436869" y="537186"/>
                </a:cubicBezTo>
                <a:lnTo>
                  <a:pt x="2432821" y="530304"/>
                </a:lnTo>
                <a:cubicBezTo>
                  <a:pt x="2432416" y="529899"/>
                  <a:pt x="2432416" y="529494"/>
                  <a:pt x="2432821" y="529090"/>
                </a:cubicBezTo>
                <a:lnTo>
                  <a:pt x="2436869" y="522208"/>
                </a:lnTo>
                <a:cubicBezTo>
                  <a:pt x="2437274" y="522208"/>
                  <a:pt x="2437678" y="521803"/>
                  <a:pt x="2438083" y="521803"/>
                </a:cubicBezTo>
                <a:close/>
                <a:moveTo>
                  <a:pt x="3125860" y="521399"/>
                </a:moveTo>
                <a:lnTo>
                  <a:pt x="3134766" y="521399"/>
                </a:lnTo>
                <a:cubicBezTo>
                  <a:pt x="3135170" y="521399"/>
                  <a:pt x="3135575" y="521399"/>
                  <a:pt x="3135980" y="521804"/>
                </a:cubicBezTo>
                <a:lnTo>
                  <a:pt x="3140433" y="529495"/>
                </a:lnTo>
                <a:cubicBezTo>
                  <a:pt x="3140838" y="529900"/>
                  <a:pt x="3140838" y="530305"/>
                  <a:pt x="3140433" y="530710"/>
                </a:cubicBezTo>
                <a:lnTo>
                  <a:pt x="3135980" y="538401"/>
                </a:lnTo>
                <a:cubicBezTo>
                  <a:pt x="3135575" y="538806"/>
                  <a:pt x="3135170" y="538806"/>
                  <a:pt x="3134766" y="539616"/>
                </a:cubicBezTo>
                <a:lnTo>
                  <a:pt x="3125860" y="539616"/>
                </a:lnTo>
                <a:cubicBezTo>
                  <a:pt x="3125455" y="539616"/>
                  <a:pt x="3125050" y="539211"/>
                  <a:pt x="3124645" y="538806"/>
                </a:cubicBezTo>
                <a:lnTo>
                  <a:pt x="3120193" y="531114"/>
                </a:lnTo>
                <a:cubicBezTo>
                  <a:pt x="3119788" y="530710"/>
                  <a:pt x="3119788" y="530305"/>
                  <a:pt x="3120193" y="529900"/>
                </a:cubicBezTo>
                <a:lnTo>
                  <a:pt x="3124645" y="522209"/>
                </a:lnTo>
                <a:cubicBezTo>
                  <a:pt x="3125050" y="521804"/>
                  <a:pt x="3125455" y="521399"/>
                  <a:pt x="3125860" y="521399"/>
                </a:cubicBezTo>
                <a:close/>
                <a:moveTo>
                  <a:pt x="2680566" y="521399"/>
                </a:moveTo>
                <a:lnTo>
                  <a:pt x="2689067" y="521399"/>
                </a:lnTo>
                <a:cubicBezTo>
                  <a:pt x="2689472" y="521399"/>
                  <a:pt x="2689877" y="521399"/>
                  <a:pt x="2690281" y="521804"/>
                </a:cubicBezTo>
                <a:lnTo>
                  <a:pt x="2694330" y="529090"/>
                </a:lnTo>
                <a:cubicBezTo>
                  <a:pt x="2694735" y="529495"/>
                  <a:pt x="2694735" y="529900"/>
                  <a:pt x="2694330" y="530305"/>
                </a:cubicBezTo>
                <a:lnTo>
                  <a:pt x="2690281" y="537592"/>
                </a:lnTo>
                <a:cubicBezTo>
                  <a:pt x="2689877" y="537996"/>
                  <a:pt x="2689472" y="538401"/>
                  <a:pt x="2689067" y="537996"/>
                </a:cubicBezTo>
                <a:lnTo>
                  <a:pt x="2680566" y="537996"/>
                </a:lnTo>
                <a:cubicBezTo>
                  <a:pt x="2680161" y="537996"/>
                  <a:pt x="2679756" y="537996"/>
                  <a:pt x="2679352" y="537592"/>
                </a:cubicBezTo>
                <a:lnTo>
                  <a:pt x="2675304" y="530305"/>
                </a:lnTo>
                <a:cubicBezTo>
                  <a:pt x="2674899" y="529900"/>
                  <a:pt x="2674899" y="529495"/>
                  <a:pt x="2675304" y="529090"/>
                </a:cubicBezTo>
                <a:lnTo>
                  <a:pt x="2679352" y="521804"/>
                </a:lnTo>
                <a:cubicBezTo>
                  <a:pt x="2679756" y="521804"/>
                  <a:pt x="2680161" y="521399"/>
                  <a:pt x="2680566" y="521399"/>
                </a:cubicBezTo>
                <a:close/>
                <a:moveTo>
                  <a:pt x="2194791" y="521399"/>
                </a:moveTo>
                <a:lnTo>
                  <a:pt x="2203697" y="521399"/>
                </a:lnTo>
                <a:cubicBezTo>
                  <a:pt x="2204102" y="521399"/>
                  <a:pt x="2204507" y="521399"/>
                  <a:pt x="2204911" y="521804"/>
                </a:cubicBezTo>
                <a:lnTo>
                  <a:pt x="2209364" y="529495"/>
                </a:lnTo>
                <a:cubicBezTo>
                  <a:pt x="2209769" y="529900"/>
                  <a:pt x="2209769" y="530305"/>
                  <a:pt x="2209364" y="530710"/>
                </a:cubicBezTo>
                <a:lnTo>
                  <a:pt x="2204911" y="538401"/>
                </a:lnTo>
                <a:cubicBezTo>
                  <a:pt x="2204507" y="538806"/>
                  <a:pt x="2204102" y="538806"/>
                  <a:pt x="2203697" y="538806"/>
                </a:cubicBezTo>
                <a:lnTo>
                  <a:pt x="2194791" y="538806"/>
                </a:lnTo>
                <a:cubicBezTo>
                  <a:pt x="2194386" y="538806"/>
                  <a:pt x="2193982" y="538806"/>
                  <a:pt x="2193577" y="538401"/>
                </a:cubicBezTo>
                <a:lnTo>
                  <a:pt x="2189124" y="530710"/>
                </a:lnTo>
                <a:cubicBezTo>
                  <a:pt x="2188719" y="530305"/>
                  <a:pt x="2188719" y="529900"/>
                  <a:pt x="2189124" y="529495"/>
                </a:cubicBezTo>
                <a:lnTo>
                  <a:pt x="2193577" y="521804"/>
                </a:lnTo>
                <a:cubicBezTo>
                  <a:pt x="2193982" y="521804"/>
                  <a:pt x="2194386" y="521399"/>
                  <a:pt x="2194791" y="521399"/>
                </a:cubicBezTo>
                <a:close/>
                <a:moveTo>
                  <a:pt x="1709016" y="521399"/>
                </a:moveTo>
                <a:lnTo>
                  <a:pt x="1717922" y="521399"/>
                </a:lnTo>
                <a:cubicBezTo>
                  <a:pt x="1718327" y="521399"/>
                  <a:pt x="1718732" y="521399"/>
                  <a:pt x="1719136" y="521804"/>
                </a:cubicBezTo>
                <a:lnTo>
                  <a:pt x="1723589" y="529495"/>
                </a:lnTo>
                <a:cubicBezTo>
                  <a:pt x="1723994" y="529900"/>
                  <a:pt x="1723994" y="530305"/>
                  <a:pt x="1723589" y="530710"/>
                </a:cubicBezTo>
                <a:lnTo>
                  <a:pt x="1719136" y="538401"/>
                </a:lnTo>
                <a:cubicBezTo>
                  <a:pt x="1718732" y="538806"/>
                  <a:pt x="1718327" y="538806"/>
                  <a:pt x="1717922" y="538806"/>
                </a:cubicBezTo>
                <a:lnTo>
                  <a:pt x="1709016" y="538806"/>
                </a:lnTo>
                <a:cubicBezTo>
                  <a:pt x="1708611" y="538806"/>
                  <a:pt x="1708207" y="538806"/>
                  <a:pt x="1707802" y="538401"/>
                </a:cubicBezTo>
                <a:lnTo>
                  <a:pt x="1703349" y="530710"/>
                </a:lnTo>
                <a:cubicBezTo>
                  <a:pt x="1702944" y="530305"/>
                  <a:pt x="1702944" y="529900"/>
                  <a:pt x="1703349" y="529495"/>
                </a:cubicBezTo>
                <a:lnTo>
                  <a:pt x="1707802" y="521804"/>
                </a:lnTo>
                <a:cubicBezTo>
                  <a:pt x="1708207" y="521804"/>
                  <a:pt x="1708611" y="521399"/>
                  <a:pt x="1709016" y="521399"/>
                </a:cubicBezTo>
                <a:close/>
                <a:moveTo>
                  <a:pt x="1628458" y="521399"/>
                </a:moveTo>
                <a:lnTo>
                  <a:pt x="1636554" y="521399"/>
                </a:lnTo>
                <a:cubicBezTo>
                  <a:pt x="1636959" y="521399"/>
                  <a:pt x="1637364" y="521399"/>
                  <a:pt x="1637769" y="521804"/>
                </a:cubicBezTo>
                <a:lnTo>
                  <a:pt x="1641817" y="529090"/>
                </a:lnTo>
                <a:cubicBezTo>
                  <a:pt x="1642222" y="529495"/>
                  <a:pt x="1642222" y="529900"/>
                  <a:pt x="1641817" y="530305"/>
                </a:cubicBezTo>
                <a:lnTo>
                  <a:pt x="1637769" y="537592"/>
                </a:lnTo>
                <a:cubicBezTo>
                  <a:pt x="1637364" y="537996"/>
                  <a:pt x="1636959" y="538401"/>
                  <a:pt x="1636554" y="538401"/>
                </a:cubicBezTo>
                <a:lnTo>
                  <a:pt x="1628458" y="538401"/>
                </a:lnTo>
                <a:cubicBezTo>
                  <a:pt x="1628053" y="538401"/>
                  <a:pt x="1627649" y="537996"/>
                  <a:pt x="1627244" y="537592"/>
                </a:cubicBezTo>
                <a:lnTo>
                  <a:pt x="1623196" y="530305"/>
                </a:lnTo>
                <a:cubicBezTo>
                  <a:pt x="1622791" y="529900"/>
                  <a:pt x="1622791" y="529495"/>
                  <a:pt x="1623196" y="529090"/>
                </a:cubicBezTo>
                <a:lnTo>
                  <a:pt x="1627244" y="521804"/>
                </a:lnTo>
                <a:cubicBezTo>
                  <a:pt x="1627649" y="521804"/>
                  <a:pt x="1628053" y="521399"/>
                  <a:pt x="1628458" y="521399"/>
                </a:cubicBezTo>
                <a:close/>
                <a:moveTo>
                  <a:pt x="2275753" y="520994"/>
                </a:moveTo>
                <a:lnTo>
                  <a:pt x="2284659" y="520994"/>
                </a:lnTo>
                <a:cubicBezTo>
                  <a:pt x="2285064" y="520994"/>
                  <a:pt x="2285469" y="521399"/>
                  <a:pt x="2285873" y="521804"/>
                </a:cubicBezTo>
                <a:lnTo>
                  <a:pt x="2290326" y="529495"/>
                </a:lnTo>
                <a:cubicBezTo>
                  <a:pt x="2290731" y="529900"/>
                  <a:pt x="2290731" y="530305"/>
                  <a:pt x="2290326" y="530709"/>
                </a:cubicBezTo>
                <a:lnTo>
                  <a:pt x="2285873" y="538401"/>
                </a:lnTo>
                <a:cubicBezTo>
                  <a:pt x="2285469" y="538806"/>
                  <a:pt x="2285064" y="538806"/>
                  <a:pt x="2284659" y="539211"/>
                </a:cubicBezTo>
                <a:lnTo>
                  <a:pt x="2275753" y="539211"/>
                </a:lnTo>
                <a:cubicBezTo>
                  <a:pt x="2275348" y="539211"/>
                  <a:pt x="2274944" y="538806"/>
                  <a:pt x="2274539" y="538401"/>
                </a:cubicBezTo>
                <a:lnTo>
                  <a:pt x="2270086" y="530709"/>
                </a:lnTo>
                <a:cubicBezTo>
                  <a:pt x="2269681" y="530305"/>
                  <a:pt x="2269681" y="529900"/>
                  <a:pt x="2270086" y="529495"/>
                </a:cubicBezTo>
                <a:lnTo>
                  <a:pt x="2274539" y="521804"/>
                </a:lnTo>
                <a:cubicBezTo>
                  <a:pt x="2274944" y="521399"/>
                  <a:pt x="2275348" y="520994"/>
                  <a:pt x="2275753" y="520994"/>
                </a:cubicBezTo>
                <a:close/>
                <a:moveTo>
                  <a:pt x="1668130" y="520994"/>
                </a:moveTo>
                <a:lnTo>
                  <a:pt x="1677036" y="520994"/>
                </a:lnTo>
                <a:cubicBezTo>
                  <a:pt x="1677441" y="520994"/>
                  <a:pt x="1677846" y="520994"/>
                  <a:pt x="1678250" y="521399"/>
                </a:cubicBezTo>
                <a:lnTo>
                  <a:pt x="1682703" y="529090"/>
                </a:lnTo>
                <a:cubicBezTo>
                  <a:pt x="1683108" y="529495"/>
                  <a:pt x="1683108" y="529900"/>
                  <a:pt x="1682703" y="530305"/>
                </a:cubicBezTo>
                <a:lnTo>
                  <a:pt x="1678250" y="537996"/>
                </a:lnTo>
                <a:cubicBezTo>
                  <a:pt x="1678250" y="538401"/>
                  <a:pt x="1677846" y="538806"/>
                  <a:pt x="1677036" y="538806"/>
                </a:cubicBezTo>
                <a:lnTo>
                  <a:pt x="1668130" y="538806"/>
                </a:lnTo>
                <a:cubicBezTo>
                  <a:pt x="1667725" y="538806"/>
                  <a:pt x="1667320" y="538401"/>
                  <a:pt x="1666916" y="537996"/>
                </a:cubicBezTo>
                <a:lnTo>
                  <a:pt x="1662463" y="530305"/>
                </a:lnTo>
                <a:cubicBezTo>
                  <a:pt x="1662058" y="529900"/>
                  <a:pt x="1662058" y="529495"/>
                  <a:pt x="1662463" y="529090"/>
                </a:cubicBezTo>
                <a:lnTo>
                  <a:pt x="1666916" y="521399"/>
                </a:lnTo>
                <a:cubicBezTo>
                  <a:pt x="1667320" y="521399"/>
                  <a:pt x="1667725" y="520994"/>
                  <a:pt x="1668130" y="520994"/>
                </a:cubicBezTo>
                <a:close/>
                <a:moveTo>
                  <a:pt x="3165936" y="520589"/>
                </a:moveTo>
                <a:lnTo>
                  <a:pt x="3175247" y="520589"/>
                </a:lnTo>
                <a:cubicBezTo>
                  <a:pt x="3175651" y="520589"/>
                  <a:pt x="3176056" y="520994"/>
                  <a:pt x="3176461" y="521399"/>
                </a:cubicBezTo>
                <a:lnTo>
                  <a:pt x="3181319" y="529495"/>
                </a:lnTo>
                <a:cubicBezTo>
                  <a:pt x="3181724" y="529900"/>
                  <a:pt x="3181724" y="530305"/>
                  <a:pt x="3181319" y="530709"/>
                </a:cubicBezTo>
                <a:lnTo>
                  <a:pt x="3176461" y="538806"/>
                </a:lnTo>
                <a:cubicBezTo>
                  <a:pt x="3176461" y="539210"/>
                  <a:pt x="3176056" y="539210"/>
                  <a:pt x="3175247" y="539210"/>
                </a:cubicBezTo>
                <a:lnTo>
                  <a:pt x="3165936" y="539210"/>
                </a:lnTo>
                <a:cubicBezTo>
                  <a:pt x="3165531" y="539210"/>
                  <a:pt x="3165126" y="539210"/>
                  <a:pt x="3164722" y="538806"/>
                </a:cubicBezTo>
                <a:lnTo>
                  <a:pt x="3159864" y="530709"/>
                </a:lnTo>
                <a:cubicBezTo>
                  <a:pt x="3159459" y="530305"/>
                  <a:pt x="3159459" y="529900"/>
                  <a:pt x="3159864" y="529495"/>
                </a:cubicBezTo>
                <a:lnTo>
                  <a:pt x="3164722" y="521399"/>
                </a:lnTo>
                <a:cubicBezTo>
                  <a:pt x="3165126" y="520994"/>
                  <a:pt x="3165531" y="520589"/>
                  <a:pt x="3165936" y="520589"/>
                </a:cubicBezTo>
                <a:close/>
                <a:moveTo>
                  <a:pt x="2234868" y="520589"/>
                </a:moveTo>
                <a:lnTo>
                  <a:pt x="2244178" y="520589"/>
                </a:lnTo>
                <a:cubicBezTo>
                  <a:pt x="2244583" y="520589"/>
                  <a:pt x="2244988" y="520589"/>
                  <a:pt x="2245393" y="520994"/>
                </a:cubicBezTo>
                <a:lnTo>
                  <a:pt x="2250251" y="529090"/>
                </a:lnTo>
                <a:cubicBezTo>
                  <a:pt x="2250656" y="529495"/>
                  <a:pt x="2250656" y="529900"/>
                  <a:pt x="2250251" y="530305"/>
                </a:cubicBezTo>
                <a:lnTo>
                  <a:pt x="2245393" y="538401"/>
                </a:lnTo>
                <a:cubicBezTo>
                  <a:pt x="2245393" y="538806"/>
                  <a:pt x="2244988" y="539210"/>
                  <a:pt x="2244178" y="538806"/>
                </a:cubicBezTo>
                <a:lnTo>
                  <a:pt x="2234868" y="538806"/>
                </a:lnTo>
                <a:cubicBezTo>
                  <a:pt x="2234463" y="538806"/>
                  <a:pt x="2234058" y="538806"/>
                  <a:pt x="2233653" y="538401"/>
                </a:cubicBezTo>
                <a:lnTo>
                  <a:pt x="2228796" y="530305"/>
                </a:lnTo>
                <a:cubicBezTo>
                  <a:pt x="2228391" y="529900"/>
                  <a:pt x="2228391" y="529495"/>
                  <a:pt x="2228796" y="529090"/>
                </a:cubicBezTo>
                <a:lnTo>
                  <a:pt x="2233653" y="520994"/>
                </a:lnTo>
                <a:cubicBezTo>
                  <a:pt x="2234058" y="520994"/>
                  <a:pt x="2234463" y="520589"/>
                  <a:pt x="2234868" y="520589"/>
                </a:cubicBezTo>
                <a:close/>
                <a:moveTo>
                  <a:pt x="2153905" y="520589"/>
                </a:moveTo>
                <a:lnTo>
                  <a:pt x="2163216" y="520589"/>
                </a:lnTo>
                <a:cubicBezTo>
                  <a:pt x="2163621" y="520589"/>
                  <a:pt x="2164025" y="520589"/>
                  <a:pt x="2164430" y="520994"/>
                </a:cubicBezTo>
                <a:lnTo>
                  <a:pt x="2168883" y="529090"/>
                </a:lnTo>
                <a:cubicBezTo>
                  <a:pt x="2169288" y="529495"/>
                  <a:pt x="2169288" y="529900"/>
                  <a:pt x="2168883" y="530305"/>
                </a:cubicBezTo>
                <a:lnTo>
                  <a:pt x="2164430" y="538401"/>
                </a:lnTo>
                <a:cubicBezTo>
                  <a:pt x="2164025" y="538806"/>
                  <a:pt x="2163621" y="539210"/>
                  <a:pt x="2163216" y="538806"/>
                </a:cubicBezTo>
                <a:lnTo>
                  <a:pt x="2153905" y="538806"/>
                </a:lnTo>
                <a:cubicBezTo>
                  <a:pt x="2153500" y="538806"/>
                  <a:pt x="2153095" y="538806"/>
                  <a:pt x="2152691" y="538401"/>
                </a:cubicBezTo>
                <a:lnTo>
                  <a:pt x="2148238" y="530305"/>
                </a:lnTo>
                <a:cubicBezTo>
                  <a:pt x="2147833" y="529900"/>
                  <a:pt x="2147833" y="529495"/>
                  <a:pt x="2148238" y="529090"/>
                </a:cubicBezTo>
                <a:lnTo>
                  <a:pt x="2152691" y="520994"/>
                </a:lnTo>
                <a:cubicBezTo>
                  <a:pt x="2153095" y="520994"/>
                  <a:pt x="2153500" y="520589"/>
                  <a:pt x="2153905" y="520589"/>
                </a:cubicBezTo>
                <a:close/>
                <a:moveTo>
                  <a:pt x="2113828" y="520589"/>
                </a:moveTo>
                <a:lnTo>
                  <a:pt x="2122734" y="520589"/>
                </a:lnTo>
                <a:cubicBezTo>
                  <a:pt x="2123139" y="520589"/>
                  <a:pt x="2123544" y="520994"/>
                  <a:pt x="2123948" y="521399"/>
                </a:cubicBezTo>
                <a:lnTo>
                  <a:pt x="2128401" y="529090"/>
                </a:lnTo>
                <a:cubicBezTo>
                  <a:pt x="2128806" y="529495"/>
                  <a:pt x="2128806" y="529900"/>
                  <a:pt x="2128401" y="530305"/>
                </a:cubicBezTo>
                <a:lnTo>
                  <a:pt x="2123948" y="537996"/>
                </a:lnTo>
                <a:cubicBezTo>
                  <a:pt x="2123544" y="538401"/>
                  <a:pt x="2123139" y="538806"/>
                  <a:pt x="2122734" y="538401"/>
                </a:cubicBezTo>
                <a:lnTo>
                  <a:pt x="2113828" y="538401"/>
                </a:lnTo>
                <a:cubicBezTo>
                  <a:pt x="2113423" y="538401"/>
                  <a:pt x="2113019" y="538401"/>
                  <a:pt x="2112614" y="537996"/>
                </a:cubicBezTo>
                <a:lnTo>
                  <a:pt x="2108161" y="530305"/>
                </a:lnTo>
                <a:cubicBezTo>
                  <a:pt x="2107756" y="529900"/>
                  <a:pt x="2107756" y="529495"/>
                  <a:pt x="2108161" y="529090"/>
                </a:cubicBezTo>
                <a:lnTo>
                  <a:pt x="2112614" y="521399"/>
                </a:lnTo>
                <a:cubicBezTo>
                  <a:pt x="2113019" y="520994"/>
                  <a:pt x="2113423" y="520589"/>
                  <a:pt x="2113828" y="520589"/>
                </a:cubicBezTo>
                <a:close/>
                <a:moveTo>
                  <a:pt x="1181950" y="520589"/>
                </a:moveTo>
                <a:lnTo>
                  <a:pt x="1192070" y="520589"/>
                </a:lnTo>
                <a:cubicBezTo>
                  <a:pt x="1192475" y="520589"/>
                  <a:pt x="1192880" y="520589"/>
                  <a:pt x="1193285" y="520994"/>
                </a:cubicBezTo>
                <a:lnTo>
                  <a:pt x="1198142" y="529495"/>
                </a:lnTo>
                <a:cubicBezTo>
                  <a:pt x="1198547" y="529900"/>
                  <a:pt x="1198547" y="530305"/>
                  <a:pt x="1198142" y="530709"/>
                </a:cubicBezTo>
                <a:lnTo>
                  <a:pt x="1193285" y="539210"/>
                </a:lnTo>
                <a:cubicBezTo>
                  <a:pt x="1192880" y="539615"/>
                  <a:pt x="1192475" y="539615"/>
                  <a:pt x="1192070" y="540020"/>
                </a:cubicBezTo>
                <a:lnTo>
                  <a:pt x="1181950" y="540020"/>
                </a:lnTo>
                <a:cubicBezTo>
                  <a:pt x="1181545" y="540020"/>
                  <a:pt x="1181140" y="539615"/>
                  <a:pt x="1180735" y="539210"/>
                </a:cubicBezTo>
                <a:lnTo>
                  <a:pt x="1175878" y="530709"/>
                </a:lnTo>
                <a:cubicBezTo>
                  <a:pt x="1175473" y="530305"/>
                  <a:pt x="1175473" y="529900"/>
                  <a:pt x="1175878" y="529495"/>
                </a:cubicBezTo>
                <a:lnTo>
                  <a:pt x="1180735" y="520994"/>
                </a:lnTo>
                <a:cubicBezTo>
                  <a:pt x="1181140" y="520994"/>
                  <a:pt x="1181545" y="520589"/>
                  <a:pt x="1181950" y="520589"/>
                </a:cubicBezTo>
                <a:close/>
                <a:moveTo>
                  <a:pt x="696580" y="520589"/>
                </a:moveTo>
                <a:lnTo>
                  <a:pt x="705891" y="520589"/>
                </a:lnTo>
                <a:cubicBezTo>
                  <a:pt x="706296" y="520589"/>
                  <a:pt x="706700" y="520589"/>
                  <a:pt x="707105" y="520994"/>
                </a:cubicBezTo>
                <a:lnTo>
                  <a:pt x="711558" y="529090"/>
                </a:lnTo>
                <a:cubicBezTo>
                  <a:pt x="711963" y="529495"/>
                  <a:pt x="711963" y="529900"/>
                  <a:pt x="711558" y="530305"/>
                </a:cubicBezTo>
                <a:lnTo>
                  <a:pt x="707105" y="538401"/>
                </a:lnTo>
                <a:cubicBezTo>
                  <a:pt x="706700" y="538806"/>
                  <a:pt x="706296" y="539210"/>
                  <a:pt x="705891" y="539210"/>
                </a:cubicBezTo>
                <a:lnTo>
                  <a:pt x="696580" y="539210"/>
                </a:lnTo>
                <a:cubicBezTo>
                  <a:pt x="696175" y="539210"/>
                  <a:pt x="695770" y="538806"/>
                  <a:pt x="695366" y="538401"/>
                </a:cubicBezTo>
                <a:lnTo>
                  <a:pt x="690913" y="530305"/>
                </a:lnTo>
                <a:cubicBezTo>
                  <a:pt x="690508" y="529900"/>
                  <a:pt x="690508" y="529495"/>
                  <a:pt x="690913" y="529090"/>
                </a:cubicBezTo>
                <a:lnTo>
                  <a:pt x="695366" y="520994"/>
                </a:lnTo>
                <a:cubicBezTo>
                  <a:pt x="695770" y="520994"/>
                  <a:pt x="696175" y="520589"/>
                  <a:pt x="696580" y="520589"/>
                </a:cubicBezTo>
                <a:close/>
                <a:moveTo>
                  <a:pt x="3529457" y="520184"/>
                </a:moveTo>
                <a:lnTo>
                  <a:pt x="3539982" y="520184"/>
                </a:lnTo>
                <a:cubicBezTo>
                  <a:pt x="3540387" y="520184"/>
                  <a:pt x="3540792" y="520184"/>
                  <a:pt x="3541197" y="520589"/>
                </a:cubicBezTo>
                <a:lnTo>
                  <a:pt x="3546459" y="529495"/>
                </a:lnTo>
                <a:cubicBezTo>
                  <a:pt x="3546865" y="529899"/>
                  <a:pt x="3546865" y="530304"/>
                  <a:pt x="3546459" y="530709"/>
                </a:cubicBezTo>
                <a:lnTo>
                  <a:pt x="3541197" y="539615"/>
                </a:lnTo>
                <a:cubicBezTo>
                  <a:pt x="3541197" y="540020"/>
                  <a:pt x="3540792" y="540020"/>
                  <a:pt x="3539982" y="540020"/>
                </a:cubicBezTo>
                <a:lnTo>
                  <a:pt x="3529457" y="540020"/>
                </a:lnTo>
                <a:cubicBezTo>
                  <a:pt x="3529053" y="540020"/>
                  <a:pt x="3528648" y="540020"/>
                  <a:pt x="3528243" y="539615"/>
                </a:cubicBezTo>
                <a:lnTo>
                  <a:pt x="3522981" y="530709"/>
                </a:lnTo>
                <a:cubicBezTo>
                  <a:pt x="3522576" y="530304"/>
                  <a:pt x="3522576" y="529899"/>
                  <a:pt x="3522981" y="529495"/>
                </a:cubicBezTo>
                <a:lnTo>
                  <a:pt x="3528243" y="520589"/>
                </a:lnTo>
                <a:cubicBezTo>
                  <a:pt x="3528648" y="520589"/>
                  <a:pt x="3529053" y="520184"/>
                  <a:pt x="3529457" y="520184"/>
                </a:cubicBezTo>
                <a:close/>
                <a:moveTo>
                  <a:pt x="3206417" y="520184"/>
                </a:moveTo>
                <a:lnTo>
                  <a:pt x="3216132" y="520184"/>
                </a:lnTo>
                <a:cubicBezTo>
                  <a:pt x="3216537" y="520184"/>
                  <a:pt x="3216942" y="520589"/>
                  <a:pt x="3217347" y="520994"/>
                </a:cubicBezTo>
                <a:lnTo>
                  <a:pt x="3222205" y="529495"/>
                </a:lnTo>
                <a:cubicBezTo>
                  <a:pt x="3222609" y="529899"/>
                  <a:pt x="3222609" y="530304"/>
                  <a:pt x="3222205" y="530709"/>
                </a:cubicBezTo>
                <a:lnTo>
                  <a:pt x="3217347" y="539210"/>
                </a:lnTo>
                <a:cubicBezTo>
                  <a:pt x="3216942" y="539210"/>
                  <a:pt x="3216537" y="539615"/>
                  <a:pt x="3216132" y="540020"/>
                </a:cubicBezTo>
                <a:lnTo>
                  <a:pt x="3206417" y="540020"/>
                </a:lnTo>
                <a:cubicBezTo>
                  <a:pt x="3206012" y="540020"/>
                  <a:pt x="3205607" y="539615"/>
                  <a:pt x="3205203" y="539210"/>
                </a:cubicBezTo>
                <a:lnTo>
                  <a:pt x="3200345" y="530709"/>
                </a:lnTo>
                <a:cubicBezTo>
                  <a:pt x="3199940" y="530304"/>
                  <a:pt x="3199940" y="529899"/>
                  <a:pt x="3200345" y="529495"/>
                </a:cubicBezTo>
                <a:lnTo>
                  <a:pt x="3205203" y="520994"/>
                </a:lnTo>
                <a:cubicBezTo>
                  <a:pt x="3205607" y="520589"/>
                  <a:pt x="3206012" y="520184"/>
                  <a:pt x="3206417" y="520184"/>
                </a:cubicBezTo>
                <a:close/>
                <a:moveTo>
                  <a:pt x="3084974" y="520184"/>
                </a:moveTo>
                <a:lnTo>
                  <a:pt x="3094689" y="520184"/>
                </a:lnTo>
                <a:cubicBezTo>
                  <a:pt x="3095094" y="520184"/>
                  <a:pt x="3095499" y="520184"/>
                  <a:pt x="3095904" y="520589"/>
                </a:cubicBezTo>
                <a:lnTo>
                  <a:pt x="3100762" y="529090"/>
                </a:lnTo>
                <a:cubicBezTo>
                  <a:pt x="3101166" y="529495"/>
                  <a:pt x="3101166" y="529899"/>
                  <a:pt x="3100762" y="530304"/>
                </a:cubicBezTo>
                <a:lnTo>
                  <a:pt x="3095904" y="538805"/>
                </a:lnTo>
                <a:cubicBezTo>
                  <a:pt x="3095499" y="539210"/>
                  <a:pt x="3095094" y="539615"/>
                  <a:pt x="3094689" y="539210"/>
                </a:cubicBezTo>
                <a:lnTo>
                  <a:pt x="3084974" y="539210"/>
                </a:lnTo>
                <a:cubicBezTo>
                  <a:pt x="3084569" y="539210"/>
                  <a:pt x="3084164" y="539210"/>
                  <a:pt x="3083760" y="538805"/>
                </a:cubicBezTo>
                <a:lnTo>
                  <a:pt x="3078902" y="530304"/>
                </a:lnTo>
                <a:cubicBezTo>
                  <a:pt x="3078497" y="529899"/>
                  <a:pt x="3078497" y="529495"/>
                  <a:pt x="3078902" y="529090"/>
                </a:cubicBezTo>
                <a:lnTo>
                  <a:pt x="3083760" y="520589"/>
                </a:lnTo>
                <a:cubicBezTo>
                  <a:pt x="3084164" y="520589"/>
                  <a:pt x="3084569" y="520184"/>
                  <a:pt x="3084974" y="520184"/>
                </a:cubicBezTo>
                <a:close/>
                <a:moveTo>
                  <a:pt x="1991980" y="520184"/>
                </a:moveTo>
                <a:lnTo>
                  <a:pt x="2001695" y="520184"/>
                </a:lnTo>
                <a:cubicBezTo>
                  <a:pt x="2002100" y="520184"/>
                  <a:pt x="2002505" y="520589"/>
                  <a:pt x="2002910" y="520994"/>
                </a:cubicBezTo>
                <a:lnTo>
                  <a:pt x="2007768" y="529495"/>
                </a:lnTo>
                <a:cubicBezTo>
                  <a:pt x="2008172" y="529899"/>
                  <a:pt x="2008172" y="530304"/>
                  <a:pt x="2007768" y="530709"/>
                </a:cubicBezTo>
                <a:lnTo>
                  <a:pt x="2002910" y="539210"/>
                </a:lnTo>
                <a:cubicBezTo>
                  <a:pt x="2002505" y="539210"/>
                  <a:pt x="2002100" y="539615"/>
                  <a:pt x="2001695" y="540020"/>
                </a:cubicBezTo>
                <a:lnTo>
                  <a:pt x="1991980" y="540020"/>
                </a:lnTo>
                <a:cubicBezTo>
                  <a:pt x="1991575" y="540020"/>
                  <a:pt x="1991170" y="539615"/>
                  <a:pt x="1990765" y="539210"/>
                </a:cubicBezTo>
                <a:lnTo>
                  <a:pt x="1985908" y="530709"/>
                </a:lnTo>
                <a:cubicBezTo>
                  <a:pt x="1985503" y="530304"/>
                  <a:pt x="1985503" y="529899"/>
                  <a:pt x="1985908" y="529495"/>
                </a:cubicBezTo>
                <a:lnTo>
                  <a:pt x="1990765" y="520994"/>
                </a:lnTo>
                <a:cubicBezTo>
                  <a:pt x="1991170" y="520589"/>
                  <a:pt x="1991575" y="520184"/>
                  <a:pt x="1991980" y="520184"/>
                </a:cubicBezTo>
                <a:close/>
                <a:moveTo>
                  <a:pt x="3246088" y="519779"/>
                </a:moveTo>
                <a:lnTo>
                  <a:pt x="3257018" y="519779"/>
                </a:lnTo>
                <a:cubicBezTo>
                  <a:pt x="3257423" y="519779"/>
                  <a:pt x="3257828" y="519779"/>
                  <a:pt x="3258233" y="520184"/>
                </a:cubicBezTo>
                <a:lnTo>
                  <a:pt x="3263496" y="529494"/>
                </a:lnTo>
                <a:cubicBezTo>
                  <a:pt x="3263900" y="529899"/>
                  <a:pt x="3263900" y="530304"/>
                  <a:pt x="3263496" y="530709"/>
                </a:cubicBezTo>
                <a:lnTo>
                  <a:pt x="3258233" y="540020"/>
                </a:lnTo>
                <a:cubicBezTo>
                  <a:pt x="3257828" y="540424"/>
                  <a:pt x="3257423" y="540424"/>
                  <a:pt x="3257018" y="540424"/>
                </a:cubicBezTo>
                <a:lnTo>
                  <a:pt x="3246088" y="540424"/>
                </a:lnTo>
                <a:cubicBezTo>
                  <a:pt x="3245684" y="540424"/>
                  <a:pt x="3245279" y="540424"/>
                  <a:pt x="3244874" y="540020"/>
                </a:cubicBezTo>
                <a:lnTo>
                  <a:pt x="3239612" y="530709"/>
                </a:lnTo>
                <a:cubicBezTo>
                  <a:pt x="3239207" y="530304"/>
                  <a:pt x="3239207" y="529899"/>
                  <a:pt x="3239612" y="529494"/>
                </a:cubicBezTo>
                <a:lnTo>
                  <a:pt x="3244874" y="520184"/>
                </a:lnTo>
                <a:cubicBezTo>
                  <a:pt x="3245279" y="520184"/>
                  <a:pt x="3245684" y="519779"/>
                  <a:pt x="3246088" y="519779"/>
                </a:cubicBezTo>
                <a:close/>
                <a:moveTo>
                  <a:pt x="1222432" y="519779"/>
                </a:moveTo>
                <a:lnTo>
                  <a:pt x="1232552" y="519779"/>
                </a:lnTo>
                <a:cubicBezTo>
                  <a:pt x="1232957" y="519779"/>
                  <a:pt x="1233361" y="519779"/>
                  <a:pt x="1233766" y="520184"/>
                </a:cubicBezTo>
                <a:lnTo>
                  <a:pt x="1239029" y="529090"/>
                </a:lnTo>
                <a:cubicBezTo>
                  <a:pt x="1239434" y="529494"/>
                  <a:pt x="1239434" y="529899"/>
                  <a:pt x="1239029" y="530304"/>
                </a:cubicBezTo>
                <a:lnTo>
                  <a:pt x="1233766" y="539210"/>
                </a:lnTo>
                <a:cubicBezTo>
                  <a:pt x="1233766" y="539615"/>
                  <a:pt x="1233361" y="540020"/>
                  <a:pt x="1232552" y="539615"/>
                </a:cubicBezTo>
                <a:lnTo>
                  <a:pt x="1222432" y="539615"/>
                </a:lnTo>
                <a:cubicBezTo>
                  <a:pt x="1222027" y="539615"/>
                  <a:pt x="1221622" y="539615"/>
                  <a:pt x="1221217" y="539210"/>
                </a:cubicBezTo>
                <a:lnTo>
                  <a:pt x="1215955" y="530304"/>
                </a:lnTo>
                <a:cubicBezTo>
                  <a:pt x="1215550" y="529899"/>
                  <a:pt x="1215550" y="529494"/>
                  <a:pt x="1215955" y="529090"/>
                </a:cubicBezTo>
                <a:lnTo>
                  <a:pt x="1221217" y="520184"/>
                </a:lnTo>
                <a:cubicBezTo>
                  <a:pt x="1221622" y="520184"/>
                  <a:pt x="1222027" y="519779"/>
                  <a:pt x="1222432" y="519779"/>
                </a:cubicBezTo>
                <a:close/>
                <a:moveTo>
                  <a:pt x="736252" y="519779"/>
                </a:moveTo>
                <a:lnTo>
                  <a:pt x="747182" y="519779"/>
                </a:lnTo>
                <a:cubicBezTo>
                  <a:pt x="747586" y="519779"/>
                  <a:pt x="747991" y="519779"/>
                  <a:pt x="748396" y="520184"/>
                </a:cubicBezTo>
                <a:lnTo>
                  <a:pt x="753659" y="529494"/>
                </a:lnTo>
                <a:cubicBezTo>
                  <a:pt x="754063" y="529899"/>
                  <a:pt x="754063" y="530304"/>
                  <a:pt x="753659" y="530709"/>
                </a:cubicBezTo>
                <a:lnTo>
                  <a:pt x="748396" y="540020"/>
                </a:lnTo>
                <a:cubicBezTo>
                  <a:pt x="747991" y="540424"/>
                  <a:pt x="747586" y="540424"/>
                  <a:pt x="747182" y="540424"/>
                </a:cubicBezTo>
                <a:lnTo>
                  <a:pt x="736252" y="540424"/>
                </a:lnTo>
                <a:cubicBezTo>
                  <a:pt x="735847" y="540424"/>
                  <a:pt x="735442" y="540424"/>
                  <a:pt x="735037" y="540020"/>
                </a:cubicBezTo>
                <a:lnTo>
                  <a:pt x="729775" y="530709"/>
                </a:lnTo>
                <a:cubicBezTo>
                  <a:pt x="729370" y="530304"/>
                  <a:pt x="729370" y="529899"/>
                  <a:pt x="729775" y="529494"/>
                </a:cubicBezTo>
                <a:lnTo>
                  <a:pt x="735037" y="520184"/>
                </a:lnTo>
                <a:cubicBezTo>
                  <a:pt x="735442" y="520184"/>
                  <a:pt x="735847" y="519779"/>
                  <a:pt x="736252" y="519779"/>
                </a:cubicBezTo>
                <a:close/>
                <a:moveTo>
                  <a:pt x="3489381" y="519374"/>
                </a:moveTo>
                <a:lnTo>
                  <a:pt x="3499906" y="519374"/>
                </a:lnTo>
                <a:cubicBezTo>
                  <a:pt x="3500312" y="519374"/>
                  <a:pt x="3500716" y="519374"/>
                  <a:pt x="3501121" y="519779"/>
                </a:cubicBezTo>
                <a:lnTo>
                  <a:pt x="3506384" y="529089"/>
                </a:lnTo>
                <a:cubicBezTo>
                  <a:pt x="3506789" y="529494"/>
                  <a:pt x="3506789" y="529899"/>
                  <a:pt x="3506384" y="530304"/>
                </a:cubicBezTo>
                <a:lnTo>
                  <a:pt x="3501121" y="539615"/>
                </a:lnTo>
                <a:cubicBezTo>
                  <a:pt x="3500716" y="540019"/>
                  <a:pt x="3500312" y="540424"/>
                  <a:pt x="3499906" y="540019"/>
                </a:cubicBezTo>
                <a:lnTo>
                  <a:pt x="3489381" y="540019"/>
                </a:lnTo>
                <a:cubicBezTo>
                  <a:pt x="3488977" y="540019"/>
                  <a:pt x="3488572" y="540019"/>
                  <a:pt x="3488167" y="539615"/>
                </a:cubicBezTo>
                <a:lnTo>
                  <a:pt x="3482905" y="530304"/>
                </a:lnTo>
                <a:cubicBezTo>
                  <a:pt x="3482500" y="529899"/>
                  <a:pt x="3482500" y="529494"/>
                  <a:pt x="3482905" y="529089"/>
                </a:cubicBezTo>
                <a:lnTo>
                  <a:pt x="3488167" y="519779"/>
                </a:lnTo>
                <a:cubicBezTo>
                  <a:pt x="3488572" y="519779"/>
                  <a:pt x="3488977" y="519374"/>
                  <a:pt x="3489381" y="519374"/>
                </a:cubicBezTo>
                <a:close/>
                <a:moveTo>
                  <a:pt x="1262913" y="519374"/>
                </a:moveTo>
                <a:lnTo>
                  <a:pt x="1273033" y="519374"/>
                </a:lnTo>
                <a:cubicBezTo>
                  <a:pt x="1273438" y="519374"/>
                  <a:pt x="1273842" y="519779"/>
                  <a:pt x="1274247" y="520184"/>
                </a:cubicBezTo>
                <a:lnTo>
                  <a:pt x="1279510" y="529089"/>
                </a:lnTo>
                <a:cubicBezTo>
                  <a:pt x="1279915" y="529494"/>
                  <a:pt x="1279915" y="529899"/>
                  <a:pt x="1279510" y="530304"/>
                </a:cubicBezTo>
                <a:lnTo>
                  <a:pt x="1274247" y="539210"/>
                </a:lnTo>
                <a:cubicBezTo>
                  <a:pt x="1274247" y="539615"/>
                  <a:pt x="1273842" y="540019"/>
                  <a:pt x="1273033" y="539615"/>
                </a:cubicBezTo>
                <a:lnTo>
                  <a:pt x="1262913" y="539615"/>
                </a:lnTo>
                <a:cubicBezTo>
                  <a:pt x="1262508" y="539615"/>
                  <a:pt x="1262103" y="539615"/>
                  <a:pt x="1261698" y="539210"/>
                </a:cubicBezTo>
                <a:lnTo>
                  <a:pt x="1256436" y="530304"/>
                </a:lnTo>
                <a:cubicBezTo>
                  <a:pt x="1256031" y="529899"/>
                  <a:pt x="1256031" y="529494"/>
                  <a:pt x="1256436" y="529089"/>
                </a:cubicBezTo>
                <a:lnTo>
                  <a:pt x="1261698" y="520184"/>
                </a:lnTo>
                <a:cubicBezTo>
                  <a:pt x="1262103" y="519779"/>
                  <a:pt x="1262508" y="519374"/>
                  <a:pt x="1262913" y="519374"/>
                </a:cubicBezTo>
                <a:close/>
                <a:moveTo>
                  <a:pt x="1141469" y="519374"/>
                </a:moveTo>
                <a:lnTo>
                  <a:pt x="1151994" y="519374"/>
                </a:lnTo>
                <a:cubicBezTo>
                  <a:pt x="1152398" y="519374"/>
                  <a:pt x="1152803" y="519374"/>
                  <a:pt x="1153208" y="519779"/>
                </a:cubicBezTo>
                <a:lnTo>
                  <a:pt x="1158471" y="529089"/>
                </a:lnTo>
                <a:cubicBezTo>
                  <a:pt x="1158876" y="529494"/>
                  <a:pt x="1158876" y="529899"/>
                  <a:pt x="1158471" y="530304"/>
                </a:cubicBezTo>
                <a:lnTo>
                  <a:pt x="1153208" y="539615"/>
                </a:lnTo>
                <a:cubicBezTo>
                  <a:pt x="1152803" y="540019"/>
                  <a:pt x="1152398" y="540424"/>
                  <a:pt x="1151994" y="540019"/>
                </a:cubicBezTo>
                <a:lnTo>
                  <a:pt x="1141469" y="540019"/>
                </a:lnTo>
                <a:cubicBezTo>
                  <a:pt x="1141064" y="540019"/>
                  <a:pt x="1140659" y="540019"/>
                  <a:pt x="1140254" y="539615"/>
                </a:cubicBezTo>
                <a:lnTo>
                  <a:pt x="1134992" y="530304"/>
                </a:lnTo>
                <a:cubicBezTo>
                  <a:pt x="1134587" y="529899"/>
                  <a:pt x="1134587" y="529494"/>
                  <a:pt x="1134992" y="529089"/>
                </a:cubicBezTo>
                <a:lnTo>
                  <a:pt x="1140254" y="519779"/>
                </a:lnTo>
                <a:cubicBezTo>
                  <a:pt x="1140659" y="519779"/>
                  <a:pt x="1141064" y="519374"/>
                  <a:pt x="1141469" y="519374"/>
                </a:cubicBezTo>
                <a:close/>
                <a:moveTo>
                  <a:pt x="3326646" y="518970"/>
                </a:moveTo>
                <a:lnTo>
                  <a:pt x="3338386" y="518970"/>
                </a:lnTo>
                <a:cubicBezTo>
                  <a:pt x="3338791" y="518970"/>
                  <a:pt x="3339195" y="518970"/>
                  <a:pt x="3339600" y="519375"/>
                </a:cubicBezTo>
                <a:lnTo>
                  <a:pt x="3345672" y="529495"/>
                </a:lnTo>
                <a:cubicBezTo>
                  <a:pt x="3346077" y="529900"/>
                  <a:pt x="3346077" y="530305"/>
                  <a:pt x="3345672" y="530710"/>
                </a:cubicBezTo>
                <a:lnTo>
                  <a:pt x="3339600" y="540830"/>
                </a:lnTo>
                <a:cubicBezTo>
                  <a:pt x="3339600" y="541235"/>
                  <a:pt x="3339195" y="541235"/>
                  <a:pt x="3338386" y="541235"/>
                </a:cubicBezTo>
                <a:lnTo>
                  <a:pt x="3326646" y="541235"/>
                </a:lnTo>
                <a:cubicBezTo>
                  <a:pt x="3326242" y="541235"/>
                  <a:pt x="3325836" y="541235"/>
                  <a:pt x="3325432" y="540830"/>
                </a:cubicBezTo>
                <a:lnTo>
                  <a:pt x="3319360" y="530710"/>
                </a:lnTo>
                <a:cubicBezTo>
                  <a:pt x="3318955" y="530305"/>
                  <a:pt x="3318955" y="529900"/>
                  <a:pt x="3319360" y="529495"/>
                </a:cubicBezTo>
                <a:lnTo>
                  <a:pt x="3325432" y="519375"/>
                </a:lnTo>
                <a:cubicBezTo>
                  <a:pt x="3325836" y="519375"/>
                  <a:pt x="3326242" y="518970"/>
                  <a:pt x="3326646" y="518970"/>
                </a:cubicBezTo>
                <a:close/>
                <a:moveTo>
                  <a:pt x="3286166" y="518970"/>
                </a:moveTo>
                <a:lnTo>
                  <a:pt x="3297500" y="518970"/>
                </a:lnTo>
                <a:cubicBezTo>
                  <a:pt x="3297905" y="518970"/>
                  <a:pt x="3298310" y="518970"/>
                  <a:pt x="3298715" y="519375"/>
                </a:cubicBezTo>
                <a:lnTo>
                  <a:pt x="3304382" y="529090"/>
                </a:lnTo>
                <a:cubicBezTo>
                  <a:pt x="3304787" y="529495"/>
                  <a:pt x="3304787" y="529900"/>
                  <a:pt x="3304382" y="530305"/>
                </a:cubicBezTo>
                <a:lnTo>
                  <a:pt x="3298715" y="540020"/>
                </a:lnTo>
                <a:cubicBezTo>
                  <a:pt x="3298715" y="540425"/>
                  <a:pt x="3298310" y="540830"/>
                  <a:pt x="3297500" y="540425"/>
                </a:cubicBezTo>
                <a:lnTo>
                  <a:pt x="3286166" y="540425"/>
                </a:lnTo>
                <a:cubicBezTo>
                  <a:pt x="3285761" y="540425"/>
                  <a:pt x="3285356" y="540425"/>
                  <a:pt x="3284951" y="540020"/>
                </a:cubicBezTo>
                <a:lnTo>
                  <a:pt x="3279284" y="530305"/>
                </a:lnTo>
                <a:cubicBezTo>
                  <a:pt x="3278879" y="529900"/>
                  <a:pt x="3278879" y="529495"/>
                  <a:pt x="3279284" y="529090"/>
                </a:cubicBezTo>
                <a:lnTo>
                  <a:pt x="3284951" y="519375"/>
                </a:lnTo>
                <a:cubicBezTo>
                  <a:pt x="3285356" y="519375"/>
                  <a:pt x="3285761" y="518970"/>
                  <a:pt x="3286166" y="518970"/>
                </a:cubicBezTo>
                <a:close/>
                <a:moveTo>
                  <a:pt x="1100178" y="518970"/>
                </a:moveTo>
                <a:lnTo>
                  <a:pt x="1111918" y="518970"/>
                </a:lnTo>
                <a:cubicBezTo>
                  <a:pt x="1112323" y="518970"/>
                  <a:pt x="1112727" y="518970"/>
                  <a:pt x="1113132" y="519375"/>
                </a:cubicBezTo>
                <a:lnTo>
                  <a:pt x="1118800" y="529495"/>
                </a:lnTo>
                <a:cubicBezTo>
                  <a:pt x="1119205" y="529900"/>
                  <a:pt x="1119205" y="530305"/>
                  <a:pt x="1118800" y="530710"/>
                </a:cubicBezTo>
                <a:lnTo>
                  <a:pt x="1113132" y="540830"/>
                </a:lnTo>
                <a:cubicBezTo>
                  <a:pt x="1113132" y="540830"/>
                  <a:pt x="1112727" y="541235"/>
                  <a:pt x="1111918" y="541235"/>
                </a:cubicBezTo>
                <a:lnTo>
                  <a:pt x="1100178" y="541235"/>
                </a:lnTo>
                <a:cubicBezTo>
                  <a:pt x="1099773" y="541235"/>
                  <a:pt x="1099369" y="541235"/>
                  <a:pt x="1098964" y="540830"/>
                </a:cubicBezTo>
                <a:lnTo>
                  <a:pt x="1093297" y="530710"/>
                </a:lnTo>
                <a:cubicBezTo>
                  <a:pt x="1092892" y="530305"/>
                  <a:pt x="1092892" y="529900"/>
                  <a:pt x="1093297" y="529495"/>
                </a:cubicBezTo>
                <a:lnTo>
                  <a:pt x="1098964" y="519375"/>
                </a:lnTo>
                <a:cubicBezTo>
                  <a:pt x="1099369" y="519375"/>
                  <a:pt x="1099773" y="518970"/>
                  <a:pt x="1100178" y="518970"/>
                </a:cubicBezTo>
                <a:close/>
                <a:moveTo>
                  <a:pt x="1019215" y="518565"/>
                </a:moveTo>
                <a:lnTo>
                  <a:pt x="1030955" y="518565"/>
                </a:lnTo>
                <a:cubicBezTo>
                  <a:pt x="1031360" y="518565"/>
                  <a:pt x="1031764" y="518565"/>
                  <a:pt x="1032169" y="518970"/>
                </a:cubicBezTo>
                <a:lnTo>
                  <a:pt x="1037837" y="529090"/>
                </a:lnTo>
                <a:cubicBezTo>
                  <a:pt x="1038242" y="529495"/>
                  <a:pt x="1038242" y="529900"/>
                  <a:pt x="1037837" y="530305"/>
                </a:cubicBezTo>
                <a:lnTo>
                  <a:pt x="1032169" y="540425"/>
                </a:lnTo>
                <a:cubicBezTo>
                  <a:pt x="1031764" y="540830"/>
                  <a:pt x="1031360" y="541235"/>
                  <a:pt x="1030955" y="540830"/>
                </a:cubicBezTo>
                <a:lnTo>
                  <a:pt x="1019215" y="540830"/>
                </a:lnTo>
                <a:cubicBezTo>
                  <a:pt x="1018810" y="540830"/>
                  <a:pt x="1018406" y="540830"/>
                  <a:pt x="1018001" y="540425"/>
                </a:cubicBezTo>
                <a:lnTo>
                  <a:pt x="1012334" y="530305"/>
                </a:lnTo>
                <a:cubicBezTo>
                  <a:pt x="1011929" y="529900"/>
                  <a:pt x="1011929" y="529495"/>
                  <a:pt x="1012334" y="529090"/>
                </a:cubicBezTo>
                <a:lnTo>
                  <a:pt x="1018001" y="518970"/>
                </a:lnTo>
                <a:cubicBezTo>
                  <a:pt x="1018406" y="518970"/>
                  <a:pt x="1018810" y="518565"/>
                  <a:pt x="1019215" y="518565"/>
                </a:cubicBezTo>
                <a:close/>
                <a:moveTo>
                  <a:pt x="978734" y="518565"/>
                </a:moveTo>
                <a:lnTo>
                  <a:pt x="990474" y="518565"/>
                </a:lnTo>
                <a:cubicBezTo>
                  <a:pt x="990879" y="518565"/>
                  <a:pt x="991283" y="518970"/>
                  <a:pt x="991688" y="519375"/>
                </a:cubicBezTo>
                <a:lnTo>
                  <a:pt x="997761" y="529495"/>
                </a:lnTo>
                <a:cubicBezTo>
                  <a:pt x="998165" y="529900"/>
                  <a:pt x="998165" y="530305"/>
                  <a:pt x="997761" y="530709"/>
                </a:cubicBezTo>
                <a:lnTo>
                  <a:pt x="991688" y="540830"/>
                </a:lnTo>
                <a:cubicBezTo>
                  <a:pt x="991688" y="541235"/>
                  <a:pt x="991283" y="541235"/>
                  <a:pt x="990474" y="541639"/>
                </a:cubicBezTo>
                <a:lnTo>
                  <a:pt x="978734" y="541639"/>
                </a:lnTo>
                <a:cubicBezTo>
                  <a:pt x="978329" y="541639"/>
                  <a:pt x="977925" y="541235"/>
                  <a:pt x="977520" y="540830"/>
                </a:cubicBezTo>
                <a:lnTo>
                  <a:pt x="971448" y="530709"/>
                </a:lnTo>
                <a:cubicBezTo>
                  <a:pt x="971043" y="530305"/>
                  <a:pt x="971043" y="529900"/>
                  <a:pt x="971448" y="529495"/>
                </a:cubicBezTo>
                <a:lnTo>
                  <a:pt x="977520" y="519375"/>
                </a:lnTo>
                <a:cubicBezTo>
                  <a:pt x="977925" y="518970"/>
                  <a:pt x="978329" y="518565"/>
                  <a:pt x="978734" y="518565"/>
                </a:cubicBezTo>
                <a:close/>
                <a:moveTo>
                  <a:pt x="816809" y="518565"/>
                </a:moveTo>
                <a:lnTo>
                  <a:pt x="828954" y="518565"/>
                </a:lnTo>
                <a:cubicBezTo>
                  <a:pt x="829358" y="518565"/>
                  <a:pt x="829763" y="518565"/>
                  <a:pt x="830168" y="518970"/>
                </a:cubicBezTo>
                <a:lnTo>
                  <a:pt x="836240" y="529495"/>
                </a:lnTo>
                <a:cubicBezTo>
                  <a:pt x="836645" y="529900"/>
                  <a:pt x="836645" y="530305"/>
                  <a:pt x="836240" y="530709"/>
                </a:cubicBezTo>
                <a:lnTo>
                  <a:pt x="830168" y="541235"/>
                </a:lnTo>
                <a:cubicBezTo>
                  <a:pt x="829763" y="541639"/>
                  <a:pt x="829358" y="541639"/>
                  <a:pt x="828954" y="541639"/>
                </a:cubicBezTo>
                <a:lnTo>
                  <a:pt x="816809" y="541639"/>
                </a:lnTo>
                <a:cubicBezTo>
                  <a:pt x="816404" y="541639"/>
                  <a:pt x="816000" y="541639"/>
                  <a:pt x="815595" y="541235"/>
                </a:cubicBezTo>
                <a:lnTo>
                  <a:pt x="809523" y="530709"/>
                </a:lnTo>
                <a:cubicBezTo>
                  <a:pt x="809118" y="530305"/>
                  <a:pt x="809118" y="529900"/>
                  <a:pt x="809523" y="529495"/>
                </a:cubicBezTo>
                <a:lnTo>
                  <a:pt x="815595" y="518970"/>
                </a:lnTo>
                <a:cubicBezTo>
                  <a:pt x="816000" y="518970"/>
                  <a:pt x="816404" y="518565"/>
                  <a:pt x="816809" y="518565"/>
                </a:cubicBezTo>
                <a:close/>
                <a:moveTo>
                  <a:pt x="1059696" y="518160"/>
                </a:moveTo>
                <a:lnTo>
                  <a:pt x="1071436" y="518160"/>
                </a:lnTo>
                <a:cubicBezTo>
                  <a:pt x="1071841" y="518160"/>
                  <a:pt x="1072245" y="518565"/>
                  <a:pt x="1072650" y="518970"/>
                </a:cubicBezTo>
                <a:lnTo>
                  <a:pt x="1078318" y="529090"/>
                </a:lnTo>
                <a:cubicBezTo>
                  <a:pt x="1078723" y="529495"/>
                  <a:pt x="1078723" y="529900"/>
                  <a:pt x="1078318" y="530304"/>
                </a:cubicBezTo>
                <a:lnTo>
                  <a:pt x="1072650" y="540425"/>
                </a:lnTo>
                <a:cubicBezTo>
                  <a:pt x="1072245" y="540829"/>
                  <a:pt x="1071841" y="541234"/>
                  <a:pt x="1071436" y="540829"/>
                </a:cubicBezTo>
                <a:lnTo>
                  <a:pt x="1059696" y="540829"/>
                </a:lnTo>
                <a:cubicBezTo>
                  <a:pt x="1059291" y="540829"/>
                  <a:pt x="1058887" y="540829"/>
                  <a:pt x="1058482" y="540425"/>
                </a:cubicBezTo>
                <a:lnTo>
                  <a:pt x="1052815" y="530304"/>
                </a:lnTo>
                <a:cubicBezTo>
                  <a:pt x="1052410" y="529900"/>
                  <a:pt x="1052410" y="529495"/>
                  <a:pt x="1052815" y="529090"/>
                </a:cubicBezTo>
                <a:lnTo>
                  <a:pt x="1058482" y="518970"/>
                </a:lnTo>
                <a:cubicBezTo>
                  <a:pt x="1058887" y="518565"/>
                  <a:pt x="1059291" y="518160"/>
                  <a:pt x="1059696" y="518160"/>
                </a:cubicBezTo>
                <a:close/>
                <a:moveTo>
                  <a:pt x="897367" y="518160"/>
                </a:moveTo>
                <a:lnTo>
                  <a:pt x="909916" y="518160"/>
                </a:lnTo>
                <a:cubicBezTo>
                  <a:pt x="910321" y="518160"/>
                  <a:pt x="910726" y="518160"/>
                  <a:pt x="911131" y="518565"/>
                </a:cubicBezTo>
                <a:lnTo>
                  <a:pt x="917608" y="529495"/>
                </a:lnTo>
                <a:cubicBezTo>
                  <a:pt x="918013" y="529900"/>
                  <a:pt x="918013" y="530304"/>
                  <a:pt x="917608" y="530709"/>
                </a:cubicBezTo>
                <a:lnTo>
                  <a:pt x="911131" y="541639"/>
                </a:lnTo>
                <a:cubicBezTo>
                  <a:pt x="911131" y="542044"/>
                  <a:pt x="910726" y="542044"/>
                  <a:pt x="909916" y="542449"/>
                </a:cubicBezTo>
                <a:lnTo>
                  <a:pt x="897367" y="542449"/>
                </a:lnTo>
                <a:cubicBezTo>
                  <a:pt x="896962" y="542449"/>
                  <a:pt x="896558" y="542044"/>
                  <a:pt x="896153" y="541639"/>
                </a:cubicBezTo>
                <a:lnTo>
                  <a:pt x="889676" y="530709"/>
                </a:lnTo>
                <a:cubicBezTo>
                  <a:pt x="889271" y="530304"/>
                  <a:pt x="889271" y="529900"/>
                  <a:pt x="889676" y="529495"/>
                </a:cubicBezTo>
                <a:lnTo>
                  <a:pt x="896153" y="518565"/>
                </a:lnTo>
                <a:cubicBezTo>
                  <a:pt x="896558" y="518565"/>
                  <a:pt x="896962" y="518160"/>
                  <a:pt x="897367" y="518160"/>
                </a:cubicBezTo>
                <a:close/>
                <a:moveTo>
                  <a:pt x="856481" y="518160"/>
                </a:moveTo>
                <a:lnTo>
                  <a:pt x="869435" y="518160"/>
                </a:lnTo>
                <a:cubicBezTo>
                  <a:pt x="869840" y="518160"/>
                  <a:pt x="870245" y="518160"/>
                  <a:pt x="870650" y="518565"/>
                </a:cubicBezTo>
                <a:lnTo>
                  <a:pt x="877126" y="529495"/>
                </a:lnTo>
                <a:cubicBezTo>
                  <a:pt x="877531" y="529900"/>
                  <a:pt x="877531" y="530304"/>
                  <a:pt x="877126" y="530709"/>
                </a:cubicBezTo>
                <a:lnTo>
                  <a:pt x="870650" y="541639"/>
                </a:lnTo>
                <a:cubicBezTo>
                  <a:pt x="870650" y="542044"/>
                  <a:pt x="870245" y="542044"/>
                  <a:pt x="869435" y="542449"/>
                </a:cubicBezTo>
                <a:lnTo>
                  <a:pt x="856481" y="542449"/>
                </a:lnTo>
                <a:cubicBezTo>
                  <a:pt x="856076" y="542449"/>
                  <a:pt x="855671" y="542044"/>
                  <a:pt x="855267" y="541639"/>
                </a:cubicBezTo>
                <a:lnTo>
                  <a:pt x="848790" y="530709"/>
                </a:lnTo>
                <a:cubicBezTo>
                  <a:pt x="848385" y="530304"/>
                  <a:pt x="848385" y="529900"/>
                  <a:pt x="848790" y="529495"/>
                </a:cubicBezTo>
                <a:lnTo>
                  <a:pt x="855267" y="518565"/>
                </a:lnTo>
                <a:cubicBezTo>
                  <a:pt x="855671" y="518565"/>
                  <a:pt x="856076" y="518160"/>
                  <a:pt x="856481" y="518160"/>
                </a:cubicBezTo>
                <a:close/>
                <a:moveTo>
                  <a:pt x="775923" y="518160"/>
                </a:moveTo>
                <a:lnTo>
                  <a:pt x="788067" y="518160"/>
                </a:lnTo>
                <a:cubicBezTo>
                  <a:pt x="788472" y="518160"/>
                  <a:pt x="788877" y="518160"/>
                  <a:pt x="789282" y="518565"/>
                </a:cubicBezTo>
                <a:lnTo>
                  <a:pt x="795354" y="529090"/>
                </a:lnTo>
                <a:cubicBezTo>
                  <a:pt x="795759" y="529495"/>
                  <a:pt x="795759" y="529900"/>
                  <a:pt x="795354" y="530304"/>
                </a:cubicBezTo>
                <a:lnTo>
                  <a:pt x="789282" y="540829"/>
                </a:lnTo>
                <a:cubicBezTo>
                  <a:pt x="789282" y="541234"/>
                  <a:pt x="788877" y="541639"/>
                  <a:pt x="788067" y="541234"/>
                </a:cubicBezTo>
                <a:lnTo>
                  <a:pt x="775923" y="541234"/>
                </a:lnTo>
                <a:cubicBezTo>
                  <a:pt x="775518" y="541234"/>
                  <a:pt x="775114" y="541234"/>
                  <a:pt x="774709" y="540829"/>
                </a:cubicBezTo>
                <a:lnTo>
                  <a:pt x="768637" y="530304"/>
                </a:lnTo>
                <a:cubicBezTo>
                  <a:pt x="768232" y="529900"/>
                  <a:pt x="768232" y="529495"/>
                  <a:pt x="768637" y="529090"/>
                </a:cubicBezTo>
                <a:lnTo>
                  <a:pt x="774709" y="518565"/>
                </a:lnTo>
                <a:cubicBezTo>
                  <a:pt x="775114" y="518565"/>
                  <a:pt x="775518" y="518160"/>
                  <a:pt x="775923" y="518160"/>
                </a:cubicBezTo>
                <a:close/>
                <a:moveTo>
                  <a:pt x="937848" y="517350"/>
                </a:moveTo>
                <a:lnTo>
                  <a:pt x="950802" y="517350"/>
                </a:lnTo>
                <a:cubicBezTo>
                  <a:pt x="951207" y="517350"/>
                  <a:pt x="951612" y="517350"/>
                  <a:pt x="952016" y="517755"/>
                </a:cubicBezTo>
                <a:lnTo>
                  <a:pt x="958494" y="529090"/>
                </a:lnTo>
                <a:cubicBezTo>
                  <a:pt x="958898" y="529494"/>
                  <a:pt x="958898" y="529899"/>
                  <a:pt x="958494" y="530304"/>
                </a:cubicBezTo>
                <a:lnTo>
                  <a:pt x="952016" y="541639"/>
                </a:lnTo>
                <a:cubicBezTo>
                  <a:pt x="951612" y="542044"/>
                  <a:pt x="951207" y="542448"/>
                  <a:pt x="950802" y="542044"/>
                </a:cubicBezTo>
                <a:lnTo>
                  <a:pt x="937848" y="542044"/>
                </a:lnTo>
                <a:cubicBezTo>
                  <a:pt x="937443" y="542044"/>
                  <a:pt x="937039" y="542044"/>
                  <a:pt x="936634" y="541639"/>
                </a:cubicBezTo>
                <a:lnTo>
                  <a:pt x="930157" y="530304"/>
                </a:lnTo>
                <a:cubicBezTo>
                  <a:pt x="929752" y="529899"/>
                  <a:pt x="929752" y="529494"/>
                  <a:pt x="930157" y="529090"/>
                </a:cubicBezTo>
                <a:lnTo>
                  <a:pt x="936634" y="517755"/>
                </a:lnTo>
                <a:cubicBezTo>
                  <a:pt x="937039" y="517755"/>
                  <a:pt x="937443" y="517350"/>
                  <a:pt x="937848" y="517350"/>
                </a:cubicBezTo>
                <a:close/>
                <a:moveTo>
                  <a:pt x="3366318" y="516541"/>
                </a:moveTo>
                <a:lnTo>
                  <a:pt x="3380082" y="516541"/>
                </a:lnTo>
                <a:cubicBezTo>
                  <a:pt x="3380486" y="516541"/>
                  <a:pt x="3380891" y="516541"/>
                  <a:pt x="3381296" y="516946"/>
                </a:cubicBezTo>
                <a:lnTo>
                  <a:pt x="3388178" y="529090"/>
                </a:lnTo>
                <a:cubicBezTo>
                  <a:pt x="3388582" y="529495"/>
                  <a:pt x="3388582" y="529900"/>
                  <a:pt x="3388178" y="530305"/>
                </a:cubicBezTo>
                <a:lnTo>
                  <a:pt x="3381296" y="542449"/>
                </a:lnTo>
                <a:cubicBezTo>
                  <a:pt x="3380891" y="542854"/>
                  <a:pt x="3380486" y="543259"/>
                  <a:pt x="3380082" y="542854"/>
                </a:cubicBezTo>
                <a:lnTo>
                  <a:pt x="3366318" y="542854"/>
                </a:lnTo>
                <a:cubicBezTo>
                  <a:pt x="3365913" y="542854"/>
                  <a:pt x="3365508" y="542854"/>
                  <a:pt x="3365104" y="542449"/>
                </a:cubicBezTo>
                <a:lnTo>
                  <a:pt x="3358222" y="530305"/>
                </a:lnTo>
                <a:cubicBezTo>
                  <a:pt x="3357817" y="529900"/>
                  <a:pt x="3357817" y="529495"/>
                  <a:pt x="3358222" y="529090"/>
                </a:cubicBezTo>
                <a:lnTo>
                  <a:pt x="3365104" y="516946"/>
                </a:lnTo>
                <a:cubicBezTo>
                  <a:pt x="3365508" y="516946"/>
                  <a:pt x="3365913" y="516541"/>
                  <a:pt x="3366318" y="516541"/>
                </a:cubicBezTo>
                <a:close/>
                <a:moveTo>
                  <a:pt x="3405990" y="516136"/>
                </a:moveTo>
                <a:lnTo>
                  <a:pt x="3420967" y="516136"/>
                </a:lnTo>
                <a:cubicBezTo>
                  <a:pt x="3421373" y="516136"/>
                  <a:pt x="3421777" y="516136"/>
                  <a:pt x="3422182" y="516541"/>
                </a:cubicBezTo>
                <a:lnTo>
                  <a:pt x="3429874" y="529495"/>
                </a:lnTo>
                <a:cubicBezTo>
                  <a:pt x="3430278" y="529900"/>
                  <a:pt x="3430278" y="530304"/>
                  <a:pt x="3429874" y="530709"/>
                </a:cubicBezTo>
                <a:lnTo>
                  <a:pt x="3422182" y="543663"/>
                </a:lnTo>
                <a:cubicBezTo>
                  <a:pt x="3422182" y="544068"/>
                  <a:pt x="3421777" y="544068"/>
                  <a:pt x="3420967" y="544068"/>
                </a:cubicBezTo>
                <a:lnTo>
                  <a:pt x="3405990" y="544068"/>
                </a:lnTo>
                <a:cubicBezTo>
                  <a:pt x="3405585" y="544068"/>
                  <a:pt x="3405180" y="544068"/>
                  <a:pt x="3404775" y="543663"/>
                </a:cubicBezTo>
                <a:lnTo>
                  <a:pt x="3397084" y="530709"/>
                </a:lnTo>
                <a:cubicBezTo>
                  <a:pt x="3396679" y="530304"/>
                  <a:pt x="3396679" y="529900"/>
                  <a:pt x="3397084" y="529495"/>
                </a:cubicBezTo>
                <a:lnTo>
                  <a:pt x="3404775" y="516541"/>
                </a:lnTo>
                <a:cubicBezTo>
                  <a:pt x="3405180" y="516541"/>
                  <a:pt x="3405585" y="516136"/>
                  <a:pt x="3405990" y="516136"/>
                </a:cubicBezTo>
                <a:close/>
                <a:moveTo>
                  <a:pt x="3446067" y="514517"/>
                </a:moveTo>
                <a:lnTo>
                  <a:pt x="3461854" y="514517"/>
                </a:lnTo>
                <a:cubicBezTo>
                  <a:pt x="3462259" y="514517"/>
                  <a:pt x="3462664" y="514922"/>
                  <a:pt x="3463069" y="515327"/>
                </a:cubicBezTo>
                <a:lnTo>
                  <a:pt x="3470760" y="529090"/>
                </a:lnTo>
                <a:cubicBezTo>
                  <a:pt x="3471165" y="529495"/>
                  <a:pt x="3471165" y="529900"/>
                  <a:pt x="3470760" y="530305"/>
                </a:cubicBezTo>
                <a:lnTo>
                  <a:pt x="3463069" y="544068"/>
                </a:lnTo>
                <a:cubicBezTo>
                  <a:pt x="3463069" y="544473"/>
                  <a:pt x="3462664" y="544878"/>
                  <a:pt x="3461854" y="544473"/>
                </a:cubicBezTo>
                <a:lnTo>
                  <a:pt x="3446067" y="544473"/>
                </a:lnTo>
                <a:cubicBezTo>
                  <a:pt x="3445662" y="544473"/>
                  <a:pt x="3445257" y="544473"/>
                  <a:pt x="3444852" y="544068"/>
                </a:cubicBezTo>
                <a:lnTo>
                  <a:pt x="3437161" y="530305"/>
                </a:lnTo>
                <a:cubicBezTo>
                  <a:pt x="3436756" y="529900"/>
                  <a:pt x="3436756" y="529495"/>
                  <a:pt x="3437161" y="529090"/>
                </a:cubicBezTo>
                <a:lnTo>
                  <a:pt x="3444852" y="515327"/>
                </a:lnTo>
                <a:cubicBezTo>
                  <a:pt x="3445257" y="514922"/>
                  <a:pt x="3445662" y="514517"/>
                  <a:pt x="3446067" y="514517"/>
                </a:cubicBezTo>
                <a:close/>
                <a:moveTo>
                  <a:pt x="4101458" y="488204"/>
                </a:moveTo>
                <a:lnTo>
                  <a:pt x="4102672" y="488204"/>
                </a:lnTo>
                <a:lnTo>
                  <a:pt x="4103482" y="489419"/>
                </a:lnTo>
                <a:lnTo>
                  <a:pt x="4102672" y="490633"/>
                </a:lnTo>
                <a:lnTo>
                  <a:pt x="4101458" y="490633"/>
                </a:lnTo>
                <a:lnTo>
                  <a:pt x="4100648" y="489419"/>
                </a:lnTo>
                <a:close/>
                <a:moveTo>
                  <a:pt x="2602842" y="487799"/>
                </a:moveTo>
                <a:lnTo>
                  <a:pt x="2604866" y="487799"/>
                </a:lnTo>
                <a:lnTo>
                  <a:pt x="2605675" y="489418"/>
                </a:lnTo>
                <a:lnTo>
                  <a:pt x="2604866" y="491037"/>
                </a:lnTo>
                <a:lnTo>
                  <a:pt x="2602842" y="491037"/>
                </a:lnTo>
                <a:lnTo>
                  <a:pt x="2602032" y="489418"/>
                </a:lnTo>
                <a:close/>
                <a:moveTo>
                  <a:pt x="2562361" y="487799"/>
                </a:moveTo>
                <a:lnTo>
                  <a:pt x="2564385" y="487799"/>
                </a:lnTo>
                <a:lnTo>
                  <a:pt x="2565194" y="489418"/>
                </a:lnTo>
                <a:lnTo>
                  <a:pt x="2564385" y="491037"/>
                </a:lnTo>
                <a:lnTo>
                  <a:pt x="2562361" y="491037"/>
                </a:lnTo>
                <a:lnTo>
                  <a:pt x="2561551" y="489418"/>
                </a:lnTo>
                <a:close/>
                <a:moveTo>
                  <a:pt x="3898242" y="487394"/>
                </a:moveTo>
                <a:lnTo>
                  <a:pt x="3900671" y="487394"/>
                </a:lnTo>
                <a:lnTo>
                  <a:pt x="3901886" y="489418"/>
                </a:lnTo>
                <a:lnTo>
                  <a:pt x="3900671" y="491442"/>
                </a:lnTo>
                <a:lnTo>
                  <a:pt x="3898242" y="491442"/>
                </a:lnTo>
                <a:lnTo>
                  <a:pt x="3897028" y="489418"/>
                </a:lnTo>
                <a:close/>
                <a:moveTo>
                  <a:pt x="2967173" y="487394"/>
                </a:moveTo>
                <a:lnTo>
                  <a:pt x="2969602" y="487394"/>
                </a:lnTo>
                <a:lnTo>
                  <a:pt x="2970817" y="489418"/>
                </a:lnTo>
                <a:lnTo>
                  <a:pt x="2969602" y="491442"/>
                </a:lnTo>
                <a:lnTo>
                  <a:pt x="2967173" y="491442"/>
                </a:lnTo>
                <a:lnTo>
                  <a:pt x="2965959" y="489418"/>
                </a:lnTo>
                <a:close/>
                <a:moveTo>
                  <a:pt x="2926692" y="487394"/>
                </a:moveTo>
                <a:lnTo>
                  <a:pt x="2929121" y="487394"/>
                </a:lnTo>
                <a:lnTo>
                  <a:pt x="2930336" y="489418"/>
                </a:lnTo>
                <a:lnTo>
                  <a:pt x="2929121" y="491442"/>
                </a:lnTo>
                <a:lnTo>
                  <a:pt x="2926692" y="491442"/>
                </a:lnTo>
                <a:lnTo>
                  <a:pt x="2925478" y="489418"/>
                </a:lnTo>
                <a:close/>
                <a:moveTo>
                  <a:pt x="2886210" y="487394"/>
                </a:moveTo>
                <a:lnTo>
                  <a:pt x="2888639" y="487394"/>
                </a:lnTo>
                <a:lnTo>
                  <a:pt x="2889854" y="489418"/>
                </a:lnTo>
                <a:lnTo>
                  <a:pt x="2888639" y="491442"/>
                </a:lnTo>
                <a:lnTo>
                  <a:pt x="2886210" y="491442"/>
                </a:lnTo>
                <a:lnTo>
                  <a:pt x="2884996" y="489418"/>
                </a:lnTo>
                <a:close/>
                <a:moveTo>
                  <a:pt x="2845729" y="487394"/>
                </a:moveTo>
                <a:lnTo>
                  <a:pt x="2848158" y="487394"/>
                </a:lnTo>
                <a:lnTo>
                  <a:pt x="2849373" y="489418"/>
                </a:lnTo>
                <a:lnTo>
                  <a:pt x="2848158" y="491442"/>
                </a:lnTo>
                <a:lnTo>
                  <a:pt x="2845729" y="491442"/>
                </a:lnTo>
                <a:lnTo>
                  <a:pt x="2844515" y="489418"/>
                </a:lnTo>
                <a:close/>
                <a:moveTo>
                  <a:pt x="2805248" y="487394"/>
                </a:moveTo>
                <a:lnTo>
                  <a:pt x="2807677" y="487394"/>
                </a:lnTo>
                <a:lnTo>
                  <a:pt x="2808892" y="489418"/>
                </a:lnTo>
                <a:lnTo>
                  <a:pt x="2807677" y="491442"/>
                </a:lnTo>
                <a:lnTo>
                  <a:pt x="2805248" y="491442"/>
                </a:lnTo>
                <a:lnTo>
                  <a:pt x="2804034" y="489418"/>
                </a:lnTo>
                <a:close/>
                <a:moveTo>
                  <a:pt x="2764767" y="487394"/>
                </a:moveTo>
                <a:lnTo>
                  <a:pt x="2767196" y="487394"/>
                </a:lnTo>
                <a:lnTo>
                  <a:pt x="2768411" y="489418"/>
                </a:lnTo>
                <a:lnTo>
                  <a:pt x="2767196" y="491442"/>
                </a:lnTo>
                <a:lnTo>
                  <a:pt x="2764767" y="491442"/>
                </a:lnTo>
                <a:lnTo>
                  <a:pt x="2763553" y="489418"/>
                </a:lnTo>
                <a:close/>
                <a:moveTo>
                  <a:pt x="2643324" y="487394"/>
                </a:moveTo>
                <a:lnTo>
                  <a:pt x="2645752" y="487394"/>
                </a:lnTo>
                <a:lnTo>
                  <a:pt x="2646967" y="489418"/>
                </a:lnTo>
                <a:lnTo>
                  <a:pt x="2645752" y="491442"/>
                </a:lnTo>
                <a:lnTo>
                  <a:pt x="2643324" y="491442"/>
                </a:lnTo>
                <a:lnTo>
                  <a:pt x="2642109" y="489418"/>
                </a:lnTo>
                <a:close/>
                <a:moveTo>
                  <a:pt x="2440917" y="487394"/>
                </a:moveTo>
                <a:lnTo>
                  <a:pt x="2443345" y="487394"/>
                </a:lnTo>
                <a:lnTo>
                  <a:pt x="2444560" y="489418"/>
                </a:lnTo>
                <a:lnTo>
                  <a:pt x="2443345" y="491442"/>
                </a:lnTo>
                <a:lnTo>
                  <a:pt x="2440917" y="491442"/>
                </a:lnTo>
                <a:lnTo>
                  <a:pt x="2439702" y="489418"/>
                </a:lnTo>
                <a:close/>
                <a:moveTo>
                  <a:pt x="2400840" y="487394"/>
                </a:moveTo>
                <a:lnTo>
                  <a:pt x="2402864" y="487394"/>
                </a:lnTo>
                <a:lnTo>
                  <a:pt x="2404079" y="489418"/>
                </a:lnTo>
                <a:lnTo>
                  <a:pt x="2402864" y="491442"/>
                </a:lnTo>
                <a:lnTo>
                  <a:pt x="2400840" y="491442"/>
                </a:lnTo>
                <a:lnTo>
                  <a:pt x="2399626" y="489418"/>
                </a:lnTo>
                <a:close/>
                <a:moveTo>
                  <a:pt x="2360359" y="487394"/>
                </a:moveTo>
                <a:lnTo>
                  <a:pt x="2362383" y="487394"/>
                </a:lnTo>
                <a:lnTo>
                  <a:pt x="2363598" y="489418"/>
                </a:lnTo>
                <a:lnTo>
                  <a:pt x="2362383" y="491442"/>
                </a:lnTo>
                <a:lnTo>
                  <a:pt x="2360359" y="491442"/>
                </a:lnTo>
                <a:lnTo>
                  <a:pt x="2359145" y="489418"/>
                </a:lnTo>
                <a:close/>
                <a:moveTo>
                  <a:pt x="2319474" y="487394"/>
                </a:moveTo>
                <a:lnTo>
                  <a:pt x="2321902" y="487394"/>
                </a:lnTo>
                <a:lnTo>
                  <a:pt x="2323117" y="489418"/>
                </a:lnTo>
                <a:lnTo>
                  <a:pt x="2321902" y="491442"/>
                </a:lnTo>
                <a:lnTo>
                  <a:pt x="2319474" y="491442"/>
                </a:lnTo>
                <a:lnTo>
                  <a:pt x="2318259" y="489418"/>
                </a:lnTo>
                <a:close/>
                <a:moveTo>
                  <a:pt x="1590811" y="487394"/>
                </a:moveTo>
                <a:lnTo>
                  <a:pt x="1593239" y="487394"/>
                </a:lnTo>
                <a:lnTo>
                  <a:pt x="1594454" y="489418"/>
                </a:lnTo>
                <a:lnTo>
                  <a:pt x="1593239" y="491442"/>
                </a:lnTo>
                <a:lnTo>
                  <a:pt x="1590811" y="491442"/>
                </a:lnTo>
                <a:lnTo>
                  <a:pt x="1589596" y="489418"/>
                </a:lnTo>
                <a:close/>
                <a:moveTo>
                  <a:pt x="1550734" y="487394"/>
                </a:moveTo>
                <a:lnTo>
                  <a:pt x="1552758" y="487394"/>
                </a:lnTo>
                <a:lnTo>
                  <a:pt x="1553973" y="489418"/>
                </a:lnTo>
                <a:lnTo>
                  <a:pt x="1552758" y="491442"/>
                </a:lnTo>
                <a:lnTo>
                  <a:pt x="1550734" y="491442"/>
                </a:lnTo>
                <a:lnTo>
                  <a:pt x="1549520" y="489418"/>
                </a:lnTo>
                <a:close/>
                <a:moveTo>
                  <a:pt x="1510253" y="487394"/>
                </a:moveTo>
                <a:lnTo>
                  <a:pt x="1512277" y="487394"/>
                </a:lnTo>
                <a:lnTo>
                  <a:pt x="1513492" y="489418"/>
                </a:lnTo>
                <a:lnTo>
                  <a:pt x="1512277" y="491442"/>
                </a:lnTo>
                <a:lnTo>
                  <a:pt x="1510253" y="491442"/>
                </a:lnTo>
                <a:lnTo>
                  <a:pt x="1509039" y="489418"/>
                </a:lnTo>
                <a:close/>
                <a:moveTo>
                  <a:pt x="1469367" y="487394"/>
                </a:moveTo>
                <a:lnTo>
                  <a:pt x="1471795" y="487394"/>
                </a:lnTo>
                <a:lnTo>
                  <a:pt x="1473010" y="489418"/>
                </a:lnTo>
                <a:lnTo>
                  <a:pt x="1471795" y="491442"/>
                </a:lnTo>
                <a:lnTo>
                  <a:pt x="1469367" y="491442"/>
                </a:lnTo>
                <a:lnTo>
                  <a:pt x="1468152" y="489418"/>
                </a:lnTo>
                <a:close/>
                <a:moveTo>
                  <a:pt x="1428886" y="487394"/>
                </a:moveTo>
                <a:lnTo>
                  <a:pt x="1431314" y="487394"/>
                </a:lnTo>
                <a:lnTo>
                  <a:pt x="1432529" y="489418"/>
                </a:lnTo>
                <a:lnTo>
                  <a:pt x="1431314" y="491442"/>
                </a:lnTo>
                <a:lnTo>
                  <a:pt x="1428886" y="491442"/>
                </a:lnTo>
                <a:lnTo>
                  <a:pt x="1427671" y="489418"/>
                </a:lnTo>
                <a:close/>
                <a:moveTo>
                  <a:pt x="1388405" y="487394"/>
                </a:moveTo>
                <a:lnTo>
                  <a:pt x="1390833" y="487394"/>
                </a:lnTo>
                <a:lnTo>
                  <a:pt x="1392048" y="489418"/>
                </a:lnTo>
                <a:lnTo>
                  <a:pt x="1390833" y="491442"/>
                </a:lnTo>
                <a:lnTo>
                  <a:pt x="1388405" y="491442"/>
                </a:lnTo>
                <a:lnTo>
                  <a:pt x="1387190" y="489418"/>
                </a:lnTo>
                <a:close/>
                <a:moveTo>
                  <a:pt x="1347924" y="487394"/>
                </a:moveTo>
                <a:lnTo>
                  <a:pt x="1350352" y="487394"/>
                </a:lnTo>
                <a:lnTo>
                  <a:pt x="1351567" y="489418"/>
                </a:lnTo>
                <a:lnTo>
                  <a:pt x="1350352" y="491442"/>
                </a:lnTo>
                <a:lnTo>
                  <a:pt x="1347924" y="491442"/>
                </a:lnTo>
                <a:lnTo>
                  <a:pt x="1346709" y="489418"/>
                </a:lnTo>
                <a:close/>
                <a:moveTo>
                  <a:pt x="3938319" y="486989"/>
                </a:moveTo>
                <a:lnTo>
                  <a:pt x="3941152" y="486989"/>
                </a:lnTo>
                <a:lnTo>
                  <a:pt x="3942367" y="489418"/>
                </a:lnTo>
                <a:lnTo>
                  <a:pt x="3941152" y="491847"/>
                </a:lnTo>
                <a:lnTo>
                  <a:pt x="3938319" y="491847"/>
                </a:lnTo>
                <a:lnTo>
                  <a:pt x="3937104" y="489418"/>
                </a:lnTo>
                <a:close/>
                <a:moveTo>
                  <a:pt x="3048135" y="486989"/>
                </a:moveTo>
                <a:lnTo>
                  <a:pt x="3050969" y="486989"/>
                </a:lnTo>
                <a:lnTo>
                  <a:pt x="3052588" y="489418"/>
                </a:lnTo>
                <a:lnTo>
                  <a:pt x="3050969" y="491847"/>
                </a:lnTo>
                <a:lnTo>
                  <a:pt x="3048135" y="491847"/>
                </a:lnTo>
                <a:lnTo>
                  <a:pt x="3046516" y="489418"/>
                </a:lnTo>
                <a:close/>
                <a:moveTo>
                  <a:pt x="3007654" y="486989"/>
                </a:moveTo>
                <a:lnTo>
                  <a:pt x="3010083" y="486989"/>
                </a:lnTo>
                <a:lnTo>
                  <a:pt x="3011298" y="489418"/>
                </a:lnTo>
                <a:lnTo>
                  <a:pt x="3010083" y="491847"/>
                </a:lnTo>
                <a:lnTo>
                  <a:pt x="3007654" y="491847"/>
                </a:lnTo>
                <a:lnTo>
                  <a:pt x="3006440" y="489418"/>
                </a:lnTo>
                <a:close/>
                <a:moveTo>
                  <a:pt x="2723881" y="486989"/>
                </a:moveTo>
                <a:lnTo>
                  <a:pt x="2726714" y="486989"/>
                </a:lnTo>
                <a:lnTo>
                  <a:pt x="2727929" y="489418"/>
                </a:lnTo>
                <a:lnTo>
                  <a:pt x="2726714" y="491847"/>
                </a:lnTo>
                <a:lnTo>
                  <a:pt x="2723881" y="491847"/>
                </a:lnTo>
                <a:lnTo>
                  <a:pt x="2722666" y="489418"/>
                </a:lnTo>
                <a:close/>
                <a:moveTo>
                  <a:pt x="2278992" y="486989"/>
                </a:moveTo>
                <a:lnTo>
                  <a:pt x="2281826" y="486989"/>
                </a:lnTo>
                <a:lnTo>
                  <a:pt x="2283445" y="489418"/>
                </a:lnTo>
                <a:lnTo>
                  <a:pt x="2281826" y="491847"/>
                </a:lnTo>
                <a:lnTo>
                  <a:pt x="2278992" y="491847"/>
                </a:lnTo>
                <a:lnTo>
                  <a:pt x="2277373" y="489418"/>
                </a:lnTo>
                <a:close/>
                <a:moveTo>
                  <a:pt x="1307037" y="486989"/>
                </a:moveTo>
                <a:lnTo>
                  <a:pt x="1309871" y="486989"/>
                </a:lnTo>
                <a:lnTo>
                  <a:pt x="1311086" y="489418"/>
                </a:lnTo>
                <a:lnTo>
                  <a:pt x="1309871" y="491847"/>
                </a:lnTo>
                <a:lnTo>
                  <a:pt x="1307037" y="491847"/>
                </a:lnTo>
                <a:lnTo>
                  <a:pt x="1305823" y="489418"/>
                </a:lnTo>
                <a:close/>
                <a:moveTo>
                  <a:pt x="4059762" y="486585"/>
                </a:moveTo>
                <a:lnTo>
                  <a:pt x="4063001" y="486585"/>
                </a:lnTo>
                <a:lnTo>
                  <a:pt x="4064620" y="489419"/>
                </a:lnTo>
                <a:lnTo>
                  <a:pt x="4063001" y="492252"/>
                </a:lnTo>
                <a:lnTo>
                  <a:pt x="4059762" y="492252"/>
                </a:lnTo>
                <a:lnTo>
                  <a:pt x="4058143" y="489419"/>
                </a:lnTo>
                <a:close/>
                <a:moveTo>
                  <a:pt x="4019280" y="486585"/>
                </a:moveTo>
                <a:lnTo>
                  <a:pt x="4022519" y="486585"/>
                </a:lnTo>
                <a:lnTo>
                  <a:pt x="4024138" y="489419"/>
                </a:lnTo>
                <a:lnTo>
                  <a:pt x="4022519" y="492252"/>
                </a:lnTo>
                <a:lnTo>
                  <a:pt x="4019280" y="492252"/>
                </a:lnTo>
                <a:lnTo>
                  <a:pt x="4017661" y="489419"/>
                </a:lnTo>
                <a:close/>
                <a:moveTo>
                  <a:pt x="3978799" y="486585"/>
                </a:moveTo>
                <a:lnTo>
                  <a:pt x="3982038" y="486585"/>
                </a:lnTo>
                <a:lnTo>
                  <a:pt x="3983657" y="489419"/>
                </a:lnTo>
                <a:lnTo>
                  <a:pt x="3982038" y="492252"/>
                </a:lnTo>
                <a:lnTo>
                  <a:pt x="3978799" y="492252"/>
                </a:lnTo>
                <a:lnTo>
                  <a:pt x="3977180" y="489419"/>
                </a:lnTo>
                <a:close/>
                <a:moveTo>
                  <a:pt x="3816874" y="486585"/>
                </a:moveTo>
                <a:lnTo>
                  <a:pt x="3820113" y="486585"/>
                </a:lnTo>
                <a:lnTo>
                  <a:pt x="3821732" y="489419"/>
                </a:lnTo>
                <a:lnTo>
                  <a:pt x="3820113" y="492252"/>
                </a:lnTo>
                <a:lnTo>
                  <a:pt x="3816874" y="492252"/>
                </a:lnTo>
                <a:lnTo>
                  <a:pt x="3815255" y="489419"/>
                </a:lnTo>
                <a:close/>
                <a:moveTo>
                  <a:pt x="3857356" y="486180"/>
                </a:moveTo>
                <a:lnTo>
                  <a:pt x="3860999" y="486180"/>
                </a:lnTo>
                <a:lnTo>
                  <a:pt x="3863024" y="489419"/>
                </a:lnTo>
                <a:lnTo>
                  <a:pt x="3860999" y="492657"/>
                </a:lnTo>
                <a:lnTo>
                  <a:pt x="3857356" y="492657"/>
                </a:lnTo>
                <a:lnTo>
                  <a:pt x="3855332" y="489419"/>
                </a:lnTo>
                <a:close/>
                <a:moveTo>
                  <a:pt x="2035295" y="485775"/>
                </a:moveTo>
                <a:lnTo>
                  <a:pt x="2038938" y="485775"/>
                </a:lnTo>
                <a:cubicBezTo>
                  <a:pt x="2039343" y="485775"/>
                  <a:pt x="2039748" y="485775"/>
                  <a:pt x="2040153" y="486180"/>
                </a:cubicBezTo>
                <a:lnTo>
                  <a:pt x="2041772" y="489013"/>
                </a:lnTo>
                <a:cubicBezTo>
                  <a:pt x="2042177" y="489418"/>
                  <a:pt x="2042177" y="489823"/>
                  <a:pt x="2041772" y="490228"/>
                </a:cubicBezTo>
                <a:lnTo>
                  <a:pt x="2040153" y="493062"/>
                </a:lnTo>
                <a:cubicBezTo>
                  <a:pt x="2039748" y="493466"/>
                  <a:pt x="2039343" y="493466"/>
                  <a:pt x="2038938" y="493466"/>
                </a:cubicBezTo>
                <a:lnTo>
                  <a:pt x="2035295" y="493466"/>
                </a:lnTo>
                <a:cubicBezTo>
                  <a:pt x="2034890" y="493466"/>
                  <a:pt x="2034486" y="493466"/>
                  <a:pt x="2034081" y="493062"/>
                </a:cubicBezTo>
                <a:lnTo>
                  <a:pt x="2032462" y="490228"/>
                </a:lnTo>
                <a:cubicBezTo>
                  <a:pt x="2032057" y="489823"/>
                  <a:pt x="2032057" y="489418"/>
                  <a:pt x="2032462" y="489013"/>
                </a:cubicBezTo>
                <a:lnTo>
                  <a:pt x="2034081" y="486180"/>
                </a:lnTo>
                <a:cubicBezTo>
                  <a:pt x="2034486" y="486180"/>
                  <a:pt x="2034890" y="485775"/>
                  <a:pt x="2035295" y="485775"/>
                </a:cubicBezTo>
                <a:close/>
                <a:moveTo>
                  <a:pt x="1994409" y="485775"/>
                </a:moveTo>
                <a:lnTo>
                  <a:pt x="1998862" y="485775"/>
                </a:lnTo>
                <a:lnTo>
                  <a:pt x="2000886" y="489418"/>
                </a:lnTo>
                <a:lnTo>
                  <a:pt x="1998862" y="493062"/>
                </a:lnTo>
                <a:lnTo>
                  <a:pt x="1994409" y="493062"/>
                </a:lnTo>
                <a:lnTo>
                  <a:pt x="1992385" y="489418"/>
                </a:lnTo>
                <a:close/>
                <a:moveTo>
                  <a:pt x="1833293" y="485775"/>
                </a:moveTo>
                <a:lnTo>
                  <a:pt x="1836532" y="485775"/>
                </a:lnTo>
                <a:cubicBezTo>
                  <a:pt x="1836937" y="485775"/>
                  <a:pt x="1837341" y="485775"/>
                  <a:pt x="1837746" y="486180"/>
                </a:cubicBezTo>
                <a:lnTo>
                  <a:pt x="1839365" y="489013"/>
                </a:lnTo>
                <a:cubicBezTo>
                  <a:pt x="1839770" y="489418"/>
                  <a:pt x="1839770" y="489823"/>
                  <a:pt x="1839365" y="490228"/>
                </a:cubicBezTo>
                <a:lnTo>
                  <a:pt x="1837746" y="493062"/>
                </a:lnTo>
                <a:cubicBezTo>
                  <a:pt x="1837341" y="493062"/>
                  <a:pt x="1836937" y="493466"/>
                  <a:pt x="1836532" y="493466"/>
                </a:cubicBezTo>
                <a:lnTo>
                  <a:pt x="1833293" y="493466"/>
                </a:lnTo>
                <a:cubicBezTo>
                  <a:pt x="1832889" y="493466"/>
                  <a:pt x="1832484" y="493466"/>
                  <a:pt x="1832079" y="493062"/>
                </a:cubicBezTo>
                <a:lnTo>
                  <a:pt x="1830460" y="490228"/>
                </a:lnTo>
                <a:cubicBezTo>
                  <a:pt x="1830055" y="489823"/>
                  <a:pt x="1830055" y="489418"/>
                  <a:pt x="1830460" y="489013"/>
                </a:cubicBezTo>
                <a:lnTo>
                  <a:pt x="1832079" y="486180"/>
                </a:lnTo>
                <a:cubicBezTo>
                  <a:pt x="1832484" y="486180"/>
                  <a:pt x="1832889" y="485775"/>
                  <a:pt x="1833293" y="485775"/>
                </a:cubicBezTo>
                <a:close/>
                <a:moveTo>
                  <a:pt x="3775584" y="485370"/>
                </a:moveTo>
                <a:lnTo>
                  <a:pt x="3780037" y="485370"/>
                </a:lnTo>
                <a:lnTo>
                  <a:pt x="3782061" y="489418"/>
                </a:lnTo>
                <a:lnTo>
                  <a:pt x="3780037" y="493466"/>
                </a:lnTo>
                <a:lnTo>
                  <a:pt x="3775584" y="493466"/>
                </a:lnTo>
                <a:lnTo>
                  <a:pt x="3773560" y="489418"/>
                </a:lnTo>
                <a:close/>
                <a:moveTo>
                  <a:pt x="3735508" y="485370"/>
                </a:moveTo>
                <a:lnTo>
                  <a:pt x="3739961" y="485370"/>
                </a:lnTo>
                <a:lnTo>
                  <a:pt x="3742389" y="489418"/>
                </a:lnTo>
                <a:lnTo>
                  <a:pt x="3739961" y="493466"/>
                </a:lnTo>
                <a:lnTo>
                  <a:pt x="3735508" y="493466"/>
                </a:lnTo>
                <a:lnTo>
                  <a:pt x="3733079" y="489418"/>
                </a:lnTo>
                <a:close/>
                <a:moveTo>
                  <a:pt x="1954332" y="485370"/>
                </a:moveTo>
                <a:lnTo>
                  <a:pt x="1958785" y="485370"/>
                </a:lnTo>
                <a:lnTo>
                  <a:pt x="1961214" y="489418"/>
                </a:lnTo>
                <a:lnTo>
                  <a:pt x="1958785" y="493466"/>
                </a:lnTo>
                <a:lnTo>
                  <a:pt x="1954332" y="493466"/>
                </a:lnTo>
                <a:lnTo>
                  <a:pt x="1951903" y="489418"/>
                </a:lnTo>
                <a:close/>
                <a:moveTo>
                  <a:pt x="1792407" y="485370"/>
                </a:moveTo>
                <a:lnTo>
                  <a:pt x="1796860" y="485370"/>
                </a:lnTo>
                <a:lnTo>
                  <a:pt x="1799289" y="489418"/>
                </a:lnTo>
                <a:lnTo>
                  <a:pt x="1796860" y="493466"/>
                </a:lnTo>
                <a:lnTo>
                  <a:pt x="1792407" y="493466"/>
                </a:lnTo>
                <a:lnTo>
                  <a:pt x="1789978" y="489418"/>
                </a:lnTo>
                <a:close/>
                <a:moveTo>
                  <a:pt x="1751926" y="485370"/>
                </a:moveTo>
                <a:lnTo>
                  <a:pt x="1756379" y="485370"/>
                </a:lnTo>
                <a:lnTo>
                  <a:pt x="1758808" y="489418"/>
                </a:lnTo>
                <a:lnTo>
                  <a:pt x="1756379" y="493466"/>
                </a:lnTo>
                <a:lnTo>
                  <a:pt x="1751926" y="493466"/>
                </a:lnTo>
                <a:lnTo>
                  <a:pt x="1749497" y="489418"/>
                </a:lnTo>
                <a:close/>
                <a:moveTo>
                  <a:pt x="3695027" y="484965"/>
                </a:moveTo>
                <a:lnTo>
                  <a:pt x="3698670" y="484965"/>
                </a:lnTo>
                <a:cubicBezTo>
                  <a:pt x="3699075" y="484965"/>
                  <a:pt x="3699479" y="484965"/>
                  <a:pt x="3699884" y="485370"/>
                </a:cubicBezTo>
                <a:lnTo>
                  <a:pt x="3701503" y="488608"/>
                </a:lnTo>
                <a:cubicBezTo>
                  <a:pt x="3701908" y="489013"/>
                  <a:pt x="3701908" y="489418"/>
                  <a:pt x="3701503" y="489823"/>
                </a:cubicBezTo>
                <a:lnTo>
                  <a:pt x="3699884" y="493061"/>
                </a:lnTo>
                <a:cubicBezTo>
                  <a:pt x="3699479" y="493466"/>
                  <a:pt x="3699075" y="493871"/>
                  <a:pt x="3698670" y="493466"/>
                </a:cubicBezTo>
                <a:lnTo>
                  <a:pt x="3695027" y="493466"/>
                </a:lnTo>
                <a:cubicBezTo>
                  <a:pt x="3694622" y="493466"/>
                  <a:pt x="3694217" y="493466"/>
                  <a:pt x="3693812" y="493061"/>
                </a:cubicBezTo>
                <a:lnTo>
                  <a:pt x="3692193" y="489823"/>
                </a:lnTo>
                <a:cubicBezTo>
                  <a:pt x="3691788" y="489418"/>
                  <a:pt x="3691788" y="489013"/>
                  <a:pt x="3692193" y="488608"/>
                </a:cubicBezTo>
                <a:lnTo>
                  <a:pt x="3693812" y="485370"/>
                </a:lnTo>
                <a:cubicBezTo>
                  <a:pt x="3694217" y="485370"/>
                  <a:pt x="3694622" y="484965"/>
                  <a:pt x="3695027" y="484965"/>
                </a:cubicBezTo>
                <a:close/>
                <a:moveTo>
                  <a:pt x="3654545" y="484965"/>
                </a:moveTo>
                <a:lnTo>
                  <a:pt x="3658593" y="484965"/>
                </a:lnTo>
                <a:cubicBezTo>
                  <a:pt x="3658998" y="484965"/>
                  <a:pt x="3659403" y="484965"/>
                  <a:pt x="3659807" y="485370"/>
                </a:cubicBezTo>
                <a:lnTo>
                  <a:pt x="3661832" y="489013"/>
                </a:lnTo>
                <a:cubicBezTo>
                  <a:pt x="3662237" y="489418"/>
                  <a:pt x="3662237" y="489823"/>
                  <a:pt x="3661832" y="490228"/>
                </a:cubicBezTo>
                <a:lnTo>
                  <a:pt x="3659807" y="493871"/>
                </a:lnTo>
                <a:cubicBezTo>
                  <a:pt x="3659403" y="493871"/>
                  <a:pt x="3658998" y="494276"/>
                  <a:pt x="3658593" y="494276"/>
                </a:cubicBezTo>
                <a:lnTo>
                  <a:pt x="3654545" y="494276"/>
                </a:lnTo>
                <a:cubicBezTo>
                  <a:pt x="3654141" y="494276"/>
                  <a:pt x="3653735" y="494276"/>
                  <a:pt x="3653331" y="493871"/>
                </a:cubicBezTo>
                <a:lnTo>
                  <a:pt x="3651307" y="490228"/>
                </a:lnTo>
                <a:cubicBezTo>
                  <a:pt x="3650902" y="489823"/>
                  <a:pt x="3650902" y="489418"/>
                  <a:pt x="3651307" y="489013"/>
                </a:cubicBezTo>
                <a:lnTo>
                  <a:pt x="3653331" y="485370"/>
                </a:lnTo>
                <a:cubicBezTo>
                  <a:pt x="3653735" y="485370"/>
                  <a:pt x="3654141" y="484965"/>
                  <a:pt x="3654545" y="484965"/>
                </a:cubicBezTo>
                <a:close/>
                <a:moveTo>
                  <a:pt x="2075776" y="484965"/>
                </a:moveTo>
                <a:lnTo>
                  <a:pt x="2079419" y="484965"/>
                </a:lnTo>
                <a:cubicBezTo>
                  <a:pt x="2079824" y="484965"/>
                  <a:pt x="2080229" y="484965"/>
                  <a:pt x="2080634" y="485370"/>
                </a:cubicBezTo>
                <a:lnTo>
                  <a:pt x="2082658" y="488608"/>
                </a:lnTo>
                <a:cubicBezTo>
                  <a:pt x="2083063" y="489013"/>
                  <a:pt x="2083063" y="489418"/>
                  <a:pt x="2082658" y="489823"/>
                </a:cubicBezTo>
                <a:lnTo>
                  <a:pt x="2080634" y="493061"/>
                </a:lnTo>
                <a:cubicBezTo>
                  <a:pt x="2080634" y="493466"/>
                  <a:pt x="2080229" y="493871"/>
                  <a:pt x="2079419" y="493466"/>
                </a:cubicBezTo>
                <a:lnTo>
                  <a:pt x="2075776" y="493466"/>
                </a:lnTo>
                <a:cubicBezTo>
                  <a:pt x="2075371" y="493466"/>
                  <a:pt x="2074966" y="493466"/>
                  <a:pt x="2074562" y="493061"/>
                </a:cubicBezTo>
                <a:lnTo>
                  <a:pt x="2072538" y="489823"/>
                </a:lnTo>
                <a:cubicBezTo>
                  <a:pt x="2072133" y="489418"/>
                  <a:pt x="2072133" y="489013"/>
                  <a:pt x="2072538" y="488608"/>
                </a:cubicBezTo>
                <a:lnTo>
                  <a:pt x="2074562" y="485370"/>
                </a:lnTo>
                <a:cubicBezTo>
                  <a:pt x="2074966" y="485370"/>
                  <a:pt x="2075371" y="484965"/>
                  <a:pt x="2075776" y="484965"/>
                </a:cubicBezTo>
                <a:close/>
                <a:moveTo>
                  <a:pt x="1913851" y="484965"/>
                </a:moveTo>
                <a:lnTo>
                  <a:pt x="1917494" y="484965"/>
                </a:lnTo>
                <a:cubicBezTo>
                  <a:pt x="1917899" y="484965"/>
                  <a:pt x="1918304" y="484965"/>
                  <a:pt x="1918709" y="485370"/>
                </a:cubicBezTo>
                <a:lnTo>
                  <a:pt x="1920733" y="488608"/>
                </a:lnTo>
                <a:cubicBezTo>
                  <a:pt x="1921138" y="489013"/>
                  <a:pt x="1921138" y="489418"/>
                  <a:pt x="1920733" y="489823"/>
                </a:cubicBezTo>
                <a:lnTo>
                  <a:pt x="1918709" y="493061"/>
                </a:lnTo>
                <a:cubicBezTo>
                  <a:pt x="1918709" y="493466"/>
                  <a:pt x="1918304" y="493871"/>
                  <a:pt x="1917494" y="493466"/>
                </a:cubicBezTo>
                <a:lnTo>
                  <a:pt x="1913851" y="493466"/>
                </a:lnTo>
                <a:cubicBezTo>
                  <a:pt x="1913446" y="493466"/>
                  <a:pt x="1913041" y="493466"/>
                  <a:pt x="1912637" y="493061"/>
                </a:cubicBezTo>
                <a:lnTo>
                  <a:pt x="1910613" y="489823"/>
                </a:lnTo>
                <a:cubicBezTo>
                  <a:pt x="1910208" y="489418"/>
                  <a:pt x="1910208" y="489013"/>
                  <a:pt x="1910613" y="488608"/>
                </a:cubicBezTo>
                <a:lnTo>
                  <a:pt x="1912637" y="485370"/>
                </a:lnTo>
                <a:cubicBezTo>
                  <a:pt x="1913041" y="485370"/>
                  <a:pt x="1913446" y="484965"/>
                  <a:pt x="1913851" y="484965"/>
                </a:cubicBezTo>
                <a:close/>
                <a:moveTo>
                  <a:pt x="3087807" y="484561"/>
                </a:moveTo>
                <a:lnTo>
                  <a:pt x="3091855" y="484561"/>
                </a:lnTo>
                <a:cubicBezTo>
                  <a:pt x="3092260" y="484561"/>
                  <a:pt x="3092665" y="484561"/>
                  <a:pt x="3093069" y="484966"/>
                </a:cubicBezTo>
                <a:lnTo>
                  <a:pt x="3095094" y="488609"/>
                </a:lnTo>
                <a:cubicBezTo>
                  <a:pt x="3095499" y="489014"/>
                  <a:pt x="3095499" y="489419"/>
                  <a:pt x="3095094" y="489824"/>
                </a:cubicBezTo>
                <a:lnTo>
                  <a:pt x="3093069" y="493467"/>
                </a:lnTo>
                <a:cubicBezTo>
                  <a:pt x="3092665" y="493872"/>
                  <a:pt x="3092260" y="494276"/>
                  <a:pt x="3091855" y="493872"/>
                </a:cubicBezTo>
                <a:lnTo>
                  <a:pt x="3087807" y="493872"/>
                </a:lnTo>
                <a:cubicBezTo>
                  <a:pt x="3087403" y="493872"/>
                  <a:pt x="3086997" y="493872"/>
                  <a:pt x="3086593" y="493467"/>
                </a:cubicBezTo>
                <a:lnTo>
                  <a:pt x="3084569" y="489824"/>
                </a:lnTo>
                <a:cubicBezTo>
                  <a:pt x="3084164" y="489419"/>
                  <a:pt x="3084164" y="489014"/>
                  <a:pt x="3084569" y="488609"/>
                </a:cubicBezTo>
                <a:lnTo>
                  <a:pt x="3086593" y="484966"/>
                </a:lnTo>
                <a:cubicBezTo>
                  <a:pt x="3086997" y="484966"/>
                  <a:pt x="3087403" y="484561"/>
                  <a:pt x="3087807" y="484561"/>
                </a:cubicBezTo>
                <a:close/>
                <a:moveTo>
                  <a:pt x="10423" y="483751"/>
                </a:moveTo>
                <a:lnTo>
                  <a:pt x="16090" y="483751"/>
                </a:lnTo>
                <a:cubicBezTo>
                  <a:pt x="16495" y="483751"/>
                  <a:pt x="16900" y="483751"/>
                  <a:pt x="17305" y="484156"/>
                </a:cubicBezTo>
                <a:lnTo>
                  <a:pt x="20138" y="489014"/>
                </a:lnTo>
                <a:cubicBezTo>
                  <a:pt x="20543" y="489418"/>
                  <a:pt x="20543" y="489823"/>
                  <a:pt x="20138" y="490228"/>
                </a:cubicBezTo>
                <a:lnTo>
                  <a:pt x="17305" y="495086"/>
                </a:lnTo>
                <a:cubicBezTo>
                  <a:pt x="16900" y="495491"/>
                  <a:pt x="16495" y="495491"/>
                  <a:pt x="16090" y="495491"/>
                </a:cubicBezTo>
                <a:lnTo>
                  <a:pt x="10423" y="495491"/>
                </a:lnTo>
                <a:cubicBezTo>
                  <a:pt x="10018" y="495491"/>
                  <a:pt x="9613" y="495491"/>
                  <a:pt x="9208" y="495086"/>
                </a:cubicBezTo>
                <a:lnTo>
                  <a:pt x="6375" y="490228"/>
                </a:lnTo>
                <a:cubicBezTo>
                  <a:pt x="5970" y="489823"/>
                  <a:pt x="5970" y="489418"/>
                  <a:pt x="6375" y="489014"/>
                </a:cubicBezTo>
                <a:lnTo>
                  <a:pt x="9208" y="484156"/>
                </a:lnTo>
                <a:cubicBezTo>
                  <a:pt x="9613" y="484156"/>
                  <a:pt x="10018" y="483751"/>
                  <a:pt x="10423" y="483751"/>
                </a:cubicBezTo>
                <a:close/>
                <a:moveTo>
                  <a:pt x="3613254" y="483346"/>
                </a:moveTo>
                <a:lnTo>
                  <a:pt x="3618516" y="483346"/>
                </a:lnTo>
                <a:cubicBezTo>
                  <a:pt x="3618921" y="483346"/>
                  <a:pt x="3619326" y="483346"/>
                  <a:pt x="3619731" y="483751"/>
                </a:cubicBezTo>
                <a:lnTo>
                  <a:pt x="3622565" y="488609"/>
                </a:lnTo>
                <a:cubicBezTo>
                  <a:pt x="3622969" y="489013"/>
                  <a:pt x="3622969" y="489418"/>
                  <a:pt x="3622565" y="489823"/>
                </a:cubicBezTo>
                <a:lnTo>
                  <a:pt x="3619731" y="494681"/>
                </a:lnTo>
                <a:cubicBezTo>
                  <a:pt x="3619731" y="495086"/>
                  <a:pt x="3619326" y="495490"/>
                  <a:pt x="3618516" y="495086"/>
                </a:cubicBezTo>
                <a:lnTo>
                  <a:pt x="3613254" y="495086"/>
                </a:lnTo>
                <a:cubicBezTo>
                  <a:pt x="3612849" y="495086"/>
                  <a:pt x="3612444" y="495086"/>
                  <a:pt x="3612040" y="494681"/>
                </a:cubicBezTo>
                <a:lnTo>
                  <a:pt x="3609206" y="489823"/>
                </a:lnTo>
                <a:cubicBezTo>
                  <a:pt x="3608801" y="489418"/>
                  <a:pt x="3608801" y="489013"/>
                  <a:pt x="3609206" y="488609"/>
                </a:cubicBezTo>
                <a:lnTo>
                  <a:pt x="3612040" y="483751"/>
                </a:lnTo>
                <a:cubicBezTo>
                  <a:pt x="3612444" y="483751"/>
                  <a:pt x="3612849" y="483346"/>
                  <a:pt x="3613254" y="483346"/>
                </a:cubicBezTo>
                <a:close/>
                <a:moveTo>
                  <a:pt x="2479375" y="483346"/>
                </a:moveTo>
                <a:lnTo>
                  <a:pt x="2485447" y="483346"/>
                </a:lnTo>
                <a:cubicBezTo>
                  <a:pt x="2485852" y="483346"/>
                  <a:pt x="2486256" y="483346"/>
                  <a:pt x="2486661" y="483751"/>
                </a:cubicBezTo>
                <a:lnTo>
                  <a:pt x="2489900" y="489013"/>
                </a:lnTo>
                <a:cubicBezTo>
                  <a:pt x="2490304" y="489418"/>
                  <a:pt x="2490304" y="489823"/>
                  <a:pt x="2489900" y="490228"/>
                </a:cubicBezTo>
                <a:lnTo>
                  <a:pt x="2486661" y="495490"/>
                </a:lnTo>
                <a:cubicBezTo>
                  <a:pt x="2486661" y="495895"/>
                  <a:pt x="2486256" y="495895"/>
                  <a:pt x="2485447" y="495895"/>
                </a:cubicBezTo>
                <a:lnTo>
                  <a:pt x="2479375" y="495895"/>
                </a:lnTo>
                <a:cubicBezTo>
                  <a:pt x="2478970" y="495895"/>
                  <a:pt x="2478565" y="495895"/>
                  <a:pt x="2478160" y="495490"/>
                </a:cubicBezTo>
                <a:lnTo>
                  <a:pt x="2474922" y="490228"/>
                </a:lnTo>
                <a:cubicBezTo>
                  <a:pt x="2474517" y="489823"/>
                  <a:pt x="2474517" y="489418"/>
                  <a:pt x="2474922" y="489013"/>
                </a:cubicBezTo>
                <a:lnTo>
                  <a:pt x="2478160" y="483751"/>
                </a:lnTo>
                <a:cubicBezTo>
                  <a:pt x="2478565" y="483751"/>
                  <a:pt x="2478970" y="483346"/>
                  <a:pt x="2479375" y="483346"/>
                </a:cubicBezTo>
                <a:close/>
                <a:moveTo>
                  <a:pt x="3571962" y="482132"/>
                </a:moveTo>
                <a:lnTo>
                  <a:pt x="3578844" y="482132"/>
                </a:lnTo>
                <a:cubicBezTo>
                  <a:pt x="3579249" y="482132"/>
                  <a:pt x="3579654" y="482537"/>
                  <a:pt x="3580059" y="482942"/>
                </a:cubicBezTo>
                <a:lnTo>
                  <a:pt x="3583702" y="489014"/>
                </a:lnTo>
                <a:cubicBezTo>
                  <a:pt x="3584107" y="489419"/>
                  <a:pt x="3584107" y="489824"/>
                  <a:pt x="3583702" y="490228"/>
                </a:cubicBezTo>
                <a:lnTo>
                  <a:pt x="3580059" y="496300"/>
                </a:lnTo>
                <a:cubicBezTo>
                  <a:pt x="3580059" y="496705"/>
                  <a:pt x="3579654" y="496705"/>
                  <a:pt x="3578844" y="496705"/>
                </a:cubicBezTo>
                <a:lnTo>
                  <a:pt x="3571962" y="496705"/>
                </a:lnTo>
                <a:cubicBezTo>
                  <a:pt x="3571558" y="496705"/>
                  <a:pt x="3571153" y="496705"/>
                  <a:pt x="3570748" y="496300"/>
                </a:cubicBezTo>
                <a:lnTo>
                  <a:pt x="3567105" y="490228"/>
                </a:lnTo>
                <a:cubicBezTo>
                  <a:pt x="3566700" y="489824"/>
                  <a:pt x="3566700" y="489419"/>
                  <a:pt x="3567105" y="489014"/>
                </a:cubicBezTo>
                <a:lnTo>
                  <a:pt x="3570748" y="482942"/>
                </a:lnTo>
                <a:cubicBezTo>
                  <a:pt x="3571153" y="482537"/>
                  <a:pt x="3571558" y="482132"/>
                  <a:pt x="3571962" y="482132"/>
                </a:cubicBezTo>
                <a:close/>
                <a:moveTo>
                  <a:pt x="2680970" y="481322"/>
                </a:moveTo>
                <a:lnTo>
                  <a:pt x="2688662" y="481322"/>
                </a:lnTo>
                <a:cubicBezTo>
                  <a:pt x="2689067" y="481322"/>
                  <a:pt x="2689471" y="481322"/>
                  <a:pt x="2689876" y="481727"/>
                </a:cubicBezTo>
                <a:lnTo>
                  <a:pt x="2693924" y="488609"/>
                </a:lnTo>
                <a:cubicBezTo>
                  <a:pt x="2694329" y="489013"/>
                  <a:pt x="2694329" y="489418"/>
                  <a:pt x="2693924" y="489823"/>
                </a:cubicBezTo>
                <a:lnTo>
                  <a:pt x="2689876" y="496705"/>
                </a:lnTo>
                <a:cubicBezTo>
                  <a:pt x="2689876" y="497110"/>
                  <a:pt x="2689471" y="497515"/>
                  <a:pt x="2688662" y="497110"/>
                </a:cubicBezTo>
                <a:lnTo>
                  <a:pt x="2680970" y="497110"/>
                </a:lnTo>
                <a:cubicBezTo>
                  <a:pt x="2680566" y="497110"/>
                  <a:pt x="2680160" y="497110"/>
                  <a:pt x="2679756" y="496705"/>
                </a:cubicBezTo>
                <a:lnTo>
                  <a:pt x="2675708" y="489823"/>
                </a:lnTo>
                <a:cubicBezTo>
                  <a:pt x="2675303" y="489418"/>
                  <a:pt x="2675303" y="489013"/>
                  <a:pt x="2675708" y="488609"/>
                </a:cubicBezTo>
                <a:lnTo>
                  <a:pt x="2679756" y="481727"/>
                </a:lnTo>
                <a:cubicBezTo>
                  <a:pt x="2680160" y="481727"/>
                  <a:pt x="2680566" y="481322"/>
                  <a:pt x="2680970" y="481322"/>
                </a:cubicBezTo>
                <a:close/>
                <a:moveTo>
                  <a:pt x="1223646" y="481322"/>
                </a:moveTo>
                <a:lnTo>
                  <a:pt x="1231742" y="481322"/>
                </a:lnTo>
                <a:cubicBezTo>
                  <a:pt x="1232147" y="481322"/>
                  <a:pt x="1232552" y="481322"/>
                  <a:pt x="1232957" y="481727"/>
                </a:cubicBezTo>
                <a:lnTo>
                  <a:pt x="1237005" y="489013"/>
                </a:lnTo>
                <a:cubicBezTo>
                  <a:pt x="1237410" y="489418"/>
                  <a:pt x="1237410" y="489823"/>
                  <a:pt x="1237005" y="490228"/>
                </a:cubicBezTo>
                <a:lnTo>
                  <a:pt x="1232957" y="497515"/>
                </a:lnTo>
                <a:cubicBezTo>
                  <a:pt x="1232552" y="497515"/>
                  <a:pt x="1232147" y="497919"/>
                  <a:pt x="1232147" y="497919"/>
                </a:cubicBezTo>
                <a:lnTo>
                  <a:pt x="1223646" y="497919"/>
                </a:lnTo>
                <a:cubicBezTo>
                  <a:pt x="1223241" y="497919"/>
                  <a:pt x="1222837" y="497919"/>
                  <a:pt x="1222432" y="497515"/>
                </a:cubicBezTo>
                <a:lnTo>
                  <a:pt x="1218384" y="490228"/>
                </a:lnTo>
                <a:cubicBezTo>
                  <a:pt x="1217979" y="489823"/>
                  <a:pt x="1217979" y="489418"/>
                  <a:pt x="1218384" y="489013"/>
                </a:cubicBezTo>
                <a:lnTo>
                  <a:pt x="1222432" y="481727"/>
                </a:lnTo>
                <a:cubicBezTo>
                  <a:pt x="1222837" y="481727"/>
                  <a:pt x="1223241" y="481322"/>
                  <a:pt x="1223646" y="481322"/>
                </a:cubicBezTo>
                <a:close/>
                <a:moveTo>
                  <a:pt x="1102202" y="481322"/>
                </a:moveTo>
                <a:lnTo>
                  <a:pt x="1110298" y="481322"/>
                </a:lnTo>
                <a:cubicBezTo>
                  <a:pt x="1110703" y="481322"/>
                  <a:pt x="1111108" y="481322"/>
                  <a:pt x="1111513" y="481727"/>
                </a:cubicBezTo>
                <a:lnTo>
                  <a:pt x="1115561" y="489013"/>
                </a:lnTo>
                <a:cubicBezTo>
                  <a:pt x="1115966" y="489418"/>
                  <a:pt x="1115966" y="489823"/>
                  <a:pt x="1115561" y="490228"/>
                </a:cubicBezTo>
                <a:lnTo>
                  <a:pt x="1111513" y="497515"/>
                </a:lnTo>
                <a:cubicBezTo>
                  <a:pt x="1111108" y="497515"/>
                  <a:pt x="1110703" y="497919"/>
                  <a:pt x="1110703" y="497919"/>
                </a:cubicBezTo>
                <a:lnTo>
                  <a:pt x="1102202" y="497919"/>
                </a:lnTo>
                <a:cubicBezTo>
                  <a:pt x="1101797" y="497919"/>
                  <a:pt x="1101393" y="497919"/>
                  <a:pt x="1100988" y="497515"/>
                </a:cubicBezTo>
                <a:lnTo>
                  <a:pt x="1096940" y="490228"/>
                </a:lnTo>
                <a:cubicBezTo>
                  <a:pt x="1096535" y="489823"/>
                  <a:pt x="1096535" y="489418"/>
                  <a:pt x="1096940" y="489013"/>
                </a:cubicBezTo>
                <a:lnTo>
                  <a:pt x="1100988" y="481727"/>
                </a:lnTo>
                <a:cubicBezTo>
                  <a:pt x="1101393" y="481727"/>
                  <a:pt x="1101797" y="481322"/>
                  <a:pt x="1102202" y="481322"/>
                </a:cubicBezTo>
                <a:close/>
                <a:moveTo>
                  <a:pt x="1021239" y="481322"/>
                </a:moveTo>
                <a:lnTo>
                  <a:pt x="1029335" y="481322"/>
                </a:lnTo>
                <a:cubicBezTo>
                  <a:pt x="1029740" y="481322"/>
                  <a:pt x="1030145" y="481322"/>
                  <a:pt x="1030550" y="481727"/>
                </a:cubicBezTo>
                <a:lnTo>
                  <a:pt x="1034598" y="489013"/>
                </a:lnTo>
                <a:cubicBezTo>
                  <a:pt x="1035003" y="489418"/>
                  <a:pt x="1035003" y="489823"/>
                  <a:pt x="1034598" y="490228"/>
                </a:cubicBezTo>
                <a:lnTo>
                  <a:pt x="1030550" y="497515"/>
                </a:lnTo>
                <a:cubicBezTo>
                  <a:pt x="1030550" y="497919"/>
                  <a:pt x="1030145" y="497919"/>
                  <a:pt x="1029740" y="497919"/>
                </a:cubicBezTo>
                <a:lnTo>
                  <a:pt x="1021239" y="497919"/>
                </a:lnTo>
                <a:cubicBezTo>
                  <a:pt x="1020834" y="497919"/>
                  <a:pt x="1020430" y="497919"/>
                  <a:pt x="1020025" y="497515"/>
                </a:cubicBezTo>
                <a:lnTo>
                  <a:pt x="1015977" y="490228"/>
                </a:lnTo>
                <a:cubicBezTo>
                  <a:pt x="1015572" y="489823"/>
                  <a:pt x="1015572" y="489418"/>
                  <a:pt x="1015977" y="489013"/>
                </a:cubicBezTo>
                <a:lnTo>
                  <a:pt x="1020025" y="481727"/>
                </a:lnTo>
                <a:cubicBezTo>
                  <a:pt x="1020430" y="481727"/>
                  <a:pt x="1020834" y="481322"/>
                  <a:pt x="1021239" y="481322"/>
                </a:cubicBezTo>
                <a:close/>
                <a:moveTo>
                  <a:pt x="980353" y="481322"/>
                </a:moveTo>
                <a:lnTo>
                  <a:pt x="988854" y="481322"/>
                </a:lnTo>
                <a:cubicBezTo>
                  <a:pt x="989259" y="481322"/>
                  <a:pt x="989664" y="481322"/>
                  <a:pt x="990069" y="481727"/>
                </a:cubicBezTo>
                <a:lnTo>
                  <a:pt x="994521" y="489013"/>
                </a:lnTo>
                <a:cubicBezTo>
                  <a:pt x="994926" y="489418"/>
                  <a:pt x="994926" y="489823"/>
                  <a:pt x="994521" y="490228"/>
                </a:cubicBezTo>
                <a:lnTo>
                  <a:pt x="990069" y="497515"/>
                </a:lnTo>
                <a:cubicBezTo>
                  <a:pt x="990069" y="497919"/>
                  <a:pt x="989664" y="497919"/>
                  <a:pt x="988854" y="497919"/>
                </a:cubicBezTo>
                <a:lnTo>
                  <a:pt x="980353" y="497919"/>
                </a:lnTo>
                <a:cubicBezTo>
                  <a:pt x="979948" y="497919"/>
                  <a:pt x="979544" y="497919"/>
                  <a:pt x="979139" y="497515"/>
                </a:cubicBezTo>
                <a:lnTo>
                  <a:pt x="974686" y="490228"/>
                </a:lnTo>
                <a:cubicBezTo>
                  <a:pt x="974281" y="489823"/>
                  <a:pt x="974281" y="489418"/>
                  <a:pt x="974686" y="489013"/>
                </a:cubicBezTo>
                <a:lnTo>
                  <a:pt x="979139" y="481727"/>
                </a:lnTo>
                <a:cubicBezTo>
                  <a:pt x="979544" y="481727"/>
                  <a:pt x="979948" y="481322"/>
                  <a:pt x="980353" y="481322"/>
                </a:cubicBezTo>
                <a:close/>
                <a:moveTo>
                  <a:pt x="3530672" y="480917"/>
                </a:moveTo>
                <a:lnTo>
                  <a:pt x="3539578" y="480917"/>
                </a:lnTo>
                <a:cubicBezTo>
                  <a:pt x="3539982" y="480917"/>
                  <a:pt x="3540387" y="480917"/>
                  <a:pt x="3540792" y="481322"/>
                </a:cubicBezTo>
                <a:lnTo>
                  <a:pt x="3545245" y="489013"/>
                </a:lnTo>
                <a:cubicBezTo>
                  <a:pt x="3545650" y="489418"/>
                  <a:pt x="3545650" y="489823"/>
                  <a:pt x="3545245" y="490228"/>
                </a:cubicBezTo>
                <a:lnTo>
                  <a:pt x="3540792" y="497919"/>
                </a:lnTo>
                <a:cubicBezTo>
                  <a:pt x="3540387" y="498324"/>
                  <a:pt x="3539982" y="498324"/>
                  <a:pt x="3539578" y="498729"/>
                </a:cubicBezTo>
                <a:lnTo>
                  <a:pt x="3530672" y="498729"/>
                </a:lnTo>
                <a:cubicBezTo>
                  <a:pt x="3530267" y="498729"/>
                  <a:pt x="3529862" y="498324"/>
                  <a:pt x="3529457" y="497919"/>
                </a:cubicBezTo>
                <a:lnTo>
                  <a:pt x="3525005" y="490228"/>
                </a:lnTo>
                <a:cubicBezTo>
                  <a:pt x="3524600" y="489823"/>
                  <a:pt x="3524600" y="489418"/>
                  <a:pt x="3525005" y="489013"/>
                </a:cubicBezTo>
                <a:lnTo>
                  <a:pt x="3529457" y="481322"/>
                </a:lnTo>
                <a:cubicBezTo>
                  <a:pt x="3529862" y="481322"/>
                  <a:pt x="3530267" y="480917"/>
                  <a:pt x="3530672" y="480917"/>
                </a:cubicBezTo>
                <a:close/>
                <a:moveTo>
                  <a:pt x="1668535" y="480917"/>
                </a:moveTo>
                <a:lnTo>
                  <a:pt x="1677441" y="480917"/>
                </a:lnTo>
                <a:cubicBezTo>
                  <a:pt x="1677846" y="480917"/>
                  <a:pt x="1678251" y="480917"/>
                  <a:pt x="1678655" y="481322"/>
                </a:cubicBezTo>
                <a:lnTo>
                  <a:pt x="1683108" y="489013"/>
                </a:lnTo>
                <a:cubicBezTo>
                  <a:pt x="1683513" y="489418"/>
                  <a:pt x="1683513" y="489823"/>
                  <a:pt x="1683108" y="490228"/>
                </a:cubicBezTo>
                <a:lnTo>
                  <a:pt x="1678655" y="497919"/>
                </a:lnTo>
                <a:cubicBezTo>
                  <a:pt x="1678251" y="498324"/>
                  <a:pt x="1677846" y="498324"/>
                  <a:pt x="1677441" y="498324"/>
                </a:cubicBezTo>
                <a:lnTo>
                  <a:pt x="1668535" y="498324"/>
                </a:lnTo>
                <a:cubicBezTo>
                  <a:pt x="1668130" y="498324"/>
                  <a:pt x="1667726" y="498324"/>
                  <a:pt x="1667321" y="497919"/>
                </a:cubicBezTo>
                <a:lnTo>
                  <a:pt x="1662868" y="490228"/>
                </a:lnTo>
                <a:cubicBezTo>
                  <a:pt x="1662463" y="489823"/>
                  <a:pt x="1662463" y="489418"/>
                  <a:pt x="1662868" y="489013"/>
                </a:cubicBezTo>
                <a:lnTo>
                  <a:pt x="1667321" y="481322"/>
                </a:lnTo>
                <a:cubicBezTo>
                  <a:pt x="1667726" y="481322"/>
                  <a:pt x="1668130" y="480917"/>
                  <a:pt x="1668535" y="480917"/>
                </a:cubicBezTo>
                <a:close/>
                <a:moveTo>
                  <a:pt x="1263722" y="480917"/>
                </a:moveTo>
                <a:lnTo>
                  <a:pt x="1272223" y="480917"/>
                </a:lnTo>
                <a:cubicBezTo>
                  <a:pt x="1272628" y="480917"/>
                  <a:pt x="1273033" y="481322"/>
                  <a:pt x="1273438" y="481727"/>
                </a:cubicBezTo>
                <a:lnTo>
                  <a:pt x="1277890" y="489013"/>
                </a:lnTo>
                <a:cubicBezTo>
                  <a:pt x="1278295" y="489418"/>
                  <a:pt x="1278295" y="489823"/>
                  <a:pt x="1277890" y="490228"/>
                </a:cubicBezTo>
                <a:lnTo>
                  <a:pt x="1273438" y="497514"/>
                </a:lnTo>
                <a:cubicBezTo>
                  <a:pt x="1273438" y="497919"/>
                  <a:pt x="1273033" y="497919"/>
                  <a:pt x="1272223" y="497919"/>
                </a:cubicBezTo>
                <a:lnTo>
                  <a:pt x="1263722" y="497919"/>
                </a:lnTo>
                <a:cubicBezTo>
                  <a:pt x="1263317" y="497919"/>
                  <a:pt x="1262913" y="497919"/>
                  <a:pt x="1262508" y="497514"/>
                </a:cubicBezTo>
                <a:lnTo>
                  <a:pt x="1258055" y="490228"/>
                </a:lnTo>
                <a:cubicBezTo>
                  <a:pt x="1257650" y="489823"/>
                  <a:pt x="1257650" y="489418"/>
                  <a:pt x="1258055" y="489013"/>
                </a:cubicBezTo>
                <a:lnTo>
                  <a:pt x="1262508" y="481727"/>
                </a:lnTo>
                <a:cubicBezTo>
                  <a:pt x="1262913" y="481322"/>
                  <a:pt x="1263317" y="480917"/>
                  <a:pt x="1263722" y="480917"/>
                </a:cubicBezTo>
                <a:close/>
                <a:moveTo>
                  <a:pt x="1142278" y="480917"/>
                </a:moveTo>
                <a:lnTo>
                  <a:pt x="1151184" y="480917"/>
                </a:lnTo>
                <a:cubicBezTo>
                  <a:pt x="1151589" y="480917"/>
                  <a:pt x="1151994" y="480917"/>
                  <a:pt x="1152398" y="481322"/>
                </a:cubicBezTo>
                <a:lnTo>
                  <a:pt x="1156851" y="489013"/>
                </a:lnTo>
                <a:cubicBezTo>
                  <a:pt x="1157256" y="489418"/>
                  <a:pt x="1157256" y="489823"/>
                  <a:pt x="1156851" y="490228"/>
                </a:cubicBezTo>
                <a:lnTo>
                  <a:pt x="1152398" y="497919"/>
                </a:lnTo>
                <a:cubicBezTo>
                  <a:pt x="1151994" y="498324"/>
                  <a:pt x="1151589" y="498324"/>
                  <a:pt x="1151184" y="498324"/>
                </a:cubicBezTo>
                <a:lnTo>
                  <a:pt x="1142278" y="498324"/>
                </a:lnTo>
                <a:cubicBezTo>
                  <a:pt x="1141873" y="498324"/>
                  <a:pt x="1141469" y="498324"/>
                  <a:pt x="1141064" y="497919"/>
                </a:cubicBezTo>
                <a:lnTo>
                  <a:pt x="1136611" y="490228"/>
                </a:lnTo>
                <a:cubicBezTo>
                  <a:pt x="1136206" y="489823"/>
                  <a:pt x="1136206" y="489418"/>
                  <a:pt x="1136611" y="489013"/>
                </a:cubicBezTo>
                <a:lnTo>
                  <a:pt x="1141064" y="481322"/>
                </a:lnTo>
                <a:cubicBezTo>
                  <a:pt x="1141469" y="481322"/>
                  <a:pt x="1141873" y="480917"/>
                  <a:pt x="1142278" y="480917"/>
                </a:cubicBezTo>
                <a:close/>
                <a:moveTo>
                  <a:pt x="858910" y="480917"/>
                </a:moveTo>
                <a:lnTo>
                  <a:pt x="867816" y="480917"/>
                </a:lnTo>
                <a:cubicBezTo>
                  <a:pt x="868221" y="480917"/>
                  <a:pt x="868626" y="480917"/>
                  <a:pt x="869030" y="481322"/>
                </a:cubicBezTo>
                <a:lnTo>
                  <a:pt x="873483" y="489013"/>
                </a:lnTo>
                <a:cubicBezTo>
                  <a:pt x="873888" y="489418"/>
                  <a:pt x="873888" y="489823"/>
                  <a:pt x="873483" y="490228"/>
                </a:cubicBezTo>
                <a:lnTo>
                  <a:pt x="869030" y="497919"/>
                </a:lnTo>
                <a:cubicBezTo>
                  <a:pt x="868626" y="498324"/>
                  <a:pt x="868221" y="498324"/>
                  <a:pt x="867816" y="498324"/>
                </a:cubicBezTo>
                <a:lnTo>
                  <a:pt x="858910" y="498324"/>
                </a:lnTo>
                <a:cubicBezTo>
                  <a:pt x="858505" y="498324"/>
                  <a:pt x="858101" y="498324"/>
                  <a:pt x="857696" y="497919"/>
                </a:cubicBezTo>
                <a:lnTo>
                  <a:pt x="853243" y="490228"/>
                </a:lnTo>
                <a:cubicBezTo>
                  <a:pt x="852838" y="489823"/>
                  <a:pt x="852838" y="489418"/>
                  <a:pt x="853243" y="489013"/>
                </a:cubicBezTo>
                <a:lnTo>
                  <a:pt x="857696" y="481322"/>
                </a:lnTo>
                <a:cubicBezTo>
                  <a:pt x="858101" y="481322"/>
                  <a:pt x="858505" y="480917"/>
                  <a:pt x="858910" y="480917"/>
                </a:cubicBezTo>
                <a:close/>
                <a:moveTo>
                  <a:pt x="777947" y="480917"/>
                </a:moveTo>
                <a:lnTo>
                  <a:pt x="786853" y="480917"/>
                </a:lnTo>
                <a:cubicBezTo>
                  <a:pt x="787258" y="480917"/>
                  <a:pt x="787663" y="480917"/>
                  <a:pt x="788067" y="481322"/>
                </a:cubicBezTo>
                <a:lnTo>
                  <a:pt x="792520" y="489013"/>
                </a:lnTo>
                <a:cubicBezTo>
                  <a:pt x="792925" y="489418"/>
                  <a:pt x="792925" y="489823"/>
                  <a:pt x="792520" y="490228"/>
                </a:cubicBezTo>
                <a:lnTo>
                  <a:pt x="788067" y="497919"/>
                </a:lnTo>
                <a:cubicBezTo>
                  <a:pt x="787663" y="498324"/>
                  <a:pt x="787258" y="498324"/>
                  <a:pt x="786853" y="498324"/>
                </a:cubicBezTo>
                <a:lnTo>
                  <a:pt x="777947" y="498324"/>
                </a:lnTo>
                <a:cubicBezTo>
                  <a:pt x="777542" y="498324"/>
                  <a:pt x="777138" y="498324"/>
                  <a:pt x="776733" y="497919"/>
                </a:cubicBezTo>
                <a:lnTo>
                  <a:pt x="772280" y="490228"/>
                </a:lnTo>
                <a:cubicBezTo>
                  <a:pt x="771875" y="489823"/>
                  <a:pt x="771875" y="489418"/>
                  <a:pt x="772280" y="489013"/>
                </a:cubicBezTo>
                <a:lnTo>
                  <a:pt x="776733" y="481322"/>
                </a:lnTo>
                <a:cubicBezTo>
                  <a:pt x="777138" y="481322"/>
                  <a:pt x="777542" y="480917"/>
                  <a:pt x="777947" y="480917"/>
                </a:cubicBezTo>
                <a:close/>
                <a:moveTo>
                  <a:pt x="2234867" y="480512"/>
                </a:moveTo>
                <a:lnTo>
                  <a:pt x="2243773" y="480512"/>
                </a:lnTo>
                <a:cubicBezTo>
                  <a:pt x="2244178" y="480512"/>
                  <a:pt x="2244583" y="480512"/>
                  <a:pt x="2244987" y="480917"/>
                </a:cubicBezTo>
                <a:lnTo>
                  <a:pt x="2249440" y="488608"/>
                </a:lnTo>
                <a:cubicBezTo>
                  <a:pt x="2249845" y="489013"/>
                  <a:pt x="2249845" y="489418"/>
                  <a:pt x="2249440" y="489823"/>
                </a:cubicBezTo>
                <a:lnTo>
                  <a:pt x="2244987" y="497514"/>
                </a:lnTo>
                <a:cubicBezTo>
                  <a:pt x="2244987" y="497919"/>
                  <a:pt x="2244583" y="498324"/>
                  <a:pt x="2243773" y="497919"/>
                </a:cubicBezTo>
                <a:lnTo>
                  <a:pt x="2234867" y="497919"/>
                </a:lnTo>
                <a:cubicBezTo>
                  <a:pt x="2234462" y="497919"/>
                  <a:pt x="2234057" y="497919"/>
                  <a:pt x="2233653" y="497514"/>
                </a:cubicBezTo>
                <a:lnTo>
                  <a:pt x="2229200" y="489823"/>
                </a:lnTo>
                <a:cubicBezTo>
                  <a:pt x="2228795" y="489418"/>
                  <a:pt x="2228795" y="489013"/>
                  <a:pt x="2229200" y="488608"/>
                </a:cubicBezTo>
                <a:lnTo>
                  <a:pt x="2233653" y="480917"/>
                </a:lnTo>
                <a:cubicBezTo>
                  <a:pt x="2234057" y="480917"/>
                  <a:pt x="2234462" y="480512"/>
                  <a:pt x="2234867" y="480512"/>
                </a:cubicBezTo>
                <a:close/>
                <a:moveTo>
                  <a:pt x="2194791" y="480512"/>
                </a:moveTo>
                <a:lnTo>
                  <a:pt x="2203697" y="480512"/>
                </a:lnTo>
                <a:cubicBezTo>
                  <a:pt x="2204102" y="480512"/>
                  <a:pt x="2204507" y="480917"/>
                  <a:pt x="2204911" y="481322"/>
                </a:cubicBezTo>
                <a:lnTo>
                  <a:pt x="2209364" y="489013"/>
                </a:lnTo>
                <a:cubicBezTo>
                  <a:pt x="2209769" y="489418"/>
                  <a:pt x="2209769" y="489823"/>
                  <a:pt x="2209364" y="490227"/>
                </a:cubicBezTo>
                <a:lnTo>
                  <a:pt x="2204911" y="497919"/>
                </a:lnTo>
                <a:cubicBezTo>
                  <a:pt x="2204507" y="498324"/>
                  <a:pt x="2204102" y="498324"/>
                  <a:pt x="2203697" y="498729"/>
                </a:cubicBezTo>
                <a:lnTo>
                  <a:pt x="2194791" y="498729"/>
                </a:lnTo>
                <a:cubicBezTo>
                  <a:pt x="2194386" y="498729"/>
                  <a:pt x="2193982" y="498324"/>
                  <a:pt x="2193577" y="497919"/>
                </a:cubicBezTo>
                <a:lnTo>
                  <a:pt x="2189124" y="490227"/>
                </a:lnTo>
                <a:cubicBezTo>
                  <a:pt x="2188719" y="489823"/>
                  <a:pt x="2188719" y="489418"/>
                  <a:pt x="2189124" y="489013"/>
                </a:cubicBezTo>
                <a:lnTo>
                  <a:pt x="2193577" y="481322"/>
                </a:lnTo>
                <a:cubicBezTo>
                  <a:pt x="2193982" y="480917"/>
                  <a:pt x="2194386" y="480512"/>
                  <a:pt x="2194791" y="480512"/>
                </a:cubicBezTo>
                <a:close/>
                <a:moveTo>
                  <a:pt x="2154714" y="480512"/>
                </a:moveTo>
                <a:lnTo>
                  <a:pt x="2162810" y="480512"/>
                </a:lnTo>
                <a:cubicBezTo>
                  <a:pt x="2163215" y="480512"/>
                  <a:pt x="2163620" y="480917"/>
                  <a:pt x="2164025" y="481322"/>
                </a:cubicBezTo>
                <a:lnTo>
                  <a:pt x="2168073" y="488608"/>
                </a:lnTo>
                <a:cubicBezTo>
                  <a:pt x="2168478" y="489013"/>
                  <a:pt x="2168478" y="489418"/>
                  <a:pt x="2168073" y="489823"/>
                </a:cubicBezTo>
                <a:lnTo>
                  <a:pt x="2164025" y="497109"/>
                </a:lnTo>
                <a:cubicBezTo>
                  <a:pt x="2163620" y="497514"/>
                  <a:pt x="2163215" y="497919"/>
                  <a:pt x="2163215" y="497919"/>
                </a:cubicBezTo>
                <a:lnTo>
                  <a:pt x="2154714" y="497919"/>
                </a:lnTo>
                <a:cubicBezTo>
                  <a:pt x="2154309" y="497919"/>
                  <a:pt x="2153905" y="497514"/>
                  <a:pt x="2153500" y="497109"/>
                </a:cubicBezTo>
                <a:lnTo>
                  <a:pt x="2149452" y="489823"/>
                </a:lnTo>
                <a:cubicBezTo>
                  <a:pt x="2149047" y="489418"/>
                  <a:pt x="2149047" y="489013"/>
                  <a:pt x="2149452" y="488608"/>
                </a:cubicBezTo>
                <a:lnTo>
                  <a:pt x="2153500" y="481322"/>
                </a:lnTo>
                <a:cubicBezTo>
                  <a:pt x="2153905" y="480917"/>
                  <a:pt x="2154309" y="480512"/>
                  <a:pt x="2154714" y="480512"/>
                </a:cubicBezTo>
                <a:close/>
                <a:moveTo>
                  <a:pt x="1627649" y="480512"/>
                </a:moveTo>
                <a:lnTo>
                  <a:pt x="1636555" y="480512"/>
                </a:lnTo>
                <a:cubicBezTo>
                  <a:pt x="1636960" y="480512"/>
                  <a:pt x="1637365" y="480512"/>
                  <a:pt x="1637769" y="480917"/>
                </a:cubicBezTo>
                <a:lnTo>
                  <a:pt x="1642222" y="488608"/>
                </a:lnTo>
                <a:cubicBezTo>
                  <a:pt x="1642627" y="489013"/>
                  <a:pt x="1642627" y="489418"/>
                  <a:pt x="1642222" y="489823"/>
                </a:cubicBezTo>
                <a:lnTo>
                  <a:pt x="1637769" y="497514"/>
                </a:lnTo>
                <a:cubicBezTo>
                  <a:pt x="1637769" y="497919"/>
                  <a:pt x="1637365" y="498324"/>
                  <a:pt x="1636555" y="498324"/>
                </a:cubicBezTo>
                <a:lnTo>
                  <a:pt x="1627649" y="498324"/>
                </a:lnTo>
                <a:cubicBezTo>
                  <a:pt x="1627244" y="498324"/>
                  <a:pt x="1626839" y="497919"/>
                  <a:pt x="1626435" y="497514"/>
                </a:cubicBezTo>
                <a:lnTo>
                  <a:pt x="1621982" y="489823"/>
                </a:lnTo>
                <a:cubicBezTo>
                  <a:pt x="1621577" y="489418"/>
                  <a:pt x="1621577" y="489013"/>
                  <a:pt x="1621982" y="488608"/>
                </a:cubicBezTo>
                <a:lnTo>
                  <a:pt x="1626435" y="480917"/>
                </a:lnTo>
                <a:cubicBezTo>
                  <a:pt x="1626839" y="480917"/>
                  <a:pt x="1627244" y="480512"/>
                  <a:pt x="1627649" y="480512"/>
                </a:cubicBezTo>
                <a:close/>
                <a:moveTo>
                  <a:pt x="1183164" y="480512"/>
                </a:moveTo>
                <a:lnTo>
                  <a:pt x="1191260" y="480512"/>
                </a:lnTo>
                <a:cubicBezTo>
                  <a:pt x="1191665" y="480512"/>
                  <a:pt x="1192070" y="480917"/>
                  <a:pt x="1192475" y="481322"/>
                </a:cubicBezTo>
                <a:lnTo>
                  <a:pt x="1196523" y="488608"/>
                </a:lnTo>
                <a:cubicBezTo>
                  <a:pt x="1196928" y="489013"/>
                  <a:pt x="1196928" y="489418"/>
                  <a:pt x="1196523" y="489823"/>
                </a:cubicBezTo>
                <a:lnTo>
                  <a:pt x="1192475" y="497109"/>
                </a:lnTo>
                <a:cubicBezTo>
                  <a:pt x="1192070" y="497514"/>
                  <a:pt x="1191665" y="497919"/>
                  <a:pt x="1191260" y="497514"/>
                </a:cubicBezTo>
                <a:lnTo>
                  <a:pt x="1183164" y="497514"/>
                </a:lnTo>
                <a:cubicBezTo>
                  <a:pt x="1182759" y="497514"/>
                  <a:pt x="1182355" y="497514"/>
                  <a:pt x="1181950" y="497109"/>
                </a:cubicBezTo>
                <a:lnTo>
                  <a:pt x="1177902" y="489823"/>
                </a:lnTo>
                <a:cubicBezTo>
                  <a:pt x="1177497" y="489418"/>
                  <a:pt x="1177497" y="489013"/>
                  <a:pt x="1177902" y="488608"/>
                </a:cubicBezTo>
                <a:lnTo>
                  <a:pt x="1181950" y="481322"/>
                </a:lnTo>
                <a:cubicBezTo>
                  <a:pt x="1182355" y="480917"/>
                  <a:pt x="1182759" y="480512"/>
                  <a:pt x="1183164" y="480512"/>
                </a:cubicBezTo>
                <a:close/>
                <a:moveTo>
                  <a:pt x="1060911" y="480512"/>
                </a:moveTo>
                <a:lnTo>
                  <a:pt x="1069817" y="480512"/>
                </a:lnTo>
                <a:cubicBezTo>
                  <a:pt x="1070222" y="480512"/>
                  <a:pt x="1070627" y="480512"/>
                  <a:pt x="1071031" y="480917"/>
                </a:cubicBezTo>
                <a:lnTo>
                  <a:pt x="1075484" y="488608"/>
                </a:lnTo>
                <a:cubicBezTo>
                  <a:pt x="1075889" y="489013"/>
                  <a:pt x="1075889" y="489418"/>
                  <a:pt x="1075484" y="489823"/>
                </a:cubicBezTo>
                <a:lnTo>
                  <a:pt x="1071031" y="497514"/>
                </a:lnTo>
                <a:cubicBezTo>
                  <a:pt x="1071031" y="497919"/>
                  <a:pt x="1070627" y="498324"/>
                  <a:pt x="1069817" y="497919"/>
                </a:cubicBezTo>
                <a:lnTo>
                  <a:pt x="1060911" y="497919"/>
                </a:lnTo>
                <a:cubicBezTo>
                  <a:pt x="1060506" y="497919"/>
                  <a:pt x="1060101" y="497919"/>
                  <a:pt x="1059697" y="497514"/>
                </a:cubicBezTo>
                <a:lnTo>
                  <a:pt x="1055244" y="489823"/>
                </a:lnTo>
                <a:cubicBezTo>
                  <a:pt x="1054839" y="489418"/>
                  <a:pt x="1054839" y="489013"/>
                  <a:pt x="1055244" y="488608"/>
                </a:cubicBezTo>
                <a:lnTo>
                  <a:pt x="1059697" y="480917"/>
                </a:lnTo>
                <a:cubicBezTo>
                  <a:pt x="1060101" y="480917"/>
                  <a:pt x="1060506" y="480512"/>
                  <a:pt x="1060911" y="480512"/>
                </a:cubicBezTo>
                <a:close/>
                <a:moveTo>
                  <a:pt x="899391" y="480512"/>
                </a:moveTo>
                <a:lnTo>
                  <a:pt x="908297" y="480512"/>
                </a:lnTo>
                <a:cubicBezTo>
                  <a:pt x="908702" y="480512"/>
                  <a:pt x="909107" y="480512"/>
                  <a:pt x="909511" y="480917"/>
                </a:cubicBezTo>
                <a:lnTo>
                  <a:pt x="913964" y="488608"/>
                </a:lnTo>
                <a:cubicBezTo>
                  <a:pt x="914369" y="489013"/>
                  <a:pt x="914369" y="489418"/>
                  <a:pt x="913964" y="489823"/>
                </a:cubicBezTo>
                <a:lnTo>
                  <a:pt x="909511" y="497514"/>
                </a:lnTo>
                <a:cubicBezTo>
                  <a:pt x="909107" y="497919"/>
                  <a:pt x="908702" y="498324"/>
                  <a:pt x="908297" y="498324"/>
                </a:cubicBezTo>
                <a:lnTo>
                  <a:pt x="899391" y="498324"/>
                </a:lnTo>
                <a:cubicBezTo>
                  <a:pt x="898986" y="498324"/>
                  <a:pt x="898582" y="497919"/>
                  <a:pt x="898177" y="497514"/>
                </a:cubicBezTo>
                <a:lnTo>
                  <a:pt x="893724" y="489823"/>
                </a:lnTo>
                <a:cubicBezTo>
                  <a:pt x="893319" y="489418"/>
                  <a:pt x="893319" y="489013"/>
                  <a:pt x="893724" y="488608"/>
                </a:cubicBezTo>
                <a:lnTo>
                  <a:pt x="898177" y="480917"/>
                </a:lnTo>
                <a:cubicBezTo>
                  <a:pt x="898582" y="480917"/>
                  <a:pt x="898986" y="480512"/>
                  <a:pt x="899391" y="480512"/>
                </a:cubicBezTo>
                <a:close/>
                <a:moveTo>
                  <a:pt x="818024" y="480512"/>
                </a:moveTo>
                <a:lnTo>
                  <a:pt x="826930" y="480512"/>
                </a:lnTo>
                <a:cubicBezTo>
                  <a:pt x="827335" y="480512"/>
                  <a:pt x="827740" y="480512"/>
                  <a:pt x="828144" y="480917"/>
                </a:cubicBezTo>
                <a:lnTo>
                  <a:pt x="832597" y="488608"/>
                </a:lnTo>
                <a:cubicBezTo>
                  <a:pt x="833002" y="489013"/>
                  <a:pt x="833002" y="489418"/>
                  <a:pt x="832597" y="489823"/>
                </a:cubicBezTo>
                <a:lnTo>
                  <a:pt x="828144" y="497514"/>
                </a:lnTo>
                <a:cubicBezTo>
                  <a:pt x="828144" y="497919"/>
                  <a:pt x="827740" y="498324"/>
                  <a:pt x="826930" y="497919"/>
                </a:cubicBezTo>
                <a:lnTo>
                  <a:pt x="818024" y="497919"/>
                </a:lnTo>
                <a:cubicBezTo>
                  <a:pt x="817619" y="497919"/>
                  <a:pt x="817214" y="497919"/>
                  <a:pt x="816810" y="497514"/>
                </a:cubicBezTo>
                <a:lnTo>
                  <a:pt x="812357" y="489823"/>
                </a:lnTo>
                <a:cubicBezTo>
                  <a:pt x="811952" y="489418"/>
                  <a:pt x="811952" y="489013"/>
                  <a:pt x="812357" y="488608"/>
                </a:cubicBezTo>
                <a:lnTo>
                  <a:pt x="816810" y="480917"/>
                </a:lnTo>
                <a:cubicBezTo>
                  <a:pt x="817214" y="480917"/>
                  <a:pt x="817619" y="480512"/>
                  <a:pt x="818024" y="480512"/>
                </a:cubicBezTo>
                <a:close/>
                <a:moveTo>
                  <a:pt x="737466" y="480512"/>
                </a:moveTo>
                <a:lnTo>
                  <a:pt x="746372" y="480512"/>
                </a:lnTo>
                <a:cubicBezTo>
                  <a:pt x="746777" y="480512"/>
                  <a:pt x="747182" y="480917"/>
                  <a:pt x="747586" y="481322"/>
                </a:cubicBezTo>
                <a:lnTo>
                  <a:pt x="752039" y="489013"/>
                </a:lnTo>
                <a:cubicBezTo>
                  <a:pt x="752444" y="489418"/>
                  <a:pt x="752444" y="489823"/>
                  <a:pt x="752039" y="490227"/>
                </a:cubicBezTo>
                <a:lnTo>
                  <a:pt x="747586" y="497919"/>
                </a:lnTo>
                <a:cubicBezTo>
                  <a:pt x="747182" y="497919"/>
                  <a:pt x="746777" y="498324"/>
                  <a:pt x="746372" y="498729"/>
                </a:cubicBezTo>
                <a:lnTo>
                  <a:pt x="737466" y="498729"/>
                </a:lnTo>
                <a:cubicBezTo>
                  <a:pt x="737061" y="498729"/>
                  <a:pt x="736657" y="498324"/>
                  <a:pt x="736252" y="497919"/>
                </a:cubicBezTo>
                <a:lnTo>
                  <a:pt x="731799" y="490227"/>
                </a:lnTo>
                <a:cubicBezTo>
                  <a:pt x="731394" y="489823"/>
                  <a:pt x="731394" y="489418"/>
                  <a:pt x="731799" y="489013"/>
                </a:cubicBezTo>
                <a:lnTo>
                  <a:pt x="736252" y="481322"/>
                </a:lnTo>
                <a:cubicBezTo>
                  <a:pt x="736657" y="480917"/>
                  <a:pt x="737061" y="480512"/>
                  <a:pt x="737466" y="480512"/>
                </a:cubicBezTo>
                <a:close/>
                <a:moveTo>
                  <a:pt x="656099" y="480512"/>
                </a:moveTo>
                <a:lnTo>
                  <a:pt x="665409" y="480512"/>
                </a:lnTo>
                <a:cubicBezTo>
                  <a:pt x="665814" y="480512"/>
                  <a:pt x="666219" y="480512"/>
                  <a:pt x="666624" y="480917"/>
                </a:cubicBezTo>
                <a:lnTo>
                  <a:pt x="671482" y="489013"/>
                </a:lnTo>
                <a:cubicBezTo>
                  <a:pt x="671887" y="489418"/>
                  <a:pt x="671887" y="489823"/>
                  <a:pt x="671482" y="490227"/>
                </a:cubicBezTo>
                <a:lnTo>
                  <a:pt x="666624" y="498324"/>
                </a:lnTo>
                <a:cubicBezTo>
                  <a:pt x="666624" y="498729"/>
                  <a:pt x="666219" y="498729"/>
                  <a:pt x="665409" y="498729"/>
                </a:cubicBezTo>
                <a:lnTo>
                  <a:pt x="656099" y="498729"/>
                </a:lnTo>
                <a:cubicBezTo>
                  <a:pt x="655694" y="498729"/>
                  <a:pt x="655289" y="498729"/>
                  <a:pt x="654884" y="498324"/>
                </a:cubicBezTo>
                <a:lnTo>
                  <a:pt x="650027" y="490227"/>
                </a:lnTo>
                <a:cubicBezTo>
                  <a:pt x="649622" y="489823"/>
                  <a:pt x="649622" y="489418"/>
                  <a:pt x="650027" y="489013"/>
                </a:cubicBezTo>
                <a:lnTo>
                  <a:pt x="654884" y="480917"/>
                </a:lnTo>
                <a:cubicBezTo>
                  <a:pt x="655289" y="480917"/>
                  <a:pt x="655694" y="480512"/>
                  <a:pt x="656099" y="480512"/>
                </a:cubicBezTo>
                <a:close/>
                <a:moveTo>
                  <a:pt x="2518236" y="480108"/>
                </a:moveTo>
                <a:lnTo>
                  <a:pt x="2527547" y="480108"/>
                </a:lnTo>
                <a:cubicBezTo>
                  <a:pt x="2527952" y="480108"/>
                  <a:pt x="2528356" y="480108"/>
                  <a:pt x="2528761" y="480513"/>
                </a:cubicBezTo>
                <a:lnTo>
                  <a:pt x="2533214" y="488609"/>
                </a:lnTo>
                <a:cubicBezTo>
                  <a:pt x="2533619" y="489014"/>
                  <a:pt x="2533619" y="489419"/>
                  <a:pt x="2533214" y="489824"/>
                </a:cubicBezTo>
                <a:lnTo>
                  <a:pt x="2528761" y="497920"/>
                </a:lnTo>
                <a:cubicBezTo>
                  <a:pt x="2528356" y="498325"/>
                  <a:pt x="2527952" y="498729"/>
                  <a:pt x="2527547" y="498325"/>
                </a:cubicBezTo>
                <a:lnTo>
                  <a:pt x="2518236" y="498325"/>
                </a:lnTo>
                <a:cubicBezTo>
                  <a:pt x="2517831" y="498325"/>
                  <a:pt x="2517426" y="498325"/>
                  <a:pt x="2517022" y="497920"/>
                </a:cubicBezTo>
                <a:lnTo>
                  <a:pt x="2512569" y="489824"/>
                </a:lnTo>
                <a:cubicBezTo>
                  <a:pt x="2512164" y="489419"/>
                  <a:pt x="2512164" y="489014"/>
                  <a:pt x="2512569" y="488609"/>
                </a:cubicBezTo>
                <a:lnTo>
                  <a:pt x="2517022" y="480513"/>
                </a:lnTo>
                <a:cubicBezTo>
                  <a:pt x="2517426" y="480513"/>
                  <a:pt x="2517831" y="480108"/>
                  <a:pt x="2518236" y="480108"/>
                </a:cubicBezTo>
                <a:close/>
                <a:moveTo>
                  <a:pt x="1708611" y="480108"/>
                </a:moveTo>
                <a:lnTo>
                  <a:pt x="1717922" y="480108"/>
                </a:lnTo>
                <a:cubicBezTo>
                  <a:pt x="1718327" y="480108"/>
                  <a:pt x="1718731" y="480108"/>
                  <a:pt x="1719136" y="480513"/>
                </a:cubicBezTo>
                <a:lnTo>
                  <a:pt x="1723589" y="488609"/>
                </a:lnTo>
                <a:cubicBezTo>
                  <a:pt x="1723994" y="489014"/>
                  <a:pt x="1723994" y="489419"/>
                  <a:pt x="1723589" y="489824"/>
                </a:cubicBezTo>
                <a:lnTo>
                  <a:pt x="1719136" y="497920"/>
                </a:lnTo>
                <a:cubicBezTo>
                  <a:pt x="1718731" y="498325"/>
                  <a:pt x="1718327" y="498729"/>
                  <a:pt x="1717922" y="498325"/>
                </a:cubicBezTo>
                <a:lnTo>
                  <a:pt x="1708611" y="498325"/>
                </a:lnTo>
                <a:cubicBezTo>
                  <a:pt x="1708206" y="498325"/>
                  <a:pt x="1707801" y="498325"/>
                  <a:pt x="1707397" y="497920"/>
                </a:cubicBezTo>
                <a:lnTo>
                  <a:pt x="1702944" y="489824"/>
                </a:lnTo>
                <a:cubicBezTo>
                  <a:pt x="1702539" y="489419"/>
                  <a:pt x="1702539" y="489014"/>
                  <a:pt x="1702944" y="488609"/>
                </a:cubicBezTo>
                <a:lnTo>
                  <a:pt x="1707397" y="480513"/>
                </a:lnTo>
                <a:cubicBezTo>
                  <a:pt x="1707801" y="480513"/>
                  <a:pt x="1708206" y="480108"/>
                  <a:pt x="1708611" y="480108"/>
                </a:cubicBezTo>
                <a:close/>
                <a:moveTo>
                  <a:pt x="939467" y="480108"/>
                </a:moveTo>
                <a:lnTo>
                  <a:pt x="948778" y="480108"/>
                </a:lnTo>
                <a:cubicBezTo>
                  <a:pt x="949183" y="480108"/>
                  <a:pt x="949587" y="480108"/>
                  <a:pt x="949992" y="480513"/>
                </a:cubicBezTo>
                <a:lnTo>
                  <a:pt x="954445" y="488609"/>
                </a:lnTo>
                <a:cubicBezTo>
                  <a:pt x="954850" y="489014"/>
                  <a:pt x="954850" y="489419"/>
                  <a:pt x="954445" y="489824"/>
                </a:cubicBezTo>
                <a:lnTo>
                  <a:pt x="949992" y="497920"/>
                </a:lnTo>
                <a:cubicBezTo>
                  <a:pt x="949587" y="498325"/>
                  <a:pt x="949183" y="498729"/>
                  <a:pt x="948778" y="498325"/>
                </a:cubicBezTo>
                <a:lnTo>
                  <a:pt x="939467" y="498325"/>
                </a:lnTo>
                <a:cubicBezTo>
                  <a:pt x="939062" y="498325"/>
                  <a:pt x="938657" y="498325"/>
                  <a:pt x="938253" y="497920"/>
                </a:cubicBezTo>
                <a:lnTo>
                  <a:pt x="933800" y="489824"/>
                </a:lnTo>
                <a:cubicBezTo>
                  <a:pt x="933395" y="489419"/>
                  <a:pt x="933395" y="489014"/>
                  <a:pt x="933800" y="488609"/>
                </a:cubicBezTo>
                <a:lnTo>
                  <a:pt x="938253" y="480513"/>
                </a:lnTo>
                <a:cubicBezTo>
                  <a:pt x="938657" y="480513"/>
                  <a:pt x="939062" y="480108"/>
                  <a:pt x="939467" y="480108"/>
                </a:cubicBezTo>
                <a:close/>
                <a:moveTo>
                  <a:pt x="696580" y="480108"/>
                </a:moveTo>
                <a:lnTo>
                  <a:pt x="705890" y="480108"/>
                </a:lnTo>
                <a:cubicBezTo>
                  <a:pt x="706295" y="480108"/>
                  <a:pt x="706700" y="480513"/>
                  <a:pt x="707105" y="480918"/>
                </a:cubicBezTo>
                <a:lnTo>
                  <a:pt x="711963" y="489014"/>
                </a:lnTo>
                <a:cubicBezTo>
                  <a:pt x="712368" y="489419"/>
                  <a:pt x="712368" y="489824"/>
                  <a:pt x="711963" y="490228"/>
                </a:cubicBezTo>
                <a:lnTo>
                  <a:pt x="707105" y="498325"/>
                </a:lnTo>
                <a:cubicBezTo>
                  <a:pt x="707105" y="498325"/>
                  <a:pt x="706700" y="498729"/>
                  <a:pt x="705890" y="499134"/>
                </a:cubicBezTo>
                <a:lnTo>
                  <a:pt x="696580" y="499134"/>
                </a:lnTo>
                <a:cubicBezTo>
                  <a:pt x="696175" y="499134"/>
                  <a:pt x="695770" y="498729"/>
                  <a:pt x="695365" y="498325"/>
                </a:cubicBezTo>
                <a:lnTo>
                  <a:pt x="690508" y="490228"/>
                </a:lnTo>
                <a:cubicBezTo>
                  <a:pt x="690103" y="489824"/>
                  <a:pt x="690103" y="489419"/>
                  <a:pt x="690508" y="489014"/>
                </a:cubicBezTo>
                <a:lnTo>
                  <a:pt x="695365" y="480918"/>
                </a:lnTo>
                <a:cubicBezTo>
                  <a:pt x="695770" y="480513"/>
                  <a:pt x="696175" y="480108"/>
                  <a:pt x="696580" y="480108"/>
                </a:cubicBezTo>
                <a:close/>
                <a:moveTo>
                  <a:pt x="574731" y="479298"/>
                </a:moveTo>
                <a:lnTo>
                  <a:pt x="584851" y="479298"/>
                </a:lnTo>
                <a:cubicBezTo>
                  <a:pt x="585256" y="479298"/>
                  <a:pt x="585661" y="479298"/>
                  <a:pt x="586066" y="479703"/>
                </a:cubicBezTo>
                <a:lnTo>
                  <a:pt x="590923" y="488609"/>
                </a:lnTo>
                <a:cubicBezTo>
                  <a:pt x="591328" y="489013"/>
                  <a:pt x="591328" y="489418"/>
                  <a:pt x="590923" y="489823"/>
                </a:cubicBezTo>
                <a:lnTo>
                  <a:pt x="586066" y="498729"/>
                </a:lnTo>
                <a:cubicBezTo>
                  <a:pt x="585661" y="499134"/>
                  <a:pt x="585256" y="499539"/>
                  <a:pt x="584851" y="499134"/>
                </a:cubicBezTo>
                <a:lnTo>
                  <a:pt x="574731" y="499134"/>
                </a:lnTo>
                <a:cubicBezTo>
                  <a:pt x="574326" y="499134"/>
                  <a:pt x="573921" y="499134"/>
                  <a:pt x="573516" y="498729"/>
                </a:cubicBezTo>
                <a:lnTo>
                  <a:pt x="568659" y="489823"/>
                </a:lnTo>
                <a:cubicBezTo>
                  <a:pt x="568254" y="489418"/>
                  <a:pt x="568254" y="489013"/>
                  <a:pt x="568659" y="488609"/>
                </a:cubicBezTo>
                <a:lnTo>
                  <a:pt x="573516" y="479703"/>
                </a:lnTo>
                <a:cubicBezTo>
                  <a:pt x="573921" y="479703"/>
                  <a:pt x="574326" y="479298"/>
                  <a:pt x="574731" y="479298"/>
                </a:cubicBezTo>
                <a:close/>
                <a:moveTo>
                  <a:pt x="493769" y="479298"/>
                </a:moveTo>
                <a:lnTo>
                  <a:pt x="504294" y="479298"/>
                </a:lnTo>
                <a:cubicBezTo>
                  <a:pt x="504699" y="479298"/>
                  <a:pt x="505103" y="479703"/>
                  <a:pt x="505508" y="480108"/>
                </a:cubicBezTo>
                <a:lnTo>
                  <a:pt x="510771" y="489013"/>
                </a:lnTo>
                <a:cubicBezTo>
                  <a:pt x="511176" y="489418"/>
                  <a:pt x="511176" y="489823"/>
                  <a:pt x="510771" y="490228"/>
                </a:cubicBezTo>
                <a:lnTo>
                  <a:pt x="505508" y="499134"/>
                </a:lnTo>
                <a:cubicBezTo>
                  <a:pt x="505103" y="499539"/>
                  <a:pt x="504699" y="499539"/>
                  <a:pt x="504294" y="499943"/>
                </a:cubicBezTo>
                <a:lnTo>
                  <a:pt x="493769" y="499943"/>
                </a:lnTo>
                <a:cubicBezTo>
                  <a:pt x="493364" y="499943"/>
                  <a:pt x="492959" y="499539"/>
                  <a:pt x="492554" y="499134"/>
                </a:cubicBezTo>
                <a:lnTo>
                  <a:pt x="487292" y="490228"/>
                </a:lnTo>
                <a:cubicBezTo>
                  <a:pt x="486887" y="489823"/>
                  <a:pt x="486887" y="489418"/>
                  <a:pt x="487292" y="489013"/>
                </a:cubicBezTo>
                <a:lnTo>
                  <a:pt x="492554" y="480108"/>
                </a:lnTo>
                <a:cubicBezTo>
                  <a:pt x="492959" y="479703"/>
                  <a:pt x="493364" y="479298"/>
                  <a:pt x="493769" y="479298"/>
                </a:cubicBezTo>
                <a:close/>
                <a:moveTo>
                  <a:pt x="3488976" y="478893"/>
                </a:moveTo>
                <a:lnTo>
                  <a:pt x="3499906" y="478893"/>
                </a:lnTo>
                <a:cubicBezTo>
                  <a:pt x="3500311" y="478893"/>
                  <a:pt x="3500716" y="479298"/>
                  <a:pt x="3501121" y="479703"/>
                </a:cubicBezTo>
                <a:lnTo>
                  <a:pt x="3506384" y="489013"/>
                </a:lnTo>
                <a:cubicBezTo>
                  <a:pt x="3506788" y="489418"/>
                  <a:pt x="3506788" y="489823"/>
                  <a:pt x="3506384" y="490228"/>
                </a:cubicBezTo>
                <a:lnTo>
                  <a:pt x="3501121" y="499538"/>
                </a:lnTo>
                <a:cubicBezTo>
                  <a:pt x="3501121" y="499943"/>
                  <a:pt x="3500716" y="499943"/>
                  <a:pt x="3499906" y="499943"/>
                </a:cubicBezTo>
                <a:lnTo>
                  <a:pt x="3488976" y="499943"/>
                </a:lnTo>
                <a:cubicBezTo>
                  <a:pt x="3488572" y="499943"/>
                  <a:pt x="3488167" y="499943"/>
                  <a:pt x="3487762" y="499538"/>
                </a:cubicBezTo>
                <a:lnTo>
                  <a:pt x="3482500" y="490228"/>
                </a:lnTo>
                <a:cubicBezTo>
                  <a:pt x="3482095" y="489823"/>
                  <a:pt x="3482095" y="489418"/>
                  <a:pt x="3482500" y="489013"/>
                </a:cubicBezTo>
                <a:lnTo>
                  <a:pt x="3487762" y="479703"/>
                </a:lnTo>
                <a:cubicBezTo>
                  <a:pt x="3488167" y="479298"/>
                  <a:pt x="3488572" y="478893"/>
                  <a:pt x="3488976" y="478893"/>
                </a:cubicBezTo>
                <a:close/>
                <a:moveTo>
                  <a:pt x="615213" y="478893"/>
                </a:moveTo>
                <a:lnTo>
                  <a:pt x="625333" y="478893"/>
                </a:lnTo>
                <a:cubicBezTo>
                  <a:pt x="625738" y="478893"/>
                  <a:pt x="626142" y="479298"/>
                  <a:pt x="626547" y="479703"/>
                </a:cubicBezTo>
                <a:lnTo>
                  <a:pt x="631810" y="488608"/>
                </a:lnTo>
                <a:cubicBezTo>
                  <a:pt x="632215" y="489013"/>
                  <a:pt x="632215" y="489418"/>
                  <a:pt x="631810" y="489823"/>
                </a:cubicBezTo>
                <a:lnTo>
                  <a:pt x="626547" y="498729"/>
                </a:lnTo>
                <a:cubicBezTo>
                  <a:pt x="626547" y="499134"/>
                  <a:pt x="626142" y="499538"/>
                  <a:pt x="625333" y="499134"/>
                </a:cubicBezTo>
                <a:lnTo>
                  <a:pt x="615213" y="499134"/>
                </a:lnTo>
                <a:cubicBezTo>
                  <a:pt x="614808" y="499134"/>
                  <a:pt x="614403" y="499134"/>
                  <a:pt x="613998" y="498729"/>
                </a:cubicBezTo>
                <a:lnTo>
                  <a:pt x="608736" y="489823"/>
                </a:lnTo>
                <a:cubicBezTo>
                  <a:pt x="608331" y="489418"/>
                  <a:pt x="608331" y="489013"/>
                  <a:pt x="608736" y="488608"/>
                </a:cubicBezTo>
                <a:lnTo>
                  <a:pt x="613998" y="479703"/>
                </a:lnTo>
                <a:cubicBezTo>
                  <a:pt x="614403" y="479298"/>
                  <a:pt x="614808" y="478893"/>
                  <a:pt x="615213" y="478893"/>
                </a:cubicBezTo>
                <a:close/>
                <a:moveTo>
                  <a:pt x="534250" y="478893"/>
                </a:moveTo>
                <a:lnTo>
                  <a:pt x="544775" y="478893"/>
                </a:lnTo>
                <a:cubicBezTo>
                  <a:pt x="545180" y="478893"/>
                  <a:pt x="545584" y="478893"/>
                  <a:pt x="545989" y="479298"/>
                </a:cubicBezTo>
                <a:lnTo>
                  <a:pt x="551252" y="488608"/>
                </a:lnTo>
                <a:cubicBezTo>
                  <a:pt x="551657" y="489013"/>
                  <a:pt x="551657" y="489418"/>
                  <a:pt x="551252" y="489823"/>
                </a:cubicBezTo>
                <a:lnTo>
                  <a:pt x="545989" y="499134"/>
                </a:lnTo>
                <a:cubicBezTo>
                  <a:pt x="545584" y="499538"/>
                  <a:pt x="545180" y="499943"/>
                  <a:pt x="544775" y="499538"/>
                </a:cubicBezTo>
                <a:lnTo>
                  <a:pt x="534250" y="499538"/>
                </a:lnTo>
                <a:cubicBezTo>
                  <a:pt x="533845" y="499538"/>
                  <a:pt x="533440" y="499538"/>
                  <a:pt x="533035" y="499134"/>
                </a:cubicBezTo>
                <a:lnTo>
                  <a:pt x="527773" y="489823"/>
                </a:lnTo>
                <a:cubicBezTo>
                  <a:pt x="527368" y="489418"/>
                  <a:pt x="527368" y="489013"/>
                  <a:pt x="527773" y="488608"/>
                </a:cubicBezTo>
                <a:lnTo>
                  <a:pt x="533035" y="479298"/>
                </a:lnTo>
                <a:cubicBezTo>
                  <a:pt x="533440" y="479298"/>
                  <a:pt x="533845" y="478893"/>
                  <a:pt x="534250" y="478893"/>
                </a:cubicBezTo>
                <a:close/>
                <a:moveTo>
                  <a:pt x="3164721" y="478488"/>
                </a:moveTo>
                <a:lnTo>
                  <a:pt x="3176461" y="478488"/>
                </a:lnTo>
                <a:cubicBezTo>
                  <a:pt x="3176866" y="478488"/>
                  <a:pt x="3177270" y="478488"/>
                  <a:pt x="3177675" y="478893"/>
                </a:cubicBezTo>
                <a:lnTo>
                  <a:pt x="3183747" y="489013"/>
                </a:lnTo>
                <a:cubicBezTo>
                  <a:pt x="3184152" y="489418"/>
                  <a:pt x="3184152" y="489823"/>
                  <a:pt x="3183747" y="490228"/>
                </a:cubicBezTo>
                <a:lnTo>
                  <a:pt x="3177675" y="500348"/>
                </a:lnTo>
                <a:cubicBezTo>
                  <a:pt x="3177675" y="500753"/>
                  <a:pt x="3177270" y="500753"/>
                  <a:pt x="3176461" y="500753"/>
                </a:cubicBezTo>
                <a:lnTo>
                  <a:pt x="3164721" y="500753"/>
                </a:lnTo>
                <a:cubicBezTo>
                  <a:pt x="3164317" y="500753"/>
                  <a:pt x="3163911" y="500753"/>
                  <a:pt x="3163507" y="500348"/>
                </a:cubicBezTo>
                <a:lnTo>
                  <a:pt x="3157435" y="490228"/>
                </a:lnTo>
                <a:cubicBezTo>
                  <a:pt x="3157030" y="489823"/>
                  <a:pt x="3157030" y="489418"/>
                  <a:pt x="3157435" y="489013"/>
                </a:cubicBezTo>
                <a:lnTo>
                  <a:pt x="3163507" y="478893"/>
                </a:lnTo>
                <a:cubicBezTo>
                  <a:pt x="3163911" y="478893"/>
                  <a:pt x="3164317" y="478488"/>
                  <a:pt x="3164721" y="478488"/>
                </a:cubicBezTo>
                <a:close/>
                <a:moveTo>
                  <a:pt x="3124241" y="478488"/>
                </a:moveTo>
                <a:lnTo>
                  <a:pt x="3135575" y="478488"/>
                </a:lnTo>
                <a:cubicBezTo>
                  <a:pt x="3135980" y="478488"/>
                  <a:pt x="3136385" y="478893"/>
                  <a:pt x="3136790" y="479298"/>
                </a:cubicBezTo>
                <a:lnTo>
                  <a:pt x="3142457" y="489013"/>
                </a:lnTo>
                <a:cubicBezTo>
                  <a:pt x="3142862" y="489418"/>
                  <a:pt x="3142862" y="489823"/>
                  <a:pt x="3142457" y="490228"/>
                </a:cubicBezTo>
                <a:lnTo>
                  <a:pt x="3136790" y="499943"/>
                </a:lnTo>
                <a:cubicBezTo>
                  <a:pt x="3136790" y="499943"/>
                  <a:pt x="3136385" y="500348"/>
                  <a:pt x="3135575" y="500753"/>
                </a:cubicBezTo>
                <a:lnTo>
                  <a:pt x="3124241" y="500753"/>
                </a:lnTo>
                <a:cubicBezTo>
                  <a:pt x="3123836" y="500753"/>
                  <a:pt x="3123431" y="500348"/>
                  <a:pt x="3123026" y="499943"/>
                </a:cubicBezTo>
                <a:lnTo>
                  <a:pt x="3117359" y="490228"/>
                </a:lnTo>
                <a:cubicBezTo>
                  <a:pt x="3116954" y="489823"/>
                  <a:pt x="3116954" y="489418"/>
                  <a:pt x="3117359" y="489013"/>
                </a:cubicBezTo>
                <a:lnTo>
                  <a:pt x="3123026" y="479298"/>
                </a:lnTo>
                <a:cubicBezTo>
                  <a:pt x="3123431" y="478893"/>
                  <a:pt x="3123836" y="478488"/>
                  <a:pt x="3124241" y="478488"/>
                </a:cubicBezTo>
                <a:close/>
                <a:moveTo>
                  <a:pt x="452882" y="478488"/>
                </a:moveTo>
                <a:lnTo>
                  <a:pt x="463812" y="478488"/>
                </a:lnTo>
                <a:cubicBezTo>
                  <a:pt x="464217" y="478488"/>
                  <a:pt x="464622" y="478488"/>
                  <a:pt x="465027" y="478893"/>
                </a:cubicBezTo>
                <a:lnTo>
                  <a:pt x="470694" y="488608"/>
                </a:lnTo>
                <a:cubicBezTo>
                  <a:pt x="471099" y="489013"/>
                  <a:pt x="471099" y="489418"/>
                  <a:pt x="470694" y="489823"/>
                </a:cubicBezTo>
                <a:lnTo>
                  <a:pt x="465027" y="499538"/>
                </a:lnTo>
                <a:cubicBezTo>
                  <a:pt x="465027" y="499943"/>
                  <a:pt x="464622" y="500348"/>
                  <a:pt x="463812" y="499943"/>
                </a:cubicBezTo>
                <a:lnTo>
                  <a:pt x="452882" y="499943"/>
                </a:lnTo>
                <a:cubicBezTo>
                  <a:pt x="452478" y="499943"/>
                  <a:pt x="452073" y="499943"/>
                  <a:pt x="451668" y="499538"/>
                </a:cubicBezTo>
                <a:lnTo>
                  <a:pt x="446001" y="489823"/>
                </a:lnTo>
                <a:cubicBezTo>
                  <a:pt x="445596" y="489418"/>
                  <a:pt x="445596" y="489013"/>
                  <a:pt x="446001" y="488608"/>
                </a:cubicBezTo>
                <a:lnTo>
                  <a:pt x="451668" y="478893"/>
                </a:lnTo>
                <a:cubicBezTo>
                  <a:pt x="452073" y="478893"/>
                  <a:pt x="452478" y="478488"/>
                  <a:pt x="452882" y="478488"/>
                </a:cubicBezTo>
                <a:close/>
                <a:moveTo>
                  <a:pt x="411996" y="478488"/>
                </a:moveTo>
                <a:lnTo>
                  <a:pt x="423331" y="478488"/>
                </a:lnTo>
                <a:cubicBezTo>
                  <a:pt x="423736" y="478488"/>
                  <a:pt x="424141" y="478488"/>
                  <a:pt x="424546" y="478893"/>
                </a:cubicBezTo>
                <a:lnTo>
                  <a:pt x="430213" y="488608"/>
                </a:lnTo>
                <a:cubicBezTo>
                  <a:pt x="430618" y="489013"/>
                  <a:pt x="430618" y="489418"/>
                  <a:pt x="430213" y="489823"/>
                </a:cubicBezTo>
                <a:lnTo>
                  <a:pt x="424546" y="499538"/>
                </a:lnTo>
                <a:cubicBezTo>
                  <a:pt x="424546" y="499943"/>
                  <a:pt x="424141" y="500348"/>
                  <a:pt x="423331" y="499943"/>
                </a:cubicBezTo>
                <a:lnTo>
                  <a:pt x="411996" y="499943"/>
                </a:lnTo>
                <a:cubicBezTo>
                  <a:pt x="411592" y="499943"/>
                  <a:pt x="411187" y="499943"/>
                  <a:pt x="410782" y="499538"/>
                </a:cubicBezTo>
                <a:lnTo>
                  <a:pt x="405115" y="489823"/>
                </a:lnTo>
                <a:cubicBezTo>
                  <a:pt x="404710" y="489418"/>
                  <a:pt x="404710" y="489013"/>
                  <a:pt x="405115" y="488608"/>
                </a:cubicBezTo>
                <a:lnTo>
                  <a:pt x="410782" y="478893"/>
                </a:lnTo>
                <a:cubicBezTo>
                  <a:pt x="411187" y="478893"/>
                  <a:pt x="411592" y="478488"/>
                  <a:pt x="411996" y="478488"/>
                </a:cubicBezTo>
                <a:close/>
                <a:moveTo>
                  <a:pt x="371920" y="478488"/>
                </a:moveTo>
                <a:lnTo>
                  <a:pt x="383255" y="478488"/>
                </a:lnTo>
                <a:cubicBezTo>
                  <a:pt x="383660" y="478488"/>
                  <a:pt x="384065" y="478893"/>
                  <a:pt x="384470" y="479298"/>
                </a:cubicBezTo>
                <a:lnTo>
                  <a:pt x="390137" y="489013"/>
                </a:lnTo>
                <a:cubicBezTo>
                  <a:pt x="390542" y="489418"/>
                  <a:pt x="390542" y="489823"/>
                  <a:pt x="390137" y="490228"/>
                </a:cubicBezTo>
                <a:lnTo>
                  <a:pt x="384470" y="499943"/>
                </a:lnTo>
                <a:cubicBezTo>
                  <a:pt x="384065" y="500348"/>
                  <a:pt x="383660" y="500348"/>
                  <a:pt x="383255" y="500348"/>
                </a:cubicBezTo>
                <a:lnTo>
                  <a:pt x="371920" y="500348"/>
                </a:lnTo>
                <a:cubicBezTo>
                  <a:pt x="371516" y="500348"/>
                  <a:pt x="371111" y="500348"/>
                  <a:pt x="370706" y="499943"/>
                </a:cubicBezTo>
                <a:lnTo>
                  <a:pt x="365039" y="490228"/>
                </a:lnTo>
                <a:cubicBezTo>
                  <a:pt x="364634" y="489823"/>
                  <a:pt x="364634" y="489418"/>
                  <a:pt x="365039" y="489013"/>
                </a:cubicBezTo>
                <a:lnTo>
                  <a:pt x="370706" y="479298"/>
                </a:lnTo>
                <a:cubicBezTo>
                  <a:pt x="371111" y="478893"/>
                  <a:pt x="371516" y="478488"/>
                  <a:pt x="371920" y="478488"/>
                </a:cubicBezTo>
                <a:close/>
                <a:moveTo>
                  <a:pt x="1869726" y="478084"/>
                </a:moveTo>
                <a:lnTo>
                  <a:pt x="1881061" y="478084"/>
                </a:lnTo>
                <a:cubicBezTo>
                  <a:pt x="1881466" y="478084"/>
                  <a:pt x="1881871" y="478084"/>
                  <a:pt x="1882276" y="478489"/>
                </a:cubicBezTo>
                <a:lnTo>
                  <a:pt x="1887943" y="488609"/>
                </a:lnTo>
                <a:cubicBezTo>
                  <a:pt x="1888348" y="489014"/>
                  <a:pt x="1888348" y="489419"/>
                  <a:pt x="1887943" y="489824"/>
                </a:cubicBezTo>
                <a:lnTo>
                  <a:pt x="1882276" y="499944"/>
                </a:lnTo>
                <a:cubicBezTo>
                  <a:pt x="1881871" y="500349"/>
                  <a:pt x="1881466" y="500754"/>
                  <a:pt x="1881061" y="500349"/>
                </a:cubicBezTo>
                <a:lnTo>
                  <a:pt x="1869726" y="500349"/>
                </a:lnTo>
                <a:cubicBezTo>
                  <a:pt x="1869322" y="500349"/>
                  <a:pt x="1868917" y="500349"/>
                  <a:pt x="1868512" y="499944"/>
                </a:cubicBezTo>
                <a:lnTo>
                  <a:pt x="1862845" y="489824"/>
                </a:lnTo>
                <a:cubicBezTo>
                  <a:pt x="1862440" y="489419"/>
                  <a:pt x="1862440" y="489014"/>
                  <a:pt x="1862845" y="488609"/>
                </a:cubicBezTo>
                <a:lnTo>
                  <a:pt x="1868512" y="478489"/>
                </a:lnTo>
                <a:cubicBezTo>
                  <a:pt x="1868917" y="478489"/>
                  <a:pt x="1869322" y="478084"/>
                  <a:pt x="1869726" y="478084"/>
                </a:cubicBezTo>
                <a:close/>
                <a:moveTo>
                  <a:pt x="331034" y="478084"/>
                </a:moveTo>
                <a:lnTo>
                  <a:pt x="342774" y="478084"/>
                </a:lnTo>
                <a:cubicBezTo>
                  <a:pt x="343179" y="478084"/>
                  <a:pt x="343584" y="478084"/>
                  <a:pt x="343988" y="478489"/>
                </a:cubicBezTo>
                <a:lnTo>
                  <a:pt x="349656" y="488609"/>
                </a:lnTo>
                <a:cubicBezTo>
                  <a:pt x="350061" y="489014"/>
                  <a:pt x="350061" y="489419"/>
                  <a:pt x="349656" y="489824"/>
                </a:cubicBezTo>
                <a:lnTo>
                  <a:pt x="343988" y="499944"/>
                </a:lnTo>
                <a:cubicBezTo>
                  <a:pt x="343584" y="500349"/>
                  <a:pt x="343179" y="500754"/>
                  <a:pt x="342774" y="500349"/>
                </a:cubicBezTo>
                <a:lnTo>
                  <a:pt x="331034" y="500349"/>
                </a:lnTo>
                <a:cubicBezTo>
                  <a:pt x="330630" y="500349"/>
                  <a:pt x="330225" y="500349"/>
                  <a:pt x="329820" y="499944"/>
                </a:cubicBezTo>
                <a:lnTo>
                  <a:pt x="324153" y="489824"/>
                </a:lnTo>
                <a:cubicBezTo>
                  <a:pt x="323748" y="489419"/>
                  <a:pt x="323748" y="489014"/>
                  <a:pt x="324153" y="488609"/>
                </a:cubicBezTo>
                <a:lnTo>
                  <a:pt x="329820" y="478489"/>
                </a:lnTo>
                <a:cubicBezTo>
                  <a:pt x="330225" y="478489"/>
                  <a:pt x="330630" y="478084"/>
                  <a:pt x="331034" y="478084"/>
                </a:cubicBezTo>
                <a:close/>
                <a:moveTo>
                  <a:pt x="129032" y="478084"/>
                </a:moveTo>
                <a:lnTo>
                  <a:pt x="140367" y="478084"/>
                </a:lnTo>
                <a:cubicBezTo>
                  <a:pt x="140772" y="478084"/>
                  <a:pt x="141177" y="478084"/>
                  <a:pt x="141582" y="478489"/>
                </a:cubicBezTo>
                <a:lnTo>
                  <a:pt x="147249" y="488609"/>
                </a:lnTo>
                <a:cubicBezTo>
                  <a:pt x="147654" y="489014"/>
                  <a:pt x="147654" y="489419"/>
                  <a:pt x="147249" y="489824"/>
                </a:cubicBezTo>
                <a:lnTo>
                  <a:pt x="141582" y="499944"/>
                </a:lnTo>
                <a:cubicBezTo>
                  <a:pt x="141177" y="500349"/>
                  <a:pt x="140772" y="500754"/>
                  <a:pt x="140367" y="500349"/>
                </a:cubicBezTo>
                <a:lnTo>
                  <a:pt x="129032" y="500349"/>
                </a:lnTo>
                <a:cubicBezTo>
                  <a:pt x="128628" y="500349"/>
                  <a:pt x="128223" y="500349"/>
                  <a:pt x="127818" y="499944"/>
                </a:cubicBezTo>
                <a:lnTo>
                  <a:pt x="122151" y="489824"/>
                </a:lnTo>
                <a:cubicBezTo>
                  <a:pt x="121746" y="489419"/>
                  <a:pt x="121746" y="489014"/>
                  <a:pt x="122151" y="488609"/>
                </a:cubicBezTo>
                <a:lnTo>
                  <a:pt x="127818" y="478489"/>
                </a:lnTo>
                <a:cubicBezTo>
                  <a:pt x="128223" y="478489"/>
                  <a:pt x="128628" y="478084"/>
                  <a:pt x="129032" y="478084"/>
                </a:cubicBezTo>
                <a:close/>
                <a:moveTo>
                  <a:pt x="47665" y="478084"/>
                </a:moveTo>
                <a:lnTo>
                  <a:pt x="59810" y="478084"/>
                </a:lnTo>
                <a:cubicBezTo>
                  <a:pt x="60214" y="478084"/>
                  <a:pt x="60619" y="478084"/>
                  <a:pt x="61024" y="478489"/>
                </a:cubicBezTo>
                <a:lnTo>
                  <a:pt x="67096" y="489014"/>
                </a:lnTo>
                <a:cubicBezTo>
                  <a:pt x="67501" y="489419"/>
                  <a:pt x="67501" y="489824"/>
                  <a:pt x="67096" y="490228"/>
                </a:cubicBezTo>
                <a:lnTo>
                  <a:pt x="61024" y="500754"/>
                </a:lnTo>
                <a:cubicBezTo>
                  <a:pt x="60619" y="501158"/>
                  <a:pt x="60214" y="501158"/>
                  <a:pt x="59810" y="501563"/>
                </a:cubicBezTo>
                <a:lnTo>
                  <a:pt x="47665" y="501563"/>
                </a:lnTo>
                <a:cubicBezTo>
                  <a:pt x="47260" y="501563"/>
                  <a:pt x="46856" y="501158"/>
                  <a:pt x="46451" y="500754"/>
                </a:cubicBezTo>
                <a:lnTo>
                  <a:pt x="40379" y="490228"/>
                </a:lnTo>
                <a:cubicBezTo>
                  <a:pt x="39974" y="489824"/>
                  <a:pt x="39974" y="489419"/>
                  <a:pt x="40379" y="489014"/>
                </a:cubicBezTo>
                <a:lnTo>
                  <a:pt x="46451" y="478489"/>
                </a:lnTo>
                <a:cubicBezTo>
                  <a:pt x="46856" y="478489"/>
                  <a:pt x="47260" y="478084"/>
                  <a:pt x="47665" y="478084"/>
                </a:cubicBezTo>
                <a:close/>
                <a:moveTo>
                  <a:pt x="290148" y="477679"/>
                </a:moveTo>
                <a:lnTo>
                  <a:pt x="302293" y="477679"/>
                </a:lnTo>
                <a:cubicBezTo>
                  <a:pt x="302697" y="477679"/>
                  <a:pt x="303102" y="477679"/>
                  <a:pt x="303507" y="478084"/>
                </a:cubicBezTo>
                <a:lnTo>
                  <a:pt x="309579" y="488609"/>
                </a:lnTo>
                <a:cubicBezTo>
                  <a:pt x="309984" y="489014"/>
                  <a:pt x="309984" y="489419"/>
                  <a:pt x="309579" y="489823"/>
                </a:cubicBezTo>
                <a:lnTo>
                  <a:pt x="303507" y="500348"/>
                </a:lnTo>
                <a:cubicBezTo>
                  <a:pt x="303507" y="500753"/>
                  <a:pt x="303102" y="501158"/>
                  <a:pt x="302293" y="500753"/>
                </a:cubicBezTo>
                <a:lnTo>
                  <a:pt x="290148" y="500753"/>
                </a:lnTo>
                <a:cubicBezTo>
                  <a:pt x="289743" y="500753"/>
                  <a:pt x="289339" y="500753"/>
                  <a:pt x="288934" y="500348"/>
                </a:cubicBezTo>
                <a:lnTo>
                  <a:pt x="282862" y="489823"/>
                </a:lnTo>
                <a:cubicBezTo>
                  <a:pt x="282457" y="489419"/>
                  <a:pt x="282457" y="489014"/>
                  <a:pt x="282862" y="488609"/>
                </a:cubicBezTo>
                <a:lnTo>
                  <a:pt x="288934" y="478084"/>
                </a:lnTo>
                <a:cubicBezTo>
                  <a:pt x="289339" y="478084"/>
                  <a:pt x="289743" y="477679"/>
                  <a:pt x="290148" y="477679"/>
                </a:cubicBezTo>
                <a:close/>
                <a:moveTo>
                  <a:pt x="169109" y="477679"/>
                </a:moveTo>
                <a:lnTo>
                  <a:pt x="181254" y="477679"/>
                </a:lnTo>
                <a:cubicBezTo>
                  <a:pt x="181658" y="477679"/>
                  <a:pt x="182063" y="477679"/>
                  <a:pt x="182468" y="478084"/>
                </a:cubicBezTo>
                <a:lnTo>
                  <a:pt x="188540" y="488609"/>
                </a:lnTo>
                <a:cubicBezTo>
                  <a:pt x="188945" y="489014"/>
                  <a:pt x="188945" y="489419"/>
                  <a:pt x="188540" y="489823"/>
                </a:cubicBezTo>
                <a:lnTo>
                  <a:pt x="182468" y="500348"/>
                </a:lnTo>
                <a:cubicBezTo>
                  <a:pt x="182063" y="500753"/>
                  <a:pt x="181658" y="501158"/>
                  <a:pt x="181254" y="500753"/>
                </a:cubicBezTo>
                <a:lnTo>
                  <a:pt x="169109" y="500753"/>
                </a:lnTo>
                <a:cubicBezTo>
                  <a:pt x="168704" y="500753"/>
                  <a:pt x="168300" y="500753"/>
                  <a:pt x="167895" y="500348"/>
                </a:cubicBezTo>
                <a:lnTo>
                  <a:pt x="161823" y="489823"/>
                </a:lnTo>
                <a:cubicBezTo>
                  <a:pt x="161418" y="489419"/>
                  <a:pt x="161418" y="489014"/>
                  <a:pt x="161823" y="488609"/>
                </a:cubicBezTo>
                <a:lnTo>
                  <a:pt x="167895" y="478084"/>
                </a:lnTo>
                <a:cubicBezTo>
                  <a:pt x="168300" y="478084"/>
                  <a:pt x="168704" y="477679"/>
                  <a:pt x="169109" y="477679"/>
                </a:cubicBezTo>
                <a:close/>
                <a:moveTo>
                  <a:pt x="87742" y="477679"/>
                </a:moveTo>
                <a:lnTo>
                  <a:pt x="99887" y="477679"/>
                </a:lnTo>
                <a:cubicBezTo>
                  <a:pt x="100291" y="477679"/>
                  <a:pt x="100696" y="477679"/>
                  <a:pt x="101101" y="478084"/>
                </a:cubicBezTo>
                <a:lnTo>
                  <a:pt x="107173" y="488609"/>
                </a:lnTo>
                <a:cubicBezTo>
                  <a:pt x="107578" y="489014"/>
                  <a:pt x="107578" y="489419"/>
                  <a:pt x="107173" y="489823"/>
                </a:cubicBezTo>
                <a:lnTo>
                  <a:pt x="101101" y="500348"/>
                </a:lnTo>
                <a:cubicBezTo>
                  <a:pt x="101101" y="500753"/>
                  <a:pt x="100696" y="501158"/>
                  <a:pt x="99887" y="500753"/>
                </a:cubicBezTo>
                <a:lnTo>
                  <a:pt x="87742" y="500753"/>
                </a:lnTo>
                <a:cubicBezTo>
                  <a:pt x="87337" y="500753"/>
                  <a:pt x="86933" y="500753"/>
                  <a:pt x="86528" y="500348"/>
                </a:cubicBezTo>
                <a:lnTo>
                  <a:pt x="80456" y="489823"/>
                </a:lnTo>
                <a:cubicBezTo>
                  <a:pt x="80051" y="489419"/>
                  <a:pt x="80051" y="489014"/>
                  <a:pt x="80456" y="488609"/>
                </a:cubicBezTo>
                <a:lnTo>
                  <a:pt x="86528" y="478084"/>
                </a:lnTo>
                <a:cubicBezTo>
                  <a:pt x="86933" y="478084"/>
                  <a:pt x="87337" y="477679"/>
                  <a:pt x="87742" y="477679"/>
                </a:cubicBezTo>
                <a:close/>
                <a:moveTo>
                  <a:pt x="209186" y="477274"/>
                </a:moveTo>
                <a:lnTo>
                  <a:pt x="221735" y="477274"/>
                </a:lnTo>
                <a:cubicBezTo>
                  <a:pt x="222140" y="477274"/>
                  <a:pt x="222545" y="477679"/>
                  <a:pt x="222950" y="478084"/>
                </a:cubicBezTo>
                <a:lnTo>
                  <a:pt x="229427" y="489014"/>
                </a:lnTo>
                <a:cubicBezTo>
                  <a:pt x="229832" y="489418"/>
                  <a:pt x="229832" y="489823"/>
                  <a:pt x="229427" y="490228"/>
                </a:cubicBezTo>
                <a:lnTo>
                  <a:pt x="222950" y="501158"/>
                </a:lnTo>
                <a:cubicBezTo>
                  <a:pt x="222950" y="501563"/>
                  <a:pt x="222545" y="501563"/>
                  <a:pt x="221735" y="501563"/>
                </a:cubicBezTo>
                <a:lnTo>
                  <a:pt x="209186" y="501563"/>
                </a:lnTo>
                <a:cubicBezTo>
                  <a:pt x="208781" y="501563"/>
                  <a:pt x="208376" y="501563"/>
                  <a:pt x="207972" y="501158"/>
                </a:cubicBezTo>
                <a:lnTo>
                  <a:pt x="201495" y="490228"/>
                </a:lnTo>
                <a:cubicBezTo>
                  <a:pt x="201090" y="489823"/>
                  <a:pt x="201090" y="489418"/>
                  <a:pt x="201495" y="489014"/>
                </a:cubicBezTo>
                <a:lnTo>
                  <a:pt x="207972" y="478084"/>
                </a:lnTo>
                <a:cubicBezTo>
                  <a:pt x="208376" y="477679"/>
                  <a:pt x="208781" y="477274"/>
                  <a:pt x="209186" y="477274"/>
                </a:cubicBezTo>
                <a:close/>
                <a:moveTo>
                  <a:pt x="3447686" y="476869"/>
                </a:moveTo>
                <a:lnTo>
                  <a:pt x="3460640" y="476869"/>
                </a:lnTo>
                <a:cubicBezTo>
                  <a:pt x="3461045" y="476869"/>
                  <a:pt x="3461449" y="476869"/>
                  <a:pt x="3461855" y="477274"/>
                </a:cubicBezTo>
                <a:lnTo>
                  <a:pt x="3468331" y="488609"/>
                </a:lnTo>
                <a:cubicBezTo>
                  <a:pt x="3468736" y="489013"/>
                  <a:pt x="3468736" y="489418"/>
                  <a:pt x="3468331" y="489823"/>
                </a:cubicBezTo>
                <a:lnTo>
                  <a:pt x="3461855" y="501158"/>
                </a:lnTo>
                <a:cubicBezTo>
                  <a:pt x="3461449" y="501563"/>
                  <a:pt x="3461045" y="501967"/>
                  <a:pt x="3460640" y="501563"/>
                </a:cubicBezTo>
                <a:lnTo>
                  <a:pt x="3447686" y="501563"/>
                </a:lnTo>
                <a:cubicBezTo>
                  <a:pt x="3447281" y="501563"/>
                  <a:pt x="3446876" y="501563"/>
                  <a:pt x="3446471" y="501158"/>
                </a:cubicBezTo>
                <a:lnTo>
                  <a:pt x="3439995" y="489823"/>
                </a:lnTo>
                <a:cubicBezTo>
                  <a:pt x="3439590" y="489418"/>
                  <a:pt x="3439590" y="489013"/>
                  <a:pt x="3439995" y="488609"/>
                </a:cubicBezTo>
                <a:lnTo>
                  <a:pt x="3446471" y="477274"/>
                </a:lnTo>
                <a:cubicBezTo>
                  <a:pt x="3446876" y="477274"/>
                  <a:pt x="3447281" y="476869"/>
                  <a:pt x="3447686" y="476869"/>
                </a:cubicBezTo>
                <a:close/>
                <a:moveTo>
                  <a:pt x="3244470" y="476869"/>
                </a:moveTo>
                <a:lnTo>
                  <a:pt x="3258234" y="476869"/>
                </a:lnTo>
                <a:cubicBezTo>
                  <a:pt x="3258638" y="476869"/>
                  <a:pt x="3259043" y="476869"/>
                  <a:pt x="3259448" y="477274"/>
                </a:cubicBezTo>
                <a:lnTo>
                  <a:pt x="3266330" y="489013"/>
                </a:lnTo>
                <a:cubicBezTo>
                  <a:pt x="3266734" y="489418"/>
                  <a:pt x="3266734" y="489823"/>
                  <a:pt x="3266330" y="490228"/>
                </a:cubicBezTo>
                <a:lnTo>
                  <a:pt x="3259448" y="501967"/>
                </a:lnTo>
                <a:cubicBezTo>
                  <a:pt x="3259448" y="502372"/>
                  <a:pt x="3259043" y="502372"/>
                  <a:pt x="3258234" y="502372"/>
                </a:cubicBezTo>
                <a:lnTo>
                  <a:pt x="3244470" y="502372"/>
                </a:lnTo>
                <a:cubicBezTo>
                  <a:pt x="3244065" y="502372"/>
                  <a:pt x="3243660" y="502372"/>
                  <a:pt x="3243256" y="501967"/>
                </a:cubicBezTo>
                <a:lnTo>
                  <a:pt x="3236374" y="490228"/>
                </a:lnTo>
                <a:cubicBezTo>
                  <a:pt x="3235969" y="489823"/>
                  <a:pt x="3235969" y="489418"/>
                  <a:pt x="3236374" y="489013"/>
                </a:cubicBezTo>
                <a:lnTo>
                  <a:pt x="3243256" y="477274"/>
                </a:lnTo>
                <a:cubicBezTo>
                  <a:pt x="3243660" y="477274"/>
                  <a:pt x="3244065" y="476869"/>
                  <a:pt x="3244470" y="476869"/>
                </a:cubicBezTo>
                <a:close/>
                <a:moveTo>
                  <a:pt x="249667" y="476869"/>
                </a:moveTo>
                <a:lnTo>
                  <a:pt x="262216" y="476869"/>
                </a:lnTo>
                <a:cubicBezTo>
                  <a:pt x="262621" y="476869"/>
                  <a:pt x="263026" y="477274"/>
                  <a:pt x="263431" y="477679"/>
                </a:cubicBezTo>
                <a:lnTo>
                  <a:pt x="269503" y="488609"/>
                </a:lnTo>
                <a:cubicBezTo>
                  <a:pt x="269908" y="489013"/>
                  <a:pt x="269908" y="489418"/>
                  <a:pt x="269503" y="489823"/>
                </a:cubicBezTo>
                <a:lnTo>
                  <a:pt x="263431" y="500753"/>
                </a:lnTo>
                <a:cubicBezTo>
                  <a:pt x="263026" y="501158"/>
                  <a:pt x="262621" y="501563"/>
                  <a:pt x="262216" y="501158"/>
                </a:cubicBezTo>
                <a:lnTo>
                  <a:pt x="249667" y="501158"/>
                </a:lnTo>
                <a:cubicBezTo>
                  <a:pt x="249262" y="501158"/>
                  <a:pt x="248858" y="501158"/>
                  <a:pt x="248453" y="500753"/>
                </a:cubicBezTo>
                <a:lnTo>
                  <a:pt x="242381" y="489823"/>
                </a:lnTo>
                <a:cubicBezTo>
                  <a:pt x="241976" y="489418"/>
                  <a:pt x="241976" y="489013"/>
                  <a:pt x="242381" y="488609"/>
                </a:cubicBezTo>
                <a:lnTo>
                  <a:pt x="248453" y="477679"/>
                </a:lnTo>
                <a:cubicBezTo>
                  <a:pt x="248858" y="477274"/>
                  <a:pt x="249262" y="476869"/>
                  <a:pt x="249667" y="476869"/>
                </a:cubicBezTo>
                <a:close/>
                <a:moveTo>
                  <a:pt x="3204393" y="476464"/>
                </a:moveTo>
                <a:lnTo>
                  <a:pt x="3218157" y="476464"/>
                </a:lnTo>
                <a:cubicBezTo>
                  <a:pt x="3218561" y="476464"/>
                  <a:pt x="3218966" y="476869"/>
                  <a:pt x="3219371" y="477274"/>
                </a:cubicBezTo>
                <a:lnTo>
                  <a:pt x="3226253" y="489013"/>
                </a:lnTo>
                <a:cubicBezTo>
                  <a:pt x="3226657" y="489418"/>
                  <a:pt x="3226657" y="489823"/>
                  <a:pt x="3226253" y="490228"/>
                </a:cubicBezTo>
                <a:lnTo>
                  <a:pt x="3219371" y="501967"/>
                </a:lnTo>
                <a:cubicBezTo>
                  <a:pt x="3218966" y="502372"/>
                  <a:pt x="3218561" y="502372"/>
                  <a:pt x="3218157" y="502372"/>
                </a:cubicBezTo>
                <a:lnTo>
                  <a:pt x="3204393" y="502372"/>
                </a:lnTo>
                <a:cubicBezTo>
                  <a:pt x="3203988" y="502372"/>
                  <a:pt x="3203583" y="502372"/>
                  <a:pt x="3203179" y="501967"/>
                </a:cubicBezTo>
                <a:lnTo>
                  <a:pt x="3196297" y="490228"/>
                </a:lnTo>
                <a:cubicBezTo>
                  <a:pt x="3195892" y="489823"/>
                  <a:pt x="3195892" y="489418"/>
                  <a:pt x="3196297" y="489013"/>
                </a:cubicBezTo>
                <a:lnTo>
                  <a:pt x="3203179" y="477274"/>
                </a:lnTo>
                <a:cubicBezTo>
                  <a:pt x="3203583" y="476869"/>
                  <a:pt x="3203988" y="476464"/>
                  <a:pt x="3204393" y="476464"/>
                </a:cubicBezTo>
                <a:close/>
                <a:moveTo>
                  <a:pt x="2111400" y="476464"/>
                </a:moveTo>
                <a:lnTo>
                  <a:pt x="2124759" y="476464"/>
                </a:lnTo>
                <a:cubicBezTo>
                  <a:pt x="2125164" y="476464"/>
                  <a:pt x="2125568" y="476464"/>
                  <a:pt x="2125973" y="476869"/>
                </a:cubicBezTo>
                <a:lnTo>
                  <a:pt x="2132855" y="488608"/>
                </a:lnTo>
                <a:cubicBezTo>
                  <a:pt x="2133260" y="489013"/>
                  <a:pt x="2133260" y="489418"/>
                  <a:pt x="2132855" y="489823"/>
                </a:cubicBezTo>
                <a:lnTo>
                  <a:pt x="2125973" y="501562"/>
                </a:lnTo>
                <a:cubicBezTo>
                  <a:pt x="2125973" y="501967"/>
                  <a:pt x="2125568" y="502372"/>
                  <a:pt x="2124759" y="501967"/>
                </a:cubicBezTo>
                <a:lnTo>
                  <a:pt x="2111400" y="501967"/>
                </a:lnTo>
                <a:cubicBezTo>
                  <a:pt x="2110995" y="501967"/>
                  <a:pt x="2110590" y="501967"/>
                  <a:pt x="2110185" y="501562"/>
                </a:cubicBezTo>
                <a:lnTo>
                  <a:pt x="2103304" y="489823"/>
                </a:lnTo>
                <a:cubicBezTo>
                  <a:pt x="2102899" y="489418"/>
                  <a:pt x="2102899" y="489013"/>
                  <a:pt x="2103304" y="488608"/>
                </a:cubicBezTo>
                <a:lnTo>
                  <a:pt x="2110185" y="476869"/>
                </a:lnTo>
                <a:cubicBezTo>
                  <a:pt x="2110590" y="476869"/>
                  <a:pt x="2110995" y="476464"/>
                  <a:pt x="2111400" y="476464"/>
                </a:cubicBezTo>
                <a:close/>
                <a:moveTo>
                  <a:pt x="3284546" y="475655"/>
                </a:moveTo>
                <a:lnTo>
                  <a:pt x="3299120" y="475655"/>
                </a:lnTo>
                <a:cubicBezTo>
                  <a:pt x="3299524" y="475655"/>
                  <a:pt x="3299930" y="475655"/>
                  <a:pt x="3300334" y="476060"/>
                </a:cubicBezTo>
                <a:lnTo>
                  <a:pt x="3307621" y="488609"/>
                </a:lnTo>
                <a:cubicBezTo>
                  <a:pt x="3308026" y="489014"/>
                  <a:pt x="3308026" y="489419"/>
                  <a:pt x="3307621" y="489823"/>
                </a:cubicBezTo>
                <a:lnTo>
                  <a:pt x="3300334" y="502373"/>
                </a:lnTo>
                <a:cubicBezTo>
                  <a:pt x="3300334" y="502777"/>
                  <a:pt x="3299930" y="503182"/>
                  <a:pt x="3299120" y="502777"/>
                </a:cubicBezTo>
                <a:lnTo>
                  <a:pt x="3284546" y="502777"/>
                </a:lnTo>
                <a:cubicBezTo>
                  <a:pt x="3284142" y="502777"/>
                  <a:pt x="3283737" y="502777"/>
                  <a:pt x="3283332" y="502373"/>
                </a:cubicBezTo>
                <a:lnTo>
                  <a:pt x="3276046" y="489823"/>
                </a:lnTo>
                <a:cubicBezTo>
                  <a:pt x="3275641" y="489419"/>
                  <a:pt x="3275641" y="489014"/>
                  <a:pt x="3276046" y="488609"/>
                </a:cubicBezTo>
                <a:lnTo>
                  <a:pt x="3283332" y="476060"/>
                </a:lnTo>
                <a:cubicBezTo>
                  <a:pt x="3283737" y="476060"/>
                  <a:pt x="3284142" y="475655"/>
                  <a:pt x="3284546" y="475655"/>
                </a:cubicBezTo>
                <a:close/>
                <a:moveTo>
                  <a:pt x="3325028" y="475250"/>
                </a:moveTo>
                <a:lnTo>
                  <a:pt x="3340411" y="475250"/>
                </a:lnTo>
                <a:cubicBezTo>
                  <a:pt x="3340815" y="475250"/>
                  <a:pt x="3341220" y="475250"/>
                  <a:pt x="3341625" y="475655"/>
                </a:cubicBezTo>
                <a:lnTo>
                  <a:pt x="3349316" y="489014"/>
                </a:lnTo>
                <a:cubicBezTo>
                  <a:pt x="3349721" y="489418"/>
                  <a:pt x="3349721" y="489823"/>
                  <a:pt x="3349316" y="490228"/>
                </a:cubicBezTo>
                <a:lnTo>
                  <a:pt x="3341625" y="503587"/>
                </a:lnTo>
                <a:cubicBezTo>
                  <a:pt x="3341220" y="503992"/>
                  <a:pt x="3340815" y="503992"/>
                  <a:pt x="3340411" y="503992"/>
                </a:cubicBezTo>
                <a:lnTo>
                  <a:pt x="3325028" y="503992"/>
                </a:lnTo>
                <a:cubicBezTo>
                  <a:pt x="3324623" y="503992"/>
                  <a:pt x="3324218" y="503992"/>
                  <a:pt x="3323813" y="503587"/>
                </a:cubicBezTo>
                <a:lnTo>
                  <a:pt x="3316122" y="490228"/>
                </a:lnTo>
                <a:cubicBezTo>
                  <a:pt x="3315717" y="489823"/>
                  <a:pt x="3315717" y="489418"/>
                  <a:pt x="3316122" y="489014"/>
                </a:cubicBezTo>
                <a:lnTo>
                  <a:pt x="3323813" y="475655"/>
                </a:lnTo>
                <a:cubicBezTo>
                  <a:pt x="3324218" y="475655"/>
                  <a:pt x="3324623" y="475250"/>
                  <a:pt x="3325028" y="475250"/>
                </a:cubicBezTo>
                <a:close/>
                <a:moveTo>
                  <a:pt x="3405585" y="474440"/>
                </a:moveTo>
                <a:lnTo>
                  <a:pt x="3421372" y="474440"/>
                </a:lnTo>
                <a:cubicBezTo>
                  <a:pt x="3421777" y="474440"/>
                  <a:pt x="3422182" y="474440"/>
                  <a:pt x="3422587" y="474845"/>
                </a:cubicBezTo>
                <a:lnTo>
                  <a:pt x="3430278" y="488608"/>
                </a:lnTo>
                <a:cubicBezTo>
                  <a:pt x="3430683" y="489013"/>
                  <a:pt x="3430683" y="489418"/>
                  <a:pt x="3430278" y="489823"/>
                </a:cubicBezTo>
                <a:lnTo>
                  <a:pt x="3422587" y="503587"/>
                </a:lnTo>
                <a:cubicBezTo>
                  <a:pt x="3422587" y="503991"/>
                  <a:pt x="3422182" y="504396"/>
                  <a:pt x="3421372" y="503991"/>
                </a:cubicBezTo>
                <a:lnTo>
                  <a:pt x="3405585" y="503991"/>
                </a:lnTo>
                <a:cubicBezTo>
                  <a:pt x="3405180" y="503991"/>
                  <a:pt x="3404775" y="503991"/>
                  <a:pt x="3404370" y="503587"/>
                </a:cubicBezTo>
                <a:lnTo>
                  <a:pt x="3396679" y="489823"/>
                </a:lnTo>
                <a:cubicBezTo>
                  <a:pt x="3396274" y="489418"/>
                  <a:pt x="3396274" y="489013"/>
                  <a:pt x="3396679" y="488608"/>
                </a:cubicBezTo>
                <a:lnTo>
                  <a:pt x="3404370" y="474845"/>
                </a:lnTo>
                <a:cubicBezTo>
                  <a:pt x="3404775" y="474845"/>
                  <a:pt x="3405180" y="474440"/>
                  <a:pt x="3405585" y="474440"/>
                </a:cubicBezTo>
                <a:close/>
                <a:moveTo>
                  <a:pt x="3365104" y="474440"/>
                </a:moveTo>
                <a:lnTo>
                  <a:pt x="3380486" y="474440"/>
                </a:lnTo>
                <a:cubicBezTo>
                  <a:pt x="3380891" y="474440"/>
                  <a:pt x="3381296" y="474845"/>
                  <a:pt x="3381701" y="475250"/>
                </a:cubicBezTo>
                <a:lnTo>
                  <a:pt x="3389392" y="488608"/>
                </a:lnTo>
                <a:cubicBezTo>
                  <a:pt x="3389797" y="489013"/>
                  <a:pt x="3389797" y="489418"/>
                  <a:pt x="3389392" y="489823"/>
                </a:cubicBezTo>
                <a:lnTo>
                  <a:pt x="3381701" y="503182"/>
                </a:lnTo>
                <a:cubicBezTo>
                  <a:pt x="3381701" y="503587"/>
                  <a:pt x="3381296" y="503991"/>
                  <a:pt x="3380486" y="503182"/>
                </a:cubicBezTo>
                <a:lnTo>
                  <a:pt x="3365104" y="503182"/>
                </a:lnTo>
                <a:cubicBezTo>
                  <a:pt x="3364699" y="503182"/>
                  <a:pt x="3364294" y="503182"/>
                  <a:pt x="3363889" y="502777"/>
                </a:cubicBezTo>
                <a:lnTo>
                  <a:pt x="3356198" y="489418"/>
                </a:lnTo>
                <a:cubicBezTo>
                  <a:pt x="3355793" y="489013"/>
                  <a:pt x="3355793" y="488608"/>
                  <a:pt x="3356198" y="488204"/>
                </a:cubicBezTo>
                <a:lnTo>
                  <a:pt x="3363889" y="474845"/>
                </a:lnTo>
                <a:cubicBezTo>
                  <a:pt x="3364294" y="474845"/>
                  <a:pt x="3364699" y="474440"/>
                  <a:pt x="3365104" y="474440"/>
                </a:cubicBezTo>
                <a:close/>
                <a:moveTo>
                  <a:pt x="2603247" y="447723"/>
                </a:moveTo>
                <a:lnTo>
                  <a:pt x="2604866" y="447723"/>
                </a:lnTo>
                <a:lnTo>
                  <a:pt x="2605675" y="448938"/>
                </a:lnTo>
                <a:lnTo>
                  <a:pt x="2604866" y="450152"/>
                </a:lnTo>
                <a:lnTo>
                  <a:pt x="2603247" y="450152"/>
                </a:lnTo>
                <a:lnTo>
                  <a:pt x="2602437" y="448938"/>
                </a:lnTo>
                <a:close/>
                <a:moveTo>
                  <a:pt x="2967577" y="447318"/>
                </a:moveTo>
                <a:lnTo>
                  <a:pt x="2969197" y="447318"/>
                </a:lnTo>
                <a:lnTo>
                  <a:pt x="2970007" y="448937"/>
                </a:lnTo>
                <a:lnTo>
                  <a:pt x="2969197" y="450556"/>
                </a:lnTo>
                <a:lnTo>
                  <a:pt x="2967577" y="450556"/>
                </a:lnTo>
                <a:lnTo>
                  <a:pt x="2966768" y="448937"/>
                </a:lnTo>
                <a:close/>
                <a:moveTo>
                  <a:pt x="2927096" y="447318"/>
                </a:moveTo>
                <a:lnTo>
                  <a:pt x="2928716" y="447318"/>
                </a:lnTo>
                <a:lnTo>
                  <a:pt x="2929526" y="448937"/>
                </a:lnTo>
                <a:lnTo>
                  <a:pt x="2928716" y="450556"/>
                </a:lnTo>
                <a:lnTo>
                  <a:pt x="2927096" y="450556"/>
                </a:lnTo>
                <a:lnTo>
                  <a:pt x="2926287" y="448937"/>
                </a:lnTo>
                <a:close/>
                <a:moveTo>
                  <a:pt x="2886615" y="447318"/>
                </a:moveTo>
                <a:lnTo>
                  <a:pt x="2888639" y="447318"/>
                </a:lnTo>
                <a:lnTo>
                  <a:pt x="2889854" y="448937"/>
                </a:lnTo>
                <a:lnTo>
                  <a:pt x="2888639" y="450556"/>
                </a:lnTo>
                <a:lnTo>
                  <a:pt x="2886615" y="450556"/>
                </a:lnTo>
                <a:lnTo>
                  <a:pt x="2885401" y="448937"/>
                </a:lnTo>
                <a:close/>
                <a:moveTo>
                  <a:pt x="2805653" y="447318"/>
                </a:moveTo>
                <a:lnTo>
                  <a:pt x="2807677" y="447318"/>
                </a:lnTo>
                <a:lnTo>
                  <a:pt x="2808892" y="448937"/>
                </a:lnTo>
                <a:lnTo>
                  <a:pt x="2807677" y="450556"/>
                </a:lnTo>
                <a:lnTo>
                  <a:pt x="2805653" y="450556"/>
                </a:lnTo>
                <a:lnTo>
                  <a:pt x="2804439" y="448937"/>
                </a:lnTo>
                <a:close/>
                <a:moveTo>
                  <a:pt x="2643324" y="447318"/>
                </a:moveTo>
                <a:lnTo>
                  <a:pt x="2645348" y="447318"/>
                </a:lnTo>
                <a:lnTo>
                  <a:pt x="2646157" y="448937"/>
                </a:lnTo>
                <a:lnTo>
                  <a:pt x="2645348" y="450556"/>
                </a:lnTo>
                <a:lnTo>
                  <a:pt x="2643324" y="450556"/>
                </a:lnTo>
                <a:lnTo>
                  <a:pt x="2642514" y="448937"/>
                </a:lnTo>
                <a:close/>
                <a:moveTo>
                  <a:pt x="2562766" y="447318"/>
                </a:moveTo>
                <a:lnTo>
                  <a:pt x="2564385" y="447318"/>
                </a:lnTo>
                <a:lnTo>
                  <a:pt x="2565194" y="448937"/>
                </a:lnTo>
                <a:lnTo>
                  <a:pt x="2564385" y="450556"/>
                </a:lnTo>
                <a:lnTo>
                  <a:pt x="2562766" y="450556"/>
                </a:lnTo>
                <a:lnTo>
                  <a:pt x="2561956" y="448937"/>
                </a:lnTo>
                <a:close/>
                <a:moveTo>
                  <a:pt x="2441322" y="447318"/>
                </a:moveTo>
                <a:lnTo>
                  <a:pt x="2442941" y="447318"/>
                </a:lnTo>
                <a:lnTo>
                  <a:pt x="2443750" y="448937"/>
                </a:lnTo>
                <a:lnTo>
                  <a:pt x="2442941" y="450556"/>
                </a:lnTo>
                <a:lnTo>
                  <a:pt x="2441322" y="450556"/>
                </a:lnTo>
                <a:lnTo>
                  <a:pt x="2440512" y="448937"/>
                </a:lnTo>
                <a:close/>
                <a:moveTo>
                  <a:pt x="2400841" y="447318"/>
                </a:moveTo>
                <a:lnTo>
                  <a:pt x="2402460" y="447318"/>
                </a:lnTo>
                <a:lnTo>
                  <a:pt x="2403269" y="448937"/>
                </a:lnTo>
                <a:lnTo>
                  <a:pt x="2402460" y="450556"/>
                </a:lnTo>
                <a:lnTo>
                  <a:pt x="2400841" y="450556"/>
                </a:lnTo>
                <a:lnTo>
                  <a:pt x="2400031" y="448937"/>
                </a:lnTo>
                <a:close/>
                <a:moveTo>
                  <a:pt x="2359955" y="447318"/>
                </a:moveTo>
                <a:lnTo>
                  <a:pt x="2361979" y="447318"/>
                </a:lnTo>
                <a:lnTo>
                  <a:pt x="2362788" y="448937"/>
                </a:lnTo>
                <a:lnTo>
                  <a:pt x="2361979" y="450556"/>
                </a:lnTo>
                <a:lnTo>
                  <a:pt x="2359955" y="450556"/>
                </a:lnTo>
                <a:lnTo>
                  <a:pt x="2359145" y="448937"/>
                </a:lnTo>
                <a:close/>
                <a:moveTo>
                  <a:pt x="2319474" y="447318"/>
                </a:moveTo>
                <a:lnTo>
                  <a:pt x="2321498" y="447318"/>
                </a:lnTo>
                <a:lnTo>
                  <a:pt x="2322307" y="448937"/>
                </a:lnTo>
                <a:lnTo>
                  <a:pt x="2321498" y="450556"/>
                </a:lnTo>
                <a:lnTo>
                  <a:pt x="2319474" y="450556"/>
                </a:lnTo>
                <a:lnTo>
                  <a:pt x="2318664" y="448937"/>
                </a:lnTo>
                <a:close/>
                <a:moveTo>
                  <a:pt x="1550330" y="447318"/>
                </a:moveTo>
                <a:lnTo>
                  <a:pt x="1552354" y="447318"/>
                </a:lnTo>
                <a:lnTo>
                  <a:pt x="1553163" y="448937"/>
                </a:lnTo>
                <a:lnTo>
                  <a:pt x="1552354" y="450556"/>
                </a:lnTo>
                <a:lnTo>
                  <a:pt x="1550330" y="450556"/>
                </a:lnTo>
                <a:lnTo>
                  <a:pt x="1549520" y="448937"/>
                </a:lnTo>
                <a:close/>
                <a:moveTo>
                  <a:pt x="1509849" y="447318"/>
                </a:moveTo>
                <a:lnTo>
                  <a:pt x="1511873" y="447318"/>
                </a:lnTo>
                <a:lnTo>
                  <a:pt x="1512682" y="448937"/>
                </a:lnTo>
                <a:lnTo>
                  <a:pt x="1511873" y="450556"/>
                </a:lnTo>
                <a:lnTo>
                  <a:pt x="1509849" y="450556"/>
                </a:lnTo>
                <a:lnTo>
                  <a:pt x="1509039" y="448937"/>
                </a:lnTo>
                <a:close/>
                <a:moveTo>
                  <a:pt x="1469367" y="447318"/>
                </a:moveTo>
                <a:lnTo>
                  <a:pt x="1471391" y="447318"/>
                </a:lnTo>
                <a:lnTo>
                  <a:pt x="1472200" y="448937"/>
                </a:lnTo>
                <a:lnTo>
                  <a:pt x="1471391" y="450556"/>
                </a:lnTo>
                <a:lnTo>
                  <a:pt x="1469367" y="450556"/>
                </a:lnTo>
                <a:lnTo>
                  <a:pt x="1468557" y="448937"/>
                </a:lnTo>
                <a:close/>
                <a:moveTo>
                  <a:pt x="1428886" y="447318"/>
                </a:moveTo>
                <a:lnTo>
                  <a:pt x="1430910" y="447318"/>
                </a:lnTo>
                <a:lnTo>
                  <a:pt x="1431719" y="448937"/>
                </a:lnTo>
                <a:lnTo>
                  <a:pt x="1430910" y="450556"/>
                </a:lnTo>
                <a:lnTo>
                  <a:pt x="1428886" y="450556"/>
                </a:lnTo>
                <a:lnTo>
                  <a:pt x="1428076" y="448937"/>
                </a:lnTo>
                <a:close/>
                <a:moveTo>
                  <a:pt x="1388810" y="447318"/>
                </a:moveTo>
                <a:lnTo>
                  <a:pt x="1390429" y="447318"/>
                </a:lnTo>
                <a:lnTo>
                  <a:pt x="1391238" y="448937"/>
                </a:lnTo>
                <a:lnTo>
                  <a:pt x="1390429" y="450556"/>
                </a:lnTo>
                <a:lnTo>
                  <a:pt x="1388810" y="450556"/>
                </a:lnTo>
                <a:lnTo>
                  <a:pt x="1388000" y="448937"/>
                </a:lnTo>
                <a:close/>
                <a:moveTo>
                  <a:pt x="1348328" y="447318"/>
                </a:moveTo>
                <a:lnTo>
                  <a:pt x="1349947" y="447318"/>
                </a:lnTo>
                <a:lnTo>
                  <a:pt x="1350756" y="448937"/>
                </a:lnTo>
                <a:lnTo>
                  <a:pt x="1349947" y="450556"/>
                </a:lnTo>
                <a:lnTo>
                  <a:pt x="1348328" y="450556"/>
                </a:lnTo>
                <a:lnTo>
                  <a:pt x="1347518" y="448937"/>
                </a:lnTo>
                <a:close/>
                <a:moveTo>
                  <a:pt x="3898242" y="446913"/>
                </a:moveTo>
                <a:lnTo>
                  <a:pt x="3900671" y="446913"/>
                </a:lnTo>
                <a:lnTo>
                  <a:pt x="3901886" y="448937"/>
                </a:lnTo>
                <a:lnTo>
                  <a:pt x="3900671" y="450961"/>
                </a:lnTo>
                <a:lnTo>
                  <a:pt x="3898242" y="450961"/>
                </a:lnTo>
                <a:lnTo>
                  <a:pt x="3897028" y="448937"/>
                </a:lnTo>
                <a:close/>
                <a:moveTo>
                  <a:pt x="3007654" y="446913"/>
                </a:moveTo>
                <a:lnTo>
                  <a:pt x="3010083" y="446913"/>
                </a:lnTo>
                <a:lnTo>
                  <a:pt x="3011298" y="448937"/>
                </a:lnTo>
                <a:lnTo>
                  <a:pt x="3010083" y="450961"/>
                </a:lnTo>
                <a:lnTo>
                  <a:pt x="3007654" y="450961"/>
                </a:lnTo>
                <a:lnTo>
                  <a:pt x="3006440" y="448937"/>
                </a:lnTo>
                <a:close/>
                <a:moveTo>
                  <a:pt x="2846134" y="446913"/>
                </a:moveTo>
                <a:lnTo>
                  <a:pt x="2848158" y="446913"/>
                </a:lnTo>
                <a:lnTo>
                  <a:pt x="2849373" y="448937"/>
                </a:lnTo>
                <a:lnTo>
                  <a:pt x="2848158" y="450961"/>
                </a:lnTo>
                <a:lnTo>
                  <a:pt x="2846134" y="450961"/>
                </a:lnTo>
                <a:lnTo>
                  <a:pt x="2844920" y="448937"/>
                </a:lnTo>
                <a:close/>
                <a:moveTo>
                  <a:pt x="2765171" y="446913"/>
                </a:moveTo>
                <a:lnTo>
                  <a:pt x="2767195" y="446913"/>
                </a:lnTo>
                <a:lnTo>
                  <a:pt x="2768410" y="448937"/>
                </a:lnTo>
                <a:lnTo>
                  <a:pt x="2767195" y="450961"/>
                </a:lnTo>
                <a:lnTo>
                  <a:pt x="2765171" y="450961"/>
                </a:lnTo>
                <a:lnTo>
                  <a:pt x="2763957" y="448937"/>
                </a:lnTo>
                <a:close/>
                <a:moveTo>
                  <a:pt x="2724285" y="446913"/>
                </a:moveTo>
                <a:lnTo>
                  <a:pt x="2726714" y="446913"/>
                </a:lnTo>
                <a:lnTo>
                  <a:pt x="2727929" y="448937"/>
                </a:lnTo>
                <a:lnTo>
                  <a:pt x="2726714" y="450961"/>
                </a:lnTo>
                <a:lnTo>
                  <a:pt x="2724285" y="450961"/>
                </a:lnTo>
                <a:lnTo>
                  <a:pt x="2723071" y="448937"/>
                </a:lnTo>
                <a:close/>
                <a:moveTo>
                  <a:pt x="2278992" y="446913"/>
                </a:moveTo>
                <a:lnTo>
                  <a:pt x="2281420" y="446913"/>
                </a:lnTo>
                <a:lnTo>
                  <a:pt x="2282635" y="448937"/>
                </a:lnTo>
                <a:lnTo>
                  <a:pt x="2281420" y="450961"/>
                </a:lnTo>
                <a:lnTo>
                  <a:pt x="2278992" y="450961"/>
                </a:lnTo>
                <a:lnTo>
                  <a:pt x="2277777" y="448937"/>
                </a:lnTo>
                <a:close/>
                <a:moveTo>
                  <a:pt x="1307846" y="446913"/>
                </a:moveTo>
                <a:lnTo>
                  <a:pt x="1309870" y="446913"/>
                </a:lnTo>
                <a:lnTo>
                  <a:pt x="1311085" y="448937"/>
                </a:lnTo>
                <a:lnTo>
                  <a:pt x="1309870" y="450961"/>
                </a:lnTo>
                <a:lnTo>
                  <a:pt x="1307846" y="450961"/>
                </a:lnTo>
                <a:lnTo>
                  <a:pt x="1306632" y="448937"/>
                </a:lnTo>
                <a:close/>
                <a:moveTo>
                  <a:pt x="3979204" y="446508"/>
                </a:moveTo>
                <a:lnTo>
                  <a:pt x="3982038" y="446508"/>
                </a:lnTo>
                <a:lnTo>
                  <a:pt x="3983657" y="448937"/>
                </a:lnTo>
                <a:lnTo>
                  <a:pt x="3982038" y="451366"/>
                </a:lnTo>
                <a:lnTo>
                  <a:pt x="3979204" y="451366"/>
                </a:lnTo>
                <a:lnTo>
                  <a:pt x="3977585" y="448937"/>
                </a:lnTo>
                <a:close/>
                <a:moveTo>
                  <a:pt x="3938319" y="446508"/>
                </a:moveTo>
                <a:lnTo>
                  <a:pt x="3941152" y="446508"/>
                </a:lnTo>
                <a:lnTo>
                  <a:pt x="3942367" y="448937"/>
                </a:lnTo>
                <a:lnTo>
                  <a:pt x="3941152" y="451366"/>
                </a:lnTo>
                <a:lnTo>
                  <a:pt x="3938319" y="451366"/>
                </a:lnTo>
                <a:lnTo>
                  <a:pt x="3937104" y="448937"/>
                </a:lnTo>
                <a:close/>
                <a:moveTo>
                  <a:pt x="3857356" y="446508"/>
                </a:moveTo>
                <a:lnTo>
                  <a:pt x="3860189" y="446508"/>
                </a:lnTo>
                <a:lnTo>
                  <a:pt x="3861404" y="448937"/>
                </a:lnTo>
                <a:lnTo>
                  <a:pt x="3860189" y="451366"/>
                </a:lnTo>
                <a:lnTo>
                  <a:pt x="3857356" y="451366"/>
                </a:lnTo>
                <a:lnTo>
                  <a:pt x="3856141" y="448937"/>
                </a:lnTo>
                <a:close/>
                <a:moveTo>
                  <a:pt x="4019280" y="446103"/>
                </a:moveTo>
                <a:lnTo>
                  <a:pt x="4022519" y="446103"/>
                </a:lnTo>
                <a:lnTo>
                  <a:pt x="4024138" y="448937"/>
                </a:lnTo>
                <a:lnTo>
                  <a:pt x="4022519" y="451770"/>
                </a:lnTo>
                <a:lnTo>
                  <a:pt x="4019280" y="451770"/>
                </a:lnTo>
                <a:lnTo>
                  <a:pt x="4017661" y="448937"/>
                </a:lnTo>
                <a:close/>
                <a:moveTo>
                  <a:pt x="3816874" y="446103"/>
                </a:moveTo>
                <a:lnTo>
                  <a:pt x="3820113" y="446103"/>
                </a:lnTo>
                <a:lnTo>
                  <a:pt x="3821732" y="448937"/>
                </a:lnTo>
                <a:lnTo>
                  <a:pt x="3820113" y="451770"/>
                </a:lnTo>
                <a:lnTo>
                  <a:pt x="3816874" y="451770"/>
                </a:lnTo>
                <a:lnTo>
                  <a:pt x="3815255" y="448937"/>
                </a:lnTo>
                <a:close/>
                <a:moveTo>
                  <a:pt x="3047730" y="446103"/>
                </a:moveTo>
                <a:lnTo>
                  <a:pt x="3050969" y="446103"/>
                </a:lnTo>
                <a:lnTo>
                  <a:pt x="3052588" y="448937"/>
                </a:lnTo>
                <a:lnTo>
                  <a:pt x="3050969" y="451770"/>
                </a:lnTo>
                <a:lnTo>
                  <a:pt x="3047730" y="451770"/>
                </a:lnTo>
                <a:lnTo>
                  <a:pt x="3046111" y="448937"/>
                </a:lnTo>
                <a:close/>
                <a:moveTo>
                  <a:pt x="3776393" y="445294"/>
                </a:moveTo>
                <a:lnTo>
                  <a:pt x="3779632" y="445294"/>
                </a:lnTo>
                <a:cubicBezTo>
                  <a:pt x="3780037" y="445294"/>
                  <a:pt x="3780442" y="445294"/>
                  <a:pt x="3780846" y="445699"/>
                </a:cubicBezTo>
                <a:lnTo>
                  <a:pt x="3782466" y="448532"/>
                </a:lnTo>
                <a:cubicBezTo>
                  <a:pt x="3782870" y="448937"/>
                  <a:pt x="3782870" y="449342"/>
                  <a:pt x="3782466" y="449747"/>
                </a:cubicBezTo>
                <a:lnTo>
                  <a:pt x="3780846" y="452581"/>
                </a:lnTo>
                <a:cubicBezTo>
                  <a:pt x="3780442" y="452985"/>
                  <a:pt x="3780037" y="452985"/>
                  <a:pt x="3779632" y="452985"/>
                </a:cubicBezTo>
                <a:lnTo>
                  <a:pt x="3776393" y="452985"/>
                </a:lnTo>
                <a:cubicBezTo>
                  <a:pt x="3775989" y="452985"/>
                  <a:pt x="3775584" y="452985"/>
                  <a:pt x="3775179" y="452581"/>
                </a:cubicBezTo>
                <a:lnTo>
                  <a:pt x="3773560" y="449747"/>
                </a:lnTo>
                <a:cubicBezTo>
                  <a:pt x="3773155" y="449342"/>
                  <a:pt x="3773155" y="448937"/>
                  <a:pt x="3773560" y="448532"/>
                </a:cubicBezTo>
                <a:lnTo>
                  <a:pt x="3775179" y="445699"/>
                </a:lnTo>
                <a:cubicBezTo>
                  <a:pt x="3775584" y="445699"/>
                  <a:pt x="3775989" y="445294"/>
                  <a:pt x="3776393" y="445294"/>
                </a:cubicBezTo>
                <a:close/>
                <a:moveTo>
                  <a:pt x="3735912" y="445294"/>
                </a:moveTo>
                <a:lnTo>
                  <a:pt x="3739151" y="445294"/>
                </a:lnTo>
                <a:cubicBezTo>
                  <a:pt x="3739556" y="445294"/>
                  <a:pt x="3739961" y="445294"/>
                  <a:pt x="3740365" y="445699"/>
                </a:cubicBezTo>
                <a:lnTo>
                  <a:pt x="3741985" y="448532"/>
                </a:lnTo>
                <a:cubicBezTo>
                  <a:pt x="3742389" y="448937"/>
                  <a:pt x="3742389" y="449342"/>
                  <a:pt x="3741985" y="449747"/>
                </a:cubicBezTo>
                <a:lnTo>
                  <a:pt x="3740365" y="452581"/>
                </a:lnTo>
                <a:cubicBezTo>
                  <a:pt x="3739961" y="452581"/>
                  <a:pt x="3739556" y="452985"/>
                  <a:pt x="3739151" y="452985"/>
                </a:cubicBezTo>
                <a:lnTo>
                  <a:pt x="3735912" y="452985"/>
                </a:lnTo>
                <a:cubicBezTo>
                  <a:pt x="3735508" y="452985"/>
                  <a:pt x="3735103" y="452985"/>
                  <a:pt x="3734698" y="452581"/>
                </a:cubicBezTo>
                <a:lnTo>
                  <a:pt x="3733079" y="449747"/>
                </a:lnTo>
                <a:cubicBezTo>
                  <a:pt x="3732674" y="449342"/>
                  <a:pt x="3732674" y="448937"/>
                  <a:pt x="3733079" y="448532"/>
                </a:cubicBezTo>
                <a:lnTo>
                  <a:pt x="3734698" y="445699"/>
                </a:lnTo>
                <a:cubicBezTo>
                  <a:pt x="3735103" y="445699"/>
                  <a:pt x="3735508" y="445294"/>
                  <a:pt x="3735912" y="445294"/>
                </a:cubicBezTo>
                <a:close/>
                <a:moveTo>
                  <a:pt x="3695027" y="445294"/>
                </a:moveTo>
                <a:lnTo>
                  <a:pt x="3698670" y="445294"/>
                </a:lnTo>
                <a:cubicBezTo>
                  <a:pt x="3699075" y="445294"/>
                  <a:pt x="3699479" y="445294"/>
                  <a:pt x="3699884" y="445699"/>
                </a:cubicBezTo>
                <a:lnTo>
                  <a:pt x="3701503" y="448532"/>
                </a:lnTo>
                <a:cubicBezTo>
                  <a:pt x="3701908" y="448937"/>
                  <a:pt x="3701908" y="449342"/>
                  <a:pt x="3701503" y="449747"/>
                </a:cubicBezTo>
                <a:lnTo>
                  <a:pt x="3699884" y="452581"/>
                </a:lnTo>
                <a:cubicBezTo>
                  <a:pt x="3699479" y="452985"/>
                  <a:pt x="3699075" y="452985"/>
                  <a:pt x="3698670" y="452985"/>
                </a:cubicBezTo>
                <a:lnTo>
                  <a:pt x="3695027" y="452985"/>
                </a:lnTo>
                <a:cubicBezTo>
                  <a:pt x="3694622" y="452985"/>
                  <a:pt x="3694217" y="452985"/>
                  <a:pt x="3693812" y="452581"/>
                </a:cubicBezTo>
                <a:lnTo>
                  <a:pt x="3692193" y="449747"/>
                </a:lnTo>
                <a:cubicBezTo>
                  <a:pt x="3691788" y="449342"/>
                  <a:pt x="3691788" y="448937"/>
                  <a:pt x="3692193" y="448532"/>
                </a:cubicBezTo>
                <a:lnTo>
                  <a:pt x="3693812" y="445699"/>
                </a:lnTo>
                <a:cubicBezTo>
                  <a:pt x="3694217" y="445699"/>
                  <a:pt x="3694622" y="445294"/>
                  <a:pt x="3695027" y="445294"/>
                </a:cubicBezTo>
                <a:close/>
                <a:moveTo>
                  <a:pt x="2480588" y="445294"/>
                </a:moveTo>
                <a:lnTo>
                  <a:pt x="2484636" y="445294"/>
                </a:lnTo>
                <a:lnTo>
                  <a:pt x="2486660" y="448937"/>
                </a:lnTo>
                <a:lnTo>
                  <a:pt x="2484636" y="452581"/>
                </a:lnTo>
                <a:lnTo>
                  <a:pt x="2480588" y="452581"/>
                </a:lnTo>
                <a:lnTo>
                  <a:pt x="2478564" y="448937"/>
                </a:lnTo>
                <a:close/>
                <a:moveTo>
                  <a:pt x="1913446" y="444889"/>
                </a:moveTo>
                <a:lnTo>
                  <a:pt x="1917494" y="444889"/>
                </a:lnTo>
                <a:cubicBezTo>
                  <a:pt x="1917899" y="444889"/>
                  <a:pt x="1918304" y="444889"/>
                  <a:pt x="1918709" y="445294"/>
                </a:cubicBezTo>
                <a:lnTo>
                  <a:pt x="1920733" y="448532"/>
                </a:lnTo>
                <a:cubicBezTo>
                  <a:pt x="1921138" y="448937"/>
                  <a:pt x="1921138" y="449342"/>
                  <a:pt x="1920733" y="449747"/>
                </a:cubicBezTo>
                <a:lnTo>
                  <a:pt x="1918709" y="452985"/>
                </a:lnTo>
                <a:cubicBezTo>
                  <a:pt x="1918709" y="453390"/>
                  <a:pt x="1918304" y="453390"/>
                  <a:pt x="1917494" y="453795"/>
                </a:cubicBezTo>
                <a:lnTo>
                  <a:pt x="1913446" y="453795"/>
                </a:lnTo>
                <a:cubicBezTo>
                  <a:pt x="1913041" y="453795"/>
                  <a:pt x="1912637" y="453390"/>
                  <a:pt x="1912232" y="452985"/>
                </a:cubicBezTo>
                <a:lnTo>
                  <a:pt x="1910208" y="449747"/>
                </a:lnTo>
                <a:cubicBezTo>
                  <a:pt x="1909803" y="449342"/>
                  <a:pt x="1909803" y="448937"/>
                  <a:pt x="1910208" y="448532"/>
                </a:cubicBezTo>
                <a:lnTo>
                  <a:pt x="1912232" y="445294"/>
                </a:lnTo>
                <a:cubicBezTo>
                  <a:pt x="1912637" y="445294"/>
                  <a:pt x="1913041" y="444889"/>
                  <a:pt x="1913446" y="444889"/>
                </a:cubicBezTo>
                <a:close/>
                <a:moveTo>
                  <a:pt x="2034890" y="444484"/>
                </a:moveTo>
                <a:lnTo>
                  <a:pt x="2038938" y="444484"/>
                </a:lnTo>
                <a:cubicBezTo>
                  <a:pt x="2039343" y="444484"/>
                  <a:pt x="2039748" y="444889"/>
                  <a:pt x="2040153" y="445294"/>
                </a:cubicBezTo>
                <a:lnTo>
                  <a:pt x="2042177" y="448532"/>
                </a:lnTo>
                <a:cubicBezTo>
                  <a:pt x="2042582" y="448937"/>
                  <a:pt x="2042582" y="449342"/>
                  <a:pt x="2042177" y="449747"/>
                </a:cubicBezTo>
                <a:lnTo>
                  <a:pt x="2040153" y="452985"/>
                </a:lnTo>
                <a:cubicBezTo>
                  <a:pt x="2040153" y="453390"/>
                  <a:pt x="2039748" y="453390"/>
                  <a:pt x="2038938" y="453390"/>
                </a:cubicBezTo>
                <a:lnTo>
                  <a:pt x="2034890" y="453390"/>
                </a:lnTo>
                <a:cubicBezTo>
                  <a:pt x="2034485" y="453390"/>
                  <a:pt x="2034081" y="453390"/>
                  <a:pt x="2033676" y="452985"/>
                </a:cubicBezTo>
                <a:lnTo>
                  <a:pt x="2031652" y="449747"/>
                </a:lnTo>
                <a:cubicBezTo>
                  <a:pt x="2031247" y="449342"/>
                  <a:pt x="2031247" y="448937"/>
                  <a:pt x="2031652" y="448532"/>
                </a:cubicBezTo>
                <a:lnTo>
                  <a:pt x="2033676" y="445294"/>
                </a:lnTo>
                <a:cubicBezTo>
                  <a:pt x="2034081" y="444889"/>
                  <a:pt x="2034485" y="444484"/>
                  <a:pt x="2034890" y="444484"/>
                </a:cubicBezTo>
                <a:close/>
                <a:moveTo>
                  <a:pt x="1994409" y="444484"/>
                </a:moveTo>
                <a:lnTo>
                  <a:pt x="1998862" y="444484"/>
                </a:lnTo>
                <a:cubicBezTo>
                  <a:pt x="1999267" y="444484"/>
                  <a:pt x="1999672" y="444484"/>
                  <a:pt x="2000076" y="444889"/>
                </a:cubicBezTo>
                <a:lnTo>
                  <a:pt x="2002101" y="448532"/>
                </a:lnTo>
                <a:cubicBezTo>
                  <a:pt x="2002505" y="448937"/>
                  <a:pt x="2002505" y="449342"/>
                  <a:pt x="2002101" y="449747"/>
                </a:cubicBezTo>
                <a:lnTo>
                  <a:pt x="2000076" y="453390"/>
                </a:lnTo>
                <a:cubicBezTo>
                  <a:pt x="1999672" y="453795"/>
                  <a:pt x="1999267" y="453795"/>
                  <a:pt x="1998862" y="453795"/>
                </a:cubicBezTo>
                <a:lnTo>
                  <a:pt x="1994409" y="453795"/>
                </a:lnTo>
                <a:cubicBezTo>
                  <a:pt x="1994004" y="453795"/>
                  <a:pt x="1993600" y="453795"/>
                  <a:pt x="1993195" y="453390"/>
                </a:cubicBezTo>
                <a:lnTo>
                  <a:pt x="1991171" y="449747"/>
                </a:lnTo>
                <a:cubicBezTo>
                  <a:pt x="1990766" y="449342"/>
                  <a:pt x="1990766" y="448937"/>
                  <a:pt x="1991171" y="448532"/>
                </a:cubicBezTo>
                <a:lnTo>
                  <a:pt x="1993195" y="444889"/>
                </a:lnTo>
                <a:cubicBezTo>
                  <a:pt x="1993600" y="444889"/>
                  <a:pt x="1994004" y="444484"/>
                  <a:pt x="1994409" y="444484"/>
                </a:cubicBezTo>
                <a:close/>
                <a:moveTo>
                  <a:pt x="1751926" y="444484"/>
                </a:moveTo>
                <a:lnTo>
                  <a:pt x="1755569" y="444484"/>
                </a:lnTo>
                <a:cubicBezTo>
                  <a:pt x="1755974" y="444484"/>
                  <a:pt x="1756379" y="444484"/>
                  <a:pt x="1756784" y="444889"/>
                </a:cubicBezTo>
                <a:lnTo>
                  <a:pt x="1758808" y="448127"/>
                </a:lnTo>
                <a:cubicBezTo>
                  <a:pt x="1759213" y="448532"/>
                  <a:pt x="1759213" y="448937"/>
                  <a:pt x="1758808" y="449342"/>
                </a:cubicBezTo>
                <a:lnTo>
                  <a:pt x="1756784" y="452580"/>
                </a:lnTo>
                <a:cubicBezTo>
                  <a:pt x="1756784" y="452985"/>
                  <a:pt x="1756379" y="453390"/>
                  <a:pt x="1755569" y="452985"/>
                </a:cubicBezTo>
                <a:lnTo>
                  <a:pt x="1751926" y="452985"/>
                </a:lnTo>
                <a:cubicBezTo>
                  <a:pt x="1751521" y="452985"/>
                  <a:pt x="1751116" y="452985"/>
                  <a:pt x="1750712" y="452580"/>
                </a:cubicBezTo>
                <a:lnTo>
                  <a:pt x="1748688" y="449342"/>
                </a:lnTo>
                <a:cubicBezTo>
                  <a:pt x="1748283" y="448937"/>
                  <a:pt x="1748283" y="448532"/>
                  <a:pt x="1748688" y="448127"/>
                </a:cubicBezTo>
                <a:lnTo>
                  <a:pt x="1750712" y="444889"/>
                </a:lnTo>
                <a:cubicBezTo>
                  <a:pt x="1751116" y="444889"/>
                  <a:pt x="1751521" y="444484"/>
                  <a:pt x="1751926" y="444484"/>
                </a:cubicBezTo>
                <a:close/>
                <a:moveTo>
                  <a:pt x="3654545" y="444079"/>
                </a:moveTo>
                <a:lnTo>
                  <a:pt x="3658593" y="444079"/>
                </a:lnTo>
                <a:cubicBezTo>
                  <a:pt x="3658998" y="444079"/>
                  <a:pt x="3659403" y="444484"/>
                  <a:pt x="3659807" y="444889"/>
                </a:cubicBezTo>
                <a:lnTo>
                  <a:pt x="3661832" y="448532"/>
                </a:lnTo>
                <a:cubicBezTo>
                  <a:pt x="3662237" y="448937"/>
                  <a:pt x="3662237" y="449342"/>
                  <a:pt x="3661832" y="449746"/>
                </a:cubicBezTo>
                <a:lnTo>
                  <a:pt x="3659807" y="453390"/>
                </a:lnTo>
                <a:cubicBezTo>
                  <a:pt x="3659403" y="453390"/>
                  <a:pt x="3658998" y="453794"/>
                  <a:pt x="3658593" y="453794"/>
                </a:cubicBezTo>
                <a:lnTo>
                  <a:pt x="3654545" y="453794"/>
                </a:lnTo>
                <a:cubicBezTo>
                  <a:pt x="3654141" y="453794"/>
                  <a:pt x="3653735" y="453794"/>
                  <a:pt x="3653331" y="453390"/>
                </a:cubicBezTo>
                <a:lnTo>
                  <a:pt x="3651307" y="449746"/>
                </a:lnTo>
                <a:cubicBezTo>
                  <a:pt x="3650902" y="449342"/>
                  <a:pt x="3650902" y="448937"/>
                  <a:pt x="3651307" y="448532"/>
                </a:cubicBezTo>
                <a:lnTo>
                  <a:pt x="3653331" y="444889"/>
                </a:lnTo>
                <a:cubicBezTo>
                  <a:pt x="3653735" y="444484"/>
                  <a:pt x="3654141" y="444079"/>
                  <a:pt x="3654545" y="444079"/>
                </a:cubicBezTo>
                <a:close/>
                <a:moveTo>
                  <a:pt x="1954332" y="444079"/>
                </a:moveTo>
                <a:lnTo>
                  <a:pt x="1958380" y="444079"/>
                </a:lnTo>
                <a:cubicBezTo>
                  <a:pt x="1958785" y="444079"/>
                  <a:pt x="1959190" y="444484"/>
                  <a:pt x="1959595" y="444889"/>
                </a:cubicBezTo>
                <a:lnTo>
                  <a:pt x="1961619" y="448532"/>
                </a:lnTo>
                <a:cubicBezTo>
                  <a:pt x="1962023" y="448937"/>
                  <a:pt x="1962023" y="449342"/>
                  <a:pt x="1961619" y="449746"/>
                </a:cubicBezTo>
                <a:lnTo>
                  <a:pt x="1959595" y="453390"/>
                </a:lnTo>
                <a:cubicBezTo>
                  <a:pt x="1959190" y="453390"/>
                  <a:pt x="1958785" y="453794"/>
                  <a:pt x="1958380" y="453794"/>
                </a:cubicBezTo>
                <a:lnTo>
                  <a:pt x="1954332" y="453794"/>
                </a:lnTo>
                <a:cubicBezTo>
                  <a:pt x="1953927" y="453794"/>
                  <a:pt x="1953522" y="453794"/>
                  <a:pt x="1953118" y="453390"/>
                </a:cubicBezTo>
                <a:lnTo>
                  <a:pt x="1951094" y="449746"/>
                </a:lnTo>
                <a:cubicBezTo>
                  <a:pt x="1950689" y="449342"/>
                  <a:pt x="1950689" y="448937"/>
                  <a:pt x="1951094" y="448532"/>
                </a:cubicBezTo>
                <a:lnTo>
                  <a:pt x="1953118" y="444889"/>
                </a:lnTo>
                <a:cubicBezTo>
                  <a:pt x="1953522" y="444484"/>
                  <a:pt x="1953927" y="444079"/>
                  <a:pt x="1954332" y="444079"/>
                </a:cubicBezTo>
                <a:close/>
                <a:moveTo>
                  <a:pt x="1832888" y="444079"/>
                </a:moveTo>
                <a:lnTo>
                  <a:pt x="1836936" y="444079"/>
                </a:lnTo>
                <a:cubicBezTo>
                  <a:pt x="1837341" y="444079"/>
                  <a:pt x="1837746" y="444079"/>
                  <a:pt x="1838151" y="444484"/>
                </a:cubicBezTo>
                <a:lnTo>
                  <a:pt x="1840175" y="448127"/>
                </a:lnTo>
                <a:cubicBezTo>
                  <a:pt x="1840579" y="448532"/>
                  <a:pt x="1840579" y="448937"/>
                  <a:pt x="1840175" y="449342"/>
                </a:cubicBezTo>
                <a:lnTo>
                  <a:pt x="1838151" y="452985"/>
                </a:lnTo>
                <a:cubicBezTo>
                  <a:pt x="1837746" y="453390"/>
                  <a:pt x="1837341" y="453794"/>
                  <a:pt x="1836936" y="453390"/>
                </a:cubicBezTo>
                <a:lnTo>
                  <a:pt x="1832888" y="453390"/>
                </a:lnTo>
                <a:cubicBezTo>
                  <a:pt x="1832483" y="453390"/>
                  <a:pt x="1832078" y="453390"/>
                  <a:pt x="1831674" y="452985"/>
                </a:cubicBezTo>
                <a:lnTo>
                  <a:pt x="1829650" y="449342"/>
                </a:lnTo>
                <a:cubicBezTo>
                  <a:pt x="1829245" y="448937"/>
                  <a:pt x="1829245" y="448532"/>
                  <a:pt x="1829650" y="448127"/>
                </a:cubicBezTo>
                <a:lnTo>
                  <a:pt x="1831674" y="444484"/>
                </a:lnTo>
                <a:cubicBezTo>
                  <a:pt x="1832078" y="444484"/>
                  <a:pt x="1832483" y="444079"/>
                  <a:pt x="1832888" y="444079"/>
                </a:cubicBezTo>
                <a:close/>
                <a:moveTo>
                  <a:pt x="1792407" y="444079"/>
                </a:moveTo>
                <a:lnTo>
                  <a:pt x="1796455" y="444079"/>
                </a:lnTo>
                <a:cubicBezTo>
                  <a:pt x="1796860" y="444079"/>
                  <a:pt x="1797265" y="444079"/>
                  <a:pt x="1797670" y="444484"/>
                </a:cubicBezTo>
                <a:lnTo>
                  <a:pt x="1799694" y="448127"/>
                </a:lnTo>
                <a:cubicBezTo>
                  <a:pt x="1800098" y="448532"/>
                  <a:pt x="1800098" y="448937"/>
                  <a:pt x="1799694" y="449342"/>
                </a:cubicBezTo>
                <a:lnTo>
                  <a:pt x="1797670" y="452985"/>
                </a:lnTo>
                <a:cubicBezTo>
                  <a:pt x="1797265" y="453390"/>
                  <a:pt x="1796860" y="453794"/>
                  <a:pt x="1796455" y="453390"/>
                </a:cubicBezTo>
                <a:lnTo>
                  <a:pt x="1792407" y="453390"/>
                </a:lnTo>
                <a:cubicBezTo>
                  <a:pt x="1792002" y="453390"/>
                  <a:pt x="1791597" y="453390"/>
                  <a:pt x="1791193" y="452985"/>
                </a:cubicBezTo>
                <a:lnTo>
                  <a:pt x="1789169" y="449342"/>
                </a:lnTo>
                <a:cubicBezTo>
                  <a:pt x="1788764" y="448937"/>
                  <a:pt x="1788764" y="448532"/>
                  <a:pt x="1789169" y="448127"/>
                </a:cubicBezTo>
                <a:lnTo>
                  <a:pt x="1791193" y="444484"/>
                </a:lnTo>
                <a:cubicBezTo>
                  <a:pt x="1791597" y="444484"/>
                  <a:pt x="1792002" y="444079"/>
                  <a:pt x="1792407" y="444079"/>
                </a:cubicBezTo>
                <a:close/>
                <a:moveTo>
                  <a:pt x="3086998" y="443674"/>
                </a:moveTo>
                <a:lnTo>
                  <a:pt x="3092261" y="443674"/>
                </a:lnTo>
                <a:cubicBezTo>
                  <a:pt x="3092665" y="443674"/>
                  <a:pt x="3093070" y="443674"/>
                  <a:pt x="3093475" y="444079"/>
                </a:cubicBezTo>
                <a:lnTo>
                  <a:pt x="3095904" y="448532"/>
                </a:lnTo>
                <a:cubicBezTo>
                  <a:pt x="3096309" y="448937"/>
                  <a:pt x="3096309" y="449341"/>
                  <a:pt x="3095904" y="449746"/>
                </a:cubicBezTo>
                <a:lnTo>
                  <a:pt x="3093475" y="454199"/>
                </a:lnTo>
                <a:cubicBezTo>
                  <a:pt x="3093475" y="454604"/>
                  <a:pt x="3093070" y="454604"/>
                  <a:pt x="3092261" y="454604"/>
                </a:cubicBezTo>
                <a:lnTo>
                  <a:pt x="3086998" y="454604"/>
                </a:lnTo>
                <a:cubicBezTo>
                  <a:pt x="3086593" y="454604"/>
                  <a:pt x="3086188" y="454604"/>
                  <a:pt x="3085784" y="454199"/>
                </a:cubicBezTo>
                <a:lnTo>
                  <a:pt x="3083355" y="449746"/>
                </a:lnTo>
                <a:cubicBezTo>
                  <a:pt x="3082950" y="449341"/>
                  <a:pt x="3082950" y="448937"/>
                  <a:pt x="3083355" y="448532"/>
                </a:cubicBezTo>
                <a:lnTo>
                  <a:pt x="3085784" y="444079"/>
                </a:lnTo>
                <a:cubicBezTo>
                  <a:pt x="3086188" y="444079"/>
                  <a:pt x="3086593" y="443674"/>
                  <a:pt x="3086998" y="443674"/>
                </a:cubicBezTo>
                <a:close/>
                <a:moveTo>
                  <a:pt x="1589191" y="443674"/>
                </a:moveTo>
                <a:lnTo>
                  <a:pt x="1594453" y="443674"/>
                </a:lnTo>
                <a:cubicBezTo>
                  <a:pt x="1594858" y="443674"/>
                  <a:pt x="1595263" y="443674"/>
                  <a:pt x="1595668" y="444079"/>
                </a:cubicBezTo>
                <a:lnTo>
                  <a:pt x="1598097" y="448532"/>
                </a:lnTo>
                <a:cubicBezTo>
                  <a:pt x="1598502" y="448937"/>
                  <a:pt x="1598502" y="449341"/>
                  <a:pt x="1598097" y="449746"/>
                </a:cubicBezTo>
                <a:lnTo>
                  <a:pt x="1595668" y="454199"/>
                </a:lnTo>
                <a:cubicBezTo>
                  <a:pt x="1595668" y="454604"/>
                  <a:pt x="1595263" y="454604"/>
                  <a:pt x="1594453" y="454604"/>
                </a:cubicBezTo>
                <a:lnTo>
                  <a:pt x="1589191" y="454604"/>
                </a:lnTo>
                <a:cubicBezTo>
                  <a:pt x="1588786" y="454604"/>
                  <a:pt x="1588381" y="454604"/>
                  <a:pt x="1587977" y="454199"/>
                </a:cubicBezTo>
                <a:lnTo>
                  <a:pt x="1585548" y="449746"/>
                </a:lnTo>
                <a:cubicBezTo>
                  <a:pt x="1585143" y="449341"/>
                  <a:pt x="1585143" y="448937"/>
                  <a:pt x="1585548" y="448532"/>
                </a:cubicBezTo>
                <a:lnTo>
                  <a:pt x="1587977" y="444079"/>
                </a:lnTo>
                <a:cubicBezTo>
                  <a:pt x="1588381" y="444079"/>
                  <a:pt x="1588786" y="443674"/>
                  <a:pt x="1589191" y="443674"/>
                </a:cubicBezTo>
                <a:close/>
                <a:moveTo>
                  <a:pt x="658123" y="443674"/>
                </a:moveTo>
                <a:lnTo>
                  <a:pt x="663385" y="443674"/>
                </a:lnTo>
                <a:cubicBezTo>
                  <a:pt x="663790" y="443674"/>
                  <a:pt x="664195" y="443674"/>
                  <a:pt x="664600" y="444079"/>
                </a:cubicBezTo>
                <a:lnTo>
                  <a:pt x="667433" y="448532"/>
                </a:lnTo>
                <a:cubicBezTo>
                  <a:pt x="667838" y="448937"/>
                  <a:pt x="667838" y="449341"/>
                  <a:pt x="667433" y="449746"/>
                </a:cubicBezTo>
                <a:lnTo>
                  <a:pt x="664600" y="454199"/>
                </a:lnTo>
                <a:cubicBezTo>
                  <a:pt x="664600" y="454604"/>
                  <a:pt x="664195" y="454604"/>
                  <a:pt x="663385" y="454604"/>
                </a:cubicBezTo>
                <a:lnTo>
                  <a:pt x="658123" y="454604"/>
                </a:lnTo>
                <a:cubicBezTo>
                  <a:pt x="657718" y="454604"/>
                  <a:pt x="657313" y="454604"/>
                  <a:pt x="656908" y="454199"/>
                </a:cubicBezTo>
                <a:lnTo>
                  <a:pt x="654075" y="449746"/>
                </a:lnTo>
                <a:cubicBezTo>
                  <a:pt x="653670" y="449341"/>
                  <a:pt x="653670" y="448937"/>
                  <a:pt x="654075" y="448532"/>
                </a:cubicBezTo>
                <a:lnTo>
                  <a:pt x="656908" y="444079"/>
                </a:lnTo>
                <a:cubicBezTo>
                  <a:pt x="657313" y="444079"/>
                  <a:pt x="657718" y="443674"/>
                  <a:pt x="658123" y="443674"/>
                </a:cubicBezTo>
                <a:close/>
                <a:moveTo>
                  <a:pt x="536679" y="443674"/>
                </a:moveTo>
                <a:lnTo>
                  <a:pt x="541941" y="443674"/>
                </a:lnTo>
                <a:cubicBezTo>
                  <a:pt x="542346" y="443674"/>
                  <a:pt x="542751" y="443674"/>
                  <a:pt x="543156" y="444079"/>
                </a:cubicBezTo>
                <a:lnTo>
                  <a:pt x="545989" y="448532"/>
                </a:lnTo>
                <a:cubicBezTo>
                  <a:pt x="546394" y="448937"/>
                  <a:pt x="546394" y="449341"/>
                  <a:pt x="545989" y="449746"/>
                </a:cubicBezTo>
                <a:lnTo>
                  <a:pt x="543156" y="454199"/>
                </a:lnTo>
                <a:cubicBezTo>
                  <a:pt x="543156" y="454604"/>
                  <a:pt x="542751" y="454604"/>
                  <a:pt x="541941" y="454604"/>
                </a:cubicBezTo>
                <a:lnTo>
                  <a:pt x="536679" y="454604"/>
                </a:lnTo>
                <a:cubicBezTo>
                  <a:pt x="536274" y="454604"/>
                  <a:pt x="535869" y="454604"/>
                  <a:pt x="535464" y="454199"/>
                </a:cubicBezTo>
                <a:lnTo>
                  <a:pt x="532631" y="449746"/>
                </a:lnTo>
                <a:cubicBezTo>
                  <a:pt x="532226" y="449341"/>
                  <a:pt x="532226" y="448937"/>
                  <a:pt x="532631" y="448532"/>
                </a:cubicBezTo>
                <a:lnTo>
                  <a:pt x="535464" y="444079"/>
                </a:lnTo>
                <a:cubicBezTo>
                  <a:pt x="535869" y="444079"/>
                  <a:pt x="536274" y="443674"/>
                  <a:pt x="536679" y="443674"/>
                </a:cubicBezTo>
                <a:close/>
                <a:moveTo>
                  <a:pt x="50904" y="443674"/>
                </a:moveTo>
                <a:lnTo>
                  <a:pt x="56166" y="443674"/>
                </a:lnTo>
                <a:cubicBezTo>
                  <a:pt x="56571" y="443674"/>
                  <a:pt x="56976" y="443674"/>
                  <a:pt x="57381" y="444079"/>
                </a:cubicBezTo>
                <a:lnTo>
                  <a:pt x="59810" y="448532"/>
                </a:lnTo>
                <a:cubicBezTo>
                  <a:pt x="60215" y="448937"/>
                  <a:pt x="60215" y="449341"/>
                  <a:pt x="59810" y="449746"/>
                </a:cubicBezTo>
                <a:lnTo>
                  <a:pt x="57381" y="454199"/>
                </a:lnTo>
                <a:cubicBezTo>
                  <a:pt x="57381" y="454604"/>
                  <a:pt x="56976" y="454604"/>
                  <a:pt x="56166" y="454604"/>
                </a:cubicBezTo>
                <a:lnTo>
                  <a:pt x="50904" y="454604"/>
                </a:lnTo>
                <a:cubicBezTo>
                  <a:pt x="50499" y="454604"/>
                  <a:pt x="50094" y="454604"/>
                  <a:pt x="49690" y="454199"/>
                </a:cubicBezTo>
                <a:lnTo>
                  <a:pt x="47261" y="449746"/>
                </a:lnTo>
                <a:cubicBezTo>
                  <a:pt x="46856" y="449341"/>
                  <a:pt x="46856" y="448937"/>
                  <a:pt x="47261" y="448532"/>
                </a:cubicBezTo>
                <a:lnTo>
                  <a:pt x="49690" y="444079"/>
                </a:lnTo>
                <a:cubicBezTo>
                  <a:pt x="50094" y="444079"/>
                  <a:pt x="50499" y="443674"/>
                  <a:pt x="50904" y="443674"/>
                </a:cubicBezTo>
                <a:close/>
                <a:moveTo>
                  <a:pt x="1022454" y="443270"/>
                </a:moveTo>
                <a:lnTo>
                  <a:pt x="1028121" y="443270"/>
                </a:lnTo>
                <a:cubicBezTo>
                  <a:pt x="1028526" y="443270"/>
                  <a:pt x="1028931" y="443270"/>
                  <a:pt x="1029336" y="443675"/>
                </a:cubicBezTo>
                <a:lnTo>
                  <a:pt x="1032169" y="448533"/>
                </a:lnTo>
                <a:cubicBezTo>
                  <a:pt x="1032574" y="448937"/>
                  <a:pt x="1032574" y="449342"/>
                  <a:pt x="1032169" y="449747"/>
                </a:cubicBezTo>
                <a:lnTo>
                  <a:pt x="1029336" y="454605"/>
                </a:lnTo>
                <a:cubicBezTo>
                  <a:pt x="1028931" y="454605"/>
                  <a:pt x="1028526" y="455010"/>
                  <a:pt x="1028121" y="455010"/>
                </a:cubicBezTo>
                <a:lnTo>
                  <a:pt x="1022454" y="455010"/>
                </a:lnTo>
                <a:cubicBezTo>
                  <a:pt x="1022049" y="455010"/>
                  <a:pt x="1021644" y="455010"/>
                  <a:pt x="1021239" y="454605"/>
                </a:cubicBezTo>
                <a:lnTo>
                  <a:pt x="1018406" y="449747"/>
                </a:lnTo>
                <a:cubicBezTo>
                  <a:pt x="1018001" y="449342"/>
                  <a:pt x="1018001" y="448937"/>
                  <a:pt x="1018406" y="448533"/>
                </a:cubicBezTo>
                <a:lnTo>
                  <a:pt x="1021239" y="443675"/>
                </a:lnTo>
                <a:cubicBezTo>
                  <a:pt x="1021644" y="443675"/>
                  <a:pt x="1022049" y="443270"/>
                  <a:pt x="1022454" y="443270"/>
                </a:cubicBezTo>
                <a:close/>
                <a:moveTo>
                  <a:pt x="981973" y="443270"/>
                </a:moveTo>
                <a:lnTo>
                  <a:pt x="987640" y="443270"/>
                </a:lnTo>
                <a:cubicBezTo>
                  <a:pt x="988045" y="443270"/>
                  <a:pt x="988450" y="443270"/>
                  <a:pt x="988855" y="443675"/>
                </a:cubicBezTo>
                <a:lnTo>
                  <a:pt x="991688" y="448533"/>
                </a:lnTo>
                <a:cubicBezTo>
                  <a:pt x="992093" y="448937"/>
                  <a:pt x="992093" y="449342"/>
                  <a:pt x="991688" y="449747"/>
                </a:cubicBezTo>
                <a:lnTo>
                  <a:pt x="988855" y="454605"/>
                </a:lnTo>
                <a:cubicBezTo>
                  <a:pt x="988450" y="455010"/>
                  <a:pt x="988045" y="455010"/>
                  <a:pt x="987640" y="455010"/>
                </a:cubicBezTo>
                <a:lnTo>
                  <a:pt x="981973" y="455010"/>
                </a:lnTo>
                <a:cubicBezTo>
                  <a:pt x="981568" y="455010"/>
                  <a:pt x="981163" y="455010"/>
                  <a:pt x="980758" y="454605"/>
                </a:cubicBezTo>
                <a:lnTo>
                  <a:pt x="977925" y="449747"/>
                </a:lnTo>
                <a:cubicBezTo>
                  <a:pt x="977520" y="449342"/>
                  <a:pt x="977520" y="448937"/>
                  <a:pt x="977925" y="448533"/>
                </a:cubicBezTo>
                <a:lnTo>
                  <a:pt x="980758" y="443675"/>
                </a:lnTo>
                <a:cubicBezTo>
                  <a:pt x="981163" y="443675"/>
                  <a:pt x="981568" y="443270"/>
                  <a:pt x="981973" y="443270"/>
                </a:cubicBezTo>
                <a:close/>
                <a:moveTo>
                  <a:pt x="941492" y="443270"/>
                </a:moveTo>
                <a:lnTo>
                  <a:pt x="947159" y="443270"/>
                </a:lnTo>
                <a:cubicBezTo>
                  <a:pt x="947564" y="443270"/>
                  <a:pt x="947969" y="443270"/>
                  <a:pt x="948374" y="443675"/>
                </a:cubicBezTo>
                <a:lnTo>
                  <a:pt x="951207" y="448533"/>
                </a:lnTo>
                <a:cubicBezTo>
                  <a:pt x="951612" y="448937"/>
                  <a:pt x="951612" y="449342"/>
                  <a:pt x="951207" y="449747"/>
                </a:cubicBezTo>
                <a:lnTo>
                  <a:pt x="948374" y="454605"/>
                </a:lnTo>
                <a:cubicBezTo>
                  <a:pt x="947969" y="455010"/>
                  <a:pt x="947564" y="455010"/>
                  <a:pt x="947159" y="455010"/>
                </a:cubicBezTo>
                <a:lnTo>
                  <a:pt x="941492" y="455010"/>
                </a:lnTo>
                <a:cubicBezTo>
                  <a:pt x="941087" y="455010"/>
                  <a:pt x="940682" y="455010"/>
                  <a:pt x="940277" y="454605"/>
                </a:cubicBezTo>
                <a:lnTo>
                  <a:pt x="937444" y="449747"/>
                </a:lnTo>
                <a:cubicBezTo>
                  <a:pt x="937039" y="449342"/>
                  <a:pt x="937039" y="448937"/>
                  <a:pt x="937444" y="448533"/>
                </a:cubicBezTo>
                <a:lnTo>
                  <a:pt x="940277" y="443675"/>
                </a:lnTo>
                <a:cubicBezTo>
                  <a:pt x="940682" y="443675"/>
                  <a:pt x="941087" y="443270"/>
                  <a:pt x="941492" y="443270"/>
                </a:cubicBezTo>
                <a:close/>
                <a:moveTo>
                  <a:pt x="779567" y="443270"/>
                </a:moveTo>
                <a:lnTo>
                  <a:pt x="785234" y="443270"/>
                </a:lnTo>
                <a:cubicBezTo>
                  <a:pt x="785639" y="443270"/>
                  <a:pt x="786044" y="443270"/>
                  <a:pt x="786449" y="443675"/>
                </a:cubicBezTo>
                <a:lnTo>
                  <a:pt x="789282" y="448533"/>
                </a:lnTo>
                <a:cubicBezTo>
                  <a:pt x="789687" y="448937"/>
                  <a:pt x="789687" y="449342"/>
                  <a:pt x="789282" y="449747"/>
                </a:cubicBezTo>
                <a:lnTo>
                  <a:pt x="786449" y="454605"/>
                </a:lnTo>
                <a:cubicBezTo>
                  <a:pt x="786044" y="455010"/>
                  <a:pt x="785639" y="455010"/>
                  <a:pt x="785234" y="455010"/>
                </a:cubicBezTo>
                <a:lnTo>
                  <a:pt x="779567" y="455010"/>
                </a:lnTo>
                <a:cubicBezTo>
                  <a:pt x="779162" y="455010"/>
                  <a:pt x="778757" y="455010"/>
                  <a:pt x="778352" y="454605"/>
                </a:cubicBezTo>
                <a:lnTo>
                  <a:pt x="775519" y="449747"/>
                </a:lnTo>
                <a:cubicBezTo>
                  <a:pt x="775114" y="449342"/>
                  <a:pt x="775114" y="448937"/>
                  <a:pt x="775519" y="448533"/>
                </a:cubicBezTo>
                <a:lnTo>
                  <a:pt x="778352" y="443675"/>
                </a:lnTo>
                <a:cubicBezTo>
                  <a:pt x="778757" y="443675"/>
                  <a:pt x="779162" y="443270"/>
                  <a:pt x="779567" y="443270"/>
                </a:cubicBezTo>
                <a:close/>
                <a:moveTo>
                  <a:pt x="456121" y="443270"/>
                </a:moveTo>
                <a:lnTo>
                  <a:pt x="460979" y="443270"/>
                </a:lnTo>
                <a:cubicBezTo>
                  <a:pt x="461383" y="443270"/>
                  <a:pt x="461788" y="443270"/>
                  <a:pt x="462193" y="443675"/>
                </a:cubicBezTo>
                <a:lnTo>
                  <a:pt x="464622" y="448128"/>
                </a:lnTo>
                <a:cubicBezTo>
                  <a:pt x="465027" y="448533"/>
                  <a:pt x="465027" y="448937"/>
                  <a:pt x="464622" y="449342"/>
                </a:cubicBezTo>
                <a:lnTo>
                  <a:pt x="462193" y="453795"/>
                </a:lnTo>
                <a:cubicBezTo>
                  <a:pt x="461788" y="454200"/>
                  <a:pt x="461383" y="454605"/>
                  <a:pt x="460979" y="454200"/>
                </a:cubicBezTo>
                <a:lnTo>
                  <a:pt x="456121" y="454200"/>
                </a:lnTo>
                <a:cubicBezTo>
                  <a:pt x="455716" y="454200"/>
                  <a:pt x="455311" y="454200"/>
                  <a:pt x="454906" y="453795"/>
                </a:cubicBezTo>
                <a:lnTo>
                  <a:pt x="452478" y="449342"/>
                </a:lnTo>
                <a:cubicBezTo>
                  <a:pt x="452073" y="448937"/>
                  <a:pt x="452073" y="448533"/>
                  <a:pt x="452478" y="448128"/>
                </a:cubicBezTo>
                <a:lnTo>
                  <a:pt x="454906" y="443675"/>
                </a:lnTo>
                <a:cubicBezTo>
                  <a:pt x="455311" y="443675"/>
                  <a:pt x="455716" y="443270"/>
                  <a:pt x="456121" y="443270"/>
                </a:cubicBezTo>
                <a:close/>
                <a:moveTo>
                  <a:pt x="415640" y="443270"/>
                </a:moveTo>
                <a:lnTo>
                  <a:pt x="420498" y="443270"/>
                </a:lnTo>
                <a:cubicBezTo>
                  <a:pt x="420902" y="443270"/>
                  <a:pt x="421307" y="443270"/>
                  <a:pt x="421712" y="443675"/>
                </a:cubicBezTo>
                <a:lnTo>
                  <a:pt x="424141" y="448128"/>
                </a:lnTo>
                <a:cubicBezTo>
                  <a:pt x="424546" y="448533"/>
                  <a:pt x="424546" y="448937"/>
                  <a:pt x="424141" y="449342"/>
                </a:cubicBezTo>
                <a:lnTo>
                  <a:pt x="421712" y="453795"/>
                </a:lnTo>
                <a:cubicBezTo>
                  <a:pt x="421307" y="454200"/>
                  <a:pt x="420902" y="454605"/>
                  <a:pt x="420498" y="454200"/>
                </a:cubicBezTo>
                <a:lnTo>
                  <a:pt x="415640" y="454200"/>
                </a:lnTo>
                <a:cubicBezTo>
                  <a:pt x="415235" y="454200"/>
                  <a:pt x="414830" y="454200"/>
                  <a:pt x="414425" y="453795"/>
                </a:cubicBezTo>
                <a:lnTo>
                  <a:pt x="411997" y="449342"/>
                </a:lnTo>
                <a:cubicBezTo>
                  <a:pt x="411592" y="448937"/>
                  <a:pt x="411592" y="448533"/>
                  <a:pt x="411997" y="448128"/>
                </a:cubicBezTo>
                <a:lnTo>
                  <a:pt x="414425" y="443675"/>
                </a:lnTo>
                <a:cubicBezTo>
                  <a:pt x="414830" y="443675"/>
                  <a:pt x="415235" y="443270"/>
                  <a:pt x="415640" y="443270"/>
                </a:cubicBezTo>
                <a:close/>
                <a:moveTo>
                  <a:pt x="374754" y="443270"/>
                </a:moveTo>
                <a:lnTo>
                  <a:pt x="380016" y="443270"/>
                </a:lnTo>
                <a:cubicBezTo>
                  <a:pt x="380421" y="443270"/>
                  <a:pt x="380826" y="443675"/>
                  <a:pt x="381231" y="444080"/>
                </a:cubicBezTo>
                <a:lnTo>
                  <a:pt x="383660" y="448533"/>
                </a:lnTo>
                <a:cubicBezTo>
                  <a:pt x="384065" y="448937"/>
                  <a:pt x="384065" y="449342"/>
                  <a:pt x="383660" y="449747"/>
                </a:cubicBezTo>
                <a:lnTo>
                  <a:pt x="381231" y="454200"/>
                </a:lnTo>
                <a:cubicBezTo>
                  <a:pt x="381231" y="454605"/>
                  <a:pt x="380826" y="454605"/>
                  <a:pt x="380016" y="454605"/>
                </a:cubicBezTo>
                <a:lnTo>
                  <a:pt x="374754" y="454605"/>
                </a:lnTo>
                <a:cubicBezTo>
                  <a:pt x="374349" y="454605"/>
                  <a:pt x="373944" y="454605"/>
                  <a:pt x="373540" y="454200"/>
                </a:cubicBezTo>
                <a:lnTo>
                  <a:pt x="371111" y="449747"/>
                </a:lnTo>
                <a:cubicBezTo>
                  <a:pt x="370706" y="449342"/>
                  <a:pt x="370706" y="448937"/>
                  <a:pt x="371111" y="448533"/>
                </a:cubicBezTo>
                <a:lnTo>
                  <a:pt x="373540" y="444080"/>
                </a:lnTo>
                <a:cubicBezTo>
                  <a:pt x="373944" y="443675"/>
                  <a:pt x="374349" y="443270"/>
                  <a:pt x="374754" y="443270"/>
                </a:cubicBezTo>
                <a:close/>
                <a:moveTo>
                  <a:pt x="172348" y="443270"/>
                </a:moveTo>
                <a:lnTo>
                  <a:pt x="178015" y="443270"/>
                </a:lnTo>
                <a:cubicBezTo>
                  <a:pt x="178420" y="443270"/>
                  <a:pt x="178825" y="443270"/>
                  <a:pt x="179230" y="443675"/>
                </a:cubicBezTo>
                <a:lnTo>
                  <a:pt x="182063" y="448533"/>
                </a:lnTo>
                <a:cubicBezTo>
                  <a:pt x="182468" y="448937"/>
                  <a:pt x="182468" y="449342"/>
                  <a:pt x="182063" y="449747"/>
                </a:cubicBezTo>
                <a:lnTo>
                  <a:pt x="179230" y="454605"/>
                </a:lnTo>
                <a:cubicBezTo>
                  <a:pt x="178825" y="455010"/>
                  <a:pt x="178420" y="455010"/>
                  <a:pt x="178015" y="455010"/>
                </a:cubicBezTo>
                <a:lnTo>
                  <a:pt x="172348" y="455010"/>
                </a:lnTo>
                <a:cubicBezTo>
                  <a:pt x="171943" y="455010"/>
                  <a:pt x="171538" y="455010"/>
                  <a:pt x="171133" y="454605"/>
                </a:cubicBezTo>
                <a:lnTo>
                  <a:pt x="168300" y="449747"/>
                </a:lnTo>
                <a:cubicBezTo>
                  <a:pt x="167895" y="449342"/>
                  <a:pt x="167895" y="448937"/>
                  <a:pt x="168300" y="448533"/>
                </a:cubicBezTo>
                <a:lnTo>
                  <a:pt x="171133" y="443675"/>
                </a:lnTo>
                <a:cubicBezTo>
                  <a:pt x="171538" y="443675"/>
                  <a:pt x="171943" y="443270"/>
                  <a:pt x="172348" y="443270"/>
                </a:cubicBezTo>
                <a:close/>
                <a:moveTo>
                  <a:pt x="91385" y="443270"/>
                </a:moveTo>
                <a:lnTo>
                  <a:pt x="97052" y="443270"/>
                </a:lnTo>
                <a:cubicBezTo>
                  <a:pt x="97457" y="443270"/>
                  <a:pt x="97862" y="443270"/>
                  <a:pt x="98267" y="443675"/>
                </a:cubicBezTo>
                <a:lnTo>
                  <a:pt x="101100" y="448533"/>
                </a:lnTo>
                <a:cubicBezTo>
                  <a:pt x="101505" y="448937"/>
                  <a:pt x="101505" y="449342"/>
                  <a:pt x="101100" y="449747"/>
                </a:cubicBezTo>
                <a:lnTo>
                  <a:pt x="98267" y="454605"/>
                </a:lnTo>
                <a:cubicBezTo>
                  <a:pt x="97862" y="455010"/>
                  <a:pt x="97457" y="455010"/>
                  <a:pt x="97052" y="455010"/>
                </a:cubicBezTo>
                <a:lnTo>
                  <a:pt x="91385" y="455010"/>
                </a:lnTo>
                <a:cubicBezTo>
                  <a:pt x="90980" y="455010"/>
                  <a:pt x="90575" y="455010"/>
                  <a:pt x="90170" y="454605"/>
                </a:cubicBezTo>
                <a:lnTo>
                  <a:pt x="87337" y="449747"/>
                </a:lnTo>
                <a:cubicBezTo>
                  <a:pt x="86932" y="449342"/>
                  <a:pt x="86932" y="448937"/>
                  <a:pt x="87337" y="448533"/>
                </a:cubicBezTo>
                <a:lnTo>
                  <a:pt x="90170" y="443675"/>
                </a:lnTo>
                <a:cubicBezTo>
                  <a:pt x="90575" y="443675"/>
                  <a:pt x="90980" y="443270"/>
                  <a:pt x="91385" y="443270"/>
                </a:cubicBezTo>
                <a:close/>
                <a:moveTo>
                  <a:pt x="3613254" y="442865"/>
                </a:moveTo>
                <a:lnTo>
                  <a:pt x="3618517" y="442865"/>
                </a:lnTo>
                <a:cubicBezTo>
                  <a:pt x="3618921" y="442865"/>
                  <a:pt x="3619326" y="443270"/>
                  <a:pt x="3619731" y="443675"/>
                </a:cubicBezTo>
                <a:lnTo>
                  <a:pt x="3622160" y="448128"/>
                </a:lnTo>
                <a:cubicBezTo>
                  <a:pt x="3622565" y="448532"/>
                  <a:pt x="3622565" y="448937"/>
                  <a:pt x="3622160" y="449342"/>
                </a:cubicBezTo>
                <a:lnTo>
                  <a:pt x="3619731" y="453795"/>
                </a:lnTo>
                <a:cubicBezTo>
                  <a:pt x="3619326" y="454200"/>
                  <a:pt x="3618921" y="454605"/>
                  <a:pt x="3618517" y="454605"/>
                </a:cubicBezTo>
                <a:lnTo>
                  <a:pt x="3613254" y="454605"/>
                </a:lnTo>
                <a:cubicBezTo>
                  <a:pt x="3612849" y="454605"/>
                  <a:pt x="3612444" y="454200"/>
                  <a:pt x="3612040" y="453795"/>
                </a:cubicBezTo>
                <a:lnTo>
                  <a:pt x="3609611" y="449342"/>
                </a:lnTo>
                <a:cubicBezTo>
                  <a:pt x="3609206" y="448937"/>
                  <a:pt x="3609206" y="448532"/>
                  <a:pt x="3609611" y="448128"/>
                </a:cubicBezTo>
                <a:lnTo>
                  <a:pt x="3612040" y="443675"/>
                </a:lnTo>
                <a:cubicBezTo>
                  <a:pt x="3612444" y="443270"/>
                  <a:pt x="3612849" y="442865"/>
                  <a:pt x="3613254" y="442865"/>
                </a:cubicBezTo>
                <a:close/>
                <a:moveTo>
                  <a:pt x="1872560" y="442865"/>
                </a:moveTo>
                <a:lnTo>
                  <a:pt x="1877822" y="442865"/>
                </a:lnTo>
                <a:cubicBezTo>
                  <a:pt x="1878227" y="442865"/>
                  <a:pt x="1878632" y="442865"/>
                  <a:pt x="1879037" y="443270"/>
                </a:cubicBezTo>
                <a:lnTo>
                  <a:pt x="1881870" y="448128"/>
                </a:lnTo>
                <a:cubicBezTo>
                  <a:pt x="1882275" y="448532"/>
                  <a:pt x="1882275" y="448937"/>
                  <a:pt x="1881870" y="449342"/>
                </a:cubicBezTo>
                <a:lnTo>
                  <a:pt x="1879037" y="454200"/>
                </a:lnTo>
                <a:cubicBezTo>
                  <a:pt x="1879037" y="454605"/>
                  <a:pt x="1878632" y="455009"/>
                  <a:pt x="1877822" y="454605"/>
                </a:cubicBezTo>
                <a:lnTo>
                  <a:pt x="1872560" y="454605"/>
                </a:lnTo>
                <a:cubicBezTo>
                  <a:pt x="1872155" y="454605"/>
                  <a:pt x="1871750" y="454605"/>
                  <a:pt x="1871345" y="454200"/>
                </a:cubicBezTo>
                <a:lnTo>
                  <a:pt x="1868512" y="449342"/>
                </a:lnTo>
                <a:cubicBezTo>
                  <a:pt x="1868107" y="448937"/>
                  <a:pt x="1868107" y="448532"/>
                  <a:pt x="1868512" y="448128"/>
                </a:cubicBezTo>
                <a:lnTo>
                  <a:pt x="1871345" y="443270"/>
                </a:lnTo>
                <a:cubicBezTo>
                  <a:pt x="1871750" y="443270"/>
                  <a:pt x="1872155" y="442865"/>
                  <a:pt x="1872560" y="442865"/>
                </a:cubicBezTo>
                <a:close/>
                <a:moveTo>
                  <a:pt x="1143493" y="442865"/>
                </a:moveTo>
                <a:lnTo>
                  <a:pt x="1149565" y="442865"/>
                </a:lnTo>
                <a:cubicBezTo>
                  <a:pt x="1149970" y="442865"/>
                  <a:pt x="1150374" y="442865"/>
                  <a:pt x="1150779" y="443270"/>
                </a:cubicBezTo>
                <a:lnTo>
                  <a:pt x="1154018" y="448532"/>
                </a:lnTo>
                <a:cubicBezTo>
                  <a:pt x="1154422" y="448937"/>
                  <a:pt x="1154422" y="449342"/>
                  <a:pt x="1154018" y="449747"/>
                </a:cubicBezTo>
                <a:lnTo>
                  <a:pt x="1150779" y="455009"/>
                </a:lnTo>
                <a:cubicBezTo>
                  <a:pt x="1150779" y="455414"/>
                  <a:pt x="1150374" y="455414"/>
                  <a:pt x="1149565" y="455414"/>
                </a:cubicBezTo>
                <a:lnTo>
                  <a:pt x="1143493" y="455414"/>
                </a:lnTo>
                <a:cubicBezTo>
                  <a:pt x="1143088" y="455414"/>
                  <a:pt x="1142683" y="455414"/>
                  <a:pt x="1142278" y="455009"/>
                </a:cubicBezTo>
                <a:lnTo>
                  <a:pt x="1139040" y="449747"/>
                </a:lnTo>
                <a:cubicBezTo>
                  <a:pt x="1138635" y="449342"/>
                  <a:pt x="1138635" y="448937"/>
                  <a:pt x="1139040" y="448532"/>
                </a:cubicBezTo>
                <a:lnTo>
                  <a:pt x="1142278" y="443270"/>
                </a:lnTo>
                <a:cubicBezTo>
                  <a:pt x="1142683" y="443270"/>
                  <a:pt x="1143088" y="442865"/>
                  <a:pt x="1143493" y="442865"/>
                </a:cubicBezTo>
                <a:close/>
                <a:moveTo>
                  <a:pt x="901010" y="442865"/>
                </a:moveTo>
                <a:lnTo>
                  <a:pt x="906272" y="442865"/>
                </a:lnTo>
                <a:cubicBezTo>
                  <a:pt x="906677" y="442865"/>
                  <a:pt x="907082" y="442865"/>
                  <a:pt x="907487" y="443270"/>
                </a:cubicBezTo>
                <a:lnTo>
                  <a:pt x="910320" y="448128"/>
                </a:lnTo>
                <a:cubicBezTo>
                  <a:pt x="910725" y="448532"/>
                  <a:pt x="910725" y="448937"/>
                  <a:pt x="910320" y="449342"/>
                </a:cubicBezTo>
                <a:lnTo>
                  <a:pt x="907487" y="454200"/>
                </a:lnTo>
                <a:cubicBezTo>
                  <a:pt x="907487" y="454605"/>
                  <a:pt x="907082" y="455009"/>
                  <a:pt x="906272" y="454605"/>
                </a:cubicBezTo>
                <a:lnTo>
                  <a:pt x="901010" y="454605"/>
                </a:lnTo>
                <a:cubicBezTo>
                  <a:pt x="900605" y="454605"/>
                  <a:pt x="900200" y="454605"/>
                  <a:pt x="899795" y="454200"/>
                </a:cubicBezTo>
                <a:lnTo>
                  <a:pt x="896962" y="449342"/>
                </a:lnTo>
                <a:cubicBezTo>
                  <a:pt x="896557" y="448937"/>
                  <a:pt x="896557" y="448532"/>
                  <a:pt x="896962" y="448128"/>
                </a:cubicBezTo>
                <a:lnTo>
                  <a:pt x="899795" y="443270"/>
                </a:lnTo>
                <a:cubicBezTo>
                  <a:pt x="900200" y="443270"/>
                  <a:pt x="900605" y="442865"/>
                  <a:pt x="901010" y="442865"/>
                </a:cubicBezTo>
                <a:close/>
                <a:moveTo>
                  <a:pt x="617642" y="442865"/>
                </a:moveTo>
                <a:lnTo>
                  <a:pt x="622904" y="442865"/>
                </a:lnTo>
                <a:cubicBezTo>
                  <a:pt x="623309" y="442865"/>
                  <a:pt x="623714" y="442865"/>
                  <a:pt x="624119" y="443270"/>
                </a:cubicBezTo>
                <a:lnTo>
                  <a:pt x="626952" y="448128"/>
                </a:lnTo>
                <a:cubicBezTo>
                  <a:pt x="627357" y="448532"/>
                  <a:pt x="627357" y="448937"/>
                  <a:pt x="626952" y="449342"/>
                </a:cubicBezTo>
                <a:lnTo>
                  <a:pt x="624119" y="454200"/>
                </a:lnTo>
                <a:cubicBezTo>
                  <a:pt x="624119" y="454605"/>
                  <a:pt x="623714" y="455009"/>
                  <a:pt x="622904" y="454605"/>
                </a:cubicBezTo>
                <a:lnTo>
                  <a:pt x="617642" y="454605"/>
                </a:lnTo>
                <a:cubicBezTo>
                  <a:pt x="617237" y="454605"/>
                  <a:pt x="616832" y="454605"/>
                  <a:pt x="616427" y="454200"/>
                </a:cubicBezTo>
                <a:lnTo>
                  <a:pt x="613594" y="449342"/>
                </a:lnTo>
                <a:cubicBezTo>
                  <a:pt x="613189" y="448937"/>
                  <a:pt x="613189" y="448532"/>
                  <a:pt x="613594" y="448128"/>
                </a:cubicBezTo>
                <a:lnTo>
                  <a:pt x="616427" y="443270"/>
                </a:lnTo>
                <a:cubicBezTo>
                  <a:pt x="616832" y="443270"/>
                  <a:pt x="617237" y="442865"/>
                  <a:pt x="617642" y="442865"/>
                </a:cubicBezTo>
                <a:close/>
                <a:moveTo>
                  <a:pt x="577160" y="442865"/>
                </a:moveTo>
                <a:lnTo>
                  <a:pt x="582422" y="442865"/>
                </a:lnTo>
                <a:cubicBezTo>
                  <a:pt x="582827" y="442865"/>
                  <a:pt x="583232" y="443270"/>
                  <a:pt x="583637" y="443675"/>
                </a:cubicBezTo>
                <a:lnTo>
                  <a:pt x="586066" y="448128"/>
                </a:lnTo>
                <a:cubicBezTo>
                  <a:pt x="586471" y="448532"/>
                  <a:pt x="586471" y="448937"/>
                  <a:pt x="586066" y="449342"/>
                </a:cubicBezTo>
                <a:lnTo>
                  <a:pt x="583637" y="453795"/>
                </a:lnTo>
                <a:cubicBezTo>
                  <a:pt x="583232" y="454200"/>
                  <a:pt x="582827" y="454605"/>
                  <a:pt x="582422" y="454605"/>
                </a:cubicBezTo>
                <a:lnTo>
                  <a:pt x="577160" y="454605"/>
                </a:lnTo>
                <a:cubicBezTo>
                  <a:pt x="576755" y="454605"/>
                  <a:pt x="576350" y="454200"/>
                  <a:pt x="575946" y="453795"/>
                </a:cubicBezTo>
                <a:lnTo>
                  <a:pt x="573517" y="449342"/>
                </a:lnTo>
                <a:cubicBezTo>
                  <a:pt x="573112" y="448937"/>
                  <a:pt x="573112" y="448532"/>
                  <a:pt x="573517" y="448128"/>
                </a:cubicBezTo>
                <a:lnTo>
                  <a:pt x="575946" y="443675"/>
                </a:lnTo>
                <a:cubicBezTo>
                  <a:pt x="576350" y="443270"/>
                  <a:pt x="576755" y="442865"/>
                  <a:pt x="577160" y="442865"/>
                </a:cubicBezTo>
                <a:close/>
                <a:moveTo>
                  <a:pt x="496198" y="442865"/>
                </a:moveTo>
                <a:lnTo>
                  <a:pt x="501460" y="442865"/>
                </a:lnTo>
                <a:cubicBezTo>
                  <a:pt x="501865" y="442865"/>
                  <a:pt x="502270" y="442865"/>
                  <a:pt x="502675" y="443270"/>
                </a:cubicBezTo>
                <a:lnTo>
                  <a:pt x="505508" y="448128"/>
                </a:lnTo>
                <a:cubicBezTo>
                  <a:pt x="505913" y="448532"/>
                  <a:pt x="505913" y="448937"/>
                  <a:pt x="505508" y="449342"/>
                </a:cubicBezTo>
                <a:lnTo>
                  <a:pt x="502675" y="454200"/>
                </a:lnTo>
                <a:cubicBezTo>
                  <a:pt x="502675" y="454605"/>
                  <a:pt x="502270" y="455009"/>
                  <a:pt x="501460" y="454605"/>
                </a:cubicBezTo>
                <a:lnTo>
                  <a:pt x="496198" y="454605"/>
                </a:lnTo>
                <a:cubicBezTo>
                  <a:pt x="495793" y="454605"/>
                  <a:pt x="495388" y="454605"/>
                  <a:pt x="494983" y="454200"/>
                </a:cubicBezTo>
                <a:lnTo>
                  <a:pt x="492150" y="449342"/>
                </a:lnTo>
                <a:cubicBezTo>
                  <a:pt x="491745" y="448937"/>
                  <a:pt x="491745" y="448532"/>
                  <a:pt x="492150" y="448128"/>
                </a:cubicBezTo>
                <a:lnTo>
                  <a:pt x="494983" y="443270"/>
                </a:lnTo>
                <a:cubicBezTo>
                  <a:pt x="495388" y="443270"/>
                  <a:pt x="495793" y="442865"/>
                  <a:pt x="496198" y="442865"/>
                </a:cubicBezTo>
                <a:close/>
                <a:moveTo>
                  <a:pt x="333868" y="442865"/>
                </a:moveTo>
                <a:lnTo>
                  <a:pt x="339535" y="442865"/>
                </a:lnTo>
                <a:cubicBezTo>
                  <a:pt x="339940" y="442865"/>
                  <a:pt x="340345" y="442865"/>
                  <a:pt x="340750" y="443270"/>
                </a:cubicBezTo>
                <a:lnTo>
                  <a:pt x="343583" y="448128"/>
                </a:lnTo>
                <a:cubicBezTo>
                  <a:pt x="343988" y="448532"/>
                  <a:pt x="343988" y="448937"/>
                  <a:pt x="343583" y="449342"/>
                </a:cubicBezTo>
                <a:lnTo>
                  <a:pt x="340750" y="454200"/>
                </a:lnTo>
                <a:cubicBezTo>
                  <a:pt x="340750" y="454605"/>
                  <a:pt x="340345" y="455009"/>
                  <a:pt x="339535" y="454605"/>
                </a:cubicBezTo>
                <a:lnTo>
                  <a:pt x="333868" y="454605"/>
                </a:lnTo>
                <a:cubicBezTo>
                  <a:pt x="333463" y="454605"/>
                  <a:pt x="333058" y="454605"/>
                  <a:pt x="332653" y="454200"/>
                </a:cubicBezTo>
                <a:lnTo>
                  <a:pt x="329820" y="449342"/>
                </a:lnTo>
                <a:cubicBezTo>
                  <a:pt x="329415" y="448937"/>
                  <a:pt x="329415" y="448532"/>
                  <a:pt x="329820" y="448128"/>
                </a:cubicBezTo>
                <a:lnTo>
                  <a:pt x="332653" y="443270"/>
                </a:lnTo>
                <a:cubicBezTo>
                  <a:pt x="333058" y="443270"/>
                  <a:pt x="333463" y="442865"/>
                  <a:pt x="333868" y="442865"/>
                </a:cubicBezTo>
                <a:close/>
                <a:moveTo>
                  <a:pt x="293792" y="442865"/>
                </a:moveTo>
                <a:lnTo>
                  <a:pt x="299054" y="442865"/>
                </a:lnTo>
                <a:cubicBezTo>
                  <a:pt x="299459" y="442865"/>
                  <a:pt x="299864" y="442865"/>
                  <a:pt x="300269" y="443270"/>
                </a:cubicBezTo>
                <a:lnTo>
                  <a:pt x="303102" y="448128"/>
                </a:lnTo>
                <a:cubicBezTo>
                  <a:pt x="303507" y="448532"/>
                  <a:pt x="303507" y="448937"/>
                  <a:pt x="303102" y="449342"/>
                </a:cubicBezTo>
                <a:lnTo>
                  <a:pt x="300269" y="454200"/>
                </a:lnTo>
                <a:cubicBezTo>
                  <a:pt x="300269" y="454605"/>
                  <a:pt x="299864" y="455009"/>
                  <a:pt x="299054" y="454605"/>
                </a:cubicBezTo>
                <a:lnTo>
                  <a:pt x="293792" y="454605"/>
                </a:lnTo>
                <a:cubicBezTo>
                  <a:pt x="293387" y="454605"/>
                  <a:pt x="292982" y="454605"/>
                  <a:pt x="292577" y="454200"/>
                </a:cubicBezTo>
                <a:lnTo>
                  <a:pt x="289744" y="449342"/>
                </a:lnTo>
                <a:cubicBezTo>
                  <a:pt x="289339" y="448937"/>
                  <a:pt x="289339" y="448532"/>
                  <a:pt x="289744" y="448128"/>
                </a:cubicBezTo>
                <a:lnTo>
                  <a:pt x="292577" y="443270"/>
                </a:lnTo>
                <a:cubicBezTo>
                  <a:pt x="292982" y="443270"/>
                  <a:pt x="293387" y="442865"/>
                  <a:pt x="293792" y="442865"/>
                </a:cubicBezTo>
                <a:close/>
                <a:moveTo>
                  <a:pt x="253310" y="442865"/>
                </a:moveTo>
                <a:lnTo>
                  <a:pt x="258977" y="442865"/>
                </a:lnTo>
                <a:cubicBezTo>
                  <a:pt x="259382" y="442865"/>
                  <a:pt x="259787" y="443270"/>
                  <a:pt x="260192" y="443675"/>
                </a:cubicBezTo>
                <a:lnTo>
                  <a:pt x="263025" y="448532"/>
                </a:lnTo>
                <a:cubicBezTo>
                  <a:pt x="263430" y="448937"/>
                  <a:pt x="263430" y="449342"/>
                  <a:pt x="263025" y="449747"/>
                </a:cubicBezTo>
                <a:lnTo>
                  <a:pt x="260192" y="454605"/>
                </a:lnTo>
                <a:cubicBezTo>
                  <a:pt x="259787" y="454605"/>
                  <a:pt x="259382" y="455009"/>
                  <a:pt x="258977" y="455414"/>
                </a:cubicBezTo>
                <a:lnTo>
                  <a:pt x="253310" y="455414"/>
                </a:lnTo>
                <a:cubicBezTo>
                  <a:pt x="252905" y="455414"/>
                  <a:pt x="252500" y="455009"/>
                  <a:pt x="252095" y="454605"/>
                </a:cubicBezTo>
                <a:lnTo>
                  <a:pt x="249262" y="449747"/>
                </a:lnTo>
                <a:cubicBezTo>
                  <a:pt x="248857" y="449342"/>
                  <a:pt x="248857" y="448937"/>
                  <a:pt x="249262" y="448532"/>
                </a:cubicBezTo>
                <a:lnTo>
                  <a:pt x="252095" y="443675"/>
                </a:lnTo>
                <a:cubicBezTo>
                  <a:pt x="252500" y="443270"/>
                  <a:pt x="252905" y="442865"/>
                  <a:pt x="253310" y="442865"/>
                </a:cubicBezTo>
                <a:close/>
                <a:moveTo>
                  <a:pt x="3572367" y="442460"/>
                </a:moveTo>
                <a:lnTo>
                  <a:pt x="3578844" y="442460"/>
                </a:lnTo>
                <a:cubicBezTo>
                  <a:pt x="3579249" y="442460"/>
                  <a:pt x="3579654" y="442460"/>
                  <a:pt x="3580059" y="442865"/>
                </a:cubicBezTo>
                <a:lnTo>
                  <a:pt x="3583298" y="448532"/>
                </a:lnTo>
                <a:cubicBezTo>
                  <a:pt x="3583702" y="448937"/>
                  <a:pt x="3583702" y="449342"/>
                  <a:pt x="3583298" y="449747"/>
                </a:cubicBezTo>
                <a:lnTo>
                  <a:pt x="3580059" y="455414"/>
                </a:lnTo>
                <a:cubicBezTo>
                  <a:pt x="3579654" y="455819"/>
                  <a:pt x="3579249" y="455819"/>
                  <a:pt x="3578844" y="455819"/>
                </a:cubicBezTo>
                <a:lnTo>
                  <a:pt x="3572367" y="455819"/>
                </a:lnTo>
                <a:cubicBezTo>
                  <a:pt x="3571963" y="455819"/>
                  <a:pt x="3571558" y="455819"/>
                  <a:pt x="3571153" y="455414"/>
                </a:cubicBezTo>
                <a:lnTo>
                  <a:pt x="3567915" y="449747"/>
                </a:lnTo>
                <a:cubicBezTo>
                  <a:pt x="3567510" y="449342"/>
                  <a:pt x="3567510" y="448937"/>
                  <a:pt x="3567915" y="448532"/>
                </a:cubicBezTo>
                <a:lnTo>
                  <a:pt x="3571153" y="442865"/>
                </a:lnTo>
                <a:cubicBezTo>
                  <a:pt x="3571558" y="442865"/>
                  <a:pt x="3571963" y="442460"/>
                  <a:pt x="3572367" y="442460"/>
                </a:cubicBezTo>
                <a:close/>
                <a:moveTo>
                  <a:pt x="2681780" y="442460"/>
                </a:moveTo>
                <a:lnTo>
                  <a:pt x="2688257" y="442460"/>
                </a:lnTo>
                <a:cubicBezTo>
                  <a:pt x="2688662" y="442460"/>
                  <a:pt x="2689067" y="442460"/>
                  <a:pt x="2689472" y="442865"/>
                </a:cubicBezTo>
                <a:lnTo>
                  <a:pt x="2692711" y="448532"/>
                </a:lnTo>
                <a:cubicBezTo>
                  <a:pt x="2693115" y="448937"/>
                  <a:pt x="2693115" y="449342"/>
                  <a:pt x="2692711" y="449747"/>
                </a:cubicBezTo>
                <a:lnTo>
                  <a:pt x="2689472" y="455414"/>
                </a:lnTo>
                <a:cubicBezTo>
                  <a:pt x="2689067" y="455819"/>
                  <a:pt x="2688662" y="455819"/>
                  <a:pt x="2688257" y="456224"/>
                </a:cubicBezTo>
                <a:lnTo>
                  <a:pt x="2681780" y="456224"/>
                </a:lnTo>
                <a:cubicBezTo>
                  <a:pt x="2681376" y="456224"/>
                  <a:pt x="2680971" y="455819"/>
                  <a:pt x="2680566" y="455414"/>
                </a:cubicBezTo>
                <a:lnTo>
                  <a:pt x="2677328" y="449747"/>
                </a:lnTo>
                <a:cubicBezTo>
                  <a:pt x="2676923" y="449342"/>
                  <a:pt x="2676923" y="448937"/>
                  <a:pt x="2677328" y="448532"/>
                </a:cubicBezTo>
                <a:lnTo>
                  <a:pt x="2680566" y="442865"/>
                </a:lnTo>
                <a:cubicBezTo>
                  <a:pt x="2680971" y="442865"/>
                  <a:pt x="2681376" y="442460"/>
                  <a:pt x="2681780" y="442460"/>
                </a:cubicBezTo>
                <a:close/>
                <a:moveTo>
                  <a:pt x="1102607" y="442460"/>
                </a:moveTo>
                <a:lnTo>
                  <a:pt x="1109488" y="442460"/>
                </a:lnTo>
                <a:cubicBezTo>
                  <a:pt x="1109893" y="442460"/>
                  <a:pt x="1110298" y="442460"/>
                  <a:pt x="1110703" y="442865"/>
                </a:cubicBezTo>
                <a:lnTo>
                  <a:pt x="1113941" y="448532"/>
                </a:lnTo>
                <a:cubicBezTo>
                  <a:pt x="1114346" y="448937"/>
                  <a:pt x="1114346" y="449342"/>
                  <a:pt x="1113941" y="449747"/>
                </a:cubicBezTo>
                <a:lnTo>
                  <a:pt x="1110703" y="455414"/>
                </a:lnTo>
                <a:cubicBezTo>
                  <a:pt x="1110298" y="455819"/>
                  <a:pt x="1109893" y="455819"/>
                  <a:pt x="1109488" y="456224"/>
                </a:cubicBezTo>
                <a:lnTo>
                  <a:pt x="1102607" y="456224"/>
                </a:lnTo>
                <a:cubicBezTo>
                  <a:pt x="1102202" y="456224"/>
                  <a:pt x="1101797" y="455819"/>
                  <a:pt x="1101392" y="455414"/>
                </a:cubicBezTo>
                <a:lnTo>
                  <a:pt x="1098154" y="449747"/>
                </a:lnTo>
                <a:cubicBezTo>
                  <a:pt x="1097749" y="449342"/>
                  <a:pt x="1097749" y="448937"/>
                  <a:pt x="1098154" y="448532"/>
                </a:cubicBezTo>
                <a:lnTo>
                  <a:pt x="1101392" y="442865"/>
                </a:lnTo>
                <a:cubicBezTo>
                  <a:pt x="1101797" y="442865"/>
                  <a:pt x="1102202" y="442460"/>
                  <a:pt x="1102607" y="442460"/>
                </a:cubicBezTo>
                <a:close/>
                <a:moveTo>
                  <a:pt x="860124" y="442460"/>
                </a:moveTo>
                <a:lnTo>
                  <a:pt x="866196" y="442460"/>
                </a:lnTo>
                <a:cubicBezTo>
                  <a:pt x="866601" y="442460"/>
                  <a:pt x="867005" y="442460"/>
                  <a:pt x="867410" y="442865"/>
                </a:cubicBezTo>
                <a:lnTo>
                  <a:pt x="870244" y="448127"/>
                </a:lnTo>
                <a:cubicBezTo>
                  <a:pt x="870649" y="448532"/>
                  <a:pt x="870649" y="448937"/>
                  <a:pt x="870244" y="449342"/>
                </a:cubicBezTo>
                <a:lnTo>
                  <a:pt x="867410" y="454604"/>
                </a:lnTo>
                <a:cubicBezTo>
                  <a:pt x="867005" y="455009"/>
                  <a:pt x="866601" y="455414"/>
                  <a:pt x="866196" y="455009"/>
                </a:cubicBezTo>
                <a:lnTo>
                  <a:pt x="860124" y="455009"/>
                </a:lnTo>
                <a:cubicBezTo>
                  <a:pt x="859719" y="455009"/>
                  <a:pt x="859314" y="455009"/>
                  <a:pt x="858909" y="454604"/>
                </a:cubicBezTo>
                <a:lnTo>
                  <a:pt x="856076" y="449342"/>
                </a:lnTo>
                <a:cubicBezTo>
                  <a:pt x="855671" y="448937"/>
                  <a:pt x="855671" y="448532"/>
                  <a:pt x="856076" y="448127"/>
                </a:cubicBezTo>
                <a:lnTo>
                  <a:pt x="858909" y="442865"/>
                </a:lnTo>
                <a:cubicBezTo>
                  <a:pt x="859314" y="442865"/>
                  <a:pt x="859719" y="442460"/>
                  <a:pt x="860124" y="442460"/>
                </a:cubicBezTo>
                <a:close/>
                <a:moveTo>
                  <a:pt x="820048" y="442460"/>
                </a:moveTo>
                <a:lnTo>
                  <a:pt x="825715" y="442460"/>
                </a:lnTo>
                <a:cubicBezTo>
                  <a:pt x="826120" y="442460"/>
                  <a:pt x="826525" y="442460"/>
                  <a:pt x="826930" y="442865"/>
                </a:cubicBezTo>
                <a:lnTo>
                  <a:pt x="829763" y="448127"/>
                </a:lnTo>
                <a:cubicBezTo>
                  <a:pt x="830168" y="448532"/>
                  <a:pt x="830168" y="448937"/>
                  <a:pt x="829763" y="449342"/>
                </a:cubicBezTo>
                <a:lnTo>
                  <a:pt x="826930" y="454604"/>
                </a:lnTo>
                <a:cubicBezTo>
                  <a:pt x="826525" y="455009"/>
                  <a:pt x="826120" y="455414"/>
                  <a:pt x="825715" y="455009"/>
                </a:cubicBezTo>
                <a:lnTo>
                  <a:pt x="820048" y="455009"/>
                </a:lnTo>
                <a:cubicBezTo>
                  <a:pt x="819643" y="455009"/>
                  <a:pt x="819238" y="455009"/>
                  <a:pt x="818833" y="454604"/>
                </a:cubicBezTo>
                <a:lnTo>
                  <a:pt x="816000" y="449342"/>
                </a:lnTo>
                <a:cubicBezTo>
                  <a:pt x="815595" y="448937"/>
                  <a:pt x="815595" y="448532"/>
                  <a:pt x="816000" y="448127"/>
                </a:cubicBezTo>
                <a:lnTo>
                  <a:pt x="818833" y="442865"/>
                </a:lnTo>
                <a:cubicBezTo>
                  <a:pt x="819238" y="442865"/>
                  <a:pt x="819643" y="442460"/>
                  <a:pt x="820048" y="442460"/>
                </a:cubicBezTo>
                <a:close/>
                <a:moveTo>
                  <a:pt x="738681" y="442460"/>
                </a:moveTo>
                <a:lnTo>
                  <a:pt x="744348" y="442460"/>
                </a:lnTo>
                <a:cubicBezTo>
                  <a:pt x="744753" y="442460"/>
                  <a:pt x="745158" y="442865"/>
                  <a:pt x="745562" y="443270"/>
                </a:cubicBezTo>
                <a:lnTo>
                  <a:pt x="748396" y="448127"/>
                </a:lnTo>
                <a:cubicBezTo>
                  <a:pt x="748801" y="448532"/>
                  <a:pt x="748801" y="448937"/>
                  <a:pt x="748396" y="449342"/>
                </a:cubicBezTo>
                <a:lnTo>
                  <a:pt x="745562" y="454200"/>
                </a:lnTo>
                <a:cubicBezTo>
                  <a:pt x="745562" y="454604"/>
                  <a:pt x="745158" y="455009"/>
                  <a:pt x="744348" y="455009"/>
                </a:cubicBezTo>
                <a:lnTo>
                  <a:pt x="738681" y="455009"/>
                </a:lnTo>
                <a:cubicBezTo>
                  <a:pt x="738276" y="455009"/>
                  <a:pt x="737871" y="454604"/>
                  <a:pt x="737466" y="454200"/>
                </a:cubicBezTo>
                <a:lnTo>
                  <a:pt x="734633" y="449342"/>
                </a:lnTo>
                <a:cubicBezTo>
                  <a:pt x="734228" y="448937"/>
                  <a:pt x="734228" y="448532"/>
                  <a:pt x="734633" y="448127"/>
                </a:cubicBezTo>
                <a:lnTo>
                  <a:pt x="737466" y="443270"/>
                </a:lnTo>
                <a:cubicBezTo>
                  <a:pt x="737871" y="442865"/>
                  <a:pt x="738276" y="442460"/>
                  <a:pt x="738681" y="442460"/>
                </a:cubicBezTo>
                <a:close/>
                <a:moveTo>
                  <a:pt x="698199" y="442460"/>
                </a:moveTo>
                <a:lnTo>
                  <a:pt x="704271" y="442460"/>
                </a:lnTo>
                <a:cubicBezTo>
                  <a:pt x="704676" y="442460"/>
                  <a:pt x="705080" y="442460"/>
                  <a:pt x="705485" y="442865"/>
                </a:cubicBezTo>
                <a:lnTo>
                  <a:pt x="708319" y="448127"/>
                </a:lnTo>
                <a:cubicBezTo>
                  <a:pt x="708724" y="448532"/>
                  <a:pt x="708724" y="448937"/>
                  <a:pt x="708319" y="449342"/>
                </a:cubicBezTo>
                <a:lnTo>
                  <a:pt x="705485" y="454604"/>
                </a:lnTo>
                <a:cubicBezTo>
                  <a:pt x="705080" y="455009"/>
                  <a:pt x="704676" y="455414"/>
                  <a:pt x="704271" y="455009"/>
                </a:cubicBezTo>
                <a:lnTo>
                  <a:pt x="698199" y="455009"/>
                </a:lnTo>
                <a:cubicBezTo>
                  <a:pt x="697794" y="455009"/>
                  <a:pt x="697389" y="455009"/>
                  <a:pt x="696984" y="454604"/>
                </a:cubicBezTo>
                <a:lnTo>
                  <a:pt x="694151" y="449342"/>
                </a:lnTo>
                <a:cubicBezTo>
                  <a:pt x="693746" y="448937"/>
                  <a:pt x="693746" y="448532"/>
                  <a:pt x="694151" y="448127"/>
                </a:cubicBezTo>
                <a:lnTo>
                  <a:pt x="696984" y="442865"/>
                </a:lnTo>
                <a:cubicBezTo>
                  <a:pt x="697389" y="442865"/>
                  <a:pt x="697794" y="442460"/>
                  <a:pt x="698199" y="442460"/>
                </a:cubicBezTo>
                <a:close/>
                <a:moveTo>
                  <a:pt x="131462" y="442460"/>
                </a:moveTo>
                <a:lnTo>
                  <a:pt x="137534" y="442460"/>
                </a:lnTo>
                <a:cubicBezTo>
                  <a:pt x="137939" y="442460"/>
                  <a:pt x="138344" y="442460"/>
                  <a:pt x="138748" y="442865"/>
                </a:cubicBezTo>
                <a:lnTo>
                  <a:pt x="141582" y="448127"/>
                </a:lnTo>
                <a:cubicBezTo>
                  <a:pt x="141987" y="448532"/>
                  <a:pt x="141987" y="448937"/>
                  <a:pt x="141582" y="449342"/>
                </a:cubicBezTo>
                <a:lnTo>
                  <a:pt x="138748" y="454604"/>
                </a:lnTo>
                <a:cubicBezTo>
                  <a:pt x="138344" y="455009"/>
                  <a:pt x="137939" y="455414"/>
                  <a:pt x="137534" y="455009"/>
                </a:cubicBezTo>
                <a:lnTo>
                  <a:pt x="131462" y="455009"/>
                </a:lnTo>
                <a:cubicBezTo>
                  <a:pt x="131057" y="455009"/>
                  <a:pt x="130652" y="455009"/>
                  <a:pt x="130247" y="454604"/>
                </a:cubicBezTo>
                <a:lnTo>
                  <a:pt x="127414" y="449342"/>
                </a:lnTo>
                <a:cubicBezTo>
                  <a:pt x="127009" y="448937"/>
                  <a:pt x="127009" y="448532"/>
                  <a:pt x="127414" y="448127"/>
                </a:cubicBezTo>
                <a:lnTo>
                  <a:pt x="130247" y="442865"/>
                </a:lnTo>
                <a:cubicBezTo>
                  <a:pt x="130652" y="442865"/>
                  <a:pt x="131057" y="442460"/>
                  <a:pt x="131462" y="442460"/>
                </a:cubicBezTo>
                <a:close/>
                <a:moveTo>
                  <a:pt x="1183975" y="442055"/>
                </a:moveTo>
                <a:lnTo>
                  <a:pt x="1190452" y="442055"/>
                </a:lnTo>
                <a:cubicBezTo>
                  <a:pt x="1190856" y="442055"/>
                  <a:pt x="1191261" y="442460"/>
                  <a:pt x="1191666" y="442865"/>
                </a:cubicBezTo>
                <a:lnTo>
                  <a:pt x="1194904" y="448532"/>
                </a:lnTo>
                <a:cubicBezTo>
                  <a:pt x="1195309" y="448937"/>
                  <a:pt x="1195309" y="449342"/>
                  <a:pt x="1194904" y="449746"/>
                </a:cubicBezTo>
                <a:lnTo>
                  <a:pt x="1191666" y="455414"/>
                </a:lnTo>
                <a:cubicBezTo>
                  <a:pt x="1191261" y="455819"/>
                  <a:pt x="1190856" y="455819"/>
                  <a:pt x="1190452" y="456223"/>
                </a:cubicBezTo>
                <a:lnTo>
                  <a:pt x="1183975" y="456223"/>
                </a:lnTo>
                <a:cubicBezTo>
                  <a:pt x="1183570" y="456223"/>
                  <a:pt x="1183165" y="455819"/>
                  <a:pt x="1182760" y="455414"/>
                </a:cubicBezTo>
                <a:lnTo>
                  <a:pt x="1179522" y="449746"/>
                </a:lnTo>
                <a:cubicBezTo>
                  <a:pt x="1179117" y="449342"/>
                  <a:pt x="1179117" y="448937"/>
                  <a:pt x="1179522" y="448532"/>
                </a:cubicBezTo>
                <a:lnTo>
                  <a:pt x="1182760" y="442865"/>
                </a:lnTo>
                <a:cubicBezTo>
                  <a:pt x="1183165" y="442460"/>
                  <a:pt x="1183570" y="442055"/>
                  <a:pt x="1183975" y="442055"/>
                </a:cubicBezTo>
                <a:close/>
                <a:moveTo>
                  <a:pt x="1062531" y="442055"/>
                </a:moveTo>
                <a:lnTo>
                  <a:pt x="1069008" y="442055"/>
                </a:lnTo>
                <a:cubicBezTo>
                  <a:pt x="1069412" y="442055"/>
                  <a:pt x="1069817" y="442055"/>
                  <a:pt x="1070222" y="442460"/>
                </a:cubicBezTo>
                <a:lnTo>
                  <a:pt x="1073460" y="448127"/>
                </a:lnTo>
                <a:cubicBezTo>
                  <a:pt x="1073865" y="448532"/>
                  <a:pt x="1073865" y="448937"/>
                  <a:pt x="1073460" y="449342"/>
                </a:cubicBezTo>
                <a:lnTo>
                  <a:pt x="1070222" y="455009"/>
                </a:lnTo>
                <a:cubicBezTo>
                  <a:pt x="1069817" y="455414"/>
                  <a:pt x="1069412" y="455819"/>
                  <a:pt x="1069008" y="455414"/>
                </a:cubicBezTo>
                <a:lnTo>
                  <a:pt x="1062531" y="455414"/>
                </a:lnTo>
                <a:cubicBezTo>
                  <a:pt x="1062126" y="455414"/>
                  <a:pt x="1061721" y="455414"/>
                  <a:pt x="1061316" y="455009"/>
                </a:cubicBezTo>
                <a:lnTo>
                  <a:pt x="1058078" y="449342"/>
                </a:lnTo>
                <a:cubicBezTo>
                  <a:pt x="1057673" y="448937"/>
                  <a:pt x="1057673" y="448532"/>
                  <a:pt x="1058078" y="448127"/>
                </a:cubicBezTo>
                <a:lnTo>
                  <a:pt x="1061316" y="442460"/>
                </a:lnTo>
                <a:cubicBezTo>
                  <a:pt x="1061721" y="442460"/>
                  <a:pt x="1062126" y="442055"/>
                  <a:pt x="1062531" y="442055"/>
                </a:cubicBezTo>
                <a:close/>
                <a:moveTo>
                  <a:pt x="212424" y="442055"/>
                </a:moveTo>
                <a:lnTo>
                  <a:pt x="218902" y="442055"/>
                </a:lnTo>
                <a:cubicBezTo>
                  <a:pt x="219306" y="442055"/>
                  <a:pt x="219711" y="442460"/>
                  <a:pt x="220116" y="442865"/>
                </a:cubicBezTo>
                <a:lnTo>
                  <a:pt x="223354" y="448532"/>
                </a:lnTo>
                <a:cubicBezTo>
                  <a:pt x="223759" y="448937"/>
                  <a:pt x="223759" y="449342"/>
                  <a:pt x="223354" y="449746"/>
                </a:cubicBezTo>
                <a:lnTo>
                  <a:pt x="220116" y="455414"/>
                </a:lnTo>
                <a:cubicBezTo>
                  <a:pt x="219711" y="455414"/>
                  <a:pt x="219306" y="455819"/>
                  <a:pt x="218902" y="456223"/>
                </a:cubicBezTo>
                <a:lnTo>
                  <a:pt x="212424" y="456223"/>
                </a:lnTo>
                <a:cubicBezTo>
                  <a:pt x="212020" y="456223"/>
                  <a:pt x="211615" y="455819"/>
                  <a:pt x="211210" y="455414"/>
                </a:cubicBezTo>
                <a:lnTo>
                  <a:pt x="207972" y="449746"/>
                </a:lnTo>
                <a:cubicBezTo>
                  <a:pt x="207567" y="449342"/>
                  <a:pt x="207567" y="448937"/>
                  <a:pt x="207972" y="448532"/>
                </a:cubicBezTo>
                <a:lnTo>
                  <a:pt x="211210" y="442865"/>
                </a:lnTo>
                <a:cubicBezTo>
                  <a:pt x="211615" y="442460"/>
                  <a:pt x="212020" y="442055"/>
                  <a:pt x="212424" y="442055"/>
                </a:cubicBezTo>
                <a:close/>
                <a:moveTo>
                  <a:pt x="1224050" y="441650"/>
                </a:moveTo>
                <a:lnTo>
                  <a:pt x="1230932" y="441650"/>
                </a:lnTo>
                <a:cubicBezTo>
                  <a:pt x="1231337" y="441650"/>
                  <a:pt x="1231742" y="441650"/>
                  <a:pt x="1232147" y="442055"/>
                </a:cubicBezTo>
                <a:lnTo>
                  <a:pt x="1235790" y="448127"/>
                </a:lnTo>
                <a:cubicBezTo>
                  <a:pt x="1236195" y="448532"/>
                  <a:pt x="1236195" y="448937"/>
                  <a:pt x="1235790" y="449342"/>
                </a:cubicBezTo>
                <a:lnTo>
                  <a:pt x="1232147" y="455414"/>
                </a:lnTo>
                <a:cubicBezTo>
                  <a:pt x="1232147" y="455818"/>
                  <a:pt x="1231742" y="456223"/>
                  <a:pt x="1230932" y="456223"/>
                </a:cubicBezTo>
                <a:lnTo>
                  <a:pt x="1224050" y="456223"/>
                </a:lnTo>
                <a:cubicBezTo>
                  <a:pt x="1223646" y="456223"/>
                  <a:pt x="1223241" y="455818"/>
                  <a:pt x="1222836" y="455414"/>
                </a:cubicBezTo>
                <a:lnTo>
                  <a:pt x="1219193" y="449342"/>
                </a:lnTo>
                <a:cubicBezTo>
                  <a:pt x="1218788" y="448937"/>
                  <a:pt x="1218788" y="448532"/>
                  <a:pt x="1219193" y="448127"/>
                </a:cubicBezTo>
                <a:lnTo>
                  <a:pt x="1222836" y="442055"/>
                </a:lnTo>
                <a:cubicBezTo>
                  <a:pt x="1223241" y="442055"/>
                  <a:pt x="1223646" y="441650"/>
                  <a:pt x="1224050" y="441650"/>
                </a:cubicBezTo>
                <a:close/>
                <a:moveTo>
                  <a:pt x="2235677" y="441246"/>
                </a:moveTo>
                <a:lnTo>
                  <a:pt x="2243369" y="441246"/>
                </a:lnTo>
                <a:cubicBezTo>
                  <a:pt x="2243774" y="441246"/>
                  <a:pt x="2244178" y="441651"/>
                  <a:pt x="2244583" y="442056"/>
                </a:cubicBezTo>
                <a:lnTo>
                  <a:pt x="2248226" y="448533"/>
                </a:lnTo>
                <a:cubicBezTo>
                  <a:pt x="2248631" y="448937"/>
                  <a:pt x="2248631" y="449342"/>
                  <a:pt x="2248226" y="449747"/>
                </a:cubicBezTo>
                <a:lnTo>
                  <a:pt x="2244583" y="456224"/>
                </a:lnTo>
                <a:cubicBezTo>
                  <a:pt x="2244178" y="456629"/>
                  <a:pt x="2243774" y="456629"/>
                  <a:pt x="2243369" y="456629"/>
                </a:cubicBezTo>
                <a:lnTo>
                  <a:pt x="2235677" y="456629"/>
                </a:lnTo>
                <a:cubicBezTo>
                  <a:pt x="2235272" y="456629"/>
                  <a:pt x="2234868" y="456629"/>
                  <a:pt x="2234463" y="456224"/>
                </a:cubicBezTo>
                <a:lnTo>
                  <a:pt x="2230820" y="449747"/>
                </a:lnTo>
                <a:cubicBezTo>
                  <a:pt x="2230415" y="449342"/>
                  <a:pt x="2230415" y="448937"/>
                  <a:pt x="2230820" y="448533"/>
                </a:cubicBezTo>
                <a:lnTo>
                  <a:pt x="2234463" y="442056"/>
                </a:lnTo>
                <a:cubicBezTo>
                  <a:pt x="2234868" y="441651"/>
                  <a:pt x="2235272" y="441246"/>
                  <a:pt x="2235677" y="441246"/>
                </a:cubicBezTo>
                <a:close/>
                <a:moveTo>
                  <a:pt x="1264531" y="441246"/>
                </a:moveTo>
                <a:lnTo>
                  <a:pt x="1271818" y="441246"/>
                </a:lnTo>
                <a:cubicBezTo>
                  <a:pt x="1272223" y="441246"/>
                  <a:pt x="1272628" y="441246"/>
                  <a:pt x="1273033" y="441651"/>
                </a:cubicBezTo>
                <a:lnTo>
                  <a:pt x="1276676" y="448128"/>
                </a:lnTo>
                <a:cubicBezTo>
                  <a:pt x="1277081" y="448533"/>
                  <a:pt x="1277081" y="448937"/>
                  <a:pt x="1276676" y="449342"/>
                </a:cubicBezTo>
                <a:lnTo>
                  <a:pt x="1273033" y="455819"/>
                </a:lnTo>
                <a:cubicBezTo>
                  <a:pt x="1272628" y="456224"/>
                  <a:pt x="1272223" y="456629"/>
                  <a:pt x="1271818" y="456224"/>
                </a:cubicBezTo>
                <a:lnTo>
                  <a:pt x="1264531" y="456224"/>
                </a:lnTo>
                <a:cubicBezTo>
                  <a:pt x="1264127" y="456224"/>
                  <a:pt x="1263722" y="456224"/>
                  <a:pt x="1263317" y="455819"/>
                </a:cubicBezTo>
                <a:lnTo>
                  <a:pt x="1259674" y="449342"/>
                </a:lnTo>
                <a:cubicBezTo>
                  <a:pt x="1259269" y="448937"/>
                  <a:pt x="1259269" y="448533"/>
                  <a:pt x="1259674" y="448128"/>
                </a:cubicBezTo>
                <a:lnTo>
                  <a:pt x="1263317" y="441651"/>
                </a:lnTo>
                <a:cubicBezTo>
                  <a:pt x="1263722" y="441651"/>
                  <a:pt x="1264127" y="441246"/>
                  <a:pt x="1264531" y="441246"/>
                </a:cubicBezTo>
                <a:close/>
                <a:moveTo>
                  <a:pt x="3530672" y="440841"/>
                </a:moveTo>
                <a:lnTo>
                  <a:pt x="3539173" y="440841"/>
                </a:lnTo>
                <a:cubicBezTo>
                  <a:pt x="3539578" y="440841"/>
                  <a:pt x="3539983" y="440841"/>
                  <a:pt x="3540387" y="441246"/>
                </a:cubicBezTo>
                <a:lnTo>
                  <a:pt x="3544436" y="448532"/>
                </a:lnTo>
                <a:cubicBezTo>
                  <a:pt x="3544841" y="448937"/>
                  <a:pt x="3544841" y="449342"/>
                  <a:pt x="3544436" y="449747"/>
                </a:cubicBezTo>
                <a:lnTo>
                  <a:pt x="3540387" y="457034"/>
                </a:lnTo>
                <a:cubicBezTo>
                  <a:pt x="3539983" y="457034"/>
                  <a:pt x="3539578" y="457438"/>
                  <a:pt x="3539173" y="457438"/>
                </a:cubicBezTo>
                <a:lnTo>
                  <a:pt x="3530672" y="457438"/>
                </a:lnTo>
                <a:cubicBezTo>
                  <a:pt x="3530267" y="457438"/>
                  <a:pt x="3529862" y="457438"/>
                  <a:pt x="3529458" y="457034"/>
                </a:cubicBezTo>
                <a:lnTo>
                  <a:pt x="3525410" y="449747"/>
                </a:lnTo>
                <a:cubicBezTo>
                  <a:pt x="3525005" y="449342"/>
                  <a:pt x="3525005" y="448937"/>
                  <a:pt x="3525410" y="448532"/>
                </a:cubicBezTo>
                <a:lnTo>
                  <a:pt x="3529458" y="441246"/>
                </a:lnTo>
                <a:cubicBezTo>
                  <a:pt x="3529862" y="441246"/>
                  <a:pt x="3530267" y="440841"/>
                  <a:pt x="3530672" y="440841"/>
                </a:cubicBezTo>
                <a:close/>
                <a:moveTo>
                  <a:pt x="1668535" y="440841"/>
                </a:moveTo>
                <a:lnTo>
                  <a:pt x="1677036" y="440841"/>
                </a:lnTo>
                <a:cubicBezTo>
                  <a:pt x="1677441" y="440841"/>
                  <a:pt x="1677846" y="440841"/>
                  <a:pt x="1678251" y="441246"/>
                </a:cubicBezTo>
                <a:lnTo>
                  <a:pt x="1682703" y="448532"/>
                </a:lnTo>
                <a:cubicBezTo>
                  <a:pt x="1683108" y="448937"/>
                  <a:pt x="1683108" y="449342"/>
                  <a:pt x="1682703" y="449747"/>
                </a:cubicBezTo>
                <a:lnTo>
                  <a:pt x="1678251" y="457034"/>
                </a:lnTo>
                <a:cubicBezTo>
                  <a:pt x="1678251" y="457438"/>
                  <a:pt x="1677846" y="457438"/>
                  <a:pt x="1677036" y="457438"/>
                </a:cubicBezTo>
                <a:lnTo>
                  <a:pt x="1668535" y="457438"/>
                </a:lnTo>
                <a:cubicBezTo>
                  <a:pt x="1668130" y="457438"/>
                  <a:pt x="1667726" y="457438"/>
                  <a:pt x="1667321" y="457034"/>
                </a:cubicBezTo>
                <a:lnTo>
                  <a:pt x="1662868" y="449747"/>
                </a:lnTo>
                <a:cubicBezTo>
                  <a:pt x="1662463" y="449342"/>
                  <a:pt x="1662463" y="448937"/>
                  <a:pt x="1662868" y="448532"/>
                </a:cubicBezTo>
                <a:lnTo>
                  <a:pt x="1667321" y="441246"/>
                </a:lnTo>
                <a:cubicBezTo>
                  <a:pt x="1667726" y="441246"/>
                  <a:pt x="1668130" y="440841"/>
                  <a:pt x="1668535" y="440841"/>
                </a:cubicBezTo>
                <a:close/>
                <a:moveTo>
                  <a:pt x="3490191" y="440436"/>
                </a:moveTo>
                <a:lnTo>
                  <a:pt x="3499097" y="440436"/>
                </a:lnTo>
                <a:cubicBezTo>
                  <a:pt x="3499501" y="440436"/>
                  <a:pt x="3499906" y="440436"/>
                  <a:pt x="3500311" y="440841"/>
                </a:cubicBezTo>
                <a:lnTo>
                  <a:pt x="3504764" y="448532"/>
                </a:lnTo>
                <a:cubicBezTo>
                  <a:pt x="3505169" y="448937"/>
                  <a:pt x="3505169" y="449342"/>
                  <a:pt x="3504764" y="449747"/>
                </a:cubicBezTo>
                <a:lnTo>
                  <a:pt x="3500311" y="457438"/>
                </a:lnTo>
                <a:cubicBezTo>
                  <a:pt x="3499906" y="457843"/>
                  <a:pt x="3499501" y="457843"/>
                  <a:pt x="3499097" y="458248"/>
                </a:cubicBezTo>
                <a:lnTo>
                  <a:pt x="3490191" y="458248"/>
                </a:lnTo>
                <a:cubicBezTo>
                  <a:pt x="3489786" y="458248"/>
                  <a:pt x="3489381" y="457843"/>
                  <a:pt x="3488976" y="457438"/>
                </a:cubicBezTo>
                <a:lnTo>
                  <a:pt x="3484524" y="449747"/>
                </a:lnTo>
                <a:cubicBezTo>
                  <a:pt x="3484119" y="449342"/>
                  <a:pt x="3484119" y="448937"/>
                  <a:pt x="3484524" y="448532"/>
                </a:cubicBezTo>
                <a:lnTo>
                  <a:pt x="3488976" y="440841"/>
                </a:lnTo>
                <a:cubicBezTo>
                  <a:pt x="3489381" y="440841"/>
                  <a:pt x="3489786" y="440436"/>
                  <a:pt x="3490191" y="440436"/>
                </a:cubicBezTo>
                <a:close/>
                <a:moveTo>
                  <a:pt x="2154714" y="440436"/>
                </a:moveTo>
                <a:lnTo>
                  <a:pt x="2162810" y="440436"/>
                </a:lnTo>
                <a:cubicBezTo>
                  <a:pt x="2163215" y="440436"/>
                  <a:pt x="2163620" y="440436"/>
                  <a:pt x="2164025" y="440841"/>
                </a:cubicBezTo>
                <a:lnTo>
                  <a:pt x="2168073" y="448127"/>
                </a:lnTo>
                <a:cubicBezTo>
                  <a:pt x="2168478" y="448532"/>
                  <a:pt x="2168478" y="448937"/>
                  <a:pt x="2168073" y="449342"/>
                </a:cubicBezTo>
                <a:lnTo>
                  <a:pt x="2164025" y="456629"/>
                </a:lnTo>
                <a:cubicBezTo>
                  <a:pt x="2163620" y="457033"/>
                  <a:pt x="2163215" y="457438"/>
                  <a:pt x="2162810" y="457438"/>
                </a:cubicBezTo>
                <a:lnTo>
                  <a:pt x="2154714" y="457438"/>
                </a:lnTo>
                <a:cubicBezTo>
                  <a:pt x="2154309" y="457438"/>
                  <a:pt x="2153905" y="457033"/>
                  <a:pt x="2153500" y="456629"/>
                </a:cubicBezTo>
                <a:lnTo>
                  <a:pt x="2149452" y="449342"/>
                </a:lnTo>
                <a:cubicBezTo>
                  <a:pt x="2149047" y="448937"/>
                  <a:pt x="2149047" y="448532"/>
                  <a:pt x="2149452" y="448127"/>
                </a:cubicBezTo>
                <a:lnTo>
                  <a:pt x="2153500" y="440841"/>
                </a:lnTo>
                <a:cubicBezTo>
                  <a:pt x="2153905" y="440841"/>
                  <a:pt x="2154309" y="440436"/>
                  <a:pt x="2154714" y="440436"/>
                </a:cubicBezTo>
                <a:close/>
                <a:moveTo>
                  <a:pt x="1628458" y="440436"/>
                </a:moveTo>
                <a:lnTo>
                  <a:pt x="1636554" y="440436"/>
                </a:lnTo>
                <a:cubicBezTo>
                  <a:pt x="1636959" y="440436"/>
                  <a:pt x="1637364" y="440436"/>
                  <a:pt x="1637769" y="440841"/>
                </a:cubicBezTo>
                <a:lnTo>
                  <a:pt x="1641817" y="448127"/>
                </a:lnTo>
                <a:cubicBezTo>
                  <a:pt x="1642222" y="448532"/>
                  <a:pt x="1642222" y="448937"/>
                  <a:pt x="1641817" y="449342"/>
                </a:cubicBezTo>
                <a:lnTo>
                  <a:pt x="1637769" y="456629"/>
                </a:lnTo>
                <a:cubicBezTo>
                  <a:pt x="1637364" y="457033"/>
                  <a:pt x="1636959" y="457438"/>
                  <a:pt x="1636554" y="457438"/>
                </a:cubicBezTo>
                <a:lnTo>
                  <a:pt x="1628458" y="457438"/>
                </a:lnTo>
                <a:cubicBezTo>
                  <a:pt x="1628053" y="457438"/>
                  <a:pt x="1627649" y="457033"/>
                  <a:pt x="1627244" y="456629"/>
                </a:cubicBezTo>
                <a:lnTo>
                  <a:pt x="1623196" y="449342"/>
                </a:lnTo>
                <a:cubicBezTo>
                  <a:pt x="1622791" y="448937"/>
                  <a:pt x="1622791" y="448532"/>
                  <a:pt x="1623196" y="448127"/>
                </a:cubicBezTo>
                <a:lnTo>
                  <a:pt x="1627244" y="440841"/>
                </a:lnTo>
                <a:cubicBezTo>
                  <a:pt x="1627649" y="440841"/>
                  <a:pt x="1628053" y="440436"/>
                  <a:pt x="1628458" y="440436"/>
                </a:cubicBezTo>
                <a:close/>
                <a:moveTo>
                  <a:pt x="2195196" y="440031"/>
                </a:moveTo>
                <a:lnTo>
                  <a:pt x="2203292" y="440031"/>
                </a:lnTo>
                <a:cubicBezTo>
                  <a:pt x="2203697" y="440031"/>
                  <a:pt x="2204102" y="440436"/>
                  <a:pt x="2204507" y="440841"/>
                </a:cubicBezTo>
                <a:lnTo>
                  <a:pt x="2208555" y="448127"/>
                </a:lnTo>
                <a:cubicBezTo>
                  <a:pt x="2208960" y="448532"/>
                  <a:pt x="2208960" y="448937"/>
                  <a:pt x="2208555" y="449342"/>
                </a:cubicBezTo>
                <a:lnTo>
                  <a:pt x="2204507" y="456628"/>
                </a:lnTo>
                <a:cubicBezTo>
                  <a:pt x="2204102" y="457033"/>
                  <a:pt x="2203697" y="457438"/>
                  <a:pt x="2203697" y="457438"/>
                </a:cubicBezTo>
                <a:lnTo>
                  <a:pt x="2195196" y="457438"/>
                </a:lnTo>
                <a:cubicBezTo>
                  <a:pt x="2194791" y="457438"/>
                  <a:pt x="2194387" y="457033"/>
                  <a:pt x="2193982" y="456628"/>
                </a:cubicBezTo>
                <a:lnTo>
                  <a:pt x="2189934" y="449342"/>
                </a:lnTo>
                <a:cubicBezTo>
                  <a:pt x="2189529" y="448937"/>
                  <a:pt x="2189529" y="448532"/>
                  <a:pt x="2189934" y="448127"/>
                </a:cubicBezTo>
                <a:lnTo>
                  <a:pt x="2193982" y="440841"/>
                </a:lnTo>
                <a:cubicBezTo>
                  <a:pt x="2194387" y="440436"/>
                  <a:pt x="2194791" y="440031"/>
                  <a:pt x="2195196" y="440031"/>
                </a:cubicBezTo>
                <a:close/>
                <a:moveTo>
                  <a:pt x="1708611" y="440031"/>
                </a:moveTo>
                <a:lnTo>
                  <a:pt x="1717517" y="440031"/>
                </a:lnTo>
                <a:cubicBezTo>
                  <a:pt x="1717922" y="440031"/>
                  <a:pt x="1718327" y="440031"/>
                  <a:pt x="1718731" y="440436"/>
                </a:cubicBezTo>
                <a:lnTo>
                  <a:pt x="1723184" y="448127"/>
                </a:lnTo>
                <a:cubicBezTo>
                  <a:pt x="1723589" y="448532"/>
                  <a:pt x="1723589" y="448937"/>
                  <a:pt x="1723184" y="449342"/>
                </a:cubicBezTo>
                <a:lnTo>
                  <a:pt x="1718731" y="457033"/>
                </a:lnTo>
                <a:cubicBezTo>
                  <a:pt x="1718731" y="457438"/>
                  <a:pt x="1718327" y="457843"/>
                  <a:pt x="1717517" y="457438"/>
                </a:cubicBezTo>
                <a:lnTo>
                  <a:pt x="1708611" y="457438"/>
                </a:lnTo>
                <a:cubicBezTo>
                  <a:pt x="1708206" y="457438"/>
                  <a:pt x="1707801" y="457438"/>
                  <a:pt x="1707397" y="457033"/>
                </a:cubicBezTo>
                <a:lnTo>
                  <a:pt x="1702944" y="449342"/>
                </a:lnTo>
                <a:cubicBezTo>
                  <a:pt x="1702539" y="448937"/>
                  <a:pt x="1702539" y="448532"/>
                  <a:pt x="1702944" y="448127"/>
                </a:cubicBezTo>
                <a:lnTo>
                  <a:pt x="1707397" y="440436"/>
                </a:lnTo>
                <a:cubicBezTo>
                  <a:pt x="1707801" y="440436"/>
                  <a:pt x="1708206" y="440031"/>
                  <a:pt x="1708611" y="440031"/>
                </a:cubicBezTo>
                <a:close/>
                <a:moveTo>
                  <a:pt x="2517427" y="438412"/>
                </a:moveTo>
                <a:lnTo>
                  <a:pt x="2528357" y="438412"/>
                </a:lnTo>
                <a:cubicBezTo>
                  <a:pt x="2528761" y="438412"/>
                  <a:pt x="2529166" y="438817"/>
                  <a:pt x="2529571" y="439222"/>
                </a:cubicBezTo>
                <a:lnTo>
                  <a:pt x="2534834" y="448532"/>
                </a:lnTo>
                <a:cubicBezTo>
                  <a:pt x="2535238" y="448937"/>
                  <a:pt x="2535238" y="449342"/>
                  <a:pt x="2534834" y="449747"/>
                </a:cubicBezTo>
                <a:lnTo>
                  <a:pt x="2529571" y="459057"/>
                </a:lnTo>
                <a:cubicBezTo>
                  <a:pt x="2529166" y="459462"/>
                  <a:pt x="2528761" y="459462"/>
                  <a:pt x="2528357" y="459867"/>
                </a:cubicBezTo>
                <a:lnTo>
                  <a:pt x="2517427" y="459867"/>
                </a:lnTo>
                <a:cubicBezTo>
                  <a:pt x="2517022" y="459867"/>
                  <a:pt x="2516617" y="459462"/>
                  <a:pt x="2516212" y="459057"/>
                </a:cubicBezTo>
                <a:lnTo>
                  <a:pt x="2510950" y="449747"/>
                </a:lnTo>
                <a:cubicBezTo>
                  <a:pt x="2510545" y="449342"/>
                  <a:pt x="2510545" y="448937"/>
                  <a:pt x="2510950" y="448532"/>
                </a:cubicBezTo>
                <a:lnTo>
                  <a:pt x="2516212" y="439222"/>
                </a:lnTo>
                <a:cubicBezTo>
                  <a:pt x="2516617" y="438817"/>
                  <a:pt x="2517022" y="438412"/>
                  <a:pt x="2517427" y="438412"/>
                </a:cubicBezTo>
                <a:close/>
                <a:moveTo>
                  <a:pt x="3448091" y="437602"/>
                </a:moveTo>
                <a:lnTo>
                  <a:pt x="3459830" y="437602"/>
                </a:lnTo>
                <a:cubicBezTo>
                  <a:pt x="3460235" y="437602"/>
                  <a:pt x="3460640" y="437602"/>
                  <a:pt x="3461044" y="438007"/>
                </a:cubicBezTo>
                <a:lnTo>
                  <a:pt x="3466712" y="448127"/>
                </a:lnTo>
                <a:cubicBezTo>
                  <a:pt x="3467117" y="448532"/>
                  <a:pt x="3467117" y="448937"/>
                  <a:pt x="3466712" y="449342"/>
                </a:cubicBezTo>
                <a:lnTo>
                  <a:pt x="3461044" y="459462"/>
                </a:lnTo>
                <a:cubicBezTo>
                  <a:pt x="3460640" y="459867"/>
                  <a:pt x="3460235" y="460272"/>
                  <a:pt x="3459830" y="459867"/>
                </a:cubicBezTo>
                <a:lnTo>
                  <a:pt x="3448091" y="459867"/>
                </a:lnTo>
                <a:cubicBezTo>
                  <a:pt x="3447686" y="459867"/>
                  <a:pt x="3447281" y="459867"/>
                  <a:pt x="3446876" y="459462"/>
                </a:cubicBezTo>
                <a:lnTo>
                  <a:pt x="3441209" y="449342"/>
                </a:lnTo>
                <a:cubicBezTo>
                  <a:pt x="3440804" y="448937"/>
                  <a:pt x="3440804" y="448532"/>
                  <a:pt x="3441209" y="448127"/>
                </a:cubicBezTo>
                <a:lnTo>
                  <a:pt x="3446876" y="438007"/>
                </a:lnTo>
                <a:cubicBezTo>
                  <a:pt x="3447281" y="438007"/>
                  <a:pt x="3447686" y="437602"/>
                  <a:pt x="3448091" y="437602"/>
                </a:cubicBezTo>
                <a:close/>
                <a:moveTo>
                  <a:pt x="7184" y="437602"/>
                </a:moveTo>
                <a:lnTo>
                  <a:pt x="18924" y="437602"/>
                </a:lnTo>
                <a:cubicBezTo>
                  <a:pt x="19329" y="437602"/>
                  <a:pt x="19734" y="438007"/>
                  <a:pt x="20138" y="438412"/>
                </a:cubicBezTo>
                <a:lnTo>
                  <a:pt x="25806" y="448532"/>
                </a:lnTo>
                <a:cubicBezTo>
                  <a:pt x="26211" y="448937"/>
                  <a:pt x="26211" y="449342"/>
                  <a:pt x="25806" y="449746"/>
                </a:cubicBezTo>
                <a:lnTo>
                  <a:pt x="20138" y="459867"/>
                </a:lnTo>
                <a:cubicBezTo>
                  <a:pt x="20138" y="460272"/>
                  <a:pt x="19734" y="460272"/>
                  <a:pt x="18924" y="460676"/>
                </a:cubicBezTo>
                <a:lnTo>
                  <a:pt x="7184" y="460676"/>
                </a:lnTo>
                <a:cubicBezTo>
                  <a:pt x="6780" y="460676"/>
                  <a:pt x="6375" y="460272"/>
                  <a:pt x="5970" y="459867"/>
                </a:cubicBezTo>
                <a:lnTo>
                  <a:pt x="303" y="449746"/>
                </a:lnTo>
                <a:cubicBezTo>
                  <a:pt x="-102" y="449342"/>
                  <a:pt x="-102" y="448937"/>
                  <a:pt x="303" y="448532"/>
                </a:cubicBezTo>
                <a:lnTo>
                  <a:pt x="5970" y="438412"/>
                </a:lnTo>
                <a:cubicBezTo>
                  <a:pt x="6375" y="438007"/>
                  <a:pt x="6780" y="437602"/>
                  <a:pt x="7184" y="437602"/>
                </a:cubicBezTo>
                <a:close/>
                <a:moveTo>
                  <a:pt x="3366723" y="436793"/>
                </a:moveTo>
                <a:lnTo>
                  <a:pt x="3379677" y="436793"/>
                </a:lnTo>
                <a:cubicBezTo>
                  <a:pt x="3380082" y="436793"/>
                  <a:pt x="3380486" y="436793"/>
                  <a:pt x="3380892" y="437198"/>
                </a:cubicBezTo>
                <a:lnTo>
                  <a:pt x="3387368" y="448533"/>
                </a:lnTo>
                <a:cubicBezTo>
                  <a:pt x="3387773" y="448937"/>
                  <a:pt x="3387773" y="449342"/>
                  <a:pt x="3387368" y="449747"/>
                </a:cubicBezTo>
                <a:lnTo>
                  <a:pt x="3380892" y="461082"/>
                </a:lnTo>
                <a:cubicBezTo>
                  <a:pt x="3380486" y="461487"/>
                  <a:pt x="3380082" y="461487"/>
                  <a:pt x="3379677" y="461891"/>
                </a:cubicBezTo>
                <a:lnTo>
                  <a:pt x="3366723" y="461891"/>
                </a:lnTo>
                <a:cubicBezTo>
                  <a:pt x="3366318" y="461891"/>
                  <a:pt x="3365913" y="461487"/>
                  <a:pt x="3365508" y="461082"/>
                </a:cubicBezTo>
                <a:lnTo>
                  <a:pt x="3359032" y="449747"/>
                </a:lnTo>
                <a:cubicBezTo>
                  <a:pt x="3358627" y="449342"/>
                  <a:pt x="3358627" y="448937"/>
                  <a:pt x="3359032" y="448533"/>
                </a:cubicBezTo>
                <a:lnTo>
                  <a:pt x="3365508" y="437198"/>
                </a:lnTo>
                <a:cubicBezTo>
                  <a:pt x="3365913" y="437198"/>
                  <a:pt x="3366318" y="436793"/>
                  <a:pt x="3366723" y="436793"/>
                </a:cubicBezTo>
                <a:close/>
                <a:moveTo>
                  <a:pt x="3407204" y="436388"/>
                </a:moveTo>
                <a:lnTo>
                  <a:pt x="3420158" y="436388"/>
                </a:lnTo>
                <a:cubicBezTo>
                  <a:pt x="3420563" y="436388"/>
                  <a:pt x="3420967" y="436388"/>
                  <a:pt x="3421373" y="436793"/>
                </a:cubicBezTo>
                <a:lnTo>
                  <a:pt x="3427849" y="448128"/>
                </a:lnTo>
                <a:cubicBezTo>
                  <a:pt x="3428254" y="448532"/>
                  <a:pt x="3428254" y="448937"/>
                  <a:pt x="3427849" y="449342"/>
                </a:cubicBezTo>
                <a:lnTo>
                  <a:pt x="3421373" y="460677"/>
                </a:lnTo>
                <a:cubicBezTo>
                  <a:pt x="3420967" y="461082"/>
                  <a:pt x="3420563" y="461486"/>
                  <a:pt x="3420158" y="461486"/>
                </a:cubicBezTo>
                <a:lnTo>
                  <a:pt x="3407204" y="461486"/>
                </a:lnTo>
                <a:cubicBezTo>
                  <a:pt x="3406799" y="461486"/>
                  <a:pt x="3406394" y="461082"/>
                  <a:pt x="3405989" y="460677"/>
                </a:cubicBezTo>
                <a:lnTo>
                  <a:pt x="3399513" y="449342"/>
                </a:lnTo>
                <a:cubicBezTo>
                  <a:pt x="3399108" y="448937"/>
                  <a:pt x="3399108" y="448532"/>
                  <a:pt x="3399513" y="448128"/>
                </a:cubicBezTo>
                <a:lnTo>
                  <a:pt x="3405989" y="436793"/>
                </a:lnTo>
                <a:cubicBezTo>
                  <a:pt x="3406394" y="436793"/>
                  <a:pt x="3406799" y="436388"/>
                  <a:pt x="3407204" y="436388"/>
                </a:cubicBezTo>
                <a:close/>
                <a:moveTo>
                  <a:pt x="3123431" y="435983"/>
                </a:moveTo>
                <a:lnTo>
                  <a:pt x="3136790" y="435983"/>
                </a:lnTo>
                <a:cubicBezTo>
                  <a:pt x="3137195" y="435983"/>
                  <a:pt x="3137599" y="435983"/>
                  <a:pt x="3138004" y="436388"/>
                </a:cubicBezTo>
                <a:lnTo>
                  <a:pt x="3144886" y="448127"/>
                </a:lnTo>
                <a:cubicBezTo>
                  <a:pt x="3145291" y="448532"/>
                  <a:pt x="3145291" y="448937"/>
                  <a:pt x="3144886" y="449342"/>
                </a:cubicBezTo>
                <a:lnTo>
                  <a:pt x="3138004" y="461081"/>
                </a:lnTo>
                <a:cubicBezTo>
                  <a:pt x="3138004" y="461486"/>
                  <a:pt x="3137599" y="461891"/>
                  <a:pt x="3136790" y="461486"/>
                </a:cubicBezTo>
                <a:lnTo>
                  <a:pt x="3123431" y="461486"/>
                </a:lnTo>
                <a:cubicBezTo>
                  <a:pt x="3123026" y="461486"/>
                  <a:pt x="3122621" y="461486"/>
                  <a:pt x="3122217" y="461081"/>
                </a:cubicBezTo>
                <a:lnTo>
                  <a:pt x="3115335" y="449342"/>
                </a:lnTo>
                <a:cubicBezTo>
                  <a:pt x="3114930" y="448937"/>
                  <a:pt x="3114930" y="448532"/>
                  <a:pt x="3115335" y="448127"/>
                </a:cubicBezTo>
                <a:lnTo>
                  <a:pt x="3122217" y="436388"/>
                </a:lnTo>
                <a:cubicBezTo>
                  <a:pt x="3122621" y="436388"/>
                  <a:pt x="3123026" y="435983"/>
                  <a:pt x="3123431" y="435983"/>
                </a:cubicBezTo>
                <a:close/>
                <a:moveTo>
                  <a:pt x="3325837" y="435578"/>
                </a:moveTo>
                <a:lnTo>
                  <a:pt x="3339601" y="435578"/>
                </a:lnTo>
                <a:cubicBezTo>
                  <a:pt x="3340005" y="435578"/>
                  <a:pt x="3340410" y="435578"/>
                  <a:pt x="3340815" y="435983"/>
                </a:cubicBezTo>
                <a:lnTo>
                  <a:pt x="3347697" y="448127"/>
                </a:lnTo>
                <a:cubicBezTo>
                  <a:pt x="3348101" y="448532"/>
                  <a:pt x="3348101" y="448937"/>
                  <a:pt x="3347697" y="449342"/>
                </a:cubicBezTo>
                <a:lnTo>
                  <a:pt x="3340815" y="461486"/>
                </a:lnTo>
                <a:cubicBezTo>
                  <a:pt x="3340410" y="461891"/>
                  <a:pt x="3340005" y="462296"/>
                  <a:pt x="3339601" y="461891"/>
                </a:cubicBezTo>
                <a:lnTo>
                  <a:pt x="3325837" y="461891"/>
                </a:lnTo>
                <a:cubicBezTo>
                  <a:pt x="3325432" y="461891"/>
                  <a:pt x="3325027" y="461891"/>
                  <a:pt x="3324623" y="461486"/>
                </a:cubicBezTo>
                <a:lnTo>
                  <a:pt x="3317741" y="449342"/>
                </a:lnTo>
                <a:cubicBezTo>
                  <a:pt x="3317336" y="448937"/>
                  <a:pt x="3317336" y="448532"/>
                  <a:pt x="3317741" y="448127"/>
                </a:cubicBezTo>
                <a:lnTo>
                  <a:pt x="3324623" y="435983"/>
                </a:lnTo>
                <a:cubicBezTo>
                  <a:pt x="3325027" y="435983"/>
                  <a:pt x="3325432" y="435578"/>
                  <a:pt x="3325837" y="435578"/>
                </a:cubicBezTo>
                <a:close/>
                <a:moveTo>
                  <a:pt x="3284546" y="435174"/>
                </a:moveTo>
                <a:lnTo>
                  <a:pt x="3299524" y="435174"/>
                </a:lnTo>
                <a:cubicBezTo>
                  <a:pt x="3299930" y="435174"/>
                  <a:pt x="3300334" y="435174"/>
                  <a:pt x="3300739" y="435579"/>
                </a:cubicBezTo>
                <a:lnTo>
                  <a:pt x="3308026" y="448533"/>
                </a:lnTo>
                <a:cubicBezTo>
                  <a:pt x="3308431" y="448938"/>
                  <a:pt x="3308431" y="449342"/>
                  <a:pt x="3308026" y="449747"/>
                </a:cubicBezTo>
                <a:lnTo>
                  <a:pt x="3300739" y="462701"/>
                </a:lnTo>
                <a:cubicBezTo>
                  <a:pt x="3300739" y="462701"/>
                  <a:pt x="3300334" y="463106"/>
                  <a:pt x="3299524" y="463106"/>
                </a:cubicBezTo>
                <a:lnTo>
                  <a:pt x="3284546" y="463106"/>
                </a:lnTo>
                <a:cubicBezTo>
                  <a:pt x="3284142" y="463106"/>
                  <a:pt x="3283737" y="463106"/>
                  <a:pt x="3283332" y="462701"/>
                </a:cubicBezTo>
                <a:lnTo>
                  <a:pt x="3276046" y="449747"/>
                </a:lnTo>
                <a:cubicBezTo>
                  <a:pt x="3275641" y="449342"/>
                  <a:pt x="3275641" y="448938"/>
                  <a:pt x="3276046" y="448533"/>
                </a:cubicBezTo>
                <a:lnTo>
                  <a:pt x="3283332" y="435579"/>
                </a:lnTo>
                <a:cubicBezTo>
                  <a:pt x="3283737" y="435579"/>
                  <a:pt x="3284142" y="435174"/>
                  <a:pt x="3284546" y="435174"/>
                </a:cubicBezTo>
                <a:close/>
                <a:moveTo>
                  <a:pt x="3244469" y="435174"/>
                </a:moveTo>
                <a:lnTo>
                  <a:pt x="3259043" y="435174"/>
                </a:lnTo>
                <a:cubicBezTo>
                  <a:pt x="3259448" y="435174"/>
                  <a:pt x="3259853" y="435579"/>
                  <a:pt x="3260257" y="435984"/>
                </a:cubicBezTo>
                <a:lnTo>
                  <a:pt x="3267544" y="448533"/>
                </a:lnTo>
                <a:cubicBezTo>
                  <a:pt x="3267949" y="448938"/>
                  <a:pt x="3267949" y="449342"/>
                  <a:pt x="3267544" y="449747"/>
                </a:cubicBezTo>
                <a:lnTo>
                  <a:pt x="3260257" y="462296"/>
                </a:lnTo>
                <a:cubicBezTo>
                  <a:pt x="3259853" y="462701"/>
                  <a:pt x="3259448" y="462701"/>
                  <a:pt x="3259043" y="462701"/>
                </a:cubicBezTo>
                <a:lnTo>
                  <a:pt x="3244469" y="462701"/>
                </a:lnTo>
                <a:cubicBezTo>
                  <a:pt x="3244065" y="462701"/>
                  <a:pt x="3243660" y="462701"/>
                  <a:pt x="3243255" y="462296"/>
                </a:cubicBezTo>
                <a:lnTo>
                  <a:pt x="3235969" y="449747"/>
                </a:lnTo>
                <a:cubicBezTo>
                  <a:pt x="3235564" y="449342"/>
                  <a:pt x="3235564" y="448938"/>
                  <a:pt x="3235969" y="448533"/>
                </a:cubicBezTo>
                <a:lnTo>
                  <a:pt x="3243255" y="435984"/>
                </a:lnTo>
                <a:cubicBezTo>
                  <a:pt x="3243660" y="435579"/>
                  <a:pt x="3244065" y="435174"/>
                  <a:pt x="3244469" y="435174"/>
                </a:cubicBezTo>
                <a:close/>
                <a:moveTo>
                  <a:pt x="3203583" y="435174"/>
                </a:moveTo>
                <a:lnTo>
                  <a:pt x="3218157" y="435174"/>
                </a:lnTo>
                <a:cubicBezTo>
                  <a:pt x="3218561" y="435174"/>
                  <a:pt x="3218967" y="435174"/>
                  <a:pt x="3219371" y="435579"/>
                </a:cubicBezTo>
                <a:lnTo>
                  <a:pt x="3226658" y="448128"/>
                </a:lnTo>
                <a:cubicBezTo>
                  <a:pt x="3227063" y="448533"/>
                  <a:pt x="3227063" y="448938"/>
                  <a:pt x="3226658" y="449342"/>
                </a:cubicBezTo>
                <a:lnTo>
                  <a:pt x="3219371" y="461892"/>
                </a:lnTo>
                <a:cubicBezTo>
                  <a:pt x="3219371" y="462296"/>
                  <a:pt x="3218967" y="462701"/>
                  <a:pt x="3218157" y="462296"/>
                </a:cubicBezTo>
                <a:lnTo>
                  <a:pt x="3203583" y="462296"/>
                </a:lnTo>
                <a:cubicBezTo>
                  <a:pt x="3203179" y="462296"/>
                  <a:pt x="3202774" y="462296"/>
                  <a:pt x="3202369" y="461892"/>
                </a:cubicBezTo>
                <a:lnTo>
                  <a:pt x="3195083" y="449342"/>
                </a:lnTo>
                <a:cubicBezTo>
                  <a:pt x="3194678" y="448938"/>
                  <a:pt x="3194678" y="448533"/>
                  <a:pt x="3195083" y="448128"/>
                </a:cubicBezTo>
                <a:lnTo>
                  <a:pt x="3202369" y="435579"/>
                </a:lnTo>
                <a:cubicBezTo>
                  <a:pt x="3202774" y="435579"/>
                  <a:pt x="3203179" y="435174"/>
                  <a:pt x="3203583" y="435174"/>
                </a:cubicBezTo>
                <a:close/>
                <a:moveTo>
                  <a:pt x="3163507" y="435174"/>
                </a:moveTo>
                <a:lnTo>
                  <a:pt x="3177676" y="435174"/>
                </a:lnTo>
                <a:cubicBezTo>
                  <a:pt x="3178081" y="435174"/>
                  <a:pt x="3178486" y="435174"/>
                  <a:pt x="3178891" y="435579"/>
                </a:cubicBezTo>
                <a:lnTo>
                  <a:pt x="3186177" y="448128"/>
                </a:lnTo>
                <a:cubicBezTo>
                  <a:pt x="3186582" y="448533"/>
                  <a:pt x="3186582" y="448938"/>
                  <a:pt x="3186177" y="449342"/>
                </a:cubicBezTo>
                <a:lnTo>
                  <a:pt x="3178891" y="461892"/>
                </a:lnTo>
                <a:cubicBezTo>
                  <a:pt x="3178891" y="462296"/>
                  <a:pt x="3178486" y="462701"/>
                  <a:pt x="3177676" y="462296"/>
                </a:cubicBezTo>
                <a:lnTo>
                  <a:pt x="3163507" y="462296"/>
                </a:lnTo>
                <a:cubicBezTo>
                  <a:pt x="3163103" y="462296"/>
                  <a:pt x="3162698" y="462296"/>
                  <a:pt x="3162293" y="461892"/>
                </a:cubicBezTo>
                <a:lnTo>
                  <a:pt x="3155007" y="449342"/>
                </a:lnTo>
                <a:cubicBezTo>
                  <a:pt x="3154602" y="448938"/>
                  <a:pt x="3154602" y="448533"/>
                  <a:pt x="3155007" y="448128"/>
                </a:cubicBezTo>
                <a:lnTo>
                  <a:pt x="3162293" y="435579"/>
                </a:lnTo>
                <a:cubicBezTo>
                  <a:pt x="3162698" y="435579"/>
                  <a:pt x="3163103" y="435174"/>
                  <a:pt x="3163507" y="435174"/>
                </a:cubicBezTo>
                <a:close/>
                <a:moveTo>
                  <a:pt x="2110995" y="435174"/>
                </a:moveTo>
                <a:lnTo>
                  <a:pt x="2125568" y="435174"/>
                </a:lnTo>
                <a:cubicBezTo>
                  <a:pt x="2125973" y="435174"/>
                  <a:pt x="2126378" y="435579"/>
                  <a:pt x="2126782" y="435984"/>
                </a:cubicBezTo>
                <a:lnTo>
                  <a:pt x="2134069" y="448533"/>
                </a:lnTo>
                <a:cubicBezTo>
                  <a:pt x="2134474" y="448938"/>
                  <a:pt x="2134474" y="449342"/>
                  <a:pt x="2134069" y="449747"/>
                </a:cubicBezTo>
                <a:lnTo>
                  <a:pt x="2126782" y="462296"/>
                </a:lnTo>
                <a:cubicBezTo>
                  <a:pt x="2126378" y="462701"/>
                  <a:pt x="2125973" y="462701"/>
                  <a:pt x="2125568" y="462701"/>
                </a:cubicBezTo>
                <a:lnTo>
                  <a:pt x="2110995" y="462701"/>
                </a:lnTo>
                <a:cubicBezTo>
                  <a:pt x="2110590" y="462701"/>
                  <a:pt x="2110185" y="462701"/>
                  <a:pt x="2109780" y="462296"/>
                </a:cubicBezTo>
                <a:lnTo>
                  <a:pt x="2102494" y="449747"/>
                </a:lnTo>
                <a:cubicBezTo>
                  <a:pt x="2102089" y="449342"/>
                  <a:pt x="2102089" y="448938"/>
                  <a:pt x="2102494" y="448533"/>
                </a:cubicBezTo>
                <a:lnTo>
                  <a:pt x="2109780" y="435984"/>
                </a:lnTo>
                <a:cubicBezTo>
                  <a:pt x="2110185" y="435579"/>
                  <a:pt x="2110590" y="435174"/>
                  <a:pt x="2110995" y="435174"/>
                </a:cubicBezTo>
                <a:close/>
                <a:moveTo>
                  <a:pt x="2069704" y="433554"/>
                </a:moveTo>
                <a:lnTo>
                  <a:pt x="2085897" y="433554"/>
                </a:lnTo>
                <a:cubicBezTo>
                  <a:pt x="2086302" y="433554"/>
                  <a:pt x="2086707" y="433554"/>
                  <a:pt x="2087111" y="433959"/>
                </a:cubicBezTo>
                <a:lnTo>
                  <a:pt x="2095207" y="448127"/>
                </a:lnTo>
                <a:cubicBezTo>
                  <a:pt x="2095612" y="448532"/>
                  <a:pt x="2095612" y="448937"/>
                  <a:pt x="2095207" y="449342"/>
                </a:cubicBezTo>
                <a:lnTo>
                  <a:pt x="2087111" y="463510"/>
                </a:lnTo>
                <a:cubicBezTo>
                  <a:pt x="2086707" y="463915"/>
                  <a:pt x="2086302" y="464320"/>
                  <a:pt x="2085897" y="464320"/>
                </a:cubicBezTo>
                <a:lnTo>
                  <a:pt x="2069704" y="464320"/>
                </a:lnTo>
                <a:cubicBezTo>
                  <a:pt x="2069299" y="464320"/>
                  <a:pt x="2068895" y="463915"/>
                  <a:pt x="2068490" y="463510"/>
                </a:cubicBezTo>
                <a:lnTo>
                  <a:pt x="2060394" y="449342"/>
                </a:lnTo>
                <a:cubicBezTo>
                  <a:pt x="2059989" y="448937"/>
                  <a:pt x="2059989" y="448532"/>
                  <a:pt x="2060394" y="448127"/>
                </a:cubicBezTo>
                <a:lnTo>
                  <a:pt x="2068490" y="433959"/>
                </a:lnTo>
                <a:cubicBezTo>
                  <a:pt x="2068895" y="433959"/>
                  <a:pt x="2069299" y="433554"/>
                  <a:pt x="2069704" y="433554"/>
                </a:cubicBezTo>
                <a:close/>
                <a:moveTo>
                  <a:pt x="2967983" y="407646"/>
                </a:moveTo>
                <a:lnTo>
                  <a:pt x="2968793" y="407646"/>
                </a:lnTo>
                <a:lnTo>
                  <a:pt x="2969197" y="408456"/>
                </a:lnTo>
                <a:lnTo>
                  <a:pt x="2968793" y="409265"/>
                </a:lnTo>
                <a:lnTo>
                  <a:pt x="2967983" y="409265"/>
                </a:lnTo>
                <a:lnTo>
                  <a:pt x="2967578" y="408456"/>
                </a:lnTo>
                <a:close/>
                <a:moveTo>
                  <a:pt x="2927097" y="407646"/>
                </a:moveTo>
                <a:lnTo>
                  <a:pt x="2928311" y="407646"/>
                </a:lnTo>
                <a:lnTo>
                  <a:pt x="2928716" y="408456"/>
                </a:lnTo>
                <a:lnTo>
                  <a:pt x="2928311" y="409265"/>
                </a:lnTo>
                <a:lnTo>
                  <a:pt x="2927097" y="409265"/>
                </a:lnTo>
                <a:lnTo>
                  <a:pt x="2926692" y="408456"/>
                </a:lnTo>
                <a:close/>
                <a:moveTo>
                  <a:pt x="2886615" y="407646"/>
                </a:moveTo>
                <a:lnTo>
                  <a:pt x="2887829" y="407646"/>
                </a:lnTo>
                <a:lnTo>
                  <a:pt x="2888234" y="408456"/>
                </a:lnTo>
                <a:lnTo>
                  <a:pt x="2887829" y="409265"/>
                </a:lnTo>
                <a:lnTo>
                  <a:pt x="2886615" y="409265"/>
                </a:lnTo>
                <a:lnTo>
                  <a:pt x="2886210" y="408456"/>
                </a:lnTo>
                <a:close/>
                <a:moveTo>
                  <a:pt x="2846134" y="407646"/>
                </a:moveTo>
                <a:lnTo>
                  <a:pt x="2847348" y="407646"/>
                </a:lnTo>
                <a:lnTo>
                  <a:pt x="2847753" y="408456"/>
                </a:lnTo>
                <a:lnTo>
                  <a:pt x="2847348" y="409265"/>
                </a:lnTo>
                <a:lnTo>
                  <a:pt x="2846134" y="409265"/>
                </a:lnTo>
                <a:lnTo>
                  <a:pt x="2845729" y="408456"/>
                </a:lnTo>
                <a:close/>
                <a:moveTo>
                  <a:pt x="2805653" y="407646"/>
                </a:moveTo>
                <a:lnTo>
                  <a:pt x="2806867" y="407646"/>
                </a:lnTo>
                <a:lnTo>
                  <a:pt x="2807272" y="408456"/>
                </a:lnTo>
                <a:lnTo>
                  <a:pt x="2806867" y="409265"/>
                </a:lnTo>
                <a:lnTo>
                  <a:pt x="2805653" y="409265"/>
                </a:lnTo>
                <a:lnTo>
                  <a:pt x="2805248" y="408456"/>
                </a:lnTo>
                <a:close/>
                <a:moveTo>
                  <a:pt x="2441322" y="407646"/>
                </a:moveTo>
                <a:lnTo>
                  <a:pt x="2442536" y="407646"/>
                </a:lnTo>
                <a:lnTo>
                  <a:pt x="2442941" y="408456"/>
                </a:lnTo>
                <a:lnTo>
                  <a:pt x="2442536" y="409265"/>
                </a:lnTo>
                <a:lnTo>
                  <a:pt x="2441322" y="409265"/>
                </a:lnTo>
                <a:lnTo>
                  <a:pt x="2440917" y="408456"/>
                </a:lnTo>
                <a:close/>
                <a:moveTo>
                  <a:pt x="2765577" y="407241"/>
                </a:moveTo>
                <a:lnTo>
                  <a:pt x="2766791" y="407241"/>
                </a:lnTo>
                <a:lnTo>
                  <a:pt x="2767601" y="408456"/>
                </a:lnTo>
                <a:lnTo>
                  <a:pt x="2766791" y="409670"/>
                </a:lnTo>
                <a:lnTo>
                  <a:pt x="2765577" y="409670"/>
                </a:lnTo>
                <a:lnTo>
                  <a:pt x="2764767" y="408456"/>
                </a:lnTo>
                <a:close/>
                <a:moveTo>
                  <a:pt x="2724690" y="407241"/>
                </a:moveTo>
                <a:lnTo>
                  <a:pt x="2726310" y="407241"/>
                </a:lnTo>
                <a:lnTo>
                  <a:pt x="2727120" y="408456"/>
                </a:lnTo>
                <a:lnTo>
                  <a:pt x="2726310" y="409670"/>
                </a:lnTo>
                <a:lnTo>
                  <a:pt x="2724690" y="409670"/>
                </a:lnTo>
                <a:lnTo>
                  <a:pt x="2723881" y="408456"/>
                </a:lnTo>
                <a:close/>
                <a:moveTo>
                  <a:pt x="2644132" y="407241"/>
                </a:moveTo>
                <a:lnTo>
                  <a:pt x="2645347" y="407241"/>
                </a:lnTo>
                <a:lnTo>
                  <a:pt x="2646156" y="408456"/>
                </a:lnTo>
                <a:lnTo>
                  <a:pt x="2645347" y="409670"/>
                </a:lnTo>
                <a:lnTo>
                  <a:pt x="2644132" y="409670"/>
                </a:lnTo>
                <a:lnTo>
                  <a:pt x="2643323" y="408456"/>
                </a:lnTo>
                <a:close/>
                <a:moveTo>
                  <a:pt x="2603651" y="407241"/>
                </a:moveTo>
                <a:lnTo>
                  <a:pt x="2604866" y="407241"/>
                </a:lnTo>
                <a:lnTo>
                  <a:pt x="2605675" y="408456"/>
                </a:lnTo>
                <a:lnTo>
                  <a:pt x="2604866" y="409670"/>
                </a:lnTo>
                <a:lnTo>
                  <a:pt x="2603651" y="409670"/>
                </a:lnTo>
                <a:lnTo>
                  <a:pt x="2602842" y="408456"/>
                </a:lnTo>
                <a:close/>
                <a:moveTo>
                  <a:pt x="2563170" y="407241"/>
                </a:moveTo>
                <a:lnTo>
                  <a:pt x="2564385" y="407241"/>
                </a:lnTo>
                <a:lnTo>
                  <a:pt x="2565194" y="408456"/>
                </a:lnTo>
                <a:lnTo>
                  <a:pt x="2564385" y="409670"/>
                </a:lnTo>
                <a:lnTo>
                  <a:pt x="2563170" y="409670"/>
                </a:lnTo>
                <a:lnTo>
                  <a:pt x="2562361" y="408456"/>
                </a:lnTo>
                <a:close/>
                <a:moveTo>
                  <a:pt x="2401245" y="407241"/>
                </a:moveTo>
                <a:lnTo>
                  <a:pt x="2402460" y="407241"/>
                </a:lnTo>
                <a:lnTo>
                  <a:pt x="2403269" y="408456"/>
                </a:lnTo>
                <a:lnTo>
                  <a:pt x="2402460" y="409670"/>
                </a:lnTo>
                <a:lnTo>
                  <a:pt x="2401245" y="409670"/>
                </a:lnTo>
                <a:lnTo>
                  <a:pt x="2400436" y="408456"/>
                </a:lnTo>
                <a:close/>
                <a:moveTo>
                  <a:pt x="2360763" y="407241"/>
                </a:moveTo>
                <a:lnTo>
                  <a:pt x="2361978" y="407241"/>
                </a:lnTo>
                <a:lnTo>
                  <a:pt x="2362787" y="408456"/>
                </a:lnTo>
                <a:lnTo>
                  <a:pt x="2361978" y="409670"/>
                </a:lnTo>
                <a:lnTo>
                  <a:pt x="2360763" y="409670"/>
                </a:lnTo>
                <a:lnTo>
                  <a:pt x="2359954" y="408456"/>
                </a:lnTo>
                <a:close/>
                <a:moveTo>
                  <a:pt x="2319878" y="407241"/>
                </a:moveTo>
                <a:lnTo>
                  <a:pt x="2321497" y="407241"/>
                </a:lnTo>
                <a:lnTo>
                  <a:pt x="2322306" y="408456"/>
                </a:lnTo>
                <a:lnTo>
                  <a:pt x="2321497" y="409670"/>
                </a:lnTo>
                <a:lnTo>
                  <a:pt x="2319878" y="409670"/>
                </a:lnTo>
                <a:lnTo>
                  <a:pt x="2319068" y="408456"/>
                </a:lnTo>
                <a:close/>
                <a:moveTo>
                  <a:pt x="1469772" y="407241"/>
                </a:moveTo>
                <a:lnTo>
                  <a:pt x="1471391" y="407241"/>
                </a:lnTo>
                <a:lnTo>
                  <a:pt x="1472200" y="408456"/>
                </a:lnTo>
                <a:lnTo>
                  <a:pt x="1471391" y="409670"/>
                </a:lnTo>
                <a:lnTo>
                  <a:pt x="1469772" y="409670"/>
                </a:lnTo>
                <a:lnTo>
                  <a:pt x="1468962" y="408456"/>
                </a:lnTo>
                <a:close/>
                <a:moveTo>
                  <a:pt x="1388810" y="407241"/>
                </a:moveTo>
                <a:lnTo>
                  <a:pt x="1390429" y="407241"/>
                </a:lnTo>
                <a:lnTo>
                  <a:pt x="1391238" y="408456"/>
                </a:lnTo>
                <a:lnTo>
                  <a:pt x="1390429" y="409670"/>
                </a:lnTo>
                <a:lnTo>
                  <a:pt x="1388810" y="409670"/>
                </a:lnTo>
                <a:lnTo>
                  <a:pt x="1388000" y="408456"/>
                </a:lnTo>
                <a:close/>
                <a:moveTo>
                  <a:pt x="2279396" y="406837"/>
                </a:moveTo>
                <a:lnTo>
                  <a:pt x="2281420" y="406837"/>
                </a:lnTo>
                <a:lnTo>
                  <a:pt x="2282635" y="408456"/>
                </a:lnTo>
                <a:lnTo>
                  <a:pt x="2281420" y="410075"/>
                </a:lnTo>
                <a:lnTo>
                  <a:pt x="2279396" y="410075"/>
                </a:lnTo>
                <a:lnTo>
                  <a:pt x="2278182" y="408456"/>
                </a:lnTo>
                <a:close/>
                <a:moveTo>
                  <a:pt x="1590811" y="406837"/>
                </a:moveTo>
                <a:lnTo>
                  <a:pt x="1592835" y="406837"/>
                </a:lnTo>
                <a:lnTo>
                  <a:pt x="1593644" y="408456"/>
                </a:lnTo>
                <a:lnTo>
                  <a:pt x="1592835" y="410075"/>
                </a:lnTo>
                <a:lnTo>
                  <a:pt x="1590811" y="410075"/>
                </a:lnTo>
                <a:lnTo>
                  <a:pt x="1590001" y="408456"/>
                </a:lnTo>
                <a:close/>
                <a:moveTo>
                  <a:pt x="1550735" y="406837"/>
                </a:moveTo>
                <a:lnTo>
                  <a:pt x="1552354" y="406837"/>
                </a:lnTo>
                <a:lnTo>
                  <a:pt x="1553163" y="408456"/>
                </a:lnTo>
                <a:lnTo>
                  <a:pt x="1552354" y="410075"/>
                </a:lnTo>
                <a:lnTo>
                  <a:pt x="1550735" y="410075"/>
                </a:lnTo>
                <a:lnTo>
                  <a:pt x="1549925" y="408456"/>
                </a:lnTo>
                <a:close/>
                <a:moveTo>
                  <a:pt x="1510253" y="406837"/>
                </a:moveTo>
                <a:lnTo>
                  <a:pt x="1511872" y="406837"/>
                </a:lnTo>
                <a:lnTo>
                  <a:pt x="1512681" y="408456"/>
                </a:lnTo>
                <a:lnTo>
                  <a:pt x="1511872" y="410075"/>
                </a:lnTo>
                <a:lnTo>
                  <a:pt x="1510253" y="410075"/>
                </a:lnTo>
                <a:lnTo>
                  <a:pt x="1509443" y="408456"/>
                </a:lnTo>
                <a:close/>
                <a:moveTo>
                  <a:pt x="1429291" y="406837"/>
                </a:moveTo>
                <a:lnTo>
                  <a:pt x="1430910" y="406837"/>
                </a:lnTo>
                <a:lnTo>
                  <a:pt x="1431719" y="408456"/>
                </a:lnTo>
                <a:lnTo>
                  <a:pt x="1430910" y="410075"/>
                </a:lnTo>
                <a:lnTo>
                  <a:pt x="1429291" y="410075"/>
                </a:lnTo>
                <a:lnTo>
                  <a:pt x="1428481" y="408456"/>
                </a:lnTo>
                <a:close/>
                <a:moveTo>
                  <a:pt x="1348328" y="406837"/>
                </a:moveTo>
                <a:lnTo>
                  <a:pt x="1349947" y="406837"/>
                </a:lnTo>
                <a:lnTo>
                  <a:pt x="1350756" y="408456"/>
                </a:lnTo>
                <a:lnTo>
                  <a:pt x="1349947" y="410075"/>
                </a:lnTo>
                <a:lnTo>
                  <a:pt x="1348328" y="410075"/>
                </a:lnTo>
                <a:lnTo>
                  <a:pt x="1347518" y="408456"/>
                </a:lnTo>
                <a:close/>
                <a:moveTo>
                  <a:pt x="4019685" y="406432"/>
                </a:moveTo>
                <a:lnTo>
                  <a:pt x="4022114" y="406432"/>
                </a:lnTo>
                <a:lnTo>
                  <a:pt x="4023329" y="408456"/>
                </a:lnTo>
                <a:lnTo>
                  <a:pt x="4022114" y="410480"/>
                </a:lnTo>
                <a:lnTo>
                  <a:pt x="4019685" y="410480"/>
                </a:lnTo>
                <a:lnTo>
                  <a:pt x="4018471" y="408456"/>
                </a:lnTo>
                <a:close/>
                <a:moveTo>
                  <a:pt x="1307846" y="406432"/>
                </a:moveTo>
                <a:lnTo>
                  <a:pt x="1309870" y="406432"/>
                </a:lnTo>
                <a:lnTo>
                  <a:pt x="1311085" y="408456"/>
                </a:lnTo>
                <a:lnTo>
                  <a:pt x="1309870" y="410480"/>
                </a:lnTo>
                <a:lnTo>
                  <a:pt x="1307846" y="410480"/>
                </a:lnTo>
                <a:lnTo>
                  <a:pt x="1306632" y="408456"/>
                </a:lnTo>
                <a:close/>
                <a:moveTo>
                  <a:pt x="3979204" y="406027"/>
                </a:moveTo>
                <a:lnTo>
                  <a:pt x="3982038" y="406027"/>
                </a:lnTo>
                <a:lnTo>
                  <a:pt x="3983657" y="408456"/>
                </a:lnTo>
                <a:lnTo>
                  <a:pt x="3982038" y="410885"/>
                </a:lnTo>
                <a:lnTo>
                  <a:pt x="3979204" y="410885"/>
                </a:lnTo>
                <a:lnTo>
                  <a:pt x="3977585" y="408456"/>
                </a:lnTo>
                <a:close/>
                <a:moveTo>
                  <a:pt x="3938319" y="406027"/>
                </a:moveTo>
                <a:lnTo>
                  <a:pt x="3941152" y="406027"/>
                </a:lnTo>
                <a:lnTo>
                  <a:pt x="3942367" y="408456"/>
                </a:lnTo>
                <a:lnTo>
                  <a:pt x="3941152" y="410885"/>
                </a:lnTo>
                <a:lnTo>
                  <a:pt x="3938319" y="410885"/>
                </a:lnTo>
                <a:lnTo>
                  <a:pt x="3937104" y="408456"/>
                </a:lnTo>
                <a:close/>
                <a:moveTo>
                  <a:pt x="3897837" y="406027"/>
                </a:moveTo>
                <a:lnTo>
                  <a:pt x="3900670" y="406027"/>
                </a:lnTo>
                <a:lnTo>
                  <a:pt x="3901885" y="408456"/>
                </a:lnTo>
                <a:lnTo>
                  <a:pt x="3900670" y="410885"/>
                </a:lnTo>
                <a:lnTo>
                  <a:pt x="3897837" y="410885"/>
                </a:lnTo>
                <a:lnTo>
                  <a:pt x="3896622" y="408456"/>
                </a:lnTo>
                <a:close/>
                <a:moveTo>
                  <a:pt x="3857760" y="406027"/>
                </a:moveTo>
                <a:lnTo>
                  <a:pt x="3860594" y="406027"/>
                </a:lnTo>
                <a:lnTo>
                  <a:pt x="3862213" y="408456"/>
                </a:lnTo>
                <a:lnTo>
                  <a:pt x="3860594" y="410885"/>
                </a:lnTo>
                <a:lnTo>
                  <a:pt x="3857760" y="410885"/>
                </a:lnTo>
                <a:lnTo>
                  <a:pt x="3856141" y="408456"/>
                </a:lnTo>
                <a:close/>
                <a:moveTo>
                  <a:pt x="3816875" y="406027"/>
                </a:moveTo>
                <a:lnTo>
                  <a:pt x="3819708" y="406027"/>
                </a:lnTo>
                <a:lnTo>
                  <a:pt x="3820923" y="408456"/>
                </a:lnTo>
                <a:lnTo>
                  <a:pt x="3819708" y="410885"/>
                </a:lnTo>
                <a:lnTo>
                  <a:pt x="3816875" y="410885"/>
                </a:lnTo>
                <a:lnTo>
                  <a:pt x="3815660" y="408456"/>
                </a:lnTo>
                <a:close/>
                <a:moveTo>
                  <a:pt x="3007249" y="405622"/>
                </a:moveTo>
                <a:lnTo>
                  <a:pt x="3010488" y="405622"/>
                </a:lnTo>
                <a:lnTo>
                  <a:pt x="3012107" y="408456"/>
                </a:lnTo>
                <a:lnTo>
                  <a:pt x="3010488" y="411289"/>
                </a:lnTo>
                <a:lnTo>
                  <a:pt x="3007249" y="411289"/>
                </a:lnTo>
                <a:lnTo>
                  <a:pt x="3005630" y="408456"/>
                </a:lnTo>
                <a:close/>
                <a:moveTo>
                  <a:pt x="3776393" y="405217"/>
                </a:moveTo>
                <a:lnTo>
                  <a:pt x="3780036" y="405217"/>
                </a:lnTo>
                <a:lnTo>
                  <a:pt x="3782061" y="408456"/>
                </a:lnTo>
                <a:lnTo>
                  <a:pt x="3780036" y="411694"/>
                </a:lnTo>
                <a:lnTo>
                  <a:pt x="3776393" y="411694"/>
                </a:lnTo>
                <a:lnTo>
                  <a:pt x="3774369" y="408456"/>
                </a:lnTo>
                <a:close/>
                <a:moveTo>
                  <a:pt x="3614063" y="404813"/>
                </a:moveTo>
                <a:lnTo>
                  <a:pt x="3618111" y="404813"/>
                </a:lnTo>
                <a:lnTo>
                  <a:pt x="3620135" y="408456"/>
                </a:lnTo>
                <a:lnTo>
                  <a:pt x="3618111" y="412100"/>
                </a:lnTo>
                <a:lnTo>
                  <a:pt x="3614063" y="412100"/>
                </a:lnTo>
                <a:lnTo>
                  <a:pt x="3612039" y="408456"/>
                </a:lnTo>
                <a:close/>
                <a:moveTo>
                  <a:pt x="3735102" y="404408"/>
                </a:moveTo>
                <a:lnTo>
                  <a:pt x="3739150" y="404408"/>
                </a:lnTo>
                <a:cubicBezTo>
                  <a:pt x="3739555" y="404408"/>
                  <a:pt x="3739960" y="404408"/>
                  <a:pt x="3740364" y="404813"/>
                </a:cubicBezTo>
                <a:lnTo>
                  <a:pt x="3742389" y="408051"/>
                </a:lnTo>
                <a:cubicBezTo>
                  <a:pt x="3742793" y="408456"/>
                  <a:pt x="3742793" y="408861"/>
                  <a:pt x="3742389" y="409266"/>
                </a:cubicBezTo>
                <a:lnTo>
                  <a:pt x="3740364" y="412504"/>
                </a:lnTo>
                <a:cubicBezTo>
                  <a:pt x="3740364" y="412909"/>
                  <a:pt x="3739960" y="412909"/>
                  <a:pt x="3739150" y="412909"/>
                </a:cubicBezTo>
                <a:lnTo>
                  <a:pt x="3735102" y="412909"/>
                </a:lnTo>
                <a:cubicBezTo>
                  <a:pt x="3734697" y="412909"/>
                  <a:pt x="3734292" y="412909"/>
                  <a:pt x="3733888" y="412504"/>
                </a:cubicBezTo>
                <a:lnTo>
                  <a:pt x="3731864" y="409266"/>
                </a:lnTo>
                <a:cubicBezTo>
                  <a:pt x="3731459" y="408861"/>
                  <a:pt x="3731459" y="408456"/>
                  <a:pt x="3731864" y="408051"/>
                </a:cubicBezTo>
                <a:lnTo>
                  <a:pt x="3733888" y="404813"/>
                </a:lnTo>
                <a:cubicBezTo>
                  <a:pt x="3734292" y="404813"/>
                  <a:pt x="3734697" y="404408"/>
                  <a:pt x="3735102" y="404408"/>
                </a:cubicBezTo>
                <a:close/>
                <a:moveTo>
                  <a:pt x="2480184" y="404408"/>
                </a:moveTo>
                <a:lnTo>
                  <a:pt x="2484232" y="404408"/>
                </a:lnTo>
                <a:cubicBezTo>
                  <a:pt x="2484637" y="404408"/>
                  <a:pt x="2485042" y="404408"/>
                  <a:pt x="2485447" y="404813"/>
                </a:cubicBezTo>
                <a:lnTo>
                  <a:pt x="2487471" y="408051"/>
                </a:lnTo>
                <a:cubicBezTo>
                  <a:pt x="2487876" y="408456"/>
                  <a:pt x="2487876" y="408861"/>
                  <a:pt x="2487471" y="409266"/>
                </a:cubicBezTo>
                <a:lnTo>
                  <a:pt x="2485447" y="412504"/>
                </a:lnTo>
                <a:cubicBezTo>
                  <a:pt x="2485447" y="412909"/>
                  <a:pt x="2485042" y="412909"/>
                  <a:pt x="2484232" y="412909"/>
                </a:cubicBezTo>
                <a:lnTo>
                  <a:pt x="2480184" y="412909"/>
                </a:lnTo>
                <a:cubicBezTo>
                  <a:pt x="2479779" y="412909"/>
                  <a:pt x="2479375" y="412909"/>
                  <a:pt x="2478970" y="412504"/>
                </a:cubicBezTo>
                <a:lnTo>
                  <a:pt x="2476946" y="409266"/>
                </a:lnTo>
                <a:cubicBezTo>
                  <a:pt x="2476541" y="408861"/>
                  <a:pt x="2476541" y="408456"/>
                  <a:pt x="2476946" y="408051"/>
                </a:cubicBezTo>
                <a:lnTo>
                  <a:pt x="2478970" y="404813"/>
                </a:lnTo>
                <a:cubicBezTo>
                  <a:pt x="2479375" y="404813"/>
                  <a:pt x="2479779" y="404408"/>
                  <a:pt x="2480184" y="404408"/>
                </a:cubicBezTo>
                <a:close/>
                <a:moveTo>
                  <a:pt x="3694621" y="404003"/>
                </a:moveTo>
                <a:lnTo>
                  <a:pt x="3699074" y="404003"/>
                </a:lnTo>
                <a:cubicBezTo>
                  <a:pt x="3699479" y="404003"/>
                  <a:pt x="3699883" y="404003"/>
                  <a:pt x="3700288" y="404408"/>
                </a:cubicBezTo>
                <a:lnTo>
                  <a:pt x="3702312" y="408051"/>
                </a:lnTo>
                <a:cubicBezTo>
                  <a:pt x="3702717" y="408456"/>
                  <a:pt x="3702717" y="408861"/>
                  <a:pt x="3702312" y="409266"/>
                </a:cubicBezTo>
                <a:lnTo>
                  <a:pt x="3700288" y="412909"/>
                </a:lnTo>
                <a:cubicBezTo>
                  <a:pt x="3699883" y="413314"/>
                  <a:pt x="3699479" y="413314"/>
                  <a:pt x="3699074" y="413314"/>
                </a:cubicBezTo>
                <a:lnTo>
                  <a:pt x="3694621" y="413314"/>
                </a:lnTo>
                <a:cubicBezTo>
                  <a:pt x="3694216" y="413314"/>
                  <a:pt x="3693811" y="413314"/>
                  <a:pt x="3693407" y="412909"/>
                </a:cubicBezTo>
                <a:lnTo>
                  <a:pt x="3691383" y="409266"/>
                </a:lnTo>
                <a:cubicBezTo>
                  <a:pt x="3690978" y="408861"/>
                  <a:pt x="3690978" y="408456"/>
                  <a:pt x="3691383" y="408051"/>
                </a:cubicBezTo>
                <a:lnTo>
                  <a:pt x="3693407" y="404408"/>
                </a:lnTo>
                <a:cubicBezTo>
                  <a:pt x="3693811" y="404408"/>
                  <a:pt x="3694216" y="404003"/>
                  <a:pt x="3694621" y="404003"/>
                </a:cubicBezTo>
                <a:close/>
                <a:moveTo>
                  <a:pt x="3047327" y="404003"/>
                </a:moveTo>
                <a:lnTo>
                  <a:pt x="3050970" y="404003"/>
                </a:lnTo>
                <a:cubicBezTo>
                  <a:pt x="3051375" y="404003"/>
                  <a:pt x="3051779" y="404003"/>
                  <a:pt x="3052184" y="404408"/>
                </a:cubicBezTo>
                <a:lnTo>
                  <a:pt x="3053803" y="407646"/>
                </a:lnTo>
                <a:cubicBezTo>
                  <a:pt x="3054208" y="408051"/>
                  <a:pt x="3054208" y="408456"/>
                  <a:pt x="3053803" y="408861"/>
                </a:cubicBezTo>
                <a:lnTo>
                  <a:pt x="3052184" y="412099"/>
                </a:lnTo>
                <a:cubicBezTo>
                  <a:pt x="3051779" y="412504"/>
                  <a:pt x="3051375" y="412909"/>
                  <a:pt x="3050970" y="412504"/>
                </a:cubicBezTo>
                <a:lnTo>
                  <a:pt x="3047327" y="412504"/>
                </a:lnTo>
                <a:cubicBezTo>
                  <a:pt x="3046922" y="412504"/>
                  <a:pt x="3046517" y="412504"/>
                  <a:pt x="3046112" y="412099"/>
                </a:cubicBezTo>
                <a:lnTo>
                  <a:pt x="3044493" y="408861"/>
                </a:lnTo>
                <a:cubicBezTo>
                  <a:pt x="3044088" y="408456"/>
                  <a:pt x="3044088" y="408051"/>
                  <a:pt x="3044493" y="407646"/>
                </a:cubicBezTo>
                <a:lnTo>
                  <a:pt x="3046112" y="404408"/>
                </a:lnTo>
                <a:cubicBezTo>
                  <a:pt x="3046517" y="404408"/>
                  <a:pt x="3046922" y="404003"/>
                  <a:pt x="3047327" y="404003"/>
                </a:cubicBezTo>
                <a:close/>
                <a:moveTo>
                  <a:pt x="3653735" y="403598"/>
                </a:moveTo>
                <a:lnTo>
                  <a:pt x="3658593" y="403598"/>
                </a:lnTo>
                <a:cubicBezTo>
                  <a:pt x="3658998" y="403598"/>
                  <a:pt x="3659402" y="403598"/>
                  <a:pt x="3659807" y="404003"/>
                </a:cubicBezTo>
                <a:lnTo>
                  <a:pt x="3662236" y="408051"/>
                </a:lnTo>
                <a:cubicBezTo>
                  <a:pt x="3662641" y="408456"/>
                  <a:pt x="3662641" y="408861"/>
                  <a:pt x="3662236" y="409265"/>
                </a:cubicBezTo>
                <a:lnTo>
                  <a:pt x="3659807" y="413313"/>
                </a:lnTo>
                <a:cubicBezTo>
                  <a:pt x="3659807" y="413313"/>
                  <a:pt x="3659402" y="413718"/>
                  <a:pt x="3658593" y="413718"/>
                </a:cubicBezTo>
                <a:lnTo>
                  <a:pt x="3653735" y="413718"/>
                </a:lnTo>
                <a:cubicBezTo>
                  <a:pt x="3653330" y="413718"/>
                  <a:pt x="3652925" y="413718"/>
                  <a:pt x="3652521" y="413313"/>
                </a:cubicBezTo>
                <a:lnTo>
                  <a:pt x="3650092" y="409265"/>
                </a:lnTo>
                <a:cubicBezTo>
                  <a:pt x="3649687" y="408861"/>
                  <a:pt x="3649687" y="408456"/>
                  <a:pt x="3650092" y="408051"/>
                </a:cubicBezTo>
                <a:lnTo>
                  <a:pt x="3652521" y="404003"/>
                </a:lnTo>
                <a:cubicBezTo>
                  <a:pt x="3652925" y="404003"/>
                  <a:pt x="3653330" y="403598"/>
                  <a:pt x="3653735" y="403598"/>
                </a:cubicBezTo>
                <a:close/>
                <a:moveTo>
                  <a:pt x="658527" y="403598"/>
                </a:moveTo>
                <a:lnTo>
                  <a:pt x="663385" y="403598"/>
                </a:lnTo>
                <a:cubicBezTo>
                  <a:pt x="663790" y="403598"/>
                  <a:pt x="664194" y="403598"/>
                  <a:pt x="664599" y="404003"/>
                </a:cubicBezTo>
                <a:lnTo>
                  <a:pt x="667028" y="408051"/>
                </a:lnTo>
                <a:cubicBezTo>
                  <a:pt x="667433" y="408456"/>
                  <a:pt x="667433" y="408861"/>
                  <a:pt x="667028" y="409265"/>
                </a:cubicBezTo>
                <a:lnTo>
                  <a:pt x="664599" y="413313"/>
                </a:lnTo>
                <a:cubicBezTo>
                  <a:pt x="664194" y="413718"/>
                  <a:pt x="663790" y="413718"/>
                  <a:pt x="663385" y="413718"/>
                </a:cubicBezTo>
                <a:lnTo>
                  <a:pt x="658527" y="413718"/>
                </a:lnTo>
                <a:cubicBezTo>
                  <a:pt x="658122" y="413718"/>
                  <a:pt x="657717" y="413718"/>
                  <a:pt x="657312" y="413313"/>
                </a:cubicBezTo>
                <a:lnTo>
                  <a:pt x="654884" y="409265"/>
                </a:lnTo>
                <a:cubicBezTo>
                  <a:pt x="654479" y="408861"/>
                  <a:pt x="654479" y="408456"/>
                  <a:pt x="654884" y="408051"/>
                </a:cubicBezTo>
                <a:lnTo>
                  <a:pt x="657312" y="404003"/>
                </a:lnTo>
                <a:cubicBezTo>
                  <a:pt x="657717" y="404003"/>
                  <a:pt x="658122" y="403598"/>
                  <a:pt x="658527" y="403598"/>
                </a:cubicBezTo>
                <a:close/>
                <a:moveTo>
                  <a:pt x="2682185" y="403193"/>
                </a:moveTo>
                <a:lnTo>
                  <a:pt x="2687448" y="403193"/>
                </a:lnTo>
                <a:cubicBezTo>
                  <a:pt x="2687852" y="403193"/>
                  <a:pt x="2688257" y="403193"/>
                  <a:pt x="2688662" y="403598"/>
                </a:cubicBezTo>
                <a:lnTo>
                  <a:pt x="2691091" y="408051"/>
                </a:lnTo>
                <a:cubicBezTo>
                  <a:pt x="2691496" y="408456"/>
                  <a:pt x="2691496" y="408860"/>
                  <a:pt x="2691091" y="409265"/>
                </a:cubicBezTo>
                <a:lnTo>
                  <a:pt x="2688662" y="413718"/>
                </a:lnTo>
                <a:cubicBezTo>
                  <a:pt x="2688662" y="414123"/>
                  <a:pt x="2688257" y="414123"/>
                  <a:pt x="2687448" y="414528"/>
                </a:cubicBezTo>
                <a:lnTo>
                  <a:pt x="2682185" y="414528"/>
                </a:lnTo>
                <a:cubicBezTo>
                  <a:pt x="2681780" y="414528"/>
                  <a:pt x="2681375" y="414123"/>
                  <a:pt x="2680971" y="413718"/>
                </a:cubicBezTo>
                <a:lnTo>
                  <a:pt x="2678542" y="409265"/>
                </a:lnTo>
                <a:cubicBezTo>
                  <a:pt x="2678137" y="408860"/>
                  <a:pt x="2678137" y="408456"/>
                  <a:pt x="2678542" y="408051"/>
                </a:cubicBezTo>
                <a:lnTo>
                  <a:pt x="2680971" y="403598"/>
                </a:lnTo>
                <a:cubicBezTo>
                  <a:pt x="2681375" y="403598"/>
                  <a:pt x="2681780" y="403193"/>
                  <a:pt x="2682185" y="403193"/>
                </a:cubicBezTo>
                <a:close/>
                <a:moveTo>
                  <a:pt x="1103416" y="403193"/>
                </a:moveTo>
                <a:lnTo>
                  <a:pt x="1108678" y="403193"/>
                </a:lnTo>
                <a:cubicBezTo>
                  <a:pt x="1109083" y="403193"/>
                  <a:pt x="1109488" y="403193"/>
                  <a:pt x="1109893" y="403598"/>
                </a:cubicBezTo>
                <a:lnTo>
                  <a:pt x="1112322" y="408051"/>
                </a:lnTo>
                <a:cubicBezTo>
                  <a:pt x="1112727" y="408456"/>
                  <a:pt x="1112727" y="408860"/>
                  <a:pt x="1112322" y="409265"/>
                </a:cubicBezTo>
                <a:lnTo>
                  <a:pt x="1109893" y="413718"/>
                </a:lnTo>
                <a:cubicBezTo>
                  <a:pt x="1109488" y="414123"/>
                  <a:pt x="1109083" y="414123"/>
                  <a:pt x="1108678" y="414123"/>
                </a:cubicBezTo>
                <a:lnTo>
                  <a:pt x="1103416" y="414123"/>
                </a:lnTo>
                <a:cubicBezTo>
                  <a:pt x="1103011" y="414123"/>
                  <a:pt x="1102606" y="414123"/>
                  <a:pt x="1102202" y="413718"/>
                </a:cubicBezTo>
                <a:lnTo>
                  <a:pt x="1099773" y="409265"/>
                </a:lnTo>
                <a:cubicBezTo>
                  <a:pt x="1099368" y="408860"/>
                  <a:pt x="1099368" y="408456"/>
                  <a:pt x="1099773" y="408051"/>
                </a:cubicBezTo>
                <a:lnTo>
                  <a:pt x="1102202" y="403598"/>
                </a:lnTo>
                <a:cubicBezTo>
                  <a:pt x="1102606" y="403598"/>
                  <a:pt x="1103011" y="403193"/>
                  <a:pt x="1103416" y="403193"/>
                </a:cubicBezTo>
                <a:close/>
                <a:moveTo>
                  <a:pt x="1022454" y="403193"/>
                </a:moveTo>
                <a:lnTo>
                  <a:pt x="1027716" y="403193"/>
                </a:lnTo>
                <a:cubicBezTo>
                  <a:pt x="1028121" y="403193"/>
                  <a:pt x="1028526" y="403193"/>
                  <a:pt x="1028931" y="403598"/>
                </a:cubicBezTo>
                <a:lnTo>
                  <a:pt x="1031764" y="408051"/>
                </a:lnTo>
                <a:cubicBezTo>
                  <a:pt x="1032169" y="408456"/>
                  <a:pt x="1032169" y="408860"/>
                  <a:pt x="1031764" y="409265"/>
                </a:cubicBezTo>
                <a:lnTo>
                  <a:pt x="1028931" y="413718"/>
                </a:lnTo>
                <a:cubicBezTo>
                  <a:pt x="1028931" y="414123"/>
                  <a:pt x="1028526" y="414123"/>
                  <a:pt x="1027716" y="414123"/>
                </a:cubicBezTo>
                <a:lnTo>
                  <a:pt x="1022454" y="414123"/>
                </a:lnTo>
                <a:cubicBezTo>
                  <a:pt x="1022049" y="414123"/>
                  <a:pt x="1021644" y="414123"/>
                  <a:pt x="1021239" y="413718"/>
                </a:cubicBezTo>
                <a:lnTo>
                  <a:pt x="1018406" y="409265"/>
                </a:lnTo>
                <a:cubicBezTo>
                  <a:pt x="1018001" y="408860"/>
                  <a:pt x="1018001" y="408456"/>
                  <a:pt x="1018406" y="408051"/>
                </a:cubicBezTo>
                <a:lnTo>
                  <a:pt x="1021239" y="403598"/>
                </a:lnTo>
                <a:cubicBezTo>
                  <a:pt x="1021644" y="403598"/>
                  <a:pt x="1022049" y="403193"/>
                  <a:pt x="1022454" y="403193"/>
                </a:cubicBezTo>
                <a:close/>
                <a:moveTo>
                  <a:pt x="1062935" y="402789"/>
                </a:moveTo>
                <a:lnTo>
                  <a:pt x="1068197" y="402789"/>
                </a:lnTo>
                <a:cubicBezTo>
                  <a:pt x="1068602" y="402789"/>
                  <a:pt x="1069007" y="403194"/>
                  <a:pt x="1069412" y="403599"/>
                </a:cubicBezTo>
                <a:lnTo>
                  <a:pt x="1071841" y="408052"/>
                </a:lnTo>
                <a:cubicBezTo>
                  <a:pt x="1072246" y="408456"/>
                  <a:pt x="1072246" y="408861"/>
                  <a:pt x="1071841" y="409266"/>
                </a:cubicBezTo>
                <a:lnTo>
                  <a:pt x="1069412" y="413719"/>
                </a:lnTo>
                <a:cubicBezTo>
                  <a:pt x="1069412" y="414124"/>
                  <a:pt x="1069007" y="414124"/>
                  <a:pt x="1068197" y="414124"/>
                </a:cubicBezTo>
                <a:lnTo>
                  <a:pt x="1062935" y="414124"/>
                </a:lnTo>
                <a:cubicBezTo>
                  <a:pt x="1062530" y="414124"/>
                  <a:pt x="1062125" y="414124"/>
                  <a:pt x="1061721" y="413719"/>
                </a:cubicBezTo>
                <a:lnTo>
                  <a:pt x="1059292" y="409266"/>
                </a:lnTo>
                <a:cubicBezTo>
                  <a:pt x="1058887" y="408861"/>
                  <a:pt x="1058887" y="408456"/>
                  <a:pt x="1059292" y="408052"/>
                </a:cubicBezTo>
                <a:lnTo>
                  <a:pt x="1061721" y="403599"/>
                </a:lnTo>
                <a:cubicBezTo>
                  <a:pt x="1062125" y="403194"/>
                  <a:pt x="1062530" y="402789"/>
                  <a:pt x="1062935" y="402789"/>
                </a:cubicBezTo>
                <a:close/>
                <a:moveTo>
                  <a:pt x="901010" y="402789"/>
                </a:moveTo>
                <a:lnTo>
                  <a:pt x="906677" y="402789"/>
                </a:lnTo>
                <a:cubicBezTo>
                  <a:pt x="907082" y="402789"/>
                  <a:pt x="907487" y="402789"/>
                  <a:pt x="907892" y="403194"/>
                </a:cubicBezTo>
                <a:lnTo>
                  <a:pt x="910725" y="408052"/>
                </a:lnTo>
                <a:cubicBezTo>
                  <a:pt x="911130" y="408456"/>
                  <a:pt x="911130" y="408861"/>
                  <a:pt x="910725" y="409266"/>
                </a:cubicBezTo>
                <a:lnTo>
                  <a:pt x="907892" y="414124"/>
                </a:lnTo>
                <a:cubicBezTo>
                  <a:pt x="907487" y="414529"/>
                  <a:pt x="907082" y="414529"/>
                  <a:pt x="906677" y="414529"/>
                </a:cubicBezTo>
                <a:lnTo>
                  <a:pt x="901010" y="414529"/>
                </a:lnTo>
                <a:cubicBezTo>
                  <a:pt x="900605" y="414529"/>
                  <a:pt x="900200" y="414529"/>
                  <a:pt x="899795" y="414124"/>
                </a:cubicBezTo>
                <a:lnTo>
                  <a:pt x="896962" y="409266"/>
                </a:lnTo>
                <a:cubicBezTo>
                  <a:pt x="896557" y="408861"/>
                  <a:pt x="896557" y="408456"/>
                  <a:pt x="896962" y="408052"/>
                </a:cubicBezTo>
                <a:lnTo>
                  <a:pt x="899795" y="403194"/>
                </a:lnTo>
                <a:cubicBezTo>
                  <a:pt x="900200" y="403194"/>
                  <a:pt x="900605" y="402789"/>
                  <a:pt x="901010" y="402789"/>
                </a:cubicBezTo>
                <a:close/>
                <a:moveTo>
                  <a:pt x="860529" y="402789"/>
                </a:moveTo>
                <a:lnTo>
                  <a:pt x="866196" y="402789"/>
                </a:lnTo>
                <a:cubicBezTo>
                  <a:pt x="866601" y="402789"/>
                  <a:pt x="867006" y="402789"/>
                  <a:pt x="867411" y="403194"/>
                </a:cubicBezTo>
                <a:lnTo>
                  <a:pt x="870244" y="408052"/>
                </a:lnTo>
                <a:cubicBezTo>
                  <a:pt x="870649" y="408456"/>
                  <a:pt x="870649" y="408861"/>
                  <a:pt x="870244" y="409266"/>
                </a:cubicBezTo>
                <a:lnTo>
                  <a:pt x="867411" y="414124"/>
                </a:lnTo>
                <a:cubicBezTo>
                  <a:pt x="867006" y="414529"/>
                  <a:pt x="866601" y="414529"/>
                  <a:pt x="866196" y="414529"/>
                </a:cubicBezTo>
                <a:lnTo>
                  <a:pt x="860529" y="414529"/>
                </a:lnTo>
                <a:cubicBezTo>
                  <a:pt x="860124" y="414529"/>
                  <a:pt x="859719" y="414529"/>
                  <a:pt x="859314" y="414124"/>
                </a:cubicBezTo>
                <a:lnTo>
                  <a:pt x="856481" y="409266"/>
                </a:lnTo>
                <a:cubicBezTo>
                  <a:pt x="856076" y="408861"/>
                  <a:pt x="856076" y="408456"/>
                  <a:pt x="856481" y="408052"/>
                </a:cubicBezTo>
                <a:lnTo>
                  <a:pt x="859314" y="403194"/>
                </a:lnTo>
                <a:cubicBezTo>
                  <a:pt x="859719" y="403194"/>
                  <a:pt x="860124" y="402789"/>
                  <a:pt x="860529" y="402789"/>
                </a:cubicBezTo>
                <a:close/>
                <a:moveTo>
                  <a:pt x="820048" y="402789"/>
                </a:moveTo>
                <a:lnTo>
                  <a:pt x="825715" y="402789"/>
                </a:lnTo>
                <a:cubicBezTo>
                  <a:pt x="826120" y="402789"/>
                  <a:pt x="826525" y="402789"/>
                  <a:pt x="826930" y="403194"/>
                </a:cubicBezTo>
                <a:lnTo>
                  <a:pt x="829763" y="408052"/>
                </a:lnTo>
                <a:cubicBezTo>
                  <a:pt x="830168" y="408456"/>
                  <a:pt x="830168" y="408861"/>
                  <a:pt x="829763" y="409266"/>
                </a:cubicBezTo>
                <a:lnTo>
                  <a:pt x="826930" y="414124"/>
                </a:lnTo>
                <a:cubicBezTo>
                  <a:pt x="826525" y="414529"/>
                  <a:pt x="826120" y="414529"/>
                  <a:pt x="825715" y="414933"/>
                </a:cubicBezTo>
                <a:lnTo>
                  <a:pt x="820048" y="414933"/>
                </a:lnTo>
                <a:cubicBezTo>
                  <a:pt x="819643" y="414933"/>
                  <a:pt x="819238" y="414529"/>
                  <a:pt x="818833" y="414124"/>
                </a:cubicBezTo>
                <a:lnTo>
                  <a:pt x="816000" y="409266"/>
                </a:lnTo>
                <a:cubicBezTo>
                  <a:pt x="815595" y="408861"/>
                  <a:pt x="815595" y="408456"/>
                  <a:pt x="816000" y="408052"/>
                </a:cubicBezTo>
                <a:lnTo>
                  <a:pt x="818833" y="403194"/>
                </a:lnTo>
                <a:cubicBezTo>
                  <a:pt x="819238" y="403194"/>
                  <a:pt x="819643" y="402789"/>
                  <a:pt x="820048" y="402789"/>
                </a:cubicBezTo>
                <a:close/>
                <a:moveTo>
                  <a:pt x="779567" y="402789"/>
                </a:moveTo>
                <a:lnTo>
                  <a:pt x="785234" y="402789"/>
                </a:lnTo>
                <a:cubicBezTo>
                  <a:pt x="785639" y="402789"/>
                  <a:pt x="786044" y="402789"/>
                  <a:pt x="786449" y="403194"/>
                </a:cubicBezTo>
                <a:lnTo>
                  <a:pt x="789282" y="408052"/>
                </a:lnTo>
                <a:cubicBezTo>
                  <a:pt x="789687" y="408456"/>
                  <a:pt x="789687" y="408861"/>
                  <a:pt x="789282" y="409266"/>
                </a:cubicBezTo>
                <a:lnTo>
                  <a:pt x="786449" y="414124"/>
                </a:lnTo>
                <a:cubicBezTo>
                  <a:pt x="786044" y="414124"/>
                  <a:pt x="785639" y="414529"/>
                  <a:pt x="785234" y="414529"/>
                </a:cubicBezTo>
                <a:lnTo>
                  <a:pt x="779567" y="414529"/>
                </a:lnTo>
                <a:cubicBezTo>
                  <a:pt x="779162" y="414529"/>
                  <a:pt x="778757" y="414529"/>
                  <a:pt x="778352" y="414124"/>
                </a:cubicBezTo>
                <a:lnTo>
                  <a:pt x="775519" y="409266"/>
                </a:lnTo>
                <a:cubicBezTo>
                  <a:pt x="775114" y="408861"/>
                  <a:pt x="775114" y="408456"/>
                  <a:pt x="775519" y="408052"/>
                </a:cubicBezTo>
                <a:lnTo>
                  <a:pt x="778352" y="403194"/>
                </a:lnTo>
                <a:cubicBezTo>
                  <a:pt x="778757" y="403194"/>
                  <a:pt x="779162" y="402789"/>
                  <a:pt x="779567" y="402789"/>
                </a:cubicBezTo>
                <a:close/>
                <a:moveTo>
                  <a:pt x="3572367" y="402384"/>
                </a:moveTo>
                <a:lnTo>
                  <a:pt x="3578440" y="402384"/>
                </a:lnTo>
                <a:cubicBezTo>
                  <a:pt x="3578844" y="402384"/>
                  <a:pt x="3579249" y="402384"/>
                  <a:pt x="3579654" y="402789"/>
                </a:cubicBezTo>
                <a:lnTo>
                  <a:pt x="3582892" y="408051"/>
                </a:lnTo>
                <a:cubicBezTo>
                  <a:pt x="3583298" y="408456"/>
                  <a:pt x="3583298" y="408861"/>
                  <a:pt x="3582892" y="409266"/>
                </a:cubicBezTo>
                <a:lnTo>
                  <a:pt x="3579654" y="414528"/>
                </a:lnTo>
                <a:cubicBezTo>
                  <a:pt x="3579654" y="414933"/>
                  <a:pt x="3579249" y="414933"/>
                  <a:pt x="3578440" y="414933"/>
                </a:cubicBezTo>
                <a:lnTo>
                  <a:pt x="3572367" y="414933"/>
                </a:lnTo>
                <a:cubicBezTo>
                  <a:pt x="3571963" y="414933"/>
                  <a:pt x="3571558" y="414933"/>
                  <a:pt x="3571153" y="414528"/>
                </a:cubicBezTo>
                <a:lnTo>
                  <a:pt x="3567915" y="409266"/>
                </a:lnTo>
                <a:cubicBezTo>
                  <a:pt x="3567510" y="408861"/>
                  <a:pt x="3567510" y="408456"/>
                  <a:pt x="3567915" y="408051"/>
                </a:cubicBezTo>
                <a:lnTo>
                  <a:pt x="3571153" y="402789"/>
                </a:lnTo>
                <a:cubicBezTo>
                  <a:pt x="3571558" y="402789"/>
                  <a:pt x="3571963" y="402384"/>
                  <a:pt x="3572367" y="402384"/>
                </a:cubicBezTo>
                <a:close/>
                <a:moveTo>
                  <a:pt x="1224860" y="402384"/>
                </a:moveTo>
                <a:lnTo>
                  <a:pt x="1230527" y="402384"/>
                </a:lnTo>
                <a:cubicBezTo>
                  <a:pt x="1230932" y="402384"/>
                  <a:pt x="1231337" y="402789"/>
                  <a:pt x="1231742" y="403194"/>
                </a:cubicBezTo>
                <a:lnTo>
                  <a:pt x="1234575" y="408051"/>
                </a:lnTo>
                <a:cubicBezTo>
                  <a:pt x="1234980" y="408456"/>
                  <a:pt x="1234980" y="408861"/>
                  <a:pt x="1234575" y="409266"/>
                </a:cubicBezTo>
                <a:lnTo>
                  <a:pt x="1231742" y="414124"/>
                </a:lnTo>
                <a:cubicBezTo>
                  <a:pt x="1231337" y="414528"/>
                  <a:pt x="1230932" y="414528"/>
                  <a:pt x="1230527" y="414933"/>
                </a:cubicBezTo>
                <a:lnTo>
                  <a:pt x="1224860" y="414933"/>
                </a:lnTo>
                <a:cubicBezTo>
                  <a:pt x="1224455" y="414933"/>
                  <a:pt x="1224050" y="414528"/>
                  <a:pt x="1223645" y="414124"/>
                </a:cubicBezTo>
                <a:lnTo>
                  <a:pt x="1220812" y="409266"/>
                </a:lnTo>
                <a:cubicBezTo>
                  <a:pt x="1220407" y="408861"/>
                  <a:pt x="1220407" y="408456"/>
                  <a:pt x="1220812" y="408051"/>
                </a:cubicBezTo>
                <a:lnTo>
                  <a:pt x="1223645" y="403194"/>
                </a:lnTo>
                <a:cubicBezTo>
                  <a:pt x="1224050" y="402789"/>
                  <a:pt x="1224455" y="402384"/>
                  <a:pt x="1224860" y="402384"/>
                </a:cubicBezTo>
                <a:close/>
                <a:moveTo>
                  <a:pt x="1184379" y="402384"/>
                </a:moveTo>
                <a:lnTo>
                  <a:pt x="1190046" y="402384"/>
                </a:lnTo>
                <a:cubicBezTo>
                  <a:pt x="1190451" y="402384"/>
                  <a:pt x="1190856" y="402789"/>
                  <a:pt x="1191261" y="403194"/>
                </a:cubicBezTo>
                <a:lnTo>
                  <a:pt x="1194094" y="408051"/>
                </a:lnTo>
                <a:cubicBezTo>
                  <a:pt x="1194499" y="408456"/>
                  <a:pt x="1194499" y="408861"/>
                  <a:pt x="1194094" y="409266"/>
                </a:cubicBezTo>
                <a:lnTo>
                  <a:pt x="1191261" y="414124"/>
                </a:lnTo>
                <a:cubicBezTo>
                  <a:pt x="1190856" y="414528"/>
                  <a:pt x="1190451" y="414528"/>
                  <a:pt x="1190046" y="414933"/>
                </a:cubicBezTo>
                <a:lnTo>
                  <a:pt x="1184379" y="414933"/>
                </a:lnTo>
                <a:cubicBezTo>
                  <a:pt x="1183974" y="414933"/>
                  <a:pt x="1183569" y="414528"/>
                  <a:pt x="1183164" y="414124"/>
                </a:cubicBezTo>
                <a:lnTo>
                  <a:pt x="1180331" y="409266"/>
                </a:lnTo>
                <a:cubicBezTo>
                  <a:pt x="1179926" y="408861"/>
                  <a:pt x="1179926" y="408456"/>
                  <a:pt x="1180331" y="408051"/>
                </a:cubicBezTo>
                <a:lnTo>
                  <a:pt x="1183164" y="403194"/>
                </a:lnTo>
                <a:cubicBezTo>
                  <a:pt x="1183569" y="402789"/>
                  <a:pt x="1183974" y="402384"/>
                  <a:pt x="1184379" y="402384"/>
                </a:cubicBezTo>
                <a:close/>
                <a:moveTo>
                  <a:pt x="1143493" y="402384"/>
                </a:moveTo>
                <a:lnTo>
                  <a:pt x="1149160" y="402384"/>
                </a:lnTo>
                <a:cubicBezTo>
                  <a:pt x="1149565" y="402384"/>
                  <a:pt x="1149970" y="402384"/>
                  <a:pt x="1150374" y="402789"/>
                </a:cubicBezTo>
                <a:lnTo>
                  <a:pt x="1153208" y="407647"/>
                </a:lnTo>
                <a:cubicBezTo>
                  <a:pt x="1153613" y="408051"/>
                  <a:pt x="1153613" y="408456"/>
                  <a:pt x="1153208" y="408861"/>
                </a:cubicBezTo>
                <a:lnTo>
                  <a:pt x="1150374" y="413719"/>
                </a:lnTo>
                <a:cubicBezTo>
                  <a:pt x="1150374" y="414124"/>
                  <a:pt x="1149970" y="414528"/>
                  <a:pt x="1149160" y="414124"/>
                </a:cubicBezTo>
                <a:lnTo>
                  <a:pt x="1143493" y="414124"/>
                </a:lnTo>
                <a:cubicBezTo>
                  <a:pt x="1143088" y="414124"/>
                  <a:pt x="1142683" y="414124"/>
                  <a:pt x="1142278" y="413719"/>
                </a:cubicBezTo>
                <a:lnTo>
                  <a:pt x="1139445" y="408861"/>
                </a:lnTo>
                <a:cubicBezTo>
                  <a:pt x="1139040" y="408456"/>
                  <a:pt x="1139040" y="408051"/>
                  <a:pt x="1139445" y="407647"/>
                </a:cubicBezTo>
                <a:lnTo>
                  <a:pt x="1142278" y="402789"/>
                </a:lnTo>
                <a:cubicBezTo>
                  <a:pt x="1142683" y="402789"/>
                  <a:pt x="1143088" y="402384"/>
                  <a:pt x="1143493" y="402384"/>
                </a:cubicBezTo>
                <a:close/>
                <a:moveTo>
                  <a:pt x="941492" y="402384"/>
                </a:moveTo>
                <a:lnTo>
                  <a:pt x="946754" y="402384"/>
                </a:lnTo>
                <a:cubicBezTo>
                  <a:pt x="947159" y="402384"/>
                  <a:pt x="947564" y="402384"/>
                  <a:pt x="947969" y="402789"/>
                </a:cubicBezTo>
                <a:lnTo>
                  <a:pt x="950802" y="407647"/>
                </a:lnTo>
                <a:cubicBezTo>
                  <a:pt x="951207" y="408051"/>
                  <a:pt x="951207" y="408456"/>
                  <a:pt x="950802" y="408861"/>
                </a:cubicBezTo>
                <a:lnTo>
                  <a:pt x="947969" y="413719"/>
                </a:lnTo>
                <a:cubicBezTo>
                  <a:pt x="947969" y="414124"/>
                  <a:pt x="947564" y="414528"/>
                  <a:pt x="946754" y="414124"/>
                </a:cubicBezTo>
                <a:lnTo>
                  <a:pt x="941492" y="414124"/>
                </a:lnTo>
                <a:cubicBezTo>
                  <a:pt x="941087" y="414124"/>
                  <a:pt x="940682" y="414124"/>
                  <a:pt x="940277" y="413719"/>
                </a:cubicBezTo>
                <a:lnTo>
                  <a:pt x="937444" y="408861"/>
                </a:lnTo>
                <a:cubicBezTo>
                  <a:pt x="937039" y="408456"/>
                  <a:pt x="937039" y="408051"/>
                  <a:pt x="937444" y="407647"/>
                </a:cubicBezTo>
                <a:lnTo>
                  <a:pt x="940277" y="402789"/>
                </a:lnTo>
                <a:cubicBezTo>
                  <a:pt x="940682" y="402789"/>
                  <a:pt x="941087" y="402384"/>
                  <a:pt x="941492" y="402384"/>
                </a:cubicBezTo>
                <a:close/>
                <a:moveTo>
                  <a:pt x="698604" y="402384"/>
                </a:moveTo>
                <a:lnTo>
                  <a:pt x="703866" y="402384"/>
                </a:lnTo>
                <a:cubicBezTo>
                  <a:pt x="704271" y="402384"/>
                  <a:pt x="704676" y="402384"/>
                  <a:pt x="705081" y="402789"/>
                </a:cubicBezTo>
                <a:lnTo>
                  <a:pt x="707914" y="407647"/>
                </a:lnTo>
                <a:cubicBezTo>
                  <a:pt x="708319" y="408051"/>
                  <a:pt x="708319" y="408456"/>
                  <a:pt x="707914" y="408861"/>
                </a:cubicBezTo>
                <a:lnTo>
                  <a:pt x="705081" y="413719"/>
                </a:lnTo>
                <a:cubicBezTo>
                  <a:pt x="705081" y="414124"/>
                  <a:pt x="704676" y="414528"/>
                  <a:pt x="703866" y="414528"/>
                </a:cubicBezTo>
                <a:lnTo>
                  <a:pt x="698604" y="414528"/>
                </a:lnTo>
                <a:cubicBezTo>
                  <a:pt x="698199" y="414528"/>
                  <a:pt x="697794" y="414124"/>
                  <a:pt x="697389" y="413719"/>
                </a:cubicBezTo>
                <a:lnTo>
                  <a:pt x="694556" y="408861"/>
                </a:lnTo>
                <a:cubicBezTo>
                  <a:pt x="694151" y="408456"/>
                  <a:pt x="694151" y="408051"/>
                  <a:pt x="694556" y="407647"/>
                </a:cubicBezTo>
                <a:lnTo>
                  <a:pt x="697389" y="402789"/>
                </a:lnTo>
                <a:cubicBezTo>
                  <a:pt x="697794" y="402789"/>
                  <a:pt x="698199" y="402384"/>
                  <a:pt x="698604" y="402384"/>
                </a:cubicBezTo>
                <a:close/>
                <a:moveTo>
                  <a:pt x="1264937" y="401979"/>
                </a:moveTo>
                <a:lnTo>
                  <a:pt x="1271414" y="401979"/>
                </a:lnTo>
                <a:cubicBezTo>
                  <a:pt x="1271818" y="401979"/>
                  <a:pt x="1272223" y="401979"/>
                  <a:pt x="1272628" y="402384"/>
                </a:cubicBezTo>
                <a:lnTo>
                  <a:pt x="1275866" y="408051"/>
                </a:lnTo>
                <a:cubicBezTo>
                  <a:pt x="1276271" y="408456"/>
                  <a:pt x="1276271" y="408861"/>
                  <a:pt x="1275866" y="409266"/>
                </a:cubicBezTo>
                <a:lnTo>
                  <a:pt x="1272628" y="414933"/>
                </a:lnTo>
                <a:cubicBezTo>
                  <a:pt x="1272223" y="415338"/>
                  <a:pt x="1271818" y="415338"/>
                  <a:pt x="1271414" y="415338"/>
                </a:cubicBezTo>
                <a:lnTo>
                  <a:pt x="1264937" y="415338"/>
                </a:lnTo>
                <a:cubicBezTo>
                  <a:pt x="1264532" y="415338"/>
                  <a:pt x="1264127" y="415338"/>
                  <a:pt x="1263722" y="414933"/>
                </a:cubicBezTo>
                <a:lnTo>
                  <a:pt x="1260484" y="409266"/>
                </a:lnTo>
                <a:cubicBezTo>
                  <a:pt x="1260079" y="408861"/>
                  <a:pt x="1260079" y="408456"/>
                  <a:pt x="1260484" y="408051"/>
                </a:cubicBezTo>
                <a:lnTo>
                  <a:pt x="1263722" y="402384"/>
                </a:lnTo>
                <a:cubicBezTo>
                  <a:pt x="1264127" y="402384"/>
                  <a:pt x="1264532" y="401979"/>
                  <a:pt x="1264937" y="401979"/>
                </a:cubicBezTo>
                <a:close/>
                <a:moveTo>
                  <a:pt x="739085" y="401979"/>
                </a:moveTo>
                <a:lnTo>
                  <a:pt x="744752" y="401979"/>
                </a:lnTo>
                <a:cubicBezTo>
                  <a:pt x="745157" y="401979"/>
                  <a:pt x="745562" y="401979"/>
                  <a:pt x="745967" y="402384"/>
                </a:cubicBezTo>
                <a:lnTo>
                  <a:pt x="748800" y="407646"/>
                </a:lnTo>
                <a:cubicBezTo>
                  <a:pt x="749205" y="408051"/>
                  <a:pt x="749205" y="408456"/>
                  <a:pt x="748800" y="408861"/>
                </a:cubicBezTo>
                <a:lnTo>
                  <a:pt x="745967" y="414123"/>
                </a:lnTo>
                <a:cubicBezTo>
                  <a:pt x="745562" y="414528"/>
                  <a:pt x="745157" y="414933"/>
                  <a:pt x="744752" y="414528"/>
                </a:cubicBezTo>
                <a:lnTo>
                  <a:pt x="739085" y="414528"/>
                </a:lnTo>
                <a:cubicBezTo>
                  <a:pt x="738680" y="414528"/>
                  <a:pt x="738275" y="414528"/>
                  <a:pt x="737870" y="414123"/>
                </a:cubicBezTo>
                <a:lnTo>
                  <a:pt x="735037" y="408861"/>
                </a:lnTo>
                <a:cubicBezTo>
                  <a:pt x="734632" y="408456"/>
                  <a:pt x="734632" y="408051"/>
                  <a:pt x="735037" y="407646"/>
                </a:cubicBezTo>
                <a:lnTo>
                  <a:pt x="737870" y="402384"/>
                </a:lnTo>
                <a:cubicBezTo>
                  <a:pt x="738275" y="402384"/>
                  <a:pt x="738680" y="401979"/>
                  <a:pt x="739085" y="401979"/>
                </a:cubicBezTo>
                <a:close/>
                <a:moveTo>
                  <a:pt x="981568" y="401574"/>
                </a:moveTo>
                <a:lnTo>
                  <a:pt x="987640" y="401574"/>
                </a:lnTo>
                <a:cubicBezTo>
                  <a:pt x="988045" y="401574"/>
                  <a:pt x="988449" y="401979"/>
                  <a:pt x="988854" y="402384"/>
                </a:cubicBezTo>
                <a:lnTo>
                  <a:pt x="991688" y="407646"/>
                </a:lnTo>
                <a:cubicBezTo>
                  <a:pt x="992093" y="408051"/>
                  <a:pt x="992093" y="408456"/>
                  <a:pt x="991688" y="408861"/>
                </a:cubicBezTo>
                <a:lnTo>
                  <a:pt x="988854" y="414123"/>
                </a:lnTo>
                <a:cubicBezTo>
                  <a:pt x="988449" y="414528"/>
                  <a:pt x="988045" y="414933"/>
                  <a:pt x="987640" y="414528"/>
                </a:cubicBezTo>
                <a:lnTo>
                  <a:pt x="981568" y="414528"/>
                </a:lnTo>
                <a:cubicBezTo>
                  <a:pt x="981163" y="414528"/>
                  <a:pt x="980758" y="414528"/>
                  <a:pt x="980353" y="414123"/>
                </a:cubicBezTo>
                <a:lnTo>
                  <a:pt x="977520" y="408861"/>
                </a:lnTo>
                <a:cubicBezTo>
                  <a:pt x="977115" y="408456"/>
                  <a:pt x="977115" y="408051"/>
                  <a:pt x="977520" y="407646"/>
                </a:cubicBezTo>
                <a:lnTo>
                  <a:pt x="980353" y="402384"/>
                </a:lnTo>
                <a:cubicBezTo>
                  <a:pt x="980758" y="401979"/>
                  <a:pt x="981163" y="401574"/>
                  <a:pt x="981568" y="401574"/>
                </a:cubicBezTo>
                <a:close/>
                <a:moveTo>
                  <a:pt x="3531077" y="401169"/>
                </a:moveTo>
                <a:lnTo>
                  <a:pt x="3538768" y="401169"/>
                </a:lnTo>
                <a:cubicBezTo>
                  <a:pt x="3539173" y="401169"/>
                  <a:pt x="3539578" y="401169"/>
                  <a:pt x="3539982" y="401574"/>
                </a:cubicBezTo>
                <a:lnTo>
                  <a:pt x="3543626" y="408051"/>
                </a:lnTo>
                <a:cubicBezTo>
                  <a:pt x="3544030" y="408456"/>
                  <a:pt x="3544030" y="408861"/>
                  <a:pt x="3543626" y="409265"/>
                </a:cubicBezTo>
                <a:lnTo>
                  <a:pt x="3539982" y="415742"/>
                </a:lnTo>
                <a:cubicBezTo>
                  <a:pt x="3539578" y="416147"/>
                  <a:pt x="3539173" y="416147"/>
                  <a:pt x="3538768" y="416147"/>
                </a:cubicBezTo>
                <a:lnTo>
                  <a:pt x="3531077" y="416147"/>
                </a:lnTo>
                <a:cubicBezTo>
                  <a:pt x="3530672" y="416147"/>
                  <a:pt x="3530267" y="416147"/>
                  <a:pt x="3529862" y="415742"/>
                </a:cubicBezTo>
                <a:lnTo>
                  <a:pt x="3526219" y="409265"/>
                </a:lnTo>
                <a:cubicBezTo>
                  <a:pt x="3525814" y="408861"/>
                  <a:pt x="3525814" y="408456"/>
                  <a:pt x="3526219" y="408051"/>
                </a:cubicBezTo>
                <a:lnTo>
                  <a:pt x="3529862" y="401574"/>
                </a:lnTo>
                <a:cubicBezTo>
                  <a:pt x="3530267" y="401574"/>
                  <a:pt x="3530672" y="401169"/>
                  <a:pt x="3531077" y="401169"/>
                </a:cubicBezTo>
                <a:close/>
                <a:moveTo>
                  <a:pt x="2519451" y="401169"/>
                </a:moveTo>
                <a:lnTo>
                  <a:pt x="2526332" y="401169"/>
                </a:lnTo>
                <a:cubicBezTo>
                  <a:pt x="2526737" y="401169"/>
                  <a:pt x="2527142" y="401169"/>
                  <a:pt x="2527547" y="401574"/>
                </a:cubicBezTo>
                <a:lnTo>
                  <a:pt x="2530785" y="407646"/>
                </a:lnTo>
                <a:cubicBezTo>
                  <a:pt x="2531190" y="408051"/>
                  <a:pt x="2531190" y="408456"/>
                  <a:pt x="2530785" y="408861"/>
                </a:cubicBezTo>
                <a:lnTo>
                  <a:pt x="2527547" y="414933"/>
                </a:lnTo>
                <a:cubicBezTo>
                  <a:pt x="2527142" y="415337"/>
                  <a:pt x="2527142" y="415742"/>
                  <a:pt x="2526332" y="415337"/>
                </a:cubicBezTo>
                <a:lnTo>
                  <a:pt x="2519451" y="415337"/>
                </a:lnTo>
                <a:cubicBezTo>
                  <a:pt x="2519046" y="415337"/>
                  <a:pt x="2518641" y="415337"/>
                  <a:pt x="2518236" y="414933"/>
                </a:cubicBezTo>
                <a:lnTo>
                  <a:pt x="2514998" y="408861"/>
                </a:lnTo>
                <a:cubicBezTo>
                  <a:pt x="2514593" y="408456"/>
                  <a:pt x="2514593" y="408051"/>
                  <a:pt x="2514998" y="407646"/>
                </a:cubicBezTo>
                <a:lnTo>
                  <a:pt x="2518236" y="401574"/>
                </a:lnTo>
                <a:cubicBezTo>
                  <a:pt x="2518641" y="401574"/>
                  <a:pt x="2519046" y="401169"/>
                  <a:pt x="2519451" y="401169"/>
                </a:cubicBezTo>
                <a:close/>
                <a:moveTo>
                  <a:pt x="2235677" y="400764"/>
                </a:moveTo>
                <a:lnTo>
                  <a:pt x="2243369" y="400764"/>
                </a:lnTo>
                <a:cubicBezTo>
                  <a:pt x="2243774" y="400764"/>
                  <a:pt x="2244178" y="401169"/>
                  <a:pt x="2244583" y="401574"/>
                </a:cubicBezTo>
                <a:lnTo>
                  <a:pt x="2248226" y="408051"/>
                </a:lnTo>
                <a:cubicBezTo>
                  <a:pt x="2248631" y="408455"/>
                  <a:pt x="2248631" y="408860"/>
                  <a:pt x="2248226" y="409265"/>
                </a:cubicBezTo>
                <a:lnTo>
                  <a:pt x="2244583" y="415742"/>
                </a:lnTo>
                <a:cubicBezTo>
                  <a:pt x="2244178" y="416147"/>
                  <a:pt x="2243774" y="416147"/>
                  <a:pt x="2243369" y="416552"/>
                </a:cubicBezTo>
                <a:lnTo>
                  <a:pt x="2235677" y="416552"/>
                </a:lnTo>
                <a:cubicBezTo>
                  <a:pt x="2235272" y="416552"/>
                  <a:pt x="2234868" y="416147"/>
                  <a:pt x="2234463" y="415742"/>
                </a:cubicBezTo>
                <a:lnTo>
                  <a:pt x="2230820" y="409265"/>
                </a:lnTo>
                <a:cubicBezTo>
                  <a:pt x="2230415" y="408860"/>
                  <a:pt x="2230415" y="408455"/>
                  <a:pt x="2230820" y="408051"/>
                </a:cubicBezTo>
                <a:lnTo>
                  <a:pt x="2234463" y="401574"/>
                </a:lnTo>
                <a:cubicBezTo>
                  <a:pt x="2234868" y="401169"/>
                  <a:pt x="2235272" y="400764"/>
                  <a:pt x="2235677" y="400764"/>
                </a:cubicBezTo>
                <a:close/>
                <a:moveTo>
                  <a:pt x="2154714" y="400764"/>
                </a:moveTo>
                <a:lnTo>
                  <a:pt x="2162810" y="400764"/>
                </a:lnTo>
                <a:cubicBezTo>
                  <a:pt x="2163215" y="400764"/>
                  <a:pt x="2163620" y="400764"/>
                  <a:pt x="2164025" y="401169"/>
                </a:cubicBezTo>
                <a:lnTo>
                  <a:pt x="2168073" y="408051"/>
                </a:lnTo>
                <a:cubicBezTo>
                  <a:pt x="2168478" y="408455"/>
                  <a:pt x="2168478" y="408860"/>
                  <a:pt x="2168073" y="409265"/>
                </a:cubicBezTo>
                <a:lnTo>
                  <a:pt x="2164025" y="416147"/>
                </a:lnTo>
                <a:cubicBezTo>
                  <a:pt x="2163620" y="416552"/>
                  <a:pt x="2163215" y="416552"/>
                  <a:pt x="2162810" y="416552"/>
                </a:cubicBezTo>
                <a:lnTo>
                  <a:pt x="2154714" y="416552"/>
                </a:lnTo>
                <a:cubicBezTo>
                  <a:pt x="2154309" y="416552"/>
                  <a:pt x="2153905" y="416552"/>
                  <a:pt x="2153500" y="416147"/>
                </a:cubicBezTo>
                <a:lnTo>
                  <a:pt x="2149452" y="409265"/>
                </a:lnTo>
                <a:cubicBezTo>
                  <a:pt x="2149047" y="408860"/>
                  <a:pt x="2149047" y="408455"/>
                  <a:pt x="2149452" y="408051"/>
                </a:cubicBezTo>
                <a:lnTo>
                  <a:pt x="2153500" y="401169"/>
                </a:lnTo>
                <a:cubicBezTo>
                  <a:pt x="2153905" y="401169"/>
                  <a:pt x="2154309" y="400764"/>
                  <a:pt x="2154714" y="400764"/>
                </a:cubicBezTo>
                <a:close/>
                <a:moveTo>
                  <a:pt x="1709016" y="400764"/>
                </a:moveTo>
                <a:lnTo>
                  <a:pt x="1717112" y="400764"/>
                </a:lnTo>
                <a:cubicBezTo>
                  <a:pt x="1717517" y="400764"/>
                  <a:pt x="1717922" y="400764"/>
                  <a:pt x="1718327" y="401169"/>
                </a:cubicBezTo>
                <a:lnTo>
                  <a:pt x="1722375" y="408051"/>
                </a:lnTo>
                <a:cubicBezTo>
                  <a:pt x="1722780" y="408455"/>
                  <a:pt x="1722780" y="408860"/>
                  <a:pt x="1722375" y="409265"/>
                </a:cubicBezTo>
                <a:lnTo>
                  <a:pt x="1718327" y="416147"/>
                </a:lnTo>
                <a:cubicBezTo>
                  <a:pt x="1718327" y="416147"/>
                  <a:pt x="1717922" y="416552"/>
                  <a:pt x="1717112" y="416957"/>
                </a:cubicBezTo>
                <a:lnTo>
                  <a:pt x="1709016" y="416957"/>
                </a:lnTo>
                <a:cubicBezTo>
                  <a:pt x="1708611" y="416957"/>
                  <a:pt x="1708207" y="416552"/>
                  <a:pt x="1707802" y="416147"/>
                </a:cubicBezTo>
                <a:lnTo>
                  <a:pt x="1703754" y="409265"/>
                </a:lnTo>
                <a:cubicBezTo>
                  <a:pt x="1703349" y="408860"/>
                  <a:pt x="1703349" y="408455"/>
                  <a:pt x="1703754" y="408051"/>
                </a:cubicBezTo>
                <a:lnTo>
                  <a:pt x="1707802" y="401169"/>
                </a:lnTo>
                <a:cubicBezTo>
                  <a:pt x="1708207" y="401169"/>
                  <a:pt x="1708611" y="400764"/>
                  <a:pt x="1709016" y="400764"/>
                </a:cubicBezTo>
                <a:close/>
                <a:moveTo>
                  <a:pt x="1668939" y="400764"/>
                </a:moveTo>
                <a:lnTo>
                  <a:pt x="1677035" y="400764"/>
                </a:lnTo>
                <a:cubicBezTo>
                  <a:pt x="1677440" y="400764"/>
                  <a:pt x="1677845" y="400764"/>
                  <a:pt x="1678250" y="401169"/>
                </a:cubicBezTo>
                <a:lnTo>
                  <a:pt x="1682298" y="408051"/>
                </a:lnTo>
                <a:cubicBezTo>
                  <a:pt x="1682703" y="408455"/>
                  <a:pt x="1682703" y="408860"/>
                  <a:pt x="1682298" y="409265"/>
                </a:cubicBezTo>
                <a:lnTo>
                  <a:pt x="1678250" y="416147"/>
                </a:lnTo>
                <a:cubicBezTo>
                  <a:pt x="1677845" y="416552"/>
                  <a:pt x="1677440" y="416552"/>
                  <a:pt x="1677035" y="416552"/>
                </a:cubicBezTo>
                <a:lnTo>
                  <a:pt x="1668939" y="416552"/>
                </a:lnTo>
                <a:cubicBezTo>
                  <a:pt x="1668534" y="416552"/>
                  <a:pt x="1668130" y="416552"/>
                  <a:pt x="1667725" y="416147"/>
                </a:cubicBezTo>
                <a:lnTo>
                  <a:pt x="1663677" y="409265"/>
                </a:lnTo>
                <a:cubicBezTo>
                  <a:pt x="1663272" y="408860"/>
                  <a:pt x="1663272" y="408455"/>
                  <a:pt x="1663677" y="408051"/>
                </a:cubicBezTo>
                <a:lnTo>
                  <a:pt x="1667725" y="401169"/>
                </a:lnTo>
                <a:cubicBezTo>
                  <a:pt x="1668130" y="401169"/>
                  <a:pt x="1668534" y="400764"/>
                  <a:pt x="1668939" y="400764"/>
                </a:cubicBezTo>
                <a:close/>
                <a:moveTo>
                  <a:pt x="1628458" y="400764"/>
                </a:moveTo>
                <a:lnTo>
                  <a:pt x="1636554" y="400764"/>
                </a:lnTo>
                <a:cubicBezTo>
                  <a:pt x="1636959" y="400764"/>
                  <a:pt x="1637364" y="400764"/>
                  <a:pt x="1637769" y="401169"/>
                </a:cubicBezTo>
                <a:lnTo>
                  <a:pt x="1641817" y="408051"/>
                </a:lnTo>
                <a:cubicBezTo>
                  <a:pt x="1642222" y="408455"/>
                  <a:pt x="1642222" y="408860"/>
                  <a:pt x="1641817" y="409265"/>
                </a:cubicBezTo>
                <a:lnTo>
                  <a:pt x="1637769" y="416147"/>
                </a:lnTo>
                <a:cubicBezTo>
                  <a:pt x="1637364" y="416552"/>
                  <a:pt x="1636959" y="416552"/>
                  <a:pt x="1636554" y="416552"/>
                </a:cubicBezTo>
                <a:lnTo>
                  <a:pt x="1628458" y="416552"/>
                </a:lnTo>
                <a:cubicBezTo>
                  <a:pt x="1628053" y="416552"/>
                  <a:pt x="1627649" y="416552"/>
                  <a:pt x="1627244" y="416147"/>
                </a:cubicBezTo>
                <a:lnTo>
                  <a:pt x="1623196" y="409265"/>
                </a:lnTo>
                <a:cubicBezTo>
                  <a:pt x="1622791" y="408860"/>
                  <a:pt x="1622791" y="408455"/>
                  <a:pt x="1623196" y="408051"/>
                </a:cubicBezTo>
                <a:lnTo>
                  <a:pt x="1627244" y="401169"/>
                </a:lnTo>
                <a:cubicBezTo>
                  <a:pt x="1627649" y="401169"/>
                  <a:pt x="1628053" y="400764"/>
                  <a:pt x="1628458" y="400764"/>
                </a:cubicBezTo>
                <a:close/>
                <a:moveTo>
                  <a:pt x="3490191" y="399955"/>
                </a:moveTo>
                <a:lnTo>
                  <a:pt x="3499097" y="399955"/>
                </a:lnTo>
                <a:cubicBezTo>
                  <a:pt x="3499501" y="399955"/>
                  <a:pt x="3499906" y="399955"/>
                  <a:pt x="3500311" y="400360"/>
                </a:cubicBezTo>
                <a:lnTo>
                  <a:pt x="3504764" y="408051"/>
                </a:lnTo>
                <a:cubicBezTo>
                  <a:pt x="3505169" y="408456"/>
                  <a:pt x="3505169" y="408861"/>
                  <a:pt x="3504764" y="409266"/>
                </a:cubicBezTo>
                <a:lnTo>
                  <a:pt x="3500311" y="416957"/>
                </a:lnTo>
                <a:cubicBezTo>
                  <a:pt x="3499906" y="417362"/>
                  <a:pt x="3499501" y="417362"/>
                  <a:pt x="3499097" y="417767"/>
                </a:cubicBezTo>
                <a:lnTo>
                  <a:pt x="3490191" y="417767"/>
                </a:lnTo>
                <a:cubicBezTo>
                  <a:pt x="3489786" y="417767"/>
                  <a:pt x="3489381" y="417362"/>
                  <a:pt x="3488976" y="416957"/>
                </a:cubicBezTo>
                <a:lnTo>
                  <a:pt x="3484524" y="409266"/>
                </a:lnTo>
                <a:cubicBezTo>
                  <a:pt x="3484119" y="408861"/>
                  <a:pt x="3484119" y="408456"/>
                  <a:pt x="3484524" y="408051"/>
                </a:cubicBezTo>
                <a:lnTo>
                  <a:pt x="3488976" y="400360"/>
                </a:lnTo>
                <a:cubicBezTo>
                  <a:pt x="3489381" y="400360"/>
                  <a:pt x="3489786" y="399955"/>
                  <a:pt x="3490191" y="399955"/>
                </a:cubicBezTo>
                <a:close/>
                <a:moveTo>
                  <a:pt x="2195196" y="399550"/>
                </a:moveTo>
                <a:lnTo>
                  <a:pt x="2203292" y="399550"/>
                </a:lnTo>
                <a:cubicBezTo>
                  <a:pt x="2203697" y="399550"/>
                  <a:pt x="2204102" y="399955"/>
                  <a:pt x="2204507" y="400360"/>
                </a:cubicBezTo>
                <a:lnTo>
                  <a:pt x="2208555" y="407646"/>
                </a:lnTo>
                <a:cubicBezTo>
                  <a:pt x="2208960" y="408051"/>
                  <a:pt x="2208960" y="408456"/>
                  <a:pt x="2208555" y="408861"/>
                </a:cubicBezTo>
                <a:lnTo>
                  <a:pt x="2204507" y="416147"/>
                </a:lnTo>
                <a:cubicBezTo>
                  <a:pt x="2204102" y="416552"/>
                  <a:pt x="2203697" y="416957"/>
                  <a:pt x="2203292" y="416957"/>
                </a:cubicBezTo>
                <a:lnTo>
                  <a:pt x="2195196" y="416957"/>
                </a:lnTo>
                <a:cubicBezTo>
                  <a:pt x="2194791" y="416957"/>
                  <a:pt x="2194387" y="416552"/>
                  <a:pt x="2193982" y="416147"/>
                </a:cubicBezTo>
                <a:lnTo>
                  <a:pt x="2189934" y="408861"/>
                </a:lnTo>
                <a:cubicBezTo>
                  <a:pt x="2189529" y="408456"/>
                  <a:pt x="2189529" y="408051"/>
                  <a:pt x="2189934" y="407646"/>
                </a:cubicBezTo>
                <a:lnTo>
                  <a:pt x="2193982" y="400360"/>
                </a:lnTo>
                <a:cubicBezTo>
                  <a:pt x="2194387" y="399955"/>
                  <a:pt x="2194791" y="399550"/>
                  <a:pt x="2195196" y="399550"/>
                </a:cubicBezTo>
                <a:close/>
                <a:moveTo>
                  <a:pt x="3165126" y="398336"/>
                </a:moveTo>
                <a:lnTo>
                  <a:pt x="3176056" y="398336"/>
                </a:lnTo>
                <a:cubicBezTo>
                  <a:pt x="3176461" y="398336"/>
                  <a:pt x="3176866" y="398336"/>
                  <a:pt x="3177271" y="398741"/>
                </a:cubicBezTo>
                <a:lnTo>
                  <a:pt x="3182534" y="408051"/>
                </a:lnTo>
                <a:cubicBezTo>
                  <a:pt x="3182938" y="408456"/>
                  <a:pt x="3182938" y="408861"/>
                  <a:pt x="3182534" y="409266"/>
                </a:cubicBezTo>
                <a:lnTo>
                  <a:pt x="3177271" y="418577"/>
                </a:lnTo>
                <a:cubicBezTo>
                  <a:pt x="3176866" y="418981"/>
                  <a:pt x="3176461" y="418981"/>
                  <a:pt x="3176056" y="418981"/>
                </a:cubicBezTo>
                <a:lnTo>
                  <a:pt x="3165126" y="418981"/>
                </a:lnTo>
                <a:cubicBezTo>
                  <a:pt x="3164722" y="418981"/>
                  <a:pt x="3164317" y="418981"/>
                  <a:pt x="3163912" y="418577"/>
                </a:cubicBezTo>
                <a:lnTo>
                  <a:pt x="3158650" y="409266"/>
                </a:lnTo>
                <a:cubicBezTo>
                  <a:pt x="3158245" y="408861"/>
                  <a:pt x="3158245" y="408456"/>
                  <a:pt x="3158650" y="408051"/>
                </a:cubicBezTo>
                <a:lnTo>
                  <a:pt x="3163912" y="398741"/>
                </a:lnTo>
                <a:cubicBezTo>
                  <a:pt x="3164317" y="398741"/>
                  <a:pt x="3164722" y="398336"/>
                  <a:pt x="3165126" y="398336"/>
                </a:cubicBezTo>
                <a:close/>
                <a:moveTo>
                  <a:pt x="3206012" y="397931"/>
                </a:moveTo>
                <a:lnTo>
                  <a:pt x="3216133" y="397931"/>
                </a:lnTo>
                <a:cubicBezTo>
                  <a:pt x="3216537" y="397931"/>
                  <a:pt x="3216943" y="398336"/>
                  <a:pt x="3217347" y="398741"/>
                </a:cubicBezTo>
                <a:lnTo>
                  <a:pt x="3222610" y="407646"/>
                </a:lnTo>
                <a:cubicBezTo>
                  <a:pt x="3223015" y="408051"/>
                  <a:pt x="3223015" y="408456"/>
                  <a:pt x="3222610" y="408861"/>
                </a:cubicBezTo>
                <a:lnTo>
                  <a:pt x="3217347" y="417767"/>
                </a:lnTo>
                <a:cubicBezTo>
                  <a:pt x="3217347" y="418172"/>
                  <a:pt x="3216943" y="418576"/>
                  <a:pt x="3216133" y="418576"/>
                </a:cubicBezTo>
                <a:lnTo>
                  <a:pt x="3206012" y="418576"/>
                </a:lnTo>
                <a:cubicBezTo>
                  <a:pt x="3205608" y="418576"/>
                  <a:pt x="3205203" y="418172"/>
                  <a:pt x="3204798" y="417767"/>
                </a:cubicBezTo>
                <a:lnTo>
                  <a:pt x="3199536" y="408861"/>
                </a:lnTo>
                <a:cubicBezTo>
                  <a:pt x="3199131" y="408456"/>
                  <a:pt x="3199131" y="408051"/>
                  <a:pt x="3199536" y="407646"/>
                </a:cubicBezTo>
                <a:lnTo>
                  <a:pt x="3204798" y="398741"/>
                </a:lnTo>
                <a:cubicBezTo>
                  <a:pt x="3205203" y="398336"/>
                  <a:pt x="3205608" y="397931"/>
                  <a:pt x="3206012" y="397931"/>
                </a:cubicBezTo>
                <a:close/>
                <a:moveTo>
                  <a:pt x="3408014" y="397526"/>
                </a:moveTo>
                <a:lnTo>
                  <a:pt x="3418943" y="397526"/>
                </a:lnTo>
                <a:cubicBezTo>
                  <a:pt x="3419348" y="397526"/>
                  <a:pt x="3419753" y="397526"/>
                  <a:pt x="3420158" y="397931"/>
                </a:cubicBezTo>
                <a:lnTo>
                  <a:pt x="3425825" y="407646"/>
                </a:lnTo>
                <a:cubicBezTo>
                  <a:pt x="3426230" y="408051"/>
                  <a:pt x="3426230" y="408456"/>
                  <a:pt x="3425825" y="408861"/>
                </a:cubicBezTo>
                <a:lnTo>
                  <a:pt x="3420158" y="418576"/>
                </a:lnTo>
                <a:cubicBezTo>
                  <a:pt x="3420158" y="418981"/>
                  <a:pt x="3419753" y="419386"/>
                  <a:pt x="3418943" y="419386"/>
                </a:cubicBezTo>
                <a:lnTo>
                  <a:pt x="3408014" y="419386"/>
                </a:lnTo>
                <a:cubicBezTo>
                  <a:pt x="3407609" y="419386"/>
                  <a:pt x="3407204" y="418981"/>
                  <a:pt x="3406799" y="418576"/>
                </a:cubicBezTo>
                <a:lnTo>
                  <a:pt x="3401132" y="408861"/>
                </a:lnTo>
                <a:cubicBezTo>
                  <a:pt x="3400727" y="408456"/>
                  <a:pt x="3400727" y="408051"/>
                  <a:pt x="3401132" y="407646"/>
                </a:cubicBezTo>
                <a:lnTo>
                  <a:pt x="3406799" y="397931"/>
                </a:lnTo>
                <a:cubicBezTo>
                  <a:pt x="3407204" y="397931"/>
                  <a:pt x="3407609" y="397526"/>
                  <a:pt x="3408014" y="397526"/>
                </a:cubicBezTo>
                <a:close/>
                <a:moveTo>
                  <a:pt x="3286166" y="397526"/>
                </a:moveTo>
                <a:lnTo>
                  <a:pt x="3297905" y="397526"/>
                </a:lnTo>
                <a:cubicBezTo>
                  <a:pt x="3298310" y="397526"/>
                  <a:pt x="3298715" y="397526"/>
                  <a:pt x="3299119" y="397931"/>
                </a:cubicBezTo>
                <a:lnTo>
                  <a:pt x="3304787" y="408051"/>
                </a:lnTo>
                <a:cubicBezTo>
                  <a:pt x="3305192" y="408456"/>
                  <a:pt x="3305192" y="408861"/>
                  <a:pt x="3304787" y="409266"/>
                </a:cubicBezTo>
                <a:lnTo>
                  <a:pt x="3299119" y="419386"/>
                </a:lnTo>
                <a:cubicBezTo>
                  <a:pt x="3299119" y="419386"/>
                  <a:pt x="3298715" y="419791"/>
                  <a:pt x="3297905" y="419791"/>
                </a:cubicBezTo>
                <a:lnTo>
                  <a:pt x="3286166" y="419791"/>
                </a:lnTo>
                <a:cubicBezTo>
                  <a:pt x="3285761" y="419791"/>
                  <a:pt x="3285356" y="419791"/>
                  <a:pt x="3284951" y="419386"/>
                </a:cubicBezTo>
                <a:lnTo>
                  <a:pt x="3279284" y="409266"/>
                </a:lnTo>
                <a:cubicBezTo>
                  <a:pt x="3278879" y="408861"/>
                  <a:pt x="3278879" y="408456"/>
                  <a:pt x="3279284" y="408051"/>
                </a:cubicBezTo>
                <a:lnTo>
                  <a:pt x="3284951" y="397931"/>
                </a:lnTo>
                <a:cubicBezTo>
                  <a:pt x="3285356" y="397931"/>
                  <a:pt x="3285761" y="397526"/>
                  <a:pt x="3286166" y="397526"/>
                </a:cubicBezTo>
                <a:close/>
                <a:moveTo>
                  <a:pt x="3448090" y="397121"/>
                </a:moveTo>
                <a:lnTo>
                  <a:pt x="3459830" y="397121"/>
                </a:lnTo>
                <a:cubicBezTo>
                  <a:pt x="3460235" y="397121"/>
                  <a:pt x="3460639" y="397526"/>
                  <a:pt x="3461044" y="397931"/>
                </a:cubicBezTo>
                <a:lnTo>
                  <a:pt x="3467116" y="408051"/>
                </a:lnTo>
                <a:cubicBezTo>
                  <a:pt x="3467521" y="408456"/>
                  <a:pt x="3467521" y="408861"/>
                  <a:pt x="3467116" y="409265"/>
                </a:cubicBezTo>
                <a:lnTo>
                  <a:pt x="3461044" y="419386"/>
                </a:lnTo>
                <a:cubicBezTo>
                  <a:pt x="3461044" y="419791"/>
                  <a:pt x="3460639" y="419791"/>
                  <a:pt x="3459830" y="420195"/>
                </a:cubicBezTo>
                <a:lnTo>
                  <a:pt x="3448090" y="420195"/>
                </a:lnTo>
                <a:cubicBezTo>
                  <a:pt x="3447686" y="420195"/>
                  <a:pt x="3447280" y="419791"/>
                  <a:pt x="3446876" y="419386"/>
                </a:cubicBezTo>
                <a:lnTo>
                  <a:pt x="3440804" y="409265"/>
                </a:lnTo>
                <a:cubicBezTo>
                  <a:pt x="3440399" y="408861"/>
                  <a:pt x="3440399" y="408456"/>
                  <a:pt x="3440804" y="408051"/>
                </a:cubicBezTo>
                <a:lnTo>
                  <a:pt x="3446876" y="397931"/>
                </a:lnTo>
                <a:cubicBezTo>
                  <a:pt x="3447280" y="397526"/>
                  <a:pt x="3447686" y="397121"/>
                  <a:pt x="3448090" y="397121"/>
                </a:cubicBezTo>
                <a:close/>
                <a:moveTo>
                  <a:pt x="3245684" y="397121"/>
                </a:moveTo>
                <a:lnTo>
                  <a:pt x="3257829" y="397121"/>
                </a:lnTo>
                <a:cubicBezTo>
                  <a:pt x="3258233" y="397121"/>
                  <a:pt x="3258638" y="397121"/>
                  <a:pt x="3259043" y="397526"/>
                </a:cubicBezTo>
                <a:lnTo>
                  <a:pt x="3265115" y="408051"/>
                </a:lnTo>
                <a:cubicBezTo>
                  <a:pt x="3265520" y="408456"/>
                  <a:pt x="3265520" y="408861"/>
                  <a:pt x="3265115" y="409265"/>
                </a:cubicBezTo>
                <a:lnTo>
                  <a:pt x="3259043" y="419791"/>
                </a:lnTo>
                <a:cubicBezTo>
                  <a:pt x="3258638" y="420195"/>
                  <a:pt x="3258233" y="420195"/>
                  <a:pt x="3257829" y="420195"/>
                </a:cubicBezTo>
                <a:lnTo>
                  <a:pt x="3245684" y="420195"/>
                </a:lnTo>
                <a:cubicBezTo>
                  <a:pt x="3245280" y="420195"/>
                  <a:pt x="3244874" y="420195"/>
                  <a:pt x="3244470" y="419791"/>
                </a:cubicBezTo>
                <a:lnTo>
                  <a:pt x="3238398" y="409265"/>
                </a:lnTo>
                <a:cubicBezTo>
                  <a:pt x="3237993" y="408861"/>
                  <a:pt x="3237993" y="408456"/>
                  <a:pt x="3238398" y="408051"/>
                </a:cubicBezTo>
                <a:lnTo>
                  <a:pt x="3244470" y="397526"/>
                </a:lnTo>
                <a:cubicBezTo>
                  <a:pt x="3244874" y="397526"/>
                  <a:pt x="3245280" y="397121"/>
                  <a:pt x="3245684" y="397121"/>
                </a:cubicBezTo>
                <a:close/>
                <a:moveTo>
                  <a:pt x="3326646" y="396311"/>
                </a:moveTo>
                <a:lnTo>
                  <a:pt x="3338791" y="396311"/>
                </a:lnTo>
                <a:cubicBezTo>
                  <a:pt x="3339195" y="396311"/>
                  <a:pt x="3339600" y="396716"/>
                  <a:pt x="3340005" y="397121"/>
                </a:cubicBezTo>
                <a:lnTo>
                  <a:pt x="3346077" y="407646"/>
                </a:lnTo>
                <a:cubicBezTo>
                  <a:pt x="3346482" y="408051"/>
                  <a:pt x="3346482" y="408455"/>
                  <a:pt x="3346077" y="408860"/>
                </a:cubicBezTo>
                <a:lnTo>
                  <a:pt x="3340005" y="419385"/>
                </a:lnTo>
                <a:cubicBezTo>
                  <a:pt x="3339600" y="419790"/>
                  <a:pt x="3339195" y="420195"/>
                  <a:pt x="3338791" y="419790"/>
                </a:cubicBezTo>
                <a:lnTo>
                  <a:pt x="3326646" y="419790"/>
                </a:lnTo>
                <a:cubicBezTo>
                  <a:pt x="3326242" y="419790"/>
                  <a:pt x="3325836" y="419790"/>
                  <a:pt x="3325432" y="419385"/>
                </a:cubicBezTo>
                <a:lnTo>
                  <a:pt x="3319360" y="408860"/>
                </a:lnTo>
                <a:cubicBezTo>
                  <a:pt x="3318955" y="408455"/>
                  <a:pt x="3318955" y="408051"/>
                  <a:pt x="3319360" y="407646"/>
                </a:cubicBezTo>
                <a:lnTo>
                  <a:pt x="3325432" y="397121"/>
                </a:lnTo>
                <a:cubicBezTo>
                  <a:pt x="3325836" y="396716"/>
                  <a:pt x="3326242" y="396311"/>
                  <a:pt x="3326646" y="396311"/>
                </a:cubicBezTo>
                <a:close/>
                <a:moveTo>
                  <a:pt x="3083354" y="396311"/>
                </a:moveTo>
                <a:lnTo>
                  <a:pt x="3095903" y="396311"/>
                </a:lnTo>
                <a:cubicBezTo>
                  <a:pt x="3096308" y="396311"/>
                  <a:pt x="3096713" y="396311"/>
                  <a:pt x="3097118" y="396716"/>
                </a:cubicBezTo>
                <a:lnTo>
                  <a:pt x="3103190" y="407646"/>
                </a:lnTo>
                <a:cubicBezTo>
                  <a:pt x="3103595" y="408051"/>
                  <a:pt x="3103595" y="408455"/>
                  <a:pt x="3103190" y="408860"/>
                </a:cubicBezTo>
                <a:lnTo>
                  <a:pt x="3097118" y="419790"/>
                </a:lnTo>
                <a:cubicBezTo>
                  <a:pt x="3097118" y="420195"/>
                  <a:pt x="3096713" y="420600"/>
                  <a:pt x="3095903" y="420195"/>
                </a:cubicBezTo>
                <a:lnTo>
                  <a:pt x="3083354" y="420195"/>
                </a:lnTo>
                <a:cubicBezTo>
                  <a:pt x="3082949" y="420195"/>
                  <a:pt x="3082544" y="420195"/>
                  <a:pt x="3082140" y="419790"/>
                </a:cubicBezTo>
                <a:lnTo>
                  <a:pt x="3076068" y="408860"/>
                </a:lnTo>
                <a:cubicBezTo>
                  <a:pt x="3075663" y="408455"/>
                  <a:pt x="3075663" y="408051"/>
                  <a:pt x="3076068" y="407646"/>
                </a:cubicBezTo>
                <a:lnTo>
                  <a:pt x="3082140" y="396716"/>
                </a:lnTo>
                <a:cubicBezTo>
                  <a:pt x="3082544" y="396716"/>
                  <a:pt x="3082949" y="396311"/>
                  <a:pt x="3083354" y="396311"/>
                </a:cubicBezTo>
                <a:close/>
                <a:moveTo>
                  <a:pt x="1868917" y="396311"/>
                </a:moveTo>
                <a:lnTo>
                  <a:pt x="1881466" y="396311"/>
                </a:lnTo>
                <a:cubicBezTo>
                  <a:pt x="1881871" y="396311"/>
                  <a:pt x="1882276" y="396311"/>
                  <a:pt x="1882681" y="396716"/>
                </a:cubicBezTo>
                <a:lnTo>
                  <a:pt x="1888753" y="407646"/>
                </a:lnTo>
                <a:cubicBezTo>
                  <a:pt x="1889158" y="408051"/>
                  <a:pt x="1889158" y="408455"/>
                  <a:pt x="1888753" y="408860"/>
                </a:cubicBezTo>
                <a:lnTo>
                  <a:pt x="1882681" y="419790"/>
                </a:lnTo>
                <a:cubicBezTo>
                  <a:pt x="1882681" y="420195"/>
                  <a:pt x="1882276" y="420600"/>
                  <a:pt x="1881466" y="420195"/>
                </a:cubicBezTo>
                <a:lnTo>
                  <a:pt x="1868917" y="420195"/>
                </a:lnTo>
                <a:cubicBezTo>
                  <a:pt x="1868512" y="420195"/>
                  <a:pt x="1868108" y="420195"/>
                  <a:pt x="1867703" y="419790"/>
                </a:cubicBezTo>
                <a:lnTo>
                  <a:pt x="1861631" y="408860"/>
                </a:lnTo>
                <a:cubicBezTo>
                  <a:pt x="1861226" y="408455"/>
                  <a:pt x="1861226" y="408051"/>
                  <a:pt x="1861631" y="407646"/>
                </a:cubicBezTo>
                <a:lnTo>
                  <a:pt x="1867703" y="396716"/>
                </a:lnTo>
                <a:cubicBezTo>
                  <a:pt x="1868108" y="396716"/>
                  <a:pt x="1868512" y="396311"/>
                  <a:pt x="1868917" y="396311"/>
                </a:cubicBezTo>
                <a:close/>
                <a:moveTo>
                  <a:pt x="3366723" y="395907"/>
                </a:moveTo>
                <a:lnTo>
                  <a:pt x="3379677" y="395907"/>
                </a:lnTo>
                <a:cubicBezTo>
                  <a:pt x="3380082" y="395907"/>
                  <a:pt x="3380486" y="395907"/>
                  <a:pt x="3380892" y="396312"/>
                </a:cubicBezTo>
                <a:lnTo>
                  <a:pt x="3387368" y="407647"/>
                </a:lnTo>
                <a:cubicBezTo>
                  <a:pt x="3387773" y="408051"/>
                  <a:pt x="3387773" y="408456"/>
                  <a:pt x="3387368" y="408861"/>
                </a:cubicBezTo>
                <a:lnTo>
                  <a:pt x="3380892" y="420196"/>
                </a:lnTo>
                <a:cubicBezTo>
                  <a:pt x="3380486" y="420601"/>
                  <a:pt x="3380082" y="421005"/>
                  <a:pt x="3379677" y="420601"/>
                </a:cubicBezTo>
                <a:lnTo>
                  <a:pt x="3366723" y="420601"/>
                </a:lnTo>
                <a:cubicBezTo>
                  <a:pt x="3366318" y="420601"/>
                  <a:pt x="3365913" y="420601"/>
                  <a:pt x="3365508" y="420196"/>
                </a:cubicBezTo>
                <a:lnTo>
                  <a:pt x="3359032" y="408861"/>
                </a:lnTo>
                <a:cubicBezTo>
                  <a:pt x="3358627" y="408456"/>
                  <a:pt x="3358627" y="408051"/>
                  <a:pt x="3359032" y="407647"/>
                </a:cubicBezTo>
                <a:lnTo>
                  <a:pt x="3365508" y="396312"/>
                </a:lnTo>
                <a:cubicBezTo>
                  <a:pt x="3365913" y="396312"/>
                  <a:pt x="3366318" y="395907"/>
                  <a:pt x="3366723" y="395907"/>
                </a:cubicBezTo>
                <a:close/>
                <a:moveTo>
                  <a:pt x="3123835" y="395907"/>
                </a:moveTo>
                <a:lnTo>
                  <a:pt x="3136384" y="395907"/>
                </a:lnTo>
                <a:cubicBezTo>
                  <a:pt x="3136789" y="395907"/>
                  <a:pt x="3137194" y="396312"/>
                  <a:pt x="3137599" y="396717"/>
                </a:cubicBezTo>
                <a:lnTo>
                  <a:pt x="3143671" y="407647"/>
                </a:lnTo>
                <a:cubicBezTo>
                  <a:pt x="3144076" y="408051"/>
                  <a:pt x="3144076" y="408456"/>
                  <a:pt x="3143671" y="408861"/>
                </a:cubicBezTo>
                <a:lnTo>
                  <a:pt x="3137599" y="419791"/>
                </a:lnTo>
                <a:cubicBezTo>
                  <a:pt x="3137194" y="420196"/>
                  <a:pt x="3136789" y="420601"/>
                  <a:pt x="3136384" y="420601"/>
                </a:cubicBezTo>
                <a:lnTo>
                  <a:pt x="3123835" y="420601"/>
                </a:lnTo>
                <a:cubicBezTo>
                  <a:pt x="3123430" y="420601"/>
                  <a:pt x="3123025" y="420196"/>
                  <a:pt x="3122621" y="419791"/>
                </a:cubicBezTo>
                <a:lnTo>
                  <a:pt x="3116549" y="408861"/>
                </a:lnTo>
                <a:cubicBezTo>
                  <a:pt x="3116144" y="408456"/>
                  <a:pt x="3116144" y="408051"/>
                  <a:pt x="3116549" y="407647"/>
                </a:cubicBezTo>
                <a:lnTo>
                  <a:pt x="3122621" y="396717"/>
                </a:lnTo>
                <a:cubicBezTo>
                  <a:pt x="3123025" y="396312"/>
                  <a:pt x="3123430" y="395907"/>
                  <a:pt x="3123835" y="395907"/>
                </a:cubicBezTo>
                <a:close/>
                <a:moveTo>
                  <a:pt x="1949070" y="395502"/>
                </a:moveTo>
                <a:lnTo>
                  <a:pt x="1963238" y="395502"/>
                </a:lnTo>
                <a:cubicBezTo>
                  <a:pt x="1963643" y="395502"/>
                  <a:pt x="1964048" y="395502"/>
                  <a:pt x="1964453" y="395907"/>
                </a:cubicBezTo>
                <a:lnTo>
                  <a:pt x="1971739" y="408051"/>
                </a:lnTo>
                <a:cubicBezTo>
                  <a:pt x="1972144" y="408456"/>
                  <a:pt x="1972144" y="408861"/>
                  <a:pt x="1971739" y="409266"/>
                </a:cubicBezTo>
                <a:lnTo>
                  <a:pt x="1964453" y="421410"/>
                </a:lnTo>
                <a:cubicBezTo>
                  <a:pt x="1964453" y="421815"/>
                  <a:pt x="1964048" y="421815"/>
                  <a:pt x="1963238" y="421815"/>
                </a:cubicBezTo>
                <a:lnTo>
                  <a:pt x="1949070" y="421815"/>
                </a:lnTo>
                <a:cubicBezTo>
                  <a:pt x="1948665" y="421815"/>
                  <a:pt x="1948260" y="421815"/>
                  <a:pt x="1947855" y="421410"/>
                </a:cubicBezTo>
                <a:lnTo>
                  <a:pt x="1940569" y="409266"/>
                </a:lnTo>
                <a:cubicBezTo>
                  <a:pt x="1940164" y="408861"/>
                  <a:pt x="1940164" y="408456"/>
                  <a:pt x="1940569" y="408051"/>
                </a:cubicBezTo>
                <a:lnTo>
                  <a:pt x="1947855" y="395907"/>
                </a:lnTo>
                <a:cubicBezTo>
                  <a:pt x="1948260" y="395907"/>
                  <a:pt x="1948665" y="395502"/>
                  <a:pt x="1949070" y="395502"/>
                </a:cubicBezTo>
                <a:close/>
                <a:moveTo>
                  <a:pt x="2070514" y="395097"/>
                </a:moveTo>
                <a:lnTo>
                  <a:pt x="2085087" y="395097"/>
                </a:lnTo>
                <a:cubicBezTo>
                  <a:pt x="2085492" y="395097"/>
                  <a:pt x="2085897" y="395097"/>
                  <a:pt x="2086301" y="395502"/>
                </a:cubicBezTo>
                <a:lnTo>
                  <a:pt x="2093588" y="408051"/>
                </a:lnTo>
                <a:cubicBezTo>
                  <a:pt x="2093993" y="408456"/>
                  <a:pt x="2093993" y="408861"/>
                  <a:pt x="2093588" y="409265"/>
                </a:cubicBezTo>
                <a:lnTo>
                  <a:pt x="2086301" y="421815"/>
                </a:lnTo>
                <a:cubicBezTo>
                  <a:pt x="2085897" y="422219"/>
                  <a:pt x="2085492" y="422219"/>
                  <a:pt x="2085087" y="422624"/>
                </a:cubicBezTo>
                <a:lnTo>
                  <a:pt x="2070514" y="422624"/>
                </a:lnTo>
                <a:cubicBezTo>
                  <a:pt x="2070109" y="422624"/>
                  <a:pt x="2069704" y="422219"/>
                  <a:pt x="2069299" y="421815"/>
                </a:cubicBezTo>
                <a:lnTo>
                  <a:pt x="2062013" y="409265"/>
                </a:lnTo>
                <a:cubicBezTo>
                  <a:pt x="2061608" y="408861"/>
                  <a:pt x="2061608" y="408456"/>
                  <a:pt x="2062013" y="408051"/>
                </a:cubicBezTo>
                <a:lnTo>
                  <a:pt x="2069299" y="395502"/>
                </a:lnTo>
                <a:cubicBezTo>
                  <a:pt x="2069704" y="395502"/>
                  <a:pt x="2070109" y="395097"/>
                  <a:pt x="2070514" y="395097"/>
                </a:cubicBezTo>
                <a:close/>
                <a:moveTo>
                  <a:pt x="2030437" y="395097"/>
                </a:moveTo>
                <a:lnTo>
                  <a:pt x="2044201" y="395097"/>
                </a:lnTo>
                <a:cubicBezTo>
                  <a:pt x="2044605" y="395097"/>
                  <a:pt x="2045010" y="395097"/>
                  <a:pt x="2045415" y="395502"/>
                </a:cubicBezTo>
                <a:lnTo>
                  <a:pt x="2052297" y="407646"/>
                </a:lnTo>
                <a:cubicBezTo>
                  <a:pt x="2052701" y="408051"/>
                  <a:pt x="2052701" y="408456"/>
                  <a:pt x="2052297" y="408861"/>
                </a:cubicBezTo>
                <a:lnTo>
                  <a:pt x="2045415" y="421005"/>
                </a:lnTo>
                <a:cubicBezTo>
                  <a:pt x="2045010" y="421410"/>
                  <a:pt x="2044605" y="421815"/>
                  <a:pt x="2044201" y="421815"/>
                </a:cubicBezTo>
                <a:lnTo>
                  <a:pt x="2030437" y="421815"/>
                </a:lnTo>
                <a:cubicBezTo>
                  <a:pt x="2030032" y="421815"/>
                  <a:pt x="2029627" y="421410"/>
                  <a:pt x="2029222" y="421005"/>
                </a:cubicBezTo>
                <a:lnTo>
                  <a:pt x="2022341" y="408861"/>
                </a:lnTo>
                <a:cubicBezTo>
                  <a:pt x="2021936" y="408456"/>
                  <a:pt x="2021936" y="408051"/>
                  <a:pt x="2022341" y="407646"/>
                </a:cubicBezTo>
                <a:lnTo>
                  <a:pt x="2029222" y="395502"/>
                </a:lnTo>
                <a:cubicBezTo>
                  <a:pt x="2029627" y="395502"/>
                  <a:pt x="2030032" y="395097"/>
                  <a:pt x="2030437" y="395097"/>
                </a:cubicBezTo>
                <a:close/>
                <a:moveTo>
                  <a:pt x="1786739" y="394287"/>
                </a:moveTo>
                <a:lnTo>
                  <a:pt x="1801718" y="394287"/>
                </a:lnTo>
                <a:cubicBezTo>
                  <a:pt x="1802122" y="394287"/>
                  <a:pt x="1802527" y="394692"/>
                  <a:pt x="1802932" y="395097"/>
                </a:cubicBezTo>
                <a:lnTo>
                  <a:pt x="1810623" y="408051"/>
                </a:lnTo>
                <a:cubicBezTo>
                  <a:pt x="1811028" y="408455"/>
                  <a:pt x="1811028" y="408860"/>
                  <a:pt x="1810623" y="409265"/>
                </a:cubicBezTo>
                <a:lnTo>
                  <a:pt x="1802932" y="422219"/>
                </a:lnTo>
                <a:cubicBezTo>
                  <a:pt x="1802932" y="422624"/>
                  <a:pt x="1802527" y="422624"/>
                  <a:pt x="1801718" y="422624"/>
                </a:cubicBezTo>
                <a:lnTo>
                  <a:pt x="1786739" y="422624"/>
                </a:lnTo>
                <a:cubicBezTo>
                  <a:pt x="1786335" y="422624"/>
                  <a:pt x="1785930" y="422624"/>
                  <a:pt x="1785525" y="422219"/>
                </a:cubicBezTo>
                <a:lnTo>
                  <a:pt x="1777834" y="409265"/>
                </a:lnTo>
                <a:cubicBezTo>
                  <a:pt x="1777429" y="408860"/>
                  <a:pt x="1777429" y="408455"/>
                  <a:pt x="1777834" y="408051"/>
                </a:cubicBezTo>
                <a:lnTo>
                  <a:pt x="1785525" y="395097"/>
                </a:lnTo>
                <a:cubicBezTo>
                  <a:pt x="1785930" y="394692"/>
                  <a:pt x="1786335" y="394287"/>
                  <a:pt x="1786739" y="394287"/>
                </a:cubicBezTo>
                <a:close/>
                <a:moveTo>
                  <a:pt x="1746259" y="394287"/>
                </a:moveTo>
                <a:lnTo>
                  <a:pt x="1761237" y="394287"/>
                </a:lnTo>
                <a:cubicBezTo>
                  <a:pt x="1761642" y="394287"/>
                  <a:pt x="1762046" y="394287"/>
                  <a:pt x="1762451" y="394692"/>
                </a:cubicBezTo>
                <a:lnTo>
                  <a:pt x="1769738" y="407646"/>
                </a:lnTo>
                <a:cubicBezTo>
                  <a:pt x="1770143" y="408051"/>
                  <a:pt x="1770143" y="408455"/>
                  <a:pt x="1769738" y="408860"/>
                </a:cubicBezTo>
                <a:lnTo>
                  <a:pt x="1762451" y="421814"/>
                </a:lnTo>
                <a:cubicBezTo>
                  <a:pt x="1762046" y="422219"/>
                  <a:pt x="1761642" y="422624"/>
                  <a:pt x="1761237" y="422219"/>
                </a:cubicBezTo>
                <a:lnTo>
                  <a:pt x="1746259" y="422219"/>
                </a:lnTo>
                <a:cubicBezTo>
                  <a:pt x="1745854" y="422219"/>
                  <a:pt x="1745449" y="422219"/>
                  <a:pt x="1745044" y="421814"/>
                </a:cubicBezTo>
                <a:lnTo>
                  <a:pt x="1737758" y="408860"/>
                </a:lnTo>
                <a:cubicBezTo>
                  <a:pt x="1737353" y="408455"/>
                  <a:pt x="1737353" y="408051"/>
                  <a:pt x="1737758" y="407646"/>
                </a:cubicBezTo>
                <a:lnTo>
                  <a:pt x="1745044" y="394692"/>
                </a:lnTo>
                <a:cubicBezTo>
                  <a:pt x="1745449" y="394692"/>
                  <a:pt x="1745854" y="394287"/>
                  <a:pt x="1746259" y="394287"/>
                </a:cubicBezTo>
                <a:close/>
                <a:moveTo>
                  <a:pt x="2110589" y="393883"/>
                </a:moveTo>
                <a:lnTo>
                  <a:pt x="2125972" y="393883"/>
                </a:lnTo>
                <a:cubicBezTo>
                  <a:pt x="2126377" y="393883"/>
                  <a:pt x="2126782" y="393883"/>
                  <a:pt x="2127187" y="394288"/>
                </a:cubicBezTo>
                <a:lnTo>
                  <a:pt x="2134878" y="407647"/>
                </a:lnTo>
                <a:cubicBezTo>
                  <a:pt x="2135283" y="408051"/>
                  <a:pt x="2135283" y="408456"/>
                  <a:pt x="2134878" y="408861"/>
                </a:cubicBezTo>
                <a:lnTo>
                  <a:pt x="2127187" y="422220"/>
                </a:lnTo>
                <a:cubicBezTo>
                  <a:pt x="2126782" y="422625"/>
                  <a:pt x="2126377" y="423030"/>
                  <a:pt x="2125972" y="422625"/>
                </a:cubicBezTo>
                <a:lnTo>
                  <a:pt x="2110589" y="422625"/>
                </a:lnTo>
                <a:cubicBezTo>
                  <a:pt x="2110185" y="422625"/>
                  <a:pt x="2109780" y="422625"/>
                  <a:pt x="2109375" y="422220"/>
                </a:cubicBezTo>
                <a:lnTo>
                  <a:pt x="2101684" y="408861"/>
                </a:lnTo>
                <a:cubicBezTo>
                  <a:pt x="2101279" y="408456"/>
                  <a:pt x="2101279" y="408051"/>
                  <a:pt x="2101684" y="407647"/>
                </a:cubicBezTo>
                <a:lnTo>
                  <a:pt x="2109375" y="394288"/>
                </a:lnTo>
                <a:cubicBezTo>
                  <a:pt x="2109780" y="394288"/>
                  <a:pt x="2110185" y="393883"/>
                  <a:pt x="2110589" y="393883"/>
                </a:cubicBezTo>
                <a:close/>
                <a:moveTo>
                  <a:pt x="1907779" y="393478"/>
                </a:moveTo>
                <a:lnTo>
                  <a:pt x="1923972" y="393478"/>
                </a:lnTo>
                <a:cubicBezTo>
                  <a:pt x="1924377" y="393478"/>
                  <a:pt x="1924782" y="393478"/>
                  <a:pt x="1925186" y="393883"/>
                </a:cubicBezTo>
                <a:lnTo>
                  <a:pt x="1933282" y="408051"/>
                </a:lnTo>
                <a:cubicBezTo>
                  <a:pt x="1933687" y="408456"/>
                  <a:pt x="1933687" y="408861"/>
                  <a:pt x="1933282" y="409266"/>
                </a:cubicBezTo>
                <a:lnTo>
                  <a:pt x="1925186" y="423434"/>
                </a:lnTo>
                <a:cubicBezTo>
                  <a:pt x="1924782" y="423839"/>
                  <a:pt x="1924377" y="423839"/>
                  <a:pt x="1924377" y="423839"/>
                </a:cubicBezTo>
                <a:lnTo>
                  <a:pt x="1907779" y="423839"/>
                </a:lnTo>
                <a:cubicBezTo>
                  <a:pt x="1907374" y="423839"/>
                  <a:pt x="1906970" y="423839"/>
                  <a:pt x="1906565" y="423434"/>
                </a:cubicBezTo>
                <a:lnTo>
                  <a:pt x="1898469" y="409266"/>
                </a:lnTo>
                <a:cubicBezTo>
                  <a:pt x="1898064" y="408861"/>
                  <a:pt x="1898064" y="408456"/>
                  <a:pt x="1898469" y="408051"/>
                </a:cubicBezTo>
                <a:lnTo>
                  <a:pt x="1906565" y="393883"/>
                </a:lnTo>
                <a:cubicBezTo>
                  <a:pt x="1906970" y="393883"/>
                  <a:pt x="1907374" y="393478"/>
                  <a:pt x="1907779" y="393478"/>
                </a:cubicBezTo>
                <a:close/>
                <a:moveTo>
                  <a:pt x="1826007" y="393073"/>
                </a:moveTo>
                <a:lnTo>
                  <a:pt x="1843009" y="393073"/>
                </a:lnTo>
                <a:cubicBezTo>
                  <a:pt x="1843414" y="393073"/>
                  <a:pt x="1843819" y="393073"/>
                  <a:pt x="1844224" y="393478"/>
                </a:cubicBezTo>
                <a:lnTo>
                  <a:pt x="1852725" y="408051"/>
                </a:lnTo>
                <a:cubicBezTo>
                  <a:pt x="1853130" y="408456"/>
                  <a:pt x="1853130" y="408861"/>
                  <a:pt x="1852725" y="409266"/>
                </a:cubicBezTo>
                <a:lnTo>
                  <a:pt x="1844224" y="423839"/>
                </a:lnTo>
                <a:cubicBezTo>
                  <a:pt x="1844224" y="423839"/>
                  <a:pt x="1843819" y="424244"/>
                  <a:pt x="1843009" y="424244"/>
                </a:cubicBezTo>
                <a:lnTo>
                  <a:pt x="1826007" y="424244"/>
                </a:lnTo>
                <a:cubicBezTo>
                  <a:pt x="1825602" y="424244"/>
                  <a:pt x="1825197" y="424244"/>
                  <a:pt x="1824793" y="423839"/>
                </a:cubicBezTo>
                <a:lnTo>
                  <a:pt x="1816292" y="409266"/>
                </a:lnTo>
                <a:cubicBezTo>
                  <a:pt x="1815887" y="408861"/>
                  <a:pt x="1815887" y="408456"/>
                  <a:pt x="1816292" y="408051"/>
                </a:cubicBezTo>
                <a:lnTo>
                  <a:pt x="1824793" y="393478"/>
                </a:lnTo>
                <a:cubicBezTo>
                  <a:pt x="1825197" y="393478"/>
                  <a:pt x="1825602" y="393073"/>
                  <a:pt x="1826007" y="393073"/>
                </a:cubicBezTo>
                <a:close/>
                <a:moveTo>
                  <a:pt x="1987932" y="392263"/>
                </a:moveTo>
                <a:lnTo>
                  <a:pt x="2005339" y="392263"/>
                </a:lnTo>
                <a:cubicBezTo>
                  <a:pt x="2005744" y="392263"/>
                  <a:pt x="2006149" y="392263"/>
                  <a:pt x="2006553" y="392668"/>
                </a:cubicBezTo>
                <a:lnTo>
                  <a:pt x="2015055" y="407646"/>
                </a:lnTo>
                <a:cubicBezTo>
                  <a:pt x="2015459" y="408051"/>
                  <a:pt x="2015459" y="408456"/>
                  <a:pt x="2015055" y="408860"/>
                </a:cubicBezTo>
                <a:lnTo>
                  <a:pt x="2006553" y="423838"/>
                </a:lnTo>
                <a:cubicBezTo>
                  <a:pt x="2006149" y="424243"/>
                  <a:pt x="2005744" y="424648"/>
                  <a:pt x="2005339" y="424243"/>
                </a:cubicBezTo>
                <a:lnTo>
                  <a:pt x="1987932" y="424243"/>
                </a:lnTo>
                <a:cubicBezTo>
                  <a:pt x="1987527" y="424243"/>
                  <a:pt x="1987122" y="424243"/>
                  <a:pt x="1986718" y="423838"/>
                </a:cubicBezTo>
                <a:lnTo>
                  <a:pt x="1978217" y="408860"/>
                </a:lnTo>
                <a:cubicBezTo>
                  <a:pt x="1977812" y="408456"/>
                  <a:pt x="1977812" y="408051"/>
                  <a:pt x="1978217" y="407646"/>
                </a:cubicBezTo>
                <a:lnTo>
                  <a:pt x="1986718" y="392668"/>
                </a:lnTo>
                <a:cubicBezTo>
                  <a:pt x="1987122" y="392668"/>
                  <a:pt x="1987527" y="392263"/>
                  <a:pt x="1987932" y="392263"/>
                </a:cubicBezTo>
                <a:close/>
                <a:moveTo>
                  <a:pt x="2806058" y="367570"/>
                </a:moveTo>
                <a:lnTo>
                  <a:pt x="2806868" y="367570"/>
                </a:lnTo>
                <a:lnTo>
                  <a:pt x="2807272" y="367975"/>
                </a:lnTo>
                <a:lnTo>
                  <a:pt x="2806868" y="368380"/>
                </a:lnTo>
                <a:lnTo>
                  <a:pt x="2806058" y="368380"/>
                </a:lnTo>
                <a:lnTo>
                  <a:pt x="2805653" y="367975"/>
                </a:lnTo>
                <a:close/>
                <a:moveTo>
                  <a:pt x="3979609" y="367165"/>
                </a:moveTo>
                <a:lnTo>
                  <a:pt x="3980823" y="367165"/>
                </a:lnTo>
                <a:lnTo>
                  <a:pt x="3981228" y="367975"/>
                </a:lnTo>
                <a:lnTo>
                  <a:pt x="3980823" y="368784"/>
                </a:lnTo>
                <a:lnTo>
                  <a:pt x="3979609" y="368784"/>
                </a:lnTo>
                <a:lnTo>
                  <a:pt x="3979204" y="367975"/>
                </a:lnTo>
                <a:close/>
                <a:moveTo>
                  <a:pt x="2765576" y="367165"/>
                </a:moveTo>
                <a:lnTo>
                  <a:pt x="2766386" y="367165"/>
                </a:lnTo>
                <a:lnTo>
                  <a:pt x="2766790" y="367975"/>
                </a:lnTo>
                <a:lnTo>
                  <a:pt x="2766386" y="368784"/>
                </a:lnTo>
                <a:lnTo>
                  <a:pt x="2765576" y="368784"/>
                </a:lnTo>
                <a:lnTo>
                  <a:pt x="2765171" y="367975"/>
                </a:lnTo>
                <a:close/>
                <a:moveTo>
                  <a:pt x="2724690" y="367165"/>
                </a:moveTo>
                <a:lnTo>
                  <a:pt x="2725904" y="367165"/>
                </a:lnTo>
                <a:lnTo>
                  <a:pt x="2726309" y="367975"/>
                </a:lnTo>
                <a:lnTo>
                  <a:pt x="2725904" y="368784"/>
                </a:lnTo>
                <a:lnTo>
                  <a:pt x="2724690" y="368784"/>
                </a:lnTo>
                <a:lnTo>
                  <a:pt x="2724285" y="367975"/>
                </a:lnTo>
                <a:close/>
                <a:moveTo>
                  <a:pt x="2643728" y="367165"/>
                </a:moveTo>
                <a:lnTo>
                  <a:pt x="2644942" y="367165"/>
                </a:lnTo>
                <a:lnTo>
                  <a:pt x="2645347" y="367975"/>
                </a:lnTo>
                <a:lnTo>
                  <a:pt x="2644942" y="368784"/>
                </a:lnTo>
                <a:lnTo>
                  <a:pt x="2643728" y="368784"/>
                </a:lnTo>
                <a:lnTo>
                  <a:pt x="2643323" y="367975"/>
                </a:lnTo>
                <a:close/>
                <a:moveTo>
                  <a:pt x="2603247" y="367165"/>
                </a:moveTo>
                <a:lnTo>
                  <a:pt x="2604461" y="367165"/>
                </a:lnTo>
                <a:lnTo>
                  <a:pt x="2604866" y="367975"/>
                </a:lnTo>
                <a:lnTo>
                  <a:pt x="2604461" y="368784"/>
                </a:lnTo>
                <a:lnTo>
                  <a:pt x="2603247" y="368784"/>
                </a:lnTo>
                <a:lnTo>
                  <a:pt x="2602842" y="367975"/>
                </a:lnTo>
                <a:close/>
                <a:moveTo>
                  <a:pt x="2563170" y="367165"/>
                </a:moveTo>
                <a:lnTo>
                  <a:pt x="2563979" y="367165"/>
                </a:lnTo>
                <a:lnTo>
                  <a:pt x="2564384" y="367975"/>
                </a:lnTo>
                <a:lnTo>
                  <a:pt x="2563979" y="368784"/>
                </a:lnTo>
                <a:lnTo>
                  <a:pt x="2563170" y="368784"/>
                </a:lnTo>
                <a:lnTo>
                  <a:pt x="2562765" y="367975"/>
                </a:lnTo>
                <a:close/>
                <a:moveTo>
                  <a:pt x="2522284" y="367165"/>
                </a:moveTo>
                <a:lnTo>
                  <a:pt x="2523498" y="367165"/>
                </a:lnTo>
                <a:lnTo>
                  <a:pt x="2523903" y="367975"/>
                </a:lnTo>
                <a:lnTo>
                  <a:pt x="2523498" y="368784"/>
                </a:lnTo>
                <a:lnTo>
                  <a:pt x="2522284" y="368784"/>
                </a:lnTo>
                <a:lnTo>
                  <a:pt x="2521879" y="367975"/>
                </a:lnTo>
                <a:close/>
                <a:moveTo>
                  <a:pt x="1591620" y="366760"/>
                </a:moveTo>
                <a:lnTo>
                  <a:pt x="1592835" y="366760"/>
                </a:lnTo>
                <a:lnTo>
                  <a:pt x="1593644" y="367975"/>
                </a:lnTo>
                <a:lnTo>
                  <a:pt x="1592835" y="369189"/>
                </a:lnTo>
                <a:lnTo>
                  <a:pt x="1591620" y="369189"/>
                </a:lnTo>
                <a:lnTo>
                  <a:pt x="1590811" y="367975"/>
                </a:lnTo>
                <a:close/>
                <a:moveTo>
                  <a:pt x="1551138" y="366760"/>
                </a:moveTo>
                <a:lnTo>
                  <a:pt x="1552353" y="366760"/>
                </a:lnTo>
                <a:lnTo>
                  <a:pt x="1553162" y="367975"/>
                </a:lnTo>
                <a:lnTo>
                  <a:pt x="1552353" y="369189"/>
                </a:lnTo>
                <a:lnTo>
                  <a:pt x="1551138" y="369189"/>
                </a:lnTo>
                <a:lnTo>
                  <a:pt x="1550329" y="367975"/>
                </a:lnTo>
                <a:close/>
                <a:moveTo>
                  <a:pt x="1510657" y="366760"/>
                </a:moveTo>
                <a:lnTo>
                  <a:pt x="1511872" y="366760"/>
                </a:lnTo>
                <a:lnTo>
                  <a:pt x="1512681" y="367975"/>
                </a:lnTo>
                <a:lnTo>
                  <a:pt x="1511872" y="369189"/>
                </a:lnTo>
                <a:lnTo>
                  <a:pt x="1510657" y="369189"/>
                </a:lnTo>
                <a:lnTo>
                  <a:pt x="1509848" y="367975"/>
                </a:lnTo>
                <a:close/>
                <a:moveTo>
                  <a:pt x="1470176" y="366760"/>
                </a:moveTo>
                <a:lnTo>
                  <a:pt x="1471391" y="366760"/>
                </a:lnTo>
                <a:lnTo>
                  <a:pt x="1472200" y="367975"/>
                </a:lnTo>
                <a:lnTo>
                  <a:pt x="1471391" y="369189"/>
                </a:lnTo>
                <a:lnTo>
                  <a:pt x="1470176" y="369189"/>
                </a:lnTo>
                <a:lnTo>
                  <a:pt x="1469367" y="367975"/>
                </a:lnTo>
                <a:close/>
                <a:moveTo>
                  <a:pt x="1429695" y="366760"/>
                </a:moveTo>
                <a:lnTo>
                  <a:pt x="1430910" y="366760"/>
                </a:lnTo>
                <a:lnTo>
                  <a:pt x="1431719" y="367975"/>
                </a:lnTo>
                <a:lnTo>
                  <a:pt x="1430910" y="369189"/>
                </a:lnTo>
                <a:lnTo>
                  <a:pt x="1429695" y="369189"/>
                </a:lnTo>
                <a:lnTo>
                  <a:pt x="1428886" y="367975"/>
                </a:lnTo>
                <a:close/>
                <a:moveTo>
                  <a:pt x="1389213" y="366760"/>
                </a:moveTo>
                <a:lnTo>
                  <a:pt x="1390428" y="366760"/>
                </a:lnTo>
                <a:lnTo>
                  <a:pt x="1391237" y="367975"/>
                </a:lnTo>
                <a:lnTo>
                  <a:pt x="1390428" y="369189"/>
                </a:lnTo>
                <a:lnTo>
                  <a:pt x="1389213" y="369189"/>
                </a:lnTo>
                <a:lnTo>
                  <a:pt x="1388404" y="367975"/>
                </a:lnTo>
                <a:close/>
                <a:moveTo>
                  <a:pt x="1348328" y="366760"/>
                </a:moveTo>
                <a:lnTo>
                  <a:pt x="1349947" y="366760"/>
                </a:lnTo>
                <a:lnTo>
                  <a:pt x="1350756" y="367975"/>
                </a:lnTo>
                <a:lnTo>
                  <a:pt x="1349947" y="369189"/>
                </a:lnTo>
                <a:lnTo>
                  <a:pt x="1348328" y="369189"/>
                </a:lnTo>
                <a:lnTo>
                  <a:pt x="1347518" y="367975"/>
                </a:lnTo>
                <a:close/>
                <a:moveTo>
                  <a:pt x="3938723" y="365546"/>
                </a:moveTo>
                <a:lnTo>
                  <a:pt x="3941557" y="365546"/>
                </a:lnTo>
                <a:lnTo>
                  <a:pt x="3943176" y="367975"/>
                </a:lnTo>
                <a:lnTo>
                  <a:pt x="3941557" y="370404"/>
                </a:lnTo>
                <a:lnTo>
                  <a:pt x="3938723" y="370404"/>
                </a:lnTo>
                <a:lnTo>
                  <a:pt x="3937104" y="367975"/>
                </a:lnTo>
                <a:close/>
                <a:moveTo>
                  <a:pt x="3897837" y="365546"/>
                </a:moveTo>
                <a:lnTo>
                  <a:pt x="3900670" y="365546"/>
                </a:lnTo>
                <a:lnTo>
                  <a:pt x="3901885" y="367975"/>
                </a:lnTo>
                <a:lnTo>
                  <a:pt x="3900670" y="370404"/>
                </a:lnTo>
                <a:lnTo>
                  <a:pt x="3897837" y="370404"/>
                </a:lnTo>
                <a:lnTo>
                  <a:pt x="3896622" y="367975"/>
                </a:lnTo>
                <a:close/>
                <a:moveTo>
                  <a:pt x="3857760" y="365546"/>
                </a:moveTo>
                <a:lnTo>
                  <a:pt x="3860189" y="365546"/>
                </a:lnTo>
                <a:lnTo>
                  <a:pt x="3861404" y="367975"/>
                </a:lnTo>
                <a:lnTo>
                  <a:pt x="3860189" y="370404"/>
                </a:lnTo>
                <a:lnTo>
                  <a:pt x="3857760" y="370404"/>
                </a:lnTo>
                <a:lnTo>
                  <a:pt x="3856546" y="367975"/>
                </a:lnTo>
                <a:close/>
                <a:moveTo>
                  <a:pt x="3816875" y="365546"/>
                </a:moveTo>
                <a:lnTo>
                  <a:pt x="3819708" y="365546"/>
                </a:lnTo>
                <a:lnTo>
                  <a:pt x="3820923" y="367975"/>
                </a:lnTo>
                <a:lnTo>
                  <a:pt x="3819708" y="370404"/>
                </a:lnTo>
                <a:lnTo>
                  <a:pt x="3816875" y="370404"/>
                </a:lnTo>
                <a:lnTo>
                  <a:pt x="3815660" y="367975"/>
                </a:lnTo>
                <a:close/>
                <a:moveTo>
                  <a:pt x="2926691" y="365546"/>
                </a:moveTo>
                <a:lnTo>
                  <a:pt x="2929525" y="365546"/>
                </a:lnTo>
                <a:lnTo>
                  <a:pt x="2931144" y="367975"/>
                </a:lnTo>
                <a:lnTo>
                  <a:pt x="2929525" y="370404"/>
                </a:lnTo>
                <a:lnTo>
                  <a:pt x="2926691" y="370404"/>
                </a:lnTo>
                <a:lnTo>
                  <a:pt x="2925072" y="367975"/>
                </a:lnTo>
                <a:close/>
                <a:moveTo>
                  <a:pt x="3775988" y="364331"/>
                </a:moveTo>
                <a:lnTo>
                  <a:pt x="3780036" y="364331"/>
                </a:lnTo>
                <a:lnTo>
                  <a:pt x="3782060" y="367974"/>
                </a:lnTo>
                <a:lnTo>
                  <a:pt x="3780036" y="371618"/>
                </a:lnTo>
                <a:lnTo>
                  <a:pt x="3775988" y="371618"/>
                </a:lnTo>
                <a:lnTo>
                  <a:pt x="3773964" y="367974"/>
                </a:lnTo>
                <a:close/>
                <a:moveTo>
                  <a:pt x="2966363" y="364331"/>
                </a:moveTo>
                <a:lnTo>
                  <a:pt x="2970411" y="364331"/>
                </a:lnTo>
                <a:lnTo>
                  <a:pt x="2972435" y="367974"/>
                </a:lnTo>
                <a:lnTo>
                  <a:pt x="2970411" y="371618"/>
                </a:lnTo>
                <a:lnTo>
                  <a:pt x="2966363" y="371618"/>
                </a:lnTo>
                <a:lnTo>
                  <a:pt x="2964339" y="367974"/>
                </a:lnTo>
                <a:close/>
                <a:moveTo>
                  <a:pt x="2197624" y="364331"/>
                </a:moveTo>
                <a:lnTo>
                  <a:pt x="2200863" y="364331"/>
                </a:lnTo>
                <a:cubicBezTo>
                  <a:pt x="2201268" y="364331"/>
                  <a:pt x="2201672" y="364331"/>
                  <a:pt x="2202077" y="364736"/>
                </a:cubicBezTo>
                <a:lnTo>
                  <a:pt x="2203696" y="367569"/>
                </a:lnTo>
                <a:cubicBezTo>
                  <a:pt x="2204101" y="367974"/>
                  <a:pt x="2204101" y="368379"/>
                  <a:pt x="2203696" y="368784"/>
                </a:cubicBezTo>
                <a:lnTo>
                  <a:pt x="2202077" y="371618"/>
                </a:lnTo>
                <a:cubicBezTo>
                  <a:pt x="2201672" y="372022"/>
                  <a:pt x="2201268" y="372022"/>
                  <a:pt x="2200863" y="372022"/>
                </a:cubicBezTo>
                <a:lnTo>
                  <a:pt x="2197624" y="372022"/>
                </a:lnTo>
                <a:cubicBezTo>
                  <a:pt x="2197220" y="372022"/>
                  <a:pt x="2196815" y="372022"/>
                  <a:pt x="2196410" y="371618"/>
                </a:cubicBezTo>
                <a:lnTo>
                  <a:pt x="2194791" y="368784"/>
                </a:lnTo>
                <a:cubicBezTo>
                  <a:pt x="2194386" y="368379"/>
                  <a:pt x="2194386" y="367974"/>
                  <a:pt x="2194791" y="367569"/>
                </a:cubicBezTo>
                <a:lnTo>
                  <a:pt x="2196410" y="364736"/>
                </a:lnTo>
                <a:cubicBezTo>
                  <a:pt x="2196815" y="364736"/>
                  <a:pt x="2197220" y="364331"/>
                  <a:pt x="2197624" y="364331"/>
                </a:cubicBezTo>
                <a:close/>
                <a:moveTo>
                  <a:pt x="2399221" y="363926"/>
                </a:moveTo>
                <a:lnTo>
                  <a:pt x="2403269" y="363926"/>
                </a:lnTo>
                <a:cubicBezTo>
                  <a:pt x="2403674" y="363926"/>
                  <a:pt x="2404079" y="363926"/>
                  <a:pt x="2404484" y="364331"/>
                </a:cubicBezTo>
                <a:lnTo>
                  <a:pt x="2406508" y="367569"/>
                </a:lnTo>
                <a:cubicBezTo>
                  <a:pt x="2406913" y="367974"/>
                  <a:pt x="2406913" y="368379"/>
                  <a:pt x="2406508" y="368784"/>
                </a:cubicBezTo>
                <a:lnTo>
                  <a:pt x="2404484" y="372022"/>
                </a:lnTo>
                <a:cubicBezTo>
                  <a:pt x="2404484" y="372427"/>
                  <a:pt x="2404079" y="372427"/>
                  <a:pt x="2403269" y="372427"/>
                </a:cubicBezTo>
                <a:lnTo>
                  <a:pt x="2399221" y="372427"/>
                </a:lnTo>
                <a:cubicBezTo>
                  <a:pt x="2398816" y="372427"/>
                  <a:pt x="2398412" y="372427"/>
                  <a:pt x="2398007" y="372022"/>
                </a:cubicBezTo>
                <a:lnTo>
                  <a:pt x="2395983" y="368784"/>
                </a:lnTo>
                <a:cubicBezTo>
                  <a:pt x="2395578" y="368379"/>
                  <a:pt x="2395578" y="367974"/>
                  <a:pt x="2395983" y="367569"/>
                </a:cubicBezTo>
                <a:lnTo>
                  <a:pt x="2398007" y="364331"/>
                </a:lnTo>
                <a:cubicBezTo>
                  <a:pt x="2398412" y="364331"/>
                  <a:pt x="2398816" y="363926"/>
                  <a:pt x="2399221" y="363926"/>
                </a:cubicBezTo>
                <a:close/>
                <a:moveTo>
                  <a:pt x="2318259" y="363926"/>
                </a:moveTo>
                <a:lnTo>
                  <a:pt x="2322307" y="363926"/>
                </a:lnTo>
                <a:cubicBezTo>
                  <a:pt x="2322712" y="363926"/>
                  <a:pt x="2323117" y="363926"/>
                  <a:pt x="2323522" y="364331"/>
                </a:cubicBezTo>
                <a:lnTo>
                  <a:pt x="2325546" y="367569"/>
                </a:lnTo>
                <a:cubicBezTo>
                  <a:pt x="2325951" y="367974"/>
                  <a:pt x="2325951" y="368379"/>
                  <a:pt x="2325546" y="368784"/>
                </a:cubicBezTo>
                <a:lnTo>
                  <a:pt x="2323522" y="372022"/>
                </a:lnTo>
                <a:cubicBezTo>
                  <a:pt x="2323522" y="372427"/>
                  <a:pt x="2323117" y="372427"/>
                  <a:pt x="2322307" y="372832"/>
                </a:cubicBezTo>
                <a:lnTo>
                  <a:pt x="2318259" y="372832"/>
                </a:lnTo>
                <a:cubicBezTo>
                  <a:pt x="2317854" y="372832"/>
                  <a:pt x="2317450" y="372427"/>
                  <a:pt x="2317045" y="372022"/>
                </a:cubicBezTo>
                <a:lnTo>
                  <a:pt x="2315021" y="368784"/>
                </a:lnTo>
                <a:cubicBezTo>
                  <a:pt x="2314616" y="368379"/>
                  <a:pt x="2314616" y="367974"/>
                  <a:pt x="2315021" y="367569"/>
                </a:cubicBezTo>
                <a:lnTo>
                  <a:pt x="2317045" y="364331"/>
                </a:lnTo>
                <a:cubicBezTo>
                  <a:pt x="2317450" y="364331"/>
                  <a:pt x="2317854" y="363926"/>
                  <a:pt x="2318259" y="363926"/>
                </a:cubicBezTo>
                <a:close/>
                <a:moveTo>
                  <a:pt x="2277777" y="363926"/>
                </a:moveTo>
                <a:lnTo>
                  <a:pt x="2281825" y="363926"/>
                </a:lnTo>
                <a:cubicBezTo>
                  <a:pt x="2282230" y="363926"/>
                  <a:pt x="2282635" y="363926"/>
                  <a:pt x="2283040" y="364331"/>
                </a:cubicBezTo>
                <a:lnTo>
                  <a:pt x="2285064" y="367569"/>
                </a:lnTo>
                <a:cubicBezTo>
                  <a:pt x="2285469" y="367974"/>
                  <a:pt x="2285469" y="368379"/>
                  <a:pt x="2285064" y="368784"/>
                </a:cubicBezTo>
                <a:lnTo>
                  <a:pt x="2283040" y="372022"/>
                </a:lnTo>
                <a:cubicBezTo>
                  <a:pt x="2283040" y="372427"/>
                  <a:pt x="2282635" y="372427"/>
                  <a:pt x="2281825" y="372832"/>
                </a:cubicBezTo>
                <a:lnTo>
                  <a:pt x="2277777" y="372832"/>
                </a:lnTo>
                <a:cubicBezTo>
                  <a:pt x="2277372" y="372832"/>
                  <a:pt x="2276968" y="372427"/>
                  <a:pt x="2276563" y="372022"/>
                </a:cubicBezTo>
                <a:lnTo>
                  <a:pt x="2274539" y="368784"/>
                </a:lnTo>
                <a:cubicBezTo>
                  <a:pt x="2274134" y="368379"/>
                  <a:pt x="2274134" y="367974"/>
                  <a:pt x="2274539" y="367569"/>
                </a:cubicBezTo>
                <a:lnTo>
                  <a:pt x="2276563" y="364331"/>
                </a:lnTo>
                <a:cubicBezTo>
                  <a:pt x="2276968" y="364331"/>
                  <a:pt x="2277372" y="363926"/>
                  <a:pt x="2277777" y="363926"/>
                </a:cubicBezTo>
                <a:close/>
                <a:moveTo>
                  <a:pt x="3735508" y="363522"/>
                </a:moveTo>
                <a:lnTo>
                  <a:pt x="3739151" y="363522"/>
                </a:lnTo>
                <a:cubicBezTo>
                  <a:pt x="3739556" y="363522"/>
                  <a:pt x="3739960" y="363522"/>
                  <a:pt x="3740365" y="363927"/>
                </a:cubicBezTo>
                <a:lnTo>
                  <a:pt x="3741984" y="367165"/>
                </a:lnTo>
                <a:cubicBezTo>
                  <a:pt x="3742389" y="367570"/>
                  <a:pt x="3742389" y="367975"/>
                  <a:pt x="3741984" y="368380"/>
                </a:cubicBezTo>
                <a:lnTo>
                  <a:pt x="3740365" y="371618"/>
                </a:lnTo>
                <a:cubicBezTo>
                  <a:pt x="3739960" y="372023"/>
                  <a:pt x="3739556" y="372428"/>
                  <a:pt x="3739151" y="372023"/>
                </a:cubicBezTo>
                <a:lnTo>
                  <a:pt x="3735508" y="372023"/>
                </a:lnTo>
                <a:cubicBezTo>
                  <a:pt x="3735103" y="372023"/>
                  <a:pt x="3734698" y="372023"/>
                  <a:pt x="3734293" y="371618"/>
                </a:cubicBezTo>
                <a:lnTo>
                  <a:pt x="3732674" y="368380"/>
                </a:lnTo>
                <a:cubicBezTo>
                  <a:pt x="3732269" y="367975"/>
                  <a:pt x="3732269" y="367570"/>
                  <a:pt x="3732674" y="367165"/>
                </a:cubicBezTo>
                <a:lnTo>
                  <a:pt x="3734293" y="363927"/>
                </a:lnTo>
                <a:cubicBezTo>
                  <a:pt x="3734698" y="363927"/>
                  <a:pt x="3735103" y="363522"/>
                  <a:pt x="3735508" y="363522"/>
                </a:cubicBezTo>
                <a:close/>
                <a:moveTo>
                  <a:pt x="2682590" y="363522"/>
                </a:moveTo>
                <a:lnTo>
                  <a:pt x="2687043" y="363522"/>
                </a:lnTo>
                <a:cubicBezTo>
                  <a:pt x="2687448" y="363522"/>
                  <a:pt x="2687852" y="363522"/>
                  <a:pt x="2688257" y="363927"/>
                </a:cubicBezTo>
                <a:lnTo>
                  <a:pt x="2690281" y="367570"/>
                </a:lnTo>
                <a:cubicBezTo>
                  <a:pt x="2690686" y="367975"/>
                  <a:pt x="2690686" y="368380"/>
                  <a:pt x="2690281" y="368785"/>
                </a:cubicBezTo>
                <a:lnTo>
                  <a:pt x="2688257" y="372428"/>
                </a:lnTo>
                <a:cubicBezTo>
                  <a:pt x="2688257" y="372833"/>
                  <a:pt x="2687852" y="372833"/>
                  <a:pt x="2687043" y="372833"/>
                </a:cubicBezTo>
                <a:lnTo>
                  <a:pt x="2682590" y="372833"/>
                </a:lnTo>
                <a:cubicBezTo>
                  <a:pt x="2682185" y="372833"/>
                  <a:pt x="2681780" y="372833"/>
                  <a:pt x="2681376" y="372428"/>
                </a:cubicBezTo>
                <a:lnTo>
                  <a:pt x="2679352" y="368785"/>
                </a:lnTo>
                <a:cubicBezTo>
                  <a:pt x="2678947" y="368380"/>
                  <a:pt x="2678947" y="367975"/>
                  <a:pt x="2679352" y="367570"/>
                </a:cubicBezTo>
                <a:lnTo>
                  <a:pt x="2681376" y="363927"/>
                </a:lnTo>
                <a:cubicBezTo>
                  <a:pt x="2681780" y="363927"/>
                  <a:pt x="2682185" y="363522"/>
                  <a:pt x="2682590" y="363522"/>
                </a:cubicBezTo>
                <a:close/>
                <a:moveTo>
                  <a:pt x="2359145" y="363522"/>
                </a:moveTo>
                <a:lnTo>
                  <a:pt x="2362788" y="363522"/>
                </a:lnTo>
                <a:cubicBezTo>
                  <a:pt x="2363193" y="363522"/>
                  <a:pt x="2363598" y="363522"/>
                  <a:pt x="2364003" y="363927"/>
                </a:cubicBezTo>
                <a:lnTo>
                  <a:pt x="2366027" y="367165"/>
                </a:lnTo>
                <a:cubicBezTo>
                  <a:pt x="2366432" y="367570"/>
                  <a:pt x="2366432" y="367975"/>
                  <a:pt x="2366027" y="368380"/>
                </a:cubicBezTo>
                <a:lnTo>
                  <a:pt x="2364003" y="371618"/>
                </a:lnTo>
                <a:cubicBezTo>
                  <a:pt x="2364003" y="372023"/>
                  <a:pt x="2363598" y="372428"/>
                  <a:pt x="2362788" y="372428"/>
                </a:cubicBezTo>
                <a:lnTo>
                  <a:pt x="2359145" y="372428"/>
                </a:lnTo>
                <a:cubicBezTo>
                  <a:pt x="2358740" y="372428"/>
                  <a:pt x="2358335" y="372023"/>
                  <a:pt x="2357931" y="371618"/>
                </a:cubicBezTo>
                <a:lnTo>
                  <a:pt x="2355907" y="368380"/>
                </a:lnTo>
                <a:cubicBezTo>
                  <a:pt x="2355502" y="367975"/>
                  <a:pt x="2355502" y="367570"/>
                  <a:pt x="2355907" y="367165"/>
                </a:cubicBezTo>
                <a:lnTo>
                  <a:pt x="2357931" y="363927"/>
                </a:lnTo>
                <a:cubicBezTo>
                  <a:pt x="2358335" y="363927"/>
                  <a:pt x="2358740" y="363522"/>
                  <a:pt x="2359145" y="363522"/>
                </a:cubicBezTo>
                <a:close/>
                <a:moveTo>
                  <a:pt x="2237701" y="363522"/>
                </a:moveTo>
                <a:lnTo>
                  <a:pt x="2241344" y="363522"/>
                </a:lnTo>
                <a:cubicBezTo>
                  <a:pt x="2241749" y="363522"/>
                  <a:pt x="2242154" y="363522"/>
                  <a:pt x="2242559" y="363927"/>
                </a:cubicBezTo>
                <a:lnTo>
                  <a:pt x="2244178" y="367165"/>
                </a:lnTo>
                <a:cubicBezTo>
                  <a:pt x="2244583" y="367570"/>
                  <a:pt x="2244583" y="367975"/>
                  <a:pt x="2244178" y="368380"/>
                </a:cubicBezTo>
                <a:lnTo>
                  <a:pt x="2242559" y="371618"/>
                </a:lnTo>
                <a:cubicBezTo>
                  <a:pt x="2242559" y="372023"/>
                  <a:pt x="2242154" y="372428"/>
                  <a:pt x="2241344" y="372023"/>
                </a:cubicBezTo>
                <a:lnTo>
                  <a:pt x="2237701" y="372023"/>
                </a:lnTo>
                <a:cubicBezTo>
                  <a:pt x="2237296" y="372023"/>
                  <a:pt x="2236892" y="372023"/>
                  <a:pt x="2236487" y="371618"/>
                </a:cubicBezTo>
                <a:lnTo>
                  <a:pt x="2234868" y="368380"/>
                </a:lnTo>
                <a:cubicBezTo>
                  <a:pt x="2234463" y="367975"/>
                  <a:pt x="2234463" y="367570"/>
                  <a:pt x="2234868" y="367165"/>
                </a:cubicBezTo>
                <a:lnTo>
                  <a:pt x="2236487" y="363927"/>
                </a:lnTo>
                <a:cubicBezTo>
                  <a:pt x="2236892" y="363927"/>
                  <a:pt x="2237296" y="363522"/>
                  <a:pt x="2237701" y="363522"/>
                </a:cubicBezTo>
                <a:close/>
                <a:moveTo>
                  <a:pt x="3695026" y="363117"/>
                </a:moveTo>
                <a:lnTo>
                  <a:pt x="3699074" y="363117"/>
                </a:lnTo>
                <a:cubicBezTo>
                  <a:pt x="3699479" y="363117"/>
                  <a:pt x="3699884" y="363117"/>
                  <a:pt x="3700288" y="363522"/>
                </a:cubicBezTo>
                <a:lnTo>
                  <a:pt x="3702313" y="367165"/>
                </a:lnTo>
                <a:cubicBezTo>
                  <a:pt x="3702718" y="367570"/>
                  <a:pt x="3702718" y="367975"/>
                  <a:pt x="3702313" y="368380"/>
                </a:cubicBezTo>
                <a:lnTo>
                  <a:pt x="3700288" y="372023"/>
                </a:lnTo>
                <a:cubicBezTo>
                  <a:pt x="3699884" y="372428"/>
                  <a:pt x="3699479" y="372832"/>
                  <a:pt x="3699074" y="372832"/>
                </a:cubicBezTo>
                <a:lnTo>
                  <a:pt x="3695026" y="372832"/>
                </a:lnTo>
                <a:cubicBezTo>
                  <a:pt x="3694622" y="372832"/>
                  <a:pt x="3694216" y="372428"/>
                  <a:pt x="3693812" y="372023"/>
                </a:cubicBezTo>
                <a:lnTo>
                  <a:pt x="3691788" y="368380"/>
                </a:lnTo>
                <a:cubicBezTo>
                  <a:pt x="3691383" y="367975"/>
                  <a:pt x="3691383" y="367570"/>
                  <a:pt x="3691788" y="367165"/>
                </a:cubicBezTo>
                <a:lnTo>
                  <a:pt x="3693812" y="363522"/>
                </a:lnTo>
                <a:cubicBezTo>
                  <a:pt x="3694216" y="363522"/>
                  <a:pt x="3694622" y="363117"/>
                  <a:pt x="3695026" y="363117"/>
                </a:cubicBezTo>
                <a:close/>
                <a:moveTo>
                  <a:pt x="3654545" y="363117"/>
                </a:moveTo>
                <a:lnTo>
                  <a:pt x="3658593" y="363117"/>
                </a:lnTo>
                <a:cubicBezTo>
                  <a:pt x="3658998" y="363117"/>
                  <a:pt x="3659403" y="363522"/>
                  <a:pt x="3659807" y="363927"/>
                </a:cubicBezTo>
                <a:lnTo>
                  <a:pt x="3661832" y="367570"/>
                </a:lnTo>
                <a:cubicBezTo>
                  <a:pt x="3662237" y="367975"/>
                  <a:pt x="3662237" y="368380"/>
                  <a:pt x="3661832" y="368784"/>
                </a:cubicBezTo>
                <a:lnTo>
                  <a:pt x="3659807" y="372428"/>
                </a:lnTo>
                <a:cubicBezTo>
                  <a:pt x="3659403" y="372428"/>
                  <a:pt x="3658998" y="372832"/>
                  <a:pt x="3658593" y="372428"/>
                </a:cubicBezTo>
                <a:lnTo>
                  <a:pt x="3654545" y="372428"/>
                </a:lnTo>
                <a:cubicBezTo>
                  <a:pt x="3654141" y="372428"/>
                  <a:pt x="3653735" y="372428"/>
                  <a:pt x="3653331" y="372023"/>
                </a:cubicBezTo>
                <a:lnTo>
                  <a:pt x="3651307" y="368380"/>
                </a:lnTo>
                <a:cubicBezTo>
                  <a:pt x="3650902" y="367975"/>
                  <a:pt x="3650902" y="367570"/>
                  <a:pt x="3651307" y="367165"/>
                </a:cubicBezTo>
                <a:lnTo>
                  <a:pt x="3653331" y="363522"/>
                </a:lnTo>
                <a:cubicBezTo>
                  <a:pt x="3653735" y="363522"/>
                  <a:pt x="3654141" y="363117"/>
                  <a:pt x="3654545" y="363117"/>
                </a:cubicBezTo>
                <a:close/>
                <a:moveTo>
                  <a:pt x="3614063" y="363117"/>
                </a:moveTo>
                <a:lnTo>
                  <a:pt x="3618111" y="363117"/>
                </a:lnTo>
                <a:cubicBezTo>
                  <a:pt x="3618516" y="363117"/>
                  <a:pt x="3618921" y="363117"/>
                  <a:pt x="3619325" y="363522"/>
                </a:cubicBezTo>
                <a:lnTo>
                  <a:pt x="3621350" y="367165"/>
                </a:lnTo>
                <a:cubicBezTo>
                  <a:pt x="3621755" y="367570"/>
                  <a:pt x="3621755" y="367975"/>
                  <a:pt x="3621350" y="368380"/>
                </a:cubicBezTo>
                <a:lnTo>
                  <a:pt x="3619325" y="372023"/>
                </a:lnTo>
                <a:cubicBezTo>
                  <a:pt x="3618921" y="372428"/>
                  <a:pt x="3618516" y="372832"/>
                  <a:pt x="3618111" y="372428"/>
                </a:cubicBezTo>
                <a:lnTo>
                  <a:pt x="3614063" y="372428"/>
                </a:lnTo>
                <a:cubicBezTo>
                  <a:pt x="3613659" y="372428"/>
                  <a:pt x="3613253" y="372428"/>
                  <a:pt x="3612849" y="372023"/>
                </a:cubicBezTo>
                <a:lnTo>
                  <a:pt x="3610825" y="368380"/>
                </a:lnTo>
                <a:cubicBezTo>
                  <a:pt x="3610420" y="367975"/>
                  <a:pt x="3610420" y="367570"/>
                  <a:pt x="3610825" y="367165"/>
                </a:cubicBezTo>
                <a:lnTo>
                  <a:pt x="3612849" y="363522"/>
                </a:lnTo>
                <a:cubicBezTo>
                  <a:pt x="3613253" y="363522"/>
                  <a:pt x="3613659" y="363117"/>
                  <a:pt x="3614063" y="363117"/>
                </a:cubicBezTo>
                <a:close/>
                <a:moveTo>
                  <a:pt x="3006035" y="363117"/>
                </a:moveTo>
                <a:lnTo>
                  <a:pt x="3010893" y="363117"/>
                </a:lnTo>
                <a:cubicBezTo>
                  <a:pt x="3011298" y="363117"/>
                  <a:pt x="3011702" y="363117"/>
                  <a:pt x="3012107" y="363522"/>
                </a:cubicBezTo>
                <a:lnTo>
                  <a:pt x="3014536" y="367570"/>
                </a:lnTo>
                <a:cubicBezTo>
                  <a:pt x="3014941" y="367975"/>
                  <a:pt x="3014941" y="368380"/>
                  <a:pt x="3014536" y="368784"/>
                </a:cubicBezTo>
                <a:lnTo>
                  <a:pt x="3012107" y="372832"/>
                </a:lnTo>
                <a:cubicBezTo>
                  <a:pt x="3012107" y="373237"/>
                  <a:pt x="3011702" y="373237"/>
                  <a:pt x="3010893" y="373237"/>
                </a:cubicBezTo>
                <a:lnTo>
                  <a:pt x="3006035" y="373237"/>
                </a:lnTo>
                <a:cubicBezTo>
                  <a:pt x="3005630" y="373237"/>
                  <a:pt x="3005225" y="373237"/>
                  <a:pt x="3004821" y="372832"/>
                </a:cubicBezTo>
                <a:lnTo>
                  <a:pt x="3002392" y="368784"/>
                </a:lnTo>
                <a:cubicBezTo>
                  <a:pt x="3001987" y="368380"/>
                  <a:pt x="3001987" y="367975"/>
                  <a:pt x="3002392" y="367570"/>
                </a:cubicBezTo>
                <a:lnTo>
                  <a:pt x="3004821" y="363522"/>
                </a:lnTo>
                <a:cubicBezTo>
                  <a:pt x="3005225" y="363522"/>
                  <a:pt x="3005630" y="363117"/>
                  <a:pt x="3006035" y="363117"/>
                </a:cubicBezTo>
                <a:close/>
                <a:moveTo>
                  <a:pt x="2440107" y="363117"/>
                </a:moveTo>
                <a:lnTo>
                  <a:pt x="2444155" y="363117"/>
                </a:lnTo>
                <a:cubicBezTo>
                  <a:pt x="2444560" y="363117"/>
                  <a:pt x="2444965" y="363117"/>
                  <a:pt x="2445370" y="363522"/>
                </a:cubicBezTo>
                <a:lnTo>
                  <a:pt x="2447394" y="367165"/>
                </a:lnTo>
                <a:cubicBezTo>
                  <a:pt x="2447798" y="367570"/>
                  <a:pt x="2447798" y="367975"/>
                  <a:pt x="2447394" y="368380"/>
                </a:cubicBezTo>
                <a:lnTo>
                  <a:pt x="2445370" y="372023"/>
                </a:lnTo>
                <a:cubicBezTo>
                  <a:pt x="2444965" y="372428"/>
                  <a:pt x="2444560" y="372832"/>
                  <a:pt x="2444155" y="372428"/>
                </a:cubicBezTo>
                <a:lnTo>
                  <a:pt x="2440107" y="372428"/>
                </a:lnTo>
                <a:cubicBezTo>
                  <a:pt x="2439702" y="372428"/>
                  <a:pt x="2439297" y="372428"/>
                  <a:pt x="2438893" y="372023"/>
                </a:cubicBezTo>
                <a:lnTo>
                  <a:pt x="2436869" y="368380"/>
                </a:lnTo>
                <a:cubicBezTo>
                  <a:pt x="2436464" y="367975"/>
                  <a:pt x="2436464" y="367570"/>
                  <a:pt x="2436869" y="367165"/>
                </a:cubicBezTo>
                <a:lnTo>
                  <a:pt x="2438893" y="363522"/>
                </a:lnTo>
                <a:cubicBezTo>
                  <a:pt x="2439297" y="363522"/>
                  <a:pt x="2439702" y="363117"/>
                  <a:pt x="2440107" y="363117"/>
                </a:cubicBezTo>
                <a:close/>
                <a:moveTo>
                  <a:pt x="1022859" y="363117"/>
                </a:moveTo>
                <a:lnTo>
                  <a:pt x="1027717" y="363117"/>
                </a:lnTo>
                <a:cubicBezTo>
                  <a:pt x="1028122" y="363117"/>
                  <a:pt x="1028526" y="363117"/>
                  <a:pt x="1028931" y="363522"/>
                </a:cubicBezTo>
                <a:lnTo>
                  <a:pt x="1031360" y="367570"/>
                </a:lnTo>
                <a:cubicBezTo>
                  <a:pt x="1031765" y="367975"/>
                  <a:pt x="1031765" y="368380"/>
                  <a:pt x="1031360" y="368784"/>
                </a:cubicBezTo>
                <a:lnTo>
                  <a:pt x="1028931" y="372832"/>
                </a:lnTo>
                <a:cubicBezTo>
                  <a:pt x="1028526" y="373237"/>
                  <a:pt x="1028122" y="373237"/>
                  <a:pt x="1027717" y="373237"/>
                </a:cubicBezTo>
                <a:lnTo>
                  <a:pt x="1022859" y="373237"/>
                </a:lnTo>
                <a:cubicBezTo>
                  <a:pt x="1022454" y="373237"/>
                  <a:pt x="1022049" y="373237"/>
                  <a:pt x="1021644" y="372832"/>
                </a:cubicBezTo>
                <a:lnTo>
                  <a:pt x="1019216" y="368784"/>
                </a:lnTo>
                <a:cubicBezTo>
                  <a:pt x="1018811" y="368380"/>
                  <a:pt x="1018811" y="367975"/>
                  <a:pt x="1019216" y="367570"/>
                </a:cubicBezTo>
                <a:lnTo>
                  <a:pt x="1021644" y="363522"/>
                </a:lnTo>
                <a:cubicBezTo>
                  <a:pt x="1022049" y="363522"/>
                  <a:pt x="1022454" y="363117"/>
                  <a:pt x="1022859" y="363117"/>
                </a:cubicBezTo>
                <a:close/>
                <a:moveTo>
                  <a:pt x="3573178" y="362712"/>
                </a:moveTo>
                <a:lnTo>
                  <a:pt x="3577631" y="362712"/>
                </a:lnTo>
                <a:cubicBezTo>
                  <a:pt x="3578035" y="362712"/>
                  <a:pt x="3578440" y="362712"/>
                  <a:pt x="3578845" y="363117"/>
                </a:cubicBezTo>
                <a:lnTo>
                  <a:pt x="3581274" y="367165"/>
                </a:lnTo>
                <a:cubicBezTo>
                  <a:pt x="3581679" y="367570"/>
                  <a:pt x="3581679" y="367975"/>
                  <a:pt x="3581274" y="368379"/>
                </a:cubicBezTo>
                <a:lnTo>
                  <a:pt x="3578845" y="372428"/>
                </a:lnTo>
                <a:cubicBezTo>
                  <a:pt x="3578845" y="372832"/>
                  <a:pt x="3578440" y="373237"/>
                  <a:pt x="3577631" y="372832"/>
                </a:cubicBezTo>
                <a:lnTo>
                  <a:pt x="3573178" y="372832"/>
                </a:lnTo>
                <a:cubicBezTo>
                  <a:pt x="3572773" y="372832"/>
                  <a:pt x="3572368" y="372832"/>
                  <a:pt x="3571963" y="372428"/>
                </a:cubicBezTo>
                <a:lnTo>
                  <a:pt x="3569535" y="368379"/>
                </a:lnTo>
                <a:cubicBezTo>
                  <a:pt x="3569130" y="367975"/>
                  <a:pt x="3569130" y="367570"/>
                  <a:pt x="3569535" y="367165"/>
                </a:cubicBezTo>
                <a:lnTo>
                  <a:pt x="3571963" y="363117"/>
                </a:lnTo>
                <a:cubicBezTo>
                  <a:pt x="3572368" y="363117"/>
                  <a:pt x="3572773" y="362712"/>
                  <a:pt x="3573178" y="362712"/>
                </a:cubicBezTo>
                <a:close/>
                <a:moveTo>
                  <a:pt x="1103417" y="362307"/>
                </a:moveTo>
                <a:lnTo>
                  <a:pt x="1109084" y="362307"/>
                </a:lnTo>
                <a:cubicBezTo>
                  <a:pt x="1109489" y="362307"/>
                  <a:pt x="1109894" y="362307"/>
                  <a:pt x="1110299" y="362712"/>
                </a:cubicBezTo>
                <a:lnTo>
                  <a:pt x="1113132" y="367570"/>
                </a:lnTo>
                <a:cubicBezTo>
                  <a:pt x="1113537" y="367974"/>
                  <a:pt x="1113537" y="368379"/>
                  <a:pt x="1113132" y="368784"/>
                </a:cubicBezTo>
                <a:lnTo>
                  <a:pt x="1110299" y="373642"/>
                </a:lnTo>
                <a:cubicBezTo>
                  <a:pt x="1109894" y="374047"/>
                  <a:pt x="1109489" y="374047"/>
                  <a:pt x="1109084" y="374047"/>
                </a:cubicBezTo>
                <a:lnTo>
                  <a:pt x="1103417" y="374047"/>
                </a:lnTo>
                <a:cubicBezTo>
                  <a:pt x="1103012" y="374047"/>
                  <a:pt x="1102607" y="374047"/>
                  <a:pt x="1102202" y="373642"/>
                </a:cubicBezTo>
                <a:lnTo>
                  <a:pt x="1099369" y="368784"/>
                </a:lnTo>
                <a:cubicBezTo>
                  <a:pt x="1098964" y="368379"/>
                  <a:pt x="1098964" y="367974"/>
                  <a:pt x="1099369" y="367570"/>
                </a:cubicBezTo>
                <a:lnTo>
                  <a:pt x="1102202" y="362712"/>
                </a:lnTo>
                <a:cubicBezTo>
                  <a:pt x="1102607" y="362712"/>
                  <a:pt x="1103012" y="362307"/>
                  <a:pt x="1103417" y="362307"/>
                </a:cubicBezTo>
                <a:close/>
                <a:moveTo>
                  <a:pt x="1264937" y="361902"/>
                </a:moveTo>
                <a:lnTo>
                  <a:pt x="1271009" y="361902"/>
                </a:lnTo>
                <a:cubicBezTo>
                  <a:pt x="1271414" y="361902"/>
                  <a:pt x="1271818" y="361902"/>
                  <a:pt x="1272223" y="362307"/>
                </a:cubicBezTo>
                <a:lnTo>
                  <a:pt x="1275462" y="367569"/>
                </a:lnTo>
                <a:cubicBezTo>
                  <a:pt x="1275866" y="367974"/>
                  <a:pt x="1275866" y="368379"/>
                  <a:pt x="1275462" y="368784"/>
                </a:cubicBezTo>
                <a:lnTo>
                  <a:pt x="1272223" y="374046"/>
                </a:lnTo>
                <a:cubicBezTo>
                  <a:pt x="1272223" y="374046"/>
                  <a:pt x="1271818" y="374451"/>
                  <a:pt x="1271009" y="374451"/>
                </a:cubicBezTo>
                <a:lnTo>
                  <a:pt x="1264937" y="374451"/>
                </a:lnTo>
                <a:cubicBezTo>
                  <a:pt x="1264532" y="374451"/>
                  <a:pt x="1264127" y="374451"/>
                  <a:pt x="1263722" y="374046"/>
                </a:cubicBezTo>
                <a:lnTo>
                  <a:pt x="1260484" y="368784"/>
                </a:lnTo>
                <a:cubicBezTo>
                  <a:pt x="1260079" y="368379"/>
                  <a:pt x="1260079" y="367974"/>
                  <a:pt x="1260484" y="367569"/>
                </a:cubicBezTo>
                <a:lnTo>
                  <a:pt x="1263722" y="362307"/>
                </a:lnTo>
                <a:cubicBezTo>
                  <a:pt x="1264127" y="362307"/>
                  <a:pt x="1264532" y="361902"/>
                  <a:pt x="1264937" y="361902"/>
                </a:cubicBezTo>
                <a:close/>
                <a:moveTo>
                  <a:pt x="1143493" y="361902"/>
                </a:moveTo>
                <a:lnTo>
                  <a:pt x="1149565" y="361902"/>
                </a:lnTo>
                <a:cubicBezTo>
                  <a:pt x="1149970" y="361902"/>
                  <a:pt x="1150374" y="361902"/>
                  <a:pt x="1150779" y="362307"/>
                </a:cubicBezTo>
                <a:lnTo>
                  <a:pt x="1154018" y="367569"/>
                </a:lnTo>
                <a:cubicBezTo>
                  <a:pt x="1154422" y="367974"/>
                  <a:pt x="1154422" y="368379"/>
                  <a:pt x="1154018" y="368784"/>
                </a:cubicBezTo>
                <a:lnTo>
                  <a:pt x="1150779" y="374046"/>
                </a:lnTo>
                <a:cubicBezTo>
                  <a:pt x="1150779" y="374046"/>
                  <a:pt x="1150374" y="374451"/>
                  <a:pt x="1149565" y="374451"/>
                </a:cubicBezTo>
                <a:lnTo>
                  <a:pt x="1143493" y="374451"/>
                </a:lnTo>
                <a:cubicBezTo>
                  <a:pt x="1143088" y="374451"/>
                  <a:pt x="1142683" y="374451"/>
                  <a:pt x="1142278" y="374046"/>
                </a:cubicBezTo>
                <a:lnTo>
                  <a:pt x="1139040" y="368784"/>
                </a:lnTo>
                <a:cubicBezTo>
                  <a:pt x="1138635" y="368379"/>
                  <a:pt x="1138635" y="367974"/>
                  <a:pt x="1139040" y="367569"/>
                </a:cubicBezTo>
                <a:lnTo>
                  <a:pt x="1142278" y="362307"/>
                </a:lnTo>
                <a:cubicBezTo>
                  <a:pt x="1142683" y="362307"/>
                  <a:pt x="1143088" y="361902"/>
                  <a:pt x="1143493" y="361902"/>
                </a:cubicBezTo>
                <a:close/>
                <a:moveTo>
                  <a:pt x="1953118" y="361498"/>
                </a:moveTo>
                <a:lnTo>
                  <a:pt x="1959595" y="361498"/>
                </a:lnTo>
                <a:cubicBezTo>
                  <a:pt x="1959999" y="361498"/>
                  <a:pt x="1960404" y="361498"/>
                  <a:pt x="1960809" y="361903"/>
                </a:cubicBezTo>
                <a:lnTo>
                  <a:pt x="1964047" y="367570"/>
                </a:lnTo>
                <a:cubicBezTo>
                  <a:pt x="1964452" y="367975"/>
                  <a:pt x="1964452" y="368380"/>
                  <a:pt x="1964047" y="368785"/>
                </a:cubicBezTo>
                <a:lnTo>
                  <a:pt x="1960809" y="374452"/>
                </a:lnTo>
                <a:cubicBezTo>
                  <a:pt x="1960404" y="374452"/>
                  <a:pt x="1959999" y="374857"/>
                  <a:pt x="1959595" y="374857"/>
                </a:cubicBezTo>
                <a:lnTo>
                  <a:pt x="1953118" y="374857"/>
                </a:lnTo>
                <a:cubicBezTo>
                  <a:pt x="1952713" y="374857"/>
                  <a:pt x="1952308" y="374857"/>
                  <a:pt x="1951903" y="374452"/>
                </a:cubicBezTo>
                <a:lnTo>
                  <a:pt x="1948665" y="368785"/>
                </a:lnTo>
                <a:cubicBezTo>
                  <a:pt x="1948260" y="368380"/>
                  <a:pt x="1948260" y="367975"/>
                  <a:pt x="1948665" y="367570"/>
                </a:cubicBezTo>
                <a:lnTo>
                  <a:pt x="1951903" y="361903"/>
                </a:lnTo>
                <a:cubicBezTo>
                  <a:pt x="1952308" y="361903"/>
                  <a:pt x="1952713" y="361498"/>
                  <a:pt x="1953118" y="361498"/>
                </a:cubicBezTo>
                <a:close/>
                <a:moveTo>
                  <a:pt x="1183975" y="361498"/>
                </a:moveTo>
                <a:lnTo>
                  <a:pt x="1190047" y="361498"/>
                </a:lnTo>
                <a:cubicBezTo>
                  <a:pt x="1190452" y="361498"/>
                  <a:pt x="1190856" y="361903"/>
                  <a:pt x="1191261" y="362308"/>
                </a:cubicBezTo>
                <a:lnTo>
                  <a:pt x="1194500" y="367570"/>
                </a:lnTo>
                <a:cubicBezTo>
                  <a:pt x="1194904" y="367975"/>
                  <a:pt x="1194904" y="368380"/>
                  <a:pt x="1194500" y="368785"/>
                </a:cubicBezTo>
                <a:lnTo>
                  <a:pt x="1191261" y="374047"/>
                </a:lnTo>
                <a:cubicBezTo>
                  <a:pt x="1191261" y="374452"/>
                  <a:pt x="1190856" y="374452"/>
                  <a:pt x="1190047" y="374857"/>
                </a:cubicBezTo>
                <a:lnTo>
                  <a:pt x="1183975" y="374857"/>
                </a:lnTo>
                <a:cubicBezTo>
                  <a:pt x="1183570" y="374857"/>
                  <a:pt x="1183165" y="374452"/>
                  <a:pt x="1182760" y="374047"/>
                </a:cubicBezTo>
                <a:lnTo>
                  <a:pt x="1179522" y="368785"/>
                </a:lnTo>
                <a:cubicBezTo>
                  <a:pt x="1179117" y="368380"/>
                  <a:pt x="1179117" y="367975"/>
                  <a:pt x="1179522" y="367570"/>
                </a:cubicBezTo>
                <a:lnTo>
                  <a:pt x="1182760" y="362308"/>
                </a:lnTo>
                <a:cubicBezTo>
                  <a:pt x="1183165" y="361903"/>
                  <a:pt x="1183570" y="361498"/>
                  <a:pt x="1183975" y="361498"/>
                </a:cubicBezTo>
                <a:close/>
                <a:moveTo>
                  <a:pt x="1062935" y="361498"/>
                </a:moveTo>
                <a:lnTo>
                  <a:pt x="1068602" y="361498"/>
                </a:lnTo>
                <a:cubicBezTo>
                  <a:pt x="1069007" y="361498"/>
                  <a:pt x="1069412" y="361498"/>
                  <a:pt x="1069817" y="361903"/>
                </a:cubicBezTo>
                <a:lnTo>
                  <a:pt x="1072650" y="367165"/>
                </a:lnTo>
                <a:cubicBezTo>
                  <a:pt x="1073055" y="367570"/>
                  <a:pt x="1073055" y="367975"/>
                  <a:pt x="1072650" y="368380"/>
                </a:cubicBezTo>
                <a:lnTo>
                  <a:pt x="1069817" y="373642"/>
                </a:lnTo>
                <a:cubicBezTo>
                  <a:pt x="1069412" y="374047"/>
                  <a:pt x="1069007" y="374452"/>
                  <a:pt x="1068602" y="374047"/>
                </a:cubicBezTo>
                <a:lnTo>
                  <a:pt x="1062935" y="374047"/>
                </a:lnTo>
                <a:cubicBezTo>
                  <a:pt x="1062530" y="374047"/>
                  <a:pt x="1062125" y="374047"/>
                  <a:pt x="1061720" y="373642"/>
                </a:cubicBezTo>
                <a:lnTo>
                  <a:pt x="1058887" y="368380"/>
                </a:lnTo>
                <a:cubicBezTo>
                  <a:pt x="1058482" y="367975"/>
                  <a:pt x="1058482" y="367570"/>
                  <a:pt x="1058887" y="367165"/>
                </a:cubicBezTo>
                <a:lnTo>
                  <a:pt x="1061720" y="361903"/>
                </a:lnTo>
                <a:cubicBezTo>
                  <a:pt x="1062125" y="361903"/>
                  <a:pt x="1062530" y="361498"/>
                  <a:pt x="1062935" y="361498"/>
                </a:cubicBezTo>
                <a:close/>
                <a:moveTo>
                  <a:pt x="3531886" y="361093"/>
                </a:moveTo>
                <a:lnTo>
                  <a:pt x="3538363" y="361093"/>
                </a:lnTo>
                <a:cubicBezTo>
                  <a:pt x="3538768" y="361093"/>
                  <a:pt x="3539173" y="361498"/>
                  <a:pt x="3539578" y="361903"/>
                </a:cubicBezTo>
                <a:lnTo>
                  <a:pt x="3542817" y="367570"/>
                </a:lnTo>
                <a:cubicBezTo>
                  <a:pt x="3543221" y="367975"/>
                  <a:pt x="3543221" y="368380"/>
                  <a:pt x="3542817" y="368784"/>
                </a:cubicBezTo>
                <a:lnTo>
                  <a:pt x="3539578" y="374452"/>
                </a:lnTo>
                <a:cubicBezTo>
                  <a:pt x="3539173" y="374857"/>
                  <a:pt x="3538768" y="374857"/>
                  <a:pt x="3538363" y="375261"/>
                </a:cubicBezTo>
                <a:lnTo>
                  <a:pt x="3531886" y="375261"/>
                </a:lnTo>
                <a:cubicBezTo>
                  <a:pt x="3531482" y="375261"/>
                  <a:pt x="3531077" y="374857"/>
                  <a:pt x="3530672" y="374452"/>
                </a:cubicBezTo>
                <a:lnTo>
                  <a:pt x="3527434" y="368784"/>
                </a:lnTo>
                <a:cubicBezTo>
                  <a:pt x="3527029" y="368380"/>
                  <a:pt x="3527029" y="367975"/>
                  <a:pt x="3527434" y="367570"/>
                </a:cubicBezTo>
                <a:lnTo>
                  <a:pt x="3530672" y="361903"/>
                </a:lnTo>
                <a:cubicBezTo>
                  <a:pt x="3531077" y="361498"/>
                  <a:pt x="3531482" y="361093"/>
                  <a:pt x="3531886" y="361093"/>
                </a:cubicBezTo>
                <a:close/>
                <a:moveTo>
                  <a:pt x="2073752" y="361093"/>
                </a:moveTo>
                <a:lnTo>
                  <a:pt x="2081039" y="361093"/>
                </a:lnTo>
                <a:cubicBezTo>
                  <a:pt x="2081444" y="361093"/>
                  <a:pt x="2081849" y="361093"/>
                  <a:pt x="2082253" y="361498"/>
                </a:cubicBezTo>
                <a:lnTo>
                  <a:pt x="2085897" y="367570"/>
                </a:lnTo>
                <a:cubicBezTo>
                  <a:pt x="2086301" y="367975"/>
                  <a:pt x="2086301" y="368380"/>
                  <a:pt x="2085897" y="368784"/>
                </a:cubicBezTo>
                <a:lnTo>
                  <a:pt x="2082253" y="374857"/>
                </a:lnTo>
                <a:cubicBezTo>
                  <a:pt x="2082253" y="375261"/>
                  <a:pt x="2081849" y="375261"/>
                  <a:pt x="2081039" y="375261"/>
                </a:cubicBezTo>
                <a:lnTo>
                  <a:pt x="2073752" y="375261"/>
                </a:lnTo>
                <a:cubicBezTo>
                  <a:pt x="2073347" y="375261"/>
                  <a:pt x="2072943" y="375261"/>
                  <a:pt x="2072538" y="374857"/>
                </a:cubicBezTo>
                <a:lnTo>
                  <a:pt x="2068895" y="368784"/>
                </a:lnTo>
                <a:cubicBezTo>
                  <a:pt x="2068490" y="368380"/>
                  <a:pt x="2068490" y="367975"/>
                  <a:pt x="2068895" y="367570"/>
                </a:cubicBezTo>
                <a:lnTo>
                  <a:pt x="2072538" y="361498"/>
                </a:lnTo>
                <a:cubicBezTo>
                  <a:pt x="2072943" y="361498"/>
                  <a:pt x="2073347" y="361093"/>
                  <a:pt x="2073752" y="361093"/>
                </a:cubicBezTo>
                <a:close/>
                <a:moveTo>
                  <a:pt x="1992789" y="361093"/>
                </a:moveTo>
                <a:lnTo>
                  <a:pt x="2000076" y="361093"/>
                </a:lnTo>
                <a:cubicBezTo>
                  <a:pt x="2000481" y="361093"/>
                  <a:pt x="2000886" y="361093"/>
                  <a:pt x="2001290" y="361498"/>
                </a:cubicBezTo>
                <a:lnTo>
                  <a:pt x="2004934" y="367570"/>
                </a:lnTo>
                <a:cubicBezTo>
                  <a:pt x="2005338" y="367975"/>
                  <a:pt x="2005338" y="368380"/>
                  <a:pt x="2004934" y="368784"/>
                </a:cubicBezTo>
                <a:lnTo>
                  <a:pt x="2001290" y="374857"/>
                </a:lnTo>
                <a:cubicBezTo>
                  <a:pt x="2001290" y="375261"/>
                  <a:pt x="2000886" y="375261"/>
                  <a:pt x="2000076" y="375261"/>
                </a:cubicBezTo>
                <a:lnTo>
                  <a:pt x="1992789" y="375261"/>
                </a:lnTo>
                <a:cubicBezTo>
                  <a:pt x="1992384" y="375261"/>
                  <a:pt x="1991980" y="375261"/>
                  <a:pt x="1991575" y="374857"/>
                </a:cubicBezTo>
                <a:lnTo>
                  <a:pt x="1987932" y="368784"/>
                </a:lnTo>
                <a:cubicBezTo>
                  <a:pt x="1987527" y="368380"/>
                  <a:pt x="1987527" y="367975"/>
                  <a:pt x="1987932" y="367570"/>
                </a:cubicBezTo>
                <a:lnTo>
                  <a:pt x="1991575" y="361498"/>
                </a:lnTo>
                <a:cubicBezTo>
                  <a:pt x="1991980" y="361498"/>
                  <a:pt x="1992384" y="361093"/>
                  <a:pt x="1992789" y="361093"/>
                </a:cubicBezTo>
                <a:close/>
                <a:moveTo>
                  <a:pt x="1911827" y="361093"/>
                </a:moveTo>
                <a:lnTo>
                  <a:pt x="1919114" y="361093"/>
                </a:lnTo>
                <a:cubicBezTo>
                  <a:pt x="1919519" y="361093"/>
                  <a:pt x="1919924" y="361093"/>
                  <a:pt x="1920328" y="361498"/>
                </a:cubicBezTo>
                <a:lnTo>
                  <a:pt x="1923972" y="367570"/>
                </a:lnTo>
                <a:cubicBezTo>
                  <a:pt x="1924376" y="367975"/>
                  <a:pt x="1924376" y="368380"/>
                  <a:pt x="1923972" y="368784"/>
                </a:cubicBezTo>
                <a:lnTo>
                  <a:pt x="1920328" y="374857"/>
                </a:lnTo>
                <a:cubicBezTo>
                  <a:pt x="1920328" y="375261"/>
                  <a:pt x="1919924" y="375261"/>
                  <a:pt x="1919114" y="375261"/>
                </a:cubicBezTo>
                <a:lnTo>
                  <a:pt x="1911827" y="375261"/>
                </a:lnTo>
                <a:cubicBezTo>
                  <a:pt x="1911422" y="375261"/>
                  <a:pt x="1911018" y="375261"/>
                  <a:pt x="1910613" y="374857"/>
                </a:cubicBezTo>
                <a:lnTo>
                  <a:pt x="1906970" y="368784"/>
                </a:lnTo>
                <a:cubicBezTo>
                  <a:pt x="1906565" y="368380"/>
                  <a:pt x="1906565" y="367975"/>
                  <a:pt x="1906970" y="367570"/>
                </a:cubicBezTo>
                <a:lnTo>
                  <a:pt x="1910613" y="361498"/>
                </a:lnTo>
                <a:cubicBezTo>
                  <a:pt x="1911018" y="361498"/>
                  <a:pt x="1911422" y="361093"/>
                  <a:pt x="1911827" y="361093"/>
                </a:cubicBezTo>
                <a:close/>
                <a:moveTo>
                  <a:pt x="1830864" y="361093"/>
                </a:moveTo>
                <a:lnTo>
                  <a:pt x="1838151" y="361093"/>
                </a:lnTo>
                <a:cubicBezTo>
                  <a:pt x="1838556" y="361093"/>
                  <a:pt x="1838961" y="361093"/>
                  <a:pt x="1839365" y="361498"/>
                </a:cubicBezTo>
                <a:lnTo>
                  <a:pt x="1843009" y="367570"/>
                </a:lnTo>
                <a:cubicBezTo>
                  <a:pt x="1843413" y="367975"/>
                  <a:pt x="1843413" y="368380"/>
                  <a:pt x="1843009" y="368784"/>
                </a:cubicBezTo>
                <a:lnTo>
                  <a:pt x="1839365" y="374857"/>
                </a:lnTo>
                <a:cubicBezTo>
                  <a:pt x="1839365" y="375261"/>
                  <a:pt x="1838961" y="375261"/>
                  <a:pt x="1838151" y="375261"/>
                </a:cubicBezTo>
                <a:lnTo>
                  <a:pt x="1830864" y="375261"/>
                </a:lnTo>
                <a:cubicBezTo>
                  <a:pt x="1830459" y="375261"/>
                  <a:pt x="1830055" y="375261"/>
                  <a:pt x="1829650" y="374857"/>
                </a:cubicBezTo>
                <a:lnTo>
                  <a:pt x="1826007" y="368784"/>
                </a:lnTo>
                <a:cubicBezTo>
                  <a:pt x="1825602" y="368380"/>
                  <a:pt x="1825602" y="367975"/>
                  <a:pt x="1826007" y="367570"/>
                </a:cubicBezTo>
                <a:lnTo>
                  <a:pt x="1829650" y="361498"/>
                </a:lnTo>
                <a:cubicBezTo>
                  <a:pt x="1830055" y="361498"/>
                  <a:pt x="1830459" y="361093"/>
                  <a:pt x="1830864" y="361093"/>
                </a:cubicBezTo>
                <a:close/>
                <a:moveTo>
                  <a:pt x="1629268" y="361093"/>
                </a:moveTo>
                <a:lnTo>
                  <a:pt x="1635745" y="361093"/>
                </a:lnTo>
                <a:cubicBezTo>
                  <a:pt x="1636149" y="361093"/>
                  <a:pt x="1636554" y="361093"/>
                  <a:pt x="1636959" y="361498"/>
                </a:cubicBezTo>
                <a:lnTo>
                  <a:pt x="1640197" y="367165"/>
                </a:lnTo>
                <a:cubicBezTo>
                  <a:pt x="1640602" y="367570"/>
                  <a:pt x="1640602" y="367975"/>
                  <a:pt x="1640197" y="368380"/>
                </a:cubicBezTo>
                <a:lnTo>
                  <a:pt x="1636959" y="374047"/>
                </a:lnTo>
                <a:cubicBezTo>
                  <a:pt x="1636554" y="374452"/>
                  <a:pt x="1636149" y="374857"/>
                  <a:pt x="1635745" y="374452"/>
                </a:cubicBezTo>
                <a:lnTo>
                  <a:pt x="1629268" y="374452"/>
                </a:lnTo>
                <a:cubicBezTo>
                  <a:pt x="1628863" y="374452"/>
                  <a:pt x="1628458" y="374452"/>
                  <a:pt x="1628053" y="374047"/>
                </a:cubicBezTo>
                <a:lnTo>
                  <a:pt x="1624815" y="368380"/>
                </a:lnTo>
                <a:cubicBezTo>
                  <a:pt x="1624410" y="367975"/>
                  <a:pt x="1624410" y="367570"/>
                  <a:pt x="1624815" y="367165"/>
                </a:cubicBezTo>
                <a:lnTo>
                  <a:pt x="1628053" y="361498"/>
                </a:lnTo>
                <a:cubicBezTo>
                  <a:pt x="1628458" y="361498"/>
                  <a:pt x="1628863" y="361093"/>
                  <a:pt x="1629268" y="361093"/>
                </a:cubicBezTo>
                <a:close/>
                <a:moveTo>
                  <a:pt x="1305418" y="361093"/>
                </a:moveTo>
                <a:lnTo>
                  <a:pt x="1311895" y="361093"/>
                </a:lnTo>
                <a:cubicBezTo>
                  <a:pt x="1312299" y="361093"/>
                  <a:pt x="1312704" y="361093"/>
                  <a:pt x="1313109" y="361498"/>
                </a:cubicBezTo>
                <a:lnTo>
                  <a:pt x="1316347" y="367165"/>
                </a:lnTo>
                <a:cubicBezTo>
                  <a:pt x="1316752" y="367570"/>
                  <a:pt x="1316752" y="367975"/>
                  <a:pt x="1316347" y="368380"/>
                </a:cubicBezTo>
                <a:lnTo>
                  <a:pt x="1313109" y="374047"/>
                </a:lnTo>
                <a:cubicBezTo>
                  <a:pt x="1312704" y="374452"/>
                  <a:pt x="1312299" y="374857"/>
                  <a:pt x="1311895" y="374452"/>
                </a:cubicBezTo>
                <a:lnTo>
                  <a:pt x="1305418" y="374452"/>
                </a:lnTo>
                <a:cubicBezTo>
                  <a:pt x="1305013" y="374452"/>
                  <a:pt x="1304608" y="374452"/>
                  <a:pt x="1304203" y="374047"/>
                </a:cubicBezTo>
                <a:lnTo>
                  <a:pt x="1300965" y="368380"/>
                </a:lnTo>
                <a:cubicBezTo>
                  <a:pt x="1300560" y="367975"/>
                  <a:pt x="1300560" y="367570"/>
                  <a:pt x="1300965" y="367165"/>
                </a:cubicBezTo>
                <a:lnTo>
                  <a:pt x="1304203" y="361498"/>
                </a:lnTo>
                <a:cubicBezTo>
                  <a:pt x="1304608" y="361498"/>
                  <a:pt x="1305013" y="361093"/>
                  <a:pt x="1305418" y="361093"/>
                </a:cubicBezTo>
                <a:close/>
                <a:moveTo>
                  <a:pt x="1224456" y="361093"/>
                </a:moveTo>
                <a:lnTo>
                  <a:pt x="1230528" y="361093"/>
                </a:lnTo>
                <a:cubicBezTo>
                  <a:pt x="1230933" y="361093"/>
                  <a:pt x="1231337" y="361498"/>
                  <a:pt x="1231742" y="361903"/>
                </a:cubicBezTo>
                <a:lnTo>
                  <a:pt x="1234576" y="367165"/>
                </a:lnTo>
                <a:cubicBezTo>
                  <a:pt x="1234981" y="367570"/>
                  <a:pt x="1234981" y="367975"/>
                  <a:pt x="1234576" y="368380"/>
                </a:cubicBezTo>
                <a:lnTo>
                  <a:pt x="1231742" y="373642"/>
                </a:lnTo>
                <a:cubicBezTo>
                  <a:pt x="1231337" y="374047"/>
                  <a:pt x="1230933" y="374452"/>
                  <a:pt x="1230528" y="374047"/>
                </a:cubicBezTo>
                <a:lnTo>
                  <a:pt x="1224456" y="374047"/>
                </a:lnTo>
                <a:cubicBezTo>
                  <a:pt x="1224051" y="374047"/>
                  <a:pt x="1223646" y="374047"/>
                  <a:pt x="1223241" y="373642"/>
                </a:cubicBezTo>
                <a:lnTo>
                  <a:pt x="1220408" y="368380"/>
                </a:lnTo>
                <a:cubicBezTo>
                  <a:pt x="1220003" y="367975"/>
                  <a:pt x="1220003" y="367570"/>
                  <a:pt x="1220408" y="367165"/>
                </a:cubicBezTo>
                <a:lnTo>
                  <a:pt x="1223241" y="361903"/>
                </a:lnTo>
                <a:cubicBezTo>
                  <a:pt x="1223646" y="361498"/>
                  <a:pt x="1224051" y="361093"/>
                  <a:pt x="1224456" y="361093"/>
                </a:cubicBezTo>
                <a:close/>
                <a:moveTo>
                  <a:pt x="2154714" y="360688"/>
                </a:moveTo>
                <a:lnTo>
                  <a:pt x="2162406" y="360688"/>
                </a:lnTo>
                <a:cubicBezTo>
                  <a:pt x="2162811" y="360688"/>
                  <a:pt x="2163215" y="360688"/>
                  <a:pt x="2163620" y="361093"/>
                </a:cubicBezTo>
                <a:lnTo>
                  <a:pt x="2167263" y="367570"/>
                </a:lnTo>
                <a:cubicBezTo>
                  <a:pt x="2167668" y="367975"/>
                  <a:pt x="2167668" y="368380"/>
                  <a:pt x="2167263" y="368784"/>
                </a:cubicBezTo>
                <a:lnTo>
                  <a:pt x="2163620" y="375261"/>
                </a:lnTo>
                <a:cubicBezTo>
                  <a:pt x="2163215" y="375666"/>
                  <a:pt x="2162811" y="375666"/>
                  <a:pt x="2162406" y="375666"/>
                </a:cubicBezTo>
                <a:lnTo>
                  <a:pt x="2154714" y="375666"/>
                </a:lnTo>
                <a:cubicBezTo>
                  <a:pt x="2154309" y="375666"/>
                  <a:pt x="2153905" y="375666"/>
                  <a:pt x="2153500" y="375261"/>
                </a:cubicBezTo>
                <a:lnTo>
                  <a:pt x="2149857" y="368784"/>
                </a:lnTo>
                <a:cubicBezTo>
                  <a:pt x="2149452" y="368380"/>
                  <a:pt x="2149452" y="367975"/>
                  <a:pt x="2149857" y="367570"/>
                </a:cubicBezTo>
                <a:lnTo>
                  <a:pt x="2153500" y="361093"/>
                </a:lnTo>
                <a:cubicBezTo>
                  <a:pt x="2153905" y="361093"/>
                  <a:pt x="2154309" y="360688"/>
                  <a:pt x="2154714" y="360688"/>
                </a:cubicBezTo>
                <a:close/>
                <a:moveTo>
                  <a:pt x="2033675" y="360688"/>
                </a:moveTo>
                <a:lnTo>
                  <a:pt x="2040557" y="360688"/>
                </a:lnTo>
                <a:cubicBezTo>
                  <a:pt x="2040962" y="360688"/>
                  <a:pt x="2041367" y="360688"/>
                  <a:pt x="2041772" y="361093"/>
                </a:cubicBezTo>
                <a:lnTo>
                  <a:pt x="2045415" y="367165"/>
                </a:lnTo>
                <a:cubicBezTo>
                  <a:pt x="2045820" y="367570"/>
                  <a:pt x="2045820" y="367975"/>
                  <a:pt x="2045415" y="368380"/>
                </a:cubicBezTo>
                <a:lnTo>
                  <a:pt x="2041772" y="374452"/>
                </a:lnTo>
                <a:cubicBezTo>
                  <a:pt x="2041772" y="374856"/>
                  <a:pt x="2041367" y="375261"/>
                  <a:pt x="2040557" y="374856"/>
                </a:cubicBezTo>
                <a:lnTo>
                  <a:pt x="2033675" y="374856"/>
                </a:lnTo>
                <a:cubicBezTo>
                  <a:pt x="2033271" y="374856"/>
                  <a:pt x="2032866" y="374856"/>
                  <a:pt x="2032461" y="374452"/>
                </a:cubicBezTo>
                <a:lnTo>
                  <a:pt x="2028818" y="368380"/>
                </a:lnTo>
                <a:cubicBezTo>
                  <a:pt x="2028413" y="367975"/>
                  <a:pt x="2028413" y="367570"/>
                  <a:pt x="2028818" y="367165"/>
                </a:cubicBezTo>
                <a:lnTo>
                  <a:pt x="2032461" y="361093"/>
                </a:lnTo>
                <a:cubicBezTo>
                  <a:pt x="2032866" y="361093"/>
                  <a:pt x="2033271" y="360688"/>
                  <a:pt x="2033675" y="360688"/>
                </a:cubicBezTo>
                <a:close/>
                <a:moveTo>
                  <a:pt x="1871751" y="360688"/>
                </a:moveTo>
                <a:lnTo>
                  <a:pt x="1878632" y="360688"/>
                </a:lnTo>
                <a:cubicBezTo>
                  <a:pt x="1879037" y="360688"/>
                  <a:pt x="1879442" y="360688"/>
                  <a:pt x="1879847" y="361093"/>
                </a:cubicBezTo>
                <a:lnTo>
                  <a:pt x="1883085" y="367165"/>
                </a:lnTo>
                <a:cubicBezTo>
                  <a:pt x="1883490" y="367570"/>
                  <a:pt x="1883490" y="367975"/>
                  <a:pt x="1883085" y="368380"/>
                </a:cubicBezTo>
                <a:lnTo>
                  <a:pt x="1879847" y="374452"/>
                </a:lnTo>
                <a:cubicBezTo>
                  <a:pt x="1879442" y="374856"/>
                  <a:pt x="1879442" y="375261"/>
                  <a:pt x="1878632" y="374856"/>
                </a:cubicBezTo>
                <a:lnTo>
                  <a:pt x="1871751" y="374856"/>
                </a:lnTo>
                <a:cubicBezTo>
                  <a:pt x="1871346" y="374856"/>
                  <a:pt x="1870941" y="374856"/>
                  <a:pt x="1870536" y="374452"/>
                </a:cubicBezTo>
                <a:lnTo>
                  <a:pt x="1867298" y="368380"/>
                </a:lnTo>
                <a:cubicBezTo>
                  <a:pt x="1866893" y="367975"/>
                  <a:pt x="1866893" y="367570"/>
                  <a:pt x="1867298" y="367165"/>
                </a:cubicBezTo>
                <a:lnTo>
                  <a:pt x="1870536" y="361093"/>
                </a:lnTo>
                <a:cubicBezTo>
                  <a:pt x="1870941" y="361093"/>
                  <a:pt x="1871346" y="360688"/>
                  <a:pt x="1871751" y="360688"/>
                </a:cubicBezTo>
                <a:close/>
                <a:moveTo>
                  <a:pt x="1790788" y="360688"/>
                </a:moveTo>
                <a:lnTo>
                  <a:pt x="1797670" y="360688"/>
                </a:lnTo>
                <a:cubicBezTo>
                  <a:pt x="1798075" y="360688"/>
                  <a:pt x="1798480" y="361093"/>
                  <a:pt x="1798885" y="361498"/>
                </a:cubicBezTo>
                <a:lnTo>
                  <a:pt x="1802528" y="367570"/>
                </a:lnTo>
                <a:cubicBezTo>
                  <a:pt x="1802933" y="367975"/>
                  <a:pt x="1802933" y="368380"/>
                  <a:pt x="1802528" y="368784"/>
                </a:cubicBezTo>
                <a:lnTo>
                  <a:pt x="1798885" y="374856"/>
                </a:lnTo>
                <a:cubicBezTo>
                  <a:pt x="1798885" y="374856"/>
                  <a:pt x="1798480" y="375261"/>
                  <a:pt x="1797670" y="375666"/>
                </a:cubicBezTo>
                <a:lnTo>
                  <a:pt x="1790788" y="375666"/>
                </a:lnTo>
                <a:cubicBezTo>
                  <a:pt x="1790384" y="375666"/>
                  <a:pt x="1789979" y="375261"/>
                  <a:pt x="1789574" y="374856"/>
                </a:cubicBezTo>
                <a:lnTo>
                  <a:pt x="1785931" y="368784"/>
                </a:lnTo>
                <a:cubicBezTo>
                  <a:pt x="1785526" y="368380"/>
                  <a:pt x="1785526" y="367975"/>
                  <a:pt x="1785931" y="367570"/>
                </a:cubicBezTo>
                <a:lnTo>
                  <a:pt x="1789574" y="361498"/>
                </a:lnTo>
                <a:cubicBezTo>
                  <a:pt x="1789979" y="361093"/>
                  <a:pt x="1790384" y="360688"/>
                  <a:pt x="1790788" y="360688"/>
                </a:cubicBezTo>
                <a:close/>
                <a:moveTo>
                  <a:pt x="1749902" y="360688"/>
                </a:moveTo>
                <a:lnTo>
                  <a:pt x="1757594" y="360688"/>
                </a:lnTo>
                <a:cubicBezTo>
                  <a:pt x="1757999" y="360688"/>
                  <a:pt x="1758403" y="360688"/>
                  <a:pt x="1758808" y="361093"/>
                </a:cubicBezTo>
                <a:lnTo>
                  <a:pt x="1762451" y="367570"/>
                </a:lnTo>
                <a:cubicBezTo>
                  <a:pt x="1762856" y="367975"/>
                  <a:pt x="1762856" y="368380"/>
                  <a:pt x="1762451" y="368784"/>
                </a:cubicBezTo>
                <a:lnTo>
                  <a:pt x="1758808" y="375261"/>
                </a:lnTo>
                <a:cubicBezTo>
                  <a:pt x="1758403" y="375666"/>
                  <a:pt x="1757999" y="375666"/>
                  <a:pt x="1757594" y="376071"/>
                </a:cubicBezTo>
                <a:lnTo>
                  <a:pt x="1749902" y="376071"/>
                </a:lnTo>
                <a:cubicBezTo>
                  <a:pt x="1749497" y="376071"/>
                  <a:pt x="1749093" y="375666"/>
                  <a:pt x="1748688" y="375261"/>
                </a:cubicBezTo>
                <a:lnTo>
                  <a:pt x="1745045" y="368784"/>
                </a:lnTo>
                <a:cubicBezTo>
                  <a:pt x="1744640" y="368380"/>
                  <a:pt x="1744640" y="367975"/>
                  <a:pt x="1745045" y="367570"/>
                </a:cubicBezTo>
                <a:lnTo>
                  <a:pt x="1748688" y="361093"/>
                </a:lnTo>
                <a:cubicBezTo>
                  <a:pt x="1749093" y="361093"/>
                  <a:pt x="1749497" y="360688"/>
                  <a:pt x="1749902" y="360688"/>
                </a:cubicBezTo>
                <a:close/>
                <a:moveTo>
                  <a:pt x="1709420" y="360688"/>
                </a:moveTo>
                <a:lnTo>
                  <a:pt x="1717112" y="360688"/>
                </a:lnTo>
                <a:cubicBezTo>
                  <a:pt x="1717517" y="360688"/>
                  <a:pt x="1717921" y="360688"/>
                  <a:pt x="1718326" y="361093"/>
                </a:cubicBezTo>
                <a:lnTo>
                  <a:pt x="1721969" y="367570"/>
                </a:lnTo>
                <a:cubicBezTo>
                  <a:pt x="1722374" y="367975"/>
                  <a:pt x="1722374" y="368380"/>
                  <a:pt x="1721969" y="368784"/>
                </a:cubicBezTo>
                <a:lnTo>
                  <a:pt x="1718326" y="375261"/>
                </a:lnTo>
                <a:cubicBezTo>
                  <a:pt x="1717921" y="375666"/>
                  <a:pt x="1717517" y="375666"/>
                  <a:pt x="1717112" y="376071"/>
                </a:cubicBezTo>
                <a:lnTo>
                  <a:pt x="1709420" y="376071"/>
                </a:lnTo>
                <a:cubicBezTo>
                  <a:pt x="1709015" y="376071"/>
                  <a:pt x="1708611" y="375666"/>
                  <a:pt x="1708206" y="375261"/>
                </a:cubicBezTo>
                <a:lnTo>
                  <a:pt x="1704563" y="368784"/>
                </a:lnTo>
                <a:cubicBezTo>
                  <a:pt x="1704158" y="368380"/>
                  <a:pt x="1704158" y="367975"/>
                  <a:pt x="1704563" y="367570"/>
                </a:cubicBezTo>
                <a:lnTo>
                  <a:pt x="1708206" y="361093"/>
                </a:lnTo>
                <a:cubicBezTo>
                  <a:pt x="1708611" y="361093"/>
                  <a:pt x="1709015" y="360688"/>
                  <a:pt x="1709420" y="360688"/>
                </a:cubicBezTo>
                <a:close/>
                <a:moveTo>
                  <a:pt x="1668939" y="360688"/>
                </a:moveTo>
                <a:lnTo>
                  <a:pt x="1676631" y="360688"/>
                </a:lnTo>
                <a:cubicBezTo>
                  <a:pt x="1677036" y="360688"/>
                  <a:pt x="1677440" y="360688"/>
                  <a:pt x="1677845" y="361093"/>
                </a:cubicBezTo>
                <a:lnTo>
                  <a:pt x="1681488" y="367570"/>
                </a:lnTo>
                <a:cubicBezTo>
                  <a:pt x="1681893" y="367975"/>
                  <a:pt x="1681893" y="368380"/>
                  <a:pt x="1681488" y="368784"/>
                </a:cubicBezTo>
                <a:lnTo>
                  <a:pt x="1677845" y="375261"/>
                </a:lnTo>
                <a:cubicBezTo>
                  <a:pt x="1677440" y="375666"/>
                  <a:pt x="1677036" y="375666"/>
                  <a:pt x="1676631" y="375666"/>
                </a:cubicBezTo>
                <a:lnTo>
                  <a:pt x="1668939" y="375666"/>
                </a:lnTo>
                <a:cubicBezTo>
                  <a:pt x="1668534" y="375666"/>
                  <a:pt x="1668130" y="375666"/>
                  <a:pt x="1667725" y="375261"/>
                </a:cubicBezTo>
                <a:lnTo>
                  <a:pt x="1664082" y="368784"/>
                </a:lnTo>
                <a:cubicBezTo>
                  <a:pt x="1663677" y="368380"/>
                  <a:pt x="1663677" y="367975"/>
                  <a:pt x="1664082" y="367570"/>
                </a:cubicBezTo>
                <a:lnTo>
                  <a:pt x="1667725" y="361093"/>
                </a:lnTo>
                <a:cubicBezTo>
                  <a:pt x="1668130" y="361093"/>
                  <a:pt x="1668534" y="360688"/>
                  <a:pt x="1668939" y="360688"/>
                </a:cubicBezTo>
                <a:close/>
                <a:moveTo>
                  <a:pt x="2114233" y="359878"/>
                </a:moveTo>
                <a:lnTo>
                  <a:pt x="2121925" y="359878"/>
                </a:lnTo>
                <a:cubicBezTo>
                  <a:pt x="2122329" y="359878"/>
                  <a:pt x="2122734" y="359878"/>
                  <a:pt x="2123139" y="360283"/>
                </a:cubicBezTo>
                <a:lnTo>
                  <a:pt x="2127187" y="367165"/>
                </a:lnTo>
                <a:cubicBezTo>
                  <a:pt x="2127592" y="367569"/>
                  <a:pt x="2127592" y="367974"/>
                  <a:pt x="2127187" y="368379"/>
                </a:cubicBezTo>
                <a:lnTo>
                  <a:pt x="2123139" y="375261"/>
                </a:lnTo>
                <a:cubicBezTo>
                  <a:pt x="2123139" y="375666"/>
                  <a:pt x="2122734" y="376071"/>
                  <a:pt x="2121925" y="375666"/>
                </a:cubicBezTo>
                <a:lnTo>
                  <a:pt x="2114233" y="375666"/>
                </a:lnTo>
                <a:cubicBezTo>
                  <a:pt x="2113828" y="375666"/>
                  <a:pt x="2113424" y="375666"/>
                  <a:pt x="2113019" y="375261"/>
                </a:cubicBezTo>
                <a:lnTo>
                  <a:pt x="2108971" y="368379"/>
                </a:lnTo>
                <a:cubicBezTo>
                  <a:pt x="2108566" y="367974"/>
                  <a:pt x="2108566" y="367569"/>
                  <a:pt x="2108971" y="367165"/>
                </a:cubicBezTo>
                <a:lnTo>
                  <a:pt x="2113019" y="360283"/>
                </a:lnTo>
                <a:cubicBezTo>
                  <a:pt x="2113424" y="360283"/>
                  <a:pt x="2113828" y="359878"/>
                  <a:pt x="2114233" y="359878"/>
                </a:cubicBezTo>
                <a:close/>
                <a:moveTo>
                  <a:pt x="2478160" y="359474"/>
                </a:moveTo>
                <a:lnTo>
                  <a:pt x="2487066" y="359474"/>
                </a:lnTo>
                <a:cubicBezTo>
                  <a:pt x="2487471" y="359474"/>
                  <a:pt x="2487876" y="359474"/>
                  <a:pt x="2488280" y="359879"/>
                </a:cubicBezTo>
                <a:lnTo>
                  <a:pt x="2492733" y="367570"/>
                </a:lnTo>
                <a:cubicBezTo>
                  <a:pt x="2493138" y="367975"/>
                  <a:pt x="2493138" y="368380"/>
                  <a:pt x="2492733" y="368785"/>
                </a:cubicBezTo>
                <a:lnTo>
                  <a:pt x="2488280" y="376476"/>
                </a:lnTo>
                <a:cubicBezTo>
                  <a:pt x="2487876" y="376881"/>
                  <a:pt x="2487471" y="376881"/>
                  <a:pt x="2487066" y="376881"/>
                </a:cubicBezTo>
                <a:lnTo>
                  <a:pt x="2478160" y="376881"/>
                </a:lnTo>
                <a:cubicBezTo>
                  <a:pt x="2477755" y="376881"/>
                  <a:pt x="2477351" y="376881"/>
                  <a:pt x="2476946" y="376476"/>
                </a:cubicBezTo>
                <a:lnTo>
                  <a:pt x="2472493" y="368785"/>
                </a:lnTo>
                <a:cubicBezTo>
                  <a:pt x="2472088" y="368380"/>
                  <a:pt x="2472088" y="367975"/>
                  <a:pt x="2472493" y="367570"/>
                </a:cubicBezTo>
                <a:lnTo>
                  <a:pt x="2476946" y="359879"/>
                </a:lnTo>
                <a:cubicBezTo>
                  <a:pt x="2477351" y="359879"/>
                  <a:pt x="2477755" y="359474"/>
                  <a:pt x="2478160" y="359474"/>
                </a:cubicBezTo>
                <a:close/>
                <a:moveTo>
                  <a:pt x="3449305" y="359069"/>
                </a:moveTo>
                <a:lnTo>
                  <a:pt x="3458616" y="359069"/>
                </a:lnTo>
                <a:cubicBezTo>
                  <a:pt x="3459020" y="359069"/>
                  <a:pt x="3459425" y="359069"/>
                  <a:pt x="3459830" y="359474"/>
                </a:cubicBezTo>
                <a:lnTo>
                  <a:pt x="3464688" y="367570"/>
                </a:lnTo>
                <a:cubicBezTo>
                  <a:pt x="3465093" y="367975"/>
                  <a:pt x="3465093" y="368380"/>
                  <a:pt x="3464688" y="368784"/>
                </a:cubicBezTo>
                <a:lnTo>
                  <a:pt x="3459830" y="376881"/>
                </a:lnTo>
                <a:cubicBezTo>
                  <a:pt x="3459830" y="377286"/>
                  <a:pt x="3459425" y="377286"/>
                  <a:pt x="3458616" y="377286"/>
                </a:cubicBezTo>
                <a:lnTo>
                  <a:pt x="3449305" y="377286"/>
                </a:lnTo>
                <a:cubicBezTo>
                  <a:pt x="3448900" y="377286"/>
                  <a:pt x="3448495" y="377286"/>
                  <a:pt x="3448091" y="376881"/>
                </a:cubicBezTo>
                <a:lnTo>
                  <a:pt x="3443233" y="368784"/>
                </a:lnTo>
                <a:cubicBezTo>
                  <a:pt x="3442828" y="368380"/>
                  <a:pt x="3442828" y="367975"/>
                  <a:pt x="3443233" y="367570"/>
                </a:cubicBezTo>
                <a:lnTo>
                  <a:pt x="3448091" y="359474"/>
                </a:lnTo>
                <a:cubicBezTo>
                  <a:pt x="3448495" y="359474"/>
                  <a:pt x="3448900" y="359069"/>
                  <a:pt x="3449305" y="359069"/>
                </a:cubicBezTo>
                <a:close/>
                <a:moveTo>
                  <a:pt x="3489786" y="358664"/>
                </a:moveTo>
                <a:lnTo>
                  <a:pt x="3499097" y="358664"/>
                </a:lnTo>
                <a:cubicBezTo>
                  <a:pt x="3499501" y="358664"/>
                  <a:pt x="3499906" y="358664"/>
                  <a:pt x="3500311" y="359069"/>
                </a:cubicBezTo>
                <a:lnTo>
                  <a:pt x="3505169" y="367165"/>
                </a:lnTo>
                <a:cubicBezTo>
                  <a:pt x="3505574" y="367570"/>
                  <a:pt x="3505574" y="367975"/>
                  <a:pt x="3505169" y="368380"/>
                </a:cubicBezTo>
                <a:lnTo>
                  <a:pt x="3500311" y="376476"/>
                </a:lnTo>
                <a:cubicBezTo>
                  <a:pt x="3500311" y="376881"/>
                  <a:pt x="3499906" y="377285"/>
                  <a:pt x="3499097" y="376881"/>
                </a:cubicBezTo>
                <a:lnTo>
                  <a:pt x="3489786" y="376881"/>
                </a:lnTo>
                <a:cubicBezTo>
                  <a:pt x="3489381" y="376881"/>
                  <a:pt x="3488976" y="376881"/>
                  <a:pt x="3488572" y="376476"/>
                </a:cubicBezTo>
                <a:lnTo>
                  <a:pt x="3483714" y="368380"/>
                </a:lnTo>
                <a:cubicBezTo>
                  <a:pt x="3483309" y="367975"/>
                  <a:pt x="3483309" y="367570"/>
                  <a:pt x="3483714" y="367165"/>
                </a:cubicBezTo>
                <a:lnTo>
                  <a:pt x="3488572" y="359069"/>
                </a:lnTo>
                <a:cubicBezTo>
                  <a:pt x="3488976" y="359069"/>
                  <a:pt x="3489381" y="358664"/>
                  <a:pt x="3489786" y="358664"/>
                </a:cubicBezTo>
                <a:close/>
                <a:moveTo>
                  <a:pt x="3205607" y="357854"/>
                </a:moveTo>
                <a:lnTo>
                  <a:pt x="3216537" y="357854"/>
                </a:lnTo>
                <a:cubicBezTo>
                  <a:pt x="3216942" y="357854"/>
                  <a:pt x="3217347" y="357854"/>
                  <a:pt x="3217752" y="358259"/>
                </a:cubicBezTo>
                <a:lnTo>
                  <a:pt x="3223015" y="367569"/>
                </a:lnTo>
                <a:cubicBezTo>
                  <a:pt x="3223419" y="367974"/>
                  <a:pt x="3223419" y="368379"/>
                  <a:pt x="3223015" y="368784"/>
                </a:cubicBezTo>
                <a:lnTo>
                  <a:pt x="3217752" y="378095"/>
                </a:lnTo>
                <a:cubicBezTo>
                  <a:pt x="3217752" y="378499"/>
                  <a:pt x="3217347" y="378499"/>
                  <a:pt x="3216537" y="378499"/>
                </a:cubicBezTo>
                <a:lnTo>
                  <a:pt x="3205607" y="378499"/>
                </a:lnTo>
                <a:cubicBezTo>
                  <a:pt x="3205203" y="378499"/>
                  <a:pt x="3204798" y="378499"/>
                  <a:pt x="3204393" y="378095"/>
                </a:cubicBezTo>
                <a:lnTo>
                  <a:pt x="3199131" y="368784"/>
                </a:lnTo>
                <a:cubicBezTo>
                  <a:pt x="3198726" y="368379"/>
                  <a:pt x="3198726" y="367974"/>
                  <a:pt x="3199131" y="367569"/>
                </a:cubicBezTo>
                <a:lnTo>
                  <a:pt x="3204393" y="358259"/>
                </a:lnTo>
                <a:cubicBezTo>
                  <a:pt x="3204798" y="358259"/>
                  <a:pt x="3205203" y="357854"/>
                  <a:pt x="3205607" y="357854"/>
                </a:cubicBezTo>
                <a:close/>
                <a:moveTo>
                  <a:pt x="3367533" y="357449"/>
                </a:moveTo>
                <a:lnTo>
                  <a:pt x="3378867" y="357449"/>
                </a:lnTo>
                <a:cubicBezTo>
                  <a:pt x="3379272" y="357449"/>
                  <a:pt x="3379677" y="357449"/>
                  <a:pt x="3380082" y="357854"/>
                </a:cubicBezTo>
                <a:lnTo>
                  <a:pt x="3385749" y="367569"/>
                </a:lnTo>
                <a:cubicBezTo>
                  <a:pt x="3386154" y="367974"/>
                  <a:pt x="3386154" y="368379"/>
                  <a:pt x="3385749" y="368784"/>
                </a:cubicBezTo>
                <a:lnTo>
                  <a:pt x="3380082" y="378499"/>
                </a:lnTo>
                <a:cubicBezTo>
                  <a:pt x="3379677" y="378904"/>
                  <a:pt x="3379272" y="378904"/>
                  <a:pt x="3378867" y="379309"/>
                </a:cubicBezTo>
                <a:lnTo>
                  <a:pt x="3367533" y="379309"/>
                </a:lnTo>
                <a:cubicBezTo>
                  <a:pt x="3367128" y="379309"/>
                  <a:pt x="3366723" y="378904"/>
                  <a:pt x="3366318" y="378499"/>
                </a:cubicBezTo>
                <a:lnTo>
                  <a:pt x="3360651" y="368784"/>
                </a:lnTo>
                <a:cubicBezTo>
                  <a:pt x="3360246" y="368379"/>
                  <a:pt x="3360246" y="367974"/>
                  <a:pt x="3360651" y="367569"/>
                </a:cubicBezTo>
                <a:lnTo>
                  <a:pt x="3366318" y="357854"/>
                </a:lnTo>
                <a:cubicBezTo>
                  <a:pt x="3366723" y="357854"/>
                  <a:pt x="3367128" y="357449"/>
                  <a:pt x="3367533" y="357449"/>
                </a:cubicBezTo>
                <a:close/>
                <a:moveTo>
                  <a:pt x="3327456" y="357449"/>
                </a:moveTo>
                <a:lnTo>
                  <a:pt x="3337981" y="357449"/>
                </a:lnTo>
                <a:cubicBezTo>
                  <a:pt x="3338387" y="357449"/>
                  <a:pt x="3338791" y="357449"/>
                  <a:pt x="3339196" y="357854"/>
                </a:cubicBezTo>
                <a:lnTo>
                  <a:pt x="3344459" y="367164"/>
                </a:lnTo>
                <a:cubicBezTo>
                  <a:pt x="3344864" y="367569"/>
                  <a:pt x="3344864" y="367974"/>
                  <a:pt x="3344459" y="368379"/>
                </a:cubicBezTo>
                <a:lnTo>
                  <a:pt x="3339196" y="377690"/>
                </a:lnTo>
                <a:cubicBezTo>
                  <a:pt x="3338791" y="378094"/>
                  <a:pt x="3338387" y="378499"/>
                  <a:pt x="3337981" y="378094"/>
                </a:cubicBezTo>
                <a:lnTo>
                  <a:pt x="3327456" y="378094"/>
                </a:lnTo>
                <a:cubicBezTo>
                  <a:pt x="3327052" y="378094"/>
                  <a:pt x="3326647" y="378094"/>
                  <a:pt x="3326242" y="377690"/>
                </a:cubicBezTo>
                <a:lnTo>
                  <a:pt x="3320980" y="368379"/>
                </a:lnTo>
                <a:cubicBezTo>
                  <a:pt x="3320575" y="367974"/>
                  <a:pt x="3320575" y="367569"/>
                  <a:pt x="3320980" y="367164"/>
                </a:cubicBezTo>
                <a:lnTo>
                  <a:pt x="3326242" y="357854"/>
                </a:lnTo>
                <a:cubicBezTo>
                  <a:pt x="3326647" y="357854"/>
                  <a:pt x="3327052" y="357449"/>
                  <a:pt x="3327456" y="357449"/>
                </a:cubicBezTo>
                <a:close/>
                <a:moveTo>
                  <a:pt x="3286166" y="357045"/>
                </a:moveTo>
                <a:lnTo>
                  <a:pt x="3297500" y="357045"/>
                </a:lnTo>
                <a:cubicBezTo>
                  <a:pt x="3297905" y="357045"/>
                  <a:pt x="3298310" y="357045"/>
                  <a:pt x="3298715" y="357450"/>
                </a:cubicBezTo>
                <a:lnTo>
                  <a:pt x="3304382" y="367165"/>
                </a:lnTo>
                <a:cubicBezTo>
                  <a:pt x="3304787" y="367570"/>
                  <a:pt x="3304787" y="367975"/>
                  <a:pt x="3304382" y="368380"/>
                </a:cubicBezTo>
                <a:lnTo>
                  <a:pt x="3298715" y="378095"/>
                </a:lnTo>
                <a:cubicBezTo>
                  <a:pt x="3298715" y="378500"/>
                  <a:pt x="3298310" y="378905"/>
                  <a:pt x="3297500" y="378500"/>
                </a:cubicBezTo>
                <a:lnTo>
                  <a:pt x="3286166" y="378500"/>
                </a:lnTo>
                <a:cubicBezTo>
                  <a:pt x="3285761" y="378500"/>
                  <a:pt x="3285356" y="378500"/>
                  <a:pt x="3284951" y="378095"/>
                </a:cubicBezTo>
                <a:lnTo>
                  <a:pt x="3279284" y="368380"/>
                </a:lnTo>
                <a:cubicBezTo>
                  <a:pt x="3278879" y="367975"/>
                  <a:pt x="3278879" y="367570"/>
                  <a:pt x="3279284" y="367165"/>
                </a:cubicBezTo>
                <a:lnTo>
                  <a:pt x="3284951" y="357450"/>
                </a:lnTo>
                <a:cubicBezTo>
                  <a:pt x="3285356" y="357450"/>
                  <a:pt x="3285761" y="357045"/>
                  <a:pt x="3286166" y="357045"/>
                </a:cubicBezTo>
                <a:close/>
                <a:moveTo>
                  <a:pt x="3245685" y="357045"/>
                </a:moveTo>
                <a:lnTo>
                  <a:pt x="3257019" y="357045"/>
                </a:lnTo>
                <a:cubicBezTo>
                  <a:pt x="3257424" y="357045"/>
                  <a:pt x="3257829" y="357045"/>
                  <a:pt x="3258234" y="357450"/>
                </a:cubicBezTo>
                <a:lnTo>
                  <a:pt x="3263901" y="367165"/>
                </a:lnTo>
                <a:cubicBezTo>
                  <a:pt x="3264306" y="367570"/>
                  <a:pt x="3264306" y="367975"/>
                  <a:pt x="3263901" y="368380"/>
                </a:cubicBezTo>
                <a:lnTo>
                  <a:pt x="3258234" y="378095"/>
                </a:lnTo>
                <a:cubicBezTo>
                  <a:pt x="3258234" y="378500"/>
                  <a:pt x="3257829" y="378905"/>
                  <a:pt x="3257019" y="378500"/>
                </a:cubicBezTo>
                <a:lnTo>
                  <a:pt x="3245685" y="378500"/>
                </a:lnTo>
                <a:cubicBezTo>
                  <a:pt x="3245280" y="378500"/>
                  <a:pt x="3244875" y="378500"/>
                  <a:pt x="3244470" y="378095"/>
                </a:cubicBezTo>
                <a:lnTo>
                  <a:pt x="3238803" y="368380"/>
                </a:lnTo>
                <a:cubicBezTo>
                  <a:pt x="3238398" y="367975"/>
                  <a:pt x="3238398" y="367570"/>
                  <a:pt x="3238803" y="367165"/>
                </a:cubicBezTo>
                <a:lnTo>
                  <a:pt x="3244470" y="357450"/>
                </a:lnTo>
                <a:cubicBezTo>
                  <a:pt x="3244875" y="357450"/>
                  <a:pt x="3245280" y="357045"/>
                  <a:pt x="3245685" y="357045"/>
                </a:cubicBezTo>
                <a:close/>
                <a:moveTo>
                  <a:pt x="3407610" y="356640"/>
                </a:moveTo>
                <a:lnTo>
                  <a:pt x="3419349" y="356640"/>
                </a:lnTo>
                <a:cubicBezTo>
                  <a:pt x="3419754" y="356640"/>
                  <a:pt x="3420159" y="356640"/>
                  <a:pt x="3420563" y="357045"/>
                </a:cubicBezTo>
                <a:lnTo>
                  <a:pt x="3426231" y="367165"/>
                </a:lnTo>
                <a:cubicBezTo>
                  <a:pt x="3426636" y="367570"/>
                  <a:pt x="3426636" y="367975"/>
                  <a:pt x="3426231" y="368380"/>
                </a:cubicBezTo>
                <a:lnTo>
                  <a:pt x="3420563" y="378500"/>
                </a:lnTo>
                <a:cubicBezTo>
                  <a:pt x="3420159" y="378905"/>
                  <a:pt x="3419754" y="379310"/>
                  <a:pt x="3419349" y="378905"/>
                </a:cubicBezTo>
                <a:lnTo>
                  <a:pt x="3407610" y="378905"/>
                </a:lnTo>
                <a:cubicBezTo>
                  <a:pt x="3407205" y="378905"/>
                  <a:pt x="3406800" y="378905"/>
                  <a:pt x="3406395" y="378500"/>
                </a:cubicBezTo>
                <a:lnTo>
                  <a:pt x="3400728" y="368380"/>
                </a:lnTo>
                <a:cubicBezTo>
                  <a:pt x="3400323" y="367975"/>
                  <a:pt x="3400323" y="367570"/>
                  <a:pt x="3400728" y="367165"/>
                </a:cubicBezTo>
                <a:lnTo>
                  <a:pt x="3406395" y="357045"/>
                </a:lnTo>
                <a:cubicBezTo>
                  <a:pt x="3406800" y="357045"/>
                  <a:pt x="3407205" y="356640"/>
                  <a:pt x="3407610" y="356640"/>
                </a:cubicBezTo>
                <a:close/>
                <a:moveTo>
                  <a:pt x="3165127" y="356640"/>
                </a:moveTo>
                <a:lnTo>
                  <a:pt x="3176056" y="356640"/>
                </a:lnTo>
                <a:cubicBezTo>
                  <a:pt x="3176461" y="356640"/>
                  <a:pt x="3176866" y="357045"/>
                  <a:pt x="3177271" y="357450"/>
                </a:cubicBezTo>
                <a:lnTo>
                  <a:pt x="3182938" y="367165"/>
                </a:lnTo>
                <a:cubicBezTo>
                  <a:pt x="3183343" y="367570"/>
                  <a:pt x="3183343" y="367975"/>
                  <a:pt x="3182938" y="368380"/>
                </a:cubicBezTo>
                <a:lnTo>
                  <a:pt x="3177271" y="378095"/>
                </a:lnTo>
                <a:cubicBezTo>
                  <a:pt x="3177271" y="378500"/>
                  <a:pt x="3176866" y="378905"/>
                  <a:pt x="3176056" y="378905"/>
                </a:cubicBezTo>
                <a:lnTo>
                  <a:pt x="3165127" y="378905"/>
                </a:lnTo>
                <a:cubicBezTo>
                  <a:pt x="3164722" y="378905"/>
                  <a:pt x="3164317" y="378500"/>
                  <a:pt x="3163912" y="378095"/>
                </a:cubicBezTo>
                <a:lnTo>
                  <a:pt x="3158245" y="368380"/>
                </a:lnTo>
                <a:cubicBezTo>
                  <a:pt x="3157840" y="367975"/>
                  <a:pt x="3157840" y="367570"/>
                  <a:pt x="3158245" y="367165"/>
                </a:cubicBezTo>
                <a:lnTo>
                  <a:pt x="3163912" y="357450"/>
                </a:lnTo>
                <a:cubicBezTo>
                  <a:pt x="3164317" y="357045"/>
                  <a:pt x="3164722" y="356640"/>
                  <a:pt x="3165127" y="356640"/>
                </a:cubicBezTo>
                <a:close/>
                <a:moveTo>
                  <a:pt x="3124646" y="356640"/>
                </a:moveTo>
                <a:lnTo>
                  <a:pt x="3135980" y="356640"/>
                </a:lnTo>
                <a:cubicBezTo>
                  <a:pt x="3136385" y="356640"/>
                  <a:pt x="3136790" y="356640"/>
                  <a:pt x="3137195" y="357045"/>
                </a:cubicBezTo>
                <a:lnTo>
                  <a:pt x="3142862" y="367165"/>
                </a:lnTo>
                <a:cubicBezTo>
                  <a:pt x="3143267" y="367570"/>
                  <a:pt x="3143267" y="367975"/>
                  <a:pt x="3142862" y="368380"/>
                </a:cubicBezTo>
                <a:lnTo>
                  <a:pt x="3137195" y="378500"/>
                </a:lnTo>
                <a:cubicBezTo>
                  <a:pt x="3136790" y="378905"/>
                  <a:pt x="3136385" y="379310"/>
                  <a:pt x="3135980" y="378905"/>
                </a:cubicBezTo>
                <a:lnTo>
                  <a:pt x="3124646" y="378905"/>
                </a:lnTo>
                <a:cubicBezTo>
                  <a:pt x="3124241" y="378905"/>
                  <a:pt x="3123836" y="378905"/>
                  <a:pt x="3123431" y="378500"/>
                </a:cubicBezTo>
                <a:lnTo>
                  <a:pt x="3117764" y="368380"/>
                </a:lnTo>
                <a:cubicBezTo>
                  <a:pt x="3117359" y="367975"/>
                  <a:pt x="3117359" y="367570"/>
                  <a:pt x="3117764" y="367165"/>
                </a:cubicBezTo>
                <a:lnTo>
                  <a:pt x="3123431" y="357045"/>
                </a:lnTo>
                <a:cubicBezTo>
                  <a:pt x="3123836" y="357045"/>
                  <a:pt x="3124241" y="356640"/>
                  <a:pt x="3124646" y="356640"/>
                </a:cubicBezTo>
                <a:close/>
                <a:moveTo>
                  <a:pt x="3043683" y="356235"/>
                </a:moveTo>
                <a:lnTo>
                  <a:pt x="3055017" y="356235"/>
                </a:lnTo>
                <a:cubicBezTo>
                  <a:pt x="3055422" y="356235"/>
                  <a:pt x="3055827" y="356640"/>
                  <a:pt x="3056232" y="357045"/>
                </a:cubicBezTo>
                <a:lnTo>
                  <a:pt x="3061899" y="367165"/>
                </a:lnTo>
                <a:cubicBezTo>
                  <a:pt x="3062304" y="367570"/>
                  <a:pt x="3062304" y="367975"/>
                  <a:pt x="3061899" y="368379"/>
                </a:cubicBezTo>
                <a:lnTo>
                  <a:pt x="3056232" y="378500"/>
                </a:lnTo>
                <a:cubicBezTo>
                  <a:pt x="3055827" y="378904"/>
                  <a:pt x="3055422" y="379309"/>
                  <a:pt x="3055017" y="378904"/>
                </a:cubicBezTo>
                <a:lnTo>
                  <a:pt x="3043683" y="378904"/>
                </a:lnTo>
                <a:cubicBezTo>
                  <a:pt x="3043278" y="378904"/>
                  <a:pt x="3042873" y="378904"/>
                  <a:pt x="3042468" y="378500"/>
                </a:cubicBezTo>
                <a:lnTo>
                  <a:pt x="3036801" y="368379"/>
                </a:lnTo>
                <a:cubicBezTo>
                  <a:pt x="3036396" y="367975"/>
                  <a:pt x="3036396" y="367570"/>
                  <a:pt x="3036801" y="367165"/>
                </a:cubicBezTo>
                <a:lnTo>
                  <a:pt x="3042468" y="357045"/>
                </a:lnTo>
                <a:cubicBezTo>
                  <a:pt x="3042873" y="356640"/>
                  <a:pt x="3043278" y="356235"/>
                  <a:pt x="3043683" y="356235"/>
                </a:cubicBezTo>
                <a:close/>
                <a:moveTo>
                  <a:pt x="3083354" y="355425"/>
                </a:moveTo>
                <a:lnTo>
                  <a:pt x="3096308" y="355425"/>
                </a:lnTo>
                <a:cubicBezTo>
                  <a:pt x="3096713" y="355425"/>
                  <a:pt x="3097117" y="355425"/>
                  <a:pt x="3097523" y="355830"/>
                </a:cubicBezTo>
                <a:lnTo>
                  <a:pt x="3103999" y="367165"/>
                </a:lnTo>
                <a:cubicBezTo>
                  <a:pt x="3104404" y="367569"/>
                  <a:pt x="3104404" y="367974"/>
                  <a:pt x="3103999" y="368379"/>
                </a:cubicBezTo>
                <a:lnTo>
                  <a:pt x="3097523" y="379714"/>
                </a:lnTo>
                <a:cubicBezTo>
                  <a:pt x="3097117" y="380119"/>
                  <a:pt x="3096713" y="380523"/>
                  <a:pt x="3096308" y="380523"/>
                </a:cubicBezTo>
                <a:lnTo>
                  <a:pt x="3083354" y="380523"/>
                </a:lnTo>
                <a:cubicBezTo>
                  <a:pt x="3082949" y="380523"/>
                  <a:pt x="3082544" y="380119"/>
                  <a:pt x="3082139" y="379714"/>
                </a:cubicBezTo>
                <a:lnTo>
                  <a:pt x="3075663" y="368379"/>
                </a:lnTo>
                <a:cubicBezTo>
                  <a:pt x="3075258" y="367974"/>
                  <a:pt x="3075258" y="367569"/>
                  <a:pt x="3075663" y="367165"/>
                </a:cubicBezTo>
                <a:lnTo>
                  <a:pt x="3082139" y="355830"/>
                </a:lnTo>
                <a:cubicBezTo>
                  <a:pt x="3082544" y="355830"/>
                  <a:pt x="3082949" y="355425"/>
                  <a:pt x="3083354" y="355425"/>
                </a:cubicBezTo>
                <a:close/>
                <a:moveTo>
                  <a:pt x="2603652" y="326684"/>
                </a:moveTo>
                <a:lnTo>
                  <a:pt x="2604461" y="326684"/>
                </a:lnTo>
                <a:lnTo>
                  <a:pt x="2604866" y="327494"/>
                </a:lnTo>
                <a:lnTo>
                  <a:pt x="2604461" y="328303"/>
                </a:lnTo>
                <a:lnTo>
                  <a:pt x="2603652" y="328303"/>
                </a:lnTo>
                <a:lnTo>
                  <a:pt x="2603247" y="327494"/>
                </a:lnTo>
                <a:close/>
                <a:moveTo>
                  <a:pt x="2563170" y="326684"/>
                </a:moveTo>
                <a:lnTo>
                  <a:pt x="2563979" y="326684"/>
                </a:lnTo>
                <a:lnTo>
                  <a:pt x="2564384" y="327494"/>
                </a:lnTo>
                <a:lnTo>
                  <a:pt x="2563979" y="328303"/>
                </a:lnTo>
                <a:lnTo>
                  <a:pt x="2563170" y="328303"/>
                </a:lnTo>
                <a:lnTo>
                  <a:pt x="2562765" y="327494"/>
                </a:lnTo>
                <a:close/>
                <a:moveTo>
                  <a:pt x="2522689" y="326684"/>
                </a:moveTo>
                <a:lnTo>
                  <a:pt x="2523498" y="326684"/>
                </a:lnTo>
                <a:lnTo>
                  <a:pt x="2523903" y="327494"/>
                </a:lnTo>
                <a:lnTo>
                  <a:pt x="2523498" y="328303"/>
                </a:lnTo>
                <a:lnTo>
                  <a:pt x="2522689" y="328303"/>
                </a:lnTo>
                <a:lnTo>
                  <a:pt x="2522284" y="327494"/>
                </a:lnTo>
                <a:close/>
                <a:moveTo>
                  <a:pt x="2482208" y="326684"/>
                </a:moveTo>
                <a:lnTo>
                  <a:pt x="2483017" y="326684"/>
                </a:lnTo>
                <a:lnTo>
                  <a:pt x="2483422" y="327494"/>
                </a:lnTo>
                <a:lnTo>
                  <a:pt x="2483017" y="328303"/>
                </a:lnTo>
                <a:lnTo>
                  <a:pt x="2482208" y="328303"/>
                </a:lnTo>
                <a:lnTo>
                  <a:pt x="2481803" y="327494"/>
                </a:lnTo>
                <a:close/>
                <a:moveTo>
                  <a:pt x="2441322" y="326684"/>
                </a:moveTo>
                <a:lnTo>
                  <a:pt x="2442536" y="326684"/>
                </a:lnTo>
                <a:lnTo>
                  <a:pt x="2442941" y="327494"/>
                </a:lnTo>
                <a:lnTo>
                  <a:pt x="2442536" y="328303"/>
                </a:lnTo>
                <a:lnTo>
                  <a:pt x="2441322" y="328303"/>
                </a:lnTo>
                <a:lnTo>
                  <a:pt x="2440917" y="327494"/>
                </a:lnTo>
                <a:close/>
                <a:moveTo>
                  <a:pt x="2401245" y="326279"/>
                </a:moveTo>
                <a:lnTo>
                  <a:pt x="2402460" y="326279"/>
                </a:lnTo>
                <a:lnTo>
                  <a:pt x="2403269" y="327494"/>
                </a:lnTo>
                <a:lnTo>
                  <a:pt x="2402460" y="328708"/>
                </a:lnTo>
                <a:lnTo>
                  <a:pt x="2401245" y="328708"/>
                </a:lnTo>
                <a:lnTo>
                  <a:pt x="2400436" y="327494"/>
                </a:lnTo>
                <a:close/>
                <a:moveTo>
                  <a:pt x="2360360" y="326279"/>
                </a:moveTo>
                <a:lnTo>
                  <a:pt x="2361979" y="326279"/>
                </a:lnTo>
                <a:lnTo>
                  <a:pt x="2362788" y="327494"/>
                </a:lnTo>
                <a:lnTo>
                  <a:pt x="2361979" y="328708"/>
                </a:lnTo>
                <a:lnTo>
                  <a:pt x="2360360" y="328708"/>
                </a:lnTo>
                <a:lnTo>
                  <a:pt x="2359550" y="327494"/>
                </a:lnTo>
                <a:close/>
                <a:moveTo>
                  <a:pt x="2319878" y="326279"/>
                </a:moveTo>
                <a:lnTo>
                  <a:pt x="2321497" y="326279"/>
                </a:lnTo>
                <a:lnTo>
                  <a:pt x="2322306" y="327494"/>
                </a:lnTo>
                <a:lnTo>
                  <a:pt x="2321497" y="328708"/>
                </a:lnTo>
                <a:lnTo>
                  <a:pt x="2319878" y="328708"/>
                </a:lnTo>
                <a:lnTo>
                  <a:pt x="2319068" y="327494"/>
                </a:lnTo>
                <a:close/>
                <a:moveTo>
                  <a:pt x="2279397" y="326279"/>
                </a:moveTo>
                <a:lnTo>
                  <a:pt x="2281016" y="326279"/>
                </a:lnTo>
                <a:lnTo>
                  <a:pt x="2281825" y="327494"/>
                </a:lnTo>
                <a:lnTo>
                  <a:pt x="2281016" y="328708"/>
                </a:lnTo>
                <a:lnTo>
                  <a:pt x="2279397" y="328708"/>
                </a:lnTo>
                <a:lnTo>
                  <a:pt x="2278587" y="327494"/>
                </a:lnTo>
                <a:close/>
                <a:moveTo>
                  <a:pt x="1672178" y="326279"/>
                </a:moveTo>
                <a:lnTo>
                  <a:pt x="1673797" y="326279"/>
                </a:lnTo>
                <a:lnTo>
                  <a:pt x="1674606" y="327494"/>
                </a:lnTo>
                <a:lnTo>
                  <a:pt x="1673797" y="328708"/>
                </a:lnTo>
                <a:lnTo>
                  <a:pt x="1672178" y="328708"/>
                </a:lnTo>
                <a:lnTo>
                  <a:pt x="1671368" y="327494"/>
                </a:lnTo>
                <a:close/>
                <a:moveTo>
                  <a:pt x="1632101" y="326279"/>
                </a:moveTo>
                <a:lnTo>
                  <a:pt x="1633316" y="326279"/>
                </a:lnTo>
                <a:lnTo>
                  <a:pt x="1634125" y="327494"/>
                </a:lnTo>
                <a:lnTo>
                  <a:pt x="1633316" y="328708"/>
                </a:lnTo>
                <a:lnTo>
                  <a:pt x="1632101" y="328708"/>
                </a:lnTo>
                <a:lnTo>
                  <a:pt x="1631292" y="327494"/>
                </a:lnTo>
                <a:close/>
                <a:moveTo>
                  <a:pt x="1591620" y="326279"/>
                </a:moveTo>
                <a:lnTo>
                  <a:pt x="1592835" y="326279"/>
                </a:lnTo>
                <a:lnTo>
                  <a:pt x="1593644" y="327494"/>
                </a:lnTo>
                <a:lnTo>
                  <a:pt x="1592835" y="328708"/>
                </a:lnTo>
                <a:lnTo>
                  <a:pt x="1591620" y="328708"/>
                </a:lnTo>
                <a:lnTo>
                  <a:pt x="1590811" y="327494"/>
                </a:lnTo>
                <a:close/>
                <a:moveTo>
                  <a:pt x="1551138" y="326279"/>
                </a:moveTo>
                <a:lnTo>
                  <a:pt x="1552353" y="326279"/>
                </a:lnTo>
                <a:lnTo>
                  <a:pt x="1553162" y="327494"/>
                </a:lnTo>
                <a:lnTo>
                  <a:pt x="1552353" y="328708"/>
                </a:lnTo>
                <a:lnTo>
                  <a:pt x="1551138" y="328708"/>
                </a:lnTo>
                <a:lnTo>
                  <a:pt x="1550329" y="327494"/>
                </a:lnTo>
                <a:close/>
                <a:moveTo>
                  <a:pt x="1510657" y="326279"/>
                </a:moveTo>
                <a:lnTo>
                  <a:pt x="1511872" y="326279"/>
                </a:lnTo>
                <a:lnTo>
                  <a:pt x="1512681" y="327494"/>
                </a:lnTo>
                <a:lnTo>
                  <a:pt x="1511872" y="328708"/>
                </a:lnTo>
                <a:lnTo>
                  <a:pt x="1510657" y="328708"/>
                </a:lnTo>
                <a:lnTo>
                  <a:pt x="1509848" y="327494"/>
                </a:lnTo>
                <a:close/>
                <a:moveTo>
                  <a:pt x="1470176" y="326279"/>
                </a:moveTo>
                <a:lnTo>
                  <a:pt x="1471391" y="326279"/>
                </a:lnTo>
                <a:lnTo>
                  <a:pt x="1472200" y="327494"/>
                </a:lnTo>
                <a:lnTo>
                  <a:pt x="1471391" y="328708"/>
                </a:lnTo>
                <a:lnTo>
                  <a:pt x="1470176" y="328708"/>
                </a:lnTo>
                <a:lnTo>
                  <a:pt x="1469367" y="327494"/>
                </a:lnTo>
                <a:close/>
                <a:moveTo>
                  <a:pt x="1429695" y="326279"/>
                </a:moveTo>
                <a:lnTo>
                  <a:pt x="1430910" y="326279"/>
                </a:lnTo>
                <a:lnTo>
                  <a:pt x="1431719" y="327494"/>
                </a:lnTo>
                <a:lnTo>
                  <a:pt x="1430910" y="328708"/>
                </a:lnTo>
                <a:lnTo>
                  <a:pt x="1429695" y="328708"/>
                </a:lnTo>
                <a:lnTo>
                  <a:pt x="1428886" y="327494"/>
                </a:lnTo>
                <a:close/>
                <a:moveTo>
                  <a:pt x="1389213" y="326279"/>
                </a:moveTo>
                <a:lnTo>
                  <a:pt x="1390428" y="326279"/>
                </a:lnTo>
                <a:lnTo>
                  <a:pt x="1391237" y="327494"/>
                </a:lnTo>
                <a:lnTo>
                  <a:pt x="1390428" y="328708"/>
                </a:lnTo>
                <a:lnTo>
                  <a:pt x="1389213" y="328708"/>
                </a:lnTo>
                <a:lnTo>
                  <a:pt x="1388404" y="327494"/>
                </a:lnTo>
                <a:close/>
                <a:moveTo>
                  <a:pt x="2643728" y="325874"/>
                </a:moveTo>
                <a:lnTo>
                  <a:pt x="2645347" y="325874"/>
                </a:lnTo>
                <a:lnTo>
                  <a:pt x="2646156" y="327493"/>
                </a:lnTo>
                <a:lnTo>
                  <a:pt x="2645347" y="329112"/>
                </a:lnTo>
                <a:lnTo>
                  <a:pt x="2643728" y="329112"/>
                </a:lnTo>
                <a:lnTo>
                  <a:pt x="2642918" y="327493"/>
                </a:lnTo>
                <a:close/>
                <a:moveTo>
                  <a:pt x="2238916" y="325874"/>
                </a:moveTo>
                <a:lnTo>
                  <a:pt x="2240535" y="325874"/>
                </a:lnTo>
                <a:lnTo>
                  <a:pt x="2241344" y="327493"/>
                </a:lnTo>
                <a:lnTo>
                  <a:pt x="2240535" y="329112"/>
                </a:lnTo>
                <a:lnTo>
                  <a:pt x="2238916" y="329112"/>
                </a:lnTo>
                <a:lnTo>
                  <a:pt x="2238106" y="327493"/>
                </a:lnTo>
                <a:close/>
                <a:moveTo>
                  <a:pt x="2198435" y="325874"/>
                </a:moveTo>
                <a:lnTo>
                  <a:pt x="2200054" y="325874"/>
                </a:lnTo>
                <a:lnTo>
                  <a:pt x="2200863" y="327493"/>
                </a:lnTo>
                <a:lnTo>
                  <a:pt x="2200054" y="329112"/>
                </a:lnTo>
                <a:lnTo>
                  <a:pt x="2198435" y="329112"/>
                </a:lnTo>
                <a:lnTo>
                  <a:pt x="2197625" y="327493"/>
                </a:lnTo>
                <a:close/>
                <a:moveTo>
                  <a:pt x="2157549" y="325874"/>
                </a:moveTo>
                <a:lnTo>
                  <a:pt x="2159573" y="325874"/>
                </a:lnTo>
                <a:lnTo>
                  <a:pt x="2160382" y="327493"/>
                </a:lnTo>
                <a:lnTo>
                  <a:pt x="2159573" y="329112"/>
                </a:lnTo>
                <a:lnTo>
                  <a:pt x="2157549" y="329112"/>
                </a:lnTo>
                <a:lnTo>
                  <a:pt x="2156739" y="327493"/>
                </a:lnTo>
                <a:close/>
                <a:moveTo>
                  <a:pt x="2117067" y="325874"/>
                </a:moveTo>
                <a:lnTo>
                  <a:pt x="2119091" y="325874"/>
                </a:lnTo>
                <a:lnTo>
                  <a:pt x="2119900" y="327493"/>
                </a:lnTo>
                <a:lnTo>
                  <a:pt x="2119091" y="329112"/>
                </a:lnTo>
                <a:lnTo>
                  <a:pt x="2117067" y="329112"/>
                </a:lnTo>
                <a:lnTo>
                  <a:pt x="2116257" y="327493"/>
                </a:lnTo>
                <a:close/>
                <a:moveTo>
                  <a:pt x="2076586" y="325874"/>
                </a:moveTo>
                <a:lnTo>
                  <a:pt x="2078610" y="325874"/>
                </a:lnTo>
                <a:lnTo>
                  <a:pt x="2079419" y="327493"/>
                </a:lnTo>
                <a:lnTo>
                  <a:pt x="2078610" y="329112"/>
                </a:lnTo>
                <a:lnTo>
                  <a:pt x="2076586" y="329112"/>
                </a:lnTo>
                <a:lnTo>
                  <a:pt x="2075776" y="327493"/>
                </a:lnTo>
                <a:close/>
                <a:moveTo>
                  <a:pt x="2036105" y="325874"/>
                </a:moveTo>
                <a:lnTo>
                  <a:pt x="2038129" y="325874"/>
                </a:lnTo>
                <a:lnTo>
                  <a:pt x="2038938" y="327493"/>
                </a:lnTo>
                <a:lnTo>
                  <a:pt x="2038129" y="329112"/>
                </a:lnTo>
                <a:lnTo>
                  <a:pt x="2036105" y="329112"/>
                </a:lnTo>
                <a:lnTo>
                  <a:pt x="2035295" y="327493"/>
                </a:lnTo>
                <a:close/>
                <a:moveTo>
                  <a:pt x="1996028" y="325874"/>
                </a:moveTo>
                <a:lnTo>
                  <a:pt x="1997647" y="325874"/>
                </a:lnTo>
                <a:lnTo>
                  <a:pt x="1998456" y="327493"/>
                </a:lnTo>
                <a:lnTo>
                  <a:pt x="1997647" y="329112"/>
                </a:lnTo>
                <a:lnTo>
                  <a:pt x="1996028" y="329112"/>
                </a:lnTo>
                <a:lnTo>
                  <a:pt x="1995218" y="327493"/>
                </a:lnTo>
                <a:close/>
                <a:moveTo>
                  <a:pt x="1955142" y="325874"/>
                </a:moveTo>
                <a:lnTo>
                  <a:pt x="1957166" y="325874"/>
                </a:lnTo>
                <a:lnTo>
                  <a:pt x="1957975" y="327493"/>
                </a:lnTo>
                <a:lnTo>
                  <a:pt x="1957166" y="329112"/>
                </a:lnTo>
                <a:lnTo>
                  <a:pt x="1955142" y="329112"/>
                </a:lnTo>
                <a:lnTo>
                  <a:pt x="1954332" y="327493"/>
                </a:lnTo>
                <a:close/>
                <a:moveTo>
                  <a:pt x="1914661" y="325874"/>
                </a:moveTo>
                <a:lnTo>
                  <a:pt x="1916685" y="325874"/>
                </a:lnTo>
                <a:lnTo>
                  <a:pt x="1917494" y="327493"/>
                </a:lnTo>
                <a:lnTo>
                  <a:pt x="1916685" y="329112"/>
                </a:lnTo>
                <a:lnTo>
                  <a:pt x="1914661" y="329112"/>
                </a:lnTo>
                <a:lnTo>
                  <a:pt x="1913851" y="327493"/>
                </a:lnTo>
                <a:close/>
                <a:moveTo>
                  <a:pt x="1874180" y="325874"/>
                </a:moveTo>
                <a:lnTo>
                  <a:pt x="1876204" y="325874"/>
                </a:lnTo>
                <a:lnTo>
                  <a:pt x="1877013" y="327493"/>
                </a:lnTo>
                <a:lnTo>
                  <a:pt x="1876204" y="329112"/>
                </a:lnTo>
                <a:lnTo>
                  <a:pt x="1874180" y="329112"/>
                </a:lnTo>
                <a:lnTo>
                  <a:pt x="1873370" y="327493"/>
                </a:lnTo>
                <a:close/>
                <a:moveTo>
                  <a:pt x="1834103" y="325874"/>
                </a:moveTo>
                <a:lnTo>
                  <a:pt x="1835722" y="325874"/>
                </a:lnTo>
                <a:lnTo>
                  <a:pt x="1836531" y="327493"/>
                </a:lnTo>
                <a:lnTo>
                  <a:pt x="1835722" y="329112"/>
                </a:lnTo>
                <a:lnTo>
                  <a:pt x="1834103" y="329112"/>
                </a:lnTo>
                <a:lnTo>
                  <a:pt x="1833293" y="327493"/>
                </a:lnTo>
                <a:close/>
                <a:moveTo>
                  <a:pt x="1793622" y="325874"/>
                </a:moveTo>
                <a:lnTo>
                  <a:pt x="1795241" y="325874"/>
                </a:lnTo>
                <a:lnTo>
                  <a:pt x="1796050" y="327493"/>
                </a:lnTo>
                <a:lnTo>
                  <a:pt x="1795241" y="329112"/>
                </a:lnTo>
                <a:lnTo>
                  <a:pt x="1793622" y="329112"/>
                </a:lnTo>
                <a:lnTo>
                  <a:pt x="1792812" y="327493"/>
                </a:lnTo>
                <a:close/>
                <a:moveTo>
                  <a:pt x="1753141" y="325874"/>
                </a:moveTo>
                <a:lnTo>
                  <a:pt x="1754760" y="325874"/>
                </a:lnTo>
                <a:lnTo>
                  <a:pt x="1755569" y="327493"/>
                </a:lnTo>
                <a:lnTo>
                  <a:pt x="1754760" y="329112"/>
                </a:lnTo>
                <a:lnTo>
                  <a:pt x="1753141" y="329112"/>
                </a:lnTo>
                <a:lnTo>
                  <a:pt x="1752331" y="327493"/>
                </a:lnTo>
                <a:close/>
                <a:moveTo>
                  <a:pt x="1712660" y="325874"/>
                </a:moveTo>
                <a:lnTo>
                  <a:pt x="1714279" y="325874"/>
                </a:lnTo>
                <a:lnTo>
                  <a:pt x="1715088" y="327493"/>
                </a:lnTo>
                <a:lnTo>
                  <a:pt x="1714279" y="329112"/>
                </a:lnTo>
                <a:lnTo>
                  <a:pt x="1712660" y="329112"/>
                </a:lnTo>
                <a:lnTo>
                  <a:pt x="1711850" y="327493"/>
                </a:lnTo>
                <a:close/>
                <a:moveTo>
                  <a:pt x="3897837" y="325064"/>
                </a:moveTo>
                <a:lnTo>
                  <a:pt x="3900670" y="325064"/>
                </a:lnTo>
                <a:lnTo>
                  <a:pt x="3901885" y="327493"/>
                </a:lnTo>
                <a:lnTo>
                  <a:pt x="3900670" y="329922"/>
                </a:lnTo>
                <a:lnTo>
                  <a:pt x="3897837" y="329922"/>
                </a:lnTo>
                <a:lnTo>
                  <a:pt x="3896622" y="327493"/>
                </a:lnTo>
                <a:close/>
                <a:moveTo>
                  <a:pt x="3857356" y="325064"/>
                </a:moveTo>
                <a:lnTo>
                  <a:pt x="3860189" y="325064"/>
                </a:lnTo>
                <a:lnTo>
                  <a:pt x="3861404" y="327493"/>
                </a:lnTo>
                <a:lnTo>
                  <a:pt x="3860189" y="329922"/>
                </a:lnTo>
                <a:lnTo>
                  <a:pt x="3857356" y="329922"/>
                </a:lnTo>
                <a:lnTo>
                  <a:pt x="3856141" y="327493"/>
                </a:lnTo>
                <a:close/>
                <a:moveTo>
                  <a:pt x="3817279" y="325064"/>
                </a:moveTo>
                <a:lnTo>
                  <a:pt x="3820113" y="325064"/>
                </a:lnTo>
                <a:lnTo>
                  <a:pt x="3821732" y="327493"/>
                </a:lnTo>
                <a:lnTo>
                  <a:pt x="3820113" y="329922"/>
                </a:lnTo>
                <a:lnTo>
                  <a:pt x="3817279" y="329922"/>
                </a:lnTo>
                <a:lnTo>
                  <a:pt x="3815660" y="327493"/>
                </a:lnTo>
                <a:close/>
                <a:moveTo>
                  <a:pt x="2723880" y="324660"/>
                </a:moveTo>
                <a:lnTo>
                  <a:pt x="2727119" y="324660"/>
                </a:lnTo>
                <a:lnTo>
                  <a:pt x="2728738" y="327494"/>
                </a:lnTo>
                <a:lnTo>
                  <a:pt x="2727119" y="330327"/>
                </a:lnTo>
                <a:lnTo>
                  <a:pt x="2723880" y="330327"/>
                </a:lnTo>
                <a:lnTo>
                  <a:pt x="2722261" y="327494"/>
                </a:lnTo>
                <a:close/>
                <a:moveTo>
                  <a:pt x="3775988" y="324255"/>
                </a:moveTo>
                <a:lnTo>
                  <a:pt x="3779632" y="324255"/>
                </a:lnTo>
                <a:lnTo>
                  <a:pt x="3781251" y="327494"/>
                </a:lnTo>
                <a:lnTo>
                  <a:pt x="3779632" y="330732"/>
                </a:lnTo>
                <a:lnTo>
                  <a:pt x="3775988" y="330732"/>
                </a:lnTo>
                <a:lnTo>
                  <a:pt x="3774369" y="327494"/>
                </a:lnTo>
                <a:close/>
                <a:moveTo>
                  <a:pt x="3735912" y="324255"/>
                </a:moveTo>
                <a:lnTo>
                  <a:pt x="3739555" y="324255"/>
                </a:lnTo>
                <a:lnTo>
                  <a:pt x="3741580" y="327494"/>
                </a:lnTo>
                <a:lnTo>
                  <a:pt x="3739555" y="330732"/>
                </a:lnTo>
                <a:lnTo>
                  <a:pt x="3735912" y="330732"/>
                </a:lnTo>
                <a:lnTo>
                  <a:pt x="3733888" y="327494"/>
                </a:lnTo>
                <a:close/>
                <a:moveTo>
                  <a:pt x="2763957" y="324255"/>
                </a:moveTo>
                <a:lnTo>
                  <a:pt x="2767601" y="324255"/>
                </a:lnTo>
                <a:lnTo>
                  <a:pt x="2769220" y="327494"/>
                </a:lnTo>
                <a:lnTo>
                  <a:pt x="2767601" y="330732"/>
                </a:lnTo>
                <a:lnTo>
                  <a:pt x="2763957" y="330732"/>
                </a:lnTo>
                <a:lnTo>
                  <a:pt x="2762338" y="327494"/>
                </a:lnTo>
                <a:close/>
                <a:moveTo>
                  <a:pt x="2844920" y="323850"/>
                </a:moveTo>
                <a:lnTo>
                  <a:pt x="2848563" y="323850"/>
                </a:lnTo>
                <a:cubicBezTo>
                  <a:pt x="2848968" y="323850"/>
                  <a:pt x="2849372" y="323850"/>
                  <a:pt x="2849777" y="324255"/>
                </a:cubicBezTo>
                <a:lnTo>
                  <a:pt x="2851396" y="327088"/>
                </a:lnTo>
                <a:cubicBezTo>
                  <a:pt x="2851801" y="327493"/>
                  <a:pt x="2851801" y="327898"/>
                  <a:pt x="2851396" y="328303"/>
                </a:cubicBezTo>
                <a:lnTo>
                  <a:pt x="2849777" y="331137"/>
                </a:lnTo>
                <a:cubicBezTo>
                  <a:pt x="2849372" y="331541"/>
                  <a:pt x="2848968" y="331541"/>
                  <a:pt x="2848563" y="331541"/>
                </a:cubicBezTo>
                <a:lnTo>
                  <a:pt x="2844920" y="331541"/>
                </a:lnTo>
                <a:cubicBezTo>
                  <a:pt x="2844515" y="331541"/>
                  <a:pt x="2844110" y="331541"/>
                  <a:pt x="2843705" y="331137"/>
                </a:cubicBezTo>
                <a:lnTo>
                  <a:pt x="2842086" y="328303"/>
                </a:lnTo>
                <a:cubicBezTo>
                  <a:pt x="2841681" y="327898"/>
                  <a:pt x="2841681" y="327493"/>
                  <a:pt x="2842086" y="327088"/>
                </a:cubicBezTo>
                <a:lnTo>
                  <a:pt x="2843705" y="324255"/>
                </a:lnTo>
                <a:cubicBezTo>
                  <a:pt x="2844110" y="324255"/>
                  <a:pt x="2844515" y="323850"/>
                  <a:pt x="2844920" y="323850"/>
                </a:cubicBezTo>
                <a:close/>
                <a:moveTo>
                  <a:pt x="2804034" y="323850"/>
                </a:moveTo>
                <a:lnTo>
                  <a:pt x="2808487" y="323850"/>
                </a:lnTo>
                <a:lnTo>
                  <a:pt x="2810511" y="327493"/>
                </a:lnTo>
                <a:lnTo>
                  <a:pt x="2808487" y="331137"/>
                </a:lnTo>
                <a:lnTo>
                  <a:pt x="2804034" y="331137"/>
                </a:lnTo>
                <a:lnTo>
                  <a:pt x="2802010" y="327493"/>
                </a:lnTo>
                <a:close/>
                <a:moveTo>
                  <a:pt x="3694621" y="323445"/>
                </a:moveTo>
                <a:lnTo>
                  <a:pt x="3699479" y="323445"/>
                </a:lnTo>
                <a:lnTo>
                  <a:pt x="3701908" y="327493"/>
                </a:lnTo>
                <a:lnTo>
                  <a:pt x="3699479" y="331541"/>
                </a:lnTo>
                <a:lnTo>
                  <a:pt x="3694621" y="331541"/>
                </a:lnTo>
                <a:lnTo>
                  <a:pt x="3692192" y="327493"/>
                </a:lnTo>
                <a:close/>
                <a:moveTo>
                  <a:pt x="3614064" y="323445"/>
                </a:moveTo>
                <a:lnTo>
                  <a:pt x="3618517" y="323445"/>
                </a:lnTo>
                <a:lnTo>
                  <a:pt x="3620945" y="327493"/>
                </a:lnTo>
                <a:lnTo>
                  <a:pt x="3618517" y="331541"/>
                </a:lnTo>
                <a:lnTo>
                  <a:pt x="3614064" y="331541"/>
                </a:lnTo>
                <a:lnTo>
                  <a:pt x="3611635" y="327493"/>
                </a:lnTo>
                <a:close/>
                <a:moveTo>
                  <a:pt x="2884996" y="323445"/>
                </a:moveTo>
                <a:lnTo>
                  <a:pt x="2889044" y="323445"/>
                </a:lnTo>
                <a:cubicBezTo>
                  <a:pt x="2889449" y="323445"/>
                  <a:pt x="2889854" y="323445"/>
                  <a:pt x="2890258" y="323850"/>
                </a:cubicBezTo>
                <a:lnTo>
                  <a:pt x="2892283" y="327088"/>
                </a:lnTo>
                <a:cubicBezTo>
                  <a:pt x="2892687" y="327493"/>
                  <a:pt x="2892687" y="327898"/>
                  <a:pt x="2892283" y="328303"/>
                </a:cubicBezTo>
                <a:lnTo>
                  <a:pt x="2890258" y="331541"/>
                </a:lnTo>
                <a:cubicBezTo>
                  <a:pt x="2890258" y="331946"/>
                  <a:pt x="2889854" y="331946"/>
                  <a:pt x="2889044" y="331946"/>
                </a:cubicBezTo>
                <a:lnTo>
                  <a:pt x="2884996" y="331946"/>
                </a:lnTo>
                <a:cubicBezTo>
                  <a:pt x="2884591" y="331946"/>
                  <a:pt x="2884186" y="331946"/>
                  <a:pt x="2883782" y="331541"/>
                </a:cubicBezTo>
                <a:lnTo>
                  <a:pt x="2881758" y="328303"/>
                </a:lnTo>
                <a:cubicBezTo>
                  <a:pt x="2881353" y="327898"/>
                  <a:pt x="2881353" y="327493"/>
                  <a:pt x="2881758" y="327088"/>
                </a:cubicBezTo>
                <a:lnTo>
                  <a:pt x="2883782" y="323850"/>
                </a:lnTo>
                <a:cubicBezTo>
                  <a:pt x="2884186" y="323850"/>
                  <a:pt x="2884591" y="323445"/>
                  <a:pt x="2884996" y="323445"/>
                </a:cubicBezTo>
                <a:close/>
                <a:moveTo>
                  <a:pt x="3654545" y="323040"/>
                </a:moveTo>
                <a:lnTo>
                  <a:pt x="3658188" y="323040"/>
                </a:lnTo>
                <a:cubicBezTo>
                  <a:pt x="3658593" y="323040"/>
                  <a:pt x="3658997" y="323040"/>
                  <a:pt x="3659402" y="323445"/>
                </a:cubicBezTo>
                <a:lnTo>
                  <a:pt x="3661021" y="326683"/>
                </a:lnTo>
                <a:cubicBezTo>
                  <a:pt x="3661426" y="327088"/>
                  <a:pt x="3661426" y="327493"/>
                  <a:pt x="3661021" y="327898"/>
                </a:cubicBezTo>
                <a:lnTo>
                  <a:pt x="3659402" y="331136"/>
                </a:lnTo>
                <a:cubicBezTo>
                  <a:pt x="3658997" y="331541"/>
                  <a:pt x="3658593" y="331946"/>
                  <a:pt x="3658188" y="331541"/>
                </a:cubicBezTo>
                <a:lnTo>
                  <a:pt x="3654545" y="331541"/>
                </a:lnTo>
                <a:cubicBezTo>
                  <a:pt x="3654140" y="331541"/>
                  <a:pt x="3653735" y="331541"/>
                  <a:pt x="3653330" y="331136"/>
                </a:cubicBezTo>
                <a:lnTo>
                  <a:pt x="3651711" y="327898"/>
                </a:lnTo>
                <a:cubicBezTo>
                  <a:pt x="3651306" y="327493"/>
                  <a:pt x="3651306" y="327088"/>
                  <a:pt x="3651711" y="326683"/>
                </a:cubicBezTo>
                <a:lnTo>
                  <a:pt x="3653330" y="323445"/>
                </a:lnTo>
                <a:cubicBezTo>
                  <a:pt x="3653735" y="323445"/>
                  <a:pt x="3654140" y="323040"/>
                  <a:pt x="3654545" y="323040"/>
                </a:cubicBezTo>
                <a:close/>
                <a:moveTo>
                  <a:pt x="2925478" y="322636"/>
                </a:moveTo>
                <a:lnTo>
                  <a:pt x="2930335" y="322636"/>
                </a:lnTo>
                <a:cubicBezTo>
                  <a:pt x="2930740" y="322636"/>
                  <a:pt x="2931145" y="322636"/>
                  <a:pt x="2931550" y="323041"/>
                </a:cubicBezTo>
                <a:lnTo>
                  <a:pt x="2933979" y="327089"/>
                </a:lnTo>
                <a:cubicBezTo>
                  <a:pt x="2934384" y="327494"/>
                  <a:pt x="2934384" y="327899"/>
                  <a:pt x="2933979" y="328303"/>
                </a:cubicBezTo>
                <a:lnTo>
                  <a:pt x="2931550" y="332351"/>
                </a:lnTo>
                <a:cubicBezTo>
                  <a:pt x="2931145" y="332756"/>
                  <a:pt x="2930740" y="332756"/>
                  <a:pt x="2930335" y="332756"/>
                </a:cubicBezTo>
                <a:lnTo>
                  <a:pt x="2925478" y="332756"/>
                </a:lnTo>
                <a:cubicBezTo>
                  <a:pt x="2925073" y="332756"/>
                  <a:pt x="2924668" y="332756"/>
                  <a:pt x="2924263" y="332351"/>
                </a:cubicBezTo>
                <a:lnTo>
                  <a:pt x="2921835" y="328303"/>
                </a:lnTo>
                <a:cubicBezTo>
                  <a:pt x="2921430" y="327899"/>
                  <a:pt x="2921430" y="327494"/>
                  <a:pt x="2921835" y="327089"/>
                </a:cubicBezTo>
                <a:lnTo>
                  <a:pt x="2924263" y="323041"/>
                </a:lnTo>
                <a:cubicBezTo>
                  <a:pt x="2924668" y="323041"/>
                  <a:pt x="2925073" y="322636"/>
                  <a:pt x="2925478" y="322636"/>
                </a:cubicBezTo>
                <a:close/>
                <a:moveTo>
                  <a:pt x="3573178" y="322231"/>
                </a:moveTo>
                <a:lnTo>
                  <a:pt x="3577631" y="322231"/>
                </a:lnTo>
                <a:cubicBezTo>
                  <a:pt x="3578035" y="322231"/>
                  <a:pt x="3578440" y="322231"/>
                  <a:pt x="3578845" y="322636"/>
                </a:cubicBezTo>
                <a:lnTo>
                  <a:pt x="3581274" y="326684"/>
                </a:lnTo>
                <a:cubicBezTo>
                  <a:pt x="3581679" y="327089"/>
                  <a:pt x="3581679" y="327494"/>
                  <a:pt x="3581274" y="327898"/>
                </a:cubicBezTo>
                <a:lnTo>
                  <a:pt x="3578845" y="331947"/>
                </a:lnTo>
                <a:cubicBezTo>
                  <a:pt x="3578845" y="332351"/>
                  <a:pt x="3578440" y="332756"/>
                  <a:pt x="3577631" y="332351"/>
                </a:cubicBezTo>
                <a:lnTo>
                  <a:pt x="3573178" y="332351"/>
                </a:lnTo>
                <a:cubicBezTo>
                  <a:pt x="3572773" y="332351"/>
                  <a:pt x="3572368" y="332351"/>
                  <a:pt x="3571963" y="331947"/>
                </a:cubicBezTo>
                <a:lnTo>
                  <a:pt x="3569535" y="327898"/>
                </a:lnTo>
                <a:cubicBezTo>
                  <a:pt x="3569130" y="327494"/>
                  <a:pt x="3569130" y="327089"/>
                  <a:pt x="3569535" y="326684"/>
                </a:cubicBezTo>
                <a:lnTo>
                  <a:pt x="3571963" y="322636"/>
                </a:lnTo>
                <a:cubicBezTo>
                  <a:pt x="3572368" y="322636"/>
                  <a:pt x="3572773" y="322231"/>
                  <a:pt x="3573178" y="322231"/>
                </a:cubicBezTo>
                <a:close/>
                <a:moveTo>
                  <a:pt x="1224860" y="322231"/>
                </a:moveTo>
                <a:lnTo>
                  <a:pt x="1230122" y="322231"/>
                </a:lnTo>
                <a:cubicBezTo>
                  <a:pt x="1230527" y="322231"/>
                  <a:pt x="1230932" y="322231"/>
                  <a:pt x="1231337" y="322636"/>
                </a:cubicBezTo>
                <a:lnTo>
                  <a:pt x="1234170" y="327089"/>
                </a:lnTo>
                <a:cubicBezTo>
                  <a:pt x="1234575" y="327494"/>
                  <a:pt x="1234575" y="327898"/>
                  <a:pt x="1234170" y="328303"/>
                </a:cubicBezTo>
                <a:lnTo>
                  <a:pt x="1231337" y="332756"/>
                </a:lnTo>
                <a:cubicBezTo>
                  <a:pt x="1231337" y="333161"/>
                  <a:pt x="1230932" y="333161"/>
                  <a:pt x="1230122" y="333161"/>
                </a:cubicBezTo>
                <a:lnTo>
                  <a:pt x="1224860" y="333161"/>
                </a:lnTo>
                <a:cubicBezTo>
                  <a:pt x="1224455" y="333161"/>
                  <a:pt x="1224050" y="333161"/>
                  <a:pt x="1223645" y="332756"/>
                </a:cubicBezTo>
                <a:lnTo>
                  <a:pt x="1220812" y="328303"/>
                </a:lnTo>
                <a:cubicBezTo>
                  <a:pt x="1220407" y="327898"/>
                  <a:pt x="1220407" y="327494"/>
                  <a:pt x="1220812" y="327089"/>
                </a:cubicBezTo>
                <a:lnTo>
                  <a:pt x="1223645" y="322636"/>
                </a:lnTo>
                <a:cubicBezTo>
                  <a:pt x="1224050" y="322636"/>
                  <a:pt x="1224455" y="322231"/>
                  <a:pt x="1224860" y="322231"/>
                </a:cubicBezTo>
                <a:close/>
                <a:moveTo>
                  <a:pt x="2682590" y="321826"/>
                </a:moveTo>
                <a:lnTo>
                  <a:pt x="2687447" y="321826"/>
                </a:lnTo>
                <a:cubicBezTo>
                  <a:pt x="2687852" y="321826"/>
                  <a:pt x="2688257" y="321826"/>
                  <a:pt x="2688662" y="322231"/>
                </a:cubicBezTo>
                <a:lnTo>
                  <a:pt x="2691091" y="326684"/>
                </a:lnTo>
                <a:cubicBezTo>
                  <a:pt x="2691496" y="327089"/>
                  <a:pt x="2691496" y="327493"/>
                  <a:pt x="2691091" y="327898"/>
                </a:cubicBezTo>
                <a:lnTo>
                  <a:pt x="2688662" y="332351"/>
                </a:lnTo>
                <a:cubicBezTo>
                  <a:pt x="2688257" y="332756"/>
                  <a:pt x="2687852" y="333161"/>
                  <a:pt x="2687447" y="332756"/>
                </a:cubicBezTo>
                <a:lnTo>
                  <a:pt x="2682590" y="332756"/>
                </a:lnTo>
                <a:cubicBezTo>
                  <a:pt x="2682185" y="332756"/>
                  <a:pt x="2681780" y="332756"/>
                  <a:pt x="2681375" y="332351"/>
                </a:cubicBezTo>
                <a:lnTo>
                  <a:pt x="2678947" y="327898"/>
                </a:lnTo>
                <a:cubicBezTo>
                  <a:pt x="2678542" y="327493"/>
                  <a:pt x="2678542" y="327089"/>
                  <a:pt x="2678947" y="326684"/>
                </a:cubicBezTo>
                <a:lnTo>
                  <a:pt x="2681375" y="322231"/>
                </a:lnTo>
                <a:cubicBezTo>
                  <a:pt x="2681780" y="322231"/>
                  <a:pt x="2682185" y="321826"/>
                  <a:pt x="2682590" y="321826"/>
                </a:cubicBezTo>
                <a:close/>
                <a:moveTo>
                  <a:pt x="3531481" y="321016"/>
                </a:moveTo>
                <a:lnTo>
                  <a:pt x="3538363" y="321016"/>
                </a:lnTo>
                <a:cubicBezTo>
                  <a:pt x="3538768" y="321016"/>
                  <a:pt x="3539173" y="321016"/>
                  <a:pt x="3539578" y="321421"/>
                </a:cubicBezTo>
                <a:lnTo>
                  <a:pt x="3542816" y="327088"/>
                </a:lnTo>
                <a:cubicBezTo>
                  <a:pt x="3543221" y="327493"/>
                  <a:pt x="3543221" y="327898"/>
                  <a:pt x="3542816" y="328303"/>
                </a:cubicBezTo>
                <a:lnTo>
                  <a:pt x="3539578" y="333970"/>
                </a:lnTo>
                <a:cubicBezTo>
                  <a:pt x="3539173" y="334375"/>
                  <a:pt x="3538768" y="334375"/>
                  <a:pt x="3538363" y="334375"/>
                </a:cubicBezTo>
                <a:lnTo>
                  <a:pt x="3531481" y="334375"/>
                </a:lnTo>
                <a:cubicBezTo>
                  <a:pt x="3531077" y="334375"/>
                  <a:pt x="3530672" y="334375"/>
                  <a:pt x="3530267" y="333970"/>
                </a:cubicBezTo>
                <a:lnTo>
                  <a:pt x="3527029" y="328303"/>
                </a:lnTo>
                <a:cubicBezTo>
                  <a:pt x="3526624" y="327898"/>
                  <a:pt x="3526624" y="327493"/>
                  <a:pt x="3527029" y="327088"/>
                </a:cubicBezTo>
                <a:lnTo>
                  <a:pt x="3530267" y="321421"/>
                </a:lnTo>
                <a:cubicBezTo>
                  <a:pt x="3530672" y="321421"/>
                  <a:pt x="3531077" y="321016"/>
                  <a:pt x="3531481" y="321016"/>
                </a:cubicBezTo>
                <a:close/>
                <a:moveTo>
                  <a:pt x="1345900" y="321016"/>
                </a:moveTo>
                <a:lnTo>
                  <a:pt x="1352377" y="321016"/>
                </a:lnTo>
                <a:cubicBezTo>
                  <a:pt x="1352781" y="321016"/>
                  <a:pt x="1353186" y="321016"/>
                  <a:pt x="1353591" y="321421"/>
                </a:cubicBezTo>
                <a:lnTo>
                  <a:pt x="1356829" y="327088"/>
                </a:lnTo>
                <a:cubicBezTo>
                  <a:pt x="1357234" y="327493"/>
                  <a:pt x="1357234" y="327898"/>
                  <a:pt x="1356829" y="328303"/>
                </a:cubicBezTo>
                <a:lnTo>
                  <a:pt x="1353591" y="333970"/>
                </a:lnTo>
                <a:cubicBezTo>
                  <a:pt x="1353186" y="334375"/>
                  <a:pt x="1352781" y="334375"/>
                  <a:pt x="1352377" y="334375"/>
                </a:cubicBezTo>
                <a:lnTo>
                  <a:pt x="1345900" y="334375"/>
                </a:lnTo>
                <a:cubicBezTo>
                  <a:pt x="1345495" y="334375"/>
                  <a:pt x="1345090" y="334375"/>
                  <a:pt x="1344685" y="333970"/>
                </a:cubicBezTo>
                <a:lnTo>
                  <a:pt x="1341447" y="328303"/>
                </a:lnTo>
                <a:cubicBezTo>
                  <a:pt x="1341042" y="327898"/>
                  <a:pt x="1341042" y="327493"/>
                  <a:pt x="1341447" y="327088"/>
                </a:cubicBezTo>
                <a:lnTo>
                  <a:pt x="1344685" y="321421"/>
                </a:lnTo>
                <a:cubicBezTo>
                  <a:pt x="1345090" y="321421"/>
                  <a:pt x="1345495" y="321016"/>
                  <a:pt x="1345900" y="321016"/>
                </a:cubicBezTo>
                <a:close/>
                <a:moveTo>
                  <a:pt x="1264937" y="321016"/>
                </a:moveTo>
                <a:lnTo>
                  <a:pt x="1271009" y="321016"/>
                </a:lnTo>
                <a:cubicBezTo>
                  <a:pt x="1271414" y="321016"/>
                  <a:pt x="1271818" y="321016"/>
                  <a:pt x="1272223" y="321421"/>
                </a:cubicBezTo>
                <a:lnTo>
                  <a:pt x="1275057" y="326683"/>
                </a:lnTo>
                <a:cubicBezTo>
                  <a:pt x="1275462" y="327088"/>
                  <a:pt x="1275462" y="327493"/>
                  <a:pt x="1275057" y="327898"/>
                </a:cubicBezTo>
                <a:lnTo>
                  <a:pt x="1272223" y="333160"/>
                </a:lnTo>
                <a:cubicBezTo>
                  <a:pt x="1272223" y="333565"/>
                  <a:pt x="1271818" y="333970"/>
                  <a:pt x="1271009" y="333565"/>
                </a:cubicBezTo>
                <a:lnTo>
                  <a:pt x="1264937" y="333565"/>
                </a:lnTo>
                <a:cubicBezTo>
                  <a:pt x="1264532" y="333565"/>
                  <a:pt x="1264127" y="333565"/>
                  <a:pt x="1263722" y="333160"/>
                </a:cubicBezTo>
                <a:lnTo>
                  <a:pt x="1260889" y="327898"/>
                </a:lnTo>
                <a:cubicBezTo>
                  <a:pt x="1260484" y="327493"/>
                  <a:pt x="1260484" y="327088"/>
                  <a:pt x="1260889" y="326683"/>
                </a:cubicBezTo>
                <a:lnTo>
                  <a:pt x="1263722" y="321421"/>
                </a:lnTo>
                <a:cubicBezTo>
                  <a:pt x="1264127" y="321421"/>
                  <a:pt x="1264532" y="321016"/>
                  <a:pt x="1264937" y="321016"/>
                </a:cubicBezTo>
                <a:close/>
                <a:moveTo>
                  <a:pt x="1305418" y="320612"/>
                </a:moveTo>
                <a:lnTo>
                  <a:pt x="1311895" y="320612"/>
                </a:lnTo>
                <a:cubicBezTo>
                  <a:pt x="1312299" y="320612"/>
                  <a:pt x="1312704" y="320612"/>
                  <a:pt x="1313109" y="321017"/>
                </a:cubicBezTo>
                <a:lnTo>
                  <a:pt x="1316347" y="326684"/>
                </a:lnTo>
                <a:cubicBezTo>
                  <a:pt x="1316752" y="327089"/>
                  <a:pt x="1316752" y="327494"/>
                  <a:pt x="1316347" y="327899"/>
                </a:cubicBezTo>
                <a:lnTo>
                  <a:pt x="1313109" y="333566"/>
                </a:lnTo>
                <a:cubicBezTo>
                  <a:pt x="1312704" y="333971"/>
                  <a:pt x="1312299" y="334376"/>
                  <a:pt x="1311895" y="333971"/>
                </a:cubicBezTo>
                <a:lnTo>
                  <a:pt x="1305418" y="333971"/>
                </a:lnTo>
                <a:cubicBezTo>
                  <a:pt x="1305013" y="333971"/>
                  <a:pt x="1304608" y="333971"/>
                  <a:pt x="1304203" y="333566"/>
                </a:cubicBezTo>
                <a:lnTo>
                  <a:pt x="1300965" y="327899"/>
                </a:lnTo>
                <a:cubicBezTo>
                  <a:pt x="1300560" y="327494"/>
                  <a:pt x="1300560" y="327089"/>
                  <a:pt x="1300965" y="326684"/>
                </a:cubicBezTo>
                <a:lnTo>
                  <a:pt x="1304203" y="321017"/>
                </a:lnTo>
                <a:cubicBezTo>
                  <a:pt x="1304608" y="321017"/>
                  <a:pt x="1305013" y="320612"/>
                  <a:pt x="1305418" y="320612"/>
                </a:cubicBezTo>
                <a:close/>
                <a:moveTo>
                  <a:pt x="3450115" y="320207"/>
                </a:moveTo>
                <a:lnTo>
                  <a:pt x="3457806" y="320207"/>
                </a:lnTo>
                <a:cubicBezTo>
                  <a:pt x="3458211" y="320207"/>
                  <a:pt x="3458616" y="320207"/>
                  <a:pt x="3459020" y="320612"/>
                </a:cubicBezTo>
                <a:lnTo>
                  <a:pt x="3462664" y="327089"/>
                </a:lnTo>
                <a:cubicBezTo>
                  <a:pt x="3463068" y="327494"/>
                  <a:pt x="3463068" y="327899"/>
                  <a:pt x="3462664" y="328303"/>
                </a:cubicBezTo>
                <a:lnTo>
                  <a:pt x="3459020" y="334780"/>
                </a:lnTo>
                <a:cubicBezTo>
                  <a:pt x="3459020" y="335185"/>
                  <a:pt x="3458616" y="335185"/>
                  <a:pt x="3457806" y="335185"/>
                </a:cubicBezTo>
                <a:lnTo>
                  <a:pt x="3450115" y="335185"/>
                </a:lnTo>
                <a:cubicBezTo>
                  <a:pt x="3449710" y="335185"/>
                  <a:pt x="3449305" y="335185"/>
                  <a:pt x="3448900" y="334780"/>
                </a:cubicBezTo>
                <a:lnTo>
                  <a:pt x="3445257" y="328303"/>
                </a:lnTo>
                <a:cubicBezTo>
                  <a:pt x="3444852" y="327899"/>
                  <a:pt x="3444852" y="327494"/>
                  <a:pt x="3445257" y="327089"/>
                </a:cubicBezTo>
                <a:lnTo>
                  <a:pt x="3448900" y="320612"/>
                </a:lnTo>
                <a:cubicBezTo>
                  <a:pt x="3449305" y="320612"/>
                  <a:pt x="3449710" y="320207"/>
                  <a:pt x="3450115" y="320207"/>
                </a:cubicBezTo>
                <a:close/>
                <a:moveTo>
                  <a:pt x="2964339" y="319802"/>
                </a:moveTo>
                <a:lnTo>
                  <a:pt x="2972436" y="319802"/>
                </a:lnTo>
                <a:cubicBezTo>
                  <a:pt x="2972840" y="319802"/>
                  <a:pt x="2973245" y="319802"/>
                  <a:pt x="2973650" y="320207"/>
                </a:cubicBezTo>
                <a:lnTo>
                  <a:pt x="2977698" y="327089"/>
                </a:lnTo>
                <a:cubicBezTo>
                  <a:pt x="2978103" y="327493"/>
                  <a:pt x="2978103" y="327898"/>
                  <a:pt x="2977698" y="328303"/>
                </a:cubicBezTo>
                <a:lnTo>
                  <a:pt x="2973650" y="335185"/>
                </a:lnTo>
                <a:cubicBezTo>
                  <a:pt x="2973245" y="335590"/>
                  <a:pt x="2972840" y="335590"/>
                  <a:pt x="2972436" y="335590"/>
                </a:cubicBezTo>
                <a:lnTo>
                  <a:pt x="2964339" y="335590"/>
                </a:lnTo>
                <a:cubicBezTo>
                  <a:pt x="2963935" y="335590"/>
                  <a:pt x="2963529" y="335590"/>
                  <a:pt x="2963125" y="335185"/>
                </a:cubicBezTo>
                <a:lnTo>
                  <a:pt x="2959077" y="328303"/>
                </a:lnTo>
                <a:cubicBezTo>
                  <a:pt x="2958672" y="327898"/>
                  <a:pt x="2958672" y="327493"/>
                  <a:pt x="2959077" y="327089"/>
                </a:cubicBezTo>
                <a:lnTo>
                  <a:pt x="2963125" y="320207"/>
                </a:lnTo>
                <a:cubicBezTo>
                  <a:pt x="2963529" y="320207"/>
                  <a:pt x="2963935" y="319802"/>
                  <a:pt x="2964339" y="319802"/>
                </a:cubicBezTo>
                <a:close/>
                <a:moveTo>
                  <a:pt x="3490191" y="319397"/>
                </a:moveTo>
                <a:lnTo>
                  <a:pt x="3498692" y="319397"/>
                </a:lnTo>
                <a:cubicBezTo>
                  <a:pt x="3499097" y="319397"/>
                  <a:pt x="3499502" y="319397"/>
                  <a:pt x="3499906" y="319802"/>
                </a:cubicBezTo>
                <a:lnTo>
                  <a:pt x="3503955" y="327088"/>
                </a:lnTo>
                <a:cubicBezTo>
                  <a:pt x="3504360" y="327493"/>
                  <a:pt x="3504360" y="327898"/>
                  <a:pt x="3503955" y="328303"/>
                </a:cubicBezTo>
                <a:lnTo>
                  <a:pt x="3499906" y="335590"/>
                </a:lnTo>
                <a:cubicBezTo>
                  <a:pt x="3499502" y="335590"/>
                  <a:pt x="3499097" y="335994"/>
                  <a:pt x="3498692" y="335994"/>
                </a:cubicBezTo>
                <a:lnTo>
                  <a:pt x="3490191" y="335994"/>
                </a:lnTo>
                <a:cubicBezTo>
                  <a:pt x="3489786" y="335994"/>
                  <a:pt x="3489381" y="335994"/>
                  <a:pt x="3488977" y="335590"/>
                </a:cubicBezTo>
                <a:lnTo>
                  <a:pt x="3484929" y="328303"/>
                </a:lnTo>
                <a:cubicBezTo>
                  <a:pt x="3484524" y="327898"/>
                  <a:pt x="3484524" y="327493"/>
                  <a:pt x="3484929" y="327088"/>
                </a:cubicBezTo>
                <a:lnTo>
                  <a:pt x="3488977" y="319802"/>
                </a:lnTo>
                <a:cubicBezTo>
                  <a:pt x="3489381" y="319802"/>
                  <a:pt x="3489786" y="319397"/>
                  <a:pt x="3490191" y="319397"/>
                </a:cubicBezTo>
                <a:close/>
                <a:moveTo>
                  <a:pt x="3409229" y="318587"/>
                </a:moveTo>
                <a:lnTo>
                  <a:pt x="3418135" y="318587"/>
                </a:lnTo>
                <a:cubicBezTo>
                  <a:pt x="3418539" y="318587"/>
                  <a:pt x="3418944" y="318992"/>
                  <a:pt x="3419349" y="319397"/>
                </a:cubicBezTo>
                <a:lnTo>
                  <a:pt x="3423802" y="327088"/>
                </a:lnTo>
                <a:cubicBezTo>
                  <a:pt x="3424207" y="327493"/>
                  <a:pt x="3424207" y="327898"/>
                  <a:pt x="3423802" y="328302"/>
                </a:cubicBezTo>
                <a:lnTo>
                  <a:pt x="3419349" y="335994"/>
                </a:lnTo>
                <a:cubicBezTo>
                  <a:pt x="3418944" y="335994"/>
                  <a:pt x="3418539" y="336399"/>
                  <a:pt x="3418135" y="336399"/>
                </a:cubicBezTo>
                <a:lnTo>
                  <a:pt x="3409229" y="336399"/>
                </a:lnTo>
                <a:cubicBezTo>
                  <a:pt x="3408824" y="336399"/>
                  <a:pt x="3408419" y="336399"/>
                  <a:pt x="3408014" y="335994"/>
                </a:cubicBezTo>
                <a:lnTo>
                  <a:pt x="3403562" y="328302"/>
                </a:lnTo>
                <a:cubicBezTo>
                  <a:pt x="3403157" y="327898"/>
                  <a:pt x="3403157" y="327493"/>
                  <a:pt x="3403562" y="327088"/>
                </a:cubicBezTo>
                <a:lnTo>
                  <a:pt x="3408014" y="319397"/>
                </a:lnTo>
                <a:cubicBezTo>
                  <a:pt x="3408419" y="318992"/>
                  <a:pt x="3408824" y="318587"/>
                  <a:pt x="3409229" y="318587"/>
                </a:cubicBezTo>
                <a:close/>
                <a:moveTo>
                  <a:pt x="3368342" y="318183"/>
                </a:moveTo>
                <a:lnTo>
                  <a:pt x="3377653" y="318183"/>
                </a:lnTo>
                <a:cubicBezTo>
                  <a:pt x="3378057" y="318183"/>
                  <a:pt x="3378462" y="318183"/>
                  <a:pt x="3378867" y="318588"/>
                </a:cubicBezTo>
                <a:lnTo>
                  <a:pt x="3383320" y="326684"/>
                </a:lnTo>
                <a:cubicBezTo>
                  <a:pt x="3383725" y="327089"/>
                  <a:pt x="3383725" y="327494"/>
                  <a:pt x="3383320" y="327899"/>
                </a:cubicBezTo>
                <a:lnTo>
                  <a:pt x="3378867" y="335995"/>
                </a:lnTo>
                <a:cubicBezTo>
                  <a:pt x="3378462" y="336400"/>
                  <a:pt x="3378057" y="336804"/>
                  <a:pt x="3377653" y="336804"/>
                </a:cubicBezTo>
                <a:lnTo>
                  <a:pt x="3368342" y="336804"/>
                </a:lnTo>
                <a:cubicBezTo>
                  <a:pt x="3367937" y="336804"/>
                  <a:pt x="3367532" y="336400"/>
                  <a:pt x="3367128" y="335995"/>
                </a:cubicBezTo>
                <a:lnTo>
                  <a:pt x="3362675" y="327899"/>
                </a:lnTo>
                <a:cubicBezTo>
                  <a:pt x="3362270" y="327494"/>
                  <a:pt x="3362270" y="327089"/>
                  <a:pt x="3362675" y="326684"/>
                </a:cubicBezTo>
                <a:lnTo>
                  <a:pt x="3367128" y="318588"/>
                </a:lnTo>
                <a:cubicBezTo>
                  <a:pt x="3367532" y="318588"/>
                  <a:pt x="3367937" y="318183"/>
                  <a:pt x="3368342" y="318183"/>
                </a:cubicBezTo>
                <a:close/>
                <a:moveTo>
                  <a:pt x="3327861" y="318183"/>
                </a:moveTo>
                <a:lnTo>
                  <a:pt x="3337172" y="318183"/>
                </a:lnTo>
                <a:cubicBezTo>
                  <a:pt x="3337576" y="318183"/>
                  <a:pt x="3337981" y="318183"/>
                  <a:pt x="3338386" y="318588"/>
                </a:cubicBezTo>
                <a:lnTo>
                  <a:pt x="3342839" y="326684"/>
                </a:lnTo>
                <a:cubicBezTo>
                  <a:pt x="3343244" y="327089"/>
                  <a:pt x="3343244" y="327494"/>
                  <a:pt x="3342839" y="327899"/>
                </a:cubicBezTo>
                <a:lnTo>
                  <a:pt x="3338386" y="335995"/>
                </a:lnTo>
                <a:cubicBezTo>
                  <a:pt x="3337981" y="336400"/>
                  <a:pt x="3337576" y="336804"/>
                  <a:pt x="3337172" y="336400"/>
                </a:cubicBezTo>
                <a:lnTo>
                  <a:pt x="3327861" y="336400"/>
                </a:lnTo>
                <a:cubicBezTo>
                  <a:pt x="3327456" y="336400"/>
                  <a:pt x="3327051" y="336400"/>
                  <a:pt x="3326647" y="335995"/>
                </a:cubicBezTo>
                <a:lnTo>
                  <a:pt x="3322194" y="327899"/>
                </a:lnTo>
                <a:cubicBezTo>
                  <a:pt x="3321789" y="327494"/>
                  <a:pt x="3321789" y="327089"/>
                  <a:pt x="3322194" y="326684"/>
                </a:cubicBezTo>
                <a:lnTo>
                  <a:pt x="3326647" y="318588"/>
                </a:lnTo>
                <a:cubicBezTo>
                  <a:pt x="3327051" y="318588"/>
                  <a:pt x="3327456" y="318183"/>
                  <a:pt x="3327861" y="318183"/>
                </a:cubicBezTo>
                <a:close/>
                <a:moveTo>
                  <a:pt x="3286975" y="318183"/>
                </a:moveTo>
                <a:lnTo>
                  <a:pt x="3297095" y="318183"/>
                </a:lnTo>
                <a:cubicBezTo>
                  <a:pt x="3297500" y="318183"/>
                  <a:pt x="3297905" y="318183"/>
                  <a:pt x="3298310" y="318588"/>
                </a:cubicBezTo>
                <a:lnTo>
                  <a:pt x="3303167" y="327089"/>
                </a:lnTo>
                <a:cubicBezTo>
                  <a:pt x="3303572" y="327494"/>
                  <a:pt x="3303572" y="327899"/>
                  <a:pt x="3303167" y="328303"/>
                </a:cubicBezTo>
                <a:lnTo>
                  <a:pt x="3298310" y="336804"/>
                </a:lnTo>
                <a:cubicBezTo>
                  <a:pt x="3297905" y="337209"/>
                  <a:pt x="3297500" y="337209"/>
                  <a:pt x="3297095" y="337614"/>
                </a:cubicBezTo>
                <a:lnTo>
                  <a:pt x="3286975" y="337614"/>
                </a:lnTo>
                <a:cubicBezTo>
                  <a:pt x="3286570" y="337614"/>
                  <a:pt x="3286165" y="337209"/>
                  <a:pt x="3285761" y="336804"/>
                </a:cubicBezTo>
                <a:lnTo>
                  <a:pt x="3280903" y="328303"/>
                </a:lnTo>
                <a:cubicBezTo>
                  <a:pt x="3280498" y="327899"/>
                  <a:pt x="3280498" y="327494"/>
                  <a:pt x="3280903" y="327089"/>
                </a:cubicBezTo>
                <a:lnTo>
                  <a:pt x="3285761" y="318588"/>
                </a:lnTo>
                <a:cubicBezTo>
                  <a:pt x="3286165" y="318588"/>
                  <a:pt x="3286570" y="318183"/>
                  <a:pt x="3286975" y="318183"/>
                </a:cubicBezTo>
                <a:close/>
                <a:moveTo>
                  <a:pt x="3246494" y="318183"/>
                </a:moveTo>
                <a:lnTo>
                  <a:pt x="3256614" y="318183"/>
                </a:lnTo>
                <a:cubicBezTo>
                  <a:pt x="3257019" y="318183"/>
                  <a:pt x="3257424" y="318183"/>
                  <a:pt x="3257829" y="318588"/>
                </a:cubicBezTo>
                <a:lnTo>
                  <a:pt x="3262686" y="327089"/>
                </a:lnTo>
                <a:cubicBezTo>
                  <a:pt x="3263091" y="327494"/>
                  <a:pt x="3263091" y="327899"/>
                  <a:pt x="3262686" y="328303"/>
                </a:cubicBezTo>
                <a:lnTo>
                  <a:pt x="3257829" y="336804"/>
                </a:lnTo>
                <a:cubicBezTo>
                  <a:pt x="3257424" y="337209"/>
                  <a:pt x="3257019" y="337209"/>
                  <a:pt x="3256614" y="337209"/>
                </a:cubicBezTo>
                <a:lnTo>
                  <a:pt x="3246494" y="337209"/>
                </a:lnTo>
                <a:cubicBezTo>
                  <a:pt x="3246089" y="337209"/>
                  <a:pt x="3245684" y="337209"/>
                  <a:pt x="3245280" y="336804"/>
                </a:cubicBezTo>
                <a:lnTo>
                  <a:pt x="3240422" y="328303"/>
                </a:lnTo>
                <a:cubicBezTo>
                  <a:pt x="3240017" y="327899"/>
                  <a:pt x="3240017" y="327494"/>
                  <a:pt x="3240422" y="327089"/>
                </a:cubicBezTo>
                <a:lnTo>
                  <a:pt x="3245280" y="318588"/>
                </a:lnTo>
                <a:cubicBezTo>
                  <a:pt x="3245684" y="318588"/>
                  <a:pt x="3246089" y="318183"/>
                  <a:pt x="3246494" y="318183"/>
                </a:cubicBezTo>
                <a:close/>
                <a:moveTo>
                  <a:pt x="3206013" y="318183"/>
                </a:moveTo>
                <a:lnTo>
                  <a:pt x="3216133" y="318183"/>
                </a:lnTo>
                <a:cubicBezTo>
                  <a:pt x="3216538" y="318183"/>
                  <a:pt x="3216943" y="318183"/>
                  <a:pt x="3217348" y="318588"/>
                </a:cubicBezTo>
                <a:lnTo>
                  <a:pt x="3222205" y="327089"/>
                </a:lnTo>
                <a:cubicBezTo>
                  <a:pt x="3222610" y="327494"/>
                  <a:pt x="3222610" y="327899"/>
                  <a:pt x="3222205" y="328303"/>
                </a:cubicBezTo>
                <a:lnTo>
                  <a:pt x="3217348" y="336804"/>
                </a:lnTo>
                <a:cubicBezTo>
                  <a:pt x="3216943" y="337209"/>
                  <a:pt x="3216538" y="337209"/>
                  <a:pt x="3216133" y="337209"/>
                </a:cubicBezTo>
                <a:lnTo>
                  <a:pt x="3206013" y="337209"/>
                </a:lnTo>
                <a:cubicBezTo>
                  <a:pt x="3205608" y="337209"/>
                  <a:pt x="3205203" y="337209"/>
                  <a:pt x="3204799" y="336804"/>
                </a:cubicBezTo>
                <a:lnTo>
                  <a:pt x="3199941" y="328303"/>
                </a:lnTo>
                <a:cubicBezTo>
                  <a:pt x="3199536" y="327899"/>
                  <a:pt x="3199536" y="327494"/>
                  <a:pt x="3199941" y="327089"/>
                </a:cubicBezTo>
                <a:lnTo>
                  <a:pt x="3204799" y="318588"/>
                </a:lnTo>
                <a:cubicBezTo>
                  <a:pt x="3205203" y="318588"/>
                  <a:pt x="3205608" y="318183"/>
                  <a:pt x="3206013" y="318183"/>
                </a:cubicBezTo>
                <a:close/>
                <a:moveTo>
                  <a:pt x="3125455" y="317778"/>
                </a:moveTo>
                <a:lnTo>
                  <a:pt x="3135170" y="317778"/>
                </a:lnTo>
                <a:cubicBezTo>
                  <a:pt x="3135575" y="317778"/>
                  <a:pt x="3135980" y="317778"/>
                  <a:pt x="3136385" y="318183"/>
                </a:cubicBezTo>
                <a:lnTo>
                  <a:pt x="3141243" y="326684"/>
                </a:lnTo>
                <a:cubicBezTo>
                  <a:pt x="3141647" y="327089"/>
                  <a:pt x="3141647" y="327493"/>
                  <a:pt x="3141243" y="327898"/>
                </a:cubicBezTo>
                <a:lnTo>
                  <a:pt x="3136385" y="336399"/>
                </a:lnTo>
                <a:cubicBezTo>
                  <a:pt x="3135980" y="336804"/>
                  <a:pt x="3135575" y="337209"/>
                  <a:pt x="3135170" y="337209"/>
                </a:cubicBezTo>
                <a:lnTo>
                  <a:pt x="3125455" y="337209"/>
                </a:lnTo>
                <a:cubicBezTo>
                  <a:pt x="3125050" y="337209"/>
                  <a:pt x="3124645" y="336804"/>
                  <a:pt x="3124241" y="336399"/>
                </a:cubicBezTo>
                <a:lnTo>
                  <a:pt x="3119383" y="327898"/>
                </a:lnTo>
                <a:cubicBezTo>
                  <a:pt x="3118978" y="327493"/>
                  <a:pt x="3118978" y="327089"/>
                  <a:pt x="3119383" y="326684"/>
                </a:cubicBezTo>
                <a:lnTo>
                  <a:pt x="3124241" y="318183"/>
                </a:lnTo>
                <a:cubicBezTo>
                  <a:pt x="3124645" y="318183"/>
                  <a:pt x="3125050" y="317778"/>
                  <a:pt x="3125455" y="317778"/>
                </a:cubicBezTo>
                <a:close/>
                <a:moveTo>
                  <a:pt x="3084974" y="317778"/>
                </a:moveTo>
                <a:lnTo>
                  <a:pt x="3094689" y="317778"/>
                </a:lnTo>
                <a:cubicBezTo>
                  <a:pt x="3095094" y="317778"/>
                  <a:pt x="3095499" y="317778"/>
                  <a:pt x="3095904" y="318183"/>
                </a:cubicBezTo>
                <a:lnTo>
                  <a:pt x="3100762" y="326684"/>
                </a:lnTo>
                <a:cubicBezTo>
                  <a:pt x="3101166" y="327089"/>
                  <a:pt x="3101166" y="327493"/>
                  <a:pt x="3100762" y="327898"/>
                </a:cubicBezTo>
                <a:lnTo>
                  <a:pt x="3095904" y="336399"/>
                </a:lnTo>
                <a:cubicBezTo>
                  <a:pt x="3095499" y="336804"/>
                  <a:pt x="3095094" y="337209"/>
                  <a:pt x="3094689" y="336804"/>
                </a:cubicBezTo>
                <a:lnTo>
                  <a:pt x="3084974" y="336804"/>
                </a:lnTo>
                <a:cubicBezTo>
                  <a:pt x="3084569" y="336804"/>
                  <a:pt x="3084164" y="336804"/>
                  <a:pt x="3083760" y="336399"/>
                </a:cubicBezTo>
                <a:lnTo>
                  <a:pt x="3078902" y="327898"/>
                </a:lnTo>
                <a:cubicBezTo>
                  <a:pt x="3078497" y="327493"/>
                  <a:pt x="3078497" y="327089"/>
                  <a:pt x="3078902" y="326684"/>
                </a:cubicBezTo>
                <a:lnTo>
                  <a:pt x="3083760" y="318183"/>
                </a:lnTo>
                <a:cubicBezTo>
                  <a:pt x="3084164" y="318183"/>
                  <a:pt x="3084569" y="317778"/>
                  <a:pt x="3084974" y="317778"/>
                </a:cubicBezTo>
                <a:close/>
                <a:moveTo>
                  <a:pt x="3165126" y="317373"/>
                </a:moveTo>
                <a:lnTo>
                  <a:pt x="3176056" y="317373"/>
                </a:lnTo>
                <a:cubicBezTo>
                  <a:pt x="3176461" y="317373"/>
                  <a:pt x="3176866" y="317373"/>
                  <a:pt x="3177271" y="317778"/>
                </a:cubicBezTo>
                <a:lnTo>
                  <a:pt x="3182534" y="327088"/>
                </a:lnTo>
                <a:cubicBezTo>
                  <a:pt x="3182938" y="327493"/>
                  <a:pt x="3182938" y="327898"/>
                  <a:pt x="3182534" y="328303"/>
                </a:cubicBezTo>
                <a:lnTo>
                  <a:pt x="3177271" y="337614"/>
                </a:lnTo>
                <a:cubicBezTo>
                  <a:pt x="3176866" y="338018"/>
                  <a:pt x="3176461" y="338018"/>
                  <a:pt x="3176056" y="338018"/>
                </a:cubicBezTo>
                <a:lnTo>
                  <a:pt x="3165126" y="338018"/>
                </a:lnTo>
                <a:cubicBezTo>
                  <a:pt x="3164722" y="338018"/>
                  <a:pt x="3164317" y="338018"/>
                  <a:pt x="3163912" y="337614"/>
                </a:cubicBezTo>
                <a:lnTo>
                  <a:pt x="3158650" y="328303"/>
                </a:lnTo>
                <a:cubicBezTo>
                  <a:pt x="3158245" y="327898"/>
                  <a:pt x="3158245" y="327493"/>
                  <a:pt x="3158650" y="327088"/>
                </a:cubicBezTo>
                <a:lnTo>
                  <a:pt x="3163912" y="317778"/>
                </a:lnTo>
                <a:cubicBezTo>
                  <a:pt x="3164317" y="317778"/>
                  <a:pt x="3164722" y="317373"/>
                  <a:pt x="3165126" y="317373"/>
                </a:cubicBezTo>
                <a:close/>
                <a:moveTo>
                  <a:pt x="3044087" y="317373"/>
                </a:moveTo>
                <a:lnTo>
                  <a:pt x="3054612" y="317373"/>
                </a:lnTo>
                <a:cubicBezTo>
                  <a:pt x="3055018" y="317373"/>
                  <a:pt x="3055422" y="317778"/>
                  <a:pt x="3055827" y="318183"/>
                </a:cubicBezTo>
                <a:lnTo>
                  <a:pt x="3061090" y="327088"/>
                </a:lnTo>
                <a:cubicBezTo>
                  <a:pt x="3061495" y="327493"/>
                  <a:pt x="3061495" y="327898"/>
                  <a:pt x="3061090" y="328303"/>
                </a:cubicBezTo>
                <a:lnTo>
                  <a:pt x="3055827" y="337209"/>
                </a:lnTo>
                <a:cubicBezTo>
                  <a:pt x="3055422" y="337614"/>
                  <a:pt x="3055018" y="337614"/>
                  <a:pt x="3054612" y="338018"/>
                </a:cubicBezTo>
                <a:lnTo>
                  <a:pt x="3044087" y="338018"/>
                </a:lnTo>
                <a:cubicBezTo>
                  <a:pt x="3043683" y="338018"/>
                  <a:pt x="3043278" y="337614"/>
                  <a:pt x="3042873" y="337209"/>
                </a:cubicBezTo>
                <a:lnTo>
                  <a:pt x="3037611" y="328303"/>
                </a:lnTo>
                <a:cubicBezTo>
                  <a:pt x="3037206" y="327898"/>
                  <a:pt x="3037206" y="327493"/>
                  <a:pt x="3037611" y="327088"/>
                </a:cubicBezTo>
                <a:lnTo>
                  <a:pt x="3042873" y="318183"/>
                </a:lnTo>
                <a:cubicBezTo>
                  <a:pt x="3043278" y="317778"/>
                  <a:pt x="3043683" y="317373"/>
                  <a:pt x="3044087" y="317373"/>
                </a:cubicBezTo>
                <a:close/>
                <a:moveTo>
                  <a:pt x="3001582" y="314134"/>
                </a:moveTo>
                <a:lnTo>
                  <a:pt x="3016156" y="314134"/>
                </a:lnTo>
                <a:cubicBezTo>
                  <a:pt x="3016561" y="314134"/>
                  <a:pt x="3016966" y="314134"/>
                  <a:pt x="3017370" y="314539"/>
                </a:cubicBezTo>
                <a:lnTo>
                  <a:pt x="3024657" y="327088"/>
                </a:lnTo>
                <a:cubicBezTo>
                  <a:pt x="3025062" y="327493"/>
                  <a:pt x="3025062" y="327898"/>
                  <a:pt x="3024657" y="328302"/>
                </a:cubicBezTo>
                <a:lnTo>
                  <a:pt x="3017370" y="340852"/>
                </a:lnTo>
                <a:cubicBezTo>
                  <a:pt x="3016966" y="341256"/>
                  <a:pt x="3016561" y="341256"/>
                  <a:pt x="3016156" y="341256"/>
                </a:cubicBezTo>
                <a:lnTo>
                  <a:pt x="3001582" y="341256"/>
                </a:lnTo>
                <a:cubicBezTo>
                  <a:pt x="3001178" y="341256"/>
                  <a:pt x="3000773" y="341256"/>
                  <a:pt x="3000368" y="340852"/>
                </a:cubicBezTo>
                <a:lnTo>
                  <a:pt x="2993082" y="328302"/>
                </a:lnTo>
                <a:cubicBezTo>
                  <a:pt x="2992677" y="327898"/>
                  <a:pt x="2992677" y="327493"/>
                  <a:pt x="2993082" y="327088"/>
                </a:cubicBezTo>
                <a:lnTo>
                  <a:pt x="3000368" y="314539"/>
                </a:lnTo>
                <a:cubicBezTo>
                  <a:pt x="3000773" y="314539"/>
                  <a:pt x="3001178" y="314134"/>
                  <a:pt x="3001582" y="314134"/>
                </a:cubicBezTo>
                <a:close/>
                <a:moveTo>
                  <a:pt x="2522284" y="286202"/>
                </a:moveTo>
                <a:lnTo>
                  <a:pt x="2523498" y="286202"/>
                </a:lnTo>
                <a:lnTo>
                  <a:pt x="2523903" y="287012"/>
                </a:lnTo>
                <a:lnTo>
                  <a:pt x="2523498" y="287821"/>
                </a:lnTo>
                <a:lnTo>
                  <a:pt x="2522284" y="287821"/>
                </a:lnTo>
                <a:lnTo>
                  <a:pt x="2521879" y="287012"/>
                </a:lnTo>
                <a:close/>
                <a:moveTo>
                  <a:pt x="2482208" y="286202"/>
                </a:moveTo>
                <a:lnTo>
                  <a:pt x="2483017" y="286202"/>
                </a:lnTo>
                <a:lnTo>
                  <a:pt x="2483422" y="287012"/>
                </a:lnTo>
                <a:lnTo>
                  <a:pt x="2483017" y="287821"/>
                </a:lnTo>
                <a:lnTo>
                  <a:pt x="2482208" y="287821"/>
                </a:lnTo>
                <a:lnTo>
                  <a:pt x="2481803" y="287012"/>
                </a:lnTo>
                <a:close/>
                <a:moveTo>
                  <a:pt x="2441727" y="286202"/>
                </a:moveTo>
                <a:lnTo>
                  <a:pt x="2442536" y="286202"/>
                </a:lnTo>
                <a:lnTo>
                  <a:pt x="2442941" y="287012"/>
                </a:lnTo>
                <a:lnTo>
                  <a:pt x="2442536" y="287821"/>
                </a:lnTo>
                <a:lnTo>
                  <a:pt x="2441727" y="287821"/>
                </a:lnTo>
                <a:lnTo>
                  <a:pt x="2441322" y="287012"/>
                </a:lnTo>
                <a:close/>
                <a:moveTo>
                  <a:pt x="2401245" y="286202"/>
                </a:moveTo>
                <a:lnTo>
                  <a:pt x="2402054" y="286202"/>
                </a:lnTo>
                <a:lnTo>
                  <a:pt x="2402459" y="287012"/>
                </a:lnTo>
                <a:lnTo>
                  <a:pt x="2402054" y="287821"/>
                </a:lnTo>
                <a:lnTo>
                  <a:pt x="2401245" y="287821"/>
                </a:lnTo>
                <a:lnTo>
                  <a:pt x="2400840" y="287012"/>
                </a:lnTo>
                <a:close/>
                <a:moveTo>
                  <a:pt x="2360359" y="286202"/>
                </a:moveTo>
                <a:lnTo>
                  <a:pt x="2361573" y="286202"/>
                </a:lnTo>
                <a:lnTo>
                  <a:pt x="2361978" y="287012"/>
                </a:lnTo>
                <a:lnTo>
                  <a:pt x="2361573" y="287821"/>
                </a:lnTo>
                <a:lnTo>
                  <a:pt x="2360359" y="287821"/>
                </a:lnTo>
                <a:lnTo>
                  <a:pt x="2359954" y="287012"/>
                </a:lnTo>
                <a:close/>
                <a:moveTo>
                  <a:pt x="2319878" y="286202"/>
                </a:moveTo>
                <a:lnTo>
                  <a:pt x="2321092" y="286202"/>
                </a:lnTo>
                <a:lnTo>
                  <a:pt x="2321497" y="287012"/>
                </a:lnTo>
                <a:lnTo>
                  <a:pt x="2321092" y="287821"/>
                </a:lnTo>
                <a:lnTo>
                  <a:pt x="2319878" y="287821"/>
                </a:lnTo>
                <a:lnTo>
                  <a:pt x="2319473" y="287012"/>
                </a:lnTo>
                <a:close/>
                <a:moveTo>
                  <a:pt x="2279397" y="286202"/>
                </a:moveTo>
                <a:lnTo>
                  <a:pt x="2280611" y="286202"/>
                </a:lnTo>
                <a:lnTo>
                  <a:pt x="2281016" y="287012"/>
                </a:lnTo>
                <a:lnTo>
                  <a:pt x="2280611" y="287821"/>
                </a:lnTo>
                <a:lnTo>
                  <a:pt x="2279397" y="287821"/>
                </a:lnTo>
                <a:lnTo>
                  <a:pt x="2278992" y="287012"/>
                </a:lnTo>
                <a:close/>
                <a:moveTo>
                  <a:pt x="2238916" y="286202"/>
                </a:moveTo>
                <a:lnTo>
                  <a:pt x="2240130" y="286202"/>
                </a:lnTo>
                <a:lnTo>
                  <a:pt x="2240535" y="287012"/>
                </a:lnTo>
                <a:lnTo>
                  <a:pt x="2240130" y="287821"/>
                </a:lnTo>
                <a:lnTo>
                  <a:pt x="2238916" y="287821"/>
                </a:lnTo>
                <a:lnTo>
                  <a:pt x="2238511" y="287012"/>
                </a:lnTo>
                <a:close/>
                <a:moveTo>
                  <a:pt x="2198434" y="286202"/>
                </a:moveTo>
                <a:lnTo>
                  <a:pt x="2199648" y="286202"/>
                </a:lnTo>
                <a:lnTo>
                  <a:pt x="2200053" y="287012"/>
                </a:lnTo>
                <a:lnTo>
                  <a:pt x="2199648" y="287821"/>
                </a:lnTo>
                <a:lnTo>
                  <a:pt x="2198434" y="287821"/>
                </a:lnTo>
                <a:lnTo>
                  <a:pt x="2198029" y="287012"/>
                </a:lnTo>
                <a:close/>
                <a:moveTo>
                  <a:pt x="2157953" y="286202"/>
                </a:moveTo>
                <a:lnTo>
                  <a:pt x="2159167" y="286202"/>
                </a:lnTo>
                <a:lnTo>
                  <a:pt x="2159572" y="287012"/>
                </a:lnTo>
                <a:lnTo>
                  <a:pt x="2159167" y="287821"/>
                </a:lnTo>
                <a:lnTo>
                  <a:pt x="2157953" y="287821"/>
                </a:lnTo>
                <a:lnTo>
                  <a:pt x="2157548" y="287012"/>
                </a:lnTo>
                <a:close/>
                <a:moveTo>
                  <a:pt x="1712659" y="286202"/>
                </a:moveTo>
                <a:lnTo>
                  <a:pt x="1713873" y="286202"/>
                </a:lnTo>
                <a:lnTo>
                  <a:pt x="1714278" y="287012"/>
                </a:lnTo>
                <a:lnTo>
                  <a:pt x="1713873" y="287821"/>
                </a:lnTo>
                <a:lnTo>
                  <a:pt x="1712659" y="287821"/>
                </a:lnTo>
                <a:lnTo>
                  <a:pt x="1712254" y="287012"/>
                </a:lnTo>
                <a:close/>
                <a:moveTo>
                  <a:pt x="1672178" y="286202"/>
                </a:moveTo>
                <a:lnTo>
                  <a:pt x="1673392" y="286202"/>
                </a:lnTo>
                <a:lnTo>
                  <a:pt x="1673797" y="287012"/>
                </a:lnTo>
                <a:lnTo>
                  <a:pt x="1673392" y="287821"/>
                </a:lnTo>
                <a:lnTo>
                  <a:pt x="1672178" y="287821"/>
                </a:lnTo>
                <a:lnTo>
                  <a:pt x="1671773" y="287012"/>
                </a:lnTo>
                <a:close/>
                <a:moveTo>
                  <a:pt x="1631697" y="286202"/>
                </a:moveTo>
                <a:lnTo>
                  <a:pt x="1632911" y="286202"/>
                </a:lnTo>
                <a:lnTo>
                  <a:pt x="1633316" y="287012"/>
                </a:lnTo>
                <a:lnTo>
                  <a:pt x="1632911" y="287821"/>
                </a:lnTo>
                <a:lnTo>
                  <a:pt x="1631697" y="287821"/>
                </a:lnTo>
                <a:lnTo>
                  <a:pt x="1631292" y="287012"/>
                </a:lnTo>
                <a:close/>
                <a:moveTo>
                  <a:pt x="1591620" y="286202"/>
                </a:moveTo>
                <a:lnTo>
                  <a:pt x="1592429" y="286202"/>
                </a:lnTo>
                <a:lnTo>
                  <a:pt x="1592834" y="287012"/>
                </a:lnTo>
                <a:lnTo>
                  <a:pt x="1592429" y="287821"/>
                </a:lnTo>
                <a:lnTo>
                  <a:pt x="1591620" y="287821"/>
                </a:lnTo>
                <a:lnTo>
                  <a:pt x="1591215" y="287012"/>
                </a:lnTo>
                <a:close/>
                <a:moveTo>
                  <a:pt x="1551139" y="286202"/>
                </a:moveTo>
                <a:lnTo>
                  <a:pt x="1551948" y="286202"/>
                </a:lnTo>
                <a:lnTo>
                  <a:pt x="1552353" y="287012"/>
                </a:lnTo>
                <a:lnTo>
                  <a:pt x="1551948" y="287821"/>
                </a:lnTo>
                <a:lnTo>
                  <a:pt x="1551139" y="287821"/>
                </a:lnTo>
                <a:lnTo>
                  <a:pt x="1550734" y="287012"/>
                </a:lnTo>
                <a:close/>
                <a:moveTo>
                  <a:pt x="1510658" y="286202"/>
                </a:moveTo>
                <a:lnTo>
                  <a:pt x="1511467" y="286202"/>
                </a:lnTo>
                <a:lnTo>
                  <a:pt x="1511872" y="287012"/>
                </a:lnTo>
                <a:lnTo>
                  <a:pt x="1511467" y="287821"/>
                </a:lnTo>
                <a:lnTo>
                  <a:pt x="1510658" y="287821"/>
                </a:lnTo>
                <a:lnTo>
                  <a:pt x="1510253" y="287012"/>
                </a:lnTo>
                <a:close/>
                <a:moveTo>
                  <a:pt x="1469772" y="286202"/>
                </a:moveTo>
                <a:lnTo>
                  <a:pt x="1470986" y="286202"/>
                </a:lnTo>
                <a:lnTo>
                  <a:pt x="1471391" y="287012"/>
                </a:lnTo>
                <a:lnTo>
                  <a:pt x="1470986" y="287821"/>
                </a:lnTo>
                <a:lnTo>
                  <a:pt x="1469772" y="287821"/>
                </a:lnTo>
                <a:lnTo>
                  <a:pt x="1469367" y="287012"/>
                </a:lnTo>
                <a:close/>
                <a:moveTo>
                  <a:pt x="2562766" y="285798"/>
                </a:moveTo>
                <a:lnTo>
                  <a:pt x="2564385" y="285798"/>
                </a:lnTo>
                <a:lnTo>
                  <a:pt x="2565194" y="287013"/>
                </a:lnTo>
                <a:lnTo>
                  <a:pt x="2564385" y="288227"/>
                </a:lnTo>
                <a:lnTo>
                  <a:pt x="2562766" y="288227"/>
                </a:lnTo>
                <a:lnTo>
                  <a:pt x="2561956" y="287013"/>
                </a:lnTo>
                <a:close/>
                <a:moveTo>
                  <a:pt x="2117876" y="285798"/>
                </a:moveTo>
                <a:lnTo>
                  <a:pt x="2119091" y="285798"/>
                </a:lnTo>
                <a:lnTo>
                  <a:pt x="2119900" y="287013"/>
                </a:lnTo>
                <a:lnTo>
                  <a:pt x="2119091" y="288227"/>
                </a:lnTo>
                <a:lnTo>
                  <a:pt x="2117876" y="288227"/>
                </a:lnTo>
                <a:lnTo>
                  <a:pt x="2117067" y="287013"/>
                </a:lnTo>
                <a:close/>
                <a:moveTo>
                  <a:pt x="2077395" y="285798"/>
                </a:moveTo>
                <a:lnTo>
                  <a:pt x="2078610" y="285798"/>
                </a:lnTo>
                <a:lnTo>
                  <a:pt x="2079419" y="287013"/>
                </a:lnTo>
                <a:lnTo>
                  <a:pt x="2078610" y="288227"/>
                </a:lnTo>
                <a:lnTo>
                  <a:pt x="2077395" y="288227"/>
                </a:lnTo>
                <a:lnTo>
                  <a:pt x="2076586" y="287013"/>
                </a:lnTo>
                <a:close/>
                <a:moveTo>
                  <a:pt x="2036913" y="285798"/>
                </a:moveTo>
                <a:lnTo>
                  <a:pt x="2038128" y="285798"/>
                </a:lnTo>
                <a:lnTo>
                  <a:pt x="2038937" y="287013"/>
                </a:lnTo>
                <a:lnTo>
                  <a:pt x="2038128" y="288227"/>
                </a:lnTo>
                <a:lnTo>
                  <a:pt x="2036913" y="288227"/>
                </a:lnTo>
                <a:lnTo>
                  <a:pt x="2036104" y="287013"/>
                </a:lnTo>
                <a:close/>
                <a:moveTo>
                  <a:pt x="1996432" y="285798"/>
                </a:moveTo>
                <a:lnTo>
                  <a:pt x="1997647" y="285798"/>
                </a:lnTo>
                <a:lnTo>
                  <a:pt x="1998456" y="287013"/>
                </a:lnTo>
                <a:lnTo>
                  <a:pt x="1997647" y="288227"/>
                </a:lnTo>
                <a:lnTo>
                  <a:pt x="1996432" y="288227"/>
                </a:lnTo>
                <a:lnTo>
                  <a:pt x="1995623" y="287013"/>
                </a:lnTo>
                <a:close/>
                <a:moveTo>
                  <a:pt x="1955951" y="285798"/>
                </a:moveTo>
                <a:lnTo>
                  <a:pt x="1957166" y="285798"/>
                </a:lnTo>
                <a:lnTo>
                  <a:pt x="1957975" y="287013"/>
                </a:lnTo>
                <a:lnTo>
                  <a:pt x="1957166" y="288227"/>
                </a:lnTo>
                <a:lnTo>
                  <a:pt x="1955951" y="288227"/>
                </a:lnTo>
                <a:lnTo>
                  <a:pt x="1955142" y="287013"/>
                </a:lnTo>
                <a:close/>
                <a:moveTo>
                  <a:pt x="1915470" y="285798"/>
                </a:moveTo>
                <a:lnTo>
                  <a:pt x="1916685" y="285798"/>
                </a:lnTo>
                <a:lnTo>
                  <a:pt x="1917494" y="287013"/>
                </a:lnTo>
                <a:lnTo>
                  <a:pt x="1916685" y="288227"/>
                </a:lnTo>
                <a:lnTo>
                  <a:pt x="1915470" y="288227"/>
                </a:lnTo>
                <a:lnTo>
                  <a:pt x="1914661" y="287013"/>
                </a:lnTo>
                <a:close/>
                <a:moveTo>
                  <a:pt x="1874988" y="285798"/>
                </a:moveTo>
                <a:lnTo>
                  <a:pt x="1876203" y="285798"/>
                </a:lnTo>
                <a:lnTo>
                  <a:pt x="1877012" y="287013"/>
                </a:lnTo>
                <a:lnTo>
                  <a:pt x="1876203" y="288227"/>
                </a:lnTo>
                <a:lnTo>
                  <a:pt x="1874988" y="288227"/>
                </a:lnTo>
                <a:lnTo>
                  <a:pt x="1874179" y="287013"/>
                </a:lnTo>
                <a:close/>
                <a:moveTo>
                  <a:pt x="1834507" y="285798"/>
                </a:moveTo>
                <a:lnTo>
                  <a:pt x="1835722" y="285798"/>
                </a:lnTo>
                <a:lnTo>
                  <a:pt x="1836531" y="287013"/>
                </a:lnTo>
                <a:lnTo>
                  <a:pt x="1835722" y="288227"/>
                </a:lnTo>
                <a:lnTo>
                  <a:pt x="1834507" y="288227"/>
                </a:lnTo>
                <a:lnTo>
                  <a:pt x="1833698" y="287013"/>
                </a:lnTo>
                <a:close/>
                <a:moveTo>
                  <a:pt x="1794026" y="285798"/>
                </a:moveTo>
                <a:lnTo>
                  <a:pt x="1795241" y="285798"/>
                </a:lnTo>
                <a:lnTo>
                  <a:pt x="1796050" y="287013"/>
                </a:lnTo>
                <a:lnTo>
                  <a:pt x="1795241" y="288227"/>
                </a:lnTo>
                <a:lnTo>
                  <a:pt x="1794026" y="288227"/>
                </a:lnTo>
                <a:lnTo>
                  <a:pt x="1793217" y="287013"/>
                </a:lnTo>
                <a:close/>
                <a:moveTo>
                  <a:pt x="1753545" y="285798"/>
                </a:moveTo>
                <a:lnTo>
                  <a:pt x="1754760" y="285798"/>
                </a:lnTo>
                <a:lnTo>
                  <a:pt x="1755569" y="287013"/>
                </a:lnTo>
                <a:lnTo>
                  <a:pt x="1754760" y="288227"/>
                </a:lnTo>
                <a:lnTo>
                  <a:pt x="1753545" y="288227"/>
                </a:lnTo>
                <a:lnTo>
                  <a:pt x="1752736" y="287013"/>
                </a:lnTo>
                <a:close/>
                <a:moveTo>
                  <a:pt x="3857760" y="284583"/>
                </a:moveTo>
                <a:lnTo>
                  <a:pt x="3860594" y="284583"/>
                </a:lnTo>
                <a:lnTo>
                  <a:pt x="3862213" y="287012"/>
                </a:lnTo>
                <a:lnTo>
                  <a:pt x="3860594" y="289441"/>
                </a:lnTo>
                <a:lnTo>
                  <a:pt x="3857760" y="289441"/>
                </a:lnTo>
                <a:lnTo>
                  <a:pt x="3856141" y="287012"/>
                </a:lnTo>
                <a:close/>
                <a:moveTo>
                  <a:pt x="3736316" y="284583"/>
                </a:moveTo>
                <a:lnTo>
                  <a:pt x="3739150" y="284583"/>
                </a:lnTo>
                <a:lnTo>
                  <a:pt x="3740769" y="287012"/>
                </a:lnTo>
                <a:lnTo>
                  <a:pt x="3739150" y="289441"/>
                </a:lnTo>
                <a:lnTo>
                  <a:pt x="3736316" y="289441"/>
                </a:lnTo>
                <a:lnTo>
                  <a:pt x="3734697" y="287012"/>
                </a:lnTo>
                <a:close/>
                <a:moveTo>
                  <a:pt x="3776393" y="284178"/>
                </a:moveTo>
                <a:lnTo>
                  <a:pt x="3779632" y="284178"/>
                </a:lnTo>
                <a:lnTo>
                  <a:pt x="3781251" y="287012"/>
                </a:lnTo>
                <a:lnTo>
                  <a:pt x="3779632" y="289845"/>
                </a:lnTo>
                <a:lnTo>
                  <a:pt x="3776393" y="289845"/>
                </a:lnTo>
                <a:lnTo>
                  <a:pt x="3774774" y="287012"/>
                </a:lnTo>
                <a:close/>
                <a:moveTo>
                  <a:pt x="2602437" y="284178"/>
                </a:moveTo>
                <a:lnTo>
                  <a:pt x="2605676" y="284178"/>
                </a:lnTo>
                <a:lnTo>
                  <a:pt x="2607295" y="287012"/>
                </a:lnTo>
                <a:lnTo>
                  <a:pt x="2605676" y="289845"/>
                </a:lnTo>
                <a:lnTo>
                  <a:pt x="2602437" y="289845"/>
                </a:lnTo>
                <a:lnTo>
                  <a:pt x="2600818" y="287012"/>
                </a:lnTo>
                <a:close/>
                <a:moveTo>
                  <a:pt x="3816469" y="283774"/>
                </a:moveTo>
                <a:lnTo>
                  <a:pt x="3820113" y="283774"/>
                </a:lnTo>
                <a:lnTo>
                  <a:pt x="3821732" y="287013"/>
                </a:lnTo>
                <a:lnTo>
                  <a:pt x="3820113" y="290251"/>
                </a:lnTo>
                <a:lnTo>
                  <a:pt x="3816469" y="290251"/>
                </a:lnTo>
                <a:lnTo>
                  <a:pt x="3814850" y="287013"/>
                </a:lnTo>
                <a:close/>
                <a:moveTo>
                  <a:pt x="3695431" y="283774"/>
                </a:moveTo>
                <a:lnTo>
                  <a:pt x="3699074" y="283774"/>
                </a:lnTo>
                <a:lnTo>
                  <a:pt x="3701099" y="287013"/>
                </a:lnTo>
                <a:lnTo>
                  <a:pt x="3699074" y="290251"/>
                </a:lnTo>
                <a:lnTo>
                  <a:pt x="3695431" y="290251"/>
                </a:lnTo>
                <a:lnTo>
                  <a:pt x="3693407" y="287013"/>
                </a:lnTo>
                <a:close/>
                <a:moveTo>
                  <a:pt x="3654140" y="283369"/>
                </a:moveTo>
                <a:lnTo>
                  <a:pt x="3658593" y="283369"/>
                </a:lnTo>
                <a:lnTo>
                  <a:pt x="3660617" y="287012"/>
                </a:lnTo>
                <a:lnTo>
                  <a:pt x="3658593" y="290656"/>
                </a:lnTo>
                <a:lnTo>
                  <a:pt x="3654140" y="290656"/>
                </a:lnTo>
                <a:lnTo>
                  <a:pt x="3652116" y="287012"/>
                </a:lnTo>
                <a:close/>
                <a:moveTo>
                  <a:pt x="2642513" y="283369"/>
                </a:moveTo>
                <a:lnTo>
                  <a:pt x="2646156" y="283369"/>
                </a:lnTo>
                <a:cubicBezTo>
                  <a:pt x="2646561" y="283369"/>
                  <a:pt x="2646966" y="283369"/>
                  <a:pt x="2647371" y="283774"/>
                </a:cubicBezTo>
                <a:lnTo>
                  <a:pt x="2648990" y="286607"/>
                </a:lnTo>
                <a:cubicBezTo>
                  <a:pt x="2649395" y="287012"/>
                  <a:pt x="2649395" y="287417"/>
                  <a:pt x="2648990" y="287822"/>
                </a:cubicBezTo>
                <a:lnTo>
                  <a:pt x="2647371" y="290656"/>
                </a:lnTo>
                <a:cubicBezTo>
                  <a:pt x="2646966" y="291060"/>
                  <a:pt x="2646561" y="291060"/>
                  <a:pt x="2646156" y="291060"/>
                </a:cubicBezTo>
                <a:lnTo>
                  <a:pt x="2642513" y="291060"/>
                </a:lnTo>
                <a:cubicBezTo>
                  <a:pt x="2642108" y="291060"/>
                  <a:pt x="2641704" y="291060"/>
                  <a:pt x="2641299" y="290656"/>
                </a:cubicBezTo>
                <a:lnTo>
                  <a:pt x="2639680" y="287822"/>
                </a:lnTo>
                <a:cubicBezTo>
                  <a:pt x="2639275" y="287417"/>
                  <a:pt x="2639275" y="287012"/>
                  <a:pt x="2639680" y="286607"/>
                </a:cubicBezTo>
                <a:lnTo>
                  <a:pt x="2641299" y="283774"/>
                </a:lnTo>
                <a:cubicBezTo>
                  <a:pt x="2641704" y="283774"/>
                  <a:pt x="2642108" y="283369"/>
                  <a:pt x="2642513" y="283369"/>
                </a:cubicBezTo>
                <a:close/>
                <a:moveTo>
                  <a:pt x="3613659" y="282964"/>
                </a:moveTo>
                <a:lnTo>
                  <a:pt x="3618112" y="282964"/>
                </a:lnTo>
                <a:lnTo>
                  <a:pt x="3620136" y="287012"/>
                </a:lnTo>
                <a:lnTo>
                  <a:pt x="3618112" y="291060"/>
                </a:lnTo>
                <a:lnTo>
                  <a:pt x="3613659" y="291060"/>
                </a:lnTo>
                <a:lnTo>
                  <a:pt x="3611635" y="287012"/>
                </a:lnTo>
                <a:close/>
                <a:moveTo>
                  <a:pt x="3573582" y="281749"/>
                </a:moveTo>
                <a:lnTo>
                  <a:pt x="3577630" y="281749"/>
                </a:lnTo>
                <a:cubicBezTo>
                  <a:pt x="3578035" y="281749"/>
                  <a:pt x="3578440" y="282154"/>
                  <a:pt x="3578844" y="282559"/>
                </a:cubicBezTo>
                <a:lnTo>
                  <a:pt x="3580869" y="286202"/>
                </a:lnTo>
                <a:cubicBezTo>
                  <a:pt x="3581274" y="286607"/>
                  <a:pt x="3581274" y="287012"/>
                  <a:pt x="3580869" y="287416"/>
                </a:cubicBezTo>
                <a:lnTo>
                  <a:pt x="3578844" y="291060"/>
                </a:lnTo>
                <a:cubicBezTo>
                  <a:pt x="3578440" y="291465"/>
                  <a:pt x="3578035" y="291869"/>
                  <a:pt x="3577630" y="291869"/>
                </a:cubicBezTo>
                <a:lnTo>
                  <a:pt x="3573582" y="291869"/>
                </a:lnTo>
                <a:cubicBezTo>
                  <a:pt x="3573178" y="291869"/>
                  <a:pt x="3572772" y="291465"/>
                  <a:pt x="3572368" y="291060"/>
                </a:cubicBezTo>
                <a:lnTo>
                  <a:pt x="3570344" y="287416"/>
                </a:lnTo>
                <a:cubicBezTo>
                  <a:pt x="3569939" y="287012"/>
                  <a:pt x="3569939" y="286607"/>
                  <a:pt x="3570344" y="286202"/>
                </a:cubicBezTo>
                <a:lnTo>
                  <a:pt x="3572368" y="282559"/>
                </a:lnTo>
                <a:cubicBezTo>
                  <a:pt x="3572772" y="282154"/>
                  <a:pt x="3573178" y="281749"/>
                  <a:pt x="3573582" y="281749"/>
                </a:cubicBezTo>
                <a:close/>
                <a:moveTo>
                  <a:pt x="3531886" y="280940"/>
                </a:moveTo>
                <a:lnTo>
                  <a:pt x="3537959" y="280940"/>
                </a:lnTo>
                <a:cubicBezTo>
                  <a:pt x="3538363" y="280940"/>
                  <a:pt x="3538768" y="280940"/>
                  <a:pt x="3539173" y="281345"/>
                </a:cubicBezTo>
                <a:lnTo>
                  <a:pt x="3542411" y="286607"/>
                </a:lnTo>
                <a:cubicBezTo>
                  <a:pt x="3542817" y="287012"/>
                  <a:pt x="3542817" y="287417"/>
                  <a:pt x="3542411" y="287822"/>
                </a:cubicBezTo>
                <a:lnTo>
                  <a:pt x="3539173" y="293084"/>
                </a:lnTo>
                <a:cubicBezTo>
                  <a:pt x="3539173" y="293084"/>
                  <a:pt x="3538768" y="293489"/>
                  <a:pt x="3537959" y="293489"/>
                </a:cubicBezTo>
                <a:lnTo>
                  <a:pt x="3531886" y="293489"/>
                </a:lnTo>
                <a:cubicBezTo>
                  <a:pt x="3531482" y="293489"/>
                  <a:pt x="3531077" y="293489"/>
                  <a:pt x="3530672" y="293084"/>
                </a:cubicBezTo>
                <a:lnTo>
                  <a:pt x="3527434" y="287822"/>
                </a:lnTo>
                <a:cubicBezTo>
                  <a:pt x="3527029" y="287417"/>
                  <a:pt x="3527029" y="287012"/>
                  <a:pt x="3527434" y="286607"/>
                </a:cubicBezTo>
                <a:lnTo>
                  <a:pt x="3530672" y="281345"/>
                </a:lnTo>
                <a:cubicBezTo>
                  <a:pt x="3531077" y="281345"/>
                  <a:pt x="3531482" y="280940"/>
                  <a:pt x="3531886" y="280940"/>
                </a:cubicBezTo>
                <a:close/>
                <a:moveTo>
                  <a:pt x="3410442" y="280940"/>
                </a:moveTo>
                <a:lnTo>
                  <a:pt x="3416515" y="280940"/>
                </a:lnTo>
                <a:cubicBezTo>
                  <a:pt x="3416919" y="280940"/>
                  <a:pt x="3417324" y="280940"/>
                  <a:pt x="3417729" y="281345"/>
                </a:cubicBezTo>
                <a:lnTo>
                  <a:pt x="3420967" y="286607"/>
                </a:lnTo>
                <a:cubicBezTo>
                  <a:pt x="3421373" y="287012"/>
                  <a:pt x="3421373" y="287417"/>
                  <a:pt x="3420967" y="287822"/>
                </a:cubicBezTo>
                <a:lnTo>
                  <a:pt x="3417729" y="293084"/>
                </a:lnTo>
                <a:cubicBezTo>
                  <a:pt x="3417729" y="293084"/>
                  <a:pt x="3417324" y="293489"/>
                  <a:pt x="3416515" y="293489"/>
                </a:cubicBezTo>
                <a:lnTo>
                  <a:pt x="3410442" y="293489"/>
                </a:lnTo>
                <a:cubicBezTo>
                  <a:pt x="3410038" y="293489"/>
                  <a:pt x="3409633" y="293489"/>
                  <a:pt x="3409228" y="293084"/>
                </a:cubicBezTo>
                <a:lnTo>
                  <a:pt x="3405990" y="287822"/>
                </a:lnTo>
                <a:cubicBezTo>
                  <a:pt x="3405585" y="287417"/>
                  <a:pt x="3405585" y="287012"/>
                  <a:pt x="3405990" y="286607"/>
                </a:cubicBezTo>
                <a:lnTo>
                  <a:pt x="3409228" y="281345"/>
                </a:lnTo>
                <a:cubicBezTo>
                  <a:pt x="3409633" y="281345"/>
                  <a:pt x="3410038" y="280940"/>
                  <a:pt x="3410442" y="280940"/>
                </a:cubicBezTo>
                <a:close/>
                <a:moveTo>
                  <a:pt x="3450924" y="280535"/>
                </a:moveTo>
                <a:lnTo>
                  <a:pt x="3456996" y="280535"/>
                </a:lnTo>
                <a:cubicBezTo>
                  <a:pt x="3457401" y="280535"/>
                  <a:pt x="3457806" y="280535"/>
                  <a:pt x="3458210" y="280940"/>
                </a:cubicBezTo>
                <a:lnTo>
                  <a:pt x="3461044" y="286202"/>
                </a:lnTo>
                <a:cubicBezTo>
                  <a:pt x="3461449" y="286607"/>
                  <a:pt x="3461449" y="287012"/>
                  <a:pt x="3461044" y="287417"/>
                </a:cubicBezTo>
                <a:lnTo>
                  <a:pt x="3458210" y="292679"/>
                </a:lnTo>
                <a:cubicBezTo>
                  <a:pt x="3457806" y="293084"/>
                  <a:pt x="3457401" y="293489"/>
                  <a:pt x="3456996" y="293084"/>
                </a:cubicBezTo>
                <a:lnTo>
                  <a:pt x="3450924" y="293084"/>
                </a:lnTo>
                <a:cubicBezTo>
                  <a:pt x="3450519" y="293084"/>
                  <a:pt x="3450114" y="293084"/>
                  <a:pt x="3449710" y="292679"/>
                </a:cubicBezTo>
                <a:lnTo>
                  <a:pt x="3446876" y="287417"/>
                </a:lnTo>
                <a:cubicBezTo>
                  <a:pt x="3446471" y="287012"/>
                  <a:pt x="3446471" y="286607"/>
                  <a:pt x="3446876" y="286202"/>
                </a:cubicBezTo>
                <a:lnTo>
                  <a:pt x="3449710" y="280940"/>
                </a:lnTo>
                <a:cubicBezTo>
                  <a:pt x="3450114" y="280940"/>
                  <a:pt x="3450519" y="280535"/>
                  <a:pt x="3450924" y="280535"/>
                </a:cubicBezTo>
                <a:close/>
                <a:moveTo>
                  <a:pt x="3329075" y="280535"/>
                </a:moveTo>
                <a:lnTo>
                  <a:pt x="3335957" y="280535"/>
                </a:lnTo>
                <a:cubicBezTo>
                  <a:pt x="3336362" y="280535"/>
                  <a:pt x="3336767" y="280535"/>
                  <a:pt x="3337172" y="280940"/>
                </a:cubicBezTo>
                <a:lnTo>
                  <a:pt x="3340410" y="286607"/>
                </a:lnTo>
                <a:cubicBezTo>
                  <a:pt x="3340815" y="287012"/>
                  <a:pt x="3340815" y="287417"/>
                  <a:pt x="3340410" y="287822"/>
                </a:cubicBezTo>
                <a:lnTo>
                  <a:pt x="3337172" y="293489"/>
                </a:lnTo>
                <a:cubicBezTo>
                  <a:pt x="3336767" y="293894"/>
                  <a:pt x="3336362" y="293894"/>
                  <a:pt x="3335957" y="293894"/>
                </a:cubicBezTo>
                <a:lnTo>
                  <a:pt x="3329075" y="293894"/>
                </a:lnTo>
                <a:cubicBezTo>
                  <a:pt x="3328671" y="293894"/>
                  <a:pt x="3328266" y="293894"/>
                  <a:pt x="3327861" y="293489"/>
                </a:cubicBezTo>
                <a:lnTo>
                  <a:pt x="3324623" y="287822"/>
                </a:lnTo>
                <a:cubicBezTo>
                  <a:pt x="3324218" y="287417"/>
                  <a:pt x="3324218" y="287012"/>
                  <a:pt x="3324623" y="286607"/>
                </a:cubicBezTo>
                <a:lnTo>
                  <a:pt x="3327861" y="280940"/>
                </a:lnTo>
                <a:cubicBezTo>
                  <a:pt x="3328266" y="280940"/>
                  <a:pt x="3328671" y="280535"/>
                  <a:pt x="3329075" y="280535"/>
                </a:cubicBezTo>
                <a:close/>
                <a:moveTo>
                  <a:pt x="3491000" y="280130"/>
                </a:moveTo>
                <a:lnTo>
                  <a:pt x="3497477" y="280130"/>
                </a:lnTo>
                <a:cubicBezTo>
                  <a:pt x="3497882" y="280130"/>
                  <a:pt x="3498287" y="280130"/>
                  <a:pt x="3498692" y="280535"/>
                </a:cubicBezTo>
                <a:lnTo>
                  <a:pt x="3501930" y="286202"/>
                </a:lnTo>
                <a:cubicBezTo>
                  <a:pt x="3502335" y="286607"/>
                  <a:pt x="3502335" y="287012"/>
                  <a:pt x="3501930" y="287417"/>
                </a:cubicBezTo>
                <a:lnTo>
                  <a:pt x="3498692" y="293084"/>
                </a:lnTo>
                <a:cubicBezTo>
                  <a:pt x="3498692" y="293489"/>
                  <a:pt x="3498287" y="293894"/>
                  <a:pt x="3497477" y="293489"/>
                </a:cubicBezTo>
                <a:lnTo>
                  <a:pt x="3491000" y="293489"/>
                </a:lnTo>
                <a:cubicBezTo>
                  <a:pt x="3490596" y="293489"/>
                  <a:pt x="3490191" y="293489"/>
                  <a:pt x="3489786" y="293084"/>
                </a:cubicBezTo>
                <a:lnTo>
                  <a:pt x="3486548" y="287417"/>
                </a:lnTo>
                <a:cubicBezTo>
                  <a:pt x="3486143" y="287012"/>
                  <a:pt x="3486143" y="286607"/>
                  <a:pt x="3486548" y="286202"/>
                </a:cubicBezTo>
                <a:lnTo>
                  <a:pt x="3489786" y="280535"/>
                </a:lnTo>
                <a:cubicBezTo>
                  <a:pt x="3490191" y="280535"/>
                  <a:pt x="3490596" y="280130"/>
                  <a:pt x="3491000" y="280130"/>
                </a:cubicBezTo>
                <a:close/>
                <a:moveTo>
                  <a:pt x="3369556" y="279725"/>
                </a:moveTo>
                <a:lnTo>
                  <a:pt x="3376438" y="279725"/>
                </a:lnTo>
                <a:cubicBezTo>
                  <a:pt x="3376843" y="279725"/>
                  <a:pt x="3377248" y="279725"/>
                  <a:pt x="3377653" y="280130"/>
                </a:cubicBezTo>
                <a:lnTo>
                  <a:pt x="3381296" y="286202"/>
                </a:lnTo>
                <a:cubicBezTo>
                  <a:pt x="3381701" y="286607"/>
                  <a:pt x="3381701" y="287012"/>
                  <a:pt x="3381296" y="287417"/>
                </a:cubicBezTo>
                <a:lnTo>
                  <a:pt x="3377653" y="293489"/>
                </a:lnTo>
                <a:cubicBezTo>
                  <a:pt x="3377653" y="293893"/>
                  <a:pt x="3377248" y="294298"/>
                  <a:pt x="3376438" y="293893"/>
                </a:cubicBezTo>
                <a:lnTo>
                  <a:pt x="3369556" y="293893"/>
                </a:lnTo>
                <a:cubicBezTo>
                  <a:pt x="3369152" y="293893"/>
                  <a:pt x="3368747" y="293893"/>
                  <a:pt x="3368342" y="293489"/>
                </a:cubicBezTo>
                <a:lnTo>
                  <a:pt x="3364699" y="287417"/>
                </a:lnTo>
                <a:cubicBezTo>
                  <a:pt x="3364294" y="287012"/>
                  <a:pt x="3364294" y="286607"/>
                  <a:pt x="3364699" y="286202"/>
                </a:cubicBezTo>
                <a:lnTo>
                  <a:pt x="3368342" y="280130"/>
                </a:lnTo>
                <a:cubicBezTo>
                  <a:pt x="3368747" y="280130"/>
                  <a:pt x="3369152" y="279725"/>
                  <a:pt x="3369556" y="279725"/>
                </a:cubicBezTo>
                <a:close/>
                <a:moveTo>
                  <a:pt x="3288190" y="279725"/>
                </a:moveTo>
                <a:lnTo>
                  <a:pt x="3295881" y="279725"/>
                </a:lnTo>
                <a:cubicBezTo>
                  <a:pt x="3296286" y="279725"/>
                  <a:pt x="3296691" y="279725"/>
                  <a:pt x="3297095" y="280130"/>
                </a:cubicBezTo>
                <a:lnTo>
                  <a:pt x="3300739" y="286607"/>
                </a:lnTo>
                <a:cubicBezTo>
                  <a:pt x="3301143" y="287012"/>
                  <a:pt x="3301143" y="287417"/>
                  <a:pt x="3300739" y="287821"/>
                </a:cubicBezTo>
                <a:lnTo>
                  <a:pt x="3297095" y="294298"/>
                </a:lnTo>
                <a:cubicBezTo>
                  <a:pt x="3296691" y="294703"/>
                  <a:pt x="3296286" y="294703"/>
                  <a:pt x="3295881" y="294703"/>
                </a:cubicBezTo>
                <a:lnTo>
                  <a:pt x="3288190" y="294703"/>
                </a:lnTo>
                <a:cubicBezTo>
                  <a:pt x="3287785" y="294703"/>
                  <a:pt x="3287380" y="294703"/>
                  <a:pt x="3286975" y="294298"/>
                </a:cubicBezTo>
                <a:lnTo>
                  <a:pt x="3283332" y="287821"/>
                </a:lnTo>
                <a:cubicBezTo>
                  <a:pt x="3282927" y="287417"/>
                  <a:pt x="3282927" y="287012"/>
                  <a:pt x="3283332" y="286607"/>
                </a:cubicBezTo>
                <a:lnTo>
                  <a:pt x="3286975" y="280130"/>
                </a:lnTo>
                <a:cubicBezTo>
                  <a:pt x="3287380" y="280130"/>
                  <a:pt x="3287785" y="279725"/>
                  <a:pt x="3288190" y="279725"/>
                </a:cubicBezTo>
                <a:close/>
                <a:moveTo>
                  <a:pt x="3247708" y="278916"/>
                </a:moveTo>
                <a:lnTo>
                  <a:pt x="3255400" y="278916"/>
                </a:lnTo>
                <a:cubicBezTo>
                  <a:pt x="3255805" y="278916"/>
                  <a:pt x="3256209" y="278916"/>
                  <a:pt x="3256614" y="279321"/>
                </a:cubicBezTo>
                <a:lnTo>
                  <a:pt x="3260662" y="286203"/>
                </a:lnTo>
                <a:cubicBezTo>
                  <a:pt x="3261067" y="286607"/>
                  <a:pt x="3261067" y="287012"/>
                  <a:pt x="3260662" y="287417"/>
                </a:cubicBezTo>
                <a:lnTo>
                  <a:pt x="3256614" y="294299"/>
                </a:lnTo>
                <a:cubicBezTo>
                  <a:pt x="3256614" y="294704"/>
                  <a:pt x="3256209" y="295109"/>
                  <a:pt x="3255400" y="294704"/>
                </a:cubicBezTo>
                <a:lnTo>
                  <a:pt x="3247708" y="294704"/>
                </a:lnTo>
                <a:cubicBezTo>
                  <a:pt x="3247304" y="294704"/>
                  <a:pt x="3246898" y="294704"/>
                  <a:pt x="3246494" y="294299"/>
                </a:cubicBezTo>
                <a:lnTo>
                  <a:pt x="3242446" y="287417"/>
                </a:lnTo>
                <a:cubicBezTo>
                  <a:pt x="3242041" y="287012"/>
                  <a:pt x="3242041" y="286607"/>
                  <a:pt x="3242446" y="286203"/>
                </a:cubicBezTo>
                <a:lnTo>
                  <a:pt x="3246494" y="279321"/>
                </a:lnTo>
                <a:cubicBezTo>
                  <a:pt x="3246898" y="279321"/>
                  <a:pt x="3247304" y="278916"/>
                  <a:pt x="3247708" y="278916"/>
                </a:cubicBezTo>
                <a:close/>
                <a:moveTo>
                  <a:pt x="3206822" y="278916"/>
                </a:moveTo>
                <a:lnTo>
                  <a:pt x="3215323" y="278916"/>
                </a:lnTo>
                <a:cubicBezTo>
                  <a:pt x="3215728" y="278916"/>
                  <a:pt x="3216133" y="278916"/>
                  <a:pt x="3216537" y="279321"/>
                </a:cubicBezTo>
                <a:lnTo>
                  <a:pt x="3220586" y="286607"/>
                </a:lnTo>
                <a:cubicBezTo>
                  <a:pt x="3220991" y="287012"/>
                  <a:pt x="3220991" y="287417"/>
                  <a:pt x="3220586" y="287822"/>
                </a:cubicBezTo>
                <a:lnTo>
                  <a:pt x="3216537" y="295109"/>
                </a:lnTo>
                <a:cubicBezTo>
                  <a:pt x="3216133" y="295109"/>
                  <a:pt x="3215728" y="295513"/>
                  <a:pt x="3215323" y="295513"/>
                </a:cubicBezTo>
                <a:lnTo>
                  <a:pt x="3206822" y="295513"/>
                </a:lnTo>
                <a:cubicBezTo>
                  <a:pt x="3206417" y="295513"/>
                  <a:pt x="3206012" y="295513"/>
                  <a:pt x="3205608" y="295109"/>
                </a:cubicBezTo>
                <a:lnTo>
                  <a:pt x="3201560" y="287822"/>
                </a:lnTo>
                <a:cubicBezTo>
                  <a:pt x="3201155" y="287417"/>
                  <a:pt x="3201155" y="287012"/>
                  <a:pt x="3201560" y="286607"/>
                </a:cubicBezTo>
                <a:lnTo>
                  <a:pt x="3205608" y="279321"/>
                </a:lnTo>
                <a:cubicBezTo>
                  <a:pt x="3206012" y="279321"/>
                  <a:pt x="3206417" y="278916"/>
                  <a:pt x="3206822" y="278916"/>
                </a:cubicBezTo>
                <a:close/>
                <a:moveTo>
                  <a:pt x="3004416" y="278511"/>
                </a:moveTo>
                <a:lnTo>
                  <a:pt x="3013322" y="278511"/>
                </a:lnTo>
                <a:cubicBezTo>
                  <a:pt x="3013726" y="278511"/>
                  <a:pt x="3014131" y="278511"/>
                  <a:pt x="3014536" y="278916"/>
                </a:cubicBezTo>
                <a:lnTo>
                  <a:pt x="3018989" y="286607"/>
                </a:lnTo>
                <a:cubicBezTo>
                  <a:pt x="3019394" y="287012"/>
                  <a:pt x="3019394" y="287417"/>
                  <a:pt x="3018989" y="287822"/>
                </a:cubicBezTo>
                <a:lnTo>
                  <a:pt x="3014536" y="295513"/>
                </a:lnTo>
                <a:cubicBezTo>
                  <a:pt x="3014131" y="295918"/>
                  <a:pt x="3013726" y="295918"/>
                  <a:pt x="3013322" y="295918"/>
                </a:cubicBezTo>
                <a:lnTo>
                  <a:pt x="3004416" y="295918"/>
                </a:lnTo>
                <a:cubicBezTo>
                  <a:pt x="3004011" y="295918"/>
                  <a:pt x="3003606" y="295918"/>
                  <a:pt x="3003201" y="295513"/>
                </a:cubicBezTo>
                <a:lnTo>
                  <a:pt x="2998749" y="287822"/>
                </a:lnTo>
                <a:cubicBezTo>
                  <a:pt x="2998344" y="287417"/>
                  <a:pt x="2998344" y="287012"/>
                  <a:pt x="2998749" y="286607"/>
                </a:cubicBezTo>
                <a:lnTo>
                  <a:pt x="3003201" y="278916"/>
                </a:lnTo>
                <a:cubicBezTo>
                  <a:pt x="3003606" y="278916"/>
                  <a:pt x="3004011" y="278511"/>
                  <a:pt x="3004416" y="278511"/>
                </a:cubicBezTo>
                <a:close/>
                <a:moveTo>
                  <a:pt x="2721047" y="278511"/>
                </a:moveTo>
                <a:lnTo>
                  <a:pt x="2729548" y="278511"/>
                </a:lnTo>
                <a:cubicBezTo>
                  <a:pt x="2729953" y="278511"/>
                  <a:pt x="2730357" y="278916"/>
                  <a:pt x="2730762" y="279321"/>
                </a:cubicBezTo>
                <a:lnTo>
                  <a:pt x="2735215" y="286607"/>
                </a:lnTo>
                <a:cubicBezTo>
                  <a:pt x="2735620" y="287012"/>
                  <a:pt x="2735620" y="287417"/>
                  <a:pt x="2735215" y="287822"/>
                </a:cubicBezTo>
                <a:lnTo>
                  <a:pt x="2730762" y="295108"/>
                </a:lnTo>
                <a:cubicBezTo>
                  <a:pt x="2730762" y="295513"/>
                  <a:pt x="2730357" y="295513"/>
                  <a:pt x="2729548" y="295918"/>
                </a:cubicBezTo>
                <a:lnTo>
                  <a:pt x="2721047" y="295918"/>
                </a:lnTo>
                <a:cubicBezTo>
                  <a:pt x="2720642" y="295918"/>
                  <a:pt x="2720237" y="295513"/>
                  <a:pt x="2719832" y="295108"/>
                </a:cubicBezTo>
                <a:lnTo>
                  <a:pt x="2715380" y="287822"/>
                </a:lnTo>
                <a:cubicBezTo>
                  <a:pt x="2714975" y="287417"/>
                  <a:pt x="2714975" y="287012"/>
                  <a:pt x="2715380" y="286607"/>
                </a:cubicBezTo>
                <a:lnTo>
                  <a:pt x="2719832" y="279321"/>
                </a:lnTo>
                <a:cubicBezTo>
                  <a:pt x="2720237" y="278916"/>
                  <a:pt x="2720642" y="278511"/>
                  <a:pt x="2721047" y="278511"/>
                </a:cubicBezTo>
                <a:close/>
                <a:moveTo>
                  <a:pt x="3125455" y="278106"/>
                </a:moveTo>
                <a:lnTo>
                  <a:pt x="3134766" y="278106"/>
                </a:lnTo>
                <a:cubicBezTo>
                  <a:pt x="3135170" y="278106"/>
                  <a:pt x="3135575" y="278106"/>
                  <a:pt x="3135980" y="278511"/>
                </a:cubicBezTo>
                <a:lnTo>
                  <a:pt x="3140838" y="286607"/>
                </a:lnTo>
                <a:cubicBezTo>
                  <a:pt x="3141243" y="287012"/>
                  <a:pt x="3141243" y="287417"/>
                  <a:pt x="3140838" y="287821"/>
                </a:cubicBezTo>
                <a:lnTo>
                  <a:pt x="3135980" y="295918"/>
                </a:lnTo>
                <a:cubicBezTo>
                  <a:pt x="3135980" y="296323"/>
                  <a:pt x="3135575" y="296323"/>
                  <a:pt x="3134766" y="296323"/>
                </a:cubicBezTo>
                <a:lnTo>
                  <a:pt x="3125455" y="296323"/>
                </a:lnTo>
                <a:cubicBezTo>
                  <a:pt x="3125050" y="296323"/>
                  <a:pt x="3124645" y="296323"/>
                  <a:pt x="3124241" y="295918"/>
                </a:cubicBezTo>
                <a:lnTo>
                  <a:pt x="3119383" y="287821"/>
                </a:lnTo>
                <a:cubicBezTo>
                  <a:pt x="3118978" y="287417"/>
                  <a:pt x="3118978" y="287012"/>
                  <a:pt x="3119383" y="286607"/>
                </a:cubicBezTo>
                <a:lnTo>
                  <a:pt x="3124241" y="278511"/>
                </a:lnTo>
                <a:cubicBezTo>
                  <a:pt x="3124645" y="278511"/>
                  <a:pt x="3125050" y="278106"/>
                  <a:pt x="3125455" y="278106"/>
                </a:cubicBezTo>
                <a:close/>
                <a:moveTo>
                  <a:pt x="3165936" y="277701"/>
                </a:moveTo>
                <a:lnTo>
                  <a:pt x="3175247" y="277701"/>
                </a:lnTo>
                <a:cubicBezTo>
                  <a:pt x="3175651" y="277701"/>
                  <a:pt x="3176056" y="277701"/>
                  <a:pt x="3176461" y="278106"/>
                </a:cubicBezTo>
                <a:lnTo>
                  <a:pt x="3181319" y="286202"/>
                </a:lnTo>
                <a:cubicBezTo>
                  <a:pt x="3181724" y="286607"/>
                  <a:pt x="3181724" y="287012"/>
                  <a:pt x="3181319" y="287417"/>
                </a:cubicBezTo>
                <a:lnTo>
                  <a:pt x="3176461" y="295513"/>
                </a:lnTo>
                <a:cubicBezTo>
                  <a:pt x="3176461" y="295918"/>
                  <a:pt x="3176056" y="296322"/>
                  <a:pt x="3175247" y="295918"/>
                </a:cubicBezTo>
                <a:lnTo>
                  <a:pt x="3165936" y="295918"/>
                </a:lnTo>
                <a:cubicBezTo>
                  <a:pt x="3165531" y="295918"/>
                  <a:pt x="3165126" y="295918"/>
                  <a:pt x="3164722" y="295513"/>
                </a:cubicBezTo>
                <a:lnTo>
                  <a:pt x="3159864" y="287417"/>
                </a:lnTo>
                <a:cubicBezTo>
                  <a:pt x="3159459" y="287012"/>
                  <a:pt x="3159459" y="286607"/>
                  <a:pt x="3159864" y="286202"/>
                </a:cubicBezTo>
                <a:lnTo>
                  <a:pt x="3164722" y="278106"/>
                </a:lnTo>
                <a:cubicBezTo>
                  <a:pt x="3165126" y="278106"/>
                  <a:pt x="3165531" y="277701"/>
                  <a:pt x="3165936" y="277701"/>
                </a:cubicBezTo>
                <a:close/>
                <a:moveTo>
                  <a:pt x="3084973" y="277701"/>
                </a:moveTo>
                <a:lnTo>
                  <a:pt x="3094284" y="277701"/>
                </a:lnTo>
                <a:cubicBezTo>
                  <a:pt x="3094688" y="277701"/>
                  <a:pt x="3095093" y="277701"/>
                  <a:pt x="3095498" y="278106"/>
                </a:cubicBezTo>
                <a:lnTo>
                  <a:pt x="3099951" y="286202"/>
                </a:lnTo>
                <a:cubicBezTo>
                  <a:pt x="3100356" y="286607"/>
                  <a:pt x="3100356" y="287012"/>
                  <a:pt x="3099951" y="287417"/>
                </a:cubicBezTo>
                <a:lnTo>
                  <a:pt x="3095498" y="295513"/>
                </a:lnTo>
                <a:cubicBezTo>
                  <a:pt x="3095093" y="295918"/>
                  <a:pt x="3094688" y="296322"/>
                  <a:pt x="3094284" y="296322"/>
                </a:cubicBezTo>
                <a:lnTo>
                  <a:pt x="3084973" y="296322"/>
                </a:lnTo>
                <a:cubicBezTo>
                  <a:pt x="3084568" y="296322"/>
                  <a:pt x="3084163" y="295918"/>
                  <a:pt x="3083759" y="295513"/>
                </a:cubicBezTo>
                <a:lnTo>
                  <a:pt x="3079306" y="287417"/>
                </a:lnTo>
                <a:cubicBezTo>
                  <a:pt x="3078901" y="287012"/>
                  <a:pt x="3078901" y="286607"/>
                  <a:pt x="3079306" y="286202"/>
                </a:cubicBezTo>
                <a:lnTo>
                  <a:pt x="3083759" y="278106"/>
                </a:lnTo>
                <a:cubicBezTo>
                  <a:pt x="3084163" y="278106"/>
                  <a:pt x="3084568" y="277701"/>
                  <a:pt x="3084973" y="277701"/>
                </a:cubicBezTo>
                <a:close/>
                <a:moveTo>
                  <a:pt x="3044492" y="277297"/>
                </a:moveTo>
                <a:lnTo>
                  <a:pt x="3054207" y="277297"/>
                </a:lnTo>
                <a:cubicBezTo>
                  <a:pt x="3054612" y="277297"/>
                  <a:pt x="3055017" y="277297"/>
                  <a:pt x="3055422" y="277702"/>
                </a:cubicBezTo>
                <a:lnTo>
                  <a:pt x="3060280" y="286203"/>
                </a:lnTo>
                <a:cubicBezTo>
                  <a:pt x="3060684" y="286608"/>
                  <a:pt x="3060684" y="287012"/>
                  <a:pt x="3060280" y="287417"/>
                </a:cubicBezTo>
                <a:lnTo>
                  <a:pt x="3055422" y="295918"/>
                </a:lnTo>
                <a:cubicBezTo>
                  <a:pt x="3055017" y="296323"/>
                  <a:pt x="3054612" y="296728"/>
                  <a:pt x="3054207" y="296323"/>
                </a:cubicBezTo>
                <a:lnTo>
                  <a:pt x="3044492" y="296323"/>
                </a:lnTo>
                <a:cubicBezTo>
                  <a:pt x="3044087" y="296323"/>
                  <a:pt x="3043682" y="296323"/>
                  <a:pt x="3043278" y="295918"/>
                </a:cubicBezTo>
                <a:lnTo>
                  <a:pt x="3038420" y="287417"/>
                </a:lnTo>
                <a:cubicBezTo>
                  <a:pt x="3038015" y="287012"/>
                  <a:pt x="3038015" y="286608"/>
                  <a:pt x="3038420" y="286203"/>
                </a:cubicBezTo>
                <a:lnTo>
                  <a:pt x="3043278" y="277702"/>
                </a:lnTo>
                <a:cubicBezTo>
                  <a:pt x="3043682" y="277702"/>
                  <a:pt x="3044087" y="277297"/>
                  <a:pt x="3044492" y="277297"/>
                </a:cubicBezTo>
                <a:close/>
                <a:moveTo>
                  <a:pt x="2760314" y="276892"/>
                </a:moveTo>
                <a:lnTo>
                  <a:pt x="2771243" y="276892"/>
                </a:lnTo>
                <a:cubicBezTo>
                  <a:pt x="2771648" y="276892"/>
                  <a:pt x="2772053" y="276892"/>
                  <a:pt x="2772458" y="277297"/>
                </a:cubicBezTo>
                <a:lnTo>
                  <a:pt x="2778125" y="286607"/>
                </a:lnTo>
                <a:cubicBezTo>
                  <a:pt x="2778530" y="287012"/>
                  <a:pt x="2778530" y="287417"/>
                  <a:pt x="2778125" y="287822"/>
                </a:cubicBezTo>
                <a:lnTo>
                  <a:pt x="2772458" y="297133"/>
                </a:lnTo>
                <a:cubicBezTo>
                  <a:pt x="2772458" y="297537"/>
                  <a:pt x="2772053" y="297537"/>
                  <a:pt x="2771243" y="297537"/>
                </a:cubicBezTo>
                <a:lnTo>
                  <a:pt x="2760314" y="297537"/>
                </a:lnTo>
                <a:cubicBezTo>
                  <a:pt x="2759909" y="297537"/>
                  <a:pt x="2759504" y="297537"/>
                  <a:pt x="2759099" y="297133"/>
                </a:cubicBezTo>
                <a:lnTo>
                  <a:pt x="2753432" y="287822"/>
                </a:lnTo>
                <a:cubicBezTo>
                  <a:pt x="2753027" y="287417"/>
                  <a:pt x="2753027" y="287012"/>
                  <a:pt x="2753432" y="286607"/>
                </a:cubicBezTo>
                <a:lnTo>
                  <a:pt x="2759099" y="277297"/>
                </a:lnTo>
                <a:cubicBezTo>
                  <a:pt x="2759504" y="277297"/>
                  <a:pt x="2759909" y="276892"/>
                  <a:pt x="2760314" y="276892"/>
                </a:cubicBezTo>
                <a:close/>
                <a:moveTo>
                  <a:pt x="2800390" y="275677"/>
                </a:moveTo>
                <a:lnTo>
                  <a:pt x="2812535" y="275677"/>
                </a:lnTo>
                <a:cubicBezTo>
                  <a:pt x="2812939" y="275677"/>
                  <a:pt x="2813344" y="275677"/>
                  <a:pt x="2813749" y="276082"/>
                </a:cubicBezTo>
                <a:lnTo>
                  <a:pt x="2819821" y="286607"/>
                </a:lnTo>
                <a:cubicBezTo>
                  <a:pt x="2820226" y="287012"/>
                  <a:pt x="2820226" y="287417"/>
                  <a:pt x="2819821" y="287821"/>
                </a:cubicBezTo>
                <a:lnTo>
                  <a:pt x="2813749" y="298347"/>
                </a:lnTo>
                <a:cubicBezTo>
                  <a:pt x="2813344" y="298347"/>
                  <a:pt x="2812939" y="298751"/>
                  <a:pt x="2812535" y="298751"/>
                </a:cubicBezTo>
                <a:lnTo>
                  <a:pt x="2800390" y="298751"/>
                </a:lnTo>
                <a:cubicBezTo>
                  <a:pt x="2799986" y="298751"/>
                  <a:pt x="2799580" y="298751"/>
                  <a:pt x="2799176" y="298347"/>
                </a:cubicBezTo>
                <a:lnTo>
                  <a:pt x="2793104" y="287821"/>
                </a:lnTo>
                <a:cubicBezTo>
                  <a:pt x="2792699" y="287417"/>
                  <a:pt x="2792699" y="287012"/>
                  <a:pt x="2793104" y="286607"/>
                </a:cubicBezTo>
                <a:lnTo>
                  <a:pt x="2799176" y="276082"/>
                </a:lnTo>
                <a:cubicBezTo>
                  <a:pt x="2799580" y="276082"/>
                  <a:pt x="2799986" y="275677"/>
                  <a:pt x="2800390" y="275677"/>
                </a:cubicBezTo>
                <a:close/>
                <a:moveTo>
                  <a:pt x="2962315" y="275273"/>
                </a:moveTo>
                <a:lnTo>
                  <a:pt x="2974460" y="275273"/>
                </a:lnTo>
                <a:cubicBezTo>
                  <a:pt x="2974864" y="275273"/>
                  <a:pt x="2975269" y="275678"/>
                  <a:pt x="2975674" y="276083"/>
                </a:cubicBezTo>
                <a:lnTo>
                  <a:pt x="2981746" y="286608"/>
                </a:lnTo>
                <a:cubicBezTo>
                  <a:pt x="2982151" y="287013"/>
                  <a:pt x="2982151" y="287417"/>
                  <a:pt x="2981746" y="287822"/>
                </a:cubicBezTo>
                <a:lnTo>
                  <a:pt x="2975674" y="298347"/>
                </a:lnTo>
                <a:cubicBezTo>
                  <a:pt x="2975269" y="298752"/>
                  <a:pt x="2974864" y="298752"/>
                  <a:pt x="2974460" y="298752"/>
                </a:cubicBezTo>
                <a:lnTo>
                  <a:pt x="2962315" y="298752"/>
                </a:lnTo>
                <a:cubicBezTo>
                  <a:pt x="2961911" y="298752"/>
                  <a:pt x="2961505" y="298752"/>
                  <a:pt x="2961101" y="298347"/>
                </a:cubicBezTo>
                <a:lnTo>
                  <a:pt x="2955029" y="287822"/>
                </a:lnTo>
                <a:cubicBezTo>
                  <a:pt x="2954624" y="287417"/>
                  <a:pt x="2954624" y="287013"/>
                  <a:pt x="2955029" y="286608"/>
                </a:cubicBezTo>
                <a:lnTo>
                  <a:pt x="2961101" y="276083"/>
                </a:lnTo>
                <a:cubicBezTo>
                  <a:pt x="2961505" y="275678"/>
                  <a:pt x="2961911" y="275273"/>
                  <a:pt x="2962315" y="275273"/>
                </a:cubicBezTo>
                <a:close/>
                <a:moveTo>
                  <a:pt x="2678137" y="275273"/>
                </a:moveTo>
                <a:lnTo>
                  <a:pt x="2691091" y="275273"/>
                </a:lnTo>
                <a:cubicBezTo>
                  <a:pt x="2691496" y="275273"/>
                  <a:pt x="2691901" y="275273"/>
                  <a:pt x="2692305" y="275678"/>
                </a:cubicBezTo>
                <a:lnTo>
                  <a:pt x="2698783" y="286608"/>
                </a:lnTo>
                <a:cubicBezTo>
                  <a:pt x="2699187" y="287013"/>
                  <a:pt x="2699187" y="287417"/>
                  <a:pt x="2698783" y="287822"/>
                </a:cubicBezTo>
                <a:lnTo>
                  <a:pt x="2692305" y="298752"/>
                </a:lnTo>
                <a:cubicBezTo>
                  <a:pt x="2692305" y="299157"/>
                  <a:pt x="2691901" y="299157"/>
                  <a:pt x="2691091" y="299157"/>
                </a:cubicBezTo>
                <a:lnTo>
                  <a:pt x="2678137" y="299157"/>
                </a:lnTo>
                <a:cubicBezTo>
                  <a:pt x="2677732" y="299157"/>
                  <a:pt x="2677328" y="299157"/>
                  <a:pt x="2676923" y="298752"/>
                </a:cubicBezTo>
                <a:lnTo>
                  <a:pt x="2670446" y="287822"/>
                </a:lnTo>
                <a:cubicBezTo>
                  <a:pt x="2670041" y="287417"/>
                  <a:pt x="2670041" y="287013"/>
                  <a:pt x="2670446" y="286608"/>
                </a:cubicBezTo>
                <a:lnTo>
                  <a:pt x="2676923" y="275678"/>
                </a:lnTo>
                <a:cubicBezTo>
                  <a:pt x="2677328" y="275678"/>
                  <a:pt x="2677732" y="275273"/>
                  <a:pt x="2678137" y="275273"/>
                </a:cubicBezTo>
                <a:close/>
                <a:moveTo>
                  <a:pt x="2880948" y="274463"/>
                </a:moveTo>
                <a:lnTo>
                  <a:pt x="2893902" y="274463"/>
                </a:lnTo>
                <a:cubicBezTo>
                  <a:pt x="2894307" y="274463"/>
                  <a:pt x="2894711" y="274463"/>
                  <a:pt x="2895117" y="274868"/>
                </a:cubicBezTo>
                <a:lnTo>
                  <a:pt x="2901593" y="286203"/>
                </a:lnTo>
                <a:cubicBezTo>
                  <a:pt x="2901998" y="286607"/>
                  <a:pt x="2901998" y="287012"/>
                  <a:pt x="2901593" y="287417"/>
                </a:cubicBezTo>
                <a:lnTo>
                  <a:pt x="2895117" y="298752"/>
                </a:lnTo>
                <a:cubicBezTo>
                  <a:pt x="2894711" y="299157"/>
                  <a:pt x="2894307" y="299561"/>
                  <a:pt x="2893902" y="299157"/>
                </a:cubicBezTo>
                <a:lnTo>
                  <a:pt x="2880948" y="299157"/>
                </a:lnTo>
                <a:cubicBezTo>
                  <a:pt x="2880543" y="299157"/>
                  <a:pt x="2880138" y="299157"/>
                  <a:pt x="2879733" y="298752"/>
                </a:cubicBezTo>
                <a:lnTo>
                  <a:pt x="2873257" y="287417"/>
                </a:lnTo>
                <a:cubicBezTo>
                  <a:pt x="2872852" y="287012"/>
                  <a:pt x="2872852" y="286607"/>
                  <a:pt x="2873257" y="286203"/>
                </a:cubicBezTo>
                <a:lnTo>
                  <a:pt x="2879733" y="274868"/>
                </a:lnTo>
                <a:cubicBezTo>
                  <a:pt x="2880138" y="274868"/>
                  <a:pt x="2880543" y="274463"/>
                  <a:pt x="2880948" y="274463"/>
                </a:cubicBezTo>
                <a:close/>
                <a:moveTo>
                  <a:pt x="2921024" y="274058"/>
                </a:moveTo>
                <a:lnTo>
                  <a:pt x="2934383" y="274058"/>
                </a:lnTo>
                <a:cubicBezTo>
                  <a:pt x="2934788" y="274058"/>
                  <a:pt x="2935192" y="274058"/>
                  <a:pt x="2935597" y="274463"/>
                </a:cubicBezTo>
                <a:lnTo>
                  <a:pt x="2942479" y="286202"/>
                </a:lnTo>
                <a:cubicBezTo>
                  <a:pt x="2942884" y="286607"/>
                  <a:pt x="2942884" y="287012"/>
                  <a:pt x="2942479" y="287417"/>
                </a:cubicBezTo>
                <a:lnTo>
                  <a:pt x="2935597" y="299156"/>
                </a:lnTo>
                <a:cubicBezTo>
                  <a:pt x="2935597" y="299561"/>
                  <a:pt x="2935192" y="299966"/>
                  <a:pt x="2934383" y="299561"/>
                </a:cubicBezTo>
                <a:lnTo>
                  <a:pt x="2921024" y="299561"/>
                </a:lnTo>
                <a:cubicBezTo>
                  <a:pt x="2920619" y="299561"/>
                  <a:pt x="2920214" y="299561"/>
                  <a:pt x="2919810" y="299156"/>
                </a:cubicBezTo>
                <a:lnTo>
                  <a:pt x="2912928" y="287417"/>
                </a:lnTo>
                <a:cubicBezTo>
                  <a:pt x="2912523" y="287012"/>
                  <a:pt x="2912523" y="286607"/>
                  <a:pt x="2912928" y="286202"/>
                </a:cubicBezTo>
                <a:lnTo>
                  <a:pt x="2919810" y="274463"/>
                </a:lnTo>
                <a:cubicBezTo>
                  <a:pt x="2920214" y="274463"/>
                  <a:pt x="2920619" y="274058"/>
                  <a:pt x="2921024" y="274058"/>
                </a:cubicBezTo>
                <a:close/>
                <a:moveTo>
                  <a:pt x="2840467" y="274058"/>
                </a:moveTo>
                <a:lnTo>
                  <a:pt x="2853421" y="274058"/>
                </a:lnTo>
                <a:cubicBezTo>
                  <a:pt x="2853826" y="274058"/>
                  <a:pt x="2854230" y="274463"/>
                  <a:pt x="2854636" y="274868"/>
                </a:cubicBezTo>
                <a:lnTo>
                  <a:pt x="2861112" y="286202"/>
                </a:lnTo>
                <a:cubicBezTo>
                  <a:pt x="2861517" y="286607"/>
                  <a:pt x="2861517" y="287012"/>
                  <a:pt x="2861112" y="287417"/>
                </a:cubicBezTo>
                <a:lnTo>
                  <a:pt x="2854636" y="298752"/>
                </a:lnTo>
                <a:cubicBezTo>
                  <a:pt x="2854230" y="299156"/>
                  <a:pt x="2853826" y="299561"/>
                  <a:pt x="2853421" y="299561"/>
                </a:cubicBezTo>
                <a:lnTo>
                  <a:pt x="2840467" y="299561"/>
                </a:lnTo>
                <a:cubicBezTo>
                  <a:pt x="2840062" y="299561"/>
                  <a:pt x="2839657" y="299156"/>
                  <a:pt x="2839252" y="298752"/>
                </a:cubicBezTo>
                <a:lnTo>
                  <a:pt x="2832776" y="287417"/>
                </a:lnTo>
                <a:cubicBezTo>
                  <a:pt x="2832371" y="287012"/>
                  <a:pt x="2832371" y="286607"/>
                  <a:pt x="2832776" y="286202"/>
                </a:cubicBezTo>
                <a:lnTo>
                  <a:pt x="2839252" y="274868"/>
                </a:lnTo>
                <a:cubicBezTo>
                  <a:pt x="2839657" y="274463"/>
                  <a:pt x="2840062" y="274058"/>
                  <a:pt x="2840467" y="274058"/>
                </a:cubicBezTo>
                <a:close/>
                <a:moveTo>
                  <a:pt x="3818089" y="245721"/>
                </a:moveTo>
                <a:lnTo>
                  <a:pt x="3818899" y="245721"/>
                </a:lnTo>
                <a:lnTo>
                  <a:pt x="3819303" y="246531"/>
                </a:lnTo>
                <a:lnTo>
                  <a:pt x="3818899" y="247340"/>
                </a:lnTo>
                <a:lnTo>
                  <a:pt x="3818089" y="247340"/>
                </a:lnTo>
                <a:lnTo>
                  <a:pt x="3817684" y="246531"/>
                </a:lnTo>
                <a:close/>
                <a:moveTo>
                  <a:pt x="3735912" y="243697"/>
                </a:moveTo>
                <a:lnTo>
                  <a:pt x="3739151" y="243697"/>
                </a:lnTo>
                <a:lnTo>
                  <a:pt x="3740770" y="246531"/>
                </a:lnTo>
                <a:lnTo>
                  <a:pt x="3739151" y="249364"/>
                </a:lnTo>
                <a:lnTo>
                  <a:pt x="3735912" y="249364"/>
                </a:lnTo>
                <a:lnTo>
                  <a:pt x="3734293" y="246531"/>
                </a:lnTo>
                <a:close/>
                <a:moveTo>
                  <a:pt x="3695430" y="243697"/>
                </a:moveTo>
                <a:lnTo>
                  <a:pt x="3698669" y="243697"/>
                </a:lnTo>
                <a:lnTo>
                  <a:pt x="3700288" y="246531"/>
                </a:lnTo>
                <a:lnTo>
                  <a:pt x="3698669" y="249364"/>
                </a:lnTo>
                <a:lnTo>
                  <a:pt x="3695430" y="249364"/>
                </a:lnTo>
                <a:lnTo>
                  <a:pt x="3693811" y="246531"/>
                </a:lnTo>
                <a:close/>
                <a:moveTo>
                  <a:pt x="3654949" y="243697"/>
                </a:moveTo>
                <a:lnTo>
                  <a:pt x="3658188" y="243697"/>
                </a:lnTo>
                <a:lnTo>
                  <a:pt x="3659807" y="246531"/>
                </a:lnTo>
                <a:lnTo>
                  <a:pt x="3658188" y="249364"/>
                </a:lnTo>
                <a:lnTo>
                  <a:pt x="3654949" y="249364"/>
                </a:lnTo>
                <a:lnTo>
                  <a:pt x="3653330" y="246531"/>
                </a:lnTo>
                <a:close/>
                <a:moveTo>
                  <a:pt x="2076181" y="243697"/>
                </a:moveTo>
                <a:lnTo>
                  <a:pt x="2079420" y="243697"/>
                </a:lnTo>
                <a:lnTo>
                  <a:pt x="2081039" y="246531"/>
                </a:lnTo>
                <a:lnTo>
                  <a:pt x="2079420" y="249364"/>
                </a:lnTo>
                <a:lnTo>
                  <a:pt x="2076181" y="249364"/>
                </a:lnTo>
                <a:lnTo>
                  <a:pt x="2074562" y="246531"/>
                </a:lnTo>
                <a:close/>
                <a:moveTo>
                  <a:pt x="1995218" y="243697"/>
                </a:moveTo>
                <a:lnTo>
                  <a:pt x="1998457" y="243697"/>
                </a:lnTo>
                <a:lnTo>
                  <a:pt x="2000076" y="246531"/>
                </a:lnTo>
                <a:lnTo>
                  <a:pt x="1998457" y="249364"/>
                </a:lnTo>
                <a:lnTo>
                  <a:pt x="1995218" y="249364"/>
                </a:lnTo>
                <a:lnTo>
                  <a:pt x="1993599" y="246531"/>
                </a:lnTo>
                <a:close/>
                <a:moveTo>
                  <a:pt x="3775988" y="243292"/>
                </a:moveTo>
                <a:lnTo>
                  <a:pt x="3779632" y="243292"/>
                </a:lnTo>
                <a:lnTo>
                  <a:pt x="3781251" y="246531"/>
                </a:lnTo>
                <a:lnTo>
                  <a:pt x="3779632" y="249769"/>
                </a:lnTo>
                <a:lnTo>
                  <a:pt x="3775988" y="249769"/>
                </a:lnTo>
                <a:lnTo>
                  <a:pt x="3774369" y="246531"/>
                </a:lnTo>
                <a:close/>
                <a:moveTo>
                  <a:pt x="3614468" y="243292"/>
                </a:moveTo>
                <a:lnTo>
                  <a:pt x="3618111" y="243292"/>
                </a:lnTo>
                <a:lnTo>
                  <a:pt x="3620136" y="246531"/>
                </a:lnTo>
                <a:lnTo>
                  <a:pt x="3618111" y="249769"/>
                </a:lnTo>
                <a:lnTo>
                  <a:pt x="3614468" y="249769"/>
                </a:lnTo>
                <a:lnTo>
                  <a:pt x="3612444" y="246531"/>
                </a:lnTo>
                <a:close/>
                <a:moveTo>
                  <a:pt x="2440107" y="243292"/>
                </a:moveTo>
                <a:lnTo>
                  <a:pt x="2444155" y="243292"/>
                </a:lnTo>
                <a:lnTo>
                  <a:pt x="2446179" y="246531"/>
                </a:lnTo>
                <a:lnTo>
                  <a:pt x="2444155" y="249769"/>
                </a:lnTo>
                <a:lnTo>
                  <a:pt x="2440107" y="249769"/>
                </a:lnTo>
                <a:lnTo>
                  <a:pt x="2438083" y="246531"/>
                </a:lnTo>
                <a:close/>
                <a:moveTo>
                  <a:pt x="3573987" y="242888"/>
                </a:moveTo>
                <a:lnTo>
                  <a:pt x="3577226" y="242888"/>
                </a:lnTo>
                <a:cubicBezTo>
                  <a:pt x="3577631" y="242888"/>
                  <a:pt x="3578036" y="242888"/>
                  <a:pt x="3578440" y="243293"/>
                </a:cubicBezTo>
                <a:lnTo>
                  <a:pt x="3580060" y="246126"/>
                </a:lnTo>
                <a:cubicBezTo>
                  <a:pt x="3580464" y="246531"/>
                  <a:pt x="3580464" y="246936"/>
                  <a:pt x="3580060" y="247341"/>
                </a:cubicBezTo>
                <a:lnTo>
                  <a:pt x="3578440" y="250175"/>
                </a:lnTo>
                <a:cubicBezTo>
                  <a:pt x="3578036" y="250579"/>
                  <a:pt x="3577631" y="250579"/>
                  <a:pt x="3577226" y="250579"/>
                </a:cubicBezTo>
                <a:lnTo>
                  <a:pt x="3573987" y="250579"/>
                </a:lnTo>
                <a:cubicBezTo>
                  <a:pt x="3573583" y="250579"/>
                  <a:pt x="3573178" y="250579"/>
                  <a:pt x="3572773" y="250175"/>
                </a:cubicBezTo>
                <a:lnTo>
                  <a:pt x="3571154" y="247341"/>
                </a:lnTo>
                <a:cubicBezTo>
                  <a:pt x="3570749" y="246936"/>
                  <a:pt x="3570749" y="246531"/>
                  <a:pt x="3571154" y="246126"/>
                </a:cubicBezTo>
                <a:lnTo>
                  <a:pt x="3572773" y="243293"/>
                </a:lnTo>
                <a:cubicBezTo>
                  <a:pt x="3573178" y="243293"/>
                  <a:pt x="3573583" y="242888"/>
                  <a:pt x="3573987" y="242888"/>
                </a:cubicBezTo>
                <a:close/>
                <a:moveTo>
                  <a:pt x="3532291" y="241268"/>
                </a:moveTo>
                <a:lnTo>
                  <a:pt x="3537553" y="241268"/>
                </a:lnTo>
                <a:cubicBezTo>
                  <a:pt x="3537958" y="241268"/>
                  <a:pt x="3538363" y="241268"/>
                  <a:pt x="3538768" y="241673"/>
                </a:cubicBezTo>
                <a:lnTo>
                  <a:pt x="3541602" y="246126"/>
                </a:lnTo>
                <a:cubicBezTo>
                  <a:pt x="3542006" y="246531"/>
                  <a:pt x="3542006" y="246935"/>
                  <a:pt x="3541602" y="247340"/>
                </a:cubicBezTo>
                <a:lnTo>
                  <a:pt x="3538768" y="251793"/>
                </a:lnTo>
                <a:cubicBezTo>
                  <a:pt x="3538768" y="252198"/>
                  <a:pt x="3538363" y="252198"/>
                  <a:pt x="3537553" y="252198"/>
                </a:cubicBezTo>
                <a:lnTo>
                  <a:pt x="3532291" y="252198"/>
                </a:lnTo>
                <a:cubicBezTo>
                  <a:pt x="3531886" y="252198"/>
                  <a:pt x="3531481" y="252198"/>
                  <a:pt x="3531077" y="251793"/>
                </a:cubicBezTo>
                <a:lnTo>
                  <a:pt x="3528243" y="247340"/>
                </a:lnTo>
                <a:cubicBezTo>
                  <a:pt x="3527838" y="246935"/>
                  <a:pt x="3527838" y="246531"/>
                  <a:pt x="3528243" y="246126"/>
                </a:cubicBezTo>
                <a:lnTo>
                  <a:pt x="3531077" y="241673"/>
                </a:lnTo>
                <a:cubicBezTo>
                  <a:pt x="3531481" y="241673"/>
                  <a:pt x="3531886" y="241268"/>
                  <a:pt x="3532291" y="241268"/>
                </a:cubicBezTo>
                <a:close/>
                <a:moveTo>
                  <a:pt x="3492215" y="241268"/>
                </a:moveTo>
                <a:lnTo>
                  <a:pt x="3496668" y="241268"/>
                </a:lnTo>
                <a:cubicBezTo>
                  <a:pt x="3497072" y="241268"/>
                  <a:pt x="3497477" y="241268"/>
                  <a:pt x="3497882" y="241673"/>
                </a:cubicBezTo>
                <a:lnTo>
                  <a:pt x="3500311" y="245721"/>
                </a:lnTo>
                <a:cubicBezTo>
                  <a:pt x="3500716" y="246126"/>
                  <a:pt x="3500716" y="246531"/>
                  <a:pt x="3500311" y="246935"/>
                </a:cubicBezTo>
                <a:lnTo>
                  <a:pt x="3497882" y="250984"/>
                </a:lnTo>
                <a:cubicBezTo>
                  <a:pt x="3497882" y="251388"/>
                  <a:pt x="3497477" y="251793"/>
                  <a:pt x="3496668" y="251388"/>
                </a:cubicBezTo>
                <a:lnTo>
                  <a:pt x="3492215" y="251388"/>
                </a:lnTo>
                <a:cubicBezTo>
                  <a:pt x="3491810" y="251388"/>
                  <a:pt x="3491405" y="251388"/>
                  <a:pt x="3491000" y="250984"/>
                </a:cubicBezTo>
                <a:lnTo>
                  <a:pt x="3488572" y="246935"/>
                </a:lnTo>
                <a:cubicBezTo>
                  <a:pt x="3488167" y="246531"/>
                  <a:pt x="3488167" y="246126"/>
                  <a:pt x="3488572" y="245721"/>
                </a:cubicBezTo>
                <a:lnTo>
                  <a:pt x="3491000" y="241673"/>
                </a:lnTo>
                <a:cubicBezTo>
                  <a:pt x="3491405" y="241673"/>
                  <a:pt x="3491810" y="241268"/>
                  <a:pt x="3492215" y="241268"/>
                </a:cubicBezTo>
                <a:close/>
                <a:moveTo>
                  <a:pt x="3451734" y="241268"/>
                </a:moveTo>
                <a:lnTo>
                  <a:pt x="3456591" y="241268"/>
                </a:lnTo>
                <a:cubicBezTo>
                  <a:pt x="3456996" y="241268"/>
                  <a:pt x="3457401" y="241673"/>
                  <a:pt x="3457806" y="242078"/>
                </a:cubicBezTo>
                <a:lnTo>
                  <a:pt x="3460235" y="246126"/>
                </a:lnTo>
                <a:cubicBezTo>
                  <a:pt x="3460640" y="246531"/>
                  <a:pt x="3460640" y="246935"/>
                  <a:pt x="3460235" y="247340"/>
                </a:cubicBezTo>
                <a:lnTo>
                  <a:pt x="3457806" y="251388"/>
                </a:lnTo>
                <a:cubicBezTo>
                  <a:pt x="3457401" y="251793"/>
                  <a:pt x="3456996" y="251793"/>
                  <a:pt x="3456591" y="251793"/>
                </a:cubicBezTo>
                <a:lnTo>
                  <a:pt x="3451734" y="251793"/>
                </a:lnTo>
                <a:cubicBezTo>
                  <a:pt x="3451329" y="251793"/>
                  <a:pt x="3450924" y="251793"/>
                  <a:pt x="3450519" y="251388"/>
                </a:cubicBezTo>
                <a:lnTo>
                  <a:pt x="3448091" y="247340"/>
                </a:lnTo>
                <a:cubicBezTo>
                  <a:pt x="3447686" y="246935"/>
                  <a:pt x="3447686" y="246531"/>
                  <a:pt x="3448091" y="246126"/>
                </a:cubicBezTo>
                <a:lnTo>
                  <a:pt x="3450519" y="242078"/>
                </a:lnTo>
                <a:cubicBezTo>
                  <a:pt x="3450924" y="241673"/>
                  <a:pt x="3451329" y="241268"/>
                  <a:pt x="3451734" y="241268"/>
                </a:cubicBezTo>
                <a:close/>
                <a:moveTo>
                  <a:pt x="3411253" y="241268"/>
                </a:moveTo>
                <a:lnTo>
                  <a:pt x="3416110" y="241268"/>
                </a:lnTo>
                <a:cubicBezTo>
                  <a:pt x="3416515" y="241268"/>
                  <a:pt x="3416920" y="241673"/>
                  <a:pt x="3417325" y="242078"/>
                </a:cubicBezTo>
                <a:lnTo>
                  <a:pt x="3419754" y="246126"/>
                </a:lnTo>
                <a:cubicBezTo>
                  <a:pt x="3420159" y="246531"/>
                  <a:pt x="3420159" y="246935"/>
                  <a:pt x="3419754" y="247340"/>
                </a:cubicBezTo>
                <a:lnTo>
                  <a:pt x="3417325" y="251388"/>
                </a:lnTo>
                <a:cubicBezTo>
                  <a:pt x="3416920" y="251793"/>
                  <a:pt x="3416515" y="251793"/>
                  <a:pt x="3416110" y="252198"/>
                </a:cubicBezTo>
                <a:lnTo>
                  <a:pt x="3411253" y="252198"/>
                </a:lnTo>
                <a:cubicBezTo>
                  <a:pt x="3410848" y="252198"/>
                  <a:pt x="3410443" y="251793"/>
                  <a:pt x="3410038" y="251388"/>
                </a:cubicBezTo>
                <a:lnTo>
                  <a:pt x="3407610" y="247340"/>
                </a:lnTo>
                <a:cubicBezTo>
                  <a:pt x="3407205" y="246935"/>
                  <a:pt x="3407205" y="246531"/>
                  <a:pt x="3407610" y="246126"/>
                </a:cubicBezTo>
                <a:lnTo>
                  <a:pt x="3410038" y="242078"/>
                </a:lnTo>
                <a:cubicBezTo>
                  <a:pt x="3410443" y="241673"/>
                  <a:pt x="3410848" y="241268"/>
                  <a:pt x="3411253" y="241268"/>
                </a:cubicBezTo>
                <a:close/>
                <a:moveTo>
                  <a:pt x="2358740" y="241268"/>
                </a:moveTo>
                <a:lnTo>
                  <a:pt x="2363193" y="241268"/>
                </a:lnTo>
                <a:cubicBezTo>
                  <a:pt x="2363598" y="241268"/>
                  <a:pt x="2364003" y="241268"/>
                  <a:pt x="2364407" y="241673"/>
                </a:cubicBezTo>
                <a:lnTo>
                  <a:pt x="2366836" y="245721"/>
                </a:lnTo>
                <a:cubicBezTo>
                  <a:pt x="2367241" y="246126"/>
                  <a:pt x="2367241" y="246531"/>
                  <a:pt x="2366836" y="246935"/>
                </a:cubicBezTo>
                <a:lnTo>
                  <a:pt x="2364407" y="250984"/>
                </a:lnTo>
                <a:cubicBezTo>
                  <a:pt x="2364407" y="251388"/>
                  <a:pt x="2364003" y="251793"/>
                  <a:pt x="2363193" y="251388"/>
                </a:cubicBezTo>
                <a:lnTo>
                  <a:pt x="2358740" y="251388"/>
                </a:lnTo>
                <a:cubicBezTo>
                  <a:pt x="2358335" y="251388"/>
                  <a:pt x="2357930" y="251388"/>
                  <a:pt x="2357525" y="250984"/>
                </a:cubicBezTo>
                <a:lnTo>
                  <a:pt x="2355097" y="246935"/>
                </a:lnTo>
                <a:cubicBezTo>
                  <a:pt x="2354692" y="246531"/>
                  <a:pt x="2354692" y="246126"/>
                  <a:pt x="2355097" y="245721"/>
                </a:cubicBezTo>
                <a:lnTo>
                  <a:pt x="2357525" y="241673"/>
                </a:lnTo>
                <a:cubicBezTo>
                  <a:pt x="2357930" y="241673"/>
                  <a:pt x="2358335" y="241268"/>
                  <a:pt x="2358740" y="241268"/>
                </a:cubicBezTo>
                <a:close/>
                <a:moveTo>
                  <a:pt x="2034890" y="241268"/>
                </a:moveTo>
                <a:lnTo>
                  <a:pt x="2039343" y="241268"/>
                </a:lnTo>
                <a:cubicBezTo>
                  <a:pt x="2039748" y="241268"/>
                  <a:pt x="2040153" y="241268"/>
                  <a:pt x="2040557" y="241673"/>
                </a:cubicBezTo>
                <a:lnTo>
                  <a:pt x="2042986" y="245721"/>
                </a:lnTo>
                <a:cubicBezTo>
                  <a:pt x="2043391" y="246126"/>
                  <a:pt x="2043391" y="246531"/>
                  <a:pt x="2042986" y="246935"/>
                </a:cubicBezTo>
                <a:lnTo>
                  <a:pt x="2040557" y="250984"/>
                </a:lnTo>
                <a:cubicBezTo>
                  <a:pt x="2040557" y="251388"/>
                  <a:pt x="2040153" y="251793"/>
                  <a:pt x="2039343" y="251388"/>
                </a:cubicBezTo>
                <a:lnTo>
                  <a:pt x="2034890" y="251388"/>
                </a:lnTo>
                <a:cubicBezTo>
                  <a:pt x="2034485" y="251388"/>
                  <a:pt x="2034080" y="251388"/>
                  <a:pt x="2033675" y="250984"/>
                </a:cubicBezTo>
                <a:lnTo>
                  <a:pt x="2031247" y="246935"/>
                </a:lnTo>
                <a:cubicBezTo>
                  <a:pt x="2030842" y="246531"/>
                  <a:pt x="2030842" y="246126"/>
                  <a:pt x="2031247" y="245721"/>
                </a:cubicBezTo>
                <a:lnTo>
                  <a:pt x="2033675" y="241673"/>
                </a:lnTo>
                <a:cubicBezTo>
                  <a:pt x="2034080" y="241673"/>
                  <a:pt x="2034485" y="241268"/>
                  <a:pt x="2034890" y="241268"/>
                </a:cubicBezTo>
                <a:close/>
                <a:moveTo>
                  <a:pt x="3370771" y="240864"/>
                </a:moveTo>
                <a:lnTo>
                  <a:pt x="3375628" y="240864"/>
                </a:lnTo>
                <a:cubicBezTo>
                  <a:pt x="3376033" y="240864"/>
                  <a:pt x="3376438" y="240864"/>
                  <a:pt x="3376843" y="241269"/>
                </a:cubicBezTo>
                <a:lnTo>
                  <a:pt x="3379272" y="245722"/>
                </a:lnTo>
                <a:cubicBezTo>
                  <a:pt x="3379677" y="246127"/>
                  <a:pt x="3379677" y="246531"/>
                  <a:pt x="3379272" y="246936"/>
                </a:cubicBezTo>
                <a:lnTo>
                  <a:pt x="3376843" y="251389"/>
                </a:lnTo>
                <a:cubicBezTo>
                  <a:pt x="3376438" y="251794"/>
                  <a:pt x="3376033" y="252199"/>
                  <a:pt x="3375628" y="251794"/>
                </a:cubicBezTo>
                <a:lnTo>
                  <a:pt x="3370771" y="251794"/>
                </a:lnTo>
                <a:cubicBezTo>
                  <a:pt x="3370366" y="251794"/>
                  <a:pt x="3369961" y="251794"/>
                  <a:pt x="3369556" y="251389"/>
                </a:cubicBezTo>
                <a:lnTo>
                  <a:pt x="3367128" y="246936"/>
                </a:lnTo>
                <a:cubicBezTo>
                  <a:pt x="3366723" y="246531"/>
                  <a:pt x="3366723" y="246127"/>
                  <a:pt x="3367128" y="245722"/>
                </a:cubicBezTo>
                <a:lnTo>
                  <a:pt x="3369556" y="241269"/>
                </a:lnTo>
                <a:cubicBezTo>
                  <a:pt x="3369961" y="241269"/>
                  <a:pt x="3370366" y="240864"/>
                  <a:pt x="3370771" y="240864"/>
                </a:cubicBezTo>
                <a:close/>
                <a:moveTo>
                  <a:pt x="3289404" y="240864"/>
                </a:moveTo>
                <a:lnTo>
                  <a:pt x="3295071" y="240864"/>
                </a:lnTo>
                <a:cubicBezTo>
                  <a:pt x="3295476" y="240864"/>
                  <a:pt x="3295881" y="240864"/>
                  <a:pt x="3296286" y="241269"/>
                </a:cubicBezTo>
                <a:lnTo>
                  <a:pt x="3299119" y="246127"/>
                </a:lnTo>
                <a:cubicBezTo>
                  <a:pt x="3299524" y="246531"/>
                  <a:pt x="3299524" y="246936"/>
                  <a:pt x="3299119" y="247341"/>
                </a:cubicBezTo>
                <a:lnTo>
                  <a:pt x="3296286" y="252199"/>
                </a:lnTo>
                <a:cubicBezTo>
                  <a:pt x="3295881" y="252199"/>
                  <a:pt x="3295476" y="252604"/>
                  <a:pt x="3295071" y="252604"/>
                </a:cubicBezTo>
                <a:lnTo>
                  <a:pt x="3289404" y="252604"/>
                </a:lnTo>
                <a:cubicBezTo>
                  <a:pt x="3288999" y="252604"/>
                  <a:pt x="3288594" y="252604"/>
                  <a:pt x="3288190" y="252199"/>
                </a:cubicBezTo>
                <a:lnTo>
                  <a:pt x="3285356" y="247341"/>
                </a:lnTo>
                <a:cubicBezTo>
                  <a:pt x="3284951" y="246936"/>
                  <a:pt x="3284951" y="246531"/>
                  <a:pt x="3285356" y="246127"/>
                </a:cubicBezTo>
                <a:lnTo>
                  <a:pt x="3288190" y="241269"/>
                </a:lnTo>
                <a:cubicBezTo>
                  <a:pt x="3288594" y="241269"/>
                  <a:pt x="3288999" y="240864"/>
                  <a:pt x="3289404" y="240864"/>
                </a:cubicBezTo>
                <a:close/>
                <a:moveTo>
                  <a:pt x="3248923" y="240864"/>
                </a:moveTo>
                <a:lnTo>
                  <a:pt x="3254590" y="240864"/>
                </a:lnTo>
                <a:cubicBezTo>
                  <a:pt x="3254995" y="240864"/>
                  <a:pt x="3255400" y="240864"/>
                  <a:pt x="3255805" y="241269"/>
                </a:cubicBezTo>
                <a:lnTo>
                  <a:pt x="3258638" y="246127"/>
                </a:lnTo>
                <a:cubicBezTo>
                  <a:pt x="3259043" y="246531"/>
                  <a:pt x="3259043" y="246936"/>
                  <a:pt x="3258638" y="247341"/>
                </a:cubicBezTo>
                <a:lnTo>
                  <a:pt x="3255805" y="252199"/>
                </a:lnTo>
                <a:cubicBezTo>
                  <a:pt x="3255400" y="252604"/>
                  <a:pt x="3254995" y="252604"/>
                  <a:pt x="3254590" y="252604"/>
                </a:cubicBezTo>
                <a:lnTo>
                  <a:pt x="3248923" y="252604"/>
                </a:lnTo>
                <a:cubicBezTo>
                  <a:pt x="3248518" y="252604"/>
                  <a:pt x="3248113" y="252604"/>
                  <a:pt x="3247709" y="252199"/>
                </a:cubicBezTo>
                <a:lnTo>
                  <a:pt x="3244875" y="247341"/>
                </a:lnTo>
                <a:cubicBezTo>
                  <a:pt x="3244470" y="246936"/>
                  <a:pt x="3244470" y="246531"/>
                  <a:pt x="3244875" y="246127"/>
                </a:cubicBezTo>
                <a:lnTo>
                  <a:pt x="3247709" y="241269"/>
                </a:lnTo>
                <a:cubicBezTo>
                  <a:pt x="3248113" y="241269"/>
                  <a:pt x="3248518" y="240864"/>
                  <a:pt x="3248923" y="240864"/>
                </a:cubicBezTo>
                <a:close/>
                <a:moveTo>
                  <a:pt x="3329481" y="240459"/>
                </a:moveTo>
                <a:lnTo>
                  <a:pt x="3335148" y="240459"/>
                </a:lnTo>
                <a:cubicBezTo>
                  <a:pt x="3335553" y="240459"/>
                  <a:pt x="3335958" y="240459"/>
                  <a:pt x="3336363" y="240864"/>
                </a:cubicBezTo>
                <a:lnTo>
                  <a:pt x="3339196" y="245722"/>
                </a:lnTo>
                <a:cubicBezTo>
                  <a:pt x="3339601" y="246126"/>
                  <a:pt x="3339601" y="246531"/>
                  <a:pt x="3339196" y="246936"/>
                </a:cubicBezTo>
                <a:lnTo>
                  <a:pt x="3336363" y="251794"/>
                </a:lnTo>
                <a:cubicBezTo>
                  <a:pt x="3336363" y="252199"/>
                  <a:pt x="3335958" y="252603"/>
                  <a:pt x="3335148" y="252199"/>
                </a:cubicBezTo>
                <a:lnTo>
                  <a:pt x="3329481" y="252199"/>
                </a:lnTo>
                <a:cubicBezTo>
                  <a:pt x="3329076" y="252199"/>
                  <a:pt x="3328671" y="252199"/>
                  <a:pt x="3328267" y="251794"/>
                </a:cubicBezTo>
                <a:lnTo>
                  <a:pt x="3325433" y="246936"/>
                </a:lnTo>
                <a:cubicBezTo>
                  <a:pt x="3325028" y="246531"/>
                  <a:pt x="3325028" y="246126"/>
                  <a:pt x="3325433" y="245722"/>
                </a:cubicBezTo>
                <a:lnTo>
                  <a:pt x="3328267" y="240864"/>
                </a:lnTo>
                <a:cubicBezTo>
                  <a:pt x="3328671" y="240864"/>
                  <a:pt x="3329076" y="240459"/>
                  <a:pt x="3329481" y="240459"/>
                </a:cubicBezTo>
                <a:close/>
                <a:moveTo>
                  <a:pt x="3208036" y="240459"/>
                </a:moveTo>
                <a:lnTo>
                  <a:pt x="3214109" y="240459"/>
                </a:lnTo>
                <a:cubicBezTo>
                  <a:pt x="3214513" y="240459"/>
                  <a:pt x="3214918" y="240459"/>
                  <a:pt x="3215323" y="240864"/>
                </a:cubicBezTo>
                <a:lnTo>
                  <a:pt x="3218561" y="246126"/>
                </a:lnTo>
                <a:cubicBezTo>
                  <a:pt x="3218967" y="246531"/>
                  <a:pt x="3218967" y="246936"/>
                  <a:pt x="3218561" y="247341"/>
                </a:cubicBezTo>
                <a:lnTo>
                  <a:pt x="3215323" y="252603"/>
                </a:lnTo>
                <a:cubicBezTo>
                  <a:pt x="3215323" y="253008"/>
                  <a:pt x="3214918" y="253008"/>
                  <a:pt x="3214109" y="253008"/>
                </a:cubicBezTo>
                <a:lnTo>
                  <a:pt x="3208036" y="253008"/>
                </a:lnTo>
                <a:cubicBezTo>
                  <a:pt x="3207632" y="253008"/>
                  <a:pt x="3207227" y="253008"/>
                  <a:pt x="3206822" y="252603"/>
                </a:cubicBezTo>
                <a:lnTo>
                  <a:pt x="3203584" y="247341"/>
                </a:lnTo>
                <a:cubicBezTo>
                  <a:pt x="3203179" y="246936"/>
                  <a:pt x="3203179" y="246531"/>
                  <a:pt x="3203584" y="246126"/>
                </a:cubicBezTo>
                <a:lnTo>
                  <a:pt x="3206822" y="240864"/>
                </a:lnTo>
                <a:cubicBezTo>
                  <a:pt x="3207227" y="240864"/>
                  <a:pt x="3207632" y="240459"/>
                  <a:pt x="3208036" y="240459"/>
                </a:cubicBezTo>
                <a:close/>
                <a:moveTo>
                  <a:pt x="2398412" y="240054"/>
                </a:moveTo>
                <a:lnTo>
                  <a:pt x="2404484" y="240054"/>
                </a:lnTo>
                <a:cubicBezTo>
                  <a:pt x="2404889" y="240054"/>
                  <a:pt x="2405293" y="240054"/>
                  <a:pt x="2405698" y="240459"/>
                </a:cubicBezTo>
                <a:lnTo>
                  <a:pt x="2408532" y="245721"/>
                </a:lnTo>
                <a:cubicBezTo>
                  <a:pt x="2408937" y="246126"/>
                  <a:pt x="2408937" y="246531"/>
                  <a:pt x="2408532" y="246936"/>
                </a:cubicBezTo>
                <a:lnTo>
                  <a:pt x="2405698" y="252198"/>
                </a:lnTo>
                <a:cubicBezTo>
                  <a:pt x="2405293" y="252603"/>
                  <a:pt x="2404889" y="253008"/>
                  <a:pt x="2404484" y="252603"/>
                </a:cubicBezTo>
                <a:lnTo>
                  <a:pt x="2398412" y="252603"/>
                </a:lnTo>
                <a:cubicBezTo>
                  <a:pt x="2398007" y="252603"/>
                  <a:pt x="2397602" y="252603"/>
                  <a:pt x="2397197" y="252198"/>
                </a:cubicBezTo>
                <a:lnTo>
                  <a:pt x="2394364" y="246936"/>
                </a:lnTo>
                <a:cubicBezTo>
                  <a:pt x="2393959" y="246531"/>
                  <a:pt x="2393959" y="246126"/>
                  <a:pt x="2394364" y="245721"/>
                </a:cubicBezTo>
                <a:lnTo>
                  <a:pt x="2397197" y="240459"/>
                </a:lnTo>
                <a:cubicBezTo>
                  <a:pt x="2397602" y="240459"/>
                  <a:pt x="2398007" y="240054"/>
                  <a:pt x="2398412" y="240054"/>
                </a:cubicBezTo>
                <a:close/>
                <a:moveTo>
                  <a:pt x="3167150" y="239649"/>
                </a:moveTo>
                <a:lnTo>
                  <a:pt x="3174032" y="239649"/>
                </a:lnTo>
                <a:cubicBezTo>
                  <a:pt x="3174437" y="239649"/>
                  <a:pt x="3174842" y="239649"/>
                  <a:pt x="3175247" y="240054"/>
                </a:cubicBezTo>
                <a:lnTo>
                  <a:pt x="3178890" y="246126"/>
                </a:lnTo>
                <a:cubicBezTo>
                  <a:pt x="3179295" y="246531"/>
                  <a:pt x="3179295" y="246936"/>
                  <a:pt x="3178890" y="247340"/>
                </a:cubicBezTo>
                <a:lnTo>
                  <a:pt x="3175247" y="253413"/>
                </a:lnTo>
                <a:cubicBezTo>
                  <a:pt x="3175247" y="253413"/>
                  <a:pt x="3174842" y="253817"/>
                  <a:pt x="3174032" y="253817"/>
                </a:cubicBezTo>
                <a:lnTo>
                  <a:pt x="3167150" y="253817"/>
                </a:lnTo>
                <a:cubicBezTo>
                  <a:pt x="3166746" y="253817"/>
                  <a:pt x="3166341" y="253817"/>
                  <a:pt x="3165936" y="253413"/>
                </a:cubicBezTo>
                <a:lnTo>
                  <a:pt x="3162293" y="247340"/>
                </a:lnTo>
                <a:cubicBezTo>
                  <a:pt x="3161888" y="246936"/>
                  <a:pt x="3161888" y="246531"/>
                  <a:pt x="3162293" y="246126"/>
                </a:cubicBezTo>
                <a:lnTo>
                  <a:pt x="3165936" y="240054"/>
                </a:lnTo>
                <a:cubicBezTo>
                  <a:pt x="3166341" y="240054"/>
                  <a:pt x="3166746" y="239649"/>
                  <a:pt x="3167150" y="239649"/>
                </a:cubicBezTo>
                <a:close/>
                <a:moveTo>
                  <a:pt x="2478564" y="239649"/>
                </a:moveTo>
                <a:lnTo>
                  <a:pt x="2485851" y="239649"/>
                </a:lnTo>
                <a:cubicBezTo>
                  <a:pt x="2486256" y="239649"/>
                  <a:pt x="2486661" y="239649"/>
                  <a:pt x="2487065" y="240054"/>
                </a:cubicBezTo>
                <a:lnTo>
                  <a:pt x="2490709" y="246126"/>
                </a:lnTo>
                <a:cubicBezTo>
                  <a:pt x="2491113" y="246531"/>
                  <a:pt x="2491113" y="246936"/>
                  <a:pt x="2490709" y="247340"/>
                </a:cubicBezTo>
                <a:lnTo>
                  <a:pt x="2487065" y="253413"/>
                </a:lnTo>
                <a:cubicBezTo>
                  <a:pt x="2487065" y="253817"/>
                  <a:pt x="2486661" y="253817"/>
                  <a:pt x="2485851" y="253817"/>
                </a:cubicBezTo>
                <a:lnTo>
                  <a:pt x="2478564" y="253817"/>
                </a:lnTo>
                <a:cubicBezTo>
                  <a:pt x="2478159" y="253817"/>
                  <a:pt x="2477755" y="253817"/>
                  <a:pt x="2477350" y="253413"/>
                </a:cubicBezTo>
                <a:lnTo>
                  <a:pt x="2473707" y="247340"/>
                </a:lnTo>
                <a:cubicBezTo>
                  <a:pt x="2473302" y="246936"/>
                  <a:pt x="2473302" y="246531"/>
                  <a:pt x="2473707" y="246126"/>
                </a:cubicBezTo>
                <a:lnTo>
                  <a:pt x="2477350" y="240054"/>
                </a:lnTo>
                <a:cubicBezTo>
                  <a:pt x="2477755" y="240054"/>
                  <a:pt x="2478159" y="239649"/>
                  <a:pt x="2478564" y="239649"/>
                </a:cubicBezTo>
                <a:close/>
                <a:moveTo>
                  <a:pt x="3126265" y="239244"/>
                </a:moveTo>
                <a:lnTo>
                  <a:pt x="3133956" y="239244"/>
                </a:lnTo>
                <a:cubicBezTo>
                  <a:pt x="3134361" y="239244"/>
                  <a:pt x="3134766" y="239244"/>
                  <a:pt x="3135170" y="239649"/>
                </a:cubicBezTo>
                <a:lnTo>
                  <a:pt x="3138814" y="246126"/>
                </a:lnTo>
                <a:cubicBezTo>
                  <a:pt x="3139218" y="246531"/>
                  <a:pt x="3139218" y="246936"/>
                  <a:pt x="3138814" y="247340"/>
                </a:cubicBezTo>
                <a:lnTo>
                  <a:pt x="3135170" y="253817"/>
                </a:lnTo>
                <a:cubicBezTo>
                  <a:pt x="3134766" y="254222"/>
                  <a:pt x="3134361" y="254222"/>
                  <a:pt x="3133956" y="254222"/>
                </a:cubicBezTo>
                <a:lnTo>
                  <a:pt x="3126265" y="254222"/>
                </a:lnTo>
                <a:cubicBezTo>
                  <a:pt x="3125860" y="254222"/>
                  <a:pt x="3125455" y="254222"/>
                  <a:pt x="3125050" y="253817"/>
                </a:cubicBezTo>
                <a:lnTo>
                  <a:pt x="3121407" y="247340"/>
                </a:lnTo>
                <a:cubicBezTo>
                  <a:pt x="3121002" y="246936"/>
                  <a:pt x="3121002" y="246531"/>
                  <a:pt x="3121407" y="246126"/>
                </a:cubicBezTo>
                <a:lnTo>
                  <a:pt x="3125050" y="239649"/>
                </a:lnTo>
                <a:cubicBezTo>
                  <a:pt x="3125455" y="239649"/>
                  <a:pt x="3125860" y="239244"/>
                  <a:pt x="3126265" y="239244"/>
                </a:cubicBezTo>
                <a:close/>
                <a:moveTo>
                  <a:pt x="3044897" y="238435"/>
                </a:moveTo>
                <a:lnTo>
                  <a:pt x="3053398" y="238435"/>
                </a:lnTo>
                <a:cubicBezTo>
                  <a:pt x="3053803" y="238435"/>
                  <a:pt x="3054207" y="238435"/>
                  <a:pt x="3054612" y="238840"/>
                </a:cubicBezTo>
                <a:lnTo>
                  <a:pt x="3059065" y="246126"/>
                </a:lnTo>
                <a:cubicBezTo>
                  <a:pt x="3059470" y="246531"/>
                  <a:pt x="3059470" y="246936"/>
                  <a:pt x="3059065" y="247341"/>
                </a:cubicBezTo>
                <a:lnTo>
                  <a:pt x="3054612" y="254628"/>
                </a:lnTo>
                <a:cubicBezTo>
                  <a:pt x="3054612" y="255032"/>
                  <a:pt x="3054207" y="255032"/>
                  <a:pt x="3053398" y="255437"/>
                </a:cubicBezTo>
                <a:lnTo>
                  <a:pt x="3044897" y="255437"/>
                </a:lnTo>
                <a:cubicBezTo>
                  <a:pt x="3044492" y="255437"/>
                  <a:pt x="3044087" y="255032"/>
                  <a:pt x="3043682" y="254628"/>
                </a:cubicBezTo>
                <a:lnTo>
                  <a:pt x="3039230" y="247341"/>
                </a:lnTo>
                <a:cubicBezTo>
                  <a:pt x="3038825" y="246936"/>
                  <a:pt x="3038825" y="246531"/>
                  <a:pt x="3039230" y="246126"/>
                </a:cubicBezTo>
                <a:lnTo>
                  <a:pt x="3043682" y="238840"/>
                </a:lnTo>
                <a:cubicBezTo>
                  <a:pt x="3044087" y="238840"/>
                  <a:pt x="3044492" y="238435"/>
                  <a:pt x="3044897" y="238435"/>
                </a:cubicBezTo>
                <a:close/>
                <a:moveTo>
                  <a:pt x="2842491" y="238435"/>
                </a:moveTo>
                <a:lnTo>
                  <a:pt x="2850992" y="238435"/>
                </a:lnTo>
                <a:cubicBezTo>
                  <a:pt x="2851397" y="238435"/>
                  <a:pt x="2851801" y="238435"/>
                  <a:pt x="2852206" y="238840"/>
                </a:cubicBezTo>
                <a:lnTo>
                  <a:pt x="2856659" y="246126"/>
                </a:lnTo>
                <a:cubicBezTo>
                  <a:pt x="2857064" y="246531"/>
                  <a:pt x="2857064" y="246936"/>
                  <a:pt x="2856659" y="247341"/>
                </a:cubicBezTo>
                <a:lnTo>
                  <a:pt x="2852206" y="254628"/>
                </a:lnTo>
                <a:cubicBezTo>
                  <a:pt x="2852206" y="255032"/>
                  <a:pt x="2851801" y="255032"/>
                  <a:pt x="2850992" y="255032"/>
                </a:cubicBezTo>
                <a:lnTo>
                  <a:pt x="2842491" y="255032"/>
                </a:lnTo>
                <a:cubicBezTo>
                  <a:pt x="2842086" y="255032"/>
                  <a:pt x="2841681" y="255032"/>
                  <a:pt x="2841276" y="254628"/>
                </a:cubicBezTo>
                <a:lnTo>
                  <a:pt x="2836824" y="247341"/>
                </a:lnTo>
                <a:cubicBezTo>
                  <a:pt x="2836419" y="246936"/>
                  <a:pt x="2836419" y="246531"/>
                  <a:pt x="2836824" y="246126"/>
                </a:cubicBezTo>
                <a:lnTo>
                  <a:pt x="2841276" y="238840"/>
                </a:lnTo>
                <a:cubicBezTo>
                  <a:pt x="2841681" y="238840"/>
                  <a:pt x="2842086" y="238435"/>
                  <a:pt x="2842491" y="238435"/>
                </a:cubicBezTo>
                <a:close/>
                <a:moveTo>
                  <a:pt x="3085378" y="238030"/>
                </a:moveTo>
                <a:lnTo>
                  <a:pt x="3093475" y="238030"/>
                </a:lnTo>
                <a:cubicBezTo>
                  <a:pt x="3093879" y="238030"/>
                  <a:pt x="3094284" y="238435"/>
                  <a:pt x="3094689" y="238840"/>
                </a:cubicBezTo>
                <a:lnTo>
                  <a:pt x="3098737" y="245721"/>
                </a:lnTo>
                <a:cubicBezTo>
                  <a:pt x="3099142" y="246126"/>
                  <a:pt x="3099142" y="246531"/>
                  <a:pt x="3098737" y="246936"/>
                </a:cubicBezTo>
                <a:lnTo>
                  <a:pt x="3094689" y="253818"/>
                </a:lnTo>
                <a:cubicBezTo>
                  <a:pt x="3094689" y="254223"/>
                  <a:pt x="3094284" y="254627"/>
                  <a:pt x="3093475" y="254627"/>
                </a:cubicBezTo>
                <a:lnTo>
                  <a:pt x="3085378" y="254627"/>
                </a:lnTo>
                <a:cubicBezTo>
                  <a:pt x="3084973" y="254627"/>
                  <a:pt x="3084568" y="254223"/>
                  <a:pt x="3084164" y="253818"/>
                </a:cubicBezTo>
                <a:lnTo>
                  <a:pt x="3080116" y="246936"/>
                </a:lnTo>
                <a:cubicBezTo>
                  <a:pt x="3079711" y="246531"/>
                  <a:pt x="3079711" y="246126"/>
                  <a:pt x="3080116" y="245721"/>
                </a:cubicBezTo>
                <a:lnTo>
                  <a:pt x="3084164" y="238840"/>
                </a:lnTo>
                <a:cubicBezTo>
                  <a:pt x="3084568" y="238435"/>
                  <a:pt x="3084973" y="238030"/>
                  <a:pt x="3085378" y="238030"/>
                </a:cubicBezTo>
                <a:close/>
                <a:moveTo>
                  <a:pt x="2923454" y="238030"/>
                </a:moveTo>
                <a:lnTo>
                  <a:pt x="2932360" y="238030"/>
                </a:lnTo>
                <a:cubicBezTo>
                  <a:pt x="2932764" y="238030"/>
                  <a:pt x="2933169" y="238030"/>
                  <a:pt x="2933574" y="238435"/>
                </a:cubicBezTo>
                <a:lnTo>
                  <a:pt x="2938027" y="246126"/>
                </a:lnTo>
                <a:cubicBezTo>
                  <a:pt x="2938432" y="246531"/>
                  <a:pt x="2938432" y="246936"/>
                  <a:pt x="2938027" y="247341"/>
                </a:cubicBezTo>
                <a:lnTo>
                  <a:pt x="2933574" y="255032"/>
                </a:lnTo>
                <a:cubicBezTo>
                  <a:pt x="2933169" y="255437"/>
                  <a:pt x="2932764" y="255437"/>
                  <a:pt x="2932360" y="255437"/>
                </a:cubicBezTo>
                <a:lnTo>
                  <a:pt x="2923454" y="255437"/>
                </a:lnTo>
                <a:cubicBezTo>
                  <a:pt x="2923049" y="255437"/>
                  <a:pt x="2922644" y="255437"/>
                  <a:pt x="2922239" y="255032"/>
                </a:cubicBezTo>
                <a:lnTo>
                  <a:pt x="2917787" y="247341"/>
                </a:lnTo>
                <a:cubicBezTo>
                  <a:pt x="2917382" y="246936"/>
                  <a:pt x="2917382" y="246531"/>
                  <a:pt x="2917787" y="246126"/>
                </a:cubicBezTo>
                <a:lnTo>
                  <a:pt x="2922239" y="238435"/>
                </a:lnTo>
                <a:cubicBezTo>
                  <a:pt x="2922644" y="238435"/>
                  <a:pt x="2923049" y="238030"/>
                  <a:pt x="2923454" y="238030"/>
                </a:cubicBezTo>
                <a:close/>
                <a:moveTo>
                  <a:pt x="2802010" y="238030"/>
                </a:moveTo>
                <a:lnTo>
                  <a:pt x="2810916" y="238030"/>
                </a:lnTo>
                <a:cubicBezTo>
                  <a:pt x="2811320" y="238030"/>
                  <a:pt x="2811725" y="238030"/>
                  <a:pt x="2812130" y="238435"/>
                </a:cubicBezTo>
                <a:lnTo>
                  <a:pt x="2816583" y="246126"/>
                </a:lnTo>
                <a:cubicBezTo>
                  <a:pt x="2816988" y="246531"/>
                  <a:pt x="2816988" y="246936"/>
                  <a:pt x="2816583" y="247341"/>
                </a:cubicBezTo>
                <a:lnTo>
                  <a:pt x="2812130" y="255032"/>
                </a:lnTo>
                <a:cubicBezTo>
                  <a:pt x="2811725" y="255437"/>
                  <a:pt x="2811320" y="255437"/>
                  <a:pt x="2810916" y="255437"/>
                </a:cubicBezTo>
                <a:lnTo>
                  <a:pt x="2802010" y="255437"/>
                </a:lnTo>
                <a:cubicBezTo>
                  <a:pt x="2801605" y="255437"/>
                  <a:pt x="2801200" y="255437"/>
                  <a:pt x="2800795" y="255032"/>
                </a:cubicBezTo>
                <a:lnTo>
                  <a:pt x="2796343" y="247341"/>
                </a:lnTo>
                <a:cubicBezTo>
                  <a:pt x="2795938" y="246936"/>
                  <a:pt x="2795938" y="246531"/>
                  <a:pt x="2796343" y="246126"/>
                </a:cubicBezTo>
                <a:lnTo>
                  <a:pt x="2800795" y="238435"/>
                </a:lnTo>
                <a:cubicBezTo>
                  <a:pt x="2801200" y="238435"/>
                  <a:pt x="2801605" y="238030"/>
                  <a:pt x="2802010" y="238030"/>
                </a:cubicBezTo>
                <a:close/>
                <a:moveTo>
                  <a:pt x="2761529" y="238030"/>
                </a:moveTo>
                <a:lnTo>
                  <a:pt x="2770435" y="238030"/>
                </a:lnTo>
                <a:cubicBezTo>
                  <a:pt x="2770839" y="238030"/>
                  <a:pt x="2771244" y="238030"/>
                  <a:pt x="2771649" y="238435"/>
                </a:cubicBezTo>
                <a:lnTo>
                  <a:pt x="2776102" y="246126"/>
                </a:lnTo>
                <a:cubicBezTo>
                  <a:pt x="2776507" y="246531"/>
                  <a:pt x="2776507" y="246936"/>
                  <a:pt x="2776102" y="247341"/>
                </a:cubicBezTo>
                <a:lnTo>
                  <a:pt x="2771649" y="255032"/>
                </a:lnTo>
                <a:cubicBezTo>
                  <a:pt x="2771244" y="255437"/>
                  <a:pt x="2770839" y="255437"/>
                  <a:pt x="2770435" y="255437"/>
                </a:cubicBezTo>
                <a:lnTo>
                  <a:pt x="2761529" y="255437"/>
                </a:lnTo>
                <a:cubicBezTo>
                  <a:pt x="2761124" y="255437"/>
                  <a:pt x="2760719" y="255437"/>
                  <a:pt x="2760314" y="255032"/>
                </a:cubicBezTo>
                <a:lnTo>
                  <a:pt x="2755862" y="247341"/>
                </a:lnTo>
                <a:cubicBezTo>
                  <a:pt x="2755457" y="246936"/>
                  <a:pt x="2755457" y="246531"/>
                  <a:pt x="2755862" y="246126"/>
                </a:cubicBezTo>
                <a:lnTo>
                  <a:pt x="2760314" y="238435"/>
                </a:lnTo>
                <a:cubicBezTo>
                  <a:pt x="2760719" y="238435"/>
                  <a:pt x="2761124" y="238030"/>
                  <a:pt x="2761529" y="238030"/>
                </a:cubicBezTo>
                <a:close/>
                <a:moveTo>
                  <a:pt x="2882567" y="237625"/>
                </a:moveTo>
                <a:lnTo>
                  <a:pt x="2891473" y="237625"/>
                </a:lnTo>
                <a:cubicBezTo>
                  <a:pt x="2891878" y="237625"/>
                  <a:pt x="2892282" y="237625"/>
                  <a:pt x="2892687" y="238030"/>
                </a:cubicBezTo>
                <a:lnTo>
                  <a:pt x="2897141" y="245721"/>
                </a:lnTo>
                <a:cubicBezTo>
                  <a:pt x="2897545" y="246126"/>
                  <a:pt x="2897545" y="246531"/>
                  <a:pt x="2897141" y="246936"/>
                </a:cubicBezTo>
                <a:lnTo>
                  <a:pt x="2892687" y="254627"/>
                </a:lnTo>
                <a:cubicBezTo>
                  <a:pt x="2892687" y="255032"/>
                  <a:pt x="2892282" y="255437"/>
                  <a:pt x="2891473" y="255032"/>
                </a:cubicBezTo>
                <a:lnTo>
                  <a:pt x="2882567" y="255032"/>
                </a:lnTo>
                <a:cubicBezTo>
                  <a:pt x="2882162" y="255032"/>
                  <a:pt x="2881757" y="255032"/>
                  <a:pt x="2881353" y="254627"/>
                </a:cubicBezTo>
                <a:lnTo>
                  <a:pt x="2876900" y="246936"/>
                </a:lnTo>
                <a:cubicBezTo>
                  <a:pt x="2876495" y="246531"/>
                  <a:pt x="2876495" y="246126"/>
                  <a:pt x="2876900" y="245721"/>
                </a:cubicBezTo>
                <a:lnTo>
                  <a:pt x="2881353" y="238030"/>
                </a:lnTo>
                <a:cubicBezTo>
                  <a:pt x="2881757" y="238030"/>
                  <a:pt x="2882162" y="237625"/>
                  <a:pt x="2882567" y="237625"/>
                </a:cubicBezTo>
                <a:close/>
                <a:moveTo>
                  <a:pt x="2639680" y="237625"/>
                </a:moveTo>
                <a:lnTo>
                  <a:pt x="2648586" y="237625"/>
                </a:lnTo>
                <a:cubicBezTo>
                  <a:pt x="2648991" y="237625"/>
                  <a:pt x="2649396" y="237625"/>
                  <a:pt x="2649800" y="238030"/>
                </a:cubicBezTo>
                <a:lnTo>
                  <a:pt x="2654253" y="245721"/>
                </a:lnTo>
                <a:cubicBezTo>
                  <a:pt x="2654658" y="246126"/>
                  <a:pt x="2654658" y="246531"/>
                  <a:pt x="2654253" y="246936"/>
                </a:cubicBezTo>
                <a:lnTo>
                  <a:pt x="2649800" y="254627"/>
                </a:lnTo>
                <a:cubicBezTo>
                  <a:pt x="2649800" y="255032"/>
                  <a:pt x="2649396" y="255437"/>
                  <a:pt x="2648586" y="255032"/>
                </a:cubicBezTo>
                <a:lnTo>
                  <a:pt x="2639680" y="255032"/>
                </a:lnTo>
                <a:cubicBezTo>
                  <a:pt x="2639275" y="255032"/>
                  <a:pt x="2638870" y="255032"/>
                  <a:pt x="2638466" y="254627"/>
                </a:cubicBezTo>
                <a:lnTo>
                  <a:pt x="2634013" y="246936"/>
                </a:lnTo>
                <a:cubicBezTo>
                  <a:pt x="2633608" y="246531"/>
                  <a:pt x="2633608" y="246126"/>
                  <a:pt x="2634013" y="245721"/>
                </a:cubicBezTo>
                <a:lnTo>
                  <a:pt x="2638466" y="238030"/>
                </a:lnTo>
                <a:cubicBezTo>
                  <a:pt x="2638870" y="238030"/>
                  <a:pt x="2639275" y="237625"/>
                  <a:pt x="2639680" y="237625"/>
                </a:cubicBezTo>
                <a:close/>
                <a:moveTo>
                  <a:pt x="2720642" y="237220"/>
                </a:moveTo>
                <a:lnTo>
                  <a:pt x="2729953" y="237220"/>
                </a:lnTo>
                <a:cubicBezTo>
                  <a:pt x="2730357" y="237220"/>
                  <a:pt x="2730762" y="237220"/>
                  <a:pt x="2731167" y="237625"/>
                </a:cubicBezTo>
                <a:lnTo>
                  <a:pt x="2735620" y="245721"/>
                </a:lnTo>
                <a:cubicBezTo>
                  <a:pt x="2736025" y="246126"/>
                  <a:pt x="2736025" y="246531"/>
                  <a:pt x="2735620" y="246936"/>
                </a:cubicBezTo>
                <a:lnTo>
                  <a:pt x="2731167" y="255032"/>
                </a:lnTo>
                <a:cubicBezTo>
                  <a:pt x="2730762" y="255437"/>
                  <a:pt x="2730357" y="255841"/>
                  <a:pt x="2729953" y="255841"/>
                </a:cubicBezTo>
                <a:lnTo>
                  <a:pt x="2720642" y="255841"/>
                </a:lnTo>
                <a:cubicBezTo>
                  <a:pt x="2720237" y="255841"/>
                  <a:pt x="2719832" y="255437"/>
                  <a:pt x="2719428" y="255032"/>
                </a:cubicBezTo>
                <a:lnTo>
                  <a:pt x="2714975" y="246936"/>
                </a:lnTo>
                <a:cubicBezTo>
                  <a:pt x="2714570" y="246531"/>
                  <a:pt x="2714570" y="246126"/>
                  <a:pt x="2714975" y="245721"/>
                </a:cubicBezTo>
                <a:lnTo>
                  <a:pt x="2719428" y="237625"/>
                </a:lnTo>
                <a:cubicBezTo>
                  <a:pt x="2719832" y="237625"/>
                  <a:pt x="2720237" y="237220"/>
                  <a:pt x="2720642" y="237220"/>
                </a:cubicBezTo>
                <a:close/>
                <a:moveTo>
                  <a:pt x="2599199" y="237220"/>
                </a:moveTo>
                <a:lnTo>
                  <a:pt x="2608510" y="237220"/>
                </a:lnTo>
                <a:cubicBezTo>
                  <a:pt x="2608915" y="237220"/>
                  <a:pt x="2609319" y="237220"/>
                  <a:pt x="2609724" y="237625"/>
                </a:cubicBezTo>
                <a:lnTo>
                  <a:pt x="2614177" y="245721"/>
                </a:lnTo>
                <a:cubicBezTo>
                  <a:pt x="2614582" y="246126"/>
                  <a:pt x="2614582" y="246531"/>
                  <a:pt x="2614177" y="246936"/>
                </a:cubicBezTo>
                <a:lnTo>
                  <a:pt x="2609724" y="255032"/>
                </a:lnTo>
                <a:cubicBezTo>
                  <a:pt x="2609319" y="255437"/>
                  <a:pt x="2608915" y="255841"/>
                  <a:pt x="2608510" y="255841"/>
                </a:cubicBezTo>
                <a:lnTo>
                  <a:pt x="2599199" y="255841"/>
                </a:lnTo>
                <a:cubicBezTo>
                  <a:pt x="2598794" y="255841"/>
                  <a:pt x="2598389" y="255437"/>
                  <a:pt x="2597985" y="255032"/>
                </a:cubicBezTo>
                <a:lnTo>
                  <a:pt x="2593532" y="246936"/>
                </a:lnTo>
                <a:cubicBezTo>
                  <a:pt x="2593127" y="246531"/>
                  <a:pt x="2593127" y="246126"/>
                  <a:pt x="2593532" y="245721"/>
                </a:cubicBezTo>
                <a:lnTo>
                  <a:pt x="2597985" y="237625"/>
                </a:lnTo>
                <a:cubicBezTo>
                  <a:pt x="2598389" y="237625"/>
                  <a:pt x="2598794" y="237220"/>
                  <a:pt x="2599199" y="237220"/>
                </a:cubicBezTo>
                <a:close/>
                <a:moveTo>
                  <a:pt x="3003606" y="236815"/>
                </a:moveTo>
                <a:lnTo>
                  <a:pt x="3013321" y="236815"/>
                </a:lnTo>
                <a:cubicBezTo>
                  <a:pt x="3013726" y="236815"/>
                  <a:pt x="3014131" y="236815"/>
                  <a:pt x="3014536" y="237220"/>
                </a:cubicBezTo>
                <a:lnTo>
                  <a:pt x="3019394" y="245721"/>
                </a:lnTo>
                <a:cubicBezTo>
                  <a:pt x="3019798" y="246126"/>
                  <a:pt x="3019798" y="246530"/>
                  <a:pt x="3019394" y="246935"/>
                </a:cubicBezTo>
                <a:lnTo>
                  <a:pt x="3014536" y="255436"/>
                </a:lnTo>
                <a:cubicBezTo>
                  <a:pt x="3014536" y="255841"/>
                  <a:pt x="3014131" y="256246"/>
                  <a:pt x="3013321" y="255841"/>
                </a:cubicBezTo>
                <a:lnTo>
                  <a:pt x="3003606" y="255841"/>
                </a:lnTo>
                <a:cubicBezTo>
                  <a:pt x="3003201" y="255841"/>
                  <a:pt x="3002796" y="255841"/>
                  <a:pt x="3002392" y="255436"/>
                </a:cubicBezTo>
                <a:lnTo>
                  <a:pt x="2997534" y="246935"/>
                </a:lnTo>
                <a:cubicBezTo>
                  <a:pt x="2997129" y="246530"/>
                  <a:pt x="2997129" y="246126"/>
                  <a:pt x="2997534" y="245721"/>
                </a:cubicBezTo>
                <a:lnTo>
                  <a:pt x="3002392" y="237220"/>
                </a:lnTo>
                <a:cubicBezTo>
                  <a:pt x="3002796" y="237220"/>
                  <a:pt x="3003201" y="236815"/>
                  <a:pt x="3003606" y="236815"/>
                </a:cubicBezTo>
                <a:close/>
                <a:moveTo>
                  <a:pt x="2963124" y="236411"/>
                </a:moveTo>
                <a:lnTo>
                  <a:pt x="2973649" y="236411"/>
                </a:lnTo>
                <a:cubicBezTo>
                  <a:pt x="2974055" y="236411"/>
                  <a:pt x="2974459" y="236816"/>
                  <a:pt x="2974864" y="237221"/>
                </a:cubicBezTo>
                <a:lnTo>
                  <a:pt x="2980127" y="246126"/>
                </a:lnTo>
                <a:cubicBezTo>
                  <a:pt x="2980532" y="246531"/>
                  <a:pt x="2980532" y="246936"/>
                  <a:pt x="2980127" y="247341"/>
                </a:cubicBezTo>
                <a:lnTo>
                  <a:pt x="2974864" y="256247"/>
                </a:lnTo>
                <a:cubicBezTo>
                  <a:pt x="2974459" y="256652"/>
                  <a:pt x="2974055" y="256652"/>
                  <a:pt x="2973649" y="257056"/>
                </a:cubicBezTo>
                <a:lnTo>
                  <a:pt x="2963124" y="257056"/>
                </a:lnTo>
                <a:cubicBezTo>
                  <a:pt x="2962720" y="257056"/>
                  <a:pt x="2962315" y="256652"/>
                  <a:pt x="2961910" y="256247"/>
                </a:cubicBezTo>
                <a:lnTo>
                  <a:pt x="2956648" y="247341"/>
                </a:lnTo>
                <a:cubicBezTo>
                  <a:pt x="2956243" y="246936"/>
                  <a:pt x="2956243" y="246531"/>
                  <a:pt x="2956648" y="246126"/>
                </a:cubicBezTo>
                <a:lnTo>
                  <a:pt x="2961910" y="237221"/>
                </a:lnTo>
                <a:cubicBezTo>
                  <a:pt x="2962315" y="236816"/>
                  <a:pt x="2962720" y="236411"/>
                  <a:pt x="2963124" y="236411"/>
                </a:cubicBezTo>
                <a:close/>
                <a:moveTo>
                  <a:pt x="2679756" y="236411"/>
                </a:moveTo>
                <a:lnTo>
                  <a:pt x="2689876" y="236411"/>
                </a:lnTo>
                <a:cubicBezTo>
                  <a:pt x="2690281" y="236411"/>
                  <a:pt x="2690686" y="236411"/>
                  <a:pt x="2691091" y="236816"/>
                </a:cubicBezTo>
                <a:lnTo>
                  <a:pt x="2695948" y="245722"/>
                </a:lnTo>
                <a:cubicBezTo>
                  <a:pt x="2696353" y="246126"/>
                  <a:pt x="2696353" y="246531"/>
                  <a:pt x="2695948" y="246936"/>
                </a:cubicBezTo>
                <a:lnTo>
                  <a:pt x="2691091" y="255842"/>
                </a:lnTo>
                <a:cubicBezTo>
                  <a:pt x="2691091" y="256247"/>
                  <a:pt x="2690686" y="256652"/>
                  <a:pt x="2689876" y="256247"/>
                </a:cubicBezTo>
                <a:lnTo>
                  <a:pt x="2679756" y="256247"/>
                </a:lnTo>
                <a:cubicBezTo>
                  <a:pt x="2679351" y="256247"/>
                  <a:pt x="2678946" y="256247"/>
                  <a:pt x="2678542" y="255842"/>
                </a:cubicBezTo>
                <a:lnTo>
                  <a:pt x="2673684" y="246936"/>
                </a:lnTo>
                <a:cubicBezTo>
                  <a:pt x="2673279" y="246531"/>
                  <a:pt x="2673279" y="246126"/>
                  <a:pt x="2673684" y="245722"/>
                </a:cubicBezTo>
                <a:lnTo>
                  <a:pt x="2678542" y="236816"/>
                </a:lnTo>
                <a:cubicBezTo>
                  <a:pt x="2678946" y="236816"/>
                  <a:pt x="2679351" y="236411"/>
                  <a:pt x="2679756" y="236411"/>
                </a:cubicBezTo>
                <a:close/>
                <a:moveTo>
                  <a:pt x="2517021" y="235601"/>
                </a:moveTo>
                <a:lnTo>
                  <a:pt x="2528761" y="235601"/>
                </a:lnTo>
                <a:cubicBezTo>
                  <a:pt x="2529166" y="235601"/>
                  <a:pt x="2529570" y="235601"/>
                  <a:pt x="2529975" y="236006"/>
                </a:cubicBezTo>
                <a:lnTo>
                  <a:pt x="2535643" y="246126"/>
                </a:lnTo>
                <a:cubicBezTo>
                  <a:pt x="2536048" y="246531"/>
                  <a:pt x="2536048" y="246936"/>
                  <a:pt x="2535643" y="247341"/>
                </a:cubicBezTo>
                <a:lnTo>
                  <a:pt x="2529975" y="257461"/>
                </a:lnTo>
                <a:cubicBezTo>
                  <a:pt x="2529975" y="257461"/>
                  <a:pt x="2529570" y="257866"/>
                  <a:pt x="2528761" y="257866"/>
                </a:cubicBezTo>
                <a:lnTo>
                  <a:pt x="2517021" y="257866"/>
                </a:lnTo>
                <a:cubicBezTo>
                  <a:pt x="2516616" y="257866"/>
                  <a:pt x="2516212" y="257866"/>
                  <a:pt x="2515807" y="257461"/>
                </a:cubicBezTo>
                <a:lnTo>
                  <a:pt x="2510140" y="247341"/>
                </a:lnTo>
                <a:cubicBezTo>
                  <a:pt x="2509735" y="246936"/>
                  <a:pt x="2509735" y="246531"/>
                  <a:pt x="2510140" y="246126"/>
                </a:cubicBezTo>
                <a:lnTo>
                  <a:pt x="2515807" y="236006"/>
                </a:lnTo>
                <a:cubicBezTo>
                  <a:pt x="2516212" y="236006"/>
                  <a:pt x="2516616" y="235601"/>
                  <a:pt x="2517021" y="235601"/>
                </a:cubicBezTo>
                <a:close/>
                <a:moveTo>
                  <a:pt x="2557503" y="235196"/>
                </a:moveTo>
                <a:lnTo>
                  <a:pt x="2569243" y="235196"/>
                </a:lnTo>
                <a:cubicBezTo>
                  <a:pt x="2569648" y="235196"/>
                  <a:pt x="2570052" y="235196"/>
                  <a:pt x="2570457" y="235601"/>
                </a:cubicBezTo>
                <a:lnTo>
                  <a:pt x="2576125" y="245721"/>
                </a:lnTo>
                <a:cubicBezTo>
                  <a:pt x="2576530" y="246126"/>
                  <a:pt x="2576530" y="246531"/>
                  <a:pt x="2576125" y="246936"/>
                </a:cubicBezTo>
                <a:lnTo>
                  <a:pt x="2570457" y="257056"/>
                </a:lnTo>
                <a:cubicBezTo>
                  <a:pt x="2570052" y="257461"/>
                  <a:pt x="2569648" y="257866"/>
                  <a:pt x="2569243" y="257461"/>
                </a:cubicBezTo>
                <a:lnTo>
                  <a:pt x="2557503" y="257461"/>
                </a:lnTo>
                <a:cubicBezTo>
                  <a:pt x="2557098" y="257461"/>
                  <a:pt x="2556694" y="257461"/>
                  <a:pt x="2556289" y="257056"/>
                </a:cubicBezTo>
                <a:lnTo>
                  <a:pt x="2550622" y="246936"/>
                </a:lnTo>
                <a:cubicBezTo>
                  <a:pt x="2550217" y="246531"/>
                  <a:pt x="2550217" y="246126"/>
                  <a:pt x="2550622" y="245721"/>
                </a:cubicBezTo>
                <a:lnTo>
                  <a:pt x="2556289" y="235601"/>
                </a:lnTo>
                <a:cubicBezTo>
                  <a:pt x="2556694" y="235601"/>
                  <a:pt x="2557098" y="235196"/>
                  <a:pt x="2557503" y="235196"/>
                </a:cubicBezTo>
                <a:close/>
                <a:moveTo>
                  <a:pt x="3735507" y="203216"/>
                </a:moveTo>
                <a:lnTo>
                  <a:pt x="3739151" y="203216"/>
                </a:lnTo>
                <a:lnTo>
                  <a:pt x="3740770" y="206050"/>
                </a:lnTo>
                <a:lnTo>
                  <a:pt x="3739151" y="208883"/>
                </a:lnTo>
                <a:lnTo>
                  <a:pt x="3735507" y="208883"/>
                </a:lnTo>
                <a:lnTo>
                  <a:pt x="3733888" y="206050"/>
                </a:lnTo>
                <a:close/>
                <a:moveTo>
                  <a:pt x="3695430" y="203216"/>
                </a:moveTo>
                <a:lnTo>
                  <a:pt x="3698669" y="203216"/>
                </a:lnTo>
                <a:lnTo>
                  <a:pt x="3700288" y="206050"/>
                </a:lnTo>
                <a:lnTo>
                  <a:pt x="3698669" y="208883"/>
                </a:lnTo>
                <a:lnTo>
                  <a:pt x="3695430" y="208883"/>
                </a:lnTo>
                <a:lnTo>
                  <a:pt x="3693811" y="206050"/>
                </a:lnTo>
                <a:close/>
                <a:moveTo>
                  <a:pt x="3614468" y="203216"/>
                </a:moveTo>
                <a:lnTo>
                  <a:pt x="3617707" y="203216"/>
                </a:lnTo>
                <a:lnTo>
                  <a:pt x="3619326" y="206050"/>
                </a:lnTo>
                <a:lnTo>
                  <a:pt x="3617707" y="208883"/>
                </a:lnTo>
                <a:lnTo>
                  <a:pt x="3614468" y="208883"/>
                </a:lnTo>
                <a:lnTo>
                  <a:pt x="3612849" y="206050"/>
                </a:lnTo>
                <a:close/>
                <a:moveTo>
                  <a:pt x="3654544" y="202811"/>
                </a:moveTo>
                <a:lnTo>
                  <a:pt x="3658188" y="202811"/>
                </a:lnTo>
                <a:lnTo>
                  <a:pt x="3659807" y="206050"/>
                </a:lnTo>
                <a:lnTo>
                  <a:pt x="3658188" y="209288"/>
                </a:lnTo>
                <a:lnTo>
                  <a:pt x="3654544" y="209288"/>
                </a:lnTo>
                <a:lnTo>
                  <a:pt x="3652925" y="206050"/>
                </a:lnTo>
                <a:close/>
                <a:moveTo>
                  <a:pt x="3573582" y="202811"/>
                </a:moveTo>
                <a:lnTo>
                  <a:pt x="3577630" y="202811"/>
                </a:lnTo>
                <a:lnTo>
                  <a:pt x="3579654" y="206050"/>
                </a:lnTo>
                <a:lnTo>
                  <a:pt x="3577630" y="209288"/>
                </a:lnTo>
                <a:lnTo>
                  <a:pt x="3573582" y="209288"/>
                </a:lnTo>
                <a:lnTo>
                  <a:pt x="3571558" y="206050"/>
                </a:lnTo>
                <a:close/>
                <a:moveTo>
                  <a:pt x="3532696" y="202406"/>
                </a:moveTo>
                <a:lnTo>
                  <a:pt x="3537149" y="202406"/>
                </a:lnTo>
                <a:lnTo>
                  <a:pt x="3539173" y="206049"/>
                </a:lnTo>
                <a:lnTo>
                  <a:pt x="3537149" y="209693"/>
                </a:lnTo>
                <a:lnTo>
                  <a:pt x="3532696" y="209693"/>
                </a:lnTo>
                <a:lnTo>
                  <a:pt x="3530672" y="206049"/>
                </a:lnTo>
                <a:close/>
                <a:moveTo>
                  <a:pt x="3492215" y="202406"/>
                </a:moveTo>
                <a:lnTo>
                  <a:pt x="3496668" y="202406"/>
                </a:lnTo>
                <a:lnTo>
                  <a:pt x="3498692" y="206049"/>
                </a:lnTo>
                <a:lnTo>
                  <a:pt x="3496668" y="209693"/>
                </a:lnTo>
                <a:lnTo>
                  <a:pt x="3492215" y="209693"/>
                </a:lnTo>
                <a:lnTo>
                  <a:pt x="3490191" y="206049"/>
                </a:lnTo>
                <a:close/>
                <a:moveTo>
                  <a:pt x="3451734" y="202406"/>
                </a:moveTo>
                <a:lnTo>
                  <a:pt x="3456187" y="202406"/>
                </a:lnTo>
                <a:lnTo>
                  <a:pt x="3458211" y="206049"/>
                </a:lnTo>
                <a:lnTo>
                  <a:pt x="3456187" y="209693"/>
                </a:lnTo>
                <a:lnTo>
                  <a:pt x="3451734" y="209693"/>
                </a:lnTo>
                <a:lnTo>
                  <a:pt x="3449710" y="206049"/>
                </a:lnTo>
                <a:close/>
                <a:moveTo>
                  <a:pt x="3250137" y="202406"/>
                </a:moveTo>
                <a:lnTo>
                  <a:pt x="3253376" y="202406"/>
                </a:lnTo>
                <a:cubicBezTo>
                  <a:pt x="3253781" y="202406"/>
                  <a:pt x="3254186" y="202406"/>
                  <a:pt x="3254590" y="202811"/>
                </a:cubicBezTo>
                <a:lnTo>
                  <a:pt x="3256210" y="205645"/>
                </a:lnTo>
                <a:cubicBezTo>
                  <a:pt x="3256614" y="206049"/>
                  <a:pt x="3256614" y="206454"/>
                  <a:pt x="3256210" y="206859"/>
                </a:cubicBezTo>
                <a:lnTo>
                  <a:pt x="3254590" y="209693"/>
                </a:lnTo>
                <a:cubicBezTo>
                  <a:pt x="3254186" y="210097"/>
                  <a:pt x="3253781" y="210097"/>
                  <a:pt x="3253376" y="210502"/>
                </a:cubicBezTo>
                <a:lnTo>
                  <a:pt x="3250137" y="210502"/>
                </a:lnTo>
                <a:cubicBezTo>
                  <a:pt x="3249733" y="210502"/>
                  <a:pt x="3249328" y="210097"/>
                  <a:pt x="3248923" y="209693"/>
                </a:cubicBezTo>
                <a:lnTo>
                  <a:pt x="3247304" y="206859"/>
                </a:lnTo>
                <a:cubicBezTo>
                  <a:pt x="3246899" y="206454"/>
                  <a:pt x="3246899" y="206049"/>
                  <a:pt x="3247304" y="205645"/>
                </a:cubicBezTo>
                <a:lnTo>
                  <a:pt x="3248923" y="202811"/>
                </a:lnTo>
                <a:cubicBezTo>
                  <a:pt x="3249328" y="202811"/>
                  <a:pt x="3249733" y="202406"/>
                  <a:pt x="3250137" y="202406"/>
                </a:cubicBezTo>
                <a:close/>
                <a:moveTo>
                  <a:pt x="3370771" y="202001"/>
                </a:moveTo>
                <a:lnTo>
                  <a:pt x="3374819" y="202001"/>
                </a:lnTo>
                <a:cubicBezTo>
                  <a:pt x="3375224" y="202001"/>
                  <a:pt x="3375629" y="202001"/>
                  <a:pt x="3376033" y="202406"/>
                </a:cubicBezTo>
                <a:lnTo>
                  <a:pt x="3378058" y="205644"/>
                </a:lnTo>
                <a:cubicBezTo>
                  <a:pt x="3378462" y="206049"/>
                  <a:pt x="3378462" y="206454"/>
                  <a:pt x="3378058" y="206859"/>
                </a:cubicBezTo>
                <a:lnTo>
                  <a:pt x="3376033" y="210097"/>
                </a:lnTo>
                <a:cubicBezTo>
                  <a:pt x="3376033" y="210502"/>
                  <a:pt x="3375629" y="210502"/>
                  <a:pt x="3374819" y="210907"/>
                </a:cubicBezTo>
                <a:lnTo>
                  <a:pt x="3370771" y="210907"/>
                </a:lnTo>
                <a:cubicBezTo>
                  <a:pt x="3370366" y="210907"/>
                  <a:pt x="3369961" y="210502"/>
                  <a:pt x="3369557" y="210097"/>
                </a:cubicBezTo>
                <a:lnTo>
                  <a:pt x="3367533" y="206859"/>
                </a:lnTo>
                <a:cubicBezTo>
                  <a:pt x="3367128" y="206454"/>
                  <a:pt x="3367128" y="206049"/>
                  <a:pt x="3367533" y="205644"/>
                </a:cubicBezTo>
                <a:lnTo>
                  <a:pt x="3369557" y="202406"/>
                </a:lnTo>
                <a:cubicBezTo>
                  <a:pt x="3369961" y="202406"/>
                  <a:pt x="3370366" y="202001"/>
                  <a:pt x="3370771" y="202001"/>
                </a:cubicBezTo>
                <a:close/>
                <a:moveTo>
                  <a:pt x="3330695" y="202001"/>
                </a:moveTo>
                <a:lnTo>
                  <a:pt x="3334339" y="202001"/>
                </a:lnTo>
                <a:cubicBezTo>
                  <a:pt x="3334743" y="202001"/>
                  <a:pt x="3335148" y="202001"/>
                  <a:pt x="3335553" y="202406"/>
                </a:cubicBezTo>
                <a:lnTo>
                  <a:pt x="3337577" y="205644"/>
                </a:lnTo>
                <a:cubicBezTo>
                  <a:pt x="3337982" y="206049"/>
                  <a:pt x="3337982" y="206454"/>
                  <a:pt x="3337577" y="206859"/>
                </a:cubicBezTo>
                <a:lnTo>
                  <a:pt x="3335553" y="210097"/>
                </a:lnTo>
                <a:cubicBezTo>
                  <a:pt x="3335553" y="210502"/>
                  <a:pt x="3335148" y="210502"/>
                  <a:pt x="3334339" y="210502"/>
                </a:cubicBezTo>
                <a:lnTo>
                  <a:pt x="3330695" y="210502"/>
                </a:lnTo>
                <a:cubicBezTo>
                  <a:pt x="3330291" y="210502"/>
                  <a:pt x="3329885" y="210502"/>
                  <a:pt x="3329481" y="210097"/>
                </a:cubicBezTo>
                <a:lnTo>
                  <a:pt x="3327457" y="206859"/>
                </a:lnTo>
                <a:cubicBezTo>
                  <a:pt x="3327052" y="206454"/>
                  <a:pt x="3327052" y="206049"/>
                  <a:pt x="3327457" y="205644"/>
                </a:cubicBezTo>
                <a:lnTo>
                  <a:pt x="3329481" y="202406"/>
                </a:lnTo>
                <a:cubicBezTo>
                  <a:pt x="3329885" y="202406"/>
                  <a:pt x="3330291" y="202001"/>
                  <a:pt x="3330695" y="202001"/>
                </a:cubicBezTo>
                <a:close/>
                <a:moveTo>
                  <a:pt x="3290213" y="202001"/>
                </a:moveTo>
                <a:lnTo>
                  <a:pt x="3293857" y="202001"/>
                </a:lnTo>
                <a:cubicBezTo>
                  <a:pt x="3294261" y="202001"/>
                  <a:pt x="3294666" y="202001"/>
                  <a:pt x="3295071" y="202406"/>
                </a:cubicBezTo>
                <a:lnTo>
                  <a:pt x="3297095" y="205644"/>
                </a:lnTo>
                <a:cubicBezTo>
                  <a:pt x="3297500" y="206049"/>
                  <a:pt x="3297500" y="206454"/>
                  <a:pt x="3297095" y="206859"/>
                </a:cubicBezTo>
                <a:lnTo>
                  <a:pt x="3295071" y="210097"/>
                </a:lnTo>
                <a:cubicBezTo>
                  <a:pt x="3295071" y="210502"/>
                  <a:pt x="3294666" y="210502"/>
                  <a:pt x="3293857" y="210907"/>
                </a:cubicBezTo>
                <a:lnTo>
                  <a:pt x="3290213" y="210907"/>
                </a:lnTo>
                <a:cubicBezTo>
                  <a:pt x="3289809" y="210907"/>
                  <a:pt x="3289403" y="210907"/>
                  <a:pt x="3288999" y="210502"/>
                </a:cubicBezTo>
                <a:lnTo>
                  <a:pt x="3286975" y="207264"/>
                </a:lnTo>
                <a:cubicBezTo>
                  <a:pt x="3286570" y="206859"/>
                  <a:pt x="3286570" y="206454"/>
                  <a:pt x="3286975" y="206049"/>
                </a:cubicBezTo>
                <a:lnTo>
                  <a:pt x="3288999" y="202811"/>
                </a:lnTo>
                <a:cubicBezTo>
                  <a:pt x="3289403" y="202406"/>
                  <a:pt x="3289809" y="202001"/>
                  <a:pt x="3290213" y="202001"/>
                </a:cubicBezTo>
                <a:close/>
                <a:moveTo>
                  <a:pt x="3411658" y="201597"/>
                </a:moveTo>
                <a:lnTo>
                  <a:pt x="3415301" y="201597"/>
                </a:lnTo>
                <a:cubicBezTo>
                  <a:pt x="3415706" y="201597"/>
                  <a:pt x="3416110" y="201597"/>
                  <a:pt x="3416515" y="202002"/>
                </a:cubicBezTo>
                <a:lnTo>
                  <a:pt x="3418134" y="205240"/>
                </a:lnTo>
                <a:cubicBezTo>
                  <a:pt x="3418539" y="205645"/>
                  <a:pt x="3418539" y="206050"/>
                  <a:pt x="3418134" y="206455"/>
                </a:cubicBezTo>
                <a:lnTo>
                  <a:pt x="3416515" y="209693"/>
                </a:lnTo>
                <a:cubicBezTo>
                  <a:pt x="3416515" y="210098"/>
                  <a:pt x="3416110" y="210503"/>
                  <a:pt x="3415301" y="210098"/>
                </a:cubicBezTo>
                <a:lnTo>
                  <a:pt x="3411658" y="210098"/>
                </a:lnTo>
                <a:cubicBezTo>
                  <a:pt x="3411253" y="210098"/>
                  <a:pt x="3410848" y="210098"/>
                  <a:pt x="3410443" y="209693"/>
                </a:cubicBezTo>
                <a:lnTo>
                  <a:pt x="3408824" y="206455"/>
                </a:lnTo>
                <a:cubicBezTo>
                  <a:pt x="3408419" y="206050"/>
                  <a:pt x="3408419" y="205645"/>
                  <a:pt x="3408824" y="205240"/>
                </a:cubicBezTo>
                <a:lnTo>
                  <a:pt x="3410443" y="202002"/>
                </a:lnTo>
                <a:cubicBezTo>
                  <a:pt x="3410848" y="202002"/>
                  <a:pt x="3411253" y="201597"/>
                  <a:pt x="3411658" y="201597"/>
                </a:cubicBezTo>
                <a:close/>
                <a:moveTo>
                  <a:pt x="3209251" y="201192"/>
                </a:moveTo>
                <a:lnTo>
                  <a:pt x="3213299" y="201192"/>
                </a:lnTo>
                <a:cubicBezTo>
                  <a:pt x="3213704" y="201192"/>
                  <a:pt x="3214109" y="201192"/>
                  <a:pt x="3214513" y="201597"/>
                </a:cubicBezTo>
                <a:lnTo>
                  <a:pt x="3216538" y="205240"/>
                </a:lnTo>
                <a:cubicBezTo>
                  <a:pt x="3216943" y="205645"/>
                  <a:pt x="3216943" y="206050"/>
                  <a:pt x="3216538" y="206455"/>
                </a:cubicBezTo>
                <a:lnTo>
                  <a:pt x="3214513" y="210098"/>
                </a:lnTo>
                <a:cubicBezTo>
                  <a:pt x="3214109" y="210503"/>
                  <a:pt x="3213704" y="210908"/>
                  <a:pt x="3213299" y="210503"/>
                </a:cubicBezTo>
                <a:lnTo>
                  <a:pt x="3209251" y="210503"/>
                </a:lnTo>
                <a:cubicBezTo>
                  <a:pt x="3208847" y="210503"/>
                  <a:pt x="3208441" y="210503"/>
                  <a:pt x="3208037" y="210098"/>
                </a:cubicBezTo>
                <a:lnTo>
                  <a:pt x="3206013" y="206455"/>
                </a:lnTo>
                <a:cubicBezTo>
                  <a:pt x="3205608" y="206050"/>
                  <a:pt x="3205608" y="205645"/>
                  <a:pt x="3206013" y="205240"/>
                </a:cubicBezTo>
                <a:lnTo>
                  <a:pt x="3208037" y="201597"/>
                </a:lnTo>
                <a:cubicBezTo>
                  <a:pt x="3208441" y="201597"/>
                  <a:pt x="3208847" y="201192"/>
                  <a:pt x="3209251" y="201192"/>
                </a:cubicBezTo>
                <a:close/>
                <a:moveTo>
                  <a:pt x="3167960" y="200787"/>
                </a:moveTo>
                <a:lnTo>
                  <a:pt x="3173222" y="200787"/>
                </a:lnTo>
                <a:cubicBezTo>
                  <a:pt x="3173627" y="200787"/>
                  <a:pt x="3174032" y="200787"/>
                  <a:pt x="3174437" y="201192"/>
                </a:cubicBezTo>
                <a:lnTo>
                  <a:pt x="3177271" y="205645"/>
                </a:lnTo>
                <a:cubicBezTo>
                  <a:pt x="3177675" y="206050"/>
                  <a:pt x="3177675" y="206454"/>
                  <a:pt x="3177271" y="206859"/>
                </a:cubicBezTo>
                <a:lnTo>
                  <a:pt x="3174437" y="211312"/>
                </a:lnTo>
                <a:cubicBezTo>
                  <a:pt x="3174437" y="211717"/>
                  <a:pt x="3174032" y="211717"/>
                  <a:pt x="3173222" y="211717"/>
                </a:cubicBezTo>
                <a:lnTo>
                  <a:pt x="3167960" y="211717"/>
                </a:lnTo>
                <a:cubicBezTo>
                  <a:pt x="3167555" y="211717"/>
                  <a:pt x="3167150" y="211717"/>
                  <a:pt x="3166746" y="211312"/>
                </a:cubicBezTo>
                <a:lnTo>
                  <a:pt x="3163912" y="206859"/>
                </a:lnTo>
                <a:cubicBezTo>
                  <a:pt x="3163507" y="206454"/>
                  <a:pt x="3163507" y="206050"/>
                  <a:pt x="3163912" y="205645"/>
                </a:cubicBezTo>
                <a:lnTo>
                  <a:pt x="3166746" y="201192"/>
                </a:lnTo>
                <a:cubicBezTo>
                  <a:pt x="3167150" y="201192"/>
                  <a:pt x="3167555" y="200787"/>
                  <a:pt x="3167960" y="200787"/>
                </a:cubicBezTo>
                <a:close/>
                <a:moveTo>
                  <a:pt x="3127074" y="199977"/>
                </a:moveTo>
                <a:lnTo>
                  <a:pt x="3132741" y="199977"/>
                </a:lnTo>
                <a:cubicBezTo>
                  <a:pt x="3133146" y="199977"/>
                  <a:pt x="3133551" y="199977"/>
                  <a:pt x="3133956" y="200382"/>
                </a:cubicBezTo>
                <a:lnTo>
                  <a:pt x="3136789" y="205240"/>
                </a:lnTo>
                <a:cubicBezTo>
                  <a:pt x="3137194" y="205644"/>
                  <a:pt x="3137194" y="206049"/>
                  <a:pt x="3136789" y="206454"/>
                </a:cubicBezTo>
                <a:lnTo>
                  <a:pt x="3133956" y="211312"/>
                </a:lnTo>
                <a:cubicBezTo>
                  <a:pt x="3133956" y="211717"/>
                  <a:pt x="3133551" y="212121"/>
                  <a:pt x="3132741" y="211717"/>
                </a:cubicBezTo>
                <a:lnTo>
                  <a:pt x="3127074" y="211717"/>
                </a:lnTo>
                <a:cubicBezTo>
                  <a:pt x="3126669" y="211717"/>
                  <a:pt x="3126264" y="211717"/>
                  <a:pt x="3125860" y="211312"/>
                </a:cubicBezTo>
                <a:lnTo>
                  <a:pt x="3123026" y="206454"/>
                </a:lnTo>
                <a:cubicBezTo>
                  <a:pt x="3122621" y="206049"/>
                  <a:pt x="3122621" y="205644"/>
                  <a:pt x="3123026" y="205240"/>
                </a:cubicBezTo>
                <a:lnTo>
                  <a:pt x="3125860" y="200382"/>
                </a:lnTo>
                <a:cubicBezTo>
                  <a:pt x="3126264" y="200382"/>
                  <a:pt x="3126669" y="199977"/>
                  <a:pt x="3127074" y="199977"/>
                </a:cubicBezTo>
                <a:close/>
                <a:moveTo>
                  <a:pt x="2438893" y="199977"/>
                </a:moveTo>
                <a:lnTo>
                  <a:pt x="2444965" y="199977"/>
                </a:lnTo>
                <a:cubicBezTo>
                  <a:pt x="2445370" y="199977"/>
                  <a:pt x="2445774" y="199977"/>
                  <a:pt x="2446179" y="200382"/>
                </a:cubicBezTo>
                <a:lnTo>
                  <a:pt x="2449418" y="205644"/>
                </a:lnTo>
                <a:cubicBezTo>
                  <a:pt x="2449822" y="206049"/>
                  <a:pt x="2449822" y="206454"/>
                  <a:pt x="2449418" y="206859"/>
                </a:cubicBezTo>
                <a:lnTo>
                  <a:pt x="2446179" y="212121"/>
                </a:lnTo>
                <a:cubicBezTo>
                  <a:pt x="2446179" y="212526"/>
                  <a:pt x="2445774" y="212526"/>
                  <a:pt x="2444965" y="212526"/>
                </a:cubicBezTo>
                <a:lnTo>
                  <a:pt x="2438893" y="212526"/>
                </a:lnTo>
                <a:cubicBezTo>
                  <a:pt x="2438488" y="212526"/>
                  <a:pt x="2438083" y="212526"/>
                  <a:pt x="2437678" y="212121"/>
                </a:cubicBezTo>
                <a:lnTo>
                  <a:pt x="2434440" y="206859"/>
                </a:lnTo>
                <a:cubicBezTo>
                  <a:pt x="2434035" y="206454"/>
                  <a:pt x="2434035" y="206049"/>
                  <a:pt x="2434440" y="205644"/>
                </a:cubicBezTo>
                <a:lnTo>
                  <a:pt x="2437678" y="200382"/>
                </a:lnTo>
                <a:cubicBezTo>
                  <a:pt x="2438083" y="200382"/>
                  <a:pt x="2438488" y="199977"/>
                  <a:pt x="2438893" y="199977"/>
                </a:cubicBezTo>
                <a:close/>
                <a:moveTo>
                  <a:pt x="3086592" y="199573"/>
                </a:moveTo>
                <a:lnTo>
                  <a:pt x="3092665" y="199573"/>
                </a:lnTo>
                <a:cubicBezTo>
                  <a:pt x="3093069" y="199573"/>
                  <a:pt x="3093474" y="199978"/>
                  <a:pt x="3093879" y="200383"/>
                </a:cubicBezTo>
                <a:lnTo>
                  <a:pt x="3097117" y="205645"/>
                </a:lnTo>
                <a:cubicBezTo>
                  <a:pt x="3097523" y="206050"/>
                  <a:pt x="3097523" y="206455"/>
                  <a:pt x="3097117" y="206860"/>
                </a:cubicBezTo>
                <a:lnTo>
                  <a:pt x="3093879" y="212122"/>
                </a:lnTo>
                <a:cubicBezTo>
                  <a:pt x="3093879" y="212527"/>
                  <a:pt x="3093474" y="212527"/>
                  <a:pt x="3092665" y="212122"/>
                </a:cubicBezTo>
                <a:lnTo>
                  <a:pt x="3086592" y="212122"/>
                </a:lnTo>
                <a:cubicBezTo>
                  <a:pt x="3086188" y="212122"/>
                  <a:pt x="3085783" y="212122"/>
                  <a:pt x="3085378" y="211717"/>
                </a:cubicBezTo>
                <a:lnTo>
                  <a:pt x="3082140" y="206455"/>
                </a:lnTo>
                <a:cubicBezTo>
                  <a:pt x="3081735" y="206050"/>
                  <a:pt x="3081735" y="205645"/>
                  <a:pt x="3082140" y="205240"/>
                </a:cubicBezTo>
                <a:lnTo>
                  <a:pt x="3085378" y="199978"/>
                </a:lnTo>
                <a:cubicBezTo>
                  <a:pt x="3085783" y="199978"/>
                  <a:pt x="3086188" y="199573"/>
                  <a:pt x="3086592" y="199573"/>
                </a:cubicBezTo>
                <a:close/>
                <a:moveTo>
                  <a:pt x="3045706" y="199573"/>
                </a:moveTo>
                <a:lnTo>
                  <a:pt x="3052588" y="199573"/>
                </a:lnTo>
                <a:cubicBezTo>
                  <a:pt x="3052993" y="199573"/>
                  <a:pt x="3053398" y="199573"/>
                  <a:pt x="3053803" y="199978"/>
                </a:cubicBezTo>
                <a:lnTo>
                  <a:pt x="3057041" y="205645"/>
                </a:lnTo>
                <a:cubicBezTo>
                  <a:pt x="3057446" y="206050"/>
                  <a:pt x="3057446" y="206455"/>
                  <a:pt x="3057041" y="206860"/>
                </a:cubicBezTo>
                <a:lnTo>
                  <a:pt x="3053803" y="212527"/>
                </a:lnTo>
                <a:cubicBezTo>
                  <a:pt x="3053398" y="212932"/>
                  <a:pt x="3052993" y="212932"/>
                  <a:pt x="3052588" y="212932"/>
                </a:cubicBezTo>
                <a:lnTo>
                  <a:pt x="3045706" y="212932"/>
                </a:lnTo>
                <a:cubicBezTo>
                  <a:pt x="3045302" y="212932"/>
                  <a:pt x="3044897" y="212932"/>
                  <a:pt x="3044492" y="212527"/>
                </a:cubicBezTo>
                <a:lnTo>
                  <a:pt x="3041254" y="206860"/>
                </a:lnTo>
                <a:cubicBezTo>
                  <a:pt x="3040849" y="206455"/>
                  <a:pt x="3040849" y="206050"/>
                  <a:pt x="3041254" y="205645"/>
                </a:cubicBezTo>
                <a:lnTo>
                  <a:pt x="3044492" y="199978"/>
                </a:lnTo>
                <a:cubicBezTo>
                  <a:pt x="3044897" y="199978"/>
                  <a:pt x="3045302" y="199573"/>
                  <a:pt x="3045706" y="199573"/>
                </a:cubicBezTo>
                <a:close/>
                <a:moveTo>
                  <a:pt x="2559122" y="198358"/>
                </a:moveTo>
                <a:lnTo>
                  <a:pt x="2567218" y="198358"/>
                </a:lnTo>
                <a:cubicBezTo>
                  <a:pt x="2567623" y="198358"/>
                  <a:pt x="2568028" y="198358"/>
                  <a:pt x="2568433" y="198763"/>
                </a:cubicBezTo>
                <a:lnTo>
                  <a:pt x="2572481" y="205645"/>
                </a:lnTo>
                <a:cubicBezTo>
                  <a:pt x="2572886" y="206049"/>
                  <a:pt x="2572886" y="206454"/>
                  <a:pt x="2572481" y="206859"/>
                </a:cubicBezTo>
                <a:lnTo>
                  <a:pt x="2568433" y="213741"/>
                </a:lnTo>
                <a:cubicBezTo>
                  <a:pt x="2568433" y="214146"/>
                  <a:pt x="2568028" y="214146"/>
                  <a:pt x="2567218" y="214146"/>
                </a:cubicBezTo>
                <a:lnTo>
                  <a:pt x="2559122" y="214146"/>
                </a:lnTo>
                <a:cubicBezTo>
                  <a:pt x="2558717" y="214146"/>
                  <a:pt x="2558313" y="214146"/>
                  <a:pt x="2557908" y="213741"/>
                </a:cubicBezTo>
                <a:lnTo>
                  <a:pt x="2553860" y="206859"/>
                </a:lnTo>
                <a:cubicBezTo>
                  <a:pt x="2553455" y="206454"/>
                  <a:pt x="2553455" y="206049"/>
                  <a:pt x="2553860" y="205645"/>
                </a:cubicBezTo>
                <a:lnTo>
                  <a:pt x="2557908" y="198763"/>
                </a:lnTo>
                <a:cubicBezTo>
                  <a:pt x="2558313" y="198763"/>
                  <a:pt x="2558717" y="198358"/>
                  <a:pt x="2559122" y="198358"/>
                </a:cubicBezTo>
                <a:close/>
                <a:moveTo>
                  <a:pt x="2519045" y="198358"/>
                </a:moveTo>
                <a:lnTo>
                  <a:pt x="2526737" y="198358"/>
                </a:lnTo>
                <a:cubicBezTo>
                  <a:pt x="2527142" y="198358"/>
                  <a:pt x="2527546" y="198763"/>
                  <a:pt x="2527951" y="199168"/>
                </a:cubicBezTo>
                <a:lnTo>
                  <a:pt x="2531594" y="205645"/>
                </a:lnTo>
                <a:cubicBezTo>
                  <a:pt x="2531999" y="206049"/>
                  <a:pt x="2531999" y="206454"/>
                  <a:pt x="2531594" y="206859"/>
                </a:cubicBezTo>
                <a:lnTo>
                  <a:pt x="2527951" y="213336"/>
                </a:lnTo>
                <a:cubicBezTo>
                  <a:pt x="2527546" y="213741"/>
                  <a:pt x="2527142" y="213741"/>
                  <a:pt x="2526737" y="214146"/>
                </a:cubicBezTo>
                <a:lnTo>
                  <a:pt x="2519045" y="214146"/>
                </a:lnTo>
                <a:cubicBezTo>
                  <a:pt x="2518640" y="214146"/>
                  <a:pt x="2518236" y="213741"/>
                  <a:pt x="2517831" y="213336"/>
                </a:cubicBezTo>
                <a:lnTo>
                  <a:pt x="2514188" y="206859"/>
                </a:lnTo>
                <a:cubicBezTo>
                  <a:pt x="2513783" y="206454"/>
                  <a:pt x="2513783" y="206049"/>
                  <a:pt x="2514188" y="205645"/>
                </a:cubicBezTo>
                <a:lnTo>
                  <a:pt x="2517831" y="199168"/>
                </a:lnTo>
                <a:cubicBezTo>
                  <a:pt x="2518236" y="198763"/>
                  <a:pt x="2518640" y="198358"/>
                  <a:pt x="2519045" y="198358"/>
                </a:cubicBezTo>
                <a:close/>
                <a:moveTo>
                  <a:pt x="2478969" y="198358"/>
                </a:moveTo>
                <a:lnTo>
                  <a:pt x="2486256" y="198358"/>
                </a:lnTo>
                <a:cubicBezTo>
                  <a:pt x="2486661" y="198358"/>
                  <a:pt x="2487066" y="198358"/>
                  <a:pt x="2487471" y="198763"/>
                </a:cubicBezTo>
                <a:lnTo>
                  <a:pt x="2491114" y="205240"/>
                </a:lnTo>
                <a:cubicBezTo>
                  <a:pt x="2491519" y="205645"/>
                  <a:pt x="2491519" y="206049"/>
                  <a:pt x="2491114" y="206454"/>
                </a:cubicBezTo>
                <a:lnTo>
                  <a:pt x="2487471" y="212931"/>
                </a:lnTo>
                <a:cubicBezTo>
                  <a:pt x="2487066" y="213336"/>
                  <a:pt x="2486661" y="213741"/>
                  <a:pt x="2486256" y="213336"/>
                </a:cubicBezTo>
                <a:lnTo>
                  <a:pt x="2478969" y="213336"/>
                </a:lnTo>
                <a:cubicBezTo>
                  <a:pt x="2478565" y="213336"/>
                  <a:pt x="2478160" y="213336"/>
                  <a:pt x="2477755" y="212931"/>
                </a:cubicBezTo>
                <a:lnTo>
                  <a:pt x="2474112" y="206454"/>
                </a:lnTo>
                <a:cubicBezTo>
                  <a:pt x="2473707" y="206049"/>
                  <a:pt x="2473707" y="205645"/>
                  <a:pt x="2474112" y="205240"/>
                </a:cubicBezTo>
                <a:lnTo>
                  <a:pt x="2477755" y="198763"/>
                </a:lnTo>
                <a:cubicBezTo>
                  <a:pt x="2478160" y="198763"/>
                  <a:pt x="2478565" y="198358"/>
                  <a:pt x="2478969" y="198358"/>
                </a:cubicBezTo>
                <a:close/>
                <a:moveTo>
                  <a:pt x="3004416" y="197953"/>
                </a:moveTo>
                <a:lnTo>
                  <a:pt x="3012513" y="197953"/>
                </a:lnTo>
                <a:cubicBezTo>
                  <a:pt x="3012917" y="197953"/>
                  <a:pt x="3013322" y="198358"/>
                  <a:pt x="3013727" y="198763"/>
                </a:cubicBezTo>
                <a:lnTo>
                  <a:pt x="3017775" y="205644"/>
                </a:lnTo>
                <a:cubicBezTo>
                  <a:pt x="3018180" y="206049"/>
                  <a:pt x="3018180" y="206454"/>
                  <a:pt x="3017775" y="206859"/>
                </a:cubicBezTo>
                <a:lnTo>
                  <a:pt x="3013727" y="213741"/>
                </a:lnTo>
                <a:cubicBezTo>
                  <a:pt x="3013727" y="213741"/>
                  <a:pt x="3013322" y="214146"/>
                  <a:pt x="3012513" y="214550"/>
                </a:cubicBezTo>
                <a:lnTo>
                  <a:pt x="3004416" y="214550"/>
                </a:lnTo>
                <a:cubicBezTo>
                  <a:pt x="3004011" y="214550"/>
                  <a:pt x="3003606" y="214146"/>
                  <a:pt x="3003202" y="213741"/>
                </a:cubicBezTo>
                <a:lnTo>
                  <a:pt x="2999154" y="206859"/>
                </a:lnTo>
                <a:cubicBezTo>
                  <a:pt x="2998749" y="206454"/>
                  <a:pt x="2998749" y="206049"/>
                  <a:pt x="2999154" y="205644"/>
                </a:cubicBezTo>
                <a:lnTo>
                  <a:pt x="3003202" y="198763"/>
                </a:lnTo>
                <a:cubicBezTo>
                  <a:pt x="3003606" y="198358"/>
                  <a:pt x="3004011" y="197953"/>
                  <a:pt x="3004416" y="197953"/>
                </a:cubicBezTo>
                <a:close/>
                <a:moveTo>
                  <a:pt x="2882972" y="197549"/>
                </a:moveTo>
                <a:lnTo>
                  <a:pt x="2891473" y="197549"/>
                </a:lnTo>
                <a:cubicBezTo>
                  <a:pt x="2891878" y="197549"/>
                  <a:pt x="2892282" y="197954"/>
                  <a:pt x="2892687" y="198359"/>
                </a:cubicBezTo>
                <a:lnTo>
                  <a:pt x="2897140" y="205645"/>
                </a:lnTo>
                <a:cubicBezTo>
                  <a:pt x="2897545" y="206050"/>
                  <a:pt x="2897545" y="206455"/>
                  <a:pt x="2897140" y="206860"/>
                </a:cubicBezTo>
                <a:lnTo>
                  <a:pt x="2892687" y="214146"/>
                </a:lnTo>
                <a:cubicBezTo>
                  <a:pt x="2892687" y="214551"/>
                  <a:pt x="2892282" y="214551"/>
                  <a:pt x="2891473" y="214956"/>
                </a:cubicBezTo>
                <a:lnTo>
                  <a:pt x="2882972" y="214956"/>
                </a:lnTo>
                <a:cubicBezTo>
                  <a:pt x="2882567" y="214956"/>
                  <a:pt x="2882162" y="214551"/>
                  <a:pt x="2881757" y="214146"/>
                </a:cubicBezTo>
                <a:lnTo>
                  <a:pt x="2877305" y="206860"/>
                </a:lnTo>
                <a:cubicBezTo>
                  <a:pt x="2876900" y="206455"/>
                  <a:pt x="2876900" y="206050"/>
                  <a:pt x="2877305" y="205645"/>
                </a:cubicBezTo>
                <a:lnTo>
                  <a:pt x="2881757" y="198359"/>
                </a:lnTo>
                <a:cubicBezTo>
                  <a:pt x="2882162" y="197954"/>
                  <a:pt x="2882567" y="197549"/>
                  <a:pt x="2882972" y="197549"/>
                </a:cubicBezTo>
                <a:close/>
                <a:moveTo>
                  <a:pt x="2680566" y="197549"/>
                </a:moveTo>
                <a:lnTo>
                  <a:pt x="2689067" y="197549"/>
                </a:lnTo>
                <a:cubicBezTo>
                  <a:pt x="2689472" y="197549"/>
                  <a:pt x="2689876" y="197954"/>
                  <a:pt x="2690281" y="198359"/>
                </a:cubicBezTo>
                <a:lnTo>
                  <a:pt x="2694734" y="205645"/>
                </a:lnTo>
                <a:cubicBezTo>
                  <a:pt x="2695139" y="206050"/>
                  <a:pt x="2695139" y="206455"/>
                  <a:pt x="2694734" y="206860"/>
                </a:cubicBezTo>
                <a:lnTo>
                  <a:pt x="2690281" y="214146"/>
                </a:lnTo>
                <a:cubicBezTo>
                  <a:pt x="2690281" y="214551"/>
                  <a:pt x="2689876" y="214551"/>
                  <a:pt x="2689067" y="214956"/>
                </a:cubicBezTo>
                <a:lnTo>
                  <a:pt x="2680566" y="214956"/>
                </a:lnTo>
                <a:cubicBezTo>
                  <a:pt x="2680161" y="214956"/>
                  <a:pt x="2679756" y="214551"/>
                  <a:pt x="2679351" y="214146"/>
                </a:cubicBezTo>
                <a:lnTo>
                  <a:pt x="2674899" y="206860"/>
                </a:lnTo>
                <a:cubicBezTo>
                  <a:pt x="2674494" y="206455"/>
                  <a:pt x="2674494" y="206050"/>
                  <a:pt x="2674899" y="205645"/>
                </a:cubicBezTo>
                <a:lnTo>
                  <a:pt x="2679351" y="198359"/>
                </a:lnTo>
                <a:cubicBezTo>
                  <a:pt x="2679756" y="197954"/>
                  <a:pt x="2680161" y="197549"/>
                  <a:pt x="2680566" y="197549"/>
                </a:cubicBezTo>
                <a:close/>
                <a:moveTo>
                  <a:pt x="2923048" y="197144"/>
                </a:moveTo>
                <a:lnTo>
                  <a:pt x="2931954" y="197144"/>
                </a:lnTo>
                <a:cubicBezTo>
                  <a:pt x="2932359" y="197144"/>
                  <a:pt x="2932763" y="197144"/>
                  <a:pt x="2933168" y="197549"/>
                </a:cubicBezTo>
                <a:lnTo>
                  <a:pt x="2937622" y="205240"/>
                </a:lnTo>
                <a:cubicBezTo>
                  <a:pt x="2938026" y="205645"/>
                  <a:pt x="2938026" y="206050"/>
                  <a:pt x="2937622" y="206455"/>
                </a:cubicBezTo>
                <a:lnTo>
                  <a:pt x="2933168" y="214146"/>
                </a:lnTo>
                <a:cubicBezTo>
                  <a:pt x="2933168" y="214551"/>
                  <a:pt x="2932763" y="214956"/>
                  <a:pt x="2931954" y="214551"/>
                </a:cubicBezTo>
                <a:lnTo>
                  <a:pt x="2923048" y="214551"/>
                </a:lnTo>
                <a:cubicBezTo>
                  <a:pt x="2922643" y="214551"/>
                  <a:pt x="2922238" y="214551"/>
                  <a:pt x="2921834" y="214146"/>
                </a:cubicBezTo>
                <a:lnTo>
                  <a:pt x="2917381" y="206455"/>
                </a:lnTo>
                <a:cubicBezTo>
                  <a:pt x="2916976" y="206050"/>
                  <a:pt x="2916976" y="205645"/>
                  <a:pt x="2917381" y="205240"/>
                </a:cubicBezTo>
                <a:lnTo>
                  <a:pt x="2921834" y="197549"/>
                </a:lnTo>
                <a:cubicBezTo>
                  <a:pt x="2922238" y="197549"/>
                  <a:pt x="2922643" y="197144"/>
                  <a:pt x="2923048" y="197144"/>
                </a:cubicBezTo>
                <a:close/>
                <a:moveTo>
                  <a:pt x="2842086" y="197144"/>
                </a:moveTo>
                <a:lnTo>
                  <a:pt x="2850992" y="197144"/>
                </a:lnTo>
                <a:cubicBezTo>
                  <a:pt x="2851397" y="197144"/>
                  <a:pt x="2851801" y="197144"/>
                  <a:pt x="2852206" y="197549"/>
                </a:cubicBezTo>
                <a:lnTo>
                  <a:pt x="2856660" y="205240"/>
                </a:lnTo>
                <a:cubicBezTo>
                  <a:pt x="2857064" y="205645"/>
                  <a:pt x="2857064" y="206050"/>
                  <a:pt x="2856660" y="206455"/>
                </a:cubicBezTo>
                <a:lnTo>
                  <a:pt x="2852206" y="214146"/>
                </a:lnTo>
                <a:cubicBezTo>
                  <a:pt x="2852206" y="214551"/>
                  <a:pt x="2851801" y="214956"/>
                  <a:pt x="2850992" y="214551"/>
                </a:cubicBezTo>
                <a:lnTo>
                  <a:pt x="2842086" y="214551"/>
                </a:lnTo>
                <a:cubicBezTo>
                  <a:pt x="2841681" y="214551"/>
                  <a:pt x="2841276" y="214551"/>
                  <a:pt x="2840872" y="214146"/>
                </a:cubicBezTo>
                <a:lnTo>
                  <a:pt x="2836419" y="206455"/>
                </a:lnTo>
                <a:cubicBezTo>
                  <a:pt x="2836014" y="206050"/>
                  <a:pt x="2836014" y="205645"/>
                  <a:pt x="2836419" y="205240"/>
                </a:cubicBezTo>
                <a:lnTo>
                  <a:pt x="2840872" y="197549"/>
                </a:lnTo>
                <a:cubicBezTo>
                  <a:pt x="2841276" y="197549"/>
                  <a:pt x="2841681" y="197144"/>
                  <a:pt x="2842086" y="197144"/>
                </a:cubicBezTo>
                <a:close/>
                <a:moveTo>
                  <a:pt x="2761123" y="197144"/>
                </a:moveTo>
                <a:lnTo>
                  <a:pt x="2770029" y="197144"/>
                </a:lnTo>
                <a:cubicBezTo>
                  <a:pt x="2770434" y="197144"/>
                  <a:pt x="2770838" y="197144"/>
                  <a:pt x="2771243" y="197549"/>
                </a:cubicBezTo>
                <a:lnTo>
                  <a:pt x="2775697" y="205240"/>
                </a:lnTo>
                <a:cubicBezTo>
                  <a:pt x="2776101" y="205645"/>
                  <a:pt x="2776101" y="206050"/>
                  <a:pt x="2775697" y="206455"/>
                </a:cubicBezTo>
                <a:lnTo>
                  <a:pt x="2771243" y="214146"/>
                </a:lnTo>
                <a:cubicBezTo>
                  <a:pt x="2771243" y="214551"/>
                  <a:pt x="2770838" y="214956"/>
                  <a:pt x="2770029" y="214551"/>
                </a:cubicBezTo>
                <a:lnTo>
                  <a:pt x="2761123" y="214551"/>
                </a:lnTo>
                <a:cubicBezTo>
                  <a:pt x="2760718" y="214551"/>
                  <a:pt x="2760313" y="214551"/>
                  <a:pt x="2759909" y="214146"/>
                </a:cubicBezTo>
                <a:lnTo>
                  <a:pt x="2755456" y="206455"/>
                </a:lnTo>
                <a:cubicBezTo>
                  <a:pt x="2755051" y="206050"/>
                  <a:pt x="2755051" y="205645"/>
                  <a:pt x="2755456" y="205240"/>
                </a:cubicBezTo>
                <a:lnTo>
                  <a:pt x="2759909" y="197549"/>
                </a:lnTo>
                <a:cubicBezTo>
                  <a:pt x="2760313" y="197549"/>
                  <a:pt x="2760718" y="197144"/>
                  <a:pt x="2761123" y="197144"/>
                </a:cubicBezTo>
                <a:close/>
                <a:moveTo>
                  <a:pt x="2721047" y="197144"/>
                </a:moveTo>
                <a:lnTo>
                  <a:pt x="2729953" y="197144"/>
                </a:lnTo>
                <a:cubicBezTo>
                  <a:pt x="2730357" y="197144"/>
                  <a:pt x="2730762" y="197144"/>
                  <a:pt x="2731167" y="197549"/>
                </a:cubicBezTo>
                <a:lnTo>
                  <a:pt x="2735620" y="205240"/>
                </a:lnTo>
                <a:cubicBezTo>
                  <a:pt x="2736025" y="205645"/>
                  <a:pt x="2736025" y="206050"/>
                  <a:pt x="2735620" y="206455"/>
                </a:cubicBezTo>
                <a:lnTo>
                  <a:pt x="2731167" y="214146"/>
                </a:lnTo>
                <a:cubicBezTo>
                  <a:pt x="2730762" y="214551"/>
                  <a:pt x="2730357" y="214956"/>
                  <a:pt x="2729953" y="214551"/>
                </a:cubicBezTo>
                <a:lnTo>
                  <a:pt x="2721047" y="214551"/>
                </a:lnTo>
                <a:cubicBezTo>
                  <a:pt x="2720642" y="214551"/>
                  <a:pt x="2720237" y="214551"/>
                  <a:pt x="2719832" y="214146"/>
                </a:cubicBezTo>
                <a:lnTo>
                  <a:pt x="2715380" y="206455"/>
                </a:lnTo>
                <a:cubicBezTo>
                  <a:pt x="2714975" y="206050"/>
                  <a:pt x="2714975" y="205645"/>
                  <a:pt x="2715380" y="205240"/>
                </a:cubicBezTo>
                <a:lnTo>
                  <a:pt x="2719832" y="197549"/>
                </a:lnTo>
                <a:cubicBezTo>
                  <a:pt x="2720237" y="197549"/>
                  <a:pt x="2720642" y="197144"/>
                  <a:pt x="2721047" y="197144"/>
                </a:cubicBezTo>
                <a:close/>
                <a:moveTo>
                  <a:pt x="2640085" y="197144"/>
                </a:moveTo>
                <a:lnTo>
                  <a:pt x="2648991" y="197144"/>
                </a:lnTo>
                <a:cubicBezTo>
                  <a:pt x="2649396" y="197144"/>
                  <a:pt x="2649801" y="197144"/>
                  <a:pt x="2650205" y="197549"/>
                </a:cubicBezTo>
                <a:lnTo>
                  <a:pt x="2654658" y="205240"/>
                </a:lnTo>
                <a:cubicBezTo>
                  <a:pt x="2655063" y="205645"/>
                  <a:pt x="2655063" y="206050"/>
                  <a:pt x="2654658" y="206455"/>
                </a:cubicBezTo>
                <a:lnTo>
                  <a:pt x="2650205" y="214146"/>
                </a:lnTo>
                <a:cubicBezTo>
                  <a:pt x="2649801" y="214551"/>
                  <a:pt x="2649396" y="214956"/>
                  <a:pt x="2648991" y="214551"/>
                </a:cubicBezTo>
                <a:lnTo>
                  <a:pt x="2640085" y="214551"/>
                </a:lnTo>
                <a:cubicBezTo>
                  <a:pt x="2639680" y="214551"/>
                  <a:pt x="2639276" y="214551"/>
                  <a:pt x="2638871" y="214146"/>
                </a:cubicBezTo>
                <a:lnTo>
                  <a:pt x="2634418" y="206455"/>
                </a:lnTo>
                <a:cubicBezTo>
                  <a:pt x="2634013" y="206050"/>
                  <a:pt x="2634013" y="205645"/>
                  <a:pt x="2634418" y="205240"/>
                </a:cubicBezTo>
                <a:lnTo>
                  <a:pt x="2638871" y="197549"/>
                </a:lnTo>
                <a:cubicBezTo>
                  <a:pt x="2639276" y="197549"/>
                  <a:pt x="2639680" y="197144"/>
                  <a:pt x="2640085" y="197144"/>
                </a:cubicBezTo>
                <a:close/>
                <a:moveTo>
                  <a:pt x="2599603" y="197144"/>
                </a:moveTo>
                <a:lnTo>
                  <a:pt x="2608104" y="197144"/>
                </a:lnTo>
                <a:cubicBezTo>
                  <a:pt x="2608509" y="197144"/>
                  <a:pt x="2608914" y="197549"/>
                  <a:pt x="2609319" y="197954"/>
                </a:cubicBezTo>
                <a:lnTo>
                  <a:pt x="2613367" y="205240"/>
                </a:lnTo>
                <a:cubicBezTo>
                  <a:pt x="2613771" y="205645"/>
                  <a:pt x="2613771" y="206050"/>
                  <a:pt x="2613367" y="206455"/>
                </a:cubicBezTo>
                <a:lnTo>
                  <a:pt x="2609319" y="213741"/>
                </a:lnTo>
                <a:cubicBezTo>
                  <a:pt x="2608914" y="214146"/>
                  <a:pt x="2608509" y="214551"/>
                  <a:pt x="2608104" y="214551"/>
                </a:cubicBezTo>
                <a:lnTo>
                  <a:pt x="2599603" y="214551"/>
                </a:lnTo>
                <a:cubicBezTo>
                  <a:pt x="2599198" y="214551"/>
                  <a:pt x="2598794" y="214146"/>
                  <a:pt x="2598389" y="213741"/>
                </a:cubicBezTo>
                <a:lnTo>
                  <a:pt x="2594341" y="206455"/>
                </a:lnTo>
                <a:cubicBezTo>
                  <a:pt x="2593936" y="206050"/>
                  <a:pt x="2593936" y="205645"/>
                  <a:pt x="2594341" y="205240"/>
                </a:cubicBezTo>
                <a:lnTo>
                  <a:pt x="2598389" y="197954"/>
                </a:lnTo>
                <a:cubicBezTo>
                  <a:pt x="2598794" y="197549"/>
                  <a:pt x="2599198" y="197144"/>
                  <a:pt x="2599603" y="197144"/>
                </a:cubicBezTo>
                <a:close/>
                <a:moveTo>
                  <a:pt x="2963125" y="196334"/>
                </a:moveTo>
                <a:lnTo>
                  <a:pt x="2972840" y="196334"/>
                </a:lnTo>
                <a:cubicBezTo>
                  <a:pt x="2973245" y="196334"/>
                  <a:pt x="2973650" y="196334"/>
                  <a:pt x="2974055" y="196739"/>
                </a:cubicBezTo>
                <a:lnTo>
                  <a:pt x="2978913" y="205240"/>
                </a:lnTo>
                <a:cubicBezTo>
                  <a:pt x="2979317" y="205645"/>
                  <a:pt x="2979317" y="206050"/>
                  <a:pt x="2978913" y="206454"/>
                </a:cubicBezTo>
                <a:lnTo>
                  <a:pt x="2974055" y="214955"/>
                </a:lnTo>
                <a:cubicBezTo>
                  <a:pt x="2974055" y="215360"/>
                  <a:pt x="2973650" y="215765"/>
                  <a:pt x="2972840" y="215360"/>
                </a:cubicBezTo>
                <a:lnTo>
                  <a:pt x="2963125" y="215360"/>
                </a:lnTo>
                <a:cubicBezTo>
                  <a:pt x="2962720" y="215360"/>
                  <a:pt x="2962315" y="215360"/>
                  <a:pt x="2961911" y="214955"/>
                </a:cubicBezTo>
                <a:lnTo>
                  <a:pt x="2957053" y="206454"/>
                </a:lnTo>
                <a:cubicBezTo>
                  <a:pt x="2956648" y="206050"/>
                  <a:pt x="2956648" y="205645"/>
                  <a:pt x="2957053" y="205240"/>
                </a:cubicBezTo>
                <a:lnTo>
                  <a:pt x="2961911" y="196739"/>
                </a:lnTo>
                <a:cubicBezTo>
                  <a:pt x="2962315" y="196739"/>
                  <a:pt x="2962720" y="196334"/>
                  <a:pt x="2963125" y="196334"/>
                </a:cubicBezTo>
                <a:close/>
                <a:moveTo>
                  <a:pt x="2801605" y="196334"/>
                </a:moveTo>
                <a:lnTo>
                  <a:pt x="2810916" y="196334"/>
                </a:lnTo>
                <a:cubicBezTo>
                  <a:pt x="2811320" y="196334"/>
                  <a:pt x="2811725" y="196739"/>
                  <a:pt x="2812130" y="197144"/>
                </a:cubicBezTo>
                <a:lnTo>
                  <a:pt x="2816583" y="205240"/>
                </a:lnTo>
                <a:cubicBezTo>
                  <a:pt x="2816988" y="205645"/>
                  <a:pt x="2816988" y="206050"/>
                  <a:pt x="2816583" y="206454"/>
                </a:cubicBezTo>
                <a:lnTo>
                  <a:pt x="2812130" y="214551"/>
                </a:lnTo>
                <a:cubicBezTo>
                  <a:pt x="2811725" y="214955"/>
                  <a:pt x="2811320" y="215360"/>
                  <a:pt x="2810916" y="215360"/>
                </a:cubicBezTo>
                <a:lnTo>
                  <a:pt x="2801605" y="215360"/>
                </a:lnTo>
                <a:cubicBezTo>
                  <a:pt x="2801200" y="215360"/>
                  <a:pt x="2800795" y="214955"/>
                  <a:pt x="2800391" y="214551"/>
                </a:cubicBezTo>
                <a:lnTo>
                  <a:pt x="2795938" y="206454"/>
                </a:lnTo>
                <a:cubicBezTo>
                  <a:pt x="2795533" y="206050"/>
                  <a:pt x="2795533" y="205645"/>
                  <a:pt x="2795938" y="205240"/>
                </a:cubicBezTo>
                <a:lnTo>
                  <a:pt x="2800391" y="197144"/>
                </a:lnTo>
                <a:cubicBezTo>
                  <a:pt x="2800795" y="196739"/>
                  <a:pt x="2801200" y="196334"/>
                  <a:pt x="2801605" y="196334"/>
                </a:cubicBezTo>
                <a:close/>
                <a:moveTo>
                  <a:pt x="3533910" y="163139"/>
                </a:moveTo>
                <a:lnTo>
                  <a:pt x="3536339" y="163139"/>
                </a:lnTo>
                <a:lnTo>
                  <a:pt x="3537554" y="165568"/>
                </a:lnTo>
                <a:lnTo>
                  <a:pt x="3536339" y="167997"/>
                </a:lnTo>
                <a:lnTo>
                  <a:pt x="3533910" y="167997"/>
                </a:lnTo>
                <a:lnTo>
                  <a:pt x="3532696" y="165568"/>
                </a:lnTo>
                <a:close/>
                <a:moveTo>
                  <a:pt x="3493025" y="163139"/>
                </a:moveTo>
                <a:lnTo>
                  <a:pt x="3495858" y="163139"/>
                </a:lnTo>
                <a:lnTo>
                  <a:pt x="3497073" y="165568"/>
                </a:lnTo>
                <a:lnTo>
                  <a:pt x="3495858" y="167997"/>
                </a:lnTo>
                <a:lnTo>
                  <a:pt x="3493025" y="167997"/>
                </a:lnTo>
                <a:lnTo>
                  <a:pt x="3491810" y="165568"/>
                </a:lnTo>
                <a:close/>
                <a:moveTo>
                  <a:pt x="3695026" y="162735"/>
                </a:moveTo>
                <a:lnTo>
                  <a:pt x="3698670" y="162735"/>
                </a:lnTo>
                <a:lnTo>
                  <a:pt x="3700289" y="165569"/>
                </a:lnTo>
                <a:lnTo>
                  <a:pt x="3698670" y="168402"/>
                </a:lnTo>
                <a:lnTo>
                  <a:pt x="3695026" y="168402"/>
                </a:lnTo>
                <a:lnTo>
                  <a:pt x="3693407" y="165569"/>
                </a:lnTo>
                <a:close/>
                <a:moveTo>
                  <a:pt x="3614468" y="162735"/>
                </a:moveTo>
                <a:lnTo>
                  <a:pt x="3617707" y="162735"/>
                </a:lnTo>
                <a:lnTo>
                  <a:pt x="3619326" y="165569"/>
                </a:lnTo>
                <a:lnTo>
                  <a:pt x="3617707" y="168402"/>
                </a:lnTo>
                <a:lnTo>
                  <a:pt x="3614468" y="168402"/>
                </a:lnTo>
                <a:lnTo>
                  <a:pt x="3612849" y="165569"/>
                </a:lnTo>
                <a:close/>
                <a:moveTo>
                  <a:pt x="3573987" y="162735"/>
                </a:moveTo>
                <a:lnTo>
                  <a:pt x="3577226" y="162735"/>
                </a:lnTo>
                <a:lnTo>
                  <a:pt x="3578845" y="165569"/>
                </a:lnTo>
                <a:lnTo>
                  <a:pt x="3577226" y="168402"/>
                </a:lnTo>
                <a:lnTo>
                  <a:pt x="3573987" y="168402"/>
                </a:lnTo>
                <a:lnTo>
                  <a:pt x="3572368" y="165569"/>
                </a:lnTo>
                <a:close/>
                <a:moveTo>
                  <a:pt x="3452543" y="162735"/>
                </a:moveTo>
                <a:lnTo>
                  <a:pt x="3455782" y="162735"/>
                </a:lnTo>
                <a:lnTo>
                  <a:pt x="3457401" y="165569"/>
                </a:lnTo>
                <a:lnTo>
                  <a:pt x="3455782" y="168402"/>
                </a:lnTo>
                <a:lnTo>
                  <a:pt x="3452543" y="168402"/>
                </a:lnTo>
                <a:lnTo>
                  <a:pt x="3450924" y="165569"/>
                </a:lnTo>
                <a:close/>
                <a:moveTo>
                  <a:pt x="3654949" y="162330"/>
                </a:moveTo>
                <a:lnTo>
                  <a:pt x="3658592" y="162330"/>
                </a:lnTo>
                <a:lnTo>
                  <a:pt x="3660617" y="165569"/>
                </a:lnTo>
                <a:lnTo>
                  <a:pt x="3658592" y="168807"/>
                </a:lnTo>
                <a:lnTo>
                  <a:pt x="3654949" y="168807"/>
                </a:lnTo>
                <a:lnTo>
                  <a:pt x="3652925" y="165569"/>
                </a:lnTo>
                <a:close/>
                <a:moveTo>
                  <a:pt x="3412062" y="162330"/>
                </a:moveTo>
                <a:lnTo>
                  <a:pt x="3415705" y="162330"/>
                </a:lnTo>
                <a:lnTo>
                  <a:pt x="3417730" y="165569"/>
                </a:lnTo>
                <a:lnTo>
                  <a:pt x="3415705" y="168807"/>
                </a:lnTo>
                <a:lnTo>
                  <a:pt x="3412062" y="168807"/>
                </a:lnTo>
                <a:lnTo>
                  <a:pt x="3410038" y="165569"/>
                </a:lnTo>
                <a:close/>
                <a:moveTo>
                  <a:pt x="3330695" y="162330"/>
                </a:moveTo>
                <a:lnTo>
                  <a:pt x="3334743" y="162330"/>
                </a:lnTo>
                <a:lnTo>
                  <a:pt x="3336767" y="165569"/>
                </a:lnTo>
                <a:lnTo>
                  <a:pt x="3334743" y="168807"/>
                </a:lnTo>
                <a:lnTo>
                  <a:pt x="3330695" y="168807"/>
                </a:lnTo>
                <a:lnTo>
                  <a:pt x="3328671" y="165569"/>
                </a:lnTo>
                <a:close/>
                <a:moveTo>
                  <a:pt x="3370771" y="161925"/>
                </a:moveTo>
                <a:lnTo>
                  <a:pt x="3375224" y="161925"/>
                </a:lnTo>
                <a:lnTo>
                  <a:pt x="3377248" y="165568"/>
                </a:lnTo>
                <a:lnTo>
                  <a:pt x="3375224" y="169212"/>
                </a:lnTo>
                <a:lnTo>
                  <a:pt x="3370771" y="169212"/>
                </a:lnTo>
                <a:lnTo>
                  <a:pt x="3368747" y="165568"/>
                </a:lnTo>
                <a:close/>
                <a:moveTo>
                  <a:pt x="3290618" y="161925"/>
                </a:moveTo>
                <a:lnTo>
                  <a:pt x="3293857" y="161925"/>
                </a:lnTo>
                <a:cubicBezTo>
                  <a:pt x="3294262" y="161925"/>
                  <a:pt x="3294667" y="161925"/>
                  <a:pt x="3295071" y="162330"/>
                </a:cubicBezTo>
                <a:lnTo>
                  <a:pt x="3296691" y="165164"/>
                </a:lnTo>
                <a:cubicBezTo>
                  <a:pt x="3297095" y="165568"/>
                  <a:pt x="3297095" y="165973"/>
                  <a:pt x="3296691" y="166378"/>
                </a:cubicBezTo>
                <a:lnTo>
                  <a:pt x="3295071" y="169212"/>
                </a:lnTo>
                <a:cubicBezTo>
                  <a:pt x="3294667" y="169616"/>
                  <a:pt x="3294262" y="169616"/>
                  <a:pt x="3293857" y="169616"/>
                </a:cubicBezTo>
                <a:lnTo>
                  <a:pt x="3290618" y="169616"/>
                </a:lnTo>
                <a:cubicBezTo>
                  <a:pt x="3290214" y="169616"/>
                  <a:pt x="3289809" y="169616"/>
                  <a:pt x="3289404" y="169212"/>
                </a:cubicBezTo>
                <a:lnTo>
                  <a:pt x="3287785" y="166378"/>
                </a:lnTo>
                <a:cubicBezTo>
                  <a:pt x="3287380" y="165973"/>
                  <a:pt x="3287380" y="165568"/>
                  <a:pt x="3287785" y="165164"/>
                </a:cubicBezTo>
                <a:lnTo>
                  <a:pt x="3289404" y="162330"/>
                </a:lnTo>
                <a:cubicBezTo>
                  <a:pt x="3289809" y="162330"/>
                  <a:pt x="3290214" y="161925"/>
                  <a:pt x="3290618" y="161925"/>
                </a:cubicBezTo>
                <a:close/>
                <a:moveTo>
                  <a:pt x="3249328" y="161925"/>
                </a:moveTo>
                <a:lnTo>
                  <a:pt x="3253781" y="161925"/>
                </a:lnTo>
                <a:lnTo>
                  <a:pt x="3255805" y="165568"/>
                </a:lnTo>
                <a:lnTo>
                  <a:pt x="3253781" y="169212"/>
                </a:lnTo>
                <a:lnTo>
                  <a:pt x="3249328" y="169212"/>
                </a:lnTo>
                <a:lnTo>
                  <a:pt x="3247304" y="165568"/>
                </a:lnTo>
                <a:close/>
                <a:moveTo>
                  <a:pt x="3127884" y="161520"/>
                </a:moveTo>
                <a:lnTo>
                  <a:pt x="3131932" y="161520"/>
                </a:lnTo>
                <a:cubicBezTo>
                  <a:pt x="3132337" y="161520"/>
                  <a:pt x="3132742" y="161520"/>
                  <a:pt x="3133146" y="161925"/>
                </a:cubicBezTo>
                <a:lnTo>
                  <a:pt x="3135171" y="165163"/>
                </a:lnTo>
                <a:cubicBezTo>
                  <a:pt x="3135575" y="165568"/>
                  <a:pt x="3135575" y="165973"/>
                  <a:pt x="3135171" y="166378"/>
                </a:cubicBezTo>
                <a:lnTo>
                  <a:pt x="3133146" y="169616"/>
                </a:lnTo>
                <a:cubicBezTo>
                  <a:pt x="3133146" y="170021"/>
                  <a:pt x="3132742" y="170021"/>
                  <a:pt x="3131932" y="170021"/>
                </a:cubicBezTo>
                <a:lnTo>
                  <a:pt x="3127884" y="170021"/>
                </a:lnTo>
                <a:cubicBezTo>
                  <a:pt x="3127479" y="170021"/>
                  <a:pt x="3127074" y="170021"/>
                  <a:pt x="3126670" y="169616"/>
                </a:cubicBezTo>
                <a:lnTo>
                  <a:pt x="3124646" y="166378"/>
                </a:lnTo>
                <a:cubicBezTo>
                  <a:pt x="3124241" y="165973"/>
                  <a:pt x="3124241" y="165568"/>
                  <a:pt x="3124646" y="165163"/>
                </a:cubicBezTo>
                <a:lnTo>
                  <a:pt x="3126670" y="161925"/>
                </a:lnTo>
                <a:cubicBezTo>
                  <a:pt x="3127074" y="161925"/>
                  <a:pt x="3127479" y="161520"/>
                  <a:pt x="3127884" y="161520"/>
                </a:cubicBezTo>
                <a:close/>
                <a:moveTo>
                  <a:pt x="3168770" y="161115"/>
                </a:moveTo>
                <a:lnTo>
                  <a:pt x="3172414" y="161115"/>
                </a:lnTo>
                <a:cubicBezTo>
                  <a:pt x="3172818" y="161115"/>
                  <a:pt x="3173223" y="161115"/>
                  <a:pt x="3173628" y="161520"/>
                </a:cubicBezTo>
                <a:lnTo>
                  <a:pt x="3175652" y="164758"/>
                </a:lnTo>
                <a:cubicBezTo>
                  <a:pt x="3176057" y="165163"/>
                  <a:pt x="3176057" y="165568"/>
                  <a:pt x="3175652" y="165973"/>
                </a:cubicBezTo>
                <a:lnTo>
                  <a:pt x="3173628" y="169211"/>
                </a:lnTo>
                <a:cubicBezTo>
                  <a:pt x="3173628" y="169616"/>
                  <a:pt x="3173223" y="170021"/>
                  <a:pt x="3172414" y="170021"/>
                </a:cubicBezTo>
                <a:lnTo>
                  <a:pt x="3168770" y="170021"/>
                </a:lnTo>
                <a:cubicBezTo>
                  <a:pt x="3168366" y="170021"/>
                  <a:pt x="3167960" y="169616"/>
                  <a:pt x="3167556" y="169211"/>
                </a:cubicBezTo>
                <a:lnTo>
                  <a:pt x="3165532" y="165973"/>
                </a:lnTo>
                <a:cubicBezTo>
                  <a:pt x="3165127" y="165568"/>
                  <a:pt x="3165127" y="165163"/>
                  <a:pt x="3165532" y="164758"/>
                </a:cubicBezTo>
                <a:lnTo>
                  <a:pt x="3167556" y="161520"/>
                </a:lnTo>
                <a:cubicBezTo>
                  <a:pt x="3167960" y="161520"/>
                  <a:pt x="3168366" y="161115"/>
                  <a:pt x="3168770" y="161115"/>
                </a:cubicBezTo>
                <a:close/>
                <a:moveTo>
                  <a:pt x="3087807" y="161115"/>
                </a:moveTo>
                <a:lnTo>
                  <a:pt x="3091855" y="161115"/>
                </a:lnTo>
                <a:cubicBezTo>
                  <a:pt x="3092260" y="161115"/>
                  <a:pt x="3092665" y="161115"/>
                  <a:pt x="3093069" y="161520"/>
                </a:cubicBezTo>
                <a:lnTo>
                  <a:pt x="3095094" y="165163"/>
                </a:lnTo>
                <a:cubicBezTo>
                  <a:pt x="3095499" y="165568"/>
                  <a:pt x="3095499" y="165973"/>
                  <a:pt x="3095094" y="166378"/>
                </a:cubicBezTo>
                <a:lnTo>
                  <a:pt x="3093069" y="170021"/>
                </a:lnTo>
                <a:cubicBezTo>
                  <a:pt x="3092665" y="170021"/>
                  <a:pt x="3092260" y="170426"/>
                  <a:pt x="3091855" y="170426"/>
                </a:cubicBezTo>
                <a:lnTo>
                  <a:pt x="3087807" y="170426"/>
                </a:lnTo>
                <a:cubicBezTo>
                  <a:pt x="3087403" y="170426"/>
                  <a:pt x="3086997" y="170426"/>
                  <a:pt x="3086593" y="170021"/>
                </a:cubicBezTo>
                <a:lnTo>
                  <a:pt x="3084569" y="166378"/>
                </a:lnTo>
                <a:cubicBezTo>
                  <a:pt x="3084164" y="165973"/>
                  <a:pt x="3084164" y="165568"/>
                  <a:pt x="3084569" y="165163"/>
                </a:cubicBezTo>
                <a:lnTo>
                  <a:pt x="3086593" y="161520"/>
                </a:lnTo>
                <a:cubicBezTo>
                  <a:pt x="3086997" y="161520"/>
                  <a:pt x="3087403" y="161115"/>
                  <a:pt x="3087807" y="161115"/>
                </a:cubicBezTo>
                <a:close/>
                <a:moveTo>
                  <a:pt x="3209252" y="160711"/>
                </a:moveTo>
                <a:lnTo>
                  <a:pt x="3212895" y="160711"/>
                </a:lnTo>
                <a:cubicBezTo>
                  <a:pt x="3213300" y="160711"/>
                  <a:pt x="3213704" y="161116"/>
                  <a:pt x="3214109" y="161521"/>
                </a:cubicBezTo>
                <a:lnTo>
                  <a:pt x="3215728" y="164759"/>
                </a:lnTo>
                <a:cubicBezTo>
                  <a:pt x="3216133" y="165164"/>
                  <a:pt x="3216133" y="165569"/>
                  <a:pt x="3215728" y="165974"/>
                </a:cubicBezTo>
                <a:lnTo>
                  <a:pt x="3214109" y="169212"/>
                </a:lnTo>
                <a:cubicBezTo>
                  <a:pt x="3214109" y="169617"/>
                  <a:pt x="3213704" y="170022"/>
                  <a:pt x="3212895" y="169212"/>
                </a:cubicBezTo>
                <a:lnTo>
                  <a:pt x="3209252" y="169212"/>
                </a:lnTo>
                <a:cubicBezTo>
                  <a:pt x="3208847" y="169212"/>
                  <a:pt x="3208442" y="169212"/>
                  <a:pt x="3208037" y="168807"/>
                </a:cubicBezTo>
                <a:lnTo>
                  <a:pt x="3206418" y="165569"/>
                </a:lnTo>
                <a:cubicBezTo>
                  <a:pt x="3206013" y="165164"/>
                  <a:pt x="3206013" y="164759"/>
                  <a:pt x="3206418" y="164354"/>
                </a:cubicBezTo>
                <a:lnTo>
                  <a:pt x="3208037" y="161116"/>
                </a:lnTo>
                <a:cubicBezTo>
                  <a:pt x="3208442" y="161116"/>
                  <a:pt x="3208847" y="160711"/>
                  <a:pt x="3209252" y="160711"/>
                </a:cubicBezTo>
                <a:close/>
                <a:moveTo>
                  <a:pt x="3046516" y="159901"/>
                </a:moveTo>
                <a:lnTo>
                  <a:pt x="3051779" y="159901"/>
                </a:lnTo>
                <a:cubicBezTo>
                  <a:pt x="3052183" y="159901"/>
                  <a:pt x="3052588" y="160306"/>
                  <a:pt x="3052993" y="160711"/>
                </a:cubicBezTo>
                <a:lnTo>
                  <a:pt x="3055422" y="165164"/>
                </a:lnTo>
                <a:cubicBezTo>
                  <a:pt x="3055827" y="165568"/>
                  <a:pt x="3055827" y="165973"/>
                  <a:pt x="3055422" y="166378"/>
                </a:cubicBezTo>
                <a:lnTo>
                  <a:pt x="3052993" y="170831"/>
                </a:lnTo>
                <a:cubicBezTo>
                  <a:pt x="3052993" y="171236"/>
                  <a:pt x="3052588" y="171236"/>
                  <a:pt x="3051779" y="171236"/>
                </a:cubicBezTo>
                <a:lnTo>
                  <a:pt x="3046516" y="171236"/>
                </a:lnTo>
                <a:cubicBezTo>
                  <a:pt x="3046111" y="171236"/>
                  <a:pt x="3045706" y="171236"/>
                  <a:pt x="3045302" y="170831"/>
                </a:cubicBezTo>
                <a:lnTo>
                  <a:pt x="3042873" y="166378"/>
                </a:lnTo>
                <a:cubicBezTo>
                  <a:pt x="3042468" y="165973"/>
                  <a:pt x="3042468" y="165568"/>
                  <a:pt x="3042873" y="165164"/>
                </a:cubicBezTo>
                <a:lnTo>
                  <a:pt x="3045302" y="160711"/>
                </a:lnTo>
                <a:cubicBezTo>
                  <a:pt x="3045706" y="160306"/>
                  <a:pt x="3046111" y="159901"/>
                  <a:pt x="3046516" y="159901"/>
                </a:cubicBezTo>
                <a:close/>
                <a:moveTo>
                  <a:pt x="3005631" y="159091"/>
                </a:moveTo>
                <a:lnTo>
                  <a:pt x="3011703" y="159091"/>
                </a:lnTo>
                <a:cubicBezTo>
                  <a:pt x="3012108" y="159091"/>
                  <a:pt x="3012513" y="159091"/>
                  <a:pt x="3012917" y="159496"/>
                </a:cubicBezTo>
                <a:lnTo>
                  <a:pt x="3015751" y="164758"/>
                </a:lnTo>
                <a:cubicBezTo>
                  <a:pt x="3016156" y="165163"/>
                  <a:pt x="3016156" y="165568"/>
                  <a:pt x="3015751" y="165973"/>
                </a:cubicBezTo>
                <a:lnTo>
                  <a:pt x="3012917" y="171235"/>
                </a:lnTo>
                <a:cubicBezTo>
                  <a:pt x="3012917" y="171640"/>
                  <a:pt x="3012513" y="172045"/>
                  <a:pt x="3011703" y="171640"/>
                </a:cubicBezTo>
                <a:lnTo>
                  <a:pt x="3005631" y="171640"/>
                </a:lnTo>
                <a:cubicBezTo>
                  <a:pt x="3005226" y="171640"/>
                  <a:pt x="3004821" y="171640"/>
                  <a:pt x="3004417" y="171235"/>
                </a:cubicBezTo>
                <a:lnTo>
                  <a:pt x="3001583" y="165973"/>
                </a:lnTo>
                <a:cubicBezTo>
                  <a:pt x="3001178" y="165568"/>
                  <a:pt x="3001178" y="165163"/>
                  <a:pt x="3001583" y="164758"/>
                </a:cubicBezTo>
                <a:lnTo>
                  <a:pt x="3004417" y="159496"/>
                </a:lnTo>
                <a:cubicBezTo>
                  <a:pt x="3004821" y="159496"/>
                  <a:pt x="3005226" y="159091"/>
                  <a:pt x="3005631" y="159091"/>
                </a:cubicBezTo>
                <a:close/>
                <a:moveTo>
                  <a:pt x="2924263" y="159091"/>
                </a:moveTo>
                <a:lnTo>
                  <a:pt x="2931145" y="159091"/>
                </a:lnTo>
                <a:cubicBezTo>
                  <a:pt x="2931550" y="159091"/>
                  <a:pt x="2931955" y="159091"/>
                  <a:pt x="2932360" y="159496"/>
                </a:cubicBezTo>
                <a:lnTo>
                  <a:pt x="2935598" y="165163"/>
                </a:lnTo>
                <a:cubicBezTo>
                  <a:pt x="2936003" y="165568"/>
                  <a:pt x="2936003" y="165973"/>
                  <a:pt x="2935598" y="166378"/>
                </a:cubicBezTo>
                <a:lnTo>
                  <a:pt x="2932360" y="172045"/>
                </a:lnTo>
                <a:cubicBezTo>
                  <a:pt x="2931955" y="172450"/>
                  <a:pt x="2931550" y="172450"/>
                  <a:pt x="2931145" y="172450"/>
                </a:cubicBezTo>
                <a:lnTo>
                  <a:pt x="2924263" y="172450"/>
                </a:lnTo>
                <a:cubicBezTo>
                  <a:pt x="2923859" y="172450"/>
                  <a:pt x="2923454" y="172450"/>
                  <a:pt x="2923049" y="172045"/>
                </a:cubicBezTo>
                <a:lnTo>
                  <a:pt x="2919811" y="166378"/>
                </a:lnTo>
                <a:cubicBezTo>
                  <a:pt x="2919406" y="165973"/>
                  <a:pt x="2919406" y="165568"/>
                  <a:pt x="2919811" y="165163"/>
                </a:cubicBezTo>
                <a:lnTo>
                  <a:pt x="2923049" y="159496"/>
                </a:lnTo>
                <a:cubicBezTo>
                  <a:pt x="2923454" y="159496"/>
                  <a:pt x="2923859" y="159091"/>
                  <a:pt x="2924263" y="159091"/>
                </a:cubicBezTo>
                <a:close/>
                <a:moveTo>
                  <a:pt x="2883781" y="158687"/>
                </a:moveTo>
                <a:lnTo>
                  <a:pt x="2890258" y="158687"/>
                </a:lnTo>
                <a:cubicBezTo>
                  <a:pt x="2890663" y="158687"/>
                  <a:pt x="2891068" y="158687"/>
                  <a:pt x="2891473" y="159092"/>
                </a:cubicBezTo>
                <a:lnTo>
                  <a:pt x="2894711" y="164759"/>
                </a:lnTo>
                <a:cubicBezTo>
                  <a:pt x="2895116" y="165164"/>
                  <a:pt x="2895116" y="165569"/>
                  <a:pt x="2894711" y="165974"/>
                </a:cubicBezTo>
                <a:lnTo>
                  <a:pt x="2891473" y="171641"/>
                </a:lnTo>
                <a:cubicBezTo>
                  <a:pt x="2891473" y="172046"/>
                  <a:pt x="2891068" y="172451"/>
                  <a:pt x="2890258" y="172046"/>
                </a:cubicBezTo>
                <a:lnTo>
                  <a:pt x="2883781" y="172046"/>
                </a:lnTo>
                <a:cubicBezTo>
                  <a:pt x="2883377" y="172046"/>
                  <a:pt x="2882972" y="172046"/>
                  <a:pt x="2882567" y="171641"/>
                </a:cubicBezTo>
                <a:lnTo>
                  <a:pt x="2879329" y="165974"/>
                </a:lnTo>
                <a:cubicBezTo>
                  <a:pt x="2878924" y="165569"/>
                  <a:pt x="2878924" y="165164"/>
                  <a:pt x="2879329" y="164759"/>
                </a:cubicBezTo>
                <a:lnTo>
                  <a:pt x="2882567" y="159092"/>
                </a:lnTo>
                <a:cubicBezTo>
                  <a:pt x="2882972" y="159092"/>
                  <a:pt x="2883377" y="158687"/>
                  <a:pt x="2883781" y="158687"/>
                </a:cubicBezTo>
                <a:close/>
                <a:moveTo>
                  <a:pt x="2842896" y="158687"/>
                </a:moveTo>
                <a:lnTo>
                  <a:pt x="2850182" y="158687"/>
                </a:lnTo>
                <a:cubicBezTo>
                  <a:pt x="2850587" y="158687"/>
                  <a:pt x="2850992" y="158687"/>
                  <a:pt x="2851397" y="159092"/>
                </a:cubicBezTo>
                <a:lnTo>
                  <a:pt x="2855040" y="165164"/>
                </a:lnTo>
                <a:cubicBezTo>
                  <a:pt x="2855445" y="165569"/>
                  <a:pt x="2855445" y="165974"/>
                  <a:pt x="2855040" y="166378"/>
                </a:cubicBezTo>
                <a:lnTo>
                  <a:pt x="2851397" y="172451"/>
                </a:lnTo>
                <a:cubicBezTo>
                  <a:pt x="2851397" y="172855"/>
                  <a:pt x="2850992" y="172855"/>
                  <a:pt x="2850182" y="172855"/>
                </a:cubicBezTo>
                <a:lnTo>
                  <a:pt x="2842896" y="172855"/>
                </a:lnTo>
                <a:cubicBezTo>
                  <a:pt x="2842491" y="172855"/>
                  <a:pt x="2842086" y="172855"/>
                  <a:pt x="2841681" y="172451"/>
                </a:cubicBezTo>
                <a:lnTo>
                  <a:pt x="2838038" y="166378"/>
                </a:lnTo>
                <a:cubicBezTo>
                  <a:pt x="2837633" y="165974"/>
                  <a:pt x="2837633" y="165569"/>
                  <a:pt x="2838038" y="165164"/>
                </a:cubicBezTo>
                <a:lnTo>
                  <a:pt x="2841681" y="159092"/>
                </a:lnTo>
                <a:cubicBezTo>
                  <a:pt x="2842086" y="159092"/>
                  <a:pt x="2842491" y="158687"/>
                  <a:pt x="2842896" y="158687"/>
                </a:cubicBezTo>
                <a:close/>
                <a:moveTo>
                  <a:pt x="2721856" y="158687"/>
                </a:moveTo>
                <a:lnTo>
                  <a:pt x="2728738" y="158687"/>
                </a:lnTo>
                <a:cubicBezTo>
                  <a:pt x="2729143" y="158687"/>
                  <a:pt x="2729548" y="158687"/>
                  <a:pt x="2729953" y="159092"/>
                </a:cubicBezTo>
                <a:lnTo>
                  <a:pt x="2733596" y="165164"/>
                </a:lnTo>
                <a:cubicBezTo>
                  <a:pt x="2734001" y="165569"/>
                  <a:pt x="2734001" y="165974"/>
                  <a:pt x="2733596" y="166378"/>
                </a:cubicBezTo>
                <a:lnTo>
                  <a:pt x="2729953" y="172451"/>
                </a:lnTo>
                <a:cubicBezTo>
                  <a:pt x="2729953" y="172451"/>
                  <a:pt x="2729548" y="172855"/>
                  <a:pt x="2728738" y="172855"/>
                </a:cubicBezTo>
                <a:lnTo>
                  <a:pt x="2721856" y="172855"/>
                </a:lnTo>
                <a:cubicBezTo>
                  <a:pt x="2721452" y="172855"/>
                  <a:pt x="2721047" y="172855"/>
                  <a:pt x="2720642" y="172451"/>
                </a:cubicBezTo>
                <a:lnTo>
                  <a:pt x="2716999" y="166378"/>
                </a:lnTo>
                <a:cubicBezTo>
                  <a:pt x="2716594" y="165974"/>
                  <a:pt x="2716594" y="165569"/>
                  <a:pt x="2716999" y="165164"/>
                </a:cubicBezTo>
                <a:lnTo>
                  <a:pt x="2720642" y="159092"/>
                </a:lnTo>
                <a:cubicBezTo>
                  <a:pt x="2721047" y="159092"/>
                  <a:pt x="2721452" y="158687"/>
                  <a:pt x="2721856" y="158687"/>
                </a:cubicBezTo>
                <a:close/>
                <a:moveTo>
                  <a:pt x="2802819" y="158282"/>
                </a:moveTo>
                <a:lnTo>
                  <a:pt x="2809701" y="158282"/>
                </a:lnTo>
                <a:cubicBezTo>
                  <a:pt x="2810106" y="158282"/>
                  <a:pt x="2810511" y="158282"/>
                  <a:pt x="2810916" y="158687"/>
                </a:cubicBezTo>
                <a:lnTo>
                  <a:pt x="2814559" y="164759"/>
                </a:lnTo>
                <a:cubicBezTo>
                  <a:pt x="2814964" y="165164"/>
                  <a:pt x="2814964" y="165569"/>
                  <a:pt x="2814559" y="165973"/>
                </a:cubicBezTo>
                <a:lnTo>
                  <a:pt x="2810916" y="172046"/>
                </a:lnTo>
                <a:cubicBezTo>
                  <a:pt x="2810916" y="172450"/>
                  <a:pt x="2810511" y="172855"/>
                  <a:pt x="2809701" y="172855"/>
                </a:cubicBezTo>
                <a:lnTo>
                  <a:pt x="2802819" y="172855"/>
                </a:lnTo>
                <a:cubicBezTo>
                  <a:pt x="2802415" y="172855"/>
                  <a:pt x="2802010" y="172450"/>
                  <a:pt x="2801605" y="172046"/>
                </a:cubicBezTo>
                <a:lnTo>
                  <a:pt x="2797962" y="165973"/>
                </a:lnTo>
                <a:cubicBezTo>
                  <a:pt x="2797557" y="165569"/>
                  <a:pt x="2797557" y="165164"/>
                  <a:pt x="2797962" y="164759"/>
                </a:cubicBezTo>
                <a:lnTo>
                  <a:pt x="2801605" y="158687"/>
                </a:lnTo>
                <a:cubicBezTo>
                  <a:pt x="2802010" y="158687"/>
                  <a:pt x="2802415" y="158282"/>
                  <a:pt x="2802819" y="158282"/>
                </a:cubicBezTo>
                <a:close/>
                <a:moveTo>
                  <a:pt x="2762337" y="158282"/>
                </a:moveTo>
                <a:lnTo>
                  <a:pt x="2769219" y="158282"/>
                </a:lnTo>
                <a:cubicBezTo>
                  <a:pt x="2769624" y="158282"/>
                  <a:pt x="2770029" y="158282"/>
                  <a:pt x="2770434" y="158687"/>
                </a:cubicBezTo>
                <a:lnTo>
                  <a:pt x="2774077" y="164759"/>
                </a:lnTo>
                <a:cubicBezTo>
                  <a:pt x="2774482" y="165164"/>
                  <a:pt x="2774482" y="165569"/>
                  <a:pt x="2774077" y="165973"/>
                </a:cubicBezTo>
                <a:lnTo>
                  <a:pt x="2770434" y="172046"/>
                </a:lnTo>
                <a:cubicBezTo>
                  <a:pt x="2770434" y="172450"/>
                  <a:pt x="2770029" y="172855"/>
                  <a:pt x="2769219" y="172855"/>
                </a:cubicBezTo>
                <a:lnTo>
                  <a:pt x="2762337" y="172855"/>
                </a:lnTo>
                <a:cubicBezTo>
                  <a:pt x="2761933" y="172855"/>
                  <a:pt x="2761528" y="172450"/>
                  <a:pt x="2761123" y="172046"/>
                </a:cubicBezTo>
                <a:lnTo>
                  <a:pt x="2757480" y="165973"/>
                </a:lnTo>
                <a:cubicBezTo>
                  <a:pt x="2757075" y="165569"/>
                  <a:pt x="2757075" y="165164"/>
                  <a:pt x="2757480" y="164759"/>
                </a:cubicBezTo>
                <a:lnTo>
                  <a:pt x="2761123" y="158687"/>
                </a:lnTo>
                <a:cubicBezTo>
                  <a:pt x="2761528" y="158687"/>
                  <a:pt x="2761933" y="158282"/>
                  <a:pt x="2762337" y="158282"/>
                </a:cubicBezTo>
                <a:close/>
                <a:moveTo>
                  <a:pt x="2478564" y="158282"/>
                </a:moveTo>
                <a:lnTo>
                  <a:pt x="2486256" y="158282"/>
                </a:lnTo>
                <a:cubicBezTo>
                  <a:pt x="2486661" y="158282"/>
                  <a:pt x="2487065" y="158282"/>
                  <a:pt x="2487470" y="158687"/>
                </a:cubicBezTo>
                <a:lnTo>
                  <a:pt x="2491113" y="165164"/>
                </a:lnTo>
                <a:cubicBezTo>
                  <a:pt x="2491518" y="165569"/>
                  <a:pt x="2491518" y="165973"/>
                  <a:pt x="2491113" y="166378"/>
                </a:cubicBezTo>
                <a:lnTo>
                  <a:pt x="2487470" y="172855"/>
                </a:lnTo>
                <a:cubicBezTo>
                  <a:pt x="2487065" y="173260"/>
                  <a:pt x="2486661" y="173260"/>
                  <a:pt x="2486256" y="173260"/>
                </a:cubicBezTo>
                <a:lnTo>
                  <a:pt x="2478564" y="173260"/>
                </a:lnTo>
                <a:cubicBezTo>
                  <a:pt x="2478159" y="173260"/>
                  <a:pt x="2477755" y="173260"/>
                  <a:pt x="2477350" y="172855"/>
                </a:cubicBezTo>
                <a:lnTo>
                  <a:pt x="2473707" y="166378"/>
                </a:lnTo>
                <a:cubicBezTo>
                  <a:pt x="2473302" y="165973"/>
                  <a:pt x="2473302" y="165569"/>
                  <a:pt x="2473707" y="165164"/>
                </a:cubicBezTo>
                <a:lnTo>
                  <a:pt x="2477350" y="158687"/>
                </a:lnTo>
                <a:cubicBezTo>
                  <a:pt x="2477755" y="158687"/>
                  <a:pt x="2478159" y="158282"/>
                  <a:pt x="2478564" y="158282"/>
                </a:cubicBezTo>
                <a:close/>
                <a:moveTo>
                  <a:pt x="2964744" y="157877"/>
                </a:moveTo>
                <a:lnTo>
                  <a:pt x="2971626" y="157877"/>
                </a:lnTo>
                <a:cubicBezTo>
                  <a:pt x="2972031" y="157877"/>
                  <a:pt x="2972436" y="158282"/>
                  <a:pt x="2972841" y="158687"/>
                </a:cubicBezTo>
                <a:lnTo>
                  <a:pt x="2976079" y="164759"/>
                </a:lnTo>
                <a:cubicBezTo>
                  <a:pt x="2976484" y="165164"/>
                  <a:pt x="2976484" y="165568"/>
                  <a:pt x="2976079" y="165973"/>
                </a:cubicBezTo>
                <a:lnTo>
                  <a:pt x="2972841" y="172045"/>
                </a:lnTo>
                <a:cubicBezTo>
                  <a:pt x="2972841" y="172450"/>
                  <a:pt x="2972436" y="172855"/>
                  <a:pt x="2971626" y="172450"/>
                </a:cubicBezTo>
                <a:lnTo>
                  <a:pt x="2964744" y="172450"/>
                </a:lnTo>
                <a:cubicBezTo>
                  <a:pt x="2964340" y="172450"/>
                  <a:pt x="2963935" y="172450"/>
                  <a:pt x="2963530" y="172045"/>
                </a:cubicBezTo>
                <a:lnTo>
                  <a:pt x="2960292" y="165973"/>
                </a:lnTo>
                <a:cubicBezTo>
                  <a:pt x="2959887" y="165568"/>
                  <a:pt x="2959887" y="165164"/>
                  <a:pt x="2960292" y="164759"/>
                </a:cubicBezTo>
                <a:lnTo>
                  <a:pt x="2963530" y="158687"/>
                </a:lnTo>
                <a:cubicBezTo>
                  <a:pt x="2963935" y="158282"/>
                  <a:pt x="2964340" y="157877"/>
                  <a:pt x="2964744" y="157877"/>
                </a:cubicBezTo>
                <a:close/>
                <a:moveTo>
                  <a:pt x="2640894" y="157877"/>
                </a:moveTo>
                <a:lnTo>
                  <a:pt x="2648181" y="157877"/>
                </a:lnTo>
                <a:cubicBezTo>
                  <a:pt x="2648586" y="157877"/>
                  <a:pt x="2648991" y="157877"/>
                  <a:pt x="2649396" y="158282"/>
                </a:cubicBezTo>
                <a:lnTo>
                  <a:pt x="2653039" y="164759"/>
                </a:lnTo>
                <a:cubicBezTo>
                  <a:pt x="2653444" y="165164"/>
                  <a:pt x="2653444" y="165568"/>
                  <a:pt x="2653039" y="165973"/>
                </a:cubicBezTo>
                <a:lnTo>
                  <a:pt x="2649396" y="172450"/>
                </a:lnTo>
                <a:cubicBezTo>
                  <a:pt x="2648991" y="172855"/>
                  <a:pt x="2648586" y="173260"/>
                  <a:pt x="2648181" y="172855"/>
                </a:cubicBezTo>
                <a:lnTo>
                  <a:pt x="2640894" y="172855"/>
                </a:lnTo>
                <a:cubicBezTo>
                  <a:pt x="2640490" y="172855"/>
                  <a:pt x="2640085" y="172855"/>
                  <a:pt x="2639680" y="172450"/>
                </a:cubicBezTo>
                <a:lnTo>
                  <a:pt x="2636037" y="165973"/>
                </a:lnTo>
                <a:cubicBezTo>
                  <a:pt x="2635632" y="165568"/>
                  <a:pt x="2635632" y="165164"/>
                  <a:pt x="2636037" y="164759"/>
                </a:cubicBezTo>
                <a:lnTo>
                  <a:pt x="2639680" y="158282"/>
                </a:lnTo>
                <a:cubicBezTo>
                  <a:pt x="2640085" y="158282"/>
                  <a:pt x="2640490" y="157877"/>
                  <a:pt x="2640894" y="157877"/>
                </a:cubicBezTo>
                <a:close/>
                <a:moveTo>
                  <a:pt x="2600008" y="157877"/>
                </a:moveTo>
                <a:lnTo>
                  <a:pt x="2608104" y="157877"/>
                </a:lnTo>
                <a:cubicBezTo>
                  <a:pt x="2608509" y="157877"/>
                  <a:pt x="2608914" y="157877"/>
                  <a:pt x="2609319" y="158282"/>
                </a:cubicBezTo>
                <a:lnTo>
                  <a:pt x="2613367" y="165164"/>
                </a:lnTo>
                <a:cubicBezTo>
                  <a:pt x="2613772" y="165568"/>
                  <a:pt x="2613772" y="165973"/>
                  <a:pt x="2613367" y="166378"/>
                </a:cubicBezTo>
                <a:lnTo>
                  <a:pt x="2609319" y="173260"/>
                </a:lnTo>
                <a:cubicBezTo>
                  <a:pt x="2608914" y="173665"/>
                  <a:pt x="2608509" y="173665"/>
                  <a:pt x="2608104" y="173665"/>
                </a:cubicBezTo>
                <a:lnTo>
                  <a:pt x="2600008" y="173665"/>
                </a:lnTo>
                <a:cubicBezTo>
                  <a:pt x="2599603" y="173665"/>
                  <a:pt x="2599199" y="173665"/>
                  <a:pt x="2598794" y="173260"/>
                </a:cubicBezTo>
                <a:lnTo>
                  <a:pt x="2594746" y="166378"/>
                </a:lnTo>
                <a:cubicBezTo>
                  <a:pt x="2594341" y="165973"/>
                  <a:pt x="2594341" y="165568"/>
                  <a:pt x="2594746" y="165164"/>
                </a:cubicBezTo>
                <a:lnTo>
                  <a:pt x="2598794" y="158282"/>
                </a:lnTo>
                <a:cubicBezTo>
                  <a:pt x="2599199" y="158282"/>
                  <a:pt x="2599603" y="157877"/>
                  <a:pt x="2600008" y="157877"/>
                </a:cubicBezTo>
                <a:close/>
                <a:moveTo>
                  <a:pt x="2559527" y="157877"/>
                </a:moveTo>
                <a:lnTo>
                  <a:pt x="2567219" y="157877"/>
                </a:lnTo>
                <a:cubicBezTo>
                  <a:pt x="2567624" y="157877"/>
                  <a:pt x="2568028" y="158282"/>
                  <a:pt x="2568433" y="158687"/>
                </a:cubicBezTo>
                <a:lnTo>
                  <a:pt x="2572076" y="165164"/>
                </a:lnTo>
                <a:cubicBezTo>
                  <a:pt x="2572481" y="165568"/>
                  <a:pt x="2572481" y="165973"/>
                  <a:pt x="2572076" y="166378"/>
                </a:cubicBezTo>
                <a:lnTo>
                  <a:pt x="2568433" y="172855"/>
                </a:lnTo>
                <a:cubicBezTo>
                  <a:pt x="2568028" y="173260"/>
                  <a:pt x="2567624" y="173260"/>
                  <a:pt x="2567219" y="172855"/>
                </a:cubicBezTo>
                <a:lnTo>
                  <a:pt x="2559527" y="172855"/>
                </a:lnTo>
                <a:cubicBezTo>
                  <a:pt x="2559122" y="172855"/>
                  <a:pt x="2558718" y="172855"/>
                  <a:pt x="2558313" y="172450"/>
                </a:cubicBezTo>
                <a:lnTo>
                  <a:pt x="2554670" y="165973"/>
                </a:lnTo>
                <a:cubicBezTo>
                  <a:pt x="2554265" y="165568"/>
                  <a:pt x="2554265" y="165164"/>
                  <a:pt x="2554670" y="164759"/>
                </a:cubicBezTo>
                <a:lnTo>
                  <a:pt x="2558313" y="158282"/>
                </a:lnTo>
                <a:cubicBezTo>
                  <a:pt x="2558718" y="158282"/>
                  <a:pt x="2559122" y="157877"/>
                  <a:pt x="2559527" y="157877"/>
                </a:cubicBezTo>
                <a:close/>
                <a:moveTo>
                  <a:pt x="2681375" y="157472"/>
                </a:moveTo>
                <a:lnTo>
                  <a:pt x="2688662" y="157472"/>
                </a:lnTo>
                <a:cubicBezTo>
                  <a:pt x="2689067" y="157472"/>
                  <a:pt x="2689472" y="157877"/>
                  <a:pt x="2689876" y="158282"/>
                </a:cubicBezTo>
                <a:lnTo>
                  <a:pt x="2693520" y="164759"/>
                </a:lnTo>
                <a:cubicBezTo>
                  <a:pt x="2693925" y="165163"/>
                  <a:pt x="2693925" y="165568"/>
                  <a:pt x="2693520" y="165973"/>
                </a:cubicBezTo>
                <a:lnTo>
                  <a:pt x="2689876" y="172450"/>
                </a:lnTo>
                <a:cubicBezTo>
                  <a:pt x="2689472" y="172855"/>
                  <a:pt x="2689067" y="173260"/>
                  <a:pt x="2688662" y="173260"/>
                </a:cubicBezTo>
                <a:lnTo>
                  <a:pt x="2681375" y="173260"/>
                </a:lnTo>
                <a:cubicBezTo>
                  <a:pt x="2680971" y="173260"/>
                  <a:pt x="2680566" y="172855"/>
                  <a:pt x="2680161" y="172450"/>
                </a:cubicBezTo>
                <a:lnTo>
                  <a:pt x="2676518" y="165973"/>
                </a:lnTo>
                <a:cubicBezTo>
                  <a:pt x="2676113" y="165568"/>
                  <a:pt x="2676113" y="165163"/>
                  <a:pt x="2676518" y="164759"/>
                </a:cubicBezTo>
                <a:lnTo>
                  <a:pt x="2680161" y="158282"/>
                </a:lnTo>
                <a:cubicBezTo>
                  <a:pt x="2680566" y="157877"/>
                  <a:pt x="2680971" y="157472"/>
                  <a:pt x="2681375" y="157472"/>
                </a:cubicBezTo>
                <a:close/>
                <a:moveTo>
                  <a:pt x="2519046" y="157472"/>
                </a:moveTo>
                <a:lnTo>
                  <a:pt x="2526738" y="157472"/>
                </a:lnTo>
                <a:cubicBezTo>
                  <a:pt x="2527142" y="157472"/>
                  <a:pt x="2527547" y="157472"/>
                  <a:pt x="2527952" y="157877"/>
                </a:cubicBezTo>
                <a:lnTo>
                  <a:pt x="2532000" y="164759"/>
                </a:lnTo>
                <a:cubicBezTo>
                  <a:pt x="2532405" y="165163"/>
                  <a:pt x="2532405" y="165568"/>
                  <a:pt x="2532000" y="165973"/>
                </a:cubicBezTo>
                <a:lnTo>
                  <a:pt x="2527952" y="172855"/>
                </a:lnTo>
                <a:cubicBezTo>
                  <a:pt x="2527952" y="173260"/>
                  <a:pt x="2527547" y="173665"/>
                  <a:pt x="2526738" y="173260"/>
                </a:cubicBezTo>
                <a:lnTo>
                  <a:pt x="2519046" y="173260"/>
                </a:lnTo>
                <a:cubicBezTo>
                  <a:pt x="2518641" y="173260"/>
                  <a:pt x="2518237" y="173260"/>
                  <a:pt x="2517832" y="172855"/>
                </a:cubicBezTo>
                <a:lnTo>
                  <a:pt x="2513784" y="165973"/>
                </a:lnTo>
                <a:cubicBezTo>
                  <a:pt x="2513379" y="165568"/>
                  <a:pt x="2513379" y="165163"/>
                  <a:pt x="2513784" y="164759"/>
                </a:cubicBezTo>
                <a:lnTo>
                  <a:pt x="2517832" y="157877"/>
                </a:lnTo>
                <a:cubicBezTo>
                  <a:pt x="2518237" y="157877"/>
                  <a:pt x="2518641" y="157472"/>
                  <a:pt x="2519046" y="157472"/>
                </a:cubicBezTo>
                <a:close/>
                <a:moveTo>
                  <a:pt x="2438083" y="157472"/>
                </a:moveTo>
                <a:lnTo>
                  <a:pt x="2445775" y="157472"/>
                </a:lnTo>
                <a:cubicBezTo>
                  <a:pt x="2446179" y="157472"/>
                  <a:pt x="2446584" y="157472"/>
                  <a:pt x="2446989" y="157877"/>
                </a:cubicBezTo>
                <a:lnTo>
                  <a:pt x="2451037" y="164759"/>
                </a:lnTo>
                <a:cubicBezTo>
                  <a:pt x="2451442" y="165163"/>
                  <a:pt x="2451442" y="165568"/>
                  <a:pt x="2451037" y="165973"/>
                </a:cubicBezTo>
                <a:lnTo>
                  <a:pt x="2446989" y="172855"/>
                </a:lnTo>
                <a:cubicBezTo>
                  <a:pt x="2446989" y="173260"/>
                  <a:pt x="2446584" y="173665"/>
                  <a:pt x="2445775" y="173260"/>
                </a:cubicBezTo>
                <a:lnTo>
                  <a:pt x="2438083" y="173260"/>
                </a:lnTo>
                <a:cubicBezTo>
                  <a:pt x="2437678" y="173260"/>
                  <a:pt x="2437274" y="173260"/>
                  <a:pt x="2436869" y="172855"/>
                </a:cubicBezTo>
                <a:lnTo>
                  <a:pt x="2432821" y="165973"/>
                </a:lnTo>
                <a:cubicBezTo>
                  <a:pt x="2432416" y="165568"/>
                  <a:pt x="2432416" y="165163"/>
                  <a:pt x="2432821" y="164759"/>
                </a:cubicBezTo>
                <a:lnTo>
                  <a:pt x="2436869" y="157877"/>
                </a:lnTo>
                <a:cubicBezTo>
                  <a:pt x="2437274" y="157877"/>
                  <a:pt x="2437678" y="157472"/>
                  <a:pt x="2438083" y="157472"/>
                </a:cubicBezTo>
                <a:close/>
                <a:moveTo>
                  <a:pt x="3452948" y="122658"/>
                </a:moveTo>
                <a:lnTo>
                  <a:pt x="3455377" y="122658"/>
                </a:lnTo>
                <a:lnTo>
                  <a:pt x="3456592" y="125087"/>
                </a:lnTo>
                <a:lnTo>
                  <a:pt x="3455377" y="127516"/>
                </a:lnTo>
                <a:lnTo>
                  <a:pt x="3452948" y="127516"/>
                </a:lnTo>
                <a:lnTo>
                  <a:pt x="3451734" y="125087"/>
                </a:lnTo>
                <a:close/>
                <a:moveTo>
                  <a:pt x="3533505" y="122253"/>
                </a:moveTo>
                <a:lnTo>
                  <a:pt x="3536744" y="122253"/>
                </a:lnTo>
                <a:lnTo>
                  <a:pt x="3538363" y="125087"/>
                </a:lnTo>
                <a:lnTo>
                  <a:pt x="3536744" y="127920"/>
                </a:lnTo>
                <a:lnTo>
                  <a:pt x="3533505" y="127920"/>
                </a:lnTo>
                <a:lnTo>
                  <a:pt x="3531886" y="125087"/>
                </a:lnTo>
                <a:close/>
                <a:moveTo>
                  <a:pt x="3493024" y="122253"/>
                </a:moveTo>
                <a:lnTo>
                  <a:pt x="3496263" y="122253"/>
                </a:lnTo>
                <a:lnTo>
                  <a:pt x="3497882" y="125087"/>
                </a:lnTo>
                <a:lnTo>
                  <a:pt x="3496263" y="127920"/>
                </a:lnTo>
                <a:lnTo>
                  <a:pt x="3493024" y="127920"/>
                </a:lnTo>
                <a:lnTo>
                  <a:pt x="3491405" y="125087"/>
                </a:lnTo>
                <a:close/>
                <a:moveTo>
                  <a:pt x="3412062" y="122253"/>
                </a:moveTo>
                <a:lnTo>
                  <a:pt x="3415301" y="122253"/>
                </a:lnTo>
                <a:lnTo>
                  <a:pt x="3416920" y="125087"/>
                </a:lnTo>
                <a:lnTo>
                  <a:pt x="3415301" y="127920"/>
                </a:lnTo>
                <a:lnTo>
                  <a:pt x="3412062" y="127920"/>
                </a:lnTo>
                <a:lnTo>
                  <a:pt x="3410443" y="125087"/>
                </a:lnTo>
                <a:close/>
                <a:moveTo>
                  <a:pt x="3371580" y="122253"/>
                </a:moveTo>
                <a:lnTo>
                  <a:pt x="3374819" y="122253"/>
                </a:lnTo>
                <a:lnTo>
                  <a:pt x="3376438" y="125087"/>
                </a:lnTo>
                <a:lnTo>
                  <a:pt x="3374819" y="127920"/>
                </a:lnTo>
                <a:lnTo>
                  <a:pt x="3371580" y="127920"/>
                </a:lnTo>
                <a:lnTo>
                  <a:pt x="3369961" y="125087"/>
                </a:lnTo>
                <a:close/>
                <a:moveTo>
                  <a:pt x="3654949" y="121849"/>
                </a:moveTo>
                <a:lnTo>
                  <a:pt x="3658592" y="121849"/>
                </a:lnTo>
                <a:lnTo>
                  <a:pt x="3660617" y="125088"/>
                </a:lnTo>
                <a:lnTo>
                  <a:pt x="3658592" y="128326"/>
                </a:lnTo>
                <a:lnTo>
                  <a:pt x="3654949" y="128326"/>
                </a:lnTo>
                <a:lnTo>
                  <a:pt x="3652925" y="125088"/>
                </a:lnTo>
                <a:close/>
                <a:moveTo>
                  <a:pt x="3573582" y="121849"/>
                </a:moveTo>
                <a:lnTo>
                  <a:pt x="3577226" y="121849"/>
                </a:lnTo>
                <a:lnTo>
                  <a:pt x="3578845" y="125088"/>
                </a:lnTo>
                <a:lnTo>
                  <a:pt x="3577226" y="128326"/>
                </a:lnTo>
                <a:lnTo>
                  <a:pt x="3573582" y="128326"/>
                </a:lnTo>
                <a:lnTo>
                  <a:pt x="3571963" y="125088"/>
                </a:lnTo>
                <a:close/>
                <a:moveTo>
                  <a:pt x="3331099" y="121849"/>
                </a:moveTo>
                <a:lnTo>
                  <a:pt x="3334742" y="121849"/>
                </a:lnTo>
                <a:lnTo>
                  <a:pt x="3336767" y="125088"/>
                </a:lnTo>
                <a:lnTo>
                  <a:pt x="3334742" y="128326"/>
                </a:lnTo>
                <a:lnTo>
                  <a:pt x="3331099" y="128326"/>
                </a:lnTo>
                <a:lnTo>
                  <a:pt x="3329075" y="125088"/>
                </a:lnTo>
                <a:close/>
                <a:moveTo>
                  <a:pt x="3290213" y="121849"/>
                </a:moveTo>
                <a:lnTo>
                  <a:pt x="3293857" y="121849"/>
                </a:lnTo>
                <a:lnTo>
                  <a:pt x="3295476" y="125088"/>
                </a:lnTo>
                <a:lnTo>
                  <a:pt x="3293857" y="128326"/>
                </a:lnTo>
                <a:lnTo>
                  <a:pt x="3290213" y="128326"/>
                </a:lnTo>
                <a:lnTo>
                  <a:pt x="3288594" y="125088"/>
                </a:lnTo>
                <a:close/>
                <a:moveTo>
                  <a:pt x="3209251" y="121849"/>
                </a:moveTo>
                <a:lnTo>
                  <a:pt x="3213299" y="121849"/>
                </a:lnTo>
                <a:lnTo>
                  <a:pt x="3215323" y="125088"/>
                </a:lnTo>
                <a:lnTo>
                  <a:pt x="3213299" y="128326"/>
                </a:lnTo>
                <a:lnTo>
                  <a:pt x="3209251" y="128326"/>
                </a:lnTo>
                <a:lnTo>
                  <a:pt x="3207227" y="125088"/>
                </a:lnTo>
                <a:close/>
                <a:moveTo>
                  <a:pt x="3613659" y="121444"/>
                </a:moveTo>
                <a:lnTo>
                  <a:pt x="3618112" y="121444"/>
                </a:lnTo>
                <a:lnTo>
                  <a:pt x="3620136" y="125087"/>
                </a:lnTo>
                <a:lnTo>
                  <a:pt x="3618112" y="128731"/>
                </a:lnTo>
                <a:lnTo>
                  <a:pt x="3613659" y="128731"/>
                </a:lnTo>
                <a:lnTo>
                  <a:pt x="3611635" y="125087"/>
                </a:lnTo>
                <a:close/>
                <a:moveTo>
                  <a:pt x="3249732" y="121444"/>
                </a:moveTo>
                <a:lnTo>
                  <a:pt x="3253780" y="121444"/>
                </a:lnTo>
                <a:lnTo>
                  <a:pt x="3255804" y="125087"/>
                </a:lnTo>
                <a:lnTo>
                  <a:pt x="3253780" y="128731"/>
                </a:lnTo>
                <a:lnTo>
                  <a:pt x="3249732" y="128731"/>
                </a:lnTo>
                <a:lnTo>
                  <a:pt x="3247708" y="125087"/>
                </a:lnTo>
                <a:close/>
                <a:moveTo>
                  <a:pt x="3168365" y="121444"/>
                </a:moveTo>
                <a:lnTo>
                  <a:pt x="3172818" y="121444"/>
                </a:lnTo>
                <a:lnTo>
                  <a:pt x="3174842" y="125087"/>
                </a:lnTo>
                <a:lnTo>
                  <a:pt x="3172818" y="128731"/>
                </a:lnTo>
                <a:lnTo>
                  <a:pt x="3168365" y="128731"/>
                </a:lnTo>
                <a:lnTo>
                  <a:pt x="3166341" y="125087"/>
                </a:lnTo>
                <a:close/>
                <a:moveTo>
                  <a:pt x="3127884" y="121444"/>
                </a:moveTo>
                <a:lnTo>
                  <a:pt x="3132337" y="121444"/>
                </a:lnTo>
                <a:lnTo>
                  <a:pt x="3134361" y="125087"/>
                </a:lnTo>
                <a:lnTo>
                  <a:pt x="3132337" y="128731"/>
                </a:lnTo>
                <a:lnTo>
                  <a:pt x="3127884" y="128731"/>
                </a:lnTo>
                <a:lnTo>
                  <a:pt x="3125860" y="125087"/>
                </a:lnTo>
                <a:close/>
                <a:moveTo>
                  <a:pt x="3087808" y="121039"/>
                </a:moveTo>
                <a:lnTo>
                  <a:pt x="3092261" y="121039"/>
                </a:lnTo>
                <a:lnTo>
                  <a:pt x="3094689" y="125087"/>
                </a:lnTo>
                <a:lnTo>
                  <a:pt x="3092261" y="129135"/>
                </a:lnTo>
                <a:lnTo>
                  <a:pt x="3087808" y="129135"/>
                </a:lnTo>
                <a:lnTo>
                  <a:pt x="3085379" y="125087"/>
                </a:lnTo>
                <a:close/>
                <a:moveTo>
                  <a:pt x="3047326" y="121039"/>
                </a:moveTo>
                <a:lnTo>
                  <a:pt x="3050970" y="121039"/>
                </a:lnTo>
                <a:cubicBezTo>
                  <a:pt x="3051374" y="121039"/>
                  <a:pt x="3051779" y="121039"/>
                  <a:pt x="3052184" y="121444"/>
                </a:cubicBezTo>
                <a:lnTo>
                  <a:pt x="3054208" y="124682"/>
                </a:lnTo>
                <a:cubicBezTo>
                  <a:pt x="3054613" y="125087"/>
                  <a:pt x="3054613" y="125492"/>
                  <a:pt x="3054208" y="125897"/>
                </a:cubicBezTo>
                <a:lnTo>
                  <a:pt x="3052184" y="129135"/>
                </a:lnTo>
                <a:cubicBezTo>
                  <a:pt x="3052184" y="129540"/>
                  <a:pt x="3051779" y="129540"/>
                  <a:pt x="3050970" y="129540"/>
                </a:cubicBezTo>
                <a:lnTo>
                  <a:pt x="3047326" y="129540"/>
                </a:lnTo>
                <a:cubicBezTo>
                  <a:pt x="3046922" y="129540"/>
                  <a:pt x="3046516" y="129540"/>
                  <a:pt x="3046112" y="129135"/>
                </a:cubicBezTo>
                <a:lnTo>
                  <a:pt x="3044088" y="125897"/>
                </a:lnTo>
                <a:cubicBezTo>
                  <a:pt x="3043683" y="125492"/>
                  <a:pt x="3043683" y="125087"/>
                  <a:pt x="3044088" y="124682"/>
                </a:cubicBezTo>
                <a:lnTo>
                  <a:pt x="3046112" y="121444"/>
                </a:lnTo>
                <a:cubicBezTo>
                  <a:pt x="3046516" y="121444"/>
                  <a:pt x="3046922" y="121039"/>
                  <a:pt x="3047326" y="121039"/>
                </a:cubicBezTo>
                <a:close/>
                <a:moveTo>
                  <a:pt x="2965959" y="120229"/>
                </a:moveTo>
                <a:lnTo>
                  <a:pt x="2970816" y="120229"/>
                </a:lnTo>
                <a:cubicBezTo>
                  <a:pt x="2971221" y="120229"/>
                  <a:pt x="2971626" y="120229"/>
                  <a:pt x="2972031" y="120634"/>
                </a:cubicBezTo>
                <a:lnTo>
                  <a:pt x="2974460" y="124682"/>
                </a:lnTo>
                <a:cubicBezTo>
                  <a:pt x="2974865" y="125087"/>
                  <a:pt x="2974865" y="125492"/>
                  <a:pt x="2974460" y="125896"/>
                </a:cubicBezTo>
                <a:lnTo>
                  <a:pt x="2972031" y="129945"/>
                </a:lnTo>
                <a:cubicBezTo>
                  <a:pt x="2971626" y="130349"/>
                  <a:pt x="2971221" y="130349"/>
                  <a:pt x="2970816" y="130349"/>
                </a:cubicBezTo>
                <a:lnTo>
                  <a:pt x="2965959" y="130349"/>
                </a:lnTo>
                <a:cubicBezTo>
                  <a:pt x="2965554" y="130349"/>
                  <a:pt x="2965149" y="130349"/>
                  <a:pt x="2964744" y="129945"/>
                </a:cubicBezTo>
                <a:lnTo>
                  <a:pt x="2962316" y="125896"/>
                </a:lnTo>
                <a:cubicBezTo>
                  <a:pt x="2961911" y="125492"/>
                  <a:pt x="2961911" y="125087"/>
                  <a:pt x="2962316" y="124682"/>
                </a:cubicBezTo>
                <a:lnTo>
                  <a:pt x="2964744" y="120634"/>
                </a:lnTo>
                <a:cubicBezTo>
                  <a:pt x="2965149" y="120634"/>
                  <a:pt x="2965554" y="120229"/>
                  <a:pt x="2965959" y="120229"/>
                </a:cubicBezTo>
                <a:close/>
                <a:moveTo>
                  <a:pt x="2884996" y="120229"/>
                </a:moveTo>
                <a:lnTo>
                  <a:pt x="2889853" y="120229"/>
                </a:lnTo>
                <a:cubicBezTo>
                  <a:pt x="2890258" y="120229"/>
                  <a:pt x="2890663" y="120229"/>
                  <a:pt x="2891068" y="120634"/>
                </a:cubicBezTo>
                <a:lnTo>
                  <a:pt x="2893497" y="124682"/>
                </a:lnTo>
                <a:cubicBezTo>
                  <a:pt x="2893902" y="125087"/>
                  <a:pt x="2893902" y="125492"/>
                  <a:pt x="2893497" y="125896"/>
                </a:cubicBezTo>
                <a:lnTo>
                  <a:pt x="2891068" y="129945"/>
                </a:lnTo>
                <a:cubicBezTo>
                  <a:pt x="2890663" y="130349"/>
                  <a:pt x="2890258" y="130349"/>
                  <a:pt x="2889853" y="130349"/>
                </a:cubicBezTo>
                <a:lnTo>
                  <a:pt x="2884996" y="130349"/>
                </a:lnTo>
                <a:cubicBezTo>
                  <a:pt x="2884591" y="130349"/>
                  <a:pt x="2884186" y="130349"/>
                  <a:pt x="2883781" y="129945"/>
                </a:cubicBezTo>
                <a:lnTo>
                  <a:pt x="2881353" y="125896"/>
                </a:lnTo>
                <a:cubicBezTo>
                  <a:pt x="2880948" y="125492"/>
                  <a:pt x="2880948" y="125087"/>
                  <a:pt x="2881353" y="124682"/>
                </a:cubicBezTo>
                <a:lnTo>
                  <a:pt x="2883781" y="120634"/>
                </a:lnTo>
                <a:cubicBezTo>
                  <a:pt x="2884186" y="120634"/>
                  <a:pt x="2884591" y="120229"/>
                  <a:pt x="2884996" y="120229"/>
                </a:cubicBezTo>
                <a:close/>
                <a:moveTo>
                  <a:pt x="2844110" y="120229"/>
                </a:moveTo>
                <a:lnTo>
                  <a:pt x="2848968" y="120229"/>
                </a:lnTo>
                <a:cubicBezTo>
                  <a:pt x="2849373" y="120229"/>
                  <a:pt x="2849777" y="120229"/>
                  <a:pt x="2850182" y="120634"/>
                </a:cubicBezTo>
                <a:lnTo>
                  <a:pt x="2852611" y="124682"/>
                </a:lnTo>
                <a:cubicBezTo>
                  <a:pt x="2853016" y="125087"/>
                  <a:pt x="2853016" y="125492"/>
                  <a:pt x="2852611" y="125896"/>
                </a:cubicBezTo>
                <a:lnTo>
                  <a:pt x="2850182" y="129945"/>
                </a:lnTo>
                <a:cubicBezTo>
                  <a:pt x="2850182" y="129945"/>
                  <a:pt x="2849777" y="130349"/>
                  <a:pt x="2848968" y="131159"/>
                </a:cubicBezTo>
                <a:lnTo>
                  <a:pt x="2844110" y="131159"/>
                </a:lnTo>
                <a:cubicBezTo>
                  <a:pt x="2843705" y="131159"/>
                  <a:pt x="2843300" y="130754"/>
                  <a:pt x="2842896" y="130349"/>
                </a:cubicBezTo>
                <a:lnTo>
                  <a:pt x="2840467" y="126301"/>
                </a:lnTo>
                <a:cubicBezTo>
                  <a:pt x="2840062" y="125896"/>
                  <a:pt x="2840062" y="125492"/>
                  <a:pt x="2840467" y="125087"/>
                </a:cubicBezTo>
                <a:lnTo>
                  <a:pt x="2842896" y="121039"/>
                </a:lnTo>
                <a:cubicBezTo>
                  <a:pt x="2843300" y="120634"/>
                  <a:pt x="2843705" y="120229"/>
                  <a:pt x="2844110" y="120229"/>
                </a:cubicBezTo>
                <a:close/>
                <a:moveTo>
                  <a:pt x="2803629" y="120229"/>
                </a:moveTo>
                <a:lnTo>
                  <a:pt x="2808487" y="120229"/>
                </a:lnTo>
                <a:cubicBezTo>
                  <a:pt x="2808892" y="120229"/>
                  <a:pt x="2809296" y="120229"/>
                  <a:pt x="2809701" y="120634"/>
                </a:cubicBezTo>
                <a:lnTo>
                  <a:pt x="2812130" y="124682"/>
                </a:lnTo>
                <a:cubicBezTo>
                  <a:pt x="2812535" y="125087"/>
                  <a:pt x="2812535" y="125492"/>
                  <a:pt x="2812130" y="125896"/>
                </a:cubicBezTo>
                <a:lnTo>
                  <a:pt x="2809701" y="129945"/>
                </a:lnTo>
                <a:cubicBezTo>
                  <a:pt x="2809701" y="130349"/>
                  <a:pt x="2809296" y="130349"/>
                  <a:pt x="2808487" y="130349"/>
                </a:cubicBezTo>
                <a:lnTo>
                  <a:pt x="2803629" y="130349"/>
                </a:lnTo>
                <a:cubicBezTo>
                  <a:pt x="2803224" y="130349"/>
                  <a:pt x="2802819" y="130349"/>
                  <a:pt x="2802415" y="129945"/>
                </a:cubicBezTo>
                <a:lnTo>
                  <a:pt x="2799986" y="125896"/>
                </a:lnTo>
                <a:cubicBezTo>
                  <a:pt x="2799581" y="125492"/>
                  <a:pt x="2799581" y="125087"/>
                  <a:pt x="2799986" y="124682"/>
                </a:cubicBezTo>
                <a:lnTo>
                  <a:pt x="2802415" y="120634"/>
                </a:lnTo>
                <a:cubicBezTo>
                  <a:pt x="2802819" y="120634"/>
                  <a:pt x="2803224" y="120229"/>
                  <a:pt x="2803629" y="120229"/>
                </a:cubicBezTo>
                <a:close/>
                <a:moveTo>
                  <a:pt x="2763148" y="120229"/>
                </a:moveTo>
                <a:lnTo>
                  <a:pt x="2768006" y="120229"/>
                </a:lnTo>
                <a:cubicBezTo>
                  <a:pt x="2768411" y="120229"/>
                  <a:pt x="2768815" y="120229"/>
                  <a:pt x="2769220" y="120634"/>
                </a:cubicBezTo>
                <a:lnTo>
                  <a:pt x="2771649" y="124682"/>
                </a:lnTo>
                <a:cubicBezTo>
                  <a:pt x="2772054" y="125087"/>
                  <a:pt x="2772054" y="125492"/>
                  <a:pt x="2771649" y="125896"/>
                </a:cubicBezTo>
                <a:lnTo>
                  <a:pt x="2769220" y="129945"/>
                </a:lnTo>
                <a:cubicBezTo>
                  <a:pt x="2769220" y="130349"/>
                  <a:pt x="2768815" y="130349"/>
                  <a:pt x="2768006" y="130349"/>
                </a:cubicBezTo>
                <a:lnTo>
                  <a:pt x="2763148" y="130349"/>
                </a:lnTo>
                <a:cubicBezTo>
                  <a:pt x="2762743" y="130349"/>
                  <a:pt x="2762338" y="130349"/>
                  <a:pt x="2761934" y="129945"/>
                </a:cubicBezTo>
                <a:lnTo>
                  <a:pt x="2759505" y="125896"/>
                </a:lnTo>
                <a:cubicBezTo>
                  <a:pt x="2759100" y="125492"/>
                  <a:pt x="2759100" y="125087"/>
                  <a:pt x="2759505" y="124682"/>
                </a:cubicBezTo>
                <a:lnTo>
                  <a:pt x="2761934" y="120634"/>
                </a:lnTo>
                <a:cubicBezTo>
                  <a:pt x="2762338" y="120634"/>
                  <a:pt x="2762743" y="120229"/>
                  <a:pt x="2763148" y="120229"/>
                </a:cubicBezTo>
                <a:close/>
                <a:moveTo>
                  <a:pt x="2399626" y="120229"/>
                </a:moveTo>
                <a:lnTo>
                  <a:pt x="2403674" y="120229"/>
                </a:lnTo>
                <a:cubicBezTo>
                  <a:pt x="2404079" y="120229"/>
                  <a:pt x="2404484" y="120229"/>
                  <a:pt x="2404889" y="120634"/>
                </a:cubicBezTo>
                <a:lnTo>
                  <a:pt x="2406913" y="124277"/>
                </a:lnTo>
                <a:cubicBezTo>
                  <a:pt x="2407317" y="124682"/>
                  <a:pt x="2407317" y="125087"/>
                  <a:pt x="2406913" y="125492"/>
                </a:cubicBezTo>
                <a:lnTo>
                  <a:pt x="2404889" y="129135"/>
                </a:lnTo>
                <a:cubicBezTo>
                  <a:pt x="2404484" y="129540"/>
                  <a:pt x="2404079" y="129945"/>
                  <a:pt x="2403674" y="129540"/>
                </a:cubicBezTo>
                <a:lnTo>
                  <a:pt x="2399626" y="129540"/>
                </a:lnTo>
                <a:cubicBezTo>
                  <a:pt x="2399221" y="129540"/>
                  <a:pt x="2398816" y="129540"/>
                  <a:pt x="2398412" y="129135"/>
                </a:cubicBezTo>
                <a:lnTo>
                  <a:pt x="2396388" y="125492"/>
                </a:lnTo>
                <a:cubicBezTo>
                  <a:pt x="2395983" y="125087"/>
                  <a:pt x="2395983" y="124682"/>
                  <a:pt x="2396388" y="124277"/>
                </a:cubicBezTo>
                <a:lnTo>
                  <a:pt x="2398412" y="120634"/>
                </a:lnTo>
                <a:cubicBezTo>
                  <a:pt x="2398816" y="120634"/>
                  <a:pt x="2399221" y="120229"/>
                  <a:pt x="2399626" y="120229"/>
                </a:cubicBezTo>
                <a:close/>
                <a:moveTo>
                  <a:pt x="3006440" y="119825"/>
                </a:moveTo>
                <a:lnTo>
                  <a:pt x="3010893" y="119825"/>
                </a:lnTo>
                <a:cubicBezTo>
                  <a:pt x="3011297" y="119825"/>
                  <a:pt x="3011702" y="119825"/>
                  <a:pt x="3012107" y="120230"/>
                </a:cubicBezTo>
                <a:lnTo>
                  <a:pt x="3014536" y="124278"/>
                </a:lnTo>
                <a:cubicBezTo>
                  <a:pt x="3014941" y="124683"/>
                  <a:pt x="3014941" y="125088"/>
                  <a:pt x="3014536" y="125492"/>
                </a:cubicBezTo>
                <a:lnTo>
                  <a:pt x="3012107" y="129540"/>
                </a:lnTo>
                <a:cubicBezTo>
                  <a:pt x="3012107" y="129945"/>
                  <a:pt x="3011702" y="130350"/>
                  <a:pt x="3010893" y="129945"/>
                </a:cubicBezTo>
                <a:lnTo>
                  <a:pt x="3006440" y="129945"/>
                </a:lnTo>
                <a:cubicBezTo>
                  <a:pt x="3006035" y="129945"/>
                  <a:pt x="3005630" y="129945"/>
                  <a:pt x="3005225" y="129540"/>
                </a:cubicBezTo>
                <a:lnTo>
                  <a:pt x="3002797" y="125492"/>
                </a:lnTo>
                <a:cubicBezTo>
                  <a:pt x="3002392" y="125088"/>
                  <a:pt x="3002392" y="124683"/>
                  <a:pt x="3002797" y="124278"/>
                </a:cubicBezTo>
                <a:lnTo>
                  <a:pt x="3005225" y="120230"/>
                </a:lnTo>
                <a:cubicBezTo>
                  <a:pt x="3005630" y="120230"/>
                  <a:pt x="3006035" y="119825"/>
                  <a:pt x="3006440" y="119825"/>
                </a:cubicBezTo>
                <a:close/>
                <a:moveTo>
                  <a:pt x="2925073" y="119825"/>
                </a:moveTo>
                <a:lnTo>
                  <a:pt x="2930336" y="119825"/>
                </a:lnTo>
                <a:cubicBezTo>
                  <a:pt x="2930740" y="119825"/>
                  <a:pt x="2931145" y="119825"/>
                  <a:pt x="2931550" y="120230"/>
                </a:cubicBezTo>
                <a:lnTo>
                  <a:pt x="2933979" y="124683"/>
                </a:lnTo>
                <a:cubicBezTo>
                  <a:pt x="2934384" y="125088"/>
                  <a:pt x="2934384" y="125492"/>
                  <a:pt x="2933979" y="125897"/>
                </a:cubicBezTo>
                <a:lnTo>
                  <a:pt x="2931550" y="130350"/>
                </a:lnTo>
                <a:cubicBezTo>
                  <a:pt x="2931145" y="130755"/>
                  <a:pt x="2930740" y="130755"/>
                  <a:pt x="2930336" y="130755"/>
                </a:cubicBezTo>
                <a:lnTo>
                  <a:pt x="2925073" y="130755"/>
                </a:lnTo>
                <a:cubicBezTo>
                  <a:pt x="2924668" y="130755"/>
                  <a:pt x="2924263" y="130755"/>
                  <a:pt x="2923859" y="130350"/>
                </a:cubicBezTo>
                <a:lnTo>
                  <a:pt x="2921430" y="125897"/>
                </a:lnTo>
                <a:cubicBezTo>
                  <a:pt x="2921025" y="125492"/>
                  <a:pt x="2921025" y="125088"/>
                  <a:pt x="2921430" y="124683"/>
                </a:cubicBezTo>
                <a:lnTo>
                  <a:pt x="2923859" y="120230"/>
                </a:lnTo>
                <a:cubicBezTo>
                  <a:pt x="2924263" y="120230"/>
                  <a:pt x="2924668" y="119825"/>
                  <a:pt x="2925073" y="119825"/>
                </a:cubicBezTo>
                <a:close/>
                <a:moveTo>
                  <a:pt x="2722666" y="119825"/>
                </a:moveTo>
                <a:lnTo>
                  <a:pt x="2727928" y="119825"/>
                </a:lnTo>
                <a:cubicBezTo>
                  <a:pt x="2728333" y="119825"/>
                  <a:pt x="2728738" y="119825"/>
                  <a:pt x="2729143" y="120230"/>
                </a:cubicBezTo>
                <a:lnTo>
                  <a:pt x="2731977" y="124683"/>
                </a:lnTo>
                <a:cubicBezTo>
                  <a:pt x="2732381" y="125088"/>
                  <a:pt x="2732381" y="125492"/>
                  <a:pt x="2731977" y="125897"/>
                </a:cubicBezTo>
                <a:lnTo>
                  <a:pt x="2729143" y="130350"/>
                </a:lnTo>
                <a:cubicBezTo>
                  <a:pt x="2729143" y="130755"/>
                  <a:pt x="2728738" y="130755"/>
                  <a:pt x="2727928" y="130755"/>
                </a:cubicBezTo>
                <a:lnTo>
                  <a:pt x="2722666" y="130755"/>
                </a:lnTo>
                <a:cubicBezTo>
                  <a:pt x="2722261" y="130755"/>
                  <a:pt x="2721856" y="130755"/>
                  <a:pt x="2721452" y="130350"/>
                </a:cubicBezTo>
                <a:lnTo>
                  <a:pt x="2718618" y="125897"/>
                </a:lnTo>
                <a:cubicBezTo>
                  <a:pt x="2718213" y="125492"/>
                  <a:pt x="2718213" y="125088"/>
                  <a:pt x="2718618" y="124683"/>
                </a:cubicBezTo>
                <a:lnTo>
                  <a:pt x="2721452" y="120230"/>
                </a:lnTo>
                <a:cubicBezTo>
                  <a:pt x="2721856" y="120230"/>
                  <a:pt x="2722261" y="119825"/>
                  <a:pt x="2722666" y="119825"/>
                </a:cubicBezTo>
                <a:close/>
                <a:moveTo>
                  <a:pt x="2560742" y="119420"/>
                </a:moveTo>
                <a:lnTo>
                  <a:pt x="2566004" y="119420"/>
                </a:lnTo>
                <a:cubicBezTo>
                  <a:pt x="2566409" y="119420"/>
                  <a:pt x="2566814" y="119825"/>
                  <a:pt x="2567219" y="120230"/>
                </a:cubicBezTo>
                <a:lnTo>
                  <a:pt x="2570052" y="124683"/>
                </a:lnTo>
                <a:cubicBezTo>
                  <a:pt x="2570457" y="125087"/>
                  <a:pt x="2570457" y="125492"/>
                  <a:pt x="2570052" y="125897"/>
                </a:cubicBezTo>
                <a:lnTo>
                  <a:pt x="2567219" y="130350"/>
                </a:lnTo>
                <a:cubicBezTo>
                  <a:pt x="2567219" y="130755"/>
                  <a:pt x="2566814" y="130755"/>
                  <a:pt x="2566004" y="130755"/>
                </a:cubicBezTo>
                <a:lnTo>
                  <a:pt x="2560742" y="130755"/>
                </a:lnTo>
                <a:cubicBezTo>
                  <a:pt x="2560337" y="130755"/>
                  <a:pt x="2559932" y="130755"/>
                  <a:pt x="2559527" y="130350"/>
                </a:cubicBezTo>
                <a:lnTo>
                  <a:pt x="2556694" y="125897"/>
                </a:lnTo>
                <a:cubicBezTo>
                  <a:pt x="2556289" y="125492"/>
                  <a:pt x="2556289" y="125087"/>
                  <a:pt x="2556694" y="124683"/>
                </a:cubicBezTo>
                <a:lnTo>
                  <a:pt x="2559527" y="120230"/>
                </a:lnTo>
                <a:cubicBezTo>
                  <a:pt x="2559932" y="119825"/>
                  <a:pt x="2560337" y="119420"/>
                  <a:pt x="2560742" y="119420"/>
                </a:cubicBezTo>
                <a:close/>
                <a:moveTo>
                  <a:pt x="2479375" y="119015"/>
                </a:moveTo>
                <a:lnTo>
                  <a:pt x="2485447" y="119015"/>
                </a:lnTo>
                <a:cubicBezTo>
                  <a:pt x="2485852" y="119015"/>
                  <a:pt x="2486256" y="119015"/>
                  <a:pt x="2486661" y="119420"/>
                </a:cubicBezTo>
                <a:lnTo>
                  <a:pt x="2489900" y="124682"/>
                </a:lnTo>
                <a:cubicBezTo>
                  <a:pt x="2490304" y="125087"/>
                  <a:pt x="2490304" y="125492"/>
                  <a:pt x="2489900" y="125897"/>
                </a:cubicBezTo>
                <a:lnTo>
                  <a:pt x="2486661" y="131159"/>
                </a:lnTo>
                <a:cubicBezTo>
                  <a:pt x="2486661" y="131564"/>
                  <a:pt x="2486256" y="131564"/>
                  <a:pt x="2485447" y="131564"/>
                </a:cubicBezTo>
                <a:lnTo>
                  <a:pt x="2479375" y="131564"/>
                </a:lnTo>
                <a:cubicBezTo>
                  <a:pt x="2478970" y="131564"/>
                  <a:pt x="2478565" y="131564"/>
                  <a:pt x="2478160" y="131159"/>
                </a:cubicBezTo>
                <a:lnTo>
                  <a:pt x="2474922" y="125897"/>
                </a:lnTo>
                <a:cubicBezTo>
                  <a:pt x="2474517" y="125492"/>
                  <a:pt x="2474517" y="125087"/>
                  <a:pt x="2474922" y="124682"/>
                </a:cubicBezTo>
                <a:lnTo>
                  <a:pt x="2478160" y="119420"/>
                </a:lnTo>
                <a:cubicBezTo>
                  <a:pt x="2478565" y="119420"/>
                  <a:pt x="2478970" y="119015"/>
                  <a:pt x="2479375" y="119015"/>
                </a:cubicBezTo>
                <a:close/>
                <a:moveTo>
                  <a:pt x="2682185" y="118610"/>
                </a:moveTo>
                <a:lnTo>
                  <a:pt x="2687852" y="118610"/>
                </a:lnTo>
                <a:cubicBezTo>
                  <a:pt x="2688257" y="118610"/>
                  <a:pt x="2688662" y="118610"/>
                  <a:pt x="2689067" y="119015"/>
                </a:cubicBezTo>
                <a:lnTo>
                  <a:pt x="2691900" y="124277"/>
                </a:lnTo>
                <a:cubicBezTo>
                  <a:pt x="2692305" y="124682"/>
                  <a:pt x="2692305" y="125087"/>
                  <a:pt x="2691900" y="125492"/>
                </a:cubicBezTo>
                <a:lnTo>
                  <a:pt x="2689067" y="130754"/>
                </a:lnTo>
                <a:cubicBezTo>
                  <a:pt x="2688662" y="131159"/>
                  <a:pt x="2688257" y="131564"/>
                  <a:pt x="2687852" y="131159"/>
                </a:cubicBezTo>
                <a:lnTo>
                  <a:pt x="2682185" y="131159"/>
                </a:lnTo>
                <a:cubicBezTo>
                  <a:pt x="2681780" y="131159"/>
                  <a:pt x="2681375" y="131159"/>
                  <a:pt x="2680971" y="130754"/>
                </a:cubicBezTo>
                <a:lnTo>
                  <a:pt x="2678137" y="125492"/>
                </a:lnTo>
                <a:cubicBezTo>
                  <a:pt x="2677732" y="125087"/>
                  <a:pt x="2677732" y="124682"/>
                  <a:pt x="2678137" y="124277"/>
                </a:cubicBezTo>
                <a:lnTo>
                  <a:pt x="2680971" y="119015"/>
                </a:lnTo>
                <a:cubicBezTo>
                  <a:pt x="2681375" y="119015"/>
                  <a:pt x="2681780" y="118610"/>
                  <a:pt x="2682185" y="118610"/>
                </a:cubicBezTo>
                <a:close/>
                <a:moveTo>
                  <a:pt x="2641299" y="118610"/>
                </a:moveTo>
                <a:lnTo>
                  <a:pt x="2647371" y="118610"/>
                </a:lnTo>
                <a:cubicBezTo>
                  <a:pt x="2647776" y="118610"/>
                  <a:pt x="2648180" y="118610"/>
                  <a:pt x="2648585" y="119015"/>
                </a:cubicBezTo>
                <a:lnTo>
                  <a:pt x="2651419" y="124277"/>
                </a:lnTo>
                <a:cubicBezTo>
                  <a:pt x="2651824" y="124682"/>
                  <a:pt x="2651824" y="125087"/>
                  <a:pt x="2651419" y="125492"/>
                </a:cubicBezTo>
                <a:lnTo>
                  <a:pt x="2648585" y="130754"/>
                </a:lnTo>
                <a:cubicBezTo>
                  <a:pt x="2648180" y="131159"/>
                  <a:pt x="2647776" y="131564"/>
                  <a:pt x="2647371" y="131159"/>
                </a:cubicBezTo>
                <a:lnTo>
                  <a:pt x="2641299" y="131159"/>
                </a:lnTo>
                <a:cubicBezTo>
                  <a:pt x="2640894" y="131159"/>
                  <a:pt x="2640489" y="131159"/>
                  <a:pt x="2640084" y="130754"/>
                </a:cubicBezTo>
                <a:lnTo>
                  <a:pt x="2637251" y="125492"/>
                </a:lnTo>
                <a:cubicBezTo>
                  <a:pt x="2636846" y="125087"/>
                  <a:pt x="2636846" y="124682"/>
                  <a:pt x="2637251" y="124277"/>
                </a:cubicBezTo>
                <a:lnTo>
                  <a:pt x="2640084" y="119015"/>
                </a:lnTo>
                <a:cubicBezTo>
                  <a:pt x="2640489" y="119015"/>
                  <a:pt x="2640894" y="118610"/>
                  <a:pt x="2641299" y="118610"/>
                </a:cubicBezTo>
                <a:close/>
                <a:moveTo>
                  <a:pt x="2600818" y="118610"/>
                </a:moveTo>
                <a:lnTo>
                  <a:pt x="2606890" y="118610"/>
                </a:lnTo>
                <a:cubicBezTo>
                  <a:pt x="2607295" y="118610"/>
                  <a:pt x="2607699" y="118610"/>
                  <a:pt x="2608104" y="119015"/>
                </a:cubicBezTo>
                <a:lnTo>
                  <a:pt x="2610938" y="124277"/>
                </a:lnTo>
                <a:cubicBezTo>
                  <a:pt x="2611343" y="124682"/>
                  <a:pt x="2611343" y="125087"/>
                  <a:pt x="2610938" y="125492"/>
                </a:cubicBezTo>
                <a:lnTo>
                  <a:pt x="2608104" y="130754"/>
                </a:lnTo>
                <a:cubicBezTo>
                  <a:pt x="2607699" y="131159"/>
                  <a:pt x="2607295" y="131564"/>
                  <a:pt x="2606890" y="131159"/>
                </a:cubicBezTo>
                <a:lnTo>
                  <a:pt x="2600818" y="131159"/>
                </a:lnTo>
                <a:cubicBezTo>
                  <a:pt x="2600413" y="131159"/>
                  <a:pt x="2600008" y="131159"/>
                  <a:pt x="2599603" y="130754"/>
                </a:cubicBezTo>
                <a:lnTo>
                  <a:pt x="2596770" y="125492"/>
                </a:lnTo>
                <a:cubicBezTo>
                  <a:pt x="2596365" y="125087"/>
                  <a:pt x="2596365" y="124682"/>
                  <a:pt x="2596770" y="124277"/>
                </a:cubicBezTo>
                <a:lnTo>
                  <a:pt x="2599603" y="119015"/>
                </a:lnTo>
                <a:cubicBezTo>
                  <a:pt x="2600008" y="119015"/>
                  <a:pt x="2600413" y="118610"/>
                  <a:pt x="2600818" y="118610"/>
                </a:cubicBezTo>
                <a:close/>
                <a:moveTo>
                  <a:pt x="2519451" y="118205"/>
                </a:moveTo>
                <a:lnTo>
                  <a:pt x="2525928" y="118205"/>
                </a:lnTo>
                <a:cubicBezTo>
                  <a:pt x="2526332" y="118205"/>
                  <a:pt x="2526737" y="118205"/>
                  <a:pt x="2527142" y="118610"/>
                </a:cubicBezTo>
                <a:lnTo>
                  <a:pt x="2530381" y="124277"/>
                </a:lnTo>
                <a:cubicBezTo>
                  <a:pt x="2530785" y="124682"/>
                  <a:pt x="2530785" y="125087"/>
                  <a:pt x="2530381" y="125492"/>
                </a:cubicBezTo>
                <a:lnTo>
                  <a:pt x="2527142" y="131159"/>
                </a:lnTo>
                <a:cubicBezTo>
                  <a:pt x="2527142" y="131564"/>
                  <a:pt x="2526737" y="131969"/>
                  <a:pt x="2525928" y="131564"/>
                </a:cubicBezTo>
                <a:lnTo>
                  <a:pt x="2519451" y="131564"/>
                </a:lnTo>
                <a:cubicBezTo>
                  <a:pt x="2519046" y="131564"/>
                  <a:pt x="2518641" y="131564"/>
                  <a:pt x="2518236" y="131159"/>
                </a:cubicBezTo>
                <a:lnTo>
                  <a:pt x="2514998" y="125492"/>
                </a:lnTo>
                <a:cubicBezTo>
                  <a:pt x="2514593" y="125087"/>
                  <a:pt x="2514593" y="124682"/>
                  <a:pt x="2514998" y="124277"/>
                </a:cubicBezTo>
                <a:lnTo>
                  <a:pt x="2518236" y="118610"/>
                </a:lnTo>
                <a:cubicBezTo>
                  <a:pt x="2518641" y="118610"/>
                  <a:pt x="2519046" y="118205"/>
                  <a:pt x="2519451" y="118205"/>
                </a:cubicBezTo>
                <a:close/>
                <a:moveTo>
                  <a:pt x="2438893" y="117800"/>
                </a:moveTo>
                <a:lnTo>
                  <a:pt x="2445370" y="117800"/>
                </a:lnTo>
                <a:cubicBezTo>
                  <a:pt x="2445774" y="117800"/>
                  <a:pt x="2446179" y="118205"/>
                  <a:pt x="2446584" y="118610"/>
                </a:cubicBezTo>
                <a:lnTo>
                  <a:pt x="2449822" y="124277"/>
                </a:lnTo>
                <a:cubicBezTo>
                  <a:pt x="2450227" y="124682"/>
                  <a:pt x="2450227" y="125087"/>
                  <a:pt x="2449822" y="125491"/>
                </a:cubicBezTo>
                <a:lnTo>
                  <a:pt x="2446584" y="131159"/>
                </a:lnTo>
                <a:cubicBezTo>
                  <a:pt x="2446179" y="131564"/>
                  <a:pt x="2445774" y="131968"/>
                  <a:pt x="2445370" y="131968"/>
                </a:cubicBezTo>
                <a:lnTo>
                  <a:pt x="2438893" y="131968"/>
                </a:lnTo>
                <a:cubicBezTo>
                  <a:pt x="2438488" y="131968"/>
                  <a:pt x="2438083" y="131564"/>
                  <a:pt x="2437678" y="131159"/>
                </a:cubicBezTo>
                <a:lnTo>
                  <a:pt x="2434440" y="125491"/>
                </a:lnTo>
                <a:cubicBezTo>
                  <a:pt x="2434035" y="125087"/>
                  <a:pt x="2434035" y="124682"/>
                  <a:pt x="2434440" y="124277"/>
                </a:cubicBezTo>
                <a:lnTo>
                  <a:pt x="2437678" y="118610"/>
                </a:lnTo>
                <a:cubicBezTo>
                  <a:pt x="2438083" y="118205"/>
                  <a:pt x="2438488" y="117800"/>
                  <a:pt x="2438893" y="117800"/>
                </a:cubicBezTo>
                <a:close/>
                <a:moveTo>
                  <a:pt x="3573582" y="81772"/>
                </a:moveTo>
                <a:lnTo>
                  <a:pt x="3577226" y="81772"/>
                </a:lnTo>
                <a:lnTo>
                  <a:pt x="3578845" y="84606"/>
                </a:lnTo>
                <a:lnTo>
                  <a:pt x="3577226" y="87439"/>
                </a:lnTo>
                <a:lnTo>
                  <a:pt x="3573582" y="87439"/>
                </a:lnTo>
                <a:lnTo>
                  <a:pt x="3571963" y="84606"/>
                </a:lnTo>
                <a:close/>
                <a:moveTo>
                  <a:pt x="3533101" y="81772"/>
                </a:moveTo>
                <a:lnTo>
                  <a:pt x="3536745" y="81772"/>
                </a:lnTo>
                <a:lnTo>
                  <a:pt x="3538364" y="84606"/>
                </a:lnTo>
                <a:lnTo>
                  <a:pt x="3536745" y="87439"/>
                </a:lnTo>
                <a:lnTo>
                  <a:pt x="3533101" y="87439"/>
                </a:lnTo>
                <a:lnTo>
                  <a:pt x="3531482" y="84606"/>
                </a:lnTo>
                <a:close/>
                <a:moveTo>
                  <a:pt x="3493024" y="81772"/>
                </a:moveTo>
                <a:lnTo>
                  <a:pt x="3496263" y="81772"/>
                </a:lnTo>
                <a:lnTo>
                  <a:pt x="3497882" y="84606"/>
                </a:lnTo>
                <a:lnTo>
                  <a:pt x="3496263" y="87439"/>
                </a:lnTo>
                <a:lnTo>
                  <a:pt x="3493024" y="87439"/>
                </a:lnTo>
                <a:lnTo>
                  <a:pt x="3491405" y="84606"/>
                </a:lnTo>
                <a:close/>
                <a:moveTo>
                  <a:pt x="3452138" y="81772"/>
                </a:moveTo>
                <a:lnTo>
                  <a:pt x="3455782" y="81772"/>
                </a:lnTo>
                <a:lnTo>
                  <a:pt x="3457401" y="84606"/>
                </a:lnTo>
                <a:lnTo>
                  <a:pt x="3455782" y="87439"/>
                </a:lnTo>
                <a:lnTo>
                  <a:pt x="3452138" y="87439"/>
                </a:lnTo>
                <a:lnTo>
                  <a:pt x="3450519" y="84606"/>
                </a:lnTo>
                <a:close/>
                <a:moveTo>
                  <a:pt x="3412062" y="81772"/>
                </a:moveTo>
                <a:lnTo>
                  <a:pt x="3415301" y="81772"/>
                </a:lnTo>
                <a:lnTo>
                  <a:pt x="3416920" y="84606"/>
                </a:lnTo>
                <a:lnTo>
                  <a:pt x="3415301" y="87439"/>
                </a:lnTo>
                <a:lnTo>
                  <a:pt x="3412062" y="87439"/>
                </a:lnTo>
                <a:lnTo>
                  <a:pt x="3410443" y="84606"/>
                </a:lnTo>
                <a:close/>
                <a:moveTo>
                  <a:pt x="3371176" y="81772"/>
                </a:moveTo>
                <a:lnTo>
                  <a:pt x="3374820" y="81772"/>
                </a:lnTo>
                <a:lnTo>
                  <a:pt x="3376439" y="84606"/>
                </a:lnTo>
                <a:lnTo>
                  <a:pt x="3374820" y="87439"/>
                </a:lnTo>
                <a:lnTo>
                  <a:pt x="3371176" y="87439"/>
                </a:lnTo>
                <a:lnTo>
                  <a:pt x="3369557" y="84606"/>
                </a:lnTo>
                <a:close/>
                <a:moveTo>
                  <a:pt x="3331099" y="81772"/>
                </a:moveTo>
                <a:lnTo>
                  <a:pt x="3334338" y="81772"/>
                </a:lnTo>
                <a:lnTo>
                  <a:pt x="3335957" y="84606"/>
                </a:lnTo>
                <a:lnTo>
                  <a:pt x="3334338" y="87439"/>
                </a:lnTo>
                <a:lnTo>
                  <a:pt x="3331099" y="87439"/>
                </a:lnTo>
                <a:lnTo>
                  <a:pt x="3329480" y="84606"/>
                </a:lnTo>
                <a:close/>
                <a:moveTo>
                  <a:pt x="3290618" y="81772"/>
                </a:moveTo>
                <a:lnTo>
                  <a:pt x="3293857" y="81772"/>
                </a:lnTo>
                <a:lnTo>
                  <a:pt x="3295476" y="84606"/>
                </a:lnTo>
                <a:lnTo>
                  <a:pt x="3293857" y="87439"/>
                </a:lnTo>
                <a:lnTo>
                  <a:pt x="3290618" y="87439"/>
                </a:lnTo>
                <a:lnTo>
                  <a:pt x="3288999" y="84606"/>
                </a:lnTo>
                <a:close/>
                <a:moveTo>
                  <a:pt x="3250137" y="81772"/>
                </a:moveTo>
                <a:lnTo>
                  <a:pt x="3253376" y="81772"/>
                </a:lnTo>
                <a:lnTo>
                  <a:pt x="3254995" y="84606"/>
                </a:lnTo>
                <a:lnTo>
                  <a:pt x="3253376" y="87439"/>
                </a:lnTo>
                <a:lnTo>
                  <a:pt x="3250137" y="87439"/>
                </a:lnTo>
                <a:lnTo>
                  <a:pt x="3248518" y="84606"/>
                </a:lnTo>
                <a:close/>
                <a:moveTo>
                  <a:pt x="3088212" y="81772"/>
                </a:moveTo>
                <a:lnTo>
                  <a:pt x="3091451" y="81772"/>
                </a:lnTo>
                <a:lnTo>
                  <a:pt x="3093070" y="84606"/>
                </a:lnTo>
                <a:lnTo>
                  <a:pt x="3091451" y="87439"/>
                </a:lnTo>
                <a:lnTo>
                  <a:pt x="3088212" y="87439"/>
                </a:lnTo>
                <a:lnTo>
                  <a:pt x="3086593" y="84606"/>
                </a:lnTo>
                <a:close/>
                <a:moveTo>
                  <a:pt x="3209251" y="81367"/>
                </a:moveTo>
                <a:lnTo>
                  <a:pt x="3212895" y="81367"/>
                </a:lnTo>
                <a:lnTo>
                  <a:pt x="3214514" y="84606"/>
                </a:lnTo>
                <a:lnTo>
                  <a:pt x="3212895" y="87844"/>
                </a:lnTo>
                <a:lnTo>
                  <a:pt x="3209251" y="87844"/>
                </a:lnTo>
                <a:lnTo>
                  <a:pt x="3207632" y="84606"/>
                </a:lnTo>
                <a:close/>
                <a:moveTo>
                  <a:pt x="3169174" y="81367"/>
                </a:moveTo>
                <a:lnTo>
                  <a:pt x="3172817" y="81367"/>
                </a:lnTo>
                <a:lnTo>
                  <a:pt x="3174842" y="84606"/>
                </a:lnTo>
                <a:lnTo>
                  <a:pt x="3172817" y="87844"/>
                </a:lnTo>
                <a:lnTo>
                  <a:pt x="3169174" y="87844"/>
                </a:lnTo>
                <a:lnTo>
                  <a:pt x="3167150" y="84606"/>
                </a:lnTo>
                <a:close/>
                <a:moveTo>
                  <a:pt x="3128693" y="81367"/>
                </a:moveTo>
                <a:lnTo>
                  <a:pt x="3132336" y="81367"/>
                </a:lnTo>
                <a:lnTo>
                  <a:pt x="3134361" y="84606"/>
                </a:lnTo>
                <a:lnTo>
                  <a:pt x="3132336" y="87844"/>
                </a:lnTo>
                <a:lnTo>
                  <a:pt x="3128693" y="87844"/>
                </a:lnTo>
                <a:lnTo>
                  <a:pt x="3126669" y="84606"/>
                </a:lnTo>
                <a:close/>
                <a:moveTo>
                  <a:pt x="3046921" y="80963"/>
                </a:moveTo>
                <a:lnTo>
                  <a:pt x="3051374" y="80963"/>
                </a:lnTo>
                <a:lnTo>
                  <a:pt x="3053398" y="84606"/>
                </a:lnTo>
                <a:lnTo>
                  <a:pt x="3051374" y="88250"/>
                </a:lnTo>
                <a:lnTo>
                  <a:pt x="3046921" y="88250"/>
                </a:lnTo>
                <a:lnTo>
                  <a:pt x="3044897" y="84606"/>
                </a:lnTo>
                <a:close/>
                <a:moveTo>
                  <a:pt x="3006440" y="80963"/>
                </a:moveTo>
                <a:lnTo>
                  <a:pt x="3010893" y="80963"/>
                </a:lnTo>
                <a:lnTo>
                  <a:pt x="3012917" y="84606"/>
                </a:lnTo>
                <a:lnTo>
                  <a:pt x="3010893" y="88250"/>
                </a:lnTo>
                <a:lnTo>
                  <a:pt x="3006440" y="88250"/>
                </a:lnTo>
                <a:lnTo>
                  <a:pt x="3004416" y="84606"/>
                </a:lnTo>
                <a:close/>
                <a:moveTo>
                  <a:pt x="2845324" y="80963"/>
                </a:moveTo>
                <a:lnTo>
                  <a:pt x="2848563" y="80963"/>
                </a:lnTo>
                <a:cubicBezTo>
                  <a:pt x="2848968" y="80963"/>
                  <a:pt x="2849373" y="80963"/>
                  <a:pt x="2849777" y="81368"/>
                </a:cubicBezTo>
                <a:lnTo>
                  <a:pt x="2851397" y="84202"/>
                </a:lnTo>
                <a:cubicBezTo>
                  <a:pt x="2851801" y="84606"/>
                  <a:pt x="2851801" y="85011"/>
                  <a:pt x="2851397" y="85416"/>
                </a:cubicBezTo>
                <a:lnTo>
                  <a:pt x="2849777" y="88250"/>
                </a:lnTo>
                <a:cubicBezTo>
                  <a:pt x="2849373" y="88654"/>
                  <a:pt x="2848968" y="88654"/>
                  <a:pt x="2848563" y="88654"/>
                </a:cubicBezTo>
                <a:lnTo>
                  <a:pt x="2845324" y="88654"/>
                </a:lnTo>
                <a:cubicBezTo>
                  <a:pt x="2844920" y="88654"/>
                  <a:pt x="2844515" y="88654"/>
                  <a:pt x="2844110" y="88250"/>
                </a:cubicBezTo>
                <a:lnTo>
                  <a:pt x="2842491" y="85416"/>
                </a:lnTo>
                <a:cubicBezTo>
                  <a:pt x="2842086" y="85011"/>
                  <a:pt x="2842086" y="84606"/>
                  <a:pt x="2842491" y="84202"/>
                </a:cubicBezTo>
                <a:lnTo>
                  <a:pt x="2844110" y="81368"/>
                </a:lnTo>
                <a:cubicBezTo>
                  <a:pt x="2844515" y="81368"/>
                  <a:pt x="2844920" y="80963"/>
                  <a:pt x="2845324" y="80963"/>
                </a:cubicBezTo>
                <a:close/>
                <a:moveTo>
                  <a:pt x="2804034" y="80963"/>
                </a:moveTo>
                <a:lnTo>
                  <a:pt x="2808487" y="80963"/>
                </a:lnTo>
                <a:lnTo>
                  <a:pt x="2810511" y="84606"/>
                </a:lnTo>
                <a:lnTo>
                  <a:pt x="2808487" y="88250"/>
                </a:lnTo>
                <a:lnTo>
                  <a:pt x="2804034" y="88250"/>
                </a:lnTo>
                <a:lnTo>
                  <a:pt x="2802010" y="84606"/>
                </a:lnTo>
                <a:close/>
                <a:moveTo>
                  <a:pt x="2965959" y="80558"/>
                </a:moveTo>
                <a:lnTo>
                  <a:pt x="2970007" y="80558"/>
                </a:lnTo>
                <a:cubicBezTo>
                  <a:pt x="2970412" y="80558"/>
                  <a:pt x="2970817" y="80558"/>
                  <a:pt x="2971221" y="80963"/>
                </a:cubicBezTo>
                <a:lnTo>
                  <a:pt x="2973246" y="84201"/>
                </a:lnTo>
                <a:cubicBezTo>
                  <a:pt x="2973650" y="84606"/>
                  <a:pt x="2973650" y="85011"/>
                  <a:pt x="2973246" y="85416"/>
                </a:cubicBezTo>
                <a:lnTo>
                  <a:pt x="2971221" y="88654"/>
                </a:lnTo>
                <a:cubicBezTo>
                  <a:pt x="2971221" y="89059"/>
                  <a:pt x="2970817" y="89059"/>
                  <a:pt x="2970007" y="89059"/>
                </a:cubicBezTo>
                <a:lnTo>
                  <a:pt x="2965959" y="89059"/>
                </a:lnTo>
                <a:cubicBezTo>
                  <a:pt x="2965554" y="89059"/>
                  <a:pt x="2965149" y="89059"/>
                  <a:pt x="2964745" y="88654"/>
                </a:cubicBezTo>
                <a:lnTo>
                  <a:pt x="2962721" y="85416"/>
                </a:lnTo>
                <a:cubicBezTo>
                  <a:pt x="2962316" y="85011"/>
                  <a:pt x="2962316" y="84606"/>
                  <a:pt x="2962721" y="84201"/>
                </a:cubicBezTo>
                <a:lnTo>
                  <a:pt x="2964745" y="80963"/>
                </a:lnTo>
                <a:cubicBezTo>
                  <a:pt x="2965149" y="80963"/>
                  <a:pt x="2965554" y="80558"/>
                  <a:pt x="2965959" y="80558"/>
                </a:cubicBezTo>
                <a:close/>
                <a:moveTo>
                  <a:pt x="2925882" y="80558"/>
                </a:moveTo>
                <a:lnTo>
                  <a:pt x="2929526" y="80558"/>
                </a:lnTo>
                <a:cubicBezTo>
                  <a:pt x="2929930" y="80558"/>
                  <a:pt x="2930335" y="80558"/>
                  <a:pt x="2930740" y="80963"/>
                </a:cubicBezTo>
                <a:lnTo>
                  <a:pt x="2932764" y="84201"/>
                </a:lnTo>
                <a:cubicBezTo>
                  <a:pt x="2933169" y="84606"/>
                  <a:pt x="2933169" y="85011"/>
                  <a:pt x="2932764" y="85416"/>
                </a:cubicBezTo>
                <a:lnTo>
                  <a:pt x="2930740" y="88654"/>
                </a:lnTo>
                <a:cubicBezTo>
                  <a:pt x="2930740" y="89059"/>
                  <a:pt x="2930335" y="89059"/>
                  <a:pt x="2929526" y="89059"/>
                </a:cubicBezTo>
                <a:lnTo>
                  <a:pt x="2925882" y="89059"/>
                </a:lnTo>
                <a:cubicBezTo>
                  <a:pt x="2925478" y="89059"/>
                  <a:pt x="2925072" y="89059"/>
                  <a:pt x="2924668" y="88654"/>
                </a:cubicBezTo>
                <a:lnTo>
                  <a:pt x="2922644" y="85416"/>
                </a:lnTo>
                <a:cubicBezTo>
                  <a:pt x="2922239" y="85011"/>
                  <a:pt x="2922239" y="84606"/>
                  <a:pt x="2922644" y="84201"/>
                </a:cubicBezTo>
                <a:lnTo>
                  <a:pt x="2924668" y="80963"/>
                </a:lnTo>
                <a:cubicBezTo>
                  <a:pt x="2925072" y="80963"/>
                  <a:pt x="2925478" y="80558"/>
                  <a:pt x="2925882" y="80558"/>
                </a:cubicBezTo>
                <a:close/>
                <a:moveTo>
                  <a:pt x="2884996" y="80558"/>
                </a:moveTo>
                <a:lnTo>
                  <a:pt x="2889044" y="80558"/>
                </a:lnTo>
                <a:cubicBezTo>
                  <a:pt x="2889449" y="80558"/>
                  <a:pt x="2889854" y="80558"/>
                  <a:pt x="2890258" y="80963"/>
                </a:cubicBezTo>
                <a:lnTo>
                  <a:pt x="2892283" y="84201"/>
                </a:lnTo>
                <a:cubicBezTo>
                  <a:pt x="2892687" y="84606"/>
                  <a:pt x="2892687" y="85011"/>
                  <a:pt x="2892283" y="85416"/>
                </a:cubicBezTo>
                <a:lnTo>
                  <a:pt x="2890258" y="88654"/>
                </a:lnTo>
                <a:cubicBezTo>
                  <a:pt x="2890258" y="89059"/>
                  <a:pt x="2889854" y="89059"/>
                  <a:pt x="2889044" y="89059"/>
                </a:cubicBezTo>
                <a:lnTo>
                  <a:pt x="2884996" y="89059"/>
                </a:lnTo>
                <a:cubicBezTo>
                  <a:pt x="2884591" y="89059"/>
                  <a:pt x="2884186" y="89059"/>
                  <a:pt x="2883782" y="88654"/>
                </a:cubicBezTo>
                <a:lnTo>
                  <a:pt x="2881758" y="85416"/>
                </a:lnTo>
                <a:cubicBezTo>
                  <a:pt x="2881353" y="85011"/>
                  <a:pt x="2881353" y="84606"/>
                  <a:pt x="2881758" y="84201"/>
                </a:cubicBezTo>
                <a:lnTo>
                  <a:pt x="2883782" y="80963"/>
                </a:lnTo>
                <a:cubicBezTo>
                  <a:pt x="2884186" y="80963"/>
                  <a:pt x="2884591" y="80558"/>
                  <a:pt x="2884996" y="80558"/>
                </a:cubicBezTo>
                <a:close/>
                <a:moveTo>
                  <a:pt x="2723476" y="80558"/>
                </a:moveTo>
                <a:lnTo>
                  <a:pt x="2727120" y="80558"/>
                </a:lnTo>
                <a:cubicBezTo>
                  <a:pt x="2727524" y="80558"/>
                  <a:pt x="2727929" y="80558"/>
                  <a:pt x="2728334" y="80963"/>
                </a:cubicBezTo>
                <a:lnTo>
                  <a:pt x="2730358" y="84201"/>
                </a:lnTo>
                <a:cubicBezTo>
                  <a:pt x="2730763" y="84606"/>
                  <a:pt x="2730763" y="85011"/>
                  <a:pt x="2730358" y="85416"/>
                </a:cubicBezTo>
                <a:lnTo>
                  <a:pt x="2728334" y="88654"/>
                </a:lnTo>
                <a:cubicBezTo>
                  <a:pt x="2728334" y="89059"/>
                  <a:pt x="2727929" y="89059"/>
                  <a:pt x="2727120" y="89059"/>
                </a:cubicBezTo>
                <a:lnTo>
                  <a:pt x="2723476" y="89059"/>
                </a:lnTo>
                <a:cubicBezTo>
                  <a:pt x="2723072" y="89059"/>
                  <a:pt x="2722666" y="89059"/>
                  <a:pt x="2722262" y="88654"/>
                </a:cubicBezTo>
                <a:lnTo>
                  <a:pt x="2720238" y="85416"/>
                </a:lnTo>
                <a:cubicBezTo>
                  <a:pt x="2719833" y="85011"/>
                  <a:pt x="2719833" y="84606"/>
                  <a:pt x="2720238" y="84201"/>
                </a:cubicBezTo>
                <a:lnTo>
                  <a:pt x="2722262" y="80963"/>
                </a:lnTo>
                <a:cubicBezTo>
                  <a:pt x="2722666" y="80963"/>
                  <a:pt x="2723072" y="80558"/>
                  <a:pt x="2723476" y="80558"/>
                </a:cubicBezTo>
                <a:close/>
                <a:moveTo>
                  <a:pt x="2521070" y="80558"/>
                </a:moveTo>
                <a:lnTo>
                  <a:pt x="2524713" y="80558"/>
                </a:lnTo>
                <a:cubicBezTo>
                  <a:pt x="2525118" y="80558"/>
                  <a:pt x="2525523" y="80558"/>
                  <a:pt x="2525928" y="80963"/>
                </a:cubicBezTo>
                <a:lnTo>
                  <a:pt x="2527952" y="84201"/>
                </a:lnTo>
                <a:cubicBezTo>
                  <a:pt x="2528357" y="84606"/>
                  <a:pt x="2528357" y="85011"/>
                  <a:pt x="2527952" y="85416"/>
                </a:cubicBezTo>
                <a:lnTo>
                  <a:pt x="2525928" y="88654"/>
                </a:lnTo>
                <a:cubicBezTo>
                  <a:pt x="2525928" y="89059"/>
                  <a:pt x="2525523" y="89059"/>
                  <a:pt x="2524713" y="89059"/>
                </a:cubicBezTo>
                <a:lnTo>
                  <a:pt x="2521070" y="89059"/>
                </a:lnTo>
                <a:cubicBezTo>
                  <a:pt x="2520665" y="89059"/>
                  <a:pt x="2520260" y="89059"/>
                  <a:pt x="2519856" y="88654"/>
                </a:cubicBezTo>
                <a:lnTo>
                  <a:pt x="2517832" y="85416"/>
                </a:lnTo>
                <a:cubicBezTo>
                  <a:pt x="2517427" y="85011"/>
                  <a:pt x="2517427" y="84606"/>
                  <a:pt x="2517832" y="84201"/>
                </a:cubicBezTo>
                <a:lnTo>
                  <a:pt x="2519856" y="80963"/>
                </a:lnTo>
                <a:cubicBezTo>
                  <a:pt x="2520260" y="80963"/>
                  <a:pt x="2520665" y="80558"/>
                  <a:pt x="2521070" y="80558"/>
                </a:cubicBezTo>
                <a:close/>
                <a:moveTo>
                  <a:pt x="2763957" y="80153"/>
                </a:moveTo>
                <a:lnTo>
                  <a:pt x="2767601" y="80153"/>
                </a:lnTo>
                <a:cubicBezTo>
                  <a:pt x="2768005" y="80153"/>
                  <a:pt x="2768410" y="80558"/>
                  <a:pt x="2768815" y="80963"/>
                </a:cubicBezTo>
                <a:lnTo>
                  <a:pt x="2770839" y="84201"/>
                </a:lnTo>
                <a:cubicBezTo>
                  <a:pt x="2771244" y="84606"/>
                  <a:pt x="2771244" y="85011"/>
                  <a:pt x="2770839" y="85416"/>
                </a:cubicBezTo>
                <a:lnTo>
                  <a:pt x="2768815" y="88654"/>
                </a:lnTo>
                <a:cubicBezTo>
                  <a:pt x="2768815" y="88654"/>
                  <a:pt x="2768410" y="89059"/>
                  <a:pt x="2767601" y="89464"/>
                </a:cubicBezTo>
                <a:lnTo>
                  <a:pt x="2763957" y="89464"/>
                </a:lnTo>
                <a:cubicBezTo>
                  <a:pt x="2763553" y="89464"/>
                  <a:pt x="2763147" y="89059"/>
                  <a:pt x="2762743" y="88654"/>
                </a:cubicBezTo>
                <a:lnTo>
                  <a:pt x="2760719" y="85416"/>
                </a:lnTo>
                <a:cubicBezTo>
                  <a:pt x="2760314" y="85011"/>
                  <a:pt x="2760314" y="84606"/>
                  <a:pt x="2760719" y="84201"/>
                </a:cubicBezTo>
                <a:lnTo>
                  <a:pt x="2762743" y="80963"/>
                </a:lnTo>
                <a:cubicBezTo>
                  <a:pt x="2763147" y="80558"/>
                  <a:pt x="2763553" y="80153"/>
                  <a:pt x="2763957" y="80153"/>
                </a:cubicBezTo>
                <a:close/>
                <a:moveTo>
                  <a:pt x="2682995" y="80153"/>
                </a:moveTo>
                <a:lnTo>
                  <a:pt x="2686638" y="80153"/>
                </a:lnTo>
                <a:cubicBezTo>
                  <a:pt x="2687043" y="80153"/>
                  <a:pt x="2687447" y="80153"/>
                  <a:pt x="2687852" y="80558"/>
                </a:cubicBezTo>
                <a:lnTo>
                  <a:pt x="2689471" y="83796"/>
                </a:lnTo>
                <a:cubicBezTo>
                  <a:pt x="2689876" y="84201"/>
                  <a:pt x="2689876" y="84606"/>
                  <a:pt x="2689471" y="85011"/>
                </a:cubicBezTo>
                <a:lnTo>
                  <a:pt x="2687852" y="88249"/>
                </a:lnTo>
                <a:cubicBezTo>
                  <a:pt x="2687852" y="88654"/>
                  <a:pt x="2687447" y="89059"/>
                  <a:pt x="2686638" y="89059"/>
                </a:cubicBezTo>
                <a:lnTo>
                  <a:pt x="2682995" y="89059"/>
                </a:lnTo>
                <a:cubicBezTo>
                  <a:pt x="2682590" y="89059"/>
                  <a:pt x="2682185" y="88654"/>
                  <a:pt x="2681780" y="88249"/>
                </a:cubicBezTo>
                <a:lnTo>
                  <a:pt x="2680161" y="85011"/>
                </a:lnTo>
                <a:cubicBezTo>
                  <a:pt x="2679756" y="84606"/>
                  <a:pt x="2679756" y="84201"/>
                  <a:pt x="2680161" y="83796"/>
                </a:cubicBezTo>
                <a:lnTo>
                  <a:pt x="2681780" y="80558"/>
                </a:lnTo>
                <a:cubicBezTo>
                  <a:pt x="2682185" y="80558"/>
                  <a:pt x="2682590" y="80153"/>
                  <a:pt x="2682995" y="80153"/>
                </a:cubicBezTo>
                <a:close/>
                <a:moveTo>
                  <a:pt x="2642513" y="80153"/>
                </a:moveTo>
                <a:lnTo>
                  <a:pt x="2646156" y="80153"/>
                </a:lnTo>
                <a:cubicBezTo>
                  <a:pt x="2646561" y="80153"/>
                  <a:pt x="2646966" y="80153"/>
                  <a:pt x="2647371" y="80558"/>
                </a:cubicBezTo>
                <a:lnTo>
                  <a:pt x="2649395" y="83796"/>
                </a:lnTo>
                <a:cubicBezTo>
                  <a:pt x="2649800" y="84201"/>
                  <a:pt x="2649800" y="84606"/>
                  <a:pt x="2649395" y="85011"/>
                </a:cubicBezTo>
                <a:lnTo>
                  <a:pt x="2647371" y="88249"/>
                </a:lnTo>
                <a:cubicBezTo>
                  <a:pt x="2647371" y="88654"/>
                  <a:pt x="2646966" y="89059"/>
                  <a:pt x="2646156" y="88654"/>
                </a:cubicBezTo>
                <a:lnTo>
                  <a:pt x="2642513" y="88654"/>
                </a:lnTo>
                <a:cubicBezTo>
                  <a:pt x="2642108" y="88654"/>
                  <a:pt x="2641703" y="88654"/>
                  <a:pt x="2641299" y="88249"/>
                </a:cubicBezTo>
                <a:lnTo>
                  <a:pt x="2639275" y="85011"/>
                </a:lnTo>
                <a:cubicBezTo>
                  <a:pt x="2638870" y="84606"/>
                  <a:pt x="2638870" y="84201"/>
                  <a:pt x="2639275" y="83796"/>
                </a:cubicBezTo>
                <a:lnTo>
                  <a:pt x="2641299" y="80558"/>
                </a:lnTo>
                <a:cubicBezTo>
                  <a:pt x="2641703" y="80558"/>
                  <a:pt x="2642108" y="80153"/>
                  <a:pt x="2642513" y="80153"/>
                </a:cubicBezTo>
                <a:close/>
                <a:moveTo>
                  <a:pt x="2561146" y="80153"/>
                </a:moveTo>
                <a:lnTo>
                  <a:pt x="2565599" y="80153"/>
                </a:lnTo>
                <a:cubicBezTo>
                  <a:pt x="2566004" y="80153"/>
                  <a:pt x="2566409" y="80153"/>
                  <a:pt x="2566813" y="80558"/>
                </a:cubicBezTo>
                <a:lnTo>
                  <a:pt x="2568838" y="84201"/>
                </a:lnTo>
                <a:cubicBezTo>
                  <a:pt x="2569242" y="84606"/>
                  <a:pt x="2569242" y="85011"/>
                  <a:pt x="2568838" y="85416"/>
                </a:cubicBezTo>
                <a:lnTo>
                  <a:pt x="2566813" y="89059"/>
                </a:lnTo>
                <a:cubicBezTo>
                  <a:pt x="2566409" y="89464"/>
                  <a:pt x="2566004" y="89464"/>
                  <a:pt x="2565599" y="89868"/>
                </a:cubicBezTo>
                <a:lnTo>
                  <a:pt x="2561146" y="89868"/>
                </a:lnTo>
                <a:cubicBezTo>
                  <a:pt x="2560741" y="89868"/>
                  <a:pt x="2560337" y="89464"/>
                  <a:pt x="2559932" y="89059"/>
                </a:cubicBezTo>
                <a:lnTo>
                  <a:pt x="2557908" y="85416"/>
                </a:lnTo>
                <a:cubicBezTo>
                  <a:pt x="2557503" y="85011"/>
                  <a:pt x="2557503" y="84606"/>
                  <a:pt x="2557908" y="84201"/>
                </a:cubicBezTo>
                <a:lnTo>
                  <a:pt x="2559932" y="80558"/>
                </a:lnTo>
                <a:cubicBezTo>
                  <a:pt x="2560337" y="80558"/>
                  <a:pt x="2560741" y="80153"/>
                  <a:pt x="2561146" y="80153"/>
                </a:cubicBezTo>
                <a:close/>
                <a:moveTo>
                  <a:pt x="2602032" y="79748"/>
                </a:moveTo>
                <a:lnTo>
                  <a:pt x="2606080" y="79748"/>
                </a:lnTo>
                <a:cubicBezTo>
                  <a:pt x="2606485" y="79748"/>
                  <a:pt x="2606890" y="79748"/>
                  <a:pt x="2607295" y="80153"/>
                </a:cubicBezTo>
                <a:lnTo>
                  <a:pt x="2609319" y="83796"/>
                </a:lnTo>
                <a:cubicBezTo>
                  <a:pt x="2609723" y="84201"/>
                  <a:pt x="2609723" y="84606"/>
                  <a:pt x="2609319" y="85011"/>
                </a:cubicBezTo>
                <a:lnTo>
                  <a:pt x="2607295" y="88654"/>
                </a:lnTo>
                <a:cubicBezTo>
                  <a:pt x="2606890" y="89059"/>
                  <a:pt x="2606485" y="89464"/>
                  <a:pt x="2606080" y="89059"/>
                </a:cubicBezTo>
                <a:lnTo>
                  <a:pt x="2602032" y="89059"/>
                </a:lnTo>
                <a:cubicBezTo>
                  <a:pt x="2601627" y="89059"/>
                  <a:pt x="2601222" y="89059"/>
                  <a:pt x="2600818" y="88654"/>
                </a:cubicBezTo>
                <a:lnTo>
                  <a:pt x="2598794" y="85011"/>
                </a:lnTo>
                <a:cubicBezTo>
                  <a:pt x="2598389" y="84606"/>
                  <a:pt x="2598389" y="84201"/>
                  <a:pt x="2598794" y="83796"/>
                </a:cubicBezTo>
                <a:lnTo>
                  <a:pt x="2600818" y="80153"/>
                </a:lnTo>
                <a:cubicBezTo>
                  <a:pt x="2601222" y="80153"/>
                  <a:pt x="2601627" y="79748"/>
                  <a:pt x="2602032" y="79748"/>
                </a:cubicBezTo>
                <a:close/>
                <a:moveTo>
                  <a:pt x="2439298" y="79343"/>
                </a:moveTo>
                <a:lnTo>
                  <a:pt x="2444560" y="79343"/>
                </a:lnTo>
                <a:cubicBezTo>
                  <a:pt x="2444965" y="79343"/>
                  <a:pt x="2445370" y="79343"/>
                  <a:pt x="2445775" y="79748"/>
                </a:cubicBezTo>
                <a:lnTo>
                  <a:pt x="2448204" y="84201"/>
                </a:lnTo>
                <a:cubicBezTo>
                  <a:pt x="2448609" y="84606"/>
                  <a:pt x="2448609" y="85010"/>
                  <a:pt x="2448204" y="85415"/>
                </a:cubicBezTo>
                <a:lnTo>
                  <a:pt x="2445775" y="89868"/>
                </a:lnTo>
                <a:cubicBezTo>
                  <a:pt x="2445370" y="89868"/>
                  <a:pt x="2444965" y="90273"/>
                  <a:pt x="2444560" y="90273"/>
                </a:cubicBezTo>
                <a:lnTo>
                  <a:pt x="2439298" y="90273"/>
                </a:lnTo>
                <a:cubicBezTo>
                  <a:pt x="2438893" y="90273"/>
                  <a:pt x="2438488" y="90273"/>
                  <a:pt x="2438084" y="89868"/>
                </a:cubicBezTo>
                <a:lnTo>
                  <a:pt x="2435655" y="85415"/>
                </a:lnTo>
                <a:cubicBezTo>
                  <a:pt x="2435250" y="85010"/>
                  <a:pt x="2435250" y="84606"/>
                  <a:pt x="2435655" y="84201"/>
                </a:cubicBezTo>
                <a:lnTo>
                  <a:pt x="2438084" y="79748"/>
                </a:lnTo>
                <a:cubicBezTo>
                  <a:pt x="2438488" y="79748"/>
                  <a:pt x="2438893" y="79343"/>
                  <a:pt x="2439298" y="79343"/>
                </a:cubicBezTo>
                <a:close/>
                <a:moveTo>
                  <a:pt x="2480184" y="78938"/>
                </a:moveTo>
                <a:lnTo>
                  <a:pt x="2484637" y="78938"/>
                </a:lnTo>
                <a:cubicBezTo>
                  <a:pt x="2485042" y="78938"/>
                  <a:pt x="2485447" y="79343"/>
                  <a:pt x="2485851" y="79748"/>
                </a:cubicBezTo>
                <a:lnTo>
                  <a:pt x="2487876" y="83796"/>
                </a:lnTo>
                <a:cubicBezTo>
                  <a:pt x="2488280" y="84201"/>
                  <a:pt x="2488280" y="84605"/>
                  <a:pt x="2487876" y="85010"/>
                </a:cubicBezTo>
                <a:lnTo>
                  <a:pt x="2485851" y="89058"/>
                </a:lnTo>
                <a:cubicBezTo>
                  <a:pt x="2485851" y="89463"/>
                  <a:pt x="2485447" y="89868"/>
                  <a:pt x="2484637" y="89868"/>
                </a:cubicBezTo>
                <a:lnTo>
                  <a:pt x="2480184" y="89868"/>
                </a:lnTo>
                <a:cubicBezTo>
                  <a:pt x="2479779" y="89868"/>
                  <a:pt x="2479375" y="89463"/>
                  <a:pt x="2478970" y="89058"/>
                </a:cubicBezTo>
                <a:lnTo>
                  <a:pt x="2476946" y="85010"/>
                </a:lnTo>
                <a:cubicBezTo>
                  <a:pt x="2476541" y="84605"/>
                  <a:pt x="2476541" y="84201"/>
                  <a:pt x="2476946" y="83796"/>
                </a:cubicBezTo>
                <a:lnTo>
                  <a:pt x="2478970" y="79748"/>
                </a:lnTo>
                <a:cubicBezTo>
                  <a:pt x="2479375" y="79343"/>
                  <a:pt x="2479779" y="78938"/>
                  <a:pt x="2480184" y="78938"/>
                </a:cubicBezTo>
                <a:close/>
                <a:moveTo>
                  <a:pt x="3331504" y="41696"/>
                </a:moveTo>
                <a:lnTo>
                  <a:pt x="3334338" y="41696"/>
                </a:lnTo>
                <a:lnTo>
                  <a:pt x="3335957" y="44125"/>
                </a:lnTo>
                <a:lnTo>
                  <a:pt x="3334338" y="46554"/>
                </a:lnTo>
                <a:lnTo>
                  <a:pt x="3331504" y="46554"/>
                </a:lnTo>
                <a:lnTo>
                  <a:pt x="3329885" y="44125"/>
                </a:lnTo>
                <a:close/>
                <a:moveTo>
                  <a:pt x="3290618" y="41291"/>
                </a:moveTo>
                <a:lnTo>
                  <a:pt x="3293857" y="41291"/>
                </a:lnTo>
                <a:lnTo>
                  <a:pt x="3295476" y="44125"/>
                </a:lnTo>
                <a:lnTo>
                  <a:pt x="3293857" y="46958"/>
                </a:lnTo>
                <a:lnTo>
                  <a:pt x="3290618" y="46958"/>
                </a:lnTo>
                <a:lnTo>
                  <a:pt x="3288999" y="44125"/>
                </a:lnTo>
                <a:close/>
                <a:moveTo>
                  <a:pt x="3250137" y="41291"/>
                </a:moveTo>
                <a:lnTo>
                  <a:pt x="3253376" y="41291"/>
                </a:lnTo>
                <a:lnTo>
                  <a:pt x="3254995" y="44125"/>
                </a:lnTo>
                <a:lnTo>
                  <a:pt x="3253376" y="46958"/>
                </a:lnTo>
                <a:lnTo>
                  <a:pt x="3250137" y="46958"/>
                </a:lnTo>
                <a:lnTo>
                  <a:pt x="3248518" y="44125"/>
                </a:lnTo>
                <a:close/>
                <a:moveTo>
                  <a:pt x="3209655" y="41291"/>
                </a:moveTo>
                <a:lnTo>
                  <a:pt x="3212894" y="41291"/>
                </a:lnTo>
                <a:lnTo>
                  <a:pt x="3214513" y="44125"/>
                </a:lnTo>
                <a:lnTo>
                  <a:pt x="3212894" y="46958"/>
                </a:lnTo>
                <a:lnTo>
                  <a:pt x="3209655" y="46958"/>
                </a:lnTo>
                <a:lnTo>
                  <a:pt x="3208036" y="44125"/>
                </a:lnTo>
                <a:close/>
                <a:moveTo>
                  <a:pt x="3169174" y="41291"/>
                </a:moveTo>
                <a:lnTo>
                  <a:pt x="3172413" y="41291"/>
                </a:lnTo>
                <a:lnTo>
                  <a:pt x="3174032" y="44125"/>
                </a:lnTo>
                <a:lnTo>
                  <a:pt x="3172413" y="46958"/>
                </a:lnTo>
                <a:lnTo>
                  <a:pt x="3169174" y="46958"/>
                </a:lnTo>
                <a:lnTo>
                  <a:pt x="3167555" y="44125"/>
                </a:lnTo>
                <a:close/>
                <a:moveTo>
                  <a:pt x="3128693" y="41291"/>
                </a:moveTo>
                <a:lnTo>
                  <a:pt x="3131932" y="41291"/>
                </a:lnTo>
                <a:lnTo>
                  <a:pt x="3133551" y="44125"/>
                </a:lnTo>
                <a:lnTo>
                  <a:pt x="3131932" y="46958"/>
                </a:lnTo>
                <a:lnTo>
                  <a:pt x="3128693" y="46958"/>
                </a:lnTo>
                <a:lnTo>
                  <a:pt x="3127074" y="44125"/>
                </a:lnTo>
                <a:close/>
                <a:moveTo>
                  <a:pt x="3088212" y="41291"/>
                </a:moveTo>
                <a:lnTo>
                  <a:pt x="3091451" y="41291"/>
                </a:lnTo>
                <a:lnTo>
                  <a:pt x="3093070" y="44125"/>
                </a:lnTo>
                <a:lnTo>
                  <a:pt x="3091451" y="46958"/>
                </a:lnTo>
                <a:lnTo>
                  <a:pt x="3088212" y="46958"/>
                </a:lnTo>
                <a:lnTo>
                  <a:pt x="3086593" y="44125"/>
                </a:lnTo>
                <a:close/>
                <a:moveTo>
                  <a:pt x="2723476" y="40886"/>
                </a:moveTo>
                <a:lnTo>
                  <a:pt x="2727524" y="40886"/>
                </a:lnTo>
                <a:lnTo>
                  <a:pt x="2729548" y="44125"/>
                </a:lnTo>
                <a:lnTo>
                  <a:pt x="2727524" y="47363"/>
                </a:lnTo>
                <a:lnTo>
                  <a:pt x="2723476" y="47363"/>
                </a:lnTo>
                <a:lnTo>
                  <a:pt x="2721452" y="44125"/>
                </a:lnTo>
                <a:close/>
                <a:moveTo>
                  <a:pt x="2602032" y="40886"/>
                </a:moveTo>
                <a:lnTo>
                  <a:pt x="2606080" y="40886"/>
                </a:lnTo>
                <a:lnTo>
                  <a:pt x="2608104" y="44125"/>
                </a:lnTo>
                <a:lnTo>
                  <a:pt x="2606080" y="47363"/>
                </a:lnTo>
                <a:lnTo>
                  <a:pt x="2602032" y="47363"/>
                </a:lnTo>
                <a:lnTo>
                  <a:pt x="2600008" y="44125"/>
                </a:lnTo>
                <a:close/>
                <a:moveTo>
                  <a:pt x="2480588" y="40886"/>
                </a:moveTo>
                <a:lnTo>
                  <a:pt x="2484232" y="40886"/>
                </a:lnTo>
                <a:lnTo>
                  <a:pt x="2485851" y="44125"/>
                </a:lnTo>
                <a:lnTo>
                  <a:pt x="2484232" y="47363"/>
                </a:lnTo>
                <a:lnTo>
                  <a:pt x="2480588" y="47363"/>
                </a:lnTo>
                <a:lnTo>
                  <a:pt x="2478969" y="44125"/>
                </a:lnTo>
                <a:close/>
                <a:moveTo>
                  <a:pt x="3047326" y="40481"/>
                </a:moveTo>
                <a:lnTo>
                  <a:pt x="3051374" y="40481"/>
                </a:lnTo>
                <a:lnTo>
                  <a:pt x="3053398" y="44124"/>
                </a:lnTo>
                <a:lnTo>
                  <a:pt x="3051374" y="47768"/>
                </a:lnTo>
                <a:lnTo>
                  <a:pt x="3047326" y="47768"/>
                </a:lnTo>
                <a:lnTo>
                  <a:pt x="3045302" y="44124"/>
                </a:lnTo>
                <a:close/>
                <a:moveTo>
                  <a:pt x="3006440" y="40481"/>
                </a:moveTo>
                <a:lnTo>
                  <a:pt x="3010893" y="40481"/>
                </a:lnTo>
                <a:lnTo>
                  <a:pt x="3012917" y="44124"/>
                </a:lnTo>
                <a:lnTo>
                  <a:pt x="3010893" y="47768"/>
                </a:lnTo>
                <a:lnTo>
                  <a:pt x="3006440" y="47768"/>
                </a:lnTo>
                <a:lnTo>
                  <a:pt x="3004416" y="44124"/>
                </a:lnTo>
                <a:close/>
                <a:moveTo>
                  <a:pt x="2884996" y="40481"/>
                </a:moveTo>
                <a:lnTo>
                  <a:pt x="2889449" y="40481"/>
                </a:lnTo>
                <a:lnTo>
                  <a:pt x="2891473" y="44124"/>
                </a:lnTo>
                <a:lnTo>
                  <a:pt x="2889449" y="47768"/>
                </a:lnTo>
                <a:lnTo>
                  <a:pt x="2884996" y="47768"/>
                </a:lnTo>
                <a:lnTo>
                  <a:pt x="2882972" y="44124"/>
                </a:lnTo>
                <a:close/>
                <a:moveTo>
                  <a:pt x="2844920" y="40481"/>
                </a:moveTo>
                <a:lnTo>
                  <a:pt x="2848968" y="40481"/>
                </a:lnTo>
                <a:lnTo>
                  <a:pt x="2850992" y="44124"/>
                </a:lnTo>
                <a:lnTo>
                  <a:pt x="2848968" y="47768"/>
                </a:lnTo>
                <a:lnTo>
                  <a:pt x="2844920" y="47768"/>
                </a:lnTo>
                <a:lnTo>
                  <a:pt x="2842896" y="44124"/>
                </a:lnTo>
                <a:close/>
                <a:moveTo>
                  <a:pt x="2804438" y="40481"/>
                </a:moveTo>
                <a:lnTo>
                  <a:pt x="2808486" y="40481"/>
                </a:lnTo>
                <a:lnTo>
                  <a:pt x="2810510" y="44124"/>
                </a:lnTo>
                <a:lnTo>
                  <a:pt x="2808486" y="47768"/>
                </a:lnTo>
                <a:lnTo>
                  <a:pt x="2804438" y="47768"/>
                </a:lnTo>
                <a:lnTo>
                  <a:pt x="2802414" y="44124"/>
                </a:lnTo>
                <a:close/>
                <a:moveTo>
                  <a:pt x="2764362" y="40481"/>
                </a:moveTo>
                <a:lnTo>
                  <a:pt x="2767601" y="40481"/>
                </a:lnTo>
                <a:cubicBezTo>
                  <a:pt x="2768006" y="40481"/>
                  <a:pt x="2768411" y="40481"/>
                  <a:pt x="2768815" y="40886"/>
                </a:cubicBezTo>
                <a:lnTo>
                  <a:pt x="2770435" y="43720"/>
                </a:lnTo>
                <a:cubicBezTo>
                  <a:pt x="2770839" y="44124"/>
                  <a:pt x="2770839" y="44529"/>
                  <a:pt x="2770435" y="44934"/>
                </a:cubicBezTo>
                <a:lnTo>
                  <a:pt x="2768815" y="47768"/>
                </a:lnTo>
                <a:cubicBezTo>
                  <a:pt x="2768411" y="48172"/>
                  <a:pt x="2768006" y="48172"/>
                  <a:pt x="2767601" y="48172"/>
                </a:cubicBezTo>
                <a:lnTo>
                  <a:pt x="2764362" y="48172"/>
                </a:lnTo>
                <a:cubicBezTo>
                  <a:pt x="2763958" y="48172"/>
                  <a:pt x="2763553" y="48172"/>
                  <a:pt x="2763148" y="47768"/>
                </a:cubicBezTo>
                <a:lnTo>
                  <a:pt x="2761529" y="44934"/>
                </a:lnTo>
                <a:cubicBezTo>
                  <a:pt x="2761124" y="44529"/>
                  <a:pt x="2761124" y="44124"/>
                  <a:pt x="2761529" y="43720"/>
                </a:cubicBezTo>
                <a:lnTo>
                  <a:pt x="2763148" y="40886"/>
                </a:lnTo>
                <a:cubicBezTo>
                  <a:pt x="2763553" y="40886"/>
                  <a:pt x="2763958" y="40481"/>
                  <a:pt x="2764362" y="40481"/>
                </a:cubicBezTo>
                <a:close/>
                <a:moveTo>
                  <a:pt x="2682590" y="40481"/>
                </a:moveTo>
                <a:lnTo>
                  <a:pt x="2687043" y="40481"/>
                </a:lnTo>
                <a:lnTo>
                  <a:pt x="2689067" y="44124"/>
                </a:lnTo>
                <a:lnTo>
                  <a:pt x="2687043" y="47768"/>
                </a:lnTo>
                <a:lnTo>
                  <a:pt x="2682590" y="47768"/>
                </a:lnTo>
                <a:lnTo>
                  <a:pt x="2680566" y="44124"/>
                </a:lnTo>
                <a:close/>
                <a:moveTo>
                  <a:pt x="2642109" y="40481"/>
                </a:moveTo>
                <a:lnTo>
                  <a:pt x="2646562" y="40481"/>
                </a:lnTo>
                <a:lnTo>
                  <a:pt x="2648586" y="44124"/>
                </a:lnTo>
                <a:lnTo>
                  <a:pt x="2646562" y="47768"/>
                </a:lnTo>
                <a:lnTo>
                  <a:pt x="2642109" y="47768"/>
                </a:lnTo>
                <a:lnTo>
                  <a:pt x="2640085" y="44124"/>
                </a:lnTo>
                <a:close/>
                <a:moveTo>
                  <a:pt x="2561955" y="40481"/>
                </a:moveTo>
                <a:lnTo>
                  <a:pt x="2565194" y="40481"/>
                </a:lnTo>
                <a:cubicBezTo>
                  <a:pt x="2565599" y="40481"/>
                  <a:pt x="2566003" y="40481"/>
                  <a:pt x="2566408" y="40886"/>
                </a:cubicBezTo>
                <a:lnTo>
                  <a:pt x="2568027" y="43720"/>
                </a:lnTo>
                <a:cubicBezTo>
                  <a:pt x="2568432" y="44124"/>
                  <a:pt x="2568432" y="44529"/>
                  <a:pt x="2568027" y="44934"/>
                </a:cubicBezTo>
                <a:lnTo>
                  <a:pt x="2566408" y="47768"/>
                </a:lnTo>
                <a:cubicBezTo>
                  <a:pt x="2566003" y="48172"/>
                  <a:pt x="2565599" y="48172"/>
                  <a:pt x="2565194" y="48172"/>
                </a:cubicBezTo>
                <a:lnTo>
                  <a:pt x="2561955" y="48172"/>
                </a:lnTo>
                <a:cubicBezTo>
                  <a:pt x="2561551" y="48172"/>
                  <a:pt x="2561146" y="48172"/>
                  <a:pt x="2560741" y="47768"/>
                </a:cubicBezTo>
                <a:lnTo>
                  <a:pt x="2559122" y="44934"/>
                </a:lnTo>
                <a:cubicBezTo>
                  <a:pt x="2558717" y="44529"/>
                  <a:pt x="2558717" y="44124"/>
                  <a:pt x="2559122" y="43720"/>
                </a:cubicBezTo>
                <a:lnTo>
                  <a:pt x="2560741" y="40886"/>
                </a:lnTo>
                <a:cubicBezTo>
                  <a:pt x="2561146" y="40886"/>
                  <a:pt x="2561551" y="40481"/>
                  <a:pt x="2561955" y="40481"/>
                </a:cubicBezTo>
                <a:close/>
                <a:moveTo>
                  <a:pt x="2521070" y="40481"/>
                </a:moveTo>
                <a:lnTo>
                  <a:pt x="2525118" y="40481"/>
                </a:lnTo>
                <a:lnTo>
                  <a:pt x="2527142" y="44124"/>
                </a:lnTo>
                <a:lnTo>
                  <a:pt x="2525118" y="47768"/>
                </a:lnTo>
                <a:lnTo>
                  <a:pt x="2521070" y="47768"/>
                </a:lnTo>
                <a:lnTo>
                  <a:pt x="2519046" y="44124"/>
                </a:lnTo>
                <a:close/>
                <a:moveTo>
                  <a:pt x="2925883" y="40076"/>
                </a:moveTo>
                <a:lnTo>
                  <a:pt x="2930336" y="40076"/>
                </a:lnTo>
                <a:lnTo>
                  <a:pt x="2932764" y="44124"/>
                </a:lnTo>
                <a:lnTo>
                  <a:pt x="2930336" y="48172"/>
                </a:lnTo>
                <a:lnTo>
                  <a:pt x="2925883" y="48172"/>
                </a:lnTo>
                <a:lnTo>
                  <a:pt x="2923454" y="44124"/>
                </a:lnTo>
                <a:close/>
                <a:moveTo>
                  <a:pt x="2966363" y="39672"/>
                </a:moveTo>
                <a:lnTo>
                  <a:pt x="2970007" y="39672"/>
                </a:lnTo>
                <a:cubicBezTo>
                  <a:pt x="2970411" y="39672"/>
                  <a:pt x="2970816" y="39672"/>
                  <a:pt x="2971221" y="40077"/>
                </a:cubicBezTo>
                <a:lnTo>
                  <a:pt x="2973245" y="43315"/>
                </a:lnTo>
                <a:cubicBezTo>
                  <a:pt x="2973650" y="43720"/>
                  <a:pt x="2973650" y="44125"/>
                  <a:pt x="2973245" y="44530"/>
                </a:cubicBezTo>
                <a:lnTo>
                  <a:pt x="2971221" y="47768"/>
                </a:lnTo>
                <a:cubicBezTo>
                  <a:pt x="2971221" y="48173"/>
                  <a:pt x="2970816" y="48578"/>
                  <a:pt x="2970007" y="48173"/>
                </a:cubicBezTo>
                <a:lnTo>
                  <a:pt x="2966363" y="48173"/>
                </a:lnTo>
                <a:cubicBezTo>
                  <a:pt x="2965959" y="48173"/>
                  <a:pt x="2965553" y="48173"/>
                  <a:pt x="2965149" y="47768"/>
                </a:cubicBezTo>
                <a:lnTo>
                  <a:pt x="2963125" y="44530"/>
                </a:lnTo>
                <a:cubicBezTo>
                  <a:pt x="2962720" y="44125"/>
                  <a:pt x="2962720" y="43720"/>
                  <a:pt x="2963125" y="43315"/>
                </a:cubicBezTo>
                <a:lnTo>
                  <a:pt x="2965149" y="40077"/>
                </a:lnTo>
                <a:cubicBezTo>
                  <a:pt x="2965553" y="40077"/>
                  <a:pt x="2965959" y="39672"/>
                  <a:pt x="2966363" y="39672"/>
                </a:cubicBezTo>
                <a:close/>
                <a:moveTo>
                  <a:pt x="3128694" y="1214"/>
                </a:moveTo>
                <a:lnTo>
                  <a:pt x="3131527" y="1214"/>
                </a:lnTo>
                <a:lnTo>
                  <a:pt x="3132742" y="3643"/>
                </a:lnTo>
                <a:lnTo>
                  <a:pt x="3131527" y="6072"/>
                </a:lnTo>
                <a:lnTo>
                  <a:pt x="3128694" y="6072"/>
                </a:lnTo>
                <a:lnTo>
                  <a:pt x="3127479" y="3643"/>
                </a:lnTo>
                <a:close/>
                <a:moveTo>
                  <a:pt x="3088212" y="810"/>
                </a:moveTo>
                <a:lnTo>
                  <a:pt x="3091451" y="810"/>
                </a:lnTo>
                <a:lnTo>
                  <a:pt x="3093070" y="3644"/>
                </a:lnTo>
                <a:lnTo>
                  <a:pt x="3091451" y="6477"/>
                </a:lnTo>
                <a:lnTo>
                  <a:pt x="3088212" y="6477"/>
                </a:lnTo>
                <a:lnTo>
                  <a:pt x="3086593" y="3644"/>
                </a:lnTo>
                <a:close/>
                <a:moveTo>
                  <a:pt x="3047730" y="810"/>
                </a:moveTo>
                <a:lnTo>
                  <a:pt x="3050969" y="810"/>
                </a:lnTo>
                <a:lnTo>
                  <a:pt x="3052588" y="3644"/>
                </a:lnTo>
                <a:lnTo>
                  <a:pt x="3050969" y="6477"/>
                </a:lnTo>
                <a:lnTo>
                  <a:pt x="3047730" y="6477"/>
                </a:lnTo>
                <a:lnTo>
                  <a:pt x="3046111" y="3644"/>
                </a:lnTo>
                <a:close/>
                <a:moveTo>
                  <a:pt x="3006845" y="405"/>
                </a:moveTo>
                <a:lnTo>
                  <a:pt x="3010893" y="405"/>
                </a:lnTo>
                <a:lnTo>
                  <a:pt x="3012917" y="3644"/>
                </a:lnTo>
                <a:lnTo>
                  <a:pt x="3010893" y="6882"/>
                </a:lnTo>
                <a:lnTo>
                  <a:pt x="3006845" y="6882"/>
                </a:lnTo>
                <a:lnTo>
                  <a:pt x="3004821" y="3644"/>
                </a:lnTo>
                <a:close/>
                <a:moveTo>
                  <a:pt x="2966363" y="405"/>
                </a:moveTo>
                <a:lnTo>
                  <a:pt x="2970411" y="405"/>
                </a:lnTo>
                <a:lnTo>
                  <a:pt x="2972435" y="3644"/>
                </a:lnTo>
                <a:lnTo>
                  <a:pt x="2970411" y="6882"/>
                </a:lnTo>
                <a:lnTo>
                  <a:pt x="2966363" y="6882"/>
                </a:lnTo>
                <a:lnTo>
                  <a:pt x="2964339" y="3644"/>
                </a:lnTo>
                <a:close/>
                <a:moveTo>
                  <a:pt x="2885806" y="405"/>
                </a:moveTo>
                <a:lnTo>
                  <a:pt x="2889449" y="405"/>
                </a:lnTo>
                <a:lnTo>
                  <a:pt x="2891474" y="3644"/>
                </a:lnTo>
                <a:lnTo>
                  <a:pt x="2889449" y="6882"/>
                </a:lnTo>
                <a:lnTo>
                  <a:pt x="2885806" y="6882"/>
                </a:lnTo>
                <a:lnTo>
                  <a:pt x="2883782" y="3644"/>
                </a:lnTo>
                <a:close/>
                <a:moveTo>
                  <a:pt x="2845324" y="405"/>
                </a:moveTo>
                <a:lnTo>
                  <a:pt x="2848967" y="405"/>
                </a:lnTo>
                <a:lnTo>
                  <a:pt x="2850992" y="3644"/>
                </a:lnTo>
                <a:lnTo>
                  <a:pt x="2848967" y="6882"/>
                </a:lnTo>
                <a:lnTo>
                  <a:pt x="2845324" y="6882"/>
                </a:lnTo>
                <a:lnTo>
                  <a:pt x="2843300" y="3644"/>
                </a:lnTo>
                <a:close/>
                <a:moveTo>
                  <a:pt x="2804438" y="405"/>
                </a:moveTo>
                <a:lnTo>
                  <a:pt x="2808082" y="405"/>
                </a:lnTo>
                <a:lnTo>
                  <a:pt x="2809701" y="3644"/>
                </a:lnTo>
                <a:lnTo>
                  <a:pt x="2808082" y="6882"/>
                </a:lnTo>
                <a:lnTo>
                  <a:pt x="2804438" y="6882"/>
                </a:lnTo>
                <a:lnTo>
                  <a:pt x="2802819" y="3644"/>
                </a:lnTo>
                <a:close/>
                <a:moveTo>
                  <a:pt x="2925478" y="0"/>
                </a:moveTo>
                <a:lnTo>
                  <a:pt x="2929931" y="0"/>
                </a:lnTo>
                <a:lnTo>
                  <a:pt x="2931955" y="3643"/>
                </a:lnTo>
                <a:lnTo>
                  <a:pt x="2929931" y="7287"/>
                </a:lnTo>
                <a:lnTo>
                  <a:pt x="2925478" y="7287"/>
                </a:lnTo>
                <a:lnTo>
                  <a:pt x="2923454" y="3643"/>
                </a:ln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32823239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Hjerte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9"/>
            <a:ext cx="4857544" cy="1099310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6" y="1895666"/>
            <a:ext cx="3936324" cy="219862"/>
          </a:xfrm>
        </p:spPr>
        <p:txBody>
          <a:bodyPr wrap="square">
            <a:spAutoFit/>
          </a:bodyPr>
          <a:lstStyle>
            <a:lvl1pPr marL="0" indent="0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4" name="Friform 3">
            <a:extLst>
              <a:ext uri="{FF2B5EF4-FFF2-40B4-BE49-F238E27FC236}">
                <a16:creationId xmlns:a16="http://schemas.microsoft.com/office/drawing/2014/main" id="{E8E72612-51A5-5B06-0051-59166895A905}"/>
              </a:ext>
            </a:extLst>
          </p:cNvPr>
          <p:cNvSpPr/>
          <p:nvPr userDrawn="1"/>
        </p:nvSpPr>
        <p:spPr>
          <a:xfrm>
            <a:off x="5289938" y="436256"/>
            <a:ext cx="2662303" cy="4354647"/>
          </a:xfrm>
          <a:custGeom>
            <a:avLst/>
            <a:gdLst>
              <a:gd name="connsiteX0" fmla="*/ 1937003 w 2947832"/>
              <a:gd name="connsiteY0" fmla="*/ 4806379 h 4821604"/>
              <a:gd name="connsiteX1" fmla="*/ 1937160 w 2947832"/>
              <a:gd name="connsiteY1" fmla="*/ 4806379 h 4821604"/>
              <a:gd name="connsiteX2" fmla="*/ 1937265 w 2947832"/>
              <a:gd name="connsiteY2" fmla="*/ 4806379 h 4821604"/>
              <a:gd name="connsiteX3" fmla="*/ 1937265 w 2947832"/>
              <a:gd name="connsiteY3" fmla="*/ 4806536 h 4821604"/>
              <a:gd name="connsiteX4" fmla="*/ 1937212 w 2947832"/>
              <a:gd name="connsiteY4" fmla="*/ 4806536 h 4821604"/>
              <a:gd name="connsiteX5" fmla="*/ 1937212 w 2947832"/>
              <a:gd name="connsiteY5" fmla="*/ 4806693 h 4821604"/>
              <a:gd name="connsiteX6" fmla="*/ 1937055 w 2947832"/>
              <a:gd name="connsiteY6" fmla="*/ 4806693 h 4821604"/>
              <a:gd name="connsiteX7" fmla="*/ 1936951 w 2947832"/>
              <a:gd name="connsiteY7" fmla="*/ 4806693 h 4821604"/>
              <a:gd name="connsiteX8" fmla="*/ 1936951 w 2947832"/>
              <a:gd name="connsiteY8" fmla="*/ 4806536 h 4821604"/>
              <a:gd name="connsiteX9" fmla="*/ 1937003 w 2947832"/>
              <a:gd name="connsiteY9" fmla="*/ 4806536 h 4821604"/>
              <a:gd name="connsiteX10" fmla="*/ 2016793 w 2947832"/>
              <a:gd name="connsiteY10" fmla="*/ 4800676 h 4821604"/>
              <a:gd name="connsiteX11" fmla="*/ 2022705 w 2947832"/>
              <a:gd name="connsiteY11" fmla="*/ 4800676 h 4821604"/>
              <a:gd name="connsiteX12" fmla="*/ 2023333 w 2947832"/>
              <a:gd name="connsiteY12" fmla="*/ 4801042 h 4821604"/>
              <a:gd name="connsiteX13" fmla="*/ 2026264 w 2947832"/>
              <a:gd name="connsiteY13" fmla="*/ 4806170 h 4821604"/>
              <a:gd name="connsiteX14" fmla="*/ 2026264 w 2947832"/>
              <a:gd name="connsiteY14" fmla="*/ 4806902 h 4821604"/>
              <a:gd name="connsiteX15" fmla="*/ 2023333 w 2947832"/>
              <a:gd name="connsiteY15" fmla="*/ 4812030 h 4821604"/>
              <a:gd name="connsiteX16" fmla="*/ 2022705 w 2947832"/>
              <a:gd name="connsiteY16" fmla="*/ 4812396 h 4821604"/>
              <a:gd name="connsiteX17" fmla="*/ 2016793 w 2947832"/>
              <a:gd name="connsiteY17" fmla="*/ 4812396 h 4821604"/>
              <a:gd name="connsiteX18" fmla="*/ 2016165 w 2947832"/>
              <a:gd name="connsiteY18" fmla="*/ 4812030 h 4821604"/>
              <a:gd name="connsiteX19" fmla="*/ 2013236 w 2947832"/>
              <a:gd name="connsiteY19" fmla="*/ 4806902 h 4821604"/>
              <a:gd name="connsiteX20" fmla="*/ 2013236 w 2947832"/>
              <a:gd name="connsiteY20" fmla="*/ 4806170 h 4821604"/>
              <a:gd name="connsiteX21" fmla="*/ 2016165 w 2947832"/>
              <a:gd name="connsiteY21" fmla="*/ 4801042 h 4821604"/>
              <a:gd name="connsiteX22" fmla="*/ 2016793 w 2947832"/>
              <a:gd name="connsiteY22" fmla="*/ 4800676 h 4821604"/>
              <a:gd name="connsiteX23" fmla="*/ 2263333 w 2947832"/>
              <a:gd name="connsiteY23" fmla="*/ 4797851 h 4821604"/>
              <a:gd name="connsiteX24" fmla="*/ 2272124 w 2947832"/>
              <a:gd name="connsiteY24" fmla="*/ 4797851 h 4821604"/>
              <a:gd name="connsiteX25" fmla="*/ 2273065 w 2947832"/>
              <a:gd name="connsiteY25" fmla="*/ 4798374 h 4821604"/>
              <a:gd name="connsiteX26" fmla="*/ 2277461 w 2947832"/>
              <a:gd name="connsiteY26" fmla="*/ 4805961 h 4821604"/>
              <a:gd name="connsiteX27" fmla="*/ 2277461 w 2947832"/>
              <a:gd name="connsiteY27" fmla="*/ 4807059 h 4821604"/>
              <a:gd name="connsiteX28" fmla="*/ 2273065 w 2947832"/>
              <a:gd name="connsiteY28" fmla="*/ 4814646 h 4821604"/>
              <a:gd name="connsiteX29" fmla="*/ 2272124 w 2947832"/>
              <a:gd name="connsiteY29" fmla="*/ 4815169 h 4821604"/>
              <a:gd name="connsiteX30" fmla="*/ 2263333 w 2947832"/>
              <a:gd name="connsiteY30" fmla="*/ 4815169 h 4821604"/>
              <a:gd name="connsiteX31" fmla="*/ 2262392 w 2947832"/>
              <a:gd name="connsiteY31" fmla="*/ 4814646 h 4821604"/>
              <a:gd name="connsiteX32" fmla="*/ 2257996 w 2947832"/>
              <a:gd name="connsiteY32" fmla="*/ 4807059 h 4821604"/>
              <a:gd name="connsiteX33" fmla="*/ 2257996 w 2947832"/>
              <a:gd name="connsiteY33" fmla="*/ 4805961 h 4821604"/>
              <a:gd name="connsiteX34" fmla="*/ 2262392 w 2947832"/>
              <a:gd name="connsiteY34" fmla="*/ 4798374 h 4821604"/>
              <a:gd name="connsiteX35" fmla="*/ 2263333 w 2947832"/>
              <a:gd name="connsiteY35" fmla="*/ 4797851 h 4821604"/>
              <a:gd name="connsiteX36" fmla="*/ 2095851 w 2947832"/>
              <a:gd name="connsiteY36" fmla="*/ 4793560 h 4821604"/>
              <a:gd name="connsiteX37" fmla="*/ 2108984 w 2947832"/>
              <a:gd name="connsiteY37" fmla="*/ 4793560 h 4821604"/>
              <a:gd name="connsiteX38" fmla="*/ 2110396 w 2947832"/>
              <a:gd name="connsiteY38" fmla="*/ 4794345 h 4821604"/>
              <a:gd name="connsiteX39" fmla="*/ 2116937 w 2947832"/>
              <a:gd name="connsiteY39" fmla="*/ 4805699 h 4821604"/>
              <a:gd name="connsiteX40" fmla="*/ 2116937 w 2947832"/>
              <a:gd name="connsiteY40" fmla="*/ 4807321 h 4821604"/>
              <a:gd name="connsiteX41" fmla="*/ 2110396 w 2947832"/>
              <a:gd name="connsiteY41" fmla="*/ 4818674 h 4821604"/>
              <a:gd name="connsiteX42" fmla="*/ 2108984 w 2947832"/>
              <a:gd name="connsiteY42" fmla="*/ 4819459 h 4821604"/>
              <a:gd name="connsiteX43" fmla="*/ 2095851 w 2947832"/>
              <a:gd name="connsiteY43" fmla="*/ 4819459 h 4821604"/>
              <a:gd name="connsiteX44" fmla="*/ 2094439 w 2947832"/>
              <a:gd name="connsiteY44" fmla="*/ 4818674 h 4821604"/>
              <a:gd name="connsiteX45" fmla="*/ 2087898 w 2947832"/>
              <a:gd name="connsiteY45" fmla="*/ 4807321 h 4821604"/>
              <a:gd name="connsiteX46" fmla="*/ 2087898 w 2947832"/>
              <a:gd name="connsiteY46" fmla="*/ 4805699 h 4821604"/>
              <a:gd name="connsiteX47" fmla="*/ 2094439 w 2947832"/>
              <a:gd name="connsiteY47" fmla="*/ 4794345 h 4821604"/>
              <a:gd name="connsiteX48" fmla="*/ 2095851 w 2947832"/>
              <a:gd name="connsiteY48" fmla="*/ 4793560 h 4821604"/>
              <a:gd name="connsiteX49" fmla="*/ 2177421 w 2947832"/>
              <a:gd name="connsiteY49" fmla="*/ 4791467 h 4821604"/>
              <a:gd name="connsiteX50" fmla="*/ 2192646 w 2947832"/>
              <a:gd name="connsiteY50" fmla="*/ 4791467 h 4821604"/>
              <a:gd name="connsiteX51" fmla="*/ 2194268 w 2947832"/>
              <a:gd name="connsiteY51" fmla="*/ 4792409 h 4821604"/>
              <a:gd name="connsiteX52" fmla="*/ 2201907 w 2947832"/>
              <a:gd name="connsiteY52" fmla="*/ 4805594 h 4821604"/>
              <a:gd name="connsiteX53" fmla="*/ 2201907 w 2947832"/>
              <a:gd name="connsiteY53" fmla="*/ 4807477 h 4821604"/>
              <a:gd name="connsiteX54" fmla="*/ 2194268 w 2947832"/>
              <a:gd name="connsiteY54" fmla="*/ 4820663 h 4821604"/>
              <a:gd name="connsiteX55" fmla="*/ 2192646 w 2947832"/>
              <a:gd name="connsiteY55" fmla="*/ 4821604 h 4821604"/>
              <a:gd name="connsiteX56" fmla="*/ 2177421 w 2947832"/>
              <a:gd name="connsiteY56" fmla="*/ 4821604 h 4821604"/>
              <a:gd name="connsiteX57" fmla="*/ 2175798 w 2947832"/>
              <a:gd name="connsiteY57" fmla="*/ 4820663 h 4821604"/>
              <a:gd name="connsiteX58" fmla="*/ 2168160 w 2947832"/>
              <a:gd name="connsiteY58" fmla="*/ 4807477 h 4821604"/>
              <a:gd name="connsiteX59" fmla="*/ 2168160 w 2947832"/>
              <a:gd name="connsiteY59" fmla="*/ 4805594 h 4821604"/>
              <a:gd name="connsiteX60" fmla="*/ 2175798 w 2947832"/>
              <a:gd name="connsiteY60" fmla="*/ 4792409 h 4821604"/>
              <a:gd name="connsiteX61" fmla="*/ 2177421 w 2947832"/>
              <a:gd name="connsiteY61" fmla="*/ 4791467 h 4821604"/>
              <a:gd name="connsiteX62" fmla="*/ 1689050 w 2947832"/>
              <a:gd name="connsiteY62" fmla="*/ 4723763 h 4821604"/>
              <a:gd name="connsiteX63" fmla="*/ 1689155 w 2947832"/>
              <a:gd name="connsiteY63" fmla="*/ 4723763 h 4821604"/>
              <a:gd name="connsiteX64" fmla="*/ 1689207 w 2947832"/>
              <a:gd name="connsiteY64" fmla="*/ 4723763 h 4821604"/>
              <a:gd name="connsiteX65" fmla="*/ 1689207 w 2947832"/>
              <a:gd name="connsiteY65" fmla="*/ 4723868 h 4821604"/>
              <a:gd name="connsiteX66" fmla="*/ 1689207 w 2947832"/>
              <a:gd name="connsiteY66" fmla="*/ 4723972 h 4821604"/>
              <a:gd name="connsiteX67" fmla="*/ 1689103 w 2947832"/>
              <a:gd name="connsiteY67" fmla="*/ 4723972 h 4821604"/>
              <a:gd name="connsiteX68" fmla="*/ 1689050 w 2947832"/>
              <a:gd name="connsiteY68" fmla="*/ 4723972 h 4821604"/>
              <a:gd name="connsiteX69" fmla="*/ 1689050 w 2947832"/>
              <a:gd name="connsiteY69" fmla="*/ 4723868 h 4821604"/>
              <a:gd name="connsiteX70" fmla="*/ 1767480 w 2947832"/>
              <a:gd name="connsiteY70" fmla="*/ 4715287 h 4821604"/>
              <a:gd name="connsiteX71" fmla="*/ 1776165 w 2947832"/>
              <a:gd name="connsiteY71" fmla="*/ 4715287 h 4821604"/>
              <a:gd name="connsiteX72" fmla="*/ 1777107 w 2947832"/>
              <a:gd name="connsiteY72" fmla="*/ 4715810 h 4821604"/>
              <a:gd name="connsiteX73" fmla="*/ 1781450 w 2947832"/>
              <a:gd name="connsiteY73" fmla="*/ 4723344 h 4821604"/>
              <a:gd name="connsiteX74" fmla="*/ 1781450 w 2947832"/>
              <a:gd name="connsiteY74" fmla="*/ 4724443 h 4821604"/>
              <a:gd name="connsiteX75" fmla="*/ 1777107 w 2947832"/>
              <a:gd name="connsiteY75" fmla="*/ 4731978 h 4821604"/>
              <a:gd name="connsiteX76" fmla="*/ 1776165 w 2947832"/>
              <a:gd name="connsiteY76" fmla="*/ 4732501 h 4821604"/>
              <a:gd name="connsiteX77" fmla="*/ 1767480 w 2947832"/>
              <a:gd name="connsiteY77" fmla="*/ 4732501 h 4821604"/>
              <a:gd name="connsiteX78" fmla="*/ 1766538 w 2947832"/>
              <a:gd name="connsiteY78" fmla="*/ 4731978 h 4821604"/>
              <a:gd name="connsiteX79" fmla="*/ 1762196 w 2947832"/>
              <a:gd name="connsiteY79" fmla="*/ 4724443 h 4821604"/>
              <a:gd name="connsiteX80" fmla="*/ 1762196 w 2947832"/>
              <a:gd name="connsiteY80" fmla="*/ 4723344 h 4821604"/>
              <a:gd name="connsiteX81" fmla="*/ 1766538 w 2947832"/>
              <a:gd name="connsiteY81" fmla="*/ 4715810 h 4821604"/>
              <a:gd name="connsiteX82" fmla="*/ 1767480 w 2947832"/>
              <a:gd name="connsiteY82" fmla="*/ 4715287 h 4821604"/>
              <a:gd name="connsiteX83" fmla="*/ 2425112 w 2947832"/>
              <a:gd name="connsiteY83" fmla="*/ 4708224 h 4821604"/>
              <a:gd name="connsiteX84" fmla="*/ 2440914 w 2947832"/>
              <a:gd name="connsiteY84" fmla="*/ 4708224 h 4821604"/>
              <a:gd name="connsiteX85" fmla="*/ 2442588 w 2947832"/>
              <a:gd name="connsiteY85" fmla="*/ 4709218 h 4821604"/>
              <a:gd name="connsiteX86" fmla="*/ 2450488 w 2947832"/>
              <a:gd name="connsiteY86" fmla="*/ 4722874 h 4821604"/>
              <a:gd name="connsiteX87" fmla="*/ 2450488 w 2947832"/>
              <a:gd name="connsiteY87" fmla="*/ 4724810 h 4821604"/>
              <a:gd name="connsiteX88" fmla="*/ 2442588 w 2947832"/>
              <a:gd name="connsiteY88" fmla="*/ 4738466 h 4821604"/>
              <a:gd name="connsiteX89" fmla="*/ 2440914 w 2947832"/>
              <a:gd name="connsiteY89" fmla="*/ 4739460 h 4821604"/>
              <a:gd name="connsiteX90" fmla="*/ 2425112 w 2947832"/>
              <a:gd name="connsiteY90" fmla="*/ 4739460 h 4821604"/>
              <a:gd name="connsiteX91" fmla="*/ 2423438 w 2947832"/>
              <a:gd name="connsiteY91" fmla="*/ 4738466 h 4821604"/>
              <a:gd name="connsiteX92" fmla="*/ 2415538 w 2947832"/>
              <a:gd name="connsiteY92" fmla="*/ 4724810 h 4821604"/>
              <a:gd name="connsiteX93" fmla="*/ 2415538 w 2947832"/>
              <a:gd name="connsiteY93" fmla="*/ 4722874 h 4821604"/>
              <a:gd name="connsiteX94" fmla="*/ 2423438 w 2947832"/>
              <a:gd name="connsiteY94" fmla="*/ 4709218 h 4821604"/>
              <a:gd name="connsiteX95" fmla="*/ 2425112 w 2947832"/>
              <a:gd name="connsiteY95" fmla="*/ 4708224 h 4821604"/>
              <a:gd name="connsiteX96" fmla="*/ 2341659 w 2947832"/>
              <a:gd name="connsiteY96" fmla="*/ 4706549 h 4821604"/>
              <a:gd name="connsiteX97" fmla="*/ 2359135 w 2947832"/>
              <a:gd name="connsiteY97" fmla="*/ 4706549 h 4821604"/>
              <a:gd name="connsiteX98" fmla="*/ 2361018 w 2947832"/>
              <a:gd name="connsiteY98" fmla="*/ 4707648 h 4821604"/>
              <a:gd name="connsiteX99" fmla="*/ 2369756 w 2947832"/>
              <a:gd name="connsiteY99" fmla="*/ 4722821 h 4821604"/>
              <a:gd name="connsiteX100" fmla="*/ 2369756 w 2947832"/>
              <a:gd name="connsiteY100" fmla="*/ 4724966 h 4821604"/>
              <a:gd name="connsiteX101" fmla="*/ 2361018 w 2947832"/>
              <a:gd name="connsiteY101" fmla="*/ 4740139 h 4821604"/>
              <a:gd name="connsiteX102" fmla="*/ 2359135 w 2947832"/>
              <a:gd name="connsiteY102" fmla="*/ 4741238 h 4821604"/>
              <a:gd name="connsiteX103" fmla="*/ 2341659 w 2947832"/>
              <a:gd name="connsiteY103" fmla="*/ 4741238 h 4821604"/>
              <a:gd name="connsiteX104" fmla="*/ 2339775 w 2947832"/>
              <a:gd name="connsiteY104" fmla="*/ 4740139 h 4821604"/>
              <a:gd name="connsiteX105" fmla="*/ 2331038 w 2947832"/>
              <a:gd name="connsiteY105" fmla="*/ 4724966 h 4821604"/>
              <a:gd name="connsiteX106" fmla="*/ 2331038 w 2947832"/>
              <a:gd name="connsiteY106" fmla="*/ 4722821 h 4821604"/>
              <a:gd name="connsiteX107" fmla="*/ 2339775 w 2947832"/>
              <a:gd name="connsiteY107" fmla="*/ 4707648 h 4821604"/>
              <a:gd name="connsiteX108" fmla="*/ 2341659 w 2947832"/>
              <a:gd name="connsiteY108" fmla="*/ 4706549 h 4821604"/>
              <a:gd name="connsiteX109" fmla="*/ 1928317 w 2947832"/>
              <a:gd name="connsiteY109" fmla="*/ 4706445 h 4821604"/>
              <a:gd name="connsiteX110" fmla="*/ 1945897 w 2947832"/>
              <a:gd name="connsiteY110" fmla="*/ 4706445 h 4821604"/>
              <a:gd name="connsiteX111" fmla="*/ 1947781 w 2947832"/>
              <a:gd name="connsiteY111" fmla="*/ 4707544 h 4821604"/>
              <a:gd name="connsiteX112" fmla="*/ 1956571 w 2947832"/>
              <a:gd name="connsiteY112" fmla="*/ 4722769 h 4821604"/>
              <a:gd name="connsiteX113" fmla="*/ 1956571 w 2947832"/>
              <a:gd name="connsiteY113" fmla="*/ 4724967 h 4821604"/>
              <a:gd name="connsiteX114" fmla="*/ 1947781 w 2947832"/>
              <a:gd name="connsiteY114" fmla="*/ 4740193 h 4821604"/>
              <a:gd name="connsiteX115" fmla="*/ 1945897 w 2947832"/>
              <a:gd name="connsiteY115" fmla="*/ 4741291 h 4821604"/>
              <a:gd name="connsiteX116" fmla="*/ 1928317 w 2947832"/>
              <a:gd name="connsiteY116" fmla="*/ 4741291 h 4821604"/>
              <a:gd name="connsiteX117" fmla="*/ 1926434 w 2947832"/>
              <a:gd name="connsiteY117" fmla="*/ 4740193 h 4821604"/>
              <a:gd name="connsiteX118" fmla="*/ 1917644 w 2947832"/>
              <a:gd name="connsiteY118" fmla="*/ 4724967 h 4821604"/>
              <a:gd name="connsiteX119" fmla="*/ 1917644 w 2947832"/>
              <a:gd name="connsiteY119" fmla="*/ 4722769 h 4821604"/>
              <a:gd name="connsiteX120" fmla="*/ 1926434 w 2947832"/>
              <a:gd name="connsiteY120" fmla="*/ 4707544 h 4821604"/>
              <a:gd name="connsiteX121" fmla="*/ 1928317 w 2947832"/>
              <a:gd name="connsiteY121" fmla="*/ 4706445 h 4821604"/>
              <a:gd name="connsiteX122" fmla="*/ 2093445 w 2947832"/>
              <a:gd name="connsiteY122" fmla="*/ 4706131 h 4821604"/>
              <a:gd name="connsiteX123" fmla="*/ 2111392 w 2947832"/>
              <a:gd name="connsiteY123" fmla="*/ 4706131 h 4821604"/>
              <a:gd name="connsiteX124" fmla="*/ 2113328 w 2947832"/>
              <a:gd name="connsiteY124" fmla="*/ 4707230 h 4821604"/>
              <a:gd name="connsiteX125" fmla="*/ 2122327 w 2947832"/>
              <a:gd name="connsiteY125" fmla="*/ 4722769 h 4821604"/>
              <a:gd name="connsiteX126" fmla="*/ 2122327 w 2947832"/>
              <a:gd name="connsiteY126" fmla="*/ 4724967 h 4821604"/>
              <a:gd name="connsiteX127" fmla="*/ 2113328 w 2947832"/>
              <a:gd name="connsiteY127" fmla="*/ 4740506 h 4821604"/>
              <a:gd name="connsiteX128" fmla="*/ 2111392 w 2947832"/>
              <a:gd name="connsiteY128" fmla="*/ 4741605 h 4821604"/>
              <a:gd name="connsiteX129" fmla="*/ 2093445 w 2947832"/>
              <a:gd name="connsiteY129" fmla="*/ 4741605 h 4821604"/>
              <a:gd name="connsiteX130" fmla="*/ 2091509 w 2947832"/>
              <a:gd name="connsiteY130" fmla="*/ 4740506 h 4821604"/>
              <a:gd name="connsiteX131" fmla="*/ 2082510 w 2947832"/>
              <a:gd name="connsiteY131" fmla="*/ 4724967 h 4821604"/>
              <a:gd name="connsiteX132" fmla="*/ 2082510 w 2947832"/>
              <a:gd name="connsiteY132" fmla="*/ 4722769 h 4821604"/>
              <a:gd name="connsiteX133" fmla="*/ 2091509 w 2947832"/>
              <a:gd name="connsiteY133" fmla="*/ 4707230 h 4821604"/>
              <a:gd name="connsiteX134" fmla="*/ 2093445 w 2947832"/>
              <a:gd name="connsiteY134" fmla="*/ 4706131 h 4821604"/>
              <a:gd name="connsiteX135" fmla="*/ 2010672 w 2947832"/>
              <a:gd name="connsiteY135" fmla="*/ 4705922 h 4821604"/>
              <a:gd name="connsiteX136" fmla="*/ 2028827 w 2947832"/>
              <a:gd name="connsiteY136" fmla="*/ 4705922 h 4821604"/>
              <a:gd name="connsiteX137" fmla="*/ 2030763 w 2947832"/>
              <a:gd name="connsiteY137" fmla="*/ 4707021 h 4821604"/>
              <a:gd name="connsiteX138" fmla="*/ 2039814 w 2947832"/>
              <a:gd name="connsiteY138" fmla="*/ 4722717 h 4821604"/>
              <a:gd name="connsiteX139" fmla="*/ 2039814 w 2947832"/>
              <a:gd name="connsiteY139" fmla="*/ 4724967 h 4821604"/>
              <a:gd name="connsiteX140" fmla="*/ 2030763 w 2947832"/>
              <a:gd name="connsiteY140" fmla="*/ 4740663 h 4821604"/>
              <a:gd name="connsiteX141" fmla="*/ 2028827 w 2947832"/>
              <a:gd name="connsiteY141" fmla="*/ 4741762 h 4821604"/>
              <a:gd name="connsiteX142" fmla="*/ 2010672 w 2947832"/>
              <a:gd name="connsiteY142" fmla="*/ 4741762 h 4821604"/>
              <a:gd name="connsiteX143" fmla="*/ 2008736 w 2947832"/>
              <a:gd name="connsiteY143" fmla="*/ 4740663 h 4821604"/>
              <a:gd name="connsiteX144" fmla="*/ 1999683 w 2947832"/>
              <a:gd name="connsiteY144" fmla="*/ 4724967 h 4821604"/>
              <a:gd name="connsiteX145" fmla="*/ 1999683 w 2947832"/>
              <a:gd name="connsiteY145" fmla="*/ 4722717 h 4821604"/>
              <a:gd name="connsiteX146" fmla="*/ 2008736 w 2947832"/>
              <a:gd name="connsiteY146" fmla="*/ 4707021 h 4821604"/>
              <a:gd name="connsiteX147" fmla="*/ 2010672 w 2947832"/>
              <a:gd name="connsiteY147" fmla="*/ 4705922 h 4821604"/>
              <a:gd name="connsiteX148" fmla="*/ 1845022 w 2947832"/>
              <a:gd name="connsiteY148" fmla="*/ 4705294 h 4821604"/>
              <a:gd name="connsiteX149" fmla="*/ 1863752 w 2947832"/>
              <a:gd name="connsiteY149" fmla="*/ 4705294 h 4821604"/>
              <a:gd name="connsiteX150" fmla="*/ 1865741 w 2947832"/>
              <a:gd name="connsiteY150" fmla="*/ 4706445 h 4821604"/>
              <a:gd name="connsiteX151" fmla="*/ 1875107 w 2947832"/>
              <a:gd name="connsiteY151" fmla="*/ 4722665 h 4821604"/>
              <a:gd name="connsiteX152" fmla="*/ 1875107 w 2947832"/>
              <a:gd name="connsiteY152" fmla="*/ 4724967 h 4821604"/>
              <a:gd name="connsiteX153" fmla="*/ 1865741 w 2947832"/>
              <a:gd name="connsiteY153" fmla="*/ 4741187 h 4821604"/>
              <a:gd name="connsiteX154" fmla="*/ 1863752 w 2947832"/>
              <a:gd name="connsiteY154" fmla="*/ 4742338 h 4821604"/>
              <a:gd name="connsiteX155" fmla="*/ 1845022 w 2947832"/>
              <a:gd name="connsiteY155" fmla="*/ 4742338 h 4821604"/>
              <a:gd name="connsiteX156" fmla="*/ 1843033 w 2947832"/>
              <a:gd name="connsiteY156" fmla="*/ 4741187 h 4821604"/>
              <a:gd name="connsiteX157" fmla="*/ 1833667 w 2947832"/>
              <a:gd name="connsiteY157" fmla="*/ 4724967 h 4821604"/>
              <a:gd name="connsiteX158" fmla="*/ 1833667 w 2947832"/>
              <a:gd name="connsiteY158" fmla="*/ 4722665 h 4821604"/>
              <a:gd name="connsiteX159" fmla="*/ 1843033 w 2947832"/>
              <a:gd name="connsiteY159" fmla="*/ 4706445 h 4821604"/>
              <a:gd name="connsiteX160" fmla="*/ 1845022 w 2947832"/>
              <a:gd name="connsiteY160" fmla="*/ 4705294 h 4821604"/>
              <a:gd name="connsiteX161" fmla="*/ 2175694 w 2947832"/>
              <a:gd name="connsiteY161" fmla="*/ 4705241 h 4821604"/>
              <a:gd name="connsiteX162" fmla="*/ 2194478 w 2947832"/>
              <a:gd name="connsiteY162" fmla="*/ 4705241 h 4821604"/>
              <a:gd name="connsiteX163" fmla="*/ 2196518 w 2947832"/>
              <a:gd name="connsiteY163" fmla="*/ 4706392 h 4821604"/>
              <a:gd name="connsiteX164" fmla="*/ 2205936 w 2947832"/>
              <a:gd name="connsiteY164" fmla="*/ 4722664 h 4821604"/>
              <a:gd name="connsiteX165" fmla="*/ 2205936 w 2947832"/>
              <a:gd name="connsiteY165" fmla="*/ 4724966 h 4821604"/>
              <a:gd name="connsiteX166" fmla="*/ 2196518 w 2947832"/>
              <a:gd name="connsiteY166" fmla="*/ 4741238 h 4821604"/>
              <a:gd name="connsiteX167" fmla="*/ 2194478 w 2947832"/>
              <a:gd name="connsiteY167" fmla="*/ 4742389 h 4821604"/>
              <a:gd name="connsiteX168" fmla="*/ 2175694 w 2947832"/>
              <a:gd name="connsiteY168" fmla="*/ 4742389 h 4821604"/>
              <a:gd name="connsiteX169" fmla="*/ 2173653 w 2947832"/>
              <a:gd name="connsiteY169" fmla="*/ 4741238 h 4821604"/>
              <a:gd name="connsiteX170" fmla="*/ 2164236 w 2947832"/>
              <a:gd name="connsiteY170" fmla="*/ 4724966 h 4821604"/>
              <a:gd name="connsiteX171" fmla="*/ 2164236 w 2947832"/>
              <a:gd name="connsiteY171" fmla="*/ 4722664 h 4821604"/>
              <a:gd name="connsiteX172" fmla="*/ 2173653 w 2947832"/>
              <a:gd name="connsiteY172" fmla="*/ 4706392 h 4821604"/>
              <a:gd name="connsiteX173" fmla="*/ 2175694 w 2947832"/>
              <a:gd name="connsiteY173" fmla="*/ 4705241 h 4821604"/>
              <a:gd name="connsiteX174" fmla="*/ 2257892 w 2947832"/>
              <a:gd name="connsiteY174" fmla="*/ 4704456 h 4821604"/>
              <a:gd name="connsiteX175" fmla="*/ 2277513 w 2947832"/>
              <a:gd name="connsiteY175" fmla="*/ 4704456 h 4821604"/>
              <a:gd name="connsiteX176" fmla="*/ 2279605 w 2947832"/>
              <a:gd name="connsiteY176" fmla="*/ 4705659 h 4821604"/>
              <a:gd name="connsiteX177" fmla="*/ 2289389 w 2947832"/>
              <a:gd name="connsiteY177" fmla="*/ 4722664 h 4821604"/>
              <a:gd name="connsiteX178" fmla="*/ 2289389 w 2947832"/>
              <a:gd name="connsiteY178" fmla="*/ 4725071 h 4821604"/>
              <a:gd name="connsiteX179" fmla="*/ 2279605 w 2947832"/>
              <a:gd name="connsiteY179" fmla="*/ 4742075 h 4821604"/>
              <a:gd name="connsiteX180" fmla="*/ 2277513 w 2947832"/>
              <a:gd name="connsiteY180" fmla="*/ 4743279 h 4821604"/>
              <a:gd name="connsiteX181" fmla="*/ 2257892 w 2947832"/>
              <a:gd name="connsiteY181" fmla="*/ 4743279 h 4821604"/>
              <a:gd name="connsiteX182" fmla="*/ 2255799 w 2947832"/>
              <a:gd name="connsiteY182" fmla="*/ 4742075 h 4821604"/>
              <a:gd name="connsiteX183" fmla="*/ 2246015 w 2947832"/>
              <a:gd name="connsiteY183" fmla="*/ 4725071 h 4821604"/>
              <a:gd name="connsiteX184" fmla="*/ 2246015 w 2947832"/>
              <a:gd name="connsiteY184" fmla="*/ 4722664 h 4821604"/>
              <a:gd name="connsiteX185" fmla="*/ 2255799 w 2947832"/>
              <a:gd name="connsiteY185" fmla="*/ 4705659 h 4821604"/>
              <a:gd name="connsiteX186" fmla="*/ 2257892 w 2947832"/>
              <a:gd name="connsiteY186" fmla="*/ 4704456 h 4821604"/>
              <a:gd name="connsiteX187" fmla="*/ 2598297 w 2947832"/>
              <a:gd name="connsiteY187" fmla="*/ 4641095 h 4821604"/>
              <a:gd name="connsiteX188" fmla="*/ 2598402 w 2947832"/>
              <a:gd name="connsiteY188" fmla="*/ 4641095 h 4821604"/>
              <a:gd name="connsiteX189" fmla="*/ 2598454 w 2947832"/>
              <a:gd name="connsiteY189" fmla="*/ 4641095 h 4821604"/>
              <a:gd name="connsiteX190" fmla="*/ 2598454 w 2947832"/>
              <a:gd name="connsiteY190" fmla="*/ 4641200 h 4821604"/>
              <a:gd name="connsiteX191" fmla="*/ 2598454 w 2947832"/>
              <a:gd name="connsiteY191" fmla="*/ 4641304 h 4821604"/>
              <a:gd name="connsiteX192" fmla="*/ 2598350 w 2947832"/>
              <a:gd name="connsiteY192" fmla="*/ 4641304 h 4821604"/>
              <a:gd name="connsiteX193" fmla="*/ 2598297 w 2947832"/>
              <a:gd name="connsiteY193" fmla="*/ 4641304 h 4821604"/>
              <a:gd name="connsiteX194" fmla="*/ 2598297 w 2947832"/>
              <a:gd name="connsiteY194" fmla="*/ 4641200 h 4821604"/>
              <a:gd name="connsiteX195" fmla="*/ 1521882 w 2947832"/>
              <a:gd name="connsiteY195" fmla="*/ 4637328 h 4821604"/>
              <a:gd name="connsiteX196" fmla="*/ 1525754 w 2947832"/>
              <a:gd name="connsiteY196" fmla="*/ 4637328 h 4821604"/>
              <a:gd name="connsiteX197" fmla="*/ 1526172 w 2947832"/>
              <a:gd name="connsiteY197" fmla="*/ 4637590 h 4821604"/>
              <a:gd name="connsiteX198" fmla="*/ 1528108 w 2947832"/>
              <a:gd name="connsiteY198" fmla="*/ 4640938 h 4821604"/>
              <a:gd name="connsiteX199" fmla="*/ 1528108 w 2947832"/>
              <a:gd name="connsiteY199" fmla="*/ 4641409 h 4821604"/>
              <a:gd name="connsiteX200" fmla="*/ 1526172 w 2947832"/>
              <a:gd name="connsiteY200" fmla="*/ 4644758 h 4821604"/>
              <a:gd name="connsiteX201" fmla="*/ 1525754 w 2947832"/>
              <a:gd name="connsiteY201" fmla="*/ 4645019 h 4821604"/>
              <a:gd name="connsiteX202" fmla="*/ 1521882 w 2947832"/>
              <a:gd name="connsiteY202" fmla="*/ 4645019 h 4821604"/>
              <a:gd name="connsiteX203" fmla="*/ 1521463 w 2947832"/>
              <a:gd name="connsiteY203" fmla="*/ 4644758 h 4821604"/>
              <a:gd name="connsiteX204" fmla="*/ 1519527 w 2947832"/>
              <a:gd name="connsiteY204" fmla="*/ 4641409 h 4821604"/>
              <a:gd name="connsiteX205" fmla="*/ 1519527 w 2947832"/>
              <a:gd name="connsiteY205" fmla="*/ 4640938 h 4821604"/>
              <a:gd name="connsiteX206" fmla="*/ 1521463 w 2947832"/>
              <a:gd name="connsiteY206" fmla="*/ 4637590 h 4821604"/>
              <a:gd name="connsiteX207" fmla="*/ 1521882 w 2947832"/>
              <a:gd name="connsiteY207" fmla="*/ 4637328 h 4821604"/>
              <a:gd name="connsiteX208" fmla="*/ 1598010 w 2947832"/>
              <a:gd name="connsiteY208" fmla="*/ 4624561 h 4821604"/>
              <a:gd name="connsiteX209" fmla="*/ 1614858 w 2947832"/>
              <a:gd name="connsiteY209" fmla="*/ 4624561 h 4821604"/>
              <a:gd name="connsiteX210" fmla="*/ 1616637 w 2947832"/>
              <a:gd name="connsiteY210" fmla="*/ 4625607 h 4821604"/>
              <a:gd name="connsiteX211" fmla="*/ 1625060 w 2947832"/>
              <a:gd name="connsiteY211" fmla="*/ 4640205 h 4821604"/>
              <a:gd name="connsiteX212" fmla="*/ 1625060 w 2947832"/>
              <a:gd name="connsiteY212" fmla="*/ 4642298 h 4821604"/>
              <a:gd name="connsiteX213" fmla="*/ 1616637 w 2947832"/>
              <a:gd name="connsiteY213" fmla="*/ 4656896 h 4821604"/>
              <a:gd name="connsiteX214" fmla="*/ 1614858 w 2947832"/>
              <a:gd name="connsiteY214" fmla="*/ 4657942 h 4821604"/>
              <a:gd name="connsiteX215" fmla="*/ 1598010 w 2947832"/>
              <a:gd name="connsiteY215" fmla="*/ 4657942 h 4821604"/>
              <a:gd name="connsiteX216" fmla="*/ 1596231 w 2947832"/>
              <a:gd name="connsiteY216" fmla="*/ 4656896 h 4821604"/>
              <a:gd name="connsiteX217" fmla="*/ 1587807 w 2947832"/>
              <a:gd name="connsiteY217" fmla="*/ 4642298 h 4821604"/>
              <a:gd name="connsiteX218" fmla="*/ 1587807 w 2947832"/>
              <a:gd name="connsiteY218" fmla="*/ 4640205 h 4821604"/>
              <a:gd name="connsiteX219" fmla="*/ 1596231 w 2947832"/>
              <a:gd name="connsiteY219" fmla="*/ 4625607 h 4821604"/>
              <a:gd name="connsiteX220" fmla="*/ 1598010 w 2947832"/>
              <a:gd name="connsiteY220" fmla="*/ 4624561 h 4821604"/>
              <a:gd name="connsiteX221" fmla="*/ 2424432 w 2947832"/>
              <a:gd name="connsiteY221" fmla="*/ 4624195 h 4821604"/>
              <a:gd name="connsiteX222" fmla="*/ 2441646 w 2947832"/>
              <a:gd name="connsiteY222" fmla="*/ 4624195 h 4821604"/>
              <a:gd name="connsiteX223" fmla="*/ 2443477 w 2947832"/>
              <a:gd name="connsiteY223" fmla="*/ 4625241 h 4821604"/>
              <a:gd name="connsiteX224" fmla="*/ 2452058 w 2947832"/>
              <a:gd name="connsiteY224" fmla="*/ 4640153 h 4821604"/>
              <a:gd name="connsiteX225" fmla="*/ 2452058 w 2947832"/>
              <a:gd name="connsiteY225" fmla="*/ 4642298 h 4821604"/>
              <a:gd name="connsiteX226" fmla="*/ 2443477 w 2947832"/>
              <a:gd name="connsiteY226" fmla="*/ 4657210 h 4821604"/>
              <a:gd name="connsiteX227" fmla="*/ 2441646 w 2947832"/>
              <a:gd name="connsiteY227" fmla="*/ 4658256 h 4821604"/>
              <a:gd name="connsiteX228" fmla="*/ 2424432 w 2947832"/>
              <a:gd name="connsiteY228" fmla="*/ 4658256 h 4821604"/>
              <a:gd name="connsiteX229" fmla="*/ 2422601 w 2947832"/>
              <a:gd name="connsiteY229" fmla="*/ 4657210 h 4821604"/>
              <a:gd name="connsiteX230" fmla="*/ 2414020 w 2947832"/>
              <a:gd name="connsiteY230" fmla="*/ 4642298 h 4821604"/>
              <a:gd name="connsiteX231" fmla="*/ 2414020 w 2947832"/>
              <a:gd name="connsiteY231" fmla="*/ 4640153 h 4821604"/>
              <a:gd name="connsiteX232" fmla="*/ 2422601 w 2947832"/>
              <a:gd name="connsiteY232" fmla="*/ 4625241 h 4821604"/>
              <a:gd name="connsiteX233" fmla="*/ 2424432 w 2947832"/>
              <a:gd name="connsiteY233" fmla="*/ 4624195 h 4821604"/>
              <a:gd name="connsiteX234" fmla="*/ 1928108 w 2947832"/>
              <a:gd name="connsiteY234" fmla="*/ 4623462 h 4821604"/>
              <a:gd name="connsiteX235" fmla="*/ 1946054 w 2947832"/>
              <a:gd name="connsiteY235" fmla="*/ 4623462 h 4821604"/>
              <a:gd name="connsiteX236" fmla="*/ 1947990 w 2947832"/>
              <a:gd name="connsiteY236" fmla="*/ 4624561 h 4821604"/>
              <a:gd name="connsiteX237" fmla="*/ 1956989 w 2947832"/>
              <a:gd name="connsiteY237" fmla="*/ 4640100 h 4821604"/>
              <a:gd name="connsiteX238" fmla="*/ 1956989 w 2947832"/>
              <a:gd name="connsiteY238" fmla="*/ 4642298 h 4821604"/>
              <a:gd name="connsiteX239" fmla="*/ 1947990 w 2947832"/>
              <a:gd name="connsiteY239" fmla="*/ 4657837 h 4821604"/>
              <a:gd name="connsiteX240" fmla="*/ 1946054 w 2947832"/>
              <a:gd name="connsiteY240" fmla="*/ 4658936 h 4821604"/>
              <a:gd name="connsiteX241" fmla="*/ 1928108 w 2947832"/>
              <a:gd name="connsiteY241" fmla="*/ 4658936 h 4821604"/>
              <a:gd name="connsiteX242" fmla="*/ 1926172 w 2947832"/>
              <a:gd name="connsiteY242" fmla="*/ 4657837 h 4821604"/>
              <a:gd name="connsiteX243" fmla="*/ 1917173 w 2947832"/>
              <a:gd name="connsiteY243" fmla="*/ 4642298 h 4821604"/>
              <a:gd name="connsiteX244" fmla="*/ 1917173 w 2947832"/>
              <a:gd name="connsiteY244" fmla="*/ 4640100 h 4821604"/>
              <a:gd name="connsiteX245" fmla="*/ 1926172 w 2947832"/>
              <a:gd name="connsiteY245" fmla="*/ 4624561 h 4821604"/>
              <a:gd name="connsiteX246" fmla="*/ 1928108 w 2947832"/>
              <a:gd name="connsiteY246" fmla="*/ 4623462 h 4821604"/>
              <a:gd name="connsiteX247" fmla="*/ 1845440 w 2947832"/>
              <a:gd name="connsiteY247" fmla="*/ 4623410 h 4821604"/>
              <a:gd name="connsiteX248" fmla="*/ 1863438 w 2947832"/>
              <a:gd name="connsiteY248" fmla="*/ 4623410 h 4821604"/>
              <a:gd name="connsiteX249" fmla="*/ 1865375 w 2947832"/>
              <a:gd name="connsiteY249" fmla="*/ 4624509 h 4821604"/>
              <a:gd name="connsiteX250" fmla="*/ 1874374 w 2947832"/>
              <a:gd name="connsiteY250" fmla="*/ 4640101 h 4821604"/>
              <a:gd name="connsiteX251" fmla="*/ 1874374 w 2947832"/>
              <a:gd name="connsiteY251" fmla="*/ 4642350 h 4821604"/>
              <a:gd name="connsiteX252" fmla="*/ 1865375 w 2947832"/>
              <a:gd name="connsiteY252" fmla="*/ 4657942 h 4821604"/>
              <a:gd name="connsiteX253" fmla="*/ 1863438 w 2947832"/>
              <a:gd name="connsiteY253" fmla="*/ 4659041 h 4821604"/>
              <a:gd name="connsiteX254" fmla="*/ 1845440 w 2947832"/>
              <a:gd name="connsiteY254" fmla="*/ 4659041 h 4821604"/>
              <a:gd name="connsiteX255" fmla="*/ 1843504 w 2947832"/>
              <a:gd name="connsiteY255" fmla="*/ 4657942 h 4821604"/>
              <a:gd name="connsiteX256" fmla="*/ 1834505 w 2947832"/>
              <a:gd name="connsiteY256" fmla="*/ 4642350 h 4821604"/>
              <a:gd name="connsiteX257" fmla="*/ 1834505 w 2947832"/>
              <a:gd name="connsiteY257" fmla="*/ 4640101 h 4821604"/>
              <a:gd name="connsiteX258" fmla="*/ 1843504 w 2947832"/>
              <a:gd name="connsiteY258" fmla="*/ 4624509 h 4821604"/>
              <a:gd name="connsiteX259" fmla="*/ 1845440 w 2947832"/>
              <a:gd name="connsiteY259" fmla="*/ 4623410 h 4821604"/>
              <a:gd name="connsiteX260" fmla="*/ 1680103 w 2947832"/>
              <a:gd name="connsiteY260" fmla="*/ 4623358 h 4821604"/>
              <a:gd name="connsiteX261" fmla="*/ 1698154 w 2947832"/>
              <a:gd name="connsiteY261" fmla="*/ 4623358 h 4821604"/>
              <a:gd name="connsiteX262" fmla="*/ 1700090 w 2947832"/>
              <a:gd name="connsiteY262" fmla="*/ 4624457 h 4821604"/>
              <a:gd name="connsiteX263" fmla="*/ 1709089 w 2947832"/>
              <a:gd name="connsiteY263" fmla="*/ 4640101 h 4821604"/>
              <a:gd name="connsiteX264" fmla="*/ 1709089 w 2947832"/>
              <a:gd name="connsiteY264" fmla="*/ 4642351 h 4821604"/>
              <a:gd name="connsiteX265" fmla="*/ 1700090 w 2947832"/>
              <a:gd name="connsiteY265" fmla="*/ 4657995 h 4821604"/>
              <a:gd name="connsiteX266" fmla="*/ 1698154 w 2947832"/>
              <a:gd name="connsiteY266" fmla="*/ 4659094 h 4821604"/>
              <a:gd name="connsiteX267" fmla="*/ 1680103 w 2947832"/>
              <a:gd name="connsiteY267" fmla="*/ 4659094 h 4821604"/>
              <a:gd name="connsiteX268" fmla="*/ 1678167 w 2947832"/>
              <a:gd name="connsiteY268" fmla="*/ 4657995 h 4821604"/>
              <a:gd name="connsiteX269" fmla="*/ 1669168 w 2947832"/>
              <a:gd name="connsiteY269" fmla="*/ 4642351 h 4821604"/>
              <a:gd name="connsiteX270" fmla="*/ 1669168 w 2947832"/>
              <a:gd name="connsiteY270" fmla="*/ 4640101 h 4821604"/>
              <a:gd name="connsiteX271" fmla="*/ 1678167 w 2947832"/>
              <a:gd name="connsiteY271" fmla="*/ 4624457 h 4821604"/>
              <a:gd name="connsiteX272" fmla="*/ 1680103 w 2947832"/>
              <a:gd name="connsiteY272" fmla="*/ 4623358 h 4821604"/>
              <a:gd name="connsiteX273" fmla="*/ 2506525 w 2947832"/>
              <a:gd name="connsiteY273" fmla="*/ 4623096 h 4821604"/>
              <a:gd name="connsiteX274" fmla="*/ 2524837 w 2947832"/>
              <a:gd name="connsiteY274" fmla="*/ 4623096 h 4821604"/>
              <a:gd name="connsiteX275" fmla="*/ 2526773 w 2947832"/>
              <a:gd name="connsiteY275" fmla="*/ 4624247 h 4821604"/>
              <a:gd name="connsiteX276" fmla="*/ 2535929 w 2947832"/>
              <a:gd name="connsiteY276" fmla="*/ 4640101 h 4821604"/>
              <a:gd name="connsiteX277" fmla="*/ 2535929 w 2947832"/>
              <a:gd name="connsiteY277" fmla="*/ 4642350 h 4821604"/>
              <a:gd name="connsiteX278" fmla="*/ 2526773 w 2947832"/>
              <a:gd name="connsiteY278" fmla="*/ 4658204 h 4821604"/>
              <a:gd name="connsiteX279" fmla="*/ 2524837 w 2947832"/>
              <a:gd name="connsiteY279" fmla="*/ 4659355 h 4821604"/>
              <a:gd name="connsiteX280" fmla="*/ 2506525 w 2947832"/>
              <a:gd name="connsiteY280" fmla="*/ 4659355 h 4821604"/>
              <a:gd name="connsiteX281" fmla="*/ 2504589 w 2947832"/>
              <a:gd name="connsiteY281" fmla="*/ 4658204 h 4821604"/>
              <a:gd name="connsiteX282" fmla="*/ 2495432 w 2947832"/>
              <a:gd name="connsiteY282" fmla="*/ 4642350 h 4821604"/>
              <a:gd name="connsiteX283" fmla="*/ 2495432 w 2947832"/>
              <a:gd name="connsiteY283" fmla="*/ 4640101 h 4821604"/>
              <a:gd name="connsiteX284" fmla="*/ 2504589 w 2947832"/>
              <a:gd name="connsiteY284" fmla="*/ 4624247 h 4821604"/>
              <a:gd name="connsiteX285" fmla="*/ 2506525 w 2947832"/>
              <a:gd name="connsiteY285" fmla="*/ 4623096 h 4821604"/>
              <a:gd name="connsiteX286" fmla="*/ 2341240 w 2947832"/>
              <a:gd name="connsiteY286" fmla="*/ 4623044 h 4821604"/>
              <a:gd name="connsiteX287" fmla="*/ 2359605 w 2947832"/>
              <a:gd name="connsiteY287" fmla="*/ 4623044 h 4821604"/>
              <a:gd name="connsiteX288" fmla="*/ 2361593 w 2947832"/>
              <a:gd name="connsiteY288" fmla="*/ 4624195 h 4821604"/>
              <a:gd name="connsiteX289" fmla="*/ 2370750 w 2947832"/>
              <a:gd name="connsiteY289" fmla="*/ 4640101 h 4821604"/>
              <a:gd name="connsiteX290" fmla="*/ 2370750 w 2947832"/>
              <a:gd name="connsiteY290" fmla="*/ 4642351 h 4821604"/>
              <a:gd name="connsiteX291" fmla="*/ 2361593 w 2947832"/>
              <a:gd name="connsiteY291" fmla="*/ 4658256 h 4821604"/>
              <a:gd name="connsiteX292" fmla="*/ 2359605 w 2947832"/>
              <a:gd name="connsiteY292" fmla="*/ 4659408 h 4821604"/>
              <a:gd name="connsiteX293" fmla="*/ 2341240 w 2947832"/>
              <a:gd name="connsiteY293" fmla="*/ 4659408 h 4821604"/>
              <a:gd name="connsiteX294" fmla="*/ 2339252 w 2947832"/>
              <a:gd name="connsiteY294" fmla="*/ 4658256 h 4821604"/>
              <a:gd name="connsiteX295" fmla="*/ 2330095 w 2947832"/>
              <a:gd name="connsiteY295" fmla="*/ 4642351 h 4821604"/>
              <a:gd name="connsiteX296" fmla="*/ 2330095 w 2947832"/>
              <a:gd name="connsiteY296" fmla="*/ 4640101 h 4821604"/>
              <a:gd name="connsiteX297" fmla="*/ 2339252 w 2947832"/>
              <a:gd name="connsiteY297" fmla="*/ 4624195 h 4821604"/>
              <a:gd name="connsiteX298" fmla="*/ 2341240 w 2947832"/>
              <a:gd name="connsiteY298" fmla="*/ 4623044 h 4821604"/>
              <a:gd name="connsiteX299" fmla="*/ 1762404 w 2947832"/>
              <a:gd name="connsiteY299" fmla="*/ 4622678 h 4821604"/>
              <a:gd name="connsiteX300" fmla="*/ 1781136 w 2947832"/>
              <a:gd name="connsiteY300" fmla="*/ 4622678 h 4821604"/>
              <a:gd name="connsiteX301" fmla="*/ 1783124 w 2947832"/>
              <a:gd name="connsiteY301" fmla="*/ 4623829 h 4821604"/>
              <a:gd name="connsiteX302" fmla="*/ 1792489 w 2947832"/>
              <a:gd name="connsiteY302" fmla="*/ 4640049 h 4821604"/>
              <a:gd name="connsiteX303" fmla="*/ 1792489 w 2947832"/>
              <a:gd name="connsiteY303" fmla="*/ 4642351 h 4821604"/>
              <a:gd name="connsiteX304" fmla="*/ 1783124 w 2947832"/>
              <a:gd name="connsiteY304" fmla="*/ 4658571 h 4821604"/>
              <a:gd name="connsiteX305" fmla="*/ 1781136 w 2947832"/>
              <a:gd name="connsiteY305" fmla="*/ 4659722 h 4821604"/>
              <a:gd name="connsiteX306" fmla="*/ 1762404 w 2947832"/>
              <a:gd name="connsiteY306" fmla="*/ 4659722 h 4821604"/>
              <a:gd name="connsiteX307" fmla="*/ 1760416 w 2947832"/>
              <a:gd name="connsiteY307" fmla="*/ 4658571 h 4821604"/>
              <a:gd name="connsiteX308" fmla="*/ 1751051 w 2947832"/>
              <a:gd name="connsiteY308" fmla="*/ 4642351 h 4821604"/>
              <a:gd name="connsiteX309" fmla="*/ 1751051 w 2947832"/>
              <a:gd name="connsiteY309" fmla="*/ 4640049 h 4821604"/>
              <a:gd name="connsiteX310" fmla="*/ 1760416 w 2947832"/>
              <a:gd name="connsiteY310" fmla="*/ 4623829 h 4821604"/>
              <a:gd name="connsiteX311" fmla="*/ 1762404 w 2947832"/>
              <a:gd name="connsiteY311" fmla="*/ 4622678 h 4821604"/>
              <a:gd name="connsiteX312" fmla="*/ 2010305 w 2947832"/>
              <a:gd name="connsiteY312" fmla="*/ 4622468 h 4821604"/>
              <a:gd name="connsiteX313" fmla="*/ 2029246 w 2947832"/>
              <a:gd name="connsiteY313" fmla="*/ 4622468 h 4821604"/>
              <a:gd name="connsiteX314" fmla="*/ 2031287 w 2947832"/>
              <a:gd name="connsiteY314" fmla="*/ 4623619 h 4821604"/>
              <a:gd name="connsiteX315" fmla="*/ 2040757 w 2947832"/>
              <a:gd name="connsiteY315" fmla="*/ 4640048 h 4821604"/>
              <a:gd name="connsiteX316" fmla="*/ 2040757 w 2947832"/>
              <a:gd name="connsiteY316" fmla="*/ 4642403 h 4821604"/>
              <a:gd name="connsiteX317" fmla="*/ 2031287 w 2947832"/>
              <a:gd name="connsiteY317" fmla="*/ 4658832 h 4821604"/>
              <a:gd name="connsiteX318" fmla="*/ 2029246 w 2947832"/>
              <a:gd name="connsiteY318" fmla="*/ 4659983 h 4821604"/>
              <a:gd name="connsiteX319" fmla="*/ 2010305 w 2947832"/>
              <a:gd name="connsiteY319" fmla="*/ 4659983 h 4821604"/>
              <a:gd name="connsiteX320" fmla="*/ 2008265 w 2947832"/>
              <a:gd name="connsiteY320" fmla="*/ 4658832 h 4821604"/>
              <a:gd name="connsiteX321" fmla="*/ 1998795 w 2947832"/>
              <a:gd name="connsiteY321" fmla="*/ 4642403 h 4821604"/>
              <a:gd name="connsiteX322" fmla="*/ 1998795 w 2947832"/>
              <a:gd name="connsiteY322" fmla="*/ 4640048 h 4821604"/>
              <a:gd name="connsiteX323" fmla="*/ 2008265 w 2947832"/>
              <a:gd name="connsiteY323" fmla="*/ 4623619 h 4821604"/>
              <a:gd name="connsiteX324" fmla="*/ 2010305 w 2947832"/>
              <a:gd name="connsiteY324" fmla="*/ 4622468 h 4821604"/>
              <a:gd name="connsiteX325" fmla="*/ 2257996 w 2947832"/>
              <a:gd name="connsiteY325" fmla="*/ 4621945 h 4821604"/>
              <a:gd name="connsiteX326" fmla="*/ 2277460 w 2947832"/>
              <a:gd name="connsiteY326" fmla="*/ 4621945 h 4821604"/>
              <a:gd name="connsiteX327" fmla="*/ 2279553 w 2947832"/>
              <a:gd name="connsiteY327" fmla="*/ 4623149 h 4821604"/>
              <a:gd name="connsiteX328" fmla="*/ 2289285 w 2947832"/>
              <a:gd name="connsiteY328" fmla="*/ 4639996 h 4821604"/>
              <a:gd name="connsiteX329" fmla="*/ 2289285 w 2947832"/>
              <a:gd name="connsiteY329" fmla="*/ 4642403 h 4821604"/>
              <a:gd name="connsiteX330" fmla="*/ 2279553 w 2947832"/>
              <a:gd name="connsiteY330" fmla="*/ 4659250 h 4821604"/>
              <a:gd name="connsiteX331" fmla="*/ 2277460 w 2947832"/>
              <a:gd name="connsiteY331" fmla="*/ 4660454 h 4821604"/>
              <a:gd name="connsiteX332" fmla="*/ 2257996 w 2947832"/>
              <a:gd name="connsiteY332" fmla="*/ 4660454 h 4821604"/>
              <a:gd name="connsiteX333" fmla="*/ 2255904 w 2947832"/>
              <a:gd name="connsiteY333" fmla="*/ 4659250 h 4821604"/>
              <a:gd name="connsiteX334" fmla="*/ 2246172 w 2947832"/>
              <a:gd name="connsiteY334" fmla="*/ 4642403 h 4821604"/>
              <a:gd name="connsiteX335" fmla="*/ 2246172 w 2947832"/>
              <a:gd name="connsiteY335" fmla="*/ 4639996 h 4821604"/>
              <a:gd name="connsiteX336" fmla="*/ 2255904 w 2947832"/>
              <a:gd name="connsiteY336" fmla="*/ 4623149 h 4821604"/>
              <a:gd name="connsiteX337" fmla="*/ 2257996 w 2947832"/>
              <a:gd name="connsiteY337" fmla="*/ 4621945 h 4821604"/>
              <a:gd name="connsiteX338" fmla="*/ 2091823 w 2947832"/>
              <a:gd name="connsiteY338" fmla="*/ 4620323 h 4821604"/>
              <a:gd name="connsiteX339" fmla="*/ 2112961 w 2947832"/>
              <a:gd name="connsiteY339" fmla="*/ 4620323 h 4821604"/>
              <a:gd name="connsiteX340" fmla="*/ 2115211 w 2947832"/>
              <a:gd name="connsiteY340" fmla="*/ 4621631 h 4821604"/>
              <a:gd name="connsiteX341" fmla="*/ 2125780 w 2947832"/>
              <a:gd name="connsiteY341" fmla="*/ 4639944 h 4821604"/>
              <a:gd name="connsiteX342" fmla="*/ 2125780 w 2947832"/>
              <a:gd name="connsiteY342" fmla="*/ 4642560 h 4821604"/>
              <a:gd name="connsiteX343" fmla="*/ 2115211 w 2947832"/>
              <a:gd name="connsiteY343" fmla="*/ 4660872 h 4821604"/>
              <a:gd name="connsiteX344" fmla="*/ 2112961 w 2947832"/>
              <a:gd name="connsiteY344" fmla="*/ 4662180 h 4821604"/>
              <a:gd name="connsiteX345" fmla="*/ 2091823 w 2947832"/>
              <a:gd name="connsiteY345" fmla="*/ 4662180 h 4821604"/>
              <a:gd name="connsiteX346" fmla="*/ 2089573 w 2947832"/>
              <a:gd name="connsiteY346" fmla="*/ 4660872 h 4821604"/>
              <a:gd name="connsiteX347" fmla="*/ 2079004 w 2947832"/>
              <a:gd name="connsiteY347" fmla="*/ 4642560 h 4821604"/>
              <a:gd name="connsiteX348" fmla="*/ 2079004 w 2947832"/>
              <a:gd name="connsiteY348" fmla="*/ 4639944 h 4821604"/>
              <a:gd name="connsiteX349" fmla="*/ 2089573 w 2947832"/>
              <a:gd name="connsiteY349" fmla="*/ 4621631 h 4821604"/>
              <a:gd name="connsiteX350" fmla="*/ 2091823 w 2947832"/>
              <a:gd name="connsiteY350" fmla="*/ 4620323 h 4821604"/>
              <a:gd name="connsiteX351" fmla="*/ 2174230 w 2947832"/>
              <a:gd name="connsiteY351" fmla="*/ 4619695 h 4821604"/>
              <a:gd name="connsiteX352" fmla="*/ 2195943 w 2947832"/>
              <a:gd name="connsiteY352" fmla="*/ 4619695 h 4821604"/>
              <a:gd name="connsiteX353" fmla="*/ 2198245 w 2947832"/>
              <a:gd name="connsiteY353" fmla="*/ 4621055 h 4821604"/>
              <a:gd name="connsiteX354" fmla="*/ 2209128 w 2947832"/>
              <a:gd name="connsiteY354" fmla="*/ 4639891 h 4821604"/>
              <a:gd name="connsiteX355" fmla="*/ 2209128 w 2947832"/>
              <a:gd name="connsiteY355" fmla="*/ 4642560 h 4821604"/>
              <a:gd name="connsiteX356" fmla="*/ 2198245 w 2947832"/>
              <a:gd name="connsiteY356" fmla="*/ 4661396 h 4821604"/>
              <a:gd name="connsiteX357" fmla="*/ 2195943 w 2947832"/>
              <a:gd name="connsiteY357" fmla="*/ 4662756 h 4821604"/>
              <a:gd name="connsiteX358" fmla="*/ 2174230 w 2947832"/>
              <a:gd name="connsiteY358" fmla="*/ 4662756 h 4821604"/>
              <a:gd name="connsiteX359" fmla="*/ 2171875 w 2947832"/>
              <a:gd name="connsiteY359" fmla="*/ 4661396 h 4821604"/>
              <a:gd name="connsiteX360" fmla="*/ 2160992 w 2947832"/>
              <a:gd name="connsiteY360" fmla="*/ 4642560 h 4821604"/>
              <a:gd name="connsiteX361" fmla="*/ 2160992 w 2947832"/>
              <a:gd name="connsiteY361" fmla="*/ 4639891 h 4821604"/>
              <a:gd name="connsiteX362" fmla="*/ 2171875 w 2947832"/>
              <a:gd name="connsiteY362" fmla="*/ 4621055 h 4821604"/>
              <a:gd name="connsiteX363" fmla="*/ 2174230 w 2947832"/>
              <a:gd name="connsiteY363" fmla="*/ 4619695 h 4821604"/>
              <a:gd name="connsiteX364" fmla="*/ 1356022 w 2947832"/>
              <a:gd name="connsiteY364" fmla="*/ 4553665 h 4821604"/>
              <a:gd name="connsiteX365" fmla="*/ 1360940 w 2947832"/>
              <a:gd name="connsiteY365" fmla="*/ 4553665 h 4821604"/>
              <a:gd name="connsiteX366" fmla="*/ 1361463 w 2947832"/>
              <a:gd name="connsiteY366" fmla="*/ 4553979 h 4821604"/>
              <a:gd name="connsiteX367" fmla="*/ 1363922 w 2947832"/>
              <a:gd name="connsiteY367" fmla="*/ 4558269 h 4821604"/>
              <a:gd name="connsiteX368" fmla="*/ 1363922 w 2947832"/>
              <a:gd name="connsiteY368" fmla="*/ 4558897 h 4821604"/>
              <a:gd name="connsiteX369" fmla="*/ 1361463 w 2947832"/>
              <a:gd name="connsiteY369" fmla="*/ 4563188 h 4821604"/>
              <a:gd name="connsiteX370" fmla="*/ 1360940 w 2947832"/>
              <a:gd name="connsiteY370" fmla="*/ 4563502 h 4821604"/>
              <a:gd name="connsiteX371" fmla="*/ 1356022 w 2947832"/>
              <a:gd name="connsiteY371" fmla="*/ 4563502 h 4821604"/>
              <a:gd name="connsiteX372" fmla="*/ 1355499 w 2947832"/>
              <a:gd name="connsiteY372" fmla="*/ 4563188 h 4821604"/>
              <a:gd name="connsiteX373" fmla="*/ 1353039 w 2947832"/>
              <a:gd name="connsiteY373" fmla="*/ 4558897 h 4821604"/>
              <a:gd name="connsiteX374" fmla="*/ 1353039 w 2947832"/>
              <a:gd name="connsiteY374" fmla="*/ 4558269 h 4821604"/>
              <a:gd name="connsiteX375" fmla="*/ 1355499 w 2947832"/>
              <a:gd name="connsiteY375" fmla="*/ 4553979 h 4821604"/>
              <a:gd name="connsiteX376" fmla="*/ 1356022 w 2947832"/>
              <a:gd name="connsiteY376" fmla="*/ 4553665 h 4821604"/>
              <a:gd name="connsiteX377" fmla="*/ 2590815 w 2947832"/>
              <a:gd name="connsiteY377" fmla="*/ 4543619 h 4821604"/>
              <a:gd name="connsiteX378" fmla="*/ 2605884 w 2947832"/>
              <a:gd name="connsiteY378" fmla="*/ 4543619 h 4821604"/>
              <a:gd name="connsiteX379" fmla="*/ 2607505 w 2947832"/>
              <a:gd name="connsiteY379" fmla="*/ 4544561 h 4821604"/>
              <a:gd name="connsiteX380" fmla="*/ 2615040 w 2947832"/>
              <a:gd name="connsiteY380" fmla="*/ 4557641 h 4821604"/>
              <a:gd name="connsiteX381" fmla="*/ 2615040 w 2947832"/>
              <a:gd name="connsiteY381" fmla="*/ 4559525 h 4821604"/>
              <a:gd name="connsiteX382" fmla="*/ 2607505 w 2947832"/>
              <a:gd name="connsiteY382" fmla="*/ 4572605 h 4821604"/>
              <a:gd name="connsiteX383" fmla="*/ 2605884 w 2947832"/>
              <a:gd name="connsiteY383" fmla="*/ 4573547 h 4821604"/>
              <a:gd name="connsiteX384" fmla="*/ 2590815 w 2947832"/>
              <a:gd name="connsiteY384" fmla="*/ 4573547 h 4821604"/>
              <a:gd name="connsiteX385" fmla="*/ 2589193 w 2947832"/>
              <a:gd name="connsiteY385" fmla="*/ 4572605 h 4821604"/>
              <a:gd name="connsiteX386" fmla="*/ 2581659 w 2947832"/>
              <a:gd name="connsiteY386" fmla="*/ 4559525 h 4821604"/>
              <a:gd name="connsiteX387" fmla="*/ 2581659 w 2947832"/>
              <a:gd name="connsiteY387" fmla="*/ 4557641 h 4821604"/>
              <a:gd name="connsiteX388" fmla="*/ 2589193 w 2947832"/>
              <a:gd name="connsiteY388" fmla="*/ 4544561 h 4821604"/>
              <a:gd name="connsiteX389" fmla="*/ 2590815 w 2947832"/>
              <a:gd name="connsiteY389" fmla="*/ 4543619 h 4821604"/>
              <a:gd name="connsiteX390" fmla="*/ 2507048 w 2947832"/>
              <a:gd name="connsiteY390" fmla="*/ 4541370 h 4821604"/>
              <a:gd name="connsiteX391" fmla="*/ 2524366 w 2947832"/>
              <a:gd name="connsiteY391" fmla="*/ 4541370 h 4821604"/>
              <a:gd name="connsiteX392" fmla="*/ 2526250 w 2947832"/>
              <a:gd name="connsiteY392" fmla="*/ 4542469 h 4821604"/>
              <a:gd name="connsiteX393" fmla="*/ 2534935 w 2947832"/>
              <a:gd name="connsiteY393" fmla="*/ 4557485 h 4821604"/>
              <a:gd name="connsiteX394" fmla="*/ 2534935 w 2947832"/>
              <a:gd name="connsiteY394" fmla="*/ 4559630 h 4821604"/>
              <a:gd name="connsiteX395" fmla="*/ 2526250 w 2947832"/>
              <a:gd name="connsiteY395" fmla="*/ 4574647 h 4821604"/>
              <a:gd name="connsiteX396" fmla="*/ 2524366 w 2947832"/>
              <a:gd name="connsiteY396" fmla="*/ 4575745 h 4821604"/>
              <a:gd name="connsiteX397" fmla="*/ 2507048 w 2947832"/>
              <a:gd name="connsiteY397" fmla="*/ 4575745 h 4821604"/>
              <a:gd name="connsiteX398" fmla="*/ 2505165 w 2947832"/>
              <a:gd name="connsiteY398" fmla="*/ 4574647 h 4821604"/>
              <a:gd name="connsiteX399" fmla="*/ 2496479 w 2947832"/>
              <a:gd name="connsiteY399" fmla="*/ 4559630 h 4821604"/>
              <a:gd name="connsiteX400" fmla="*/ 2496479 w 2947832"/>
              <a:gd name="connsiteY400" fmla="*/ 4557485 h 4821604"/>
              <a:gd name="connsiteX401" fmla="*/ 2505165 w 2947832"/>
              <a:gd name="connsiteY401" fmla="*/ 4542469 h 4821604"/>
              <a:gd name="connsiteX402" fmla="*/ 2507048 w 2947832"/>
              <a:gd name="connsiteY402" fmla="*/ 4541370 h 4821604"/>
              <a:gd name="connsiteX403" fmla="*/ 1432255 w 2947832"/>
              <a:gd name="connsiteY403" fmla="*/ 4540899 h 4821604"/>
              <a:gd name="connsiteX404" fmla="*/ 1450096 w 2947832"/>
              <a:gd name="connsiteY404" fmla="*/ 4540899 h 4821604"/>
              <a:gd name="connsiteX405" fmla="*/ 1452032 w 2947832"/>
              <a:gd name="connsiteY405" fmla="*/ 4541998 h 4821604"/>
              <a:gd name="connsiteX406" fmla="*/ 1460979 w 2947832"/>
              <a:gd name="connsiteY406" fmla="*/ 4557433 h 4821604"/>
              <a:gd name="connsiteX407" fmla="*/ 1460979 w 2947832"/>
              <a:gd name="connsiteY407" fmla="*/ 4559630 h 4821604"/>
              <a:gd name="connsiteX408" fmla="*/ 1452032 w 2947832"/>
              <a:gd name="connsiteY408" fmla="*/ 4575065 h 4821604"/>
              <a:gd name="connsiteX409" fmla="*/ 1450096 w 2947832"/>
              <a:gd name="connsiteY409" fmla="*/ 4576164 h 4821604"/>
              <a:gd name="connsiteX410" fmla="*/ 1432255 w 2947832"/>
              <a:gd name="connsiteY410" fmla="*/ 4576164 h 4821604"/>
              <a:gd name="connsiteX411" fmla="*/ 1430319 w 2947832"/>
              <a:gd name="connsiteY411" fmla="*/ 4575065 h 4821604"/>
              <a:gd name="connsiteX412" fmla="*/ 1421372 w 2947832"/>
              <a:gd name="connsiteY412" fmla="*/ 4559630 h 4821604"/>
              <a:gd name="connsiteX413" fmla="*/ 1421372 w 2947832"/>
              <a:gd name="connsiteY413" fmla="*/ 4557433 h 4821604"/>
              <a:gd name="connsiteX414" fmla="*/ 1430319 w 2947832"/>
              <a:gd name="connsiteY414" fmla="*/ 4541998 h 4821604"/>
              <a:gd name="connsiteX415" fmla="*/ 1432255 w 2947832"/>
              <a:gd name="connsiteY415" fmla="*/ 4540899 h 4821604"/>
              <a:gd name="connsiteX416" fmla="*/ 2423752 w 2947832"/>
              <a:gd name="connsiteY416" fmla="*/ 4540114 h 4821604"/>
              <a:gd name="connsiteX417" fmla="*/ 2442379 w 2947832"/>
              <a:gd name="connsiteY417" fmla="*/ 4540114 h 4821604"/>
              <a:gd name="connsiteX418" fmla="*/ 2444367 w 2947832"/>
              <a:gd name="connsiteY418" fmla="*/ 4541265 h 4821604"/>
              <a:gd name="connsiteX419" fmla="*/ 2453680 w 2947832"/>
              <a:gd name="connsiteY419" fmla="*/ 4557380 h 4821604"/>
              <a:gd name="connsiteX420" fmla="*/ 2453680 w 2947832"/>
              <a:gd name="connsiteY420" fmla="*/ 4559682 h 4821604"/>
              <a:gd name="connsiteX421" fmla="*/ 2444367 w 2947832"/>
              <a:gd name="connsiteY421" fmla="*/ 4575797 h 4821604"/>
              <a:gd name="connsiteX422" fmla="*/ 2442379 w 2947832"/>
              <a:gd name="connsiteY422" fmla="*/ 4576948 h 4821604"/>
              <a:gd name="connsiteX423" fmla="*/ 2423752 w 2947832"/>
              <a:gd name="connsiteY423" fmla="*/ 4576948 h 4821604"/>
              <a:gd name="connsiteX424" fmla="*/ 2421764 w 2947832"/>
              <a:gd name="connsiteY424" fmla="*/ 4575797 h 4821604"/>
              <a:gd name="connsiteX425" fmla="*/ 2412450 w 2947832"/>
              <a:gd name="connsiteY425" fmla="*/ 4559682 h 4821604"/>
              <a:gd name="connsiteX426" fmla="*/ 2412450 w 2947832"/>
              <a:gd name="connsiteY426" fmla="*/ 4557380 h 4821604"/>
              <a:gd name="connsiteX427" fmla="*/ 2421764 w 2947832"/>
              <a:gd name="connsiteY427" fmla="*/ 4541265 h 4821604"/>
              <a:gd name="connsiteX428" fmla="*/ 2423752 w 2947832"/>
              <a:gd name="connsiteY428" fmla="*/ 4540114 h 4821604"/>
              <a:gd name="connsiteX429" fmla="*/ 1844707 w 2947832"/>
              <a:gd name="connsiteY429" fmla="*/ 4539277 h 4821604"/>
              <a:gd name="connsiteX430" fmla="*/ 1864171 w 2947832"/>
              <a:gd name="connsiteY430" fmla="*/ 4539277 h 4821604"/>
              <a:gd name="connsiteX431" fmla="*/ 1866264 w 2947832"/>
              <a:gd name="connsiteY431" fmla="*/ 4540481 h 4821604"/>
              <a:gd name="connsiteX432" fmla="*/ 1875996 w 2947832"/>
              <a:gd name="connsiteY432" fmla="*/ 4557328 h 4821604"/>
              <a:gd name="connsiteX433" fmla="*/ 1875996 w 2947832"/>
              <a:gd name="connsiteY433" fmla="*/ 4559735 h 4821604"/>
              <a:gd name="connsiteX434" fmla="*/ 1866264 w 2947832"/>
              <a:gd name="connsiteY434" fmla="*/ 4576582 h 4821604"/>
              <a:gd name="connsiteX435" fmla="*/ 1864171 w 2947832"/>
              <a:gd name="connsiteY435" fmla="*/ 4577786 h 4821604"/>
              <a:gd name="connsiteX436" fmla="*/ 1844707 w 2947832"/>
              <a:gd name="connsiteY436" fmla="*/ 4577786 h 4821604"/>
              <a:gd name="connsiteX437" fmla="*/ 1842614 w 2947832"/>
              <a:gd name="connsiteY437" fmla="*/ 4576582 h 4821604"/>
              <a:gd name="connsiteX438" fmla="*/ 1832883 w 2947832"/>
              <a:gd name="connsiteY438" fmla="*/ 4559735 h 4821604"/>
              <a:gd name="connsiteX439" fmla="*/ 1832883 w 2947832"/>
              <a:gd name="connsiteY439" fmla="*/ 4557328 h 4821604"/>
              <a:gd name="connsiteX440" fmla="*/ 1842614 w 2947832"/>
              <a:gd name="connsiteY440" fmla="*/ 4540481 h 4821604"/>
              <a:gd name="connsiteX441" fmla="*/ 1844707 w 2947832"/>
              <a:gd name="connsiteY441" fmla="*/ 4539277 h 4821604"/>
              <a:gd name="connsiteX442" fmla="*/ 1927323 w 2947832"/>
              <a:gd name="connsiteY442" fmla="*/ 4539224 h 4821604"/>
              <a:gd name="connsiteX443" fmla="*/ 1946839 w 2947832"/>
              <a:gd name="connsiteY443" fmla="*/ 4539224 h 4821604"/>
              <a:gd name="connsiteX444" fmla="*/ 1948932 w 2947832"/>
              <a:gd name="connsiteY444" fmla="*/ 4540428 h 4821604"/>
              <a:gd name="connsiteX445" fmla="*/ 1958664 w 2947832"/>
              <a:gd name="connsiteY445" fmla="*/ 4557327 h 4821604"/>
              <a:gd name="connsiteX446" fmla="*/ 1958664 w 2947832"/>
              <a:gd name="connsiteY446" fmla="*/ 4559734 h 4821604"/>
              <a:gd name="connsiteX447" fmla="*/ 1948932 w 2947832"/>
              <a:gd name="connsiteY447" fmla="*/ 4576634 h 4821604"/>
              <a:gd name="connsiteX448" fmla="*/ 1946839 w 2947832"/>
              <a:gd name="connsiteY448" fmla="*/ 4577837 h 4821604"/>
              <a:gd name="connsiteX449" fmla="*/ 1927323 w 2947832"/>
              <a:gd name="connsiteY449" fmla="*/ 4577837 h 4821604"/>
              <a:gd name="connsiteX450" fmla="*/ 1925230 w 2947832"/>
              <a:gd name="connsiteY450" fmla="*/ 4576634 h 4821604"/>
              <a:gd name="connsiteX451" fmla="*/ 1915499 w 2947832"/>
              <a:gd name="connsiteY451" fmla="*/ 4559734 h 4821604"/>
              <a:gd name="connsiteX452" fmla="*/ 1915499 w 2947832"/>
              <a:gd name="connsiteY452" fmla="*/ 4557327 h 4821604"/>
              <a:gd name="connsiteX453" fmla="*/ 1925230 w 2947832"/>
              <a:gd name="connsiteY453" fmla="*/ 4540428 h 4821604"/>
              <a:gd name="connsiteX454" fmla="*/ 1927323 w 2947832"/>
              <a:gd name="connsiteY454" fmla="*/ 4539224 h 4821604"/>
              <a:gd name="connsiteX455" fmla="*/ 1513877 w 2947832"/>
              <a:gd name="connsiteY455" fmla="*/ 4538910 h 4821604"/>
              <a:gd name="connsiteX456" fmla="*/ 1533760 w 2947832"/>
              <a:gd name="connsiteY456" fmla="*/ 4538910 h 4821604"/>
              <a:gd name="connsiteX457" fmla="*/ 1535905 w 2947832"/>
              <a:gd name="connsiteY457" fmla="*/ 4540114 h 4821604"/>
              <a:gd name="connsiteX458" fmla="*/ 1545846 w 2947832"/>
              <a:gd name="connsiteY458" fmla="*/ 4557327 h 4821604"/>
              <a:gd name="connsiteX459" fmla="*/ 1545846 w 2947832"/>
              <a:gd name="connsiteY459" fmla="*/ 4559787 h 4821604"/>
              <a:gd name="connsiteX460" fmla="*/ 1535905 w 2947832"/>
              <a:gd name="connsiteY460" fmla="*/ 4577000 h 4821604"/>
              <a:gd name="connsiteX461" fmla="*/ 1533760 w 2947832"/>
              <a:gd name="connsiteY461" fmla="*/ 4578204 h 4821604"/>
              <a:gd name="connsiteX462" fmla="*/ 1513877 w 2947832"/>
              <a:gd name="connsiteY462" fmla="*/ 4578204 h 4821604"/>
              <a:gd name="connsiteX463" fmla="*/ 1511732 w 2947832"/>
              <a:gd name="connsiteY463" fmla="*/ 4577000 h 4821604"/>
              <a:gd name="connsiteX464" fmla="*/ 1501791 w 2947832"/>
              <a:gd name="connsiteY464" fmla="*/ 4559787 h 4821604"/>
              <a:gd name="connsiteX465" fmla="*/ 1501791 w 2947832"/>
              <a:gd name="connsiteY465" fmla="*/ 4557327 h 4821604"/>
              <a:gd name="connsiteX466" fmla="*/ 1511732 w 2947832"/>
              <a:gd name="connsiteY466" fmla="*/ 4540114 h 4821604"/>
              <a:gd name="connsiteX467" fmla="*/ 1513877 w 2947832"/>
              <a:gd name="connsiteY467" fmla="*/ 4538910 h 4821604"/>
              <a:gd name="connsiteX468" fmla="*/ 2175014 w 2947832"/>
              <a:gd name="connsiteY468" fmla="*/ 4538649 h 4821604"/>
              <a:gd name="connsiteX469" fmla="*/ 2195106 w 2947832"/>
              <a:gd name="connsiteY469" fmla="*/ 4538649 h 4821604"/>
              <a:gd name="connsiteX470" fmla="*/ 2197251 w 2947832"/>
              <a:gd name="connsiteY470" fmla="*/ 4539905 h 4821604"/>
              <a:gd name="connsiteX471" fmla="*/ 2207297 w 2947832"/>
              <a:gd name="connsiteY471" fmla="*/ 4557328 h 4821604"/>
              <a:gd name="connsiteX472" fmla="*/ 2207297 w 2947832"/>
              <a:gd name="connsiteY472" fmla="*/ 4559839 h 4821604"/>
              <a:gd name="connsiteX473" fmla="*/ 2197251 w 2947832"/>
              <a:gd name="connsiteY473" fmla="*/ 4577262 h 4821604"/>
              <a:gd name="connsiteX474" fmla="*/ 2195106 w 2947832"/>
              <a:gd name="connsiteY474" fmla="*/ 4578518 h 4821604"/>
              <a:gd name="connsiteX475" fmla="*/ 2175014 w 2947832"/>
              <a:gd name="connsiteY475" fmla="*/ 4578518 h 4821604"/>
              <a:gd name="connsiteX476" fmla="*/ 2172870 w 2947832"/>
              <a:gd name="connsiteY476" fmla="*/ 4577262 h 4821604"/>
              <a:gd name="connsiteX477" fmla="*/ 2162824 w 2947832"/>
              <a:gd name="connsiteY477" fmla="*/ 4559839 h 4821604"/>
              <a:gd name="connsiteX478" fmla="*/ 2162824 w 2947832"/>
              <a:gd name="connsiteY478" fmla="*/ 4557328 h 4821604"/>
              <a:gd name="connsiteX479" fmla="*/ 2172870 w 2947832"/>
              <a:gd name="connsiteY479" fmla="*/ 4539905 h 4821604"/>
              <a:gd name="connsiteX480" fmla="*/ 2175014 w 2947832"/>
              <a:gd name="connsiteY480" fmla="*/ 4538649 h 4821604"/>
              <a:gd name="connsiteX481" fmla="*/ 1761672 w 2947832"/>
              <a:gd name="connsiteY481" fmla="*/ 4538544 h 4821604"/>
              <a:gd name="connsiteX482" fmla="*/ 1781869 w 2947832"/>
              <a:gd name="connsiteY482" fmla="*/ 4538544 h 4821604"/>
              <a:gd name="connsiteX483" fmla="*/ 1784014 w 2947832"/>
              <a:gd name="connsiteY483" fmla="*/ 4539800 h 4821604"/>
              <a:gd name="connsiteX484" fmla="*/ 1794112 w 2947832"/>
              <a:gd name="connsiteY484" fmla="*/ 4557328 h 4821604"/>
              <a:gd name="connsiteX485" fmla="*/ 1794112 w 2947832"/>
              <a:gd name="connsiteY485" fmla="*/ 4559839 h 4821604"/>
              <a:gd name="connsiteX486" fmla="*/ 1784014 w 2947832"/>
              <a:gd name="connsiteY486" fmla="*/ 4577367 h 4821604"/>
              <a:gd name="connsiteX487" fmla="*/ 1781869 w 2947832"/>
              <a:gd name="connsiteY487" fmla="*/ 4578623 h 4821604"/>
              <a:gd name="connsiteX488" fmla="*/ 1761672 w 2947832"/>
              <a:gd name="connsiteY488" fmla="*/ 4578623 h 4821604"/>
              <a:gd name="connsiteX489" fmla="*/ 1759527 w 2947832"/>
              <a:gd name="connsiteY489" fmla="*/ 4577367 h 4821604"/>
              <a:gd name="connsiteX490" fmla="*/ 1749429 w 2947832"/>
              <a:gd name="connsiteY490" fmla="*/ 4559839 h 4821604"/>
              <a:gd name="connsiteX491" fmla="*/ 1749429 w 2947832"/>
              <a:gd name="connsiteY491" fmla="*/ 4557328 h 4821604"/>
              <a:gd name="connsiteX492" fmla="*/ 1759527 w 2947832"/>
              <a:gd name="connsiteY492" fmla="*/ 4539800 h 4821604"/>
              <a:gd name="connsiteX493" fmla="*/ 1761672 w 2947832"/>
              <a:gd name="connsiteY493" fmla="*/ 4538544 h 4821604"/>
              <a:gd name="connsiteX494" fmla="*/ 2340037 w 2947832"/>
              <a:gd name="connsiteY494" fmla="*/ 4538126 h 4821604"/>
              <a:gd name="connsiteX495" fmla="*/ 2360704 w 2947832"/>
              <a:gd name="connsiteY495" fmla="*/ 4538126 h 4821604"/>
              <a:gd name="connsiteX496" fmla="*/ 2362902 w 2947832"/>
              <a:gd name="connsiteY496" fmla="*/ 4539382 h 4821604"/>
              <a:gd name="connsiteX497" fmla="*/ 2373261 w 2947832"/>
              <a:gd name="connsiteY497" fmla="*/ 4557276 h 4821604"/>
              <a:gd name="connsiteX498" fmla="*/ 2373261 w 2947832"/>
              <a:gd name="connsiteY498" fmla="*/ 4559839 h 4821604"/>
              <a:gd name="connsiteX499" fmla="*/ 2362902 w 2947832"/>
              <a:gd name="connsiteY499" fmla="*/ 4577734 h 4821604"/>
              <a:gd name="connsiteX500" fmla="*/ 2360704 w 2947832"/>
              <a:gd name="connsiteY500" fmla="*/ 4578989 h 4821604"/>
              <a:gd name="connsiteX501" fmla="*/ 2340037 w 2947832"/>
              <a:gd name="connsiteY501" fmla="*/ 4578989 h 4821604"/>
              <a:gd name="connsiteX502" fmla="*/ 2337839 w 2947832"/>
              <a:gd name="connsiteY502" fmla="*/ 4577734 h 4821604"/>
              <a:gd name="connsiteX503" fmla="*/ 2327480 w 2947832"/>
              <a:gd name="connsiteY503" fmla="*/ 4559839 h 4821604"/>
              <a:gd name="connsiteX504" fmla="*/ 2327480 w 2947832"/>
              <a:gd name="connsiteY504" fmla="*/ 4557276 h 4821604"/>
              <a:gd name="connsiteX505" fmla="*/ 2337839 w 2947832"/>
              <a:gd name="connsiteY505" fmla="*/ 4539382 h 4821604"/>
              <a:gd name="connsiteX506" fmla="*/ 2340037 w 2947832"/>
              <a:gd name="connsiteY506" fmla="*/ 4538126 h 4821604"/>
              <a:gd name="connsiteX507" fmla="*/ 2091300 w 2947832"/>
              <a:gd name="connsiteY507" fmla="*/ 4536556 h 4821604"/>
              <a:gd name="connsiteX508" fmla="*/ 2113536 w 2947832"/>
              <a:gd name="connsiteY508" fmla="*/ 4536556 h 4821604"/>
              <a:gd name="connsiteX509" fmla="*/ 2115944 w 2947832"/>
              <a:gd name="connsiteY509" fmla="*/ 4537916 h 4821604"/>
              <a:gd name="connsiteX510" fmla="*/ 2127036 w 2947832"/>
              <a:gd name="connsiteY510" fmla="*/ 4557171 h 4821604"/>
              <a:gd name="connsiteX511" fmla="*/ 2127036 w 2947832"/>
              <a:gd name="connsiteY511" fmla="*/ 4559944 h 4821604"/>
              <a:gd name="connsiteX512" fmla="*/ 2115944 w 2947832"/>
              <a:gd name="connsiteY512" fmla="*/ 4579198 h 4821604"/>
              <a:gd name="connsiteX513" fmla="*/ 2113536 w 2947832"/>
              <a:gd name="connsiteY513" fmla="*/ 4580558 h 4821604"/>
              <a:gd name="connsiteX514" fmla="*/ 2091300 w 2947832"/>
              <a:gd name="connsiteY514" fmla="*/ 4580558 h 4821604"/>
              <a:gd name="connsiteX515" fmla="*/ 2088893 w 2947832"/>
              <a:gd name="connsiteY515" fmla="*/ 4579198 h 4821604"/>
              <a:gd name="connsiteX516" fmla="*/ 2077801 w 2947832"/>
              <a:gd name="connsiteY516" fmla="*/ 4559944 h 4821604"/>
              <a:gd name="connsiteX517" fmla="*/ 2077801 w 2947832"/>
              <a:gd name="connsiteY517" fmla="*/ 4557171 h 4821604"/>
              <a:gd name="connsiteX518" fmla="*/ 2088893 w 2947832"/>
              <a:gd name="connsiteY518" fmla="*/ 4537916 h 4821604"/>
              <a:gd name="connsiteX519" fmla="*/ 2091300 w 2947832"/>
              <a:gd name="connsiteY519" fmla="*/ 4536556 h 4821604"/>
              <a:gd name="connsiteX520" fmla="*/ 1677696 w 2947832"/>
              <a:gd name="connsiteY520" fmla="*/ 4535928 h 4821604"/>
              <a:gd name="connsiteX521" fmla="*/ 1700561 w 2947832"/>
              <a:gd name="connsiteY521" fmla="*/ 4535928 h 4821604"/>
              <a:gd name="connsiteX522" fmla="*/ 1703020 w 2947832"/>
              <a:gd name="connsiteY522" fmla="*/ 4537341 h 4821604"/>
              <a:gd name="connsiteX523" fmla="*/ 1714426 w 2947832"/>
              <a:gd name="connsiteY523" fmla="*/ 4557119 h 4821604"/>
              <a:gd name="connsiteX524" fmla="*/ 1714426 w 2947832"/>
              <a:gd name="connsiteY524" fmla="*/ 4559944 h 4821604"/>
              <a:gd name="connsiteX525" fmla="*/ 1703020 w 2947832"/>
              <a:gd name="connsiteY525" fmla="*/ 4579722 h 4821604"/>
              <a:gd name="connsiteX526" fmla="*/ 1700561 w 2947832"/>
              <a:gd name="connsiteY526" fmla="*/ 4581134 h 4821604"/>
              <a:gd name="connsiteX527" fmla="*/ 1677696 w 2947832"/>
              <a:gd name="connsiteY527" fmla="*/ 4581134 h 4821604"/>
              <a:gd name="connsiteX528" fmla="*/ 1675237 w 2947832"/>
              <a:gd name="connsiteY528" fmla="*/ 4579722 h 4821604"/>
              <a:gd name="connsiteX529" fmla="*/ 1663831 w 2947832"/>
              <a:gd name="connsiteY529" fmla="*/ 4559944 h 4821604"/>
              <a:gd name="connsiteX530" fmla="*/ 1663831 w 2947832"/>
              <a:gd name="connsiteY530" fmla="*/ 4557119 h 4821604"/>
              <a:gd name="connsiteX531" fmla="*/ 1675237 w 2947832"/>
              <a:gd name="connsiteY531" fmla="*/ 4537341 h 4821604"/>
              <a:gd name="connsiteX532" fmla="*/ 1677696 w 2947832"/>
              <a:gd name="connsiteY532" fmla="*/ 4535928 h 4821604"/>
              <a:gd name="connsiteX533" fmla="*/ 1595080 w 2947832"/>
              <a:gd name="connsiteY533" fmla="*/ 4535928 h 4821604"/>
              <a:gd name="connsiteX534" fmla="*/ 1617945 w 2947832"/>
              <a:gd name="connsiteY534" fmla="*/ 4535928 h 4821604"/>
              <a:gd name="connsiteX535" fmla="*/ 1620404 w 2947832"/>
              <a:gd name="connsiteY535" fmla="*/ 4537341 h 4821604"/>
              <a:gd name="connsiteX536" fmla="*/ 1631810 w 2947832"/>
              <a:gd name="connsiteY536" fmla="*/ 4557119 h 4821604"/>
              <a:gd name="connsiteX537" fmla="*/ 1631810 w 2947832"/>
              <a:gd name="connsiteY537" fmla="*/ 4559944 h 4821604"/>
              <a:gd name="connsiteX538" fmla="*/ 1620404 w 2947832"/>
              <a:gd name="connsiteY538" fmla="*/ 4579722 h 4821604"/>
              <a:gd name="connsiteX539" fmla="*/ 1617945 w 2947832"/>
              <a:gd name="connsiteY539" fmla="*/ 4581134 h 4821604"/>
              <a:gd name="connsiteX540" fmla="*/ 1595080 w 2947832"/>
              <a:gd name="connsiteY540" fmla="*/ 4581134 h 4821604"/>
              <a:gd name="connsiteX541" fmla="*/ 1592621 w 2947832"/>
              <a:gd name="connsiteY541" fmla="*/ 4579722 h 4821604"/>
              <a:gd name="connsiteX542" fmla="*/ 1581215 w 2947832"/>
              <a:gd name="connsiteY542" fmla="*/ 4559944 h 4821604"/>
              <a:gd name="connsiteX543" fmla="*/ 1581215 w 2947832"/>
              <a:gd name="connsiteY543" fmla="*/ 4557119 h 4821604"/>
              <a:gd name="connsiteX544" fmla="*/ 1592621 w 2947832"/>
              <a:gd name="connsiteY544" fmla="*/ 4537341 h 4821604"/>
              <a:gd name="connsiteX545" fmla="*/ 1595080 w 2947832"/>
              <a:gd name="connsiteY545" fmla="*/ 4535928 h 4821604"/>
              <a:gd name="connsiteX546" fmla="*/ 2008265 w 2947832"/>
              <a:gd name="connsiteY546" fmla="*/ 4535824 h 4821604"/>
              <a:gd name="connsiteX547" fmla="*/ 2031234 w 2947832"/>
              <a:gd name="connsiteY547" fmla="*/ 4535824 h 4821604"/>
              <a:gd name="connsiteX548" fmla="*/ 2033693 w 2947832"/>
              <a:gd name="connsiteY548" fmla="*/ 4537236 h 4821604"/>
              <a:gd name="connsiteX549" fmla="*/ 2045204 w 2947832"/>
              <a:gd name="connsiteY549" fmla="*/ 4557171 h 4821604"/>
              <a:gd name="connsiteX550" fmla="*/ 2045204 w 2947832"/>
              <a:gd name="connsiteY550" fmla="*/ 4559997 h 4821604"/>
              <a:gd name="connsiteX551" fmla="*/ 2033693 w 2947832"/>
              <a:gd name="connsiteY551" fmla="*/ 4579931 h 4821604"/>
              <a:gd name="connsiteX552" fmla="*/ 2031234 w 2947832"/>
              <a:gd name="connsiteY552" fmla="*/ 4581344 h 4821604"/>
              <a:gd name="connsiteX553" fmla="*/ 2008265 w 2947832"/>
              <a:gd name="connsiteY553" fmla="*/ 4581344 h 4821604"/>
              <a:gd name="connsiteX554" fmla="*/ 2005806 w 2947832"/>
              <a:gd name="connsiteY554" fmla="*/ 4579931 h 4821604"/>
              <a:gd name="connsiteX555" fmla="*/ 1994296 w 2947832"/>
              <a:gd name="connsiteY555" fmla="*/ 4559997 h 4821604"/>
              <a:gd name="connsiteX556" fmla="*/ 1994296 w 2947832"/>
              <a:gd name="connsiteY556" fmla="*/ 4557171 h 4821604"/>
              <a:gd name="connsiteX557" fmla="*/ 2005806 w 2947832"/>
              <a:gd name="connsiteY557" fmla="*/ 4537236 h 4821604"/>
              <a:gd name="connsiteX558" fmla="*/ 2008265 w 2947832"/>
              <a:gd name="connsiteY558" fmla="*/ 4535824 h 4821604"/>
              <a:gd name="connsiteX559" fmla="*/ 2254752 w 2947832"/>
              <a:gd name="connsiteY559" fmla="*/ 4532894 h 4821604"/>
              <a:gd name="connsiteX560" fmla="*/ 2280652 w 2947832"/>
              <a:gd name="connsiteY560" fmla="*/ 4532894 h 4821604"/>
              <a:gd name="connsiteX561" fmla="*/ 2283425 w 2947832"/>
              <a:gd name="connsiteY561" fmla="*/ 4534516 h 4821604"/>
              <a:gd name="connsiteX562" fmla="*/ 2296401 w 2947832"/>
              <a:gd name="connsiteY562" fmla="*/ 4556962 h 4821604"/>
              <a:gd name="connsiteX563" fmla="*/ 2296401 w 2947832"/>
              <a:gd name="connsiteY563" fmla="*/ 4560153 h 4821604"/>
              <a:gd name="connsiteX564" fmla="*/ 2283425 w 2947832"/>
              <a:gd name="connsiteY564" fmla="*/ 4582600 h 4821604"/>
              <a:gd name="connsiteX565" fmla="*/ 2280652 w 2947832"/>
              <a:gd name="connsiteY565" fmla="*/ 4584222 h 4821604"/>
              <a:gd name="connsiteX566" fmla="*/ 2254752 w 2947832"/>
              <a:gd name="connsiteY566" fmla="*/ 4584222 h 4821604"/>
              <a:gd name="connsiteX567" fmla="*/ 2251980 w 2947832"/>
              <a:gd name="connsiteY567" fmla="*/ 4582600 h 4821604"/>
              <a:gd name="connsiteX568" fmla="*/ 2239003 w 2947832"/>
              <a:gd name="connsiteY568" fmla="*/ 4560153 h 4821604"/>
              <a:gd name="connsiteX569" fmla="*/ 2239003 w 2947832"/>
              <a:gd name="connsiteY569" fmla="*/ 4556962 h 4821604"/>
              <a:gd name="connsiteX570" fmla="*/ 2251980 w 2947832"/>
              <a:gd name="connsiteY570" fmla="*/ 4534516 h 4821604"/>
              <a:gd name="connsiteX571" fmla="*/ 2254752 w 2947832"/>
              <a:gd name="connsiteY571" fmla="*/ 4532894 h 4821604"/>
              <a:gd name="connsiteX572" fmla="*/ 2680494 w 2947832"/>
              <a:gd name="connsiteY572" fmla="*/ 4474921 h 4821604"/>
              <a:gd name="connsiteX573" fmla="*/ 2681488 w 2947832"/>
              <a:gd name="connsiteY573" fmla="*/ 4474921 h 4821604"/>
              <a:gd name="connsiteX574" fmla="*/ 2681593 w 2947832"/>
              <a:gd name="connsiteY574" fmla="*/ 4474973 h 4821604"/>
              <a:gd name="connsiteX575" fmla="*/ 2682116 w 2947832"/>
              <a:gd name="connsiteY575" fmla="*/ 4475863 h 4821604"/>
              <a:gd name="connsiteX576" fmla="*/ 2682116 w 2947832"/>
              <a:gd name="connsiteY576" fmla="*/ 4475967 h 4821604"/>
              <a:gd name="connsiteX577" fmla="*/ 2681593 w 2947832"/>
              <a:gd name="connsiteY577" fmla="*/ 4476857 h 4821604"/>
              <a:gd name="connsiteX578" fmla="*/ 2681488 w 2947832"/>
              <a:gd name="connsiteY578" fmla="*/ 4476909 h 4821604"/>
              <a:gd name="connsiteX579" fmla="*/ 2680494 w 2947832"/>
              <a:gd name="connsiteY579" fmla="*/ 4476909 h 4821604"/>
              <a:gd name="connsiteX580" fmla="*/ 2680390 w 2947832"/>
              <a:gd name="connsiteY580" fmla="*/ 4476857 h 4821604"/>
              <a:gd name="connsiteX581" fmla="*/ 2679866 w 2947832"/>
              <a:gd name="connsiteY581" fmla="*/ 4475967 h 4821604"/>
              <a:gd name="connsiteX582" fmla="*/ 2679866 w 2947832"/>
              <a:gd name="connsiteY582" fmla="*/ 4475863 h 4821604"/>
              <a:gd name="connsiteX583" fmla="*/ 2680390 w 2947832"/>
              <a:gd name="connsiteY583" fmla="*/ 4474973 h 4821604"/>
              <a:gd name="connsiteX584" fmla="*/ 2680494 w 2947832"/>
              <a:gd name="connsiteY584" fmla="*/ 4474921 h 4821604"/>
              <a:gd name="connsiteX585" fmla="*/ 1189848 w 2947832"/>
              <a:gd name="connsiteY585" fmla="*/ 4469375 h 4821604"/>
              <a:gd name="connsiteX586" fmla="*/ 1196388 w 2947832"/>
              <a:gd name="connsiteY586" fmla="*/ 4469375 h 4821604"/>
              <a:gd name="connsiteX587" fmla="*/ 1197068 w 2947832"/>
              <a:gd name="connsiteY587" fmla="*/ 4469794 h 4821604"/>
              <a:gd name="connsiteX588" fmla="*/ 1200365 w 2947832"/>
              <a:gd name="connsiteY588" fmla="*/ 4475444 h 4821604"/>
              <a:gd name="connsiteX589" fmla="*/ 1200365 w 2947832"/>
              <a:gd name="connsiteY589" fmla="*/ 4476282 h 4821604"/>
              <a:gd name="connsiteX590" fmla="*/ 1197068 w 2947832"/>
              <a:gd name="connsiteY590" fmla="*/ 4481932 h 4821604"/>
              <a:gd name="connsiteX591" fmla="*/ 1196388 w 2947832"/>
              <a:gd name="connsiteY591" fmla="*/ 4482351 h 4821604"/>
              <a:gd name="connsiteX592" fmla="*/ 1189848 w 2947832"/>
              <a:gd name="connsiteY592" fmla="*/ 4482351 h 4821604"/>
              <a:gd name="connsiteX593" fmla="*/ 1189168 w 2947832"/>
              <a:gd name="connsiteY593" fmla="*/ 4481932 h 4821604"/>
              <a:gd name="connsiteX594" fmla="*/ 1185871 w 2947832"/>
              <a:gd name="connsiteY594" fmla="*/ 4476282 h 4821604"/>
              <a:gd name="connsiteX595" fmla="*/ 1185871 w 2947832"/>
              <a:gd name="connsiteY595" fmla="*/ 4475444 h 4821604"/>
              <a:gd name="connsiteX596" fmla="*/ 1189168 w 2947832"/>
              <a:gd name="connsiteY596" fmla="*/ 4469794 h 4821604"/>
              <a:gd name="connsiteX597" fmla="*/ 1189848 w 2947832"/>
              <a:gd name="connsiteY597" fmla="*/ 4469375 h 4821604"/>
              <a:gd name="connsiteX598" fmla="*/ 1268226 w 2947832"/>
              <a:gd name="connsiteY598" fmla="*/ 4460846 h 4821604"/>
              <a:gd name="connsiteX599" fmla="*/ 1283399 w 2947832"/>
              <a:gd name="connsiteY599" fmla="*/ 4460846 h 4821604"/>
              <a:gd name="connsiteX600" fmla="*/ 1285021 w 2947832"/>
              <a:gd name="connsiteY600" fmla="*/ 4461788 h 4821604"/>
              <a:gd name="connsiteX601" fmla="*/ 1292608 w 2947832"/>
              <a:gd name="connsiteY601" fmla="*/ 4474921 h 4821604"/>
              <a:gd name="connsiteX602" fmla="*/ 1292608 w 2947832"/>
              <a:gd name="connsiteY602" fmla="*/ 4476804 h 4821604"/>
              <a:gd name="connsiteX603" fmla="*/ 1285021 w 2947832"/>
              <a:gd name="connsiteY603" fmla="*/ 4489937 h 4821604"/>
              <a:gd name="connsiteX604" fmla="*/ 1283399 w 2947832"/>
              <a:gd name="connsiteY604" fmla="*/ 4490879 h 4821604"/>
              <a:gd name="connsiteX605" fmla="*/ 1268226 w 2947832"/>
              <a:gd name="connsiteY605" fmla="*/ 4490879 h 4821604"/>
              <a:gd name="connsiteX606" fmla="*/ 1266604 w 2947832"/>
              <a:gd name="connsiteY606" fmla="*/ 4489937 h 4821604"/>
              <a:gd name="connsiteX607" fmla="*/ 1259017 w 2947832"/>
              <a:gd name="connsiteY607" fmla="*/ 4476804 h 4821604"/>
              <a:gd name="connsiteX608" fmla="*/ 1259017 w 2947832"/>
              <a:gd name="connsiteY608" fmla="*/ 4474921 h 4821604"/>
              <a:gd name="connsiteX609" fmla="*/ 1266604 w 2947832"/>
              <a:gd name="connsiteY609" fmla="*/ 4461788 h 4821604"/>
              <a:gd name="connsiteX610" fmla="*/ 1268226 w 2947832"/>
              <a:gd name="connsiteY610" fmla="*/ 4460846 h 4821604"/>
              <a:gd name="connsiteX611" fmla="*/ 2010933 w 2947832"/>
              <a:gd name="connsiteY611" fmla="*/ 4458492 h 4821604"/>
              <a:gd name="connsiteX612" fmla="*/ 2028513 w 2947832"/>
              <a:gd name="connsiteY612" fmla="*/ 4458492 h 4821604"/>
              <a:gd name="connsiteX613" fmla="*/ 2030397 w 2947832"/>
              <a:gd name="connsiteY613" fmla="*/ 4459591 h 4821604"/>
              <a:gd name="connsiteX614" fmla="*/ 2039187 w 2947832"/>
              <a:gd name="connsiteY614" fmla="*/ 4474816 h 4821604"/>
              <a:gd name="connsiteX615" fmla="*/ 2039187 w 2947832"/>
              <a:gd name="connsiteY615" fmla="*/ 4477014 h 4821604"/>
              <a:gd name="connsiteX616" fmla="*/ 2030397 w 2947832"/>
              <a:gd name="connsiteY616" fmla="*/ 4492240 h 4821604"/>
              <a:gd name="connsiteX617" fmla="*/ 2028513 w 2947832"/>
              <a:gd name="connsiteY617" fmla="*/ 4493338 h 4821604"/>
              <a:gd name="connsiteX618" fmla="*/ 2010933 w 2947832"/>
              <a:gd name="connsiteY618" fmla="*/ 4493338 h 4821604"/>
              <a:gd name="connsiteX619" fmla="*/ 2009050 w 2947832"/>
              <a:gd name="connsiteY619" fmla="*/ 4492240 h 4821604"/>
              <a:gd name="connsiteX620" fmla="*/ 2000260 w 2947832"/>
              <a:gd name="connsiteY620" fmla="*/ 4477014 h 4821604"/>
              <a:gd name="connsiteX621" fmla="*/ 2000260 w 2947832"/>
              <a:gd name="connsiteY621" fmla="*/ 4474816 h 4821604"/>
              <a:gd name="connsiteX622" fmla="*/ 2009050 w 2947832"/>
              <a:gd name="connsiteY622" fmla="*/ 4459591 h 4821604"/>
              <a:gd name="connsiteX623" fmla="*/ 2010933 w 2947832"/>
              <a:gd name="connsiteY623" fmla="*/ 4458492 h 4821604"/>
              <a:gd name="connsiteX624" fmla="*/ 1432202 w 2947832"/>
              <a:gd name="connsiteY624" fmla="*/ 4458178 h 4821604"/>
              <a:gd name="connsiteX625" fmla="*/ 1450096 w 2947832"/>
              <a:gd name="connsiteY625" fmla="*/ 4458178 h 4821604"/>
              <a:gd name="connsiteX626" fmla="*/ 1452033 w 2947832"/>
              <a:gd name="connsiteY626" fmla="*/ 4459277 h 4821604"/>
              <a:gd name="connsiteX627" fmla="*/ 1460979 w 2947832"/>
              <a:gd name="connsiteY627" fmla="*/ 4474764 h 4821604"/>
              <a:gd name="connsiteX628" fmla="*/ 1460979 w 2947832"/>
              <a:gd name="connsiteY628" fmla="*/ 4476962 h 4821604"/>
              <a:gd name="connsiteX629" fmla="*/ 1452033 w 2947832"/>
              <a:gd name="connsiteY629" fmla="*/ 4492449 h 4821604"/>
              <a:gd name="connsiteX630" fmla="*/ 1450096 w 2947832"/>
              <a:gd name="connsiteY630" fmla="*/ 4493548 h 4821604"/>
              <a:gd name="connsiteX631" fmla="*/ 1432202 w 2947832"/>
              <a:gd name="connsiteY631" fmla="*/ 4493548 h 4821604"/>
              <a:gd name="connsiteX632" fmla="*/ 1430267 w 2947832"/>
              <a:gd name="connsiteY632" fmla="*/ 4492449 h 4821604"/>
              <a:gd name="connsiteX633" fmla="*/ 1421319 w 2947832"/>
              <a:gd name="connsiteY633" fmla="*/ 4476962 h 4821604"/>
              <a:gd name="connsiteX634" fmla="*/ 1421319 w 2947832"/>
              <a:gd name="connsiteY634" fmla="*/ 4474764 h 4821604"/>
              <a:gd name="connsiteX635" fmla="*/ 1430267 w 2947832"/>
              <a:gd name="connsiteY635" fmla="*/ 4459277 h 4821604"/>
              <a:gd name="connsiteX636" fmla="*/ 1432202 w 2947832"/>
              <a:gd name="connsiteY636" fmla="*/ 4458178 h 4821604"/>
              <a:gd name="connsiteX637" fmla="*/ 2506524 w 2947832"/>
              <a:gd name="connsiteY637" fmla="*/ 4457707 h 4821604"/>
              <a:gd name="connsiteX638" fmla="*/ 2524889 w 2947832"/>
              <a:gd name="connsiteY638" fmla="*/ 4457707 h 4821604"/>
              <a:gd name="connsiteX639" fmla="*/ 2526877 w 2947832"/>
              <a:gd name="connsiteY639" fmla="*/ 4458858 h 4821604"/>
              <a:gd name="connsiteX640" fmla="*/ 2536034 w 2947832"/>
              <a:gd name="connsiteY640" fmla="*/ 4474764 h 4821604"/>
              <a:gd name="connsiteX641" fmla="*/ 2536034 w 2947832"/>
              <a:gd name="connsiteY641" fmla="*/ 4477014 h 4821604"/>
              <a:gd name="connsiteX642" fmla="*/ 2526877 w 2947832"/>
              <a:gd name="connsiteY642" fmla="*/ 4492919 h 4821604"/>
              <a:gd name="connsiteX643" fmla="*/ 2524889 w 2947832"/>
              <a:gd name="connsiteY643" fmla="*/ 4494070 h 4821604"/>
              <a:gd name="connsiteX644" fmla="*/ 2506524 w 2947832"/>
              <a:gd name="connsiteY644" fmla="*/ 4494070 h 4821604"/>
              <a:gd name="connsiteX645" fmla="*/ 2504536 w 2947832"/>
              <a:gd name="connsiteY645" fmla="*/ 4492919 h 4821604"/>
              <a:gd name="connsiteX646" fmla="*/ 2495379 w 2947832"/>
              <a:gd name="connsiteY646" fmla="*/ 4477014 h 4821604"/>
              <a:gd name="connsiteX647" fmla="*/ 2495379 w 2947832"/>
              <a:gd name="connsiteY647" fmla="*/ 4474764 h 4821604"/>
              <a:gd name="connsiteX648" fmla="*/ 2504536 w 2947832"/>
              <a:gd name="connsiteY648" fmla="*/ 4458858 h 4821604"/>
              <a:gd name="connsiteX649" fmla="*/ 2506524 w 2947832"/>
              <a:gd name="connsiteY649" fmla="*/ 4457707 h 4821604"/>
              <a:gd name="connsiteX650" fmla="*/ 2175746 w 2947832"/>
              <a:gd name="connsiteY650" fmla="*/ 4457498 h 4821604"/>
              <a:gd name="connsiteX651" fmla="*/ 2194373 w 2947832"/>
              <a:gd name="connsiteY651" fmla="*/ 4457498 h 4821604"/>
              <a:gd name="connsiteX652" fmla="*/ 2196361 w 2947832"/>
              <a:gd name="connsiteY652" fmla="*/ 4458649 h 4821604"/>
              <a:gd name="connsiteX653" fmla="*/ 2205674 w 2947832"/>
              <a:gd name="connsiteY653" fmla="*/ 4474764 h 4821604"/>
              <a:gd name="connsiteX654" fmla="*/ 2205674 w 2947832"/>
              <a:gd name="connsiteY654" fmla="*/ 4477066 h 4821604"/>
              <a:gd name="connsiteX655" fmla="*/ 2196361 w 2947832"/>
              <a:gd name="connsiteY655" fmla="*/ 4493181 h 4821604"/>
              <a:gd name="connsiteX656" fmla="*/ 2194373 w 2947832"/>
              <a:gd name="connsiteY656" fmla="*/ 4494333 h 4821604"/>
              <a:gd name="connsiteX657" fmla="*/ 2175746 w 2947832"/>
              <a:gd name="connsiteY657" fmla="*/ 4494333 h 4821604"/>
              <a:gd name="connsiteX658" fmla="*/ 2173758 w 2947832"/>
              <a:gd name="connsiteY658" fmla="*/ 4493181 h 4821604"/>
              <a:gd name="connsiteX659" fmla="*/ 2164444 w 2947832"/>
              <a:gd name="connsiteY659" fmla="*/ 4477066 h 4821604"/>
              <a:gd name="connsiteX660" fmla="*/ 2164444 w 2947832"/>
              <a:gd name="connsiteY660" fmla="*/ 4474764 h 4821604"/>
              <a:gd name="connsiteX661" fmla="*/ 2173758 w 2947832"/>
              <a:gd name="connsiteY661" fmla="*/ 4458649 h 4821604"/>
              <a:gd name="connsiteX662" fmla="*/ 2175746 w 2947832"/>
              <a:gd name="connsiteY662" fmla="*/ 4457498 h 4821604"/>
              <a:gd name="connsiteX663" fmla="*/ 1349168 w 2947832"/>
              <a:gd name="connsiteY663" fmla="*/ 4457498 h 4821604"/>
              <a:gd name="connsiteX664" fmla="*/ 1367795 w 2947832"/>
              <a:gd name="connsiteY664" fmla="*/ 4457498 h 4821604"/>
              <a:gd name="connsiteX665" fmla="*/ 1369783 w 2947832"/>
              <a:gd name="connsiteY665" fmla="*/ 4458649 h 4821604"/>
              <a:gd name="connsiteX666" fmla="*/ 1379096 w 2947832"/>
              <a:gd name="connsiteY666" fmla="*/ 4474764 h 4821604"/>
              <a:gd name="connsiteX667" fmla="*/ 1379096 w 2947832"/>
              <a:gd name="connsiteY667" fmla="*/ 4477066 h 4821604"/>
              <a:gd name="connsiteX668" fmla="*/ 1369783 w 2947832"/>
              <a:gd name="connsiteY668" fmla="*/ 4493181 h 4821604"/>
              <a:gd name="connsiteX669" fmla="*/ 1367795 w 2947832"/>
              <a:gd name="connsiteY669" fmla="*/ 4494333 h 4821604"/>
              <a:gd name="connsiteX670" fmla="*/ 1349168 w 2947832"/>
              <a:gd name="connsiteY670" fmla="*/ 4494333 h 4821604"/>
              <a:gd name="connsiteX671" fmla="*/ 1347180 w 2947832"/>
              <a:gd name="connsiteY671" fmla="*/ 4493181 h 4821604"/>
              <a:gd name="connsiteX672" fmla="*/ 1337867 w 2947832"/>
              <a:gd name="connsiteY672" fmla="*/ 4477066 h 4821604"/>
              <a:gd name="connsiteX673" fmla="*/ 1337867 w 2947832"/>
              <a:gd name="connsiteY673" fmla="*/ 4474764 h 4821604"/>
              <a:gd name="connsiteX674" fmla="*/ 1347180 w 2947832"/>
              <a:gd name="connsiteY674" fmla="*/ 4458649 h 4821604"/>
              <a:gd name="connsiteX675" fmla="*/ 1349168 w 2947832"/>
              <a:gd name="connsiteY675" fmla="*/ 4457498 h 4821604"/>
              <a:gd name="connsiteX676" fmla="*/ 2588931 w 2947832"/>
              <a:gd name="connsiteY676" fmla="*/ 4457184 h 4821604"/>
              <a:gd name="connsiteX677" fmla="*/ 2607820 w 2947832"/>
              <a:gd name="connsiteY677" fmla="*/ 4457184 h 4821604"/>
              <a:gd name="connsiteX678" fmla="*/ 2609860 w 2947832"/>
              <a:gd name="connsiteY678" fmla="*/ 4458335 h 4821604"/>
              <a:gd name="connsiteX679" fmla="*/ 2619330 w 2947832"/>
              <a:gd name="connsiteY679" fmla="*/ 4474712 h 4821604"/>
              <a:gd name="connsiteX680" fmla="*/ 2619330 w 2947832"/>
              <a:gd name="connsiteY680" fmla="*/ 4477066 h 4821604"/>
              <a:gd name="connsiteX681" fmla="*/ 2609860 w 2947832"/>
              <a:gd name="connsiteY681" fmla="*/ 4493443 h 4821604"/>
              <a:gd name="connsiteX682" fmla="*/ 2607820 w 2947832"/>
              <a:gd name="connsiteY682" fmla="*/ 4494594 h 4821604"/>
              <a:gd name="connsiteX683" fmla="*/ 2588931 w 2947832"/>
              <a:gd name="connsiteY683" fmla="*/ 4494594 h 4821604"/>
              <a:gd name="connsiteX684" fmla="*/ 2586891 w 2947832"/>
              <a:gd name="connsiteY684" fmla="*/ 4493443 h 4821604"/>
              <a:gd name="connsiteX685" fmla="*/ 2577420 w 2947832"/>
              <a:gd name="connsiteY685" fmla="*/ 4477066 h 4821604"/>
              <a:gd name="connsiteX686" fmla="*/ 2577420 w 2947832"/>
              <a:gd name="connsiteY686" fmla="*/ 4474712 h 4821604"/>
              <a:gd name="connsiteX687" fmla="*/ 2586891 w 2947832"/>
              <a:gd name="connsiteY687" fmla="*/ 4458335 h 4821604"/>
              <a:gd name="connsiteX688" fmla="*/ 2588931 w 2947832"/>
              <a:gd name="connsiteY688" fmla="*/ 4457184 h 4821604"/>
              <a:gd name="connsiteX689" fmla="*/ 1844917 w 2947832"/>
              <a:gd name="connsiteY689" fmla="*/ 4457027 h 4821604"/>
              <a:gd name="connsiteX690" fmla="*/ 1863962 w 2947832"/>
              <a:gd name="connsiteY690" fmla="*/ 4457027 h 4821604"/>
              <a:gd name="connsiteX691" fmla="*/ 1866003 w 2947832"/>
              <a:gd name="connsiteY691" fmla="*/ 4458230 h 4821604"/>
              <a:gd name="connsiteX692" fmla="*/ 1875525 w 2947832"/>
              <a:gd name="connsiteY692" fmla="*/ 4474712 h 4821604"/>
              <a:gd name="connsiteX693" fmla="*/ 1875525 w 2947832"/>
              <a:gd name="connsiteY693" fmla="*/ 4477066 h 4821604"/>
              <a:gd name="connsiteX694" fmla="*/ 1866003 w 2947832"/>
              <a:gd name="connsiteY694" fmla="*/ 4493547 h 4821604"/>
              <a:gd name="connsiteX695" fmla="*/ 1863962 w 2947832"/>
              <a:gd name="connsiteY695" fmla="*/ 4494751 h 4821604"/>
              <a:gd name="connsiteX696" fmla="*/ 1844917 w 2947832"/>
              <a:gd name="connsiteY696" fmla="*/ 4494751 h 4821604"/>
              <a:gd name="connsiteX697" fmla="*/ 1842876 w 2947832"/>
              <a:gd name="connsiteY697" fmla="*/ 4493547 h 4821604"/>
              <a:gd name="connsiteX698" fmla="*/ 1833353 w 2947832"/>
              <a:gd name="connsiteY698" fmla="*/ 4477066 h 4821604"/>
              <a:gd name="connsiteX699" fmla="*/ 1833353 w 2947832"/>
              <a:gd name="connsiteY699" fmla="*/ 4474712 h 4821604"/>
              <a:gd name="connsiteX700" fmla="*/ 1842876 w 2947832"/>
              <a:gd name="connsiteY700" fmla="*/ 4458230 h 4821604"/>
              <a:gd name="connsiteX701" fmla="*/ 1844917 w 2947832"/>
              <a:gd name="connsiteY701" fmla="*/ 4457027 h 4821604"/>
              <a:gd name="connsiteX702" fmla="*/ 2423124 w 2947832"/>
              <a:gd name="connsiteY702" fmla="*/ 4456242 h 4821604"/>
              <a:gd name="connsiteX703" fmla="*/ 2443007 w 2947832"/>
              <a:gd name="connsiteY703" fmla="*/ 4456242 h 4821604"/>
              <a:gd name="connsiteX704" fmla="*/ 2445151 w 2947832"/>
              <a:gd name="connsiteY704" fmla="*/ 4457445 h 4821604"/>
              <a:gd name="connsiteX705" fmla="*/ 2455093 w 2947832"/>
              <a:gd name="connsiteY705" fmla="*/ 4474659 h 4821604"/>
              <a:gd name="connsiteX706" fmla="*/ 2455093 w 2947832"/>
              <a:gd name="connsiteY706" fmla="*/ 4477118 h 4821604"/>
              <a:gd name="connsiteX707" fmla="*/ 2445151 w 2947832"/>
              <a:gd name="connsiteY707" fmla="*/ 4494332 h 4821604"/>
              <a:gd name="connsiteX708" fmla="*/ 2443007 w 2947832"/>
              <a:gd name="connsiteY708" fmla="*/ 4495536 h 4821604"/>
              <a:gd name="connsiteX709" fmla="*/ 2423124 w 2947832"/>
              <a:gd name="connsiteY709" fmla="*/ 4495536 h 4821604"/>
              <a:gd name="connsiteX710" fmla="*/ 2420979 w 2947832"/>
              <a:gd name="connsiteY710" fmla="*/ 4494332 h 4821604"/>
              <a:gd name="connsiteX711" fmla="*/ 2411037 w 2947832"/>
              <a:gd name="connsiteY711" fmla="*/ 4477118 h 4821604"/>
              <a:gd name="connsiteX712" fmla="*/ 2411037 w 2947832"/>
              <a:gd name="connsiteY712" fmla="*/ 4474659 h 4821604"/>
              <a:gd name="connsiteX713" fmla="*/ 2420979 w 2947832"/>
              <a:gd name="connsiteY713" fmla="*/ 4457445 h 4821604"/>
              <a:gd name="connsiteX714" fmla="*/ 2423124 w 2947832"/>
              <a:gd name="connsiteY714" fmla="*/ 4456242 h 4821604"/>
              <a:gd name="connsiteX715" fmla="*/ 1513772 w 2947832"/>
              <a:gd name="connsiteY715" fmla="*/ 4456033 h 4821604"/>
              <a:gd name="connsiteX716" fmla="*/ 1533863 w 2947832"/>
              <a:gd name="connsiteY716" fmla="*/ 4456033 h 4821604"/>
              <a:gd name="connsiteX717" fmla="*/ 1536009 w 2947832"/>
              <a:gd name="connsiteY717" fmla="*/ 4457289 h 4821604"/>
              <a:gd name="connsiteX718" fmla="*/ 1546054 w 2947832"/>
              <a:gd name="connsiteY718" fmla="*/ 4474660 h 4821604"/>
              <a:gd name="connsiteX719" fmla="*/ 1546054 w 2947832"/>
              <a:gd name="connsiteY719" fmla="*/ 4477118 h 4821604"/>
              <a:gd name="connsiteX720" fmla="*/ 1536009 w 2947832"/>
              <a:gd name="connsiteY720" fmla="*/ 4494489 h 4821604"/>
              <a:gd name="connsiteX721" fmla="*/ 1533863 w 2947832"/>
              <a:gd name="connsiteY721" fmla="*/ 4495745 h 4821604"/>
              <a:gd name="connsiteX722" fmla="*/ 1513772 w 2947832"/>
              <a:gd name="connsiteY722" fmla="*/ 4495745 h 4821604"/>
              <a:gd name="connsiteX723" fmla="*/ 1511627 w 2947832"/>
              <a:gd name="connsiteY723" fmla="*/ 4494489 h 4821604"/>
              <a:gd name="connsiteX724" fmla="*/ 1501581 w 2947832"/>
              <a:gd name="connsiteY724" fmla="*/ 4477118 h 4821604"/>
              <a:gd name="connsiteX725" fmla="*/ 1501581 w 2947832"/>
              <a:gd name="connsiteY725" fmla="*/ 4474660 h 4821604"/>
              <a:gd name="connsiteX726" fmla="*/ 1511627 w 2947832"/>
              <a:gd name="connsiteY726" fmla="*/ 4457289 h 4821604"/>
              <a:gd name="connsiteX727" fmla="*/ 1513772 w 2947832"/>
              <a:gd name="connsiteY727" fmla="*/ 4456033 h 4821604"/>
              <a:gd name="connsiteX728" fmla="*/ 1926957 w 2947832"/>
              <a:gd name="connsiteY728" fmla="*/ 4455876 h 4821604"/>
              <a:gd name="connsiteX729" fmla="*/ 1947153 w 2947832"/>
              <a:gd name="connsiteY729" fmla="*/ 4455876 h 4821604"/>
              <a:gd name="connsiteX730" fmla="*/ 1949299 w 2947832"/>
              <a:gd name="connsiteY730" fmla="*/ 4457132 h 4821604"/>
              <a:gd name="connsiteX731" fmla="*/ 1959397 w 2947832"/>
              <a:gd name="connsiteY731" fmla="*/ 4474660 h 4821604"/>
              <a:gd name="connsiteX732" fmla="*/ 1959397 w 2947832"/>
              <a:gd name="connsiteY732" fmla="*/ 4477171 h 4821604"/>
              <a:gd name="connsiteX733" fmla="*/ 1949299 w 2947832"/>
              <a:gd name="connsiteY733" fmla="*/ 4494699 h 4821604"/>
              <a:gd name="connsiteX734" fmla="*/ 1947153 w 2947832"/>
              <a:gd name="connsiteY734" fmla="*/ 4495955 h 4821604"/>
              <a:gd name="connsiteX735" fmla="*/ 1926957 w 2947832"/>
              <a:gd name="connsiteY735" fmla="*/ 4495955 h 4821604"/>
              <a:gd name="connsiteX736" fmla="*/ 1924812 w 2947832"/>
              <a:gd name="connsiteY736" fmla="*/ 4494699 h 4821604"/>
              <a:gd name="connsiteX737" fmla="*/ 1914714 w 2947832"/>
              <a:gd name="connsiteY737" fmla="*/ 4477171 h 4821604"/>
              <a:gd name="connsiteX738" fmla="*/ 1914714 w 2947832"/>
              <a:gd name="connsiteY738" fmla="*/ 4474660 h 4821604"/>
              <a:gd name="connsiteX739" fmla="*/ 1924812 w 2947832"/>
              <a:gd name="connsiteY739" fmla="*/ 4457132 h 4821604"/>
              <a:gd name="connsiteX740" fmla="*/ 1926957 w 2947832"/>
              <a:gd name="connsiteY740" fmla="*/ 4455876 h 4821604"/>
              <a:gd name="connsiteX741" fmla="*/ 1761150 w 2947832"/>
              <a:gd name="connsiteY741" fmla="*/ 4454934 h 4821604"/>
              <a:gd name="connsiteX742" fmla="*/ 1782340 w 2947832"/>
              <a:gd name="connsiteY742" fmla="*/ 4454934 h 4821604"/>
              <a:gd name="connsiteX743" fmla="*/ 1784590 w 2947832"/>
              <a:gd name="connsiteY743" fmla="*/ 4456242 h 4821604"/>
              <a:gd name="connsiteX744" fmla="*/ 1795159 w 2947832"/>
              <a:gd name="connsiteY744" fmla="*/ 4474555 h 4821604"/>
              <a:gd name="connsiteX745" fmla="*/ 1795159 w 2947832"/>
              <a:gd name="connsiteY745" fmla="*/ 4477171 h 4821604"/>
              <a:gd name="connsiteX746" fmla="*/ 1784590 w 2947832"/>
              <a:gd name="connsiteY746" fmla="*/ 4495536 h 4821604"/>
              <a:gd name="connsiteX747" fmla="*/ 1782340 w 2947832"/>
              <a:gd name="connsiteY747" fmla="*/ 4496844 h 4821604"/>
              <a:gd name="connsiteX748" fmla="*/ 1761150 w 2947832"/>
              <a:gd name="connsiteY748" fmla="*/ 4496844 h 4821604"/>
              <a:gd name="connsiteX749" fmla="*/ 1758900 w 2947832"/>
              <a:gd name="connsiteY749" fmla="*/ 4495536 h 4821604"/>
              <a:gd name="connsiteX750" fmla="*/ 1748331 w 2947832"/>
              <a:gd name="connsiteY750" fmla="*/ 4477171 h 4821604"/>
              <a:gd name="connsiteX751" fmla="*/ 1748331 w 2947832"/>
              <a:gd name="connsiteY751" fmla="*/ 4474555 h 4821604"/>
              <a:gd name="connsiteX752" fmla="*/ 1758900 w 2947832"/>
              <a:gd name="connsiteY752" fmla="*/ 4456242 h 4821604"/>
              <a:gd name="connsiteX753" fmla="*/ 1761150 w 2947832"/>
              <a:gd name="connsiteY753" fmla="*/ 4454934 h 4821604"/>
              <a:gd name="connsiteX754" fmla="*/ 1677958 w 2947832"/>
              <a:gd name="connsiteY754" fmla="*/ 4453783 h 4821604"/>
              <a:gd name="connsiteX755" fmla="*/ 1700351 w 2947832"/>
              <a:gd name="connsiteY755" fmla="*/ 4453783 h 4821604"/>
              <a:gd name="connsiteX756" fmla="*/ 1702758 w 2947832"/>
              <a:gd name="connsiteY756" fmla="*/ 4455143 h 4821604"/>
              <a:gd name="connsiteX757" fmla="*/ 1713955 w 2947832"/>
              <a:gd name="connsiteY757" fmla="*/ 4474555 h 4821604"/>
              <a:gd name="connsiteX758" fmla="*/ 1713955 w 2947832"/>
              <a:gd name="connsiteY758" fmla="*/ 4477328 h 4821604"/>
              <a:gd name="connsiteX759" fmla="*/ 1702758 w 2947832"/>
              <a:gd name="connsiteY759" fmla="*/ 4496739 h 4821604"/>
              <a:gd name="connsiteX760" fmla="*/ 1700351 w 2947832"/>
              <a:gd name="connsiteY760" fmla="*/ 4498099 h 4821604"/>
              <a:gd name="connsiteX761" fmla="*/ 1677958 w 2947832"/>
              <a:gd name="connsiteY761" fmla="*/ 4498099 h 4821604"/>
              <a:gd name="connsiteX762" fmla="*/ 1675551 w 2947832"/>
              <a:gd name="connsiteY762" fmla="*/ 4496739 h 4821604"/>
              <a:gd name="connsiteX763" fmla="*/ 1664354 w 2947832"/>
              <a:gd name="connsiteY763" fmla="*/ 4477328 h 4821604"/>
              <a:gd name="connsiteX764" fmla="*/ 1664354 w 2947832"/>
              <a:gd name="connsiteY764" fmla="*/ 4474555 h 4821604"/>
              <a:gd name="connsiteX765" fmla="*/ 1675551 w 2947832"/>
              <a:gd name="connsiteY765" fmla="*/ 4455143 h 4821604"/>
              <a:gd name="connsiteX766" fmla="*/ 1677958 w 2947832"/>
              <a:gd name="connsiteY766" fmla="*/ 4453783 h 4821604"/>
              <a:gd name="connsiteX767" fmla="*/ 2339044 w 2947832"/>
              <a:gd name="connsiteY767" fmla="*/ 4453364 h 4821604"/>
              <a:gd name="connsiteX768" fmla="*/ 2361803 w 2947832"/>
              <a:gd name="connsiteY768" fmla="*/ 4453364 h 4821604"/>
              <a:gd name="connsiteX769" fmla="*/ 2364262 w 2947832"/>
              <a:gd name="connsiteY769" fmla="*/ 4454777 h 4821604"/>
              <a:gd name="connsiteX770" fmla="*/ 2375616 w 2947832"/>
              <a:gd name="connsiteY770" fmla="*/ 4474449 h 4821604"/>
              <a:gd name="connsiteX771" fmla="*/ 2375616 w 2947832"/>
              <a:gd name="connsiteY771" fmla="*/ 4477275 h 4821604"/>
              <a:gd name="connsiteX772" fmla="*/ 2364262 w 2947832"/>
              <a:gd name="connsiteY772" fmla="*/ 4496948 h 4821604"/>
              <a:gd name="connsiteX773" fmla="*/ 2361803 w 2947832"/>
              <a:gd name="connsiteY773" fmla="*/ 4498361 h 4821604"/>
              <a:gd name="connsiteX774" fmla="*/ 2339044 w 2947832"/>
              <a:gd name="connsiteY774" fmla="*/ 4498361 h 4821604"/>
              <a:gd name="connsiteX775" fmla="*/ 2336584 w 2947832"/>
              <a:gd name="connsiteY775" fmla="*/ 4496948 h 4821604"/>
              <a:gd name="connsiteX776" fmla="*/ 2325231 w 2947832"/>
              <a:gd name="connsiteY776" fmla="*/ 4477275 h 4821604"/>
              <a:gd name="connsiteX777" fmla="*/ 2325231 w 2947832"/>
              <a:gd name="connsiteY777" fmla="*/ 4474449 h 4821604"/>
              <a:gd name="connsiteX778" fmla="*/ 2336584 w 2947832"/>
              <a:gd name="connsiteY778" fmla="*/ 4454777 h 4821604"/>
              <a:gd name="connsiteX779" fmla="*/ 2339044 w 2947832"/>
              <a:gd name="connsiteY779" fmla="*/ 4453364 h 4821604"/>
              <a:gd name="connsiteX780" fmla="*/ 1594714 w 2947832"/>
              <a:gd name="connsiteY780" fmla="*/ 4452684 h 4821604"/>
              <a:gd name="connsiteX781" fmla="*/ 1618154 w 2947832"/>
              <a:gd name="connsiteY781" fmla="*/ 4452684 h 4821604"/>
              <a:gd name="connsiteX782" fmla="*/ 1620665 w 2947832"/>
              <a:gd name="connsiteY782" fmla="*/ 4454149 h 4821604"/>
              <a:gd name="connsiteX783" fmla="*/ 1632385 w 2947832"/>
              <a:gd name="connsiteY783" fmla="*/ 4474450 h 4821604"/>
              <a:gd name="connsiteX784" fmla="*/ 1632385 w 2947832"/>
              <a:gd name="connsiteY784" fmla="*/ 4477328 h 4821604"/>
              <a:gd name="connsiteX785" fmla="*/ 1620665 w 2947832"/>
              <a:gd name="connsiteY785" fmla="*/ 4497629 h 4821604"/>
              <a:gd name="connsiteX786" fmla="*/ 1618154 w 2947832"/>
              <a:gd name="connsiteY786" fmla="*/ 4499093 h 4821604"/>
              <a:gd name="connsiteX787" fmla="*/ 1594714 w 2947832"/>
              <a:gd name="connsiteY787" fmla="*/ 4499093 h 4821604"/>
              <a:gd name="connsiteX788" fmla="*/ 1592202 w 2947832"/>
              <a:gd name="connsiteY788" fmla="*/ 4497629 h 4821604"/>
              <a:gd name="connsiteX789" fmla="*/ 1580482 w 2947832"/>
              <a:gd name="connsiteY789" fmla="*/ 4477328 h 4821604"/>
              <a:gd name="connsiteX790" fmla="*/ 1580482 w 2947832"/>
              <a:gd name="connsiteY790" fmla="*/ 4474450 h 4821604"/>
              <a:gd name="connsiteX791" fmla="*/ 1592202 w 2947832"/>
              <a:gd name="connsiteY791" fmla="*/ 4454149 h 4821604"/>
              <a:gd name="connsiteX792" fmla="*/ 1594714 w 2947832"/>
              <a:gd name="connsiteY792" fmla="*/ 4452684 h 4821604"/>
              <a:gd name="connsiteX793" fmla="*/ 2090619 w 2947832"/>
              <a:gd name="connsiteY793" fmla="*/ 4452580 h 4821604"/>
              <a:gd name="connsiteX794" fmla="*/ 2114164 w 2947832"/>
              <a:gd name="connsiteY794" fmla="*/ 4452580 h 4821604"/>
              <a:gd name="connsiteX795" fmla="*/ 2116676 w 2947832"/>
              <a:gd name="connsiteY795" fmla="*/ 4454045 h 4821604"/>
              <a:gd name="connsiteX796" fmla="*/ 2128448 w 2947832"/>
              <a:gd name="connsiteY796" fmla="*/ 4474450 h 4821604"/>
              <a:gd name="connsiteX797" fmla="*/ 2128448 w 2947832"/>
              <a:gd name="connsiteY797" fmla="*/ 4477381 h 4821604"/>
              <a:gd name="connsiteX798" fmla="*/ 2116676 w 2947832"/>
              <a:gd name="connsiteY798" fmla="*/ 4497786 h 4821604"/>
              <a:gd name="connsiteX799" fmla="*/ 2114164 w 2947832"/>
              <a:gd name="connsiteY799" fmla="*/ 4499251 h 4821604"/>
              <a:gd name="connsiteX800" fmla="*/ 2090619 w 2947832"/>
              <a:gd name="connsiteY800" fmla="*/ 4499251 h 4821604"/>
              <a:gd name="connsiteX801" fmla="*/ 2088107 w 2947832"/>
              <a:gd name="connsiteY801" fmla="*/ 4497786 h 4821604"/>
              <a:gd name="connsiteX802" fmla="*/ 2076335 w 2947832"/>
              <a:gd name="connsiteY802" fmla="*/ 4477381 h 4821604"/>
              <a:gd name="connsiteX803" fmla="*/ 2076335 w 2947832"/>
              <a:gd name="connsiteY803" fmla="*/ 4474450 h 4821604"/>
              <a:gd name="connsiteX804" fmla="*/ 2088107 w 2947832"/>
              <a:gd name="connsiteY804" fmla="*/ 4454045 h 4821604"/>
              <a:gd name="connsiteX805" fmla="*/ 2090619 w 2947832"/>
              <a:gd name="connsiteY805" fmla="*/ 4452580 h 4821604"/>
              <a:gd name="connsiteX806" fmla="*/ 2255276 w 2947832"/>
              <a:gd name="connsiteY806" fmla="*/ 4451271 h 4821604"/>
              <a:gd name="connsiteX807" fmla="*/ 2280181 w 2947832"/>
              <a:gd name="connsiteY807" fmla="*/ 4451271 h 4821604"/>
              <a:gd name="connsiteX808" fmla="*/ 2282849 w 2947832"/>
              <a:gd name="connsiteY808" fmla="*/ 4452789 h 4821604"/>
              <a:gd name="connsiteX809" fmla="*/ 2295301 w 2947832"/>
              <a:gd name="connsiteY809" fmla="*/ 4474345 h 4821604"/>
              <a:gd name="connsiteX810" fmla="*/ 2295301 w 2947832"/>
              <a:gd name="connsiteY810" fmla="*/ 4477432 h 4821604"/>
              <a:gd name="connsiteX811" fmla="*/ 2282849 w 2947832"/>
              <a:gd name="connsiteY811" fmla="*/ 4498988 h 4821604"/>
              <a:gd name="connsiteX812" fmla="*/ 2280181 w 2947832"/>
              <a:gd name="connsiteY812" fmla="*/ 4500506 h 4821604"/>
              <a:gd name="connsiteX813" fmla="*/ 2255276 w 2947832"/>
              <a:gd name="connsiteY813" fmla="*/ 4500506 h 4821604"/>
              <a:gd name="connsiteX814" fmla="*/ 2252607 w 2947832"/>
              <a:gd name="connsiteY814" fmla="*/ 4498988 h 4821604"/>
              <a:gd name="connsiteX815" fmla="*/ 2240155 w 2947832"/>
              <a:gd name="connsiteY815" fmla="*/ 4477432 h 4821604"/>
              <a:gd name="connsiteX816" fmla="*/ 2240155 w 2947832"/>
              <a:gd name="connsiteY816" fmla="*/ 4474345 h 4821604"/>
              <a:gd name="connsiteX817" fmla="*/ 2252607 w 2947832"/>
              <a:gd name="connsiteY817" fmla="*/ 4452789 h 4821604"/>
              <a:gd name="connsiteX818" fmla="*/ 2255276 w 2947832"/>
              <a:gd name="connsiteY818" fmla="*/ 4451271 h 4821604"/>
              <a:gd name="connsiteX819" fmla="*/ 1025140 w 2947832"/>
              <a:gd name="connsiteY819" fmla="*/ 4387858 h 4821604"/>
              <a:gd name="connsiteX820" fmla="*/ 1030581 w 2947832"/>
              <a:gd name="connsiteY820" fmla="*/ 4387858 h 4821604"/>
              <a:gd name="connsiteX821" fmla="*/ 1031157 w 2947832"/>
              <a:gd name="connsiteY821" fmla="*/ 4388172 h 4821604"/>
              <a:gd name="connsiteX822" fmla="*/ 1033877 w 2947832"/>
              <a:gd name="connsiteY822" fmla="*/ 4392881 h 4821604"/>
              <a:gd name="connsiteX823" fmla="*/ 1033877 w 2947832"/>
              <a:gd name="connsiteY823" fmla="*/ 4393561 h 4821604"/>
              <a:gd name="connsiteX824" fmla="*/ 1031157 w 2947832"/>
              <a:gd name="connsiteY824" fmla="*/ 4398270 h 4821604"/>
              <a:gd name="connsiteX825" fmla="*/ 1030581 w 2947832"/>
              <a:gd name="connsiteY825" fmla="*/ 4398584 h 4821604"/>
              <a:gd name="connsiteX826" fmla="*/ 1025140 w 2947832"/>
              <a:gd name="connsiteY826" fmla="*/ 4398584 h 4821604"/>
              <a:gd name="connsiteX827" fmla="*/ 1024564 w 2947832"/>
              <a:gd name="connsiteY827" fmla="*/ 4398270 h 4821604"/>
              <a:gd name="connsiteX828" fmla="*/ 1021844 w 2947832"/>
              <a:gd name="connsiteY828" fmla="*/ 4393561 h 4821604"/>
              <a:gd name="connsiteX829" fmla="*/ 1021844 w 2947832"/>
              <a:gd name="connsiteY829" fmla="*/ 4392881 h 4821604"/>
              <a:gd name="connsiteX830" fmla="*/ 1024564 w 2947832"/>
              <a:gd name="connsiteY830" fmla="*/ 4388172 h 4821604"/>
              <a:gd name="connsiteX831" fmla="*/ 1025140 w 2947832"/>
              <a:gd name="connsiteY831" fmla="*/ 4387858 h 4821604"/>
              <a:gd name="connsiteX832" fmla="*/ 1185715 w 2947832"/>
              <a:gd name="connsiteY832" fmla="*/ 4378440 h 4821604"/>
              <a:gd name="connsiteX833" fmla="*/ 1200627 w 2947832"/>
              <a:gd name="connsiteY833" fmla="*/ 4378440 h 4821604"/>
              <a:gd name="connsiteX834" fmla="*/ 1202249 w 2947832"/>
              <a:gd name="connsiteY834" fmla="*/ 4379382 h 4821604"/>
              <a:gd name="connsiteX835" fmla="*/ 1209731 w 2947832"/>
              <a:gd name="connsiteY835" fmla="*/ 4392305 h 4821604"/>
              <a:gd name="connsiteX836" fmla="*/ 1209731 w 2947832"/>
              <a:gd name="connsiteY836" fmla="*/ 4394137 h 4821604"/>
              <a:gd name="connsiteX837" fmla="*/ 1202249 w 2947832"/>
              <a:gd name="connsiteY837" fmla="*/ 4407060 h 4821604"/>
              <a:gd name="connsiteX838" fmla="*/ 1200627 w 2947832"/>
              <a:gd name="connsiteY838" fmla="*/ 4408002 h 4821604"/>
              <a:gd name="connsiteX839" fmla="*/ 1185715 w 2947832"/>
              <a:gd name="connsiteY839" fmla="*/ 4408002 h 4821604"/>
              <a:gd name="connsiteX840" fmla="*/ 1184093 w 2947832"/>
              <a:gd name="connsiteY840" fmla="*/ 4407060 h 4821604"/>
              <a:gd name="connsiteX841" fmla="*/ 1176611 w 2947832"/>
              <a:gd name="connsiteY841" fmla="*/ 4394137 h 4821604"/>
              <a:gd name="connsiteX842" fmla="*/ 1176611 w 2947832"/>
              <a:gd name="connsiteY842" fmla="*/ 4392305 h 4821604"/>
              <a:gd name="connsiteX843" fmla="*/ 1184093 w 2947832"/>
              <a:gd name="connsiteY843" fmla="*/ 4379382 h 4821604"/>
              <a:gd name="connsiteX844" fmla="*/ 1185715 w 2947832"/>
              <a:gd name="connsiteY844" fmla="*/ 4378440 h 4821604"/>
              <a:gd name="connsiteX845" fmla="*/ 1102523 w 2947832"/>
              <a:gd name="connsiteY845" fmla="*/ 4377341 h 4821604"/>
              <a:gd name="connsiteX846" fmla="*/ 1118534 w 2947832"/>
              <a:gd name="connsiteY846" fmla="*/ 4377341 h 4821604"/>
              <a:gd name="connsiteX847" fmla="*/ 1120260 w 2947832"/>
              <a:gd name="connsiteY847" fmla="*/ 4378335 h 4821604"/>
              <a:gd name="connsiteX848" fmla="*/ 1128266 w 2947832"/>
              <a:gd name="connsiteY848" fmla="*/ 4392201 h 4821604"/>
              <a:gd name="connsiteX849" fmla="*/ 1128266 w 2947832"/>
              <a:gd name="connsiteY849" fmla="*/ 4394189 h 4821604"/>
              <a:gd name="connsiteX850" fmla="*/ 1120260 w 2947832"/>
              <a:gd name="connsiteY850" fmla="*/ 4408054 h 4821604"/>
              <a:gd name="connsiteX851" fmla="*/ 1118534 w 2947832"/>
              <a:gd name="connsiteY851" fmla="*/ 4409048 h 4821604"/>
              <a:gd name="connsiteX852" fmla="*/ 1102523 w 2947832"/>
              <a:gd name="connsiteY852" fmla="*/ 4409048 h 4821604"/>
              <a:gd name="connsiteX853" fmla="*/ 1100797 w 2947832"/>
              <a:gd name="connsiteY853" fmla="*/ 4408054 h 4821604"/>
              <a:gd name="connsiteX854" fmla="*/ 1092791 w 2947832"/>
              <a:gd name="connsiteY854" fmla="*/ 4394189 h 4821604"/>
              <a:gd name="connsiteX855" fmla="*/ 1092791 w 2947832"/>
              <a:gd name="connsiteY855" fmla="*/ 4392201 h 4821604"/>
              <a:gd name="connsiteX856" fmla="*/ 1100797 w 2947832"/>
              <a:gd name="connsiteY856" fmla="*/ 4378335 h 4821604"/>
              <a:gd name="connsiteX857" fmla="*/ 1102523 w 2947832"/>
              <a:gd name="connsiteY857" fmla="*/ 4377341 h 4821604"/>
              <a:gd name="connsiteX858" fmla="*/ 1267337 w 2947832"/>
              <a:gd name="connsiteY858" fmla="*/ 4376399 h 4821604"/>
              <a:gd name="connsiteX859" fmla="*/ 1284341 w 2947832"/>
              <a:gd name="connsiteY859" fmla="*/ 4376399 h 4821604"/>
              <a:gd name="connsiteX860" fmla="*/ 1286173 w 2947832"/>
              <a:gd name="connsiteY860" fmla="*/ 4377445 h 4821604"/>
              <a:gd name="connsiteX861" fmla="*/ 1294649 w 2947832"/>
              <a:gd name="connsiteY861" fmla="*/ 4392148 h 4821604"/>
              <a:gd name="connsiteX862" fmla="*/ 1294649 w 2947832"/>
              <a:gd name="connsiteY862" fmla="*/ 4394241 h 4821604"/>
              <a:gd name="connsiteX863" fmla="*/ 1286173 w 2947832"/>
              <a:gd name="connsiteY863" fmla="*/ 4408943 h 4821604"/>
              <a:gd name="connsiteX864" fmla="*/ 1284341 w 2947832"/>
              <a:gd name="connsiteY864" fmla="*/ 4409990 h 4821604"/>
              <a:gd name="connsiteX865" fmla="*/ 1267337 w 2947832"/>
              <a:gd name="connsiteY865" fmla="*/ 4409990 h 4821604"/>
              <a:gd name="connsiteX866" fmla="*/ 1265506 w 2947832"/>
              <a:gd name="connsiteY866" fmla="*/ 4408943 h 4821604"/>
              <a:gd name="connsiteX867" fmla="*/ 1257029 w 2947832"/>
              <a:gd name="connsiteY867" fmla="*/ 4394241 h 4821604"/>
              <a:gd name="connsiteX868" fmla="*/ 1257029 w 2947832"/>
              <a:gd name="connsiteY868" fmla="*/ 4392148 h 4821604"/>
              <a:gd name="connsiteX869" fmla="*/ 1265506 w 2947832"/>
              <a:gd name="connsiteY869" fmla="*/ 4377445 h 4821604"/>
              <a:gd name="connsiteX870" fmla="*/ 1267337 w 2947832"/>
              <a:gd name="connsiteY870" fmla="*/ 4376399 h 4821604"/>
              <a:gd name="connsiteX871" fmla="*/ 2672332 w 2947832"/>
              <a:gd name="connsiteY871" fmla="*/ 4376138 h 4821604"/>
              <a:gd name="connsiteX872" fmla="*/ 2689650 w 2947832"/>
              <a:gd name="connsiteY872" fmla="*/ 4376138 h 4821604"/>
              <a:gd name="connsiteX873" fmla="*/ 2691482 w 2947832"/>
              <a:gd name="connsiteY873" fmla="*/ 4377184 h 4821604"/>
              <a:gd name="connsiteX874" fmla="*/ 2700115 w 2947832"/>
              <a:gd name="connsiteY874" fmla="*/ 4392148 h 4821604"/>
              <a:gd name="connsiteX875" fmla="*/ 2700115 w 2947832"/>
              <a:gd name="connsiteY875" fmla="*/ 4394294 h 4821604"/>
              <a:gd name="connsiteX876" fmla="*/ 2691482 w 2947832"/>
              <a:gd name="connsiteY876" fmla="*/ 4409258 h 4821604"/>
              <a:gd name="connsiteX877" fmla="*/ 2689650 w 2947832"/>
              <a:gd name="connsiteY877" fmla="*/ 4410304 h 4821604"/>
              <a:gd name="connsiteX878" fmla="*/ 2672332 w 2947832"/>
              <a:gd name="connsiteY878" fmla="*/ 4410304 h 4821604"/>
              <a:gd name="connsiteX879" fmla="*/ 2670501 w 2947832"/>
              <a:gd name="connsiteY879" fmla="*/ 4409258 h 4821604"/>
              <a:gd name="connsiteX880" fmla="*/ 2661868 w 2947832"/>
              <a:gd name="connsiteY880" fmla="*/ 4394294 h 4821604"/>
              <a:gd name="connsiteX881" fmla="*/ 2661868 w 2947832"/>
              <a:gd name="connsiteY881" fmla="*/ 4392148 h 4821604"/>
              <a:gd name="connsiteX882" fmla="*/ 2670501 w 2947832"/>
              <a:gd name="connsiteY882" fmla="*/ 4377184 h 4821604"/>
              <a:gd name="connsiteX883" fmla="*/ 2672332 w 2947832"/>
              <a:gd name="connsiteY883" fmla="*/ 4376138 h 4821604"/>
              <a:gd name="connsiteX884" fmla="*/ 2588983 w 2947832"/>
              <a:gd name="connsiteY884" fmla="*/ 4374673 h 4821604"/>
              <a:gd name="connsiteX885" fmla="*/ 2607715 w 2947832"/>
              <a:gd name="connsiteY885" fmla="*/ 4374673 h 4821604"/>
              <a:gd name="connsiteX886" fmla="*/ 2609703 w 2947832"/>
              <a:gd name="connsiteY886" fmla="*/ 4375824 h 4821604"/>
              <a:gd name="connsiteX887" fmla="*/ 2619068 w 2947832"/>
              <a:gd name="connsiteY887" fmla="*/ 4392044 h 4821604"/>
              <a:gd name="connsiteX888" fmla="*/ 2619068 w 2947832"/>
              <a:gd name="connsiteY888" fmla="*/ 4394346 h 4821604"/>
              <a:gd name="connsiteX889" fmla="*/ 2609703 w 2947832"/>
              <a:gd name="connsiteY889" fmla="*/ 4410566 h 4821604"/>
              <a:gd name="connsiteX890" fmla="*/ 2607715 w 2947832"/>
              <a:gd name="connsiteY890" fmla="*/ 4411717 h 4821604"/>
              <a:gd name="connsiteX891" fmla="*/ 2588983 w 2947832"/>
              <a:gd name="connsiteY891" fmla="*/ 4411717 h 4821604"/>
              <a:gd name="connsiteX892" fmla="*/ 2586995 w 2947832"/>
              <a:gd name="connsiteY892" fmla="*/ 4410566 h 4821604"/>
              <a:gd name="connsiteX893" fmla="*/ 2577630 w 2947832"/>
              <a:gd name="connsiteY893" fmla="*/ 4394346 h 4821604"/>
              <a:gd name="connsiteX894" fmla="*/ 2577630 w 2947832"/>
              <a:gd name="connsiteY894" fmla="*/ 4392044 h 4821604"/>
              <a:gd name="connsiteX895" fmla="*/ 2586995 w 2947832"/>
              <a:gd name="connsiteY895" fmla="*/ 4375824 h 4821604"/>
              <a:gd name="connsiteX896" fmla="*/ 2588983 w 2947832"/>
              <a:gd name="connsiteY896" fmla="*/ 4374673 h 4821604"/>
              <a:gd name="connsiteX897" fmla="*/ 1348593 w 2947832"/>
              <a:gd name="connsiteY897" fmla="*/ 4373626 h 4821604"/>
              <a:gd name="connsiteX898" fmla="*/ 1368422 w 2947832"/>
              <a:gd name="connsiteY898" fmla="*/ 4373626 h 4821604"/>
              <a:gd name="connsiteX899" fmla="*/ 1370568 w 2947832"/>
              <a:gd name="connsiteY899" fmla="*/ 4374829 h 4821604"/>
              <a:gd name="connsiteX900" fmla="*/ 1380456 w 2947832"/>
              <a:gd name="connsiteY900" fmla="*/ 4391991 h 4821604"/>
              <a:gd name="connsiteX901" fmla="*/ 1380456 w 2947832"/>
              <a:gd name="connsiteY901" fmla="*/ 4394450 h 4821604"/>
              <a:gd name="connsiteX902" fmla="*/ 1370568 w 2947832"/>
              <a:gd name="connsiteY902" fmla="*/ 4411612 h 4821604"/>
              <a:gd name="connsiteX903" fmla="*/ 1368422 w 2947832"/>
              <a:gd name="connsiteY903" fmla="*/ 4412815 h 4821604"/>
              <a:gd name="connsiteX904" fmla="*/ 1348593 w 2947832"/>
              <a:gd name="connsiteY904" fmla="*/ 4412815 h 4821604"/>
              <a:gd name="connsiteX905" fmla="*/ 1346447 w 2947832"/>
              <a:gd name="connsiteY905" fmla="*/ 4411612 h 4821604"/>
              <a:gd name="connsiteX906" fmla="*/ 1336559 w 2947832"/>
              <a:gd name="connsiteY906" fmla="*/ 4394450 h 4821604"/>
              <a:gd name="connsiteX907" fmla="*/ 1336559 w 2947832"/>
              <a:gd name="connsiteY907" fmla="*/ 4391991 h 4821604"/>
              <a:gd name="connsiteX908" fmla="*/ 1346447 w 2947832"/>
              <a:gd name="connsiteY908" fmla="*/ 4374829 h 4821604"/>
              <a:gd name="connsiteX909" fmla="*/ 1348593 w 2947832"/>
              <a:gd name="connsiteY909" fmla="*/ 4373626 h 4821604"/>
              <a:gd name="connsiteX910" fmla="*/ 1431156 w 2947832"/>
              <a:gd name="connsiteY910" fmla="*/ 4373469 h 4821604"/>
              <a:gd name="connsiteX911" fmla="*/ 1451143 w 2947832"/>
              <a:gd name="connsiteY911" fmla="*/ 4373469 h 4821604"/>
              <a:gd name="connsiteX912" fmla="*/ 1453289 w 2947832"/>
              <a:gd name="connsiteY912" fmla="*/ 4374725 h 4821604"/>
              <a:gd name="connsiteX913" fmla="*/ 1463282 w 2947832"/>
              <a:gd name="connsiteY913" fmla="*/ 4391991 h 4821604"/>
              <a:gd name="connsiteX914" fmla="*/ 1463282 w 2947832"/>
              <a:gd name="connsiteY914" fmla="*/ 4394450 h 4821604"/>
              <a:gd name="connsiteX915" fmla="*/ 1453289 w 2947832"/>
              <a:gd name="connsiteY915" fmla="*/ 4411716 h 4821604"/>
              <a:gd name="connsiteX916" fmla="*/ 1451143 w 2947832"/>
              <a:gd name="connsiteY916" fmla="*/ 4412972 h 4821604"/>
              <a:gd name="connsiteX917" fmla="*/ 1431156 w 2947832"/>
              <a:gd name="connsiteY917" fmla="*/ 4412972 h 4821604"/>
              <a:gd name="connsiteX918" fmla="*/ 1429011 w 2947832"/>
              <a:gd name="connsiteY918" fmla="*/ 4411716 h 4821604"/>
              <a:gd name="connsiteX919" fmla="*/ 1419018 w 2947832"/>
              <a:gd name="connsiteY919" fmla="*/ 4394450 h 4821604"/>
              <a:gd name="connsiteX920" fmla="*/ 1419018 w 2947832"/>
              <a:gd name="connsiteY920" fmla="*/ 4391991 h 4821604"/>
              <a:gd name="connsiteX921" fmla="*/ 1429011 w 2947832"/>
              <a:gd name="connsiteY921" fmla="*/ 4374725 h 4821604"/>
              <a:gd name="connsiteX922" fmla="*/ 1431156 w 2947832"/>
              <a:gd name="connsiteY922" fmla="*/ 4373469 h 4821604"/>
              <a:gd name="connsiteX923" fmla="*/ 2505478 w 2947832"/>
              <a:gd name="connsiteY923" fmla="*/ 4373051 h 4821604"/>
              <a:gd name="connsiteX924" fmla="*/ 2525884 w 2947832"/>
              <a:gd name="connsiteY924" fmla="*/ 4373051 h 4821604"/>
              <a:gd name="connsiteX925" fmla="*/ 2528081 w 2947832"/>
              <a:gd name="connsiteY925" fmla="*/ 4374307 h 4821604"/>
              <a:gd name="connsiteX926" fmla="*/ 2538284 w 2947832"/>
              <a:gd name="connsiteY926" fmla="*/ 4391991 h 4821604"/>
              <a:gd name="connsiteX927" fmla="*/ 2538284 w 2947832"/>
              <a:gd name="connsiteY927" fmla="*/ 4394503 h 4821604"/>
              <a:gd name="connsiteX928" fmla="*/ 2528081 w 2947832"/>
              <a:gd name="connsiteY928" fmla="*/ 4412188 h 4821604"/>
              <a:gd name="connsiteX929" fmla="*/ 2525884 w 2947832"/>
              <a:gd name="connsiteY929" fmla="*/ 4413443 h 4821604"/>
              <a:gd name="connsiteX930" fmla="*/ 2505478 w 2947832"/>
              <a:gd name="connsiteY930" fmla="*/ 4413443 h 4821604"/>
              <a:gd name="connsiteX931" fmla="*/ 2503280 w 2947832"/>
              <a:gd name="connsiteY931" fmla="*/ 4412188 h 4821604"/>
              <a:gd name="connsiteX932" fmla="*/ 2493078 w 2947832"/>
              <a:gd name="connsiteY932" fmla="*/ 4394503 h 4821604"/>
              <a:gd name="connsiteX933" fmla="*/ 2493078 w 2947832"/>
              <a:gd name="connsiteY933" fmla="*/ 4391991 h 4821604"/>
              <a:gd name="connsiteX934" fmla="*/ 2503280 w 2947832"/>
              <a:gd name="connsiteY934" fmla="*/ 4374307 h 4821604"/>
              <a:gd name="connsiteX935" fmla="*/ 2505478 w 2947832"/>
              <a:gd name="connsiteY935" fmla="*/ 4373051 h 4821604"/>
              <a:gd name="connsiteX936" fmla="*/ 1513562 w 2947832"/>
              <a:gd name="connsiteY936" fmla="*/ 4372946 h 4821604"/>
              <a:gd name="connsiteX937" fmla="*/ 1534073 w 2947832"/>
              <a:gd name="connsiteY937" fmla="*/ 4372946 h 4821604"/>
              <a:gd name="connsiteX938" fmla="*/ 1536270 w 2947832"/>
              <a:gd name="connsiteY938" fmla="*/ 4374202 h 4821604"/>
              <a:gd name="connsiteX939" fmla="*/ 1546525 w 2947832"/>
              <a:gd name="connsiteY939" fmla="*/ 4391991 h 4821604"/>
              <a:gd name="connsiteX940" fmla="*/ 1546525 w 2947832"/>
              <a:gd name="connsiteY940" fmla="*/ 4394555 h 4821604"/>
              <a:gd name="connsiteX941" fmla="*/ 1536270 w 2947832"/>
              <a:gd name="connsiteY941" fmla="*/ 4412344 h 4821604"/>
              <a:gd name="connsiteX942" fmla="*/ 1534073 w 2947832"/>
              <a:gd name="connsiteY942" fmla="*/ 4413600 h 4821604"/>
              <a:gd name="connsiteX943" fmla="*/ 1513562 w 2947832"/>
              <a:gd name="connsiteY943" fmla="*/ 4413600 h 4821604"/>
              <a:gd name="connsiteX944" fmla="*/ 1511365 w 2947832"/>
              <a:gd name="connsiteY944" fmla="*/ 4412344 h 4821604"/>
              <a:gd name="connsiteX945" fmla="*/ 1501110 w 2947832"/>
              <a:gd name="connsiteY945" fmla="*/ 4394555 h 4821604"/>
              <a:gd name="connsiteX946" fmla="*/ 1501110 w 2947832"/>
              <a:gd name="connsiteY946" fmla="*/ 4391991 h 4821604"/>
              <a:gd name="connsiteX947" fmla="*/ 1511365 w 2947832"/>
              <a:gd name="connsiteY947" fmla="*/ 4374202 h 4821604"/>
              <a:gd name="connsiteX948" fmla="*/ 1513562 w 2947832"/>
              <a:gd name="connsiteY948" fmla="*/ 4372946 h 4821604"/>
              <a:gd name="connsiteX949" fmla="*/ 1761464 w 2947832"/>
              <a:gd name="connsiteY949" fmla="*/ 4372894 h 4821604"/>
              <a:gd name="connsiteX950" fmla="*/ 1782026 w 2947832"/>
              <a:gd name="connsiteY950" fmla="*/ 4372894 h 4821604"/>
              <a:gd name="connsiteX951" fmla="*/ 1784224 w 2947832"/>
              <a:gd name="connsiteY951" fmla="*/ 4374150 h 4821604"/>
              <a:gd name="connsiteX952" fmla="*/ 1794531 w 2947832"/>
              <a:gd name="connsiteY952" fmla="*/ 4391939 h 4821604"/>
              <a:gd name="connsiteX953" fmla="*/ 1794531 w 2947832"/>
              <a:gd name="connsiteY953" fmla="*/ 4394503 h 4821604"/>
              <a:gd name="connsiteX954" fmla="*/ 1784224 w 2947832"/>
              <a:gd name="connsiteY954" fmla="*/ 4412292 h 4821604"/>
              <a:gd name="connsiteX955" fmla="*/ 1782026 w 2947832"/>
              <a:gd name="connsiteY955" fmla="*/ 4413548 h 4821604"/>
              <a:gd name="connsiteX956" fmla="*/ 1761464 w 2947832"/>
              <a:gd name="connsiteY956" fmla="*/ 4413548 h 4821604"/>
              <a:gd name="connsiteX957" fmla="*/ 1759266 w 2947832"/>
              <a:gd name="connsiteY957" fmla="*/ 4412292 h 4821604"/>
              <a:gd name="connsiteX958" fmla="*/ 1748959 w 2947832"/>
              <a:gd name="connsiteY958" fmla="*/ 4394503 h 4821604"/>
              <a:gd name="connsiteX959" fmla="*/ 1748959 w 2947832"/>
              <a:gd name="connsiteY959" fmla="*/ 4391939 h 4821604"/>
              <a:gd name="connsiteX960" fmla="*/ 1759266 w 2947832"/>
              <a:gd name="connsiteY960" fmla="*/ 4374150 h 4821604"/>
              <a:gd name="connsiteX961" fmla="*/ 1761464 w 2947832"/>
              <a:gd name="connsiteY961" fmla="*/ 4372894 h 4821604"/>
              <a:gd name="connsiteX962" fmla="*/ 1678742 w 2947832"/>
              <a:gd name="connsiteY962" fmla="*/ 4372684 h 4821604"/>
              <a:gd name="connsiteX963" fmla="*/ 1699462 w 2947832"/>
              <a:gd name="connsiteY963" fmla="*/ 4372684 h 4821604"/>
              <a:gd name="connsiteX964" fmla="*/ 1701659 w 2947832"/>
              <a:gd name="connsiteY964" fmla="*/ 4373992 h 4821604"/>
              <a:gd name="connsiteX965" fmla="*/ 1712019 w 2947832"/>
              <a:gd name="connsiteY965" fmla="*/ 4391938 h 4821604"/>
              <a:gd name="connsiteX966" fmla="*/ 1712019 w 2947832"/>
              <a:gd name="connsiteY966" fmla="*/ 4394502 h 4821604"/>
              <a:gd name="connsiteX967" fmla="*/ 1701659 w 2947832"/>
              <a:gd name="connsiteY967" fmla="*/ 4412448 h 4821604"/>
              <a:gd name="connsiteX968" fmla="*/ 1699462 w 2947832"/>
              <a:gd name="connsiteY968" fmla="*/ 4413704 h 4821604"/>
              <a:gd name="connsiteX969" fmla="*/ 1678742 w 2947832"/>
              <a:gd name="connsiteY969" fmla="*/ 4413704 h 4821604"/>
              <a:gd name="connsiteX970" fmla="*/ 1676545 w 2947832"/>
              <a:gd name="connsiteY970" fmla="*/ 4412448 h 4821604"/>
              <a:gd name="connsiteX971" fmla="*/ 1666185 w 2947832"/>
              <a:gd name="connsiteY971" fmla="*/ 4394502 h 4821604"/>
              <a:gd name="connsiteX972" fmla="*/ 1666185 w 2947832"/>
              <a:gd name="connsiteY972" fmla="*/ 4391938 h 4821604"/>
              <a:gd name="connsiteX973" fmla="*/ 1676545 w 2947832"/>
              <a:gd name="connsiteY973" fmla="*/ 4373992 h 4821604"/>
              <a:gd name="connsiteX974" fmla="*/ 1678742 w 2947832"/>
              <a:gd name="connsiteY974" fmla="*/ 4372684 h 4821604"/>
              <a:gd name="connsiteX975" fmla="*/ 1844027 w 2947832"/>
              <a:gd name="connsiteY975" fmla="*/ 4372580 h 4821604"/>
              <a:gd name="connsiteX976" fmla="*/ 1864903 w 2947832"/>
              <a:gd name="connsiteY976" fmla="*/ 4372580 h 4821604"/>
              <a:gd name="connsiteX977" fmla="*/ 1867153 w 2947832"/>
              <a:gd name="connsiteY977" fmla="*/ 4373888 h 4821604"/>
              <a:gd name="connsiteX978" fmla="*/ 1877565 w 2947832"/>
              <a:gd name="connsiteY978" fmla="*/ 4391939 h 4821604"/>
              <a:gd name="connsiteX979" fmla="*/ 1877565 w 2947832"/>
              <a:gd name="connsiteY979" fmla="*/ 4394503 h 4821604"/>
              <a:gd name="connsiteX980" fmla="*/ 1867153 w 2947832"/>
              <a:gd name="connsiteY980" fmla="*/ 4412554 h 4821604"/>
              <a:gd name="connsiteX981" fmla="*/ 1864903 w 2947832"/>
              <a:gd name="connsiteY981" fmla="*/ 4413862 h 4821604"/>
              <a:gd name="connsiteX982" fmla="*/ 1844027 w 2947832"/>
              <a:gd name="connsiteY982" fmla="*/ 4413862 h 4821604"/>
              <a:gd name="connsiteX983" fmla="*/ 1841777 w 2947832"/>
              <a:gd name="connsiteY983" fmla="*/ 4412554 h 4821604"/>
              <a:gd name="connsiteX984" fmla="*/ 1831365 w 2947832"/>
              <a:gd name="connsiteY984" fmla="*/ 4394503 h 4821604"/>
              <a:gd name="connsiteX985" fmla="*/ 1831365 w 2947832"/>
              <a:gd name="connsiteY985" fmla="*/ 4391939 h 4821604"/>
              <a:gd name="connsiteX986" fmla="*/ 1841777 w 2947832"/>
              <a:gd name="connsiteY986" fmla="*/ 4373888 h 4821604"/>
              <a:gd name="connsiteX987" fmla="*/ 1844027 w 2947832"/>
              <a:gd name="connsiteY987" fmla="*/ 4372580 h 4821604"/>
              <a:gd name="connsiteX988" fmla="*/ 1595865 w 2947832"/>
              <a:gd name="connsiteY988" fmla="*/ 4372318 h 4821604"/>
              <a:gd name="connsiteX989" fmla="*/ 1617003 w 2947832"/>
              <a:gd name="connsiteY989" fmla="*/ 4372318 h 4821604"/>
              <a:gd name="connsiteX990" fmla="*/ 1619253 w 2947832"/>
              <a:gd name="connsiteY990" fmla="*/ 4373626 h 4821604"/>
              <a:gd name="connsiteX991" fmla="*/ 1629822 w 2947832"/>
              <a:gd name="connsiteY991" fmla="*/ 4391939 h 4821604"/>
              <a:gd name="connsiteX992" fmla="*/ 1629822 w 2947832"/>
              <a:gd name="connsiteY992" fmla="*/ 4394555 h 4821604"/>
              <a:gd name="connsiteX993" fmla="*/ 1619253 w 2947832"/>
              <a:gd name="connsiteY993" fmla="*/ 4412867 h 4821604"/>
              <a:gd name="connsiteX994" fmla="*/ 1617003 w 2947832"/>
              <a:gd name="connsiteY994" fmla="*/ 4414175 h 4821604"/>
              <a:gd name="connsiteX995" fmla="*/ 1595865 w 2947832"/>
              <a:gd name="connsiteY995" fmla="*/ 4414175 h 4821604"/>
              <a:gd name="connsiteX996" fmla="*/ 1593615 w 2947832"/>
              <a:gd name="connsiteY996" fmla="*/ 4412867 h 4821604"/>
              <a:gd name="connsiteX997" fmla="*/ 1583046 w 2947832"/>
              <a:gd name="connsiteY997" fmla="*/ 4394555 h 4821604"/>
              <a:gd name="connsiteX998" fmla="*/ 1583046 w 2947832"/>
              <a:gd name="connsiteY998" fmla="*/ 4391939 h 4821604"/>
              <a:gd name="connsiteX999" fmla="*/ 1593615 w 2947832"/>
              <a:gd name="connsiteY999" fmla="*/ 4373626 h 4821604"/>
              <a:gd name="connsiteX1000" fmla="*/ 1595865 w 2947832"/>
              <a:gd name="connsiteY1000" fmla="*/ 4372318 h 4821604"/>
              <a:gd name="connsiteX1001" fmla="*/ 2091509 w 2947832"/>
              <a:gd name="connsiteY1001" fmla="*/ 4371690 h 4821604"/>
              <a:gd name="connsiteX1002" fmla="*/ 2113223 w 2947832"/>
              <a:gd name="connsiteY1002" fmla="*/ 4371690 h 4821604"/>
              <a:gd name="connsiteX1003" fmla="*/ 2115524 w 2947832"/>
              <a:gd name="connsiteY1003" fmla="*/ 4373050 h 4821604"/>
              <a:gd name="connsiteX1004" fmla="*/ 2126408 w 2947832"/>
              <a:gd name="connsiteY1004" fmla="*/ 4391886 h 4821604"/>
              <a:gd name="connsiteX1005" fmla="*/ 2126408 w 2947832"/>
              <a:gd name="connsiteY1005" fmla="*/ 4394555 h 4821604"/>
              <a:gd name="connsiteX1006" fmla="*/ 2115524 w 2947832"/>
              <a:gd name="connsiteY1006" fmla="*/ 4413390 h 4821604"/>
              <a:gd name="connsiteX1007" fmla="*/ 2113223 w 2947832"/>
              <a:gd name="connsiteY1007" fmla="*/ 4414751 h 4821604"/>
              <a:gd name="connsiteX1008" fmla="*/ 2091509 w 2947832"/>
              <a:gd name="connsiteY1008" fmla="*/ 4414751 h 4821604"/>
              <a:gd name="connsiteX1009" fmla="*/ 2089207 w 2947832"/>
              <a:gd name="connsiteY1009" fmla="*/ 4413390 h 4821604"/>
              <a:gd name="connsiteX1010" fmla="*/ 2078324 w 2947832"/>
              <a:gd name="connsiteY1010" fmla="*/ 4394555 h 4821604"/>
              <a:gd name="connsiteX1011" fmla="*/ 2078324 w 2947832"/>
              <a:gd name="connsiteY1011" fmla="*/ 4391886 h 4821604"/>
              <a:gd name="connsiteX1012" fmla="*/ 2089207 w 2947832"/>
              <a:gd name="connsiteY1012" fmla="*/ 4373050 h 4821604"/>
              <a:gd name="connsiteX1013" fmla="*/ 2091509 w 2947832"/>
              <a:gd name="connsiteY1013" fmla="*/ 4371690 h 4821604"/>
              <a:gd name="connsiteX1014" fmla="*/ 2008474 w 2947832"/>
              <a:gd name="connsiteY1014" fmla="*/ 4370905 h 4821604"/>
              <a:gd name="connsiteX1015" fmla="*/ 2031024 w 2947832"/>
              <a:gd name="connsiteY1015" fmla="*/ 4370905 h 4821604"/>
              <a:gd name="connsiteX1016" fmla="*/ 2033432 w 2947832"/>
              <a:gd name="connsiteY1016" fmla="*/ 4372318 h 4821604"/>
              <a:gd name="connsiteX1017" fmla="*/ 2044681 w 2947832"/>
              <a:gd name="connsiteY1017" fmla="*/ 4391834 h 4821604"/>
              <a:gd name="connsiteX1018" fmla="*/ 2044681 w 2947832"/>
              <a:gd name="connsiteY1018" fmla="*/ 4394607 h 4821604"/>
              <a:gd name="connsiteX1019" fmla="*/ 2033432 w 2947832"/>
              <a:gd name="connsiteY1019" fmla="*/ 4414123 h 4821604"/>
              <a:gd name="connsiteX1020" fmla="*/ 2031024 w 2947832"/>
              <a:gd name="connsiteY1020" fmla="*/ 4415536 h 4821604"/>
              <a:gd name="connsiteX1021" fmla="*/ 2008474 w 2947832"/>
              <a:gd name="connsiteY1021" fmla="*/ 4415536 h 4821604"/>
              <a:gd name="connsiteX1022" fmla="*/ 2006068 w 2947832"/>
              <a:gd name="connsiteY1022" fmla="*/ 4414123 h 4821604"/>
              <a:gd name="connsiteX1023" fmla="*/ 1994818 w 2947832"/>
              <a:gd name="connsiteY1023" fmla="*/ 4394607 h 4821604"/>
              <a:gd name="connsiteX1024" fmla="*/ 1994818 w 2947832"/>
              <a:gd name="connsiteY1024" fmla="*/ 4391834 h 4821604"/>
              <a:gd name="connsiteX1025" fmla="*/ 2006068 w 2947832"/>
              <a:gd name="connsiteY1025" fmla="*/ 4372318 h 4821604"/>
              <a:gd name="connsiteX1026" fmla="*/ 2008474 w 2947832"/>
              <a:gd name="connsiteY1026" fmla="*/ 4370905 h 4821604"/>
              <a:gd name="connsiteX1027" fmla="*/ 1925754 w 2947832"/>
              <a:gd name="connsiteY1027" fmla="*/ 4370801 h 4821604"/>
              <a:gd name="connsiteX1028" fmla="*/ 1948409 w 2947832"/>
              <a:gd name="connsiteY1028" fmla="*/ 4370801 h 4821604"/>
              <a:gd name="connsiteX1029" fmla="*/ 1950816 w 2947832"/>
              <a:gd name="connsiteY1029" fmla="*/ 4372214 h 4821604"/>
              <a:gd name="connsiteX1030" fmla="*/ 1962117 w 2947832"/>
              <a:gd name="connsiteY1030" fmla="*/ 4391834 h 4821604"/>
              <a:gd name="connsiteX1031" fmla="*/ 1962117 w 2947832"/>
              <a:gd name="connsiteY1031" fmla="*/ 4394660 h 4821604"/>
              <a:gd name="connsiteX1032" fmla="*/ 1950816 w 2947832"/>
              <a:gd name="connsiteY1032" fmla="*/ 4414280 h 4821604"/>
              <a:gd name="connsiteX1033" fmla="*/ 1948409 w 2947832"/>
              <a:gd name="connsiteY1033" fmla="*/ 4415693 h 4821604"/>
              <a:gd name="connsiteX1034" fmla="*/ 1925754 w 2947832"/>
              <a:gd name="connsiteY1034" fmla="*/ 4415693 h 4821604"/>
              <a:gd name="connsiteX1035" fmla="*/ 1923347 w 2947832"/>
              <a:gd name="connsiteY1035" fmla="*/ 4414280 h 4821604"/>
              <a:gd name="connsiteX1036" fmla="*/ 1912045 w 2947832"/>
              <a:gd name="connsiteY1036" fmla="*/ 4394660 h 4821604"/>
              <a:gd name="connsiteX1037" fmla="*/ 1912045 w 2947832"/>
              <a:gd name="connsiteY1037" fmla="*/ 4391834 h 4821604"/>
              <a:gd name="connsiteX1038" fmla="*/ 1923347 w 2947832"/>
              <a:gd name="connsiteY1038" fmla="*/ 4372214 h 4821604"/>
              <a:gd name="connsiteX1039" fmla="*/ 1925754 w 2947832"/>
              <a:gd name="connsiteY1039" fmla="*/ 4370801 h 4821604"/>
              <a:gd name="connsiteX1040" fmla="*/ 2421450 w 2947832"/>
              <a:gd name="connsiteY1040" fmla="*/ 4370278 h 4821604"/>
              <a:gd name="connsiteX1041" fmla="*/ 2444681 w 2947832"/>
              <a:gd name="connsiteY1041" fmla="*/ 4370278 h 4821604"/>
              <a:gd name="connsiteX1042" fmla="*/ 2447192 w 2947832"/>
              <a:gd name="connsiteY1042" fmla="*/ 4371691 h 4821604"/>
              <a:gd name="connsiteX1043" fmla="*/ 2458807 w 2947832"/>
              <a:gd name="connsiteY1043" fmla="*/ 4391835 h 4821604"/>
              <a:gd name="connsiteX1044" fmla="*/ 2458807 w 2947832"/>
              <a:gd name="connsiteY1044" fmla="*/ 4394712 h 4821604"/>
              <a:gd name="connsiteX1045" fmla="*/ 2447192 w 2947832"/>
              <a:gd name="connsiteY1045" fmla="*/ 4414856 h 4821604"/>
              <a:gd name="connsiteX1046" fmla="*/ 2444681 w 2947832"/>
              <a:gd name="connsiteY1046" fmla="*/ 4416269 h 4821604"/>
              <a:gd name="connsiteX1047" fmla="*/ 2421450 w 2947832"/>
              <a:gd name="connsiteY1047" fmla="*/ 4416269 h 4821604"/>
              <a:gd name="connsiteX1048" fmla="*/ 2418938 w 2947832"/>
              <a:gd name="connsiteY1048" fmla="*/ 4414856 h 4821604"/>
              <a:gd name="connsiteX1049" fmla="*/ 2407323 w 2947832"/>
              <a:gd name="connsiteY1049" fmla="*/ 4394712 h 4821604"/>
              <a:gd name="connsiteX1050" fmla="*/ 2407323 w 2947832"/>
              <a:gd name="connsiteY1050" fmla="*/ 4391835 h 4821604"/>
              <a:gd name="connsiteX1051" fmla="*/ 2418938 w 2947832"/>
              <a:gd name="connsiteY1051" fmla="*/ 4371691 h 4821604"/>
              <a:gd name="connsiteX1052" fmla="*/ 2421450 w 2947832"/>
              <a:gd name="connsiteY1052" fmla="*/ 4370278 h 4821604"/>
              <a:gd name="connsiteX1053" fmla="*/ 2172869 w 2947832"/>
              <a:gd name="connsiteY1053" fmla="*/ 4369074 h 4821604"/>
              <a:gd name="connsiteX1054" fmla="*/ 2197251 w 2947832"/>
              <a:gd name="connsiteY1054" fmla="*/ 4369074 h 4821604"/>
              <a:gd name="connsiteX1055" fmla="*/ 2199867 w 2947832"/>
              <a:gd name="connsiteY1055" fmla="*/ 4370591 h 4821604"/>
              <a:gd name="connsiteX1056" fmla="*/ 2212058 w 2947832"/>
              <a:gd name="connsiteY1056" fmla="*/ 4391729 h 4821604"/>
              <a:gd name="connsiteX1057" fmla="*/ 2212058 w 2947832"/>
              <a:gd name="connsiteY1057" fmla="*/ 4394764 h 4821604"/>
              <a:gd name="connsiteX1058" fmla="*/ 2199867 w 2947832"/>
              <a:gd name="connsiteY1058" fmla="*/ 4415902 h 4821604"/>
              <a:gd name="connsiteX1059" fmla="*/ 2197251 w 2947832"/>
              <a:gd name="connsiteY1059" fmla="*/ 4417419 h 4821604"/>
              <a:gd name="connsiteX1060" fmla="*/ 2172869 w 2947832"/>
              <a:gd name="connsiteY1060" fmla="*/ 4417419 h 4821604"/>
              <a:gd name="connsiteX1061" fmla="*/ 2170253 w 2947832"/>
              <a:gd name="connsiteY1061" fmla="*/ 4415902 h 4821604"/>
              <a:gd name="connsiteX1062" fmla="*/ 2158062 w 2947832"/>
              <a:gd name="connsiteY1062" fmla="*/ 4394764 h 4821604"/>
              <a:gd name="connsiteX1063" fmla="*/ 2158062 w 2947832"/>
              <a:gd name="connsiteY1063" fmla="*/ 4391729 h 4821604"/>
              <a:gd name="connsiteX1064" fmla="*/ 2170253 w 2947832"/>
              <a:gd name="connsiteY1064" fmla="*/ 4370591 h 4821604"/>
              <a:gd name="connsiteX1065" fmla="*/ 2172869 w 2947832"/>
              <a:gd name="connsiteY1065" fmla="*/ 4369074 h 4821604"/>
              <a:gd name="connsiteX1066" fmla="*/ 2336950 w 2947832"/>
              <a:gd name="connsiteY1066" fmla="*/ 4366615 h 4821604"/>
              <a:gd name="connsiteX1067" fmla="*/ 2363844 w 2947832"/>
              <a:gd name="connsiteY1067" fmla="*/ 4366615 h 4821604"/>
              <a:gd name="connsiteX1068" fmla="*/ 2366721 w 2947832"/>
              <a:gd name="connsiteY1068" fmla="*/ 4368289 h 4821604"/>
              <a:gd name="connsiteX1069" fmla="*/ 2380168 w 2947832"/>
              <a:gd name="connsiteY1069" fmla="*/ 4391573 h 4821604"/>
              <a:gd name="connsiteX1070" fmla="*/ 2380168 w 2947832"/>
              <a:gd name="connsiteY1070" fmla="*/ 4394921 h 4821604"/>
              <a:gd name="connsiteX1071" fmla="*/ 2366721 w 2947832"/>
              <a:gd name="connsiteY1071" fmla="*/ 4418204 h 4821604"/>
              <a:gd name="connsiteX1072" fmla="*/ 2363844 w 2947832"/>
              <a:gd name="connsiteY1072" fmla="*/ 4419878 h 4821604"/>
              <a:gd name="connsiteX1073" fmla="*/ 2336950 w 2947832"/>
              <a:gd name="connsiteY1073" fmla="*/ 4419878 h 4821604"/>
              <a:gd name="connsiteX1074" fmla="*/ 2334072 w 2947832"/>
              <a:gd name="connsiteY1074" fmla="*/ 4418204 h 4821604"/>
              <a:gd name="connsiteX1075" fmla="*/ 2320626 w 2947832"/>
              <a:gd name="connsiteY1075" fmla="*/ 4394921 h 4821604"/>
              <a:gd name="connsiteX1076" fmla="*/ 2320626 w 2947832"/>
              <a:gd name="connsiteY1076" fmla="*/ 4391573 h 4821604"/>
              <a:gd name="connsiteX1077" fmla="*/ 2334072 w 2947832"/>
              <a:gd name="connsiteY1077" fmla="*/ 4368289 h 4821604"/>
              <a:gd name="connsiteX1078" fmla="*/ 2336950 w 2947832"/>
              <a:gd name="connsiteY1078" fmla="*/ 4366615 h 4821604"/>
              <a:gd name="connsiteX1079" fmla="*/ 2253444 w 2947832"/>
              <a:gd name="connsiteY1079" fmla="*/ 4365045 h 4821604"/>
              <a:gd name="connsiteX1080" fmla="*/ 2281908 w 2947832"/>
              <a:gd name="connsiteY1080" fmla="*/ 4365045 h 4821604"/>
              <a:gd name="connsiteX1081" fmla="*/ 2284942 w 2947832"/>
              <a:gd name="connsiteY1081" fmla="*/ 4366824 h 4821604"/>
              <a:gd name="connsiteX1082" fmla="*/ 2299174 w 2947832"/>
              <a:gd name="connsiteY1082" fmla="*/ 4391520 h 4821604"/>
              <a:gd name="connsiteX1083" fmla="*/ 2299174 w 2947832"/>
              <a:gd name="connsiteY1083" fmla="*/ 4395025 h 4821604"/>
              <a:gd name="connsiteX1084" fmla="*/ 2284942 w 2947832"/>
              <a:gd name="connsiteY1084" fmla="*/ 4419721 h 4821604"/>
              <a:gd name="connsiteX1085" fmla="*/ 2281908 w 2947832"/>
              <a:gd name="connsiteY1085" fmla="*/ 4421500 h 4821604"/>
              <a:gd name="connsiteX1086" fmla="*/ 2253444 w 2947832"/>
              <a:gd name="connsiteY1086" fmla="*/ 4421500 h 4821604"/>
              <a:gd name="connsiteX1087" fmla="*/ 2250410 w 2947832"/>
              <a:gd name="connsiteY1087" fmla="*/ 4419721 h 4821604"/>
              <a:gd name="connsiteX1088" fmla="*/ 2236179 w 2947832"/>
              <a:gd name="connsiteY1088" fmla="*/ 4395025 h 4821604"/>
              <a:gd name="connsiteX1089" fmla="*/ 2236179 w 2947832"/>
              <a:gd name="connsiteY1089" fmla="*/ 4391520 h 4821604"/>
              <a:gd name="connsiteX1090" fmla="*/ 2250410 w 2947832"/>
              <a:gd name="connsiteY1090" fmla="*/ 4366824 h 4821604"/>
              <a:gd name="connsiteX1091" fmla="*/ 2253444 w 2947832"/>
              <a:gd name="connsiteY1091" fmla="*/ 4365045 h 4821604"/>
              <a:gd name="connsiteX1092" fmla="*/ 2763581 w 2947832"/>
              <a:gd name="connsiteY1092" fmla="*/ 4310421 h 4821604"/>
              <a:gd name="connsiteX1093" fmla="*/ 2763738 w 2947832"/>
              <a:gd name="connsiteY1093" fmla="*/ 4310421 h 4821604"/>
              <a:gd name="connsiteX1094" fmla="*/ 2763843 w 2947832"/>
              <a:gd name="connsiteY1094" fmla="*/ 4310421 h 4821604"/>
              <a:gd name="connsiteX1095" fmla="*/ 2763843 w 2947832"/>
              <a:gd name="connsiteY1095" fmla="*/ 4310578 h 4821604"/>
              <a:gd name="connsiteX1096" fmla="*/ 2763790 w 2947832"/>
              <a:gd name="connsiteY1096" fmla="*/ 4310578 h 4821604"/>
              <a:gd name="connsiteX1097" fmla="*/ 2763790 w 2947832"/>
              <a:gd name="connsiteY1097" fmla="*/ 4310735 h 4821604"/>
              <a:gd name="connsiteX1098" fmla="*/ 2763633 w 2947832"/>
              <a:gd name="connsiteY1098" fmla="*/ 4310735 h 4821604"/>
              <a:gd name="connsiteX1099" fmla="*/ 2763528 w 2947832"/>
              <a:gd name="connsiteY1099" fmla="*/ 4310735 h 4821604"/>
              <a:gd name="connsiteX1100" fmla="*/ 2763528 w 2947832"/>
              <a:gd name="connsiteY1100" fmla="*/ 4310578 h 4821604"/>
              <a:gd name="connsiteX1101" fmla="*/ 2763581 w 2947832"/>
              <a:gd name="connsiteY1101" fmla="*/ 4310578 h 4821604"/>
              <a:gd name="connsiteX1102" fmla="*/ 938495 w 2947832"/>
              <a:gd name="connsiteY1102" fmla="*/ 4297236 h 4821604"/>
              <a:gd name="connsiteX1103" fmla="*/ 951941 w 2947832"/>
              <a:gd name="connsiteY1103" fmla="*/ 4297236 h 4821604"/>
              <a:gd name="connsiteX1104" fmla="*/ 953406 w 2947832"/>
              <a:gd name="connsiteY1104" fmla="*/ 4298073 h 4821604"/>
              <a:gd name="connsiteX1105" fmla="*/ 960156 w 2947832"/>
              <a:gd name="connsiteY1105" fmla="*/ 4309741 h 4821604"/>
              <a:gd name="connsiteX1106" fmla="*/ 960156 w 2947832"/>
              <a:gd name="connsiteY1106" fmla="*/ 4311415 h 4821604"/>
              <a:gd name="connsiteX1107" fmla="*/ 953406 w 2947832"/>
              <a:gd name="connsiteY1107" fmla="*/ 4323083 h 4821604"/>
              <a:gd name="connsiteX1108" fmla="*/ 951941 w 2947832"/>
              <a:gd name="connsiteY1108" fmla="*/ 4323920 h 4821604"/>
              <a:gd name="connsiteX1109" fmla="*/ 938495 w 2947832"/>
              <a:gd name="connsiteY1109" fmla="*/ 4323920 h 4821604"/>
              <a:gd name="connsiteX1110" fmla="*/ 937030 w 2947832"/>
              <a:gd name="connsiteY1110" fmla="*/ 4323083 h 4821604"/>
              <a:gd name="connsiteX1111" fmla="*/ 930280 w 2947832"/>
              <a:gd name="connsiteY1111" fmla="*/ 4311415 h 4821604"/>
              <a:gd name="connsiteX1112" fmla="*/ 930280 w 2947832"/>
              <a:gd name="connsiteY1112" fmla="*/ 4309741 h 4821604"/>
              <a:gd name="connsiteX1113" fmla="*/ 937030 w 2947832"/>
              <a:gd name="connsiteY1113" fmla="*/ 4298073 h 4821604"/>
              <a:gd name="connsiteX1114" fmla="*/ 938495 w 2947832"/>
              <a:gd name="connsiteY1114" fmla="*/ 4297236 h 4821604"/>
              <a:gd name="connsiteX1115" fmla="*/ 1185977 w 2947832"/>
              <a:gd name="connsiteY1115" fmla="*/ 4296399 h 4821604"/>
              <a:gd name="connsiteX1116" fmla="*/ 1200313 w 2947832"/>
              <a:gd name="connsiteY1116" fmla="*/ 4296399 h 4821604"/>
              <a:gd name="connsiteX1117" fmla="*/ 1201830 w 2947832"/>
              <a:gd name="connsiteY1117" fmla="*/ 4297288 h 4821604"/>
              <a:gd name="connsiteX1118" fmla="*/ 1208998 w 2947832"/>
              <a:gd name="connsiteY1118" fmla="*/ 4309689 h 4821604"/>
              <a:gd name="connsiteX1119" fmla="*/ 1208998 w 2947832"/>
              <a:gd name="connsiteY1119" fmla="*/ 4311468 h 4821604"/>
              <a:gd name="connsiteX1120" fmla="*/ 1201830 w 2947832"/>
              <a:gd name="connsiteY1120" fmla="*/ 4323868 h 4821604"/>
              <a:gd name="connsiteX1121" fmla="*/ 1200313 w 2947832"/>
              <a:gd name="connsiteY1121" fmla="*/ 4324757 h 4821604"/>
              <a:gd name="connsiteX1122" fmla="*/ 1185977 w 2947832"/>
              <a:gd name="connsiteY1122" fmla="*/ 4324757 h 4821604"/>
              <a:gd name="connsiteX1123" fmla="*/ 1184459 w 2947832"/>
              <a:gd name="connsiteY1123" fmla="*/ 4323868 h 4821604"/>
              <a:gd name="connsiteX1124" fmla="*/ 1177291 w 2947832"/>
              <a:gd name="connsiteY1124" fmla="*/ 4311468 h 4821604"/>
              <a:gd name="connsiteX1125" fmla="*/ 1177291 w 2947832"/>
              <a:gd name="connsiteY1125" fmla="*/ 4309689 h 4821604"/>
              <a:gd name="connsiteX1126" fmla="*/ 1184459 w 2947832"/>
              <a:gd name="connsiteY1126" fmla="*/ 4297288 h 4821604"/>
              <a:gd name="connsiteX1127" fmla="*/ 1185977 w 2947832"/>
              <a:gd name="connsiteY1127" fmla="*/ 4296399 h 4821604"/>
              <a:gd name="connsiteX1128" fmla="*/ 1102889 w 2947832"/>
              <a:gd name="connsiteY1128" fmla="*/ 4295510 h 4821604"/>
              <a:gd name="connsiteX1129" fmla="*/ 1118115 w 2947832"/>
              <a:gd name="connsiteY1129" fmla="*/ 4295510 h 4821604"/>
              <a:gd name="connsiteX1130" fmla="*/ 1119737 w 2947832"/>
              <a:gd name="connsiteY1130" fmla="*/ 4296452 h 4821604"/>
              <a:gd name="connsiteX1131" fmla="*/ 1127376 w 2947832"/>
              <a:gd name="connsiteY1131" fmla="*/ 4309637 h 4821604"/>
              <a:gd name="connsiteX1132" fmla="*/ 1127376 w 2947832"/>
              <a:gd name="connsiteY1132" fmla="*/ 4311520 h 4821604"/>
              <a:gd name="connsiteX1133" fmla="*/ 1119737 w 2947832"/>
              <a:gd name="connsiteY1133" fmla="*/ 4324705 h 4821604"/>
              <a:gd name="connsiteX1134" fmla="*/ 1118115 w 2947832"/>
              <a:gd name="connsiteY1134" fmla="*/ 4325647 h 4821604"/>
              <a:gd name="connsiteX1135" fmla="*/ 1102889 w 2947832"/>
              <a:gd name="connsiteY1135" fmla="*/ 4325647 h 4821604"/>
              <a:gd name="connsiteX1136" fmla="*/ 1101267 w 2947832"/>
              <a:gd name="connsiteY1136" fmla="*/ 4324705 h 4821604"/>
              <a:gd name="connsiteX1137" fmla="*/ 1093629 w 2947832"/>
              <a:gd name="connsiteY1137" fmla="*/ 4311520 h 4821604"/>
              <a:gd name="connsiteX1138" fmla="*/ 1093629 w 2947832"/>
              <a:gd name="connsiteY1138" fmla="*/ 4309637 h 4821604"/>
              <a:gd name="connsiteX1139" fmla="*/ 1101267 w 2947832"/>
              <a:gd name="connsiteY1139" fmla="*/ 4296452 h 4821604"/>
              <a:gd name="connsiteX1140" fmla="*/ 1102889 w 2947832"/>
              <a:gd name="connsiteY1140" fmla="*/ 4295510 h 4821604"/>
              <a:gd name="connsiteX1141" fmla="*/ 1268122 w 2947832"/>
              <a:gd name="connsiteY1141" fmla="*/ 4295353 h 4821604"/>
              <a:gd name="connsiteX1142" fmla="*/ 1283504 w 2947832"/>
              <a:gd name="connsiteY1142" fmla="*/ 4295353 h 4821604"/>
              <a:gd name="connsiteX1143" fmla="*/ 1285126 w 2947832"/>
              <a:gd name="connsiteY1143" fmla="*/ 4296295 h 4821604"/>
              <a:gd name="connsiteX1144" fmla="*/ 1292818 w 2947832"/>
              <a:gd name="connsiteY1144" fmla="*/ 4309637 h 4821604"/>
              <a:gd name="connsiteX1145" fmla="*/ 1292818 w 2947832"/>
              <a:gd name="connsiteY1145" fmla="*/ 4311521 h 4821604"/>
              <a:gd name="connsiteX1146" fmla="*/ 1285126 w 2947832"/>
              <a:gd name="connsiteY1146" fmla="*/ 4324863 h 4821604"/>
              <a:gd name="connsiteX1147" fmla="*/ 1283504 w 2947832"/>
              <a:gd name="connsiteY1147" fmla="*/ 4325804 h 4821604"/>
              <a:gd name="connsiteX1148" fmla="*/ 1268122 w 2947832"/>
              <a:gd name="connsiteY1148" fmla="*/ 4325804 h 4821604"/>
              <a:gd name="connsiteX1149" fmla="*/ 1266500 w 2947832"/>
              <a:gd name="connsiteY1149" fmla="*/ 4324863 h 4821604"/>
              <a:gd name="connsiteX1150" fmla="*/ 1258808 w 2947832"/>
              <a:gd name="connsiteY1150" fmla="*/ 4311521 h 4821604"/>
              <a:gd name="connsiteX1151" fmla="*/ 1258808 w 2947832"/>
              <a:gd name="connsiteY1151" fmla="*/ 4309637 h 4821604"/>
              <a:gd name="connsiteX1152" fmla="*/ 1266500 w 2947832"/>
              <a:gd name="connsiteY1152" fmla="*/ 4296295 h 4821604"/>
              <a:gd name="connsiteX1153" fmla="*/ 1268122 w 2947832"/>
              <a:gd name="connsiteY1153" fmla="*/ 4295353 h 4821604"/>
              <a:gd name="connsiteX1154" fmla="*/ 1019960 w 2947832"/>
              <a:gd name="connsiteY1154" fmla="*/ 4294830 h 4821604"/>
              <a:gd name="connsiteX1155" fmla="*/ 1035866 w 2947832"/>
              <a:gd name="connsiteY1155" fmla="*/ 4294830 h 4821604"/>
              <a:gd name="connsiteX1156" fmla="*/ 1037593 w 2947832"/>
              <a:gd name="connsiteY1156" fmla="*/ 4295824 h 4821604"/>
              <a:gd name="connsiteX1157" fmla="*/ 1045546 w 2947832"/>
              <a:gd name="connsiteY1157" fmla="*/ 4309585 h 4821604"/>
              <a:gd name="connsiteX1158" fmla="*/ 1045546 w 2947832"/>
              <a:gd name="connsiteY1158" fmla="*/ 4311573 h 4821604"/>
              <a:gd name="connsiteX1159" fmla="*/ 1037593 w 2947832"/>
              <a:gd name="connsiteY1159" fmla="*/ 4325333 h 4821604"/>
              <a:gd name="connsiteX1160" fmla="*/ 1035866 w 2947832"/>
              <a:gd name="connsiteY1160" fmla="*/ 4326327 h 4821604"/>
              <a:gd name="connsiteX1161" fmla="*/ 1019960 w 2947832"/>
              <a:gd name="connsiteY1161" fmla="*/ 4326327 h 4821604"/>
              <a:gd name="connsiteX1162" fmla="*/ 1018233 w 2947832"/>
              <a:gd name="connsiteY1162" fmla="*/ 4325333 h 4821604"/>
              <a:gd name="connsiteX1163" fmla="*/ 1010280 w 2947832"/>
              <a:gd name="connsiteY1163" fmla="*/ 4311573 h 4821604"/>
              <a:gd name="connsiteX1164" fmla="*/ 1010280 w 2947832"/>
              <a:gd name="connsiteY1164" fmla="*/ 4309585 h 4821604"/>
              <a:gd name="connsiteX1165" fmla="*/ 1018233 w 2947832"/>
              <a:gd name="connsiteY1165" fmla="*/ 4295824 h 4821604"/>
              <a:gd name="connsiteX1166" fmla="*/ 1019960 w 2947832"/>
              <a:gd name="connsiteY1166" fmla="*/ 4294830 h 4821604"/>
              <a:gd name="connsiteX1167" fmla="*/ 1515080 w 2947832"/>
              <a:gd name="connsiteY1167" fmla="*/ 4293260 h 4821604"/>
              <a:gd name="connsiteX1168" fmla="*/ 1532555 w 2947832"/>
              <a:gd name="connsiteY1168" fmla="*/ 4293260 h 4821604"/>
              <a:gd name="connsiteX1169" fmla="*/ 1534439 w 2947832"/>
              <a:gd name="connsiteY1169" fmla="*/ 4294359 h 4821604"/>
              <a:gd name="connsiteX1170" fmla="*/ 1543177 w 2947832"/>
              <a:gd name="connsiteY1170" fmla="*/ 4309532 h 4821604"/>
              <a:gd name="connsiteX1171" fmla="*/ 1543177 w 2947832"/>
              <a:gd name="connsiteY1171" fmla="*/ 4311677 h 4821604"/>
              <a:gd name="connsiteX1172" fmla="*/ 1534439 w 2947832"/>
              <a:gd name="connsiteY1172" fmla="*/ 4326850 h 4821604"/>
              <a:gd name="connsiteX1173" fmla="*/ 1532555 w 2947832"/>
              <a:gd name="connsiteY1173" fmla="*/ 4327949 h 4821604"/>
              <a:gd name="connsiteX1174" fmla="*/ 1515080 w 2947832"/>
              <a:gd name="connsiteY1174" fmla="*/ 4327949 h 4821604"/>
              <a:gd name="connsiteX1175" fmla="*/ 1513196 w 2947832"/>
              <a:gd name="connsiteY1175" fmla="*/ 4326850 h 4821604"/>
              <a:gd name="connsiteX1176" fmla="*/ 1504459 w 2947832"/>
              <a:gd name="connsiteY1176" fmla="*/ 4311677 h 4821604"/>
              <a:gd name="connsiteX1177" fmla="*/ 1504459 w 2947832"/>
              <a:gd name="connsiteY1177" fmla="*/ 4309532 h 4821604"/>
              <a:gd name="connsiteX1178" fmla="*/ 1513196 w 2947832"/>
              <a:gd name="connsiteY1178" fmla="*/ 4294359 h 4821604"/>
              <a:gd name="connsiteX1179" fmla="*/ 1515080 w 2947832"/>
              <a:gd name="connsiteY1179" fmla="*/ 4293260 h 4821604"/>
              <a:gd name="connsiteX1180" fmla="*/ 2672019 w 2947832"/>
              <a:gd name="connsiteY1180" fmla="*/ 4292789 h 4821604"/>
              <a:gd name="connsiteX1181" fmla="*/ 2690018 w 2947832"/>
              <a:gd name="connsiteY1181" fmla="*/ 4292789 h 4821604"/>
              <a:gd name="connsiteX1182" fmla="*/ 2691953 w 2947832"/>
              <a:gd name="connsiteY1182" fmla="*/ 4293888 h 4821604"/>
              <a:gd name="connsiteX1183" fmla="*/ 2700953 w 2947832"/>
              <a:gd name="connsiteY1183" fmla="*/ 4309480 h 4821604"/>
              <a:gd name="connsiteX1184" fmla="*/ 2700953 w 2947832"/>
              <a:gd name="connsiteY1184" fmla="*/ 4311729 h 4821604"/>
              <a:gd name="connsiteX1185" fmla="*/ 2691953 w 2947832"/>
              <a:gd name="connsiteY1185" fmla="*/ 4327321 h 4821604"/>
              <a:gd name="connsiteX1186" fmla="*/ 2690018 w 2947832"/>
              <a:gd name="connsiteY1186" fmla="*/ 4328420 h 4821604"/>
              <a:gd name="connsiteX1187" fmla="*/ 2672019 w 2947832"/>
              <a:gd name="connsiteY1187" fmla="*/ 4328420 h 4821604"/>
              <a:gd name="connsiteX1188" fmla="*/ 2670083 w 2947832"/>
              <a:gd name="connsiteY1188" fmla="*/ 4327321 h 4821604"/>
              <a:gd name="connsiteX1189" fmla="*/ 2661083 w 2947832"/>
              <a:gd name="connsiteY1189" fmla="*/ 4311729 h 4821604"/>
              <a:gd name="connsiteX1190" fmla="*/ 2661083 w 2947832"/>
              <a:gd name="connsiteY1190" fmla="*/ 4309480 h 4821604"/>
              <a:gd name="connsiteX1191" fmla="*/ 2670083 w 2947832"/>
              <a:gd name="connsiteY1191" fmla="*/ 4293888 h 4821604"/>
              <a:gd name="connsiteX1192" fmla="*/ 2672019 w 2947832"/>
              <a:gd name="connsiteY1192" fmla="*/ 4292789 h 4821604"/>
              <a:gd name="connsiteX1193" fmla="*/ 1431836 w 2947832"/>
              <a:gd name="connsiteY1193" fmla="*/ 4292161 h 4821604"/>
              <a:gd name="connsiteX1194" fmla="*/ 1450463 w 2947832"/>
              <a:gd name="connsiteY1194" fmla="*/ 4292161 h 4821604"/>
              <a:gd name="connsiteX1195" fmla="*/ 1452451 w 2947832"/>
              <a:gd name="connsiteY1195" fmla="*/ 4293312 h 4821604"/>
              <a:gd name="connsiteX1196" fmla="*/ 1461764 w 2947832"/>
              <a:gd name="connsiteY1196" fmla="*/ 4309427 h 4821604"/>
              <a:gd name="connsiteX1197" fmla="*/ 1461764 w 2947832"/>
              <a:gd name="connsiteY1197" fmla="*/ 4311729 h 4821604"/>
              <a:gd name="connsiteX1198" fmla="*/ 1452451 w 2947832"/>
              <a:gd name="connsiteY1198" fmla="*/ 4327844 h 4821604"/>
              <a:gd name="connsiteX1199" fmla="*/ 1450463 w 2947832"/>
              <a:gd name="connsiteY1199" fmla="*/ 4328995 h 4821604"/>
              <a:gd name="connsiteX1200" fmla="*/ 1431836 w 2947832"/>
              <a:gd name="connsiteY1200" fmla="*/ 4328995 h 4821604"/>
              <a:gd name="connsiteX1201" fmla="*/ 1429848 w 2947832"/>
              <a:gd name="connsiteY1201" fmla="*/ 4327844 h 4821604"/>
              <a:gd name="connsiteX1202" fmla="*/ 1420535 w 2947832"/>
              <a:gd name="connsiteY1202" fmla="*/ 4311729 h 4821604"/>
              <a:gd name="connsiteX1203" fmla="*/ 1420535 w 2947832"/>
              <a:gd name="connsiteY1203" fmla="*/ 4309427 h 4821604"/>
              <a:gd name="connsiteX1204" fmla="*/ 1429848 w 2947832"/>
              <a:gd name="connsiteY1204" fmla="*/ 4293312 h 4821604"/>
              <a:gd name="connsiteX1205" fmla="*/ 1431836 w 2947832"/>
              <a:gd name="connsiteY1205" fmla="*/ 4292161 h 4821604"/>
              <a:gd name="connsiteX1206" fmla="*/ 1349168 w 2947832"/>
              <a:gd name="connsiteY1206" fmla="*/ 4292161 h 4821604"/>
              <a:gd name="connsiteX1207" fmla="*/ 1367795 w 2947832"/>
              <a:gd name="connsiteY1207" fmla="*/ 4292161 h 4821604"/>
              <a:gd name="connsiteX1208" fmla="*/ 1369783 w 2947832"/>
              <a:gd name="connsiteY1208" fmla="*/ 4293312 h 4821604"/>
              <a:gd name="connsiteX1209" fmla="*/ 1379096 w 2947832"/>
              <a:gd name="connsiteY1209" fmla="*/ 4309427 h 4821604"/>
              <a:gd name="connsiteX1210" fmla="*/ 1379096 w 2947832"/>
              <a:gd name="connsiteY1210" fmla="*/ 4311729 h 4821604"/>
              <a:gd name="connsiteX1211" fmla="*/ 1369783 w 2947832"/>
              <a:gd name="connsiteY1211" fmla="*/ 4327844 h 4821604"/>
              <a:gd name="connsiteX1212" fmla="*/ 1367795 w 2947832"/>
              <a:gd name="connsiteY1212" fmla="*/ 4328995 h 4821604"/>
              <a:gd name="connsiteX1213" fmla="*/ 1349168 w 2947832"/>
              <a:gd name="connsiteY1213" fmla="*/ 4328995 h 4821604"/>
              <a:gd name="connsiteX1214" fmla="*/ 1347180 w 2947832"/>
              <a:gd name="connsiteY1214" fmla="*/ 4327844 h 4821604"/>
              <a:gd name="connsiteX1215" fmla="*/ 1337867 w 2947832"/>
              <a:gd name="connsiteY1215" fmla="*/ 4311729 h 4821604"/>
              <a:gd name="connsiteX1216" fmla="*/ 1337867 w 2947832"/>
              <a:gd name="connsiteY1216" fmla="*/ 4309427 h 4821604"/>
              <a:gd name="connsiteX1217" fmla="*/ 1347180 w 2947832"/>
              <a:gd name="connsiteY1217" fmla="*/ 4293312 h 4821604"/>
              <a:gd name="connsiteX1218" fmla="*/ 1349168 w 2947832"/>
              <a:gd name="connsiteY1218" fmla="*/ 4292161 h 4821604"/>
              <a:gd name="connsiteX1219" fmla="*/ 1679318 w 2947832"/>
              <a:gd name="connsiteY1219" fmla="*/ 4291219 h 4821604"/>
              <a:gd name="connsiteX1220" fmla="*/ 1698886 w 2947832"/>
              <a:gd name="connsiteY1220" fmla="*/ 4291219 h 4821604"/>
              <a:gd name="connsiteX1221" fmla="*/ 1700979 w 2947832"/>
              <a:gd name="connsiteY1221" fmla="*/ 4292422 h 4821604"/>
              <a:gd name="connsiteX1222" fmla="*/ 1710763 w 2947832"/>
              <a:gd name="connsiteY1222" fmla="*/ 4309374 h 4821604"/>
              <a:gd name="connsiteX1223" fmla="*/ 1710763 w 2947832"/>
              <a:gd name="connsiteY1223" fmla="*/ 4311781 h 4821604"/>
              <a:gd name="connsiteX1224" fmla="*/ 1700979 w 2947832"/>
              <a:gd name="connsiteY1224" fmla="*/ 4328734 h 4821604"/>
              <a:gd name="connsiteX1225" fmla="*/ 1698886 w 2947832"/>
              <a:gd name="connsiteY1225" fmla="*/ 4329937 h 4821604"/>
              <a:gd name="connsiteX1226" fmla="*/ 1679318 w 2947832"/>
              <a:gd name="connsiteY1226" fmla="*/ 4329937 h 4821604"/>
              <a:gd name="connsiteX1227" fmla="*/ 1677225 w 2947832"/>
              <a:gd name="connsiteY1227" fmla="*/ 4328734 h 4821604"/>
              <a:gd name="connsiteX1228" fmla="*/ 1667441 w 2947832"/>
              <a:gd name="connsiteY1228" fmla="*/ 4311781 h 4821604"/>
              <a:gd name="connsiteX1229" fmla="*/ 1667441 w 2947832"/>
              <a:gd name="connsiteY1229" fmla="*/ 4309374 h 4821604"/>
              <a:gd name="connsiteX1230" fmla="*/ 1677225 w 2947832"/>
              <a:gd name="connsiteY1230" fmla="*/ 4292422 h 4821604"/>
              <a:gd name="connsiteX1231" fmla="*/ 1679318 w 2947832"/>
              <a:gd name="connsiteY1231" fmla="*/ 4291219 h 4821604"/>
              <a:gd name="connsiteX1232" fmla="*/ 1596179 w 2947832"/>
              <a:gd name="connsiteY1232" fmla="*/ 4290278 h 4821604"/>
              <a:gd name="connsiteX1233" fmla="*/ 1616689 w 2947832"/>
              <a:gd name="connsiteY1233" fmla="*/ 4290278 h 4821604"/>
              <a:gd name="connsiteX1234" fmla="*/ 1618886 w 2947832"/>
              <a:gd name="connsiteY1234" fmla="*/ 4291534 h 4821604"/>
              <a:gd name="connsiteX1235" fmla="*/ 1629141 w 2947832"/>
              <a:gd name="connsiteY1235" fmla="*/ 4309323 h 4821604"/>
              <a:gd name="connsiteX1236" fmla="*/ 1629141 w 2947832"/>
              <a:gd name="connsiteY1236" fmla="*/ 4311887 h 4821604"/>
              <a:gd name="connsiteX1237" fmla="*/ 1618886 w 2947832"/>
              <a:gd name="connsiteY1237" fmla="*/ 4329676 h 4821604"/>
              <a:gd name="connsiteX1238" fmla="*/ 1616689 w 2947832"/>
              <a:gd name="connsiteY1238" fmla="*/ 4330932 h 4821604"/>
              <a:gd name="connsiteX1239" fmla="*/ 1596179 w 2947832"/>
              <a:gd name="connsiteY1239" fmla="*/ 4330932 h 4821604"/>
              <a:gd name="connsiteX1240" fmla="*/ 1593981 w 2947832"/>
              <a:gd name="connsiteY1240" fmla="*/ 4329676 h 4821604"/>
              <a:gd name="connsiteX1241" fmla="*/ 1583726 w 2947832"/>
              <a:gd name="connsiteY1241" fmla="*/ 4311887 h 4821604"/>
              <a:gd name="connsiteX1242" fmla="*/ 1583726 w 2947832"/>
              <a:gd name="connsiteY1242" fmla="*/ 4309323 h 4821604"/>
              <a:gd name="connsiteX1243" fmla="*/ 1593981 w 2947832"/>
              <a:gd name="connsiteY1243" fmla="*/ 4291534 h 4821604"/>
              <a:gd name="connsiteX1244" fmla="*/ 1596179 w 2947832"/>
              <a:gd name="connsiteY1244" fmla="*/ 4290278 h 4821604"/>
              <a:gd name="connsiteX1245" fmla="*/ 2587990 w 2947832"/>
              <a:gd name="connsiteY1245" fmla="*/ 4290068 h 4821604"/>
              <a:gd name="connsiteX1246" fmla="*/ 2608709 w 2947832"/>
              <a:gd name="connsiteY1246" fmla="*/ 4290068 h 4821604"/>
              <a:gd name="connsiteX1247" fmla="*/ 2610907 w 2947832"/>
              <a:gd name="connsiteY1247" fmla="*/ 4291324 h 4821604"/>
              <a:gd name="connsiteX1248" fmla="*/ 2621267 w 2947832"/>
              <a:gd name="connsiteY1248" fmla="*/ 4309270 h 4821604"/>
              <a:gd name="connsiteX1249" fmla="*/ 2621267 w 2947832"/>
              <a:gd name="connsiteY1249" fmla="*/ 4311834 h 4821604"/>
              <a:gd name="connsiteX1250" fmla="*/ 2610907 w 2947832"/>
              <a:gd name="connsiteY1250" fmla="*/ 4329780 h 4821604"/>
              <a:gd name="connsiteX1251" fmla="*/ 2608709 w 2947832"/>
              <a:gd name="connsiteY1251" fmla="*/ 4331088 h 4821604"/>
              <a:gd name="connsiteX1252" fmla="*/ 2587990 w 2947832"/>
              <a:gd name="connsiteY1252" fmla="*/ 4331088 h 4821604"/>
              <a:gd name="connsiteX1253" fmla="*/ 2585792 w 2947832"/>
              <a:gd name="connsiteY1253" fmla="*/ 4329780 h 4821604"/>
              <a:gd name="connsiteX1254" fmla="*/ 2575433 w 2947832"/>
              <a:gd name="connsiteY1254" fmla="*/ 4311834 h 4821604"/>
              <a:gd name="connsiteX1255" fmla="*/ 2575433 w 2947832"/>
              <a:gd name="connsiteY1255" fmla="*/ 4309270 h 4821604"/>
              <a:gd name="connsiteX1256" fmla="*/ 2585792 w 2947832"/>
              <a:gd name="connsiteY1256" fmla="*/ 4291324 h 4821604"/>
              <a:gd name="connsiteX1257" fmla="*/ 2587990 w 2947832"/>
              <a:gd name="connsiteY1257" fmla="*/ 4290068 h 4821604"/>
              <a:gd name="connsiteX1258" fmla="*/ 1926224 w 2947832"/>
              <a:gd name="connsiteY1258" fmla="*/ 4289074 h 4821604"/>
              <a:gd name="connsiteX1259" fmla="*/ 1947886 w 2947832"/>
              <a:gd name="connsiteY1259" fmla="*/ 4289074 h 4821604"/>
              <a:gd name="connsiteX1260" fmla="*/ 1950188 w 2947832"/>
              <a:gd name="connsiteY1260" fmla="*/ 4290434 h 4821604"/>
              <a:gd name="connsiteX1261" fmla="*/ 1961019 w 2947832"/>
              <a:gd name="connsiteY1261" fmla="*/ 4309218 h 4821604"/>
              <a:gd name="connsiteX1262" fmla="*/ 1961019 w 2947832"/>
              <a:gd name="connsiteY1262" fmla="*/ 4311887 h 4821604"/>
              <a:gd name="connsiteX1263" fmla="*/ 1950188 w 2947832"/>
              <a:gd name="connsiteY1263" fmla="*/ 4330670 h 4821604"/>
              <a:gd name="connsiteX1264" fmla="*/ 1947886 w 2947832"/>
              <a:gd name="connsiteY1264" fmla="*/ 4332030 h 4821604"/>
              <a:gd name="connsiteX1265" fmla="*/ 1926224 w 2947832"/>
              <a:gd name="connsiteY1265" fmla="*/ 4332030 h 4821604"/>
              <a:gd name="connsiteX1266" fmla="*/ 1923922 w 2947832"/>
              <a:gd name="connsiteY1266" fmla="*/ 4330670 h 4821604"/>
              <a:gd name="connsiteX1267" fmla="*/ 1913092 w 2947832"/>
              <a:gd name="connsiteY1267" fmla="*/ 4311887 h 4821604"/>
              <a:gd name="connsiteX1268" fmla="*/ 1913092 w 2947832"/>
              <a:gd name="connsiteY1268" fmla="*/ 4309218 h 4821604"/>
              <a:gd name="connsiteX1269" fmla="*/ 1923922 w 2947832"/>
              <a:gd name="connsiteY1269" fmla="*/ 4290434 h 4821604"/>
              <a:gd name="connsiteX1270" fmla="*/ 1926224 w 2947832"/>
              <a:gd name="connsiteY1270" fmla="*/ 4289074 h 4821604"/>
              <a:gd name="connsiteX1271" fmla="*/ 1760678 w 2947832"/>
              <a:gd name="connsiteY1271" fmla="*/ 4288551 h 4821604"/>
              <a:gd name="connsiteX1272" fmla="*/ 1782968 w 2947832"/>
              <a:gd name="connsiteY1272" fmla="*/ 4288551 h 4821604"/>
              <a:gd name="connsiteX1273" fmla="*/ 1785374 w 2947832"/>
              <a:gd name="connsiteY1273" fmla="*/ 4289911 h 4821604"/>
              <a:gd name="connsiteX1274" fmla="*/ 1796519 w 2947832"/>
              <a:gd name="connsiteY1274" fmla="*/ 4309218 h 4821604"/>
              <a:gd name="connsiteX1275" fmla="*/ 1796519 w 2947832"/>
              <a:gd name="connsiteY1275" fmla="*/ 4311991 h 4821604"/>
              <a:gd name="connsiteX1276" fmla="*/ 1785374 w 2947832"/>
              <a:gd name="connsiteY1276" fmla="*/ 4331298 h 4821604"/>
              <a:gd name="connsiteX1277" fmla="*/ 1782968 w 2947832"/>
              <a:gd name="connsiteY1277" fmla="*/ 4332658 h 4821604"/>
              <a:gd name="connsiteX1278" fmla="*/ 1760678 w 2947832"/>
              <a:gd name="connsiteY1278" fmla="*/ 4332658 h 4821604"/>
              <a:gd name="connsiteX1279" fmla="*/ 1758272 w 2947832"/>
              <a:gd name="connsiteY1279" fmla="*/ 4331298 h 4821604"/>
              <a:gd name="connsiteX1280" fmla="*/ 1747127 w 2947832"/>
              <a:gd name="connsiteY1280" fmla="*/ 4311991 h 4821604"/>
              <a:gd name="connsiteX1281" fmla="*/ 1747127 w 2947832"/>
              <a:gd name="connsiteY1281" fmla="*/ 4309218 h 4821604"/>
              <a:gd name="connsiteX1282" fmla="*/ 1758272 w 2947832"/>
              <a:gd name="connsiteY1282" fmla="*/ 4289911 h 4821604"/>
              <a:gd name="connsiteX1283" fmla="*/ 1760678 w 2947832"/>
              <a:gd name="connsiteY1283" fmla="*/ 4288551 h 4821604"/>
              <a:gd name="connsiteX1284" fmla="*/ 2504327 w 2947832"/>
              <a:gd name="connsiteY1284" fmla="*/ 4288028 h 4821604"/>
              <a:gd name="connsiteX1285" fmla="*/ 2527140 w 2947832"/>
              <a:gd name="connsiteY1285" fmla="*/ 4288028 h 4821604"/>
              <a:gd name="connsiteX1286" fmla="*/ 2529599 w 2947832"/>
              <a:gd name="connsiteY1286" fmla="*/ 4289440 h 4821604"/>
              <a:gd name="connsiteX1287" fmla="*/ 2541005 w 2947832"/>
              <a:gd name="connsiteY1287" fmla="*/ 4309166 h 4821604"/>
              <a:gd name="connsiteX1288" fmla="*/ 2541005 w 2947832"/>
              <a:gd name="connsiteY1288" fmla="*/ 4311991 h 4821604"/>
              <a:gd name="connsiteX1289" fmla="*/ 2529599 w 2947832"/>
              <a:gd name="connsiteY1289" fmla="*/ 4331717 h 4821604"/>
              <a:gd name="connsiteX1290" fmla="*/ 2527140 w 2947832"/>
              <a:gd name="connsiteY1290" fmla="*/ 4333129 h 4821604"/>
              <a:gd name="connsiteX1291" fmla="*/ 2504327 w 2947832"/>
              <a:gd name="connsiteY1291" fmla="*/ 4333129 h 4821604"/>
              <a:gd name="connsiteX1292" fmla="*/ 2501868 w 2947832"/>
              <a:gd name="connsiteY1292" fmla="*/ 4331717 h 4821604"/>
              <a:gd name="connsiteX1293" fmla="*/ 2490462 w 2947832"/>
              <a:gd name="connsiteY1293" fmla="*/ 4311991 h 4821604"/>
              <a:gd name="connsiteX1294" fmla="*/ 2490462 w 2947832"/>
              <a:gd name="connsiteY1294" fmla="*/ 4309166 h 4821604"/>
              <a:gd name="connsiteX1295" fmla="*/ 2501868 w 2947832"/>
              <a:gd name="connsiteY1295" fmla="*/ 4289440 h 4821604"/>
              <a:gd name="connsiteX1296" fmla="*/ 2504327 w 2947832"/>
              <a:gd name="connsiteY1296" fmla="*/ 4288028 h 4821604"/>
              <a:gd name="connsiteX1297" fmla="*/ 1842928 w 2947832"/>
              <a:gd name="connsiteY1297" fmla="*/ 4287766 h 4821604"/>
              <a:gd name="connsiteX1298" fmla="*/ 1865950 w 2947832"/>
              <a:gd name="connsiteY1298" fmla="*/ 4287766 h 4821604"/>
              <a:gd name="connsiteX1299" fmla="*/ 1868409 w 2947832"/>
              <a:gd name="connsiteY1299" fmla="*/ 4289179 h 4821604"/>
              <a:gd name="connsiteX1300" fmla="*/ 1879920 w 2947832"/>
              <a:gd name="connsiteY1300" fmla="*/ 4309113 h 4821604"/>
              <a:gd name="connsiteX1301" fmla="*/ 1879920 w 2947832"/>
              <a:gd name="connsiteY1301" fmla="*/ 4311939 h 4821604"/>
              <a:gd name="connsiteX1302" fmla="*/ 1868409 w 2947832"/>
              <a:gd name="connsiteY1302" fmla="*/ 4331873 h 4821604"/>
              <a:gd name="connsiteX1303" fmla="*/ 1865950 w 2947832"/>
              <a:gd name="connsiteY1303" fmla="*/ 4333286 h 4821604"/>
              <a:gd name="connsiteX1304" fmla="*/ 1842928 w 2947832"/>
              <a:gd name="connsiteY1304" fmla="*/ 4333286 h 4821604"/>
              <a:gd name="connsiteX1305" fmla="*/ 1840469 w 2947832"/>
              <a:gd name="connsiteY1305" fmla="*/ 4331873 h 4821604"/>
              <a:gd name="connsiteX1306" fmla="*/ 1828958 w 2947832"/>
              <a:gd name="connsiteY1306" fmla="*/ 4311939 h 4821604"/>
              <a:gd name="connsiteX1307" fmla="*/ 1828958 w 2947832"/>
              <a:gd name="connsiteY1307" fmla="*/ 4309113 h 4821604"/>
              <a:gd name="connsiteX1308" fmla="*/ 1840469 w 2947832"/>
              <a:gd name="connsiteY1308" fmla="*/ 4289179 h 4821604"/>
              <a:gd name="connsiteX1309" fmla="*/ 1842928 w 2947832"/>
              <a:gd name="connsiteY1309" fmla="*/ 4287766 h 4821604"/>
              <a:gd name="connsiteX1310" fmla="*/ 2007532 w 2947832"/>
              <a:gd name="connsiteY1310" fmla="*/ 4286354 h 4821604"/>
              <a:gd name="connsiteX1311" fmla="*/ 2031967 w 2947832"/>
              <a:gd name="connsiteY1311" fmla="*/ 4286354 h 4821604"/>
              <a:gd name="connsiteX1312" fmla="*/ 2034583 w 2947832"/>
              <a:gd name="connsiteY1312" fmla="*/ 4287871 h 4821604"/>
              <a:gd name="connsiteX1313" fmla="*/ 2046826 w 2947832"/>
              <a:gd name="connsiteY1313" fmla="*/ 4309061 h 4821604"/>
              <a:gd name="connsiteX1314" fmla="*/ 2046826 w 2947832"/>
              <a:gd name="connsiteY1314" fmla="*/ 4312096 h 4821604"/>
              <a:gd name="connsiteX1315" fmla="*/ 2034583 w 2947832"/>
              <a:gd name="connsiteY1315" fmla="*/ 4333286 h 4821604"/>
              <a:gd name="connsiteX1316" fmla="*/ 2031967 w 2947832"/>
              <a:gd name="connsiteY1316" fmla="*/ 4334804 h 4821604"/>
              <a:gd name="connsiteX1317" fmla="*/ 2007532 w 2947832"/>
              <a:gd name="connsiteY1317" fmla="*/ 4334804 h 4821604"/>
              <a:gd name="connsiteX1318" fmla="*/ 2004916 w 2947832"/>
              <a:gd name="connsiteY1318" fmla="*/ 4333286 h 4821604"/>
              <a:gd name="connsiteX1319" fmla="*/ 1992673 w 2947832"/>
              <a:gd name="connsiteY1319" fmla="*/ 4312096 h 4821604"/>
              <a:gd name="connsiteX1320" fmla="*/ 1992673 w 2947832"/>
              <a:gd name="connsiteY1320" fmla="*/ 4309061 h 4821604"/>
              <a:gd name="connsiteX1321" fmla="*/ 2004916 w 2947832"/>
              <a:gd name="connsiteY1321" fmla="*/ 4287871 h 4821604"/>
              <a:gd name="connsiteX1322" fmla="*/ 2007532 w 2947832"/>
              <a:gd name="connsiteY1322" fmla="*/ 4286354 h 4821604"/>
              <a:gd name="connsiteX1323" fmla="*/ 2172451 w 2947832"/>
              <a:gd name="connsiteY1323" fmla="*/ 4285569 h 4821604"/>
              <a:gd name="connsiteX1324" fmla="*/ 2197723 w 2947832"/>
              <a:gd name="connsiteY1324" fmla="*/ 4285569 h 4821604"/>
              <a:gd name="connsiteX1325" fmla="*/ 2200443 w 2947832"/>
              <a:gd name="connsiteY1325" fmla="*/ 4287139 h 4821604"/>
              <a:gd name="connsiteX1326" fmla="*/ 2213052 w 2947832"/>
              <a:gd name="connsiteY1326" fmla="*/ 4309009 h 4821604"/>
              <a:gd name="connsiteX1327" fmla="*/ 2213052 w 2947832"/>
              <a:gd name="connsiteY1327" fmla="*/ 4312149 h 4821604"/>
              <a:gd name="connsiteX1328" fmla="*/ 2200443 w 2947832"/>
              <a:gd name="connsiteY1328" fmla="*/ 4334019 h 4821604"/>
              <a:gd name="connsiteX1329" fmla="*/ 2197723 w 2947832"/>
              <a:gd name="connsiteY1329" fmla="*/ 4335589 h 4821604"/>
              <a:gd name="connsiteX1330" fmla="*/ 2172451 w 2947832"/>
              <a:gd name="connsiteY1330" fmla="*/ 4335589 h 4821604"/>
              <a:gd name="connsiteX1331" fmla="*/ 2169730 w 2947832"/>
              <a:gd name="connsiteY1331" fmla="*/ 4334019 h 4821604"/>
              <a:gd name="connsiteX1332" fmla="*/ 2157121 w 2947832"/>
              <a:gd name="connsiteY1332" fmla="*/ 4312149 h 4821604"/>
              <a:gd name="connsiteX1333" fmla="*/ 2157121 w 2947832"/>
              <a:gd name="connsiteY1333" fmla="*/ 4309009 h 4821604"/>
              <a:gd name="connsiteX1334" fmla="*/ 2169730 w 2947832"/>
              <a:gd name="connsiteY1334" fmla="*/ 4287139 h 4821604"/>
              <a:gd name="connsiteX1335" fmla="*/ 2172451 w 2947832"/>
              <a:gd name="connsiteY1335" fmla="*/ 4285569 h 4821604"/>
              <a:gd name="connsiteX1336" fmla="*/ 2088526 w 2947832"/>
              <a:gd name="connsiteY1336" fmla="*/ 4283057 h 4821604"/>
              <a:gd name="connsiteX1337" fmla="*/ 2116309 w 2947832"/>
              <a:gd name="connsiteY1337" fmla="*/ 4283057 h 4821604"/>
              <a:gd name="connsiteX1338" fmla="*/ 2119292 w 2947832"/>
              <a:gd name="connsiteY1338" fmla="*/ 4284783 h 4821604"/>
              <a:gd name="connsiteX1339" fmla="*/ 2133156 w 2947832"/>
              <a:gd name="connsiteY1339" fmla="*/ 4308852 h 4821604"/>
              <a:gd name="connsiteX1340" fmla="*/ 2133156 w 2947832"/>
              <a:gd name="connsiteY1340" fmla="*/ 4312305 h 4821604"/>
              <a:gd name="connsiteX1341" fmla="*/ 2119292 w 2947832"/>
              <a:gd name="connsiteY1341" fmla="*/ 4336373 h 4821604"/>
              <a:gd name="connsiteX1342" fmla="*/ 2116309 w 2947832"/>
              <a:gd name="connsiteY1342" fmla="*/ 4338099 h 4821604"/>
              <a:gd name="connsiteX1343" fmla="*/ 2088526 w 2947832"/>
              <a:gd name="connsiteY1343" fmla="*/ 4338099 h 4821604"/>
              <a:gd name="connsiteX1344" fmla="*/ 2085544 w 2947832"/>
              <a:gd name="connsiteY1344" fmla="*/ 4336373 h 4821604"/>
              <a:gd name="connsiteX1345" fmla="*/ 2071678 w 2947832"/>
              <a:gd name="connsiteY1345" fmla="*/ 4312305 h 4821604"/>
              <a:gd name="connsiteX1346" fmla="*/ 2071678 w 2947832"/>
              <a:gd name="connsiteY1346" fmla="*/ 4308852 h 4821604"/>
              <a:gd name="connsiteX1347" fmla="*/ 2085544 w 2947832"/>
              <a:gd name="connsiteY1347" fmla="*/ 4284783 h 4821604"/>
              <a:gd name="connsiteX1348" fmla="*/ 2088526 w 2947832"/>
              <a:gd name="connsiteY1348" fmla="*/ 4283057 h 4821604"/>
              <a:gd name="connsiteX1349" fmla="*/ 2253601 w 2947832"/>
              <a:gd name="connsiteY1349" fmla="*/ 4282639 h 4821604"/>
              <a:gd name="connsiteX1350" fmla="*/ 2281855 w 2947832"/>
              <a:gd name="connsiteY1350" fmla="*/ 4282639 h 4821604"/>
              <a:gd name="connsiteX1351" fmla="*/ 2284890 w 2947832"/>
              <a:gd name="connsiteY1351" fmla="*/ 4284366 h 4821604"/>
              <a:gd name="connsiteX1352" fmla="*/ 2299017 w 2947832"/>
              <a:gd name="connsiteY1352" fmla="*/ 4308800 h 4821604"/>
              <a:gd name="connsiteX1353" fmla="*/ 2299017 w 2947832"/>
              <a:gd name="connsiteY1353" fmla="*/ 4312305 h 4821604"/>
              <a:gd name="connsiteX1354" fmla="*/ 2284890 w 2947832"/>
              <a:gd name="connsiteY1354" fmla="*/ 4336740 h 4821604"/>
              <a:gd name="connsiteX1355" fmla="*/ 2281855 w 2947832"/>
              <a:gd name="connsiteY1355" fmla="*/ 4338466 h 4821604"/>
              <a:gd name="connsiteX1356" fmla="*/ 2253601 w 2947832"/>
              <a:gd name="connsiteY1356" fmla="*/ 4338466 h 4821604"/>
              <a:gd name="connsiteX1357" fmla="*/ 2250567 w 2947832"/>
              <a:gd name="connsiteY1357" fmla="*/ 4336740 h 4821604"/>
              <a:gd name="connsiteX1358" fmla="*/ 2236440 w 2947832"/>
              <a:gd name="connsiteY1358" fmla="*/ 4312305 h 4821604"/>
              <a:gd name="connsiteX1359" fmla="*/ 2236440 w 2947832"/>
              <a:gd name="connsiteY1359" fmla="*/ 4308800 h 4821604"/>
              <a:gd name="connsiteX1360" fmla="*/ 2250567 w 2947832"/>
              <a:gd name="connsiteY1360" fmla="*/ 4284366 h 4821604"/>
              <a:gd name="connsiteX1361" fmla="*/ 2253601 w 2947832"/>
              <a:gd name="connsiteY1361" fmla="*/ 4282639 h 4821604"/>
              <a:gd name="connsiteX1362" fmla="*/ 2336218 w 2947832"/>
              <a:gd name="connsiteY1362" fmla="*/ 4282482 h 4821604"/>
              <a:gd name="connsiteX1363" fmla="*/ 2364576 w 2947832"/>
              <a:gd name="connsiteY1363" fmla="*/ 4282482 h 4821604"/>
              <a:gd name="connsiteX1364" fmla="*/ 2367611 w 2947832"/>
              <a:gd name="connsiteY1364" fmla="*/ 4284261 h 4821604"/>
              <a:gd name="connsiteX1365" fmla="*/ 2381790 w 2947832"/>
              <a:gd name="connsiteY1365" fmla="*/ 4308800 h 4821604"/>
              <a:gd name="connsiteX1366" fmla="*/ 2381790 w 2947832"/>
              <a:gd name="connsiteY1366" fmla="*/ 4312305 h 4821604"/>
              <a:gd name="connsiteX1367" fmla="*/ 2367611 w 2947832"/>
              <a:gd name="connsiteY1367" fmla="*/ 4336844 h 4821604"/>
              <a:gd name="connsiteX1368" fmla="*/ 2364576 w 2947832"/>
              <a:gd name="connsiteY1368" fmla="*/ 4338571 h 4821604"/>
              <a:gd name="connsiteX1369" fmla="*/ 2336218 w 2947832"/>
              <a:gd name="connsiteY1369" fmla="*/ 4338571 h 4821604"/>
              <a:gd name="connsiteX1370" fmla="*/ 2333183 w 2947832"/>
              <a:gd name="connsiteY1370" fmla="*/ 4336844 h 4821604"/>
              <a:gd name="connsiteX1371" fmla="*/ 2319004 w 2947832"/>
              <a:gd name="connsiteY1371" fmla="*/ 4312305 h 4821604"/>
              <a:gd name="connsiteX1372" fmla="*/ 2319004 w 2947832"/>
              <a:gd name="connsiteY1372" fmla="*/ 4308800 h 4821604"/>
              <a:gd name="connsiteX1373" fmla="*/ 2333183 w 2947832"/>
              <a:gd name="connsiteY1373" fmla="*/ 4284261 h 4821604"/>
              <a:gd name="connsiteX1374" fmla="*/ 2336218 w 2947832"/>
              <a:gd name="connsiteY1374" fmla="*/ 4282482 h 4821604"/>
              <a:gd name="connsiteX1375" fmla="*/ 2418677 w 2947832"/>
              <a:gd name="connsiteY1375" fmla="*/ 4282116 h 4821604"/>
              <a:gd name="connsiteX1376" fmla="*/ 2447401 w 2947832"/>
              <a:gd name="connsiteY1376" fmla="*/ 4282116 h 4821604"/>
              <a:gd name="connsiteX1377" fmla="*/ 2450488 w 2947832"/>
              <a:gd name="connsiteY1377" fmla="*/ 4283895 h 4821604"/>
              <a:gd name="connsiteX1378" fmla="*/ 2464876 w 2947832"/>
              <a:gd name="connsiteY1378" fmla="*/ 4308800 h 4821604"/>
              <a:gd name="connsiteX1379" fmla="*/ 2464876 w 2947832"/>
              <a:gd name="connsiteY1379" fmla="*/ 4312358 h 4821604"/>
              <a:gd name="connsiteX1380" fmla="*/ 2450488 w 2947832"/>
              <a:gd name="connsiteY1380" fmla="*/ 4337263 h 4821604"/>
              <a:gd name="connsiteX1381" fmla="*/ 2447401 w 2947832"/>
              <a:gd name="connsiteY1381" fmla="*/ 4339042 h 4821604"/>
              <a:gd name="connsiteX1382" fmla="*/ 2418677 w 2947832"/>
              <a:gd name="connsiteY1382" fmla="*/ 4339042 h 4821604"/>
              <a:gd name="connsiteX1383" fmla="*/ 2415589 w 2947832"/>
              <a:gd name="connsiteY1383" fmla="*/ 4337263 h 4821604"/>
              <a:gd name="connsiteX1384" fmla="*/ 2401201 w 2947832"/>
              <a:gd name="connsiteY1384" fmla="*/ 4312358 h 4821604"/>
              <a:gd name="connsiteX1385" fmla="*/ 2401201 w 2947832"/>
              <a:gd name="connsiteY1385" fmla="*/ 4308800 h 4821604"/>
              <a:gd name="connsiteX1386" fmla="*/ 2415589 w 2947832"/>
              <a:gd name="connsiteY1386" fmla="*/ 4283895 h 4821604"/>
              <a:gd name="connsiteX1387" fmla="*/ 2418677 w 2947832"/>
              <a:gd name="connsiteY1387" fmla="*/ 4282116 h 4821604"/>
              <a:gd name="connsiteX1388" fmla="*/ 2758453 w 2947832"/>
              <a:gd name="connsiteY1388" fmla="*/ 4217655 h 4821604"/>
              <a:gd name="connsiteX1389" fmla="*/ 2768865 w 2947832"/>
              <a:gd name="connsiteY1389" fmla="*/ 4217655 h 4821604"/>
              <a:gd name="connsiteX1390" fmla="*/ 2769965 w 2947832"/>
              <a:gd name="connsiteY1390" fmla="*/ 4218283 h 4821604"/>
              <a:gd name="connsiteX1391" fmla="*/ 2775144 w 2947832"/>
              <a:gd name="connsiteY1391" fmla="*/ 4227282 h 4821604"/>
              <a:gd name="connsiteX1392" fmla="*/ 2775144 w 2947832"/>
              <a:gd name="connsiteY1392" fmla="*/ 4228590 h 4821604"/>
              <a:gd name="connsiteX1393" fmla="*/ 2769965 w 2947832"/>
              <a:gd name="connsiteY1393" fmla="*/ 4237590 h 4821604"/>
              <a:gd name="connsiteX1394" fmla="*/ 2768865 w 2947832"/>
              <a:gd name="connsiteY1394" fmla="*/ 4238217 h 4821604"/>
              <a:gd name="connsiteX1395" fmla="*/ 2758453 w 2947832"/>
              <a:gd name="connsiteY1395" fmla="*/ 4238217 h 4821604"/>
              <a:gd name="connsiteX1396" fmla="*/ 2757355 w 2947832"/>
              <a:gd name="connsiteY1396" fmla="*/ 4237590 h 4821604"/>
              <a:gd name="connsiteX1397" fmla="*/ 2752175 w 2947832"/>
              <a:gd name="connsiteY1397" fmla="*/ 4228590 h 4821604"/>
              <a:gd name="connsiteX1398" fmla="*/ 2752175 w 2947832"/>
              <a:gd name="connsiteY1398" fmla="*/ 4227282 h 4821604"/>
              <a:gd name="connsiteX1399" fmla="*/ 2757355 w 2947832"/>
              <a:gd name="connsiteY1399" fmla="*/ 4218283 h 4821604"/>
              <a:gd name="connsiteX1400" fmla="*/ 2758453 w 2947832"/>
              <a:gd name="connsiteY1400" fmla="*/ 4217655 h 4821604"/>
              <a:gd name="connsiteX1401" fmla="*/ 938338 w 2947832"/>
              <a:gd name="connsiteY1401" fmla="*/ 4214359 h 4821604"/>
              <a:gd name="connsiteX1402" fmla="*/ 952046 w 2947832"/>
              <a:gd name="connsiteY1402" fmla="*/ 4214359 h 4821604"/>
              <a:gd name="connsiteX1403" fmla="*/ 953512 w 2947832"/>
              <a:gd name="connsiteY1403" fmla="*/ 4215196 h 4821604"/>
              <a:gd name="connsiteX1404" fmla="*/ 960366 w 2947832"/>
              <a:gd name="connsiteY1404" fmla="*/ 4227073 h 4821604"/>
              <a:gd name="connsiteX1405" fmla="*/ 960366 w 2947832"/>
              <a:gd name="connsiteY1405" fmla="*/ 4228747 h 4821604"/>
              <a:gd name="connsiteX1406" fmla="*/ 953512 w 2947832"/>
              <a:gd name="connsiteY1406" fmla="*/ 4240625 h 4821604"/>
              <a:gd name="connsiteX1407" fmla="*/ 952046 w 2947832"/>
              <a:gd name="connsiteY1407" fmla="*/ 4241462 h 4821604"/>
              <a:gd name="connsiteX1408" fmla="*/ 938338 w 2947832"/>
              <a:gd name="connsiteY1408" fmla="*/ 4241462 h 4821604"/>
              <a:gd name="connsiteX1409" fmla="*/ 936873 w 2947832"/>
              <a:gd name="connsiteY1409" fmla="*/ 4240625 h 4821604"/>
              <a:gd name="connsiteX1410" fmla="*/ 930019 w 2947832"/>
              <a:gd name="connsiteY1410" fmla="*/ 4228747 h 4821604"/>
              <a:gd name="connsiteX1411" fmla="*/ 930019 w 2947832"/>
              <a:gd name="connsiteY1411" fmla="*/ 4227073 h 4821604"/>
              <a:gd name="connsiteX1412" fmla="*/ 936873 w 2947832"/>
              <a:gd name="connsiteY1412" fmla="*/ 4215196 h 4821604"/>
              <a:gd name="connsiteX1413" fmla="*/ 938338 w 2947832"/>
              <a:gd name="connsiteY1413" fmla="*/ 4214359 h 4821604"/>
              <a:gd name="connsiteX1414" fmla="*/ 855460 w 2947832"/>
              <a:gd name="connsiteY1414" fmla="*/ 4213940 h 4821604"/>
              <a:gd name="connsiteX1415" fmla="*/ 869587 w 2947832"/>
              <a:gd name="connsiteY1415" fmla="*/ 4213940 h 4821604"/>
              <a:gd name="connsiteX1416" fmla="*/ 871104 w 2947832"/>
              <a:gd name="connsiteY1416" fmla="*/ 4214829 h 4821604"/>
              <a:gd name="connsiteX1417" fmla="*/ 878167 w 2947832"/>
              <a:gd name="connsiteY1417" fmla="*/ 4227073 h 4821604"/>
              <a:gd name="connsiteX1418" fmla="*/ 878167 w 2947832"/>
              <a:gd name="connsiteY1418" fmla="*/ 4228800 h 4821604"/>
              <a:gd name="connsiteX1419" fmla="*/ 871104 w 2947832"/>
              <a:gd name="connsiteY1419" fmla="*/ 4241043 h 4821604"/>
              <a:gd name="connsiteX1420" fmla="*/ 869587 w 2947832"/>
              <a:gd name="connsiteY1420" fmla="*/ 4241932 h 4821604"/>
              <a:gd name="connsiteX1421" fmla="*/ 855460 w 2947832"/>
              <a:gd name="connsiteY1421" fmla="*/ 4241932 h 4821604"/>
              <a:gd name="connsiteX1422" fmla="*/ 853942 w 2947832"/>
              <a:gd name="connsiteY1422" fmla="*/ 4241043 h 4821604"/>
              <a:gd name="connsiteX1423" fmla="*/ 846879 w 2947832"/>
              <a:gd name="connsiteY1423" fmla="*/ 4228800 h 4821604"/>
              <a:gd name="connsiteX1424" fmla="*/ 846879 w 2947832"/>
              <a:gd name="connsiteY1424" fmla="*/ 4227073 h 4821604"/>
              <a:gd name="connsiteX1425" fmla="*/ 853942 w 2947832"/>
              <a:gd name="connsiteY1425" fmla="*/ 4214829 h 4821604"/>
              <a:gd name="connsiteX1426" fmla="*/ 855460 w 2947832"/>
              <a:gd name="connsiteY1426" fmla="*/ 4213940 h 4821604"/>
              <a:gd name="connsiteX1427" fmla="*/ 1103413 w 2947832"/>
              <a:gd name="connsiteY1427" fmla="*/ 4213835 h 4821604"/>
              <a:gd name="connsiteX1428" fmla="*/ 1117645 w 2947832"/>
              <a:gd name="connsiteY1428" fmla="*/ 4213835 h 4821604"/>
              <a:gd name="connsiteX1429" fmla="*/ 1119162 w 2947832"/>
              <a:gd name="connsiteY1429" fmla="*/ 4214725 h 4821604"/>
              <a:gd name="connsiteX1430" fmla="*/ 1126278 w 2947832"/>
              <a:gd name="connsiteY1430" fmla="*/ 4227020 h 4821604"/>
              <a:gd name="connsiteX1431" fmla="*/ 1126278 w 2947832"/>
              <a:gd name="connsiteY1431" fmla="*/ 4228799 h 4821604"/>
              <a:gd name="connsiteX1432" fmla="*/ 1119162 w 2947832"/>
              <a:gd name="connsiteY1432" fmla="*/ 4241095 h 4821604"/>
              <a:gd name="connsiteX1433" fmla="*/ 1117645 w 2947832"/>
              <a:gd name="connsiteY1433" fmla="*/ 4241984 h 4821604"/>
              <a:gd name="connsiteX1434" fmla="*/ 1103413 w 2947832"/>
              <a:gd name="connsiteY1434" fmla="*/ 4241984 h 4821604"/>
              <a:gd name="connsiteX1435" fmla="*/ 1101896 w 2947832"/>
              <a:gd name="connsiteY1435" fmla="*/ 4241095 h 4821604"/>
              <a:gd name="connsiteX1436" fmla="*/ 1094780 w 2947832"/>
              <a:gd name="connsiteY1436" fmla="*/ 4228799 h 4821604"/>
              <a:gd name="connsiteX1437" fmla="*/ 1094780 w 2947832"/>
              <a:gd name="connsiteY1437" fmla="*/ 4227020 h 4821604"/>
              <a:gd name="connsiteX1438" fmla="*/ 1101896 w 2947832"/>
              <a:gd name="connsiteY1438" fmla="*/ 4214725 h 4821604"/>
              <a:gd name="connsiteX1439" fmla="*/ 1103413 w 2947832"/>
              <a:gd name="connsiteY1439" fmla="*/ 4213835 h 4821604"/>
              <a:gd name="connsiteX1440" fmla="*/ 1020744 w 2947832"/>
              <a:gd name="connsiteY1440" fmla="*/ 4213835 h 4821604"/>
              <a:gd name="connsiteX1441" fmla="*/ 1034976 w 2947832"/>
              <a:gd name="connsiteY1441" fmla="*/ 4213835 h 4821604"/>
              <a:gd name="connsiteX1442" fmla="*/ 1036493 w 2947832"/>
              <a:gd name="connsiteY1442" fmla="*/ 4214725 h 4821604"/>
              <a:gd name="connsiteX1443" fmla="*/ 1043609 w 2947832"/>
              <a:gd name="connsiteY1443" fmla="*/ 4227020 h 4821604"/>
              <a:gd name="connsiteX1444" fmla="*/ 1043609 w 2947832"/>
              <a:gd name="connsiteY1444" fmla="*/ 4228799 h 4821604"/>
              <a:gd name="connsiteX1445" fmla="*/ 1036493 w 2947832"/>
              <a:gd name="connsiteY1445" fmla="*/ 4241095 h 4821604"/>
              <a:gd name="connsiteX1446" fmla="*/ 1034976 w 2947832"/>
              <a:gd name="connsiteY1446" fmla="*/ 4241984 h 4821604"/>
              <a:gd name="connsiteX1447" fmla="*/ 1020744 w 2947832"/>
              <a:gd name="connsiteY1447" fmla="*/ 4241984 h 4821604"/>
              <a:gd name="connsiteX1448" fmla="*/ 1019227 w 2947832"/>
              <a:gd name="connsiteY1448" fmla="*/ 4241095 h 4821604"/>
              <a:gd name="connsiteX1449" fmla="*/ 1012111 w 2947832"/>
              <a:gd name="connsiteY1449" fmla="*/ 4228799 h 4821604"/>
              <a:gd name="connsiteX1450" fmla="*/ 1012111 w 2947832"/>
              <a:gd name="connsiteY1450" fmla="*/ 4227020 h 4821604"/>
              <a:gd name="connsiteX1451" fmla="*/ 1019227 w 2947832"/>
              <a:gd name="connsiteY1451" fmla="*/ 4214725 h 4821604"/>
              <a:gd name="connsiteX1452" fmla="*/ 1020744 w 2947832"/>
              <a:gd name="connsiteY1452" fmla="*/ 4213835 h 4821604"/>
              <a:gd name="connsiteX1453" fmla="*/ 1185505 w 2947832"/>
              <a:gd name="connsiteY1453" fmla="*/ 4212789 h 4821604"/>
              <a:gd name="connsiteX1454" fmla="*/ 1200783 w 2947832"/>
              <a:gd name="connsiteY1454" fmla="*/ 4212789 h 4821604"/>
              <a:gd name="connsiteX1455" fmla="*/ 1202405 w 2947832"/>
              <a:gd name="connsiteY1455" fmla="*/ 4213731 h 4821604"/>
              <a:gd name="connsiteX1456" fmla="*/ 1210044 w 2947832"/>
              <a:gd name="connsiteY1456" fmla="*/ 4226968 h 4821604"/>
              <a:gd name="connsiteX1457" fmla="*/ 1210044 w 2947832"/>
              <a:gd name="connsiteY1457" fmla="*/ 4228852 h 4821604"/>
              <a:gd name="connsiteX1458" fmla="*/ 1202405 w 2947832"/>
              <a:gd name="connsiteY1458" fmla="*/ 4242089 h 4821604"/>
              <a:gd name="connsiteX1459" fmla="*/ 1200783 w 2947832"/>
              <a:gd name="connsiteY1459" fmla="*/ 4243031 h 4821604"/>
              <a:gd name="connsiteX1460" fmla="*/ 1185505 w 2947832"/>
              <a:gd name="connsiteY1460" fmla="*/ 4243031 h 4821604"/>
              <a:gd name="connsiteX1461" fmla="*/ 1183884 w 2947832"/>
              <a:gd name="connsiteY1461" fmla="*/ 4242089 h 4821604"/>
              <a:gd name="connsiteX1462" fmla="*/ 1176244 w 2947832"/>
              <a:gd name="connsiteY1462" fmla="*/ 4228852 h 4821604"/>
              <a:gd name="connsiteX1463" fmla="*/ 1176244 w 2947832"/>
              <a:gd name="connsiteY1463" fmla="*/ 4226968 h 4821604"/>
              <a:gd name="connsiteX1464" fmla="*/ 1183884 w 2947832"/>
              <a:gd name="connsiteY1464" fmla="*/ 4213731 h 4821604"/>
              <a:gd name="connsiteX1465" fmla="*/ 1185505 w 2947832"/>
              <a:gd name="connsiteY1465" fmla="*/ 4212789 h 4821604"/>
              <a:gd name="connsiteX1466" fmla="*/ 1267075 w 2947832"/>
              <a:gd name="connsiteY1466" fmla="*/ 4210539 h 4821604"/>
              <a:gd name="connsiteX1467" fmla="*/ 1284603 w 2947832"/>
              <a:gd name="connsiteY1467" fmla="*/ 4210539 h 4821604"/>
              <a:gd name="connsiteX1468" fmla="*/ 1286487 w 2947832"/>
              <a:gd name="connsiteY1468" fmla="*/ 4211638 h 4821604"/>
              <a:gd name="connsiteX1469" fmla="*/ 1295277 w 2947832"/>
              <a:gd name="connsiteY1469" fmla="*/ 4226811 h 4821604"/>
              <a:gd name="connsiteX1470" fmla="*/ 1295277 w 2947832"/>
              <a:gd name="connsiteY1470" fmla="*/ 4228956 h 4821604"/>
              <a:gd name="connsiteX1471" fmla="*/ 1286487 w 2947832"/>
              <a:gd name="connsiteY1471" fmla="*/ 4244129 h 4821604"/>
              <a:gd name="connsiteX1472" fmla="*/ 1284603 w 2947832"/>
              <a:gd name="connsiteY1472" fmla="*/ 4245228 h 4821604"/>
              <a:gd name="connsiteX1473" fmla="*/ 1267075 w 2947832"/>
              <a:gd name="connsiteY1473" fmla="*/ 4245228 h 4821604"/>
              <a:gd name="connsiteX1474" fmla="*/ 1265192 w 2947832"/>
              <a:gd name="connsiteY1474" fmla="*/ 4244129 h 4821604"/>
              <a:gd name="connsiteX1475" fmla="*/ 1256402 w 2947832"/>
              <a:gd name="connsiteY1475" fmla="*/ 4228956 h 4821604"/>
              <a:gd name="connsiteX1476" fmla="*/ 1256402 w 2947832"/>
              <a:gd name="connsiteY1476" fmla="*/ 4226811 h 4821604"/>
              <a:gd name="connsiteX1477" fmla="*/ 1265192 w 2947832"/>
              <a:gd name="connsiteY1477" fmla="*/ 4211638 h 4821604"/>
              <a:gd name="connsiteX1478" fmla="*/ 1267075 w 2947832"/>
              <a:gd name="connsiteY1478" fmla="*/ 4210539 h 4821604"/>
              <a:gd name="connsiteX1479" fmla="*/ 1432308 w 2947832"/>
              <a:gd name="connsiteY1479" fmla="*/ 4210382 h 4821604"/>
              <a:gd name="connsiteX1480" fmla="*/ 1449992 w 2947832"/>
              <a:gd name="connsiteY1480" fmla="*/ 4210382 h 4821604"/>
              <a:gd name="connsiteX1481" fmla="*/ 1451876 w 2947832"/>
              <a:gd name="connsiteY1481" fmla="*/ 4211481 h 4821604"/>
              <a:gd name="connsiteX1482" fmla="*/ 1460718 w 2947832"/>
              <a:gd name="connsiteY1482" fmla="*/ 4226811 h 4821604"/>
              <a:gd name="connsiteX1483" fmla="*/ 1460718 w 2947832"/>
              <a:gd name="connsiteY1483" fmla="*/ 4229009 h 4821604"/>
              <a:gd name="connsiteX1484" fmla="*/ 1451876 w 2947832"/>
              <a:gd name="connsiteY1484" fmla="*/ 4244339 h 4821604"/>
              <a:gd name="connsiteX1485" fmla="*/ 1449992 w 2947832"/>
              <a:gd name="connsiteY1485" fmla="*/ 4245438 h 4821604"/>
              <a:gd name="connsiteX1486" fmla="*/ 1432308 w 2947832"/>
              <a:gd name="connsiteY1486" fmla="*/ 4245438 h 4821604"/>
              <a:gd name="connsiteX1487" fmla="*/ 1430424 w 2947832"/>
              <a:gd name="connsiteY1487" fmla="*/ 4244339 h 4821604"/>
              <a:gd name="connsiteX1488" fmla="*/ 1421582 w 2947832"/>
              <a:gd name="connsiteY1488" fmla="*/ 4229009 h 4821604"/>
              <a:gd name="connsiteX1489" fmla="*/ 1421582 w 2947832"/>
              <a:gd name="connsiteY1489" fmla="*/ 4226811 h 4821604"/>
              <a:gd name="connsiteX1490" fmla="*/ 1430424 w 2947832"/>
              <a:gd name="connsiteY1490" fmla="*/ 4211481 h 4821604"/>
              <a:gd name="connsiteX1491" fmla="*/ 1432308 w 2947832"/>
              <a:gd name="connsiteY1491" fmla="*/ 4210382 h 4821604"/>
              <a:gd name="connsiteX1492" fmla="*/ 1513929 w 2947832"/>
              <a:gd name="connsiteY1492" fmla="*/ 4208446 h 4821604"/>
              <a:gd name="connsiteX1493" fmla="*/ 1533654 w 2947832"/>
              <a:gd name="connsiteY1493" fmla="*/ 4208446 h 4821604"/>
              <a:gd name="connsiteX1494" fmla="*/ 1535747 w 2947832"/>
              <a:gd name="connsiteY1494" fmla="*/ 4209649 h 4821604"/>
              <a:gd name="connsiteX1495" fmla="*/ 1545583 w 2947832"/>
              <a:gd name="connsiteY1495" fmla="*/ 4226706 h 4821604"/>
              <a:gd name="connsiteX1496" fmla="*/ 1545583 w 2947832"/>
              <a:gd name="connsiteY1496" fmla="*/ 4229166 h 4821604"/>
              <a:gd name="connsiteX1497" fmla="*/ 1535747 w 2947832"/>
              <a:gd name="connsiteY1497" fmla="*/ 4246222 h 4821604"/>
              <a:gd name="connsiteX1498" fmla="*/ 1533654 w 2947832"/>
              <a:gd name="connsiteY1498" fmla="*/ 4247426 h 4821604"/>
              <a:gd name="connsiteX1499" fmla="*/ 1513929 w 2947832"/>
              <a:gd name="connsiteY1499" fmla="*/ 4247426 h 4821604"/>
              <a:gd name="connsiteX1500" fmla="*/ 1511836 w 2947832"/>
              <a:gd name="connsiteY1500" fmla="*/ 4246222 h 4821604"/>
              <a:gd name="connsiteX1501" fmla="*/ 1502000 w 2947832"/>
              <a:gd name="connsiteY1501" fmla="*/ 4229166 h 4821604"/>
              <a:gd name="connsiteX1502" fmla="*/ 1502000 w 2947832"/>
              <a:gd name="connsiteY1502" fmla="*/ 4226706 h 4821604"/>
              <a:gd name="connsiteX1503" fmla="*/ 1511836 w 2947832"/>
              <a:gd name="connsiteY1503" fmla="*/ 4209649 h 4821604"/>
              <a:gd name="connsiteX1504" fmla="*/ 1513929 w 2947832"/>
              <a:gd name="connsiteY1504" fmla="*/ 4208446 h 4821604"/>
              <a:gd name="connsiteX1505" fmla="*/ 1348279 w 2947832"/>
              <a:gd name="connsiteY1505" fmla="*/ 4207662 h 4821604"/>
              <a:gd name="connsiteX1506" fmla="*/ 1368736 w 2947832"/>
              <a:gd name="connsiteY1506" fmla="*/ 4207662 h 4821604"/>
              <a:gd name="connsiteX1507" fmla="*/ 1370934 w 2947832"/>
              <a:gd name="connsiteY1507" fmla="*/ 4208918 h 4821604"/>
              <a:gd name="connsiteX1508" fmla="*/ 1381189 w 2947832"/>
              <a:gd name="connsiteY1508" fmla="*/ 4226655 h 4821604"/>
              <a:gd name="connsiteX1509" fmla="*/ 1381189 w 2947832"/>
              <a:gd name="connsiteY1509" fmla="*/ 4229166 h 4821604"/>
              <a:gd name="connsiteX1510" fmla="*/ 1370934 w 2947832"/>
              <a:gd name="connsiteY1510" fmla="*/ 4246903 h 4821604"/>
              <a:gd name="connsiteX1511" fmla="*/ 1368736 w 2947832"/>
              <a:gd name="connsiteY1511" fmla="*/ 4248159 h 4821604"/>
              <a:gd name="connsiteX1512" fmla="*/ 1348279 w 2947832"/>
              <a:gd name="connsiteY1512" fmla="*/ 4248159 h 4821604"/>
              <a:gd name="connsiteX1513" fmla="*/ 1346081 w 2947832"/>
              <a:gd name="connsiteY1513" fmla="*/ 4246903 h 4821604"/>
              <a:gd name="connsiteX1514" fmla="*/ 1335826 w 2947832"/>
              <a:gd name="connsiteY1514" fmla="*/ 4229166 h 4821604"/>
              <a:gd name="connsiteX1515" fmla="*/ 1335826 w 2947832"/>
              <a:gd name="connsiteY1515" fmla="*/ 4226655 h 4821604"/>
              <a:gd name="connsiteX1516" fmla="*/ 1346081 w 2947832"/>
              <a:gd name="connsiteY1516" fmla="*/ 4208918 h 4821604"/>
              <a:gd name="connsiteX1517" fmla="*/ 1348279 w 2947832"/>
              <a:gd name="connsiteY1517" fmla="*/ 4207662 h 4821604"/>
              <a:gd name="connsiteX1518" fmla="*/ 1761464 w 2947832"/>
              <a:gd name="connsiteY1518" fmla="*/ 4207505 h 4821604"/>
              <a:gd name="connsiteX1519" fmla="*/ 1782078 w 2947832"/>
              <a:gd name="connsiteY1519" fmla="*/ 4207505 h 4821604"/>
              <a:gd name="connsiteX1520" fmla="*/ 1784276 w 2947832"/>
              <a:gd name="connsiteY1520" fmla="*/ 4208761 h 4821604"/>
              <a:gd name="connsiteX1521" fmla="*/ 1794583 w 2947832"/>
              <a:gd name="connsiteY1521" fmla="*/ 4226602 h 4821604"/>
              <a:gd name="connsiteX1522" fmla="*/ 1794583 w 2947832"/>
              <a:gd name="connsiteY1522" fmla="*/ 4229166 h 4821604"/>
              <a:gd name="connsiteX1523" fmla="*/ 1784276 w 2947832"/>
              <a:gd name="connsiteY1523" fmla="*/ 4247008 h 4821604"/>
              <a:gd name="connsiteX1524" fmla="*/ 1782078 w 2947832"/>
              <a:gd name="connsiteY1524" fmla="*/ 4248264 h 4821604"/>
              <a:gd name="connsiteX1525" fmla="*/ 1761464 w 2947832"/>
              <a:gd name="connsiteY1525" fmla="*/ 4248264 h 4821604"/>
              <a:gd name="connsiteX1526" fmla="*/ 1759266 w 2947832"/>
              <a:gd name="connsiteY1526" fmla="*/ 4247008 h 4821604"/>
              <a:gd name="connsiteX1527" fmla="*/ 1748959 w 2947832"/>
              <a:gd name="connsiteY1527" fmla="*/ 4229166 h 4821604"/>
              <a:gd name="connsiteX1528" fmla="*/ 1748959 w 2947832"/>
              <a:gd name="connsiteY1528" fmla="*/ 4226602 h 4821604"/>
              <a:gd name="connsiteX1529" fmla="*/ 1759266 w 2947832"/>
              <a:gd name="connsiteY1529" fmla="*/ 4208761 h 4821604"/>
              <a:gd name="connsiteX1530" fmla="*/ 1761464 w 2947832"/>
              <a:gd name="connsiteY1530" fmla="*/ 4207505 h 4821604"/>
              <a:gd name="connsiteX1531" fmla="*/ 2670135 w 2947832"/>
              <a:gd name="connsiteY1531" fmla="*/ 4206406 h 4821604"/>
              <a:gd name="connsiteX1532" fmla="*/ 2691849 w 2947832"/>
              <a:gd name="connsiteY1532" fmla="*/ 4206406 h 4821604"/>
              <a:gd name="connsiteX1533" fmla="*/ 2694151 w 2947832"/>
              <a:gd name="connsiteY1533" fmla="*/ 4207766 h 4821604"/>
              <a:gd name="connsiteX1534" fmla="*/ 2705034 w 2947832"/>
              <a:gd name="connsiteY1534" fmla="*/ 4226602 h 4821604"/>
              <a:gd name="connsiteX1535" fmla="*/ 2705034 w 2947832"/>
              <a:gd name="connsiteY1535" fmla="*/ 4229271 h 4821604"/>
              <a:gd name="connsiteX1536" fmla="*/ 2694151 w 2947832"/>
              <a:gd name="connsiteY1536" fmla="*/ 4248107 h 4821604"/>
              <a:gd name="connsiteX1537" fmla="*/ 2691849 w 2947832"/>
              <a:gd name="connsiteY1537" fmla="*/ 4249467 h 4821604"/>
              <a:gd name="connsiteX1538" fmla="*/ 2670135 w 2947832"/>
              <a:gd name="connsiteY1538" fmla="*/ 4249467 h 4821604"/>
              <a:gd name="connsiteX1539" fmla="*/ 2667833 w 2947832"/>
              <a:gd name="connsiteY1539" fmla="*/ 4248107 h 4821604"/>
              <a:gd name="connsiteX1540" fmla="*/ 2656950 w 2947832"/>
              <a:gd name="connsiteY1540" fmla="*/ 4229271 h 4821604"/>
              <a:gd name="connsiteX1541" fmla="*/ 2656950 w 2947832"/>
              <a:gd name="connsiteY1541" fmla="*/ 4226602 h 4821604"/>
              <a:gd name="connsiteX1542" fmla="*/ 2667833 w 2947832"/>
              <a:gd name="connsiteY1542" fmla="*/ 4207766 h 4821604"/>
              <a:gd name="connsiteX1543" fmla="*/ 2670135 w 2947832"/>
              <a:gd name="connsiteY1543" fmla="*/ 4206406 h 4821604"/>
              <a:gd name="connsiteX1544" fmla="*/ 2091404 w 2947832"/>
              <a:gd name="connsiteY1544" fmla="*/ 4206144 h 4821604"/>
              <a:gd name="connsiteX1545" fmla="*/ 2113379 w 2947832"/>
              <a:gd name="connsiteY1545" fmla="*/ 4206144 h 4821604"/>
              <a:gd name="connsiteX1546" fmla="*/ 2115734 w 2947832"/>
              <a:gd name="connsiteY1546" fmla="*/ 4207504 h 4821604"/>
              <a:gd name="connsiteX1547" fmla="*/ 2126721 w 2947832"/>
              <a:gd name="connsiteY1547" fmla="*/ 4226550 h 4821604"/>
              <a:gd name="connsiteX1548" fmla="*/ 2126721 w 2947832"/>
              <a:gd name="connsiteY1548" fmla="*/ 4229270 h 4821604"/>
              <a:gd name="connsiteX1549" fmla="*/ 2115734 w 2947832"/>
              <a:gd name="connsiteY1549" fmla="*/ 4248315 h 4821604"/>
              <a:gd name="connsiteX1550" fmla="*/ 2113379 w 2947832"/>
              <a:gd name="connsiteY1550" fmla="*/ 4249676 h 4821604"/>
              <a:gd name="connsiteX1551" fmla="*/ 2091404 w 2947832"/>
              <a:gd name="connsiteY1551" fmla="*/ 4249676 h 4821604"/>
              <a:gd name="connsiteX1552" fmla="*/ 2089050 w 2947832"/>
              <a:gd name="connsiteY1552" fmla="*/ 4248315 h 4821604"/>
              <a:gd name="connsiteX1553" fmla="*/ 2078062 w 2947832"/>
              <a:gd name="connsiteY1553" fmla="*/ 4229270 h 4821604"/>
              <a:gd name="connsiteX1554" fmla="*/ 2078062 w 2947832"/>
              <a:gd name="connsiteY1554" fmla="*/ 4226550 h 4821604"/>
              <a:gd name="connsiteX1555" fmla="*/ 2089050 w 2947832"/>
              <a:gd name="connsiteY1555" fmla="*/ 4207504 h 4821604"/>
              <a:gd name="connsiteX1556" fmla="*/ 2091404 w 2947832"/>
              <a:gd name="connsiteY1556" fmla="*/ 4206144 h 4821604"/>
              <a:gd name="connsiteX1557" fmla="*/ 1595289 w 2947832"/>
              <a:gd name="connsiteY1557" fmla="*/ 4205830 h 4821604"/>
              <a:gd name="connsiteX1558" fmla="*/ 1617631 w 2947832"/>
              <a:gd name="connsiteY1558" fmla="*/ 4205830 h 4821604"/>
              <a:gd name="connsiteX1559" fmla="*/ 1620038 w 2947832"/>
              <a:gd name="connsiteY1559" fmla="*/ 4207190 h 4821604"/>
              <a:gd name="connsiteX1560" fmla="*/ 1631182 w 2947832"/>
              <a:gd name="connsiteY1560" fmla="*/ 4226550 h 4821604"/>
              <a:gd name="connsiteX1561" fmla="*/ 1631182 w 2947832"/>
              <a:gd name="connsiteY1561" fmla="*/ 4229322 h 4821604"/>
              <a:gd name="connsiteX1562" fmla="*/ 1620038 w 2947832"/>
              <a:gd name="connsiteY1562" fmla="*/ 4248682 h 4821604"/>
              <a:gd name="connsiteX1563" fmla="*/ 1617631 w 2947832"/>
              <a:gd name="connsiteY1563" fmla="*/ 4250042 h 4821604"/>
              <a:gd name="connsiteX1564" fmla="*/ 1595289 w 2947832"/>
              <a:gd name="connsiteY1564" fmla="*/ 4250042 h 4821604"/>
              <a:gd name="connsiteX1565" fmla="*/ 1592883 w 2947832"/>
              <a:gd name="connsiteY1565" fmla="*/ 4248682 h 4821604"/>
              <a:gd name="connsiteX1566" fmla="*/ 1581738 w 2947832"/>
              <a:gd name="connsiteY1566" fmla="*/ 4229322 h 4821604"/>
              <a:gd name="connsiteX1567" fmla="*/ 1581738 w 2947832"/>
              <a:gd name="connsiteY1567" fmla="*/ 4226550 h 4821604"/>
              <a:gd name="connsiteX1568" fmla="*/ 1592883 w 2947832"/>
              <a:gd name="connsiteY1568" fmla="*/ 4207190 h 4821604"/>
              <a:gd name="connsiteX1569" fmla="*/ 1595289 w 2947832"/>
              <a:gd name="connsiteY1569" fmla="*/ 4205830 h 4821604"/>
              <a:gd name="connsiteX1570" fmla="*/ 2173706 w 2947832"/>
              <a:gd name="connsiteY1570" fmla="*/ 4205359 h 4821604"/>
              <a:gd name="connsiteX1571" fmla="*/ 2196518 w 2947832"/>
              <a:gd name="connsiteY1571" fmla="*/ 4205359 h 4821604"/>
              <a:gd name="connsiteX1572" fmla="*/ 2198978 w 2947832"/>
              <a:gd name="connsiteY1572" fmla="*/ 4206772 h 4821604"/>
              <a:gd name="connsiteX1573" fmla="*/ 2210384 w 2947832"/>
              <a:gd name="connsiteY1573" fmla="*/ 4226497 h 4821604"/>
              <a:gd name="connsiteX1574" fmla="*/ 2210384 w 2947832"/>
              <a:gd name="connsiteY1574" fmla="*/ 4229322 h 4821604"/>
              <a:gd name="connsiteX1575" fmla="*/ 2198978 w 2947832"/>
              <a:gd name="connsiteY1575" fmla="*/ 4249048 h 4821604"/>
              <a:gd name="connsiteX1576" fmla="*/ 2196518 w 2947832"/>
              <a:gd name="connsiteY1576" fmla="*/ 4250460 h 4821604"/>
              <a:gd name="connsiteX1577" fmla="*/ 2173706 w 2947832"/>
              <a:gd name="connsiteY1577" fmla="*/ 4250460 h 4821604"/>
              <a:gd name="connsiteX1578" fmla="*/ 2171247 w 2947832"/>
              <a:gd name="connsiteY1578" fmla="*/ 4249048 h 4821604"/>
              <a:gd name="connsiteX1579" fmla="*/ 2159842 w 2947832"/>
              <a:gd name="connsiteY1579" fmla="*/ 4229322 h 4821604"/>
              <a:gd name="connsiteX1580" fmla="*/ 2159842 w 2947832"/>
              <a:gd name="connsiteY1580" fmla="*/ 4226497 h 4821604"/>
              <a:gd name="connsiteX1581" fmla="*/ 2171247 w 2947832"/>
              <a:gd name="connsiteY1581" fmla="*/ 4206772 h 4821604"/>
              <a:gd name="connsiteX1582" fmla="*/ 2173706 w 2947832"/>
              <a:gd name="connsiteY1582" fmla="*/ 4205359 h 4821604"/>
              <a:gd name="connsiteX1583" fmla="*/ 2586472 w 2947832"/>
              <a:gd name="connsiteY1583" fmla="*/ 4204365 h 4821604"/>
              <a:gd name="connsiteX1584" fmla="*/ 2610279 w 2947832"/>
              <a:gd name="connsiteY1584" fmla="*/ 4204365 h 4821604"/>
              <a:gd name="connsiteX1585" fmla="*/ 2612842 w 2947832"/>
              <a:gd name="connsiteY1585" fmla="*/ 4205830 h 4821604"/>
              <a:gd name="connsiteX1586" fmla="*/ 2624719 w 2947832"/>
              <a:gd name="connsiteY1586" fmla="*/ 4226445 h 4821604"/>
              <a:gd name="connsiteX1587" fmla="*/ 2624719 w 2947832"/>
              <a:gd name="connsiteY1587" fmla="*/ 4229375 h 4821604"/>
              <a:gd name="connsiteX1588" fmla="*/ 2612842 w 2947832"/>
              <a:gd name="connsiteY1588" fmla="*/ 4249990 h 4821604"/>
              <a:gd name="connsiteX1589" fmla="*/ 2610279 w 2947832"/>
              <a:gd name="connsiteY1589" fmla="*/ 4251455 h 4821604"/>
              <a:gd name="connsiteX1590" fmla="*/ 2586472 w 2947832"/>
              <a:gd name="connsiteY1590" fmla="*/ 4251455 h 4821604"/>
              <a:gd name="connsiteX1591" fmla="*/ 2583908 w 2947832"/>
              <a:gd name="connsiteY1591" fmla="*/ 4249990 h 4821604"/>
              <a:gd name="connsiteX1592" fmla="*/ 2572031 w 2947832"/>
              <a:gd name="connsiteY1592" fmla="*/ 4229375 h 4821604"/>
              <a:gd name="connsiteX1593" fmla="*/ 2572031 w 2947832"/>
              <a:gd name="connsiteY1593" fmla="*/ 4226445 h 4821604"/>
              <a:gd name="connsiteX1594" fmla="*/ 2583908 w 2947832"/>
              <a:gd name="connsiteY1594" fmla="*/ 4205830 h 4821604"/>
              <a:gd name="connsiteX1595" fmla="*/ 2586472 w 2947832"/>
              <a:gd name="connsiteY1595" fmla="*/ 4204365 h 4821604"/>
              <a:gd name="connsiteX1596" fmla="*/ 2007637 w 2947832"/>
              <a:gd name="connsiteY1596" fmla="*/ 4203999 h 4821604"/>
              <a:gd name="connsiteX1597" fmla="*/ 2031810 w 2947832"/>
              <a:gd name="connsiteY1597" fmla="*/ 4203999 h 4821604"/>
              <a:gd name="connsiteX1598" fmla="*/ 2034374 w 2947832"/>
              <a:gd name="connsiteY1598" fmla="*/ 4205516 h 4821604"/>
              <a:gd name="connsiteX1599" fmla="*/ 2046460 w 2947832"/>
              <a:gd name="connsiteY1599" fmla="*/ 4226445 h 4821604"/>
              <a:gd name="connsiteX1600" fmla="*/ 2046460 w 2947832"/>
              <a:gd name="connsiteY1600" fmla="*/ 4229427 h 4821604"/>
              <a:gd name="connsiteX1601" fmla="*/ 2034374 w 2947832"/>
              <a:gd name="connsiteY1601" fmla="*/ 4250356 h 4821604"/>
              <a:gd name="connsiteX1602" fmla="*/ 2031810 w 2947832"/>
              <a:gd name="connsiteY1602" fmla="*/ 4251873 h 4821604"/>
              <a:gd name="connsiteX1603" fmla="*/ 2007637 w 2947832"/>
              <a:gd name="connsiteY1603" fmla="*/ 4251873 h 4821604"/>
              <a:gd name="connsiteX1604" fmla="*/ 2005074 w 2947832"/>
              <a:gd name="connsiteY1604" fmla="*/ 4250356 h 4821604"/>
              <a:gd name="connsiteX1605" fmla="*/ 1992988 w 2947832"/>
              <a:gd name="connsiteY1605" fmla="*/ 4229427 h 4821604"/>
              <a:gd name="connsiteX1606" fmla="*/ 1992988 w 2947832"/>
              <a:gd name="connsiteY1606" fmla="*/ 4226445 h 4821604"/>
              <a:gd name="connsiteX1607" fmla="*/ 2005074 w 2947832"/>
              <a:gd name="connsiteY1607" fmla="*/ 4205516 h 4821604"/>
              <a:gd name="connsiteX1608" fmla="*/ 2007637 w 2947832"/>
              <a:gd name="connsiteY1608" fmla="*/ 4203999 h 4821604"/>
              <a:gd name="connsiteX1609" fmla="*/ 1676963 w 2947832"/>
              <a:gd name="connsiteY1609" fmla="*/ 4203790 h 4821604"/>
              <a:gd name="connsiteX1610" fmla="*/ 1701293 w 2947832"/>
              <a:gd name="connsiteY1610" fmla="*/ 4203790 h 4821604"/>
              <a:gd name="connsiteX1611" fmla="*/ 1703909 w 2947832"/>
              <a:gd name="connsiteY1611" fmla="*/ 4205308 h 4821604"/>
              <a:gd name="connsiteX1612" fmla="*/ 1716100 w 2947832"/>
              <a:gd name="connsiteY1612" fmla="*/ 4226393 h 4821604"/>
              <a:gd name="connsiteX1613" fmla="*/ 1716100 w 2947832"/>
              <a:gd name="connsiteY1613" fmla="*/ 4229428 h 4821604"/>
              <a:gd name="connsiteX1614" fmla="*/ 1703909 w 2947832"/>
              <a:gd name="connsiteY1614" fmla="*/ 4250513 h 4821604"/>
              <a:gd name="connsiteX1615" fmla="*/ 1701293 w 2947832"/>
              <a:gd name="connsiteY1615" fmla="*/ 4252031 h 4821604"/>
              <a:gd name="connsiteX1616" fmla="*/ 1676963 w 2947832"/>
              <a:gd name="connsiteY1616" fmla="*/ 4252031 h 4821604"/>
              <a:gd name="connsiteX1617" fmla="*/ 1674347 w 2947832"/>
              <a:gd name="connsiteY1617" fmla="*/ 4250513 h 4821604"/>
              <a:gd name="connsiteX1618" fmla="*/ 1662156 w 2947832"/>
              <a:gd name="connsiteY1618" fmla="*/ 4229428 h 4821604"/>
              <a:gd name="connsiteX1619" fmla="*/ 1662156 w 2947832"/>
              <a:gd name="connsiteY1619" fmla="*/ 4226393 h 4821604"/>
              <a:gd name="connsiteX1620" fmla="*/ 1674347 w 2947832"/>
              <a:gd name="connsiteY1620" fmla="*/ 4205308 h 4821604"/>
              <a:gd name="connsiteX1621" fmla="*/ 1676963 w 2947832"/>
              <a:gd name="connsiteY1621" fmla="*/ 4203790 h 4821604"/>
              <a:gd name="connsiteX1622" fmla="*/ 1841620 w 2947832"/>
              <a:gd name="connsiteY1622" fmla="*/ 4202534 h 4821604"/>
              <a:gd name="connsiteX1623" fmla="*/ 1867258 w 2947832"/>
              <a:gd name="connsiteY1623" fmla="*/ 4202534 h 4821604"/>
              <a:gd name="connsiteX1624" fmla="*/ 1870031 w 2947832"/>
              <a:gd name="connsiteY1624" fmla="*/ 4204104 h 4821604"/>
              <a:gd name="connsiteX1625" fmla="*/ 1882850 w 2947832"/>
              <a:gd name="connsiteY1625" fmla="*/ 4226340 h 4821604"/>
              <a:gd name="connsiteX1626" fmla="*/ 1882850 w 2947832"/>
              <a:gd name="connsiteY1626" fmla="*/ 4229532 h 4821604"/>
              <a:gd name="connsiteX1627" fmla="*/ 1870031 w 2947832"/>
              <a:gd name="connsiteY1627" fmla="*/ 4251769 h 4821604"/>
              <a:gd name="connsiteX1628" fmla="*/ 1867258 w 2947832"/>
              <a:gd name="connsiteY1628" fmla="*/ 4253339 h 4821604"/>
              <a:gd name="connsiteX1629" fmla="*/ 1841620 w 2947832"/>
              <a:gd name="connsiteY1629" fmla="*/ 4253339 h 4821604"/>
              <a:gd name="connsiteX1630" fmla="*/ 1838847 w 2947832"/>
              <a:gd name="connsiteY1630" fmla="*/ 4251769 h 4821604"/>
              <a:gd name="connsiteX1631" fmla="*/ 1826029 w 2947832"/>
              <a:gd name="connsiteY1631" fmla="*/ 4229532 h 4821604"/>
              <a:gd name="connsiteX1632" fmla="*/ 1826029 w 2947832"/>
              <a:gd name="connsiteY1632" fmla="*/ 4226340 h 4821604"/>
              <a:gd name="connsiteX1633" fmla="*/ 1838847 w 2947832"/>
              <a:gd name="connsiteY1633" fmla="*/ 4204104 h 4821604"/>
              <a:gd name="connsiteX1634" fmla="*/ 1841620 w 2947832"/>
              <a:gd name="connsiteY1634" fmla="*/ 4202534 h 4821604"/>
              <a:gd name="connsiteX1635" fmla="*/ 1924237 w 2947832"/>
              <a:gd name="connsiteY1635" fmla="*/ 4202482 h 4821604"/>
              <a:gd name="connsiteX1636" fmla="*/ 1949927 w 2947832"/>
              <a:gd name="connsiteY1636" fmla="*/ 4202482 h 4821604"/>
              <a:gd name="connsiteX1637" fmla="*/ 1952699 w 2947832"/>
              <a:gd name="connsiteY1637" fmla="*/ 4204052 h 4821604"/>
              <a:gd name="connsiteX1638" fmla="*/ 1965571 w 2947832"/>
              <a:gd name="connsiteY1638" fmla="*/ 4226341 h 4821604"/>
              <a:gd name="connsiteX1639" fmla="*/ 1965571 w 2947832"/>
              <a:gd name="connsiteY1639" fmla="*/ 4229532 h 4821604"/>
              <a:gd name="connsiteX1640" fmla="*/ 1952699 w 2947832"/>
              <a:gd name="connsiteY1640" fmla="*/ 4251821 h 4821604"/>
              <a:gd name="connsiteX1641" fmla="*/ 1949927 w 2947832"/>
              <a:gd name="connsiteY1641" fmla="*/ 4253391 h 4821604"/>
              <a:gd name="connsiteX1642" fmla="*/ 1924237 w 2947832"/>
              <a:gd name="connsiteY1642" fmla="*/ 4253391 h 4821604"/>
              <a:gd name="connsiteX1643" fmla="*/ 1921464 w 2947832"/>
              <a:gd name="connsiteY1643" fmla="*/ 4251821 h 4821604"/>
              <a:gd name="connsiteX1644" fmla="*/ 1908592 w 2947832"/>
              <a:gd name="connsiteY1644" fmla="*/ 4229532 h 4821604"/>
              <a:gd name="connsiteX1645" fmla="*/ 1908592 w 2947832"/>
              <a:gd name="connsiteY1645" fmla="*/ 4226341 h 4821604"/>
              <a:gd name="connsiteX1646" fmla="*/ 1921464 w 2947832"/>
              <a:gd name="connsiteY1646" fmla="*/ 4204052 h 4821604"/>
              <a:gd name="connsiteX1647" fmla="*/ 1924237 w 2947832"/>
              <a:gd name="connsiteY1647" fmla="*/ 4202482 h 4821604"/>
              <a:gd name="connsiteX1648" fmla="*/ 2254491 w 2947832"/>
              <a:gd name="connsiteY1648" fmla="*/ 4201749 h 4821604"/>
              <a:gd name="connsiteX1649" fmla="*/ 2280966 w 2947832"/>
              <a:gd name="connsiteY1649" fmla="*/ 4201749 h 4821604"/>
              <a:gd name="connsiteX1650" fmla="*/ 2283791 w 2947832"/>
              <a:gd name="connsiteY1650" fmla="*/ 4203371 h 4821604"/>
              <a:gd name="connsiteX1651" fmla="*/ 2297029 w 2947832"/>
              <a:gd name="connsiteY1651" fmla="*/ 4226288 h 4821604"/>
              <a:gd name="connsiteX1652" fmla="*/ 2297029 w 2947832"/>
              <a:gd name="connsiteY1652" fmla="*/ 4229584 h 4821604"/>
              <a:gd name="connsiteX1653" fmla="*/ 2283791 w 2947832"/>
              <a:gd name="connsiteY1653" fmla="*/ 4252501 h 4821604"/>
              <a:gd name="connsiteX1654" fmla="*/ 2280966 w 2947832"/>
              <a:gd name="connsiteY1654" fmla="*/ 4254123 h 4821604"/>
              <a:gd name="connsiteX1655" fmla="*/ 2254491 w 2947832"/>
              <a:gd name="connsiteY1655" fmla="*/ 4254123 h 4821604"/>
              <a:gd name="connsiteX1656" fmla="*/ 2251666 w 2947832"/>
              <a:gd name="connsiteY1656" fmla="*/ 4252501 h 4821604"/>
              <a:gd name="connsiteX1657" fmla="*/ 2238428 w 2947832"/>
              <a:gd name="connsiteY1657" fmla="*/ 4229584 h 4821604"/>
              <a:gd name="connsiteX1658" fmla="*/ 2238428 w 2947832"/>
              <a:gd name="connsiteY1658" fmla="*/ 4226288 h 4821604"/>
              <a:gd name="connsiteX1659" fmla="*/ 2251666 w 2947832"/>
              <a:gd name="connsiteY1659" fmla="*/ 4203371 h 4821604"/>
              <a:gd name="connsiteX1660" fmla="*/ 2254491 w 2947832"/>
              <a:gd name="connsiteY1660" fmla="*/ 4201749 h 4821604"/>
              <a:gd name="connsiteX1661" fmla="*/ 2501292 w 2947832"/>
              <a:gd name="connsiteY1661" fmla="*/ 4199395 h 4821604"/>
              <a:gd name="connsiteX1662" fmla="*/ 2530122 w 2947832"/>
              <a:gd name="connsiteY1662" fmla="*/ 4199395 h 4821604"/>
              <a:gd name="connsiteX1663" fmla="*/ 2533209 w 2947832"/>
              <a:gd name="connsiteY1663" fmla="*/ 4201174 h 4821604"/>
              <a:gd name="connsiteX1664" fmla="*/ 2547650 w 2947832"/>
              <a:gd name="connsiteY1664" fmla="*/ 4226131 h 4821604"/>
              <a:gd name="connsiteX1665" fmla="*/ 2547650 w 2947832"/>
              <a:gd name="connsiteY1665" fmla="*/ 4229689 h 4821604"/>
              <a:gd name="connsiteX1666" fmla="*/ 2533209 w 2947832"/>
              <a:gd name="connsiteY1666" fmla="*/ 4254647 h 4821604"/>
              <a:gd name="connsiteX1667" fmla="*/ 2530122 w 2947832"/>
              <a:gd name="connsiteY1667" fmla="*/ 4256425 h 4821604"/>
              <a:gd name="connsiteX1668" fmla="*/ 2501292 w 2947832"/>
              <a:gd name="connsiteY1668" fmla="*/ 4256425 h 4821604"/>
              <a:gd name="connsiteX1669" fmla="*/ 2498205 w 2947832"/>
              <a:gd name="connsiteY1669" fmla="*/ 4254647 h 4821604"/>
              <a:gd name="connsiteX1670" fmla="*/ 2483765 w 2947832"/>
              <a:gd name="connsiteY1670" fmla="*/ 4229689 h 4821604"/>
              <a:gd name="connsiteX1671" fmla="*/ 2483765 w 2947832"/>
              <a:gd name="connsiteY1671" fmla="*/ 4226131 h 4821604"/>
              <a:gd name="connsiteX1672" fmla="*/ 2498205 w 2947832"/>
              <a:gd name="connsiteY1672" fmla="*/ 4201174 h 4821604"/>
              <a:gd name="connsiteX1673" fmla="*/ 2501292 w 2947832"/>
              <a:gd name="connsiteY1673" fmla="*/ 4199395 h 4821604"/>
              <a:gd name="connsiteX1674" fmla="*/ 2335694 w 2947832"/>
              <a:gd name="connsiteY1674" fmla="*/ 4198872 h 4821604"/>
              <a:gd name="connsiteX1675" fmla="*/ 2365047 w 2947832"/>
              <a:gd name="connsiteY1675" fmla="*/ 4198872 h 4821604"/>
              <a:gd name="connsiteX1676" fmla="*/ 2368186 w 2947832"/>
              <a:gd name="connsiteY1676" fmla="*/ 4200703 h 4821604"/>
              <a:gd name="connsiteX1677" fmla="*/ 2382836 w 2947832"/>
              <a:gd name="connsiteY1677" fmla="*/ 4226132 h 4821604"/>
              <a:gd name="connsiteX1678" fmla="*/ 2382836 w 2947832"/>
              <a:gd name="connsiteY1678" fmla="*/ 4229742 h 4821604"/>
              <a:gd name="connsiteX1679" fmla="*/ 2368186 w 2947832"/>
              <a:gd name="connsiteY1679" fmla="*/ 4255170 h 4821604"/>
              <a:gd name="connsiteX1680" fmla="*/ 2365047 w 2947832"/>
              <a:gd name="connsiteY1680" fmla="*/ 4257001 h 4821604"/>
              <a:gd name="connsiteX1681" fmla="*/ 2335694 w 2947832"/>
              <a:gd name="connsiteY1681" fmla="*/ 4257001 h 4821604"/>
              <a:gd name="connsiteX1682" fmla="*/ 2332554 w 2947832"/>
              <a:gd name="connsiteY1682" fmla="*/ 4255170 h 4821604"/>
              <a:gd name="connsiteX1683" fmla="*/ 2317905 w 2947832"/>
              <a:gd name="connsiteY1683" fmla="*/ 4229742 h 4821604"/>
              <a:gd name="connsiteX1684" fmla="*/ 2317905 w 2947832"/>
              <a:gd name="connsiteY1684" fmla="*/ 4226132 h 4821604"/>
              <a:gd name="connsiteX1685" fmla="*/ 2332554 w 2947832"/>
              <a:gd name="connsiteY1685" fmla="*/ 4200703 h 4821604"/>
              <a:gd name="connsiteX1686" fmla="*/ 2335694 w 2947832"/>
              <a:gd name="connsiteY1686" fmla="*/ 4198872 h 4821604"/>
              <a:gd name="connsiteX1687" fmla="*/ 2418258 w 2947832"/>
              <a:gd name="connsiteY1687" fmla="*/ 4198558 h 4821604"/>
              <a:gd name="connsiteX1688" fmla="*/ 2447925 w 2947832"/>
              <a:gd name="connsiteY1688" fmla="*/ 4198558 h 4821604"/>
              <a:gd name="connsiteX1689" fmla="*/ 2451116 w 2947832"/>
              <a:gd name="connsiteY1689" fmla="*/ 4200389 h 4821604"/>
              <a:gd name="connsiteX1690" fmla="*/ 2465924 w 2947832"/>
              <a:gd name="connsiteY1690" fmla="*/ 4226079 h 4821604"/>
              <a:gd name="connsiteX1691" fmla="*/ 2465924 w 2947832"/>
              <a:gd name="connsiteY1691" fmla="*/ 4229742 h 4821604"/>
              <a:gd name="connsiteX1692" fmla="*/ 2451116 w 2947832"/>
              <a:gd name="connsiteY1692" fmla="*/ 4255432 h 4821604"/>
              <a:gd name="connsiteX1693" fmla="*/ 2447925 w 2947832"/>
              <a:gd name="connsiteY1693" fmla="*/ 4257263 h 4821604"/>
              <a:gd name="connsiteX1694" fmla="*/ 2418258 w 2947832"/>
              <a:gd name="connsiteY1694" fmla="*/ 4257263 h 4821604"/>
              <a:gd name="connsiteX1695" fmla="*/ 2415066 w 2947832"/>
              <a:gd name="connsiteY1695" fmla="*/ 4255432 h 4821604"/>
              <a:gd name="connsiteX1696" fmla="*/ 2400260 w 2947832"/>
              <a:gd name="connsiteY1696" fmla="*/ 4229742 h 4821604"/>
              <a:gd name="connsiteX1697" fmla="*/ 2400260 w 2947832"/>
              <a:gd name="connsiteY1697" fmla="*/ 4226079 h 4821604"/>
              <a:gd name="connsiteX1698" fmla="*/ 2415066 w 2947832"/>
              <a:gd name="connsiteY1698" fmla="*/ 4200389 h 4821604"/>
              <a:gd name="connsiteX1699" fmla="*/ 2418258 w 2947832"/>
              <a:gd name="connsiteY1699" fmla="*/ 4198558 h 4821604"/>
              <a:gd name="connsiteX1700" fmla="*/ 2846249 w 2947832"/>
              <a:gd name="connsiteY1700" fmla="*/ 4145189 h 4821604"/>
              <a:gd name="connsiteX1701" fmla="*/ 2846354 w 2947832"/>
              <a:gd name="connsiteY1701" fmla="*/ 4145189 h 4821604"/>
              <a:gd name="connsiteX1702" fmla="*/ 2846406 w 2947832"/>
              <a:gd name="connsiteY1702" fmla="*/ 4145189 h 4821604"/>
              <a:gd name="connsiteX1703" fmla="*/ 2846406 w 2947832"/>
              <a:gd name="connsiteY1703" fmla="*/ 4145294 h 4821604"/>
              <a:gd name="connsiteX1704" fmla="*/ 2846406 w 2947832"/>
              <a:gd name="connsiteY1704" fmla="*/ 4145398 h 4821604"/>
              <a:gd name="connsiteX1705" fmla="*/ 2846302 w 2947832"/>
              <a:gd name="connsiteY1705" fmla="*/ 4145398 h 4821604"/>
              <a:gd name="connsiteX1706" fmla="*/ 2846249 w 2947832"/>
              <a:gd name="connsiteY1706" fmla="*/ 4145398 h 4821604"/>
              <a:gd name="connsiteX1707" fmla="*/ 2846249 w 2947832"/>
              <a:gd name="connsiteY1707" fmla="*/ 4145294 h 4821604"/>
              <a:gd name="connsiteX1708" fmla="*/ 696977 w 2947832"/>
              <a:gd name="connsiteY1708" fmla="*/ 4144875 h 4821604"/>
              <a:gd name="connsiteX1709" fmla="*/ 697396 w 2947832"/>
              <a:gd name="connsiteY1709" fmla="*/ 4144875 h 4821604"/>
              <a:gd name="connsiteX1710" fmla="*/ 697605 w 2947832"/>
              <a:gd name="connsiteY1710" fmla="*/ 4145241 h 4821604"/>
              <a:gd name="connsiteX1711" fmla="*/ 697396 w 2947832"/>
              <a:gd name="connsiteY1711" fmla="*/ 4145608 h 4821604"/>
              <a:gd name="connsiteX1712" fmla="*/ 696977 w 2947832"/>
              <a:gd name="connsiteY1712" fmla="*/ 4145608 h 4821604"/>
              <a:gd name="connsiteX1713" fmla="*/ 696768 w 2947832"/>
              <a:gd name="connsiteY1713" fmla="*/ 4145241 h 4821604"/>
              <a:gd name="connsiteX1714" fmla="*/ 772688 w 2947832"/>
              <a:gd name="connsiteY1714" fmla="*/ 4131063 h 4821604"/>
              <a:gd name="connsiteX1715" fmla="*/ 787076 w 2947832"/>
              <a:gd name="connsiteY1715" fmla="*/ 4131063 h 4821604"/>
              <a:gd name="connsiteX1716" fmla="*/ 788593 w 2947832"/>
              <a:gd name="connsiteY1716" fmla="*/ 4131952 h 4821604"/>
              <a:gd name="connsiteX1717" fmla="*/ 795761 w 2947832"/>
              <a:gd name="connsiteY1717" fmla="*/ 4144405 h 4821604"/>
              <a:gd name="connsiteX1718" fmla="*/ 795761 w 2947832"/>
              <a:gd name="connsiteY1718" fmla="*/ 4146184 h 4821604"/>
              <a:gd name="connsiteX1719" fmla="*/ 788593 w 2947832"/>
              <a:gd name="connsiteY1719" fmla="*/ 4158636 h 4821604"/>
              <a:gd name="connsiteX1720" fmla="*/ 787076 w 2947832"/>
              <a:gd name="connsiteY1720" fmla="*/ 4159526 h 4821604"/>
              <a:gd name="connsiteX1721" fmla="*/ 772688 w 2947832"/>
              <a:gd name="connsiteY1721" fmla="*/ 4159526 h 4821604"/>
              <a:gd name="connsiteX1722" fmla="*/ 771170 w 2947832"/>
              <a:gd name="connsiteY1722" fmla="*/ 4158636 h 4821604"/>
              <a:gd name="connsiteX1723" fmla="*/ 764002 w 2947832"/>
              <a:gd name="connsiteY1723" fmla="*/ 4146184 h 4821604"/>
              <a:gd name="connsiteX1724" fmla="*/ 764002 w 2947832"/>
              <a:gd name="connsiteY1724" fmla="*/ 4144405 h 4821604"/>
              <a:gd name="connsiteX1725" fmla="*/ 771170 w 2947832"/>
              <a:gd name="connsiteY1725" fmla="*/ 4131952 h 4821604"/>
              <a:gd name="connsiteX1726" fmla="*/ 772688 w 2947832"/>
              <a:gd name="connsiteY1726" fmla="*/ 4131063 h 4821604"/>
              <a:gd name="connsiteX1727" fmla="*/ 937920 w 2947832"/>
              <a:gd name="connsiteY1727" fmla="*/ 4130853 h 4821604"/>
              <a:gd name="connsiteX1728" fmla="*/ 952465 w 2947832"/>
              <a:gd name="connsiteY1728" fmla="*/ 4130853 h 4821604"/>
              <a:gd name="connsiteX1729" fmla="*/ 954034 w 2947832"/>
              <a:gd name="connsiteY1729" fmla="*/ 4131742 h 4821604"/>
              <a:gd name="connsiteX1730" fmla="*/ 961307 w 2947832"/>
              <a:gd name="connsiteY1730" fmla="*/ 4144352 h 4821604"/>
              <a:gd name="connsiteX1731" fmla="*/ 961307 w 2947832"/>
              <a:gd name="connsiteY1731" fmla="*/ 4146131 h 4821604"/>
              <a:gd name="connsiteX1732" fmla="*/ 954034 w 2947832"/>
              <a:gd name="connsiteY1732" fmla="*/ 4158741 h 4821604"/>
              <a:gd name="connsiteX1733" fmla="*/ 952465 w 2947832"/>
              <a:gd name="connsiteY1733" fmla="*/ 4159630 h 4821604"/>
              <a:gd name="connsiteX1734" fmla="*/ 937920 w 2947832"/>
              <a:gd name="connsiteY1734" fmla="*/ 4159630 h 4821604"/>
              <a:gd name="connsiteX1735" fmla="*/ 936350 w 2947832"/>
              <a:gd name="connsiteY1735" fmla="*/ 4158741 h 4821604"/>
              <a:gd name="connsiteX1736" fmla="*/ 929077 w 2947832"/>
              <a:gd name="connsiteY1736" fmla="*/ 4146131 h 4821604"/>
              <a:gd name="connsiteX1737" fmla="*/ 929077 w 2947832"/>
              <a:gd name="connsiteY1737" fmla="*/ 4144352 h 4821604"/>
              <a:gd name="connsiteX1738" fmla="*/ 936350 w 2947832"/>
              <a:gd name="connsiteY1738" fmla="*/ 4131742 h 4821604"/>
              <a:gd name="connsiteX1739" fmla="*/ 937920 w 2947832"/>
              <a:gd name="connsiteY1739" fmla="*/ 4130853 h 4821604"/>
              <a:gd name="connsiteX1740" fmla="*/ 1019803 w 2947832"/>
              <a:gd name="connsiteY1740" fmla="*/ 4129284 h 4821604"/>
              <a:gd name="connsiteX1741" fmla="*/ 1035918 w 2947832"/>
              <a:gd name="connsiteY1741" fmla="*/ 4129284 h 4821604"/>
              <a:gd name="connsiteX1742" fmla="*/ 1037644 w 2947832"/>
              <a:gd name="connsiteY1742" fmla="*/ 4130278 h 4821604"/>
              <a:gd name="connsiteX1743" fmla="*/ 1045702 w 2947832"/>
              <a:gd name="connsiteY1743" fmla="*/ 4144248 h 4821604"/>
              <a:gd name="connsiteX1744" fmla="*/ 1045702 w 2947832"/>
              <a:gd name="connsiteY1744" fmla="*/ 4146236 h 4821604"/>
              <a:gd name="connsiteX1745" fmla="*/ 1037644 w 2947832"/>
              <a:gd name="connsiteY1745" fmla="*/ 4160206 h 4821604"/>
              <a:gd name="connsiteX1746" fmla="*/ 1035918 w 2947832"/>
              <a:gd name="connsiteY1746" fmla="*/ 4161200 h 4821604"/>
              <a:gd name="connsiteX1747" fmla="*/ 1019803 w 2947832"/>
              <a:gd name="connsiteY1747" fmla="*/ 4161200 h 4821604"/>
              <a:gd name="connsiteX1748" fmla="*/ 1018076 w 2947832"/>
              <a:gd name="connsiteY1748" fmla="*/ 4160206 h 4821604"/>
              <a:gd name="connsiteX1749" fmla="*/ 1010018 w 2947832"/>
              <a:gd name="connsiteY1749" fmla="*/ 4146236 h 4821604"/>
              <a:gd name="connsiteX1750" fmla="*/ 1010018 w 2947832"/>
              <a:gd name="connsiteY1750" fmla="*/ 4144248 h 4821604"/>
              <a:gd name="connsiteX1751" fmla="*/ 1018076 w 2947832"/>
              <a:gd name="connsiteY1751" fmla="*/ 4130278 h 4821604"/>
              <a:gd name="connsiteX1752" fmla="*/ 1019803 w 2947832"/>
              <a:gd name="connsiteY1752" fmla="*/ 4129284 h 4821604"/>
              <a:gd name="connsiteX1753" fmla="*/ 2094177 w 2947832"/>
              <a:gd name="connsiteY1753" fmla="*/ 4128970 h 4821604"/>
              <a:gd name="connsiteX1754" fmla="*/ 2110659 w 2947832"/>
              <a:gd name="connsiteY1754" fmla="*/ 4128970 h 4821604"/>
              <a:gd name="connsiteX1755" fmla="*/ 2112437 w 2947832"/>
              <a:gd name="connsiteY1755" fmla="*/ 4129964 h 4821604"/>
              <a:gd name="connsiteX1756" fmla="*/ 2120704 w 2947832"/>
              <a:gd name="connsiteY1756" fmla="*/ 4144248 h 4821604"/>
              <a:gd name="connsiteX1757" fmla="*/ 2120704 w 2947832"/>
              <a:gd name="connsiteY1757" fmla="*/ 4146288 h 4821604"/>
              <a:gd name="connsiteX1758" fmla="*/ 2112437 w 2947832"/>
              <a:gd name="connsiteY1758" fmla="*/ 4160572 h 4821604"/>
              <a:gd name="connsiteX1759" fmla="*/ 2110659 w 2947832"/>
              <a:gd name="connsiteY1759" fmla="*/ 4161566 h 4821604"/>
              <a:gd name="connsiteX1760" fmla="*/ 2094177 w 2947832"/>
              <a:gd name="connsiteY1760" fmla="*/ 4161566 h 4821604"/>
              <a:gd name="connsiteX1761" fmla="*/ 2092398 w 2947832"/>
              <a:gd name="connsiteY1761" fmla="*/ 4160572 h 4821604"/>
              <a:gd name="connsiteX1762" fmla="*/ 2084131 w 2947832"/>
              <a:gd name="connsiteY1762" fmla="*/ 4146288 h 4821604"/>
              <a:gd name="connsiteX1763" fmla="*/ 2084131 w 2947832"/>
              <a:gd name="connsiteY1763" fmla="*/ 4144248 h 4821604"/>
              <a:gd name="connsiteX1764" fmla="*/ 2092398 w 2947832"/>
              <a:gd name="connsiteY1764" fmla="*/ 4129964 h 4821604"/>
              <a:gd name="connsiteX1765" fmla="*/ 2094177 w 2947832"/>
              <a:gd name="connsiteY1765" fmla="*/ 4128970 h 4821604"/>
              <a:gd name="connsiteX1766" fmla="*/ 854048 w 2947832"/>
              <a:gd name="connsiteY1766" fmla="*/ 4128447 h 4821604"/>
              <a:gd name="connsiteX1767" fmla="*/ 871052 w 2947832"/>
              <a:gd name="connsiteY1767" fmla="*/ 4128447 h 4821604"/>
              <a:gd name="connsiteX1768" fmla="*/ 872884 w 2947832"/>
              <a:gd name="connsiteY1768" fmla="*/ 4129493 h 4821604"/>
              <a:gd name="connsiteX1769" fmla="*/ 881360 w 2947832"/>
              <a:gd name="connsiteY1769" fmla="*/ 4144196 h 4821604"/>
              <a:gd name="connsiteX1770" fmla="*/ 881360 w 2947832"/>
              <a:gd name="connsiteY1770" fmla="*/ 4146289 h 4821604"/>
              <a:gd name="connsiteX1771" fmla="*/ 872884 w 2947832"/>
              <a:gd name="connsiteY1771" fmla="*/ 4160991 h 4821604"/>
              <a:gd name="connsiteX1772" fmla="*/ 871052 w 2947832"/>
              <a:gd name="connsiteY1772" fmla="*/ 4162037 h 4821604"/>
              <a:gd name="connsiteX1773" fmla="*/ 854048 w 2947832"/>
              <a:gd name="connsiteY1773" fmla="*/ 4162037 h 4821604"/>
              <a:gd name="connsiteX1774" fmla="*/ 852217 w 2947832"/>
              <a:gd name="connsiteY1774" fmla="*/ 4160991 h 4821604"/>
              <a:gd name="connsiteX1775" fmla="*/ 843740 w 2947832"/>
              <a:gd name="connsiteY1775" fmla="*/ 4146289 h 4821604"/>
              <a:gd name="connsiteX1776" fmla="*/ 843740 w 2947832"/>
              <a:gd name="connsiteY1776" fmla="*/ 4144196 h 4821604"/>
              <a:gd name="connsiteX1777" fmla="*/ 852217 w 2947832"/>
              <a:gd name="connsiteY1777" fmla="*/ 4129493 h 4821604"/>
              <a:gd name="connsiteX1778" fmla="*/ 854048 w 2947832"/>
              <a:gd name="connsiteY1778" fmla="*/ 4128447 h 4821604"/>
              <a:gd name="connsiteX1779" fmla="*/ 1845649 w 2947832"/>
              <a:gd name="connsiteY1779" fmla="*/ 4127871 h 4821604"/>
              <a:gd name="connsiteX1780" fmla="*/ 1863177 w 2947832"/>
              <a:gd name="connsiteY1780" fmla="*/ 4127871 h 4821604"/>
              <a:gd name="connsiteX1781" fmla="*/ 1865060 w 2947832"/>
              <a:gd name="connsiteY1781" fmla="*/ 4128970 h 4821604"/>
              <a:gd name="connsiteX1782" fmla="*/ 1873851 w 2947832"/>
              <a:gd name="connsiteY1782" fmla="*/ 4144143 h 4821604"/>
              <a:gd name="connsiteX1783" fmla="*/ 1873851 w 2947832"/>
              <a:gd name="connsiteY1783" fmla="*/ 4146288 h 4821604"/>
              <a:gd name="connsiteX1784" fmla="*/ 1865060 w 2947832"/>
              <a:gd name="connsiteY1784" fmla="*/ 4161462 h 4821604"/>
              <a:gd name="connsiteX1785" fmla="*/ 1863177 w 2947832"/>
              <a:gd name="connsiteY1785" fmla="*/ 4162560 h 4821604"/>
              <a:gd name="connsiteX1786" fmla="*/ 1845649 w 2947832"/>
              <a:gd name="connsiteY1786" fmla="*/ 4162560 h 4821604"/>
              <a:gd name="connsiteX1787" fmla="*/ 1843766 w 2947832"/>
              <a:gd name="connsiteY1787" fmla="*/ 4161462 h 4821604"/>
              <a:gd name="connsiteX1788" fmla="*/ 1834975 w 2947832"/>
              <a:gd name="connsiteY1788" fmla="*/ 4146288 h 4821604"/>
              <a:gd name="connsiteX1789" fmla="*/ 1834975 w 2947832"/>
              <a:gd name="connsiteY1789" fmla="*/ 4144143 h 4821604"/>
              <a:gd name="connsiteX1790" fmla="*/ 1843766 w 2947832"/>
              <a:gd name="connsiteY1790" fmla="*/ 4128970 h 4821604"/>
              <a:gd name="connsiteX1791" fmla="*/ 1845649 w 2947832"/>
              <a:gd name="connsiteY1791" fmla="*/ 4127871 h 4821604"/>
              <a:gd name="connsiteX1792" fmla="*/ 1184354 w 2947832"/>
              <a:gd name="connsiteY1792" fmla="*/ 4127819 h 4821604"/>
              <a:gd name="connsiteX1793" fmla="*/ 1201934 w 2947832"/>
              <a:gd name="connsiteY1793" fmla="*/ 4127819 h 4821604"/>
              <a:gd name="connsiteX1794" fmla="*/ 1203818 w 2947832"/>
              <a:gd name="connsiteY1794" fmla="*/ 4128918 h 4821604"/>
              <a:gd name="connsiteX1795" fmla="*/ 1212608 w 2947832"/>
              <a:gd name="connsiteY1795" fmla="*/ 4144144 h 4821604"/>
              <a:gd name="connsiteX1796" fmla="*/ 1212608 w 2947832"/>
              <a:gd name="connsiteY1796" fmla="*/ 4146341 h 4821604"/>
              <a:gd name="connsiteX1797" fmla="*/ 1203818 w 2947832"/>
              <a:gd name="connsiteY1797" fmla="*/ 4161567 h 4821604"/>
              <a:gd name="connsiteX1798" fmla="*/ 1201934 w 2947832"/>
              <a:gd name="connsiteY1798" fmla="*/ 4162665 h 4821604"/>
              <a:gd name="connsiteX1799" fmla="*/ 1184354 w 2947832"/>
              <a:gd name="connsiteY1799" fmla="*/ 4162665 h 4821604"/>
              <a:gd name="connsiteX1800" fmla="*/ 1182471 w 2947832"/>
              <a:gd name="connsiteY1800" fmla="*/ 4161567 h 4821604"/>
              <a:gd name="connsiteX1801" fmla="*/ 1173681 w 2947832"/>
              <a:gd name="connsiteY1801" fmla="*/ 4146341 h 4821604"/>
              <a:gd name="connsiteX1802" fmla="*/ 1173681 w 2947832"/>
              <a:gd name="connsiteY1802" fmla="*/ 4144144 h 4821604"/>
              <a:gd name="connsiteX1803" fmla="*/ 1182471 w 2947832"/>
              <a:gd name="connsiteY1803" fmla="*/ 4128918 h 4821604"/>
              <a:gd name="connsiteX1804" fmla="*/ 1184354 w 2947832"/>
              <a:gd name="connsiteY1804" fmla="*/ 4127819 h 4821604"/>
              <a:gd name="connsiteX1805" fmla="*/ 1101111 w 2947832"/>
              <a:gd name="connsiteY1805" fmla="*/ 4126668 h 4821604"/>
              <a:gd name="connsiteX1806" fmla="*/ 1119895 w 2947832"/>
              <a:gd name="connsiteY1806" fmla="*/ 4126668 h 4821604"/>
              <a:gd name="connsiteX1807" fmla="*/ 1121935 w 2947832"/>
              <a:gd name="connsiteY1807" fmla="*/ 4127819 h 4821604"/>
              <a:gd name="connsiteX1808" fmla="*/ 1131353 w 2947832"/>
              <a:gd name="connsiteY1808" fmla="*/ 4144091 h 4821604"/>
              <a:gd name="connsiteX1809" fmla="*/ 1131353 w 2947832"/>
              <a:gd name="connsiteY1809" fmla="*/ 4146393 h 4821604"/>
              <a:gd name="connsiteX1810" fmla="*/ 1121935 w 2947832"/>
              <a:gd name="connsiteY1810" fmla="*/ 4162665 h 4821604"/>
              <a:gd name="connsiteX1811" fmla="*/ 1119895 w 2947832"/>
              <a:gd name="connsiteY1811" fmla="*/ 4163816 h 4821604"/>
              <a:gd name="connsiteX1812" fmla="*/ 1101111 w 2947832"/>
              <a:gd name="connsiteY1812" fmla="*/ 4163816 h 4821604"/>
              <a:gd name="connsiteX1813" fmla="*/ 1099071 w 2947832"/>
              <a:gd name="connsiteY1813" fmla="*/ 4162665 h 4821604"/>
              <a:gd name="connsiteX1814" fmla="*/ 1089653 w 2947832"/>
              <a:gd name="connsiteY1814" fmla="*/ 4146393 h 4821604"/>
              <a:gd name="connsiteX1815" fmla="*/ 1089653 w 2947832"/>
              <a:gd name="connsiteY1815" fmla="*/ 4144091 h 4821604"/>
              <a:gd name="connsiteX1816" fmla="*/ 1099071 w 2947832"/>
              <a:gd name="connsiteY1816" fmla="*/ 4127819 h 4821604"/>
              <a:gd name="connsiteX1817" fmla="*/ 1101111 w 2947832"/>
              <a:gd name="connsiteY1817" fmla="*/ 4126668 h 4821604"/>
              <a:gd name="connsiteX1818" fmla="*/ 1431051 w 2947832"/>
              <a:gd name="connsiteY1818" fmla="*/ 4125307 h 4821604"/>
              <a:gd name="connsiteX1819" fmla="*/ 1451195 w 2947832"/>
              <a:gd name="connsiteY1819" fmla="*/ 4125307 h 4821604"/>
              <a:gd name="connsiteX1820" fmla="*/ 1453341 w 2947832"/>
              <a:gd name="connsiteY1820" fmla="*/ 4126563 h 4821604"/>
              <a:gd name="connsiteX1821" fmla="*/ 1463439 w 2947832"/>
              <a:gd name="connsiteY1821" fmla="*/ 4144038 h 4821604"/>
              <a:gd name="connsiteX1822" fmla="*/ 1463439 w 2947832"/>
              <a:gd name="connsiteY1822" fmla="*/ 4146550 h 4821604"/>
              <a:gd name="connsiteX1823" fmla="*/ 1453341 w 2947832"/>
              <a:gd name="connsiteY1823" fmla="*/ 4164025 h 4821604"/>
              <a:gd name="connsiteX1824" fmla="*/ 1451195 w 2947832"/>
              <a:gd name="connsiteY1824" fmla="*/ 4165281 h 4821604"/>
              <a:gd name="connsiteX1825" fmla="*/ 1431051 w 2947832"/>
              <a:gd name="connsiteY1825" fmla="*/ 4165281 h 4821604"/>
              <a:gd name="connsiteX1826" fmla="*/ 1428906 w 2947832"/>
              <a:gd name="connsiteY1826" fmla="*/ 4164025 h 4821604"/>
              <a:gd name="connsiteX1827" fmla="*/ 1418808 w 2947832"/>
              <a:gd name="connsiteY1827" fmla="*/ 4146550 h 4821604"/>
              <a:gd name="connsiteX1828" fmla="*/ 1418808 w 2947832"/>
              <a:gd name="connsiteY1828" fmla="*/ 4144038 h 4821604"/>
              <a:gd name="connsiteX1829" fmla="*/ 1428906 w 2947832"/>
              <a:gd name="connsiteY1829" fmla="*/ 4126563 h 4821604"/>
              <a:gd name="connsiteX1830" fmla="*/ 1431051 w 2947832"/>
              <a:gd name="connsiteY1830" fmla="*/ 4125307 h 4821604"/>
              <a:gd name="connsiteX1831" fmla="*/ 2257578 w 2947832"/>
              <a:gd name="connsiteY1831" fmla="*/ 4125150 h 4821604"/>
              <a:gd name="connsiteX1832" fmla="*/ 2277878 w 2947832"/>
              <a:gd name="connsiteY1832" fmla="*/ 4125150 h 4821604"/>
              <a:gd name="connsiteX1833" fmla="*/ 2280076 w 2947832"/>
              <a:gd name="connsiteY1833" fmla="*/ 4126406 h 4821604"/>
              <a:gd name="connsiteX1834" fmla="*/ 2290226 w 2947832"/>
              <a:gd name="connsiteY1834" fmla="*/ 4143986 h 4821604"/>
              <a:gd name="connsiteX1835" fmla="*/ 2290226 w 2947832"/>
              <a:gd name="connsiteY1835" fmla="*/ 4146497 h 4821604"/>
              <a:gd name="connsiteX1836" fmla="*/ 2280076 w 2947832"/>
              <a:gd name="connsiteY1836" fmla="*/ 4164077 h 4821604"/>
              <a:gd name="connsiteX1837" fmla="*/ 2277878 w 2947832"/>
              <a:gd name="connsiteY1837" fmla="*/ 4165333 h 4821604"/>
              <a:gd name="connsiteX1838" fmla="*/ 2257578 w 2947832"/>
              <a:gd name="connsiteY1838" fmla="*/ 4165333 h 4821604"/>
              <a:gd name="connsiteX1839" fmla="*/ 2255380 w 2947832"/>
              <a:gd name="connsiteY1839" fmla="*/ 4164077 h 4821604"/>
              <a:gd name="connsiteX1840" fmla="*/ 2245230 w 2947832"/>
              <a:gd name="connsiteY1840" fmla="*/ 4146497 h 4821604"/>
              <a:gd name="connsiteX1841" fmla="*/ 2245230 w 2947832"/>
              <a:gd name="connsiteY1841" fmla="*/ 4143986 h 4821604"/>
              <a:gd name="connsiteX1842" fmla="*/ 2255380 w 2947832"/>
              <a:gd name="connsiteY1842" fmla="*/ 4126406 h 4821604"/>
              <a:gd name="connsiteX1843" fmla="*/ 2257578 w 2947832"/>
              <a:gd name="connsiteY1843" fmla="*/ 4125150 h 4821604"/>
              <a:gd name="connsiteX1844" fmla="*/ 1265662 w 2947832"/>
              <a:gd name="connsiteY1844" fmla="*/ 4125098 h 4821604"/>
              <a:gd name="connsiteX1845" fmla="*/ 1286015 w 2947832"/>
              <a:gd name="connsiteY1845" fmla="*/ 4125098 h 4821604"/>
              <a:gd name="connsiteX1846" fmla="*/ 1288213 w 2947832"/>
              <a:gd name="connsiteY1846" fmla="*/ 4126354 h 4821604"/>
              <a:gd name="connsiteX1847" fmla="*/ 1298415 w 2947832"/>
              <a:gd name="connsiteY1847" fmla="*/ 4143986 h 4821604"/>
              <a:gd name="connsiteX1848" fmla="*/ 1298415 w 2947832"/>
              <a:gd name="connsiteY1848" fmla="*/ 4146497 h 4821604"/>
              <a:gd name="connsiteX1849" fmla="*/ 1288213 w 2947832"/>
              <a:gd name="connsiteY1849" fmla="*/ 4164130 h 4821604"/>
              <a:gd name="connsiteX1850" fmla="*/ 1286015 w 2947832"/>
              <a:gd name="connsiteY1850" fmla="*/ 4165386 h 4821604"/>
              <a:gd name="connsiteX1851" fmla="*/ 1265662 w 2947832"/>
              <a:gd name="connsiteY1851" fmla="*/ 4165386 h 4821604"/>
              <a:gd name="connsiteX1852" fmla="*/ 1263465 w 2947832"/>
              <a:gd name="connsiteY1852" fmla="*/ 4164130 h 4821604"/>
              <a:gd name="connsiteX1853" fmla="*/ 1253262 w 2947832"/>
              <a:gd name="connsiteY1853" fmla="*/ 4146497 h 4821604"/>
              <a:gd name="connsiteX1854" fmla="*/ 1253262 w 2947832"/>
              <a:gd name="connsiteY1854" fmla="*/ 4143986 h 4821604"/>
              <a:gd name="connsiteX1855" fmla="*/ 1263465 w 2947832"/>
              <a:gd name="connsiteY1855" fmla="*/ 4126354 h 4821604"/>
              <a:gd name="connsiteX1856" fmla="*/ 1265662 w 2947832"/>
              <a:gd name="connsiteY1856" fmla="*/ 4125098 h 4821604"/>
              <a:gd name="connsiteX1857" fmla="*/ 1926748 w 2947832"/>
              <a:gd name="connsiteY1857" fmla="*/ 4124889 h 4821604"/>
              <a:gd name="connsiteX1858" fmla="*/ 1947363 w 2947832"/>
              <a:gd name="connsiteY1858" fmla="*/ 4124889 h 4821604"/>
              <a:gd name="connsiteX1859" fmla="*/ 1949560 w 2947832"/>
              <a:gd name="connsiteY1859" fmla="*/ 4126145 h 4821604"/>
              <a:gd name="connsiteX1860" fmla="*/ 1959868 w 2947832"/>
              <a:gd name="connsiteY1860" fmla="*/ 4143987 h 4821604"/>
              <a:gd name="connsiteX1861" fmla="*/ 1959868 w 2947832"/>
              <a:gd name="connsiteY1861" fmla="*/ 4146550 h 4821604"/>
              <a:gd name="connsiteX1862" fmla="*/ 1949560 w 2947832"/>
              <a:gd name="connsiteY1862" fmla="*/ 4164392 h 4821604"/>
              <a:gd name="connsiteX1863" fmla="*/ 1947363 w 2947832"/>
              <a:gd name="connsiteY1863" fmla="*/ 4165648 h 4821604"/>
              <a:gd name="connsiteX1864" fmla="*/ 1926748 w 2947832"/>
              <a:gd name="connsiteY1864" fmla="*/ 4165648 h 4821604"/>
              <a:gd name="connsiteX1865" fmla="*/ 1924551 w 2947832"/>
              <a:gd name="connsiteY1865" fmla="*/ 4164392 h 4821604"/>
              <a:gd name="connsiteX1866" fmla="*/ 1914243 w 2947832"/>
              <a:gd name="connsiteY1866" fmla="*/ 4146550 h 4821604"/>
              <a:gd name="connsiteX1867" fmla="*/ 1914243 w 2947832"/>
              <a:gd name="connsiteY1867" fmla="*/ 4143987 h 4821604"/>
              <a:gd name="connsiteX1868" fmla="*/ 1924551 w 2947832"/>
              <a:gd name="connsiteY1868" fmla="*/ 4126145 h 4821604"/>
              <a:gd name="connsiteX1869" fmla="*/ 1926748 w 2947832"/>
              <a:gd name="connsiteY1869" fmla="*/ 4124889 h 4821604"/>
              <a:gd name="connsiteX1870" fmla="*/ 2174701 w 2947832"/>
              <a:gd name="connsiteY1870" fmla="*/ 4124679 h 4821604"/>
              <a:gd name="connsiteX1871" fmla="*/ 2195472 w 2947832"/>
              <a:gd name="connsiteY1871" fmla="*/ 4124679 h 4821604"/>
              <a:gd name="connsiteX1872" fmla="*/ 2197723 w 2947832"/>
              <a:gd name="connsiteY1872" fmla="*/ 4125987 h 4821604"/>
              <a:gd name="connsiteX1873" fmla="*/ 2208135 w 2947832"/>
              <a:gd name="connsiteY1873" fmla="*/ 4143986 h 4821604"/>
              <a:gd name="connsiteX1874" fmla="*/ 2208135 w 2947832"/>
              <a:gd name="connsiteY1874" fmla="*/ 4146549 h 4821604"/>
              <a:gd name="connsiteX1875" fmla="*/ 2197723 w 2947832"/>
              <a:gd name="connsiteY1875" fmla="*/ 4164548 h 4821604"/>
              <a:gd name="connsiteX1876" fmla="*/ 2195472 w 2947832"/>
              <a:gd name="connsiteY1876" fmla="*/ 4165856 h 4821604"/>
              <a:gd name="connsiteX1877" fmla="*/ 2174701 w 2947832"/>
              <a:gd name="connsiteY1877" fmla="*/ 4165856 h 4821604"/>
              <a:gd name="connsiteX1878" fmla="*/ 2172451 w 2947832"/>
              <a:gd name="connsiteY1878" fmla="*/ 4164548 h 4821604"/>
              <a:gd name="connsiteX1879" fmla="*/ 2162039 w 2947832"/>
              <a:gd name="connsiteY1879" fmla="*/ 4146549 h 4821604"/>
              <a:gd name="connsiteX1880" fmla="*/ 2162039 w 2947832"/>
              <a:gd name="connsiteY1880" fmla="*/ 4143986 h 4821604"/>
              <a:gd name="connsiteX1881" fmla="*/ 2172451 w 2947832"/>
              <a:gd name="connsiteY1881" fmla="*/ 4125987 h 4821604"/>
              <a:gd name="connsiteX1882" fmla="*/ 2174701 w 2947832"/>
              <a:gd name="connsiteY1882" fmla="*/ 4124679 h 4821604"/>
              <a:gd name="connsiteX1883" fmla="*/ 2670292 w 2947832"/>
              <a:gd name="connsiteY1883" fmla="*/ 4123999 h 4821604"/>
              <a:gd name="connsiteX1884" fmla="*/ 2691796 w 2947832"/>
              <a:gd name="connsiteY1884" fmla="*/ 4123999 h 4821604"/>
              <a:gd name="connsiteX1885" fmla="*/ 2694098 w 2947832"/>
              <a:gd name="connsiteY1885" fmla="*/ 4125307 h 4821604"/>
              <a:gd name="connsiteX1886" fmla="*/ 2704824 w 2947832"/>
              <a:gd name="connsiteY1886" fmla="*/ 4143934 h 4821604"/>
              <a:gd name="connsiteX1887" fmla="*/ 2704824 w 2947832"/>
              <a:gd name="connsiteY1887" fmla="*/ 4146602 h 4821604"/>
              <a:gd name="connsiteX1888" fmla="*/ 2694098 w 2947832"/>
              <a:gd name="connsiteY1888" fmla="*/ 4165229 h 4821604"/>
              <a:gd name="connsiteX1889" fmla="*/ 2691796 w 2947832"/>
              <a:gd name="connsiteY1889" fmla="*/ 4166537 h 4821604"/>
              <a:gd name="connsiteX1890" fmla="*/ 2670292 w 2947832"/>
              <a:gd name="connsiteY1890" fmla="*/ 4166537 h 4821604"/>
              <a:gd name="connsiteX1891" fmla="*/ 2667990 w 2947832"/>
              <a:gd name="connsiteY1891" fmla="*/ 4165229 h 4821604"/>
              <a:gd name="connsiteX1892" fmla="*/ 2657264 w 2947832"/>
              <a:gd name="connsiteY1892" fmla="*/ 4146602 h 4821604"/>
              <a:gd name="connsiteX1893" fmla="*/ 2657264 w 2947832"/>
              <a:gd name="connsiteY1893" fmla="*/ 4143934 h 4821604"/>
              <a:gd name="connsiteX1894" fmla="*/ 2667990 w 2947832"/>
              <a:gd name="connsiteY1894" fmla="*/ 4125307 h 4821604"/>
              <a:gd name="connsiteX1895" fmla="*/ 2670292 w 2947832"/>
              <a:gd name="connsiteY1895" fmla="*/ 4123999 h 4821604"/>
              <a:gd name="connsiteX1896" fmla="*/ 2752856 w 2947832"/>
              <a:gd name="connsiteY1896" fmla="*/ 4123842 h 4821604"/>
              <a:gd name="connsiteX1897" fmla="*/ 2774464 w 2947832"/>
              <a:gd name="connsiteY1897" fmla="*/ 4123842 h 4821604"/>
              <a:gd name="connsiteX1898" fmla="*/ 2776766 w 2947832"/>
              <a:gd name="connsiteY1898" fmla="*/ 4125202 h 4821604"/>
              <a:gd name="connsiteX1899" fmla="*/ 2787597 w 2947832"/>
              <a:gd name="connsiteY1899" fmla="*/ 4143933 h 4821604"/>
              <a:gd name="connsiteX1900" fmla="*/ 2787597 w 2947832"/>
              <a:gd name="connsiteY1900" fmla="*/ 4146602 h 4821604"/>
              <a:gd name="connsiteX1901" fmla="*/ 2776766 w 2947832"/>
              <a:gd name="connsiteY1901" fmla="*/ 4165333 h 4821604"/>
              <a:gd name="connsiteX1902" fmla="*/ 2774464 w 2947832"/>
              <a:gd name="connsiteY1902" fmla="*/ 4166694 h 4821604"/>
              <a:gd name="connsiteX1903" fmla="*/ 2752856 w 2947832"/>
              <a:gd name="connsiteY1903" fmla="*/ 4166694 h 4821604"/>
              <a:gd name="connsiteX1904" fmla="*/ 2750553 w 2947832"/>
              <a:gd name="connsiteY1904" fmla="*/ 4165333 h 4821604"/>
              <a:gd name="connsiteX1905" fmla="*/ 2739723 w 2947832"/>
              <a:gd name="connsiteY1905" fmla="*/ 4146602 h 4821604"/>
              <a:gd name="connsiteX1906" fmla="*/ 2739723 w 2947832"/>
              <a:gd name="connsiteY1906" fmla="*/ 4143933 h 4821604"/>
              <a:gd name="connsiteX1907" fmla="*/ 2750553 w 2947832"/>
              <a:gd name="connsiteY1907" fmla="*/ 4125202 h 4821604"/>
              <a:gd name="connsiteX1908" fmla="*/ 2752856 w 2947832"/>
              <a:gd name="connsiteY1908" fmla="*/ 4123842 h 4821604"/>
              <a:gd name="connsiteX1909" fmla="*/ 1347598 w 2947832"/>
              <a:gd name="connsiteY1909" fmla="*/ 4123685 h 4821604"/>
              <a:gd name="connsiteX1910" fmla="*/ 1369364 w 2947832"/>
              <a:gd name="connsiteY1910" fmla="*/ 4123685 h 4821604"/>
              <a:gd name="connsiteX1911" fmla="*/ 1371719 w 2947832"/>
              <a:gd name="connsiteY1911" fmla="*/ 4125045 h 4821604"/>
              <a:gd name="connsiteX1912" fmla="*/ 1382602 w 2947832"/>
              <a:gd name="connsiteY1912" fmla="*/ 4143933 h 4821604"/>
              <a:gd name="connsiteX1913" fmla="*/ 1382602 w 2947832"/>
              <a:gd name="connsiteY1913" fmla="*/ 4146602 h 4821604"/>
              <a:gd name="connsiteX1914" fmla="*/ 1371719 w 2947832"/>
              <a:gd name="connsiteY1914" fmla="*/ 4165490 h 4821604"/>
              <a:gd name="connsiteX1915" fmla="*/ 1369364 w 2947832"/>
              <a:gd name="connsiteY1915" fmla="*/ 4166850 h 4821604"/>
              <a:gd name="connsiteX1916" fmla="*/ 1347598 w 2947832"/>
              <a:gd name="connsiteY1916" fmla="*/ 4166850 h 4821604"/>
              <a:gd name="connsiteX1917" fmla="*/ 1345244 w 2947832"/>
              <a:gd name="connsiteY1917" fmla="*/ 4165490 h 4821604"/>
              <a:gd name="connsiteX1918" fmla="*/ 1334361 w 2947832"/>
              <a:gd name="connsiteY1918" fmla="*/ 4146602 h 4821604"/>
              <a:gd name="connsiteX1919" fmla="*/ 1334361 w 2947832"/>
              <a:gd name="connsiteY1919" fmla="*/ 4143933 h 4821604"/>
              <a:gd name="connsiteX1920" fmla="*/ 1345244 w 2947832"/>
              <a:gd name="connsiteY1920" fmla="*/ 4125045 h 4821604"/>
              <a:gd name="connsiteX1921" fmla="*/ 1347598 w 2947832"/>
              <a:gd name="connsiteY1921" fmla="*/ 4123685 h 4821604"/>
              <a:gd name="connsiteX1922" fmla="*/ 1678010 w 2947832"/>
              <a:gd name="connsiteY1922" fmla="*/ 4123214 h 4821604"/>
              <a:gd name="connsiteX1923" fmla="*/ 1700299 w 2947832"/>
              <a:gd name="connsiteY1923" fmla="*/ 4123214 h 4821604"/>
              <a:gd name="connsiteX1924" fmla="*/ 1702706 w 2947832"/>
              <a:gd name="connsiteY1924" fmla="*/ 4124574 h 4821604"/>
              <a:gd name="connsiteX1925" fmla="*/ 1713851 w 2947832"/>
              <a:gd name="connsiteY1925" fmla="*/ 4143881 h 4821604"/>
              <a:gd name="connsiteX1926" fmla="*/ 1713851 w 2947832"/>
              <a:gd name="connsiteY1926" fmla="*/ 4146654 h 4821604"/>
              <a:gd name="connsiteX1927" fmla="*/ 1702706 w 2947832"/>
              <a:gd name="connsiteY1927" fmla="*/ 4165961 h 4821604"/>
              <a:gd name="connsiteX1928" fmla="*/ 1700299 w 2947832"/>
              <a:gd name="connsiteY1928" fmla="*/ 4167321 h 4821604"/>
              <a:gd name="connsiteX1929" fmla="*/ 1678010 w 2947832"/>
              <a:gd name="connsiteY1929" fmla="*/ 4167321 h 4821604"/>
              <a:gd name="connsiteX1930" fmla="*/ 1675604 w 2947832"/>
              <a:gd name="connsiteY1930" fmla="*/ 4165961 h 4821604"/>
              <a:gd name="connsiteX1931" fmla="*/ 1664459 w 2947832"/>
              <a:gd name="connsiteY1931" fmla="*/ 4146654 h 4821604"/>
              <a:gd name="connsiteX1932" fmla="*/ 1664459 w 2947832"/>
              <a:gd name="connsiteY1932" fmla="*/ 4143881 h 4821604"/>
              <a:gd name="connsiteX1933" fmla="*/ 1675604 w 2947832"/>
              <a:gd name="connsiteY1933" fmla="*/ 4124574 h 4821604"/>
              <a:gd name="connsiteX1934" fmla="*/ 1678010 w 2947832"/>
              <a:gd name="connsiteY1934" fmla="*/ 4123214 h 4821604"/>
              <a:gd name="connsiteX1935" fmla="*/ 1512255 w 2947832"/>
              <a:gd name="connsiteY1935" fmla="*/ 4122482 h 4821604"/>
              <a:gd name="connsiteX1936" fmla="*/ 1535277 w 2947832"/>
              <a:gd name="connsiteY1936" fmla="*/ 4122482 h 4821604"/>
              <a:gd name="connsiteX1937" fmla="*/ 1537736 w 2947832"/>
              <a:gd name="connsiteY1937" fmla="*/ 4123894 h 4821604"/>
              <a:gd name="connsiteX1938" fmla="*/ 1549246 w 2947832"/>
              <a:gd name="connsiteY1938" fmla="*/ 4143829 h 4821604"/>
              <a:gd name="connsiteX1939" fmla="*/ 1549246 w 2947832"/>
              <a:gd name="connsiteY1939" fmla="*/ 4146655 h 4821604"/>
              <a:gd name="connsiteX1940" fmla="*/ 1537736 w 2947832"/>
              <a:gd name="connsiteY1940" fmla="*/ 4166589 h 4821604"/>
              <a:gd name="connsiteX1941" fmla="*/ 1535277 w 2947832"/>
              <a:gd name="connsiteY1941" fmla="*/ 4168002 h 4821604"/>
              <a:gd name="connsiteX1942" fmla="*/ 1512255 w 2947832"/>
              <a:gd name="connsiteY1942" fmla="*/ 4168002 h 4821604"/>
              <a:gd name="connsiteX1943" fmla="*/ 1509796 w 2947832"/>
              <a:gd name="connsiteY1943" fmla="*/ 4166589 h 4821604"/>
              <a:gd name="connsiteX1944" fmla="*/ 1498285 w 2947832"/>
              <a:gd name="connsiteY1944" fmla="*/ 4146655 h 4821604"/>
              <a:gd name="connsiteX1945" fmla="*/ 1498285 w 2947832"/>
              <a:gd name="connsiteY1945" fmla="*/ 4143829 h 4821604"/>
              <a:gd name="connsiteX1946" fmla="*/ 1509796 w 2947832"/>
              <a:gd name="connsiteY1946" fmla="*/ 4123894 h 4821604"/>
              <a:gd name="connsiteX1947" fmla="*/ 1512255 w 2947832"/>
              <a:gd name="connsiteY1947" fmla="*/ 4122482 h 4821604"/>
              <a:gd name="connsiteX1948" fmla="*/ 1760155 w 2947832"/>
              <a:gd name="connsiteY1948" fmla="*/ 4122272 h 4821604"/>
              <a:gd name="connsiteX1949" fmla="*/ 1783386 w 2947832"/>
              <a:gd name="connsiteY1949" fmla="*/ 4122272 h 4821604"/>
              <a:gd name="connsiteX1950" fmla="*/ 1785897 w 2947832"/>
              <a:gd name="connsiteY1950" fmla="*/ 4123685 h 4821604"/>
              <a:gd name="connsiteX1951" fmla="*/ 1797513 w 2947832"/>
              <a:gd name="connsiteY1951" fmla="*/ 4143829 h 4821604"/>
              <a:gd name="connsiteX1952" fmla="*/ 1797513 w 2947832"/>
              <a:gd name="connsiteY1952" fmla="*/ 4146706 h 4821604"/>
              <a:gd name="connsiteX1953" fmla="*/ 1785897 w 2947832"/>
              <a:gd name="connsiteY1953" fmla="*/ 4166850 h 4821604"/>
              <a:gd name="connsiteX1954" fmla="*/ 1783386 w 2947832"/>
              <a:gd name="connsiteY1954" fmla="*/ 4168263 h 4821604"/>
              <a:gd name="connsiteX1955" fmla="*/ 1760155 w 2947832"/>
              <a:gd name="connsiteY1955" fmla="*/ 4168263 h 4821604"/>
              <a:gd name="connsiteX1956" fmla="*/ 1757644 w 2947832"/>
              <a:gd name="connsiteY1956" fmla="*/ 4166850 h 4821604"/>
              <a:gd name="connsiteX1957" fmla="*/ 1746028 w 2947832"/>
              <a:gd name="connsiteY1957" fmla="*/ 4146706 h 4821604"/>
              <a:gd name="connsiteX1958" fmla="*/ 1746028 w 2947832"/>
              <a:gd name="connsiteY1958" fmla="*/ 4143829 h 4821604"/>
              <a:gd name="connsiteX1959" fmla="*/ 1757644 w 2947832"/>
              <a:gd name="connsiteY1959" fmla="*/ 4123685 h 4821604"/>
              <a:gd name="connsiteX1960" fmla="*/ 1760155 w 2947832"/>
              <a:gd name="connsiteY1960" fmla="*/ 4122272 h 4821604"/>
              <a:gd name="connsiteX1961" fmla="*/ 1594661 w 2947832"/>
              <a:gd name="connsiteY1961" fmla="*/ 4121906 h 4821604"/>
              <a:gd name="connsiteX1962" fmla="*/ 1618258 w 2947832"/>
              <a:gd name="connsiteY1962" fmla="*/ 4121906 h 4821604"/>
              <a:gd name="connsiteX1963" fmla="*/ 1620770 w 2947832"/>
              <a:gd name="connsiteY1963" fmla="*/ 4123371 h 4821604"/>
              <a:gd name="connsiteX1964" fmla="*/ 1632542 w 2947832"/>
              <a:gd name="connsiteY1964" fmla="*/ 4143829 h 4821604"/>
              <a:gd name="connsiteX1965" fmla="*/ 1632542 w 2947832"/>
              <a:gd name="connsiteY1965" fmla="*/ 4146759 h 4821604"/>
              <a:gd name="connsiteX1966" fmla="*/ 1620770 w 2947832"/>
              <a:gd name="connsiteY1966" fmla="*/ 4167216 h 4821604"/>
              <a:gd name="connsiteX1967" fmla="*/ 1618258 w 2947832"/>
              <a:gd name="connsiteY1967" fmla="*/ 4168682 h 4821604"/>
              <a:gd name="connsiteX1968" fmla="*/ 1594661 w 2947832"/>
              <a:gd name="connsiteY1968" fmla="*/ 4168682 h 4821604"/>
              <a:gd name="connsiteX1969" fmla="*/ 1592150 w 2947832"/>
              <a:gd name="connsiteY1969" fmla="*/ 4167216 h 4821604"/>
              <a:gd name="connsiteX1970" fmla="*/ 1580377 w 2947832"/>
              <a:gd name="connsiteY1970" fmla="*/ 4146759 h 4821604"/>
              <a:gd name="connsiteX1971" fmla="*/ 1580377 w 2947832"/>
              <a:gd name="connsiteY1971" fmla="*/ 4143829 h 4821604"/>
              <a:gd name="connsiteX1972" fmla="*/ 1592150 w 2947832"/>
              <a:gd name="connsiteY1972" fmla="*/ 4123371 h 4821604"/>
              <a:gd name="connsiteX1973" fmla="*/ 1594661 w 2947832"/>
              <a:gd name="connsiteY1973" fmla="*/ 4121906 h 4821604"/>
              <a:gd name="connsiteX1974" fmla="*/ 2007009 w 2947832"/>
              <a:gd name="connsiteY1974" fmla="*/ 4120023 h 4821604"/>
              <a:gd name="connsiteX1975" fmla="*/ 2032542 w 2947832"/>
              <a:gd name="connsiteY1975" fmla="*/ 4120023 h 4821604"/>
              <a:gd name="connsiteX1976" fmla="*/ 2035263 w 2947832"/>
              <a:gd name="connsiteY1976" fmla="*/ 4121593 h 4821604"/>
              <a:gd name="connsiteX1977" fmla="*/ 2048029 w 2947832"/>
              <a:gd name="connsiteY1977" fmla="*/ 4143673 h 4821604"/>
              <a:gd name="connsiteX1978" fmla="*/ 2048029 w 2947832"/>
              <a:gd name="connsiteY1978" fmla="*/ 4146812 h 4821604"/>
              <a:gd name="connsiteX1979" fmla="*/ 2035263 w 2947832"/>
              <a:gd name="connsiteY1979" fmla="*/ 4168892 h 4821604"/>
              <a:gd name="connsiteX1980" fmla="*/ 2032542 w 2947832"/>
              <a:gd name="connsiteY1980" fmla="*/ 4170461 h 4821604"/>
              <a:gd name="connsiteX1981" fmla="*/ 2007009 w 2947832"/>
              <a:gd name="connsiteY1981" fmla="*/ 4170461 h 4821604"/>
              <a:gd name="connsiteX1982" fmla="*/ 2004289 w 2947832"/>
              <a:gd name="connsiteY1982" fmla="*/ 4168892 h 4821604"/>
              <a:gd name="connsiteX1983" fmla="*/ 1991522 w 2947832"/>
              <a:gd name="connsiteY1983" fmla="*/ 4146812 h 4821604"/>
              <a:gd name="connsiteX1984" fmla="*/ 1991522 w 2947832"/>
              <a:gd name="connsiteY1984" fmla="*/ 4143673 h 4821604"/>
              <a:gd name="connsiteX1985" fmla="*/ 2004289 w 2947832"/>
              <a:gd name="connsiteY1985" fmla="*/ 4121593 h 4821604"/>
              <a:gd name="connsiteX1986" fmla="*/ 2007009 w 2947832"/>
              <a:gd name="connsiteY1986" fmla="*/ 4120023 h 4821604"/>
              <a:gd name="connsiteX1987" fmla="*/ 2584431 w 2947832"/>
              <a:gd name="connsiteY1987" fmla="*/ 4117720 h 4821604"/>
              <a:gd name="connsiteX1988" fmla="*/ 2612267 w 2947832"/>
              <a:gd name="connsiteY1988" fmla="*/ 4117720 h 4821604"/>
              <a:gd name="connsiteX1989" fmla="*/ 2615249 w 2947832"/>
              <a:gd name="connsiteY1989" fmla="*/ 4119447 h 4821604"/>
              <a:gd name="connsiteX1990" fmla="*/ 2629166 w 2947832"/>
              <a:gd name="connsiteY1990" fmla="*/ 4143567 h 4821604"/>
              <a:gd name="connsiteX1991" fmla="*/ 2629166 w 2947832"/>
              <a:gd name="connsiteY1991" fmla="*/ 4147020 h 4821604"/>
              <a:gd name="connsiteX1992" fmla="*/ 2615249 w 2947832"/>
              <a:gd name="connsiteY1992" fmla="*/ 4171141 h 4821604"/>
              <a:gd name="connsiteX1993" fmla="*/ 2612267 w 2947832"/>
              <a:gd name="connsiteY1993" fmla="*/ 4172867 h 4821604"/>
              <a:gd name="connsiteX1994" fmla="*/ 2584431 w 2947832"/>
              <a:gd name="connsiteY1994" fmla="*/ 4172867 h 4821604"/>
              <a:gd name="connsiteX1995" fmla="*/ 2581449 w 2947832"/>
              <a:gd name="connsiteY1995" fmla="*/ 4171141 h 4821604"/>
              <a:gd name="connsiteX1996" fmla="*/ 2567531 w 2947832"/>
              <a:gd name="connsiteY1996" fmla="*/ 4147020 h 4821604"/>
              <a:gd name="connsiteX1997" fmla="*/ 2567531 w 2947832"/>
              <a:gd name="connsiteY1997" fmla="*/ 4143567 h 4821604"/>
              <a:gd name="connsiteX1998" fmla="*/ 2581449 w 2947832"/>
              <a:gd name="connsiteY1998" fmla="*/ 4119447 h 4821604"/>
              <a:gd name="connsiteX1999" fmla="*/ 2584431 w 2947832"/>
              <a:gd name="connsiteY1999" fmla="*/ 4117720 h 4821604"/>
              <a:gd name="connsiteX2000" fmla="*/ 2501241 w 2947832"/>
              <a:gd name="connsiteY2000" fmla="*/ 4116674 h 4821604"/>
              <a:gd name="connsiteX2001" fmla="*/ 2530122 w 2947832"/>
              <a:gd name="connsiteY2001" fmla="*/ 4116674 h 4821604"/>
              <a:gd name="connsiteX2002" fmla="*/ 2533209 w 2947832"/>
              <a:gd name="connsiteY2002" fmla="*/ 4118453 h 4821604"/>
              <a:gd name="connsiteX2003" fmla="*/ 2547650 w 2947832"/>
              <a:gd name="connsiteY2003" fmla="*/ 4143463 h 4821604"/>
              <a:gd name="connsiteX2004" fmla="*/ 2547650 w 2947832"/>
              <a:gd name="connsiteY2004" fmla="*/ 4147021 h 4821604"/>
              <a:gd name="connsiteX2005" fmla="*/ 2533209 w 2947832"/>
              <a:gd name="connsiteY2005" fmla="*/ 4172030 h 4821604"/>
              <a:gd name="connsiteX2006" fmla="*/ 2530122 w 2947832"/>
              <a:gd name="connsiteY2006" fmla="*/ 4173809 h 4821604"/>
              <a:gd name="connsiteX2007" fmla="*/ 2501241 w 2947832"/>
              <a:gd name="connsiteY2007" fmla="*/ 4173809 h 4821604"/>
              <a:gd name="connsiteX2008" fmla="*/ 2498153 w 2947832"/>
              <a:gd name="connsiteY2008" fmla="*/ 4172030 h 4821604"/>
              <a:gd name="connsiteX2009" fmla="*/ 2483713 w 2947832"/>
              <a:gd name="connsiteY2009" fmla="*/ 4147021 h 4821604"/>
              <a:gd name="connsiteX2010" fmla="*/ 2483713 w 2947832"/>
              <a:gd name="connsiteY2010" fmla="*/ 4143463 h 4821604"/>
              <a:gd name="connsiteX2011" fmla="*/ 2498153 w 2947832"/>
              <a:gd name="connsiteY2011" fmla="*/ 4118453 h 4821604"/>
              <a:gd name="connsiteX2012" fmla="*/ 2501241 w 2947832"/>
              <a:gd name="connsiteY2012" fmla="*/ 4116674 h 4821604"/>
              <a:gd name="connsiteX2013" fmla="*/ 2335955 w 2947832"/>
              <a:gd name="connsiteY2013" fmla="*/ 4116674 h 4821604"/>
              <a:gd name="connsiteX2014" fmla="*/ 2364837 w 2947832"/>
              <a:gd name="connsiteY2014" fmla="*/ 4116674 h 4821604"/>
              <a:gd name="connsiteX2015" fmla="*/ 2367924 w 2947832"/>
              <a:gd name="connsiteY2015" fmla="*/ 4118453 h 4821604"/>
              <a:gd name="connsiteX2016" fmla="*/ 2382365 w 2947832"/>
              <a:gd name="connsiteY2016" fmla="*/ 4143463 h 4821604"/>
              <a:gd name="connsiteX2017" fmla="*/ 2382365 w 2947832"/>
              <a:gd name="connsiteY2017" fmla="*/ 4147021 h 4821604"/>
              <a:gd name="connsiteX2018" fmla="*/ 2367924 w 2947832"/>
              <a:gd name="connsiteY2018" fmla="*/ 4172030 h 4821604"/>
              <a:gd name="connsiteX2019" fmla="*/ 2364837 w 2947832"/>
              <a:gd name="connsiteY2019" fmla="*/ 4173809 h 4821604"/>
              <a:gd name="connsiteX2020" fmla="*/ 2335955 w 2947832"/>
              <a:gd name="connsiteY2020" fmla="*/ 4173809 h 4821604"/>
              <a:gd name="connsiteX2021" fmla="*/ 2332868 w 2947832"/>
              <a:gd name="connsiteY2021" fmla="*/ 4172030 h 4821604"/>
              <a:gd name="connsiteX2022" fmla="*/ 2318428 w 2947832"/>
              <a:gd name="connsiteY2022" fmla="*/ 4147021 h 4821604"/>
              <a:gd name="connsiteX2023" fmla="*/ 2318428 w 2947832"/>
              <a:gd name="connsiteY2023" fmla="*/ 4143463 h 4821604"/>
              <a:gd name="connsiteX2024" fmla="*/ 2332868 w 2947832"/>
              <a:gd name="connsiteY2024" fmla="*/ 4118453 h 4821604"/>
              <a:gd name="connsiteX2025" fmla="*/ 2335955 w 2947832"/>
              <a:gd name="connsiteY2025" fmla="*/ 4116674 h 4821604"/>
              <a:gd name="connsiteX2026" fmla="*/ 2418258 w 2947832"/>
              <a:gd name="connsiteY2026" fmla="*/ 4115942 h 4821604"/>
              <a:gd name="connsiteX2027" fmla="*/ 2447925 w 2947832"/>
              <a:gd name="connsiteY2027" fmla="*/ 4115942 h 4821604"/>
              <a:gd name="connsiteX2028" fmla="*/ 2451116 w 2947832"/>
              <a:gd name="connsiteY2028" fmla="*/ 4117773 h 4821604"/>
              <a:gd name="connsiteX2029" fmla="*/ 2465924 w 2947832"/>
              <a:gd name="connsiteY2029" fmla="*/ 4143463 h 4821604"/>
              <a:gd name="connsiteX2030" fmla="*/ 2465924 w 2947832"/>
              <a:gd name="connsiteY2030" fmla="*/ 4147126 h 4821604"/>
              <a:gd name="connsiteX2031" fmla="*/ 2451116 w 2947832"/>
              <a:gd name="connsiteY2031" fmla="*/ 4172816 h 4821604"/>
              <a:gd name="connsiteX2032" fmla="*/ 2447925 w 2947832"/>
              <a:gd name="connsiteY2032" fmla="*/ 4174647 h 4821604"/>
              <a:gd name="connsiteX2033" fmla="*/ 2418258 w 2947832"/>
              <a:gd name="connsiteY2033" fmla="*/ 4174647 h 4821604"/>
              <a:gd name="connsiteX2034" fmla="*/ 2415066 w 2947832"/>
              <a:gd name="connsiteY2034" fmla="*/ 4172816 h 4821604"/>
              <a:gd name="connsiteX2035" fmla="*/ 2400260 w 2947832"/>
              <a:gd name="connsiteY2035" fmla="*/ 4147126 h 4821604"/>
              <a:gd name="connsiteX2036" fmla="*/ 2400260 w 2947832"/>
              <a:gd name="connsiteY2036" fmla="*/ 4143463 h 4821604"/>
              <a:gd name="connsiteX2037" fmla="*/ 2415066 w 2947832"/>
              <a:gd name="connsiteY2037" fmla="*/ 4117773 h 4821604"/>
              <a:gd name="connsiteX2038" fmla="*/ 2418258 w 2947832"/>
              <a:gd name="connsiteY2038" fmla="*/ 4115942 h 4821604"/>
              <a:gd name="connsiteX2039" fmla="*/ 773576 w 2947832"/>
              <a:gd name="connsiteY2039" fmla="*/ 4050068 h 4821604"/>
              <a:gd name="connsiteX2040" fmla="*/ 786238 w 2947832"/>
              <a:gd name="connsiteY2040" fmla="*/ 4050068 h 4821604"/>
              <a:gd name="connsiteX2041" fmla="*/ 787598 w 2947832"/>
              <a:gd name="connsiteY2041" fmla="*/ 4050853 h 4821604"/>
              <a:gd name="connsiteX2042" fmla="*/ 793930 w 2947832"/>
              <a:gd name="connsiteY2042" fmla="*/ 4061788 h 4821604"/>
              <a:gd name="connsiteX2043" fmla="*/ 793930 w 2947832"/>
              <a:gd name="connsiteY2043" fmla="*/ 4063358 h 4821604"/>
              <a:gd name="connsiteX2044" fmla="*/ 787598 w 2947832"/>
              <a:gd name="connsiteY2044" fmla="*/ 4074293 h 4821604"/>
              <a:gd name="connsiteX2045" fmla="*/ 786238 w 2947832"/>
              <a:gd name="connsiteY2045" fmla="*/ 4075078 h 4821604"/>
              <a:gd name="connsiteX2046" fmla="*/ 773576 w 2947832"/>
              <a:gd name="connsiteY2046" fmla="*/ 4075078 h 4821604"/>
              <a:gd name="connsiteX2047" fmla="*/ 772216 w 2947832"/>
              <a:gd name="connsiteY2047" fmla="*/ 4074293 h 4821604"/>
              <a:gd name="connsiteX2048" fmla="*/ 765885 w 2947832"/>
              <a:gd name="connsiteY2048" fmla="*/ 4063358 h 4821604"/>
              <a:gd name="connsiteX2049" fmla="*/ 765885 w 2947832"/>
              <a:gd name="connsiteY2049" fmla="*/ 4061788 h 4821604"/>
              <a:gd name="connsiteX2050" fmla="*/ 772216 w 2947832"/>
              <a:gd name="connsiteY2050" fmla="*/ 4050853 h 4821604"/>
              <a:gd name="connsiteX2051" fmla="*/ 773576 w 2947832"/>
              <a:gd name="connsiteY2051" fmla="*/ 4050068 h 4821604"/>
              <a:gd name="connsiteX2052" fmla="*/ 690752 w 2947832"/>
              <a:gd name="connsiteY2052" fmla="*/ 4049755 h 4821604"/>
              <a:gd name="connsiteX2053" fmla="*/ 703780 w 2947832"/>
              <a:gd name="connsiteY2053" fmla="*/ 4049755 h 4821604"/>
              <a:gd name="connsiteX2054" fmla="*/ 705193 w 2947832"/>
              <a:gd name="connsiteY2054" fmla="*/ 4050540 h 4821604"/>
              <a:gd name="connsiteX2055" fmla="*/ 711681 w 2947832"/>
              <a:gd name="connsiteY2055" fmla="*/ 4061789 h 4821604"/>
              <a:gd name="connsiteX2056" fmla="*/ 711681 w 2947832"/>
              <a:gd name="connsiteY2056" fmla="*/ 4063411 h 4821604"/>
              <a:gd name="connsiteX2057" fmla="*/ 705193 w 2947832"/>
              <a:gd name="connsiteY2057" fmla="*/ 4074660 h 4821604"/>
              <a:gd name="connsiteX2058" fmla="*/ 703780 w 2947832"/>
              <a:gd name="connsiteY2058" fmla="*/ 4075445 h 4821604"/>
              <a:gd name="connsiteX2059" fmla="*/ 690752 w 2947832"/>
              <a:gd name="connsiteY2059" fmla="*/ 4075445 h 4821604"/>
              <a:gd name="connsiteX2060" fmla="*/ 689339 w 2947832"/>
              <a:gd name="connsiteY2060" fmla="*/ 4074660 h 4821604"/>
              <a:gd name="connsiteX2061" fmla="*/ 682851 w 2947832"/>
              <a:gd name="connsiteY2061" fmla="*/ 4063411 h 4821604"/>
              <a:gd name="connsiteX2062" fmla="*/ 682851 w 2947832"/>
              <a:gd name="connsiteY2062" fmla="*/ 4061789 h 4821604"/>
              <a:gd name="connsiteX2063" fmla="*/ 689339 w 2947832"/>
              <a:gd name="connsiteY2063" fmla="*/ 4050540 h 4821604"/>
              <a:gd name="connsiteX2064" fmla="*/ 690752 w 2947832"/>
              <a:gd name="connsiteY2064" fmla="*/ 4049755 h 4821604"/>
              <a:gd name="connsiteX2065" fmla="*/ 855879 w 2947832"/>
              <a:gd name="connsiteY2065" fmla="*/ 4049441 h 4821604"/>
              <a:gd name="connsiteX2066" fmla="*/ 869169 w 2947832"/>
              <a:gd name="connsiteY2066" fmla="*/ 4049441 h 4821604"/>
              <a:gd name="connsiteX2067" fmla="*/ 870581 w 2947832"/>
              <a:gd name="connsiteY2067" fmla="*/ 4050278 h 4821604"/>
              <a:gd name="connsiteX2068" fmla="*/ 877226 w 2947832"/>
              <a:gd name="connsiteY2068" fmla="*/ 4061789 h 4821604"/>
              <a:gd name="connsiteX2069" fmla="*/ 877226 w 2947832"/>
              <a:gd name="connsiteY2069" fmla="*/ 4063411 h 4821604"/>
              <a:gd name="connsiteX2070" fmla="*/ 870581 w 2947832"/>
              <a:gd name="connsiteY2070" fmla="*/ 4074922 h 4821604"/>
              <a:gd name="connsiteX2071" fmla="*/ 869169 w 2947832"/>
              <a:gd name="connsiteY2071" fmla="*/ 4075759 h 4821604"/>
              <a:gd name="connsiteX2072" fmla="*/ 855879 w 2947832"/>
              <a:gd name="connsiteY2072" fmla="*/ 4075759 h 4821604"/>
              <a:gd name="connsiteX2073" fmla="*/ 854466 w 2947832"/>
              <a:gd name="connsiteY2073" fmla="*/ 4074922 h 4821604"/>
              <a:gd name="connsiteX2074" fmla="*/ 847821 w 2947832"/>
              <a:gd name="connsiteY2074" fmla="*/ 4063411 h 4821604"/>
              <a:gd name="connsiteX2075" fmla="*/ 847821 w 2947832"/>
              <a:gd name="connsiteY2075" fmla="*/ 4061789 h 4821604"/>
              <a:gd name="connsiteX2076" fmla="*/ 854466 w 2947832"/>
              <a:gd name="connsiteY2076" fmla="*/ 4050278 h 4821604"/>
              <a:gd name="connsiteX2077" fmla="*/ 855879 w 2947832"/>
              <a:gd name="connsiteY2077" fmla="*/ 4049441 h 4821604"/>
              <a:gd name="connsiteX2078" fmla="*/ 937396 w 2947832"/>
              <a:gd name="connsiteY2078" fmla="*/ 4047138 h 4821604"/>
              <a:gd name="connsiteX2079" fmla="*/ 953040 w 2947832"/>
              <a:gd name="connsiteY2079" fmla="*/ 4047138 h 4821604"/>
              <a:gd name="connsiteX2080" fmla="*/ 954714 w 2947832"/>
              <a:gd name="connsiteY2080" fmla="*/ 4048080 h 4821604"/>
              <a:gd name="connsiteX2081" fmla="*/ 962510 w 2947832"/>
              <a:gd name="connsiteY2081" fmla="*/ 4061631 h 4821604"/>
              <a:gd name="connsiteX2082" fmla="*/ 962510 w 2947832"/>
              <a:gd name="connsiteY2082" fmla="*/ 4063567 h 4821604"/>
              <a:gd name="connsiteX2083" fmla="*/ 954714 w 2947832"/>
              <a:gd name="connsiteY2083" fmla="*/ 4077119 h 4821604"/>
              <a:gd name="connsiteX2084" fmla="*/ 953040 w 2947832"/>
              <a:gd name="connsiteY2084" fmla="*/ 4078060 h 4821604"/>
              <a:gd name="connsiteX2085" fmla="*/ 937396 w 2947832"/>
              <a:gd name="connsiteY2085" fmla="*/ 4078060 h 4821604"/>
              <a:gd name="connsiteX2086" fmla="*/ 935721 w 2947832"/>
              <a:gd name="connsiteY2086" fmla="*/ 4077119 h 4821604"/>
              <a:gd name="connsiteX2087" fmla="*/ 927925 w 2947832"/>
              <a:gd name="connsiteY2087" fmla="*/ 4063567 h 4821604"/>
              <a:gd name="connsiteX2088" fmla="*/ 927925 w 2947832"/>
              <a:gd name="connsiteY2088" fmla="*/ 4061631 h 4821604"/>
              <a:gd name="connsiteX2089" fmla="*/ 935721 w 2947832"/>
              <a:gd name="connsiteY2089" fmla="*/ 4048080 h 4821604"/>
              <a:gd name="connsiteX2090" fmla="*/ 937396 w 2947832"/>
              <a:gd name="connsiteY2090" fmla="*/ 4047138 h 4821604"/>
              <a:gd name="connsiteX2091" fmla="*/ 1019175 w 2947832"/>
              <a:gd name="connsiteY2091" fmla="*/ 4045517 h 4821604"/>
              <a:gd name="connsiteX2092" fmla="*/ 1036494 w 2947832"/>
              <a:gd name="connsiteY2092" fmla="*/ 4045517 h 4821604"/>
              <a:gd name="connsiteX2093" fmla="*/ 1038325 w 2947832"/>
              <a:gd name="connsiteY2093" fmla="*/ 4046563 h 4821604"/>
              <a:gd name="connsiteX2094" fmla="*/ 1046958 w 2947832"/>
              <a:gd name="connsiteY2094" fmla="*/ 4061527 h 4821604"/>
              <a:gd name="connsiteX2095" fmla="*/ 1046958 w 2947832"/>
              <a:gd name="connsiteY2095" fmla="*/ 4063673 h 4821604"/>
              <a:gd name="connsiteX2096" fmla="*/ 1038325 w 2947832"/>
              <a:gd name="connsiteY2096" fmla="*/ 4078637 h 4821604"/>
              <a:gd name="connsiteX2097" fmla="*/ 1036494 w 2947832"/>
              <a:gd name="connsiteY2097" fmla="*/ 4079683 h 4821604"/>
              <a:gd name="connsiteX2098" fmla="*/ 1019175 w 2947832"/>
              <a:gd name="connsiteY2098" fmla="*/ 4079683 h 4821604"/>
              <a:gd name="connsiteX2099" fmla="*/ 1017344 w 2947832"/>
              <a:gd name="connsiteY2099" fmla="*/ 4078637 h 4821604"/>
              <a:gd name="connsiteX2100" fmla="*/ 1008711 w 2947832"/>
              <a:gd name="connsiteY2100" fmla="*/ 4063673 h 4821604"/>
              <a:gd name="connsiteX2101" fmla="*/ 1008711 w 2947832"/>
              <a:gd name="connsiteY2101" fmla="*/ 4061527 h 4821604"/>
              <a:gd name="connsiteX2102" fmla="*/ 1017344 w 2947832"/>
              <a:gd name="connsiteY2102" fmla="*/ 4046563 h 4821604"/>
              <a:gd name="connsiteX2103" fmla="*/ 1019175 w 2947832"/>
              <a:gd name="connsiteY2103" fmla="*/ 4045517 h 4821604"/>
              <a:gd name="connsiteX2104" fmla="*/ 1845597 w 2947832"/>
              <a:gd name="connsiteY2104" fmla="*/ 4045150 h 4821604"/>
              <a:gd name="connsiteX2105" fmla="*/ 1863229 w 2947832"/>
              <a:gd name="connsiteY2105" fmla="*/ 4045150 h 4821604"/>
              <a:gd name="connsiteX2106" fmla="*/ 1865113 w 2947832"/>
              <a:gd name="connsiteY2106" fmla="*/ 4046249 h 4821604"/>
              <a:gd name="connsiteX2107" fmla="*/ 1873955 w 2947832"/>
              <a:gd name="connsiteY2107" fmla="*/ 4061527 h 4821604"/>
              <a:gd name="connsiteX2108" fmla="*/ 1873955 w 2947832"/>
              <a:gd name="connsiteY2108" fmla="*/ 4063724 h 4821604"/>
              <a:gd name="connsiteX2109" fmla="*/ 1865113 w 2947832"/>
              <a:gd name="connsiteY2109" fmla="*/ 4079002 h 4821604"/>
              <a:gd name="connsiteX2110" fmla="*/ 1863229 w 2947832"/>
              <a:gd name="connsiteY2110" fmla="*/ 4080101 h 4821604"/>
              <a:gd name="connsiteX2111" fmla="*/ 1845597 w 2947832"/>
              <a:gd name="connsiteY2111" fmla="*/ 4080101 h 4821604"/>
              <a:gd name="connsiteX2112" fmla="*/ 1843713 w 2947832"/>
              <a:gd name="connsiteY2112" fmla="*/ 4079002 h 4821604"/>
              <a:gd name="connsiteX2113" fmla="*/ 1834871 w 2947832"/>
              <a:gd name="connsiteY2113" fmla="*/ 4063724 h 4821604"/>
              <a:gd name="connsiteX2114" fmla="*/ 1834871 w 2947832"/>
              <a:gd name="connsiteY2114" fmla="*/ 4061527 h 4821604"/>
              <a:gd name="connsiteX2115" fmla="*/ 1843713 w 2947832"/>
              <a:gd name="connsiteY2115" fmla="*/ 4046249 h 4821604"/>
              <a:gd name="connsiteX2116" fmla="*/ 1845597 w 2947832"/>
              <a:gd name="connsiteY2116" fmla="*/ 4045150 h 4821604"/>
              <a:gd name="connsiteX2117" fmla="*/ 1184041 w 2947832"/>
              <a:gd name="connsiteY2117" fmla="*/ 4044522 h 4821604"/>
              <a:gd name="connsiteX2118" fmla="*/ 1202301 w 2947832"/>
              <a:gd name="connsiteY2118" fmla="*/ 4044522 h 4821604"/>
              <a:gd name="connsiteX2119" fmla="*/ 1204237 w 2947832"/>
              <a:gd name="connsiteY2119" fmla="*/ 4045673 h 4821604"/>
              <a:gd name="connsiteX2120" fmla="*/ 1213341 w 2947832"/>
              <a:gd name="connsiteY2120" fmla="*/ 4061474 h 4821604"/>
              <a:gd name="connsiteX2121" fmla="*/ 1213341 w 2947832"/>
              <a:gd name="connsiteY2121" fmla="*/ 4063724 h 4821604"/>
              <a:gd name="connsiteX2122" fmla="*/ 1204237 w 2947832"/>
              <a:gd name="connsiteY2122" fmla="*/ 4079525 h 4821604"/>
              <a:gd name="connsiteX2123" fmla="*/ 1202301 w 2947832"/>
              <a:gd name="connsiteY2123" fmla="*/ 4080676 h 4821604"/>
              <a:gd name="connsiteX2124" fmla="*/ 1184041 w 2947832"/>
              <a:gd name="connsiteY2124" fmla="*/ 4080676 h 4821604"/>
              <a:gd name="connsiteX2125" fmla="*/ 1182105 w 2947832"/>
              <a:gd name="connsiteY2125" fmla="*/ 4079525 h 4821604"/>
              <a:gd name="connsiteX2126" fmla="*/ 1173001 w 2947832"/>
              <a:gd name="connsiteY2126" fmla="*/ 4063724 h 4821604"/>
              <a:gd name="connsiteX2127" fmla="*/ 1173001 w 2947832"/>
              <a:gd name="connsiteY2127" fmla="*/ 4061474 h 4821604"/>
              <a:gd name="connsiteX2128" fmla="*/ 1182105 w 2947832"/>
              <a:gd name="connsiteY2128" fmla="*/ 4045673 h 4821604"/>
              <a:gd name="connsiteX2129" fmla="*/ 1184041 w 2947832"/>
              <a:gd name="connsiteY2129" fmla="*/ 4044522 h 4821604"/>
              <a:gd name="connsiteX2130" fmla="*/ 1101320 w 2947832"/>
              <a:gd name="connsiteY2130" fmla="*/ 4044313 h 4821604"/>
              <a:gd name="connsiteX2131" fmla="*/ 1119789 w 2947832"/>
              <a:gd name="connsiteY2131" fmla="*/ 4044313 h 4821604"/>
              <a:gd name="connsiteX2132" fmla="*/ 1121777 w 2947832"/>
              <a:gd name="connsiteY2132" fmla="*/ 4045464 h 4821604"/>
              <a:gd name="connsiteX2133" fmla="*/ 1130986 w 2947832"/>
              <a:gd name="connsiteY2133" fmla="*/ 4061422 h 4821604"/>
              <a:gd name="connsiteX2134" fmla="*/ 1130986 w 2947832"/>
              <a:gd name="connsiteY2134" fmla="*/ 4063724 h 4821604"/>
              <a:gd name="connsiteX2135" fmla="*/ 1121777 w 2947832"/>
              <a:gd name="connsiteY2135" fmla="*/ 4079683 h 4821604"/>
              <a:gd name="connsiteX2136" fmla="*/ 1119789 w 2947832"/>
              <a:gd name="connsiteY2136" fmla="*/ 4080833 h 4821604"/>
              <a:gd name="connsiteX2137" fmla="*/ 1101320 w 2947832"/>
              <a:gd name="connsiteY2137" fmla="*/ 4080833 h 4821604"/>
              <a:gd name="connsiteX2138" fmla="*/ 1099331 w 2947832"/>
              <a:gd name="connsiteY2138" fmla="*/ 4079683 h 4821604"/>
              <a:gd name="connsiteX2139" fmla="*/ 1090123 w 2947832"/>
              <a:gd name="connsiteY2139" fmla="*/ 4063724 h 4821604"/>
              <a:gd name="connsiteX2140" fmla="*/ 1090123 w 2947832"/>
              <a:gd name="connsiteY2140" fmla="*/ 4061422 h 4821604"/>
              <a:gd name="connsiteX2141" fmla="*/ 1099331 w 2947832"/>
              <a:gd name="connsiteY2141" fmla="*/ 4045464 h 4821604"/>
              <a:gd name="connsiteX2142" fmla="*/ 1101320 w 2947832"/>
              <a:gd name="connsiteY2142" fmla="*/ 4044313 h 4821604"/>
              <a:gd name="connsiteX2143" fmla="*/ 2175329 w 2947832"/>
              <a:gd name="connsiteY2143" fmla="*/ 4043319 h 4821604"/>
              <a:gd name="connsiteX2144" fmla="*/ 2194845 w 2947832"/>
              <a:gd name="connsiteY2144" fmla="*/ 4043319 h 4821604"/>
              <a:gd name="connsiteX2145" fmla="*/ 2196938 w 2947832"/>
              <a:gd name="connsiteY2145" fmla="*/ 4044522 h 4821604"/>
              <a:gd name="connsiteX2146" fmla="*/ 2206669 w 2947832"/>
              <a:gd name="connsiteY2146" fmla="*/ 4061422 h 4821604"/>
              <a:gd name="connsiteX2147" fmla="*/ 2206669 w 2947832"/>
              <a:gd name="connsiteY2147" fmla="*/ 4063829 h 4821604"/>
              <a:gd name="connsiteX2148" fmla="*/ 2196938 w 2947832"/>
              <a:gd name="connsiteY2148" fmla="*/ 4080729 h 4821604"/>
              <a:gd name="connsiteX2149" fmla="*/ 2194845 w 2947832"/>
              <a:gd name="connsiteY2149" fmla="*/ 4081932 h 4821604"/>
              <a:gd name="connsiteX2150" fmla="*/ 2175329 w 2947832"/>
              <a:gd name="connsiteY2150" fmla="*/ 4081932 h 4821604"/>
              <a:gd name="connsiteX2151" fmla="*/ 2173236 w 2947832"/>
              <a:gd name="connsiteY2151" fmla="*/ 4080729 h 4821604"/>
              <a:gd name="connsiteX2152" fmla="*/ 2163504 w 2947832"/>
              <a:gd name="connsiteY2152" fmla="*/ 4063829 h 4821604"/>
              <a:gd name="connsiteX2153" fmla="*/ 2163504 w 2947832"/>
              <a:gd name="connsiteY2153" fmla="*/ 4061422 h 4821604"/>
              <a:gd name="connsiteX2154" fmla="*/ 2173236 w 2947832"/>
              <a:gd name="connsiteY2154" fmla="*/ 4044522 h 4821604"/>
              <a:gd name="connsiteX2155" fmla="*/ 2175329 w 2947832"/>
              <a:gd name="connsiteY2155" fmla="*/ 4043319 h 4821604"/>
              <a:gd name="connsiteX2156" fmla="*/ 2092555 w 2947832"/>
              <a:gd name="connsiteY2156" fmla="*/ 4043110 h 4821604"/>
              <a:gd name="connsiteX2157" fmla="*/ 2112280 w 2947832"/>
              <a:gd name="connsiteY2157" fmla="*/ 4043110 h 4821604"/>
              <a:gd name="connsiteX2158" fmla="*/ 2114373 w 2947832"/>
              <a:gd name="connsiteY2158" fmla="*/ 4044313 h 4821604"/>
              <a:gd name="connsiteX2159" fmla="*/ 2124210 w 2947832"/>
              <a:gd name="connsiteY2159" fmla="*/ 4061370 h 4821604"/>
              <a:gd name="connsiteX2160" fmla="*/ 2124210 w 2947832"/>
              <a:gd name="connsiteY2160" fmla="*/ 4063829 h 4821604"/>
              <a:gd name="connsiteX2161" fmla="*/ 2114373 w 2947832"/>
              <a:gd name="connsiteY2161" fmla="*/ 4080886 h 4821604"/>
              <a:gd name="connsiteX2162" fmla="*/ 2112280 w 2947832"/>
              <a:gd name="connsiteY2162" fmla="*/ 4082089 h 4821604"/>
              <a:gd name="connsiteX2163" fmla="*/ 2092555 w 2947832"/>
              <a:gd name="connsiteY2163" fmla="*/ 4082089 h 4821604"/>
              <a:gd name="connsiteX2164" fmla="*/ 2090462 w 2947832"/>
              <a:gd name="connsiteY2164" fmla="*/ 4080886 h 4821604"/>
              <a:gd name="connsiteX2165" fmla="*/ 2080626 w 2947832"/>
              <a:gd name="connsiteY2165" fmla="*/ 4063829 h 4821604"/>
              <a:gd name="connsiteX2166" fmla="*/ 2080626 w 2947832"/>
              <a:gd name="connsiteY2166" fmla="*/ 4061370 h 4821604"/>
              <a:gd name="connsiteX2167" fmla="*/ 2090462 w 2947832"/>
              <a:gd name="connsiteY2167" fmla="*/ 4044313 h 4821604"/>
              <a:gd name="connsiteX2168" fmla="*/ 2092555 w 2947832"/>
              <a:gd name="connsiteY2168" fmla="*/ 4043110 h 4821604"/>
              <a:gd name="connsiteX2169" fmla="*/ 1265506 w 2947832"/>
              <a:gd name="connsiteY2169" fmla="*/ 4042220 h 4821604"/>
              <a:gd name="connsiteX2170" fmla="*/ 1286121 w 2947832"/>
              <a:gd name="connsiteY2170" fmla="*/ 4042220 h 4821604"/>
              <a:gd name="connsiteX2171" fmla="*/ 1288318 w 2947832"/>
              <a:gd name="connsiteY2171" fmla="*/ 4043476 h 4821604"/>
              <a:gd name="connsiteX2172" fmla="*/ 1298626 w 2947832"/>
              <a:gd name="connsiteY2172" fmla="*/ 4061318 h 4821604"/>
              <a:gd name="connsiteX2173" fmla="*/ 1298626 w 2947832"/>
              <a:gd name="connsiteY2173" fmla="*/ 4063881 h 4821604"/>
              <a:gd name="connsiteX2174" fmla="*/ 1288318 w 2947832"/>
              <a:gd name="connsiteY2174" fmla="*/ 4081723 h 4821604"/>
              <a:gd name="connsiteX2175" fmla="*/ 1286121 w 2947832"/>
              <a:gd name="connsiteY2175" fmla="*/ 4082979 h 4821604"/>
              <a:gd name="connsiteX2176" fmla="*/ 1265506 w 2947832"/>
              <a:gd name="connsiteY2176" fmla="*/ 4082979 h 4821604"/>
              <a:gd name="connsiteX2177" fmla="*/ 1263309 w 2947832"/>
              <a:gd name="connsiteY2177" fmla="*/ 4081723 h 4821604"/>
              <a:gd name="connsiteX2178" fmla="*/ 1253001 w 2947832"/>
              <a:gd name="connsiteY2178" fmla="*/ 4063881 h 4821604"/>
              <a:gd name="connsiteX2179" fmla="*/ 1253001 w 2947832"/>
              <a:gd name="connsiteY2179" fmla="*/ 4061318 h 4821604"/>
              <a:gd name="connsiteX2180" fmla="*/ 1263309 w 2947832"/>
              <a:gd name="connsiteY2180" fmla="*/ 4043476 h 4821604"/>
              <a:gd name="connsiteX2181" fmla="*/ 1265506 w 2947832"/>
              <a:gd name="connsiteY2181" fmla="*/ 4042220 h 4821604"/>
              <a:gd name="connsiteX2182" fmla="*/ 1926224 w 2947832"/>
              <a:gd name="connsiteY2182" fmla="*/ 4041017 h 4821604"/>
              <a:gd name="connsiteX2183" fmla="*/ 1947990 w 2947832"/>
              <a:gd name="connsiteY2183" fmla="*/ 4041017 h 4821604"/>
              <a:gd name="connsiteX2184" fmla="*/ 1950345 w 2947832"/>
              <a:gd name="connsiteY2184" fmla="*/ 4042377 h 4821604"/>
              <a:gd name="connsiteX2185" fmla="*/ 1961227 w 2947832"/>
              <a:gd name="connsiteY2185" fmla="*/ 4061265 h 4821604"/>
              <a:gd name="connsiteX2186" fmla="*/ 1961227 w 2947832"/>
              <a:gd name="connsiteY2186" fmla="*/ 4063986 h 4821604"/>
              <a:gd name="connsiteX2187" fmla="*/ 1950345 w 2947832"/>
              <a:gd name="connsiteY2187" fmla="*/ 4082874 h 4821604"/>
              <a:gd name="connsiteX2188" fmla="*/ 1947990 w 2947832"/>
              <a:gd name="connsiteY2188" fmla="*/ 4084235 h 4821604"/>
              <a:gd name="connsiteX2189" fmla="*/ 1926224 w 2947832"/>
              <a:gd name="connsiteY2189" fmla="*/ 4084235 h 4821604"/>
              <a:gd name="connsiteX2190" fmla="*/ 1923870 w 2947832"/>
              <a:gd name="connsiteY2190" fmla="*/ 4082874 h 4821604"/>
              <a:gd name="connsiteX2191" fmla="*/ 1912987 w 2947832"/>
              <a:gd name="connsiteY2191" fmla="*/ 4063986 h 4821604"/>
              <a:gd name="connsiteX2192" fmla="*/ 1912987 w 2947832"/>
              <a:gd name="connsiteY2192" fmla="*/ 4061265 h 4821604"/>
              <a:gd name="connsiteX2193" fmla="*/ 1923870 w 2947832"/>
              <a:gd name="connsiteY2193" fmla="*/ 4042377 h 4821604"/>
              <a:gd name="connsiteX2194" fmla="*/ 1926224 w 2947832"/>
              <a:gd name="connsiteY2194" fmla="*/ 4041017 h 4821604"/>
              <a:gd name="connsiteX2195" fmla="*/ 2256217 w 2947832"/>
              <a:gd name="connsiteY2195" fmla="*/ 4039814 h 4821604"/>
              <a:gd name="connsiteX2196" fmla="*/ 2279239 w 2947832"/>
              <a:gd name="connsiteY2196" fmla="*/ 4039814 h 4821604"/>
              <a:gd name="connsiteX2197" fmla="*/ 2281698 w 2947832"/>
              <a:gd name="connsiteY2197" fmla="*/ 4041226 h 4821604"/>
              <a:gd name="connsiteX2198" fmla="*/ 2293209 w 2947832"/>
              <a:gd name="connsiteY2198" fmla="*/ 4061161 h 4821604"/>
              <a:gd name="connsiteX2199" fmla="*/ 2293209 w 2947832"/>
              <a:gd name="connsiteY2199" fmla="*/ 4063987 h 4821604"/>
              <a:gd name="connsiteX2200" fmla="*/ 2281698 w 2947832"/>
              <a:gd name="connsiteY2200" fmla="*/ 4083921 h 4821604"/>
              <a:gd name="connsiteX2201" fmla="*/ 2279239 w 2947832"/>
              <a:gd name="connsiteY2201" fmla="*/ 4085334 h 4821604"/>
              <a:gd name="connsiteX2202" fmla="*/ 2256217 w 2947832"/>
              <a:gd name="connsiteY2202" fmla="*/ 4085334 h 4821604"/>
              <a:gd name="connsiteX2203" fmla="*/ 2253758 w 2947832"/>
              <a:gd name="connsiteY2203" fmla="*/ 4083921 h 4821604"/>
              <a:gd name="connsiteX2204" fmla="*/ 2242248 w 2947832"/>
              <a:gd name="connsiteY2204" fmla="*/ 4063987 h 4821604"/>
              <a:gd name="connsiteX2205" fmla="*/ 2242248 w 2947832"/>
              <a:gd name="connsiteY2205" fmla="*/ 4061161 h 4821604"/>
              <a:gd name="connsiteX2206" fmla="*/ 2253758 w 2947832"/>
              <a:gd name="connsiteY2206" fmla="*/ 4041226 h 4821604"/>
              <a:gd name="connsiteX2207" fmla="*/ 2256217 w 2947832"/>
              <a:gd name="connsiteY2207" fmla="*/ 4039814 h 4821604"/>
              <a:gd name="connsiteX2208" fmla="*/ 1429639 w 2947832"/>
              <a:gd name="connsiteY2208" fmla="*/ 4039814 h 4821604"/>
              <a:gd name="connsiteX2209" fmla="*/ 1452661 w 2947832"/>
              <a:gd name="connsiteY2209" fmla="*/ 4039814 h 4821604"/>
              <a:gd name="connsiteX2210" fmla="*/ 1455120 w 2947832"/>
              <a:gd name="connsiteY2210" fmla="*/ 4041226 h 4821604"/>
              <a:gd name="connsiteX2211" fmla="*/ 1466631 w 2947832"/>
              <a:gd name="connsiteY2211" fmla="*/ 4061161 h 4821604"/>
              <a:gd name="connsiteX2212" fmla="*/ 1466631 w 2947832"/>
              <a:gd name="connsiteY2212" fmla="*/ 4063987 h 4821604"/>
              <a:gd name="connsiteX2213" fmla="*/ 1455120 w 2947832"/>
              <a:gd name="connsiteY2213" fmla="*/ 4083921 h 4821604"/>
              <a:gd name="connsiteX2214" fmla="*/ 1452661 w 2947832"/>
              <a:gd name="connsiteY2214" fmla="*/ 4085334 h 4821604"/>
              <a:gd name="connsiteX2215" fmla="*/ 1429639 w 2947832"/>
              <a:gd name="connsiteY2215" fmla="*/ 4085334 h 4821604"/>
              <a:gd name="connsiteX2216" fmla="*/ 1427180 w 2947832"/>
              <a:gd name="connsiteY2216" fmla="*/ 4083921 h 4821604"/>
              <a:gd name="connsiteX2217" fmla="*/ 1415669 w 2947832"/>
              <a:gd name="connsiteY2217" fmla="*/ 4063987 h 4821604"/>
              <a:gd name="connsiteX2218" fmla="*/ 1415669 w 2947832"/>
              <a:gd name="connsiteY2218" fmla="*/ 4061161 h 4821604"/>
              <a:gd name="connsiteX2219" fmla="*/ 1427180 w 2947832"/>
              <a:gd name="connsiteY2219" fmla="*/ 4041226 h 4821604"/>
              <a:gd name="connsiteX2220" fmla="*/ 1429639 w 2947832"/>
              <a:gd name="connsiteY2220" fmla="*/ 4039814 h 4821604"/>
              <a:gd name="connsiteX2221" fmla="*/ 2669245 w 2947832"/>
              <a:gd name="connsiteY2221" fmla="*/ 4039343 h 4821604"/>
              <a:gd name="connsiteX2222" fmla="*/ 2692738 w 2947832"/>
              <a:gd name="connsiteY2222" fmla="*/ 4039343 h 4821604"/>
              <a:gd name="connsiteX2223" fmla="*/ 2695249 w 2947832"/>
              <a:gd name="connsiteY2223" fmla="*/ 4040808 h 4821604"/>
              <a:gd name="connsiteX2224" fmla="*/ 2707022 w 2947832"/>
              <a:gd name="connsiteY2224" fmla="*/ 4061161 h 4821604"/>
              <a:gd name="connsiteX2225" fmla="*/ 2707022 w 2947832"/>
              <a:gd name="connsiteY2225" fmla="*/ 4064091 h 4821604"/>
              <a:gd name="connsiteX2226" fmla="*/ 2695249 w 2947832"/>
              <a:gd name="connsiteY2226" fmla="*/ 4084444 h 4821604"/>
              <a:gd name="connsiteX2227" fmla="*/ 2692738 w 2947832"/>
              <a:gd name="connsiteY2227" fmla="*/ 4085909 h 4821604"/>
              <a:gd name="connsiteX2228" fmla="*/ 2669245 w 2947832"/>
              <a:gd name="connsiteY2228" fmla="*/ 4085909 h 4821604"/>
              <a:gd name="connsiteX2229" fmla="*/ 2666733 w 2947832"/>
              <a:gd name="connsiteY2229" fmla="*/ 4084444 h 4821604"/>
              <a:gd name="connsiteX2230" fmla="*/ 2654961 w 2947832"/>
              <a:gd name="connsiteY2230" fmla="*/ 4064091 h 4821604"/>
              <a:gd name="connsiteX2231" fmla="*/ 2654961 w 2947832"/>
              <a:gd name="connsiteY2231" fmla="*/ 4061161 h 4821604"/>
              <a:gd name="connsiteX2232" fmla="*/ 2666733 w 2947832"/>
              <a:gd name="connsiteY2232" fmla="*/ 4040808 h 4821604"/>
              <a:gd name="connsiteX2233" fmla="*/ 2669245 w 2947832"/>
              <a:gd name="connsiteY2233" fmla="*/ 4039343 h 4821604"/>
              <a:gd name="connsiteX2234" fmla="*/ 2751862 w 2947832"/>
              <a:gd name="connsiteY2234" fmla="*/ 4039133 h 4821604"/>
              <a:gd name="connsiteX2235" fmla="*/ 2775563 w 2947832"/>
              <a:gd name="connsiteY2235" fmla="*/ 4039133 h 4821604"/>
              <a:gd name="connsiteX2236" fmla="*/ 2778127 w 2947832"/>
              <a:gd name="connsiteY2236" fmla="*/ 4040598 h 4821604"/>
              <a:gd name="connsiteX2237" fmla="*/ 2789952 w 2947832"/>
              <a:gd name="connsiteY2237" fmla="*/ 4061108 h 4821604"/>
              <a:gd name="connsiteX2238" fmla="*/ 2789952 w 2947832"/>
              <a:gd name="connsiteY2238" fmla="*/ 4064038 h 4821604"/>
              <a:gd name="connsiteX2239" fmla="*/ 2778127 w 2947832"/>
              <a:gd name="connsiteY2239" fmla="*/ 4084548 h 4821604"/>
              <a:gd name="connsiteX2240" fmla="*/ 2775563 w 2947832"/>
              <a:gd name="connsiteY2240" fmla="*/ 4086013 h 4821604"/>
              <a:gd name="connsiteX2241" fmla="*/ 2751862 w 2947832"/>
              <a:gd name="connsiteY2241" fmla="*/ 4086013 h 4821604"/>
              <a:gd name="connsiteX2242" fmla="*/ 2749298 w 2947832"/>
              <a:gd name="connsiteY2242" fmla="*/ 4084548 h 4821604"/>
              <a:gd name="connsiteX2243" fmla="*/ 2737473 w 2947832"/>
              <a:gd name="connsiteY2243" fmla="*/ 4064038 h 4821604"/>
              <a:gd name="connsiteX2244" fmla="*/ 2737473 w 2947832"/>
              <a:gd name="connsiteY2244" fmla="*/ 4061108 h 4821604"/>
              <a:gd name="connsiteX2245" fmla="*/ 2749298 w 2947832"/>
              <a:gd name="connsiteY2245" fmla="*/ 4040598 h 4821604"/>
              <a:gd name="connsiteX2246" fmla="*/ 2751862 w 2947832"/>
              <a:gd name="connsiteY2246" fmla="*/ 4039133 h 4821604"/>
              <a:gd name="connsiteX2247" fmla="*/ 1346500 w 2947832"/>
              <a:gd name="connsiteY2247" fmla="*/ 4038924 h 4821604"/>
              <a:gd name="connsiteX2248" fmla="*/ 1370463 w 2947832"/>
              <a:gd name="connsiteY2248" fmla="*/ 4038924 h 4821604"/>
              <a:gd name="connsiteX2249" fmla="*/ 1373027 w 2947832"/>
              <a:gd name="connsiteY2249" fmla="*/ 4040389 h 4821604"/>
              <a:gd name="connsiteX2250" fmla="*/ 1385008 w 2947832"/>
              <a:gd name="connsiteY2250" fmla="*/ 4061108 h 4821604"/>
              <a:gd name="connsiteX2251" fmla="*/ 1385008 w 2947832"/>
              <a:gd name="connsiteY2251" fmla="*/ 4064091 h 4821604"/>
              <a:gd name="connsiteX2252" fmla="*/ 1373027 w 2947832"/>
              <a:gd name="connsiteY2252" fmla="*/ 4084810 h 4821604"/>
              <a:gd name="connsiteX2253" fmla="*/ 1370463 w 2947832"/>
              <a:gd name="connsiteY2253" fmla="*/ 4086275 h 4821604"/>
              <a:gd name="connsiteX2254" fmla="*/ 1346500 w 2947832"/>
              <a:gd name="connsiteY2254" fmla="*/ 4086275 h 4821604"/>
              <a:gd name="connsiteX2255" fmla="*/ 1343936 w 2947832"/>
              <a:gd name="connsiteY2255" fmla="*/ 4084810 h 4821604"/>
              <a:gd name="connsiteX2256" fmla="*/ 1331954 w 2947832"/>
              <a:gd name="connsiteY2256" fmla="*/ 4064091 h 4821604"/>
              <a:gd name="connsiteX2257" fmla="*/ 1331954 w 2947832"/>
              <a:gd name="connsiteY2257" fmla="*/ 4061108 h 4821604"/>
              <a:gd name="connsiteX2258" fmla="*/ 1343936 w 2947832"/>
              <a:gd name="connsiteY2258" fmla="*/ 4040389 h 4821604"/>
              <a:gd name="connsiteX2259" fmla="*/ 1346500 w 2947832"/>
              <a:gd name="connsiteY2259" fmla="*/ 4038924 h 4821604"/>
              <a:gd name="connsiteX2260" fmla="*/ 1511679 w 2947832"/>
              <a:gd name="connsiteY2260" fmla="*/ 4038558 h 4821604"/>
              <a:gd name="connsiteX2261" fmla="*/ 1535956 w 2947832"/>
              <a:gd name="connsiteY2261" fmla="*/ 4038558 h 4821604"/>
              <a:gd name="connsiteX2262" fmla="*/ 1538572 w 2947832"/>
              <a:gd name="connsiteY2262" fmla="*/ 4040076 h 4821604"/>
              <a:gd name="connsiteX2263" fmla="*/ 1550711 w 2947832"/>
              <a:gd name="connsiteY2263" fmla="*/ 4061109 h 4821604"/>
              <a:gd name="connsiteX2264" fmla="*/ 1550711 w 2947832"/>
              <a:gd name="connsiteY2264" fmla="*/ 4064091 h 4821604"/>
              <a:gd name="connsiteX2265" fmla="*/ 1538572 w 2947832"/>
              <a:gd name="connsiteY2265" fmla="*/ 4085124 h 4821604"/>
              <a:gd name="connsiteX2266" fmla="*/ 1535956 w 2947832"/>
              <a:gd name="connsiteY2266" fmla="*/ 4086642 h 4821604"/>
              <a:gd name="connsiteX2267" fmla="*/ 1511679 w 2947832"/>
              <a:gd name="connsiteY2267" fmla="*/ 4086642 h 4821604"/>
              <a:gd name="connsiteX2268" fmla="*/ 1509063 w 2947832"/>
              <a:gd name="connsiteY2268" fmla="*/ 4085124 h 4821604"/>
              <a:gd name="connsiteX2269" fmla="*/ 1496924 w 2947832"/>
              <a:gd name="connsiteY2269" fmla="*/ 4064091 h 4821604"/>
              <a:gd name="connsiteX2270" fmla="*/ 1496924 w 2947832"/>
              <a:gd name="connsiteY2270" fmla="*/ 4061109 h 4821604"/>
              <a:gd name="connsiteX2271" fmla="*/ 1509063 w 2947832"/>
              <a:gd name="connsiteY2271" fmla="*/ 4040076 h 4821604"/>
              <a:gd name="connsiteX2272" fmla="*/ 1511679 w 2947832"/>
              <a:gd name="connsiteY2272" fmla="*/ 4038558 h 4821604"/>
              <a:gd name="connsiteX2273" fmla="*/ 2007323 w 2947832"/>
              <a:gd name="connsiteY2273" fmla="*/ 4038035 h 4821604"/>
              <a:gd name="connsiteX2274" fmla="*/ 2032176 w 2947832"/>
              <a:gd name="connsiteY2274" fmla="*/ 4038035 h 4821604"/>
              <a:gd name="connsiteX2275" fmla="*/ 2034844 w 2947832"/>
              <a:gd name="connsiteY2275" fmla="*/ 4039552 h 4821604"/>
              <a:gd name="connsiteX2276" fmla="*/ 2047297 w 2947832"/>
              <a:gd name="connsiteY2276" fmla="*/ 4061057 h 4821604"/>
              <a:gd name="connsiteX2277" fmla="*/ 2047297 w 2947832"/>
              <a:gd name="connsiteY2277" fmla="*/ 4064143 h 4821604"/>
              <a:gd name="connsiteX2278" fmla="*/ 2034844 w 2947832"/>
              <a:gd name="connsiteY2278" fmla="*/ 4085648 h 4821604"/>
              <a:gd name="connsiteX2279" fmla="*/ 2032176 w 2947832"/>
              <a:gd name="connsiteY2279" fmla="*/ 4087165 h 4821604"/>
              <a:gd name="connsiteX2280" fmla="*/ 2007323 w 2947832"/>
              <a:gd name="connsiteY2280" fmla="*/ 4087165 h 4821604"/>
              <a:gd name="connsiteX2281" fmla="*/ 2004655 w 2947832"/>
              <a:gd name="connsiteY2281" fmla="*/ 4085648 h 4821604"/>
              <a:gd name="connsiteX2282" fmla="*/ 1992202 w 2947832"/>
              <a:gd name="connsiteY2282" fmla="*/ 4064143 h 4821604"/>
              <a:gd name="connsiteX2283" fmla="*/ 1992202 w 2947832"/>
              <a:gd name="connsiteY2283" fmla="*/ 4061057 h 4821604"/>
              <a:gd name="connsiteX2284" fmla="*/ 2004655 w 2947832"/>
              <a:gd name="connsiteY2284" fmla="*/ 4039552 h 4821604"/>
              <a:gd name="connsiteX2285" fmla="*/ 2007323 w 2947832"/>
              <a:gd name="connsiteY2285" fmla="*/ 4038035 h 4821604"/>
              <a:gd name="connsiteX2286" fmla="*/ 1592778 w 2947832"/>
              <a:gd name="connsiteY2286" fmla="*/ 4035523 h 4821604"/>
              <a:gd name="connsiteX2287" fmla="*/ 1620142 w 2947832"/>
              <a:gd name="connsiteY2287" fmla="*/ 4035523 h 4821604"/>
              <a:gd name="connsiteX2288" fmla="*/ 1623072 w 2947832"/>
              <a:gd name="connsiteY2288" fmla="*/ 4037197 h 4821604"/>
              <a:gd name="connsiteX2289" fmla="*/ 1636780 w 2947832"/>
              <a:gd name="connsiteY2289" fmla="*/ 4060899 h 4821604"/>
              <a:gd name="connsiteX2290" fmla="*/ 1636780 w 2947832"/>
              <a:gd name="connsiteY2290" fmla="*/ 4064300 h 4821604"/>
              <a:gd name="connsiteX2291" fmla="*/ 1623072 w 2947832"/>
              <a:gd name="connsiteY2291" fmla="*/ 4088002 h 4821604"/>
              <a:gd name="connsiteX2292" fmla="*/ 1620142 w 2947832"/>
              <a:gd name="connsiteY2292" fmla="*/ 4089676 h 4821604"/>
              <a:gd name="connsiteX2293" fmla="*/ 1592778 w 2947832"/>
              <a:gd name="connsiteY2293" fmla="*/ 4089676 h 4821604"/>
              <a:gd name="connsiteX2294" fmla="*/ 1589848 w 2947832"/>
              <a:gd name="connsiteY2294" fmla="*/ 4088002 h 4821604"/>
              <a:gd name="connsiteX2295" fmla="*/ 1576139 w 2947832"/>
              <a:gd name="connsiteY2295" fmla="*/ 4064300 h 4821604"/>
              <a:gd name="connsiteX2296" fmla="*/ 1576139 w 2947832"/>
              <a:gd name="connsiteY2296" fmla="*/ 4060899 h 4821604"/>
              <a:gd name="connsiteX2297" fmla="*/ 1589848 w 2947832"/>
              <a:gd name="connsiteY2297" fmla="*/ 4037197 h 4821604"/>
              <a:gd name="connsiteX2298" fmla="*/ 1592778 w 2947832"/>
              <a:gd name="connsiteY2298" fmla="*/ 4035523 h 4821604"/>
              <a:gd name="connsiteX2299" fmla="*/ 2501972 w 2947832"/>
              <a:gd name="connsiteY2299" fmla="*/ 4035471 h 4821604"/>
              <a:gd name="connsiteX2300" fmla="*/ 2529389 w 2947832"/>
              <a:gd name="connsiteY2300" fmla="*/ 4035471 h 4821604"/>
              <a:gd name="connsiteX2301" fmla="*/ 2532319 w 2947832"/>
              <a:gd name="connsiteY2301" fmla="*/ 4037145 h 4821604"/>
              <a:gd name="connsiteX2302" fmla="*/ 2546027 w 2947832"/>
              <a:gd name="connsiteY2302" fmla="*/ 4060899 h 4821604"/>
              <a:gd name="connsiteX2303" fmla="*/ 2546027 w 2947832"/>
              <a:gd name="connsiteY2303" fmla="*/ 4064300 h 4821604"/>
              <a:gd name="connsiteX2304" fmla="*/ 2532319 w 2947832"/>
              <a:gd name="connsiteY2304" fmla="*/ 4088054 h 4821604"/>
              <a:gd name="connsiteX2305" fmla="*/ 2529389 w 2947832"/>
              <a:gd name="connsiteY2305" fmla="*/ 4089729 h 4821604"/>
              <a:gd name="connsiteX2306" fmla="*/ 2501972 w 2947832"/>
              <a:gd name="connsiteY2306" fmla="*/ 4089729 h 4821604"/>
              <a:gd name="connsiteX2307" fmla="*/ 2499043 w 2947832"/>
              <a:gd name="connsiteY2307" fmla="*/ 4088054 h 4821604"/>
              <a:gd name="connsiteX2308" fmla="*/ 2485334 w 2947832"/>
              <a:gd name="connsiteY2308" fmla="*/ 4064300 h 4821604"/>
              <a:gd name="connsiteX2309" fmla="*/ 2485334 w 2947832"/>
              <a:gd name="connsiteY2309" fmla="*/ 4060899 h 4821604"/>
              <a:gd name="connsiteX2310" fmla="*/ 2499043 w 2947832"/>
              <a:gd name="connsiteY2310" fmla="*/ 4037145 h 4821604"/>
              <a:gd name="connsiteX2311" fmla="*/ 2501972 w 2947832"/>
              <a:gd name="connsiteY2311" fmla="*/ 4035471 h 4821604"/>
              <a:gd name="connsiteX2312" fmla="*/ 1758010 w 2947832"/>
              <a:gd name="connsiteY2312" fmla="*/ 4035314 h 4821604"/>
              <a:gd name="connsiteX2313" fmla="*/ 1785531 w 2947832"/>
              <a:gd name="connsiteY2313" fmla="*/ 4035314 h 4821604"/>
              <a:gd name="connsiteX2314" fmla="*/ 1788461 w 2947832"/>
              <a:gd name="connsiteY2314" fmla="*/ 4037041 h 4821604"/>
              <a:gd name="connsiteX2315" fmla="*/ 1802222 w 2947832"/>
              <a:gd name="connsiteY2315" fmla="*/ 4060899 h 4821604"/>
              <a:gd name="connsiteX2316" fmla="*/ 1802222 w 2947832"/>
              <a:gd name="connsiteY2316" fmla="*/ 4064300 h 4821604"/>
              <a:gd name="connsiteX2317" fmla="*/ 1788461 w 2947832"/>
              <a:gd name="connsiteY2317" fmla="*/ 4088159 h 4821604"/>
              <a:gd name="connsiteX2318" fmla="*/ 1785531 w 2947832"/>
              <a:gd name="connsiteY2318" fmla="*/ 4089886 h 4821604"/>
              <a:gd name="connsiteX2319" fmla="*/ 1758010 w 2947832"/>
              <a:gd name="connsiteY2319" fmla="*/ 4089886 h 4821604"/>
              <a:gd name="connsiteX2320" fmla="*/ 1755080 w 2947832"/>
              <a:gd name="connsiteY2320" fmla="*/ 4088159 h 4821604"/>
              <a:gd name="connsiteX2321" fmla="*/ 1741320 w 2947832"/>
              <a:gd name="connsiteY2321" fmla="*/ 4064300 h 4821604"/>
              <a:gd name="connsiteX2322" fmla="*/ 1741320 w 2947832"/>
              <a:gd name="connsiteY2322" fmla="*/ 4060899 h 4821604"/>
              <a:gd name="connsiteX2323" fmla="*/ 1755080 w 2947832"/>
              <a:gd name="connsiteY2323" fmla="*/ 4037041 h 4821604"/>
              <a:gd name="connsiteX2324" fmla="*/ 1758010 w 2947832"/>
              <a:gd name="connsiteY2324" fmla="*/ 4035314 h 4821604"/>
              <a:gd name="connsiteX2325" fmla="*/ 2419148 w 2947832"/>
              <a:gd name="connsiteY2325" fmla="*/ 4035105 h 4821604"/>
              <a:gd name="connsiteX2326" fmla="*/ 2446931 w 2947832"/>
              <a:gd name="connsiteY2326" fmla="*/ 4035105 h 4821604"/>
              <a:gd name="connsiteX2327" fmla="*/ 2449913 w 2947832"/>
              <a:gd name="connsiteY2327" fmla="*/ 4036832 h 4821604"/>
              <a:gd name="connsiteX2328" fmla="*/ 2463778 w 2947832"/>
              <a:gd name="connsiteY2328" fmla="*/ 4060900 h 4821604"/>
              <a:gd name="connsiteX2329" fmla="*/ 2463778 w 2947832"/>
              <a:gd name="connsiteY2329" fmla="*/ 4064353 h 4821604"/>
              <a:gd name="connsiteX2330" fmla="*/ 2449913 w 2947832"/>
              <a:gd name="connsiteY2330" fmla="*/ 4088421 h 4821604"/>
              <a:gd name="connsiteX2331" fmla="*/ 2446931 w 2947832"/>
              <a:gd name="connsiteY2331" fmla="*/ 4090148 h 4821604"/>
              <a:gd name="connsiteX2332" fmla="*/ 2419148 w 2947832"/>
              <a:gd name="connsiteY2332" fmla="*/ 4090148 h 4821604"/>
              <a:gd name="connsiteX2333" fmla="*/ 2416166 w 2947832"/>
              <a:gd name="connsiteY2333" fmla="*/ 4088421 h 4821604"/>
              <a:gd name="connsiteX2334" fmla="*/ 2402300 w 2947832"/>
              <a:gd name="connsiteY2334" fmla="*/ 4064353 h 4821604"/>
              <a:gd name="connsiteX2335" fmla="*/ 2402300 w 2947832"/>
              <a:gd name="connsiteY2335" fmla="*/ 4060900 h 4821604"/>
              <a:gd name="connsiteX2336" fmla="*/ 2416166 w 2947832"/>
              <a:gd name="connsiteY2336" fmla="*/ 4036832 h 4821604"/>
              <a:gd name="connsiteX2337" fmla="*/ 2419148 w 2947832"/>
              <a:gd name="connsiteY2337" fmla="*/ 4035105 h 4821604"/>
              <a:gd name="connsiteX2338" fmla="*/ 2336270 w 2947832"/>
              <a:gd name="connsiteY2338" fmla="*/ 4034634 h 4821604"/>
              <a:gd name="connsiteX2339" fmla="*/ 2364576 w 2947832"/>
              <a:gd name="connsiteY2339" fmla="*/ 4034634 h 4821604"/>
              <a:gd name="connsiteX2340" fmla="*/ 2367611 w 2947832"/>
              <a:gd name="connsiteY2340" fmla="*/ 4036361 h 4821604"/>
              <a:gd name="connsiteX2341" fmla="*/ 2381738 w 2947832"/>
              <a:gd name="connsiteY2341" fmla="*/ 4060847 h 4821604"/>
              <a:gd name="connsiteX2342" fmla="*/ 2381738 w 2947832"/>
              <a:gd name="connsiteY2342" fmla="*/ 4064353 h 4821604"/>
              <a:gd name="connsiteX2343" fmla="*/ 2367611 w 2947832"/>
              <a:gd name="connsiteY2343" fmla="*/ 4088840 h 4821604"/>
              <a:gd name="connsiteX2344" fmla="*/ 2364576 w 2947832"/>
              <a:gd name="connsiteY2344" fmla="*/ 4090566 h 4821604"/>
              <a:gd name="connsiteX2345" fmla="*/ 2336270 w 2947832"/>
              <a:gd name="connsiteY2345" fmla="*/ 4090566 h 4821604"/>
              <a:gd name="connsiteX2346" fmla="*/ 2333235 w 2947832"/>
              <a:gd name="connsiteY2346" fmla="*/ 4088840 h 4821604"/>
              <a:gd name="connsiteX2347" fmla="*/ 2319109 w 2947832"/>
              <a:gd name="connsiteY2347" fmla="*/ 4064353 h 4821604"/>
              <a:gd name="connsiteX2348" fmla="*/ 2319109 w 2947832"/>
              <a:gd name="connsiteY2348" fmla="*/ 4060847 h 4821604"/>
              <a:gd name="connsiteX2349" fmla="*/ 2333235 w 2947832"/>
              <a:gd name="connsiteY2349" fmla="*/ 4036361 h 4821604"/>
              <a:gd name="connsiteX2350" fmla="*/ 2336270 w 2947832"/>
              <a:gd name="connsiteY2350" fmla="*/ 4034634 h 4821604"/>
              <a:gd name="connsiteX2351" fmla="*/ 2583908 w 2947832"/>
              <a:gd name="connsiteY2351" fmla="*/ 4034006 h 4821604"/>
              <a:gd name="connsiteX2352" fmla="*/ 2612790 w 2947832"/>
              <a:gd name="connsiteY2352" fmla="*/ 4034006 h 4821604"/>
              <a:gd name="connsiteX2353" fmla="*/ 2615877 w 2947832"/>
              <a:gd name="connsiteY2353" fmla="*/ 4035785 h 4821604"/>
              <a:gd name="connsiteX2354" fmla="*/ 2630318 w 2947832"/>
              <a:gd name="connsiteY2354" fmla="*/ 4060795 h 4821604"/>
              <a:gd name="connsiteX2355" fmla="*/ 2630318 w 2947832"/>
              <a:gd name="connsiteY2355" fmla="*/ 4064353 h 4821604"/>
              <a:gd name="connsiteX2356" fmla="*/ 2615877 w 2947832"/>
              <a:gd name="connsiteY2356" fmla="*/ 4089362 h 4821604"/>
              <a:gd name="connsiteX2357" fmla="*/ 2612790 w 2947832"/>
              <a:gd name="connsiteY2357" fmla="*/ 4091142 h 4821604"/>
              <a:gd name="connsiteX2358" fmla="*/ 2583908 w 2947832"/>
              <a:gd name="connsiteY2358" fmla="*/ 4091142 h 4821604"/>
              <a:gd name="connsiteX2359" fmla="*/ 2580821 w 2947832"/>
              <a:gd name="connsiteY2359" fmla="*/ 4089362 h 4821604"/>
              <a:gd name="connsiteX2360" fmla="*/ 2566381 w 2947832"/>
              <a:gd name="connsiteY2360" fmla="*/ 4064353 h 4821604"/>
              <a:gd name="connsiteX2361" fmla="*/ 2566381 w 2947832"/>
              <a:gd name="connsiteY2361" fmla="*/ 4060795 h 4821604"/>
              <a:gd name="connsiteX2362" fmla="*/ 2580821 w 2947832"/>
              <a:gd name="connsiteY2362" fmla="*/ 4035785 h 4821604"/>
              <a:gd name="connsiteX2363" fmla="*/ 2583908 w 2947832"/>
              <a:gd name="connsiteY2363" fmla="*/ 4034006 h 4821604"/>
              <a:gd name="connsiteX2364" fmla="*/ 1673720 w 2947832"/>
              <a:gd name="connsiteY2364" fmla="*/ 4032175 h 4821604"/>
              <a:gd name="connsiteX2365" fmla="*/ 1704485 w 2947832"/>
              <a:gd name="connsiteY2365" fmla="*/ 4032175 h 4821604"/>
              <a:gd name="connsiteX2366" fmla="*/ 1707781 w 2947832"/>
              <a:gd name="connsiteY2366" fmla="*/ 4034059 h 4821604"/>
              <a:gd name="connsiteX2367" fmla="*/ 1723164 w 2947832"/>
              <a:gd name="connsiteY2367" fmla="*/ 4060690 h 4821604"/>
              <a:gd name="connsiteX2368" fmla="*/ 1723164 w 2947832"/>
              <a:gd name="connsiteY2368" fmla="*/ 4064510 h 4821604"/>
              <a:gd name="connsiteX2369" fmla="*/ 1707781 w 2947832"/>
              <a:gd name="connsiteY2369" fmla="*/ 4091142 h 4821604"/>
              <a:gd name="connsiteX2370" fmla="*/ 1704485 w 2947832"/>
              <a:gd name="connsiteY2370" fmla="*/ 4093025 h 4821604"/>
              <a:gd name="connsiteX2371" fmla="*/ 1673720 w 2947832"/>
              <a:gd name="connsiteY2371" fmla="*/ 4093025 h 4821604"/>
              <a:gd name="connsiteX2372" fmla="*/ 1670423 w 2947832"/>
              <a:gd name="connsiteY2372" fmla="*/ 4091142 h 4821604"/>
              <a:gd name="connsiteX2373" fmla="*/ 1655041 w 2947832"/>
              <a:gd name="connsiteY2373" fmla="*/ 4064510 h 4821604"/>
              <a:gd name="connsiteX2374" fmla="*/ 1655041 w 2947832"/>
              <a:gd name="connsiteY2374" fmla="*/ 4060690 h 4821604"/>
              <a:gd name="connsiteX2375" fmla="*/ 1670423 w 2947832"/>
              <a:gd name="connsiteY2375" fmla="*/ 4034059 h 4821604"/>
              <a:gd name="connsiteX2376" fmla="*/ 1673720 w 2947832"/>
              <a:gd name="connsiteY2376" fmla="*/ 4032175 h 4821604"/>
              <a:gd name="connsiteX2377" fmla="*/ 608449 w 2947832"/>
              <a:gd name="connsiteY2377" fmla="*/ 3967871 h 4821604"/>
              <a:gd name="connsiteX2378" fmla="*/ 620640 w 2947832"/>
              <a:gd name="connsiteY2378" fmla="*/ 3967871 h 4821604"/>
              <a:gd name="connsiteX2379" fmla="*/ 621948 w 2947832"/>
              <a:gd name="connsiteY2379" fmla="*/ 3968603 h 4821604"/>
              <a:gd name="connsiteX2380" fmla="*/ 628069 w 2947832"/>
              <a:gd name="connsiteY2380" fmla="*/ 3979172 h 4821604"/>
              <a:gd name="connsiteX2381" fmla="*/ 628069 w 2947832"/>
              <a:gd name="connsiteY2381" fmla="*/ 3980690 h 4821604"/>
              <a:gd name="connsiteX2382" fmla="*/ 621948 w 2947832"/>
              <a:gd name="connsiteY2382" fmla="*/ 3991259 h 4821604"/>
              <a:gd name="connsiteX2383" fmla="*/ 620640 w 2947832"/>
              <a:gd name="connsiteY2383" fmla="*/ 3991991 h 4821604"/>
              <a:gd name="connsiteX2384" fmla="*/ 608449 w 2947832"/>
              <a:gd name="connsiteY2384" fmla="*/ 3991991 h 4821604"/>
              <a:gd name="connsiteX2385" fmla="*/ 607141 w 2947832"/>
              <a:gd name="connsiteY2385" fmla="*/ 3991259 h 4821604"/>
              <a:gd name="connsiteX2386" fmla="*/ 601019 w 2947832"/>
              <a:gd name="connsiteY2386" fmla="*/ 3980690 h 4821604"/>
              <a:gd name="connsiteX2387" fmla="*/ 601019 w 2947832"/>
              <a:gd name="connsiteY2387" fmla="*/ 3979172 h 4821604"/>
              <a:gd name="connsiteX2388" fmla="*/ 607141 w 2947832"/>
              <a:gd name="connsiteY2388" fmla="*/ 3968603 h 4821604"/>
              <a:gd name="connsiteX2389" fmla="*/ 608449 w 2947832"/>
              <a:gd name="connsiteY2389" fmla="*/ 3967871 h 4821604"/>
              <a:gd name="connsiteX2390" fmla="*/ 2840024 w 2947832"/>
              <a:gd name="connsiteY2390" fmla="*/ 3967400 h 4821604"/>
              <a:gd name="connsiteX2391" fmla="*/ 2852685 w 2947832"/>
              <a:gd name="connsiteY2391" fmla="*/ 3967400 h 4821604"/>
              <a:gd name="connsiteX2392" fmla="*/ 2854046 w 2947832"/>
              <a:gd name="connsiteY2392" fmla="*/ 3968185 h 4821604"/>
              <a:gd name="connsiteX2393" fmla="*/ 2860376 w 2947832"/>
              <a:gd name="connsiteY2393" fmla="*/ 3979120 h 4821604"/>
              <a:gd name="connsiteX2394" fmla="*/ 2860376 w 2947832"/>
              <a:gd name="connsiteY2394" fmla="*/ 3980690 h 4821604"/>
              <a:gd name="connsiteX2395" fmla="*/ 2854046 w 2947832"/>
              <a:gd name="connsiteY2395" fmla="*/ 3991625 h 4821604"/>
              <a:gd name="connsiteX2396" fmla="*/ 2852685 w 2947832"/>
              <a:gd name="connsiteY2396" fmla="*/ 3992410 h 4821604"/>
              <a:gd name="connsiteX2397" fmla="*/ 2840024 w 2947832"/>
              <a:gd name="connsiteY2397" fmla="*/ 3992410 h 4821604"/>
              <a:gd name="connsiteX2398" fmla="*/ 2838663 w 2947832"/>
              <a:gd name="connsiteY2398" fmla="*/ 3991625 h 4821604"/>
              <a:gd name="connsiteX2399" fmla="*/ 2832332 w 2947832"/>
              <a:gd name="connsiteY2399" fmla="*/ 3980690 h 4821604"/>
              <a:gd name="connsiteX2400" fmla="*/ 2832332 w 2947832"/>
              <a:gd name="connsiteY2400" fmla="*/ 3979120 h 4821604"/>
              <a:gd name="connsiteX2401" fmla="*/ 2838663 w 2947832"/>
              <a:gd name="connsiteY2401" fmla="*/ 3968185 h 4821604"/>
              <a:gd name="connsiteX2402" fmla="*/ 2840024 w 2947832"/>
              <a:gd name="connsiteY2402" fmla="*/ 3967400 h 4821604"/>
              <a:gd name="connsiteX2403" fmla="*/ 690752 w 2947832"/>
              <a:gd name="connsiteY2403" fmla="*/ 3967139 h 4821604"/>
              <a:gd name="connsiteX2404" fmla="*/ 703728 w 2947832"/>
              <a:gd name="connsiteY2404" fmla="*/ 3967139 h 4821604"/>
              <a:gd name="connsiteX2405" fmla="*/ 705141 w 2947832"/>
              <a:gd name="connsiteY2405" fmla="*/ 3967924 h 4821604"/>
              <a:gd name="connsiteX2406" fmla="*/ 711628 w 2947832"/>
              <a:gd name="connsiteY2406" fmla="*/ 3979121 h 4821604"/>
              <a:gd name="connsiteX2407" fmla="*/ 711628 w 2947832"/>
              <a:gd name="connsiteY2407" fmla="*/ 3980743 h 4821604"/>
              <a:gd name="connsiteX2408" fmla="*/ 705141 w 2947832"/>
              <a:gd name="connsiteY2408" fmla="*/ 3991939 h 4821604"/>
              <a:gd name="connsiteX2409" fmla="*/ 703728 w 2947832"/>
              <a:gd name="connsiteY2409" fmla="*/ 3992724 h 4821604"/>
              <a:gd name="connsiteX2410" fmla="*/ 690752 w 2947832"/>
              <a:gd name="connsiteY2410" fmla="*/ 3992724 h 4821604"/>
              <a:gd name="connsiteX2411" fmla="*/ 689339 w 2947832"/>
              <a:gd name="connsiteY2411" fmla="*/ 3991939 h 4821604"/>
              <a:gd name="connsiteX2412" fmla="*/ 682851 w 2947832"/>
              <a:gd name="connsiteY2412" fmla="*/ 3980743 h 4821604"/>
              <a:gd name="connsiteX2413" fmla="*/ 682851 w 2947832"/>
              <a:gd name="connsiteY2413" fmla="*/ 3979121 h 4821604"/>
              <a:gd name="connsiteX2414" fmla="*/ 689339 w 2947832"/>
              <a:gd name="connsiteY2414" fmla="*/ 3967924 h 4821604"/>
              <a:gd name="connsiteX2415" fmla="*/ 690752 w 2947832"/>
              <a:gd name="connsiteY2415" fmla="*/ 3967139 h 4821604"/>
              <a:gd name="connsiteX2416" fmla="*/ 938495 w 2947832"/>
              <a:gd name="connsiteY2416" fmla="*/ 3966720 h 4821604"/>
              <a:gd name="connsiteX2417" fmla="*/ 951837 w 2947832"/>
              <a:gd name="connsiteY2417" fmla="*/ 3966720 h 4821604"/>
              <a:gd name="connsiteX2418" fmla="*/ 953250 w 2947832"/>
              <a:gd name="connsiteY2418" fmla="*/ 3967557 h 4821604"/>
              <a:gd name="connsiteX2419" fmla="*/ 959947 w 2947832"/>
              <a:gd name="connsiteY2419" fmla="*/ 3979120 h 4821604"/>
              <a:gd name="connsiteX2420" fmla="*/ 959947 w 2947832"/>
              <a:gd name="connsiteY2420" fmla="*/ 3980795 h 4821604"/>
              <a:gd name="connsiteX2421" fmla="*/ 953250 w 2947832"/>
              <a:gd name="connsiteY2421" fmla="*/ 3992358 h 4821604"/>
              <a:gd name="connsiteX2422" fmla="*/ 951837 w 2947832"/>
              <a:gd name="connsiteY2422" fmla="*/ 3993195 h 4821604"/>
              <a:gd name="connsiteX2423" fmla="*/ 938495 w 2947832"/>
              <a:gd name="connsiteY2423" fmla="*/ 3993195 h 4821604"/>
              <a:gd name="connsiteX2424" fmla="*/ 937082 w 2947832"/>
              <a:gd name="connsiteY2424" fmla="*/ 3992358 h 4821604"/>
              <a:gd name="connsiteX2425" fmla="*/ 930385 w 2947832"/>
              <a:gd name="connsiteY2425" fmla="*/ 3980795 h 4821604"/>
              <a:gd name="connsiteX2426" fmla="*/ 930385 w 2947832"/>
              <a:gd name="connsiteY2426" fmla="*/ 3979120 h 4821604"/>
              <a:gd name="connsiteX2427" fmla="*/ 937082 w 2947832"/>
              <a:gd name="connsiteY2427" fmla="*/ 3967557 h 4821604"/>
              <a:gd name="connsiteX2428" fmla="*/ 938495 w 2947832"/>
              <a:gd name="connsiteY2428" fmla="*/ 3966720 h 4821604"/>
              <a:gd name="connsiteX2429" fmla="*/ 772844 w 2947832"/>
              <a:gd name="connsiteY2429" fmla="*/ 3965987 h 4821604"/>
              <a:gd name="connsiteX2430" fmla="*/ 786918 w 2947832"/>
              <a:gd name="connsiteY2430" fmla="*/ 3965987 h 4821604"/>
              <a:gd name="connsiteX2431" fmla="*/ 788436 w 2947832"/>
              <a:gd name="connsiteY2431" fmla="*/ 3966877 h 4821604"/>
              <a:gd name="connsiteX2432" fmla="*/ 795447 w 2947832"/>
              <a:gd name="connsiteY2432" fmla="*/ 3979067 h 4821604"/>
              <a:gd name="connsiteX2433" fmla="*/ 795447 w 2947832"/>
              <a:gd name="connsiteY2433" fmla="*/ 3980794 h 4821604"/>
              <a:gd name="connsiteX2434" fmla="*/ 788436 w 2947832"/>
              <a:gd name="connsiteY2434" fmla="*/ 3992985 h 4821604"/>
              <a:gd name="connsiteX2435" fmla="*/ 786918 w 2947832"/>
              <a:gd name="connsiteY2435" fmla="*/ 3993875 h 4821604"/>
              <a:gd name="connsiteX2436" fmla="*/ 772844 w 2947832"/>
              <a:gd name="connsiteY2436" fmla="*/ 3993875 h 4821604"/>
              <a:gd name="connsiteX2437" fmla="*/ 771326 w 2947832"/>
              <a:gd name="connsiteY2437" fmla="*/ 3992985 h 4821604"/>
              <a:gd name="connsiteX2438" fmla="*/ 764315 w 2947832"/>
              <a:gd name="connsiteY2438" fmla="*/ 3980794 h 4821604"/>
              <a:gd name="connsiteX2439" fmla="*/ 764315 w 2947832"/>
              <a:gd name="connsiteY2439" fmla="*/ 3979067 h 4821604"/>
              <a:gd name="connsiteX2440" fmla="*/ 771326 w 2947832"/>
              <a:gd name="connsiteY2440" fmla="*/ 3966877 h 4821604"/>
              <a:gd name="connsiteX2441" fmla="*/ 772844 w 2947832"/>
              <a:gd name="connsiteY2441" fmla="*/ 3965987 h 4821604"/>
              <a:gd name="connsiteX2442" fmla="*/ 855094 w 2947832"/>
              <a:gd name="connsiteY2442" fmla="*/ 3965255 h 4821604"/>
              <a:gd name="connsiteX2443" fmla="*/ 869901 w 2947832"/>
              <a:gd name="connsiteY2443" fmla="*/ 3965255 h 4821604"/>
              <a:gd name="connsiteX2444" fmla="*/ 871471 w 2947832"/>
              <a:gd name="connsiteY2444" fmla="*/ 3966197 h 4821604"/>
              <a:gd name="connsiteX2445" fmla="*/ 878900 w 2947832"/>
              <a:gd name="connsiteY2445" fmla="*/ 3979016 h 4821604"/>
              <a:gd name="connsiteX2446" fmla="*/ 878900 w 2947832"/>
              <a:gd name="connsiteY2446" fmla="*/ 3980847 h 4821604"/>
              <a:gd name="connsiteX2447" fmla="*/ 871471 w 2947832"/>
              <a:gd name="connsiteY2447" fmla="*/ 3993666 h 4821604"/>
              <a:gd name="connsiteX2448" fmla="*/ 869901 w 2947832"/>
              <a:gd name="connsiteY2448" fmla="*/ 3994607 h 4821604"/>
              <a:gd name="connsiteX2449" fmla="*/ 855094 w 2947832"/>
              <a:gd name="connsiteY2449" fmla="*/ 3994607 h 4821604"/>
              <a:gd name="connsiteX2450" fmla="*/ 853524 w 2947832"/>
              <a:gd name="connsiteY2450" fmla="*/ 3993666 h 4821604"/>
              <a:gd name="connsiteX2451" fmla="*/ 846094 w 2947832"/>
              <a:gd name="connsiteY2451" fmla="*/ 3980847 h 4821604"/>
              <a:gd name="connsiteX2452" fmla="*/ 846094 w 2947832"/>
              <a:gd name="connsiteY2452" fmla="*/ 3979016 h 4821604"/>
              <a:gd name="connsiteX2453" fmla="*/ 853524 w 2947832"/>
              <a:gd name="connsiteY2453" fmla="*/ 3966197 h 4821604"/>
              <a:gd name="connsiteX2454" fmla="*/ 855094 w 2947832"/>
              <a:gd name="connsiteY2454" fmla="*/ 3965255 h 4821604"/>
              <a:gd name="connsiteX2455" fmla="*/ 2011875 w 2947832"/>
              <a:gd name="connsiteY2455" fmla="*/ 3964365 h 4821604"/>
              <a:gd name="connsiteX2456" fmla="*/ 2027624 w 2947832"/>
              <a:gd name="connsiteY2456" fmla="*/ 3964365 h 4821604"/>
              <a:gd name="connsiteX2457" fmla="*/ 2029298 w 2947832"/>
              <a:gd name="connsiteY2457" fmla="*/ 3965359 h 4821604"/>
              <a:gd name="connsiteX2458" fmla="*/ 2037146 w 2947832"/>
              <a:gd name="connsiteY2458" fmla="*/ 3978963 h 4821604"/>
              <a:gd name="connsiteX2459" fmla="*/ 2037146 w 2947832"/>
              <a:gd name="connsiteY2459" fmla="*/ 3980899 h 4821604"/>
              <a:gd name="connsiteX2460" fmla="*/ 2029298 w 2947832"/>
              <a:gd name="connsiteY2460" fmla="*/ 3994502 h 4821604"/>
              <a:gd name="connsiteX2461" fmla="*/ 2027624 w 2947832"/>
              <a:gd name="connsiteY2461" fmla="*/ 3995496 h 4821604"/>
              <a:gd name="connsiteX2462" fmla="*/ 2011875 w 2947832"/>
              <a:gd name="connsiteY2462" fmla="*/ 3995496 h 4821604"/>
              <a:gd name="connsiteX2463" fmla="*/ 2010200 w 2947832"/>
              <a:gd name="connsiteY2463" fmla="*/ 3994502 h 4821604"/>
              <a:gd name="connsiteX2464" fmla="*/ 2002352 w 2947832"/>
              <a:gd name="connsiteY2464" fmla="*/ 3980899 h 4821604"/>
              <a:gd name="connsiteX2465" fmla="*/ 2002352 w 2947832"/>
              <a:gd name="connsiteY2465" fmla="*/ 3978963 h 4821604"/>
              <a:gd name="connsiteX2466" fmla="*/ 2010200 w 2947832"/>
              <a:gd name="connsiteY2466" fmla="*/ 3965359 h 4821604"/>
              <a:gd name="connsiteX2467" fmla="*/ 2011875 w 2947832"/>
              <a:gd name="connsiteY2467" fmla="*/ 3964365 h 4821604"/>
              <a:gd name="connsiteX2468" fmla="*/ 1019959 w 2947832"/>
              <a:gd name="connsiteY2468" fmla="*/ 3964313 h 4821604"/>
              <a:gd name="connsiteX2469" fmla="*/ 1035760 w 2947832"/>
              <a:gd name="connsiteY2469" fmla="*/ 3964313 h 4821604"/>
              <a:gd name="connsiteX2470" fmla="*/ 1037435 w 2947832"/>
              <a:gd name="connsiteY2470" fmla="*/ 3965307 h 4821604"/>
              <a:gd name="connsiteX2471" fmla="*/ 1045335 w 2947832"/>
              <a:gd name="connsiteY2471" fmla="*/ 3978963 h 4821604"/>
              <a:gd name="connsiteX2472" fmla="*/ 1045335 w 2947832"/>
              <a:gd name="connsiteY2472" fmla="*/ 3980899 h 4821604"/>
              <a:gd name="connsiteX2473" fmla="*/ 1037435 w 2947832"/>
              <a:gd name="connsiteY2473" fmla="*/ 3994555 h 4821604"/>
              <a:gd name="connsiteX2474" fmla="*/ 1035760 w 2947832"/>
              <a:gd name="connsiteY2474" fmla="*/ 3995549 h 4821604"/>
              <a:gd name="connsiteX2475" fmla="*/ 1019959 w 2947832"/>
              <a:gd name="connsiteY2475" fmla="*/ 3995549 h 4821604"/>
              <a:gd name="connsiteX2476" fmla="*/ 1018285 w 2947832"/>
              <a:gd name="connsiteY2476" fmla="*/ 3994555 h 4821604"/>
              <a:gd name="connsiteX2477" fmla="*/ 1010384 w 2947832"/>
              <a:gd name="connsiteY2477" fmla="*/ 3980899 h 4821604"/>
              <a:gd name="connsiteX2478" fmla="*/ 1010384 w 2947832"/>
              <a:gd name="connsiteY2478" fmla="*/ 3978963 h 4821604"/>
              <a:gd name="connsiteX2479" fmla="*/ 1018285 w 2947832"/>
              <a:gd name="connsiteY2479" fmla="*/ 3965307 h 4821604"/>
              <a:gd name="connsiteX2480" fmla="*/ 1019959 w 2947832"/>
              <a:gd name="connsiteY2480" fmla="*/ 3964313 h 4821604"/>
              <a:gd name="connsiteX2481" fmla="*/ 1101215 w 2947832"/>
              <a:gd name="connsiteY2481" fmla="*/ 3961540 h 4821604"/>
              <a:gd name="connsiteX2482" fmla="*/ 1119842 w 2947832"/>
              <a:gd name="connsiteY2482" fmla="*/ 3961540 h 4821604"/>
              <a:gd name="connsiteX2483" fmla="*/ 1121830 w 2947832"/>
              <a:gd name="connsiteY2483" fmla="*/ 3962691 h 4821604"/>
              <a:gd name="connsiteX2484" fmla="*/ 1131143 w 2947832"/>
              <a:gd name="connsiteY2484" fmla="*/ 3978806 h 4821604"/>
              <a:gd name="connsiteX2485" fmla="*/ 1131143 w 2947832"/>
              <a:gd name="connsiteY2485" fmla="*/ 3981108 h 4821604"/>
              <a:gd name="connsiteX2486" fmla="*/ 1121830 w 2947832"/>
              <a:gd name="connsiteY2486" fmla="*/ 3997223 h 4821604"/>
              <a:gd name="connsiteX2487" fmla="*/ 1119842 w 2947832"/>
              <a:gd name="connsiteY2487" fmla="*/ 3998374 h 4821604"/>
              <a:gd name="connsiteX2488" fmla="*/ 1101215 w 2947832"/>
              <a:gd name="connsiteY2488" fmla="*/ 3998374 h 4821604"/>
              <a:gd name="connsiteX2489" fmla="*/ 1099227 w 2947832"/>
              <a:gd name="connsiteY2489" fmla="*/ 3997223 h 4821604"/>
              <a:gd name="connsiteX2490" fmla="*/ 1089914 w 2947832"/>
              <a:gd name="connsiteY2490" fmla="*/ 3981108 h 4821604"/>
              <a:gd name="connsiteX2491" fmla="*/ 1089914 w 2947832"/>
              <a:gd name="connsiteY2491" fmla="*/ 3978806 h 4821604"/>
              <a:gd name="connsiteX2492" fmla="*/ 1099227 w 2947832"/>
              <a:gd name="connsiteY2492" fmla="*/ 3962691 h 4821604"/>
              <a:gd name="connsiteX2493" fmla="*/ 1101215 w 2947832"/>
              <a:gd name="connsiteY2493" fmla="*/ 3961540 h 4821604"/>
              <a:gd name="connsiteX2494" fmla="*/ 1845022 w 2947832"/>
              <a:gd name="connsiteY2494" fmla="*/ 3961226 h 4821604"/>
              <a:gd name="connsiteX2495" fmla="*/ 1863910 w 2947832"/>
              <a:gd name="connsiteY2495" fmla="*/ 3961226 h 4821604"/>
              <a:gd name="connsiteX2496" fmla="*/ 1865950 w 2947832"/>
              <a:gd name="connsiteY2496" fmla="*/ 3962377 h 4821604"/>
              <a:gd name="connsiteX2497" fmla="*/ 1875420 w 2947832"/>
              <a:gd name="connsiteY2497" fmla="*/ 3978754 h 4821604"/>
              <a:gd name="connsiteX2498" fmla="*/ 1875420 w 2947832"/>
              <a:gd name="connsiteY2498" fmla="*/ 3981108 h 4821604"/>
              <a:gd name="connsiteX2499" fmla="*/ 1865950 w 2947832"/>
              <a:gd name="connsiteY2499" fmla="*/ 3997485 h 4821604"/>
              <a:gd name="connsiteX2500" fmla="*/ 1863910 w 2947832"/>
              <a:gd name="connsiteY2500" fmla="*/ 3998636 h 4821604"/>
              <a:gd name="connsiteX2501" fmla="*/ 1845022 w 2947832"/>
              <a:gd name="connsiteY2501" fmla="*/ 3998636 h 4821604"/>
              <a:gd name="connsiteX2502" fmla="*/ 1842981 w 2947832"/>
              <a:gd name="connsiteY2502" fmla="*/ 3997485 h 4821604"/>
              <a:gd name="connsiteX2503" fmla="*/ 1833511 w 2947832"/>
              <a:gd name="connsiteY2503" fmla="*/ 3981108 h 4821604"/>
              <a:gd name="connsiteX2504" fmla="*/ 1833511 w 2947832"/>
              <a:gd name="connsiteY2504" fmla="*/ 3978754 h 4821604"/>
              <a:gd name="connsiteX2505" fmla="*/ 1842981 w 2947832"/>
              <a:gd name="connsiteY2505" fmla="*/ 3962377 h 4821604"/>
              <a:gd name="connsiteX2506" fmla="*/ 1845022 w 2947832"/>
              <a:gd name="connsiteY2506" fmla="*/ 3961226 h 4821604"/>
              <a:gd name="connsiteX2507" fmla="*/ 1927532 w 2947832"/>
              <a:gd name="connsiteY2507" fmla="*/ 3961017 h 4821604"/>
              <a:gd name="connsiteX2508" fmla="*/ 1946630 w 2947832"/>
              <a:gd name="connsiteY2508" fmla="*/ 3961017 h 4821604"/>
              <a:gd name="connsiteX2509" fmla="*/ 1948670 w 2947832"/>
              <a:gd name="connsiteY2509" fmla="*/ 3962220 h 4821604"/>
              <a:gd name="connsiteX2510" fmla="*/ 1958245 w 2947832"/>
              <a:gd name="connsiteY2510" fmla="*/ 3978754 h 4821604"/>
              <a:gd name="connsiteX2511" fmla="*/ 1958245 w 2947832"/>
              <a:gd name="connsiteY2511" fmla="*/ 3981108 h 4821604"/>
              <a:gd name="connsiteX2512" fmla="*/ 1948670 w 2947832"/>
              <a:gd name="connsiteY2512" fmla="*/ 3997642 h 4821604"/>
              <a:gd name="connsiteX2513" fmla="*/ 1946630 w 2947832"/>
              <a:gd name="connsiteY2513" fmla="*/ 3998846 h 4821604"/>
              <a:gd name="connsiteX2514" fmla="*/ 1927532 w 2947832"/>
              <a:gd name="connsiteY2514" fmla="*/ 3998846 h 4821604"/>
              <a:gd name="connsiteX2515" fmla="*/ 1925492 w 2947832"/>
              <a:gd name="connsiteY2515" fmla="*/ 3997642 h 4821604"/>
              <a:gd name="connsiteX2516" fmla="*/ 1915917 w 2947832"/>
              <a:gd name="connsiteY2516" fmla="*/ 3981108 h 4821604"/>
              <a:gd name="connsiteX2517" fmla="*/ 1915917 w 2947832"/>
              <a:gd name="connsiteY2517" fmla="*/ 3978754 h 4821604"/>
              <a:gd name="connsiteX2518" fmla="*/ 1925492 w 2947832"/>
              <a:gd name="connsiteY2518" fmla="*/ 3962220 h 4821604"/>
              <a:gd name="connsiteX2519" fmla="*/ 1927532 w 2947832"/>
              <a:gd name="connsiteY2519" fmla="*/ 3961017 h 4821604"/>
              <a:gd name="connsiteX2520" fmla="*/ 1183570 w 2947832"/>
              <a:gd name="connsiteY2520" fmla="*/ 3960965 h 4821604"/>
              <a:gd name="connsiteX2521" fmla="*/ 1202720 w 2947832"/>
              <a:gd name="connsiteY2521" fmla="*/ 3960965 h 4821604"/>
              <a:gd name="connsiteX2522" fmla="*/ 1204761 w 2947832"/>
              <a:gd name="connsiteY2522" fmla="*/ 3962168 h 4821604"/>
              <a:gd name="connsiteX2523" fmla="*/ 1214335 w 2947832"/>
              <a:gd name="connsiteY2523" fmla="*/ 3978754 h 4821604"/>
              <a:gd name="connsiteX2524" fmla="*/ 1214335 w 2947832"/>
              <a:gd name="connsiteY2524" fmla="*/ 3981109 h 4821604"/>
              <a:gd name="connsiteX2525" fmla="*/ 1204761 w 2947832"/>
              <a:gd name="connsiteY2525" fmla="*/ 3997695 h 4821604"/>
              <a:gd name="connsiteX2526" fmla="*/ 1202720 w 2947832"/>
              <a:gd name="connsiteY2526" fmla="*/ 3998898 h 4821604"/>
              <a:gd name="connsiteX2527" fmla="*/ 1183570 w 2947832"/>
              <a:gd name="connsiteY2527" fmla="*/ 3998898 h 4821604"/>
              <a:gd name="connsiteX2528" fmla="*/ 1181530 w 2947832"/>
              <a:gd name="connsiteY2528" fmla="*/ 3997695 h 4821604"/>
              <a:gd name="connsiteX2529" fmla="*/ 1171955 w 2947832"/>
              <a:gd name="connsiteY2529" fmla="*/ 3981109 h 4821604"/>
              <a:gd name="connsiteX2530" fmla="*/ 1171955 w 2947832"/>
              <a:gd name="connsiteY2530" fmla="*/ 3978754 h 4821604"/>
              <a:gd name="connsiteX2531" fmla="*/ 1181530 w 2947832"/>
              <a:gd name="connsiteY2531" fmla="*/ 3962168 h 4821604"/>
              <a:gd name="connsiteX2532" fmla="*/ 1183570 w 2947832"/>
              <a:gd name="connsiteY2532" fmla="*/ 3960965 h 4821604"/>
              <a:gd name="connsiteX2533" fmla="*/ 2588356 w 2947832"/>
              <a:gd name="connsiteY2533" fmla="*/ 3960127 h 4821604"/>
              <a:gd name="connsiteX2534" fmla="*/ 2608396 w 2947832"/>
              <a:gd name="connsiteY2534" fmla="*/ 3960127 h 4821604"/>
              <a:gd name="connsiteX2535" fmla="*/ 2610540 w 2947832"/>
              <a:gd name="connsiteY2535" fmla="*/ 3961383 h 4821604"/>
              <a:gd name="connsiteX2536" fmla="*/ 2620534 w 2947832"/>
              <a:gd name="connsiteY2536" fmla="*/ 3978701 h 4821604"/>
              <a:gd name="connsiteX2537" fmla="*/ 2620534 w 2947832"/>
              <a:gd name="connsiteY2537" fmla="*/ 3981160 h 4821604"/>
              <a:gd name="connsiteX2538" fmla="*/ 2610540 w 2947832"/>
              <a:gd name="connsiteY2538" fmla="*/ 3998479 h 4821604"/>
              <a:gd name="connsiteX2539" fmla="*/ 2608396 w 2947832"/>
              <a:gd name="connsiteY2539" fmla="*/ 3999735 h 4821604"/>
              <a:gd name="connsiteX2540" fmla="*/ 2588356 w 2947832"/>
              <a:gd name="connsiteY2540" fmla="*/ 3999735 h 4821604"/>
              <a:gd name="connsiteX2541" fmla="*/ 2586211 w 2947832"/>
              <a:gd name="connsiteY2541" fmla="*/ 3998479 h 4821604"/>
              <a:gd name="connsiteX2542" fmla="*/ 2576218 w 2947832"/>
              <a:gd name="connsiteY2542" fmla="*/ 3981160 h 4821604"/>
              <a:gd name="connsiteX2543" fmla="*/ 2576218 w 2947832"/>
              <a:gd name="connsiteY2543" fmla="*/ 3978701 h 4821604"/>
              <a:gd name="connsiteX2544" fmla="*/ 2586211 w 2947832"/>
              <a:gd name="connsiteY2544" fmla="*/ 3961383 h 4821604"/>
              <a:gd name="connsiteX2545" fmla="*/ 2588356 w 2947832"/>
              <a:gd name="connsiteY2545" fmla="*/ 3960127 h 4821604"/>
              <a:gd name="connsiteX2546" fmla="*/ 2670868 w 2947832"/>
              <a:gd name="connsiteY2546" fmla="*/ 3959814 h 4821604"/>
              <a:gd name="connsiteX2547" fmla="*/ 2691168 w 2947832"/>
              <a:gd name="connsiteY2547" fmla="*/ 3959814 h 4821604"/>
              <a:gd name="connsiteX2548" fmla="*/ 2693366 w 2947832"/>
              <a:gd name="connsiteY2548" fmla="*/ 3961070 h 4821604"/>
              <a:gd name="connsiteX2549" fmla="*/ 2703516 w 2947832"/>
              <a:gd name="connsiteY2549" fmla="*/ 3978650 h 4821604"/>
              <a:gd name="connsiteX2550" fmla="*/ 2703516 w 2947832"/>
              <a:gd name="connsiteY2550" fmla="*/ 3981161 h 4821604"/>
              <a:gd name="connsiteX2551" fmla="*/ 2693366 w 2947832"/>
              <a:gd name="connsiteY2551" fmla="*/ 3998741 h 4821604"/>
              <a:gd name="connsiteX2552" fmla="*/ 2691168 w 2947832"/>
              <a:gd name="connsiteY2552" fmla="*/ 3999997 h 4821604"/>
              <a:gd name="connsiteX2553" fmla="*/ 2670868 w 2947832"/>
              <a:gd name="connsiteY2553" fmla="*/ 3999997 h 4821604"/>
              <a:gd name="connsiteX2554" fmla="*/ 2668671 w 2947832"/>
              <a:gd name="connsiteY2554" fmla="*/ 3998741 h 4821604"/>
              <a:gd name="connsiteX2555" fmla="*/ 2658520 w 2947832"/>
              <a:gd name="connsiteY2555" fmla="*/ 3981161 h 4821604"/>
              <a:gd name="connsiteX2556" fmla="*/ 2658520 w 2947832"/>
              <a:gd name="connsiteY2556" fmla="*/ 3978650 h 4821604"/>
              <a:gd name="connsiteX2557" fmla="*/ 2668671 w 2947832"/>
              <a:gd name="connsiteY2557" fmla="*/ 3961070 h 4821604"/>
              <a:gd name="connsiteX2558" fmla="*/ 2670868 w 2947832"/>
              <a:gd name="connsiteY2558" fmla="*/ 3959814 h 4821604"/>
              <a:gd name="connsiteX2559" fmla="*/ 1430947 w 2947832"/>
              <a:gd name="connsiteY2559" fmla="*/ 3959761 h 4821604"/>
              <a:gd name="connsiteX2560" fmla="*/ 1451353 w 2947832"/>
              <a:gd name="connsiteY2560" fmla="*/ 3959761 h 4821604"/>
              <a:gd name="connsiteX2561" fmla="*/ 1453550 w 2947832"/>
              <a:gd name="connsiteY2561" fmla="*/ 3961017 h 4821604"/>
              <a:gd name="connsiteX2562" fmla="*/ 1463753 w 2947832"/>
              <a:gd name="connsiteY2562" fmla="*/ 3978701 h 4821604"/>
              <a:gd name="connsiteX2563" fmla="*/ 1463753 w 2947832"/>
              <a:gd name="connsiteY2563" fmla="*/ 3981213 h 4821604"/>
              <a:gd name="connsiteX2564" fmla="*/ 1453550 w 2947832"/>
              <a:gd name="connsiteY2564" fmla="*/ 3998898 h 4821604"/>
              <a:gd name="connsiteX2565" fmla="*/ 1451353 w 2947832"/>
              <a:gd name="connsiteY2565" fmla="*/ 4000154 h 4821604"/>
              <a:gd name="connsiteX2566" fmla="*/ 1430947 w 2947832"/>
              <a:gd name="connsiteY2566" fmla="*/ 4000154 h 4821604"/>
              <a:gd name="connsiteX2567" fmla="*/ 1428750 w 2947832"/>
              <a:gd name="connsiteY2567" fmla="*/ 3998898 h 4821604"/>
              <a:gd name="connsiteX2568" fmla="*/ 1418547 w 2947832"/>
              <a:gd name="connsiteY2568" fmla="*/ 3981213 h 4821604"/>
              <a:gd name="connsiteX2569" fmla="*/ 1418547 w 2947832"/>
              <a:gd name="connsiteY2569" fmla="*/ 3978701 h 4821604"/>
              <a:gd name="connsiteX2570" fmla="*/ 1428750 w 2947832"/>
              <a:gd name="connsiteY2570" fmla="*/ 3961017 h 4821604"/>
              <a:gd name="connsiteX2571" fmla="*/ 1430947 w 2947832"/>
              <a:gd name="connsiteY2571" fmla="*/ 3959761 h 4821604"/>
              <a:gd name="connsiteX2572" fmla="*/ 1348121 w 2947832"/>
              <a:gd name="connsiteY2572" fmla="*/ 3959500 h 4821604"/>
              <a:gd name="connsiteX2573" fmla="*/ 1368788 w 2947832"/>
              <a:gd name="connsiteY2573" fmla="*/ 3959500 h 4821604"/>
              <a:gd name="connsiteX2574" fmla="*/ 1370986 w 2947832"/>
              <a:gd name="connsiteY2574" fmla="*/ 3960756 h 4821604"/>
              <a:gd name="connsiteX2575" fmla="*/ 1381346 w 2947832"/>
              <a:gd name="connsiteY2575" fmla="*/ 3978650 h 4821604"/>
              <a:gd name="connsiteX2576" fmla="*/ 1381346 w 2947832"/>
              <a:gd name="connsiteY2576" fmla="*/ 3981214 h 4821604"/>
              <a:gd name="connsiteX2577" fmla="*/ 1370986 w 2947832"/>
              <a:gd name="connsiteY2577" fmla="*/ 3999108 h 4821604"/>
              <a:gd name="connsiteX2578" fmla="*/ 1368788 w 2947832"/>
              <a:gd name="connsiteY2578" fmla="*/ 4000363 h 4821604"/>
              <a:gd name="connsiteX2579" fmla="*/ 1348121 w 2947832"/>
              <a:gd name="connsiteY2579" fmla="*/ 4000363 h 4821604"/>
              <a:gd name="connsiteX2580" fmla="*/ 1345924 w 2947832"/>
              <a:gd name="connsiteY2580" fmla="*/ 3999108 h 4821604"/>
              <a:gd name="connsiteX2581" fmla="*/ 1335564 w 2947832"/>
              <a:gd name="connsiteY2581" fmla="*/ 3981214 h 4821604"/>
              <a:gd name="connsiteX2582" fmla="*/ 1335564 w 2947832"/>
              <a:gd name="connsiteY2582" fmla="*/ 3978650 h 4821604"/>
              <a:gd name="connsiteX2583" fmla="*/ 1345924 w 2947832"/>
              <a:gd name="connsiteY2583" fmla="*/ 3960756 h 4821604"/>
              <a:gd name="connsiteX2584" fmla="*/ 1348121 w 2947832"/>
              <a:gd name="connsiteY2584" fmla="*/ 3959500 h 4821604"/>
              <a:gd name="connsiteX2585" fmla="*/ 2174595 w 2947832"/>
              <a:gd name="connsiteY2585" fmla="*/ 3959238 h 4821604"/>
              <a:gd name="connsiteX2586" fmla="*/ 2195524 w 2947832"/>
              <a:gd name="connsiteY2586" fmla="*/ 3959238 h 4821604"/>
              <a:gd name="connsiteX2587" fmla="*/ 2197774 w 2947832"/>
              <a:gd name="connsiteY2587" fmla="*/ 3960546 h 4821604"/>
              <a:gd name="connsiteX2588" fmla="*/ 2208238 w 2947832"/>
              <a:gd name="connsiteY2588" fmla="*/ 3978649 h 4821604"/>
              <a:gd name="connsiteX2589" fmla="*/ 2208238 w 2947832"/>
              <a:gd name="connsiteY2589" fmla="*/ 3981213 h 4821604"/>
              <a:gd name="connsiteX2590" fmla="*/ 2197774 w 2947832"/>
              <a:gd name="connsiteY2590" fmla="*/ 3999316 h 4821604"/>
              <a:gd name="connsiteX2591" fmla="*/ 2195524 w 2947832"/>
              <a:gd name="connsiteY2591" fmla="*/ 4000624 h 4821604"/>
              <a:gd name="connsiteX2592" fmla="*/ 2174595 w 2947832"/>
              <a:gd name="connsiteY2592" fmla="*/ 4000624 h 4821604"/>
              <a:gd name="connsiteX2593" fmla="*/ 2172345 w 2947832"/>
              <a:gd name="connsiteY2593" fmla="*/ 3999316 h 4821604"/>
              <a:gd name="connsiteX2594" fmla="*/ 2161881 w 2947832"/>
              <a:gd name="connsiteY2594" fmla="*/ 3981213 h 4821604"/>
              <a:gd name="connsiteX2595" fmla="*/ 2161881 w 2947832"/>
              <a:gd name="connsiteY2595" fmla="*/ 3978649 h 4821604"/>
              <a:gd name="connsiteX2596" fmla="*/ 2172345 w 2947832"/>
              <a:gd name="connsiteY2596" fmla="*/ 3960546 h 4821604"/>
              <a:gd name="connsiteX2597" fmla="*/ 2174595 w 2947832"/>
              <a:gd name="connsiteY2597" fmla="*/ 3959238 h 4821604"/>
              <a:gd name="connsiteX2598" fmla="*/ 2422548 w 2947832"/>
              <a:gd name="connsiteY2598" fmla="*/ 3959186 h 4821604"/>
              <a:gd name="connsiteX2599" fmla="*/ 2443529 w 2947832"/>
              <a:gd name="connsiteY2599" fmla="*/ 3959186 h 4821604"/>
              <a:gd name="connsiteX2600" fmla="*/ 2445779 w 2947832"/>
              <a:gd name="connsiteY2600" fmla="*/ 3960494 h 4821604"/>
              <a:gd name="connsiteX2601" fmla="*/ 2456243 w 2947832"/>
              <a:gd name="connsiteY2601" fmla="*/ 3978650 h 4821604"/>
              <a:gd name="connsiteX2602" fmla="*/ 2456243 w 2947832"/>
              <a:gd name="connsiteY2602" fmla="*/ 3981266 h 4821604"/>
              <a:gd name="connsiteX2603" fmla="*/ 2445779 w 2947832"/>
              <a:gd name="connsiteY2603" fmla="*/ 3999421 h 4821604"/>
              <a:gd name="connsiteX2604" fmla="*/ 2443529 w 2947832"/>
              <a:gd name="connsiteY2604" fmla="*/ 4000729 h 4821604"/>
              <a:gd name="connsiteX2605" fmla="*/ 2422548 w 2947832"/>
              <a:gd name="connsiteY2605" fmla="*/ 4000729 h 4821604"/>
              <a:gd name="connsiteX2606" fmla="*/ 2420298 w 2947832"/>
              <a:gd name="connsiteY2606" fmla="*/ 3999421 h 4821604"/>
              <a:gd name="connsiteX2607" fmla="*/ 2409834 w 2947832"/>
              <a:gd name="connsiteY2607" fmla="*/ 3981266 h 4821604"/>
              <a:gd name="connsiteX2608" fmla="*/ 2409834 w 2947832"/>
              <a:gd name="connsiteY2608" fmla="*/ 3978650 h 4821604"/>
              <a:gd name="connsiteX2609" fmla="*/ 2420298 w 2947832"/>
              <a:gd name="connsiteY2609" fmla="*/ 3960494 h 4821604"/>
              <a:gd name="connsiteX2610" fmla="*/ 2422548 w 2947832"/>
              <a:gd name="connsiteY2610" fmla="*/ 3959186 h 4821604"/>
              <a:gd name="connsiteX2611" fmla="*/ 1265244 w 2947832"/>
              <a:gd name="connsiteY2611" fmla="*/ 3959029 h 4821604"/>
              <a:gd name="connsiteX2612" fmla="*/ 1286382 w 2947832"/>
              <a:gd name="connsiteY2612" fmla="*/ 3959029 h 4821604"/>
              <a:gd name="connsiteX2613" fmla="*/ 1288632 w 2947832"/>
              <a:gd name="connsiteY2613" fmla="*/ 3960337 h 4821604"/>
              <a:gd name="connsiteX2614" fmla="*/ 1299201 w 2947832"/>
              <a:gd name="connsiteY2614" fmla="*/ 3978650 h 4821604"/>
              <a:gd name="connsiteX2615" fmla="*/ 1299201 w 2947832"/>
              <a:gd name="connsiteY2615" fmla="*/ 3981266 h 4821604"/>
              <a:gd name="connsiteX2616" fmla="*/ 1288632 w 2947832"/>
              <a:gd name="connsiteY2616" fmla="*/ 3999578 h 4821604"/>
              <a:gd name="connsiteX2617" fmla="*/ 1286382 w 2947832"/>
              <a:gd name="connsiteY2617" fmla="*/ 4000886 h 4821604"/>
              <a:gd name="connsiteX2618" fmla="*/ 1265244 w 2947832"/>
              <a:gd name="connsiteY2618" fmla="*/ 4000886 h 4821604"/>
              <a:gd name="connsiteX2619" fmla="*/ 1262994 w 2947832"/>
              <a:gd name="connsiteY2619" fmla="*/ 3999578 h 4821604"/>
              <a:gd name="connsiteX2620" fmla="*/ 1252425 w 2947832"/>
              <a:gd name="connsiteY2620" fmla="*/ 3981266 h 4821604"/>
              <a:gd name="connsiteX2621" fmla="*/ 1252425 w 2947832"/>
              <a:gd name="connsiteY2621" fmla="*/ 3978650 h 4821604"/>
              <a:gd name="connsiteX2622" fmla="*/ 1262994 w 2947832"/>
              <a:gd name="connsiteY2622" fmla="*/ 3960337 h 4821604"/>
              <a:gd name="connsiteX2623" fmla="*/ 1265244 w 2947832"/>
              <a:gd name="connsiteY2623" fmla="*/ 3959029 h 4821604"/>
              <a:gd name="connsiteX2624" fmla="*/ 2504850 w 2947832"/>
              <a:gd name="connsiteY2624" fmla="*/ 3958401 h 4821604"/>
              <a:gd name="connsiteX2625" fmla="*/ 2526564 w 2947832"/>
              <a:gd name="connsiteY2625" fmla="*/ 3958401 h 4821604"/>
              <a:gd name="connsiteX2626" fmla="*/ 2528866 w 2947832"/>
              <a:gd name="connsiteY2626" fmla="*/ 3959761 h 4821604"/>
              <a:gd name="connsiteX2627" fmla="*/ 2539749 w 2947832"/>
              <a:gd name="connsiteY2627" fmla="*/ 3978597 h 4821604"/>
              <a:gd name="connsiteX2628" fmla="*/ 2539749 w 2947832"/>
              <a:gd name="connsiteY2628" fmla="*/ 3981266 h 4821604"/>
              <a:gd name="connsiteX2629" fmla="*/ 2528866 w 2947832"/>
              <a:gd name="connsiteY2629" fmla="*/ 4000101 h 4821604"/>
              <a:gd name="connsiteX2630" fmla="*/ 2526564 w 2947832"/>
              <a:gd name="connsiteY2630" fmla="*/ 4001462 h 4821604"/>
              <a:gd name="connsiteX2631" fmla="*/ 2504850 w 2947832"/>
              <a:gd name="connsiteY2631" fmla="*/ 4001462 h 4821604"/>
              <a:gd name="connsiteX2632" fmla="*/ 2502496 w 2947832"/>
              <a:gd name="connsiteY2632" fmla="*/ 4000101 h 4821604"/>
              <a:gd name="connsiteX2633" fmla="*/ 2491613 w 2947832"/>
              <a:gd name="connsiteY2633" fmla="*/ 3981266 h 4821604"/>
              <a:gd name="connsiteX2634" fmla="*/ 2491613 w 2947832"/>
              <a:gd name="connsiteY2634" fmla="*/ 3978597 h 4821604"/>
              <a:gd name="connsiteX2635" fmla="*/ 2502496 w 2947832"/>
              <a:gd name="connsiteY2635" fmla="*/ 3959761 h 4821604"/>
              <a:gd name="connsiteX2636" fmla="*/ 2504850 w 2947832"/>
              <a:gd name="connsiteY2636" fmla="*/ 3958401 h 4821604"/>
              <a:gd name="connsiteX2637" fmla="*/ 2091352 w 2947832"/>
              <a:gd name="connsiteY2637" fmla="*/ 3958035 h 4821604"/>
              <a:gd name="connsiteX2638" fmla="*/ 2113484 w 2947832"/>
              <a:gd name="connsiteY2638" fmla="*/ 3958035 h 4821604"/>
              <a:gd name="connsiteX2639" fmla="*/ 2115838 w 2947832"/>
              <a:gd name="connsiteY2639" fmla="*/ 3959395 h 4821604"/>
              <a:gd name="connsiteX2640" fmla="*/ 2126931 w 2947832"/>
              <a:gd name="connsiteY2640" fmla="*/ 3978545 h 4821604"/>
              <a:gd name="connsiteX2641" fmla="*/ 2126931 w 2947832"/>
              <a:gd name="connsiteY2641" fmla="*/ 3981266 h 4821604"/>
              <a:gd name="connsiteX2642" fmla="*/ 2115838 w 2947832"/>
              <a:gd name="connsiteY2642" fmla="*/ 4000415 h 4821604"/>
              <a:gd name="connsiteX2643" fmla="*/ 2113484 w 2947832"/>
              <a:gd name="connsiteY2643" fmla="*/ 4001776 h 4821604"/>
              <a:gd name="connsiteX2644" fmla="*/ 2091352 w 2947832"/>
              <a:gd name="connsiteY2644" fmla="*/ 4001776 h 4821604"/>
              <a:gd name="connsiteX2645" fmla="*/ 2088997 w 2947832"/>
              <a:gd name="connsiteY2645" fmla="*/ 4000415 h 4821604"/>
              <a:gd name="connsiteX2646" fmla="*/ 2077905 w 2947832"/>
              <a:gd name="connsiteY2646" fmla="*/ 3981266 h 4821604"/>
              <a:gd name="connsiteX2647" fmla="*/ 2077905 w 2947832"/>
              <a:gd name="connsiteY2647" fmla="*/ 3978545 h 4821604"/>
              <a:gd name="connsiteX2648" fmla="*/ 2088997 w 2947832"/>
              <a:gd name="connsiteY2648" fmla="*/ 3959395 h 4821604"/>
              <a:gd name="connsiteX2649" fmla="*/ 2091352 w 2947832"/>
              <a:gd name="connsiteY2649" fmla="*/ 3958035 h 4821604"/>
              <a:gd name="connsiteX2650" fmla="*/ 1512726 w 2947832"/>
              <a:gd name="connsiteY2650" fmla="*/ 3957930 h 4821604"/>
              <a:gd name="connsiteX2651" fmla="*/ 1534963 w 2947832"/>
              <a:gd name="connsiteY2651" fmla="*/ 3957930 h 4821604"/>
              <a:gd name="connsiteX2652" fmla="*/ 1537370 w 2947832"/>
              <a:gd name="connsiteY2652" fmla="*/ 3959290 h 4821604"/>
              <a:gd name="connsiteX2653" fmla="*/ 1548462 w 2947832"/>
              <a:gd name="connsiteY2653" fmla="*/ 3978545 h 4821604"/>
              <a:gd name="connsiteX2654" fmla="*/ 1548462 w 2947832"/>
              <a:gd name="connsiteY2654" fmla="*/ 3981318 h 4821604"/>
              <a:gd name="connsiteX2655" fmla="*/ 1537370 w 2947832"/>
              <a:gd name="connsiteY2655" fmla="*/ 4000572 h 4821604"/>
              <a:gd name="connsiteX2656" fmla="*/ 1534963 w 2947832"/>
              <a:gd name="connsiteY2656" fmla="*/ 4001932 h 4821604"/>
              <a:gd name="connsiteX2657" fmla="*/ 1512726 w 2947832"/>
              <a:gd name="connsiteY2657" fmla="*/ 4001932 h 4821604"/>
              <a:gd name="connsiteX2658" fmla="*/ 1510319 w 2947832"/>
              <a:gd name="connsiteY2658" fmla="*/ 4000572 h 4821604"/>
              <a:gd name="connsiteX2659" fmla="*/ 1499227 w 2947832"/>
              <a:gd name="connsiteY2659" fmla="*/ 3981318 h 4821604"/>
              <a:gd name="connsiteX2660" fmla="*/ 1499227 w 2947832"/>
              <a:gd name="connsiteY2660" fmla="*/ 3978545 h 4821604"/>
              <a:gd name="connsiteX2661" fmla="*/ 1510319 w 2947832"/>
              <a:gd name="connsiteY2661" fmla="*/ 3959290 h 4821604"/>
              <a:gd name="connsiteX2662" fmla="*/ 1512726 w 2947832"/>
              <a:gd name="connsiteY2662" fmla="*/ 3957930 h 4821604"/>
              <a:gd name="connsiteX2663" fmla="*/ 2751862 w 2947832"/>
              <a:gd name="connsiteY2663" fmla="*/ 3956517 h 4821604"/>
              <a:gd name="connsiteX2664" fmla="*/ 2775563 w 2947832"/>
              <a:gd name="connsiteY2664" fmla="*/ 3956517 h 4821604"/>
              <a:gd name="connsiteX2665" fmla="*/ 2778127 w 2947832"/>
              <a:gd name="connsiteY2665" fmla="*/ 3957982 h 4821604"/>
              <a:gd name="connsiteX2666" fmla="*/ 2789952 w 2947832"/>
              <a:gd name="connsiteY2666" fmla="*/ 3978492 h 4821604"/>
              <a:gd name="connsiteX2667" fmla="*/ 2789952 w 2947832"/>
              <a:gd name="connsiteY2667" fmla="*/ 3981422 h 4821604"/>
              <a:gd name="connsiteX2668" fmla="*/ 2778127 w 2947832"/>
              <a:gd name="connsiteY2668" fmla="*/ 4001932 h 4821604"/>
              <a:gd name="connsiteX2669" fmla="*/ 2775563 w 2947832"/>
              <a:gd name="connsiteY2669" fmla="*/ 4003397 h 4821604"/>
              <a:gd name="connsiteX2670" fmla="*/ 2751862 w 2947832"/>
              <a:gd name="connsiteY2670" fmla="*/ 4003397 h 4821604"/>
              <a:gd name="connsiteX2671" fmla="*/ 2749298 w 2947832"/>
              <a:gd name="connsiteY2671" fmla="*/ 4001932 h 4821604"/>
              <a:gd name="connsiteX2672" fmla="*/ 2737473 w 2947832"/>
              <a:gd name="connsiteY2672" fmla="*/ 3981422 h 4821604"/>
              <a:gd name="connsiteX2673" fmla="*/ 2737473 w 2947832"/>
              <a:gd name="connsiteY2673" fmla="*/ 3978492 h 4821604"/>
              <a:gd name="connsiteX2674" fmla="*/ 2749298 w 2947832"/>
              <a:gd name="connsiteY2674" fmla="*/ 3957982 h 4821604"/>
              <a:gd name="connsiteX2675" fmla="*/ 2751862 w 2947832"/>
              <a:gd name="connsiteY2675" fmla="*/ 3956517 h 4821604"/>
              <a:gd name="connsiteX2676" fmla="*/ 2336689 w 2947832"/>
              <a:gd name="connsiteY2676" fmla="*/ 3952855 h 4821604"/>
              <a:gd name="connsiteX2677" fmla="*/ 2364053 w 2947832"/>
              <a:gd name="connsiteY2677" fmla="*/ 3952855 h 4821604"/>
              <a:gd name="connsiteX2678" fmla="*/ 2366983 w 2947832"/>
              <a:gd name="connsiteY2678" fmla="*/ 3954529 h 4821604"/>
              <a:gd name="connsiteX2679" fmla="*/ 2380692 w 2947832"/>
              <a:gd name="connsiteY2679" fmla="*/ 3978231 h 4821604"/>
              <a:gd name="connsiteX2680" fmla="*/ 2380692 w 2947832"/>
              <a:gd name="connsiteY2680" fmla="*/ 3981632 h 4821604"/>
              <a:gd name="connsiteX2681" fmla="*/ 2366983 w 2947832"/>
              <a:gd name="connsiteY2681" fmla="*/ 4005334 h 4821604"/>
              <a:gd name="connsiteX2682" fmla="*/ 2364053 w 2947832"/>
              <a:gd name="connsiteY2682" fmla="*/ 4007008 h 4821604"/>
              <a:gd name="connsiteX2683" fmla="*/ 2336689 w 2947832"/>
              <a:gd name="connsiteY2683" fmla="*/ 4007008 h 4821604"/>
              <a:gd name="connsiteX2684" fmla="*/ 2333759 w 2947832"/>
              <a:gd name="connsiteY2684" fmla="*/ 4005334 h 4821604"/>
              <a:gd name="connsiteX2685" fmla="*/ 2320051 w 2947832"/>
              <a:gd name="connsiteY2685" fmla="*/ 3981632 h 4821604"/>
              <a:gd name="connsiteX2686" fmla="*/ 2320051 w 2947832"/>
              <a:gd name="connsiteY2686" fmla="*/ 3978231 h 4821604"/>
              <a:gd name="connsiteX2687" fmla="*/ 2333759 w 2947832"/>
              <a:gd name="connsiteY2687" fmla="*/ 3954529 h 4821604"/>
              <a:gd name="connsiteX2688" fmla="*/ 2336689 w 2947832"/>
              <a:gd name="connsiteY2688" fmla="*/ 3952855 h 4821604"/>
              <a:gd name="connsiteX2689" fmla="*/ 2253445 w 2947832"/>
              <a:gd name="connsiteY2689" fmla="*/ 3951599 h 4821604"/>
              <a:gd name="connsiteX2690" fmla="*/ 2282065 w 2947832"/>
              <a:gd name="connsiteY2690" fmla="*/ 3951599 h 4821604"/>
              <a:gd name="connsiteX2691" fmla="*/ 2285152 w 2947832"/>
              <a:gd name="connsiteY2691" fmla="*/ 3953378 h 4821604"/>
              <a:gd name="connsiteX2692" fmla="*/ 2299488 w 2947832"/>
              <a:gd name="connsiteY2692" fmla="*/ 3978179 h 4821604"/>
              <a:gd name="connsiteX2693" fmla="*/ 2299488 w 2947832"/>
              <a:gd name="connsiteY2693" fmla="*/ 3981736 h 4821604"/>
              <a:gd name="connsiteX2694" fmla="*/ 2285152 w 2947832"/>
              <a:gd name="connsiteY2694" fmla="*/ 4006537 h 4821604"/>
              <a:gd name="connsiteX2695" fmla="*/ 2282065 w 2947832"/>
              <a:gd name="connsiteY2695" fmla="*/ 4008316 h 4821604"/>
              <a:gd name="connsiteX2696" fmla="*/ 2253445 w 2947832"/>
              <a:gd name="connsiteY2696" fmla="*/ 4008316 h 4821604"/>
              <a:gd name="connsiteX2697" fmla="*/ 2250358 w 2947832"/>
              <a:gd name="connsiteY2697" fmla="*/ 4006537 h 4821604"/>
              <a:gd name="connsiteX2698" fmla="*/ 2236022 w 2947832"/>
              <a:gd name="connsiteY2698" fmla="*/ 3981736 h 4821604"/>
              <a:gd name="connsiteX2699" fmla="*/ 2236022 w 2947832"/>
              <a:gd name="connsiteY2699" fmla="*/ 3978179 h 4821604"/>
              <a:gd name="connsiteX2700" fmla="*/ 2250358 w 2947832"/>
              <a:gd name="connsiteY2700" fmla="*/ 3953378 h 4821604"/>
              <a:gd name="connsiteX2701" fmla="*/ 2253445 w 2947832"/>
              <a:gd name="connsiteY2701" fmla="*/ 3951599 h 4821604"/>
              <a:gd name="connsiteX2702" fmla="*/ 1757382 w 2947832"/>
              <a:gd name="connsiteY2702" fmla="*/ 3951442 h 4821604"/>
              <a:gd name="connsiteX2703" fmla="*/ 1786159 w 2947832"/>
              <a:gd name="connsiteY2703" fmla="*/ 3951442 h 4821604"/>
              <a:gd name="connsiteX2704" fmla="*/ 1789246 w 2947832"/>
              <a:gd name="connsiteY2704" fmla="*/ 3953221 h 4821604"/>
              <a:gd name="connsiteX2705" fmla="*/ 1803634 w 2947832"/>
              <a:gd name="connsiteY2705" fmla="*/ 3978178 h 4821604"/>
              <a:gd name="connsiteX2706" fmla="*/ 1803634 w 2947832"/>
              <a:gd name="connsiteY2706" fmla="*/ 3981736 h 4821604"/>
              <a:gd name="connsiteX2707" fmla="*/ 1789246 w 2947832"/>
              <a:gd name="connsiteY2707" fmla="*/ 4006694 h 4821604"/>
              <a:gd name="connsiteX2708" fmla="*/ 1786159 w 2947832"/>
              <a:gd name="connsiteY2708" fmla="*/ 4008472 h 4821604"/>
              <a:gd name="connsiteX2709" fmla="*/ 1757382 w 2947832"/>
              <a:gd name="connsiteY2709" fmla="*/ 4008472 h 4821604"/>
              <a:gd name="connsiteX2710" fmla="*/ 1754295 w 2947832"/>
              <a:gd name="connsiteY2710" fmla="*/ 4006694 h 4821604"/>
              <a:gd name="connsiteX2711" fmla="*/ 1739907 w 2947832"/>
              <a:gd name="connsiteY2711" fmla="*/ 3981736 h 4821604"/>
              <a:gd name="connsiteX2712" fmla="*/ 1739907 w 2947832"/>
              <a:gd name="connsiteY2712" fmla="*/ 3978178 h 4821604"/>
              <a:gd name="connsiteX2713" fmla="*/ 1754295 w 2947832"/>
              <a:gd name="connsiteY2713" fmla="*/ 3953221 h 4821604"/>
              <a:gd name="connsiteX2714" fmla="*/ 1757382 w 2947832"/>
              <a:gd name="connsiteY2714" fmla="*/ 3951442 h 4821604"/>
              <a:gd name="connsiteX2715" fmla="*/ 1591679 w 2947832"/>
              <a:gd name="connsiteY2715" fmla="*/ 3950657 h 4821604"/>
              <a:gd name="connsiteX2716" fmla="*/ 1621293 w 2947832"/>
              <a:gd name="connsiteY2716" fmla="*/ 3950657 h 4821604"/>
              <a:gd name="connsiteX2717" fmla="*/ 1624485 w 2947832"/>
              <a:gd name="connsiteY2717" fmla="*/ 3952488 h 4821604"/>
              <a:gd name="connsiteX2718" fmla="*/ 1639292 w 2947832"/>
              <a:gd name="connsiteY2718" fmla="*/ 3978126 h 4821604"/>
              <a:gd name="connsiteX2719" fmla="*/ 1639292 w 2947832"/>
              <a:gd name="connsiteY2719" fmla="*/ 3981788 h 4821604"/>
              <a:gd name="connsiteX2720" fmla="*/ 1624485 w 2947832"/>
              <a:gd name="connsiteY2720" fmla="*/ 4007426 h 4821604"/>
              <a:gd name="connsiteX2721" fmla="*/ 1621293 w 2947832"/>
              <a:gd name="connsiteY2721" fmla="*/ 4009257 h 4821604"/>
              <a:gd name="connsiteX2722" fmla="*/ 1591679 w 2947832"/>
              <a:gd name="connsiteY2722" fmla="*/ 4009257 h 4821604"/>
              <a:gd name="connsiteX2723" fmla="*/ 1588488 w 2947832"/>
              <a:gd name="connsiteY2723" fmla="*/ 4007426 h 4821604"/>
              <a:gd name="connsiteX2724" fmla="*/ 1573681 w 2947832"/>
              <a:gd name="connsiteY2724" fmla="*/ 3981788 h 4821604"/>
              <a:gd name="connsiteX2725" fmla="*/ 1573681 w 2947832"/>
              <a:gd name="connsiteY2725" fmla="*/ 3978126 h 4821604"/>
              <a:gd name="connsiteX2726" fmla="*/ 1588488 w 2947832"/>
              <a:gd name="connsiteY2726" fmla="*/ 3952488 h 4821604"/>
              <a:gd name="connsiteX2727" fmla="*/ 1591679 w 2947832"/>
              <a:gd name="connsiteY2727" fmla="*/ 3950657 h 4821604"/>
              <a:gd name="connsiteX2728" fmla="*/ 1673353 w 2947832"/>
              <a:gd name="connsiteY2728" fmla="*/ 3948669 h 4821604"/>
              <a:gd name="connsiteX2729" fmla="*/ 1704955 w 2947832"/>
              <a:gd name="connsiteY2729" fmla="*/ 3948669 h 4821604"/>
              <a:gd name="connsiteX2730" fmla="*/ 1708356 w 2947832"/>
              <a:gd name="connsiteY2730" fmla="*/ 3950605 h 4821604"/>
              <a:gd name="connsiteX2731" fmla="*/ 1724157 w 2947832"/>
              <a:gd name="connsiteY2731" fmla="*/ 3977969 h 4821604"/>
              <a:gd name="connsiteX2732" fmla="*/ 1724157 w 2947832"/>
              <a:gd name="connsiteY2732" fmla="*/ 3981893 h 4821604"/>
              <a:gd name="connsiteX2733" fmla="*/ 1708356 w 2947832"/>
              <a:gd name="connsiteY2733" fmla="*/ 4009258 h 4821604"/>
              <a:gd name="connsiteX2734" fmla="*/ 1704955 w 2947832"/>
              <a:gd name="connsiteY2734" fmla="*/ 4011194 h 4821604"/>
              <a:gd name="connsiteX2735" fmla="*/ 1673353 w 2947832"/>
              <a:gd name="connsiteY2735" fmla="*/ 4011194 h 4821604"/>
              <a:gd name="connsiteX2736" fmla="*/ 1669952 w 2947832"/>
              <a:gd name="connsiteY2736" fmla="*/ 4009258 h 4821604"/>
              <a:gd name="connsiteX2737" fmla="*/ 1654151 w 2947832"/>
              <a:gd name="connsiteY2737" fmla="*/ 3981893 h 4821604"/>
              <a:gd name="connsiteX2738" fmla="*/ 1654151 w 2947832"/>
              <a:gd name="connsiteY2738" fmla="*/ 3977969 h 4821604"/>
              <a:gd name="connsiteX2739" fmla="*/ 1669952 w 2947832"/>
              <a:gd name="connsiteY2739" fmla="*/ 3950605 h 4821604"/>
              <a:gd name="connsiteX2740" fmla="*/ 1673353 w 2947832"/>
              <a:gd name="connsiteY2740" fmla="*/ 3948669 h 4821604"/>
              <a:gd name="connsiteX2741" fmla="*/ 529600 w 2947832"/>
              <a:gd name="connsiteY2741" fmla="*/ 3892789 h 4821604"/>
              <a:gd name="connsiteX2742" fmla="*/ 534152 w 2947832"/>
              <a:gd name="connsiteY2742" fmla="*/ 3892789 h 4821604"/>
              <a:gd name="connsiteX2743" fmla="*/ 534623 w 2947832"/>
              <a:gd name="connsiteY2743" fmla="*/ 3893051 h 4821604"/>
              <a:gd name="connsiteX2744" fmla="*/ 536873 w 2947832"/>
              <a:gd name="connsiteY2744" fmla="*/ 3896975 h 4821604"/>
              <a:gd name="connsiteX2745" fmla="*/ 536873 w 2947832"/>
              <a:gd name="connsiteY2745" fmla="*/ 3897550 h 4821604"/>
              <a:gd name="connsiteX2746" fmla="*/ 534623 w 2947832"/>
              <a:gd name="connsiteY2746" fmla="*/ 3901475 h 4821604"/>
              <a:gd name="connsiteX2747" fmla="*/ 534152 w 2947832"/>
              <a:gd name="connsiteY2747" fmla="*/ 3901736 h 4821604"/>
              <a:gd name="connsiteX2748" fmla="*/ 529600 w 2947832"/>
              <a:gd name="connsiteY2748" fmla="*/ 3901736 h 4821604"/>
              <a:gd name="connsiteX2749" fmla="*/ 529129 w 2947832"/>
              <a:gd name="connsiteY2749" fmla="*/ 3901475 h 4821604"/>
              <a:gd name="connsiteX2750" fmla="*/ 526880 w 2947832"/>
              <a:gd name="connsiteY2750" fmla="*/ 3897550 h 4821604"/>
              <a:gd name="connsiteX2751" fmla="*/ 526880 w 2947832"/>
              <a:gd name="connsiteY2751" fmla="*/ 3896975 h 4821604"/>
              <a:gd name="connsiteX2752" fmla="*/ 529129 w 2947832"/>
              <a:gd name="connsiteY2752" fmla="*/ 3893051 h 4821604"/>
              <a:gd name="connsiteX2753" fmla="*/ 529600 w 2947832"/>
              <a:gd name="connsiteY2753" fmla="*/ 3892789 h 4821604"/>
              <a:gd name="connsiteX2754" fmla="*/ 691013 w 2947832"/>
              <a:gd name="connsiteY2754" fmla="*/ 3884889 h 4821604"/>
              <a:gd name="connsiteX2755" fmla="*/ 703518 w 2947832"/>
              <a:gd name="connsiteY2755" fmla="*/ 3884889 h 4821604"/>
              <a:gd name="connsiteX2756" fmla="*/ 704878 w 2947832"/>
              <a:gd name="connsiteY2756" fmla="*/ 3885674 h 4821604"/>
              <a:gd name="connsiteX2757" fmla="*/ 711104 w 2947832"/>
              <a:gd name="connsiteY2757" fmla="*/ 3896505 h 4821604"/>
              <a:gd name="connsiteX2758" fmla="*/ 711104 w 2947832"/>
              <a:gd name="connsiteY2758" fmla="*/ 3898074 h 4821604"/>
              <a:gd name="connsiteX2759" fmla="*/ 704878 w 2947832"/>
              <a:gd name="connsiteY2759" fmla="*/ 3908905 h 4821604"/>
              <a:gd name="connsiteX2760" fmla="*/ 703518 w 2947832"/>
              <a:gd name="connsiteY2760" fmla="*/ 3909690 h 4821604"/>
              <a:gd name="connsiteX2761" fmla="*/ 691013 w 2947832"/>
              <a:gd name="connsiteY2761" fmla="*/ 3909690 h 4821604"/>
              <a:gd name="connsiteX2762" fmla="*/ 689652 w 2947832"/>
              <a:gd name="connsiteY2762" fmla="*/ 3908905 h 4821604"/>
              <a:gd name="connsiteX2763" fmla="*/ 683426 w 2947832"/>
              <a:gd name="connsiteY2763" fmla="*/ 3898074 h 4821604"/>
              <a:gd name="connsiteX2764" fmla="*/ 683426 w 2947832"/>
              <a:gd name="connsiteY2764" fmla="*/ 3896505 h 4821604"/>
              <a:gd name="connsiteX2765" fmla="*/ 689652 w 2947832"/>
              <a:gd name="connsiteY2765" fmla="*/ 3885674 h 4821604"/>
              <a:gd name="connsiteX2766" fmla="*/ 691013 w 2947832"/>
              <a:gd name="connsiteY2766" fmla="*/ 3884889 h 4821604"/>
              <a:gd name="connsiteX2767" fmla="*/ 607246 w 2947832"/>
              <a:gd name="connsiteY2767" fmla="*/ 3882848 h 4821604"/>
              <a:gd name="connsiteX2768" fmla="*/ 621844 w 2947832"/>
              <a:gd name="connsiteY2768" fmla="*/ 3882848 h 4821604"/>
              <a:gd name="connsiteX2769" fmla="*/ 623413 w 2947832"/>
              <a:gd name="connsiteY2769" fmla="*/ 3883737 h 4821604"/>
              <a:gd name="connsiteX2770" fmla="*/ 630739 w 2947832"/>
              <a:gd name="connsiteY2770" fmla="*/ 3896399 h 4821604"/>
              <a:gd name="connsiteX2771" fmla="*/ 630739 w 2947832"/>
              <a:gd name="connsiteY2771" fmla="*/ 3898231 h 4821604"/>
              <a:gd name="connsiteX2772" fmla="*/ 623413 w 2947832"/>
              <a:gd name="connsiteY2772" fmla="*/ 3910892 h 4821604"/>
              <a:gd name="connsiteX2773" fmla="*/ 621844 w 2947832"/>
              <a:gd name="connsiteY2773" fmla="*/ 3911782 h 4821604"/>
              <a:gd name="connsiteX2774" fmla="*/ 607246 w 2947832"/>
              <a:gd name="connsiteY2774" fmla="*/ 3911782 h 4821604"/>
              <a:gd name="connsiteX2775" fmla="*/ 605677 w 2947832"/>
              <a:gd name="connsiteY2775" fmla="*/ 3910892 h 4821604"/>
              <a:gd name="connsiteX2776" fmla="*/ 598351 w 2947832"/>
              <a:gd name="connsiteY2776" fmla="*/ 3898231 h 4821604"/>
              <a:gd name="connsiteX2777" fmla="*/ 598351 w 2947832"/>
              <a:gd name="connsiteY2777" fmla="*/ 3896399 h 4821604"/>
              <a:gd name="connsiteX2778" fmla="*/ 605677 w 2947832"/>
              <a:gd name="connsiteY2778" fmla="*/ 3883737 h 4821604"/>
              <a:gd name="connsiteX2779" fmla="*/ 607246 w 2947832"/>
              <a:gd name="connsiteY2779" fmla="*/ 3882848 h 4821604"/>
              <a:gd name="connsiteX2780" fmla="*/ 772426 w 2947832"/>
              <a:gd name="connsiteY2780" fmla="*/ 3882587 h 4821604"/>
              <a:gd name="connsiteX2781" fmla="*/ 787233 w 2947832"/>
              <a:gd name="connsiteY2781" fmla="*/ 3882587 h 4821604"/>
              <a:gd name="connsiteX2782" fmla="*/ 788803 w 2947832"/>
              <a:gd name="connsiteY2782" fmla="*/ 3883529 h 4821604"/>
              <a:gd name="connsiteX2783" fmla="*/ 796232 w 2947832"/>
              <a:gd name="connsiteY2783" fmla="*/ 3896348 h 4821604"/>
              <a:gd name="connsiteX2784" fmla="*/ 796232 w 2947832"/>
              <a:gd name="connsiteY2784" fmla="*/ 3898179 h 4821604"/>
              <a:gd name="connsiteX2785" fmla="*/ 788803 w 2947832"/>
              <a:gd name="connsiteY2785" fmla="*/ 3910998 h 4821604"/>
              <a:gd name="connsiteX2786" fmla="*/ 787233 w 2947832"/>
              <a:gd name="connsiteY2786" fmla="*/ 3911940 h 4821604"/>
              <a:gd name="connsiteX2787" fmla="*/ 772426 w 2947832"/>
              <a:gd name="connsiteY2787" fmla="*/ 3911940 h 4821604"/>
              <a:gd name="connsiteX2788" fmla="*/ 770856 w 2947832"/>
              <a:gd name="connsiteY2788" fmla="*/ 3910998 h 4821604"/>
              <a:gd name="connsiteX2789" fmla="*/ 763426 w 2947832"/>
              <a:gd name="connsiteY2789" fmla="*/ 3898179 h 4821604"/>
              <a:gd name="connsiteX2790" fmla="*/ 763426 w 2947832"/>
              <a:gd name="connsiteY2790" fmla="*/ 3896348 h 4821604"/>
              <a:gd name="connsiteX2791" fmla="*/ 770856 w 2947832"/>
              <a:gd name="connsiteY2791" fmla="*/ 3883529 h 4821604"/>
              <a:gd name="connsiteX2792" fmla="*/ 772426 w 2947832"/>
              <a:gd name="connsiteY2792" fmla="*/ 3882587 h 4821604"/>
              <a:gd name="connsiteX2793" fmla="*/ 937082 w 2947832"/>
              <a:gd name="connsiteY2793" fmla="*/ 3881279 h 4821604"/>
              <a:gd name="connsiteX2794" fmla="*/ 953250 w 2947832"/>
              <a:gd name="connsiteY2794" fmla="*/ 3881279 h 4821604"/>
              <a:gd name="connsiteX2795" fmla="*/ 954976 w 2947832"/>
              <a:gd name="connsiteY2795" fmla="*/ 3882273 h 4821604"/>
              <a:gd name="connsiteX2796" fmla="*/ 963086 w 2947832"/>
              <a:gd name="connsiteY2796" fmla="*/ 3896295 h 4821604"/>
              <a:gd name="connsiteX2797" fmla="*/ 963086 w 2947832"/>
              <a:gd name="connsiteY2797" fmla="*/ 3898284 h 4821604"/>
              <a:gd name="connsiteX2798" fmla="*/ 954976 w 2947832"/>
              <a:gd name="connsiteY2798" fmla="*/ 3912306 h 4821604"/>
              <a:gd name="connsiteX2799" fmla="*/ 953250 w 2947832"/>
              <a:gd name="connsiteY2799" fmla="*/ 3913300 h 4821604"/>
              <a:gd name="connsiteX2800" fmla="*/ 937082 w 2947832"/>
              <a:gd name="connsiteY2800" fmla="*/ 3913300 h 4821604"/>
              <a:gd name="connsiteX2801" fmla="*/ 935356 w 2947832"/>
              <a:gd name="connsiteY2801" fmla="*/ 3912306 h 4821604"/>
              <a:gd name="connsiteX2802" fmla="*/ 927245 w 2947832"/>
              <a:gd name="connsiteY2802" fmla="*/ 3898284 h 4821604"/>
              <a:gd name="connsiteX2803" fmla="*/ 927245 w 2947832"/>
              <a:gd name="connsiteY2803" fmla="*/ 3896295 h 4821604"/>
              <a:gd name="connsiteX2804" fmla="*/ 935356 w 2947832"/>
              <a:gd name="connsiteY2804" fmla="*/ 3882273 h 4821604"/>
              <a:gd name="connsiteX2805" fmla="*/ 937082 w 2947832"/>
              <a:gd name="connsiteY2805" fmla="*/ 3881279 h 4821604"/>
              <a:gd name="connsiteX2806" fmla="*/ 854362 w 2947832"/>
              <a:gd name="connsiteY2806" fmla="*/ 3881069 h 4821604"/>
              <a:gd name="connsiteX2807" fmla="*/ 870738 w 2947832"/>
              <a:gd name="connsiteY2807" fmla="*/ 3881069 h 4821604"/>
              <a:gd name="connsiteX2808" fmla="*/ 872518 w 2947832"/>
              <a:gd name="connsiteY2808" fmla="*/ 3882063 h 4821604"/>
              <a:gd name="connsiteX2809" fmla="*/ 880732 w 2947832"/>
              <a:gd name="connsiteY2809" fmla="*/ 3896242 h 4821604"/>
              <a:gd name="connsiteX2810" fmla="*/ 880732 w 2947832"/>
              <a:gd name="connsiteY2810" fmla="*/ 3898283 h 4821604"/>
              <a:gd name="connsiteX2811" fmla="*/ 872518 w 2947832"/>
              <a:gd name="connsiteY2811" fmla="*/ 3912462 h 4821604"/>
              <a:gd name="connsiteX2812" fmla="*/ 870738 w 2947832"/>
              <a:gd name="connsiteY2812" fmla="*/ 3913456 h 4821604"/>
              <a:gd name="connsiteX2813" fmla="*/ 854362 w 2947832"/>
              <a:gd name="connsiteY2813" fmla="*/ 3913456 h 4821604"/>
              <a:gd name="connsiteX2814" fmla="*/ 852583 w 2947832"/>
              <a:gd name="connsiteY2814" fmla="*/ 3912462 h 4821604"/>
              <a:gd name="connsiteX2815" fmla="*/ 844368 w 2947832"/>
              <a:gd name="connsiteY2815" fmla="*/ 3898283 h 4821604"/>
              <a:gd name="connsiteX2816" fmla="*/ 844368 w 2947832"/>
              <a:gd name="connsiteY2816" fmla="*/ 3896242 h 4821604"/>
              <a:gd name="connsiteX2817" fmla="*/ 852583 w 2947832"/>
              <a:gd name="connsiteY2817" fmla="*/ 3882063 h 4821604"/>
              <a:gd name="connsiteX2818" fmla="*/ 854362 w 2947832"/>
              <a:gd name="connsiteY2818" fmla="*/ 3881069 h 4821604"/>
              <a:gd name="connsiteX2819" fmla="*/ 2424641 w 2947832"/>
              <a:gd name="connsiteY2819" fmla="*/ 3880703 h 4821604"/>
              <a:gd name="connsiteX2820" fmla="*/ 2441384 w 2947832"/>
              <a:gd name="connsiteY2820" fmla="*/ 3880703 h 4821604"/>
              <a:gd name="connsiteX2821" fmla="*/ 2443162 w 2947832"/>
              <a:gd name="connsiteY2821" fmla="*/ 3881749 h 4821604"/>
              <a:gd name="connsiteX2822" fmla="*/ 2451534 w 2947832"/>
              <a:gd name="connsiteY2822" fmla="*/ 3896243 h 4821604"/>
              <a:gd name="connsiteX2823" fmla="*/ 2451534 w 2947832"/>
              <a:gd name="connsiteY2823" fmla="*/ 3898335 h 4821604"/>
              <a:gd name="connsiteX2824" fmla="*/ 2443162 w 2947832"/>
              <a:gd name="connsiteY2824" fmla="*/ 3912829 h 4821604"/>
              <a:gd name="connsiteX2825" fmla="*/ 2441384 w 2947832"/>
              <a:gd name="connsiteY2825" fmla="*/ 3913875 h 4821604"/>
              <a:gd name="connsiteX2826" fmla="*/ 2424641 w 2947832"/>
              <a:gd name="connsiteY2826" fmla="*/ 3913875 h 4821604"/>
              <a:gd name="connsiteX2827" fmla="*/ 2422862 w 2947832"/>
              <a:gd name="connsiteY2827" fmla="*/ 3912829 h 4821604"/>
              <a:gd name="connsiteX2828" fmla="*/ 2414490 w 2947832"/>
              <a:gd name="connsiteY2828" fmla="*/ 3898335 h 4821604"/>
              <a:gd name="connsiteX2829" fmla="*/ 2414490 w 2947832"/>
              <a:gd name="connsiteY2829" fmla="*/ 3896243 h 4821604"/>
              <a:gd name="connsiteX2830" fmla="*/ 2422862 w 2947832"/>
              <a:gd name="connsiteY2830" fmla="*/ 3881749 h 4821604"/>
              <a:gd name="connsiteX2831" fmla="*/ 2424641 w 2947832"/>
              <a:gd name="connsiteY2831" fmla="*/ 3880703 h 4821604"/>
              <a:gd name="connsiteX2832" fmla="*/ 1515133 w 2947832"/>
              <a:gd name="connsiteY2832" fmla="*/ 3880075 h 4821604"/>
              <a:gd name="connsiteX2833" fmla="*/ 1532451 w 2947832"/>
              <a:gd name="connsiteY2833" fmla="*/ 3880075 h 4821604"/>
              <a:gd name="connsiteX2834" fmla="*/ 1534335 w 2947832"/>
              <a:gd name="connsiteY2834" fmla="*/ 3881174 h 4821604"/>
              <a:gd name="connsiteX2835" fmla="*/ 1543020 w 2947832"/>
              <a:gd name="connsiteY2835" fmla="*/ 3896190 h 4821604"/>
              <a:gd name="connsiteX2836" fmla="*/ 1543020 w 2947832"/>
              <a:gd name="connsiteY2836" fmla="*/ 3898335 h 4821604"/>
              <a:gd name="connsiteX2837" fmla="*/ 1534335 w 2947832"/>
              <a:gd name="connsiteY2837" fmla="*/ 3913352 h 4821604"/>
              <a:gd name="connsiteX2838" fmla="*/ 1532451 w 2947832"/>
              <a:gd name="connsiteY2838" fmla="*/ 3914450 h 4821604"/>
              <a:gd name="connsiteX2839" fmla="*/ 1515133 w 2947832"/>
              <a:gd name="connsiteY2839" fmla="*/ 3914450 h 4821604"/>
              <a:gd name="connsiteX2840" fmla="*/ 1513249 w 2947832"/>
              <a:gd name="connsiteY2840" fmla="*/ 3913352 h 4821604"/>
              <a:gd name="connsiteX2841" fmla="*/ 1504564 w 2947832"/>
              <a:gd name="connsiteY2841" fmla="*/ 3898335 h 4821604"/>
              <a:gd name="connsiteX2842" fmla="*/ 1504564 w 2947832"/>
              <a:gd name="connsiteY2842" fmla="*/ 3896190 h 4821604"/>
              <a:gd name="connsiteX2843" fmla="*/ 1513249 w 2947832"/>
              <a:gd name="connsiteY2843" fmla="*/ 3881174 h 4821604"/>
              <a:gd name="connsiteX2844" fmla="*/ 1515133 w 2947832"/>
              <a:gd name="connsiteY2844" fmla="*/ 3880075 h 4821604"/>
              <a:gd name="connsiteX2845" fmla="*/ 1349220 w 2947832"/>
              <a:gd name="connsiteY2845" fmla="*/ 3878924 h 4821604"/>
              <a:gd name="connsiteX2846" fmla="*/ 1367794 w 2947832"/>
              <a:gd name="connsiteY2846" fmla="*/ 3878924 h 4821604"/>
              <a:gd name="connsiteX2847" fmla="*/ 1369782 w 2947832"/>
              <a:gd name="connsiteY2847" fmla="*/ 3880075 h 4821604"/>
              <a:gd name="connsiteX2848" fmla="*/ 1379043 w 2947832"/>
              <a:gd name="connsiteY2848" fmla="*/ 3896138 h 4821604"/>
              <a:gd name="connsiteX2849" fmla="*/ 1379043 w 2947832"/>
              <a:gd name="connsiteY2849" fmla="*/ 3898440 h 4821604"/>
              <a:gd name="connsiteX2850" fmla="*/ 1369782 w 2947832"/>
              <a:gd name="connsiteY2850" fmla="*/ 3914503 h 4821604"/>
              <a:gd name="connsiteX2851" fmla="*/ 1367794 w 2947832"/>
              <a:gd name="connsiteY2851" fmla="*/ 3915654 h 4821604"/>
              <a:gd name="connsiteX2852" fmla="*/ 1349220 w 2947832"/>
              <a:gd name="connsiteY2852" fmla="*/ 3915654 h 4821604"/>
              <a:gd name="connsiteX2853" fmla="*/ 1347232 w 2947832"/>
              <a:gd name="connsiteY2853" fmla="*/ 3914503 h 4821604"/>
              <a:gd name="connsiteX2854" fmla="*/ 1337971 w 2947832"/>
              <a:gd name="connsiteY2854" fmla="*/ 3898440 h 4821604"/>
              <a:gd name="connsiteX2855" fmla="*/ 1337971 w 2947832"/>
              <a:gd name="connsiteY2855" fmla="*/ 3896138 h 4821604"/>
              <a:gd name="connsiteX2856" fmla="*/ 1347232 w 2947832"/>
              <a:gd name="connsiteY2856" fmla="*/ 3880075 h 4821604"/>
              <a:gd name="connsiteX2857" fmla="*/ 1349220 w 2947832"/>
              <a:gd name="connsiteY2857" fmla="*/ 3878924 h 4821604"/>
              <a:gd name="connsiteX2858" fmla="*/ 2340979 w 2947832"/>
              <a:gd name="connsiteY2858" fmla="*/ 3878715 h 4821604"/>
              <a:gd name="connsiteX2859" fmla="*/ 2359710 w 2947832"/>
              <a:gd name="connsiteY2859" fmla="*/ 3878715 h 4821604"/>
              <a:gd name="connsiteX2860" fmla="*/ 2361698 w 2947832"/>
              <a:gd name="connsiteY2860" fmla="*/ 3879866 h 4821604"/>
              <a:gd name="connsiteX2861" fmla="*/ 2371064 w 2947832"/>
              <a:gd name="connsiteY2861" fmla="*/ 3896086 h 4821604"/>
              <a:gd name="connsiteX2862" fmla="*/ 2371064 w 2947832"/>
              <a:gd name="connsiteY2862" fmla="*/ 3898388 h 4821604"/>
              <a:gd name="connsiteX2863" fmla="*/ 2361698 w 2947832"/>
              <a:gd name="connsiteY2863" fmla="*/ 3914608 h 4821604"/>
              <a:gd name="connsiteX2864" fmla="*/ 2359710 w 2947832"/>
              <a:gd name="connsiteY2864" fmla="*/ 3915759 h 4821604"/>
              <a:gd name="connsiteX2865" fmla="*/ 2340979 w 2947832"/>
              <a:gd name="connsiteY2865" fmla="*/ 3915759 h 4821604"/>
              <a:gd name="connsiteX2866" fmla="*/ 2338991 w 2947832"/>
              <a:gd name="connsiteY2866" fmla="*/ 3914608 h 4821604"/>
              <a:gd name="connsiteX2867" fmla="*/ 2329625 w 2947832"/>
              <a:gd name="connsiteY2867" fmla="*/ 3898388 h 4821604"/>
              <a:gd name="connsiteX2868" fmla="*/ 2329625 w 2947832"/>
              <a:gd name="connsiteY2868" fmla="*/ 3896086 h 4821604"/>
              <a:gd name="connsiteX2869" fmla="*/ 2338991 w 2947832"/>
              <a:gd name="connsiteY2869" fmla="*/ 3879866 h 4821604"/>
              <a:gd name="connsiteX2870" fmla="*/ 2340979 w 2947832"/>
              <a:gd name="connsiteY2870" fmla="*/ 3878715 h 4821604"/>
              <a:gd name="connsiteX2871" fmla="*/ 1266447 w 2947832"/>
              <a:gd name="connsiteY2871" fmla="*/ 3878662 h 4821604"/>
              <a:gd name="connsiteX2872" fmla="*/ 1285231 w 2947832"/>
              <a:gd name="connsiteY2872" fmla="*/ 3878662 h 4821604"/>
              <a:gd name="connsiteX2873" fmla="*/ 1287271 w 2947832"/>
              <a:gd name="connsiteY2873" fmla="*/ 3879813 h 4821604"/>
              <a:gd name="connsiteX2874" fmla="*/ 1296689 w 2947832"/>
              <a:gd name="connsiteY2874" fmla="*/ 3896085 h 4821604"/>
              <a:gd name="connsiteX2875" fmla="*/ 1296689 w 2947832"/>
              <a:gd name="connsiteY2875" fmla="*/ 3898387 h 4821604"/>
              <a:gd name="connsiteX2876" fmla="*/ 1287271 w 2947832"/>
              <a:gd name="connsiteY2876" fmla="*/ 3914659 h 4821604"/>
              <a:gd name="connsiteX2877" fmla="*/ 1285231 w 2947832"/>
              <a:gd name="connsiteY2877" fmla="*/ 3915811 h 4821604"/>
              <a:gd name="connsiteX2878" fmla="*/ 1266447 w 2947832"/>
              <a:gd name="connsiteY2878" fmla="*/ 3915811 h 4821604"/>
              <a:gd name="connsiteX2879" fmla="*/ 1264407 w 2947832"/>
              <a:gd name="connsiteY2879" fmla="*/ 3914659 h 4821604"/>
              <a:gd name="connsiteX2880" fmla="*/ 1254989 w 2947832"/>
              <a:gd name="connsiteY2880" fmla="*/ 3898387 h 4821604"/>
              <a:gd name="connsiteX2881" fmla="*/ 1254989 w 2947832"/>
              <a:gd name="connsiteY2881" fmla="*/ 3896085 h 4821604"/>
              <a:gd name="connsiteX2882" fmla="*/ 1264407 w 2947832"/>
              <a:gd name="connsiteY2882" fmla="*/ 3879813 h 4821604"/>
              <a:gd name="connsiteX2883" fmla="*/ 1266447 w 2947832"/>
              <a:gd name="connsiteY2883" fmla="*/ 3878662 h 4821604"/>
              <a:gd name="connsiteX2884" fmla="*/ 1018285 w 2947832"/>
              <a:gd name="connsiteY2884" fmla="*/ 3878349 h 4821604"/>
              <a:gd name="connsiteX2885" fmla="*/ 1037383 w 2947832"/>
              <a:gd name="connsiteY2885" fmla="*/ 3878349 h 4821604"/>
              <a:gd name="connsiteX2886" fmla="*/ 1039423 w 2947832"/>
              <a:gd name="connsiteY2886" fmla="*/ 3879553 h 4821604"/>
              <a:gd name="connsiteX2887" fmla="*/ 1048998 w 2947832"/>
              <a:gd name="connsiteY2887" fmla="*/ 3896086 h 4821604"/>
              <a:gd name="connsiteX2888" fmla="*/ 1048998 w 2947832"/>
              <a:gd name="connsiteY2888" fmla="*/ 3898441 h 4821604"/>
              <a:gd name="connsiteX2889" fmla="*/ 1039423 w 2947832"/>
              <a:gd name="connsiteY2889" fmla="*/ 3914974 h 4821604"/>
              <a:gd name="connsiteX2890" fmla="*/ 1037383 w 2947832"/>
              <a:gd name="connsiteY2890" fmla="*/ 3916178 h 4821604"/>
              <a:gd name="connsiteX2891" fmla="*/ 1018285 w 2947832"/>
              <a:gd name="connsiteY2891" fmla="*/ 3916178 h 4821604"/>
              <a:gd name="connsiteX2892" fmla="*/ 1016244 w 2947832"/>
              <a:gd name="connsiteY2892" fmla="*/ 3914974 h 4821604"/>
              <a:gd name="connsiteX2893" fmla="*/ 1006669 w 2947832"/>
              <a:gd name="connsiteY2893" fmla="*/ 3898441 h 4821604"/>
              <a:gd name="connsiteX2894" fmla="*/ 1006669 w 2947832"/>
              <a:gd name="connsiteY2894" fmla="*/ 3896086 h 4821604"/>
              <a:gd name="connsiteX2895" fmla="*/ 1016244 w 2947832"/>
              <a:gd name="connsiteY2895" fmla="*/ 3879553 h 4821604"/>
              <a:gd name="connsiteX2896" fmla="*/ 1018285 w 2947832"/>
              <a:gd name="connsiteY2896" fmla="*/ 3878349 h 4821604"/>
              <a:gd name="connsiteX2897" fmla="*/ 1927480 w 2947832"/>
              <a:gd name="connsiteY2897" fmla="*/ 3878139 h 4821604"/>
              <a:gd name="connsiteX2898" fmla="*/ 1946787 w 2947832"/>
              <a:gd name="connsiteY2898" fmla="*/ 3878139 h 4821604"/>
              <a:gd name="connsiteX2899" fmla="*/ 1948880 w 2947832"/>
              <a:gd name="connsiteY2899" fmla="*/ 3879342 h 4821604"/>
              <a:gd name="connsiteX2900" fmla="*/ 1958559 w 2947832"/>
              <a:gd name="connsiteY2900" fmla="*/ 3896085 h 4821604"/>
              <a:gd name="connsiteX2901" fmla="*/ 1958559 w 2947832"/>
              <a:gd name="connsiteY2901" fmla="*/ 3898492 h 4821604"/>
              <a:gd name="connsiteX2902" fmla="*/ 1948880 w 2947832"/>
              <a:gd name="connsiteY2902" fmla="*/ 3915235 h 4821604"/>
              <a:gd name="connsiteX2903" fmla="*/ 1946787 w 2947832"/>
              <a:gd name="connsiteY2903" fmla="*/ 3916439 h 4821604"/>
              <a:gd name="connsiteX2904" fmla="*/ 1927480 w 2947832"/>
              <a:gd name="connsiteY2904" fmla="*/ 3916439 h 4821604"/>
              <a:gd name="connsiteX2905" fmla="*/ 1925387 w 2947832"/>
              <a:gd name="connsiteY2905" fmla="*/ 3915235 h 4821604"/>
              <a:gd name="connsiteX2906" fmla="*/ 1915708 w 2947832"/>
              <a:gd name="connsiteY2906" fmla="*/ 3898492 h 4821604"/>
              <a:gd name="connsiteX2907" fmla="*/ 1915708 w 2947832"/>
              <a:gd name="connsiteY2907" fmla="*/ 3896085 h 4821604"/>
              <a:gd name="connsiteX2908" fmla="*/ 1925387 w 2947832"/>
              <a:gd name="connsiteY2908" fmla="*/ 3879342 h 4821604"/>
              <a:gd name="connsiteX2909" fmla="*/ 1927480 w 2947832"/>
              <a:gd name="connsiteY2909" fmla="*/ 3878139 h 4821604"/>
              <a:gd name="connsiteX2910" fmla="*/ 1183255 w 2947832"/>
              <a:gd name="connsiteY2910" fmla="*/ 3877721 h 4821604"/>
              <a:gd name="connsiteX2911" fmla="*/ 1203033 w 2947832"/>
              <a:gd name="connsiteY2911" fmla="*/ 3877721 h 4821604"/>
              <a:gd name="connsiteX2912" fmla="*/ 1205126 w 2947832"/>
              <a:gd name="connsiteY2912" fmla="*/ 3878925 h 4821604"/>
              <a:gd name="connsiteX2913" fmla="*/ 1215015 w 2947832"/>
              <a:gd name="connsiteY2913" fmla="*/ 3896034 h 4821604"/>
              <a:gd name="connsiteX2914" fmla="*/ 1215015 w 2947832"/>
              <a:gd name="connsiteY2914" fmla="*/ 3898493 h 4821604"/>
              <a:gd name="connsiteX2915" fmla="*/ 1205126 w 2947832"/>
              <a:gd name="connsiteY2915" fmla="*/ 3915602 h 4821604"/>
              <a:gd name="connsiteX2916" fmla="*/ 1203033 w 2947832"/>
              <a:gd name="connsiteY2916" fmla="*/ 3916806 h 4821604"/>
              <a:gd name="connsiteX2917" fmla="*/ 1183255 w 2947832"/>
              <a:gd name="connsiteY2917" fmla="*/ 3916806 h 4821604"/>
              <a:gd name="connsiteX2918" fmla="*/ 1181163 w 2947832"/>
              <a:gd name="connsiteY2918" fmla="*/ 3915602 h 4821604"/>
              <a:gd name="connsiteX2919" fmla="*/ 1171274 w 2947832"/>
              <a:gd name="connsiteY2919" fmla="*/ 3898493 h 4821604"/>
              <a:gd name="connsiteX2920" fmla="*/ 1171274 w 2947832"/>
              <a:gd name="connsiteY2920" fmla="*/ 3896034 h 4821604"/>
              <a:gd name="connsiteX2921" fmla="*/ 1181163 w 2947832"/>
              <a:gd name="connsiteY2921" fmla="*/ 3878925 h 4821604"/>
              <a:gd name="connsiteX2922" fmla="*/ 1183255 w 2947832"/>
              <a:gd name="connsiteY2922" fmla="*/ 3877721 h 4821604"/>
              <a:gd name="connsiteX2923" fmla="*/ 2587990 w 2947832"/>
              <a:gd name="connsiteY2923" fmla="*/ 3876727 h 4821604"/>
              <a:gd name="connsiteX2924" fmla="*/ 2608761 w 2947832"/>
              <a:gd name="connsiteY2924" fmla="*/ 3876727 h 4821604"/>
              <a:gd name="connsiteX2925" fmla="*/ 2611012 w 2947832"/>
              <a:gd name="connsiteY2925" fmla="*/ 3878035 h 4821604"/>
              <a:gd name="connsiteX2926" fmla="*/ 2621424 w 2947832"/>
              <a:gd name="connsiteY2926" fmla="*/ 3896034 h 4821604"/>
              <a:gd name="connsiteX2927" fmla="*/ 2621424 w 2947832"/>
              <a:gd name="connsiteY2927" fmla="*/ 3898597 h 4821604"/>
              <a:gd name="connsiteX2928" fmla="*/ 2611012 w 2947832"/>
              <a:gd name="connsiteY2928" fmla="*/ 3916596 h 4821604"/>
              <a:gd name="connsiteX2929" fmla="*/ 2608761 w 2947832"/>
              <a:gd name="connsiteY2929" fmla="*/ 3917904 h 4821604"/>
              <a:gd name="connsiteX2930" fmla="*/ 2587990 w 2947832"/>
              <a:gd name="connsiteY2930" fmla="*/ 3917904 h 4821604"/>
              <a:gd name="connsiteX2931" fmla="*/ 2585740 w 2947832"/>
              <a:gd name="connsiteY2931" fmla="*/ 3916596 h 4821604"/>
              <a:gd name="connsiteX2932" fmla="*/ 2575328 w 2947832"/>
              <a:gd name="connsiteY2932" fmla="*/ 3898597 h 4821604"/>
              <a:gd name="connsiteX2933" fmla="*/ 2575328 w 2947832"/>
              <a:gd name="connsiteY2933" fmla="*/ 3896034 h 4821604"/>
              <a:gd name="connsiteX2934" fmla="*/ 2585740 w 2947832"/>
              <a:gd name="connsiteY2934" fmla="*/ 3878035 h 4821604"/>
              <a:gd name="connsiteX2935" fmla="*/ 2587990 w 2947832"/>
              <a:gd name="connsiteY2935" fmla="*/ 3876727 h 4821604"/>
              <a:gd name="connsiteX2936" fmla="*/ 2670553 w 2947832"/>
              <a:gd name="connsiteY2936" fmla="*/ 3876517 h 4821604"/>
              <a:gd name="connsiteX2937" fmla="*/ 2691534 w 2947832"/>
              <a:gd name="connsiteY2937" fmla="*/ 3876517 h 4821604"/>
              <a:gd name="connsiteX2938" fmla="*/ 2693784 w 2947832"/>
              <a:gd name="connsiteY2938" fmla="*/ 3877825 h 4821604"/>
              <a:gd name="connsiteX2939" fmla="*/ 2704248 w 2947832"/>
              <a:gd name="connsiteY2939" fmla="*/ 3895981 h 4821604"/>
              <a:gd name="connsiteX2940" fmla="*/ 2704248 w 2947832"/>
              <a:gd name="connsiteY2940" fmla="*/ 3898597 h 4821604"/>
              <a:gd name="connsiteX2941" fmla="*/ 2693784 w 2947832"/>
              <a:gd name="connsiteY2941" fmla="*/ 3916752 h 4821604"/>
              <a:gd name="connsiteX2942" fmla="*/ 2691534 w 2947832"/>
              <a:gd name="connsiteY2942" fmla="*/ 3918060 h 4821604"/>
              <a:gd name="connsiteX2943" fmla="*/ 2670553 w 2947832"/>
              <a:gd name="connsiteY2943" fmla="*/ 3918060 h 4821604"/>
              <a:gd name="connsiteX2944" fmla="*/ 2668303 w 2947832"/>
              <a:gd name="connsiteY2944" fmla="*/ 3916752 h 4821604"/>
              <a:gd name="connsiteX2945" fmla="*/ 2657839 w 2947832"/>
              <a:gd name="connsiteY2945" fmla="*/ 3898597 h 4821604"/>
              <a:gd name="connsiteX2946" fmla="*/ 2657839 w 2947832"/>
              <a:gd name="connsiteY2946" fmla="*/ 3895981 h 4821604"/>
              <a:gd name="connsiteX2947" fmla="*/ 2668303 w 2947832"/>
              <a:gd name="connsiteY2947" fmla="*/ 3877825 h 4821604"/>
              <a:gd name="connsiteX2948" fmla="*/ 2670553 w 2947832"/>
              <a:gd name="connsiteY2948" fmla="*/ 3876517 h 4821604"/>
              <a:gd name="connsiteX2949" fmla="*/ 2091718 w 2947832"/>
              <a:gd name="connsiteY2949" fmla="*/ 3876099 h 4821604"/>
              <a:gd name="connsiteX2950" fmla="*/ 2113170 w 2947832"/>
              <a:gd name="connsiteY2950" fmla="*/ 3876099 h 4821604"/>
              <a:gd name="connsiteX2951" fmla="*/ 2115472 w 2947832"/>
              <a:gd name="connsiteY2951" fmla="*/ 3877407 h 4821604"/>
              <a:gd name="connsiteX2952" fmla="*/ 2126198 w 2947832"/>
              <a:gd name="connsiteY2952" fmla="*/ 3895981 h 4821604"/>
              <a:gd name="connsiteX2953" fmla="*/ 2126198 w 2947832"/>
              <a:gd name="connsiteY2953" fmla="*/ 3898650 h 4821604"/>
              <a:gd name="connsiteX2954" fmla="*/ 2115472 w 2947832"/>
              <a:gd name="connsiteY2954" fmla="*/ 3917224 h 4821604"/>
              <a:gd name="connsiteX2955" fmla="*/ 2113170 w 2947832"/>
              <a:gd name="connsiteY2955" fmla="*/ 3918532 h 4821604"/>
              <a:gd name="connsiteX2956" fmla="*/ 2091718 w 2947832"/>
              <a:gd name="connsiteY2956" fmla="*/ 3918532 h 4821604"/>
              <a:gd name="connsiteX2957" fmla="*/ 2089416 w 2947832"/>
              <a:gd name="connsiteY2957" fmla="*/ 3917224 h 4821604"/>
              <a:gd name="connsiteX2958" fmla="*/ 2078690 w 2947832"/>
              <a:gd name="connsiteY2958" fmla="*/ 3898650 h 4821604"/>
              <a:gd name="connsiteX2959" fmla="*/ 2078690 w 2947832"/>
              <a:gd name="connsiteY2959" fmla="*/ 3895981 h 4821604"/>
              <a:gd name="connsiteX2960" fmla="*/ 2089416 w 2947832"/>
              <a:gd name="connsiteY2960" fmla="*/ 3877407 h 4821604"/>
              <a:gd name="connsiteX2961" fmla="*/ 2091718 w 2947832"/>
              <a:gd name="connsiteY2961" fmla="*/ 3876099 h 4821604"/>
              <a:gd name="connsiteX2962" fmla="*/ 2504746 w 2947832"/>
              <a:gd name="connsiteY2962" fmla="*/ 3875628 h 4821604"/>
              <a:gd name="connsiteX2963" fmla="*/ 2526616 w 2947832"/>
              <a:gd name="connsiteY2963" fmla="*/ 3875628 h 4821604"/>
              <a:gd name="connsiteX2964" fmla="*/ 2528971 w 2947832"/>
              <a:gd name="connsiteY2964" fmla="*/ 3876988 h 4821604"/>
              <a:gd name="connsiteX2965" fmla="*/ 2539906 w 2947832"/>
              <a:gd name="connsiteY2965" fmla="*/ 3895929 h 4821604"/>
              <a:gd name="connsiteX2966" fmla="*/ 2539906 w 2947832"/>
              <a:gd name="connsiteY2966" fmla="*/ 3898649 h 4821604"/>
              <a:gd name="connsiteX2967" fmla="*/ 2528971 w 2947832"/>
              <a:gd name="connsiteY2967" fmla="*/ 3917590 h 4821604"/>
              <a:gd name="connsiteX2968" fmla="*/ 2526616 w 2947832"/>
              <a:gd name="connsiteY2968" fmla="*/ 3918950 h 4821604"/>
              <a:gd name="connsiteX2969" fmla="*/ 2504746 w 2947832"/>
              <a:gd name="connsiteY2969" fmla="*/ 3918950 h 4821604"/>
              <a:gd name="connsiteX2970" fmla="*/ 2502391 w 2947832"/>
              <a:gd name="connsiteY2970" fmla="*/ 3917590 h 4821604"/>
              <a:gd name="connsiteX2971" fmla="*/ 2491456 w 2947832"/>
              <a:gd name="connsiteY2971" fmla="*/ 3898649 h 4821604"/>
              <a:gd name="connsiteX2972" fmla="*/ 2491456 w 2947832"/>
              <a:gd name="connsiteY2972" fmla="*/ 3895929 h 4821604"/>
              <a:gd name="connsiteX2973" fmla="*/ 2502391 w 2947832"/>
              <a:gd name="connsiteY2973" fmla="*/ 3876988 h 4821604"/>
              <a:gd name="connsiteX2974" fmla="*/ 2504746 w 2947832"/>
              <a:gd name="connsiteY2974" fmla="*/ 3875628 h 4821604"/>
              <a:gd name="connsiteX2975" fmla="*/ 1430162 w 2947832"/>
              <a:gd name="connsiteY2975" fmla="*/ 3875523 h 4821604"/>
              <a:gd name="connsiteX2976" fmla="*/ 1452137 w 2947832"/>
              <a:gd name="connsiteY2976" fmla="*/ 3875523 h 4821604"/>
              <a:gd name="connsiteX2977" fmla="*/ 1454492 w 2947832"/>
              <a:gd name="connsiteY2977" fmla="*/ 3876883 h 4821604"/>
              <a:gd name="connsiteX2978" fmla="*/ 1465479 w 2947832"/>
              <a:gd name="connsiteY2978" fmla="*/ 3895929 h 4821604"/>
              <a:gd name="connsiteX2979" fmla="*/ 1465479 w 2947832"/>
              <a:gd name="connsiteY2979" fmla="*/ 3898649 h 4821604"/>
              <a:gd name="connsiteX2980" fmla="*/ 1454492 w 2947832"/>
              <a:gd name="connsiteY2980" fmla="*/ 3917694 h 4821604"/>
              <a:gd name="connsiteX2981" fmla="*/ 1452137 w 2947832"/>
              <a:gd name="connsiteY2981" fmla="*/ 3919055 h 4821604"/>
              <a:gd name="connsiteX2982" fmla="*/ 1430162 w 2947832"/>
              <a:gd name="connsiteY2982" fmla="*/ 3919055 h 4821604"/>
              <a:gd name="connsiteX2983" fmla="*/ 1427808 w 2947832"/>
              <a:gd name="connsiteY2983" fmla="*/ 3917694 h 4821604"/>
              <a:gd name="connsiteX2984" fmla="*/ 1416820 w 2947832"/>
              <a:gd name="connsiteY2984" fmla="*/ 3898649 h 4821604"/>
              <a:gd name="connsiteX2985" fmla="*/ 1416820 w 2947832"/>
              <a:gd name="connsiteY2985" fmla="*/ 3895929 h 4821604"/>
              <a:gd name="connsiteX2986" fmla="*/ 1427808 w 2947832"/>
              <a:gd name="connsiteY2986" fmla="*/ 3876883 h 4821604"/>
              <a:gd name="connsiteX2987" fmla="*/ 1430162 w 2947832"/>
              <a:gd name="connsiteY2987" fmla="*/ 3875523 h 4821604"/>
              <a:gd name="connsiteX2988" fmla="*/ 1099541 w 2947832"/>
              <a:gd name="connsiteY2988" fmla="*/ 3875523 h 4821604"/>
              <a:gd name="connsiteX2989" fmla="*/ 1121516 w 2947832"/>
              <a:gd name="connsiteY2989" fmla="*/ 3875523 h 4821604"/>
              <a:gd name="connsiteX2990" fmla="*/ 1123870 w 2947832"/>
              <a:gd name="connsiteY2990" fmla="*/ 3876883 h 4821604"/>
              <a:gd name="connsiteX2991" fmla="*/ 1134858 w 2947832"/>
              <a:gd name="connsiteY2991" fmla="*/ 3895929 h 4821604"/>
              <a:gd name="connsiteX2992" fmla="*/ 1134858 w 2947832"/>
              <a:gd name="connsiteY2992" fmla="*/ 3898649 h 4821604"/>
              <a:gd name="connsiteX2993" fmla="*/ 1123870 w 2947832"/>
              <a:gd name="connsiteY2993" fmla="*/ 3917694 h 4821604"/>
              <a:gd name="connsiteX2994" fmla="*/ 1121516 w 2947832"/>
              <a:gd name="connsiteY2994" fmla="*/ 3919055 h 4821604"/>
              <a:gd name="connsiteX2995" fmla="*/ 1099541 w 2947832"/>
              <a:gd name="connsiteY2995" fmla="*/ 3919055 h 4821604"/>
              <a:gd name="connsiteX2996" fmla="*/ 1097187 w 2947832"/>
              <a:gd name="connsiteY2996" fmla="*/ 3917694 h 4821604"/>
              <a:gd name="connsiteX2997" fmla="*/ 1086199 w 2947832"/>
              <a:gd name="connsiteY2997" fmla="*/ 3898649 h 4821604"/>
              <a:gd name="connsiteX2998" fmla="*/ 1086199 w 2947832"/>
              <a:gd name="connsiteY2998" fmla="*/ 3895929 h 4821604"/>
              <a:gd name="connsiteX2999" fmla="*/ 1097187 w 2947832"/>
              <a:gd name="connsiteY2999" fmla="*/ 3876883 h 4821604"/>
              <a:gd name="connsiteX3000" fmla="*/ 1099541 w 2947832"/>
              <a:gd name="connsiteY3000" fmla="*/ 3875523 h 4821604"/>
              <a:gd name="connsiteX3001" fmla="*/ 1843399 w 2947832"/>
              <a:gd name="connsiteY3001" fmla="*/ 3875419 h 4821604"/>
              <a:gd name="connsiteX3002" fmla="*/ 1865479 w 2947832"/>
              <a:gd name="connsiteY3002" fmla="*/ 3875419 h 4821604"/>
              <a:gd name="connsiteX3003" fmla="*/ 1867834 w 2947832"/>
              <a:gd name="connsiteY3003" fmla="*/ 3876779 h 4821604"/>
              <a:gd name="connsiteX3004" fmla="*/ 1878873 w 2947832"/>
              <a:gd name="connsiteY3004" fmla="*/ 3895929 h 4821604"/>
              <a:gd name="connsiteX3005" fmla="*/ 1878873 w 2947832"/>
              <a:gd name="connsiteY3005" fmla="*/ 3898650 h 4821604"/>
              <a:gd name="connsiteX3006" fmla="*/ 1867834 w 2947832"/>
              <a:gd name="connsiteY3006" fmla="*/ 3917800 h 4821604"/>
              <a:gd name="connsiteX3007" fmla="*/ 1865479 w 2947832"/>
              <a:gd name="connsiteY3007" fmla="*/ 3919160 h 4821604"/>
              <a:gd name="connsiteX3008" fmla="*/ 1843399 w 2947832"/>
              <a:gd name="connsiteY3008" fmla="*/ 3919160 h 4821604"/>
              <a:gd name="connsiteX3009" fmla="*/ 1841045 w 2947832"/>
              <a:gd name="connsiteY3009" fmla="*/ 3917800 h 4821604"/>
              <a:gd name="connsiteX3010" fmla="*/ 1830005 w 2947832"/>
              <a:gd name="connsiteY3010" fmla="*/ 3898650 h 4821604"/>
              <a:gd name="connsiteX3011" fmla="*/ 1830005 w 2947832"/>
              <a:gd name="connsiteY3011" fmla="*/ 3895929 h 4821604"/>
              <a:gd name="connsiteX3012" fmla="*/ 1841045 w 2947832"/>
              <a:gd name="connsiteY3012" fmla="*/ 3876779 h 4821604"/>
              <a:gd name="connsiteX3013" fmla="*/ 1843399 w 2947832"/>
              <a:gd name="connsiteY3013" fmla="*/ 3875419 h 4821604"/>
              <a:gd name="connsiteX3014" fmla="*/ 2256532 w 2947832"/>
              <a:gd name="connsiteY3014" fmla="*/ 3875157 h 4821604"/>
              <a:gd name="connsiteX3015" fmla="*/ 2278925 w 2947832"/>
              <a:gd name="connsiteY3015" fmla="*/ 3875157 h 4821604"/>
              <a:gd name="connsiteX3016" fmla="*/ 2281332 w 2947832"/>
              <a:gd name="connsiteY3016" fmla="*/ 3876517 h 4821604"/>
              <a:gd name="connsiteX3017" fmla="*/ 2292529 w 2947832"/>
              <a:gd name="connsiteY3017" fmla="*/ 3895929 h 4821604"/>
              <a:gd name="connsiteX3018" fmla="*/ 2292529 w 2947832"/>
              <a:gd name="connsiteY3018" fmla="*/ 3898702 h 4821604"/>
              <a:gd name="connsiteX3019" fmla="*/ 2281332 w 2947832"/>
              <a:gd name="connsiteY3019" fmla="*/ 3918113 h 4821604"/>
              <a:gd name="connsiteX3020" fmla="*/ 2278925 w 2947832"/>
              <a:gd name="connsiteY3020" fmla="*/ 3919474 h 4821604"/>
              <a:gd name="connsiteX3021" fmla="*/ 2256532 w 2947832"/>
              <a:gd name="connsiteY3021" fmla="*/ 3919474 h 4821604"/>
              <a:gd name="connsiteX3022" fmla="*/ 2254125 w 2947832"/>
              <a:gd name="connsiteY3022" fmla="*/ 3918113 h 4821604"/>
              <a:gd name="connsiteX3023" fmla="*/ 2242928 w 2947832"/>
              <a:gd name="connsiteY3023" fmla="*/ 3898702 h 4821604"/>
              <a:gd name="connsiteX3024" fmla="*/ 2242928 w 2947832"/>
              <a:gd name="connsiteY3024" fmla="*/ 3895929 h 4821604"/>
              <a:gd name="connsiteX3025" fmla="*/ 2254125 w 2947832"/>
              <a:gd name="connsiteY3025" fmla="*/ 3876517 h 4821604"/>
              <a:gd name="connsiteX3026" fmla="*/ 2256532 w 2947832"/>
              <a:gd name="connsiteY3026" fmla="*/ 3875157 h 4821604"/>
              <a:gd name="connsiteX3027" fmla="*/ 2173393 w 2947832"/>
              <a:gd name="connsiteY3027" fmla="*/ 3874163 h 4821604"/>
              <a:gd name="connsiteX3028" fmla="*/ 2196728 w 2947832"/>
              <a:gd name="connsiteY3028" fmla="*/ 3874163 h 4821604"/>
              <a:gd name="connsiteX3029" fmla="*/ 2199239 w 2947832"/>
              <a:gd name="connsiteY3029" fmla="*/ 3875628 h 4821604"/>
              <a:gd name="connsiteX3030" fmla="*/ 2210907 w 2947832"/>
              <a:gd name="connsiteY3030" fmla="*/ 3895824 h 4821604"/>
              <a:gd name="connsiteX3031" fmla="*/ 2210907 w 2947832"/>
              <a:gd name="connsiteY3031" fmla="*/ 3898702 h 4821604"/>
              <a:gd name="connsiteX3032" fmla="*/ 2199239 w 2947832"/>
              <a:gd name="connsiteY3032" fmla="*/ 3918898 h 4821604"/>
              <a:gd name="connsiteX3033" fmla="*/ 2196728 w 2947832"/>
              <a:gd name="connsiteY3033" fmla="*/ 3920363 h 4821604"/>
              <a:gd name="connsiteX3034" fmla="*/ 2173393 w 2947832"/>
              <a:gd name="connsiteY3034" fmla="*/ 3920363 h 4821604"/>
              <a:gd name="connsiteX3035" fmla="*/ 2170881 w 2947832"/>
              <a:gd name="connsiteY3035" fmla="*/ 3918898 h 4821604"/>
              <a:gd name="connsiteX3036" fmla="*/ 2159213 w 2947832"/>
              <a:gd name="connsiteY3036" fmla="*/ 3898702 h 4821604"/>
              <a:gd name="connsiteX3037" fmla="*/ 2159213 w 2947832"/>
              <a:gd name="connsiteY3037" fmla="*/ 3895824 h 4821604"/>
              <a:gd name="connsiteX3038" fmla="*/ 2170881 w 2947832"/>
              <a:gd name="connsiteY3038" fmla="*/ 3875628 h 4821604"/>
              <a:gd name="connsiteX3039" fmla="*/ 2173393 w 2947832"/>
              <a:gd name="connsiteY3039" fmla="*/ 3874163 h 4821604"/>
              <a:gd name="connsiteX3040" fmla="*/ 2007951 w 2947832"/>
              <a:gd name="connsiteY3040" fmla="*/ 3873901 h 4821604"/>
              <a:gd name="connsiteX3041" fmla="*/ 2031548 w 2947832"/>
              <a:gd name="connsiteY3041" fmla="*/ 3873901 h 4821604"/>
              <a:gd name="connsiteX3042" fmla="*/ 2034060 w 2947832"/>
              <a:gd name="connsiteY3042" fmla="*/ 3875366 h 4821604"/>
              <a:gd name="connsiteX3043" fmla="*/ 2045832 w 2947832"/>
              <a:gd name="connsiteY3043" fmla="*/ 3895824 h 4821604"/>
              <a:gd name="connsiteX3044" fmla="*/ 2045832 w 2947832"/>
              <a:gd name="connsiteY3044" fmla="*/ 3898754 h 4821604"/>
              <a:gd name="connsiteX3045" fmla="*/ 2034060 w 2947832"/>
              <a:gd name="connsiteY3045" fmla="*/ 3919211 h 4821604"/>
              <a:gd name="connsiteX3046" fmla="*/ 2031548 w 2947832"/>
              <a:gd name="connsiteY3046" fmla="*/ 3920677 h 4821604"/>
              <a:gd name="connsiteX3047" fmla="*/ 2007951 w 2947832"/>
              <a:gd name="connsiteY3047" fmla="*/ 3920677 h 4821604"/>
              <a:gd name="connsiteX3048" fmla="*/ 2005440 w 2947832"/>
              <a:gd name="connsiteY3048" fmla="*/ 3919211 h 4821604"/>
              <a:gd name="connsiteX3049" fmla="*/ 1993668 w 2947832"/>
              <a:gd name="connsiteY3049" fmla="*/ 3898754 h 4821604"/>
              <a:gd name="connsiteX3050" fmla="*/ 1993668 w 2947832"/>
              <a:gd name="connsiteY3050" fmla="*/ 3895824 h 4821604"/>
              <a:gd name="connsiteX3051" fmla="*/ 2005440 w 2947832"/>
              <a:gd name="connsiteY3051" fmla="*/ 3875366 h 4821604"/>
              <a:gd name="connsiteX3052" fmla="*/ 2007951 w 2947832"/>
              <a:gd name="connsiteY3052" fmla="*/ 3873901 h 4821604"/>
              <a:gd name="connsiteX3053" fmla="*/ 2833849 w 2947832"/>
              <a:gd name="connsiteY3053" fmla="*/ 3872541 h 4821604"/>
              <a:gd name="connsiteX3054" fmla="*/ 2858807 w 2947832"/>
              <a:gd name="connsiteY3054" fmla="*/ 3872541 h 4821604"/>
              <a:gd name="connsiteX3055" fmla="*/ 2861475 w 2947832"/>
              <a:gd name="connsiteY3055" fmla="*/ 3874111 h 4821604"/>
              <a:gd name="connsiteX3056" fmla="*/ 2873928 w 2947832"/>
              <a:gd name="connsiteY3056" fmla="*/ 3895719 h 4821604"/>
              <a:gd name="connsiteX3057" fmla="*/ 2873928 w 2947832"/>
              <a:gd name="connsiteY3057" fmla="*/ 3898807 h 4821604"/>
              <a:gd name="connsiteX3058" fmla="*/ 2861475 w 2947832"/>
              <a:gd name="connsiteY3058" fmla="*/ 3920416 h 4821604"/>
              <a:gd name="connsiteX3059" fmla="*/ 2858807 w 2947832"/>
              <a:gd name="connsiteY3059" fmla="*/ 3921985 h 4821604"/>
              <a:gd name="connsiteX3060" fmla="*/ 2833849 w 2947832"/>
              <a:gd name="connsiteY3060" fmla="*/ 3921985 h 4821604"/>
              <a:gd name="connsiteX3061" fmla="*/ 2831181 w 2947832"/>
              <a:gd name="connsiteY3061" fmla="*/ 3920416 h 4821604"/>
              <a:gd name="connsiteX3062" fmla="*/ 2818728 w 2947832"/>
              <a:gd name="connsiteY3062" fmla="*/ 3898807 h 4821604"/>
              <a:gd name="connsiteX3063" fmla="*/ 2818728 w 2947832"/>
              <a:gd name="connsiteY3063" fmla="*/ 3895719 h 4821604"/>
              <a:gd name="connsiteX3064" fmla="*/ 2831181 w 2947832"/>
              <a:gd name="connsiteY3064" fmla="*/ 3874111 h 4821604"/>
              <a:gd name="connsiteX3065" fmla="*/ 2833849 w 2947832"/>
              <a:gd name="connsiteY3065" fmla="*/ 3872541 h 4821604"/>
              <a:gd name="connsiteX3066" fmla="*/ 2750710 w 2947832"/>
              <a:gd name="connsiteY3066" fmla="*/ 3871547 h 4821604"/>
              <a:gd name="connsiteX3067" fmla="*/ 2776662 w 2947832"/>
              <a:gd name="connsiteY3067" fmla="*/ 3871547 h 4821604"/>
              <a:gd name="connsiteX3068" fmla="*/ 2779435 w 2947832"/>
              <a:gd name="connsiteY3068" fmla="*/ 3873169 h 4821604"/>
              <a:gd name="connsiteX3069" fmla="*/ 2792410 w 2947832"/>
              <a:gd name="connsiteY3069" fmla="*/ 3895667 h 4821604"/>
              <a:gd name="connsiteX3070" fmla="*/ 2792410 w 2947832"/>
              <a:gd name="connsiteY3070" fmla="*/ 3898859 h 4821604"/>
              <a:gd name="connsiteX3071" fmla="*/ 2779435 w 2947832"/>
              <a:gd name="connsiteY3071" fmla="*/ 3921357 h 4821604"/>
              <a:gd name="connsiteX3072" fmla="*/ 2776662 w 2947832"/>
              <a:gd name="connsiteY3072" fmla="*/ 3922979 h 4821604"/>
              <a:gd name="connsiteX3073" fmla="*/ 2750710 w 2947832"/>
              <a:gd name="connsiteY3073" fmla="*/ 3922979 h 4821604"/>
              <a:gd name="connsiteX3074" fmla="*/ 2747937 w 2947832"/>
              <a:gd name="connsiteY3074" fmla="*/ 3921357 h 4821604"/>
              <a:gd name="connsiteX3075" fmla="*/ 2734961 w 2947832"/>
              <a:gd name="connsiteY3075" fmla="*/ 3898859 h 4821604"/>
              <a:gd name="connsiteX3076" fmla="*/ 2734961 w 2947832"/>
              <a:gd name="connsiteY3076" fmla="*/ 3895667 h 4821604"/>
              <a:gd name="connsiteX3077" fmla="*/ 2747937 w 2947832"/>
              <a:gd name="connsiteY3077" fmla="*/ 3873169 h 4821604"/>
              <a:gd name="connsiteX3078" fmla="*/ 2750710 w 2947832"/>
              <a:gd name="connsiteY3078" fmla="*/ 3871547 h 4821604"/>
              <a:gd name="connsiteX3079" fmla="*/ 1756022 w 2947832"/>
              <a:gd name="connsiteY3079" fmla="*/ 3866105 h 4821604"/>
              <a:gd name="connsiteX3080" fmla="*/ 1787520 w 2947832"/>
              <a:gd name="connsiteY3080" fmla="*/ 3866105 h 4821604"/>
              <a:gd name="connsiteX3081" fmla="*/ 1790920 w 2947832"/>
              <a:gd name="connsiteY3081" fmla="*/ 3868041 h 4821604"/>
              <a:gd name="connsiteX3082" fmla="*/ 1806669 w 2947832"/>
              <a:gd name="connsiteY3082" fmla="*/ 3895353 h 4821604"/>
              <a:gd name="connsiteX3083" fmla="*/ 1806669 w 2947832"/>
              <a:gd name="connsiteY3083" fmla="*/ 3899277 h 4821604"/>
              <a:gd name="connsiteX3084" fmla="*/ 1790920 w 2947832"/>
              <a:gd name="connsiteY3084" fmla="*/ 3926589 h 4821604"/>
              <a:gd name="connsiteX3085" fmla="*/ 1787520 w 2947832"/>
              <a:gd name="connsiteY3085" fmla="*/ 3928525 h 4821604"/>
              <a:gd name="connsiteX3086" fmla="*/ 1756022 w 2947832"/>
              <a:gd name="connsiteY3086" fmla="*/ 3928525 h 4821604"/>
              <a:gd name="connsiteX3087" fmla="*/ 1752621 w 2947832"/>
              <a:gd name="connsiteY3087" fmla="*/ 3926589 h 4821604"/>
              <a:gd name="connsiteX3088" fmla="*/ 1736872 w 2947832"/>
              <a:gd name="connsiteY3088" fmla="*/ 3899277 h 4821604"/>
              <a:gd name="connsiteX3089" fmla="*/ 1736872 w 2947832"/>
              <a:gd name="connsiteY3089" fmla="*/ 3895353 h 4821604"/>
              <a:gd name="connsiteX3090" fmla="*/ 1752621 w 2947832"/>
              <a:gd name="connsiteY3090" fmla="*/ 3868041 h 4821604"/>
              <a:gd name="connsiteX3091" fmla="*/ 1756022 w 2947832"/>
              <a:gd name="connsiteY3091" fmla="*/ 3866105 h 4821604"/>
              <a:gd name="connsiteX3092" fmla="*/ 1673406 w 2947832"/>
              <a:gd name="connsiteY3092" fmla="*/ 3866105 h 4821604"/>
              <a:gd name="connsiteX3093" fmla="*/ 1704903 w 2947832"/>
              <a:gd name="connsiteY3093" fmla="*/ 3866105 h 4821604"/>
              <a:gd name="connsiteX3094" fmla="*/ 1708304 w 2947832"/>
              <a:gd name="connsiteY3094" fmla="*/ 3868041 h 4821604"/>
              <a:gd name="connsiteX3095" fmla="*/ 1724053 w 2947832"/>
              <a:gd name="connsiteY3095" fmla="*/ 3895353 h 4821604"/>
              <a:gd name="connsiteX3096" fmla="*/ 1724053 w 2947832"/>
              <a:gd name="connsiteY3096" fmla="*/ 3899277 h 4821604"/>
              <a:gd name="connsiteX3097" fmla="*/ 1708304 w 2947832"/>
              <a:gd name="connsiteY3097" fmla="*/ 3926589 h 4821604"/>
              <a:gd name="connsiteX3098" fmla="*/ 1704903 w 2947832"/>
              <a:gd name="connsiteY3098" fmla="*/ 3928525 h 4821604"/>
              <a:gd name="connsiteX3099" fmla="*/ 1673406 w 2947832"/>
              <a:gd name="connsiteY3099" fmla="*/ 3928525 h 4821604"/>
              <a:gd name="connsiteX3100" fmla="*/ 1670005 w 2947832"/>
              <a:gd name="connsiteY3100" fmla="*/ 3926589 h 4821604"/>
              <a:gd name="connsiteX3101" fmla="*/ 1654256 w 2947832"/>
              <a:gd name="connsiteY3101" fmla="*/ 3899277 h 4821604"/>
              <a:gd name="connsiteX3102" fmla="*/ 1654256 w 2947832"/>
              <a:gd name="connsiteY3102" fmla="*/ 3895353 h 4821604"/>
              <a:gd name="connsiteX3103" fmla="*/ 1670005 w 2947832"/>
              <a:gd name="connsiteY3103" fmla="*/ 3868041 h 4821604"/>
              <a:gd name="connsiteX3104" fmla="*/ 1673406 w 2947832"/>
              <a:gd name="connsiteY3104" fmla="*/ 3866105 h 4821604"/>
              <a:gd name="connsiteX3105" fmla="*/ 1590528 w 2947832"/>
              <a:gd name="connsiteY3105" fmla="*/ 3865739 h 4821604"/>
              <a:gd name="connsiteX3106" fmla="*/ 1622392 w 2947832"/>
              <a:gd name="connsiteY3106" fmla="*/ 3865739 h 4821604"/>
              <a:gd name="connsiteX3107" fmla="*/ 1625793 w 2947832"/>
              <a:gd name="connsiteY3107" fmla="*/ 3867727 h 4821604"/>
              <a:gd name="connsiteX3108" fmla="*/ 1641751 w 2947832"/>
              <a:gd name="connsiteY3108" fmla="*/ 3895301 h 4821604"/>
              <a:gd name="connsiteX3109" fmla="*/ 1641751 w 2947832"/>
              <a:gd name="connsiteY3109" fmla="*/ 3899225 h 4821604"/>
              <a:gd name="connsiteX3110" fmla="*/ 1625793 w 2947832"/>
              <a:gd name="connsiteY3110" fmla="*/ 3926798 h 4821604"/>
              <a:gd name="connsiteX3111" fmla="*/ 1622392 w 2947832"/>
              <a:gd name="connsiteY3111" fmla="*/ 3928787 h 4821604"/>
              <a:gd name="connsiteX3112" fmla="*/ 1590528 w 2947832"/>
              <a:gd name="connsiteY3112" fmla="*/ 3928787 h 4821604"/>
              <a:gd name="connsiteX3113" fmla="*/ 1587127 w 2947832"/>
              <a:gd name="connsiteY3113" fmla="*/ 3926798 h 4821604"/>
              <a:gd name="connsiteX3114" fmla="*/ 1571169 w 2947832"/>
              <a:gd name="connsiteY3114" fmla="*/ 3899225 h 4821604"/>
              <a:gd name="connsiteX3115" fmla="*/ 1571169 w 2947832"/>
              <a:gd name="connsiteY3115" fmla="*/ 3895301 h 4821604"/>
              <a:gd name="connsiteX3116" fmla="*/ 1587127 w 2947832"/>
              <a:gd name="connsiteY3116" fmla="*/ 3867727 h 4821604"/>
              <a:gd name="connsiteX3117" fmla="*/ 1590528 w 2947832"/>
              <a:gd name="connsiteY3117" fmla="*/ 3865739 h 4821604"/>
              <a:gd name="connsiteX3118" fmla="*/ 2928918 w 2947832"/>
              <a:gd name="connsiteY3118" fmla="*/ 3814464 h 4821604"/>
              <a:gd name="connsiteX3119" fmla="*/ 2929075 w 2947832"/>
              <a:gd name="connsiteY3119" fmla="*/ 3814464 h 4821604"/>
              <a:gd name="connsiteX3120" fmla="*/ 2929179 w 2947832"/>
              <a:gd name="connsiteY3120" fmla="*/ 3814464 h 4821604"/>
              <a:gd name="connsiteX3121" fmla="*/ 2929179 w 2947832"/>
              <a:gd name="connsiteY3121" fmla="*/ 3814621 h 4821604"/>
              <a:gd name="connsiteX3122" fmla="*/ 2929127 w 2947832"/>
              <a:gd name="connsiteY3122" fmla="*/ 3814621 h 4821604"/>
              <a:gd name="connsiteX3123" fmla="*/ 2929127 w 2947832"/>
              <a:gd name="connsiteY3123" fmla="*/ 3814778 h 4821604"/>
              <a:gd name="connsiteX3124" fmla="*/ 2928970 w 2947832"/>
              <a:gd name="connsiteY3124" fmla="*/ 3814778 h 4821604"/>
              <a:gd name="connsiteX3125" fmla="*/ 2928866 w 2947832"/>
              <a:gd name="connsiteY3125" fmla="*/ 3814778 h 4821604"/>
              <a:gd name="connsiteX3126" fmla="*/ 2928866 w 2947832"/>
              <a:gd name="connsiteY3126" fmla="*/ 3814621 h 4821604"/>
              <a:gd name="connsiteX3127" fmla="*/ 2928918 w 2947832"/>
              <a:gd name="connsiteY3127" fmla="*/ 3814621 h 4821604"/>
              <a:gd name="connsiteX3128" fmla="*/ 449078 w 2947832"/>
              <a:gd name="connsiteY3128" fmla="*/ 3814412 h 4821604"/>
              <a:gd name="connsiteX3129" fmla="*/ 449339 w 2947832"/>
              <a:gd name="connsiteY3129" fmla="*/ 3814412 h 4821604"/>
              <a:gd name="connsiteX3130" fmla="*/ 449444 w 2947832"/>
              <a:gd name="connsiteY3130" fmla="*/ 3814621 h 4821604"/>
              <a:gd name="connsiteX3131" fmla="*/ 449339 w 2947832"/>
              <a:gd name="connsiteY3131" fmla="*/ 3814831 h 4821604"/>
              <a:gd name="connsiteX3132" fmla="*/ 449078 w 2947832"/>
              <a:gd name="connsiteY3132" fmla="*/ 3814831 h 4821604"/>
              <a:gd name="connsiteX3133" fmla="*/ 448973 w 2947832"/>
              <a:gd name="connsiteY3133" fmla="*/ 3814621 h 4821604"/>
              <a:gd name="connsiteX3134" fmla="*/ 607665 w 2947832"/>
              <a:gd name="connsiteY3134" fmla="*/ 3801017 h 4821604"/>
              <a:gd name="connsiteX3135" fmla="*/ 621425 w 2947832"/>
              <a:gd name="connsiteY3135" fmla="*/ 3801017 h 4821604"/>
              <a:gd name="connsiteX3136" fmla="*/ 622890 w 2947832"/>
              <a:gd name="connsiteY3136" fmla="*/ 3801854 h 4821604"/>
              <a:gd name="connsiteX3137" fmla="*/ 629797 w 2947832"/>
              <a:gd name="connsiteY3137" fmla="*/ 3813784 h 4821604"/>
              <a:gd name="connsiteX3138" fmla="*/ 629797 w 2947832"/>
              <a:gd name="connsiteY3138" fmla="*/ 3815510 h 4821604"/>
              <a:gd name="connsiteX3139" fmla="*/ 622890 w 2947832"/>
              <a:gd name="connsiteY3139" fmla="*/ 3827439 h 4821604"/>
              <a:gd name="connsiteX3140" fmla="*/ 621425 w 2947832"/>
              <a:gd name="connsiteY3140" fmla="*/ 3828276 h 4821604"/>
              <a:gd name="connsiteX3141" fmla="*/ 607665 w 2947832"/>
              <a:gd name="connsiteY3141" fmla="*/ 3828276 h 4821604"/>
              <a:gd name="connsiteX3142" fmla="*/ 606200 w 2947832"/>
              <a:gd name="connsiteY3142" fmla="*/ 3827439 h 4821604"/>
              <a:gd name="connsiteX3143" fmla="*/ 599293 w 2947832"/>
              <a:gd name="connsiteY3143" fmla="*/ 3815510 h 4821604"/>
              <a:gd name="connsiteX3144" fmla="*/ 599293 w 2947832"/>
              <a:gd name="connsiteY3144" fmla="*/ 3813784 h 4821604"/>
              <a:gd name="connsiteX3145" fmla="*/ 606200 w 2947832"/>
              <a:gd name="connsiteY3145" fmla="*/ 3801854 h 4821604"/>
              <a:gd name="connsiteX3146" fmla="*/ 607665 w 2947832"/>
              <a:gd name="connsiteY3146" fmla="*/ 3801017 h 4821604"/>
              <a:gd name="connsiteX3147" fmla="*/ 689600 w 2947832"/>
              <a:gd name="connsiteY3147" fmla="*/ 3799552 h 4821604"/>
              <a:gd name="connsiteX3148" fmla="*/ 704826 w 2947832"/>
              <a:gd name="connsiteY3148" fmla="*/ 3799552 h 4821604"/>
              <a:gd name="connsiteX3149" fmla="*/ 706448 w 2947832"/>
              <a:gd name="connsiteY3149" fmla="*/ 3800494 h 4821604"/>
              <a:gd name="connsiteX3150" fmla="*/ 714087 w 2947832"/>
              <a:gd name="connsiteY3150" fmla="*/ 3813679 h 4821604"/>
              <a:gd name="connsiteX3151" fmla="*/ 714087 w 2947832"/>
              <a:gd name="connsiteY3151" fmla="*/ 3815562 h 4821604"/>
              <a:gd name="connsiteX3152" fmla="*/ 706448 w 2947832"/>
              <a:gd name="connsiteY3152" fmla="*/ 3828748 h 4821604"/>
              <a:gd name="connsiteX3153" fmla="*/ 704826 w 2947832"/>
              <a:gd name="connsiteY3153" fmla="*/ 3829689 h 4821604"/>
              <a:gd name="connsiteX3154" fmla="*/ 689600 w 2947832"/>
              <a:gd name="connsiteY3154" fmla="*/ 3829689 h 4821604"/>
              <a:gd name="connsiteX3155" fmla="*/ 687979 w 2947832"/>
              <a:gd name="connsiteY3155" fmla="*/ 3828748 h 4821604"/>
              <a:gd name="connsiteX3156" fmla="*/ 680339 w 2947832"/>
              <a:gd name="connsiteY3156" fmla="*/ 3815562 h 4821604"/>
              <a:gd name="connsiteX3157" fmla="*/ 680339 w 2947832"/>
              <a:gd name="connsiteY3157" fmla="*/ 3813679 h 4821604"/>
              <a:gd name="connsiteX3158" fmla="*/ 687979 w 2947832"/>
              <a:gd name="connsiteY3158" fmla="*/ 3800494 h 4821604"/>
              <a:gd name="connsiteX3159" fmla="*/ 689600 w 2947832"/>
              <a:gd name="connsiteY3159" fmla="*/ 3799552 h 4821604"/>
              <a:gd name="connsiteX3160" fmla="*/ 771798 w 2947832"/>
              <a:gd name="connsiteY3160" fmla="*/ 3798610 h 4821604"/>
              <a:gd name="connsiteX3161" fmla="*/ 787965 w 2947832"/>
              <a:gd name="connsiteY3161" fmla="*/ 3798610 h 4821604"/>
              <a:gd name="connsiteX3162" fmla="*/ 789692 w 2947832"/>
              <a:gd name="connsiteY3162" fmla="*/ 3799604 h 4821604"/>
              <a:gd name="connsiteX3163" fmla="*/ 797802 w 2947832"/>
              <a:gd name="connsiteY3163" fmla="*/ 3813626 h 4821604"/>
              <a:gd name="connsiteX3164" fmla="*/ 797802 w 2947832"/>
              <a:gd name="connsiteY3164" fmla="*/ 3815615 h 4821604"/>
              <a:gd name="connsiteX3165" fmla="*/ 789692 w 2947832"/>
              <a:gd name="connsiteY3165" fmla="*/ 3829637 h 4821604"/>
              <a:gd name="connsiteX3166" fmla="*/ 787965 w 2947832"/>
              <a:gd name="connsiteY3166" fmla="*/ 3830631 h 4821604"/>
              <a:gd name="connsiteX3167" fmla="*/ 771798 w 2947832"/>
              <a:gd name="connsiteY3167" fmla="*/ 3830631 h 4821604"/>
              <a:gd name="connsiteX3168" fmla="*/ 770071 w 2947832"/>
              <a:gd name="connsiteY3168" fmla="*/ 3829637 h 4821604"/>
              <a:gd name="connsiteX3169" fmla="*/ 761961 w 2947832"/>
              <a:gd name="connsiteY3169" fmla="*/ 3815615 h 4821604"/>
              <a:gd name="connsiteX3170" fmla="*/ 761961 w 2947832"/>
              <a:gd name="connsiteY3170" fmla="*/ 3813626 h 4821604"/>
              <a:gd name="connsiteX3171" fmla="*/ 770071 w 2947832"/>
              <a:gd name="connsiteY3171" fmla="*/ 3799604 h 4821604"/>
              <a:gd name="connsiteX3172" fmla="*/ 771798 w 2947832"/>
              <a:gd name="connsiteY3172" fmla="*/ 3798610 h 4821604"/>
              <a:gd name="connsiteX3173" fmla="*/ 1267598 w 2947832"/>
              <a:gd name="connsiteY3173" fmla="*/ 3798349 h 4821604"/>
              <a:gd name="connsiteX3174" fmla="*/ 1284080 w 2947832"/>
              <a:gd name="connsiteY3174" fmla="*/ 3798349 h 4821604"/>
              <a:gd name="connsiteX3175" fmla="*/ 1285859 w 2947832"/>
              <a:gd name="connsiteY3175" fmla="*/ 3799343 h 4821604"/>
              <a:gd name="connsiteX3176" fmla="*/ 1294125 w 2947832"/>
              <a:gd name="connsiteY3176" fmla="*/ 3813627 h 4821604"/>
              <a:gd name="connsiteX3177" fmla="*/ 1294125 w 2947832"/>
              <a:gd name="connsiteY3177" fmla="*/ 3815667 h 4821604"/>
              <a:gd name="connsiteX3178" fmla="*/ 1285859 w 2947832"/>
              <a:gd name="connsiteY3178" fmla="*/ 3829951 h 4821604"/>
              <a:gd name="connsiteX3179" fmla="*/ 1284080 w 2947832"/>
              <a:gd name="connsiteY3179" fmla="*/ 3830945 h 4821604"/>
              <a:gd name="connsiteX3180" fmla="*/ 1267598 w 2947832"/>
              <a:gd name="connsiteY3180" fmla="*/ 3830945 h 4821604"/>
              <a:gd name="connsiteX3181" fmla="*/ 1265819 w 2947832"/>
              <a:gd name="connsiteY3181" fmla="*/ 3829951 h 4821604"/>
              <a:gd name="connsiteX3182" fmla="*/ 1257552 w 2947832"/>
              <a:gd name="connsiteY3182" fmla="*/ 3815667 h 4821604"/>
              <a:gd name="connsiteX3183" fmla="*/ 1257552 w 2947832"/>
              <a:gd name="connsiteY3183" fmla="*/ 3813627 h 4821604"/>
              <a:gd name="connsiteX3184" fmla="*/ 1265819 w 2947832"/>
              <a:gd name="connsiteY3184" fmla="*/ 3799343 h 4821604"/>
              <a:gd name="connsiteX3185" fmla="*/ 1267598 w 2947832"/>
              <a:gd name="connsiteY3185" fmla="*/ 3798349 h 4821604"/>
              <a:gd name="connsiteX3186" fmla="*/ 1928422 w 2947832"/>
              <a:gd name="connsiteY3186" fmla="*/ 3797407 h 4821604"/>
              <a:gd name="connsiteX3187" fmla="*/ 1945793 w 2947832"/>
              <a:gd name="connsiteY3187" fmla="*/ 3797407 h 4821604"/>
              <a:gd name="connsiteX3188" fmla="*/ 1947676 w 2947832"/>
              <a:gd name="connsiteY3188" fmla="*/ 3798506 h 4821604"/>
              <a:gd name="connsiteX3189" fmla="*/ 1956361 w 2947832"/>
              <a:gd name="connsiteY3189" fmla="*/ 3813574 h 4821604"/>
              <a:gd name="connsiteX3190" fmla="*/ 1956361 w 2947832"/>
              <a:gd name="connsiteY3190" fmla="*/ 3815720 h 4821604"/>
              <a:gd name="connsiteX3191" fmla="*/ 1947676 w 2947832"/>
              <a:gd name="connsiteY3191" fmla="*/ 3830788 h 4821604"/>
              <a:gd name="connsiteX3192" fmla="*/ 1945793 w 2947832"/>
              <a:gd name="connsiteY3192" fmla="*/ 3831887 h 4821604"/>
              <a:gd name="connsiteX3193" fmla="*/ 1928422 w 2947832"/>
              <a:gd name="connsiteY3193" fmla="*/ 3831887 h 4821604"/>
              <a:gd name="connsiteX3194" fmla="*/ 1926538 w 2947832"/>
              <a:gd name="connsiteY3194" fmla="*/ 3830788 h 4821604"/>
              <a:gd name="connsiteX3195" fmla="*/ 1917853 w 2947832"/>
              <a:gd name="connsiteY3195" fmla="*/ 3815720 h 4821604"/>
              <a:gd name="connsiteX3196" fmla="*/ 1917853 w 2947832"/>
              <a:gd name="connsiteY3196" fmla="*/ 3813574 h 4821604"/>
              <a:gd name="connsiteX3197" fmla="*/ 1926538 w 2947832"/>
              <a:gd name="connsiteY3197" fmla="*/ 3798506 h 4821604"/>
              <a:gd name="connsiteX3198" fmla="*/ 1928422 w 2947832"/>
              <a:gd name="connsiteY3198" fmla="*/ 3797407 h 4821604"/>
              <a:gd name="connsiteX3199" fmla="*/ 2176113 w 2947832"/>
              <a:gd name="connsiteY3199" fmla="*/ 3796936 h 4821604"/>
              <a:gd name="connsiteX3200" fmla="*/ 2194006 w 2947832"/>
              <a:gd name="connsiteY3200" fmla="*/ 3796936 h 4821604"/>
              <a:gd name="connsiteX3201" fmla="*/ 2195942 w 2947832"/>
              <a:gd name="connsiteY3201" fmla="*/ 3798035 h 4821604"/>
              <a:gd name="connsiteX3202" fmla="*/ 2204890 w 2947832"/>
              <a:gd name="connsiteY3202" fmla="*/ 3813522 h 4821604"/>
              <a:gd name="connsiteX3203" fmla="*/ 2204890 w 2947832"/>
              <a:gd name="connsiteY3203" fmla="*/ 3815720 h 4821604"/>
              <a:gd name="connsiteX3204" fmla="*/ 2195942 w 2947832"/>
              <a:gd name="connsiteY3204" fmla="*/ 3831207 h 4821604"/>
              <a:gd name="connsiteX3205" fmla="*/ 2194006 w 2947832"/>
              <a:gd name="connsiteY3205" fmla="*/ 3832306 h 4821604"/>
              <a:gd name="connsiteX3206" fmla="*/ 2176113 w 2947832"/>
              <a:gd name="connsiteY3206" fmla="*/ 3832306 h 4821604"/>
              <a:gd name="connsiteX3207" fmla="*/ 2174177 w 2947832"/>
              <a:gd name="connsiteY3207" fmla="*/ 3831207 h 4821604"/>
              <a:gd name="connsiteX3208" fmla="*/ 2165229 w 2947832"/>
              <a:gd name="connsiteY3208" fmla="*/ 3815720 h 4821604"/>
              <a:gd name="connsiteX3209" fmla="*/ 2165229 w 2947832"/>
              <a:gd name="connsiteY3209" fmla="*/ 3813522 h 4821604"/>
              <a:gd name="connsiteX3210" fmla="*/ 2174177 w 2947832"/>
              <a:gd name="connsiteY3210" fmla="*/ 3798035 h 4821604"/>
              <a:gd name="connsiteX3211" fmla="*/ 2176113 w 2947832"/>
              <a:gd name="connsiteY3211" fmla="*/ 3796936 h 4821604"/>
              <a:gd name="connsiteX3212" fmla="*/ 853368 w 2947832"/>
              <a:gd name="connsiteY3212" fmla="*/ 3796518 h 4821604"/>
              <a:gd name="connsiteX3213" fmla="*/ 871628 w 2947832"/>
              <a:gd name="connsiteY3213" fmla="*/ 3796518 h 4821604"/>
              <a:gd name="connsiteX3214" fmla="*/ 873564 w 2947832"/>
              <a:gd name="connsiteY3214" fmla="*/ 3797669 h 4821604"/>
              <a:gd name="connsiteX3215" fmla="*/ 882668 w 2947832"/>
              <a:gd name="connsiteY3215" fmla="*/ 3813470 h 4821604"/>
              <a:gd name="connsiteX3216" fmla="*/ 882668 w 2947832"/>
              <a:gd name="connsiteY3216" fmla="*/ 3815720 h 4821604"/>
              <a:gd name="connsiteX3217" fmla="*/ 873564 w 2947832"/>
              <a:gd name="connsiteY3217" fmla="*/ 3831521 h 4821604"/>
              <a:gd name="connsiteX3218" fmla="*/ 871628 w 2947832"/>
              <a:gd name="connsiteY3218" fmla="*/ 3832672 h 4821604"/>
              <a:gd name="connsiteX3219" fmla="*/ 853368 w 2947832"/>
              <a:gd name="connsiteY3219" fmla="*/ 3832672 h 4821604"/>
              <a:gd name="connsiteX3220" fmla="*/ 851432 w 2947832"/>
              <a:gd name="connsiteY3220" fmla="*/ 3831521 h 4821604"/>
              <a:gd name="connsiteX3221" fmla="*/ 842328 w 2947832"/>
              <a:gd name="connsiteY3221" fmla="*/ 3815720 h 4821604"/>
              <a:gd name="connsiteX3222" fmla="*/ 842328 w 2947832"/>
              <a:gd name="connsiteY3222" fmla="*/ 3813470 h 4821604"/>
              <a:gd name="connsiteX3223" fmla="*/ 851432 w 2947832"/>
              <a:gd name="connsiteY3223" fmla="*/ 3797669 h 4821604"/>
              <a:gd name="connsiteX3224" fmla="*/ 853368 w 2947832"/>
              <a:gd name="connsiteY3224" fmla="*/ 3796518 h 4821604"/>
              <a:gd name="connsiteX3225" fmla="*/ 2258520 w 2947832"/>
              <a:gd name="connsiteY3225" fmla="*/ 3796360 h 4821604"/>
              <a:gd name="connsiteX3226" fmla="*/ 2276989 w 2947832"/>
              <a:gd name="connsiteY3226" fmla="*/ 3796360 h 4821604"/>
              <a:gd name="connsiteX3227" fmla="*/ 2278977 w 2947832"/>
              <a:gd name="connsiteY3227" fmla="*/ 3797511 h 4821604"/>
              <a:gd name="connsiteX3228" fmla="*/ 2288186 w 2947832"/>
              <a:gd name="connsiteY3228" fmla="*/ 3813469 h 4821604"/>
              <a:gd name="connsiteX3229" fmla="*/ 2288186 w 2947832"/>
              <a:gd name="connsiteY3229" fmla="*/ 3815771 h 4821604"/>
              <a:gd name="connsiteX3230" fmla="*/ 2278977 w 2947832"/>
              <a:gd name="connsiteY3230" fmla="*/ 3831730 h 4821604"/>
              <a:gd name="connsiteX3231" fmla="*/ 2276989 w 2947832"/>
              <a:gd name="connsiteY3231" fmla="*/ 3832880 h 4821604"/>
              <a:gd name="connsiteX3232" fmla="*/ 2258520 w 2947832"/>
              <a:gd name="connsiteY3232" fmla="*/ 3832880 h 4821604"/>
              <a:gd name="connsiteX3233" fmla="*/ 2256532 w 2947832"/>
              <a:gd name="connsiteY3233" fmla="*/ 3831730 h 4821604"/>
              <a:gd name="connsiteX3234" fmla="*/ 2247323 w 2947832"/>
              <a:gd name="connsiteY3234" fmla="*/ 3815771 h 4821604"/>
              <a:gd name="connsiteX3235" fmla="*/ 2247323 w 2947832"/>
              <a:gd name="connsiteY3235" fmla="*/ 3813469 h 4821604"/>
              <a:gd name="connsiteX3236" fmla="*/ 2256532 w 2947832"/>
              <a:gd name="connsiteY3236" fmla="*/ 3797511 h 4821604"/>
              <a:gd name="connsiteX3237" fmla="*/ 2258520 w 2947832"/>
              <a:gd name="connsiteY3237" fmla="*/ 3796360 h 4821604"/>
              <a:gd name="connsiteX3238" fmla="*/ 1183517 w 2947832"/>
              <a:gd name="connsiteY3238" fmla="*/ 3795523 h 4821604"/>
              <a:gd name="connsiteX3239" fmla="*/ 1202824 w 2947832"/>
              <a:gd name="connsiteY3239" fmla="*/ 3795523 h 4821604"/>
              <a:gd name="connsiteX3240" fmla="*/ 1204917 w 2947832"/>
              <a:gd name="connsiteY3240" fmla="*/ 3796726 h 4821604"/>
              <a:gd name="connsiteX3241" fmla="*/ 1214596 w 2947832"/>
              <a:gd name="connsiteY3241" fmla="*/ 3813469 h 4821604"/>
              <a:gd name="connsiteX3242" fmla="*/ 1214596 w 2947832"/>
              <a:gd name="connsiteY3242" fmla="*/ 3815876 h 4821604"/>
              <a:gd name="connsiteX3243" fmla="*/ 1204917 w 2947832"/>
              <a:gd name="connsiteY3243" fmla="*/ 3832619 h 4821604"/>
              <a:gd name="connsiteX3244" fmla="*/ 1202824 w 2947832"/>
              <a:gd name="connsiteY3244" fmla="*/ 3833823 h 4821604"/>
              <a:gd name="connsiteX3245" fmla="*/ 1183517 w 2947832"/>
              <a:gd name="connsiteY3245" fmla="*/ 3833823 h 4821604"/>
              <a:gd name="connsiteX3246" fmla="*/ 1181424 w 2947832"/>
              <a:gd name="connsiteY3246" fmla="*/ 3832619 h 4821604"/>
              <a:gd name="connsiteX3247" fmla="*/ 1171745 w 2947832"/>
              <a:gd name="connsiteY3247" fmla="*/ 3815876 h 4821604"/>
              <a:gd name="connsiteX3248" fmla="*/ 1171745 w 2947832"/>
              <a:gd name="connsiteY3248" fmla="*/ 3813469 h 4821604"/>
              <a:gd name="connsiteX3249" fmla="*/ 1181424 w 2947832"/>
              <a:gd name="connsiteY3249" fmla="*/ 3796726 h 4821604"/>
              <a:gd name="connsiteX3250" fmla="*/ 1183517 w 2947832"/>
              <a:gd name="connsiteY3250" fmla="*/ 3795523 h 4821604"/>
              <a:gd name="connsiteX3251" fmla="*/ 1100796 w 2947832"/>
              <a:gd name="connsiteY3251" fmla="*/ 3795366 h 4821604"/>
              <a:gd name="connsiteX3252" fmla="*/ 1120260 w 2947832"/>
              <a:gd name="connsiteY3252" fmla="*/ 3795366 h 4821604"/>
              <a:gd name="connsiteX3253" fmla="*/ 1122353 w 2947832"/>
              <a:gd name="connsiteY3253" fmla="*/ 3796569 h 4821604"/>
              <a:gd name="connsiteX3254" fmla="*/ 1132085 w 2947832"/>
              <a:gd name="connsiteY3254" fmla="*/ 3813417 h 4821604"/>
              <a:gd name="connsiteX3255" fmla="*/ 1132085 w 2947832"/>
              <a:gd name="connsiteY3255" fmla="*/ 3815824 h 4821604"/>
              <a:gd name="connsiteX3256" fmla="*/ 1122353 w 2947832"/>
              <a:gd name="connsiteY3256" fmla="*/ 3832671 h 4821604"/>
              <a:gd name="connsiteX3257" fmla="*/ 1120260 w 2947832"/>
              <a:gd name="connsiteY3257" fmla="*/ 3833875 h 4821604"/>
              <a:gd name="connsiteX3258" fmla="*/ 1100796 w 2947832"/>
              <a:gd name="connsiteY3258" fmla="*/ 3833875 h 4821604"/>
              <a:gd name="connsiteX3259" fmla="*/ 1098703 w 2947832"/>
              <a:gd name="connsiteY3259" fmla="*/ 3832671 h 4821604"/>
              <a:gd name="connsiteX3260" fmla="*/ 1088972 w 2947832"/>
              <a:gd name="connsiteY3260" fmla="*/ 3815824 h 4821604"/>
              <a:gd name="connsiteX3261" fmla="*/ 1088972 w 2947832"/>
              <a:gd name="connsiteY3261" fmla="*/ 3813417 h 4821604"/>
              <a:gd name="connsiteX3262" fmla="*/ 1098703 w 2947832"/>
              <a:gd name="connsiteY3262" fmla="*/ 3796569 h 4821604"/>
              <a:gd name="connsiteX3263" fmla="*/ 1100796 w 2947832"/>
              <a:gd name="connsiteY3263" fmla="*/ 3795366 h 4821604"/>
              <a:gd name="connsiteX3264" fmla="*/ 1348592 w 2947832"/>
              <a:gd name="connsiteY3264" fmla="*/ 3795157 h 4821604"/>
              <a:gd name="connsiteX3265" fmla="*/ 1368318 w 2947832"/>
              <a:gd name="connsiteY3265" fmla="*/ 3795157 h 4821604"/>
              <a:gd name="connsiteX3266" fmla="*/ 1370410 w 2947832"/>
              <a:gd name="connsiteY3266" fmla="*/ 3796360 h 4821604"/>
              <a:gd name="connsiteX3267" fmla="*/ 1380247 w 2947832"/>
              <a:gd name="connsiteY3267" fmla="*/ 3813417 h 4821604"/>
              <a:gd name="connsiteX3268" fmla="*/ 1380247 w 2947832"/>
              <a:gd name="connsiteY3268" fmla="*/ 3815876 h 4821604"/>
              <a:gd name="connsiteX3269" fmla="*/ 1370410 w 2947832"/>
              <a:gd name="connsiteY3269" fmla="*/ 3832933 h 4821604"/>
              <a:gd name="connsiteX3270" fmla="*/ 1368318 w 2947832"/>
              <a:gd name="connsiteY3270" fmla="*/ 3834137 h 4821604"/>
              <a:gd name="connsiteX3271" fmla="*/ 1348592 w 2947832"/>
              <a:gd name="connsiteY3271" fmla="*/ 3834137 h 4821604"/>
              <a:gd name="connsiteX3272" fmla="*/ 1346499 w 2947832"/>
              <a:gd name="connsiteY3272" fmla="*/ 3832933 h 4821604"/>
              <a:gd name="connsiteX3273" fmla="*/ 1336663 w 2947832"/>
              <a:gd name="connsiteY3273" fmla="*/ 3815876 h 4821604"/>
              <a:gd name="connsiteX3274" fmla="*/ 1336663 w 2947832"/>
              <a:gd name="connsiteY3274" fmla="*/ 3813417 h 4821604"/>
              <a:gd name="connsiteX3275" fmla="*/ 1346499 w 2947832"/>
              <a:gd name="connsiteY3275" fmla="*/ 3796360 h 4821604"/>
              <a:gd name="connsiteX3276" fmla="*/ 1348592 w 2947832"/>
              <a:gd name="connsiteY3276" fmla="*/ 3795157 h 4821604"/>
              <a:gd name="connsiteX3277" fmla="*/ 935303 w 2947832"/>
              <a:gd name="connsiteY3277" fmla="*/ 3795157 h 4821604"/>
              <a:gd name="connsiteX3278" fmla="*/ 955028 w 2947832"/>
              <a:gd name="connsiteY3278" fmla="*/ 3795157 h 4821604"/>
              <a:gd name="connsiteX3279" fmla="*/ 957121 w 2947832"/>
              <a:gd name="connsiteY3279" fmla="*/ 3796360 h 4821604"/>
              <a:gd name="connsiteX3280" fmla="*/ 966958 w 2947832"/>
              <a:gd name="connsiteY3280" fmla="*/ 3813417 h 4821604"/>
              <a:gd name="connsiteX3281" fmla="*/ 966958 w 2947832"/>
              <a:gd name="connsiteY3281" fmla="*/ 3815876 h 4821604"/>
              <a:gd name="connsiteX3282" fmla="*/ 957121 w 2947832"/>
              <a:gd name="connsiteY3282" fmla="*/ 3832933 h 4821604"/>
              <a:gd name="connsiteX3283" fmla="*/ 955028 w 2947832"/>
              <a:gd name="connsiteY3283" fmla="*/ 3834137 h 4821604"/>
              <a:gd name="connsiteX3284" fmla="*/ 935303 w 2947832"/>
              <a:gd name="connsiteY3284" fmla="*/ 3834137 h 4821604"/>
              <a:gd name="connsiteX3285" fmla="*/ 933210 w 2947832"/>
              <a:gd name="connsiteY3285" fmla="*/ 3832933 h 4821604"/>
              <a:gd name="connsiteX3286" fmla="*/ 923374 w 2947832"/>
              <a:gd name="connsiteY3286" fmla="*/ 3815876 h 4821604"/>
              <a:gd name="connsiteX3287" fmla="*/ 923374 w 2947832"/>
              <a:gd name="connsiteY3287" fmla="*/ 3813417 h 4821604"/>
              <a:gd name="connsiteX3288" fmla="*/ 933210 w 2947832"/>
              <a:gd name="connsiteY3288" fmla="*/ 3796360 h 4821604"/>
              <a:gd name="connsiteX3289" fmla="*/ 935303 w 2947832"/>
              <a:gd name="connsiteY3289" fmla="*/ 3795157 h 4821604"/>
              <a:gd name="connsiteX3290" fmla="*/ 2423124 w 2947832"/>
              <a:gd name="connsiteY3290" fmla="*/ 3795105 h 4821604"/>
              <a:gd name="connsiteX3291" fmla="*/ 2442902 w 2947832"/>
              <a:gd name="connsiteY3291" fmla="*/ 3795105 h 4821604"/>
              <a:gd name="connsiteX3292" fmla="*/ 2444995 w 2947832"/>
              <a:gd name="connsiteY3292" fmla="*/ 3796308 h 4821604"/>
              <a:gd name="connsiteX3293" fmla="*/ 2454883 w 2947832"/>
              <a:gd name="connsiteY3293" fmla="*/ 3813418 h 4821604"/>
              <a:gd name="connsiteX3294" fmla="*/ 2454883 w 2947832"/>
              <a:gd name="connsiteY3294" fmla="*/ 3815877 h 4821604"/>
              <a:gd name="connsiteX3295" fmla="*/ 2444995 w 2947832"/>
              <a:gd name="connsiteY3295" fmla="*/ 3832986 h 4821604"/>
              <a:gd name="connsiteX3296" fmla="*/ 2442902 w 2947832"/>
              <a:gd name="connsiteY3296" fmla="*/ 3834189 h 4821604"/>
              <a:gd name="connsiteX3297" fmla="*/ 2423124 w 2947832"/>
              <a:gd name="connsiteY3297" fmla="*/ 3834189 h 4821604"/>
              <a:gd name="connsiteX3298" fmla="*/ 2421031 w 2947832"/>
              <a:gd name="connsiteY3298" fmla="*/ 3832986 h 4821604"/>
              <a:gd name="connsiteX3299" fmla="*/ 2411142 w 2947832"/>
              <a:gd name="connsiteY3299" fmla="*/ 3815877 h 4821604"/>
              <a:gd name="connsiteX3300" fmla="*/ 2411142 w 2947832"/>
              <a:gd name="connsiteY3300" fmla="*/ 3813418 h 4821604"/>
              <a:gd name="connsiteX3301" fmla="*/ 2421031 w 2947832"/>
              <a:gd name="connsiteY3301" fmla="*/ 3796308 h 4821604"/>
              <a:gd name="connsiteX3302" fmla="*/ 2423124 w 2947832"/>
              <a:gd name="connsiteY3302" fmla="*/ 3795105 h 4821604"/>
              <a:gd name="connsiteX3303" fmla="*/ 2588146 w 2947832"/>
              <a:gd name="connsiteY3303" fmla="*/ 3794425 h 4821604"/>
              <a:gd name="connsiteX3304" fmla="*/ 2608551 w 2947832"/>
              <a:gd name="connsiteY3304" fmla="*/ 3794425 h 4821604"/>
              <a:gd name="connsiteX3305" fmla="*/ 2610749 w 2947832"/>
              <a:gd name="connsiteY3305" fmla="*/ 3795681 h 4821604"/>
              <a:gd name="connsiteX3306" fmla="*/ 2620952 w 2947832"/>
              <a:gd name="connsiteY3306" fmla="*/ 3813365 h 4821604"/>
              <a:gd name="connsiteX3307" fmla="*/ 2620952 w 2947832"/>
              <a:gd name="connsiteY3307" fmla="*/ 3815877 h 4821604"/>
              <a:gd name="connsiteX3308" fmla="*/ 2610749 w 2947832"/>
              <a:gd name="connsiteY3308" fmla="*/ 3833562 h 4821604"/>
              <a:gd name="connsiteX3309" fmla="*/ 2608551 w 2947832"/>
              <a:gd name="connsiteY3309" fmla="*/ 3834817 h 4821604"/>
              <a:gd name="connsiteX3310" fmla="*/ 2588146 w 2947832"/>
              <a:gd name="connsiteY3310" fmla="*/ 3834817 h 4821604"/>
              <a:gd name="connsiteX3311" fmla="*/ 2585949 w 2947832"/>
              <a:gd name="connsiteY3311" fmla="*/ 3833562 h 4821604"/>
              <a:gd name="connsiteX3312" fmla="*/ 2575746 w 2947832"/>
              <a:gd name="connsiteY3312" fmla="*/ 3815877 h 4821604"/>
              <a:gd name="connsiteX3313" fmla="*/ 2575746 w 2947832"/>
              <a:gd name="connsiteY3313" fmla="*/ 3813365 h 4821604"/>
              <a:gd name="connsiteX3314" fmla="*/ 2585949 w 2947832"/>
              <a:gd name="connsiteY3314" fmla="*/ 3795681 h 4821604"/>
              <a:gd name="connsiteX3315" fmla="*/ 2588146 w 2947832"/>
              <a:gd name="connsiteY3315" fmla="*/ 3794425 h 4821604"/>
              <a:gd name="connsiteX3316" fmla="*/ 2340037 w 2947832"/>
              <a:gd name="connsiteY3316" fmla="*/ 3794058 h 4821604"/>
              <a:gd name="connsiteX3317" fmla="*/ 2360808 w 2947832"/>
              <a:gd name="connsiteY3317" fmla="*/ 3794058 h 4821604"/>
              <a:gd name="connsiteX3318" fmla="*/ 2363059 w 2947832"/>
              <a:gd name="connsiteY3318" fmla="*/ 3795366 h 4821604"/>
              <a:gd name="connsiteX3319" fmla="*/ 2373471 w 2947832"/>
              <a:gd name="connsiteY3319" fmla="*/ 3813365 h 4821604"/>
              <a:gd name="connsiteX3320" fmla="*/ 2373471 w 2947832"/>
              <a:gd name="connsiteY3320" fmla="*/ 3815928 h 4821604"/>
              <a:gd name="connsiteX3321" fmla="*/ 2363059 w 2947832"/>
              <a:gd name="connsiteY3321" fmla="*/ 3833927 h 4821604"/>
              <a:gd name="connsiteX3322" fmla="*/ 2360808 w 2947832"/>
              <a:gd name="connsiteY3322" fmla="*/ 3835235 h 4821604"/>
              <a:gd name="connsiteX3323" fmla="*/ 2340037 w 2947832"/>
              <a:gd name="connsiteY3323" fmla="*/ 3835235 h 4821604"/>
              <a:gd name="connsiteX3324" fmla="*/ 2337787 w 2947832"/>
              <a:gd name="connsiteY3324" fmla="*/ 3833927 h 4821604"/>
              <a:gd name="connsiteX3325" fmla="*/ 2327375 w 2947832"/>
              <a:gd name="connsiteY3325" fmla="*/ 3815928 h 4821604"/>
              <a:gd name="connsiteX3326" fmla="*/ 2327375 w 2947832"/>
              <a:gd name="connsiteY3326" fmla="*/ 3813365 h 4821604"/>
              <a:gd name="connsiteX3327" fmla="*/ 2337787 w 2947832"/>
              <a:gd name="connsiteY3327" fmla="*/ 3795366 h 4821604"/>
              <a:gd name="connsiteX3328" fmla="*/ 2340037 w 2947832"/>
              <a:gd name="connsiteY3328" fmla="*/ 3794058 h 4821604"/>
              <a:gd name="connsiteX3329" fmla="*/ 1513353 w 2947832"/>
              <a:gd name="connsiteY3329" fmla="*/ 3793902 h 4821604"/>
              <a:gd name="connsiteX3330" fmla="*/ 1534282 w 2947832"/>
              <a:gd name="connsiteY3330" fmla="*/ 3793902 h 4821604"/>
              <a:gd name="connsiteX3331" fmla="*/ 1536532 w 2947832"/>
              <a:gd name="connsiteY3331" fmla="*/ 3795210 h 4821604"/>
              <a:gd name="connsiteX3332" fmla="*/ 1546996 w 2947832"/>
              <a:gd name="connsiteY3332" fmla="*/ 3813313 h 4821604"/>
              <a:gd name="connsiteX3333" fmla="*/ 1546996 w 2947832"/>
              <a:gd name="connsiteY3333" fmla="*/ 3815877 h 4821604"/>
              <a:gd name="connsiteX3334" fmla="*/ 1536532 w 2947832"/>
              <a:gd name="connsiteY3334" fmla="*/ 3833980 h 4821604"/>
              <a:gd name="connsiteX3335" fmla="*/ 1534282 w 2947832"/>
              <a:gd name="connsiteY3335" fmla="*/ 3835288 h 4821604"/>
              <a:gd name="connsiteX3336" fmla="*/ 1513353 w 2947832"/>
              <a:gd name="connsiteY3336" fmla="*/ 3835288 h 4821604"/>
              <a:gd name="connsiteX3337" fmla="*/ 1511103 w 2947832"/>
              <a:gd name="connsiteY3337" fmla="*/ 3833980 h 4821604"/>
              <a:gd name="connsiteX3338" fmla="*/ 1500639 w 2947832"/>
              <a:gd name="connsiteY3338" fmla="*/ 3815877 h 4821604"/>
              <a:gd name="connsiteX3339" fmla="*/ 1500639 w 2947832"/>
              <a:gd name="connsiteY3339" fmla="*/ 3813313 h 4821604"/>
              <a:gd name="connsiteX3340" fmla="*/ 1511103 w 2947832"/>
              <a:gd name="connsiteY3340" fmla="*/ 3795210 h 4821604"/>
              <a:gd name="connsiteX3341" fmla="*/ 1513353 w 2947832"/>
              <a:gd name="connsiteY3341" fmla="*/ 3793902 h 4821604"/>
              <a:gd name="connsiteX3342" fmla="*/ 1017239 w 2947832"/>
              <a:gd name="connsiteY3342" fmla="*/ 3793588 h 4821604"/>
              <a:gd name="connsiteX3343" fmla="*/ 1038534 w 2947832"/>
              <a:gd name="connsiteY3343" fmla="*/ 3793588 h 4821604"/>
              <a:gd name="connsiteX3344" fmla="*/ 1040836 w 2947832"/>
              <a:gd name="connsiteY3344" fmla="*/ 3794896 h 4821604"/>
              <a:gd name="connsiteX3345" fmla="*/ 1051458 w 2947832"/>
              <a:gd name="connsiteY3345" fmla="*/ 3813313 h 4821604"/>
              <a:gd name="connsiteX3346" fmla="*/ 1051458 w 2947832"/>
              <a:gd name="connsiteY3346" fmla="*/ 3815929 h 4821604"/>
              <a:gd name="connsiteX3347" fmla="*/ 1040836 w 2947832"/>
              <a:gd name="connsiteY3347" fmla="*/ 3834347 h 4821604"/>
              <a:gd name="connsiteX3348" fmla="*/ 1038534 w 2947832"/>
              <a:gd name="connsiteY3348" fmla="*/ 3835655 h 4821604"/>
              <a:gd name="connsiteX3349" fmla="*/ 1017239 w 2947832"/>
              <a:gd name="connsiteY3349" fmla="*/ 3835655 h 4821604"/>
              <a:gd name="connsiteX3350" fmla="*/ 1014937 w 2947832"/>
              <a:gd name="connsiteY3350" fmla="*/ 3834347 h 4821604"/>
              <a:gd name="connsiteX3351" fmla="*/ 1004316 w 2947832"/>
              <a:gd name="connsiteY3351" fmla="*/ 3815929 h 4821604"/>
              <a:gd name="connsiteX3352" fmla="*/ 1004316 w 2947832"/>
              <a:gd name="connsiteY3352" fmla="*/ 3813313 h 4821604"/>
              <a:gd name="connsiteX3353" fmla="*/ 1014937 w 2947832"/>
              <a:gd name="connsiteY3353" fmla="*/ 3794896 h 4821604"/>
              <a:gd name="connsiteX3354" fmla="*/ 1017239 w 2947832"/>
              <a:gd name="connsiteY3354" fmla="*/ 3793588 h 4821604"/>
              <a:gd name="connsiteX3355" fmla="*/ 2670292 w 2947832"/>
              <a:gd name="connsiteY3355" fmla="*/ 3793378 h 4821604"/>
              <a:gd name="connsiteX3356" fmla="*/ 2691796 w 2947832"/>
              <a:gd name="connsiteY3356" fmla="*/ 3793378 h 4821604"/>
              <a:gd name="connsiteX3357" fmla="*/ 2694098 w 2947832"/>
              <a:gd name="connsiteY3357" fmla="*/ 3794686 h 4821604"/>
              <a:gd name="connsiteX3358" fmla="*/ 2704824 w 2947832"/>
              <a:gd name="connsiteY3358" fmla="*/ 3813313 h 4821604"/>
              <a:gd name="connsiteX3359" fmla="*/ 2704824 w 2947832"/>
              <a:gd name="connsiteY3359" fmla="*/ 3815981 h 4821604"/>
              <a:gd name="connsiteX3360" fmla="*/ 2694098 w 2947832"/>
              <a:gd name="connsiteY3360" fmla="*/ 3834608 h 4821604"/>
              <a:gd name="connsiteX3361" fmla="*/ 2691796 w 2947832"/>
              <a:gd name="connsiteY3361" fmla="*/ 3835916 h 4821604"/>
              <a:gd name="connsiteX3362" fmla="*/ 2670292 w 2947832"/>
              <a:gd name="connsiteY3362" fmla="*/ 3835916 h 4821604"/>
              <a:gd name="connsiteX3363" fmla="*/ 2667990 w 2947832"/>
              <a:gd name="connsiteY3363" fmla="*/ 3834608 h 4821604"/>
              <a:gd name="connsiteX3364" fmla="*/ 2657264 w 2947832"/>
              <a:gd name="connsiteY3364" fmla="*/ 3815981 h 4821604"/>
              <a:gd name="connsiteX3365" fmla="*/ 2657264 w 2947832"/>
              <a:gd name="connsiteY3365" fmla="*/ 3813313 h 4821604"/>
              <a:gd name="connsiteX3366" fmla="*/ 2667990 w 2947832"/>
              <a:gd name="connsiteY3366" fmla="*/ 3794686 h 4821604"/>
              <a:gd name="connsiteX3367" fmla="*/ 2670292 w 2947832"/>
              <a:gd name="connsiteY3367" fmla="*/ 3793378 h 4821604"/>
              <a:gd name="connsiteX3368" fmla="*/ 1430162 w 2947832"/>
              <a:gd name="connsiteY3368" fmla="*/ 3792855 h 4821604"/>
              <a:gd name="connsiteX3369" fmla="*/ 1452137 w 2947832"/>
              <a:gd name="connsiteY3369" fmla="*/ 3792855 h 4821604"/>
              <a:gd name="connsiteX3370" fmla="*/ 1454492 w 2947832"/>
              <a:gd name="connsiteY3370" fmla="*/ 3794215 h 4821604"/>
              <a:gd name="connsiteX3371" fmla="*/ 1465479 w 2947832"/>
              <a:gd name="connsiteY3371" fmla="*/ 3813260 h 4821604"/>
              <a:gd name="connsiteX3372" fmla="*/ 1465479 w 2947832"/>
              <a:gd name="connsiteY3372" fmla="*/ 3815981 h 4821604"/>
              <a:gd name="connsiteX3373" fmla="*/ 1454492 w 2947832"/>
              <a:gd name="connsiteY3373" fmla="*/ 3835026 h 4821604"/>
              <a:gd name="connsiteX3374" fmla="*/ 1452137 w 2947832"/>
              <a:gd name="connsiteY3374" fmla="*/ 3836387 h 4821604"/>
              <a:gd name="connsiteX3375" fmla="*/ 1430162 w 2947832"/>
              <a:gd name="connsiteY3375" fmla="*/ 3836387 h 4821604"/>
              <a:gd name="connsiteX3376" fmla="*/ 1427808 w 2947832"/>
              <a:gd name="connsiteY3376" fmla="*/ 3835026 h 4821604"/>
              <a:gd name="connsiteX3377" fmla="*/ 1416820 w 2947832"/>
              <a:gd name="connsiteY3377" fmla="*/ 3815981 h 4821604"/>
              <a:gd name="connsiteX3378" fmla="*/ 1416820 w 2947832"/>
              <a:gd name="connsiteY3378" fmla="*/ 3813260 h 4821604"/>
              <a:gd name="connsiteX3379" fmla="*/ 1427808 w 2947832"/>
              <a:gd name="connsiteY3379" fmla="*/ 3794215 h 4821604"/>
              <a:gd name="connsiteX3380" fmla="*/ 1430162 w 2947832"/>
              <a:gd name="connsiteY3380" fmla="*/ 3792855 h 4821604"/>
              <a:gd name="connsiteX3381" fmla="*/ 2090985 w 2947832"/>
              <a:gd name="connsiteY3381" fmla="*/ 3792018 h 4821604"/>
              <a:gd name="connsiteX3382" fmla="*/ 2113850 w 2947832"/>
              <a:gd name="connsiteY3382" fmla="*/ 3792018 h 4821604"/>
              <a:gd name="connsiteX3383" fmla="*/ 2116309 w 2947832"/>
              <a:gd name="connsiteY3383" fmla="*/ 3793431 h 4821604"/>
              <a:gd name="connsiteX3384" fmla="*/ 2127715 w 2947832"/>
              <a:gd name="connsiteY3384" fmla="*/ 3813209 h 4821604"/>
              <a:gd name="connsiteX3385" fmla="*/ 2127715 w 2947832"/>
              <a:gd name="connsiteY3385" fmla="*/ 3816034 h 4821604"/>
              <a:gd name="connsiteX3386" fmla="*/ 2116309 w 2947832"/>
              <a:gd name="connsiteY3386" fmla="*/ 3835811 h 4821604"/>
              <a:gd name="connsiteX3387" fmla="*/ 2113850 w 2947832"/>
              <a:gd name="connsiteY3387" fmla="*/ 3837224 h 4821604"/>
              <a:gd name="connsiteX3388" fmla="*/ 2090985 w 2947832"/>
              <a:gd name="connsiteY3388" fmla="*/ 3837224 h 4821604"/>
              <a:gd name="connsiteX3389" fmla="*/ 2088526 w 2947832"/>
              <a:gd name="connsiteY3389" fmla="*/ 3835811 h 4821604"/>
              <a:gd name="connsiteX3390" fmla="*/ 2077120 w 2947832"/>
              <a:gd name="connsiteY3390" fmla="*/ 3816034 h 4821604"/>
              <a:gd name="connsiteX3391" fmla="*/ 2077120 w 2947832"/>
              <a:gd name="connsiteY3391" fmla="*/ 3813209 h 4821604"/>
              <a:gd name="connsiteX3392" fmla="*/ 2088526 w 2947832"/>
              <a:gd name="connsiteY3392" fmla="*/ 3793431 h 4821604"/>
              <a:gd name="connsiteX3393" fmla="*/ 2090985 w 2947832"/>
              <a:gd name="connsiteY3393" fmla="*/ 3792018 h 4821604"/>
              <a:gd name="connsiteX3394" fmla="*/ 2751914 w 2947832"/>
              <a:gd name="connsiteY3394" fmla="*/ 3791337 h 4821604"/>
              <a:gd name="connsiteX3395" fmla="*/ 2775459 w 2947832"/>
              <a:gd name="connsiteY3395" fmla="*/ 3791337 h 4821604"/>
              <a:gd name="connsiteX3396" fmla="*/ 2777970 w 2947832"/>
              <a:gd name="connsiteY3396" fmla="*/ 3792802 h 4821604"/>
              <a:gd name="connsiteX3397" fmla="*/ 2789742 w 2947832"/>
              <a:gd name="connsiteY3397" fmla="*/ 3813208 h 4821604"/>
              <a:gd name="connsiteX3398" fmla="*/ 2789742 w 2947832"/>
              <a:gd name="connsiteY3398" fmla="*/ 3816138 h 4821604"/>
              <a:gd name="connsiteX3399" fmla="*/ 2777970 w 2947832"/>
              <a:gd name="connsiteY3399" fmla="*/ 3836543 h 4821604"/>
              <a:gd name="connsiteX3400" fmla="*/ 2775459 w 2947832"/>
              <a:gd name="connsiteY3400" fmla="*/ 3838008 h 4821604"/>
              <a:gd name="connsiteX3401" fmla="*/ 2751914 w 2947832"/>
              <a:gd name="connsiteY3401" fmla="*/ 3838008 h 4821604"/>
              <a:gd name="connsiteX3402" fmla="*/ 2749402 w 2947832"/>
              <a:gd name="connsiteY3402" fmla="*/ 3836543 h 4821604"/>
              <a:gd name="connsiteX3403" fmla="*/ 2737630 w 2947832"/>
              <a:gd name="connsiteY3403" fmla="*/ 3816138 h 4821604"/>
              <a:gd name="connsiteX3404" fmla="*/ 2737630 w 2947832"/>
              <a:gd name="connsiteY3404" fmla="*/ 3813208 h 4821604"/>
              <a:gd name="connsiteX3405" fmla="*/ 2749402 w 2947832"/>
              <a:gd name="connsiteY3405" fmla="*/ 3792802 h 4821604"/>
              <a:gd name="connsiteX3406" fmla="*/ 2751914 w 2947832"/>
              <a:gd name="connsiteY3406" fmla="*/ 3791337 h 4821604"/>
              <a:gd name="connsiteX3407" fmla="*/ 2007375 w 2947832"/>
              <a:gd name="connsiteY3407" fmla="*/ 3790082 h 4821604"/>
              <a:gd name="connsiteX3408" fmla="*/ 2032176 w 2947832"/>
              <a:gd name="connsiteY3408" fmla="*/ 3790082 h 4821604"/>
              <a:gd name="connsiteX3409" fmla="*/ 2034844 w 2947832"/>
              <a:gd name="connsiteY3409" fmla="*/ 3791600 h 4821604"/>
              <a:gd name="connsiteX3410" fmla="*/ 2047244 w 2947832"/>
              <a:gd name="connsiteY3410" fmla="*/ 3813104 h 4821604"/>
              <a:gd name="connsiteX3411" fmla="*/ 2047244 w 2947832"/>
              <a:gd name="connsiteY3411" fmla="*/ 3816190 h 4821604"/>
              <a:gd name="connsiteX3412" fmla="*/ 2034844 w 2947832"/>
              <a:gd name="connsiteY3412" fmla="*/ 3837695 h 4821604"/>
              <a:gd name="connsiteX3413" fmla="*/ 2032176 w 2947832"/>
              <a:gd name="connsiteY3413" fmla="*/ 3839212 h 4821604"/>
              <a:gd name="connsiteX3414" fmla="*/ 2007375 w 2947832"/>
              <a:gd name="connsiteY3414" fmla="*/ 3839212 h 4821604"/>
              <a:gd name="connsiteX3415" fmla="*/ 2004707 w 2947832"/>
              <a:gd name="connsiteY3415" fmla="*/ 3837695 h 4821604"/>
              <a:gd name="connsiteX3416" fmla="*/ 1992307 w 2947832"/>
              <a:gd name="connsiteY3416" fmla="*/ 3816190 h 4821604"/>
              <a:gd name="connsiteX3417" fmla="*/ 1992307 w 2947832"/>
              <a:gd name="connsiteY3417" fmla="*/ 3813104 h 4821604"/>
              <a:gd name="connsiteX3418" fmla="*/ 2004707 w 2947832"/>
              <a:gd name="connsiteY3418" fmla="*/ 3791600 h 4821604"/>
              <a:gd name="connsiteX3419" fmla="*/ 2007375 w 2947832"/>
              <a:gd name="connsiteY3419" fmla="*/ 3790082 h 4821604"/>
              <a:gd name="connsiteX3420" fmla="*/ 2503228 w 2947832"/>
              <a:gd name="connsiteY3420" fmla="*/ 3789977 h 4821604"/>
              <a:gd name="connsiteX3421" fmla="*/ 2528133 w 2947832"/>
              <a:gd name="connsiteY3421" fmla="*/ 3789977 h 4821604"/>
              <a:gd name="connsiteX3422" fmla="*/ 2530802 w 2947832"/>
              <a:gd name="connsiteY3422" fmla="*/ 3791494 h 4821604"/>
              <a:gd name="connsiteX3423" fmla="*/ 2543254 w 2947832"/>
              <a:gd name="connsiteY3423" fmla="*/ 3813051 h 4821604"/>
              <a:gd name="connsiteX3424" fmla="*/ 2543254 w 2947832"/>
              <a:gd name="connsiteY3424" fmla="*/ 3816138 h 4821604"/>
              <a:gd name="connsiteX3425" fmla="*/ 2530802 w 2947832"/>
              <a:gd name="connsiteY3425" fmla="*/ 3837694 h 4821604"/>
              <a:gd name="connsiteX3426" fmla="*/ 2528133 w 2947832"/>
              <a:gd name="connsiteY3426" fmla="*/ 3839212 h 4821604"/>
              <a:gd name="connsiteX3427" fmla="*/ 2503228 w 2947832"/>
              <a:gd name="connsiteY3427" fmla="*/ 3839212 h 4821604"/>
              <a:gd name="connsiteX3428" fmla="*/ 2500560 w 2947832"/>
              <a:gd name="connsiteY3428" fmla="*/ 3837694 h 4821604"/>
              <a:gd name="connsiteX3429" fmla="*/ 2488108 w 2947832"/>
              <a:gd name="connsiteY3429" fmla="*/ 3816138 h 4821604"/>
              <a:gd name="connsiteX3430" fmla="*/ 2488108 w 2947832"/>
              <a:gd name="connsiteY3430" fmla="*/ 3813051 h 4821604"/>
              <a:gd name="connsiteX3431" fmla="*/ 2500560 w 2947832"/>
              <a:gd name="connsiteY3431" fmla="*/ 3791494 h 4821604"/>
              <a:gd name="connsiteX3432" fmla="*/ 2503228 w 2947832"/>
              <a:gd name="connsiteY3432" fmla="*/ 3789977 h 4821604"/>
              <a:gd name="connsiteX3433" fmla="*/ 2832542 w 2947832"/>
              <a:gd name="connsiteY3433" fmla="*/ 3787257 h 4821604"/>
              <a:gd name="connsiteX3434" fmla="*/ 2860168 w 2947832"/>
              <a:gd name="connsiteY3434" fmla="*/ 3787257 h 4821604"/>
              <a:gd name="connsiteX3435" fmla="*/ 2863150 w 2947832"/>
              <a:gd name="connsiteY3435" fmla="*/ 3788984 h 4821604"/>
              <a:gd name="connsiteX3436" fmla="*/ 2876963 w 2947832"/>
              <a:gd name="connsiteY3436" fmla="*/ 3812895 h 4821604"/>
              <a:gd name="connsiteX3437" fmla="*/ 2876963 w 2947832"/>
              <a:gd name="connsiteY3437" fmla="*/ 3816295 h 4821604"/>
              <a:gd name="connsiteX3438" fmla="*/ 2863150 w 2947832"/>
              <a:gd name="connsiteY3438" fmla="*/ 3840207 h 4821604"/>
              <a:gd name="connsiteX3439" fmla="*/ 2860168 w 2947832"/>
              <a:gd name="connsiteY3439" fmla="*/ 3841933 h 4821604"/>
              <a:gd name="connsiteX3440" fmla="*/ 2832542 w 2947832"/>
              <a:gd name="connsiteY3440" fmla="*/ 3841933 h 4821604"/>
              <a:gd name="connsiteX3441" fmla="*/ 2829560 w 2947832"/>
              <a:gd name="connsiteY3441" fmla="*/ 3840207 h 4821604"/>
              <a:gd name="connsiteX3442" fmla="*/ 2815747 w 2947832"/>
              <a:gd name="connsiteY3442" fmla="*/ 3816295 h 4821604"/>
              <a:gd name="connsiteX3443" fmla="*/ 2815747 w 2947832"/>
              <a:gd name="connsiteY3443" fmla="*/ 3812895 h 4821604"/>
              <a:gd name="connsiteX3444" fmla="*/ 2829560 w 2947832"/>
              <a:gd name="connsiteY3444" fmla="*/ 3788984 h 4821604"/>
              <a:gd name="connsiteX3445" fmla="*/ 2832542 w 2947832"/>
              <a:gd name="connsiteY3445" fmla="*/ 3787257 h 4821604"/>
              <a:gd name="connsiteX3446" fmla="*/ 1840155 w 2947832"/>
              <a:gd name="connsiteY3446" fmla="*/ 3786367 h 4821604"/>
              <a:gd name="connsiteX3447" fmla="*/ 1868670 w 2947832"/>
              <a:gd name="connsiteY3447" fmla="*/ 3786367 h 4821604"/>
              <a:gd name="connsiteX3448" fmla="*/ 1871705 w 2947832"/>
              <a:gd name="connsiteY3448" fmla="*/ 3788146 h 4821604"/>
              <a:gd name="connsiteX3449" fmla="*/ 1885989 w 2947832"/>
              <a:gd name="connsiteY3449" fmla="*/ 3812842 h 4821604"/>
              <a:gd name="connsiteX3450" fmla="*/ 1885989 w 2947832"/>
              <a:gd name="connsiteY3450" fmla="*/ 3816347 h 4821604"/>
              <a:gd name="connsiteX3451" fmla="*/ 1871705 w 2947832"/>
              <a:gd name="connsiteY3451" fmla="*/ 3841043 h 4821604"/>
              <a:gd name="connsiteX3452" fmla="*/ 1868670 w 2947832"/>
              <a:gd name="connsiteY3452" fmla="*/ 3842822 h 4821604"/>
              <a:gd name="connsiteX3453" fmla="*/ 1840155 w 2947832"/>
              <a:gd name="connsiteY3453" fmla="*/ 3842822 h 4821604"/>
              <a:gd name="connsiteX3454" fmla="*/ 1837121 w 2947832"/>
              <a:gd name="connsiteY3454" fmla="*/ 3841043 h 4821604"/>
              <a:gd name="connsiteX3455" fmla="*/ 1822837 w 2947832"/>
              <a:gd name="connsiteY3455" fmla="*/ 3816347 h 4821604"/>
              <a:gd name="connsiteX3456" fmla="*/ 1822837 w 2947832"/>
              <a:gd name="connsiteY3456" fmla="*/ 3812842 h 4821604"/>
              <a:gd name="connsiteX3457" fmla="*/ 1837121 w 2947832"/>
              <a:gd name="connsiteY3457" fmla="*/ 3788146 h 4821604"/>
              <a:gd name="connsiteX3458" fmla="*/ 1840155 w 2947832"/>
              <a:gd name="connsiteY3458" fmla="*/ 3786367 h 4821604"/>
              <a:gd name="connsiteX3459" fmla="*/ 1591522 w 2947832"/>
              <a:gd name="connsiteY3459" fmla="*/ 3785111 h 4821604"/>
              <a:gd name="connsiteX3460" fmla="*/ 1621345 w 2947832"/>
              <a:gd name="connsiteY3460" fmla="*/ 3785111 h 4821604"/>
              <a:gd name="connsiteX3461" fmla="*/ 1624537 w 2947832"/>
              <a:gd name="connsiteY3461" fmla="*/ 3786942 h 4821604"/>
              <a:gd name="connsiteX3462" fmla="*/ 1639449 w 2947832"/>
              <a:gd name="connsiteY3462" fmla="*/ 3812789 h 4821604"/>
              <a:gd name="connsiteX3463" fmla="*/ 1639449 w 2947832"/>
              <a:gd name="connsiteY3463" fmla="*/ 3816504 h 4821604"/>
              <a:gd name="connsiteX3464" fmla="*/ 1624537 w 2947832"/>
              <a:gd name="connsiteY3464" fmla="*/ 3842351 h 4821604"/>
              <a:gd name="connsiteX3465" fmla="*/ 1621345 w 2947832"/>
              <a:gd name="connsiteY3465" fmla="*/ 3844182 h 4821604"/>
              <a:gd name="connsiteX3466" fmla="*/ 1591522 w 2947832"/>
              <a:gd name="connsiteY3466" fmla="*/ 3844182 h 4821604"/>
              <a:gd name="connsiteX3467" fmla="*/ 1588330 w 2947832"/>
              <a:gd name="connsiteY3467" fmla="*/ 3842351 h 4821604"/>
              <a:gd name="connsiteX3468" fmla="*/ 1573419 w 2947832"/>
              <a:gd name="connsiteY3468" fmla="*/ 3816504 h 4821604"/>
              <a:gd name="connsiteX3469" fmla="*/ 1573419 w 2947832"/>
              <a:gd name="connsiteY3469" fmla="*/ 3812789 h 4821604"/>
              <a:gd name="connsiteX3470" fmla="*/ 1588330 w 2947832"/>
              <a:gd name="connsiteY3470" fmla="*/ 3786942 h 4821604"/>
              <a:gd name="connsiteX3471" fmla="*/ 1591522 w 2947832"/>
              <a:gd name="connsiteY3471" fmla="*/ 3785111 h 4821604"/>
              <a:gd name="connsiteX3472" fmla="*/ 516782 w 2947832"/>
              <a:gd name="connsiteY3472" fmla="*/ 3784693 h 4821604"/>
              <a:gd name="connsiteX3473" fmla="*/ 547024 w 2947832"/>
              <a:gd name="connsiteY3473" fmla="*/ 3784693 h 4821604"/>
              <a:gd name="connsiteX3474" fmla="*/ 550268 w 2947832"/>
              <a:gd name="connsiteY3474" fmla="*/ 3786577 h 4821604"/>
              <a:gd name="connsiteX3475" fmla="*/ 565389 w 2947832"/>
              <a:gd name="connsiteY3475" fmla="*/ 3812790 h 4821604"/>
              <a:gd name="connsiteX3476" fmla="*/ 565389 w 2947832"/>
              <a:gd name="connsiteY3476" fmla="*/ 3816557 h 4821604"/>
              <a:gd name="connsiteX3477" fmla="*/ 550268 w 2947832"/>
              <a:gd name="connsiteY3477" fmla="*/ 3842770 h 4821604"/>
              <a:gd name="connsiteX3478" fmla="*/ 547024 w 2947832"/>
              <a:gd name="connsiteY3478" fmla="*/ 3844654 h 4821604"/>
              <a:gd name="connsiteX3479" fmla="*/ 516782 w 2947832"/>
              <a:gd name="connsiteY3479" fmla="*/ 3844654 h 4821604"/>
              <a:gd name="connsiteX3480" fmla="*/ 513538 w 2947832"/>
              <a:gd name="connsiteY3480" fmla="*/ 3842770 h 4821604"/>
              <a:gd name="connsiteX3481" fmla="*/ 498417 w 2947832"/>
              <a:gd name="connsiteY3481" fmla="*/ 3816557 h 4821604"/>
              <a:gd name="connsiteX3482" fmla="*/ 498417 w 2947832"/>
              <a:gd name="connsiteY3482" fmla="*/ 3812790 h 4821604"/>
              <a:gd name="connsiteX3483" fmla="*/ 513538 w 2947832"/>
              <a:gd name="connsiteY3483" fmla="*/ 3786577 h 4821604"/>
              <a:gd name="connsiteX3484" fmla="*/ 516782 w 2947832"/>
              <a:gd name="connsiteY3484" fmla="*/ 3784693 h 4821604"/>
              <a:gd name="connsiteX3485" fmla="*/ 1756231 w 2947832"/>
              <a:gd name="connsiteY3485" fmla="*/ 3783803 h 4821604"/>
              <a:gd name="connsiteX3486" fmla="*/ 1787415 w 2947832"/>
              <a:gd name="connsiteY3486" fmla="*/ 3783803 h 4821604"/>
              <a:gd name="connsiteX3487" fmla="*/ 1790764 w 2947832"/>
              <a:gd name="connsiteY3487" fmla="*/ 3785739 h 4821604"/>
              <a:gd name="connsiteX3488" fmla="*/ 1806356 w 2947832"/>
              <a:gd name="connsiteY3488" fmla="*/ 3812737 h 4821604"/>
              <a:gd name="connsiteX3489" fmla="*/ 1806356 w 2947832"/>
              <a:gd name="connsiteY3489" fmla="*/ 3816609 h 4821604"/>
              <a:gd name="connsiteX3490" fmla="*/ 1790764 w 2947832"/>
              <a:gd name="connsiteY3490" fmla="*/ 3843607 h 4821604"/>
              <a:gd name="connsiteX3491" fmla="*/ 1787415 w 2947832"/>
              <a:gd name="connsiteY3491" fmla="*/ 3845543 h 4821604"/>
              <a:gd name="connsiteX3492" fmla="*/ 1756231 w 2947832"/>
              <a:gd name="connsiteY3492" fmla="*/ 3845543 h 4821604"/>
              <a:gd name="connsiteX3493" fmla="*/ 1752883 w 2947832"/>
              <a:gd name="connsiteY3493" fmla="*/ 3843607 h 4821604"/>
              <a:gd name="connsiteX3494" fmla="*/ 1737291 w 2947832"/>
              <a:gd name="connsiteY3494" fmla="*/ 3816609 h 4821604"/>
              <a:gd name="connsiteX3495" fmla="*/ 1737291 w 2947832"/>
              <a:gd name="connsiteY3495" fmla="*/ 3812737 h 4821604"/>
              <a:gd name="connsiteX3496" fmla="*/ 1752883 w 2947832"/>
              <a:gd name="connsiteY3496" fmla="*/ 3785739 h 4821604"/>
              <a:gd name="connsiteX3497" fmla="*/ 1756231 w 2947832"/>
              <a:gd name="connsiteY3497" fmla="*/ 3783803 h 4821604"/>
              <a:gd name="connsiteX3498" fmla="*/ 1673353 w 2947832"/>
              <a:gd name="connsiteY3498" fmla="*/ 3783385 h 4821604"/>
              <a:gd name="connsiteX3499" fmla="*/ 1704903 w 2947832"/>
              <a:gd name="connsiteY3499" fmla="*/ 3783385 h 4821604"/>
              <a:gd name="connsiteX3500" fmla="*/ 1708304 w 2947832"/>
              <a:gd name="connsiteY3500" fmla="*/ 3785321 h 4821604"/>
              <a:gd name="connsiteX3501" fmla="*/ 1724105 w 2947832"/>
              <a:gd name="connsiteY3501" fmla="*/ 3812633 h 4821604"/>
              <a:gd name="connsiteX3502" fmla="*/ 1724105 w 2947832"/>
              <a:gd name="connsiteY3502" fmla="*/ 3816557 h 4821604"/>
              <a:gd name="connsiteX3503" fmla="*/ 1708304 w 2947832"/>
              <a:gd name="connsiteY3503" fmla="*/ 3843869 h 4821604"/>
              <a:gd name="connsiteX3504" fmla="*/ 1704903 w 2947832"/>
              <a:gd name="connsiteY3504" fmla="*/ 3845805 h 4821604"/>
              <a:gd name="connsiteX3505" fmla="*/ 1673353 w 2947832"/>
              <a:gd name="connsiteY3505" fmla="*/ 3845805 h 4821604"/>
              <a:gd name="connsiteX3506" fmla="*/ 1669952 w 2947832"/>
              <a:gd name="connsiteY3506" fmla="*/ 3843869 h 4821604"/>
              <a:gd name="connsiteX3507" fmla="*/ 1654151 w 2947832"/>
              <a:gd name="connsiteY3507" fmla="*/ 3816557 h 4821604"/>
              <a:gd name="connsiteX3508" fmla="*/ 1654151 w 2947832"/>
              <a:gd name="connsiteY3508" fmla="*/ 3812633 h 4821604"/>
              <a:gd name="connsiteX3509" fmla="*/ 1669952 w 2947832"/>
              <a:gd name="connsiteY3509" fmla="*/ 3785321 h 4821604"/>
              <a:gd name="connsiteX3510" fmla="*/ 1673353 w 2947832"/>
              <a:gd name="connsiteY3510" fmla="*/ 3783385 h 4821604"/>
              <a:gd name="connsiteX3511" fmla="*/ 2928761 w 2947832"/>
              <a:gd name="connsiteY3511" fmla="*/ 3731639 h 4821604"/>
              <a:gd name="connsiteX3512" fmla="*/ 2929127 w 2947832"/>
              <a:gd name="connsiteY3512" fmla="*/ 3731639 h 4821604"/>
              <a:gd name="connsiteX3513" fmla="*/ 2929284 w 2947832"/>
              <a:gd name="connsiteY3513" fmla="*/ 3731953 h 4821604"/>
              <a:gd name="connsiteX3514" fmla="*/ 2929127 w 2947832"/>
              <a:gd name="connsiteY3514" fmla="*/ 3732267 h 4821604"/>
              <a:gd name="connsiteX3515" fmla="*/ 2928761 w 2947832"/>
              <a:gd name="connsiteY3515" fmla="*/ 3732267 h 4821604"/>
              <a:gd name="connsiteX3516" fmla="*/ 2928604 w 2947832"/>
              <a:gd name="connsiteY3516" fmla="*/ 3731953 h 4821604"/>
              <a:gd name="connsiteX3517" fmla="*/ 524734 w 2947832"/>
              <a:gd name="connsiteY3517" fmla="*/ 3717773 h 4821604"/>
              <a:gd name="connsiteX3518" fmla="*/ 539071 w 2947832"/>
              <a:gd name="connsiteY3518" fmla="*/ 3717773 h 4821604"/>
              <a:gd name="connsiteX3519" fmla="*/ 540588 w 2947832"/>
              <a:gd name="connsiteY3519" fmla="*/ 3718663 h 4821604"/>
              <a:gd name="connsiteX3520" fmla="*/ 547756 w 2947832"/>
              <a:gd name="connsiteY3520" fmla="*/ 3731063 h 4821604"/>
              <a:gd name="connsiteX3521" fmla="*/ 547756 w 2947832"/>
              <a:gd name="connsiteY3521" fmla="*/ 3732842 h 4821604"/>
              <a:gd name="connsiteX3522" fmla="*/ 540588 w 2947832"/>
              <a:gd name="connsiteY3522" fmla="*/ 3745242 h 4821604"/>
              <a:gd name="connsiteX3523" fmla="*/ 539071 w 2947832"/>
              <a:gd name="connsiteY3523" fmla="*/ 3746132 h 4821604"/>
              <a:gd name="connsiteX3524" fmla="*/ 524734 w 2947832"/>
              <a:gd name="connsiteY3524" fmla="*/ 3746132 h 4821604"/>
              <a:gd name="connsiteX3525" fmla="*/ 523217 w 2947832"/>
              <a:gd name="connsiteY3525" fmla="*/ 3745242 h 4821604"/>
              <a:gd name="connsiteX3526" fmla="*/ 516049 w 2947832"/>
              <a:gd name="connsiteY3526" fmla="*/ 3732842 h 4821604"/>
              <a:gd name="connsiteX3527" fmla="*/ 516049 w 2947832"/>
              <a:gd name="connsiteY3527" fmla="*/ 3731063 h 4821604"/>
              <a:gd name="connsiteX3528" fmla="*/ 523217 w 2947832"/>
              <a:gd name="connsiteY3528" fmla="*/ 3718663 h 4821604"/>
              <a:gd name="connsiteX3529" fmla="*/ 524734 w 2947832"/>
              <a:gd name="connsiteY3529" fmla="*/ 3717773 h 4821604"/>
              <a:gd name="connsiteX3530" fmla="*/ 607299 w 2947832"/>
              <a:gd name="connsiteY3530" fmla="*/ 3717616 h 4821604"/>
              <a:gd name="connsiteX3531" fmla="*/ 621844 w 2947832"/>
              <a:gd name="connsiteY3531" fmla="*/ 3717616 h 4821604"/>
              <a:gd name="connsiteX3532" fmla="*/ 623413 w 2947832"/>
              <a:gd name="connsiteY3532" fmla="*/ 3718505 h 4821604"/>
              <a:gd name="connsiteX3533" fmla="*/ 630686 w 2947832"/>
              <a:gd name="connsiteY3533" fmla="*/ 3731063 h 4821604"/>
              <a:gd name="connsiteX3534" fmla="*/ 630686 w 2947832"/>
              <a:gd name="connsiteY3534" fmla="*/ 3732841 h 4821604"/>
              <a:gd name="connsiteX3535" fmla="*/ 623413 w 2947832"/>
              <a:gd name="connsiteY3535" fmla="*/ 3745399 h 4821604"/>
              <a:gd name="connsiteX3536" fmla="*/ 621844 w 2947832"/>
              <a:gd name="connsiteY3536" fmla="*/ 3746288 h 4821604"/>
              <a:gd name="connsiteX3537" fmla="*/ 607299 w 2947832"/>
              <a:gd name="connsiteY3537" fmla="*/ 3746288 h 4821604"/>
              <a:gd name="connsiteX3538" fmla="*/ 605729 w 2947832"/>
              <a:gd name="connsiteY3538" fmla="*/ 3745399 h 4821604"/>
              <a:gd name="connsiteX3539" fmla="*/ 598456 w 2947832"/>
              <a:gd name="connsiteY3539" fmla="*/ 3732841 h 4821604"/>
              <a:gd name="connsiteX3540" fmla="*/ 598456 w 2947832"/>
              <a:gd name="connsiteY3540" fmla="*/ 3731063 h 4821604"/>
              <a:gd name="connsiteX3541" fmla="*/ 605729 w 2947832"/>
              <a:gd name="connsiteY3541" fmla="*/ 3718505 h 4821604"/>
              <a:gd name="connsiteX3542" fmla="*/ 607299 w 2947832"/>
              <a:gd name="connsiteY3542" fmla="*/ 3717616 h 4821604"/>
              <a:gd name="connsiteX3543" fmla="*/ 689130 w 2947832"/>
              <a:gd name="connsiteY3543" fmla="*/ 3715994 h 4821604"/>
              <a:gd name="connsiteX3544" fmla="*/ 705245 w 2947832"/>
              <a:gd name="connsiteY3544" fmla="*/ 3715994 h 4821604"/>
              <a:gd name="connsiteX3545" fmla="*/ 706971 w 2947832"/>
              <a:gd name="connsiteY3545" fmla="*/ 3716988 h 4821604"/>
              <a:gd name="connsiteX3546" fmla="*/ 715029 w 2947832"/>
              <a:gd name="connsiteY3546" fmla="*/ 3730958 h 4821604"/>
              <a:gd name="connsiteX3547" fmla="*/ 715029 w 2947832"/>
              <a:gd name="connsiteY3547" fmla="*/ 3732946 h 4821604"/>
              <a:gd name="connsiteX3548" fmla="*/ 706971 w 2947832"/>
              <a:gd name="connsiteY3548" fmla="*/ 3746916 h 4821604"/>
              <a:gd name="connsiteX3549" fmla="*/ 705245 w 2947832"/>
              <a:gd name="connsiteY3549" fmla="*/ 3747910 h 4821604"/>
              <a:gd name="connsiteX3550" fmla="*/ 689130 w 2947832"/>
              <a:gd name="connsiteY3550" fmla="*/ 3747910 h 4821604"/>
              <a:gd name="connsiteX3551" fmla="*/ 687403 w 2947832"/>
              <a:gd name="connsiteY3551" fmla="*/ 3746916 h 4821604"/>
              <a:gd name="connsiteX3552" fmla="*/ 679345 w 2947832"/>
              <a:gd name="connsiteY3552" fmla="*/ 3732946 h 4821604"/>
              <a:gd name="connsiteX3553" fmla="*/ 679345 w 2947832"/>
              <a:gd name="connsiteY3553" fmla="*/ 3730958 h 4821604"/>
              <a:gd name="connsiteX3554" fmla="*/ 687403 w 2947832"/>
              <a:gd name="connsiteY3554" fmla="*/ 3716988 h 4821604"/>
              <a:gd name="connsiteX3555" fmla="*/ 689130 w 2947832"/>
              <a:gd name="connsiteY3555" fmla="*/ 3715994 h 4821604"/>
              <a:gd name="connsiteX3556" fmla="*/ 2259461 w 2947832"/>
              <a:gd name="connsiteY3556" fmla="*/ 3715576 h 4821604"/>
              <a:gd name="connsiteX3557" fmla="*/ 2275995 w 2947832"/>
              <a:gd name="connsiteY3557" fmla="*/ 3715576 h 4821604"/>
              <a:gd name="connsiteX3558" fmla="*/ 2277774 w 2947832"/>
              <a:gd name="connsiteY3558" fmla="*/ 3716622 h 4821604"/>
              <a:gd name="connsiteX3559" fmla="*/ 2286041 w 2947832"/>
              <a:gd name="connsiteY3559" fmla="*/ 3730959 h 4821604"/>
              <a:gd name="connsiteX3560" fmla="*/ 2286041 w 2947832"/>
              <a:gd name="connsiteY3560" fmla="*/ 3732999 h 4821604"/>
              <a:gd name="connsiteX3561" fmla="*/ 2277774 w 2947832"/>
              <a:gd name="connsiteY3561" fmla="*/ 3747335 h 4821604"/>
              <a:gd name="connsiteX3562" fmla="*/ 2275995 w 2947832"/>
              <a:gd name="connsiteY3562" fmla="*/ 3748382 h 4821604"/>
              <a:gd name="connsiteX3563" fmla="*/ 2259461 w 2947832"/>
              <a:gd name="connsiteY3563" fmla="*/ 3748382 h 4821604"/>
              <a:gd name="connsiteX3564" fmla="*/ 2257682 w 2947832"/>
              <a:gd name="connsiteY3564" fmla="*/ 3747335 h 4821604"/>
              <a:gd name="connsiteX3565" fmla="*/ 2249416 w 2947832"/>
              <a:gd name="connsiteY3565" fmla="*/ 3732999 h 4821604"/>
              <a:gd name="connsiteX3566" fmla="*/ 2249416 w 2947832"/>
              <a:gd name="connsiteY3566" fmla="*/ 3730959 h 4821604"/>
              <a:gd name="connsiteX3567" fmla="*/ 2257682 w 2947832"/>
              <a:gd name="connsiteY3567" fmla="*/ 3716622 h 4821604"/>
              <a:gd name="connsiteX3568" fmla="*/ 2259461 w 2947832"/>
              <a:gd name="connsiteY3568" fmla="*/ 3715576 h 4821604"/>
              <a:gd name="connsiteX3569" fmla="*/ 440863 w 2947832"/>
              <a:gd name="connsiteY3569" fmla="*/ 3715367 h 4821604"/>
              <a:gd name="connsiteX3570" fmla="*/ 457606 w 2947832"/>
              <a:gd name="connsiteY3570" fmla="*/ 3715367 h 4821604"/>
              <a:gd name="connsiteX3571" fmla="*/ 459385 w 2947832"/>
              <a:gd name="connsiteY3571" fmla="*/ 3716413 h 4821604"/>
              <a:gd name="connsiteX3572" fmla="*/ 467756 w 2947832"/>
              <a:gd name="connsiteY3572" fmla="*/ 3730906 h 4821604"/>
              <a:gd name="connsiteX3573" fmla="*/ 467756 w 2947832"/>
              <a:gd name="connsiteY3573" fmla="*/ 3732999 h 4821604"/>
              <a:gd name="connsiteX3574" fmla="*/ 459385 w 2947832"/>
              <a:gd name="connsiteY3574" fmla="*/ 3747493 h 4821604"/>
              <a:gd name="connsiteX3575" fmla="*/ 457606 w 2947832"/>
              <a:gd name="connsiteY3575" fmla="*/ 3748539 h 4821604"/>
              <a:gd name="connsiteX3576" fmla="*/ 440863 w 2947832"/>
              <a:gd name="connsiteY3576" fmla="*/ 3748539 h 4821604"/>
              <a:gd name="connsiteX3577" fmla="*/ 439084 w 2947832"/>
              <a:gd name="connsiteY3577" fmla="*/ 3747493 h 4821604"/>
              <a:gd name="connsiteX3578" fmla="*/ 430712 w 2947832"/>
              <a:gd name="connsiteY3578" fmla="*/ 3732999 h 4821604"/>
              <a:gd name="connsiteX3579" fmla="*/ 430712 w 2947832"/>
              <a:gd name="connsiteY3579" fmla="*/ 3730906 h 4821604"/>
              <a:gd name="connsiteX3580" fmla="*/ 439084 w 2947832"/>
              <a:gd name="connsiteY3580" fmla="*/ 3716413 h 4821604"/>
              <a:gd name="connsiteX3581" fmla="*/ 440863 w 2947832"/>
              <a:gd name="connsiteY3581" fmla="*/ 3715367 h 4821604"/>
              <a:gd name="connsiteX3582" fmla="*/ 2175851 w 2947832"/>
              <a:gd name="connsiteY3582" fmla="*/ 3713692 h 4821604"/>
              <a:gd name="connsiteX3583" fmla="*/ 2194321 w 2947832"/>
              <a:gd name="connsiteY3583" fmla="*/ 3713692 h 4821604"/>
              <a:gd name="connsiteX3584" fmla="*/ 2196309 w 2947832"/>
              <a:gd name="connsiteY3584" fmla="*/ 3714843 h 4821604"/>
              <a:gd name="connsiteX3585" fmla="*/ 2205518 w 2947832"/>
              <a:gd name="connsiteY3585" fmla="*/ 3730801 h 4821604"/>
              <a:gd name="connsiteX3586" fmla="*/ 2205518 w 2947832"/>
              <a:gd name="connsiteY3586" fmla="*/ 3733103 h 4821604"/>
              <a:gd name="connsiteX3587" fmla="*/ 2196309 w 2947832"/>
              <a:gd name="connsiteY3587" fmla="*/ 3749062 h 4821604"/>
              <a:gd name="connsiteX3588" fmla="*/ 2194321 w 2947832"/>
              <a:gd name="connsiteY3588" fmla="*/ 3750212 h 4821604"/>
              <a:gd name="connsiteX3589" fmla="*/ 2175851 w 2947832"/>
              <a:gd name="connsiteY3589" fmla="*/ 3750212 h 4821604"/>
              <a:gd name="connsiteX3590" fmla="*/ 2173863 w 2947832"/>
              <a:gd name="connsiteY3590" fmla="*/ 3749062 h 4821604"/>
              <a:gd name="connsiteX3591" fmla="*/ 2164654 w 2947832"/>
              <a:gd name="connsiteY3591" fmla="*/ 3733103 h 4821604"/>
              <a:gd name="connsiteX3592" fmla="*/ 2164654 w 2947832"/>
              <a:gd name="connsiteY3592" fmla="*/ 3730801 h 4821604"/>
              <a:gd name="connsiteX3593" fmla="*/ 2173863 w 2947832"/>
              <a:gd name="connsiteY3593" fmla="*/ 3714843 h 4821604"/>
              <a:gd name="connsiteX3594" fmla="*/ 2175851 w 2947832"/>
              <a:gd name="connsiteY3594" fmla="*/ 3713692 h 4821604"/>
              <a:gd name="connsiteX3595" fmla="*/ 770595 w 2947832"/>
              <a:gd name="connsiteY3595" fmla="*/ 3713587 h 4821604"/>
              <a:gd name="connsiteX3596" fmla="*/ 789169 w 2947832"/>
              <a:gd name="connsiteY3596" fmla="*/ 3713587 h 4821604"/>
              <a:gd name="connsiteX3597" fmla="*/ 791157 w 2947832"/>
              <a:gd name="connsiteY3597" fmla="*/ 3714738 h 4821604"/>
              <a:gd name="connsiteX3598" fmla="*/ 800418 w 2947832"/>
              <a:gd name="connsiteY3598" fmla="*/ 3730801 h 4821604"/>
              <a:gd name="connsiteX3599" fmla="*/ 800418 w 2947832"/>
              <a:gd name="connsiteY3599" fmla="*/ 3733103 h 4821604"/>
              <a:gd name="connsiteX3600" fmla="*/ 791157 w 2947832"/>
              <a:gd name="connsiteY3600" fmla="*/ 3749166 h 4821604"/>
              <a:gd name="connsiteX3601" fmla="*/ 789169 w 2947832"/>
              <a:gd name="connsiteY3601" fmla="*/ 3750317 h 4821604"/>
              <a:gd name="connsiteX3602" fmla="*/ 770595 w 2947832"/>
              <a:gd name="connsiteY3602" fmla="*/ 3750317 h 4821604"/>
              <a:gd name="connsiteX3603" fmla="*/ 768606 w 2947832"/>
              <a:gd name="connsiteY3603" fmla="*/ 3749166 h 4821604"/>
              <a:gd name="connsiteX3604" fmla="*/ 759346 w 2947832"/>
              <a:gd name="connsiteY3604" fmla="*/ 3733103 h 4821604"/>
              <a:gd name="connsiteX3605" fmla="*/ 759346 w 2947832"/>
              <a:gd name="connsiteY3605" fmla="*/ 3730801 h 4821604"/>
              <a:gd name="connsiteX3606" fmla="*/ 768606 w 2947832"/>
              <a:gd name="connsiteY3606" fmla="*/ 3714738 h 4821604"/>
              <a:gd name="connsiteX3607" fmla="*/ 770595 w 2947832"/>
              <a:gd name="connsiteY3607" fmla="*/ 3713587 h 4821604"/>
              <a:gd name="connsiteX3608" fmla="*/ 1100744 w 2947832"/>
              <a:gd name="connsiteY3608" fmla="*/ 3712646 h 4821604"/>
              <a:gd name="connsiteX3609" fmla="*/ 1120260 w 2947832"/>
              <a:gd name="connsiteY3609" fmla="*/ 3712646 h 4821604"/>
              <a:gd name="connsiteX3610" fmla="*/ 1122353 w 2947832"/>
              <a:gd name="connsiteY3610" fmla="*/ 3713849 h 4821604"/>
              <a:gd name="connsiteX3611" fmla="*/ 1132085 w 2947832"/>
              <a:gd name="connsiteY3611" fmla="*/ 3730749 h 4821604"/>
              <a:gd name="connsiteX3612" fmla="*/ 1132085 w 2947832"/>
              <a:gd name="connsiteY3612" fmla="*/ 3733156 h 4821604"/>
              <a:gd name="connsiteX3613" fmla="*/ 1122353 w 2947832"/>
              <a:gd name="connsiteY3613" fmla="*/ 3750056 h 4821604"/>
              <a:gd name="connsiteX3614" fmla="*/ 1120260 w 2947832"/>
              <a:gd name="connsiteY3614" fmla="*/ 3751259 h 4821604"/>
              <a:gd name="connsiteX3615" fmla="*/ 1100744 w 2947832"/>
              <a:gd name="connsiteY3615" fmla="*/ 3751259 h 4821604"/>
              <a:gd name="connsiteX3616" fmla="*/ 1098651 w 2947832"/>
              <a:gd name="connsiteY3616" fmla="*/ 3750056 h 4821604"/>
              <a:gd name="connsiteX3617" fmla="*/ 1088920 w 2947832"/>
              <a:gd name="connsiteY3617" fmla="*/ 3733156 h 4821604"/>
              <a:gd name="connsiteX3618" fmla="*/ 1088920 w 2947832"/>
              <a:gd name="connsiteY3618" fmla="*/ 3730749 h 4821604"/>
              <a:gd name="connsiteX3619" fmla="*/ 1098651 w 2947832"/>
              <a:gd name="connsiteY3619" fmla="*/ 3713849 h 4821604"/>
              <a:gd name="connsiteX3620" fmla="*/ 1100744 w 2947832"/>
              <a:gd name="connsiteY3620" fmla="*/ 3712646 h 4821604"/>
              <a:gd name="connsiteX3621" fmla="*/ 2092502 w 2947832"/>
              <a:gd name="connsiteY3621" fmla="*/ 3712332 h 4821604"/>
              <a:gd name="connsiteX3622" fmla="*/ 2112385 w 2947832"/>
              <a:gd name="connsiteY3622" fmla="*/ 3712332 h 4821604"/>
              <a:gd name="connsiteX3623" fmla="*/ 2114530 w 2947832"/>
              <a:gd name="connsiteY3623" fmla="*/ 3713535 h 4821604"/>
              <a:gd name="connsiteX3624" fmla="*/ 2124472 w 2947832"/>
              <a:gd name="connsiteY3624" fmla="*/ 3730749 h 4821604"/>
              <a:gd name="connsiteX3625" fmla="*/ 2124472 w 2947832"/>
              <a:gd name="connsiteY3625" fmla="*/ 3733208 h 4821604"/>
              <a:gd name="connsiteX3626" fmla="*/ 2114530 w 2947832"/>
              <a:gd name="connsiteY3626" fmla="*/ 3750422 h 4821604"/>
              <a:gd name="connsiteX3627" fmla="*/ 2112385 w 2947832"/>
              <a:gd name="connsiteY3627" fmla="*/ 3751626 h 4821604"/>
              <a:gd name="connsiteX3628" fmla="*/ 2092502 w 2947832"/>
              <a:gd name="connsiteY3628" fmla="*/ 3751626 h 4821604"/>
              <a:gd name="connsiteX3629" fmla="*/ 2090358 w 2947832"/>
              <a:gd name="connsiteY3629" fmla="*/ 3750422 h 4821604"/>
              <a:gd name="connsiteX3630" fmla="*/ 2080416 w 2947832"/>
              <a:gd name="connsiteY3630" fmla="*/ 3733208 h 4821604"/>
              <a:gd name="connsiteX3631" fmla="*/ 2080416 w 2947832"/>
              <a:gd name="connsiteY3631" fmla="*/ 3730749 h 4821604"/>
              <a:gd name="connsiteX3632" fmla="*/ 2090358 w 2947832"/>
              <a:gd name="connsiteY3632" fmla="*/ 3713535 h 4821604"/>
              <a:gd name="connsiteX3633" fmla="*/ 2092502 w 2947832"/>
              <a:gd name="connsiteY3633" fmla="*/ 3712332 h 4821604"/>
              <a:gd name="connsiteX3634" fmla="*/ 1183099 w 2947832"/>
              <a:gd name="connsiteY3634" fmla="*/ 3712070 h 4821604"/>
              <a:gd name="connsiteX3635" fmla="*/ 1203190 w 2947832"/>
              <a:gd name="connsiteY3635" fmla="*/ 3712070 h 4821604"/>
              <a:gd name="connsiteX3636" fmla="*/ 1205336 w 2947832"/>
              <a:gd name="connsiteY3636" fmla="*/ 3713326 h 4821604"/>
              <a:gd name="connsiteX3637" fmla="*/ 1215381 w 2947832"/>
              <a:gd name="connsiteY3637" fmla="*/ 3730749 h 4821604"/>
              <a:gd name="connsiteX3638" fmla="*/ 1215381 w 2947832"/>
              <a:gd name="connsiteY3638" fmla="*/ 3733260 h 4821604"/>
              <a:gd name="connsiteX3639" fmla="*/ 1205336 w 2947832"/>
              <a:gd name="connsiteY3639" fmla="*/ 3750683 h 4821604"/>
              <a:gd name="connsiteX3640" fmla="*/ 1203190 w 2947832"/>
              <a:gd name="connsiteY3640" fmla="*/ 3751939 h 4821604"/>
              <a:gd name="connsiteX3641" fmla="*/ 1183099 w 2947832"/>
              <a:gd name="connsiteY3641" fmla="*/ 3751939 h 4821604"/>
              <a:gd name="connsiteX3642" fmla="*/ 1180954 w 2947832"/>
              <a:gd name="connsiteY3642" fmla="*/ 3750683 h 4821604"/>
              <a:gd name="connsiteX3643" fmla="*/ 1170908 w 2947832"/>
              <a:gd name="connsiteY3643" fmla="*/ 3733260 h 4821604"/>
              <a:gd name="connsiteX3644" fmla="*/ 1170908 w 2947832"/>
              <a:gd name="connsiteY3644" fmla="*/ 3730749 h 4821604"/>
              <a:gd name="connsiteX3645" fmla="*/ 1180954 w 2947832"/>
              <a:gd name="connsiteY3645" fmla="*/ 3713326 h 4821604"/>
              <a:gd name="connsiteX3646" fmla="*/ 1183099 w 2947832"/>
              <a:gd name="connsiteY3646" fmla="*/ 3712070 h 4821604"/>
              <a:gd name="connsiteX3647" fmla="*/ 1017657 w 2947832"/>
              <a:gd name="connsiteY3647" fmla="*/ 3711756 h 4821604"/>
              <a:gd name="connsiteX3648" fmla="*/ 1038063 w 2947832"/>
              <a:gd name="connsiteY3648" fmla="*/ 3711756 h 4821604"/>
              <a:gd name="connsiteX3649" fmla="*/ 1040260 w 2947832"/>
              <a:gd name="connsiteY3649" fmla="*/ 3713012 h 4821604"/>
              <a:gd name="connsiteX3650" fmla="*/ 1050463 w 2947832"/>
              <a:gd name="connsiteY3650" fmla="*/ 3730696 h 4821604"/>
              <a:gd name="connsiteX3651" fmla="*/ 1050463 w 2947832"/>
              <a:gd name="connsiteY3651" fmla="*/ 3733208 h 4821604"/>
              <a:gd name="connsiteX3652" fmla="*/ 1040260 w 2947832"/>
              <a:gd name="connsiteY3652" fmla="*/ 3750893 h 4821604"/>
              <a:gd name="connsiteX3653" fmla="*/ 1038063 w 2947832"/>
              <a:gd name="connsiteY3653" fmla="*/ 3752148 h 4821604"/>
              <a:gd name="connsiteX3654" fmla="*/ 1017657 w 2947832"/>
              <a:gd name="connsiteY3654" fmla="*/ 3752148 h 4821604"/>
              <a:gd name="connsiteX3655" fmla="*/ 1015460 w 2947832"/>
              <a:gd name="connsiteY3655" fmla="*/ 3750893 h 4821604"/>
              <a:gd name="connsiteX3656" fmla="*/ 1005257 w 2947832"/>
              <a:gd name="connsiteY3656" fmla="*/ 3733208 h 4821604"/>
              <a:gd name="connsiteX3657" fmla="*/ 1005257 w 2947832"/>
              <a:gd name="connsiteY3657" fmla="*/ 3730696 h 4821604"/>
              <a:gd name="connsiteX3658" fmla="*/ 1015460 w 2947832"/>
              <a:gd name="connsiteY3658" fmla="*/ 3713012 h 4821604"/>
              <a:gd name="connsiteX3659" fmla="*/ 1017657 w 2947832"/>
              <a:gd name="connsiteY3659" fmla="*/ 3711756 h 4821604"/>
              <a:gd name="connsiteX3660" fmla="*/ 852320 w 2947832"/>
              <a:gd name="connsiteY3660" fmla="*/ 3711704 h 4821604"/>
              <a:gd name="connsiteX3661" fmla="*/ 872778 w 2947832"/>
              <a:gd name="connsiteY3661" fmla="*/ 3711704 h 4821604"/>
              <a:gd name="connsiteX3662" fmla="*/ 874976 w 2947832"/>
              <a:gd name="connsiteY3662" fmla="*/ 3712960 h 4821604"/>
              <a:gd name="connsiteX3663" fmla="*/ 885231 w 2947832"/>
              <a:gd name="connsiteY3663" fmla="*/ 3730697 h 4821604"/>
              <a:gd name="connsiteX3664" fmla="*/ 885231 w 2947832"/>
              <a:gd name="connsiteY3664" fmla="*/ 3733208 h 4821604"/>
              <a:gd name="connsiteX3665" fmla="*/ 874976 w 2947832"/>
              <a:gd name="connsiteY3665" fmla="*/ 3750945 h 4821604"/>
              <a:gd name="connsiteX3666" fmla="*/ 872778 w 2947832"/>
              <a:gd name="connsiteY3666" fmla="*/ 3752201 h 4821604"/>
              <a:gd name="connsiteX3667" fmla="*/ 852320 w 2947832"/>
              <a:gd name="connsiteY3667" fmla="*/ 3752201 h 4821604"/>
              <a:gd name="connsiteX3668" fmla="*/ 850123 w 2947832"/>
              <a:gd name="connsiteY3668" fmla="*/ 3750945 h 4821604"/>
              <a:gd name="connsiteX3669" fmla="*/ 839868 w 2947832"/>
              <a:gd name="connsiteY3669" fmla="*/ 3733208 h 4821604"/>
              <a:gd name="connsiteX3670" fmla="*/ 839868 w 2947832"/>
              <a:gd name="connsiteY3670" fmla="*/ 3730697 h 4821604"/>
              <a:gd name="connsiteX3671" fmla="*/ 850123 w 2947832"/>
              <a:gd name="connsiteY3671" fmla="*/ 3712960 h 4821604"/>
              <a:gd name="connsiteX3672" fmla="*/ 852320 w 2947832"/>
              <a:gd name="connsiteY3672" fmla="*/ 3711704 h 4821604"/>
              <a:gd name="connsiteX3673" fmla="*/ 934362 w 2947832"/>
              <a:gd name="connsiteY3673" fmla="*/ 3710501 h 4821604"/>
              <a:gd name="connsiteX3674" fmla="*/ 956023 w 2947832"/>
              <a:gd name="connsiteY3674" fmla="*/ 3710501 h 4821604"/>
              <a:gd name="connsiteX3675" fmla="*/ 958325 w 2947832"/>
              <a:gd name="connsiteY3675" fmla="*/ 3711861 h 4821604"/>
              <a:gd name="connsiteX3676" fmla="*/ 969156 w 2947832"/>
              <a:gd name="connsiteY3676" fmla="*/ 3730645 h 4821604"/>
              <a:gd name="connsiteX3677" fmla="*/ 969156 w 2947832"/>
              <a:gd name="connsiteY3677" fmla="*/ 3733313 h 4821604"/>
              <a:gd name="connsiteX3678" fmla="*/ 958325 w 2947832"/>
              <a:gd name="connsiteY3678" fmla="*/ 3752097 h 4821604"/>
              <a:gd name="connsiteX3679" fmla="*/ 956023 w 2947832"/>
              <a:gd name="connsiteY3679" fmla="*/ 3753457 h 4821604"/>
              <a:gd name="connsiteX3680" fmla="*/ 934362 w 2947832"/>
              <a:gd name="connsiteY3680" fmla="*/ 3753457 h 4821604"/>
              <a:gd name="connsiteX3681" fmla="*/ 932060 w 2947832"/>
              <a:gd name="connsiteY3681" fmla="*/ 3752097 h 4821604"/>
              <a:gd name="connsiteX3682" fmla="*/ 921229 w 2947832"/>
              <a:gd name="connsiteY3682" fmla="*/ 3733313 h 4821604"/>
              <a:gd name="connsiteX3683" fmla="*/ 921229 w 2947832"/>
              <a:gd name="connsiteY3683" fmla="*/ 3730645 h 4821604"/>
              <a:gd name="connsiteX3684" fmla="*/ 932060 w 2947832"/>
              <a:gd name="connsiteY3684" fmla="*/ 3711861 h 4821604"/>
              <a:gd name="connsiteX3685" fmla="*/ 934362 w 2947832"/>
              <a:gd name="connsiteY3685" fmla="*/ 3710501 h 4821604"/>
              <a:gd name="connsiteX3686" fmla="*/ 2339356 w 2947832"/>
              <a:gd name="connsiteY3686" fmla="*/ 3710134 h 4821604"/>
              <a:gd name="connsiteX3687" fmla="*/ 2361436 w 2947832"/>
              <a:gd name="connsiteY3687" fmla="*/ 3710134 h 4821604"/>
              <a:gd name="connsiteX3688" fmla="*/ 2363791 w 2947832"/>
              <a:gd name="connsiteY3688" fmla="*/ 3711494 h 4821604"/>
              <a:gd name="connsiteX3689" fmla="*/ 2374831 w 2947832"/>
              <a:gd name="connsiteY3689" fmla="*/ 3730644 h 4821604"/>
              <a:gd name="connsiteX3690" fmla="*/ 2374831 w 2947832"/>
              <a:gd name="connsiteY3690" fmla="*/ 3733365 h 4821604"/>
              <a:gd name="connsiteX3691" fmla="*/ 2363791 w 2947832"/>
              <a:gd name="connsiteY3691" fmla="*/ 3752514 h 4821604"/>
              <a:gd name="connsiteX3692" fmla="*/ 2361436 w 2947832"/>
              <a:gd name="connsiteY3692" fmla="*/ 3753875 h 4821604"/>
              <a:gd name="connsiteX3693" fmla="*/ 2339356 w 2947832"/>
              <a:gd name="connsiteY3693" fmla="*/ 3753875 h 4821604"/>
              <a:gd name="connsiteX3694" fmla="*/ 2337002 w 2947832"/>
              <a:gd name="connsiteY3694" fmla="*/ 3752514 h 4821604"/>
              <a:gd name="connsiteX3695" fmla="*/ 2325962 w 2947832"/>
              <a:gd name="connsiteY3695" fmla="*/ 3733365 h 4821604"/>
              <a:gd name="connsiteX3696" fmla="*/ 2325962 w 2947832"/>
              <a:gd name="connsiteY3696" fmla="*/ 3730644 h 4821604"/>
              <a:gd name="connsiteX3697" fmla="*/ 2337002 w 2947832"/>
              <a:gd name="connsiteY3697" fmla="*/ 3711494 h 4821604"/>
              <a:gd name="connsiteX3698" fmla="*/ 2339356 w 2947832"/>
              <a:gd name="connsiteY3698" fmla="*/ 3710134 h 4821604"/>
              <a:gd name="connsiteX3699" fmla="*/ 2752594 w 2947832"/>
              <a:gd name="connsiteY3699" fmla="*/ 3710082 h 4821604"/>
              <a:gd name="connsiteX3700" fmla="*/ 2774726 w 2947832"/>
              <a:gd name="connsiteY3700" fmla="*/ 3710082 h 4821604"/>
              <a:gd name="connsiteX3701" fmla="*/ 2777080 w 2947832"/>
              <a:gd name="connsiteY3701" fmla="*/ 3711442 h 4821604"/>
              <a:gd name="connsiteX3702" fmla="*/ 2788173 w 2947832"/>
              <a:gd name="connsiteY3702" fmla="*/ 3730592 h 4821604"/>
              <a:gd name="connsiteX3703" fmla="*/ 2788173 w 2947832"/>
              <a:gd name="connsiteY3703" fmla="*/ 3733313 h 4821604"/>
              <a:gd name="connsiteX3704" fmla="*/ 2777080 w 2947832"/>
              <a:gd name="connsiteY3704" fmla="*/ 3752462 h 4821604"/>
              <a:gd name="connsiteX3705" fmla="*/ 2774726 w 2947832"/>
              <a:gd name="connsiteY3705" fmla="*/ 3753823 h 4821604"/>
              <a:gd name="connsiteX3706" fmla="*/ 2752594 w 2947832"/>
              <a:gd name="connsiteY3706" fmla="*/ 3753823 h 4821604"/>
              <a:gd name="connsiteX3707" fmla="*/ 2750239 w 2947832"/>
              <a:gd name="connsiteY3707" fmla="*/ 3752462 h 4821604"/>
              <a:gd name="connsiteX3708" fmla="*/ 2739147 w 2947832"/>
              <a:gd name="connsiteY3708" fmla="*/ 3733313 h 4821604"/>
              <a:gd name="connsiteX3709" fmla="*/ 2739147 w 2947832"/>
              <a:gd name="connsiteY3709" fmla="*/ 3730592 h 4821604"/>
              <a:gd name="connsiteX3710" fmla="*/ 2750239 w 2947832"/>
              <a:gd name="connsiteY3710" fmla="*/ 3711442 h 4821604"/>
              <a:gd name="connsiteX3711" fmla="*/ 2752594 w 2947832"/>
              <a:gd name="connsiteY3711" fmla="*/ 3710082 h 4821604"/>
              <a:gd name="connsiteX3712" fmla="*/ 2008684 w 2947832"/>
              <a:gd name="connsiteY3712" fmla="*/ 3710082 h 4821604"/>
              <a:gd name="connsiteX3713" fmla="*/ 2030816 w 2947832"/>
              <a:gd name="connsiteY3713" fmla="*/ 3710082 h 4821604"/>
              <a:gd name="connsiteX3714" fmla="*/ 2033170 w 2947832"/>
              <a:gd name="connsiteY3714" fmla="*/ 3711442 h 4821604"/>
              <a:gd name="connsiteX3715" fmla="*/ 2044262 w 2947832"/>
              <a:gd name="connsiteY3715" fmla="*/ 3730592 h 4821604"/>
              <a:gd name="connsiteX3716" fmla="*/ 2044262 w 2947832"/>
              <a:gd name="connsiteY3716" fmla="*/ 3733313 h 4821604"/>
              <a:gd name="connsiteX3717" fmla="*/ 2033170 w 2947832"/>
              <a:gd name="connsiteY3717" fmla="*/ 3752462 h 4821604"/>
              <a:gd name="connsiteX3718" fmla="*/ 2030816 w 2947832"/>
              <a:gd name="connsiteY3718" fmla="*/ 3753823 h 4821604"/>
              <a:gd name="connsiteX3719" fmla="*/ 2008684 w 2947832"/>
              <a:gd name="connsiteY3719" fmla="*/ 3753823 h 4821604"/>
              <a:gd name="connsiteX3720" fmla="*/ 2006329 w 2947832"/>
              <a:gd name="connsiteY3720" fmla="*/ 3752462 h 4821604"/>
              <a:gd name="connsiteX3721" fmla="*/ 1995237 w 2947832"/>
              <a:gd name="connsiteY3721" fmla="*/ 3733313 h 4821604"/>
              <a:gd name="connsiteX3722" fmla="*/ 1995237 w 2947832"/>
              <a:gd name="connsiteY3722" fmla="*/ 3730592 h 4821604"/>
              <a:gd name="connsiteX3723" fmla="*/ 2006329 w 2947832"/>
              <a:gd name="connsiteY3723" fmla="*/ 3711442 h 4821604"/>
              <a:gd name="connsiteX3724" fmla="*/ 2008684 w 2947832"/>
              <a:gd name="connsiteY3724" fmla="*/ 3710082 h 4821604"/>
              <a:gd name="connsiteX3725" fmla="*/ 1925806 w 2947832"/>
              <a:gd name="connsiteY3725" fmla="*/ 3709611 h 4821604"/>
              <a:gd name="connsiteX3726" fmla="*/ 1948409 w 2947832"/>
              <a:gd name="connsiteY3726" fmla="*/ 3709611 h 4821604"/>
              <a:gd name="connsiteX3727" fmla="*/ 1950815 w 2947832"/>
              <a:gd name="connsiteY3727" fmla="*/ 3711024 h 4821604"/>
              <a:gd name="connsiteX3728" fmla="*/ 1962117 w 2947832"/>
              <a:gd name="connsiteY3728" fmla="*/ 3730592 h 4821604"/>
              <a:gd name="connsiteX3729" fmla="*/ 1962117 w 2947832"/>
              <a:gd name="connsiteY3729" fmla="*/ 3733365 h 4821604"/>
              <a:gd name="connsiteX3730" fmla="*/ 1950815 w 2947832"/>
              <a:gd name="connsiteY3730" fmla="*/ 3752934 h 4821604"/>
              <a:gd name="connsiteX3731" fmla="*/ 1948409 w 2947832"/>
              <a:gd name="connsiteY3731" fmla="*/ 3754346 h 4821604"/>
              <a:gd name="connsiteX3732" fmla="*/ 1925806 w 2947832"/>
              <a:gd name="connsiteY3732" fmla="*/ 3754346 h 4821604"/>
              <a:gd name="connsiteX3733" fmla="*/ 1923399 w 2947832"/>
              <a:gd name="connsiteY3733" fmla="*/ 3752934 h 4821604"/>
              <a:gd name="connsiteX3734" fmla="*/ 1912097 w 2947832"/>
              <a:gd name="connsiteY3734" fmla="*/ 3733365 h 4821604"/>
              <a:gd name="connsiteX3735" fmla="*/ 1912097 w 2947832"/>
              <a:gd name="connsiteY3735" fmla="*/ 3730592 h 4821604"/>
              <a:gd name="connsiteX3736" fmla="*/ 1923399 w 2947832"/>
              <a:gd name="connsiteY3736" fmla="*/ 3711024 h 4821604"/>
              <a:gd name="connsiteX3737" fmla="*/ 1925806 w 2947832"/>
              <a:gd name="connsiteY3737" fmla="*/ 3709611 h 4821604"/>
              <a:gd name="connsiteX3738" fmla="*/ 2669664 w 2947832"/>
              <a:gd name="connsiteY3738" fmla="*/ 3709507 h 4821604"/>
              <a:gd name="connsiteX3739" fmla="*/ 2692371 w 2947832"/>
              <a:gd name="connsiteY3739" fmla="*/ 3709507 h 4821604"/>
              <a:gd name="connsiteX3740" fmla="*/ 2694778 w 2947832"/>
              <a:gd name="connsiteY3740" fmla="*/ 3710919 h 4821604"/>
              <a:gd name="connsiteX3741" fmla="*/ 2706132 w 2947832"/>
              <a:gd name="connsiteY3741" fmla="*/ 3730592 h 4821604"/>
              <a:gd name="connsiteX3742" fmla="*/ 2706132 w 2947832"/>
              <a:gd name="connsiteY3742" fmla="*/ 3733418 h 4821604"/>
              <a:gd name="connsiteX3743" fmla="*/ 2694778 w 2947832"/>
              <a:gd name="connsiteY3743" fmla="*/ 3753091 h 4821604"/>
              <a:gd name="connsiteX3744" fmla="*/ 2692371 w 2947832"/>
              <a:gd name="connsiteY3744" fmla="*/ 3754504 h 4821604"/>
              <a:gd name="connsiteX3745" fmla="*/ 2669664 w 2947832"/>
              <a:gd name="connsiteY3745" fmla="*/ 3754504 h 4821604"/>
              <a:gd name="connsiteX3746" fmla="*/ 2667257 w 2947832"/>
              <a:gd name="connsiteY3746" fmla="*/ 3753091 h 4821604"/>
              <a:gd name="connsiteX3747" fmla="*/ 2655903 w 2947832"/>
              <a:gd name="connsiteY3747" fmla="*/ 3733418 h 4821604"/>
              <a:gd name="connsiteX3748" fmla="*/ 2655903 w 2947832"/>
              <a:gd name="connsiteY3748" fmla="*/ 3730592 h 4821604"/>
              <a:gd name="connsiteX3749" fmla="*/ 2667257 w 2947832"/>
              <a:gd name="connsiteY3749" fmla="*/ 3710919 h 4821604"/>
              <a:gd name="connsiteX3750" fmla="*/ 2669664 w 2947832"/>
              <a:gd name="connsiteY3750" fmla="*/ 3709507 h 4821604"/>
              <a:gd name="connsiteX3751" fmla="*/ 1264459 w 2947832"/>
              <a:gd name="connsiteY3751" fmla="*/ 3709454 h 4821604"/>
              <a:gd name="connsiteX3752" fmla="*/ 1287219 w 2947832"/>
              <a:gd name="connsiteY3752" fmla="*/ 3709454 h 4821604"/>
              <a:gd name="connsiteX3753" fmla="*/ 1289678 w 2947832"/>
              <a:gd name="connsiteY3753" fmla="*/ 3710867 h 4821604"/>
              <a:gd name="connsiteX3754" fmla="*/ 1301032 w 2947832"/>
              <a:gd name="connsiteY3754" fmla="*/ 3730539 h 4821604"/>
              <a:gd name="connsiteX3755" fmla="*/ 1301032 w 2947832"/>
              <a:gd name="connsiteY3755" fmla="*/ 3733365 h 4821604"/>
              <a:gd name="connsiteX3756" fmla="*/ 1289678 w 2947832"/>
              <a:gd name="connsiteY3756" fmla="*/ 3753038 h 4821604"/>
              <a:gd name="connsiteX3757" fmla="*/ 1287219 w 2947832"/>
              <a:gd name="connsiteY3757" fmla="*/ 3754451 h 4821604"/>
              <a:gd name="connsiteX3758" fmla="*/ 1264459 w 2947832"/>
              <a:gd name="connsiteY3758" fmla="*/ 3754451 h 4821604"/>
              <a:gd name="connsiteX3759" fmla="*/ 1262000 w 2947832"/>
              <a:gd name="connsiteY3759" fmla="*/ 3753038 h 4821604"/>
              <a:gd name="connsiteX3760" fmla="*/ 1250646 w 2947832"/>
              <a:gd name="connsiteY3760" fmla="*/ 3733365 h 4821604"/>
              <a:gd name="connsiteX3761" fmla="*/ 1250646 w 2947832"/>
              <a:gd name="connsiteY3761" fmla="*/ 3730539 h 4821604"/>
              <a:gd name="connsiteX3762" fmla="*/ 1262000 w 2947832"/>
              <a:gd name="connsiteY3762" fmla="*/ 3710867 h 4821604"/>
              <a:gd name="connsiteX3763" fmla="*/ 1264459 w 2947832"/>
              <a:gd name="connsiteY3763" fmla="*/ 3709454 h 4821604"/>
              <a:gd name="connsiteX3764" fmla="*/ 2504327 w 2947832"/>
              <a:gd name="connsiteY3764" fmla="*/ 3709402 h 4821604"/>
              <a:gd name="connsiteX3765" fmla="*/ 2527140 w 2947832"/>
              <a:gd name="connsiteY3765" fmla="*/ 3709402 h 4821604"/>
              <a:gd name="connsiteX3766" fmla="*/ 2529599 w 2947832"/>
              <a:gd name="connsiteY3766" fmla="*/ 3710815 h 4821604"/>
              <a:gd name="connsiteX3767" fmla="*/ 2541005 w 2947832"/>
              <a:gd name="connsiteY3767" fmla="*/ 3730540 h 4821604"/>
              <a:gd name="connsiteX3768" fmla="*/ 2541005 w 2947832"/>
              <a:gd name="connsiteY3768" fmla="*/ 3733365 h 4821604"/>
              <a:gd name="connsiteX3769" fmla="*/ 2529599 w 2947832"/>
              <a:gd name="connsiteY3769" fmla="*/ 3753091 h 4821604"/>
              <a:gd name="connsiteX3770" fmla="*/ 2527140 w 2947832"/>
              <a:gd name="connsiteY3770" fmla="*/ 3754503 h 4821604"/>
              <a:gd name="connsiteX3771" fmla="*/ 2504327 w 2947832"/>
              <a:gd name="connsiteY3771" fmla="*/ 3754503 h 4821604"/>
              <a:gd name="connsiteX3772" fmla="*/ 2501868 w 2947832"/>
              <a:gd name="connsiteY3772" fmla="*/ 3753091 h 4821604"/>
              <a:gd name="connsiteX3773" fmla="*/ 2490462 w 2947832"/>
              <a:gd name="connsiteY3773" fmla="*/ 3733365 h 4821604"/>
              <a:gd name="connsiteX3774" fmla="*/ 2490462 w 2947832"/>
              <a:gd name="connsiteY3774" fmla="*/ 3730540 h 4821604"/>
              <a:gd name="connsiteX3775" fmla="*/ 2501868 w 2947832"/>
              <a:gd name="connsiteY3775" fmla="*/ 3710815 h 4821604"/>
              <a:gd name="connsiteX3776" fmla="*/ 2504327 w 2947832"/>
              <a:gd name="connsiteY3776" fmla="*/ 3709402 h 4821604"/>
              <a:gd name="connsiteX3777" fmla="*/ 2421450 w 2947832"/>
              <a:gd name="connsiteY3777" fmla="*/ 3708983 h 4821604"/>
              <a:gd name="connsiteX3778" fmla="*/ 2444681 w 2947832"/>
              <a:gd name="connsiteY3778" fmla="*/ 3708983 h 4821604"/>
              <a:gd name="connsiteX3779" fmla="*/ 2447192 w 2947832"/>
              <a:gd name="connsiteY3779" fmla="*/ 3710396 h 4821604"/>
              <a:gd name="connsiteX3780" fmla="*/ 2458807 w 2947832"/>
              <a:gd name="connsiteY3780" fmla="*/ 3730540 h 4821604"/>
              <a:gd name="connsiteX3781" fmla="*/ 2458807 w 2947832"/>
              <a:gd name="connsiteY3781" fmla="*/ 3733417 h 4821604"/>
              <a:gd name="connsiteX3782" fmla="*/ 2447192 w 2947832"/>
              <a:gd name="connsiteY3782" fmla="*/ 3753561 h 4821604"/>
              <a:gd name="connsiteX3783" fmla="*/ 2444681 w 2947832"/>
              <a:gd name="connsiteY3783" fmla="*/ 3754974 h 4821604"/>
              <a:gd name="connsiteX3784" fmla="*/ 2421450 w 2947832"/>
              <a:gd name="connsiteY3784" fmla="*/ 3754974 h 4821604"/>
              <a:gd name="connsiteX3785" fmla="*/ 2418938 w 2947832"/>
              <a:gd name="connsiteY3785" fmla="*/ 3753561 h 4821604"/>
              <a:gd name="connsiteX3786" fmla="*/ 2407323 w 2947832"/>
              <a:gd name="connsiteY3786" fmla="*/ 3733417 h 4821604"/>
              <a:gd name="connsiteX3787" fmla="*/ 2407323 w 2947832"/>
              <a:gd name="connsiteY3787" fmla="*/ 3730540 h 4821604"/>
              <a:gd name="connsiteX3788" fmla="*/ 2418938 w 2947832"/>
              <a:gd name="connsiteY3788" fmla="*/ 3710396 h 4821604"/>
              <a:gd name="connsiteX3789" fmla="*/ 2421450 w 2947832"/>
              <a:gd name="connsiteY3789" fmla="*/ 3708983 h 4821604"/>
              <a:gd name="connsiteX3790" fmla="*/ 2586525 w 2947832"/>
              <a:gd name="connsiteY3790" fmla="*/ 3708460 h 4821604"/>
              <a:gd name="connsiteX3791" fmla="*/ 2610279 w 2947832"/>
              <a:gd name="connsiteY3791" fmla="*/ 3708460 h 4821604"/>
              <a:gd name="connsiteX3792" fmla="*/ 2612843 w 2947832"/>
              <a:gd name="connsiteY3792" fmla="*/ 3709925 h 4821604"/>
              <a:gd name="connsiteX3793" fmla="*/ 2624720 w 2947832"/>
              <a:gd name="connsiteY3793" fmla="*/ 3730488 h 4821604"/>
              <a:gd name="connsiteX3794" fmla="*/ 2624720 w 2947832"/>
              <a:gd name="connsiteY3794" fmla="*/ 3733418 h 4821604"/>
              <a:gd name="connsiteX3795" fmla="*/ 2612843 w 2947832"/>
              <a:gd name="connsiteY3795" fmla="*/ 3753980 h 4821604"/>
              <a:gd name="connsiteX3796" fmla="*/ 2610279 w 2947832"/>
              <a:gd name="connsiteY3796" fmla="*/ 3755445 h 4821604"/>
              <a:gd name="connsiteX3797" fmla="*/ 2586525 w 2947832"/>
              <a:gd name="connsiteY3797" fmla="*/ 3755445 h 4821604"/>
              <a:gd name="connsiteX3798" fmla="*/ 2583961 w 2947832"/>
              <a:gd name="connsiteY3798" fmla="*/ 3753980 h 4821604"/>
              <a:gd name="connsiteX3799" fmla="*/ 2572084 w 2947832"/>
              <a:gd name="connsiteY3799" fmla="*/ 3733418 h 4821604"/>
              <a:gd name="connsiteX3800" fmla="*/ 2572084 w 2947832"/>
              <a:gd name="connsiteY3800" fmla="*/ 3730488 h 4821604"/>
              <a:gd name="connsiteX3801" fmla="*/ 2583961 w 2947832"/>
              <a:gd name="connsiteY3801" fmla="*/ 3709925 h 4821604"/>
              <a:gd name="connsiteX3802" fmla="*/ 2586525 w 2947832"/>
              <a:gd name="connsiteY3802" fmla="*/ 3708460 h 4821604"/>
              <a:gd name="connsiteX3803" fmla="*/ 1842562 w 2947832"/>
              <a:gd name="connsiteY3803" fmla="*/ 3708408 h 4821604"/>
              <a:gd name="connsiteX3804" fmla="*/ 1866368 w 2947832"/>
              <a:gd name="connsiteY3804" fmla="*/ 3708408 h 4821604"/>
              <a:gd name="connsiteX3805" fmla="*/ 1868932 w 2947832"/>
              <a:gd name="connsiteY3805" fmla="*/ 3709873 h 4821604"/>
              <a:gd name="connsiteX3806" fmla="*/ 1880809 w 2947832"/>
              <a:gd name="connsiteY3806" fmla="*/ 3730488 h 4821604"/>
              <a:gd name="connsiteX3807" fmla="*/ 1880809 w 2947832"/>
              <a:gd name="connsiteY3807" fmla="*/ 3733418 h 4821604"/>
              <a:gd name="connsiteX3808" fmla="*/ 1868932 w 2947832"/>
              <a:gd name="connsiteY3808" fmla="*/ 3754033 h 4821604"/>
              <a:gd name="connsiteX3809" fmla="*/ 1866368 w 2947832"/>
              <a:gd name="connsiteY3809" fmla="*/ 3755498 h 4821604"/>
              <a:gd name="connsiteX3810" fmla="*/ 1842562 w 2947832"/>
              <a:gd name="connsiteY3810" fmla="*/ 3755498 h 4821604"/>
              <a:gd name="connsiteX3811" fmla="*/ 1839998 w 2947832"/>
              <a:gd name="connsiteY3811" fmla="*/ 3754033 h 4821604"/>
              <a:gd name="connsiteX3812" fmla="*/ 1828121 w 2947832"/>
              <a:gd name="connsiteY3812" fmla="*/ 3733418 h 4821604"/>
              <a:gd name="connsiteX3813" fmla="*/ 1828121 w 2947832"/>
              <a:gd name="connsiteY3813" fmla="*/ 3730488 h 4821604"/>
              <a:gd name="connsiteX3814" fmla="*/ 1839998 w 2947832"/>
              <a:gd name="connsiteY3814" fmla="*/ 3709873 h 4821604"/>
              <a:gd name="connsiteX3815" fmla="*/ 1842562 w 2947832"/>
              <a:gd name="connsiteY3815" fmla="*/ 3708408 h 4821604"/>
              <a:gd name="connsiteX3816" fmla="*/ 1346604 w 2947832"/>
              <a:gd name="connsiteY3816" fmla="*/ 3708408 h 4821604"/>
              <a:gd name="connsiteX3817" fmla="*/ 1370410 w 2947832"/>
              <a:gd name="connsiteY3817" fmla="*/ 3708408 h 4821604"/>
              <a:gd name="connsiteX3818" fmla="*/ 1372974 w 2947832"/>
              <a:gd name="connsiteY3818" fmla="*/ 3709873 h 4821604"/>
              <a:gd name="connsiteX3819" fmla="*/ 1384851 w 2947832"/>
              <a:gd name="connsiteY3819" fmla="*/ 3730488 h 4821604"/>
              <a:gd name="connsiteX3820" fmla="*/ 1384851 w 2947832"/>
              <a:gd name="connsiteY3820" fmla="*/ 3733418 h 4821604"/>
              <a:gd name="connsiteX3821" fmla="*/ 1372974 w 2947832"/>
              <a:gd name="connsiteY3821" fmla="*/ 3754033 h 4821604"/>
              <a:gd name="connsiteX3822" fmla="*/ 1370410 w 2947832"/>
              <a:gd name="connsiteY3822" fmla="*/ 3755498 h 4821604"/>
              <a:gd name="connsiteX3823" fmla="*/ 1346604 w 2947832"/>
              <a:gd name="connsiteY3823" fmla="*/ 3755498 h 4821604"/>
              <a:gd name="connsiteX3824" fmla="*/ 1344040 w 2947832"/>
              <a:gd name="connsiteY3824" fmla="*/ 3754033 h 4821604"/>
              <a:gd name="connsiteX3825" fmla="*/ 1332163 w 2947832"/>
              <a:gd name="connsiteY3825" fmla="*/ 3733418 h 4821604"/>
              <a:gd name="connsiteX3826" fmla="*/ 1332163 w 2947832"/>
              <a:gd name="connsiteY3826" fmla="*/ 3730488 h 4821604"/>
              <a:gd name="connsiteX3827" fmla="*/ 1344040 w 2947832"/>
              <a:gd name="connsiteY3827" fmla="*/ 3709873 h 4821604"/>
              <a:gd name="connsiteX3828" fmla="*/ 1346604 w 2947832"/>
              <a:gd name="connsiteY3828" fmla="*/ 3708408 h 4821604"/>
              <a:gd name="connsiteX3829" fmla="*/ 1429116 w 2947832"/>
              <a:gd name="connsiteY3829" fmla="*/ 3708251 h 4821604"/>
              <a:gd name="connsiteX3830" fmla="*/ 1453131 w 2947832"/>
              <a:gd name="connsiteY3830" fmla="*/ 3708251 h 4821604"/>
              <a:gd name="connsiteX3831" fmla="*/ 1455695 w 2947832"/>
              <a:gd name="connsiteY3831" fmla="*/ 3709716 h 4821604"/>
              <a:gd name="connsiteX3832" fmla="*/ 1467677 w 2947832"/>
              <a:gd name="connsiteY3832" fmla="*/ 3730488 h 4821604"/>
              <a:gd name="connsiteX3833" fmla="*/ 1467677 w 2947832"/>
              <a:gd name="connsiteY3833" fmla="*/ 3733470 h 4821604"/>
              <a:gd name="connsiteX3834" fmla="*/ 1455695 w 2947832"/>
              <a:gd name="connsiteY3834" fmla="*/ 3754242 h 4821604"/>
              <a:gd name="connsiteX3835" fmla="*/ 1453131 w 2947832"/>
              <a:gd name="connsiteY3835" fmla="*/ 3755707 h 4821604"/>
              <a:gd name="connsiteX3836" fmla="*/ 1429116 w 2947832"/>
              <a:gd name="connsiteY3836" fmla="*/ 3755707 h 4821604"/>
              <a:gd name="connsiteX3837" fmla="*/ 1426552 w 2947832"/>
              <a:gd name="connsiteY3837" fmla="*/ 3754242 h 4821604"/>
              <a:gd name="connsiteX3838" fmla="*/ 1414570 w 2947832"/>
              <a:gd name="connsiteY3838" fmla="*/ 3733470 h 4821604"/>
              <a:gd name="connsiteX3839" fmla="*/ 1414570 w 2947832"/>
              <a:gd name="connsiteY3839" fmla="*/ 3730488 h 4821604"/>
              <a:gd name="connsiteX3840" fmla="*/ 1426552 w 2947832"/>
              <a:gd name="connsiteY3840" fmla="*/ 3709716 h 4821604"/>
              <a:gd name="connsiteX3841" fmla="*/ 1429116 w 2947832"/>
              <a:gd name="connsiteY3841" fmla="*/ 3708251 h 4821604"/>
              <a:gd name="connsiteX3842" fmla="*/ 1511679 w 2947832"/>
              <a:gd name="connsiteY3842" fmla="*/ 3708041 h 4821604"/>
              <a:gd name="connsiteX3843" fmla="*/ 1535852 w 2947832"/>
              <a:gd name="connsiteY3843" fmla="*/ 3708041 h 4821604"/>
              <a:gd name="connsiteX3844" fmla="*/ 1538416 w 2947832"/>
              <a:gd name="connsiteY3844" fmla="*/ 3709559 h 4821604"/>
              <a:gd name="connsiteX3845" fmla="*/ 1550502 w 2947832"/>
              <a:gd name="connsiteY3845" fmla="*/ 3730487 h 4821604"/>
              <a:gd name="connsiteX3846" fmla="*/ 1550502 w 2947832"/>
              <a:gd name="connsiteY3846" fmla="*/ 3733469 h 4821604"/>
              <a:gd name="connsiteX3847" fmla="*/ 1538416 w 2947832"/>
              <a:gd name="connsiteY3847" fmla="*/ 3754398 h 4821604"/>
              <a:gd name="connsiteX3848" fmla="*/ 1535852 w 2947832"/>
              <a:gd name="connsiteY3848" fmla="*/ 3755916 h 4821604"/>
              <a:gd name="connsiteX3849" fmla="*/ 1511679 w 2947832"/>
              <a:gd name="connsiteY3849" fmla="*/ 3755916 h 4821604"/>
              <a:gd name="connsiteX3850" fmla="*/ 1509116 w 2947832"/>
              <a:gd name="connsiteY3850" fmla="*/ 3754398 h 4821604"/>
              <a:gd name="connsiteX3851" fmla="*/ 1497029 w 2947832"/>
              <a:gd name="connsiteY3851" fmla="*/ 3733469 h 4821604"/>
              <a:gd name="connsiteX3852" fmla="*/ 1497029 w 2947832"/>
              <a:gd name="connsiteY3852" fmla="*/ 3730487 h 4821604"/>
              <a:gd name="connsiteX3853" fmla="*/ 1509116 w 2947832"/>
              <a:gd name="connsiteY3853" fmla="*/ 3709559 h 4821604"/>
              <a:gd name="connsiteX3854" fmla="*/ 1511679 w 2947832"/>
              <a:gd name="connsiteY3854" fmla="*/ 3708041 h 4821604"/>
              <a:gd name="connsiteX3855" fmla="*/ 2832804 w 2947832"/>
              <a:gd name="connsiteY3855" fmla="*/ 3705216 h 4821604"/>
              <a:gd name="connsiteX3856" fmla="*/ 2859853 w 2947832"/>
              <a:gd name="connsiteY3856" fmla="*/ 3705216 h 4821604"/>
              <a:gd name="connsiteX3857" fmla="*/ 2862731 w 2947832"/>
              <a:gd name="connsiteY3857" fmla="*/ 3706890 h 4821604"/>
              <a:gd name="connsiteX3858" fmla="*/ 2876230 w 2947832"/>
              <a:gd name="connsiteY3858" fmla="*/ 3730278 h 4821604"/>
              <a:gd name="connsiteX3859" fmla="*/ 2876230 w 2947832"/>
              <a:gd name="connsiteY3859" fmla="*/ 3733627 h 4821604"/>
              <a:gd name="connsiteX3860" fmla="*/ 2862731 w 2947832"/>
              <a:gd name="connsiteY3860" fmla="*/ 3757014 h 4821604"/>
              <a:gd name="connsiteX3861" fmla="*/ 2859853 w 2947832"/>
              <a:gd name="connsiteY3861" fmla="*/ 3758689 h 4821604"/>
              <a:gd name="connsiteX3862" fmla="*/ 2832804 w 2947832"/>
              <a:gd name="connsiteY3862" fmla="*/ 3758689 h 4821604"/>
              <a:gd name="connsiteX3863" fmla="*/ 2829926 w 2947832"/>
              <a:gd name="connsiteY3863" fmla="*/ 3757014 h 4821604"/>
              <a:gd name="connsiteX3864" fmla="*/ 2816427 w 2947832"/>
              <a:gd name="connsiteY3864" fmla="*/ 3733627 h 4821604"/>
              <a:gd name="connsiteX3865" fmla="*/ 2816427 w 2947832"/>
              <a:gd name="connsiteY3865" fmla="*/ 3730278 h 4821604"/>
              <a:gd name="connsiteX3866" fmla="*/ 2829926 w 2947832"/>
              <a:gd name="connsiteY3866" fmla="*/ 3706890 h 4821604"/>
              <a:gd name="connsiteX3867" fmla="*/ 2832804 w 2947832"/>
              <a:gd name="connsiteY3867" fmla="*/ 3705216 h 4821604"/>
              <a:gd name="connsiteX3868" fmla="*/ 1592882 w 2947832"/>
              <a:gd name="connsiteY3868" fmla="*/ 3705164 h 4821604"/>
              <a:gd name="connsiteX3869" fmla="*/ 1619933 w 2947832"/>
              <a:gd name="connsiteY3869" fmla="*/ 3705164 h 4821604"/>
              <a:gd name="connsiteX3870" fmla="*/ 1622810 w 2947832"/>
              <a:gd name="connsiteY3870" fmla="*/ 3706838 h 4821604"/>
              <a:gd name="connsiteX3871" fmla="*/ 1636362 w 2947832"/>
              <a:gd name="connsiteY3871" fmla="*/ 3730278 h 4821604"/>
              <a:gd name="connsiteX3872" fmla="*/ 1636362 w 2947832"/>
              <a:gd name="connsiteY3872" fmla="*/ 3733627 h 4821604"/>
              <a:gd name="connsiteX3873" fmla="*/ 1622810 w 2947832"/>
              <a:gd name="connsiteY3873" fmla="*/ 3757067 h 4821604"/>
              <a:gd name="connsiteX3874" fmla="*/ 1619933 w 2947832"/>
              <a:gd name="connsiteY3874" fmla="*/ 3758741 h 4821604"/>
              <a:gd name="connsiteX3875" fmla="*/ 1592882 w 2947832"/>
              <a:gd name="connsiteY3875" fmla="*/ 3758741 h 4821604"/>
              <a:gd name="connsiteX3876" fmla="*/ 1590005 w 2947832"/>
              <a:gd name="connsiteY3876" fmla="*/ 3757067 h 4821604"/>
              <a:gd name="connsiteX3877" fmla="*/ 1576453 w 2947832"/>
              <a:gd name="connsiteY3877" fmla="*/ 3733627 h 4821604"/>
              <a:gd name="connsiteX3878" fmla="*/ 1576453 w 2947832"/>
              <a:gd name="connsiteY3878" fmla="*/ 3730278 h 4821604"/>
              <a:gd name="connsiteX3879" fmla="*/ 1590005 w 2947832"/>
              <a:gd name="connsiteY3879" fmla="*/ 3706838 h 4821604"/>
              <a:gd name="connsiteX3880" fmla="*/ 1592882 w 2947832"/>
              <a:gd name="connsiteY3880" fmla="*/ 3705164 h 4821604"/>
              <a:gd name="connsiteX3881" fmla="*/ 1755813 w 2947832"/>
              <a:gd name="connsiteY3881" fmla="*/ 3700403 h 4821604"/>
              <a:gd name="connsiteX3882" fmla="*/ 1787677 w 2947832"/>
              <a:gd name="connsiteY3882" fmla="*/ 3700403 h 4821604"/>
              <a:gd name="connsiteX3883" fmla="*/ 1791078 w 2947832"/>
              <a:gd name="connsiteY3883" fmla="*/ 3702391 h 4821604"/>
              <a:gd name="connsiteX3884" fmla="*/ 1807036 w 2947832"/>
              <a:gd name="connsiteY3884" fmla="*/ 3729965 h 4821604"/>
              <a:gd name="connsiteX3885" fmla="*/ 1807036 w 2947832"/>
              <a:gd name="connsiteY3885" fmla="*/ 3733889 h 4821604"/>
              <a:gd name="connsiteX3886" fmla="*/ 1791078 w 2947832"/>
              <a:gd name="connsiteY3886" fmla="*/ 3761462 h 4821604"/>
              <a:gd name="connsiteX3887" fmla="*/ 1787677 w 2947832"/>
              <a:gd name="connsiteY3887" fmla="*/ 3763451 h 4821604"/>
              <a:gd name="connsiteX3888" fmla="*/ 1755813 w 2947832"/>
              <a:gd name="connsiteY3888" fmla="*/ 3763451 h 4821604"/>
              <a:gd name="connsiteX3889" fmla="*/ 1752412 w 2947832"/>
              <a:gd name="connsiteY3889" fmla="*/ 3761462 h 4821604"/>
              <a:gd name="connsiteX3890" fmla="*/ 1736454 w 2947832"/>
              <a:gd name="connsiteY3890" fmla="*/ 3733889 h 4821604"/>
              <a:gd name="connsiteX3891" fmla="*/ 1736454 w 2947832"/>
              <a:gd name="connsiteY3891" fmla="*/ 3729965 h 4821604"/>
              <a:gd name="connsiteX3892" fmla="*/ 1752412 w 2947832"/>
              <a:gd name="connsiteY3892" fmla="*/ 3702391 h 4821604"/>
              <a:gd name="connsiteX3893" fmla="*/ 1755813 w 2947832"/>
              <a:gd name="connsiteY3893" fmla="*/ 3700403 h 4821604"/>
              <a:gd name="connsiteX3894" fmla="*/ 1673144 w 2947832"/>
              <a:gd name="connsiteY3894" fmla="*/ 3700298 h 4821604"/>
              <a:gd name="connsiteX3895" fmla="*/ 1705165 w 2947832"/>
              <a:gd name="connsiteY3895" fmla="*/ 3700298 h 4821604"/>
              <a:gd name="connsiteX3896" fmla="*/ 1708619 w 2947832"/>
              <a:gd name="connsiteY3896" fmla="*/ 3702286 h 4821604"/>
              <a:gd name="connsiteX3897" fmla="*/ 1724629 w 2947832"/>
              <a:gd name="connsiteY3897" fmla="*/ 3730017 h 4821604"/>
              <a:gd name="connsiteX3898" fmla="*/ 1724629 w 2947832"/>
              <a:gd name="connsiteY3898" fmla="*/ 3733993 h 4821604"/>
              <a:gd name="connsiteX3899" fmla="*/ 1708619 w 2947832"/>
              <a:gd name="connsiteY3899" fmla="*/ 3761724 h 4821604"/>
              <a:gd name="connsiteX3900" fmla="*/ 1705165 w 2947832"/>
              <a:gd name="connsiteY3900" fmla="*/ 3763712 h 4821604"/>
              <a:gd name="connsiteX3901" fmla="*/ 1673144 w 2947832"/>
              <a:gd name="connsiteY3901" fmla="*/ 3763712 h 4821604"/>
              <a:gd name="connsiteX3902" fmla="*/ 1669691 w 2947832"/>
              <a:gd name="connsiteY3902" fmla="*/ 3761724 h 4821604"/>
              <a:gd name="connsiteX3903" fmla="*/ 1653681 w 2947832"/>
              <a:gd name="connsiteY3903" fmla="*/ 3733993 h 4821604"/>
              <a:gd name="connsiteX3904" fmla="*/ 1653681 w 2947832"/>
              <a:gd name="connsiteY3904" fmla="*/ 3730017 h 4821604"/>
              <a:gd name="connsiteX3905" fmla="*/ 1669691 w 2947832"/>
              <a:gd name="connsiteY3905" fmla="*/ 3702286 h 4821604"/>
              <a:gd name="connsiteX3906" fmla="*/ 1673144 w 2947832"/>
              <a:gd name="connsiteY3906" fmla="*/ 3700298 h 4821604"/>
              <a:gd name="connsiteX3907" fmla="*/ 2925778 w 2947832"/>
              <a:gd name="connsiteY3907" fmla="*/ 3642953 h 4821604"/>
              <a:gd name="connsiteX3908" fmla="*/ 2932162 w 2947832"/>
              <a:gd name="connsiteY3908" fmla="*/ 3642953 h 4821604"/>
              <a:gd name="connsiteX3909" fmla="*/ 2932842 w 2947832"/>
              <a:gd name="connsiteY3909" fmla="*/ 3643372 h 4821604"/>
              <a:gd name="connsiteX3910" fmla="*/ 2936034 w 2947832"/>
              <a:gd name="connsiteY3910" fmla="*/ 3648918 h 4821604"/>
              <a:gd name="connsiteX3911" fmla="*/ 2936034 w 2947832"/>
              <a:gd name="connsiteY3911" fmla="*/ 3649703 h 4821604"/>
              <a:gd name="connsiteX3912" fmla="*/ 2932842 w 2947832"/>
              <a:gd name="connsiteY3912" fmla="*/ 3655249 h 4821604"/>
              <a:gd name="connsiteX3913" fmla="*/ 2932162 w 2947832"/>
              <a:gd name="connsiteY3913" fmla="*/ 3655667 h 4821604"/>
              <a:gd name="connsiteX3914" fmla="*/ 2925778 w 2947832"/>
              <a:gd name="connsiteY3914" fmla="*/ 3655667 h 4821604"/>
              <a:gd name="connsiteX3915" fmla="*/ 2925098 w 2947832"/>
              <a:gd name="connsiteY3915" fmla="*/ 3655249 h 4821604"/>
              <a:gd name="connsiteX3916" fmla="*/ 2921907 w 2947832"/>
              <a:gd name="connsiteY3916" fmla="*/ 3649703 h 4821604"/>
              <a:gd name="connsiteX3917" fmla="*/ 2921907 w 2947832"/>
              <a:gd name="connsiteY3917" fmla="*/ 3648918 h 4821604"/>
              <a:gd name="connsiteX3918" fmla="*/ 2925098 w 2947832"/>
              <a:gd name="connsiteY3918" fmla="*/ 3643372 h 4821604"/>
              <a:gd name="connsiteX3919" fmla="*/ 2925778 w 2947832"/>
              <a:gd name="connsiteY3919" fmla="*/ 3642953 h 4821604"/>
              <a:gd name="connsiteX3920" fmla="*/ 525101 w 2947832"/>
              <a:gd name="connsiteY3920" fmla="*/ 3635837 h 4821604"/>
              <a:gd name="connsiteX3921" fmla="*/ 538705 w 2947832"/>
              <a:gd name="connsiteY3921" fmla="*/ 3635837 h 4821604"/>
              <a:gd name="connsiteX3922" fmla="*/ 540170 w 2947832"/>
              <a:gd name="connsiteY3922" fmla="*/ 3636674 h 4821604"/>
              <a:gd name="connsiteX3923" fmla="*/ 546972 w 2947832"/>
              <a:gd name="connsiteY3923" fmla="*/ 3648446 h 4821604"/>
              <a:gd name="connsiteX3924" fmla="*/ 546972 w 2947832"/>
              <a:gd name="connsiteY3924" fmla="*/ 3650121 h 4821604"/>
              <a:gd name="connsiteX3925" fmla="*/ 540170 w 2947832"/>
              <a:gd name="connsiteY3925" fmla="*/ 3661893 h 4821604"/>
              <a:gd name="connsiteX3926" fmla="*/ 538705 w 2947832"/>
              <a:gd name="connsiteY3926" fmla="*/ 3662730 h 4821604"/>
              <a:gd name="connsiteX3927" fmla="*/ 525101 w 2947832"/>
              <a:gd name="connsiteY3927" fmla="*/ 3662730 h 4821604"/>
              <a:gd name="connsiteX3928" fmla="*/ 523636 w 2947832"/>
              <a:gd name="connsiteY3928" fmla="*/ 3661893 h 4821604"/>
              <a:gd name="connsiteX3929" fmla="*/ 516834 w 2947832"/>
              <a:gd name="connsiteY3929" fmla="*/ 3650121 h 4821604"/>
              <a:gd name="connsiteX3930" fmla="*/ 516834 w 2947832"/>
              <a:gd name="connsiteY3930" fmla="*/ 3648446 h 4821604"/>
              <a:gd name="connsiteX3931" fmla="*/ 523636 w 2947832"/>
              <a:gd name="connsiteY3931" fmla="*/ 3636674 h 4821604"/>
              <a:gd name="connsiteX3932" fmla="*/ 525101 w 2947832"/>
              <a:gd name="connsiteY3932" fmla="*/ 3635837 h 4821604"/>
              <a:gd name="connsiteX3933" fmla="*/ 607088 w 2947832"/>
              <a:gd name="connsiteY3933" fmla="*/ 3634477 h 4821604"/>
              <a:gd name="connsiteX3934" fmla="*/ 622053 w 2947832"/>
              <a:gd name="connsiteY3934" fmla="*/ 3634477 h 4821604"/>
              <a:gd name="connsiteX3935" fmla="*/ 623675 w 2947832"/>
              <a:gd name="connsiteY3935" fmla="*/ 3635419 h 4821604"/>
              <a:gd name="connsiteX3936" fmla="*/ 631157 w 2947832"/>
              <a:gd name="connsiteY3936" fmla="*/ 3648395 h 4821604"/>
              <a:gd name="connsiteX3937" fmla="*/ 631157 w 2947832"/>
              <a:gd name="connsiteY3937" fmla="*/ 3650226 h 4821604"/>
              <a:gd name="connsiteX3938" fmla="*/ 623675 w 2947832"/>
              <a:gd name="connsiteY3938" fmla="*/ 3663202 h 4821604"/>
              <a:gd name="connsiteX3939" fmla="*/ 622053 w 2947832"/>
              <a:gd name="connsiteY3939" fmla="*/ 3664143 h 4821604"/>
              <a:gd name="connsiteX3940" fmla="*/ 607088 w 2947832"/>
              <a:gd name="connsiteY3940" fmla="*/ 3664143 h 4821604"/>
              <a:gd name="connsiteX3941" fmla="*/ 605466 w 2947832"/>
              <a:gd name="connsiteY3941" fmla="*/ 3663202 h 4821604"/>
              <a:gd name="connsiteX3942" fmla="*/ 597984 w 2947832"/>
              <a:gd name="connsiteY3942" fmla="*/ 3650226 h 4821604"/>
              <a:gd name="connsiteX3943" fmla="*/ 597984 w 2947832"/>
              <a:gd name="connsiteY3943" fmla="*/ 3648395 h 4821604"/>
              <a:gd name="connsiteX3944" fmla="*/ 605466 w 2947832"/>
              <a:gd name="connsiteY3944" fmla="*/ 3635419 h 4821604"/>
              <a:gd name="connsiteX3945" fmla="*/ 607088 w 2947832"/>
              <a:gd name="connsiteY3945" fmla="*/ 3634477 h 4821604"/>
              <a:gd name="connsiteX3946" fmla="*/ 688972 w 2947832"/>
              <a:gd name="connsiteY3946" fmla="*/ 3633012 h 4821604"/>
              <a:gd name="connsiteX3947" fmla="*/ 705454 w 2947832"/>
              <a:gd name="connsiteY3947" fmla="*/ 3633012 h 4821604"/>
              <a:gd name="connsiteX3948" fmla="*/ 707232 w 2947832"/>
              <a:gd name="connsiteY3948" fmla="*/ 3634006 h 4821604"/>
              <a:gd name="connsiteX3949" fmla="*/ 715499 w 2947832"/>
              <a:gd name="connsiteY3949" fmla="*/ 3648290 h 4821604"/>
              <a:gd name="connsiteX3950" fmla="*/ 715499 w 2947832"/>
              <a:gd name="connsiteY3950" fmla="*/ 3650330 h 4821604"/>
              <a:gd name="connsiteX3951" fmla="*/ 707232 w 2947832"/>
              <a:gd name="connsiteY3951" fmla="*/ 3664614 h 4821604"/>
              <a:gd name="connsiteX3952" fmla="*/ 705454 w 2947832"/>
              <a:gd name="connsiteY3952" fmla="*/ 3665608 h 4821604"/>
              <a:gd name="connsiteX3953" fmla="*/ 688972 w 2947832"/>
              <a:gd name="connsiteY3953" fmla="*/ 3665608 h 4821604"/>
              <a:gd name="connsiteX3954" fmla="*/ 687193 w 2947832"/>
              <a:gd name="connsiteY3954" fmla="*/ 3664614 h 4821604"/>
              <a:gd name="connsiteX3955" fmla="*/ 678926 w 2947832"/>
              <a:gd name="connsiteY3955" fmla="*/ 3650330 h 4821604"/>
              <a:gd name="connsiteX3956" fmla="*/ 678926 w 2947832"/>
              <a:gd name="connsiteY3956" fmla="*/ 3648290 h 4821604"/>
              <a:gd name="connsiteX3957" fmla="*/ 687193 w 2947832"/>
              <a:gd name="connsiteY3957" fmla="*/ 3634006 h 4821604"/>
              <a:gd name="connsiteX3958" fmla="*/ 688972 w 2947832"/>
              <a:gd name="connsiteY3958" fmla="*/ 3633012 h 4821604"/>
              <a:gd name="connsiteX3959" fmla="*/ 2093863 w 2947832"/>
              <a:gd name="connsiteY3959" fmla="*/ 3632384 h 4821604"/>
              <a:gd name="connsiteX3960" fmla="*/ 2110972 w 2947832"/>
              <a:gd name="connsiteY3960" fmla="*/ 3632384 h 4821604"/>
              <a:gd name="connsiteX3961" fmla="*/ 2112803 w 2947832"/>
              <a:gd name="connsiteY3961" fmla="*/ 3633430 h 4821604"/>
              <a:gd name="connsiteX3962" fmla="*/ 2121332 w 2947832"/>
              <a:gd name="connsiteY3962" fmla="*/ 3648237 h 4821604"/>
              <a:gd name="connsiteX3963" fmla="*/ 2121332 w 2947832"/>
              <a:gd name="connsiteY3963" fmla="*/ 3650330 h 4821604"/>
              <a:gd name="connsiteX3964" fmla="*/ 2112803 w 2947832"/>
              <a:gd name="connsiteY3964" fmla="*/ 3665137 h 4821604"/>
              <a:gd name="connsiteX3965" fmla="*/ 2110972 w 2947832"/>
              <a:gd name="connsiteY3965" fmla="*/ 3666184 h 4821604"/>
              <a:gd name="connsiteX3966" fmla="*/ 2093863 w 2947832"/>
              <a:gd name="connsiteY3966" fmla="*/ 3666184 h 4821604"/>
              <a:gd name="connsiteX3967" fmla="*/ 2092032 w 2947832"/>
              <a:gd name="connsiteY3967" fmla="*/ 3665137 h 4821604"/>
              <a:gd name="connsiteX3968" fmla="*/ 2083503 w 2947832"/>
              <a:gd name="connsiteY3968" fmla="*/ 3650330 h 4821604"/>
              <a:gd name="connsiteX3969" fmla="*/ 2083503 w 2947832"/>
              <a:gd name="connsiteY3969" fmla="*/ 3648237 h 4821604"/>
              <a:gd name="connsiteX3970" fmla="*/ 2092032 w 2947832"/>
              <a:gd name="connsiteY3970" fmla="*/ 3633430 h 4821604"/>
              <a:gd name="connsiteX3971" fmla="*/ 2093863 w 2947832"/>
              <a:gd name="connsiteY3971" fmla="*/ 3632384 h 4821604"/>
              <a:gd name="connsiteX3972" fmla="*/ 2176322 w 2947832"/>
              <a:gd name="connsiteY3972" fmla="*/ 3631966 h 4821604"/>
              <a:gd name="connsiteX3973" fmla="*/ 2193798 w 2947832"/>
              <a:gd name="connsiteY3973" fmla="*/ 3631966 h 4821604"/>
              <a:gd name="connsiteX3974" fmla="*/ 2195681 w 2947832"/>
              <a:gd name="connsiteY3974" fmla="*/ 3633065 h 4821604"/>
              <a:gd name="connsiteX3975" fmla="*/ 2204419 w 2947832"/>
              <a:gd name="connsiteY3975" fmla="*/ 3648238 h 4821604"/>
              <a:gd name="connsiteX3976" fmla="*/ 2204419 w 2947832"/>
              <a:gd name="connsiteY3976" fmla="*/ 3650383 h 4821604"/>
              <a:gd name="connsiteX3977" fmla="*/ 2195681 w 2947832"/>
              <a:gd name="connsiteY3977" fmla="*/ 3665556 h 4821604"/>
              <a:gd name="connsiteX3978" fmla="*/ 2193798 w 2947832"/>
              <a:gd name="connsiteY3978" fmla="*/ 3666655 h 4821604"/>
              <a:gd name="connsiteX3979" fmla="*/ 2176322 w 2947832"/>
              <a:gd name="connsiteY3979" fmla="*/ 3666655 h 4821604"/>
              <a:gd name="connsiteX3980" fmla="*/ 2174438 w 2947832"/>
              <a:gd name="connsiteY3980" fmla="*/ 3665556 h 4821604"/>
              <a:gd name="connsiteX3981" fmla="*/ 2165701 w 2947832"/>
              <a:gd name="connsiteY3981" fmla="*/ 3650383 h 4821604"/>
              <a:gd name="connsiteX3982" fmla="*/ 2165701 w 2947832"/>
              <a:gd name="connsiteY3982" fmla="*/ 3648238 h 4821604"/>
              <a:gd name="connsiteX3983" fmla="*/ 2174438 w 2947832"/>
              <a:gd name="connsiteY3983" fmla="*/ 3633065 h 4821604"/>
              <a:gd name="connsiteX3984" fmla="*/ 2176322 w 2947832"/>
              <a:gd name="connsiteY3984" fmla="*/ 3631966 h 4821604"/>
              <a:gd name="connsiteX3985" fmla="*/ 2258572 w 2947832"/>
              <a:gd name="connsiteY3985" fmla="*/ 3631233 h 4821604"/>
              <a:gd name="connsiteX3986" fmla="*/ 2276832 w 2947832"/>
              <a:gd name="connsiteY3986" fmla="*/ 3631233 h 4821604"/>
              <a:gd name="connsiteX3987" fmla="*/ 2278768 w 2947832"/>
              <a:gd name="connsiteY3987" fmla="*/ 3632384 h 4821604"/>
              <a:gd name="connsiteX3988" fmla="*/ 2287872 w 2947832"/>
              <a:gd name="connsiteY3988" fmla="*/ 3648185 h 4821604"/>
              <a:gd name="connsiteX3989" fmla="*/ 2287872 w 2947832"/>
              <a:gd name="connsiteY3989" fmla="*/ 3650435 h 4821604"/>
              <a:gd name="connsiteX3990" fmla="*/ 2278768 w 2947832"/>
              <a:gd name="connsiteY3990" fmla="*/ 3666236 h 4821604"/>
              <a:gd name="connsiteX3991" fmla="*/ 2276832 w 2947832"/>
              <a:gd name="connsiteY3991" fmla="*/ 3667387 h 4821604"/>
              <a:gd name="connsiteX3992" fmla="*/ 2258572 w 2947832"/>
              <a:gd name="connsiteY3992" fmla="*/ 3667387 h 4821604"/>
              <a:gd name="connsiteX3993" fmla="*/ 2256636 w 2947832"/>
              <a:gd name="connsiteY3993" fmla="*/ 3666236 h 4821604"/>
              <a:gd name="connsiteX3994" fmla="*/ 2247531 w 2947832"/>
              <a:gd name="connsiteY3994" fmla="*/ 3650435 h 4821604"/>
              <a:gd name="connsiteX3995" fmla="*/ 2247531 w 2947832"/>
              <a:gd name="connsiteY3995" fmla="*/ 3648185 h 4821604"/>
              <a:gd name="connsiteX3996" fmla="*/ 2256636 w 2947832"/>
              <a:gd name="connsiteY3996" fmla="*/ 3632384 h 4821604"/>
              <a:gd name="connsiteX3997" fmla="*/ 2258572 w 2947832"/>
              <a:gd name="connsiteY3997" fmla="*/ 3631233 h 4821604"/>
              <a:gd name="connsiteX3998" fmla="*/ 2340718 w 2947832"/>
              <a:gd name="connsiteY3998" fmla="*/ 3630239 h 4821604"/>
              <a:gd name="connsiteX3999" fmla="*/ 2359972 w 2947832"/>
              <a:gd name="connsiteY3999" fmla="*/ 3630239 h 4821604"/>
              <a:gd name="connsiteX4000" fmla="*/ 2362012 w 2947832"/>
              <a:gd name="connsiteY4000" fmla="*/ 3631442 h 4821604"/>
              <a:gd name="connsiteX4001" fmla="*/ 2371640 w 2947832"/>
              <a:gd name="connsiteY4001" fmla="*/ 3648133 h 4821604"/>
              <a:gd name="connsiteX4002" fmla="*/ 2371640 w 2947832"/>
              <a:gd name="connsiteY4002" fmla="*/ 3650540 h 4821604"/>
              <a:gd name="connsiteX4003" fmla="*/ 2362012 w 2947832"/>
              <a:gd name="connsiteY4003" fmla="*/ 3667231 h 4821604"/>
              <a:gd name="connsiteX4004" fmla="*/ 2359972 w 2947832"/>
              <a:gd name="connsiteY4004" fmla="*/ 3668434 h 4821604"/>
              <a:gd name="connsiteX4005" fmla="*/ 2340718 w 2947832"/>
              <a:gd name="connsiteY4005" fmla="*/ 3668434 h 4821604"/>
              <a:gd name="connsiteX4006" fmla="*/ 2338677 w 2947832"/>
              <a:gd name="connsiteY4006" fmla="*/ 3667231 h 4821604"/>
              <a:gd name="connsiteX4007" fmla="*/ 2329050 w 2947832"/>
              <a:gd name="connsiteY4007" fmla="*/ 3650540 h 4821604"/>
              <a:gd name="connsiteX4008" fmla="*/ 2329050 w 2947832"/>
              <a:gd name="connsiteY4008" fmla="*/ 3648133 h 4821604"/>
              <a:gd name="connsiteX4009" fmla="*/ 2338677 w 2947832"/>
              <a:gd name="connsiteY4009" fmla="*/ 3631442 h 4821604"/>
              <a:gd name="connsiteX4010" fmla="*/ 2340718 w 2947832"/>
              <a:gd name="connsiteY4010" fmla="*/ 3630239 h 4821604"/>
              <a:gd name="connsiteX4011" fmla="*/ 769966 w 2947832"/>
              <a:gd name="connsiteY4011" fmla="*/ 3629664 h 4821604"/>
              <a:gd name="connsiteX4012" fmla="*/ 789848 w 2947832"/>
              <a:gd name="connsiteY4012" fmla="*/ 3629664 h 4821604"/>
              <a:gd name="connsiteX4013" fmla="*/ 791994 w 2947832"/>
              <a:gd name="connsiteY4013" fmla="*/ 3630867 h 4821604"/>
              <a:gd name="connsiteX4014" fmla="*/ 801935 w 2947832"/>
              <a:gd name="connsiteY4014" fmla="*/ 3648081 h 4821604"/>
              <a:gd name="connsiteX4015" fmla="*/ 801935 w 2947832"/>
              <a:gd name="connsiteY4015" fmla="*/ 3650540 h 4821604"/>
              <a:gd name="connsiteX4016" fmla="*/ 791994 w 2947832"/>
              <a:gd name="connsiteY4016" fmla="*/ 3667754 h 4821604"/>
              <a:gd name="connsiteX4017" fmla="*/ 789848 w 2947832"/>
              <a:gd name="connsiteY4017" fmla="*/ 3668958 h 4821604"/>
              <a:gd name="connsiteX4018" fmla="*/ 769966 w 2947832"/>
              <a:gd name="connsiteY4018" fmla="*/ 3668958 h 4821604"/>
              <a:gd name="connsiteX4019" fmla="*/ 767821 w 2947832"/>
              <a:gd name="connsiteY4019" fmla="*/ 3667754 h 4821604"/>
              <a:gd name="connsiteX4020" fmla="*/ 757880 w 2947832"/>
              <a:gd name="connsiteY4020" fmla="*/ 3650540 h 4821604"/>
              <a:gd name="connsiteX4021" fmla="*/ 757880 w 2947832"/>
              <a:gd name="connsiteY4021" fmla="*/ 3648081 h 4821604"/>
              <a:gd name="connsiteX4022" fmla="*/ 767821 w 2947832"/>
              <a:gd name="connsiteY4022" fmla="*/ 3630867 h 4821604"/>
              <a:gd name="connsiteX4023" fmla="*/ 769966 w 2947832"/>
              <a:gd name="connsiteY4023" fmla="*/ 3629664 h 4821604"/>
              <a:gd name="connsiteX4024" fmla="*/ 1100483 w 2947832"/>
              <a:gd name="connsiteY4024" fmla="*/ 3629454 h 4821604"/>
              <a:gd name="connsiteX4025" fmla="*/ 1120574 w 2947832"/>
              <a:gd name="connsiteY4025" fmla="*/ 3629454 h 4821604"/>
              <a:gd name="connsiteX4026" fmla="*/ 1122720 w 2947832"/>
              <a:gd name="connsiteY4026" fmla="*/ 3630710 h 4821604"/>
              <a:gd name="connsiteX4027" fmla="*/ 1132765 w 2947832"/>
              <a:gd name="connsiteY4027" fmla="*/ 3648081 h 4821604"/>
              <a:gd name="connsiteX4028" fmla="*/ 1132765 w 2947832"/>
              <a:gd name="connsiteY4028" fmla="*/ 3650540 h 4821604"/>
              <a:gd name="connsiteX4029" fmla="*/ 1122720 w 2947832"/>
              <a:gd name="connsiteY4029" fmla="*/ 3667911 h 4821604"/>
              <a:gd name="connsiteX4030" fmla="*/ 1120574 w 2947832"/>
              <a:gd name="connsiteY4030" fmla="*/ 3669166 h 4821604"/>
              <a:gd name="connsiteX4031" fmla="*/ 1100483 w 2947832"/>
              <a:gd name="connsiteY4031" fmla="*/ 3669166 h 4821604"/>
              <a:gd name="connsiteX4032" fmla="*/ 1098338 w 2947832"/>
              <a:gd name="connsiteY4032" fmla="*/ 3667911 h 4821604"/>
              <a:gd name="connsiteX4033" fmla="*/ 1088292 w 2947832"/>
              <a:gd name="connsiteY4033" fmla="*/ 3650540 h 4821604"/>
              <a:gd name="connsiteX4034" fmla="*/ 1088292 w 2947832"/>
              <a:gd name="connsiteY4034" fmla="*/ 3648081 h 4821604"/>
              <a:gd name="connsiteX4035" fmla="*/ 1098338 w 2947832"/>
              <a:gd name="connsiteY4035" fmla="*/ 3630710 h 4821604"/>
              <a:gd name="connsiteX4036" fmla="*/ 1100483 w 2947832"/>
              <a:gd name="connsiteY4036" fmla="*/ 3629454 h 4821604"/>
              <a:gd name="connsiteX4037" fmla="*/ 934780 w 2947832"/>
              <a:gd name="connsiteY4037" fmla="*/ 3628669 h 4821604"/>
              <a:gd name="connsiteX4038" fmla="*/ 955604 w 2947832"/>
              <a:gd name="connsiteY4038" fmla="*/ 3628669 h 4821604"/>
              <a:gd name="connsiteX4039" fmla="*/ 957854 w 2947832"/>
              <a:gd name="connsiteY4039" fmla="*/ 3629977 h 4821604"/>
              <a:gd name="connsiteX4040" fmla="*/ 968266 w 2947832"/>
              <a:gd name="connsiteY4040" fmla="*/ 3648028 h 4821604"/>
              <a:gd name="connsiteX4041" fmla="*/ 968266 w 2947832"/>
              <a:gd name="connsiteY4041" fmla="*/ 3650592 h 4821604"/>
              <a:gd name="connsiteX4042" fmla="*/ 957854 w 2947832"/>
              <a:gd name="connsiteY4042" fmla="*/ 3668643 h 4821604"/>
              <a:gd name="connsiteX4043" fmla="*/ 955604 w 2947832"/>
              <a:gd name="connsiteY4043" fmla="*/ 3669951 h 4821604"/>
              <a:gd name="connsiteX4044" fmla="*/ 934780 w 2947832"/>
              <a:gd name="connsiteY4044" fmla="*/ 3669951 h 4821604"/>
              <a:gd name="connsiteX4045" fmla="*/ 932530 w 2947832"/>
              <a:gd name="connsiteY4045" fmla="*/ 3668643 h 4821604"/>
              <a:gd name="connsiteX4046" fmla="*/ 922118 w 2947832"/>
              <a:gd name="connsiteY4046" fmla="*/ 3650592 h 4821604"/>
              <a:gd name="connsiteX4047" fmla="*/ 922118 w 2947832"/>
              <a:gd name="connsiteY4047" fmla="*/ 3648028 h 4821604"/>
              <a:gd name="connsiteX4048" fmla="*/ 932530 w 2947832"/>
              <a:gd name="connsiteY4048" fmla="*/ 3629977 h 4821604"/>
              <a:gd name="connsiteX4049" fmla="*/ 934780 w 2947832"/>
              <a:gd name="connsiteY4049" fmla="*/ 3628669 h 4821604"/>
              <a:gd name="connsiteX4050" fmla="*/ 852164 w 2947832"/>
              <a:gd name="connsiteY4050" fmla="*/ 3628669 h 4821604"/>
              <a:gd name="connsiteX4051" fmla="*/ 872988 w 2947832"/>
              <a:gd name="connsiteY4051" fmla="*/ 3628669 h 4821604"/>
              <a:gd name="connsiteX4052" fmla="*/ 875238 w 2947832"/>
              <a:gd name="connsiteY4052" fmla="*/ 3629977 h 4821604"/>
              <a:gd name="connsiteX4053" fmla="*/ 885650 w 2947832"/>
              <a:gd name="connsiteY4053" fmla="*/ 3648028 h 4821604"/>
              <a:gd name="connsiteX4054" fmla="*/ 885650 w 2947832"/>
              <a:gd name="connsiteY4054" fmla="*/ 3650592 h 4821604"/>
              <a:gd name="connsiteX4055" fmla="*/ 875238 w 2947832"/>
              <a:gd name="connsiteY4055" fmla="*/ 3668643 h 4821604"/>
              <a:gd name="connsiteX4056" fmla="*/ 872988 w 2947832"/>
              <a:gd name="connsiteY4056" fmla="*/ 3669951 h 4821604"/>
              <a:gd name="connsiteX4057" fmla="*/ 852164 w 2947832"/>
              <a:gd name="connsiteY4057" fmla="*/ 3669951 h 4821604"/>
              <a:gd name="connsiteX4058" fmla="*/ 849914 w 2947832"/>
              <a:gd name="connsiteY4058" fmla="*/ 3668643 h 4821604"/>
              <a:gd name="connsiteX4059" fmla="*/ 839502 w 2947832"/>
              <a:gd name="connsiteY4059" fmla="*/ 3650592 h 4821604"/>
              <a:gd name="connsiteX4060" fmla="*/ 839502 w 2947832"/>
              <a:gd name="connsiteY4060" fmla="*/ 3648028 h 4821604"/>
              <a:gd name="connsiteX4061" fmla="*/ 849914 w 2947832"/>
              <a:gd name="connsiteY4061" fmla="*/ 3629977 h 4821604"/>
              <a:gd name="connsiteX4062" fmla="*/ 852164 w 2947832"/>
              <a:gd name="connsiteY4062" fmla="*/ 3628669 h 4821604"/>
              <a:gd name="connsiteX4063" fmla="*/ 2009155 w 2947832"/>
              <a:gd name="connsiteY4063" fmla="*/ 3628251 h 4821604"/>
              <a:gd name="connsiteX4064" fmla="*/ 2030449 w 2947832"/>
              <a:gd name="connsiteY4064" fmla="*/ 3628251 h 4821604"/>
              <a:gd name="connsiteX4065" fmla="*/ 2032752 w 2947832"/>
              <a:gd name="connsiteY4065" fmla="*/ 3629559 h 4821604"/>
              <a:gd name="connsiteX4066" fmla="*/ 2043373 w 2947832"/>
              <a:gd name="connsiteY4066" fmla="*/ 3647976 h 4821604"/>
              <a:gd name="connsiteX4067" fmla="*/ 2043373 w 2947832"/>
              <a:gd name="connsiteY4067" fmla="*/ 3650592 h 4821604"/>
              <a:gd name="connsiteX4068" fmla="*/ 2032752 w 2947832"/>
              <a:gd name="connsiteY4068" fmla="*/ 3669010 h 4821604"/>
              <a:gd name="connsiteX4069" fmla="*/ 2030449 w 2947832"/>
              <a:gd name="connsiteY4069" fmla="*/ 3670318 h 4821604"/>
              <a:gd name="connsiteX4070" fmla="*/ 2009155 w 2947832"/>
              <a:gd name="connsiteY4070" fmla="*/ 3670318 h 4821604"/>
              <a:gd name="connsiteX4071" fmla="*/ 2006852 w 2947832"/>
              <a:gd name="connsiteY4071" fmla="*/ 3669010 h 4821604"/>
              <a:gd name="connsiteX4072" fmla="*/ 1996231 w 2947832"/>
              <a:gd name="connsiteY4072" fmla="*/ 3650592 h 4821604"/>
              <a:gd name="connsiteX4073" fmla="*/ 1996231 w 2947832"/>
              <a:gd name="connsiteY4073" fmla="*/ 3647976 h 4821604"/>
              <a:gd name="connsiteX4074" fmla="*/ 2006852 w 2947832"/>
              <a:gd name="connsiteY4074" fmla="*/ 3629559 h 4821604"/>
              <a:gd name="connsiteX4075" fmla="*/ 2009155 w 2947832"/>
              <a:gd name="connsiteY4075" fmla="*/ 3628251 h 4821604"/>
              <a:gd name="connsiteX4076" fmla="*/ 2587676 w 2947832"/>
              <a:gd name="connsiteY4076" fmla="*/ 3628146 h 4821604"/>
              <a:gd name="connsiteX4077" fmla="*/ 2609128 w 2947832"/>
              <a:gd name="connsiteY4077" fmla="*/ 3628146 h 4821604"/>
              <a:gd name="connsiteX4078" fmla="*/ 2611430 w 2947832"/>
              <a:gd name="connsiteY4078" fmla="*/ 3629454 h 4821604"/>
              <a:gd name="connsiteX4079" fmla="*/ 2622156 w 2947832"/>
              <a:gd name="connsiteY4079" fmla="*/ 3648029 h 4821604"/>
              <a:gd name="connsiteX4080" fmla="*/ 2622156 w 2947832"/>
              <a:gd name="connsiteY4080" fmla="*/ 3650697 h 4821604"/>
              <a:gd name="connsiteX4081" fmla="*/ 2611430 w 2947832"/>
              <a:gd name="connsiteY4081" fmla="*/ 3669271 h 4821604"/>
              <a:gd name="connsiteX4082" fmla="*/ 2609128 w 2947832"/>
              <a:gd name="connsiteY4082" fmla="*/ 3670579 h 4821604"/>
              <a:gd name="connsiteX4083" fmla="*/ 2587676 w 2947832"/>
              <a:gd name="connsiteY4083" fmla="*/ 3670579 h 4821604"/>
              <a:gd name="connsiteX4084" fmla="*/ 2585374 w 2947832"/>
              <a:gd name="connsiteY4084" fmla="*/ 3669271 h 4821604"/>
              <a:gd name="connsiteX4085" fmla="*/ 2574648 w 2947832"/>
              <a:gd name="connsiteY4085" fmla="*/ 3650697 h 4821604"/>
              <a:gd name="connsiteX4086" fmla="*/ 2574648 w 2947832"/>
              <a:gd name="connsiteY4086" fmla="*/ 3648029 h 4821604"/>
              <a:gd name="connsiteX4087" fmla="*/ 2585374 w 2947832"/>
              <a:gd name="connsiteY4087" fmla="*/ 3629454 h 4821604"/>
              <a:gd name="connsiteX4088" fmla="*/ 2587676 w 2947832"/>
              <a:gd name="connsiteY4088" fmla="*/ 3628146 h 4821604"/>
              <a:gd name="connsiteX4089" fmla="*/ 2752803 w 2947832"/>
              <a:gd name="connsiteY4089" fmla="*/ 3627728 h 4821604"/>
              <a:gd name="connsiteX4090" fmla="*/ 2774569 w 2947832"/>
              <a:gd name="connsiteY4090" fmla="*/ 3627728 h 4821604"/>
              <a:gd name="connsiteX4091" fmla="*/ 2776924 w 2947832"/>
              <a:gd name="connsiteY4091" fmla="*/ 3629088 h 4821604"/>
              <a:gd name="connsiteX4092" fmla="*/ 2787806 w 2947832"/>
              <a:gd name="connsiteY4092" fmla="*/ 3647976 h 4821604"/>
              <a:gd name="connsiteX4093" fmla="*/ 2787806 w 2947832"/>
              <a:gd name="connsiteY4093" fmla="*/ 3650697 h 4821604"/>
              <a:gd name="connsiteX4094" fmla="*/ 2776924 w 2947832"/>
              <a:gd name="connsiteY4094" fmla="*/ 3669585 h 4821604"/>
              <a:gd name="connsiteX4095" fmla="*/ 2774569 w 2947832"/>
              <a:gd name="connsiteY4095" fmla="*/ 3670946 h 4821604"/>
              <a:gd name="connsiteX4096" fmla="*/ 2752803 w 2947832"/>
              <a:gd name="connsiteY4096" fmla="*/ 3670946 h 4821604"/>
              <a:gd name="connsiteX4097" fmla="*/ 2750448 w 2947832"/>
              <a:gd name="connsiteY4097" fmla="*/ 3669585 h 4821604"/>
              <a:gd name="connsiteX4098" fmla="*/ 2739566 w 2947832"/>
              <a:gd name="connsiteY4098" fmla="*/ 3650697 h 4821604"/>
              <a:gd name="connsiteX4099" fmla="*/ 2739566 w 2947832"/>
              <a:gd name="connsiteY4099" fmla="*/ 3647976 h 4821604"/>
              <a:gd name="connsiteX4100" fmla="*/ 2750448 w 2947832"/>
              <a:gd name="connsiteY4100" fmla="*/ 3629088 h 4821604"/>
              <a:gd name="connsiteX4101" fmla="*/ 2752803 w 2947832"/>
              <a:gd name="connsiteY4101" fmla="*/ 3627728 h 4821604"/>
              <a:gd name="connsiteX4102" fmla="*/ 1016873 w 2947832"/>
              <a:gd name="connsiteY4102" fmla="*/ 3627623 h 4821604"/>
              <a:gd name="connsiteX4103" fmla="*/ 1038796 w 2947832"/>
              <a:gd name="connsiteY4103" fmla="*/ 3627623 h 4821604"/>
              <a:gd name="connsiteX4104" fmla="*/ 1041150 w 2947832"/>
              <a:gd name="connsiteY4104" fmla="*/ 3628983 h 4821604"/>
              <a:gd name="connsiteX4105" fmla="*/ 1052138 w 2947832"/>
              <a:gd name="connsiteY4105" fmla="*/ 3647976 h 4821604"/>
              <a:gd name="connsiteX4106" fmla="*/ 1052138 w 2947832"/>
              <a:gd name="connsiteY4106" fmla="*/ 3650697 h 4821604"/>
              <a:gd name="connsiteX4107" fmla="*/ 1041150 w 2947832"/>
              <a:gd name="connsiteY4107" fmla="*/ 3669690 h 4821604"/>
              <a:gd name="connsiteX4108" fmla="*/ 1038796 w 2947832"/>
              <a:gd name="connsiteY4108" fmla="*/ 3671050 h 4821604"/>
              <a:gd name="connsiteX4109" fmla="*/ 1016873 w 2947832"/>
              <a:gd name="connsiteY4109" fmla="*/ 3671050 h 4821604"/>
              <a:gd name="connsiteX4110" fmla="*/ 1014518 w 2947832"/>
              <a:gd name="connsiteY4110" fmla="*/ 3669690 h 4821604"/>
              <a:gd name="connsiteX4111" fmla="*/ 1003531 w 2947832"/>
              <a:gd name="connsiteY4111" fmla="*/ 3650697 h 4821604"/>
              <a:gd name="connsiteX4112" fmla="*/ 1003531 w 2947832"/>
              <a:gd name="connsiteY4112" fmla="*/ 3647976 h 4821604"/>
              <a:gd name="connsiteX4113" fmla="*/ 1014518 w 2947832"/>
              <a:gd name="connsiteY4113" fmla="*/ 3628983 h 4821604"/>
              <a:gd name="connsiteX4114" fmla="*/ 1016873 w 2947832"/>
              <a:gd name="connsiteY4114" fmla="*/ 3627623 h 4821604"/>
              <a:gd name="connsiteX4115" fmla="*/ 1926067 w 2947832"/>
              <a:gd name="connsiteY4115" fmla="*/ 3627518 h 4821604"/>
              <a:gd name="connsiteX4116" fmla="*/ 1948095 w 2947832"/>
              <a:gd name="connsiteY4116" fmla="*/ 3627518 h 4821604"/>
              <a:gd name="connsiteX4117" fmla="*/ 1950449 w 2947832"/>
              <a:gd name="connsiteY4117" fmla="*/ 3628878 h 4821604"/>
              <a:gd name="connsiteX4118" fmla="*/ 1961489 w 2947832"/>
              <a:gd name="connsiteY4118" fmla="*/ 3647976 h 4821604"/>
              <a:gd name="connsiteX4119" fmla="*/ 1961489 w 2947832"/>
              <a:gd name="connsiteY4119" fmla="*/ 3650697 h 4821604"/>
              <a:gd name="connsiteX4120" fmla="*/ 1950449 w 2947832"/>
              <a:gd name="connsiteY4120" fmla="*/ 3669794 h 4821604"/>
              <a:gd name="connsiteX4121" fmla="*/ 1948095 w 2947832"/>
              <a:gd name="connsiteY4121" fmla="*/ 3671154 h 4821604"/>
              <a:gd name="connsiteX4122" fmla="*/ 1926067 w 2947832"/>
              <a:gd name="connsiteY4122" fmla="*/ 3671154 h 4821604"/>
              <a:gd name="connsiteX4123" fmla="*/ 1923713 w 2947832"/>
              <a:gd name="connsiteY4123" fmla="*/ 3669794 h 4821604"/>
              <a:gd name="connsiteX4124" fmla="*/ 1912673 w 2947832"/>
              <a:gd name="connsiteY4124" fmla="*/ 3650697 h 4821604"/>
              <a:gd name="connsiteX4125" fmla="*/ 1912673 w 2947832"/>
              <a:gd name="connsiteY4125" fmla="*/ 3647976 h 4821604"/>
              <a:gd name="connsiteX4126" fmla="*/ 1923713 w 2947832"/>
              <a:gd name="connsiteY4126" fmla="*/ 3628878 h 4821604"/>
              <a:gd name="connsiteX4127" fmla="*/ 1926067 w 2947832"/>
              <a:gd name="connsiteY4127" fmla="*/ 3627518 h 4821604"/>
              <a:gd name="connsiteX4128" fmla="*/ 2504641 w 2947832"/>
              <a:gd name="connsiteY4128" fmla="*/ 3627466 h 4821604"/>
              <a:gd name="connsiteX4129" fmla="*/ 2526722 w 2947832"/>
              <a:gd name="connsiteY4129" fmla="*/ 3627466 h 4821604"/>
              <a:gd name="connsiteX4130" fmla="*/ 2529076 w 2947832"/>
              <a:gd name="connsiteY4130" fmla="*/ 3628826 h 4821604"/>
              <a:gd name="connsiteX4131" fmla="*/ 2540116 w 2947832"/>
              <a:gd name="connsiteY4131" fmla="*/ 3647976 h 4821604"/>
              <a:gd name="connsiteX4132" fmla="*/ 2540116 w 2947832"/>
              <a:gd name="connsiteY4132" fmla="*/ 3650697 h 4821604"/>
              <a:gd name="connsiteX4133" fmla="*/ 2529076 w 2947832"/>
              <a:gd name="connsiteY4133" fmla="*/ 3669846 h 4821604"/>
              <a:gd name="connsiteX4134" fmla="*/ 2526722 w 2947832"/>
              <a:gd name="connsiteY4134" fmla="*/ 3671207 h 4821604"/>
              <a:gd name="connsiteX4135" fmla="*/ 2504641 w 2947832"/>
              <a:gd name="connsiteY4135" fmla="*/ 3671207 h 4821604"/>
              <a:gd name="connsiteX4136" fmla="*/ 2502287 w 2947832"/>
              <a:gd name="connsiteY4136" fmla="*/ 3669846 h 4821604"/>
              <a:gd name="connsiteX4137" fmla="*/ 2491247 w 2947832"/>
              <a:gd name="connsiteY4137" fmla="*/ 3650697 h 4821604"/>
              <a:gd name="connsiteX4138" fmla="*/ 2491247 w 2947832"/>
              <a:gd name="connsiteY4138" fmla="*/ 3647976 h 4821604"/>
              <a:gd name="connsiteX4139" fmla="*/ 2502287 w 2947832"/>
              <a:gd name="connsiteY4139" fmla="*/ 3628826 h 4821604"/>
              <a:gd name="connsiteX4140" fmla="*/ 2504641 w 2947832"/>
              <a:gd name="connsiteY4140" fmla="*/ 3627466 h 4821604"/>
              <a:gd name="connsiteX4141" fmla="*/ 2421868 w 2947832"/>
              <a:gd name="connsiteY4141" fmla="*/ 3627204 h 4821604"/>
              <a:gd name="connsiteX4142" fmla="*/ 2444210 w 2947832"/>
              <a:gd name="connsiteY4142" fmla="*/ 3627204 h 4821604"/>
              <a:gd name="connsiteX4143" fmla="*/ 2446616 w 2947832"/>
              <a:gd name="connsiteY4143" fmla="*/ 3628564 h 4821604"/>
              <a:gd name="connsiteX4144" fmla="*/ 2457761 w 2947832"/>
              <a:gd name="connsiteY4144" fmla="*/ 3647924 h 4821604"/>
              <a:gd name="connsiteX4145" fmla="*/ 2457761 w 2947832"/>
              <a:gd name="connsiteY4145" fmla="*/ 3650697 h 4821604"/>
              <a:gd name="connsiteX4146" fmla="*/ 2446616 w 2947832"/>
              <a:gd name="connsiteY4146" fmla="*/ 3670056 h 4821604"/>
              <a:gd name="connsiteX4147" fmla="*/ 2444210 w 2947832"/>
              <a:gd name="connsiteY4147" fmla="*/ 3671416 h 4821604"/>
              <a:gd name="connsiteX4148" fmla="*/ 2421868 w 2947832"/>
              <a:gd name="connsiteY4148" fmla="*/ 3671416 h 4821604"/>
              <a:gd name="connsiteX4149" fmla="*/ 2419462 w 2947832"/>
              <a:gd name="connsiteY4149" fmla="*/ 3670056 h 4821604"/>
              <a:gd name="connsiteX4150" fmla="*/ 2408317 w 2947832"/>
              <a:gd name="connsiteY4150" fmla="*/ 3650697 h 4821604"/>
              <a:gd name="connsiteX4151" fmla="*/ 2408317 w 2947832"/>
              <a:gd name="connsiteY4151" fmla="*/ 3647924 h 4821604"/>
              <a:gd name="connsiteX4152" fmla="*/ 2419462 w 2947832"/>
              <a:gd name="connsiteY4152" fmla="*/ 3628564 h 4821604"/>
              <a:gd name="connsiteX4153" fmla="*/ 2421868 w 2947832"/>
              <a:gd name="connsiteY4153" fmla="*/ 3627204 h 4821604"/>
              <a:gd name="connsiteX4154" fmla="*/ 1181739 w 2947832"/>
              <a:gd name="connsiteY4154" fmla="*/ 3626681 h 4821604"/>
              <a:gd name="connsiteX4155" fmla="*/ 1204603 w 2947832"/>
              <a:gd name="connsiteY4155" fmla="*/ 3626681 h 4821604"/>
              <a:gd name="connsiteX4156" fmla="*/ 1207063 w 2947832"/>
              <a:gd name="connsiteY4156" fmla="*/ 3628094 h 4821604"/>
              <a:gd name="connsiteX4157" fmla="*/ 1218521 w 2947832"/>
              <a:gd name="connsiteY4157" fmla="*/ 3647924 h 4821604"/>
              <a:gd name="connsiteX4158" fmla="*/ 1218521 w 2947832"/>
              <a:gd name="connsiteY4158" fmla="*/ 3650749 h 4821604"/>
              <a:gd name="connsiteX4159" fmla="*/ 1207063 w 2947832"/>
              <a:gd name="connsiteY4159" fmla="*/ 3670579 h 4821604"/>
              <a:gd name="connsiteX4160" fmla="*/ 1204603 w 2947832"/>
              <a:gd name="connsiteY4160" fmla="*/ 3671991 h 4821604"/>
              <a:gd name="connsiteX4161" fmla="*/ 1181739 w 2947832"/>
              <a:gd name="connsiteY4161" fmla="*/ 3671991 h 4821604"/>
              <a:gd name="connsiteX4162" fmla="*/ 1179280 w 2947832"/>
              <a:gd name="connsiteY4162" fmla="*/ 3670579 h 4821604"/>
              <a:gd name="connsiteX4163" fmla="*/ 1167821 w 2947832"/>
              <a:gd name="connsiteY4163" fmla="*/ 3650749 h 4821604"/>
              <a:gd name="connsiteX4164" fmla="*/ 1167821 w 2947832"/>
              <a:gd name="connsiteY4164" fmla="*/ 3647924 h 4821604"/>
              <a:gd name="connsiteX4165" fmla="*/ 1179280 w 2947832"/>
              <a:gd name="connsiteY4165" fmla="*/ 3628094 h 4821604"/>
              <a:gd name="connsiteX4166" fmla="*/ 1181739 w 2947832"/>
              <a:gd name="connsiteY4166" fmla="*/ 3626681 h 4821604"/>
              <a:gd name="connsiteX4167" fmla="*/ 2669245 w 2947832"/>
              <a:gd name="connsiteY4167" fmla="*/ 3626001 h 4821604"/>
              <a:gd name="connsiteX4168" fmla="*/ 2692790 w 2947832"/>
              <a:gd name="connsiteY4168" fmla="*/ 3626001 h 4821604"/>
              <a:gd name="connsiteX4169" fmla="*/ 2695302 w 2947832"/>
              <a:gd name="connsiteY4169" fmla="*/ 3627466 h 4821604"/>
              <a:gd name="connsiteX4170" fmla="*/ 2707074 w 2947832"/>
              <a:gd name="connsiteY4170" fmla="*/ 3647871 h 4821604"/>
              <a:gd name="connsiteX4171" fmla="*/ 2707074 w 2947832"/>
              <a:gd name="connsiteY4171" fmla="*/ 3650801 h 4821604"/>
              <a:gd name="connsiteX4172" fmla="*/ 2695302 w 2947832"/>
              <a:gd name="connsiteY4172" fmla="*/ 3671207 h 4821604"/>
              <a:gd name="connsiteX4173" fmla="*/ 2692790 w 2947832"/>
              <a:gd name="connsiteY4173" fmla="*/ 3672672 h 4821604"/>
              <a:gd name="connsiteX4174" fmla="*/ 2669245 w 2947832"/>
              <a:gd name="connsiteY4174" fmla="*/ 3672672 h 4821604"/>
              <a:gd name="connsiteX4175" fmla="*/ 2666733 w 2947832"/>
              <a:gd name="connsiteY4175" fmla="*/ 3671207 h 4821604"/>
              <a:gd name="connsiteX4176" fmla="*/ 2654961 w 2947832"/>
              <a:gd name="connsiteY4176" fmla="*/ 3650801 h 4821604"/>
              <a:gd name="connsiteX4177" fmla="*/ 2654961 w 2947832"/>
              <a:gd name="connsiteY4177" fmla="*/ 3647871 h 4821604"/>
              <a:gd name="connsiteX4178" fmla="*/ 2666733 w 2947832"/>
              <a:gd name="connsiteY4178" fmla="*/ 3627466 h 4821604"/>
              <a:gd name="connsiteX4179" fmla="*/ 2669245 w 2947832"/>
              <a:gd name="connsiteY4179" fmla="*/ 3626001 h 4821604"/>
              <a:gd name="connsiteX4180" fmla="*/ 2834215 w 2947832"/>
              <a:gd name="connsiteY4180" fmla="*/ 3625268 h 4821604"/>
              <a:gd name="connsiteX4181" fmla="*/ 2858493 w 2947832"/>
              <a:gd name="connsiteY4181" fmla="*/ 3625268 h 4821604"/>
              <a:gd name="connsiteX4182" fmla="*/ 2861109 w 2947832"/>
              <a:gd name="connsiteY4182" fmla="*/ 3626786 h 4821604"/>
              <a:gd name="connsiteX4183" fmla="*/ 2873248 w 2947832"/>
              <a:gd name="connsiteY4183" fmla="*/ 3647819 h 4821604"/>
              <a:gd name="connsiteX4184" fmla="*/ 2873248 w 2947832"/>
              <a:gd name="connsiteY4184" fmla="*/ 3650801 h 4821604"/>
              <a:gd name="connsiteX4185" fmla="*/ 2861109 w 2947832"/>
              <a:gd name="connsiteY4185" fmla="*/ 3671834 h 4821604"/>
              <a:gd name="connsiteX4186" fmla="*/ 2858493 w 2947832"/>
              <a:gd name="connsiteY4186" fmla="*/ 3673352 h 4821604"/>
              <a:gd name="connsiteX4187" fmla="*/ 2834215 w 2947832"/>
              <a:gd name="connsiteY4187" fmla="*/ 3673352 h 4821604"/>
              <a:gd name="connsiteX4188" fmla="*/ 2831599 w 2947832"/>
              <a:gd name="connsiteY4188" fmla="*/ 3671834 h 4821604"/>
              <a:gd name="connsiteX4189" fmla="*/ 2819461 w 2947832"/>
              <a:gd name="connsiteY4189" fmla="*/ 3650801 h 4821604"/>
              <a:gd name="connsiteX4190" fmla="*/ 2819461 w 2947832"/>
              <a:gd name="connsiteY4190" fmla="*/ 3647819 h 4821604"/>
              <a:gd name="connsiteX4191" fmla="*/ 2831599 w 2947832"/>
              <a:gd name="connsiteY4191" fmla="*/ 3626786 h 4821604"/>
              <a:gd name="connsiteX4192" fmla="*/ 2834215 w 2947832"/>
              <a:gd name="connsiteY4192" fmla="*/ 3625268 h 4821604"/>
              <a:gd name="connsiteX4193" fmla="*/ 1511679 w 2947832"/>
              <a:gd name="connsiteY4193" fmla="*/ 3625268 h 4821604"/>
              <a:gd name="connsiteX4194" fmla="*/ 1535956 w 2947832"/>
              <a:gd name="connsiteY4194" fmla="*/ 3625268 h 4821604"/>
              <a:gd name="connsiteX4195" fmla="*/ 1538572 w 2947832"/>
              <a:gd name="connsiteY4195" fmla="*/ 3626786 h 4821604"/>
              <a:gd name="connsiteX4196" fmla="*/ 1550711 w 2947832"/>
              <a:gd name="connsiteY4196" fmla="*/ 3647819 h 4821604"/>
              <a:gd name="connsiteX4197" fmla="*/ 1550711 w 2947832"/>
              <a:gd name="connsiteY4197" fmla="*/ 3650801 h 4821604"/>
              <a:gd name="connsiteX4198" fmla="*/ 1538572 w 2947832"/>
              <a:gd name="connsiteY4198" fmla="*/ 3671834 h 4821604"/>
              <a:gd name="connsiteX4199" fmla="*/ 1535956 w 2947832"/>
              <a:gd name="connsiteY4199" fmla="*/ 3673352 h 4821604"/>
              <a:gd name="connsiteX4200" fmla="*/ 1511679 w 2947832"/>
              <a:gd name="connsiteY4200" fmla="*/ 3673352 h 4821604"/>
              <a:gd name="connsiteX4201" fmla="*/ 1509063 w 2947832"/>
              <a:gd name="connsiteY4201" fmla="*/ 3671834 h 4821604"/>
              <a:gd name="connsiteX4202" fmla="*/ 1496924 w 2947832"/>
              <a:gd name="connsiteY4202" fmla="*/ 3650801 h 4821604"/>
              <a:gd name="connsiteX4203" fmla="*/ 1496924 w 2947832"/>
              <a:gd name="connsiteY4203" fmla="*/ 3647819 h 4821604"/>
              <a:gd name="connsiteX4204" fmla="*/ 1509063 w 2947832"/>
              <a:gd name="connsiteY4204" fmla="*/ 3626786 h 4821604"/>
              <a:gd name="connsiteX4205" fmla="*/ 1511679 w 2947832"/>
              <a:gd name="connsiteY4205" fmla="*/ 3625268 h 4821604"/>
              <a:gd name="connsiteX4206" fmla="*/ 1263465 w 2947832"/>
              <a:gd name="connsiteY4206" fmla="*/ 3624902 h 4821604"/>
              <a:gd name="connsiteX4207" fmla="*/ 1288109 w 2947832"/>
              <a:gd name="connsiteY4207" fmla="*/ 3624902 h 4821604"/>
              <a:gd name="connsiteX4208" fmla="*/ 1290725 w 2947832"/>
              <a:gd name="connsiteY4208" fmla="*/ 3626420 h 4821604"/>
              <a:gd name="connsiteX4209" fmla="*/ 1303073 w 2947832"/>
              <a:gd name="connsiteY4209" fmla="*/ 3647767 h 4821604"/>
              <a:gd name="connsiteX4210" fmla="*/ 1303073 w 2947832"/>
              <a:gd name="connsiteY4210" fmla="*/ 3650801 h 4821604"/>
              <a:gd name="connsiteX4211" fmla="*/ 1290725 w 2947832"/>
              <a:gd name="connsiteY4211" fmla="*/ 3672149 h 4821604"/>
              <a:gd name="connsiteX4212" fmla="*/ 1288109 w 2947832"/>
              <a:gd name="connsiteY4212" fmla="*/ 3673666 h 4821604"/>
              <a:gd name="connsiteX4213" fmla="*/ 1263465 w 2947832"/>
              <a:gd name="connsiteY4213" fmla="*/ 3673666 h 4821604"/>
              <a:gd name="connsiteX4214" fmla="*/ 1260849 w 2947832"/>
              <a:gd name="connsiteY4214" fmla="*/ 3672149 h 4821604"/>
              <a:gd name="connsiteX4215" fmla="*/ 1248501 w 2947832"/>
              <a:gd name="connsiteY4215" fmla="*/ 3650801 h 4821604"/>
              <a:gd name="connsiteX4216" fmla="*/ 1248501 w 2947832"/>
              <a:gd name="connsiteY4216" fmla="*/ 3647767 h 4821604"/>
              <a:gd name="connsiteX4217" fmla="*/ 1260849 w 2947832"/>
              <a:gd name="connsiteY4217" fmla="*/ 3626420 h 4821604"/>
              <a:gd name="connsiteX4218" fmla="*/ 1263465 w 2947832"/>
              <a:gd name="connsiteY4218" fmla="*/ 3624902 h 4821604"/>
              <a:gd name="connsiteX4219" fmla="*/ 1428174 w 2947832"/>
              <a:gd name="connsiteY4219" fmla="*/ 3623646 h 4821604"/>
              <a:gd name="connsiteX4220" fmla="*/ 1454073 w 2947832"/>
              <a:gd name="connsiteY4220" fmla="*/ 3623646 h 4821604"/>
              <a:gd name="connsiteX4221" fmla="*/ 1456847 w 2947832"/>
              <a:gd name="connsiteY4221" fmla="*/ 3625268 h 4821604"/>
              <a:gd name="connsiteX4222" fmla="*/ 1469822 w 2947832"/>
              <a:gd name="connsiteY4222" fmla="*/ 3647714 h 4821604"/>
              <a:gd name="connsiteX4223" fmla="*/ 1469822 w 2947832"/>
              <a:gd name="connsiteY4223" fmla="*/ 3650906 h 4821604"/>
              <a:gd name="connsiteX4224" fmla="*/ 1456847 w 2947832"/>
              <a:gd name="connsiteY4224" fmla="*/ 3673352 h 4821604"/>
              <a:gd name="connsiteX4225" fmla="*/ 1454073 w 2947832"/>
              <a:gd name="connsiteY4225" fmla="*/ 3674974 h 4821604"/>
              <a:gd name="connsiteX4226" fmla="*/ 1428174 w 2947832"/>
              <a:gd name="connsiteY4226" fmla="*/ 3674974 h 4821604"/>
              <a:gd name="connsiteX4227" fmla="*/ 1425401 w 2947832"/>
              <a:gd name="connsiteY4227" fmla="*/ 3673352 h 4821604"/>
              <a:gd name="connsiteX4228" fmla="*/ 1412426 w 2947832"/>
              <a:gd name="connsiteY4228" fmla="*/ 3650906 h 4821604"/>
              <a:gd name="connsiteX4229" fmla="*/ 1412426 w 2947832"/>
              <a:gd name="connsiteY4229" fmla="*/ 3647714 h 4821604"/>
              <a:gd name="connsiteX4230" fmla="*/ 1425401 w 2947832"/>
              <a:gd name="connsiteY4230" fmla="*/ 3625268 h 4821604"/>
              <a:gd name="connsiteX4231" fmla="*/ 1428174 w 2947832"/>
              <a:gd name="connsiteY4231" fmla="*/ 3623646 h 4821604"/>
              <a:gd name="connsiteX4232" fmla="*/ 1345401 w 2947832"/>
              <a:gd name="connsiteY4232" fmla="*/ 3623385 h 4821604"/>
              <a:gd name="connsiteX4233" fmla="*/ 1371614 w 2947832"/>
              <a:gd name="connsiteY4233" fmla="*/ 3623385 h 4821604"/>
              <a:gd name="connsiteX4234" fmla="*/ 1374439 w 2947832"/>
              <a:gd name="connsiteY4234" fmla="*/ 3625007 h 4821604"/>
              <a:gd name="connsiteX4235" fmla="*/ 1387572 w 2947832"/>
              <a:gd name="connsiteY4235" fmla="*/ 3647715 h 4821604"/>
              <a:gd name="connsiteX4236" fmla="*/ 1387572 w 2947832"/>
              <a:gd name="connsiteY4236" fmla="*/ 3650959 h 4821604"/>
              <a:gd name="connsiteX4237" fmla="*/ 1374439 w 2947832"/>
              <a:gd name="connsiteY4237" fmla="*/ 3673666 h 4821604"/>
              <a:gd name="connsiteX4238" fmla="*/ 1371614 w 2947832"/>
              <a:gd name="connsiteY4238" fmla="*/ 3675288 h 4821604"/>
              <a:gd name="connsiteX4239" fmla="*/ 1345401 w 2947832"/>
              <a:gd name="connsiteY4239" fmla="*/ 3675288 h 4821604"/>
              <a:gd name="connsiteX4240" fmla="*/ 1342575 w 2947832"/>
              <a:gd name="connsiteY4240" fmla="*/ 3673666 h 4821604"/>
              <a:gd name="connsiteX4241" fmla="*/ 1329442 w 2947832"/>
              <a:gd name="connsiteY4241" fmla="*/ 3650959 h 4821604"/>
              <a:gd name="connsiteX4242" fmla="*/ 1329442 w 2947832"/>
              <a:gd name="connsiteY4242" fmla="*/ 3647715 h 4821604"/>
              <a:gd name="connsiteX4243" fmla="*/ 1342575 w 2947832"/>
              <a:gd name="connsiteY4243" fmla="*/ 3625007 h 4821604"/>
              <a:gd name="connsiteX4244" fmla="*/ 1345401 w 2947832"/>
              <a:gd name="connsiteY4244" fmla="*/ 3623385 h 4821604"/>
              <a:gd name="connsiteX4245" fmla="*/ 1840469 w 2947832"/>
              <a:gd name="connsiteY4245" fmla="*/ 3621658 h 4821604"/>
              <a:gd name="connsiteX4246" fmla="*/ 1868409 w 2947832"/>
              <a:gd name="connsiteY4246" fmla="*/ 3621658 h 4821604"/>
              <a:gd name="connsiteX4247" fmla="*/ 1871391 w 2947832"/>
              <a:gd name="connsiteY4247" fmla="*/ 3623385 h 4821604"/>
              <a:gd name="connsiteX4248" fmla="*/ 1885361 w 2947832"/>
              <a:gd name="connsiteY4248" fmla="*/ 3647557 h 4821604"/>
              <a:gd name="connsiteX4249" fmla="*/ 1885361 w 2947832"/>
              <a:gd name="connsiteY4249" fmla="*/ 3651011 h 4821604"/>
              <a:gd name="connsiteX4250" fmla="*/ 1871391 w 2947832"/>
              <a:gd name="connsiteY4250" fmla="*/ 3675183 h 4821604"/>
              <a:gd name="connsiteX4251" fmla="*/ 1868409 w 2947832"/>
              <a:gd name="connsiteY4251" fmla="*/ 3676910 h 4821604"/>
              <a:gd name="connsiteX4252" fmla="*/ 1840469 w 2947832"/>
              <a:gd name="connsiteY4252" fmla="*/ 3676910 h 4821604"/>
              <a:gd name="connsiteX4253" fmla="*/ 1837487 w 2947832"/>
              <a:gd name="connsiteY4253" fmla="*/ 3675183 h 4821604"/>
              <a:gd name="connsiteX4254" fmla="*/ 1823517 w 2947832"/>
              <a:gd name="connsiteY4254" fmla="*/ 3651011 h 4821604"/>
              <a:gd name="connsiteX4255" fmla="*/ 1823517 w 2947832"/>
              <a:gd name="connsiteY4255" fmla="*/ 3647557 h 4821604"/>
              <a:gd name="connsiteX4256" fmla="*/ 1837487 w 2947832"/>
              <a:gd name="connsiteY4256" fmla="*/ 3623385 h 4821604"/>
              <a:gd name="connsiteX4257" fmla="*/ 1840469 w 2947832"/>
              <a:gd name="connsiteY4257" fmla="*/ 3621658 h 4821604"/>
              <a:gd name="connsiteX4258" fmla="*/ 434845 w 2947832"/>
              <a:gd name="connsiteY4258" fmla="*/ 3620769 h 4821604"/>
              <a:gd name="connsiteX4259" fmla="*/ 463675 w 2947832"/>
              <a:gd name="connsiteY4259" fmla="*/ 3620769 h 4821604"/>
              <a:gd name="connsiteX4260" fmla="*/ 466762 w 2947832"/>
              <a:gd name="connsiteY4260" fmla="*/ 3622548 h 4821604"/>
              <a:gd name="connsiteX4261" fmla="*/ 481202 w 2947832"/>
              <a:gd name="connsiteY4261" fmla="*/ 3647505 h 4821604"/>
              <a:gd name="connsiteX4262" fmla="*/ 481202 w 2947832"/>
              <a:gd name="connsiteY4262" fmla="*/ 3651063 h 4821604"/>
              <a:gd name="connsiteX4263" fmla="*/ 466762 w 2947832"/>
              <a:gd name="connsiteY4263" fmla="*/ 3676021 h 4821604"/>
              <a:gd name="connsiteX4264" fmla="*/ 463675 w 2947832"/>
              <a:gd name="connsiteY4264" fmla="*/ 3677800 h 4821604"/>
              <a:gd name="connsiteX4265" fmla="*/ 434845 w 2947832"/>
              <a:gd name="connsiteY4265" fmla="*/ 3677800 h 4821604"/>
              <a:gd name="connsiteX4266" fmla="*/ 431759 w 2947832"/>
              <a:gd name="connsiteY4266" fmla="*/ 3676021 h 4821604"/>
              <a:gd name="connsiteX4267" fmla="*/ 417318 w 2947832"/>
              <a:gd name="connsiteY4267" fmla="*/ 3651063 h 4821604"/>
              <a:gd name="connsiteX4268" fmla="*/ 417318 w 2947832"/>
              <a:gd name="connsiteY4268" fmla="*/ 3647505 h 4821604"/>
              <a:gd name="connsiteX4269" fmla="*/ 431759 w 2947832"/>
              <a:gd name="connsiteY4269" fmla="*/ 3622548 h 4821604"/>
              <a:gd name="connsiteX4270" fmla="*/ 434845 w 2947832"/>
              <a:gd name="connsiteY4270" fmla="*/ 3620769 h 4821604"/>
              <a:gd name="connsiteX4271" fmla="*/ 1755917 w 2947832"/>
              <a:gd name="connsiteY4271" fmla="*/ 3617943 h 4821604"/>
              <a:gd name="connsiteX4272" fmla="*/ 1787624 w 2947832"/>
              <a:gd name="connsiteY4272" fmla="*/ 3617943 h 4821604"/>
              <a:gd name="connsiteX4273" fmla="*/ 1791025 w 2947832"/>
              <a:gd name="connsiteY4273" fmla="*/ 3619879 h 4821604"/>
              <a:gd name="connsiteX4274" fmla="*/ 1806879 w 2947832"/>
              <a:gd name="connsiteY4274" fmla="*/ 3647348 h 4821604"/>
              <a:gd name="connsiteX4275" fmla="*/ 1806879 w 2947832"/>
              <a:gd name="connsiteY4275" fmla="*/ 3651272 h 4821604"/>
              <a:gd name="connsiteX4276" fmla="*/ 1791025 w 2947832"/>
              <a:gd name="connsiteY4276" fmla="*/ 3678741 h 4821604"/>
              <a:gd name="connsiteX4277" fmla="*/ 1787624 w 2947832"/>
              <a:gd name="connsiteY4277" fmla="*/ 3680677 h 4821604"/>
              <a:gd name="connsiteX4278" fmla="*/ 1755917 w 2947832"/>
              <a:gd name="connsiteY4278" fmla="*/ 3680677 h 4821604"/>
              <a:gd name="connsiteX4279" fmla="*/ 1752517 w 2947832"/>
              <a:gd name="connsiteY4279" fmla="*/ 3678741 h 4821604"/>
              <a:gd name="connsiteX4280" fmla="*/ 1736663 w 2947832"/>
              <a:gd name="connsiteY4280" fmla="*/ 3651272 h 4821604"/>
              <a:gd name="connsiteX4281" fmla="*/ 1736663 w 2947832"/>
              <a:gd name="connsiteY4281" fmla="*/ 3647348 h 4821604"/>
              <a:gd name="connsiteX4282" fmla="*/ 1752517 w 2947832"/>
              <a:gd name="connsiteY4282" fmla="*/ 3619879 h 4821604"/>
              <a:gd name="connsiteX4283" fmla="*/ 1755917 w 2947832"/>
              <a:gd name="connsiteY4283" fmla="*/ 3617943 h 4821604"/>
              <a:gd name="connsiteX4284" fmla="*/ 1590632 w 2947832"/>
              <a:gd name="connsiteY4284" fmla="*/ 3617943 h 4821604"/>
              <a:gd name="connsiteX4285" fmla="*/ 1622339 w 2947832"/>
              <a:gd name="connsiteY4285" fmla="*/ 3617943 h 4821604"/>
              <a:gd name="connsiteX4286" fmla="*/ 1625740 w 2947832"/>
              <a:gd name="connsiteY4286" fmla="*/ 3619879 h 4821604"/>
              <a:gd name="connsiteX4287" fmla="*/ 1641594 w 2947832"/>
              <a:gd name="connsiteY4287" fmla="*/ 3647348 h 4821604"/>
              <a:gd name="connsiteX4288" fmla="*/ 1641594 w 2947832"/>
              <a:gd name="connsiteY4288" fmla="*/ 3651272 h 4821604"/>
              <a:gd name="connsiteX4289" fmla="*/ 1625740 w 2947832"/>
              <a:gd name="connsiteY4289" fmla="*/ 3678741 h 4821604"/>
              <a:gd name="connsiteX4290" fmla="*/ 1622339 w 2947832"/>
              <a:gd name="connsiteY4290" fmla="*/ 3680677 h 4821604"/>
              <a:gd name="connsiteX4291" fmla="*/ 1590632 w 2947832"/>
              <a:gd name="connsiteY4291" fmla="*/ 3680677 h 4821604"/>
              <a:gd name="connsiteX4292" fmla="*/ 1587231 w 2947832"/>
              <a:gd name="connsiteY4292" fmla="*/ 3678741 h 4821604"/>
              <a:gd name="connsiteX4293" fmla="*/ 1571378 w 2947832"/>
              <a:gd name="connsiteY4293" fmla="*/ 3651272 h 4821604"/>
              <a:gd name="connsiteX4294" fmla="*/ 1571378 w 2947832"/>
              <a:gd name="connsiteY4294" fmla="*/ 3647348 h 4821604"/>
              <a:gd name="connsiteX4295" fmla="*/ 1587231 w 2947832"/>
              <a:gd name="connsiteY4295" fmla="*/ 3619879 h 4821604"/>
              <a:gd name="connsiteX4296" fmla="*/ 1590632 w 2947832"/>
              <a:gd name="connsiteY4296" fmla="*/ 3617943 h 4821604"/>
              <a:gd name="connsiteX4297" fmla="*/ 1672673 w 2947832"/>
              <a:gd name="connsiteY4297" fmla="*/ 3616792 h 4821604"/>
              <a:gd name="connsiteX4298" fmla="*/ 1705479 w 2947832"/>
              <a:gd name="connsiteY4298" fmla="*/ 3616792 h 4821604"/>
              <a:gd name="connsiteX4299" fmla="*/ 1708985 w 2947832"/>
              <a:gd name="connsiteY4299" fmla="*/ 3618833 h 4821604"/>
              <a:gd name="connsiteX4300" fmla="*/ 1725414 w 2947832"/>
              <a:gd name="connsiteY4300" fmla="*/ 3647243 h 4821604"/>
              <a:gd name="connsiteX4301" fmla="*/ 1725414 w 2947832"/>
              <a:gd name="connsiteY4301" fmla="*/ 3651325 h 4821604"/>
              <a:gd name="connsiteX4302" fmla="*/ 1708985 w 2947832"/>
              <a:gd name="connsiteY4302" fmla="*/ 3679735 h 4821604"/>
              <a:gd name="connsiteX4303" fmla="*/ 1705479 w 2947832"/>
              <a:gd name="connsiteY4303" fmla="*/ 3681776 h 4821604"/>
              <a:gd name="connsiteX4304" fmla="*/ 1672673 w 2947832"/>
              <a:gd name="connsiteY4304" fmla="*/ 3681776 h 4821604"/>
              <a:gd name="connsiteX4305" fmla="*/ 1669168 w 2947832"/>
              <a:gd name="connsiteY4305" fmla="*/ 3679735 h 4821604"/>
              <a:gd name="connsiteX4306" fmla="*/ 1652739 w 2947832"/>
              <a:gd name="connsiteY4306" fmla="*/ 3651325 h 4821604"/>
              <a:gd name="connsiteX4307" fmla="*/ 1652739 w 2947832"/>
              <a:gd name="connsiteY4307" fmla="*/ 3647243 h 4821604"/>
              <a:gd name="connsiteX4308" fmla="*/ 1669168 w 2947832"/>
              <a:gd name="connsiteY4308" fmla="*/ 3618833 h 4821604"/>
              <a:gd name="connsiteX4309" fmla="*/ 1672673 w 2947832"/>
              <a:gd name="connsiteY4309" fmla="*/ 3616792 h 4821604"/>
              <a:gd name="connsiteX4310" fmla="*/ 366513 w 2947832"/>
              <a:gd name="connsiteY4310" fmla="*/ 3566564 h 4821604"/>
              <a:gd name="connsiteX4311" fmla="*/ 366618 w 2947832"/>
              <a:gd name="connsiteY4311" fmla="*/ 3566564 h 4821604"/>
              <a:gd name="connsiteX4312" fmla="*/ 366670 w 2947832"/>
              <a:gd name="connsiteY4312" fmla="*/ 3566564 h 4821604"/>
              <a:gd name="connsiteX4313" fmla="*/ 366670 w 2947832"/>
              <a:gd name="connsiteY4313" fmla="*/ 3566668 h 4821604"/>
              <a:gd name="connsiteX4314" fmla="*/ 366670 w 2947832"/>
              <a:gd name="connsiteY4314" fmla="*/ 3566773 h 4821604"/>
              <a:gd name="connsiteX4315" fmla="*/ 366566 w 2947832"/>
              <a:gd name="connsiteY4315" fmla="*/ 3566773 h 4821604"/>
              <a:gd name="connsiteX4316" fmla="*/ 366513 w 2947832"/>
              <a:gd name="connsiteY4316" fmla="*/ 3566773 h 4821604"/>
              <a:gd name="connsiteX4317" fmla="*/ 366513 w 2947832"/>
              <a:gd name="connsiteY4317" fmla="*/ 3566668 h 4821604"/>
              <a:gd name="connsiteX4318" fmla="*/ 2922797 w 2947832"/>
              <a:gd name="connsiteY4318" fmla="*/ 3554372 h 4821604"/>
              <a:gd name="connsiteX4319" fmla="*/ 2935197 w 2947832"/>
              <a:gd name="connsiteY4319" fmla="*/ 3554372 h 4821604"/>
              <a:gd name="connsiteX4320" fmla="*/ 2936505 w 2947832"/>
              <a:gd name="connsiteY4320" fmla="*/ 3555157 h 4821604"/>
              <a:gd name="connsiteX4321" fmla="*/ 2942731 w 2947832"/>
              <a:gd name="connsiteY4321" fmla="*/ 3565883 h 4821604"/>
              <a:gd name="connsiteX4322" fmla="*/ 2942731 w 2947832"/>
              <a:gd name="connsiteY4322" fmla="*/ 3567400 h 4821604"/>
              <a:gd name="connsiteX4323" fmla="*/ 2936505 w 2947832"/>
              <a:gd name="connsiteY4323" fmla="*/ 3578126 h 4821604"/>
              <a:gd name="connsiteX4324" fmla="*/ 2935197 w 2947832"/>
              <a:gd name="connsiteY4324" fmla="*/ 3578911 h 4821604"/>
              <a:gd name="connsiteX4325" fmla="*/ 2922797 w 2947832"/>
              <a:gd name="connsiteY4325" fmla="*/ 3578911 h 4821604"/>
              <a:gd name="connsiteX4326" fmla="*/ 2921489 w 2947832"/>
              <a:gd name="connsiteY4326" fmla="*/ 3578126 h 4821604"/>
              <a:gd name="connsiteX4327" fmla="*/ 2915262 w 2947832"/>
              <a:gd name="connsiteY4327" fmla="*/ 3567400 h 4821604"/>
              <a:gd name="connsiteX4328" fmla="*/ 2915262 w 2947832"/>
              <a:gd name="connsiteY4328" fmla="*/ 3565883 h 4821604"/>
              <a:gd name="connsiteX4329" fmla="*/ 2921489 w 2947832"/>
              <a:gd name="connsiteY4329" fmla="*/ 3555157 h 4821604"/>
              <a:gd name="connsiteX4330" fmla="*/ 2922797 w 2947832"/>
              <a:gd name="connsiteY4330" fmla="*/ 3554372 h 4821604"/>
              <a:gd name="connsiteX4331" fmla="*/ 525415 w 2947832"/>
              <a:gd name="connsiteY4331" fmla="*/ 3553745 h 4821604"/>
              <a:gd name="connsiteX4332" fmla="*/ 538496 w 2947832"/>
              <a:gd name="connsiteY4332" fmla="*/ 3553745 h 4821604"/>
              <a:gd name="connsiteX4333" fmla="*/ 539908 w 2947832"/>
              <a:gd name="connsiteY4333" fmla="*/ 3554530 h 4821604"/>
              <a:gd name="connsiteX4334" fmla="*/ 546449 w 2947832"/>
              <a:gd name="connsiteY4334" fmla="*/ 3565831 h 4821604"/>
              <a:gd name="connsiteX4335" fmla="*/ 546449 w 2947832"/>
              <a:gd name="connsiteY4335" fmla="*/ 3567453 h 4821604"/>
              <a:gd name="connsiteX4336" fmla="*/ 539908 w 2947832"/>
              <a:gd name="connsiteY4336" fmla="*/ 3578755 h 4821604"/>
              <a:gd name="connsiteX4337" fmla="*/ 538496 w 2947832"/>
              <a:gd name="connsiteY4337" fmla="*/ 3579540 h 4821604"/>
              <a:gd name="connsiteX4338" fmla="*/ 525415 w 2947832"/>
              <a:gd name="connsiteY4338" fmla="*/ 3579540 h 4821604"/>
              <a:gd name="connsiteX4339" fmla="*/ 524002 w 2947832"/>
              <a:gd name="connsiteY4339" fmla="*/ 3578755 h 4821604"/>
              <a:gd name="connsiteX4340" fmla="*/ 517462 w 2947832"/>
              <a:gd name="connsiteY4340" fmla="*/ 3567453 h 4821604"/>
              <a:gd name="connsiteX4341" fmla="*/ 517462 w 2947832"/>
              <a:gd name="connsiteY4341" fmla="*/ 3565831 h 4821604"/>
              <a:gd name="connsiteX4342" fmla="*/ 524002 w 2947832"/>
              <a:gd name="connsiteY4342" fmla="*/ 3554530 h 4821604"/>
              <a:gd name="connsiteX4343" fmla="*/ 525415 w 2947832"/>
              <a:gd name="connsiteY4343" fmla="*/ 3553745 h 4821604"/>
              <a:gd name="connsiteX4344" fmla="*/ 607507 w 2947832"/>
              <a:gd name="connsiteY4344" fmla="*/ 3552646 h 4821604"/>
              <a:gd name="connsiteX4345" fmla="*/ 621634 w 2947832"/>
              <a:gd name="connsiteY4345" fmla="*/ 3552646 h 4821604"/>
              <a:gd name="connsiteX4346" fmla="*/ 623151 w 2947832"/>
              <a:gd name="connsiteY4346" fmla="*/ 3553536 h 4821604"/>
              <a:gd name="connsiteX4347" fmla="*/ 630215 w 2947832"/>
              <a:gd name="connsiteY4347" fmla="*/ 3565779 h 4821604"/>
              <a:gd name="connsiteX4348" fmla="*/ 630215 w 2947832"/>
              <a:gd name="connsiteY4348" fmla="*/ 3567506 h 4821604"/>
              <a:gd name="connsiteX4349" fmla="*/ 623151 w 2947832"/>
              <a:gd name="connsiteY4349" fmla="*/ 3579749 h 4821604"/>
              <a:gd name="connsiteX4350" fmla="*/ 621634 w 2947832"/>
              <a:gd name="connsiteY4350" fmla="*/ 3580638 h 4821604"/>
              <a:gd name="connsiteX4351" fmla="*/ 607507 w 2947832"/>
              <a:gd name="connsiteY4351" fmla="*/ 3580638 h 4821604"/>
              <a:gd name="connsiteX4352" fmla="*/ 605990 w 2947832"/>
              <a:gd name="connsiteY4352" fmla="*/ 3579749 h 4821604"/>
              <a:gd name="connsiteX4353" fmla="*/ 598926 w 2947832"/>
              <a:gd name="connsiteY4353" fmla="*/ 3567506 h 4821604"/>
              <a:gd name="connsiteX4354" fmla="*/ 598926 w 2947832"/>
              <a:gd name="connsiteY4354" fmla="*/ 3565779 h 4821604"/>
              <a:gd name="connsiteX4355" fmla="*/ 605990 w 2947832"/>
              <a:gd name="connsiteY4355" fmla="*/ 3553536 h 4821604"/>
              <a:gd name="connsiteX4356" fmla="*/ 607507 w 2947832"/>
              <a:gd name="connsiteY4356" fmla="*/ 3552646 h 4821604"/>
              <a:gd name="connsiteX4357" fmla="*/ 2094230 w 2947832"/>
              <a:gd name="connsiteY4357" fmla="*/ 3550553 h 4821604"/>
              <a:gd name="connsiteX4358" fmla="*/ 2110502 w 2947832"/>
              <a:gd name="connsiteY4358" fmla="*/ 3550553 h 4821604"/>
              <a:gd name="connsiteX4359" fmla="*/ 2112228 w 2947832"/>
              <a:gd name="connsiteY4359" fmla="*/ 3551547 h 4821604"/>
              <a:gd name="connsiteX4360" fmla="*/ 2120390 w 2947832"/>
              <a:gd name="connsiteY4360" fmla="*/ 3565674 h 4821604"/>
              <a:gd name="connsiteX4361" fmla="*/ 2120390 w 2947832"/>
              <a:gd name="connsiteY4361" fmla="*/ 3567714 h 4821604"/>
              <a:gd name="connsiteX4362" fmla="*/ 2112228 w 2947832"/>
              <a:gd name="connsiteY4362" fmla="*/ 3581841 h 4821604"/>
              <a:gd name="connsiteX4363" fmla="*/ 2110502 w 2947832"/>
              <a:gd name="connsiteY4363" fmla="*/ 3582835 h 4821604"/>
              <a:gd name="connsiteX4364" fmla="*/ 2094230 w 2947832"/>
              <a:gd name="connsiteY4364" fmla="*/ 3582835 h 4821604"/>
              <a:gd name="connsiteX4365" fmla="*/ 2092503 w 2947832"/>
              <a:gd name="connsiteY4365" fmla="*/ 3581841 h 4821604"/>
              <a:gd name="connsiteX4366" fmla="*/ 2084341 w 2947832"/>
              <a:gd name="connsiteY4366" fmla="*/ 3567714 h 4821604"/>
              <a:gd name="connsiteX4367" fmla="*/ 2084341 w 2947832"/>
              <a:gd name="connsiteY4367" fmla="*/ 3565674 h 4821604"/>
              <a:gd name="connsiteX4368" fmla="*/ 2092503 w 2947832"/>
              <a:gd name="connsiteY4368" fmla="*/ 3551547 h 4821604"/>
              <a:gd name="connsiteX4369" fmla="*/ 2094230 w 2947832"/>
              <a:gd name="connsiteY4369" fmla="*/ 3550553 h 4821604"/>
              <a:gd name="connsiteX4370" fmla="*/ 689025 w 2947832"/>
              <a:gd name="connsiteY4370" fmla="*/ 3550501 h 4821604"/>
              <a:gd name="connsiteX4371" fmla="*/ 705350 w 2947832"/>
              <a:gd name="connsiteY4371" fmla="*/ 3550501 h 4821604"/>
              <a:gd name="connsiteX4372" fmla="*/ 707076 w 2947832"/>
              <a:gd name="connsiteY4372" fmla="*/ 3551495 h 4821604"/>
              <a:gd name="connsiteX4373" fmla="*/ 715239 w 2947832"/>
              <a:gd name="connsiteY4373" fmla="*/ 3565622 h 4821604"/>
              <a:gd name="connsiteX4374" fmla="*/ 715239 w 2947832"/>
              <a:gd name="connsiteY4374" fmla="*/ 3567662 h 4821604"/>
              <a:gd name="connsiteX4375" fmla="*/ 707076 w 2947832"/>
              <a:gd name="connsiteY4375" fmla="*/ 3581789 h 4821604"/>
              <a:gd name="connsiteX4376" fmla="*/ 705350 w 2947832"/>
              <a:gd name="connsiteY4376" fmla="*/ 3582783 h 4821604"/>
              <a:gd name="connsiteX4377" fmla="*/ 689025 w 2947832"/>
              <a:gd name="connsiteY4377" fmla="*/ 3582783 h 4821604"/>
              <a:gd name="connsiteX4378" fmla="*/ 687299 w 2947832"/>
              <a:gd name="connsiteY4378" fmla="*/ 3581789 h 4821604"/>
              <a:gd name="connsiteX4379" fmla="*/ 679136 w 2947832"/>
              <a:gd name="connsiteY4379" fmla="*/ 3567662 h 4821604"/>
              <a:gd name="connsiteX4380" fmla="*/ 679136 w 2947832"/>
              <a:gd name="connsiteY4380" fmla="*/ 3565622 h 4821604"/>
              <a:gd name="connsiteX4381" fmla="*/ 687299 w 2947832"/>
              <a:gd name="connsiteY4381" fmla="*/ 3551495 h 4821604"/>
              <a:gd name="connsiteX4382" fmla="*/ 689025 w 2947832"/>
              <a:gd name="connsiteY4382" fmla="*/ 3550501 h 4821604"/>
              <a:gd name="connsiteX4383" fmla="*/ 2176898 w 2947832"/>
              <a:gd name="connsiteY4383" fmla="*/ 3550448 h 4821604"/>
              <a:gd name="connsiteX4384" fmla="*/ 2193274 w 2947832"/>
              <a:gd name="connsiteY4384" fmla="*/ 3550448 h 4821604"/>
              <a:gd name="connsiteX4385" fmla="*/ 2195054 w 2947832"/>
              <a:gd name="connsiteY4385" fmla="*/ 3551442 h 4821604"/>
              <a:gd name="connsiteX4386" fmla="*/ 2203268 w 2947832"/>
              <a:gd name="connsiteY4386" fmla="*/ 3565621 h 4821604"/>
              <a:gd name="connsiteX4387" fmla="*/ 2203268 w 2947832"/>
              <a:gd name="connsiteY4387" fmla="*/ 3567662 h 4821604"/>
              <a:gd name="connsiteX4388" fmla="*/ 2195054 w 2947832"/>
              <a:gd name="connsiteY4388" fmla="*/ 3581841 h 4821604"/>
              <a:gd name="connsiteX4389" fmla="*/ 2193274 w 2947832"/>
              <a:gd name="connsiteY4389" fmla="*/ 3582835 h 4821604"/>
              <a:gd name="connsiteX4390" fmla="*/ 2176898 w 2947832"/>
              <a:gd name="connsiteY4390" fmla="*/ 3582835 h 4821604"/>
              <a:gd name="connsiteX4391" fmla="*/ 2175119 w 2947832"/>
              <a:gd name="connsiteY4391" fmla="*/ 3581841 h 4821604"/>
              <a:gd name="connsiteX4392" fmla="*/ 2166905 w 2947832"/>
              <a:gd name="connsiteY4392" fmla="*/ 3567662 h 4821604"/>
              <a:gd name="connsiteX4393" fmla="*/ 2166905 w 2947832"/>
              <a:gd name="connsiteY4393" fmla="*/ 3565621 h 4821604"/>
              <a:gd name="connsiteX4394" fmla="*/ 2175119 w 2947832"/>
              <a:gd name="connsiteY4394" fmla="*/ 3551442 h 4821604"/>
              <a:gd name="connsiteX4395" fmla="*/ 2176898 w 2947832"/>
              <a:gd name="connsiteY4395" fmla="*/ 3550448 h 4821604"/>
              <a:gd name="connsiteX4396" fmla="*/ 2258782 w 2947832"/>
              <a:gd name="connsiteY4396" fmla="*/ 3548879 h 4821604"/>
              <a:gd name="connsiteX4397" fmla="*/ 2276728 w 2947832"/>
              <a:gd name="connsiteY4397" fmla="*/ 3548879 h 4821604"/>
              <a:gd name="connsiteX4398" fmla="*/ 2278664 w 2947832"/>
              <a:gd name="connsiteY4398" fmla="*/ 3549978 h 4821604"/>
              <a:gd name="connsiteX4399" fmla="*/ 2287663 w 2947832"/>
              <a:gd name="connsiteY4399" fmla="*/ 3565517 h 4821604"/>
              <a:gd name="connsiteX4400" fmla="*/ 2287663 w 2947832"/>
              <a:gd name="connsiteY4400" fmla="*/ 3567715 h 4821604"/>
              <a:gd name="connsiteX4401" fmla="*/ 2278664 w 2947832"/>
              <a:gd name="connsiteY4401" fmla="*/ 3583254 h 4821604"/>
              <a:gd name="connsiteX4402" fmla="*/ 2276728 w 2947832"/>
              <a:gd name="connsiteY4402" fmla="*/ 3584353 h 4821604"/>
              <a:gd name="connsiteX4403" fmla="*/ 2258782 w 2947832"/>
              <a:gd name="connsiteY4403" fmla="*/ 3584353 h 4821604"/>
              <a:gd name="connsiteX4404" fmla="*/ 2256846 w 2947832"/>
              <a:gd name="connsiteY4404" fmla="*/ 3583254 h 4821604"/>
              <a:gd name="connsiteX4405" fmla="*/ 2247846 w 2947832"/>
              <a:gd name="connsiteY4405" fmla="*/ 3567715 h 4821604"/>
              <a:gd name="connsiteX4406" fmla="*/ 2247846 w 2947832"/>
              <a:gd name="connsiteY4406" fmla="*/ 3565517 h 4821604"/>
              <a:gd name="connsiteX4407" fmla="*/ 2256846 w 2947832"/>
              <a:gd name="connsiteY4407" fmla="*/ 3549978 h 4821604"/>
              <a:gd name="connsiteX4408" fmla="*/ 2258782 w 2947832"/>
              <a:gd name="connsiteY4408" fmla="*/ 3548879 h 4821604"/>
              <a:gd name="connsiteX4409" fmla="*/ 2341345 w 2947832"/>
              <a:gd name="connsiteY4409" fmla="*/ 3548826 h 4821604"/>
              <a:gd name="connsiteX4410" fmla="*/ 2359396 w 2947832"/>
              <a:gd name="connsiteY4410" fmla="*/ 3548826 h 4821604"/>
              <a:gd name="connsiteX4411" fmla="*/ 2361332 w 2947832"/>
              <a:gd name="connsiteY4411" fmla="*/ 3549925 h 4821604"/>
              <a:gd name="connsiteX4412" fmla="*/ 2370331 w 2947832"/>
              <a:gd name="connsiteY4412" fmla="*/ 3565569 h 4821604"/>
              <a:gd name="connsiteX4413" fmla="*/ 2370331 w 2947832"/>
              <a:gd name="connsiteY4413" fmla="*/ 3567819 h 4821604"/>
              <a:gd name="connsiteX4414" fmla="*/ 2361332 w 2947832"/>
              <a:gd name="connsiteY4414" fmla="*/ 3583463 h 4821604"/>
              <a:gd name="connsiteX4415" fmla="*/ 2359396 w 2947832"/>
              <a:gd name="connsiteY4415" fmla="*/ 3584562 h 4821604"/>
              <a:gd name="connsiteX4416" fmla="*/ 2341345 w 2947832"/>
              <a:gd name="connsiteY4416" fmla="*/ 3584562 h 4821604"/>
              <a:gd name="connsiteX4417" fmla="*/ 2339409 w 2947832"/>
              <a:gd name="connsiteY4417" fmla="*/ 3583463 h 4821604"/>
              <a:gd name="connsiteX4418" fmla="*/ 2330410 w 2947832"/>
              <a:gd name="connsiteY4418" fmla="*/ 3567819 h 4821604"/>
              <a:gd name="connsiteX4419" fmla="*/ 2330410 w 2947832"/>
              <a:gd name="connsiteY4419" fmla="*/ 3565569 h 4821604"/>
              <a:gd name="connsiteX4420" fmla="*/ 2339409 w 2947832"/>
              <a:gd name="connsiteY4420" fmla="*/ 3549925 h 4821604"/>
              <a:gd name="connsiteX4421" fmla="*/ 2341345 w 2947832"/>
              <a:gd name="connsiteY4421" fmla="*/ 3548826 h 4821604"/>
              <a:gd name="connsiteX4422" fmla="*/ 2671704 w 2947832"/>
              <a:gd name="connsiteY4422" fmla="*/ 3548199 h 4821604"/>
              <a:gd name="connsiteX4423" fmla="*/ 2690383 w 2947832"/>
              <a:gd name="connsiteY4423" fmla="*/ 3548199 h 4821604"/>
              <a:gd name="connsiteX4424" fmla="*/ 2692371 w 2947832"/>
              <a:gd name="connsiteY4424" fmla="*/ 3549350 h 4821604"/>
              <a:gd name="connsiteX4425" fmla="*/ 2701684 w 2947832"/>
              <a:gd name="connsiteY4425" fmla="*/ 3565517 h 4821604"/>
              <a:gd name="connsiteX4426" fmla="*/ 2701684 w 2947832"/>
              <a:gd name="connsiteY4426" fmla="*/ 3567820 h 4821604"/>
              <a:gd name="connsiteX4427" fmla="*/ 2692371 w 2947832"/>
              <a:gd name="connsiteY4427" fmla="*/ 3583987 h 4821604"/>
              <a:gd name="connsiteX4428" fmla="*/ 2690383 w 2947832"/>
              <a:gd name="connsiteY4428" fmla="*/ 3585138 h 4821604"/>
              <a:gd name="connsiteX4429" fmla="*/ 2671704 w 2947832"/>
              <a:gd name="connsiteY4429" fmla="*/ 3585138 h 4821604"/>
              <a:gd name="connsiteX4430" fmla="*/ 2669716 w 2947832"/>
              <a:gd name="connsiteY4430" fmla="*/ 3583987 h 4821604"/>
              <a:gd name="connsiteX4431" fmla="*/ 2660402 w 2947832"/>
              <a:gd name="connsiteY4431" fmla="*/ 3567820 h 4821604"/>
              <a:gd name="connsiteX4432" fmla="*/ 2660402 w 2947832"/>
              <a:gd name="connsiteY4432" fmla="*/ 3565517 h 4821604"/>
              <a:gd name="connsiteX4433" fmla="*/ 2669716 w 2947832"/>
              <a:gd name="connsiteY4433" fmla="*/ 3549350 h 4821604"/>
              <a:gd name="connsiteX4434" fmla="*/ 2671704 w 2947832"/>
              <a:gd name="connsiteY4434" fmla="*/ 3548199 h 4821604"/>
              <a:gd name="connsiteX4435" fmla="*/ 770490 w 2947832"/>
              <a:gd name="connsiteY4435" fmla="*/ 3548146 h 4821604"/>
              <a:gd name="connsiteX4436" fmla="*/ 789220 w 2947832"/>
              <a:gd name="connsiteY4436" fmla="*/ 3548146 h 4821604"/>
              <a:gd name="connsiteX4437" fmla="*/ 791209 w 2947832"/>
              <a:gd name="connsiteY4437" fmla="*/ 3549297 h 4821604"/>
              <a:gd name="connsiteX4438" fmla="*/ 800575 w 2947832"/>
              <a:gd name="connsiteY4438" fmla="*/ 3565517 h 4821604"/>
              <a:gd name="connsiteX4439" fmla="*/ 800575 w 2947832"/>
              <a:gd name="connsiteY4439" fmla="*/ 3567819 h 4821604"/>
              <a:gd name="connsiteX4440" fmla="*/ 791209 w 2947832"/>
              <a:gd name="connsiteY4440" fmla="*/ 3584039 h 4821604"/>
              <a:gd name="connsiteX4441" fmla="*/ 789220 w 2947832"/>
              <a:gd name="connsiteY4441" fmla="*/ 3585190 h 4821604"/>
              <a:gd name="connsiteX4442" fmla="*/ 770490 w 2947832"/>
              <a:gd name="connsiteY4442" fmla="*/ 3585190 h 4821604"/>
              <a:gd name="connsiteX4443" fmla="*/ 768501 w 2947832"/>
              <a:gd name="connsiteY4443" fmla="*/ 3584039 h 4821604"/>
              <a:gd name="connsiteX4444" fmla="*/ 759135 w 2947832"/>
              <a:gd name="connsiteY4444" fmla="*/ 3567819 h 4821604"/>
              <a:gd name="connsiteX4445" fmla="*/ 759135 w 2947832"/>
              <a:gd name="connsiteY4445" fmla="*/ 3565517 h 4821604"/>
              <a:gd name="connsiteX4446" fmla="*/ 768501 w 2947832"/>
              <a:gd name="connsiteY4446" fmla="*/ 3549297 h 4821604"/>
              <a:gd name="connsiteX4447" fmla="*/ 770490 w 2947832"/>
              <a:gd name="connsiteY4447" fmla="*/ 3548146 h 4821604"/>
              <a:gd name="connsiteX4448" fmla="*/ 2423334 w 2947832"/>
              <a:gd name="connsiteY4448" fmla="*/ 3547414 h 4821604"/>
              <a:gd name="connsiteX4449" fmla="*/ 2442797 w 2947832"/>
              <a:gd name="connsiteY4449" fmla="*/ 3547414 h 4821604"/>
              <a:gd name="connsiteX4450" fmla="*/ 2444890 w 2947832"/>
              <a:gd name="connsiteY4450" fmla="*/ 3548618 h 4821604"/>
              <a:gd name="connsiteX4451" fmla="*/ 2454622 w 2947832"/>
              <a:gd name="connsiteY4451" fmla="*/ 3565465 h 4821604"/>
              <a:gd name="connsiteX4452" fmla="*/ 2454622 w 2947832"/>
              <a:gd name="connsiteY4452" fmla="*/ 3567872 h 4821604"/>
              <a:gd name="connsiteX4453" fmla="*/ 2444890 w 2947832"/>
              <a:gd name="connsiteY4453" fmla="*/ 3584719 h 4821604"/>
              <a:gd name="connsiteX4454" fmla="*/ 2442797 w 2947832"/>
              <a:gd name="connsiteY4454" fmla="*/ 3585923 h 4821604"/>
              <a:gd name="connsiteX4455" fmla="*/ 2423334 w 2947832"/>
              <a:gd name="connsiteY4455" fmla="*/ 3585923 h 4821604"/>
              <a:gd name="connsiteX4456" fmla="*/ 2421241 w 2947832"/>
              <a:gd name="connsiteY4456" fmla="*/ 3584719 h 4821604"/>
              <a:gd name="connsiteX4457" fmla="*/ 2411509 w 2947832"/>
              <a:gd name="connsiteY4457" fmla="*/ 3567872 h 4821604"/>
              <a:gd name="connsiteX4458" fmla="*/ 2411509 w 2947832"/>
              <a:gd name="connsiteY4458" fmla="*/ 3565465 h 4821604"/>
              <a:gd name="connsiteX4459" fmla="*/ 2421241 w 2947832"/>
              <a:gd name="connsiteY4459" fmla="*/ 3548618 h 4821604"/>
              <a:gd name="connsiteX4460" fmla="*/ 2423334 w 2947832"/>
              <a:gd name="connsiteY4460" fmla="*/ 3547414 h 4821604"/>
              <a:gd name="connsiteX4461" fmla="*/ 2588566 w 2947832"/>
              <a:gd name="connsiteY4461" fmla="*/ 3547309 h 4821604"/>
              <a:gd name="connsiteX4462" fmla="*/ 2608134 w 2947832"/>
              <a:gd name="connsiteY4462" fmla="*/ 3547309 h 4821604"/>
              <a:gd name="connsiteX4463" fmla="*/ 2610227 w 2947832"/>
              <a:gd name="connsiteY4463" fmla="*/ 3548512 h 4821604"/>
              <a:gd name="connsiteX4464" fmla="*/ 2620011 w 2947832"/>
              <a:gd name="connsiteY4464" fmla="*/ 3565464 h 4821604"/>
              <a:gd name="connsiteX4465" fmla="*/ 2620011 w 2947832"/>
              <a:gd name="connsiteY4465" fmla="*/ 3567871 h 4821604"/>
              <a:gd name="connsiteX4466" fmla="*/ 2610227 w 2947832"/>
              <a:gd name="connsiteY4466" fmla="*/ 3584824 h 4821604"/>
              <a:gd name="connsiteX4467" fmla="*/ 2608134 w 2947832"/>
              <a:gd name="connsiteY4467" fmla="*/ 3586027 h 4821604"/>
              <a:gd name="connsiteX4468" fmla="*/ 2588566 w 2947832"/>
              <a:gd name="connsiteY4468" fmla="*/ 3586027 h 4821604"/>
              <a:gd name="connsiteX4469" fmla="*/ 2586473 w 2947832"/>
              <a:gd name="connsiteY4469" fmla="*/ 3584824 h 4821604"/>
              <a:gd name="connsiteX4470" fmla="*/ 2576688 w 2947832"/>
              <a:gd name="connsiteY4470" fmla="*/ 3567871 h 4821604"/>
              <a:gd name="connsiteX4471" fmla="*/ 2576688 w 2947832"/>
              <a:gd name="connsiteY4471" fmla="*/ 3565464 h 4821604"/>
              <a:gd name="connsiteX4472" fmla="*/ 2586473 w 2947832"/>
              <a:gd name="connsiteY4472" fmla="*/ 3548512 h 4821604"/>
              <a:gd name="connsiteX4473" fmla="*/ 2588566 w 2947832"/>
              <a:gd name="connsiteY4473" fmla="*/ 3547309 h 4821604"/>
              <a:gd name="connsiteX4474" fmla="*/ 1017815 w 2947832"/>
              <a:gd name="connsiteY4474" fmla="*/ 3546786 h 4821604"/>
              <a:gd name="connsiteX4475" fmla="*/ 1037906 w 2947832"/>
              <a:gd name="connsiteY4475" fmla="*/ 3546786 h 4821604"/>
              <a:gd name="connsiteX4476" fmla="*/ 1040051 w 2947832"/>
              <a:gd name="connsiteY4476" fmla="*/ 3548042 h 4821604"/>
              <a:gd name="connsiteX4477" fmla="*/ 1050097 w 2947832"/>
              <a:gd name="connsiteY4477" fmla="*/ 3565413 h 4821604"/>
              <a:gd name="connsiteX4478" fmla="*/ 1050097 w 2947832"/>
              <a:gd name="connsiteY4478" fmla="*/ 3567872 h 4821604"/>
              <a:gd name="connsiteX4479" fmla="*/ 1040051 w 2947832"/>
              <a:gd name="connsiteY4479" fmla="*/ 3585243 h 4821604"/>
              <a:gd name="connsiteX4480" fmla="*/ 1037906 w 2947832"/>
              <a:gd name="connsiteY4480" fmla="*/ 3586498 h 4821604"/>
              <a:gd name="connsiteX4481" fmla="*/ 1017815 w 2947832"/>
              <a:gd name="connsiteY4481" fmla="*/ 3586498 h 4821604"/>
              <a:gd name="connsiteX4482" fmla="*/ 1015670 w 2947832"/>
              <a:gd name="connsiteY4482" fmla="*/ 3585243 h 4821604"/>
              <a:gd name="connsiteX4483" fmla="*/ 1005624 w 2947832"/>
              <a:gd name="connsiteY4483" fmla="*/ 3567872 h 4821604"/>
              <a:gd name="connsiteX4484" fmla="*/ 1005624 w 2947832"/>
              <a:gd name="connsiteY4484" fmla="*/ 3565413 h 4821604"/>
              <a:gd name="connsiteX4485" fmla="*/ 1015670 w 2947832"/>
              <a:gd name="connsiteY4485" fmla="*/ 3548042 h 4821604"/>
              <a:gd name="connsiteX4486" fmla="*/ 1017815 w 2947832"/>
              <a:gd name="connsiteY4486" fmla="*/ 3546786 h 4821604"/>
              <a:gd name="connsiteX4487" fmla="*/ 2505583 w 2947832"/>
              <a:gd name="connsiteY4487" fmla="*/ 3546629 h 4821604"/>
              <a:gd name="connsiteX4488" fmla="*/ 2525779 w 2947832"/>
              <a:gd name="connsiteY4488" fmla="*/ 3546629 h 4821604"/>
              <a:gd name="connsiteX4489" fmla="*/ 2527925 w 2947832"/>
              <a:gd name="connsiteY4489" fmla="*/ 3547885 h 4821604"/>
              <a:gd name="connsiteX4490" fmla="*/ 2538023 w 2947832"/>
              <a:gd name="connsiteY4490" fmla="*/ 3565412 h 4821604"/>
              <a:gd name="connsiteX4491" fmla="*/ 2538023 w 2947832"/>
              <a:gd name="connsiteY4491" fmla="*/ 3567924 h 4821604"/>
              <a:gd name="connsiteX4492" fmla="*/ 2527925 w 2947832"/>
              <a:gd name="connsiteY4492" fmla="*/ 3585452 h 4821604"/>
              <a:gd name="connsiteX4493" fmla="*/ 2525779 w 2947832"/>
              <a:gd name="connsiteY4493" fmla="*/ 3586707 h 4821604"/>
              <a:gd name="connsiteX4494" fmla="*/ 2505583 w 2947832"/>
              <a:gd name="connsiteY4494" fmla="*/ 3586707 h 4821604"/>
              <a:gd name="connsiteX4495" fmla="*/ 2503438 w 2947832"/>
              <a:gd name="connsiteY4495" fmla="*/ 3585452 h 4821604"/>
              <a:gd name="connsiteX4496" fmla="*/ 2493340 w 2947832"/>
              <a:gd name="connsiteY4496" fmla="*/ 3567924 h 4821604"/>
              <a:gd name="connsiteX4497" fmla="*/ 2493340 w 2947832"/>
              <a:gd name="connsiteY4497" fmla="*/ 3565412 h 4821604"/>
              <a:gd name="connsiteX4498" fmla="*/ 2503438 w 2947832"/>
              <a:gd name="connsiteY4498" fmla="*/ 3547885 h 4821604"/>
              <a:gd name="connsiteX4499" fmla="*/ 2505583 w 2947832"/>
              <a:gd name="connsiteY4499" fmla="*/ 3546629 h 4821604"/>
              <a:gd name="connsiteX4500" fmla="*/ 852320 w 2947832"/>
              <a:gd name="connsiteY4500" fmla="*/ 3546419 h 4821604"/>
              <a:gd name="connsiteX4501" fmla="*/ 872778 w 2947832"/>
              <a:gd name="connsiteY4501" fmla="*/ 3546419 h 4821604"/>
              <a:gd name="connsiteX4502" fmla="*/ 874976 w 2947832"/>
              <a:gd name="connsiteY4502" fmla="*/ 3547675 h 4821604"/>
              <a:gd name="connsiteX4503" fmla="*/ 885231 w 2947832"/>
              <a:gd name="connsiteY4503" fmla="*/ 3565412 h 4821604"/>
              <a:gd name="connsiteX4504" fmla="*/ 885231 w 2947832"/>
              <a:gd name="connsiteY4504" fmla="*/ 3567923 h 4821604"/>
              <a:gd name="connsiteX4505" fmla="*/ 874976 w 2947832"/>
              <a:gd name="connsiteY4505" fmla="*/ 3585660 h 4821604"/>
              <a:gd name="connsiteX4506" fmla="*/ 872778 w 2947832"/>
              <a:gd name="connsiteY4506" fmla="*/ 3586916 h 4821604"/>
              <a:gd name="connsiteX4507" fmla="*/ 852320 w 2947832"/>
              <a:gd name="connsiteY4507" fmla="*/ 3586916 h 4821604"/>
              <a:gd name="connsiteX4508" fmla="*/ 850123 w 2947832"/>
              <a:gd name="connsiteY4508" fmla="*/ 3585660 h 4821604"/>
              <a:gd name="connsiteX4509" fmla="*/ 839868 w 2947832"/>
              <a:gd name="connsiteY4509" fmla="*/ 3567923 h 4821604"/>
              <a:gd name="connsiteX4510" fmla="*/ 839868 w 2947832"/>
              <a:gd name="connsiteY4510" fmla="*/ 3565412 h 4821604"/>
              <a:gd name="connsiteX4511" fmla="*/ 850123 w 2947832"/>
              <a:gd name="connsiteY4511" fmla="*/ 3547675 h 4821604"/>
              <a:gd name="connsiteX4512" fmla="*/ 852320 w 2947832"/>
              <a:gd name="connsiteY4512" fmla="*/ 3546419 h 4821604"/>
              <a:gd name="connsiteX4513" fmla="*/ 2753326 w 2947832"/>
              <a:gd name="connsiteY4513" fmla="*/ 3546053 h 4821604"/>
              <a:gd name="connsiteX4514" fmla="*/ 2774097 w 2947832"/>
              <a:gd name="connsiteY4514" fmla="*/ 3546053 h 4821604"/>
              <a:gd name="connsiteX4515" fmla="*/ 2776348 w 2947832"/>
              <a:gd name="connsiteY4515" fmla="*/ 3547361 h 4821604"/>
              <a:gd name="connsiteX4516" fmla="*/ 2786760 w 2947832"/>
              <a:gd name="connsiteY4516" fmla="*/ 3565359 h 4821604"/>
              <a:gd name="connsiteX4517" fmla="*/ 2786760 w 2947832"/>
              <a:gd name="connsiteY4517" fmla="*/ 3567923 h 4821604"/>
              <a:gd name="connsiteX4518" fmla="*/ 2776348 w 2947832"/>
              <a:gd name="connsiteY4518" fmla="*/ 3585922 h 4821604"/>
              <a:gd name="connsiteX4519" fmla="*/ 2774097 w 2947832"/>
              <a:gd name="connsiteY4519" fmla="*/ 3587230 h 4821604"/>
              <a:gd name="connsiteX4520" fmla="*/ 2753326 w 2947832"/>
              <a:gd name="connsiteY4520" fmla="*/ 3587230 h 4821604"/>
              <a:gd name="connsiteX4521" fmla="*/ 2751076 w 2947832"/>
              <a:gd name="connsiteY4521" fmla="*/ 3585922 h 4821604"/>
              <a:gd name="connsiteX4522" fmla="*/ 2740664 w 2947832"/>
              <a:gd name="connsiteY4522" fmla="*/ 3567923 h 4821604"/>
              <a:gd name="connsiteX4523" fmla="*/ 2740664 w 2947832"/>
              <a:gd name="connsiteY4523" fmla="*/ 3565359 h 4821604"/>
              <a:gd name="connsiteX4524" fmla="*/ 2751076 w 2947832"/>
              <a:gd name="connsiteY4524" fmla="*/ 3547361 h 4821604"/>
              <a:gd name="connsiteX4525" fmla="*/ 2753326 w 2947832"/>
              <a:gd name="connsiteY4525" fmla="*/ 3546053 h 4821604"/>
              <a:gd name="connsiteX4526" fmla="*/ 1100169 w 2947832"/>
              <a:gd name="connsiteY4526" fmla="*/ 3546053 h 4821604"/>
              <a:gd name="connsiteX4527" fmla="*/ 1120940 w 2947832"/>
              <a:gd name="connsiteY4527" fmla="*/ 3546053 h 4821604"/>
              <a:gd name="connsiteX4528" fmla="*/ 1123190 w 2947832"/>
              <a:gd name="connsiteY4528" fmla="*/ 3547361 h 4821604"/>
              <a:gd name="connsiteX4529" fmla="*/ 1133602 w 2947832"/>
              <a:gd name="connsiteY4529" fmla="*/ 3565359 h 4821604"/>
              <a:gd name="connsiteX4530" fmla="*/ 1133602 w 2947832"/>
              <a:gd name="connsiteY4530" fmla="*/ 3567923 h 4821604"/>
              <a:gd name="connsiteX4531" fmla="*/ 1123190 w 2947832"/>
              <a:gd name="connsiteY4531" fmla="*/ 3585922 h 4821604"/>
              <a:gd name="connsiteX4532" fmla="*/ 1120940 w 2947832"/>
              <a:gd name="connsiteY4532" fmla="*/ 3587230 h 4821604"/>
              <a:gd name="connsiteX4533" fmla="*/ 1100169 w 2947832"/>
              <a:gd name="connsiteY4533" fmla="*/ 3587230 h 4821604"/>
              <a:gd name="connsiteX4534" fmla="*/ 1097919 w 2947832"/>
              <a:gd name="connsiteY4534" fmla="*/ 3585922 h 4821604"/>
              <a:gd name="connsiteX4535" fmla="*/ 1087507 w 2947832"/>
              <a:gd name="connsiteY4535" fmla="*/ 3567923 h 4821604"/>
              <a:gd name="connsiteX4536" fmla="*/ 1087507 w 2947832"/>
              <a:gd name="connsiteY4536" fmla="*/ 3565359 h 4821604"/>
              <a:gd name="connsiteX4537" fmla="*/ 1097919 w 2947832"/>
              <a:gd name="connsiteY4537" fmla="*/ 3547361 h 4821604"/>
              <a:gd name="connsiteX4538" fmla="*/ 1100169 w 2947832"/>
              <a:gd name="connsiteY4538" fmla="*/ 3546053 h 4821604"/>
              <a:gd name="connsiteX4539" fmla="*/ 934466 w 2947832"/>
              <a:gd name="connsiteY4539" fmla="*/ 3545478 h 4821604"/>
              <a:gd name="connsiteX4540" fmla="*/ 955918 w 2947832"/>
              <a:gd name="connsiteY4540" fmla="*/ 3545478 h 4821604"/>
              <a:gd name="connsiteX4541" fmla="*/ 958220 w 2947832"/>
              <a:gd name="connsiteY4541" fmla="*/ 3546786 h 4821604"/>
              <a:gd name="connsiteX4542" fmla="*/ 968946 w 2947832"/>
              <a:gd name="connsiteY4542" fmla="*/ 3565360 h 4821604"/>
              <a:gd name="connsiteX4543" fmla="*/ 968946 w 2947832"/>
              <a:gd name="connsiteY4543" fmla="*/ 3568029 h 4821604"/>
              <a:gd name="connsiteX4544" fmla="*/ 958220 w 2947832"/>
              <a:gd name="connsiteY4544" fmla="*/ 3586603 h 4821604"/>
              <a:gd name="connsiteX4545" fmla="*/ 955918 w 2947832"/>
              <a:gd name="connsiteY4545" fmla="*/ 3587911 h 4821604"/>
              <a:gd name="connsiteX4546" fmla="*/ 934466 w 2947832"/>
              <a:gd name="connsiteY4546" fmla="*/ 3587911 h 4821604"/>
              <a:gd name="connsiteX4547" fmla="*/ 932164 w 2947832"/>
              <a:gd name="connsiteY4547" fmla="*/ 3586603 h 4821604"/>
              <a:gd name="connsiteX4548" fmla="*/ 921438 w 2947832"/>
              <a:gd name="connsiteY4548" fmla="*/ 3568029 h 4821604"/>
              <a:gd name="connsiteX4549" fmla="*/ 921438 w 2947832"/>
              <a:gd name="connsiteY4549" fmla="*/ 3565360 h 4821604"/>
              <a:gd name="connsiteX4550" fmla="*/ 932164 w 2947832"/>
              <a:gd name="connsiteY4550" fmla="*/ 3546786 h 4821604"/>
              <a:gd name="connsiteX4551" fmla="*/ 934466 w 2947832"/>
              <a:gd name="connsiteY4551" fmla="*/ 3545478 h 4821604"/>
              <a:gd name="connsiteX4552" fmla="*/ 2835576 w 2947832"/>
              <a:gd name="connsiteY4552" fmla="*/ 3545425 h 4821604"/>
              <a:gd name="connsiteX4553" fmla="*/ 2857080 w 2947832"/>
              <a:gd name="connsiteY4553" fmla="*/ 3545425 h 4821604"/>
              <a:gd name="connsiteX4554" fmla="*/ 2859382 w 2947832"/>
              <a:gd name="connsiteY4554" fmla="*/ 3546733 h 4821604"/>
              <a:gd name="connsiteX4555" fmla="*/ 2870109 w 2947832"/>
              <a:gd name="connsiteY4555" fmla="*/ 3565360 h 4821604"/>
              <a:gd name="connsiteX4556" fmla="*/ 2870109 w 2947832"/>
              <a:gd name="connsiteY4556" fmla="*/ 3568028 h 4821604"/>
              <a:gd name="connsiteX4557" fmla="*/ 2859382 w 2947832"/>
              <a:gd name="connsiteY4557" fmla="*/ 3586655 h 4821604"/>
              <a:gd name="connsiteX4558" fmla="*/ 2857080 w 2947832"/>
              <a:gd name="connsiteY4558" fmla="*/ 3587963 h 4821604"/>
              <a:gd name="connsiteX4559" fmla="*/ 2835576 w 2947832"/>
              <a:gd name="connsiteY4559" fmla="*/ 3587963 h 4821604"/>
              <a:gd name="connsiteX4560" fmla="*/ 2833274 w 2947832"/>
              <a:gd name="connsiteY4560" fmla="*/ 3586655 h 4821604"/>
              <a:gd name="connsiteX4561" fmla="*/ 2822548 w 2947832"/>
              <a:gd name="connsiteY4561" fmla="*/ 3568028 h 4821604"/>
              <a:gd name="connsiteX4562" fmla="*/ 2822548 w 2947832"/>
              <a:gd name="connsiteY4562" fmla="*/ 3565360 h 4821604"/>
              <a:gd name="connsiteX4563" fmla="*/ 2833274 w 2947832"/>
              <a:gd name="connsiteY4563" fmla="*/ 3546733 h 4821604"/>
              <a:gd name="connsiteX4564" fmla="*/ 2835576 w 2947832"/>
              <a:gd name="connsiteY4564" fmla="*/ 3545425 h 4821604"/>
              <a:gd name="connsiteX4565" fmla="*/ 2008579 w 2947832"/>
              <a:gd name="connsiteY4565" fmla="*/ 3544588 h 4821604"/>
              <a:gd name="connsiteX4566" fmla="*/ 2030921 w 2947832"/>
              <a:gd name="connsiteY4566" fmla="*/ 3544588 h 4821604"/>
              <a:gd name="connsiteX4567" fmla="*/ 2033327 w 2947832"/>
              <a:gd name="connsiteY4567" fmla="*/ 3545948 h 4821604"/>
              <a:gd name="connsiteX4568" fmla="*/ 2044472 w 2947832"/>
              <a:gd name="connsiteY4568" fmla="*/ 3565308 h 4821604"/>
              <a:gd name="connsiteX4569" fmla="*/ 2044472 w 2947832"/>
              <a:gd name="connsiteY4569" fmla="*/ 3568080 h 4821604"/>
              <a:gd name="connsiteX4570" fmla="*/ 2033327 w 2947832"/>
              <a:gd name="connsiteY4570" fmla="*/ 3587440 h 4821604"/>
              <a:gd name="connsiteX4571" fmla="*/ 2030921 w 2947832"/>
              <a:gd name="connsiteY4571" fmla="*/ 3588800 h 4821604"/>
              <a:gd name="connsiteX4572" fmla="*/ 2008579 w 2947832"/>
              <a:gd name="connsiteY4572" fmla="*/ 3588800 h 4821604"/>
              <a:gd name="connsiteX4573" fmla="*/ 2006172 w 2947832"/>
              <a:gd name="connsiteY4573" fmla="*/ 3587440 h 4821604"/>
              <a:gd name="connsiteX4574" fmla="*/ 1995028 w 2947832"/>
              <a:gd name="connsiteY4574" fmla="*/ 3568080 h 4821604"/>
              <a:gd name="connsiteX4575" fmla="*/ 1995028 w 2947832"/>
              <a:gd name="connsiteY4575" fmla="*/ 3565308 h 4821604"/>
              <a:gd name="connsiteX4576" fmla="*/ 2006172 w 2947832"/>
              <a:gd name="connsiteY4576" fmla="*/ 3545948 h 4821604"/>
              <a:gd name="connsiteX4577" fmla="*/ 2008579 w 2947832"/>
              <a:gd name="connsiteY4577" fmla="*/ 3544588 h 4821604"/>
              <a:gd name="connsiteX4578" fmla="*/ 1925806 w 2947832"/>
              <a:gd name="connsiteY4578" fmla="*/ 3544274 h 4821604"/>
              <a:gd name="connsiteX4579" fmla="*/ 1948409 w 2947832"/>
              <a:gd name="connsiteY4579" fmla="*/ 3544274 h 4821604"/>
              <a:gd name="connsiteX4580" fmla="*/ 1950815 w 2947832"/>
              <a:gd name="connsiteY4580" fmla="*/ 3545687 h 4821604"/>
              <a:gd name="connsiteX4581" fmla="*/ 1962117 w 2947832"/>
              <a:gd name="connsiteY4581" fmla="*/ 3565255 h 4821604"/>
              <a:gd name="connsiteX4582" fmla="*/ 1962117 w 2947832"/>
              <a:gd name="connsiteY4582" fmla="*/ 3568028 h 4821604"/>
              <a:gd name="connsiteX4583" fmla="*/ 1950815 w 2947832"/>
              <a:gd name="connsiteY4583" fmla="*/ 3587596 h 4821604"/>
              <a:gd name="connsiteX4584" fmla="*/ 1948409 w 2947832"/>
              <a:gd name="connsiteY4584" fmla="*/ 3589009 h 4821604"/>
              <a:gd name="connsiteX4585" fmla="*/ 1925806 w 2947832"/>
              <a:gd name="connsiteY4585" fmla="*/ 3589009 h 4821604"/>
              <a:gd name="connsiteX4586" fmla="*/ 1923399 w 2947832"/>
              <a:gd name="connsiteY4586" fmla="*/ 3587596 h 4821604"/>
              <a:gd name="connsiteX4587" fmla="*/ 1912097 w 2947832"/>
              <a:gd name="connsiteY4587" fmla="*/ 3568028 h 4821604"/>
              <a:gd name="connsiteX4588" fmla="*/ 1912097 w 2947832"/>
              <a:gd name="connsiteY4588" fmla="*/ 3565255 h 4821604"/>
              <a:gd name="connsiteX4589" fmla="*/ 1923399 w 2947832"/>
              <a:gd name="connsiteY4589" fmla="*/ 3545687 h 4821604"/>
              <a:gd name="connsiteX4590" fmla="*/ 1925806 w 2947832"/>
              <a:gd name="connsiteY4590" fmla="*/ 3544274 h 4821604"/>
              <a:gd name="connsiteX4591" fmla="*/ 1181844 w 2947832"/>
              <a:gd name="connsiteY4591" fmla="*/ 3544222 h 4821604"/>
              <a:gd name="connsiteX4592" fmla="*/ 1204499 w 2947832"/>
              <a:gd name="connsiteY4592" fmla="*/ 3544222 h 4821604"/>
              <a:gd name="connsiteX4593" fmla="*/ 1206906 w 2947832"/>
              <a:gd name="connsiteY4593" fmla="*/ 3545635 h 4821604"/>
              <a:gd name="connsiteX4594" fmla="*/ 1218207 w 2947832"/>
              <a:gd name="connsiteY4594" fmla="*/ 3565255 h 4821604"/>
              <a:gd name="connsiteX4595" fmla="*/ 1218207 w 2947832"/>
              <a:gd name="connsiteY4595" fmla="*/ 3568081 h 4821604"/>
              <a:gd name="connsiteX4596" fmla="*/ 1206906 w 2947832"/>
              <a:gd name="connsiteY4596" fmla="*/ 3587701 h 4821604"/>
              <a:gd name="connsiteX4597" fmla="*/ 1204499 w 2947832"/>
              <a:gd name="connsiteY4597" fmla="*/ 3589114 h 4821604"/>
              <a:gd name="connsiteX4598" fmla="*/ 1181844 w 2947832"/>
              <a:gd name="connsiteY4598" fmla="*/ 3589114 h 4821604"/>
              <a:gd name="connsiteX4599" fmla="*/ 1179437 w 2947832"/>
              <a:gd name="connsiteY4599" fmla="*/ 3587701 h 4821604"/>
              <a:gd name="connsiteX4600" fmla="*/ 1168135 w 2947832"/>
              <a:gd name="connsiteY4600" fmla="*/ 3568081 h 4821604"/>
              <a:gd name="connsiteX4601" fmla="*/ 1168135 w 2947832"/>
              <a:gd name="connsiteY4601" fmla="*/ 3565255 h 4821604"/>
              <a:gd name="connsiteX4602" fmla="*/ 1179437 w 2947832"/>
              <a:gd name="connsiteY4602" fmla="*/ 3545635 h 4821604"/>
              <a:gd name="connsiteX4603" fmla="*/ 1181844 w 2947832"/>
              <a:gd name="connsiteY4603" fmla="*/ 3544222 h 4821604"/>
              <a:gd name="connsiteX4604" fmla="*/ 436625 w 2947832"/>
              <a:gd name="connsiteY4604" fmla="*/ 3541606 h 4821604"/>
              <a:gd name="connsiteX4605" fmla="*/ 461949 w 2947832"/>
              <a:gd name="connsiteY4605" fmla="*/ 3541606 h 4821604"/>
              <a:gd name="connsiteX4606" fmla="*/ 464670 w 2947832"/>
              <a:gd name="connsiteY4606" fmla="*/ 3543176 h 4821604"/>
              <a:gd name="connsiteX4607" fmla="*/ 477331 w 2947832"/>
              <a:gd name="connsiteY4607" fmla="*/ 3565098 h 4821604"/>
              <a:gd name="connsiteX4608" fmla="*/ 477331 w 2947832"/>
              <a:gd name="connsiteY4608" fmla="*/ 3568238 h 4821604"/>
              <a:gd name="connsiteX4609" fmla="*/ 464670 w 2947832"/>
              <a:gd name="connsiteY4609" fmla="*/ 3590161 h 4821604"/>
              <a:gd name="connsiteX4610" fmla="*/ 461949 w 2947832"/>
              <a:gd name="connsiteY4610" fmla="*/ 3591730 h 4821604"/>
              <a:gd name="connsiteX4611" fmla="*/ 436625 w 2947832"/>
              <a:gd name="connsiteY4611" fmla="*/ 3591730 h 4821604"/>
              <a:gd name="connsiteX4612" fmla="*/ 433904 w 2947832"/>
              <a:gd name="connsiteY4612" fmla="*/ 3590161 h 4821604"/>
              <a:gd name="connsiteX4613" fmla="*/ 421243 w 2947832"/>
              <a:gd name="connsiteY4613" fmla="*/ 3568238 h 4821604"/>
              <a:gd name="connsiteX4614" fmla="*/ 421243 w 2947832"/>
              <a:gd name="connsiteY4614" fmla="*/ 3565098 h 4821604"/>
              <a:gd name="connsiteX4615" fmla="*/ 433904 w 2947832"/>
              <a:gd name="connsiteY4615" fmla="*/ 3543176 h 4821604"/>
              <a:gd name="connsiteX4616" fmla="*/ 436625 w 2947832"/>
              <a:gd name="connsiteY4616" fmla="*/ 3541606 h 4821604"/>
              <a:gd name="connsiteX4617" fmla="*/ 1345662 w 2947832"/>
              <a:gd name="connsiteY4617" fmla="*/ 3541292 h 4821604"/>
              <a:gd name="connsiteX4618" fmla="*/ 1371300 w 2947832"/>
              <a:gd name="connsiteY4618" fmla="*/ 3541292 h 4821604"/>
              <a:gd name="connsiteX4619" fmla="*/ 1374073 w 2947832"/>
              <a:gd name="connsiteY4619" fmla="*/ 3542862 h 4821604"/>
              <a:gd name="connsiteX4620" fmla="*/ 1386892 w 2947832"/>
              <a:gd name="connsiteY4620" fmla="*/ 3565098 h 4821604"/>
              <a:gd name="connsiteX4621" fmla="*/ 1386892 w 2947832"/>
              <a:gd name="connsiteY4621" fmla="*/ 3568290 h 4821604"/>
              <a:gd name="connsiteX4622" fmla="*/ 1374073 w 2947832"/>
              <a:gd name="connsiteY4622" fmla="*/ 3590527 h 4821604"/>
              <a:gd name="connsiteX4623" fmla="*/ 1371300 w 2947832"/>
              <a:gd name="connsiteY4623" fmla="*/ 3592097 h 4821604"/>
              <a:gd name="connsiteX4624" fmla="*/ 1345662 w 2947832"/>
              <a:gd name="connsiteY4624" fmla="*/ 3592097 h 4821604"/>
              <a:gd name="connsiteX4625" fmla="*/ 1342889 w 2947832"/>
              <a:gd name="connsiteY4625" fmla="*/ 3590527 h 4821604"/>
              <a:gd name="connsiteX4626" fmla="*/ 1330070 w 2947832"/>
              <a:gd name="connsiteY4626" fmla="*/ 3568290 h 4821604"/>
              <a:gd name="connsiteX4627" fmla="*/ 1330070 w 2947832"/>
              <a:gd name="connsiteY4627" fmla="*/ 3565098 h 4821604"/>
              <a:gd name="connsiteX4628" fmla="*/ 1342889 w 2947832"/>
              <a:gd name="connsiteY4628" fmla="*/ 3542862 h 4821604"/>
              <a:gd name="connsiteX4629" fmla="*/ 1345662 w 2947832"/>
              <a:gd name="connsiteY4629" fmla="*/ 3541292 h 4821604"/>
              <a:gd name="connsiteX4630" fmla="*/ 1262733 w 2947832"/>
              <a:gd name="connsiteY4630" fmla="*/ 3540821 h 4821604"/>
              <a:gd name="connsiteX4631" fmla="*/ 1288842 w 2947832"/>
              <a:gd name="connsiteY4631" fmla="*/ 3540821 h 4821604"/>
              <a:gd name="connsiteX4632" fmla="*/ 1291615 w 2947832"/>
              <a:gd name="connsiteY4632" fmla="*/ 3542443 h 4821604"/>
              <a:gd name="connsiteX4633" fmla="*/ 1304695 w 2947832"/>
              <a:gd name="connsiteY4633" fmla="*/ 3565046 h 4821604"/>
              <a:gd name="connsiteX4634" fmla="*/ 1304695 w 2947832"/>
              <a:gd name="connsiteY4634" fmla="*/ 3568290 h 4821604"/>
              <a:gd name="connsiteX4635" fmla="*/ 1291615 w 2947832"/>
              <a:gd name="connsiteY4635" fmla="*/ 3590893 h 4821604"/>
              <a:gd name="connsiteX4636" fmla="*/ 1288842 w 2947832"/>
              <a:gd name="connsiteY4636" fmla="*/ 3592515 h 4821604"/>
              <a:gd name="connsiteX4637" fmla="*/ 1262733 w 2947832"/>
              <a:gd name="connsiteY4637" fmla="*/ 3592515 h 4821604"/>
              <a:gd name="connsiteX4638" fmla="*/ 1259960 w 2947832"/>
              <a:gd name="connsiteY4638" fmla="*/ 3590893 h 4821604"/>
              <a:gd name="connsiteX4639" fmla="*/ 1246880 w 2947832"/>
              <a:gd name="connsiteY4639" fmla="*/ 3568290 h 4821604"/>
              <a:gd name="connsiteX4640" fmla="*/ 1246880 w 2947832"/>
              <a:gd name="connsiteY4640" fmla="*/ 3565046 h 4821604"/>
              <a:gd name="connsiteX4641" fmla="*/ 1259960 w 2947832"/>
              <a:gd name="connsiteY4641" fmla="*/ 3542443 h 4821604"/>
              <a:gd name="connsiteX4642" fmla="*/ 1262733 w 2947832"/>
              <a:gd name="connsiteY4642" fmla="*/ 3540821 h 4821604"/>
              <a:gd name="connsiteX4643" fmla="*/ 1428069 w 2947832"/>
              <a:gd name="connsiteY4643" fmla="*/ 3540769 h 4821604"/>
              <a:gd name="connsiteX4644" fmla="*/ 1454230 w 2947832"/>
              <a:gd name="connsiteY4644" fmla="*/ 3540769 h 4821604"/>
              <a:gd name="connsiteX4645" fmla="*/ 1457055 w 2947832"/>
              <a:gd name="connsiteY4645" fmla="*/ 3542391 h 4821604"/>
              <a:gd name="connsiteX4646" fmla="*/ 1470136 w 2947832"/>
              <a:gd name="connsiteY4646" fmla="*/ 3565046 h 4821604"/>
              <a:gd name="connsiteX4647" fmla="*/ 1470136 w 2947832"/>
              <a:gd name="connsiteY4647" fmla="*/ 3568290 h 4821604"/>
              <a:gd name="connsiteX4648" fmla="*/ 1457055 w 2947832"/>
              <a:gd name="connsiteY4648" fmla="*/ 3590945 h 4821604"/>
              <a:gd name="connsiteX4649" fmla="*/ 1454230 w 2947832"/>
              <a:gd name="connsiteY4649" fmla="*/ 3592567 h 4821604"/>
              <a:gd name="connsiteX4650" fmla="*/ 1428069 w 2947832"/>
              <a:gd name="connsiteY4650" fmla="*/ 3592567 h 4821604"/>
              <a:gd name="connsiteX4651" fmla="*/ 1425244 w 2947832"/>
              <a:gd name="connsiteY4651" fmla="*/ 3590945 h 4821604"/>
              <a:gd name="connsiteX4652" fmla="*/ 1412163 w 2947832"/>
              <a:gd name="connsiteY4652" fmla="*/ 3568290 h 4821604"/>
              <a:gd name="connsiteX4653" fmla="*/ 1412163 w 2947832"/>
              <a:gd name="connsiteY4653" fmla="*/ 3565046 h 4821604"/>
              <a:gd name="connsiteX4654" fmla="*/ 1425244 w 2947832"/>
              <a:gd name="connsiteY4654" fmla="*/ 3542391 h 4821604"/>
              <a:gd name="connsiteX4655" fmla="*/ 1428069 w 2947832"/>
              <a:gd name="connsiteY4655" fmla="*/ 3540769 h 4821604"/>
              <a:gd name="connsiteX4656" fmla="*/ 1839527 w 2947832"/>
              <a:gd name="connsiteY4656" fmla="*/ 3537106 h 4821604"/>
              <a:gd name="connsiteX4657" fmla="*/ 1869350 w 2947832"/>
              <a:gd name="connsiteY4657" fmla="*/ 3537106 h 4821604"/>
              <a:gd name="connsiteX4658" fmla="*/ 1872542 w 2947832"/>
              <a:gd name="connsiteY4658" fmla="*/ 3538937 h 4821604"/>
              <a:gd name="connsiteX4659" fmla="*/ 1887454 w 2947832"/>
              <a:gd name="connsiteY4659" fmla="*/ 3564784 h 4821604"/>
              <a:gd name="connsiteX4660" fmla="*/ 1887454 w 2947832"/>
              <a:gd name="connsiteY4660" fmla="*/ 3568499 h 4821604"/>
              <a:gd name="connsiteX4661" fmla="*/ 1872542 w 2947832"/>
              <a:gd name="connsiteY4661" fmla="*/ 3594346 h 4821604"/>
              <a:gd name="connsiteX4662" fmla="*/ 1869350 w 2947832"/>
              <a:gd name="connsiteY4662" fmla="*/ 3596177 h 4821604"/>
              <a:gd name="connsiteX4663" fmla="*/ 1839527 w 2947832"/>
              <a:gd name="connsiteY4663" fmla="*/ 3596177 h 4821604"/>
              <a:gd name="connsiteX4664" fmla="*/ 1836335 w 2947832"/>
              <a:gd name="connsiteY4664" fmla="*/ 3594346 h 4821604"/>
              <a:gd name="connsiteX4665" fmla="*/ 1821424 w 2947832"/>
              <a:gd name="connsiteY4665" fmla="*/ 3568499 h 4821604"/>
              <a:gd name="connsiteX4666" fmla="*/ 1821424 w 2947832"/>
              <a:gd name="connsiteY4666" fmla="*/ 3564784 h 4821604"/>
              <a:gd name="connsiteX4667" fmla="*/ 1836335 w 2947832"/>
              <a:gd name="connsiteY4667" fmla="*/ 3538937 h 4821604"/>
              <a:gd name="connsiteX4668" fmla="*/ 1839527 w 2947832"/>
              <a:gd name="connsiteY4668" fmla="*/ 3537106 h 4821604"/>
              <a:gd name="connsiteX4669" fmla="*/ 1507964 w 2947832"/>
              <a:gd name="connsiteY4669" fmla="*/ 3535275 h 4821604"/>
              <a:gd name="connsiteX4670" fmla="*/ 1539672 w 2947832"/>
              <a:gd name="connsiteY4670" fmla="*/ 3535275 h 4821604"/>
              <a:gd name="connsiteX4671" fmla="*/ 1543072 w 2947832"/>
              <a:gd name="connsiteY4671" fmla="*/ 3537211 h 4821604"/>
              <a:gd name="connsiteX4672" fmla="*/ 1558926 w 2947832"/>
              <a:gd name="connsiteY4672" fmla="*/ 3564680 h 4821604"/>
              <a:gd name="connsiteX4673" fmla="*/ 1558926 w 2947832"/>
              <a:gd name="connsiteY4673" fmla="*/ 3568604 h 4821604"/>
              <a:gd name="connsiteX4674" fmla="*/ 1543072 w 2947832"/>
              <a:gd name="connsiteY4674" fmla="*/ 3596073 h 4821604"/>
              <a:gd name="connsiteX4675" fmla="*/ 1539672 w 2947832"/>
              <a:gd name="connsiteY4675" fmla="*/ 3598009 h 4821604"/>
              <a:gd name="connsiteX4676" fmla="*/ 1507964 w 2947832"/>
              <a:gd name="connsiteY4676" fmla="*/ 3598009 h 4821604"/>
              <a:gd name="connsiteX4677" fmla="*/ 1504564 w 2947832"/>
              <a:gd name="connsiteY4677" fmla="*/ 3596073 h 4821604"/>
              <a:gd name="connsiteX4678" fmla="*/ 1488710 w 2947832"/>
              <a:gd name="connsiteY4678" fmla="*/ 3568604 h 4821604"/>
              <a:gd name="connsiteX4679" fmla="*/ 1488710 w 2947832"/>
              <a:gd name="connsiteY4679" fmla="*/ 3564680 h 4821604"/>
              <a:gd name="connsiteX4680" fmla="*/ 1504564 w 2947832"/>
              <a:gd name="connsiteY4680" fmla="*/ 3537211 h 4821604"/>
              <a:gd name="connsiteX4681" fmla="*/ 1507964 w 2947832"/>
              <a:gd name="connsiteY4681" fmla="*/ 3535275 h 4821604"/>
              <a:gd name="connsiteX4682" fmla="*/ 1590214 w 2947832"/>
              <a:gd name="connsiteY4682" fmla="*/ 3534595 h 4821604"/>
              <a:gd name="connsiteX4683" fmla="*/ 1622653 w 2947832"/>
              <a:gd name="connsiteY4683" fmla="*/ 3534595 h 4821604"/>
              <a:gd name="connsiteX4684" fmla="*/ 1626107 w 2947832"/>
              <a:gd name="connsiteY4684" fmla="*/ 3536583 h 4821604"/>
              <a:gd name="connsiteX4685" fmla="*/ 1642326 w 2947832"/>
              <a:gd name="connsiteY4685" fmla="*/ 3564680 h 4821604"/>
              <a:gd name="connsiteX4686" fmla="*/ 1642326 w 2947832"/>
              <a:gd name="connsiteY4686" fmla="*/ 3568709 h 4821604"/>
              <a:gd name="connsiteX4687" fmla="*/ 1626107 w 2947832"/>
              <a:gd name="connsiteY4687" fmla="*/ 3596805 h 4821604"/>
              <a:gd name="connsiteX4688" fmla="*/ 1622653 w 2947832"/>
              <a:gd name="connsiteY4688" fmla="*/ 3598794 h 4821604"/>
              <a:gd name="connsiteX4689" fmla="*/ 1590214 w 2947832"/>
              <a:gd name="connsiteY4689" fmla="*/ 3598794 h 4821604"/>
              <a:gd name="connsiteX4690" fmla="*/ 1586761 w 2947832"/>
              <a:gd name="connsiteY4690" fmla="*/ 3596805 h 4821604"/>
              <a:gd name="connsiteX4691" fmla="*/ 1570541 w 2947832"/>
              <a:gd name="connsiteY4691" fmla="*/ 3568709 h 4821604"/>
              <a:gd name="connsiteX4692" fmla="*/ 1570541 w 2947832"/>
              <a:gd name="connsiteY4692" fmla="*/ 3564680 h 4821604"/>
              <a:gd name="connsiteX4693" fmla="*/ 1586761 w 2947832"/>
              <a:gd name="connsiteY4693" fmla="*/ 3536583 h 4821604"/>
              <a:gd name="connsiteX4694" fmla="*/ 1590214 w 2947832"/>
              <a:gd name="connsiteY4694" fmla="*/ 3534595 h 4821604"/>
              <a:gd name="connsiteX4695" fmla="*/ 1755289 w 2947832"/>
              <a:gd name="connsiteY4695" fmla="*/ 3534072 h 4821604"/>
              <a:gd name="connsiteX4696" fmla="*/ 1788199 w 2947832"/>
              <a:gd name="connsiteY4696" fmla="*/ 3534072 h 4821604"/>
              <a:gd name="connsiteX4697" fmla="*/ 1791705 w 2947832"/>
              <a:gd name="connsiteY4697" fmla="*/ 3536113 h 4821604"/>
              <a:gd name="connsiteX4698" fmla="*/ 1808186 w 2947832"/>
              <a:gd name="connsiteY4698" fmla="*/ 3564628 h 4821604"/>
              <a:gd name="connsiteX4699" fmla="*/ 1808186 w 2947832"/>
              <a:gd name="connsiteY4699" fmla="*/ 3568709 h 4821604"/>
              <a:gd name="connsiteX4700" fmla="*/ 1791705 w 2947832"/>
              <a:gd name="connsiteY4700" fmla="*/ 3597224 h 4821604"/>
              <a:gd name="connsiteX4701" fmla="*/ 1788199 w 2947832"/>
              <a:gd name="connsiteY4701" fmla="*/ 3599265 h 4821604"/>
              <a:gd name="connsiteX4702" fmla="*/ 1755289 w 2947832"/>
              <a:gd name="connsiteY4702" fmla="*/ 3599265 h 4821604"/>
              <a:gd name="connsiteX4703" fmla="*/ 1751783 w 2947832"/>
              <a:gd name="connsiteY4703" fmla="*/ 3597224 h 4821604"/>
              <a:gd name="connsiteX4704" fmla="*/ 1735302 w 2947832"/>
              <a:gd name="connsiteY4704" fmla="*/ 3568709 h 4821604"/>
              <a:gd name="connsiteX4705" fmla="*/ 1735302 w 2947832"/>
              <a:gd name="connsiteY4705" fmla="*/ 3564628 h 4821604"/>
              <a:gd name="connsiteX4706" fmla="*/ 1751783 w 2947832"/>
              <a:gd name="connsiteY4706" fmla="*/ 3536113 h 4821604"/>
              <a:gd name="connsiteX4707" fmla="*/ 1755289 w 2947832"/>
              <a:gd name="connsiteY4707" fmla="*/ 3534072 h 4821604"/>
              <a:gd name="connsiteX4708" fmla="*/ 1672621 w 2947832"/>
              <a:gd name="connsiteY4708" fmla="*/ 3534072 h 4821604"/>
              <a:gd name="connsiteX4709" fmla="*/ 1705531 w 2947832"/>
              <a:gd name="connsiteY4709" fmla="*/ 3534072 h 4821604"/>
              <a:gd name="connsiteX4710" fmla="*/ 1709037 w 2947832"/>
              <a:gd name="connsiteY4710" fmla="*/ 3536113 h 4821604"/>
              <a:gd name="connsiteX4711" fmla="*/ 1725518 w 2947832"/>
              <a:gd name="connsiteY4711" fmla="*/ 3564628 h 4821604"/>
              <a:gd name="connsiteX4712" fmla="*/ 1725518 w 2947832"/>
              <a:gd name="connsiteY4712" fmla="*/ 3568709 h 4821604"/>
              <a:gd name="connsiteX4713" fmla="*/ 1709037 w 2947832"/>
              <a:gd name="connsiteY4713" fmla="*/ 3597224 h 4821604"/>
              <a:gd name="connsiteX4714" fmla="*/ 1705531 w 2947832"/>
              <a:gd name="connsiteY4714" fmla="*/ 3599265 h 4821604"/>
              <a:gd name="connsiteX4715" fmla="*/ 1672621 w 2947832"/>
              <a:gd name="connsiteY4715" fmla="*/ 3599265 h 4821604"/>
              <a:gd name="connsiteX4716" fmla="*/ 1669115 w 2947832"/>
              <a:gd name="connsiteY4716" fmla="*/ 3597224 h 4821604"/>
              <a:gd name="connsiteX4717" fmla="*/ 1652634 w 2947832"/>
              <a:gd name="connsiteY4717" fmla="*/ 3568709 h 4821604"/>
              <a:gd name="connsiteX4718" fmla="*/ 1652634 w 2947832"/>
              <a:gd name="connsiteY4718" fmla="*/ 3564628 h 4821604"/>
              <a:gd name="connsiteX4719" fmla="*/ 1669115 w 2947832"/>
              <a:gd name="connsiteY4719" fmla="*/ 3536113 h 4821604"/>
              <a:gd name="connsiteX4720" fmla="*/ 1672621 w 2947832"/>
              <a:gd name="connsiteY4720" fmla="*/ 3534072 h 4821604"/>
              <a:gd name="connsiteX4721" fmla="*/ 362694 w 2947832"/>
              <a:gd name="connsiteY4721" fmla="*/ 3476256 h 4821604"/>
              <a:gd name="connsiteX4722" fmla="*/ 370490 w 2947832"/>
              <a:gd name="connsiteY4722" fmla="*/ 3476256 h 4821604"/>
              <a:gd name="connsiteX4723" fmla="*/ 371327 w 2947832"/>
              <a:gd name="connsiteY4723" fmla="*/ 3476727 h 4821604"/>
              <a:gd name="connsiteX4724" fmla="*/ 375251 w 2947832"/>
              <a:gd name="connsiteY4724" fmla="*/ 3483476 h 4821604"/>
              <a:gd name="connsiteX4725" fmla="*/ 375251 w 2947832"/>
              <a:gd name="connsiteY4725" fmla="*/ 3484418 h 4821604"/>
              <a:gd name="connsiteX4726" fmla="*/ 371327 w 2947832"/>
              <a:gd name="connsiteY4726" fmla="*/ 3491168 h 4821604"/>
              <a:gd name="connsiteX4727" fmla="*/ 370490 w 2947832"/>
              <a:gd name="connsiteY4727" fmla="*/ 3491639 h 4821604"/>
              <a:gd name="connsiteX4728" fmla="*/ 362694 w 2947832"/>
              <a:gd name="connsiteY4728" fmla="*/ 3491639 h 4821604"/>
              <a:gd name="connsiteX4729" fmla="*/ 361857 w 2947832"/>
              <a:gd name="connsiteY4729" fmla="*/ 3491168 h 4821604"/>
              <a:gd name="connsiteX4730" fmla="*/ 357933 w 2947832"/>
              <a:gd name="connsiteY4730" fmla="*/ 3484418 h 4821604"/>
              <a:gd name="connsiteX4731" fmla="*/ 357933 w 2947832"/>
              <a:gd name="connsiteY4731" fmla="*/ 3483476 h 4821604"/>
              <a:gd name="connsiteX4732" fmla="*/ 361857 w 2947832"/>
              <a:gd name="connsiteY4732" fmla="*/ 3476727 h 4821604"/>
              <a:gd name="connsiteX4733" fmla="*/ 362694 w 2947832"/>
              <a:gd name="connsiteY4733" fmla="*/ 3476256 h 4821604"/>
              <a:gd name="connsiteX4734" fmla="*/ 608345 w 2947832"/>
              <a:gd name="connsiteY4734" fmla="*/ 3471599 h 4821604"/>
              <a:gd name="connsiteX4735" fmla="*/ 620850 w 2947832"/>
              <a:gd name="connsiteY4735" fmla="*/ 3471599 h 4821604"/>
              <a:gd name="connsiteX4736" fmla="*/ 622210 w 2947832"/>
              <a:gd name="connsiteY4736" fmla="*/ 3472384 h 4821604"/>
              <a:gd name="connsiteX4737" fmla="*/ 628436 w 2947832"/>
              <a:gd name="connsiteY4737" fmla="*/ 3483215 h 4821604"/>
              <a:gd name="connsiteX4738" fmla="*/ 628436 w 2947832"/>
              <a:gd name="connsiteY4738" fmla="*/ 3484784 h 4821604"/>
              <a:gd name="connsiteX4739" fmla="*/ 622210 w 2947832"/>
              <a:gd name="connsiteY4739" fmla="*/ 3495615 h 4821604"/>
              <a:gd name="connsiteX4740" fmla="*/ 620850 w 2947832"/>
              <a:gd name="connsiteY4740" fmla="*/ 3496399 h 4821604"/>
              <a:gd name="connsiteX4741" fmla="*/ 608345 w 2947832"/>
              <a:gd name="connsiteY4741" fmla="*/ 3496399 h 4821604"/>
              <a:gd name="connsiteX4742" fmla="*/ 606984 w 2947832"/>
              <a:gd name="connsiteY4742" fmla="*/ 3495615 h 4821604"/>
              <a:gd name="connsiteX4743" fmla="*/ 600758 w 2947832"/>
              <a:gd name="connsiteY4743" fmla="*/ 3484784 h 4821604"/>
              <a:gd name="connsiteX4744" fmla="*/ 600758 w 2947832"/>
              <a:gd name="connsiteY4744" fmla="*/ 3483215 h 4821604"/>
              <a:gd name="connsiteX4745" fmla="*/ 606984 w 2947832"/>
              <a:gd name="connsiteY4745" fmla="*/ 3472384 h 4821604"/>
              <a:gd name="connsiteX4746" fmla="*/ 608345 w 2947832"/>
              <a:gd name="connsiteY4746" fmla="*/ 3471599 h 4821604"/>
              <a:gd name="connsiteX4747" fmla="*/ 690123 w 2947832"/>
              <a:gd name="connsiteY4747" fmla="*/ 3469925 h 4821604"/>
              <a:gd name="connsiteX4748" fmla="*/ 704355 w 2947832"/>
              <a:gd name="connsiteY4748" fmla="*/ 3469925 h 4821604"/>
              <a:gd name="connsiteX4749" fmla="*/ 705872 w 2947832"/>
              <a:gd name="connsiteY4749" fmla="*/ 3470815 h 4821604"/>
              <a:gd name="connsiteX4750" fmla="*/ 712988 w 2947832"/>
              <a:gd name="connsiteY4750" fmla="*/ 3483110 h 4821604"/>
              <a:gd name="connsiteX4751" fmla="*/ 712988 w 2947832"/>
              <a:gd name="connsiteY4751" fmla="*/ 3484889 h 4821604"/>
              <a:gd name="connsiteX4752" fmla="*/ 705872 w 2947832"/>
              <a:gd name="connsiteY4752" fmla="*/ 3497185 h 4821604"/>
              <a:gd name="connsiteX4753" fmla="*/ 704355 w 2947832"/>
              <a:gd name="connsiteY4753" fmla="*/ 3498074 h 4821604"/>
              <a:gd name="connsiteX4754" fmla="*/ 690123 w 2947832"/>
              <a:gd name="connsiteY4754" fmla="*/ 3498074 h 4821604"/>
              <a:gd name="connsiteX4755" fmla="*/ 688606 w 2947832"/>
              <a:gd name="connsiteY4755" fmla="*/ 3497185 h 4821604"/>
              <a:gd name="connsiteX4756" fmla="*/ 681490 w 2947832"/>
              <a:gd name="connsiteY4756" fmla="*/ 3484889 h 4821604"/>
              <a:gd name="connsiteX4757" fmla="*/ 681490 w 2947832"/>
              <a:gd name="connsiteY4757" fmla="*/ 3483110 h 4821604"/>
              <a:gd name="connsiteX4758" fmla="*/ 688606 w 2947832"/>
              <a:gd name="connsiteY4758" fmla="*/ 3470815 h 4821604"/>
              <a:gd name="connsiteX4759" fmla="*/ 690123 w 2947832"/>
              <a:gd name="connsiteY4759" fmla="*/ 3469925 h 4821604"/>
              <a:gd name="connsiteX4760" fmla="*/ 524263 w 2947832"/>
              <a:gd name="connsiteY4760" fmla="*/ 3468879 h 4821604"/>
              <a:gd name="connsiteX4761" fmla="*/ 539541 w 2947832"/>
              <a:gd name="connsiteY4761" fmla="*/ 3468879 h 4821604"/>
              <a:gd name="connsiteX4762" fmla="*/ 541163 w 2947832"/>
              <a:gd name="connsiteY4762" fmla="*/ 3469821 h 4821604"/>
              <a:gd name="connsiteX4763" fmla="*/ 548802 w 2947832"/>
              <a:gd name="connsiteY4763" fmla="*/ 3483058 h 4821604"/>
              <a:gd name="connsiteX4764" fmla="*/ 548802 w 2947832"/>
              <a:gd name="connsiteY4764" fmla="*/ 3484941 h 4821604"/>
              <a:gd name="connsiteX4765" fmla="*/ 541163 w 2947832"/>
              <a:gd name="connsiteY4765" fmla="*/ 3498179 h 4821604"/>
              <a:gd name="connsiteX4766" fmla="*/ 539541 w 2947832"/>
              <a:gd name="connsiteY4766" fmla="*/ 3499121 h 4821604"/>
              <a:gd name="connsiteX4767" fmla="*/ 524263 w 2947832"/>
              <a:gd name="connsiteY4767" fmla="*/ 3499121 h 4821604"/>
              <a:gd name="connsiteX4768" fmla="*/ 522642 w 2947832"/>
              <a:gd name="connsiteY4768" fmla="*/ 3498179 h 4821604"/>
              <a:gd name="connsiteX4769" fmla="*/ 515002 w 2947832"/>
              <a:gd name="connsiteY4769" fmla="*/ 3484941 h 4821604"/>
              <a:gd name="connsiteX4770" fmla="*/ 515002 w 2947832"/>
              <a:gd name="connsiteY4770" fmla="*/ 3483058 h 4821604"/>
              <a:gd name="connsiteX4771" fmla="*/ 522642 w 2947832"/>
              <a:gd name="connsiteY4771" fmla="*/ 3469821 h 4821604"/>
              <a:gd name="connsiteX4772" fmla="*/ 524263 w 2947832"/>
              <a:gd name="connsiteY4772" fmla="*/ 3468879 h 4821604"/>
              <a:gd name="connsiteX4773" fmla="*/ 2094282 w 2947832"/>
              <a:gd name="connsiteY4773" fmla="*/ 3467937 h 4821604"/>
              <a:gd name="connsiteX4774" fmla="*/ 2110502 w 2947832"/>
              <a:gd name="connsiteY4774" fmla="*/ 3467937 h 4821604"/>
              <a:gd name="connsiteX4775" fmla="*/ 2112228 w 2947832"/>
              <a:gd name="connsiteY4775" fmla="*/ 3468931 h 4821604"/>
              <a:gd name="connsiteX4776" fmla="*/ 2120338 w 2947832"/>
              <a:gd name="connsiteY4776" fmla="*/ 3483006 h 4821604"/>
              <a:gd name="connsiteX4777" fmla="*/ 2120338 w 2947832"/>
              <a:gd name="connsiteY4777" fmla="*/ 3484994 h 4821604"/>
              <a:gd name="connsiteX4778" fmla="*/ 2112228 w 2947832"/>
              <a:gd name="connsiteY4778" fmla="*/ 3499068 h 4821604"/>
              <a:gd name="connsiteX4779" fmla="*/ 2110502 w 2947832"/>
              <a:gd name="connsiteY4779" fmla="*/ 3500063 h 4821604"/>
              <a:gd name="connsiteX4780" fmla="*/ 2094282 w 2947832"/>
              <a:gd name="connsiteY4780" fmla="*/ 3500063 h 4821604"/>
              <a:gd name="connsiteX4781" fmla="*/ 2092555 w 2947832"/>
              <a:gd name="connsiteY4781" fmla="*/ 3499068 h 4821604"/>
              <a:gd name="connsiteX4782" fmla="*/ 2084446 w 2947832"/>
              <a:gd name="connsiteY4782" fmla="*/ 3484994 h 4821604"/>
              <a:gd name="connsiteX4783" fmla="*/ 2084446 w 2947832"/>
              <a:gd name="connsiteY4783" fmla="*/ 3483006 h 4821604"/>
              <a:gd name="connsiteX4784" fmla="*/ 2092555 w 2947832"/>
              <a:gd name="connsiteY4784" fmla="*/ 3468931 h 4821604"/>
              <a:gd name="connsiteX4785" fmla="*/ 2094282 w 2947832"/>
              <a:gd name="connsiteY4785" fmla="*/ 3467937 h 4821604"/>
              <a:gd name="connsiteX4786" fmla="*/ 771693 w 2947832"/>
              <a:gd name="connsiteY4786" fmla="*/ 3467832 h 4821604"/>
              <a:gd name="connsiteX4787" fmla="*/ 788018 w 2947832"/>
              <a:gd name="connsiteY4787" fmla="*/ 3467832 h 4821604"/>
              <a:gd name="connsiteX4788" fmla="*/ 789744 w 2947832"/>
              <a:gd name="connsiteY4788" fmla="*/ 3468826 h 4821604"/>
              <a:gd name="connsiteX4789" fmla="*/ 797907 w 2947832"/>
              <a:gd name="connsiteY4789" fmla="*/ 3482953 h 4821604"/>
              <a:gd name="connsiteX4790" fmla="*/ 797907 w 2947832"/>
              <a:gd name="connsiteY4790" fmla="*/ 3484993 h 4821604"/>
              <a:gd name="connsiteX4791" fmla="*/ 789744 w 2947832"/>
              <a:gd name="connsiteY4791" fmla="*/ 3499120 h 4821604"/>
              <a:gd name="connsiteX4792" fmla="*/ 788018 w 2947832"/>
              <a:gd name="connsiteY4792" fmla="*/ 3500114 h 4821604"/>
              <a:gd name="connsiteX4793" fmla="*/ 771693 w 2947832"/>
              <a:gd name="connsiteY4793" fmla="*/ 3500114 h 4821604"/>
              <a:gd name="connsiteX4794" fmla="*/ 769967 w 2947832"/>
              <a:gd name="connsiteY4794" fmla="*/ 3499120 h 4821604"/>
              <a:gd name="connsiteX4795" fmla="*/ 761804 w 2947832"/>
              <a:gd name="connsiteY4795" fmla="*/ 3484993 h 4821604"/>
              <a:gd name="connsiteX4796" fmla="*/ 761804 w 2947832"/>
              <a:gd name="connsiteY4796" fmla="*/ 3482953 h 4821604"/>
              <a:gd name="connsiteX4797" fmla="*/ 769967 w 2947832"/>
              <a:gd name="connsiteY4797" fmla="*/ 3468826 h 4821604"/>
              <a:gd name="connsiteX4798" fmla="*/ 771693 w 2947832"/>
              <a:gd name="connsiteY4798" fmla="*/ 3467832 h 4821604"/>
              <a:gd name="connsiteX4799" fmla="*/ 2424798 w 2947832"/>
              <a:gd name="connsiteY4799" fmla="*/ 3467623 h 4821604"/>
              <a:gd name="connsiteX4800" fmla="*/ 2441332 w 2947832"/>
              <a:gd name="connsiteY4800" fmla="*/ 3467623 h 4821604"/>
              <a:gd name="connsiteX4801" fmla="*/ 2443111 w 2947832"/>
              <a:gd name="connsiteY4801" fmla="*/ 3468669 h 4821604"/>
              <a:gd name="connsiteX4802" fmla="*/ 2451378 w 2947832"/>
              <a:gd name="connsiteY4802" fmla="*/ 3483006 h 4821604"/>
              <a:gd name="connsiteX4803" fmla="*/ 2451378 w 2947832"/>
              <a:gd name="connsiteY4803" fmla="*/ 3485046 h 4821604"/>
              <a:gd name="connsiteX4804" fmla="*/ 2443111 w 2947832"/>
              <a:gd name="connsiteY4804" fmla="*/ 3499382 h 4821604"/>
              <a:gd name="connsiteX4805" fmla="*/ 2441332 w 2947832"/>
              <a:gd name="connsiteY4805" fmla="*/ 3500429 h 4821604"/>
              <a:gd name="connsiteX4806" fmla="*/ 2424798 w 2947832"/>
              <a:gd name="connsiteY4806" fmla="*/ 3500429 h 4821604"/>
              <a:gd name="connsiteX4807" fmla="*/ 2423019 w 2947832"/>
              <a:gd name="connsiteY4807" fmla="*/ 3499382 h 4821604"/>
              <a:gd name="connsiteX4808" fmla="*/ 2414753 w 2947832"/>
              <a:gd name="connsiteY4808" fmla="*/ 3485046 h 4821604"/>
              <a:gd name="connsiteX4809" fmla="*/ 2414753 w 2947832"/>
              <a:gd name="connsiteY4809" fmla="*/ 3483006 h 4821604"/>
              <a:gd name="connsiteX4810" fmla="*/ 2423019 w 2947832"/>
              <a:gd name="connsiteY4810" fmla="*/ 3468669 h 4821604"/>
              <a:gd name="connsiteX4811" fmla="*/ 2424798 w 2947832"/>
              <a:gd name="connsiteY4811" fmla="*/ 3467623 h 4821604"/>
              <a:gd name="connsiteX4812" fmla="*/ 2920651 w 2947832"/>
              <a:gd name="connsiteY4812" fmla="*/ 3467466 h 4821604"/>
              <a:gd name="connsiteX4813" fmla="*/ 2937342 w 2947832"/>
              <a:gd name="connsiteY4813" fmla="*/ 3467466 h 4821604"/>
              <a:gd name="connsiteX4814" fmla="*/ 2939121 w 2947832"/>
              <a:gd name="connsiteY4814" fmla="*/ 3468512 h 4821604"/>
              <a:gd name="connsiteX4815" fmla="*/ 2947440 w 2947832"/>
              <a:gd name="connsiteY4815" fmla="*/ 3482953 h 4821604"/>
              <a:gd name="connsiteX4816" fmla="*/ 2947440 w 2947832"/>
              <a:gd name="connsiteY4816" fmla="*/ 3484994 h 4821604"/>
              <a:gd name="connsiteX4817" fmla="*/ 2939121 w 2947832"/>
              <a:gd name="connsiteY4817" fmla="*/ 3499435 h 4821604"/>
              <a:gd name="connsiteX4818" fmla="*/ 2937342 w 2947832"/>
              <a:gd name="connsiteY4818" fmla="*/ 3500481 h 4821604"/>
              <a:gd name="connsiteX4819" fmla="*/ 2920651 w 2947832"/>
              <a:gd name="connsiteY4819" fmla="*/ 3500481 h 4821604"/>
              <a:gd name="connsiteX4820" fmla="*/ 2918873 w 2947832"/>
              <a:gd name="connsiteY4820" fmla="*/ 3499435 h 4821604"/>
              <a:gd name="connsiteX4821" fmla="*/ 2910554 w 2947832"/>
              <a:gd name="connsiteY4821" fmla="*/ 3484994 h 4821604"/>
              <a:gd name="connsiteX4822" fmla="*/ 2910554 w 2947832"/>
              <a:gd name="connsiteY4822" fmla="*/ 3482953 h 4821604"/>
              <a:gd name="connsiteX4823" fmla="*/ 2918873 w 2947832"/>
              <a:gd name="connsiteY4823" fmla="*/ 3468512 h 4821604"/>
              <a:gd name="connsiteX4824" fmla="*/ 2920651 w 2947832"/>
              <a:gd name="connsiteY4824" fmla="*/ 3467466 h 4821604"/>
              <a:gd name="connsiteX4825" fmla="*/ 2754896 w 2947832"/>
              <a:gd name="connsiteY4825" fmla="*/ 3466577 h 4821604"/>
              <a:gd name="connsiteX4826" fmla="*/ 2772476 w 2947832"/>
              <a:gd name="connsiteY4826" fmla="*/ 3466577 h 4821604"/>
              <a:gd name="connsiteX4827" fmla="*/ 2774360 w 2947832"/>
              <a:gd name="connsiteY4827" fmla="*/ 3467676 h 4821604"/>
              <a:gd name="connsiteX4828" fmla="*/ 2783150 w 2947832"/>
              <a:gd name="connsiteY4828" fmla="*/ 3482901 h 4821604"/>
              <a:gd name="connsiteX4829" fmla="*/ 2783150 w 2947832"/>
              <a:gd name="connsiteY4829" fmla="*/ 3485099 h 4821604"/>
              <a:gd name="connsiteX4830" fmla="*/ 2774360 w 2947832"/>
              <a:gd name="connsiteY4830" fmla="*/ 3500324 h 4821604"/>
              <a:gd name="connsiteX4831" fmla="*/ 2772476 w 2947832"/>
              <a:gd name="connsiteY4831" fmla="*/ 3501423 h 4821604"/>
              <a:gd name="connsiteX4832" fmla="*/ 2754896 w 2947832"/>
              <a:gd name="connsiteY4832" fmla="*/ 3501423 h 4821604"/>
              <a:gd name="connsiteX4833" fmla="*/ 2753013 w 2947832"/>
              <a:gd name="connsiteY4833" fmla="*/ 3500324 h 4821604"/>
              <a:gd name="connsiteX4834" fmla="*/ 2744222 w 2947832"/>
              <a:gd name="connsiteY4834" fmla="*/ 3485099 h 4821604"/>
              <a:gd name="connsiteX4835" fmla="*/ 2744222 w 2947832"/>
              <a:gd name="connsiteY4835" fmla="*/ 3482901 h 4821604"/>
              <a:gd name="connsiteX4836" fmla="*/ 2753013 w 2947832"/>
              <a:gd name="connsiteY4836" fmla="*/ 3467676 h 4821604"/>
              <a:gd name="connsiteX4837" fmla="*/ 2754896 w 2947832"/>
              <a:gd name="connsiteY4837" fmla="*/ 3466577 h 4821604"/>
              <a:gd name="connsiteX4838" fmla="*/ 2010828 w 2947832"/>
              <a:gd name="connsiteY4838" fmla="*/ 3466315 h 4821604"/>
              <a:gd name="connsiteX4839" fmla="*/ 2028670 w 2947832"/>
              <a:gd name="connsiteY4839" fmla="*/ 3466315 h 4821604"/>
              <a:gd name="connsiteX4840" fmla="*/ 2030606 w 2947832"/>
              <a:gd name="connsiteY4840" fmla="*/ 3467414 h 4821604"/>
              <a:gd name="connsiteX4841" fmla="*/ 2039553 w 2947832"/>
              <a:gd name="connsiteY4841" fmla="*/ 3482849 h 4821604"/>
              <a:gd name="connsiteX4842" fmla="*/ 2039553 w 2947832"/>
              <a:gd name="connsiteY4842" fmla="*/ 3485046 h 4821604"/>
              <a:gd name="connsiteX4843" fmla="*/ 2030606 w 2947832"/>
              <a:gd name="connsiteY4843" fmla="*/ 3500481 h 4821604"/>
              <a:gd name="connsiteX4844" fmla="*/ 2028670 w 2947832"/>
              <a:gd name="connsiteY4844" fmla="*/ 3501580 h 4821604"/>
              <a:gd name="connsiteX4845" fmla="*/ 2010828 w 2947832"/>
              <a:gd name="connsiteY4845" fmla="*/ 3501580 h 4821604"/>
              <a:gd name="connsiteX4846" fmla="*/ 2008892 w 2947832"/>
              <a:gd name="connsiteY4846" fmla="*/ 3500481 h 4821604"/>
              <a:gd name="connsiteX4847" fmla="*/ 1999945 w 2947832"/>
              <a:gd name="connsiteY4847" fmla="*/ 3485046 h 4821604"/>
              <a:gd name="connsiteX4848" fmla="*/ 1999945 w 2947832"/>
              <a:gd name="connsiteY4848" fmla="*/ 3482849 h 4821604"/>
              <a:gd name="connsiteX4849" fmla="*/ 2008892 w 2947832"/>
              <a:gd name="connsiteY4849" fmla="*/ 3467414 h 4821604"/>
              <a:gd name="connsiteX4850" fmla="*/ 2010828 w 2947832"/>
              <a:gd name="connsiteY4850" fmla="*/ 3466315 h 4821604"/>
              <a:gd name="connsiteX4851" fmla="*/ 1101529 w 2947832"/>
              <a:gd name="connsiteY4851" fmla="*/ 3466263 h 4821604"/>
              <a:gd name="connsiteX4852" fmla="*/ 1119475 w 2947832"/>
              <a:gd name="connsiteY4852" fmla="*/ 3466263 h 4821604"/>
              <a:gd name="connsiteX4853" fmla="*/ 1121411 w 2947832"/>
              <a:gd name="connsiteY4853" fmla="*/ 3467362 h 4821604"/>
              <a:gd name="connsiteX4854" fmla="*/ 1130410 w 2947832"/>
              <a:gd name="connsiteY4854" fmla="*/ 3482901 h 4821604"/>
              <a:gd name="connsiteX4855" fmla="*/ 1130410 w 2947832"/>
              <a:gd name="connsiteY4855" fmla="*/ 3485099 h 4821604"/>
              <a:gd name="connsiteX4856" fmla="*/ 1121411 w 2947832"/>
              <a:gd name="connsiteY4856" fmla="*/ 3500638 h 4821604"/>
              <a:gd name="connsiteX4857" fmla="*/ 1119475 w 2947832"/>
              <a:gd name="connsiteY4857" fmla="*/ 3501737 h 4821604"/>
              <a:gd name="connsiteX4858" fmla="*/ 1101529 w 2947832"/>
              <a:gd name="connsiteY4858" fmla="*/ 3501737 h 4821604"/>
              <a:gd name="connsiteX4859" fmla="*/ 1099593 w 2947832"/>
              <a:gd name="connsiteY4859" fmla="*/ 3500638 h 4821604"/>
              <a:gd name="connsiteX4860" fmla="*/ 1090594 w 2947832"/>
              <a:gd name="connsiteY4860" fmla="*/ 3485099 h 4821604"/>
              <a:gd name="connsiteX4861" fmla="*/ 1090594 w 2947832"/>
              <a:gd name="connsiteY4861" fmla="*/ 3482901 h 4821604"/>
              <a:gd name="connsiteX4862" fmla="*/ 1099593 w 2947832"/>
              <a:gd name="connsiteY4862" fmla="*/ 3467362 h 4821604"/>
              <a:gd name="connsiteX4863" fmla="*/ 1101529 w 2947832"/>
              <a:gd name="connsiteY4863" fmla="*/ 3466263 h 4821604"/>
              <a:gd name="connsiteX4864" fmla="*/ 1018756 w 2947832"/>
              <a:gd name="connsiteY4864" fmla="*/ 3466053 h 4821604"/>
              <a:gd name="connsiteX4865" fmla="*/ 1036912 w 2947832"/>
              <a:gd name="connsiteY4865" fmla="*/ 3466053 h 4821604"/>
              <a:gd name="connsiteX4866" fmla="*/ 1038848 w 2947832"/>
              <a:gd name="connsiteY4866" fmla="*/ 3467152 h 4821604"/>
              <a:gd name="connsiteX4867" fmla="*/ 1047899 w 2947832"/>
              <a:gd name="connsiteY4867" fmla="*/ 3482848 h 4821604"/>
              <a:gd name="connsiteX4868" fmla="*/ 1047899 w 2947832"/>
              <a:gd name="connsiteY4868" fmla="*/ 3485098 h 4821604"/>
              <a:gd name="connsiteX4869" fmla="*/ 1038848 w 2947832"/>
              <a:gd name="connsiteY4869" fmla="*/ 3500795 h 4821604"/>
              <a:gd name="connsiteX4870" fmla="*/ 1036912 w 2947832"/>
              <a:gd name="connsiteY4870" fmla="*/ 3501894 h 4821604"/>
              <a:gd name="connsiteX4871" fmla="*/ 1018756 w 2947832"/>
              <a:gd name="connsiteY4871" fmla="*/ 3501894 h 4821604"/>
              <a:gd name="connsiteX4872" fmla="*/ 1016820 w 2947832"/>
              <a:gd name="connsiteY4872" fmla="*/ 3500795 h 4821604"/>
              <a:gd name="connsiteX4873" fmla="*/ 1007769 w 2947832"/>
              <a:gd name="connsiteY4873" fmla="*/ 3485098 h 4821604"/>
              <a:gd name="connsiteX4874" fmla="*/ 1007769 w 2947832"/>
              <a:gd name="connsiteY4874" fmla="*/ 3482848 h 4821604"/>
              <a:gd name="connsiteX4875" fmla="*/ 1016820 w 2947832"/>
              <a:gd name="connsiteY4875" fmla="*/ 3467152 h 4821604"/>
              <a:gd name="connsiteX4876" fmla="*/ 1018756 w 2947832"/>
              <a:gd name="connsiteY4876" fmla="*/ 3466053 h 4821604"/>
              <a:gd name="connsiteX4877" fmla="*/ 2258520 w 2947832"/>
              <a:gd name="connsiteY4877" fmla="*/ 3465739 h 4821604"/>
              <a:gd name="connsiteX4878" fmla="*/ 2276989 w 2947832"/>
              <a:gd name="connsiteY4878" fmla="*/ 3465739 h 4821604"/>
              <a:gd name="connsiteX4879" fmla="*/ 2278977 w 2947832"/>
              <a:gd name="connsiteY4879" fmla="*/ 3466890 h 4821604"/>
              <a:gd name="connsiteX4880" fmla="*/ 2288186 w 2947832"/>
              <a:gd name="connsiteY4880" fmla="*/ 3482848 h 4821604"/>
              <a:gd name="connsiteX4881" fmla="*/ 2288186 w 2947832"/>
              <a:gd name="connsiteY4881" fmla="*/ 3485150 h 4821604"/>
              <a:gd name="connsiteX4882" fmla="*/ 2278977 w 2947832"/>
              <a:gd name="connsiteY4882" fmla="*/ 3501109 h 4821604"/>
              <a:gd name="connsiteX4883" fmla="*/ 2276989 w 2947832"/>
              <a:gd name="connsiteY4883" fmla="*/ 3502259 h 4821604"/>
              <a:gd name="connsiteX4884" fmla="*/ 2258520 w 2947832"/>
              <a:gd name="connsiteY4884" fmla="*/ 3502259 h 4821604"/>
              <a:gd name="connsiteX4885" fmla="*/ 2256532 w 2947832"/>
              <a:gd name="connsiteY4885" fmla="*/ 3501109 h 4821604"/>
              <a:gd name="connsiteX4886" fmla="*/ 2247323 w 2947832"/>
              <a:gd name="connsiteY4886" fmla="*/ 3485150 h 4821604"/>
              <a:gd name="connsiteX4887" fmla="*/ 2247323 w 2947832"/>
              <a:gd name="connsiteY4887" fmla="*/ 3482848 h 4821604"/>
              <a:gd name="connsiteX4888" fmla="*/ 2256532 w 2947832"/>
              <a:gd name="connsiteY4888" fmla="*/ 3466890 h 4821604"/>
              <a:gd name="connsiteX4889" fmla="*/ 2258520 w 2947832"/>
              <a:gd name="connsiteY4889" fmla="*/ 3465739 h 4821604"/>
              <a:gd name="connsiteX4890" fmla="*/ 2175589 w 2947832"/>
              <a:gd name="connsiteY4890" fmla="*/ 3465269 h 4821604"/>
              <a:gd name="connsiteX4891" fmla="*/ 2194529 w 2947832"/>
              <a:gd name="connsiteY4891" fmla="*/ 3465269 h 4821604"/>
              <a:gd name="connsiteX4892" fmla="*/ 2196570 w 2947832"/>
              <a:gd name="connsiteY4892" fmla="*/ 3466420 h 4821604"/>
              <a:gd name="connsiteX4893" fmla="*/ 2206041 w 2947832"/>
              <a:gd name="connsiteY4893" fmla="*/ 3482849 h 4821604"/>
              <a:gd name="connsiteX4894" fmla="*/ 2206041 w 2947832"/>
              <a:gd name="connsiteY4894" fmla="*/ 3485204 h 4821604"/>
              <a:gd name="connsiteX4895" fmla="*/ 2196570 w 2947832"/>
              <a:gd name="connsiteY4895" fmla="*/ 3501632 h 4821604"/>
              <a:gd name="connsiteX4896" fmla="*/ 2194529 w 2947832"/>
              <a:gd name="connsiteY4896" fmla="*/ 3502784 h 4821604"/>
              <a:gd name="connsiteX4897" fmla="*/ 2175589 w 2947832"/>
              <a:gd name="connsiteY4897" fmla="*/ 3502784 h 4821604"/>
              <a:gd name="connsiteX4898" fmla="*/ 2173549 w 2947832"/>
              <a:gd name="connsiteY4898" fmla="*/ 3501632 h 4821604"/>
              <a:gd name="connsiteX4899" fmla="*/ 2164078 w 2947832"/>
              <a:gd name="connsiteY4899" fmla="*/ 3485204 h 4821604"/>
              <a:gd name="connsiteX4900" fmla="*/ 2164078 w 2947832"/>
              <a:gd name="connsiteY4900" fmla="*/ 3482849 h 4821604"/>
              <a:gd name="connsiteX4901" fmla="*/ 2173549 w 2947832"/>
              <a:gd name="connsiteY4901" fmla="*/ 3466420 h 4821604"/>
              <a:gd name="connsiteX4902" fmla="*/ 2175589 w 2947832"/>
              <a:gd name="connsiteY4902" fmla="*/ 3465269 h 4821604"/>
              <a:gd name="connsiteX4903" fmla="*/ 852897 w 2947832"/>
              <a:gd name="connsiteY4903" fmla="*/ 3464955 h 4821604"/>
              <a:gd name="connsiteX4904" fmla="*/ 872099 w 2947832"/>
              <a:gd name="connsiteY4904" fmla="*/ 3464955 h 4821604"/>
              <a:gd name="connsiteX4905" fmla="*/ 874139 w 2947832"/>
              <a:gd name="connsiteY4905" fmla="*/ 3466158 h 4821604"/>
              <a:gd name="connsiteX4906" fmla="*/ 883766 w 2947832"/>
              <a:gd name="connsiteY4906" fmla="*/ 3482797 h 4821604"/>
              <a:gd name="connsiteX4907" fmla="*/ 883766 w 2947832"/>
              <a:gd name="connsiteY4907" fmla="*/ 3485151 h 4821604"/>
              <a:gd name="connsiteX4908" fmla="*/ 874139 w 2947832"/>
              <a:gd name="connsiteY4908" fmla="*/ 3501789 h 4821604"/>
              <a:gd name="connsiteX4909" fmla="*/ 872099 w 2947832"/>
              <a:gd name="connsiteY4909" fmla="*/ 3502993 h 4821604"/>
              <a:gd name="connsiteX4910" fmla="*/ 852897 w 2947832"/>
              <a:gd name="connsiteY4910" fmla="*/ 3502993 h 4821604"/>
              <a:gd name="connsiteX4911" fmla="*/ 850856 w 2947832"/>
              <a:gd name="connsiteY4911" fmla="*/ 3501789 h 4821604"/>
              <a:gd name="connsiteX4912" fmla="*/ 841229 w 2947832"/>
              <a:gd name="connsiteY4912" fmla="*/ 3485151 h 4821604"/>
              <a:gd name="connsiteX4913" fmla="*/ 841229 w 2947832"/>
              <a:gd name="connsiteY4913" fmla="*/ 3482797 h 4821604"/>
              <a:gd name="connsiteX4914" fmla="*/ 850856 w 2947832"/>
              <a:gd name="connsiteY4914" fmla="*/ 3466158 h 4821604"/>
              <a:gd name="connsiteX4915" fmla="*/ 852897 w 2947832"/>
              <a:gd name="connsiteY4915" fmla="*/ 3464955 h 4821604"/>
              <a:gd name="connsiteX4916" fmla="*/ 2340718 w 2947832"/>
              <a:gd name="connsiteY4916" fmla="*/ 3464902 h 4821604"/>
              <a:gd name="connsiteX4917" fmla="*/ 2359972 w 2947832"/>
              <a:gd name="connsiteY4917" fmla="*/ 3464902 h 4821604"/>
              <a:gd name="connsiteX4918" fmla="*/ 2362012 w 2947832"/>
              <a:gd name="connsiteY4918" fmla="*/ 3466105 h 4821604"/>
              <a:gd name="connsiteX4919" fmla="*/ 2371640 w 2947832"/>
              <a:gd name="connsiteY4919" fmla="*/ 3482796 h 4821604"/>
              <a:gd name="connsiteX4920" fmla="*/ 2371640 w 2947832"/>
              <a:gd name="connsiteY4920" fmla="*/ 3485203 h 4821604"/>
              <a:gd name="connsiteX4921" fmla="*/ 2362012 w 2947832"/>
              <a:gd name="connsiteY4921" fmla="*/ 3501894 h 4821604"/>
              <a:gd name="connsiteX4922" fmla="*/ 2359972 w 2947832"/>
              <a:gd name="connsiteY4922" fmla="*/ 3503097 h 4821604"/>
              <a:gd name="connsiteX4923" fmla="*/ 2340718 w 2947832"/>
              <a:gd name="connsiteY4923" fmla="*/ 3503097 h 4821604"/>
              <a:gd name="connsiteX4924" fmla="*/ 2338677 w 2947832"/>
              <a:gd name="connsiteY4924" fmla="*/ 3501894 h 4821604"/>
              <a:gd name="connsiteX4925" fmla="*/ 2329050 w 2947832"/>
              <a:gd name="connsiteY4925" fmla="*/ 3485203 h 4821604"/>
              <a:gd name="connsiteX4926" fmla="*/ 2329050 w 2947832"/>
              <a:gd name="connsiteY4926" fmla="*/ 3482796 h 4821604"/>
              <a:gd name="connsiteX4927" fmla="*/ 2338677 w 2947832"/>
              <a:gd name="connsiteY4927" fmla="*/ 3466105 h 4821604"/>
              <a:gd name="connsiteX4928" fmla="*/ 2340718 w 2947832"/>
              <a:gd name="connsiteY4928" fmla="*/ 3464902 h 4821604"/>
              <a:gd name="connsiteX4929" fmla="*/ 935146 w 2947832"/>
              <a:gd name="connsiteY4929" fmla="*/ 3464117 h 4821604"/>
              <a:gd name="connsiteX4930" fmla="*/ 955237 w 2947832"/>
              <a:gd name="connsiteY4930" fmla="*/ 3464117 h 4821604"/>
              <a:gd name="connsiteX4931" fmla="*/ 957383 w 2947832"/>
              <a:gd name="connsiteY4931" fmla="*/ 3465373 h 4821604"/>
              <a:gd name="connsiteX4932" fmla="*/ 967428 w 2947832"/>
              <a:gd name="connsiteY4932" fmla="*/ 3482744 h 4821604"/>
              <a:gd name="connsiteX4933" fmla="*/ 967428 w 2947832"/>
              <a:gd name="connsiteY4933" fmla="*/ 3485203 h 4821604"/>
              <a:gd name="connsiteX4934" fmla="*/ 957383 w 2947832"/>
              <a:gd name="connsiteY4934" fmla="*/ 3502573 h 4821604"/>
              <a:gd name="connsiteX4935" fmla="*/ 955237 w 2947832"/>
              <a:gd name="connsiteY4935" fmla="*/ 3503829 h 4821604"/>
              <a:gd name="connsiteX4936" fmla="*/ 935146 w 2947832"/>
              <a:gd name="connsiteY4936" fmla="*/ 3503829 h 4821604"/>
              <a:gd name="connsiteX4937" fmla="*/ 933001 w 2947832"/>
              <a:gd name="connsiteY4937" fmla="*/ 3502573 h 4821604"/>
              <a:gd name="connsiteX4938" fmla="*/ 922955 w 2947832"/>
              <a:gd name="connsiteY4938" fmla="*/ 3485203 h 4821604"/>
              <a:gd name="connsiteX4939" fmla="*/ 922955 w 2947832"/>
              <a:gd name="connsiteY4939" fmla="*/ 3482744 h 4821604"/>
              <a:gd name="connsiteX4940" fmla="*/ 933001 w 2947832"/>
              <a:gd name="connsiteY4940" fmla="*/ 3465373 h 4821604"/>
              <a:gd name="connsiteX4941" fmla="*/ 935146 w 2947832"/>
              <a:gd name="connsiteY4941" fmla="*/ 3464117 h 4821604"/>
              <a:gd name="connsiteX4942" fmla="*/ 1927009 w 2947832"/>
              <a:gd name="connsiteY4942" fmla="*/ 3464065 h 4821604"/>
              <a:gd name="connsiteX4943" fmla="*/ 1947100 w 2947832"/>
              <a:gd name="connsiteY4943" fmla="*/ 3464065 h 4821604"/>
              <a:gd name="connsiteX4944" fmla="*/ 1949246 w 2947832"/>
              <a:gd name="connsiteY4944" fmla="*/ 3465321 h 4821604"/>
              <a:gd name="connsiteX4945" fmla="*/ 1959291 w 2947832"/>
              <a:gd name="connsiteY4945" fmla="*/ 3482744 h 4821604"/>
              <a:gd name="connsiteX4946" fmla="*/ 1959291 w 2947832"/>
              <a:gd name="connsiteY4946" fmla="*/ 3485255 h 4821604"/>
              <a:gd name="connsiteX4947" fmla="*/ 1949246 w 2947832"/>
              <a:gd name="connsiteY4947" fmla="*/ 3502678 h 4821604"/>
              <a:gd name="connsiteX4948" fmla="*/ 1947100 w 2947832"/>
              <a:gd name="connsiteY4948" fmla="*/ 3503934 h 4821604"/>
              <a:gd name="connsiteX4949" fmla="*/ 1927009 w 2947832"/>
              <a:gd name="connsiteY4949" fmla="*/ 3503934 h 4821604"/>
              <a:gd name="connsiteX4950" fmla="*/ 1924864 w 2947832"/>
              <a:gd name="connsiteY4950" fmla="*/ 3502678 h 4821604"/>
              <a:gd name="connsiteX4951" fmla="*/ 1914818 w 2947832"/>
              <a:gd name="connsiteY4951" fmla="*/ 3485255 h 4821604"/>
              <a:gd name="connsiteX4952" fmla="*/ 1914818 w 2947832"/>
              <a:gd name="connsiteY4952" fmla="*/ 3482744 h 4821604"/>
              <a:gd name="connsiteX4953" fmla="*/ 1924864 w 2947832"/>
              <a:gd name="connsiteY4953" fmla="*/ 3465321 h 4821604"/>
              <a:gd name="connsiteX4954" fmla="*/ 1927009 w 2947832"/>
              <a:gd name="connsiteY4954" fmla="*/ 3464065 h 4821604"/>
              <a:gd name="connsiteX4955" fmla="*/ 2836100 w 2947832"/>
              <a:gd name="connsiteY4955" fmla="*/ 3463699 h 4821604"/>
              <a:gd name="connsiteX4956" fmla="*/ 2856610 w 2947832"/>
              <a:gd name="connsiteY4956" fmla="*/ 3463699 h 4821604"/>
              <a:gd name="connsiteX4957" fmla="*/ 2858807 w 2947832"/>
              <a:gd name="connsiteY4957" fmla="*/ 3464955 h 4821604"/>
              <a:gd name="connsiteX4958" fmla="*/ 2869062 w 2947832"/>
              <a:gd name="connsiteY4958" fmla="*/ 3482744 h 4821604"/>
              <a:gd name="connsiteX4959" fmla="*/ 2869062 w 2947832"/>
              <a:gd name="connsiteY4959" fmla="*/ 3485308 h 4821604"/>
              <a:gd name="connsiteX4960" fmla="*/ 2858807 w 2947832"/>
              <a:gd name="connsiteY4960" fmla="*/ 3503097 h 4821604"/>
              <a:gd name="connsiteX4961" fmla="*/ 2856610 w 2947832"/>
              <a:gd name="connsiteY4961" fmla="*/ 3504353 h 4821604"/>
              <a:gd name="connsiteX4962" fmla="*/ 2836100 w 2947832"/>
              <a:gd name="connsiteY4962" fmla="*/ 3504353 h 4821604"/>
              <a:gd name="connsiteX4963" fmla="*/ 2833902 w 2947832"/>
              <a:gd name="connsiteY4963" fmla="*/ 3503097 h 4821604"/>
              <a:gd name="connsiteX4964" fmla="*/ 2823647 w 2947832"/>
              <a:gd name="connsiteY4964" fmla="*/ 3485308 h 4821604"/>
              <a:gd name="connsiteX4965" fmla="*/ 2823647 w 2947832"/>
              <a:gd name="connsiteY4965" fmla="*/ 3482744 h 4821604"/>
              <a:gd name="connsiteX4966" fmla="*/ 2833902 w 2947832"/>
              <a:gd name="connsiteY4966" fmla="*/ 3464955 h 4821604"/>
              <a:gd name="connsiteX4967" fmla="*/ 2836100 w 2947832"/>
              <a:gd name="connsiteY4967" fmla="*/ 3463699 h 4821604"/>
              <a:gd name="connsiteX4968" fmla="*/ 1182732 w 2947832"/>
              <a:gd name="connsiteY4968" fmla="*/ 3463280 h 4821604"/>
              <a:gd name="connsiteX4969" fmla="*/ 1203661 w 2947832"/>
              <a:gd name="connsiteY4969" fmla="*/ 3463280 h 4821604"/>
              <a:gd name="connsiteX4970" fmla="*/ 1205911 w 2947832"/>
              <a:gd name="connsiteY4970" fmla="*/ 3464588 h 4821604"/>
              <a:gd name="connsiteX4971" fmla="*/ 1216375 w 2947832"/>
              <a:gd name="connsiteY4971" fmla="*/ 3482691 h 4821604"/>
              <a:gd name="connsiteX4972" fmla="*/ 1216375 w 2947832"/>
              <a:gd name="connsiteY4972" fmla="*/ 3485255 h 4821604"/>
              <a:gd name="connsiteX4973" fmla="*/ 1205911 w 2947832"/>
              <a:gd name="connsiteY4973" fmla="*/ 3503358 h 4821604"/>
              <a:gd name="connsiteX4974" fmla="*/ 1203661 w 2947832"/>
              <a:gd name="connsiteY4974" fmla="*/ 3504666 h 4821604"/>
              <a:gd name="connsiteX4975" fmla="*/ 1182732 w 2947832"/>
              <a:gd name="connsiteY4975" fmla="*/ 3504666 h 4821604"/>
              <a:gd name="connsiteX4976" fmla="*/ 1180482 w 2947832"/>
              <a:gd name="connsiteY4976" fmla="*/ 3503358 h 4821604"/>
              <a:gd name="connsiteX4977" fmla="*/ 1170018 w 2947832"/>
              <a:gd name="connsiteY4977" fmla="*/ 3485255 h 4821604"/>
              <a:gd name="connsiteX4978" fmla="*/ 1170018 w 2947832"/>
              <a:gd name="connsiteY4978" fmla="*/ 3482691 h 4821604"/>
              <a:gd name="connsiteX4979" fmla="*/ 1180482 w 2947832"/>
              <a:gd name="connsiteY4979" fmla="*/ 3464588 h 4821604"/>
              <a:gd name="connsiteX4980" fmla="*/ 1182732 w 2947832"/>
              <a:gd name="connsiteY4980" fmla="*/ 3463280 h 4821604"/>
              <a:gd name="connsiteX4981" fmla="*/ 2505113 w 2947832"/>
              <a:gd name="connsiteY4981" fmla="*/ 3462967 h 4821604"/>
              <a:gd name="connsiteX4982" fmla="*/ 2526407 w 2947832"/>
              <a:gd name="connsiteY4982" fmla="*/ 3462967 h 4821604"/>
              <a:gd name="connsiteX4983" fmla="*/ 2528710 w 2947832"/>
              <a:gd name="connsiteY4983" fmla="*/ 3464275 h 4821604"/>
              <a:gd name="connsiteX4984" fmla="*/ 2539331 w 2947832"/>
              <a:gd name="connsiteY4984" fmla="*/ 3482692 h 4821604"/>
              <a:gd name="connsiteX4985" fmla="*/ 2539331 w 2947832"/>
              <a:gd name="connsiteY4985" fmla="*/ 3485308 h 4821604"/>
              <a:gd name="connsiteX4986" fmla="*/ 2528710 w 2947832"/>
              <a:gd name="connsiteY4986" fmla="*/ 3503726 h 4821604"/>
              <a:gd name="connsiteX4987" fmla="*/ 2526407 w 2947832"/>
              <a:gd name="connsiteY4987" fmla="*/ 3505034 h 4821604"/>
              <a:gd name="connsiteX4988" fmla="*/ 2505113 w 2947832"/>
              <a:gd name="connsiteY4988" fmla="*/ 3505034 h 4821604"/>
              <a:gd name="connsiteX4989" fmla="*/ 2502810 w 2947832"/>
              <a:gd name="connsiteY4989" fmla="*/ 3503726 h 4821604"/>
              <a:gd name="connsiteX4990" fmla="*/ 2492189 w 2947832"/>
              <a:gd name="connsiteY4990" fmla="*/ 3485308 h 4821604"/>
              <a:gd name="connsiteX4991" fmla="*/ 2492189 w 2947832"/>
              <a:gd name="connsiteY4991" fmla="*/ 3482692 h 4821604"/>
              <a:gd name="connsiteX4992" fmla="*/ 2502810 w 2947832"/>
              <a:gd name="connsiteY4992" fmla="*/ 3464275 h 4821604"/>
              <a:gd name="connsiteX4993" fmla="*/ 2505113 w 2947832"/>
              <a:gd name="connsiteY4993" fmla="*/ 3462967 h 4821604"/>
              <a:gd name="connsiteX4994" fmla="*/ 2669874 w 2947832"/>
              <a:gd name="connsiteY4994" fmla="*/ 3461972 h 4821604"/>
              <a:gd name="connsiteX4995" fmla="*/ 2692163 w 2947832"/>
              <a:gd name="connsiteY4995" fmla="*/ 3461972 h 4821604"/>
              <a:gd name="connsiteX4996" fmla="*/ 2694569 w 2947832"/>
              <a:gd name="connsiteY4996" fmla="*/ 3463332 h 4821604"/>
              <a:gd name="connsiteX4997" fmla="*/ 2705714 w 2947832"/>
              <a:gd name="connsiteY4997" fmla="*/ 3482639 h 4821604"/>
              <a:gd name="connsiteX4998" fmla="*/ 2705714 w 2947832"/>
              <a:gd name="connsiteY4998" fmla="*/ 3485412 h 4821604"/>
              <a:gd name="connsiteX4999" fmla="*/ 2694569 w 2947832"/>
              <a:gd name="connsiteY4999" fmla="*/ 3504719 h 4821604"/>
              <a:gd name="connsiteX5000" fmla="*/ 2692163 w 2947832"/>
              <a:gd name="connsiteY5000" fmla="*/ 3506079 h 4821604"/>
              <a:gd name="connsiteX5001" fmla="*/ 2669874 w 2947832"/>
              <a:gd name="connsiteY5001" fmla="*/ 3506079 h 4821604"/>
              <a:gd name="connsiteX5002" fmla="*/ 2667466 w 2947832"/>
              <a:gd name="connsiteY5002" fmla="*/ 3504719 h 4821604"/>
              <a:gd name="connsiteX5003" fmla="*/ 2656322 w 2947832"/>
              <a:gd name="connsiteY5003" fmla="*/ 3485412 h 4821604"/>
              <a:gd name="connsiteX5004" fmla="*/ 2656322 w 2947832"/>
              <a:gd name="connsiteY5004" fmla="*/ 3482639 h 4821604"/>
              <a:gd name="connsiteX5005" fmla="*/ 2667466 w 2947832"/>
              <a:gd name="connsiteY5005" fmla="*/ 3463332 h 4821604"/>
              <a:gd name="connsiteX5006" fmla="*/ 2669874 w 2947832"/>
              <a:gd name="connsiteY5006" fmla="*/ 3461972 h 4821604"/>
              <a:gd name="connsiteX5007" fmla="*/ 2586995 w 2947832"/>
              <a:gd name="connsiteY5007" fmla="*/ 3461449 h 4821604"/>
              <a:gd name="connsiteX5008" fmla="*/ 2609808 w 2947832"/>
              <a:gd name="connsiteY5008" fmla="*/ 3461449 h 4821604"/>
              <a:gd name="connsiteX5009" fmla="*/ 2612267 w 2947832"/>
              <a:gd name="connsiteY5009" fmla="*/ 3462862 h 4821604"/>
              <a:gd name="connsiteX5010" fmla="*/ 2623673 w 2947832"/>
              <a:gd name="connsiteY5010" fmla="*/ 3482587 h 4821604"/>
              <a:gd name="connsiteX5011" fmla="*/ 2623673 w 2947832"/>
              <a:gd name="connsiteY5011" fmla="*/ 3485412 h 4821604"/>
              <a:gd name="connsiteX5012" fmla="*/ 2612267 w 2947832"/>
              <a:gd name="connsiteY5012" fmla="*/ 3505138 h 4821604"/>
              <a:gd name="connsiteX5013" fmla="*/ 2609808 w 2947832"/>
              <a:gd name="connsiteY5013" fmla="*/ 3506550 h 4821604"/>
              <a:gd name="connsiteX5014" fmla="*/ 2586995 w 2947832"/>
              <a:gd name="connsiteY5014" fmla="*/ 3506550 h 4821604"/>
              <a:gd name="connsiteX5015" fmla="*/ 2584536 w 2947832"/>
              <a:gd name="connsiteY5015" fmla="*/ 3505138 h 4821604"/>
              <a:gd name="connsiteX5016" fmla="*/ 2573131 w 2947832"/>
              <a:gd name="connsiteY5016" fmla="*/ 3485412 h 4821604"/>
              <a:gd name="connsiteX5017" fmla="*/ 2573131 w 2947832"/>
              <a:gd name="connsiteY5017" fmla="*/ 3482587 h 4821604"/>
              <a:gd name="connsiteX5018" fmla="*/ 2584536 w 2947832"/>
              <a:gd name="connsiteY5018" fmla="*/ 3462862 h 4821604"/>
              <a:gd name="connsiteX5019" fmla="*/ 2586995 w 2947832"/>
              <a:gd name="connsiteY5019" fmla="*/ 3461449 h 4821604"/>
              <a:gd name="connsiteX5020" fmla="*/ 1262890 w 2947832"/>
              <a:gd name="connsiteY5020" fmla="*/ 3458362 h 4821604"/>
              <a:gd name="connsiteX5021" fmla="*/ 1288737 w 2947832"/>
              <a:gd name="connsiteY5021" fmla="*/ 3458362 h 4821604"/>
              <a:gd name="connsiteX5022" fmla="*/ 1291510 w 2947832"/>
              <a:gd name="connsiteY5022" fmla="*/ 3459984 h 4821604"/>
              <a:gd name="connsiteX5023" fmla="*/ 1304433 w 2947832"/>
              <a:gd name="connsiteY5023" fmla="*/ 3482377 h 4821604"/>
              <a:gd name="connsiteX5024" fmla="*/ 1304433 w 2947832"/>
              <a:gd name="connsiteY5024" fmla="*/ 3485569 h 4821604"/>
              <a:gd name="connsiteX5025" fmla="*/ 1291510 w 2947832"/>
              <a:gd name="connsiteY5025" fmla="*/ 3507963 h 4821604"/>
              <a:gd name="connsiteX5026" fmla="*/ 1288737 w 2947832"/>
              <a:gd name="connsiteY5026" fmla="*/ 3509585 h 4821604"/>
              <a:gd name="connsiteX5027" fmla="*/ 1262890 w 2947832"/>
              <a:gd name="connsiteY5027" fmla="*/ 3509585 h 4821604"/>
              <a:gd name="connsiteX5028" fmla="*/ 1260117 w 2947832"/>
              <a:gd name="connsiteY5028" fmla="*/ 3507963 h 4821604"/>
              <a:gd name="connsiteX5029" fmla="*/ 1247193 w 2947832"/>
              <a:gd name="connsiteY5029" fmla="*/ 3485569 h 4821604"/>
              <a:gd name="connsiteX5030" fmla="*/ 1247193 w 2947832"/>
              <a:gd name="connsiteY5030" fmla="*/ 3482377 h 4821604"/>
              <a:gd name="connsiteX5031" fmla="*/ 1260117 w 2947832"/>
              <a:gd name="connsiteY5031" fmla="*/ 3459984 h 4821604"/>
              <a:gd name="connsiteX5032" fmla="*/ 1262890 w 2947832"/>
              <a:gd name="connsiteY5032" fmla="*/ 3458362 h 4821604"/>
              <a:gd name="connsiteX5033" fmla="*/ 436101 w 2947832"/>
              <a:gd name="connsiteY5033" fmla="*/ 3457996 h 4821604"/>
              <a:gd name="connsiteX5034" fmla="*/ 462367 w 2947832"/>
              <a:gd name="connsiteY5034" fmla="*/ 3457996 h 4821604"/>
              <a:gd name="connsiteX5035" fmla="*/ 465192 w 2947832"/>
              <a:gd name="connsiteY5035" fmla="*/ 3459618 h 4821604"/>
              <a:gd name="connsiteX5036" fmla="*/ 478325 w 2947832"/>
              <a:gd name="connsiteY5036" fmla="*/ 3482378 h 4821604"/>
              <a:gd name="connsiteX5037" fmla="*/ 478325 w 2947832"/>
              <a:gd name="connsiteY5037" fmla="*/ 3485622 h 4821604"/>
              <a:gd name="connsiteX5038" fmla="*/ 465192 w 2947832"/>
              <a:gd name="connsiteY5038" fmla="*/ 3508382 h 4821604"/>
              <a:gd name="connsiteX5039" fmla="*/ 462367 w 2947832"/>
              <a:gd name="connsiteY5039" fmla="*/ 3510004 h 4821604"/>
              <a:gd name="connsiteX5040" fmla="*/ 436101 w 2947832"/>
              <a:gd name="connsiteY5040" fmla="*/ 3510004 h 4821604"/>
              <a:gd name="connsiteX5041" fmla="*/ 433276 w 2947832"/>
              <a:gd name="connsiteY5041" fmla="*/ 3508382 h 4821604"/>
              <a:gd name="connsiteX5042" fmla="*/ 420143 w 2947832"/>
              <a:gd name="connsiteY5042" fmla="*/ 3485622 h 4821604"/>
              <a:gd name="connsiteX5043" fmla="*/ 420143 w 2947832"/>
              <a:gd name="connsiteY5043" fmla="*/ 3482378 h 4821604"/>
              <a:gd name="connsiteX5044" fmla="*/ 433276 w 2947832"/>
              <a:gd name="connsiteY5044" fmla="*/ 3459618 h 4821604"/>
              <a:gd name="connsiteX5045" fmla="*/ 436101 w 2947832"/>
              <a:gd name="connsiteY5045" fmla="*/ 3457996 h 4821604"/>
              <a:gd name="connsiteX5046" fmla="*/ 1427965 w 2947832"/>
              <a:gd name="connsiteY5046" fmla="*/ 3457891 h 4821604"/>
              <a:gd name="connsiteX5047" fmla="*/ 1454335 w 2947832"/>
              <a:gd name="connsiteY5047" fmla="*/ 3457891 h 4821604"/>
              <a:gd name="connsiteX5048" fmla="*/ 1457160 w 2947832"/>
              <a:gd name="connsiteY5048" fmla="*/ 3459513 h 4821604"/>
              <a:gd name="connsiteX5049" fmla="*/ 1470346 w 2947832"/>
              <a:gd name="connsiteY5049" fmla="*/ 3482325 h 4821604"/>
              <a:gd name="connsiteX5050" fmla="*/ 1470346 w 2947832"/>
              <a:gd name="connsiteY5050" fmla="*/ 3485569 h 4821604"/>
              <a:gd name="connsiteX5051" fmla="*/ 1457160 w 2947832"/>
              <a:gd name="connsiteY5051" fmla="*/ 3508382 h 4821604"/>
              <a:gd name="connsiteX5052" fmla="*/ 1454335 w 2947832"/>
              <a:gd name="connsiteY5052" fmla="*/ 3510004 h 4821604"/>
              <a:gd name="connsiteX5053" fmla="*/ 1427965 w 2947832"/>
              <a:gd name="connsiteY5053" fmla="*/ 3510004 h 4821604"/>
              <a:gd name="connsiteX5054" fmla="*/ 1425139 w 2947832"/>
              <a:gd name="connsiteY5054" fmla="*/ 3508382 h 4821604"/>
              <a:gd name="connsiteX5055" fmla="*/ 1411954 w 2947832"/>
              <a:gd name="connsiteY5055" fmla="*/ 3485569 h 4821604"/>
              <a:gd name="connsiteX5056" fmla="*/ 1411954 w 2947832"/>
              <a:gd name="connsiteY5056" fmla="*/ 3482325 h 4821604"/>
              <a:gd name="connsiteX5057" fmla="*/ 1425139 w 2947832"/>
              <a:gd name="connsiteY5057" fmla="*/ 3459513 h 4821604"/>
              <a:gd name="connsiteX5058" fmla="*/ 1427965 w 2947832"/>
              <a:gd name="connsiteY5058" fmla="*/ 3457891 h 4821604"/>
              <a:gd name="connsiteX5059" fmla="*/ 1841202 w 2947832"/>
              <a:gd name="connsiteY5059" fmla="*/ 3457839 h 4821604"/>
              <a:gd name="connsiteX5060" fmla="*/ 1867624 w 2947832"/>
              <a:gd name="connsiteY5060" fmla="*/ 3457839 h 4821604"/>
              <a:gd name="connsiteX5061" fmla="*/ 1870450 w 2947832"/>
              <a:gd name="connsiteY5061" fmla="*/ 3459461 h 4821604"/>
              <a:gd name="connsiteX5062" fmla="*/ 1883635 w 2947832"/>
              <a:gd name="connsiteY5062" fmla="*/ 3482326 h 4821604"/>
              <a:gd name="connsiteX5063" fmla="*/ 1883635 w 2947832"/>
              <a:gd name="connsiteY5063" fmla="*/ 3485569 h 4821604"/>
              <a:gd name="connsiteX5064" fmla="*/ 1870450 w 2947832"/>
              <a:gd name="connsiteY5064" fmla="*/ 3508434 h 4821604"/>
              <a:gd name="connsiteX5065" fmla="*/ 1867624 w 2947832"/>
              <a:gd name="connsiteY5065" fmla="*/ 3510056 h 4821604"/>
              <a:gd name="connsiteX5066" fmla="*/ 1841202 w 2947832"/>
              <a:gd name="connsiteY5066" fmla="*/ 3510056 h 4821604"/>
              <a:gd name="connsiteX5067" fmla="*/ 1838376 w 2947832"/>
              <a:gd name="connsiteY5067" fmla="*/ 3508434 h 4821604"/>
              <a:gd name="connsiteX5068" fmla="*/ 1825191 w 2947832"/>
              <a:gd name="connsiteY5068" fmla="*/ 3485569 h 4821604"/>
              <a:gd name="connsiteX5069" fmla="*/ 1825191 w 2947832"/>
              <a:gd name="connsiteY5069" fmla="*/ 3482326 h 4821604"/>
              <a:gd name="connsiteX5070" fmla="*/ 1838376 w 2947832"/>
              <a:gd name="connsiteY5070" fmla="*/ 3459461 h 4821604"/>
              <a:gd name="connsiteX5071" fmla="*/ 1841202 w 2947832"/>
              <a:gd name="connsiteY5071" fmla="*/ 3457839 h 4821604"/>
              <a:gd name="connsiteX5072" fmla="*/ 1344773 w 2947832"/>
              <a:gd name="connsiteY5072" fmla="*/ 3456897 h 4821604"/>
              <a:gd name="connsiteX5073" fmla="*/ 1372189 w 2947832"/>
              <a:gd name="connsiteY5073" fmla="*/ 3456897 h 4821604"/>
              <a:gd name="connsiteX5074" fmla="*/ 1375119 w 2947832"/>
              <a:gd name="connsiteY5074" fmla="*/ 3458571 h 4821604"/>
              <a:gd name="connsiteX5075" fmla="*/ 1388828 w 2947832"/>
              <a:gd name="connsiteY5075" fmla="*/ 3482325 h 4821604"/>
              <a:gd name="connsiteX5076" fmla="*/ 1388828 w 2947832"/>
              <a:gd name="connsiteY5076" fmla="*/ 3485726 h 4821604"/>
              <a:gd name="connsiteX5077" fmla="*/ 1375119 w 2947832"/>
              <a:gd name="connsiteY5077" fmla="*/ 3509480 h 4821604"/>
              <a:gd name="connsiteX5078" fmla="*/ 1372189 w 2947832"/>
              <a:gd name="connsiteY5078" fmla="*/ 3511155 h 4821604"/>
              <a:gd name="connsiteX5079" fmla="*/ 1344773 w 2947832"/>
              <a:gd name="connsiteY5079" fmla="*/ 3511155 h 4821604"/>
              <a:gd name="connsiteX5080" fmla="*/ 1341843 w 2947832"/>
              <a:gd name="connsiteY5080" fmla="*/ 3509480 h 4821604"/>
              <a:gd name="connsiteX5081" fmla="*/ 1328134 w 2947832"/>
              <a:gd name="connsiteY5081" fmla="*/ 3485726 h 4821604"/>
              <a:gd name="connsiteX5082" fmla="*/ 1328134 w 2947832"/>
              <a:gd name="connsiteY5082" fmla="*/ 3482325 h 4821604"/>
              <a:gd name="connsiteX5083" fmla="*/ 1341843 w 2947832"/>
              <a:gd name="connsiteY5083" fmla="*/ 3458571 h 4821604"/>
              <a:gd name="connsiteX5084" fmla="*/ 1344773 w 2947832"/>
              <a:gd name="connsiteY5084" fmla="*/ 3456897 h 4821604"/>
              <a:gd name="connsiteX5085" fmla="*/ 1509063 w 2947832"/>
              <a:gd name="connsiteY5085" fmla="*/ 3454752 h 4821604"/>
              <a:gd name="connsiteX5086" fmla="*/ 1538625 w 2947832"/>
              <a:gd name="connsiteY5086" fmla="*/ 3454752 h 4821604"/>
              <a:gd name="connsiteX5087" fmla="*/ 1541816 w 2947832"/>
              <a:gd name="connsiteY5087" fmla="*/ 3456583 h 4821604"/>
              <a:gd name="connsiteX5088" fmla="*/ 1556571 w 2947832"/>
              <a:gd name="connsiteY5088" fmla="*/ 3482169 h 4821604"/>
              <a:gd name="connsiteX5089" fmla="*/ 1556571 w 2947832"/>
              <a:gd name="connsiteY5089" fmla="*/ 3485831 h 4821604"/>
              <a:gd name="connsiteX5090" fmla="*/ 1541816 w 2947832"/>
              <a:gd name="connsiteY5090" fmla="*/ 3511416 h 4821604"/>
              <a:gd name="connsiteX5091" fmla="*/ 1538625 w 2947832"/>
              <a:gd name="connsiteY5091" fmla="*/ 3513248 h 4821604"/>
              <a:gd name="connsiteX5092" fmla="*/ 1509063 w 2947832"/>
              <a:gd name="connsiteY5092" fmla="*/ 3513248 h 4821604"/>
              <a:gd name="connsiteX5093" fmla="*/ 1505871 w 2947832"/>
              <a:gd name="connsiteY5093" fmla="*/ 3511416 h 4821604"/>
              <a:gd name="connsiteX5094" fmla="*/ 1491117 w 2947832"/>
              <a:gd name="connsiteY5094" fmla="*/ 3485831 h 4821604"/>
              <a:gd name="connsiteX5095" fmla="*/ 1491117 w 2947832"/>
              <a:gd name="connsiteY5095" fmla="*/ 3482169 h 4821604"/>
              <a:gd name="connsiteX5096" fmla="*/ 1505871 w 2947832"/>
              <a:gd name="connsiteY5096" fmla="*/ 3456583 h 4821604"/>
              <a:gd name="connsiteX5097" fmla="*/ 1509063 w 2947832"/>
              <a:gd name="connsiteY5097" fmla="*/ 3454752 h 4821604"/>
              <a:gd name="connsiteX5098" fmla="*/ 1755813 w 2947832"/>
              <a:gd name="connsiteY5098" fmla="*/ 3452450 h 4821604"/>
              <a:gd name="connsiteX5099" fmla="*/ 1787677 w 2947832"/>
              <a:gd name="connsiteY5099" fmla="*/ 3452450 h 4821604"/>
              <a:gd name="connsiteX5100" fmla="*/ 1791078 w 2947832"/>
              <a:gd name="connsiteY5100" fmla="*/ 3454438 h 4821604"/>
              <a:gd name="connsiteX5101" fmla="*/ 1807036 w 2947832"/>
              <a:gd name="connsiteY5101" fmla="*/ 3482012 h 4821604"/>
              <a:gd name="connsiteX5102" fmla="*/ 1807036 w 2947832"/>
              <a:gd name="connsiteY5102" fmla="*/ 3485936 h 4821604"/>
              <a:gd name="connsiteX5103" fmla="*/ 1791078 w 2947832"/>
              <a:gd name="connsiteY5103" fmla="*/ 3513509 h 4821604"/>
              <a:gd name="connsiteX5104" fmla="*/ 1787677 w 2947832"/>
              <a:gd name="connsiteY5104" fmla="*/ 3515498 h 4821604"/>
              <a:gd name="connsiteX5105" fmla="*/ 1755813 w 2947832"/>
              <a:gd name="connsiteY5105" fmla="*/ 3515498 h 4821604"/>
              <a:gd name="connsiteX5106" fmla="*/ 1752412 w 2947832"/>
              <a:gd name="connsiteY5106" fmla="*/ 3513509 h 4821604"/>
              <a:gd name="connsiteX5107" fmla="*/ 1736454 w 2947832"/>
              <a:gd name="connsiteY5107" fmla="*/ 3485936 h 4821604"/>
              <a:gd name="connsiteX5108" fmla="*/ 1736454 w 2947832"/>
              <a:gd name="connsiteY5108" fmla="*/ 3482012 h 4821604"/>
              <a:gd name="connsiteX5109" fmla="*/ 1752412 w 2947832"/>
              <a:gd name="connsiteY5109" fmla="*/ 3454438 h 4821604"/>
              <a:gd name="connsiteX5110" fmla="*/ 1755813 w 2947832"/>
              <a:gd name="connsiteY5110" fmla="*/ 3452450 h 4821604"/>
              <a:gd name="connsiteX5111" fmla="*/ 1590475 w 2947832"/>
              <a:gd name="connsiteY5111" fmla="*/ 3452293 h 4821604"/>
              <a:gd name="connsiteX5112" fmla="*/ 1622496 w 2947832"/>
              <a:gd name="connsiteY5112" fmla="*/ 3452293 h 4821604"/>
              <a:gd name="connsiteX5113" fmla="*/ 1625950 w 2947832"/>
              <a:gd name="connsiteY5113" fmla="*/ 3454281 h 4821604"/>
              <a:gd name="connsiteX5114" fmla="*/ 1641960 w 2947832"/>
              <a:gd name="connsiteY5114" fmla="*/ 3482012 h 4821604"/>
              <a:gd name="connsiteX5115" fmla="*/ 1641960 w 2947832"/>
              <a:gd name="connsiteY5115" fmla="*/ 3485988 h 4821604"/>
              <a:gd name="connsiteX5116" fmla="*/ 1625950 w 2947832"/>
              <a:gd name="connsiteY5116" fmla="*/ 3513719 h 4821604"/>
              <a:gd name="connsiteX5117" fmla="*/ 1622496 w 2947832"/>
              <a:gd name="connsiteY5117" fmla="*/ 3515707 h 4821604"/>
              <a:gd name="connsiteX5118" fmla="*/ 1590475 w 2947832"/>
              <a:gd name="connsiteY5118" fmla="*/ 3515707 h 4821604"/>
              <a:gd name="connsiteX5119" fmla="*/ 1587022 w 2947832"/>
              <a:gd name="connsiteY5119" fmla="*/ 3513719 h 4821604"/>
              <a:gd name="connsiteX5120" fmla="*/ 1571012 w 2947832"/>
              <a:gd name="connsiteY5120" fmla="*/ 3485988 h 4821604"/>
              <a:gd name="connsiteX5121" fmla="*/ 1571012 w 2947832"/>
              <a:gd name="connsiteY5121" fmla="*/ 3482012 h 4821604"/>
              <a:gd name="connsiteX5122" fmla="*/ 1587022 w 2947832"/>
              <a:gd name="connsiteY5122" fmla="*/ 3454281 h 4821604"/>
              <a:gd name="connsiteX5123" fmla="*/ 1590475 w 2947832"/>
              <a:gd name="connsiteY5123" fmla="*/ 3452293 h 4821604"/>
              <a:gd name="connsiteX5124" fmla="*/ 1672516 w 2947832"/>
              <a:gd name="connsiteY5124" fmla="*/ 3451142 h 4821604"/>
              <a:gd name="connsiteX5125" fmla="*/ 1705741 w 2947832"/>
              <a:gd name="connsiteY5125" fmla="*/ 3451142 h 4821604"/>
              <a:gd name="connsiteX5126" fmla="*/ 1709299 w 2947832"/>
              <a:gd name="connsiteY5126" fmla="*/ 3453183 h 4821604"/>
              <a:gd name="connsiteX5127" fmla="*/ 1725937 w 2947832"/>
              <a:gd name="connsiteY5127" fmla="*/ 3481960 h 4821604"/>
              <a:gd name="connsiteX5128" fmla="*/ 1725937 w 2947832"/>
              <a:gd name="connsiteY5128" fmla="*/ 3486093 h 4821604"/>
              <a:gd name="connsiteX5129" fmla="*/ 1709299 w 2947832"/>
              <a:gd name="connsiteY5129" fmla="*/ 3514870 h 4821604"/>
              <a:gd name="connsiteX5130" fmla="*/ 1705741 w 2947832"/>
              <a:gd name="connsiteY5130" fmla="*/ 3516910 h 4821604"/>
              <a:gd name="connsiteX5131" fmla="*/ 1672516 w 2947832"/>
              <a:gd name="connsiteY5131" fmla="*/ 3516910 h 4821604"/>
              <a:gd name="connsiteX5132" fmla="*/ 1668958 w 2947832"/>
              <a:gd name="connsiteY5132" fmla="*/ 3514870 h 4821604"/>
              <a:gd name="connsiteX5133" fmla="*/ 1652320 w 2947832"/>
              <a:gd name="connsiteY5133" fmla="*/ 3486093 h 4821604"/>
              <a:gd name="connsiteX5134" fmla="*/ 1652320 w 2947832"/>
              <a:gd name="connsiteY5134" fmla="*/ 3481960 h 4821604"/>
              <a:gd name="connsiteX5135" fmla="*/ 1668958 w 2947832"/>
              <a:gd name="connsiteY5135" fmla="*/ 3453183 h 4821604"/>
              <a:gd name="connsiteX5136" fmla="*/ 1672516 w 2947832"/>
              <a:gd name="connsiteY5136" fmla="*/ 3451142 h 4821604"/>
              <a:gd name="connsiteX5137" fmla="*/ 608606 w 2947832"/>
              <a:gd name="connsiteY5137" fmla="*/ 3389454 h 4821604"/>
              <a:gd name="connsiteX5138" fmla="*/ 620588 w 2947832"/>
              <a:gd name="connsiteY5138" fmla="*/ 3389454 h 4821604"/>
              <a:gd name="connsiteX5139" fmla="*/ 621896 w 2947832"/>
              <a:gd name="connsiteY5139" fmla="*/ 3390187 h 4821604"/>
              <a:gd name="connsiteX5140" fmla="*/ 627913 w 2947832"/>
              <a:gd name="connsiteY5140" fmla="*/ 3400599 h 4821604"/>
              <a:gd name="connsiteX5141" fmla="*/ 627913 w 2947832"/>
              <a:gd name="connsiteY5141" fmla="*/ 3402064 h 4821604"/>
              <a:gd name="connsiteX5142" fmla="*/ 621896 w 2947832"/>
              <a:gd name="connsiteY5142" fmla="*/ 3412476 h 4821604"/>
              <a:gd name="connsiteX5143" fmla="*/ 620588 w 2947832"/>
              <a:gd name="connsiteY5143" fmla="*/ 3413208 h 4821604"/>
              <a:gd name="connsiteX5144" fmla="*/ 608606 w 2947832"/>
              <a:gd name="connsiteY5144" fmla="*/ 3413208 h 4821604"/>
              <a:gd name="connsiteX5145" fmla="*/ 607298 w 2947832"/>
              <a:gd name="connsiteY5145" fmla="*/ 3412476 h 4821604"/>
              <a:gd name="connsiteX5146" fmla="*/ 601281 w 2947832"/>
              <a:gd name="connsiteY5146" fmla="*/ 3402064 h 4821604"/>
              <a:gd name="connsiteX5147" fmla="*/ 601281 w 2947832"/>
              <a:gd name="connsiteY5147" fmla="*/ 3400599 h 4821604"/>
              <a:gd name="connsiteX5148" fmla="*/ 607298 w 2947832"/>
              <a:gd name="connsiteY5148" fmla="*/ 3390187 h 4821604"/>
              <a:gd name="connsiteX5149" fmla="*/ 608606 w 2947832"/>
              <a:gd name="connsiteY5149" fmla="*/ 3389454 h 4821604"/>
              <a:gd name="connsiteX5150" fmla="*/ 691013 w 2947832"/>
              <a:gd name="connsiteY5150" fmla="*/ 3388984 h 4821604"/>
              <a:gd name="connsiteX5151" fmla="*/ 703465 w 2947832"/>
              <a:gd name="connsiteY5151" fmla="*/ 3388984 h 4821604"/>
              <a:gd name="connsiteX5152" fmla="*/ 704826 w 2947832"/>
              <a:gd name="connsiteY5152" fmla="*/ 3389769 h 4821604"/>
              <a:gd name="connsiteX5153" fmla="*/ 711052 w 2947832"/>
              <a:gd name="connsiteY5153" fmla="*/ 3400547 h 4821604"/>
              <a:gd name="connsiteX5154" fmla="*/ 711052 w 2947832"/>
              <a:gd name="connsiteY5154" fmla="*/ 3402064 h 4821604"/>
              <a:gd name="connsiteX5155" fmla="*/ 704826 w 2947832"/>
              <a:gd name="connsiteY5155" fmla="*/ 3412843 h 4821604"/>
              <a:gd name="connsiteX5156" fmla="*/ 703465 w 2947832"/>
              <a:gd name="connsiteY5156" fmla="*/ 3413627 h 4821604"/>
              <a:gd name="connsiteX5157" fmla="*/ 691013 w 2947832"/>
              <a:gd name="connsiteY5157" fmla="*/ 3413627 h 4821604"/>
              <a:gd name="connsiteX5158" fmla="*/ 689652 w 2947832"/>
              <a:gd name="connsiteY5158" fmla="*/ 3412843 h 4821604"/>
              <a:gd name="connsiteX5159" fmla="*/ 683426 w 2947832"/>
              <a:gd name="connsiteY5159" fmla="*/ 3402064 h 4821604"/>
              <a:gd name="connsiteX5160" fmla="*/ 683426 w 2947832"/>
              <a:gd name="connsiteY5160" fmla="*/ 3400547 h 4821604"/>
              <a:gd name="connsiteX5161" fmla="*/ 689652 w 2947832"/>
              <a:gd name="connsiteY5161" fmla="*/ 3389769 h 4821604"/>
              <a:gd name="connsiteX5162" fmla="*/ 691013 w 2947832"/>
              <a:gd name="connsiteY5162" fmla="*/ 3388984 h 4821604"/>
              <a:gd name="connsiteX5163" fmla="*/ 773158 w 2947832"/>
              <a:gd name="connsiteY5163" fmla="*/ 3388094 h 4821604"/>
              <a:gd name="connsiteX5164" fmla="*/ 786500 w 2947832"/>
              <a:gd name="connsiteY5164" fmla="*/ 3388094 h 4821604"/>
              <a:gd name="connsiteX5165" fmla="*/ 787913 w 2947832"/>
              <a:gd name="connsiteY5165" fmla="*/ 3388931 h 4821604"/>
              <a:gd name="connsiteX5166" fmla="*/ 794610 w 2947832"/>
              <a:gd name="connsiteY5166" fmla="*/ 3400494 h 4821604"/>
              <a:gd name="connsiteX5167" fmla="*/ 794610 w 2947832"/>
              <a:gd name="connsiteY5167" fmla="*/ 3402169 h 4821604"/>
              <a:gd name="connsiteX5168" fmla="*/ 787913 w 2947832"/>
              <a:gd name="connsiteY5168" fmla="*/ 3413731 h 4821604"/>
              <a:gd name="connsiteX5169" fmla="*/ 786500 w 2947832"/>
              <a:gd name="connsiteY5169" fmla="*/ 3414569 h 4821604"/>
              <a:gd name="connsiteX5170" fmla="*/ 773158 w 2947832"/>
              <a:gd name="connsiteY5170" fmla="*/ 3414569 h 4821604"/>
              <a:gd name="connsiteX5171" fmla="*/ 771745 w 2947832"/>
              <a:gd name="connsiteY5171" fmla="*/ 3413731 h 4821604"/>
              <a:gd name="connsiteX5172" fmla="*/ 765048 w 2947832"/>
              <a:gd name="connsiteY5172" fmla="*/ 3402169 h 4821604"/>
              <a:gd name="connsiteX5173" fmla="*/ 765048 w 2947832"/>
              <a:gd name="connsiteY5173" fmla="*/ 3400494 h 4821604"/>
              <a:gd name="connsiteX5174" fmla="*/ 771745 w 2947832"/>
              <a:gd name="connsiteY5174" fmla="*/ 3388931 h 4821604"/>
              <a:gd name="connsiteX5175" fmla="*/ 773158 w 2947832"/>
              <a:gd name="connsiteY5175" fmla="*/ 3388094 h 4821604"/>
              <a:gd name="connsiteX5176" fmla="*/ 2178102 w 2947832"/>
              <a:gd name="connsiteY5176" fmla="*/ 3387623 h 4821604"/>
              <a:gd name="connsiteX5177" fmla="*/ 2191967 w 2947832"/>
              <a:gd name="connsiteY5177" fmla="*/ 3387623 h 4821604"/>
              <a:gd name="connsiteX5178" fmla="*/ 2193432 w 2947832"/>
              <a:gd name="connsiteY5178" fmla="*/ 3388460 h 4821604"/>
              <a:gd name="connsiteX5179" fmla="*/ 2200339 w 2947832"/>
              <a:gd name="connsiteY5179" fmla="*/ 3400442 h 4821604"/>
              <a:gd name="connsiteX5180" fmla="*/ 2200339 w 2947832"/>
              <a:gd name="connsiteY5180" fmla="*/ 3402169 h 4821604"/>
              <a:gd name="connsiteX5181" fmla="*/ 2193432 w 2947832"/>
              <a:gd name="connsiteY5181" fmla="*/ 3414150 h 4821604"/>
              <a:gd name="connsiteX5182" fmla="*/ 2191967 w 2947832"/>
              <a:gd name="connsiteY5182" fmla="*/ 3414987 h 4821604"/>
              <a:gd name="connsiteX5183" fmla="*/ 2178102 w 2947832"/>
              <a:gd name="connsiteY5183" fmla="*/ 3414987 h 4821604"/>
              <a:gd name="connsiteX5184" fmla="*/ 2176637 w 2947832"/>
              <a:gd name="connsiteY5184" fmla="*/ 3414150 h 4821604"/>
              <a:gd name="connsiteX5185" fmla="*/ 2169730 w 2947832"/>
              <a:gd name="connsiteY5185" fmla="*/ 3402169 h 4821604"/>
              <a:gd name="connsiteX5186" fmla="*/ 2169730 w 2947832"/>
              <a:gd name="connsiteY5186" fmla="*/ 3400442 h 4821604"/>
              <a:gd name="connsiteX5187" fmla="*/ 2176637 w 2947832"/>
              <a:gd name="connsiteY5187" fmla="*/ 3388460 h 4821604"/>
              <a:gd name="connsiteX5188" fmla="*/ 2178102 w 2947832"/>
              <a:gd name="connsiteY5188" fmla="*/ 3387623 h 4821604"/>
              <a:gd name="connsiteX5189" fmla="*/ 2260717 w 2947832"/>
              <a:gd name="connsiteY5189" fmla="*/ 3387414 h 4821604"/>
              <a:gd name="connsiteX5190" fmla="*/ 2274792 w 2947832"/>
              <a:gd name="connsiteY5190" fmla="*/ 3387414 h 4821604"/>
              <a:gd name="connsiteX5191" fmla="*/ 2276309 w 2947832"/>
              <a:gd name="connsiteY5191" fmla="*/ 3388303 h 4821604"/>
              <a:gd name="connsiteX5192" fmla="*/ 2283321 w 2947832"/>
              <a:gd name="connsiteY5192" fmla="*/ 3400494 h 4821604"/>
              <a:gd name="connsiteX5193" fmla="*/ 2283321 w 2947832"/>
              <a:gd name="connsiteY5193" fmla="*/ 3402221 h 4821604"/>
              <a:gd name="connsiteX5194" fmla="*/ 2276309 w 2947832"/>
              <a:gd name="connsiteY5194" fmla="*/ 3414412 h 4821604"/>
              <a:gd name="connsiteX5195" fmla="*/ 2274792 w 2947832"/>
              <a:gd name="connsiteY5195" fmla="*/ 3415301 h 4821604"/>
              <a:gd name="connsiteX5196" fmla="*/ 2260717 w 2947832"/>
              <a:gd name="connsiteY5196" fmla="*/ 3415301 h 4821604"/>
              <a:gd name="connsiteX5197" fmla="*/ 2259200 w 2947832"/>
              <a:gd name="connsiteY5197" fmla="*/ 3414412 h 4821604"/>
              <a:gd name="connsiteX5198" fmla="*/ 2252189 w 2947832"/>
              <a:gd name="connsiteY5198" fmla="*/ 3402221 h 4821604"/>
              <a:gd name="connsiteX5199" fmla="*/ 2252189 w 2947832"/>
              <a:gd name="connsiteY5199" fmla="*/ 3400494 h 4821604"/>
              <a:gd name="connsiteX5200" fmla="*/ 2259200 w 2947832"/>
              <a:gd name="connsiteY5200" fmla="*/ 3388303 h 4821604"/>
              <a:gd name="connsiteX5201" fmla="*/ 2260717 w 2947832"/>
              <a:gd name="connsiteY5201" fmla="*/ 3387414 h 4821604"/>
              <a:gd name="connsiteX5202" fmla="*/ 1020430 w 2947832"/>
              <a:gd name="connsiteY5202" fmla="*/ 3386734 h 4821604"/>
              <a:gd name="connsiteX5203" fmla="*/ 1035185 w 2947832"/>
              <a:gd name="connsiteY5203" fmla="*/ 3386734 h 4821604"/>
              <a:gd name="connsiteX5204" fmla="*/ 1036755 w 2947832"/>
              <a:gd name="connsiteY5204" fmla="*/ 3387623 h 4821604"/>
              <a:gd name="connsiteX5205" fmla="*/ 1044132 w 2947832"/>
              <a:gd name="connsiteY5205" fmla="*/ 3400442 h 4821604"/>
              <a:gd name="connsiteX5206" fmla="*/ 1044132 w 2947832"/>
              <a:gd name="connsiteY5206" fmla="*/ 3402273 h 4821604"/>
              <a:gd name="connsiteX5207" fmla="*/ 1036755 w 2947832"/>
              <a:gd name="connsiteY5207" fmla="*/ 3415092 h 4821604"/>
              <a:gd name="connsiteX5208" fmla="*/ 1035185 w 2947832"/>
              <a:gd name="connsiteY5208" fmla="*/ 3415982 h 4821604"/>
              <a:gd name="connsiteX5209" fmla="*/ 1020430 w 2947832"/>
              <a:gd name="connsiteY5209" fmla="*/ 3415982 h 4821604"/>
              <a:gd name="connsiteX5210" fmla="*/ 1018861 w 2947832"/>
              <a:gd name="connsiteY5210" fmla="*/ 3415092 h 4821604"/>
              <a:gd name="connsiteX5211" fmla="*/ 1011483 w 2947832"/>
              <a:gd name="connsiteY5211" fmla="*/ 3402273 h 4821604"/>
              <a:gd name="connsiteX5212" fmla="*/ 1011483 w 2947832"/>
              <a:gd name="connsiteY5212" fmla="*/ 3400442 h 4821604"/>
              <a:gd name="connsiteX5213" fmla="*/ 1018861 w 2947832"/>
              <a:gd name="connsiteY5213" fmla="*/ 3387623 h 4821604"/>
              <a:gd name="connsiteX5214" fmla="*/ 1020430 w 2947832"/>
              <a:gd name="connsiteY5214" fmla="*/ 3386734 h 4821604"/>
              <a:gd name="connsiteX5215" fmla="*/ 2342915 w 2947832"/>
              <a:gd name="connsiteY5215" fmla="*/ 3386577 h 4821604"/>
              <a:gd name="connsiteX5216" fmla="*/ 2357774 w 2947832"/>
              <a:gd name="connsiteY5216" fmla="*/ 3386577 h 4821604"/>
              <a:gd name="connsiteX5217" fmla="*/ 2359343 w 2947832"/>
              <a:gd name="connsiteY5217" fmla="*/ 3387519 h 4821604"/>
              <a:gd name="connsiteX5218" fmla="*/ 2366773 w 2947832"/>
              <a:gd name="connsiteY5218" fmla="*/ 3400390 h 4821604"/>
              <a:gd name="connsiteX5219" fmla="*/ 2366773 w 2947832"/>
              <a:gd name="connsiteY5219" fmla="*/ 3402221 h 4821604"/>
              <a:gd name="connsiteX5220" fmla="*/ 2359343 w 2947832"/>
              <a:gd name="connsiteY5220" fmla="*/ 3415092 h 4821604"/>
              <a:gd name="connsiteX5221" fmla="*/ 2357774 w 2947832"/>
              <a:gd name="connsiteY5221" fmla="*/ 3416034 h 4821604"/>
              <a:gd name="connsiteX5222" fmla="*/ 2342915 w 2947832"/>
              <a:gd name="connsiteY5222" fmla="*/ 3416034 h 4821604"/>
              <a:gd name="connsiteX5223" fmla="*/ 2341345 w 2947832"/>
              <a:gd name="connsiteY5223" fmla="*/ 3415092 h 4821604"/>
              <a:gd name="connsiteX5224" fmla="*/ 2333915 w 2947832"/>
              <a:gd name="connsiteY5224" fmla="*/ 3402221 h 4821604"/>
              <a:gd name="connsiteX5225" fmla="*/ 2333915 w 2947832"/>
              <a:gd name="connsiteY5225" fmla="*/ 3400390 h 4821604"/>
              <a:gd name="connsiteX5226" fmla="*/ 2341345 w 2947832"/>
              <a:gd name="connsiteY5226" fmla="*/ 3387519 h 4821604"/>
              <a:gd name="connsiteX5227" fmla="*/ 2342915 w 2947832"/>
              <a:gd name="connsiteY5227" fmla="*/ 3386577 h 4821604"/>
              <a:gd name="connsiteX5228" fmla="*/ 854780 w 2947832"/>
              <a:gd name="connsiteY5228" fmla="*/ 3386001 h 4821604"/>
              <a:gd name="connsiteX5229" fmla="*/ 870320 w 2947832"/>
              <a:gd name="connsiteY5229" fmla="*/ 3386001 h 4821604"/>
              <a:gd name="connsiteX5230" fmla="*/ 871994 w 2947832"/>
              <a:gd name="connsiteY5230" fmla="*/ 3386943 h 4821604"/>
              <a:gd name="connsiteX5231" fmla="*/ 879738 w 2947832"/>
              <a:gd name="connsiteY5231" fmla="*/ 3400389 h 4821604"/>
              <a:gd name="connsiteX5232" fmla="*/ 879738 w 2947832"/>
              <a:gd name="connsiteY5232" fmla="*/ 3402325 h 4821604"/>
              <a:gd name="connsiteX5233" fmla="*/ 871994 w 2947832"/>
              <a:gd name="connsiteY5233" fmla="*/ 3415772 h 4821604"/>
              <a:gd name="connsiteX5234" fmla="*/ 870320 w 2947832"/>
              <a:gd name="connsiteY5234" fmla="*/ 3416714 h 4821604"/>
              <a:gd name="connsiteX5235" fmla="*/ 854780 w 2947832"/>
              <a:gd name="connsiteY5235" fmla="*/ 3416714 h 4821604"/>
              <a:gd name="connsiteX5236" fmla="*/ 853106 w 2947832"/>
              <a:gd name="connsiteY5236" fmla="*/ 3415772 h 4821604"/>
              <a:gd name="connsiteX5237" fmla="*/ 845362 w 2947832"/>
              <a:gd name="connsiteY5237" fmla="*/ 3402325 h 4821604"/>
              <a:gd name="connsiteX5238" fmla="*/ 845362 w 2947832"/>
              <a:gd name="connsiteY5238" fmla="*/ 3400389 h 4821604"/>
              <a:gd name="connsiteX5239" fmla="*/ 853106 w 2947832"/>
              <a:gd name="connsiteY5239" fmla="*/ 3386943 h 4821604"/>
              <a:gd name="connsiteX5240" fmla="*/ 854780 w 2947832"/>
              <a:gd name="connsiteY5240" fmla="*/ 3386001 h 4821604"/>
              <a:gd name="connsiteX5241" fmla="*/ 2094439 w 2947832"/>
              <a:gd name="connsiteY5241" fmla="*/ 3385583 h 4821604"/>
              <a:gd name="connsiteX5242" fmla="*/ 2110397 w 2947832"/>
              <a:gd name="connsiteY5242" fmla="*/ 3385583 h 4821604"/>
              <a:gd name="connsiteX5243" fmla="*/ 2112123 w 2947832"/>
              <a:gd name="connsiteY5243" fmla="*/ 3386577 h 4821604"/>
              <a:gd name="connsiteX5244" fmla="*/ 2120076 w 2947832"/>
              <a:gd name="connsiteY5244" fmla="*/ 3400390 h 4821604"/>
              <a:gd name="connsiteX5245" fmla="*/ 2120076 w 2947832"/>
              <a:gd name="connsiteY5245" fmla="*/ 3402378 h 4821604"/>
              <a:gd name="connsiteX5246" fmla="*/ 2112123 w 2947832"/>
              <a:gd name="connsiteY5246" fmla="*/ 3416191 h 4821604"/>
              <a:gd name="connsiteX5247" fmla="*/ 2110397 w 2947832"/>
              <a:gd name="connsiteY5247" fmla="*/ 3417186 h 4821604"/>
              <a:gd name="connsiteX5248" fmla="*/ 2094439 w 2947832"/>
              <a:gd name="connsiteY5248" fmla="*/ 3417186 h 4821604"/>
              <a:gd name="connsiteX5249" fmla="*/ 2092712 w 2947832"/>
              <a:gd name="connsiteY5249" fmla="*/ 3416191 h 4821604"/>
              <a:gd name="connsiteX5250" fmla="*/ 2084759 w 2947832"/>
              <a:gd name="connsiteY5250" fmla="*/ 3402378 h 4821604"/>
              <a:gd name="connsiteX5251" fmla="*/ 2084759 w 2947832"/>
              <a:gd name="connsiteY5251" fmla="*/ 3400390 h 4821604"/>
              <a:gd name="connsiteX5252" fmla="*/ 2092712 w 2947832"/>
              <a:gd name="connsiteY5252" fmla="*/ 3386577 h 4821604"/>
              <a:gd name="connsiteX5253" fmla="*/ 2094439 w 2947832"/>
              <a:gd name="connsiteY5253" fmla="*/ 3385583 h 4821604"/>
              <a:gd name="connsiteX5254" fmla="*/ 2920546 w 2947832"/>
              <a:gd name="connsiteY5254" fmla="*/ 3384641 h 4821604"/>
              <a:gd name="connsiteX5255" fmla="*/ 2937394 w 2947832"/>
              <a:gd name="connsiteY5255" fmla="*/ 3384641 h 4821604"/>
              <a:gd name="connsiteX5256" fmla="*/ 2939173 w 2947832"/>
              <a:gd name="connsiteY5256" fmla="*/ 3385687 h 4821604"/>
              <a:gd name="connsiteX5257" fmla="*/ 2947597 w 2947832"/>
              <a:gd name="connsiteY5257" fmla="*/ 3400285 h 4821604"/>
              <a:gd name="connsiteX5258" fmla="*/ 2947597 w 2947832"/>
              <a:gd name="connsiteY5258" fmla="*/ 3402378 h 4821604"/>
              <a:gd name="connsiteX5259" fmla="*/ 2939173 w 2947832"/>
              <a:gd name="connsiteY5259" fmla="*/ 3416976 h 4821604"/>
              <a:gd name="connsiteX5260" fmla="*/ 2937394 w 2947832"/>
              <a:gd name="connsiteY5260" fmla="*/ 3418022 h 4821604"/>
              <a:gd name="connsiteX5261" fmla="*/ 2920546 w 2947832"/>
              <a:gd name="connsiteY5261" fmla="*/ 3418022 h 4821604"/>
              <a:gd name="connsiteX5262" fmla="*/ 2918767 w 2947832"/>
              <a:gd name="connsiteY5262" fmla="*/ 3416976 h 4821604"/>
              <a:gd name="connsiteX5263" fmla="*/ 2910344 w 2947832"/>
              <a:gd name="connsiteY5263" fmla="*/ 3402378 h 4821604"/>
              <a:gd name="connsiteX5264" fmla="*/ 2910344 w 2947832"/>
              <a:gd name="connsiteY5264" fmla="*/ 3400285 h 4821604"/>
              <a:gd name="connsiteX5265" fmla="*/ 2918767 w 2947832"/>
              <a:gd name="connsiteY5265" fmla="*/ 3385687 h 4821604"/>
              <a:gd name="connsiteX5266" fmla="*/ 2920546 w 2947832"/>
              <a:gd name="connsiteY5266" fmla="*/ 3384641 h 4821604"/>
              <a:gd name="connsiteX5267" fmla="*/ 2424380 w 2947832"/>
              <a:gd name="connsiteY5267" fmla="*/ 3384118 h 4821604"/>
              <a:gd name="connsiteX5268" fmla="*/ 2441750 w 2947832"/>
              <a:gd name="connsiteY5268" fmla="*/ 3384118 h 4821604"/>
              <a:gd name="connsiteX5269" fmla="*/ 2443634 w 2947832"/>
              <a:gd name="connsiteY5269" fmla="*/ 3385217 h 4821604"/>
              <a:gd name="connsiteX5270" fmla="*/ 2452319 w 2947832"/>
              <a:gd name="connsiteY5270" fmla="*/ 3400285 h 4821604"/>
              <a:gd name="connsiteX5271" fmla="*/ 2452319 w 2947832"/>
              <a:gd name="connsiteY5271" fmla="*/ 3402431 h 4821604"/>
              <a:gd name="connsiteX5272" fmla="*/ 2443634 w 2947832"/>
              <a:gd name="connsiteY5272" fmla="*/ 3417499 h 4821604"/>
              <a:gd name="connsiteX5273" fmla="*/ 2441750 w 2947832"/>
              <a:gd name="connsiteY5273" fmla="*/ 3418598 h 4821604"/>
              <a:gd name="connsiteX5274" fmla="*/ 2424380 w 2947832"/>
              <a:gd name="connsiteY5274" fmla="*/ 3418598 h 4821604"/>
              <a:gd name="connsiteX5275" fmla="*/ 2422496 w 2947832"/>
              <a:gd name="connsiteY5275" fmla="*/ 3417499 h 4821604"/>
              <a:gd name="connsiteX5276" fmla="*/ 2413810 w 2947832"/>
              <a:gd name="connsiteY5276" fmla="*/ 3402431 h 4821604"/>
              <a:gd name="connsiteX5277" fmla="*/ 2413810 w 2947832"/>
              <a:gd name="connsiteY5277" fmla="*/ 3400285 h 4821604"/>
              <a:gd name="connsiteX5278" fmla="*/ 2422496 w 2947832"/>
              <a:gd name="connsiteY5278" fmla="*/ 3385217 h 4821604"/>
              <a:gd name="connsiteX5279" fmla="*/ 2424380 w 2947832"/>
              <a:gd name="connsiteY5279" fmla="*/ 3384118 h 4821604"/>
              <a:gd name="connsiteX5280" fmla="*/ 2506787 w 2947832"/>
              <a:gd name="connsiteY5280" fmla="*/ 3383647 h 4821604"/>
              <a:gd name="connsiteX5281" fmla="*/ 2524681 w 2947832"/>
              <a:gd name="connsiteY5281" fmla="*/ 3383647 h 4821604"/>
              <a:gd name="connsiteX5282" fmla="*/ 2526617 w 2947832"/>
              <a:gd name="connsiteY5282" fmla="*/ 3384746 h 4821604"/>
              <a:gd name="connsiteX5283" fmla="*/ 2535564 w 2947832"/>
              <a:gd name="connsiteY5283" fmla="*/ 3400233 h 4821604"/>
              <a:gd name="connsiteX5284" fmla="*/ 2535564 w 2947832"/>
              <a:gd name="connsiteY5284" fmla="*/ 3402431 h 4821604"/>
              <a:gd name="connsiteX5285" fmla="*/ 2526617 w 2947832"/>
              <a:gd name="connsiteY5285" fmla="*/ 3417918 h 4821604"/>
              <a:gd name="connsiteX5286" fmla="*/ 2524681 w 2947832"/>
              <a:gd name="connsiteY5286" fmla="*/ 3419017 h 4821604"/>
              <a:gd name="connsiteX5287" fmla="*/ 2506787 w 2947832"/>
              <a:gd name="connsiteY5287" fmla="*/ 3419017 h 4821604"/>
              <a:gd name="connsiteX5288" fmla="*/ 2504851 w 2947832"/>
              <a:gd name="connsiteY5288" fmla="*/ 3417918 h 4821604"/>
              <a:gd name="connsiteX5289" fmla="*/ 2495904 w 2947832"/>
              <a:gd name="connsiteY5289" fmla="*/ 3402431 h 4821604"/>
              <a:gd name="connsiteX5290" fmla="*/ 2495904 w 2947832"/>
              <a:gd name="connsiteY5290" fmla="*/ 3400233 h 4821604"/>
              <a:gd name="connsiteX5291" fmla="*/ 2504851 w 2947832"/>
              <a:gd name="connsiteY5291" fmla="*/ 3384746 h 4821604"/>
              <a:gd name="connsiteX5292" fmla="*/ 2506787 w 2947832"/>
              <a:gd name="connsiteY5292" fmla="*/ 3383647 h 4821604"/>
              <a:gd name="connsiteX5293" fmla="*/ 935879 w 2947832"/>
              <a:gd name="connsiteY5293" fmla="*/ 3382914 h 4821604"/>
              <a:gd name="connsiteX5294" fmla="*/ 954506 w 2947832"/>
              <a:gd name="connsiteY5294" fmla="*/ 3382914 h 4821604"/>
              <a:gd name="connsiteX5295" fmla="*/ 956494 w 2947832"/>
              <a:gd name="connsiteY5295" fmla="*/ 3384065 h 4821604"/>
              <a:gd name="connsiteX5296" fmla="*/ 965807 w 2947832"/>
              <a:gd name="connsiteY5296" fmla="*/ 3400180 h 4821604"/>
              <a:gd name="connsiteX5297" fmla="*/ 965807 w 2947832"/>
              <a:gd name="connsiteY5297" fmla="*/ 3402483 h 4821604"/>
              <a:gd name="connsiteX5298" fmla="*/ 956494 w 2947832"/>
              <a:gd name="connsiteY5298" fmla="*/ 3418597 h 4821604"/>
              <a:gd name="connsiteX5299" fmla="*/ 954506 w 2947832"/>
              <a:gd name="connsiteY5299" fmla="*/ 3419749 h 4821604"/>
              <a:gd name="connsiteX5300" fmla="*/ 935879 w 2947832"/>
              <a:gd name="connsiteY5300" fmla="*/ 3419749 h 4821604"/>
              <a:gd name="connsiteX5301" fmla="*/ 933891 w 2947832"/>
              <a:gd name="connsiteY5301" fmla="*/ 3418597 h 4821604"/>
              <a:gd name="connsiteX5302" fmla="*/ 924577 w 2947832"/>
              <a:gd name="connsiteY5302" fmla="*/ 3402483 h 4821604"/>
              <a:gd name="connsiteX5303" fmla="*/ 924577 w 2947832"/>
              <a:gd name="connsiteY5303" fmla="*/ 3400180 h 4821604"/>
              <a:gd name="connsiteX5304" fmla="*/ 933891 w 2947832"/>
              <a:gd name="connsiteY5304" fmla="*/ 3384065 h 4821604"/>
              <a:gd name="connsiteX5305" fmla="*/ 935879 w 2947832"/>
              <a:gd name="connsiteY5305" fmla="*/ 3382914 h 4821604"/>
              <a:gd name="connsiteX5306" fmla="*/ 1101006 w 2947832"/>
              <a:gd name="connsiteY5306" fmla="*/ 3382443 h 4821604"/>
              <a:gd name="connsiteX5307" fmla="*/ 1120051 w 2947832"/>
              <a:gd name="connsiteY5307" fmla="*/ 3382443 h 4821604"/>
              <a:gd name="connsiteX5308" fmla="*/ 1122091 w 2947832"/>
              <a:gd name="connsiteY5308" fmla="*/ 3383646 h 4821604"/>
              <a:gd name="connsiteX5309" fmla="*/ 1131614 w 2947832"/>
              <a:gd name="connsiteY5309" fmla="*/ 3400128 h 4821604"/>
              <a:gd name="connsiteX5310" fmla="*/ 1131614 w 2947832"/>
              <a:gd name="connsiteY5310" fmla="*/ 3402482 h 4821604"/>
              <a:gd name="connsiteX5311" fmla="*/ 1122091 w 2947832"/>
              <a:gd name="connsiteY5311" fmla="*/ 3418963 h 4821604"/>
              <a:gd name="connsiteX5312" fmla="*/ 1120051 w 2947832"/>
              <a:gd name="connsiteY5312" fmla="*/ 3420167 h 4821604"/>
              <a:gd name="connsiteX5313" fmla="*/ 1101006 w 2947832"/>
              <a:gd name="connsiteY5313" fmla="*/ 3420167 h 4821604"/>
              <a:gd name="connsiteX5314" fmla="*/ 1098965 w 2947832"/>
              <a:gd name="connsiteY5314" fmla="*/ 3418963 h 4821604"/>
              <a:gd name="connsiteX5315" fmla="*/ 1089443 w 2947832"/>
              <a:gd name="connsiteY5315" fmla="*/ 3402482 h 4821604"/>
              <a:gd name="connsiteX5316" fmla="*/ 1089443 w 2947832"/>
              <a:gd name="connsiteY5316" fmla="*/ 3400128 h 4821604"/>
              <a:gd name="connsiteX5317" fmla="*/ 1098965 w 2947832"/>
              <a:gd name="connsiteY5317" fmla="*/ 3383646 h 4821604"/>
              <a:gd name="connsiteX5318" fmla="*/ 1101006 w 2947832"/>
              <a:gd name="connsiteY5318" fmla="*/ 3382443 h 4821604"/>
              <a:gd name="connsiteX5319" fmla="*/ 2836728 w 2947832"/>
              <a:gd name="connsiteY5319" fmla="*/ 3382286 h 4821604"/>
              <a:gd name="connsiteX5320" fmla="*/ 2855929 w 2947832"/>
              <a:gd name="connsiteY5320" fmla="*/ 3382286 h 4821604"/>
              <a:gd name="connsiteX5321" fmla="*/ 2857970 w 2947832"/>
              <a:gd name="connsiteY5321" fmla="*/ 3383490 h 4821604"/>
              <a:gd name="connsiteX5322" fmla="*/ 2867597 w 2947832"/>
              <a:gd name="connsiteY5322" fmla="*/ 3400128 h 4821604"/>
              <a:gd name="connsiteX5323" fmla="*/ 2867597 w 2947832"/>
              <a:gd name="connsiteY5323" fmla="*/ 3402482 h 4821604"/>
              <a:gd name="connsiteX5324" fmla="*/ 2857970 w 2947832"/>
              <a:gd name="connsiteY5324" fmla="*/ 3419121 h 4821604"/>
              <a:gd name="connsiteX5325" fmla="*/ 2855929 w 2947832"/>
              <a:gd name="connsiteY5325" fmla="*/ 3420324 h 4821604"/>
              <a:gd name="connsiteX5326" fmla="*/ 2836728 w 2947832"/>
              <a:gd name="connsiteY5326" fmla="*/ 3420324 h 4821604"/>
              <a:gd name="connsiteX5327" fmla="*/ 2834687 w 2947832"/>
              <a:gd name="connsiteY5327" fmla="*/ 3419121 h 4821604"/>
              <a:gd name="connsiteX5328" fmla="*/ 2825059 w 2947832"/>
              <a:gd name="connsiteY5328" fmla="*/ 3402482 h 4821604"/>
              <a:gd name="connsiteX5329" fmla="*/ 2825059 w 2947832"/>
              <a:gd name="connsiteY5329" fmla="*/ 3400128 h 4821604"/>
              <a:gd name="connsiteX5330" fmla="*/ 2834687 w 2947832"/>
              <a:gd name="connsiteY5330" fmla="*/ 3383490 h 4821604"/>
              <a:gd name="connsiteX5331" fmla="*/ 2836728 w 2947832"/>
              <a:gd name="connsiteY5331" fmla="*/ 3382286 h 4821604"/>
              <a:gd name="connsiteX5332" fmla="*/ 2754007 w 2947832"/>
              <a:gd name="connsiteY5332" fmla="*/ 3382129 h 4821604"/>
              <a:gd name="connsiteX5333" fmla="*/ 2773418 w 2947832"/>
              <a:gd name="connsiteY5333" fmla="*/ 3382129 h 4821604"/>
              <a:gd name="connsiteX5334" fmla="*/ 2775511 w 2947832"/>
              <a:gd name="connsiteY5334" fmla="*/ 3383332 h 4821604"/>
              <a:gd name="connsiteX5335" fmla="*/ 2785190 w 2947832"/>
              <a:gd name="connsiteY5335" fmla="*/ 3400128 h 4821604"/>
              <a:gd name="connsiteX5336" fmla="*/ 2785190 w 2947832"/>
              <a:gd name="connsiteY5336" fmla="*/ 3402534 h 4821604"/>
              <a:gd name="connsiteX5337" fmla="*/ 2775511 w 2947832"/>
              <a:gd name="connsiteY5337" fmla="*/ 3419330 h 4821604"/>
              <a:gd name="connsiteX5338" fmla="*/ 2773418 w 2947832"/>
              <a:gd name="connsiteY5338" fmla="*/ 3420533 h 4821604"/>
              <a:gd name="connsiteX5339" fmla="*/ 2754007 w 2947832"/>
              <a:gd name="connsiteY5339" fmla="*/ 3420533 h 4821604"/>
              <a:gd name="connsiteX5340" fmla="*/ 2751914 w 2947832"/>
              <a:gd name="connsiteY5340" fmla="*/ 3419330 h 4821604"/>
              <a:gd name="connsiteX5341" fmla="*/ 2742234 w 2947832"/>
              <a:gd name="connsiteY5341" fmla="*/ 3402534 h 4821604"/>
              <a:gd name="connsiteX5342" fmla="*/ 2742234 w 2947832"/>
              <a:gd name="connsiteY5342" fmla="*/ 3400128 h 4821604"/>
              <a:gd name="connsiteX5343" fmla="*/ 2751914 w 2947832"/>
              <a:gd name="connsiteY5343" fmla="*/ 3383332 h 4821604"/>
              <a:gd name="connsiteX5344" fmla="*/ 2754007 w 2947832"/>
              <a:gd name="connsiteY5344" fmla="*/ 3382129 h 4821604"/>
              <a:gd name="connsiteX5345" fmla="*/ 1183308 w 2947832"/>
              <a:gd name="connsiteY5345" fmla="*/ 3381868 h 4821604"/>
              <a:gd name="connsiteX5346" fmla="*/ 1202981 w 2947832"/>
              <a:gd name="connsiteY5346" fmla="*/ 3381868 h 4821604"/>
              <a:gd name="connsiteX5347" fmla="*/ 1205074 w 2947832"/>
              <a:gd name="connsiteY5347" fmla="*/ 3383071 h 4821604"/>
              <a:gd name="connsiteX5348" fmla="*/ 1214910 w 2947832"/>
              <a:gd name="connsiteY5348" fmla="*/ 3400076 h 4821604"/>
              <a:gd name="connsiteX5349" fmla="*/ 1214910 w 2947832"/>
              <a:gd name="connsiteY5349" fmla="*/ 3402483 h 4821604"/>
              <a:gd name="connsiteX5350" fmla="*/ 1205074 w 2947832"/>
              <a:gd name="connsiteY5350" fmla="*/ 3419487 h 4821604"/>
              <a:gd name="connsiteX5351" fmla="*/ 1202981 w 2947832"/>
              <a:gd name="connsiteY5351" fmla="*/ 3420691 h 4821604"/>
              <a:gd name="connsiteX5352" fmla="*/ 1183308 w 2947832"/>
              <a:gd name="connsiteY5352" fmla="*/ 3420691 h 4821604"/>
              <a:gd name="connsiteX5353" fmla="*/ 1181215 w 2947832"/>
              <a:gd name="connsiteY5353" fmla="*/ 3419487 h 4821604"/>
              <a:gd name="connsiteX5354" fmla="*/ 1171379 w 2947832"/>
              <a:gd name="connsiteY5354" fmla="*/ 3402483 h 4821604"/>
              <a:gd name="connsiteX5355" fmla="*/ 1171379 w 2947832"/>
              <a:gd name="connsiteY5355" fmla="*/ 3400076 h 4821604"/>
              <a:gd name="connsiteX5356" fmla="*/ 1181215 w 2947832"/>
              <a:gd name="connsiteY5356" fmla="*/ 3383071 h 4821604"/>
              <a:gd name="connsiteX5357" fmla="*/ 1183308 w 2947832"/>
              <a:gd name="connsiteY5357" fmla="*/ 3381868 h 4821604"/>
              <a:gd name="connsiteX5358" fmla="*/ 2670762 w 2947832"/>
              <a:gd name="connsiteY5358" fmla="*/ 3381031 h 4821604"/>
              <a:gd name="connsiteX5359" fmla="*/ 2691273 w 2947832"/>
              <a:gd name="connsiteY5359" fmla="*/ 3381031 h 4821604"/>
              <a:gd name="connsiteX5360" fmla="*/ 2693470 w 2947832"/>
              <a:gd name="connsiteY5360" fmla="*/ 3382287 h 4821604"/>
              <a:gd name="connsiteX5361" fmla="*/ 2703725 w 2947832"/>
              <a:gd name="connsiteY5361" fmla="*/ 3400076 h 4821604"/>
              <a:gd name="connsiteX5362" fmla="*/ 2703725 w 2947832"/>
              <a:gd name="connsiteY5362" fmla="*/ 3402640 h 4821604"/>
              <a:gd name="connsiteX5363" fmla="*/ 2693470 w 2947832"/>
              <a:gd name="connsiteY5363" fmla="*/ 3420429 h 4821604"/>
              <a:gd name="connsiteX5364" fmla="*/ 2691273 w 2947832"/>
              <a:gd name="connsiteY5364" fmla="*/ 3421685 h 4821604"/>
              <a:gd name="connsiteX5365" fmla="*/ 2670762 w 2947832"/>
              <a:gd name="connsiteY5365" fmla="*/ 3421685 h 4821604"/>
              <a:gd name="connsiteX5366" fmla="*/ 2668565 w 2947832"/>
              <a:gd name="connsiteY5366" fmla="*/ 3420429 h 4821604"/>
              <a:gd name="connsiteX5367" fmla="*/ 2658310 w 2947832"/>
              <a:gd name="connsiteY5367" fmla="*/ 3402640 h 4821604"/>
              <a:gd name="connsiteX5368" fmla="*/ 2658310 w 2947832"/>
              <a:gd name="connsiteY5368" fmla="*/ 3400076 h 4821604"/>
              <a:gd name="connsiteX5369" fmla="*/ 2668565 w 2947832"/>
              <a:gd name="connsiteY5369" fmla="*/ 3382287 h 4821604"/>
              <a:gd name="connsiteX5370" fmla="*/ 2670762 w 2947832"/>
              <a:gd name="connsiteY5370" fmla="*/ 3381031 h 4821604"/>
              <a:gd name="connsiteX5371" fmla="*/ 521438 w 2947832"/>
              <a:gd name="connsiteY5371" fmla="*/ 3380560 h 4821604"/>
              <a:gd name="connsiteX5372" fmla="*/ 542419 w 2947832"/>
              <a:gd name="connsiteY5372" fmla="*/ 3380560 h 4821604"/>
              <a:gd name="connsiteX5373" fmla="*/ 544669 w 2947832"/>
              <a:gd name="connsiteY5373" fmla="*/ 3381868 h 4821604"/>
              <a:gd name="connsiteX5374" fmla="*/ 555133 w 2947832"/>
              <a:gd name="connsiteY5374" fmla="*/ 3400024 h 4821604"/>
              <a:gd name="connsiteX5375" fmla="*/ 555133 w 2947832"/>
              <a:gd name="connsiteY5375" fmla="*/ 3402640 h 4821604"/>
              <a:gd name="connsiteX5376" fmla="*/ 544669 w 2947832"/>
              <a:gd name="connsiteY5376" fmla="*/ 3420795 h 4821604"/>
              <a:gd name="connsiteX5377" fmla="*/ 542419 w 2947832"/>
              <a:gd name="connsiteY5377" fmla="*/ 3422103 h 4821604"/>
              <a:gd name="connsiteX5378" fmla="*/ 521438 w 2947832"/>
              <a:gd name="connsiteY5378" fmla="*/ 3422103 h 4821604"/>
              <a:gd name="connsiteX5379" fmla="*/ 519188 w 2947832"/>
              <a:gd name="connsiteY5379" fmla="*/ 3420795 h 4821604"/>
              <a:gd name="connsiteX5380" fmla="*/ 508724 w 2947832"/>
              <a:gd name="connsiteY5380" fmla="*/ 3402640 h 4821604"/>
              <a:gd name="connsiteX5381" fmla="*/ 508724 w 2947832"/>
              <a:gd name="connsiteY5381" fmla="*/ 3400024 h 4821604"/>
              <a:gd name="connsiteX5382" fmla="*/ 519188 w 2947832"/>
              <a:gd name="connsiteY5382" fmla="*/ 3381868 h 4821604"/>
              <a:gd name="connsiteX5383" fmla="*/ 521438 w 2947832"/>
              <a:gd name="connsiteY5383" fmla="*/ 3380560 h 4821604"/>
              <a:gd name="connsiteX5384" fmla="*/ 2587728 w 2947832"/>
              <a:gd name="connsiteY5384" fmla="*/ 3380350 h 4821604"/>
              <a:gd name="connsiteX5385" fmla="*/ 2608971 w 2947832"/>
              <a:gd name="connsiteY5385" fmla="*/ 3380350 h 4821604"/>
              <a:gd name="connsiteX5386" fmla="*/ 2611220 w 2947832"/>
              <a:gd name="connsiteY5386" fmla="*/ 3381658 h 4821604"/>
              <a:gd name="connsiteX5387" fmla="*/ 2621842 w 2947832"/>
              <a:gd name="connsiteY5387" fmla="*/ 3400023 h 4821604"/>
              <a:gd name="connsiteX5388" fmla="*/ 2621842 w 2947832"/>
              <a:gd name="connsiteY5388" fmla="*/ 3402639 h 4821604"/>
              <a:gd name="connsiteX5389" fmla="*/ 2611220 w 2947832"/>
              <a:gd name="connsiteY5389" fmla="*/ 3421004 h 4821604"/>
              <a:gd name="connsiteX5390" fmla="*/ 2608971 w 2947832"/>
              <a:gd name="connsiteY5390" fmla="*/ 3422312 h 4821604"/>
              <a:gd name="connsiteX5391" fmla="*/ 2587728 w 2947832"/>
              <a:gd name="connsiteY5391" fmla="*/ 3422312 h 4821604"/>
              <a:gd name="connsiteX5392" fmla="*/ 2585478 w 2947832"/>
              <a:gd name="connsiteY5392" fmla="*/ 3421004 h 4821604"/>
              <a:gd name="connsiteX5393" fmla="*/ 2574857 w 2947832"/>
              <a:gd name="connsiteY5393" fmla="*/ 3402639 h 4821604"/>
              <a:gd name="connsiteX5394" fmla="*/ 2574857 w 2947832"/>
              <a:gd name="connsiteY5394" fmla="*/ 3400023 h 4821604"/>
              <a:gd name="connsiteX5395" fmla="*/ 2585478 w 2947832"/>
              <a:gd name="connsiteY5395" fmla="*/ 3381658 h 4821604"/>
              <a:gd name="connsiteX5396" fmla="*/ 2587728 w 2947832"/>
              <a:gd name="connsiteY5396" fmla="*/ 3380350 h 4821604"/>
              <a:gd name="connsiteX5397" fmla="*/ 355945 w 2947832"/>
              <a:gd name="connsiteY5397" fmla="*/ 3380350 h 4821604"/>
              <a:gd name="connsiteX5398" fmla="*/ 377188 w 2947832"/>
              <a:gd name="connsiteY5398" fmla="*/ 3380350 h 4821604"/>
              <a:gd name="connsiteX5399" fmla="*/ 379438 w 2947832"/>
              <a:gd name="connsiteY5399" fmla="*/ 3381658 h 4821604"/>
              <a:gd name="connsiteX5400" fmla="*/ 390059 w 2947832"/>
              <a:gd name="connsiteY5400" fmla="*/ 3400023 h 4821604"/>
              <a:gd name="connsiteX5401" fmla="*/ 390059 w 2947832"/>
              <a:gd name="connsiteY5401" fmla="*/ 3402639 h 4821604"/>
              <a:gd name="connsiteX5402" fmla="*/ 379438 w 2947832"/>
              <a:gd name="connsiteY5402" fmla="*/ 3421004 h 4821604"/>
              <a:gd name="connsiteX5403" fmla="*/ 377188 w 2947832"/>
              <a:gd name="connsiteY5403" fmla="*/ 3422312 h 4821604"/>
              <a:gd name="connsiteX5404" fmla="*/ 355945 w 2947832"/>
              <a:gd name="connsiteY5404" fmla="*/ 3422312 h 4821604"/>
              <a:gd name="connsiteX5405" fmla="*/ 353695 w 2947832"/>
              <a:gd name="connsiteY5405" fmla="*/ 3421004 h 4821604"/>
              <a:gd name="connsiteX5406" fmla="*/ 343074 w 2947832"/>
              <a:gd name="connsiteY5406" fmla="*/ 3402639 h 4821604"/>
              <a:gd name="connsiteX5407" fmla="*/ 343074 w 2947832"/>
              <a:gd name="connsiteY5407" fmla="*/ 3400023 h 4821604"/>
              <a:gd name="connsiteX5408" fmla="*/ 353695 w 2947832"/>
              <a:gd name="connsiteY5408" fmla="*/ 3381658 h 4821604"/>
              <a:gd name="connsiteX5409" fmla="*/ 355945 w 2947832"/>
              <a:gd name="connsiteY5409" fmla="*/ 3380350 h 4821604"/>
              <a:gd name="connsiteX5410" fmla="*/ 2008265 w 2947832"/>
              <a:gd name="connsiteY5410" fmla="*/ 3378572 h 4821604"/>
              <a:gd name="connsiteX5411" fmla="*/ 2031234 w 2947832"/>
              <a:gd name="connsiteY5411" fmla="*/ 3378572 h 4821604"/>
              <a:gd name="connsiteX5412" fmla="*/ 2033693 w 2947832"/>
              <a:gd name="connsiteY5412" fmla="*/ 3379984 h 4821604"/>
              <a:gd name="connsiteX5413" fmla="*/ 2045204 w 2947832"/>
              <a:gd name="connsiteY5413" fmla="*/ 3399919 h 4821604"/>
              <a:gd name="connsiteX5414" fmla="*/ 2045204 w 2947832"/>
              <a:gd name="connsiteY5414" fmla="*/ 3402745 h 4821604"/>
              <a:gd name="connsiteX5415" fmla="*/ 2033693 w 2947832"/>
              <a:gd name="connsiteY5415" fmla="*/ 3422679 h 4821604"/>
              <a:gd name="connsiteX5416" fmla="*/ 2031234 w 2947832"/>
              <a:gd name="connsiteY5416" fmla="*/ 3424092 h 4821604"/>
              <a:gd name="connsiteX5417" fmla="*/ 2008265 w 2947832"/>
              <a:gd name="connsiteY5417" fmla="*/ 3424092 h 4821604"/>
              <a:gd name="connsiteX5418" fmla="*/ 2005806 w 2947832"/>
              <a:gd name="connsiteY5418" fmla="*/ 3422679 h 4821604"/>
              <a:gd name="connsiteX5419" fmla="*/ 1994296 w 2947832"/>
              <a:gd name="connsiteY5419" fmla="*/ 3402745 h 4821604"/>
              <a:gd name="connsiteX5420" fmla="*/ 1994296 w 2947832"/>
              <a:gd name="connsiteY5420" fmla="*/ 3399919 h 4821604"/>
              <a:gd name="connsiteX5421" fmla="*/ 2005806 w 2947832"/>
              <a:gd name="connsiteY5421" fmla="*/ 3379984 h 4821604"/>
              <a:gd name="connsiteX5422" fmla="*/ 2008265 w 2947832"/>
              <a:gd name="connsiteY5422" fmla="*/ 3378572 h 4821604"/>
              <a:gd name="connsiteX5423" fmla="*/ 1925492 w 2947832"/>
              <a:gd name="connsiteY5423" fmla="*/ 3378362 h 4821604"/>
              <a:gd name="connsiteX5424" fmla="*/ 1948723 w 2947832"/>
              <a:gd name="connsiteY5424" fmla="*/ 3378362 h 4821604"/>
              <a:gd name="connsiteX5425" fmla="*/ 1951234 w 2947832"/>
              <a:gd name="connsiteY5425" fmla="*/ 3379775 h 4821604"/>
              <a:gd name="connsiteX5426" fmla="*/ 1962850 w 2947832"/>
              <a:gd name="connsiteY5426" fmla="*/ 3399919 h 4821604"/>
              <a:gd name="connsiteX5427" fmla="*/ 1962850 w 2947832"/>
              <a:gd name="connsiteY5427" fmla="*/ 3402796 h 4821604"/>
              <a:gd name="connsiteX5428" fmla="*/ 1951234 w 2947832"/>
              <a:gd name="connsiteY5428" fmla="*/ 3422940 h 4821604"/>
              <a:gd name="connsiteX5429" fmla="*/ 1948723 w 2947832"/>
              <a:gd name="connsiteY5429" fmla="*/ 3424353 h 4821604"/>
              <a:gd name="connsiteX5430" fmla="*/ 1925492 w 2947832"/>
              <a:gd name="connsiteY5430" fmla="*/ 3424353 h 4821604"/>
              <a:gd name="connsiteX5431" fmla="*/ 1922981 w 2947832"/>
              <a:gd name="connsiteY5431" fmla="*/ 3422940 h 4821604"/>
              <a:gd name="connsiteX5432" fmla="*/ 1911365 w 2947832"/>
              <a:gd name="connsiteY5432" fmla="*/ 3402796 h 4821604"/>
              <a:gd name="connsiteX5433" fmla="*/ 1911365 w 2947832"/>
              <a:gd name="connsiteY5433" fmla="*/ 3399919 h 4821604"/>
              <a:gd name="connsiteX5434" fmla="*/ 1922981 w 2947832"/>
              <a:gd name="connsiteY5434" fmla="*/ 3379775 h 4821604"/>
              <a:gd name="connsiteX5435" fmla="*/ 1925492 w 2947832"/>
              <a:gd name="connsiteY5435" fmla="*/ 3378362 h 4821604"/>
              <a:gd name="connsiteX5436" fmla="*/ 1511941 w 2947832"/>
              <a:gd name="connsiteY5436" fmla="*/ 3377787 h 4821604"/>
              <a:gd name="connsiteX5437" fmla="*/ 1535748 w 2947832"/>
              <a:gd name="connsiteY5437" fmla="*/ 3377787 h 4821604"/>
              <a:gd name="connsiteX5438" fmla="*/ 1538311 w 2947832"/>
              <a:gd name="connsiteY5438" fmla="*/ 3379252 h 4821604"/>
              <a:gd name="connsiteX5439" fmla="*/ 1550188 w 2947832"/>
              <a:gd name="connsiteY5439" fmla="*/ 3399867 h 4821604"/>
              <a:gd name="connsiteX5440" fmla="*/ 1550188 w 2947832"/>
              <a:gd name="connsiteY5440" fmla="*/ 3402797 h 4821604"/>
              <a:gd name="connsiteX5441" fmla="*/ 1538311 w 2947832"/>
              <a:gd name="connsiteY5441" fmla="*/ 3423412 h 4821604"/>
              <a:gd name="connsiteX5442" fmla="*/ 1535748 w 2947832"/>
              <a:gd name="connsiteY5442" fmla="*/ 3424877 h 4821604"/>
              <a:gd name="connsiteX5443" fmla="*/ 1511941 w 2947832"/>
              <a:gd name="connsiteY5443" fmla="*/ 3424877 h 4821604"/>
              <a:gd name="connsiteX5444" fmla="*/ 1509377 w 2947832"/>
              <a:gd name="connsiteY5444" fmla="*/ 3423412 h 4821604"/>
              <a:gd name="connsiteX5445" fmla="*/ 1497500 w 2947832"/>
              <a:gd name="connsiteY5445" fmla="*/ 3402797 h 4821604"/>
              <a:gd name="connsiteX5446" fmla="*/ 1497500 w 2947832"/>
              <a:gd name="connsiteY5446" fmla="*/ 3399867 h 4821604"/>
              <a:gd name="connsiteX5447" fmla="*/ 1509377 w 2947832"/>
              <a:gd name="connsiteY5447" fmla="*/ 3379252 h 4821604"/>
              <a:gd name="connsiteX5448" fmla="*/ 1511941 w 2947832"/>
              <a:gd name="connsiteY5448" fmla="*/ 3377787 h 4821604"/>
              <a:gd name="connsiteX5449" fmla="*/ 1841986 w 2947832"/>
              <a:gd name="connsiteY5449" fmla="*/ 3376688 h 4821604"/>
              <a:gd name="connsiteX5450" fmla="*/ 1866891 w 2947832"/>
              <a:gd name="connsiteY5450" fmla="*/ 3376688 h 4821604"/>
              <a:gd name="connsiteX5451" fmla="*/ 1869560 w 2947832"/>
              <a:gd name="connsiteY5451" fmla="*/ 3378206 h 4821604"/>
              <a:gd name="connsiteX5452" fmla="*/ 1882012 w 2947832"/>
              <a:gd name="connsiteY5452" fmla="*/ 3399762 h 4821604"/>
              <a:gd name="connsiteX5453" fmla="*/ 1882012 w 2947832"/>
              <a:gd name="connsiteY5453" fmla="*/ 3402849 h 4821604"/>
              <a:gd name="connsiteX5454" fmla="*/ 1869560 w 2947832"/>
              <a:gd name="connsiteY5454" fmla="*/ 3424406 h 4821604"/>
              <a:gd name="connsiteX5455" fmla="*/ 1866891 w 2947832"/>
              <a:gd name="connsiteY5455" fmla="*/ 3425923 h 4821604"/>
              <a:gd name="connsiteX5456" fmla="*/ 1841986 w 2947832"/>
              <a:gd name="connsiteY5456" fmla="*/ 3425923 h 4821604"/>
              <a:gd name="connsiteX5457" fmla="*/ 1839318 w 2947832"/>
              <a:gd name="connsiteY5457" fmla="*/ 3424406 h 4821604"/>
              <a:gd name="connsiteX5458" fmla="*/ 1826865 w 2947832"/>
              <a:gd name="connsiteY5458" fmla="*/ 3402849 h 4821604"/>
              <a:gd name="connsiteX5459" fmla="*/ 1826865 w 2947832"/>
              <a:gd name="connsiteY5459" fmla="*/ 3399762 h 4821604"/>
              <a:gd name="connsiteX5460" fmla="*/ 1839318 w 2947832"/>
              <a:gd name="connsiteY5460" fmla="*/ 3378206 h 4821604"/>
              <a:gd name="connsiteX5461" fmla="*/ 1841986 w 2947832"/>
              <a:gd name="connsiteY5461" fmla="*/ 3376688 h 4821604"/>
              <a:gd name="connsiteX5462" fmla="*/ 1263256 w 2947832"/>
              <a:gd name="connsiteY5462" fmla="*/ 3376426 h 4821604"/>
              <a:gd name="connsiteX5463" fmla="*/ 1288423 w 2947832"/>
              <a:gd name="connsiteY5463" fmla="*/ 3376426 h 4821604"/>
              <a:gd name="connsiteX5464" fmla="*/ 1291144 w 2947832"/>
              <a:gd name="connsiteY5464" fmla="*/ 3377996 h 4821604"/>
              <a:gd name="connsiteX5465" fmla="*/ 1303701 w 2947832"/>
              <a:gd name="connsiteY5465" fmla="*/ 3399762 h 4821604"/>
              <a:gd name="connsiteX5466" fmla="*/ 1303701 w 2947832"/>
              <a:gd name="connsiteY5466" fmla="*/ 3402848 h 4821604"/>
              <a:gd name="connsiteX5467" fmla="*/ 1291144 w 2947832"/>
              <a:gd name="connsiteY5467" fmla="*/ 3424614 h 4821604"/>
              <a:gd name="connsiteX5468" fmla="*/ 1288423 w 2947832"/>
              <a:gd name="connsiteY5468" fmla="*/ 3426184 h 4821604"/>
              <a:gd name="connsiteX5469" fmla="*/ 1263256 w 2947832"/>
              <a:gd name="connsiteY5469" fmla="*/ 3426184 h 4821604"/>
              <a:gd name="connsiteX5470" fmla="*/ 1260535 w 2947832"/>
              <a:gd name="connsiteY5470" fmla="*/ 3424614 h 4821604"/>
              <a:gd name="connsiteX5471" fmla="*/ 1247978 w 2947832"/>
              <a:gd name="connsiteY5471" fmla="*/ 3402848 h 4821604"/>
              <a:gd name="connsiteX5472" fmla="*/ 1247978 w 2947832"/>
              <a:gd name="connsiteY5472" fmla="*/ 3399762 h 4821604"/>
              <a:gd name="connsiteX5473" fmla="*/ 1260535 w 2947832"/>
              <a:gd name="connsiteY5473" fmla="*/ 3377996 h 4821604"/>
              <a:gd name="connsiteX5474" fmla="*/ 1263256 w 2947832"/>
              <a:gd name="connsiteY5474" fmla="*/ 3376426 h 4821604"/>
              <a:gd name="connsiteX5475" fmla="*/ 1428384 w 2947832"/>
              <a:gd name="connsiteY5475" fmla="*/ 3376112 h 4821604"/>
              <a:gd name="connsiteX5476" fmla="*/ 1453917 w 2947832"/>
              <a:gd name="connsiteY5476" fmla="*/ 3376112 h 4821604"/>
              <a:gd name="connsiteX5477" fmla="*/ 1456637 w 2947832"/>
              <a:gd name="connsiteY5477" fmla="*/ 3377682 h 4821604"/>
              <a:gd name="connsiteX5478" fmla="*/ 1469404 w 2947832"/>
              <a:gd name="connsiteY5478" fmla="*/ 3399762 h 4821604"/>
              <a:gd name="connsiteX5479" fmla="*/ 1469404 w 2947832"/>
              <a:gd name="connsiteY5479" fmla="*/ 3402901 h 4821604"/>
              <a:gd name="connsiteX5480" fmla="*/ 1456637 w 2947832"/>
              <a:gd name="connsiteY5480" fmla="*/ 3424981 h 4821604"/>
              <a:gd name="connsiteX5481" fmla="*/ 1453917 w 2947832"/>
              <a:gd name="connsiteY5481" fmla="*/ 3426550 h 4821604"/>
              <a:gd name="connsiteX5482" fmla="*/ 1428384 w 2947832"/>
              <a:gd name="connsiteY5482" fmla="*/ 3426550 h 4821604"/>
              <a:gd name="connsiteX5483" fmla="*/ 1425663 w 2947832"/>
              <a:gd name="connsiteY5483" fmla="*/ 3424981 h 4821604"/>
              <a:gd name="connsiteX5484" fmla="*/ 1412896 w 2947832"/>
              <a:gd name="connsiteY5484" fmla="*/ 3402901 h 4821604"/>
              <a:gd name="connsiteX5485" fmla="*/ 1412896 w 2947832"/>
              <a:gd name="connsiteY5485" fmla="*/ 3399762 h 4821604"/>
              <a:gd name="connsiteX5486" fmla="*/ 1425663 w 2947832"/>
              <a:gd name="connsiteY5486" fmla="*/ 3377682 h 4821604"/>
              <a:gd name="connsiteX5487" fmla="*/ 1428384 w 2947832"/>
              <a:gd name="connsiteY5487" fmla="*/ 3376112 h 4821604"/>
              <a:gd name="connsiteX5488" fmla="*/ 435945 w 2947832"/>
              <a:gd name="connsiteY5488" fmla="*/ 3375014 h 4821604"/>
              <a:gd name="connsiteX5489" fmla="*/ 462576 w 2947832"/>
              <a:gd name="connsiteY5489" fmla="*/ 3375014 h 4821604"/>
              <a:gd name="connsiteX5490" fmla="*/ 465454 w 2947832"/>
              <a:gd name="connsiteY5490" fmla="*/ 3376636 h 4821604"/>
              <a:gd name="connsiteX5491" fmla="*/ 478744 w 2947832"/>
              <a:gd name="connsiteY5491" fmla="*/ 3399710 h 4821604"/>
              <a:gd name="connsiteX5492" fmla="*/ 478744 w 2947832"/>
              <a:gd name="connsiteY5492" fmla="*/ 3403006 h 4821604"/>
              <a:gd name="connsiteX5493" fmla="*/ 465454 w 2947832"/>
              <a:gd name="connsiteY5493" fmla="*/ 3426080 h 4821604"/>
              <a:gd name="connsiteX5494" fmla="*/ 462576 w 2947832"/>
              <a:gd name="connsiteY5494" fmla="*/ 3427702 h 4821604"/>
              <a:gd name="connsiteX5495" fmla="*/ 435945 w 2947832"/>
              <a:gd name="connsiteY5495" fmla="*/ 3427702 h 4821604"/>
              <a:gd name="connsiteX5496" fmla="*/ 433067 w 2947832"/>
              <a:gd name="connsiteY5496" fmla="*/ 3426080 h 4821604"/>
              <a:gd name="connsiteX5497" fmla="*/ 419777 w 2947832"/>
              <a:gd name="connsiteY5497" fmla="*/ 3403006 h 4821604"/>
              <a:gd name="connsiteX5498" fmla="*/ 419777 w 2947832"/>
              <a:gd name="connsiteY5498" fmla="*/ 3399710 h 4821604"/>
              <a:gd name="connsiteX5499" fmla="*/ 433067 w 2947832"/>
              <a:gd name="connsiteY5499" fmla="*/ 3376636 h 4821604"/>
              <a:gd name="connsiteX5500" fmla="*/ 435945 w 2947832"/>
              <a:gd name="connsiteY5500" fmla="*/ 3375014 h 4821604"/>
              <a:gd name="connsiteX5501" fmla="*/ 1344877 w 2947832"/>
              <a:gd name="connsiteY5501" fmla="*/ 3374334 h 4821604"/>
              <a:gd name="connsiteX5502" fmla="*/ 1372137 w 2947832"/>
              <a:gd name="connsiteY5502" fmla="*/ 3374334 h 4821604"/>
              <a:gd name="connsiteX5503" fmla="*/ 1375067 w 2947832"/>
              <a:gd name="connsiteY5503" fmla="*/ 3376008 h 4821604"/>
              <a:gd name="connsiteX5504" fmla="*/ 1388723 w 2947832"/>
              <a:gd name="connsiteY5504" fmla="*/ 3399605 h 4821604"/>
              <a:gd name="connsiteX5505" fmla="*/ 1388723 w 2947832"/>
              <a:gd name="connsiteY5505" fmla="*/ 3402954 h 4821604"/>
              <a:gd name="connsiteX5506" fmla="*/ 1375067 w 2947832"/>
              <a:gd name="connsiteY5506" fmla="*/ 3426551 h 4821604"/>
              <a:gd name="connsiteX5507" fmla="*/ 1372137 w 2947832"/>
              <a:gd name="connsiteY5507" fmla="*/ 3428225 h 4821604"/>
              <a:gd name="connsiteX5508" fmla="*/ 1344877 w 2947832"/>
              <a:gd name="connsiteY5508" fmla="*/ 3428225 h 4821604"/>
              <a:gd name="connsiteX5509" fmla="*/ 1341947 w 2947832"/>
              <a:gd name="connsiteY5509" fmla="*/ 3426551 h 4821604"/>
              <a:gd name="connsiteX5510" fmla="*/ 1328291 w 2947832"/>
              <a:gd name="connsiteY5510" fmla="*/ 3402954 h 4821604"/>
              <a:gd name="connsiteX5511" fmla="*/ 1328291 w 2947832"/>
              <a:gd name="connsiteY5511" fmla="*/ 3399605 h 4821604"/>
              <a:gd name="connsiteX5512" fmla="*/ 1341947 w 2947832"/>
              <a:gd name="connsiteY5512" fmla="*/ 3376008 h 4821604"/>
              <a:gd name="connsiteX5513" fmla="*/ 1344877 w 2947832"/>
              <a:gd name="connsiteY5513" fmla="*/ 3374334 h 4821604"/>
              <a:gd name="connsiteX5514" fmla="*/ 1757015 w 2947832"/>
              <a:gd name="connsiteY5514" fmla="*/ 3372188 h 4821604"/>
              <a:gd name="connsiteX5515" fmla="*/ 1786473 w 2947832"/>
              <a:gd name="connsiteY5515" fmla="*/ 3372188 h 4821604"/>
              <a:gd name="connsiteX5516" fmla="*/ 1789612 w 2947832"/>
              <a:gd name="connsiteY5516" fmla="*/ 3374019 h 4821604"/>
              <a:gd name="connsiteX5517" fmla="*/ 1804314 w 2947832"/>
              <a:gd name="connsiteY5517" fmla="*/ 3399500 h 4821604"/>
              <a:gd name="connsiteX5518" fmla="*/ 1804314 w 2947832"/>
              <a:gd name="connsiteY5518" fmla="*/ 3403162 h 4821604"/>
              <a:gd name="connsiteX5519" fmla="*/ 1789612 w 2947832"/>
              <a:gd name="connsiteY5519" fmla="*/ 3428643 h 4821604"/>
              <a:gd name="connsiteX5520" fmla="*/ 1786473 w 2947832"/>
              <a:gd name="connsiteY5520" fmla="*/ 3430474 h 4821604"/>
              <a:gd name="connsiteX5521" fmla="*/ 1757015 w 2947832"/>
              <a:gd name="connsiteY5521" fmla="*/ 3430474 h 4821604"/>
              <a:gd name="connsiteX5522" fmla="*/ 1753876 w 2947832"/>
              <a:gd name="connsiteY5522" fmla="*/ 3428643 h 4821604"/>
              <a:gd name="connsiteX5523" fmla="*/ 1739174 w 2947832"/>
              <a:gd name="connsiteY5523" fmla="*/ 3403162 h 4821604"/>
              <a:gd name="connsiteX5524" fmla="*/ 1739174 w 2947832"/>
              <a:gd name="connsiteY5524" fmla="*/ 3399500 h 4821604"/>
              <a:gd name="connsiteX5525" fmla="*/ 1753876 w 2947832"/>
              <a:gd name="connsiteY5525" fmla="*/ 3374019 h 4821604"/>
              <a:gd name="connsiteX5526" fmla="*/ 1757015 w 2947832"/>
              <a:gd name="connsiteY5526" fmla="*/ 3372188 h 4821604"/>
              <a:gd name="connsiteX5527" fmla="*/ 1673877 w 2947832"/>
              <a:gd name="connsiteY5527" fmla="*/ 3371090 h 4821604"/>
              <a:gd name="connsiteX5528" fmla="*/ 1704433 w 2947832"/>
              <a:gd name="connsiteY5528" fmla="*/ 3371090 h 4821604"/>
              <a:gd name="connsiteX5529" fmla="*/ 1707729 w 2947832"/>
              <a:gd name="connsiteY5529" fmla="*/ 3372974 h 4821604"/>
              <a:gd name="connsiteX5530" fmla="*/ 1723007 w 2947832"/>
              <a:gd name="connsiteY5530" fmla="*/ 3399448 h 4821604"/>
              <a:gd name="connsiteX5531" fmla="*/ 1723007 w 2947832"/>
              <a:gd name="connsiteY5531" fmla="*/ 3403215 h 4821604"/>
              <a:gd name="connsiteX5532" fmla="*/ 1707729 w 2947832"/>
              <a:gd name="connsiteY5532" fmla="*/ 3429690 h 4821604"/>
              <a:gd name="connsiteX5533" fmla="*/ 1704433 w 2947832"/>
              <a:gd name="connsiteY5533" fmla="*/ 3431574 h 4821604"/>
              <a:gd name="connsiteX5534" fmla="*/ 1673877 w 2947832"/>
              <a:gd name="connsiteY5534" fmla="*/ 3431574 h 4821604"/>
              <a:gd name="connsiteX5535" fmla="*/ 1670581 w 2947832"/>
              <a:gd name="connsiteY5535" fmla="*/ 3429690 h 4821604"/>
              <a:gd name="connsiteX5536" fmla="*/ 1655303 w 2947832"/>
              <a:gd name="connsiteY5536" fmla="*/ 3403215 h 4821604"/>
              <a:gd name="connsiteX5537" fmla="*/ 1655303 w 2947832"/>
              <a:gd name="connsiteY5537" fmla="*/ 3399448 h 4821604"/>
              <a:gd name="connsiteX5538" fmla="*/ 1670581 w 2947832"/>
              <a:gd name="connsiteY5538" fmla="*/ 3372974 h 4821604"/>
              <a:gd name="connsiteX5539" fmla="*/ 1673877 w 2947832"/>
              <a:gd name="connsiteY5539" fmla="*/ 3371090 h 4821604"/>
              <a:gd name="connsiteX5540" fmla="*/ 1590475 w 2947832"/>
              <a:gd name="connsiteY5540" fmla="*/ 3369624 h 4821604"/>
              <a:gd name="connsiteX5541" fmla="*/ 1622496 w 2947832"/>
              <a:gd name="connsiteY5541" fmla="*/ 3369624 h 4821604"/>
              <a:gd name="connsiteX5542" fmla="*/ 1625950 w 2947832"/>
              <a:gd name="connsiteY5542" fmla="*/ 3371612 h 4821604"/>
              <a:gd name="connsiteX5543" fmla="*/ 1641960 w 2947832"/>
              <a:gd name="connsiteY5543" fmla="*/ 3399343 h 4821604"/>
              <a:gd name="connsiteX5544" fmla="*/ 1641960 w 2947832"/>
              <a:gd name="connsiteY5544" fmla="*/ 3403319 h 4821604"/>
              <a:gd name="connsiteX5545" fmla="*/ 1625950 w 2947832"/>
              <a:gd name="connsiteY5545" fmla="*/ 3431050 h 4821604"/>
              <a:gd name="connsiteX5546" fmla="*/ 1622496 w 2947832"/>
              <a:gd name="connsiteY5546" fmla="*/ 3433038 h 4821604"/>
              <a:gd name="connsiteX5547" fmla="*/ 1590475 w 2947832"/>
              <a:gd name="connsiteY5547" fmla="*/ 3433038 h 4821604"/>
              <a:gd name="connsiteX5548" fmla="*/ 1587022 w 2947832"/>
              <a:gd name="connsiteY5548" fmla="*/ 3431050 h 4821604"/>
              <a:gd name="connsiteX5549" fmla="*/ 1571012 w 2947832"/>
              <a:gd name="connsiteY5549" fmla="*/ 3403319 h 4821604"/>
              <a:gd name="connsiteX5550" fmla="*/ 1571012 w 2947832"/>
              <a:gd name="connsiteY5550" fmla="*/ 3399343 h 4821604"/>
              <a:gd name="connsiteX5551" fmla="*/ 1587022 w 2947832"/>
              <a:gd name="connsiteY5551" fmla="*/ 3371612 h 4821604"/>
              <a:gd name="connsiteX5552" fmla="*/ 1590475 w 2947832"/>
              <a:gd name="connsiteY5552" fmla="*/ 3369624 h 4821604"/>
              <a:gd name="connsiteX5553" fmla="*/ 608606 w 2947832"/>
              <a:gd name="connsiteY5553" fmla="*/ 3306786 h 4821604"/>
              <a:gd name="connsiteX5554" fmla="*/ 620588 w 2947832"/>
              <a:gd name="connsiteY5554" fmla="*/ 3306786 h 4821604"/>
              <a:gd name="connsiteX5555" fmla="*/ 621896 w 2947832"/>
              <a:gd name="connsiteY5555" fmla="*/ 3307519 h 4821604"/>
              <a:gd name="connsiteX5556" fmla="*/ 627913 w 2947832"/>
              <a:gd name="connsiteY5556" fmla="*/ 3317931 h 4821604"/>
              <a:gd name="connsiteX5557" fmla="*/ 627913 w 2947832"/>
              <a:gd name="connsiteY5557" fmla="*/ 3319396 h 4821604"/>
              <a:gd name="connsiteX5558" fmla="*/ 621896 w 2947832"/>
              <a:gd name="connsiteY5558" fmla="*/ 3329808 h 4821604"/>
              <a:gd name="connsiteX5559" fmla="*/ 620588 w 2947832"/>
              <a:gd name="connsiteY5559" fmla="*/ 3330540 h 4821604"/>
              <a:gd name="connsiteX5560" fmla="*/ 608606 w 2947832"/>
              <a:gd name="connsiteY5560" fmla="*/ 3330540 h 4821604"/>
              <a:gd name="connsiteX5561" fmla="*/ 607298 w 2947832"/>
              <a:gd name="connsiteY5561" fmla="*/ 3329808 h 4821604"/>
              <a:gd name="connsiteX5562" fmla="*/ 601281 w 2947832"/>
              <a:gd name="connsiteY5562" fmla="*/ 3319396 h 4821604"/>
              <a:gd name="connsiteX5563" fmla="*/ 601281 w 2947832"/>
              <a:gd name="connsiteY5563" fmla="*/ 3317931 h 4821604"/>
              <a:gd name="connsiteX5564" fmla="*/ 607298 w 2947832"/>
              <a:gd name="connsiteY5564" fmla="*/ 3307519 h 4821604"/>
              <a:gd name="connsiteX5565" fmla="*/ 608606 w 2947832"/>
              <a:gd name="connsiteY5565" fmla="*/ 3306786 h 4821604"/>
              <a:gd name="connsiteX5566" fmla="*/ 691013 w 2947832"/>
              <a:gd name="connsiteY5566" fmla="*/ 3306315 h 4821604"/>
              <a:gd name="connsiteX5567" fmla="*/ 703465 w 2947832"/>
              <a:gd name="connsiteY5567" fmla="*/ 3306315 h 4821604"/>
              <a:gd name="connsiteX5568" fmla="*/ 704826 w 2947832"/>
              <a:gd name="connsiteY5568" fmla="*/ 3307100 h 4821604"/>
              <a:gd name="connsiteX5569" fmla="*/ 711052 w 2947832"/>
              <a:gd name="connsiteY5569" fmla="*/ 3317878 h 4821604"/>
              <a:gd name="connsiteX5570" fmla="*/ 711052 w 2947832"/>
              <a:gd name="connsiteY5570" fmla="*/ 3319395 h 4821604"/>
              <a:gd name="connsiteX5571" fmla="*/ 704826 w 2947832"/>
              <a:gd name="connsiteY5571" fmla="*/ 3330174 h 4821604"/>
              <a:gd name="connsiteX5572" fmla="*/ 703465 w 2947832"/>
              <a:gd name="connsiteY5572" fmla="*/ 3330958 h 4821604"/>
              <a:gd name="connsiteX5573" fmla="*/ 691013 w 2947832"/>
              <a:gd name="connsiteY5573" fmla="*/ 3330958 h 4821604"/>
              <a:gd name="connsiteX5574" fmla="*/ 689652 w 2947832"/>
              <a:gd name="connsiteY5574" fmla="*/ 3330174 h 4821604"/>
              <a:gd name="connsiteX5575" fmla="*/ 683426 w 2947832"/>
              <a:gd name="connsiteY5575" fmla="*/ 3319395 h 4821604"/>
              <a:gd name="connsiteX5576" fmla="*/ 683426 w 2947832"/>
              <a:gd name="connsiteY5576" fmla="*/ 3317878 h 4821604"/>
              <a:gd name="connsiteX5577" fmla="*/ 689652 w 2947832"/>
              <a:gd name="connsiteY5577" fmla="*/ 3307100 h 4821604"/>
              <a:gd name="connsiteX5578" fmla="*/ 691013 w 2947832"/>
              <a:gd name="connsiteY5578" fmla="*/ 3306315 h 4821604"/>
              <a:gd name="connsiteX5579" fmla="*/ 773315 w 2947832"/>
              <a:gd name="connsiteY5579" fmla="*/ 3305635 h 4821604"/>
              <a:gd name="connsiteX5580" fmla="*/ 786501 w 2947832"/>
              <a:gd name="connsiteY5580" fmla="*/ 3305635 h 4821604"/>
              <a:gd name="connsiteX5581" fmla="*/ 787913 w 2947832"/>
              <a:gd name="connsiteY5581" fmla="*/ 3306472 h 4821604"/>
              <a:gd name="connsiteX5582" fmla="*/ 794506 w 2947832"/>
              <a:gd name="connsiteY5582" fmla="*/ 3317878 h 4821604"/>
              <a:gd name="connsiteX5583" fmla="*/ 794506 w 2947832"/>
              <a:gd name="connsiteY5583" fmla="*/ 3319500 h 4821604"/>
              <a:gd name="connsiteX5584" fmla="*/ 787913 w 2947832"/>
              <a:gd name="connsiteY5584" fmla="*/ 3330906 h 4821604"/>
              <a:gd name="connsiteX5585" fmla="*/ 786501 w 2947832"/>
              <a:gd name="connsiteY5585" fmla="*/ 3331743 h 4821604"/>
              <a:gd name="connsiteX5586" fmla="*/ 773315 w 2947832"/>
              <a:gd name="connsiteY5586" fmla="*/ 3331743 h 4821604"/>
              <a:gd name="connsiteX5587" fmla="*/ 771903 w 2947832"/>
              <a:gd name="connsiteY5587" fmla="*/ 3330906 h 4821604"/>
              <a:gd name="connsiteX5588" fmla="*/ 765310 w 2947832"/>
              <a:gd name="connsiteY5588" fmla="*/ 3319500 h 4821604"/>
              <a:gd name="connsiteX5589" fmla="*/ 765310 w 2947832"/>
              <a:gd name="connsiteY5589" fmla="*/ 3317878 h 4821604"/>
              <a:gd name="connsiteX5590" fmla="*/ 771903 w 2947832"/>
              <a:gd name="connsiteY5590" fmla="*/ 3306472 h 4821604"/>
              <a:gd name="connsiteX5591" fmla="*/ 773315 w 2947832"/>
              <a:gd name="connsiteY5591" fmla="*/ 3305635 h 4821604"/>
              <a:gd name="connsiteX5592" fmla="*/ 855931 w 2947832"/>
              <a:gd name="connsiteY5592" fmla="*/ 3305583 h 4821604"/>
              <a:gd name="connsiteX5593" fmla="*/ 869116 w 2947832"/>
              <a:gd name="connsiteY5593" fmla="*/ 3305583 h 4821604"/>
              <a:gd name="connsiteX5594" fmla="*/ 870529 w 2947832"/>
              <a:gd name="connsiteY5594" fmla="*/ 3306420 h 4821604"/>
              <a:gd name="connsiteX5595" fmla="*/ 877122 w 2947832"/>
              <a:gd name="connsiteY5595" fmla="*/ 3317878 h 4821604"/>
              <a:gd name="connsiteX5596" fmla="*/ 877122 w 2947832"/>
              <a:gd name="connsiteY5596" fmla="*/ 3319500 h 4821604"/>
              <a:gd name="connsiteX5597" fmla="*/ 870529 w 2947832"/>
              <a:gd name="connsiteY5597" fmla="*/ 3330959 h 4821604"/>
              <a:gd name="connsiteX5598" fmla="*/ 869116 w 2947832"/>
              <a:gd name="connsiteY5598" fmla="*/ 3331796 h 4821604"/>
              <a:gd name="connsiteX5599" fmla="*/ 855931 w 2947832"/>
              <a:gd name="connsiteY5599" fmla="*/ 3331796 h 4821604"/>
              <a:gd name="connsiteX5600" fmla="*/ 854519 w 2947832"/>
              <a:gd name="connsiteY5600" fmla="*/ 3330959 h 4821604"/>
              <a:gd name="connsiteX5601" fmla="*/ 847926 w 2947832"/>
              <a:gd name="connsiteY5601" fmla="*/ 3319500 h 4821604"/>
              <a:gd name="connsiteX5602" fmla="*/ 847926 w 2947832"/>
              <a:gd name="connsiteY5602" fmla="*/ 3317878 h 4821604"/>
              <a:gd name="connsiteX5603" fmla="*/ 854519 w 2947832"/>
              <a:gd name="connsiteY5603" fmla="*/ 3306420 h 4821604"/>
              <a:gd name="connsiteX5604" fmla="*/ 855931 w 2947832"/>
              <a:gd name="connsiteY5604" fmla="*/ 3305583 h 4821604"/>
              <a:gd name="connsiteX5605" fmla="*/ 524944 w 2947832"/>
              <a:gd name="connsiteY5605" fmla="*/ 3304955 h 4821604"/>
              <a:gd name="connsiteX5606" fmla="*/ 538862 w 2947832"/>
              <a:gd name="connsiteY5606" fmla="*/ 3304955 h 4821604"/>
              <a:gd name="connsiteX5607" fmla="*/ 540327 w 2947832"/>
              <a:gd name="connsiteY5607" fmla="*/ 3305792 h 4821604"/>
              <a:gd name="connsiteX5608" fmla="*/ 547285 w 2947832"/>
              <a:gd name="connsiteY5608" fmla="*/ 3317826 h 4821604"/>
              <a:gd name="connsiteX5609" fmla="*/ 547285 w 2947832"/>
              <a:gd name="connsiteY5609" fmla="*/ 3319553 h 4821604"/>
              <a:gd name="connsiteX5610" fmla="*/ 540327 w 2947832"/>
              <a:gd name="connsiteY5610" fmla="*/ 3331587 h 4821604"/>
              <a:gd name="connsiteX5611" fmla="*/ 538862 w 2947832"/>
              <a:gd name="connsiteY5611" fmla="*/ 3332424 h 4821604"/>
              <a:gd name="connsiteX5612" fmla="*/ 524944 w 2947832"/>
              <a:gd name="connsiteY5612" fmla="*/ 3332424 h 4821604"/>
              <a:gd name="connsiteX5613" fmla="*/ 523479 w 2947832"/>
              <a:gd name="connsiteY5613" fmla="*/ 3331587 h 4821604"/>
              <a:gd name="connsiteX5614" fmla="*/ 516520 w 2947832"/>
              <a:gd name="connsiteY5614" fmla="*/ 3319553 h 4821604"/>
              <a:gd name="connsiteX5615" fmla="*/ 516520 w 2947832"/>
              <a:gd name="connsiteY5615" fmla="*/ 3317826 h 4821604"/>
              <a:gd name="connsiteX5616" fmla="*/ 523479 w 2947832"/>
              <a:gd name="connsiteY5616" fmla="*/ 3305792 h 4821604"/>
              <a:gd name="connsiteX5617" fmla="*/ 524944 w 2947832"/>
              <a:gd name="connsiteY5617" fmla="*/ 3304955 h 4821604"/>
              <a:gd name="connsiteX5618" fmla="*/ 1103151 w 2947832"/>
              <a:gd name="connsiteY5618" fmla="*/ 3304170 h 4821604"/>
              <a:gd name="connsiteX5619" fmla="*/ 1117801 w 2947832"/>
              <a:gd name="connsiteY5619" fmla="*/ 3304170 h 4821604"/>
              <a:gd name="connsiteX5620" fmla="*/ 1119371 w 2947832"/>
              <a:gd name="connsiteY5620" fmla="*/ 3305059 h 4821604"/>
              <a:gd name="connsiteX5621" fmla="*/ 1126696 w 2947832"/>
              <a:gd name="connsiteY5621" fmla="*/ 3317774 h 4821604"/>
              <a:gd name="connsiteX5622" fmla="*/ 1126696 w 2947832"/>
              <a:gd name="connsiteY5622" fmla="*/ 3319605 h 4821604"/>
              <a:gd name="connsiteX5623" fmla="*/ 1119371 w 2947832"/>
              <a:gd name="connsiteY5623" fmla="*/ 3332319 h 4821604"/>
              <a:gd name="connsiteX5624" fmla="*/ 1117801 w 2947832"/>
              <a:gd name="connsiteY5624" fmla="*/ 3333208 h 4821604"/>
              <a:gd name="connsiteX5625" fmla="*/ 1103151 w 2947832"/>
              <a:gd name="connsiteY5625" fmla="*/ 3333208 h 4821604"/>
              <a:gd name="connsiteX5626" fmla="*/ 1101581 w 2947832"/>
              <a:gd name="connsiteY5626" fmla="*/ 3332319 h 4821604"/>
              <a:gd name="connsiteX5627" fmla="*/ 1094256 w 2947832"/>
              <a:gd name="connsiteY5627" fmla="*/ 3319605 h 4821604"/>
              <a:gd name="connsiteX5628" fmla="*/ 1094256 w 2947832"/>
              <a:gd name="connsiteY5628" fmla="*/ 3317774 h 4821604"/>
              <a:gd name="connsiteX5629" fmla="*/ 1101581 w 2947832"/>
              <a:gd name="connsiteY5629" fmla="*/ 3305059 h 4821604"/>
              <a:gd name="connsiteX5630" fmla="*/ 1103151 w 2947832"/>
              <a:gd name="connsiteY5630" fmla="*/ 3304170 h 4821604"/>
              <a:gd name="connsiteX5631" fmla="*/ 2921541 w 2947832"/>
              <a:gd name="connsiteY5631" fmla="*/ 3303961 h 4821604"/>
              <a:gd name="connsiteX5632" fmla="*/ 2936348 w 2947832"/>
              <a:gd name="connsiteY5632" fmla="*/ 3303961 h 4821604"/>
              <a:gd name="connsiteX5633" fmla="*/ 2937918 w 2947832"/>
              <a:gd name="connsiteY5633" fmla="*/ 3304903 h 4821604"/>
              <a:gd name="connsiteX5634" fmla="*/ 2945347 w 2947832"/>
              <a:gd name="connsiteY5634" fmla="*/ 3317722 h 4821604"/>
              <a:gd name="connsiteX5635" fmla="*/ 2945347 w 2947832"/>
              <a:gd name="connsiteY5635" fmla="*/ 3319553 h 4821604"/>
              <a:gd name="connsiteX5636" fmla="*/ 2937918 w 2947832"/>
              <a:gd name="connsiteY5636" fmla="*/ 3332372 h 4821604"/>
              <a:gd name="connsiteX5637" fmla="*/ 2936348 w 2947832"/>
              <a:gd name="connsiteY5637" fmla="*/ 3333313 h 4821604"/>
              <a:gd name="connsiteX5638" fmla="*/ 2921541 w 2947832"/>
              <a:gd name="connsiteY5638" fmla="*/ 3333313 h 4821604"/>
              <a:gd name="connsiteX5639" fmla="*/ 2919971 w 2947832"/>
              <a:gd name="connsiteY5639" fmla="*/ 3332372 h 4821604"/>
              <a:gd name="connsiteX5640" fmla="*/ 2912542 w 2947832"/>
              <a:gd name="connsiteY5640" fmla="*/ 3319553 h 4821604"/>
              <a:gd name="connsiteX5641" fmla="*/ 2912542 w 2947832"/>
              <a:gd name="connsiteY5641" fmla="*/ 3317722 h 4821604"/>
              <a:gd name="connsiteX5642" fmla="*/ 2919971 w 2947832"/>
              <a:gd name="connsiteY5642" fmla="*/ 3304903 h 4821604"/>
              <a:gd name="connsiteX5643" fmla="*/ 2921541 w 2947832"/>
              <a:gd name="connsiteY5643" fmla="*/ 3303961 h 4821604"/>
              <a:gd name="connsiteX5644" fmla="*/ 2755838 w 2947832"/>
              <a:gd name="connsiteY5644" fmla="*/ 3303228 h 4821604"/>
              <a:gd name="connsiteX5645" fmla="*/ 2771482 w 2947832"/>
              <a:gd name="connsiteY5645" fmla="*/ 3303228 h 4821604"/>
              <a:gd name="connsiteX5646" fmla="*/ 2773156 w 2947832"/>
              <a:gd name="connsiteY5646" fmla="*/ 3304170 h 4821604"/>
              <a:gd name="connsiteX5647" fmla="*/ 2780952 w 2947832"/>
              <a:gd name="connsiteY5647" fmla="*/ 3317721 h 4821604"/>
              <a:gd name="connsiteX5648" fmla="*/ 2780952 w 2947832"/>
              <a:gd name="connsiteY5648" fmla="*/ 3319657 h 4821604"/>
              <a:gd name="connsiteX5649" fmla="*/ 2773156 w 2947832"/>
              <a:gd name="connsiteY5649" fmla="*/ 3333208 h 4821604"/>
              <a:gd name="connsiteX5650" fmla="*/ 2771482 w 2947832"/>
              <a:gd name="connsiteY5650" fmla="*/ 3334150 h 4821604"/>
              <a:gd name="connsiteX5651" fmla="*/ 2755838 w 2947832"/>
              <a:gd name="connsiteY5651" fmla="*/ 3334150 h 4821604"/>
              <a:gd name="connsiteX5652" fmla="*/ 2754164 w 2947832"/>
              <a:gd name="connsiteY5652" fmla="*/ 3333208 h 4821604"/>
              <a:gd name="connsiteX5653" fmla="*/ 2746368 w 2947832"/>
              <a:gd name="connsiteY5653" fmla="*/ 3319657 h 4821604"/>
              <a:gd name="connsiteX5654" fmla="*/ 2746368 w 2947832"/>
              <a:gd name="connsiteY5654" fmla="*/ 3317721 h 4821604"/>
              <a:gd name="connsiteX5655" fmla="*/ 2754164 w 2947832"/>
              <a:gd name="connsiteY5655" fmla="*/ 3304170 h 4821604"/>
              <a:gd name="connsiteX5656" fmla="*/ 2755838 w 2947832"/>
              <a:gd name="connsiteY5656" fmla="*/ 3303228 h 4821604"/>
              <a:gd name="connsiteX5657" fmla="*/ 937396 w 2947832"/>
              <a:gd name="connsiteY5657" fmla="*/ 3303228 h 4821604"/>
              <a:gd name="connsiteX5658" fmla="*/ 953040 w 2947832"/>
              <a:gd name="connsiteY5658" fmla="*/ 3303228 h 4821604"/>
              <a:gd name="connsiteX5659" fmla="*/ 954714 w 2947832"/>
              <a:gd name="connsiteY5659" fmla="*/ 3304170 h 4821604"/>
              <a:gd name="connsiteX5660" fmla="*/ 962510 w 2947832"/>
              <a:gd name="connsiteY5660" fmla="*/ 3317721 h 4821604"/>
              <a:gd name="connsiteX5661" fmla="*/ 962510 w 2947832"/>
              <a:gd name="connsiteY5661" fmla="*/ 3319657 h 4821604"/>
              <a:gd name="connsiteX5662" fmla="*/ 954714 w 2947832"/>
              <a:gd name="connsiteY5662" fmla="*/ 3333208 h 4821604"/>
              <a:gd name="connsiteX5663" fmla="*/ 953040 w 2947832"/>
              <a:gd name="connsiteY5663" fmla="*/ 3334150 h 4821604"/>
              <a:gd name="connsiteX5664" fmla="*/ 937396 w 2947832"/>
              <a:gd name="connsiteY5664" fmla="*/ 3334150 h 4821604"/>
              <a:gd name="connsiteX5665" fmla="*/ 935721 w 2947832"/>
              <a:gd name="connsiteY5665" fmla="*/ 3333208 h 4821604"/>
              <a:gd name="connsiteX5666" fmla="*/ 927925 w 2947832"/>
              <a:gd name="connsiteY5666" fmla="*/ 3319657 h 4821604"/>
              <a:gd name="connsiteX5667" fmla="*/ 927925 w 2947832"/>
              <a:gd name="connsiteY5667" fmla="*/ 3317721 h 4821604"/>
              <a:gd name="connsiteX5668" fmla="*/ 935721 w 2947832"/>
              <a:gd name="connsiteY5668" fmla="*/ 3304170 h 4821604"/>
              <a:gd name="connsiteX5669" fmla="*/ 937396 w 2947832"/>
              <a:gd name="connsiteY5669" fmla="*/ 3303228 h 4821604"/>
              <a:gd name="connsiteX5670" fmla="*/ 2177212 w 2947832"/>
              <a:gd name="connsiteY5670" fmla="*/ 3303123 h 4821604"/>
              <a:gd name="connsiteX5671" fmla="*/ 2192908 w 2947832"/>
              <a:gd name="connsiteY5671" fmla="*/ 3303123 h 4821604"/>
              <a:gd name="connsiteX5672" fmla="*/ 2194582 w 2947832"/>
              <a:gd name="connsiteY5672" fmla="*/ 3304117 h 4821604"/>
              <a:gd name="connsiteX5673" fmla="*/ 2202431 w 2947832"/>
              <a:gd name="connsiteY5673" fmla="*/ 3317721 h 4821604"/>
              <a:gd name="connsiteX5674" fmla="*/ 2202431 w 2947832"/>
              <a:gd name="connsiteY5674" fmla="*/ 3319657 h 4821604"/>
              <a:gd name="connsiteX5675" fmla="*/ 2194582 w 2947832"/>
              <a:gd name="connsiteY5675" fmla="*/ 3333260 h 4821604"/>
              <a:gd name="connsiteX5676" fmla="*/ 2192908 w 2947832"/>
              <a:gd name="connsiteY5676" fmla="*/ 3334254 h 4821604"/>
              <a:gd name="connsiteX5677" fmla="*/ 2177212 w 2947832"/>
              <a:gd name="connsiteY5677" fmla="*/ 3334254 h 4821604"/>
              <a:gd name="connsiteX5678" fmla="*/ 2175538 w 2947832"/>
              <a:gd name="connsiteY5678" fmla="*/ 3333260 h 4821604"/>
              <a:gd name="connsiteX5679" fmla="*/ 2167690 w 2947832"/>
              <a:gd name="connsiteY5679" fmla="*/ 3319657 h 4821604"/>
              <a:gd name="connsiteX5680" fmla="*/ 2167690 w 2947832"/>
              <a:gd name="connsiteY5680" fmla="*/ 3317721 h 4821604"/>
              <a:gd name="connsiteX5681" fmla="*/ 2175538 w 2947832"/>
              <a:gd name="connsiteY5681" fmla="*/ 3304117 h 4821604"/>
              <a:gd name="connsiteX5682" fmla="*/ 2177212 w 2947832"/>
              <a:gd name="connsiteY5682" fmla="*/ 3303123 h 4821604"/>
              <a:gd name="connsiteX5683" fmla="*/ 2259776 w 2947832"/>
              <a:gd name="connsiteY5683" fmla="*/ 3302914 h 4821604"/>
              <a:gd name="connsiteX5684" fmla="*/ 2275734 w 2947832"/>
              <a:gd name="connsiteY5684" fmla="*/ 3302914 h 4821604"/>
              <a:gd name="connsiteX5685" fmla="*/ 2277461 w 2947832"/>
              <a:gd name="connsiteY5685" fmla="*/ 3303908 h 4821604"/>
              <a:gd name="connsiteX5686" fmla="*/ 2285414 w 2947832"/>
              <a:gd name="connsiteY5686" fmla="*/ 3317721 h 4821604"/>
              <a:gd name="connsiteX5687" fmla="*/ 2285414 w 2947832"/>
              <a:gd name="connsiteY5687" fmla="*/ 3319709 h 4821604"/>
              <a:gd name="connsiteX5688" fmla="*/ 2277461 w 2947832"/>
              <a:gd name="connsiteY5688" fmla="*/ 3333522 h 4821604"/>
              <a:gd name="connsiteX5689" fmla="*/ 2275734 w 2947832"/>
              <a:gd name="connsiteY5689" fmla="*/ 3334516 h 4821604"/>
              <a:gd name="connsiteX5690" fmla="*/ 2259776 w 2947832"/>
              <a:gd name="connsiteY5690" fmla="*/ 3334516 h 4821604"/>
              <a:gd name="connsiteX5691" fmla="*/ 2258049 w 2947832"/>
              <a:gd name="connsiteY5691" fmla="*/ 3333522 h 4821604"/>
              <a:gd name="connsiteX5692" fmla="*/ 2250097 w 2947832"/>
              <a:gd name="connsiteY5692" fmla="*/ 3319709 h 4821604"/>
              <a:gd name="connsiteX5693" fmla="*/ 2250097 w 2947832"/>
              <a:gd name="connsiteY5693" fmla="*/ 3317721 h 4821604"/>
              <a:gd name="connsiteX5694" fmla="*/ 2258049 w 2947832"/>
              <a:gd name="connsiteY5694" fmla="*/ 3303908 h 4821604"/>
              <a:gd name="connsiteX5695" fmla="*/ 2259776 w 2947832"/>
              <a:gd name="connsiteY5695" fmla="*/ 3302914 h 4821604"/>
              <a:gd name="connsiteX5696" fmla="*/ 2837931 w 2947832"/>
              <a:gd name="connsiteY5696" fmla="*/ 3301972 h 4821604"/>
              <a:gd name="connsiteX5697" fmla="*/ 2854831 w 2947832"/>
              <a:gd name="connsiteY5697" fmla="*/ 3301972 h 4821604"/>
              <a:gd name="connsiteX5698" fmla="*/ 2856662 w 2947832"/>
              <a:gd name="connsiteY5698" fmla="*/ 3303018 h 4821604"/>
              <a:gd name="connsiteX5699" fmla="*/ 2865085 w 2947832"/>
              <a:gd name="connsiteY5699" fmla="*/ 3317669 h 4821604"/>
              <a:gd name="connsiteX5700" fmla="*/ 2865085 w 2947832"/>
              <a:gd name="connsiteY5700" fmla="*/ 3319762 h 4821604"/>
              <a:gd name="connsiteX5701" fmla="*/ 2856662 w 2947832"/>
              <a:gd name="connsiteY5701" fmla="*/ 3334412 h 4821604"/>
              <a:gd name="connsiteX5702" fmla="*/ 2854831 w 2947832"/>
              <a:gd name="connsiteY5702" fmla="*/ 3335458 h 4821604"/>
              <a:gd name="connsiteX5703" fmla="*/ 2837931 w 2947832"/>
              <a:gd name="connsiteY5703" fmla="*/ 3335458 h 4821604"/>
              <a:gd name="connsiteX5704" fmla="*/ 2836100 w 2947832"/>
              <a:gd name="connsiteY5704" fmla="*/ 3334412 h 4821604"/>
              <a:gd name="connsiteX5705" fmla="*/ 2827675 w 2947832"/>
              <a:gd name="connsiteY5705" fmla="*/ 3319762 h 4821604"/>
              <a:gd name="connsiteX5706" fmla="*/ 2827675 w 2947832"/>
              <a:gd name="connsiteY5706" fmla="*/ 3317669 h 4821604"/>
              <a:gd name="connsiteX5707" fmla="*/ 2836100 w 2947832"/>
              <a:gd name="connsiteY5707" fmla="*/ 3303018 h 4821604"/>
              <a:gd name="connsiteX5708" fmla="*/ 2837931 w 2947832"/>
              <a:gd name="connsiteY5708" fmla="*/ 3301972 h 4821604"/>
              <a:gd name="connsiteX5709" fmla="*/ 2341973 w 2947832"/>
              <a:gd name="connsiteY5709" fmla="*/ 3301972 h 4821604"/>
              <a:gd name="connsiteX5710" fmla="*/ 2358872 w 2947832"/>
              <a:gd name="connsiteY5710" fmla="*/ 3301972 h 4821604"/>
              <a:gd name="connsiteX5711" fmla="*/ 2360703 w 2947832"/>
              <a:gd name="connsiteY5711" fmla="*/ 3303018 h 4821604"/>
              <a:gd name="connsiteX5712" fmla="*/ 2369128 w 2947832"/>
              <a:gd name="connsiteY5712" fmla="*/ 3317669 h 4821604"/>
              <a:gd name="connsiteX5713" fmla="*/ 2369128 w 2947832"/>
              <a:gd name="connsiteY5713" fmla="*/ 3319762 h 4821604"/>
              <a:gd name="connsiteX5714" fmla="*/ 2360703 w 2947832"/>
              <a:gd name="connsiteY5714" fmla="*/ 3334412 h 4821604"/>
              <a:gd name="connsiteX5715" fmla="*/ 2358872 w 2947832"/>
              <a:gd name="connsiteY5715" fmla="*/ 3335458 h 4821604"/>
              <a:gd name="connsiteX5716" fmla="*/ 2341973 w 2947832"/>
              <a:gd name="connsiteY5716" fmla="*/ 3335458 h 4821604"/>
              <a:gd name="connsiteX5717" fmla="*/ 2340141 w 2947832"/>
              <a:gd name="connsiteY5717" fmla="*/ 3334412 h 4821604"/>
              <a:gd name="connsiteX5718" fmla="*/ 2331718 w 2947832"/>
              <a:gd name="connsiteY5718" fmla="*/ 3319762 h 4821604"/>
              <a:gd name="connsiteX5719" fmla="*/ 2331718 w 2947832"/>
              <a:gd name="connsiteY5719" fmla="*/ 3317669 h 4821604"/>
              <a:gd name="connsiteX5720" fmla="*/ 2340141 w 2947832"/>
              <a:gd name="connsiteY5720" fmla="*/ 3303018 h 4821604"/>
              <a:gd name="connsiteX5721" fmla="*/ 2341973 w 2947832"/>
              <a:gd name="connsiteY5721" fmla="*/ 3301972 h 4821604"/>
              <a:gd name="connsiteX5722" fmla="*/ 2093968 w 2947832"/>
              <a:gd name="connsiteY5722" fmla="*/ 3301972 h 4821604"/>
              <a:gd name="connsiteX5723" fmla="*/ 2110867 w 2947832"/>
              <a:gd name="connsiteY5723" fmla="*/ 3301972 h 4821604"/>
              <a:gd name="connsiteX5724" fmla="*/ 2112699 w 2947832"/>
              <a:gd name="connsiteY5724" fmla="*/ 3303018 h 4821604"/>
              <a:gd name="connsiteX5725" fmla="*/ 2121123 w 2947832"/>
              <a:gd name="connsiteY5725" fmla="*/ 3317669 h 4821604"/>
              <a:gd name="connsiteX5726" fmla="*/ 2121123 w 2947832"/>
              <a:gd name="connsiteY5726" fmla="*/ 3319762 h 4821604"/>
              <a:gd name="connsiteX5727" fmla="*/ 2112699 w 2947832"/>
              <a:gd name="connsiteY5727" fmla="*/ 3334412 h 4821604"/>
              <a:gd name="connsiteX5728" fmla="*/ 2110867 w 2947832"/>
              <a:gd name="connsiteY5728" fmla="*/ 3335458 h 4821604"/>
              <a:gd name="connsiteX5729" fmla="*/ 2093968 w 2947832"/>
              <a:gd name="connsiteY5729" fmla="*/ 3335458 h 4821604"/>
              <a:gd name="connsiteX5730" fmla="*/ 2092136 w 2947832"/>
              <a:gd name="connsiteY5730" fmla="*/ 3334412 h 4821604"/>
              <a:gd name="connsiteX5731" fmla="*/ 2083713 w 2947832"/>
              <a:gd name="connsiteY5731" fmla="*/ 3319762 h 4821604"/>
              <a:gd name="connsiteX5732" fmla="*/ 2083713 w 2947832"/>
              <a:gd name="connsiteY5732" fmla="*/ 3317669 h 4821604"/>
              <a:gd name="connsiteX5733" fmla="*/ 2092136 w 2947832"/>
              <a:gd name="connsiteY5733" fmla="*/ 3303018 h 4821604"/>
              <a:gd name="connsiteX5734" fmla="*/ 2093968 w 2947832"/>
              <a:gd name="connsiteY5734" fmla="*/ 3301972 h 4821604"/>
              <a:gd name="connsiteX5735" fmla="*/ 1019227 w 2947832"/>
              <a:gd name="connsiteY5735" fmla="*/ 3301659 h 4821604"/>
              <a:gd name="connsiteX5736" fmla="*/ 1036441 w 2947832"/>
              <a:gd name="connsiteY5736" fmla="*/ 3301659 h 4821604"/>
              <a:gd name="connsiteX5737" fmla="*/ 1038273 w 2947832"/>
              <a:gd name="connsiteY5737" fmla="*/ 3302705 h 4821604"/>
              <a:gd name="connsiteX5738" fmla="*/ 1046853 w 2947832"/>
              <a:gd name="connsiteY5738" fmla="*/ 3317617 h 4821604"/>
              <a:gd name="connsiteX5739" fmla="*/ 1046853 w 2947832"/>
              <a:gd name="connsiteY5739" fmla="*/ 3319762 h 4821604"/>
              <a:gd name="connsiteX5740" fmla="*/ 1038273 w 2947832"/>
              <a:gd name="connsiteY5740" fmla="*/ 3334674 h 4821604"/>
              <a:gd name="connsiteX5741" fmla="*/ 1036441 w 2947832"/>
              <a:gd name="connsiteY5741" fmla="*/ 3335721 h 4821604"/>
              <a:gd name="connsiteX5742" fmla="*/ 1019227 w 2947832"/>
              <a:gd name="connsiteY5742" fmla="*/ 3335721 h 4821604"/>
              <a:gd name="connsiteX5743" fmla="*/ 1017396 w 2947832"/>
              <a:gd name="connsiteY5743" fmla="*/ 3334674 h 4821604"/>
              <a:gd name="connsiteX5744" fmla="*/ 1008815 w 2947832"/>
              <a:gd name="connsiteY5744" fmla="*/ 3319762 h 4821604"/>
              <a:gd name="connsiteX5745" fmla="*/ 1008815 w 2947832"/>
              <a:gd name="connsiteY5745" fmla="*/ 3317617 h 4821604"/>
              <a:gd name="connsiteX5746" fmla="*/ 1017396 w 2947832"/>
              <a:gd name="connsiteY5746" fmla="*/ 3302705 h 4821604"/>
              <a:gd name="connsiteX5747" fmla="*/ 1019227 w 2947832"/>
              <a:gd name="connsiteY5747" fmla="*/ 3301659 h 4821604"/>
              <a:gd name="connsiteX5748" fmla="*/ 2424117 w 2947832"/>
              <a:gd name="connsiteY5748" fmla="*/ 3301031 h 4821604"/>
              <a:gd name="connsiteX5749" fmla="*/ 2441959 w 2947832"/>
              <a:gd name="connsiteY5749" fmla="*/ 3301031 h 4821604"/>
              <a:gd name="connsiteX5750" fmla="*/ 2443895 w 2947832"/>
              <a:gd name="connsiteY5750" fmla="*/ 3302130 h 4821604"/>
              <a:gd name="connsiteX5751" fmla="*/ 2452842 w 2947832"/>
              <a:gd name="connsiteY5751" fmla="*/ 3317565 h 4821604"/>
              <a:gd name="connsiteX5752" fmla="*/ 2452842 w 2947832"/>
              <a:gd name="connsiteY5752" fmla="*/ 3319762 h 4821604"/>
              <a:gd name="connsiteX5753" fmla="*/ 2443895 w 2947832"/>
              <a:gd name="connsiteY5753" fmla="*/ 3335197 h 4821604"/>
              <a:gd name="connsiteX5754" fmla="*/ 2441959 w 2947832"/>
              <a:gd name="connsiteY5754" fmla="*/ 3336296 h 4821604"/>
              <a:gd name="connsiteX5755" fmla="*/ 2424117 w 2947832"/>
              <a:gd name="connsiteY5755" fmla="*/ 3336296 h 4821604"/>
              <a:gd name="connsiteX5756" fmla="*/ 2422181 w 2947832"/>
              <a:gd name="connsiteY5756" fmla="*/ 3335197 h 4821604"/>
              <a:gd name="connsiteX5757" fmla="*/ 2413234 w 2947832"/>
              <a:gd name="connsiteY5757" fmla="*/ 3319762 h 4821604"/>
              <a:gd name="connsiteX5758" fmla="*/ 2413234 w 2947832"/>
              <a:gd name="connsiteY5758" fmla="*/ 3317565 h 4821604"/>
              <a:gd name="connsiteX5759" fmla="*/ 2422181 w 2947832"/>
              <a:gd name="connsiteY5759" fmla="*/ 3302130 h 4821604"/>
              <a:gd name="connsiteX5760" fmla="*/ 2424117 w 2947832"/>
              <a:gd name="connsiteY5760" fmla="*/ 3301031 h 4821604"/>
              <a:gd name="connsiteX5761" fmla="*/ 2010828 w 2947832"/>
              <a:gd name="connsiteY5761" fmla="*/ 3300978 h 4821604"/>
              <a:gd name="connsiteX5762" fmla="*/ 2028722 w 2947832"/>
              <a:gd name="connsiteY5762" fmla="*/ 3300978 h 4821604"/>
              <a:gd name="connsiteX5763" fmla="*/ 2030658 w 2947832"/>
              <a:gd name="connsiteY5763" fmla="*/ 3302077 h 4821604"/>
              <a:gd name="connsiteX5764" fmla="*/ 2039605 w 2947832"/>
              <a:gd name="connsiteY5764" fmla="*/ 3317564 h 4821604"/>
              <a:gd name="connsiteX5765" fmla="*/ 2039605 w 2947832"/>
              <a:gd name="connsiteY5765" fmla="*/ 3319762 h 4821604"/>
              <a:gd name="connsiteX5766" fmla="*/ 2030658 w 2947832"/>
              <a:gd name="connsiteY5766" fmla="*/ 3335249 h 4821604"/>
              <a:gd name="connsiteX5767" fmla="*/ 2028722 w 2947832"/>
              <a:gd name="connsiteY5767" fmla="*/ 3336348 h 4821604"/>
              <a:gd name="connsiteX5768" fmla="*/ 2010828 w 2947832"/>
              <a:gd name="connsiteY5768" fmla="*/ 3336348 h 4821604"/>
              <a:gd name="connsiteX5769" fmla="*/ 2008892 w 2947832"/>
              <a:gd name="connsiteY5769" fmla="*/ 3335249 h 4821604"/>
              <a:gd name="connsiteX5770" fmla="*/ 1999945 w 2947832"/>
              <a:gd name="connsiteY5770" fmla="*/ 3319762 h 4821604"/>
              <a:gd name="connsiteX5771" fmla="*/ 1999945 w 2947832"/>
              <a:gd name="connsiteY5771" fmla="*/ 3317564 h 4821604"/>
              <a:gd name="connsiteX5772" fmla="*/ 2008892 w 2947832"/>
              <a:gd name="connsiteY5772" fmla="*/ 3302077 h 4821604"/>
              <a:gd name="connsiteX5773" fmla="*/ 2010828 w 2947832"/>
              <a:gd name="connsiteY5773" fmla="*/ 3300978 h 4821604"/>
              <a:gd name="connsiteX5774" fmla="*/ 2506525 w 2947832"/>
              <a:gd name="connsiteY5774" fmla="*/ 3300560 h 4821604"/>
              <a:gd name="connsiteX5775" fmla="*/ 2524837 w 2947832"/>
              <a:gd name="connsiteY5775" fmla="*/ 3300560 h 4821604"/>
              <a:gd name="connsiteX5776" fmla="*/ 2526773 w 2947832"/>
              <a:gd name="connsiteY5776" fmla="*/ 3301711 h 4821604"/>
              <a:gd name="connsiteX5777" fmla="*/ 2535929 w 2947832"/>
              <a:gd name="connsiteY5777" fmla="*/ 3317565 h 4821604"/>
              <a:gd name="connsiteX5778" fmla="*/ 2535929 w 2947832"/>
              <a:gd name="connsiteY5778" fmla="*/ 3319814 h 4821604"/>
              <a:gd name="connsiteX5779" fmla="*/ 2526773 w 2947832"/>
              <a:gd name="connsiteY5779" fmla="*/ 3335668 h 4821604"/>
              <a:gd name="connsiteX5780" fmla="*/ 2524837 w 2947832"/>
              <a:gd name="connsiteY5780" fmla="*/ 3336819 h 4821604"/>
              <a:gd name="connsiteX5781" fmla="*/ 2506525 w 2947832"/>
              <a:gd name="connsiteY5781" fmla="*/ 3336819 h 4821604"/>
              <a:gd name="connsiteX5782" fmla="*/ 2504589 w 2947832"/>
              <a:gd name="connsiteY5782" fmla="*/ 3335668 h 4821604"/>
              <a:gd name="connsiteX5783" fmla="*/ 2495432 w 2947832"/>
              <a:gd name="connsiteY5783" fmla="*/ 3319814 h 4821604"/>
              <a:gd name="connsiteX5784" fmla="*/ 2495432 w 2947832"/>
              <a:gd name="connsiteY5784" fmla="*/ 3317565 h 4821604"/>
              <a:gd name="connsiteX5785" fmla="*/ 2504589 w 2947832"/>
              <a:gd name="connsiteY5785" fmla="*/ 3301711 h 4821604"/>
              <a:gd name="connsiteX5786" fmla="*/ 2506525 w 2947832"/>
              <a:gd name="connsiteY5786" fmla="*/ 3300560 h 4821604"/>
              <a:gd name="connsiteX5787" fmla="*/ 1183255 w 2947832"/>
              <a:gd name="connsiteY5787" fmla="*/ 3299147 h 4821604"/>
              <a:gd name="connsiteX5788" fmla="*/ 1203033 w 2947832"/>
              <a:gd name="connsiteY5788" fmla="*/ 3299147 h 4821604"/>
              <a:gd name="connsiteX5789" fmla="*/ 1205126 w 2947832"/>
              <a:gd name="connsiteY5789" fmla="*/ 3300350 h 4821604"/>
              <a:gd name="connsiteX5790" fmla="*/ 1215015 w 2947832"/>
              <a:gd name="connsiteY5790" fmla="*/ 3317460 h 4821604"/>
              <a:gd name="connsiteX5791" fmla="*/ 1215015 w 2947832"/>
              <a:gd name="connsiteY5791" fmla="*/ 3319919 h 4821604"/>
              <a:gd name="connsiteX5792" fmla="*/ 1205126 w 2947832"/>
              <a:gd name="connsiteY5792" fmla="*/ 3337028 h 4821604"/>
              <a:gd name="connsiteX5793" fmla="*/ 1203033 w 2947832"/>
              <a:gd name="connsiteY5793" fmla="*/ 3338231 h 4821604"/>
              <a:gd name="connsiteX5794" fmla="*/ 1183255 w 2947832"/>
              <a:gd name="connsiteY5794" fmla="*/ 3338231 h 4821604"/>
              <a:gd name="connsiteX5795" fmla="*/ 1181163 w 2947832"/>
              <a:gd name="connsiteY5795" fmla="*/ 3337028 h 4821604"/>
              <a:gd name="connsiteX5796" fmla="*/ 1171274 w 2947832"/>
              <a:gd name="connsiteY5796" fmla="*/ 3319919 h 4821604"/>
              <a:gd name="connsiteX5797" fmla="*/ 1171274 w 2947832"/>
              <a:gd name="connsiteY5797" fmla="*/ 3317460 h 4821604"/>
              <a:gd name="connsiteX5798" fmla="*/ 1181163 w 2947832"/>
              <a:gd name="connsiteY5798" fmla="*/ 3300350 h 4821604"/>
              <a:gd name="connsiteX5799" fmla="*/ 1183255 w 2947832"/>
              <a:gd name="connsiteY5799" fmla="*/ 3299147 h 4821604"/>
              <a:gd name="connsiteX5800" fmla="*/ 1513562 w 2947832"/>
              <a:gd name="connsiteY5800" fmla="*/ 3298415 h 4821604"/>
              <a:gd name="connsiteX5801" fmla="*/ 1534020 w 2947832"/>
              <a:gd name="connsiteY5801" fmla="*/ 3298415 h 4821604"/>
              <a:gd name="connsiteX5802" fmla="*/ 1536218 w 2947832"/>
              <a:gd name="connsiteY5802" fmla="*/ 3299671 h 4821604"/>
              <a:gd name="connsiteX5803" fmla="*/ 1546473 w 2947832"/>
              <a:gd name="connsiteY5803" fmla="*/ 3317408 h 4821604"/>
              <a:gd name="connsiteX5804" fmla="*/ 1546473 w 2947832"/>
              <a:gd name="connsiteY5804" fmla="*/ 3319919 h 4821604"/>
              <a:gd name="connsiteX5805" fmla="*/ 1536218 w 2947832"/>
              <a:gd name="connsiteY5805" fmla="*/ 3337656 h 4821604"/>
              <a:gd name="connsiteX5806" fmla="*/ 1534020 w 2947832"/>
              <a:gd name="connsiteY5806" fmla="*/ 3338912 h 4821604"/>
              <a:gd name="connsiteX5807" fmla="*/ 1513562 w 2947832"/>
              <a:gd name="connsiteY5807" fmla="*/ 3338912 h 4821604"/>
              <a:gd name="connsiteX5808" fmla="*/ 1511365 w 2947832"/>
              <a:gd name="connsiteY5808" fmla="*/ 3337656 h 4821604"/>
              <a:gd name="connsiteX5809" fmla="*/ 1501110 w 2947832"/>
              <a:gd name="connsiteY5809" fmla="*/ 3319919 h 4821604"/>
              <a:gd name="connsiteX5810" fmla="*/ 1501110 w 2947832"/>
              <a:gd name="connsiteY5810" fmla="*/ 3317408 h 4821604"/>
              <a:gd name="connsiteX5811" fmla="*/ 1511365 w 2947832"/>
              <a:gd name="connsiteY5811" fmla="*/ 3299671 h 4821604"/>
              <a:gd name="connsiteX5812" fmla="*/ 1513562 w 2947832"/>
              <a:gd name="connsiteY5812" fmla="*/ 3298415 h 4821604"/>
              <a:gd name="connsiteX5813" fmla="*/ 2670553 w 2947832"/>
              <a:gd name="connsiteY5813" fmla="*/ 3297944 h 4821604"/>
              <a:gd name="connsiteX5814" fmla="*/ 2691482 w 2947832"/>
              <a:gd name="connsiteY5814" fmla="*/ 3297944 h 4821604"/>
              <a:gd name="connsiteX5815" fmla="*/ 2693731 w 2947832"/>
              <a:gd name="connsiteY5815" fmla="*/ 3299252 h 4821604"/>
              <a:gd name="connsiteX5816" fmla="*/ 2704196 w 2947832"/>
              <a:gd name="connsiteY5816" fmla="*/ 3317355 h 4821604"/>
              <a:gd name="connsiteX5817" fmla="*/ 2704196 w 2947832"/>
              <a:gd name="connsiteY5817" fmla="*/ 3319919 h 4821604"/>
              <a:gd name="connsiteX5818" fmla="*/ 2693731 w 2947832"/>
              <a:gd name="connsiteY5818" fmla="*/ 3338023 h 4821604"/>
              <a:gd name="connsiteX5819" fmla="*/ 2691482 w 2947832"/>
              <a:gd name="connsiteY5819" fmla="*/ 3339331 h 4821604"/>
              <a:gd name="connsiteX5820" fmla="*/ 2670553 w 2947832"/>
              <a:gd name="connsiteY5820" fmla="*/ 3339331 h 4821604"/>
              <a:gd name="connsiteX5821" fmla="*/ 2668303 w 2947832"/>
              <a:gd name="connsiteY5821" fmla="*/ 3338023 h 4821604"/>
              <a:gd name="connsiteX5822" fmla="*/ 2657839 w 2947832"/>
              <a:gd name="connsiteY5822" fmla="*/ 3319919 h 4821604"/>
              <a:gd name="connsiteX5823" fmla="*/ 2657839 w 2947832"/>
              <a:gd name="connsiteY5823" fmla="*/ 3317355 h 4821604"/>
              <a:gd name="connsiteX5824" fmla="*/ 2668303 w 2947832"/>
              <a:gd name="connsiteY5824" fmla="*/ 3299252 h 4821604"/>
              <a:gd name="connsiteX5825" fmla="*/ 2670553 w 2947832"/>
              <a:gd name="connsiteY5825" fmla="*/ 3297944 h 4821604"/>
              <a:gd name="connsiteX5826" fmla="*/ 1678533 w 2947832"/>
              <a:gd name="connsiteY5826" fmla="*/ 3297734 h 4821604"/>
              <a:gd name="connsiteX5827" fmla="*/ 1699723 w 2947832"/>
              <a:gd name="connsiteY5827" fmla="*/ 3297734 h 4821604"/>
              <a:gd name="connsiteX5828" fmla="*/ 1701973 w 2947832"/>
              <a:gd name="connsiteY5828" fmla="*/ 3299042 h 4821604"/>
              <a:gd name="connsiteX5829" fmla="*/ 1712542 w 2947832"/>
              <a:gd name="connsiteY5829" fmla="*/ 3317355 h 4821604"/>
              <a:gd name="connsiteX5830" fmla="*/ 1712542 w 2947832"/>
              <a:gd name="connsiteY5830" fmla="*/ 3319971 h 4821604"/>
              <a:gd name="connsiteX5831" fmla="*/ 1701973 w 2947832"/>
              <a:gd name="connsiteY5831" fmla="*/ 3338283 h 4821604"/>
              <a:gd name="connsiteX5832" fmla="*/ 1699723 w 2947832"/>
              <a:gd name="connsiteY5832" fmla="*/ 3339591 h 4821604"/>
              <a:gd name="connsiteX5833" fmla="*/ 1678533 w 2947832"/>
              <a:gd name="connsiteY5833" fmla="*/ 3339591 h 4821604"/>
              <a:gd name="connsiteX5834" fmla="*/ 1676283 w 2947832"/>
              <a:gd name="connsiteY5834" fmla="*/ 3338283 h 4821604"/>
              <a:gd name="connsiteX5835" fmla="*/ 1665714 w 2947832"/>
              <a:gd name="connsiteY5835" fmla="*/ 3319971 h 4821604"/>
              <a:gd name="connsiteX5836" fmla="*/ 1665714 w 2947832"/>
              <a:gd name="connsiteY5836" fmla="*/ 3317355 h 4821604"/>
              <a:gd name="connsiteX5837" fmla="*/ 1676283 w 2947832"/>
              <a:gd name="connsiteY5837" fmla="*/ 3299042 h 4821604"/>
              <a:gd name="connsiteX5838" fmla="*/ 1678533 w 2947832"/>
              <a:gd name="connsiteY5838" fmla="*/ 3297734 h 4821604"/>
              <a:gd name="connsiteX5839" fmla="*/ 1926434 w 2947832"/>
              <a:gd name="connsiteY5839" fmla="*/ 3297577 h 4821604"/>
              <a:gd name="connsiteX5840" fmla="*/ 1947781 w 2947832"/>
              <a:gd name="connsiteY5840" fmla="*/ 3297577 h 4821604"/>
              <a:gd name="connsiteX5841" fmla="*/ 1950083 w 2947832"/>
              <a:gd name="connsiteY5841" fmla="*/ 3298885 h 4821604"/>
              <a:gd name="connsiteX5842" fmla="*/ 1960757 w 2947832"/>
              <a:gd name="connsiteY5842" fmla="*/ 3317355 h 4821604"/>
              <a:gd name="connsiteX5843" fmla="*/ 1960757 w 2947832"/>
              <a:gd name="connsiteY5843" fmla="*/ 3319971 h 4821604"/>
              <a:gd name="connsiteX5844" fmla="*/ 1950083 w 2947832"/>
              <a:gd name="connsiteY5844" fmla="*/ 3338440 h 4821604"/>
              <a:gd name="connsiteX5845" fmla="*/ 1947781 w 2947832"/>
              <a:gd name="connsiteY5845" fmla="*/ 3339748 h 4821604"/>
              <a:gd name="connsiteX5846" fmla="*/ 1926434 w 2947832"/>
              <a:gd name="connsiteY5846" fmla="*/ 3339748 h 4821604"/>
              <a:gd name="connsiteX5847" fmla="*/ 1924132 w 2947832"/>
              <a:gd name="connsiteY5847" fmla="*/ 3338440 h 4821604"/>
              <a:gd name="connsiteX5848" fmla="*/ 1913458 w 2947832"/>
              <a:gd name="connsiteY5848" fmla="*/ 3319971 h 4821604"/>
              <a:gd name="connsiteX5849" fmla="*/ 1913458 w 2947832"/>
              <a:gd name="connsiteY5849" fmla="*/ 3317355 h 4821604"/>
              <a:gd name="connsiteX5850" fmla="*/ 1924132 w 2947832"/>
              <a:gd name="connsiteY5850" fmla="*/ 3298885 h 4821604"/>
              <a:gd name="connsiteX5851" fmla="*/ 1926434 w 2947832"/>
              <a:gd name="connsiteY5851" fmla="*/ 3297577 h 4821604"/>
              <a:gd name="connsiteX5852" fmla="*/ 2587572 w 2947832"/>
              <a:gd name="connsiteY5852" fmla="*/ 3297421 h 4821604"/>
              <a:gd name="connsiteX5853" fmla="*/ 2609076 w 2947832"/>
              <a:gd name="connsiteY5853" fmla="*/ 3297421 h 4821604"/>
              <a:gd name="connsiteX5854" fmla="*/ 2611378 w 2947832"/>
              <a:gd name="connsiteY5854" fmla="*/ 3298729 h 4821604"/>
              <a:gd name="connsiteX5855" fmla="*/ 2622156 w 2947832"/>
              <a:gd name="connsiteY5855" fmla="*/ 3317356 h 4821604"/>
              <a:gd name="connsiteX5856" fmla="*/ 2622156 w 2947832"/>
              <a:gd name="connsiteY5856" fmla="*/ 3320024 h 4821604"/>
              <a:gd name="connsiteX5857" fmla="*/ 2611378 w 2947832"/>
              <a:gd name="connsiteY5857" fmla="*/ 3338651 h 4821604"/>
              <a:gd name="connsiteX5858" fmla="*/ 2609076 w 2947832"/>
              <a:gd name="connsiteY5858" fmla="*/ 3339959 h 4821604"/>
              <a:gd name="connsiteX5859" fmla="*/ 2587572 w 2947832"/>
              <a:gd name="connsiteY5859" fmla="*/ 3339959 h 4821604"/>
              <a:gd name="connsiteX5860" fmla="*/ 2585269 w 2947832"/>
              <a:gd name="connsiteY5860" fmla="*/ 3338651 h 4821604"/>
              <a:gd name="connsiteX5861" fmla="*/ 2574491 w 2947832"/>
              <a:gd name="connsiteY5861" fmla="*/ 3320024 h 4821604"/>
              <a:gd name="connsiteX5862" fmla="*/ 2574491 w 2947832"/>
              <a:gd name="connsiteY5862" fmla="*/ 3317356 h 4821604"/>
              <a:gd name="connsiteX5863" fmla="*/ 2585269 w 2947832"/>
              <a:gd name="connsiteY5863" fmla="*/ 3298729 h 4821604"/>
              <a:gd name="connsiteX5864" fmla="*/ 2587572 w 2947832"/>
              <a:gd name="connsiteY5864" fmla="*/ 3297421 h 4821604"/>
              <a:gd name="connsiteX5865" fmla="*/ 1264720 w 2947832"/>
              <a:gd name="connsiteY5865" fmla="*/ 3296793 h 4821604"/>
              <a:gd name="connsiteX5866" fmla="*/ 1286853 w 2947832"/>
              <a:gd name="connsiteY5866" fmla="*/ 3296793 h 4821604"/>
              <a:gd name="connsiteX5867" fmla="*/ 1289207 w 2947832"/>
              <a:gd name="connsiteY5867" fmla="*/ 3298153 h 4821604"/>
              <a:gd name="connsiteX5868" fmla="*/ 1300300 w 2947832"/>
              <a:gd name="connsiteY5868" fmla="*/ 3317303 h 4821604"/>
              <a:gd name="connsiteX5869" fmla="*/ 1300300 w 2947832"/>
              <a:gd name="connsiteY5869" fmla="*/ 3320024 h 4821604"/>
              <a:gd name="connsiteX5870" fmla="*/ 1289207 w 2947832"/>
              <a:gd name="connsiteY5870" fmla="*/ 3339173 h 4821604"/>
              <a:gd name="connsiteX5871" fmla="*/ 1286853 w 2947832"/>
              <a:gd name="connsiteY5871" fmla="*/ 3340534 h 4821604"/>
              <a:gd name="connsiteX5872" fmla="*/ 1264720 w 2947832"/>
              <a:gd name="connsiteY5872" fmla="*/ 3340534 h 4821604"/>
              <a:gd name="connsiteX5873" fmla="*/ 1262366 w 2947832"/>
              <a:gd name="connsiteY5873" fmla="*/ 3339173 h 4821604"/>
              <a:gd name="connsiteX5874" fmla="*/ 1251274 w 2947832"/>
              <a:gd name="connsiteY5874" fmla="*/ 3320024 h 4821604"/>
              <a:gd name="connsiteX5875" fmla="*/ 1251274 w 2947832"/>
              <a:gd name="connsiteY5875" fmla="*/ 3317303 h 4821604"/>
              <a:gd name="connsiteX5876" fmla="*/ 1262366 w 2947832"/>
              <a:gd name="connsiteY5876" fmla="*/ 3298153 h 4821604"/>
              <a:gd name="connsiteX5877" fmla="*/ 1264720 w 2947832"/>
              <a:gd name="connsiteY5877" fmla="*/ 3296793 h 4821604"/>
              <a:gd name="connsiteX5878" fmla="*/ 1429430 w 2947832"/>
              <a:gd name="connsiteY5878" fmla="*/ 3295485 h 4821604"/>
              <a:gd name="connsiteX5879" fmla="*/ 1452817 w 2947832"/>
              <a:gd name="connsiteY5879" fmla="*/ 3295485 h 4821604"/>
              <a:gd name="connsiteX5880" fmla="*/ 1455329 w 2947832"/>
              <a:gd name="connsiteY5880" fmla="*/ 3296950 h 4821604"/>
              <a:gd name="connsiteX5881" fmla="*/ 1467049 w 2947832"/>
              <a:gd name="connsiteY5881" fmla="*/ 3317198 h 4821604"/>
              <a:gd name="connsiteX5882" fmla="*/ 1467049 w 2947832"/>
              <a:gd name="connsiteY5882" fmla="*/ 3320076 h 4821604"/>
              <a:gd name="connsiteX5883" fmla="*/ 1455329 w 2947832"/>
              <a:gd name="connsiteY5883" fmla="*/ 3340325 h 4821604"/>
              <a:gd name="connsiteX5884" fmla="*/ 1452817 w 2947832"/>
              <a:gd name="connsiteY5884" fmla="*/ 3341790 h 4821604"/>
              <a:gd name="connsiteX5885" fmla="*/ 1429430 w 2947832"/>
              <a:gd name="connsiteY5885" fmla="*/ 3341790 h 4821604"/>
              <a:gd name="connsiteX5886" fmla="*/ 1426918 w 2947832"/>
              <a:gd name="connsiteY5886" fmla="*/ 3340325 h 4821604"/>
              <a:gd name="connsiteX5887" fmla="*/ 1415198 w 2947832"/>
              <a:gd name="connsiteY5887" fmla="*/ 3320076 h 4821604"/>
              <a:gd name="connsiteX5888" fmla="*/ 1415198 w 2947832"/>
              <a:gd name="connsiteY5888" fmla="*/ 3317198 h 4821604"/>
              <a:gd name="connsiteX5889" fmla="*/ 1426918 w 2947832"/>
              <a:gd name="connsiteY5889" fmla="*/ 3296950 h 4821604"/>
              <a:gd name="connsiteX5890" fmla="*/ 1429430 w 2947832"/>
              <a:gd name="connsiteY5890" fmla="*/ 3295485 h 4821604"/>
              <a:gd name="connsiteX5891" fmla="*/ 1346656 w 2947832"/>
              <a:gd name="connsiteY5891" fmla="*/ 3295275 h 4821604"/>
              <a:gd name="connsiteX5892" fmla="*/ 1370306 w 2947832"/>
              <a:gd name="connsiteY5892" fmla="*/ 3295275 h 4821604"/>
              <a:gd name="connsiteX5893" fmla="*/ 1372817 w 2947832"/>
              <a:gd name="connsiteY5893" fmla="*/ 3296740 h 4821604"/>
              <a:gd name="connsiteX5894" fmla="*/ 1384642 w 2947832"/>
              <a:gd name="connsiteY5894" fmla="*/ 3317198 h 4821604"/>
              <a:gd name="connsiteX5895" fmla="*/ 1384642 w 2947832"/>
              <a:gd name="connsiteY5895" fmla="*/ 3320128 h 4821604"/>
              <a:gd name="connsiteX5896" fmla="*/ 1372817 w 2947832"/>
              <a:gd name="connsiteY5896" fmla="*/ 3340586 h 4821604"/>
              <a:gd name="connsiteX5897" fmla="*/ 1370306 w 2947832"/>
              <a:gd name="connsiteY5897" fmla="*/ 3342051 h 4821604"/>
              <a:gd name="connsiteX5898" fmla="*/ 1346656 w 2947832"/>
              <a:gd name="connsiteY5898" fmla="*/ 3342051 h 4821604"/>
              <a:gd name="connsiteX5899" fmla="*/ 1344145 w 2947832"/>
              <a:gd name="connsiteY5899" fmla="*/ 3340586 h 4821604"/>
              <a:gd name="connsiteX5900" fmla="*/ 1332320 w 2947832"/>
              <a:gd name="connsiteY5900" fmla="*/ 3320128 h 4821604"/>
              <a:gd name="connsiteX5901" fmla="*/ 1332320 w 2947832"/>
              <a:gd name="connsiteY5901" fmla="*/ 3317198 h 4821604"/>
              <a:gd name="connsiteX5902" fmla="*/ 1344145 w 2947832"/>
              <a:gd name="connsiteY5902" fmla="*/ 3296740 h 4821604"/>
              <a:gd name="connsiteX5903" fmla="*/ 1346656 w 2947832"/>
              <a:gd name="connsiteY5903" fmla="*/ 3295275 h 4821604"/>
              <a:gd name="connsiteX5904" fmla="*/ 1759265 w 2947832"/>
              <a:gd name="connsiteY5904" fmla="*/ 3293915 h 4821604"/>
              <a:gd name="connsiteX5905" fmla="*/ 1784275 w 2947832"/>
              <a:gd name="connsiteY5905" fmla="*/ 3293915 h 4821604"/>
              <a:gd name="connsiteX5906" fmla="*/ 1786944 w 2947832"/>
              <a:gd name="connsiteY5906" fmla="*/ 3295485 h 4821604"/>
              <a:gd name="connsiteX5907" fmla="*/ 1799449 w 2947832"/>
              <a:gd name="connsiteY5907" fmla="*/ 3317146 h 4821604"/>
              <a:gd name="connsiteX5908" fmla="*/ 1799449 w 2947832"/>
              <a:gd name="connsiteY5908" fmla="*/ 3320233 h 4821604"/>
              <a:gd name="connsiteX5909" fmla="*/ 1786944 w 2947832"/>
              <a:gd name="connsiteY5909" fmla="*/ 3341894 h 4821604"/>
              <a:gd name="connsiteX5910" fmla="*/ 1784275 w 2947832"/>
              <a:gd name="connsiteY5910" fmla="*/ 3343464 h 4821604"/>
              <a:gd name="connsiteX5911" fmla="*/ 1759265 w 2947832"/>
              <a:gd name="connsiteY5911" fmla="*/ 3343464 h 4821604"/>
              <a:gd name="connsiteX5912" fmla="*/ 1756597 w 2947832"/>
              <a:gd name="connsiteY5912" fmla="*/ 3341894 h 4821604"/>
              <a:gd name="connsiteX5913" fmla="*/ 1744092 w 2947832"/>
              <a:gd name="connsiteY5913" fmla="*/ 3320233 h 4821604"/>
              <a:gd name="connsiteX5914" fmla="*/ 1744092 w 2947832"/>
              <a:gd name="connsiteY5914" fmla="*/ 3317146 h 4821604"/>
              <a:gd name="connsiteX5915" fmla="*/ 1756597 w 2947832"/>
              <a:gd name="connsiteY5915" fmla="*/ 3295485 h 4821604"/>
              <a:gd name="connsiteX5916" fmla="*/ 1759265 w 2947832"/>
              <a:gd name="connsiteY5916" fmla="*/ 3293915 h 4821604"/>
              <a:gd name="connsiteX5917" fmla="*/ 1593877 w 2947832"/>
              <a:gd name="connsiteY5917" fmla="*/ 3293706 h 4821604"/>
              <a:gd name="connsiteX5918" fmla="*/ 1619096 w 2947832"/>
              <a:gd name="connsiteY5918" fmla="*/ 3293706 h 4821604"/>
              <a:gd name="connsiteX5919" fmla="*/ 1621816 w 2947832"/>
              <a:gd name="connsiteY5919" fmla="*/ 3295276 h 4821604"/>
              <a:gd name="connsiteX5920" fmla="*/ 1634426 w 2947832"/>
              <a:gd name="connsiteY5920" fmla="*/ 3317094 h 4821604"/>
              <a:gd name="connsiteX5921" fmla="*/ 1634426 w 2947832"/>
              <a:gd name="connsiteY5921" fmla="*/ 3320233 h 4821604"/>
              <a:gd name="connsiteX5922" fmla="*/ 1621816 w 2947832"/>
              <a:gd name="connsiteY5922" fmla="*/ 3342051 h 4821604"/>
              <a:gd name="connsiteX5923" fmla="*/ 1619096 w 2947832"/>
              <a:gd name="connsiteY5923" fmla="*/ 3343621 h 4821604"/>
              <a:gd name="connsiteX5924" fmla="*/ 1593877 w 2947832"/>
              <a:gd name="connsiteY5924" fmla="*/ 3343621 h 4821604"/>
              <a:gd name="connsiteX5925" fmla="*/ 1591156 w 2947832"/>
              <a:gd name="connsiteY5925" fmla="*/ 3342051 h 4821604"/>
              <a:gd name="connsiteX5926" fmla="*/ 1578547 w 2947832"/>
              <a:gd name="connsiteY5926" fmla="*/ 3320233 h 4821604"/>
              <a:gd name="connsiteX5927" fmla="*/ 1578547 w 2947832"/>
              <a:gd name="connsiteY5927" fmla="*/ 3317094 h 4821604"/>
              <a:gd name="connsiteX5928" fmla="*/ 1591156 w 2947832"/>
              <a:gd name="connsiteY5928" fmla="*/ 3295276 h 4821604"/>
              <a:gd name="connsiteX5929" fmla="*/ 1593877 w 2947832"/>
              <a:gd name="connsiteY5929" fmla="*/ 3293706 h 4821604"/>
              <a:gd name="connsiteX5930" fmla="*/ 1841777 w 2947832"/>
              <a:gd name="connsiteY5930" fmla="*/ 3293601 h 4821604"/>
              <a:gd name="connsiteX5931" fmla="*/ 1867101 w 2947832"/>
              <a:gd name="connsiteY5931" fmla="*/ 3293601 h 4821604"/>
              <a:gd name="connsiteX5932" fmla="*/ 1869822 w 2947832"/>
              <a:gd name="connsiteY5932" fmla="*/ 3295171 h 4821604"/>
              <a:gd name="connsiteX5933" fmla="*/ 1882483 w 2947832"/>
              <a:gd name="connsiteY5933" fmla="*/ 3317093 h 4821604"/>
              <a:gd name="connsiteX5934" fmla="*/ 1882483 w 2947832"/>
              <a:gd name="connsiteY5934" fmla="*/ 3320233 h 4821604"/>
              <a:gd name="connsiteX5935" fmla="*/ 1869822 w 2947832"/>
              <a:gd name="connsiteY5935" fmla="*/ 3342155 h 4821604"/>
              <a:gd name="connsiteX5936" fmla="*/ 1867101 w 2947832"/>
              <a:gd name="connsiteY5936" fmla="*/ 3343725 h 4821604"/>
              <a:gd name="connsiteX5937" fmla="*/ 1841777 w 2947832"/>
              <a:gd name="connsiteY5937" fmla="*/ 3343725 h 4821604"/>
              <a:gd name="connsiteX5938" fmla="*/ 1839056 w 2947832"/>
              <a:gd name="connsiteY5938" fmla="*/ 3342155 h 4821604"/>
              <a:gd name="connsiteX5939" fmla="*/ 1826395 w 2947832"/>
              <a:gd name="connsiteY5939" fmla="*/ 3320233 h 4821604"/>
              <a:gd name="connsiteX5940" fmla="*/ 1826395 w 2947832"/>
              <a:gd name="connsiteY5940" fmla="*/ 3317093 h 4821604"/>
              <a:gd name="connsiteX5941" fmla="*/ 1839056 w 2947832"/>
              <a:gd name="connsiteY5941" fmla="*/ 3295171 h 4821604"/>
              <a:gd name="connsiteX5942" fmla="*/ 1841777 w 2947832"/>
              <a:gd name="connsiteY5942" fmla="*/ 3293601 h 4821604"/>
              <a:gd name="connsiteX5943" fmla="*/ 436207 w 2947832"/>
              <a:gd name="connsiteY5943" fmla="*/ 3292921 h 4821604"/>
              <a:gd name="connsiteX5944" fmla="*/ 462210 w 2947832"/>
              <a:gd name="connsiteY5944" fmla="*/ 3292921 h 4821604"/>
              <a:gd name="connsiteX5945" fmla="*/ 464984 w 2947832"/>
              <a:gd name="connsiteY5945" fmla="*/ 3294543 h 4821604"/>
              <a:gd name="connsiteX5946" fmla="*/ 478012 w 2947832"/>
              <a:gd name="connsiteY5946" fmla="*/ 3317094 h 4821604"/>
              <a:gd name="connsiteX5947" fmla="*/ 478012 w 2947832"/>
              <a:gd name="connsiteY5947" fmla="*/ 3320338 h 4821604"/>
              <a:gd name="connsiteX5948" fmla="*/ 464984 w 2947832"/>
              <a:gd name="connsiteY5948" fmla="*/ 3342888 h 4821604"/>
              <a:gd name="connsiteX5949" fmla="*/ 462210 w 2947832"/>
              <a:gd name="connsiteY5949" fmla="*/ 3344510 h 4821604"/>
              <a:gd name="connsiteX5950" fmla="*/ 436207 w 2947832"/>
              <a:gd name="connsiteY5950" fmla="*/ 3344510 h 4821604"/>
              <a:gd name="connsiteX5951" fmla="*/ 433433 w 2947832"/>
              <a:gd name="connsiteY5951" fmla="*/ 3342888 h 4821604"/>
              <a:gd name="connsiteX5952" fmla="*/ 420405 w 2947832"/>
              <a:gd name="connsiteY5952" fmla="*/ 3320338 h 4821604"/>
              <a:gd name="connsiteX5953" fmla="*/ 420405 w 2947832"/>
              <a:gd name="connsiteY5953" fmla="*/ 3317094 h 4821604"/>
              <a:gd name="connsiteX5954" fmla="*/ 433433 w 2947832"/>
              <a:gd name="connsiteY5954" fmla="*/ 3294543 h 4821604"/>
              <a:gd name="connsiteX5955" fmla="*/ 436207 w 2947832"/>
              <a:gd name="connsiteY5955" fmla="*/ 3292921 h 4821604"/>
              <a:gd name="connsiteX5956" fmla="*/ 352335 w 2947832"/>
              <a:gd name="connsiteY5956" fmla="*/ 3290462 h 4821604"/>
              <a:gd name="connsiteX5957" fmla="*/ 380798 w 2947832"/>
              <a:gd name="connsiteY5957" fmla="*/ 3290462 h 4821604"/>
              <a:gd name="connsiteX5958" fmla="*/ 383832 w 2947832"/>
              <a:gd name="connsiteY5958" fmla="*/ 3292241 h 4821604"/>
              <a:gd name="connsiteX5959" fmla="*/ 398064 w 2947832"/>
              <a:gd name="connsiteY5959" fmla="*/ 3316937 h 4821604"/>
              <a:gd name="connsiteX5960" fmla="*/ 398064 w 2947832"/>
              <a:gd name="connsiteY5960" fmla="*/ 3320442 h 4821604"/>
              <a:gd name="connsiteX5961" fmla="*/ 383832 w 2947832"/>
              <a:gd name="connsiteY5961" fmla="*/ 3345138 h 4821604"/>
              <a:gd name="connsiteX5962" fmla="*/ 380798 w 2947832"/>
              <a:gd name="connsiteY5962" fmla="*/ 3346917 h 4821604"/>
              <a:gd name="connsiteX5963" fmla="*/ 352335 w 2947832"/>
              <a:gd name="connsiteY5963" fmla="*/ 3346917 h 4821604"/>
              <a:gd name="connsiteX5964" fmla="*/ 349300 w 2947832"/>
              <a:gd name="connsiteY5964" fmla="*/ 3345138 h 4821604"/>
              <a:gd name="connsiteX5965" fmla="*/ 335069 w 2947832"/>
              <a:gd name="connsiteY5965" fmla="*/ 3320442 h 4821604"/>
              <a:gd name="connsiteX5966" fmla="*/ 335069 w 2947832"/>
              <a:gd name="connsiteY5966" fmla="*/ 3316937 h 4821604"/>
              <a:gd name="connsiteX5967" fmla="*/ 349300 w 2947832"/>
              <a:gd name="connsiteY5967" fmla="*/ 3292241 h 4821604"/>
              <a:gd name="connsiteX5968" fmla="*/ 352335 w 2947832"/>
              <a:gd name="connsiteY5968" fmla="*/ 3290462 h 4821604"/>
              <a:gd name="connsiteX5969" fmla="*/ 2923476 w 2947832"/>
              <a:gd name="connsiteY5969" fmla="*/ 3225112 h 4821604"/>
              <a:gd name="connsiteX5970" fmla="*/ 2934516 w 2947832"/>
              <a:gd name="connsiteY5970" fmla="*/ 3225112 h 4821604"/>
              <a:gd name="connsiteX5971" fmla="*/ 2935719 w 2947832"/>
              <a:gd name="connsiteY5971" fmla="*/ 3225792 h 4821604"/>
              <a:gd name="connsiteX5972" fmla="*/ 2941266 w 2947832"/>
              <a:gd name="connsiteY5972" fmla="*/ 3235367 h 4821604"/>
              <a:gd name="connsiteX5973" fmla="*/ 2941266 w 2947832"/>
              <a:gd name="connsiteY5973" fmla="*/ 3236727 h 4821604"/>
              <a:gd name="connsiteX5974" fmla="*/ 2935719 w 2947832"/>
              <a:gd name="connsiteY5974" fmla="*/ 3246302 h 4821604"/>
              <a:gd name="connsiteX5975" fmla="*/ 2934516 w 2947832"/>
              <a:gd name="connsiteY5975" fmla="*/ 3246982 h 4821604"/>
              <a:gd name="connsiteX5976" fmla="*/ 2923476 w 2947832"/>
              <a:gd name="connsiteY5976" fmla="*/ 3246982 h 4821604"/>
              <a:gd name="connsiteX5977" fmla="*/ 2922273 w 2947832"/>
              <a:gd name="connsiteY5977" fmla="*/ 3246302 h 4821604"/>
              <a:gd name="connsiteX5978" fmla="*/ 2916727 w 2947832"/>
              <a:gd name="connsiteY5978" fmla="*/ 3236727 h 4821604"/>
              <a:gd name="connsiteX5979" fmla="*/ 2916727 w 2947832"/>
              <a:gd name="connsiteY5979" fmla="*/ 3235367 h 4821604"/>
              <a:gd name="connsiteX5980" fmla="*/ 2922273 w 2947832"/>
              <a:gd name="connsiteY5980" fmla="*/ 3225792 h 4821604"/>
              <a:gd name="connsiteX5981" fmla="*/ 2923476 w 2947832"/>
              <a:gd name="connsiteY5981" fmla="*/ 3225112 h 4821604"/>
              <a:gd name="connsiteX5982" fmla="*/ 608502 w 2947832"/>
              <a:gd name="connsiteY5982" fmla="*/ 3224065 h 4821604"/>
              <a:gd name="connsiteX5983" fmla="*/ 620588 w 2947832"/>
              <a:gd name="connsiteY5983" fmla="*/ 3224065 h 4821604"/>
              <a:gd name="connsiteX5984" fmla="*/ 621896 w 2947832"/>
              <a:gd name="connsiteY5984" fmla="*/ 3224798 h 4821604"/>
              <a:gd name="connsiteX5985" fmla="*/ 627965 w 2947832"/>
              <a:gd name="connsiteY5985" fmla="*/ 3235262 h 4821604"/>
              <a:gd name="connsiteX5986" fmla="*/ 627965 w 2947832"/>
              <a:gd name="connsiteY5986" fmla="*/ 3236779 h 4821604"/>
              <a:gd name="connsiteX5987" fmla="*/ 621896 w 2947832"/>
              <a:gd name="connsiteY5987" fmla="*/ 3247243 h 4821604"/>
              <a:gd name="connsiteX5988" fmla="*/ 620588 w 2947832"/>
              <a:gd name="connsiteY5988" fmla="*/ 3247976 h 4821604"/>
              <a:gd name="connsiteX5989" fmla="*/ 608502 w 2947832"/>
              <a:gd name="connsiteY5989" fmla="*/ 3247976 h 4821604"/>
              <a:gd name="connsiteX5990" fmla="*/ 607194 w 2947832"/>
              <a:gd name="connsiteY5990" fmla="*/ 3247243 h 4821604"/>
              <a:gd name="connsiteX5991" fmla="*/ 601124 w 2947832"/>
              <a:gd name="connsiteY5991" fmla="*/ 3236779 h 4821604"/>
              <a:gd name="connsiteX5992" fmla="*/ 601124 w 2947832"/>
              <a:gd name="connsiteY5992" fmla="*/ 3235262 h 4821604"/>
              <a:gd name="connsiteX5993" fmla="*/ 607194 w 2947832"/>
              <a:gd name="connsiteY5993" fmla="*/ 3224798 h 4821604"/>
              <a:gd name="connsiteX5994" fmla="*/ 608502 w 2947832"/>
              <a:gd name="connsiteY5994" fmla="*/ 3224065 h 4821604"/>
              <a:gd name="connsiteX5995" fmla="*/ 773629 w 2947832"/>
              <a:gd name="connsiteY5995" fmla="*/ 3223595 h 4821604"/>
              <a:gd name="connsiteX5996" fmla="*/ 786187 w 2947832"/>
              <a:gd name="connsiteY5996" fmla="*/ 3223595 h 4821604"/>
              <a:gd name="connsiteX5997" fmla="*/ 787547 w 2947832"/>
              <a:gd name="connsiteY5997" fmla="*/ 3224380 h 4821604"/>
              <a:gd name="connsiteX5998" fmla="*/ 793825 w 2947832"/>
              <a:gd name="connsiteY5998" fmla="*/ 3235263 h 4821604"/>
              <a:gd name="connsiteX5999" fmla="*/ 793825 w 2947832"/>
              <a:gd name="connsiteY5999" fmla="*/ 3236832 h 4821604"/>
              <a:gd name="connsiteX6000" fmla="*/ 787547 w 2947832"/>
              <a:gd name="connsiteY6000" fmla="*/ 3247715 h 4821604"/>
              <a:gd name="connsiteX6001" fmla="*/ 786187 w 2947832"/>
              <a:gd name="connsiteY6001" fmla="*/ 3248500 h 4821604"/>
              <a:gd name="connsiteX6002" fmla="*/ 773629 w 2947832"/>
              <a:gd name="connsiteY6002" fmla="*/ 3248500 h 4821604"/>
              <a:gd name="connsiteX6003" fmla="*/ 772269 w 2947832"/>
              <a:gd name="connsiteY6003" fmla="*/ 3247715 h 4821604"/>
              <a:gd name="connsiteX6004" fmla="*/ 765990 w 2947832"/>
              <a:gd name="connsiteY6004" fmla="*/ 3236832 h 4821604"/>
              <a:gd name="connsiteX6005" fmla="*/ 765990 w 2947832"/>
              <a:gd name="connsiteY6005" fmla="*/ 3235263 h 4821604"/>
              <a:gd name="connsiteX6006" fmla="*/ 772269 w 2947832"/>
              <a:gd name="connsiteY6006" fmla="*/ 3224380 h 4821604"/>
              <a:gd name="connsiteX6007" fmla="*/ 773629 w 2947832"/>
              <a:gd name="connsiteY6007" fmla="*/ 3223595 h 4821604"/>
              <a:gd name="connsiteX6008" fmla="*/ 690699 w 2947832"/>
              <a:gd name="connsiteY6008" fmla="*/ 3223071 h 4821604"/>
              <a:gd name="connsiteX6009" fmla="*/ 703832 w 2947832"/>
              <a:gd name="connsiteY6009" fmla="*/ 3223071 h 4821604"/>
              <a:gd name="connsiteX6010" fmla="*/ 705244 w 2947832"/>
              <a:gd name="connsiteY6010" fmla="*/ 3223856 h 4821604"/>
              <a:gd name="connsiteX6011" fmla="*/ 711785 w 2947832"/>
              <a:gd name="connsiteY6011" fmla="*/ 3235210 h 4821604"/>
              <a:gd name="connsiteX6012" fmla="*/ 711785 w 2947832"/>
              <a:gd name="connsiteY6012" fmla="*/ 3236832 h 4821604"/>
              <a:gd name="connsiteX6013" fmla="*/ 705244 w 2947832"/>
              <a:gd name="connsiteY6013" fmla="*/ 3248185 h 4821604"/>
              <a:gd name="connsiteX6014" fmla="*/ 703832 w 2947832"/>
              <a:gd name="connsiteY6014" fmla="*/ 3248970 h 4821604"/>
              <a:gd name="connsiteX6015" fmla="*/ 690699 w 2947832"/>
              <a:gd name="connsiteY6015" fmla="*/ 3248970 h 4821604"/>
              <a:gd name="connsiteX6016" fmla="*/ 689286 w 2947832"/>
              <a:gd name="connsiteY6016" fmla="*/ 3248185 h 4821604"/>
              <a:gd name="connsiteX6017" fmla="*/ 682746 w 2947832"/>
              <a:gd name="connsiteY6017" fmla="*/ 3236832 h 4821604"/>
              <a:gd name="connsiteX6018" fmla="*/ 682746 w 2947832"/>
              <a:gd name="connsiteY6018" fmla="*/ 3235210 h 4821604"/>
              <a:gd name="connsiteX6019" fmla="*/ 689286 w 2947832"/>
              <a:gd name="connsiteY6019" fmla="*/ 3223856 h 4821604"/>
              <a:gd name="connsiteX6020" fmla="*/ 690699 w 2947832"/>
              <a:gd name="connsiteY6020" fmla="*/ 3223071 h 4821604"/>
              <a:gd name="connsiteX6021" fmla="*/ 1020797 w 2947832"/>
              <a:gd name="connsiteY6021" fmla="*/ 3222025 h 4821604"/>
              <a:gd name="connsiteX6022" fmla="*/ 1034924 w 2947832"/>
              <a:gd name="connsiteY6022" fmla="*/ 3222025 h 4821604"/>
              <a:gd name="connsiteX6023" fmla="*/ 1036441 w 2947832"/>
              <a:gd name="connsiteY6023" fmla="*/ 3222915 h 4821604"/>
              <a:gd name="connsiteX6024" fmla="*/ 1043505 w 2947832"/>
              <a:gd name="connsiteY6024" fmla="*/ 3235158 h 4821604"/>
              <a:gd name="connsiteX6025" fmla="*/ 1043505 w 2947832"/>
              <a:gd name="connsiteY6025" fmla="*/ 3236885 h 4821604"/>
              <a:gd name="connsiteX6026" fmla="*/ 1036441 w 2947832"/>
              <a:gd name="connsiteY6026" fmla="*/ 3249128 h 4821604"/>
              <a:gd name="connsiteX6027" fmla="*/ 1034924 w 2947832"/>
              <a:gd name="connsiteY6027" fmla="*/ 3250017 h 4821604"/>
              <a:gd name="connsiteX6028" fmla="*/ 1020797 w 2947832"/>
              <a:gd name="connsiteY6028" fmla="*/ 3250017 h 4821604"/>
              <a:gd name="connsiteX6029" fmla="*/ 1019280 w 2947832"/>
              <a:gd name="connsiteY6029" fmla="*/ 3249128 h 4821604"/>
              <a:gd name="connsiteX6030" fmla="*/ 1012216 w 2947832"/>
              <a:gd name="connsiteY6030" fmla="*/ 3236885 h 4821604"/>
              <a:gd name="connsiteX6031" fmla="*/ 1012216 w 2947832"/>
              <a:gd name="connsiteY6031" fmla="*/ 3235158 h 4821604"/>
              <a:gd name="connsiteX6032" fmla="*/ 1019280 w 2947832"/>
              <a:gd name="connsiteY6032" fmla="*/ 3222915 h 4821604"/>
              <a:gd name="connsiteX6033" fmla="*/ 1020797 w 2947832"/>
              <a:gd name="connsiteY6033" fmla="*/ 3222025 h 4821604"/>
              <a:gd name="connsiteX6034" fmla="*/ 938076 w 2947832"/>
              <a:gd name="connsiteY6034" fmla="*/ 3221868 h 4821604"/>
              <a:gd name="connsiteX6035" fmla="*/ 952360 w 2947832"/>
              <a:gd name="connsiteY6035" fmla="*/ 3221868 h 4821604"/>
              <a:gd name="connsiteX6036" fmla="*/ 953878 w 2947832"/>
              <a:gd name="connsiteY6036" fmla="*/ 3222757 h 4821604"/>
              <a:gd name="connsiteX6037" fmla="*/ 960993 w 2947832"/>
              <a:gd name="connsiteY6037" fmla="*/ 3235105 h 4821604"/>
              <a:gd name="connsiteX6038" fmla="*/ 960993 w 2947832"/>
              <a:gd name="connsiteY6038" fmla="*/ 3236884 h 4821604"/>
              <a:gd name="connsiteX6039" fmla="*/ 953878 w 2947832"/>
              <a:gd name="connsiteY6039" fmla="*/ 3249232 h 4821604"/>
              <a:gd name="connsiteX6040" fmla="*/ 952360 w 2947832"/>
              <a:gd name="connsiteY6040" fmla="*/ 3250122 h 4821604"/>
              <a:gd name="connsiteX6041" fmla="*/ 938076 w 2947832"/>
              <a:gd name="connsiteY6041" fmla="*/ 3250122 h 4821604"/>
              <a:gd name="connsiteX6042" fmla="*/ 936559 w 2947832"/>
              <a:gd name="connsiteY6042" fmla="*/ 3249232 h 4821604"/>
              <a:gd name="connsiteX6043" fmla="*/ 929443 w 2947832"/>
              <a:gd name="connsiteY6043" fmla="*/ 3236884 h 4821604"/>
              <a:gd name="connsiteX6044" fmla="*/ 929443 w 2947832"/>
              <a:gd name="connsiteY6044" fmla="*/ 3235105 h 4821604"/>
              <a:gd name="connsiteX6045" fmla="*/ 936559 w 2947832"/>
              <a:gd name="connsiteY6045" fmla="*/ 3222757 h 4821604"/>
              <a:gd name="connsiteX6046" fmla="*/ 938076 w 2947832"/>
              <a:gd name="connsiteY6046" fmla="*/ 3221868 h 4821604"/>
              <a:gd name="connsiteX6047" fmla="*/ 2177840 w 2947832"/>
              <a:gd name="connsiteY6047" fmla="*/ 3221816 h 4821604"/>
              <a:gd name="connsiteX6048" fmla="*/ 2192228 w 2947832"/>
              <a:gd name="connsiteY6048" fmla="*/ 3221816 h 4821604"/>
              <a:gd name="connsiteX6049" fmla="*/ 2193746 w 2947832"/>
              <a:gd name="connsiteY6049" fmla="*/ 3222705 h 4821604"/>
              <a:gd name="connsiteX6050" fmla="*/ 2200914 w 2947832"/>
              <a:gd name="connsiteY6050" fmla="*/ 3235158 h 4821604"/>
              <a:gd name="connsiteX6051" fmla="*/ 2200914 w 2947832"/>
              <a:gd name="connsiteY6051" fmla="*/ 3236937 h 4821604"/>
              <a:gd name="connsiteX6052" fmla="*/ 2193746 w 2947832"/>
              <a:gd name="connsiteY6052" fmla="*/ 3249390 h 4821604"/>
              <a:gd name="connsiteX6053" fmla="*/ 2192228 w 2947832"/>
              <a:gd name="connsiteY6053" fmla="*/ 3250279 h 4821604"/>
              <a:gd name="connsiteX6054" fmla="*/ 2177840 w 2947832"/>
              <a:gd name="connsiteY6054" fmla="*/ 3250279 h 4821604"/>
              <a:gd name="connsiteX6055" fmla="*/ 2176322 w 2947832"/>
              <a:gd name="connsiteY6055" fmla="*/ 3249390 h 4821604"/>
              <a:gd name="connsiteX6056" fmla="*/ 2169154 w 2947832"/>
              <a:gd name="connsiteY6056" fmla="*/ 3236937 h 4821604"/>
              <a:gd name="connsiteX6057" fmla="*/ 2169154 w 2947832"/>
              <a:gd name="connsiteY6057" fmla="*/ 3235158 h 4821604"/>
              <a:gd name="connsiteX6058" fmla="*/ 2176322 w 2947832"/>
              <a:gd name="connsiteY6058" fmla="*/ 3222705 h 4821604"/>
              <a:gd name="connsiteX6059" fmla="*/ 2177840 w 2947832"/>
              <a:gd name="connsiteY6059" fmla="*/ 3221816 h 4821604"/>
              <a:gd name="connsiteX6060" fmla="*/ 854884 w 2947832"/>
              <a:gd name="connsiteY6060" fmla="*/ 3220926 h 4821604"/>
              <a:gd name="connsiteX6061" fmla="*/ 870162 w 2947832"/>
              <a:gd name="connsiteY6061" fmla="*/ 3220926 h 4821604"/>
              <a:gd name="connsiteX6062" fmla="*/ 871784 w 2947832"/>
              <a:gd name="connsiteY6062" fmla="*/ 3221868 h 4821604"/>
              <a:gd name="connsiteX6063" fmla="*/ 879423 w 2947832"/>
              <a:gd name="connsiteY6063" fmla="*/ 3235105 h 4821604"/>
              <a:gd name="connsiteX6064" fmla="*/ 879423 w 2947832"/>
              <a:gd name="connsiteY6064" fmla="*/ 3236989 h 4821604"/>
              <a:gd name="connsiteX6065" fmla="*/ 871784 w 2947832"/>
              <a:gd name="connsiteY6065" fmla="*/ 3250226 h 4821604"/>
              <a:gd name="connsiteX6066" fmla="*/ 870162 w 2947832"/>
              <a:gd name="connsiteY6066" fmla="*/ 3251168 h 4821604"/>
              <a:gd name="connsiteX6067" fmla="*/ 854884 w 2947832"/>
              <a:gd name="connsiteY6067" fmla="*/ 3251168 h 4821604"/>
              <a:gd name="connsiteX6068" fmla="*/ 853263 w 2947832"/>
              <a:gd name="connsiteY6068" fmla="*/ 3250226 h 4821604"/>
              <a:gd name="connsiteX6069" fmla="*/ 845623 w 2947832"/>
              <a:gd name="connsiteY6069" fmla="*/ 3236989 h 4821604"/>
              <a:gd name="connsiteX6070" fmla="*/ 845623 w 2947832"/>
              <a:gd name="connsiteY6070" fmla="*/ 3235105 h 4821604"/>
              <a:gd name="connsiteX6071" fmla="*/ 853263 w 2947832"/>
              <a:gd name="connsiteY6071" fmla="*/ 3221868 h 4821604"/>
              <a:gd name="connsiteX6072" fmla="*/ 854884 w 2947832"/>
              <a:gd name="connsiteY6072" fmla="*/ 3220926 h 4821604"/>
              <a:gd name="connsiteX6073" fmla="*/ 1102575 w 2947832"/>
              <a:gd name="connsiteY6073" fmla="*/ 3220351 h 4821604"/>
              <a:gd name="connsiteX6074" fmla="*/ 1118429 w 2947832"/>
              <a:gd name="connsiteY6074" fmla="*/ 3220351 h 4821604"/>
              <a:gd name="connsiteX6075" fmla="*/ 1120103 w 2947832"/>
              <a:gd name="connsiteY6075" fmla="*/ 3221345 h 4821604"/>
              <a:gd name="connsiteX6076" fmla="*/ 1128004 w 2947832"/>
              <a:gd name="connsiteY6076" fmla="*/ 3235053 h 4821604"/>
              <a:gd name="connsiteX6077" fmla="*/ 1128004 w 2947832"/>
              <a:gd name="connsiteY6077" fmla="*/ 3236989 h 4821604"/>
              <a:gd name="connsiteX6078" fmla="*/ 1120103 w 2947832"/>
              <a:gd name="connsiteY6078" fmla="*/ 3250698 h 4821604"/>
              <a:gd name="connsiteX6079" fmla="*/ 1118429 w 2947832"/>
              <a:gd name="connsiteY6079" fmla="*/ 3251692 h 4821604"/>
              <a:gd name="connsiteX6080" fmla="*/ 1102575 w 2947832"/>
              <a:gd name="connsiteY6080" fmla="*/ 3251692 h 4821604"/>
              <a:gd name="connsiteX6081" fmla="*/ 1100901 w 2947832"/>
              <a:gd name="connsiteY6081" fmla="*/ 3250698 h 4821604"/>
              <a:gd name="connsiteX6082" fmla="*/ 1093000 w 2947832"/>
              <a:gd name="connsiteY6082" fmla="*/ 3236989 h 4821604"/>
              <a:gd name="connsiteX6083" fmla="*/ 1093000 w 2947832"/>
              <a:gd name="connsiteY6083" fmla="*/ 3235053 h 4821604"/>
              <a:gd name="connsiteX6084" fmla="*/ 1100901 w 2947832"/>
              <a:gd name="connsiteY6084" fmla="*/ 3221345 h 4821604"/>
              <a:gd name="connsiteX6085" fmla="*/ 1102575 w 2947832"/>
              <a:gd name="connsiteY6085" fmla="*/ 3220351 h 4821604"/>
              <a:gd name="connsiteX6086" fmla="*/ 523949 w 2947832"/>
              <a:gd name="connsiteY6086" fmla="*/ 3220351 h 4821604"/>
              <a:gd name="connsiteX6087" fmla="*/ 539803 w 2947832"/>
              <a:gd name="connsiteY6087" fmla="*/ 3220351 h 4821604"/>
              <a:gd name="connsiteX6088" fmla="*/ 541477 w 2947832"/>
              <a:gd name="connsiteY6088" fmla="*/ 3221345 h 4821604"/>
              <a:gd name="connsiteX6089" fmla="*/ 549378 w 2947832"/>
              <a:gd name="connsiteY6089" fmla="*/ 3235053 h 4821604"/>
              <a:gd name="connsiteX6090" fmla="*/ 549378 w 2947832"/>
              <a:gd name="connsiteY6090" fmla="*/ 3236989 h 4821604"/>
              <a:gd name="connsiteX6091" fmla="*/ 541477 w 2947832"/>
              <a:gd name="connsiteY6091" fmla="*/ 3250698 h 4821604"/>
              <a:gd name="connsiteX6092" fmla="*/ 539803 w 2947832"/>
              <a:gd name="connsiteY6092" fmla="*/ 3251692 h 4821604"/>
              <a:gd name="connsiteX6093" fmla="*/ 523949 w 2947832"/>
              <a:gd name="connsiteY6093" fmla="*/ 3251692 h 4821604"/>
              <a:gd name="connsiteX6094" fmla="*/ 522275 w 2947832"/>
              <a:gd name="connsiteY6094" fmla="*/ 3250698 h 4821604"/>
              <a:gd name="connsiteX6095" fmla="*/ 514374 w 2947832"/>
              <a:gd name="connsiteY6095" fmla="*/ 3236989 h 4821604"/>
              <a:gd name="connsiteX6096" fmla="*/ 514374 w 2947832"/>
              <a:gd name="connsiteY6096" fmla="*/ 3235053 h 4821604"/>
              <a:gd name="connsiteX6097" fmla="*/ 522275 w 2947832"/>
              <a:gd name="connsiteY6097" fmla="*/ 3221345 h 4821604"/>
              <a:gd name="connsiteX6098" fmla="*/ 523949 w 2947832"/>
              <a:gd name="connsiteY6098" fmla="*/ 3220351 h 4821604"/>
              <a:gd name="connsiteX6099" fmla="*/ 2425007 w 2947832"/>
              <a:gd name="connsiteY6099" fmla="*/ 3220089 h 4821604"/>
              <a:gd name="connsiteX6100" fmla="*/ 2441070 w 2947832"/>
              <a:gd name="connsiteY6100" fmla="*/ 3220089 h 4821604"/>
              <a:gd name="connsiteX6101" fmla="*/ 2442797 w 2947832"/>
              <a:gd name="connsiteY6101" fmla="*/ 3221083 h 4821604"/>
              <a:gd name="connsiteX6102" fmla="*/ 2450855 w 2947832"/>
              <a:gd name="connsiteY6102" fmla="*/ 3235001 h 4821604"/>
              <a:gd name="connsiteX6103" fmla="*/ 2450855 w 2947832"/>
              <a:gd name="connsiteY6103" fmla="*/ 3236989 h 4821604"/>
              <a:gd name="connsiteX6104" fmla="*/ 2442797 w 2947832"/>
              <a:gd name="connsiteY6104" fmla="*/ 3250907 h 4821604"/>
              <a:gd name="connsiteX6105" fmla="*/ 2441070 w 2947832"/>
              <a:gd name="connsiteY6105" fmla="*/ 3251901 h 4821604"/>
              <a:gd name="connsiteX6106" fmla="*/ 2425007 w 2947832"/>
              <a:gd name="connsiteY6106" fmla="*/ 3251901 h 4821604"/>
              <a:gd name="connsiteX6107" fmla="*/ 2423281 w 2947832"/>
              <a:gd name="connsiteY6107" fmla="*/ 3250907 h 4821604"/>
              <a:gd name="connsiteX6108" fmla="*/ 2415223 w 2947832"/>
              <a:gd name="connsiteY6108" fmla="*/ 3236989 h 4821604"/>
              <a:gd name="connsiteX6109" fmla="*/ 2415223 w 2947832"/>
              <a:gd name="connsiteY6109" fmla="*/ 3235001 h 4821604"/>
              <a:gd name="connsiteX6110" fmla="*/ 2423281 w 2947832"/>
              <a:gd name="connsiteY6110" fmla="*/ 3221083 h 4821604"/>
              <a:gd name="connsiteX6111" fmla="*/ 2425007 w 2947832"/>
              <a:gd name="connsiteY6111" fmla="*/ 3220089 h 4821604"/>
              <a:gd name="connsiteX6112" fmla="*/ 2838245 w 2947832"/>
              <a:gd name="connsiteY6112" fmla="*/ 3219984 h 4821604"/>
              <a:gd name="connsiteX6113" fmla="*/ 2854413 w 2947832"/>
              <a:gd name="connsiteY6113" fmla="*/ 3219984 h 4821604"/>
              <a:gd name="connsiteX6114" fmla="*/ 2856139 w 2947832"/>
              <a:gd name="connsiteY6114" fmla="*/ 3220978 h 4821604"/>
              <a:gd name="connsiteX6115" fmla="*/ 2864248 w 2947832"/>
              <a:gd name="connsiteY6115" fmla="*/ 3235000 h 4821604"/>
              <a:gd name="connsiteX6116" fmla="*/ 2864248 w 2947832"/>
              <a:gd name="connsiteY6116" fmla="*/ 3236989 h 4821604"/>
              <a:gd name="connsiteX6117" fmla="*/ 2856139 w 2947832"/>
              <a:gd name="connsiteY6117" fmla="*/ 3251011 h 4821604"/>
              <a:gd name="connsiteX6118" fmla="*/ 2854413 w 2947832"/>
              <a:gd name="connsiteY6118" fmla="*/ 3252005 h 4821604"/>
              <a:gd name="connsiteX6119" fmla="*/ 2838245 w 2947832"/>
              <a:gd name="connsiteY6119" fmla="*/ 3252005 h 4821604"/>
              <a:gd name="connsiteX6120" fmla="*/ 2836518 w 2947832"/>
              <a:gd name="connsiteY6120" fmla="*/ 3251011 h 4821604"/>
              <a:gd name="connsiteX6121" fmla="*/ 2828408 w 2947832"/>
              <a:gd name="connsiteY6121" fmla="*/ 3236989 h 4821604"/>
              <a:gd name="connsiteX6122" fmla="*/ 2828408 w 2947832"/>
              <a:gd name="connsiteY6122" fmla="*/ 3235000 h 4821604"/>
              <a:gd name="connsiteX6123" fmla="*/ 2836518 w 2947832"/>
              <a:gd name="connsiteY6123" fmla="*/ 3220978 h 4821604"/>
              <a:gd name="connsiteX6124" fmla="*/ 2838245 w 2947832"/>
              <a:gd name="connsiteY6124" fmla="*/ 3219984 h 4821604"/>
              <a:gd name="connsiteX6125" fmla="*/ 2755262 w 2947832"/>
              <a:gd name="connsiteY6125" fmla="*/ 3219409 h 4821604"/>
              <a:gd name="connsiteX6126" fmla="*/ 2772057 w 2947832"/>
              <a:gd name="connsiteY6126" fmla="*/ 3219409 h 4821604"/>
              <a:gd name="connsiteX6127" fmla="*/ 2773836 w 2947832"/>
              <a:gd name="connsiteY6127" fmla="*/ 3220455 h 4821604"/>
              <a:gd name="connsiteX6128" fmla="*/ 2782208 w 2947832"/>
              <a:gd name="connsiteY6128" fmla="*/ 3235001 h 4821604"/>
              <a:gd name="connsiteX6129" fmla="*/ 2782208 w 2947832"/>
              <a:gd name="connsiteY6129" fmla="*/ 3237094 h 4821604"/>
              <a:gd name="connsiteX6130" fmla="*/ 2773836 w 2947832"/>
              <a:gd name="connsiteY6130" fmla="*/ 3251639 h 4821604"/>
              <a:gd name="connsiteX6131" fmla="*/ 2772057 w 2947832"/>
              <a:gd name="connsiteY6131" fmla="*/ 3252686 h 4821604"/>
              <a:gd name="connsiteX6132" fmla="*/ 2755262 w 2947832"/>
              <a:gd name="connsiteY6132" fmla="*/ 3252686 h 4821604"/>
              <a:gd name="connsiteX6133" fmla="*/ 2753483 w 2947832"/>
              <a:gd name="connsiteY6133" fmla="*/ 3251639 h 4821604"/>
              <a:gd name="connsiteX6134" fmla="*/ 2745112 w 2947832"/>
              <a:gd name="connsiteY6134" fmla="*/ 3237094 h 4821604"/>
              <a:gd name="connsiteX6135" fmla="*/ 2745112 w 2947832"/>
              <a:gd name="connsiteY6135" fmla="*/ 3235001 h 4821604"/>
              <a:gd name="connsiteX6136" fmla="*/ 2753483 w 2947832"/>
              <a:gd name="connsiteY6136" fmla="*/ 3220455 h 4821604"/>
              <a:gd name="connsiteX6137" fmla="*/ 2755262 w 2947832"/>
              <a:gd name="connsiteY6137" fmla="*/ 3219409 h 4821604"/>
              <a:gd name="connsiteX6138" fmla="*/ 2341764 w 2947832"/>
              <a:gd name="connsiteY6138" fmla="*/ 3218990 h 4821604"/>
              <a:gd name="connsiteX6139" fmla="*/ 2359030 w 2947832"/>
              <a:gd name="connsiteY6139" fmla="*/ 3218990 h 4821604"/>
              <a:gd name="connsiteX6140" fmla="*/ 2360861 w 2947832"/>
              <a:gd name="connsiteY6140" fmla="*/ 3220036 h 4821604"/>
              <a:gd name="connsiteX6141" fmla="*/ 2369494 w 2947832"/>
              <a:gd name="connsiteY6141" fmla="*/ 3234948 h 4821604"/>
              <a:gd name="connsiteX6142" fmla="*/ 2369494 w 2947832"/>
              <a:gd name="connsiteY6142" fmla="*/ 3237093 h 4821604"/>
              <a:gd name="connsiteX6143" fmla="*/ 2360861 w 2947832"/>
              <a:gd name="connsiteY6143" fmla="*/ 3252005 h 4821604"/>
              <a:gd name="connsiteX6144" fmla="*/ 2359030 w 2947832"/>
              <a:gd name="connsiteY6144" fmla="*/ 3253052 h 4821604"/>
              <a:gd name="connsiteX6145" fmla="*/ 2341764 w 2947832"/>
              <a:gd name="connsiteY6145" fmla="*/ 3253052 h 4821604"/>
              <a:gd name="connsiteX6146" fmla="*/ 2339932 w 2947832"/>
              <a:gd name="connsiteY6146" fmla="*/ 3252005 h 4821604"/>
              <a:gd name="connsiteX6147" fmla="*/ 2331299 w 2947832"/>
              <a:gd name="connsiteY6147" fmla="*/ 3237093 h 4821604"/>
              <a:gd name="connsiteX6148" fmla="*/ 2331299 w 2947832"/>
              <a:gd name="connsiteY6148" fmla="*/ 3234948 h 4821604"/>
              <a:gd name="connsiteX6149" fmla="*/ 2339932 w 2947832"/>
              <a:gd name="connsiteY6149" fmla="*/ 3220036 h 4821604"/>
              <a:gd name="connsiteX6150" fmla="*/ 2341764 w 2947832"/>
              <a:gd name="connsiteY6150" fmla="*/ 3218990 h 4821604"/>
              <a:gd name="connsiteX6151" fmla="*/ 2259095 w 2947832"/>
              <a:gd name="connsiteY6151" fmla="*/ 3218990 h 4821604"/>
              <a:gd name="connsiteX6152" fmla="*/ 2276361 w 2947832"/>
              <a:gd name="connsiteY6152" fmla="*/ 3218990 h 4821604"/>
              <a:gd name="connsiteX6153" fmla="*/ 2278193 w 2947832"/>
              <a:gd name="connsiteY6153" fmla="*/ 3220036 h 4821604"/>
              <a:gd name="connsiteX6154" fmla="*/ 2286825 w 2947832"/>
              <a:gd name="connsiteY6154" fmla="*/ 3234948 h 4821604"/>
              <a:gd name="connsiteX6155" fmla="*/ 2286825 w 2947832"/>
              <a:gd name="connsiteY6155" fmla="*/ 3237093 h 4821604"/>
              <a:gd name="connsiteX6156" fmla="*/ 2278193 w 2947832"/>
              <a:gd name="connsiteY6156" fmla="*/ 3252005 h 4821604"/>
              <a:gd name="connsiteX6157" fmla="*/ 2276361 w 2947832"/>
              <a:gd name="connsiteY6157" fmla="*/ 3253052 h 4821604"/>
              <a:gd name="connsiteX6158" fmla="*/ 2259095 w 2947832"/>
              <a:gd name="connsiteY6158" fmla="*/ 3253052 h 4821604"/>
              <a:gd name="connsiteX6159" fmla="*/ 2257264 w 2947832"/>
              <a:gd name="connsiteY6159" fmla="*/ 3252005 h 4821604"/>
              <a:gd name="connsiteX6160" fmla="*/ 2248631 w 2947832"/>
              <a:gd name="connsiteY6160" fmla="*/ 3237093 h 4821604"/>
              <a:gd name="connsiteX6161" fmla="*/ 2248631 w 2947832"/>
              <a:gd name="connsiteY6161" fmla="*/ 3234948 h 4821604"/>
              <a:gd name="connsiteX6162" fmla="*/ 2257264 w 2947832"/>
              <a:gd name="connsiteY6162" fmla="*/ 3220036 h 4821604"/>
              <a:gd name="connsiteX6163" fmla="*/ 2259095 w 2947832"/>
              <a:gd name="connsiteY6163" fmla="*/ 3218990 h 4821604"/>
              <a:gd name="connsiteX6164" fmla="*/ 2507048 w 2947832"/>
              <a:gd name="connsiteY6164" fmla="*/ 3218938 h 4821604"/>
              <a:gd name="connsiteX6165" fmla="*/ 2524366 w 2947832"/>
              <a:gd name="connsiteY6165" fmla="*/ 3218938 h 4821604"/>
              <a:gd name="connsiteX6166" fmla="*/ 2526198 w 2947832"/>
              <a:gd name="connsiteY6166" fmla="*/ 3219984 h 4821604"/>
              <a:gd name="connsiteX6167" fmla="*/ 2534831 w 2947832"/>
              <a:gd name="connsiteY6167" fmla="*/ 3234948 h 4821604"/>
              <a:gd name="connsiteX6168" fmla="*/ 2534831 w 2947832"/>
              <a:gd name="connsiteY6168" fmla="*/ 3237093 h 4821604"/>
              <a:gd name="connsiteX6169" fmla="*/ 2526198 w 2947832"/>
              <a:gd name="connsiteY6169" fmla="*/ 3252058 h 4821604"/>
              <a:gd name="connsiteX6170" fmla="*/ 2524366 w 2947832"/>
              <a:gd name="connsiteY6170" fmla="*/ 3253104 h 4821604"/>
              <a:gd name="connsiteX6171" fmla="*/ 2507048 w 2947832"/>
              <a:gd name="connsiteY6171" fmla="*/ 3253104 h 4821604"/>
              <a:gd name="connsiteX6172" fmla="*/ 2505217 w 2947832"/>
              <a:gd name="connsiteY6172" fmla="*/ 3252058 h 4821604"/>
              <a:gd name="connsiteX6173" fmla="*/ 2496584 w 2947832"/>
              <a:gd name="connsiteY6173" fmla="*/ 3237093 h 4821604"/>
              <a:gd name="connsiteX6174" fmla="*/ 2496584 w 2947832"/>
              <a:gd name="connsiteY6174" fmla="*/ 3234948 h 4821604"/>
              <a:gd name="connsiteX6175" fmla="*/ 2505217 w 2947832"/>
              <a:gd name="connsiteY6175" fmla="*/ 3219984 h 4821604"/>
              <a:gd name="connsiteX6176" fmla="*/ 2507048 w 2947832"/>
              <a:gd name="connsiteY6176" fmla="*/ 3218938 h 4821604"/>
              <a:gd name="connsiteX6177" fmla="*/ 2010776 w 2947832"/>
              <a:gd name="connsiteY6177" fmla="*/ 3218258 h 4821604"/>
              <a:gd name="connsiteX6178" fmla="*/ 2028722 w 2947832"/>
              <a:gd name="connsiteY6178" fmla="*/ 3218258 h 4821604"/>
              <a:gd name="connsiteX6179" fmla="*/ 2030658 w 2947832"/>
              <a:gd name="connsiteY6179" fmla="*/ 3219357 h 4821604"/>
              <a:gd name="connsiteX6180" fmla="*/ 2039657 w 2947832"/>
              <a:gd name="connsiteY6180" fmla="*/ 3234896 h 4821604"/>
              <a:gd name="connsiteX6181" fmla="*/ 2039657 w 2947832"/>
              <a:gd name="connsiteY6181" fmla="*/ 3237094 h 4821604"/>
              <a:gd name="connsiteX6182" fmla="*/ 2030658 w 2947832"/>
              <a:gd name="connsiteY6182" fmla="*/ 3252633 h 4821604"/>
              <a:gd name="connsiteX6183" fmla="*/ 2028722 w 2947832"/>
              <a:gd name="connsiteY6183" fmla="*/ 3253732 h 4821604"/>
              <a:gd name="connsiteX6184" fmla="*/ 2010776 w 2947832"/>
              <a:gd name="connsiteY6184" fmla="*/ 3253732 h 4821604"/>
              <a:gd name="connsiteX6185" fmla="*/ 2008840 w 2947832"/>
              <a:gd name="connsiteY6185" fmla="*/ 3252633 h 4821604"/>
              <a:gd name="connsiteX6186" fmla="*/ 1999840 w 2947832"/>
              <a:gd name="connsiteY6186" fmla="*/ 3237094 h 4821604"/>
              <a:gd name="connsiteX6187" fmla="*/ 1999840 w 2947832"/>
              <a:gd name="connsiteY6187" fmla="*/ 3234896 h 4821604"/>
              <a:gd name="connsiteX6188" fmla="*/ 2008840 w 2947832"/>
              <a:gd name="connsiteY6188" fmla="*/ 3219357 h 4821604"/>
              <a:gd name="connsiteX6189" fmla="*/ 2010776 w 2947832"/>
              <a:gd name="connsiteY6189" fmla="*/ 3218258 h 4821604"/>
              <a:gd name="connsiteX6190" fmla="*/ 1679894 w 2947832"/>
              <a:gd name="connsiteY6190" fmla="*/ 3217735 h 4821604"/>
              <a:gd name="connsiteX6191" fmla="*/ 1698363 w 2947832"/>
              <a:gd name="connsiteY6191" fmla="*/ 3217735 h 4821604"/>
              <a:gd name="connsiteX6192" fmla="*/ 1700351 w 2947832"/>
              <a:gd name="connsiteY6192" fmla="*/ 3218886 h 4821604"/>
              <a:gd name="connsiteX6193" fmla="*/ 1709560 w 2947832"/>
              <a:gd name="connsiteY6193" fmla="*/ 3234844 h 4821604"/>
              <a:gd name="connsiteX6194" fmla="*/ 1709560 w 2947832"/>
              <a:gd name="connsiteY6194" fmla="*/ 3237146 h 4821604"/>
              <a:gd name="connsiteX6195" fmla="*/ 1700351 w 2947832"/>
              <a:gd name="connsiteY6195" fmla="*/ 3253104 h 4821604"/>
              <a:gd name="connsiteX6196" fmla="*/ 1698363 w 2947832"/>
              <a:gd name="connsiteY6196" fmla="*/ 3254255 h 4821604"/>
              <a:gd name="connsiteX6197" fmla="*/ 1679894 w 2947832"/>
              <a:gd name="connsiteY6197" fmla="*/ 3254255 h 4821604"/>
              <a:gd name="connsiteX6198" fmla="*/ 1677905 w 2947832"/>
              <a:gd name="connsiteY6198" fmla="*/ 3253104 h 4821604"/>
              <a:gd name="connsiteX6199" fmla="*/ 1668697 w 2947832"/>
              <a:gd name="connsiteY6199" fmla="*/ 3237146 h 4821604"/>
              <a:gd name="connsiteX6200" fmla="*/ 1668697 w 2947832"/>
              <a:gd name="connsiteY6200" fmla="*/ 3234844 h 4821604"/>
              <a:gd name="connsiteX6201" fmla="*/ 1677905 w 2947832"/>
              <a:gd name="connsiteY6201" fmla="*/ 3218886 h 4821604"/>
              <a:gd name="connsiteX6202" fmla="*/ 1679894 w 2947832"/>
              <a:gd name="connsiteY6202" fmla="*/ 3217735 h 4821604"/>
              <a:gd name="connsiteX6203" fmla="*/ 1597226 w 2947832"/>
              <a:gd name="connsiteY6203" fmla="*/ 3217735 h 4821604"/>
              <a:gd name="connsiteX6204" fmla="*/ 1615695 w 2947832"/>
              <a:gd name="connsiteY6204" fmla="*/ 3217735 h 4821604"/>
              <a:gd name="connsiteX6205" fmla="*/ 1617683 w 2947832"/>
              <a:gd name="connsiteY6205" fmla="*/ 3218886 h 4821604"/>
              <a:gd name="connsiteX6206" fmla="*/ 1626892 w 2947832"/>
              <a:gd name="connsiteY6206" fmla="*/ 3234844 h 4821604"/>
              <a:gd name="connsiteX6207" fmla="*/ 1626892 w 2947832"/>
              <a:gd name="connsiteY6207" fmla="*/ 3237146 h 4821604"/>
              <a:gd name="connsiteX6208" fmla="*/ 1617683 w 2947832"/>
              <a:gd name="connsiteY6208" fmla="*/ 3253104 h 4821604"/>
              <a:gd name="connsiteX6209" fmla="*/ 1615695 w 2947832"/>
              <a:gd name="connsiteY6209" fmla="*/ 3254255 h 4821604"/>
              <a:gd name="connsiteX6210" fmla="*/ 1597226 w 2947832"/>
              <a:gd name="connsiteY6210" fmla="*/ 3254255 h 4821604"/>
              <a:gd name="connsiteX6211" fmla="*/ 1595237 w 2947832"/>
              <a:gd name="connsiteY6211" fmla="*/ 3253104 h 4821604"/>
              <a:gd name="connsiteX6212" fmla="*/ 1586029 w 2947832"/>
              <a:gd name="connsiteY6212" fmla="*/ 3237146 h 4821604"/>
              <a:gd name="connsiteX6213" fmla="*/ 1586029 w 2947832"/>
              <a:gd name="connsiteY6213" fmla="*/ 3234844 h 4821604"/>
              <a:gd name="connsiteX6214" fmla="*/ 1595237 w 2947832"/>
              <a:gd name="connsiteY6214" fmla="*/ 3218886 h 4821604"/>
              <a:gd name="connsiteX6215" fmla="*/ 1597226 w 2947832"/>
              <a:gd name="connsiteY6215" fmla="*/ 3217735 h 4821604"/>
              <a:gd name="connsiteX6216" fmla="*/ 1514452 w 2947832"/>
              <a:gd name="connsiteY6216" fmla="*/ 3217578 h 4821604"/>
              <a:gd name="connsiteX6217" fmla="*/ 1533131 w 2947832"/>
              <a:gd name="connsiteY6217" fmla="*/ 3217578 h 4821604"/>
              <a:gd name="connsiteX6218" fmla="*/ 1535119 w 2947832"/>
              <a:gd name="connsiteY6218" fmla="*/ 3218729 h 4821604"/>
              <a:gd name="connsiteX6219" fmla="*/ 1544433 w 2947832"/>
              <a:gd name="connsiteY6219" fmla="*/ 3234896 h 4821604"/>
              <a:gd name="connsiteX6220" fmla="*/ 1544433 w 2947832"/>
              <a:gd name="connsiteY6220" fmla="*/ 3237199 h 4821604"/>
              <a:gd name="connsiteX6221" fmla="*/ 1535119 w 2947832"/>
              <a:gd name="connsiteY6221" fmla="*/ 3253366 h 4821604"/>
              <a:gd name="connsiteX6222" fmla="*/ 1533131 w 2947832"/>
              <a:gd name="connsiteY6222" fmla="*/ 3254517 h 4821604"/>
              <a:gd name="connsiteX6223" fmla="*/ 1514452 w 2947832"/>
              <a:gd name="connsiteY6223" fmla="*/ 3254517 h 4821604"/>
              <a:gd name="connsiteX6224" fmla="*/ 1512464 w 2947832"/>
              <a:gd name="connsiteY6224" fmla="*/ 3253366 h 4821604"/>
              <a:gd name="connsiteX6225" fmla="*/ 1503151 w 2947832"/>
              <a:gd name="connsiteY6225" fmla="*/ 3237199 h 4821604"/>
              <a:gd name="connsiteX6226" fmla="*/ 1503151 w 2947832"/>
              <a:gd name="connsiteY6226" fmla="*/ 3234896 h 4821604"/>
              <a:gd name="connsiteX6227" fmla="*/ 1512464 w 2947832"/>
              <a:gd name="connsiteY6227" fmla="*/ 3218729 h 4821604"/>
              <a:gd name="connsiteX6228" fmla="*/ 1514452 w 2947832"/>
              <a:gd name="connsiteY6228" fmla="*/ 3217578 h 4821604"/>
              <a:gd name="connsiteX6229" fmla="*/ 2671652 w 2947832"/>
              <a:gd name="connsiteY6229" fmla="*/ 3217420 h 4821604"/>
              <a:gd name="connsiteX6230" fmla="*/ 2690436 w 2947832"/>
              <a:gd name="connsiteY6230" fmla="*/ 3217420 h 4821604"/>
              <a:gd name="connsiteX6231" fmla="*/ 2692476 w 2947832"/>
              <a:gd name="connsiteY6231" fmla="*/ 3218571 h 4821604"/>
              <a:gd name="connsiteX6232" fmla="*/ 2701894 w 2947832"/>
              <a:gd name="connsiteY6232" fmla="*/ 3234843 h 4821604"/>
              <a:gd name="connsiteX6233" fmla="*/ 2701894 w 2947832"/>
              <a:gd name="connsiteY6233" fmla="*/ 3237145 h 4821604"/>
              <a:gd name="connsiteX6234" fmla="*/ 2692476 w 2947832"/>
              <a:gd name="connsiteY6234" fmla="*/ 3253417 h 4821604"/>
              <a:gd name="connsiteX6235" fmla="*/ 2690436 w 2947832"/>
              <a:gd name="connsiteY6235" fmla="*/ 3254569 h 4821604"/>
              <a:gd name="connsiteX6236" fmla="*/ 2671652 w 2947832"/>
              <a:gd name="connsiteY6236" fmla="*/ 3254569 h 4821604"/>
              <a:gd name="connsiteX6237" fmla="*/ 2669612 w 2947832"/>
              <a:gd name="connsiteY6237" fmla="*/ 3253417 h 4821604"/>
              <a:gd name="connsiteX6238" fmla="*/ 2660193 w 2947832"/>
              <a:gd name="connsiteY6238" fmla="*/ 3237145 h 4821604"/>
              <a:gd name="connsiteX6239" fmla="*/ 2660193 w 2947832"/>
              <a:gd name="connsiteY6239" fmla="*/ 3234843 h 4821604"/>
              <a:gd name="connsiteX6240" fmla="*/ 2669612 w 2947832"/>
              <a:gd name="connsiteY6240" fmla="*/ 3218571 h 4821604"/>
              <a:gd name="connsiteX6241" fmla="*/ 2671652 w 2947832"/>
              <a:gd name="connsiteY6241" fmla="*/ 3217420 h 4821604"/>
              <a:gd name="connsiteX6242" fmla="*/ 1845021 w 2947832"/>
              <a:gd name="connsiteY6242" fmla="*/ 3217368 h 4821604"/>
              <a:gd name="connsiteX6243" fmla="*/ 1863857 w 2947832"/>
              <a:gd name="connsiteY6243" fmla="*/ 3217368 h 4821604"/>
              <a:gd name="connsiteX6244" fmla="*/ 1865898 w 2947832"/>
              <a:gd name="connsiteY6244" fmla="*/ 3218519 h 4821604"/>
              <a:gd name="connsiteX6245" fmla="*/ 1875315 w 2947832"/>
              <a:gd name="connsiteY6245" fmla="*/ 3234843 h 4821604"/>
              <a:gd name="connsiteX6246" fmla="*/ 1875315 w 2947832"/>
              <a:gd name="connsiteY6246" fmla="*/ 3237198 h 4821604"/>
              <a:gd name="connsiteX6247" fmla="*/ 1865898 w 2947832"/>
              <a:gd name="connsiteY6247" fmla="*/ 3253522 h 4821604"/>
              <a:gd name="connsiteX6248" fmla="*/ 1863857 w 2947832"/>
              <a:gd name="connsiteY6248" fmla="*/ 3254673 h 4821604"/>
              <a:gd name="connsiteX6249" fmla="*/ 1845021 w 2947832"/>
              <a:gd name="connsiteY6249" fmla="*/ 3254673 h 4821604"/>
              <a:gd name="connsiteX6250" fmla="*/ 1842981 w 2947832"/>
              <a:gd name="connsiteY6250" fmla="*/ 3253522 h 4821604"/>
              <a:gd name="connsiteX6251" fmla="*/ 1833563 w 2947832"/>
              <a:gd name="connsiteY6251" fmla="*/ 3237198 h 4821604"/>
              <a:gd name="connsiteX6252" fmla="*/ 1833563 w 2947832"/>
              <a:gd name="connsiteY6252" fmla="*/ 3234843 h 4821604"/>
              <a:gd name="connsiteX6253" fmla="*/ 1842981 w 2947832"/>
              <a:gd name="connsiteY6253" fmla="*/ 3218519 h 4821604"/>
              <a:gd name="connsiteX6254" fmla="*/ 1845021 w 2947832"/>
              <a:gd name="connsiteY6254" fmla="*/ 3217368 h 4821604"/>
              <a:gd name="connsiteX6255" fmla="*/ 1183622 w 2947832"/>
              <a:gd name="connsiteY6255" fmla="*/ 3217106 h 4821604"/>
              <a:gd name="connsiteX6256" fmla="*/ 1202720 w 2947832"/>
              <a:gd name="connsiteY6256" fmla="*/ 3217106 h 4821604"/>
              <a:gd name="connsiteX6257" fmla="*/ 1204760 w 2947832"/>
              <a:gd name="connsiteY6257" fmla="*/ 3218310 h 4821604"/>
              <a:gd name="connsiteX6258" fmla="*/ 1214335 w 2947832"/>
              <a:gd name="connsiteY6258" fmla="*/ 3234843 h 4821604"/>
              <a:gd name="connsiteX6259" fmla="*/ 1214335 w 2947832"/>
              <a:gd name="connsiteY6259" fmla="*/ 3237198 h 4821604"/>
              <a:gd name="connsiteX6260" fmla="*/ 1204760 w 2947832"/>
              <a:gd name="connsiteY6260" fmla="*/ 3253731 h 4821604"/>
              <a:gd name="connsiteX6261" fmla="*/ 1202720 w 2947832"/>
              <a:gd name="connsiteY6261" fmla="*/ 3254935 h 4821604"/>
              <a:gd name="connsiteX6262" fmla="*/ 1183622 w 2947832"/>
              <a:gd name="connsiteY6262" fmla="*/ 3254935 h 4821604"/>
              <a:gd name="connsiteX6263" fmla="*/ 1181582 w 2947832"/>
              <a:gd name="connsiteY6263" fmla="*/ 3253731 h 4821604"/>
              <a:gd name="connsiteX6264" fmla="*/ 1172007 w 2947832"/>
              <a:gd name="connsiteY6264" fmla="*/ 3237198 h 4821604"/>
              <a:gd name="connsiteX6265" fmla="*/ 1172007 w 2947832"/>
              <a:gd name="connsiteY6265" fmla="*/ 3234843 h 4821604"/>
              <a:gd name="connsiteX6266" fmla="*/ 1181582 w 2947832"/>
              <a:gd name="connsiteY6266" fmla="*/ 3218310 h 4821604"/>
              <a:gd name="connsiteX6267" fmla="*/ 1183622 w 2947832"/>
              <a:gd name="connsiteY6267" fmla="*/ 3217106 h 4821604"/>
              <a:gd name="connsiteX6268" fmla="*/ 2588617 w 2947832"/>
              <a:gd name="connsiteY6268" fmla="*/ 3216740 h 4821604"/>
              <a:gd name="connsiteX6269" fmla="*/ 2608081 w 2947832"/>
              <a:gd name="connsiteY6269" fmla="*/ 3216740 h 4821604"/>
              <a:gd name="connsiteX6270" fmla="*/ 2610174 w 2947832"/>
              <a:gd name="connsiteY6270" fmla="*/ 3217943 h 4821604"/>
              <a:gd name="connsiteX6271" fmla="*/ 2619906 w 2947832"/>
              <a:gd name="connsiteY6271" fmla="*/ 3234791 h 4821604"/>
              <a:gd name="connsiteX6272" fmla="*/ 2619906 w 2947832"/>
              <a:gd name="connsiteY6272" fmla="*/ 3237198 h 4821604"/>
              <a:gd name="connsiteX6273" fmla="*/ 2610174 w 2947832"/>
              <a:gd name="connsiteY6273" fmla="*/ 3254045 h 4821604"/>
              <a:gd name="connsiteX6274" fmla="*/ 2608081 w 2947832"/>
              <a:gd name="connsiteY6274" fmla="*/ 3255249 h 4821604"/>
              <a:gd name="connsiteX6275" fmla="*/ 2588617 w 2947832"/>
              <a:gd name="connsiteY6275" fmla="*/ 3255249 h 4821604"/>
              <a:gd name="connsiteX6276" fmla="*/ 2586524 w 2947832"/>
              <a:gd name="connsiteY6276" fmla="*/ 3254045 h 4821604"/>
              <a:gd name="connsiteX6277" fmla="*/ 2576792 w 2947832"/>
              <a:gd name="connsiteY6277" fmla="*/ 3237198 h 4821604"/>
              <a:gd name="connsiteX6278" fmla="*/ 2576792 w 2947832"/>
              <a:gd name="connsiteY6278" fmla="*/ 3234791 h 4821604"/>
              <a:gd name="connsiteX6279" fmla="*/ 2586524 w 2947832"/>
              <a:gd name="connsiteY6279" fmla="*/ 3217943 h 4821604"/>
              <a:gd name="connsiteX6280" fmla="*/ 2588617 w 2947832"/>
              <a:gd name="connsiteY6280" fmla="*/ 3216740 h 4821604"/>
              <a:gd name="connsiteX6281" fmla="*/ 1761672 w 2947832"/>
              <a:gd name="connsiteY6281" fmla="*/ 3216060 h 4821604"/>
              <a:gd name="connsiteX6282" fmla="*/ 1781816 w 2947832"/>
              <a:gd name="connsiteY6282" fmla="*/ 3216060 h 4821604"/>
              <a:gd name="connsiteX6283" fmla="*/ 1783961 w 2947832"/>
              <a:gd name="connsiteY6283" fmla="*/ 3217316 h 4821604"/>
              <a:gd name="connsiteX6284" fmla="*/ 1794060 w 2947832"/>
              <a:gd name="connsiteY6284" fmla="*/ 3234791 h 4821604"/>
              <a:gd name="connsiteX6285" fmla="*/ 1794060 w 2947832"/>
              <a:gd name="connsiteY6285" fmla="*/ 3237303 h 4821604"/>
              <a:gd name="connsiteX6286" fmla="*/ 1783961 w 2947832"/>
              <a:gd name="connsiteY6286" fmla="*/ 3254778 h 4821604"/>
              <a:gd name="connsiteX6287" fmla="*/ 1781816 w 2947832"/>
              <a:gd name="connsiteY6287" fmla="*/ 3256034 h 4821604"/>
              <a:gd name="connsiteX6288" fmla="*/ 1761672 w 2947832"/>
              <a:gd name="connsiteY6288" fmla="*/ 3256034 h 4821604"/>
              <a:gd name="connsiteX6289" fmla="*/ 1759527 w 2947832"/>
              <a:gd name="connsiteY6289" fmla="*/ 3254778 h 4821604"/>
              <a:gd name="connsiteX6290" fmla="*/ 1749429 w 2947832"/>
              <a:gd name="connsiteY6290" fmla="*/ 3237303 h 4821604"/>
              <a:gd name="connsiteX6291" fmla="*/ 1749429 w 2947832"/>
              <a:gd name="connsiteY6291" fmla="*/ 3234791 h 4821604"/>
              <a:gd name="connsiteX6292" fmla="*/ 1759527 w 2947832"/>
              <a:gd name="connsiteY6292" fmla="*/ 3217316 h 4821604"/>
              <a:gd name="connsiteX6293" fmla="*/ 1761672 w 2947832"/>
              <a:gd name="connsiteY6293" fmla="*/ 3216060 h 4821604"/>
              <a:gd name="connsiteX6294" fmla="*/ 1265715 w 2947832"/>
              <a:gd name="connsiteY6294" fmla="*/ 3216008 h 4821604"/>
              <a:gd name="connsiteX6295" fmla="*/ 1285912 w 2947832"/>
              <a:gd name="connsiteY6295" fmla="*/ 3216008 h 4821604"/>
              <a:gd name="connsiteX6296" fmla="*/ 1288057 w 2947832"/>
              <a:gd name="connsiteY6296" fmla="*/ 3217264 h 4821604"/>
              <a:gd name="connsiteX6297" fmla="*/ 1298155 w 2947832"/>
              <a:gd name="connsiteY6297" fmla="*/ 3234791 h 4821604"/>
              <a:gd name="connsiteX6298" fmla="*/ 1298155 w 2947832"/>
              <a:gd name="connsiteY6298" fmla="*/ 3237303 h 4821604"/>
              <a:gd name="connsiteX6299" fmla="*/ 1288057 w 2947832"/>
              <a:gd name="connsiteY6299" fmla="*/ 3254831 h 4821604"/>
              <a:gd name="connsiteX6300" fmla="*/ 1285912 w 2947832"/>
              <a:gd name="connsiteY6300" fmla="*/ 3256086 h 4821604"/>
              <a:gd name="connsiteX6301" fmla="*/ 1265715 w 2947832"/>
              <a:gd name="connsiteY6301" fmla="*/ 3256086 h 4821604"/>
              <a:gd name="connsiteX6302" fmla="*/ 1263570 w 2947832"/>
              <a:gd name="connsiteY6302" fmla="*/ 3254831 h 4821604"/>
              <a:gd name="connsiteX6303" fmla="*/ 1253472 w 2947832"/>
              <a:gd name="connsiteY6303" fmla="*/ 3237303 h 4821604"/>
              <a:gd name="connsiteX6304" fmla="*/ 1253472 w 2947832"/>
              <a:gd name="connsiteY6304" fmla="*/ 3234791 h 4821604"/>
              <a:gd name="connsiteX6305" fmla="*/ 1263570 w 2947832"/>
              <a:gd name="connsiteY6305" fmla="*/ 3217264 h 4821604"/>
              <a:gd name="connsiteX6306" fmla="*/ 1265715 w 2947832"/>
              <a:gd name="connsiteY6306" fmla="*/ 3216008 h 4821604"/>
              <a:gd name="connsiteX6307" fmla="*/ 1926748 w 2947832"/>
              <a:gd name="connsiteY6307" fmla="*/ 3215642 h 4821604"/>
              <a:gd name="connsiteX6308" fmla="*/ 1947363 w 2947832"/>
              <a:gd name="connsiteY6308" fmla="*/ 3215642 h 4821604"/>
              <a:gd name="connsiteX6309" fmla="*/ 1949560 w 2947832"/>
              <a:gd name="connsiteY6309" fmla="*/ 3216898 h 4821604"/>
              <a:gd name="connsiteX6310" fmla="*/ 1959868 w 2947832"/>
              <a:gd name="connsiteY6310" fmla="*/ 3234740 h 4821604"/>
              <a:gd name="connsiteX6311" fmla="*/ 1959868 w 2947832"/>
              <a:gd name="connsiteY6311" fmla="*/ 3237303 h 4821604"/>
              <a:gd name="connsiteX6312" fmla="*/ 1949560 w 2947832"/>
              <a:gd name="connsiteY6312" fmla="*/ 3255145 h 4821604"/>
              <a:gd name="connsiteX6313" fmla="*/ 1947363 w 2947832"/>
              <a:gd name="connsiteY6313" fmla="*/ 3256401 h 4821604"/>
              <a:gd name="connsiteX6314" fmla="*/ 1926748 w 2947832"/>
              <a:gd name="connsiteY6314" fmla="*/ 3256401 h 4821604"/>
              <a:gd name="connsiteX6315" fmla="*/ 1924551 w 2947832"/>
              <a:gd name="connsiteY6315" fmla="*/ 3255145 h 4821604"/>
              <a:gd name="connsiteX6316" fmla="*/ 1914243 w 2947832"/>
              <a:gd name="connsiteY6316" fmla="*/ 3237303 h 4821604"/>
              <a:gd name="connsiteX6317" fmla="*/ 1914243 w 2947832"/>
              <a:gd name="connsiteY6317" fmla="*/ 3234740 h 4821604"/>
              <a:gd name="connsiteX6318" fmla="*/ 1924551 w 2947832"/>
              <a:gd name="connsiteY6318" fmla="*/ 3216898 h 4821604"/>
              <a:gd name="connsiteX6319" fmla="*/ 1926748 w 2947832"/>
              <a:gd name="connsiteY6319" fmla="*/ 3215642 h 4821604"/>
              <a:gd name="connsiteX6320" fmla="*/ 2092032 w 2947832"/>
              <a:gd name="connsiteY6320" fmla="*/ 3215380 h 4821604"/>
              <a:gd name="connsiteX6321" fmla="*/ 2112856 w 2947832"/>
              <a:gd name="connsiteY6321" fmla="*/ 3215380 h 4821604"/>
              <a:gd name="connsiteX6322" fmla="*/ 2115106 w 2947832"/>
              <a:gd name="connsiteY6322" fmla="*/ 3216688 h 4821604"/>
              <a:gd name="connsiteX6323" fmla="*/ 2125518 w 2947832"/>
              <a:gd name="connsiteY6323" fmla="*/ 3234739 h 4821604"/>
              <a:gd name="connsiteX6324" fmla="*/ 2125518 w 2947832"/>
              <a:gd name="connsiteY6324" fmla="*/ 3237303 h 4821604"/>
              <a:gd name="connsiteX6325" fmla="*/ 2115106 w 2947832"/>
              <a:gd name="connsiteY6325" fmla="*/ 3255354 h 4821604"/>
              <a:gd name="connsiteX6326" fmla="*/ 2112856 w 2947832"/>
              <a:gd name="connsiteY6326" fmla="*/ 3256662 h 4821604"/>
              <a:gd name="connsiteX6327" fmla="*/ 2092032 w 2947832"/>
              <a:gd name="connsiteY6327" fmla="*/ 3256662 h 4821604"/>
              <a:gd name="connsiteX6328" fmla="*/ 2089782 w 2947832"/>
              <a:gd name="connsiteY6328" fmla="*/ 3255354 h 4821604"/>
              <a:gd name="connsiteX6329" fmla="*/ 2079370 w 2947832"/>
              <a:gd name="connsiteY6329" fmla="*/ 3237303 h 4821604"/>
              <a:gd name="connsiteX6330" fmla="*/ 2079370 w 2947832"/>
              <a:gd name="connsiteY6330" fmla="*/ 3234739 h 4821604"/>
              <a:gd name="connsiteX6331" fmla="*/ 2089782 w 2947832"/>
              <a:gd name="connsiteY6331" fmla="*/ 3216688 h 4821604"/>
              <a:gd name="connsiteX6332" fmla="*/ 2092032 w 2947832"/>
              <a:gd name="connsiteY6332" fmla="*/ 3215380 h 4821604"/>
              <a:gd name="connsiteX6333" fmla="*/ 1430110 w 2947832"/>
              <a:gd name="connsiteY6333" fmla="*/ 3214229 h 4821604"/>
              <a:gd name="connsiteX6334" fmla="*/ 1452138 w 2947832"/>
              <a:gd name="connsiteY6334" fmla="*/ 3214229 h 4821604"/>
              <a:gd name="connsiteX6335" fmla="*/ 1454492 w 2947832"/>
              <a:gd name="connsiteY6335" fmla="*/ 3215589 h 4821604"/>
              <a:gd name="connsiteX6336" fmla="*/ 1465532 w 2947832"/>
              <a:gd name="connsiteY6336" fmla="*/ 3234687 h 4821604"/>
              <a:gd name="connsiteX6337" fmla="*/ 1465532 w 2947832"/>
              <a:gd name="connsiteY6337" fmla="*/ 3237407 h 4821604"/>
              <a:gd name="connsiteX6338" fmla="*/ 1454492 w 2947832"/>
              <a:gd name="connsiteY6338" fmla="*/ 3256505 h 4821604"/>
              <a:gd name="connsiteX6339" fmla="*/ 1452138 w 2947832"/>
              <a:gd name="connsiteY6339" fmla="*/ 3257865 h 4821604"/>
              <a:gd name="connsiteX6340" fmla="*/ 1430110 w 2947832"/>
              <a:gd name="connsiteY6340" fmla="*/ 3257865 h 4821604"/>
              <a:gd name="connsiteX6341" fmla="*/ 1427756 w 2947832"/>
              <a:gd name="connsiteY6341" fmla="*/ 3256505 h 4821604"/>
              <a:gd name="connsiteX6342" fmla="*/ 1416716 w 2947832"/>
              <a:gd name="connsiteY6342" fmla="*/ 3237407 h 4821604"/>
              <a:gd name="connsiteX6343" fmla="*/ 1416716 w 2947832"/>
              <a:gd name="connsiteY6343" fmla="*/ 3234687 h 4821604"/>
              <a:gd name="connsiteX6344" fmla="*/ 1427756 w 2947832"/>
              <a:gd name="connsiteY6344" fmla="*/ 3215589 h 4821604"/>
              <a:gd name="connsiteX6345" fmla="*/ 1430110 w 2947832"/>
              <a:gd name="connsiteY6345" fmla="*/ 3214229 h 4821604"/>
              <a:gd name="connsiteX6346" fmla="*/ 1346866 w 2947832"/>
              <a:gd name="connsiteY6346" fmla="*/ 3213078 h 4821604"/>
              <a:gd name="connsiteX6347" fmla="*/ 1370044 w 2947832"/>
              <a:gd name="connsiteY6347" fmla="*/ 3213078 h 4821604"/>
              <a:gd name="connsiteX6348" fmla="*/ 1372503 w 2947832"/>
              <a:gd name="connsiteY6348" fmla="*/ 3214490 h 4821604"/>
              <a:gd name="connsiteX6349" fmla="*/ 1384119 w 2947832"/>
              <a:gd name="connsiteY6349" fmla="*/ 3234582 h 4821604"/>
              <a:gd name="connsiteX6350" fmla="*/ 1384119 w 2947832"/>
              <a:gd name="connsiteY6350" fmla="*/ 3237460 h 4821604"/>
              <a:gd name="connsiteX6351" fmla="*/ 1372503 w 2947832"/>
              <a:gd name="connsiteY6351" fmla="*/ 3257551 h 4821604"/>
              <a:gd name="connsiteX6352" fmla="*/ 1370044 w 2947832"/>
              <a:gd name="connsiteY6352" fmla="*/ 3258964 h 4821604"/>
              <a:gd name="connsiteX6353" fmla="*/ 1346866 w 2947832"/>
              <a:gd name="connsiteY6353" fmla="*/ 3258964 h 4821604"/>
              <a:gd name="connsiteX6354" fmla="*/ 1344407 w 2947832"/>
              <a:gd name="connsiteY6354" fmla="*/ 3257551 h 4821604"/>
              <a:gd name="connsiteX6355" fmla="*/ 1332791 w 2947832"/>
              <a:gd name="connsiteY6355" fmla="*/ 3237460 h 4821604"/>
              <a:gd name="connsiteX6356" fmla="*/ 1332791 w 2947832"/>
              <a:gd name="connsiteY6356" fmla="*/ 3234582 h 4821604"/>
              <a:gd name="connsiteX6357" fmla="*/ 1344407 w 2947832"/>
              <a:gd name="connsiteY6357" fmla="*/ 3214490 h 4821604"/>
              <a:gd name="connsiteX6358" fmla="*/ 1346866 w 2947832"/>
              <a:gd name="connsiteY6358" fmla="*/ 3213078 h 4821604"/>
              <a:gd name="connsiteX6359" fmla="*/ 352648 w 2947832"/>
              <a:gd name="connsiteY6359" fmla="*/ 3208474 h 4821604"/>
              <a:gd name="connsiteX6360" fmla="*/ 380483 w 2947832"/>
              <a:gd name="connsiteY6360" fmla="*/ 3208474 h 4821604"/>
              <a:gd name="connsiteX6361" fmla="*/ 383466 w 2947832"/>
              <a:gd name="connsiteY6361" fmla="*/ 3210201 h 4821604"/>
              <a:gd name="connsiteX6362" fmla="*/ 397383 w 2947832"/>
              <a:gd name="connsiteY6362" fmla="*/ 3234321 h 4821604"/>
              <a:gd name="connsiteX6363" fmla="*/ 397383 w 2947832"/>
              <a:gd name="connsiteY6363" fmla="*/ 3237774 h 4821604"/>
              <a:gd name="connsiteX6364" fmla="*/ 383466 w 2947832"/>
              <a:gd name="connsiteY6364" fmla="*/ 3261894 h 4821604"/>
              <a:gd name="connsiteX6365" fmla="*/ 380483 w 2947832"/>
              <a:gd name="connsiteY6365" fmla="*/ 3263621 h 4821604"/>
              <a:gd name="connsiteX6366" fmla="*/ 352648 w 2947832"/>
              <a:gd name="connsiteY6366" fmla="*/ 3263621 h 4821604"/>
              <a:gd name="connsiteX6367" fmla="*/ 349666 w 2947832"/>
              <a:gd name="connsiteY6367" fmla="*/ 3261894 h 4821604"/>
              <a:gd name="connsiteX6368" fmla="*/ 335748 w 2947832"/>
              <a:gd name="connsiteY6368" fmla="*/ 3237774 h 4821604"/>
              <a:gd name="connsiteX6369" fmla="*/ 335748 w 2947832"/>
              <a:gd name="connsiteY6369" fmla="*/ 3234321 h 4821604"/>
              <a:gd name="connsiteX6370" fmla="*/ 349666 w 2947832"/>
              <a:gd name="connsiteY6370" fmla="*/ 3210201 h 4821604"/>
              <a:gd name="connsiteX6371" fmla="*/ 352648 w 2947832"/>
              <a:gd name="connsiteY6371" fmla="*/ 3208474 h 4821604"/>
              <a:gd name="connsiteX6372" fmla="*/ 432543 w 2947832"/>
              <a:gd name="connsiteY6372" fmla="*/ 3202875 h 4821604"/>
              <a:gd name="connsiteX6373" fmla="*/ 466029 w 2947832"/>
              <a:gd name="connsiteY6373" fmla="*/ 3202875 h 4821604"/>
              <a:gd name="connsiteX6374" fmla="*/ 469640 w 2947832"/>
              <a:gd name="connsiteY6374" fmla="*/ 3204968 h 4821604"/>
              <a:gd name="connsiteX6375" fmla="*/ 486382 w 2947832"/>
              <a:gd name="connsiteY6375" fmla="*/ 3233954 h 4821604"/>
              <a:gd name="connsiteX6376" fmla="*/ 486382 w 2947832"/>
              <a:gd name="connsiteY6376" fmla="*/ 3238087 h 4821604"/>
              <a:gd name="connsiteX6377" fmla="*/ 469640 w 2947832"/>
              <a:gd name="connsiteY6377" fmla="*/ 3267074 h 4821604"/>
              <a:gd name="connsiteX6378" fmla="*/ 466029 w 2947832"/>
              <a:gd name="connsiteY6378" fmla="*/ 3269167 h 4821604"/>
              <a:gd name="connsiteX6379" fmla="*/ 432543 w 2947832"/>
              <a:gd name="connsiteY6379" fmla="*/ 3269167 h 4821604"/>
              <a:gd name="connsiteX6380" fmla="*/ 428933 w 2947832"/>
              <a:gd name="connsiteY6380" fmla="*/ 3267074 h 4821604"/>
              <a:gd name="connsiteX6381" fmla="*/ 412190 w 2947832"/>
              <a:gd name="connsiteY6381" fmla="*/ 3238087 h 4821604"/>
              <a:gd name="connsiteX6382" fmla="*/ 412190 w 2947832"/>
              <a:gd name="connsiteY6382" fmla="*/ 3233954 h 4821604"/>
              <a:gd name="connsiteX6383" fmla="*/ 428933 w 2947832"/>
              <a:gd name="connsiteY6383" fmla="*/ 3204968 h 4821604"/>
              <a:gd name="connsiteX6384" fmla="*/ 432543 w 2947832"/>
              <a:gd name="connsiteY6384" fmla="*/ 3202875 h 4821604"/>
              <a:gd name="connsiteX6385" fmla="*/ 283845 w 2947832"/>
              <a:gd name="connsiteY6385" fmla="*/ 3153222 h 4821604"/>
              <a:gd name="connsiteX6386" fmla="*/ 284002 w 2947832"/>
              <a:gd name="connsiteY6386" fmla="*/ 3153222 h 4821604"/>
              <a:gd name="connsiteX6387" fmla="*/ 284107 w 2947832"/>
              <a:gd name="connsiteY6387" fmla="*/ 3153222 h 4821604"/>
              <a:gd name="connsiteX6388" fmla="*/ 284107 w 2947832"/>
              <a:gd name="connsiteY6388" fmla="*/ 3153379 h 4821604"/>
              <a:gd name="connsiteX6389" fmla="*/ 284054 w 2947832"/>
              <a:gd name="connsiteY6389" fmla="*/ 3153379 h 4821604"/>
              <a:gd name="connsiteX6390" fmla="*/ 284054 w 2947832"/>
              <a:gd name="connsiteY6390" fmla="*/ 3153536 h 4821604"/>
              <a:gd name="connsiteX6391" fmla="*/ 283897 w 2947832"/>
              <a:gd name="connsiteY6391" fmla="*/ 3153536 h 4821604"/>
              <a:gd name="connsiteX6392" fmla="*/ 283793 w 2947832"/>
              <a:gd name="connsiteY6392" fmla="*/ 3153536 h 4821604"/>
              <a:gd name="connsiteX6393" fmla="*/ 283793 w 2947832"/>
              <a:gd name="connsiteY6393" fmla="*/ 3153379 h 4821604"/>
              <a:gd name="connsiteX6394" fmla="*/ 283845 w 2947832"/>
              <a:gd name="connsiteY6394" fmla="*/ 3153379 h 4821604"/>
              <a:gd name="connsiteX6395" fmla="*/ 2927348 w 2947832"/>
              <a:gd name="connsiteY6395" fmla="*/ 3150082 h 4821604"/>
              <a:gd name="connsiteX6396" fmla="*/ 2930697 w 2947832"/>
              <a:gd name="connsiteY6396" fmla="*/ 3150082 h 4821604"/>
              <a:gd name="connsiteX6397" fmla="*/ 2931063 w 2947832"/>
              <a:gd name="connsiteY6397" fmla="*/ 3150291 h 4821604"/>
              <a:gd name="connsiteX6398" fmla="*/ 2932737 w 2947832"/>
              <a:gd name="connsiteY6398" fmla="*/ 3153169 h 4821604"/>
              <a:gd name="connsiteX6399" fmla="*/ 2932737 w 2947832"/>
              <a:gd name="connsiteY6399" fmla="*/ 3153588 h 4821604"/>
              <a:gd name="connsiteX6400" fmla="*/ 2931063 w 2947832"/>
              <a:gd name="connsiteY6400" fmla="*/ 3156465 h 4821604"/>
              <a:gd name="connsiteX6401" fmla="*/ 2930697 w 2947832"/>
              <a:gd name="connsiteY6401" fmla="*/ 3156675 h 4821604"/>
              <a:gd name="connsiteX6402" fmla="*/ 2927348 w 2947832"/>
              <a:gd name="connsiteY6402" fmla="*/ 3156675 h 4821604"/>
              <a:gd name="connsiteX6403" fmla="*/ 2926982 w 2947832"/>
              <a:gd name="connsiteY6403" fmla="*/ 3156465 h 4821604"/>
              <a:gd name="connsiteX6404" fmla="*/ 2925307 w 2947832"/>
              <a:gd name="connsiteY6404" fmla="*/ 3153588 h 4821604"/>
              <a:gd name="connsiteX6405" fmla="*/ 2925307 w 2947832"/>
              <a:gd name="connsiteY6405" fmla="*/ 3153169 h 4821604"/>
              <a:gd name="connsiteX6406" fmla="*/ 2926982 w 2947832"/>
              <a:gd name="connsiteY6406" fmla="*/ 3150291 h 4821604"/>
              <a:gd name="connsiteX6407" fmla="*/ 2927348 w 2947832"/>
              <a:gd name="connsiteY6407" fmla="*/ 3150082 h 4821604"/>
              <a:gd name="connsiteX6408" fmla="*/ 608502 w 2947832"/>
              <a:gd name="connsiteY6408" fmla="*/ 3141345 h 4821604"/>
              <a:gd name="connsiteX6409" fmla="*/ 620640 w 2947832"/>
              <a:gd name="connsiteY6409" fmla="*/ 3141345 h 4821604"/>
              <a:gd name="connsiteX6410" fmla="*/ 621948 w 2947832"/>
              <a:gd name="connsiteY6410" fmla="*/ 3142078 h 4821604"/>
              <a:gd name="connsiteX6411" fmla="*/ 628018 w 2947832"/>
              <a:gd name="connsiteY6411" fmla="*/ 3152594 h 4821604"/>
              <a:gd name="connsiteX6412" fmla="*/ 628018 w 2947832"/>
              <a:gd name="connsiteY6412" fmla="*/ 3154112 h 4821604"/>
              <a:gd name="connsiteX6413" fmla="*/ 621948 w 2947832"/>
              <a:gd name="connsiteY6413" fmla="*/ 3164628 h 4821604"/>
              <a:gd name="connsiteX6414" fmla="*/ 620640 w 2947832"/>
              <a:gd name="connsiteY6414" fmla="*/ 3165361 h 4821604"/>
              <a:gd name="connsiteX6415" fmla="*/ 608502 w 2947832"/>
              <a:gd name="connsiteY6415" fmla="*/ 3165361 h 4821604"/>
              <a:gd name="connsiteX6416" fmla="*/ 607194 w 2947832"/>
              <a:gd name="connsiteY6416" fmla="*/ 3164628 h 4821604"/>
              <a:gd name="connsiteX6417" fmla="*/ 601124 w 2947832"/>
              <a:gd name="connsiteY6417" fmla="*/ 3154112 h 4821604"/>
              <a:gd name="connsiteX6418" fmla="*/ 601124 w 2947832"/>
              <a:gd name="connsiteY6418" fmla="*/ 3152594 h 4821604"/>
              <a:gd name="connsiteX6419" fmla="*/ 607194 w 2947832"/>
              <a:gd name="connsiteY6419" fmla="*/ 3142078 h 4821604"/>
              <a:gd name="connsiteX6420" fmla="*/ 608502 w 2947832"/>
              <a:gd name="connsiteY6420" fmla="*/ 3141345 h 4821604"/>
              <a:gd name="connsiteX6421" fmla="*/ 773472 w 2947832"/>
              <a:gd name="connsiteY6421" fmla="*/ 3140717 h 4821604"/>
              <a:gd name="connsiteX6422" fmla="*/ 786239 w 2947832"/>
              <a:gd name="connsiteY6422" fmla="*/ 3140717 h 4821604"/>
              <a:gd name="connsiteX6423" fmla="*/ 787599 w 2947832"/>
              <a:gd name="connsiteY6423" fmla="*/ 3141502 h 4821604"/>
              <a:gd name="connsiteX6424" fmla="*/ 793982 w 2947832"/>
              <a:gd name="connsiteY6424" fmla="*/ 3152542 h 4821604"/>
              <a:gd name="connsiteX6425" fmla="*/ 793982 w 2947832"/>
              <a:gd name="connsiteY6425" fmla="*/ 3154111 h 4821604"/>
              <a:gd name="connsiteX6426" fmla="*/ 787599 w 2947832"/>
              <a:gd name="connsiteY6426" fmla="*/ 3165151 h 4821604"/>
              <a:gd name="connsiteX6427" fmla="*/ 786239 w 2947832"/>
              <a:gd name="connsiteY6427" fmla="*/ 3165936 h 4821604"/>
              <a:gd name="connsiteX6428" fmla="*/ 773472 w 2947832"/>
              <a:gd name="connsiteY6428" fmla="*/ 3165936 h 4821604"/>
              <a:gd name="connsiteX6429" fmla="*/ 772112 w 2947832"/>
              <a:gd name="connsiteY6429" fmla="*/ 3165151 h 4821604"/>
              <a:gd name="connsiteX6430" fmla="*/ 765728 w 2947832"/>
              <a:gd name="connsiteY6430" fmla="*/ 3154111 h 4821604"/>
              <a:gd name="connsiteX6431" fmla="*/ 765728 w 2947832"/>
              <a:gd name="connsiteY6431" fmla="*/ 3152542 h 4821604"/>
              <a:gd name="connsiteX6432" fmla="*/ 772112 w 2947832"/>
              <a:gd name="connsiteY6432" fmla="*/ 3141502 h 4821604"/>
              <a:gd name="connsiteX6433" fmla="*/ 773472 w 2947832"/>
              <a:gd name="connsiteY6433" fmla="*/ 3140717 h 4821604"/>
              <a:gd name="connsiteX6434" fmla="*/ 938704 w 2947832"/>
              <a:gd name="connsiteY6434" fmla="*/ 3140508 h 4821604"/>
              <a:gd name="connsiteX6435" fmla="*/ 951732 w 2947832"/>
              <a:gd name="connsiteY6435" fmla="*/ 3140508 h 4821604"/>
              <a:gd name="connsiteX6436" fmla="*/ 953145 w 2947832"/>
              <a:gd name="connsiteY6436" fmla="*/ 3141293 h 4821604"/>
              <a:gd name="connsiteX6437" fmla="*/ 959632 w 2947832"/>
              <a:gd name="connsiteY6437" fmla="*/ 3152542 h 4821604"/>
              <a:gd name="connsiteX6438" fmla="*/ 959632 w 2947832"/>
              <a:gd name="connsiteY6438" fmla="*/ 3154164 h 4821604"/>
              <a:gd name="connsiteX6439" fmla="*/ 953145 w 2947832"/>
              <a:gd name="connsiteY6439" fmla="*/ 3165413 h 4821604"/>
              <a:gd name="connsiteX6440" fmla="*/ 951732 w 2947832"/>
              <a:gd name="connsiteY6440" fmla="*/ 3166198 h 4821604"/>
              <a:gd name="connsiteX6441" fmla="*/ 938704 w 2947832"/>
              <a:gd name="connsiteY6441" fmla="*/ 3166198 h 4821604"/>
              <a:gd name="connsiteX6442" fmla="*/ 937291 w 2947832"/>
              <a:gd name="connsiteY6442" fmla="*/ 3165413 h 4821604"/>
              <a:gd name="connsiteX6443" fmla="*/ 930803 w 2947832"/>
              <a:gd name="connsiteY6443" fmla="*/ 3154164 h 4821604"/>
              <a:gd name="connsiteX6444" fmla="*/ 930803 w 2947832"/>
              <a:gd name="connsiteY6444" fmla="*/ 3152542 h 4821604"/>
              <a:gd name="connsiteX6445" fmla="*/ 937291 w 2947832"/>
              <a:gd name="connsiteY6445" fmla="*/ 3141293 h 4821604"/>
              <a:gd name="connsiteX6446" fmla="*/ 938704 w 2947832"/>
              <a:gd name="connsiteY6446" fmla="*/ 3140508 h 4821604"/>
              <a:gd name="connsiteX6447" fmla="*/ 690699 w 2947832"/>
              <a:gd name="connsiteY6447" fmla="*/ 3140403 h 4821604"/>
              <a:gd name="connsiteX6448" fmla="*/ 703832 w 2947832"/>
              <a:gd name="connsiteY6448" fmla="*/ 3140403 h 4821604"/>
              <a:gd name="connsiteX6449" fmla="*/ 705244 w 2947832"/>
              <a:gd name="connsiteY6449" fmla="*/ 3141188 h 4821604"/>
              <a:gd name="connsiteX6450" fmla="*/ 711785 w 2947832"/>
              <a:gd name="connsiteY6450" fmla="*/ 3152542 h 4821604"/>
              <a:gd name="connsiteX6451" fmla="*/ 711785 w 2947832"/>
              <a:gd name="connsiteY6451" fmla="*/ 3154164 h 4821604"/>
              <a:gd name="connsiteX6452" fmla="*/ 705244 w 2947832"/>
              <a:gd name="connsiteY6452" fmla="*/ 3165517 h 4821604"/>
              <a:gd name="connsiteX6453" fmla="*/ 703832 w 2947832"/>
              <a:gd name="connsiteY6453" fmla="*/ 3166302 h 4821604"/>
              <a:gd name="connsiteX6454" fmla="*/ 690699 w 2947832"/>
              <a:gd name="connsiteY6454" fmla="*/ 3166302 h 4821604"/>
              <a:gd name="connsiteX6455" fmla="*/ 689286 w 2947832"/>
              <a:gd name="connsiteY6455" fmla="*/ 3165517 h 4821604"/>
              <a:gd name="connsiteX6456" fmla="*/ 682746 w 2947832"/>
              <a:gd name="connsiteY6456" fmla="*/ 3154164 h 4821604"/>
              <a:gd name="connsiteX6457" fmla="*/ 682746 w 2947832"/>
              <a:gd name="connsiteY6457" fmla="*/ 3152542 h 4821604"/>
              <a:gd name="connsiteX6458" fmla="*/ 689286 w 2947832"/>
              <a:gd name="connsiteY6458" fmla="*/ 3141188 h 4821604"/>
              <a:gd name="connsiteX6459" fmla="*/ 690699 w 2947832"/>
              <a:gd name="connsiteY6459" fmla="*/ 3140403 h 4821604"/>
              <a:gd name="connsiteX6460" fmla="*/ 855826 w 2947832"/>
              <a:gd name="connsiteY6460" fmla="*/ 3140089 h 4821604"/>
              <a:gd name="connsiteX6461" fmla="*/ 869221 w 2947832"/>
              <a:gd name="connsiteY6461" fmla="*/ 3140089 h 4821604"/>
              <a:gd name="connsiteX6462" fmla="*/ 870633 w 2947832"/>
              <a:gd name="connsiteY6462" fmla="*/ 3140926 h 4821604"/>
              <a:gd name="connsiteX6463" fmla="*/ 877330 w 2947832"/>
              <a:gd name="connsiteY6463" fmla="*/ 3152542 h 4821604"/>
              <a:gd name="connsiteX6464" fmla="*/ 877330 w 2947832"/>
              <a:gd name="connsiteY6464" fmla="*/ 3154216 h 4821604"/>
              <a:gd name="connsiteX6465" fmla="*/ 870633 w 2947832"/>
              <a:gd name="connsiteY6465" fmla="*/ 3165831 h 4821604"/>
              <a:gd name="connsiteX6466" fmla="*/ 869221 w 2947832"/>
              <a:gd name="connsiteY6466" fmla="*/ 3166669 h 4821604"/>
              <a:gd name="connsiteX6467" fmla="*/ 855826 w 2947832"/>
              <a:gd name="connsiteY6467" fmla="*/ 3166669 h 4821604"/>
              <a:gd name="connsiteX6468" fmla="*/ 854413 w 2947832"/>
              <a:gd name="connsiteY6468" fmla="*/ 3165831 h 4821604"/>
              <a:gd name="connsiteX6469" fmla="*/ 847716 w 2947832"/>
              <a:gd name="connsiteY6469" fmla="*/ 3154216 h 4821604"/>
              <a:gd name="connsiteX6470" fmla="*/ 847716 w 2947832"/>
              <a:gd name="connsiteY6470" fmla="*/ 3152542 h 4821604"/>
              <a:gd name="connsiteX6471" fmla="*/ 854413 w 2947832"/>
              <a:gd name="connsiteY6471" fmla="*/ 3140926 h 4821604"/>
              <a:gd name="connsiteX6472" fmla="*/ 855826 w 2947832"/>
              <a:gd name="connsiteY6472" fmla="*/ 3140089 h 4821604"/>
              <a:gd name="connsiteX6473" fmla="*/ 1020116 w 2947832"/>
              <a:gd name="connsiteY6473" fmla="*/ 3138048 h 4821604"/>
              <a:gd name="connsiteX6474" fmla="*/ 1035604 w 2947832"/>
              <a:gd name="connsiteY6474" fmla="*/ 3138048 h 4821604"/>
              <a:gd name="connsiteX6475" fmla="*/ 1037278 w 2947832"/>
              <a:gd name="connsiteY6475" fmla="*/ 3138990 h 4821604"/>
              <a:gd name="connsiteX6476" fmla="*/ 1045021 w 2947832"/>
              <a:gd name="connsiteY6476" fmla="*/ 3152384 h 4821604"/>
              <a:gd name="connsiteX6477" fmla="*/ 1045021 w 2947832"/>
              <a:gd name="connsiteY6477" fmla="*/ 3154320 h 4821604"/>
              <a:gd name="connsiteX6478" fmla="*/ 1037278 w 2947832"/>
              <a:gd name="connsiteY6478" fmla="*/ 3167714 h 4821604"/>
              <a:gd name="connsiteX6479" fmla="*/ 1035604 w 2947832"/>
              <a:gd name="connsiteY6479" fmla="*/ 3168656 h 4821604"/>
              <a:gd name="connsiteX6480" fmla="*/ 1020116 w 2947832"/>
              <a:gd name="connsiteY6480" fmla="*/ 3168656 h 4821604"/>
              <a:gd name="connsiteX6481" fmla="*/ 1018442 w 2947832"/>
              <a:gd name="connsiteY6481" fmla="*/ 3167714 h 4821604"/>
              <a:gd name="connsiteX6482" fmla="*/ 1010698 w 2947832"/>
              <a:gd name="connsiteY6482" fmla="*/ 3154320 h 4821604"/>
              <a:gd name="connsiteX6483" fmla="*/ 1010698 w 2947832"/>
              <a:gd name="connsiteY6483" fmla="*/ 3152384 h 4821604"/>
              <a:gd name="connsiteX6484" fmla="*/ 1018442 w 2947832"/>
              <a:gd name="connsiteY6484" fmla="*/ 3138990 h 4821604"/>
              <a:gd name="connsiteX6485" fmla="*/ 1020116 w 2947832"/>
              <a:gd name="connsiteY6485" fmla="*/ 3138048 h 4821604"/>
              <a:gd name="connsiteX6486" fmla="*/ 2342391 w 2947832"/>
              <a:gd name="connsiteY6486" fmla="*/ 3137525 h 4821604"/>
              <a:gd name="connsiteX6487" fmla="*/ 2358349 w 2947832"/>
              <a:gd name="connsiteY6487" fmla="*/ 3137525 h 4821604"/>
              <a:gd name="connsiteX6488" fmla="*/ 2360076 w 2947832"/>
              <a:gd name="connsiteY6488" fmla="*/ 3138519 h 4821604"/>
              <a:gd name="connsiteX6489" fmla="*/ 2368081 w 2947832"/>
              <a:gd name="connsiteY6489" fmla="*/ 3152384 h 4821604"/>
              <a:gd name="connsiteX6490" fmla="*/ 2368081 w 2947832"/>
              <a:gd name="connsiteY6490" fmla="*/ 3154372 h 4821604"/>
              <a:gd name="connsiteX6491" fmla="*/ 2360076 w 2947832"/>
              <a:gd name="connsiteY6491" fmla="*/ 3168238 h 4821604"/>
              <a:gd name="connsiteX6492" fmla="*/ 2358349 w 2947832"/>
              <a:gd name="connsiteY6492" fmla="*/ 3169232 h 4821604"/>
              <a:gd name="connsiteX6493" fmla="*/ 2342391 w 2947832"/>
              <a:gd name="connsiteY6493" fmla="*/ 3169232 h 4821604"/>
              <a:gd name="connsiteX6494" fmla="*/ 2340665 w 2947832"/>
              <a:gd name="connsiteY6494" fmla="*/ 3168238 h 4821604"/>
              <a:gd name="connsiteX6495" fmla="*/ 2332659 w 2947832"/>
              <a:gd name="connsiteY6495" fmla="*/ 3154372 h 4821604"/>
              <a:gd name="connsiteX6496" fmla="*/ 2332659 w 2947832"/>
              <a:gd name="connsiteY6496" fmla="*/ 3152384 h 4821604"/>
              <a:gd name="connsiteX6497" fmla="*/ 2340665 w 2947832"/>
              <a:gd name="connsiteY6497" fmla="*/ 3138519 h 4821604"/>
              <a:gd name="connsiteX6498" fmla="*/ 2342391 w 2947832"/>
              <a:gd name="connsiteY6498" fmla="*/ 3137525 h 4821604"/>
              <a:gd name="connsiteX6499" fmla="*/ 2259618 w 2947832"/>
              <a:gd name="connsiteY6499" fmla="*/ 3137316 h 4821604"/>
              <a:gd name="connsiteX6500" fmla="*/ 2275838 w 2947832"/>
              <a:gd name="connsiteY6500" fmla="*/ 3137316 h 4821604"/>
              <a:gd name="connsiteX6501" fmla="*/ 2277565 w 2947832"/>
              <a:gd name="connsiteY6501" fmla="*/ 3138310 h 4821604"/>
              <a:gd name="connsiteX6502" fmla="*/ 2285674 w 2947832"/>
              <a:gd name="connsiteY6502" fmla="*/ 3152385 h 4821604"/>
              <a:gd name="connsiteX6503" fmla="*/ 2285674 w 2947832"/>
              <a:gd name="connsiteY6503" fmla="*/ 3154373 h 4821604"/>
              <a:gd name="connsiteX6504" fmla="*/ 2277565 w 2947832"/>
              <a:gd name="connsiteY6504" fmla="*/ 3168447 h 4821604"/>
              <a:gd name="connsiteX6505" fmla="*/ 2275838 w 2947832"/>
              <a:gd name="connsiteY6505" fmla="*/ 3169442 h 4821604"/>
              <a:gd name="connsiteX6506" fmla="*/ 2259618 w 2947832"/>
              <a:gd name="connsiteY6506" fmla="*/ 3169442 h 4821604"/>
              <a:gd name="connsiteX6507" fmla="*/ 2257892 w 2947832"/>
              <a:gd name="connsiteY6507" fmla="*/ 3168447 h 4821604"/>
              <a:gd name="connsiteX6508" fmla="*/ 2249782 w 2947832"/>
              <a:gd name="connsiteY6508" fmla="*/ 3154373 h 4821604"/>
              <a:gd name="connsiteX6509" fmla="*/ 2249782 w 2947832"/>
              <a:gd name="connsiteY6509" fmla="*/ 3152385 h 4821604"/>
              <a:gd name="connsiteX6510" fmla="*/ 2257892 w 2947832"/>
              <a:gd name="connsiteY6510" fmla="*/ 3138310 h 4821604"/>
              <a:gd name="connsiteX6511" fmla="*/ 2259618 w 2947832"/>
              <a:gd name="connsiteY6511" fmla="*/ 3137316 h 4821604"/>
              <a:gd name="connsiteX6512" fmla="*/ 2838140 w 2947832"/>
              <a:gd name="connsiteY6512" fmla="*/ 3137211 h 4821604"/>
              <a:gd name="connsiteX6513" fmla="*/ 2854464 w 2947832"/>
              <a:gd name="connsiteY6513" fmla="*/ 3137211 h 4821604"/>
              <a:gd name="connsiteX6514" fmla="*/ 2856191 w 2947832"/>
              <a:gd name="connsiteY6514" fmla="*/ 3138205 h 4821604"/>
              <a:gd name="connsiteX6515" fmla="*/ 2864353 w 2947832"/>
              <a:gd name="connsiteY6515" fmla="*/ 3152332 h 4821604"/>
              <a:gd name="connsiteX6516" fmla="*/ 2864353 w 2947832"/>
              <a:gd name="connsiteY6516" fmla="*/ 3154372 h 4821604"/>
              <a:gd name="connsiteX6517" fmla="*/ 2856191 w 2947832"/>
              <a:gd name="connsiteY6517" fmla="*/ 3168499 h 4821604"/>
              <a:gd name="connsiteX6518" fmla="*/ 2854464 w 2947832"/>
              <a:gd name="connsiteY6518" fmla="*/ 3169493 h 4821604"/>
              <a:gd name="connsiteX6519" fmla="*/ 2838140 w 2947832"/>
              <a:gd name="connsiteY6519" fmla="*/ 3169493 h 4821604"/>
              <a:gd name="connsiteX6520" fmla="*/ 2836414 w 2947832"/>
              <a:gd name="connsiteY6520" fmla="*/ 3168499 h 4821604"/>
              <a:gd name="connsiteX6521" fmla="*/ 2828252 w 2947832"/>
              <a:gd name="connsiteY6521" fmla="*/ 3154372 h 4821604"/>
              <a:gd name="connsiteX6522" fmla="*/ 2828252 w 2947832"/>
              <a:gd name="connsiteY6522" fmla="*/ 3152332 h 4821604"/>
              <a:gd name="connsiteX6523" fmla="*/ 2836414 w 2947832"/>
              <a:gd name="connsiteY6523" fmla="*/ 3138205 h 4821604"/>
              <a:gd name="connsiteX6524" fmla="*/ 2838140 w 2947832"/>
              <a:gd name="connsiteY6524" fmla="*/ 3137211 h 4821604"/>
              <a:gd name="connsiteX6525" fmla="*/ 1598272 w 2947832"/>
              <a:gd name="connsiteY6525" fmla="*/ 3137211 h 4821604"/>
              <a:gd name="connsiteX6526" fmla="*/ 1614596 w 2947832"/>
              <a:gd name="connsiteY6526" fmla="*/ 3137211 h 4821604"/>
              <a:gd name="connsiteX6527" fmla="*/ 1616323 w 2947832"/>
              <a:gd name="connsiteY6527" fmla="*/ 3138205 h 4821604"/>
              <a:gd name="connsiteX6528" fmla="*/ 1624485 w 2947832"/>
              <a:gd name="connsiteY6528" fmla="*/ 3152332 h 4821604"/>
              <a:gd name="connsiteX6529" fmla="*/ 1624485 w 2947832"/>
              <a:gd name="connsiteY6529" fmla="*/ 3154372 h 4821604"/>
              <a:gd name="connsiteX6530" fmla="*/ 1616323 w 2947832"/>
              <a:gd name="connsiteY6530" fmla="*/ 3168499 h 4821604"/>
              <a:gd name="connsiteX6531" fmla="*/ 1614596 w 2947832"/>
              <a:gd name="connsiteY6531" fmla="*/ 3169493 h 4821604"/>
              <a:gd name="connsiteX6532" fmla="*/ 1598272 w 2947832"/>
              <a:gd name="connsiteY6532" fmla="*/ 3169493 h 4821604"/>
              <a:gd name="connsiteX6533" fmla="*/ 1596546 w 2947832"/>
              <a:gd name="connsiteY6533" fmla="*/ 3168499 h 4821604"/>
              <a:gd name="connsiteX6534" fmla="*/ 1588383 w 2947832"/>
              <a:gd name="connsiteY6534" fmla="*/ 3154372 h 4821604"/>
              <a:gd name="connsiteX6535" fmla="*/ 1588383 w 2947832"/>
              <a:gd name="connsiteY6535" fmla="*/ 3152332 h 4821604"/>
              <a:gd name="connsiteX6536" fmla="*/ 1596546 w 2947832"/>
              <a:gd name="connsiteY6536" fmla="*/ 3138205 h 4821604"/>
              <a:gd name="connsiteX6537" fmla="*/ 1598272 w 2947832"/>
              <a:gd name="connsiteY6537" fmla="*/ 3137211 h 4821604"/>
              <a:gd name="connsiteX6538" fmla="*/ 2424327 w 2947832"/>
              <a:gd name="connsiteY6538" fmla="*/ 3136060 h 4821604"/>
              <a:gd name="connsiteX6539" fmla="*/ 2441750 w 2947832"/>
              <a:gd name="connsiteY6539" fmla="*/ 3136060 h 4821604"/>
              <a:gd name="connsiteX6540" fmla="*/ 2443634 w 2947832"/>
              <a:gd name="connsiteY6540" fmla="*/ 3137159 h 4821604"/>
              <a:gd name="connsiteX6541" fmla="*/ 2452371 w 2947832"/>
              <a:gd name="connsiteY6541" fmla="*/ 3152280 h 4821604"/>
              <a:gd name="connsiteX6542" fmla="*/ 2452371 w 2947832"/>
              <a:gd name="connsiteY6542" fmla="*/ 3154425 h 4821604"/>
              <a:gd name="connsiteX6543" fmla="*/ 2443634 w 2947832"/>
              <a:gd name="connsiteY6543" fmla="*/ 3169546 h 4821604"/>
              <a:gd name="connsiteX6544" fmla="*/ 2441750 w 2947832"/>
              <a:gd name="connsiteY6544" fmla="*/ 3170645 h 4821604"/>
              <a:gd name="connsiteX6545" fmla="*/ 2424327 w 2947832"/>
              <a:gd name="connsiteY6545" fmla="*/ 3170645 h 4821604"/>
              <a:gd name="connsiteX6546" fmla="*/ 2422443 w 2947832"/>
              <a:gd name="connsiteY6546" fmla="*/ 3169546 h 4821604"/>
              <a:gd name="connsiteX6547" fmla="*/ 2413705 w 2947832"/>
              <a:gd name="connsiteY6547" fmla="*/ 3154425 h 4821604"/>
              <a:gd name="connsiteX6548" fmla="*/ 2413705 w 2947832"/>
              <a:gd name="connsiteY6548" fmla="*/ 3152280 h 4821604"/>
              <a:gd name="connsiteX6549" fmla="*/ 2422443 w 2947832"/>
              <a:gd name="connsiteY6549" fmla="*/ 3137159 h 4821604"/>
              <a:gd name="connsiteX6550" fmla="*/ 2424327 w 2947832"/>
              <a:gd name="connsiteY6550" fmla="*/ 3136060 h 4821604"/>
              <a:gd name="connsiteX6551" fmla="*/ 2506839 w 2947832"/>
              <a:gd name="connsiteY6551" fmla="*/ 3135851 h 4821604"/>
              <a:gd name="connsiteX6552" fmla="*/ 2524523 w 2947832"/>
              <a:gd name="connsiteY6552" fmla="*/ 3135851 h 4821604"/>
              <a:gd name="connsiteX6553" fmla="*/ 2526407 w 2947832"/>
              <a:gd name="connsiteY6553" fmla="*/ 3136950 h 4821604"/>
              <a:gd name="connsiteX6554" fmla="*/ 2535250 w 2947832"/>
              <a:gd name="connsiteY6554" fmla="*/ 3152280 h 4821604"/>
              <a:gd name="connsiteX6555" fmla="*/ 2535250 w 2947832"/>
              <a:gd name="connsiteY6555" fmla="*/ 3154478 h 4821604"/>
              <a:gd name="connsiteX6556" fmla="*/ 2526407 w 2947832"/>
              <a:gd name="connsiteY6556" fmla="*/ 3169808 h 4821604"/>
              <a:gd name="connsiteX6557" fmla="*/ 2524523 w 2947832"/>
              <a:gd name="connsiteY6557" fmla="*/ 3170907 h 4821604"/>
              <a:gd name="connsiteX6558" fmla="*/ 2506839 w 2947832"/>
              <a:gd name="connsiteY6558" fmla="*/ 3170907 h 4821604"/>
              <a:gd name="connsiteX6559" fmla="*/ 2504955 w 2947832"/>
              <a:gd name="connsiteY6559" fmla="*/ 3169808 h 4821604"/>
              <a:gd name="connsiteX6560" fmla="*/ 2496112 w 2947832"/>
              <a:gd name="connsiteY6560" fmla="*/ 3154478 h 4821604"/>
              <a:gd name="connsiteX6561" fmla="*/ 2496112 w 2947832"/>
              <a:gd name="connsiteY6561" fmla="*/ 3152280 h 4821604"/>
              <a:gd name="connsiteX6562" fmla="*/ 2504955 w 2947832"/>
              <a:gd name="connsiteY6562" fmla="*/ 3136950 h 4821604"/>
              <a:gd name="connsiteX6563" fmla="*/ 2506839 w 2947832"/>
              <a:gd name="connsiteY6563" fmla="*/ 3135851 h 4821604"/>
              <a:gd name="connsiteX6564" fmla="*/ 2754791 w 2947832"/>
              <a:gd name="connsiteY6564" fmla="*/ 3135799 h 4821604"/>
              <a:gd name="connsiteX6565" fmla="*/ 2772528 w 2947832"/>
              <a:gd name="connsiteY6565" fmla="*/ 3135799 h 4821604"/>
              <a:gd name="connsiteX6566" fmla="*/ 2774412 w 2947832"/>
              <a:gd name="connsiteY6566" fmla="*/ 3136898 h 4821604"/>
              <a:gd name="connsiteX6567" fmla="*/ 2783306 w 2947832"/>
              <a:gd name="connsiteY6567" fmla="*/ 3152280 h 4821604"/>
              <a:gd name="connsiteX6568" fmla="*/ 2783306 w 2947832"/>
              <a:gd name="connsiteY6568" fmla="*/ 3154478 h 4821604"/>
              <a:gd name="connsiteX6569" fmla="*/ 2774412 w 2947832"/>
              <a:gd name="connsiteY6569" fmla="*/ 3169861 h 4821604"/>
              <a:gd name="connsiteX6570" fmla="*/ 2772528 w 2947832"/>
              <a:gd name="connsiteY6570" fmla="*/ 3170959 h 4821604"/>
              <a:gd name="connsiteX6571" fmla="*/ 2754791 w 2947832"/>
              <a:gd name="connsiteY6571" fmla="*/ 3170959 h 4821604"/>
              <a:gd name="connsiteX6572" fmla="*/ 2752908 w 2947832"/>
              <a:gd name="connsiteY6572" fmla="*/ 3169861 h 4821604"/>
              <a:gd name="connsiteX6573" fmla="*/ 2744012 w 2947832"/>
              <a:gd name="connsiteY6573" fmla="*/ 3154478 h 4821604"/>
              <a:gd name="connsiteX6574" fmla="*/ 2744012 w 2947832"/>
              <a:gd name="connsiteY6574" fmla="*/ 3152280 h 4821604"/>
              <a:gd name="connsiteX6575" fmla="*/ 2752908 w 2947832"/>
              <a:gd name="connsiteY6575" fmla="*/ 3136898 h 4821604"/>
              <a:gd name="connsiteX6576" fmla="*/ 2754791 w 2947832"/>
              <a:gd name="connsiteY6576" fmla="*/ 3135799 h 4821604"/>
              <a:gd name="connsiteX6577" fmla="*/ 1680155 w 2947832"/>
              <a:gd name="connsiteY6577" fmla="*/ 3135589 h 4821604"/>
              <a:gd name="connsiteX6578" fmla="*/ 1698101 w 2947832"/>
              <a:gd name="connsiteY6578" fmla="*/ 3135589 h 4821604"/>
              <a:gd name="connsiteX6579" fmla="*/ 1700037 w 2947832"/>
              <a:gd name="connsiteY6579" fmla="*/ 3136688 h 4821604"/>
              <a:gd name="connsiteX6580" fmla="*/ 1709037 w 2947832"/>
              <a:gd name="connsiteY6580" fmla="*/ 3152227 h 4821604"/>
              <a:gd name="connsiteX6581" fmla="*/ 1709037 w 2947832"/>
              <a:gd name="connsiteY6581" fmla="*/ 3154425 h 4821604"/>
              <a:gd name="connsiteX6582" fmla="*/ 1700037 w 2947832"/>
              <a:gd name="connsiteY6582" fmla="*/ 3169964 h 4821604"/>
              <a:gd name="connsiteX6583" fmla="*/ 1698101 w 2947832"/>
              <a:gd name="connsiteY6583" fmla="*/ 3171063 h 4821604"/>
              <a:gd name="connsiteX6584" fmla="*/ 1680155 w 2947832"/>
              <a:gd name="connsiteY6584" fmla="*/ 3171063 h 4821604"/>
              <a:gd name="connsiteX6585" fmla="*/ 1678219 w 2947832"/>
              <a:gd name="connsiteY6585" fmla="*/ 3169964 h 4821604"/>
              <a:gd name="connsiteX6586" fmla="*/ 1669220 w 2947832"/>
              <a:gd name="connsiteY6586" fmla="*/ 3154425 h 4821604"/>
              <a:gd name="connsiteX6587" fmla="*/ 1669220 w 2947832"/>
              <a:gd name="connsiteY6587" fmla="*/ 3152227 h 4821604"/>
              <a:gd name="connsiteX6588" fmla="*/ 1678219 w 2947832"/>
              <a:gd name="connsiteY6588" fmla="*/ 3136688 h 4821604"/>
              <a:gd name="connsiteX6589" fmla="*/ 1680155 w 2947832"/>
              <a:gd name="connsiteY6589" fmla="*/ 3135589 h 4821604"/>
              <a:gd name="connsiteX6590" fmla="*/ 2588723 w 2947832"/>
              <a:gd name="connsiteY6590" fmla="*/ 3134334 h 4821604"/>
              <a:gd name="connsiteX6591" fmla="*/ 2607924 w 2947832"/>
              <a:gd name="connsiteY6591" fmla="*/ 3134334 h 4821604"/>
              <a:gd name="connsiteX6592" fmla="*/ 2609965 w 2947832"/>
              <a:gd name="connsiteY6592" fmla="*/ 3135537 h 4821604"/>
              <a:gd name="connsiteX6593" fmla="*/ 2619593 w 2947832"/>
              <a:gd name="connsiteY6593" fmla="*/ 3152176 h 4821604"/>
              <a:gd name="connsiteX6594" fmla="*/ 2619593 w 2947832"/>
              <a:gd name="connsiteY6594" fmla="*/ 3154530 h 4821604"/>
              <a:gd name="connsiteX6595" fmla="*/ 2609965 w 2947832"/>
              <a:gd name="connsiteY6595" fmla="*/ 3171168 h 4821604"/>
              <a:gd name="connsiteX6596" fmla="*/ 2607924 w 2947832"/>
              <a:gd name="connsiteY6596" fmla="*/ 3172372 h 4821604"/>
              <a:gd name="connsiteX6597" fmla="*/ 2588723 w 2947832"/>
              <a:gd name="connsiteY6597" fmla="*/ 3172372 h 4821604"/>
              <a:gd name="connsiteX6598" fmla="*/ 2586682 w 2947832"/>
              <a:gd name="connsiteY6598" fmla="*/ 3171168 h 4821604"/>
              <a:gd name="connsiteX6599" fmla="*/ 2577055 w 2947832"/>
              <a:gd name="connsiteY6599" fmla="*/ 3154530 h 4821604"/>
              <a:gd name="connsiteX6600" fmla="*/ 2577055 w 2947832"/>
              <a:gd name="connsiteY6600" fmla="*/ 3152176 h 4821604"/>
              <a:gd name="connsiteX6601" fmla="*/ 2586682 w 2947832"/>
              <a:gd name="connsiteY6601" fmla="*/ 3135537 h 4821604"/>
              <a:gd name="connsiteX6602" fmla="*/ 2588723 w 2947832"/>
              <a:gd name="connsiteY6602" fmla="*/ 3134334 h 4821604"/>
              <a:gd name="connsiteX6603" fmla="*/ 2092765 w 2947832"/>
              <a:gd name="connsiteY6603" fmla="*/ 3134281 h 4821604"/>
              <a:gd name="connsiteX6604" fmla="*/ 2112019 w 2947832"/>
              <a:gd name="connsiteY6604" fmla="*/ 3134281 h 4821604"/>
              <a:gd name="connsiteX6605" fmla="*/ 2114060 w 2947832"/>
              <a:gd name="connsiteY6605" fmla="*/ 3135484 h 4821604"/>
              <a:gd name="connsiteX6606" fmla="*/ 2123687 w 2947832"/>
              <a:gd name="connsiteY6606" fmla="*/ 3152175 h 4821604"/>
              <a:gd name="connsiteX6607" fmla="*/ 2123687 w 2947832"/>
              <a:gd name="connsiteY6607" fmla="*/ 3154582 h 4821604"/>
              <a:gd name="connsiteX6608" fmla="*/ 2114060 w 2947832"/>
              <a:gd name="connsiteY6608" fmla="*/ 3171273 h 4821604"/>
              <a:gd name="connsiteX6609" fmla="*/ 2112019 w 2947832"/>
              <a:gd name="connsiteY6609" fmla="*/ 3172476 h 4821604"/>
              <a:gd name="connsiteX6610" fmla="*/ 2092765 w 2947832"/>
              <a:gd name="connsiteY6610" fmla="*/ 3172476 h 4821604"/>
              <a:gd name="connsiteX6611" fmla="*/ 2090724 w 2947832"/>
              <a:gd name="connsiteY6611" fmla="*/ 3171273 h 4821604"/>
              <a:gd name="connsiteX6612" fmla="*/ 2081097 w 2947832"/>
              <a:gd name="connsiteY6612" fmla="*/ 3154582 h 4821604"/>
              <a:gd name="connsiteX6613" fmla="*/ 2081097 w 2947832"/>
              <a:gd name="connsiteY6613" fmla="*/ 3152175 h 4821604"/>
              <a:gd name="connsiteX6614" fmla="*/ 2090724 w 2947832"/>
              <a:gd name="connsiteY6614" fmla="*/ 3135484 h 4821604"/>
              <a:gd name="connsiteX6615" fmla="*/ 2092765 w 2947832"/>
              <a:gd name="connsiteY6615" fmla="*/ 3134281 h 4821604"/>
              <a:gd name="connsiteX6616" fmla="*/ 1100849 w 2947832"/>
              <a:gd name="connsiteY6616" fmla="*/ 3134177 h 4821604"/>
              <a:gd name="connsiteX6617" fmla="*/ 1120208 w 2947832"/>
              <a:gd name="connsiteY6617" fmla="*/ 3134177 h 4821604"/>
              <a:gd name="connsiteX6618" fmla="*/ 1122301 w 2947832"/>
              <a:gd name="connsiteY6618" fmla="*/ 3135380 h 4821604"/>
              <a:gd name="connsiteX6619" fmla="*/ 1131980 w 2947832"/>
              <a:gd name="connsiteY6619" fmla="*/ 3152123 h 4821604"/>
              <a:gd name="connsiteX6620" fmla="*/ 1131980 w 2947832"/>
              <a:gd name="connsiteY6620" fmla="*/ 3154530 h 4821604"/>
              <a:gd name="connsiteX6621" fmla="*/ 1122301 w 2947832"/>
              <a:gd name="connsiteY6621" fmla="*/ 3171273 h 4821604"/>
              <a:gd name="connsiteX6622" fmla="*/ 1120208 w 2947832"/>
              <a:gd name="connsiteY6622" fmla="*/ 3172477 h 4821604"/>
              <a:gd name="connsiteX6623" fmla="*/ 1100849 w 2947832"/>
              <a:gd name="connsiteY6623" fmla="*/ 3172477 h 4821604"/>
              <a:gd name="connsiteX6624" fmla="*/ 1098756 w 2947832"/>
              <a:gd name="connsiteY6624" fmla="*/ 3171273 h 4821604"/>
              <a:gd name="connsiteX6625" fmla="*/ 1089076 w 2947832"/>
              <a:gd name="connsiteY6625" fmla="*/ 3154530 h 4821604"/>
              <a:gd name="connsiteX6626" fmla="*/ 1089076 w 2947832"/>
              <a:gd name="connsiteY6626" fmla="*/ 3152123 h 4821604"/>
              <a:gd name="connsiteX6627" fmla="*/ 1098756 w 2947832"/>
              <a:gd name="connsiteY6627" fmla="*/ 3135380 h 4821604"/>
              <a:gd name="connsiteX6628" fmla="*/ 1100849 w 2947832"/>
              <a:gd name="connsiteY6628" fmla="*/ 3134177 h 4821604"/>
              <a:gd name="connsiteX6629" fmla="*/ 2671234 w 2947832"/>
              <a:gd name="connsiteY6629" fmla="*/ 3134020 h 4821604"/>
              <a:gd name="connsiteX6630" fmla="*/ 2690802 w 2947832"/>
              <a:gd name="connsiteY6630" fmla="*/ 3134020 h 4821604"/>
              <a:gd name="connsiteX6631" fmla="*/ 2692895 w 2947832"/>
              <a:gd name="connsiteY6631" fmla="*/ 3135223 h 4821604"/>
              <a:gd name="connsiteX6632" fmla="*/ 2702680 w 2947832"/>
              <a:gd name="connsiteY6632" fmla="*/ 3152175 h 4821604"/>
              <a:gd name="connsiteX6633" fmla="*/ 2702680 w 2947832"/>
              <a:gd name="connsiteY6633" fmla="*/ 3154582 h 4821604"/>
              <a:gd name="connsiteX6634" fmla="*/ 2692895 w 2947832"/>
              <a:gd name="connsiteY6634" fmla="*/ 3171535 h 4821604"/>
              <a:gd name="connsiteX6635" fmla="*/ 2690802 w 2947832"/>
              <a:gd name="connsiteY6635" fmla="*/ 3172738 h 4821604"/>
              <a:gd name="connsiteX6636" fmla="*/ 2671234 w 2947832"/>
              <a:gd name="connsiteY6636" fmla="*/ 3172738 h 4821604"/>
              <a:gd name="connsiteX6637" fmla="*/ 2669141 w 2947832"/>
              <a:gd name="connsiteY6637" fmla="*/ 3171535 h 4821604"/>
              <a:gd name="connsiteX6638" fmla="*/ 2659357 w 2947832"/>
              <a:gd name="connsiteY6638" fmla="*/ 3154582 h 4821604"/>
              <a:gd name="connsiteX6639" fmla="*/ 2659357 w 2947832"/>
              <a:gd name="connsiteY6639" fmla="*/ 3152175 h 4821604"/>
              <a:gd name="connsiteX6640" fmla="*/ 2669141 w 2947832"/>
              <a:gd name="connsiteY6640" fmla="*/ 3135223 h 4821604"/>
              <a:gd name="connsiteX6641" fmla="*/ 2671234 w 2947832"/>
              <a:gd name="connsiteY6641" fmla="*/ 3134020 h 4821604"/>
              <a:gd name="connsiteX6642" fmla="*/ 1514034 w 2947832"/>
              <a:gd name="connsiteY6642" fmla="*/ 3134020 h 4821604"/>
              <a:gd name="connsiteX6643" fmla="*/ 1533602 w 2947832"/>
              <a:gd name="connsiteY6643" fmla="*/ 3134020 h 4821604"/>
              <a:gd name="connsiteX6644" fmla="*/ 1535695 w 2947832"/>
              <a:gd name="connsiteY6644" fmla="*/ 3135223 h 4821604"/>
              <a:gd name="connsiteX6645" fmla="*/ 1545479 w 2947832"/>
              <a:gd name="connsiteY6645" fmla="*/ 3152175 h 4821604"/>
              <a:gd name="connsiteX6646" fmla="*/ 1545479 w 2947832"/>
              <a:gd name="connsiteY6646" fmla="*/ 3154582 h 4821604"/>
              <a:gd name="connsiteX6647" fmla="*/ 1535695 w 2947832"/>
              <a:gd name="connsiteY6647" fmla="*/ 3171535 h 4821604"/>
              <a:gd name="connsiteX6648" fmla="*/ 1533602 w 2947832"/>
              <a:gd name="connsiteY6648" fmla="*/ 3172738 h 4821604"/>
              <a:gd name="connsiteX6649" fmla="*/ 1514034 w 2947832"/>
              <a:gd name="connsiteY6649" fmla="*/ 3172738 h 4821604"/>
              <a:gd name="connsiteX6650" fmla="*/ 1511941 w 2947832"/>
              <a:gd name="connsiteY6650" fmla="*/ 3171535 h 4821604"/>
              <a:gd name="connsiteX6651" fmla="*/ 1502157 w 2947832"/>
              <a:gd name="connsiteY6651" fmla="*/ 3154582 h 4821604"/>
              <a:gd name="connsiteX6652" fmla="*/ 1502157 w 2947832"/>
              <a:gd name="connsiteY6652" fmla="*/ 3152175 h 4821604"/>
              <a:gd name="connsiteX6653" fmla="*/ 1511941 w 2947832"/>
              <a:gd name="connsiteY6653" fmla="*/ 3135223 h 4821604"/>
              <a:gd name="connsiteX6654" fmla="*/ 1514034 w 2947832"/>
              <a:gd name="connsiteY6654" fmla="*/ 3134020 h 4821604"/>
              <a:gd name="connsiteX6655" fmla="*/ 1761934 w 2947832"/>
              <a:gd name="connsiteY6655" fmla="*/ 3133915 h 4821604"/>
              <a:gd name="connsiteX6656" fmla="*/ 1781607 w 2947832"/>
              <a:gd name="connsiteY6656" fmla="*/ 3133915 h 4821604"/>
              <a:gd name="connsiteX6657" fmla="*/ 1783700 w 2947832"/>
              <a:gd name="connsiteY6657" fmla="*/ 3135118 h 4821604"/>
              <a:gd name="connsiteX6658" fmla="*/ 1793536 w 2947832"/>
              <a:gd name="connsiteY6658" fmla="*/ 3152123 h 4821604"/>
              <a:gd name="connsiteX6659" fmla="*/ 1793536 w 2947832"/>
              <a:gd name="connsiteY6659" fmla="*/ 3154530 h 4821604"/>
              <a:gd name="connsiteX6660" fmla="*/ 1783700 w 2947832"/>
              <a:gd name="connsiteY6660" fmla="*/ 3171534 h 4821604"/>
              <a:gd name="connsiteX6661" fmla="*/ 1781607 w 2947832"/>
              <a:gd name="connsiteY6661" fmla="*/ 3172738 h 4821604"/>
              <a:gd name="connsiteX6662" fmla="*/ 1761934 w 2947832"/>
              <a:gd name="connsiteY6662" fmla="*/ 3172738 h 4821604"/>
              <a:gd name="connsiteX6663" fmla="*/ 1759841 w 2947832"/>
              <a:gd name="connsiteY6663" fmla="*/ 3171534 h 4821604"/>
              <a:gd name="connsiteX6664" fmla="*/ 1750005 w 2947832"/>
              <a:gd name="connsiteY6664" fmla="*/ 3154530 h 4821604"/>
              <a:gd name="connsiteX6665" fmla="*/ 1750005 w 2947832"/>
              <a:gd name="connsiteY6665" fmla="*/ 3152123 h 4821604"/>
              <a:gd name="connsiteX6666" fmla="*/ 1759841 w 2947832"/>
              <a:gd name="connsiteY6666" fmla="*/ 3135118 h 4821604"/>
              <a:gd name="connsiteX6667" fmla="*/ 1761934 w 2947832"/>
              <a:gd name="connsiteY6667" fmla="*/ 3133915 h 4821604"/>
              <a:gd name="connsiteX6668" fmla="*/ 2175171 w 2947832"/>
              <a:gd name="connsiteY6668" fmla="*/ 3133863 h 4821604"/>
              <a:gd name="connsiteX6669" fmla="*/ 2194896 w 2947832"/>
              <a:gd name="connsiteY6669" fmla="*/ 3133863 h 4821604"/>
              <a:gd name="connsiteX6670" fmla="*/ 2196989 w 2947832"/>
              <a:gd name="connsiteY6670" fmla="*/ 3135066 h 4821604"/>
              <a:gd name="connsiteX6671" fmla="*/ 2206826 w 2947832"/>
              <a:gd name="connsiteY6671" fmla="*/ 3152123 h 4821604"/>
              <a:gd name="connsiteX6672" fmla="*/ 2206826 w 2947832"/>
              <a:gd name="connsiteY6672" fmla="*/ 3154583 h 4821604"/>
              <a:gd name="connsiteX6673" fmla="*/ 2196989 w 2947832"/>
              <a:gd name="connsiteY6673" fmla="*/ 3171639 h 4821604"/>
              <a:gd name="connsiteX6674" fmla="*/ 2194896 w 2947832"/>
              <a:gd name="connsiteY6674" fmla="*/ 3172843 h 4821604"/>
              <a:gd name="connsiteX6675" fmla="*/ 2175171 w 2947832"/>
              <a:gd name="connsiteY6675" fmla="*/ 3172843 h 4821604"/>
              <a:gd name="connsiteX6676" fmla="*/ 2173078 w 2947832"/>
              <a:gd name="connsiteY6676" fmla="*/ 3171639 h 4821604"/>
              <a:gd name="connsiteX6677" fmla="*/ 2163241 w 2947832"/>
              <a:gd name="connsiteY6677" fmla="*/ 3154583 h 4821604"/>
              <a:gd name="connsiteX6678" fmla="*/ 2163241 w 2947832"/>
              <a:gd name="connsiteY6678" fmla="*/ 3152123 h 4821604"/>
              <a:gd name="connsiteX6679" fmla="*/ 2173078 w 2947832"/>
              <a:gd name="connsiteY6679" fmla="*/ 3135066 h 4821604"/>
              <a:gd name="connsiteX6680" fmla="*/ 2175171 w 2947832"/>
              <a:gd name="connsiteY6680" fmla="*/ 3133863 h 4821604"/>
              <a:gd name="connsiteX6681" fmla="*/ 2009887 w 2947832"/>
              <a:gd name="connsiteY6681" fmla="*/ 3133863 h 4821604"/>
              <a:gd name="connsiteX6682" fmla="*/ 2029612 w 2947832"/>
              <a:gd name="connsiteY6682" fmla="*/ 3133863 h 4821604"/>
              <a:gd name="connsiteX6683" fmla="*/ 2031705 w 2947832"/>
              <a:gd name="connsiteY6683" fmla="*/ 3135066 h 4821604"/>
              <a:gd name="connsiteX6684" fmla="*/ 2041541 w 2947832"/>
              <a:gd name="connsiteY6684" fmla="*/ 3152123 h 4821604"/>
              <a:gd name="connsiteX6685" fmla="*/ 2041541 w 2947832"/>
              <a:gd name="connsiteY6685" fmla="*/ 3154583 h 4821604"/>
              <a:gd name="connsiteX6686" fmla="*/ 2031705 w 2947832"/>
              <a:gd name="connsiteY6686" fmla="*/ 3171639 h 4821604"/>
              <a:gd name="connsiteX6687" fmla="*/ 2029612 w 2947832"/>
              <a:gd name="connsiteY6687" fmla="*/ 3172843 h 4821604"/>
              <a:gd name="connsiteX6688" fmla="*/ 2009887 w 2947832"/>
              <a:gd name="connsiteY6688" fmla="*/ 3172843 h 4821604"/>
              <a:gd name="connsiteX6689" fmla="*/ 2007794 w 2947832"/>
              <a:gd name="connsiteY6689" fmla="*/ 3171639 h 4821604"/>
              <a:gd name="connsiteX6690" fmla="*/ 1997957 w 2947832"/>
              <a:gd name="connsiteY6690" fmla="*/ 3154583 h 4821604"/>
              <a:gd name="connsiteX6691" fmla="*/ 1997957 w 2947832"/>
              <a:gd name="connsiteY6691" fmla="*/ 3152123 h 4821604"/>
              <a:gd name="connsiteX6692" fmla="*/ 2007794 w 2947832"/>
              <a:gd name="connsiteY6692" fmla="*/ 3135066 h 4821604"/>
              <a:gd name="connsiteX6693" fmla="*/ 2009887 w 2947832"/>
              <a:gd name="connsiteY6693" fmla="*/ 3133863 h 4821604"/>
              <a:gd name="connsiteX6694" fmla="*/ 1265401 w 2947832"/>
              <a:gd name="connsiteY6694" fmla="*/ 3132659 h 4821604"/>
              <a:gd name="connsiteX6695" fmla="*/ 1286330 w 2947832"/>
              <a:gd name="connsiteY6695" fmla="*/ 3132659 h 4821604"/>
              <a:gd name="connsiteX6696" fmla="*/ 1288580 w 2947832"/>
              <a:gd name="connsiteY6696" fmla="*/ 3133967 h 4821604"/>
              <a:gd name="connsiteX6697" fmla="*/ 1299044 w 2947832"/>
              <a:gd name="connsiteY6697" fmla="*/ 3152070 h 4821604"/>
              <a:gd name="connsiteX6698" fmla="*/ 1299044 w 2947832"/>
              <a:gd name="connsiteY6698" fmla="*/ 3154634 h 4821604"/>
              <a:gd name="connsiteX6699" fmla="*/ 1288580 w 2947832"/>
              <a:gd name="connsiteY6699" fmla="*/ 3172737 h 4821604"/>
              <a:gd name="connsiteX6700" fmla="*/ 1286330 w 2947832"/>
              <a:gd name="connsiteY6700" fmla="*/ 3174045 h 4821604"/>
              <a:gd name="connsiteX6701" fmla="*/ 1265401 w 2947832"/>
              <a:gd name="connsiteY6701" fmla="*/ 3174045 h 4821604"/>
              <a:gd name="connsiteX6702" fmla="*/ 1263151 w 2947832"/>
              <a:gd name="connsiteY6702" fmla="*/ 3172737 h 4821604"/>
              <a:gd name="connsiteX6703" fmla="*/ 1252687 w 2947832"/>
              <a:gd name="connsiteY6703" fmla="*/ 3154634 h 4821604"/>
              <a:gd name="connsiteX6704" fmla="*/ 1252687 w 2947832"/>
              <a:gd name="connsiteY6704" fmla="*/ 3152070 h 4821604"/>
              <a:gd name="connsiteX6705" fmla="*/ 1263151 w 2947832"/>
              <a:gd name="connsiteY6705" fmla="*/ 3133967 h 4821604"/>
              <a:gd name="connsiteX6706" fmla="*/ 1265401 w 2947832"/>
              <a:gd name="connsiteY6706" fmla="*/ 3132659 h 4821604"/>
              <a:gd name="connsiteX6707" fmla="*/ 1430581 w 2947832"/>
              <a:gd name="connsiteY6707" fmla="*/ 3132502 h 4821604"/>
              <a:gd name="connsiteX6708" fmla="*/ 1451666 w 2947832"/>
              <a:gd name="connsiteY6708" fmla="*/ 3132502 h 4821604"/>
              <a:gd name="connsiteX6709" fmla="*/ 1453916 w 2947832"/>
              <a:gd name="connsiteY6709" fmla="*/ 3133810 h 4821604"/>
              <a:gd name="connsiteX6710" fmla="*/ 1464433 w 2947832"/>
              <a:gd name="connsiteY6710" fmla="*/ 3152070 h 4821604"/>
              <a:gd name="connsiteX6711" fmla="*/ 1464433 w 2947832"/>
              <a:gd name="connsiteY6711" fmla="*/ 3154686 h 4821604"/>
              <a:gd name="connsiteX6712" fmla="*/ 1453916 w 2947832"/>
              <a:gd name="connsiteY6712" fmla="*/ 3172947 h 4821604"/>
              <a:gd name="connsiteX6713" fmla="*/ 1451666 w 2947832"/>
              <a:gd name="connsiteY6713" fmla="*/ 3174255 h 4821604"/>
              <a:gd name="connsiteX6714" fmla="*/ 1430581 w 2947832"/>
              <a:gd name="connsiteY6714" fmla="*/ 3174255 h 4821604"/>
              <a:gd name="connsiteX6715" fmla="*/ 1428331 w 2947832"/>
              <a:gd name="connsiteY6715" fmla="*/ 3172947 h 4821604"/>
              <a:gd name="connsiteX6716" fmla="*/ 1417814 w 2947832"/>
              <a:gd name="connsiteY6716" fmla="*/ 3154686 h 4821604"/>
              <a:gd name="connsiteX6717" fmla="*/ 1417814 w 2947832"/>
              <a:gd name="connsiteY6717" fmla="*/ 3152070 h 4821604"/>
              <a:gd name="connsiteX6718" fmla="*/ 1428331 w 2947832"/>
              <a:gd name="connsiteY6718" fmla="*/ 3133810 h 4821604"/>
              <a:gd name="connsiteX6719" fmla="*/ 1430581 w 2947832"/>
              <a:gd name="connsiteY6719" fmla="*/ 3132502 h 4821604"/>
              <a:gd name="connsiteX6720" fmla="*/ 1182576 w 2947832"/>
              <a:gd name="connsiteY6720" fmla="*/ 3132450 h 4821604"/>
              <a:gd name="connsiteX6721" fmla="*/ 1203714 w 2947832"/>
              <a:gd name="connsiteY6721" fmla="*/ 3132450 h 4821604"/>
              <a:gd name="connsiteX6722" fmla="*/ 1205964 w 2947832"/>
              <a:gd name="connsiteY6722" fmla="*/ 3133758 h 4821604"/>
              <a:gd name="connsiteX6723" fmla="*/ 1216533 w 2947832"/>
              <a:gd name="connsiteY6723" fmla="*/ 3152071 h 4821604"/>
              <a:gd name="connsiteX6724" fmla="*/ 1216533 w 2947832"/>
              <a:gd name="connsiteY6724" fmla="*/ 3154687 h 4821604"/>
              <a:gd name="connsiteX6725" fmla="*/ 1205964 w 2947832"/>
              <a:gd name="connsiteY6725" fmla="*/ 3172999 h 4821604"/>
              <a:gd name="connsiteX6726" fmla="*/ 1203714 w 2947832"/>
              <a:gd name="connsiteY6726" fmla="*/ 3174307 h 4821604"/>
              <a:gd name="connsiteX6727" fmla="*/ 1182576 w 2947832"/>
              <a:gd name="connsiteY6727" fmla="*/ 3174307 h 4821604"/>
              <a:gd name="connsiteX6728" fmla="*/ 1180326 w 2947832"/>
              <a:gd name="connsiteY6728" fmla="*/ 3172999 h 4821604"/>
              <a:gd name="connsiteX6729" fmla="*/ 1169757 w 2947832"/>
              <a:gd name="connsiteY6729" fmla="*/ 3154687 h 4821604"/>
              <a:gd name="connsiteX6730" fmla="*/ 1169757 w 2947832"/>
              <a:gd name="connsiteY6730" fmla="*/ 3152071 h 4821604"/>
              <a:gd name="connsiteX6731" fmla="*/ 1180326 w 2947832"/>
              <a:gd name="connsiteY6731" fmla="*/ 3133758 h 4821604"/>
              <a:gd name="connsiteX6732" fmla="*/ 1182576 w 2947832"/>
              <a:gd name="connsiteY6732" fmla="*/ 3132450 h 4821604"/>
              <a:gd name="connsiteX6733" fmla="*/ 520758 w 2947832"/>
              <a:gd name="connsiteY6733" fmla="*/ 3131299 h 4821604"/>
              <a:gd name="connsiteX6734" fmla="*/ 543047 w 2947832"/>
              <a:gd name="connsiteY6734" fmla="*/ 3131299 h 4821604"/>
              <a:gd name="connsiteX6735" fmla="*/ 545454 w 2947832"/>
              <a:gd name="connsiteY6735" fmla="*/ 3132659 h 4821604"/>
              <a:gd name="connsiteX6736" fmla="*/ 556599 w 2947832"/>
              <a:gd name="connsiteY6736" fmla="*/ 3151966 h 4821604"/>
              <a:gd name="connsiteX6737" fmla="*/ 556599 w 2947832"/>
              <a:gd name="connsiteY6737" fmla="*/ 3154739 h 4821604"/>
              <a:gd name="connsiteX6738" fmla="*/ 545454 w 2947832"/>
              <a:gd name="connsiteY6738" fmla="*/ 3174046 h 4821604"/>
              <a:gd name="connsiteX6739" fmla="*/ 543047 w 2947832"/>
              <a:gd name="connsiteY6739" fmla="*/ 3175406 h 4821604"/>
              <a:gd name="connsiteX6740" fmla="*/ 520758 w 2947832"/>
              <a:gd name="connsiteY6740" fmla="*/ 3175406 h 4821604"/>
              <a:gd name="connsiteX6741" fmla="*/ 518352 w 2947832"/>
              <a:gd name="connsiteY6741" fmla="*/ 3174046 h 4821604"/>
              <a:gd name="connsiteX6742" fmla="*/ 507207 w 2947832"/>
              <a:gd name="connsiteY6742" fmla="*/ 3154739 h 4821604"/>
              <a:gd name="connsiteX6743" fmla="*/ 507207 w 2947832"/>
              <a:gd name="connsiteY6743" fmla="*/ 3151966 h 4821604"/>
              <a:gd name="connsiteX6744" fmla="*/ 518352 w 2947832"/>
              <a:gd name="connsiteY6744" fmla="*/ 3132659 h 4821604"/>
              <a:gd name="connsiteX6745" fmla="*/ 520758 w 2947832"/>
              <a:gd name="connsiteY6745" fmla="*/ 3131299 h 4821604"/>
              <a:gd name="connsiteX6746" fmla="*/ 1925858 w 2947832"/>
              <a:gd name="connsiteY6746" fmla="*/ 3131142 h 4821604"/>
              <a:gd name="connsiteX6747" fmla="*/ 1948304 w 2947832"/>
              <a:gd name="connsiteY6747" fmla="*/ 3131142 h 4821604"/>
              <a:gd name="connsiteX6748" fmla="*/ 1950711 w 2947832"/>
              <a:gd name="connsiteY6748" fmla="*/ 3132555 h 4821604"/>
              <a:gd name="connsiteX6749" fmla="*/ 1961907 w 2947832"/>
              <a:gd name="connsiteY6749" fmla="*/ 3151966 h 4821604"/>
              <a:gd name="connsiteX6750" fmla="*/ 1961907 w 2947832"/>
              <a:gd name="connsiteY6750" fmla="*/ 3154739 h 4821604"/>
              <a:gd name="connsiteX6751" fmla="*/ 1950711 w 2947832"/>
              <a:gd name="connsiteY6751" fmla="*/ 3174151 h 4821604"/>
              <a:gd name="connsiteX6752" fmla="*/ 1948304 w 2947832"/>
              <a:gd name="connsiteY6752" fmla="*/ 3175563 h 4821604"/>
              <a:gd name="connsiteX6753" fmla="*/ 1925858 w 2947832"/>
              <a:gd name="connsiteY6753" fmla="*/ 3175563 h 4821604"/>
              <a:gd name="connsiteX6754" fmla="*/ 1923451 w 2947832"/>
              <a:gd name="connsiteY6754" fmla="*/ 3174151 h 4821604"/>
              <a:gd name="connsiteX6755" fmla="*/ 1912254 w 2947832"/>
              <a:gd name="connsiteY6755" fmla="*/ 3154739 h 4821604"/>
              <a:gd name="connsiteX6756" fmla="*/ 1912254 w 2947832"/>
              <a:gd name="connsiteY6756" fmla="*/ 3151966 h 4821604"/>
              <a:gd name="connsiteX6757" fmla="*/ 1923451 w 2947832"/>
              <a:gd name="connsiteY6757" fmla="*/ 3132555 h 4821604"/>
              <a:gd name="connsiteX6758" fmla="*/ 1925858 w 2947832"/>
              <a:gd name="connsiteY6758" fmla="*/ 3131142 h 4821604"/>
              <a:gd name="connsiteX6759" fmla="*/ 1842614 w 2947832"/>
              <a:gd name="connsiteY6759" fmla="*/ 3129939 h 4821604"/>
              <a:gd name="connsiteX6760" fmla="*/ 1866264 w 2947832"/>
              <a:gd name="connsiteY6760" fmla="*/ 3129939 h 4821604"/>
              <a:gd name="connsiteX6761" fmla="*/ 1868775 w 2947832"/>
              <a:gd name="connsiteY6761" fmla="*/ 3131404 h 4821604"/>
              <a:gd name="connsiteX6762" fmla="*/ 1880600 w 2947832"/>
              <a:gd name="connsiteY6762" fmla="*/ 3151862 h 4821604"/>
              <a:gd name="connsiteX6763" fmla="*/ 1880600 w 2947832"/>
              <a:gd name="connsiteY6763" fmla="*/ 3154792 h 4821604"/>
              <a:gd name="connsiteX6764" fmla="*/ 1868775 w 2947832"/>
              <a:gd name="connsiteY6764" fmla="*/ 3175249 h 4821604"/>
              <a:gd name="connsiteX6765" fmla="*/ 1866264 w 2947832"/>
              <a:gd name="connsiteY6765" fmla="*/ 3176715 h 4821604"/>
              <a:gd name="connsiteX6766" fmla="*/ 1842614 w 2947832"/>
              <a:gd name="connsiteY6766" fmla="*/ 3176715 h 4821604"/>
              <a:gd name="connsiteX6767" fmla="*/ 1840103 w 2947832"/>
              <a:gd name="connsiteY6767" fmla="*/ 3175249 h 4821604"/>
              <a:gd name="connsiteX6768" fmla="*/ 1828278 w 2947832"/>
              <a:gd name="connsiteY6768" fmla="*/ 3154792 h 4821604"/>
              <a:gd name="connsiteX6769" fmla="*/ 1828278 w 2947832"/>
              <a:gd name="connsiteY6769" fmla="*/ 3151862 h 4821604"/>
              <a:gd name="connsiteX6770" fmla="*/ 1840103 w 2947832"/>
              <a:gd name="connsiteY6770" fmla="*/ 3131404 h 4821604"/>
              <a:gd name="connsiteX6771" fmla="*/ 1842614 w 2947832"/>
              <a:gd name="connsiteY6771" fmla="*/ 3129939 h 4821604"/>
              <a:gd name="connsiteX6772" fmla="*/ 354741 w 2947832"/>
              <a:gd name="connsiteY6772" fmla="*/ 3129886 h 4821604"/>
              <a:gd name="connsiteX6773" fmla="*/ 378443 w 2947832"/>
              <a:gd name="connsiteY6773" fmla="*/ 3129886 h 4821604"/>
              <a:gd name="connsiteX6774" fmla="*/ 381006 w 2947832"/>
              <a:gd name="connsiteY6774" fmla="*/ 3131351 h 4821604"/>
              <a:gd name="connsiteX6775" fmla="*/ 392831 w 2947832"/>
              <a:gd name="connsiteY6775" fmla="*/ 3151861 h 4821604"/>
              <a:gd name="connsiteX6776" fmla="*/ 392831 w 2947832"/>
              <a:gd name="connsiteY6776" fmla="*/ 3154791 h 4821604"/>
              <a:gd name="connsiteX6777" fmla="*/ 381006 w 2947832"/>
              <a:gd name="connsiteY6777" fmla="*/ 3175301 h 4821604"/>
              <a:gd name="connsiteX6778" fmla="*/ 378443 w 2947832"/>
              <a:gd name="connsiteY6778" fmla="*/ 3176766 h 4821604"/>
              <a:gd name="connsiteX6779" fmla="*/ 354741 w 2947832"/>
              <a:gd name="connsiteY6779" fmla="*/ 3176766 h 4821604"/>
              <a:gd name="connsiteX6780" fmla="*/ 352177 w 2947832"/>
              <a:gd name="connsiteY6780" fmla="*/ 3175301 h 4821604"/>
              <a:gd name="connsiteX6781" fmla="*/ 340352 w 2947832"/>
              <a:gd name="connsiteY6781" fmla="*/ 3154791 h 4821604"/>
              <a:gd name="connsiteX6782" fmla="*/ 340352 w 2947832"/>
              <a:gd name="connsiteY6782" fmla="*/ 3151861 h 4821604"/>
              <a:gd name="connsiteX6783" fmla="*/ 352177 w 2947832"/>
              <a:gd name="connsiteY6783" fmla="*/ 3131351 h 4821604"/>
              <a:gd name="connsiteX6784" fmla="*/ 354741 w 2947832"/>
              <a:gd name="connsiteY6784" fmla="*/ 3129886 h 4821604"/>
              <a:gd name="connsiteX6785" fmla="*/ 1344563 w 2947832"/>
              <a:gd name="connsiteY6785" fmla="*/ 3125753 h 4821604"/>
              <a:gd name="connsiteX6786" fmla="*/ 1372451 w 2947832"/>
              <a:gd name="connsiteY6786" fmla="*/ 3125753 h 4821604"/>
              <a:gd name="connsiteX6787" fmla="*/ 1375433 w 2947832"/>
              <a:gd name="connsiteY6787" fmla="*/ 3127480 h 4821604"/>
              <a:gd name="connsiteX6788" fmla="*/ 1389351 w 2947832"/>
              <a:gd name="connsiteY6788" fmla="*/ 3151600 h 4821604"/>
              <a:gd name="connsiteX6789" fmla="*/ 1389351 w 2947832"/>
              <a:gd name="connsiteY6789" fmla="*/ 3155053 h 4821604"/>
              <a:gd name="connsiteX6790" fmla="*/ 1375433 w 2947832"/>
              <a:gd name="connsiteY6790" fmla="*/ 3179173 h 4821604"/>
              <a:gd name="connsiteX6791" fmla="*/ 1372451 w 2947832"/>
              <a:gd name="connsiteY6791" fmla="*/ 3180900 h 4821604"/>
              <a:gd name="connsiteX6792" fmla="*/ 1344563 w 2947832"/>
              <a:gd name="connsiteY6792" fmla="*/ 3180900 h 4821604"/>
              <a:gd name="connsiteX6793" fmla="*/ 1341581 w 2947832"/>
              <a:gd name="connsiteY6793" fmla="*/ 3179173 h 4821604"/>
              <a:gd name="connsiteX6794" fmla="*/ 1327664 w 2947832"/>
              <a:gd name="connsiteY6794" fmla="*/ 3155053 h 4821604"/>
              <a:gd name="connsiteX6795" fmla="*/ 1327664 w 2947832"/>
              <a:gd name="connsiteY6795" fmla="*/ 3151600 h 4821604"/>
              <a:gd name="connsiteX6796" fmla="*/ 1341581 w 2947832"/>
              <a:gd name="connsiteY6796" fmla="*/ 3127480 h 4821604"/>
              <a:gd name="connsiteX6797" fmla="*/ 1344563 w 2947832"/>
              <a:gd name="connsiteY6797" fmla="*/ 3125753 h 4821604"/>
              <a:gd name="connsiteX6798" fmla="*/ 432962 w 2947832"/>
              <a:gd name="connsiteY6798" fmla="*/ 3121044 h 4821604"/>
              <a:gd name="connsiteX6799" fmla="*/ 465558 w 2947832"/>
              <a:gd name="connsiteY6799" fmla="*/ 3121044 h 4821604"/>
              <a:gd name="connsiteX6800" fmla="*/ 469064 w 2947832"/>
              <a:gd name="connsiteY6800" fmla="*/ 3123085 h 4821604"/>
              <a:gd name="connsiteX6801" fmla="*/ 485388 w 2947832"/>
              <a:gd name="connsiteY6801" fmla="*/ 3151338 h 4821604"/>
              <a:gd name="connsiteX6802" fmla="*/ 485388 w 2947832"/>
              <a:gd name="connsiteY6802" fmla="*/ 3155367 h 4821604"/>
              <a:gd name="connsiteX6803" fmla="*/ 469064 w 2947832"/>
              <a:gd name="connsiteY6803" fmla="*/ 3183621 h 4821604"/>
              <a:gd name="connsiteX6804" fmla="*/ 465558 w 2947832"/>
              <a:gd name="connsiteY6804" fmla="*/ 3185662 h 4821604"/>
              <a:gd name="connsiteX6805" fmla="*/ 432962 w 2947832"/>
              <a:gd name="connsiteY6805" fmla="*/ 3185662 h 4821604"/>
              <a:gd name="connsiteX6806" fmla="*/ 429457 w 2947832"/>
              <a:gd name="connsiteY6806" fmla="*/ 3183621 h 4821604"/>
              <a:gd name="connsiteX6807" fmla="*/ 413132 w 2947832"/>
              <a:gd name="connsiteY6807" fmla="*/ 3155367 h 4821604"/>
              <a:gd name="connsiteX6808" fmla="*/ 413132 w 2947832"/>
              <a:gd name="connsiteY6808" fmla="*/ 3151338 h 4821604"/>
              <a:gd name="connsiteX6809" fmla="*/ 429457 w 2947832"/>
              <a:gd name="connsiteY6809" fmla="*/ 3123085 h 4821604"/>
              <a:gd name="connsiteX6810" fmla="*/ 432962 w 2947832"/>
              <a:gd name="connsiteY6810" fmla="*/ 3121044 h 4821604"/>
              <a:gd name="connsiteX6811" fmla="*/ 2928918 w 2947832"/>
              <a:gd name="connsiteY6811" fmla="*/ 3070554 h 4821604"/>
              <a:gd name="connsiteX6812" fmla="*/ 2929075 w 2947832"/>
              <a:gd name="connsiteY6812" fmla="*/ 3070554 h 4821604"/>
              <a:gd name="connsiteX6813" fmla="*/ 2929179 w 2947832"/>
              <a:gd name="connsiteY6813" fmla="*/ 3070554 h 4821604"/>
              <a:gd name="connsiteX6814" fmla="*/ 2929179 w 2947832"/>
              <a:gd name="connsiteY6814" fmla="*/ 3070711 h 4821604"/>
              <a:gd name="connsiteX6815" fmla="*/ 2929127 w 2947832"/>
              <a:gd name="connsiteY6815" fmla="*/ 3070711 h 4821604"/>
              <a:gd name="connsiteX6816" fmla="*/ 2929127 w 2947832"/>
              <a:gd name="connsiteY6816" fmla="*/ 3070868 h 4821604"/>
              <a:gd name="connsiteX6817" fmla="*/ 2928970 w 2947832"/>
              <a:gd name="connsiteY6817" fmla="*/ 3070868 h 4821604"/>
              <a:gd name="connsiteX6818" fmla="*/ 2928866 w 2947832"/>
              <a:gd name="connsiteY6818" fmla="*/ 3070868 h 4821604"/>
              <a:gd name="connsiteX6819" fmla="*/ 2928866 w 2947832"/>
              <a:gd name="connsiteY6819" fmla="*/ 3070711 h 4821604"/>
              <a:gd name="connsiteX6820" fmla="*/ 2928918 w 2947832"/>
              <a:gd name="connsiteY6820" fmla="*/ 3070711 h 4821604"/>
              <a:gd name="connsiteX6821" fmla="*/ 608449 w 2947832"/>
              <a:gd name="connsiteY6821" fmla="*/ 3058624 h 4821604"/>
              <a:gd name="connsiteX6822" fmla="*/ 620692 w 2947832"/>
              <a:gd name="connsiteY6822" fmla="*/ 3058624 h 4821604"/>
              <a:gd name="connsiteX6823" fmla="*/ 622000 w 2947832"/>
              <a:gd name="connsiteY6823" fmla="*/ 3059357 h 4821604"/>
              <a:gd name="connsiteX6824" fmla="*/ 628122 w 2947832"/>
              <a:gd name="connsiteY6824" fmla="*/ 3069978 h 4821604"/>
              <a:gd name="connsiteX6825" fmla="*/ 628122 w 2947832"/>
              <a:gd name="connsiteY6825" fmla="*/ 3071495 h 4821604"/>
              <a:gd name="connsiteX6826" fmla="*/ 622000 w 2947832"/>
              <a:gd name="connsiteY6826" fmla="*/ 3082116 h 4821604"/>
              <a:gd name="connsiteX6827" fmla="*/ 620692 w 2947832"/>
              <a:gd name="connsiteY6827" fmla="*/ 3082849 h 4821604"/>
              <a:gd name="connsiteX6828" fmla="*/ 608449 w 2947832"/>
              <a:gd name="connsiteY6828" fmla="*/ 3082849 h 4821604"/>
              <a:gd name="connsiteX6829" fmla="*/ 607141 w 2947832"/>
              <a:gd name="connsiteY6829" fmla="*/ 3082116 h 4821604"/>
              <a:gd name="connsiteX6830" fmla="*/ 601019 w 2947832"/>
              <a:gd name="connsiteY6830" fmla="*/ 3071495 h 4821604"/>
              <a:gd name="connsiteX6831" fmla="*/ 601019 w 2947832"/>
              <a:gd name="connsiteY6831" fmla="*/ 3069978 h 4821604"/>
              <a:gd name="connsiteX6832" fmla="*/ 607141 w 2947832"/>
              <a:gd name="connsiteY6832" fmla="*/ 3059357 h 4821604"/>
              <a:gd name="connsiteX6833" fmla="*/ 608449 w 2947832"/>
              <a:gd name="connsiteY6833" fmla="*/ 3058624 h 4821604"/>
              <a:gd name="connsiteX6834" fmla="*/ 773682 w 2947832"/>
              <a:gd name="connsiteY6834" fmla="*/ 3058415 h 4821604"/>
              <a:gd name="connsiteX6835" fmla="*/ 786082 w 2947832"/>
              <a:gd name="connsiteY6835" fmla="*/ 3058415 h 4821604"/>
              <a:gd name="connsiteX6836" fmla="*/ 787390 w 2947832"/>
              <a:gd name="connsiteY6836" fmla="*/ 3059200 h 4821604"/>
              <a:gd name="connsiteX6837" fmla="*/ 793616 w 2947832"/>
              <a:gd name="connsiteY6837" fmla="*/ 3069926 h 4821604"/>
              <a:gd name="connsiteX6838" fmla="*/ 793616 w 2947832"/>
              <a:gd name="connsiteY6838" fmla="*/ 3071443 h 4821604"/>
              <a:gd name="connsiteX6839" fmla="*/ 787390 w 2947832"/>
              <a:gd name="connsiteY6839" fmla="*/ 3082169 h 4821604"/>
              <a:gd name="connsiteX6840" fmla="*/ 786082 w 2947832"/>
              <a:gd name="connsiteY6840" fmla="*/ 3082954 h 4821604"/>
              <a:gd name="connsiteX6841" fmla="*/ 773682 w 2947832"/>
              <a:gd name="connsiteY6841" fmla="*/ 3082954 h 4821604"/>
              <a:gd name="connsiteX6842" fmla="*/ 772373 w 2947832"/>
              <a:gd name="connsiteY6842" fmla="*/ 3082169 h 4821604"/>
              <a:gd name="connsiteX6843" fmla="*/ 766147 w 2947832"/>
              <a:gd name="connsiteY6843" fmla="*/ 3071443 h 4821604"/>
              <a:gd name="connsiteX6844" fmla="*/ 766147 w 2947832"/>
              <a:gd name="connsiteY6844" fmla="*/ 3069926 h 4821604"/>
              <a:gd name="connsiteX6845" fmla="*/ 772373 w 2947832"/>
              <a:gd name="connsiteY6845" fmla="*/ 3059200 h 4821604"/>
              <a:gd name="connsiteX6846" fmla="*/ 773682 w 2947832"/>
              <a:gd name="connsiteY6846" fmla="*/ 3058415 h 4821604"/>
              <a:gd name="connsiteX6847" fmla="*/ 690908 w 2947832"/>
              <a:gd name="connsiteY6847" fmla="*/ 3058205 h 4821604"/>
              <a:gd name="connsiteX6848" fmla="*/ 703518 w 2947832"/>
              <a:gd name="connsiteY6848" fmla="*/ 3058205 h 4821604"/>
              <a:gd name="connsiteX6849" fmla="*/ 704878 w 2947832"/>
              <a:gd name="connsiteY6849" fmla="*/ 3058990 h 4821604"/>
              <a:gd name="connsiteX6850" fmla="*/ 711157 w 2947832"/>
              <a:gd name="connsiteY6850" fmla="*/ 3069925 h 4821604"/>
              <a:gd name="connsiteX6851" fmla="*/ 711157 w 2947832"/>
              <a:gd name="connsiteY6851" fmla="*/ 3071495 h 4821604"/>
              <a:gd name="connsiteX6852" fmla="*/ 704878 w 2947832"/>
              <a:gd name="connsiteY6852" fmla="*/ 3082430 h 4821604"/>
              <a:gd name="connsiteX6853" fmla="*/ 703518 w 2947832"/>
              <a:gd name="connsiteY6853" fmla="*/ 3083215 h 4821604"/>
              <a:gd name="connsiteX6854" fmla="*/ 690908 w 2947832"/>
              <a:gd name="connsiteY6854" fmla="*/ 3083215 h 4821604"/>
              <a:gd name="connsiteX6855" fmla="*/ 689548 w 2947832"/>
              <a:gd name="connsiteY6855" fmla="*/ 3082430 h 4821604"/>
              <a:gd name="connsiteX6856" fmla="*/ 683269 w 2947832"/>
              <a:gd name="connsiteY6856" fmla="*/ 3071495 h 4821604"/>
              <a:gd name="connsiteX6857" fmla="*/ 683269 w 2947832"/>
              <a:gd name="connsiteY6857" fmla="*/ 3069925 h 4821604"/>
              <a:gd name="connsiteX6858" fmla="*/ 689548 w 2947832"/>
              <a:gd name="connsiteY6858" fmla="*/ 3058990 h 4821604"/>
              <a:gd name="connsiteX6859" fmla="*/ 690908 w 2947832"/>
              <a:gd name="connsiteY6859" fmla="*/ 3058205 h 4821604"/>
              <a:gd name="connsiteX6860" fmla="*/ 855879 w 2947832"/>
              <a:gd name="connsiteY6860" fmla="*/ 3057578 h 4821604"/>
              <a:gd name="connsiteX6861" fmla="*/ 869116 w 2947832"/>
              <a:gd name="connsiteY6861" fmla="*/ 3057578 h 4821604"/>
              <a:gd name="connsiteX6862" fmla="*/ 870529 w 2947832"/>
              <a:gd name="connsiteY6862" fmla="*/ 3058415 h 4821604"/>
              <a:gd name="connsiteX6863" fmla="*/ 877174 w 2947832"/>
              <a:gd name="connsiteY6863" fmla="*/ 3069874 h 4821604"/>
              <a:gd name="connsiteX6864" fmla="*/ 877174 w 2947832"/>
              <a:gd name="connsiteY6864" fmla="*/ 3071496 h 4821604"/>
              <a:gd name="connsiteX6865" fmla="*/ 870529 w 2947832"/>
              <a:gd name="connsiteY6865" fmla="*/ 3082954 h 4821604"/>
              <a:gd name="connsiteX6866" fmla="*/ 869116 w 2947832"/>
              <a:gd name="connsiteY6866" fmla="*/ 3083791 h 4821604"/>
              <a:gd name="connsiteX6867" fmla="*/ 855879 w 2947832"/>
              <a:gd name="connsiteY6867" fmla="*/ 3083791 h 4821604"/>
              <a:gd name="connsiteX6868" fmla="*/ 854466 w 2947832"/>
              <a:gd name="connsiteY6868" fmla="*/ 3082954 h 4821604"/>
              <a:gd name="connsiteX6869" fmla="*/ 847821 w 2947832"/>
              <a:gd name="connsiteY6869" fmla="*/ 3071496 h 4821604"/>
              <a:gd name="connsiteX6870" fmla="*/ 847821 w 2947832"/>
              <a:gd name="connsiteY6870" fmla="*/ 3069874 h 4821604"/>
              <a:gd name="connsiteX6871" fmla="*/ 854466 w 2947832"/>
              <a:gd name="connsiteY6871" fmla="*/ 3058415 h 4821604"/>
              <a:gd name="connsiteX6872" fmla="*/ 855879 w 2947832"/>
              <a:gd name="connsiteY6872" fmla="*/ 3057578 h 4821604"/>
              <a:gd name="connsiteX6873" fmla="*/ 938390 w 2947832"/>
              <a:gd name="connsiteY6873" fmla="*/ 3057211 h 4821604"/>
              <a:gd name="connsiteX6874" fmla="*/ 951994 w 2947832"/>
              <a:gd name="connsiteY6874" fmla="*/ 3057211 h 4821604"/>
              <a:gd name="connsiteX6875" fmla="*/ 953459 w 2947832"/>
              <a:gd name="connsiteY6875" fmla="*/ 3058048 h 4821604"/>
              <a:gd name="connsiteX6876" fmla="*/ 960260 w 2947832"/>
              <a:gd name="connsiteY6876" fmla="*/ 3069821 h 4821604"/>
              <a:gd name="connsiteX6877" fmla="*/ 960260 w 2947832"/>
              <a:gd name="connsiteY6877" fmla="*/ 3071495 h 4821604"/>
              <a:gd name="connsiteX6878" fmla="*/ 953459 w 2947832"/>
              <a:gd name="connsiteY6878" fmla="*/ 3083267 h 4821604"/>
              <a:gd name="connsiteX6879" fmla="*/ 951994 w 2947832"/>
              <a:gd name="connsiteY6879" fmla="*/ 3084104 h 4821604"/>
              <a:gd name="connsiteX6880" fmla="*/ 938390 w 2947832"/>
              <a:gd name="connsiteY6880" fmla="*/ 3084104 h 4821604"/>
              <a:gd name="connsiteX6881" fmla="*/ 936925 w 2947832"/>
              <a:gd name="connsiteY6881" fmla="*/ 3083267 h 4821604"/>
              <a:gd name="connsiteX6882" fmla="*/ 930123 w 2947832"/>
              <a:gd name="connsiteY6882" fmla="*/ 3071495 h 4821604"/>
              <a:gd name="connsiteX6883" fmla="*/ 930123 w 2947832"/>
              <a:gd name="connsiteY6883" fmla="*/ 3069821 h 4821604"/>
              <a:gd name="connsiteX6884" fmla="*/ 936925 w 2947832"/>
              <a:gd name="connsiteY6884" fmla="*/ 3058048 h 4821604"/>
              <a:gd name="connsiteX6885" fmla="*/ 938390 w 2947832"/>
              <a:gd name="connsiteY6885" fmla="*/ 3057211 h 4821604"/>
              <a:gd name="connsiteX6886" fmla="*/ 1020693 w 2947832"/>
              <a:gd name="connsiteY6886" fmla="*/ 3056531 h 4821604"/>
              <a:gd name="connsiteX6887" fmla="*/ 1035029 w 2947832"/>
              <a:gd name="connsiteY6887" fmla="*/ 3056531 h 4821604"/>
              <a:gd name="connsiteX6888" fmla="*/ 1036546 w 2947832"/>
              <a:gd name="connsiteY6888" fmla="*/ 3057421 h 4821604"/>
              <a:gd name="connsiteX6889" fmla="*/ 1043714 w 2947832"/>
              <a:gd name="connsiteY6889" fmla="*/ 3069821 h 4821604"/>
              <a:gd name="connsiteX6890" fmla="*/ 1043714 w 2947832"/>
              <a:gd name="connsiteY6890" fmla="*/ 3071600 h 4821604"/>
              <a:gd name="connsiteX6891" fmla="*/ 1036546 w 2947832"/>
              <a:gd name="connsiteY6891" fmla="*/ 3084000 h 4821604"/>
              <a:gd name="connsiteX6892" fmla="*/ 1035029 w 2947832"/>
              <a:gd name="connsiteY6892" fmla="*/ 3084890 h 4821604"/>
              <a:gd name="connsiteX6893" fmla="*/ 1020693 w 2947832"/>
              <a:gd name="connsiteY6893" fmla="*/ 3084890 h 4821604"/>
              <a:gd name="connsiteX6894" fmla="*/ 1019175 w 2947832"/>
              <a:gd name="connsiteY6894" fmla="*/ 3084000 h 4821604"/>
              <a:gd name="connsiteX6895" fmla="*/ 1012007 w 2947832"/>
              <a:gd name="connsiteY6895" fmla="*/ 3071600 h 4821604"/>
              <a:gd name="connsiteX6896" fmla="*/ 1012007 w 2947832"/>
              <a:gd name="connsiteY6896" fmla="*/ 3069821 h 4821604"/>
              <a:gd name="connsiteX6897" fmla="*/ 1019175 w 2947832"/>
              <a:gd name="connsiteY6897" fmla="*/ 3057421 h 4821604"/>
              <a:gd name="connsiteX6898" fmla="*/ 1020693 w 2947832"/>
              <a:gd name="connsiteY6898" fmla="*/ 3056531 h 4821604"/>
              <a:gd name="connsiteX6899" fmla="*/ 1599004 w 2947832"/>
              <a:gd name="connsiteY6899" fmla="*/ 3055903 h 4821604"/>
              <a:gd name="connsiteX6900" fmla="*/ 1613916 w 2947832"/>
              <a:gd name="connsiteY6900" fmla="*/ 3055903 h 4821604"/>
              <a:gd name="connsiteX6901" fmla="*/ 1615538 w 2947832"/>
              <a:gd name="connsiteY6901" fmla="*/ 3056845 h 4821604"/>
              <a:gd name="connsiteX6902" fmla="*/ 1623020 w 2947832"/>
              <a:gd name="connsiteY6902" fmla="*/ 3069768 h 4821604"/>
              <a:gd name="connsiteX6903" fmla="*/ 1623020 w 2947832"/>
              <a:gd name="connsiteY6903" fmla="*/ 3071600 h 4821604"/>
              <a:gd name="connsiteX6904" fmla="*/ 1615538 w 2947832"/>
              <a:gd name="connsiteY6904" fmla="*/ 3084523 h 4821604"/>
              <a:gd name="connsiteX6905" fmla="*/ 1613916 w 2947832"/>
              <a:gd name="connsiteY6905" fmla="*/ 3085465 h 4821604"/>
              <a:gd name="connsiteX6906" fmla="*/ 1599004 w 2947832"/>
              <a:gd name="connsiteY6906" fmla="*/ 3085465 h 4821604"/>
              <a:gd name="connsiteX6907" fmla="*/ 1597382 w 2947832"/>
              <a:gd name="connsiteY6907" fmla="*/ 3084523 h 4821604"/>
              <a:gd name="connsiteX6908" fmla="*/ 1589900 w 2947832"/>
              <a:gd name="connsiteY6908" fmla="*/ 3071600 h 4821604"/>
              <a:gd name="connsiteX6909" fmla="*/ 1589900 w 2947832"/>
              <a:gd name="connsiteY6909" fmla="*/ 3069768 h 4821604"/>
              <a:gd name="connsiteX6910" fmla="*/ 1597382 w 2947832"/>
              <a:gd name="connsiteY6910" fmla="*/ 3056845 h 4821604"/>
              <a:gd name="connsiteX6911" fmla="*/ 1599004 w 2947832"/>
              <a:gd name="connsiteY6911" fmla="*/ 3055903 h 4821604"/>
              <a:gd name="connsiteX6912" fmla="*/ 2342758 w 2947832"/>
              <a:gd name="connsiteY6912" fmla="*/ 3055589 h 4821604"/>
              <a:gd name="connsiteX6913" fmla="*/ 2358035 w 2947832"/>
              <a:gd name="connsiteY6913" fmla="*/ 3055589 h 4821604"/>
              <a:gd name="connsiteX6914" fmla="*/ 2359658 w 2947832"/>
              <a:gd name="connsiteY6914" fmla="*/ 3056531 h 4821604"/>
              <a:gd name="connsiteX6915" fmla="*/ 2367296 w 2947832"/>
              <a:gd name="connsiteY6915" fmla="*/ 3069768 h 4821604"/>
              <a:gd name="connsiteX6916" fmla="*/ 2367296 w 2947832"/>
              <a:gd name="connsiteY6916" fmla="*/ 3071652 h 4821604"/>
              <a:gd name="connsiteX6917" fmla="*/ 2359658 w 2947832"/>
              <a:gd name="connsiteY6917" fmla="*/ 3084889 h 4821604"/>
              <a:gd name="connsiteX6918" fmla="*/ 2358035 w 2947832"/>
              <a:gd name="connsiteY6918" fmla="*/ 3085831 h 4821604"/>
              <a:gd name="connsiteX6919" fmla="*/ 2342758 w 2947832"/>
              <a:gd name="connsiteY6919" fmla="*/ 3085831 h 4821604"/>
              <a:gd name="connsiteX6920" fmla="*/ 2341135 w 2947832"/>
              <a:gd name="connsiteY6920" fmla="*/ 3084889 h 4821604"/>
              <a:gd name="connsiteX6921" fmla="*/ 2333497 w 2947832"/>
              <a:gd name="connsiteY6921" fmla="*/ 3071652 h 4821604"/>
              <a:gd name="connsiteX6922" fmla="*/ 2333497 w 2947832"/>
              <a:gd name="connsiteY6922" fmla="*/ 3069768 h 4821604"/>
              <a:gd name="connsiteX6923" fmla="*/ 2341135 w 2947832"/>
              <a:gd name="connsiteY6923" fmla="*/ 3056531 h 4821604"/>
              <a:gd name="connsiteX6924" fmla="*/ 2342758 w 2947832"/>
              <a:gd name="connsiteY6924" fmla="*/ 3055589 h 4821604"/>
              <a:gd name="connsiteX6925" fmla="*/ 2260036 w 2947832"/>
              <a:gd name="connsiteY6925" fmla="*/ 3055485 h 4821604"/>
              <a:gd name="connsiteX6926" fmla="*/ 2275419 w 2947832"/>
              <a:gd name="connsiteY6926" fmla="*/ 3055485 h 4821604"/>
              <a:gd name="connsiteX6927" fmla="*/ 2277041 w 2947832"/>
              <a:gd name="connsiteY6927" fmla="*/ 3056427 h 4821604"/>
              <a:gd name="connsiteX6928" fmla="*/ 2284733 w 2947832"/>
              <a:gd name="connsiteY6928" fmla="*/ 3069769 h 4821604"/>
              <a:gd name="connsiteX6929" fmla="*/ 2284733 w 2947832"/>
              <a:gd name="connsiteY6929" fmla="*/ 3071652 h 4821604"/>
              <a:gd name="connsiteX6930" fmla="*/ 2277041 w 2947832"/>
              <a:gd name="connsiteY6930" fmla="*/ 3084994 h 4821604"/>
              <a:gd name="connsiteX6931" fmla="*/ 2275419 w 2947832"/>
              <a:gd name="connsiteY6931" fmla="*/ 3085936 h 4821604"/>
              <a:gd name="connsiteX6932" fmla="*/ 2260036 w 2947832"/>
              <a:gd name="connsiteY6932" fmla="*/ 3085936 h 4821604"/>
              <a:gd name="connsiteX6933" fmla="*/ 2258415 w 2947832"/>
              <a:gd name="connsiteY6933" fmla="*/ 3084994 h 4821604"/>
              <a:gd name="connsiteX6934" fmla="*/ 2250724 w 2947832"/>
              <a:gd name="connsiteY6934" fmla="*/ 3071652 h 4821604"/>
              <a:gd name="connsiteX6935" fmla="*/ 2250724 w 2947832"/>
              <a:gd name="connsiteY6935" fmla="*/ 3069769 h 4821604"/>
              <a:gd name="connsiteX6936" fmla="*/ 2258415 w 2947832"/>
              <a:gd name="connsiteY6936" fmla="*/ 3056427 h 4821604"/>
              <a:gd name="connsiteX6937" fmla="*/ 2260036 w 2947832"/>
              <a:gd name="connsiteY6937" fmla="*/ 3055485 h 4821604"/>
              <a:gd name="connsiteX6938" fmla="*/ 2177212 w 2947832"/>
              <a:gd name="connsiteY6938" fmla="*/ 3055171 h 4821604"/>
              <a:gd name="connsiteX6939" fmla="*/ 2192908 w 2947832"/>
              <a:gd name="connsiteY6939" fmla="*/ 3055171 h 4821604"/>
              <a:gd name="connsiteX6940" fmla="*/ 2194582 w 2947832"/>
              <a:gd name="connsiteY6940" fmla="*/ 3056165 h 4821604"/>
              <a:gd name="connsiteX6941" fmla="*/ 2202431 w 2947832"/>
              <a:gd name="connsiteY6941" fmla="*/ 3069769 h 4821604"/>
              <a:gd name="connsiteX6942" fmla="*/ 2202431 w 2947832"/>
              <a:gd name="connsiteY6942" fmla="*/ 3071705 h 4821604"/>
              <a:gd name="connsiteX6943" fmla="*/ 2194582 w 2947832"/>
              <a:gd name="connsiteY6943" fmla="*/ 3085308 h 4821604"/>
              <a:gd name="connsiteX6944" fmla="*/ 2192908 w 2947832"/>
              <a:gd name="connsiteY6944" fmla="*/ 3086302 h 4821604"/>
              <a:gd name="connsiteX6945" fmla="*/ 2177212 w 2947832"/>
              <a:gd name="connsiteY6945" fmla="*/ 3086302 h 4821604"/>
              <a:gd name="connsiteX6946" fmla="*/ 2175538 w 2947832"/>
              <a:gd name="connsiteY6946" fmla="*/ 3085308 h 4821604"/>
              <a:gd name="connsiteX6947" fmla="*/ 2167690 w 2947832"/>
              <a:gd name="connsiteY6947" fmla="*/ 3071705 h 4821604"/>
              <a:gd name="connsiteX6948" fmla="*/ 2167690 w 2947832"/>
              <a:gd name="connsiteY6948" fmla="*/ 3069769 h 4821604"/>
              <a:gd name="connsiteX6949" fmla="*/ 2175538 w 2947832"/>
              <a:gd name="connsiteY6949" fmla="*/ 3056165 h 4821604"/>
              <a:gd name="connsiteX6950" fmla="*/ 2177212 w 2947832"/>
              <a:gd name="connsiteY6950" fmla="*/ 3055171 h 4821604"/>
              <a:gd name="connsiteX6951" fmla="*/ 2424851 w 2947832"/>
              <a:gd name="connsiteY6951" fmla="*/ 3054438 h 4821604"/>
              <a:gd name="connsiteX6952" fmla="*/ 2441280 w 2947832"/>
              <a:gd name="connsiteY6952" fmla="*/ 3054438 h 4821604"/>
              <a:gd name="connsiteX6953" fmla="*/ 2443059 w 2947832"/>
              <a:gd name="connsiteY6953" fmla="*/ 3055432 h 4821604"/>
              <a:gd name="connsiteX6954" fmla="*/ 2451273 w 2947832"/>
              <a:gd name="connsiteY6954" fmla="*/ 3069663 h 4821604"/>
              <a:gd name="connsiteX6955" fmla="*/ 2451273 w 2947832"/>
              <a:gd name="connsiteY6955" fmla="*/ 3071704 h 4821604"/>
              <a:gd name="connsiteX6956" fmla="*/ 2443059 w 2947832"/>
              <a:gd name="connsiteY6956" fmla="*/ 3085936 h 4821604"/>
              <a:gd name="connsiteX6957" fmla="*/ 2441280 w 2947832"/>
              <a:gd name="connsiteY6957" fmla="*/ 3086930 h 4821604"/>
              <a:gd name="connsiteX6958" fmla="*/ 2424851 w 2947832"/>
              <a:gd name="connsiteY6958" fmla="*/ 3086930 h 4821604"/>
              <a:gd name="connsiteX6959" fmla="*/ 2423072 w 2947832"/>
              <a:gd name="connsiteY6959" fmla="*/ 3085936 h 4821604"/>
              <a:gd name="connsiteX6960" fmla="*/ 2414858 w 2947832"/>
              <a:gd name="connsiteY6960" fmla="*/ 3071704 h 4821604"/>
              <a:gd name="connsiteX6961" fmla="*/ 2414858 w 2947832"/>
              <a:gd name="connsiteY6961" fmla="*/ 3069663 h 4821604"/>
              <a:gd name="connsiteX6962" fmla="*/ 2423072 w 2947832"/>
              <a:gd name="connsiteY6962" fmla="*/ 3055432 h 4821604"/>
              <a:gd name="connsiteX6963" fmla="*/ 2424851 w 2947832"/>
              <a:gd name="connsiteY6963" fmla="*/ 3054438 h 4821604"/>
              <a:gd name="connsiteX6964" fmla="*/ 2672123 w 2947832"/>
              <a:gd name="connsiteY6964" fmla="*/ 3053130 h 4821604"/>
              <a:gd name="connsiteX6965" fmla="*/ 2689860 w 2947832"/>
              <a:gd name="connsiteY6965" fmla="*/ 3053130 h 4821604"/>
              <a:gd name="connsiteX6966" fmla="*/ 2691744 w 2947832"/>
              <a:gd name="connsiteY6966" fmla="*/ 3054229 h 4821604"/>
              <a:gd name="connsiteX6967" fmla="*/ 2700639 w 2947832"/>
              <a:gd name="connsiteY6967" fmla="*/ 3069611 h 4821604"/>
              <a:gd name="connsiteX6968" fmla="*/ 2700639 w 2947832"/>
              <a:gd name="connsiteY6968" fmla="*/ 3071809 h 4821604"/>
              <a:gd name="connsiteX6969" fmla="*/ 2691744 w 2947832"/>
              <a:gd name="connsiteY6969" fmla="*/ 3087192 h 4821604"/>
              <a:gd name="connsiteX6970" fmla="*/ 2689860 w 2947832"/>
              <a:gd name="connsiteY6970" fmla="*/ 3088290 h 4821604"/>
              <a:gd name="connsiteX6971" fmla="*/ 2672123 w 2947832"/>
              <a:gd name="connsiteY6971" fmla="*/ 3088290 h 4821604"/>
              <a:gd name="connsiteX6972" fmla="*/ 2670239 w 2947832"/>
              <a:gd name="connsiteY6972" fmla="*/ 3087192 h 4821604"/>
              <a:gd name="connsiteX6973" fmla="*/ 2661345 w 2947832"/>
              <a:gd name="connsiteY6973" fmla="*/ 3071809 h 4821604"/>
              <a:gd name="connsiteX6974" fmla="*/ 2661345 w 2947832"/>
              <a:gd name="connsiteY6974" fmla="*/ 3069611 h 4821604"/>
              <a:gd name="connsiteX6975" fmla="*/ 2670239 w 2947832"/>
              <a:gd name="connsiteY6975" fmla="*/ 3054229 h 4821604"/>
              <a:gd name="connsiteX6976" fmla="*/ 2672123 w 2947832"/>
              <a:gd name="connsiteY6976" fmla="*/ 3053130 h 4821604"/>
              <a:gd name="connsiteX6977" fmla="*/ 2506786 w 2947832"/>
              <a:gd name="connsiteY6977" fmla="*/ 3053130 h 4821604"/>
              <a:gd name="connsiteX6978" fmla="*/ 2524523 w 2947832"/>
              <a:gd name="connsiteY6978" fmla="*/ 3053130 h 4821604"/>
              <a:gd name="connsiteX6979" fmla="*/ 2526407 w 2947832"/>
              <a:gd name="connsiteY6979" fmla="*/ 3054229 h 4821604"/>
              <a:gd name="connsiteX6980" fmla="*/ 2535301 w 2947832"/>
              <a:gd name="connsiteY6980" fmla="*/ 3069611 h 4821604"/>
              <a:gd name="connsiteX6981" fmla="*/ 2535301 w 2947832"/>
              <a:gd name="connsiteY6981" fmla="*/ 3071809 h 4821604"/>
              <a:gd name="connsiteX6982" fmla="*/ 2526407 w 2947832"/>
              <a:gd name="connsiteY6982" fmla="*/ 3087192 h 4821604"/>
              <a:gd name="connsiteX6983" fmla="*/ 2524523 w 2947832"/>
              <a:gd name="connsiteY6983" fmla="*/ 3088290 h 4821604"/>
              <a:gd name="connsiteX6984" fmla="*/ 2506786 w 2947832"/>
              <a:gd name="connsiteY6984" fmla="*/ 3088290 h 4821604"/>
              <a:gd name="connsiteX6985" fmla="*/ 2504902 w 2947832"/>
              <a:gd name="connsiteY6985" fmla="*/ 3087192 h 4821604"/>
              <a:gd name="connsiteX6986" fmla="*/ 2496008 w 2947832"/>
              <a:gd name="connsiteY6986" fmla="*/ 3071809 h 4821604"/>
              <a:gd name="connsiteX6987" fmla="*/ 2496008 w 2947832"/>
              <a:gd name="connsiteY6987" fmla="*/ 3069611 h 4821604"/>
              <a:gd name="connsiteX6988" fmla="*/ 2504902 w 2947832"/>
              <a:gd name="connsiteY6988" fmla="*/ 3054229 h 4821604"/>
              <a:gd name="connsiteX6989" fmla="*/ 2506786 w 2947832"/>
              <a:gd name="connsiteY6989" fmla="*/ 3053130 h 4821604"/>
              <a:gd name="connsiteX6990" fmla="*/ 2754634 w 2947832"/>
              <a:gd name="connsiteY6990" fmla="*/ 3052869 h 4821604"/>
              <a:gd name="connsiteX6991" fmla="*/ 2772685 w 2947832"/>
              <a:gd name="connsiteY6991" fmla="*/ 3052869 h 4821604"/>
              <a:gd name="connsiteX6992" fmla="*/ 2774621 w 2947832"/>
              <a:gd name="connsiteY6992" fmla="*/ 3053968 h 4821604"/>
              <a:gd name="connsiteX6993" fmla="*/ 2783620 w 2947832"/>
              <a:gd name="connsiteY6993" fmla="*/ 3069612 h 4821604"/>
              <a:gd name="connsiteX6994" fmla="*/ 2783620 w 2947832"/>
              <a:gd name="connsiteY6994" fmla="*/ 3071862 h 4821604"/>
              <a:gd name="connsiteX6995" fmla="*/ 2774621 w 2947832"/>
              <a:gd name="connsiteY6995" fmla="*/ 3087506 h 4821604"/>
              <a:gd name="connsiteX6996" fmla="*/ 2772685 w 2947832"/>
              <a:gd name="connsiteY6996" fmla="*/ 3088605 h 4821604"/>
              <a:gd name="connsiteX6997" fmla="*/ 2754634 w 2947832"/>
              <a:gd name="connsiteY6997" fmla="*/ 3088605 h 4821604"/>
              <a:gd name="connsiteX6998" fmla="*/ 2752698 w 2947832"/>
              <a:gd name="connsiteY6998" fmla="*/ 3087506 h 4821604"/>
              <a:gd name="connsiteX6999" fmla="*/ 2743699 w 2947832"/>
              <a:gd name="connsiteY6999" fmla="*/ 3071862 h 4821604"/>
              <a:gd name="connsiteX7000" fmla="*/ 2743699 w 2947832"/>
              <a:gd name="connsiteY7000" fmla="*/ 3069612 h 4821604"/>
              <a:gd name="connsiteX7001" fmla="*/ 2752698 w 2947832"/>
              <a:gd name="connsiteY7001" fmla="*/ 3053968 h 4821604"/>
              <a:gd name="connsiteX7002" fmla="*/ 2754634 w 2947832"/>
              <a:gd name="connsiteY7002" fmla="*/ 3052869 h 4821604"/>
              <a:gd name="connsiteX7003" fmla="*/ 1762667 w 2947832"/>
              <a:gd name="connsiteY7003" fmla="*/ 3052659 h 4821604"/>
              <a:gd name="connsiteX7004" fmla="*/ 1780875 w 2947832"/>
              <a:gd name="connsiteY7004" fmla="*/ 3052659 h 4821604"/>
              <a:gd name="connsiteX7005" fmla="*/ 1782811 w 2947832"/>
              <a:gd name="connsiteY7005" fmla="*/ 3053810 h 4821604"/>
              <a:gd name="connsiteX7006" fmla="*/ 1791915 w 2947832"/>
              <a:gd name="connsiteY7006" fmla="*/ 3069559 h 4821604"/>
              <a:gd name="connsiteX7007" fmla="*/ 1791915 w 2947832"/>
              <a:gd name="connsiteY7007" fmla="*/ 3071809 h 4821604"/>
              <a:gd name="connsiteX7008" fmla="*/ 1782811 w 2947832"/>
              <a:gd name="connsiteY7008" fmla="*/ 3087558 h 4821604"/>
              <a:gd name="connsiteX7009" fmla="*/ 1780875 w 2947832"/>
              <a:gd name="connsiteY7009" fmla="*/ 3088709 h 4821604"/>
              <a:gd name="connsiteX7010" fmla="*/ 1762667 w 2947832"/>
              <a:gd name="connsiteY7010" fmla="*/ 3088709 h 4821604"/>
              <a:gd name="connsiteX7011" fmla="*/ 1760731 w 2947832"/>
              <a:gd name="connsiteY7011" fmla="*/ 3087558 h 4821604"/>
              <a:gd name="connsiteX7012" fmla="*/ 1751627 w 2947832"/>
              <a:gd name="connsiteY7012" fmla="*/ 3071809 h 4821604"/>
              <a:gd name="connsiteX7013" fmla="*/ 1751627 w 2947832"/>
              <a:gd name="connsiteY7013" fmla="*/ 3069559 h 4821604"/>
              <a:gd name="connsiteX7014" fmla="*/ 1760731 w 2947832"/>
              <a:gd name="connsiteY7014" fmla="*/ 3053810 h 4821604"/>
              <a:gd name="connsiteX7015" fmla="*/ 1762667 w 2947832"/>
              <a:gd name="connsiteY7015" fmla="*/ 3052659 h 4821604"/>
              <a:gd name="connsiteX7016" fmla="*/ 1101215 w 2947832"/>
              <a:gd name="connsiteY7016" fmla="*/ 3052293 h 4821604"/>
              <a:gd name="connsiteX7017" fmla="*/ 1119842 w 2947832"/>
              <a:gd name="connsiteY7017" fmla="*/ 3052293 h 4821604"/>
              <a:gd name="connsiteX7018" fmla="*/ 1121830 w 2947832"/>
              <a:gd name="connsiteY7018" fmla="*/ 3053444 h 4821604"/>
              <a:gd name="connsiteX7019" fmla="*/ 1131143 w 2947832"/>
              <a:gd name="connsiteY7019" fmla="*/ 3069559 h 4821604"/>
              <a:gd name="connsiteX7020" fmla="*/ 1131143 w 2947832"/>
              <a:gd name="connsiteY7020" fmla="*/ 3071862 h 4821604"/>
              <a:gd name="connsiteX7021" fmla="*/ 1121830 w 2947832"/>
              <a:gd name="connsiteY7021" fmla="*/ 3087976 h 4821604"/>
              <a:gd name="connsiteX7022" fmla="*/ 1119842 w 2947832"/>
              <a:gd name="connsiteY7022" fmla="*/ 3089128 h 4821604"/>
              <a:gd name="connsiteX7023" fmla="*/ 1101215 w 2947832"/>
              <a:gd name="connsiteY7023" fmla="*/ 3089128 h 4821604"/>
              <a:gd name="connsiteX7024" fmla="*/ 1099227 w 2947832"/>
              <a:gd name="connsiteY7024" fmla="*/ 3087976 h 4821604"/>
              <a:gd name="connsiteX7025" fmla="*/ 1089914 w 2947832"/>
              <a:gd name="connsiteY7025" fmla="*/ 3071862 h 4821604"/>
              <a:gd name="connsiteX7026" fmla="*/ 1089914 w 2947832"/>
              <a:gd name="connsiteY7026" fmla="*/ 3069559 h 4821604"/>
              <a:gd name="connsiteX7027" fmla="*/ 1099227 w 2947832"/>
              <a:gd name="connsiteY7027" fmla="*/ 3053444 h 4821604"/>
              <a:gd name="connsiteX7028" fmla="*/ 1101215 w 2947832"/>
              <a:gd name="connsiteY7028" fmla="*/ 3052293 h 4821604"/>
              <a:gd name="connsiteX7029" fmla="*/ 2588983 w 2947832"/>
              <a:gd name="connsiteY7029" fmla="*/ 3052136 h 4821604"/>
              <a:gd name="connsiteX7030" fmla="*/ 2607715 w 2947832"/>
              <a:gd name="connsiteY7030" fmla="*/ 3052136 h 4821604"/>
              <a:gd name="connsiteX7031" fmla="*/ 2609703 w 2947832"/>
              <a:gd name="connsiteY7031" fmla="*/ 3053287 h 4821604"/>
              <a:gd name="connsiteX7032" fmla="*/ 2619068 w 2947832"/>
              <a:gd name="connsiteY7032" fmla="*/ 3069507 h 4821604"/>
              <a:gd name="connsiteX7033" fmla="*/ 2619068 w 2947832"/>
              <a:gd name="connsiteY7033" fmla="*/ 3071809 h 4821604"/>
              <a:gd name="connsiteX7034" fmla="*/ 2609703 w 2947832"/>
              <a:gd name="connsiteY7034" fmla="*/ 3088029 h 4821604"/>
              <a:gd name="connsiteX7035" fmla="*/ 2607715 w 2947832"/>
              <a:gd name="connsiteY7035" fmla="*/ 3089180 h 4821604"/>
              <a:gd name="connsiteX7036" fmla="*/ 2588983 w 2947832"/>
              <a:gd name="connsiteY7036" fmla="*/ 3089180 h 4821604"/>
              <a:gd name="connsiteX7037" fmla="*/ 2586995 w 2947832"/>
              <a:gd name="connsiteY7037" fmla="*/ 3088029 h 4821604"/>
              <a:gd name="connsiteX7038" fmla="*/ 2577630 w 2947832"/>
              <a:gd name="connsiteY7038" fmla="*/ 3071809 h 4821604"/>
              <a:gd name="connsiteX7039" fmla="*/ 2577630 w 2947832"/>
              <a:gd name="connsiteY7039" fmla="*/ 3069507 h 4821604"/>
              <a:gd name="connsiteX7040" fmla="*/ 2586995 w 2947832"/>
              <a:gd name="connsiteY7040" fmla="*/ 3053287 h 4821604"/>
              <a:gd name="connsiteX7041" fmla="*/ 2588983 w 2947832"/>
              <a:gd name="connsiteY7041" fmla="*/ 3052136 h 4821604"/>
              <a:gd name="connsiteX7042" fmla="*/ 2092817 w 2947832"/>
              <a:gd name="connsiteY7042" fmla="*/ 3051718 h 4821604"/>
              <a:gd name="connsiteX7043" fmla="*/ 2111967 w 2947832"/>
              <a:gd name="connsiteY7043" fmla="*/ 3051718 h 4821604"/>
              <a:gd name="connsiteX7044" fmla="*/ 2114008 w 2947832"/>
              <a:gd name="connsiteY7044" fmla="*/ 3052922 h 4821604"/>
              <a:gd name="connsiteX7045" fmla="*/ 2123582 w 2947832"/>
              <a:gd name="connsiteY7045" fmla="*/ 3069508 h 4821604"/>
              <a:gd name="connsiteX7046" fmla="*/ 2123582 w 2947832"/>
              <a:gd name="connsiteY7046" fmla="*/ 3071862 h 4821604"/>
              <a:gd name="connsiteX7047" fmla="*/ 2114008 w 2947832"/>
              <a:gd name="connsiteY7047" fmla="*/ 3088448 h 4821604"/>
              <a:gd name="connsiteX7048" fmla="*/ 2111967 w 2947832"/>
              <a:gd name="connsiteY7048" fmla="*/ 3089651 h 4821604"/>
              <a:gd name="connsiteX7049" fmla="*/ 2092817 w 2947832"/>
              <a:gd name="connsiteY7049" fmla="*/ 3089651 h 4821604"/>
              <a:gd name="connsiteX7050" fmla="*/ 2090777 w 2947832"/>
              <a:gd name="connsiteY7050" fmla="*/ 3088448 h 4821604"/>
              <a:gd name="connsiteX7051" fmla="*/ 2081202 w 2947832"/>
              <a:gd name="connsiteY7051" fmla="*/ 3071862 h 4821604"/>
              <a:gd name="connsiteX7052" fmla="*/ 2081202 w 2947832"/>
              <a:gd name="connsiteY7052" fmla="*/ 3069508 h 4821604"/>
              <a:gd name="connsiteX7053" fmla="*/ 2090777 w 2947832"/>
              <a:gd name="connsiteY7053" fmla="*/ 3052922 h 4821604"/>
              <a:gd name="connsiteX7054" fmla="*/ 2092817 w 2947832"/>
              <a:gd name="connsiteY7054" fmla="*/ 3051718 h 4821604"/>
              <a:gd name="connsiteX7055" fmla="*/ 1183517 w 2947832"/>
              <a:gd name="connsiteY7055" fmla="*/ 3051561 h 4821604"/>
              <a:gd name="connsiteX7056" fmla="*/ 1202876 w 2947832"/>
              <a:gd name="connsiteY7056" fmla="*/ 3051561 h 4821604"/>
              <a:gd name="connsiteX7057" fmla="*/ 1204969 w 2947832"/>
              <a:gd name="connsiteY7057" fmla="*/ 3052764 h 4821604"/>
              <a:gd name="connsiteX7058" fmla="*/ 1214648 w 2947832"/>
              <a:gd name="connsiteY7058" fmla="*/ 3069507 h 4821604"/>
              <a:gd name="connsiteX7059" fmla="*/ 1214648 w 2947832"/>
              <a:gd name="connsiteY7059" fmla="*/ 3071914 h 4821604"/>
              <a:gd name="connsiteX7060" fmla="*/ 1204969 w 2947832"/>
              <a:gd name="connsiteY7060" fmla="*/ 3088657 h 4821604"/>
              <a:gd name="connsiteX7061" fmla="*/ 1202876 w 2947832"/>
              <a:gd name="connsiteY7061" fmla="*/ 3089861 h 4821604"/>
              <a:gd name="connsiteX7062" fmla="*/ 1183517 w 2947832"/>
              <a:gd name="connsiteY7062" fmla="*/ 3089861 h 4821604"/>
              <a:gd name="connsiteX7063" fmla="*/ 1181424 w 2947832"/>
              <a:gd name="connsiteY7063" fmla="*/ 3088657 h 4821604"/>
              <a:gd name="connsiteX7064" fmla="*/ 1171745 w 2947832"/>
              <a:gd name="connsiteY7064" fmla="*/ 3071914 h 4821604"/>
              <a:gd name="connsiteX7065" fmla="*/ 1171745 w 2947832"/>
              <a:gd name="connsiteY7065" fmla="*/ 3069507 h 4821604"/>
              <a:gd name="connsiteX7066" fmla="*/ 1181424 w 2947832"/>
              <a:gd name="connsiteY7066" fmla="*/ 3052764 h 4821604"/>
              <a:gd name="connsiteX7067" fmla="*/ 1183517 w 2947832"/>
              <a:gd name="connsiteY7067" fmla="*/ 3051561 h 4821604"/>
              <a:gd name="connsiteX7068" fmla="*/ 1265925 w 2947832"/>
              <a:gd name="connsiteY7068" fmla="*/ 3051142 h 4821604"/>
              <a:gd name="connsiteX7069" fmla="*/ 1285702 w 2947832"/>
              <a:gd name="connsiteY7069" fmla="*/ 3051142 h 4821604"/>
              <a:gd name="connsiteX7070" fmla="*/ 1287795 w 2947832"/>
              <a:gd name="connsiteY7070" fmla="*/ 3052345 h 4821604"/>
              <a:gd name="connsiteX7071" fmla="*/ 1297684 w 2947832"/>
              <a:gd name="connsiteY7071" fmla="*/ 3069455 h 4821604"/>
              <a:gd name="connsiteX7072" fmla="*/ 1297684 w 2947832"/>
              <a:gd name="connsiteY7072" fmla="*/ 3071914 h 4821604"/>
              <a:gd name="connsiteX7073" fmla="*/ 1287795 w 2947832"/>
              <a:gd name="connsiteY7073" fmla="*/ 3089023 h 4821604"/>
              <a:gd name="connsiteX7074" fmla="*/ 1285702 w 2947832"/>
              <a:gd name="connsiteY7074" fmla="*/ 3090226 h 4821604"/>
              <a:gd name="connsiteX7075" fmla="*/ 1265925 w 2947832"/>
              <a:gd name="connsiteY7075" fmla="*/ 3090226 h 4821604"/>
              <a:gd name="connsiteX7076" fmla="*/ 1263832 w 2947832"/>
              <a:gd name="connsiteY7076" fmla="*/ 3089023 h 4821604"/>
              <a:gd name="connsiteX7077" fmla="*/ 1253943 w 2947832"/>
              <a:gd name="connsiteY7077" fmla="*/ 3071914 h 4821604"/>
              <a:gd name="connsiteX7078" fmla="*/ 1253943 w 2947832"/>
              <a:gd name="connsiteY7078" fmla="*/ 3069455 h 4821604"/>
              <a:gd name="connsiteX7079" fmla="*/ 1263832 w 2947832"/>
              <a:gd name="connsiteY7079" fmla="*/ 3052345 h 4821604"/>
              <a:gd name="connsiteX7080" fmla="*/ 1265925 w 2947832"/>
              <a:gd name="connsiteY7080" fmla="*/ 3051142 h 4821604"/>
              <a:gd name="connsiteX7081" fmla="*/ 1430999 w 2947832"/>
              <a:gd name="connsiteY7081" fmla="*/ 3050567 h 4821604"/>
              <a:gd name="connsiteX7082" fmla="*/ 1451352 w 2947832"/>
              <a:gd name="connsiteY7082" fmla="*/ 3050567 h 4821604"/>
              <a:gd name="connsiteX7083" fmla="*/ 1453550 w 2947832"/>
              <a:gd name="connsiteY7083" fmla="*/ 3051823 h 4821604"/>
              <a:gd name="connsiteX7084" fmla="*/ 1463753 w 2947832"/>
              <a:gd name="connsiteY7084" fmla="*/ 3069455 h 4821604"/>
              <a:gd name="connsiteX7085" fmla="*/ 1463753 w 2947832"/>
              <a:gd name="connsiteY7085" fmla="*/ 3071966 h 4821604"/>
              <a:gd name="connsiteX7086" fmla="*/ 1453550 w 2947832"/>
              <a:gd name="connsiteY7086" fmla="*/ 3089599 h 4821604"/>
              <a:gd name="connsiteX7087" fmla="*/ 1451352 w 2947832"/>
              <a:gd name="connsiteY7087" fmla="*/ 3090855 h 4821604"/>
              <a:gd name="connsiteX7088" fmla="*/ 1430999 w 2947832"/>
              <a:gd name="connsiteY7088" fmla="*/ 3090855 h 4821604"/>
              <a:gd name="connsiteX7089" fmla="*/ 1428802 w 2947832"/>
              <a:gd name="connsiteY7089" fmla="*/ 3089599 h 4821604"/>
              <a:gd name="connsiteX7090" fmla="*/ 1418599 w 2947832"/>
              <a:gd name="connsiteY7090" fmla="*/ 3071966 h 4821604"/>
              <a:gd name="connsiteX7091" fmla="*/ 1418599 w 2947832"/>
              <a:gd name="connsiteY7091" fmla="*/ 3069455 h 4821604"/>
              <a:gd name="connsiteX7092" fmla="*/ 1428802 w 2947832"/>
              <a:gd name="connsiteY7092" fmla="*/ 3051823 h 4821604"/>
              <a:gd name="connsiteX7093" fmla="*/ 1430999 w 2947832"/>
              <a:gd name="connsiteY7093" fmla="*/ 3050567 h 4821604"/>
              <a:gd name="connsiteX7094" fmla="*/ 1513562 w 2947832"/>
              <a:gd name="connsiteY7094" fmla="*/ 3050410 h 4821604"/>
              <a:gd name="connsiteX7095" fmla="*/ 1534073 w 2947832"/>
              <a:gd name="connsiteY7095" fmla="*/ 3050410 h 4821604"/>
              <a:gd name="connsiteX7096" fmla="*/ 1536270 w 2947832"/>
              <a:gd name="connsiteY7096" fmla="*/ 3051666 h 4821604"/>
              <a:gd name="connsiteX7097" fmla="*/ 1546525 w 2947832"/>
              <a:gd name="connsiteY7097" fmla="*/ 3069455 h 4821604"/>
              <a:gd name="connsiteX7098" fmla="*/ 1546525 w 2947832"/>
              <a:gd name="connsiteY7098" fmla="*/ 3072019 h 4821604"/>
              <a:gd name="connsiteX7099" fmla="*/ 1536270 w 2947832"/>
              <a:gd name="connsiteY7099" fmla="*/ 3089808 h 4821604"/>
              <a:gd name="connsiteX7100" fmla="*/ 1534073 w 2947832"/>
              <a:gd name="connsiteY7100" fmla="*/ 3091064 h 4821604"/>
              <a:gd name="connsiteX7101" fmla="*/ 1513562 w 2947832"/>
              <a:gd name="connsiteY7101" fmla="*/ 3091064 h 4821604"/>
              <a:gd name="connsiteX7102" fmla="*/ 1511365 w 2947832"/>
              <a:gd name="connsiteY7102" fmla="*/ 3089808 h 4821604"/>
              <a:gd name="connsiteX7103" fmla="*/ 1501110 w 2947832"/>
              <a:gd name="connsiteY7103" fmla="*/ 3072019 h 4821604"/>
              <a:gd name="connsiteX7104" fmla="*/ 1501110 w 2947832"/>
              <a:gd name="connsiteY7104" fmla="*/ 3069455 h 4821604"/>
              <a:gd name="connsiteX7105" fmla="*/ 1511365 w 2947832"/>
              <a:gd name="connsiteY7105" fmla="*/ 3051666 h 4821604"/>
              <a:gd name="connsiteX7106" fmla="*/ 1513562 w 2947832"/>
              <a:gd name="connsiteY7106" fmla="*/ 3050410 h 4821604"/>
              <a:gd name="connsiteX7107" fmla="*/ 2836047 w 2947832"/>
              <a:gd name="connsiteY7107" fmla="*/ 3050357 h 4821604"/>
              <a:gd name="connsiteX7108" fmla="*/ 2856609 w 2947832"/>
              <a:gd name="connsiteY7108" fmla="*/ 3050357 h 4821604"/>
              <a:gd name="connsiteX7109" fmla="*/ 2858807 w 2947832"/>
              <a:gd name="connsiteY7109" fmla="*/ 3051613 h 4821604"/>
              <a:gd name="connsiteX7110" fmla="*/ 2869114 w 2947832"/>
              <a:gd name="connsiteY7110" fmla="*/ 3069402 h 4821604"/>
              <a:gd name="connsiteX7111" fmla="*/ 2869114 w 2947832"/>
              <a:gd name="connsiteY7111" fmla="*/ 3071966 h 4821604"/>
              <a:gd name="connsiteX7112" fmla="*/ 2858807 w 2947832"/>
              <a:gd name="connsiteY7112" fmla="*/ 3089755 h 4821604"/>
              <a:gd name="connsiteX7113" fmla="*/ 2856609 w 2947832"/>
              <a:gd name="connsiteY7113" fmla="*/ 3091011 h 4821604"/>
              <a:gd name="connsiteX7114" fmla="*/ 2836047 w 2947832"/>
              <a:gd name="connsiteY7114" fmla="*/ 3091011 h 4821604"/>
              <a:gd name="connsiteX7115" fmla="*/ 2833849 w 2947832"/>
              <a:gd name="connsiteY7115" fmla="*/ 3089755 h 4821604"/>
              <a:gd name="connsiteX7116" fmla="*/ 2823542 w 2947832"/>
              <a:gd name="connsiteY7116" fmla="*/ 3071966 h 4821604"/>
              <a:gd name="connsiteX7117" fmla="*/ 2823542 w 2947832"/>
              <a:gd name="connsiteY7117" fmla="*/ 3069402 h 4821604"/>
              <a:gd name="connsiteX7118" fmla="*/ 2833849 w 2947832"/>
              <a:gd name="connsiteY7118" fmla="*/ 3051613 h 4821604"/>
              <a:gd name="connsiteX7119" fmla="*/ 2836047 w 2947832"/>
              <a:gd name="connsiteY7119" fmla="*/ 3050357 h 4821604"/>
              <a:gd name="connsiteX7120" fmla="*/ 1348174 w 2947832"/>
              <a:gd name="connsiteY7120" fmla="*/ 3050357 h 4821604"/>
              <a:gd name="connsiteX7121" fmla="*/ 1368736 w 2947832"/>
              <a:gd name="connsiteY7121" fmla="*/ 3050357 h 4821604"/>
              <a:gd name="connsiteX7122" fmla="*/ 1370934 w 2947832"/>
              <a:gd name="connsiteY7122" fmla="*/ 3051613 h 4821604"/>
              <a:gd name="connsiteX7123" fmla="*/ 1381241 w 2947832"/>
              <a:gd name="connsiteY7123" fmla="*/ 3069402 h 4821604"/>
              <a:gd name="connsiteX7124" fmla="*/ 1381241 w 2947832"/>
              <a:gd name="connsiteY7124" fmla="*/ 3071966 h 4821604"/>
              <a:gd name="connsiteX7125" fmla="*/ 1370934 w 2947832"/>
              <a:gd name="connsiteY7125" fmla="*/ 3089755 h 4821604"/>
              <a:gd name="connsiteX7126" fmla="*/ 1368736 w 2947832"/>
              <a:gd name="connsiteY7126" fmla="*/ 3091011 h 4821604"/>
              <a:gd name="connsiteX7127" fmla="*/ 1348174 w 2947832"/>
              <a:gd name="connsiteY7127" fmla="*/ 3091011 h 4821604"/>
              <a:gd name="connsiteX7128" fmla="*/ 1345976 w 2947832"/>
              <a:gd name="connsiteY7128" fmla="*/ 3089755 h 4821604"/>
              <a:gd name="connsiteX7129" fmla="*/ 1335669 w 2947832"/>
              <a:gd name="connsiteY7129" fmla="*/ 3071966 h 4821604"/>
              <a:gd name="connsiteX7130" fmla="*/ 1335669 w 2947832"/>
              <a:gd name="connsiteY7130" fmla="*/ 3069402 h 4821604"/>
              <a:gd name="connsiteX7131" fmla="*/ 1345976 w 2947832"/>
              <a:gd name="connsiteY7131" fmla="*/ 3051613 h 4821604"/>
              <a:gd name="connsiteX7132" fmla="*/ 1348174 w 2947832"/>
              <a:gd name="connsiteY7132" fmla="*/ 3050357 h 4821604"/>
              <a:gd name="connsiteX7133" fmla="*/ 2009260 w 2947832"/>
              <a:gd name="connsiteY7133" fmla="*/ 3049886 h 4821604"/>
              <a:gd name="connsiteX7134" fmla="*/ 2030293 w 2947832"/>
              <a:gd name="connsiteY7134" fmla="*/ 3049886 h 4821604"/>
              <a:gd name="connsiteX7135" fmla="*/ 2032543 w 2947832"/>
              <a:gd name="connsiteY7135" fmla="*/ 3051194 h 4821604"/>
              <a:gd name="connsiteX7136" fmla="*/ 2043059 w 2947832"/>
              <a:gd name="connsiteY7136" fmla="*/ 3069402 h 4821604"/>
              <a:gd name="connsiteX7137" fmla="*/ 2043059 w 2947832"/>
              <a:gd name="connsiteY7137" fmla="*/ 3072018 h 4821604"/>
              <a:gd name="connsiteX7138" fmla="*/ 2032543 w 2947832"/>
              <a:gd name="connsiteY7138" fmla="*/ 3090226 h 4821604"/>
              <a:gd name="connsiteX7139" fmla="*/ 2030293 w 2947832"/>
              <a:gd name="connsiteY7139" fmla="*/ 3091534 h 4821604"/>
              <a:gd name="connsiteX7140" fmla="*/ 2009260 w 2947832"/>
              <a:gd name="connsiteY7140" fmla="*/ 3091534 h 4821604"/>
              <a:gd name="connsiteX7141" fmla="*/ 2007009 w 2947832"/>
              <a:gd name="connsiteY7141" fmla="*/ 3090226 h 4821604"/>
              <a:gd name="connsiteX7142" fmla="*/ 1996493 w 2947832"/>
              <a:gd name="connsiteY7142" fmla="*/ 3072018 h 4821604"/>
              <a:gd name="connsiteX7143" fmla="*/ 1996493 w 2947832"/>
              <a:gd name="connsiteY7143" fmla="*/ 3069402 h 4821604"/>
              <a:gd name="connsiteX7144" fmla="*/ 2007009 w 2947832"/>
              <a:gd name="connsiteY7144" fmla="*/ 3051194 h 4821604"/>
              <a:gd name="connsiteX7145" fmla="*/ 2009260 w 2947832"/>
              <a:gd name="connsiteY7145" fmla="*/ 3049886 h 4821604"/>
              <a:gd name="connsiteX7146" fmla="*/ 1926590 w 2947832"/>
              <a:gd name="connsiteY7146" fmla="*/ 3049886 h 4821604"/>
              <a:gd name="connsiteX7147" fmla="*/ 1947624 w 2947832"/>
              <a:gd name="connsiteY7147" fmla="*/ 3049886 h 4821604"/>
              <a:gd name="connsiteX7148" fmla="*/ 1949874 w 2947832"/>
              <a:gd name="connsiteY7148" fmla="*/ 3051194 h 4821604"/>
              <a:gd name="connsiteX7149" fmla="*/ 1960390 w 2947832"/>
              <a:gd name="connsiteY7149" fmla="*/ 3069402 h 4821604"/>
              <a:gd name="connsiteX7150" fmla="*/ 1960390 w 2947832"/>
              <a:gd name="connsiteY7150" fmla="*/ 3072018 h 4821604"/>
              <a:gd name="connsiteX7151" fmla="*/ 1949874 w 2947832"/>
              <a:gd name="connsiteY7151" fmla="*/ 3090226 h 4821604"/>
              <a:gd name="connsiteX7152" fmla="*/ 1947624 w 2947832"/>
              <a:gd name="connsiteY7152" fmla="*/ 3091534 h 4821604"/>
              <a:gd name="connsiteX7153" fmla="*/ 1926590 w 2947832"/>
              <a:gd name="connsiteY7153" fmla="*/ 3091534 h 4821604"/>
              <a:gd name="connsiteX7154" fmla="*/ 1924340 w 2947832"/>
              <a:gd name="connsiteY7154" fmla="*/ 3090226 h 4821604"/>
              <a:gd name="connsiteX7155" fmla="*/ 1913824 w 2947832"/>
              <a:gd name="connsiteY7155" fmla="*/ 3072018 h 4821604"/>
              <a:gd name="connsiteX7156" fmla="*/ 1913824 w 2947832"/>
              <a:gd name="connsiteY7156" fmla="*/ 3069402 h 4821604"/>
              <a:gd name="connsiteX7157" fmla="*/ 1924340 w 2947832"/>
              <a:gd name="connsiteY7157" fmla="*/ 3051194 h 4821604"/>
              <a:gd name="connsiteX7158" fmla="*/ 1926590 w 2947832"/>
              <a:gd name="connsiteY7158" fmla="*/ 3049886 h 4821604"/>
              <a:gd name="connsiteX7159" fmla="*/ 1843556 w 2947832"/>
              <a:gd name="connsiteY7159" fmla="*/ 3049206 h 4821604"/>
              <a:gd name="connsiteX7160" fmla="*/ 1865270 w 2947832"/>
              <a:gd name="connsiteY7160" fmla="*/ 3049206 h 4821604"/>
              <a:gd name="connsiteX7161" fmla="*/ 1867572 w 2947832"/>
              <a:gd name="connsiteY7161" fmla="*/ 3050566 h 4821604"/>
              <a:gd name="connsiteX7162" fmla="*/ 1878455 w 2947832"/>
              <a:gd name="connsiteY7162" fmla="*/ 3069402 h 4821604"/>
              <a:gd name="connsiteX7163" fmla="*/ 1878455 w 2947832"/>
              <a:gd name="connsiteY7163" fmla="*/ 3072071 h 4821604"/>
              <a:gd name="connsiteX7164" fmla="*/ 1867572 w 2947832"/>
              <a:gd name="connsiteY7164" fmla="*/ 3090906 h 4821604"/>
              <a:gd name="connsiteX7165" fmla="*/ 1865270 w 2947832"/>
              <a:gd name="connsiteY7165" fmla="*/ 3092267 h 4821604"/>
              <a:gd name="connsiteX7166" fmla="*/ 1843556 w 2947832"/>
              <a:gd name="connsiteY7166" fmla="*/ 3092267 h 4821604"/>
              <a:gd name="connsiteX7167" fmla="*/ 1841254 w 2947832"/>
              <a:gd name="connsiteY7167" fmla="*/ 3090906 h 4821604"/>
              <a:gd name="connsiteX7168" fmla="*/ 1830371 w 2947832"/>
              <a:gd name="connsiteY7168" fmla="*/ 3072071 h 4821604"/>
              <a:gd name="connsiteX7169" fmla="*/ 1830371 w 2947832"/>
              <a:gd name="connsiteY7169" fmla="*/ 3069402 h 4821604"/>
              <a:gd name="connsiteX7170" fmla="*/ 1841254 w 2947832"/>
              <a:gd name="connsiteY7170" fmla="*/ 3050566 h 4821604"/>
              <a:gd name="connsiteX7171" fmla="*/ 1843556 w 2947832"/>
              <a:gd name="connsiteY7171" fmla="*/ 3049206 h 4821604"/>
              <a:gd name="connsiteX7172" fmla="*/ 1678115 w 2947832"/>
              <a:gd name="connsiteY7172" fmla="*/ 3048945 h 4821604"/>
              <a:gd name="connsiteX7173" fmla="*/ 1700090 w 2947832"/>
              <a:gd name="connsiteY7173" fmla="*/ 3048945 h 4821604"/>
              <a:gd name="connsiteX7174" fmla="*/ 1702445 w 2947832"/>
              <a:gd name="connsiteY7174" fmla="*/ 3050305 h 4821604"/>
              <a:gd name="connsiteX7175" fmla="*/ 1713432 w 2947832"/>
              <a:gd name="connsiteY7175" fmla="*/ 3069350 h 4821604"/>
              <a:gd name="connsiteX7176" fmla="*/ 1713432 w 2947832"/>
              <a:gd name="connsiteY7176" fmla="*/ 3072071 h 4821604"/>
              <a:gd name="connsiteX7177" fmla="*/ 1702445 w 2947832"/>
              <a:gd name="connsiteY7177" fmla="*/ 3091116 h 4821604"/>
              <a:gd name="connsiteX7178" fmla="*/ 1700090 w 2947832"/>
              <a:gd name="connsiteY7178" fmla="*/ 3092477 h 4821604"/>
              <a:gd name="connsiteX7179" fmla="*/ 1678115 w 2947832"/>
              <a:gd name="connsiteY7179" fmla="*/ 3092477 h 4821604"/>
              <a:gd name="connsiteX7180" fmla="*/ 1675760 w 2947832"/>
              <a:gd name="connsiteY7180" fmla="*/ 3091116 h 4821604"/>
              <a:gd name="connsiteX7181" fmla="*/ 1664773 w 2947832"/>
              <a:gd name="connsiteY7181" fmla="*/ 3072071 h 4821604"/>
              <a:gd name="connsiteX7182" fmla="*/ 1664773 w 2947832"/>
              <a:gd name="connsiteY7182" fmla="*/ 3069350 h 4821604"/>
              <a:gd name="connsiteX7183" fmla="*/ 1675760 w 2947832"/>
              <a:gd name="connsiteY7183" fmla="*/ 3050305 h 4821604"/>
              <a:gd name="connsiteX7184" fmla="*/ 1678115 w 2947832"/>
              <a:gd name="connsiteY7184" fmla="*/ 3048945 h 4821604"/>
              <a:gd name="connsiteX7185" fmla="*/ 519346 w 2947832"/>
              <a:gd name="connsiteY7185" fmla="*/ 3045858 h 4821604"/>
              <a:gd name="connsiteX7186" fmla="*/ 544460 w 2947832"/>
              <a:gd name="connsiteY7186" fmla="*/ 3045858 h 4821604"/>
              <a:gd name="connsiteX7187" fmla="*/ 547129 w 2947832"/>
              <a:gd name="connsiteY7187" fmla="*/ 3047428 h 4821604"/>
              <a:gd name="connsiteX7188" fmla="*/ 559686 w 2947832"/>
              <a:gd name="connsiteY7188" fmla="*/ 3069194 h 4821604"/>
              <a:gd name="connsiteX7189" fmla="*/ 559686 w 2947832"/>
              <a:gd name="connsiteY7189" fmla="*/ 3072280 h 4821604"/>
              <a:gd name="connsiteX7190" fmla="*/ 547129 w 2947832"/>
              <a:gd name="connsiteY7190" fmla="*/ 3094046 h 4821604"/>
              <a:gd name="connsiteX7191" fmla="*/ 544460 w 2947832"/>
              <a:gd name="connsiteY7191" fmla="*/ 3095616 h 4821604"/>
              <a:gd name="connsiteX7192" fmla="*/ 519346 w 2947832"/>
              <a:gd name="connsiteY7192" fmla="*/ 3095616 h 4821604"/>
              <a:gd name="connsiteX7193" fmla="*/ 516677 w 2947832"/>
              <a:gd name="connsiteY7193" fmla="*/ 3094046 h 4821604"/>
              <a:gd name="connsiteX7194" fmla="*/ 504120 w 2947832"/>
              <a:gd name="connsiteY7194" fmla="*/ 3072280 h 4821604"/>
              <a:gd name="connsiteX7195" fmla="*/ 504120 w 2947832"/>
              <a:gd name="connsiteY7195" fmla="*/ 3069194 h 4821604"/>
              <a:gd name="connsiteX7196" fmla="*/ 516677 w 2947832"/>
              <a:gd name="connsiteY7196" fmla="*/ 3047428 h 4821604"/>
              <a:gd name="connsiteX7197" fmla="*/ 519346 w 2947832"/>
              <a:gd name="connsiteY7197" fmla="*/ 3045858 h 4821604"/>
              <a:gd name="connsiteX7198" fmla="*/ 269561 w 2947832"/>
              <a:gd name="connsiteY7198" fmla="*/ 3042195 h 4821604"/>
              <a:gd name="connsiteX7199" fmla="*/ 298338 w 2947832"/>
              <a:gd name="connsiteY7199" fmla="*/ 3042195 h 4821604"/>
              <a:gd name="connsiteX7200" fmla="*/ 301425 w 2947832"/>
              <a:gd name="connsiteY7200" fmla="*/ 3043974 h 4821604"/>
              <a:gd name="connsiteX7201" fmla="*/ 315813 w 2947832"/>
              <a:gd name="connsiteY7201" fmla="*/ 3068932 h 4821604"/>
              <a:gd name="connsiteX7202" fmla="*/ 315813 w 2947832"/>
              <a:gd name="connsiteY7202" fmla="*/ 3072489 h 4821604"/>
              <a:gd name="connsiteX7203" fmla="*/ 301425 w 2947832"/>
              <a:gd name="connsiteY7203" fmla="*/ 3097447 h 4821604"/>
              <a:gd name="connsiteX7204" fmla="*/ 298338 w 2947832"/>
              <a:gd name="connsiteY7204" fmla="*/ 3099226 h 4821604"/>
              <a:gd name="connsiteX7205" fmla="*/ 269561 w 2947832"/>
              <a:gd name="connsiteY7205" fmla="*/ 3099226 h 4821604"/>
              <a:gd name="connsiteX7206" fmla="*/ 266474 w 2947832"/>
              <a:gd name="connsiteY7206" fmla="*/ 3097447 h 4821604"/>
              <a:gd name="connsiteX7207" fmla="*/ 252086 w 2947832"/>
              <a:gd name="connsiteY7207" fmla="*/ 3072489 h 4821604"/>
              <a:gd name="connsiteX7208" fmla="*/ 252086 w 2947832"/>
              <a:gd name="connsiteY7208" fmla="*/ 3068932 h 4821604"/>
              <a:gd name="connsiteX7209" fmla="*/ 266474 w 2947832"/>
              <a:gd name="connsiteY7209" fmla="*/ 3043974 h 4821604"/>
              <a:gd name="connsiteX7210" fmla="*/ 269561 w 2947832"/>
              <a:gd name="connsiteY7210" fmla="*/ 3042195 h 4821604"/>
              <a:gd name="connsiteX7211" fmla="*/ 433695 w 2947832"/>
              <a:gd name="connsiteY7211" fmla="*/ 3039841 h 4821604"/>
              <a:gd name="connsiteX7212" fmla="*/ 464878 w 2947832"/>
              <a:gd name="connsiteY7212" fmla="*/ 3039841 h 4821604"/>
              <a:gd name="connsiteX7213" fmla="*/ 468227 w 2947832"/>
              <a:gd name="connsiteY7213" fmla="*/ 3041777 h 4821604"/>
              <a:gd name="connsiteX7214" fmla="*/ 483819 w 2947832"/>
              <a:gd name="connsiteY7214" fmla="*/ 3068775 h 4821604"/>
              <a:gd name="connsiteX7215" fmla="*/ 483819 w 2947832"/>
              <a:gd name="connsiteY7215" fmla="*/ 3072647 h 4821604"/>
              <a:gd name="connsiteX7216" fmla="*/ 468227 w 2947832"/>
              <a:gd name="connsiteY7216" fmla="*/ 3099645 h 4821604"/>
              <a:gd name="connsiteX7217" fmla="*/ 464878 w 2947832"/>
              <a:gd name="connsiteY7217" fmla="*/ 3101581 h 4821604"/>
              <a:gd name="connsiteX7218" fmla="*/ 433695 w 2947832"/>
              <a:gd name="connsiteY7218" fmla="*/ 3101581 h 4821604"/>
              <a:gd name="connsiteX7219" fmla="*/ 430346 w 2947832"/>
              <a:gd name="connsiteY7219" fmla="*/ 3099645 h 4821604"/>
              <a:gd name="connsiteX7220" fmla="*/ 414754 w 2947832"/>
              <a:gd name="connsiteY7220" fmla="*/ 3072647 h 4821604"/>
              <a:gd name="connsiteX7221" fmla="*/ 414754 w 2947832"/>
              <a:gd name="connsiteY7221" fmla="*/ 3068775 h 4821604"/>
              <a:gd name="connsiteX7222" fmla="*/ 430346 w 2947832"/>
              <a:gd name="connsiteY7222" fmla="*/ 3041777 h 4821604"/>
              <a:gd name="connsiteX7223" fmla="*/ 433695 w 2947832"/>
              <a:gd name="connsiteY7223" fmla="*/ 3039841 h 4821604"/>
              <a:gd name="connsiteX7224" fmla="*/ 348881 w 2947832"/>
              <a:gd name="connsiteY7224" fmla="*/ 3035707 h 4821604"/>
              <a:gd name="connsiteX7225" fmla="*/ 384198 w 2947832"/>
              <a:gd name="connsiteY7225" fmla="*/ 3035707 h 4821604"/>
              <a:gd name="connsiteX7226" fmla="*/ 387965 w 2947832"/>
              <a:gd name="connsiteY7226" fmla="*/ 3037904 h 4821604"/>
              <a:gd name="connsiteX7227" fmla="*/ 405650 w 2947832"/>
              <a:gd name="connsiteY7227" fmla="*/ 3068513 h 4821604"/>
              <a:gd name="connsiteX7228" fmla="*/ 405650 w 2947832"/>
              <a:gd name="connsiteY7228" fmla="*/ 3072908 h 4821604"/>
              <a:gd name="connsiteX7229" fmla="*/ 387965 w 2947832"/>
              <a:gd name="connsiteY7229" fmla="*/ 3103516 h 4821604"/>
              <a:gd name="connsiteX7230" fmla="*/ 384198 w 2947832"/>
              <a:gd name="connsiteY7230" fmla="*/ 3105714 h 4821604"/>
              <a:gd name="connsiteX7231" fmla="*/ 348881 w 2947832"/>
              <a:gd name="connsiteY7231" fmla="*/ 3105714 h 4821604"/>
              <a:gd name="connsiteX7232" fmla="*/ 345114 w 2947832"/>
              <a:gd name="connsiteY7232" fmla="*/ 3103516 h 4821604"/>
              <a:gd name="connsiteX7233" fmla="*/ 327429 w 2947832"/>
              <a:gd name="connsiteY7233" fmla="*/ 3072908 h 4821604"/>
              <a:gd name="connsiteX7234" fmla="*/ 327429 w 2947832"/>
              <a:gd name="connsiteY7234" fmla="*/ 3068513 h 4821604"/>
              <a:gd name="connsiteX7235" fmla="*/ 345114 w 2947832"/>
              <a:gd name="connsiteY7235" fmla="*/ 3037904 h 4821604"/>
              <a:gd name="connsiteX7236" fmla="*/ 348881 w 2947832"/>
              <a:gd name="connsiteY7236" fmla="*/ 3035707 h 4821604"/>
              <a:gd name="connsiteX7237" fmla="*/ 690856 w 2947832"/>
              <a:gd name="connsiteY7237" fmla="*/ 2975432 h 4821604"/>
              <a:gd name="connsiteX7238" fmla="*/ 703622 w 2947832"/>
              <a:gd name="connsiteY7238" fmla="*/ 2975432 h 4821604"/>
              <a:gd name="connsiteX7239" fmla="*/ 704983 w 2947832"/>
              <a:gd name="connsiteY7239" fmla="*/ 2976217 h 4821604"/>
              <a:gd name="connsiteX7240" fmla="*/ 711366 w 2947832"/>
              <a:gd name="connsiteY7240" fmla="*/ 2987257 h 4821604"/>
              <a:gd name="connsiteX7241" fmla="*/ 711366 w 2947832"/>
              <a:gd name="connsiteY7241" fmla="*/ 2988827 h 4821604"/>
              <a:gd name="connsiteX7242" fmla="*/ 704983 w 2947832"/>
              <a:gd name="connsiteY7242" fmla="*/ 2999866 h 4821604"/>
              <a:gd name="connsiteX7243" fmla="*/ 703622 w 2947832"/>
              <a:gd name="connsiteY7243" fmla="*/ 3000651 h 4821604"/>
              <a:gd name="connsiteX7244" fmla="*/ 690856 w 2947832"/>
              <a:gd name="connsiteY7244" fmla="*/ 3000651 h 4821604"/>
              <a:gd name="connsiteX7245" fmla="*/ 689495 w 2947832"/>
              <a:gd name="connsiteY7245" fmla="*/ 2999866 h 4821604"/>
              <a:gd name="connsiteX7246" fmla="*/ 683112 w 2947832"/>
              <a:gd name="connsiteY7246" fmla="*/ 2988827 h 4821604"/>
              <a:gd name="connsiteX7247" fmla="*/ 683112 w 2947832"/>
              <a:gd name="connsiteY7247" fmla="*/ 2987257 h 4821604"/>
              <a:gd name="connsiteX7248" fmla="*/ 689495 w 2947832"/>
              <a:gd name="connsiteY7248" fmla="*/ 2976217 h 4821604"/>
              <a:gd name="connsiteX7249" fmla="*/ 690856 w 2947832"/>
              <a:gd name="connsiteY7249" fmla="*/ 2975432 h 4821604"/>
              <a:gd name="connsiteX7250" fmla="*/ 856036 w 2947832"/>
              <a:gd name="connsiteY7250" fmla="*/ 2975171 h 4821604"/>
              <a:gd name="connsiteX7251" fmla="*/ 869064 w 2947832"/>
              <a:gd name="connsiteY7251" fmla="*/ 2975171 h 4821604"/>
              <a:gd name="connsiteX7252" fmla="*/ 870477 w 2947832"/>
              <a:gd name="connsiteY7252" fmla="*/ 2975956 h 4821604"/>
              <a:gd name="connsiteX7253" fmla="*/ 876964 w 2947832"/>
              <a:gd name="connsiteY7253" fmla="*/ 2987205 h 4821604"/>
              <a:gd name="connsiteX7254" fmla="*/ 876964 w 2947832"/>
              <a:gd name="connsiteY7254" fmla="*/ 2988827 h 4821604"/>
              <a:gd name="connsiteX7255" fmla="*/ 870477 w 2947832"/>
              <a:gd name="connsiteY7255" fmla="*/ 3000076 h 4821604"/>
              <a:gd name="connsiteX7256" fmla="*/ 869064 w 2947832"/>
              <a:gd name="connsiteY7256" fmla="*/ 3000861 h 4821604"/>
              <a:gd name="connsiteX7257" fmla="*/ 856036 w 2947832"/>
              <a:gd name="connsiteY7257" fmla="*/ 3000861 h 4821604"/>
              <a:gd name="connsiteX7258" fmla="*/ 854623 w 2947832"/>
              <a:gd name="connsiteY7258" fmla="*/ 3000076 h 4821604"/>
              <a:gd name="connsiteX7259" fmla="*/ 848135 w 2947832"/>
              <a:gd name="connsiteY7259" fmla="*/ 2988827 h 4821604"/>
              <a:gd name="connsiteX7260" fmla="*/ 848135 w 2947832"/>
              <a:gd name="connsiteY7260" fmla="*/ 2987205 h 4821604"/>
              <a:gd name="connsiteX7261" fmla="*/ 854623 w 2947832"/>
              <a:gd name="connsiteY7261" fmla="*/ 2975956 h 4821604"/>
              <a:gd name="connsiteX7262" fmla="*/ 856036 w 2947832"/>
              <a:gd name="connsiteY7262" fmla="*/ 2975171 h 4821604"/>
              <a:gd name="connsiteX7263" fmla="*/ 773262 w 2947832"/>
              <a:gd name="connsiteY7263" fmla="*/ 2974962 h 4821604"/>
              <a:gd name="connsiteX7264" fmla="*/ 786448 w 2947832"/>
              <a:gd name="connsiteY7264" fmla="*/ 2974962 h 4821604"/>
              <a:gd name="connsiteX7265" fmla="*/ 787860 w 2947832"/>
              <a:gd name="connsiteY7265" fmla="*/ 2975799 h 4821604"/>
              <a:gd name="connsiteX7266" fmla="*/ 794453 w 2947832"/>
              <a:gd name="connsiteY7266" fmla="*/ 2987257 h 4821604"/>
              <a:gd name="connsiteX7267" fmla="*/ 794453 w 2947832"/>
              <a:gd name="connsiteY7267" fmla="*/ 2988879 h 4821604"/>
              <a:gd name="connsiteX7268" fmla="*/ 787860 w 2947832"/>
              <a:gd name="connsiteY7268" fmla="*/ 3000338 h 4821604"/>
              <a:gd name="connsiteX7269" fmla="*/ 786448 w 2947832"/>
              <a:gd name="connsiteY7269" fmla="*/ 3001175 h 4821604"/>
              <a:gd name="connsiteX7270" fmla="*/ 773262 w 2947832"/>
              <a:gd name="connsiteY7270" fmla="*/ 3001175 h 4821604"/>
              <a:gd name="connsiteX7271" fmla="*/ 771850 w 2947832"/>
              <a:gd name="connsiteY7271" fmla="*/ 3000338 h 4821604"/>
              <a:gd name="connsiteX7272" fmla="*/ 765257 w 2947832"/>
              <a:gd name="connsiteY7272" fmla="*/ 2988879 h 4821604"/>
              <a:gd name="connsiteX7273" fmla="*/ 765257 w 2947832"/>
              <a:gd name="connsiteY7273" fmla="*/ 2987257 h 4821604"/>
              <a:gd name="connsiteX7274" fmla="*/ 771850 w 2947832"/>
              <a:gd name="connsiteY7274" fmla="*/ 2975799 h 4821604"/>
              <a:gd name="connsiteX7275" fmla="*/ 773262 w 2947832"/>
              <a:gd name="connsiteY7275" fmla="*/ 2974962 h 4821604"/>
              <a:gd name="connsiteX7276" fmla="*/ 938286 w 2947832"/>
              <a:gd name="connsiteY7276" fmla="*/ 2974439 h 4821604"/>
              <a:gd name="connsiteX7277" fmla="*/ 952046 w 2947832"/>
              <a:gd name="connsiteY7277" fmla="*/ 2974439 h 4821604"/>
              <a:gd name="connsiteX7278" fmla="*/ 953511 w 2947832"/>
              <a:gd name="connsiteY7278" fmla="*/ 2975276 h 4821604"/>
              <a:gd name="connsiteX7279" fmla="*/ 960418 w 2947832"/>
              <a:gd name="connsiteY7279" fmla="*/ 2987205 h 4821604"/>
              <a:gd name="connsiteX7280" fmla="*/ 960418 w 2947832"/>
              <a:gd name="connsiteY7280" fmla="*/ 2988932 h 4821604"/>
              <a:gd name="connsiteX7281" fmla="*/ 953511 w 2947832"/>
              <a:gd name="connsiteY7281" fmla="*/ 3000861 h 4821604"/>
              <a:gd name="connsiteX7282" fmla="*/ 952046 w 2947832"/>
              <a:gd name="connsiteY7282" fmla="*/ 3001698 h 4821604"/>
              <a:gd name="connsiteX7283" fmla="*/ 938286 w 2947832"/>
              <a:gd name="connsiteY7283" fmla="*/ 3001698 h 4821604"/>
              <a:gd name="connsiteX7284" fmla="*/ 936821 w 2947832"/>
              <a:gd name="connsiteY7284" fmla="*/ 3000861 h 4821604"/>
              <a:gd name="connsiteX7285" fmla="*/ 929914 w 2947832"/>
              <a:gd name="connsiteY7285" fmla="*/ 2988932 h 4821604"/>
              <a:gd name="connsiteX7286" fmla="*/ 929914 w 2947832"/>
              <a:gd name="connsiteY7286" fmla="*/ 2987205 h 4821604"/>
              <a:gd name="connsiteX7287" fmla="*/ 936821 w 2947832"/>
              <a:gd name="connsiteY7287" fmla="*/ 2975276 h 4821604"/>
              <a:gd name="connsiteX7288" fmla="*/ 938286 w 2947832"/>
              <a:gd name="connsiteY7288" fmla="*/ 2974439 h 4821604"/>
              <a:gd name="connsiteX7289" fmla="*/ 607665 w 2947832"/>
              <a:gd name="connsiteY7289" fmla="*/ 2974439 h 4821604"/>
              <a:gd name="connsiteX7290" fmla="*/ 621425 w 2947832"/>
              <a:gd name="connsiteY7290" fmla="*/ 2974439 h 4821604"/>
              <a:gd name="connsiteX7291" fmla="*/ 622890 w 2947832"/>
              <a:gd name="connsiteY7291" fmla="*/ 2975276 h 4821604"/>
              <a:gd name="connsiteX7292" fmla="*/ 629797 w 2947832"/>
              <a:gd name="connsiteY7292" fmla="*/ 2987205 h 4821604"/>
              <a:gd name="connsiteX7293" fmla="*/ 629797 w 2947832"/>
              <a:gd name="connsiteY7293" fmla="*/ 2988932 h 4821604"/>
              <a:gd name="connsiteX7294" fmla="*/ 622890 w 2947832"/>
              <a:gd name="connsiteY7294" fmla="*/ 3000861 h 4821604"/>
              <a:gd name="connsiteX7295" fmla="*/ 621425 w 2947832"/>
              <a:gd name="connsiteY7295" fmla="*/ 3001698 h 4821604"/>
              <a:gd name="connsiteX7296" fmla="*/ 607665 w 2947832"/>
              <a:gd name="connsiteY7296" fmla="*/ 3001698 h 4821604"/>
              <a:gd name="connsiteX7297" fmla="*/ 606200 w 2947832"/>
              <a:gd name="connsiteY7297" fmla="*/ 3000861 h 4821604"/>
              <a:gd name="connsiteX7298" fmla="*/ 599293 w 2947832"/>
              <a:gd name="connsiteY7298" fmla="*/ 2988932 h 4821604"/>
              <a:gd name="connsiteX7299" fmla="*/ 599293 w 2947832"/>
              <a:gd name="connsiteY7299" fmla="*/ 2987205 h 4821604"/>
              <a:gd name="connsiteX7300" fmla="*/ 606200 w 2947832"/>
              <a:gd name="connsiteY7300" fmla="*/ 2975276 h 4821604"/>
              <a:gd name="connsiteX7301" fmla="*/ 607665 w 2947832"/>
              <a:gd name="connsiteY7301" fmla="*/ 2974439 h 4821604"/>
              <a:gd name="connsiteX7302" fmla="*/ 2342653 w 2947832"/>
              <a:gd name="connsiteY7302" fmla="*/ 2972764 h 4821604"/>
              <a:gd name="connsiteX7303" fmla="*/ 2358140 w 2947832"/>
              <a:gd name="connsiteY7303" fmla="*/ 2972764 h 4821604"/>
              <a:gd name="connsiteX7304" fmla="*/ 2359815 w 2947832"/>
              <a:gd name="connsiteY7304" fmla="*/ 2973706 h 4821604"/>
              <a:gd name="connsiteX7305" fmla="*/ 2367559 w 2947832"/>
              <a:gd name="connsiteY7305" fmla="*/ 2987100 h 4821604"/>
              <a:gd name="connsiteX7306" fmla="*/ 2367559 w 2947832"/>
              <a:gd name="connsiteY7306" fmla="*/ 2989036 h 4821604"/>
              <a:gd name="connsiteX7307" fmla="*/ 2359815 w 2947832"/>
              <a:gd name="connsiteY7307" fmla="*/ 3002430 h 4821604"/>
              <a:gd name="connsiteX7308" fmla="*/ 2358140 w 2947832"/>
              <a:gd name="connsiteY7308" fmla="*/ 3003372 h 4821604"/>
              <a:gd name="connsiteX7309" fmla="*/ 2342653 w 2947832"/>
              <a:gd name="connsiteY7309" fmla="*/ 3003372 h 4821604"/>
              <a:gd name="connsiteX7310" fmla="*/ 2340979 w 2947832"/>
              <a:gd name="connsiteY7310" fmla="*/ 3002430 h 4821604"/>
              <a:gd name="connsiteX7311" fmla="*/ 2333235 w 2947832"/>
              <a:gd name="connsiteY7311" fmla="*/ 2989036 h 4821604"/>
              <a:gd name="connsiteX7312" fmla="*/ 2333235 w 2947832"/>
              <a:gd name="connsiteY7312" fmla="*/ 2987100 h 4821604"/>
              <a:gd name="connsiteX7313" fmla="*/ 2340979 w 2947832"/>
              <a:gd name="connsiteY7313" fmla="*/ 2973706 h 4821604"/>
              <a:gd name="connsiteX7314" fmla="*/ 2342653 w 2947832"/>
              <a:gd name="connsiteY7314" fmla="*/ 2972764 h 4821604"/>
              <a:gd name="connsiteX7315" fmla="*/ 2177368 w 2947832"/>
              <a:gd name="connsiteY7315" fmla="*/ 2972764 h 4821604"/>
              <a:gd name="connsiteX7316" fmla="*/ 2192855 w 2947832"/>
              <a:gd name="connsiteY7316" fmla="*/ 2972764 h 4821604"/>
              <a:gd name="connsiteX7317" fmla="*/ 2194529 w 2947832"/>
              <a:gd name="connsiteY7317" fmla="*/ 2973706 h 4821604"/>
              <a:gd name="connsiteX7318" fmla="*/ 2202274 w 2947832"/>
              <a:gd name="connsiteY7318" fmla="*/ 2987100 h 4821604"/>
              <a:gd name="connsiteX7319" fmla="*/ 2202274 w 2947832"/>
              <a:gd name="connsiteY7319" fmla="*/ 2989036 h 4821604"/>
              <a:gd name="connsiteX7320" fmla="*/ 2194529 w 2947832"/>
              <a:gd name="connsiteY7320" fmla="*/ 3002430 h 4821604"/>
              <a:gd name="connsiteX7321" fmla="*/ 2192855 w 2947832"/>
              <a:gd name="connsiteY7321" fmla="*/ 3003372 h 4821604"/>
              <a:gd name="connsiteX7322" fmla="*/ 2177368 w 2947832"/>
              <a:gd name="connsiteY7322" fmla="*/ 3003372 h 4821604"/>
              <a:gd name="connsiteX7323" fmla="*/ 2175694 w 2947832"/>
              <a:gd name="connsiteY7323" fmla="*/ 3002430 h 4821604"/>
              <a:gd name="connsiteX7324" fmla="*/ 2167950 w 2947832"/>
              <a:gd name="connsiteY7324" fmla="*/ 2989036 h 4821604"/>
              <a:gd name="connsiteX7325" fmla="*/ 2167950 w 2947832"/>
              <a:gd name="connsiteY7325" fmla="*/ 2987100 h 4821604"/>
              <a:gd name="connsiteX7326" fmla="*/ 2175694 w 2947832"/>
              <a:gd name="connsiteY7326" fmla="*/ 2973706 h 4821604"/>
              <a:gd name="connsiteX7327" fmla="*/ 2177368 w 2947832"/>
              <a:gd name="connsiteY7327" fmla="*/ 2972764 h 4821604"/>
              <a:gd name="connsiteX7328" fmla="*/ 1846643 w 2947832"/>
              <a:gd name="connsiteY7328" fmla="*/ 2972607 h 4821604"/>
              <a:gd name="connsiteX7329" fmla="*/ 1862287 w 2947832"/>
              <a:gd name="connsiteY7329" fmla="*/ 2972607 h 4821604"/>
              <a:gd name="connsiteX7330" fmla="*/ 1863961 w 2947832"/>
              <a:gd name="connsiteY7330" fmla="*/ 2973549 h 4821604"/>
              <a:gd name="connsiteX7331" fmla="*/ 1871757 w 2947832"/>
              <a:gd name="connsiteY7331" fmla="*/ 2987100 h 4821604"/>
              <a:gd name="connsiteX7332" fmla="*/ 1871757 w 2947832"/>
              <a:gd name="connsiteY7332" fmla="*/ 2989036 h 4821604"/>
              <a:gd name="connsiteX7333" fmla="*/ 1863961 w 2947832"/>
              <a:gd name="connsiteY7333" fmla="*/ 3002587 h 4821604"/>
              <a:gd name="connsiteX7334" fmla="*/ 1862287 w 2947832"/>
              <a:gd name="connsiteY7334" fmla="*/ 3003529 h 4821604"/>
              <a:gd name="connsiteX7335" fmla="*/ 1846643 w 2947832"/>
              <a:gd name="connsiteY7335" fmla="*/ 3003529 h 4821604"/>
              <a:gd name="connsiteX7336" fmla="*/ 1844968 w 2947832"/>
              <a:gd name="connsiteY7336" fmla="*/ 3002587 h 4821604"/>
              <a:gd name="connsiteX7337" fmla="*/ 1837172 w 2947832"/>
              <a:gd name="connsiteY7337" fmla="*/ 2989036 h 4821604"/>
              <a:gd name="connsiteX7338" fmla="*/ 1837172 w 2947832"/>
              <a:gd name="connsiteY7338" fmla="*/ 2987100 h 4821604"/>
              <a:gd name="connsiteX7339" fmla="*/ 1844968 w 2947832"/>
              <a:gd name="connsiteY7339" fmla="*/ 2973549 h 4821604"/>
              <a:gd name="connsiteX7340" fmla="*/ 1846643 w 2947832"/>
              <a:gd name="connsiteY7340" fmla="*/ 2972607 h 4821604"/>
              <a:gd name="connsiteX7341" fmla="*/ 1598533 w 2947832"/>
              <a:gd name="connsiteY7341" fmla="*/ 2972398 h 4821604"/>
              <a:gd name="connsiteX7342" fmla="*/ 1614334 w 2947832"/>
              <a:gd name="connsiteY7342" fmla="*/ 2972398 h 4821604"/>
              <a:gd name="connsiteX7343" fmla="*/ 1616009 w 2947832"/>
              <a:gd name="connsiteY7343" fmla="*/ 2973392 h 4821604"/>
              <a:gd name="connsiteX7344" fmla="*/ 1623909 w 2947832"/>
              <a:gd name="connsiteY7344" fmla="*/ 2987048 h 4821604"/>
              <a:gd name="connsiteX7345" fmla="*/ 1623909 w 2947832"/>
              <a:gd name="connsiteY7345" fmla="*/ 2988984 h 4821604"/>
              <a:gd name="connsiteX7346" fmla="*/ 1616009 w 2947832"/>
              <a:gd name="connsiteY7346" fmla="*/ 3002640 h 4821604"/>
              <a:gd name="connsiteX7347" fmla="*/ 1614334 w 2947832"/>
              <a:gd name="connsiteY7347" fmla="*/ 3003634 h 4821604"/>
              <a:gd name="connsiteX7348" fmla="*/ 1598533 w 2947832"/>
              <a:gd name="connsiteY7348" fmla="*/ 3003634 h 4821604"/>
              <a:gd name="connsiteX7349" fmla="*/ 1596859 w 2947832"/>
              <a:gd name="connsiteY7349" fmla="*/ 3002640 h 4821604"/>
              <a:gd name="connsiteX7350" fmla="*/ 1588958 w 2947832"/>
              <a:gd name="connsiteY7350" fmla="*/ 2988984 h 4821604"/>
              <a:gd name="connsiteX7351" fmla="*/ 1588958 w 2947832"/>
              <a:gd name="connsiteY7351" fmla="*/ 2987048 h 4821604"/>
              <a:gd name="connsiteX7352" fmla="*/ 1596859 w 2947832"/>
              <a:gd name="connsiteY7352" fmla="*/ 2973392 h 4821604"/>
              <a:gd name="connsiteX7353" fmla="*/ 1598533 w 2947832"/>
              <a:gd name="connsiteY7353" fmla="*/ 2972398 h 4821604"/>
              <a:gd name="connsiteX7354" fmla="*/ 2094491 w 2947832"/>
              <a:gd name="connsiteY7354" fmla="*/ 2972346 h 4821604"/>
              <a:gd name="connsiteX7355" fmla="*/ 2110344 w 2947832"/>
              <a:gd name="connsiteY7355" fmla="*/ 2972346 h 4821604"/>
              <a:gd name="connsiteX7356" fmla="*/ 2112019 w 2947832"/>
              <a:gd name="connsiteY7356" fmla="*/ 2973340 h 4821604"/>
              <a:gd name="connsiteX7357" fmla="*/ 2119920 w 2947832"/>
              <a:gd name="connsiteY7357" fmla="*/ 2987048 h 4821604"/>
              <a:gd name="connsiteX7358" fmla="*/ 2119920 w 2947832"/>
              <a:gd name="connsiteY7358" fmla="*/ 2988984 h 4821604"/>
              <a:gd name="connsiteX7359" fmla="*/ 2112019 w 2947832"/>
              <a:gd name="connsiteY7359" fmla="*/ 3002693 h 4821604"/>
              <a:gd name="connsiteX7360" fmla="*/ 2110344 w 2947832"/>
              <a:gd name="connsiteY7360" fmla="*/ 3003687 h 4821604"/>
              <a:gd name="connsiteX7361" fmla="*/ 2094491 w 2947832"/>
              <a:gd name="connsiteY7361" fmla="*/ 3003687 h 4821604"/>
              <a:gd name="connsiteX7362" fmla="*/ 2092817 w 2947832"/>
              <a:gd name="connsiteY7362" fmla="*/ 3002693 h 4821604"/>
              <a:gd name="connsiteX7363" fmla="*/ 2084916 w 2947832"/>
              <a:gd name="connsiteY7363" fmla="*/ 2988984 h 4821604"/>
              <a:gd name="connsiteX7364" fmla="*/ 2084916 w 2947832"/>
              <a:gd name="connsiteY7364" fmla="*/ 2987048 h 4821604"/>
              <a:gd name="connsiteX7365" fmla="*/ 2092817 w 2947832"/>
              <a:gd name="connsiteY7365" fmla="*/ 2973340 h 4821604"/>
              <a:gd name="connsiteX7366" fmla="*/ 2094491 w 2947832"/>
              <a:gd name="connsiteY7366" fmla="*/ 2972346 h 4821604"/>
              <a:gd name="connsiteX7367" fmla="*/ 1019803 w 2947832"/>
              <a:gd name="connsiteY7367" fmla="*/ 2972084 h 4821604"/>
              <a:gd name="connsiteX7368" fmla="*/ 1035918 w 2947832"/>
              <a:gd name="connsiteY7368" fmla="*/ 2972084 h 4821604"/>
              <a:gd name="connsiteX7369" fmla="*/ 1037644 w 2947832"/>
              <a:gd name="connsiteY7369" fmla="*/ 2973078 h 4821604"/>
              <a:gd name="connsiteX7370" fmla="*/ 1045702 w 2947832"/>
              <a:gd name="connsiteY7370" fmla="*/ 2987048 h 4821604"/>
              <a:gd name="connsiteX7371" fmla="*/ 1045702 w 2947832"/>
              <a:gd name="connsiteY7371" fmla="*/ 2989036 h 4821604"/>
              <a:gd name="connsiteX7372" fmla="*/ 1037644 w 2947832"/>
              <a:gd name="connsiteY7372" fmla="*/ 3003006 h 4821604"/>
              <a:gd name="connsiteX7373" fmla="*/ 1035918 w 2947832"/>
              <a:gd name="connsiteY7373" fmla="*/ 3004000 h 4821604"/>
              <a:gd name="connsiteX7374" fmla="*/ 1019803 w 2947832"/>
              <a:gd name="connsiteY7374" fmla="*/ 3004000 h 4821604"/>
              <a:gd name="connsiteX7375" fmla="*/ 1018076 w 2947832"/>
              <a:gd name="connsiteY7375" fmla="*/ 3003006 h 4821604"/>
              <a:gd name="connsiteX7376" fmla="*/ 1010018 w 2947832"/>
              <a:gd name="connsiteY7376" fmla="*/ 2989036 h 4821604"/>
              <a:gd name="connsiteX7377" fmla="*/ 1010018 w 2947832"/>
              <a:gd name="connsiteY7377" fmla="*/ 2987048 h 4821604"/>
              <a:gd name="connsiteX7378" fmla="*/ 1018076 w 2947832"/>
              <a:gd name="connsiteY7378" fmla="*/ 2973078 h 4821604"/>
              <a:gd name="connsiteX7379" fmla="*/ 1019803 w 2947832"/>
              <a:gd name="connsiteY7379" fmla="*/ 2972084 h 4821604"/>
              <a:gd name="connsiteX7380" fmla="*/ 1515655 w 2947832"/>
              <a:gd name="connsiteY7380" fmla="*/ 2971927 h 4821604"/>
              <a:gd name="connsiteX7381" fmla="*/ 1531927 w 2947832"/>
              <a:gd name="connsiteY7381" fmla="*/ 2971927 h 4821604"/>
              <a:gd name="connsiteX7382" fmla="*/ 1533654 w 2947832"/>
              <a:gd name="connsiteY7382" fmla="*/ 2972921 h 4821604"/>
              <a:gd name="connsiteX7383" fmla="*/ 1541816 w 2947832"/>
              <a:gd name="connsiteY7383" fmla="*/ 2987048 h 4821604"/>
              <a:gd name="connsiteX7384" fmla="*/ 1541816 w 2947832"/>
              <a:gd name="connsiteY7384" fmla="*/ 2989089 h 4821604"/>
              <a:gd name="connsiteX7385" fmla="*/ 1533654 w 2947832"/>
              <a:gd name="connsiteY7385" fmla="*/ 3003216 h 4821604"/>
              <a:gd name="connsiteX7386" fmla="*/ 1531927 w 2947832"/>
              <a:gd name="connsiteY7386" fmla="*/ 3004209 h 4821604"/>
              <a:gd name="connsiteX7387" fmla="*/ 1515655 w 2947832"/>
              <a:gd name="connsiteY7387" fmla="*/ 3004209 h 4821604"/>
              <a:gd name="connsiteX7388" fmla="*/ 1513929 w 2947832"/>
              <a:gd name="connsiteY7388" fmla="*/ 3003216 h 4821604"/>
              <a:gd name="connsiteX7389" fmla="*/ 1505766 w 2947832"/>
              <a:gd name="connsiteY7389" fmla="*/ 2989089 h 4821604"/>
              <a:gd name="connsiteX7390" fmla="*/ 1505766 w 2947832"/>
              <a:gd name="connsiteY7390" fmla="*/ 2987048 h 4821604"/>
              <a:gd name="connsiteX7391" fmla="*/ 1513929 w 2947832"/>
              <a:gd name="connsiteY7391" fmla="*/ 2972921 h 4821604"/>
              <a:gd name="connsiteX7392" fmla="*/ 1515655 w 2947832"/>
              <a:gd name="connsiteY7392" fmla="*/ 2971927 h 4821604"/>
              <a:gd name="connsiteX7393" fmla="*/ 2424850 w 2947832"/>
              <a:gd name="connsiteY7393" fmla="*/ 2971875 h 4821604"/>
              <a:gd name="connsiteX7394" fmla="*/ 2441174 w 2947832"/>
              <a:gd name="connsiteY7394" fmla="*/ 2971875 h 4821604"/>
              <a:gd name="connsiteX7395" fmla="*/ 2442901 w 2947832"/>
              <a:gd name="connsiteY7395" fmla="*/ 2972869 h 4821604"/>
              <a:gd name="connsiteX7396" fmla="*/ 2451063 w 2947832"/>
              <a:gd name="connsiteY7396" fmla="*/ 2986996 h 4821604"/>
              <a:gd name="connsiteX7397" fmla="*/ 2451063 w 2947832"/>
              <a:gd name="connsiteY7397" fmla="*/ 2989037 h 4821604"/>
              <a:gd name="connsiteX7398" fmla="*/ 2442901 w 2947832"/>
              <a:gd name="connsiteY7398" fmla="*/ 3003164 h 4821604"/>
              <a:gd name="connsiteX7399" fmla="*/ 2441174 w 2947832"/>
              <a:gd name="connsiteY7399" fmla="*/ 3004158 h 4821604"/>
              <a:gd name="connsiteX7400" fmla="*/ 2424850 w 2947832"/>
              <a:gd name="connsiteY7400" fmla="*/ 3004158 h 4821604"/>
              <a:gd name="connsiteX7401" fmla="*/ 2423124 w 2947832"/>
              <a:gd name="connsiteY7401" fmla="*/ 3003164 h 4821604"/>
              <a:gd name="connsiteX7402" fmla="*/ 2414961 w 2947832"/>
              <a:gd name="connsiteY7402" fmla="*/ 2989037 h 4821604"/>
              <a:gd name="connsiteX7403" fmla="*/ 2414961 w 2947832"/>
              <a:gd name="connsiteY7403" fmla="*/ 2986996 h 4821604"/>
              <a:gd name="connsiteX7404" fmla="*/ 2423124 w 2947832"/>
              <a:gd name="connsiteY7404" fmla="*/ 2972869 h 4821604"/>
              <a:gd name="connsiteX7405" fmla="*/ 2424850 w 2947832"/>
              <a:gd name="connsiteY7405" fmla="*/ 2971875 h 4821604"/>
              <a:gd name="connsiteX7406" fmla="*/ 2672803 w 2947832"/>
              <a:gd name="connsiteY7406" fmla="*/ 2971822 h 4821604"/>
              <a:gd name="connsiteX7407" fmla="*/ 2689232 w 2947832"/>
              <a:gd name="connsiteY7407" fmla="*/ 2971822 h 4821604"/>
              <a:gd name="connsiteX7408" fmla="*/ 2691011 w 2947832"/>
              <a:gd name="connsiteY7408" fmla="*/ 2972816 h 4821604"/>
              <a:gd name="connsiteX7409" fmla="*/ 2699226 w 2947832"/>
              <a:gd name="connsiteY7409" fmla="*/ 2987047 h 4821604"/>
              <a:gd name="connsiteX7410" fmla="*/ 2699226 w 2947832"/>
              <a:gd name="connsiteY7410" fmla="*/ 2989088 h 4821604"/>
              <a:gd name="connsiteX7411" fmla="*/ 2691011 w 2947832"/>
              <a:gd name="connsiteY7411" fmla="*/ 3003319 h 4821604"/>
              <a:gd name="connsiteX7412" fmla="*/ 2689232 w 2947832"/>
              <a:gd name="connsiteY7412" fmla="*/ 3004314 h 4821604"/>
              <a:gd name="connsiteX7413" fmla="*/ 2672803 w 2947832"/>
              <a:gd name="connsiteY7413" fmla="*/ 3004314 h 4821604"/>
              <a:gd name="connsiteX7414" fmla="*/ 2671024 w 2947832"/>
              <a:gd name="connsiteY7414" fmla="*/ 3003319 h 4821604"/>
              <a:gd name="connsiteX7415" fmla="*/ 2662809 w 2947832"/>
              <a:gd name="connsiteY7415" fmla="*/ 2989088 h 4821604"/>
              <a:gd name="connsiteX7416" fmla="*/ 2662809 w 2947832"/>
              <a:gd name="connsiteY7416" fmla="*/ 2987047 h 4821604"/>
              <a:gd name="connsiteX7417" fmla="*/ 2671024 w 2947832"/>
              <a:gd name="connsiteY7417" fmla="*/ 2972816 h 4821604"/>
              <a:gd name="connsiteX7418" fmla="*/ 2672803 w 2947832"/>
              <a:gd name="connsiteY7418" fmla="*/ 2971822 h 4821604"/>
              <a:gd name="connsiteX7419" fmla="*/ 2589873 w 2947832"/>
              <a:gd name="connsiteY7419" fmla="*/ 2971247 h 4821604"/>
              <a:gd name="connsiteX7420" fmla="*/ 2606877 w 2947832"/>
              <a:gd name="connsiteY7420" fmla="*/ 2971247 h 4821604"/>
              <a:gd name="connsiteX7421" fmla="*/ 2608709 w 2947832"/>
              <a:gd name="connsiteY7421" fmla="*/ 2972293 h 4821604"/>
              <a:gd name="connsiteX7422" fmla="*/ 2617185 w 2947832"/>
              <a:gd name="connsiteY7422" fmla="*/ 2986996 h 4821604"/>
              <a:gd name="connsiteX7423" fmla="*/ 2617185 w 2947832"/>
              <a:gd name="connsiteY7423" fmla="*/ 2989089 h 4821604"/>
              <a:gd name="connsiteX7424" fmla="*/ 2608709 w 2947832"/>
              <a:gd name="connsiteY7424" fmla="*/ 3003791 h 4821604"/>
              <a:gd name="connsiteX7425" fmla="*/ 2606877 w 2947832"/>
              <a:gd name="connsiteY7425" fmla="*/ 3004838 h 4821604"/>
              <a:gd name="connsiteX7426" fmla="*/ 2589873 w 2947832"/>
              <a:gd name="connsiteY7426" fmla="*/ 3004838 h 4821604"/>
              <a:gd name="connsiteX7427" fmla="*/ 2588042 w 2947832"/>
              <a:gd name="connsiteY7427" fmla="*/ 3003791 h 4821604"/>
              <a:gd name="connsiteX7428" fmla="*/ 2579566 w 2947832"/>
              <a:gd name="connsiteY7428" fmla="*/ 2989089 h 4821604"/>
              <a:gd name="connsiteX7429" fmla="*/ 2579566 w 2947832"/>
              <a:gd name="connsiteY7429" fmla="*/ 2986996 h 4821604"/>
              <a:gd name="connsiteX7430" fmla="*/ 2588042 w 2947832"/>
              <a:gd name="connsiteY7430" fmla="*/ 2972293 h 4821604"/>
              <a:gd name="connsiteX7431" fmla="*/ 2589873 w 2947832"/>
              <a:gd name="connsiteY7431" fmla="*/ 2971247 h 4821604"/>
              <a:gd name="connsiteX7432" fmla="*/ 1680626 w 2947832"/>
              <a:gd name="connsiteY7432" fmla="*/ 2971247 h 4821604"/>
              <a:gd name="connsiteX7433" fmla="*/ 1697630 w 2947832"/>
              <a:gd name="connsiteY7433" fmla="*/ 2971247 h 4821604"/>
              <a:gd name="connsiteX7434" fmla="*/ 1699462 w 2947832"/>
              <a:gd name="connsiteY7434" fmla="*/ 2972293 h 4821604"/>
              <a:gd name="connsiteX7435" fmla="*/ 1707938 w 2947832"/>
              <a:gd name="connsiteY7435" fmla="*/ 2986996 h 4821604"/>
              <a:gd name="connsiteX7436" fmla="*/ 1707938 w 2947832"/>
              <a:gd name="connsiteY7436" fmla="*/ 2989089 h 4821604"/>
              <a:gd name="connsiteX7437" fmla="*/ 1699462 w 2947832"/>
              <a:gd name="connsiteY7437" fmla="*/ 3003791 h 4821604"/>
              <a:gd name="connsiteX7438" fmla="*/ 1697630 w 2947832"/>
              <a:gd name="connsiteY7438" fmla="*/ 3004838 h 4821604"/>
              <a:gd name="connsiteX7439" fmla="*/ 1680626 w 2947832"/>
              <a:gd name="connsiteY7439" fmla="*/ 3004838 h 4821604"/>
              <a:gd name="connsiteX7440" fmla="*/ 1678795 w 2947832"/>
              <a:gd name="connsiteY7440" fmla="*/ 3003791 h 4821604"/>
              <a:gd name="connsiteX7441" fmla="*/ 1670318 w 2947832"/>
              <a:gd name="connsiteY7441" fmla="*/ 2989089 h 4821604"/>
              <a:gd name="connsiteX7442" fmla="*/ 1670318 w 2947832"/>
              <a:gd name="connsiteY7442" fmla="*/ 2986996 h 4821604"/>
              <a:gd name="connsiteX7443" fmla="*/ 1678795 w 2947832"/>
              <a:gd name="connsiteY7443" fmla="*/ 2972293 h 4821604"/>
              <a:gd name="connsiteX7444" fmla="*/ 1680626 w 2947832"/>
              <a:gd name="connsiteY7444" fmla="*/ 2971247 h 4821604"/>
              <a:gd name="connsiteX7445" fmla="*/ 2011195 w 2947832"/>
              <a:gd name="connsiteY7445" fmla="*/ 2971142 h 4821604"/>
              <a:gd name="connsiteX7446" fmla="*/ 2028305 w 2947832"/>
              <a:gd name="connsiteY7446" fmla="*/ 2971142 h 4821604"/>
              <a:gd name="connsiteX7447" fmla="*/ 2030136 w 2947832"/>
              <a:gd name="connsiteY7447" fmla="*/ 2972188 h 4821604"/>
              <a:gd name="connsiteX7448" fmla="*/ 2038664 w 2947832"/>
              <a:gd name="connsiteY7448" fmla="*/ 2986995 h 4821604"/>
              <a:gd name="connsiteX7449" fmla="*/ 2038664 w 2947832"/>
              <a:gd name="connsiteY7449" fmla="*/ 2989088 h 4821604"/>
              <a:gd name="connsiteX7450" fmla="*/ 2030136 w 2947832"/>
              <a:gd name="connsiteY7450" fmla="*/ 3003895 h 4821604"/>
              <a:gd name="connsiteX7451" fmla="*/ 2028305 w 2947832"/>
              <a:gd name="connsiteY7451" fmla="*/ 3004942 h 4821604"/>
              <a:gd name="connsiteX7452" fmla="*/ 2011195 w 2947832"/>
              <a:gd name="connsiteY7452" fmla="*/ 3004942 h 4821604"/>
              <a:gd name="connsiteX7453" fmla="*/ 2009364 w 2947832"/>
              <a:gd name="connsiteY7453" fmla="*/ 3003895 h 4821604"/>
              <a:gd name="connsiteX7454" fmla="*/ 2000836 w 2947832"/>
              <a:gd name="connsiteY7454" fmla="*/ 2989088 h 4821604"/>
              <a:gd name="connsiteX7455" fmla="*/ 2000836 w 2947832"/>
              <a:gd name="connsiteY7455" fmla="*/ 2986995 h 4821604"/>
              <a:gd name="connsiteX7456" fmla="*/ 2009364 w 2947832"/>
              <a:gd name="connsiteY7456" fmla="*/ 2972188 h 4821604"/>
              <a:gd name="connsiteX7457" fmla="*/ 2011195 w 2947832"/>
              <a:gd name="connsiteY7457" fmla="*/ 2971142 h 4821604"/>
              <a:gd name="connsiteX7458" fmla="*/ 2507048 w 2947832"/>
              <a:gd name="connsiteY7458" fmla="*/ 2970828 h 4821604"/>
              <a:gd name="connsiteX7459" fmla="*/ 2524419 w 2947832"/>
              <a:gd name="connsiteY7459" fmla="*/ 2970828 h 4821604"/>
              <a:gd name="connsiteX7460" fmla="*/ 2526302 w 2947832"/>
              <a:gd name="connsiteY7460" fmla="*/ 2971927 h 4821604"/>
              <a:gd name="connsiteX7461" fmla="*/ 2534988 w 2947832"/>
              <a:gd name="connsiteY7461" fmla="*/ 2986995 h 4821604"/>
              <a:gd name="connsiteX7462" fmla="*/ 2534988 w 2947832"/>
              <a:gd name="connsiteY7462" fmla="*/ 2989141 h 4821604"/>
              <a:gd name="connsiteX7463" fmla="*/ 2526302 w 2947832"/>
              <a:gd name="connsiteY7463" fmla="*/ 3004209 h 4821604"/>
              <a:gd name="connsiteX7464" fmla="*/ 2524419 w 2947832"/>
              <a:gd name="connsiteY7464" fmla="*/ 3005308 h 4821604"/>
              <a:gd name="connsiteX7465" fmla="*/ 2507048 w 2947832"/>
              <a:gd name="connsiteY7465" fmla="*/ 3005308 h 4821604"/>
              <a:gd name="connsiteX7466" fmla="*/ 2505165 w 2947832"/>
              <a:gd name="connsiteY7466" fmla="*/ 3004209 h 4821604"/>
              <a:gd name="connsiteX7467" fmla="*/ 2496479 w 2947832"/>
              <a:gd name="connsiteY7467" fmla="*/ 2989141 h 4821604"/>
              <a:gd name="connsiteX7468" fmla="*/ 2496479 w 2947832"/>
              <a:gd name="connsiteY7468" fmla="*/ 2986995 h 4821604"/>
              <a:gd name="connsiteX7469" fmla="*/ 2505165 w 2947832"/>
              <a:gd name="connsiteY7469" fmla="*/ 2971927 h 4821604"/>
              <a:gd name="connsiteX7470" fmla="*/ 2507048 w 2947832"/>
              <a:gd name="connsiteY7470" fmla="*/ 2970828 h 4821604"/>
              <a:gd name="connsiteX7471" fmla="*/ 2259095 w 2947832"/>
              <a:gd name="connsiteY7471" fmla="*/ 2970828 h 4821604"/>
              <a:gd name="connsiteX7472" fmla="*/ 2276413 w 2947832"/>
              <a:gd name="connsiteY7472" fmla="*/ 2970828 h 4821604"/>
              <a:gd name="connsiteX7473" fmla="*/ 2278297 w 2947832"/>
              <a:gd name="connsiteY7473" fmla="*/ 2971927 h 4821604"/>
              <a:gd name="connsiteX7474" fmla="*/ 2286982 w 2947832"/>
              <a:gd name="connsiteY7474" fmla="*/ 2986943 h 4821604"/>
              <a:gd name="connsiteX7475" fmla="*/ 2286982 w 2947832"/>
              <a:gd name="connsiteY7475" fmla="*/ 2989088 h 4821604"/>
              <a:gd name="connsiteX7476" fmla="*/ 2278297 w 2947832"/>
              <a:gd name="connsiteY7476" fmla="*/ 3004105 h 4821604"/>
              <a:gd name="connsiteX7477" fmla="*/ 2276413 w 2947832"/>
              <a:gd name="connsiteY7477" fmla="*/ 3005203 h 4821604"/>
              <a:gd name="connsiteX7478" fmla="*/ 2259095 w 2947832"/>
              <a:gd name="connsiteY7478" fmla="*/ 3005203 h 4821604"/>
              <a:gd name="connsiteX7479" fmla="*/ 2257212 w 2947832"/>
              <a:gd name="connsiteY7479" fmla="*/ 3004105 h 4821604"/>
              <a:gd name="connsiteX7480" fmla="*/ 2248526 w 2947832"/>
              <a:gd name="connsiteY7480" fmla="*/ 2989088 h 4821604"/>
              <a:gd name="connsiteX7481" fmla="*/ 2248526 w 2947832"/>
              <a:gd name="connsiteY7481" fmla="*/ 2986943 h 4821604"/>
              <a:gd name="connsiteX7482" fmla="*/ 2257212 w 2947832"/>
              <a:gd name="connsiteY7482" fmla="*/ 2971927 h 4821604"/>
              <a:gd name="connsiteX7483" fmla="*/ 2259095 w 2947832"/>
              <a:gd name="connsiteY7483" fmla="*/ 2970828 h 4821604"/>
              <a:gd name="connsiteX7484" fmla="*/ 1101739 w 2947832"/>
              <a:gd name="connsiteY7484" fmla="*/ 2970619 h 4821604"/>
              <a:gd name="connsiteX7485" fmla="*/ 1119319 w 2947832"/>
              <a:gd name="connsiteY7485" fmla="*/ 2970619 h 4821604"/>
              <a:gd name="connsiteX7486" fmla="*/ 1121202 w 2947832"/>
              <a:gd name="connsiteY7486" fmla="*/ 2971718 h 4821604"/>
              <a:gd name="connsiteX7487" fmla="*/ 1129992 w 2947832"/>
              <a:gd name="connsiteY7487" fmla="*/ 2986943 h 4821604"/>
              <a:gd name="connsiteX7488" fmla="*/ 1129992 w 2947832"/>
              <a:gd name="connsiteY7488" fmla="*/ 2989141 h 4821604"/>
              <a:gd name="connsiteX7489" fmla="*/ 1121202 w 2947832"/>
              <a:gd name="connsiteY7489" fmla="*/ 3004367 h 4821604"/>
              <a:gd name="connsiteX7490" fmla="*/ 1119319 w 2947832"/>
              <a:gd name="connsiteY7490" fmla="*/ 3005465 h 4821604"/>
              <a:gd name="connsiteX7491" fmla="*/ 1101739 w 2947832"/>
              <a:gd name="connsiteY7491" fmla="*/ 3005465 h 4821604"/>
              <a:gd name="connsiteX7492" fmla="*/ 1099855 w 2947832"/>
              <a:gd name="connsiteY7492" fmla="*/ 3004367 h 4821604"/>
              <a:gd name="connsiteX7493" fmla="*/ 1091065 w 2947832"/>
              <a:gd name="connsiteY7493" fmla="*/ 2989141 h 4821604"/>
              <a:gd name="connsiteX7494" fmla="*/ 1091065 w 2947832"/>
              <a:gd name="connsiteY7494" fmla="*/ 2986943 h 4821604"/>
              <a:gd name="connsiteX7495" fmla="*/ 1099855 w 2947832"/>
              <a:gd name="connsiteY7495" fmla="*/ 2971718 h 4821604"/>
              <a:gd name="connsiteX7496" fmla="*/ 1101739 w 2947832"/>
              <a:gd name="connsiteY7496" fmla="*/ 2970619 h 4821604"/>
              <a:gd name="connsiteX7497" fmla="*/ 1184302 w 2947832"/>
              <a:gd name="connsiteY7497" fmla="*/ 2970462 h 4821604"/>
              <a:gd name="connsiteX7498" fmla="*/ 1202039 w 2947832"/>
              <a:gd name="connsiteY7498" fmla="*/ 2970462 h 4821604"/>
              <a:gd name="connsiteX7499" fmla="*/ 1203923 w 2947832"/>
              <a:gd name="connsiteY7499" fmla="*/ 2971561 h 4821604"/>
              <a:gd name="connsiteX7500" fmla="*/ 1212817 w 2947832"/>
              <a:gd name="connsiteY7500" fmla="*/ 2986943 h 4821604"/>
              <a:gd name="connsiteX7501" fmla="*/ 1212817 w 2947832"/>
              <a:gd name="connsiteY7501" fmla="*/ 2989141 h 4821604"/>
              <a:gd name="connsiteX7502" fmla="*/ 1203923 w 2947832"/>
              <a:gd name="connsiteY7502" fmla="*/ 3004524 h 4821604"/>
              <a:gd name="connsiteX7503" fmla="*/ 1202039 w 2947832"/>
              <a:gd name="connsiteY7503" fmla="*/ 3005622 h 4821604"/>
              <a:gd name="connsiteX7504" fmla="*/ 1184302 w 2947832"/>
              <a:gd name="connsiteY7504" fmla="*/ 3005622 h 4821604"/>
              <a:gd name="connsiteX7505" fmla="*/ 1182418 w 2947832"/>
              <a:gd name="connsiteY7505" fmla="*/ 3004524 h 4821604"/>
              <a:gd name="connsiteX7506" fmla="*/ 1173524 w 2947832"/>
              <a:gd name="connsiteY7506" fmla="*/ 2989141 h 4821604"/>
              <a:gd name="connsiteX7507" fmla="*/ 1173524 w 2947832"/>
              <a:gd name="connsiteY7507" fmla="*/ 2986943 h 4821604"/>
              <a:gd name="connsiteX7508" fmla="*/ 1182418 w 2947832"/>
              <a:gd name="connsiteY7508" fmla="*/ 2971561 h 4821604"/>
              <a:gd name="connsiteX7509" fmla="*/ 1184302 w 2947832"/>
              <a:gd name="connsiteY7509" fmla="*/ 2970462 h 4821604"/>
              <a:gd name="connsiteX7510" fmla="*/ 1349482 w 2947832"/>
              <a:gd name="connsiteY7510" fmla="*/ 2970200 h 4821604"/>
              <a:gd name="connsiteX7511" fmla="*/ 1367533 w 2947832"/>
              <a:gd name="connsiteY7511" fmla="*/ 2970200 h 4821604"/>
              <a:gd name="connsiteX7512" fmla="*/ 1369469 w 2947832"/>
              <a:gd name="connsiteY7512" fmla="*/ 2971299 h 4821604"/>
              <a:gd name="connsiteX7513" fmla="*/ 1378468 w 2947832"/>
              <a:gd name="connsiteY7513" fmla="*/ 2986943 h 4821604"/>
              <a:gd name="connsiteX7514" fmla="*/ 1378468 w 2947832"/>
              <a:gd name="connsiteY7514" fmla="*/ 2989193 h 4821604"/>
              <a:gd name="connsiteX7515" fmla="*/ 1369469 w 2947832"/>
              <a:gd name="connsiteY7515" fmla="*/ 3004837 h 4821604"/>
              <a:gd name="connsiteX7516" fmla="*/ 1367533 w 2947832"/>
              <a:gd name="connsiteY7516" fmla="*/ 3005936 h 4821604"/>
              <a:gd name="connsiteX7517" fmla="*/ 1349482 w 2947832"/>
              <a:gd name="connsiteY7517" fmla="*/ 3005936 h 4821604"/>
              <a:gd name="connsiteX7518" fmla="*/ 1347546 w 2947832"/>
              <a:gd name="connsiteY7518" fmla="*/ 3004837 h 4821604"/>
              <a:gd name="connsiteX7519" fmla="*/ 1338547 w 2947832"/>
              <a:gd name="connsiteY7519" fmla="*/ 2989193 h 4821604"/>
              <a:gd name="connsiteX7520" fmla="*/ 1338547 w 2947832"/>
              <a:gd name="connsiteY7520" fmla="*/ 2986943 h 4821604"/>
              <a:gd name="connsiteX7521" fmla="*/ 1347546 w 2947832"/>
              <a:gd name="connsiteY7521" fmla="*/ 2971299 h 4821604"/>
              <a:gd name="connsiteX7522" fmla="*/ 1349482 w 2947832"/>
              <a:gd name="connsiteY7522" fmla="*/ 2970200 h 4821604"/>
              <a:gd name="connsiteX7523" fmla="*/ 2754321 w 2947832"/>
              <a:gd name="connsiteY7523" fmla="*/ 2969572 h 4821604"/>
              <a:gd name="connsiteX7524" fmla="*/ 2772999 w 2947832"/>
              <a:gd name="connsiteY7524" fmla="*/ 2969572 h 4821604"/>
              <a:gd name="connsiteX7525" fmla="*/ 2774987 w 2947832"/>
              <a:gd name="connsiteY7525" fmla="*/ 2970723 h 4821604"/>
              <a:gd name="connsiteX7526" fmla="*/ 2784301 w 2947832"/>
              <a:gd name="connsiteY7526" fmla="*/ 2986890 h 4821604"/>
              <a:gd name="connsiteX7527" fmla="*/ 2784301 w 2947832"/>
              <a:gd name="connsiteY7527" fmla="*/ 2989193 h 4821604"/>
              <a:gd name="connsiteX7528" fmla="*/ 2774987 w 2947832"/>
              <a:gd name="connsiteY7528" fmla="*/ 3005360 h 4821604"/>
              <a:gd name="connsiteX7529" fmla="*/ 2772999 w 2947832"/>
              <a:gd name="connsiteY7529" fmla="*/ 3006511 h 4821604"/>
              <a:gd name="connsiteX7530" fmla="*/ 2754321 w 2947832"/>
              <a:gd name="connsiteY7530" fmla="*/ 3006511 h 4821604"/>
              <a:gd name="connsiteX7531" fmla="*/ 2752332 w 2947832"/>
              <a:gd name="connsiteY7531" fmla="*/ 3005360 h 4821604"/>
              <a:gd name="connsiteX7532" fmla="*/ 2743019 w 2947832"/>
              <a:gd name="connsiteY7532" fmla="*/ 2989193 h 4821604"/>
              <a:gd name="connsiteX7533" fmla="*/ 2743019 w 2947832"/>
              <a:gd name="connsiteY7533" fmla="*/ 2986890 h 4821604"/>
              <a:gd name="connsiteX7534" fmla="*/ 2752332 w 2947832"/>
              <a:gd name="connsiteY7534" fmla="*/ 2970723 h 4821604"/>
              <a:gd name="connsiteX7535" fmla="*/ 2754321 w 2947832"/>
              <a:gd name="connsiteY7535" fmla="*/ 2969572 h 4821604"/>
              <a:gd name="connsiteX7536" fmla="*/ 1266343 w 2947832"/>
              <a:gd name="connsiteY7536" fmla="*/ 2969258 h 4821604"/>
              <a:gd name="connsiteX7537" fmla="*/ 1285335 w 2947832"/>
              <a:gd name="connsiteY7537" fmla="*/ 2969258 h 4821604"/>
              <a:gd name="connsiteX7538" fmla="*/ 1287376 w 2947832"/>
              <a:gd name="connsiteY7538" fmla="*/ 2970409 h 4821604"/>
              <a:gd name="connsiteX7539" fmla="*/ 1296899 w 2947832"/>
              <a:gd name="connsiteY7539" fmla="*/ 2986890 h 4821604"/>
              <a:gd name="connsiteX7540" fmla="*/ 1296899 w 2947832"/>
              <a:gd name="connsiteY7540" fmla="*/ 2989245 h 4821604"/>
              <a:gd name="connsiteX7541" fmla="*/ 1287376 w 2947832"/>
              <a:gd name="connsiteY7541" fmla="*/ 3005726 h 4821604"/>
              <a:gd name="connsiteX7542" fmla="*/ 1285335 w 2947832"/>
              <a:gd name="connsiteY7542" fmla="*/ 3006877 h 4821604"/>
              <a:gd name="connsiteX7543" fmla="*/ 1266343 w 2947832"/>
              <a:gd name="connsiteY7543" fmla="*/ 3006877 h 4821604"/>
              <a:gd name="connsiteX7544" fmla="*/ 1264302 w 2947832"/>
              <a:gd name="connsiteY7544" fmla="*/ 3005726 h 4821604"/>
              <a:gd name="connsiteX7545" fmla="*/ 1254780 w 2947832"/>
              <a:gd name="connsiteY7545" fmla="*/ 2989245 h 4821604"/>
              <a:gd name="connsiteX7546" fmla="*/ 1254780 w 2947832"/>
              <a:gd name="connsiteY7546" fmla="*/ 2986890 h 4821604"/>
              <a:gd name="connsiteX7547" fmla="*/ 1264302 w 2947832"/>
              <a:gd name="connsiteY7547" fmla="*/ 2970409 h 4821604"/>
              <a:gd name="connsiteX7548" fmla="*/ 1266343 w 2947832"/>
              <a:gd name="connsiteY7548" fmla="*/ 2969258 h 4821604"/>
              <a:gd name="connsiteX7549" fmla="*/ 1762248 w 2947832"/>
              <a:gd name="connsiteY7549" fmla="*/ 2969154 h 4821604"/>
              <a:gd name="connsiteX7550" fmla="*/ 1781293 w 2947832"/>
              <a:gd name="connsiteY7550" fmla="*/ 2969154 h 4821604"/>
              <a:gd name="connsiteX7551" fmla="*/ 1783333 w 2947832"/>
              <a:gd name="connsiteY7551" fmla="*/ 2970357 h 4821604"/>
              <a:gd name="connsiteX7552" fmla="*/ 1792856 w 2947832"/>
              <a:gd name="connsiteY7552" fmla="*/ 2986839 h 4821604"/>
              <a:gd name="connsiteX7553" fmla="*/ 1792856 w 2947832"/>
              <a:gd name="connsiteY7553" fmla="*/ 2989193 h 4821604"/>
              <a:gd name="connsiteX7554" fmla="*/ 1783333 w 2947832"/>
              <a:gd name="connsiteY7554" fmla="*/ 3005674 h 4821604"/>
              <a:gd name="connsiteX7555" fmla="*/ 1781293 w 2947832"/>
              <a:gd name="connsiteY7555" fmla="*/ 3006878 h 4821604"/>
              <a:gd name="connsiteX7556" fmla="*/ 1762248 w 2947832"/>
              <a:gd name="connsiteY7556" fmla="*/ 3006878 h 4821604"/>
              <a:gd name="connsiteX7557" fmla="*/ 1760207 w 2947832"/>
              <a:gd name="connsiteY7557" fmla="*/ 3005674 h 4821604"/>
              <a:gd name="connsiteX7558" fmla="*/ 1750685 w 2947832"/>
              <a:gd name="connsiteY7558" fmla="*/ 2989193 h 4821604"/>
              <a:gd name="connsiteX7559" fmla="*/ 1750685 w 2947832"/>
              <a:gd name="connsiteY7559" fmla="*/ 2986839 h 4821604"/>
              <a:gd name="connsiteX7560" fmla="*/ 1760207 w 2947832"/>
              <a:gd name="connsiteY7560" fmla="*/ 2970357 h 4821604"/>
              <a:gd name="connsiteX7561" fmla="*/ 1762248 w 2947832"/>
              <a:gd name="connsiteY7561" fmla="*/ 2969154 h 4821604"/>
              <a:gd name="connsiteX7562" fmla="*/ 191498 w 2947832"/>
              <a:gd name="connsiteY7562" fmla="*/ 2968683 h 4821604"/>
              <a:gd name="connsiteX7563" fmla="*/ 211066 w 2947832"/>
              <a:gd name="connsiteY7563" fmla="*/ 2968683 h 4821604"/>
              <a:gd name="connsiteX7564" fmla="*/ 213159 w 2947832"/>
              <a:gd name="connsiteY7564" fmla="*/ 2969886 h 4821604"/>
              <a:gd name="connsiteX7565" fmla="*/ 222943 w 2947832"/>
              <a:gd name="connsiteY7565" fmla="*/ 2986839 h 4821604"/>
              <a:gd name="connsiteX7566" fmla="*/ 222943 w 2947832"/>
              <a:gd name="connsiteY7566" fmla="*/ 2989245 h 4821604"/>
              <a:gd name="connsiteX7567" fmla="*/ 213159 w 2947832"/>
              <a:gd name="connsiteY7567" fmla="*/ 3006198 h 4821604"/>
              <a:gd name="connsiteX7568" fmla="*/ 211066 w 2947832"/>
              <a:gd name="connsiteY7568" fmla="*/ 3007401 h 4821604"/>
              <a:gd name="connsiteX7569" fmla="*/ 191498 w 2947832"/>
              <a:gd name="connsiteY7569" fmla="*/ 3007401 h 4821604"/>
              <a:gd name="connsiteX7570" fmla="*/ 189405 w 2947832"/>
              <a:gd name="connsiteY7570" fmla="*/ 3006198 h 4821604"/>
              <a:gd name="connsiteX7571" fmla="*/ 179621 w 2947832"/>
              <a:gd name="connsiteY7571" fmla="*/ 2989245 h 4821604"/>
              <a:gd name="connsiteX7572" fmla="*/ 179621 w 2947832"/>
              <a:gd name="connsiteY7572" fmla="*/ 2986839 h 4821604"/>
              <a:gd name="connsiteX7573" fmla="*/ 189405 w 2947832"/>
              <a:gd name="connsiteY7573" fmla="*/ 2969886 h 4821604"/>
              <a:gd name="connsiteX7574" fmla="*/ 191498 w 2947832"/>
              <a:gd name="connsiteY7574" fmla="*/ 2968683 h 4821604"/>
              <a:gd name="connsiteX7575" fmla="*/ 1431156 w 2947832"/>
              <a:gd name="connsiteY7575" fmla="*/ 2968212 h 4821604"/>
              <a:gd name="connsiteX7576" fmla="*/ 1451196 w 2947832"/>
              <a:gd name="connsiteY7576" fmla="*/ 2968212 h 4821604"/>
              <a:gd name="connsiteX7577" fmla="*/ 1453341 w 2947832"/>
              <a:gd name="connsiteY7577" fmla="*/ 2969468 h 4821604"/>
              <a:gd name="connsiteX7578" fmla="*/ 1463334 w 2947832"/>
              <a:gd name="connsiteY7578" fmla="*/ 2986786 h 4821604"/>
              <a:gd name="connsiteX7579" fmla="*/ 1463334 w 2947832"/>
              <a:gd name="connsiteY7579" fmla="*/ 2989245 h 4821604"/>
              <a:gd name="connsiteX7580" fmla="*/ 1453341 w 2947832"/>
              <a:gd name="connsiteY7580" fmla="*/ 3006564 h 4821604"/>
              <a:gd name="connsiteX7581" fmla="*/ 1451196 w 2947832"/>
              <a:gd name="connsiteY7581" fmla="*/ 3007819 h 4821604"/>
              <a:gd name="connsiteX7582" fmla="*/ 1431156 w 2947832"/>
              <a:gd name="connsiteY7582" fmla="*/ 3007819 h 4821604"/>
              <a:gd name="connsiteX7583" fmla="*/ 1429011 w 2947832"/>
              <a:gd name="connsiteY7583" fmla="*/ 3006564 h 4821604"/>
              <a:gd name="connsiteX7584" fmla="*/ 1419018 w 2947832"/>
              <a:gd name="connsiteY7584" fmla="*/ 2989245 h 4821604"/>
              <a:gd name="connsiteX7585" fmla="*/ 1419018 w 2947832"/>
              <a:gd name="connsiteY7585" fmla="*/ 2986786 h 4821604"/>
              <a:gd name="connsiteX7586" fmla="*/ 1429011 w 2947832"/>
              <a:gd name="connsiteY7586" fmla="*/ 2969468 h 4821604"/>
              <a:gd name="connsiteX7587" fmla="*/ 1431156 w 2947832"/>
              <a:gd name="connsiteY7587" fmla="*/ 2968212 h 4821604"/>
              <a:gd name="connsiteX7588" fmla="*/ 1925492 w 2947832"/>
              <a:gd name="connsiteY7588" fmla="*/ 2965178 h 4821604"/>
              <a:gd name="connsiteX7589" fmla="*/ 1948619 w 2947832"/>
              <a:gd name="connsiteY7589" fmla="*/ 2965178 h 4821604"/>
              <a:gd name="connsiteX7590" fmla="*/ 1951078 w 2947832"/>
              <a:gd name="connsiteY7590" fmla="*/ 2966591 h 4821604"/>
              <a:gd name="connsiteX7591" fmla="*/ 1962641 w 2947832"/>
              <a:gd name="connsiteY7591" fmla="*/ 2986630 h 4821604"/>
              <a:gd name="connsiteX7592" fmla="*/ 1962641 w 2947832"/>
              <a:gd name="connsiteY7592" fmla="*/ 2989507 h 4821604"/>
              <a:gd name="connsiteX7593" fmla="*/ 1951078 w 2947832"/>
              <a:gd name="connsiteY7593" fmla="*/ 3009547 h 4821604"/>
              <a:gd name="connsiteX7594" fmla="*/ 1948619 w 2947832"/>
              <a:gd name="connsiteY7594" fmla="*/ 3010960 h 4821604"/>
              <a:gd name="connsiteX7595" fmla="*/ 1925492 w 2947832"/>
              <a:gd name="connsiteY7595" fmla="*/ 3010960 h 4821604"/>
              <a:gd name="connsiteX7596" fmla="*/ 1923033 w 2947832"/>
              <a:gd name="connsiteY7596" fmla="*/ 3009547 h 4821604"/>
              <a:gd name="connsiteX7597" fmla="*/ 1911470 w 2947832"/>
              <a:gd name="connsiteY7597" fmla="*/ 2989507 h 4821604"/>
              <a:gd name="connsiteX7598" fmla="*/ 1911470 w 2947832"/>
              <a:gd name="connsiteY7598" fmla="*/ 2986630 h 4821604"/>
              <a:gd name="connsiteX7599" fmla="*/ 1923033 w 2947832"/>
              <a:gd name="connsiteY7599" fmla="*/ 2966591 h 4821604"/>
              <a:gd name="connsiteX7600" fmla="*/ 1925492 w 2947832"/>
              <a:gd name="connsiteY7600" fmla="*/ 2965178 h 4821604"/>
              <a:gd name="connsiteX7601" fmla="*/ 2833274 w 2947832"/>
              <a:gd name="connsiteY7601" fmla="*/ 2962195 h 4821604"/>
              <a:gd name="connsiteX7602" fmla="*/ 2859382 w 2947832"/>
              <a:gd name="connsiteY7602" fmla="*/ 2962195 h 4821604"/>
              <a:gd name="connsiteX7603" fmla="*/ 2862156 w 2947832"/>
              <a:gd name="connsiteY7603" fmla="*/ 2963817 h 4821604"/>
              <a:gd name="connsiteX7604" fmla="*/ 2875236 w 2947832"/>
              <a:gd name="connsiteY7604" fmla="*/ 2986420 h 4821604"/>
              <a:gd name="connsiteX7605" fmla="*/ 2875236 w 2947832"/>
              <a:gd name="connsiteY7605" fmla="*/ 2989664 h 4821604"/>
              <a:gd name="connsiteX7606" fmla="*/ 2862156 w 2947832"/>
              <a:gd name="connsiteY7606" fmla="*/ 3012267 h 4821604"/>
              <a:gd name="connsiteX7607" fmla="*/ 2859382 w 2947832"/>
              <a:gd name="connsiteY7607" fmla="*/ 3013889 h 4821604"/>
              <a:gd name="connsiteX7608" fmla="*/ 2833274 w 2947832"/>
              <a:gd name="connsiteY7608" fmla="*/ 3013889 h 4821604"/>
              <a:gd name="connsiteX7609" fmla="*/ 2830501 w 2947832"/>
              <a:gd name="connsiteY7609" fmla="*/ 3012267 h 4821604"/>
              <a:gd name="connsiteX7610" fmla="*/ 2817420 w 2947832"/>
              <a:gd name="connsiteY7610" fmla="*/ 2989664 h 4821604"/>
              <a:gd name="connsiteX7611" fmla="*/ 2817420 w 2947832"/>
              <a:gd name="connsiteY7611" fmla="*/ 2986420 h 4821604"/>
              <a:gd name="connsiteX7612" fmla="*/ 2830501 w 2947832"/>
              <a:gd name="connsiteY7612" fmla="*/ 2963817 h 4821604"/>
              <a:gd name="connsiteX7613" fmla="*/ 2833274 w 2947832"/>
              <a:gd name="connsiteY7613" fmla="*/ 2962195 h 4821604"/>
              <a:gd name="connsiteX7614" fmla="*/ 433695 w 2947832"/>
              <a:gd name="connsiteY7614" fmla="*/ 2957225 h 4821604"/>
              <a:gd name="connsiteX7615" fmla="*/ 464878 w 2947832"/>
              <a:gd name="connsiteY7615" fmla="*/ 2957225 h 4821604"/>
              <a:gd name="connsiteX7616" fmla="*/ 468227 w 2947832"/>
              <a:gd name="connsiteY7616" fmla="*/ 2959161 h 4821604"/>
              <a:gd name="connsiteX7617" fmla="*/ 483819 w 2947832"/>
              <a:gd name="connsiteY7617" fmla="*/ 2986159 h 4821604"/>
              <a:gd name="connsiteX7618" fmla="*/ 483819 w 2947832"/>
              <a:gd name="connsiteY7618" fmla="*/ 2990031 h 4821604"/>
              <a:gd name="connsiteX7619" fmla="*/ 468227 w 2947832"/>
              <a:gd name="connsiteY7619" fmla="*/ 3017029 h 4821604"/>
              <a:gd name="connsiteX7620" fmla="*/ 464878 w 2947832"/>
              <a:gd name="connsiteY7620" fmla="*/ 3018965 h 4821604"/>
              <a:gd name="connsiteX7621" fmla="*/ 433695 w 2947832"/>
              <a:gd name="connsiteY7621" fmla="*/ 3018965 h 4821604"/>
              <a:gd name="connsiteX7622" fmla="*/ 430346 w 2947832"/>
              <a:gd name="connsiteY7622" fmla="*/ 3017029 h 4821604"/>
              <a:gd name="connsiteX7623" fmla="*/ 414754 w 2947832"/>
              <a:gd name="connsiteY7623" fmla="*/ 2990031 h 4821604"/>
              <a:gd name="connsiteX7624" fmla="*/ 414754 w 2947832"/>
              <a:gd name="connsiteY7624" fmla="*/ 2986159 h 4821604"/>
              <a:gd name="connsiteX7625" fmla="*/ 430346 w 2947832"/>
              <a:gd name="connsiteY7625" fmla="*/ 2959161 h 4821604"/>
              <a:gd name="connsiteX7626" fmla="*/ 433695 w 2947832"/>
              <a:gd name="connsiteY7626" fmla="*/ 2957225 h 4821604"/>
              <a:gd name="connsiteX7627" fmla="*/ 267939 w 2947832"/>
              <a:gd name="connsiteY7627" fmla="*/ 2956335 h 4821604"/>
              <a:gd name="connsiteX7628" fmla="*/ 299961 w 2947832"/>
              <a:gd name="connsiteY7628" fmla="*/ 2956335 h 4821604"/>
              <a:gd name="connsiteX7629" fmla="*/ 303414 w 2947832"/>
              <a:gd name="connsiteY7629" fmla="*/ 2958323 h 4821604"/>
              <a:gd name="connsiteX7630" fmla="*/ 319424 w 2947832"/>
              <a:gd name="connsiteY7630" fmla="*/ 2986054 h 4821604"/>
              <a:gd name="connsiteX7631" fmla="*/ 319424 w 2947832"/>
              <a:gd name="connsiteY7631" fmla="*/ 2990030 h 4821604"/>
              <a:gd name="connsiteX7632" fmla="*/ 303414 w 2947832"/>
              <a:gd name="connsiteY7632" fmla="*/ 3017761 h 4821604"/>
              <a:gd name="connsiteX7633" fmla="*/ 299961 w 2947832"/>
              <a:gd name="connsiteY7633" fmla="*/ 3019749 h 4821604"/>
              <a:gd name="connsiteX7634" fmla="*/ 267939 w 2947832"/>
              <a:gd name="connsiteY7634" fmla="*/ 3019749 h 4821604"/>
              <a:gd name="connsiteX7635" fmla="*/ 264486 w 2947832"/>
              <a:gd name="connsiteY7635" fmla="*/ 3017761 h 4821604"/>
              <a:gd name="connsiteX7636" fmla="*/ 248476 w 2947832"/>
              <a:gd name="connsiteY7636" fmla="*/ 2990030 h 4821604"/>
              <a:gd name="connsiteX7637" fmla="*/ 248476 w 2947832"/>
              <a:gd name="connsiteY7637" fmla="*/ 2986054 h 4821604"/>
              <a:gd name="connsiteX7638" fmla="*/ 264486 w 2947832"/>
              <a:gd name="connsiteY7638" fmla="*/ 2958323 h 4821604"/>
              <a:gd name="connsiteX7639" fmla="*/ 267939 w 2947832"/>
              <a:gd name="connsiteY7639" fmla="*/ 2956335 h 4821604"/>
              <a:gd name="connsiteX7640" fmla="*/ 515892 w 2947832"/>
              <a:gd name="connsiteY7640" fmla="*/ 2956283 h 4821604"/>
              <a:gd name="connsiteX7641" fmla="*/ 547966 w 2947832"/>
              <a:gd name="connsiteY7641" fmla="*/ 2956283 h 4821604"/>
              <a:gd name="connsiteX7642" fmla="*/ 551419 w 2947832"/>
              <a:gd name="connsiteY7642" fmla="*/ 2958271 h 4821604"/>
              <a:gd name="connsiteX7643" fmla="*/ 567430 w 2947832"/>
              <a:gd name="connsiteY7643" fmla="*/ 2986054 h 4821604"/>
              <a:gd name="connsiteX7644" fmla="*/ 567430 w 2947832"/>
              <a:gd name="connsiteY7644" fmla="*/ 2990031 h 4821604"/>
              <a:gd name="connsiteX7645" fmla="*/ 551419 w 2947832"/>
              <a:gd name="connsiteY7645" fmla="*/ 3017813 h 4821604"/>
              <a:gd name="connsiteX7646" fmla="*/ 547966 w 2947832"/>
              <a:gd name="connsiteY7646" fmla="*/ 3019802 h 4821604"/>
              <a:gd name="connsiteX7647" fmla="*/ 515892 w 2947832"/>
              <a:gd name="connsiteY7647" fmla="*/ 3019802 h 4821604"/>
              <a:gd name="connsiteX7648" fmla="*/ 512439 w 2947832"/>
              <a:gd name="connsiteY7648" fmla="*/ 3017813 h 4821604"/>
              <a:gd name="connsiteX7649" fmla="*/ 496429 w 2947832"/>
              <a:gd name="connsiteY7649" fmla="*/ 2990031 h 4821604"/>
              <a:gd name="connsiteX7650" fmla="*/ 496429 w 2947832"/>
              <a:gd name="connsiteY7650" fmla="*/ 2986054 h 4821604"/>
              <a:gd name="connsiteX7651" fmla="*/ 512439 w 2947832"/>
              <a:gd name="connsiteY7651" fmla="*/ 2958271 h 4821604"/>
              <a:gd name="connsiteX7652" fmla="*/ 515892 w 2947832"/>
              <a:gd name="connsiteY7652" fmla="*/ 2956283 h 4821604"/>
              <a:gd name="connsiteX7653" fmla="*/ 348620 w 2947832"/>
              <a:gd name="connsiteY7653" fmla="*/ 2952411 h 4821604"/>
              <a:gd name="connsiteX7654" fmla="*/ 384617 w 2947832"/>
              <a:gd name="connsiteY7654" fmla="*/ 2952411 h 4821604"/>
              <a:gd name="connsiteX7655" fmla="*/ 388489 w 2947832"/>
              <a:gd name="connsiteY7655" fmla="*/ 2954661 h 4821604"/>
              <a:gd name="connsiteX7656" fmla="*/ 406488 w 2947832"/>
              <a:gd name="connsiteY7656" fmla="*/ 2985845 h 4821604"/>
              <a:gd name="connsiteX7657" fmla="*/ 406488 w 2947832"/>
              <a:gd name="connsiteY7657" fmla="*/ 2990292 h 4821604"/>
              <a:gd name="connsiteX7658" fmla="*/ 388489 w 2947832"/>
              <a:gd name="connsiteY7658" fmla="*/ 3021476 h 4821604"/>
              <a:gd name="connsiteX7659" fmla="*/ 384617 w 2947832"/>
              <a:gd name="connsiteY7659" fmla="*/ 3023726 h 4821604"/>
              <a:gd name="connsiteX7660" fmla="*/ 348620 w 2947832"/>
              <a:gd name="connsiteY7660" fmla="*/ 3023726 h 4821604"/>
              <a:gd name="connsiteX7661" fmla="*/ 344748 w 2947832"/>
              <a:gd name="connsiteY7661" fmla="*/ 3021476 h 4821604"/>
              <a:gd name="connsiteX7662" fmla="*/ 326749 w 2947832"/>
              <a:gd name="connsiteY7662" fmla="*/ 2990292 h 4821604"/>
              <a:gd name="connsiteX7663" fmla="*/ 326749 w 2947832"/>
              <a:gd name="connsiteY7663" fmla="*/ 2985845 h 4821604"/>
              <a:gd name="connsiteX7664" fmla="*/ 344748 w 2947832"/>
              <a:gd name="connsiteY7664" fmla="*/ 2954661 h 4821604"/>
              <a:gd name="connsiteX7665" fmla="*/ 348620 w 2947832"/>
              <a:gd name="connsiteY7665" fmla="*/ 2952411 h 4821604"/>
              <a:gd name="connsiteX7666" fmla="*/ 2842692 w 2947832"/>
              <a:gd name="connsiteY7666" fmla="*/ 2898206 h 4821604"/>
              <a:gd name="connsiteX7667" fmla="*/ 2849964 w 2947832"/>
              <a:gd name="connsiteY7667" fmla="*/ 2898206 h 4821604"/>
              <a:gd name="connsiteX7668" fmla="*/ 2850749 w 2947832"/>
              <a:gd name="connsiteY7668" fmla="*/ 2898677 h 4821604"/>
              <a:gd name="connsiteX7669" fmla="*/ 2854360 w 2947832"/>
              <a:gd name="connsiteY7669" fmla="*/ 2904955 h 4821604"/>
              <a:gd name="connsiteX7670" fmla="*/ 2854360 w 2947832"/>
              <a:gd name="connsiteY7670" fmla="*/ 2905845 h 4821604"/>
              <a:gd name="connsiteX7671" fmla="*/ 2850749 w 2947832"/>
              <a:gd name="connsiteY7671" fmla="*/ 2912123 h 4821604"/>
              <a:gd name="connsiteX7672" fmla="*/ 2849964 w 2947832"/>
              <a:gd name="connsiteY7672" fmla="*/ 2912594 h 4821604"/>
              <a:gd name="connsiteX7673" fmla="*/ 2842692 w 2947832"/>
              <a:gd name="connsiteY7673" fmla="*/ 2912594 h 4821604"/>
              <a:gd name="connsiteX7674" fmla="*/ 2841907 w 2947832"/>
              <a:gd name="connsiteY7674" fmla="*/ 2912123 h 4821604"/>
              <a:gd name="connsiteX7675" fmla="*/ 2838297 w 2947832"/>
              <a:gd name="connsiteY7675" fmla="*/ 2905845 h 4821604"/>
              <a:gd name="connsiteX7676" fmla="*/ 2838297 w 2947832"/>
              <a:gd name="connsiteY7676" fmla="*/ 2904955 h 4821604"/>
              <a:gd name="connsiteX7677" fmla="*/ 2841907 w 2947832"/>
              <a:gd name="connsiteY7677" fmla="*/ 2898677 h 4821604"/>
              <a:gd name="connsiteX7678" fmla="*/ 2842692 w 2947832"/>
              <a:gd name="connsiteY7678" fmla="*/ 2898206 h 4821604"/>
              <a:gd name="connsiteX7679" fmla="*/ 277671 w 2947832"/>
              <a:gd name="connsiteY7679" fmla="*/ 2892974 h 4821604"/>
              <a:gd name="connsiteX7680" fmla="*/ 290228 w 2947832"/>
              <a:gd name="connsiteY7680" fmla="*/ 2892974 h 4821604"/>
              <a:gd name="connsiteX7681" fmla="*/ 291589 w 2947832"/>
              <a:gd name="connsiteY7681" fmla="*/ 2893759 h 4821604"/>
              <a:gd name="connsiteX7682" fmla="*/ 297867 w 2947832"/>
              <a:gd name="connsiteY7682" fmla="*/ 2904642 h 4821604"/>
              <a:gd name="connsiteX7683" fmla="*/ 297867 w 2947832"/>
              <a:gd name="connsiteY7683" fmla="*/ 2906211 h 4821604"/>
              <a:gd name="connsiteX7684" fmla="*/ 291589 w 2947832"/>
              <a:gd name="connsiteY7684" fmla="*/ 2917094 h 4821604"/>
              <a:gd name="connsiteX7685" fmla="*/ 290228 w 2947832"/>
              <a:gd name="connsiteY7685" fmla="*/ 2917879 h 4821604"/>
              <a:gd name="connsiteX7686" fmla="*/ 277671 w 2947832"/>
              <a:gd name="connsiteY7686" fmla="*/ 2917879 h 4821604"/>
              <a:gd name="connsiteX7687" fmla="*/ 276311 w 2947832"/>
              <a:gd name="connsiteY7687" fmla="*/ 2917094 h 4821604"/>
              <a:gd name="connsiteX7688" fmla="*/ 270032 w 2947832"/>
              <a:gd name="connsiteY7688" fmla="*/ 2906211 h 4821604"/>
              <a:gd name="connsiteX7689" fmla="*/ 270032 w 2947832"/>
              <a:gd name="connsiteY7689" fmla="*/ 2904642 h 4821604"/>
              <a:gd name="connsiteX7690" fmla="*/ 276311 w 2947832"/>
              <a:gd name="connsiteY7690" fmla="*/ 2893759 h 4821604"/>
              <a:gd name="connsiteX7691" fmla="*/ 277671 w 2947832"/>
              <a:gd name="connsiteY7691" fmla="*/ 2892974 h 4821604"/>
              <a:gd name="connsiteX7692" fmla="*/ 856193 w 2947832"/>
              <a:gd name="connsiteY7692" fmla="*/ 2892816 h 4821604"/>
              <a:gd name="connsiteX7693" fmla="*/ 868907 w 2947832"/>
              <a:gd name="connsiteY7693" fmla="*/ 2892816 h 4821604"/>
              <a:gd name="connsiteX7694" fmla="*/ 870267 w 2947832"/>
              <a:gd name="connsiteY7694" fmla="*/ 2893601 h 4821604"/>
              <a:gd name="connsiteX7695" fmla="*/ 876598 w 2947832"/>
              <a:gd name="connsiteY7695" fmla="*/ 2904588 h 4821604"/>
              <a:gd name="connsiteX7696" fmla="*/ 876598 w 2947832"/>
              <a:gd name="connsiteY7696" fmla="*/ 2906158 h 4821604"/>
              <a:gd name="connsiteX7697" fmla="*/ 870267 w 2947832"/>
              <a:gd name="connsiteY7697" fmla="*/ 2917146 h 4821604"/>
              <a:gd name="connsiteX7698" fmla="*/ 868907 w 2947832"/>
              <a:gd name="connsiteY7698" fmla="*/ 2917930 h 4821604"/>
              <a:gd name="connsiteX7699" fmla="*/ 856193 w 2947832"/>
              <a:gd name="connsiteY7699" fmla="*/ 2917930 h 4821604"/>
              <a:gd name="connsiteX7700" fmla="*/ 854832 w 2947832"/>
              <a:gd name="connsiteY7700" fmla="*/ 2917146 h 4821604"/>
              <a:gd name="connsiteX7701" fmla="*/ 848501 w 2947832"/>
              <a:gd name="connsiteY7701" fmla="*/ 2906158 h 4821604"/>
              <a:gd name="connsiteX7702" fmla="*/ 848501 w 2947832"/>
              <a:gd name="connsiteY7702" fmla="*/ 2904588 h 4821604"/>
              <a:gd name="connsiteX7703" fmla="*/ 854832 w 2947832"/>
              <a:gd name="connsiteY7703" fmla="*/ 2893601 h 4821604"/>
              <a:gd name="connsiteX7704" fmla="*/ 856193 w 2947832"/>
              <a:gd name="connsiteY7704" fmla="*/ 2892816 h 4821604"/>
              <a:gd name="connsiteX7705" fmla="*/ 1682563 w 2947832"/>
              <a:gd name="connsiteY7705" fmla="*/ 2892346 h 4821604"/>
              <a:gd name="connsiteX7706" fmla="*/ 1695747 w 2947832"/>
              <a:gd name="connsiteY7706" fmla="*/ 2892346 h 4821604"/>
              <a:gd name="connsiteX7707" fmla="*/ 1697160 w 2947832"/>
              <a:gd name="connsiteY7707" fmla="*/ 2893183 h 4821604"/>
              <a:gd name="connsiteX7708" fmla="*/ 1703753 w 2947832"/>
              <a:gd name="connsiteY7708" fmla="*/ 2904589 h 4821604"/>
              <a:gd name="connsiteX7709" fmla="*/ 1703753 w 2947832"/>
              <a:gd name="connsiteY7709" fmla="*/ 2906211 h 4821604"/>
              <a:gd name="connsiteX7710" fmla="*/ 1697160 w 2947832"/>
              <a:gd name="connsiteY7710" fmla="*/ 2917617 h 4821604"/>
              <a:gd name="connsiteX7711" fmla="*/ 1695747 w 2947832"/>
              <a:gd name="connsiteY7711" fmla="*/ 2918454 h 4821604"/>
              <a:gd name="connsiteX7712" fmla="*/ 1682563 w 2947832"/>
              <a:gd name="connsiteY7712" fmla="*/ 2918454 h 4821604"/>
              <a:gd name="connsiteX7713" fmla="*/ 1681150 w 2947832"/>
              <a:gd name="connsiteY7713" fmla="*/ 2917617 h 4821604"/>
              <a:gd name="connsiteX7714" fmla="*/ 1674557 w 2947832"/>
              <a:gd name="connsiteY7714" fmla="*/ 2906211 h 4821604"/>
              <a:gd name="connsiteX7715" fmla="*/ 1674557 w 2947832"/>
              <a:gd name="connsiteY7715" fmla="*/ 2904589 h 4821604"/>
              <a:gd name="connsiteX7716" fmla="*/ 1681150 w 2947832"/>
              <a:gd name="connsiteY7716" fmla="*/ 2893183 h 4821604"/>
              <a:gd name="connsiteX7717" fmla="*/ 1682563 w 2947832"/>
              <a:gd name="connsiteY7717" fmla="*/ 2892346 h 4821604"/>
              <a:gd name="connsiteX7718" fmla="*/ 937972 w 2947832"/>
              <a:gd name="connsiteY7718" fmla="*/ 2891038 h 4821604"/>
              <a:gd name="connsiteX7719" fmla="*/ 952517 w 2947832"/>
              <a:gd name="connsiteY7719" fmla="*/ 2891038 h 4821604"/>
              <a:gd name="connsiteX7720" fmla="*/ 954087 w 2947832"/>
              <a:gd name="connsiteY7720" fmla="*/ 2891927 h 4821604"/>
              <a:gd name="connsiteX7721" fmla="*/ 961359 w 2947832"/>
              <a:gd name="connsiteY7721" fmla="*/ 2904484 h 4821604"/>
              <a:gd name="connsiteX7722" fmla="*/ 961359 w 2947832"/>
              <a:gd name="connsiteY7722" fmla="*/ 2906263 h 4821604"/>
              <a:gd name="connsiteX7723" fmla="*/ 954087 w 2947832"/>
              <a:gd name="connsiteY7723" fmla="*/ 2918821 h 4821604"/>
              <a:gd name="connsiteX7724" fmla="*/ 952517 w 2947832"/>
              <a:gd name="connsiteY7724" fmla="*/ 2919710 h 4821604"/>
              <a:gd name="connsiteX7725" fmla="*/ 937972 w 2947832"/>
              <a:gd name="connsiteY7725" fmla="*/ 2919710 h 4821604"/>
              <a:gd name="connsiteX7726" fmla="*/ 936402 w 2947832"/>
              <a:gd name="connsiteY7726" fmla="*/ 2918821 h 4821604"/>
              <a:gd name="connsiteX7727" fmla="*/ 929129 w 2947832"/>
              <a:gd name="connsiteY7727" fmla="*/ 2906263 h 4821604"/>
              <a:gd name="connsiteX7728" fmla="*/ 929129 w 2947832"/>
              <a:gd name="connsiteY7728" fmla="*/ 2904484 h 4821604"/>
              <a:gd name="connsiteX7729" fmla="*/ 936402 w 2947832"/>
              <a:gd name="connsiteY7729" fmla="*/ 2891927 h 4821604"/>
              <a:gd name="connsiteX7730" fmla="*/ 937972 w 2947832"/>
              <a:gd name="connsiteY7730" fmla="*/ 2891038 h 4821604"/>
              <a:gd name="connsiteX7731" fmla="*/ 689914 w 2947832"/>
              <a:gd name="connsiteY7731" fmla="*/ 2890933 h 4821604"/>
              <a:gd name="connsiteX7732" fmla="*/ 704512 w 2947832"/>
              <a:gd name="connsiteY7732" fmla="*/ 2890933 h 4821604"/>
              <a:gd name="connsiteX7733" fmla="*/ 706082 w 2947832"/>
              <a:gd name="connsiteY7733" fmla="*/ 2891822 h 4821604"/>
              <a:gd name="connsiteX7734" fmla="*/ 713407 w 2947832"/>
              <a:gd name="connsiteY7734" fmla="*/ 2904484 h 4821604"/>
              <a:gd name="connsiteX7735" fmla="*/ 713407 w 2947832"/>
              <a:gd name="connsiteY7735" fmla="*/ 2906316 h 4821604"/>
              <a:gd name="connsiteX7736" fmla="*/ 706082 w 2947832"/>
              <a:gd name="connsiteY7736" fmla="*/ 2918977 h 4821604"/>
              <a:gd name="connsiteX7737" fmla="*/ 704512 w 2947832"/>
              <a:gd name="connsiteY7737" fmla="*/ 2919867 h 4821604"/>
              <a:gd name="connsiteX7738" fmla="*/ 689914 w 2947832"/>
              <a:gd name="connsiteY7738" fmla="*/ 2919867 h 4821604"/>
              <a:gd name="connsiteX7739" fmla="*/ 688345 w 2947832"/>
              <a:gd name="connsiteY7739" fmla="*/ 2918977 h 4821604"/>
              <a:gd name="connsiteX7740" fmla="*/ 681019 w 2947832"/>
              <a:gd name="connsiteY7740" fmla="*/ 2906316 h 4821604"/>
              <a:gd name="connsiteX7741" fmla="*/ 681019 w 2947832"/>
              <a:gd name="connsiteY7741" fmla="*/ 2904484 h 4821604"/>
              <a:gd name="connsiteX7742" fmla="*/ 688345 w 2947832"/>
              <a:gd name="connsiteY7742" fmla="*/ 2891822 h 4821604"/>
              <a:gd name="connsiteX7743" fmla="*/ 689914 w 2947832"/>
              <a:gd name="connsiteY7743" fmla="*/ 2890933 h 4821604"/>
              <a:gd name="connsiteX7744" fmla="*/ 772426 w 2947832"/>
              <a:gd name="connsiteY7744" fmla="*/ 2890671 h 4821604"/>
              <a:gd name="connsiteX7745" fmla="*/ 787233 w 2947832"/>
              <a:gd name="connsiteY7745" fmla="*/ 2890671 h 4821604"/>
              <a:gd name="connsiteX7746" fmla="*/ 788803 w 2947832"/>
              <a:gd name="connsiteY7746" fmla="*/ 2891613 h 4821604"/>
              <a:gd name="connsiteX7747" fmla="*/ 796232 w 2947832"/>
              <a:gd name="connsiteY7747" fmla="*/ 2904432 h 4821604"/>
              <a:gd name="connsiteX7748" fmla="*/ 796232 w 2947832"/>
              <a:gd name="connsiteY7748" fmla="*/ 2906263 h 4821604"/>
              <a:gd name="connsiteX7749" fmla="*/ 788803 w 2947832"/>
              <a:gd name="connsiteY7749" fmla="*/ 2919082 h 4821604"/>
              <a:gd name="connsiteX7750" fmla="*/ 787233 w 2947832"/>
              <a:gd name="connsiteY7750" fmla="*/ 2920023 h 4821604"/>
              <a:gd name="connsiteX7751" fmla="*/ 772426 w 2947832"/>
              <a:gd name="connsiteY7751" fmla="*/ 2920023 h 4821604"/>
              <a:gd name="connsiteX7752" fmla="*/ 770856 w 2947832"/>
              <a:gd name="connsiteY7752" fmla="*/ 2919082 h 4821604"/>
              <a:gd name="connsiteX7753" fmla="*/ 763426 w 2947832"/>
              <a:gd name="connsiteY7753" fmla="*/ 2906263 h 4821604"/>
              <a:gd name="connsiteX7754" fmla="*/ 763426 w 2947832"/>
              <a:gd name="connsiteY7754" fmla="*/ 2904432 h 4821604"/>
              <a:gd name="connsiteX7755" fmla="*/ 770856 w 2947832"/>
              <a:gd name="connsiteY7755" fmla="*/ 2891613 h 4821604"/>
              <a:gd name="connsiteX7756" fmla="*/ 772426 w 2947832"/>
              <a:gd name="connsiteY7756" fmla="*/ 2890671 h 4821604"/>
              <a:gd name="connsiteX7757" fmla="*/ 2425583 w 2947832"/>
              <a:gd name="connsiteY7757" fmla="*/ 2890567 h 4821604"/>
              <a:gd name="connsiteX7758" fmla="*/ 2440547 w 2947832"/>
              <a:gd name="connsiteY7758" fmla="*/ 2890567 h 4821604"/>
              <a:gd name="connsiteX7759" fmla="*/ 2442169 w 2947832"/>
              <a:gd name="connsiteY7759" fmla="*/ 2891509 h 4821604"/>
              <a:gd name="connsiteX7760" fmla="*/ 2449651 w 2947832"/>
              <a:gd name="connsiteY7760" fmla="*/ 2904484 h 4821604"/>
              <a:gd name="connsiteX7761" fmla="*/ 2449651 w 2947832"/>
              <a:gd name="connsiteY7761" fmla="*/ 2906316 h 4821604"/>
              <a:gd name="connsiteX7762" fmla="*/ 2442169 w 2947832"/>
              <a:gd name="connsiteY7762" fmla="*/ 2919292 h 4821604"/>
              <a:gd name="connsiteX7763" fmla="*/ 2440547 w 2947832"/>
              <a:gd name="connsiteY7763" fmla="*/ 2920233 h 4821604"/>
              <a:gd name="connsiteX7764" fmla="*/ 2425583 w 2947832"/>
              <a:gd name="connsiteY7764" fmla="*/ 2920233 h 4821604"/>
              <a:gd name="connsiteX7765" fmla="*/ 2423961 w 2947832"/>
              <a:gd name="connsiteY7765" fmla="*/ 2919292 h 4821604"/>
              <a:gd name="connsiteX7766" fmla="*/ 2416479 w 2947832"/>
              <a:gd name="connsiteY7766" fmla="*/ 2906316 h 4821604"/>
              <a:gd name="connsiteX7767" fmla="*/ 2416479 w 2947832"/>
              <a:gd name="connsiteY7767" fmla="*/ 2904484 h 4821604"/>
              <a:gd name="connsiteX7768" fmla="*/ 2423961 w 2947832"/>
              <a:gd name="connsiteY7768" fmla="*/ 2891509 h 4821604"/>
              <a:gd name="connsiteX7769" fmla="*/ 2425583 w 2947832"/>
              <a:gd name="connsiteY7769" fmla="*/ 2890567 h 4821604"/>
              <a:gd name="connsiteX7770" fmla="*/ 2259618 w 2947832"/>
              <a:gd name="connsiteY7770" fmla="*/ 2889363 h 4821604"/>
              <a:gd name="connsiteX7771" fmla="*/ 2275785 w 2947832"/>
              <a:gd name="connsiteY7771" fmla="*/ 2889363 h 4821604"/>
              <a:gd name="connsiteX7772" fmla="*/ 2277512 w 2947832"/>
              <a:gd name="connsiteY7772" fmla="*/ 2890357 h 4821604"/>
              <a:gd name="connsiteX7773" fmla="*/ 2285622 w 2947832"/>
              <a:gd name="connsiteY7773" fmla="*/ 2904379 h 4821604"/>
              <a:gd name="connsiteX7774" fmla="*/ 2285622 w 2947832"/>
              <a:gd name="connsiteY7774" fmla="*/ 2906368 h 4821604"/>
              <a:gd name="connsiteX7775" fmla="*/ 2277512 w 2947832"/>
              <a:gd name="connsiteY7775" fmla="*/ 2920390 h 4821604"/>
              <a:gd name="connsiteX7776" fmla="*/ 2275785 w 2947832"/>
              <a:gd name="connsiteY7776" fmla="*/ 2921384 h 4821604"/>
              <a:gd name="connsiteX7777" fmla="*/ 2259618 w 2947832"/>
              <a:gd name="connsiteY7777" fmla="*/ 2921384 h 4821604"/>
              <a:gd name="connsiteX7778" fmla="*/ 2257892 w 2947832"/>
              <a:gd name="connsiteY7778" fmla="*/ 2920390 h 4821604"/>
              <a:gd name="connsiteX7779" fmla="*/ 2249782 w 2947832"/>
              <a:gd name="connsiteY7779" fmla="*/ 2906368 h 4821604"/>
              <a:gd name="connsiteX7780" fmla="*/ 2249782 w 2947832"/>
              <a:gd name="connsiteY7780" fmla="*/ 2904379 h 4821604"/>
              <a:gd name="connsiteX7781" fmla="*/ 2257892 w 2947832"/>
              <a:gd name="connsiteY7781" fmla="*/ 2890357 h 4821604"/>
              <a:gd name="connsiteX7782" fmla="*/ 2259618 w 2947832"/>
              <a:gd name="connsiteY7782" fmla="*/ 2889363 h 4821604"/>
              <a:gd name="connsiteX7783" fmla="*/ 2342130 w 2947832"/>
              <a:gd name="connsiteY7783" fmla="*/ 2888997 h 4821604"/>
              <a:gd name="connsiteX7784" fmla="*/ 2358664 w 2947832"/>
              <a:gd name="connsiteY7784" fmla="*/ 2888997 h 4821604"/>
              <a:gd name="connsiteX7785" fmla="*/ 2360443 w 2947832"/>
              <a:gd name="connsiteY7785" fmla="*/ 2890043 h 4821604"/>
              <a:gd name="connsiteX7786" fmla="*/ 2368709 w 2947832"/>
              <a:gd name="connsiteY7786" fmla="*/ 2904380 h 4821604"/>
              <a:gd name="connsiteX7787" fmla="*/ 2368709 w 2947832"/>
              <a:gd name="connsiteY7787" fmla="*/ 2906420 h 4821604"/>
              <a:gd name="connsiteX7788" fmla="*/ 2360443 w 2947832"/>
              <a:gd name="connsiteY7788" fmla="*/ 2920756 h 4821604"/>
              <a:gd name="connsiteX7789" fmla="*/ 2358664 w 2947832"/>
              <a:gd name="connsiteY7789" fmla="*/ 2921803 h 4821604"/>
              <a:gd name="connsiteX7790" fmla="*/ 2342130 w 2947832"/>
              <a:gd name="connsiteY7790" fmla="*/ 2921803 h 4821604"/>
              <a:gd name="connsiteX7791" fmla="*/ 2340351 w 2947832"/>
              <a:gd name="connsiteY7791" fmla="*/ 2920756 h 4821604"/>
              <a:gd name="connsiteX7792" fmla="*/ 2332084 w 2947832"/>
              <a:gd name="connsiteY7792" fmla="*/ 2906420 h 4821604"/>
              <a:gd name="connsiteX7793" fmla="*/ 2332084 w 2947832"/>
              <a:gd name="connsiteY7793" fmla="*/ 2904380 h 4821604"/>
              <a:gd name="connsiteX7794" fmla="*/ 2340351 w 2947832"/>
              <a:gd name="connsiteY7794" fmla="*/ 2890043 h 4821604"/>
              <a:gd name="connsiteX7795" fmla="*/ 2342130 w 2947832"/>
              <a:gd name="connsiteY7795" fmla="*/ 2888997 h 4821604"/>
              <a:gd name="connsiteX7796" fmla="*/ 1019593 w 2947832"/>
              <a:gd name="connsiteY7796" fmla="*/ 2888997 h 4821604"/>
              <a:gd name="connsiteX7797" fmla="*/ 1036127 w 2947832"/>
              <a:gd name="connsiteY7797" fmla="*/ 2888997 h 4821604"/>
              <a:gd name="connsiteX7798" fmla="*/ 1037906 w 2947832"/>
              <a:gd name="connsiteY7798" fmla="*/ 2890043 h 4821604"/>
              <a:gd name="connsiteX7799" fmla="*/ 1046173 w 2947832"/>
              <a:gd name="connsiteY7799" fmla="*/ 2904380 h 4821604"/>
              <a:gd name="connsiteX7800" fmla="*/ 1046173 w 2947832"/>
              <a:gd name="connsiteY7800" fmla="*/ 2906420 h 4821604"/>
              <a:gd name="connsiteX7801" fmla="*/ 1037906 w 2947832"/>
              <a:gd name="connsiteY7801" fmla="*/ 2920756 h 4821604"/>
              <a:gd name="connsiteX7802" fmla="*/ 1036127 w 2947832"/>
              <a:gd name="connsiteY7802" fmla="*/ 2921803 h 4821604"/>
              <a:gd name="connsiteX7803" fmla="*/ 1019593 w 2947832"/>
              <a:gd name="connsiteY7803" fmla="*/ 2921803 h 4821604"/>
              <a:gd name="connsiteX7804" fmla="*/ 1017814 w 2947832"/>
              <a:gd name="connsiteY7804" fmla="*/ 2920756 h 4821604"/>
              <a:gd name="connsiteX7805" fmla="*/ 1009547 w 2947832"/>
              <a:gd name="connsiteY7805" fmla="*/ 2906420 h 4821604"/>
              <a:gd name="connsiteX7806" fmla="*/ 1009547 w 2947832"/>
              <a:gd name="connsiteY7806" fmla="*/ 2904380 h 4821604"/>
              <a:gd name="connsiteX7807" fmla="*/ 1017814 w 2947832"/>
              <a:gd name="connsiteY7807" fmla="*/ 2890043 h 4821604"/>
              <a:gd name="connsiteX7808" fmla="*/ 1019593 w 2947832"/>
              <a:gd name="connsiteY7808" fmla="*/ 2888997 h 4821604"/>
              <a:gd name="connsiteX7809" fmla="*/ 1350214 w 2947832"/>
              <a:gd name="connsiteY7809" fmla="*/ 2888945 h 4821604"/>
              <a:gd name="connsiteX7810" fmla="*/ 1366800 w 2947832"/>
              <a:gd name="connsiteY7810" fmla="*/ 2888945 h 4821604"/>
              <a:gd name="connsiteX7811" fmla="*/ 1368579 w 2947832"/>
              <a:gd name="connsiteY7811" fmla="*/ 2889991 h 4821604"/>
              <a:gd name="connsiteX7812" fmla="*/ 1376898 w 2947832"/>
              <a:gd name="connsiteY7812" fmla="*/ 2904380 h 4821604"/>
              <a:gd name="connsiteX7813" fmla="*/ 1376898 w 2947832"/>
              <a:gd name="connsiteY7813" fmla="*/ 2906421 h 4821604"/>
              <a:gd name="connsiteX7814" fmla="*/ 1368579 w 2947832"/>
              <a:gd name="connsiteY7814" fmla="*/ 2920809 h 4821604"/>
              <a:gd name="connsiteX7815" fmla="*/ 1366800 w 2947832"/>
              <a:gd name="connsiteY7815" fmla="*/ 2921855 h 4821604"/>
              <a:gd name="connsiteX7816" fmla="*/ 1350214 w 2947832"/>
              <a:gd name="connsiteY7816" fmla="*/ 2921855 h 4821604"/>
              <a:gd name="connsiteX7817" fmla="*/ 1348435 w 2947832"/>
              <a:gd name="connsiteY7817" fmla="*/ 2920809 h 4821604"/>
              <a:gd name="connsiteX7818" fmla="*/ 1340116 w 2947832"/>
              <a:gd name="connsiteY7818" fmla="*/ 2906421 h 4821604"/>
              <a:gd name="connsiteX7819" fmla="*/ 1340116 w 2947832"/>
              <a:gd name="connsiteY7819" fmla="*/ 2904380 h 4821604"/>
              <a:gd name="connsiteX7820" fmla="*/ 1348435 w 2947832"/>
              <a:gd name="connsiteY7820" fmla="*/ 2889991 h 4821604"/>
              <a:gd name="connsiteX7821" fmla="*/ 1350214 w 2947832"/>
              <a:gd name="connsiteY7821" fmla="*/ 2888945 h 4821604"/>
              <a:gd name="connsiteX7822" fmla="*/ 1928369 w 2947832"/>
              <a:gd name="connsiteY7822" fmla="*/ 2888108 h 4821604"/>
              <a:gd name="connsiteX7823" fmla="*/ 1945792 w 2947832"/>
              <a:gd name="connsiteY7823" fmla="*/ 2888108 h 4821604"/>
              <a:gd name="connsiteX7824" fmla="*/ 1947676 w 2947832"/>
              <a:gd name="connsiteY7824" fmla="*/ 2889207 h 4821604"/>
              <a:gd name="connsiteX7825" fmla="*/ 1956414 w 2947832"/>
              <a:gd name="connsiteY7825" fmla="*/ 2904328 h 4821604"/>
              <a:gd name="connsiteX7826" fmla="*/ 1956414 w 2947832"/>
              <a:gd name="connsiteY7826" fmla="*/ 2906473 h 4821604"/>
              <a:gd name="connsiteX7827" fmla="*/ 1947676 w 2947832"/>
              <a:gd name="connsiteY7827" fmla="*/ 2921594 h 4821604"/>
              <a:gd name="connsiteX7828" fmla="*/ 1945792 w 2947832"/>
              <a:gd name="connsiteY7828" fmla="*/ 2922693 h 4821604"/>
              <a:gd name="connsiteX7829" fmla="*/ 1928369 w 2947832"/>
              <a:gd name="connsiteY7829" fmla="*/ 2922693 h 4821604"/>
              <a:gd name="connsiteX7830" fmla="*/ 1926486 w 2947832"/>
              <a:gd name="connsiteY7830" fmla="*/ 2921594 h 4821604"/>
              <a:gd name="connsiteX7831" fmla="*/ 1917748 w 2947832"/>
              <a:gd name="connsiteY7831" fmla="*/ 2906473 h 4821604"/>
              <a:gd name="connsiteX7832" fmla="*/ 1917748 w 2947832"/>
              <a:gd name="connsiteY7832" fmla="*/ 2904328 h 4821604"/>
              <a:gd name="connsiteX7833" fmla="*/ 1926486 w 2947832"/>
              <a:gd name="connsiteY7833" fmla="*/ 2889207 h 4821604"/>
              <a:gd name="connsiteX7834" fmla="*/ 1928369 w 2947832"/>
              <a:gd name="connsiteY7834" fmla="*/ 2888108 h 4821604"/>
              <a:gd name="connsiteX7835" fmla="*/ 1101739 w 2947832"/>
              <a:gd name="connsiteY7835" fmla="*/ 2887951 h 4821604"/>
              <a:gd name="connsiteX7836" fmla="*/ 1119319 w 2947832"/>
              <a:gd name="connsiteY7836" fmla="*/ 2887951 h 4821604"/>
              <a:gd name="connsiteX7837" fmla="*/ 1121202 w 2947832"/>
              <a:gd name="connsiteY7837" fmla="*/ 2889050 h 4821604"/>
              <a:gd name="connsiteX7838" fmla="*/ 1129992 w 2947832"/>
              <a:gd name="connsiteY7838" fmla="*/ 2904275 h 4821604"/>
              <a:gd name="connsiteX7839" fmla="*/ 1129992 w 2947832"/>
              <a:gd name="connsiteY7839" fmla="*/ 2906473 h 4821604"/>
              <a:gd name="connsiteX7840" fmla="*/ 1121202 w 2947832"/>
              <a:gd name="connsiteY7840" fmla="*/ 2921699 h 4821604"/>
              <a:gd name="connsiteX7841" fmla="*/ 1119319 w 2947832"/>
              <a:gd name="connsiteY7841" fmla="*/ 2922797 h 4821604"/>
              <a:gd name="connsiteX7842" fmla="*/ 1101739 w 2947832"/>
              <a:gd name="connsiteY7842" fmla="*/ 2922797 h 4821604"/>
              <a:gd name="connsiteX7843" fmla="*/ 1099855 w 2947832"/>
              <a:gd name="connsiteY7843" fmla="*/ 2921699 h 4821604"/>
              <a:gd name="connsiteX7844" fmla="*/ 1091065 w 2947832"/>
              <a:gd name="connsiteY7844" fmla="*/ 2906473 h 4821604"/>
              <a:gd name="connsiteX7845" fmla="*/ 1091065 w 2947832"/>
              <a:gd name="connsiteY7845" fmla="*/ 2904275 h 4821604"/>
              <a:gd name="connsiteX7846" fmla="*/ 1099855 w 2947832"/>
              <a:gd name="connsiteY7846" fmla="*/ 2889050 h 4821604"/>
              <a:gd name="connsiteX7847" fmla="*/ 1101739 w 2947832"/>
              <a:gd name="connsiteY7847" fmla="*/ 2887951 h 4821604"/>
              <a:gd name="connsiteX7848" fmla="*/ 1184250 w 2947832"/>
              <a:gd name="connsiteY7848" fmla="*/ 2887793 h 4821604"/>
              <a:gd name="connsiteX7849" fmla="*/ 1202039 w 2947832"/>
              <a:gd name="connsiteY7849" fmla="*/ 2887793 h 4821604"/>
              <a:gd name="connsiteX7850" fmla="*/ 1203923 w 2947832"/>
              <a:gd name="connsiteY7850" fmla="*/ 2888892 h 4821604"/>
              <a:gd name="connsiteX7851" fmla="*/ 1212818 w 2947832"/>
              <a:gd name="connsiteY7851" fmla="*/ 2904327 h 4821604"/>
              <a:gd name="connsiteX7852" fmla="*/ 1212818 w 2947832"/>
              <a:gd name="connsiteY7852" fmla="*/ 2906524 h 4821604"/>
              <a:gd name="connsiteX7853" fmla="*/ 1203923 w 2947832"/>
              <a:gd name="connsiteY7853" fmla="*/ 2921959 h 4821604"/>
              <a:gd name="connsiteX7854" fmla="*/ 1202039 w 2947832"/>
              <a:gd name="connsiteY7854" fmla="*/ 2923058 h 4821604"/>
              <a:gd name="connsiteX7855" fmla="*/ 1184250 w 2947832"/>
              <a:gd name="connsiteY7855" fmla="*/ 2923058 h 4821604"/>
              <a:gd name="connsiteX7856" fmla="*/ 1182366 w 2947832"/>
              <a:gd name="connsiteY7856" fmla="*/ 2921959 h 4821604"/>
              <a:gd name="connsiteX7857" fmla="*/ 1173472 w 2947832"/>
              <a:gd name="connsiteY7857" fmla="*/ 2906524 h 4821604"/>
              <a:gd name="connsiteX7858" fmla="*/ 1173472 w 2947832"/>
              <a:gd name="connsiteY7858" fmla="*/ 2904327 h 4821604"/>
              <a:gd name="connsiteX7859" fmla="*/ 1182366 w 2947832"/>
              <a:gd name="connsiteY7859" fmla="*/ 2888892 h 4821604"/>
              <a:gd name="connsiteX7860" fmla="*/ 1184250 w 2947832"/>
              <a:gd name="connsiteY7860" fmla="*/ 2887793 h 4821604"/>
              <a:gd name="connsiteX7861" fmla="*/ 605572 w 2947832"/>
              <a:gd name="connsiteY7861" fmla="*/ 2887584 h 4821604"/>
              <a:gd name="connsiteX7862" fmla="*/ 623571 w 2947832"/>
              <a:gd name="connsiteY7862" fmla="*/ 2887584 h 4821604"/>
              <a:gd name="connsiteX7863" fmla="*/ 625506 w 2947832"/>
              <a:gd name="connsiteY7863" fmla="*/ 2888683 h 4821604"/>
              <a:gd name="connsiteX7864" fmla="*/ 634506 w 2947832"/>
              <a:gd name="connsiteY7864" fmla="*/ 2904275 h 4821604"/>
              <a:gd name="connsiteX7865" fmla="*/ 634506 w 2947832"/>
              <a:gd name="connsiteY7865" fmla="*/ 2906524 h 4821604"/>
              <a:gd name="connsiteX7866" fmla="*/ 625506 w 2947832"/>
              <a:gd name="connsiteY7866" fmla="*/ 2922117 h 4821604"/>
              <a:gd name="connsiteX7867" fmla="*/ 623571 w 2947832"/>
              <a:gd name="connsiteY7867" fmla="*/ 2923215 h 4821604"/>
              <a:gd name="connsiteX7868" fmla="*/ 605572 w 2947832"/>
              <a:gd name="connsiteY7868" fmla="*/ 2923215 h 4821604"/>
              <a:gd name="connsiteX7869" fmla="*/ 603636 w 2947832"/>
              <a:gd name="connsiteY7869" fmla="*/ 2922117 h 4821604"/>
              <a:gd name="connsiteX7870" fmla="*/ 594636 w 2947832"/>
              <a:gd name="connsiteY7870" fmla="*/ 2906524 h 4821604"/>
              <a:gd name="connsiteX7871" fmla="*/ 594636 w 2947832"/>
              <a:gd name="connsiteY7871" fmla="*/ 2904275 h 4821604"/>
              <a:gd name="connsiteX7872" fmla="*/ 603636 w 2947832"/>
              <a:gd name="connsiteY7872" fmla="*/ 2888683 h 4821604"/>
              <a:gd name="connsiteX7873" fmla="*/ 605572 w 2947832"/>
              <a:gd name="connsiteY7873" fmla="*/ 2887584 h 4821604"/>
              <a:gd name="connsiteX7874" fmla="*/ 2010463 w 2947832"/>
              <a:gd name="connsiteY7874" fmla="*/ 2887009 h 4821604"/>
              <a:gd name="connsiteX7875" fmla="*/ 2029037 w 2947832"/>
              <a:gd name="connsiteY7875" fmla="*/ 2887009 h 4821604"/>
              <a:gd name="connsiteX7876" fmla="*/ 2031025 w 2947832"/>
              <a:gd name="connsiteY7876" fmla="*/ 2888160 h 4821604"/>
              <a:gd name="connsiteX7877" fmla="*/ 2040286 w 2947832"/>
              <a:gd name="connsiteY7877" fmla="*/ 2904223 h 4821604"/>
              <a:gd name="connsiteX7878" fmla="*/ 2040286 w 2947832"/>
              <a:gd name="connsiteY7878" fmla="*/ 2906525 h 4821604"/>
              <a:gd name="connsiteX7879" fmla="*/ 2031025 w 2947832"/>
              <a:gd name="connsiteY7879" fmla="*/ 2922588 h 4821604"/>
              <a:gd name="connsiteX7880" fmla="*/ 2029037 w 2947832"/>
              <a:gd name="connsiteY7880" fmla="*/ 2923739 h 4821604"/>
              <a:gd name="connsiteX7881" fmla="*/ 2010463 w 2947832"/>
              <a:gd name="connsiteY7881" fmla="*/ 2923739 h 4821604"/>
              <a:gd name="connsiteX7882" fmla="*/ 2008475 w 2947832"/>
              <a:gd name="connsiteY7882" fmla="*/ 2922588 h 4821604"/>
              <a:gd name="connsiteX7883" fmla="*/ 1999213 w 2947832"/>
              <a:gd name="connsiteY7883" fmla="*/ 2906525 h 4821604"/>
              <a:gd name="connsiteX7884" fmla="*/ 1999213 w 2947832"/>
              <a:gd name="connsiteY7884" fmla="*/ 2904223 h 4821604"/>
              <a:gd name="connsiteX7885" fmla="*/ 2008475 w 2947832"/>
              <a:gd name="connsiteY7885" fmla="*/ 2888160 h 4821604"/>
              <a:gd name="connsiteX7886" fmla="*/ 2010463 w 2947832"/>
              <a:gd name="connsiteY7886" fmla="*/ 2887009 h 4821604"/>
              <a:gd name="connsiteX7887" fmla="*/ 2754321 w 2947832"/>
              <a:gd name="connsiteY7887" fmla="*/ 2886904 h 4821604"/>
              <a:gd name="connsiteX7888" fmla="*/ 2773052 w 2947832"/>
              <a:gd name="connsiteY7888" fmla="*/ 2886904 h 4821604"/>
              <a:gd name="connsiteX7889" fmla="*/ 2775040 w 2947832"/>
              <a:gd name="connsiteY7889" fmla="*/ 2888055 h 4821604"/>
              <a:gd name="connsiteX7890" fmla="*/ 2784406 w 2947832"/>
              <a:gd name="connsiteY7890" fmla="*/ 2904275 h 4821604"/>
              <a:gd name="connsiteX7891" fmla="*/ 2784406 w 2947832"/>
              <a:gd name="connsiteY7891" fmla="*/ 2906577 h 4821604"/>
              <a:gd name="connsiteX7892" fmla="*/ 2775040 w 2947832"/>
              <a:gd name="connsiteY7892" fmla="*/ 2922797 h 4821604"/>
              <a:gd name="connsiteX7893" fmla="*/ 2773052 w 2947832"/>
              <a:gd name="connsiteY7893" fmla="*/ 2923948 h 4821604"/>
              <a:gd name="connsiteX7894" fmla="*/ 2754321 w 2947832"/>
              <a:gd name="connsiteY7894" fmla="*/ 2923948 h 4821604"/>
              <a:gd name="connsiteX7895" fmla="*/ 2752333 w 2947832"/>
              <a:gd name="connsiteY7895" fmla="*/ 2922797 h 4821604"/>
              <a:gd name="connsiteX7896" fmla="*/ 2742967 w 2947832"/>
              <a:gd name="connsiteY7896" fmla="*/ 2906577 h 4821604"/>
              <a:gd name="connsiteX7897" fmla="*/ 2742967 w 2947832"/>
              <a:gd name="connsiteY7897" fmla="*/ 2904275 h 4821604"/>
              <a:gd name="connsiteX7898" fmla="*/ 2752333 w 2947832"/>
              <a:gd name="connsiteY7898" fmla="*/ 2888055 h 4821604"/>
              <a:gd name="connsiteX7899" fmla="*/ 2754321 w 2947832"/>
              <a:gd name="connsiteY7899" fmla="*/ 2886904 h 4821604"/>
              <a:gd name="connsiteX7900" fmla="*/ 2671653 w 2947832"/>
              <a:gd name="connsiteY7900" fmla="*/ 2886904 h 4821604"/>
              <a:gd name="connsiteX7901" fmla="*/ 2690383 w 2947832"/>
              <a:gd name="connsiteY7901" fmla="*/ 2886904 h 4821604"/>
              <a:gd name="connsiteX7902" fmla="*/ 2692372 w 2947832"/>
              <a:gd name="connsiteY7902" fmla="*/ 2888055 h 4821604"/>
              <a:gd name="connsiteX7903" fmla="*/ 2701738 w 2947832"/>
              <a:gd name="connsiteY7903" fmla="*/ 2904275 h 4821604"/>
              <a:gd name="connsiteX7904" fmla="*/ 2701738 w 2947832"/>
              <a:gd name="connsiteY7904" fmla="*/ 2906577 h 4821604"/>
              <a:gd name="connsiteX7905" fmla="*/ 2692372 w 2947832"/>
              <a:gd name="connsiteY7905" fmla="*/ 2922797 h 4821604"/>
              <a:gd name="connsiteX7906" fmla="*/ 2690383 w 2947832"/>
              <a:gd name="connsiteY7906" fmla="*/ 2923948 h 4821604"/>
              <a:gd name="connsiteX7907" fmla="*/ 2671653 w 2947832"/>
              <a:gd name="connsiteY7907" fmla="*/ 2923948 h 4821604"/>
              <a:gd name="connsiteX7908" fmla="*/ 2669664 w 2947832"/>
              <a:gd name="connsiteY7908" fmla="*/ 2922797 h 4821604"/>
              <a:gd name="connsiteX7909" fmla="*/ 2660298 w 2947832"/>
              <a:gd name="connsiteY7909" fmla="*/ 2906577 h 4821604"/>
              <a:gd name="connsiteX7910" fmla="*/ 2660298 w 2947832"/>
              <a:gd name="connsiteY7910" fmla="*/ 2904275 h 4821604"/>
              <a:gd name="connsiteX7911" fmla="*/ 2669664 w 2947832"/>
              <a:gd name="connsiteY7911" fmla="*/ 2888055 h 4821604"/>
              <a:gd name="connsiteX7912" fmla="*/ 2671653 w 2947832"/>
              <a:gd name="connsiteY7912" fmla="*/ 2886904 h 4821604"/>
              <a:gd name="connsiteX7913" fmla="*/ 2506315 w 2947832"/>
              <a:gd name="connsiteY7913" fmla="*/ 2886747 h 4821604"/>
              <a:gd name="connsiteX7914" fmla="*/ 2525151 w 2947832"/>
              <a:gd name="connsiteY7914" fmla="*/ 2886747 h 4821604"/>
              <a:gd name="connsiteX7915" fmla="*/ 2527192 w 2947832"/>
              <a:gd name="connsiteY7915" fmla="*/ 2887898 h 4821604"/>
              <a:gd name="connsiteX7916" fmla="*/ 2536609 w 2947832"/>
              <a:gd name="connsiteY7916" fmla="*/ 2904222 h 4821604"/>
              <a:gd name="connsiteX7917" fmla="*/ 2536609 w 2947832"/>
              <a:gd name="connsiteY7917" fmla="*/ 2906577 h 4821604"/>
              <a:gd name="connsiteX7918" fmla="*/ 2527192 w 2947832"/>
              <a:gd name="connsiteY7918" fmla="*/ 2922901 h 4821604"/>
              <a:gd name="connsiteX7919" fmla="*/ 2525151 w 2947832"/>
              <a:gd name="connsiteY7919" fmla="*/ 2924052 h 4821604"/>
              <a:gd name="connsiteX7920" fmla="*/ 2506315 w 2947832"/>
              <a:gd name="connsiteY7920" fmla="*/ 2924052 h 4821604"/>
              <a:gd name="connsiteX7921" fmla="*/ 2504275 w 2947832"/>
              <a:gd name="connsiteY7921" fmla="*/ 2922901 h 4821604"/>
              <a:gd name="connsiteX7922" fmla="*/ 2494856 w 2947832"/>
              <a:gd name="connsiteY7922" fmla="*/ 2906577 h 4821604"/>
              <a:gd name="connsiteX7923" fmla="*/ 2494856 w 2947832"/>
              <a:gd name="connsiteY7923" fmla="*/ 2904222 h 4821604"/>
              <a:gd name="connsiteX7924" fmla="*/ 2504275 w 2947832"/>
              <a:gd name="connsiteY7924" fmla="*/ 2887898 h 4821604"/>
              <a:gd name="connsiteX7925" fmla="*/ 2506315 w 2947832"/>
              <a:gd name="connsiteY7925" fmla="*/ 2886747 h 4821604"/>
              <a:gd name="connsiteX7926" fmla="*/ 1431627 w 2947832"/>
              <a:gd name="connsiteY7926" fmla="*/ 2886590 h 4821604"/>
              <a:gd name="connsiteX7927" fmla="*/ 1450620 w 2947832"/>
              <a:gd name="connsiteY7927" fmla="*/ 2886590 h 4821604"/>
              <a:gd name="connsiteX7928" fmla="*/ 1452660 w 2947832"/>
              <a:gd name="connsiteY7928" fmla="*/ 2887741 h 4821604"/>
              <a:gd name="connsiteX7929" fmla="*/ 1462183 w 2947832"/>
              <a:gd name="connsiteY7929" fmla="*/ 2904222 h 4821604"/>
              <a:gd name="connsiteX7930" fmla="*/ 1462183 w 2947832"/>
              <a:gd name="connsiteY7930" fmla="*/ 2906577 h 4821604"/>
              <a:gd name="connsiteX7931" fmla="*/ 1452660 w 2947832"/>
              <a:gd name="connsiteY7931" fmla="*/ 2923058 h 4821604"/>
              <a:gd name="connsiteX7932" fmla="*/ 1450620 w 2947832"/>
              <a:gd name="connsiteY7932" fmla="*/ 2924209 h 4821604"/>
              <a:gd name="connsiteX7933" fmla="*/ 1431627 w 2947832"/>
              <a:gd name="connsiteY7933" fmla="*/ 2924209 h 4821604"/>
              <a:gd name="connsiteX7934" fmla="*/ 1429586 w 2947832"/>
              <a:gd name="connsiteY7934" fmla="*/ 2923058 h 4821604"/>
              <a:gd name="connsiteX7935" fmla="*/ 1420064 w 2947832"/>
              <a:gd name="connsiteY7935" fmla="*/ 2906577 h 4821604"/>
              <a:gd name="connsiteX7936" fmla="*/ 1420064 w 2947832"/>
              <a:gd name="connsiteY7936" fmla="*/ 2904222 h 4821604"/>
              <a:gd name="connsiteX7937" fmla="*/ 1429586 w 2947832"/>
              <a:gd name="connsiteY7937" fmla="*/ 2887741 h 4821604"/>
              <a:gd name="connsiteX7938" fmla="*/ 1431627 w 2947832"/>
              <a:gd name="connsiteY7938" fmla="*/ 2886590 h 4821604"/>
              <a:gd name="connsiteX7939" fmla="*/ 2175433 w 2947832"/>
              <a:gd name="connsiteY7939" fmla="*/ 2886381 h 4821604"/>
              <a:gd name="connsiteX7940" fmla="*/ 2194634 w 2947832"/>
              <a:gd name="connsiteY7940" fmla="*/ 2886381 h 4821604"/>
              <a:gd name="connsiteX7941" fmla="*/ 2196675 w 2947832"/>
              <a:gd name="connsiteY7941" fmla="*/ 2887584 h 4821604"/>
              <a:gd name="connsiteX7942" fmla="*/ 2206302 w 2947832"/>
              <a:gd name="connsiteY7942" fmla="*/ 2904223 h 4821604"/>
              <a:gd name="connsiteX7943" fmla="*/ 2206302 w 2947832"/>
              <a:gd name="connsiteY7943" fmla="*/ 2906577 h 4821604"/>
              <a:gd name="connsiteX7944" fmla="*/ 2196675 w 2947832"/>
              <a:gd name="connsiteY7944" fmla="*/ 2923215 h 4821604"/>
              <a:gd name="connsiteX7945" fmla="*/ 2194634 w 2947832"/>
              <a:gd name="connsiteY7945" fmla="*/ 2924419 h 4821604"/>
              <a:gd name="connsiteX7946" fmla="*/ 2175433 w 2947832"/>
              <a:gd name="connsiteY7946" fmla="*/ 2924419 h 4821604"/>
              <a:gd name="connsiteX7947" fmla="*/ 2173392 w 2947832"/>
              <a:gd name="connsiteY7947" fmla="*/ 2923215 h 4821604"/>
              <a:gd name="connsiteX7948" fmla="*/ 2163765 w 2947832"/>
              <a:gd name="connsiteY7948" fmla="*/ 2906577 h 4821604"/>
              <a:gd name="connsiteX7949" fmla="*/ 2163765 w 2947832"/>
              <a:gd name="connsiteY7949" fmla="*/ 2904223 h 4821604"/>
              <a:gd name="connsiteX7950" fmla="*/ 2173392 w 2947832"/>
              <a:gd name="connsiteY7950" fmla="*/ 2887584 h 4821604"/>
              <a:gd name="connsiteX7951" fmla="*/ 2175433 w 2947832"/>
              <a:gd name="connsiteY7951" fmla="*/ 2886381 h 4821604"/>
              <a:gd name="connsiteX7952" fmla="*/ 1596806 w 2947832"/>
              <a:gd name="connsiteY7952" fmla="*/ 2886329 h 4821604"/>
              <a:gd name="connsiteX7953" fmla="*/ 1616061 w 2947832"/>
              <a:gd name="connsiteY7953" fmla="*/ 2886329 h 4821604"/>
              <a:gd name="connsiteX7954" fmla="*/ 1618101 w 2947832"/>
              <a:gd name="connsiteY7954" fmla="*/ 2887532 h 4821604"/>
              <a:gd name="connsiteX7955" fmla="*/ 1627728 w 2947832"/>
              <a:gd name="connsiteY7955" fmla="*/ 2904223 h 4821604"/>
              <a:gd name="connsiteX7956" fmla="*/ 1627728 w 2947832"/>
              <a:gd name="connsiteY7956" fmla="*/ 2906630 h 4821604"/>
              <a:gd name="connsiteX7957" fmla="*/ 1618101 w 2947832"/>
              <a:gd name="connsiteY7957" fmla="*/ 2923321 h 4821604"/>
              <a:gd name="connsiteX7958" fmla="*/ 1616061 w 2947832"/>
              <a:gd name="connsiteY7958" fmla="*/ 2924524 h 4821604"/>
              <a:gd name="connsiteX7959" fmla="*/ 1596806 w 2947832"/>
              <a:gd name="connsiteY7959" fmla="*/ 2924524 h 4821604"/>
              <a:gd name="connsiteX7960" fmla="*/ 1594766 w 2947832"/>
              <a:gd name="connsiteY7960" fmla="*/ 2923321 h 4821604"/>
              <a:gd name="connsiteX7961" fmla="*/ 1585138 w 2947832"/>
              <a:gd name="connsiteY7961" fmla="*/ 2906630 h 4821604"/>
              <a:gd name="connsiteX7962" fmla="*/ 1585138 w 2947832"/>
              <a:gd name="connsiteY7962" fmla="*/ 2904223 h 4821604"/>
              <a:gd name="connsiteX7963" fmla="*/ 1594766 w 2947832"/>
              <a:gd name="connsiteY7963" fmla="*/ 2887532 h 4821604"/>
              <a:gd name="connsiteX7964" fmla="*/ 1596806 w 2947832"/>
              <a:gd name="connsiteY7964" fmla="*/ 2886329 h 4821604"/>
              <a:gd name="connsiteX7965" fmla="*/ 2092765 w 2947832"/>
              <a:gd name="connsiteY7965" fmla="*/ 2886276 h 4821604"/>
              <a:gd name="connsiteX7966" fmla="*/ 2112072 w 2947832"/>
              <a:gd name="connsiteY7966" fmla="*/ 2886276 h 4821604"/>
              <a:gd name="connsiteX7967" fmla="*/ 2114164 w 2947832"/>
              <a:gd name="connsiteY7967" fmla="*/ 2887479 h 4821604"/>
              <a:gd name="connsiteX7968" fmla="*/ 2123844 w 2947832"/>
              <a:gd name="connsiteY7968" fmla="*/ 2904222 h 4821604"/>
              <a:gd name="connsiteX7969" fmla="*/ 2123844 w 2947832"/>
              <a:gd name="connsiteY7969" fmla="*/ 2906629 h 4821604"/>
              <a:gd name="connsiteX7970" fmla="*/ 2114164 w 2947832"/>
              <a:gd name="connsiteY7970" fmla="*/ 2923372 h 4821604"/>
              <a:gd name="connsiteX7971" fmla="*/ 2112072 w 2947832"/>
              <a:gd name="connsiteY7971" fmla="*/ 2924576 h 4821604"/>
              <a:gd name="connsiteX7972" fmla="*/ 2092765 w 2947832"/>
              <a:gd name="connsiteY7972" fmla="*/ 2924576 h 4821604"/>
              <a:gd name="connsiteX7973" fmla="*/ 2090672 w 2947832"/>
              <a:gd name="connsiteY7973" fmla="*/ 2923372 h 4821604"/>
              <a:gd name="connsiteX7974" fmla="*/ 2080992 w 2947832"/>
              <a:gd name="connsiteY7974" fmla="*/ 2906629 h 4821604"/>
              <a:gd name="connsiteX7975" fmla="*/ 2080992 w 2947832"/>
              <a:gd name="connsiteY7975" fmla="*/ 2904222 h 4821604"/>
              <a:gd name="connsiteX7976" fmla="*/ 2090672 w 2947832"/>
              <a:gd name="connsiteY7976" fmla="*/ 2887479 h 4821604"/>
              <a:gd name="connsiteX7977" fmla="*/ 2092765 w 2947832"/>
              <a:gd name="connsiteY7977" fmla="*/ 2886276 h 4821604"/>
              <a:gd name="connsiteX7978" fmla="*/ 2588670 w 2947832"/>
              <a:gd name="connsiteY7978" fmla="*/ 2886172 h 4821604"/>
              <a:gd name="connsiteX7979" fmla="*/ 2608082 w 2947832"/>
              <a:gd name="connsiteY7979" fmla="*/ 2886172 h 4821604"/>
              <a:gd name="connsiteX7980" fmla="*/ 2610175 w 2947832"/>
              <a:gd name="connsiteY7980" fmla="*/ 2887376 h 4821604"/>
              <a:gd name="connsiteX7981" fmla="*/ 2619854 w 2947832"/>
              <a:gd name="connsiteY7981" fmla="*/ 2904171 h 4821604"/>
              <a:gd name="connsiteX7982" fmla="*/ 2619854 w 2947832"/>
              <a:gd name="connsiteY7982" fmla="*/ 2906578 h 4821604"/>
              <a:gd name="connsiteX7983" fmla="*/ 2610175 w 2947832"/>
              <a:gd name="connsiteY7983" fmla="*/ 2923373 h 4821604"/>
              <a:gd name="connsiteX7984" fmla="*/ 2608082 w 2947832"/>
              <a:gd name="connsiteY7984" fmla="*/ 2924576 h 4821604"/>
              <a:gd name="connsiteX7985" fmla="*/ 2588670 w 2947832"/>
              <a:gd name="connsiteY7985" fmla="*/ 2924576 h 4821604"/>
              <a:gd name="connsiteX7986" fmla="*/ 2586577 w 2947832"/>
              <a:gd name="connsiteY7986" fmla="*/ 2923373 h 4821604"/>
              <a:gd name="connsiteX7987" fmla="*/ 2576898 w 2947832"/>
              <a:gd name="connsiteY7987" fmla="*/ 2906578 h 4821604"/>
              <a:gd name="connsiteX7988" fmla="*/ 2576898 w 2947832"/>
              <a:gd name="connsiteY7988" fmla="*/ 2904171 h 4821604"/>
              <a:gd name="connsiteX7989" fmla="*/ 2586577 w 2947832"/>
              <a:gd name="connsiteY7989" fmla="*/ 2887376 h 4821604"/>
              <a:gd name="connsiteX7990" fmla="*/ 2588670 w 2947832"/>
              <a:gd name="connsiteY7990" fmla="*/ 2886172 h 4821604"/>
              <a:gd name="connsiteX7991" fmla="*/ 1266029 w 2947832"/>
              <a:gd name="connsiteY7991" fmla="*/ 2886015 h 4821604"/>
              <a:gd name="connsiteX7992" fmla="*/ 1285597 w 2947832"/>
              <a:gd name="connsiteY7992" fmla="*/ 2886015 h 4821604"/>
              <a:gd name="connsiteX7993" fmla="*/ 1287690 w 2947832"/>
              <a:gd name="connsiteY7993" fmla="*/ 2887218 h 4821604"/>
              <a:gd name="connsiteX7994" fmla="*/ 1297474 w 2947832"/>
              <a:gd name="connsiteY7994" fmla="*/ 2904170 h 4821604"/>
              <a:gd name="connsiteX7995" fmla="*/ 1297474 w 2947832"/>
              <a:gd name="connsiteY7995" fmla="*/ 2906577 h 4821604"/>
              <a:gd name="connsiteX7996" fmla="*/ 1287690 w 2947832"/>
              <a:gd name="connsiteY7996" fmla="*/ 2923530 h 4821604"/>
              <a:gd name="connsiteX7997" fmla="*/ 1285597 w 2947832"/>
              <a:gd name="connsiteY7997" fmla="*/ 2924733 h 4821604"/>
              <a:gd name="connsiteX7998" fmla="*/ 1266029 w 2947832"/>
              <a:gd name="connsiteY7998" fmla="*/ 2924733 h 4821604"/>
              <a:gd name="connsiteX7999" fmla="*/ 1263936 w 2947832"/>
              <a:gd name="connsiteY7999" fmla="*/ 2923530 h 4821604"/>
              <a:gd name="connsiteX8000" fmla="*/ 1254152 w 2947832"/>
              <a:gd name="connsiteY8000" fmla="*/ 2906577 h 4821604"/>
              <a:gd name="connsiteX8001" fmla="*/ 1254152 w 2947832"/>
              <a:gd name="connsiteY8001" fmla="*/ 2904170 h 4821604"/>
              <a:gd name="connsiteX8002" fmla="*/ 1263936 w 2947832"/>
              <a:gd name="connsiteY8002" fmla="*/ 2887218 h 4821604"/>
              <a:gd name="connsiteX8003" fmla="*/ 1266029 w 2947832"/>
              <a:gd name="connsiteY8003" fmla="*/ 2886015 h 4821604"/>
              <a:gd name="connsiteX8004" fmla="*/ 521543 w 2947832"/>
              <a:gd name="connsiteY8004" fmla="*/ 2884968 h 4821604"/>
              <a:gd name="connsiteX8005" fmla="*/ 542210 w 2947832"/>
              <a:gd name="connsiteY8005" fmla="*/ 2884968 h 4821604"/>
              <a:gd name="connsiteX8006" fmla="*/ 544408 w 2947832"/>
              <a:gd name="connsiteY8006" fmla="*/ 2886224 h 4821604"/>
              <a:gd name="connsiteX8007" fmla="*/ 554767 w 2947832"/>
              <a:gd name="connsiteY8007" fmla="*/ 2904118 h 4821604"/>
              <a:gd name="connsiteX8008" fmla="*/ 554767 w 2947832"/>
              <a:gd name="connsiteY8008" fmla="*/ 2906682 h 4821604"/>
              <a:gd name="connsiteX8009" fmla="*/ 544408 w 2947832"/>
              <a:gd name="connsiteY8009" fmla="*/ 2924576 h 4821604"/>
              <a:gd name="connsiteX8010" fmla="*/ 542210 w 2947832"/>
              <a:gd name="connsiteY8010" fmla="*/ 2925831 h 4821604"/>
              <a:gd name="connsiteX8011" fmla="*/ 521543 w 2947832"/>
              <a:gd name="connsiteY8011" fmla="*/ 2925831 h 4821604"/>
              <a:gd name="connsiteX8012" fmla="*/ 519346 w 2947832"/>
              <a:gd name="connsiteY8012" fmla="*/ 2924576 h 4821604"/>
              <a:gd name="connsiteX8013" fmla="*/ 508986 w 2947832"/>
              <a:gd name="connsiteY8013" fmla="*/ 2906682 h 4821604"/>
              <a:gd name="connsiteX8014" fmla="*/ 508986 w 2947832"/>
              <a:gd name="connsiteY8014" fmla="*/ 2904118 h 4821604"/>
              <a:gd name="connsiteX8015" fmla="*/ 519346 w 2947832"/>
              <a:gd name="connsiteY8015" fmla="*/ 2886224 h 4821604"/>
              <a:gd name="connsiteX8016" fmla="*/ 521543 w 2947832"/>
              <a:gd name="connsiteY8016" fmla="*/ 2884968 h 4821604"/>
              <a:gd name="connsiteX8017" fmla="*/ 1843556 w 2947832"/>
              <a:gd name="connsiteY8017" fmla="*/ 2883817 h 4821604"/>
              <a:gd name="connsiteX8018" fmla="*/ 1865322 w 2947832"/>
              <a:gd name="connsiteY8018" fmla="*/ 2883817 h 4821604"/>
              <a:gd name="connsiteX8019" fmla="*/ 1867676 w 2947832"/>
              <a:gd name="connsiteY8019" fmla="*/ 2885177 h 4821604"/>
              <a:gd name="connsiteX8020" fmla="*/ 1878559 w 2947832"/>
              <a:gd name="connsiteY8020" fmla="*/ 2904065 h 4821604"/>
              <a:gd name="connsiteX8021" fmla="*/ 1878559 w 2947832"/>
              <a:gd name="connsiteY8021" fmla="*/ 2906786 h 4821604"/>
              <a:gd name="connsiteX8022" fmla="*/ 1867676 w 2947832"/>
              <a:gd name="connsiteY8022" fmla="*/ 2925674 h 4821604"/>
              <a:gd name="connsiteX8023" fmla="*/ 1865322 w 2947832"/>
              <a:gd name="connsiteY8023" fmla="*/ 2927034 h 4821604"/>
              <a:gd name="connsiteX8024" fmla="*/ 1843556 w 2947832"/>
              <a:gd name="connsiteY8024" fmla="*/ 2927034 h 4821604"/>
              <a:gd name="connsiteX8025" fmla="*/ 1841202 w 2947832"/>
              <a:gd name="connsiteY8025" fmla="*/ 2925674 h 4821604"/>
              <a:gd name="connsiteX8026" fmla="*/ 1830319 w 2947832"/>
              <a:gd name="connsiteY8026" fmla="*/ 2906786 h 4821604"/>
              <a:gd name="connsiteX8027" fmla="*/ 1830319 w 2947832"/>
              <a:gd name="connsiteY8027" fmla="*/ 2904065 h 4821604"/>
              <a:gd name="connsiteX8028" fmla="*/ 1841202 w 2947832"/>
              <a:gd name="connsiteY8028" fmla="*/ 2885177 h 4821604"/>
              <a:gd name="connsiteX8029" fmla="*/ 1843556 w 2947832"/>
              <a:gd name="connsiteY8029" fmla="*/ 2883817 h 4821604"/>
              <a:gd name="connsiteX8030" fmla="*/ 1512725 w 2947832"/>
              <a:gd name="connsiteY8030" fmla="*/ 2883555 h 4821604"/>
              <a:gd name="connsiteX8031" fmla="*/ 1534805 w 2947832"/>
              <a:gd name="connsiteY8031" fmla="*/ 2883555 h 4821604"/>
              <a:gd name="connsiteX8032" fmla="*/ 1537160 w 2947832"/>
              <a:gd name="connsiteY8032" fmla="*/ 2884915 h 4821604"/>
              <a:gd name="connsiteX8033" fmla="*/ 1548199 w 2947832"/>
              <a:gd name="connsiteY8033" fmla="*/ 2904065 h 4821604"/>
              <a:gd name="connsiteX8034" fmla="*/ 1548199 w 2947832"/>
              <a:gd name="connsiteY8034" fmla="*/ 2906786 h 4821604"/>
              <a:gd name="connsiteX8035" fmla="*/ 1537160 w 2947832"/>
              <a:gd name="connsiteY8035" fmla="*/ 2925936 h 4821604"/>
              <a:gd name="connsiteX8036" fmla="*/ 1534805 w 2947832"/>
              <a:gd name="connsiteY8036" fmla="*/ 2927296 h 4821604"/>
              <a:gd name="connsiteX8037" fmla="*/ 1512725 w 2947832"/>
              <a:gd name="connsiteY8037" fmla="*/ 2927296 h 4821604"/>
              <a:gd name="connsiteX8038" fmla="*/ 1510371 w 2947832"/>
              <a:gd name="connsiteY8038" fmla="*/ 2925936 h 4821604"/>
              <a:gd name="connsiteX8039" fmla="*/ 1499331 w 2947832"/>
              <a:gd name="connsiteY8039" fmla="*/ 2906786 h 4821604"/>
              <a:gd name="connsiteX8040" fmla="*/ 1499331 w 2947832"/>
              <a:gd name="connsiteY8040" fmla="*/ 2904065 h 4821604"/>
              <a:gd name="connsiteX8041" fmla="*/ 1510371 w 2947832"/>
              <a:gd name="connsiteY8041" fmla="*/ 2884915 h 4821604"/>
              <a:gd name="connsiteX8042" fmla="*/ 1512725 w 2947832"/>
              <a:gd name="connsiteY8042" fmla="*/ 2883555 h 4821604"/>
              <a:gd name="connsiteX8043" fmla="*/ 1759737 w 2947832"/>
              <a:gd name="connsiteY8043" fmla="*/ 2881620 h 4821604"/>
              <a:gd name="connsiteX8044" fmla="*/ 1783805 w 2947832"/>
              <a:gd name="connsiteY8044" fmla="*/ 2881620 h 4821604"/>
              <a:gd name="connsiteX8045" fmla="*/ 1786369 w 2947832"/>
              <a:gd name="connsiteY8045" fmla="*/ 2883085 h 4821604"/>
              <a:gd name="connsiteX8046" fmla="*/ 1798403 w 2947832"/>
              <a:gd name="connsiteY8046" fmla="*/ 2903909 h 4821604"/>
              <a:gd name="connsiteX8047" fmla="*/ 1798403 w 2947832"/>
              <a:gd name="connsiteY8047" fmla="*/ 2906891 h 4821604"/>
              <a:gd name="connsiteX8048" fmla="*/ 1786369 w 2947832"/>
              <a:gd name="connsiteY8048" fmla="*/ 2927715 h 4821604"/>
              <a:gd name="connsiteX8049" fmla="*/ 1783805 w 2947832"/>
              <a:gd name="connsiteY8049" fmla="*/ 2929181 h 4821604"/>
              <a:gd name="connsiteX8050" fmla="*/ 1759737 w 2947832"/>
              <a:gd name="connsiteY8050" fmla="*/ 2929181 h 4821604"/>
              <a:gd name="connsiteX8051" fmla="*/ 1757173 w 2947832"/>
              <a:gd name="connsiteY8051" fmla="*/ 2927715 h 4821604"/>
              <a:gd name="connsiteX8052" fmla="*/ 1745139 w 2947832"/>
              <a:gd name="connsiteY8052" fmla="*/ 2906891 h 4821604"/>
              <a:gd name="connsiteX8053" fmla="*/ 1745139 w 2947832"/>
              <a:gd name="connsiteY8053" fmla="*/ 2903909 h 4821604"/>
              <a:gd name="connsiteX8054" fmla="*/ 1757173 w 2947832"/>
              <a:gd name="connsiteY8054" fmla="*/ 2883085 h 4821604"/>
              <a:gd name="connsiteX8055" fmla="*/ 1759737 w 2947832"/>
              <a:gd name="connsiteY8055" fmla="*/ 2881620 h 4821604"/>
              <a:gd name="connsiteX8056" fmla="*/ 186579 w 2947832"/>
              <a:gd name="connsiteY8056" fmla="*/ 2876283 h 4821604"/>
              <a:gd name="connsiteX8057" fmla="*/ 215984 w 2947832"/>
              <a:gd name="connsiteY8057" fmla="*/ 2876283 h 4821604"/>
              <a:gd name="connsiteX8058" fmla="*/ 219123 w 2947832"/>
              <a:gd name="connsiteY8058" fmla="*/ 2878114 h 4821604"/>
              <a:gd name="connsiteX8059" fmla="*/ 233826 w 2947832"/>
              <a:gd name="connsiteY8059" fmla="*/ 2903595 h 4821604"/>
              <a:gd name="connsiteX8060" fmla="*/ 233826 w 2947832"/>
              <a:gd name="connsiteY8060" fmla="*/ 2907257 h 4821604"/>
              <a:gd name="connsiteX8061" fmla="*/ 219123 w 2947832"/>
              <a:gd name="connsiteY8061" fmla="*/ 2932738 h 4821604"/>
              <a:gd name="connsiteX8062" fmla="*/ 215984 w 2947832"/>
              <a:gd name="connsiteY8062" fmla="*/ 2934569 h 4821604"/>
              <a:gd name="connsiteX8063" fmla="*/ 186579 w 2947832"/>
              <a:gd name="connsiteY8063" fmla="*/ 2934569 h 4821604"/>
              <a:gd name="connsiteX8064" fmla="*/ 183440 w 2947832"/>
              <a:gd name="connsiteY8064" fmla="*/ 2932738 h 4821604"/>
              <a:gd name="connsiteX8065" fmla="*/ 168738 w 2947832"/>
              <a:gd name="connsiteY8065" fmla="*/ 2907257 h 4821604"/>
              <a:gd name="connsiteX8066" fmla="*/ 168738 w 2947832"/>
              <a:gd name="connsiteY8066" fmla="*/ 2903595 h 4821604"/>
              <a:gd name="connsiteX8067" fmla="*/ 183440 w 2947832"/>
              <a:gd name="connsiteY8067" fmla="*/ 2878114 h 4821604"/>
              <a:gd name="connsiteX8068" fmla="*/ 186579 w 2947832"/>
              <a:gd name="connsiteY8068" fmla="*/ 2876283 h 4821604"/>
              <a:gd name="connsiteX8069" fmla="*/ 351602 w 2947832"/>
              <a:gd name="connsiteY8069" fmla="*/ 2875603 h 4821604"/>
              <a:gd name="connsiteX8070" fmla="*/ 381635 w 2947832"/>
              <a:gd name="connsiteY8070" fmla="*/ 2875603 h 4821604"/>
              <a:gd name="connsiteX8071" fmla="*/ 384879 w 2947832"/>
              <a:gd name="connsiteY8071" fmla="*/ 2877487 h 4821604"/>
              <a:gd name="connsiteX8072" fmla="*/ 399895 w 2947832"/>
              <a:gd name="connsiteY8072" fmla="*/ 2903490 h 4821604"/>
              <a:gd name="connsiteX8073" fmla="*/ 399895 w 2947832"/>
              <a:gd name="connsiteY8073" fmla="*/ 2907205 h 4821604"/>
              <a:gd name="connsiteX8074" fmla="*/ 384879 w 2947832"/>
              <a:gd name="connsiteY8074" fmla="*/ 2933209 h 4821604"/>
              <a:gd name="connsiteX8075" fmla="*/ 381635 w 2947832"/>
              <a:gd name="connsiteY8075" fmla="*/ 2935093 h 4821604"/>
              <a:gd name="connsiteX8076" fmla="*/ 351602 w 2947832"/>
              <a:gd name="connsiteY8076" fmla="*/ 2935093 h 4821604"/>
              <a:gd name="connsiteX8077" fmla="*/ 348358 w 2947832"/>
              <a:gd name="connsiteY8077" fmla="*/ 2933209 h 4821604"/>
              <a:gd name="connsiteX8078" fmla="*/ 333342 w 2947832"/>
              <a:gd name="connsiteY8078" fmla="*/ 2907205 h 4821604"/>
              <a:gd name="connsiteX8079" fmla="*/ 333342 w 2947832"/>
              <a:gd name="connsiteY8079" fmla="*/ 2903490 h 4821604"/>
              <a:gd name="connsiteX8080" fmla="*/ 348358 w 2947832"/>
              <a:gd name="connsiteY8080" fmla="*/ 2877487 h 4821604"/>
              <a:gd name="connsiteX8081" fmla="*/ 351602 w 2947832"/>
              <a:gd name="connsiteY8081" fmla="*/ 2875603 h 4821604"/>
              <a:gd name="connsiteX8082" fmla="*/ 431811 w 2947832"/>
              <a:gd name="connsiteY8082" fmla="*/ 2870894 h 4821604"/>
              <a:gd name="connsiteX8083" fmla="*/ 466657 w 2947832"/>
              <a:gd name="connsiteY8083" fmla="*/ 2870894 h 4821604"/>
              <a:gd name="connsiteX8084" fmla="*/ 470372 w 2947832"/>
              <a:gd name="connsiteY8084" fmla="*/ 2873039 h 4821604"/>
              <a:gd name="connsiteX8085" fmla="*/ 487795 w 2947832"/>
              <a:gd name="connsiteY8085" fmla="*/ 2903229 h 4821604"/>
              <a:gd name="connsiteX8086" fmla="*/ 487795 w 2947832"/>
              <a:gd name="connsiteY8086" fmla="*/ 2907519 h 4821604"/>
              <a:gd name="connsiteX8087" fmla="*/ 470372 w 2947832"/>
              <a:gd name="connsiteY8087" fmla="*/ 2937709 h 4821604"/>
              <a:gd name="connsiteX8088" fmla="*/ 466657 w 2947832"/>
              <a:gd name="connsiteY8088" fmla="*/ 2939854 h 4821604"/>
              <a:gd name="connsiteX8089" fmla="*/ 431811 w 2947832"/>
              <a:gd name="connsiteY8089" fmla="*/ 2939854 h 4821604"/>
              <a:gd name="connsiteX8090" fmla="*/ 428096 w 2947832"/>
              <a:gd name="connsiteY8090" fmla="*/ 2937709 h 4821604"/>
              <a:gd name="connsiteX8091" fmla="*/ 410673 w 2947832"/>
              <a:gd name="connsiteY8091" fmla="*/ 2907519 h 4821604"/>
              <a:gd name="connsiteX8092" fmla="*/ 410673 w 2947832"/>
              <a:gd name="connsiteY8092" fmla="*/ 2903229 h 4821604"/>
              <a:gd name="connsiteX8093" fmla="*/ 428096 w 2947832"/>
              <a:gd name="connsiteY8093" fmla="*/ 2873039 h 4821604"/>
              <a:gd name="connsiteX8094" fmla="*/ 431811 w 2947832"/>
              <a:gd name="connsiteY8094" fmla="*/ 2870894 h 4821604"/>
              <a:gd name="connsiteX8095" fmla="*/ 278352 w 2947832"/>
              <a:gd name="connsiteY8095" fmla="*/ 2811718 h 4821604"/>
              <a:gd name="connsiteX8096" fmla="*/ 289496 w 2947832"/>
              <a:gd name="connsiteY8096" fmla="*/ 2811718 h 4821604"/>
              <a:gd name="connsiteX8097" fmla="*/ 290699 w 2947832"/>
              <a:gd name="connsiteY8097" fmla="*/ 2812398 h 4821604"/>
              <a:gd name="connsiteX8098" fmla="*/ 296246 w 2947832"/>
              <a:gd name="connsiteY8098" fmla="*/ 2822026 h 4821604"/>
              <a:gd name="connsiteX8099" fmla="*/ 296246 w 2947832"/>
              <a:gd name="connsiteY8099" fmla="*/ 2823386 h 4821604"/>
              <a:gd name="connsiteX8100" fmla="*/ 290699 w 2947832"/>
              <a:gd name="connsiteY8100" fmla="*/ 2833013 h 4821604"/>
              <a:gd name="connsiteX8101" fmla="*/ 289496 w 2947832"/>
              <a:gd name="connsiteY8101" fmla="*/ 2833693 h 4821604"/>
              <a:gd name="connsiteX8102" fmla="*/ 278352 w 2947832"/>
              <a:gd name="connsiteY8102" fmla="*/ 2833693 h 4821604"/>
              <a:gd name="connsiteX8103" fmla="*/ 277148 w 2947832"/>
              <a:gd name="connsiteY8103" fmla="*/ 2833013 h 4821604"/>
              <a:gd name="connsiteX8104" fmla="*/ 271602 w 2947832"/>
              <a:gd name="connsiteY8104" fmla="*/ 2823386 h 4821604"/>
              <a:gd name="connsiteX8105" fmla="*/ 271602 w 2947832"/>
              <a:gd name="connsiteY8105" fmla="*/ 2822026 h 4821604"/>
              <a:gd name="connsiteX8106" fmla="*/ 277148 w 2947832"/>
              <a:gd name="connsiteY8106" fmla="*/ 2812398 h 4821604"/>
              <a:gd name="connsiteX8107" fmla="*/ 278352 w 2947832"/>
              <a:gd name="connsiteY8107" fmla="*/ 2811718 h 4821604"/>
              <a:gd name="connsiteX8108" fmla="*/ 855931 w 2947832"/>
              <a:gd name="connsiteY8108" fmla="*/ 2809625 h 4821604"/>
              <a:gd name="connsiteX8109" fmla="*/ 869116 w 2947832"/>
              <a:gd name="connsiteY8109" fmla="*/ 2809625 h 4821604"/>
              <a:gd name="connsiteX8110" fmla="*/ 870529 w 2947832"/>
              <a:gd name="connsiteY8110" fmla="*/ 2810462 h 4821604"/>
              <a:gd name="connsiteX8111" fmla="*/ 877122 w 2947832"/>
              <a:gd name="connsiteY8111" fmla="*/ 2821920 h 4821604"/>
              <a:gd name="connsiteX8112" fmla="*/ 877122 w 2947832"/>
              <a:gd name="connsiteY8112" fmla="*/ 2823542 h 4821604"/>
              <a:gd name="connsiteX8113" fmla="*/ 870529 w 2947832"/>
              <a:gd name="connsiteY8113" fmla="*/ 2835001 h 4821604"/>
              <a:gd name="connsiteX8114" fmla="*/ 869116 w 2947832"/>
              <a:gd name="connsiteY8114" fmla="*/ 2835838 h 4821604"/>
              <a:gd name="connsiteX8115" fmla="*/ 855931 w 2947832"/>
              <a:gd name="connsiteY8115" fmla="*/ 2835838 h 4821604"/>
              <a:gd name="connsiteX8116" fmla="*/ 854519 w 2947832"/>
              <a:gd name="connsiteY8116" fmla="*/ 2835001 h 4821604"/>
              <a:gd name="connsiteX8117" fmla="*/ 847926 w 2947832"/>
              <a:gd name="connsiteY8117" fmla="*/ 2823542 h 4821604"/>
              <a:gd name="connsiteX8118" fmla="*/ 847926 w 2947832"/>
              <a:gd name="connsiteY8118" fmla="*/ 2821920 h 4821604"/>
              <a:gd name="connsiteX8119" fmla="*/ 854519 w 2947832"/>
              <a:gd name="connsiteY8119" fmla="*/ 2810462 h 4821604"/>
              <a:gd name="connsiteX8120" fmla="*/ 855931 w 2947832"/>
              <a:gd name="connsiteY8120" fmla="*/ 2809625 h 4821604"/>
              <a:gd name="connsiteX8121" fmla="*/ 359921 w 2947832"/>
              <a:gd name="connsiteY8121" fmla="*/ 2809520 h 4821604"/>
              <a:gd name="connsiteX8122" fmla="*/ 373211 w 2947832"/>
              <a:gd name="connsiteY8122" fmla="*/ 2809520 h 4821604"/>
              <a:gd name="connsiteX8123" fmla="*/ 374623 w 2947832"/>
              <a:gd name="connsiteY8123" fmla="*/ 2810357 h 4821604"/>
              <a:gd name="connsiteX8124" fmla="*/ 381268 w 2947832"/>
              <a:gd name="connsiteY8124" fmla="*/ 2821868 h 4821604"/>
              <a:gd name="connsiteX8125" fmla="*/ 381268 w 2947832"/>
              <a:gd name="connsiteY8125" fmla="*/ 2823490 h 4821604"/>
              <a:gd name="connsiteX8126" fmla="*/ 374623 w 2947832"/>
              <a:gd name="connsiteY8126" fmla="*/ 2835001 h 4821604"/>
              <a:gd name="connsiteX8127" fmla="*/ 373211 w 2947832"/>
              <a:gd name="connsiteY8127" fmla="*/ 2835838 h 4821604"/>
              <a:gd name="connsiteX8128" fmla="*/ 359921 w 2947832"/>
              <a:gd name="connsiteY8128" fmla="*/ 2835838 h 4821604"/>
              <a:gd name="connsiteX8129" fmla="*/ 358508 w 2947832"/>
              <a:gd name="connsiteY8129" fmla="*/ 2835001 h 4821604"/>
              <a:gd name="connsiteX8130" fmla="*/ 351863 w 2947832"/>
              <a:gd name="connsiteY8130" fmla="*/ 2823490 h 4821604"/>
              <a:gd name="connsiteX8131" fmla="*/ 351863 w 2947832"/>
              <a:gd name="connsiteY8131" fmla="*/ 2821868 h 4821604"/>
              <a:gd name="connsiteX8132" fmla="*/ 358508 w 2947832"/>
              <a:gd name="connsiteY8132" fmla="*/ 2810357 h 4821604"/>
              <a:gd name="connsiteX8133" fmla="*/ 359921 w 2947832"/>
              <a:gd name="connsiteY8133" fmla="*/ 2809520 h 4821604"/>
              <a:gd name="connsiteX8134" fmla="*/ 938181 w 2947832"/>
              <a:gd name="connsiteY8134" fmla="*/ 2808788 h 4821604"/>
              <a:gd name="connsiteX8135" fmla="*/ 952255 w 2947832"/>
              <a:gd name="connsiteY8135" fmla="*/ 2808788 h 4821604"/>
              <a:gd name="connsiteX8136" fmla="*/ 953772 w 2947832"/>
              <a:gd name="connsiteY8136" fmla="*/ 2809677 h 4821604"/>
              <a:gd name="connsiteX8137" fmla="*/ 960784 w 2947832"/>
              <a:gd name="connsiteY8137" fmla="*/ 2821868 h 4821604"/>
              <a:gd name="connsiteX8138" fmla="*/ 960784 w 2947832"/>
              <a:gd name="connsiteY8138" fmla="*/ 2823595 h 4821604"/>
              <a:gd name="connsiteX8139" fmla="*/ 953772 w 2947832"/>
              <a:gd name="connsiteY8139" fmla="*/ 2835786 h 4821604"/>
              <a:gd name="connsiteX8140" fmla="*/ 952255 w 2947832"/>
              <a:gd name="connsiteY8140" fmla="*/ 2836676 h 4821604"/>
              <a:gd name="connsiteX8141" fmla="*/ 938181 w 2947832"/>
              <a:gd name="connsiteY8141" fmla="*/ 2836676 h 4821604"/>
              <a:gd name="connsiteX8142" fmla="*/ 936663 w 2947832"/>
              <a:gd name="connsiteY8142" fmla="*/ 2835786 h 4821604"/>
              <a:gd name="connsiteX8143" fmla="*/ 929652 w 2947832"/>
              <a:gd name="connsiteY8143" fmla="*/ 2823595 h 4821604"/>
              <a:gd name="connsiteX8144" fmla="*/ 929652 w 2947832"/>
              <a:gd name="connsiteY8144" fmla="*/ 2821868 h 4821604"/>
              <a:gd name="connsiteX8145" fmla="*/ 936663 w 2947832"/>
              <a:gd name="connsiteY8145" fmla="*/ 2809677 h 4821604"/>
              <a:gd name="connsiteX8146" fmla="*/ 938181 w 2947832"/>
              <a:gd name="connsiteY8146" fmla="*/ 2808788 h 4821604"/>
              <a:gd name="connsiteX8147" fmla="*/ 193956 w 2947832"/>
              <a:gd name="connsiteY8147" fmla="*/ 2808212 h 4821604"/>
              <a:gd name="connsiteX8148" fmla="*/ 208606 w 2947832"/>
              <a:gd name="connsiteY8148" fmla="*/ 2808212 h 4821604"/>
              <a:gd name="connsiteX8149" fmla="*/ 210176 w 2947832"/>
              <a:gd name="connsiteY8149" fmla="*/ 2809101 h 4821604"/>
              <a:gd name="connsiteX8150" fmla="*/ 217501 w 2947832"/>
              <a:gd name="connsiteY8150" fmla="*/ 2821816 h 4821604"/>
              <a:gd name="connsiteX8151" fmla="*/ 217501 w 2947832"/>
              <a:gd name="connsiteY8151" fmla="*/ 2823647 h 4821604"/>
              <a:gd name="connsiteX8152" fmla="*/ 210176 w 2947832"/>
              <a:gd name="connsiteY8152" fmla="*/ 2836361 h 4821604"/>
              <a:gd name="connsiteX8153" fmla="*/ 208606 w 2947832"/>
              <a:gd name="connsiteY8153" fmla="*/ 2837250 h 4821604"/>
              <a:gd name="connsiteX8154" fmla="*/ 193956 w 2947832"/>
              <a:gd name="connsiteY8154" fmla="*/ 2837250 h 4821604"/>
              <a:gd name="connsiteX8155" fmla="*/ 192387 w 2947832"/>
              <a:gd name="connsiteY8155" fmla="*/ 2836361 h 4821604"/>
              <a:gd name="connsiteX8156" fmla="*/ 185061 w 2947832"/>
              <a:gd name="connsiteY8156" fmla="*/ 2823647 h 4821604"/>
              <a:gd name="connsiteX8157" fmla="*/ 185061 w 2947832"/>
              <a:gd name="connsiteY8157" fmla="*/ 2821816 h 4821604"/>
              <a:gd name="connsiteX8158" fmla="*/ 192387 w 2947832"/>
              <a:gd name="connsiteY8158" fmla="*/ 2809101 h 4821604"/>
              <a:gd name="connsiteX8159" fmla="*/ 193956 w 2947832"/>
              <a:gd name="connsiteY8159" fmla="*/ 2808212 h 4821604"/>
              <a:gd name="connsiteX8160" fmla="*/ 689757 w 2947832"/>
              <a:gd name="connsiteY8160" fmla="*/ 2808003 h 4821604"/>
              <a:gd name="connsiteX8161" fmla="*/ 704616 w 2947832"/>
              <a:gd name="connsiteY8161" fmla="*/ 2808003 h 4821604"/>
              <a:gd name="connsiteX8162" fmla="*/ 706186 w 2947832"/>
              <a:gd name="connsiteY8162" fmla="*/ 2808945 h 4821604"/>
              <a:gd name="connsiteX8163" fmla="*/ 713616 w 2947832"/>
              <a:gd name="connsiteY8163" fmla="*/ 2821816 h 4821604"/>
              <a:gd name="connsiteX8164" fmla="*/ 713616 w 2947832"/>
              <a:gd name="connsiteY8164" fmla="*/ 2823647 h 4821604"/>
              <a:gd name="connsiteX8165" fmla="*/ 706186 w 2947832"/>
              <a:gd name="connsiteY8165" fmla="*/ 2836518 h 4821604"/>
              <a:gd name="connsiteX8166" fmla="*/ 704616 w 2947832"/>
              <a:gd name="connsiteY8166" fmla="*/ 2837460 h 4821604"/>
              <a:gd name="connsiteX8167" fmla="*/ 689757 w 2947832"/>
              <a:gd name="connsiteY8167" fmla="*/ 2837460 h 4821604"/>
              <a:gd name="connsiteX8168" fmla="*/ 688187 w 2947832"/>
              <a:gd name="connsiteY8168" fmla="*/ 2836518 h 4821604"/>
              <a:gd name="connsiteX8169" fmla="*/ 680757 w 2947832"/>
              <a:gd name="connsiteY8169" fmla="*/ 2823647 h 4821604"/>
              <a:gd name="connsiteX8170" fmla="*/ 680757 w 2947832"/>
              <a:gd name="connsiteY8170" fmla="*/ 2821816 h 4821604"/>
              <a:gd name="connsiteX8171" fmla="*/ 688187 w 2947832"/>
              <a:gd name="connsiteY8171" fmla="*/ 2808945 h 4821604"/>
              <a:gd name="connsiteX8172" fmla="*/ 689757 w 2947832"/>
              <a:gd name="connsiteY8172" fmla="*/ 2808003 h 4821604"/>
              <a:gd name="connsiteX8173" fmla="*/ 1350371 w 2947832"/>
              <a:gd name="connsiteY8173" fmla="*/ 2806695 h 4821604"/>
              <a:gd name="connsiteX8174" fmla="*/ 1366591 w 2947832"/>
              <a:gd name="connsiteY8174" fmla="*/ 2806695 h 4821604"/>
              <a:gd name="connsiteX8175" fmla="*/ 1368318 w 2947832"/>
              <a:gd name="connsiteY8175" fmla="*/ 2807689 h 4821604"/>
              <a:gd name="connsiteX8176" fmla="*/ 1376427 w 2947832"/>
              <a:gd name="connsiteY8176" fmla="*/ 2821764 h 4821604"/>
              <a:gd name="connsiteX8177" fmla="*/ 1376427 w 2947832"/>
              <a:gd name="connsiteY8177" fmla="*/ 2823752 h 4821604"/>
              <a:gd name="connsiteX8178" fmla="*/ 1368318 w 2947832"/>
              <a:gd name="connsiteY8178" fmla="*/ 2837826 h 4821604"/>
              <a:gd name="connsiteX8179" fmla="*/ 1366591 w 2947832"/>
              <a:gd name="connsiteY8179" fmla="*/ 2838821 h 4821604"/>
              <a:gd name="connsiteX8180" fmla="*/ 1350371 w 2947832"/>
              <a:gd name="connsiteY8180" fmla="*/ 2838821 h 4821604"/>
              <a:gd name="connsiteX8181" fmla="*/ 1348645 w 2947832"/>
              <a:gd name="connsiteY8181" fmla="*/ 2837826 h 4821604"/>
              <a:gd name="connsiteX8182" fmla="*/ 1340534 w 2947832"/>
              <a:gd name="connsiteY8182" fmla="*/ 2823752 h 4821604"/>
              <a:gd name="connsiteX8183" fmla="*/ 1340534 w 2947832"/>
              <a:gd name="connsiteY8183" fmla="*/ 2821764 h 4821604"/>
              <a:gd name="connsiteX8184" fmla="*/ 1348645 w 2947832"/>
              <a:gd name="connsiteY8184" fmla="*/ 2807689 h 4821604"/>
              <a:gd name="connsiteX8185" fmla="*/ 1350371 w 2947832"/>
              <a:gd name="connsiteY8185" fmla="*/ 2806695 h 4821604"/>
              <a:gd name="connsiteX8186" fmla="*/ 606461 w 2947832"/>
              <a:gd name="connsiteY8186" fmla="*/ 2806695 h 4821604"/>
              <a:gd name="connsiteX8187" fmla="*/ 622629 w 2947832"/>
              <a:gd name="connsiteY8187" fmla="*/ 2806695 h 4821604"/>
              <a:gd name="connsiteX8188" fmla="*/ 624355 w 2947832"/>
              <a:gd name="connsiteY8188" fmla="*/ 2807689 h 4821604"/>
              <a:gd name="connsiteX8189" fmla="*/ 632465 w 2947832"/>
              <a:gd name="connsiteY8189" fmla="*/ 2821712 h 4821604"/>
              <a:gd name="connsiteX8190" fmla="*/ 632465 w 2947832"/>
              <a:gd name="connsiteY8190" fmla="*/ 2823700 h 4821604"/>
              <a:gd name="connsiteX8191" fmla="*/ 624355 w 2947832"/>
              <a:gd name="connsiteY8191" fmla="*/ 2837722 h 4821604"/>
              <a:gd name="connsiteX8192" fmla="*/ 622629 w 2947832"/>
              <a:gd name="connsiteY8192" fmla="*/ 2838716 h 4821604"/>
              <a:gd name="connsiteX8193" fmla="*/ 606461 w 2947832"/>
              <a:gd name="connsiteY8193" fmla="*/ 2838716 h 4821604"/>
              <a:gd name="connsiteX8194" fmla="*/ 604735 w 2947832"/>
              <a:gd name="connsiteY8194" fmla="*/ 2837722 h 4821604"/>
              <a:gd name="connsiteX8195" fmla="*/ 596624 w 2947832"/>
              <a:gd name="connsiteY8195" fmla="*/ 2823700 h 4821604"/>
              <a:gd name="connsiteX8196" fmla="*/ 596624 w 2947832"/>
              <a:gd name="connsiteY8196" fmla="*/ 2821712 h 4821604"/>
              <a:gd name="connsiteX8197" fmla="*/ 604735 w 2947832"/>
              <a:gd name="connsiteY8197" fmla="*/ 2807689 h 4821604"/>
              <a:gd name="connsiteX8198" fmla="*/ 606461 w 2947832"/>
              <a:gd name="connsiteY8198" fmla="*/ 2806695 h 4821604"/>
              <a:gd name="connsiteX8199" fmla="*/ 523740 w 2947832"/>
              <a:gd name="connsiteY8199" fmla="*/ 2806643 h 4821604"/>
              <a:gd name="connsiteX8200" fmla="*/ 540012 w 2947832"/>
              <a:gd name="connsiteY8200" fmla="*/ 2806643 h 4821604"/>
              <a:gd name="connsiteX8201" fmla="*/ 541739 w 2947832"/>
              <a:gd name="connsiteY8201" fmla="*/ 2807637 h 4821604"/>
              <a:gd name="connsiteX8202" fmla="*/ 549901 w 2947832"/>
              <a:gd name="connsiteY8202" fmla="*/ 2821764 h 4821604"/>
              <a:gd name="connsiteX8203" fmla="*/ 549901 w 2947832"/>
              <a:gd name="connsiteY8203" fmla="*/ 2823804 h 4821604"/>
              <a:gd name="connsiteX8204" fmla="*/ 541739 w 2947832"/>
              <a:gd name="connsiteY8204" fmla="*/ 2837931 h 4821604"/>
              <a:gd name="connsiteX8205" fmla="*/ 540012 w 2947832"/>
              <a:gd name="connsiteY8205" fmla="*/ 2838925 h 4821604"/>
              <a:gd name="connsiteX8206" fmla="*/ 523740 w 2947832"/>
              <a:gd name="connsiteY8206" fmla="*/ 2838925 h 4821604"/>
              <a:gd name="connsiteX8207" fmla="*/ 522014 w 2947832"/>
              <a:gd name="connsiteY8207" fmla="*/ 2837931 h 4821604"/>
              <a:gd name="connsiteX8208" fmla="*/ 513851 w 2947832"/>
              <a:gd name="connsiteY8208" fmla="*/ 2823804 h 4821604"/>
              <a:gd name="connsiteX8209" fmla="*/ 513851 w 2947832"/>
              <a:gd name="connsiteY8209" fmla="*/ 2821764 h 4821604"/>
              <a:gd name="connsiteX8210" fmla="*/ 522014 w 2947832"/>
              <a:gd name="connsiteY8210" fmla="*/ 2807637 h 4821604"/>
              <a:gd name="connsiteX8211" fmla="*/ 523740 w 2947832"/>
              <a:gd name="connsiteY8211" fmla="*/ 2806643 h 4821604"/>
              <a:gd name="connsiteX8212" fmla="*/ 2011403 w 2947832"/>
              <a:gd name="connsiteY8212" fmla="*/ 2806224 h 4821604"/>
              <a:gd name="connsiteX8213" fmla="*/ 2028094 w 2947832"/>
              <a:gd name="connsiteY8213" fmla="*/ 2806224 h 4821604"/>
              <a:gd name="connsiteX8214" fmla="*/ 2029873 w 2947832"/>
              <a:gd name="connsiteY8214" fmla="*/ 2807270 h 4821604"/>
              <a:gd name="connsiteX8215" fmla="*/ 2038193 w 2947832"/>
              <a:gd name="connsiteY8215" fmla="*/ 2821711 h 4821604"/>
              <a:gd name="connsiteX8216" fmla="*/ 2038193 w 2947832"/>
              <a:gd name="connsiteY8216" fmla="*/ 2823752 h 4821604"/>
              <a:gd name="connsiteX8217" fmla="*/ 2029873 w 2947832"/>
              <a:gd name="connsiteY8217" fmla="*/ 2838193 h 4821604"/>
              <a:gd name="connsiteX8218" fmla="*/ 2028094 w 2947832"/>
              <a:gd name="connsiteY8218" fmla="*/ 2839239 h 4821604"/>
              <a:gd name="connsiteX8219" fmla="*/ 2011403 w 2947832"/>
              <a:gd name="connsiteY8219" fmla="*/ 2839239 h 4821604"/>
              <a:gd name="connsiteX8220" fmla="*/ 2009625 w 2947832"/>
              <a:gd name="connsiteY8220" fmla="*/ 2838193 h 4821604"/>
              <a:gd name="connsiteX8221" fmla="*/ 2001306 w 2947832"/>
              <a:gd name="connsiteY8221" fmla="*/ 2823752 h 4821604"/>
              <a:gd name="connsiteX8222" fmla="*/ 2001306 w 2947832"/>
              <a:gd name="connsiteY8222" fmla="*/ 2821711 h 4821604"/>
              <a:gd name="connsiteX8223" fmla="*/ 2009625 w 2947832"/>
              <a:gd name="connsiteY8223" fmla="*/ 2807270 h 4821604"/>
              <a:gd name="connsiteX8224" fmla="*/ 2011403 w 2947832"/>
              <a:gd name="connsiteY8224" fmla="*/ 2806224 h 4821604"/>
              <a:gd name="connsiteX8225" fmla="*/ 1184826 w 2947832"/>
              <a:gd name="connsiteY8225" fmla="*/ 2806224 h 4821604"/>
              <a:gd name="connsiteX8226" fmla="*/ 1201464 w 2947832"/>
              <a:gd name="connsiteY8226" fmla="*/ 2806224 h 4821604"/>
              <a:gd name="connsiteX8227" fmla="*/ 1203243 w 2947832"/>
              <a:gd name="connsiteY8227" fmla="*/ 2807270 h 4821604"/>
              <a:gd name="connsiteX8228" fmla="*/ 1211562 w 2947832"/>
              <a:gd name="connsiteY8228" fmla="*/ 2821659 h 4821604"/>
              <a:gd name="connsiteX8229" fmla="*/ 1211562 w 2947832"/>
              <a:gd name="connsiteY8229" fmla="*/ 2823699 h 4821604"/>
              <a:gd name="connsiteX8230" fmla="*/ 1203243 w 2947832"/>
              <a:gd name="connsiteY8230" fmla="*/ 2838088 h 4821604"/>
              <a:gd name="connsiteX8231" fmla="*/ 1201464 w 2947832"/>
              <a:gd name="connsiteY8231" fmla="*/ 2839134 h 4821604"/>
              <a:gd name="connsiteX8232" fmla="*/ 1184826 w 2947832"/>
              <a:gd name="connsiteY8232" fmla="*/ 2839134 h 4821604"/>
              <a:gd name="connsiteX8233" fmla="*/ 1183047 w 2947832"/>
              <a:gd name="connsiteY8233" fmla="*/ 2838088 h 4821604"/>
              <a:gd name="connsiteX8234" fmla="*/ 1174728 w 2947832"/>
              <a:gd name="connsiteY8234" fmla="*/ 2823699 h 4821604"/>
              <a:gd name="connsiteX8235" fmla="*/ 1174728 w 2947832"/>
              <a:gd name="connsiteY8235" fmla="*/ 2821659 h 4821604"/>
              <a:gd name="connsiteX8236" fmla="*/ 1183047 w 2947832"/>
              <a:gd name="connsiteY8236" fmla="*/ 2807270 h 4821604"/>
              <a:gd name="connsiteX8237" fmla="*/ 1184826 w 2947832"/>
              <a:gd name="connsiteY8237" fmla="*/ 2806224 h 4821604"/>
              <a:gd name="connsiteX8238" fmla="*/ 1102157 w 2947832"/>
              <a:gd name="connsiteY8238" fmla="*/ 2806224 h 4821604"/>
              <a:gd name="connsiteX8239" fmla="*/ 1118848 w 2947832"/>
              <a:gd name="connsiteY8239" fmla="*/ 2806224 h 4821604"/>
              <a:gd name="connsiteX8240" fmla="*/ 1120627 w 2947832"/>
              <a:gd name="connsiteY8240" fmla="*/ 2807270 h 4821604"/>
              <a:gd name="connsiteX8241" fmla="*/ 1128947 w 2947832"/>
              <a:gd name="connsiteY8241" fmla="*/ 2821711 h 4821604"/>
              <a:gd name="connsiteX8242" fmla="*/ 1128947 w 2947832"/>
              <a:gd name="connsiteY8242" fmla="*/ 2823752 h 4821604"/>
              <a:gd name="connsiteX8243" fmla="*/ 1120627 w 2947832"/>
              <a:gd name="connsiteY8243" fmla="*/ 2838193 h 4821604"/>
              <a:gd name="connsiteX8244" fmla="*/ 1118848 w 2947832"/>
              <a:gd name="connsiteY8244" fmla="*/ 2839239 h 4821604"/>
              <a:gd name="connsiteX8245" fmla="*/ 1102157 w 2947832"/>
              <a:gd name="connsiteY8245" fmla="*/ 2839239 h 4821604"/>
              <a:gd name="connsiteX8246" fmla="*/ 1100379 w 2947832"/>
              <a:gd name="connsiteY8246" fmla="*/ 2838193 h 4821604"/>
              <a:gd name="connsiteX8247" fmla="*/ 1092059 w 2947832"/>
              <a:gd name="connsiteY8247" fmla="*/ 2823752 h 4821604"/>
              <a:gd name="connsiteX8248" fmla="*/ 1092059 w 2947832"/>
              <a:gd name="connsiteY8248" fmla="*/ 2821711 h 4821604"/>
              <a:gd name="connsiteX8249" fmla="*/ 1100379 w 2947832"/>
              <a:gd name="connsiteY8249" fmla="*/ 2807270 h 4821604"/>
              <a:gd name="connsiteX8250" fmla="*/ 1102157 w 2947832"/>
              <a:gd name="connsiteY8250" fmla="*/ 2806224 h 4821604"/>
              <a:gd name="connsiteX8251" fmla="*/ 2093915 w 2947832"/>
              <a:gd name="connsiteY8251" fmla="*/ 2805910 h 4821604"/>
              <a:gd name="connsiteX8252" fmla="*/ 2110920 w 2947832"/>
              <a:gd name="connsiteY8252" fmla="*/ 2805910 h 4821604"/>
              <a:gd name="connsiteX8253" fmla="*/ 2112752 w 2947832"/>
              <a:gd name="connsiteY8253" fmla="*/ 2806956 h 4821604"/>
              <a:gd name="connsiteX8254" fmla="*/ 2121228 w 2947832"/>
              <a:gd name="connsiteY8254" fmla="*/ 2821659 h 4821604"/>
              <a:gd name="connsiteX8255" fmla="*/ 2121228 w 2947832"/>
              <a:gd name="connsiteY8255" fmla="*/ 2823752 h 4821604"/>
              <a:gd name="connsiteX8256" fmla="*/ 2112752 w 2947832"/>
              <a:gd name="connsiteY8256" fmla="*/ 2838454 h 4821604"/>
              <a:gd name="connsiteX8257" fmla="*/ 2110920 w 2947832"/>
              <a:gd name="connsiteY8257" fmla="*/ 2839500 h 4821604"/>
              <a:gd name="connsiteX8258" fmla="*/ 2093915 w 2947832"/>
              <a:gd name="connsiteY8258" fmla="*/ 2839500 h 4821604"/>
              <a:gd name="connsiteX8259" fmla="*/ 2092084 w 2947832"/>
              <a:gd name="connsiteY8259" fmla="*/ 2838454 h 4821604"/>
              <a:gd name="connsiteX8260" fmla="*/ 2083608 w 2947832"/>
              <a:gd name="connsiteY8260" fmla="*/ 2823752 h 4821604"/>
              <a:gd name="connsiteX8261" fmla="*/ 2083608 w 2947832"/>
              <a:gd name="connsiteY8261" fmla="*/ 2821659 h 4821604"/>
              <a:gd name="connsiteX8262" fmla="*/ 2092084 w 2947832"/>
              <a:gd name="connsiteY8262" fmla="*/ 2806956 h 4821604"/>
              <a:gd name="connsiteX8263" fmla="*/ 2093915 w 2947832"/>
              <a:gd name="connsiteY8263" fmla="*/ 2805910 h 4821604"/>
              <a:gd name="connsiteX8264" fmla="*/ 1019384 w 2947832"/>
              <a:gd name="connsiteY8264" fmla="*/ 2805910 h 4821604"/>
              <a:gd name="connsiteX8265" fmla="*/ 1036389 w 2947832"/>
              <a:gd name="connsiteY8265" fmla="*/ 2805910 h 4821604"/>
              <a:gd name="connsiteX8266" fmla="*/ 1038220 w 2947832"/>
              <a:gd name="connsiteY8266" fmla="*/ 2806956 h 4821604"/>
              <a:gd name="connsiteX8267" fmla="*/ 1046696 w 2947832"/>
              <a:gd name="connsiteY8267" fmla="*/ 2821659 h 4821604"/>
              <a:gd name="connsiteX8268" fmla="*/ 1046696 w 2947832"/>
              <a:gd name="connsiteY8268" fmla="*/ 2823752 h 4821604"/>
              <a:gd name="connsiteX8269" fmla="*/ 1038220 w 2947832"/>
              <a:gd name="connsiteY8269" fmla="*/ 2838454 h 4821604"/>
              <a:gd name="connsiteX8270" fmla="*/ 1036389 w 2947832"/>
              <a:gd name="connsiteY8270" fmla="*/ 2839500 h 4821604"/>
              <a:gd name="connsiteX8271" fmla="*/ 1019384 w 2947832"/>
              <a:gd name="connsiteY8271" fmla="*/ 2839500 h 4821604"/>
              <a:gd name="connsiteX8272" fmla="*/ 1017553 w 2947832"/>
              <a:gd name="connsiteY8272" fmla="*/ 2838454 h 4821604"/>
              <a:gd name="connsiteX8273" fmla="*/ 1009076 w 2947832"/>
              <a:gd name="connsiteY8273" fmla="*/ 2823752 h 4821604"/>
              <a:gd name="connsiteX8274" fmla="*/ 1009076 w 2947832"/>
              <a:gd name="connsiteY8274" fmla="*/ 2821659 h 4821604"/>
              <a:gd name="connsiteX8275" fmla="*/ 1017553 w 2947832"/>
              <a:gd name="connsiteY8275" fmla="*/ 2806956 h 4821604"/>
              <a:gd name="connsiteX8276" fmla="*/ 1019384 w 2947832"/>
              <a:gd name="connsiteY8276" fmla="*/ 2805910 h 4821604"/>
              <a:gd name="connsiteX8277" fmla="*/ 1928474 w 2947832"/>
              <a:gd name="connsiteY8277" fmla="*/ 2805701 h 4821604"/>
              <a:gd name="connsiteX8278" fmla="*/ 1945740 w 2947832"/>
              <a:gd name="connsiteY8278" fmla="*/ 2805701 h 4821604"/>
              <a:gd name="connsiteX8279" fmla="*/ 1947571 w 2947832"/>
              <a:gd name="connsiteY8279" fmla="*/ 2806747 h 4821604"/>
              <a:gd name="connsiteX8280" fmla="*/ 1956205 w 2947832"/>
              <a:gd name="connsiteY8280" fmla="*/ 2821659 h 4821604"/>
              <a:gd name="connsiteX8281" fmla="*/ 1956205 w 2947832"/>
              <a:gd name="connsiteY8281" fmla="*/ 2823804 h 4821604"/>
              <a:gd name="connsiteX8282" fmla="*/ 1947571 w 2947832"/>
              <a:gd name="connsiteY8282" fmla="*/ 2838716 h 4821604"/>
              <a:gd name="connsiteX8283" fmla="*/ 1945740 w 2947832"/>
              <a:gd name="connsiteY8283" fmla="*/ 2839762 h 4821604"/>
              <a:gd name="connsiteX8284" fmla="*/ 1928474 w 2947832"/>
              <a:gd name="connsiteY8284" fmla="*/ 2839762 h 4821604"/>
              <a:gd name="connsiteX8285" fmla="*/ 1926643 w 2947832"/>
              <a:gd name="connsiteY8285" fmla="*/ 2838716 h 4821604"/>
              <a:gd name="connsiteX8286" fmla="*/ 1918010 w 2947832"/>
              <a:gd name="connsiteY8286" fmla="*/ 2823804 h 4821604"/>
              <a:gd name="connsiteX8287" fmla="*/ 1918010 w 2947832"/>
              <a:gd name="connsiteY8287" fmla="*/ 2821659 h 4821604"/>
              <a:gd name="connsiteX8288" fmla="*/ 1926643 w 2947832"/>
              <a:gd name="connsiteY8288" fmla="*/ 2806747 h 4821604"/>
              <a:gd name="connsiteX8289" fmla="*/ 1928474 w 2947832"/>
              <a:gd name="connsiteY8289" fmla="*/ 2805701 h 4821604"/>
              <a:gd name="connsiteX8290" fmla="*/ 2424223 w 2947832"/>
              <a:gd name="connsiteY8290" fmla="*/ 2805282 h 4821604"/>
              <a:gd name="connsiteX8291" fmla="*/ 2441855 w 2947832"/>
              <a:gd name="connsiteY8291" fmla="*/ 2805282 h 4821604"/>
              <a:gd name="connsiteX8292" fmla="*/ 2443738 w 2947832"/>
              <a:gd name="connsiteY8292" fmla="*/ 2806381 h 4821604"/>
              <a:gd name="connsiteX8293" fmla="*/ 2452581 w 2947832"/>
              <a:gd name="connsiteY8293" fmla="*/ 2821659 h 4821604"/>
              <a:gd name="connsiteX8294" fmla="*/ 2452581 w 2947832"/>
              <a:gd name="connsiteY8294" fmla="*/ 2823856 h 4821604"/>
              <a:gd name="connsiteX8295" fmla="*/ 2443738 w 2947832"/>
              <a:gd name="connsiteY8295" fmla="*/ 2839134 h 4821604"/>
              <a:gd name="connsiteX8296" fmla="*/ 2441855 w 2947832"/>
              <a:gd name="connsiteY8296" fmla="*/ 2840233 h 4821604"/>
              <a:gd name="connsiteX8297" fmla="*/ 2424223 w 2947832"/>
              <a:gd name="connsiteY8297" fmla="*/ 2840233 h 4821604"/>
              <a:gd name="connsiteX8298" fmla="*/ 2422339 w 2947832"/>
              <a:gd name="connsiteY8298" fmla="*/ 2839134 h 4821604"/>
              <a:gd name="connsiteX8299" fmla="*/ 2413497 w 2947832"/>
              <a:gd name="connsiteY8299" fmla="*/ 2823856 h 4821604"/>
              <a:gd name="connsiteX8300" fmla="*/ 2413497 w 2947832"/>
              <a:gd name="connsiteY8300" fmla="*/ 2821659 h 4821604"/>
              <a:gd name="connsiteX8301" fmla="*/ 2422339 w 2947832"/>
              <a:gd name="connsiteY8301" fmla="*/ 2806381 h 4821604"/>
              <a:gd name="connsiteX8302" fmla="*/ 2424223 w 2947832"/>
              <a:gd name="connsiteY8302" fmla="*/ 2805282 h 4821604"/>
              <a:gd name="connsiteX8303" fmla="*/ 2258834 w 2947832"/>
              <a:gd name="connsiteY8303" fmla="*/ 2805073 h 4821604"/>
              <a:gd name="connsiteX8304" fmla="*/ 2276676 w 2947832"/>
              <a:gd name="connsiteY8304" fmla="*/ 2805073 h 4821604"/>
              <a:gd name="connsiteX8305" fmla="*/ 2278611 w 2947832"/>
              <a:gd name="connsiteY8305" fmla="*/ 2806172 h 4821604"/>
              <a:gd name="connsiteX8306" fmla="*/ 2287558 w 2947832"/>
              <a:gd name="connsiteY8306" fmla="*/ 2821607 h 4821604"/>
              <a:gd name="connsiteX8307" fmla="*/ 2287558 w 2947832"/>
              <a:gd name="connsiteY8307" fmla="*/ 2823804 h 4821604"/>
              <a:gd name="connsiteX8308" fmla="*/ 2278611 w 2947832"/>
              <a:gd name="connsiteY8308" fmla="*/ 2839239 h 4821604"/>
              <a:gd name="connsiteX8309" fmla="*/ 2276676 w 2947832"/>
              <a:gd name="connsiteY8309" fmla="*/ 2840338 h 4821604"/>
              <a:gd name="connsiteX8310" fmla="*/ 2258834 w 2947832"/>
              <a:gd name="connsiteY8310" fmla="*/ 2840338 h 4821604"/>
              <a:gd name="connsiteX8311" fmla="*/ 2256898 w 2947832"/>
              <a:gd name="connsiteY8311" fmla="*/ 2839239 h 4821604"/>
              <a:gd name="connsiteX8312" fmla="*/ 2247951 w 2947832"/>
              <a:gd name="connsiteY8312" fmla="*/ 2823804 h 4821604"/>
              <a:gd name="connsiteX8313" fmla="*/ 2247951 w 2947832"/>
              <a:gd name="connsiteY8313" fmla="*/ 2821607 h 4821604"/>
              <a:gd name="connsiteX8314" fmla="*/ 2256898 w 2947832"/>
              <a:gd name="connsiteY8314" fmla="*/ 2806172 h 4821604"/>
              <a:gd name="connsiteX8315" fmla="*/ 2258834 w 2947832"/>
              <a:gd name="connsiteY8315" fmla="*/ 2805073 h 4821604"/>
              <a:gd name="connsiteX8316" fmla="*/ 1679999 w 2947832"/>
              <a:gd name="connsiteY8316" fmla="*/ 2804707 h 4821604"/>
              <a:gd name="connsiteX8317" fmla="*/ 1698207 w 2947832"/>
              <a:gd name="connsiteY8317" fmla="*/ 2804707 h 4821604"/>
              <a:gd name="connsiteX8318" fmla="*/ 1700143 w 2947832"/>
              <a:gd name="connsiteY8318" fmla="*/ 2805858 h 4821604"/>
              <a:gd name="connsiteX8319" fmla="*/ 1709247 w 2947832"/>
              <a:gd name="connsiteY8319" fmla="*/ 2821607 h 4821604"/>
              <a:gd name="connsiteX8320" fmla="*/ 1709247 w 2947832"/>
              <a:gd name="connsiteY8320" fmla="*/ 2823857 h 4821604"/>
              <a:gd name="connsiteX8321" fmla="*/ 1700143 w 2947832"/>
              <a:gd name="connsiteY8321" fmla="*/ 2839606 h 4821604"/>
              <a:gd name="connsiteX8322" fmla="*/ 1698207 w 2947832"/>
              <a:gd name="connsiteY8322" fmla="*/ 2840756 h 4821604"/>
              <a:gd name="connsiteX8323" fmla="*/ 1679999 w 2947832"/>
              <a:gd name="connsiteY8323" fmla="*/ 2840756 h 4821604"/>
              <a:gd name="connsiteX8324" fmla="*/ 1678063 w 2947832"/>
              <a:gd name="connsiteY8324" fmla="*/ 2839606 h 4821604"/>
              <a:gd name="connsiteX8325" fmla="*/ 1668959 w 2947832"/>
              <a:gd name="connsiteY8325" fmla="*/ 2823857 h 4821604"/>
              <a:gd name="connsiteX8326" fmla="*/ 1668959 w 2947832"/>
              <a:gd name="connsiteY8326" fmla="*/ 2821607 h 4821604"/>
              <a:gd name="connsiteX8327" fmla="*/ 1678063 w 2947832"/>
              <a:gd name="connsiteY8327" fmla="*/ 2805858 h 4821604"/>
              <a:gd name="connsiteX8328" fmla="*/ 1679999 w 2947832"/>
              <a:gd name="connsiteY8328" fmla="*/ 2804707 h 4821604"/>
              <a:gd name="connsiteX8329" fmla="*/ 2506525 w 2947832"/>
              <a:gd name="connsiteY8329" fmla="*/ 2804602 h 4821604"/>
              <a:gd name="connsiteX8330" fmla="*/ 2524837 w 2947832"/>
              <a:gd name="connsiteY8330" fmla="*/ 2804602 h 4821604"/>
              <a:gd name="connsiteX8331" fmla="*/ 2526773 w 2947832"/>
              <a:gd name="connsiteY8331" fmla="*/ 2805753 h 4821604"/>
              <a:gd name="connsiteX8332" fmla="*/ 2535929 w 2947832"/>
              <a:gd name="connsiteY8332" fmla="*/ 2821607 h 4821604"/>
              <a:gd name="connsiteX8333" fmla="*/ 2535929 w 2947832"/>
              <a:gd name="connsiteY8333" fmla="*/ 2823856 h 4821604"/>
              <a:gd name="connsiteX8334" fmla="*/ 2526773 w 2947832"/>
              <a:gd name="connsiteY8334" fmla="*/ 2839710 h 4821604"/>
              <a:gd name="connsiteX8335" fmla="*/ 2524837 w 2947832"/>
              <a:gd name="connsiteY8335" fmla="*/ 2840861 h 4821604"/>
              <a:gd name="connsiteX8336" fmla="*/ 2506525 w 2947832"/>
              <a:gd name="connsiteY8336" fmla="*/ 2840861 h 4821604"/>
              <a:gd name="connsiteX8337" fmla="*/ 2504589 w 2947832"/>
              <a:gd name="connsiteY8337" fmla="*/ 2839710 h 4821604"/>
              <a:gd name="connsiteX8338" fmla="*/ 2495432 w 2947832"/>
              <a:gd name="connsiteY8338" fmla="*/ 2823856 h 4821604"/>
              <a:gd name="connsiteX8339" fmla="*/ 2495432 w 2947832"/>
              <a:gd name="connsiteY8339" fmla="*/ 2821607 h 4821604"/>
              <a:gd name="connsiteX8340" fmla="*/ 2504589 w 2947832"/>
              <a:gd name="connsiteY8340" fmla="*/ 2805753 h 4821604"/>
              <a:gd name="connsiteX8341" fmla="*/ 2506525 w 2947832"/>
              <a:gd name="connsiteY8341" fmla="*/ 2804602 h 4821604"/>
              <a:gd name="connsiteX8342" fmla="*/ 2341188 w 2947832"/>
              <a:gd name="connsiteY8342" fmla="*/ 2804602 h 4821604"/>
              <a:gd name="connsiteX8343" fmla="*/ 2359500 w 2947832"/>
              <a:gd name="connsiteY8343" fmla="*/ 2804602 h 4821604"/>
              <a:gd name="connsiteX8344" fmla="*/ 2361436 w 2947832"/>
              <a:gd name="connsiteY8344" fmla="*/ 2805753 h 4821604"/>
              <a:gd name="connsiteX8345" fmla="*/ 2370592 w 2947832"/>
              <a:gd name="connsiteY8345" fmla="*/ 2821607 h 4821604"/>
              <a:gd name="connsiteX8346" fmla="*/ 2370592 w 2947832"/>
              <a:gd name="connsiteY8346" fmla="*/ 2823856 h 4821604"/>
              <a:gd name="connsiteX8347" fmla="*/ 2361436 w 2947832"/>
              <a:gd name="connsiteY8347" fmla="*/ 2839710 h 4821604"/>
              <a:gd name="connsiteX8348" fmla="*/ 2359500 w 2947832"/>
              <a:gd name="connsiteY8348" fmla="*/ 2840861 h 4821604"/>
              <a:gd name="connsiteX8349" fmla="*/ 2341188 w 2947832"/>
              <a:gd name="connsiteY8349" fmla="*/ 2840861 h 4821604"/>
              <a:gd name="connsiteX8350" fmla="*/ 2339252 w 2947832"/>
              <a:gd name="connsiteY8350" fmla="*/ 2839710 h 4821604"/>
              <a:gd name="connsiteX8351" fmla="*/ 2330095 w 2947832"/>
              <a:gd name="connsiteY8351" fmla="*/ 2823856 h 4821604"/>
              <a:gd name="connsiteX8352" fmla="*/ 2330095 w 2947832"/>
              <a:gd name="connsiteY8352" fmla="*/ 2821607 h 4821604"/>
              <a:gd name="connsiteX8353" fmla="*/ 2339252 w 2947832"/>
              <a:gd name="connsiteY8353" fmla="*/ 2805753 h 4821604"/>
              <a:gd name="connsiteX8354" fmla="*/ 2341188 w 2947832"/>
              <a:gd name="connsiteY8354" fmla="*/ 2804602 h 4821604"/>
              <a:gd name="connsiteX8355" fmla="*/ 440078 w 2947832"/>
              <a:gd name="connsiteY8355" fmla="*/ 2804602 h 4821604"/>
              <a:gd name="connsiteX8356" fmla="*/ 458391 w 2947832"/>
              <a:gd name="connsiteY8356" fmla="*/ 2804602 h 4821604"/>
              <a:gd name="connsiteX8357" fmla="*/ 460326 w 2947832"/>
              <a:gd name="connsiteY8357" fmla="*/ 2805753 h 4821604"/>
              <a:gd name="connsiteX8358" fmla="*/ 469483 w 2947832"/>
              <a:gd name="connsiteY8358" fmla="*/ 2821607 h 4821604"/>
              <a:gd name="connsiteX8359" fmla="*/ 469483 w 2947832"/>
              <a:gd name="connsiteY8359" fmla="*/ 2823856 h 4821604"/>
              <a:gd name="connsiteX8360" fmla="*/ 460326 w 2947832"/>
              <a:gd name="connsiteY8360" fmla="*/ 2839710 h 4821604"/>
              <a:gd name="connsiteX8361" fmla="*/ 458391 w 2947832"/>
              <a:gd name="connsiteY8361" fmla="*/ 2840861 h 4821604"/>
              <a:gd name="connsiteX8362" fmla="*/ 440078 w 2947832"/>
              <a:gd name="connsiteY8362" fmla="*/ 2840861 h 4821604"/>
              <a:gd name="connsiteX8363" fmla="*/ 438142 w 2947832"/>
              <a:gd name="connsiteY8363" fmla="*/ 2839710 h 4821604"/>
              <a:gd name="connsiteX8364" fmla="*/ 428986 w 2947832"/>
              <a:gd name="connsiteY8364" fmla="*/ 2823856 h 4821604"/>
              <a:gd name="connsiteX8365" fmla="*/ 428986 w 2947832"/>
              <a:gd name="connsiteY8365" fmla="*/ 2821607 h 4821604"/>
              <a:gd name="connsiteX8366" fmla="*/ 438142 w 2947832"/>
              <a:gd name="connsiteY8366" fmla="*/ 2805753 h 4821604"/>
              <a:gd name="connsiteX8367" fmla="*/ 440078 w 2947832"/>
              <a:gd name="connsiteY8367" fmla="*/ 2804602 h 4821604"/>
              <a:gd name="connsiteX8368" fmla="*/ 1597277 w 2947832"/>
              <a:gd name="connsiteY8368" fmla="*/ 2804497 h 4821604"/>
              <a:gd name="connsiteX8369" fmla="*/ 1615695 w 2947832"/>
              <a:gd name="connsiteY8369" fmla="*/ 2804497 h 4821604"/>
              <a:gd name="connsiteX8370" fmla="*/ 1617683 w 2947832"/>
              <a:gd name="connsiteY8370" fmla="*/ 2805648 h 4821604"/>
              <a:gd name="connsiteX8371" fmla="*/ 1626892 w 2947832"/>
              <a:gd name="connsiteY8371" fmla="*/ 2821606 h 4821604"/>
              <a:gd name="connsiteX8372" fmla="*/ 1626892 w 2947832"/>
              <a:gd name="connsiteY8372" fmla="*/ 2823908 h 4821604"/>
              <a:gd name="connsiteX8373" fmla="*/ 1617683 w 2947832"/>
              <a:gd name="connsiteY8373" fmla="*/ 2839867 h 4821604"/>
              <a:gd name="connsiteX8374" fmla="*/ 1615695 w 2947832"/>
              <a:gd name="connsiteY8374" fmla="*/ 2841018 h 4821604"/>
              <a:gd name="connsiteX8375" fmla="*/ 1597277 w 2947832"/>
              <a:gd name="connsiteY8375" fmla="*/ 2841018 h 4821604"/>
              <a:gd name="connsiteX8376" fmla="*/ 1595289 w 2947832"/>
              <a:gd name="connsiteY8376" fmla="*/ 2839867 h 4821604"/>
              <a:gd name="connsiteX8377" fmla="*/ 1586081 w 2947832"/>
              <a:gd name="connsiteY8377" fmla="*/ 2823908 h 4821604"/>
              <a:gd name="connsiteX8378" fmla="*/ 1586081 w 2947832"/>
              <a:gd name="connsiteY8378" fmla="*/ 2821606 h 4821604"/>
              <a:gd name="connsiteX8379" fmla="*/ 1595289 w 2947832"/>
              <a:gd name="connsiteY8379" fmla="*/ 2805648 h 4821604"/>
              <a:gd name="connsiteX8380" fmla="*/ 1597277 w 2947832"/>
              <a:gd name="connsiteY8380" fmla="*/ 2804497 h 4821604"/>
              <a:gd name="connsiteX8381" fmla="*/ 1266447 w 2947832"/>
              <a:gd name="connsiteY8381" fmla="*/ 2804236 h 4821604"/>
              <a:gd name="connsiteX8382" fmla="*/ 1285179 w 2947832"/>
              <a:gd name="connsiteY8382" fmla="*/ 2804236 h 4821604"/>
              <a:gd name="connsiteX8383" fmla="*/ 1287167 w 2947832"/>
              <a:gd name="connsiteY8383" fmla="*/ 2805387 h 4821604"/>
              <a:gd name="connsiteX8384" fmla="*/ 1296532 w 2947832"/>
              <a:gd name="connsiteY8384" fmla="*/ 2821607 h 4821604"/>
              <a:gd name="connsiteX8385" fmla="*/ 1296532 w 2947832"/>
              <a:gd name="connsiteY8385" fmla="*/ 2823909 h 4821604"/>
              <a:gd name="connsiteX8386" fmla="*/ 1287167 w 2947832"/>
              <a:gd name="connsiteY8386" fmla="*/ 2840129 h 4821604"/>
              <a:gd name="connsiteX8387" fmla="*/ 1285179 w 2947832"/>
              <a:gd name="connsiteY8387" fmla="*/ 2841280 h 4821604"/>
              <a:gd name="connsiteX8388" fmla="*/ 1266447 w 2947832"/>
              <a:gd name="connsiteY8388" fmla="*/ 2841280 h 4821604"/>
              <a:gd name="connsiteX8389" fmla="*/ 1264459 w 2947832"/>
              <a:gd name="connsiteY8389" fmla="*/ 2840129 h 4821604"/>
              <a:gd name="connsiteX8390" fmla="*/ 1255094 w 2947832"/>
              <a:gd name="connsiteY8390" fmla="*/ 2823909 h 4821604"/>
              <a:gd name="connsiteX8391" fmla="*/ 1255094 w 2947832"/>
              <a:gd name="connsiteY8391" fmla="*/ 2821607 h 4821604"/>
              <a:gd name="connsiteX8392" fmla="*/ 1264459 w 2947832"/>
              <a:gd name="connsiteY8392" fmla="*/ 2805387 h 4821604"/>
              <a:gd name="connsiteX8393" fmla="*/ 1266447 w 2947832"/>
              <a:gd name="connsiteY8393" fmla="*/ 2804236 h 4821604"/>
              <a:gd name="connsiteX8394" fmla="*/ 1431680 w 2947832"/>
              <a:gd name="connsiteY8394" fmla="*/ 2803974 h 4821604"/>
              <a:gd name="connsiteX8395" fmla="*/ 1450620 w 2947832"/>
              <a:gd name="connsiteY8395" fmla="*/ 2803974 h 4821604"/>
              <a:gd name="connsiteX8396" fmla="*/ 1452661 w 2947832"/>
              <a:gd name="connsiteY8396" fmla="*/ 2805125 h 4821604"/>
              <a:gd name="connsiteX8397" fmla="*/ 1462131 w 2947832"/>
              <a:gd name="connsiteY8397" fmla="*/ 2821554 h 4821604"/>
              <a:gd name="connsiteX8398" fmla="*/ 1462131 w 2947832"/>
              <a:gd name="connsiteY8398" fmla="*/ 2823909 h 4821604"/>
              <a:gd name="connsiteX8399" fmla="*/ 1452661 w 2947832"/>
              <a:gd name="connsiteY8399" fmla="*/ 2840338 h 4821604"/>
              <a:gd name="connsiteX8400" fmla="*/ 1450620 w 2947832"/>
              <a:gd name="connsiteY8400" fmla="*/ 2841489 h 4821604"/>
              <a:gd name="connsiteX8401" fmla="*/ 1431680 w 2947832"/>
              <a:gd name="connsiteY8401" fmla="*/ 2841489 h 4821604"/>
              <a:gd name="connsiteX8402" fmla="*/ 1429639 w 2947832"/>
              <a:gd name="connsiteY8402" fmla="*/ 2840338 h 4821604"/>
              <a:gd name="connsiteX8403" fmla="*/ 1420169 w 2947832"/>
              <a:gd name="connsiteY8403" fmla="*/ 2823909 h 4821604"/>
              <a:gd name="connsiteX8404" fmla="*/ 1420169 w 2947832"/>
              <a:gd name="connsiteY8404" fmla="*/ 2821554 h 4821604"/>
              <a:gd name="connsiteX8405" fmla="*/ 1429639 w 2947832"/>
              <a:gd name="connsiteY8405" fmla="*/ 2805125 h 4821604"/>
              <a:gd name="connsiteX8406" fmla="*/ 1431680 w 2947832"/>
              <a:gd name="connsiteY8406" fmla="*/ 2803974 h 4821604"/>
              <a:gd name="connsiteX8407" fmla="*/ 1514243 w 2947832"/>
              <a:gd name="connsiteY8407" fmla="*/ 2803817 h 4821604"/>
              <a:gd name="connsiteX8408" fmla="*/ 1533341 w 2947832"/>
              <a:gd name="connsiteY8408" fmla="*/ 2803817 h 4821604"/>
              <a:gd name="connsiteX8409" fmla="*/ 1535381 w 2947832"/>
              <a:gd name="connsiteY8409" fmla="*/ 2805021 h 4821604"/>
              <a:gd name="connsiteX8410" fmla="*/ 1544956 w 2947832"/>
              <a:gd name="connsiteY8410" fmla="*/ 2821554 h 4821604"/>
              <a:gd name="connsiteX8411" fmla="*/ 1544956 w 2947832"/>
              <a:gd name="connsiteY8411" fmla="*/ 2823909 h 4821604"/>
              <a:gd name="connsiteX8412" fmla="*/ 1535381 w 2947832"/>
              <a:gd name="connsiteY8412" fmla="*/ 2840442 h 4821604"/>
              <a:gd name="connsiteX8413" fmla="*/ 1533341 w 2947832"/>
              <a:gd name="connsiteY8413" fmla="*/ 2841646 h 4821604"/>
              <a:gd name="connsiteX8414" fmla="*/ 1514243 w 2947832"/>
              <a:gd name="connsiteY8414" fmla="*/ 2841646 h 4821604"/>
              <a:gd name="connsiteX8415" fmla="*/ 1512203 w 2947832"/>
              <a:gd name="connsiteY8415" fmla="*/ 2840442 h 4821604"/>
              <a:gd name="connsiteX8416" fmla="*/ 1502628 w 2947832"/>
              <a:gd name="connsiteY8416" fmla="*/ 2823909 h 4821604"/>
              <a:gd name="connsiteX8417" fmla="*/ 1502628 w 2947832"/>
              <a:gd name="connsiteY8417" fmla="*/ 2821554 h 4821604"/>
              <a:gd name="connsiteX8418" fmla="*/ 1512203 w 2947832"/>
              <a:gd name="connsiteY8418" fmla="*/ 2805021 h 4821604"/>
              <a:gd name="connsiteX8419" fmla="*/ 1514243 w 2947832"/>
              <a:gd name="connsiteY8419" fmla="*/ 2803817 h 4821604"/>
              <a:gd name="connsiteX8420" fmla="*/ 108934 w 2947832"/>
              <a:gd name="connsiteY8420" fmla="*/ 2803503 h 4821604"/>
              <a:gd name="connsiteX8421" fmla="*/ 128345 w 2947832"/>
              <a:gd name="connsiteY8421" fmla="*/ 2803503 h 4821604"/>
              <a:gd name="connsiteX8422" fmla="*/ 130438 w 2947832"/>
              <a:gd name="connsiteY8422" fmla="*/ 2804707 h 4821604"/>
              <a:gd name="connsiteX8423" fmla="*/ 140118 w 2947832"/>
              <a:gd name="connsiteY8423" fmla="*/ 2821502 h 4821604"/>
              <a:gd name="connsiteX8424" fmla="*/ 140118 w 2947832"/>
              <a:gd name="connsiteY8424" fmla="*/ 2823909 h 4821604"/>
              <a:gd name="connsiteX8425" fmla="*/ 130438 w 2947832"/>
              <a:gd name="connsiteY8425" fmla="*/ 2840704 h 4821604"/>
              <a:gd name="connsiteX8426" fmla="*/ 128345 w 2947832"/>
              <a:gd name="connsiteY8426" fmla="*/ 2841907 h 4821604"/>
              <a:gd name="connsiteX8427" fmla="*/ 108934 w 2947832"/>
              <a:gd name="connsiteY8427" fmla="*/ 2841907 h 4821604"/>
              <a:gd name="connsiteX8428" fmla="*/ 106841 w 2947832"/>
              <a:gd name="connsiteY8428" fmla="*/ 2840704 h 4821604"/>
              <a:gd name="connsiteX8429" fmla="*/ 97162 w 2947832"/>
              <a:gd name="connsiteY8429" fmla="*/ 2823909 h 4821604"/>
              <a:gd name="connsiteX8430" fmla="*/ 97162 w 2947832"/>
              <a:gd name="connsiteY8430" fmla="*/ 2821502 h 4821604"/>
              <a:gd name="connsiteX8431" fmla="*/ 106841 w 2947832"/>
              <a:gd name="connsiteY8431" fmla="*/ 2804707 h 4821604"/>
              <a:gd name="connsiteX8432" fmla="*/ 108934 w 2947832"/>
              <a:gd name="connsiteY8432" fmla="*/ 2803503 h 4821604"/>
              <a:gd name="connsiteX8433" fmla="*/ 2588460 w 2947832"/>
              <a:gd name="connsiteY8433" fmla="*/ 2803242 h 4821604"/>
              <a:gd name="connsiteX8434" fmla="*/ 2608185 w 2947832"/>
              <a:gd name="connsiteY8434" fmla="*/ 2803242 h 4821604"/>
              <a:gd name="connsiteX8435" fmla="*/ 2610278 w 2947832"/>
              <a:gd name="connsiteY8435" fmla="*/ 2804445 h 4821604"/>
              <a:gd name="connsiteX8436" fmla="*/ 2620115 w 2947832"/>
              <a:gd name="connsiteY8436" fmla="*/ 2821502 h 4821604"/>
              <a:gd name="connsiteX8437" fmla="*/ 2620115 w 2947832"/>
              <a:gd name="connsiteY8437" fmla="*/ 2823962 h 4821604"/>
              <a:gd name="connsiteX8438" fmla="*/ 2610278 w 2947832"/>
              <a:gd name="connsiteY8438" fmla="*/ 2841018 h 4821604"/>
              <a:gd name="connsiteX8439" fmla="*/ 2608185 w 2947832"/>
              <a:gd name="connsiteY8439" fmla="*/ 2842222 h 4821604"/>
              <a:gd name="connsiteX8440" fmla="*/ 2588460 w 2947832"/>
              <a:gd name="connsiteY8440" fmla="*/ 2842222 h 4821604"/>
              <a:gd name="connsiteX8441" fmla="*/ 2586367 w 2947832"/>
              <a:gd name="connsiteY8441" fmla="*/ 2841018 h 4821604"/>
              <a:gd name="connsiteX8442" fmla="*/ 2576530 w 2947832"/>
              <a:gd name="connsiteY8442" fmla="*/ 2823962 h 4821604"/>
              <a:gd name="connsiteX8443" fmla="*/ 2576530 w 2947832"/>
              <a:gd name="connsiteY8443" fmla="*/ 2821502 h 4821604"/>
              <a:gd name="connsiteX8444" fmla="*/ 2586367 w 2947832"/>
              <a:gd name="connsiteY8444" fmla="*/ 2804445 h 4821604"/>
              <a:gd name="connsiteX8445" fmla="*/ 2588460 w 2947832"/>
              <a:gd name="connsiteY8445" fmla="*/ 2803242 h 4821604"/>
              <a:gd name="connsiteX8446" fmla="*/ 2670972 w 2947832"/>
              <a:gd name="connsiteY8446" fmla="*/ 2802823 h 4821604"/>
              <a:gd name="connsiteX8447" fmla="*/ 2691063 w 2947832"/>
              <a:gd name="connsiteY8447" fmla="*/ 2802823 h 4821604"/>
              <a:gd name="connsiteX8448" fmla="*/ 2693209 w 2947832"/>
              <a:gd name="connsiteY8448" fmla="*/ 2804079 h 4821604"/>
              <a:gd name="connsiteX8449" fmla="*/ 2703255 w 2947832"/>
              <a:gd name="connsiteY8449" fmla="*/ 2821502 h 4821604"/>
              <a:gd name="connsiteX8450" fmla="*/ 2703255 w 2947832"/>
              <a:gd name="connsiteY8450" fmla="*/ 2824014 h 4821604"/>
              <a:gd name="connsiteX8451" fmla="*/ 2693209 w 2947832"/>
              <a:gd name="connsiteY8451" fmla="*/ 2841436 h 4821604"/>
              <a:gd name="connsiteX8452" fmla="*/ 2691063 w 2947832"/>
              <a:gd name="connsiteY8452" fmla="*/ 2842692 h 4821604"/>
              <a:gd name="connsiteX8453" fmla="*/ 2670972 w 2947832"/>
              <a:gd name="connsiteY8453" fmla="*/ 2842692 h 4821604"/>
              <a:gd name="connsiteX8454" fmla="*/ 2668827 w 2947832"/>
              <a:gd name="connsiteY8454" fmla="*/ 2841436 h 4821604"/>
              <a:gd name="connsiteX8455" fmla="*/ 2658781 w 2947832"/>
              <a:gd name="connsiteY8455" fmla="*/ 2824014 h 4821604"/>
              <a:gd name="connsiteX8456" fmla="*/ 2658781 w 2947832"/>
              <a:gd name="connsiteY8456" fmla="*/ 2821502 h 4821604"/>
              <a:gd name="connsiteX8457" fmla="*/ 2668827 w 2947832"/>
              <a:gd name="connsiteY8457" fmla="*/ 2804079 h 4821604"/>
              <a:gd name="connsiteX8458" fmla="*/ 2670972 w 2947832"/>
              <a:gd name="connsiteY8458" fmla="*/ 2802823 h 4821604"/>
              <a:gd name="connsiteX8459" fmla="*/ 1761202 w 2947832"/>
              <a:gd name="connsiteY8459" fmla="*/ 2801829 h 4821604"/>
              <a:gd name="connsiteX8460" fmla="*/ 1782340 w 2947832"/>
              <a:gd name="connsiteY8460" fmla="*/ 2801829 h 4821604"/>
              <a:gd name="connsiteX8461" fmla="*/ 1784590 w 2947832"/>
              <a:gd name="connsiteY8461" fmla="*/ 2803137 h 4821604"/>
              <a:gd name="connsiteX8462" fmla="*/ 1795158 w 2947832"/>
              <a:gd name="connsiteY8462" fmla="*/ 2821450 h 4821604"/>
              <a:gd name="connsiteX8463" fmla="*/ 1795158 w 2947832"/>
              <a:gd name="connsiteY8463" fmla="*/ 2824066 h 4821604"/>
              <a:gd name="connsiteX8464" fmla="*/ 1784590 w 2947832"/>
              <a:gd name="connsiteY8464" fmla="*/ 2842378 h 4821604"/>
              <a:gd name="connsiteX8465" fmla="*/ 1782340 w 2947832"/>
              <a:gd name="connsiteY8465" fmla="*/ 2843686 h 4821604"/>
              <a:gd name="connsiteX8466" fmla="*/ 1761202 w 2947832"/>
              <a:gd name="connsiteY8466" fmla="*/ 2843686 h 4821604"/>
              <a:gd name="connsiteX8467" fmla="*/ 1758952 w 2947832"/>
              <a:gd name="connsiteY8467" fmla="*/ 2842378 h 4821604"/>
              <a:gd name="connsiteX8468" fmla="*/ 1748383 w 2947832"/>
              <a:gd name="connsiteY8468" fmla="*/ 2824066 h 4821604"/>
              <a:gd name="connsiteX8469" fmla="*/ 1748383 w 2947832"/>
              <a:gd name="connsiteY8469" fmla="*/ 2821450 h 4821604"/>
              <a:gd name="connsiteX8470" fmla="*/ 1758952 w 2947832"/>
              <a:gd name="connsiteY8470" fmla="*/ 2803137 h 4821604"/>
              <a:gd name="connsiteX8471" fmla="*/ 1761202 w 2947832"/>
              <a:gd name="connsiteY8471" fmla="*/ 2801829 h 4821604"/>
              <a:gd name="connsiteX8472" fmla="*/ 2174334 w 2947832"/>
              <a:gd name="connsiteY8472" fmla="*/ 2801515 h 4821604"/>
              <a:gd name="connsiteX8473" fmla="*/ 2195838 w 2947832"/>
              <a:gd name="connsiteY8473" fmla="*/ 2801515 h 4821604"/>
              <a:gd name="connsiteX8474" fmla="*/ 2198140 w 2947832"/>
              <a:gd name="connsiteY8474" fmla="*/ 2802823 h 4821604"/>
              <a:gd name="connsiteX8475" fmla="*/ 2208867 w 2947832"/>
              <a:gd name="connsiteY8475" fmla="*/ 2821450 h 4821604"/>
              <a:gd name="connsiteX8476" fmla="*/ 2208867 w 2947832"/>
              <a:gd name="connsiteY8476" fmla="*/ 2824118 h 4821604"/>
              <a:gd name="connsiteX8477" fmla="*/ 2198140 w 2947832"/>
              <a:gd name="connsiteY8477" fmla="*/ 2842745 h 4821604"/>
              <a:gd name="connsiteX8478" fmla="*/ 2195838 w 2947832"/>
              <a:gd name="connsiteY8478" fmla="*/ 2844053 h 4821604"/>
              <a:gd name="connsiteX8479" fmla="*/ 2174334 w 2947832"/>
              <a:gd name="connsiteY8479" fmla="*/ 2844053 h 4821604"/>
              <a:gd name="connsiteX8480" fmla="*/ 2172032 w 2947832"/>
              <a:gd name="connsiteY8480" fmla="*/ 2842745 h 4821604"/>
              <a:gd name="connsiteX8481" fmla="*/ 2161306 w 2947832"/>
              <a:gd name="connsiteY8481" fmla="*/ 2824118 h 4821604"/>
              <a:gd name="connsiteX8482" fmla="*/ 2161306 w 2947832"/>
              <a:gd name="connsiteY8482" fmla="*/ 2821450 h 4821604"/>
              <a:gd name="connsiteX8483" fmla="*/ 2172032 w 2947832"/>
              <a:gd name="connsiteY8483" fmla="*/ 2802823 h 4821604"/>
              <a:gd name="connsiteX8484" fmla="*/ 2174334 w 2947832"/>
              <a:gd name="connsiteY8484" fmla="*/ 2801515 h 4821604"/>
              <a:gd name="connsiteX8485" fmla="*/ 769182 w 2947832"/>
              <a:gd name="connsiteY8485" fmla="*/ 2801515 h 4821604"/>
              <a:gd name="connsiteX8486" fmla="*/ 790634 w 2947832"/>
              <a:gd name="connsiteY8486" fmla="*/ 2801515 h 4821604"/>
              <a:gd name="connsiteX8487" fmla="*/ 792936 w 2947832"/>
              <a:gd name="connsiteY8487" fmla="*/ 2802823 h 4821604"/>
              <a:gd name="connsiteX8488" fmla="*/ 803662 w 2947832"/>
              <a:gd name="connsiteY8488" fmla="*/ 2821398 h 4821604"/>
              <a:gd name="connsiteX8489" fmla="*/ 803662 w 2947832"/>
              <a:gd name="connsiteY8489" fmla="*/ 2824066 h 4821604"/>
              <a:gd name="connsiteX8490" fmla="*/ 792936 w 2947832"/>
              <a:gd name="connsiteY8490" fmla="*/ 2842640 h 4821604"/>
              <a:gd name="connsiteX8491" fmla="*/ 790634 w 2947832"/>
              <a:gd name="connsiteY8491" fmla="*/ 2843948 h 4821604"/>
              <a:gd name="connsiteX8492" fmla="*/ 769182 w 2947832"/>
              <a:gd name="connsiteY8492" fmla="*/ 2843948 h 4821604"/>
              <a:gd name="connsiteX8493" fmla="*/ 766880 w 2947832"/>
              <a:gd name="connsiteY8493" fmla="*/ 2842640 h 4821604"/>
              <a:gd name="connsiteX8494" fmla="*/ 756154 w 2947832"/>
              <a:gd name="connsiteY8494" fmla="*/ 2824066 h 4821604"/>
              <a:gd name="connsiteX8495" fmla="*/ 756154 w 2947832"/>
              <a:gd name="connsiteY8495" fmla="*/ 2821398 h 4821604"/>
              <a:gd name="connsiteX8496" fmla="*/ 766880 w 2947832"/>
              <a:gd name="connsiteY8496" fmla="*/ 2802823 h 4821604"/>
              <a:gd name="connsiteX8497" fmla="*/ 769182 w 2947832"/>
              <a:gd name="connsiteY8497" fmla="*/ 2801515 h 4821604"/>
              <a:gd name="connsiteX8498" fmla="*/ 1843086 w 2947832"/>
              <a:gd name="connsiteY8498" fmla="*/ 2800312 h 4821604"/>
              <a:gd name="connsiteX8499" fmla="*/ 1865741 w 2947832"/>
              <a:gd name="connsiteY8499" fmla="*/ 2800312 h 4821604"/>
              <a:gd name="connsiteX8500" fmla="*/ 1868148 w 2947832"/>
              <a:gd name="connsiteY8500" fmla="*/ 2801725 h 4821604"/>
              <a:gd name="connsiteX8501" fmla="*/ 1879449 w 2947832"/>
              <a:gd name="connsiteY8501" fmla="*/ 2821345 h 4821604"/>
              <a:gd name="connsiteX8502" fmla="*/ 1879449 w 2947832"/>
              <a:gd name="connsiteY8502" fmla="*/ 2824171 h 4821604"/>
              <a:gd name="connsiteX8503" fmla="*/ 1868148 w 2947832"/>
              <a:gd name="connsiteY8503" fmla="*/ 2843791 h 4821604"/>
              <a:gd name="connsiteX8504" fmla="*/ 1865741 w 2947832"/>
              <a:gd name="connsiteY8504" fmla="*/ 2845204 h 4821604"/>
              <a:gd name="connsiteX8505" fmla="*/ 1843086 w 2947832"/>
              <a:gd name="connsiteY8505" fmla="*/ 2845204 h 4821604"/>
              <a:gd name="connsiteX8506" fmla="*/ 1840679 w 2947832"/>
              <a:gd name="connsiteY8506" fmla="*/ 2843791 h 4821604"/>
              <a:gd name="connsiteX8507" fmla="*/ 1829377 w 2947832"/>
              <a:gd name="connsiteY8507" fmla="*/ 2824171 h 4821604"/>
              <a:gd name="connsiteX8508" fmla="*/ 1829377 w 2947832"/>
              <a:gd name="connsiteY8508" fmla="*/ 2821345 h 4821604"/>
              <a:gd name="connsiteX8509" fmla="*/ 1840679 w 2947832"/>
              <a:gd name="connsiteY8509" fmla="*/ 2801725 h 4821604"/>
              <a:gd name="connsiteX8510" fmla="*/ 1843086 w 2947832"/>
              <a:gd name="connsiteY8510" fmla="*/ 2800312 h 4821604"/>
              <a:gd name="connsiteX8511" fmla="*/ 2751861 w 2947832"/>
              <a:gd name="connsiteY8511" fmla="*/ 2799370 h 4821604"/>
              <a:gd name="connsiteX8512" fmla="*/ 2775458 w 2947832"/>
              <a:gd name="connsiteY8512" fmla="*/ 2799370 h 4821604"/>
              <a:gd name="connsiteX8513" fmla="*/ 2777969 w 2947832"/>
              <a:gd name="connsiteY8513" fmla="*/ 2800835 h 4821604"/>
              <a:gd name="connsiteX8514" fmla="*/ 2789742 w 2947832"/>
              <a:gd name="connsiteY8514" fmla="*/ 2821293 h 4821604"/>
              <a:gd name="connsiteX8515" fmla="*/ 2789742 w 2947832"/>
              <a:gd name="connsiteY8515" fmla="*/ 2824223 h 4821604"/>
              <a:gd name="connsiteX8516" fmla="*/ 2777969 w 2947832"/>
              <a:gd name="connsiteY8516" fmla="*/ 2844680 h 4821604"/>
              <a:gd name="connsiteX8517" fmla="*/ 2775458 w 2947832"/>
              <a:gd name="connsiteY8517" fmla="*/ 2846146 h 4821604"/>
              <a:gd name="connsiteX8518" fmla="*/ 2751861 w 2947832"/>
              <a:gd name="connsiteY8518" fmla="*/ 2846146 h 4821604"/>
              <a:gd name="connsiteX8519" fmla="*/ 2749349 w 2947832"/>
              <a:gd name="connsiteY8519" fmla="*/ 2844680 h 4821604"/>
              <a:gd name="connsiteX8520" fmla="*/ 2737577 w 2947832"/>
              <a:gd name="connsiteY8520" fmla="*/ 2824223 h 4821604"/>
              <a:gd name="connsiteX8521" fmla="*/ 2737577 w 2947832"/>
              <a:gd name="connsiteY8521" fmla="*/ 2821293 h 4821604"/>
              <a:gd name="connsiteX8522" fmla="*/ 2749349 w 2947832"/>
              <a:gd name="connsiteY8522" fmla="*/ 2800835 h 4821604"/>
              <a:gd name="connsiteX8523" fmla="*/ 2751861 w 2947832"/>
              <a:gd name="connsiteY8523" fmla="*/ 2799370 h 4821604"/>
              <a:gd name="connsiteX8524" fmla="*/ 2761855 w 2947832"/>
              <a:gd name="connsiteY8524" fmla="*/ 2736479 h 4821604"/>
              <a:gd name="connsiteX8525" fmla="*/ 2765466 w 2947832"/>
              <a:gd name="connsiteY8525" fmla="*/ 2736479 h 4821604"/>
              <a:gd name="connsiteX8526" fmla="*/ 2765832 w 2947832"/>
              <a:gd name="connsiteY8526" fmla="*/ 2736688 h 4821604"/>
              <a:gd name="connsiteX8527" fmla="*/ 2767663 w 2947832"/>
              <a:gd name="connsiteY8527" fmla="*/ 2739828 h 4821604"/>
              <a:gd name="connsiteX8528" fmla="*/ 2767663 w 2947832"/>
              <a:gd name="connsiteY8528" fmla="*/ 2740299 h 4821604"/>
              <a:gd name="connsiteX8529" fmla="*/ 2765832 w 2947832"/>
              <a:gd name="connsiteY8529" fmla="*/ 2743438 h 4821604"/>
              <a:gd name="connsiteX8530" fmla="*/ 2765466 w 2947832"/>
              <a:gd name="connsiteY8530" fmla="*/ 2743647 h 4821604"/>
              <a:gd name="connsiteX8531" fmla="*/ 2761855 w 2947832"/>
              <a:gd name="connsiteY8531" fmla="*/ 2743647 h 4821604"/>
              <a:gd name="connsiteX8532" fmla="*/ 2761489 w 2947832"/>
              <a:gd name="connsiteY8532" fmla="*/ 2743438 h 4821604"/>
              <a:gd name="connsiteX8533" fmla="*/ 2759657 w 2947832"/>
              <a:gd name="connsiteY8533" fmla="*/ 2740299 h 4821604"/>
              <a:gd name="connsiteX8534" fmla="*/ 2759657 w 2947832"/>
              <a:gd name="connsiteY8534" fmla="*/ 2739828 h 4821604"/>
              <a:gd name="connsiteX8535" fmla="*/ 2761489 w 2947832"/>
              <a:gd name="connsiteY8535" fmla="*/ 2736688 h 4821604"/>
              <a:gd name="connsiteX8536" fmla="*/ 2761855 w 2947832"/>
              <a:gd name="connsiteY8536" fmla="*/ 2736479 h 4821604"/>
              <a:gd name="connsiteX8537" fmla="*/ 444316 w 2947832"/>
              <a:gd name="connsiteY8537" fmla="*/ 2730253 h 4821604"/>
              <a:gd name="connsiteX8538" fmla="*/ 454205 w 2947832"/>
              <a:gd name="connsiteY8538" fmla="*/ 2730253 h 4821604"/>
              <a:gd name="connsiteX8539" fmla="*/ 455251 w 2947832"/>
              <a:gd name="connsiteY8539" fmla="*/ 2730881 h 4821604"/>
              <a:gd name="connsiteX8540" fmla="*/ 460169 w 2947832"/>
              <a:gd name="connsiteY8540" fmla="*/ 2739462 h 4821604"/>
              <a:gd name="connsiteX8541" fmla="*/ 460169 w 2947832"/>
              <a:gd name="connsiteY8541" fmla="*/ 2740665 h 4821604"/>
              <a:gd name="connsiteX8542" fmla="*/ 455251 w 2947832"/>
              <a:gd name="connsiteY8542" fmla="*/ 2749246 h 4821604"/>
              <a:gd name="connsiteX8543" fmla="*/ 454205 w 2947832"/>
              <a:gd name="connsiteY8543" fmla="*/ 2749874 h 4821604"/>
              <a:gd name="connsiteX8544" fmla="*/ 444316 w 2947832"/>
              <a:gd name="connsiteY8544" fmla="*/ 2749874 h 4821604"/>
              <a:gd name="connsiteX8545" fmla="*/ 443269 w 2947832"/>
              <a:gd name="connsiteY8545" fmla="*/ 2749246 h 4821604"/>
              <a:gd name="connsiteX8546" fmla="*/ 438351 w 2947832"/>
              <a:gd name="connsiteY8546" fmla="*/ 2740665 h 4821604"/>
              <a:gd name="connsiteX8547" fmla="*/ 438351 w 2947832"/>
              <a:gd name="connsiteY8547" fmla="*/ 2739462 h 4821604"/>
              <a:gd name="connsiteX8548" fmla="*/ 443269 w 2947832"/>
              <a:gd name="connsiteY8548" fmla="*/ 2730881 h 4821604"/>
              <a:gd name="connsiteX8549" fmla="*/ 444316 w 2947832"/>
              <a:gd name="connsiteY8549" fmla="*/ 2730253 h 4821604"/>
              <a:gd name="connsiteX8550" fmla="*/ 278927 w 2947832"/>
              <a:gd name="connsiteY8550" fmla="*/ 2730200 h 4821604"/>
              <a:gd name="connsiteX8551" fmla="*/ 288920 w 2947832"/>
              <a:gd name="connsiteY8551" fmla="*/ 2730200 h 4821604"/>
              <a:gd name="connsiteX8552" fmla="*/ 289967 w 2947832"/>
              <a:gd name="connsiteY8552" fmla="*/ 2730828 h 4821604"/>
              <a:gd name="connsiteX8553" fmla="*/ 294937 w 2947832"/>
              <a:gd name="connsiteY8553" fmla="*/ 2739461 h 4821604"/>
              <a:gd name="connsiteX8554" fmla="*/ 294937 w 2947832"/>
              <a:gd name="connsiteY8554" fmla="*/ 2740717 h 4821604"/>
              <a:gd name="connsiteX8555" fmla="*/ 289967 w 2947832"/>
              <a:gd name="connsiteY8555" fmla="*/ 2749350 h 4821604"/>
              <a:gd name="connsiteX8556" fmla="*/ 288920 w 2947832"/>
              <a:gd name="connsiteY8556" fmla="*/ 2749978 h 4821604"/>
              <a:gd name="connsiteX8557" fmla="*/ 278927 w 2947832"/>
              <a:gd name="connsiteY8557" fmla="*/ 2749978 h 4821604"/>
              <a:gd name="connsiteX8558" fmla="*/ 277881 w 2947832"/>
              <a:gd name="connsiteY8558" fmla="*/ 2749350 h 4821604"/>
              <a:gd name="connsiteX8559" fmla="*/ 272910 w 2947832"/>
              <a:gd name="connsiteY8559" fmla="*/ 2740717 h 4821604"/>
              <a:gd name="connsiteX8560" fmla="*/ 272910 w 2947832"/>
              <a:gd name="connsiteY8560" fmla="*/ 2739461 h 4821604"/>
              <a:gd name="connsiteX8561" fmla="*/ 277881 w 2947832"/>
              <a:gd name="connsiteY8561" fmla="*/ 2730828 h 4821604"/>
              <a:gd name="connsiteX8562" fmla="*/ 278927 w 2947832"/>
              <a:gd name="connsiteY8562" fmla="*/ 2730200 h 4821604"/>
              <a:gd name="connsiteX8563" fmla="*/ 361543 w 2947832"/>
              <a:gd name="connsiteY8563" fmla="*/ 2730096 h 4821604"/>
              <a:gd name="connsiteX8564" fmla="*/ 371641 w 2947832"/>
              <a:gd name="connsiteY8564" fmla="*/ 2730096 h 4821604"/>
              <a:gd name="connsiteX8565" fmla="*/ 372740 w 2947832"/>
              <a:gd name="connsiteY8565" fmla="*/ 2730724 h 4821604"/>
              <a:gd name="connsiteX8566" fmla="*/ 377763 w 2947832"/>
              <a:gd name="connsiteY8566" fmla="*/ 2739461 h 4821604"/>
              <a:gd name="connsiteX8567" fmla="*/ 377763 w 2947832"/>
              <a:gd name="connsiteY8567" fmla="*/ 2740717 h 4821604"/>
              <a:gd name="connsiteX8568" fmla="*/ 372740 w 2947832"/>
              <a:gd name="connsiteY8568" fmla="*/ 2749455 h 4821604"/>
              <a:gd name="connsiteX8569" fmla="*/ 371641 w 2947832"/>
              <a:gd name="connsiteY8569" fmla="*/ 2750083 h 4821604"/>
              <a:gd name="connsiteX8570" fmla="*/ 361543 w 2947832"/>
              <a:gd name="connsiteY8570" fmla="*/ 2750083 h 4821604"/>
              <a:gd name="connsiteX8571" fmla="*/ 360445 w 2947832"/>
              <a:gd name="connsiteY8571" fmla="*/ 2749455 h 4821604"/>
              <a:gd name="connsiteX8572" fmla="*/ 355422 w 2947832"/>
              <a:gd name="connsiteY8572" fmla="*/ 2740717 h 4821604"/>
              <a:gd name="connsiteX8573" fmla="*/ 355422 w 2947832"/>
              <a:gd name="connsiteY8573" fmla="*/ 2739461 h 4821604"/>
              <a:gd name="connsiteX8574" fmla="*/ 360445 w 2947832"/>
              <a:gd name="connsiteY8574" fmla="*/ 2730724 h 4821604"/>
              <a:gd name="connsiteX8575" fmla="*/ 361543 w 2947832"/>
              <a:gd name="connsiteY8575" fmla="*/ 2730096 h 4821604"/>
              <a:gd name="connsiteX8576" fmla="*/ 525885 w 2947832"/>
              <a:gd name="connsiteY8576" fmla="*/ 2728160 h 4821604"/>
              <a:gd name="connsiteX8577" fmla="*/ 537919 w 2947832"/>
              <a:gd name="connsiteY8577" fmla="*/ 2728160 h 4821604"/>
              <a:gd name="connsiteX8578" fmla="*/ 539227 w 2947832"/>
              <a:gd name="connsiteY8578" fmla="*/ 2728892 h 4821604"/>
              <a:gd name="connsiteX8579" fmla="*/ 545244 w 2947832"/>
              <a:gd name="connsiteY8579" fmla="*/ 2739305 h 4821604"/>
              <a:gd name="connsiteX8580" fmla="*/ 545244 w 2947832"/>
              <a:gd name="connsiteY8580" fmla="*/ 2740769 h 4821604"/>
              <a:gd name="connsiteX8581" fmla="*/ 539227 w 2947832"/>
              <a:gd name="connsiteY8581" fmla="*/ 2751181 h 4821604"/>
              <a:gd name="connsiteX8582" fmla="*/ 537919 w 2947832"/>
              <a:gd name="connsiteY8582" fmla="*/ 2751914 h 4821604"/>
              <a:gd name="connsiteX8583" fmla="*/ 525885 w 2947832"/>
              <a:gd name="connsiteY8583" fmla="*/ 2751914 h 4821604"/>
              <a:gd name="connsiteX8584" fmla="*/ 524577 w 2947832"/>
              <a:gd name="connsiteY8584" fmla="*/ 2751181 h 4821604"/>
              <a:gd name="connsiteX8585" fmla="*/ 518560 w 2947832"/>
              <a:gd name="connsiteY8585" fmla="*/ 2740769 h 4821604"/>
              <a:gd name="connsiteX8586" fmla="*/ 518560 w 2947832"/>
              <a:gd name="connsiteY8586" fmla="*/ 2739305 h 4821604"/>
              <a:gd name="connsiteX8587" fmla="*/ 524577 w 2947832"/>
              <a:gd name="connsiteY8587" fmla="*/ 2728892 h 4821604"/>
              <a:gd name="connsiteX8588" fmla="*/ 525885 w 2947832"/>
              <a:gd name="connsiteY8588" fmla="*/ 2728160 h 4821604"/>
              <a:gd name="connsiteX8589" fmla="*/ 195055 w 2947832"/>
              <a:gd name="connsiteY8589" fmla="*/ 2727689 h 4821604"/>
              <a:gd name="connsiteX8590" fmla="*/ 207560 w 2947832"/>
              <a:gd name="connsiteY8590" fmla="*/ 2727689 h 4821604"/>
              <a:gd name="connsiteX8591" fmla="*/ 208920 w 2947832"/>
              <a:gd name="connsiteY8591" fmla="*/ 2728474 h 4821604"/>
              <a:gd name="connsiteX8592" fmla="*/ 215146 w 2947832"/>
              <a:gd name="connsiteY8592" fmla="*/ 2739305 h 4821604"/>
              <a:gd name="connsiteX8593" fmla="*/ 215146 w 2947832"/>
              <a:gd name="connsiteY8593" fmla="*/ 2740874 h 4821604"/>
              <a:gd name="connsiteX8594" fmla="*/ 208920 w 2947832"/>
              <a:gd name="connsiteY8594" fmla="*/ 2751705 h 4821604"/>
              <a:gd name="connsiteX8595" fmla="*/ 207560 w 2947832"/>
              <a:gd name="connsiteY8595" fmla="*/ 2752489 h 4821604"/>
              <a:gd name="connsiteX8596" fmla="*/ 195055 w 2947832"/>
              <a:gd name="connsiteY8596" fmla="*/ 2752489 h 4821604"/>
              <a:gd name="connsiteX8597" fmla="*/ 193695 w 2947832"/>
              <a:gd name="connsiteY8597" fmla="*/ 2751705 h 4821604"/>
              <a:gd name="connsiteX8598" fmla="*/ 187468 w 2947832"/>
              <a:gd name="connsiteY8598" fmla="*/ 2740874 h 4821604"/>
              <a:gd name="connsiteX8599" fmla="*/ 187468 w 2947832"/>
              <a:gd name="connsiteY8599" fmla="*/ 2739305 h 4821604"/>
              <a:gd name="connsiteX8600" fmla="*/ 193695 w 2947832"/>
              <a:gd name="connsiteY8600" fmla="*/ 2728474 h 4821604"/>
              <a:gd name="connsiteX8601" fmla="*/ 195055 w 2947832"/>
              <a:gd name="connsiteY8601" fmla="*/ 2727689 h 4821604"/>
              <a:gd name="connsiteX8602" fmla="*/ 773158 w 2947832"/>
              <a:gd name="connsiteY8602" fmla="*/ 2726800 h 4821604"/>
              <a:gd name="connsiteX8603" fmla="*/ 786553 w 2947832"/>
              <a:gd name="connsiteY8603" fmla="*/ 2726800 h 4821604"/>
              <a:gd name="connsiteX8604" fmla="*/ 787965 w 2947832"/>
              <a:gd name="connsiteY8604" fmla="*/ 2727637 h 4821604"/>
              <a:gd name="connsiteX8605" fmla="*/ 794662 w 2947832"/>
              <a:gd name="connsiteY8605" fmla="*/ 2739253 h 4821604"/>
              <a:gd name="connsiteX8606" fmla="*/ 794662 w 2947832"/>
              <a:gd name="connsiteY8606" fmla="*/ 2740927 h 4821604"/>
              <a:gd name="connsiteX8607" fmla="*/ 787965 w 2947832"/>
              <a:gd name="connsiteY8607" fmla="*/ 2752542 h 4821604"/>
              <a:gd name="connsiteX8608" fmla="*/ 786553 w 2947832"/>
              <a:gd name="connsiteY8608" fmla="*/ 2753380 h 4821604"/>
              <a:gd name="connsiteX8609" fmla="*/ 773158 w 2947832"/>
              <a:gd name="connsiteY8609" fmla="*/ 2753380 h 4821604"/>
              <a:gd name="connsiteX8610" fmla="*/ 771745 w 2947832"/>
              <a:gd name="connsiteY8610" fmla="*/ 2752542 h 4821604"/>
              <a:gd name="connsiteX8611" fmla="*/ 765048 w 2947832"/>
              <a:gd name="connsiteY8611" fmla="*/ 2740927 h 4821604"/>
              <a:gd name="connsiteX8612" fmla="*/ 765048 w 2947832"/>
              <a:gd name="connsiteY8612" fmla="*/ 2739253 h 4821604"/>
              <a:gd name="connsiteX8613" fmla="*/ 771745 w 2947832"/>
              <a:gd name="connsiteY8613" fmla="*/ 2727637 h 4821604"/>
              <a:gd name="connsiteX8614" fmla="*/ 773158 w 2947832"/>
              <a:gd name="connsiteY8614" fmla="*/ 2726800 h 4821604"/>
              <a:gd name="connsiteX8615" fmla="*/ 607769 w 2947832"/>
              <a:gd name="connsiteY8615" fmla="*/ 2726590 h 4821604"/>
              <a:gd name="connsiteX8616" fmla="*/ 621373 w 2947832"/>
              <a:gd name="connsiteY8616" fmla="*/ 2726590 h 4821604"/>
              <a:gd name="connsiteX8617" fmla="*/ 622838 w 2947832"/>
              <a:gd name="connsiteY8617" fmla="*/ 2727427 h 4821604"/>
              <a:gd name="connsiteX8618" fmla="*/ 629639 w 2947832"/>
              <a:gd name="connsiteY8618" fmla="*/ 2739200 h 4821604"/>
              <a:gd name="connsiteX8619" fmla="*/ 629639 w 2947832"/>
              <a:gd name="connsiteY8619" fmla="*/ 2740874 h 4821604"/>
              <a:gd name="connsiteX8620" fmla="*/ 622838 w 2947832"/>
              <a:gd name="connsiteY8620" fmla="*/ 2752646 h 4821604"/>
              <a:gd name="connsiteX8621" fmla="*/ 621373 w 2947832"/>
              <a:gd name="connsiteY8621" fmla="*/ 2753483 h 4821604"/>
              <a:gd name="connsiteX8622" fmla="*/ 607769 w 2947832"/>
              <a:gd name="connsiteY8622" fmla="*/ 2753483 h 4821604"/>
              <a:gd name="connsiteX8623" fmla="*/ 606304 w 2947832"/>
              <a:gd name="connsiteY8623" fmla="*/ 2752646 h 4821604"/>
              <a:gd name="connsiteX8624" fmla="*/ 599502 w 2947832"/>
              <a:gd name="connsiteY8624" fmla="*/ 2740874 h 4821604"/>
              <a:gd name="connsiteX8625" fmla="*/ 599502 w 2947832"/>
              <a:gd name="connsiteY8625" fmla="*/ 2739200 h 4821604"/>
              <a:gd name="connsiteX8626" fmla="*/ 606304 w 2947832"/>
              <a:gd name="connsiteY8626" fmla="*/ 2727427 h 4821604"/>
              <a:gd name="connsiteX8627" fmla="*/ 607769 w 2947832"/>
              <a:gd name="connsiteY8627" fmla="*/ 2726590 h 4821604"/>
              <a:gd name="connsiteX8628" fmla="*/ 690333 w 2947832"/>
              <a:gd name="connsiteY8628" fmla="*/ 2726486 h 4821604"/>
              <a:gd name="connsiteX8629" fmla="*/ 704093 w 2947832"/>
              <a:gd name="connsiteY8629" fmla="*/ 2726486 h 4821604"/>
              <a:gd name="connsiteX8630" fmla="*/ 705558 w 2947832"/>
              <a:gd name="connsiteY8630" fmla="*/ 2727323 h 4821604"/>
              <a:gd name="connsiteX8631" fmla="*/ 712465 w 2947832"/>
              <a:gd name="connsiteY8631" fmla="*/ 2739253 h 4821604"/>
              <a:gd name="connsiteX8632" fmla="*/ 712465 w 2947832"/>
              <a:gd name="connsiteY8632" fmla="*/ 2740979 h 4821604"/>
              <a:gd name="connsiteX8633" fmla="*/ 705558 w 2947832"/>
              <a:gd name="connsiteY8633" fmla="*/ 2752908 h 4821604"/>
              <a:gd name="connsiteX8634" fmla="*/ 704093 w 2947832"/>
              <a:gd name="connsiteY8634" fmla="*/ 2753745 h 4821604"/>
              <a:gd name="connsiteX8635" fmla="*/ 690333 w 2947832"/>
              <a:gd name="connsiteY8635" fmla="*/ 2753745 h 4821604"/>
              <a:gd name="connsiteX8636" fmla="*/ 688868 w 2947832"/>
              <a:gd name="connsiteY8636" fmla="*/ 2752908 h 4821604"/>
              <a:gd name="connsiteX8637" fmla="*/ 681961 w 2947832"/>
              <a:gd name="connsiteY8637" fmla="*/ 2740979 h 4821604"/>
              <a:gd name="connsiteX8638" fmla="*/ 681961 w 2947832"/>
              <a:gd name="connsiteY8638" fmla="*/ 2739253 h 4821604"/>
              <a:gd name="connsiteX8639" fmla="*/ 688868 w 2947832"/>
              <a:gd name="connsiteY8639" fmla="*/ 2727323 h 4821604"/>
              <a:gd name="connsiteX8640" fmla="*/ 690333 w 2947832"/>
              <a:gd name="connsiteY8640" fmla="*/ 2726486 h 4821604"/>
              <a:gd name="connsiteX8641" fmla="*/ 1185715 w 2947832"/>
              <a:gd name="connsiteY8641" fmla="*/ 2725282 h 4821604"/>
              <a:gd name="connsiteX8642" fmla="*/ 1200627 w 2947832"/>
              <a:gd name="connsiteY8642" fmla="*/ 2725282 h 4821604"/>
              <a:gd name="connsiteX8643" fmla="*/ 1202249 w 2947832"/>
              <a:gd name="connsiteY8643" fmla="*/ 2726224 h 4821604"/>
              <a:gd name="connsiteX8644" fmla="*/ 1209731 w 2947832"/>
              <a:gd name="connsiteY8644" fmla="*/ 2739147 h 4821604"/>
              <a:gd name="connsiteX8645" fmla="*/ 1209731 w 2947832"/>
              <a:gd name="connsiteY8645" fmla="*/ 2740979 h 4821604"/>
              <a:gd name="connsiteX8646" fmla="*/ 1202249 w 2947832"/>
              <a:gd name="connsiteY8646" fmla="*/ 2753902 h 4821604"/>
              <a:gd name="connsiteX8647" fmla="*/ 1200627 w 2947832"/>
              <a:gd name="connsiteY8647" fmla="*/ 2754844 h 4821604"/>
              <a:gd name="connsiteX8648" fmla="*/ 1185715 w 2947832"/>
              <a:gd name="connsiteY8648" fmla="*/ 2754844 h 4821604"/>
              <a:gd name="connsiteX8649" fmla="*/ 1184093 w 2947832"/>
              <a:gd name="connsiteY8649" fmla="*/ 2753902 h 4821604"/>
              <a:gd name="connsiteX8650" fmla="*/ 1176611 w 2947832"/>
              <a:gd name="connsiteY8650" fmla="*/ 2740979 h 4821604"/>
              <a:gd name="connsiteX8651" fmla="*/ 1176611 w 2947832"/>
              <a:gd name="connsiteY8651" fmla="*/ 2739147 h 4821604"/>
              <a:gd name="connsiteX8652" fmla="*/ 1184093 w 2947832"/>
              <a:gd name="connsiteY8652" fmla="*/ 2726224 h 4821604"/>
              <a:gd name="connsiteX8653" fmla="*/ 1185715 w 2947832"/>
              <a:gd name="connsiteY8653" fmla="*/ 2725282 h 4821604"/>
              <a:gd name="connsiteX8654" fmla="*/ 1102995 w 2947832"/>
              <a:gd name="connsiteY8654" fmla="*/ 2725125 h 4821604"/>
              <a:gd name="connsiteX8655" fmla="*/ 1118063 w 2947832"/>
              <a:gd name="connsiteY8655" fmla="*/ 2725125 h 4821604"/>
              <a:gd name="connsiteX8656" fmla="*/ 1119685 w 2947832"/>
              <a:gd name="connsiteY8656" fmla="*/ 2726067 h 4821604"/>
              <a:gd name="connsiteX8657" fmla="*/ 1127220 w 2947832"/>
              <a:gd name="connsiteY8657" fmla="*/ 2739147 h 4821604"/>
              <a:gd name="connsiteX8658" fmla="*/ 1127220 w 2947832"/>
              <a:gd name="connsiteY8658" fmla="*/ 2741031 h 4821604"/>
              <a:gd name="connsiteX8659" fmla="*/ 1119685 w 2947832"/>
              <a:gd name="connsiteY8659" fmla="*/ 2754111 h 4821604"/>
              <a:gd name="connsiteX8660" fmla="*/ 1118063 w 2947832"/>
              <a:gd name="connsiteY8660" fmla="*/ 2755053 h 4821604"/>
              <a:gd name="connsiteX8661" fmla="*/ 1102995 w 2947832"/>
              <a:gd name="connsiteY8661" fmla="*/ 2755053 h 4821604"/>
              <a:gd name="connsiteX8662" fmla="*/ 1101373 w 2947832"/>
              <a:gd name="connsiteY8662" fmla="*/ 2754111 h 4821604"/>
              <a:gd name="connsiteX8663" fmla="*/ 1093838 w 2947832"/>
              <a:gd name="connsiteY8663" fmla="*/ 2741031 h 4821604"/>
              <a:gd name="connsiteX8664" fmla="*/ 1093838 w 2947832"/>
              <a:gd name="connsiteY8664" fmla="*/ 2739147 h 4821604"/>
              <a:gd name="connsiteX8665" fmla="*/ 1101373 w 2947832"/>
              <a:gd name="connsiteY8665" fmla="*/ 2726067 h 4821604"/>
              <a:gd name="connsiteX8666" fmla="*/ 1102995 w 2947832"/>
              <a:gd name="connsiteY8666" fmla="*/ 2725125 h 4821604"/>
              <a:gd name="connsiteX8667" fmla="*/ 854937 w 2947832"/>
              <a:gd name="connsiteY8667" fmla="*/ 2725021 h 4821604"/>
              <a:gd name="connsiteX8668" fmla="*/ 870163 w 2947832"/>
              <a:gd name="connsiteY8668" fmla="*/ 2725021 h 4821604"/>
              <a:gd name="connsiteX8669" fmla="*/ 871785 w 2947832"/>
              <a:gd name="connsiteY8669" fmla="*/ 2725963 h 4821604"/>
              <a:gd name="connsiteX8670" fmla="*/ 879424 w 2947832"/>
              <a:gd name="connsiteY8670" fmla="*/ 2739148 h 4821604"/>
              <a:gd name="connsiteX8671" fmla="*/ 879424 w 2947832"/>
              <a:gd name="connsiteY8671" fmla="*/ 2741031 h 4821604"/>
              <a:gd name="connsiteX8672" fmla="*/ 871785 w 2947832"/>
              <a:gd name="connsiteY8672" fmla="*/ 2754217 h 4821604"/>
              <a:gd name="connsiteX8673" fmla="*/ 870163 w 2947832"/>
              <a:gd name="connsiteY8673" fmla="*/ 2755158 h 4821604"/>
              <a:gd name="connsiteX8674" fmla="*/ 854937 w 2947832"/>
              <a:gd name="connsiteY8674" fmla="*/ 2755158 h 4821604"/>
              <a:gd name="connsiteX8675" fmla="*/ 853315 w 2947832"/>
              <a:gd name="connsiteY8675" fmla="*/ 2754217 h 4821604"/>
              <a:gd name="connsiteX8676" fmla="*/ 845676 w 2947832"/>
              <a:gd name="connsiteY8676" fmla="*/ 2741031 h 4821604"/>
              <a:gd name="connsiteX8677" fmla="*/ 845676 w 2947832"/>
              <a:gd name="connsiteY8677" fmla="*/ 2739148 h 4821604"/>
              <a:gd name="connsiteX8678" fmla="*/ 853315 w 2947832"/>
              <a:gd name="connsiteY8678" fmla="*/ 2725963 h 4821604"/>
              <a:gd name="connsiteX8679" fmla="*/ 854937 w 2947832"/>
              <a:gd name="connsiteY8679" fmla="*/ 2725021 h 4821604"/>
              <a:gd name="connsiteX8680" fmla="*/ 1350633 w 2947832"/>
              <a:gd name="connsiteY8680" fmla="*/ 2724498 h 4821604"/>
              <a:gd name="connsiteX8681" fmla="*/ 1366382 w 2947832"/>
              <a:gd name="connsiteY8681" fmla="*/ 2724498 h 4821604"/>
              <a:gd name="connsiteX8682" fmla="*/ 1368056 w 2947832"/>
              <a:gd name="connsiteY8682" fmla="*/ 2725492 h 4821604"/>
              <a:gd name="connsiteX8683" fmla="*/ 1375904 w 2947832"/>
              <a:gd name="connsiteY8683" fmla="*/ 2739096 h 4821604"/>
              <a:gd name="connsiteX8684" fmla="*/ 1375904 w 2947832"/>
              <a:gd name="connsiteY8684" fmla="*/ 2741032 h 4821604"/>
              <a:gd name="connsiteX8685" fmla="*/ 1368056 w 2947832"/>
              <a:gd name="connsiteY8685" fmla="*/ 2754635 h 4821604"/>
              <a:gd name="connsiteX8686" fmla="*/ 1366382 w 2947832"/>
              <a:gd name="connsiteY8686" fmla="*/ 2755629 h 4821604"/>
              <a:gd name="connsiteX8687" fmla="*/ 1350633 w 2947832"/>
              <a:gd name="connsiteY8687" fmla="*/ 2755629 h 4821604"/>
              <a:gd name="connsiteX8688" fmla="*/ 1348959 w 2947832"/>
              <a:gd name="connsiteY8688" fmla="*/ 2754635 h 4821604"/>
              <a:gd name="connsiteX8689" fmla="*/ 1341110 w 2947832"/>
              <a:gd name="connsiteY8689" fmla="*/ 2741032 h 4821604"/>
              <a:gd name="connsiteX8690" fmla="*/ 1341110 w 2947832"/>
              <a:gd name="connsiteY8690" fmla="*/ 2739096 h 4821604"/>
              <a:gd name="connsiteX8691" fmla="*/ 1348959 w 2947832"/>
              <a:gd name="connsiteY8691" fmla="*/ 2725492 h 4821604"/>
              <a:gd name="connsiteX8692" fmla="*/ 1350633 w 2947832"/>
              <a:gd name="connsiteY8692" fmla="*/ 2724498 h 4821604"/>
              <a:gd name="connsiteX8693" fmla="*/ 1763765 w 2947832"/>
              <a:gd name="connsiteY8693" fmla="*/ 2724184 h 4821604"/>
              <a:gd name="connsiteX8694" fmla="*/ 1779776 w 2947832"/>
              <a:gd name="connsiteY8694" fmla="*/ 2724184 h 4821604"/>
              <a:gd name="connsiteX8695" fmla="*/ 1781502 w 2947832"/>
              <a:gd name="connsiteY8695" fmla="*/ 2725178 h 4821604"/>
              <a:gd name="connsiteX8696" fmla="*/ 1789508 w 2947832"/>
              <a:gd name="connsiteY8696" fmla="*/ 2739043 h 4821604"/>
              <a:gd name="connsiteX8697" fmla="*/ 1789508 w 2947832"/>
              <a:gd name="connsiteY8697" fmla="*/ 2741031 h 4821604"/>
              <a:gd name="connsiteX8698" fmla="*/ 1781502 w 2947832"/>
              <a:gd name="connsiteY8698" fmla="*/ 2754897 h 4821604"/>
              <a:gd name="connsiteX8699" fmla="*/ 1779776 w 2947832"/>
              <a:gd name="connsiteY8699" fmla="*/ 2755891 h 4821604"/>
              <a:gd name="connsiteX8700" fmla="*/ 1763765 w 2947832"/>
              <a:gd name="connsiteY8700" fmla="*/ 2755891 h 4821604"/>
              <a:gd name="connsiteX8701" fmla="*/ 1762039 w 2947832"/>
              <a:gd name="connsiteY8701" fmla="*/ 2754897 h 4821604"/>
              <a:gd name="connsiteX8702" fmla="*/ 1754033 w 2947832"/>
              <a:gd name="connsiteY8702" fmla="*/ 2741031 h 4821604"/>
              <a:gd name="connsiteX8703" fmla="*/ 1754033 w 2947832"/>
              <a:gd name="connsiteY8703" fmla="*/ 2739043 h 4821604"/>
              <a:gd name="connsiteX8704" fmla="*/ 1762039 w 2947832"/>
              <a:gd name="connsiteY8704" fmla="*/ 2725178 h 4821604"/>
              <a:gd name="connsiteX8705" fmla="*/ 1763765 w 2947832"/>
              <a:gd name="connsiteY8705" fmla="*/ 2724184 h 4821604"/>
              <a:gd name="connsiteX8706" fmla="*/ 1680835 w 2947832"/>
              <a:gd name="connsiteY8706" fmla="*/ 2723608 h 4821604"/>
              <a:gd name="connsiteX8707" fmla="*/ 1697421 w 2947832"/>
              <a:gd name="connsiteY8707" fmla="*/ 2723608 h 4821604"/>
              <a:gd name="connsiteX8708" fmla="*/ 1699200 w 2947832"/>
              <a:gd name="connsiteY8708" fmla="*/ 2724654 h 4821604"/>
              <a:gd name="connsiteX8709" fmla="*/ 1707519 w 2947832"/>
              <a:gd name="connsiteY8709" fmla="*/ 2739043 h 4821604"/>
              <a:gd name="connsiteX8710" fmla="*/ 1707519 w 2947832"/>
              <a:gd name="connsiteY8710" fmla="*/ 2741083 h 4821604"/>
              <a:gd name="connsiteX8711" fmla="*/ 1699200 w 2947832"/>
              <a:gd name="connsiteY8711" fmla="*/ 2755472 h 4821604"/>
              <a:gd name="connsiteX8712" fmla="*/ 1697421 w 2947832"/>
              <a:gd name="connsiteY8712" fmla="*/ 2756518 h 4821604"/>
              <a:gd name="connsiteX8713" fmla="*/ 1680835 w 2947832"/>
              <a:gd name="connsiteY8713" fmla="*/ 2756518 h 4821604"/>
              <a:gd name="connsiteX8714" fmla="*/ 1679056 w 2947832"/>
              <a:gd name="connsiteY8714" fmla="*/ 2755472 h 4821604"/>
              <a:gd name="connsiteX8715" fmla="*/ 1670737 w 2947832"/>
              <a:gd name="connsiteY8715" fmla="*/ 2741083 h 4821604"/>
              <a:gd name="connsiteX8716" fmla="*/ 1670737 w 2947832"/>
              <a:gd name="connsiteY8716" fmla="*/ 2739043 h 4821604"/>
              <a:gd name="connsiteX8717" fmla="*/ 1679056 w 2947832"/>
              <a:gd name="connsiteY8717" fmla="*/ 2724654 h 4821604"/>
              <a:gd name="connsiteX8718" fmla="*/ 1680835 w 2947832"/>
              <a:gd name="connsiteY8718" fmla="*/ 2723608 h 4821604"/>
              <a:gd name="connsiteX8719" fmla="*/ 2341920 w 2947832"/>
              <a:gd name="connsiteY8719" fmla="*/ 2723399 h 4821604"/>
              <a:gd name="connsiteX8720" fmla="*/ 2358768 w 2947832"/>
              <a:gd name="connsiteY8720" fmla="*/ 2723399 h 4821604"/>
              <a:gd name="connsiteX8721" fmla="*/ 2360547 w 2947832"/>
              <a:gd name="connsiteY8721" fmla="*/ 2724445 h 4821604"/>
              <a:gd name="connsiteX8722" fmla="*/ 2368971 w 2947832"/>
              <a:gd name="connsiteY8722" fmla="*/ 2739043 h 4821604"/>
              <a:gd name="connsiteX8723" fmla="*/ 2368971 w 2947832"/>
              <a:gd name="connsiteY8723" fmla="*/ 2741136 h 4821604"/>
              <a:gd name="connsiteX8724" fmla="*/ 2360547 w 2947832"/>
              <a:gd name="connsiteY8724" fmla="*/ 2755734 h 4821604"/>
              <a:gd name="connsiteX8725" fmla="*/ 2358768 w 2947832"/>
              <a:gd name="connsiteY8725" fmla="*/ 2756780 h 4821604"/>
              <a:gd name="connsiteX8726" fmla="*/ 2341920 w 2947832"/>
              <a:gd name="connsiteY8726" fmla="*/ 2756780 h 4821604"/>
              <a:gd name="connsiteX8727" fmla="*/ 2340141 w 2947832"/>
              <a:gd name="connsiteY8727" fmla="*/ 2755734 h 4821604"/>
              <a:gd name="connsiteX8728" fmla="*/ 2331718 w 2947832"/>
              <a:gd name="connsiteY8728" fmla="*/ 2741136 h 4821604"/>
              <a:gd name="connsiteX8729" fmla="*/ 2331718 w 2947832"/>
              <a:gd name="connsiteY8729" fmla="*/ 2739043 h 4821604"/>
              <a:gd name="connsiteX8730" fmla="*/ 2340141 w 2947832"/>
              <a:gd name="connsiteY8730" fmla="*/ 2724445 h 4821604"/>
              <a:gd name="connsiteX8731" fmla="*/ 2341920 w 2947832"/>
              <a:gd name="connsiteY8731" fmla="*/ 2723399 h 4821604"/>
              <a:gd name="connsiteX8732" fmla="*/ 936612 w 2947832"/>
              <a:gd name="connsiteY8732" fmla="*/ 2723137 h 4821604"/>
              <a:gd name="connsiteX8733" fmla="*/ 953773 w 2947832"/>
              <a:gd name="connsiteY8733" fmla="*/ 2723137 h 4821604"/>
              <a:gd name="connsiteX8734" fmla="*/ 955604 w 2947832"/>
              <a:gd name="connsiteY8734" fmla="*/ 2724183 h 4821604"/>
              <a:gd name="connsiteX8735" fmla="*/ 964185 w 2947832"/>
              <a:gd name="connsiteY8735" fmla="*/ 2739043 h 4821604"/>
              <a:gd name="connsiteX8736" fmla="*/ 964185 w 2947832"/>
              <a:gd name="connsiteY8736" fmla="*/ 2741188 h 4821604"/>
              <a:gd name="connsiteX8737" fmla="*/ 955604 w 2947832"/>
              <a:gd name="connsiteY8737" fmla="*/ 2756047 h 4821604"/>
              <a:gd name="connsiteX8738" fmla="*/ 953773 w 2947832"/>
              <a:gd name="connsiteY8738" fmla="*/ 2757094 h 4821604"/>
              <a:gd name="connsiteX8739" fmla="*/ 936612 w 2947832"/>
              <a:gd name="connsiteY8739" fmla="*/ 2757094 h 4821604"/>
              <a:gd name="connsiteX8740" fmla="*/ 934780 w 2947832"/>
              <a:gd name="connsiteY8740" fmla="*/ 2756047 h 4821604"/>
              <a:gd name="connsiteX8741" fmla="*/ 926200 w 2947832"/>
              <a:gd name="connsiteY8741" fmla="*/ 2741188 h 4821604"/>
              <a:gd name="connsiteX8742" fmla="*/ 926200 w 2947832"/>
              <a:gd name="connsiteY8742" fmla="*/ 2739043 h 4821604"/>
              <a:gd name="connsiteX8743" fmla="*/ 934780 w 2947832"/>
              <a:gd name="connsiteY8743" fmla="*/ 2724183 h 4821604"/>
              <a:gd name="connsiteX8744" fmla="*/ 936612 w 2947832"/>
              <a:gd name="connsiteY8744" fmla="*/ 2723137 h 4821604"/>
              <a:gd name="connsiteX8745" fmla="*/ 2424380 w 2947832"/>
              <a:gd name="connsiteY8745" fmla="*/ 2722980 h 4821604"/>
              <a:gd name="connsiteX8746" fmla="*/ 2441699 w 2947832"/>
              <a:gd name="connsiteY8746" fmla="*/ 2722980 h 4821604"/>
              <a:gd name="connsiteX8747" fmla="*/ 2443530 w 2947832"/>
              <a:gd name="connsiteY8747" fmla="*/ 2724026 h 4821604"/>
              <a:gd name="connsiteX8748" fmla="*/ 2452163 w 2947832"/>
              <a:gd name="connsiteY8748" fmla="*/ 2738991 h 4821604"/>
              <a:gd name="connsiteX8749" fmla="*/ 2452163 w 2947832"/>
              <a:gd name="connsiteY8749" fmla="*/ 2741136 h 4821604"/>
              <a:gd name="connsiteX8750" fmla="*/ 2443530 w 2947832"/>
              <a:gd name="connsiteY8750" fmla="*/ 2756100 h 4821604"/>
              <a:gd name="connsiteX8751" fmla="*/ 2441699 w 2947832"/>
              <a:gd name="connsiteY8751" fmla="*/ 2757146 h 4821604"/>
              <a:gd name="connsiteX8752" fmla="*/ 2424380 w 2947832"/>
              <a:gd name="connsiteY8752" fmla="*/ 2757146 h 4821604"/>
              <a:gd name="connsiteX8753" fmla="*/ 2422549 w 2947832"/>
              <a:gd name="connsiteY8753" fmla="*/ 2756100 h 4821604"/>
              <a:gd name="connsiteX8754" fmla="*/ 2413915 w 2947832"/>
              <a:gd name="connsiteY8754" fmla="*/ 2741136 h 4821604"/>
              <a:gd name="connsiteX8755" fmla="*/ 2413915 w 2947832"/>
              <a:gd name="connsiteY8755" fmla="*/ 2738991 h 4821604"/>
              <a:gd name="connsiteX8756" fmla="*/ 2422549 w 2947832"/>
              <a:gd name="connsiteY8756" fmla="*/ 2724026 h 4821604"/>
              <a:gd name="connsiteX8757" fmla="*/ 2424380 w 2947832"/>
              <a:gd name="connsiteY8757" fmla="*/ 2722980 h 4821604"/>
              <a:gd name="connsiteX8758" fmla="*/ 1432360 w 2947832"/>
              <a:gd name="connsiteY8758" fmla="*/ 2722718 h 4821604"/>
              <a:gd name="connsiteX8759" fmla="*/ 1449887 w 2947832"/>
              <a:gd name="connsiteY8759" fmla="*/ 2722718 h 4821604"/>
              <a:gd name="connsiteX8760" fmla="*/ 1451771 w 2947832"/>
              <a:gd name="connsiteY8760" fmla="*/ 2723817 h 4821604"/>
              <a:gd name="connsiteX8761" fmla="*/ 1460561 w 2947832"/>
              <a:gd name="connsiteY8761" fmla="*/ 2738990 h 4821604"/>
              <a:gd name="connsiteX8762" fmla="*/ 1460561 w 2947832"/>
              <a:gd name="connsiteY8762" fmla="*/ 2741135 h 4821604"/>
              <a:gd name="connsiteX8763" fmla="*/ 1451771 w 2947832"/>
              <a:gd name="connsiteY8763" fmla="*/ 2756309 h 4821604"/>
              <a:gd name="connsiteX8764" fmla="*/ 1449887 w 2947832"/>
              <a:gd name="connsiteY8764" fmla="*/ 2757407 h 4821604"/>
              <a:gd name="connsiteX8765" fmla="*/ 1432360 w 2947832"/>
              <a:gd name="connsiteY8765" fmla="*/ 2757407 h 4821604"/>
              <a:gd name="connsiteX8766" fmla="*/ 1430476 w 2947832"/>
              <a:gd name="connsiteY8766" fmla="*/ 2756309 h 4821604"/>
              <a:gd name="connsiteX8767" fmla="*/ 1421686 w 2947832"/>
              <a:gd name="connsiteY8767" fmla="*/ 2741135 h 4821604"/>
              <a:gd name="connsiteX8768" fmla="*/ 1421686 w 2947832"/>
              <a:gd name="connsiteY8768" fmla="*/ 2738990 h 4821604"/>
              <a:gd name="connsiteX8769" fmla="*/ 1430476 w 2947832"/>
              <a:gd name="connsiteY8769" fmla="*/ 2723817 h 4821604"/>
              <a:gd name="connsiteX8770" fmla="*/ 1432360 w 2947832"/>
              <a:gd name="connsiteY8770" fmla="*/ 2722718 h 4821604"/>
              <a:gd name="connsiteX8771" fmla="*/ 1019071 w 2947832"/>
              <a:gd name="connsiteY8771" fmla="*/ 2722718 h 4821604"/>
              <a:gd name="connsiteX8772" fmla="*/ 1036598 w 2947832"/>
              <a:gd name="connsiteY8772" fmla="*/ 2722718 h 4821604"/>
              <a:gd name="connsiteX8773" fmla="*/ 1038482 w 2947832"/>
              <a:gd name="connsiteY8773" fmla="*/ 2723817 h 4821604"/>
              <a:gd name="connsiteX8774" fmla="*/ 1047272 w 2947832"/>
              <a:gd name="connsiteY8774" fmla="*/ 2738990 h 4821604"/>
              <a:gd name="connsiteX8775" fmla="*/ 1047272 w 2947832"/>
              <a:gd name="connsiteY8775" fmla="*/ 2741135 h 4821604"/>
              <a:gd name="connsiteX8776" fmla="*/ 1038482 w 2947832"/>
              <a:gd name="connsiteY8776" fmla="*/ 2756309 h 4821604"/>
              <a:gd name="connsiteX8777" fmla="*/ 1036598 w 2947832"/>
              <a:gd name="connsiteY8777" fmla="*/ 2757407 h 4821604"/>
              <a:gd name="connsiteX8778" fmla="*/ 1019071 w 2947832"/>
              <a:gd name="connsiteY8778" fmla="*/ 2757407 h 4821604"/>
              <a:gd name="connsiteX8779" fmla="*/ 1017187 w 2947832"/>
              <a:gd name="connsiteY8779" fmla="*/ 2756309 h 4821604"/>
              <a:gd name="connsiteX8780" fmla="*/ 1008397 w 2947832"/>
              <a:gd name="connsiteY8780" fmla="*/ 2741135 h 4821604"/>
              <a:gd name="connsiteX8781" fmla="*/ 1008397 w 2947832"/>
              <a:gd name="connsiteY8781" fmla="*/ 2738990 h 4821604"/>
              <a:gd name="connsiteX8782" fmla="*/ 1017187 w 2947832"/>
              <a:gd name="connsiteY8782" fmla="*/ 2723817 h 4821604"/>
              <a:gd name="connsiteX8783" fmla="*/ 1019071 w 2947832"/>
              <a:gd name="connsiteY8783" fmla="*/ 2722718 h 4821604"/>
              <a:gd name="connsiteX8784" fmla="*/ 2506787 w 2947832"/>
              <a:gd name="connsiteY8784" fmla="*/ 2722405 h 4821604"/>
              <a:gd name="connsiteX8785" fmla="*/ 2524629 w 2947832"/>
              <a:gd name="connsiteY8785" fmla="*/ 2722405 h 4821604"/>
              <a:gd name="connsiteX8786" fmla="*/ 2526564 w 2947832"/>
              <a:gd name="connsiteY8786" fmla="*/ 2723504 h 4821604"/>
              <a:gd name="connsiteX8787" fmla="*/ 2535511 w 2947832"/>
              <a:gd name="connsiteY8787" fmla="*/ 2738939 h 4821604"/>
              <a:gd name="connsiteX8788" fmla="*/ 2535511 w 2947832"/>
              <a:gd name="connsiteY8788" fmla="*/ 2741136 h 4821604"/>
              <a:gd name="connsiteX8789" fmla="*/ 2526564 w 2947832"/>
              <a:gd name="connsiteY8789" fmla="*/ 2756571 h 4821604"/>
              <a:gd name="connsiteX8790" fmla="*/ 2524629 w 2947832"/>
              <a:gd name="connsiteY8790" fmla="*/ 2757670 h 4821604"/>
              <a:gd name="connsiteX8791" fmla="*/ 2506787 w 2947832"/>
              <a:gd name="connsiteY8791" fmla="*/ 2757670 h 4821604"/>
              <a:gd name="connsiteX8792" fmla="*/ 2504851 w 2947832"/>
              <a:gd name="connsiteY8792" fmla="*/ 2756571 h 4821604"/>
              <a:gd name="connsiteX8793" fmla="*/ 2495904 w 2947832"/>
              <a:gd name="connsiteY8793" fmla="*/ 2741136 h 4821604"/>
              <a:gd name="connsiteX8794" fmla="*/ 2495904 w 2947832"/>
              <a:gd name="connsiteY8794" fmla="*/ 2738939 h 4821604"/>
              <a:gd name="connsiteX8795" fmla="*/ 2504851 w 2947832"/>
              <a:gd name="connsiteY8795" fmla="*/ 2723504 h 4821604"/>
              <a:gd name="connsiteX8796" fmla="*/ 2506787 w 2947832"/>
              <a:gd name="connsiteY8796" fmla="*/ 2722405 h 4821604"/>
              <a:gd name="connsiteX8797" fmla="*/ 1266761 w 2947832"/>
              <a:gd name="connsiteY8797" fmla="*/ 2722195 h 4821604"/>
              <a:gd name="connsiteX8798" fmla="*/ 1284865 w 2947832"/>
              <a:gd name="connsiteY8798" fmla="*/ 2722195 h 4821604"/>
              <a:gd name="connsiteX8799" fmla="*/ 1286800 w 2947832"/>
              <a:gd name="connsiteY8799" fmla="*/ 2723294 h 4821604"/>
              <a:gd name="connsiteX8800" fmla="*/ 1295852 w 2947832"/>
              <a:gd name="connsiteY8800" fmla="*/ 2738990 h 4821604"/>
              <a:gd name="connsiteX8801" fmla="*/ 1295852 w 2947832"/>
              <a:gd name="connsiteY8801" fmla="*/ 2741240 h 4821604"/>
              <a:gd name="connsiteX8802" fmla="*/ 1286800 w 2947832"/>
              <a:gd name="connsiteY8802" fmla="*/ 2756937 h 4821604"/>
              <a:gd name="connsiteX8803" fmla="*/ 1284865 w 2947832"/>
              <a:gd name="connsiteY8803" fmla="*/ 2758035 h 4821604"/>
              <a:gd name="connsiteX8804" fmla="*/ 1266761 w 2947832"/>
              <a:gd name="connsiteY8804" fmla="*/ 2758035 h 4821604"/>
              <a:gd name="connsiteX8805" fmla="*/ 1264825 w 2947832"/>
              <a:gd name="connsiteY8805" fmla="*/ 2756937 h 4821604"/>
              <a:gd name="connsiteX8806" fmla="*/ 1255774 w 2947832"/>
              <a:gd name="connsiteY8806" fmla="*/ 2741240 h 4821604"/>
              <a:gd name="connsiteX8807" fmla="*/ 1255774 w 2947832"/>
              <a:gd name="connsiteY8807" fmla="*/ 2738990 h 4821604"/>
              <a:gd name="connsiteX8808" fmla="*/ 1264825 w 2947832"/>
              <a:gd name="connsiteY8808" fmla="*/ 2723294 h 4821604"/>
              <a:gd name="connsiteX8809" fmla="*/ 1266761 w 2947832"/>
              <a:gd name="connsiteY8809" fmla="*/ 2722195 h 4821604"/>
              <a:gd name="connsiteX8810" fmla="*/ 2010567 w 2947832"/>
              <a:gd name="connsiteY8810" fmla="*/ 2721829 h 4821604"/>
              <a:gd name="connsiteX8811" fmla="*/ 2028984 w 2947832"/>
              <a:gd name="connsiteY8811" fmla="*/ 2721829 h 4821604"/>
              <a:gd name="connsiteX8812" fmla="*/ 2030972 w 2947832"/>
              <a:gd name="connsiteY8812" fmla="*/ 2722980 h 4821604"/>
              <a:gd name="connsiteX8813" fmla="*/ 2040181 w 2947832"/>
              <a:gd name="connsiteY8813" fmla="*/ 2738938 h 4821604"/>
              <a:gd name="connsiteX8814" fmla="*/ 2040181 w 2947832"/>
              <a:gd name="connsiteY8814" fmla="*/ 2741240 h 4821604"/>
              <a:gd name="connsiteX8815" fmla="*/ 2030972 w 2947832"/>
              <a:gd name="connsiteY8815" fmla="*/ 2757199 h 4821604"/>
              <a:gd name="connsiteX8816" fmla="*/ 2028984 w 2947832"/>
              <a:gd name="connsiteY8816" fmla="*/ 2758349 h 4821604"/>
              <a:gd name="connsiteX8817" fmla="*/ 2010567 w 2947832"/>
              <a:gd name="connsiteY8817" fmla="*/ 2758349 h 4821604"/>
              <a:gd name="connsiteX8818" fmla="*/ 2008579 w 2947832"/>
              <a:gd name="connsiteY8818" fmla="*/ 2757199 h 4821604"/>
              <a:gd name="connsiteX8819" fmla="*/ 1999370 w 2947832"/>
              <a:gd name="connsiteY8819" fmla="*/ 2741240 h 4821604"/>
              <a:gd name="connsiteX8820" fmla="*/ 1999370 w 2947832"/>
              <a:gd name="connsiteY8820" fmla="*/ 2738938 h 4821604"/>
              <a:gd name="connsiteX8821" fmla="*/ 2008579 w 2947832"/>
              <a:gd name="connsiteY8821" fmla="*/ 2722980 h 4821604"/>
              <a:gd name="connsiteX8822" fmla="*/ 2010567 w 2947832"/>
              <a:gd name="connsiteY8822" fmla="*/ 2721829 h 4821604"/>
              <a:gd name="connsiteX8823" fmla="*/ 1596806 w 2947832"/>
              <a:gd name="connsiteY8823" fmla="*/ 2720992 h 4821604"/>
              <a:gd name="connsiteX8824" fmla="*/ 1616061 w 2947832"/>
              <a:gd name="connsiteY8824" fmla="*/ 2720992 h 4821604"/>
              <a:gd name="connsiteX8825" fmla="*/ 1618101 w 2947832"/>
              <a:gd name="connsiteY8825" fmla="*/ 2722195 h 4821604"/>
              <a:gd name="connsiteX8826" fmla="*/ 1627728 w 2947832"/>
              <a:gd name="connsiteY8826" fmla="*/ 2738886 h 4821604"/>
              <a:gd name="connsiteX8827" fmla="*/ 1627728 w 2947832"/>
              <a:gd name="connsiteY8827" fmla="*/ 2741293 h 4821604"/>
              <a:gd name="connsiteX8828" fmla="*/ 1618101 w 2947832"/>
              <a:gd name="connsiteY8828" fmla="*/ 2757983 h 4821604"/>
              <a:gd name="connsiteX8829" fmla="*/ 1616061 w 2947832"/>
              <a:gd name="connsiteY8829" fmla="*/ 2759187 h 4821604"/>
              <a:gd name="connsiteX8830" fmla="*/ 1596806 w 2947832"/>
              <a:gd name="connsiteY8830" fmla="*/ 2759187 h 4821604"/>
              <a:gd name="connsiteX8831" fmla="*/ 1594766 w 2947832"/>
              <a:gd name="connsiteY8831" fmla="*/ 2757983 h 4821604"/>
              <a:gd name="connsiteX8832" fmla="*/ 1585138 w 2947832"/>
              <a:gd name="connsiteY8832" fmla="*/ 2741293 h 4821604"/>
              <a:gd name="connsiteX8833" fmla="*/ 1585138 w 2947832"/>
              <a:gd name="connsiteY8833" fmla="*/ 2738886 h 4821604"/>
              <a:gd name="connsiteX8834" fmla="*/ 1594766 w 2947832"/>
              <a:gd name="connsiteY8834" fmla="*/ 2722195 h 4821604"/>
              <a:gd name="connsiteX8835" fmla="*/ 1596806 w 2947832"/>
              <a:gd name="connsiteY8835" fmla="*/ 2720992 h 4821604"/>
              <a:gd name="connsiteX8836" fmla="*/ 1513876 w 2947832"/>
              <a:gd name="connsiteY8836" fmla="*/ 2720521 h 4821604"/>
              <a:gd name="connsiteX8837" fmla="*/ 1533654 w 2947832"/>
              <a:gd name="connsiteY8837" fmla="*/ 2720521 h 4821604"/>
              <a:gd name="connsiteX8838" fmla="*/ 1535747 w 2947832"/>
              <a:gd name="connsiteY8838" fmla="*/ 2721724 h 4821604"/>
              <a:gd name="connsiteX8839" fmla="*/ 1545636 w 2947832"/>
              <a:gd name="connsiteY8839" fmla="*/ 2738834 h 4821604"/>
              <a:gd name="connsiteX8840" fmla="*/ 1545636 w 2947832"/>
              <a:gd name="connsiteY8840" fmla="*/ 2741293 h 4821604"/>
              <a:gd name="connsiteX8841" fmla="*/ 1535747 w 2947832"/>
              <a:gd name="connsiteY8841" fmla="*/ 2758402 h 4821604"/>
              <a:gd name="connsiteX8842" fmla="*/ 1533654 w 2947832"/>
              <a:gd name="connsiteY8842" fmla="*/ 2759605 h 4821604"/>
              <a:gd name="connsiteX8843" fmla="*/ 1513876 w 2947832"/>
              <a:gd name="connsiteY8843" fmla="*/ 2759605 h 4821604"/>
              <a:gd name="connsiteX8844" fmla="*/ 1511784 w 2947832"/>
              <a:gd name="connsiteY8844" fmla="*/ 2758402 h 4821604"/>
              <a:gd name="connsiteX8845" fmla="*/ 1501895 w 2947832"/>
              <a:gd name="connsiteY8845" fmla="*/ 2741293 h 4821604"/>
              <a:gd name="connsiteX8846" fmla="*/ 1501895 w 2947832"/>
              <a:gd name="connsiteY8846" fmla="*/ 2738834 h 4821604"/>
              <a:gd name="connsiteX8847" fmla="*/ 1511784 w 2947832"/>
              <a:gd name="connsiteY8847" fmla="*/ 2721724 h 4821604"/>
              <a:gd name="connsiteX8848" fmla="*/ 1513876 w 2947832"/>
              <a:gd name="connsiteY8848" fmla="*/ 2720521 h 4821604"/>
              <a:gd name="connsiteX8849" fmla="*/ 2588251 w 2947832"/>
              <a:gd name="connsiteY8849" fmla="*/ 2720102 h 4821604"/>
              <a:gd name="connsiteX8850" fmla="*/ 2608395 w 2947832"/>
              <a:gd name="connsiteY8850" fmla="*/ 2720102 h 4821604"/>
              <a:gd name="connsiteX8851" fmla="*/ 2610540 w 2947832"/>
              <a:gd name="connsiteY8851" fmla="*/ 2721358 h 4821604"/>
              <a:gd name="connsiteX8852" fmla="*/ 2620638 w 2947832"/>
              <a:gd name="connsiteY8852" fmla="*/ 2738833 h 4821604"/>
              <a:gd name="connsiteX8853" fmla="*/ 2620638 w 2947832"/>
              <a:gd name="connsiteY8853" fmla="*/ 2741345 h 4821604"/>
              <a:gd name="connsiteX8854" fmla="*/ 2610540 w 2947832"/>
              <a:gd name="connsiteY8854" fmla="*/ 2758820 h 4821604"/>
              <a:gd name="connsiteX8855" fmla="*/ 2608395 w 2947832"/>
              <a:gd name="connsiteY8855" fmla="*/ 2760076 h 4821604"/>
              <a:gd name="connsiteX8856" fmla="*/ 2588251 w 2947832"/>
              <a:gd name="connsiteY8856" fmla="*/ 2760076 h 4821604"/>
              <a:gd name="connsiteX8857" fmla="*/ 2586106 w 2947832"/>
              <a:gd name="connsiteY8857" fmla="*/ 2758820 h 4821604"/>
              <a:gd name="connsiteX8858" fmla="*/ 2576008 w 2947832"/>
              <a:gd name="connsiteY8858" fmla="*/ 2741345 h 4821604"/>
              <a:gd name="connsiteX8859" fmla="*/ 2576008 w 2947832"/>
              <a:gd name="connsiteY8859" fmla="*/ 2738833 h 4821604"/>
              <a:gd name="connsiteX8860" fmla="*/ 2586106 w 2947832"/>
              <a:gd name="connsiteY8860" fmla="*/ 2721358 h 4821604"/>
              <a:gd name="connsiteX8861" fmla="*/ 2588251 w 2947832"/>
              <a:gd name="connsiteY8861" fmla="*/ 2720102 h 4821604"/>
              <a:gd name="connsiteX8862" fmla="*/ 2257473 w 2947832"/>
              <a:gd name="connsiteY8862" fmla="*/ 2719788 h 4821604"/>
              <a:gd name="connsiteX8863" fmla="*/ 2277984 w 2947832"/>
              <a:gd name="connsiteY8863" fmla="*/ 2719788 h 4821604"/>
              <a:gd name="connsiteX8864" fmla="*/ 2280181 w 2947832"/>
              <a:gd name="connsiteY8864" fmla="*/ 2721044 h 4821604"/>
              <a:gd name="connsiteX8865" fmla="*/ 2290436 w 2947832"/>
              <a:gd name="connsiteY8865" fmla="*/ 2738833 h 4821604"/>
              <a:gd name="connsiteX8866" fmla="*/ 2290436 w 2947832"/>
              <a:gd name="connsiteY8866" fmla="*/ 2741397 h 4821604"/>
              <a:gd name="connsiteX8867" fmla="*/ 2280181 w 2947832"/>
              <a:gd name="connsiteY8867" fmla="*/ 2759186 h 4821604"/>
              <a:gd name="connsiteX8868" fmla="*/ 2277984 w 2947832"/>
              <a:gd name="connsiteY8868" fmla="*/ 2760442 h 4821604"/>
              <a:gd name="connsiteX8869" fmla="*/ 2257473 w 2947832"/>
              <a:gd name="connsiteY8869" fmla="*/ 2760442 h 4821604"/>
              <a:gd name="connsiteX8870" fmla="*/ 2255276 w 2947832"/>
              <a:gd name="connsiteY8870" fmla="*/ 2759186 h 4821604"/>
              <a:gd name="connsiteX8871" fmla="*/ 2245021 w 2947832"/>
              <a:gd name="connsiteY8871" fmla="*/ 2741397 h 4821604"/>
              <a:gd name="connsiteX8872" fmla="*/ 2245021 w 2947832"/>
              <a:gd name="connsiteY8872" fmla="*/ 2738833 h 4821604"/>
              <a:gd name="connsiteX8873" fmla="*/ 2255276 w 2947832"/>
              <a:gd name="connsiteY8873" fmla="*/ 2721044 h 4821604"/>
              <a:gd name="connsiteX8874" fmla="*/ 2257473 w 2947832"/>
              <a:gd name="connsiteY8874" fmla="*/ 2719788 h 4821604"/>
              <a:gd name="connsiteX8875" fmla="*/ 1926800 w 2947832"/>
              <a:gd name="connsiteY8875" fmla="*/ 2719736 h 4821604"/>
              <a:gd name="connsiteX8876" fmla="*/ 1947362 w 2947832"/>
              <a:gd name="connsiteY8876" fmla="*/ 2719736 h 4821604"/>
              <a:gd name="connsiteX8877" fmla="*/ 1949560 w 2947832"/>
              <a:gd name="connsiteY8877" fmla="*/ 2720992 h 4821604"/>
              <a:gd name="connsiteX8878" fmla="*/ 1959867 w 2947832"/>
              <a:gd name="connsiteY8878" fmla="*/ 2738781 h 4821604"/>
              <a:gd name="connsiteX8879" fmla="*/ 1959867 w 2947832"/>
              <a:gd name="connsiteY8879" fmla="*/ 2741345 h 4821604"/>
              <a:gd name="connsiteX8880" fmla="*/ 1949560 w 2947832"/>
              <a:gd name="connsiteY8880" fmla="*/ 2759134 h 4821604"/>
              <a:gd name="connsiteX8881" fmla="*/ 1947362 w 2947832"/>
              <a:gd name="connsiteY8881" fmla="*/ 2760390 h 4821604"/>
              <a:gd name="connsiteX8882" fmla="*/ 1926800 w 2947832"/>
              <a:gd name="connsiteY8882" fmla="*/ 2760390 h 4821604"/>
              <a:gd name="connsiteX8883" fmla="*/ 1924602 w 2947832"/>
              <a:gd name="connsiteY8883" fmla="*/ 2759134 h 4821604"/>
              <a:gd name="connsiteX8884" fmla="*/ 1914295 w 2947832"/>
              <a:gd name="connsiteY8884" fmla="*/ 2741345 h 4821604"/>
              <a:gd name="connsiteX8885" fmla="*/ 1914295 w 2947832"/>
              <a:gd name="connsiteY8885" fmla="*/ 2738781 h 4821604"/>
              <a:gd name="connsiteX8886" fmla="*/ 1924602 w 2947832"/>
              <a:gd name="connsiteY8886" fmla="*/ 2720992 h 4821604"/>
              <a:gd name="connsiteX8887" fmla="*/ 1926800 w 2947832"/>
              <a:gd name="connsiteY8887" fmla="*/ 2719736 h 4821604"/>
              <a:gd name="connsiteX8888" fmla="*/ 1843504 w 2947832"/>
              <a:gd name="connsiteY8888" fmla="*/ 2718428 h 4821604"/>
              <a:gd name="connsiteX8889" fmla="*/ 1865374 w 2947832"/>
              <a:gd name="connsiteY8889" fmla="*/ 2718428 h 4821604"/>
              <a:gd name="connsiteX8890" fmla="*/ 1867729 w 2947832"/>
              <a:gd name="connsiteY8890" fmla="*/ 2719788 h 4821604"/>
              <a:gd name="connsiteX8891" fmla="*/ 1878664 w 2947832"/>
              <a:gd name="connsiteY8891" fmla="*/ 2738729 h 4821604"/>
              <a:gd name="connsiteX8892" fmla="*/ 1878664 w 2947832"/>
              <a:gd name="connsiteY8892" fmla="*/ 2741450 h 4821604"/>
              <a:gd name="connsiteX8893" fmla="*/ 1867729 w 2947832"/>
              <a:gd name="connsiteY8893" fmla="*/ 2760390 h 4821604"/>
              <a:gd name="connsiteX8894" fmla="*/ 1865374 w 2947832"/>
              <a:gd name="connsiteY8894" fmla="*/ 2761751 h 4821604"/>
              <a:gd name="connsiteX8895" fmla="*/ 1843504 w 2947832"/>
              <a:gd name="connsiteY8895" fmla="*/ 2761751 h 4821604"/>
              <a:gd name="connsiteX8896" fmla="*/ 1841149 w 2947832"/>
              <a:gd name="connsiteY8896" fmla="*/ 2760390 h 4821604"/>
              <a:gd name="connsiteX8897" fmla="*/ 1830214 w 2947832"/>
              <a:gd name="connsiteY8897" fmla="*/ 2741450 h 4821604"/>
              <a:gd name="connsiteX8898" fmla="*/ 1830214 w 2947832"/>
              <a:gd name="connsiteY8898" fmla="*/ 2738729 h 4821604"/>
              <a:gd name="connsiteX8899" fmla="*/ 1841149 w 2947832"/>
              <a:gd name="connsiteY8899" fmla="*/ 2719788 h 4821604"/>
              <a:gd name="connsiteX8900" fmla="*/ 1843504 w 2947832"/>
              <a:gd name="connsiteY8900" fmla="*/ 2718428 h 4821604"/>
              <a:gd name="connsiteX8901" fmla="*/ 2173653 w 2947832"/>
              <a:gd name="connsiteY8901" fmla="*/ 2717486 h 4821604"/>
              <a:gd name="connsiteX8902" fmla="*/ 2196518 w 2947832"/>
              <a:gd name="connsiteY8902" fmla="*/ 2717486 h 4821604"/>
              <a:gd name="connsiteX8903" fmla="*/ 2198977 w 2947832"/>
              <a:gd name="connsiteY8903" fmla="*/ 2718899 h 4821604"/>
              <a:gd name="connsiteX8904" fmla="*/ 2210383 w 2947832"/>
              <a:gd name="connsiteY8904" fmla="*/ 2738676 h 4821604"/>
              <a:gd name="connsiteX8905" fmla="*/ 2210383 w 2947832"/>
              <a:gd name="connsiteY8905" fmla="*/ 2741502 h 4821604"/>
              <a:gd name="connsiteX8906" fmla="*/ 2198977 w 2947832"/>
              <a:gd name="connsiteY8906" fmla="*/ 2761279 h 4821604"/>
              <a:gd name="connsiteX8907" fmla="*/ 2196518 w 2947832"/>
              <a:gd name="connsiteY8907" fmla="*/ 2762692 h 4821604"/>
              <a:gd name="connsiteX8908" fmla="*/ 2173653 w 2947832"/>
              <a:gd name="connsiteY8908" fmla="*/ 2762692 h 4821604"/>
              <a:gd name="connsiteX8909" fmla="*/ 2171194 w 2947832"/>
              <a:gd name="connsiteY8909" fmla="*/ 2761279 h 4821604"/>
              <a:gd name="connsiteX8910" fmla="*/ 2159789 w 2947832"/>
              <a:gd name="connsiteY8910" fmla="*/ 2741502 h 4821604"/>
              <a:gd name="connsiteX8911" fmla="*/ 2159789 w 2947832"/>
              <a:gd name="connsiteY8911" fmla="*/ 2738676 h 4821604"/>
              <a:gd name="connsiteX8912" fmla="*/ 2171194 w 2947832"/>
              <a:gd name="connsiteY8912" fmla="*/ 2718899 h 4821604"/>
              <a:gd name="connsiteX8913" fmla="*/ 2173653 w 2947832"/>
              <a:gd name="connsiteY8913" fmla="*/ 2717486 h 4821604"/>
              <a:gd name="connsiteX8914" fmla="*/ 2669559 w 2947832"/>
              <a:gd name="connsiteY8914" fmla="*/ 2717434 h 4821604"/>
              <a:gd name="connsiteX8915" fmla="*/ 2692423 w 2947832"/>
              <a:gd name="connsiteY8915" fmla="*/ 2717434 h 4821604"/>
              <a:gd name="connsiteX8916" fmla="*/ 2694882 w 2947832"/>
              <a:gd name="connsiteY8916" fmla="*/ 2718847 h 4821604"/>
              <a:gd name="connsiteX8917" fmla="*/ 2706341 w 2947832"/>
              <a:gd name="connsiteY8917" fmla="*/ 2738677 h 4821604"/>
              <a:gd name="connsiteX8918" fmla="*/ 2706341 w 2947832"/>
              <a:gd name="connsiteY8918" fmla="*/ 2741502 h 4821604"/>
              <a:gd name="connsiteX8919" fmla="*/ 2694882 w 2947832"/>
              <a:gd name="connsiteY8919" fmla="*/ 2761332 h 4821604"/>
              <a:gd name="connsiteX8920" fmla="*/ 2692423 w 2947832"/>
              <a:gd name="connsiteY8920" fmla="*/ 2762745 h 4821604"/>
              <a:gd name="connsiteX8921" fmla="*/ 2669559 w 2947832"/>
              <a:gd name="connsiteY8921" fmla="*/ 2762745 h 4821604"/>
              <a:gd name="connsiteX8922" fmla="*/ 2667100 w 2947832"/>
              <a:gd name="connsiteY8922" fmla="*/ 2761332 h 4821604"/>
              <a:gd name="connsiteX8923" fmla="*/ 2655641 w 2947832"/>
              <a:gd name="connsiteY8923" fmla="*/ 2741502 h 4821604"/>
              <a:gd name="connsiteX8924" fmla="*/ 2655641 w 2947832"/>
              <a:gd name="connsiteY8924" fmla="*/ 2738677 h 4821604"/>
              <a:gd name="connsiteX8925" fmla="*/ 2667100 w 2947832"/>
              <a:gd name="connsiteY8925" fmla="*/ 2718847 h 4821604"/>
              <a:gd name="connsiteX8926" fmla="*/ 2669559 w 2947832"/>
              <a:gd name="connsiteY8926" fmla="*/ 2717434 h 4821604"/>
              <a:gd name="connsiteX8927" fmla="*/ 2090358 w 2947832"/>
              <a:gd name="connsiteY8927" fmla="*/ 2716283 h 4821604"/>
              <a:gd name="connsiteX8928" fmla="*/ 2114426 w 2947832"/>
              <a:gd name="connsiteY8928" fmla="*/ 2716283 h 4821604"/>
              <a:gd name="connsiteX8929" fmla="*/ 2116990 w 2947832"/>
              <a:gd name="connsiteY8929" fmla="*/ 2717748 h 4821604"/>
              <a:gd name="connsiteX8930" fmla="*/ 2129024 w 2947832"/>
              <a:gd name="connsiteY8930" fmla="*/ 2738572 h 4821604"/>
              <a:gd name="connsiteX8931" fmla="*/ 2129024 w 2947832"/>
              <a:gd name="connsiteY8931" fmla="*/ 2741554 h 4821604"/>
              <a:gd name="connsiteX8932" fmla="*/ 2116990 w 2947832"/>
              <a:gd name="connsiteY8932" fmla="*/ 2762378 h 4821604"/>
              <a:gd name="connsiteX8933" fmla="*/ 2114426 w 2947832"/>
              <a:gd name="connsiteY8933" fmla="*/ 2763844 h 4821604"/>
              <a:gd name="connsiteX8934" fmla="*/ 2090358 w 2947832"/>
              <a:gd name="connsiteY8934" fmla="*/ 2763844 h 4821604"/>
              <a:gd name="connsiteX8935" fmla="*/ 2087794 w 2947832"/>
              <a:gd name="connsiteY8935" fmla="*/ 2762378 h 4821604"/>
              <a:gd name="connsiteX8936" fmla="*/ 2075760 w 2947832"/>
              <a:gd name="connsiteY8936" fmla="*/ 2741554 h 4821604"/>
              <a:gd name="connsiteX8937" fmla="*/ 2075760 w 2947832"/>
              <a:gd name="connsiteY8937" fmla="*/ 2738572 h 4821604"/>
              <a:gd name="connsiteX8938" fmla="*/ 2087794 w 2947832"/>
              <a:gd name="connsiteY8938" fmla="*/ 2717748 h 4821604"/>
              <a:gd name="connsiteX8939" fmla="*/ 2090358 w 2947832"/>
              <a:gd name="connsiteY8939" fmla="*/ 2716283 h 4821604"/>
              <a:gd name="connsiteX8940" fmla="*/ 101295 w 2947832"/>
              <a:gd name="connsiteY8940" fmla="*/ 2705766 h 4821604"/>
              <a:gd name="connsiteX8941" fmla="*/ 135984 w 2947832"/>
              <a:gd name="connsiteY8941" fmla="*/ 2705766 h 4821604"/>
              <a:gd name="connsiteX8942" fmla="*/ 139699 w 2947832"/>
              <a:gd name="connsiteY8942" fmla="*/ 2707911 h 4821604"/>
              <a:gd name="connsiteX8943" fmla="*/ 157017 w 2947832"/>
              <a:gd name="connsiteY8943" fmla="*/ 2737944 h 4821604"/>
              <a:gd name="connsiteX8944" fmla="*/ 157017 w 2947832"/>
              <a:gd name="connsiteY8944" fmla="*/ 2742234 h 4821604"/>
              <a:gd name="connsiteX8945" fmla="*/ 139699 w 2947832"/>
              <a:gd name="connsiteY8945" fmla="*/ 2772267 h 4821604"/>
              <a:gd name="connsiteX8946" fmla="*/ 135984 w 2947832"/>
              <a:gd name="connsiteY8946" fmla="*/ 2774412 h 4821604"/>
              <a:gd name="connsiteX8947" fmla="*/ 101295 w 2947832"/>
              <a:gd name="connsiteY8947" fmla="*/ 2774412 h 4821604"/>
              <a:gd name="connsiteX8948" fmla="*/ 97580 w 2947832"/>
              <a:gd name="connsiteY8948" fmla="*/ 2772267 h 4821604"/>
              <a:gd name="connsiteX8949" fmla="*/ 80261 w 2947832"/>
              <a:gd name="connsiteY8949" fmla="*/ 2742234 h 4821604"/>
              <a:gd name="connsiteX8950" fmla="*/ 80261 w 2947832"/>
              <a:gd name="connsiteY8950" fmla="*/ 2737944 h 4821604"/>
              <a:gd name="connsiteX8951" fmla="*/ 97580 w 2947832"/>
              <a:gd name="connsiteY8951" fmla="*/ 2707911 h 4821604"/>
              <a:gd name="connsiteX8952" fmla="*/ 101295 w 2947832"/>
              <a:gd name="connsiteY8952" fmla="*/ 2705766 h 4821604"/>
              <a:gd name="connsiteX8953" fmla="*/ 35840 w 2947832"/>
              <a:gd name="connsiteY8953" fmla="*/ 2657264 h 4821604"/>
              <a:gd name="connsiteX8954" fmla="*/ 35997 w 2947832"/>
              <a:gd name="connsiteY8954" fmla="*/ 2657264 h 4821604"/>
              <a:gd name="connsiteX8955" fmla="*/ 36101 w 2947832"/>
              <a:gd name="connsiteY8955" fmla="*/ 2657264 h 4821604"/>
              <a:gd name="connsiteX8956" fmla="*/ 36101 w 2947832"/>
              <a:gd name="connsiteY8956" fmla="*/ 2657421 h 4821604"/>
              <a:gd name="connsiteX8957" fmla="*/ 36049 w 2947832"/>
              <a:gd name="connsiteY8957" fmla="*/ 2657421 h 4821604"/>
              <a:gd name="connsiteX8958" fmla="*/ 36049 w 2947832"/>
              <a:gd name="connsiteY8958" fmla="*/ 2657578 h 4821604"/>
              <a:gd name="connsiteX8959" fmla="*/ 35892 w 2947832"/>
              <a:gd name="connsiteY8959" fmla="*/ 2657578 h 4821604"/>
              <a:gd name="connsiteX8960" fmla="*/ 35788 w 2947832"/>
              <a:gd name="connsiteY8960" fmla="*/ 2657578 h 4821604"/>
              <a:gd name="connsiteX8961" fmla="*/ 35788 w 2947832"/>
              <a:gd name="connsiteY8961" fmla="*/ 2657421 h 4821604"/>
              <a:gd name="connsiteX8962" fmla="*/ 35840 w 2947832"/>
              <a:gd name="connsiteY8962" fmla="*/ 2657421 h 4821604"/>
              <a:gd name="connsiteX8963" fmla="*/ 527455 w 2947832"/>
              <a:gd name="connsiteY8963" fmla="*/ 2648579 h 4821604"/>
              <a:gd name="connsiteX8964" fmla="*/ 536402 w 2947832"/>
              <a:gd name="connsiteY8964" fmla="*/ 2648579 h 4821604"/>
              <a:gd name="connsiteX8965" fmla="*/ 537344 w 2947832"/>
              <a:gd name="connsiteY8965" fmla="*/ 2649154 h 4821604"/>
              <a:gd name="connsiteX8966" fmla="*/ 541791 w 2947832"/>
              <a:gd name="connsiteY8966" fmla="*/ 2656898 h 4821604"/>
              <a:gd name="connsiteX8967" fmla="*/ 541791 w 2947832"/>
              <a:gd name="connsiteY8967" fmla="*/ 2657997 h 4821604"/>
              <a:gd name="connsiteX8968" fmla="*/ 537344 w 2947832"/>
              <a:gd name="connsiteY8968" fmla="*/ 2665741 h 4821604"/>
              <a:gd name="connsiteX8969" fmla="*/ 536402 w 2947832"/>
              <a:gd name="connsiteY8969" fmla="*/ 2666316 h 4821604"/>
              <a:gd name="connsiteX8970" fmla="*/ 527455 w 2947832"/>
              <a:gd name="connsiteY8970" fmla="*/ 2666316 h 4821604"/>
              <a:gd name="connsiteX8971" fmla="*/ 526513 w 2947832"/>
              <a:gd name="connsiteY8971" fmla="*/ 2665741 h 4821604"/>
              <a:gd name="connsiteX8972" fmla="*/ 522066 w 2947832"/>
              <a:gd name="connsiteY8972" fmla="*/ 2657997 h 4821604"/>
              <a:gd name="connsiteX8973" fmla="*/ 522066 w 2947832"/>
              <a:gd name="connsiteY8973" fmla="*/ 2656898 h 4821604"/>
              <a:gd name="connsiteX8974" fmla="*/ 526513 w 2947832"/>
              <a:gd name="connsiteY8974" fmla="*/ 2649154 h 4821604"/>
              <a:gd name="connsiteX8975" fmla="*/ 527455 w 2947832"/>
              <a:gd name="connsiteY8975" fmla="*/ 2648579 h 4821604"/>
              <a:gd name="connsiteX8976" fmla="*/ 444211 w 2947832"/>
              <a:gd name="connsiteY8976" fmla="*/ 2647375 h 4821604"/>
              <a:gd name="connsiteX8977" fmla="*/ 454361 w 2947832"/>
              <a:gd name="connsiteY8977" fmla="*/ 2647375 h 4821604"/>
              <a:gd name="connsiteX8978" fmla="*/ 455460 w 2947832"/>
              <a:gd name="connsiteY8978" fmla="*/ 2648003 h 4821604"/>
              <a:gd name="connsiteX8979" fmla="*/ 460535 w 2947832"/>
              <a:gd name="connsiteY8979" fmla="*/ 2656793 h 4821604"/>
              <a:gd name="connsiteX8980" fmla="*/ 460535 w 2947832"/>
              <a:gd name="connsiteY8980" fmla="*/ 2658049 h 4821604"/>
              <a:gd name="connsiteX8981" fmla="*/ 455460 w 2947832"/>
              <a:gd name="connsiteY8981" fmla="*/ 2666839 h 4821604"/>
              <a:gd name="connsiteX8982" fmla="*/ 454361 w 2947832"/>
              <a:gd name="connsiteY8982" fmla="*/ 2667466 h 4821604"/>
              <a:gd name="connsiteX8983" fmla="*/ 444211 w 2947832"/>
              <a:gd name="connsiteY8983" fmla="*/ 2667466 h 4821604"/>
              <a:gd name="connsiteX8984" fmla="*/ 443112 w 2947832"/>
              <a:gd name="connsiteY8984" fmla="*/ 2666839 h 4821604"/>
              <a:gd name="connsiteX8985" fmla="*/ 438037 w 2947832"/>
              <a:gd name="connsiteY8985" fmla="*/ 2658049 h 4821604"/>
              <a:gd name="connsiteX8986" fmla="*/ 438037 w 2947832"/>
              <a:gd name="connsiteY8986" fmla="*/ 2656793 h 4821604"/>
              <a:gd name="connsiteX8987" fmla="*/ 443112 w 2947832"/>
              <a:gd name="connsiteY8987" fmla="*/ 2648003 h 4821604"/>
              <a:gd name="connsiteX8988" fmla="*/ 444211 w 2947832"/>
              <a:gd name="connsiteY8988" fmla="*/ 2647375 h 4821604"/>
              <a:gd name="connsiteX8989" fmla="*/ 361543 w 2947832"/>
              <a:gd name="connsiteY8989" fmla="*/ 2647375 h 4821604"/>
              <a:gd name="connsiteX8990" fmla="*/ 371693 w 2947832"/>
              <a:gd name="connsiteY8990" fmla="*/ 2647375 h 4821604"/>
              <a:gd name="connsiteX8991" fmla="*/ 372792 w 2947832"/>
              <a:gd name="connsiteY8991" fmla="*/ 2648003 h 4821604"/>
              <a:gd name="connsiteX8992" fmla="*/ 377867 w 2947832"/>
              <a:gd name="connsiteY8992" fmla="*/ 2656793 h 4821604"/>
              <a:gd name="connsiteX8993" fmla="*/ 377867 w 2947832"/>
              <a:gd name="connsiteY8993" fmla="*/ 2658049 h 4821604"/>
              <a:gd name="connsiteX8994" fmla="*/ 372792 w 2947832"/>
              <a:gd name="connsiteY8994" fmla="*/ 2666839 h 4821604"/>
              <a:gd name="connsiteX8995" fmla="*/ 371693 w 2947832"/>
              <a:gd name="connsiteY8995" fmla="*/ 2667466 h 4821604"/>
              <a:gd name="connsiteX8996" fmla="*/ 361543 w 2947832"/>
              <a:gd name="connsiteY8996" fmla="*/ 2667466 h 4821604"/>
              <a:gd name="connsiteX8997" fmla="*/ 360444 w 2947832"/>
              <a:gd name="connsiteY8997" fmla="*/ 2666839 h 4821604"/>
              <a:gd name="connsiteX8998" fmla="*/ 355369 w 2947832"/>
              <a:gd name="connsiteY8998" fmla="*/ 2658049 h 4821604"/>
              <a:gd name="connsiteX8999" fmla="*/ 355369 w 2947832"/>
              <a:gd name="connsiteY8999" fmla="*/ 2656793 h 4821604"/>
              <a:gd name="connsiteX9000" fmla="*/ 360444 w 2947832"/>
              <a:gd name="connsiteY9000" fmla="*/ 2648003 h 4821604"/>
              <a:gd name="connsiteX9001" fmla="*/ 361543 w 2947832"/>
              <a:gd name="connsiteY9001" fmla="*/ 2647375 h 4821604"/>
              <a:gd name="connsiteX9002" fmla="*/ 609234 w 2947832"/>
              <a:gd name="connsiteY9002" fmla="*/ 2646852 h 4821604"/>
              <a:gd name="connsiteX9003" fmla="*/ 619855 w 2947832"/>
              <a:gd name="connsiteY9003" fmla="*/ 2646852 h 4821604"/>
              <a:gd name="connsiteX9004" fmla="*/ 621006 w 2947832"/>
              <a:gd name="connsiteY9004" fmla="*/ 2647532 h 4821604"/>
              <a:gd name="connsiteX9005" fmla="*/ 626343 w 2947832"/>
              <a:gd name="connsiteY9005" fmla="*/ 2656741 h 4821604"/>
              <a:gd name="connsiteX9006" fmla="*/ 626343 w 2947832"/>
              <a:gd name="connsiteY9006" fmla="*/ 2658049 h 4821604"/>
              <a:gd name="connsiteX9007" fmla="*/ 621006 w 2947832"/>
              <a:gd name="connsiteY9007" fmla="*/ 2667258 h 4821604"/>
              <a:gd name="connsiteX9008" fmla="*/ 619855 w 2947832"/>
              <a:gd name="connsiteY9008" fmla="*/ 2667938 h 4821604"/>
              <a:gd name="connsiteX9009" fmla="*/ 609234 w 2947832"/>
              <a:gd name="connsiteY9009" fmla="*/ 2667938 h 4821604"/>
              <a:gd name="connsiteX9010" fmla="*/ 608083 w 2947832"/>
              <a:gd name="connsiteY9010" fmla="*/ 2667258 h 4821604"/>
              <a:gd name="connsiteX9011" fmla="*/ 602746 w 2947832"/>
              <a:gd name="connsiteY9011" fmla="*/ 2658049 h 4821604"/>
              <a:gd name="connsiteX9012" fmla="*/ 602746 w 2947832"/>
              <a:gd name="connsiteY9012" fmla="*/ 2656741 h 4821604"/>
              <a:gd name="connsiteX9013" fmla="*/ 608083 w 2947832"/>
              <a:gd name="connsiteY9013" fmla="*/ 2647532 h 4821604"/>
              <a:gd name="connsiteX9014" fmla="*/ 609234 w 2947832"/>
              <a:gd name="connsiteY9014" fmla="*/ 2646852 h 4821604"/>
              <a:gd name="connsiteX9015" fmla="*/ 2674426 w 2947832"/>
              <a:gd name="connsiteY9015" fmla="*/ 2644341 h 4821604"/>
              <a:gd name="connsiteX9016" fmla="*/ 2687611 w 2947832"/>
              <a:gd name="connsiteY9016" fmla="*/ 2644341 h 4821604"/>
              <a:gd name="connsiteX9017" fmla="*/ 2689023 w 2947832"/>
              <a:gd name="connsiteY9017" fmla="*/ 2645178 h 4821604"/>
              <a:gd name="connsiteX9018" fmla="*/ 2695616 w 2947832"/>
              <a:gd name="connsiteY9018" fmla="*/ 2656636 h 4821604"/>
              <a:gd name="connsiteX9019" fmla="*/ 2695616 w 2947832"/>
              <a:gd name="connsiteY9019" fmla="*/ 2658258 h 4821604"/>
              <a:gd name="connsiteX9020" fmla="*/ 2689023 w 2947832"/>
              <a:gd name="connsiteY9020" fmla="*/ 2669717 h 4821604"/>
              <a:gd name="connsiteX9021" fmla="*/ 2687611 w 2947832"/>
              <a:gd name="connsiteY9021" fmla="*/ 2670554 h 4821604"/>
              <a:gd name="connsiteX9022" fmla="*/ 2674426 w 2947832"/>
              <a:gd name="connsiteY9022" fmla="*/ 2670554 h 4821604"/>
              <a:gd name="connsiteX9023" fmla="*/ 2673013 w 2947832"/>
              <a:gd name="connsiteY9023" fmla="*/ 2669717 h 4821604"/>
              <a:gd name="connsiteX9024" fmla="*/ 2666420 w 2947832"/>
              <a:gd name="connsiteY9024" fmla="*/ 2658258 h 4821604"/>
              <a:gd name="connsiteX9025" fmla="*/ 2666420 w 2947832"/>
              <a:gd name="connsiteY9025" fmla="*/ 2656636 h 4821604"/>
              <a:gd name="connsiteX9026" fmla="*/ 2673013 w 2947832"/>
              <a:gd name="connsiteY9026" fmla="*/ 2645178 h 4821604"/>
              <a:gd name="connsiteX9027" fmla="*/ 2674426 w 2947832"/>
              <a:gd name="connsiteY9027" fmla="*/ 2644341 h 4821604"/>
              <a:gd name="connsiteX9028" fmla="*/ 773315 w 2947832"/>
              <a:gd name="connsiteY9028" fmla="*/ 2644341 h 4821604"/>
              <a:gd name="connsiteX9029" fmla="*/ 786501 w 2947832"/>
              <a:gd name="connsiteY9029" fmla="*/ 2644341 h 4821604"/>
              <a:gd name="connsiteX9030" fmla="*/ 787913 w 2947832"/>
              <a:gd name="connsiteY9030" fmla="*/ 2645178 h 4821604"/>
              <a:gd name="connsiteX9031" fmla="*/ 794506 w 2947832"/>
              <a:gd name="connsiteY9031" fmla="*/ 2656584 h 4821604"/>
              <a:gd name="connsiteX9032" fmla="*/ 794506 w 2947832"/>
              <a:gd name="connsiteY9032" fmla="*/ 2658206 h 4821604"/>
              <a:gd name="connsiteX9033" fmla="*/ 787913 w 2947832"/>
              <a:gd name="connsiteY9033" fmla="*/ 2669612 h 4821604"/>
              <a:gd name="connsiteX9034" fmla="*/ 786501 w 2947832"/>
              <a:gd name="connsiteY9034" fmla="*/ 2670449 h 4821604"/>
              <a:gd name="connsiteX9035" fmla="*/ 773315 w 2947832"/>
              <a:gd name="connsiteY9035" fmla="*/ 2670449 h 4821604"/>
              <a:gd name="connsiteX9036" fmla="*/ 771903 w 2947832"/>
              <a:gd name="connsiteY9036" fmla="*/ 2669612 h 4821604"/>
              <a:gd name="connsiteX9037" fmla="*/ 765310 w 2947832"/>
              <a:gd name="connsiteY9037" fmla="*/ 2658206 h 4821604"/>
              <a:gd name="connsiteX9038" fmla="*/ 765310 w 2947832"/>
              <a:gd name="connsiteY9038" fmla="*/ 2656584 h 4821604"/>
              <a:gd name="connsiteX9039" fmla="*/ 771903 w 2947832"/>
              <a:gd name="connsiteY9039" fmla="*/ 2645178 h 4821604"/>
              <a:gd name="connsiteX9040" fmla="*/ 773315 w 2947832"/>
              <a:gd name="connsiteY9040" fmla="*/ 2644341 h 4821604"/>
              <a:gd name="connsiteX9041" fmla="*/ 690490 w 2947832"/>
              <a:gd name="connsiteY9041" fmla="*/ 2644131 h 4821604"/>
              <a:gd name="connsiteX9042" fmla="*/ 703884 w 2947832"/>
              <a:gd name="connsiteY9042" fmla="*/ 2644131 h 4821604"/>
              <a:gd name="connsiteX9043" fmla="*/ 705297 w 2947832"/>
              <a:gd name="connsiteY9043" fmla="*/ 2644968 h 4821604"/>
              <a:gd name="connsiteX9044" fmla="*/ 711994 w 2947832"/>
              <a:gd name="connsiteY9044" fmla="*/ 2656584 h 4821604"/>
              <a:gd name="connsiteX9045" fmla="*/ 711994 w 2947832"/>
              <a:gd name="connsiteY9045" fmla="*/ 2658258 h 4821604"/>
              <a:gd name="connsiteX9046" fmla="*/ 705297 w 2947832"/>
              <a:gd name="connsiteY9046" fmla="*/ 2669873 h 4821604"/>
              <a:gd name="connsiteX9047" fmla="*/ 703884 w 2947832"/>
              <a:gd name="connsiteY9047" fmla="*/ 2670710 h 4821604"/>
              <a:gd name="connsiteX9048" fmla="*/ 690490 w 2947832"/>
              <a:gd name="connsiteY9048" fmla="*/ 2670710 h 4821604"/>
              <a:gd name="connsiteX9049" fmla="*/ 689077 w 2947832"/>
              <a:gd name="connsiteY9049" fmla="*/ 2669873 h 4821604"/>
              <a:gd name="connsiteX9050" fmla="*/ 682380 w 2947832"/>
              <a:gd name="connsiteY9050" fmla="*/ 2658258 h 4821604"/>
              <a:gd name="connsiteX9051" fmla="*/ 682380 w 2947832"/>
              <a:gd name="connsiteY9051" fmla="*/ 2656584 h 4821604"/>
              <a:gd name="connsiteX9052" fmla="*/ 689077 w 2947832"/>
              <a:gd name="connsiteY9052" fmla="*/ 2644968 h 4821604"/>
              <a:gd name="connsiteX9053" fmla="*/ 690490 w 2947832"/>
              <a:gd name="connsiteY9053" fmla="*/ 2644131 h 4821604"/>
              <a:gd name="connsiteX9054" fmla="*/ 1103518 w 2947832"/>
              <a:gd name="connsiteY9054" fmla="*/ 2643504 h 4821604"/>
              <a:gd name="connsiteX9055" fmla="*/ 1117540 w 2947832"/>
              <a:gd name="connsiteY9055" fmla="*/ 2643504 h 4821604"/>
              <a:gd name="connsiteX9056" fmla="*/ 1119057 w 2947832"/>
              <a:gd name="connsiteY9056" fmla="*/ 2644393 h 4821604"/>
              <a:gd name="connsiteX9057" fmla="*/ 1126068 w 2947832"/>
              <a:gd name="connsiteY9057" fmla="*/ 2656532 h 4821604"/>
              <a:gd name="connsiteX9058" fmla="*/ 1126068 w 2947832"/>
              <a:gd name="connsiteY9058" fmla="*/ 2658258 h 4821604"/>
              <a:gd name="connsiteX9059" fmla="*/ 1119057 w 2947832"/>
              <a:gd name="connsiteY9059" fmla="*/ 2670397 h 4821604"/>
              <a:gd name="connsiteX9060" fmla="*/ 1117540 w 2947832"/>
              <a:gd name="connsiteY9060" fmla="*/ 2671287 h 4821604"/>
              <a:gd name="connsiteX9061" fmla="*/ 1103518 w 2947832"/>
              <a:gd name="connsiteY9061" fmla="*/ 2671287 h 4821604"/>
              <a:gd name="connsiteX9062" fmla="*/ 1102000 w 2947832"/>
              <a:gd name="connsiteY9062" fmla="*/ 2670397 h 4821604"/>
              <a:gd name="connsiteX9063" fmla="*/ 1094989 w 2947832"/>
              <a:gd name="connsiteY9063" fmla="*/ 2658258 h 4821604"/>
              <a:gd name="connsiteX9064" fmla="*/ 1094989 w 2947832"/>
              <a:gd name="connsiteY9064" fmla="*/ 2656532 h 4821604"/>
              <a:gd name="connsiteX9065" fmla="*/ 1102000 w 2947832"/>
              <a:gd name="connsiteY9065" fmla="*/ 2644393 h 4821604"/>
              <a:gd name="connsiteX9066" fmla="*/ 1103518 w 2947832"/>
              <a:gd name="connsiteY9066" fmla="*/ 2643504 h 4821604"/>
              <a:gd name="connsiteX9067" fmla="*/ 1185977 w 2947832"/>
              <a:gd name="connsiteY9067" fmla="*/ 2643189 h 4821604"/>
              <a:gd name="connsiteX9068" fmla="*/ 1200365 w 2947832"/>
              <a:gd name="connsiteY9068" fmla="*/ 2643189 h 4821604"/>
              <a:gd name="connsiteX9069" fmla="*/ 1201882 w 2947832"/>
              <a:gd name="connsiteY9069" fmla="*/ 2644079 h 4821604"/>
              <a:gd name="connsiteX9070" fmla="*/ 1209051 w 2947832"/>
              <a:gd name="connsiteY9070" fmla="*/ 2656531 h 4821604"/>
              <a:gd name="connsiteX9071" fmla="*/ 1209051 w 2947832"/>
              <a:gd name="connsiteY9071" fmla="*/ 2658310 h 4821604"/>
              <a:gd name="connsiteX9072" fmla="*/ 1201882 w 2947832"/>
              <a:gd name="connsiteY9072" fmla="*/ 2670763 h 4821604"/>
              <a:gd name="connsiteX9073" fmla="*/ 1200365 w 2947832"/>
              <a:gd name="connsiteY9073" fmla="*/ 2671652 h 4821604"/>
              <a:gd name="connsiteX9074" fmla="*/ 1185977 w 2947832"/>
              <a:gd name="connsiteY9074" fmla="*/ 2671652 h 4821604"/>
              <a:gd name="connsiteX9075" fmla="*/ 1184459 w 2947832"/>
              <a:gd name="connsiteY9075" fmla="*/ 2670763 h 4821604"/>
              <a:gd name="connsiteX9076" fmla="*/ 1177291 w 2947832"/>
              <a:gd name="connsiteY9076" fmla="*/ 2658310 h 4821604"/>
              <a:gd name="connsiteX9077" fmla="*/ 1177291 w 2947832"/>
              <a:gd name="connsiteY9077" fmla="*/ 2656531 h 4821604"/>
              <a:gd name="connsiteX9078" fmla="*/ 1184459 w 2947832"/>
              <a:gd name="connsiteY9078" fmla="*/ 2644079 h 4821604"/>
              <a:gd name="connsiteX9079" fmla="*/ 1185977 w 2947832"/>
              <a:gd name="connsiteY9079" fmla="*/ 2643189 h 4821604"/>
              <a:gd name="connsiteX9080" fmla="*/ 855147 w 2947832"/>
              <a:gd name="connsiteY9080" fmla="*/ 2642875 h 4821604"/>
              <a:gd name="connsiteX9081" fmla="*/ 869849 w 2947832"/>
              <a:gd name="connsiteY9081" fmla="*/ 2642875 h 4821604"/>
              <a:gd name="connsiteX9082" fmla="*/ 871419 w 2947832"/>
              <a:gd name="connsiteY9082" fmla="*/ 2643765 h 4821604"/>
              <a:gd name="connsiteX9083" fmla="*/ 878796 w 2947832"/>
              <a:gd name="connsiteY9083" fmla="*/ 2656531 h 4821604"/>
              <a:gd name="connsiteX9084" fmla="*/ 878796 w 2947832"/>
              <a:gd name="connsiteY9084" fmla="*/ 2658362 h 4821604"/>
              <a:gd name="connsiteX9085" fmla="*/ 871419 w 2947832"/>
              <a:gd name="connsiteY9085" fmla="*/ 2671129 h 4821604"/>
              <a:gd name="connsiteX9086" fmla="*/ 869849 w 2947832"/>
              <a:gd name="connsiteY9086" fmla="*/ 2672018 h 4821604"/>
              <a:gd name="connsiteX9087" fmla="*/ 855147 w 2947832"/>
              <a:gd name="connsiteY9087" fmla="*/ 2672018 h 4821604"/>
              <a:gd name="connsiteX9088" fmla="*/ 853577 w 2947832"/>
              <a:gd name="connsiteY9088" fmla="*/ 2671129 h 4821604"/>
              <a:gd name="connsiteX9089" fmla="*/ 846199 w 2947832"/>
              <a:gd name="connsiteY9089" fmla="*/ 2658362 h 4821604"/>
              <a:gd name="connsiteX9090" fmla="*/ 846199 w 2947832"/>
              <a:gd name="connsiteY9090" fmla="*/ 2656531 h 4821604"/>
              <a:gd name="connsiteX9091" fmla="*/ 853577 w 2947832"/>
              <a:gd name="connsiteY9091" fmla="*/ 2643765 h 4821604"/>
              <a:gd name="connsiteX9092" fmla="*/ 855147 w 2947832"/>
              <a:gd name="connsiteY9092" fmla="*/ 2642875 h 4821604"/>
              <a:gd name="connsiteX9093" fmla="*/ 2425583 w 2947832"/>
              <a:gd name="connsiteY9093" fmla="*/ 2642562 h 4821604"/>
              <a:gd name="connsiteX9094" fmla="*/ 2440547 w 2947832"/>
              <a:gd name="connsiteY9094" fmla="*/ 2642562 h 4821604"/>
              <a:gd name="connsiteX9095" fmla="*/ 2442169 w 2947832"/>
              <a:gd name="connsiteY9095" fmla="*/ 2643504 h 4821604"/>
              <a:gd name="connsiteX9096" fmla="*/ 2449651 w 2947832"/>
              <a:gd name="connsiteY9096" fmla="*/ 2656480 h 4821604"/>
              <a:gd name="connsiteX9097" fmla="*/ 2449651 w 2947832"/>
              <a:gd name="connsiteY9097" fmla="*/ 2658311 h 4821604"/>
              <a:gd name="connsiteX9098" fmla="*/ 2442169 w 2947832"/>
              <a:gd name="connsiteY9098" fmla="*/ 2671287 h 4821604"/>
              <a:gd name="connsiteX9099" fmla="*/ 2440547 w 2947832"/>
              <a:gd name="connsiteY9099" fmla="*/ 2672229 h 4821604"/>
              <a:gd name="connsiteX9100" fmla="*/ 2425583 w 2947832"/>
              <a:gd name="connsiteY9100" fmla="*/ 2672229 h 4821604"/>
              <a:gd name="connsiteX9101" fmla="*/ 2423961 w 2947832"/>
              <a:gd name="connsiteY9101" fmla="*/ 2671287 h 4821604"/>
              <a:gd name="connsiteX9102" fmla="*/ 2416479 w 2947832"/>
              <a:gd name="connsiteY9102" fmla="*/ 2658311 h 4821604"/>
              <a:gd name="connsiteX9103" fmla="*/ 2416479 w 2947832"/>
              <a:gd name="connsiteY9103" fmla="*/ 2656480 h 4821604"/>
              <a:gd name="connsiteX9104" fmla="*/ 2423961 w 2947832"/>
              <a:gd name="connsiteY9104" fmla="*/ 2643504 h 4821604"/>
              <a:gd name="connsiteX9105" fmla="*/ 2425583 w 2947832"/>
              <a:gd name="connsiteY9105" fmla="*/ 2642562 h 4821604"/>
              <a:gd name="connsiteX9106" fmla="*/ 2342863 w 2947832"/>
              <a:gd name="connsiteY9106" fmla="*/ 2642509 h 4821604"/>
              <a:gd name="connsiteX9107" fmla="*/ 2357879 w 2947832"/>
              <a:gd name="connsiteY9107" fmla="*/ 2642509 h 4821604"/>
              <a:gd name="connsiteX9108" fmla="*/ 2359501 w 2947832"/>
              <a:gd name="connsiteY9108" fmla="*/ 2643451 h 4821604"/>
              <a:gd name="connsiteX9109" fmla="*/ 2367036 w 2947832"/>
              <a:gd name="connsiteY9109" fmla="*/ 2656479 h 4821604"/>
              <a:gd name="connsiteX9110" fmla="*/ 2367036 w 2947832"/>
              <a:gd name="connsiteY9110" fmla="*/ 2658362 h 4821604"/>
              <a:gd name="connsiteX9111" fmla="*/ 2359501 w 2947832"/>
              <a:gd name="connsiteY9111" fmla="*/ 2671390 h 4821604"/>
              <a:gd name="connsiteX9112" fmla="*/ 2357879 w 2947832"/>
              <a:gd name="connsiteY9112" fmla="*/ 2672332 h 4821604"/>
              <a:gd name="connsiteX9113" fmla="*/ 2342863 w 2947832"/>
              <a:gd name="connsiteY9113" fmla="*/ 2672332 h 4821604"/>
              <a:gd name="connsiteX9114" fmla="*/ 2341241 w 2947832"/>
              <a:gd name="connsiteY9114" fmla="*/ 2671390 h 4821604"/>
              <a:gd name="connsiteX9115" fmla="*/ 2333707 w 2947832"/>
              <a:gd name="connsiteY9115" fmla="*/ 2658362 h 4821604"/>
              <a:gd name="connsiteX9116" fmla="*/ 2333707 w 2947832"/>
              <a:gd name="connsiteY9116" fmla="*/ 2656479 h 4821604"/>
              <a:gd name="connsiteX9117" fmla="*/ 2341241 w 2947832"/>
              <a:gd name="connsiteY9117" fmla="*/ 2643451 h 4821604"/>
              <a:gd name="connsiteX9118" fmla="*/ 2342863 w 2947832"/>
              <a:gd name="connsiteY9118" fmla="*/ 2642509 h 4821604"/>
              <a:gd name="connsiteX9119" fmla="*/ 1267965 w 2947832"/>
              <a:gd name="connsiteY9119" fmla="*/ 2641881 h 4821604"/>
              <a:gd name="connsiteX9120" fmla="*/ 1283661 w 2947832"/>
              <a:gd name="connsiteY9120" fmla="*/ 2641881 h 4821604"/>
              <a:gd name="connsiteX9121" fmla="*/ 1285336 w 2947832"/>
              <a:gd name="connsiteY9121" fmla="*/ 2642875 h 4821604"/>
              <a:gd name="connsiteX9122" fmla="*/ 1293184 w 2947832"/>
              <a:gd name="connsiteY9122" fmla="*/ 2656479 h 4821604"/>
              <a:gd name="connsiteX9123" fmla="*/ 1293184 w 2947832"/>
              <a:gd name="connsiteY9123" fmla="*/ 2658415 h 4821604"/>
              <a:gd name="connsiteX9124" fmla="*/ 1285336 w 2947832"/>
              <a:gd name="connsiteY9124" fmla="*/ 2672018 h 4821604"/>
              <a:gd name="connsiteX9125" fmla="*/ 1283661 w 2947832"/>
              <a:gd name="connsiteY9125" fmla="*/ 2673012 h 4821604"/>
              <a:gd name="connsiteX9126" fmla="*/ 1267965 w 2947832"/>
              <a:gd name="connsiteY9126" fmla="*/ 2673012 h 4821604"/>
              <a:gd name="connsiteX9127" fmla="*/ 1266291 w 2947832"/>
              <a:gd name="connsiteY9127" fmla="*/ 2672018 h 4821604"/>
              <a:gd name="connsiteX9128" fmla="*/ 1258443 w 2947832"/>
              <a:gd name="connsiteY9128" fmla="*/ 2658415 h 4821604"/>
              <a:gd name="connsiteX9129" fmla="*/ 1258443 w 2947832"/>
              <a:gd name="connsiteY9129" fmla="*/ 2656479 h 4821604"/>
              <a:gd name="connsiteX9130" fmla="*/ 1266291 w 2947832"/>
              <a:gd name="connsiteY9130" fmla="*/ 2642875 h 4821604"/>
              <a:gd name="connsiteX9131" fmla="*/ 1267965 w 2947832"/>
              <a:gd name="connsiteY9131" fmla="*/ 2641881 h 4821604"/>
              <a:gd name="connsiteX9132" fmla="*/ 1515812 w 2947832"/>
              <a:gd name="connsiteY9132" fmla="*/ 2641567 h 4821604"/>
              <a:gd name="connsiteX9133" fmla="*/ 1531771 w 2947832"/>
              <a:gd name="connsiteY9133" fmla="*/ 2641567 h 4821604"/>
              <a:gd name="connsiteX9134" fmla="*/ 1533497 w 2947832"/>
              <a:gd name="connsiteY9134" fmla="*/ 2642561 h 4821604"/>
              <a:gd name="connsiteX9135" fmla="*/ 1541502 w 2947832"/>
              <a:gd name="connsiteY9135" fmla="*/ 2656427 h 4821604"/>
              <a:gd name="connsiteX9136" fmla="*/ 1541502 w 2947832"/>
              <a:gd name="connsiteY9136" fmla="*/ 2658415 h 4821604"/>
              <a:gd name="connsiteX9137" fmla="*/ 1533497 w 2947832"/>
              <a:gd name="connsiteY9137" fmla="*/ 2672280 h 4821604"/>
              <a:gd name="connsiteX9138" fmla="*/ 1531771 w 2947832"/>
              <a:gd name="connsiteY9138" fmla="*/ 2673274 h 4821604"/>
              <a:gd name="connsiteX9139" fmla="*/ 1515812 w 2947832"/>
              <a:gd name="connsiteY9139" fmla="*/ 2673274 h 4821604"/>
              <a:gd name="connsiteX9140" fmla="*/ 1514086 w 2947832"/>
              <a:gd name="connsiteY9140" fmla="*/ 2672280 h 4821604"/>
              <a:gd name="connsiteX9141" fmla="*/ 1506080 w 2947832"/>
              <a:gd name="connsiteY9141" fmla="*/ 2658415 h 4821604"/>
              <a:gd name="connsiteX9142" fmla="*/ 1506080 w 2947832"/>
              <a:gd name="connsiteY9142" fmla="*/ 2656427 h 4821604"/>
              <a:gd name="connsiteX9143" fmla="*/ 1514086 w 2947832"/>
              <a:gd name="connsiteY9143" fmla="*/ 2642561 h 4821604"/>
              <a:gd name="connsiteX9144" fmla="*/ 1515812 w 2947832"/>
              <a:gd name="connsiteY9144" fmla="*/ 2641567 h 4821604"/>
              <a:gd name="connsiteX9145" fmla="*/ 1019803 w 2947832"/>
              <a:gd name="connsiteY9145" fmla="*/ 2641463 h 4821604"/>
              <a:gd name="connsiteX9146" fmla="*/ 1035918 w 2947832"/>
              <a:gd name="connsiteY9146" fmla="*/ 2641463 h 4821604"/>
              <a:gd name="connsiteX9147" fmla="*/ 1037644 w 2947832"/>
              <a:gd name="connsiteY9147" fmla="*/ 2642457 h 4821604"/>
              <a:gd name="connsiteX9148" fmla="*/ 1045702 w 2947832"/>
              <a:gd name="connsiteY9148" fmla="*/ 2656427 h 4821604"/>
              <a:gd name="connsiteX9149" fmla="*/ 1045702 w 2947832"/>
              <a:gd name="connsiteY9149" fmla="*/ 2658415 h 4821604"/>
              <a:gd name="connsiteX9150" fmla="*/ 1037644 w 2947832"/>
              <a:gd name="connsiteY9150" fmla="*/ 2672385 h 4821604"/>
              <a:gd name="connsiteX9151" fmla="*/ 1035918 w 2947832"/>
              <a:gd name="connsiteY9151" fmla="*/ 2673379 h 4821604"/>
              <a:gd name="connsiteX9152" fmla="*/ 1019803 w 2947832"/>
              <a:gd name="connsiteY9152" fmla="*/ 2673379 h 4821604"/>
              <a:gd name="connsiteX9153" fmla="*/ 1018076 w 2947832"/>
              <a:gd name="connsiteY9153" fmla="*/ 2672385 h 4821604"/>
              <a:gd name="connsiteX9154" fmla="*/ 1010018 w 2947832"/>
              <a:gd name="connsiteY9154" fmla="*/ 2658415 h 4821604"/>
              <a:gd name="connsiteX9155" fmla="*/ 1010018 w 2947832"/>
              <a:gd name="connsiteY9155" fmla="*/ 2656427 h 4821604"/>
              <a:gd name="connsiteX9156" fmla="*/ 1018076 w 2947832"/>
              <a:gd name="connsiteY9156" fmla="*/ 2642457 h 4821604"/>
              <a:gd name="connsiteX9157" fmla="*/ 1019803 w 2947832"/>
              <a:gd name="connsiteY9157" fmla="*/ 2641463 h 4821604"/>
              <a:gd name="connsiteX9158" fmla="*/ 1350371 w 2947832"/>
              <a:gd name="connsiteY9158" fmla="*/ 2641411 h 4821604"/>
              <a:gd name="connsiteX9159" fmla="*/ 1366539 w 2947832"/>
              <a:gd name="connsiteY9159" fmla="*/ 2641411 h 4821604"/>
              <a:gd name="connsiteX9160" fmla="*/ 1368265 w 2947832"/>
              <a:gd name="connsiteY9160" fmla="*/ 2642405 h 4821604"/>
              <a:gd name="connsiteX9161" fmla="*/ 1376375 w 2947832"/>
              <a:gd name="connsiteY9161" fmla="*/ 2656427 h 4821604"/>
              <a:gd name="connsiteX9162" fmla="*/ 1376375 w 2947832"/>
              <a:gd name="connsiteY9162" fmla="*/ 2658416 h 4821604"/>
              <a:gd name="connsiteX9163" fmla="*/ 1368265 w 2947832"/>
              <a:gd name="connsiteY9163" fmla="*/ 2672438 h 4821604"/>
              <a:gd name="connsiteX9164" fmla="*/ 1366539 w 2947832"/>
              <a:gd name="connsiteY9164" fmla="*/ 2673432 h 4821604"/>
              <a:gd name="connsiteX9165" fmla="*/ 1350371 w 2947832"/>
              <a:gd name="connsiteY9165" fmla="*/ 2673432 h 4821604"/>
              <a:gd name="connsiteX9166" fmla="*/ 1348645 w 2947832"/>
              <a:gd name="connsiteY9166" fmla="*/ 2672438 h 4821604"/>
              <a:gd name="connsiteX9167" fmla="*/ 1340534 w 2947832"/>
              <a:gd name="connsiteY9167" fmla="*/ 2658416 h 4821604"/>
              <a:gd name="connsiteX9168" fmla="*/ 1340534 w 2947832"/>
              <a:gd name="connsiteY9168" fmla="*/ 2656427 h 4821604"/>
              <a:gd name="connsiteX9169" fmla="*/ 1348645 w 2947832"/>
              <a:gd name="connsiteY9169" fmla="*/ 2642405 h 4821604"/>
              <a:gd name="connsiteX9170" fmla="*/ 1350371 w 2947832"/>
              <a:gd name="connsiteY9170" fmla="*/ 2641411 h 4821604"/>
              <a:gd name="connsiteX9171" fmla="*/ 2507310 w 2947832"/>
              <a:gd name="connsiteY9171" fmla="*/ 2640835 h 4821604"/>
              <a:gd name="connsiteX9172" fmla="*/ 2524053 w 2947832"/>
              <a:gd name="connsiteY9172" fmla="*/ 2640835 h 4821604"/>
              <a:gd name="connsiteX9173" fmla="*/ 2525832 w 2947832"/>
              <a:gd name="connsiteY9173" fmla="*/ 2641881 h 4821604"/>
              <a:gd name="connsiteX9174" fmla="*/ 2534203 w 2947832"/>
              <a:gd name="connsiteY9174" fmla="*/ 2656374 h 4821604"/>
              <a:gd name="connsiteX9175" fmla="*/ 2534203 w 2947832"/>
              <a:gd name="connsiteY9175" fmla="*/ 2658467 h 4821604"/>
              <a:gd name="connsiteX9176" fmla="*/ 2525832 w 2947832"/>
              <a:gd name="connsiteY9176" fmla="*/ 2672960 h 4821604"/>
              <a:gd name="connsiteX9177" fmla="*/ 2524053 w 2947832"/>
              <a:gd name="connsiteY9177" fmla="*/ 2674007 h 4821604"/>
              <a:gd name="connsiteX9178" fmla="*/ 2507310 w 2947832"/>
              <a:gd name="connsiteY9178" fmla="*/ 2674007 h 4821604"/>
              <a:gd name="connsiteX9179" fmla="*/ 2505531 w 2947832"/>
              <a:gd name="connsiteY9179" fmla="*/ 2672960 h 4821604"/>
              <a:gd name="connsiteX9180" fmla="*/ 2497160 w 2947832"/>
              <a:gd name="connsiteY9180" fmla="*/ 2658467 h 4821604"/>
              <a:gd name="connsiteX9181" fmla="*/ 2497160 w 2947832"/>
              <a:gd name="connsiteY9181" fmla="*/ 2656374 h 4821604"/>
              <a:gd name="connsiteX9182" fmla="*/ 2505531 w 2947832"/>
              <a:gd name="connsiteY9182" fmla="*/ 2641881 h 4821604"/>
              <a:gd name="connsiteX9183" fmla="*/ 2507310 w 2947832"/>
              <a:gd name="connsiteY9183" fmla="*/ 2640835 h 4821604"/>
              <a:gd name="connsiteX9184" fmla="*/ 2258938 w 2947832"/>
              <a:gd name="connsiteY9184" fmla="*/ 2639998 h 4821604"/>
              <a:gd name="connsiteX9185" fmla="*/ 2276518 w 2947832"/>
              <a:gd name="connsiteY9185" fmla="*/ 2639998 h 4821604"/>
              <a:gd name="connsiteX9186" fmla="*/ 2278402 w 2947832"/>
              <a:gd name="connsiteY9186" fmla="*/ 2641097 h 4821604"/>
              <a:gd name="connsiteX9187" fmla="*/ 2287192 w 2947832"/>
              <a:gd name="connsiteY9187" fmla="*/ 2656322 h 4821604"/>
              <a:gd name="connsiteX9188" fmla="*/ 2287192 w 2947832"/>
              <a:gd name="connsiteY9188" fmla="*/ 2658520 h 4821604"/>
              <a:gd name="connsiteX9189" fmla="*/ 2278402 w 2947832"/>
              <a:gd name="connsiteY9189" fmla="*/ 2673746 h 4821604"/>
              <a:gd name="connsiteX9190" fmla="*/ 2276518 w 2947832"/>
              <a:gd name="connsiteY9190" fmla="*/ 2674844 h 4821604"/>
              <a:gd name="connsiteX9191" fmla="*/ 2258938 w 2947832"/>
              <a:gd name="connsiteY9191" fmla="*/ 2674844 h 4821604"/>
              <a:gd name="connsiteX9192" fmla="*/ 2257055 w 2947832"/>
              <a:gd name="connsiteY9192" fmla="*/ 2673746 h 4821604"/>
              <a:gd name="connsiteX9193" fmla="*/ 2248264 w 2947832"/>
              <a:gd name="connsiteY9193" fmla="*/ 2658520 h 4821604"/>
              <a:gd name="connsiteX9194" fmla="*/ 2248264 w 2947832"/>
              <a:gd name="connsiteY9194" fmla="*/ 2656322 h 4821604"/>
              <a:gd name="connsiteX9195" fmla="*/ 2257055 w 2947832"/>
              <a:gd name="connsiteY9195" fmla="*/ 2641097 h 4821604"/>
              <a:gd name="connsiteX9196" fmla="*/ 2258938 w 2947832"/>
              <a:gd name="connsiteY9196" fmla="*/ 2639998 h 4821604"/>
              <a:gd name="connsiteX9197" fmla="*/ 1597592 w 2947832"/>
              <a:gd name="connsiteY9197" fmla="*/ 2639893 h 4821604"/>
              <a:gd name="connsiteX9198" fmla="*/ 1615276 w 2947832"/>
              <a:gd name="connsiteY9198" fmla="*/ 2639893 h 4821604"/>
              <a:gd name="connsiteX9199" fmla="*/ 1617160 w 2947832"/>
              <a:gd name="connsiteY9199" fmla="*/ 2640992 h 4821604"/>
              <a:gd name="connsiteX9200" fmla="*/ 1626003 w 2947832"/>
              <a:gd name="connsiteY9200" fmla="*/ 2656322 h 4821604"/>
              <a:gd name="connsiteX9201" fmla="*/ 1626003 w 2947832"/>
              <a:gd name="connsiteY9201" fmla="*/ 2658520 h 4821604"/>
              <a:gd name="connsiteX9202" fmla="*/ 1617160 w 2947832"/>
              <a:gd name="connsiteY9202" fmla="*/ 2673850 h 4821604"/>
              <a:gd name="connsiteX9203" fmla="*/ 1615276 w 2947832"/>
              <a:gd name="connsiteY9203" fmla="*/ 2674948 h 4821604"/>
              <a:gd name="connsiteX9204" fmla="*/ 1597592 w 2947832"/>
              <a:gd name="connsiteY9204" fmla="*/ 2674948 h 4821604"/>
              <a:gd name="connsiteX9205" fmla="*/ 1595708 w 2947832"/>
              <a:gd name="connsiteY9205" fmla="*/ 2673850 h 4821604"/>
              <a:gd name="connsiteX9206" fmla="*/ 1586866 w 2947832"/>
              <a:gd name="connsiteY9206" fmla="*/ 2658520 h 4821604"/>
              <a:gd name="connsiteX9207" fmla="*/ 1586866 w 2947832"/>
              <a:gd name="connsiteY9207" fmla="*/ 2656322 h 4821604"/>
              <a:gd name="connsiteX9208" fmla="*/ 1595708 w 2947832"/>
              <a:gd name="connsiteY9208" fmla="*/ 2640992 h 4821604"/>
              <a:gd name="connsiteX9209" fmla="*/ 1597592 w 2947832"/>
              <a:gd name="connsiteY9209" fmla="*/ 2639893 h 4821604"/>
              <a:gd name="connsiteX9210" fmla="*/ 936297 w 2947832"/>
              <a:gd name="connsiteY9210" fmla="*/ 2639841 h 4821604"/>
              <a:gd name="connsiteX9211" fmla="*/ 954034 w 2947832"/>
              <a:gd name="connsiteY9211" fmla="*/ 2639841 h 4821604"/>
              <a:gd name="connsiteX9212" fmla="*/ 955918 w 2947832"/>
              <a:gd name="connsiteY9212" fmla="*/ 2640940 h 4821604"/>
              <a:gd name="connsiteX9213" fmla="*/ 964812 w 2947832"/>
              <a:gd name="connsiteY9213" fmla="*/ 2656322 h 4821604"/>
              <a:gd name="connsiteX9214" fmla="*/ 964812 w 2947832"/>
              <a:gd name="connsiteY9214" fmla="*/ 2658520 h 4821604"/>
              <a:gd name="connsiteX9215" fmla="*/ 955918 w 2947832"/>
              <a:gd name="connsiteY9215" fmla="*/ 2673903 h 4821604"/>
              <a:gd name="connsiteX9216" fmla="*/ 954034 w 2947832"/>
              <a:gd name="connsiteY9216" fmla="*/ 2675001 h 4821604"/>
              <a:gd name="connsiteX9217" fmla="*/ 936297 w 2947832"/>
              <a:gd name="connsiteY9217" fmla="*/ 2675001 h 4821604"/>
              <a:gd name="connsiteX9218" fmla="*/ 934413 w 2947832"/>
              <a:gd name="connsiteY9218" fmla="*/ 2673903 h 4821604"/>
              <a:gd name="connsiteX9219" fmla="*/ 925519 w 2947832"/>
              <a:gd name="connsiteY9219" fmla="*/ 2658520 h 4821604"/>
              <a:gd name="connsiteX9220" fmla="*/ 925519 w 2947832"/>
              <a:gd name="connsiteY9220" fmla="*/ 2656322 h 4821604"/>
              <a:gd name="connsiteX9221" fmla="*/ 934413 w 2947832"/>
              <a:gd name="connsiteY9221" fmla="*/ 2640940 h 4821604"/>
              <a:gd name="connsiteX9222" fmla="*/ 936297 w 2947832"/>
              <a:gd name="connsiteY9222" fmla="*/ 2639841 h 4821604"/>
              <a:gd name="connsiteX9223" fmla="*/ 1432203 w 2947832"/>
              <a:gd name="connsiteY9223" fmla="*/ 2639789 h 4821604"/>
              <a:gd name="connsiteX9224" fmla="*/ 1449992 w 2947832"/>
              <a:gd name="connsiteY9224" fmla="*/ 2639789 h 4821604"/>
              <a:gd name="connsiteX9225" fmla="*/ 1451876 w 2947832"/>
              <a:gd name="connsiteY9225" fmla="*/ 2640888 h 4821604"/>
              <a:gd name="connsiteX9226" fmla="*/ 1460771 w 2947832"/>
              <a:gd name="connsiteY9226" fmla="*/ 2656323 h 4821604"/>
              <a:gd name="connsiteX9227" fmla="*/ 1460771 w 2947832"/>
              <a:gd name="connsiteY9227" fmla="*/ 2658520 h 4821604"/>
              <a:gd name="connsiteX9228" fmla="*/ 1451876 w 2947832"/>
              <a:gd name="connsiteY9228" fmla="*/ 2673955 h 4821604"/>
              <a:gd name="connsiteX9229" fmla="*/ 1449992 w 2947832"/>
              <a:gd name="connsiteY9229" fmla="*/ 2675054 h 4821604"/>
              <a:gd name="connsiteX9230" fmla="*/ 1432203 w 2947832"/>
              <a:gd name="connsiteY9230" fmla="*/ 2675054 h 4821604"/>
              <a:gd name="connsiteX9231" fmla="*/ 1430319 w 2947832"/>
              <a:gd name="connsiteY9231" fmla="*/ 2673955 h 4821604"/>
              <a:gd name="connsiteX9232" fmla="*/ 1421425 w 2947832"/>
              <a:gd name="connsiteY9232" fmla="*/ 2658520 h 4821604"/>
              <a:gd name="connsiteX9233" fmla="*/ 1421425 w 2947832"/>
              <a:gd name="connsiteY9233" fmla="*/ 2656323 h 4821604"/>
              <a:gd name="connsiteX9234" fmla="*/ 1430319 w 2947832"/>
              <a:gd name="connsiteY9234" fmla="*/ 2640888 h 4821604"/>
              <a:gd name="connsiteX9235" fmla="*/ 1432203 w 2947832"/>
              <a:gd name="connsiteY9235" fmla="*/ 2639789 h 4821604"/>
              <a:gd name="connsiteX9236" fmla="*/ 1762823 w 2947832"/>
              <a:gd name="connsiteY9236" fmla="*/ 2639684 h 4821604"/>
              <a:gd name="connsiteX9237" fmla="*/ 1780717 w 2947832"/>
              <a:gd name="connsiteY9237" fmla="*/ 2639684 h 4821604"/>
              <a:gd name="connsiteX9238" fmla="*/ 1782653 w 2947832"/>
              <a:gd name="connsiteY9238" fmla="*/ 2640783 h 4821604"/>
              <a:gd name="connsiteX9239" fmla="*/ 1791600 w 2947832"/>
              <a:gd name="connsiteY9239" fmla="*/ 2656270 h 4821604"/>
              <a:gd name="connsiteX9240" fmla="*/ 1791600 w 2947832"/>
              <a:gd name="connsiteY9240" fmla="*/ 2658468 h 4821604"/>
              <a:gd name="connsiteX9241" fmla="*/ 1782653 w 2947832"/>
              <a:gd name="connsiteY9241" fmla="*/ 2673955 h 4821604"/>
              <a:gd name="connsiteX9242" fmla="*/ 1780717 w 2947832"/>
              <a:gd name="connsiteY9242" fmla="*/ 2675054 h 4821604"/>
              <a:gd name="connsiteX9243" fmla="*/ 1762823 w 2947832"/>
              <a:gd name="connsiteY9243" fmla="*/ 2675054 h 4821604"/>
              <a:gd name="connsiteX9244" fmla="*/ 1760888 w 2947832"/>
              <a:gd name="connsiteY9244" fmla="*/ 2673955 h 4821604"/>
              <a:gd name="connsiteX9245" fmla="*/ 1751940 w 2947832"/>
              <a:gd name="connsiteY9245" fmla="*/ 2658468 h 4821604"/>
              <a:gd name="connsiteX9246" fmla="*/ 1751940 w 2947832"/>
              <a:gd name="connsiteY9246" fmla="*/ 2656270 h 4821604"/>
              <a:gd name="connsiteX9247" fmla="*/ 1760888 w 2947832"/>
              <a:gd name="connsiteY9247" fmla="*/ 2640783 h 4821604"/>
              <a:gd name="connsiteX9248" fmla="*/ 1762823 w 2947832"/>
              <a:gd name="connsiteY9248" fmla="*/ 2639684 h 4821604"/>
              <a:gd name="connsiteX9249" fmla="*/ 2589350 w 2947832"/>
              <a:gd name="connsiteY9249" fmla="*/ 2639579 h 4821604"/>
              <a:gd name="connsiteX9250" fmla="*/ 2607401 w 2947832"/>
              <a:gd name="connsiteY9250" fmla="*/ 2639579 h 4821604"/>
              <a:gd name="connsiteX9251" fmla="*/ 2609337 w 2947832"/>
              <a:gd name="connsiteY9251" fmla="*/ 2640678 h 4821604"/>
              <a:gd name="connsiteX9252" fmla="*/ 2618336 w 2947832"/>
              <a:gd name="connsiteY9252" fmla="*/ 2656322 h 4821604"/>
              <a:gd name="connsiteX9253" fmla="*/ 2618336 w 2947832"/>
              <a:gd name="connsiteY9253" fmla="*/ 2658571 h 4821604"/>
              <a:gd name="connsiteX9254" fmla="*/ 2609337 w 2947832"/>
              <a:gd name="connsiteY9254" fmla="*/ 2674216 h 4821604"/>
              <a:gd name="connsiteX9255" fmla="*/ 2607401 w 2947832"/>
              <a:gd name="connsiteY9255" fmla="*/ 2675315 h 4821604"/>
              <a:gd name="connsiteX9256" fmla="*/ 2589350 w 2947832"/>
              <a:gd name="connsiteY9256" fmla="*/ 2675315 h 4821604"/>
              <a:gd name="connsiteX9257" fmla="*/ 2587414 w 2947832"/>
              <a:gd name="connsiteY9257" fmla="*/ 2674216 h 4821604"/>
              <a:gd name="connsiteX9258" fmla="*/ 2578415 w 2947832"/>
              <a:gd name="connsiteY9258" fmla="*/ 2658571 h 4821604"/>
              <a:gd name="connsiteX9259" fmla="*/ 2578415 w 2947832"/>
              <a:gd name="connsiteY9259" fmla="*/ 2656322 h 4821604"/>
              <a:gd name="connsiteX9260" fmla="*/ 2587414 w 2947832"/>
              <a:gd name="connsiteY9260" fmla="*/ 2640678 h 4821604"/>
              <a:gd name="connsiteX9261" fmla="*/ 2589350 w 2947832"/>
              <a:gd name="connsiteY9261" fmla="*/ 2639579 h 4821604"/>
              <a:gd name="connsiteX9262" fmla="*/ 2093079 w 2947832"/>
              <a:gd name="connsiteY9262" fmla="*/ 2638951 h 4821604"/>
              <a:gd name="connsiteX9263" fmla="*/ 2111757 w 2947832"/>
              <a:gd name="connsiteY9263" fmla="*/ 2638951 h 4821604"/>
              <a:gd name="connsiteX9264" fmla="*/ 2113745 w 2947832"/>
              <a:gd name="connsiteY9264" fmla="*/ 2640102 h 4821604"/>
              <a:gd name="connsiteX9265" fmla="*/ 2123059 w 2947832"/>
              <a:gd name="connsiteY9265" fmla="*/ 2656269 h 4821604"/>
              <a:gd name="connsiteX9266" fmla="*/ 2123059 w 2947832"/>
              <a:gd name="connsiteY9266" fmla="*/ 2658572 h 4821604"/>
              <a:gd name="connsiteX9267" fmla="*/ 2113745 w 2947832"/>
              <a:gd name="connsiteY9267" fmla="*/ 2674739 h 4821604"/>
              <a:gd name="connsiteX9268" fmla="*/ 2111757 w 2947832"/>
              <a:gd name="connsiteY9268" fmla="*/ 2675890 h 4821604"/>
              <a:gd name="connsiteX9269" fmla="*/ 2093079 w 2947832"/>
              <a:gd name="connsiteY9269" fmla="*/ 2675890 h 4821604"/>
              <a:gd name="connsiteX9270" fmla="*/ 2091090 w 2947832"/>
              <a:gd name="connsiteY9270" fmla="*/ 2674739 h 4821604"/>
              <a:gd name="connsiteX9271" fmla="*/ 2081777 w 2947832"/>
              <a:gd name="connsiteY9271" fmla="*/ 2658572 h 4821604"/>
              <a:gd name="connsiteX9272" fmla="*/ 2081777 w 2947832"/>
              <a:gd name="connsiteY9272" fmla="*/ 2656269 h 4821604"/>
              <a:gd name="connsiteX9273" fmla="*/ 2091090 w 2947832"/>
              <a:gd name="connsiteY9273" fmla="*/ 2640102 h 4821604"/>
              <a:gd name="connsiteX9274" fmla="*/ 2093079 w 2947832"/>
              <a:gd name="connsiteY9274" fmla="*/ 2638951 h 4821604"/>
              <a:gd name="connsiteX9275" fmla="*/ 1844969 w 2947832"/>
              <a:gd name="connsiteY9275" fmla="*/ 2638690 h 4821604"/>
              <a:gd name="connsiteX9276" fmla="*/ 1863909 w 2947832"/>
              <a:gd name="connsiteY9276" fmla="*/ 2638690 h 4821604"/>
              <a:gd name="connsiteX9277" fmla="*/ 1865950 w 2947832"/>
              <a:gd name="connsiteY9277" fmla="*/ 2639841 h 4821604"/>
              <a:gd name="connsiteX9278" fmla="*/ 1875420 w 2947832"/>
              <a:gd name="connsiteY9278" fmla="*/ 2656270 h 4821604"/>
              <a:gd name="connsiteX9279" fmla="*/ 1875420 w 2947832"/>
              <a:gd name="connsiteY9279" fmla="*/ 2658625 h 4821604"/>
              <a:gd name="connsiteX9280" fmla="*/ 1865950 w 2947832"/>
              <a:gd name="connsiteY9280" fmla="*/ 2675054 h 4821604"/>
              <a:gd name="connsiteX9281" fmla="*/ 1863909 w 2947832"/>
              <a:gd name="connsiteY9281" fmla="*/ 2676205 h 4821604"/>
              <a:gd name="connsiteX9282" fmla="*/ 1844969 w 2947832"/>
              <a:gd name="connsiteY9282" fmla="*/ 2676205 h 4821604"/>
              <a:gd name="connsiteX9283" fmla="*/ 1842928 w 2947832"/>
              <a:gd name="connsiteY9283" fmla="*/ 2675054 h 4821604"/>
              <a:gd name="connsiteX9284" fmla="*/ 1833458 w 2947832"/>
              <a:gd name="connsiteY9284" fmla="*/ 2658625 h 4821604"/>
              <a:gd name="connsiteX9285" fmla="*/ 1833458 w 2947832"/>
              <a:gd name="connsiteY9285" fmla="*/ 2656270 h 4821604"/>
              <a:gd name="connsiteX9286" fmla="*/ 1842928 w 2947832"/>
              <a:gd name="connsiteY9286" fmla="*/ 2639841 h 4821604"/>
              <a:gd name="connsiteX9287" fmla="*/ 1844969 w 2947832"/>
              <a:gd name="connsiteY9287" fmla="*/ 2638690 h 4821604"/>
              <a:gd name="connsiteX9288" fmla="*/ 2174962 w 2947832"/>
              <a:gd name="connsiteY9288" fmla="*/ 2637329 h 4821604"/>
              <a:gd name="connsiteX9289" fmla="*/ 2195210 w 2947832"/>
              <a:gd name="connsiteY9289" fmla="*/ 2637329 h 4821604"/>
              <a:gd name="connsiteX9290" fmla="*/ 2197408 w 2947832"/>
              <a:gd name="connsiteY9290" fmla="*/ 2638585 h 4821604"/>
              <a:gd name="connsiteX9291" fmla="*/ 2207559 w 2947832"/>
              <a:gd name="connsiteY9291" fmla="*/ 2656113 h 4821604"/>
              <a:gd name="connsiteX9292" fmla="*/ 2207559 w 2947832"/>
              <a:gd name="connsiteY9292" fmla="*/ 2658624 h 4821604"/>
              <a:gd name="connsiteX9293" fmla="*/ 2197408 w 2947832"/>
              <a:gd name="connsiteY9293" fmla="*/ 2676152 h 4821604"/>
              <a:gd name="connsiteX9294" fmla="*/ 2195210 w 2947832"/>
              <a:gd name="connsiteY9294" fmla="*/ 2677408 h 4821604"/>
              <a:gd name="connsiteX9295" fmla="*/ 2174962 w 2947832"/>
              <a:gd name="connsiteY9295" fmla="*/ 2677408 h 4821604"/>
              <a:gd name="connsiteX9296" fmla="*/ 2172765 w 2947832"/>
              <a:gd name="connsiteY9296" fmla="*/ 2676152 h 4821604"/>
              <a:gd name="connsiteX9297" fmla="*/ 2162614 w 2947832"/>
              <a:gd name="connsiteY9297" fmla="*/ 2658624 h 4821604"/>
              <a:gd name="connsiteX9298" fmla="*/ 2162614 w 2947832"/>
              <a:gd name="connsiteY9298" fmla="*/ 2656113 h 4821604"/>
              <a:gd name="connsiteX9299" fmla="*/ 2172765 w 2947832"/>
              <a:gd name="connsiteY9299" fmla="*/ 2638585 h 4821604"/>
              <a:gd name="connsiteX9300" fmla="*/ 2174962 w 2947832"/>
              <a:gd name="connsiteY9300" fmla="*/ 2637329 h 4821604"/>
              <a:gd name="connsiteX9301" fmla="*/ 1927009 w 2947832"/>
              <a:gd name="connsiteY9301" fmla="*/ 2637329 h 4821604"/>
              <a:gd name="connsiteX9302" fmla="*/ 1947257 w 2947832"/>
              <a:gd name="connsiteY9302" fmla="*/ 2637329 h 4821604"/>
              <a:gd name="connsiteX9303" fmla="*/ 1949455 w 2947832"/>
              <a:gd name="connsiteY9303" fmla="*/ 2638585 h 4821604"/>
              <a:gd name="connsiteX9304" fmla="*/ 1959605 w 2947832"/>
              <a:gd name="connsiteY9304" fmla="*/ 2656113 h 4821604"/>
              <a:gd name="connsiteX9305" fmla="*/ 1959605 w 2947832"/>
              <a:gd name="connsiteY9305" fmla="*/ 2658624 h 4821604"/>
              <a:gd name="connsiteX9306" fmla="*/ 1949455 w 2947832"/>
              <a:gd name="connsiteY9306" fmla="*/ 2676152 h 4821604"/>
              <a:gd name="connsiteX9307" fmla="*/ 1947257 w 2947832"/>
              <a:gd name="connsiteY9307" fmla="*/ 2677408 h 4821604"/>
              <a:gd name="connsiteX9308" fmla="*/ 1927009 w 2947832"/>
              <a:gd name="connsiteY9308" fmla="*/ 2677408 h 4821604"/>
              <a:gd name="connsiteX9309" fmla="*/ 1924811 w 2947832"/>
              <a:gd name="connsiteY9309" fmla="*/ 2676152 h 4821604"/>
              <a:gd name="connsiteX9310" fmla="*/ 1914661 w 2947832"/>
              <a:gd name="connsiteY9310" fmla="*/ 2658624 h 4821604"/>
              <a:gd name="connsiteX9311" fmla="*/ 1914661 w 2947832"/>
              <a:gd name="connsiteY9311" fmla="*/ 2656113 h 4821604"/>
              <a:gd name="connsiteX9312" fmla="*/ 1924811 w 2947832"/>
              <a:gd name="connsiteY9312" fmla="*/ 2638585 h 4821604"/>
              <a:gd name="connsiteX9313" fmla="*/ 1927009 w 2947832"/>
              <a:gd name="connsiteY9313" fmla="*/ 2637329 h 4821604"/>
              <a:gd name="connsiteX9314" fmla="*/ 1679004 w 2947832"/>
              <a:gd name="connsiteY9314" fmla="*/ 2637329 h 4821604"/>
              <a:gd name="connsiteX9315" fmla="*/ 1699253 w 2947832"/>
              <a:gd name="connsiteY9315" fmla="*/ 2637329 h 4821604"/>
              <a:gd name="connsiteX9316" fmla="*/ 1701450 w 2947832"/>
              <a:gd name="connsiteY9316" fmla="*/ 2638585 h 4821604"/>
              <a:gd name="connsiteX9317" fmla="*/ 1711601 w 2947832"/>
              <a:gd name="connsiteY9317" fmla="*/ 2656113 h 4821604"/>
              <a:gd name="connsiteX9318" fmla="*/ 1711601 w 2947832"/>
              <a:gd name="connsiteY9318" fmla="*/ 2658624 h 4821604"/>
              <a:gd name="connsiteX9319" fmla="*/ 1701450 w 2947832"/>
              <a:gd name="connsiteY9319" fmla="*/ 2676152 h 4821604"/>
              <a:gd name="connsiteX9320" fmla="*/ 1699253 w 2947832"/>
              <a:gd name="connsiteY9320" fmla="*/ 2677408 h 4821604"/>
              <a:gd name="connsiteX9321" fmla="*/ 1679004 w 2947832"/>
              <a:gd name="connsiteY9321" fmla="*/ 2677408 h 4821604"/>
              <a:gd name="connsiteX9322" fmla="*/ 1676806 w 2947832"/>
              <a:gd name="connsiteY9322" fmla="*/ 2676152 h 4821604"/>
              <a:gd name="connsiteX9323" fmla="*/ 1666656 w 2947832"/>
              <a:gd name="connsiteY9323" fmla="*/ 2658624 h 4821604"/>
              <a:gd name="connsiteX9324" fmla="*/ 1666656 w 2947832"/>
              <a:gd name="connsiteY9324" fmla="*/ 2656113 h 4821604"/>
              <a:gd name="connsiteX9325" fmla="*/ 1676806 w 2947832"/>
              <a:gd name="connsiteY9325" fmla="*/ 2638585 h 4821604"/>
              <a:gd name="connsiteX9326" fmla="*/ 1679004 w 2947832"/>
              <a:gd name="connsiteY9326" fmla="*/ 2637329 h 4821604"/>
              <a:gd name="connsiteX9327" fmla="*/ 2009416 w 2947832"/>
              <a:gd name="connsiteY9327" fmla="*/ 2637015 h 4821604"/>
              <a:gd name="connsiteX9328" fmla="*/ 2030031 w 2947832"/>
              <a:gd name="connsiteY9328" fmla="*/ 2637015 h 4821604"/>
              <a:gd name="connsiteX9329" fmla="*/ 2032228 w 2947832"/>
              <a:gd name="connsiteY9329" fmla="*/ 2638271 h 4821604"/>
              <a:gd name="connsiteX9330" fmla="*/ 2042536 w 2947832"/>
              <a:gd name="connsiteY9330" fmla="*/ 2656113 h 4821604"/>
              <a:gd name="connsiteX9331" fmla="*/ 2042536 w 2947832"/>
              <a:gd name="connsiteY9331" fmla="*/ 2658676 h 4821604"/>
              <a:gd name="connsiteX9332" fmla="*/ 2032228 w 2947832"/>
              <a:gd name="connsiteY9332" fmla="*/ 2676518 h 4821604"/>
              <a:gd name="connsiteX9333" fmla="*/ 2030031 w 2947832"/>
              <a:gd name="connsiteY9333" fmla="*/ 2677774 h 4821604"/>
              <a:gd name="connsiteX9334" fmla="*/ 2009416 w 2947832"/>
              <a:gd name="connsiteY9334" fmla="*/ 2677774 h 4821604"/>
              <a:gd name="connsiteX9335" fmla="*/ 2007218 w 2947832"/>
              <a:gd name="connsiteY9335" fmla="*/ 2676518 h 4821604"/>
              <a:gd name="connsiteX9336" fmla="*/ 1996911 w 2947832"/>
              <a:gd name="connsiteY9336" fmla="*/ 2658676 h 4821604"/>
              <a:gd name="connsiteX9337" fmla="*/ 1996911 w 2947832"/>
              <a:gd name="connsiteY9337" fmla="*/ 2656113 h 4821604"/>
              <a:gd name="connsiteX9338" fmla="*/ 2007218 w 2947832"/>
              <a:gd name="connsiteY9338" fmla="*/ 2638271 h 4821604"/>
              <a:gd name="connsiteX9339" fmla="*/ 2009416 w 2947832"/>
              <a:gd name="connsiteY9339" fmla="*/ 2637015 h 4821604"/>
              <a:gd name="connsiteX9340" fmla="*/ 190347 w 2947832"/>
              <a:gd name="connsiteY9340" fmla="*/ 2635760 h 4821604"/>
              <a:gd name="connsiteX9341" fmla="*/ 212217 w 2947832"/>
              <a:gd name="connsiteY9341" fmla="*/ 2635760 h 4821604"/>
              <a:gd name="connsiteX9342" fmla="*/ 214572 w 2947832"/>
              <a:gd name="connsiteY9342" fmla="*/ 2637120 h 4821604"/>
              <a:gd name="connsiteX9343" fmla="*/ 225507 w 2947832"/>
              <a:gd name="connsiteY9343" fmla="*/ 2656061 h 4821604"/>
              <a:gd name="connsiteX9344" fmla="*/ 225507 w 2947832"/>
              <a:gd name="connsiteY9344" fmla="*/ 2658782 h 4821604"/>
              <a:gd name="connsiteX9345" fmla="*/ 214572 w 2947832"/>
              <a:gd name="connsiteY9345" fmla="*/ 2677722 h 4821604"/>
              <a:gd name="connsiteX9346" fmla="*/ 212217 w 2947832"/>
              <a:gd name="connsiteY9346" fmla="*/ 2679083 h 4821604"/>
              <a:gd name="connsiteX9347" fmla="*/ 190347 w 2947832"/>
              <a:gd name="connsiteY9347" fmla="*/ 2679083 h 4821604"/>
              <a:gd name="connsiteX9348" fmla="*/ 187992 w 2947832"/>
              <a:gd name="connsiteY9348" fmla="*/ 2677722 h 4821604"/>
              <a:gd name="connsiteX9349" fmla="*/ 177057 w 2947832"/>
              <a:gd name="connsiteY9349" fmla="*/ 2658782 h 4821604"/>
              <a:gd name="connsiteX9350" fmla="*/ 177057 w 2947832"/>
              <a:gd name="connsiteY9350" fmla="*/ 2656061 h 4821604"/>
              <a:gd name="connsiteX9351" fmla="*/ 187992 w 2947832"/>
              <a:gd name="connsiteY9351" fmla="*/ 2637120 h 4821604"/>
              <a:gd name="connsiteX9352" fmla="*/ 190347 w 2947832"/>
              <a:gd name="connsiteY9352" fmla="*/ 2635760 h 4821604"/>
              <a:gd name="connsiteX9353" fmla="*/ 272962 w 2947832"/>
              <a:gd name="connsiteY9353" fmla="*/ 2635655 h 4821604"/>
              <a:gd name="connsiteX9354" fmla="*/ 294937 w 2947832"/>
              <a:gd name="connsiteY9354" fmla="*/ 2635655 h 4821604"/>
              <a:gd name="connsiteX9355" fmla="*/ 297292 w 2947832"/>
              <a:gd name="connsiteY9355" fmla="*/ 2637015 h 4821604"/>
              <a:gd name="connsiteX9356" fmla="*/ 308279 w 2947832"/>
              <a:gd name="connsiteY9356" fmla="*/ 2656060 h 4821604"/>
              <a:gd name="connsiteX9357" fmla="*/ 308279 w 2947832"/>
              <a:gd name="connsiteY9357" fmla="*/ 2658781 h 4821604"/>
              <a:gd name="connsiteX9358" fmla="*/ 297292 w 2947832"/>
              <a:gd name="connsiteY9358" fmla="*/ 2677826 h 4821604"/>
              <a:gd name="connsiteX9359" fmla="*/ 294937 w 2947832"/>
              <a:gd name="connsiteY9359" fmla="*/ 2679186 h 4821604"/>
              <a:gd name="connsiteX9360" fmla="*/ 272962 w 2947832"/>
              <a:gd name="connsiteY9360" fmla="*/ 2679186 h 4821604"/>
              <a:gd name="connsiteX9361" fmla="*/ 270607 w 2947832"/>
              <a:gd name="connsiteY9361" fmla="*/ 2677826 h 4821604"/>
              <a:gd name="connsiteX9362" fmla="*/ 259620 w 2947832"/>
              <a:gd name="connsiteY9362" fmla="*/ 2658781 h 4821604"/>
              <a:gd name="connsiteX9363" fmla="*/ 259620 w 2947832"/>
              <a:gd name="connsiteY9363" fmla="*/ 2656060 h 4821604"/>
              <a:gd name="connsiteX9364" fmla="*/ 270607 w 2947832"/>
              <a:gd name="connsiteY9364" fmla="*/ 2637015 h 4821604"/>
              <a:gd name="connsiteX9365" fmla="*/ 272962 w 2947832"/>
              <a:gd name="connsiteY9365" fmla="*/ 2635655 h 4821604"/>
              <a:gd name="connsiteX9366" fmla="*/ 101504 w 2947832"/>
              <a:gd name="connsiteY9366" fmla="*/ 2623569 h 4821604"/>
              <a:gd name="connsiteX9367" fmla="*/ 135722 w 2947832"/>
              <a:gd name="connsiteY9367" fmla="*/ 2623569 h 4821604"/>
              <a:gd name="connsiteX9368" fmla="*/ 139385 w 2947832"/>
              <a:gd name="connsiteY9368" fmla="*/ 2625662 h 4821604"/>
              <a:gd name="connsiteX9369" fmla="*/ 156494 w 2947832"/>
              <a:gd name="connsiteY9369" fmla="*/ 2655328 h 4821604"/>
              <a:gd name="connsiteX9370" fmla="*/ 156494 w 2947832"/>
              <a:gd name="connsiteY9370" fmla="*/ 2659566 h 4821604"/>
              <a:gd name="connsiteX9371" fmla="*/ 139385 w 2947832"/>
              <a:gd name="connsiteY9371" fmla="*/ 2689233 h 4821604"/>
              <a:gd name="connsiteX9372" fmla="*/ 135722 w 2947832"/>
              <a:gd name="connsiteY9372" fmla="*/ 2691326 h 4821604"/>
              <a:gd name="connsiteX9373" fmla="*/ 101504 w 2947832"/>
              <a:gd name="connsiteY9373" fmla="*/ 2691326 h 4821604"/>
              <a:gd name="connsiteX9374" fmla="*/ 97841 w 2947832"/>
              <a:gd name="connsiteY9374" fmla="*/ 2689233 h 4821604"/>
              <a:gd name="connsiteX9375" fmla="*/ 80732 w 2947832"/>
              <a:gd name="connsiteY9375" fmla="*/ 2659566 h 4821604"/>
              <a:gd name="connsiteX9376" fmla="*/ 80732 w 2947832"/>
              <a:gd name="connsiteY9376" fmla="*/ 2655328 h 4821604"/>
              <a:gd name="connsiteX9377" fmla="*/ 97841 w 2947832"/>
              <a:gd name="connsiteY9377" fmla="*/ 2625662 h 4821604"/>
              <a:gd name="connsiteX9378" fmla="*/ 101504 w 2947832"/>
              <a:gd name="connsiteY9378" fmla="*/ 2623569 h 4821604"/>
              <a:gd name="connsiteX9379" fmla="*/ 610856 w 2947832"/>
              <a:gd name="connsiteY9379" fmla="*/ 2567480 h 4821604"/>
              <a:gd name="connsiteX9380" fmla="*/ 618233 w 2947832"/>
              <a:gd name="connsiteY9380" fmla="*/ 2567480 h 4821604"/>
              <a:gd name="connsiteX9381" fmla="*/ 619018 w 2947832"/>
              <a:gd name="connsiteY9381" fmla="*/ 2567951 h 4821604"/>
              <a:gd name="connsiteX9382" fmla="*/ 622681 w 2947832"/>
              <a:gd name="connsiteY9382" fmla="*/ 2574334 h 4821604"/>
              <a:gd name="connsiteX9383" fmla="*/ 622681 w 2947832"/>
              <a:gd name="connsiteY9383" fmla="*/ 2575224 h 4821604"/>
              <a:gd name="connsiteX9384" fmla="*/ 619018 w 2947832"/>
              <a:gd name="connsiteY9384" fmla="*/ 2581607 h 4821604"/>
              <a:gd name="connsiteX9385" fmla="*/ 618233 w 2947832"/>
              <a:gd name="connsiteY9385" fmla="*/ 2582078 h 4821604"/>
              <a:gd name="connsiteX9386" fmla="*/ 610856 w 2947832"/>
              <a:gd name="connsiteY9386" fmla="*/ 2582078 h 4821604"/>
              <a:gd name="connsiteX9387" fmla="*/ 610071 w 2947832"/>
              <a:gd name="connsiteY9387" fmla="*/ 2581607 h 4821604"/>
              <a:gd name="connsiteX9388" fmla="*/ 606409 w 2947832"/>
              <a:gd name="connsiteY9388" fmla="*/ 2575224 h 4821604"/>
              <a:gd name="connsiteX9389" fmla="*/ 606409 w 2947832"/>
              <a:gd name="connsiteY9389" fmla="*/ 2574334 h 4821604"/>
              <a:gd name="connsiteX9390" fmla="*/ 610071 w 2947832"/>
              <a:gd name="connsiteY9390" fmla="*/ 2567951 h 4821604"/>
              <a:gd name="connsiteX9391" fmla="*/ 610856 w 2947832"/>
              <a:gd name="connsiteY9391" fmla="*/ 2567480 h 4821604"/>
              <a:gd name="connsiteX9392" fmla="*/ 527978 w 2947832"/>
              <a:gd name="connsiteY9392" fmla="*/ 2567009 h 4821604"/>
              <a:gd name="connsiteX9393" fmla="*/ 535826 w 2947832"/>
              <a:gd name="connsiteY9393" fmla="*/ 2567009 h 4821604"/>
              <a:gd name="connsiteX9394" fmla="*/ 536664 w 2947832"/>
              <a:gd name="connsiteY9394" fmla="*/ 2567480 h 4821604"/>
              <a:gd name="connsiteX9395" fmla="*/ 540588 w 2947832"/>
              <a:gd name="connsiteY9395" fmla="*/ 2574282 h 4821604"/>
              <a:gd name="connsiteX9396" fmla="*/ 540588 w 2947832"/>
              <a:gd name="connsiteY9396" fmla="*/ 2575276 h 4821604"/>
              <a:gd name="connsiteX9397" fmla="*/ 536664 w 2947832"/>
              <a:gd name="connsiteY9397" fmla="*/ 2582078 h 4821604"/>
              <a:gd name="connsiteX9398" fmla="*/ 535826 w 2947832"/>
              <a:gd name="connsiteY9398" fmla="*/ 2582549 h 4821604"/>
              <a:gd name="connsiteX9399" fmla="*/ 527978 w 2947832"/>
              <a:gd name="connsiteY9399" fmla="*/ 2582549 h 4821604"/>
              <a:gd name="connsiteX9400" fmla="*/ 527141 w 2947832"/>
              <a:gd name="connsiteY9400" fmla="*/ 2582078 h 4821604"/>
              <a:gd name="connsiteX9401" fmla="*/ 523217 w 2947832"/>
              <a:gd name="connsiteY9401" fmla="*/ 2575276 h 4821604"/>
              <a:gd name="connsiteX9402" fmla="*/ 523217 w 2947832"/>
              <a:gd name="connsiteY9402" fmla="*/ 2574282 h 4821604"/>
              <a:gd name="connsiteX9403" fmla="*/ 527141 w 2947832"/>
              <a:gd name="connsiteY9403" fmla="*/ 2567480 h 4821604"/>
              <a:gd name="connsiteX9404" fmla="*/ 527978 w 2947832"/>
              <a:gd name="connsiteY9404" fmla="*/ 2567009 h 4821604"/>
              <a:gd name="connsiteX9405" fmla="*/ 692426 w 2947832"/>
              <a:gd name="connsiteY9405" fmla="*/ 2565230 h 4821604"/>
              <a:gd name="connsiteX9406" fmla="*/ 702053 w 2947832"/>
              <a:gd name="connsiteY9406" fmla="*/ 2565230 h 4821604"/>
              <a:gd name="connsiteX9407" fmla="*/ 703100 w 2947832"/>
              <a:gd name="connsiteY9407" fmla="*/ 2565805 h 4821604"/>
              <a:gd name="connsiteX9408" fmla="*/ 707913 w 2947832"/>
              <a:gd name="connsiteY9408" fmla="*/ 2574125 h 4821604"/>
              <a:gd name="connsiteX9409" fmla="*/ 707913 w 2947832"/>
              <a:gd name="connsiteY9409" fmla="*/ 2575328 h 4821604"/>
              <a:gd name="connsiteX9410" fmla="*/ 703100 w 2947832"/>
              <a:gd name="connsiteY9410" fmla="*/ 2583647 h 4821604"/>
              <a:gd name="connsiteX9411" fmla="*/ 702053 w 2947832"/>
              <a:gd name="connsiteY9411" fmla="*/ 2584223 h 4821604"/>
              <a:gd name="connsiteX9412" fmla="*/ 692426 w 2947832"/>
              <a:gd name="connsiteY9412" fmla="*/ 2584223 h 4821604"/>
              <a:gd name="connsiteX9413" fmla="*/ 691380 w 2947832"/>
              <a:gd name="connsiteY9413" fmla="*/ 2583647 h 4821604"/>
              <a:gd name="connsiteX9414" fmla="*/ 686566 w 2947832"/>
              <a:gd name="connsiteY9414" fmla="*/ 2575328 h 4821604"/>
              <a:gd name="connsiteX9415" fmla="*/ 686566 w 2947832"/>
              <a:gd name="connsiteY9415" fmla="*/ 2574125 h 4821604"/>
              <a:gd name="connsiteX9416" fmla="*/ 691380 w 2947832"/>
              <a:gd name="connsiteY9416" fmla="*/ 2565805 h 4821604"/>
              <a:gd name="connsiteX9417" fmla="*/ 692426 w 2947832"/>
              <a:gd name="connsiteY9417" fmla="*/ 2565230 h 4821604"/>
              <a:gd name="connsiteX9418" fmla="*/ 30503 w 2947832"/>
              <a:gd name="connsiteY9418" fmla="*/ 2563870 h 4821604"/>
              <a:gd name="connsiteX9419" fmla="*/ 41491 w 2947832"/>
              <a:gd name="connsiteY9419" fmla="*/ 2563870 h 4821604"/>
              <a:gd name="connsiteX9420" fmla="*/ 42694 w 2947832"/>
              <a:gd name="connsiteY9420" fmla="*/ 2564550 h 4821604"/>
              <a:gd name="connsiteX9421" fmla="*/ 48188 w 2947832"/>
              <a:gd name="connsiteY9421" fmla="*/ 2574073 h 4821604"/>
              <a:gd name="connsiteX9422" fmla="*/ 48188 w 2947832"/>
              <a:gd name="connsiteY9422" fmla="*/ 2575433 h 4821604"/>
              <a:gd name="connsiteX9423" fmla="*/ 42694 w 2947832"/>
              <a:gd name="connsiteY9423" fmla="*/ 2584956 h 4821604"/>
              <a:gd name="connsiteX9424" fmla="*/ 41491 w 2947832"/>
              <a:gd name="connsiteY9424" fmla="*/ 2585636 h 4821604"/>
              <a:gd name="connsiteX9425" fmla="*/ 30503 w 2947832"/>
              <a:gd name="connsiteY9425" fmla="*/ 2585636 h 4821604"/>
              <a:gd name="connsiteX9426" fmla="*/ 29300 w 2947832"/>
              <a:gd name="connsiteY9426" fmla="*/ 2584956 h 4821604"/>
              <a:gd name="connsiteX9427" fmla="*/ 23806 w 2947832"/>
              <a:gd name="connsiteY9427" fmla="*/ 2575433 h 4821604"/>
              <a:gd name="connsiteX9428" fmla="*/ 23806 w 2947832"/>
              <a:gd name="connsiteY9428" fmla="*/ 2574073 h 4821604"/>
              <a:gd name="connsiteX9429" fmla="*/ 29300 w 2947832"/>
              <a:gd name="connsiteY9429" fmla="*/ 2564550 h 4821604"/>
              <a:gd name="connsiteX9430" fmla="*/ 30503 w 2947832"/>
              <a:gd name="connsiteY9430" fmla="*/ 2563870 h 4821604"/>
              <a:gd name="connsiteX9431" fmla="*/ 360811 w 2947832"/>
              <a:gd name="connsiteY9431" fmla="*/ 2563294 h 4821604"/>
              <a:gd name="connsiteX9432" fmla="*/ 372374 w 2947832"/>
              <a:gd name="connsiteY9432" fmla="*/ 2563294 h 4821604"/>
              <a:gd name="connsiteX9433" fmla="*/ 373630 w 2947832"/>
              <a:gd name="connsiteY9433" fmla="*/ 2564027 h 4821604"/>
              <a:gd name="connsiteX9434" fmla="*/ 379385 w 2947832"/>
              <a:gd name="connsiteY9434" fmla="*/ 2574020 h 4821604"/>
              <a:gd name="connsiteX9435" fmla="*/ 379385 w 2947832"/>
              <a:gd name="connsiteY9435" fmla="*/ 2575433 h 4821604"/>
              <a:gd name="connsiteX9436" fmla="*/ 373630 w 2947832"/>
              <a:gd name="connsiteY9436" fmla="*/ 2585426 h 4821604"/>
              <a:gd name="connsiteX9437" fmla="*/ 372374 w 2947832"/>
              <a:gd name="connsiteY9437" fmla="*/ 2586159 h 4821604"/>
              <a:gd name="connsiteX9438" fmla="*/ 360811 w 2947832"/>
              <a:gd name="connsiteY9438" fmla="*/ 2586159 h 4821604"/>
              <a:gd name="connsiteX9439" fmla="*/ 359555 w 2947832"/>
              <a:gd name="connsiteY9439" fmla="*/ 2585426 h 4821604"/>
              <a:gd name="connsiteX9440" fmla="*/ 353800 w 2947832"/>
              <a:gd name="connsiteY9440" fmla="*/ 2575433 h 4821604"/>
              <a:gd name="connsiteX9441" fmla="*/ 353800 w 2947832"/>
              <a:gd name="connsiteY9441" fmla="*/ 2574020 h 4821604"/>
              <a:gd name="connsiteX9442" fmla="*/ 359555 w 2947832"/>
              <a:gd name="connsiteY9442" fmla="*/ 2564027 h 4821604"/>
              <a:gd name="connsiteX9443" fmla="*/ 360811 w 2947832"/>
              <a:gd name="connsiteY9443" fmla="*/ 2563294 h 4821604"/>
              <a:gd name="connsiteX9444" fmla="*/ 774048 w 2947832"/>
              <a:gd name="connsiteY9444" fmla="*/ 2563190 h 4821604"/>
              <a:gd name="connsiteX9445" fmla="*/ 785768 w 2947832"/>
              <a:gd name="connsiteY9445" fmla="*/ 2563190 h 4821604"/>
              <a:gd name="connsiteX9446" fmla="*/ 787023 w 2947832"/>
              <a:gd name="connsiteY9446" fmla="*/ 2563923 h 4821604"/>
              <a:gd name="connsiteX9447" fmla="*/ 792883 w 2947832"/>
              <a:gd name="connsiteY9447" fmla="*/ 2574073 h 4821604"/>
              <a:gd name="connsiteX9448" fmla="*/ 792883 w 2947832"/>
              <a:gd name="connsiteY9448" fmla="*/ 2575538 h 4821604"/>
              <a:gd name="connsiteX9449" fmla="*/ 787023 w 2947832"/>
              <a:gd name="connsiteY9449" fmla="*/ 2585688 h 4821604"/>
              <a:gd name="connsiteX9450" fmla="*/ 785768 w 2947832"/>
              <a:gd name="connsiteY9450" fmla="*/ 2586421 h 4821604"/>
              <a:gd name="connsiteX9451" fmla="*/ 774048 w 2947832"/>
              <a:gd name="connsiteY9451" fmla="*/ 2586421 h 4821604"/>
              <a:gd name="connsiteX9452" fmla="*/ 772792 w 2947832"/>
              <a:gd name="connsiteY9452" fmla="*/ 2585688 h 4821604"/>
              <a:gd name="connsiteX9453" fmla="*/ 766932 w 2947832"/>
              <a:gd name="connsiteY9453" fmla="*/ 2575538 h 4821604"/>
              <a:gd name="connsiteX9454" fmla="*/ 766932 w 2947832"/>
              <a:gd name="connsiteY9454" fmla="*/ 2574073 h 4821604"/>
              <a:gd name="connsiteX9455" fmla="*/ 772792 w 2947832"/>
              <a:gd name="connsiteY9455" fmla="*/ 2563923 h 4821604"/>
              <a:gd name="connsiteX9456" fmla="*/ 774048 w 2947832"/>
              <a:gd name="connsiteY9456" fmla="*/ 2563190 h 4821604"/>
              <a:gd name="connsiteX9457" fmla="*/ 195213 w 2947832"/>
              <a:gd name="connsiteY9457" fmla="*/ 2562771 h 4821604"/>
              <a:gd name="connsiteX9458" fmla="*/ 207299 w 2947832"/>
              <a:gd name="connsiteY9458" fmla="*/ 2562771 h 4821604"/>
              <a:gd name="connsiteX9459" fmla="*/ 208607 w 2947832"/>
              <a:gd name="connsiteY9459" fmla="*/ 2563504 h 4821604"/>
              <a:gd name="connsiteX9460" fmla="*/ 214676 w 2947832"/>
              <a:gd name="connsiteY9460" fmla="*/ 2573968 h 4821604"/>
              <a:gd name="connsiteX9461" fmla="*/ 214676 w 2947832"/>
              <a:gd name="connsiteY9461" fmla="*/ 2575485 h 4821604"/>
              <a:gd name="connsiteX9462" fmla="*/ 208607 w 2947832"/>
              <a:gd name="connsiteY9462" fmla="*/ 2585950 h 4821604"/>
              <a:gd name="connsiteX9463" fmla="*/ 207299 w 2947832"/>
              <a:gd name="connsiteY9463" fmla="*/ 2586682 h 4821604"/>
              <a:gd name="connsiteX9464" fmla="*/ 195213 w 2947832"/>
              <a:gd name="connsiteY9464" fmla="*/ 2586682 h 4821604"/>
              <a:gd name="connsiteX9465" fmla="*/ 193905 w 2947832"/>
              <a:gd name="connsiteY9465" fmla="*/ 2585950 h 4821604"/>
              <a:gd name="connsiteX9466" fmla="*/ 187835 w 2947832"/>
              <a:gd name="connsiteY9466" fmla="*/ 2575485 h 4821604"/>
              <a:gd name="connsiteX9467" fmla="*/ 187835 w 2947832"/>
              <a:gd name="connsiteY9467" fmla="*/ 2573968 h 4821604"/>
              <a:gd name="connsiteX9468" fmla="*/ 193905 w 2947832"/>
              <a:gd name="connsiteY9468" fmla="*/ 2563504 h 4821604"/>
              <a:gd name="connsiteX9469" fmla="*/ 195213 w 2947832"/>
              <a:gd name="connsiteY9469" fmla="*/ 2562771 h 4821604"/>
              <a:gd name="connsiteX9470" fmla="*/ 277776 w 2947832"/>
              <a:gd name="connsiteY9470" fmla="*/ 2562562 h 4821604"/>
              <a:gd name="connsiteX9471" fmla="*/ 290072 w 2947832"/>
              <a:gd name="connsiteY9471" fmla="*/ 2562562 h 4821604"/>
              <a:gd name="connsiteX9472" fmla="*/ 291380 w 2947832"/>
              <a:gd name="connsiteY9472" fmla="*/ 2563347 h 4821604"/>
              <a:gd name="connsiteX9473" fmla="*/ 297554 w 2947832"/>
              <a:gd name="connsiteY9473" fmla="*/ 2574020 h 4821604"/>
              <a:gd name="connsiteX9474" fmla="*/ 297554 w 2947832"/>
              <a:gd name="connsiteY9474" fmla="*/ 2575538 h 4821604"/>
              <a:gd name="connsiteX9475" fmla="*/ 291380 w 2947832"/>
              <a:gd name="connsiteY9475" fmla="*/ 2586212 h 4821604"/>
              <a:gd name="connsiteX9476" fmla="*/ 290072 w 2947832"/>
              <a:gd name="connsiteY9476" fmla="*/ 2586996 h 4821604"/>
              <a:gd name="connsiteX9477" fmla="*/ 277776 w 2947832"/>
              <a:gd name="connsiteY9477" fmla="*/ 2586996 h 4821604"/>
              <a:gd name="connsiteX9478" fmla="*/ 276468 w 2947832"/>
              <a:gd name="connsiteY9478" fmla="*/ 2586212 h 4821604"/>
              <a:gd name="connsiteX9479" fmla="*/ 270294 w 2947832"/>
              <a:gd name="connsiteY9479" fmla="*/ 2575538 h 4821604"/>
              <a:gd name="connsiteX9480" fmla="*/ 270294 w 2947832"/>
              <a:gd name="connsiteY9480" fmla="*/ 2574020 h 4821604"/>
              <a:gd name="connsiteX9481" fmla="*/ 276468 w 2947832"/>
              <a:gd name="connsiteY9481" fmla="*/ 2563347 h 4821604"/>
              <a:gd name="connsiteX9482" fmla="*/ 277776 w 2947832"/>
              <a:gd name="connsiteY9482" fmla="*/ 2562562 h 4821604"/>
              <a:gd name="connsiteX9483" fmla="*/ 442851 w 2947832"/>
              <a:gd name="connsiteY9483" fmla="*/ 2562091 h 4821604"/>
              <a:gd name="connsiteX9484" fmla="*/ 455670 w 2947832"/>
              <a:gd name="connsiteY9484" fmla="*/ 2562091 h 4821604"/>
              <a:gd name="connsiteX9485" fmla="*/ 457030 w 2947832"/>
              <a:gd name="connsiteY9485" fmla="*/ 2562876 h 4821604"/>
              <a:gd name="connsiteX9486" fmla="*/ 463413 w 2947832"/>
              <a:gd name="connsiteY9486" fmla="*/ 2573968 h 4821604"/>
              <a:gd name="connsiteX9487" fmla="*/ 463413 w 2947832"/>
              <a:gd name="connsiteY9487" fmla="*/ 2575538 h 4821604"/>
              <a:gd name="connsiteX9488" fmla="*/ 457030 w 2947832"/>
              <a:gd name="connsiteY9488" fmla="*/ 2586630 h 4821604"/>
              <a:gd name="connsiteX9489" fmla="*/ 455670 w 2947832"/>
              <a:gd name="connsiteY9489" fmla="*/ 2587415 h 4821604"/>
              <a:gd name="connsiteX9490" fmla="*/ 442851 w 2947832"/>
              <a:gd name="connsiteY9490" fmla="*/ 2587415 h 4821604"/>
              <a:gd name="connsiteX9491" fmla="*/ 441491 w 2947832"/>
              <a:gd name="connsiteY9491" fmla="*/ 2586630 h 4821604"/>
              <a:gd name="connsiteX9492" fmla="*/ 435107 w 2947832"/>
              <a:gd name="connsiteY9492" fmla="*/ 2575538 h 4821604"/>
              <a:gd name="connsiteX9493" fmla="*/ 435107 w 2947832"/>
              <a:gd name="connsiteY9493" fmla="*/ 2573968 h 4821604"/>
              <a:gd name="connsiteX9494" fmla="*/ 441491 w 2947832"/>
              <a:gd name="connsiteY9494" fmla="*/ 2562876 h 4821604"/>
              <a:gd name="connsiteX9495" fmla="*/ 442851 w 2947832"/>
              <a:gd name="connsiteY9495" fmla="*/ 2562091 h 4821604"/>
              <a:gd name="connsiteX9496" fmla="*/ 855931 w 2947832"/>
              <a:gd name="connsiteY9496" fmla="*/ 2561672 h 4821604"/>
              <a:gd name="connsiteX9497" fmla="*/ 869116 w 2947832"/>
              <a:gd name="connsiteY9497" fmla="*/ 2561672 h 4821604"/>
              <a:gd name="connsiteX9498" fmla="*/ 870529 w 2947832"/>
              <a:gd name="connsiteY9498" fmla="*/ 2562509 h 4821604"/>
              <a:gd name="connsiteX9499" fmla="*/ 877122 w 2947832"/>
              <a:gd name="connsiteY9499" fmla="*/ 2573967 h 4821604"/>
              <a:gd name="connsiteX9500" fmla="*/ 877122 w 2947832"/>
              <a:gd name="connsiteY9500" fmla="*/ 2575589 h 4821604"/>
              <a:gd name="connsiteX9501" fmla="*/ 870529 w 2947832"/>
              <a:gd name="connsiteY9501" fmla="*/ 2587048 h 4821604"/>
              <a:gd name="connsiteX9502" fmla="*/ 869116 w 2947832"/>
              <a:gd name="connsiteY9502" fmla="*/ 2587885 h 4821604"/>
              <a:gd name="connsiteX9503" fmla="*/ 855931 w 2947832"/>
              <a:gd name="connsiteY9503" fmla="*/ 2587885 h 4821604"/>
              <a:gd name="connsiteX9504" fmla="*/ 854519 w 2947832"/>
              <a:gd name="connsiteY9504" fmla="*/ 2587048 h 4821604"/>
              <a:gd name="connsiteX9505" fmla="*/ 847926 w 2947832"/>
              <a:gd name="connsiteY9505" fmla="*/ 2575589 h 4821604"/>
              <a:gd name="connsiteX9506" fmla="*/ 847926 w 2947832"/>
              <a:gd name="connsiteY9506" fmla="*/ 2573967 h 4821604"/>
              <a:gd name="connsiteX9507" fmla="*/ 854519 w 2947832"/>
              <a:gd name="connsiteY9507" fmla="*/ 2562509 h 4821604"/>
              <a:gd name="connsiteX9508" fmla="*/ 855931 w 2947832"/>
              <a:gd name="connsiteY9508" fmla="*/ 2561672 h 4821604"/>
              <a:gd name="connsiteX9509" fmla="*/ 1103308 w 2947832"/>
              <a:gd name="connsiteY9509" fmla="*/ 2560469 h 4821604"/>
              <a:gd name="connsiteX9510" fmla="*/ 1117749 w 2947832"/>
              <a:gd name="connsiteY9510" fmla="*/ 2560469 h 4821604"/>
              <a:gd name="connsiteX9511" fmla="*/ 1119319 w 2947832"/>
              <a:gd name="connsiteY9511" fmla="*/ 2561359 h 4821604"/>
              <a:gd name="connsiteX9512" fmla="*/ 1126539 w 2947832"/>
              <a:gd name="connsiteY9512" fmla="*/ 2573863 h 4821604"/>
              <a:gd name="connsiteX9513" fmla="*/ 1126539 w 2947832"/>
              <a:gd name="connsiteY9513" fmla="*/ 2575642 h 4821604"/>
              <a:gd name="connsiteX9514" fmla="*/ 1119319 w 2947832"/>
              <a:gd name="connsiteY9514" fmla="*/ 2588147 h 4821604"/>
              <a:gd name="connsiteX9515" fmla="*/ 1117749 w 2947832"/>
              <a:gd name="connsiteY9515" fmla="*/ 2589037 h 4821604"/>
              <a:gd name="connsiteX9516" fmla="*/ 1103308 w 2947832"/>
              <a:gd name="connsiteY9516" fmla="*/ 2589037 h 4821604"/>
              <a:gd name="connsiteX9517" fmla="*/ 1101739 w 2947832"/>
              <a:gd name="connsiteY9517" fmla="*/ 2588147 h 4821604"/>
              <a:gd name="connsiteX9518" fmla="*/ 1094518 w 2947832"/>
              <a:gd name="connsiteY9518" fmla="*/ 2575642 h 4821604"/>
              <a:gd name="connsiteX9519" fmla="*/ 1094518 w 2947832"/>
              <a:gd name="connsiteY9519" fmla="*/ 2573863 h 4821604"/>
              <a:gd name="connsiteX9520" fmla="*/ 1101739 w 2947832"/>
              <a:gd name="connsiteY9520" fmla="*/ 2561359 h 4821604"/>
              <a:gd name="connsiteX9521" fmla="*/ 1103308 w 2947832"/>
              <a:gd name="connsiteY9521" fmla="*/ 2560469 h 4821604"/>
              <a:gd name="connsiteX9522" fmla="*/ 2590501 w 2947832"/>
              <a:gd name="connsiteY9522" fmla="*/ 2559161 h 4821604"/>
              <a:gd name="connsiteX9523" fmla="*/ 2606250 w 2947832"/>
              <a:gd name="connsiteY9523" fmla="*/ 2559161 h 4821604"/>
              <a:gd name="connsiteX9524" fmla="*/ 2607924 w 2947832"/>
              <a:gd name="connsiteY9524" fmla="*/ 2560155 h 4821604"/>
              <a:gd name="connsiteX9525" fmla="*/ 2615772 w 2947832"/>
              <a:gd name="connsiteY9525" fmla="*/ 2573759 h 4821604"/>
              <a:gd name="connsiteX9526" fmla="*/ 2615772 w 2947832"/>
              <a:gd name="connsiteY9526" fmla="*/ 2575695 h 4821604"/>
              <a:gd name="connsiteX9527" fmla="*/ 2607924 w 2947832"/>
              <a:gd name="connsiteY9527" fmla="*/ 2589298 h 4821604"/>
              <a:gd name="connsiteX9528" fmla="*/ 2606250 w 2947832"/>
              <a:gd name="connsiteY9528" fmla="*/ 2590292 h 4821604"/>
              <a:gd name="connsiteX9529" fmla="*/ 2590501 w 2947832"/>
              <a:gd name="connsiteY9529" fmla="*/ 2590292 h 4821604"/>
              <a:gd name="connsiteX9530" fmla="*/ 2588827 w 2947832"/>
              <a:gd name="connsiteY9530" fmla="*/ 2589298 h 4821604"/>
              <a:gd name="connsiteX9531" fmla="*/ 2580979 w 2947832"/>
              <a:gd name="connsiteY9531" fmla="*/ 2575695 h 4821604"/>
              <a:gd name="connsiteX9532" fmla="*/ 2580979 w 2947832"/>
              <a:gd name="connsiteY9532" fmla="*/ 2573759 h 4821604"/>
              <a:gd name="connsiteX9533" fmla="*/ 2588827 w 2947832"/>
              <a:gd name="connsiteY9533" fmla="*/ 2560155 h 4821604"/>
              <a:gd name="connsiteX9534" fmla="*/ 2590501 w 2947832"/>
              <a:gd name="connsiteY9534" fmla="*/ 2559161 h 4821604"/>
              <a:gd name="connsiteX9535" fmla="*/ 2507780 w 2947832"/>
              <a:gd name="connsiteY9535" fmla="*/ 2559109 h 4821604"/>
              <a:gd name="connsiteX9536" fmla="*/ 2523581 w 2947832"/>
              <a:gd name="connsiteY9536" fmla="*/ 2559109 h 4821604"/>
              <a:gd name="connsiteX9537" fmla="*/ 2525256 w 2947832"/>
              <a:gd name="connsiteY9537" fmla="*/ 2560103 h 4821604"/>
              <a:gd name="connsiteX9538" fmla="*/ 2533156 w 2947832"/>
              <a:gd name="connsiteY9538" fmla="*/ 2573759 h 4821604"/>
              <a:gd name="connsiteX9539" fmla="*/ 2533156 w 2947832"/>
              <a:gd name="connsiteY9539" fmla="*/ 2575695 h 4821604"/>
              <a:gd name="connsiteX9540" fmla="*/ 2525256 w 2947832"/>
              <a:gd name="connsiteY9540" fmla="*/ 2589351 h 4821604"/>
              <a:gd name="connsiteX9541" fmla="*/ 2523581 w 2947832"/>
              <a:gd name="connsiteY9541" fmla="*/ 2590345 h 4821604"/>
              <a:gd name="connsiteX9542" fmla="*/ 2507780 w 2947832"/>
              <a:gd name="connsiteY9542" fmla="*/ 2590345 h 4821604"/>
              <a:gd name="connsiteX9543" fmla="*/ 2506106 w 2947832"/>
              <a:gd name="connsiteY9543" fmla="*/ 2589351 h 4821604"/>
              <a:gd name="connsiteX9544" fmla="*/ 2498205 w 2947832"/>
              <a:gd name="connsiteY9544" fmla="*/ 2575695 h 4821604"/>
              <a:gd name="connsiteX9545" fmla="*/ 2498205 w 2947832"/>
              <a:gd name="connsiteY9545" fmla="*/ 2573759 h 4821604"/>
              <a:gd name="connsiteX9546" fmla="*/ 2506106 w 2947832"/>
              <a:gd name="connsiteY9546" fmla="*/ 2560103 h 4821604"/>
              <a:gd name="connsiteX9547" fmla="*/ 2507780 w 2947832"/>
              <a:gd name="connsiteY9547" fmla="*/ 2559109 h 4821604"/>
              <a:gd name="connsiteX9548" fmla="*/ 1185244 w 2947832"/>
              <a:gd name="connsiteY9548" fmla="*/ 2559056 h 4821604"/>
              <a:gd name="connsiteX9549" fmla="*/ 1201098 w 2947832"/>
              <a:gd name="connsiteY9549" fmla="*/ 2559056 h 4821604"/>
              <a:gd name="connsiteX9550" fmla="*/ 1202772 w 2947832"/>
              <a:gd name="connsiteY9550" fmla="*/ 2560050 h 4821604"/>
              <a:gd name="connsiteX9551" fmla="*/ 1210673 w 2947832"/>
              <a:gd name="connsiteY9551" fmla="*/ 2573758 h 4821604"/>
              <a:gd name="connsiteX9552" fmla="*/ 1210673 w 2947832"/>
              <a:gd name="connsiteY9552" fmla="*/ 2575694 h 4821604"/>
              <a:gd name="connsiteX9553" fmla="*/ 1202772 w 2947832"/>
              <a:gd name="connsiteY9553" fmla="*/ 2589403 h 4821604"/>
              <a:gd name="connsiteX9554" fmla="*/ 1201098 w 2947832"/>
              <a:gd name="connsiteY9554" fmla="*/ 2590397 h 4821604"/>
              <a:gd name="connsiteX9555" fmla="*/ 1185244 w 2947832"/>
              <a:gd name="connsiteY9555" fmla="*/ 2590397 h 4821604"/>
              <a:gd name="connsiteX9556" fmla="*/ 1183570 w 2947832"/>
              <a:gd name="connsiteY9556" fmla="*/ 2589403 h 4821604"/>
              <a:gd name="connsiteX9557" fmla="*/ 1175669 w 2947832"/>
              <a:gd name="connsiteY9557" fmla="*/ 2575694 h 4821604"/>
              <a:gd name="connsiteX9558" fmla="*/ 1175669 w 2947832"/>
              <a:gd name="connsiteY9558" fmla="*/ 2573758 h 4821604"/>
              <a:gd name="connsiteX9559" fmla="*/ 1183570 w 2947832"/>
              <a:gd name="connsiteY9559" fmla="*/ 2560050 h 4821604"/>
              <a:gd name="connsiteX9560" fmla="*/ 1185244 w 2947832"/>
              <a:gd name="connsiteY9560" fmla="*/ 2559056 h 4821604"/>
              <a:gd name="connsiteX9561" fmla="*/ 2425059 w 2947832"/>
              <a:gd name="connsiteY9561" fmla="*/ 2558899 h 4821604"/>
              <a:gd name="connsiteX9562" fmla="*/ 2441070 w 2947832"/>
              <a:gd name="connsiteY9562" fmla="*/ 2558899 h 4821604"/>
              <a:gd name="connsiteX9563" fmla="*/ 2442797 w 2947832"/>
              <a:gd name="connsiteY9563" fmla="*/ 2559893 h 4821604"/>
              <a:gd name="connsiteX9564" fmla="*/ 2450802 w 2947832"/>
              <a:gd name="connsiteY9564" fmla="*/ 2573759 h 4821604"/>
              <a:gd name="connsiteX9565" fmla="*/ 2450802 w 2947832"/>
              <a:gd name="connsiteY9565" fmla="*/ 2575747 h 4821604"/>
              <a:gd name="connsiteX9566" fmla="*/ 2442797 w 2947832"/>
              <a:gd name="connsiteY9566" fmla="*/ 2589612 h 4821604"/>
              <a:gd name="connsiteX9567" fmla="*/ 2441070 w 2947832"/>
              <a:gd name="connsiteY9567" fmla="*/ 2590606 h 4821604"/>
              <a:gd name="connsiteX9568" fmla="*/ 2425059 w 2947832"/>
              <a:gd name="connsiteY9568" fmla="*/ 2590606 h 4821604"/>
              <a:gd name="connsiteX9569" fmla="*/ 2423333 w 2947832"/>
              <a:gd name="connsiteY9569" fmla="*/ 2589612 h 4821604"/>
              <a:gd name="connsiteX9570" fmla="*/ 2415328 w 2947832"/>
              <a:gd name="connsiteY9570" fmla="*/ 2575747 h 4821604"/>
              <a:gd name="connsiteX9571" fmla="*/ 2415328 w 2947832"/>
              <a:gd name="connsiteY9571" fmla="*/ 2573759 h 4821604"/>
              <a:gd name="connsiteX9572" fmla="*/ 2423333 w 2947832"/>
              <a:gd name="connsiteY9572" fmla="*/ 2559893 h 4821604"/>
              <a:gd name="connsiteX9573" fmla="*/ 2425059 w 2947832"/>
              <a:gd name="connsiteY9573" fmla="*/ 2558899 h 4821604"/>
              <a:gd name="connsiteX9574" fmla="*/ 2176950 w 2947832"/>
              <a:gd name="connsiteY9574" fmla="*/ 2558690 h 4821604"/>
              <a:gd name="connsiteX9575" fmla="*/ 2193170 w 2947832"/>
              <a:gd name="connsiteY9575" fmla="*/ 2558690 h 4821604"/>
              <a:gd name="connsiteX9576" fmla="*/ 2194896 w 2947832"/>
              <a:gd name="connsiteY9576" fmla="*/ 2559684 h 4821604"/>
              <a:gd name="connsiteX9577" fmla="*/ 2203006 w 2947832"/>
              <a:gd name="connsiteY9577" fmla="*/ 2573759 h 4821604"/>
              <a:gd name="connsiteX9578" fmla="*/ 2203006 w 2947832"/>
              <a:gd name="connsiteY9578" fmla="*/ 2575747 h 4821604"/>
              <a:gd name="connsiteX9579" fmla="*/ 2194896 w 2947832"/>
              <a:gd name="connsiteY9579" fmla="*/ 2589821 h 4821604"/>
              <a:gd name="connsiteX9580" fmla="*/ 2193170 w 2947832"/>
              <a:gd name="connsiteY9580" fmla="*/ 2590816 h 4821604"/>
              <a:gd name="connsiteX9581" fmla="*/ 2176950 w 2947832"/>
              <a:gd name="connsiteY9581" fmla="*/ 2590816 h 4821604"/>
              <a:gd name="connsiteX9582" fmla="*/ 2175223 w 2947832"/>
              <a:gd name="connsiteY9582" fmla="*/ 2589821 h 4821604"/>
              <a:gd name="connsiteX9583" fmla="*/ 2167113 w 2947832"/>
              <a:gd name="connsiteY9583" fmla="*/ 2575747 h 4821604"/>
              <a:gd name="connsiteX9584" fmla="*/ 2167113 w 2947832"/>
              <a:gd name="connsiteY9584" fmla="*/ 2573759 h 4821604"/>
              <a:gd name="connsiteX9585" fmla="*/ 2175223 w 2947832"/>
              <a:gd name="connsiteY9585" fmla="*/ 2559684 h 4821604"/>
              <a:gd name="connsiteX9586" fmla="*/ 2176950 w 2947832"/>
              <a:gd name="connsiteY9586" fmla="*/ 2558690 h 4821604"/>
              <a:gd name="connsiteX9587" fmla="*/ 1267651 w 2947832"/>
              <a:gd name="connsiteY9587" fmla="*/ 2558585 h 4821604"/>
              <a:gd name="connsiteX9588" fmla="*/ 1283975 w 2947832"/>
              <a:gd name="connsiteY9588" fmla="*/ 2558585 h 4821604"/>
              <a:gd name="connsiteX9589" fmla="*/ 1285702 w 2947832"/>
              <a:gd name="connsiteY9589" fmla="*/ 2559579 h 4821604"/>
              <a:gd name="connsiteX9590" fmla="*/ 1293864 w 2947832"/>
              <a:gd name="connsiteY9590" fmla="*/ 2573706 h 4821604"/>
              <a:gd name="connsiteX9591" fmla="*/ 1293864 w 2947832"/>
              <a:gd name="connsiteY9591" fmla="*/ 2575747 h 4821604"/>
              <a:gd name="connsiteX9592" fmla="*/ 1285702 w 2947832"/>
              <a:gd name="connsiteY9592" fmla="*/ 2589874 h 4821604"/>
              <a:gd name="connsiteX9593" fmla="*/ 1283975 w 2947832"/>
              <a:gd name="connsiteY9593" fmla="*/ 2590867 h 4821604"/>
              <a:gd name="connsiteX9594" fmla="*/ 1267651 w 2947832"/>
              <a:gd name="connsiteY9594" fmla="*/ 2590867 h 4821604"/>
              <a:gd name="connsiteX9595" fmla="*/ 1265925 w 2947832"/>
              <a:gd name="connsiteY9595" fmla="*/ 2589874 h 4821604"/>
              <a:gd name="connsiteX9596" fmla="*/ 1257762 w 2947832"/>
              <a:gd name="connsiteY9596" fmla="*/ 2575747 h 4821604"/>
              <a:gd name="connsiteX9597" fmla="*/ 1257762 w 2947832"/>
              <a:gd name="connsiteY9597" fmla="*/ 2573706 h 4821604"/>
              <a:gd name="connsiteX9598" fmla="*/ 1265925 w 2947832"/>
              <a:gd name="connsiteY9598" fmla="*/ 2559579 h 4821604"/>
              <a:gd name="connsiteX9599" fmla="*/ 1267651 w 2947832"/>
              <a:gd name="connsiteY9599" fmla="*/ 2558585 h 4821604"/>
              <a:gd name="connsiteX9600" fmla="*/ 1432935 w 2947832"/>
              <a:gd name="connsiteY9600" fmla="*/ 2558533 h 4821604"/>
              <a:gd name="connsiteX9601" fmla="*/ 1449364 w 2947832"/>
              <a:gd name="connsiteY9601" fmla="*/ 2558533 h 4821604"/>
              <a:gd name="connsiteX9602" fmla="*/ 1451143 w 2947832"/>
              <a:gd name="connsiteY9602" fmla="*/ 2559527 h 4821604"/>
              <a:gd name="connsiteX9603" fmla="*/ 1459357 w 2947832"/>
              <a:gd name="connsiteY9603" fmla="*/ 2573759 h 4821604"/>
              <a:gd name="connsiteX9604" fmla="*/ 1459357 w 2947832"/>
              <a:gd name="connsiteY9604" fmla="*/ 2575799 h 4821604"/>
              <a:gd name="connsiteX9605" fmla="*/ 1451143 w 2947832"/>
              <a:gd name="connsiteY9605" fmla="*/ 2590031 h 4821604"/>
              <a:gd name="connsiteX9606" fmla="*/ 1449364 w 2947832"/>
              <a:gd name="connsiteY9606" fmla="*/ 2591025 h 4821604"/>
              <a:gd name="connsiteX9607" fmla="*/ 1432935 w 2947832"/>
              <a:gd name="connsiteY9607" fmla="*/ 2591025 h 4821604"/>
              <a:gd name="connsiteX9608" fmla="*/ 1431156 w 2947832"/>
              <a:gd name="connsiteY9608" fmla="*/ 2590031 h 4821604"/>
              <a:gd name="connsiteX9609" fmla="*/ 1422941 w 2947832"/>
              <a:gd name="connsiteY9609" fmla="*/ 2575799 h 4821604"/>
              <a:gd name="connsiteX9610" fmla="*/ 1422941 w 2947832"/>
              <a:gd name="connsiteY9610" fmla="*/ 2573759 h 4821604"/>
              <a:gd name="connsiteX9611" fmla="*/ 1431156 w 2947832"/>
              <a:gd name="connsiteY9611" fmla="*/ 2559527 h 4821604"/>
              <a:gd name="connsiteX9612" fmla="*/ 1432935 w 2947832"/>
              <a:gd name="connsiteY9612" fmla="*/ 2558533 h 4821604"/>
              <a:gd name="connsiteX9613" fmla="*/ 1350267 w 2947832"/>
              <a:gd name="connsiteY9613" fmla="*/ 2558533 h 4821604"/>
              <a:gd name="connsiteX9614" fmla="*/ 1366696 w 2947832"/>
              <a:gd name="connsiteY9614" fmla="*/ 2558533 h 4821604"/>
              <a:gd name="connsiteX9615" fmla="*/ 1368475 w 2947832"/>
              <a:gd name="connsiteY9615" fmla="*/ 2559527 h 4821604"/>
              <a:gd name="connsiteX9616" fmla="*/ 1376689 w 2947832"/>
              <a:gd name="connsiteY9616" fmla="*/ 2573759 h 4821604"/>
              <a:gd name="connsiteX9617" fmla="*/ 1376689 w 2947832"/>
              <a:gd name="connsiteY9617" fmla="*/ 2575799 h 4821604"/>
              <a:gd name="connsiteX9618" fmla="*/ 1368475 w 2947832"/>
              <a:gd name="connsiteY9618" fmla="*/ 2590031 h 4821604"/>
              <a:gd name="connsiteX9619" fmla="*/ 1366696 w 2947832"/>
              <a:gd name="connsiteY9619" fmla="*/ 2591025 h 4821604"/>
              <a:gd name="connsiteX9620" fmla="*/ 1350267 w 2947832"/>
              <a:gd name="connsiteY9620" fmla="*/ 2591025 h 4821604"/>
              <a:gd name="connsiteX9621" fmla="*/ 1348488 w 2947832"/>
              <a:gd name="connsiteY9621" fmla="*/ 2590031 h 4821604"/>
              <a:gd name="connsiteX9622" fmla="*/ 1340273 w 2947832"/>
              <a:gd name="connsiteY9622" fmla="*/ 2575799 h 4821604"/>
              <a:gd name="connsiteX9623" fmla="*/ 1340273 w 2947832"/>
              <a:gd name="connsiteY9623" fmla="*/ 2573759 h 4821604"/>
              <a:gd name="connsiteX9624" fmla="*/ 1348488 w 2947832"/>
              <a:gd name="connsiteY9624" fmla="*/ 2559527 h 4821604"/>
              <a:gd name="connsiteX9625" fmla="*/ 1350267 w 2947832"/>
              <a:gd name="connsiteY9625" fmla="*/ 2558533 h 4821604"/>
              <a:gd name="connsiteX9626" fmla="*/ 2342130 w 2947832"/>
              <a:gd name="connsiteY9626" fmla="*/ 2558481 h 4821604"/>
              <a:gd name="connsiteX9627" fmla="*/ 2358612 w 2947832"/>
              <a:gd name="connsiteY9627" fmla="*/ 2558481 h 4821604"/>
              <a:gd name="connsiteX9628" fmla="*/ 2360390 w 2947832"/>
              <a:gd name="connsiteY9628" fmla="*/ 2559475 h 4821604"/>
              <a:gd name="connsiteX9629" fmla="*/ 2368657 w 2947832"/>
              <a:gd name="connsiteY9629" fmla="*/ 2573759 h 4821604"/>
              <a:gd name="connsiteX9630" fmla="*/ 2368657 w 2947832"/>
              <a:gd name="connsiteY9630" fmla="*/ 2575799 h 4821604"/>
              <a:gd name="connsiteX9631" fmla="*/ 2360390 w 2947832"/>
              <a:gd name="connsiteY9631" fmla="*/ 2590083 h 4821604"/>
              <a:gd name="connsiteX9632" fmla="*/ 2358612 w 2947832"/>
              <a:gd name="connsiteY9632" fmla="*/ 2591077 h 4821604"/>
              <a:gd name="connsiteX9633" fmla="*/ 2342130 w 2947832"/>
              <a:gd name="connsiteY9633" fmla="*/ 2591077 h 4821604"/>
              <a:gd name="connsiteX9634" fmla="*/ 2340351 w 2947832"/>
              <a:gd name="connsiteY9634" fmla="*/ 2590083 h 4821604"/>
              <a:gd name="connsiteX9635" fmla="*/ 2332084 w 2947832"/>
              <a:gd name="connsiteY9635" fmla="*/ 2575799 h 4821604"/>
              <a:gd name="connsiteX9636" fmla="*/ 2332084 w 2947832"/>
              <a:gd name="connsiteY9636" fmla="*/ 2573759 h 4821604"/>
              <a:gd name="connsiteX9637" fmla="*/ 2340351 w 2947832"/>
              <a:gd name="connsiteY9637" fmla="*/ 2559475 h 4821604"/>
              <a:gd name="connsiteX9638" fmla="*/ 2342130 w 2947832"/>
              <a:gd name="connsiteY9638" fmla="*/ 2558481 h 4821604"/>
              <a:gd name="connsiteX9639" fmla="*/ 1515342 w 2947832"/>
              <a:gd name="connsiteY9639" fmla="*/ 2557957 h 4821604"/>
              <a:gd name="connsiteX9640" fmla="*/ 1532347 w 2947832"/>
              <a:gd name="connsiteY9640" fmla="*/ 2557957 h 4821604"/>
              <a:gd name="connsiteX9641" fmla="*/ 1534178 w 2947832"/>
              <a:gd name="connsiteY9641" fmla="*/ 2559003 h 4821604"/>
              <a:gd name="connsiteX9642" fmla="*/ 1542654 w 2947832"/>
              <a:gd name="connsiteY9642" fmla="*/ 2573706 h 4821604"/>
              <a:gd name="connsiteX9643" fmla="*/ 1542654 w 2947832"/>
              <a:gd name="connsiteY9643" fmla="*/ 2575799 h 4821604"/>
              <a:gd name="connsiteX9644" fmla="*/ 1534178 w 2947832"/>
              <a:gd name="connsiteY9644" fmla="*/ 2590501 h 4821604"/>
              <a:gd name="connsiteX9645" fmla="*/ 1532347 w 2947832"/>
              <a:gd name="connsiteY9645" fmla="*/ 2591547 h 4821604"/>
              <a:gd name="connsiteX9646" fmla="*/ 1515342 w 2947832"/>
              <a:gd name="connsiteY9646" fmla="*/ 2591547 h 4821604"/>
              <a:gd name="connsiteX9647" fmla="*/ 1513511 w 2947832"/>
              <a:gd name="connsiteY9647" fmla="*/ 2590501 h 4821604"/>
              <a:gd name="connsiteX9648" fmla="*/ 1505034 w 2947832"/>
              <a:gd name="connsiteY9648" fmla="*/ 2575799 h 4821604"/>
              <a:gd name="connsiteX9649" fmla="*/ 1505034 w 2947832"/>
              <a:gd name="connsiteY9649" fmla="*/ 2573706 h 4821604"/>
              <a:gd name="connsiteX9650" fmla="*/ 1513511 w 2947832"/>
              <a:gd name="connsiteY9650" fmla="*/ 2559003 h 4821604"/>
              <a:gd name="connsiteX9651" fmla="*/ 1515342 w 2947832"/>
              <a:gd name="connsiteY9651" fmla="*/ 2557957 h 4821604"/>
              <a:gd name="connsiteX9652" fmla="*/ 2258991 w 2947832"/>
              <a:gd name="connsiteY9652" fmla="*/ 2557434 h 4821604"/>
              <a:gd name="connsiteX9653" fmla="*/ 2276466 w 2947832"/>
              <a:gd name="connsiteY9653" fmla="*/ 2557434 h 4821604"/>
              <a:gd name="connsiteX9654" fmla="*/ 2278350 w 2947832"/>
              <a:gd name="connsiteY9654" fmla="*/ 2558533 h 4821604"/>
              <a:gd name="connsiteX9655" fmla="*/ 2287088 w 2947832"/>
              <a:gd name="connsiteY9655" fmla="*/ 2573706 h 4821604"/>
              <a:gd name="connsiteX9656" fmla="*/ 2287088 w 2947832"/>
              <a:gd name="connsiteY9656" fmla="*/ 2575851 h 4821604"/>
              <a:gd name="connsiteX9657" fmla="*/ 2278350 w 2947832"/>
              <a:gd name="connsiteY9657" fmla="*/ 2591024 h 4821604"/>
              <a:gd name="connsiteX9658" fmla="*/ 2276466 w 2947832"/>
              <a:gd name="connsiteY9658" fmla="*/ 2592123 h 4821604"/>
              <a:gd name="connsiteX9659" fmla="*/ 2258991 w 2947832"/>
              <a:gd name="connsiteY9659" fmla="*/ 2592123 h 4821604"/>
              <a:gd name="connsiteX9660" fmla="*/ 2257107 w 2947832"/>
              <a:gd name="connsiteY9660" fmla="*/ 2591024 h 4821604"/>
              <a:gd name="connsiteX9661" fmla="*/ 2248369 w 2947832"/>
              <a:gd name="connsiteY9661" fmla="*/ 2575851 h 4821604"/>
              <a:gd name="connsiteX9662" fmla="*/ 2248369 w 2947832"/>
              <a:gd name="connsiteY9662" fmla="*/ 2573706 h 4821604"/>
              <a:gd name="connsiteX9663" fmla="*/ 2257107 w 2947832"/>
              <a:gd name="connsiteY9663" fmla="*/ 2558533 h 4821604"/>
              <a:gd name="connsiteX9664" fmla="*/ 2258991 w 2947832"/>
              <a:gd name="connsiteY9664" fmla="*/ 2557434 h 4821604"/>
              <a:gd name="connsiteX9665" fmla="*/ 1597644 w 2947832"/>
              <a:gd name="connsiteY9665" fmla="*/ 2557277 h 4821604"/>
              <a:gd name="connsiteX9666" fmla="*/ 1615276 w 2947832"/>
              <a:gd name="connsiteY9666" fmla="*/ 2557277 h 4821604"/>
              <a:gd name="connsiteX9667" fmla="*/ 1617160 w 2947832"/>
              <a:gd name="connsiteY9667" fmla="*/ 2558376 h 4821604"/>
              <a:gd name="connsiteX9668" fmla="*/ 1626002 w 2947832"/>
              <a:gd name="connsiteY9668" fmla="*/ 2573654 h 4821604"/>
              <a:gd name="connsiteX9669" fmla="*/ 1626002 w 2947832"/>
              <a:gd name="connsiteY9669" fmla="*/ 2575851 h 4821604"/>
              <a:gd name="connsiteX9670" fmla="*/ 1617160 w 2947832"/>
              <a:gd name="connsiteY9670" fmla="*/ 2591129 h 4821604"/>
              <a:gd name="connsiteX9671" fmla="*/ 1615276 w 2947832"/>
              <a:gd name="connsiteY9671" fmla="*/ 2592228 h 4821604"/>
              <a:gd name="connsiteX9672" fmla="*/ 1597644 w 2947832"/>
              <a:gd name="connsiteY9672" fmla="*/ 2592228 h 4821604"/>
              <a:gd name="connsiteX9673" fmla="*/ 1595760 w 2947832"/>
              <a:gd name="connsiteY9673" fmla="*/ 2591129 h 4821604"/>
              <a:gd name="connsiteX9674" fmla="*/ 1586918 w 2947832"/>
              <a:gd name="connsiteY9674" fmla="*/ 2575851 h 4821604"/>
              <a:gd name="connsiteX9675" fmla="*/ 1586918 w 2947832"/>
              <a:gd name="connsiteY9675" fmla="*/ 2573654 h 4821604"/>
              <a:gd name="connsiteX9676" fmla="*/ 1595760 w 2947832"/>
              <a:gd name="connsiteY9676" fmla="*/ 2558376 h 4821604"/>
              <a:gd name="connsiteX9677" fmla="*/ 1597644 w 2947832"/>
              <a:gd name="connsiteY9677" fmla="*/ 2557277 h 4821604"/>
              <a:gd name="connsiteX9678" fmla="*/ 2010776 w 2947832"/>
              <a:gd name="connsiteY9678" fmla="*/ 2557016 h 4821604"/>
              <a:gd name="connsiteX9679" fmla="*/ 2028722 w 2947832"/>
              <a:gd name="connsiteY9679" fmla="*/ 2557016 h 4821604"/>
              <a:gd name="connsiteX9680" fmla="*/ 2030658 w 2947832"/>
              <a:gd name="connsiteY9680" fmla="*/ 2558115 h 4821604"/>
              <a:gd name="connsiteX9681" fmla="*/ 2039657 w 2947832"/>
              <a:gd name="connsiteY9681" fmla="*/ 2573654 h 4821604"/>
              <a:gd name="connsiteX9682" fmla="*/ 2039657 w 2947832"/>
              <a:gd name="connsiteY9682" fmla="*/ 2575852 h 4821604"/>
              <a:gd name="connsiteX9683" fmla="*/ 2030658 w 2947832"/>
              <a:gd name="connsiteY9683" fmla="*/ 2591391 h 4821604"/>
              <a:gd name="connsiteX9684" fmla="*/ 2028722 w 2947832"/>
              <a:gd name="connsiteY9684" fmla="*/ 2592490 h 4821604"/>
              <a:gd name="connsiteX9685" fmla="*/ 2010776 w 2947832"/>
              <a:gd name="connsiteY9685" fmla="*/ 2592490 h 4821604"/>
              <a:gd name="connsiteX9686" fmla="*/ 2008840 w 2947832"/>
              <a:gd name="connsiteY9686" fmla="*/ 2591391 h 4821604"/>
              <a:gd name="connsiteX9687" fmla="*/ 1999840 w 2947832"/>
              <a:gd name="connsiteY9687" fmla="*/ 2575852 h 4821604"/>
              <a:gd name="connsiteX9688" fmla="*/ 1999840 w 2947832"/>
              <a:gd name="connsiteY9688" fmla="*/ 2573654 h 4821604"/>
              <a:gd name="connsiteX9689" fmla="*/ 2008840 w 2947832"/>
              <a:gd name="connsiteY9689" fmla="*/ 2558115 h 4821604"/>
              <a:gd name="connsiteX9690" fmla="*/ 2010776 w 2947832"/>
              <a:gd name="connsiteY9690" fmla="*/ 2557016 h 4821604"/>
              <a:gd name="connsiteX9691" fmla="*/ 1928004 w 2947832"/>
              <a:gd name="connsiteY9691" fmla="*/ 2556702 h 4821604"/>
              <a:gd name="connsiteX9692" fmla="*/ 1946211 w 2947832"/>
              <a:gd name="connsiteY9692" fmla="*/ 2556702 h 4821604"/>
              <a:gd name="connsiteX9693" fmla="*/ 1948147 w 2947832"/>
              <a:gd name="connsiteY9693" fmla="*/ 2557853 h 4821604"/>
              <a:gd name="connsiteX9694" fmla="*/ 1957252 w 2947832"/>
              <a:gd name="connsiteY9694" fmla="*/ 2573602 h 4821604"/>
              <a:gd name="connsiteX9695" fmla="*/ 1957252 w 2947832"/>
              <a:gd name="connsiteY9695" fmla="*/ 2575852 h 4821604"/>
              <a:gd name="connsiteX9696" fmla="*/ 1948147 w 2947832"/>
              <a:gd name="connsiteY9696" fmla="*/ 2591601 h 4821604"/>
              <a:gd name="connsiteX9697" fmla="*/ 1946211 w 2947832"/>
              <a:gd name="connsiteY9697" fmla="*/ 2592752 h 4821604"/>
              <a:gd name="connsiteX9698" fmla="*/ 1928004 w 2947832"/>
              <a:gd name="connsiteY9698" fmla="*/ 2592752 h 4821604"/>
              <a:gd name="connsiteX9699" fmla="*/ 1926068 w 2947832"/>
              <a:gd name="connsiteY9699" fmla="*/ 2591601 h 4821604"/>
              <a:gd name="connsiteX9700" fmla="*/ 1916964 w 2947832"/>
              <a:gd name="connsiteY9700" fmla="*/ 2575852 h 4821604"/>
              <a:gd name="connsiteX9701" fmla="*/ 1916964 w 2947832"/>
              <a:gd name="connsiteY9701" fmla="*/ 2573602 h 4821604"/>
              <a:gd name="connsiteX9702" fmla="*/ 1926068 w 2947832"/>
              <a:gd name="connsiteY9702" fmla="*/ 2557853 h 4821604"/>
              <a:gd name="connsiteX9703" fmla="*/ 1928004 w 2947832"/>
              <a:gd name="connsiteY9703" fmla="*/ 2556702 h 4821604"/>
              <a:gd name="connsiteX9704" fmla="*/ 935931 w 2947832"/>
              <a:gd name="connsiteY9704" fmla="*/ 2556440 h 4821604"/>
              <a:gd name="connsiteX9705" fmla="*/ 954453 w 2947832"/>
              <a:gd name="connsiteY9705" fmla="*/ 2556440 h 4821604"/>
              <a:gd name="connsiteX9706" fmla="*/ 956441 w 2947832"/>
              <a:gd name="connsiteY9706" fmla="*/ 2557591 h 4821604"/>
              <a:gd name="connsiteX9707" fmla="*/ 965702 w 2947832"/>
              <a:gd name="connsiteY9707" fmla="*/ 2573601 h 4821604"/>
              <a:gd name="connsiteX9708" fmla="*/ 965702 w 2947832"/>
              <a:gd name="connsiteY9708" fmla="*/ 2575904 h 4821604"/>
              <a:gd name="connsiteX9709" fmla="*/ 956441 w 2947832"/>
              <a:gd name="connsiteY9709" fmla="*/ 2591914 h 4821604"/>
              <a:gd name="connsiteX9710" fmla="*/ 954453 w 2947832"/>
              <a:gd name="connsiteY9710" fmla="*/ 2593065 h 4821604"/>
              <a:gd name="connsiteX9711" fmla="*/ 935931 w 2947832"/>
              <a:gd name="connsiteY9711" fmla="*/ 2593065 h 4821604"/>
              <a:gd name="connsiteX9712" fmla="*/ 933943 w 2947832"/>
              <a:gd name="connsiteY9712" fmla="*/ 2591914 h 4821604"/>
              <a:gd name="connsiteX9713" fmla="*/ 924682 w 2947832"/>
              <a:gd name="connsiteY9713" fmla="*/ 2575904 h 4821604"/>
              <a:gd name="connsiteX9714" fmla="*/ 924682 w 2947832"/>
              <a:gd name="connsiteY9714" fmla="*/ 2573601 h 4821604"/>
              <a:gd name="connsiteX9715" fmla="*/ 933943 w 2947832"/>
              <a:gd name="connsiteY9715" fmla="*/ 2557591 h 4821604"/>
              <a:gd name="connsiteX9716" fmla="*/ 935931 w 2947832"/>
              <a:gd name="connsiteY9716" fmla="*/ 2556440 h 4821604"/>
              <a:gd name="connsiteX9717" fmla="*/ 2093131 w 2947832"/>
              <a:gd name="connsiteY9717" fmla="*/ 2556388 h 4821604"/>
              <a:gd name="connsiteX9718" fmla="*/ 2111705 w 2947832"/>
              <a:gd name="connsiteY9718" fmla="*/ 2556388 h 4821604"/>
              <a:gd name="connsiteX9719" fmla="*/ 2113693 w 2947832"/>
              <a:gd name="connsiteY9719" fmla="*/ 2557539 h 4821604"/>
              <a:gd name="connsiteX9720" fmla="*/ 2122954 w 2947832"/>
              <a:gd name="connsiteY9720" fmla="*/ 2573602 h 4821604"/>
              <a:gd name="connsiteX9721" fmla="*/ 2122954 w 2947832"/>
              <a:gd name="connsiteY9721" fmla="*/ 2575904 h 4821604"/>
              <a:gd name="connsiteX9722" fmla="*/ 2113693 w 2947832"/>
              <a:gd name="connsiteY9722" fmla="*/ 2591967 h 4821604"/>
              <a:gd name="connsiteX9723" fmla="*/ 2111705 w 2947832"/>
              <a:gd name="connsiteY9723" fmla="*/ 2593118 h 4821604"/>
              <a:gd name="connsiteX9724" fmla="*/ 2093131 w 2947832"/>
              <a:gd name="connsiteY9724" fmla="*/ 2593118 h 4821604"/>
              <a:gd name="connsiteX9725" fmla="*/ 2091143 w 2947832"/>
              <a:gd name="connsiteY9725" fmla="*/ 2591967 h 4821604"/>
              <a:gd name="connsiteX9726" fmla="*/ 2081882 w 2947832"/>
              <a:gd name="connsiteY9726" fmla="*/ 2575904 h 4821604"/>
              <a:gd name="connsiteX9727" fmla="*/ 2081882 w 2947832"/>
              <a:gd name="connsiteY9727" fmla="*/ 2573602 h 4821604"/>
              <a:gd name="connsiteX9728" fmla="*/ 2091143 w 2947832"/>
              <a:gd name="connsiteY9728" fmla="*/ 2557539 h 4821604"/>
              <a:gd name="connsiteX9729" fmla="*/ 2093131 w 2947832"/>
              <a:gd name="connsiteY9729" fmla="*/ 2556388 h 4821604"/>
              <a:gd name="connsiteX9730" fmla="*/ 1679423 w 2947832"/>
              <a:gd name="connsiteY9730" fmla="*/ 2555550 h 4821604"/>
              <a:gd name="connsiteX9731" fmla="*/ 1698835 w 2947832"/>
              <a:gd name="connsiteY9731" fmla="*/ 2555550 h 4821604"/>
              <a:gd name="connsiteX9732" fmla="*/ 1700927 w 2947832"/>
              <a:gd name="connsiteY9732" fmla="*/ 2556754 h 4821604"/>
              <a:gd name="connsiteX9733" fmla="*/ 1710607 w 2947832"/>
              <a:gd name="connsiteY9733" fmla="*/ 2573549 h 4821604"/>
              <a:gd name="connsiteX9734" fmla="*/ 1710607 w 2947832"/>
              <a:gd name="connsiteY9734" fmla="*/ 2575956 h 4821604"/>
              <a:gd name="connsiteX9735" fmla="*/ 1700927 w 2947832"/>
              <a:gd name="connsiteY9735" fmla="*/ 2592751 h 4821604"/>
              <a:gd name="connsiteX9736" fmla="*/ 1698835 w 2947832"/>
              <a:gd name="connsiteY9736" fmla="*/ 2593954 h 4821604"/>
              <a:gd name="connsiteX9737" fmla="*/ 1679423 w 2947832"/>
              <a:gd name="connsiteY9737" fmla="*/ 2593954 h 4821604"/>
              <a:gd name="connsiteX9738" fmla="*/ 1677330 w 2947832"/>
              <a:gd name="connsiteY9738" fmla="*/ 2592751 h 4821604"/>
              <a:gd name="connsiteX9739" fmla="*/ 1667651 w 2947832"/>
              <a:gd name="connsiteY9739" fmla="*/ 2575956 h 4821604"/>
              <a:gd name="connsiteX9740" fmla="*/ 1667651 w 2947832"/>
              <a:gd name="connsiteY9740" fmla="*/ 2573549 h 4821604"/>
              <a:gd name="connsiteX9741" fmla="*/ 1677330 w 2947832"/>
              <a:gd name="connsiteY9741" fmla="*/ 2556754 h 4821604"/>
              <a:gd name="connsiteX9742" fmla="*/ 1679423 w 2947832"/>
              <a:gd name="connsiteY9742" fmla="*/ 2555550 h 4821604"/>
              <a:gd name="connsiteX9743" fmla="*/ 1761882 w 2947832"/>
              <a:gd name="connsiteY9743" fmla="*/ 2555132 h 4821604"/>
              <a:gd name="connsiteX9744" fmla="*/ 1781764 w 2947832"/>
              <a:gd name="connsiteY9744" fmla="*/ 2555132 h 4821604"/>
              <a:gd name="connsiteX9745" fmla="*/ 1783910 w 2947832"/>
              <a:gd name="connsiteY9745" fmla="*/ 2556335 h 4821604"/>
              <a:gd name="connsiteX9746" fmla="*/ 1793851 w 2947832"/>
              <a:gd name="connsiteY9746" fmla="*/ 2573549 h 4821604"/>
              <a:gd name="connsiteX9747" fmla="*/ 1793851 w 2947832"/>
              <a:gd name="connsiteY9747" fmla="*/ 2576008 h 4821604"/>
              <a:gd name="connsiteX9748" fmla="*/ 1783910 w 2947832"/>
              <a:gd name="connsiteY9748" fmla="*/ 2593222 h 4821604"/>
              <a:gd name="connsiteX9749" fmla="*/ 1781764 w 2947832"/>
              <a:gd name="connsiteY9749" fmla="*/ 2594426 h 4821604"/>
              <a:gd name="connsiteX9750" fmla="*/ 1761882 w 2947832"/>
              <a:gd name="connsiteY9750" fmla="*/ 2594426 h 4821604"/>
              <a:gd name="connsiteX9751" fmla="*/ 1759737 w 2947832"/>
              <a:gd name="connsiteY9751" fmla="*/ 2593222 h 4821604"/>
              <a:gd name="connsiteX9752" fmla="*/ 1749796 w 2947832"/>
              <a:gd name="connsiteY9752" fmla="*/ 2576008 h 4821604"/>
              <a:gd name="connsiteX9753" fmla="*/ 1749796 w 2947832"/>
              <a:gd name="connsiteY9753" fmla="*/ 2573549 h 4821604"/>
              <a:gd name="connsiteX9754" fmla="*/ 1759737 w 2947832"/>
              <a:gd name="connsiteY9754" fmla="*/ 2556335 h 4821604"/>
              <a:gd name="connsiteX9755" fmla="*/ 1761882 w 2947832"/>
              <a:gd name="connsiteY9755" fmla="*/ 2555132 h 4821604"/>
              <a:gd name="connsiteX9756" fmla="*/ 1843870 w 2947832"/>
              <a:gd name="connsiteY9756" fmla="*/ 2553824 h 4821604"/>
              <a:gd name="connsiteX9757" fmla="*/ 1865008 w 2947832"/>
              <a:gd name="connsiteY9757" fmla="*/ 2553824 h 4821604"/>
              <a:gd name="connsiteX9758" fmla="*/ 1867258 w 2947832"/>
              <a:gd name="connsiteY9758" fmla="*/ 2555132 h 4821604"/>
              <a:gd name="connsiteX9759" fmla="*/ 1877826 w 2947832"/>
              <a:gd name="connsiteY9759" fmla="*/ 2573445 h 4821604"/>
              <a:gd name="connsiteX9760" fmla="*/ 1877826 w 2947832"/>
              <a:gd name="connsiteY9760" fmla="*/ 2576061 h 4821604"/>
              <a:gd name="connsiteX9761" fmla="*/ 1867258 w 2947832"/>
              <a:gd name="connsiteY9761" fmla="*/ 2594373 h 4821604"/>
              <a:gd name="connsiteX9762" fmla="*/ 1865008 w 2947832"/>
              <a:gd name="connsiteY9762" fmla="*/ 2595681 h 4821604"/>
              <a:gd name="connsiteX9763" fmla="*/ 1843870 w 2947832"/>
              <a:gd name="connsiteY9763" fmla="*/ 2595681 h 4821604"/>
              <a:gd name="connsiteX9764" fmla="*/ 1841620 w 2947832"/>
              <a:gd name="connsiteY9764" fmla="*/ 2594373 h 4821604"/>
              <a:gd name="connsiteX9765" fmla="*/ 1831051 w 2947832"/>
              <a:gd name="connsiteY9765" fmla="*/ 2576061 h 4821604"/>
              <a:gd name="connsiteX9766" fmla="*/ 1831051 w 2947832"/>
              <a:gd name="connsiteY9766" fmla="*/ 2573445 h 4821604"/>
              <a:gd name="connsiteX9767" fmla="*/ 1841620 w 2947832"/>
              <a:gd name="connsiteY9767" fmla="*/ 2555132 h 4821604"/>
              <a:gd name="connsiteX9768" fmla="*/ 1843870 w 2947832"/>
              <a:gd name="connsiteY9768" fmla="*/ 2553824 h 4821604"/>
              <a:gd name="connsiteX9769" fmla="*/ 1011588 w 2947832"/>
              <a:gd name="connsiteY9769" fmla="*/ 2542627 h 4821604"/>
              <a:gd name="connsiteX9770" fmla="*/ 1044080 w 2947832"/>
              <a:gd name="connsiteY9770" fmla="*/ 2542627 h 4821604"/>
              <a:gd name="connsiteX9771" fmla="*/ 1047533 w 2947832"/>
              <a:gd name="connsiteY9771" fmla="*/ 2544615 h 4821604"/>
              <a:gd name="connsiteX9772" fmla="*/ 1063753 w 2947832"/>
              <a:gd name="connsiteY9772" fmla="*/ 2572712 h 4821604"/>
              <a:gd name="connsiteX9773" fmla="*/ 1063753 w 2947832"/>
              <a:gd name="connsiteY9773" fmla="*/ 2576741 h 4821604"/>
              <a:gd name="connsiteX9774" fmla="*/ 1047533 w 2947832"/>
              <a:gd name="connsiteY9774" fmla="*/ 2604838 h 4821604"/>
              <a:gd name="connsiteX9775" fmla="*/ 1044080 w 2947832"/>
              <a:gd name="connsiteY9775" fmla="*/ 2606826 h 4821604"/>
              <a:gd name="connsiteX9776" fmla="*/ 1011588 w 2947832"/>
              <a:gd name="connsiteY9776" fmla="*/ 2606826 h 4821604"/>
              <a:gd name="connsiteX9777" fmla="*/ 1008135 w 2947832"/>
              <a:gd name="connsiteY9777" fmla="*/ 2604838 h 4821604"/>
              <a:gd name="connsiteX9778" fmla="*/ 991915 w 2947832"/>
              <a:gd name="connsiteY9778" fmla="*/ 2576741 h 4821604"/>
              <a:gd name="connsiteX9779" fmla="*/ 991915 w 2947832"/>
              <a:gd name="connsiteY9779" fmla="*/ 2572712 h 4821604"/>
              <a:gd name="connsiteX9780" fmla="*/ 1008135 w 2947832"/>
              <a:gd name="connsiteY9780" fmla="*/ 2544615 h 4821604"/>
              <a:gd name="connsiteX9781" fmla="*/ 1011588 w 2947832"/>
              <a:gd name="connsiteY9781" fmla="*/ 2542627 h 4821604"/>
              <a:gd name="connsiteX9782" fmla="*/ 101923 w 2947832"/>
              <a:gd name="connsiteY9782" fmla="*/ 2541738 h 4821604"/>
              <a:gd name="connsiteX9783" fmla="*/ 135304 w 2947832"/>
              <a:gd name="connsiteY9783" fmla="*/ 2541738 h 4821604"/>
              <a:gd name="connsiteX9784" fmla="*/ 138862 w 2947832"/>
              <a:gd name="connsiteY9784" fmla="*/ 2543778 h 4821604"/>
              <a:gd name="connsiteX9785" fmla="*/ 155552 w 2947832"/>
              <a:gd name="connsiteY9785" fmla="*/ 2572660 h 4821604"/>
              <a:gd name="connsiteX9786" fmla="*/ 155552 w 2947832"/>
              <a:gd name="connsiteY9786" fmla="*/ 2576794 h 4821604"/>
              <a:gd name="connsiteX9787" fmla="*/ 138862 w 2947832"/>
              <a:gd name="connsiteY9787" fmla="*/ 2605675 h 4821604"/>
              <a:gd name="connsiteX9788" fmla="*/ 135304 w 2947832"/>
              <a:gd name="connsiteY9788" fmla="*/ 2607716 h 4821604"/>
              <a:gd name="connsiteX9789" fmla="*/ 101923 w 2947832"/>
              <a:gd name="connsiteY9789" fmla="*/ 2607716 h 4821604"/>
              <a:gd name="connsiteX9790" fmla="*/ 98365 w 2947832"/>
              <a:gd name="connsiteY9790" fmla="*/ 2605675 h 4821604"/>
              <a:gd name="connsiteX9791" fmla="*/ 81674 w 2947832"/>
              <a:gd name="connsiteY9791" fmla="*/ 2576794 h 4821604"/>
              <a:gd name="connsiteX9792" fmla="*/ 81674 w 2947832"/>
              <a:gd name="connsiteY9792" fmla="*/ 2572660 h 4821604"/>
              <a:gd name="connsiteX9793" fmla="*/ 98365 w 2947832"/>
              <a:gd name="connsiteY9793" fmla="*/ 2543778 h 4821604"/>
              <a:gd name="connsiteX9794" fmla="*/ 101923 w 2947832"/>
              <a:gd name="connsiteY9794" fmla="*/ 2541738 h 4821604"/>
              <a:gd name="connsiteX9795" fmla="*/ 693838 w 2947832"/>
              <a:gd name="connsiteY9795" fmla="*/ 2485387 h 4821604"/>
              <a:gd name="connsiteX9796" fmla="*/ 700588 w 2947832"/>
              <a:gd name="connsiteY9796" fmla="*/ 2485387 h 4821604"/>
              <a:gd name="connsiteX9797" fmla="*/ 701320 w 2947832"/>
              <a:gd name="connsiteY9797" fmla="*/ 2485806 h 4821604"/>
              <a:gd name="connsiteX9798" fmla="*/ 704721 w 2947832"/>
              <a:gd name="connsiteY9798" fmla="*/ 2491666 h 4821604"/>
              <a:gd name="connsiteX9799" fmla="*/ 704721 w 2947832"/>
              <a:gd name="connsiteY9799" fmla="*/ 2492503 h 4821604"/>
              <a:gd name="connsiteX9800" fmla="*/ 701320 w 2947832"/>
              <a:gd name="connsiteY9800" fmla="*/ 2498363 h 4821604"/>
              <a:gd name="connsiteX9801" fmla="*/ 700588 w 2947832"/>
              <a:gd name="connsiteY9801" fmla="*/ 2498781 h 4821604"/>
              <a:gd name="connsiteX9802" fmla="*/ 693838 w 2947832"/>
              <a:gd name="connsiteY9802" fmla="*/ 2498781 h 4821604"/>
              <a:gd name="connsiteX9803" fmla="*/ 693106 w 2947832"/>
              <a:gd name="connsiteY9803" fmla="*/ 2498363 h 4821604"/>
              <a:gd name="connsiteX9804" fmla="*/ 689705 w 2947832"/>
              <a:gd name="connsiteY9804" fmla="*/ 2492503 h 4821604"/>
              <a:gd name="connsiteX9805" fmla="*/ 689705 w 2947832"/>
              <a:gd name="connsiteY9805" fmla="*/ 2491666 h 4821604"/>
              <a:gd name="connsiteX9806" fmla="*/ 693106 w 2947832"/>
              <a:gd name="connsiteY9806" fmla="*/ 2485806 h 4821604"/>
              <a:gd name="connsiteX9807" fmla="*/ 693838 w 2947832"/>
              <a:gd name="connsiteY9807" fmla="*/ 2485387 h 4821604"/>
              <a:gd name="connsiteX9808" fmla="*/ 610385 w 2947832"/>
              <a:gd name="connsiteY9808" fmla="*/ 2483818 h 4821604"/>
              <a:gd name="connsiteX9809" fmla="*/ 618757 w 2947832"/>
              <a:gd name="connsiteY9809" fmla="*/ 2483818 h 4821604"/>
              <a:gd name="connsiteX9810" fmla="*/ 619646 w 2947832"/>
              <a:gd name="connsiteY9810" fmla="*/ 2484341 h 4821604"/>
              <a:gd name="connsiteX9811" fmla="*/ 623832 w 2947832"/>
              <a:gd name="connsiteY9811" fmla="*/ 2491614 h 4821604"/>
              <a:gd name="connsiteX9812" fmla="*/ 623832 w 2947832"/>
              <a:gd name="connsiteY9812" fmla="*/ 2492660 h 4821604"/>
              <a:gd name="connsiteX9813" fmla="*/ 619646 w 2947832"/>
              <a:gd name="connsiteY9813" fmla="*/ 2499933 h 4821604"/>
              <a:gd name="connsiteX9814" fmla="*/ 618757 w 2947832"/>
              <a:gd name="connsiteY9814" fmla="*/ 2500456 h 4821604"/>
              <a:gd name="connsiteX9815" fmla="*/ 610385 w 2947832"/>
              <a:gd name="connsiteY9815" fmla="*/ 2500456 h 4821604"/>
              <a:gd name="connsiteX9816" fmla="*/ 609496 w 2947832"/>
              <a:gd name="connsiteY9816" fmla="*/ 2499933 h 4821604"/>
              <a:gd name="connsiteX9817" fmla="*/ 605310 w 2947832"/>
              <a:gd name="connsiteY9817" fmla="*/ 2492660 h 4821604"/>
              <a:gd name="connsiteX9818" fmla="*/ 605310 w 2947832"/>
              <a:gd name="connsiteY9818" fmla="*/ 2491614 h 4821604"/>
              <a:gd name="connsiteX9819" fmla="*/ 609496 w 2947832"/>
              <a:gd name="connsiteY9819" fmla="*/ 2484341 h 4821604"/>
              <a:gd name="connsiteX9820" fmla="*/ 610385 w 2947832"/>
              <a:gd name="connsiteY9820" fmla="*/ 2483818 h 4821604"/>
              <a:gd name="connsiteX9821" fmla="*/ 775094 w 2947832"/>
              <a:gd name="connsiteY9821" fmla="*/ 2482614 h 4821604"/>
              <a:gd name="connsiteX9822" fmla="*/ 784669 w 2947832"/>
              <a:gd name="connsiteY9822" fmla="*/ 2482614 h 4821604"/>
              <a:gd name="connsiteX9823" fmla="*/ 785715 w 2947832"/>
              <a:gd name="connsiteY9823" fmla="*/ 2483189 h 4821604"/>
              <a:gd name="connsiteX9824" fmla="*/ 790529 w 2947832"/>
              <a:gd name="connsiteY9824" fmla="*/ 2491508 h 4821604"/>
              <a:gd name="connsiteX9825" fmla="*/ 790529 w 2947832"/>
              <a:gd name="connsiteY9825" fmla="*/ 2492712 h 4821604"/>
              <a:gd name="connsiteX9826" fmla="*/ 785715 w 2947832"/>
              <a:gd name="connsiteY9826" fmla="*/ 2501031 h 4821604"/>
              <a:gd name="connsiteX9827" fmla="*/ 784669 w 2947832"/>
              <a:gd name="connsiteY9827" fmla="*/ 2501606 h 4821604"/>
              <a:gd name="connsiteX9828" fmla="*/ 775094 w 2947832"/>
              <a:gd name="connsiteY9828" fmla="*/ 2501606 h 4821604"/>
              <a:gd name="connsiteX9829" fmla="*/ 774048 w 2947832"/>
              <a:gd name="connsiteY9829" fmla="*/ 2501031 h 4821604"/>
              <a:gd name="connsiteX9830" fmla="*/ 769234 w 2947832"/>
              <a:gd name="connsiteY9830" fmla="*/ 2492712 h 4821604"/>
              <a:gd name="connsiteX9831" fmla="*/ 769234 w 2947832"/>
              <a:gd name="connsiteY9831" fmla="*/ 2491508 h 4821604"/>
              <a:gd name="connsiteX9832" fmla="*/ 774048 w 2947832"/>
              <a:gd name="connsiteY9832" fmla="*/ 2483189 h 4821604"/>
              <a:gd name="connsiteX9833" fmla="*/ 775094 w 2947832"/>
              <a:gd name="connsiteY9833" fmla="*/ 2482614 h 4821604"/>
              <a:gd name="connsiteX9834" fmla="*/ 2592699 w 2947832"/>
              <a:gd name="connsiteY9834" fmla="*/ 2480888 h 4821604"/>
              <a:gd name="connsiteX9835" fmla="*/ 2604052 w 2947832"/>
              <a:gd name="connsiteY9835" fmla="*/ 2480888 h 4821604"/>
              <a:gd name="connsiteX9836" fmla="*/ 2605255 w 2947832"/>
              <a:gd name="connsiteY9836" fmla="*/ 2481568 h 4821604"/>
              <a:gd name="connsiteX9837" fmla="*/ 2610906 w 2947832"/>
              <a:gd name="connsiteY9837" fmla="*/ 2491405 h 4821604"/>
              <a:gd name="connsiteX9838" fmla="*/ 2610906 w 2947832"/>
              <a:gd name="connsiteY9838" fmla="*/ 2492817 h 4821604"/>
              <a:gd name="connsiteX9839" fmla="*/ 2605255 w 2947832"/>
              <a:gd name="connsiteY9839" fmla="*/ 2502654 h 4821604"/>
              <a:gd name="connsiteX9840" fmla="*/ 2604052 w 2947832"/>
              <a:gd name="connsiteY9840" fmla="*/ 2503334 h 4821604"/>
              <a:gd name="connsiteX9841" fmla="*/ 2592699 w 2947832"/>
              <a:gd name="connsiteY9841" fmla="*/ 2503334 h 4821604"/>
              <a:gd name="connsiteX9842" fmla="*/ 2591495 w 2947832"/>
              <a:gd name="connsiteY9842" fmla="*/ 2502654 h 4821604"/>
              <a:gd name="connsiteX9843" fmla="*/ 2585844 w 2947832"/>
              <a:gd name="connsiteY9843" fmla="*/ 2492817 h 4821604"/>
              <a:gd name="connsiteX9844" fmla="*/ 2585844 w 2947832"/>
              <a:gd name="connsiteY9844" fmla="*/ 2491405 h 4821604"/>
              <a:gd name="connsiteX9845" fmla="*/ 2591495 w 2947832"/>
              <a:gd name="connsiteY9845" fmla="*/ 2481568 h 4821604"/>
              <a:gd name="connsiteX9846" fmla="*/ 2592699 w 2947832"/>
              <a:gd name="connsiteY9846" fmla="*/ 2480888 h 4821604"/>
              <a:gd name="connsiteX9847" fmla="*/ 856506 w 2947832"/>
              <a:gd name="connsiteY9847" fmla="*/ 2480207 h 4821604"/>
              <a:gd name="connsiteX9848" fmla="*/ 868540 w 2947832"/>
              <a:gd name="connsiteY9848" fmla="*/ 2480207 h 4821604"/>
              <a:gd name="connsiteX9849" fmla="*/ 869848 w 2947832"/>
              <a:gd name="connsiteY9849" fmla="*/ 2480940 h 4821604"/>
              <a:gd name="connsiteX9850" fmla="*/ 875865 w 2947832"/>
              <a:gd name="connsiteY9850" fmla="*/ 2491352 h 4821604"/>
              <a:gd name="connsiteX9851" fmla="*/ 875865 w 2947832"/>
              <a:gd name="connsiteY9851" fmla="*/ 2492816 h 4821604"/>
              <a:gd name="connsiteX9852" fmla="*/ 869848 w 2947832"/>
              <a:gd name="connsiteY9852" fmla="*/ 2503228 h 4821604"/>
              <a:gd name="connsiteX9853" fmla="*/ 868540 w 2947832"/>
              <a:gd name="connsiteY9853" fmla="*/ 2503961 h 4821604"/>
              <a:gd name="connsiteX9854" fmla="*/ 856506 w 2947832"/>
              <a:gd name="connsiteY9854" fmla="*/ 2503961 h 4821604"/>
              <a:gd name="connsiteX9855" fmla="*/ 855198 w 2947832"/>
              <a:gd name="connsiteY9855" fmla="*/ 2503228 h 4821604"/>
              <a:gd name="connsiteX9856" fmla="*/ 849181 w 2947832"/>
              <a:gd name="connsiteY9856" fmla="*/ 2492816 h 4821604"/>
              <a:gd name="connsiteX9857" fmla="*/ 849181 w 2947832"/>
              <a:gd name="connsiteY9857" fmla="*/ 2491352 h 4821604"/>
              <a:gd name="connsiteX9858" fmla="*/ 855198 w 2947832"/>
              <a:gd name="connsiteY9858" fmla="*/ 2480940 h 4821604"/>
              <a:gd name="connsiteX9859" fmla="*/ 856506 w 2947832"/>
              <a:gd name="connsiteY9859" fmla="*/ 2480207 h 4821604"/>
              <a:gd name="connsiteX9860" fmla="*/ 2509350 w 2947832"/>
              <a:gd name="connsiteY9860" fmla="*/ 2479527 h 4821604"/>
              <a:gd name="connsiteX9861" fmla="*/ 2522064 w 2947832"/>
              <a:gd name="connsiteY9861" fmla="*/ 2479527 h 4821604"/>
              <a:gd name="connsiteX9862" fmla="*/ 2523424 w 2947832"/>
              <a:gd name="connsiteY9862" fmla="*/ 2480312 h 4821604"/>
              <a:gd name="connsiteX9863" fmla="*/ 2529755 w 2947832"/>
              <a:gd name="connsiteY9863" fmla="*/ 2491299 h 4821604"/>
              <a:gd name="connsiteX9864" fmla="*/ 2529755 w 2947832"/>
              <a:gd name="connsiteY9864" fmla="*/ 2492869 h 4821604"/>
              <a:gd name="connsiteX9865" fmla="*/ 2523424 w 2947832"/>
              <a:gd name="connsiteY9865" fmla="*/ 2503857 h 4821604"/>
              <a:gd name="connsiteX9866" fmla="*/ 2522064 w 2947832"/>
              <a:gd name="connsiteY9866" fmla="*/ 2504641 h 4821604"/>
              <a:gd name="connsiteX9867" fmla="*/ 2509350 w 2947832"/>
              <a:gd name="connsiteY9867" fmla="*/ 2504641 h 4821604"/>
              <a:gd name="connsiteX9868" fmla="*/ 2507989 w 2947832"/>
              <a:gd name="connsiteY9868" fmla="*/ 2503857 h 4821604"/>
              <a:gd name="connsiteX9869" fmla="*/ 2501658 w 2947832"/>
              <a:gd name="connsiteY9869" fmla="*/ 2492869 h 4821604"/>
              <a:gd name="connsiteX9870" fmla="*/ 2501658 w 2947832"/>
              <a:gd name="connsiteY9870" fmla="*/ 2491299 h 4821604"/>
              <a:gd name="connsiteX9871" fmla="*/ 2507989 w 2947832"/>
              <a:gd name="connsiteY9871" fmla="*/ 2480312 h 4821604"/>
              <a:gd name="connsiteX9872" fmla="*/ 2509350 w 2947832"/>
              <a:gd name="connsiteY9872" fmla="*/ 2479527 h 4821604"/>
              <a:gd name="connsiteX9873" fmla="*/ 442851 w 2947832"/>
              <a:gd name="connsiteY9873" fmla="*/ 2479475 h 4821604"/>
              <a:gd name="connsiteX9874" fmla="*/ 455618 w 2947832"/>
              <a:gd name="connsiteY9874" fmla="*/ 2479475 h 4821604"/>
              <a:gd name="connsiteX9875" fmla="*/ 456978 w 2947832"/>
              <a:gd name="connsiteY9875" fmla="*/ 2480260 h 4821604"/>
              <a:gd name="connsiteX9876" fmla="*/ 463361 w 2947832"/>
              <a:gd name="connsiteY9876" fmla="*/ 2491300 h 4821604"/>
              <a:gd name="connsiteX9877" fmla="*/ 463361 w 2947832"/>
              <a:gd name="connsiteY9877" fmla="*/ 2492869 h 4821604"/>
              <a:gd name="connsiteX9878" fmla="*/ 456978 w 2947832"/>
              <a:gd name="connsiteY9878" fmla="*/ 2503909 h 4821604"/>
              <a:gd name="connsiteX9879" fmla="*/ 455618 w 2947832"/>
              <a:gd name="connsiteY9879" fmla="*/ 2504694 h 4821604"/>
              <a:gd name="connsiteX9880" fmla="*/ 442851 w 2947832"/>
              <a:gd name="connsiteY9880" fmla="*/ 2504694 h 4821604"/>
              <a:gd name="connsiteX9881" fmla="*/ 441491 w 2947832"/>
              <a:gd name="connsiteY9881" fmla="*/ 2503909 h 4821604"/>
              <a:gd name="connsiteX9882" fmla="*/ 435107 w 2947832"/>
              <a:gd name="connsiteY9882" fmla="*/ 2492869 h 4821604"/>
              <a:gd name="connsiteX9883" fmla="*/ 435107 w 2947832"/>
              <a:gd name="connsiteY9883" fmla="*/ 2491300 h 4821604"/>
              <a:gd name="connsiteX9884" fmla="*/ 441491 w 2947832"/>
              <a:gd name="connsiteY9884" fmla="*/ 2480260 h 4821604"/>
              <a:gd name="connsiteX9885" fmla="*/ 442851 w 2947832"/>
              <a:gd name="connsiteY9885" fmla="*/ 2479475 h 4821604"/>
              <a:gd name="connsiteX9886" fmla="*/ 360183 w 2947832"/>
              <a:gd name="connsiteY9886" fmla="*/ 2479422 h 4821604"/>
              <a:gd name="connsiteX9887" fmla="*/ 373002 w 2947832"/>
              <a:gd name="connsiteY9887" fmla="*/ 2479422 h 4821604"/>
              <a:gd name="connsiteX9888" fmla="*/ 374362 w 2947832"/>
              <a:gd name="connsiteY9888" fmla="*/ 2480207 h 4821604"/>
              <a:gd name="connsiteX9889" fmla="*/ 380745 w 2947832"/>
              <a:gd name="connsiteY9889" fmla="*/ 2491299 h 4821604"/>
              <a:gd name="connsiteX9890" fmla="*/ 380745 w 2947832"/>
              <a:gd name="connsiteY9890" fmla="*/ 2492869 h 4821604"/>
              <a:gd name="connsiteX9891" fmla="*/ 374362 w 2947832"/>
              <a:gd name="connsiteY9891" fmla="*/ 2503961 h 4821604"/>
              <a:gd name="connsiteX9892" fmla="*/ 373002 w 2947832"/>
              <a:gd name="connsiteY9892" fmla="*/ 2504746 h 4821604"/>
              <a:gd name="connsiteX9893" fmla="*/ 360183 w 2947832"/>
              <a:gd name="connsiteY9893" fmla="*/ 2504746 h 4821604"/>
              <a:gd name="connsiteX9894" fmla="*/ 358823 w 2947832"/>
              <a:gd name="connsiteY9894" fmla="*/ 2503961 h 4821604"/>
              <a:gd name="connsiteX9895" fmla="*/ 352439 w 2947832"/>
              <a:gd name="connsiteY9895" fmla="*/ 2492869 h 4821604"/>
              <a:gd name="connsiteX9896" fmla="*/ 352439 w 2947832"/>
              <a:gd name="connsiteY9896" fmla="*/ 2491299 h 4821604"/>
              <a:gd name="connsiteX9897" fmla="*/ 358823 w 2947832"/>
              <a:gd name="connsiteY9897" fmla="*/ 2480207 h 4821604"/>
              <a:gd name="connsiteX9898" fmla="*/ 360183 w 2947832"/>
              <a:gd name="connsiteY9898" fmla="*/ 2479422 h 4821604"/>
              <a:gd name="connsiteX9899" fmla="*/ 277462 w 2947832"/>
              <a:gd name="connsiteY9899" fmla="*/ 2479266 h 4821604"/>
              <a:gd name="connsiteX9900" fmla="*/ 290490 w 2947832"/>
              <a:gd name="connsiteY9900" fmla="*/ 2479266 h 4821604"/>
              <a:gd name="connsiteX9901" fmla="*/ 291903 w 2947832"/>
              <a:gd name="connsiteY9901" fmla="*/ 2480051 h 4821604"/>
              <a:gd name="connsiteX9902" fmla="*/ 298390 w 2947832"/>
              <a:gd name="connsiteY9902" fmla="*/ 2491300 h 4821604"/>
              <a:gd name="connsiteX9903" fmla="*/ 298390 w 2947832"/>
              <a:gd name="connsiteY9903" fmla="*/ 2492922 h 4821604"/>
              <a:gd name="connsiteX9904" fmla="*/ 291903 w 2947832"/>
              <a:gd name="connsiteY9904" fmla="*/ 2504171 h 4821604"/>
              <a:gd name="connsiteX9905" fmla="*/ 290490 w 2947832"/>
              <a:gd name="connsiteY9905" fmla="*/ 2504956 h 4821604"/>
              <a:gd name="connsiteX9906" fmla="*/ 277462 w 2947832"/>
              <a:gd name="connsiteY9906" fmla="*/ 2504956 h 4821604"/>
              <a:gd name="connsiteX9907" fmla="*/ 276049 w 2947832"/>
              <a:gd name="connsiteY9907" fmla="*/ 2504171 h 4821604"/>
              <a:gd name="connsiteX9908" fmla="*/ 269561 w 2947832"/>
              <a:gd name="connsiteY9908" fmla="*/ 2492922 h 4821604"/>
              <a:gd name="connsiteX9909" fmla="*/ 269561 w 2947832"/>
              <a:gd name="connsiteY9909" fmla="*/ 2491300 h 4821604"/>
              <a:gd name="connsiteX9910" fmla="*/ 276049 w 2947832"/>
              <a:gd name="connsiteY9910" fmla="*/ 2480051 h 4821604"/>
              <a:gd name="connsiteX9911" fmla="*/ 277462 w 2947832"/>
              <a:gd name="connsiteY9911" fmla="*/ 2479266 h 4821604"/>
              <a:gd name="connsiteX9912" fmla="*/ 2426473 w 2947832"/>
              <a:gd name="connsiteY9912" fmla="*/ 2479056 h 4821604"/>
              <a:gd name="connsiteX9913" fmla="*/ 2439658 w 2947832"/>
              <a:gd name="connsiteY9913" fmla="*/ 2479056 h 4821604"/>
              <a:gd name="connsiteX9914" fmla="*/ 2441071 w 2947832"/>
              <a:gd name="connsiteY9914" fmla="*/ 2479893 h 4821604"/>
              <a:gd name="connsiteX9915" fmla="*/ 2447663 w 2947832"/>
              <a:gd name="connsiteY9915" fmla="*/ 2491299 h 4821604"/>
              <a:gd name="connsiteX9916" fmla="*/ 2447663 w 2947832"/>
              <a:gd name="connsiteY9916" fmla="*/ 2492921 h 4821604"/>
              <a:gd name="connsiteX9917" fmla="*/ 2441071 w 2947832"/>
              <a:gd name="connsiteY9917" fmla="*/ 2504327 h 4821604"/>
              <a:gd name="connsiteX9918" fmla="*/ 2439658 w 2947832"/>
              <a:gd name="connsiteY9918" fmla="*/ 2505165 h 4821604"/>
              <a:gd name="connsiteX9919" fmla="*/ 2426473 w 2947832"/>
              <a:gd name="connsiteY9919" fmla="*/ 2505165 h 4821604"/>
              <a:gd name="connsiteX9920" fmla="*/ 2425060 w 2947832"/>
              <a:gd name="connsiteY9920" fmla="*/ 2504327 h 4821604"/>
              <a:gd name="connsiteX9921" fmla="*/ 2418467 w 2947832"/>
              <a:gd name="connsiteY9921" fmla="*/ 2492921 h 4821604"/>
              <a:gd name="connsiteX9922" fmla="*/ 2418467 w 2947832"/>
              <a:gd name="connsiteY9922" fmla="*/ 2491299 h 4821604"/>
              <a:gd name="connsiteX9923" fmla="*/ 2425060 w 2947832"/>
              <a:gd name="connsiteY9923" fmla="*/ 2479893 h 4821604"/>
              <a:gd name="connsiteX9924" fmla="*/ 2426473 w 2947832"/>
              <a:gd name="connsiteY9924" fmla="*/ 2479056 h 4821604"/>
              <a:gd name="connsiteX9925" fmla="*/ 2343804 w 2947832"/>
              <a:gd name="connsiteY9925" fmla="*/ 2479004 h 4821604"/>
              <a:gd name="connsiteX9926" fmla="*/ 2356989 w 2947832"/>
              <a:gd name="connsiteY9926" fmla="*/ 2479004 h 4821604"/>
              <a:gd name="connsiteX9927" fmla="*/ 2358402 w 2947832"/>
              <a:gd name="connsiteY9927" fmla="*/ 2479841 h 4821604"/>
              <a:gd name="connsiteX9928" fmla="*/ 2364995 w 2947832"/>
              <a:gd name="connsiteY9928" fmla="*/ 2491299 h 4821604"/>
              <a:gd name="connsiteX9929" fmla="*/ 2364995 w 2947832"/>
              <a:gd name="connsiteY9929" fmla="*/ 2492921 h 4821604"/>
              <a:gd name="connsiteX9930" fmla="*/ 2358402 w 2947832"/>
              <a:gd name="connsiteY9930" fmla="*/ 2504380 h 4821604"/>
              <a:gd name="connsiteX9931" fmla="*/ 2356989 w 2947832"/>
              <a:gd name="connsiteY9931" fmla="*/ 2505217 h 4821604"/>
              <a:gd name="connsiteX9932" fmla="*/ 2343804 w 2947832"/>
              <a:gd name="connsiteY9932" fmla="*/ 2505217 h 4821604"/>
              <a:gd name="connsiteX9933" fmla="*/ 2342392 w 2947832"/>
              <a:gd name="connsiteY9933" fmla="*/ 2504380 h 4821604"/>
              <a:gd name="connsiteX9934" fmla="*/ 2335799 w 2947832"/>
              <a:gd name="connsiteY9934" fmla="*/ 2492921 h 4821604"/>
              <a:gd name="connsiteX9935" fmla="*/ 2335799 w 2947832"/>
              <a:gd name="connsiteY9935" fmla="*/ 2491299 h 4821604"/>
              <a:gd name="connsiteX9936" fmla="*/ 2342392 w 2947832"/>
              <a:gd name="connsiteY9936" fmla="*/ 2479841 h 4821604"/>
              <a:gd name="connsiteX9937" fmla="*/ 2343804 w 2947832"/>
              <a:gd name="connsiteY9937" fmla="*/ 2479004 h 4821604"/>
              <a:gd name="connsiteX9938" fmla="*/ 194637 w 2947832"/>
              <a:gd name="connsiteY9938" fmla="*/ 2478952 h 4821604"/>
              <a:gd name="connsiteX9939" fmla="*/ 207874 w 2947832"/>
              <a:gd name="connsiteY9939" fmla="*/ 2478952 h 4821604"/>
              <a:gd name="connsiteX9940" fmla="*/ 209287 w 2947832"/>
              <a:gd name="connsiteY9940" fmla="*/ 2479789 h 4821604"/>
              <a:gd name="connsiteX9941" fmla="*/ 215932 w 2947832"/>
              <a:gd name="connsiteY9941" fmla="*/ 2491247 h 4821604"/>
              <a:gd name="connsiteX9942" fmla="*/ 215932 w 2947832"/>
              <a:gd name="connsiteY9942" fmla="*/ 2492869 h 4821604"/>
              <a:gd name="connsiteX9943" fmla="*/ 209287 w 2947832"/>
              <a:gd name="connsiteY9943" fmla="*/ 2504328 h 4821604"/>
              <a:gd name="connsiteX9944" fmla="*/ 207874 w 2947832"/>
              <a:gd name="connsiteY9944" fmla="*/ 2505165 h 4821604"/>
              <a:gd name="connsiteX9945" fmla="*/ 194637 w 2947832"/>
              <a:gd name="connsiteY9945" fmla="*/ 2505165 h 4821604"/>
              <a:gd name="connsiteX9946" fmla="*/ 193224 w 2947832"/>
              <a:gd name="connsiteY9946" fmla="*/ 2504328 h 4821604"/>
              <a:gd name="connsiteX9947" fmla="*/ 186579 w 2947832"/>
              <a:gd name="connsiteY9947" fmla="*/ 2492869 h 4821604"/>
              <a:gd name="connsiteX9948" fmla="*/ 186579 w 2947832"/>
              <a:gd name="connsiteY9948" fmla="*/ 2491247 h 4821604"/>
              <a:gd name="connsiteX9949" fmla="*/ 193224 w 2947832"/>
              <a:gd name="connsiteY9949" fmla="*/ 2479789 h 4821604"/>
              <a:gd name="connsiteX9950" fmla="*/ 194637 w 2947832"/>
              <a:gd name="connsiteY9950" fmla="*/ 2478952 h 4821604"/>
              <a:gd name="connsiteX9951" fmla="*/ 1186500 w 2947832"/>
              <a:gd name="connsiteY9951" fmla="*/ 2478899 h 4821604"/>
              <a:gd name="connsiteX9952" fmla="*/ 1199790 w 2947832"/>
              <a:gd name="connsiteY9952" fmla="*/ 2478899 h 4821604"/>
              <a:gd name="connsiteX9953" fmla="*/ 1201202 w 2947832"/>
              <a:gd name="connsiteY9953" fmla="*/ 2479736 h 4821604"/>
              <a:gd name="connsiteX9954" fmla="*/ 1207847 w 2947832"/>
              <a:gd name="connsiteY9954" fmla="*/ 2491247 h 4821604"/>
              <a:gd name="connsiteX9955" fmla="*/ 1207847 w 2947832"/>
              <a:gd name="connsiteY9955" fmla="*/ 2492869 h 4821604"/>
              <a:gd name="connsiteX9956" fmla="*/ 1201202 w 2947832"/>
              <a:gd name="connsiteY9956" fmla="*/ 2504380 h 4821604"/>
              <a:gd name="connsiteX9957" fmla="*/ 1199790 w 2947832"/>
              <a:gd name="connsiteY9957" fmla="*/ 2505217 h 4821604"/>
              <a:gd name="connsiteX9958" fmla="*/ 1186500 w 2947832"/>
              <a:gd name="connsiteY9958" fmla="*/ 2505217 h 4821604"/>
              <a:gd name="connsiteX9959" fmla="*/ 1185087 w 2947832"/>
              <a:gd name="connsiteY9959" fmla="*/ 2504380 h 4821604"/>
              <a:gd name="connsiteX9960" fmla="*/ 1178442 w 2947832"/>
              <a:gd name="connsiteY9960" fmla="*/ 2492869 h 4821604"/>
              <a:gd name="connsiteX9961" fmla="*/ 1178442 w 2947832"/>
              <a:gd name="connsiteY9961" fmla="*/ 2491247 h 4821604"/>
              <a:gd name="connsiteX9962" fmla="*/ 1185087 w 2947832"/>
              <a:gd name="connsiteY9962" fmla="*/ 2479736 h 4821604"/>
              <a:gd name="connsiteX9963" fmla="*/ 1186500 w 2947832"/>
              <a:gd name="connsiteY9963" fmla="*/ 2478899 h 4821604"/>
              <a:gd name="connsiteX9964" fmla="*/ 524786 w 2947832"/>
              <a:gd name="connsiteY9964" fmla="*/ 2478010 h 4821604"/>
              <a:gd name="connsiteX9965" fmla="*/ 539018 w 2947832"/>
              <a:gd name="connsiteY9965" fmla="*/ 2478010 h 4821604"/>
              <a:gd name="connsiteX9966" fmla="*/ 540535 w 2947832"/>
              <a:gd name="connsiteY9966" fmla="*/ 2478899 h 4821604"/>
              <a:gd name="connsiteX9967" fmla="*/ 547651 w 2947832"/>
              <a:gd name="connsiteY9967" fmla="*/ 2491195 h 4821604"/>
              <a:gd name="connsiteX9968" fmla="*/ 547651 w 2947832"/>
              <a:gd name="connsiteY9968" fmla="*/ 2492974 h 4821604"/>
              <a:gd name="connsiteX9969" fmla="*/ 540535 w 2947832"/>
              <a:gd name="connsiteY9969" fmla="*/ 2505269 h 4821604"/>
              <a:gd name="connsiteX9970" fmla="*/ 539018 w 2947832"/>
              <a:gd name="connsiteY9970" fmla="*/ 2506159 h 4821604"/>
              <a:gd name="connsiteX9971" fmla="*/ 524786 w 2947832"/>
              <a:gd name="connsiteY9971" fmla="*/ 2506159 h 4821604"/>
              <a:gd name="connsiteX9972" fmla="*/ 523269 w 2947832"/>
              <a:gd name="connsiteY9972" fmla="*/ 2505269 h 4821604"/>
              <a:gd name="connsiteX9973" fmla="*/ 516153 w 2947832"/>
              <a:gd name="connsiteY9973" fmla="*/ 2492974 h 4821604"/>
              <a:gd name="connsiteX9974" fmla="*/ 516153 w 2947832"/>
              <a:gd name="connsiteY9974" fmla="*/ 2491195 h 4821604"/>
              <a:gd name="connsiteX9975" fmla="*/ 523269 w 2947832"/>
              <a:gd name="connsiteY9975" fmla="*/ 2478899 h 4821604"/>
              <a:gd name="connsiteX9976" fmla="*/ 524786 w 2947832"/>
              <a:gd name="connsiteY9976" fmla="*/ 2478010 h 4821604"/>
              <a:gd name="connsiteX9977" fmla="*/ 1102786 w 2947832"/>
              <a:gd name="connsiteY9977" fmla="*/ 2476806 h 4821604"/>
              <a:gd name="connsiteX9978" fmla="*/ 1118273 w 2947832"/>
              <a:gd name="connsiteY9978" fmla="*/ 2476806 h 4821604"/>
              <a:gd name="connsiteX9979" fmla="*/ 1119947 w 2947832"/>
              <a:gd name="connsiteY9979" fmla="*/ 2477748 h 4821604"/>
              <a:gd name="connsiteX9980" fmla="*/ 1127690 w 2947832"/>
              <a:gd name="connsiteY9980" fmla="*/ 2491142 h 4821604"/>
              <a:gd name="connsiteX9981" fmla="*/ 1127690 w 2947832"/>
              <a:gd name="connsiteY9981" fmla="*/ 2493078 h 4821604"/>
              <a:gd name="connsiteX9982" fmla="*/ 1119947 w 2947832"/>
              <a:gd name="connsiteY9982" fmla="*/ 2506473 h 4821604"/>
              <a:gd name="connsiteX9983" fmla="*/ 1118273 w 2947832"/>
              <a:gd name="connsiteY9983" fmla="*/ 2507414 h 4821604"/>
              <a:gd name="connsiteX9984" fmla="*/ 1102786 w 2947832"/>
              <a:gd name="connsiteY9984" fmla="*/ 2507414 h 4821604"/>
              <a:gd name="connsiteX9985" fmla="*/ 1101111 w 2947832"/>
              <a:gd name="connsiteY9985" fmla="*/ 2506473 h 4821604"/>
              <a:gd name="connsiteX9986" fmla="*/ 1093367 w 2947832"/>
              <a:gd name="connsiteY9986" fmla="*/ 2493078 h 4821604"/>
              <a:gd name="connsiteX9987" fmla="*/ 1093367 w 2947832"/>
              <a:gd name="connsiteY9987" fmla="*/ 2491142 h 4821604"/>
              <a:gd name="connsiteX9988" fmla="*/ 1101111 w 2947832"/>
              <a:gd name="connsiteY9988" fmla="*/ 2477748 h 4821604"/>
              <a:gd name="connsiteX9989" fmla="*/ 1102786 w 2947832"/>
              <a:gd name="connsiteY9989" fmla="*/ 2476806 h 4821604"/>
              <a:gd name="connsiteX9990" fmla="*/ 1515865 w 2947832"/>
              <a:gd name="connsiteY9990" fmla="*/ 2476388 h 4821604"/>
              <a:gd name="connsiteX9991" fmla="*/ 1531771 w 2947832"/>
              <a:gd name="connsiteY9991" fmla="*/ 2476388 h 4821604"/>
              <a:gd name="connsiteX9992" fmla="*/ 1533497 w 2947832"/>
              <a:gd name="connsiteY9992" fmla="*/ 2477382 h 4821604"/>
              <a:gd name="connsiteX9993" fmla="*/ 1541450 w 2947832"/>
              <a:gd name="connsiteY9993" fmla="*/ 2491142 h 4821604"/>
              <a:gd name="connsiteX9994" fmla="*/ 1541450 w 2947832"/>
              <a:gd name="connsiteY9994" fmla="*/ 2493131 h 4821604"/>
              <a:gd name="connsiteX9995" fmla="*/ 1533497 w 2947832"/>
              <a:gd name="connsiteY9995" fmla="*/ 2506891 h 4821604"/>
              <a:gd name="connsiteX9996" fmla="*/ 1531771 w 2947832"/>
              <a:gd name="connsiteY9996" fmla="*/ 2507885 h 4821604"/>
              <a:gd name="connsiteX9997" fmla="*/ 1515865 w 2947832"/>
              <a:gd name="connsiteY9997" fmla="*/ 2507885 h 4821604"/>
              <a:gd name="connsiteX9998" fmla="*/ 1514138 w 2947832"/>
              <a:gd name="connsiteY9998" fmla="*/ 2506891 h 4821604"/>
              <a:gd name="connsiteX9999" fmla="*/ 1506185 w 2947832"/>
              <a:gd name="connsiteY9999" fmla="*/ 2493131 h 4821604"/>
              <a:gd name="connsiteX10000" fmla="*/ 1506185 w 2947832"/>
              <a:gd name="connsiteY10000" fmla="*/ 2491142 h 4821604"/>
              <a:gd name="connsiteX10001" fmla="*/ 1514138 w 2947832"/>
              <a:gd name="connsiteY10001" fmla="*/ 2477382 h 4821604"/>
              <a:gd name="connsiteX10002" fmla="*/ 1515865 w 2947832"/>
              <a:gd name="connsiteY10002" fmla="*/ 2476388 h 4821604"/>
              <a:gd name="connsiteX10003" fmla="*/ 1267861 w 2947832"/>
              <a:gd name="connsiteY10003" fmla="*/ 2476283 h 4821604"/>
              <a:gd name="connsiteX10004" fmla="*/ 1283819 w 2947832"/>
              <a:gd name="connsiteY10004" fmla="*/ 2476283 h 4821604"/>
              <a:gd name="connsiteX10005" fmla="*/ 1285545 w 2947832"/>
              <a:gd name="connsiteY10005" fmla="*/ 2477277 h 4821604"/>
              <a:gd name="connsiteX10006" fmla="*/ 1293550 w 2947832"/>
              <a:gd name="connsiteY10006" fmla="*/ 2491142 h 4821604"/>
              <a:gd name="connsiteX10007" fmla="*/ 1293550 w 2947832"/>
              <a:gd name="connsiteY10007" fmla="*/ 2493130 h 4821604"/>
              <a:gd name="connsiteX10008" fmla="*/ 1285545 w 2947832"/>
              <a:gd name="connsiteY10008" fmla="*/ 2506996 h 4821604"/>
              <a:gd name="connsiteX10009" fmla="*/ 1283819 w 2947832"/>
              <a:gd name="connsiteY10009" fmla="*/ 2507990 h 4821604"/>
              <a:gd name="connsiteX10010" fmla="*/ 1267861 w 2947832"/>
              <a:gd name="connsiteY10010" fmla="*/ 2507990 h 4821604"/>
              <a:gd name="connsiteX10011" fmla="*/ 1266134 w 2947832"/>
              <a:gd name="connsiteY10011" fmla="*/ 2506996 h 4821604"/>
              <a:gd name="connsiteX10012" fmla="*/ 1258128 w 2947832"/>
              <a:gd name="connsiteY10012" fmla="*/ 2493130 h 4821604"/>
              <a:gd name="connsiteX10013" fmla="*/ 1258128 w 2947832"/>
              <a:gd name="connsiteY10013" fmla="*/ 2491142 h 4821604"/>
              <a:gd name="connsiteX10014" fmla="*/ 1266134 w 2947832"/>
              <a:gd name="connsiteY10014" fmla="*/ 2477277 h 4821604"/>
              <a:gd name="connsiteX10015" fmla="*/ 1267861 w 2947832"/>
              <a:gd name="connsiteY10015" fmla="*/ 2476283 h 4821604"/>
              <a:gd name="connsiteX10016" fmla="*/ 2259618 w 2947832"/>
              <a:gd name="connsiteY10016" fmla="*/ 2476074 h 4821604"/>
              <a:gd name="connsiteX10017" fmla="*/ 2275785 w 2947832"/>
              <a:gd name="connsiteY10017" fmla="*/ 2476074 h 4821604"/>
              <a:gd name="connsiteX10018" fmla="*/ 2277512 w 2947832"/>
              <a:gd name="connsiteY10018" fmla="*/ 2477068 h 4821604"/>
              <a:gd name="connsiteX10019" fmla="*/ 2285622 w 2947832"/>
              <a:gd name="connsiteY10019" fmla="*/ 2491090 h 4821604"/>
              <a:gd name="connsiteX10020" fmla="*/ 2285622 w 2947832"/>
              <a:gd name="connsiteY10020" fmla="*/ 2493079 h 4821604"/>
              <a:gd name="connsiteX10021" fmla="*/ 2277512 w 2947832"/>
              <a:gd name="connsiteY10021" fmla="*/ 2507101 h 4821604"/>
              <a:gd name="connsiteX10022" fmla="*/ 2275785 w 2947832"/>
              <a:gd name="connsiteY10022" fmla="*/ 2508095 h 4821604"/>
              <a:gd name="connsiteX10023" fmla="*/ 2259618 w 2947832"/>
              <a:gd name="connsiteY10023" fmla="*/ 2508095 h 4821604"/>
              <a:gd name="connsiteX10024" fmla="*/ 2257892 w 2947832"/>
              <a:gd name="connsiteY10024" fmla="*/ 2507101 h 4821604"/>
              <a:gd name="connsiteX10025" fmla="*/ 2249782 w 2947832"/>
              <a:gd name="connsiteY10025" fmla="*/ 2493079 h 4821604"/>
              <a:gd name="connsiteX10026" fmla="*/ 2249782 w 2947832"/>
              <a:gd name="connsiteY10026" fmla="*/ 2491090 h 4821604"/>
              <a:gd name="connsiteX10027" fmla="*/ 2257892 w 2947832"/>
              <a:gd name="connsiteY10027" fmla="*/ 2477068 h 4821604"/>
              <a:gd name="connsiteX10028" fmla="*/ 2259618 w 2947832"/>
              <a:gd name="connsiteY10028" fmla="*/ 2476074 h 4821604"/>
              <a:gd name="connsiteX10029" fmla="*/ 2176950 w 2947832"/>
              <a:gd name="connsiteY10029" fmla="*/ 2476074 h 4821604"/>
              <a:gd name="connsiteX10030" fmla="*/ 2193118 w 2947832"/>
              <a:gd name="connsiteY10030" fmla="*/ 2476074 h 4821604"/>
              <a:gd name="connsiteX10031" fmla="*/ 2194844 w 2947832"/>
              <a:gd name="connsiteY10031" fmla="*/ 2477068 h 4821604"/>
              <a:gd name="connsiteX10032" fmla="*/ 2202954 w 2947832"/>
              <a:gd name="connsiteY10032" fmla="*/ 2491090 h 4821604"/>
              <a:gd name="connsiteX10033" fmla="*/ 2202954 w 2947832"/>
              <a:gd name="connsiteY10033" fmla="*/ 2493079 h 4821604"/>
              <a:gd name="connsiteX10034" fmla="*/ 2194844 w 2947832"/>
              <a:gd name="connsiteY10034" fmla="*/ 2507101 h 4821604"/>
              <a:gd name="connsiteX10035" fmla="*/ 2193118 w 2947832"/>
              <a:gd name="connsiteY10035" fmla="*/ 2508095 h 4821604"/>
              <a:gd name="connsiteX10036" fmla="*/ 2176950 w 2947832"/>
              <a:gd name="connsiteY10036" fmla="*/ 2508095 h 4821604"/>
              <a:gd name="connsiteX10037" fmla="*/ 2175223 w 2947832"/>
              <a:gd name="connsiteY10037" fmla="*/ 2507101 h 4821604"/>
              <a:gd name="connsiteX10038" fmla="*/ 2167113 w 2947832"/>
              <a:gd name="connsiteY10038" fmla="*/ 2493079 h 4821604"/>
              <a:gd name="connsiteX10039" fmla="*/ 2167113 w 2947832"/>
              <a:gd name="connsiteY10039" fmla="*/ 2491090 h 4821604"/>
              <a:gd name="connsiteX10040" fmla="*/ 2175223 w 2947832"/>
              <a:gd name="connsiteY10040" fmla="*/ 2477068 h 4821604"/>
              <a:gd name="connsiteX10041" fmla="*/ 2176950 w 2947832"/>
              <a:gd name="connsiteY10041" fmla="*/ 2476074 h 4821604"/>
              <a:gd name="connsiteX10042" fmla="*/ 1432935 w 2947832"/>
              <a:gd name="connsiteY10042" fmla="*/ 2475969 h 4821604"/>
              <a:gd name="connsiteX10043" fmla="*/ 1449260 w 2947832"/>
              <a:gd name="connsiteY10043" fmla="*/ 2475969 h 4821604"/>
              <a:gd name="connsiteX10044" fmla="*/ 1450986 w 2947832"/>
              <a:gd name="connsiteY10044" fmla="*/ 2476963 h 4821604"/>
              <a:gd name="connsiteX10045" fmla="*/ 1459149 w 2947832"/>
              <a:gd name="connsiteY10045" fmla="*/ 2491090 h 4821604"/>
              <a:gd name="connsiteX10046" fmla="*/ 1459149 w 2947832"/>
              <a:gd name="connsiteY10046" fmla="*/ 2493130 h 4821604"/>
              <a:gd name="connsiteX10047" fmla="*/ 1450986 w 2947832"/>
              <a:gd name="connsiteY10047" fmla="*/ 2507257 h 4821604"/>
              <a:gd name="connsiteX10048" fmla="*/ 1449260 w 2947832"/>
              <a:gd name="connsiteY10048" fmla="*/ 2508251 h 4821604"/>
              <a:gd name="connsiteX10049" fmla="*/ 1432935 w 2947832"/>
              <a:gd name="connsiteY10049" fmla="*/ 2508251 h 4821604"/>
              <a:gd name="connsiteX10050" fmla="*/ 1431209 w 2947832"/>
              <a:gd name="connsiteY10050" fmla="*/ 2507257 h 4821604"/>
              <a:gd name="connsiteX10051" fmla="*/ 1423046 w 2947832"/>
              <a:gd name="connsiteY10051" fmla="*/ 2493130 h 4821604"/>
              <a:gd name="connsiteX10052" fmla="*/ 1423046 w 2947832"/>
              <a:gd name="connsiteY10052" fmla="*/ 2491090 h 4821604"/>
              <a:gd name="connsiteX10053" fmla="*/ 1431209 w 2947832"/>
              <a:gd name="connsiteY10053" fmla="*/ 2476963 h 4821604"/>
              <a:gd name="connsiteX10054" fmla="*/ 1432935 w 2947832"/>
              <a:gd name="connsiteY10054" fmla="*/ 2475969 h 4821604"/>
              <a:gd name="connsiteX10055" fmla="*/ 1598272 w 2947832"/>
              <a:gd name="connsiteY10055" fmla="*/ 2475865 h 4821604"/>
              <a:gd name="connsiteX10056" fmla="*/ 1614701 w 2947832"/>
              <a:gd name="connsiteY10056" fmla="*/ 2475865 h 4821604"/>
              <a:gd name="connsiteX10057" fmla="*/ 1616480 w 2947832"/>
              <a:gd name="connsiteY10057" fmla="*/ 2476859 h 4821604"/>
              <a:gd name="connsiteX10058" fmla="*/ 1624694 w 2947832"/>
              <a:gd name="connsiteY10058" fmla="*/ 2491091 h 4821604"/>
              <a:gd name="connsiteX10059" fmla="*/ 1624694 w 2947832"/>
              <a:gd name="connsiteY10059" fmla="*/ 2493131 h 4821604"/>
              <a:gd name="connsiteX10060" fmla="*/ 1616480 w 2947832"/>
              <a:gd name="connsiteY10060" fmla="*/ 2507363 h 4821604"/>
              <a:gd name="connsiteX10061" fmla="*/ 1614701 w 2947832"/>
              <a:gd name="connsiteY10061" fmla="*/ 2508357 h 4821604"/>
              <a:gd name="connsiteX10062" fmla="*/ 1598272 w 2947832"/>
              <a:gd name="connsiteY10062" fmla="*/ 2508357 h 4821604"/>
              <a:gd name="connsiteX10063" fmla="*/ 1596493 w 2947832"/>
              <a:gd name="connsiteY10063" fmla="*/ 2507363 h 4821604"/>
              <a:gd name="connsiteX10064" fmla="*/ 1588278 w 2947832"/>
              <a:gd name="connsiteY10064" fmla="*/ 2493131 h 4821604"/>
              <a:gd name="connsiteX10065" fmla="*/ 1588278 w 2947832"/>
              <a:gd name="connsiteY10065" fmla="*/ 2491091 h 4821604"/>
              <a:gd name="connsiteX10066" fmla="*/ 1596493 w 2947832"/>
              <a:gd name="connsiteY10066" fmla="*/ 2476859 h 4821604"/>
              <a:gd name="connsiteX10067" fmla="*/ 1598272 w 2947832"/>
              <a:gd name="connsiteY10067" fmla="*/ 2475865 h 4821604"/>
              <a:gd name="connsiteX10068" fmla="*/ 2094125 w 2947832"/>
              <a:gd name="connsiteY10068" fmla="*/ 2475708 h 4821604"/>
              <a:gd name="connsiteX10069" fmla="*/ 2110659 w 2947832"/>
              <a:gd name="connsiteY10069" fmla="*/ 2475708 h 4821604"/>
              <a:gd name="connsiteX10070" fmla="*/ 2112438 w 2947832"/>
              <a:gd name="connsiteY10070" fmla="*/ 2476754 h 4821604"/>
              <a:gd name="connsiteX10071" fmla="*/ 2120704 w 2947832"/>
              <a:gd name="connsiteY10071" fmla="*/ 2491091 h 4821604"/>
              <a:gd name="connsiteX10072" fmla="*/ 2120704 w 2947832"/>
              <a:gd name="connsiteY10072" fmla="*/ 2493131 h 4821604"/>
              <a:gd name="connsiteX10073" fmla="*/ 2112438 w 2947832"/>
              <a:gd name="connsiteY10073" fmla="*/ 2507467 h 4821604"/>
              <a:gd name="connsiteX10074" fmla="*/ 2110659 w 2947832"/>
              <a:gd name="connsiteY10074" fmla="*/ 2508514 h 4821604"/>
              <a:gd name="connsiteX10075" fmla="*/ 2094125 w 2947832"/>
              <a:gd name="connsiteY10075" fmla="*/ 2508514 h 4821604"/>
              <a:gd name="connsiteX10076" fmla="*/ 2092346 w 2947832"/>
              <a:gd name="connsiteY10076" fmla="*/ 2507467 h 4821604"/>
              <a:gd name="connsiteX10077" fmla="*/ 2084079 w 2947832"/>
              <a:gd name="connsiteY10077" fmla="*/ 2493131 h 4821604"/>
              <a:gd name="connsiteX10078" fmla="*/ 2084079 w 2947832"/>
              <a:gd name="connsiteY10078" fmla="*/ 2491091 h 4821604"/>
              <a:gd name="connsiteX10079" fmla="*/ 2092346 w 2947832"/>
              <a:gd name="connsiteY10079" fmla="*/ 2476754 h 4821604"/>
              <a:gd name="connsiteX10080" fmla="*/ 2094125 w 2947832"/>
              <a:gd name="connsiteY10080" fmla="*/ 2475708 h 4821604"/>
              <a:gd name="connsiteX10081" fmla="*/ 2011403 w 2947832"/>
              <a:gd name="connsiteY10081" fmla="*/ 2475603 h 4821604"/>
              <a:gd name="connsiteX10082" fmla="*/ 2028042 w 2947832"/>
              <a:gd name="connsiteY10082" fmla="*/ 2475603 h 4821604"/>
              <a:gd name="connsiteX10083" fmla="*/ 2029821 w 2947832"/>
              <a:gd name="connsiteY10083" fmla="*/ 2476649 h 4821604"/>
              <a:gd name="connsiteX10084" fmla="*/ 2038140 w 2947832"/>
              <a:gd name="connsiteY10084" fmla="*/ 2491038 h 4821604"/>
              <a:gd name="connsiteX10085" fmla="*/ 2038140 w 2947832"/>
              <a:gd name="connsiteY10085" fmla="*/ 2493079 h 4821604"/>
              <a:gd name="connsiteX10086" fmla="*/ 2029821 w 2947832"/>
              <a:gd name="connsiteY10086" fmla="*/ 2507467 h 4821604"/>
              <a:gd name="connsiteX10087" fmla="*/ 2028042 w 2947832"/>
              <a:gd name="connsiteY10087" fmla="*/ 2508513 h 4821604"/>
              <a:gd name="connsiteX10088" fmla="*/ 2011403 w 2947832"/>
              <a:gd name="connsiteY10088" fmla="*/ 2508513 h 4821604"/>
              <a:gd name="connsiteX10089" fmla="*/ 2009625 w 2947832"/>
              <a:gd name="connsiteY10089" fmla="*/ 2507467 h 4821604"/>
              <a:gd name="connsiteX10090" fmla="*/ 2001306 w 2947832"/>
              <a:gd name="connsiteY10090" fmla="*/ 2493079 h 4821604"/>
              <a:gd name="connsiteX10091" fmla="*/ 2001306 w 2947832"/>
              <a:gd name="connsiteY10091" fmla="*/ 2491038 h 4821604"/>
              <a:gd name="connsiteX10092" fmla="*/ 2009625 w 2947832"/>
              <a:gd name="connsiteY10092" fmla="*/ 2476649 h 4821604"/>
              <a:gd name="connsiteX10093" fmla="*/ 2011403 w 2947832"/>
              <a:gd name="connsiteY10093" fmla="*/ 2475603 h 4821604"/>
              <a:gd name="connsiteX10094" fmla="*/ 1928422 w 2947832"/>
              <a:gd name="connsiteY10094" fmla="*/ 2475028 h 4821604"/>
              <a:gd name="connsiteX10095" fmla="*/ 1945741 w 2947832"/>
              <a:gd name="connsiteY10095" fmla="*/ 2475028 h 4821604"/>
              <a:gd name="connsiteX10096" fmla="*/ 1947572 w 2947832"/>
              <a:gd name="connsiteY10096" fmla="*/ 2476074 h 4821604"/>
              <a:gd name="connsiteX10097" fmla="*/ 1956205 w 2947832"/>
              <a:gd name="connsiteY10097" fmla="*/ 2491038 h 4821604"/>
              <a:gd name="connsiteX10098" fmla="*/ 1956205 w 2947832"/>
              <a:gd name="connsiteY10098" fmla="*/ 2493183 h 4821604"/>
              <a:gd name="connsiteX10099" fmla="*/ 1947572 w 2947832"/>
              <a:gd name="connsiteY10099" fmla="*/ 2508147 h 4821604"/>
              <a:gd name="connsiteX10100" fmla="*/ 1945741 w 2947832"/>
              <a:gd name="connsiteY10100" fmla="*/ 2509194 h 4821604"/>
              <a:gd name="connsiteX10101" fmla="*/ 1928422 w 2947832"/>
              <a:gd name="connsiteY10101" fmla="*/ 2509194 h 4821604"/>
              <a:gd name="connsiteX10102" fmla="*/ 1926591 w 2947832"/>
              <a:gd name="connsiteY10102" fmla="*/ 2508147 h 4821604"/>
              <a:gd name="connsiteX10103" fmla="*/ 1917958 w 2947832"/>
              <a:gd name="connsiteY10103" fmla="*/ 2493183 h 4821604"/>
              <a:gd name="connsiteX10104" fmla="*/ 1917958 w 2947832"/>
              <a:gd name="connsiteY10104" fmla="*/ 2491038 h 4821604"/>
              <a:gd name="connsiteX10105" fmla="*/ 1926591 w 2947832"/>
              <a:gd name="connsiteY10105" fmla="*/ 2476074 h 4821604"/>
              <a:gd name="connsiteX10106" fmla="*/ 1928422 w 2947832"/>
              <a:gd name="connsiteY10106" fmla="*/ 2475028 h 4821604"/>
              <a:gd name="connsiteX10107" fmla="*/ 1845805 w 2947832"/>
              <a:gd name="connsiteY10107" fmla="*/ 2474923 h 4821604"/>
              <a:gd name="connsiteX10108" fmla="*/ 1863124 w 2947832"/>
              <a:gd name="connsiteY10108" fmla="*/ 2474923 h 4821604"/>
              <a:gd name="connsiteX10109" fmla="*/ 1865008 w 2947832"/>
              <a:gd name="connsiteY10109" fmla="*/ 2476022 h 4821604"/>
              <a:gd name="connsiteX10110" fmla="*/ 1873693 w 2947832"/>
              <a:gd name="connsiteY10110" fmla="*/ 2491038 h 4821604"/>
              <a:gd name="connsiteX10111" fmla="*/ 1873693 w 2947832"/>
              <a:gd name="connsiteY10111" fmla="*/ 2493183 h 4821604"/>
              <a:gd name="connsiteX10112" fmla="*/ 1865008 w 2947832"/>
              <a:gd name="connsiteY10112" fmla="*/ 2508200 h 4821604"/>
              <a:gd name="connsiteX10113" fmla="*/ 1863124 w 2947832"/>
              <a:gd name="connsiteY10113" fmla="*/ 2509298 h 4821604"/>
              <a:gd name="connsiteX10114" fmla="*/ 1845805 w 2947832"/>
              <a:gd name="connsiteY10114" fmla="*/ 2509298 h 4821604"/>
              <a:gd name="connsiteX10115" fmla="*/ 1843922 w 2947832"/>
              <a:gd name="connsiteY10115" fmla="*/ 2508200 h 4821604"/>
              <a:gd name="connsiteX10116" fmla="*/ 1835237 w 2947832"/>
              <a:gd name="connsiteY10116" fmla="*/ 2493183 h 4821604"/>
              <a:gd name="connsiteX10117" fmla="*/ 1835237 w 2947832"/>
              <a:gd name="connsiteY10117" fmla="*/ 2491038 h 4821604"/>
              <a:gd name="connsiteX10118" fmla="*/ 1843922 w 2947832"/>
              <a:gd name="connsiteY10118" fmla="*/ 2476022 h 4821604"/>
              <a:gd name="connsiteX10119" fmla="*/ 1845805 w 2947832"/>
              <a:gd name="connsiteY10119" fmla="*/ 2474923 h 4821604"/>
              <a:gd name="connsiteX10120" fmla="*/ 1680417 w 2947832"/>
              <a:gd name="connsiteY10120" fmla="*/ 2474870 h 4821604"/>
              <a:gd name="connsiteX10121" fmla="*/ 1697787 w 2947832"/>
              <a:gd name="connsiteY10121" fmla="*/ 2474870 h 4821604"/>
              <a:gd name="connsiteX10122" fmla="*/ 1699671 w 2947832"/>
              <a:gd name="connsiteY10122" fmla="*/ 2475969 h 4821604"/>
              <a:gd name="connsiteX10123" fmla="*/ 1708357 w 2947832"/>
              <a:gd name="connsiteY10123" fmla="*/ 2491038 h 4821604"/>
              <a:gd name="connsiteX10124" fmla="*/ 1708357 w 2947832"/>
              <a:gd name="connsiteY10124" fmla="*/ 2493183 h 4821604"/>
              <a:gd name="connsiteX10125" fmla="*/ 1699671 w 2947832"/>
              <a:gd name="connsiteY10125" fmla="*/ 2508251 h 4821604"/>
              <a:gd name="connsiteX10126" fmla="*/ 1697787 w 2947832"/>
              <a:gd name="connsiteY10126" fmla="*/ 2509350 h 4821604"/>
              <a:gd name="connsiteX10127" fmla="*/ 1680417 w 2947832"/>
              <a:gd name="connsiteY10127" fmla="*/ 2509350 h 4821604"/>
              <a:gd name="connsiteX10128" fmla="*/ 1678533 w 2947832"/>
              <a:gd name="connsiteY10128" fmla="*/ 2508251 h 4821604"/>
              <a:gd name="connsiteX10129" fmla="*/ 1669847 w 2947832"/>
              <a:gd name="connsiteY10129" fmla="*/ 2493183 h 4821604"/>
              <a:gd name="connsiteX10130" fmla="*/ 1669847 w 2947832"/>
              <a:gd name="connsiteY10130" fmla="*/ 2491038 h 4821604"/>
              <a:gd name="connsiteX10131" fmla="*/ 1678533 w 2947832"/>
              <a:gd name="connsiteY10131" fmla="*/ 2475969 h 4821604"/>
              <a:gd name="connsiteX10132" fmla="*/ 1680417 w 2947832"/>
              <a:gd name="connsiteY10132" fmla="*/ 2474870 h 4821604"/>
              <a:gd name="connsiteX10133" fmla="*/ 1762301 w 2947832"/>
              <a:gd name="connsiteY10133" fmla="*/ 2473353 h 4821604"/>
              <a:gd name="connsiteX10134" fmla="*/ 1781241 w 2947832"/>
              <a:gd name="connsiteY10134" fmla="*/ 2473353 h 4821604"/>
              <a:gd name="connsiteX10135" fmla="*/ 1783282 w 2947832"/>
              <a:gd name="connsiteY10135" fmla="*/ 2474504 h 4821604"/>
              <a:gd name="connsiteX10136" fmla="*/ 1792752 w 2947832"/>
              <a:gd name="connsiteY10136" fmla="*/ 2490933 h 4821604"/>
              <a:gd name="connsiteX10137" fmla="*/ 1792752 w 2947832"/>
              <a:gd name="connsiteY10137" fmla="*/ 2493288 h 4821604"/>
              <a:gd name="connsiteX10138" fmla="*/ 1783282 w 2947832"/>
              <a:gd name="connsiteY10138" fmla="*/ 2509717 h 4821604"/>
              <a:gd name="connsiteX10139" fmla="*/ 1781241 w 2947832"/>
              <a:gd name="connsiteY10139" fmla="*/ 2510868 h 4821604"/>
              <a:gd name="connsiteX10140" fmla="*/ 1762301 w 2947832"/>
              <a:gd name="connsiteY10140" fmla="*/ 2510868 h 4821604"/>
              <a:gd name="connsiteX10141" fmla="*/ 1760260 w 2947832"/>
              <a:gd name="connsiteY10141" fmla="*/ 2509717 h 4821604"/>
              <a:gd name="connsiteX10142" fmla="*/ 1750790 w 2947832"/>
              <a:gd name="connsiteY10142" fmla="*/ 2493288 h 4821604"/>
              <a:gd name="connsiteX10143" fmla="*/ 1750790 w 2947832"/>
              <a:gd name="connsiteY10143" fmla="*/ 2490933 h 4821604"/>
              <a:gd name="connsiteX10144" fmla="*/ 1760260 w 2947832"/>
              <a:gd name="connsiteY10144" fmla="*/ 2474504 h 4821604"/>
              <a:gd name="connsiteX10145" fmla="*/ 1762301 w 2947832"/>
              <a:gd name="connsiteY10145" fmla="*/ 2473353 h 4821604"/>
              <a:gd name="connsiteX10146" fmla="*/ 1348592 w 2947832"/>
              <a:gd name="connsiteY10146" fmla="*/ 2472568 h 4821604"/>
              <a:gd name="connsiteX10147" fmla="*/ 1368370 w 2947832"/>
              <a:gd name="connsiteY10147" fmla="*/ 2472568 h 4821604"/>
              <a:gd name="connsiteX10148" fmla="*/ 1370463 w 2947832"/>
              <a:gd name="connsiteY10148" fmla="*/ 2473772 h 4821604"/>
              <a:gd name="connsiteX10149" fmla="*/ 1380352 w 2947832"/>
              <a:gd name="connsiteY10149" fmla="*/ 2490881 h 4821604"/>
              <a:gd name="connsiteX10150" fmla="*/ 1380352 w 2947832"/>
              <a:gd name="connsiteY10150" fmla="*/ 2493340 h 4821604"/>
              <a:gd name="connsiteX10151" fmla="*/ 1370463 w 2947832"/>
              <a:gd name="connsiteY10151" fmla="*/ 2510449 h 4821604"/>
              <a:gd name="connsiteX10152" fmla="*/ 1368370 w 2947832"/>
              <a:gd name="connsiteY10152" fmla="*/ 2511653 h 4821604"/>
              <a:gd name="connsiteX10153" fmla="*/ 1348592 w 2947832"/>
              <a:gd name="connsiteY10153" fmla="*/ 2511653 h 4821604"/>
              <a:gd name="connsiteX10154" fmla="*/ 1346499 w 2947832"/>
              <a:gd name="connsiteY10154" fmla="*/ 2510449 h 4821604"/>
              <a:gd name="connsiteX10155" fmla="*/ 1336610 w 2947832"/>
              <a:gd name="connsiteY10155" fmla="*/ 2493340 h 4821604"/>
              <a:gd name="connsiteX10156" fmla="*/ 1336610 w 2947832"/>
              <a:gd name="connsiteY10156" fmla="*/ 2490881 h 4821604"/>
              <a:gd name="connsiteX10157" fmla="*/ 1346499 w 2947832"/>
              <a:gd name="connsiteY10157" fmla="*/ 2473772 h 4821604"/>
              <a:gd name="connsiteX10158" fmla="*/ 1348592 w 2947832"/>
              <a:gd name="connsiteY10158" fmla="*/ 2472568 h 4821604"/>
              <a:gd name="connsiteX10159" fmla="*/ 1017919 w 2947832"/>
              <a:gd name="connsiteY10159" fmla="*/ 2472359 h 4821604"/>
              <a:gd name="connsiteX10160" fmla="*/ 1037854 w 2947832"/>
              <a:gd name="connsiteY10160" fmla="*/ 2472359 h 4821604"/>
              <a:gd name="connsiteX10161" fmla="*/ 1039999 w 2947832"/>
              <a:gd name="connsiteY10161" fmla="*/ 2473615 h 4821604"/>
              <a:gd name="connsiteX10162" fmla="*/ 1049940 w 2947832"/>
              <a:gd name="connsiteY10162" fmla="*/ 2490881 h 4821604"/>
              <a:gd name="connsiteX10163" fmla="*/ 1049940 w 2947832"/>
              <a:gd name="connsiteY10163" fmla="*/ 2493340 h 4821604"/>
              <a:gd name="connsiteX10164" fmla="*/ 1039999 w 2947832"/>
              <a:gd name="connsiteY10164" fmla="*/ 2510606 h 4821604"/>
              <a:gd name="connsiteX10165" fmla="*/ 1037854 w 2947832"/>
              <a:gd name="connsiteY10165" fmla="*/ 2511862 h 4821604"/>
              <a:gd name="connsiteX10166" fmla="*/ 1017919 w 2947832"/>
              <a:gd name="connsiteY10166" fmla="*/ 2511862 h 4821604"/>
              <a:gd name="connsiteX10167" fmla="*/ 1015774 w 2947832"/>
              <a:gd name="connsiteY10167" fmla="*/ 2510606 h 4821604"/>
              <a:gd name="connsiteX10168" fmla="*/ 1005833 w 2947832"/>
              <a:gd name="connsiteY10168" fmla="*/ 2493340 h 4821604"/>
              <a:gd name="connsiteX10169" fmla="*/ 1005833 w 2947832"/>
              <a:gd name="connsiteY10169" fmla="*/ 2490881 h 4821604"/>
              <a:gd name="connsiteX10170" fmla="*/ 1015774 w 2947832"/>
              <a:gd name="connsiteY10170" fmla="*/ 2473615 h 4821604"/>
              <a:gd name="connsiteX10171" fmla="*/ 1017919 w 2947832"/>
              <a:gd name="connsiteY10171" fmla="*/ 2472359 h 4821604"/>
              <a:gd name="connsiteX10172" fmla="*/ 934937 w 2947832"/>
              <a:gd name="connsiteY10172" fmla="*/ 2471784 h 4821604"/>
              <a:gd name="connsiteX10173" fmla="*/ 955447 w 2947832"/>
              <a:gd name="connsiteY10173" fmla="*/ 2471784 h 4821604"/>
              <a:gd name="connsiteX10174" fmla="*/ 957644 w 2947832"/>
              <a:gd name="connsiteY10174" fmla="*/ 2473040 h 4821604"/>
              <a:gd name="connsiteX10175" fmla="*/ 967899 w 2947832"/>
              <a:gd name="connsiteY10175" fmla="*/ 2490829 h 4821604"/>
              <a:gd name="connsiteX10176" fmla="*/ 967899 w 2947832"/>
              <a:gd name="connsiteY10176" fmla="*/ 2493393 h 4821604"/>
              <a:gd name="connsiteX10177" fmla="*/ 957644 w 2947832"/>
              <a:gd name="connsiteY10177" fmla="*/ 2511182 h 4821604"/>
              <a:gd name="connsiteX10178" fmla="*/ 955447 w 2947832"/>
              <a:gd name="connsiteY10178" fmla="*/ 2512438 h 4821604"/>
              <a:gd name="connsiteX10179" fmla="*/ 934937 w 2947832"/>
              <a:gd name="connsiteY10179" fmla="*/ 2512438 h 4821604"/>
              <a:gd name="connsiteX10180" fmla="*/ 932739 w 2947832"/>
              <a:gd name="connsiteY10180" fmla="*/ 2511182 h 4821604"/>
              <a:gd name="connsiteX10181" fmla="*/ 922484 w 2947832"/>
              <a:gd name="connsiteY10181" fmla="*/ 2493393 h 4821604"/>
              <a:gd name="connsiteX10182" fmla="*/ 922484 w 2947832"/>
              <a:gd name="connsiteY10182" fmla="*/ 2490829 h 4821604"/>
              <a:gd name="connsiteX10183" fmla="*/ 932739 w 2947832"/>
              <a:gd name="connsiteY10183" fmla="*/ 2473040 h 4821604"/>
              <a:gd name="connsiteX10184" fmla="*/ 934937 w 2947832"/>
              <a:gd name="connsiteY10184" fmla="*/ 2471784 h 4821604"/>
              <a:gd name="connsiteX10185" fmla="*/ 24015 w 2947832"/>
              <a:gd name="connsiteY10185" fmla="*/ 2468487 h 4821604"/>
              <a:gd name="connsiteX10186" fmla="*/ 47874 w 2947832"/>
              <a:gd name="connsiteY10186" fmla="*/ 2468487 h 4821604"/>
              <a:gd name="connsiteX10187" fmla="*/ 50438 w 2947832"/>
              <a:gd name="connsiteY10187" fmla="*/ 2469952 h 4821604"/>
              <a:gd name="connsiteX10188" fmla="*/ 62367 w 2947832"/>
              <a:gd name="connsiteY10188" fmla="*/ 2490619 h 4821604"/>
              <a:gd name="connsiteX10189" fmla="*/ 62367 w 2947832"/>
              <a:gd name="connsiteY10189" fmla="*/ 2493549 h 4821604"/>
              <a:gd name="connsiteX10190" fmla="*/ 50438 w 2947832"/>
              <a:gd name="connsiteY10190" fmla="*/ 2514216 h 4821604"/>
              <a:gd name="connsiteX10191" fmla="*/ 47874 w 2947832"/>
              <a:gd name="connsiteY10191" fmla="*/ 2515681 h 4821604"/>
              <a:gd name="connsiteX10192" fmla="*/ 24015 w 2947832"/>
              <a:gd name="connsiteY10192" fmla="*/ 2515681 h 4821604"/>
              <a:gd name="connsiteX10193" fmla="*/ 21451 w 2947832"/>
              <a:gd name="connsiteY10193" fmla="*/ 2514216 h 4821604"/>
              <a:gd name="connsiteX10194" fmla="*/ 9522 w 2947832"/>
              <a:gd name="connsiteY10194" fmla="*/ 2493549 h 4821604"/>
              <a:gd name="connsiteX10195" fmla="*/ 9522 w 2947832"/>
              <a:gd name="connsiteY10195" fmla="*/ 2490619 h 4821604"/>
              <a:gd name="connsiteX10196" fmla="*/ 21451 w 2947832"/>
              <a:gd name="connsiteY10196" fmla="*/ 2469952 h 4821604"/>
              <a:gd name="connsiteX10197" fmla="*/ 24015 w 2947832"/>
              <a:gd name="connsiteY10197" fmla="*/ 2468487 h 4821604"/>
              <a:gd name="connsiteX10198" fmla="*/ 103963 w 2947832"/>
              <a:gd name="connsiteY10198" fmla="*/ 2463046 h 4821604"/>
              <a:gd name="connsiteX10199" fmla="*/ 133316 w 2947832"/>
              <a:gd name="connsiteY10199" fmla="*/ 2463046 h 4821604"/>
              <a:gd name="connsiteX10200" fmla="*/ 136455 w 2947832"/>
              <a:gd name="connsiteY10200" fmla="*/ 2464877 h 4821604"/>
              <a:gd name="connsiteX10201" fmla="*/ 151105 w 2947832"/>
              <a:gd name="connsiteY10201" fmla="*/ 2490306 h 4821604"/>
              <a:gd name="connsiteX10202" fmla="*/ 151105 w 2947832"/>
              <a:gd name="connsiteY10202" fmla="*/ 2493916 h 4821604"/>
              <a:gd name="connsiteX10203" fmla="*/ 136455 w 2947832"/>
              <a:gd name="connsiteY10203" fmla="*/ 2519344 h 4821604"/>
              <a:gd name="connsiteX10204" fmla="*/ 133316 w 2947832"/>
              <a:gd name="connsiteY10204" fmla="*/ 2521176 h 4821604"/>
              <a:gd name="connsiteX10205" fmla="*/ 103963 w 2947832"/>
              <a:gd name="connsiteY10205" fmla="*/ 2521176 h 4821604"/>
              <a:gd name="connsiteX10206" fmla="*/ 100824 w 2947832"/>
              <a:gd name="connsiteY10206" fmla="*/ 2519344 h 4821604"/>
              <a:gd name="connsiteX10207" fmla="*/ 86174 w 2947832"/>
              <a:gd name="connsiteY10207" fmla="*/ 2493916 h 4821604"/>
              <a:gd name="connsiteX10208" fmla="*/ 86174 w 2947832"/>
              <a:gd name="connsiteY10208" fmla="*/ 2490306 h 4821604"/>
              <a:gd name="connsiteX10209" fmla="*/ 100824 w 2947832"/>
              <a:gd name="connsiteY10209" fmla="*/ 2464877 h 4821604"/>
              <a:gd name="connsiteX10210" fmla="*/ 103963 w 2947832"/>
              <a:gd name="connsiteY10210" fmla="*/ 2463046 h 4821604"/>
              <a:gd name="connsiteX10211" fmla="*/ 776350 w 2947832"/>
              <a:gd name="connsiteY10211" fmla="*/ 2402457 h 4821604"/>
              <a:gd name="connsiteX10212" fmla="*/ 783413 w 2947832"/>
              <a:gd name="connsiteY10212" fmla="*/ 2402457 h 4821604"/>
              <a:gd name="connsiteX10213" fmla="*/ 784146 w 2947832"/>
              <a:gd name="connsiteY10213" fmla="*/ 2402875 h 4821604"/>
              <a:gd name="connsiteX10214" fmla="*/ 787651 w 2947832"/>
              <a:gd name="connsiteY10214" fmla="*/ 2408997 h 4821604"/>
              <a:gd name="connsiteX10215" fmla="*/ 787651 w 2947832"/>
              <a:gd name="connsiteY10215" fmla="*/ 2409887 h 4821604"/>
              <a:gd name="connsiteX10216" fmla="*/ 784146 w 2947832"/>
              <a:gd name="connsiteY10216" fmla="*/ 2416008 h 4821604"/>
              <a:gd name="connsiteX10217" fmla="*/ 783413 w 2947832"/>
              <a:gd name="connsiteY10217" fmla="*/ 2416427 h 4821604"/>
              <a:gd name="connsiteX10218" fmla="*/ 776350 w 2947832"/>
              <a:gd name="connsiteY10218" fmla="*/ 2416427 h 4821604"/>
              <a:gd name="connsiteX10219" fmla="*/ 775617 w 2947832"/>
              <a:gd name="connsiteY10219" fmla="*/ 2416008 h 4821604"/>
              <a:gd name="connsiteX10220" fmla="*/ 772112 w 2947832"/>
              <a:gd name="connsiteY10220" fmla="*/ 2409887 h 4821604"/>
              <a:gd name="connsiteX10221" fmla="*/ 772112 w 2947832"/>
              <a:gd name="connsiteY10221" fmla="*/ 2408997 h 4821604"/>
              <a:gd name="connsiteX10222" fmla="*/ 775617 w 2947832"/>
              <a:gd name="connsiteY10222" fmla="*/ 2402875 h 4821604"/>
              <a:gd name="connsiteX10223" fmla="*/ 776350 w 2947832"/>
              <a:gd name="connsiteY10223" fmla="*/ 2402457 h 4821604"/>
              <a:gd name="connsiteX10224" fmla="*/ 693419 w 2947832"/>
              <a:gd name="connsiteY10224" fmla="*/ 2401882 h 4821604"/>
              <a:gd name="connsiteX10225" fmla="*/ 701058 w 2947832"/>
              <a:gd name="connsiteY10225" fmla="*/ 2401882 h 4821604"/>
              <a:gd name="connsiteX10226" fmla="*/ 701895 w 2947832"/>
              <a:gd name="connsiteY10226" fmla="*/ 2402353 h 4821604"/>
              <a:gd name="connsiteX10227" fmla="*/ 705715 w 2947832"/>
              <a:gd name="connsiteY10227" fmla="*/ 2408946 h 4821604"/>
              <a:gd name="connsiteX10228" fmla="*/ 705715 w 2947832"/>
              <a:gd name="connsiteY10228" fmla="*/ 2409887 h 4821604"/>
              <a:gd name="connsiteX10229" fmla="*/ 701895 w 2947832"/>
              <a:gd name="connsiteY10229" fmla="*/ 2416480 h 4821604"/>
              <a:gd name="connsiteX10230" fmla="*/ 701058 w 2947832"/>
              <a:gd name="connsiteY10230" fmla="*/ 2416951 h 4821604"/>
              <a:gd name="connsiteX10231" fmla="*/ 693419 w 2947832"/>
              <a:gd name="connsiteY10231" fmla="*/ 2416951 h 4821604"/>
              <a:gd name="connsiteX10232" fmla="*/ 692582 w 2947832"/>
              <a:gd name="connsiteY10232" fmla="*/ 2416480 h 4821604"/>
              <a:gd name="connsiteX10233" fmla="*/ 688763 w 2947832"/>
              <a:gd name="connsiteY10233" fmla="*/ 2409887 h 4821604"/>
              <a:gd name="connsiteX10234" fmla="*/ 688763 w 2947832"/>
              <a:gd name="connsiteY10234" fmla="*/ 2408946 h 4821604"/>
              <a:gd name="connsiteX10235" fmla="*/ 692582 w 2947832"/>
              <a:gd name="connsiteY10235" fmla="*/ 2402353 h 4821604"/>
              <a:gd name="connsiteX10236" fmla="*/ 693419 w 2947832"/>
              <a:gd name="connsiteY10236" fmla="*/ 2401882 h 4821604"/>
              <a:gd name="connsiteX10237" fmla="*/ 857448 w 2947832"/>
              <a:gd name="connsiteY10237" fmla="*/ 2399370 h 4821604"/>
              <a:gd name="connsiteX10238" fmla="*/ 867651 w 2947832"/>
              <a:gd name="connsiteY10238" fmla="*/ 2399370 h 4821604"/>
              <a:gd name="connsiteX10239" fmla="*/ 868749 w 2947832"/>
              <a:gd name="connsiteY10239" fmla="*/ 2399998 h 4821604"/>
              <a:gd name="connsiteX10240" fmla="*/ 873825 w 2947832"/>
              <a:gd name="connsiteY10240" fmla="*/ 2408840 h 4821604"/>
              <a:gd name="connsiteX10241" fmla="*/ 873825 w 2947832"/>
              <a:gd name="connsiteY10241" fmla="*/ 2410096 h 4821604"/>
              <a:gd name="connsiteX10242" fmla="*/ 868749 w 2947832"/>
              <a:gd name="connsiteY10242" fmla="*/ 2418938 h 4821604"/>
              <a:gd name="connsiteX10243" fmla="*/ 867651 w 2947832"/>
              <a:gd name="connsiteY10243" fmla="*/ 2419566 h 4821604"/>
              <a:gd name="connsiteX10244" fmla="*/ 857448 w 2947832"/>
              <a:gd name="connsiteY10244" fmla="*/ 2419566 h 4821604"/>
              <a:gd name="connsiteX10245" fmla="*/ 856349 w 2947832"/>
              <a:gd name="connsiteY10245" fmla="*/ 2418938 h 4821604"/>
              <a:gd name="connsiteX10246" fmla="*/ 851274 w 2947832"/>
              <a:gd name="connsiteY10246" fmla="*/ 2410096 h 4821604"/>
              <a:gd name="connsiteX10247" fmla="*/ 851274 w 2947832"/>
              <a:gd name="connsiteY10247" fmla="*/ 2408840 h 4821604"/>
              <a:gd name="connsiteX10248" fmla="*/ 856349 w 2947832"/>
              <a:gd name="connsiteY10248" fmla="*/ 2399998 h 4821604"/>
              <a:gd name="connsiteX10249" fmla="*/ 857448 w 2947832"/>
              <a:gd name="connsiteY10249" fmla="*/ 2399370 h 4821604"/>
              <a:gd name="connsiteX10250" fmla="*/ 2261816 w 2947832"/>
              <a:gd name="connsiteY10250" fmla="*/ 2397748 h 4821604"/>
              <a:gd name="connsiteX10251" fmla="*/ 2273589 w 2947832"/>
              <a:gd name="connsiteY10251" fmla="*/ 2397748 h 4821604"/>
              <a:gd name="connsiteX10252" fmla="*/ 2274844 w 2947832"/>
              <a:gd name="connsiteY10252" fmla="*/ 2398481 h 4821604"/>
              <a:gd name="connsiteX10253" fmla="*/ 2280757 w 2947832"/>
              <a:gd name="connsiteY10253" fmla="*/ 2408683 h 4821604"/>
              <a:gd name="connsiteX10254" fmla="*/ 2280757 w 2947832"/>
              <a:gd name="connsiteY10254" fmla="*/ 2410148 h 4821604"/>
              <a:gd name="connsiteX10255" fmla="*/ 2274844 w 2947832"/>
              <a:gd name="connsiteY10255" fmla="*/ 2420351 h 4821604"/>
              <a:gd name="connsiteX10256" fmla="*/ 2273589 w 2947832"/>
              <a:gd name="connsiteY10256" fmla="*/ 2421084 h 4821604"/>
              <a:gd name="connsiteX10257" fmla="*/ 2261816 w 2947832"/>
              <a:gd name="connsiteY10257" fmla="*/ 2421084 h 4821604"/>
              <a:gd name="connsiteX10258" fmla="*/ 2260560 w 2947832"/>
              <a:gd name="connsiteY10258" fmla="*/ 2420351 h 4821604"/>
              <a:gd name="connsiteX10259" fmla="*/ 2254648 w 2947832"/>
              <a:gd name="connsiteY10259" fmla="*/ 2410148 h 4821604"/>
              <a:gd name="connsiteX10260" fmla="*/ 2254648 w 2947832"/>
              <a:gd name="connsiteY10260" fmla="*/ 2408683 h 4821604"/>
              <a:gd name="connsiteX10261" fmla="*/ 2260560 w 2947832"/>
              <a:gd name="connsiteY10261" fmla="*/ 2398481 h 4821604"/>
              <a:gd name="connsiteX10262" fmla="*/ 2261816 w 2947832"/>
              <a:gd name="connsiteY10262" fmla="*/ 2397748 h 4821604"/>
              <a:gd name="connsiteX10263" fmla="*/ 608502 w 2947832"/>
              <a:gd name="connsiteY10263" fmla="*/ 2397434 h 4821604"/>
              <a:gd name="connsiteX10264" fmla="*/ 620640 w 2947832"/>
              <a:gd name="connsiteY10264" fmla="*/ 2397434 h 4821604"/>
              <a:gd name="connsiteX10265" fmla="*/ 621948 w 2947832"/>
              <a:gd name="connsiteY10265" fmla="*/ 2398167 h 4821604"/>
              <a:gd name="connsiteX10266" fmla="*/ 628018 w 2947832"/>
              <a:gd name="connsiteY10266" fmla="*/ 2408683 h 4821604"/>
              <a:gd name="connsiteX10267" fmla="*/ 628018 w 2947832"/>
              <a:gd name="connsiteY10267" fmla="*/ 2410201 h 4821604"/>
              <a:gd name="connsiteX10268" fmla="*/ 621948 w 2947832"/>
              <a:gd name="connsiteY10268" fmla="*/ 2420717 h 4821604"/>
              <a:gd name="connsiteX10269" fmla="*/ 620640 w 2947832"/>
              <a:gd name="connsiteY10269" fmla="*/ 2421450 h 4821604"/>
              <a:gd name="connsiteX10270" fmla="*/ 608502 w 2947832"/>
              <a:gd name="connsiteY10270" fmla="*/ 2421450 h 4821604"/>
              <a:gd name="connsiteX10271" fmla="*/ 607194 w 2947832"/>
              <a:gd name="connsiteY10271" fmla="*/ 2420717 h 4821604"/>
              <a:gd name="connsiteX10272" fmla="*/ 601124 w 2947832"/>
              <a:gd name="connsiteY10272" fmla="*/ 2410201 h 4821604"/>
              <a:gd name="connsiteX10273" fmla="*/ 601124 w 2947832"/>
              <a:gd name="connsiteY10273" fmla="*/ 2408683 h 4821604"/>
              <a:gd name="connsiteX10274" fmla="*/ 607194 w 2947832"/>
              <a:gd name="connsiteY10274" fmla="*/ 2398167 h 4821604"/>
              <a:gd name="connsiteX10275" fmla="*/ 608502 w 2947832"/>
              <a:gd name="connsiteY10275" fmla="*/ 2397434 h 4821604"/>
              <a:gd name="connsiteX10276" fmla="*/ 2344275 w 2947832"/>
              <a:gd name="connsiteY10276" fmla="*/ 2397330 h 4821604"/>
              <a:gd name="connsiteX10277" fmla="*/ 2356518 w 2947832"/>
              <a:gd name="connsiteY10277" fmla="*/ 2397330 h 4821604"/>
              <a:gd name="connsiteX10278" fmla="*/ 2357826 w 2947832"/>
              <a:gd name="connsiteY10278" fmla="*/ 2398063 h 4821604"/>
              <a:gd name="connsiteX10279" fmla="*/ 2363948 w 2947832"/>
              <a:gd name="connsiteY10279" fmla="*/ 2408684 h 4821604"/>
              <a:gd name="connsiteX10280" fmla="*/ 2363948 w 2947832"/>
              <a:gd name="connsiteY10280" fmla="*/ 2410201 h 4821604"/>
              <a:gd name="connsiteX10281" fmla="*/ 2357826 w 2947832"/>
              <a:gd name="connsiteY10281" fmla="*/ 2420822 h 4821604"/>
              <a:gd name="connsiteX10282" fmla="*/ 2356518 w 2947832"/>
              <a:gd name="connsiteY10282" fmla="*/ 2421555 h 4821604"/>
              <a:gd name="connsiteX10283" fmla="*/ 2344275 w 2947832"/>
              <a:gd name="connsiteY10283" fmla="*/ 2421555 h 4821604"/>
              <a:gd name="connsiteX10284" fmla="*/ 2342967 w 2947832"/>
              <a:gd name="connsiteY10284" fmla="*/ 2420822 h 4821604"/>
              <a:gd name="connsiteX10285" fmla="*/ 2336845 w 2947832"/>
              <a:gd name="connsiteY10285" fmla="*/ 2410201 h 4821604"/>
              <a:gd name="connsiteX10286" fmla="*/ 2336845 w 2947832"/>
              <a:gd name="connsiteY10286" fmla="*/ 2408684 h 4821604"/>
              <a:gd name="connsiteX10287" fmla="*/ 2342967 w 2947832"/>
              <a:gd name="connsiteY10287" fmla="*/ 2398063 h 4821604"/>
              <a:gd name="connsiteX10288" fmla="*/ 2344275 w 2947832"/>
              <a:gd name="connsiteY10288" fmla="*/ 2397330 h 4821604"/>
              <a:gd name="connsiteX10289" fmla="*/ 2426838 w 2947832"/>
              <a:gd name="connsiteY10289" fmla="*/ 2397120 h 4821604"/>
              <a:gd name="connsiteX10290" fmla="*/ 2439239 w 2947832"/>
              <a:gd name="connsiteY10290" fmla="*/ 2397120 h 4821604"/>
              <a:gd name="connsiteX10291" fmla="*/ 2440547 w 2947832"/>
              <a:gd name="connsiteY10291" fmla="*/ 2397905 h 4821604"/>
              <a:gd name="connsiteX10292" fmla="*/ 2446773 w 2947832"/>
              <a:gd name="connsiteY10292" fmla="*/ 2408631 h 4821604"/>
              <a:gd name="connsiteX10293" fmla="*/ 2446773 w 2947832"/>
              <a:gd name="connsiteY10293" fmla="*/ 2410148 h 4821604"/>
              <a:gd name="connsiteX10294" fmla="*/ 2440547 w 2947832"/>
              <a:gd name="connsiteY10294" fmla="*/ 2420874 h 4821604"/>
              <a:gd name="connsiteX10295" fmla="*/ 2439239 w 2947832"/>
              <a:gd name="connsiteY10295" fmla="*/ 2421659 h 4821604"/>
              <a:gd name="connsiteX10296" fmla="*/ 2426838 w 2947832"/>
              <a:gd name="connsiteY10296" fmla="*/ 2421659 h 4821604"/>
              <a:gd name="connsiteX10297" fmla="*/ 2425530 w 2947832"/>
              <a:gd name="connsiteY10297" fmla="*/ 2420874 h 4821604"/>
              <a:gd name="connsiteX10298" fmla="*/ 2419304 w 2947832"/>
              <a:gd name="connsiteY10298" fmla="*/ 2410148 h 4821604"/>
              <a:gd name="connsiteX10299" fmla="*/ 2419304 w 2947832"/>
              <a:gd name="connsiteY10299" fmla="*/ 2408631 h 4821604"/>
              <a:gd name="connsiteX10300" fmla="*/ 2425530 w 2947832"/>
              <a:gd name="connsiteY10300" fmla="*/ 2397905 h 4821604"/>
              <a:gd name="connsiteX10301" fmla="*/ 2426838 w 2947832"/>
              <a:gd name="connsiteY10301" fmla="*/ 2397120 h 4821604"/>
              <a:gd name="connsiteX10302" fmla="*/ 195056 w 2947832"/>
              <a:gd name="connsiteY10302" fmla="*/ 2397120 h 4821604"/>
              <a:gd name="connsiteX10303" fmla="*/ 207456 w 2947832"/>
              <a:gd name="connsiteY10303" fmla="*/ 2397120 h 4821604"/>
              <a:gd name="connsiteX10304" fmla="*/ 208764 w 2947832"/>
              <a:gd name="connsiteY10304" fmla="*/ 2397905 h 4821604"/>
              <a:gd name="connsiteX10305" fmla="*/ 214990 w 2947832"/>
              <a:gd name="connsiteY10305" fmla="*/ 2408631 h 4821604"/>
              <a:gd name="connsiteX10306" fmla="*/ 214990 w 2947832"/>
              <a:gd name="connsiteY10306" fmla="*/ 2410148 h 4821604"/>
              <a:gd name="connsiteX10307" fmla="*/ 208764 w 2947832"/>
              <a:gd name="connsiteY10307" fmla="*/ 2420874 h 4821604"/>
              <a:gd name="connsiteX10308" fmla="*/ 207456 w 2947832"/>
              <a:gd name="connsiteY10308" fmla="*/ 2421659 h 4821604"/>
              <a:gd name="connsiteX10309" fmla="*/ 195056 w 2947832"/>
              <a:gd name="connsiteY10309" fmla="*/ 2421659 h 4821604"/>
              <a:gd name="connsiteX10310" fmla="*/ 193747 w 2947832"/>
              <a:gd name="connsiteY10310" fmla="*/ 2420874 h 4821604"/>
              <a:gd name="connsiteX10311" fmla="*/ 187521 w 2947832"/>
              <a:gd name="connsiteY10311" fmla="*/ 2410148 h 4821604"/>
              <a:gd name="connsiteX10312" fmla="*/ 187521 w 2947832"/>
              <a:gd name="connsiteY10312" fmla="*/ 2408631 h 4821604"/>
              <a:gd name="connsiteX10313" fmla="*/ 193747 w 2947832"/>
              <a:gd name="connsiteY10313" fmla="*/ 2397905 h 4821604"/>
              <a:gd name="connsiteX10314" fmla="*/ 195056 w 2947832"/>
              <a:gd name="connsiteY10314" fmla="*/ 2397120 h 4821604"/>
              <a:gd name="connsiteX10315" fmla="*/ 1186918 w 2947832"/>
              <a:gd name="connsiteY10315" fmla="*/ 2397016 h 4821604"/>
              <a:gd name="connsiteX10316" fmla="*/ 1199476 w 2947832"/>
              <a:gd name="connsiteY10316" fmla="*/ 2397016 h 4821604"/>
              <a:gd name="connsiteX10317" fmla="*/ 1200836 w 2947832"/>
              <a:gd name="connsiteY10317" fmla="*/ 2397801 h 4821604"/>
              <a:gd name="connsiteX10318" fmla="*/ 1207114 w 2947832"/>
              <a:gd name="connsiteY10318" fmla="*/ 2408684 h 4821604"/>
              <a:gd name="connsiteX10319" fmla="*/ 1207114 w 2947832"/>
              <a:gd name="connsiteY10319" fmla="*/ 2410254 h 4821604"/>
              <a:gd name="connsiteX10320" fmla="*/ 1200836 w 2947832"/>
              <a:gd name="connsiteY10320" fmla="*/ 2421137 h 4821604"/>
              <a:gd name="connsiteX10321" fmla="*/ 1199476 w 2947832"/>
              <a:gd name="connsiteY10321" fmla="*/ 2421921 h 4821604"/>
              <a:gd name="connsiteX10322" fmla="*/ 1186918 w 2947832"/>
              <a:gd name="connsiteY10322" fmla="*/ 2421921 h 4821604"/>
              <a:gd name="connsiteX10323" fmla="*/ 1185558 w 2947832"/>
              <a:gd name="connsiteY10323" fmla="*/ 2421137 h 4821604"/>
              <a:gd name="connsiteX10324" fmla="*/ 1179279 w 2947832"/>
              <a:gd name="connsiteY10324" fmla="*/ 2410254 h 4821604"/>
              <a:gd name="connsiteX10325" fmla="*/ 1179279 w 2947832"/>
              <a:gd name="connsiteY10325" fmla="*/ 2408684 h 4821604"/>
              <a:gd name="connsiteX10326" fmla="*/ 1185558 w 2947832"/>
              <a:gd name="connsiteY10326" fmla="*/ 2397801 h 4821604"/>
              <a:gd name="connsiteX10327" fmla="*/ 1186918 w 2947832"/>
              <a:gd name="connsiteY10327" fmla="*/ 2397016 h 4821604"/>
              <a:gd name="connsiteX10328" fmla="*/ 277671 w 2947832"/>
              <a:gd name="connsiteY10328" fmla="*/ 2397016 h 4821604"/>
              <a:gd name="connsiteX10329" fmla="*/ 290228 w 2947832"/>
              <a:gd name="connsiteY10329" fmla="*/ 2397016 h 4821604"/>
              <a:gd name="connsiteX10330" fmla="*/ 291589 w 2947832"/>
              <a:gd name="connsiteY10330" fmla="*/ 2397801 h 4821604"/>
              <a:gd name="connsiteX10331" fmla="*/ 297867 w 2947832"/>
              <a:gd name="connsiteY10331" fmla="*/ 2408684 h 4821604"/>
              <a:gd name="connsiteX10332" fmla="*/ 297867 w 2947832"/>
              <a:gd name="connsiteY10332" fmla="*/ 2410254 h 4821604"/>
              <a:gd name="connsiteX10333" fmla="*/ 291589 w 2947832"/>
              <a:gd name="connsiteY10333" fmla="*/ 2421137 h 4821604"/>
              <a:gd name="connsiteX10334" fmla="*/ 290228 w 2947832"/>
              <a:gd name="connsiteY10334" fmla="*/ 2421921 h 4821604"/>
              <a:gd name="connsiteX10335" fmla="*/ 277671 w 2947832"/>
              <a:gd name="connsiteY10335" fmla="*/ 2421921 h 4821604"/>
              <a:gd name="connsiteX10336" fmla="*/ 276311 w 2947832"/>
              <a:gd name="connsiteY10336" fmla="*/ 2421137 h 4821604"/>
              <a:gd name="connsiteX10337" fmla="*/ 270032 w 2947832"/>
              <a:gd name="connsiteY10337" fmla="*/ 2410254 h 4821604"/>
              <a:gd name="connsiteX10338" fmla="*/ 270032 w 2947832"/>
              <a:gd name="connsiteY10338" fmla="*/ 2408684 h 4821604"/>
              <a:gd name="connsiteX10339" fmla="*/ 276311 w 2947832"/>
              <a:gd name="connsiteY10339" fmla="*/ 2397801 h 4821604"/>
              <a:gd name="connsiteX10340" fmla="*/ 277671 w 2947832"/>
              <a:gd name="connsiteY10340" fmla="*/ 2397016 h 4821604"/>
              <a:gd name="connsiteX10341" fmla="*/ 2178730 w 2947832"/>
              <a:gd name="connsiteY10341" fmla="*/ 2396859 h 4821604"/>
              <a:gd name="connsiteX10342" fmla="*/ 2191444 w 2947832"/>
              <a:gd name="connsiteY10342" fmla="*/ 2396859 h 4821604"/>
              <a:gd name="connsiteX10343" fmla="*/ 2192804 w 2947832"/>
              <a:gd name="connsiteY10343" fmla="*/ 2397644 h 4821604"/>
              <a:gd name="connsiteX10344" fmla="*/ 2199135 w 2947832"/>
              <a:gd name="connsiteY10344" fmla="*/ 2408631 h 4821604"/>
              <a:gd name="connsiteX10345" fmla="*/ 2199135 w 2947832"/>
              <a:gd name="connsiteY10345" fmla="*/ 2410201 h 4821604"/>
              <a:gd name="connsiteX10346" fmla="*/ 2192804 w 2947832"/>
              <a:gd name="connsiteY10346" fmla="*/ 2421188 h 4821604"/>
              <a:gd name="connsiteX10347" fmla="*/ 2191444 w 2947832"/>
              <a:gd name="connsiteY10347" fmla="*/ 2421973 h 4821604"/>
              <a:gd name="connsiteX10348" fmla="*/ 2178730 w 2947832"/>
              <a:gd name="connsiteY10348" fmla="*/ 2421973 h 4821604"/>
              <a:gd name="connsiteX10349" fmla="*/ 2177369 w 2947832"/>
              <a:gd name="connsiteY10349" fmla="*/ 2421188 h 4821604"/>
              <a:gd name="connsiteX10350" fmla="*/ 2171038 w 2947832"/>
              <a:gd name="connsiteY10350" fmla="*/ 2410201 h 4821604"/>
              <a:gd name="connsiteX10351" fmla="*/ 2171038 w 2947832"/>
              <a:gd name="connsiteY10351" fmla="*/ 2408631 h 4821604"/>
              <a:gd name="connsiteX10352" fmla="*/ 2177369 w 2947832"/>
              <a:gd name="connsiteY10352" fmla="*/ 2397644 h 4821604"/>
              <a:gd name="connsiteX10353" fmla="*/ 2178730 w 2947832"/>
              <a:gd name="connsiteY10353" fmla="*/ 2396859 h 4821604"/>
              <a:gd name="connsiteX10354" fmla="*/ 359764 w 2947832"/>
              <a:gd name="connsiteY10354" fmla="*/ 2395917 h 4821604"/>
              <a:gd name="connsiteX10355" fmla="*/ 373420 w 2947832"/>
              <a:gd name="connsiteY10355" fmla="*/ 2395917 h 4821604"/>
              <a:gd name="connsiteX10356" fmla="*/ 374885 w 2947832"/>
              <a:gd name="connsiteY10356" fmla="*/ 2396754 h 4821604"/>
              <a:gd name="connsiteX10357" fmla="*/ 381739 w 2947832"/>
              <a:gd name="connsiteY10357" fmla="*/ 2408579 h 4821604"/>
              <a:gd name="connsiteX10358" fmla="*/ 381739 w 2947832"/>
              <a:gd name="connsiteY10358" fmla="*/ 2410253 h 4821604"/>
              <a:gd name="connsiteX10359" fmla="*/ 374885 w 2947832"/>
              <a:gd name="connsiteY10359" fmla="*/ 2422078 h 4821604"/>
              <a:gd name="connsiteX10360" fmla="*/ 373420 w 2947832"/>
              <a:gd name="connsiteY10360" fmla="*/ 2422915 h 4821604"/>
              <a:gd name="connsiteX10361" fmla="*/ 359764 w 2947832"/>
              <a:gd name="connsiteY10361" fmla="*/ 2422915 h 4821604"/>
              <a:gd name="connsiteX10362" fmla="*/ 358299 w 2947832"/>
              <a:gd name="connsiteY10362" fmla="*/ 2422078 h 4821604"/>
              <a:gd name="connsiteX10363" fmla="*/ 351445 w 2947832"/>
              <a:gd name="connsiteY10363" fmla="*/ 2410253 h 4821604"/>
              <a:gd name="connsiteX10364" fmla="*/ 351445 w 2947832"/>
              <a:gd name="connsiteY10364" fmla="*/ 2408579 h 4821604"/>
              <a:gd name="connsiteX10365" fmla="*/ 358299 w 2947832"/>
              <a:gd name="connsiteY10365" fmla="*/ 2396754 h 4821604"/>
              <a:gd name="connsiteX10366" fmla="*/ 359764 w 2947832"/>
              <a:gd name="connsiteY10366" fmla="*/ 2395917 h 4821604"/>
              <a:gd name="connsiteX10367" fmla="*/ 524997 w 2947832"/>
              <a:gd name="connsiteY10367" fmla="*/ 2395812 h 4821604"/>
              <a:gd name="connsiteX10368" fmla="*/ 538757 w 2947832"/>
              <a:gd name="connsiteY10368" fmla="*/ 2395812 h 4821604"/>
              <a:gd name="connsiteX10369" fmla="*/ 540222 w 2947832"/>
              <a:gd name="connsiteY10369" fmla="*/ 2396649 h 4821604"/>
              <a:gd name="connsiteX10370" fmla="*/ 547129 w 2947832"/>
              <a:gd name="connsiteY10370" fmla="*/ 2408579 h 4821604"/>
              <a:gd name="connsiteX10371" fmla="*/ 547129 w 2947832"/>
              <a:gd name="connsiteY10371" fmla="*/ 2410305 h 4821604"/>
              <a:gd name="connsiteX10372" fmla="*/ 540222 w 2947832"/>
              <a:gd name="connsiteY10372" fmla="*/ 2422234 h 4821604"/>
              <a:gd name="connsiteX10373" fmla="*/ 538757 w 2947832"/>
              <a:gd name="connsiteY10373" fmla="*/ 2423072 h 4821604"/>
              <a:gd name="connsiteX10374" fmla="*/ 524997 w 2947832"/>
              <a:gd name="connsiteY10374" fmla="*/ 2423072 h 4821604"/>
              <a:gd name="connsiteX10375" fmla="*/ 523532 w 2947832"/>
              <a:gd name="connsiteY10375" fmla="*/ 2422234 h 4821604"/>
              <a:gd name="connsiteX10376" fmla="*/ 516625 w 2947832"/>
              <a:gd name="connsiteY10376" fmla="*/ 2410305 h 4821604"/>
              <a:gd name="connsiteX10377" fmla="*/ 516625 w 2947832"/>
              <a:gd name="connsiteY10377" fmla="*/ 2408579 h 4821604"/>
              <a:gd name="connsiteX10378" fmla="*/ 523532 w 2947832"/>
              <a:gd name="connsiteY10378" fmla="*/ 2396649 h 4821604"/>
              <a:gd name="connsiteX10379" fmla="*/ 524997 w 2947832"/>
              <a:gd name="connsiteY10379" fmla="*/ 2395812 h 4821604"/>
              <a:gd name="connsiteX10380" fmla="*/ 1351522 w 2947832"/>
              <a:gd name="connsiteY10380" fmla="*/ 2395708 h 4821604"/>
              <a:gd name="connsiteX10381" fmla="*/ 1365440 w 2947832"/>
              <a:gd name="connsiteY10381" fmla="*/ 2395708 h 4821604"/>
              <a:gd name="connsiteX10382" fmla="*/ 1366905 w 2947832"/>
              <a:gd name="connsiteY10382" fmla="*/ 2396545 h 4821604"/>
              <a:gd name="connsiteX10383" fmla="*/ 1373864 w 2947832"/>
              <a:gd name="connsiteY10383" fmla="*/ 2408579 h 4821604"/>
              <a:gd name="connsiteX10384" fmla="*/ 1373864 w 2947832"/>
              <a:gd name="connsiteY10384" fmla="*/ 2410306 h 4821604"/>
              <a:gd name="connsiteX10385" fmla="*/ 1366905 w 2947832"/>
              <a:gd name="connsiteY10385" fmla="*/ 2422340 h 4821604"/>
              <a:gd name="connsiteX10386" fmla="*/ 1365440 w 2947832"/>
              <a:gd name="connsiteY10386" fmla="*/ 2423177 h 4821604"/>
              <a:gd name="connsiteX10387" fmla="*/ 1351522 w 2947832"/>
              <a:gd name="connsiteY10387" fmla="*/ 2423177 h 4821604"/>
              <a:gd name="connsiteX10388" fmla="*/ 1350057 w 2947832"/>
              <a:gd name="connsiteY10388" fmla="*/ 2422340 h 4821604"/>
              <a:gd name="connsiteX10389" fmla="*/ 1343098 w 2947832"/>
              <a:gd name="connsiteY10389" fmla="*/ 2410306 h 4821604"/>
              <a:gd name="connsiteX10390" fmla="*/ 1343098 w 2947832"/>
              <a:gd name="connsiteY10390" fmla="*/ 2408579 h 4821604"/>
              <a:gd name="connsiteX10391" fmla="*/ 1350057 w 2947832"/>
              <a:gd name="connsiteY10391" fmla="*/ 2396545 h 4821604"/>
              <a:gd name="connsiteX10392" fmla="*/ 1351522 w 2947832"/>
              <a:gd name="connsiteY10392" fmla="*/ 2395708 h 4821604"/>
              <a:gd name="connsiteX10393" fmla="*/ 938181 w 2947832"/>
              <a:gd name="connsiteY10393" fmla="*/ 2395551 h 4821604"/>
              <a:gd name="connsiteX10394" fmla="*/ 952203 w 2947832"/>
              <a:gd name="connsiteY10394" fmla="*/ 2395551 h 4821604"/>
              <a:gd name="connsiteX10395" fmla="*/ 953720 w 2947832"/>
              <a:gd name="connsiteY10395" fmla="*/ 2396440 h 4821604"/>
              <a:gd name="connsiteX10396" fmla="*/ 960731 w 2947832"/>
              <a:gd name="connsiteY10396" fmla="*/ 2408579 h 4821604"/>
              <a:gd name="connsiteX10397" fmla="*/ 960731 w 2947832"/>
              <a:gd name="connsiteY10397" fmla="*/ 2410306 h 4821604"/>
              <a:gd name="connsiteX10398" fmla="*/ 953720 w 2947832"/>
              <a:gd name="connsiteY10398" fmla="*/ 2422444 h 4821604"/>
              <a:gd name="connsiteX10399" fmla="*/ 952203 w 2947832"/>
              <a:gd name="connsiteY10399" fmla="*/ 2423334 h 4821604"/>
              <a:gd name="connsiteX10400" fmla="*/ 938181 w 2947832"/>
              <a:gd name="connsiteY10400" fmla="*/ 2423334 h 4821604"/>
              <a:gd name="connsiteX10401" fmla="*/ 936663 w 2947832"/>
              <a:gd name="connsiteY10401" fmla="*/ 2422444 h 4821604"/>
              <a:gd name="connsiteX10402" fmla="*/ 929652 w 2947832"/>
              <a:gd name="connsiteY10402" fmla="*/ 2410306 h 4821604"/>
              <a:gd name="connsiteX10403" fmla="*/ 929652 w 2947832"/>
              <a:gd name="connsiteY10403" fmla="*/ 2408579 h 4821604"/>
              <a:gd name="connsiteX10404" fmla="*/ 936663 w 2947832"/>
              <a:gd name="connsiteY10404" fmla="*/ 2396440 h 4821604"/>
              <a:gd name="connsiteX10405" fmla="*/ 938181 w 2947832"/>
              <a:gd name="connsiteY10405" fmla="*/ 2395551 h 4821604"/>
              <a:gd name="connsiteX10406" fmla="*/ 1433981 w 2947832"/>
              <a:gd name="connsiteY10406" fmla="*/ 2395289 h 4821604"/>
              <a:gd name="connsiteX10407" fmla="*/ 1448265 w 2947832"/>
              <a:gd name="connsiteY10407" fmla="*/ 2395289 h 4821604"/>
              <a:gd name="connsiteX10408" fmla="*/ 1449782 w 2947832"/>
              <a:gd name="connsiteY10408" fmla="*/ 2396178 h 4821604"/>
              <a:gd name="connsiteX10409" fmla="*/ 1456898 w 2947832"/>
              <a:gd name="connsiteY10409" fmla="*/ 2408526 h 4821604"/>
              <a:gd name="connsiteX10410" fmla="*/ 1456898 w 2947832"/>
              <a:gd name="connsiteY10410" fmla="*/ 2410305 h 4821604"/>
              <a:gd name="connsiteX10411" fmla="*/ 1449782 w 2947832"/>
              <a:gd name="connsiteY10411" fmla="*/ 2422653 h 4821604"/>
              <a:gd name="connsiteX10412" fmla="*/ 1448265 w 2947832"/>
              <a:gd name="connsiteY10412" fmla="*/ 2423543 h 4821604"/>
              <a:gd name="connsiteX10413" fmla="*/ 1433981 w 2947832"/>
              <a:gd name="connsiteY10413" fmla="*/ 2423543 h 4821604"/>
              <a:gd name="connsiteX10414" fmla="*/ 1432464 w 2947832"/>
              <a:gd name="connsiteY10414" fmla="*/ 2422653 h 4821604"/>
              <a:gd name="connsiteX10415" fmla="*/ 1425348 w 2947832"/>
              <a:gd name="connsiteY10415" fmla="*/ 2410305 h 4821604"/>
              <a:gd name="connsiteX10416" fmla="*/ 1425348 w 2947832"/>
              <a:gd name="connsiteY10416" fmla="*/ 2408526 h 4821604"/>
              <a:gd name="connsiteX10417" fmla="*/ 1432464 w 2947832"/>
              <a:gd name="connsiteY10417" fmla="*/ 2396178 h 4821604"/>
              <a:gd name="connsiteX10418" fmla="*/ 1433981 w 2947832"/>
              <a:gd name="connsiteY10418" fmla="*/ 2395289 h 4821604"/>
              <a:gd name="connsiteX10419" fmla="*/ 2094857 w 2947832"/>
              <a:gd name="connsiteY10419" fmla="*/ 2394452 h 4821604"/>
              <a:gd name="connsiteX10420" fmla="*/ 2109978 w 2947832"/>
              <a:gd name="connsiteY10420" fmla="*/ 2394452 h 4821604"/>
              <a:gd name="connsiteX10421" fmla="*/ 2111600 w 2947832"/>
              <a:gd name="connsiteY10421" fmla="*/ 2395394 h 4821604"/>
              <a:gd name="connsiteX10422" fmla="*/ 2119187 w 2947832"/>
              <a:gd name="connsiteY10422" fmla="*/ 2408474 h 4821604"/>
              <a:gd name="connsiteX10423" fmla="*/ 2119187 w 2947832"/>
              <a:gd name="connsiteY10423" fmla="*/ 2410358 h 4821604"/>
              <a:gd name="connsiteX10424" fmla="*/ 2111600 w 2947832"/>
              <a:gd name="connsiteY10424" fmla="*/ 2423438 h 4821604"/>
              <a:gd name="connsiteX10425" fmla="*/ 2109978 w 2947832"/>
              <a:gd name="connsiteY10425" fmla="*/ 2424380 h 4821604"/>
              <a:gd name="connsiteX10426" fmla="*/ 2094857 w 2947832"/>
              <a:gd name="connsiteY10426" fmla="*/ 2424380 h 4821604"/>
              <a:gd name="connsiteX10427" fmla="*/ 2093235 w 2947832"/>
              <a:gd name="connsiteY10427" fmla="*/ 2423438 h 4821604"/>
              <a:gd name="connsiteX10428" fmla="*/ 2085649 w 2947832"/>
              <a:gd name="connsiteY10428" fmla="*/ 2410358 h 4821604"/>
              <a:gd name="connsiteX10429" fmla="*/ 2085649 w 2947832"/>
              <a:gd name="connsiteY10429" fmla="*/ 2408474 h 4821604"/>
              <a:gd name="connsiteX10430" fmla="*/ 2093235 w 2947832"/>
              <a:gd name="connsiteY10430" fmla="*/ 2395394 h 4821604"/>
              <a:gd name="connsiteX10431" fmla="*/ 2094857 w 2947832"/>
              <a:gd name="connsiteY10431" fmla="*/ 2394452 h 4821604"/>
              <a:gd name="connsiteX10432" fmla="*/ 1598691 w 2947832"/>
              <a:gd name="connsiteY10432" fmla="*/ 2394033 h 4821604"/>
              <a:gd name="connsiteX10433" fmla="*/ 1614282 w 2947832"/>
              <a:gd name="connsiteY10433" fmla="*/ 2394033 h 4821604"/>
              <a:gd name="connsiteX10434" fmla="*/ 1615957 w 2947832"/>
              <a:gd name="connsiteY10434" fmla="*/ 2394975 h 4821604"/>
              <a:gd name="connsiteX10435" fmla="*/ 1623753 w 2947832"/>
              <a:gd name="connsiteY10435" fmla="*/ 2408474 h 4821604"/>
              <a:gd name="connsiteX10436" fmla="*/ 1623753 w 2947832"/>
              <a:gd name="connsiteY10436" fmla="*/ 2410410 h 4821604"/>
              <a:gd name="connsiteX10437" fmla="*/ 1615957 w 2947832"/>
              <a:gd name="connsiteY10437" fmla="*/ 2423909 h 4821604"/>
              <a:gd name="connsiteX10438" fmla="*/ 1614282 w 2947832"/>
              <a:gd name="connsiteY10438" fmla="*/ 2424851 h 4821604"/>
              <a:gd name="connsiteX10439" fmla="*/ 1598691 w 2947832"/>
              <a:gd name="connsiteY10439" fmla="*/ 2424851 h 4821604"/>
              <a:gd name="connsiteX10440" fmla="*/ 1597016 w 2947832"/>
              <a:gd name="connsiteY10440" fmla="*/ 2423909 h 4821604"/>
              <a:gd name="connsiteX10441" fmla="*/ 1589220 w 2947832"/>
              <a:gd name="connsiteY10441" fmla="*/ 2410410 h 4821604"/>
              <a:gd name="connsiteX10442" fmla="*/ 1589220 w 2947832"/>
              <a:gd name="connsiteY10442" fmla="*/ 2408474 h 4821604"/>
              <a:gd name="connsiteX10443" fmla="*/ 1597016 w 2947832"/>
              <a:gd name="connsiteY10443" fmla="*/ 2394975 h 4821604"/>
              <a:gd name="connsiteX10444" fmla="*/ 1598691 w 2947832"/>
              <a:gd name="connsiteY10444" fmla="*/ 2394033 h 4821604"/>
              <a:gd name="connsiteX10445" fmla="*/ 1515970 w 2947832"/>
              <a:gd name="connsiteY10445" fmla="*/ 2393981 h 4821604"/>
              <a:gd name="connsiteX10446" fmla="*/ 1531614 w 2947832"/>
              <a:gd name="connsiteY10446" fmla="*/ 2393981 h 4821604"/>
              <a:gd name="connsiteX10447" fmla="*/ 1533288 w 2947832"/>
              <a:gd name="connsiteY10447" fmla="*/ 2394923 h 4821604"/>
              <a:gd name="connsiteX10448" fmla="*/ 1541084 w 2947832"/>
              <a:gd name="connsiteY10448" fmla="*/ 2408474 h 4821604"/>
              <a:gd name="connsiteX10449" fmla="*/ 1541084 w 2947832"/>
              <a:gd name="connsiteY10449" fmla="*/ 2410410 h 4821604"/>
              <a:gd name="connsiteX10450" fmla="*/ 1533288 w 2947832"/>
              <a:gd name="connsiteY10450" fmla="*/ 2423961 h 4821604"/>
              <a:gd name="connsiteX10451" fmla="*/ 1531614 w 2947832"/>
              <a:gd name="connsiteY10451" fmla="*/ 2424903 h 4821604"/>
              <a:gd name="connsiteX10452" fmla="*/ 1515970 w 2947832"/>
              <a:gd name="connsiteY10452" fmla="*/ 2424903 h 4821604"/>
              <a:gd name="connsiteX10453" fmla="*/ 1514295 w 2947832"/>
              <a:gd name="connsiteY10453" fmla="*/ 2423961 h 4821604"/>
              <a:gd name="connsiteX10454" fmla="*/ 1506499 w 2947832"/>
              <a:gd name="connsiteY10454" fmla="*/ 2410410 h 4821604"/>
              <a:gd name="connsiteX10455" fmla="*/ 1506499 w 2947832"/>
              <a:gd name="connsiteY10455" fmla="*/ 2408474 h 4821604"/>
              <a:gd name="connsiteX10456" fmla="*/ 1514295 w 2947832"/>
              <a:gd name="connsiteY10456" fmla="*/ 2394923 h 4821604"/>
              <a:gd name="connsiteX10457" fmla="*/ 1515970 w 2947832"/>
              <a:gd name="connsiteY10457" fmla="*/ 2393981 h 4821604"/>
              <a:gd name="connsiteX10458" fmla="*/ 1020012 w 2947832"/>
              <a:gd name="connsiteY10458" fmla="*/ 2393877 h 4821604"/>
              <a:gd name="connsiteX10459" fmla="*/ 1035709 w 2947832"/>
              <a:gd name="connsiteY10459" fmla="*/ 2393877 h 4821604"/>
              <a:gd name="connsiteX10460" fmla="*/ 1037383 w 2947832"/>
              <a:gd name="connsiteY10460" fmla="*/ 2394871 h 4821604"/>
              <a:gd name="connsiteX10461" fmla="*/ 1045231 w 2947832"/>
              <a:gd name="connsiteY10461" fmla="*/ 2408475 h 4821604"/>
              <a:gd name="connsiteX10462" fmla="*/ 1045231 w 2947832"/>
              <a:gd name="connsiteY10462" fmla="*/ 2410411 h 4821604"/>
              <a:gd name="connsiteX10463" fmla="*/ 1037383 w 2947832"/>
              <a:gd name="connsiteY10463" fmla="*/ 2424014 h 4821604"/>
              <a:gd name="connsiteX10464" fmla="*/ 1035709 w 2947832"/>
              <a:gd name="connsiteY10464" fmla="*/ 2425008 h 4821604"/>
              <a:gd name="connsiteX10465" fmla="*/ 1020012 w 2947832"/>
              <a:gd name="connsiteY10465" fmla="*/ 2425008 h 4821604"/>
              <a:gd name="connsiteX10466" fmla="*/ 1018338 w 2947832"/>
              <a:gd name="connsiteY10466" fmla="*/ 2424014 h 4821604"/>
              <a:gd name="connsiteX10467" fmla="*/ 1010489 w 2947832"/>
              <a:gd name="connsiteY10467" fmla="*/ 2410411 h 4821604"/>
              <a:gd name="connsiteX10468" fmla="*/ 1010489 w 2947832"/>
              <a:gd name="connsiteY10468" fmla="*/ 2408475 h 4821604"/>
              <a:gd name="connsiteX10469" fmla="*/ 1018338 w 2947832"/>
              <a:gd name="connsiteY10469" fmla="*/ 2394871 h 4821604"/>
              <a:gd name="connsiteX10470" fmla="*/ 1020012 w 2947832"/>
              <a:gd name="connsiteY10470" fmla="*/ 2393877 h 4821604"/>
              <a:gd name="connsiteX10471" fmla="*/ 1763556 w 2947832"/>
              <a:gd name="connsiteY10471" fmla="*/ 2393144 h 4821604"/>
              <a:gd name="connsiteX10472" fmla="*/ 1780037 w 2947832"/>
              <a:gd name="connsiteY10472" fmla="*/ 2393144 h 4821604"/>
              <a:gd name="connsiteX10473" fmla="*/ 1781816 w 2947832"/>
              <a:gd name="connsiteY10473" fmla="*/ 2394138 h 4821604"/>
              <a:gd name="connsiteX10474" fmla="*/ 1790083 w 2947832"/>
              <a:gd name="connsiteY10474" fmla="*/ 2408422 h 4821604"/>
              <a:gd name="connsiteX10475" fmla="*/ 1790083 w 2947832"/>
              <a:gd name="connsiteY10475" fmla="*/ 2410462 h 4821604"/>
              <a:gd name="connsiteX10476" fmla="*/ 1781816 w 2947832"/>
              <a:gd name="connsiteY10476" fmla="*/ 2424746 h 4821604"/>
              <a:gd name="connsiteX10477" fmla="*/ 1780037 w 2947832"/>
              <a:gd name="connsiteY10477" fmla="*/ 2425740 h 4821604"/>
              <a:gd name="connsiteX10478" fmla="*/ 1763556 w 2947832"/>
              <a:gd name="connsiteY10478" fmla="*/ 2425740 h 4821604"/>
              <a:gd name="connsiteX10479" fmla="*/ 1761777 w 2947832"/>
              <a:gd name="connsiteY10479" fmla="*/ 2424746 h 4821604"/>
              <a:gd name="connsiteX10480" fmla="*/ 1753510 w 2947832"/>
              <a:gd name="connsiteY10480" fmla="*/ 2410462 h 4821604"/>
              <a:gd name="connsiteX10481" fmla="*/ 1753510 w 2947832"/>
              <a:gd name="connsiteY10481" fmla="*/ 2408422 h 4821604"/>
              <a:gd name="connsiteX10482" fmla="*/ 1761777 w 2947832"/>
              <a:gd name="connsiteY10482" fmla="*/ 2394138 h 4821604"/>
              <a:gd name="connsiteX10483" fmla="*/ 1763556 w 2947832"/>
              <a:gd name="connsiteY10483" fmla="*/ 2393144 h 4821604"/>
              <a:gd name="connsiteX10484" fmla="*/ 1267337 w 2947832"/>
              <a:gd name="connsiteY10484" fmla="*/ 2392621 h 4821604"/>
              <a:gd name="connsiteX10485" fmla="*/ 1284341 w 2947832"/>
              <a:gd name="connsiteY10485" fmla="*/ 2392621 h 4821604"/>
              <a:gd name="connsiteX10486" fmla="*/ 1286173 w 2947832"/>
              <a:gd name="connsiteY10486" fmla="*/ 2393667 h 4821604"/>
              <a:gd name="connsiteX10487" fmla="*/ 1294649 w 2947832"/>
              <a:gd name="connsiteY10487" fmla="*/ 2408370 h 4821604"/>
              <a:gd name="connsiteX10488" fmla="*/ 1294649 w 2947832"/>
              <a:gd name="connsiteY10488" fmla="*/ 2410463 h 4821604"/>
              <a:gd name="connsiteX10489" fmla="*/ 1286173 w 2947832"/>
              <a:gd name="connsiteY10489" fmla="*/ 2425165 h 4821604"/>
              <a:gd name="connsiteX10490" fmla="*/ 1284341 w 2947832"/>
              <a:gd name="connsiteY10490" fmla="*/ 2426211 h 4821604"/>
              <a:gd name="connsiteX10491" fmla="*/ 1267337 w 2947832"/>
              <a:gd name="connsiteY10491" fmla="*/ 2426211 h 4821604"/>
              <a:gd name="connsiteX10492" fmla="*/ 1265506 w 2947832"/>
              <a:gd name="connsiteY10492" fmla="*/ 2425165 h 4821604"/>
              <a:gd name="connsiteX10493" fmla="*/ 1257029 w 2947832"/>
              <a:gd name="connsiteY10493" fmla="*/ 2410463 h 4821604"/>
              <a:gd name="connsiteX10494" fmla="*/ 1257029 w 2947832"/>
              <a:gd name="connsiteY10494" fmla="*/ 2408370 h 4821604"/>
              <a:gd name="connsiteX10495" fmla="*/ 1265506 w 2947832"/>
              <a:gd name="connsiteY10495" fmla="*/ 2393667 h 4821604"/>
              <a:gd name="connsiteX10496" fmla="*/ 1267337 w 2947832"/>
              <a:gd name="connsiteY10496" fmla="*/ 2392621 h 4821604"/>
              <a:gd name="connsiteX10497" fmla="*/ 2011091 w 2947832"/>
              <a:gd name="connsiteY10497" fmla="*/ 2392202 h 4821604"/>
              <a:gd name="connsiteX10498" fmla="*/ 2028461 w 2947832"/>
              <a:gd name="connsiteY10498" fmla="*/ 2392202 h 4821604"/>
              <a:gd name="connsiteX10499" fmla="*/ 2030345 w 2947832"/>
              <a:gd name="connsiteY10499" fmla="*/ 2393301 h 4821604"/>
              <a:gd name="connsiteX10500" fmla="*/ 2039030 w 2947832"/>
              <a:gd name="connsiteY10500" fmla="*/ 2408370 h 4821604"/>
              <a:gd name="connsiteX10501" fmla="*/ 2039030 w 2947832"/>
              <a:gd name="connsiteY10501" fmla="*/ 2410515 h 4821604"/>
              <a:gd name="connsiteX10502" fmla="*/ 2030345 w 2947832"/>
              <a:gd name="connsiteY10502" fmla="*/ 2425583 h 4821604"/>
              <a:gd name="connsiteX10503" fmla="*/ 2028461 w 2947832"/>
              <a:gd name="connsiteY10503" fmla="*/ 2426682 h 4821604"/>
              <a:gd name="connsiteX10504" fmla="*/ 2011091 w 2947832"/>
              <a:gd name="connsiteY10504" fmla="*/ 2426682 h 4821604"/>
              <a:gd name="connsiteX10505" fmla="*/ 2009207 w 2947832"/>
              <a:gd name="connsiteY10505" fmla="*/ 2425583 h 4821604"/>
              <a:gd name="connsiteX10506" fmla="*/ 2000521 w 2947832"/>
              <a:gd name="connsiteY10506" fmla="*/ 2410515 h 4821604"/>
              <a:gd name="connsiteX10507" fmla="*/ 2000521 w 2947832"/>
              <a:gd name="connsiteY10507" fmla="*/ 2408370 h 4821604"/>
              <a:gd name="connsiteX10508" fmla="*/ 2009207 w 2947832"/>
              <a:gd name="connsiteY10508" fmla="*/ 2393301 h 4821604"/>
              <a:gd name="connsiteX10509" fmla="*/ 2011091 w 2947832"/>
              <a:gd name="connsiteY10509" fmla="*/ 2392202 h 4821604"/>
              <a:gd name="connsiteX10510" fmla="*/ 1680208 w 2947832"/>
              <a:gd name="connsiteY10510" fmla="*/ 2391888 h 4821604"/>
              <a:gd name="connsiteX10511" fmla="*/ 1697945 w 2947832"/>
              <a:gd name="connsiteY10511" fmla="*/ 2391888 h 4821604"/>
              <a:gd name="connsiteX10512" fmla="*/ 1699829 w 2947832"/>
              <a:gd name="connsiteY10512" fmla="*/ 2392987 h 4821604"/>
              <a:gd name="connsiteX10513" fmla="*/ 1708723 w 2947832"/>
              <a:gd name="connsiteY10513" fmla="*/ 2408369 h 4821604"/>
              <a:gd name="connsiteX10514" fmla="*/ 1708723 w 2947832"/>
              <a:gd name="connsiteY10514" fmla="*/ 2410567 h 4821604"/>
              <a:gd name="connsiteX10515" fmla="*/ 1699829 w 2947832"/>
              <a:gd name="connsiteY10515" fmla="*/ 2425950 h 4821604"/>
              <a:gd name="connsiteX10516" fmla="*/ 1697945 w 2947832"/>
              <a:gd name="connsiteY10516" fmla="*/ 2427048 h 4821604"/>
              <a:gd name="connsiteX10517" fmla="*/ 1680208 w 2947832"/>
              <a:gd name="connsiteY10517" fmla="*/ 2427048 h 4821604"/>
              <a:gd name="connsiteX10518" fmla="*/ 1678324 w 2947832"/>
              <a:gd name="connsiteY10518" fmla="*/ 2425950 h 4821604"/>
              <a:gd name="connsiteX10519" fmla="*/ 1669430 w 2947832"/>
              <a:gd name="connsiteY10519" fmla="*/ 2410567 h 4821604"/>
              <a:gd name="connsiteX10520" fmla="*/ 1669430 w 2947832"/>
              <a:gd name="connsiteY10520" fmla="*/ 2408369 h 4821604"/>
              <a:gd name="connsiteX10521" fmla="*/ 1678324 w 2947832"/>
              <a:gd name="connsiteY10521" fmla="*/ 2392987 h 4821604"/>
              <a:gd name="connsiteX10522" fmla="*/ 1680208 w 2947832"/>
              <a:gd name="connsiteY10522" fmla="*/ 2391888 h 4821604"/>
              <a:gd name="connsiteX10523" fmla="*/ 1928161 w 2947832"/>
              <a:gd name="connsiteY10523" fmla="*/ 2391731 h 4821604"/>
              <a:gd name="connsiteX10524" fmla="*/ 1946055 w 2947832"/>
              <a:gd name="connsiteY10524" fmla="*/ 2391731 h 4821604"/>
              <a:gd name="connsiteX10525" fmla="*/ 1947991 w 2947832"/>
              <a:gd name="connsiteY10525" fmla="*/ 2392830 h 4821604"/>
              <a:gd name="connsiteX10526" fmla="*/ 1956938 w 2947832"/>
              <a:gd name="connsiteY10526" fmla="*/ 2408317 h 4821604"/>
              <a:gd name="connsiteX10527" fmla="*/ 1956938 w 2947832"/>
              <a:gd name="connsiteY10527" fmla="*/ 2410515 h 4821604"/>
              <a:gd name="connsiteX10528" fmla="*/ 1947991 w 2947832"/>
              <a:gd name="connsiteY10528" fmla="*/ 2426002 h 4821604"/>
              <a:gd name="connsiteX10529" fmla="*/ 1946055 w 2947832"/>
              <a:gd name="connsiteY10529" fmla="*/ 2427101 h 4821604"/>
              <a:gd name="connsiteX10530" fmla="*/ 1928161 w 2947832"/>
              <a:gd name="connsiteY10530" fmla="*/ 2427101 h 4821604"/>
              <a:gd name="connsiteX10531" fmla="*/ 1926225 w 2947832"/>
              <a:gd name="connsiteY10531" fmla="*/ 2426002 h 4821604"/>
              <a:gd name="connsiteX10532" fmla="*/ 1917278 w 2947832"/>
              <a:gd name="connsiteY10532" fmla="*/ 2410515 h 4821604"/>
              <a:gd name="connsiteX10533" fmla="*/ 1917278 w 2947832"/>
              <a:gd name="connsiteY10533" fmla="*/ 2408317 h 4821604"/>
              <a:gd name="connsiteX10534" fmla="*/ 1926225 w 2947832"/>
              <a:gd name="connsiteY10534" fmla="*/ 2392830 h 4821604"/>
              <a:gd name="connsiteX10535" fmla="*/ 1928161 w 2947832"/>
              <a:gd name="connsiteY10535" fmla="*/ 2391731 h 4821604"/>
              <a:gd name="connsiteX10536" fmla="*/ 440339 w 2947832"/>
              <a:gd name="connsiteY10536" fmla="*/ 2391731 h 4821604"/>
              <a:gd name="connsiteX10537" fmla="*/ 458234 w 2947832"/>
              <a:gd name="connsiteY10537" fmla="*/ 2391731 h 4821604"/>
              <a:gd name="connsiteX10538" fmla="*/ 460170 w 2947832"/>
              <a:gd name="connsiteY10538" fmla="*/ 2392830 h 4821604"/>
              <a:gd name="connsiteX10539" fmla="*/ 469116 w 2947832"/>
              <a:gd name="connsiteY10539" fmla="*/ 2408317 h 4821604"/>
              <a:gd name="connsiteX10540" fmla="*/ 469116 w 2947832"/>
              <a:gd name="connsiteY10540" fmla="*/ 2410515 h 4821604"/>
              <a:gd name="connsiteX10541" fmla="*/ 460170 w 2947832"/>
              <a:gd name="connsiteY10541" fmla="*/ 2426002 h 4821604"/>
              <a:gd name="connsiteX10542" fmla="*/ 458234 w 2947832"/>
              <a:gd name="connsiteY10542" fmla="*/ 2427101 h 4821604"/>
              <a:gd name="connsiteX10543" fmla="*/ 440339 w 2947832"/>
              <a:gd name="connsiteY10543" fmla="*/ 2427101 h 4821604"/>
              <a:gd name="connsiteX10544" fmla="*/ 438404 w 2947832"/>
              <a:gd name="connsiteY10544" fmla="*/ 2426002 h 4821604"/>
              <a:gd name="connsiteX10545" fmla="*/ 429457 w 2947832"/>
              <a:gd name="connsiteY10545" fmla="*/ 2410515 h 4821604"/>
              <a:gd name="connsiteX10546" fmla="*/ 429457 w 2947832"/>
              <a:gd name="connsiteY10546" fmla="*/ 2408317 h 4821604"/>
              <a:gd name="connsiteX10547" fmla="*/ 438404 w 2947832"/>
              <a:gd name="connsiteY10547" fmla="*/ 2392830 h 4821604"/>
              <a:gd name="connsiteX10548" fmla="*/ 440339 w 2947832"/>
              <a:gd name="connsiteY10548" fmla="*/ 2391731 h 4821604"/>
              <a:gd name="connsiteX10549" fmla="*/ 1845282 w 2947832"/>
              <a:gd name="connsiteY10549" fmla="*/ 2391260 h 4821604"/>
              <a:gd name="connsiteX10550" fmla="*/ 1863647 w 2947832"/>
              <a:gd name="connsiteY10550" fmla="*/ 2391260 h 4821604"/>
              <a:gd name="connsiteX10551" fmla="*/ 1865636 w 2947832"/>
              <a:gd name="connsiteY10551" fmla="*/ 2392411 h 4821604"/>
              <a:gd name="connsiteX10552" fmla="*/ 1874792 w 2947832"/>
              <a:gd name="connsiteY10552" fmla="*/ 2408317 h 4821604"/>
              <a:gd name="connsiteX10553" fmla="*/ 1874792 w 2947832"/>
              <a:gd name="connsiteY10553" fmla="*/ 2410567 h 4821604"/>
              <a:gd name="connsiteX10554" fmla="*/ 1865636 w 2947832"/>
              <a:gd name="connsiteY10554" fmla="*/ 2426472 h 4821604"/>
              <a:gd name="connsiteX10555" fmla="*/ 1863647 w 2947832"/>
              <a:gd name="connsiteY10555" fmla="*/ 2427624 h 4821604"/>
              <a:gd name="connsiteX10556" fmla="*/ 1845282 w 2947832"/>
              <a:gd name="connsiteY10556" fmla="*/ 2427624 h 4821604"/>
              <a:gd name="connsiteX10557" fmla="*/ 1843294 w 2947832"/>
              <a:gd name="connsiteY10557" fmla="*/ 2426472 h 4821604"/>
              <a:gd name="connsiteX10558" fmla="*/ 1834138 w 2947832"/>
              <a:gd name="connsiteY10558" fmla="*/ 2410567 h 4821604"/>
              <a:gd name="connsiteX10559" fmla="*/ 1834138 w 2947832"/>
              <a:gd name="connsiteY10559" fmla="*/ 2408317 h 4821604"/>
              <a:gd name="connsiteX10560" fmla="*/ 1843294 w 2947832"/>
              <a:gd name="connsiteY10560" fmla="*/ 2392411 h 4821604"/>
              <a:gd name="connsiteX10561" fmla="*/ 1845282 w 2947832"/>
              <a:gd name="connsiteY10561" fmla="*/ 2391260 h 4821604"/>
              <a:gd name="connsiteX10562" fmla="*/ 2671652 w 2947832"/>
              <a:gd name="connsiteY10562" fmla="*/ 2390842 h 4821604"/>
              <a:gd name="connsiteX10563" fmla="*/ 2690436 w 2947832"/>
              <a:gd name="connsiteY10563" fmla="*/ 2390842 h 4821604"/>
              <a:gd name="connsiteX10564" fmla="*/ 2692476 w 2947832"/>
              <a:gd name="connsiteY10564" fmla="*/ 2391993 h 4821604"/>
              <a:gd name="connsiteX10565" fmla="*/ 2701894 w 2947832"/>
              <a:gd name="connsiteY10565" fmla="*/ 2408265 h 4821604"/>
              <a:gd name="connsiteX10566" fmla="*/ 2701894 w 2947832"/>
              <a:gd name="connsiteY10566" fmla="*/ 2410567 h 4821604"/>
              <a:gd name="connsiteX10567" fmla="*/ 2692476 w 2947832"/>
              <a:gd name="connsiteY10567" fmla="*/ 2426839 h 4821604"/>
              <a:gd name="connsiteX10568" fmla="*/ 2690436 w 2947832"/>
              <a:gd name="connsiteY10568" fmla="*/ 2427991 h 4821604"/>
              <a:gd name="connsiteX10569" fmla="*/ 2671652 w 2947832"/>
              <a:gd name="connsiteY10569" fmla="*/ 2427991 h 4821604"/>
              <a:gd name="connsiteX10570" fmla="*/ 2669612 w 2947832"/>
              <a:gd name="connsiteY10570" fmla="*/ 2426839 h 4821604"/>
              <a:gd name="connsiteX10571" fmla="*/ 2660193 w 2947832"/>
              <a:gd name="connsiteY10571" fmla="*/ 2410567 h 4821604"/>
              <a:gd name="connsiteX10572" fmla="*/ 2660193 w 2947832"/>
              <a:gd name="connsiteY10572" fmla="*/ 2408265 h 4821604"/>
              <a:gd name="connsiteX10573" fmla="*/ 2669612 w 2947832"/>
              <a:gd name="connsiteY10573" fmla="*/ 2391993 h 4821604"/>
              <a:gd name="connsiteX10574" fmla="*/ 2671652 w 2947832"/>
              <a:gd name="connsiteY10574" fmla="*/ 2390842 h 4821604"/>
              <a:gd name="connsiteX10575" fmla="*/ 1100692 w 2947832"/>
              <a:gd name="connsiteY10575" fmla="*/ 2390057 h 4821604"/>
              <a:gd name="connsiteX10576" fmla="*/ 1120313 w 2947832"/>
              <a:gd name="connsiteY10576" fmla="*/ 2390057 h 4821604"/>
              <a:gd name="connsiteX10577" fmla="*/ 1122405 w 2947832"/>
              <a:gd name="connsiteY10577" fmla="*/ 2391260 h 4821604"/>
              <a:gd name="connsiteX10578" fmla="*/ 1132190 w 2947832"/>
              <a:gd name="connsiteY10578" fmla="*/ 2408265 h 4821604"/>
              <a:gd name="connsiteX10579" fmla="*/ 1132190 w 2947832"/>
              <a:gd name="connsiteY10579" fmla="*/ 2410672 h 4821604"/>
              <a:gd name="connsiteX10580" fmla="*/ 1122405 w 2947832"/>
              <a:gd name="connsiteY10580" fmla="*/ 2427676 h 4821604"/>
              <a:gd name="connsiteX10581" fmla="*/ 1120313 w 2947832"/>
              <a:gd name="connsiteY10581" fmla="*/ 2428880 h 4821604"/>
              <a:gd name="connsiteX10582" fmla="*/ 1100692 w 2947832"/>
              <a:gd name="connsiteY10582" fmla="*/ 2428880 h 4821604"/>
              <a:gd name="connsiteX10583" fmla="*/ 1098599 w 2947832"/>
              <a:gd name="connsiteY10583" fmla="*/ 2427676 h 4821604"/>
              <a:gd name="connsiteX10584" fmla="*/ 1088815 w 2947832"/>
              <a:gd name="connsiteY10584" fmla="*/ 2410672 h 4821604"/>
              <a:gd name="connsiteX10585" fmla="*/ 1088815 w 2947832"/>
              <a:gd name="connsiteY10585" fmla="*/ 2408265 h 4821604"/>
              <a:gd name="connsiteX10586" fmla="*/ 1098599 w 2947832"/>
              <a:gd name="connsiteY10586" fmla="*/ 2391260 h 4821604"/>
              <a:gd name="connsiteX10587" fmla="*/ 1100692 w 2947832"/>
              <a:gd name="connsiteY10587" fmla="*/ 2390057 h 4821604"/>
              <a:gd name="connsiteX10588" fmla="*/ 2505321 w 2947832"/>
              <a:gd name="connsiteY10588" fmla="*/ 2388958 h 4821604"/>
              <a:gd name="connsiteX10589" fmla="*/ 2526041 w 2947832"/>
              <a:gd name="connsiteY10589" fmla="*/ 2388958 h 4821604"/>
              <a:gd name="connsiteX10590" fmla="*/ 2528238 w 2947832"/>
              <a:gd name="connsiteY10590" fmla="*/ 2390214 h 4821604"/>
              <a:gd name="connsiteX10591" fmla="*/ 2538598 w 2947832"/>
              <a:gd name="connsiteY10591" fmla="*/ 2408160 h 4821604"/>
              <a:gd name="connsiteX10592" fmla="*/ 2538598 w 2947832"/>
              <a:gd name="connsiteY10592" fmla="*/ 2410724 h 4821604"/>
              <a:gd name="connsiteX10593" fmla="*/ 2528238 w 2947832"/>
              <a:gd name="connsiteY10593" fmla="*/ 2428670 h 4821604"/>
              <a:gd name="connsiteX10594" fmla="*/ 2526041 w 2947832"/>
              <a:gd name="connsiteY10594" fmla="*/ 2429926 h 4821604"/>
              <a:gd name="connsiteX10595" fmla="*/ 2505321 w 2947832"/>
              <a:gd name="connsiteY10595" fmla="*/ 2429926 h 4821604"/>
              <a:gd name="connsiteX10596" fmla="*/ 2503124 w 2947832"/>
              <a:gd name="connsiteY10596" fmla="*/ 2428670 h 4821604"/>
              <a:gd name="connsiteX10597" fmla="*/ 2492764 w 2947832"/>
              <a:gd name="connsiteY10597" fmla="*/ 2410724 h 4821604"/>
              <a:gd name="connsiteX10598" fmla="*/ 2492764 w 2947832"/>
              <a:gd name="connsiteY10598" fmla="*/ 2408160 h 4821604"/>
              <a:gd name="connsiteX10599" fmla="*/ 2503124 w 2947832"/>
              <a:gd name="connsiteY10599" fmla="*/ 2390214 h 4821604"/>
              <a:gd name="connsiteX10600" fmla="*/ 2505321 w 2947832"/>
              <a:gd name="connsiteY10600" fmla="*/ 2388958 h 4821604"/>
              <a:gd name="connsiteX10601" fmla="*/ 2586839 w 2947832"/>
              <a:gd name="connsiteY10601" fmla="*/ 2386708 h 4821604"/>
              <a:gd name="connsiteX10602" fmla="*/ 2609808 w 2947832"/>
              <a:gd name="connsiteY10602" fmla="*/ 2386708 h 4821604"/>
              <a:gd name="connsiteX10603" fmla="*/ 2612267 w 2947832"/>
              <a:gd name="connsiteY10603" fmla="*/ 2388120 h 4821604"/>
              <a:gd name="connsiteX10604" fmla="*/ 2623778 w 2947832"/>
              <a:gd name="connsiteY10604" fmla="*/ 2408055 h 4821604"/>
              <a:gd name="connsiteX10605" fmla="*/ 2623778 w 2947832"/>
              <a:gd name="connsiteY10605" fmla="*/ 2410881 h 4821604"/>
              <a:gd name="connsiteX10606" fmla="*/ 2612267 w 2947832"/>
              <a:gd name="connsiteY10606" fmla="*/ 2430815 h 4821604"/>
              <a:gd name="connsiteX10607" fmla="*/ 2609808 w 2947832"/>
              <a:gd name="connsiteY10607" fmla="*/ 2432228 h 4821604"/>
              <a:gd name="connsiteX10608" fmla="*/ 2586839 w 2947832"/>
              <a:gd name="connsiteY10608" fmla="*/ 2432228 h 4821604"/>
              <a:gd name="connsiteX10609" fmla="*/ 2584380 w 2947832"/>
              <a:gd name="connsiteY10609" fmla="*/ 2430815 h 4821604"/>
              <a:gd name="connsiteX10610" fmla="*/ 2572869 w 2947832"/>
              <a:gd name="connsiteY10610" fmla="*/ 2410881 h 4821604"/>
              <a:gd name="connsiteX10611" fmla="*/ 2572869 w 2947832"/>
              <a:gd name="connsiteY10611" fmla="*/ 2408055 h 4821604"/>
              <a:gd name="connsiteX10612" fmla="*/ 2584380 w 2947832"/>
              <a:gd name="connsiteY10612" fmla="*/ 2388120 h 4821604"/>
              <a:gd name="connsiteX10613" fmla="*/ 2586839 w 2947832"/>
              <a:gd name="connsiteY10613" fmla="*/ 2386708 h 4821604"/>
              <a:gd name="connsiteX10614" fmla="*/ 105951 w 2947832"/>
              <a:gd name="connsiteY10614" fmla="*/ 2384406 h 4821604"/>
              <a:gd name="connsiteX10615" fmla="*/ 131275 w 2947832"/>
              <a:gd name="connsiteY10615" fmla="*/ 2384406 h 4821604"/>
              <a:gd name="connsiteX10616" fmla="*/ 133996 w 2947832"/>
              <a:gd name="connsiteY10616" fmla="*/ 2385976 h 4821604"/>
              <a:gd name="connsiteX10617" fmla="*/ 146657 w 2947832"/>
              <a:gd name="connsiteY10617" fmla="*/ 2407898 h 4821604"/>
              <a:gd name="connsiteX10618" fmla="*/ 146657 w 2947832"/>
              <a:gd name="connsiteY10618" fmla="*/ 2411038 h 4821604"/>
              <a:gd name="connsiteX10619" fmla="*/ 133996 w 2947832"/>
              <a:gd name="connsiteY10619" fmla="*/ 2432960 h 4821604"/>
              <a:gd name="connsiteX10620" fmla="*/ 131275 w 2947832"/>
              <a:gd name="connsiteY10620" fmla="*/ 2434530 h 4821604"/>
              <a:gd name="connsiteX10621" fmla="*/ 105951 w 2947832"/>
              <a:gd name="connsiteY10621" fmla="*/ 2434530 h 4821604"/>
              <a:gd name="connsiteX10622" fmla="*/ 103230 w 2947832"/>
              <a:gd name="connsiteY10622" fmla="*/ 2432960 h 4821604"/>
              <a:gd name="connsiteX10623" fmla="*/ 90569 w 2947832"/>
              <a:gd name="connsiteY10623" fmla="*/ 2411038 h 4821604"/>
              <a:gd name="connsiteX10624" fmla="*/ 90569 w 2947832"/>
              <a:gd name="connsiteY10624" fmla="*/ 2407898 h 4821604"/>
              <a:gd name="connsiteX10625" fmla="*/ 103230 w 2947832"/>
              <a:gd name="connsiteY10625" fmla="*/ 2385976 h 4821604"/>
              <a:gd name="connsiteX10626" fmla="*/ 105951 w 2947832"/>
              <a:gd name="connsiteY10626" fmla="*/ 2384406 h 4821604"/>
              <a:gd name="connsiteX10627" fmla="*/ 21033 w 2947832"/>
              <a:gd name="connsiteY10627" fmla="*/ 2379959 h 4821604"/>
              <a:gd name="connsiteX10628" fmla="*/ 50804 w 2947832"/>
              <a:gd name="connsiteY10628" fmla="*/ 2379959 h 4821604"/>
              <a:gd name="connsiteX10629" fmla="*/ 53996 w 2947832"/>
              <a:gd name="connsiteY10629" fmla="*/ 2381790 h 4821604"/>
              <a:gd name="connsiteX10630" fmla="*/ 68907 w 2947832"/>
              <a:gd name="connsiteY10630" fmla="*/ 2407585 h 4821604"/>
              <a:gd name="connsiteX10631" fmla="*/ 68907 w 2947832"/>
              <a:gd name="connsiteY10631" fmla="*/ 2411248 h 4821604"/>
              <a:gd name="connsiteX10632" fmla="*/ 53996 w 2947832"/>
              <a:gd name="connsiteY10632" fmla="*/ 2437042 h 4821604"/>
              <a:gd name="connsiteX10633" fmla="*/ 50804 w 2947832"/>
              <a:gd name="connsiteY10633" fmla="*/ 2438873 h 4821604"/>
              <a:gd name="connsiteX10634" fmla="*/ 21033 w 2947832"/>
              <a:gd name="connsiteY10634" fmla="*/ 2438873 h 4821604"/>
              <a:gd name="connsiteX10635" fmla="*/ 17841 w 2947832"/>
              <a:gd name="connsiteY10635" fmla="*/ 2437042 h 4821604"/>
              <a:gd name="connsiteX10636" fmla="*/ 2930 w 2947832"/>
              <a:gd name="connsiteY10636" fmla="*/ 2411248 h 4821604"/>
              <a:gd name="connsiteX10637" fmla="*/ 2930 w 2947832"/>
              <a:gd name="connsiteY10637" fmla="*/ 2407585 h 4821604"/>
              <a:gd name="connsiteX10638" fmla="*/ 17841 w 2947832"/>
              <a:gd name="connsiteY10638" fmla="*/ 2381790 h 4821604"/>
              <a:gd name="connsiteX10639" fmla="*/ 21033 w 2947832"/>
              <a:gd name="connsiteY10639" fmla="*/ 2379959 h 4821604"/>
              <a:gd name="connsiteX10640" fmla="*/ 858704 w 2947832"/>
              <a:gd name="connsiteY10640" fmla="*/ 2319161 h 4821604"/>
              <a:gd name="connsiteX10641" fmla="*/ 866395 w 2947832"/>
              <a:gd name="connsiteY10641" fmla="*/ 2319161 h 4821604"/>
              <a:gd name="connsiteX10642" fmla="*/ 867232 w 2947832"/>
              <a:gd name="connsiteY10642" fmla="*/ 2319632 h 4821604"/>
              <a:gd name="connsiteX10643" fmla="*/ 871104 w 2947832"/>
              <a:gd name="connsiteY10643" fmla="*/ 2326329 h 4821604"/>
              <a:gd name="connsiteX10644" fmla="*/ 871104 w 2947832"/>
              <a:gd name="connsiteY10644" fmla="*/ 2327271 h 4821604"/>
              <a:gd name="connsiteX10645" fmla="*/ 867232 w 2947832"/>
              <a:gd name="connsiteY10645" fmla="*/ 2333968 h 4821604"/>
              <a:gd name="connsiteX10646" fmla="*/ 866395 w 2947832"/>
              <a:gd name="connsiteY10646" fmla="*/ 2334439 h 4821604"/>
              <a:gd name="connsiteX10647" fmla="*/ 858704 w 2947832"/>
              <a:gd name="connsiteY10647" fmla="*/ 2334439 h 4821604"/>
              <a:gd name="connsiteX10648" fmla="*/ 857866 w 2947832"/>
              <a:gd name="connsiteY10648" fmla="*/ 2333968 h 4821604"/>
              <a:gd name="connsiteX10649" fmla="*/ 853995 w 2947832"/>
              <a:gd name="connsiteY10649" fmla="*/ 2327271 h 4821604"/>
              <a:gd name="connsiteX10650" fmla="*/ 853995 w 2947832"/>
              <a:gd name="connsiteY10650" fmla="*/ 2326329 h 4821604"/>
              <a:gd name="connsiteX10651" fmla="*/ 857866 w 2947832"/>
              <a:gd name="connsiteY10651" fmla="*/ 2319632 h 4821604"/>
              <a:gd name="connsiteX10652" fmla="*/ 858704 w 2947832"/>
              <a:gd name="connsiteY10652" fmla="*/ 2319161 h 4821604"/>
              <a:gd name="connsiteX10653" fmla="*/ 2759762 w 2947832"/>
              <a:gd name="connsiteY10653" fmla="*/ 2319056 h 4821604"/>
              <a:gd name="connsiteX10654" fmla="*/ 2767558 w 2947832"/>
              <a:gd name="connsiteY10654" fmla="*/ 2319056 h 4821604"/>
              <a:gd name="connsiteX10655" fmla="*/ 2768395 w 2947832"/>
              <a:gd name="connsiteY10655" fmla="*/ 2319527 h 4821604"/>
              <a:gd name="connsiteX10656" fmla="*/ 2772319 w 2947832"/>
              <a:gd name="connsiteY10656" fmla="*/ 2326276 h 4821604"/>
              <a:gd name="connsiteX10657" fmla="*/ 2772319 w 2947832"/>
              <a:gd name="connsiteY10657" fmla="*/ 2327218 h 4821604"/>
              <a:gd name="connsiteX10658" fmla="*/ 2768395 w 2947832"/>
              <a:gd name="connsiteY10658" fmla="*/ 2333968 h 4821604"/>
              <a:gd name="connsiteX10659" fmla="*/ 2767558 w 2947832"/>
              <a:gd name="connsiteY10659" fmla="*/ 2334439 h 4821604"/>
              <a:gd name="connsiteX10660" fmla="*/ 2759762 w 2947832"/>
              <a:gd name="connsiteY10660" fmla="*/ 2334439 h 4821604"/>
              <a:gd name="connsiteX10661" fmla="*/ 2758925 w 2947832"/>
              <a:gd name="connsiteY10661" fmla="*/ 2333968 h 4821604"/>
              <a:gd name="connsiteX10662" fmla="*/ 2755001 w 2947832"/>
              <a:gd name="connsiteY10662" fmla="*/ 2327218 h 4821604"/>
              <a:gd name="connsiteX10663" fmla="*/ 2755001 w 2947832"/>
              <a:gd name="connsiteY10663" fmla="*/ 2326276 h 4821604"/>
              <a:gd name="connsiteX10664" fmla="*/ 2758925 w 2947832"/>
              <a:gd name="connsiteY10664" fmla="*/ 2319527 h 4821604"/>
              <a:gd name="connsiteX10665" fmla="*/ 2759762 w 2947832"/>
              <a:gd name="connsiteY10665" fmla="*/ 2319056 h 4821604"/>
              <a:gd name="connsiteX10666" fmla="*/ 775878 w 2947832"/>
              <a:gd name="connsiteY10666" fmla="*/ 2318899 h 4821604"/>
              <a:gd name="connsiteX10667" fmla="*/ 783831 w 2947832"/>
              <a:gd name="connsiteY10667" fmla="*/ 2318899 h 4821604"/>
              <a:gd name="connsiteX10668" fmla="*/ 784668 w 2947832"/>
              <a:gd name="connsiteY10668" fmla="*/ 2319370 h 4821604"/>
              <a:gd name="connsiteX10669" fmla="*/ 788645 w 2947832"/>
              <a:gd name="connsiteY10669" fmla="*/ 2326276 h 4821604"/>
              <a:gd name="connsiteX10670" fmla="*/ 788645 w 2947832"/>
              <a:gd name="connsiteY10670" fmla="*/ 2327271 h 4821604"/>
              <a:gd name="connsiteX10671" fmla="*/ 784668 w 2947832"/>
              <a:gd name="connsiteY10671" fmla="*/ 2334177 h 4821604"/>
              <a:gd name="connsiteX10672" fmla="*/ 783831 w 2947832"/>
              <a:gd name="connsiteY10672" fmla="*/ 2334648 h 4821604"/>
              <a:gd name="connsiteX10673" fmla="*/ 775878 w 2947832"/>
              <a:gd name="connsiteY10673" fmla="*/ 2334648 h 4821604"/>
              <a:gd name="connsiteX10674" fmla="*/ 775041 w 2947832"/>
              <a:gd name="connsiteY10674" fmla="*/ 2334177 h 4821604"/>
              <a:gd name="connsiteX10675" fmla="*/ 771065 w 2947832"/>
              <a:gd name="connsiteY10675" fmla="*/ 2327271 h 4821604"/>
              <a:gd name="connsiteX10676" fmla="*/ 771065 w 2947832"/>
              <a:gd name="connsiteY10676" fmla="*/ 2326276 h 4821604"/>
              <a:gd name="connsiteX10677" fmla="*/ 775041 w 2947832"/>
              <a:gd name="connsiteY10677" fmla="*/ 2319370 h 4821604"/>
              <a:gd name="connsiteX10678" fmla="*/ 775878 w 2947832"/>
              <a:gd name="connsiteY10678" fmla="*/ 2318899 h 4821604"/>
              <a:gd name="connsiteX10679" fmla="*/ 939436 w 2947832"/>
              <a:gd name="connsiteY10679" fmla="*/ 2315289 h 4821604"/>
              <a:gd name="connsiteX10680" fmla="*/ 951052 w 2947832"/>
              <a:gd name="connsiteY10680" fmla="*/ 2315289 h 4821604"/>
              <a:gd name="connsiteX10681" fmla="*/ 952308 w 2947832"/>
              <a:gd name="connsiteY10681" fmla="*/ 2316022 h 4821604"/>
              <a:gd name="connsiteX10682" fmla="*/ 958115 w 2947832"/>
              <a:gd name="connsiteY10682" fmla="*/ 2326067 h 4821604"/>
              <a:gd name="connsiteX10683" fmla="*/ 958115 w 2947832"/>
              <a:gd name="connsiteY10683" fmla="*/ 2327480 h 4821604"/>
              <a:gd name="connsiteX10684" fmla="*/ 952308 w 2947832"/>
              <a:gd name="connsiteY10684" fmla="*/ 2337526 h 4821604"/>
              <a:gd name="connsiteX10685" fmla="*/ 951052 w 2947832"/>
              <a:gd name="connsiteY10685" fmla="*/ 2338258 h 4821604"/>
              <a:gd name="connsiteX10686" fmla="*/ 939436 w 2947832"/>
              <a:gd name="connsiteY10686" fmla="*/ 2338258 h 4821604"/>
              <a:gd name="connsiteX10687" fmla="*/ 938181 w 2947832"/>
              <a:gd name="connsiteY10687" fmla="*/ 2337526 h 4821604"/>
              <a:gd name="connsiteX10688" fmla="*/ 932373 w 2947832"/>
              <a:gd name="connsiteY10688" fmla="*/ 2327480 h 4821604"/>
              <a:gd name="connsiteX10689" fmla="*/ 932373 w 2947832"/>
              <a:gd name="connsiteY10689" fmla="*/ 2326067 h 4821604"/>
              <a:gd name="connsiteX10690" fmla="*/ 938181 w 2947832"/>
              <a:gd name="connsiteY10690" fmla="*/ 2316022 h 4821604"/>
              <a:gd name="connsiteX10691" fmla="*/ 939436 w 2947832"/>
              <a:gd name="connsiteY10691" fmla="*/ 2315289 h 4821604"/>
              <a:gd name="connsiteX10692" fmla="*/ 691222 w 2947832"/>
              <a:gd name="connsiteY10692" fmla="*/ 2314871 h 4821604"/>
              <a:gd name="connsiteX10693" fmla="*/ 703256 w 2947832"/>
              <a:gd name="connsiteY10693" fmla="*/ 2314871 h 4821604"/>
              <a:gd name="connsiteX10694" fmla="*/ 704564 w 2947832"/>
              <a:gd name="connsiteY10694" fmla="*/ 2315603 h 4821604"/>
              <a:gd name="connsiteX10695" fmla="*/ 710581 w 2947832"/>
              <a:gd name="connsiteY10695" fmla="*/ 2326016 h 4821604"/>
              <a:gd name="connsiteX10696" fmla="*/ 710581 w 2947832"/>
              <a:gd name="connsiteY10696" fmla="*/ 2327481 h 4821604"/>
              <a:gd name="connsiteX10697" fmla="*/ 704564 w 2947832"/>
              <a:gd name="connsiteY10697" fmla="*/ 2337893 h 4821604"/>
              <a:gd name="connsiteX10698" fmla="*/ 703256 w 2947832"/>
              <a:gd name="connsiteY10698" fmla="*/ 2338625 h 4821604"/>
              <a:gd name="connsiteX10699" fmla="*/ 691222 w 2947832"/>
              <a:gd name="connsiteY10699" fmla="*/ 2338625 h 4821604"/>
              <a:gd name="connsiteX10700" fmla="*/ 689914 w 2947832"/>
              <a:gd name="connsiteY10700" fmla="*/ 2337893 h 4821604"/>
              <a:gd name="connsiteX10701" fmla="*/ 683897 w 2947832"/>
              <a:gd name="connsiteY10701" fmla="*/ 2327481 h 4821604"/>
              <a:gd name="connsiteX10702" fmla="*/ 683897 w 2947832"/>
              <a:gd name="connsiteY10702" fmla="*/ 2326016 h 4821604"/>
              <a:gd name="connsiteX10703" fmla="*/ 689914 w 2947832"/>
              <a:gd name="connsiteY10703" fmla="*/ 2315603 h 4821604"/>
              <a:gd name="connsiteX10704" fmla="*/ 691222 w 2947832"/>
              <a:gd name="connsiteY10704" fmla="*/ 2314871 h 4821604"/>
              <a:gd name="connsiteX10705" fmla="*/ 195056 w 2947832"/>
              <a:gd name="connsiteY10705" fmla="*/ 2314504 h 4821604"/>
              <a:gd name="connsiteX10706" fmla="*/ 207456 w 2947832"/>
              <a:gd name="connsiteY10706" fmla="*/ 2314504 h 4821604"/>
              <a:gd name="connsiteX10707" fmla="*/ 208764 w 2947832"/>
              <a:gd name="connsiteY10707" fmla="*/ 2315289 h 4821604"/>
              <a:gd name="connsiteX10708" fmla="*/ 214990 w 2947832"/>
              <a:gd name="connsiteY10708" fmla="*/ 2326015 h 4821604"/>
              <a:gd name="connsiteX10709" fmla="*/ 214990 w 2947832"/>
              <a:gd name="connsiteY10709" fmla="*/ 2327532 h 4821604"/>
              <a:gd name="connsiteX10710" fmla="*/ 208764 w 2947832"/>
              <a:gd name="connsiteY10710" fmla="*/ 2338258 h 4821604"/>
              <a:gd name="connsiteX10711" fmla="*/ 207456 w 2947832"/>
              <a:gd name="connsiteY10711" fmla="*/ 2339043 h 4821604"/>
              <a:gd name="connsiteX10712" fmla="*/ 195056 w 2947832"/>
              <a:gd name="connsiteY10712" fmla="*/ 2339043 h 4821604"/>
              <a:gd name="connsiteX10713" fmla="*/ 193747 w 2947832"/>
              <a:gd name="connsiteY10713" fmla="*/ 2338258 h 4821604"/>
              <a:gd name="connsiteX10714" fmla="*/ 187521 w 2947832"/>
              <a:gd name="connsiteY10714" fmla="*/ 2327532 h 4821604"/>
              <a:gd name="connsiteX10715" fmla="*/ 187521 w 2947832"/>
              <a:gd name="connsiteY10715" fmla="*/ 2326015 h 4821604"/>
              <a:gd name="connsiteX10716" fmla="*/ 193747 w 2947832"/>
              <a:gd name="connsiteY10716" fmla="*/ 2315289 h 4821604"/>
              <a:gd name="connsiteX10717" fmla="*/ 195056 w 2947832"/>
              <a:gd name="connsiteY10717" fmla="*/ 2314504 h 4821604"/>
              <a:gd name="connsiteX10718" fmla="*/ 1186604 w 2947832"/>
              <a:gd name="connsiteY10718" fmla="*/ 2313720 h 4821604"/>
              <a:gd name="connsiteX10719" fmla="*/ 1199790 w 2947832"/>
              <a:gd name="connsiteY10719" fmla="*/ 2313720 h 4821604"/>
              <a:gd name="connsiteX10720" fmla="*/ 1201202 w 2947832"/>
              <a:gd name="connsiteY10720" fmla="*/ 2314557 h 4821604"/>
              <a:gd name="connsiteX10721" fmla="*/ 1207795 w 2947832"/>
              <a:gd name="connsiteY10721" fmla="*/ 2325963 h 4821604"/>
              <a:gd name="connsiteX10722" fmla="*/ 1207795 w 2947832"/>
              <a:gd name="connsiteY10722" fmla="*/ 2327585 h 4821604"/>
              <a:gd name="connsiteX10723" fmla="*/ 1201202 w 2947832"/>
              <a:gd name="connsiteY10723" fmla="*/ 2338991 h 4821604"/>
              <a:gd name="connsiteX10724" fmla="*/ 1199790 w 2947832"/>
              <a:gd name="connsiteY10724" fmla="*/ 2339828 h 4821604"/>
              <a:gd name="connsiteX10725" fmla="*/ 1186604 w 2947832"/>
              <a:gd name="connsiteY10725" fmla="*/ 2339828 h 4821604"/>
              <a:gd name="connsiteX10726" fmla="*/ 1185192 w 2947832"/>
              <a:gd name="connsiteY10726" fmla="*/ 2338991 h 4821604"/>
              <a:gd name="connsiteX10727" fmla="*/ 1178599 w 2947832"/>
              <a:gd name="connsiteY10727" fmla="*/ 2327585 h 4821604"/>
              <a:gd name="connsiteX10728" fmla="*/ 1178599 w 2947832"/>
              <a:gd name="connsiteY10728" fmla="*/ 2325963 h 4821604"/>
              <a:gd name="connsiteX10729" fmla="*/ 1185192 w 2947832"/>
              <a:gd name="connsiteY10729" fmla="*/ 2314557 h 4821604"/>
              <a:gd name="connsiteX10730" fmla="*/ 1186604 w 2947832"/>
              <a:gd name="connsiteY10730" fmla="*/ 2313720 h 4821604"/>
              <a:gd name="connsiteX10731" fmla="*/ 277358 w 2947832"/>
              <a:gd name="connsiteY10731" fmla="*/ 2313720 h 4821604"/>
              <a:gd name="connsiteX10732" fmla="*/ 290542 w 2947832"/>
              <a:gd name="connsiteY10732" fmla="*/ 2313720 h 4821604"/>
              <a:gd name="connsiteX10733" fmla="*/ 291955 w 2947832"/>
              <a:gd name="connsiteY10733" fmla="*/ 2314557 h 4821604"/>
              <a:gd name="connsiteX10734" fmla="*/ 298548 w 2947832"/>
              <a:gd name="connsiteY10734" fmla="*/ 2325963 h 4821604"/>
              <a:gd name="connsiteX10735" fmla="*/ 298548 w 2947832"/>
              <a:gd name="connsiteY10735" fmla="*/ 2327585 h 4821604"/>
              <a:gd name="connsiteX10736" fmla="*/ 291955 w 2947832"/>
              <a:gd name="connsiteY10736" fmla="*/ 2338991 h 4821604"/>
              <a:gd name="connsiteX10737" fmla="*/ 290542 w 2947832"/>
              <a:gd name="connsiteY10737" fmla="*/ 2339828 h 4821604"/>
              <a:gd name="connsiteX10738" fmla="*/ 277358 w 2947832"/>
              <a:gd name="connsiteY10738" fmla="*/ 2339828 h 4821604"/>
              <a:gd name="connsiteX10739" fmla="*/ 275945 w 2947832"/>
              <a:gd name="connsiteY10739" fmla="*/ 2338991 h 4821604"/>
              <a:gd name="connsiteX10740" fmla="*/ 269352 w 2947832"/>
              <a:gd name="connsiteY10740" fmla="*/ 2327585 h 4821604"/>
              <a:gd name="connsiteX10741" fmla="*/ 269352 w 2947832"/>
              <a:gd name="connsiteY10741" fmla="*/ 2325963 h 4821604"/>
              <a:gd name="connsiteX10742" fmla="*/ 275945 w 2947832"/>
              <a:gd name="connsiteY10742" fmla="*/ 2314557 h 4821604"/>
              <a:gd name="connsiteX10743" fmla="*/ 277358 w 2947832"/>
              <a:gd name="connsiteY10743" fmla="*/ 2313720 h 4821604"/>
              <a:gd name="connsiteX10744" fmla="*/ 2178467 w 2947832"/>
              <a:gd name="connsiteY10744" fmla="*/ 2313667 h 4821604"/>
              <a:gd name="connsiteX10745" fmla="*/ 2191652 w 2947832"/>
              <a:gd name="connsiteY10745" fmla="*/ 2313667 h 4821604"/>
              <a:gd name="connsiteX10746" fmla="*/ 2193065 w 2947832"/>
              <a:gd name="connsiteY10746" fmla="*/ 2314504 h 4821604"/>
              <a:gd name="connsiteX10747" fmla="*/ 2199658 w 2947832"/>
              <a:gd name="connsiteY10747" fmla="*/ 2325963 h 4821604"/>
              <a:gd name="connsiteX10748" fmla="*/ 2199658 w 2947832"/>
              <a:gd name="connsiteY10748" fmla="*/ 2327585 h 4821604"/>
              <a:gd name="connsiteX10749" fmla="*/ 2193065 w 2947832"/>
              <a:gd name="connsiteY10749" fmla="*/ 2339043 h 4821604"/>
              <a:gd name="connsiteX10750" fmla="*/ 2191652 w 2947832"/>
              <a:gd name="connsiteY10750" fmla="*/ 2339880 h 4821604"/>
              <a:gd name="connsiteX10751" fmla="*/ 2178467 w 2947832"/>
              <a:gd name="connsiteY10751" fmla="*/ 2339880 h 4821604"/>
              <a:gd name="connsiteX10752" fmla="*/ 2177055 w 2947832"/>
              <a:gd name="connsiteY10752" fmla="*/ 2339043 h 4821604"/>
              <a:gd name="connsiteX10753" fmla="*/ 2170462 w 2947832"/>
              <a:gd name="connsiteY10753" fmla="*/ 2327585 h 4821604"/>
              <a:gd name="connsiteX10754" fmla="*/ 2170462 w 2947832"/>
              <a:gd name="connsiteY10754" fmla="*/ 2325963 h 4821604"/>
              <a:gd name="connsiteX10755" fmla="*/ 2177055 w 2947832"/>
              <a:gd name="connsiteY10755" fmla="*/ 2314504 h 4821604"/>
              <a:gd name="connsiteX10756" fmla="*/ 2178467 w 2947832"/>
              <a:gd name="connsiteY10756" fmla="*/ 2313667 h 4821604"/>
              <a:gd name="connsiteX10757" fmla="*/ 1599684 w 2947832"/>
              <a:gd name="connsiteY10757" fmla="*/ 2313301 h 4821604"/>
              <a:gd name="connsiteX10758" fmla="*/ 1613288 w 2947832"/>
              <a:gd name="connsiteY10758" fmla="*/ 2313301 h 4821604"/>
              <a:gd name="connsiteX10759" fmla="*/ 1614753 w 2947832"/>
              <a:gd name="connsiteY10759" fmla="*/ 2314138 h 4821604"/>
              <a:gd name="connsiteX10760" fmla="*/ 1621555 w 2947832"/>
              <a:gd name="connsiteY10760" fmla="*/ 2325910 h 4821604"/>
              <a:gd name="connsiteX10761" fmla="*/ 1621555 w 2947832"/>
              <a:gd name="connsiteY10761" fmla="*/ 2327585 h 4821604"/>
              <a:gd name="connsiteX10762" fmla="*/ 1614753 w 2947832"/>
              <a:gd name="connsiteY10762" fmla="*/ 2339357 h 4821604"/>
              <a:gd name="connsiteX10763" fmla="*/ 1613288 w 2947832"/>
              <a:gd name="connsiteY10763" fmla="*/ 2340194 h 4821604"/>
              <a:gd name="connsiteX10764" fmla="*/ 1599684 w 2947832"/>
              <a:gd name="connsiteY10764" fmla="*/ 2340194 h 4821604"/>
              <a:gd name="connsiteX10765" fmla="*/ 1598219 w 2947832"/>
              <a:gd name="connsiteY10765" fmla="*/ 2339357 h 4821604"/>
              <a:gd name="connsiteX10766" fmla="*/ 1591417 w 2947832"/>
              <a:gd name="connsiteY10766" fmla="*/ 2327585 h 4821604"/>
              <a:gd name="connsiteX10767" fmla="*/ 1591417 w 2947832"/>
              <a:gd name="connsiteY10767" fmla="*/ 2325910 h 4821604"/>
              <a:gd name="connsiteX10768" fmla="*/ 1598219 w 2947832"/>
              <a:gd name="connsiteY10768" fmla="*/ 2314138 h 4821604"/>
              <a:gd name="connsiteX10769" fmla="*/ 1599684 w 2947832"/>
              <a:gd name="connsiteY10769" fmla="*/ 2313301 h 4821604"/>
              <a:gd name="connsiteX10770" fmla="*/ 1268959 w 2947832"/>
              <a:gd name="connsiteY10770" fmla="*/ 2313196 h 4821604"/>
              <a:gd name="connsiteX10771" fmla="*/ 1282719 w 2947832"/>
              <a:gd name="connsiteY10771" fmla="*/ 2313196 h 4821604"/>
              <a:gd name="connsiteX10772" fmla="*/ 1284184 w 2947832"/>
              <a:gd name="connsiteY10772" fmla="*/ 2314033 h 4821604"/>
              <a:gd name="connsiteX10773" fmla="*/ 1291091 w 2947832"/>
              <a:gd name="connsiteY10773" fmla="*/ 2325963 h 4821604"/>
              <a:gd name="connsiteX10774" fmla="*/ 1291091 w 2947832"/>
              <a:gd name="connsiteY10774" fmla="*/ 2327689 h 4821604"/>
              <a:gd name="connsiteX10775" fmla="*/ 1284184 w 2947832"/>
              <a:gd name="connsiteY10775" fmla="*/ 2339619 h 4821604"/>
              <a:gd name="connsiteX10776" fmla="*/ 1282719 w 2947832"/>
              <a:gd name="connsiteY10776" fmla="*/ 2340456 h 4821604"/>
              <a:gd name="connsiteX10777" fmla="*/ 1268959 w 2947832"/>
              <a:gd name="connsiteY10777" fmla="*/ 2340456 h 4821604"/>
              <a:gd name="connsiteX10778" fmla="*/ 1267494 w 2947832"/>
              <a:gd name="connsiteY10778" fmla="*/ 2339619 h 4821604"/>
              <a:gd name="connsiteX10779" fmla="*/ 1260587 w 2947832"/>
              <a:gd name="connsiteY10779" fmla="*/ 2327689 h 4821604"/>
              <a:gd name="connsiteX10780" fmla="*/ 1260587 w 2947832"/>
              <a:gd name="connsiteY10780" fmla="*/ 2325963 h 4821604"/>
              <a:gd name="connsiteX10781" fmla="*/ 1267494 w 2947832"/>
              <a:gd name="connsiteY10781" fmla="*/ 2314033 h 4821604"/>
              <a:gd name="connsiteX10782" fmla="*/ 1268959 w 2947832"/>
              <a:gd name="connsiteY10782" fmla="*/ 2313196 h 4821604"/>
              <a:gd name="connsiteX10783" fmla="*/ 1351418 w 2947832"/>
              <a:gd name="connsiteY10783" fmla="*/ 2312725 h 4821604"/>
              <a:gd name="connsiteX10784" fmla="*/ 1365597 w 2947832"/>
              <a:gd name="connsiteY10784" fmla="*/ 2312725 h 4821604"/>
              <a:gd name="connsiteX10785" fmla="*/ 1367115 w 2947832"/>
              <a:gd name="connsiteY10785" fmla="*/ 2313615 h 4821604"/>
              <a:gd name="connsiteX10786" fmla="*/ 1374178 w 2947832"/>
              <a:gd name="connsiteY10786" fmla="*/ 2325910 h 4821604"/>
              <a:gd name="connsiteX10787" fmla="*/ 1374178 w 2947832"/>
              <a:gd name="connsiteY10787" fmla="*/ 2327689 h 4821604"/>
              <a:gd name="connsiteX10788" fmla="*/ 1367115 w 2947832"/>
              <a:gd name="connsiteY10788" fmla="*/ 2339985 h 4821604"/>
              <a:gd name="connsiteX10789" fmla="*/ 1365597 w 2947832"/>
              <a:gd name="connsiteY10789" fmla="*/ 2340874 h 4821604"/>
              <a:gd name="connsiteX10790" fmla="*/ 1351418 w 2947832"/>
              <a:gd name="connsiteY10790" fmla="*/ 2340874 h 4821604"/>
              <a:gd name="connsiteX10791" fmla="*/ 1349901 w 2947832"/>
              <a:gd name="connsiteY10791" fmla="*/ 2339985 h 4821604"/>
              <a:gd name="connsiteX10792" fmla="*/ 1342837 w 2947832"/>
              <a:gd name="connsiteY10792" fmla="*/ 2327689 h 4821604"/>
              <a:gd name="connsiteX10793" fmla="*/ 1342837 w 2947832"/>
              <a:gd name="connsiteY10793" fmla="*/ 2325910 h 4821604"/>
              <a:gd name="connsiteX10794" fmla="*/ 1349901 w 2947832"/>
              <a:gd name="connsiteY10794" fmla="*/ 2313615 h 4821604"/>
              <a:gd name="connsiteX10795" fmla="*/ 1351418 w 2947832"/>
              <a:gd name="connsiteY10795" fmla="*/ 2312725 h 4821604"/>
              <a:gd name="connsiteX10796" fmla="*/ 442067 w 2947832"/>
              <a:gd name="connsiteY10796" fmla="*/ 2312569 h 4821604"/>
              <a:gd name="connsiteX10797" fmla="*/ 456455 w 2947832"/>
              <a:gd name="connsiteY10797" fmla="*/ 2312569 h 4821604"/>
              <a:gd name="connsiteX10798" fmla="*/ 457972 w 2947832"/>
              <a:gd name="connsiteY10798" fmla="*/ 2313459 h 4821604"/>
              <a:gd name="connsiteX10799" fmla="*/ 465140 w 2947832"/>
              <a:gd name="connsiteY10799" fmla="*/ 2325911 h 4821604"/>
              <a:gd name="connsiteX10800" fmla="*/ 465140 w 2947832"/>
              <a:gd name="connsiteY10800" fmla="*/ 2327690 h 4821604"/>
              <a:gd name="connsiteX10801" fmla="*/ 457972 w 2947832"/>
              <a:gd name="connsiteY10801" fmla="*/ 2340142 h 4821604"/>
              <a:gd name="connsiteX10802" fmla="*/ 456455 w 2947832"/>
              <a:gd name="connsiteY10802" fmla="*/ 2341032 h 4821604"/>
              <a:gd name="connsiteX10803" fmla="*/ 442067 w 2947832"/>
              <a:gd name="connsiteY10803" fmla="*/ 2341032 h 4821604"/>
              <a:gd name="connsiteX10804" fmla="*/ 440549 w 2947832"/>
              <a:gd name="connsiteY10804" fmla="*/ 2340142 h 4821604"/>
              <a:gd name="connsiteX10805" fmla="*/ 433381 w 2947832"/>
              <a:gd name="connsiteY10805" fmla="*/ 2327690 h 4821604"/>
              <a:gd name="connsiteX10806" fmla="*/ 433381 w 2947832"/>
              <a:gd name="connsiteY10806" fmla="*/ 2325911 h 4821604"/>
              <a:gd name="connsiteX10807" fmla="*/ 440549 w 2947832"/>
              <a:gd name="connsiteY10807" fmla="*/ 2313459 h 4821604"/>
              <a:gd name="connsiteX10808" fmla="*/ 442067 w 2947832"/>
              <a:gd name="connsiteY10808" fmla="*/ 2312569 h 4821604"/>
              <a:gd name="connsiteX10809" fmla="*/ 1020640 w 2947832"/>
              <a:gd name="connsiteY10809" fmla="*/ 2312464 h 4821604"/>
              <a:gd name="connsiteX10810" fmla="*/ 1035133 w 2947832"/>
              <a:gd name="connsiteY10810" fmla="*/ 2312464 h 4821604"/>
              <a:gd name="connsiteX10811" fmla="*/ 1036703 w 2947832"/>
              <a:gd name="connsiteY10811" fmla="*/ 2313353 h 4821604"/>
              <a:gd name="connsiteX10812" fmla="*/ 1043924 w 2947832"/>
              <a:gd name="connsiteY10812" fmla="*/ 2325911 h 4821604"/>
              <a:gd name="connsiteX10813" fmla="*/ 1043924 w 2947832"/>
              <a:gd name="connsiteY10813" fmla="*/ 2327690 h 4821604"/>
              <a:gd name="connsiteX10814" fmla="*/ 1036703 w 2947832"/>
              <a:gd name="connsiteY10814" fmla="*/ 2340247 h 4821604"/>
              <a:gd name="connsiteX10815" fmla="*/ 1035133 w 2947832"/>
              <a:gd name="connsiteY10815" fmla="*/ 2341136 h 4821604"/>
              <a:gd name="connsiteX10816" fmla="*/ 1020640 w 2947832"/>
              <a:gd name="connsiteY10816" fmla="*/ 2341136 h 4821604"/>
              <a:gd name="connsiteX10817" fmla="*/ 1019071 w 2947832"/>
              <a:gd name="connsiteY10817" fmla="*/ 2340247 h 4821604"/>
              <a:gd name="connsiteX10818" fmla="*/ 1011850 w 2947832"/>
              <a:gd name="connsiteY10818" fmla="*/ 2327690 h 4821604"/>
              <a:gd name="connsiteX10819" fmla="*/ 1011850 w 2947832"/>
              <a:gd name="connsiteY10819" fmla="*/ 2325911 h 4821604"/>
              <a:gd name="connsiteX10820" fmla="*/ 1019071 w 2947832"/>
              <a:gd name="connsiteY10820" fmla="*/ 2313353 h 4821604"/>
              <a:gd name="connsiteX10821" fmla="*/ 1020640 w 2947832"/>
              <a:gd name="connsiteY10821" fmla="*/ 2312464 h 4821604"/>
              <a:gd name="connsiteX10822" fmla="*/ 1103256 w 2947832"/>
              <a:gd name="connsiteY10822" fmla="*/ 2312359 h 4821604"/>
              <a:gd name="connsiteX10823" fmla="*/ 1117801 w 2947832"/>
              <a:gd name="connsiteY10823" fmla="*/ 2312359 h 4821604"/>
              <a:gd name="connsiteX10824" fmla="*/ 1119371 w 2947832"/>
              <a:gd name="connsiteY10824" fmla="*/ 2313249 h 4821604"/>
              <a:gd name="connsiteX10825" fmla="*/ 1126644 w 2947832"/>
              <a:gd name="connsiteY10825" fmla="*/ 2325858 h 4821604"/>
              <a:gd name="connsiteX10826" fmla="*/ 1126644 w 2947832"/>
              <a:gd name="connsiteY10826" fmla="*/ 2327637 h 4821604"/>
              <a:gd name="connsiteX10827" fmla="*/ 1119371 w 2947832"/>
              <a:gd name="connsiteY10827" fmla="*/ 2340247 h 4821604"/>
              <a:gd name="connsiteX10828" fmla="*/ 1117801 w 2947832"/>
              <a:gd name="connsiteY10828" fmla="*/ 2341136 h 4821604"/>
              <a:gd name="connsiteX10829" fmla="*/ 1103256 w 2947832"/>
              <a:gd name="connsiteY10829" fmla="*/ 2341136 h 4821604"/>
              <a:gd name="connsiteX10830" fmla="*/ 1101686 w 2947832"/>
              <a:gd name="connsiteY10830" fmla="*/ 2340247 h 4821604"/>
              <a:gd name="connsiteX10831" fmla="*/ 1094413 w 2947832"/>
              <a:gd name="connsiteY10831" fmla="*/ 2327637 h 4821604"/>
              <a:gd name="connsiteX10832" fmla="*/ 1094413 w 2947832"/>
              <a:gd name="connsiteY10832" fmla="*/ 2325858 h 4821604"/>
              <a:gd name="connsiteX10833" fmla="*/ 1101686 w 2947832"/>
              <a:gd name="connsiteY10833" fmla="*/ 2313249 h 4821604"/>
              <a:gd name="connsiteX10834" fmla="*/ 1103256 w 2947832"/>
              <a:gd name="connsiteY10834" fmla="*/ 2312359 h 4821604"/>
              <a:gd name="connsiteX10835" fmla="*/ 2012398 w 2947832"/>
              <a:gd name="connsiteY10835" fmla="*/ 2312255 h 4821604"/>
              <a:gd name="connsiteX10836" fmla="*/ 2027048 w 2947832"/>
              <a:gd name="connsiteY10836" fmla="*/ 2312255 h 4821604"/>
              <a:gd name="connsiteX10837" fmla="*/ 2028618 w 2947832"/>
              <a:gd name="connsiteY10837" fmla="*/ 2313145 h 4821604"/>
              <a:gd name="connsiteX10838" fmla="*/ 2035943 w 2947832"/>
              <a:gd name="connsiteY10838" fmla="*/ 2325859 h 4821604"/>
              <a:gd name="connsiteX10839" fmla="*/ 2035943 w 2947832"/>
              <a:gd name="connsiteY10839" fmla="*/ 2327690 h 4821604"/>
              <a:gd name="connsiteX10840" fmla="*/ 2028618 w 2947832"/>
              <a:gd name="connsiteY10840" fmla="*/ 2340404 h 4821604"/>
              <a:gd name="connsiteX10841" fmla="*/ 2027048 w 2947832"/>
              <a:gd name="connsiteY10841" fmla="*/ 2341293 h 4821604"/>
              <a:gd name="connsiteX10842" fmla="*/ 2012398 w 2947832"/>
              <a:gd name="connsiteY10842" fmla="*/ 2341293 h 4821604"/>
              <a:gd name="connsiteX10843" fmla="*/ 2010828 w 2947832"/>
              <a:gd name="connsiteY10843" fmla="*/ 2340404 h 4821604"/>
              <a:gd name="connsiteX10844" fmla="*/ 2003504 w 2947832"/>
              <a:gd name="connsiteY10844" fmla="*/ 2327690 h 4821604"/>
              <a:gd name="connsiteX10845" fmla="*/ 2003504 w 2947832"/>
              <a:gd name="connsiteY10845" fmla="*/ 2325859 h 4821604"/>
              <a:gd name="connsiteX10846" fmla="*/ 2010828 w 2947832"/>
              <a:gd name="connsiteY10846" fmla="*/ 2313145 h 4821604"/>
              <a:gd name="connsiteX10847" fmla="*/ 2012398 w 2947832"/>
              <a:gd name="connsiteY10847" fmla="*/ 2312255 h 4821604"/>
              <a:gd name="connsiteX10848" fmla="*/ 2095015 w 2947832"/>
              <a:gd name="connsiteY10848" fmla="*/ 2312202 h 4821604"/>
              <a:gd name="connsiteX10849" fmla="*/ 2109769 w 2947832"/>
              <a:gd name="connsiteY10849" fmla="*/ 2312202 h 4821604"/>
              <a:gd name="connsiteX10850" fmla="*/ 2111339 w 2947832"/>
              <a:gd name="connsiteY10850" fmla="*/ 2313092 h 4821604"/>
              <a:gd name="connsiteX10851" fmla="*/ 2118716 w 2947832"/>
              <a:gd name="connsiteY10851" fmla="*/ 2325910 h 4821604"/>
              <a:gd name="connsiteX10852" fmla="*/ 2118716 w 2947832"/>
              <a:gd name="connsiteY10852" fmla="*/ 2327742 h 4821604"/>
              <a:gd name="connsiteX10853" fmla="*/ 2111339 w 2947832"/>
              <a:gd name="connsiteY10853" fmla="*/ 2340560 h 4821604"/>
              <a:gd name="connsiteX10854" fmla="*/ 2109769 w 2947832"/>
              <a:gd name="connsiteY10854" fmla="*/ 2341450 h 4821604"/>
              <a:gd name="connsiteX10855" fmla="*/ 2095015 w 2947832"/>
              <a:gd name="connsiteY10855" fmla="*/ 2341450 h 4821604"/>
              <a:gd name="connsiteX10856" fmla="*/ 2093445 w 2947832"/>
              <a:gd name="connsiteY10856" fmla="*/ 2340560 h 4821604"/>
              <a:gd name="connsiteX10857" fmla="*/ 2086067 w 2947832"/>
              <a:gd name="connsiteY10857" fmla="*/ 2327742 h 4821604"/>
              <a:gd name="connsiteX10858" fmla="*/ 2086067 w 2947832"/>
              <a:gd name="connsiteY10858" fmla="*/ 2325910 h 4821604"/>
              <a:gd name="connsiteX10859" fmla="*/ 2093445 w 2947832"/>
              <a:gd name="connsiteY10859" fmla="*/ 2313092 h 4821604"/>
              <a:gd name="connsiteX10860" fmla="*/ 2095015 w 2947832"/>
              <a:gd name="connsiteY10860" fmla="*/ 2312202 h 4821604"/>
              <a:gd name="connsiteX10861" fmla="*/ 1433721 w 2947832"/>
              <a:gd name="connsiteY10861" fmla="*/ 2312202 h 4821604"/>
              <a:gd name="connsiteX10862" fmla="*/ 1448475 w 2947832"/>
              <a:gd name="connsiteY10862" fmla="*/ 2312202 h 4821604"/>
              <a:gd name="connsiteX10863" fmla="*/ 1450045 w 2947832"/>
              <a:gd name="connsiteY10863" fmla="*/ 2313092 h 4821604"/>
              <a:gd name="connsiteX10864" fmla="*/ 1457422 w 2947832"/>
              <a:gd name="connsiteY10864" fmla="*/ 2325910 h 4821604"/>
              <a:gd name="connsiteX10865" fmla="*/ 1457422 w 2947832"/>
              <a:gd name="connsiteY10865" fmla="*/ 2327742 h 4821604"/>
              <a:gd name="connsiteX10866" fmla="*/ 1450045 w 2947832"/>
              <a:gd name="connsiteY10866" fmla="*/ 2340560 h 4821604"/>
              <a:gd name="connsiteX10867" fmla="*/ 1448475 w 2947832"/>
              <a:gd name="connsiteY10867" fmla="*/ 2341450 h 4821604"/>
              <a:gd name="connsiteX10868" fmla="*/ 1433721 w 2947832"/>
              <a:gd name="connsiteY10868" fmla="*/ 2341450 h 4821604"/>
              <a:gd name="connsiteX10869" fmla="*/ 1432151 w 2947832"/>
              <a:gd name="connsiteY10869" fmla="*/ 2340560 h 4821604"/>
              <a:gd name="connsiteX10870" fmla="*/ 1424773 w 2947832"/>
              <a:gd name="connsiteY10870" fmla="*/ 2327742 h 4821604"/>
              <a:gd name="connsiteX10871" fmla="*/ 1424773 w 2947832"/>
              <a:gd name="connsiteY10871" fmla="*/ 2325910 h 4821604"/>
              <a:gd name="connsiteX10872" fmla="*/ 1432151 w 2947832"/>
              <a:gd name="connsiteY10872" fmla="*/ 2313092 h 4821604"/>
              <a:gd name="connsiteX10873" fmla="*/ 1433721 w 2947832"/>
              <a:gd name="connsiteY10873" fmla="*/ 2312202 h 4821604"/>
              <a:gd name="connsiteX10874" fmla="*/ 607141 w 2947832"/>
              <a:gd name="connsiteY10874" fmla="*/ 2311993 h 4821604"/>
              <a:gd name="connsiteX10875" fmla="*/ 622053 w 2947832"/>
              <a:gd name="connsiteY10875" fmla="*/ 2311993 h 4821604"/>
              <a:gd name="connsiteX10876" fmla="*/ 623675 w 2947832"/>
              <a:gd name="connsiteY10876" fmla="*/ 2312935 h 4821604"/>
              <a:gd name="connsiteX10877" fmla="*/ 631157 w 2947832"/>
              <a:gd name="connsiteY10877" fmla="*/ 2325858 h 4821604"/>
              <a:gd name="connsiteX10878" fmla="*/ 631157 w 2947832"/>
              <a:gd name="connsiteY10878" fmla="*/ 2327690 h 4821604"/>
              <a:gd name="connsiteX10879" fmla="*/ 623675 w 2947832"/>
              <a:gd name="connsiteY10879" fmla="*/ 2340613 h 4821604"/>
              <a:gd name="connsiteX10880" fmla="*/ 622053 w 2947832"/>
              <a:gd name="connsiteY10880" fmla="*/ 2341555 h 4821604"/>
              <a:gd name="connsiteX10881" fmla="*/ 607141 w 2947832"/>
              <a:gd name="connsiteY10881" fmla="*/ 2341555 h 4821604"/>
              <a:gd name="connsiteX10882" fmla="*/ 605519 w 2947832"/>
              <a:gd name="connsiteY10882" fmla="*/ 2340613 h 4821604"/>
              <a:gd name="connsiteX10883" fmla="*/ 598037 w 2947832"/>
              <a:gd name="connsiteY10883" fmla="*/ 2327690 h 4821604"/>
              <a:gd name="connsiteX10884" fmla="*/ 598037 w 2947832"/>
              <a:gd name="connsiteY10884" fmla="*/ 2325858 h 4821604"/>
              <a:gd name="connsiteX10885" fmla="*/ 605519 w 2947832"/>
              <a:gd name="connsiteY10885" fmla="*/ 2312935 h 4821604"/>
              <a:gd name="connsiteX10886" fmla="*/ 607141 w 2947832"/>
              <a:gd name="connsiteY10886" fmla="*/ 2311993 h 4821604"/>
              <a:gd name="connsiteX10887" fmla="*/ 358979 w 2947832"/>
              <a:gd name="connsiteY10887" fmla="*/ 2311731 h 4821604"/>
              <a:gd name="connsiteX10888" fmla="*/ 374153 w 2947832"/>
              <a:gd name="connsiteY10888" fmla="*/ 2311731 h 4821604"/>
              <a:gd name="connsiteX10889" fmla="*/ 375775 w 2947832"/>
              <a:gd name="connsiteY10889" fmla="*/ 2312673 h 4821604"/>
              <a:gd name="connsiteX10890" fmla="*/ 383361 w 2947832"/>
              <a:gd name="connsiteY10890" fmla="*/ 2325806 h 4821604"/>
              <a:gd name="connsiteX10891" fmla="*/ 383361 w 2947832"/>
              <a:gd name="connsiteY10891" fmla="*/ 2327689 h 4821604"/>
              <a:gd name="connsiteX10892" fmla="*/ 375775 w 2947832"/>
              <a:gd name="connsiteY10892" fmla="*/ 2340822 h 4821604"/>
              <a:gd name="connsiteX10893" fmla="*/ 374153 w 2947832"/>
              <a:gd name="connsiteY10893" fmla="*/ 2341764 h 4821604"/>
              <a:gd name="connsiteX10894" fmla="*/ 358979 w 2947832"/>
              <a:gd name="connsiteY10894" fmla="*/ 2341764 h 4821604"/>
              <a:gd name="connsiteX10895" fmla="*/ 357357 w 2947832"/>
              <a:gd name="connsiteY10895" fmla="*/ 2340822 h 4821604"/>
              <a:gd name="connsiteX10896" fmla="*/ 349770 w 2947832"/>
              <a:gd name="connsiteY10896" fmla="*/ 2327689 h 4821604"/>
              <a:gd name="connsiteX10897" fmla="*/ 349770 w 2947832"/>
              <a:gd name="connsiteY10897" fmla="*/ 2325806 h 4821604"/>
              <a:gd name="connsiteX10898" fmla="*/ 357357 w 2947832"/>
              <a:gd name="connsiteY10898" fmla="*/ 2312673 h 4821604"/>
              <a:gd name="connsiteX10899" fmla="*/ 358979 w 2947832"/>
              <a:gd name="connsiteY10899" fmla="*/ 2311731 h 4821604"/>
              <a:gd name="connsiteX10900" fmla="*/ 2260037 w 2947832"/>
              <a:gd name="connsiteY10900" fmla="*/ 2311627 h 4821604"/>
              <a:gd name="connsiteX10901" fmla="*/ 2275368 w 2947832"/>
              <a:gd name="connsiteY10901" fmla="*/ 2311627 h 4821604"/>
              <a:gd name="connsiteX10902" fmla="*/ 2276989 w 2947832"/>
              <a:gd name="connsiteY10902" fmla="*/ 2312569 h 4821604"/>
              <a:gd name="connsiteX10903" fmla="*/ 2284629 w 2947832"/>
              <a:gd name="connsiteY10903" fmla="*/ 2325859 h 4821604"/>
              <a:gd name="connsiteX10904" fmla="*/ 2284629 w 2947832"/>
              <a:gd name="connsiteY10904" fmla="*/ 2327742 h 4821604"/>
              <a:gd name="connsiteX10905" fmla="*/ 2276989 w 2947832"/>
              <a:gd name="connsiteY10905" fmla="*/ 2341032 h 4821604"/>
              <a:gd name="connsiteX10906" fmla="*/ 2275368 w 2947832"/>
              <a:gd name="connsiteY10906" fmla="*/ 2341974 h 4821604"/>
              <a:gd name="connsiteX10907" fmla="*/ 2260037 w 2947832"/>
              <a:gd name="connsiteY10907" fmla="*/ 2341974 h 4821604"/>
              <a:gd name="connsiteX10908" fmla="*/ 2258416 w 2947832"/>
              <a:gd name="connsiteY10908" fmla="*/ 2341032 h 4821604"/>
              <a:gd name="connsiteX10909" fmla="*/ 2250776 w 2947832"/>
              <a:gd name="connsiteY10909" fmla="*/ 2327742 h 4821604"/>
              <a:gd name="connsiteX10910" fmla="*/ 2250776 w 2947832"/>
              <a:gd name="connsiteY10910" fmla="*/ 2325859 h 4821604"/>
              <a:gd name="connsiteX10911" fmla="*/ 2258416 w 2947832"/>
              <a:gd name="connsiteY10911" fmla="*/ 2312569 h 4821604"/>
              <a:gd name="connsiteX10912" fmla="*/ 2260037 w 2947832"/>
              <a:gd name="connsiteY10912" fmla="*/ 2311627 h 4821604"/>
              <a:gd name="connsiteX10913" fmla="*/ 1516075 w 2947832"/>
              <a:gd name="connsiteY10913" fmla="*/ 2311417 h 4821604"/>
              <a:gd name="connsiteX10914" fmla="*/ 1531614 w 2947832"/>
              <a:gd name="connsiteY10914" fmla="*/ 2311417 h 4821604"/>
              <a:gd name="connsiteX10915" fmla="*/ 1533288 w 2947832"/>
              <a:gd name="connsiteY10915" fmla="*/ 2312359 h 4821604"/>
              <a:gd name="connsiteX10916" fmla="*/ 1541032 w 2947832"/>
              <a:gd name="connsiteY10916" fmla="*/ 2325805 h 4821604"/>
              <a:gd name="connsiteX10917" fmla="*/ 1541032 w 2947832"/>
              <a:gd name="connsiteY10917" fmla="*/ 2327741 h 4821604"/>
              <a:gd name="connsiteX10918" fmla="*/ 1533288 w 2947832"/>
              <a:gd name="connsiteY10918" fmla="*/ 2341188 h 4821604"/>
              <a:gd name="connsiteX10919" fmla="*/ 1531614 w 2947832"/>
              <a:gd name="connsiteY10919" fmla="*/ 2342130 h 4821604"/>
              <a:gd name="connsiteX10920" fmla="*/ 1516075 w 2947832"/>
              <a:gd name="connsiteY10920" fmla="*/ 2342130 h 4821604"/>
              <a:gd name="connsiteX10921" fmla="*/ 1514400 w 2947832"/>
              <a:gd name="connsiteY10921" fmla="*/ 2341188 h 4821604"/>
              <a:gd name="connsiteX10922" fmla="*/ 1506656 w 2947832"/>
              <a:gd name="connsiteY10922" fmla="*/ 2327741 h 4821604"/>
              <a:gd name="connsiteX10923" fmla="*/ 1506656 w 2947832"/>
              <a:gd name="connsiteY10923" fmla="*/ 2325805 h 4821604"/>
              <a:gd name="connsiteX10924" fmla="*/ 1514400 w 2947832"/>
              <a:gd name="connsiteY10924" fmla="*/ 2312359 h 4821604"/>
              <a:gd name="connsiteX10925" fmla="*/ 1516075 w 2947832"/>
              <a:gd name="connsiteY10925" fmla="*/ 2311417 h 4821604"/>
              <a:gd name="connsiteX10926" fmla="*/ 2590344 w 2947832"/>
              <a:gd name="connsiteY10926" fmla="*/ 2310894 h 4821604"/>
              <a:gd name="connsiteX10927" fmla="*/ 2606355 w 2947832"/>
              <a:gd name="connsiteY10927" fmla="*/ 2310894 h 4821604"/>
              <a:gd name="connsiteX10928" fmla="*/ 2608081 w 2947832"/>
              <a:gd name="connsiteY10928" fmla="*/ 2311888 h 4821604"/>
              <a:gd name="connsiteX10929" fmla="*/ 2616086 w 2947832"/>
              <a:gd name="connsiteY10929" fmla="*/ 2325753 h 4821604"/>
              <a:gd name="connsiteX10930" fmla="*/ 2616086 w 2947832"/>
              <a:gd name="connsiteY10930" fmla="*/ 2327742 h 4821604"/>
              <a:gd name="connsiteX10931" fmla="*/ 2608081 w 2947832"/>
              <a:gd name="connsiteY10931" fmla="*/ 2341607 h 4821604"/>
              <a:gd name="connsiteX10932" fmla="*/ 2606355 w 2947832"/>
              <a:gd name="connsiteY10932" fmla="*/ 2342601 h 4821604"/>
              <a:gd name="connsiteX10933" fmla="*/ 2590344 w 2947832"/>
              <a:gd name="connsiteY10933" fmla="*/ 2342601 h 4821604"/>
              <a:gd name="connsiteX10934" fmla="*/ 2588618 w 2947832"/>
              <a:gd name="connsiteY10934" fmla="*/ 2341607 h 4821604"/>
              <a:gd name="connsiteX10935" fmla="*/ 2580612 w 2947832"/>
              <a:gd name="connsiteY10935" fmla="*/ 2327742 h 4821604"/>
              <a:gd name="connsiteX10936" fmla="*/ 2580612 w 2947832"/>
              <a:gd name="connsiteY10936" fmla="*/ 2325753 h 4821604"/>
              <a:gd name="connsiteX10937" fmla="*/ 2588618 w 2947832"/>
              <a:gd name="connsiteY10937" fmla="*/ 2311888 h 4821604"/>
              <a:gd name="connsiteX10938" fmla="*/ 2590344 w 2947832"/>
              <a:gd name="connsiteY10938" fmla="*/ 2310894 h 4821604"/>
              <a:gd name="connsiteX10939" fmla="*/ 1846382 w 2947832"/>
              <a:gd name="connsiteY10939" fmla="*/ 2310842 h 4821604"/>
              <a:gd name="connsiteX10940" fmla="*/ 1862497 w 2947832"/>
              <a:gd name="connsiteY10940" fmla="*/ 2310842 h 4821604"/>
              <a:gd name="connsiteX10941" fmla="*/ 1864223 w 2947832"/>
              <a:gd name="connsiteY10941" fmla="*/ 2311836 h 4821604"/>
              <a:gd name="connsiteX10942" fmla="*/ 1872281 w 2947832"/>
              <a:gd name="connsiteY10942" fmla="*/ 2325806 h 4821604"/>
              <a:gd name="connsiteX10943" fmla="*/ 1872281 w 2947832"/>
              <a:gd name="connsiteY10943" fmla="*/ 2327794 h 4821604"/>
              <a:gd name="connsiteX10944" fmla="*/ 1864223 w 2947832"/>
              <a:gd name="connsiteY10944" fmla="*/ 2341764 h 4821604"/>
              <a:gd name="connsiteX10945" fmla="*/ 1862497 w 2947832"/>
              <a:gd name="connsiteY10945" fmla="*/ 2342758 h 4821604"/>
              <a:gd name="connsiteX10946" fmla="*/ 1846382 w 2947832"/>
              <a:gd name="connsiteY10946" fmla="*/ 2342758 h 4821604"/>
              <a:gd name="connsiteX10947" fmla="*/ 1844655 w 2947832"/>
              <a:gd name="connsiteY10947" fmla="*/ 2341764 h 4821604"/>
              <a:gd name="connsiteX10948" fmla="*/ 1836598 w 2947832"/>
              <a:gd name="connsiteY10948" fmla="*/ 2327794 h 4821604"/>
              <a:gd name="connsiteX10949" fmla="*/ 1836598 w 2947832"/>
              <a:gd name="connsiteY10949" fmla="*/ 2325806 h 4821604"/>
              <a:gd name="connsiteX10950" fmla="*/ 1844655 w 2947832"/>
              <a:gd name="connsiteY10950" fmla="*/ 2311836 h 4821604"/>
              <a:gd name="connsiteX10951" fmla="*/ 1846382 w 2947832"/>
              <a:gd name="connsiteY10951" fmla="*/ 2310842 h 4821604"/>
              <a:gd name="connsiteX10952" fmla="*/ 2507519 w 2947832"/>
              <a:gd name="connsiteY10952" fmla="*/ 2310633 h 4821604"/>
              <a:gd name="connsiteX10953" fmla="*/ 2523843 w 2947832"/>
              <a:gd name="connsiteY10953" fmla="*/ 2310633 h 4821604"/>
              <a:gd name="connsiteX10954" fmla="*/ 2525570 w 2947832"/>
              <a:gd name="connsiteY10954" fmla="*/ 2311627 h 4821604"/>
              <a:gd name="connsiteX10955" fmla="*/ 2533732 w 2947832"/>
              <a:gd name="connsiteY10955" fmla="*/ 2325754 h 4821604"/>
              <a:gd name="connsiteX10956" fmla="*/ 2533732 w 2947832"/>
              <a:gd name="connsiteY10956" fmla="*/ 2327795 h 4821604"/>
              <a:gd name="connsiteX10957" fmla="*/ 2525570 w 2947832"/>
              <a:gd name="connsiteY10957" fmla="*/ 2341921 h 4821604"/>
              <a:gd name="connsiteX10958" fmla="*/ 2523843 w 2947832"/>
              <a:gd name="connsiteY10958" fmla="*/ 2342915 h 4821604"/>
              <a:gd name="connsiteX10959" fmla="*/ 2507519 w 2947832"/>
              <a:gd name="connsiteY10959" fmla="*/ 2342915 h 4821604"/>
              <a:gd name="connsiteX10960" fmla="*/ 2505793 w 2947832"/>
              <a:gd name="connsiteY10960" fmla="*/ 2341921 h 4821604"/>
              <a:gd name="connsiteX10961" fmla="*/ 2497630 w 2947832"/>
              <a:gd name="connsiteY10961" fmla="*/ 2327795 h 4821604"/>
              <a:gd name="connsiteX10962" fmla="*/ 2497630 w 2947832"/>
              <a:gd name="connsiteY10962" fmla="*/ 2325754 h 4821604"/>
              <a:gd name="connsiteX10963" fmla="*/ 2505793 w 2947832"/>
              <a:gd name="connsiteY10963" fmla="*/ 2311627 h 4821604"/>
              <a:gd name="connsiteX10964" fmla="*/ 2507519 w 2947832"/>
              <a:gd name="connsiteY10964" fmla="*/ 2310633 h 4821604"/>
              <a:gd name="connsiteX10965" fmla="*/ 2424745 w 2947832"/>
              <a:gd name="connsiteY10965" fmla="*/ 2310319 h 4821604"/>
              <a:gd name="connsiteX10966" fmla="*/ 2441332 w 2947832"/>
              <a:gd name="connsiteY10966" fmla="*/ 2310319 h 4821604"/>
              <a:gd name="connsiteX10967" fmla="*/ 2443110 w 2947832"/>
              <a:gd name="connsiteY10967" fmla="*/ 2311365 h 4821604"/>
              <a:gd name="connsiteX10968" fmla="*/ 2451430 w 2947832"/>
              <a:gd name="connsiteY10968" fmla="*/ 2325754 h 4821604"/>
              <a:gd name="connsiteX10969" fmla="*/ 2451430 w 2947832"/>
              <a:gd name="connsiteY10969" fmla="*/ 2327794 h 4821604"/>
              <a:gd name="connsiteX10970" fmla="*/ 2443110 w 2947832"/>
              <a:gd name="connsiteY10970" fmla="*/ 2342183 h 4821604"/>
              <a:gd name="connsiteX10971" fmla="*/ 2441332 w 2947832"/>
              <a:gd name="connsiteY10971" fmla="*/ 2343229 h 4821604"/>
              <a:gd name="connsiteX10972" fmla="*/ 2424745 w 2947832"/>
              <a:gd name="connsiteY10972" fmla="*/ 2343229 h 4821604"/>
              <a:gd name="connsiteX10973" fmla="*/ 2422967 w 2947832"/>
              <a:gd name="connsiteY10973" fmla="*/ 2342183 h 4821604"/>
              <a:gd name="connsiteX10974" fmla="*/ 2414648 w 2947832"/>
              <a:gd name="connsiteY10974" fmla="*/ 2327794 h 4821604"/>
              <a:gd name="connsiteX10975" fmla="*/ 2414648 w 2947832"/>
              <a:gd name="connsiteY10975" fmla="*/ 2325754 h 4821604"/>
              <a:gd name="connsiteX10976" fmla="*/ 2422967 w 2947832"/>
              <a:gd name="connsiteY10976" fmla="*/ 2311365 h 4821604"/>
              <a:gd name="connsiteX10977" fmla="*/ 2424745 w 2947832"/>
              <a:gd name="connsiteY10977" fmla="*/ 2310319 h 4821604"/>
              <a:gd name="connsiteX10978" fmla="*/ 1763451 w 2947832"/>
              <a:gd name="connsiteY10978" fmla="*/ 2310319 h 4821604"/>
              <a:gd name="connsiteX10979" fmla="*/ 1780090 w 2947832"/>
              <a:gd name="connsiteY10979" fmla="*/ 2310319 h 4821604"/>
              <a:gd name="connsiteX10980" fmla="*/ 1781869 w 2947832"/>
              <a:gd name="connsiteY10980" fmla="*/ 2311365 h 4821604"/>
              <a:gd name="connsiteX10981" fmla="*/ 1790188 w 2947832"/>
              <a:gd name="connsiteY10981" fmla="*/ 2325754 h 4821604"/>
              <a:gd name="connsiteX10982" fmla="*/ 1790188 w 2947832"/>
              <a:gd name="connsiteY10982" fmla="*/ 2327794 h 4821604"/>
              <a:gd name="connsiteX10983" fmla="*/ 1781869 w 2947832"/>
              <a:gd name="connsiteY10983" fmla="*/ 2342183 h 4821604"/>
              <a:gd name="connsiteX10984" fmla="*/ 1780090 w 2947832"/>
              <a:gd name="connsiteY10984" fmla="*/ 2343229 h 4821604"/>
              <a:gd name="connsiteX10985" fmla="*/ 1763451 w 2947832"/>
              <a:gd name="connsiteY10985" fmla="*/ 2343229 h 4821604"/>
              <a:gd name="connsiteX10986" fmla="*/ 1761673 w 2947832"/>
              <a:gd name="connsiteY10986" fmla="*/ 2342183 h 4821604"/>
              <a:gd name="connsiteX10987" fmla="*/ 1753353 w 2947832"/>
              <a:gd name="connsiteY10987" fmla="*/ 2327794 h 4821604"/>
              <a:gd name="connsiteX10988" fmla="*/ 1753353 w 2947832"/>
              <a:gd name="connsiteY10988" fmla="*/ 2325754 h 4821604"/>
              <a:gd name="connsiteX10989" fmla="*/ 1761673 w 2947832"/>
              <a:gd name="connsiteY10989" fmla="*/ 2311365 h 4821604"/>
              <a:gd name="connsiteX10990" fmla="*/ 1763451 w 2947832"/>
              <a:gd name="connsiteY10990" fmla="*/ 2310319 h 4821604"/>
              <a:gd name="connsiteX10991" fmla="*/ 1928631 w 2947832"/>
              <a:gd name="connsiteY10991" fmla="*/ 2310109 h 4821604"/>
              <a:gd name="connsiteX10992" fmla="*/ 1945479 w 2947832"/>
              <a:gd name="connsiteY10992" fmla="*/ 2310109 h 4821604"/>
              <a:gd name="connsiteX10993" fmla="*/ 1947258 w 2947832"/>
              <a:gd name="connsiteY10993" fmla="*/ 2311155 h 4821604"/>
              <a:gd name="connsiteX10994" fmla="*/ 1955681 w 2947832"/>
              <a:gd name="connsiteY10994" fmla="*/ 2325753 h 4821604"/>
              <a:gd name="connsiteX10995" fmla="*/ 1955681 w 2947832"/>
              <a:gd name="connsiteY10995" fmla="*/ 2327846 h 4821604"/>
              <a:gd name="connsiteX10996" fmla="*/ 1947258 w 2947832"/>
              <a:gd name="connsiteY10996" fmla="*/ 2342444 h 4821604"/>
              <a:gd name="connsiteX10997" fmla="*/ 1945479 w 2947832"/>
              <a:gd name="connsiteY10997" fmla="*/ 2343490 h 4821604"/>
              <a:gd name="connsiteX10998" fmla="*/ 1928631 w 2947832"/>
              <a:gd name="connsiteY10998" fmla="*/ 2343490 h 4821604"/>
              <a:gd name="connsiteX10999" fmla="*/ 1926852 w 2947832"/>
              <a:gd name="connsiteY10999" fmla="*/ 2342444 h 4821604"/>
              <a:gd name="connsiteX11000" fmla="*/ 1918428 w 2947832"/>
              <a:gd name="connsiteY11000" fmla="*/ 2327846 h 4821604"/>
              <a:gd name="connsiteX11001" fmla="*/ 1918428 w 2947832"/>
              <a:gd name="connsiteY11001" fmla="*/ 2325753 h 4821604"/>
              <a:gd name="connsiteX11002" fmla="*/ 1926852 w 2947832"/>
              <a:gd name="connsiteY11002" fmla="*/ 2311155 h 4821604"/>
              <a:gd name="connsiteX11003" fmla="*/ 1928631 w 2947832"/>
              <a:gd name="connsiteY11003" fmla="*/ 2310109 h 4821604"/>
              <a:gd name="connsiteX11004" fmla="*/ 1680678 w 2947832"/>
              <a:gd name="connsiteY11004" fmla="*/ 2310109 h 4821604"/>
              <a:gd name="connsiteX11005" fmla="*/ 1697526 w 2947832"/>
              <a:gd name="connsiteY11005" fmla="*/ 2310109 h 4821604"/>
              <a:gd name="connsiteX11006" fmla="*/ 1699305 w 2947832"/>
              <a:gd name="connsiteY11006" fmla="*/ 2311155 h 4821604"/>
              <a:gd name="connsiteX11007" fmla="*/ 1707729 w 2947832"/>
              <a:gd name="connsiteY11007" fmla="*/ 2325753 h 4821604"/>
              <a:gd name="connsiteX11008" fmla="*/ 1707729 w 2947832"/>
              <a:gd name="connsiteY11008" fmla="*/ 2327846 h 4821604"/>
              <a:gd name="connsiteX11009" fmla="*/ 1699305 w 2947832"/>
              <a:gd name="connsiteY11009" fmla="*/ 2342444 h 4821604"/>
              <a:gd name="connsiteX11010" fmla="*/ 1697526 w 2947832"/>
              <a:gd name="connsiteY11010" fmla="*/ 2343490 h 4821604"/>
              <a:gd name="connsiteX11011" fmla="*/ 1680678 w 2947832"/>
              <a:gd name="connsiteY11011" fmla="*/ 2343490 h 4821604"/>
              <a:gd name="connsiteX11012" fmla="*/ 1678899 w 2947832"/>
              <a:gd name="connsiteY11012" fmla="*/ 2342444 h 4821604"/>
              <a:gd name="connsiteX11013" fmla="*/ 1670476 w 2947832"/>
              <a:gd name="connsiteY11013" fmla="*/ 2327846 h 4821604"/>
              <a:gd name="connsiteX11014" fmla="*/ 1670476 w 2947832"/>
              <a:gd name="connsiteY11014" fmla="*/ 2325753 h 4821604"/>
              <a:gd name="connsiteX11015" fmla="*/ 1678899 w 2947832"/>
              <a:gd name="connsiteY11015" fmla="*/ 2311155 h 4821604"/>
              <a:gd name="connsiteX11016" fmla="*/ 1680678 w 2947832"/>
              <a:gd name="connsiteY11016" fmla="*/ 2310109 h 4821604"/>
              <a:gd name="connsiteX11017" fmla="*/ 110137 w 2947832"/>
              <a:gd name="connsiteY11017" fmla="*/ 2310005 h 4821604"/>
              <a:gd name="connsiteX11018" fmla="*/ 127089 w 2947832"/>
              <a:gd name="connsiteY11018" fmla="*/ 2310005 h 4821604"/>
              <a:gd name="connsiteX11019" fmla="*/ 128920 w 2947832"/>
              <a:gd name="connsiteY11019" fmla="*/ 2311051 h 4821604"/>
              <a:gd name="connsiteX11020" fmla="*/ 137396 w 2947832"/>
              <a:gd name="connsiteY11020" fmla="*/ 2325702 h 4821604"/>
              <a:gd name="connsiteX11021" fmla="*/ 137396 w 2947832"/>
              <a:gd name="connsiteY11021" fmla="*/ 2327794 h 4821604"/>
              <a:gd name="connsiteX11022" fmla="*/ 128920 w 2947832"/>
              <a:gd name="connsiteY11022" fmla="*/ 2342444 h 4821604"/>
              <a:gd name="connsiteX11023" fmla="*/ 127089 w 2947832"/>
              <a:gd name="connsiteY11023" fmla="*/ 2343491 h 4821604"/>
              <a:gd name="connsiteX11024" fmla="*/ 110137 w 2947832"/>
              <a:gd name="connsiteY11024" fmla="*/ 2343491 h 4821604"/>
              <a:gd name="connsiteX11025" fmla="*/ 108306 w 2947832"/>
              <a:gd name="connsiteY11025" fmla="*/ 2342444 h 4821604"/>
              <a:gd name="connsiteX11026" fmla="*/ 99829 w 2947832"/>
              <a:gd name="connsiteY11026" fmla="*/ 2327794 h 4821604"/>
              <a:gd name="connsiteX11027" fmla="*/ 99829 w 2947832"/>
              <a:gd name="connsiteY11027" fmla="*/ 2325702 h 4821604"/>
              <a:gd name="connsiteX11028" fmla="*/ 108306 w 2947832"/>
              <a:gd name="connsiteY11028" fmla="*/ 2311051 h 4821604"/>
              <a:gd name="connsiteX11029" fmla="*/ 110137 w 2947832"/>
              <a:gd name="connsiteY11029" fmla="*/ 2310005 h 4821604"/>
              <a:gd name="connsiteX11030" fmla="*/ 521857 w 2947832"/>
              <a:gd name="connsiteY11030" fmla="*/ 2306918 h 4821604"/>
              <a:gd name="connsiteX11031" fmla="*/ 541948 w 2947832"/>
              <a:gd name="connsiteY11031" fmla="*/ 2306918 h 4821604"/>
              <a:gd name="connsiteX11032" fmla="*/ 544094 w 2947832"/>
              <a:gd name="connsiteY11032" fmla="*/ 2308174 h 4821604"/>
              <a:gd name="connsiteX11033" fmla="*/ 554139 w 2947832"/>
              <a:gd name="connsiteY11033" fmla="*/ 2325545 h 4821604"/>
              <a:gd name="connsiteX11034" fmla="*/ 554139 w 2947832"/>
              <a:gd name="connsiteY11034" fmla="*/ 2328004 h 4821604"/>
              <a:gd name="connsiteX11035" fmla="*/ 544094 w 2947832"/>
              <a:gd name="connsiteY11035" fmla="*/ 2345374 h 4821604"/>
              <a:gd name="connsiteX11036" fmla="*/ 541948 w 2947832"/>
              <a:gd name="connsiteY11036" fmla="*/ 2346630 h 4821604"/>
              <a:gd name="connsiteX11037" fmla="*/ 521857 w 2947832"/>
              <a:gd name="connsiteY11037" fmla="*/ 2346630 h 4821604"/>
              <a:gd name="connsiteX11038" fmla="*/ 519712 w 2947832"/>
              <a:gd name="connsiteY11038" fmla="*/ 2345374 h 4821604"/>
              <a:gd name="connsiteX11039" fmla="*/ 509666 w 2947832"/>
              <a:gd name="connsiteY11039" fmla="*/ 2328004 h 4821604"/>
              <a:gd name="connsiteX11040" fmla="*/ 509666 w 2947832"/>
              <a:gd name="connsiteY11040" fmla="*/ 2325545 h 4821604"/>
              <a:gd name="connsiteX11041" fmla="*/ 519712 w 2947832"/>
              <a:gd name="connsiteY11041" fmla="*/ 2308174 h 4821604"/>
              <a:gd name="connsiteX11042" fmla="*/ 521857 w 2947832"/>
              <a:gd name="connsiteY11042" fmla="*/ 2306918 h 4821604"/>
              <a:gd name="connsiteX11043" fmla="*/ 2340037 w 2947832"/>
              <a:gd name="connsiteY11043" fmla="*/ 2306342 h 4821604"/>
              <a:gd name="connsiteX11044" fmla="*/ 2360704 w 2947832"/>
              <a:gd name="connsiteY11044" fmla="*/ 2306342 h 4821604"/>
              <a:gd name="connsiteX11045" fmla="*/ 2362902 w 2947832"/>
              <a:gd name="connsiteY11045" fmla="*/ 2307598 h 4821604"/>
              <a:gd name="connsiteX11046" fmla="*/ 2373261 w 2947832"/>
              <a:gd name="connsiteY11046" fmla="*/ 2325492 h 4821604"/>
              <a:gd name="connsiteX11047" fmla="*/ 2373261 w 2947832"/>
              <a:gd name="connsiteY11047" fmla="*/ 2328055 h 4821604"/>
              <a:gd name="connsiteX11048" fmla="*/ 2362902 w 2947832"/>
              <a:gd name="connsiteY11048" fmla="*/ 2345950 h 4821604"/>
              <a:gd name="connsiteX11049" fmla="*/ 2360704 w 2947832"/>
              <a:gd name="connsiteY11049" fmla="*/ 2347205 h 4821604"/>
              <a:gd name="connsiteX11050" fmla="*/ 2340037 w 2947832"/>
              <a:gd name="connsiteY11050" fmla="*/ 2347205 h 4821604"/>
              <a:gd name="connsiteX11051" fmla="*/ 2337839 w 2947832"/>
              <a:gd name="connsiteY11051" fmla="*/ 2345950 h 4821604"/>
              <a:gd name="connsiteX11052" fmla="*/ 2327480 w 2947832"/>
              <a:gd name="connsiteY11052" fmla="*/ 2328055 h 4821604"/>
              <a:gd name="connsiteX11053" fmla="*/ 2327480 w 2947832"/>
              <a:gd name="connsiteY11053" fmla="*/ 2325492 h 4821604"/>
              <a:gd name="connsiteX11054" fmla="*/ 2337839 w 2947832"/>
              <a:gd name="connsiteY11054" fmla="*/ 2307598 h 4821604"/>
              <a:gd name="connsiteX11055" fmla="*/ 2340037 w 2947832"/>
              <a:gd name="connsiteY11055" fmla="*/ 2306342 h 4821604"/>
              <a:gd name="connsiteX11056" fmla="*/ 2670606 w 2947832"/>
              <a:gd name="connsiteY11056" fmla="*/ 2306081 h 4821604"/>
              <a:gd name="connsiteX11057" fmla="*/ 2691482 w 2947832"/>
              <a:gd name="connsiteY11057" fmla="*/ 2306081 h 4821604"/>
              <a:gd name="connsiteX11058" fmla="*/ 2693732 w 2947832"/>
              <a:gd name="connsiteY11058" fmla="*/ 2307389 h 4821604"/>
              <a:gd name="connsiteX11059" fmla="*/ 2704144 w 2947832"/>
              <a:gd name="connsiteY11059" fmla="*/ 2325440 h 4821604"/>
              <a:gd name="connsiteX11060" fmla="*/ 2704144 w 2947832"/>
              <a:gd name="connsiteY11060" fmla="*/ 2328004 h 4821604"/>
              <a:gd name="connsiteX11061" fmla="*/ 2693732 w 2947832"/>
              <a:gd name="connsiteY11061" fmla="*/ 2346055 h 4821604"/>
              <a:gd name="connsiteX11062" fmla="*/ 2691482 w 2947832"/>
              <a:gd name="connsiteY11062" fmla="*/ 2347363 h 4821604"/>
              <a:gd name="connsiteX11063" fmla="*/ 2670606 w 2947832"/>
              <a:gd name="connsiteY11063" fmla="*/ 2347363 h 4821604"/>
              <a:gd name="connsiteX11064" fmla="*/ 2668356 w 2947832"/>
              <a:gd name="connsiteY11064" fmla="*/ 2346055 h 4821604"/>
              <a:gd name="connsiteX11065" fmla="*/ 2657944 w 2947832"/>
              <a:gd name="connsiteY11065" fmla="*/ 2328004 h 4821604"/>
              <a:gd name="connsiteX11066" fmla="*/ 2657944 w 2947832"/>
              <a:gd name="connsiteY11066" fmla="*/ 2325440 h 4821604"/>
              <a:gd name="connsiteX11067" fmla="*/ 2668356 w 2947832"/>
              <a:gd name="connsiteY11067" fmla="*/ 2307389 h 4821604"/>
              <a:gd name="connsiteX11068" fmla="*/ 2670606 w 2947832"/>
              <a:gd name="connsiteY11068" fmla="*/ 2306081 h 4821604"/>
              <a:gd name="connsiteX11069" fmla="*/ 19935 w 2947832"/>
              <a:gd name="connsiteY11069" fmla="*/ 2295041 h 4821604"/>
              <a:gd name="connsiteX11070" fmla="*/ 52008 w 2947832"/>
              <a:gd name="connsiteY11070" fmla="*/ 2295041 h 4821604"/>
              <a:gd name="connsiteX11071" fmla="*/ 55461 w 2947832"/>
              <a:gd name="connsiteY11071" fmla="*/ 2297029 h 4821604"/>
              <a:gd name="connsiteX11072" fmla="*/ 71472 w 2947832"/>
              <a:gd name="connsiteY11072" fmla="*/ 2324812 h 4821604"/>
              <a:gd name="connsiteX11073" fmla="*/ 71472 w 2947832"/>
              <a:gd name="connsiteY11073" fmla="*/ 2328789 h 4821604"/>
              <a:gd name="connsiteX11074" fmla="*/ 55461 w 2947832"/>
              <a:gd name="connsiteY11074" fmla="*/ 2356571 h 4821604"/>
              <a:gd name="connsiteX11075" fmla="*/ 52008 w 2947832"/>
              <a:gd name="connsiteY11075" fmla="*/ 2358560 h 4821604"/>
              <a:gd name="connsiteX11076" fmla="*/ 19935 w 2947832"/>
              <a:gd name="connsiteY11076" fmla="*/ 2358560 h 4821604"/>
              <a:gd name="connsiteX11077" fmla="*/ 16481 w 2947832"/>
              <a:gd name="connsiteY11077" fmla="*/ 2356571 h 4821604"/>
              <a:gd name="connsiteX11078" fmla="*/ 471 w 2947832"/>
              <a:gd name="connsiteY11078" fmla="*/ 2328789 h 4821604"/>
              <a:gd name="connsiteX11079" fmla="*/ 471 w 2947832"/>
              <a:gd name="connsiteY11079" fmla="*/ 2324812 h 4821604"/>
              <a:gd name="connsiteX11080" fmla="*/ 16481 w 2947832"/>
              <a:gd name="connsiteY11080" fmla="*/ 2297029 h 4821604"/>
              <a:gd name="connsiteX11081" fmla="*/ 19935 w 2947832"/>
              <a:gd name="connsiteY11081" fmla="*/ 2295041 h 4821604"/>
              <a:gd name="connsiteX11082" fmla="*/ 942105 w 2947832"/>
              <a:gd name="connsiteY11082" fmla="*/ 2238115 h 4821604"/>
              <a:gd name="connsiteX11083" fmla="*/ 948227 w 2947832"/>
              <a:gd name="connsiteY11083" fmla="*/ 2238115 h 4821604"/>
              <a:gd name="connsiteX11084" fmla="*/ 948855 w 2947832"/>
              <a:gd name="connsiteY11084" fmla="*/ 2238481 h 4821604"/>
              <a:gd name="connsiteX11085" fmla="*/ 951889 w 2947832"/>
              <a:gd name="connsiteY11085" fmla="*/ 2243766 h 4821604"/>
              <a:gd name="connsiteX11086" fmla="*/ 951889 w 2947832"/>
              <a:gd name="connsiteY11086" fmla="*/ 2244498 h 4821604"/>
              <a:gd name="connsiteX11087" fmla="*/ 948855 w 2947832"/>
              <a:gd name="connsiteY11087" fmla="*/ 2249783 h 4821604"/>
              <a:gd name="connsiteX11088" fmla="*/ 948227 w 2947832"/>
              <a:gd name="connsiteY11088" fmla="*/ 2250149 h 4821604"/>
              <a:gd name="connsiteX11089" fmla="*/ 942105 w 2947832"/>
              <a:gd name="connsiteY11089" fmla="*/ 2250149 h 4821604"/>
              <a:gd name="connsiteX11090" fmla="*/ 941477 w 2947832"/>
              <a:gd name="connsiteY11090" fmla="*/ 2249783 h 4821604"/>
              <a:gd name="connsiteX11091" fmla="*/ 938443 w 2947832"/>
              <a:gd name="connsiteY11091" fmla="*/ 2244498 h 4821604"/>
              <a:gd name="connsiteX11092" fmla="*/ 938443 w 2947832"/>
              <a:gd name="connsiteY11092" fmla="*/ 2243766 h 4821604"/>
              <a:gd name="connsiteX11093" fmla="*/ 941477 w 2947832"/>
              <a:gd name="connsiteY11093" fmla="*/ 2238481 h 4821604"/>
              <a:gd name="connsiteX11094" fmla="*/ 942105 w 2947832"/>
              <a:gd name="connsiteY11094" fmla="*/ 2238115 h 4821604"/>
              <a:gd name="connsiteX11095" fmla="*/ 858547 w 2947832"/>
              <a:gd name="connsiteY11095" fmla="*/ 2236127 h 4821604"/>
              <a:gd name="connsiteX11096" fmla="*/ 866605 w 2947832"/>
              <a:gd name="connsiteY11096" fmla="*/ 2236127 h 4821604"/>
              <a:gd name="connsiteX11097" fmla="*/ 867494 w 2947832"/>
              <a:gd name="connsiteY11097" fmla="*/ 2236650 h 4821604"/>
              <a:gd name="connsiteX11098" fmla="*/ 871523 w 2947832"/>
              <a:gd name="connsiteY11098" fmla="*/ 2243661 h 4821604"/>
              <a:gd name="connsiteX11099" fmla="*/ 871523 w 2947832"/>
              <a:gd name="connsiteY11099" fmla="*/ 2244655 h 4821604"/>
              <a:gd name="connsiteX11100" fmla="*/ 867494 w 2947832"/>
              <a:gd name="connsiteY11100" fmla="*/ 2251667 h 4821604"/>
              <a:gd name="connsiteX11101" fmla="*/ 866605 w 2947832"/>
              <a:gd name="connsiteY11101" fmla="*/ 2252190 h 4821604"/>
              <a:gd name="connsiteX11102" fmla="*/ 858547 w 2947832"/>
              <a:gd name="connsiteY11102" fmla="*/ 2252190 h 4821604"/>
              <a:gd name="connsiteX11103" fmla="*/ 857657 w 2947832"/>
              <a:gd name="connsiteY11103" fmla="*/ 2251667 h 4821604"/>
              <a:gd name="connsiteX11104" fmla="*/ 853629 w 2947832"/>
              <a:gd name="connsiteY11104" fmla="*/ 2244655 h 4821604"/>
              <a:gd name="connsiteX11105" fmla="*/ 853629 w 2947832"/>
              <a:gd name="connsiteY11105" fmla="*/ 2243661 h 4821604"/>
              <a:gd name="connsiteX11106" fmla="*/ 857657 w 2947832"/>
              <a:gd name="connsiteY11106" fmla="*/ 2236650 h 4821604"/>
              <a:gd name="connsiteX11107" fmla="*/ 858547 w 2947832"/>
              <a:gd name="connsiteY11107" fmla="*/ 2236127 h 4821604"/>
              <a:gd name="connsiteX11108" fmla="*/ 774937 w 2947832"/>
              <a:gd name="connsiteY11108" fmla="*/ 2234347 h 4821604"/>
              <a:gd name="connsiteX11109" fmla="*/ 784826 w 2947832"/>
              <a:gd name="connsiteY11109" fmla="*/ 2234347 h 4821604"/>
              <a:gd name="connsiteX11110" fmla="*/ 785872 w 2947832"/>
              <a:gd name="connsiteY11110" fmla="*/ 2234975 h 4821604"/>
              <a:gd name="connsiteX11111" fmla="*/ 790790 w 2947832"/>
              <a:gd name="connsiteY11111" fmla="*/ 2243556 h 4821604"/>
              <a:gd name="connsiteX11112" fmla="*/ 790790 w 2947832"/>
              <a:gd name="connsiteY11112" fmla="*/ 2244759 h 4821604"/>
              <a:gd name="connsiteX11113" fmla="*/ 785872 w 2947832"/>
              <a:gd name="connsiteY11113" fmla="*/ 2253340 h 4821604"/>
              <a:gd name="connsiteX11114" fmla="*/ 784826 w 2947832"/>
              <a:gd name="connsiteY11114" fmla="*/ 2253968 h 4821604"/>
              <a:gd name="connsiteX11115" fmla="*/ 774937 w 2947832"/>
              <a:gd name="connsiteY11115" fmla="*/ 2253968 h 4821604"/>
              <a:gd name="connsiteX11116" fmla="*/ 773890 w 2947832"/>
              <a:gd name="connsiteY11116" fmla="*/ 2253340 h 4821604"/>
              <a:gd name="connsiteX11117" fmla="*/ 768972 w 2947832"/>
              <a:gd name="connsiteY11117" fmla="*/ 2244759 h 4821604"/>
              <a:gd name="connsiteX11118" fmla="*/ 768972 w 2947832"/>
              <a:gd name="connsiteY11118" fmla="*/ 2243556 h 4821604"/>
              <a:gd name="connsiteX11119" fmla="*/ 773890 w 2947832"/>
              <a:gd name="connsiteY11119" fmla="*/ 2234975 h 4821604"/>
              <a:gd name="connsiteX11120" fmla="*/ 774937 w 2947832"/>
              <a:gd name="connsiteY11120" fmla="*/ 2234347 h 4821604"/>
              <a:gd name="connsiteX11121" fmla="*/ 1021581 w 2947832"/>
              <a:gd name="connsiteY11121" fmla="*/ 2231679 h 4821604"/>
              <a:gd name="connsiteX11122" fmla="*/ 1034138 w 2947832"/>
              <a:gd name="connsiteY11122" fmla="*/ 2231679 h 4821604"/>
              <a:gd name="connsiteX11123" fmla="*/ 1035499 w 2947832"/>
              <a:gd name="connsiteY11123" fmla="*/ 2232464 h 4821604"/>
              <a:gd name="connsiteX11124" fmla="*/ 1041777 w 2947832"/>
              <a:gd name="connsiteY11124" fmla="*/ 2243347 h 4821604"/>
              <a:gd name="connsiteX11125" fmla="*/ 1041777 w 2947832"/>
              <a:gd name="connsiteY11125" fmla="*/ 2244916 h 4821604"/>
              <a:gd name="connsiteX11126" fmla="*/ 1035499 w 2947832"/>
              <a:gd name="connsiteY11126" fmla="*/ 2255799 h 4821604"/>
              <a:gd name="connsiteX11127" fmla="*/ 1034138 w 2947832"/>
              <a:gd name="connsiteY11127" fmla="*/ 2256584 h 4821604"/>
              <a:gd name="connsiteX11128" fmla="*/ 1021581 w 2947832"/>
              <a:gd name="connsiteY11128" fmla="*/ 2256584 h 4821604"/>
              <a:gd name="connsiteX11129" fmla="*/ 1020221 w 2947832"/>
              <a:gd name="connsiteY11129" fmla="*/ 2255799 h 4821604"/>
              <a:gd name="connsiteX11130" fmla="*/ 1013942 w 2947832"/>
              <a:gd name="connsiteY11130" fmla="*/ 2244916 h 4821604"/>
              <a:gd name="connsiteX11131" fmla="*/ 1013942 w 2947832"/>
              <a:gd name="connsiteY11131" fmla="*/ 2243347 h 4821604"/>
              <a:gd name="connsiteX11132" fmla="*/ 1020221 w 2947832"/>
              <a:gd name="connsiteY11132" fmla="*/ 2232464 h 4821604"/>
              <a:gd name="connsiteX11133" fmla="*/ 1021581 w 2947832"/>
              <a:gd name="connsiteY11133" fmla="*/ 2231679 h 4821604"/>
              <a:gd name="connsiteX11134" fmla="*/ 195003 w 2947832"/>
              <a:gd name="connsiteY11134" fmla="*/ 2231627 h 4821604"/>
              <a:gd name="connsiteX11135" fmla="*/ 207613 w 2947832"/>
              <a:gd name="connsiteY11135" fmla="*/ 2231627 h 4821604"/>
              <a:gd name="connsiteX11136" fmla="*/ 208973 w 2947832"/>
              <a:gd name="connsiteY11136" fmla="*/ 2232412 h 4821604"/>
              <a:gd name="connsiteX11137" fmla="*/ 215252 w 2947832"/>
              <a:gd name="connsiteY11137" fmla="*/ 2243347 h 4821604"/>
              <a:gd name="connsiteX11138" fmla="*/ 215252 w 2947832"/>
              <a:gd name="connsiteY11138" fmla="*/ 2244917 h 4821604"/>
              <a:gd name="connsiteX11139" fmla="*/ 208973 w 2947832"/>
              <a:gd name="connsiteY11139" fmla="*/ 2255852 h 4821604"/>
              <a:gd name="connsiteX11140" fmla="*/ 207613 w 2947832"/>
              <a:gd name="connsiteY11140" fmla="*/ 2256637 h 4821604"/>
              <a:gd name="connsiteX11141" fmla="*/ 195003 w 2947832"/>
              <a:gd name="connsiteY11141" fmla="*/ 2256637 h 4821604"/>
              <a:gd name="connsiteX11142" fmla="*/ 193643 w 2947832"/>
              <a:gd name="connsiteY11142" fmla="*/ 2255852 h 4821604"/>
              <a:gd name="connsiteX11143" fmla="*/ 187364 w 2947832"/>
              <a:gd name="connsiteY11143" fmla="*/ 2244917 h 4821604"/>
              <a:gd name="connsiteX11144" fmla="*/ 187364 w 2947832"/>
              <a:gd name="connsiteY11144" fmla="*/ 2243347 h 4821604"/>
              <a:gd name="connsiteX11145" fmla="*/ 193643 w 2947832"/>
              <a:gd name="connsiteY11145" fmla="*/ 2232412 h 4821604"/>
              <a:gd name="connsiteX11146" fmla="*/ 195003 w 2947832"/>
              <a:gd name="connsiteY11146" fmla="*/ 2231627 h 4821604"/>
              <a:gd name="connsiteX11147" fmla="*/ 2178730 w 2947832"/>
              <a:gd name="connsiteY11147" fmla="*/ 2231574 h 4821604"/>
              <a:gd name="connsiteX11148" fmla="*/ 2191444 w 2947832"/>
              <a:gd name="connsiteY11148" fmla="*/ 2231574 h 4821604"/>
              <a:gd name="connsiteX11149" fmla="*/ 2192804 w 2947832"/>
              <a:gd name="connsiteY11149" fmla="*/ 2232359 h 4821604"/>
              <a:gd name="connsiteX11150" fmla="*/ 2199135 w 2947832"/>
              <a:gd name="connsiteY11150" fmla="*/ 2243346 h 4821604"/>
              <a:gd name="connsiteX11151" fmla="*/ 2199135 w 2947832"/>
              <a:gd name="connsiteY11151" fmla="*/ 2244916 h 4821604"/>
              <a:gd name="connsiteX11152" fmla="*/ 2192804 w 2947832"/>
              <a:gd name="connsiteY11152" fmla="*/ 2255904 h 4821604"/>
              <a:gd name="connsiteX11153" fmla="*/ 2191444 w 2947832"/>
              <a:gd name="connsiteY11153" fmla="*/ 2256689 h 4821604"/>
              <a:gd name="connsiteX11154" fmla="*/ 2178730 w 2947832"/>
              <a:gd name="connsiteY11154" fmla="*/ 2256689 h 4821604"/>
              <a:gd name="connsiteX11155" fmla="*/ 2177369 w 2947832"/>
              <a:gd name="connsiteY11155" fmla="*/ 2255904 h 4821604"/>
              <a:gd name="connsiteX11156" fmla="*/ 2171038 w 2947832"/>
              <a:gd name="connsiteY11156" fmla="*/ 2244916 h 4821604"/>
              <a:gd name="connsiteX11157" fmla="*/ 2171038 w 2947832"/>
              <a:gd name="connsiteY11157" fmla="*/ 2243346 h 4821604"/>
              <a:gd name="connsiteX11158" fmla="*/ 2177369 w 2947832"/>
              <a:gd name="connsiteY11158" fmla="*/ 2232359 h 4821604"/>
              <a:gd name="connsiteX11159" fmla="*/ 2178730 w 2947832"/>
              <a:gd name="connsiteY11159" fmla="*/ 2231574 h 4821604"/>
              <a:gd name="connsiteX11160" fmla="*/ 1186761 w 2947832"/>
              <a:gd name="connsiteY11160" fmla="*/ 2231470 h 4821604"/>
              <a:gd name="connsiteX11161" fmla="*/ 1199580 w 2947832"/>
              <a:gd name="connsiteY11161" fmla="*/ 2231470 h 4821604"/>
              <a:gd name="connsiteX11162" fmla="*/ 1200940 w 2947832"/>
              <a:gd name="connsiteY11162" fmla="*/ 2232255 h 4821604"/>
              <a:gd name="connsiteX11163" fmla="*/ 1207323 w 2947832"/>
              <a:gd name="connsiteY11163" fmla="*/ 2243347 h 4821604"/>
              <a:gd name="connsiteX11164" fmla="*/ 1207323 w 2947832"/>
              <a:gd name="connsiteY11164" fmla="*/ 2244917 h 4821604"/>
              <a:gd name="connsiteX11165" fmla="*/ 1200940 w 2947832"/>
              <a:gd name="connsiteY11165" fmla="*/ 2256009 h 4821604"/>
              <a:gd name="connsiteX11166" fmla="*/ 1199580 w 2947832"/>
              <a:gd name="connsiteY11166" fmla="*/ 2256794 h 4821604"/>
              <a:gd name="connsiteX11167" fmla="*/ 1186761 w 2947832"/>
              <a:gd name="connsiteY11167" fmla="*/ 2256794 h 4821604"/>
              <a:gd name="connsiteX11168" fmla="*/ 1185401 w 2947832"/>
              <a:gd name="connsiteY11168" fmla="*/ 2256009 h 4821604"/>
              <a:gd name="connsiteX11169" fmla="*/ 1179017 w 2947832"/>
              <a:gd name="connsiteY11169" fmla="*/ 2244917 h 4821604"/>
              <a:gd name="connsiteX11170" fmla="*/ 1179017 w 2947832"/>
              <a:gd name="connsiteY11170" fmla="*/ 2243347 h 4821604"/>
              <a:gd name="connsiteX11171" fmla="*/ 1185401 w 2947832"/>
              <a:gd name="connsiteY11171" fmla="*/ 2232255 h 4821604"/>
              <a:gd name="connsiteX11172" fmla="*/ 1186761 w 2947832"/>
              <a:gd name="connsiteY11172" fmla="*/ 2231470 h 4821604"/>
              <a:gd name="connsiteX11173" fmla="*/ 1269272 w 2947832"/>
              <a:gd name="connsiteY11173" fmla="*/ 2231051 h 4821604"/>
              <a:gd name="connsiteX11174" fmla="*/ 1282457 w 2947832"/>
              <a:gd name="connsiteY11174" fmla="*/ 2231051 h 4821604"/>
              <a:gd name="connsiteX11175" fmla="*/ 1283870 w 2947832"/>
              <a:gd name="connsiteY11175" fmla="*/ 2231888 h 4821604"/>
              <a:gd name="connsiteX11176" fmla="*/ 1290463 w 2947832"/>
              <a:gd name="connsiteY11176" fmla="*/ 2243294 h 4821604"/>
              <a:gd name="connsiteX11177" fmla="*/ 1290463 w 2947832"/>
              <a:gd name="connsiteY11177" fmla="*/ 2244916 h 4821604"/>
              <a:gd name="connsiteX11178" fmla="*/ 1283870 w 2947832"/>
              <a:gd name="connsiteY11178" fmla="*/ 2256322 h 4821604"/>
              <a:gd name="connsiteX11179" fmla="*/ 1282457 w 2947832"/>
              <a:gd name="connsiteY11179" fmla="*/ 2257159 h 4821604"/>
              <a:gd name="connsiteX11180" fmla="*/ 1269272 w 2947832"/>
              <a:gd name="connsiteY11180" fmla="*/ 2257159 h 4821604"/>
              <a:gd name="connsiteX11181" fmla="*/ 1267860 w 2947832"/>
              <a:gd name="connsiteY11181" fmla="*/ 2256322 h 4821604"/>
              <a:gd name="connsiteX11182" fmla="*/ 1261267 w 2947832"/>
              <a:gd name="connsiteY11182" fmla="*/ 2244916 h 4821604"/>
              <a:gd name="connsiteX11183" fmla="*/ 1261267 w 2947832"/>
              <a:gd name="connsiteY11183" fmla="*/ 2243294 h 4821604"/>
              <a:gd name="connsiteX11184" fmla="*/ 1267860 w 2947832"/>
              <a:gd name="connsiteY11184" fmla="*/ 2231888 h 4821604"/>
              <a:gd name="connsiteX11185" fmla="*/ 1269272 w 2947832"/>
              <a:gd name="connsiteY11185" fmla="*/ 2231051 h 4821604"/>
              <a:gd name="connsiteX11186" fmla="*/ 1351837 w 2947832"/>
              <a:gd name="connsiteY11186" fmla="*/ 2230947 h 4821604"/>
              <a:gd name="connsiteX11187" fmla="*/ 1365126 w 2947832"/>
              <a:gd name="connsiteY11187" fmla="*/ 2230947 h 4821604"/>
              <a:gd name="connsiteX11188" fmla="*/ 1366539 w 2947832"/>
              <a:gd name="connsiteY11188" fmla="*/ 2231784 h 4821604"/>
              <a:gd name="connsiteX11189" fmla="*/ 1373184 w 2947832"/>
              <a:gd name="connsiteY11189" fmla="*/ 2243295 h 4821604"/>
              <a:gd name="connsiteX11190" fmla="*/ 1373184 w 2947832"/>
              <a:gd name="connsiteY11190" fmla="*/ 2244917 h 4821604"/>
              <a:gd name="connsiteX11191" fmla="*/ 1366539 w 2947832"/>
              <a:gd name="connsiteY11191" fmla="*/ 2256428 h 4821604"/>
              <a:gd name="connsiteX11192" fmla="*/ 1365126 w 2947832"/>
              <a:gd name="connsiteY11192" fmla="*/ 2257265 h 4821604"/>
              <a:gd name="connsiteX11193" fmla="*/ 1351837 w 2947832"/>
              <a:gd name="connsiteY11193" fmla="*/ 2257265 h 4821604"/>
              <a:gd name="connsiteX11194" fmla="*/ 1350424 w 2947832"/>
              <a:gd name="connsiteY11194" fmla="*/ 2256428 h 4821604"/>
              <a:gd name="connsiteX11195" fmla="*/ 1343779 w 2947832"/>
              <a:gd name="connsiteY11195" fmla="*/ 2244917 h 4821604"/>
              <a:gd name="connsiteX11196" fmla="*/ 1343779 w 2947832"/>
              <a:gd name="connsiteY11196" fmla="*/ 2243295 h 4821604"/>
              <a:gd name="connsiteX11197" fmla="*/ 1350424 w 2947832"/>
              <a:gd name="connsiteY11197" fmla="*/ 2231784 h 4821604"/>
              <a:gd name="connsiteX11198" fmla="*/ 1351837 w 2947832"/>
              <a:gd name="connsiteY11198" fmla="*/ 2230947 h 4821604"/>
              <a:gd name="connsiteX11199" fmla="*/ 2095642 w 2947832"/>
              <a:gd name="connsiteY11199" fmla="*/ 2230685 h 4821604"/>
              <a:gd name="connsiteX11200" fmla="*/ 2109193 w 2947832"/>
              <a:gd name="connsiteY11200" fmla="*/ 2230685 h 4821604"/>
              <a:gd name="connsiteX11201" fmla="*/ 2110658 w 2947832"/>
              <a:gd name="connsiteY11201" fmla="*/ 2231522 h 4821604"/>
              <a:gd name="connsiteX11202" fmla="*/ 2117460 w 2947832"/>
              <a:gd name="connsiteY11202" fmla="*/ 2243242 h 4821604"/>
              <a:gd name="connsiteX11203" fmla="*/ 2117460 w 2947832"/>
              <a:gd name="connsiteY11203" fmla="*/ 2244917 h 4821604"/>
              <a:gd name="connsiteX11204" fmla="*/ 2110658 w 2947832"/>
              <a:gd name="connsiteY11204" fmla="*/ 2256637 h 4821604"/>
              <a:gd name="connsiteX11205" fmla="*/ 2109193 w 2947832"/>
              <a:gd name="connsiteY11205" fmla="*/ 2257474 h 4821604"/>
              <a:gd name="connsiteX11206" fmla="*/ 2095642 w 2947832"/>
              <a:gd name="connsiteY11206" fmla="*/ 2257474 h 4821604"/>
              <a:gd name="connsiteX11207" fmla="*/ 2094177 w 2947832"/>
              <a:gd name="connsiteY11207" fmla="*/ 2256637 h 4821604"/>
              <a:gd name="connsiteX11208" fmla="*/ 2087375 w 2947832"/>
              <a:gd name="connsiteY11208" fmla="*/ 2244917 h 4821604"/>
              <a:gd name="connsiteX11209" fmla="*/ 2087375 w 2947832"/>
              <a:gd name="connsiteY11209" fmla="*/ 2243242 h 4821604"/>
              <a:gd name="connsiteX11210" fmla="*/ 2094177 w 2947832"/>
              <a:gd name="connsiteY11210" fmla="*/ 2231522 h 4821604"/>
              <a:gd name="connsiteX11211" fmla="*/ 2095642 w 2947832"/>
              <a:gd name="connsiteY11211" fmla="*/ 2230685 h 4821604"/>
              <a:gd name="connsiteX11212" fmla="*/ 690333 w 2947832"/>
              <a:gd name="connsiteY11212" fmla="*/ 2230528 h 4821604"/>
              <a:gd name="connsiteX11213" fmla="*/ 704093 w 2947832"/>
              <a:gd name="connsiteY11213" fmla="*/ 2230528 h 4821604"/>
              <a:gd name="connsiteX11214" fmla="*/ 705558 w 2947832"/>
              <a:gd name="connsiteY11214" fmla="*/ 2231365 h 4821604"/>
              <a:gd name="connsiteX11215" fmla="*/ 712465 w 2947832"/>
              <a:gd name="connsiteY11215" fmla="*/ 2243295 h 4821604"/>
              <a:gd name="connsiteX11216" fmla="*/ 712465 w 2947832"/>
              <a:gd name="connsiteY11216" fmla="*/ 2245021 h 4821604"/>
              <a:gd name="connsiteX11217" fmla="*/ 705558 w 2947832"/>
              <a:gd name="connsiteY11217" fmla="*/ 2256950 h 4821604"/>
              <a:gd name="connsiteX11218" fmla="*/ 704093 w 2947832"/>
              <a:gd name="connsiteY11218" fmla="*/ 2257788 h 4821604"/>
              <a:gd name="connsiteX11219" fmla="*/ 690333 w 2947832"/>
              <a:gd name="connsiteY11219" fmla="*/ 2257788 h 4821604"/>
              <a:gd name="connsiteX11220" fmla="*/ 688868 w 2947832"/>
              <a:gd name="connsiteY11220" fmla="*/ 2256950 h 4821604"/>
              <a:gd name="connsiteX11221" fmla="*/ 681961 w 2947832"/>
              <a:gd name="connsiteY11221" fmla="*/ 2245021 h 4821604"/>
              <a:gd name="connsiteX11222" fmla="*/ 681961 w 2947832"/>
              <a:gd name="connsiteY11222" fmla="*/ 2243295 h 4821604"/>
              <a:gd name="connsiteX11223" fmla="*/ 688868 w 2947832"/>
              <a:gd name="connsiteY11223" fmla="*/ 2231365 h 4821604"/>
              <a:gd name="connsiteX11224" fmla="*/ 690333 w 2947832"/>
              <a:gd name="connsiteY11224" fmla="*/ 2230528 h 4821604"/>
              <a:gd name="connsiteX11225" fmla="*/ 276991 w 2947832"/>
              <a:gd name="connsiteY11225" fmla="*/ 2230476 h 4821604"/>
              <a:gd name="connsiteX11226" fmla="*/ 290804 w 2947832"/>
              <a:gd name="connsiteY11226" fmla="*/ 2230476 h 4821604"/>
              <a:gd name="connsiteX11227" fmla="*/ 292269 w 2947832"/>
              <a:gd name="connsiteY11227" fmla="*/ 2231313 h 4821604"/>
              <a:gd name="connsiteX11228" fmla="*/ 299175 w 2947832"/>
              <a:gd name="connsiteY11228" fmla="*/ 2243295 h 4821604"/>
              <a:gd name="connsiteX11229" fmla="*/ 299175 w 2947832"/>
              <a:gd name="connsiteY11229" fmla="*/ 2245021 h 4821604"/>
              <a:gd name="connsiteX11230" fmla="*/ 292269 w 2947832"/>
              <a:gd name="connsiteY11230" fmla="*/ 2257003 h 4821604"/>
              <a:gd name="connsiteX11231" fmla="*/ 290804 w 2947832"/>
              <a:gd name="connsiteY11231" fmla="*/ 2257840 h 4821604"/>
              <a:gd name="connsiteX11232" fmla="*/ 276991 w 2947832"/>
              <a:gd name="connsiteY11232" fmla="*/ 2257840 h 4821604"/>
              <a:gd name="connsiteX11233" fmla="*/ 275526 w 2947832"/>
              <a:gd name="connsiteY11233" fmla="*/ 2257003 h 4821604"/>
              <a:gd name="connsiteX11234" fmla="*/ 268619 w 2947832"/>
              <a:gd name="connsiteY11234" fmla="*/ 2245021 h 4821604"/>
              <a:gd name="connsiteX11235" fmla="*/ 268619 w 2947832"/>
              <a:gd name="connsiteY11235" fmla="*/ 2243295 h 4821604"/>
              <a:gd name="connsiteX11236" fmla="*/ 275526 w 2947832"/>
              <a:gd name="connsiteY11236" fmla="*/ 2231313 h 4821604"/>
              <a:gd name="connsiteX11237" fmla="*/ 276991 w 2947832"/>
              <a:gd name="connsiteY11237" fmla="*/ 2230476 h 4821604"/>
              <a:gd name="connsiteX11238" fmla="*/ 1516702 w 2947832"/>
              <a:gd name="connsiteY11238" fmla="*/ 2230109 h 4821604"/>
              <a:gd name="connsiteX11239" fmla="*/ 1530881 w 2947832"/>
              <a:gd name="connsiteY11239" fmla="*/ 2230109 h 4821604"/>
              <a:gd name="connsiteX11240" fmla="*/ 1532399 w 2947832"/>
              <a:gd name="connsiteY11240" fmla="*/ 2230999 h 4821604"/>
              <a:gd name="connsiteX11241" fmla="*/ 1539462 w 2947832"/>
              <a:gd name="connsiteY11241" fmla="*/ 2243294 h 4821604"/>
              <a:gd name="connsiteX11242" fmla="*/ 1539462 w 2947832"/>
              <a:gd name="connsiteY11242" fmla="*/ 2245073 h 4821604"/>
              <a:gd name="connsiteX11243" fmla="*/ 1532399 w 2947832"/>
              <a:gd name="connsiteY11243" fmla="*/ 2257316 h 4821604"/>
              <a:gd name="connsiteX11244" fmla="*/ 1530881 w 2947832"/>
              <a:gd name="connsiteY11244" fmla="*/ 2258206 h 4821604"/>
              <a:gd name="connsiteX11245" fmla="*/ 1516702 w 2947832"/>
              <a:gd name="connsiteY11245" fmla="*/ 2258206 h 4821604"/>
              <a:gd name="connsiteX11246" fmla="*/ 1515184 w 2947832"/>
              <a:gd name="connsiteY11246" fmla="*/ 2257316 h 4821604"/>
              <a:gd name="connsiteX11247" fmla="*/ 1508121 w 2947832"/>
              <a:gd name="connsiteY11247" fmla="*/ 2245073 h 4821604"/>
              <a:gd name="connsiteX11248" fmla="*/ 1508121 w 2947832"/>
              <a:gd name="connsiteY11248" fmla="*/ 2243294 h 4821604"/>
              <a:gd name="connsiteX11249" fmla="*/ 1515184 w 2947832"/>
              <a:gd name="connsiteY11249" fmla="*/ 2230999 h 4821604"/>
              <a:gd name="connsiteX11250" fmla="*/ 1516702 w 2947832"/>
              <a:gd name="connsiteY11250" fmla="*/ 2230109 h 4821604"/>
              <a:gd name="connsiteX11251" fmla="*/ 524839 w 2947832"/>
              <a:gd name="connsiteY11251" fmla="*/ 2230109 h 4821604"/>
              <a:gd name="connsiteX11252" fmla="*/ 538966 w 2947832"/>
              <a:gd name="connsiteY11252" fmla="*/ 2230109 h 4821604"/>
              <a:gd name="connsiteX11253" fmla="*/ 540483 w 2947832"/>
              <a:gd name="connsiteY11253" fmla="*/ 2230999 h 4821604"/>
              <a:gd name="connsiteX11254" fmla="*/ 547546 w 2947832"/>
              <a:gd name="connsiteY11254" fmla="*/ 2243242 h 4821604"/>
              <a:gd name="connsiteX11255" fmla="*/ 547546 w 2947832"/>
              <a:gd name="connsiteY11255" fmla="*/ 2244968 h 4821604"/>
              <a:gd name="connsiteX11256" fmla="*/ 540483 w 2947832"/>
              <a:gd name="connsiteY11256" fmla="*/ 2257212 h 4821604"/>
              <a:gd name="connsiteX11257" fmla="*/ 538966 w 2947832"/>
              <a:gd name="connsiteY11257" fmla="*/ 2258101 h 4821604"/>
              <a:gd name="connsiteX11258" fmla="*/ 524839 w 2947832"/>
              <a:gd name="connsiteY11258" fmla="*/ 2258101 h 4821604"/>
              <a:gd name="connsiteX11259" fmla="*/ 523322 w 2947832"/>
              <a:gd name="connsiteY11259" fmla="*/ 2257212 h 4821604"/>
              <a:gd name="connsiteX11260" fmla="*/ 516258 w 2947832"/>
              <a:gd name="connsiteY11260" fmla="*/ 2244968 h 4821604"/>
              <a:gd name="connsiteX11261" fmla="*/ 516258 w 2947832"/>
              <a:gd name="connsiteY11261" fmla="*/ 2243242 h 4821604"/>
              <a:gd name="connsiteX11262" fmla="*/ 523322 w 2947832"/>
              <a:gd name="connsiteY11262" fmla="*/ 2230999 h 4821604"/>
              <a:gd name="connsiteX11263" fmla="*/ 524839 w 2947832"/>
              <a:gd name="connsiteY11263" fmla="*/ 2230109 h 4821604"/>
              <a:gd name="connsiteX11264" fmla="*/ 1103308 w 2947832"/>
              <a:gd name="connsiteY11264" fmla="*/ 2229795 h 4821604"/>
              <a:gd name="connsiteX11265" fmla="*/ 1117801 w 2947832"/>
              <a:gd name="connsiteY11265" fmla="*/ 2229795 h 4821604"/>
              <a:gd name="connsiteX11266" fmla="*/ 1119371 w 2947832"/>
              <a:gd name="connsiteY11266" fmla="*/ 2230685 h 4821604"/>
              <a:gd name="connsiteX11267" fmla="*/ 1126591 w 2947832"/>
              <a:gd name="connsiteY11267" fmla="*/ 2243242 h 4821604"/>
              <a:gd name="connsiteX11268" fmla="*/ 1126591 w 2947832"/>
              <a:gd name="connsiteY11268" fmla="*/ 2245021 h 4821604"/>
              <a:gd name="connsiteX11269" fmla="*/ 1119371 w 2947832"/>
              <a:gd name="connsiteY11269" fmla="*/ 2257578 h 4821604"/>
              <a:gd name="connsiteX11270" fmla="*/ 1117801 w 2947832"/>
              <a:gd name="connsiteY11270" fmla="*/ 2258467 h 4821604"/>
              <a:gd name="connsiteX11271" fmla="*/ 1103308 w 2947832"/>
              <a:gd name="connsiteY11271" fmla="*/ 2258467 h 4821604"/>
              <a:gd name="connsiteX11272" fmla="*/ 1101739 w 2947832"/>
              <a:gd name="connsiteY11272" fmla="*/ 2257578 h 4821604"/>
              <a:gd name="connsiteX11273" fmla="*/ 1094518 w 2947832"/>
              <a:gd name="connsiteY11273" fmla="*/ 2245021 h 4821604"/>
              <a:gd name="connsiteX11274" fmla="*/ 1094518 w 2947832"/>
              <a:gd name="connsiteY11274" fmla="*/ 2243242 h 4821604"/>
              <a:gd name="connsiteX11275" fmla="*/ 1101739 w 2947832"/>
              <a:gd name="connsiteY11275" fmla="*/ 2230685 h 4821604"/>
              <a:gd name="connsiteX11276" fmla="*/ 1103308 w 2947832"/>
              <a:gd name="connsiteY11276" fmla="*/ 2229795 h 4821604"/>
              <a:gd name="connsiteX11277" fmla="*/ 2012293 w 2947832"/>
              <a:gd name="connsiteY11277" fmla="*/ 2229325 h 4821604"/>
              <a:gd name="connsiteX11278" fmla="*/ 2027205 w 2947832"/>
              <a:gd name="connsiteY11278" fmla="*/ 2229325 h 4821604"/>
              <a:gd name="connsiteX11279" fmla="*/ 2028827 w 2947832"/>
              <a:gd name="connsiteY11279" fmla="*/ 2230267 h 4821604"/>
              <a:gd name="connsiteX11280" fmla="*/ 2036309 w 2947832"/>
              <a:gd name="connsiteY11280" fmla="*/ 2243190 h 4821604"/>
              <a:gd name="connsiteX11281" fmla="*/ 2036309 w 2947832"/>
              <a:gd name="connsiteY11281" fmla="*/ 2245022 h 4821604"/>
              <a:gd name="connsiteX11282" fmla="*/ 2028827 w 2947832"/>
              <a:gd name="connsiteY11282" fmla="*/ 2257945 h 4821604"/>
              <a:gd name="connsiteX11283" fmla="*/ 2027205 w 2947832"/>
              <a:gd name="connsiteY11283" fmla="*/ 2258887 h 4821604"/>
              <a:gd name="connsiteX11284" fmla="*/ 2012293 w 2947832"/>
              <a:gd name="connsiteY11284" fmla="*/ 2258887 h 4821604"/>
              <a:gd name="connsiteX11285" fmla="*/ 2010671 w 2947832"/>
              <a:gd name="connsiteY11285" fmla="*/ 2257945 h 4821604"/>
              <a:gd name="connsiteX11286" fmla="*/ 2003189 w 2947832"/>
              <a:gd name="connsiteY11286" fmla="*/ 2245022 h 4821604"/>
              <a:gd name="connsiteX11287" fmla="*/ 2003189 w 2947832"/>
              <a:gd name="connsiteY11287" fmla="*/ 2243190 h 4821604"/>
              <a:gd name="connsiteX11288" fmla="*/ 2010671 w 2947832"/>
              <a:gd name="connsiteY11288" fmla="*/ 2230267 h 4821604"/>
              <a:gd name="connsiteX11289" fmla="*/ 2012293 w 2947832"/>
              <a:gd name="connsiteY11289" fmla="*/ 2229325 h 4821604"/>
              <a:gd name="connsiteX11290" fmla="*/ 1846748 w 2947832"/>
              <a:gd name="connsiteY11290" fmla="*/ 2228854 h 4821604"/>
              <a:gd name="connsiteX11291" fmla="*/ 1862183 w 2947832"/>
              <a:gd name="connsiteY11291" fmla="*/ 2228854 h 4821604"/>
              <a:gd name="connsiteX11292" fmla="*/ 1863857 w 2947832"/>
              <a:gd name="connsiteY11292" fmla="*/ 2229796 h 4821604"/>
              <a:gd name="connsiteX11293" fmla="*/ 1871549 w 2947832"/>
              <a:gd name="connsiteY11293" fmla="*/ 2243138 h 4821604"/>
              <a:gd name="connsiteX11294" fmla="*/ 1871549 w 2947832"/>
              <a:gd name="connsiteY11294" fmla="*/ 2245021 h 4821604"/>
              <a:gd name="connsiteX11295" fmla="*/ 1863857 w 2947832"/>
              <a:gd name="connsiteY11295" fmla="*/ 2258364 h 4821604"/>
              <a:gd name="connsiteX11296" fmla="*/ 1862183 w 2947832"/>
              <a:gd name="connsiteY11296" fmla="*/ 2259305 h 4821604"/>
              <a:gd name="connsiteX11297" fmla="*/ 1846748 w 2947832"/>
              <a:gd name="connsiteY11297" fmla="*/ 2259305 h 4821604"/>
              <a:gd name="connsiteX11298" fmla="*/ 1845074 w 2947832"/>
              <a:gd name="connsiteY11298" fmla="*/ 2258364 h 4821604"/>
              <a:gd name="connsiteX11299" fmla="*/ 1837382 w 2947832"/>
              <a:gd name="connsiteY11299" fmla="*/ 2245021 h 4821604"/>
              <a:gd name="connsiteX11300" fmla="*/ 1837382 w 2947832"/>
              <a:gd name="connsiteY11300" fmla="*/ 2243138 h 4821604"/>
              <a:gd name="connsiteX11301" fmla="*/ 1845074 w 2947832"/>
              <a:gd name="connsiteY11301" fmla="*/ 2229796 h 4821604"/>
              <a:gd name="connsiteX11302" fmla="*/ 1846748 w 2947832"/>
              <a:gd name="connsiteY11302" fmla="*/ 2228854 h 4821604"/>
              <a:gd name="connsiteX11303" fmla="*/ 1598795 w 2947832"/>
              <a:gd name="connsiteY11303" fmla="*/ 2228854 h 4821604"/>
              <a:gd name="connsiteX11304" fmla="*/ 1614230 w 2947832"/>
              <a:gd name="connsiteY11304" fmla="*/ 2228854 h 4821604"/>
              <a:gd name="connsiteX11305" fmla="*/ 1615904 w 2947832"/>
              <a:gd name="connsiteY11305" fmla="*/ 2229796 h 4821604"/>
              <a:gd name="connsiteX11306" fmla="*/ 1623596 w 2947832"/>
              <a:gd name="connsiteY11306" fmla="*/ 2243138 h 4821604"/>
              <a:gd name="connsiteX11307" fmla="*/ 1623596 w 2947832"/>
              <a:gd name="connsiteY11307" fmla="*/ 2245021 h 4821604"/>
              <a:gd name="connsiteX11308" fmla="*/ 1615904 w 2947832"/>
              <a:gd name="connsiteY11308" fmla="*/ 2258364 h 4821604"/>
              <a:gd name="connsiteX11309" fmla="*/ 1614230 w 2947832"/>
              <a:gd name="connsiteY11309" fmla="*/ 2259305 h 4821604"/>
              <a:gd name="connsiteX11310" fmla="*/ 1598795 w 2947832"/>
              <a:gd name="connsiteY11310" fmla="*/ 2259305 h 4821604"/>
              <a:gd name="connsiteX11311" fmla="*/ 1597121 w 2947832"/>
              <a:gd name="connsiteY11311" fmla="*/ 2258364 h 4821604"/>
              <a:gd name="connsiteX11312" fmla="*/ 1589429 w 2947832"/>
              <a:gd name="connsiteY11312" fmla="*/ 2245021 h 4821604"/>
              <a:gd name="connsiteX11313" fmla="*/ 1589429 w 2947832"/>
              <a:gd name="connsiteY11313" fmla="*/ 2243138 h 4821604"/>
              <a:gd name="connsiteX11314" fmla="*/ 1597121 w 2947832"/>
              <a:gd name="connsiteY11314" fmla="*/ 2229796 h 4821604"/>
              <a:gd name="connsiteX11315" fmla="*/ 1598795 w 2947832"/>
              <a:gd name="connsiteY11315" fmla="*/ 2228854 h 4821604"/>
              <a:gd name="connsiteX11316" fmla="*/ 1433144 w 2947832"/>
              <a:gd name="connsiteY11316" fmla="*/ 2228278 h 4821604"/>
              <a:gd name="connsiteX11317" fmla="*/ 1449102 w 2947832"/>
              <a:gd name="connsiteY11317" fmla="*/ 2228278 h 4821604"/>
              <a:gd name="connsiteX11318" fmla="*/ 1450829 w 2947832"/>
              <a:gd name="connsiteY11318" fmla="*/ 2229272 h 4821604"/>
              <a:gd name="connsiteX11319" fmla="*/ 1458834 w 2947832"/>
              <a:gd name="connsiteY11319" fmla="*/ 2243137 h 4821604"/>
              <a:gd name="connsiteX11320" fmla="*/ 1458834 w 2947832"/>
              <a:gd name="connsiteY11320" fmla="*/ 2245126 h 4821604"/>
              <a:gd name="connsiteX11321" fmla="*/ 1450829 w 2947832"/>
              <a:gd name="connsiteY11321" fmla="*/ 2258991 h 4821604"/>
              <a:gd name="connsiteX11322" fmla="*/ 1449102 w 2947832"/>
              <a:gd name="connsiteY11322" fmla="*/ 2259985 h 4821604"/>
              <a:gd name="connsiteX11323" fmla="*/ 1433144 w 2947832"/>
              <a:gd name="connsiteY11323" fmla="*/ 2259985 h 4821604"/>
              <a:gd name="connsiteX11324" fmla="*/ 1431418 w 2947832"/>
              <a:gd name="connsiteY11324" fmla="*/ 2258991 h 4821604"/>
              <a:gd name="connsiteX11325" fmla="*/ 1423412 w 2947832"/>
              <a:gd name="connsiteY11325" fmla="*/ 2245126 h 4821604"/>
              <a:gd name="connsiteX11326" fmla="*/ 1423412 w 2947832"/>
              <a:gd name="connsiteY11326" fmla="*/ 2243137 h 4821604"/>
              <a:gd name="connsiteX11327" fmla="*/ 1431418 w 2947832"/>
              <a:gd name="connsiteY11327" fmla="*/ 2229272 h 4821604"/>
              <a:gd name="connsiteX11328" fmla="*/ 1433144 w 2947832"/>
              <a:gd name="connsiteY11328" fmla="*/ 2228278 h 4821604"/>
              <a:gd name="connsiteX11329" fmla="*/ 358561 w 2947832"/>
              <a:gd name="connsiteY11329" fmla="*/ 2228226 h 4821604"/>
              <a:gd name="connsiteX11330" fmla="*/ 374623 w 2947832"/>
              <a:gd name="connsiteY11330" fmla="*/ 2228226 h 4821604"/>
              <a:gd name="connsiteX11331" fmla="*/ 376350 w 2947832"/>
              <a:gd name="connsiteY11331" fmla="*/ 2229220 h 4821604"/>
              <a:gd name="connsiteX11332" fmla="*/ 384408 w 2947832"/>
              <a:gd name="connsiteY11332" fmla="*/ 2243138 h 4821604"/>
              <a:gd name="connsiteX11333" fmla="*/ 384408 w 2947832"/>
              <a:gd name="connsiteY11333" fmla="*/ 2245126 h 4821604"/>
              <a:gd name="connsiteX11334" fmla="*/ 376350 w 2947832"/>
              <a:gd name="connsiteY11334" fmla="*/ 2259043 h 4821604"/>
              <a:gd name="connsiteX11335" fmla="*/ 374623 w 2947832"/>
              <a:gd name="connsiteY11335" fmla="*/ 2260038 h 4821604"/>
              <a:gd name="connsiteX11336" fmla="*/ 358561 w 2947832"/>
              <a:gd name="connsiteY11336" fmla="*/ 2260038 h 4821604"/>
              <a:gd name="connsiteX11337" fmla="*/ 356834 w 2947832"/>
              <a:gd name="connsiteY11337" fmla="*/ 2259043 h 4821604"/>
              <a:gd name="connsiteX11338" fmla="*/ 348776 w 2947832"/>
              <a:gd name="connsiteY11338" fmla="*/ 2245126 h 4821604"/>
              <a:gd name="connsiteX11339" fmla="*/ 348776 w 2947832"/>
              <a:gd name="connsiteY11339" fmla="*/ 2243138 h 4821604"/>
              <a:gd name="connsiteX11340" fmla="*/ 356834 w 2947832"/>
              <a:gd name="connsiteY11340" fmla="*/ 2229220 h 4821604"/>
              <a:gd name="connsiteX11341" fmla="*/ 358561 w 2947832"/>
              <a:gd name="connsiteY11341" fmla="*/ 2228226 h 4821604"/>
              <a:gd name="connsiteX11342" fmla="*/ 1681045 w 2947832"/>
              <a:gd name="connsiteY11342" fmla="*/ 2228174 h 4821604"/>
              <a:gd name="connsiteX11343" fmla="*/ 1697160 w 2947832"/>
              <a:gd name="connsiteY11343" fmla="*/ 2228174 h 4821604"/>
              <a:gd name="connsiteX11344" fmla="*/ 1698886 w 2947832"/>
              <a:gd name="connsiteY11344" fmla="*/ 2229168 h 4821604"/>
              <a:gd name="connsiteX11345" fmla="*/ 1706944 w 2947832"/>
              <a:gd name="connsiteY11345" fmla="*/ 2243138 h 4821604"/>
              <a:gd name="connsiteX11346" fmla="*/ 1706944 w 2947832"/>
              <a:gd name="connsiteY11346" fmla="*/ 2245126 h 4821604"/>
              <a:gd name="connsiteX11347" fmla="*/ 1698886 w 2947832"/>
              <a:gd name="connsiteY11347" fmla="*/ 2259096 h 4821604"/>
              <a:gd name="connsiteX11348" fmla="*/ 1697160 w 2947832"/>
              <a:gd name="connsiteY11348" fmla="*/ 2260090 h 4821604"/>
              <a:gd name="connsiteX11349" fmla="*/ 1681045 w 2947832"/>
              <a:gd name="connsiteY11349" fmla="*/ 2260090 h 4821604"/>
              <a:gd name="connsiteX11350" fmla="*/ 1679318 w 2947832"/>
              <a:gd name="connsiteY11350" fmla="*/ 2259096 h 4821604"/>
              <a:gd name="connsiteX11351" fmla="*/ 1671260 w 2947832"/>
              <a:gd name="connsiteY11351" fmla="*/ 2245126 h 4821604"/>
              <a:gd name="connsiteX11352" fmla="*/ 1671260 w 2947832"/>
              <a:gd name="connsiteY11352" fmla="*/ 2243138 h 4821604"/>
              <a:gd name="connsiteX11353" fmla="*/ 1679318 w 2947832"/>
              <a:gd name="connsiteY11353" fmla="*/ 2229168 h 4821604"/>
              <a:gd name="connsiteX11354" fmla="*/ 1681045 w 2947832"/>
              <a:gd name="connsiteY11354" fmla="*/ 2228174 h 4821604"/>
              <a:gd name="connsiteX11355" fmla="*/ 441125 w 2947832"/>
              <a:gd name="connsiteY11355" fmla="*/ 2228121 h 4821604"/>
              <a:gd name="connsiteX11356" fmla="*/ 457292 w 2947832"/>
              <a:gd name="connsiteY11356" fmla="*/ 2228121 h 4821604"/>
              <a:gd name="connsiteX11357" fmla="*/ 459019 w 2947832"/>
              <a:gd name="connsiteY11357" fmla="*/ 2229115 h 4821604"/>
              <a:gd name="connsiteX11358" fmla="*/ 467129 w 2947832"/>
              <a:gd name="connsiteY11358" fmla="*/ 2243137 h 4821604"/>
              <a:gd name="connsiteX11359" fmla="*/ 467129 w 2947832"/>
              <a:gd name="connsiteY11359" fmla="*/ 2245126 h 4821604"/>
              <a:gd name="connsiteX11360" fmla="*/ 459019 w 2947832"/>
              <a:gd name="connsiteY11360" fmla="*/ 2259148 h 4821604"/>
              <a:gd name="connsiteX11361" fmla="*/ 457292 w 2947832"/>
              <a:gd name="connsiteY11361" fmla="*/ 2260142 h 4821604"/>
              <a:gd name="connsiteX11362" fmla="*/ 441125 w 2947832"/>
              <a:gd name="connsiteY11362" fmla="*/ 2260142 h 4821604"/>
              <a:gd name="connsiteX11363" fmla="*/ 439398 w 2947832"/>
              <a:gd name="connsiteY11363" fmla="*/ 2259148 h 4821604"/>
              <a:gd name="connsiteX11364" fmla="*/ 431288 w 2947832"/>
              <a:gd name="connsiteY11364" fmla="*/ 2245126 h 4821604"/>
              <a:gd name="connsiteX11365" fmla="*/ 431288 w 2947832"/>
              <a:gd name="connsiteY11365" fmla="*/ 2243137 h 4821604"/>
              <a:gd name="connsiteX11366" fmla="*/ 439398 w 2947832"/>
              <a:gd name="connsiteY11366" fmla="*/ 2229115 h 4821604"/>
              <a:gd name="connsiteX11367" fmla="*/ 441125 w 2947832"/>
              <a:gd name="connsiteY11367" fmla="*/ 2228121 h 4821604"/>
              <a:gd name="connsiteX11368" fmla="*/ 2424850 w 2947832"/>
              <a:gd name="connsiteY11368" fmla="*/ 2227964 h 4821604"/>
              <a:gd name="connsiteX11369" fmla="*/ 2441174 w 2947832"/>
              <a:gd name="connsiteY11369" fmla="*/ 2227964 h 4821604"/>
              <a:gd name="connsiteX11370" fmla="*/ 2442901 w 2947832"/>
              <a:gd name="connsiteY11370" fmla="*/ 2228958 h 4821604"/>
              <a:gd name="connsiteX11371" fmla="*/ 2451063 w 2947832"/>
              <a:gd name="connsiteY11371" fmla="*/ 2243085 h 4821604"/>
              <a:gd name="connsiteX11372" fmla="*/ 2451063 w 2947832"/>
              <a:gd name="connsiteY11372" fmla="*/ 2245126 h 4821604"/>
              <a:gd name="connsiteX11373" fmla="*/ 2442901 w 2947832"/>
              <a:gd name="connsiteY11373" fmla="*/ 2259252 h 4821604"/>
              <a:gd name="connsiteX11374" fmla="*/ 2441174 w 2947832"/>
              <a:gd name="connsiteY11374" fmla="*/ 2260247 h 4821604"/>
              <a:gd name="connsiteX11375" fmla="*/ 2424850 w 2947832"/>
              <a:gd name="connsiteY11375" fmla="*/ 2260247 h 4821604"/>
              <a:gd name="connsiteX11376" fmla="*/ 2423124 w 2947832"/>
              <a:gd name="connsiteY11376" fmla="*/ 2259252 h 4821604"/>
              <a:gd name="connsiteX11377" fmla="*/ 2414961 w 2947832"/>
              <a:gd name="connsiteY11377" fmla="*/ 2245126 h 4821604"/>
              <a:gd name="connsiteX11378" fmla="*/ 2414961 w 2947832"/>
              <a:gd name="connsiteY11378" fmla="*/ 2243085 h 4821604"/>
              <a:gd name="connsiteX11379" fmla="*/ 2423124 w 2947832"/>
              <a:gd name="connsiteY11379" fmla="*/ 2228958 h 4821604"/>
              <a:gd name="connsiteX11380" fmla="*/ 2424850 w 2947832"/>
              <a:gd name="connsiteY11380" fmla="*/ 2227964 h 4821604"/>
              <a:gd name="connsiteX11381" fmla="*/ 2590083 w 2947832"/>
              <a:gd name="connsiteY11381" fmla="*/ 2227703 h 4821604"/>
              <a:gd name="connsiteX11382" fmla="*/ 2606668 w 2947832"/>
              <a:gd name="connsiteY11382" fmla="*/ 2227703 h 4821604"/>
              <a:gd name="connsiteX11383" fmla="*/ 2608448 w 2947832"/>
              <a:gd name="connsiteY11383" fmla="*/ 2228749 h 4821604"/>
              <a:gd name="connsiteX11384" fmla="*/ 2616767 w 2947832"/>
              <a:gd name="connsiteY11384" fmla="*/ 2243138 h 4821604"/>
              <a:gd name="connsiteX11385" fmla="*/ 2616767 w 2947832"/>
              <a:gd name="connsiteY11385" fmla="*/ 2245178 h 4821604"/>
              <a:gd name="connsiteX11386" fmla="*/ 2608448 w 2947832"/>
              <a:gd name="connsiteY11386" fmla="*/ 2259567 h 4821604"/>
              <a:gd name="connsiteX11387" fmla="*/ 2606668 w 2947832"/>
              <a:gd name="connsiteY11387" fmla="*/ 2260613 h 4821604"/>
              <a:gd name="connsiteX11388" fmla="*/ 2590083 w 2947832"/>
              <a:gd name="connsiteY11388" fmla="*/ 2260613 h 4821604"/>
              <a:gd name="connsiteX11389" fmla="*/ 2588303 w 2947832"/>
              <a:gd name="connsiteY11389" fmla="*/ 2259567 h 4821604"/>
              <a:gd name="connsiteX11390" fmla="*/ 2579984 w 2947832"/>
              <a:gd name="connsiteY11390" fmla="*/ 2245178 h 4821604"/>
              <a:gd name="connsiteX11391" fmla="*/ 2579984 w 2947832"/>
              <a:gd name="connsiteY11391" fmla="*/ 2243138 h 4821604"/>
              <a:gd name="connsiteX11392" fmla="*/ 2588303 w 2947832"/>
              <a:gd name="connsiteY11392" fmla="*/ 2228749 h 4821604"/>
              <a:gd name="connsiteX11393" fmla="*/ 2590083 w 2947832"/>
              <a:gd name="connsiteY11393" fmla="*/ 2227703 h 4821604"/>
              <a:gd name="connsiteX11394" fmla="*/ 2507361 w 2947832"/>
              <a:gd name="connsiteY11394" fmla="*/ 2227598 h 4821604"/>
              <a:gd name="connsiteX11395" fmla="*/ 2524052 w 2947832"/>
              <a:gd name="connsiteY11395" fmla="*/ 2227598 h 4821604"/>
              <a:gd name="connsiteX11396" fmla="*/ 2525831 w 2947832"/>
              <a:gd name="connsiteY11396" fmla="*/ 2228644 h 4821604"/>
              <a:gd name="connsiteX11397" fmla="*/ 2534150 w 2947832"/>
              <a:gd name="connsiteY11397" fmla="*/ 2243085 h 4821604"/>
              <a:gd name="connsiteX11398" fmla="*/ 2534150 w 2947832"/>
              <a:gd name="connsiteY11398" fmla="*/ 2245126 h 4821604"/>
              <a:gd name="connsiteX11399" fmla="*/ 2525831 w 2947832"/>
              <a:gd name="connsiteY11399" fmla="*/ 2259567 h 4821604"/>
              <a:gd name="connsiteX11400" fmla="*/ 2524052 w 2947832"/>
              <a:gd name="connsiteY11400" fmla="*/ 2260613 h 4821604"/>
              <a:gd name="connsiteX11401" fmla="*/ 2507361 w 2947832"/>
              <a:gd name="connsiteY11401" fmla="*/ 2260613 h 4821604"/>
              <a:gd name="connsiteX11402" fmla="*/ 2505583 w 2947832"/>
              <a:gd name="connsiteY11402" fmla="*/ 2259567 h 4821604"/>
              <a:gd name="connsiteX11403" fmla="*/ 2497264 w 2947832"/>
              <a:gd name="connsiteY11403" fmla="*/ 2245126 h 4821604"/>
              <a:gd name="connsiteX11404" fmla="*/ 2497264 w 2947832"/>
              <a:gd name="connsiteY11404" fmla="*/ 2243085 h 4821604"/>
              <a:gd name="connsiteX11405" fmla="*/ 2505583 w 2947832"/>
              <a:gd name="connsiteY11405" fmla="*/ 2228644 h 4821604"/>
              <a:gd name="connsiteX11406" fmla="*/ 2507361 w 2947832"/>
              <a:gd name="connsiteY11406" fmla="*/ 2227598 h 4821604"/>
              <a:gd name="connsiteX11407" fmla="*/ 1928684 w 2947832"/>
              <a:gd name="connsiteY11407" fmla="*/ 2227493 h 4821604"/>
              <a:gd name="connsiteX11408" fmla="*/ 1945479 w 2947832"/>
              <a:gd name="connsiteY11408" fmla="*/ 2227493 h 4821604"/>
              <a:gd name="connsiteX11409" fmla="*/ 1947258 w 2947832"/>
              <a:gd name="connsiteY11409" fmla="*/ 2228539 h 4821604"/>
              <a:gd name="connsiteX11410" fmla="*/ 1955630 w 2947832"/>
              <a:gd name="connsiteY11410" fmla="*/ 2243085 h 4821604"/>
              <a:gd name="connsiteX11411" fmla="*/ 1955630 w 2947832"/>
              <a:gd name="connsiteY11411" fmla="*/ 2245178 h 4821604"/>
              <a:gd name="connsiteX11412" fmla="*/ 1947258 w 2947832"/>
              <a:gd name="connsiteY11412" fmla="*/ 2259723 h 4821604"/>
              <a:gd name="connsiteX11413" fmla="*/ 1945479 w 2947832"/>
              <a:gd name="connsiteY11413" fmla="*/ 2260770 h 4821604"/>
              <a:gd name="connsiteX11414" fmla="*/ 1928684 w 2947832"/>
              <a:gd name="connsiteY11414" fmla="*/ 2260770 h 4821604"/>
              <a:gd name="connsiteX11415" fmla="*/ 1926905 w 2947832"/>
              <a:gd name="connsiteY11415" fmla="*/ 2259723 h 4821604"/>
              <a:gd name="connsiteX11416" fmla="*/ 1918533 w 2947832"/>
              <a:gd name="connsiteY11416" fmla="*/ 2245178 h 4821604"/>
              <a:gd name="connsiteX11417" fmla="*/ 1918533 w 2947832"/>
              <a:gd name="connsiteY11417" fmla="*/ 2243085 h 4821604"/>
              <a:gd name="connsiteX11418" fmla="*/ 1926905 w 2947832"/>
              <a:gd name="connsiteY11418" fmla="*/ 2228539 h 4821604"/>
              <a:gd name="connsiteX11419" fmla="*/ 1928684 w 2947832"/>
              <a:gd name="connsiteY11419" fmla="*/ 2227493 h 4821604"/>
              <a:gd name="connsiteX11420" fmla="*/ 605938 w 2947832"/>
              <a:gd name="connsiteY11420" fmla="*/ 2226918 h 4821604"/>
              <a:gd name="connsiteX11421" fmla="*/ 623256 w 2947832"/>
              <a:gd name="connsiteY11421" fmla="*/ 2226918 h 4821604"/>
              <a:gd name="connsiteX11422" fmla="*/ 625140 w 2947832"/>
              <a:gd name="connsiteY11422" fmla="*/ 2228017 h 4821604"/>
              <a:gd name="connsiteX11423" fmla="*/ 633825 w 2947832"/>
              <a:gd name="connsiteY11423" fmla="*/ 2243033 h 4821604"/>
              <a:gd name="connsiteX11424" fmla="*/ 633825 w 2947832"/>
              <a:gd name="connsiteY11424" fmla="*/ 2245178 h 4821604"/>
              <a:gd name="connsiteX11425" fmla="*/ 625140 w 2947832"/>
              <a:gd name="connsiteY11425" fmla="*/ 2260195 h 4821604"/>
              <a:gd name="connsiteX11426" fmla="*/ 623256 w 2947832"/>
              <a:gd name="connsiteY11426" fmla="*/ 2261293 h 4821604"/>
              <a:gd name="connsiteX11427" fmla="*/ 605938 w 2947832"/>
              <a:gd name="connsiteY11427" fmla="*/ 2261293 h 4821604"/>
              <a:gd name="connsiteX11428" fmla="*/ 604054 w 2947832"/>
              <a:gd name="connsiteY11428" fmla="*/ 2260195 h 4821604"/>
              <a:gd name="connsiteX11429" fmla="*/ 595369 w 2947832"/>
              <a:gd name="connsiteY11429" fmla="*/ 2245178 h 4821604"/>
              <a:gd name="connsiteX11430" fmla="*/ 595369 w 2947832"/>
              <a:gd name="connsiteY11430" fmla="*/ 2243033 h 4821604"/>
              <a:gd name="connsiteX11431" fmla="*/ 604054 w 2947832"/>
              <a:gd name="connsiteY11431" fmla="*/ 2228017 h 4821604"/>
              <a:gd name="connsiteX11432" fmla="*/ 605938 w 2947832"/>
              <a:gd name="connsiteY11432" fmla="*/ 2226918 h 4821604"/>
              <a:gd name="connsiteX11433" fmla="*/ 1762771 w 2947832"/>
              <a:gd name="connsiteY11433" fmla="*/ 2226290 h 4821604"/>
              <a:gd name="connsiteX11434" fmla="*/ 1780822 w 2947832"/>
              <a:gd name="connsiteY11434" fmla="*/ 2226290 h 4821604"/>
              <a:gd name="connsiteX11435" fmla="*/ 1782758 w 2947832"/>
              <a:gd name="connsiteY11435" fmla="*/ 2227389 h 4821604"/>
              <a:gd name="connsiteX11436" fmla="*/ 1791757 w 2947832"/>
              <a:gd name="connsiteY11436" fmla="*/ 2243033 h 4821604"/>
              <a:gd name="connsiteX11437" fmla="*/ 1791757 w 2947832"/>
              <a:gd name="connsiteY11437" fmla="*/ 2245283 h 4821604"/>
              <a:gd name="connsiteX11438" fmla="*/ 1782758 w 2947832"/>
              <a:gd name="connsiteY11438" fmla="*/ 2260927 h 4821604"/>
              <a:gd name="connsiteX11439" fmla="*/ 1780822 w 2947832"/>
              <a:gd name="connsiteY11439" fmla="*/ 2262026 h 4821604"/>
              <a:gd name="connsiteX11440" fmla="*/ 1762771 w 2947832"/>
              <a:gd name="connsiteY11440" fmla="*/ 2262026 h 4821604"/>
              <a:gd name="connsiteX11441" fmla="*/ 1760835 w 2947832"/>
              <a:gd name="connsiteY11441" fmla="*/ 2260927 h 4821604"/>
              <a:gd name="connsiteX11442" fmla="*/ 1751836 w 2947832"/>
              <a:gd name="connsiteY11442" fmla="*/ 2245283 h 4821604"/>
              <a:gd name="connsiteX11443" fmla="*/ 1751836 w 2947832"/>
              <a:gd name="connsiteY11443" fmla="*/ 2243033 h 4821604"/>
              <a:gd name="connsiteX11444" fmla="*/ 1760835 w 2947832"/>
              <a:gd name="connsiteY11444" fmla="*/ 2227389 h 4821604"/>
              <a:gd name="connsiteX11445" fmla="*/ 1762771 w 2947832"/>
              <a:gd name="connsiteY11445" fmla="*/ 2226290 h 4821604"/>
              <a:gd name="connsiteX11446" fmla="*/ 2341292 w 2947832"/>
              <a:gd name="connsiteY11446" fmla="*/ 2226081 h 4821604"/>
              <a:gd name="connsiteX11447" fmla="*/ 2359500 w 2947832"/>
              <a:gd name="connsiteY11447" fmla="*/ 2226081 h 4821604"/>
              <a:gd name="connsiteX11448" fmla="*/ 2361436 w 2947832"/>
              <a:gd name="connsiteY11448" fmla="*/ 2227232 h 4821604"/>
              <a:gd name="connsiteX11449" fmla="*/ 2370540 w 2947832"/>
              <a:gd name="connsiteY11449" fmla="*/ 2242981 h 4821604"/>
              <a:gd name="connsiteX11450" fmla="*/ 2370540 w 2947832"/>
              <a:gd name="connsiteY11450" fmla="*/ 2245231 h 4821604"/>
              <a:gd name="connsiteX11451" fmla="*/ 2361436 w 2947832"/>
              <a:gd name="connsiteY11451" fmla="*/ 2260980 h 4821604"/>
              <a:gd name="connsiteX11452" fmla="*/ 2359500 w 2947832"/>
              <a:gd name="connsiteY11452" fmla="*/ 2262131 h 4821604"/>
              <a:gd name="connsiteX11453" fmla="*/ 2341292 w 2947832"/>
              <a:gd name="connsiteY11453" fmla="*/ 2262131 h 4821604"/>
              <a:gd name="connsiteX11454" fmla="*/ 2339356 w 2947832"/>
              <a:gd name="connsiteY11454" fmla="*/ 2260980 h 4821604"/>
              <a:gd name="connsiteX11455" fmla="*/ 2330252 w 2947832"/>
              <a:gd name="connsiteY11455" fmla="*/ 2245231 h 4821604"/>
              <a:gd name="connsiteX11456" fmla="*/ 2330252 w 2947832"/>
              <a:gd name="connsiteY11456" fmla="*/ 2242981 h 4821604"/>
              <a:gd name="connsiteX11457" fmla="*/ 2339356 w 2947832"/>
              <a:gd name="connsiteY11457" fmla="*/ 2227232 h 4821604"/>
              <a:gd name="connsiteX11458" fmla="*/ 2341292 w 2947832"/>
              <a:gd name="connsiteY11458" fmla="*/ 2226081 h 4821604"/>
              <a:gd name="connsiteX11459" fmla="*/ 2258520 w 2947832"/>
              <a:gd name="connsiteY11459" fmla="*/ 2225871 h 4821604"/>
              <a:gd name="connsiteX11460" fmla="*/ 2276989 w 2947832"/>
              <a:gd name="connsiteY11460" fmla="*/ 2225871 h 4821604"/>
              <a:gd name="connsiteX11461" fmla="*/ 2278977 w 2947832"/>
              <a:gd name="connsiteY11461" fmla="*/ 2227022 h 4821604"/>
              <a:gd name="connsiteX11462" fmla="*/ 2288186 w 2947832"/>
              <a:gd name="connsiteY11462" fmla="*/ 2242980 h 4821604"/>
              <a:gd name="connsiteX11463" fmla="*/ 2288186 w 2947832"/>
              <a:gd name="connsiteY11463" fmla="*/ 2245282 h 4821604"/>
              <a:gd name="connsiteX11464" fmla="*/ 2278977 w 2947832"/>
              <a:gd name="connsiteY11464" fmla="*/ 2261241 h 4821604"/>
              <a:gd name="connsiteX11465" fmla="*/ 2276989 w 2947832"/>
              <a:gd name="connsiteY11465" fmla="*/ 2262392 h 4821604"/>
              <a:gd name="connsiteX11466" fmla="*/ 2258520 w 2947832"/>
              <a:gd name="connsiteY11466" fmla="*/ 2262392 h 4821604"/>
              <a:gd name="connsiteX11467" fmla="*/ 2256532 w 2947832"/>
              <a:gd name="connsiteY11467" fmla="*/ 2261241 h 4821604"/>
              <a:gd name="connsiteX11468" fmla="*/ 2247323 w 2947832"/>
              <a:gd name="connsiteY11468" fmla="*/ 2245282 h 4821604"/>
              <a:gd name="connsiteX11469" fmla="*/ 2247323 w 2947832"/>
              <a:gd name="connsiteY11469" fmla="*/ 2242980 h 4821604"/>
              <a:gd name="connsiteX11470" fmla="*/ 2256532 w 2947832"/>
              <a:gd name="connsiteY11470" fmla="*/ 2227022 h 4821604"/>
              <a:gd name="connsiteX11471" fmla="*/ 2258520 w 2947832"/>
              <a:gd name="connsiteY11471" fmla="*/ 2225871 h 4821604"/>
              <a:gd name="connsiteX11472" fmla="*/ 2671547 w 2947832"/>
              <a:gd name="connsiteY11472" fmla="*/ 2225400 h 4821604"/>
              <a:gd name="connsiteX11473" fmla="*/ 2690488 w 2947832"/>
              <a:gd name="connsiteY11473" fmla="*/ 2225400 h 4821604"/>
              <a:gd name="connsiteX11474" fmla="*/ 2692529 w 2947832"/>
              <a:gd name="connsiteY11474" fmla="*/ 2226551 h 4821604"/>
              <a:gd name="connsiteX11475" fmla="*/ 2701999 w 2947832"/>
              <a:gd name="connsiteY11475" fmla="*/ 2242980 h 4821604"/>
              <a:gd name="connsiteX11476" fmla="*/ 2701999 w 2947832"/>
              <a:gd name="connsiteY11476" fmla="*/ 2245335 h 4821604"/>
              <a:gd name="connsiteX11477" fmla="*/ 2692529 w 2947832"/>
              <a:gd name="connsiteY11477" fmla="*/ 2261764 h 4821604"/>
              <a:gd name="connsiteX11478" fmla="*/ 2690488 w 2947832"/>
              <a:gd name="connsiteY11478" fmla="*/ 2262915 h 4821604"/>
              <a:gd name="connsiteX11479" fmla="*/ 2671547 w 2947832"/>
              <a:gd name="connsiteY11479" fmla="*/ 2262915 h 4821604"/>
              <a:gd name="connsiteX11480" fmla="*/ 2669507 w 2947832"/>
              <a:gd name="connsiteY11480" fmla="*/ 2261764 h 4821604"/>
              <a:gd name="connsiteX11481" fmla="*/ 2660037 w 2947832"/>
              <a:gd name="connsiteY11481" fmla="*/ 2245335 h 4821604"/>
              <a:gd name="connsiteX11482" fmla="*/ 2660037 w 2947832"/>
              <a:gd name="connsiteY11482" fmla="*/ 2242980 h 4821604"/>
              <a:gd name="connsiteX11483" fmla="*/ 2669507 w 2947832"/>
              <a:gd name="connsiteY11483" fmla="*/ 2226551 h 4821604"/>
              <a:gd name="connsiteX11484" fmla="*/ 2671547 w 2947832"/>
              <a:gd name="connsiteY11484" fmla="*/ 2225400 h 4821604"/>
              <a:gd name="connsiteX11485" fmla="*/ 2753379 w 2947832"/>
              <a:gd name="connsiteY11485" fmla="*/ 2223779 h 4821604"/>
              <a:gd name="connsiteX11486" fmla="*/ 2773941 w 2947832"/>
              <a:gd name="connsiteY11486" fmla="*/ 2223779 h 4821604"/>
              <a:gd name="connsiteX11487" fmla="*/ 2776139 w 2947832"/>
              <a:gd name="connsiteY11487" fmla="*/ 2225035 h 4821604"/>
              <a:gd name="connsiteX11488" fmla="*/ 2786446 w 2947832"/>
              <a:gd name="connsiteY11488" fmla="*/ 2242824 h 4821604"/>
              <a:gd name="connsiteX11489" fmla="*/ 2786446 w 2947832"/>
              <a:gd name="connsiteY11489" fmla="*/ 2245388 h 4821604"/>
              <a:gd name="connsiteX11490" fmla="*/ 2776139 w 2947832"/>
              <a:gd name="connsiteY11490" fmla="*/ 2263177 h 4821604"/>
              <a:gd name="connsiteX11491" fmla="*/ 2773941 w 2947832"/>
              <a:gd name="connsiteY11491" fmla="*/ 2264433 h 4821604"/>
              <a:gd name="connsiteX11492" fmla="*/ 2753379 w 2947832"/>
              <a:gd name="connsiteY11492" fmla="*/ 2264433 h 4821604"/>
              <a:gd name="connsiteX11493" fmla="*/ 2751181 w 2947832"/>
              <a:gd name="connsiteY11493" fmla="*/ 2263177 h 4821604"/>
              <a:gd name="connsiteX11494" fmla="*/ 2740874 w 2947832"/>
              <a:gd name="connsiteY11494" fmla="*/ 2245388 h 4821604"/>
              <a:gd name="connsiteX11495" fmla="*/ 2740874 w 2947832"/>
              <a:gd name="connsiteY11495" fmla="*/ 2242824 h 4821604"/>
              <a:gd name="connsiteX11496" fmla="*/ 2751181 w 2947832"/>
              <a:gd name="connsiteY11496" fmla="*/ 2225035 h 4821604"/>
              <a:gd name="connsiteX11497" fmla="*/ 2753379 w 2947832"/>
              <a:gd name="connsiteY11497" fmla="*/ 2223779 h 4821604"/>
              <a:gd name="connsiteX11498" fmla="*/ 22027 w 2947832"/>
              <a:gd name="connsiteY11498" fmla="*/ 2216558 h 4821604"/>
              <a:gd name="connsiteX11499" fmla="*/ 49862 w 2947832"/>
              <a:gd name="connsiteY11499" fmla="*/ 2216558 h 4821604"/>
              <a:gd name="connsiteX11500" fmla="*/ 52845 w 2947832"/>
              <a:gd name="connsiteY11500" fmla="*/ 2218285 h 4821604"/>
              <a:gd name="connsiteX11501" fmla="*/ 66762 w 2947832"/>
              <a:gd name="connsiteY11501" fmla="*/ 2242405 h 4821604"/>
              <a:gd name="connsiteX11502" fmla="*/ 66762 w 2947832"/>
              <a:gd name="connsiteY11502" fmla="*/ 2245858 h 4821604"/>
              <a:gd name="connsiteX11503" fmla="*/ 52845 w 2947832"/>
              <a:gd name="connsiteY11503" fmla="*/ 2269979 h 4821604"/>
              <a:gd name="connsiteX11504" fmla="*/ 49862 w 2947832"/>
              <a:gd name="connsiteY11504" fmla="*/ 2271705 h 4821604"/>
              <a:gd name="connsiteX11505" fmla="*/ 22027 w 2947832"/>
              <a:gd name="connsiteY11505" fmla="*/ 2271705 h 4821604"/>
              <a:gd name="connsiteX11506" fmla="*/ 19045 w 2947832"/>
              <a:gd name="connsiteY11506" fmla="*/ 2269979 h 4821604"/>
              <a:gd name="connsiteX11507" fmla="*/ 5127 w 2947832"/>
              <a:gd name="connsiteY11507" fmla="*/ 2245858 h 4821604"/>
              <a:gd name="connsiteX11508" fmla="*/ 5127 w 2947832"/>
              <a:gd name="connsiteY11508" fmla="*/ 2242405 h 4821604"/>
              <a:gd name="connsiteX11509" fmla="*/ 19045 w 2947832"/>
              <a:gd name="connsiteY11509" fmla="*/ 2218285 h 4821604"/>
              <a:gd name="connsiteX11510" fmla="*/ 22027 w 2947832"/>
              <a:gd name="connsiteY11510" fmla="*/ 2216558 h 4821604"/>
              <a:gd name="connsiteX11511" fmla="*/ 103440 w 2947832"/>
              <a:gd name="connsiteY11511" fmla="*/ 2214099 h 4821604"/>
              <a:gd name="connsiteX11512" fmla="*/ 133786 w 2947832"/>
              <a:gd name="connsiteY11512" fmla="*/ 2214099 h 4821604"/>
              <a:gd name="connsiteX11513" fmla="*/ 137030 w 2947832"/>
              <a:gd name="connsiteY11513" fmla="*/ 2215983 h 4821604"/>
              <a:gd name="connsiteX11514" fmla="*/ 152204 w 2947832"/>
              <a:gd name="connsiteY11514" fmla="*/ 2242248 h 4821604"/>
              <a:gd name="connsiteX11515" fmla="*/ 152204 w 2947832"/>
              <a:gd name="connsiteY11515" fmla="*/ 2246015 h 4821604"/>
              <a:gd name="connsiteX11516" fmla="*/ 137030 w 2947832"/>
              <a:gd name="connsiteY11516" fmla="*/ 2272281 h 4821604"/>
              <a:gd name="connsiteX11517" fmla="*/ 133786 w 2947832"/>
              <a:gd name="connsiteY11517" fmla="*/ 2274164 h 4821604"/>
              <a:gd name="connsiteX11518" fmla="*/ 103440 w 2947832"/>
              <a:gd name="connsiteY11518" fmla="*/ 2274164 h 4821604"/>
              <a:gd name="connsiteX11519" fmla="*/ 100196 w 2947832"/>
              <a:gd name="connsiteY11519" fmla="*/ 2272281 h 4821604"/>
              <a:gd name="connsiteX11520" fmla="*/ 85023 w 2947832"/>
              <a:gd name="connsiteY11520" fmla="*/ 2246015 h 4821604"/>
              <a:gd name="connsiteX11521" fmla="*/ 85023 w 2947832"/>
              <a:gd name="connsiteY11521" fmla="*/ 2242248 h 4821604"/>
              <a:gd name="connsiteX11522" fmla="*/ 100196 w 2947832"/>
              <a:gd name="connsiteY11522" fmla="*/ 2215983 h 4821604"/>
              <a:gd name="connsiteX11523" fmla="*/ 103440 w 2947832"/>
              <a:gd name="connsiteY11523" fmla="*/ 2214099 h 4821604"/>
              <a:gd name="connsiteX11524" fmla="*/ 2100194 w 2947832"/>
              <a:gd name="connsiteY11524" fmla="*/ 2157068 h 4821604"/>
              <a:gd name="connsiteX11525" fmla="*/ 2104641 w 2947832"/>
              <a:gd name="connsiteY11525" fmla="*/ 2157068 h 4821604"/>
              <a:gd name="connsiteX11526" fmla="*/ 2105112 w 2947832"/>
              <a:gd name="connsiteY11526" fmla="*/ 2157330 h 4821604"/>
              <a:gd name="connsiteX11527" fmla="*/ 2107310 w 2947832"/>
              <a:gd name="connsiteY11527" fmla="*/ 2161149 h 4821604"/>
              <a:gd name="connsiteX11528" fmla="*/ 2107310 w 2947832"/>
              <a:gd name="connsiteY11528" fmla="*/ 2161672 h 4821604"/>
              <a:gd name="connsiteX11529" fmla="*/ 2105112 w 2947832"/>
              <a:gd name="connsiteY11529" fmla="*/ 2165492 h 4821604"/>
              <a:gd name="connsiteX11530" fmla="*/ 2104641 w 2947832"/>
              <a:gd name="connsiteY11530" fmla="*/ 2165753 h 4821604"/>
              <a:gd name="connsiteX11531" fmla="*/ 2100194 w 2947832"/>
              <a:gd name="connsiteY11531" fmla="*/ 2165753 h 4821604"/>
              <a:gd name="connsiteX11532" fmla="*/ 2099723 w 2947832"/>
              <a:gd name="connsiteY11532" fmla="*/ 2165492 h 4821604"/>
              <a:gd name="connsiteX11533" fmla="*/ 2097526 w 2947832"/>
              <a:gd name="connsiteY11533" fmla="*/ 2161672 h 4821604"/>
              <a:gd name="connsiteX11534" fmla="*/ 2097526 w 2947832"/>
              <a:gd name="connsiteY11534" fmla="*/ 2161149 h 4821604"/>
              <a:gd name="connsiteX11535" fmla="*/ 2099723 w 2947832"/>
              <a:gd name="connsiteY11535" fmla="*/ 2157330 h 4821604"/>
              <a:gd name="connsiteX11536" fmla="*/ 2100194 w 2947832"/>
              <a:gd name="connsiteY11536" fmla="*/ 2157068 h 4821604"/>
              <a:gd name="connsiteX11537" fmla="*/ 1025035 w 2947832"/>
              <a:gd name="connsiteY11537" fmla="*/ 2155917 h 4821604"/>
              <a:gd name="connsiteX11538" fmla="*/ 1030633 w 2947832"/>
              <a:gd name="connsiteY11538" fmla="*/ 2155917 h 4821604"/>
              <a:gd name="connsiteX11539" fmla="*/ 1031209 w 2947832"/>
              <a:gd name="connsiteY11539" fmla="*/ 2156283 h 4821604"/>
              <a:gd name="connsiteX11540" fmla="*/ 1033982 w 2947832"/>
              <a:gd name="connsiteY11540" fmla="*/ 2161149 h 4821604"/>
              <a:gd name="connsiteX11541" fmla="*/ 1033982 w 2947832"/>
              <a:gd name="connsiteY11541" fmla="*/ 2161829 h 4821604"/>
              <a:gd name="connsiteX11542" fmla="*/ 1031209 w 2947832"/>
              <a:gd name="connsiteY11542" fmla="*/ 2166695 h 4821604"/>
              <a:gd name="connsiteX11543" fmla="*/ 1030633 w 2947832"/>
              <a:gd name="connsiteY11543" fmla="*/ 2167062 h 4821604"/>
              <a:gd name="connsiteX11544" fmla="*/ 1025035 w 2947832"/>
              <a:gd name="connsiteY11544" fmla="*/ 2167062 h 4821604"/>
              <a:gd name="connsiteX11545" fmla="*/ 1024459 w 2947832"/>
              <a:gd name="connsiteY11545" fmla="*/ 2166695 h 4821604"/>
              <a:gd name="connsiteX11546" fmla="*/ 1021687 w 2947832"/>
              <a:gd name="connsiteY11546" fmla="*/ 2161829 h 4821604"/>
              <a:gd name="connsiteX11547" fmla="*/ 1021687 w 2947832"/>
              <a:gd name="connsiteY11547" fmla="*/ 2161149 h 4821604"/>
              <a:gd name="connsiteX11548" fmla="*/ 1024459 w 2947832"/>
              <a:gd name="connsiteY11548" fmla="*/ 2156283 h 4821604"/>
              <a:gd name="connsiteX11549" fmla="*/ 1025035 w 2947832"/>
              <a:gd name="connsiteY11549" fmla="*/ 2155917 h 4821604"/>
              <a:gd name="connsiteX11550" fmla="*/ 940483 w 2947832"/>
              <a:gd name="connsiteY11550" fmla="*/ 2152202 h 4821604"/>
              <a:gd name="connsiteX11551" fmla="*/ 949849 w 2947832"/>
              <a:gd name="connsiteY11551" fmla="*/ 2152202 h 4821604"/>
              <a:gd name="connsiteX11552" fmla="*/ 950843 w 2947832"/>
              <a:gd name="connsiteY11552" fmla="*/ 2152777 h 4821604"/>
              <a:gd name="connsiteX11553" fmla="*/ 955552 w 2947832"/>
              <a:gd name="connsiteY11553" fmla="*/ 2160887 h 4821604"/>
              <a:gd name="connsiteX11554" fmla="*/ 955552 w 2947832"/>
              <a:gd name="connsiteY11554" fmla="*/ 2162039 h 4821604"/>
              <a:gd name="connsiteX11555" fmla="*/ 950843 w 2947832"/>
              <a:gd name="connsiteY11555" fmla="*/ 2170148 h 4821604"/>
              <a:gd name="connsiteX11556" fmla="*/ 949849 w 2947832"/>
              <a:gd name="connsiteY11556" fmla="*/ 2170724 h 4821604"/>
              <a:gd name="connsiteX11557" fmla="*/ 940483 w 2947832"/>
              <a:gd name="connsiteY11557" fmla="*/ 2170724 h 4821604"/>
              <a:gd name="connsiteX11558" fmla="*/ 939489 w 2947832"/>
              <a:gd name="connsiteY11558" fmla="*/ 2170148 h 4821604"/>
              <a:gd name="connsiteX11559" fmla="*/ 934780 w 2947832"/>
              <a:gd name="connsiteY11559" fmla="*/ 2162039 h 4821604"/>
              <a:gd name="connsiteX11560" fmla="*/ 934780 w 2947832"/>
              <a:gd name="connsiteY11560" fmla="*/ 2160887 h 4821604"/>
              <a:gd name="connsiteX11561" fmla="*/ 939489 w 2947832"/>
              <a:gd name="connsiteY11561" fmla="*/ 2152777 h 4821604"/>
              <a:gd name="connsiteX11562" fmla="*/ 940483 w 2947832"/>
              <a:gd name="connsiteY11562" fmla="*/ 2152202 h 4821604"/>
              <a:gd name="connsiteX11563" fmla="*/ 856297 w 2947832"/>
              <a:gd name="connsiteY11563" fmla="*/ 2149063 h 4821604"/>
              <a:gd name="connsiteX11564" fmla="*/ 868802 w 2947832"/>
              <a:gd name="connsiteY11564" fmla="*/ 2149063 h 4821604"/>
              <a:gd name="connsiteX11565" fmla="*/ 870162 w 2947832"/>
              <a:gd name="connsiteY11565" fmla="*/ 2149848 h 4821604"/>
              <a:gd name="connsiteX11566" fmla="*/ 876389 w 2947832"/>
              <a:gd name="connsiteY11566" fmla="*/ 2160678 h 4821604"/>
              <a:gd name="connsiteX11567" fmla="*/ 876389 w 2947832"/>
              <a:gd name="connsiteY11567" fmla="*/ 2162248 h 4821604"/>
              <a:gd name="connsiteX11568" fmla="*/ 870162 w 2947832"/>
              <a:gd name="connsiteY11568" fmla="*/ 2173079 h 4821604"/>
              <a:gd name="connsiteX11569" fmla="*/ 868802 w 2947832"/>
              <a:gd name="connsiteY11569" fmla="*/ 2173863 h 4821604"/>
              <a:gd name="connsiteX11570" fmla="*/ 856297 w 2947832"/>
              <a:gd name="connsiteY11570" fmla="*/ 2173863 h 4821604"/>
              <a:gd name="connsiteX11571" fmla="*/ 854936 w 2947832"/>
              <a:gd name="connsiteY11571" fmla="*/ 2173079 h 4821604"/>
              <a:gd name="connsiteX11572" fmla="*/ 848710 w 2947832"/>
              <a:gd name="connsiteY11572" fmla="*/ 2162248 h 4821604"/>
              <a:gd name="connsiteX11573" fmla="*/ 848710 w 2947832"/>
              <a:gd name="connsiteY11573" fmla="*/ 2160678 h 4821604"/>
              <a:gd name="connsiteX11574" fmla="*/ 854936 w 2947832"/>
              <a:gd name="connsiteY11574" fmla="*/ 2149848 h 4821604"/>
              <a:gd name="connsiteX11575" fmla="*/ 856297 w 2947832"/>
              <a:gd name="connsiteY11575" fmla="*/ 2149063 h 4821604"/>
              <a:gd name="connsiteX11576" fmla="*/ 2674634 w 2947832"/>
              <a:gd name="connsiteY11576" fmla="*/ 2148854 h 4821604"/>
              <a:gd name="connsiteX11577" fmla="*/ 2687401 w 2947832"/>
              <a:gd name="connsiteY11577" fmla="*/ 2148854 h 4821604"/>
              <a:gd name="connsiteX11578" fmla="*/ 2688762 w 2947832"/>
              <a:gd name="connsiteY11578" fmla="*/ 2149639 h 4821604"/>
              <a:gd name="connsiteX11579" fmla="*/ 2695145 w 2947832"/>
              <a:gd name="connsiteY11579" fmla="*/ 2160679 h 4821604"/>
              <a:gd name="connsiteX11580" fmla="*/ 2695145 w 2947832"/>
              <a:gd name="connsiteY11580" fmla="*/ 2162248 h 4821604"/>
              <a:gd name="connsiteX11581" fmla="*/ 2688762 w 2947832"/>
              <a:gd name="connsiteY11581" fmla="*/ 2173288 h 4821604"/>
              <a:gd name="connsiteX11582" fmla="*/ 2687401 w 2947832"/>
              <a:gd name="connsiteY11582" fmla="*/ 2174073 h 4821604"/>
              <a:gd name="connsiteX11583" fmla="*/ 2674634 w 2947832"/>
              <a:gd name="connsiteY11583" fmla="*/ 2174073 h 4821604"/>
              <a:gd name="connsiteX11584" fmla="*/ 2673274 w 2947832"/>
              <a:gd name="connsiteY11584" fmla="*/ 2173288 h 4821604"/>
              <a:gd name="connsiteX11585" fmla="*/ 2666891 w 2947832"/>
              <a:gd name="connsiteY11585" fmla="*/ 2162248 h 4821604"/>
              <a:gd name="connsiteX11586" fmla="*/ 2666891 w 2947832"/>
              <a:gd name="connsiteY11586" fmla="*/ 2160679 h 4821604"/>
              <a:gd name="connsiteX11587" fmla="*/ 2673274 w 2947832"/>
              <a:gd name="connsiteY11587" fmla="*/ 2149639 h 4821604"/>
              <a:gd name="connsiteX11588" fmla="*/ 2674634 w 2947832"/>
              <a:gd name="connsiteY11588" fmla="*/ 2148854 h 4821604"/>
              <a:gd name="connsiteX11589" fmla="*/ 1269325 w 2947832"/>
              <a:gd name="connsiteY11589" fmla="*/ 2148540 h 4821604"/>
              <a:gd name="connsiteX11590" fmla="*/ 1282406 w 2947832"/>
              <a:gd name="connsiteY11590" fmla="*/ 2148540 h 4821604"/>
              <a:gd name="connsiteX11591" fmla="*/ 1283818 w 2947832"/>
              <a:gd name="connsiteY11591" fmla="*/ 2149325 h 4821604"/>
              <a:gd name="connsiteX11592" fmla="*/ 1290359 w 2947832"/>
              <a:gd name="connsiteY11592" fmla="*/ 2160626 h 4821604"/>
              <a:gd name="connsiteX11593" fmla="*/ 1290359 w 2947832"/>
              <a:gd name="connsiteY11593" fmla="*/ 2162248 h 4821604"/>
              <a:gd name="connsiteX11594" fmla="*/ 1283818 w 2947832"/>
              <a:gd name="connsiteY11594" fmla="*/ 2173550 h 4821604"/>
              <a:gd name="connsiteX11595" fmla="*/ 1282406 w 2947832"/>
              <a:gd name="connsiteY11595" fmla="*/ 2174335 h 4821604"/>
              <a:gd name="connsiteX11596" fmla="*/ 1269325 w 2947832"/>
              <a:gd name="connsiteY11596" fmla="*/ 2174335 h 4821604"/>
              <a:gd name="connsiteX11597" fmla="*/ 1267913 w 2947832"/>
              <a:gd name="connsiteY11597" fmla="*/ 2173550 h 4821604"/>
              <a:gd name="connsiteX11598" fmla="*/ 1261372 w 2947832"/>
              <a:gd name="connsiteY11598" fmla="*/ 2162248 h 4821604"/>
              <a:gd name="connsiteX11599" fmla="*/ 1261372 w 2947832"/>
              <a:gd name="connsiteY11599" fmla="*/ 2160626 h 4821604"/>
              <a:gd name="connsiteX11600" fmla="*/ 1267913 w 2947832"/>
              <a:gd name="connsiteY11600" fmla="*/ 2149325 h 4821604"/>
              <a:gd name="connsiteX11601" fmla="*/ 1269325 w 2947832"/>
              <a:gd name="connsiteY11601" fmla="*/ 2148540 h 4821604"/>
              <a:gd name="connsiteX11602" fmla="*/ 1103937 w 2947832"/>
              <a:gd name="connsiteY11602" fmla="*/ 2148435 h 4821604"/>
              <a:gd name="connsiteX11603" fmla="*/ 1117122 w 2947832"/>
              <a:gd name="connsiteY11603" fmla="*/ 2148435 h 4821604"/>
              <a:gd name="connsiteX11604" fmla="*/ 1118534 w 2947832"/>
              <a:gd name="connsiteY11604" fmla="*/ 2149272 h 4821604"/>
              <a:gd name="connsiteX11605" fmla="*/ 1125127 w 2947832"/>
              <a:gd name="connsiteY11605" fmla="*/ 2160678 h 4821604"/>
              <a:gd name="connsiteX11606" fmla="*/ 1125127 w 2947832"/>
              <a:gd name="connsiteY11606" fmla="*/ 2162300 h 4821604"/>
              <a:gd name="connsiteX11607" fmla="*/ 1118534 w 2947832"/>
              <a:gd name="connsiteY11607" fmla="*/ 2173706 h 4821604"/>
              <a:gd name="connsiteX11608" fmla="*/ 1117122 w 2947832"/>
              <a:gd name="connsiteY11608" fmla="*/ 2174543 h 4821604"/>
              <a:gd name="connsiteX11609" fmla="*/ 1103937 w 2947832"/>
              <a:gd name="connsiteY11609" fmla="*/ 2174543 h 4821604"/>
              <a:gd name="connsiteX11610" fmla="*/ 1102524 w 2947832"/>
              <a:gd name="connsiteY11610" fmla="*/ 2173706 h 4821604"/>
              <a:gd name="connsiteX11611" fmla="*/ 1095931 w 2947832"/>
              <a:gd name="connsiteY11611" fmla="*/ 2162300 h 4821604"/>
              <a:gd name="connsiteX11612" fmla="*/ 1095931 w 2947832"/>
              <a:gd name="connsiteY11612" fmla="*/ 2160678 h 4821604"/>
              <a:gd name="connsiteX11613" fmla="*/ 1102524 w 2947832"/>
              <a:gd name="connsiteY11613" fmla="*/ 2149272 h 4821604"/>
              <a:gd name="connsiteX11614" fmla="*/ 1103937 w 2947832"/>
              <a:gd name="connsiteY11614" fmla="*/ 2148435 h 4821604"/>
              <a:gd name="connsiteX11615" fmla="*/ 2756989 w 2947832"/>
              <a:gd name="connsiteY11615" fmla="*/ 2148121 h 4821604"/>
              <a:gd name="connsiteX11616" fmla="*/ 2770436 w 2947832"/>
              <a:gd name="connsiteY11616" fmla="*/ 2148121 h 4821604"/>
              <a:gd name="connsiteX11617" fmla="*/ 2771901 w 2947832"/>
              <a:gd name="connsiteY11617" fmla="*/ 2148958 h 4821604"/>
              <a:gd name="connsiteX11618" fmla="*/ 2778650 w 2947832"/>
              <a:gd name="connsiteY11618" fmla="*/ 2160626 h 4821604"/>
              <a:gd name="connsiteX11619" fmla="*/ 2778650 w 2947832"/>
              <a:gd name="connsiteY11619" fmla="*/ 2162300 h 4821604"/>
              <a:gd name="connsiteX11620" fmla="*/ 2771901 w 2947832"/>
              <a:gd name="connsiteY11620" fmla="*/ 2173968 h 4821604"/>
              <a:gd name="connsiteX11621" fmla="*/ 2770436 w 2947832"/>
              <a:gd name="connsiteY11621" fmla="*/ 2174805 h 4821604"/>
              <a:gd name="connsiteX11622" fmla="*/ 2756989 w 2947832"/>
              <a:gd name="connsiteY11622" fmla="*/ 2174805 h 4821604"/>
              <a:gd name="connsiteX11623" fmla="*/ 2755524 w 2947832"/>
              <a:gd name="connsiteY11623" fmla="*/ 2173968 h 4821604"/>
              <a:gd name="connsiteX11624" fmla="*/ 2748774 w 2947832"/>
              <a:gd name="connsiteY11624" fmla="*/ 2162300 h 4821604"/>
              <a:gd name="connsiteX11625" fmla="*/ 2748774 w 2947832"/>
              <a:gd name="connsiteY11625" fmla="*/ 2160626 h 4821604"/>
              <a:gd name="connsiteX11626" fmla="*/ 2755524 w 2947832"/>
              <a:gd name="connsiteY11626" fmla="*/ 2148958 h 4821604"/>
              <a:gd name="connsiteX11627" fmla="*/ 2756989 w 2947832"/>
              <a:gd name="connsiteY11627" fmla="*/ 2148121 h 4821604"/>
              <a:gd name="connsiteX11628" fmla="*/ 1186448 w 2947832"/>
              <a:gd name="connsiteY11628" fmla="*/ 2148069 h 4821604"/>
              <a:gd name="connsiteX11629" fmla="*/ 1199946 w 2947832"/>
              <a:gd name="connsiteY11629" fmla="*/ 2148069 h 4821604"/>
              <a:gd name="connsiteX11630" fmla="*/ 1201412 w 2947832"/>
              <a:gd name="connsiteY11630" fmla="*/ 2148906 h 4821604"/>
              <a:gd name="connsiteX11631" fmla="*/ 1208161 w 2947832"/>
              <a:gd name="connsiteY11631" fmla="*/ 2160626 h 4821604"/>
              <a:gd name="connsiteX11632" fmla="*/ 1208161 w 2947832"/>
              <a:gd name="connsiteY11632" fmla="*/ 2162301 h 4821604"/>
              <a:gd name="connsiteX11633" fmla="*/ 1201412 w 2947832"/>
              <a:gd name="connsiteY11633" fmla="*/ 2174021 h 4821604"/>
              <a:gd name="connsiteX11634" fmla="*/ 1199946 w 2947832"/>
              <a:gd name="connsiteY11634" fmla="*/ 2174858 h 4821604"/>
              <a:gd name="connsiteX11635" fmla="*/ 1186448 w 2947832"/>
              <a:gd name="connsiteY11635" fmla="*/ 2174858 h 4821604"/>
              <a:gd name="connsiteX11636" fmla="*/ 1184983 w 2947832"/>
              <a:gd name="connsiteY11636" fmla="*/ 2174021 h 4821604"/>
              <a:gd name="connsiteX11637" fmla="*/ 1178233 w 2947832"/>
              <a:gd name="connsiteY11637" fmla="*/ 2162301 h 4821604"/>
              <a:gd name="connsiteX11638" fmla="*/ 1178233 w 2947832"/>
              <a:gd name="connsiteY11638" fmla="*/ 2160626 h 4821604"/>
              <a:gd name="connsiteX11639" fmla="*/ 1184983 w 2947832"/>
              <a:gd name="connsiteY11639" fmla="*/ 2148906 h 4821604"/>
              <a:gd name="connsiteX11640" fmla="*/ 1186448 w 2947832"/>
              <a:gd name="connsiteY11640" fmla="*/ 2148069 h 4821604"/>
              <a:gd name="connsiteX11641" fmla="*/ 1351679 w 2947832"/>
              <a:gd name="connsiteY11641" fmla="*/ 2148017 h 4821604"/>
              <a:gd name="connsiteX11642" fmla="*/ 1365283 w 2947832"/>
              <a:gd name="connsiteY11642" fmla="*/ 2148017 h 4821604"/>
              <a:gd name="connsiteX11643" fmla="*/ 1366748 w 2947832"/>
              <a:gd name="connsiteY11643" fmla="*/ 2148854 h 4821604"/>
              <a:gd name="connsiteX11644" fmla="*/ 1373550 w 2947832"/>
              <a:gd name="connsiteY11644" fmla="*/ 2160627 h 4821604"/>
              <a:gd name="connsiteX11645" fmla="*/ 1373550 w 2947832"/>
              <a:gd name="connsiteY11645" fmla="*/ 2162301 h 4821604"/>
              <a:gd name="connsiteX11646" fmla="*/ 1366748 w 2947832"/>
              <a:gd name="connsiteY11646" fmla="*/ 2174073 h 4821604"/>
              <a:gd name="connsiteX11647" fmla="*/ 1365283 w 2947832"/>
              <a:gd name="connsiteY11647" fmla="*/ 2174910 h 4821604"/>
              <a:gd name="connsiteX11648" fmla="*/ 1351679 w 2947832"/>
              <a:gd name="connsiteY11648" fmla="*/ 2174910 h 4821604"/>
              <a:gd name="connsiteX11649" fmla="*/ 1350214 w 2947832"/>
              <a:gd name="connsiteY11649" fmla="*/ 2174073 h 4821604"/>
              <a:gd name="connsiteX11650" fmla="*/ 1343412 w 2947832"/>
              <a:gd name="connsiteY11650" fmla="*/ 2162301 h 4821604"/>
              <a:gd name="connsiteX11651" fmla="*/ 1343412 w 2947832"/>
              <a:gd name="connsiteY11651" fmla="*/ 2160627 h 4821604"/>
              <a:gd name="connsiteX11652" fmla="*/ 1350214 w 2947832"/>
              <a:gd name="connsiteY11652" fmla="*/ 2148854 h 4821604"/>
              <a:gd name="connsiteX11653" fmla="*/ 1351679 w 2947832"/>
              <a:gd name="connsiteY11653" fmla="*/ 2148017 h 4821604"/>
              <a:gd name="connsiteX11654" fmla="*/ 1682300 w 2947832"/>
              <a:gd name="connsiteY11654" fmla="*/ 2147964 h 4821604"/>
              <a:gd name="connsiteX11655" fmla="*/ 1695956 w 2947832"/>
              <a:gd name="connsiteY11655" fmla="*/ 2147964 h 4821604"/>
              <a:gd name="connsiteX11656" fmla="*/ 1697421 w 2947832"/>
              <a:gd name="connsiteY11656" fmla="*/ 2148801 h 4821604"/>
              <a:gd name="connsiteX11657" fmla="*/ 1704275 w 2947832"/>
              <a:gd name="connsiteY11657" fmla="*/ 2160626 h 4821604"/>
              <a:gd name="connsiteX11658" fmla="*/ 1704275 w 2947832"/>
              <a:gd name="connsiteY11658" fmla="*/ 2162300 h 4821604"/>
              <a:gd name="connsiteX11659" fmla="*/ 1697421 w 2947832"/>
              <a:gd name="connsiteY11659" fmla="*/ 2174125 h 4821604"/>
              <a:gd name="connsiteX11660" fmla="*/ 1695956 w 2947832"/>
              <a:gd name="connsiteY11660" fmla="*/ 2174962 h 4821604"/>
              <a:gd name="connsiteX11661" fmla="*/ 1682300 w 2947832"/>
              <a:gd name="connsiteY11661" fmla="*/ 2174962 h 4821604"/>
              <a:gd name="connsiteX11662" fmla="*/ 1680835 w 2947832"/>
              <a:gd name="connsiteY11662" fmla="*/ 2174125 h 4821604"/>
              <a:gd name="connsiteX11663" fmla="*/ 1673981 w 2947832"/>
              <a:gd name="connsiteY11663" fmla="*/ 2162300 h 4821604"/>
              <a:gd name="connsiteX11664" fmla="*/ 1673981 w 2947832"/>
              <a:gd name="connsiteY11664" fmla="*/ 2160626 h 4821604"/>
              <a:gd name="connsiteX11665" fmla="*/ 1680835 w 2947832"/>
              <a:gd name="connsiteY11665" fmla="*/ 2148801 h 4821604"/>
              <a:gd name="connsiteX11666" fmla="*/ 1682300 w 2947832"/>
              <a:gd name="connsiteY11666" fmla="*/ 2147964 h 4821604"/>
              <a:gd name="connsiteX11667" fmla="*/ 1599632 w 2947832"/>
              <a:gd name="connsiteY11667" fmla="*/ 2147964 h 4821604"/>
              <a:gd name="connsiteX11668" fmla="*/ 1613288 w 2947832"/>
              <a:gd name="connsiteY11668" fmla="*/ 2147964 h 4821604"/>
              <a:gd name="connsiteX11669" fmla="*/ 1614753 w 2947832"/>
              <a:gd name="connsiteY11669" fmla="*/ 2148801 h 4821604"/>
              <a:gd name="connsiteX11670" fmla="*/ 1621608 w 2947832"/>
              <a:gd name="connsiteY11670" fmla="*/ 2160626 h 4821604"/>
              <a:gd name="connsiteX11671" fmla="*/ 1621608 w 2947832"/>
              <a:gd name="connsiteY11671" fmla="*/ 2162300 h 4821604"/>
              <a:gd name="connsiteX11672" fmla="*/ 1614753 w 2947832"/>
              <a:gd name="connsiteY11672" fmla="*/ 2174125 h 4821604"/>
              <a:gd name="connsiteX11673" fmla="*/ 1613288 w 2947832"/>
              <a:gd name="connsiteY11673" fmla="*/ 2174962 h 4821604"/>
              <a:gd name="connsiteX11674" fmla="*/ 1599632 w 2947832"/>
              <a:gd name="connsiteY11674" fmla="*/ 2174962 h 4821604"/>
              <a:gd name="connsiteX11675" fmla="*/ 1598168 w 2947832"/>
              <a:gd name="connsiteY11675" fmla="*/ 2174125 h 4821604"/>
              <a:gd name="connsiteX11676" fmla="*/ 1591313 w 2947832"/>
              <a:gd name="connsiteY11676" fmla="*/ 2162300 h 4821604"/>
              <a:gd name="connsiteX11677" fmla="*/ 1591313 w 2947832"/>
              <a:gd name="connsiteY11677" fmla="*/ 2160626 h 4821604"/>
              <a:gd name="connsiteX11678" fmla="*/ 1598168 w 2947832"/>
              <a:gd name="connsiteY11678" fmla="*/ 2148801 h 4821604"/>
              <a:gd name="connsiteX11679" fmla="*/ 1599632 w 2947832"/>
              <a:gd name="connsiteY11679" fmla="*/ 2147964 h 4821604"/>
              <a:gd name="connsiteX11680" fmla="*/ 194375 w 2947832"/>
              <a:gd name="connsiteY11680" fmla="*/ 2147860 h 4821604"/>
              <a:gd name="connsiteX11681" fmla="*/ 208135 w 2947832"/>
              <a:gd name="connsiteY11681" fmla="*/ 2147860 h 4821604"/>
              <a:gd name="connsiteX11682" fmla="*/ 209600 w 2947832"/>
              <a:gd name="connsiteY11682" fmla="*/ 2148697 h 4821604"/>
              <a:gd name="connsiteX11683" fmla="*/ 216507 w 2947832"/>
              <a:gd name="connsiteY11683" fmla="*/ 2160627 h 4821604"/>
              <a:gd name="connsiteX11684" fmla="*/ 216507 w 2947832"/>
              <a:gd name="connsiteY11684" fmla="*/ 2162353 h 4821604"/>
              <a:gd name="connsiteX11685" fmla="*/ 209600 w 2947832"/>
              <a:gd name="connsiteY11685" fmla="*/ 2174283 h 4821604"/>
              <a:gd name="connsiteX11686" fmla="*/ 208135 w 2947832"/>
              <a:gd name="connsiteY11686" fmla="*/ 2175120 h 4821604"/>
              <a:gd name="connsiteX11687" fmla="*/ 194375 w 2947832"/>
              <a:gd name="connsiteY11687" fmla="*/ 2175120 h 4821604"/>
              <a:gd name="connsiteX11688" fmla="*/ 192910 w 2947832"/>
              <a:gd name="connsiteY11688" fmla="*/ 2174283 h 4821604"/>
              <a:gd name="connsiteX11689" fmla="*/ 186003 w 2947832"/>
              <a:gd name="connsiteY11689" fmla="*/ 2162353 h 4821604"/>
              <a:gd name="connsiteX11690" fmla="*/ 186003 w 2947832"/>
              <a:gd name="connsiteY11690" fmla="*/ 2160627 h 4821604"/>
              <a:gd name="connsiteX11691" fmla="*/ 192910 w 2947832"/>
              <a:gd name="connsiteY11691" fmla="*/ 2148697 h 4821604"/>
              <a:gd name="connsiteX11692" fmla="*/ 194375 w 2947832"/>
              <a:gd name="connsiteY11692" fmla="*/ 2147860 h 4821604"/>
              <a:gd name="connsiteX11693" fmla="*/ 690228 w 2947832"/>
              <a:gd name="connsiteY11693" fmla="*/ 2147703 h 4821604"/>
              <a:gd name="connsiteX11694" fmla="*/ 704146 w 2947832"/>
              <a:gd name="connsiteY11694" fmla="*/ 2147703 h 4821604"/>
              <a:gd name="connsiteX11695" fmla="*/ 705610 w 2947832"/>
              <a:gd name="connsiteY11695" fmla="*/ 2148540 h 4821604"/>
              <a:gd name="connsiteX11696" fmla="*/ 712569 w 2947832"/>
              <a:gd name="connsiteY11696" fmla="*/ 2160574 h 4821604"/>
              <a:gd name="connsiteX11697" fmla="*/ 712569 w 2947832"/>
              <a:gd name="connsiteY11697" fmla="*/ 2162301 h 4821604"/>
              <a:gd name="connsiteX11698" fmla="*/ 705610 w 2947832"/>
              <a:gd name="connsiteY11698" fmla="*/ 2174335 h 4821604"/>
              <a:gd name="connsiteX11699" fmla="*/ 704146 w 2947832"/>
              <a:gd name="connsiteY11699" fmla="*/ 2175172 h 4821604"/>
              <a:gd name="connsiteX11700" fmla="*/ 690228 w 2947832"/>
              <a:gd name="connsiteY11700" fmla="*/ 2175172 h 4821604"/>
              <a:gd name="connsiteX11701" fmla="*/ 688763 w 2947832"/>
              <a:gd name="connsiteY11701" fmla="*/ 2174335 h 4821604"/>
              <a:gd name="connsiteX11702" fmla="*/ 681804 w 2947832"/>
              <a:gd name="connsiteY11702" fmla="*/ 2162301 h 4821604"/>
              <a:gd name="connsiteX11703" fmla="*/ 681804 w 2947832"/>
              <a:gd name="connsiteY11703" fmla="*/ 2160574 h 4821604"/>
              <a:gd name="connsiteX11704" fmla="*/ 688763 w 2947832"/>
              <a:gd name="connsiteY11704" fmla="*/ 2148540 h 4821604"/>
              <a:gd name="connsiteX11705" fmla="*/ 690228 w 2947832"/>
              <a:gd name="connsiteY11705" fmla="*/ 2147703 h 4821604"/>
              <a:gd name="connsiteX11706" fmla="*/ 1516650 w 2947832"/>
              <a:gd name="connsiteY11706" fmla="*/ 2147284 h 4821604"/>
              <a:gd name="connsiteX11707" fmla="*/ 1530986 w 2947832"/>
              <a:gd name="connsiteY11707" fmla="*/ 2147284 h 4821604"/>
              <a:gd name="connsiteX11708" fmla="*/ 1532503 w 2947832"/>
              <a:gd name="connsiteY11708" fmla="*/ 2148173 h 4821604"/>
              <a:gd name="connsiteX11709" fmla="*/ 1539671 w 2947832"/>
              <a:gd name="connsiteY11709" fmla="*/ 2160574 h 4821604"/>
              <a:gd name="connsiteX11710" fmla="*/ 1539671 w 2947832"/>
              <a:gd name="connsiteY11710" fmla="*/ 2162353 h 4821604"/>
              <a:gd name="connsiteX11711" fmla="*/ 1532503 w 2947832"/>
              <a:gd name="connsiteY11711" fmla="*/ 2174753 h 4821604"/>
              <a:gd name="connsiteX11712" fmla="*/ 1530986 w 2947832"/>
              <a:gd name="connsiteY11712" fmla="*/ 2175642 h 4821604"/>
              <a:gd name="connsiteX11713" fmla="*/ 1516650 w 2947832"/>
              <a:gd name="connsiteY11713" fmla="*/ 2175642 h 4821604"/>
              <a:gd name="connsiteX11714" fmla="*/ 1515133 w 2947832"/>
              <a:gd name="connsiteY11714" fmla="*/ 2174753 h 4821604"/>
              <a:gd name="connsiteX11715" fmla="*/ 1507964 w 2947832"/>
              <a:gd name="connsiteY11715" fmla="*/ 2162353 h 4821604"/>
              <a:gd name="connsiteX11716" fmla="*/ 1507964 w 2947832"/>
              <a:gd name="connsiteY11716" fmla="*/ 2160574 h 4821604"/>
              <a:gd name="connsiteX11717" fmla="*/ 1515133 w 2947832"/>
              <a:gd name="connsiteY11717" fmla="*/ 2148173 h 4821604"/>
              <a:gd name="connsiteX11718" fmla="*/ 1516650 w 2947832"/>
              <a:gd name="connsiteY11718" fmla="*/ 2147284 h 4821604"/>
              <a:gd name="connsiteX11719" fmla="*/ 1433982 w 2947832"/>
              <a:gd name="connsiteY11719" fmla="*/ 2147284 h 4821604"/>
              <a:gd name="connsiteX11720" fmla="*/ 1448318 w 2947832"/>
              <a:gd name="connsiteY11720" fmla="*/ 2147284 h 4821604"/>
              <a:gd name="connsiteX11721" fmla="*/ 1449835 w 2947832"/>
              <a:gd name="connsiteY11721" fmla="*/ 2148173 h 4821604"/>
              <a:gd name="connsiteX11722" fmla="*/ 1457003 w 2947832"/>
              <a:gd name="connsiteY11722" fmla="*/ 2160574 h 4821604"/>
              <a:gd name="connsiteX11723" fmla="*/ 1457003 w 2947832"/>
              <a:gd name="connsiteY11723" fmla="*/ 2162353 h 4821604"/>
              <a:gd name="connsiteX11724" fmla="*/ 1449835 w 2947832"/>
              <a:gd name="connsiteY11724" fmla="*/ 2174753 h 4821604"/>
              <a:gd name="connsiteX11725" fmla="*/ 1448318 w 2947832"/>
              <a:gd name="connsiteY11725" fmla="*/ 2175642 h 4821604"/>
              <a:gd name="connsiteX11726" fmla="*/ 1433982 w 2947832"/>
              <a:gd name="connsiteY11726" fmla="*/ 2175642 h 4821604"/>
              <a:gd name="connsiteX11727" fmla="*/ 1432464 w 2947832"/>
              <a:gd name="connsiteY11727" fmla="*/ 2174753 h 4821604"/>
              <a:gd name="connsiteX11728" fmla="*/ 1425296 w 2947832"/>
              <a:gd name="connsiteY11728" fmla="*/ 2162353 h 4821604"/>
              <a:gd name="connsiteX11729" fmla="*/ 1425296 w 2947832"/>
              <a:gd name="connsiteY11729" fmla="*/ 2160574 h 4821604"/>
              <a:gd name="connsiteX11730" fmla="*/ 1432464 w 2947832"/>
              <a:gd name="connsiteY11730" fmla="*/ 2148173 h 4821604"/>
              <a:gd name="connsiteX11731" fmla="*/ 1433982 w 2947832"/>
              <a:gd name="connsiteY11731" fmla="*/ 2147284 h 4821604"/>
              <a:gd name="connsiteX11732" fmla="*/ 276678 w 2947832"/>
              <a:gd name="connsiteY11732" fmla="*/ 2147127 h 4821604"/>
              <a:gd name="connsiteX11733" fmla="*/ 291223 w 2947832"/>
              <a:gd name="connsiteY11733" fmla="*/ 2147127 h 4821604"/>
              <a:gd name="connsiteX11734" fmla="*/ 292792 w 2947832"/>
              <a:gd name="connsiteY11734" fmla="*/ 2148016 h 4821604"/>
              <a:gd name="connsiteX11735" fmla="*/ 300065 w 2947832"/>
              <a:gd name="connsiteY11735" fmla="*/ 2160574 h 4821604"/>
              <a:gd name="connsiteX11736" fmla="*/ 300065 w 2947832"/>
              <a:gd name="connsiteY11736" fmla="*/ 2162353 h 4821604"/>
              <a:gd name="connsiteX11737" fmla="*/ 292792 w 2947832"/>
              <a:gd name="connsiteY11737" fmla="*/ 2174910 h 4821604"/>
              <a:gd name="connsiteX11738" fmla="*/ 291223 w 2947832"/>
              <a:gd name="connsiteY11738" fmla="*/ 2175799 h 4821604"/>
              <a:gd name="connsiteX11739" fmla="*/ 276678 w 2947832"/>
              <a:gd name="connsiteY11739" fmla="*/ 2175799 h 4821604"/>
              <a:gd name="connsiteX11740" fmla="*/ 275108 w 2947832"/>
              <a:gd name="connsiteY11740" fmla="*/ 2174910 h 4821604"/>
              <a:gd name="connsiteX11741" fmla="*/ 267835 w 2947832"/>
              <a:gd name="connsiteY11741" fmla="*/ 2162353 h 4821604"/>
              <a:gd name="connsiteX11742" fmla="*/ 267835 w 2947832"/>
              <a:gd name="connsiteY11742" fmla="*/ 2160574 h 4821604"/>
              <a:gd name="connsiteX11743" fmla="*/ 275108 w 2947832"/>
              <a:gd name="connsiteY11743" fmla="*/ 2148016 h 4821604"/>
              <a:gd name="connsiteX11744" fmla="*/ 276678 w 2947832"/>
              <a:gd name="connsiteY11744" fmla="*/ 2147127 h 4821604"/>
              <a:gd name="connsiteX11745" fmla="*/ 607246 w 2947832"/>
              <a:gd name="connsiteY11745" fmla="*/ 2147023 h 4821604"/>
              <a:gd name="connsiteX11746" fmla="*/ 621844 w 2947832"/>
              <a:gd name="connsiteY11746" fmla="*/ 2147023 h 4821604"/>
              <a:gd name="connsiteX11747" fmla="*/ 623413 w 2947832"/>
              <a:gd name="connsiteY11747" fmla="*/ 2147912 h 4821604"/>
              <a:gd name="connsiteX11748" fmla="*/ 630739 w 2947832"/>
              <a:gd name="connsiteY11748" fmla="*/ 2160574 h 4821604"/>
              <a:gd name="connsiteX11749" fmla="*/ 630739 w 2947832"/>
              <a:gd name="connsiteY11749" fmla="*/ 2162405 h 4821604"/>
              <a:gd name="connsiteX11750" fmla="*/ 623413 w 2947832"/>
              <a:gd name="connsiteY11750" fmla="*/ 2175067 h 4821604"/>
              <a:gd name="connsiteX11751" fmla="*/ 621844 w 2947832"/>
              <a:gd name="connsiteY11751" fmla="*/ 2175957 h 4821604"/>
              <a:gd name="connsiteX11752" fmla="*/ 607246 w 2947832"/>
              <a:gd name="connsiteY11752" fmla="*/ 2175957 h 4821604"/>
              <a:gd name="connsiteX11753" fmla="*/ 605677 w 2947832"/>
              <a:gd name="connsiteY11753" fmla="*/ 2175067 h 4821604"/>
              <a:gd name="connsiteX11754" fmla="*/ 598351 w 2947832"/>
              <a:gd name="connsiteY11754" fmla="*/ 2162405 h 4821604"/>
              <a:gd name="connsiteX11755" fmla="*/ 598351 w 2947832"/>
              <a:gd name="connsiteY11755" fmla="*/ 2160574 h 4821604"/>
              <a:gd name="connsiteX11756" fmla="*/ 605677 w 2947832"/>
              <a:gd name="connsiteY11756" fmla="*/ 2147912 h 4821604"/>
              <a:gd name="connsiteX11757" fmla="*/ 607246 w 2947832"/>
              <a:gd name="connsiteY11757" fmla="*/ 2147023 h 4821604"/>
              <a:gd name="connsiteX11758" fmla="*/ 2012346 w 2947832"/>
              <a:gd name="connsiteY11758" fmla="*/ 2146761 h 4821604"/>
              <a:gd name="connsiteX11759" fmla="*/ 2027153 w 2947832"/>
              <a:gd name="connsiteY11759" fmla="*/ 2146761 h 4821604"/>
              <a:gd name="connsiteX11760" fmla="*/ 2028723 w 2947832"/>
              <a:gd name="connsiteY11760" fmla="*/ 2147703 h 4821604"/>
              <a:gd name="connsiteX11761" fmla="*/ 2036153 w 2947832"/>
              <a:gd name="connsiteY11761" fmla="*/ 2160522 h 4821604"/>
              <a:gd name="connsiteX11762" fmla="*/ 2036153 w 2947832"/>
              <a:gd name="connsiteY11762" fmla="*/ 2162353 h 4821604"/>
              <a:gd name="connsiteX11763" fmla="*/ 2028723 w 2947832"/>
              <a:gd name="connsiteY11763" fmla="*/ 2175172 h 4821604"/>
              <a:gd name="connsiteX11764" fmla="*/ 2027153 w 2947832"/>
              <a:gd name="connsiteY11764" fmla="*/ 2176114 h 4821604"/>
              <a:gd name="connsiteX11765" fmla="*/ 2012346 w 2947832"/>
              <a:gd name="connsiteY11765" fmla="*/ 2176114 h 4821604"/>
              <a:gd name="connsiteX11766" fmla="*/ 2010776 w 2947832"/>
              <a:gd name="connsiteY11766" fmla="*/ 2175172 h 4821604"/>
              <a:gd name="connsiteX11767" fmla="*/ 2003347 w 2947832"/>
              <a:gd name="connsiteY11767" fmla="*/ 2162353 h 4821604"/>
              <a:gd name="connsiteX11768" fmla="*/ 2003347 w 2947832"/>
              <a:gd name="connsiteY11768" fmla="*/ 2160522 h 4821604"/>
              <a:gd name="connsiteX11769" fmla="*/ 2010776 w 2947832"/>
              <a:gd name="connsiteY11769" fmla="*/ 2147703 h 4821604"/>
              <a:gd name="connsiteX11770" fmla="*/ 2012346 w 2947832"/>
              <a:gd name="connsiteY11770" fmla="*/ 2146761 h 4821604"/>
              <a:gd name="connsiteX11771" fmla="*/ 772425 w 2947832"/>
              <a:gd name="connsiteY11771" fmla="*/ 2146604 h 4821604"/>
              <a:gd name="connsiteX11772" fmla="*/ 787389 w 2947832"/>
              <a:gd name="connsiteY11772" fmla="*/ 2146604 h 4821604"/>
              <a:gd name="connsiteX11773" fmla="*/ 789011 w 2947832"/>
              <a:gd name="connsiteY11773" fmla="*/ 2147546 h 4821604"/>
              <a:gd name="connsiteX11774" fmla="*/ 796493 w 2947832"/>
              <a:gd name="connsiteY11774" fmla="*/ 2160522 h 4821604"/>
              <a:gd name="connsiteX11775" fmla="*/ 796493 w 2947832"/>
              <a:gd name="connsiteY11775" fmla="*/ 2162353 h 4821604"/>
              <a:gd name="connsiteX11776" fmla="*/ 789011 w 2947832"/>
              <a:gd name="connsiteY11776" fmla="*/ 2175329 h 4821604"/>
              <a:gd name="connsiteX11777" fmla="*/ 787389 w 2947832"/>
              <a:gd name="connsiteY11777" fmla="*/ 2176270 h 4821604"/>
              <a:gd name="connsiteX11778" fmla="*/ 772425 w 2947832"/>
              <a:gd name="connsiteY11778" fmla="*/ 2176270 h 4821604"/>
              <a:gd name="connsiteX11779" fmla="*/ 770803 w 2947832"/>
              <a:gd name="connsiteY11779" fmla="*/ 2175329 h 4821604"/>
              <a:gd name="connsiteX11780" fmla="*/ 763321 w 2947832"/>
              <a:gd name="connsiteY11780" fmla="*/ 2162353 h 4821604"/>
              <a:gd name="connsiteX11781" fmla="*/ 763321 w 2947832"/>
              <a:gd name="connsiteY11781" fmla="*/ 2160522 h 4821604"/>
              <a:gd name="connsiteX11782" fmla="*/ 770803 w 2947832"/>
              <a:gd name="connsiteY11782" fmla="*/ 2147546 h 4821604"/>
              <a:gd name="connsiteX11783" fmla="*/ 772425 w 2947832"/>
              <a:gd name="connsiteY11783" fmla="*/ 2146604 h 4821604"/>
              <a:gd name="connsiteX11784" fmla="*/ 28045 w 2947832"/>
              <a:gd name="connsiteY11784" fmla="*/ 2145715 h 4821604"/>
              <a:gd name="connsiteX11785" fmla="*/ 43951 w 2947832"/>
              <a:gd name="connsiteY11785" fmla="*/ 2145715 h 4821604"/>
              <a:gd name="connsiteX11786" fmla="*/ 45677 w 2947832"/>
              <a:gd name="connsiteY11786" fmla="*/ 2146709 h 4821604"/>
              <a:gd name="connsiteX11787" fmla="*/ 53630 w 2947832"/>
              <a:gd name="connsiteY11787" fmla="*/ 2160470 h 4821604"/>
              <a:gd name="connsiteX11788" fmla="*/ 53630 w 2947832"/>
              <a:gd name="connsiteY11788" fmla="*/ 2162458 h 4821604"/>
              <a:gd name="connsiteX11789" fmla="*/ 45677 w 2947832"/>
              <a:gd name="connsiteY11789" fmla="*/ 2176219 h 4821604"/>
              <a:gd name="connsiteX11790" fmla="*/ 43951 w 2947832"/>
              <a:gd name="connsiteY11790" fmla="*/ 2177213 h 4821604"/>
              <a:gd name="connsiteX11791" fmla="*/ 28045 w 2947832"/>
              <a:gd name="connsiteY11791" fmla="*/ 2177213 h 4821604"/>
              <a:gd name="connsiteX11792" fmla="*/ 26318 w 2947832"/>
              <a:gd name="connsiteY11792" fmla="*/ 2176219 h 4821604"/>
              <a:gd name="connsiteX11793" fmla="*/ 18365 w 2947832"/>
              <a:gd name="connsiteY11793" fmla="*/ 2162458 h 4821604"/>
              <a:gd name="connsiteX11794" fmla="*/ 18365 w 2947832"/>
              <a:gd name="connsiteY11794" fmla="*/ 2160470 h 4821604"/>
              <a:gd name="connsiteX11795" fmla="*/ 26318 w 2947832"/>
              <a:gd name="connsiteY11795" fmla="*/ 2146709 h 4821604"/>
              <a:gd name="connsiteX11796" fmla="*/ 28045 w 2947832"/>
              <a:gd name="connsiteY11796" fmla="*/ 2145715 h 4821604"/>
              <a:gd name="connsiteX11797" fmla="*/ 2342338 w 2947832"/>
              <a:gd name="connsiteY11797" fmla="*/ 2145505 h 4821604"/>
              <a:gd name="connsiteX11798" fmla="*/ 2358454 w 2947832"/>
              <a:gd name="connsiteY11798" fmla="*/ 2145505 h 4821604"/>
              <a:gd name="connsiteX11799" fmla="*/ 2360180 w 2947832"/>
              <a:gd name="connsiteY11799" fmla="*/ 2146499 h 4821604"/>
              <a:gd name="connsiteX11800" fmla="*/ 2368238 w 2947832"/>
              <a:gd name="connsiteY11800" fmla="*/ 2160469 h 4821604"/>
              <a:gd name="connsiteX11801" fmla="*/ 2368238 w 2947832"/>
              <a:gd name="connsiteY11801" fmla="*/ 2162457 h 4821604"/>
              <a:gd name="connsiteX11802" fmla="*/ 2360180 w 2947832"/>
              <a:gd name="connsiteY11802" fmla="*/ 2176427 h 4821604"/>
              <a:gd name="connsiteX11803" fmla="*/ 2358454 w 2947832"/>
              <a:gd name="connsiteY11803" fmla="*/ 2177421 h 4821604"/>
              <a:gd name="connsiteX11804" fmla="*/ 2342338 w 2947832"/>
              <a:gd name="connsiteY11804" fmla="*/ 2177421 h 4821604"/>
              <a:gd name="connsiteX11805" fmla="*/ 2340612 w 2947832"/>
              <a:gd name="connsiteY11805" fmla="*/ 2176427 h 4821604"/>
              <a:gd name="connsiteX11806" fmla="*/ 2332554 w 2947832"/>
              <a:gd name="connsiteY11806" fmla="*/ 2162457 h 4821604"/>
              <a:gd name="connsiteX11807" fmla="*/ 2332554 w 2947832"/>
              <a:gd name="connsiteY11807" fmla="*/ 2160469 h 4821604"/>
              <a:gd name="connsiteX11808" fmla="*/ 2340612 w 2947832"/>
              <a:gd name="connsiteY11808" fmla="*/ 2146499 h 4821604"/>
              <a:gd name="connsiteX11809" fmla="*/ 2342338 w 2947832"/>
              <a:gd name="connsiteY11809" fmla="*/ 2145505 h 4821604"/>
              <a:gd name="connsiteX11810" fmla="*/ 358403 w 2947832"/>
              <a:gd name="connsiteY11810" fmla="*/ 2145348 h 4821604"/>
              <a:gd name="connsiteX11811" fmla="*/ 374675 w 2947832"/>
              <a:gd name="connsiteY11811" fmla="*/ 2145348 h 4821604"/>
              <a:gd name="connsiteX11812" fmla="*/ 376402 w 2947832"/>
              <a:gd name="connsiteY11812" fmla="*/ 2146342 h 4821604"/>
              <a:gd name="connsiteX11813" fmla="*/ 384564 w 2947832"/>
              <a:gd name="connsiteY11813" fmla="*/ 2160469 h 4821604"/>
              <a:gd name="connsiteX11814" fmla="*/ 384564 w 2947832"/>
              <a:gd name="connsiteY11814" fmla="*/ 2162510 h 4821604"/>
              <a:gd name="connsiteX11815" fmla="*/ 376402 w 2947832"/>
              <a:gd name="connsiteY11815" fmla="*/ 2176636 h 4821604"/>
              <a:gd name="connsiteX11816" fmla="*/ 374675 w 2947832"/>
              <a:gd name="connsiteY11816" fmla="*/ 2177630 h 4821604"/>
              <a:gd name="connsiteX11817" fmla="*/ 358403 w 2947832"/>
              <a:gd name="connsiteY11817" fmla="*/ 2177630 h 4821604"/>
              <a:gd name="connsiteX11818" fmla="*/ 356677 w 2947832"/>
              <a:gd name="connsiteY11818" fmla="*/ 2176636 h 4821604"/>
              <a:gd name="connsiteX11819" fmla="*/ 348514 w 2947832"/>
              <a:gd name="connsiteY11819" fmla="*/ 2162510 h 4821604"/>
              <a:gd name="connsiteX11820" fmla="*/ 348514 w 2947832"/>
              <a:gd name="connsiteY11820" fmla="*/ 2160469 h 4821604"/>
              <a:gd name="connsiteX11821" fmla="*/ 356677 w 2947832"/>
              <a:gd name="connsiteY11821" fmla="*/ 2146342 h 4821604"/>
              <a:gd name="connsiteX11822" fmla="*/ 358403 w 2947832"/>
              <a:gd name="connsiteY11822" fmla="*/ 2145348 h 4821604"/>
              <a:gd name="connsiteX11823" fmla="*/ 523479 w 2947832"/>
              <a:gd name="connsiteY11823" fmla="*/ 2144773 h 4821604"/>
              <a:gd name="connsiteX11824" fmla="*/ 540327 w 2947832"/>
              <a:gd name="connsiteY11824" fmla="*/ 2144773 h 4821604"/>
              <a:gd name="connsiteX11825" fmla="*/ 542106 w 2947832"/>
              <a:gd name="connsiteY11825" fmla="*/ 2145819 h 4821604"/>
              <a:gd name="connsiteX11826" fmla="*/ 550529 w 2947832"/>
              <a:gd name="connsiteY11826" fmla="*/ 2160417 h 4821604"/>
              <a:gd name="connsiteX11827" fmla="*/ 550529 w 2947832"/>
              <a:gd name="connsiteY11827" fmla="*/ 2162510 h 4821604"/>
              <a:gd name="connsiteX11828" fmla="*/ 542106 w 2947832"/>
              <a:gd name="connsiteY11828" fmla="*/ 2177108 h 4821604"/>
              <a:gd name="connsiteX11829" fmla="*/ 540327 w 2947832"/>
              <a:gd name="connsiteY11829" fmla="*/ 2178154 h 4821604"/>
              <a:gd name="connsiteX11830" fmla="*/ 523479 w 2947832"/>
              <a:gd name="connsiteY11830" fmla="*/ 2178154 h 4821604"/>
              <a:gd name="connsiteX11831" fmla="*/ 521700 w 2947832"/>
              <a:gd name="connsiteY11831" fmla="*/ 2177108 h 4821604"/>
              <a:gd name="connsiteX11832" fmla="*/ 513276 w 2947832"/>
              <a:gd name="connsiteY11832" fmla="*/ 2162510 h 4821604"/>
              <a:gd name="connsiteX11833" fmla="*/ 513276 w 2947832"/>
              <a:gd name="connsiteY11833" fmla="*/ 2160417 h 4821604"/>
              <a:gd name="connsiteX11834" fmla="*/ 521700 w 2947832"/>
              <a:gd name="connsiteY11834" fmla="*/ 2145819 h 4821604"/>
              <a:gd name="connsiteX11835" fmla="*/ 523479 w 2947832"/>
              <a:gd name="connsiteY11835" fmla="*/ 2144773 h 4821604"/>
              <a:gd name="connsiteX11836" fmla="*/ 1846016 w 2947832"/>
              <a:gd name="connsiteY11836" fmla="*/ 2144720 h 4821604"/>
              <a:gd name="connsiteX11837" fmla="*/ 1862915 w 2947832"/>
              <a:gd name="connsiteY11837" fmla="*/ 2144720 h 4821604"/>
              <a:gd name="connsiteX11838" fmla="*/ 1864747 w 2947832"/>
              <a:gd name="connsiteY11838" fmla="*/ 2145766 h 4821604"/>
              <a:gd name="connsiteX11839" fmla="*/ 1873171 w 2947832"/>
              <a:gd name="connsiteY11839" fmla="*/ 2160417 h 4821604"/>
              <a:gd name="connsiteX11840" fmla="*/ 1873171 w 2947832"/>
              <a:gd name="connsiteY11840" fmla="*/ 2162509 h 4821604"/>
              <a:gd name="connsiteX11841" fmla="*/ 1864747 w 2947832"/>
              <a:gd name="connsiteY11841" fmla="*/ 2177159 h 4821604"/>
              <a:gd name="connsiteX11842" fmla="*/ 1862915 w 2947832"/>
              <a:gd name="connsiteY11842" fmla="*/ 2178206 h 4821604"/>
              <a:gd name="connsiteX11843" fmla="*/ 1846016 w 2947832"/>
              <a:gd name="connsiteY11843" fmla="*/ 2178206 h 4821604"/>
              <a:gd name="connsiteX11844" fmla="*/ 1844184 w 2947832"/>
              <a:gd name="connsiteY11844" fmla="*/ 2177159 h 4821604"/>
              <a:gd name="connsiteX11845" fmla="*/ 1835760 w 2947832"/>
              <a:gd name="connsiteY11845" fmla="*/ 2162509 h 4821604"/>
              <a:gd name="connsiteX11846" fmla="*/ 1835760 w 2947832"/>
              <a:gd name="connsiteY11846" fmla="*/ 2160417 h 4821604"/>
              <a:gd name="connsiteX11847" fmla="*/ 1844184 w 2947832"/>
              <a:gd name="connsiteY11847" fmla="*/ 2145766 h 4821604"/>
              <a:gd name="connsiteX11848" fmla="*/ 1846016 w 2947832"/>
              <a:gd name="connsiteY11848" fmla="*/ 2144720 h 4821604"/>
              <a:gd name="connsiteX11849" fmla="*/ 2589873 w 2947832"/>
              <a:gd name="connsiteY11849" fmla="*/ 2144668 h 4821604"/>
              <a:gd name="connsiteX11850" fmla="*/ 2606877 w 2947832"/>
              <a:gd name="connsiteY11850" fmla="*/ 2144668 h 4821604"/>
              <a:gd name="connsiteX11851" fmla="*/ 2608709 w 2947832"/>
              <a:gd name="connsiteY11851" fmla="*/ 2145714 h 4821604"/>
              <a:gd name="connsiteX11852" fmla="*/ 2617185 w 2947832"/>
              <a:gd name="connsiteY11852" fmla="*/ 2160417 h 4821604"/>
              <a:gd name="connsiteX11853" fmla="*/ 2617185 w 2947832"/>
              <a:gd name="connsiteY11853" fmla="*/ 2162510 h 4821604"/>
              <a:gd name="connsiteX11854" fmla="*/ 2608709 w 2947832"/>
              <a:gd name="connsiteY11854" fmla="*/ 2177212 h 4821604"/>
              <a:gd name="connsiteX11855" fmla="*/ 2606877 w 2947832"/>
              <a:gd name="connsiteY11855" fmla="*/ 2178258 h 4821604"/>
              <a:gd name="connsiteX11856" fmla="*/ 2589873 w 2947832"/>
              <a:gd name="connsiteY11856" fmla="*/ 2178258 h 4821604"/>
              <a:gd name="connsiteX11857" fmla="*/ 2588042 w 2947832"/>
              <a:gd name="connsiteY11857" fmla="*/ 2177212 h 4821604"/>
              <a:gd name="connsiteX11858" fmla="*/ 2579566 w 2947832"/>
              <a:gd name="connsiteY11858" fmla="*/ 2162510 h 4821604"/>
              <a:gd name="connsiteX11859" fmla="*/ 2579566 w 2947832"/>
              <a:gd name="connsiteY11859" fmla="*/ 2160417 h 4821604"/>
              <a:gd name="connsiteX11860" fmla="*/ 2588042 w 2947832"/>
              <a:gd name="connsiteY11860" fmla="*/ 2145714 h 4821604"/>
              <a:gd name="connsiteX11861" fmla="*/ 2589873 w 2947832"/>
              <a:gd name="connsiteY11861" fmla="*/ 2144668 h 4821604"/>
              <a:gd name="connsiteX11862" fmla="*/ 1763295 w 2947832"/>
              <a:gd name="connsiteY11862" fmla="*/ 2144668 h 4821604"/>
              <a:gd name="connsiteX11863" fmla="*/ 1780300 w 2947832"/>
              <a:gd name="connsiteY11863" fmla="*/ 2144668 h 4821604"/>
              <a:gd name="connsiteX11864" fmla="*/ 1782131 w 2947832"/>
              <a:gd name="connsiteY11864" fmla="*/ 2145714 h 4821604"/>
              <a:gd name="connsiteX11865" fmla="*/ 1790607 w 2947832"/>
              <a:gd name="connsiteY11865" fmla="*/ 2160417 h 4821604"/>
              <a:gd name="connsiteX11866" fmla="*/ 1790607 w 2947832"/>
              <a:gd name="connsiteY11866" fmla="*/ 2162510 h 4821604"/>
              <a:gd name="connsiteX11867" fmla="*/ 1782131 w 2947832"/>
              <a:gd name="connsiteY11867" fmla="*/ 2177212 h 4821604"/>
              <a:gd name="connsiteX11868" fmla="*/ 1780300 w 2947832"/>
              <a:gd name="connsiteY11868" fmla="*/ 2178258 h 4821604"/>
              <a:gd name="connsiteX11869" fmla="*/ 1763295 w 2947832"/>
              <a:gd name="connsiteY11869" fmla="*/ 2178258 h 4821604"/>
              <a:gd name="connsiteX11870" fmla="*/ 1761464 w 2947832"/>
              <a:gd name="connsiteY11870" fmla="*/ 2177212 h 4821604"/>
              <a:gd name="connsiteX11871" fmla="*/ 1752987 w 2947832"/>
              <a:gd name="connsiteY11871" fmla="*/ 2162510 h 4821604"/>
              <a:gd name="connsiteX11872" fmla="*/ 1752987 w 2947832"/>
              <a:gd name="connsiteY11872" fmla="*/ 2160417 h 4821604"/>
              <a:gd name="connsiteX11873" fmla="*/ 1761464 w 2947832"/>
              <a:gd name="connsiteY11873" fmla="*/ 2145714 h 4821604"/>
              <a:gd name="connsiteX11874" fmla="*/ 1763295 w 2947832"/>
              <a:gd name="connsiteY11874" fmla="*/ 2144668 h 4821604"/>
              <a:gd name="connsiteX11875" fmla="*/ 440601 w 2947832"/>
              <a:gd name="connsiteY11875" fmla="*/ 2144354 h 4821604"/>
              <a:gd name="connsiteX11876" fmla="*/ 457920 w 2947832"/>
              <a:gd name="connsiteY11876" fmla="*/ 2144354 h 4821604"/>
              <a:gd name="connsiteX11877" fmla="*/ 459751 w 2947832"/>
              <a:gd name="connsiteY11877" fmla="*/ 2145400 h 4821604"/>
              <a:gd name="connsiteX11878" fmla="*/ 468384 w 2947832"/>
              <a:gd name="connsiteY11878" fmla="*/ 2160364 h 4821604"/>
              <a:gd name="connsiteX11879" fmla="*/ 468384 w 2947832"/>
              <a:gd name="connsiteY11879" fmla="*/ 2162510 h 4821604"/>
              <a:gd name="connsiteX11880" fmla="*/ 459751 w 2947832"/>
              <a:gd name="connsiteY11880" fmla="*/ 2177474 h 4821604"/>
              <a:gd name="connsiteX11881" fmla="*/ 457920 w 2947832"/>
              <a:gd name="connsiteY11881" fmla="*/ 2178520 h 4821604"/>
              <a:gd name="connsiteX11882" fmla="*/ 440601 w 2947832"/>
              <a:gd name="connsiteY11882" fmla="*/ 2178520 h 4821604"/>
              <a:gd name="connsiteX11883" fmla="*/ 438770 w 2947832"/>
              <a:gd name="connsiteY11883" fmla="*/ 2177474 h 4821604"/>
              <a:gd name="connsiteX11884" fmla="*/ 430136 w 2947832"/>
              <a:gd name="connsiteY11884" fmla="*/ 2162510 h 4821604"/>
              <a:gd name="connsiteX11885" fmla="*/ 430136 w 2947832"/>
              <a:gd name="connsiteY11885" fmla="*/ 2160364 h 4821604"/>
              <a:gd name="connsiteX11886" fmla="*/ 438770 w 2947832"/>
              <a:gd name="connsiteY11886" fmla="*/ 2145400 h 4821604"/>
              <a:gd name="connsiteX11887" fmla="*/ 440601 w 2947832"/>
              <a:gd name="connsiteY11887" fmla="*/ 2144354 h 4821604"/>
              <a:gd name="connsiteX11888" fmla="*/ 2424170 w 2947832"/>
              <a:gd name="connsiteY11888" fmla="*/ 2143883 h 4821604"/>
              <a:gd name="connsiteX11889" fmla="*/ 2441907 w 2947832"/>
              <a:gd name="connsiteY11889" fmla="*/ 2143883 h 4821604"/>
              <a:gd name="connsiteX11890" fmla="*/ 2443791 w 2947832"/>
              <a:gd name="connsiteY11890" fmla="*/ 2144982 h 4821604"/>
              <a:gd name="connsiteX11891" fmla="*/ 2452686 w 2947832"/>
              <a:gd name="connsiteY11891" fmla="*/ 2160364 h 4821604"/>
              <a:gd name="connsiteX11892" fmla="*/ 2452686 w 2947832"/>
              <a:gd name="connsiteY11892" fmla="*/ 2162562 h 4821604"/>
              <a:gd name="connsiteX11893" fmla="*/ 2443791 w 2947832"/>
              <a:gd name="connsiteY11893" fmla="*/ 2177944 h 4821604"/>
              <a:gd name="connsiteX11894" fmla="*/ 2441907 w 2947832"/>
              <a:gd name="connsiteY11894" fmla="*/ 2179043 h 4821604"/>
              <a:gd name="connsiteX11895" fmla="*/ 2424170 w 2947832"/>
              <a:gd name="connsiteY11895" fmla="*/ 2179043 h 4821604"/>
              <a:gd name="connsiteX11896" fmla="*/ 2422286 w 2947832"/>
              <a:gd name="connsiteY11896" fmla="*/ 2177944 h 4821604"/>
              <a:gd name="connsiteX11897" fmla="*/ 2413392 w 2947832"/>
              <a:gd name="connsiteY11897" fmla="*/ 2162562 h 4821604"/>
              <a:gd name="connsiteX11898" fmla="*/ 2413392 w 2947832"/>
              <a:gd name="connsiteY11898" fmla="*/ 2160364 h 4821604"/>
              <a:gd name="connsiteX11899" fmla="*/ 2422286 w 2947832"/>
              <a:gd name="connsiteY11899" fmla="*/ 2144982 h 4821604"/>
              <a:gd name="connsiteX11900" fmla="*/ 2424170 w 2947832"/>
              <a:gd name="connsiteY11900" fmla="*/ 2143883 h 4821604"/>
              <a:gd name="connsiteX11901" fmla="*/ 2506316 w 2947832"/>
              <a:gd name="connsiteY11901" fmla="*/ 2142889 h 4821604"/>
              <a:gd name="connsiteX11902" fmla="*/ 2525046 w 2947832"/>
              <a:gd name="connsiteY11902" fmla="*/ 2142889 h 4821604"/>
              <a:gd name="connsiteX11903" fmla="*/ 2527035 w 2947832"/>
              <a:gd name="connsiteY11903" fmla="*/ 2144040 h 4821604"/>
              <a:gd name="connsiteX11904" fmla="*/ 2536401 w 2947832"/>
              <a:gd name="connsiteY11904" fmla="*/ 2160260 h 4821604"/>
              <a:gd name="connsiteX11905" fmla="*/ 2536401 w 2947832"/>
              <a:gd name="connsiteY11905" fmla="*/ 2162562 h 4821604"/>
              <a:gd name="connsiteX11906" fmla="*/ 2527035 w 2947832"/>
              <a:gd name="connsiteY11906" fmla="*/ 2178782 h 4821604"/>
              <a:gd name="connsiteX11907" fmla="*/ 2525046 w 2947832"/>
              <a:gd name="connsiteY11907" fmla="*/ 2179933 h 4821604"/>
              <a:gd name="connsiteX11908" fmla="*/ 2506316 w 2947832"/>
              <a:gd name="connsiteY11908" fmla="*/ 2179933 h 4821604"/>
              <a:gd name="connsiteX11909" fmla="*/ 2504327 w 2947832"/>
              <a:gd name="connsiteY11909" fmla="*/ 2178782 h 4821604"/>
              <a:gd name="connsiteX11910" fmla="*/ 2494961 w 2947832"/>
              <a:gd name="connsiteY11910" fmla="*/ 2162562 h 4821604"/>
              <a:gd name="connsiteX11911" fmla="*/ 2494961 w 2947832"/>
              <a:gd name="connsiteY11911" fmla="*/ 2160260 h 4821604"/>
              <a:gd name="connsiteX11912" fmla="*/ 2504327 w 2947832"/>
              <a:gd name="connsiteY11912" fmla="*/ 2144040 h 4821604"/>
              <a:gd name="connsiteX11913" fmla="*/ 2506316 w 2947832"/>
              <a:gd name="connsiteY11913" fmla="*/ 2142889 h 4821604"/>
              <a:gd name="connsiteX11914" fmla="*/ 1927689 w 2947832"/>
              <a:gd name="connsiteY11914" fmla="*/ 2142837 h 4821604"/>
              <a:gd name="connsiteX11915" fmla="*/ 1946525 w 2947832"/>
              <a:gd name="connsiteY11915" fmla="*/ 2142837 h 4821604"/>
              <a:gd name="connsiteX11916" fmla="*/ 1948566 w 2947832"/>
              <a:gd name="connsiteY11916" fmla="*/ 2143988 h 4821604"/>
              <a:gd name="connsiteX11917" fmla="*/ 1957983 w 2947832"/>
              <a:gd name="connsiteY11917" fmla="*/ 2160312 h 4821604"/>
              <a:gd name="connsiteX11918" fmla="*/ 1957983 w 2947832"/>
              <a:gd name="connsiteY11918" fmla="*/ 2162667 h 4821604"/>
              <a:gd name="connsiteX11919" fmla="*/ 1948566 w 2947832"/>
              <a:gd name="connsiteY11919" fmla="*/ 2178991 h 4821604"/>
              <a:gd name="connsiteX11920" fmla="*/ 1946525 w 2947832"/>
              <a:gd name="connsiteY11920" fmla="*/ 2180142 h 4821604"/>
              <a:gd name="connsiteX11921" fmla="*/ 1927689 w 2947832"/>
              <a:gd name="connsiteY11921" fmla="*/ 2180142 h 4821604"/>
              <a:gd name="connsiteX11922" fmla="*/ 1925649 w 2947832"/>
              <a:gd name="connsiteY11922" fmla="*/ 2178991 h 4821604"/>
              <a:gd name="connsiteX11923" fmla="*/ 1916231 w 2947832"/>
              <a:gd name="connsiteY11923" fmla="*/ 2162667 h 4821604"/>
              <a:gd name="connsiteX11924" fmla="*/ 1916231 w 2947832"/>
              <a:gd name="connsiteY11924" fmla="*/ 2160312 h 4821604"/>
              <a:gd name="connsiteX11925" fmla="*/ 1925649 w 2947832"/>
              <a:gd name="connsiteY11925" fmla="*/ 2143988 h 4821604"/>
              <a:gd name="connsiteX11926" fmla="*/ 1927689 w 2947832"/>
              <a:gd name="connsiteY11926" fmla="*/ 2142837 h 4821604"/>
              <a:gd name="connsiteX11927" fmla="*/ 2175014 w 2947832"/>
              <a:gd name="connsiteY11927" fmla="*/ 2141581 h 4821604"/>
              <a:gd name="connsiteX11928" fmla="*/ 2195106 w 2947832"/>
              <a:gd name="connsiteY11928" fmla="*/ 2141581 h 4821604"/>
              <a:gd name="connsiteX11929" fmla="*/ 2197251 w 2947832"/>
              <a:gd name="connsiteY11929" fmla="*/ 2142837 h 4821604"/>
              <a:gd name="connsiteX11930" fmla="*/ 2207297 w 2947832"/>
              <a:gd name="connsiteY11930" fmla="*/ 2160208 h 4821604"/>
              <a:gd name="connsiteX11931" fmla="*/ 2207297 w 2947832"/>
              <a:gd name="connsiteY11931" fmla="*/ 2162667 h 4821604"/>
              <a:gd name="connsiteX11932" fmla="*/ 2197251 w 2947832"/>
              <a:gd name="connsiteY11932" fmla="*/ 2180038 h 4821604"/>
              <a:gd name="connsiteX11933" fmla="*/ 2195106 w 2947832"/>
              <a:gd name="connsiteY11933" fmla="*/ 2181293 h 4821604"/>
              <a:gd name="connsiteX11934" fmla="*/ 2175014 w 2947832"/>
              <a:gd name="connsiteY11934" fmla="*/ 2181293 h 4821604"/>
              <a:gd name="connsiteX11935" fmla="*/ 2172870 w 2947832"/>
              <a:gd name="connsiteY11935" fmla="*/ 2180038 h 4821604"/>
              <a:gd name="connsiteX11936" fmla="*/ 2162824 w 2947832"/>
              <a:gd name="connsiteY11936" fmla="*/ 2162667 h 4821604"/>
              <a:gd name="connsiteX11937" fmla="*/ 2162824 w 2947832"/>
              <a:gd name="connsiteY11937" fmla="*/ 2160208 h 4821604"/>
              <a:gd name="connsiteX11938" fmla="*/ 2172870 w 2947832"/>
              <a:gd name="connsiteY11938" fmla="*/ 2142837 h 4821604"/>
              <a:gd name="connsiteX11939" fmla="*/ 2175014 w 2947832"/>
              <a:gd name="connsiteY11939" fmla="*/ 2141581 h 4821604"/>
              <a:gd name="connsiteX11940" fmla="*/ 2257055 w 2947832"/>
              <a:gd name="connsiteY11940" fmla="*/ 2140325 h 4821604"/>
              <a:gd name="connsiteX11941" fmla="*/ 2278454 w 2947832"/>
              <a:gd name="connsiteY11941" fmla="*/ 2140325 h 4821604"/>
              <a:gd name="connsiteX11942" fmla="*/ 2280757 w 2947832"/>
              <a:gd name="connsiteY11942" fmla="*/ 2141633 h 4821604"/>
              <a:gd name="connsiteX11943" fmla="*/ 2291430 w 2947832"/>
              <a:gd name="connsiteY11943" fmla="*/ 2160155 h 4821604"/>
              <a:gd name="connsiteX11944" fmla="*/ 2291430 w 2947832"/>
              <a:gd name="connsiteY11944" fmla="*/ 2162823 h 4821604"/>
              <a:gd name="connsiteX11945" fmla="*/ 2280757 w 2947832"/>
              <a:gd name="connsiteY11945" fmla="*/ 2181345 h 4821604"/>
              <a:gd name="connsiteX11946" fmla="*/ 2278454 w 2947832"/>
              <a:gd name="connsiteY11946" fmla="*/ 2182653 h 4821604"/>
              <a:gd name="connsiteX11947" fmla="*/ 2257055 w 2947832"/>
              <a:gd name="connsiteY11947" fmla="*/ 2182653 h 4821604"/>
              <a:gd name="connsiteX11948" fmla="*/ 2254752 w 2947832"/>
              <a:gd name="connsiteY11948" fmla="*/ 2181345 h 4821604"/>
              <a:gd name="connsiteX11949" fmla="*/ 2244079 w 2947832"/>
              <a:gd name="connsiteY11949" fmla="*/ 2162823 h 4821604"/>
              <a:gd name="connsiteX11950" fmla="*/ 2244079 w 2947832"/>
              <a:gd name="connsiteY11950" fmla="*/ 2160155 h 4821604"/>
              <a:gd name="connsiteX11951" fmla="*/ 2254752 w 2947832"/>
              <a:gd name="connsiteY11951" fmla="*/ 2141633 h 4821604"/>
              <a:gd name="connsiteX11952" fmla="*/ 2257055 w 2947832"/>
              <a:gd name="connsiteY11952" fmla="*/ 2140325 h 4821604"/>
              <a:gd name="connsiteX11953" fmla="*/ 103859 w 2947832"/>
              <a:gd name="connsiteY11953" fmla="*/ 2132215 h 4821604"/>
              <a:gd name="connsiteX11954" fmla="*/ 133421 w 2947832"/>
              <a:gd name="connsiteY11954" fmla="*/ 2132215 h 4821604"/>
              <a:gd name="connsiteX11955" fmla="*/ 136560 w 2947832"/>
              <a:gd name="connsiteY11955" fmla="*/ 2134046 h 4821604"/>
              <a:gd name="connsiteX11956" fmla="*/ 151315 w 2947832"/>
              <a:gd name="connsiteY11956" fmla="*/ 2159632 h 4821604"/>
              <a:gd name="connsiteX11957" fmla="*/ 151315 w 2947832"/>
              <a:gd name="connsiteY11957" fmla="*/ 2163294 h 4821604"/>
              <a:gd name="connsiteX11958" fmla="*/ 136560 w 2947832"/>
              <a:gd name="connsiteY11958" fmla="*/ 2188880 h 4821604"/>
              <a:gd name="connsiteX11959" fmla="*/ 133421 w 2947832"/>
              <a:gd name="connsiteY11959" fmla="*/ 2190711 h 4821604"/>
              <a:gd name="connsiteX11960" fmla="*/ 103859 w 2947832"/>
              <a:gd name="connsiteY11960" fmla="*/ 2190711 h 4821604"/>
              <a:gd name="connsiteX11961" fmla="*/ 100667 w 2947832"/>
              <a:gd name="connsiteY11961" fmla="*/ 2188880 h 4821604"/>
              <a:gd name="connsiteX11962" fmla="*/ 85913 w 2947832"/>
              <a:gd name="connsiteY11962" fmla="*/ 2163294 h 4821604"/>
              <a:gd name="connsiteX11963" fmla="*/ 85913 w 2947832"/>
              <a:gd name="connsiteY11963" fmla="*/ 2159632 h 4821604"/>
              <a:gd name="connsiteX11964" fmla="*/ 100667 w 2947832"/>
              <a:gd name="connsiteY11964" fmla="*/ 2134046 h 4821604"/>
              <a:gd name="connsiteX11965" fmla="*/ 103859 w 2947832"/>
              <a:gd name="connsiteY11965" fmla="*/ 2132215 h 4821604"/>
              <a:gd name="connsiteX11966" fmla="*/ 35422 w 2947832"/>
              <a:gd name="connsiteY11966" fmla="*/ 2077749 h 4821604"/>
              <a:gd name="connsiteX11967" fmla="*/ 36468 w 2947832"/>
              <a:gd name="connsiteY11967" fmla="*/ 2077749 h 4821604"/>
              <a:gd name="connsiteX11968" fmla="*/ 36573 w 2947832"/>
              <a:gd name="connsiteY11968" fmla="*/ 2077801 h 4821604"/>
              <a:gd name="connsiteX11969" fmla="*/ 37096 w 2947832"/>
              <a:gd name="connsiteY11969" fmla="*/ 2078743 h 4821604"/>
              <a:gd name="connsiteX11970" fmla="*/ 37096 w 2947832"/>
              <a:gd name="connsiteY11970" fmla="*/ 2078900 h 4821604"/>
              <a:gd name="connsiteX11971" fmla="*/ 36573 w 2947832"/>
              <a:gd name="connsiteY11971" fmla="*/ 2079842 h 4821604"/>
              <a:gd name="connsiteX11972" fmla="*/ 36468 w 2947832"/>
              <a:gd name="connsiteY11972" fmla="*/ 2079894 h 4821604"/>
              <a:gd name="connsiteX11973" fmla="*/ 35422 w 2947832"/>
              <a:gd name="connsiteY11973" fmla="*/ 2079894 h 4821604"/>
              <a:gd name="connsiteX11974" fmla="*/ 35317 w 2947832"/>
              <a:gd name="connsiteY11974" fmla="*/ 2079842 h 4821604"/>
              <a:gd name="connsiteX11975" fmla="*/ 34794 w 2947832"/>
              <a:gd name="connsiteY11975" fmla="*/ 2078900 h 4821604"/>
              <a:gd name="connsiteX11976" fmla="*/ 34794 w 2947832"/>
              <a:gd name="connsiteY11976" fmla="*/ 2078743 h 4821604"/>
              <a:gd name="connsiteX11977" fmla="*/ 35317 w 2947832"/>
              <a:gd name="connsiteY11977" fmla="*/ 2077801 h 4821604"/>
              <a:gd name="connsiteX11978" fmla="*/ 35422 w 2947832"/>
              <a:gd name="connsiteY11978" fmla="*/ 2077749 h 4821604"/>
              <a:gd name="connsiteX11979" fmla="*/ 2101188 w 2947832"/>
              <a:gd name="connsiteY11979" fmla="*/ 2076388 h 4821604"/>
              <a:gd name="connsiteX11980" fmla="*/ 2103595 w 2947832"/>
              <a:gd name="connsiteY11980" fmla="*/ 2076388 h 4821604"/>
              <a:gd name="connsiteX11981" fmla="*/ 2103857 w 2947832"/>
              <a:gd name="connsiteY11981" fmla="*/ 2076545 h 4821604"/>
              <a:gd name="connsiteX11982" fmla="*/ 2105060 w 2947832"/>
              <a:gd name="connsiteY11982" fmla="*/ 2078638 h 4821604"/>
              <a:gd name="connsiteX11983" fmla="*/ 2105060 w 2947832"/>
              <a:gd name="connsiteY11983" fmla="*/ 2078952 h 4821604"/>
              <a:gd name="connsiteX11984" fmla="*/ 2103857 w 2947832"/>
              <a:gd name="connsiteY11984" fmla="*/ 2081045 h 4821604"/>
              <a:gd name="connsiteX11985" fmla="*/ 2103595 w 2947832"/>
              <a:gd name="connsiteY11985" fmla="*/ 2081202 h 4821604"/>
              <a:gd name="connsiteX11986" fmla="*/ 2101188 w 2947832"/>
              <a:gd name="connsiteY11986" fmla="*/ 2081202 h 4821604"/>
              <a:gd name="connsiteX11987" fmla="*/ 2100927 w 2947832"/>
              <a:gd name="connsiteY11987" fmla="*/ 2081045 h 4821604"/>
              <a:gd name="connsiteX11988" fmla="*/ 2099723 w 2947832"/>
              <a:gd name="connsiteY11988" fmla="*/ 2078952 h 4821604"/>
              <a:gd name="connsiteX11989" fmla="*/ 2099723 w 2947832"/>
              <a:gd name="connsiteY11989" fmla="*/ 2078638 h 4821604"/>
              <a:gd name="connsiteX11990" fmla="*/ 2100927 w 2947832"/>
              <a:gd name="connsiteY11990" fmla="*/ 2076545 h 4821604"/>
              <a:gd name="connsiteX11991" fmla="*/ 2101188 w 2947832"/>
              <a:gd name="connsiteY11991" fmla="*/ 2076388 h 4821604"/>
              <a:gd name="connsiteX11992" fmla="*/ 2761489 w 2947832"/>
              <a:gd name="connsiteY11992" fmla="*/ 2074452 h 4821604"/>
              <a:gd name="connsiteX11993" fmla="*/ 2765884 w 2947832"/>
              <a:gd name="connsiteY11993" fmla="*/ 2074452 h 4821604"/>
              <a:gd name="connsiteX11994" fmla="*/ 2766355 w 2947832"/>
              <a:gd name="connsiteY11994" fmla="*/ 2074714 h 4821604"/>
              <a:gd name="connsiteX11995" fmla="*/ 2768552 w 2947832"/>
              <a:gd name="connsiteY11995" fmla="*/ 2078533 h 4821604"/>
              <a:gd name="connsiteX11996" fmla="*/ 2768552 w 2947832"/>
              <a:gd name="connsiteY11996" fmla="*/ 2079056 h 4821604"/>
              <a:gd name="connsiteX11997" fmla="*/ 2766355 w 2947832"/>
              <a:gd name="connsiteY11997" fmla="*/ 2082876 h 4821604"/>
              <a:gd name="connsiteX11998" fmla="*/ 2765884 w 2947832"/>
              <a:gd name="connsiteY11998" fmla="*/ 2083137 h 4821604"/>
              <a:gd name="connsiteX11999" fmla="*/ 2761489 w 2947832"/>
              <a:gd name="connsiteY11999" fmla="*/ 2083137 h 4821604"/>
              <a:gd name="connsiteX12000" fmla="*/ 2761018 w 2947832"/>
              <a:gd name="connsiteY12000" fmla="*/ 2082876 h 4821604"/>
              <a:gd name="connsiteX12001" fmla="*/ 2758821 w 2947832"/>
              <a:gd name="connsiteY12001" fmla="*/ 2079056 h 4821604"/>
              <a:gd name="connsiteX12002" fmla="*/ 2758821 w 2947832"/>
              <a:gd name="connsiteY12002" fmla="*/ 2078533 h 4821604"/>
              <a:gd name="connsiteX12003" fmla="*/ 2761018 w 2947832"/>
              <a:gd name="connsiteY12003" fmla="*/ 2074714 h 4821604"/>
              <a:gd name="connsiteX12004" fmla="*/ 2761489 w 2947832"/>
              <a:gd name="connsiteY12004" fmla="*/ 2074452 h 4821604"/>
              <a:gd name="connsiteX12005" fmla="*/ 1107808 w 2947832"/>
              <a:gd name="connsiteY12005" fmla="*/ 2073511 h 4821604"/>
              <a:gd name="connsiteX12006" fmla="*/ 1113197 w 2947832"/>
              <a:gd name="connsiteY12006" fmla="*/ 2073511 h 4821604"/>
              <a:gd name="connsiteX12007" fmla="*/ 1113772 w 2947832"/>
              <a:gd name="connsiteY12007" fmla="*/ 2073825 h 4821604"/>
              <a:gd name="connsiteX12008" fmla="*/ 1116493 w 2947832"/>
              <a:gd name="connsiteY12008" fmla="*/ 2078482 h 4821604"/>
              <a:gd name="connsiteX12009" fmla="*/ 1116493 w 2947832"/>
              <a:gd name="connsiteY12009" fmla="*/ 2079162 h 4821604"/>
              <a:gd name="connsiteX12010" fmla="*/ 1113772 w 2947832"/>
              <a:gd name="connsiteY12010" fmla="*/ 2083818 h 4821604"/>
              <a:gd name="connsiteX12011" fmla="*/ 1113197 w 2947832"/>
              <a:gd name="connsiteY12011" fmla="*/ 2084132 h 4821604"/>
              <a:gd name="connsiteX12012" fmla="*/ 1107808 w 2947832"/>
              <a:gd name="connsiteY12012" fmla="*/ 2084132 h 4821604"/>
              <a:gd name="connsiteX12013" fmla="*/ 1107232 w 2947832"/>
              <a:gd name="connsiteY12013" fmla="*/ 2083818 h 4821604"/>
              <a:gd name="connsiteX12014" fmla="*/ 1104511 w 2947832"/>
              <a:gd name="connsiteY12014" fmla="*/ 2079162 h 4821604"/>
              <a:gd name="connsiteX12015" fmla="*/ 1104511 w 2947832"/>
              <a:gd name="connsiteY12015" fmla="*/ 2078482 h 4821604"/>
              <a:gd name="connsiteX12016" fmla="*/ 1107232 w 2947832"/>
              <a:gd name="connsiteY12016" fmla="*/ 2073825 h 4821604"/>
              <a:gd name="connsiteX12017" fmla="*/ 1107808 w 2947832"/>
              <a:gd name="connsiteY12017" fmla="*/ 2073511 h 4821604"/>
              <a:gd name="connsiteX12018" fmla="*/ 1024303 w 2947832"/>
              <a:gd name="connsiteY12018" fmla="*/ 2071732 h 4821604"/>
              <a:gd name="connsiteX12019" fmla="*/ 1031471 w 2947832"/>
              <a:gd name="connsiteY12019" fmla="*/ 2071732 h 4821604"/>
              <a:gd name="connsiteX12020" fmla="*/ 1032255 w 2947832"/>
              <a:gd name="connsiteY12020" fmla="*/ 2072151 h 4821604"/>
              <a:gd name="connsiteX12021" fmla="*/ 1035813 w 2947832"/>
              <a:gd name="connsiteY12021" fmla="*/ 2078377 h 4821604"/>
              <a:gd name="connsiteX12022" fmla="*/ 1035813 w 2947832"/>
              <a:gd name="connsiteY12022" fmla="*/ 2079266 h 4821604"/>
              <a:gd name="connsiteX12023" fmla="*/ 1032255 w 2947832"/>
              <a:gd name="connsiteY12023" fmla="*/ 2085493 h 4821604"/>
              <a:gd name="connsiteX12024" fmla="*/ 1031471 w 2947832"/>
              <a:gd name="connsiteY12024" fmla="*/ 2085911 h 4821604"/>
              <a:gd name="connsiteX12025" fmla="*/ 1024303 w 2947832"/>
              <a:gd name="connsiteY12025" fmla="*/ 2085911 h 4821604"/>
              <a:gd name="connsiteX12026" fmla="*/ 1023518 w 2947832"/>
              <a:gd name="connsiteY12026" fmla="*/ 2085493 h 4821604"/>
              <a:gd name="connsiteX12027" fmla="*/ 1019960 w 2947832"/>
              <a:gd name="connsiteY12027" fmla="*/ 2079266 h 4821604"/>
              <a:gd name="connsiteX12028" fmla="*/ 1019960 w 2947832"/>
              <a:gd name="connsiteY12028" fmla="*/ 2078377 h 4821604"/>
              <a:gd name="connsiteX12029" fmla="*/ 1023518 w 2947832"/>
              <a:gd name="connsiteY12029" fmla="*/ 2072151 h 4821604"/>
              <a:gd name="connsiteX12030" fmla="*/ 1024303 w 2947832"/>
              <a:gd name="connsiteY12030" fmla="*/ 2071732 h 4821604"/>
              <a:gd name="connsiteX12031" fmla="*/ 2674896 w 2947832"/>
              <a:gd name="connsiteY12031" fmla="*/ 2066761 h 4821604"/>
              <a:gd name="connsiteX12032" fmla="*/ 2687087 w 2947832"/>
              <a:gd name="connsiteY12032" fmla="*/ 2066761 h 4821604"/>
              <a:gd name="connsiteX12033" fmla="*/ 2688395 w 2947832"/>
              <a:gd name="connsiteY12033" fmla="*/ 2067494 h 4821604"/>
              <a:gd name="connsiteX12034" fmla="*/ 2694516 w 2947832"/>
              <a:gd name="connsiteY12034" fmla="*/ 2078063 h 4821604"/>
              <a:gd name="connsiteX12035" fmla="*/ 2694516 w 2947832"/>
              <a:gd name="connsiteY12035" fmla="*/ 2079580 h 4821604"/>
              <a:gd name="connsiteX12036" fmla="*/ 2688395 w 2947832"/>
              <a:gd name="connsiteY12036" fmla="*/ 2090149 h 4821604"/>
              <a:gd name="connsiteX12037" fmla="*/ 2687087 w 2947832"/>
              <a:gd name="connsiteY12037" fmla="*/ 2090881 h 4821604"/>
              <a:gd name="connsiteX12038" fmla="*/ 2674896 w 2947832"/>
              <a:gd name="connsiteY12038" fmla="*/ 2090881 h 4821604"/>
              <a:gd name="connsiteX12039" fmla="*/ 2673588 w 2947832"/>
              <a:gd name="connsiteY12039" fmla="*/ 2090149 h 4821604"/>
              <a:gd name="connsiteX12040" fmla="*/ 2667466 w 2947832"/>
              <a:gd name="connsiteY12040" fmla="*/ 2079580 h 4821604"/>
              <a:gd name="connsiteX12041" fmla="*/ 2667466 w 2947832"/>
              <a:gd name="connsiteY12041" fmla="*/ 2078063 h 4821604"/>
              <a:gd name="connsiteX12042" fmla="*/ 2673588 w 2947832"/>
              <a:gd name="connsiteY12042" fmla="*/ 2067494 h 4821604"/>
              <a:gd name="connsiteX12043" fmla="*/ 2674896 w 2947832"/>
              <a:gd name="connsiteY12043" fmla="*/ 2066761 h 4821604"/>
              <a:gd name="connsiteX12044" fmla="*/ 1269587 w 2947832"/>
              <a:gd name="connsiteY12044" fmla="*/ 2066395 h 4821604"/>
              <a:gd name="connsiteX12045" fmla="*/ 1282144 w 2947832"/>
              <a:gd name="connsiteY12045" fmla="*/ 2066395 h 4821604"/>
              <a:gd name="connsiteX12046" fmla="*/ 1283505 w 2947832"/>
              <a:gd name="connsiteY12046" fmla="*/ 2067180 h 4821604"/>
              <a:gd name="connsiteX12047" fmla="*/ 1289783 w 2947832"/>
              <a:gd name="connsiteY12047" fmla="*/ 2078063 h 4821604"/>
              <a:gd name="connsiteX12048" fmla="*/ 1289783 w 2947832"/>
              <a:gd name="connsiteY12048" fmla="*/ 2079632 h 4821604"/>
              <a:gd name="connsiteX12049" fmla="*/ 1283505 w 2947832"/>
              <a:gd name="connsiteY12049" fmla="*/ 2090515 h 4821604"/>
              <a:gd name="connsiteX12050" fmla="*/ 1282144 w 2947832"/>
              <a:gd name="connsiteY12050" fmla="*/ 2091300 h 4821604"/>
              <a:gd name="connsiteX12051" fmla="*/ 1269587 w 2947832"/>
              <a:gd name="connsiteY12051" fmla="*/ 2091300 h 4821604"/>
              <a:gd name="connsiteX12052" fmla="*/ 1268227 w 2947832"/>
              <a:gd name="connsiteY12052" fmla="*/ 2090515 h 4821604"/>
              <a:gd name="connsiteX12053" fmla="*/ 1261948 w 2947832"/>
              <a:gd name="connsiteY12053" fmla="*/ 2079632 h 4821604"/>
              <a:gd name="connsiteX12054" fmla="*/ 1261948 w 2947832"/>
              <a:gd name="connsiteY12054" fmla="*/ 2078063 h 4821604"/>
              <a:gd name="connsiteX12055" fmla="*/ 1268227 w 2947832"/>
              <a:gd name="connsiteY12055" fmla="*/ 2067180 h 4821604"/>
              <a:gd name="connsiteX12056" fmla="*/ 1269587 w 2947832"/>
              <a:gd name="connsiteY12056" fmla="*/ 2066395 h 4821604"/>
              <a:gd name="connsiteX12057" fmla="*/ 1186918 w 2947832"/>
              <a:gd name="connsiteY12057" fmla="*/ 2066395 h 4821604"/>
              <a:gd name="connsiteX12058" fmla="*/ 1199423 w 2947832"/>
              <a:gd name="connsiteY12058" fmla="*/ 2066395 h 4821604"/>
              <a:gd name="connsiteX12059" fmla="*/ 1200783 w 2947832"/>
              <a:gd name="connsiteY12059" fmla="*/ 2067180 h 4821604"/>
              <a:gd name="connsiteX12060" fmla="*/ 1207010 w 2947832"/>
              <a:gd name="connsiteY12060" fmla="*/ 2078010 h 4821604"/>
              <a:gd name="connsiteX12061" fmla="*/ 1207010 w 2947832"/>
              <a:gd name="connsiteY12061" fmla="*/ 2079580 h 4821604"/>
              <a:gd name="connsiteX12062" fmla="*/ 1200783 w 2947832"/>
              <a:gd name="connsiteY12062" fmla="*/ 2090411 h 4821604"/>
              <a:gd name="connsiteX12063" fmla="*/ 1199423 w 2947832"/>
              <a:gd name="connsiteY12063" fmla="*/ 2091195 h 4821604"/>
              <a:gd name="connsiteX12064" fmla="*/ 1186918 w 2947832"/>
              <a:gd name="connsiteY12064" fmla="*/ 2091195 h 4821604"/>
              <a:gd name="connsiteX12065" fmla="*/ 1185557 w 2947832"/>
              <a:gd name="connsiteY12065" fmla="*/ 2090411 h 4821604"/>
              <a:gd name="connsiteX12066" fmla="*/ 1179331 w 2947832"/>
              <a:gd name="connsiteY12066" fmla="*/ 2079580 h 4821604"/>
              <a:gd name="connsiteX12067" fmla="*/ 1179331 w 2947832"/>
              <a:gd name="connsiteY12067" fmla="*/ 2078010 h 4821604"/>
              <a:gd name="connsiteX12068" fmla="*/ 1185557 w 2947832"/>
              <a:gd name="connsiteY12068" fmla="*/ 2067180 h 4821604"/>
              <a:gd name="connsiteX12069" fmla="*/ 1186918 w 2947832"/>
              <a:gd name="connsiteY12069" fmla="*/ 2066395 h 4821604"/>
              <a:gd name="connsiteX12070" fmla="*/ 938809 w 2947832"/>
              <a:gd name="connsiteY12070" fmla="*/ 2066185 h 4821604"/>
              <a:gd name="connsiteX12071" fmla="*/ 951575 w 2947832"/>
              <a:gd name="connsiteY12071" fmla="*/ 2066185 h 4821604"/>
              <a:gd name="connsiteX12072" fmla="*/ 952936 w 2947832"/>
              <a:gd name="connsiteY12072" fmla="*/ 2066970 h 4821604"/>
              <a:gd name="connsiteX12073" fmla="*/ 959319 w 2947832"/>
              <a:gd name="connsiteY12073" fmla="*/ 2078010 h 4821604"/>
              <a:gd name="connsiteX12074" fmla="*/ 959319 w 2947832"/>
              <a:gd name="connsiteY12074" fmla="*/ 2079579 h 4821604"/>
              <a:gd name="connsiteX12075" fmla="*/ 952936 w 2947832"/>
              <a:gd name="connsiteY12075" fmla="*/ 2090619 h 4821604"/>
              <a:gd name="connsiteX12076" fmla="*/ 951575 w 2947832"/>
              <a:gd name="connsiteY12076" fmla="*/ 2091404 h 4821604"/>
              <a:gd name="connsiteX12077" fmla="*/ 938809 w 2947832"/>
              <a:gd name="connsiteY12077" fmla="*/ 2091404 h 4821604"/>
              <a:gd name="connsiteX12078" fmla="*/ 937448 w 2947832"/>
              <a:gd name="connsiteY12078" fmla="*/ 2090619 h 4821604"/>
              <a:gd name="connsiteX12079" fmla="*/ 931065 w 2947832"/>
              <a:gd name="connsiteY12079" fmla="*/ 2079579 h 4821604"/>
              <a:gd name="connsiteX12080" fmla="*/ 931065 w 2947832"/>
              <a:gd name="connsiteY12080" fmla="*/ 2078010 h 4821604"/>
              <a:gd name="connsiteX12081" fmla="*/ 937448 w 2947832"/>
              <a:gd name="connsiteY12081" fmla="*/ 2066970 h 4821604"/>
              <a:gd name="connsiteX12082" fmla="*/ 938809 w 2947832"/>
              <a:gd name="connsiteY12082" fmla="*/ 2066185 h 4821604"/>
              <a:gd name="connsiteX12083" fmla="*/ 1434505 w 2947832"/>
              <a:gd name="connsiteY12083" fmla="*/ 2065662 h 4821604"/>
              <a:gd name="connsiteX12084" fmla="*/ 1447742 w 2947832"/>
              <a:gd name="connsiteY12084" fmla="*/ 2065662 h 4821604"/>
              <a:gd name="connsiteX12085" fmla="*/ 1449155 w 2947832"/>
              <a:gd name="connsiteY12085" fmla="*/ 2066499 h 4821604"/>
              <a:gd name="connsiteX12086" fmla="*/ 1455800 w 2947832"/>
              <a:gd name="connsiteY12086" fmla="*/ 2077958 h 4821604"/>
              <a:gd name="connsiteX12087" fmla="*/ 1455800 w 2947832"/>
              <a:gd name="connsiteY12087" fmla="*/ 2079580 h 4821604"/>
              <a:gd name="connsiteX12088" fmla="*/ 1449155 w 2947832"/>
              <a:gd name="connsiteY12088" fmla="*/ 2091038 h 4821604"/>
              <a:gd name="connsiteX12089" fmla="*/ 1447742 w 2947832"/>
              <a:gd name="connsiteY12089" fmla="*/ 2091875 h 4821604"/>
              <a:gd name="connsiteX12090" fmla="*/ 1434505 w 2947832"/>
              <a:gd name="connsiteY12090" fmla="*/ 2091875 h 4821604"/>
              <a:gd name="connsiteX12091" fmla="*/ 1433092 w 2947832"/>
              <a:gd name="connsiteY12091" fmla="*/ 2091038 h 4821604"/>
              <a:gd name="connsiteX12092" fmla="*/ 1426447 w 2947832"/>
              <a:gd name="connsiteY12092" fmla="*/ 2079580 h 4821604"/>
              <a:gd name="connsiteX12093" fmla="*/ 1426447 w 2947832"/>
              <a:gd name="connsiteY12093" fmla="*/ 2077958 h 4821604"/>
              <a:gd name="connsiteX12094" fmla="*/ 1433092 w 2947832"/>
              <a:gd name="connsiteY12094" fmla="*/ 2066499 h 4821604"/>
              <a:gd name="connsiteX12095" fmla="*/ 1434505 w 2947832"/>
              <a:gd name="connsiteY12095" fmla="*/ 2065662 h 4821604"/>
              <a:gd name="connsiteX12096" fmla="*/ 1516963 w 2947832"/>
              <a:gd name="connsiteY12096" fmla="*/ 2065296 h 4821604"/>
              <a:gd name="connsiteX12097" fmla="*/ 1530619 w 2947832"/>
              <a:gd name="connsiteY12097" fmla="*/ 2065296 h 4821604"/>
              <a:gd name="connsiteX12098" fmla="*/ 1532085 w 2947832"/>
              <a:gd name="connsiteY12098" fmla="*/ 2066133 h 4821604"/>
              <a:gd name="connsiteX12099" fmla="*/ 1538939 w 2947832"/>
              <a:gd name="connsiteY12099" fmla="*/ 2077958 h 4821604"/>
              <a:gd name="connsiteX12100" fmla="*/ 1538939 w 2947832"/>
              <a:gd name="connsiteY12100" fmla="*/ 2079632 h 4821604"/>
              <a:gd name="connsiteX12101" fmla="*/ 1532085 w 2947832"/>
              <a:gd name="connsiteY12101" fmla="*/ 2091457 h 4821604"/>
              <a:gd name="connsiteX12102" fmla="*/ 1530619 w 2947832"/>
              <a:gd name="connsiteY12102" fmla="*/ 2092294 h 4821604"/>
              <a:gd name="connsiteX12103" fmla="*/ 1516963 w 2947832"/>
              <a:gd name="connsiteY12103" fmla="*/ 2092294 h 4821604"/>
              <a:gd name="connsiteX12104" fmla="*/ 1515498 w 2947832"/>
              <a:gd name="connsiteY12104" fmla="*/ 2091457 h 4821604"/>
              <a:gd name="connsiteX12105" fmla="*/ 1508644 w 2947832"/>
              <a:gd name="connsiteY12105" fmla="*/ 2079632 h 4821604"/>
              <a:gd name="connsiteX12106" fmla="*/ 1508644 w 2947832"/>
              <a:gd name="connsiteY12106" fmla="*/ 2077958 h 4821604"/>
              <a:gd name="connsiteX12107" fmla="*/ 1515498 w 2947832"/>
              <a:gd name="connsiteY12107" fmla="*/ 2066133 h 4821604"/>
              <a:gd name="connsiteX12108" fmla="*/ 1516963 w 2947832"/>
              <a:gd name="connsiteY12108" fmla="*/ 2065296 h 4821604"/>
              <a:gd name="connsiteX12109" fmla="*/ 1351679 w 2947832"/>
              <a:gd name="connsiteY12109" fmla="*/ 2065296 h 4821604"/>
              <a:gd name="connsiteX12110" fmla="*/ 1365335 w 2947832"/>
              <a:gd name="connsiteY12110" fmla="*/ 2065296 h 4821604"/>
              <a:gd name="connsiteX12111" fmla="*/ 1366800 w 2947832"/>
              <a:gd name="connsiteY12111" fmla="*/ 2066133 h 4821604"/>
              <a:gd name="connsiteX12112" fmla="*/ 1373654 w 2947832"/>
              <a:gd name="connsiteY12112" fmla="*/ 2077958 h 4821604"/>
              <a:gd name="connsiteX12113" fmla="*/ 1373654 w 2947832"/>
              <a:gd name="connsiteY12113" fmla="*/ 2079632 h 4821604"/>
              <a:gd name="connsiteX12114" fmla="*/ 1366800 w 2947832"/>
              <a:gd name="connsiteY12114" fmla="*/ 2091457 h 4821604"/>
              <a:gd name="connsiteX12115" fmla="*/ 1365335 w 2947832"/>
              <a:gd name="connsiteY12115" fmla="*/ 2092294 h 4821604"/>
              <a:gd name="connsiteX12116" fmla="*/ 1351679 w 2947832"/>
              <a:gd name="connsiteY12116" fmla="*/ 2092294 h 4821604"/>
              <a:gd name="connsiteX12117" fmla="*/ 1350214 w 2947832"/>
              <a:gd name="connsiteY12117" fmla="*/ 2091457 h 4821604"/>
              <a:gd name="connsiteX12118" fmla="*/ 1343360 w 2947832"/>
              <a:gd name="connsiteY12118" fmla="*/ 2079632 h 4821604"/>
              <a:gd name="connsiteX12119" fmla="*/ 1343360 w 2947832"/>
              <a:gd name="connsiteY12119" fmla="*/ 2077958 h 4821604"/>
              <a:gd name="connsiteX12120" fmla="*/ 1350214 w 2947832"/>
              <a:gd name="connsiteY12120" fmla="*/ 2066133 h 4821604"/>
              <a:gd name="connsiteX12121" fmla="*/ 1351679 w 2947832"/>
              <a:gd name="connsiteY12121" fmla="*/ 2065296 h 4821604"/>
              <a:gd name="connsiteX12122" fmla="*/ 194323 w 2947832"/>
              <a:gd name="connsiteY12122" fmla="*/ 2065087 h 4821604"/>
              <a:gd name="connsiteX12123" fmla="*/ 208188 w 2947832"/>
              <a:gd name="connsiteY12123" fmla="*/ 2065087 h 4821604"/>
              <a:gd name="connsiteX12124" fmla="*/ 209653 w 2947832"/>
              <a:gd name="connsiteY12124" fmla="*/ 2065924 h 4821604"/>
              <a:gd name="connsiteX12125" fmla="*/ 216560 w 2947832"/>
              <a:gd name="connsiteY12125" fmla="*/ 2077906 h 4821604"/>
              <a:gd name="connsiteX12126" fmla="*/ 216560 w 2947832"/>
              <a:gd name="connsiteY12126" fmla="*/ 2079632 h 4821604"/>
              <a:gd name="connsiteX12127" fmla="*/ 209653 w 2947832"/>
              <a:gd name="connsiteY12127" fmla="*/ 2091614 h 4821604"/>
              <a:gd name="connsiteX12128" fmla="*/ 208188 w 2947832"/>
              <a:gd name="connsiteY12128" fmla="*/ 2092451 h 4821604"/>
              <a:gd name="connsiteX12129" fmla="*/ 194323 w 2947832"/>
              <a:gd name="connsiteY12129" fmla="*/ 2092451 h 4821604"/>
              <a:gd name="connsiteX12130" fmla="*/ 192858 w 2947832"/>
              <a:gd name="connsiteY12130" fmla="*/ 2091614 h 4821604"/>
              <a:gd name="connsiteX12131" fmla="*/ 185951 w 2947832"/>
              <a:gd name="connsiteY12131" fmla="*/ 2079632 h 4821604"/>
              <a:gd name="connsiteX12132" fmla="*/ 185951 w 2947832"/>
              <a:gd name="connsiteY12132" fmla="*/ 2077906 h 4821604"/>
              <a:gd name="connsiteX12133" fmla="*/ 192858 w 2947832"/>
              <a:gd name="connsiteY12133" fmla="*/ 2065924 h 4821604"/>
              <a:gd name="connsiteX12134" fmla="*/ 194323 w 2947832"/>
              <a:gd name="connsiteY12134" fmla="*/ 2065087 h 4821604"/>
              <a:gd name="connsiteX12135" fmla="*/ 1599265 w 2947832"/>
              <a:gd name="connsiteY12135" fmla="*/ 2064616 h 4821604"/>
              <a:gd name="connsiteX12136" fmla="*/ 1613602 w 2947832"/>
              <a:gd name="connsiteY12136" fmla="*/ 2064616 h 4821604"/>
              <a:gd name="connsiteX12137" fmla="*/ 1615119 w 2947832"/>
              <a:gd name="connsiteY12137" fmla="*/ 2065505 h 4821604"/>
              <a:gd name="connsiteX12138" fmla="*/ 1622287 w 2947832"/>
              <a:gd name="connsiteY12138" fmla="*/ 2077906 h 4821604"/>
              <a:gd name="connsiteX12139" fmla="*/ 1622287 w 2947832"/>
              <a:gd name="connsiteY12139" fmla="*/ 2079685 h 4821604"/>
              <a:gd name="connsiteX12140" fmla="*/ 1615119 w 2947832"/>
              <a:gd name="connsiteY12140" fmla="*/ 2092085 h 4821604"/>
              <a:gd name="connsiteX12141" fmla="*/ 1613602 w 2947832"/>
              <a:gd name="connsiteY12141" fmla="*/ 2092974 h 4821604"/>
              <a:gd name="connsiteX12142" fmla="*/ 1599265 w 2947832"/>
              <a:gd name="connsiteY12142" fmla="*/ 2092974 h 4821604"/>
              <a:gd name="connsiteX12143" fmla="*/ 1597748 w 2947832"/>
              <a:gd name="connsiteY12143" fmla="*/ 2092085 h 4821604"/>
              <a:gd name="connsiteX12144" fmla="*/ 1590580 w 2947832"/>
              <a:gd name="connsiteY12144" fmla="*/ 2079685 h 4821604"/>
              <a:gd name="connsiteX12145" fmla="*/ 1590580 w 2947832"/>
              <a:gd name="connsiteY12145" fmla="*/ 2077906 h 4821604"/>
              <a:gd name="connsiteX12146" fmla="*/ 1597748 w 2947832"/>
              <a:gd name="connsiteY12146" fmla="*/ 2065505 h 4821604"/>
              <a:gd name="connsiteX12147" fmla="*/ 1599265 w 2947832"/>
              <a:gd name="connsiteY12147" fmla="*/ 2064616 h 4821604"/>
              <a:gd name="connsiteX12148" fmla="*/ 1764550 w 2947832"/>
              <a:gd name="connsiteY12148" fmla="*/ 2064511 h 4821604"/>
              <a:gd name="connsiteX12149" fmla="*/ 1779043 w 2947832"/>
              <a:gd name="connsiteY12149" fmla="*/ 2064511 h 4821604"/>
              <a:gd name="connsiteX12150" fmla="*/ 1780613 w 2947832"/>
              <a:gd name="connsiteY12150" fmla="*/ 2065401 h 4821604"/>
              <a:gd name="connsiteX12151" fmla="*/ 1787833 w 2947832"/>
              <a:gd name="connsiteY12151" fmla="*/ 2077958 h 4821604"/>
              <a:gd name="connsiteX12152" fmla="*/ 1787833 w 2947832"/>
              <a:gd name="connsiteY12152" fmla="*/ 2079737 h 4821604"/>
              <a:gd name="connsiteX12153" fmla="*/ 1780613 w 2947832"/>
              <a:gd name="connsiteY12153" fmla="*/ 2092294 h 4821604"/>
              <a:gd name="connsiteX12154" fmla="*/ 1779043 w 2947832"/>
              <a:gd name="connsiteY12154" fmla="*/ 2093183 h 4821604"/>
              <a:gd name="connsiteX12155" fmla="*/ 1764550 w 2947832"/>
              <a:gd name="connsiteY12155" fmla="*/ 2093183 h 4821604"/>
              <a:gd name="connsiteX12156" fmla="*/ 1762981 w 2947832"/>
              <a:gd name="connsiteY12156" fmla="*/ 2092294 h 4821604"/>
              <a:gd name="connsiteX12157" fmla="*/ 1755760 w 2947832"/>
              <a:gd name="connsiteY12157" fmla="*/ 2079737 h 4821604"/>
              <a:gd name="connsiteX12158" fmla="*/ 1755760 w 2947832"/>
              <a:gd name="connsiteY12158" fmla="*/ 2077958 h 4821604"/>
              <a:gd name="connsiteX12159" fmla="*/ 1762981 w 2947832"/>
              <a:gd name="connsiteY12159" fmla="*/ 2065401 h 4821604"/>
              <a:gd name="connsiteX12160" fmla="*/ 1764550 w 2947832"/>
              <a:gd name="connsiteY12160" fmla="*/ 2064511 h 4821604"/>
              <a:gd name="connsiteX12161" fmla="*/ 1681672 w 2947832"/>
              <a:gd name="connsiteY12161" fmla="*/ 2064040 h 4821604"/>
              <a:gd name="connsiteX12162" fmla="*/ 1696584 w 2947832"/>
              <a:gd name="connsiteY12162" fmla="*/ 2064040 h 4821604"/>
              <a:gd name="connsiteX12163" fmla="*/ 1698206 w 2947832"/>
              <a:gd name="connsiteY12163" fmla="*/ 2064982 h 4821604"/>
              <a:gd name="connsiteX12164" fmla="*/ 1705688 w 2947832"/>
              <a:gd name="connsiteY12164" fmla="*/ 2077905 h 4821604"/>
              <a:gd name="connsiteX12165" fmla="*/ 1705688 w 2947832"/>
              <a:gd name="connsiteY12165" fmla="*/ 2079737 h 4821604"/>
              <a:gd name="connsiteX12166" fmla="*/ 1698206 w 2947832"/>
              <a:gd name="connsiteY12166" fmla="*/ 2092660 h 4821604"/>
              <a:gd name="connsiteX12167" fmla="*/ 1696584 w 2947832"/>
              <a:gd name="connsiteY12167" fmla="*/ 2093602 h 4821604"/>
              <a:gd name="connsiteX12168" fmla="*/ 1681672 w 2947832"/>
              <a:gd name="connsiteY12168" fmla="*/ 2093602 h 4821604"/>
              <a:gd name="connsiteX12169" fmla="*/ 1680050 w 2947832"/>
              <a:gd name="connsiteY12169" fmla="*/ 2092660 h 4821604"/>
              <a:gd name="connsiteX12170" fmla="*/ 1672568 w 2947832"/>
              <a:gd name="connsiteY12170" fmla="*/ 2079737 h 4821604"/>
              <a:gd name="connsiteX12171" fmla="*/ 1672568 w 2947832"/>
              <a:gd name="connsiteY12171" fmla="*/ 2077905 h 4821604"/>
              <a:gd name="connsiteX12172" fmla="*/ 1680050 w 2947832"/>
              <a:gd name="connsiteY12172" fmla="*/ 2064982 h 4821604"/>
              <a:gd name="connsiteX12173" fmla="*/ 1681672 w 2947832"/>
              <a:gd name="connsiteY12173" fmla="*/ 2064040 h 4821604"/>
              <a:gd name="connsiteX12174" fmla="*/ 854989 w 2947832"/>
              <a:gd name="connsiteY12174" fmla="*/ 2063831 h 4821604"/>
              <a:gd name="connsiteX12175" fmla="*/ 870110 w 2947832"/>
              <a:gd name="connsiteY12175" fmla="*/ 2063831 h 4821604"/>
              <a:gd name="connsiteX12176" fmla="*/ 871732 w 2947832"/>
              <a:gd name="connsiteY12176" fmla="*/ 2064773 h 4821604"/>
              <a:gd name="connsiteX12177" fmla="*/ 879319 w 2947832"/>
              <a:gd name="connsiteY12177" fmla="*/ 2077853 h 4821604"/>
              <a:gd name="connsiteX12178" fmla="*/ 879319 w 2947832"/>
              <a:gd name="connsiteY12178" fmla="*/ 2079737 h 4821604"/>
              <a:gd name="connsiteX12179" fmla="*/ 871732 w 2947832"/>
              <a:gd name="connsiteY12179" fmla="*/ 2092817 h 4821604"/>
              <a:gd name="connsiteX12180" fmla="*/ 870110 w 2947832"/>
              <a:gd name="connsiteY12180" fmla="*/ 2093759 h 4821604"/>
              <a:gd name="connsiteX12181" fmla="*/ 854989 w 2947832"/>
              <a:gd name="connsiteY12181" fmla="*/ 2093759 h 4821604"/>
              <a:gd name="connsiteX12182" fmla="*/ 853367 w 2947832"/>
              <a:gd name="connsiteY12182" fmla="*/ 2092817 h 4821604"/>
              <a:gd name="connsiteX12183" fmla="*/ 845780 w 2947832"/>
              <a:gd name="connsiteY12183" fmla="*/ 2079737 h 4821604"/>
              <a:gd name="connsiteX12184" fmla="*/ 845780 w 2947832"/>
              <a:gd name="connsiteY12184" fmla="*/ 2077853 h 4821604"/>
              <a:gd name="connsiteX12185" fmla="*/ 853367 w 2947832"/>
              <a:gd name="connsiteY12185" fmla="*/ 2064773 h 4821604"/>
              <a:gd name="connsiteX12186" fmla="*/ 854989 w 2947832"/>
              <a:gd name="connsiteY12186" fmla="*/ 2063831 h 4821604"/>
              <a:gd name="connsiteX12187" fmla="*/ 772060 w 2947832"/>
              <a:gd name="connsiteY12187" fmla="*/ 2063360 h 4821604"/>
              <a:gd name="connsiteX12188" fmla="*/ 787704 w 2947832"/>
              <a:gd name="connsiteY12188" fmla="*/ 2063360 h 4821604"/>
              <a:gd name="connsiteX12189" fmla="*/ 789378 w 2947832"/>
              <a:gd name="connsiteY12189" fmla="*/ 2064302 h 4821604"/>
              <a:gd name="connsiteX12190" fmla="*/ 797174 w 2947832"/>
              <a:gd name="connsiteY12190" fmla="*/ 2077853 h 4821604"/>
              <a:gd name="connsiteX12191" fmla="*/ 797174 w 2947832"/>
              <a:gd name="connsiteY12191" fmla="*/ 2079789 h 4821604"/>
              <a:gd name="connsiteX12192" fmla="*/ 789378 w 2947832"/>
              <a:gd name="connsiteY12192" fmla="*/ 2093340 h 4821604"/>
              <a:gd name="connsiteX12193" fmla="*/ 787704 w 2947832"/>
              <a:gd name="connsiteY12193" fmla="*/ 2094282 h 4821604"/>
              <a:gd name="connsiteX12194" fmla="*/ 772060 w 2947832"/>
              <a:gd name="connsiteY12194" fmla="*/ 2094282 h 4821604"/>
              <a:gd name="connsiteX12195" fmla="*/ 770385 w 2947832"/>
              <a:gd name="connsiteY12195" fmla="*/ 2093340 h 4821604"/>
              <a:gd name="connsiteX12196" fmla="*/ 762589 w 2947832"/>
              <a:gd name="connsiteY12196" fmla="*/ 2079789 h 4821604"/>
              <a:gd name="connsiteX12197" fmla="*/ 762589 w 2947832"/>
              <a:gd name="connsiteY12197" fmla="*/ 2077853 h 4821604"/>
              <a:gd name="connsiteX12198" fmla="*/ 770385 w 2947832"/>
              <a:gd name="connsiteY12198" fmla="*/ 2064302 h 4821604"/>
              <a:gd name="connsiteX12199" fmla="*/ 772060 w 2947832"/>
              <a:gd name="connsiteY12199" fmla="*/ 2063360 h 4821604"/>
              <a:gd name="connsiteX12200" fmla="*/ 276049 w 2947832"/>
              <a:gd name="connsiteY12200" fmla="*/ 2063151 h 4821604"/>
              <a:gd name="connsiteX12201" fmla="*/ 291850 w 2947832"/>
              <a:gd name="connsiteY12201" fmla="*/ 2063151 h 4821604"/>
              <a:gd name="connsiteX12202" fmla="*/ 293525 w 2947832"/>
              <a:gd name="connsiteY12202" fmla="*/ 2064145 h 4821604"/>
              <a:gd name="connsiteX12203" fmla="*/ 301425 w 2947832"/>
              <a:gd name="connsiteY12203" fmla="*/ 2077801 h 4821604"/>
              <a:gd name="connsiteX12204" fmla="*/ 301425 w 2947832"/>
              <a:gd name="connsiteY12204" fmla="*/ 2079737 h 4821604"/>
              <a:gd name="connsiteX12205" fmla="*/ 293525 w 2947832"/>
              <a:gd name="connsiteY12205" fmla="*/ 2093393 h 4821604"/>
              <a:gd name="connsiteX12206" fmla="*/ 291850 w 2947832"/>
              <a:gd name="connsiteY12206" fmla="*/ 2094387 h 4821604"/>
              <a:gd name="connsiteX12207" fmla="*/ 276049 w 2947832"/>
              <a:gd name="connsiteY12207" fmla="*/ 2094387 h 4821604"/>
              <a:gd name="connsiteX12208" fmla="*/ 274375 w 2947832"/>
              <a:gd name="connsiteY12208" fmla="*/ 2093393 h 4821604"/>
              <a:gd name="connsiteX12209" fmla="*/ 266474 w 2947832"/>
              <a:gd name="connsiteY12209" fmla="*/ 2079737 h 4821604"/>
              <a:gd name="connsiteX12210" fmla="*/ 266474 w 2947832"/>
              <a:gd name="connsiteY12210" fmla="*/ 2077801 h 4821604"/>
              <a:gd name="connsiteX12211" fmla="*/ 274375 w 2947832"/>
              <a:gd name="connsiteY12211" fmla="*/ 2064145 h 4821604"/>
              <a:gd name="connsiteX12212" fmla="*/ 276049 w 2947832"/>
              <a:gd name="connsiteY12212" fmla="*/ 2063151 h 4821604"/>
              <a:gd name="connsiteX12213" fmla="*/ 2425112 w 2947832"/>
              <a:gd name="connsiteY12213" fmla="*/ 2063046 h 4821604"/>
              <a:gd name="connsiteX12214" fmla="*/ 2441070 w 2947832"/>
              <a:gd name="connsiteY12214" fmla="*/ 2063046 h 4821604"/>
              <a:gd name="connsiteX12215" fmla="*/ 2442797 w 2947832"/>
              <a:gd name="connsiteY12215" fmla="*/ 2064040 h 4821604"/>
              <a:gd name="connsiteX12216" fmla="*/ 2450750 w 2947832"/>
              <a:gd name="connsiteY12216" fmla="*/ 2077853 h 4821604"/>
              <a:gd name="connsiteX12217" fmla="*/ 2450750 w 2947832"/>
              <a:gd name="connsiteY12217" fmla="*/ 2079841 h 4821604"/>
              <a:gd name="connsiteX12218" fmla="*/ 2442797 w 2947832"/>
              <a:gd name="connsiteY12218" fmla="*/ 2093654 h 4821604"/>
              <a:gd name="connsiteX12219" fmla="*/ 2441070 w 2947832"/>
              <a:gd name="connsiteY12219" fmla="*/ 2094648 h 4821604"/>
              <a:gd name="connsiteX12220" fmla="*/ 2425112 w 2947832"/>
              <a:gd name="connsiteY12220" fmla="*/ 2094648 h 4821604"/>
              <a:gd name="connsiteX12221" fmla="*/ 2423386 w 2947832"/>
              <a:gd name="connsiteY12221" fmla="*/ 2093654 h 4821604"/>
              <a:gd name="connsiteX12222" fmla="*/ 2415433 w 2947832"/>
              <a:gd name="connsiteY12222" fmla="*/ 2079841 h 4821604"/>
              <a:gd name="connsiteX12223" fmla="*/ 2415433 w 2947832"/>
              <a:gd name="connsiteY12223" fmla="*/ 2077853 h 4821604"/>
              <a:gd name="connsiteX12224" fmla="*/ 2423386 w 2947832"/>
              <a:gd name="connsiteY12224" fmla="*/ 2064040 h 4821604"/>
              <a:gd name="connsiteX12225" fmla="*/ 2425112 w 2947832"/>
              <a:gd name="connsiteY12225" fmla="*/ 2063046 h 4821604"/>
              <a:gd name="connsiteX12226" fmla="*/ 523165 w 2947832"/>
              <a:gd name="connsiteY12226" fmla="*/ 2061477 h 4821604"/>
              <a:gd name="connsiteX12227" fmla="*/ 540641 w 2947832"/>
              <a:gd name="connsiteY12227" fmla="*/ 2061477 h 4821604"/>
              <a:gd name="connsiteX12228" fmla="*/ 542524 w 2947832"/>
              <a:gd name="connsiteY12228" fmla="*/ 2062576 h 4821604"/>
              <a:gd name="connsiteX12229" fmla="*/ 551262 w 2947832"/>
              <a:gd name="connsiteY12229" fmla="*/ 2077749 h 4821604"/>
              <a:gd name="connsiteX12230" fmla="*/ 551262 w 2947832"/>
              <a:gd name="connsiteY12230" fmla="*/ 2079894 h 4821604"/>
              <a:gd name="connsiteX12231" fmla="*/ 542524 w 2947832"/>
              <a:gd name="connsiteY12231" fmla="*/ 2095067 h 4821604"/>
              <a:gd name="connsiteX12232" fmla="*/ 540641 w 2947832"/>
              <a:gd name="connsiteY12232" fmla="*/ 2096166 h 4821604"/>
              <a:gd name="connsiteX12233" fmla="*/ 523165 w 2947832"/>
              <a:gd name="connsiteY12233" fmla="*/ 2096166 h 4821604"/>
              <a:gd name="connsiteX12234" fmla="*/ 521281 w 2947832"/>
              <a:gd name="connsiteY12234" fmla="*/ 2095067 h 4821604"/>
              <a:gd name="connsiteX12235" fmla="*/ 512543 w 2947832"/>
              <a:gd name="connsiteY12235" fmla="*/ 2079894 h 4821604"/>
              <a:gd name="connsiteX12236" fmla="*/ 512543 w 2947832"/>
              <a:gd name="connsiteY12236" fmla="*/ 2077749 h 4821604"/>
              <a:gd name="connsiteX12237" fmla="*/ 521281 w 2947832"/>
              <a:gd name="connsiteY12237" fmla="*/ 2062576 h 4821604"/>
              <a:gd name="connsiteX12238" fmla="*/ 523165 w 2947832"/>
              <a:gd name="connsiteY12238" fmla="*/ 2061477 h 4821604"/>
              <a:gd name="connsiteX12239" fmla="*/ 2341607 w 2947832"/>
              <a:gd name="connsiteY12239" fmla="*/ 2061424 h 4821604"/>
              <a:gd name="connsiteX12240" fmla="*/ 2359134 w 2947832"/>
              <a:gd name="connsiteY12240" fmla="*/ 2061424 h 4821604"/>
              <a:gd name="connsiteX12241" fmla="*/ 2361018 w 2947832"/>
              <a:gd name="connsiteY12241" fmla="*/ 2062523 h 4821604"/>
              <a:gd name="connsiteX12242" fmla="*/ 2369808 w 2947832"/>
              <a:gd name="connsiteY12242" fmla="*/ 2077696 h 4821604"/>
              <a:gd name="connsiteX12243" fmla="*/ 2369808 w 2947832"/>
              <a:gd name="connsiteY12243" fmla="*/ 2079841 h 4821604"/>
              <a:gd name="connsiteX12244" fmla="*/ 2361018 w 2947832"/>
              <a:gd name="connsiteY12244" fmla="*/ 2095015 h 4821604"/>
              <a:gd name="connsiteX12245" fmla="*/ 2359134 w 2947832"/>
              <a:gd name="connsiteY12245" fmla="*/ 2096113 h 4821604"/>
              <a:gd name="connsiteX12246" fmla="*/ 2341607 w 2947832"/>
              <a:gd name="connsiteY12246" fmla="*/ 2096113 h 4821604"/>
              <a:gd name="connsiteX12247" fmla="*/ 2339723 w 2947832"/>
              <a:gd name="connsiteY12247" fmla="*/ 2095015 h 4821604"/>
              <a:gd name="connsiteX12248" fmla="*/ 2330933 w 2947832"/>
              <a:gd name="connsiteY12248" fmla="*/ 2079841 h 4821604"/>
              <a:gd name="connsiteX12249" fmla="*/ 2330933 w 2947832"/>
              <a:gd name="connsiteY12249" fmla="*/ 2077696 h 4821604"/>
              <a:gd name="connsiteX12250" fmla="*/ 2339723 w 2947832"/>
              <a:gd name="connsiteY12250" fmla="*/ 2062523 h 4821604"/>
              <a:gd name="connsiteX12251" fmla="*/ 2341607 w 2947832"/>
              <a:gd name="connsiteY12251" fmla="*/ 2061424 h 4821604"/>
              <a:gd name="connsiteX12252" fmla="*/ 357619 w 2947832"/>
              <a:gd name="connsiteY12252" fmla="*/ 2061006 h 4821604"/>
              <a:gd name="connsiteX12253" fmla="*/ 375617 w 2947832"/>
              <a:gd name="connsiteY12253" fmla="*/ 2061006 h 4821604"/>
              <a:gd name="connsiteX12254" fmla="*/ 377553 w 2947832"/>
              <a:gd name="connsiteY12254" fmla="*/ 2062105 h 4821604"/>
              <a:gd name="connsiteX12255" fmla="*/ 386553 w 2947832"/>
              <a:gd name="connsiteY12255" fmla="*/ 2077697 h 4821604"/>
              <a:gd name="connsiteX12256" fmla="*/ 386553 w 2947832"/>
              <a:gd name="connsiteY12256" fmla="*/ 2079946 h 4821604"/>
              <a:gd name="connsiteX12257" fmla="*/ 377553 w 2947832"/>
              <a:gd name="connsiteY12257" fmla="*/ 2095538 h 4821604"/>
              <a:gd name="connsiteX12258" fmla="*/ 375617 w 2947832"/>
              <a:gd name="connsiteY12258" fmla="*/ 2096637 h 4821604"/>
              <a:gd name="connsiteX12259" fmla="*/ 357619 w 2947832"/>
              <a:gd name="connsiteY12259" fmla="*/ 2096637 h 4821604"/>
              <a:gd name="connsiteX12260" fmla="*/ 355683 w 2947832"/>
              <a:gd name="connsiteY12260" fmla="*/ 2095538 h 4821604"/>
              <a:gd name="connsiteX12261" fmla="*/ 346684 w 2947832"/>
              <a:gd name="connsiteY12261" fmla="*/ 2079946 h 4821604"/>
              <a:gd name="connsiteX12262" fmla="*/ 346684 w 2947832"/>
              <a:gd name="connsiteY12262" fmla="*/ 2077697 h 4821604"/>
              <a:gd name="connsiteX12263" fmla="*/ 355683 w 2947832"/>
              <a:gd name="connsiteY12263" fmla="*/ 2062105 h 4821604"/>
              <a:gd name="connsiteX12264" fmla="*/ 357619 w 2947832"/>
              <a:gd name="connsiteY12264" fmla="*/ 2061006 h 4821604"/>
              <a:gd name="connsiteX12265" fmla="*/ 2506629 w 2947832"/>
              <a:gd name="connsiteY12265" fmla="*/ 2060901 h 4821604"/>
              <a:gd name="connsiteX12266" fmla="*/ 2524733 w 2947832"/>
              <a:gd name="connsiteY12266" fmla="*/ 2060901 h 4821604"/>
              <a:gd name="connsiteX12267" fmla="*/ 2526669 w 2947832"/>
              <a:gd name="connsiteY12267" fmla="*/ 2062000 h 4821604"/>
              <a:gd name="connsiteX12268" fmla="*/ 2535720 w 2947832"/>
              <a:gd name="connsiteY12268" fmla="*/ 2077696 h 4821604"/>
              <a:gd name="connsiteX12269" fmla="*/ 2535720 w 2947832"/>
              <a:gd name="connsiteY12269" fmla="*/ 2079946 h 4821604"/>
              <a:gd name="connsiteX12270" fmla="*/ 2526669 w 2947832"/>
              <a:gd name="connsiteY12270" fmla="*/ 2095643 h 4821604"/>
              <a:gd name="connsiteX12271" fmla="*/ 2524733 w 2947832"/>
              <a:gd name="connsiteY12271" fmla="*/ 2096741 h 4821604"/>
              <a:gd name="connsiteX12272" fmla="*/ 2506629 w 2947832"/>
              <a:gd name="connsiteY12272" fmla="*/ 2096741 h 4821604"/>
              <a:gd name="connsiteX12273" fmla="*/ 2504693 w 2947832"/>
              <a:gd name="connsiteY12273" fmla="*/ 2095643 h 4821604"/>
              <a:gd name="connsiteX12274" fmla="*/ 2495641 w 2947832"/>
              <a:gd name="connsiteY12274" fmla="*/ 2079946 h 4821604"/>
              <a:gd name="connsiteX12275" fmla="*/ 2495641 w 2947832"/>
              <a:gd name="connsiteY12275" fmla="*/ 2077696 h 4821604"/>
              <a:gd name="connsiteX12276" fmla="*/ 2504693 w 2947832"/>
              <a:gd name="connsiteY12276" fmla="*/ 2062000 h 4821604"/>
              <a:gd name="connsiteX12277" fmla="*/ 2506629 w 2947832"/>
              <a:gd name="connsiteY12277" fmla="*/ 2060901 h 4821604"/>
              <a:gd name="connsiteX12278" fmla="*/ 1845283 w 2947832"/>
              <a:gd name="connsiteY12278" fmla="*/ 2060692 h 4821604"/>
              <a:gd name="connsiteX12279" fmla="*/ 1863596 w 2947832"/>
              <a:gd name="connsiteY12279" fmla="*/ 2060692 h 4821604"/>
              <a:gd name="connsiteX12280" fmla="*/ 1865531 w 2947832"/>
              <a:gd name="connsiteY12280" fmla="*/ 2061843 h 4821604"/>
              <a:gd name="connsiteX12281" fmla="*/ 1874688 w 2947832"/>
              <a:gd name="connsiteY12281" fmla="*/ 2077697 h 4821604"/>
              <a:gd name="connsiteX12282" fmla="*/ 1874688 w 2947832"/>
              <a:gd name="connsiteY12282" fmla="*/ 2079946 h 4821604"/>
              <a:gd name="connsiteX12283" fmla="*/ 1865531 w 2947832"/>
              <a:gd name="connsiteY12283" fmla="*/ 2095800 h 4821604"/>
              <a:gd name="connsiteX12284" fmla="*/ 1863596 w 2947832"/>
              <a:gd name="connsiteY12284" fmla="*/ 2096951 h 4821604"/>
              <a:gd name="connsiteX12285" fmla="*/ 1845283 w 2947832"/>
              <a:gd name="connsiteY12285" fmla="*/ 2096951 h 4821604"/>
              <a:gd name="connsiteX12286" fmla="*/ 1843347 w 2947832"/>
              <a:gd name="connsiteY12286" fmla="*/ 2095800 h 4821604"/>
              <a:gd name="connsiteX12287" fmla="*/ 1834191 w 2947832"/>
              <a:gd name="connsiteY12287" fmla="*/ 2079946 h 4821604"/>
              <a:gd name="connsiteX12288" fmla="*/ 1834191 w 2947832"/>
              <a:gd name="connsiteY12288" fmla="*/ 2077697 h 4821604"/>
              <a:gd name="connsiteX12289" fmla="*/ 1843347 w 2947832"/>
              <a:gd name="connsiteY12289" fmla="*/ 2061843 h 4821604"/>
              <a:gd name="connsiteX12290" fmla="*/ 1845283 w 2947832"/>
              <a:gd name="connsiteY12290" fmla="*/ 2060692 h 4821604"/>
              <a:gd name="connsiteX12291" fmla="*/ 2589036 w 2947832"/>
              <a:gd name="connsiteY12291" fmla="*/ 2060325 h 4821604"/>
              <a:gd name="connsiteX12292" fmla="*/ 2607715 w 2947832"/>
              <a:gd name="connsiteY12292" fmla="*/ 2060325 h 4821604"/>
              <a:gd name="connsiteX12293" fmla="*/ 2609703 w 2947832"/>
              <a:gd name="connsiteY12293" fmla="*/ 2061476 h 4821604"/>
              <a:gd name="connsiteX12294" fmla="*/ 2619016 w 2947832"/>
              <a:gd name="connsiteY12294" fmla="*/ 2077643 h 4821604"/>
              <a:gd name="connsiteX12295" fmla="*/ 2619016 w 2947832"/>
              <a:gd name="connsiteY12295" fmla="*/ 2079946 h 4821604"/>
              <a:gd name="connsiteX12296" fmla="*/ 2609703 w 2947832"/>
              <a:gd name="connsiteY12296" fmla="*/ 2096113 h 4821604"/>
              <a:gd name="connsiteX12297" fmla="*/ 2607715 w 2947832"/>
              <a:gd name="connsiteY12297" fmla="*/ 2097264 h 4821604"/>
              <a:gd name="connsiteX12298" fmla="*/ 2589036 w 2947832"/>
              <a:gd name="connsiteY12298" fmla="*/ 2097264 h 4821604"/>
              <a:gd name="connsiteX12299" fmla="*/ 2587048 w 2947832"/>
              <a:gd name="connsiteY12299" fmla="*/ 2096113 h 4821604"/>
              <a:gd name="connsiteX12300" fmla="*/ 2577735 w 2947832"/>
              <a:gd name="connsiteY12300" fmla="*/ 2079946 h 4821604"/>
              <a:gd name="connsiteX12301" fmla="*/ 2577735 w 2947832"/>
              <a:gd name="connsiteY12301" fmla="*/ 2077643 h 4821604"/>
              <a:gd name="connsiteX12302" fmla="*/ 2587048 w 2947832"/>
              <a:gd name="connsiteY12302" fmla="*/ 2061476 h 4821604"/>
              <a:gd name="connsiteX12303" fmla="*/ 2589036 w 2947832"/>
              <a:gd name="connsiteY12303" fmla="*/ 2060325 h 4821604"/>
              <a:gd name="connsiteX12304" fmla="*/ 2010200 w 2947832"/>
              <a:gd name="connsiteY12304" fmla="*/ 2059907 h 4821604"/>
              <a:gd name="connsiteX12305" fmla="*/ 2029246 w 2947832"/>
              <a:gd name="connsiteY12305" fmla="*/ 2059907 h 4821604"/>
              <a:gd name="connsiteX12306" fmla="*/ 2031286 w 2947832"/>
              <a:gd name="connsiteY12306" fmla="*/ 2061110 h 4821604"/>
              <a:gd name="connsiteX12307" fmla="*/ 2040809 w 2947832"/>
              <a:gd name="connsiteY12307" fmla="*/ 2077592 h 4821604"/>
              <a:gd name="connsiteX12308" fmla="*/ 2040809 w 2947832"/>
              <a:gd name="connsiteY12308" fmla="*/ 2079946 h 4821604"/>
              <a:gd name="connsiteX12309" fmla="*/ 2031286 w 2947832"/>
              <a:gd name="connsiteY12309" fmla="*/ 2096428 h 4821604"/>
              <a:gd name="connsiteX12310" fmla="*/ 2029246 w 2947832"/>
              <a:gd name="connsiteY12310" fmla="*/ 2097631 h 4821604"/>
              <a:gd name="connsiteX12311" fmla="*/ 2010200 w 2947832"/>
              <a:gd name="connsiteY12311" fmla="*/ 2097631 h 4821604"/>
              <a:gd name="connsiteX12312" fmla="*/ 2008160 w 2947832"/>
              <a:gd name="connsiteY12312" fmla="*/ 2096428 h 4821604"/>
              <a:gd name="connsiteX12313" fmla="*/ 1998637 w 2947832"/>
              <a:gd name="connsiteY12313" fmla="*/ 2079946 h 4821604"/>
              <a:gd name="connsiteX12314" fmla="*/ 1998637 w 2947832"/>
              <a:gd name="connsiteY12314" fmla="*/ 2077592 h 4821604"/>
              <a:gd name="connsiteX12315" fmla="*/ 2008160 w 2947832"/>
              <a:gd name="connsiteY12315" fmla="*/ 2061110 h 4821604"/>
              <a:gd name="connsiteX12316" fmla="*/ 2010200 w 2947832"/>
              <a:gd name="connsiteY12316" fmla="*/ 2059907 h 4821604"/>
              <a:gd name="connsiteX12317" fmla="*/ 439712 w 2947832"/>
              <a:gd name="connsiteY12317" fmla="*/ 2059855 h 4821604"/>
              <a:gd name="connsiteX12318" fmla="*/ 458810 w 2947832"/>
              <a:gd name="connsiteY12318" fmla="*/ 2059855 h 4821604"/>
              <a:gd name="connsiteX12319" fmla="*/ 460850 w 2947832"/>
              <a:gd name="connsiteY12319" fmla="*/ 2061058 h 4821604"/>
              <a:gd name="connsiteX12320" fmla="*/ 470425 w 2947832"/>
              <a:gd name="connsiteY12320" fmla="*/ 2077592 h 4821604"/>
              <a:gd name="connsiteX12321" fmla="*/ 470425 w 2947832"/>
              <a:gd name="connsiteY12321" fmla="*/ 2079947 h 4821604"/>
              <a:gd name="connsiteX12322" fmla="*/ 460850 w 2947832"/>
              <a:gd name="connsiteY12322" fmla="*/ 2096480 h 4821604"/>
              <a:gd name="connsiteX12323" fmla="*/ 458810 w 2947832"/>
              <a:gd name="connsiteY12323" fmla="*/ 2097684 h 4821604"/>
              <a:gd name="connsiteX12324" fmla="*/ 439712 w 2947832"/>
              <a:gd name="connsiteY12324" fmla="*/ 2097684 h 4821604"/>
              <a:gd name="connsiteX12325" fmla="*/ 437671 w 2947832"/>
              <a:gd name="connsiteY12325" fmla="*/ 2096480 h 4821604"/>
              <a:gd name="connsiteX12326" fmla="*/ 428097 w 2947832"/>
              <a:gd name="connsiteY12326" fmla="*/ 2079947 h 4821604"/>
              <a:gd name="connsiteX12327" fmla="*/ 428097 w 2947832"/>
              <a:gd name="connsiteY12327" fmla="*/ 2077592 h 4821604"/>
              <a:gd name="connsiteX12328" fmla="*/ 437671 w 2947832"/>
              <a:gd name="connsiteY12328" fmla="*/ 2061058 h 4821604"/>
              <a:gd name="connsiteX12329" fmla="*/ 439712 w 2947832"/>
              <a:gd name="connsiteY12329" fmla="*/ 2059855 h 4821604"/>
              <a:gd name="connsiteX12330" fmla="*/ 1927062 w 2947832"/>
              <a:gd name="connsiteY12330" fmla="*/ 2058913 h 4821604"/>
              <a:gd name="connsiteX12331" fmla="*/ 1947153 w 2947832"/>
              <a:gd name="connsiteY12331" fmla="*/ 2058913 h 4821604"/>
              <a:gd name="connsiteX12332" fmla="*/ 1949299 w 2947832"/>
              <a:gd name="connsiteY12332" fmla="*/ 2060169 h 4821604"/>
              <a:gd name="connsiteX12333" fmla="*/ 1959344 w 2947832"/>
              <a:gd name="connsiteY12333" fmla="*/ 2077540 h 4821604"/>
              <a:gd name="connsiteX12334" fmla="*/ 1959344 w 2947832"/>
              <a:gd name="connsiteY12334" fmla="*/ 2079999 h 4821604"/>
              <a:gd name="connsiteX12335" fmla="*/ 1949299 w 2947832"/>
              <a:gd name="connsiteY12335" fmla="*/ 2097370 h 4821604"/>
              <a:gd name="connsiteX12336" fmla="*/ 1947153 w 2947832"/>
              <a:gd name="connsiteY12336" fmla="*/ 2098625 h 4821604"/>
              <a:gd name="connsiteX12337" fmla="*/ 1927062 w 2947832"/>
              <a:gd name="connsiteY12337" fmla="*/ 2098625 h 4821604"/>
              <a:gd name="connsiteX12338" fmla="*/ 1924917 w 2947832"/>
              <a:gd name="connsiteY12338" fmla="*/ 2097370 h 4821604"/>
              <a:gd name="connsiteX12339" fmla="*/ 1914871 w 2947832"/>
              <a:gd name="connsiteY12339" fmla="*/ 2079999 h 4821604"/>
              <a:gd name="connsiteX12340" fmla="*/ 1914871 w 2947832"/>
              <a:gd name="connsiteY12340" fmla="*/ 2077540 h 4821604"/>
              <a:gd name="connsiteX12341" fmla="*/ 1924917 w 2947832"/>
              <a:gd name="connsiteY12341" fmla="*/ 2060169 h 4821604"/>
              <a:gd name="connsiteX12342" fmla="*/ 1927062 w 2947832"/>
              <a:gd name="connsiteY12342" fmla="*/ 2058913 h 4821604"/>
              <a:gd name="connsiteX12343" fmla="*/ 2174491 w 2947832"/>
              <a:gd name="connsiteY12343" fmla="*/ 2057919 h 4821604"/>
              <a:gd name="connsiteX12344" fmla="*/ 2195629 w 2947832"/>
              <a:gd name="connsiteY12344" fmla="*/ 2057919 h 4821604"/>
              <a:gd name="connsiteX12345" fmla="*/ 2197878 w 2947832"/>
              <a:gd name="connsiteY12345" fmla="*/ 2059227 h 4821604"/>
              <a:gd name="connsiteX12346" fmla="*/ 2208448 w 2947832"/>
              <a:gd name="connsiteY12346" fmla="*/ 2077540 h 4821604"/>
              <a:gd name="connsiteX12347" fmla="*/ 2208448 w 2947832"/>
              <a:gd name="connsiteY12347" fmla="*/ 2080156 h 4821604"/>
              <a:gd name="connsiteX12348" fmla="*/ 2197878 w 2947832"/>
              <a:gd name="connsiteY12348" fmla="*/ 2098468 h 4821604"/>
              <a:gd name="connsiteX12349" fmla="*/ 2195629 w 2947832"/>
              <a:gd name="connsiteY12349" fmla="*/ 2099776 h 4821604"/>
              <a:gd name="connsiteX12350" fmla="*/ 2174491 w 2947832"/>
              <a:gd name="connsiteY12350" fmla="*/ 2099776 h 4821604"/>
              <a:gd name="connsiteX12351" fmla="*/ 2172241 w 2947832"/>
              <a:gd name="connsiteY12351" fmla="*/ 2098468 h 4821604"/>
              <a:gd name="connsiteX12352" fmla="*/ 2161672 w 2947832"/>
              <a:gd name="connsiteY12352" fmla="*/ 2080156 h 4821604"/>
              <a:gd name="connsiteX12353" fmla="*/ 2161672 w 2947832"/>
              <a:gd name="connsiteY12353" fmla="*/ 2077540 h 4821604"/>
              <a:gd name="connsiteX12354" fmla="*/ 2172241 w 2947832"/>
              <a:gd name="connsiteY12354" fmla="*/ 2059227 h 4821604"/>
              <a:gd name="connsiteX12355" fmla="*/ 2174491 w 2947832"/>
              <a:gd name="connsiteY12355" fmla="*/ 2057919 h 4821604"/>
              <a:gd name="connsiteX12356" fmla="*/ 2257003 w 2947832"/>
              <a:gd name="connsiteY12356" fmla="*/ 2057552 h 4821604"/>
              <a:gd name="connsiteX12357" fmla="*/ 2278507 w 2947832"/>
              <a:gd name="connsiteY12357" fmla="*/ 2057552 h 4821604"/>
              <a:gd name="connsiteX12358" fmla="*/ 2280809 w 2947832"/>
              <a:gd name="connsiteY12358" fmla="*/ 2058860 h 4821604"/>
              <a:gd name="connsiteX12359" fmla="*/ 2291535 w 2947832"/>
              <a:gd name="connsiteY12359" fmla="*/ 2077487 h 4821604"/>
              <a:gd name="connsiteX12360" fmla="*/ 2291535 w 2947832"/>
              <a:gd name="connsiteY12360" fmla="*/ 2080155 h 4821604"/>
              <a:gd name="connsiteX12361" fmla="*/ 2280809 w 2947832"/>
              <a:gd name="connsiteY12361" fmla="*/ 2098782 h 4821604"/>
              <a:gd name="connsiteX12362" fmla="*/ 2278507 w 2947832"/>
              <a:gd name="connsiteY12362" fmla="*/ 2100090 h 4821604"/>
              <a:gd name="connsiteX12363" fmla="*/ 2257003 w 2947832"/>
              <a:gd name="connsiteY12363" fmla="*/ 2100090 h 4821604"/>
              <a:gd name="connsiteX12364" fmla="*/ 2254700 w 2947832"/>
              <a:gd name="connsiteY12364" fmla="*/ 2098782 h 4821604"/>
              <a:gd name="connsiteX12365" fmla="*/ 2243975 w 2947832"/>
              <a:gd name="connsiteY12365" fmla="*/ 2080155 h 4821604"/>
              <a:gd name="connsiteX12366" fmla="*/ 2243975 w 2947832"/>
              <a:gd name="connsiteY12366" fmla="*/ 2077487 h 4821604"/>
              <a:gd name="connsiteX12367" fmla="*/ 2254700 w 2947832"/>
              <a:gd name="connsiteY12367" fmla="*/ 2058860 h 4821604"/>
              <a:gd name="connsiteX12368" fmla="*/ 2257003 w 2947832"/>
              <a:gd name="connsiteY12368" fmla="*/ 2057552 h 4821604"/>
              <a:gd name="connsiteX12369" fmla="*/ 686409 w 2947832"/>
              <a:gd name="connsiteY12369" fmla="*/ 2057395 h 4821604"/>
              <a:gd name="connsiteX12370" fmla="*/ 708018 w 2947832"/>
              <a:gd name="connsiteY12370" fmla="*/ 2057395 h 4821604"/>
              <a:gd name="connsiteX12371" fmla="*/ 710320 w 2947832"/>
              <a:gd name="connsiteY12371" fmla="*/ 2058755 h 4821604"/>
              <a:gd name="connsiteX12372" fmla="*/ 721151 w 2947832"/>
              <a:gd name="connsiteY12372" fmla="*/ 2077487 h 4821604"/>
              <a:gd name="connsiteX12373" fmla="*/ 721151 w 2947832"/>
              <a:gd name="connsiteY12373" fmla="*/ 2080155 h 4821604"/>
              <a:gd name="connsiteX12374" fmla="*/ 710320 w 2947832"/>
              <a:gd name="connsiteY12374" fmla="*/ 2098886 h 4821604"/>
              <a:gd name="connsiteX12375" fmla="*/ 708018 w 2947832"/>
              <a:gd name="connsiteY12375" fmla="*/ 2100247 h 4821604"/>
              <a:gd name="connsiteX12376" fmla="*/ 686409 w 2947832"/>
              <a:gd name="connsiteY12376" fmla="*/ 2100247 h 4821604"/>
              <a:gd name="connsiteX12377" fmla="*/ 684107 w 2947832"/>
              <a:gd name="connsiteY12377" fmla="*/ 2098886 h 4821604"/>
              <a:gd name="connsiteX12378" fmla="*/ 673276 w 2947832"/>
              <a:gd name="connsiteY12378" fmla="*/ 2080155 h 4821604"/>
              <a:gd name="connsiteX12379" fmla="*/ 673276 w 2947832"/>
              <a:gd name="connsiteY12379" fmla="*/ 2077487 h 4821604"/>
              <a:gd name="connsiteX12380" fmla="*/ 684107 w 2947832"/>
              <a:gd name="connsiteY12380" fmla="*/ 2058755 h 4821604"/>
              <a:gd name="connsiteX12381" fmla="*/ 686409 w 2947832"/>
              <a:gd name="connsiteY12381" fmla="*/ 2057395 h 4821604"/>
              <a:gd name="connsiteX12382" fmla="*/ 601176 w 2947832"/>
              <a:gd name="connsiteY12382" fmla="*/ 2052268 h 4821604"/>
              <a:gd name="connsiteX12383" fmla="*/ 628017 w 2947832"/>
              <a:gd name="connsiteY12383" fmla="*/ 2052268 h 4821604"/>
              <a:gd name="connsiteX12384" fmla="*/ 630895 w 2947832"/>
              <a:gd name="connsiteY12384" fmla="*/ 2053942 h 4821604"/>
              <a:gd name="connsiteX12385" fmla="*/ 644290 w 2947832"/>
              <a:gd name="connsiteY12385" fmla="*/ 2077173 h 4821604"/>
              <a:gd name="connsiteX12386" fmla="*/ 644290 w 2947832"/>
              <a:gd name="connsiteY12386" fmla="*/ 2080469 h 4821604"/>
              <a:gd name="connsiteX12387" fmla="*/ 630895 w 2947832"/>
              <a:gd name="connsiteY12387" fmla="*/ 2103700 h 4821604"/>
              <a:gd name="connsiteX12388" fmla="*/ 628017 w 2947832"/>
              <a:gd name="connsiteY12388" fmla="*/ 2105375 h 4821604"/>
              <a:gd name="connsiteX12389" fmla="*/ 601176 w 2947832"/>
              <a:gd name="connsiteY12389" fmla="*/ 2105375 h 4821604"/>
              <a:gd name="connsiteX12390" fmla="*/ 598299 w 2947832"/>
              <a:gd name="connsiteY12390" fmla="*/ 2103700 h 4821604"/>
              <a:gd name="connsiteX12391" fmla="*/ 584904 w 2947832"/>
              <a:gd name="connsiteY12391" fmla="*/ 2080469 h 4821604"/>
              <a:gd name="connsiteX12392" fmla="*/ 584904 w 2947832"/>
              <a:gd name="connsiteY12392" fmla="*/ 2077173 h 4821604"/>
              <a:gd name="connsiteX12393" fmla="*/ 598299 w 2947832"/>
              <a:gd name="connsiteY12393" fmla="*/ 2053942 h 4821604"/>
              <a:gd name="connsiteX12394" fmla="*/ 601176 w 2947832"/>
              <a:gd name="connsiteY12394" fmla="*/ 2052268 h 4821604"/>
              <a:gd name="connsiteX12395" fmla="*/ 101295 w 2947832"/>
              <a:gd name="connsiteY12395" fmla="*/ 2044472 h 4821604"/>
              <a:gd name="connsiteX12396" fmla="*/ 135984 w 2947832"/>
              <a:gd name="connsiteY12396" fmla="*/ 2044472 h 4821604"/>
              <a:gd name="connsiteX12397" fmla="*/ 139699 w 2947832"/>
              <a:gd name="connsiteY12397" fmla="*/ 2046617 h 4821604"/>
              <a:gd name="connsiteX12398" fmla="*/ 157017 w 2947832"/>
              <a:gd name="connsiteY12398" fmla="*/ 2076650 h 4821604"/>
              <a:gd name="connsiteX12399" fmla="*/ 157017 w 2947832"/>
              <a:gd name="connsiteY12399" fmla="*/ 2080940 h 4821604"/>
              <a:gd name="connsiteX12400" fmla="*/ 139699 w 2947832"/>
              <a:gd name="connsiteY12400" fmla="*/ 2110973 h 4821604"/>
              <a:gd name="connsiteX12401" fmla="*/ 135984 w 2947832"/>
              <a:gd name="connsiteY12401" fmla="*/ 2113118 h 4821604"/>
              <a:gd name="connsiteX12402" fmla="*/ 101295 w 2947832"/>
              <a:gd name="connsiteY12402" fmla="*/ 2113118 h 4821604"/>
              <a:gd name="connsiteX12403" fmla="*/ 97580 w 2947832"/>
              <a:gd name="connsiteY12403" fmla="*/ 2110973 h 4821604"/>
              <a:gd name="connsiteX12404" fmla="*/ 80261 w 2947832"/>
              <a:gd name="connsiteY12404" fmla="*/ 2080940 h 4821604"/>
              <a:gd name="connsiteX12405" fmla="*/ 80261 w 2947832"/>
              <a:gd name="connsiteY12405" fmla="*/ 2076650 h 4821604"/>
              <a:gd name="connsiteX12406" fmla="*/ 97580 w 2947832"/>
              <a:gd name="connsiteY12406" fmla="*/ 2046617 h 4821604"/>
              <a:gd name="connsiteX12407" fmla="*/ 101295 w 2947832"/>
              <a:gd name="connsiteY12407" fmla="*/ 2044472 h 4821604"/>
              <a:gd name="connsiteX12408" fmla="*/ 1190110 w 2947832"/>
              <a:gd name="connsiteY12408" fmla="*/ 1990110 h 4821604"/>
              <a:gd name="connsiteX12409" fmla="*/ 1196232 w 2947832"/>
              <a:gd name="connsiteY12409" fmla="*/ 1990110 h 4821604"/>
              <a:gd name="connsiteX12410" fmla="*/ 1196860 w 2947832"/>
              <a:gd name="connsiteY12410" fmla="*/ 1990476 h 4821604"/>
              <a:gd name="connsiteX12411" fmla="*/ 1199894 w 2947832"/>
              <a:gd name="connsiteY12411" fmla="*/ 1995761 h 4821604"/>
              <a:gd name="connsiteX12412" fmla="*/ 1199894 w 2947832"/>
              <a:gd name="connsiteY12412" fmla="*/ 1996493 h 4821604"/>
              <a:gd name="connsiteX12413" fmla="*/ 1196860 w 2947832"/>
              <a:gd name="connsiteY12413" fmla="*/ 2001778 h 4821604"/>
              <a:gd name="connsiteX12414" fmla="*/ 1196232 w 2947832"/>
              <a:gd name="connsiteY12414" fmla="*/ 2002144 h 4821604"/>
              <a:gd name="connsiteX12415" fmla="*/ 1190110 w 2947832"/>
              <a:gd name="connsiteY12415" fmla="*/ 2002144 h 4821604"/>
              <a:gd name="connsiteX12416" fmla="*/ 1189482 w 2947832"/>
              <a:gd name="connsiteY12416" fmla="*/ 2001778 h 4821604"/>
              <a:gd name="connsiteX12417" fmla="*/ 1186448 w 2947832"/>
              <a:gd name="connsiteY12417" fmla="*/ 1996493 h 4821604"/>
              <a:gd name="connsiteX12418" fmla="*/ 1186448 w 2947832"/>
              <a:gd name="connsiteY12418" fmla="*/ 1995761 h 4821604"/>
              <a:gd name="connsiteX12419" fmla="*/ 1189482 w 2947832"/>
              <a:gd name="connsiteY12419" fmla="*/ 1990476 h 4821604"/>
              <a:gd name="connsiteX12420" fmla="*/ 1190110 w 2947832"/>
              <a:gd name="connsiteY12420" fmla="*/ 1990110 h 4821604"/>
              <a:gd name="connsiteX12421" fmla="*/ 1106710 w 2947832"/>
              <a:gd name="connsiteY12421" fmla="*/ 1988540 h 4821604"/>
              <a:gd name="connsiteX12422" fmla="*/ 1114348 w 2947832"/>
              <a:gd name="connsiteY12422" fmla="*/ 1988540 h 4821604"/>
              <a:gd name="connsiteX12423" fmla="*/ 1115186 w 2947832"/>
              <a:gd name="connsiteY12423" fmla="*/ 1989011 h 4821604"/>
              <a:gd name="connsiteX12424" fmla="*/ 1119005 w 2947832"/>
              <a:gd name="connsiteY12424" fmla="*/ 1995656 h 4821604"/>
              <a:gd name="connsiteX12425" fmla="*/ 1119005 w 2947832"/>
              <a:gd name="connsiteY12425" fmla="*/ 1996598 h 4821604"/>
              <a:gd name="connsiteX12426" fmla="*/ 1115186 w 2947832"/>
              <a:gd name="connsiteY12426" fmla="*/ 2003242 h 4821604"/>
              <a:gd name="connsiteX12427" fmla="*/ 1114348 w 2947832"/>
              <a:gd name="connsiteY12427" fmla="*/ 2003713 h 4821604"/>
              <a:gd name="connsiteX12428" fmla="*/ 1106710 w 2947832"/>
              <a:gd name="connsiteY12428" fmla="*/ 2003713 h 4821604"/>
              <a:gd name="connsiteX12429" fmla="*/ 1105872 w 2947832"/>
              <a:gd name="connsiteY12429" fmla="*/ 2003242 h 4821604"/>
              <a:gd name="connsiteX12430" fmla="*/ 1102053 w 2947832"/>
              <a:gd name="connsiteY12430" fmla="*/ 1996598 h 4821604"/>
              <a:gd name="connsiteX12431" fmla="*/ 1102053 w 2947832"/>
              <a:gd name="connsiteY12431" fmla="*/ 1995656 h 4821604"/>
              <a:gd name="connsiteX12432" fmla="*/ 1105872 w 2947832"/>
              <a:gd name="connsiteY12432" fmla="*/ 1989011 h 4821604"/>
              <a:gd name="connsiteX12433" fmla="*/ 1106710 w 2947832"/>
              <a:gd name="connsiteY12433" fmla="*/ 1988540 h 4821604"/>
              <a:gd name="connsiteX12434" fmla="*/ 1022418 w 2947832"/>
              <a:gd name="connsiteY12434" fmla="*/ 1985348 h 4821604"/>
              <a:gd name="connsiteX12435" fmla="*/ 1033301 w 2947832"/>
              <a:gd name="connsiteY12435" fmla="*/ 1985348 h 4821604"/>
              <a:gd name="connsiteX12436" fmla="*/ 1034452 w 2947832"/>
              <a:gd name="connsiteY12436" fmla="*/ 1986028 h 4821604"/>
              <a:gd name="connsiteX12437" fmla="*/ 1039894 w 2947832"/>
              <a:gd name="connsiteY12437" fmla="*/ 1995446 h 4821604"/>
              <a:gd name="connsiteX12438" fmla="*/ 1039894 w 2947832"/>
              <a:gd name="connsiteY12438" fmla="*/ 1996806 h 4821604"/>
              <a:gd name="connsiteX12439" fmla="*/ 1034452 w 2947832"/>
              <a:gd name="connsiteY12439" fmla="*/ 2006224 h 4821604"/>
              <a:gd name="connsiteX12440" fmla="*/ 1033301 w 2947832"/>
              <a:gd name="connsiteY12440" fmla="*/ 2006905 h 4821604"/>
              <a:gd name="connsiteX12441" fmla="*/ 1022418 w 2947832"/>
              <a:gd name="connsiteY12441" fmla="*/ 2006905 h 4821604"/>
              <a:gd name="connsiteX12442" fmla="*/ 1021268 w 2947832"/>
              <a:gd name="connsiteY12442" fmla="*/ 2006224 h 4821604"/>
              <a:gd name="connsiteX12443" fmla="*/ 1015826 w 2947832"/>
              <a:gd name="connsiteY12443" fmla="*/ 1996806 h 4821604"/>
              <a:gd name="connsiteX12444" fmla="*/ 1015826 w 2947832"/>
              <a:gd name="connsiteY12444" fmla="*/ 1995446 h 4821604"/>
              <a:gd name="connsiteX12445" fmla="*/ 1021268 w 2947832"/>
              <a:gd name="connsiteY12445" fmla="*/ 1986028 h 4821604"/>
              <a:gd name="connsiteX12446" fmla="*/ 1022418 w 2947832"/>
              <a:gd name="connsiteY12446" fmla="*/ 1985348 h 4821604"/>
              <a:gd name="connsiteX12447" fmla="*/ 1269901 w 2947832"/>
              <a:gd name="connsiteY12447" fmla="*/ 1984459 h 4821604"/>
              <a:gd name="connsiteX12448" fmla="*/ 1281673 w 2947832"/>
              <a:gd name="connsiteY12448" fmla="*/ 1984459 h 4821604"/>
              <a:gd name="connsiteX12449" fmla="*/ 1282929 w 2947832"/>
              <a:gd name="connsiteY12449" fmla="*/ 1985191 h 4821604"/>
              <a:gd name="connsiteX12450" fmla="*/ 1288842 w 2947832"/>
              <a:gd name="connsiteY12450" fmla="*/ 1995394 h 4821604"/>
              <a:gd name="connsiteX12451" fmla="*/ 1288842 w 2947832"/>
              <a:gd name="connsiteY12451" fmla="*/ 1996859 h 4821604"/>
              <a:gd name="connsiteX12452" fmla="*/ 1282929 w 2947832"/>
              <a:gd name="connsiteY12452" fmla="*/ 2007062 h 4821604"/>
              <a:gd name="connsiteX12453" fmla="*/ 1281673 w 2947832"/>
              <a:gd name="connsiteY12453" fmla="*/ 2007794 h 4821604"/>
              <a:gd name="connsiteX12454" fmla="*/ 1269901 w 2947832"/>
              <a:gd name="connsiteY12454" fmla="*/ 2007794 h 4821604"/>
              <a:gd name="connsiteX12455" fmla="*/ 1268645 w 2947832"/>
              <a:gd name="connsiteY12455" fmla="*/ 2007062 h 4821604"/>
              <a:gd name="connsiteX12456" fmla="*/ 1262733 w 2947832"/>
              <a:gd name="connsiteY12456" fmla="*/ 1996859 h 4821604"/>
              <a:gd name="connsiteX12457" fmla="*/ 1262733 w 2947832"/>
              <a:gd name="connsiteY12457" fmla="*/ 1995394 h 4821604"/>
              <a:gd name="connsiteX12458" fmla="*/ 1268645 w 2947832"/>
              <a:gd name="connsiteY12458" fmla="*/ 1985191 h 4821604"/>
              <a:gd name="connsiteX12459" fmla="*/ 1269901 w 2947832"/>
              <a:gd name="connsiteY12459" fmla="*/ 1984459 h 4821604"/>
              <a:gd name="connsiteX12460" fmla="*/ 1352046 w 2947832"/>
              <a:gd name="connsiteY12460" fmla="*/ 1983412 h 4821604"/>
              <a:gd name="connsiteX12461" fmla="*/ 1364917 w 2947832"/>
              <a:gd name="connsiteY12461" fmla="*/ 1983412 h 4821604"/>
              <a:gd name="connsiteX12462" fmla="*/ 1366278 w 2947832"/>
              <a:gd name="connsiteY12462" fmla="*/ 1984197 h 4821604"/>
              <a:gd name="connsiteX12463" fmla="*/ 1372713 w 2947832"/>
              <a:gd name="connsiteY12463" fmla="*/ 1995341 h 4821604"/>
              <a:gd name="connsiteX12464" fmla="*/ 1372713 w 2947832"/>
              <a:gd name="connsiteY12464" fmla="*/ 1996911 h 4821604"/>
              <a:gd name="connsiteX12465" fmla="*/ 1366278 w 2947832"/>
              <a:gd name="connsiteY12465" fmla="*/ 2008055 h 4821604"/>
              <a:gd name="connsiteX12466" fmla="*/ 1364917 w 2947832"/>
              <a:gd name="connsiteY12466" fmla="*/ 2008840 h 4821604"/>
              <a:gd name="connsiteX12467" fmla="*/ 1352046 w 2947832"/>
              <a:gd name="connsiteY12467" fmla="*/ 2008840 h 4821604"/>
              <a:gd name="connsiteX12468" fmla="*/ 1350686 w 2947832"/>
              <a:gd name="connsiteY12468" fmla="*/ 2008055 h 4821604"/>
              <a:gd name="connsiteX12469" fmla="*/ 1344250 w 2947832"/>
              <a:gd name="connsiteY12469" fmla="*/ 1996911 h 4821604"/>
              <a:gd name="connsiteX12470" fmla="*/ 1344250 w 2947832"/>
              <a:gd name="connsiteY12470" fmla="*/ 1995341 h 4821604"/>
              <a:gd name="connsiteX12471" fmla="*/ 1350686 w 2947832"/>
              <a:gd name="connsiteY12471" fmla="*/ 1984197 h 4821604"/>
              <a:gd name="connsiteX12472" fmla="*/ 1352046 w 2947832"/>
              <a:gd name="connsiteY12472" fmla="*/ 1983412 h 4821604"/>
              <a:gd name="connsiteX12473" fmla="*/ 2095851 w 2947832"/>
              <a:gd name="connsiteY12473" fmla="*/ 1983099 h 4821604"/>
              <a:gd name="connsiteX12474" fmla="*/ 2109036 w 2947832"/>
              <a:gd name="connsiteY12474" fmla="*/ 1983099 h 4821604"/>
              <a:gd name="connsiteX12475" fmla="*/ 2110449 w 2947832"/>
              <a:gd name="connsiteY12475" fmla="*/ 1983936 h 4821604"/>
              <a:gd name="connsiteX12476" fmla="*/ 2117042 w 2947832"/>
              <a:gd name="connsiteY12476" fmla="*/ 1995342 h 4821604"/>
              <a:gd name="connsiteX12477" fmla="*/ 2117042 w 2947832"/>
              <a:gd name="connsiteY12477" fmla="*/ 1996964 h 4821604"/>
              <a:gd name="connsiteX12478" fmla="*/ 2110449 w 2947832"/>
              <a:gd name="connsiteY12478" fmla="*/ 2008370 h 4821604"/>
              <a:gd name="connsiteX12479" fmla="*/ 2109036 w 2947832"/>
              <a:gd name="connsiteY12479" fmla="*/ 2009207 h 4821604"/>
              <a:gd name="connsiteX12480" fmla="*/ 2095851 w 2947832"/>
              <a:gd name="connsiteY12480" fmla="*/ 2009207 h 4821604"/>
              <a:gd name="connsiteX12481" fmla="*/ 2094439 w 2947832"/>
              <a:gd name="connsiteY12481" fmla="*/ 2008370 h 4821604"/>
              <a:gd name="connsiteX12482" fmla="*/ 2087846 w 2947832"/>
              <a:gd name="connsiteY12482" fmla="*/ 1996964 h 4821604"/>
              <a:gd name="connsiteX12483" fmla="*/ 2087846 w 2947832"/>
              <a:gd name="connsiteY12483" fmla="*/ 1995342 h 4821604"/>
              <a:gd name="connsiteX12484" fmla="*/ 2094439 w 2947832"/>
              <a:gd name="connsiteY12484" fmla="*/ 1983936 h 4821604"/>
              <a:gd name="connsiteX12485" fmla="*/ 2095851 w 2947832"/>
              <a:gd name="connsiteY12485" fmla="*/ 1983099 h 4821604"/>
              <a:gd name="connsiteX12486" fmla="*/ 2757041 w 2947832"/>
              <a:gd name="connsiteY12486" fmla="*/ 1982994 h 4821604"/>
              <a:gd name="connsiteX12487" fmla="*/ 2770278 w 2947832"/>
              <a:gd name="connsiteY12487" fmla="*/ 1982994 h 4821604"/>
              <a:gd name="connsiteX12488" fmla="*/ 2771691 w 2947832"/>
              <a:gd name="connsiteY12488" fmla="*/ 1983831 h 4821604"/>
              <a:gd name="connsiteX12489" fmla="*/ 2778336 w 2947832"/>
              <a:gd name="connsiteY12489" fmla="*/ 1995290 h 4821604"/>
              <a:gd name="connsiteX12490" fmla="*/ 2778336 w 2947832"/>
              <a:gd name="connsiteY12490" fmla="*/ 1996912 h 4821604"/>
              <a:gd name="connsiteX12491" fmla="*/ 2771691 w 2947832"/>
              <a:gd name="connsiteY12491" fmla="*/ 2008370 h 4821604"/>
              <a:gd name="connsiteX12492" fmla="*/ 2770278 w 2947832"/>
              <a:gd name="connsiteY12492" fmla="*/ 2009207 h 4821604"/>
              <a:gd name="connsiteX12493" fmla="*/ 2757041 w 2947832"/>
              <a:gd name="connsiteY12493" fmla="*/ 2009207 h 4821604"/>
              <a:gd name="connsiteX12494" fmla="*/ 2755628 w 2947832"/>
              <a:gd name="connsiteY12494" fmla="*/ 2008370 h 4821604"/>
              <a:gd name="connsiteX12495" fmla="*/ 2748983 w 2947832"/>
              <a:gd name="connsiteY12495" fmla="*/ 1996912 h 4821604"/>
              <a:gd name="connsiteX12496" fmla="*/ 2748983 w 2947832"/>
              <a:gd name="connsiteY12496" fmla="*/ 1995290 h 4821604"/>
              <a:gd name="connsiteX12497" fmla="*/ 2755628 w 2947832"/>
              <a:gd name="connsiteY12497" fmla="*/ 1983831 h 4821604"/>
              <a:gd name="connsiteX12498" fmla="*/ 2757041 w 2947832"/>
              <a:gd name="connsiteY12498" fmla="*/ 1982994 h 4821604"/>
              <a:gd name="connsiteX12499" fmla="*/ 1599789 w 2947832"/>
              <a:gd name="connsiteY12499" fmla="*/ 1982942 h 4821604"/>
              <a:gd name="connsiteX12500" fmla="*/ 1613079 w 2947832"/>
              <a:gd name="connsiteY12500" fmla="*/ 1982942 h 4821604"/>
              <a:gd name="connsiteX12501" fmla="*/ 1614491 w 2947832"/>
              <a:gd name="connsiteY12501" fmla="*/ 1983779 h 4821604"/>
              <a:gd name="connsiteX12502" fmla="*/ 1621136 w 2947832"/>
              <a:gd name="connsiteY12502" fmla="*/ 1995290 h 4821604"/>
              <a:gd name="connsiteX12503" fmla="*/ 1621136 w 2947832"/>
              <a:gd name="connsiteY12503" fmla="*/ 1996912 h 4821604"/>
              <a:gd name="connsiteX12504" fmla="*/ 1614491 w 2947832"/>
              <a:gd name="connsiteY12504" fmla="*/ 2008423 h 4821604"/>
              <a:gd name="connsiteX12505" fmla="*/ 1613079 w 2947832"/>
              <a:gd name="connsiteY12505" fmla="*/ 2009260 h 4821604"/>
              <a:gd name="connsiteX12506" fmla="*/ 1599789 w 2947832"/>
              <a:gd name="connsiteY12506" fmla="*/ 2009260 h 4821604"/>
              <a:gd name="connsiteX12507" fmla="*/ 1598376 w 2947832"/>
              <a:gd name="connsiteY12507" fmla="*/ 2008423 h 4821604"/>
              <a:gd name="connsiteX12508" fmla="*/ 1591731 w 2947832"/>
              <a:gd name="connsiteY12508" fmla="*/ 1996912 h 4821604"/>
              <a:gd name="connsiteX12509" fmla="*/ 1591731 w 2947832"/>
              <a:gd name="connsiteY12509" fmla="*/ 1995290 h 4821604"/>
              <a:gd name="connsiteX12510" fmla="*/ 1598376 w 2947832"/>
              <a:gd name="connsiteY12510" fmla="*/ 1983779 h 4821604"/>
              <a:gd name="connsiteX12511" fmla="*/ 1599789 w 2947832"/>
              <a:gd name="connsiteY12511" fmla="*/ 1982942 h 4821604"/>
              <a:gd name="connsiteX12512" fmla="*/ 1434400 w 2947832"/>
              <a:gd name="connsiteY12512" fmla="*/ 1982785 h 4821604"/>
              <a:gd name="connsiteX12513" fmla="*/ 1447899 w 2947832"/>
              <a:gd name="connsiteY12513" fmla="*/ 1982785 h 4821604"/>
              <a:gd name="connsiteX12514" fmla="*/ 1449364 w 2947832"/>
              <a:gd name="connsiteY12514" fmla="*/ 1983622 h 4821604"/>
              <a:gd name="connsiteX12515" fmla="*/ 1456113 w 2947832"/>
              <a:gd name="connsiteY12515" fmla="*/ 1995342 h 4821604"/>
              <a:gd name="connsiteX12516" fmla="*/ 1456113 w 2947832"/>
              <a:gd name="connsiteY12516" fmla="*/ 1997017 h 4821604"/>
              <a:gd name="connsiteX12517" fmla="*/ 1449364 w 2947832"/>
              <a:gd name="connsiteY12517" fmla="*/ 2008737 h 4821604"/>
              <a:gd name="connsiteX12518" fmla="*/ 1447899 w 2947832"/>
              <a:gd name="connsiteY12518" fmla="*/ 2009574 h 4821604"/>
              <a:gd name="connsiteX12519" fmla="*/ 1434400 w 2947832"/>
              <a:gd name="connsiteY12519" fmla="*/ 2009574 h 4821604"/>
              <a:gd name="connsiteX12520" fmla="*/ 1432935 w 2947832"/>
              <a:gd name="connsiteY12520" fmla="*/ 2008737 h 4821604"/>
              <a:gd name="connsiteX12521" fmla="*/ 1426185 w 2947832"/>
              <a:gd name="connsiteY12521" fmla="*/ 1997017 h 4821604"/>
              <a:gd name="connsiteX12522" fmla="*/ 1426185 w 2947832"/>
              <a:gd name="connsiteY12522" fmla="*/ 1995342 h 4821604"/>
              <a:gd name="connsiteX12523" fmla="*/ 1432935 w 2947832"/>
              <a:gd name="connsiteY12523" fmla="*/ 1983622 h 4821604"/>
              <a:gd name="connsiteX12524" fmla="*/ 1434400 w 2947832"/>
              <a:gd name="connsiteY12524" fmla="*/ 1982785 h 4821604"/>
              <a:gd name="connsiteX12525" fmla="*/ 2674006 w 2947832"/>
              <a:gd name="connsiteY12525" fmla="*/ 1982209 h 4821604"/>
              <a:gd name="connsiteX12526" fmla="*/ 2688081 w 2947832"/>
              <a:gd name="connsiteY12526" fmla="*/ 1982209 h 4821604"/>
              <a:gd name="connsiteX12527" fmla="*/ 2689599 w 2947832"/>
              <a:gd name="connsiteY12527" fmla="*/ 1983098 h 4821604"/>
              <a:gd name="connsiteX12528" fmla="*/ 2696610 w 2947832"/>
              <a:gd name="connsiteY12528" fmla="*/ 1995289 h 4821604"/>
              <a:gd name="connsiteX12529" fmla="*/ 2696610 w 2947832"/>
              <a:gd name="connsiteY12529" fmla="*/ 1997016 h 4821604"/>
              <a:gd name="connsiteX12530" fmla="*/ 2689599 w 2947832"/>
              <a:gd name="connsiteY12530" fmla="*/ 2009207 h 4821604"/>
              <a:gd name="connsiteX12531" fmla="*/ 2688081 w 2947832"/>
              <a:gd name="connsiteY12531" fmla="*/ 2010096 h 4821604"/>
              <a:gd name="connsiteX12532" fmla="*/ 2674006 w 2947832"/>
              <a:gd name="connsiteY12532" fmla="*/ 2010096 h 4821604"/>
              <a:gd name="connsiteX12533" fmla="*/ 2672489 w 2947832"/>
              <a:gd name="connsiteY12533" fmla="*/ 2009207 h 4821604"/>
              <a:gd name="connsiteX12534" fmla="*/ 2665478 w 2947832"/>
              <a:gd name="connsiteY12534" fmla="*/ 1997016 h 4821604"/>
              <a:gd name="connsiteX12535" fmla="*/ 2665478 w 2947832"/>
              <a:gd name="connsiteY12535" fmla="*/ 1995289 h 4821604"/>
              <a:gd name="connsiteX12536" fmla="*/ 2672489 w 2947832"/>
              <a:gd name="connsiteY12536" fmla="*/ 1983098 h 4821604"/>
              <a:gd name="connsiteX12537" fmla="*/ 2674006 w 2947832"/>
              <a:gd name="connsiteY12537" fmla="*/ 1982209 h 4821604"/>
              <a:gd name="connsiteX12538" fmla="*/ 937971 w 2947832"/>
              <a:gd name="connsiteY12538" fmla="*/ 1981843 h 4821604"/>
              <a:gd name="connsiteX12539" fmla="*/ 952464 w 2947832"/>
              <a:gd name="connsiteY12539" fmla="*/ 1981843 h 4821604"/>
              <a:gd name="connsiteX12540" fmla="*/ 954034 w 2947832"/>
              <a:gd name="connsiteY12540" fmla="*/ 1982732 h 4821604"/>
              <a:gd name="connsiteX12541" fmla="*/ 961254 w 2947832"/>
              <a:gd name="connsiteY12541" fmla="*/ 1995290 h 4821604"/>
              <a:gd name="connsiteX12542" fmla="*/ 961254 w 2947832"/>
              <a:gd name="connsiteY12542" fmla="*/ 1997069 h 4821604"/>
              <a:gd name="connsiteX12543" fmla="*/ 954034 w 2947832"/>
              <a:gd name="connsiteY12543" fmla="*/ 2009626 h 4821604"/>
              <a:gd name="connsiteX12544" fmla="*/ 952464 w 2947832"/>
              <a:gd name="connsiteY12544" fmla="*/ 2010515 h 4821604"/>
              <a:gd name="connsiteX12545" fmla="*/ 937971 w 2947832"/>
              <a:gd name="connsiteY12545" fmla="*/ 2010515 h 4821604"/>
              <a:gd name="connsiteX12546" fmla="*/ 936402 w 2947832"/>
              <a:gd name="connsiteY12546" fmla="*/ 2009626 h 4821604"/>
              <a:gd name="connsiteX12547" fmla="*/ 929181 w 2947832"/>
              <a:gd name="connsiteY12547" fmla="*/ 1997069 h 4821604"/>
              <a:gd name="connsiteX12548" fmla="*/ 929181 w 2947832"/>
              <a:gd name="connsiteY12548" fmla="*/ 1995290 h 4821604"/>
              <a:gd name="connsiteX12549" fmla="*/ 936402 w 2947832"/>
              <a:gd name="connsiteY12549" fmla="*/ 1982732 h 4821604"/>
              <a:gd name="connsiteX12550" fmla="*/ 937971 w 2947832"/>
              <a:gd name="connsiteY12550" fmla="*/ 1981843 h 4821604"/>
              <a:gd name="connsiteX12551" fmla="*/ 1516336 w 2947832"/>
              <a:gd name="connsiteY12551" fmla="*/ 1981424 h 4821604"/>
              <a:gd name="connsiteX12552" fmla="*/ 1531195 w 2947832"/>
              <a:gd name="connsiteY12552" fmla="*/ 1981424 h 4821604"/>
              <a:gd name="connsiteX12553" fmla="*/ 1532765 w 2947832"/>
              <a:gd name="connsiteY12553" fmla="*/ 1982366 h 4821604"/>
              <a:gd name="connsiteX12554" fmla="*/ 1540195 w 2947832"/>
              <a:gd name="connsiteY12554" fmla="*/ 1995237 h 4821604"/>
              <a:gd name="connsiteX12555" fmla="*/ 1540195 w 2947832"/>
              <a:gd name="connsiteY12555" fmla="*/ 1997068 h 4821604"/>
              <a:gd name="connsiteX12556" fmla="*/ 1532765 w 2947832"/>
              <a:gd name="connsiteY12556" fmla="*/ 2009939 h 4821604"/>
              <a:gd name="connsiteX12557" fmla="*/ 1531195 w 2947832"/>
              <a:gd name="connsiteY12557" fmla="*/ 2010881 h 4821604"/>
              <a:gd name="connsiteX12558" fmla="*/ 1516336 w 2947832"/>
              <a:gd name="connsiteY12558" fmla="*/ 2010881 h 4821604"/>
              <a:gd name="connsiteX12559" fmla="*/ 1514766 w 2947832"/>
              <a:gd name="connsiteY12559" fmla="*/ 2009939 h 4821604"/>
              <a:gd name="connsiteX12560" fmla="*/ 1507336 w 2947832"/>
              <a:gd name="connsiteY12560" fmla="*/ 1997068 h 4821604"/>
              <a:gd name="connsiteX12561" fmla="*/ 1507336 w 2947832"/>
              <a:gd name="connsiteY12561" fmla="*/ 1995237 h 4821604"/>
              <a:gd name="connsiteX12562" fmla="*/ 1514766 w 2947832"/>
              <a:gd name="connsiteY12562" fmla="*/ 1982366 h 4821604"/>
              <a:gd name="connsiteX12563" fmla="*/ 1516336 w 2947832"/>
              <a:gd name="connsiteY12563" fmla="*/ 1981424 h 4821604"/>
              <a:gd name="connsiteX12564" fmla="*/ 1681672 w 2947832"/>
              <a:gd name="connsiteY12564" fmla="*/ 1981372 h 4821604"/>
              <a:gd name="connsiteX12565" fmla="*/ 1696584 w 2947832"/>
              <a:gd name="connsiteY12565" fmla="*/ 1981372 h 4821604"/>
              <a:gd name="connsiteX12566" fmla="*/ 1698206 w 2947832"/>
              <a:gd name="connsiteY12566" fmla="*/ 1982314 h 4821604"/>
              <a:gd name="connsiteX12567" fmla="*/ 1705688 w 2947832"/>
              <a:gd name="connsiteY12567" fmla="*/ 1995237 h 4821604"/>
              <a:gd name="connsiteX12568" fmla="*/ 1705688 w 2947832"/>
              <a:gd name="connsiteY12568" fmla="*/ 1997069 h 4821604"/>
              <a:gd name="connsiteX12569" fmla="*/ 1698206 w 2947832"/>
              <a:gd name="connsiteY12569" fmla="*/ 2009992 h 4821604"/>
              <a:gd name="connsiteX12570" fmla="*/ 1696584 w 2947832"/>
              <a:gd name="connsiteY12570" fmla="*/ 2010934 h 4821604"/>
              <a:gd name="connsiteX12571" fmla="*/ 1681672 w 2947832"/>
              <a:gd name="connsiteY12571" fmla="*/ 2010934 h 4821604"/>
              <a:gd name="connsiteX12572" fmla="*/ 1680050 w 2947832"/>
              <a:gd name="connsiteY12572" fmla="*/ 2009992 h 4821604"/>
              <a:gd name="connsiteX12573" fmla="*/ 1672568 w 2947832"/>
              <a:gd name="connsiteY12573" fmla="*/ 1997069 h 4821604"/>
              <a:gd name="connsiteX12574" fmla="*/ 1672568 w 2947832"/>
              <a:gd name="connsiteY12574" fmla="*/ 1995237 h 4821604"/>
              <a:gd name="connsiteX12575" fmla="*/ 1680050 w 2947832"/>
              <a:gd name="connsiteY12575" fmla="*/ 1982314 h 4821604"/>
              <a:gd name="connsiteX12576" fmla="*/ 1681672 w 2947832"/>
              <a:gd name="connsiteY12576" fmla="*/ 1981372 h 4821604"/>
              <a:gd name="connsiteX12577" fmla="*/ 1764027 w 2947832"/>
              <a:gd name="connsiteY12577" fmla="*/ 1980796 h 4821604"/>
              <a:gd name="connsiteX12578" fmla="*/ 1779567 w 2947832"/>
              <a:gd name="connsiteY12578" fmla="*/ 1980796 h 4821604"/>
              <a:gd name="connsiteX12579" fmla="*/ 1781241 w 2947832"/>
              <a:gd name="connsiteY12579" fmla="*/ 1981738 h 4821604"/>
              <a:gd name="connsiteX12580" fmla="*/ 1788985 w 2947832"/>
              <a:gd name="connsiteY12580" fmla="*/ 1995184 h 4821604"/>
              <a:gd name="connsiteX12581" fmla="*/ 1788985 w 2947832"/>
              <a:gd name="connsiteY12581" fmla="*/ 1997120 h 4821604"/>
              <a:gd name="connsiteX12582" fmla="*/ 1781241 w 2947832"/>
              <a:gd name="connsiteY12582" fmla="*/ 2010567 h 4821604"/>
              <a:gd name="connsiteX12583" fmla="*/ 1779567 w 2947832"/>
              <a:gd name="connsiteY12583" fmla="*/ 2011509 h 4821604"/>
              <a:gd name="connsiteX12584" fmla="*/ 1764027 w 2947832"/>
              <a:gd name="connsiteY12584" fmla="*/ 2011509 h 4821604"/>
              <a:gd name="connsiteX12585" fmla="*/ 1762353 w 2947832"/>
              <a:gd name="connsiteY12585" fmla="*/ 2010567 h 4821604"/>
              <a:gd name="connsiteX12586" fmla="*/ 1754609 w 2947832"/>
              <a:gd name="connsiteY12586" fmla="*/ 1997120 h 4821604"/>
              <a:gd name="connsiteX12587" fmla="*/ 1754609 w 2947832"/>
              <a:gd name="connsiteY12587" fmla="*/ 1995184 h 4821604"/>
              <a:gd name="connsiteX12588" fmla="*/ 1762353 w 2947832"/>
              <a:gd name="connsiteY12588" fmla="*/ 1981738 h 4821604"/>
              <a:gd name="connsiteX12589" fmla="*/ 1764027 w 2947832"/>
              <a:gd name="connsiteY12589" fmla="*/ 1980796 h 4821604"/>
              <a:gd name="connsiteX12590" fmla="*/ 2425059 w 2947832"/>
              <a:gd name="connsiteY12590" fmla="*/ 1980273 h 4821604"/>
              <a:gd name="connsiteX12591" fmla="*/ 2441070 w 2947832"/>
              <a:gd name="connsiteY12591" fmla="*/ 1980273 h 4821604"/>
              <a:gd name="connsiteX12592" fmla="*/ 2442797 w 2947832"/>
              <a:gd name="connsiteY12592" fmla="*/ 1981267 h 4821604"/>
              <a:gd name="connsiteX12593" fmla="*/ 2450802 w 2947832"/>
              <a:gd name="connsiteY12593" fmla="*/ 1995132 h 4821604"/>
              <a:gd name="connsiteX12594" fmla="*/ 2450802 w 2947832"/>
              <a:gd name="connsiteY12594" fmla="*/ 1997121 h 4821604"/>
              <a:gd name="connsiteX12595" fmla="*/ 2442797 w 2947832"/>
              <a:gd name="connsiteY12595" fmla="*/ 2010986 h 4821604"/>
              <a:gd name="connsiteX12596" fmla="*/ 2441070 w 2947832"/>
              <a:gd name="connsiteY12596" fmla="*/ 2011980 h 4821604"/>
              <a:gd name="connsiteX12597" fmla="*/ 2425059 w 2947832"/>
              <a:gd name="connsiteY12597" fmla="*/ 2011980 h 4821604"/>
              <a:gd name="connsiteX12598" fmla="*/ 2423333 w 2947832"/>
              <a:gd name="connsiteY12598" fmla="*/ 2010986 h 4821604"/>
              <a:gd name="connsiteX12599" fmla="*/ 2415328 w 2947832"/>
              <a:gd name="connsiteY12599" fmla="*/ 1997121 h 4821604"/>
              <a:gd name="connsiteX12600" fmla="*/ 2415328 w 2947832"/>
              <a:gd name="connsiteY12600" fmla="*/ 1995132 h 4821604"/>
              <a:gd name="connsiteX12601" fmla="*/ 2423333 w 2947832"/>
              <a:gd name="connsiteY12601" fmla="*/ 1981267 h 4821604"/>
              <a:gd name="connsiteX12602" fmla="*/ 2425059 w 2947832"/>
              <a:gd name="connsiteY12602" fmla="*/ 1980273 h 4821604"/>
              <a:gd name="connsiteX12603" fmla="*/ 854362 w 2947832"/>
              <a:gd name="connsiteY12603" fmla="*/ 1979959 h 4821604"/>
              <a:gd name="connsiteX12604" fmla="*/ 870738 w 2947832"/>
              <a:gd name="connsiteY12604" fmla="*/ 1979959 h 4821604"/>
              <a:gd name="connsiteX12605" fmla="*/ 872518 w 2947832"/>
              <a:gd name="connsiteY12605" fmla="*/ 1980953 h 4821604"/>
              <a:gd name="connsiteX12606" fmla="*/ 880732 w 2947832"/>
              <a:gd name="connsiteY12606" fmla="*/ 1995132 h 4821604"/>
              <a:gd name="connsiteX12607" fmla="*/ 880732 w 2947832"/>
              <a:gd name="connsiteY12607" fmla="*/ 1997173 h 4821604"/>
              <a:gd name="connsiteX12608" fmla="*/ 872518 w 2947832"/>
              <a:gd name="connsiteY12608" fmla="*/ 2011352 h 4821604"/>
              <a:gd name="connsiteX12609" fmla="*/ 870738 w 2947832"/>
              <a:gd name="connsiteY12609" fmla="*/ 2012346 h 4821604"/>
              <a:gd name="connsiteX12610" fmla="*/ 854362 w 2947832"/>
              <a:gd name="connsiteY12610" fmla="*/ 2012346 h 4821604"/>
              <a:gd name="connsiteX12611" fmla="*/ 852583 w 2947832"/>
              <a:gd name="connsiteY12611" fmla="*/ 2011352 h 4821604"/>
              <a:gd name="connsiteX12612" fmla="*/ 844368 w 2947832"/>
              <a:gd name="connsiteY12612" fmla="*/ 1997173 h 4821604"/>
              <a:gd name="connsiteX12613" fmla="*/ 844368 w 2947832"/>
              <a:gd name="connsiteY12613" fmla="*/ 1995132 h 4821604"/>
              <a:gd name="connsiteX12614" fmla="*/ 852583 w 2947832"/>
              <a:gd name="connsiteY12614" fmla="*/ 1980953 h 4821604"/>
              <a:gd name="connsiteX12615" fmla="*/ 854362 w 2947832"/>
              <a:gd name="connsiteY12615" fmla="*/ 1979959 h 4821604"/>
              <a:gd name="connsiteX12616" fmla="*/ 771432 w 2947832"/>
              <a:gd name="connsiteY12616" fmla="*/ 1979384 h 4821604"/>
              <a:gd name="connsiteX12617" fmla="*/ 788384 w 2947832"/>
              <a:gd name="connsiteY12617" fmla="*/ 1979384 h 4821604"/>
              <a:gd name="connsiteX12618" fmla="*/ 790215 w 2947832"/>
              <a:gd name="connsiteY12618" fmla="*/ 1980430 h 4821604"/>
              <a:gd name="connsiteX12619" fmla="*/ 798691 w 2947832"/>
              <a:gd name="connsiteY12619" fmla="*/ 1995081 h 4821604"/>
              <a:gd name="connsiteX12620" fmla="*/ 798691 w 2947832"/>
              <a:gd name="connsiteY12620" fmla="*/ 1997173 h 4821604"/>
              <a:gd name="connsiteX12621" fmla="*/ 790215 w 2947832"/>
              <a:gd name="connsiteY12621" fmla="*/ 2011823 h 4821604"/>
              <a:gd name="connsiteX12622" fmla="*/ 788384 w 2947832"/>
              <a:gd name="connsiteY12622" fmla="*/ 2012870 h 4821604"/>
              <a:gd name="connsiteX12623" fmla="*/ 771432 w 2947832"/>
              <a:gd name="connsiteY12623" fmla="*/ 2012870 h 4821604"/>
              <a:gd name="connsiteX12624" fmla="*/ 769601 w 2947832"/>
              <a:gd name="connsiteY12624" fmla="*/ 2011823 h 4821604"/>
              <a:gd name="connsiteX12625" fmla="*/ 761124 w 2947832"/>
              <a:gd name="connsiteY12625" fmla="*/ 1997173 h 4821604"/>
              <a:gd name="connsiteX12626" fmla="*/ 761124 w 2947832"/>
              <a:gd name="connsiteY12626" fmla="*/ 1995081 h 4821604"/>
              <a:gd name="connsiteX12627" fmla="*/ 769601 w 2947832"/>
              <a:gd name="connsiteY12627" fmla="*/ 1980430 h 4821604"/>
              <a:gd name="connsiteX12628" fmla="*/ 771432 w 2947832"/>
              <a:gd name="connsiteY12628" fmla="*/ 1979384 h 4821604"/>
              <a:gd name="connsiteX12629" fmla="*/ 2176531 w 2947832"/>
              <a:gd name="connsiteY12629" fmla="*/ 1979227 h 4821604"/>
              <a:gd name="connsiteX12630" fmla="*/ 2193641 w 2947832"/>
              <a:gd name="connsiteY12630" fmla="*/ 1979227 h 4821604"/>
              <a:gd name="connsiteX12631" fmla="*/ 2195472 w 2947832"/>
              <a:gd name="connsiteY12631" fmla="*/ 1980273 h 4821604"/>
              <a:gd name="connsiteX12632" fmla="*/ 2204000 w 2947832"/>
              <a:gd name="connsiteY12632" fmla="*/ 1995080 h 4821604"/>
              <a:gd name="connsiteX12633" fmla="*/ 2204000 w 2947832"/>
              <a:gd name="connsiteY12633" fmla="*/ 1997173 h 4821604"/>
              <a:gd name="connsiteX12634" fmla="*/ 2195472 w 2947832"/>
              <a:gd name="connsiteY12634" fmla="*/ 2011980 h 4821604"/>
              <a:gd name="connsiteX12635" fmla="*/ 2193641 w 2947832"/>
              <a:gd name="connsiteY12635" fmla="*/ 2013027 h 4821604"/>
              <a:gd name="connsiteX12636" fmla="*/ 2176531 w 2947832"/>
              <a:gd name="connsiteY12636" fmla="*/ 2013027 h 4821604"/>
              <a:gd name="connsiteX12637" fmla="*/ 2174700 w 2947832"/>
              <a:gd name="connsiteY12637" fmla="*/ 2011980 h 4821604"/>
              <a:gd name="connsiteX12638" fmla="*/ 2166172 w 2947832"/>
              <a:gd name="connsiteY12638" fmla="*/ 1997173 h 4821604"/>
              <a:gd name="connsiteX12639" fmla="*/ 2166172 w 2947832"/>
              <a:gd name="connsiteY12639" fmla="*/ 1995080 h 4821604"/>
              <a:gd name="connsiteX12640" fmla="*/ 2174700 w 2947832"/>
              <a:gd name="connsiteY12640" fmla="*/ 1980273 h 4821604"/>
              <a:gd name="connsiteX12641" fmla="*/ 2176531 w 2947832"/>
              <a:gd name="connsiteY12641" fmla="*/ 1979227 h 4821604"/>
              <a:gd name="connsiteX12642" fmla="*/ 688606 w 2947832"/>
              <a:gd name="connsiteY12642" fmla="*/ 1979122 h 4821604"/>
              <a:gd name="connsiteX12643" fmla="*/ 705872 w 2947832"/>
              <a:gd name="connsiteY12643" fmla="*/ 1979122 h 4821604"/>
              <a:gd name="connsiteX12644" fmla="*/ 707704 w 2947832"/>
              <a:gd name="connsiteY12644" fmla="*/ 1980168 h 4821604"/>
              <a:gd name="connsiteX12645" fmla="*/ 716337 w 2947832"/>
              <a:gd name="connsiteY12645" fmla="*/ 1995080 h 4821604"/>
              <a:gd name="connsiteX12646" fmla="*/ 716337 w 2947832"/>
              <a:gd name="connsiteY12646" fmla="*/ 1997225 h 4821604"/>
              <a:gd name="connsiteX12647" fmla="*/ 707704 w 2947832"/>
              <a:gd name="connsiteY12647" fmla="*/ 2012137 h 4821604"/>
              <a:gd name="connsiteX12648" fmla="*/ 705872 w 2947832"/>
              <a:gd name="connsiteY12648" fmla="*/ 2013184 h 4821604"/>
              <a:gd name="connsiteX12649" fmla="*/ 688606 w 2947832"/>
              <a:gd name="connsiteY12649" fmla="*/ 2013184 h 4821604"/>
              <a:gd name="connsiteX12650" fmla="*/ 686775 w 2947832"/>
              <a:gd name="connsiteY12650" fmla="*/ 2012137 h 4821604"/>
              <a:gd name="connsiteX12651" fmla="*/ 678142 w 2947832"/>
              <a:gd name="connsiteY12651" fmla="*/ 1997225 h 4821604"/>
              <a:gd name="connsiteX12652" fmla="*/ 678142 w 2947832"/>
              <a:gd name="connsiteY12652" fmla="*/ 1995080 h 4821604"/>
              <a:gd name="connsiteX12653" fmla="*/ 686775 w 2947832"/>
              <a:gd name="connsiteY12653" fmla="*/ 1980168 h 4821604"/>
              <a:gd name="connsiteX12654" fmla="*/ 688606 w 2947832"/>
              <a:gd name="connsiteY12654" fmla="*/ 1979122 h 4821604"/>
              <a:gd name="connsiteX12655" fmla="*/ 605833 w 2947832"/>
              <a:gd name="connsiteY12655" fmla="*/ 1978808 h 4821604"/>
              <a:gd name="connsiteX12656" fmla="*/ 623308 w 2947832"/>
              <a:gd name="connsiteY12656" fmla="*/ 1978808 h 4821604"/>
              <a:gd name="connsiteX12657" fmla="*/ 625192 w 2947832"/>
              <a:gd name="connsiteY12657" fmla="*/ 1979907 h 4821604"/>
              <a:gd name="connsiteX12658" fmla="*/ 633930 w 2947832"/>
              <a:gd name="connsiteY12658" fmla="*/ 1995080 h 4821604"/>
              <a:gd name="connsiteX12659" fmla="*/ 633930 w 2947832"/>
              <a:gd name="connsiteY12659" fmla="*/ 1997225 h 4821604"/>
              <a:gd name="connsiteX12660" fmla="*/ 625192 w 2947832"/>
              <a:gd name="connsiteY12660" fmla="*/ 2012399 h 4821604"/>
              <a:gd name="connsiteX12661" fmla="*/ 623308 w 2947832"/>
              <a:gd name="connsiteY12661" fmla="*/ 2013497 h 4821604"/>
              <a:gd name="connsiteX12662" fmla="*/ 605833 w 2947832"/>
              <a:gd name="connsiteY12662" fmla="*/ 2013497 h 4821604"/>
              <a:gd name="connsiteX12663" fmla="*/ 603949 w 2947832"/>
              <a:gd name="connsiteY12663" fmla="*/ 2012399 h 4821604"/>
              <a:gd name="connsiteX12664" fmla="*/ 595212 w 2947832"/>
              <a:gd name="connsiteY12664" fmla="*/ 1997225 h 4821604"/>
              <a:gd name="connsiteX12665" fmla="*/ 595212 w 2947832"/>
              <a:gd name="connsiteY12665" fmla="*/ 1995080 h 4821604"/>
              <a:gd name="connsiteX12666" fmla="*/ 603949 w 2947832"/>
              <a:gd name="connsiteY12666" fmla="*/ 1979907 h 4821604"/>
              <a:gd name="connsiteX12667" fmla="*/ 605833 w 2947832"/>
              <a:gd name="connsiteY12667" fmla="*/ 1978808 h 4821604"/>
              <a:gd name="connsiteX12668" fmla="*/ 192126 w 2947832"/>
              <a:gd name="connsiteY12668" fmla="*/ 1978076 h 4821604"/>
              <a:gd name="connsiteX12669" fmla="*/ 210386 w 2947832"/>
              <a:gd name="connsiteY12669" fmla="*/ 1978076 h 4821604"/>
              <a:gd name="connsiteX12670" fmla="*/ 212322 w 2947832"/>
              <a:gd name="connsiteY12670" fmla="*/ 1979227 h 4821604"/>
              <a:gd name="connsiteX12671" fmla="*/ 221426 w 2947832"/>
              <a:gd name="connsiteY12671" fmla="*/ 1995028 h 4821604"/>
              <a:gd name="connsiteX12672" fmla="*/ 221426 w 2947832"/>
              <a:gd name="connsiteY12672" fmla="*/ 1997278 h 4821604"/>
              <a:gd name="connsiteX12673" fmla="*/ 212322 w 2947832"/>
              <a:gd name="connsiteY12673" fmla="*/ 2013079 h 4821604"/>
              <a:gd name="connsiteX12674" fmla="*/ 210386 w 2947832"/>
              <a:gd name="connsiteY12674" fmla="*/ 2014230 h 4821604"/>
              <a:gd name="connsiteX12675" fmla="*/ 192126 w 2947832"/>
              <a:gd name="connsiteY12675" fmla="*/ 2014230 h 4821604"/>
              <a:gd name="connsiteX12676" fmla="*/ 190190 w 2947832"/>
              <a:gd name="connsiteY12676" fmla="*/ 2013079 h 4821604"/>
              <a:gd name="connsiteX12677" fmla="*/ 181086 w 2947832"/>
              <a:gd name="connsiteY12677" fmla="*/ 1997278 h 4821604"/>
              <a:gd name="connsiteX12678" fmla="*/ 181086 w 2947832"/>
              <a:gd name="connsiteY12678" fmla="*/ 1995028 h 4821604"/>
              <a:gd name="connsiteX12679" fmla="*/ 190190 w 2947832"/>
              <a:gd name="connsiteY12679" fmla="*/ 1979227 h 4821604"/>
              <a:gd name="connsiteX12680" fmla="*/ 192126 w 2947832"/>
              <a:gd name="connsiteY12680" fmla="*/ 1978076 h 4821604"/>
              <a:gd name="connsiteX12681" fmla="*/ 1845283 w 2947832"/>
              <a:gd name="connsiteY12681" fmla="*/ 1978023 h 4821604"/>
              <a:gd name="connsiteX12682" fmla="*/ 1863596 w 2947832"/>
              <a:gd name="connsiteY12682" fmla="*/ 1978023 h 4821604"/>
              <a:gd name="connsiteX12683" fmla="*/ 1865531 w 2947832"/>
              <a:gd name="connsiteY12683" fmla="*/ 1979174 h 4821604"/>
              <a:gd name="connsiteX12684" fmla="*/ 1874688 w 2947832"/>
              <a:gd name="connsiteY12684" fmla="*/ 1995028 h 4821604"/>
              <a:gd name="connsiteX12685" fmla="*/ 1874688 w 2947832"/>
              <a:gd name="connsiteY12685" fmla="*/ 1997277 h 4821604"/>
              <a:gd name="connsiteX12686" fmla="*/ 1865531 w 2947832"/>
              <a:gd name="connsiteY12686" fmla="*/ 2013131 h 4821604"/>
              <a:gd name="connsiteX12687" fmla="*/ 1863596 w 2947832"/>
              <a:gd name="connsiteY12687" fmla="*/ 2014282 h 4821604"/>
              <a:gd name="connsiteX12688" fmla="*/ 1845283 w 2947832"/>
              <a:gd name="connsiteY12688" fmla="*/ 2014282 h 4821604"/>
              <a:gd name="connsiteX12689" fmla="*/ 1843347 w 2947832"/>
              <a:gd name="connsiteY12689" fmla="*/ 2013131 h 4821604"/>
              <a:gd name="connsiteX12690" fmla="*/ 1834191 w 2947832"/>
              <a:gd name="connsiteY12690" fmla="*/ 1997277 h 4821604"/>
              <a:gd name="connsiteX12691" fmla="*/ 1834191 w 2947832"/>
              <a:gd name="connsiteY12691" fmla="*/ 1995028 h 4821604"/>
              <a:gd name="connsiteX12692" fmla="*/ 1843347 w 2947832"/>
              <a:gd name="connsiteY12692" fmla="*/ 1979174 h 4821604"/>
              <a:gd name="connsiteX12693" fmla="*/ 1845283 w 2947832"/>
              <a:gd name="connsiteY12693" fmla="*/ 1978023 h 4821604"/>
              <a:gd name="connsiteX12694" fmla="*/ 522537 w 2947832"/>
              <a:gd name="connsiteY12694" fmla="*/ 1977552 h 4821604"/>
              <a:gd name="connsiteX12695" fmla="*/ 541321 w 2947832"/>
              <a:gd name="connsiteY12695" fmla="*/ 1977552 h 4821604"/>
              <a:gd name="connsiteX12696" fmla="*/ 543361 w 2947832"/>
              <a:gd name="connsiteY12696" fmla="*/ 1978703 h 4821604"/>
              <a:gd name="connsiteX12697" fmla="*/ 552779 w 2947832"/>
              <a:gd name="connsiteY12697" fmla="*/ 1994975 h 4821604"/>
              <a:gd name="connsiteX12698" fmla="*/ 552779 w 2947832"/>
              <a:gd name="connsiteY12698" fmla="*/ 1997277 h 4821604"/>
              <a:gd name="connsiteX12699" fmla="*/ 543361 w 2947832"/>
              <a:gd name="connsiteY12699" fmla="*/ 2013549 h 4821604"/>
              <a:gd name="connsiteX12700" fmla="*/ 541321 w 2947832"/>
              <a:gd name="connsiteY12700" fmla="*/ 2014700 h 4821604"/>
              <a:gd name="connsiteX12701" fmla="*/ 522537 w 2947832"/>
              <a:gd name="connsiteY12701" fmla="*/ 2014700 h 4821604"/>
              <a:gd name="connsiteX12702" fmla="*/ 520497 w 2947832"/>
              <a:gd name="connsiteY12702" fmla="*/ 2013549 h 4821604"/>
              <a:gd name="connsiteX12703" fmla="*/ 511079 w 2947832"/>
              <a:gd name="connsiteY12703" fmla="*/ 1997277 h 4821604"/>
              <a:gd name="connsiteX12704" fmla="*/ 511079 w 2947832"/>
              <a:gd name="connsiteY12704" fmla="*/ 1994975 h 4821604"/>
              <a:gd name="connsiteX12705" fmla="*/ 520497 w 2947832"/>
              <a:gd name="connsiteY12705" fmla="*/ 1978703 h 4821604"/>
              <a:gd name="connsiteX12706" fmla="*/ 522537 w 2947832"/>
              <a:gd name="connsiteY12706" fmla="*/ 1977552 h 4821604"/>
              <a:gd name="connsiteX12707" fmla="*/ 2258154 w 2947832"/>
              <a:gd name="connsiteY12707" fmla="*/ 1977239 h 4821604"/>
              <a:gd name="connsiteX12708" fmla="*/ 2277251 w 2947832"/>
              <a:gd name="connsiteY12708" fmla="*/ 1977239 h 4821604"/>
              <a:gd name="connsiteX12709" fmla="*/ 2279292 w 2947832"/>
              <a:gd name="connsiteY12709" fmla="*/ 1978442 h 4821604"/>
              <a:gd name="connsiteX12710" fmla="*/ 2288867 w 2947832"/>
              <a:gd name="connsiteY12710" fmla="*/ 1994976 h 4821604"/>
              <a:gd name="connsiteX12711" fmla="*/ 2288867 w 2947832"/>
              <a:gd name="connsiteY12711" fmla="*/ 1997331 h 4821604"/>
              <a:gd name="connsiteX12712" fmla="*/ 2279292 w 2947832"/>
              <a:gd name="connsiteY12712" fmla="*/ 2013864 h 4821604"/>
              <a:gd name="connsiteX12713" fmla="*/ 2277251 w 2947832"/>
              <a:gd name="connsiteY12713" fmla="*/ 2015068 h 4821604"/>
              <a:gd name="connsiteX12714" fmla="*/ 2258154 w 2947832"/>
              <a:gd name="connsiteY12714" fmla="*/ 2015068 h 4821604"/>
              <a:gd name="connsiteX12715" fmla="*/ 2256113 w 2947832"/>
              <a:gd name="connsiteY12715" fmla="*/ 2013864 h 4821604"/>
              <a:gd name="connsiteX12716" fmla="*/ 2246538 w 2947832"/>
              <a:gd name="connsiteY12716" fmla="*/ 1997331 h 4821604"/>
              <a:gd name="connsiteX12717" fmla="*/ 2246538 w 2947832"/>
              <a:gd name="connsiteY12717" fmla="*/ 1994976 h 4821604"/>
              <a:gd name="connsiteX12718" fmla="*/ 2256113 w 2947832"/>
              <a:gd name="connsiteY12718" fmla="*/ 1978442 h 4821604"/>
              <a:gd name="connsiteX12719" fmla="*/ 2258154 w 2947832"/>
              <a:gd name="connsiteY12719" fmla="*/ 1977239 h 4821604"/>
              <a:gd name="connsiteX12720" fmla="*/ 2340299 w 2947832"/>
              <a:gd name="connsiteY12720" fmla="*/ 1976244 h 4821604"/>
              <a:gd name="connsiteX12721" fmla="*/ 2360390 w 2947832"/>
              <a:gd name="connsiteY12721" fmla="*/ 1976244 h 4821604"/>
              <a:gd name="connsiteX12722" fmla="*/ 2362536 w 2947832"/>
              <a:gd name="connsiteY12722" fmla="*/ 1977500 h 4821604"/>
              <a:gd name="connsiteX12723" fmla="*/ 2372581 w 2947832"/>
              <a:gd name="connsiteY12723" fmla="*/ 1994923 h 4821604"/>
              <a:gd name="connsiteX12724" fmla="*/ 2372581 w 2947832"/>
              <a:gd name="connsiteY12724" fmla="*/ 1997434 h 4821604"/>
              <a:gd name="connsiteX12725" fmla="*/ 2362536 w 2947832"/>
              <a:gd name="connsiteY12725" fmla="*/ 2014857 h 4821604"/>
              <a:gd name="connsiteX12726" fmla="*/ 2360390 w 2947832"/>
              <a:gd name="connsiteY12726" fmla="*/ 2016113 h 4821604"/>
              <a:gd name="connsiteX12727" fmla="*/ 2340299 w 2947832"/>
              <a:gd name="connsiteY12727" fmla="*/ 2016113 h 4821604"/>
              <a:gd name="connsiteX12728" fmla="*/ 2338154 w 2947832"/>
              <a:gd name="connsiteY12728" fmla="*/ 2014857 h 4821604"/>
              <a:gd name="connsiteX12729" fmla="*/ 2328108 w 2947832"/>
              <a:gd name="connsiteY12729" fmla="*/ 1997434 h 4821604"/>
              <a:gd name="connsiteX12730" fmla="*/ 2328108 w 2947832"/>
              <a:gd name="connsiteY12730" fmla="*/ 1994923 h 4821604"/>
              <a:gd name="connsiteX12731" fmla="*/ 2338154 w 2947832"/>
              <a:gd name="connsiteY12731" fmla="*/ 1977500 h 4821604"/>
              <a:gd name="connsiteX12732" fmla="*/ 2340299 w 2947832"/>
              <a:gd name="connsiteY12732" fmla="*/ 1976244 h 4821604"/>
              <a:gd name="connsiteX12733" fmla="*/ 2588251 w 2947832"/>
              <a:gd name="connsiteY12733" fmla="*/ 1976140 h 4821604"/>
              <a:gd name="connsiteX12734" fmla="*/ 2608448 w 2947832"/>
              <a:gd name="connsiteY12734" fmla="*/ 1976140 h 4821604"/>
              <a:gd name="connsiteX12735" fmla="*/ 2610592 w 2947832"/>
              <a:gd name="connsiteY12735" fmla="*/ 1977396 h 4821604"/>
              <a:gd name="connsiteX12736" fmla="*/ 2620691 w 2947832"/>
              <a:gd name="connsiteY12736" fmla="*/ 1994923 h 4821604"/>
              <a:gd name="connsiteX12737" fmla="*/ 2620691 w 2947832"/>
              <a:gd name="connsiteY12737" fmla="*/ 1997435 h 4821604"/>
              <a:gd name="connsiteX12738" fmla="*/ 2610592 w 2947832"/>
              <a:gd name="connsiteY12738" fmla="*/ 2014963 h 4821604"/>
              <a:gd name="connsiteX12739" fmla="*/ 2608448 w 2947832"/>
              <a:gd name="connsiteY12739" fmla="*/ 2016218 h 4821604"/>
              <a:gd name="connsiteX12740" fmla="*/ 2588251 w 2947832"/>
              <a:gd name="connsiteY12740" fmla="*/ 2016218 h 4821604"/>
              <a:gd name="connsiteX12741" fmla="*/ 2586106 w 2947832"/>
              <a:gd name="connsiteY12741" fmla="*/ 2014963 h 4821604"/>
              <a:gd name="connsiteX12742" fmla="*/ 2576008 w 2947832"/>
              <a:gd name="connsiteY12742" fmla="*/ 1997435 h 4821604"/>
              <a:gd name="connsiteX12743" fmla="*/ 2576008 w 2947832"/>
              <a:gd name="connsiteY12743" fmla="*/ 1994923 h 4821604"/>
              <a:gd name="connsiteX12744" fmla="*/ 2586106 w 2947832"/>
              <a:gd name="connsiteY12744" fmla="*/ 1977396 h 4821604"/>
              <a:gd name="connsiteX12745" fmla="*/ 2588251 w 2947832"/>
              <a:gd name="connsiteY12745" fmla="*/ 1976140 h 4821604"/>
              <a:gd name="connsiteX12746" fmla="*/ 2505583 w 2947832"/>
              <a:gd name="connsiteY12746" fmla="*/ 1976035 h 4821604"/>
              <a:gd name="connsiteX12747" fmla="*/ 2525884 w 2947832"/>
              <a:gd name="connsiteY12747" fmla="*/ 1976035 h 4821604"/>
              <a:gd name="connsiteX12748" fmla="*/ 2528081 w 2947832"/>
              <a:gd name="connsiteY12748" fmla="*/ 1977291 h 4821604"/>
              <a:gd name="connsiteX12749" fmla="*/ 2538232 w 2947832"/>
              <a:gd name="connsiteY12749" fmla="*/ 1994871 h 4821604"/>
              <a:gd name="connsiteX12750" fmla="*/ 2538232 w 2947832"/>
              <a:gd name="connsiteY12750" fmla="*/ 1997382 h 4821604"/>
              <a:gd name="connsiteX12751" fmla="*/ 2528081 w 2947832"/>
              <a:gd name="connsiteY12751" fmla="*/ 2014962 h 4821604"/>
              <a:gd name="connsiteX12752" fmla="*/ 2525884 w 2947832"/>
              <a:gd name="connsiteY12752" fmla="*/ 2016218 h 4821604"/>
              <a:gd name="connsiteX12753" fmla="*/ 2505583 w 2947832"/>
              <a:gd name="connsiteY12753" fmla="*/ 2016218 h 4821604"/>
              <a:gd name="connsiteX12754" fmla="*/ 2503385 w 2947832"/>
              <a:gd name="connsiteY12754" fmla="*/ 2014962 h 4821604"/>
              <a:gd name="connsiteX12755" fmla="*/ 2493235 w 2947832"/>
              <a:gd name="connsiteY12755" fmla="*/ 1997382 h 4821604"/>
              <a:gd name="connsiteX12756" fmla="*/ 2493235 w 2947832"/>
              <a:gd name="connsiteY12756" fmla="*/ 1994871 h 4821604"/>
              <a:gd name="connsiteX12757" fmla="*/ 2503385 w 2947832"/>
              <a:gd name="connsiteY12757" fmla="*/ 1977291 h 4821604"/>
              <a:gd name="connsiteX12758" fmla="*/ 2505583 w 2947832"/>
              <a:gd name="connsiteY12758" fmla="*/ 1976035 h 4821604"/>
              <a:gd name="connsiteX12759" fmla="*/ 439031 w 2947832"/>
              <a:gd name="connsiteY12759" fmla="*/ 1975878 h 4821604"/>
              <a:gd name="connsiteX12760" fmla="*/ 459489 w 2947832"/>
              <a:gd name="connsiteY12760" fmla="*/ 1975878 h 4821604"/>
              <a:gd name="connsiteX12761" fmla="*/ 461687 w 2947832"/>
              <a:gd name="connsiteY12761" fmla="*/ 1977134 h 4821604"/>
              <a:gd name="connsiteX12762" fmla="*/ 471942 w 2947832"/>
              <a:gd name="connsiteY12762" fmla="*/ 1994871 h 4821604"/>
              <a:gd name="connsiteX12763" fmla="*/ 471942 w 2947832"/>
              <a:gd name="connsiteY12763" fmla="*/ 1997382 h 4821604"/>
              <a:gd name="connsiteX12764" fmla="*/ 461687 w 2947832"/>
              <a:gd name="connsiteY12764" fmla="*/ 2015119 h 4821604"/>
              <a:gd name="connsiteX12765" fmla="*/ 459489 w 2947832"/>
              <a:gd name="connsiteY12765" fmla="*/ 2016375 h 4821604"/>
              <a:gd name="connsiteX12766" fmla="*/ 439031 w 2947832"/>
              <a:gd name="connsiteY12766" fmla="*/ 2016375 h 4821604"/>
              <a:gd name="connsiteX12767" fmla="*/ 436834 w 2947832"/>
              <a:gd name="connsiteY12767" fmla="*/ 2015119 h 4821604"/>
              <a:gd name="connsiteX12768" fmla="*/ 426579 w 2947832"/>
              <a:gd name="connsiteY12768" fmla="*/ 1997382 h 4821604"/>
              <a:gd name="connsiteX12769" fmla="*/ 426579 w 2947832"/>
              <a:gd name="connsiteY12769" fmla="*/ 1994871 h 4821604"/>
              <a:gd name="connsiteX12770" fmla="*/ 436834 w 2947832"/>
              <a:gd name="connsiteY12770" fmla="*/ 1977134 h 4821604"/>
              <a:gd name="connsiteX12771" fmla="*/ 439031 w 2947832"/>
              <a:gd name="connsiteY12771" fmla="*/ 1975878 h 4821604"/>
              <a:gd name="connsiteX12772" fmla="*/ 2009416 w 2947832"/>
              <a:gd name="connsiteY12772" fmla="*/ 1975564 h 4821604"/>
              <a:gd name="connsiteX12773" fmla="*/ 2030187 w 2947832"/>
              <a:gd name="connsiteY12773" fmla="*/ 1975564 h 4821604"/>
              <a:gd name="connsiteX12774" fmla="*/ 2032437 w 2947832"/>
              <a:gd name="connsiteY12774" fmla="*/ 1976872 h 4821604"/>
              <a:gd name="connsiteX12775" fmla="*/ 2042849 w 2947832"/>
              <a:gd name="connsiteY12775" fmla="*/ 1994871 h 4821604"/>
              <a:gd name="connsiteX12776" fmla="*/ 2042849 w 2947832"/>
              <a:gd name="connsiteY12776" fmla="*/ 1997434 h 4821604"/>
              <a:gd name="connsiteX12777" fmla="*/ 2032437 w 2947832"/>
              <a:gd name="connsiteY12777" fmla="*/ 2015433 h 4821604"/>
              <a:gd name="connsiteX12778" fmla="*/ 2030187 w 2947832"/>
              <a:gd name="connsiteY12778" fmla="*/ 2016741 h 4821604"/>
              <a:gd name="connsiteX12779" fmla="*/ 2009416 w 2947832"/>
              <a:gd name="connsiteY12779" fmla="*/ 2016741 h 4821604"/>
              <a:gd name="connsiteX12780" fmla="*/ 2007166 w 2947832"/>
              <a:gd name="connsiteY12780" fmla="*/ 2015433 h 4821604"/>
              <a:gd name="connsiteX12781" fmla="*/ 1996754 w 2947832"/>
              <a:gd name="connsiteY12781" fmla="*/ 1997434 h 4821604"/>
              <a:gd name="connsiteX12782" fmla="*/ 1996754 w 2947832"/>
              <a:gd name="connsiteY12782" fmla="*/ 1994871 h 4821604"/>
              <a:gd name="connsiteX12783" fmla="*/ 2007166 w 2947832"/>
              <a:gd name="connsiteY12783" fmla="*/ 1976872 h 4821604"/>
              <a:gd name="connsiteX12784" fmla="*/ 2009416 w 2947832"/>
              <a:gd name="connsiteY12784" fmla="*/ 1975564 h 4821604"/>
              <a:gd name="connsiteX12785" fmla="*/ 1926172 w 2947832"/>
              <a:gd name="connsiteY12785" fmla="*/ 1974518 h 4821604"/>
              <a:gd name="connsiteX12786" fmla="*/ 1947990 w 2947832"/>
              <a:gd name="connsiteY12786" fmla="*/ 1974518 h 4821604"/>
              <a:gd name="connsiteX12787" fmla="*/ 1950344 w 2947832"/>
              <a:gd name="connsiteY12787" fmla="*/ 1975878 h 4821604"/>
              <a:gd name="connsiteX12788" fmla="*/ 1961279 w 2947832"/>
              <a:gd name="connsiteY12788" fmla="*/ 1994766 h 4821604"/>
              <a:gd name="connsiteX12789" fmla="*/ 1961279 w 2947832"/>
              <a:gd name="connsiteY12789" fmla="*/ 1997487 h 4821604"/>
              <a:gd name="connsiteX12790" fmla="*/ 1950344 w 2947832"/>
              <a:gd name="connsiteY12790" fmla="*/ 2016375 h 4821604"/>
              <a:gd name="connsiteX12791" fmla="*/ 1947990 w 2947832"/>
              <a:gd name="connsiteY12791" fmla="*/ 2017736 h 4821604"/>
              <a:gd name="connsiteX12792" fmla="*/ 1926172 w 2947832"/>
              <a:gd name="connsiteY12792" fmla="*/ 2017736 h 4821604"/>
              <a:gd name="connsiteX12793" fmla="*/ 1923817 w 2947832"/>
              <a:gd name="connsiteY12793" fmla="*/ 2016375 h 4821604"/>
              <a:gd name="connsiteX12794" fmla="*/ 1912882 w 2947832"/>
              <a:gd name="connsiteY12794" fmla="*/ 1997487 h 4821604"/>
              <a:gd name="connsiteX12795" fmla="*/ 1912882 w 2947832"/>
              <a:gd name="connsiteY12795" fmla="*/ 1994766 h 4821604"/>
              <a:gd name="connsiteX12796" fmla="*/ 1923817 w 2947832"/>
              <a:gd name="connsiteY12796" fmla="*/ 1975878 h 4821604"/>
              <a:gd name="connsiteX12797" fmla="*/ 1926172 w 2947832"/>
              <a:gd name="connsiteY12797" fmla="*/ 1974518 h 4821604"/>
              <a:gd name="connsiteX12798" fmla="*/ 355578 w 2947832"/>
              <a:gd name="connsiteY12798" fmla="*/ 1974413 h 4821604"/>
              <a:gd name="connsiteX12799" fmla="*/ 377553 w 2947832"/>
              <a:gd name="connsiteY12799" fmla="*/ 1974413 h 4821604"/>
              <a:gd name="connsiteX12800" fmla="*/ 379907 w 2947832"/>
              <a:gd name="connsiteY12800" fmla="*/ 1975773 h 4821604"/>
              <a:gd name="connsiteX12801" fmla="*/ 390895 w 2947832"/>
              <a:gd name="connsiteY12801" fmla="*/ 1994818 h 4821604"/>
              <a:gd name="connsiteX12802" fmla="*/ 390895 w 2947832"/>
              <a:gd name="connsiteY12802" fmla="*/ 1997539 h 4821604"/>
              <a:gd name="connsiteX12803" fmla="*/ 379907 w 2947832"/>
              <a:gd name="connsiteY12803" fmla="*/ 2016584 h 4821604"/>
              <a:gd name="connsiteX12804" fmla="*/ 377553 w 2947832"/>
              <a:gd name="connsiteY12804" fmla="*/ 2017945 h 4821604"/>
              <a:gd name="connsiteX12805" fmla="*/ 355578 w 2947832"/>
              <a:gd name="connsiteY12805" fmla="*/ 2017945 h 4821604"/>
              <a:gd name="connsiteX12806" fmla="*/ 353224 w 2947832"/>
              <a:gd name="connsiteY12806" fmla="*/ 2016584 h 4821604"/>
              <a:gd name="connsiteX12807" fmla="*/ 342236 w 2947832"/>
              <a:gd name="connsiteY12807" fmla="*/ 1997539 h 4821604"/>
              <a:gd name="connsiteX12808" fmla="*/ 342236 w 2947832"/>
              <a:gd name="connsiteY12808" fmla="*/ 1994818 h 4821604"/>
              <a:gd name="connsiteX12809" fmla="*/ 353224 w 2947832"/>
              <a:gd name="connsiteY12809" fmla="*/ 1975773 h 4821604"/>
              <a:gd name="connsiteX12810" fmla="*/ 355578 w 2947832"/>
              <a:gd name="connsiteY12810" fmla="*/ 1974413 h 4821604"/>
              <a:gd name="connsiteX12811" fmla="*/ 270870 w 2947832"/>
              <a:gd name="connsiteY12811" fmla="*/ 1970332 h 4821604"/>
              <a:gd name="connsiteX12812" fmla="*/ 296926 w 2947832"/>
              <a:gd name="connsiteY12812" fmla="*/ 1970332 h 4821604"/>
              <a:gd name="connsiteX12813" fmla="*/ 299699 w 2947832"/>
              <a:gd name="connsiteY12813" fmla="*/ 1971954 h 4821604"/>
              <a:gd name="connsiteX12814" fmla="*/ 312727 w 2947832"/>
              <a:gd name="connsiteY12814" fmla="*/ 1994505 h 4821604"/>
              <a:gd name="connsiteX12815" fmla="*/ 312727 w 2947832"/>
              <a:gd name="connsiteY12815" fmla="*/ 1997749 h 4821604"/>
              <a:gd name="connsiteX12816" fmla="*/ 299699 w 2947832"/>
              <a:gd name="connsiteY12816" fmla="*/ 2020299 h 4821604"/>
              <a:gd name="connsiteX12817" fmla="*/ 296926 w 2947832"/>
              <a:gd name="connsiteY12817" fmla="*/ 2021921 h 4821604"/>
              <a:gd name="connsiteX12818" fmla="*/ 270870 w 2947832"/>
              <a:gd name="connsiteY12818" fmla="*/ 2021921 h 4821604"/>
              <a:gd name="connsiteX12819" fmla="*/ 268097 w 2947832"/>
              <a:gd name="connsiteY12819" fmla="*/ 2020299 h 4821604"/>
              <a:gd name="connsiteX12820" fmla="*/ 255069 w 2947832"/>
              <a:gd name="connsiteY12820" fmla="*/ 1997749 h 4821604"/>
              <a:gd name="connsiteX12821" fmla="*/ 255069 w 2947832"/>
              <a:gd name="connsiteY12821" fmla="*/ 1994505 h 4821604"/>
              <a:gd name="connsiteX12822" fmla="*/ 268097 w 2947832"/>
              <a:gd name="connsiteY12822" fmla="*/ 1971954 h 4821604"/>
              <a:gd name="connsiteX12823" fmla="*/ 270870 w 2947832"/>
              <a:gd name="connsiteY12823" fmla="*/ 1970332 h 4821604"/>
              <a:gd name="connsiteX12824" fmla="*/ 99935 w 2947832"/>
              <a:gd name="connsiteY12824" fmla="*/ 1959240 h 4821604"/>
              <a:gd name="connsiteX12825" fmla="*/ 137240 w 2947832"/>
              <a:gd name="connsiteY12825" fmla="*/ 1959240 h 4821604"/>
              <a:gd name="connsiteX12826" fmla="*/ 141216 w 2947832"/>
              <a:gd name="connsiteY12826" fmla="*/ 1961542 h 4821604"/>
              <a:gd name="connsiteX12827" fmla="*/ 159895 w 2947832"/>
              <a:gd name="connsiteY12827" fmla="*/ 1993877 h 4821604"/>
              <a:gd name="connsiteX12828" fmla="*/ 159895 w 2947832"/>
              <a:gd name="connsiteY12828" fmla="*/ 1998481 h 4821604"/>
              <a:gd name="connsiteX12829" fmla="*/ 141216 w 2947832"/>
              <a:gd name="connsiteY12829" fmla="*/ 2030816 h 4821604"/>
              <a:gd name="connsiteX12830" fmla="*/ 137240 w 2947832"/>
              <a:gd name="connsiteY12830" fmla="*/ 2033118 h 4821604"/>
              <a:gd name="connsiteX12831" fmla="*/ 99935 w 2947832"/>
              <a:gd name="connsiteY12831" fmla="*/ 2033118 h 4821604"/>
              <a:gd name="connsiteX12832" fmla="*/ 95958 w 2947832"/>
              <a:gd name="connsiteY12832" fmla="*/ 2030816 h 4821604"/>
              <a:gd name="connsiteX12833" fmla="*/ 77279 w 2947832"/>
              <a:gd name="connsiteY12833" fmla="*/ 1998481 h 4821604"/>
              <a:gd name="connsiteX12834" fmla="*/ 77279 w 2947832"/>
              <a:gd name="connsiteY12834" fmla="*/ 1993877 h 4821604"/>
              <a:gd name="connsiteX12835" fmla="*/ 95958 w 2947832"/>
              <a:gd name="connsiteY12835" fmla="*/ 1961542 h 4821604"/>
              <a:gd name="connsiteX12836" fmla="*/ 99935 w 2947832"/>
              <a:gd name="connsiteY12836" fmla="*/ 1959240 h 4821604"/>
              <a:gd name="connsiteX12837" fmla="*/ 1271784 w 2947832"/>
              <a:gd name="connsiteY12837" fmla="*/ 1905453 h 4821604"/>
              <a:gd name="connsiteX12838" fmla="*/ 1279894 w 2947832"/>
              <a:gd name="connsiteY12838" fmla="*/ 1905453 h 4821604"/>
              <a:gd name="connsiteX12839" fmla="*/ 1280784 w 2947832"/>
              <a:gd name="connsiteY12839" fmla="*/ 1905976 h 4821604"/>
              <a:gd name="connsiteX12840" fmla="*/ 1284865 w 2947832"/>
              <a:gd name="connsiteY12840" fmla="*/ 1912987 h 4821604"/>
              <a:gd name="connsiteX12841" fmla="*/ 1284865 w 2947832"/>
              <a:gd name="connsiteY12841" fmla="*/ 1913981 h 4821604"/>
              <a:gd name="connsiteX12842" fmla="*/ 1280784 w 2947832"/>
              <a:gd name="connsiteY12842" fmla="*/ 1920993 h 4821604"/>
              <a:gd name="connsiteX12843" fmla="*/ 1279894 w 2947832"/>
              <a:gd name="connsiteY12843" fmla="*/ 1921516 h 4821604"/>
              <a:gd name="connsiteX12844" fmla="*/ 1271784 w 2947832"/>
              <a:gd name="connsiteY12844" fmla="*/ 1921516 h 4821604"/>
              <a:gd name="connsiteX12845" fmla="*/ 1270895 w 2947832"/>
              <a:gd name="connsiteY12845" fmla="*/ 1920993 h 4821604"/>
              <a:gd name="connsiteX12846" fmla="*/ 1266814 w 2947832"/>
              <a:gd name="connsiteY12846" fmla="*/ 1913981 h 4821604"/>
              <a:gd name="connsiteX12847" fmla="*/ 1266814 w 2947832"/>
              <a:gd name="connsiteY12847" fmla="*/ 1912987 h 4821604"/>
              <a:gd name="connsiteX12848" fmla="*/ 1270895 w 2947832"/>
              <a:gd name="connsiteY12848" fmla="*/ 1905976 h 4821604"/>
              <a:gd name="connsiteX12849" fmla="*/ 1271784 w 2947832"/>
              <a:gd name="connsiteY12849" fmla="*/ 1905453 h 4821604"/>
              <a:gd name="connsiteX12850" fmla="*/ 1353511 w 2947832"/>
              <a:gd name="connsiteY12850" fmla="*/ 1903674 h 4821604"/>
              <a:gd name="connsiteX12851" fmla="*/ 1363400 w 2947832"/>
              <a:gd name="connsiteY12851" fmla="*/ 1903674 h 4821604"/>
              <a:gd name="connsiteX12852" fmla="*/ 1364446 w 2947832"/>
              <a:gd name="connsiteY12852" fmla="*/ 1904302 h 4821604"/>
              <a:gd name="connsiteX12853" fmla="*/ 1369364 w 2947832"/>
              <a:gd name="connsiteY12853" fmla="*/ 1912883 h 4821604"/>
              <a:gd name="connsiteX12854" fmla="*/ 1369364 w 2947832"/>
              <a:gd name="connsiteY12854" fmla="*/ 1914086 h 4821604"/>
              <a:gd name="connsiteX12855" fmla="*/ 1364446 w 2947832"/>
              <a:gd name="connsiteY12855" fmla="*/ 1922667 h 4821604"/>
              <a:gd name="connsiteX12856" fmla="*/ 1363400 w 2947832"/>
              <a:gd name="connsiteY12856" fmla="*/ 1923295 h 4821604"/>
              <a:gd name="connsiteX12857" fmla="*/ 1353511 w 2947832"/>
              <a:gd name="connsiteY12857" fmla="*/ 1923295 h 4821604"/>
              <a:gd name="connsiteX12858" fmla="*/ 1352464 w 2947832"/>
              <a:gd name="connsiteY12858" fmla="*/ 1922667 h 4821604"/>
              <a:gd name="connsiteX12859" fmla="*/ 1347546 w 2947832"/>
              <a:gd name="connsiteY12859" fmla="*/ 1914086 h 4821604"/>
              <a:gd name="connsiteX12860" fmla="*/ 1347546 w 2947832"/>
              <a:gd name="connsiteY12860" fmla="*/ 1912883 h 4821604"/>
              <a:gd name="connsiteX12861" fmla="*/ 1352464 w 2947832"/>
              <a:gd name="connsiteY12861" fmla="*/ 1904302 h 4821604"/>
              <a:gd name="connsiteX12862" fmla="*/ 1353511 w 2947832"/>
              <a:gd name="connsiteY12862" fmla="*/ 1903674 h 4821604"/>
              <a:gd name="connsiteX12863" fmla="*/ 1188227 w 2947832"/>
              <a:gd name="connsiteY12863" fmla="*/ 1903674 h 4821604"/>
              <a:gd name="connsiteX12864" fmla="*/ 1198116 w 2947832"/>
              <a:gd name="connsiteY12864" fmla="*/ 1903674 h 4821604"/>
              <a:gd name="connsiteX12865" fmla="*/ 1199162 w 2947832"/>
              <a:gd name="connsiteY12865" fmla="*/ 1904302 h 4821604"/>
              <a:gd name="connsiteX12866" fmla="*/ 1204080 w 2947832"/>
              <a:gd name="connsiteY12866" fmla="*/ 1912883 h 4821604"/>
              <a:gd name="connsiteX12867" fmla="*/ 1204080 w 2947832"/>
              <a:gd name="connsiteY12867" fmla="*/ 1914086 h 4821604"/>
              <a:gd name="connsiteX12868" fmla="*/ 1199162 w 2947832"/>
              <a:gd name="connsiteY12868" fmla="*/ 1922667 h 4821604"/>
              <a:gd name="connsiteX12869" fmla="*/ 1198116 w 2947832"/>
              <a:gd name="connsiteY12869" fmla="*/ 1923295 h 4821604"/>
              <a:gd name="connsiteX12870" fmla="*/ 1188227 w 2947832"/>
              <a:gd name="connsiteY12870" fmla="*/ 1923295 h 4821604"/>
              <a:gd name="connsiteX12871" fmla="*/ 1187180 w 2947832"/>
              <a:gd name="connsiteY12871" fmla="*/ 1922667 h 4821604"/>
              <a:gd name="connsiteX12872" fmla="*/ 1182262 w 2947832"/>
              <a:gd name="connsiteY12872" fmla="*/ 1914086 h 4821604"/>
              <a:gd name="connsiteX12873" fmla="*/ 1182262 w 2947832"/>
              <a:gd name="connsiteY12873" fmla="*/ 1912883 h 4821604"/>
              <a:gd name="connsiteX12874" fmla="*/ 1187180 w 2947832"/>
              <a:gd name="connsiteY12874" fmla="*/ 1904302 h 4821604"/>
              <a:gd name="connsiteX12875" fmla="*/ 1188227 w 2947832"/>
              <a:gd name="connsiteY12875" fmla="*/ 1903674 h 4821604"/>
              <a:gd name="connsiteX12876" fmla="*/ 2096688 w 2947832"/>
              <a:gd name="connsiteY12876" fmla="*/ 1902261 h 4821604"/>
              <a:gd name="connsiteX12877" fmla="*/ 2108095 w 2947832"/>
              <a:gd name="connsiteY12877" fmla="*/ 1902261 h 4821604"/>
              <a:gd name="connsiteX12878" fmla="*/ 2109298 w 2947832"/>
              <a:gd name="connsiteY12878" fmla="*/ 1902941 h 4821604"/>
              <a:gd name="connsiteX12879" fmla="*/ 2115001 w 2947832"/>
              <a:gd name="connsiteY12879" fmla="*/ 1912830 h 4821604"/>
              <a:gd name="connsiteX12880" fmla="*/ 2115001 w 2947832"/>
              <a:gd name="connsiteY12880" fmla="*/ 1914243 h 4821604"/>
              <a:gd name="connsiteX12881" fmla="*/ 2109298 w 2947832"/>
              <a:gd name="connsiteY12881" fmla="*/ 1924132 h 4821604"/>
              <a:gd name="connsiteX12882" fmla="*/ 2108095 w 2947832"/>
              <a:gd name="connsiteY12882" fmla="*/ 1924812 h 4821604"/>
              <a:gd name="connsiteX12883" fmla="*/ 2096688 w 2947832"/>
              <a:gd name="connsiteY12883" fmla="*/ 1924812 h 4821604"/>
              <a:gd name="connsiteX12884" fmla="*/ 2095485 w 2947832"/>
              <a:gd name="connsiteY12884" fmla="*/ 1924132 h 4821604"/>
              <a:gd name="connsiteX12885" fmla="*/ 2089782 w 2947832"/>
              <a:gd name="connsiteY12885" fmla="*/ 1914243 h 4821604"/>
              <a:gd name="connsiteX12886" fmla="*/ 2089782 w 2947832"/>
              <a:gd name="connsiteY12886" fmla="*/ 1912830 h 4821604"/>
              <a:gd name="connsiteX12887" fmla="*/ 2095485 w 2947832"/>
              <a:gd name="connsiteY12887" fmla="*/ 1902941 h 4821604"/>
              <a:gd name="connsiteX12888" fmla="*/ 2096688 w 2947832"/>
              <a:gd name="connsiteY12888" fmla="*/ 1902261 h 4821604"/>
              <a:gd name="connsiteX12889" fmla="*/ 2674844 w 2947832"/>
              <a:gd name="connsiteY12889" fmla="*/ 1901267 h 4821604"/>
              <a:gd name="connsiteX12890" fmla="*/ 2687192 w 2947832"/>
              <a:gd name="connsiteY12890" fmla="*/ 1901267 h 4821604"/>
              <a:gd name="connsiteX12891" fmla="*/ 2688500 w 2947832"/>
              <a:gd name="connsiteY12891" fmla="*/ 1902052 h 4821604"/>
              <a:gd name="connsiteX12892" fmla="*/ 2694674 w 2947832"/>
              <a:gd name="connsiteY12892" fmla="*/ 1912725 h 4821604"/>
              <a:gd name="connsiteX12893" fmla="*/ 2694674 w 2947832"/>
              <a:gd name="connsiteY12893" fmla="*/ 1914243 h 4821604"/>
              <a:gd name="connsiteX12894" fmla="*/ 2688500 w 2947832"/>
              <a:gd name="connsiteY12894" fmla="*/ 1924916 h 4821604"/>
              <a:gd name="connsiteX12895" fmla="*/ 2687192 w 2947832"/>
              <a:gd name="connsiteY12895" fmla="*/ 1925701 h 4821604"/>
              <a:gd name="connsiteX12896" fmla="*/ 2674844 w 2947832"/>
              <a:gd name="connsiteY12896" fmla="*/ 1925701 h 4821604"/>
              <a:gd name="connsiteX12897" fmla="*/ 2673536 w 2947832"/>
              <a:gd name="connsiteY12897" fmla="*/ 1924916 h 4821604"/>
              <a:gd name="connsiteX12898" fmla="*/ 2667362 w 2947832"/>
              <a:gd name="connsiteY12898" fmla="*/ 1914243 h 4821604"/>
              <a:gd name="connsiteX12899" fmla="*/ 2667362 w 2947832"/>
              <a:gd name="connsiteY12899" fmla="*/ 1912725 h 4821604"/>
              <a:gd name="connsiteX12900" fmla="*/ 2673536 w 2947832"/>
              <a:gd name="connsiteY12900" fmla="*/ 1902052 h 4821604"/>
              <a:gd name="connsiteX12901" fmla="*/ 2674844 w 2947832"/>
              <a:gd name="connsiteY12901" fmla="*/ 1901267 h 4821604"/>
              <a:gd name="connsiteX12902" fmla="*/ 1434871 w 2947832"/>
              <a:gd name="connsiteY12902" fmla="*/ 1901058 h 4821604"/>
              <a:gd name="connsiteX12903" fmla="*/ 1447429 w 2947832"/>
              <a:gd name="connsiteY12903" fmla="*/ 1901058 h 4821604"/>
              <a:gd name="connsiteX12904" fmla="*/ 1448789 w 2947832"/>
              <a:gd name="connsiteY12904" fmla="*/ 1901843 h 4821604"/>
              <a:gd name="connsiteX12905" fmla="*/ 1455067 w 2947832"/>
              <a:gd name="connsiteY12905" fmla="*/ 1912726 h 4821604"/>
              <a:gd name="connsiteX12906" fmla="*/ 1455067 w 2947832"/>
              <a:gd name="connsiteY12906" fmla="*/ 1914295 h 4821604"/>
              <a:gd name="connsiteX12907" fmla="*/ 1448789 w 2947832"/>
              <a:gd name="connsiteY12907" fmla="*/ 1925178 h 4821604"/>
              <a:gd name="connsiteX12908" fmla="*/ 1447429 w 2947832"/>
              <a:gd name="connsiteY12908" fmla="*/ 1925963 h 4821604"/>
              <a:gd name="connsiteX12909" fmla="*/ 1434871 w 2947832"/>
              <a:gd name="connsiteY12909" fmla="*/ 1925963 h 4821604"/>
              <a:gd name="connsiteX12910" fmla="*/ 1433511 w 2947832"/>
              <a:gd name="connsiteY12910" fmla="*/ 1925178 h 4821604"/>
              <a:gd name="connsiteX12911" fmla="*/ 1427232 w 2947832"/>
              <a:gd name="connsiteY12911" fmla="*/ 1914295 h 4821604"/>
              <a:gd name="connsiteX12912" fmla="*/ 1427232 w 2947832"/>
              <a:gd name="connsiteY12912" fmla="*/ 1912726 h 4821604"/>
              <a:gd name="connsiteX12913" fmla="*/ 1433511 w 2947832"/>
              <a:gd name="connsiteY12913" fmla="*/ 1901843 h 4821604"/>
              <a:gd name="connsiteX12914" fmla="*/ 1434871 w 2947832"/>
              <a:gd name="connsiteY12914" fmla="*/ 1901058 h 4821604"/>
              <a:gd name="connsiteX12915" fmla="*/ 1103988 w 2947832"/>
              <a:gd name="connsiteY12915" fmla="*/ 1900535 h 4821604"/>
              <a:gd name="connsiteX12916" fmla="*/ 1117121 w 2947832"/>
              <a:gd name="connsiteY12916" fmla="*/ 1900535 h 4821604"/>
              <a:gd name="connsiteX12917" fmla="*/ 1118533 w 2947832"/>
              <a:gd name="connsiteY12917" fmla="*/ 1901320 h 4821604"/>
              <a:gd name="connsiteX12918" fmla="*/ 1125074 w 2947832"/>
              <a:gd name="connsiteY12918" fmla="*/ 1912674 h 4821604"/>
              <a:gd name="connsiteX12919" fmla="*/ 1125074 w 2947832"/>
              <a:gd name="connsiteY12919" fmla="*/ 1914296 h 4821604"/>
              <a:gd name="connsiteX12920" fmla="*/ 1118533 w 2947832"/>
              <a:gd name="connsiteY12920" fmla="*/ 1925649 h 4821604"/>
              <a:gd name="connsiteX12921" fmla="*/ 1117121 w 2947832"/>
              <a:gd name="connsiteY12921" fmla="*/ 1926434 h 4821604"/>
              <a:gd name="connsiteX12922" fmla="*/ 1103988 w 2947832"/>
              <a:gd name="connsiteY12922" fmla="*/ 1926434 h 4821604"/>
              <a:gd name="connsiteX12923" fmla="*/ 1102575 w 2947832"/>
              <a:gd name="connsiteY12923" fmla="*/ 1925649 h 4821604"/>
              <a:gd name="connsiteX12924" fmla="*/ 1096035 w 2947832"/>
              <a:gd name="connsiteY12924" fmla="*/ 1914296 h 4821604"/>
              <a:gd name="connsiteX12925" fmla="*/ 1096035 w 2947832"/>
              <a:gd name="connsiteY12925" fmla="*/ 1912674 h 4821604"/>
              <a:gd name="connsiteX12926" fmla="*/ 1102575 w 2947832"/>
              <a:gd name="connsiteY12926" fmla="*/ 1901320 h 4821604"/>
              <a:gd name="connsiteX12927" fmla="*/ 1103988 w 2947832"/>
              <a:gd name="connsiteY12927" fmla="*/ 1900535 h 4821604"/>
              <a:gd name="connsiteX12928" fmla="*/ 1599528 w 2947832"/>
              <a:gd name="connsiteY12928" fmla="*/ 1899855 h 4821604"/>
              <a:gd name="connsiteX12929" fmla="*/ 1613341 w 2947832"/>
              <a:gd name="connsiteY12929" fmla="*/ 1899855 h 4821604"/>
              <a:gd name="connsiteX12930" fmla="*/ 1614806 w 2947832"/>
              <a:gd name="connsiteY12930" fmla="*/ 1900692 h 4821604"/>
              <a:gd name="connsiteX12931" fmla="*/ 1621712 w 2947832"/>
              <a:gd name="connsiteY12931" fmla="*/ 1912674 h 4821604"/>
              <a:gd name="connsiteX12932" fmla="*/ 1621712 w 2947832"/>
              <a:gd name="connsiteY12932" fmla="*/ 1914400 h 4821604"/>
              <a:gd name="connsiteX12933" fmla="*/ 1614806 w 2947832"/>
              <a:gd name="connsiteY12933" fmla="*/ 1926382 h 4821604"/>
              <a:gd name="connsiteX12934" fmla="*/ 1613341 w 2947832"/>
              <a:gd name="connsiteY12934" fmla="*/ 1927219 h 4821604"/>
              <a:gd name="connsiteX12935" fmla="*/ 1599528 w 2947832"/>
              <a:gd name="connsiteY12935" fmla="*/ 1927219 h 4821604"/>
              <a:gd name="connsiteX12936" fmla="*/ 1598063 w 2947832"/>
              <a:gd name="connsiteY12936" fmla="*/ 1926382 h 4821604"/>
              <a:gd name="connsiteX12937" fmla="*/ 1591156 w 2947832"/>
              <a:gd name="connsiteY12937" fmla="*/ 1914400 h 4821604"/>
              <a:gd name="connsiteX12938" fmla="*/ 1591156 w 2947832"/>
              <a:gd name="connsiteY12938" fmla="*/ 1912674 h 4821604"/>
              <a:gd name="connsiteX12939" fmla="*/ 1598063 w 2947832"/>
              <a:gd name="connsiteY12939" fmla="*/ 1900692 h 4821604"/>
              <a:gd name="connsiteX12940" fmla="*/ 1599528 w 2947832"/>
              <a:gd name="connsiteY12940" fmla="*/ 1899855 h 4821604"/>
              <a:gd name="connsiteX12941" fmla="*/ 1516807 w 2947832"/>
              <a:gd name="connsiteY12941" fmla="*/ 1899750 h 4821604"/>
              <a:gd name="connsiteX12942" fmla="*/ 1530725 w 2947832"/>
              <a:gd name="connsiteY12942" fmla="*/ 1899750 h 4821604"/>
              <a:gd name="connsiteX12943" fmla="*/ 1532189 w 2947832"/>
              <a:gd name="connsiteY12943" fmla="*/ 1900587 h 4821604"/>
              <a:gd name="connsiteX12944" fmla="*/ 1539148 w 2947832"/>
              <a:gd name="connsiteY12944" fmla="*/ 1912621 h 4821604"/>
              <a:gd name="connsiteX12945" fmla="*/ 1539148 w 2947832"/>
              <a:gd name="connsiteY12945" fmla="*/ 1914348 h 4821604"/>
              <a:gd name="connsiteX12946" fmla="*/ 1532189 w 2947832"/>
              <a:gd name="connsiteY12946" fmla="*/ 1926382 h 4821604"/>
              <a:gd name="connsiteX12947" fmla="*/ 1530725 w 2947832"/>
              <a:gd name="connsiteY12947" fmla="*/ 1927219 h 4821604"/>
              <a:gd name="connsiteX12948" fmla="*/ 1516807 w 2947832"/>
              <a:gd name="connsiteY12948" fmla="*/ 1927219 h 4821604"/>
              <a:gd name="connsiteX12949" fmla="*/ 1515342 w 2947832"/>
              <a:gd name="connsiteY12949" fmla="*/ 1926382 h 4821604"/>
              <a:gd name="connsiteX12950" fmla="*/ 1508383 w 2947832"/>
              <a:gd name="connsiteY12950" fmla="*/ 1914348 h 4821604"/>
              <a:gd name="connsiteX12951" fmla="*/ 1508383 w 2947832"/>
              <a:gd name="connsiteY12951" fmla="*/ 1912621 h 4821604"/>
              <a:gd name="connsiteX12952" fmla="*/ 1515342 w 2947832"/>
              <a:gd name="connsiteY12952" fmla="*/ 1900587 h 4821604"/>
              <a:gd name="connsiteX12953" fmla="*/ 1516807 w 2947832"/>
              <a:gd name="connsiteY12953" fmla="*/ 1899750 h 4821604"/>
              <a:gd name="connsiteX12954" fmla="*/ 1682092 w 2947832"/>
              <a:gd name="connsiteY12954" fmla="*/ 1899541 h 4821604"/>
              <a:gd name="connsiteX12955" fmla="*/ 1696166 w 2947832"/>
              <a:gd name="connsiteY12955" fmla="*/ 1899541 h 4821604"/>
              <a:gd name="connsiteX12956" fmla="*/ 1697683 w 2947832"/>
              <a:gd name="connsiteY12956" fmla="*/ 1900431 h 4821604"/>
              <a:gd name="connsiteX12957" fmla="*/ 1704695 w 2947832"/>
              <a:gd name="connsiteY12957" fmla="*/ 1912621 h 4821604"/>
              <a:gd name="connsiteX12958" fmla="*/ 1704695 w 2947832"/>
              <a:gd name="connsiteY12958" fmla="*/ 1914348 h 4821604"/>
              <a:gd name="connsiteX12959" fmla="*/ 1697683 w 2947832"/>
              <a:gd name="connsiteY12959" fmla="*/ 1926539 h 4821604"/>
              <a:gd name="connsiteX12960" fmla="*/ 1696166 w 2947832"/>
              <a:gd name="connsiteY12960" fmla="*/ 1927429 h 4821604"/>
              <a:gd name="connsiteX12961" fmla="*/ 1682092 w 2947832"/>
              <a:gd name="connsiteY12961" fmla="*/ 1927429 h 4821604"/>
              <a:gd name="connsiteX12962" fmla="*/ 1680574 w 2947832"/>
              <a:gd name="connsiteY12962" fmla="*/ 1926539 h 4821604"/>
              <a:gd name="connsiteX12963" fmla="*/ 1673563 w 2947832"/>
              <a:gd name="connsiteY12963" fmla="*/ 1914348 h 4821604"/>
              <a:gd name="connsiteX12964" fmla="*/ 1673563 w 2947832"/>
              <a:gd name="connsiteY12964" fmla="*/ 1912621 h 4821604"/>
              <a:gd name="connsiteX12965" fmla="*/ 1680574 w 2947832"/>
              <a:gd name="connsiteY12965" fmla="*/ 1900431 h 4821604"/>
              <a:gd name="connsiteX12966" fmla="*/ 1682092 w 2947832"/>
              <a:gd name="connsiteY12966" fmla="*/ 1899541 h 4821604"/>
              <a:gd name="connsiteX12967" fmla="*/ 2756257 w 2947832"/>
              <a:gd name="connsiteY12967" fmla="*/ 1898913 h 4821604"/>
              <a:gd name="connsiteX12968" fmla="*/ 2771011 w 2947832"/>
              <a:gd name="connsiteY12968" fmla="*/ 1898913 h 4821604"/>
              <a:gd name="connsiteX12969" fmla="*/ 2772581 w 2947832"/>
              <a:gd name="connsiteY12969" fmla="*/ 1899803 h 4821604"/>
              <a:gd name="connsiteX12970" fmla="*/ 2779958 w 2947832"/>
              <a:gd name="connsiteY12970" fmla="*/ 1912621 h 4821604"/>
              <a:gd name="connsiteX12971" fmla="*/ 2779958 w 2947832"/>
              <a:gd name="connsiteY12971" fmla="*/ 1914453 h 4821604"/>
              <a:gd name="connsiteX12972" fmla="*/ 2772581 w 2947832"/>
              <a:gd name="connsiteY12972" fmla="*/ 1927271 h 4821604"/>
              <a:gd name="connsiteX12973" fmla="*/ 2771011 w 2947832"/>
              <a:gd name="connsiteY12973" fmla="*/ 1928161 h 4821604"/>
              <a:gd name="connsiteX12974" fmla="*/ 2756257 w 2947832"/>
              <a:gd name="connsiteY12974" fmla="*/ 1928161 h 4821604"/>
              <a:gd name="connsiteX12975" fmla="*/ 2754687 w 2947832"/>
              <a:gd name="connsiteY12975" fmla="*/ 1927271 h 4821604"/>
              <a:gd name="connsiteX12976" fmla="*/ 2747309 w 2947832"/>
              <a:gd name="connsiteY12976" fmla="*/ 1914453 h 4821604"/>
              <a:gd name="connsiteX12977" fmla="*/ 2747309 w 2947832"/>
              <a:gd name="connsiteY12977" fmla="*/ 1912621 h 4821604"/>
              <a:gd name="connsiteX12978" fmla="*/ 2754687 w 2947832"/>
              <a:gd name="connsiteY12978" fmla="*/ 1899803 h 4821604"/>
              <a:gd name="connsiteX12979" fmla="*/ 2756257 w 2947832"/>
              <a:gd name="connsiteY12979" fmla="*/ 1898913 h 4821604"/>
              <a:gd name="connsiteX12980" fmla="*/ 2342968 w 2947832"/>
              <a:gd name="connsiteY12980" fmla="*/ 1898913 h 4821604"/>
              <a:gd name="connsiteX12981" fmla="*/ 2357722 w 2947832"/>
              <a:gd name="connsiteY12981" fmla="*/ 1898913 h 4821604"/>
              <a:gd name="connsiteX12982" fmla="*/ 2359292 w 2947832"/>
              <a:gd name="connsiteY12982" fmla="*/ 1899803 h 4821604"/>
              <a:gd name="connsiteX12983" fmla="*/ 2366669 w 2947832"/>
              <a:gd name="connsiteY12983" fmla="*/ 1912621 h 4821604"/>
              <a:gd name="connsiteX12984" fmla="*/ 2366669 w 2947832"/>
              <a:gd name="connsiteY12984" fmla="*/ 1914453 h 4821604"/>
              <a:gd name="connsiteX12985" fmla="*/ 2359292 w 2947832"/>
              <a:gd name="connsiteY12985" fmla="*/ 1927271 h 4821604"/>
              <a:gd name="connsiteX12986" fmla="*/ 2357722 w 2947832"/>
              <a:gd name="connsiteY12986" fmla="*/ 1928161 h 4821604"/>
              <a:gd name="connsiteX12987" fmla="*/ 2342968 w 2947832"/>
              <a:gd name="connsiteY12987" fmla="*/ 1928161 h 4821604"/>
              <a:gd name="connsiteX12988" fmla="*/ 2341398 w 2947832"/>
              <a:gd name="connsiteY12988" fmla="*/ 1927271 h 4821604"/>
              <a:gd name="connsiteX12989" fmla="*/ 2334020 w 2947832"/>
              <a:gd name="connsiteY12989" fmla="*/ 1914453 h 4821604"/>
              <a:gd name="connsiteX12990" fmla="*/ 2334020 w 2947832"/>
              <a:gd name="connsiteY12990" fmla="*/ 1912621 h 4821604"/>
              <a:gd name="connsiteX12991" fmla="*/ 2341398 w 2947832"/>
              <a:gd name="connsiteY12991" fmla="*/ 1899803 h 4821604"/>
              <a:gd name="connsiteX12992" fmla="*/ 2342968 w 2947832"/>
              <a:gd name="connsiteY12992" fmla="*/ 1898913 h 4821604"/>
              <a:gd name="connsiteX12993" fmla="*/ 1020326 w 2947832"/>
              <a:gd name="connsiteY12993" fmla="*/ 1898547 h 4821604"/>
              <a:gd name="connsiteX12994" fmla="*/ 1035394 w 2947832"/>
              <a:gd name="connsiteY12994" fmla="*/ 1898547 h 4821604"/>
              <a:gd name="connsiteX12995" fmla="*/ 1037016 w 2947832"/>
              <a:gd name="connsiteY12995" fmla="*/ 1899489 h 4821604"/>
              <a:gd name="connsiteX12996" fmla="*/ 1044551 w 2947832"/>
              <a:gd name="connsiteY12996" fmla="*/ 1912569 h 4821604"/>
              <a:gd name="connsiteX12997" fmla="*/ 1044551 w 2947832"/>
              <a:gd name="connsiteY12997" fmla="*/ 1914453 h 4821604"/>
              <a:gd name="connsiteX12998" fmla="*/ 1037016 w 2947832"/>
              <a:gd name="connsiteY12998" fmla="*/ 1927533 h 4821604"/>
              <a:gd name="connsiteX12999" fmla="*/ 1035394 w 2947832"/>
              <a:gd name="connsiteY12999" fmla="*/ 1928475 h 4821604"/>
              <a:gd name="connsiteX13000" fmla="*/ 1020326 w 2947832"/>
              <a:gd name="connsiteY13000" fmla="*/ 1928475 h 4821604"/>
              <a:gd name="connsiteX13001" fmla="*/ 1018704 w 2947832"/>
              <a:gd name="connsiteY13001" fmla="*/ 1927533 h 4821604"/>
              <a:gd name="connsiteX13002" fmla="*/ 1011169 w 2947832"/>
              <a:gd name="connsiteY13002" fmla="*/ 1914453 h 4821604"/>
              <a:gd name="connsiteX13003" fmla="*/ 1011169 w 2947832"/>
              <a:gd name="connsiteY13003" fmla="*/ 1912569 h 4821604"/>
              <a:gd name="connsiteX13004" fmla="*/ 1018704 w 2947832"/>
              <a:gd name="connsiteY13004" fmla="*/ 1899489 h 4821604"/>
              <a:gd name="connsiteX13005" fmla="*/ 1020326 w 2947832"/>
              <a:gd name="connsiteY13005" fmla="*/ 1898547 h 4821604"/>
              <a:gd name="connsiteX13006" fmla="*/ 772164 w 2947832"/>
              <a:gd name="connsiteY13006" fmla="*/ 1898233 h 4821604"/>
              <a:gd name="connsiteX13007" fmla="*/ 787599 w 2947832"/>
              <a:gd name="connsiteY13007" fmla="*/ 1898233 h 4821604"/>
              <a:gd name="connsiteX13008" fmla="*/ 789273 w 2947832"/>
              <a:gd name="connsiteY13008" fmla="*/ 1899175 h 4821604"/>
              <a:gd name="connsiteX13009" fmla="*/ 796965 w 2947832"/>
              <a:gd name="connsiteY13009" fmla="*/ 1912517 h 4821604"/>
              <a:gd name="connsiteX13010" fmla="*/ 796965 w 2947832"/>
              <a:gd name="connsiteY13010" fmla="*/ 1914400 h 4821604"/>
              <a:gd name="connsiteX13011" fmla="*/ 789273 w 2947832"/>
              <a:gd name="connsiteY13011" fmla="*/ 1927743 h 4821604"/>
              <a:gd name="connsiteX13012" fmla="*/ 787599 w 2947832"/>
              <a:gd name="connsiteY13012" fmla="*/ 1928684 h 4821604"/>
              <a:gd name="connsiteX13013" fmla="*/ 772164 w 2947832"/>
              <a:gd name="connsiteY13013" fmla="*/ 1928684 h 4821604"/>
              <a:gd name="connsiteX13014" fmla="*/ 770490 w 2947832"/>
              <a:gd name="connsiteY13014" fmla="*/ 1927743 h 4821604"/>
              <a:gd name="connsiteX13015" fmla="*/ 762798 w 2947832"/>
              <a:gd name="connsiteY13015" fmla="*/ 1914400 h 4821604"/>
              <a:gd name="connsiteX13016" fmla="*/ 762798 w 2947832"/>
              <a:gd name="connsiteY13016" fmla="*/ 1912517 h 4821604"/>
              <a:gd name="connsiteX13017" fmla="*/ 770490 w 2947832"/>
              <a:gd name="connsiteY13017" fmla="*/ 1899175 h 4821604"/>
              <a:gd name="connsiteX13018" fmla="*/ 772164 w 2947832"/>
              <a:gd name="connsiteY13018" fmla="*/ 1898233 h 4821604"/>
              <a:gd name="connsiteX13019" fmla="*/ 1764027 w 2947832"/>
              <a:gd name="connsiteY13019" fmla="*/ 1898128 h 4821604"/>
              <a:gd name="connsiteX13020" fmla="*/ 1779567 w 2947832"/>
              <a:gd name="connsiteY13020" fmla="*/ 1898128 h 4821604"/>
              <a:gd name="connsiteX13021" fmla="*/ 1781241 w 2947832"/>
              <a:gd name="connsiteY13021" fmla="*/ 1899070 h 4821604"/>
              <a:gd name="connsiteX13022" fmla="*/ 1788985 w 2947832"/>
              <a:gd name="connsiteY13022" fmla="*/ 1912516 h 4821604"/>
              <a:gd name="connsiteX13023" fmla="*/ 1788985 w 2947832"/>
              <a:gd name="connsiteY13023" fmla="*/ 1914452 h 4821604"/>
              <a:gd name="connsiteX13024" fmla="*/ 1781241 w 2947832"/>
              <a:gd name="connsiteY13024" fmla="*/ 1927899 h 4821604"/>
              <a:gd name="connsiteX13025" fmla="*/ 1779567 w 2947832"/>
              <a:gd name="connsiteY13025" fmla="*/ 1928841 h 4821604"/>
              <a:gd name="connsiteX13026" fmla="*/ 1764027 w 2947832"/>
              <a:gd name="connsiteY13026" fmla="*/ 1928841 h 4821604"/>
              <a:gd name="connsiteX13027" fmla="*/ 1762353 w 2947832"/>
              <a:gd name="connsiteY13027" fmla="*/ 1927899 h 4821604"/>
              <a:gd name="connsiteX13028" fmla="*/ 1754609 w 2947832"/>
              <a:gd name="connsiteY13028" fmla="*/ 1914452 h 4821604"/>
              <a:gd name="connsiteX13029" fmla="*/ 1754609 w 2947832"/>
              <a:gd name="connsiteY13029" fmla="*/ 1912516 h 4821604"/>
              <a:gd name="connsiteX13030" fmla="*/ 1762353 w 2947832"/>
              <a:gd name="connsiteY13030" fmla="*/ 1899070 h 4821604"/>
              <a:gd name="connsiteX13031" fmla="*/ 1764027 w 2947832"/>
              <a:gd name="connsiteY13031" fmla="*/ 1898128 h 4821604"/>
              <a:gd name="connsiteX13032" fmla="*/ 2177107 w 2947832"/>
              <a:gd name="connsiteY13032" fmla="*/ 1897814 h 4821604"/>
              <a:gd name="connsiteX13033" fmla="*/ 2192961 w 2947832"/>
              <a:gd name="connsiteY13033" fmla="*/ 1897814 h 4821604"/>
              <a:gd name="connsiteX13034" fmla="*/ 2194635 w 2947832"/>
              <a:gd name="connsiteY13034" fmla="*/ 1898808 h 4821604"/>
              <a:gd name="connsiteX13035" fmla="*/ 2202536 w 2947832"/>
              <a:gd name="connsiteY13035" fmla="*/ 1912516 h 4821604"/>
              <a:gd name="connsiteX13036" fmla="*/ 2202536 w 2947832"/>
              <a:gd name="connsiteY13036" fmla="*/ 1914452 h 4821604"/>
              <a:gd name="connsiteX13037" fmla="*/ 2194635 w 2947832"/>
              <a:gd name="connsiteY13037" fmla="*/ 1928161 h 4821604"/>
              <a:gd name="connsiteX13038" fmla="*/ 2192961 w 2947832"/>
              <a:gd name="connsiteY13038" fmla="*/ 1929155 h 4821604"/>
              <a:gd name="connsiteX13039" fmla="*/ 2177107 w 2947832"/>
              <a:gd name="connsiteY13039" fmla="*/ 1929155 h 4821604"/>
              <a:gd name="connsiteX13040" fmla="*/ 2175433 w 2947832"/>
              <a:gd name="connsiteY13040" fmla="*/ 1928161 h 4821604"/>
              <a:gd name="connsiteX13041" fmla="*/ 2167533 w 2947832"/>
              <a:gd name="connsiteY13041" fmla="*/ 1914452 h 4821604"/>
              <a:gd name="connsiteX13042" fmla="*/ 2167533 w 2947832"/>
              <a:gd name="connsiteY13042" fmla="*/ 1912516 h 4821604"/>
              <a:gd name="connsiteX13043" fmla="*/ 2175433 w 2947832"/>
              <a:gd name="connsiteY13043" fmla="*/ 1898808 h 4821604"/>
              <a:gd name="connsiteX13044" fmla="*/ 2177107 w 2947832"/>
              <a:gd name="connsiteY13044" fmla="*/ 1897814 h 4821604"/>
              <a:gd name="connsiteX13045" fmla="*/ 2507780 w 2947832"/>
              <a:gd name="connsiteY13045" fmla="*/ 1897709 h 4821604"/>
              <a:gd name="connsiteX13046" fmla="*/ 2523738 w 2947832"/>
              <a:gd name="connsiteY13046" fmla="*/ 1897709 h 4821604"/>
              <a:gd name="connsiteX13047" fmla="*/ 2525464 w 2947832"/>
              <a:gd name="connsiteY13047" fmla="*/ 1898703 h 4821604"/>
              <a:gd name="connsiteX13048" fmla="*/ 2533417 w 2947832"/>
              <a:gd name="connsiteY13048" fmla="*/ 1912516 h 4821604"/>
              <a:gd name="connsiteX13049" fmla="*/ 2533417 w 2947832"/>
              <a:gd name="connsiteY13049" fmla="*/ 1914504 h 4821604"/>
              <a:gd name="connsiteX13050" fmla="*/ 2525464 w 2947832"/>
              <a:gd name="connsiteY13050" fmla="*/ 1928317 h 4821604"/>
              <a:gd name="connsiteX13051" fmla="*/ 2523738 w 2947832"/>
              <a:gd name="connsiteY13051" fmla="*/ 1929311 h 4821604"/>
              <a:gd name="connsiteX13052" fmla="*/ 2507780 w 2947832"/>
              <a:gd name="connsiteY13052" fmla="*/ 1929311 h 4821604"/>
              <a:gd name="connsiteX13053" fmla="*/ 2506053 w 2947832"/>
              <a:gd name="connsiteY13053" fmla="*/ 1928317 h 4821604"/>
              <a:gd name="connsiteX13054" fmla="*/ 2498100 w 2947832"/>
              <a:gd name="connsiteY13054" fmla="*/ 1914504 h 4821604"/>
              <a:gd name="connsiteX13055" fmla="*/ 2498100 w 2947832"/>
              <a:gd name="connsiteY13055" fmla="*/ 1912516 h 4821604"/>
              <a:gd name="connsiteX13056" fmla="*/ 2506053 w 2947832"/>
              <a:gd name="connsiteY13056" fmla="*/ 1898703 h 4821604"/>
              <a:gd name="connsiteX13057" fmla="*/ 2507780 w 2947832"/>
              <a:gd name="connsiteY13057" fmla="*/ 1897709 h 4821604"/>
              <a:gd name="connsiteX13058" fmla="*/ 854519 w 2947832"/>
              <a:gd name="connsiteY13058" fmla="*/ 1897552 h 4821604"/>
              <a:gd name="connsiteX13059" fmla="*/ 870581 w 2947832"/>
              <a:gd name="connsiteY13059" fmla="*/ 1897552 h 4821604"/>
              <a:gd name="connsiteX13060" fmla="*/ 872308 w 2947832"/>
              <a:gd name="connsiteY13060" fmla="*/ 1898546 h 4821604"/>
              <a:gd name="connsiteX13061" fmla="*/ 880366 w 2947832"/>
              <a:gd name="connsiteY13061" fmla="*/ 1912464 h 4821604"/>
              <a:gd name="connsiteX13062" fmla="*/ 880366 w 2947832"/>
              <a:gd name="connsiteY13062" fmla="*/ 1914452 h 4821604"/>
              <a:gd name="connsiteX13063" fmla="*/ 872308 w 2947832"/>
              <a:gd name="connsiteY13063" fmla="*/ 1928370 h 4821604"/>
              <a:gd name="connsiteX13064" fmla="*/ 870581 w 2947832"/>
              <a:gd name="connsiteY13064" fmla="*/ 1929364 h 4821604"/>
              <a:gd name="connsiteX13065" fmla="*/ 854519 w 2947832"/>
              <a:gd name="connsiteY13065" fmla="*/ 1929364 h 4821604"/>
              <a:gd name="connsiteX13066" fmla="*/ 852792 w 2947832"/>
              <a:gd name="connsiteY13066" fmla="*/ 1928370 h 4821604"/>
              <a:gd name="connsiteX13067" fmla="*/ 844734 w 2947832"/>
              <a:gd name="connsiteY13067" fmla="*/ 1914452 h 4821604"/>
              <a:gd name="connsiteX13068" fmla="*/ 844734 w 2947832"/>
              <a:gd name="connsiteY13068" fmla="*/ 1912464 h 4821604"/>
              <a:gd name="connsiteX13069" fmla="*/ 852792 w 2947832"/>
              <a:gd name="connsiteY13069" fmla="*/ 1898546 h 4821604"/>
              <a:gd name="connsiteX13070" fmla="*/ 854519 w 2947832"/>
              <a:gd name="connsiteY13070" fmla="*/ 1897552 h 4821604"/>
              <a:gd name="connsiteX13071" fmla="*/ 2424798 w 2947832"/>
              <a:gd name="connsiteY13071" fmla="*/ 1897082 h 4821604"/>
              <a:gd name="connsiteX13072" fmla="*/ 2441332 w 2947832"/>
              <a:gd name="connsiteY13072" fmla="*/ 1897082 h 4821604"/>
              <a:gd name="connsiteX13073" fmla="*/ 2443111 w 2947832"/>
              <a:gd name="connsiteY13073" fmla="*/ 1898128 h 4821604"/>
              <a:gd name="connsiteX13074" fmla="*/ 2451378 w 2947832"/>
              <a:gd name="connsiteY13074" fmla="*/ 1912465 h 4821604"/>
              <a:gd name="connsiteX13075" fmla="*/ 2451378 w 2947832"/>
              <a:gd name="connsiteY13075" fmla="*/ 1914505 h 4821604"/>
              <a:gd name="connsiteX13076" fmla="*/ 2443111 w 2947832"/>
              <a:gd name="connsiteY13076" fmla="*/ 1928841 h 4821604"/>
              <a:gd name="connsiteX13077" fmla="*/ 2441332 w 2947832"/>
              <a:gd name="connsiteY13077" fmla="*/ 1929888 h 4821604"/>
              <a:gd name="connsiteX13078" fmla="*/ 2424798 w 2947832"/>
              <a:gd name="connsiteY13078" fmla="*/ 1929888 h 4821604"/>
              <a:gd name="connsiteX13079" fmla="*/ 2423019 w 2947832"/>
              <a:gd name="connsiteY13079" fmla="*/ 1928841 h 4821604"/>
              <a:gd name="connsiteX13080" fmla="*/ 2414753 w 2947832"/>
              <a:gd name="connsiteY13080" fmla="*/ 1914505 h 4821604"/>
              <a:gd name="connsiteX13081" fmla="*/ 2414753 w 2947832"/>
              <a:gd name="connsiteY13081" fmla="*/ 1912465 h 4821604"/>
              <a:gd name="connsiteX13082" fmla="*/ 2423019 w 2947832"/>
              <a:gd name="connsiteY13082" fmla="*/ 1898128 h 4821604"/>
              <a:gd name="connsiteX13083" fmla="*/ 2424798 w 2947832"/>
              <a:gd name="connsiteY13083" fmla="*/ 1897082 h 4821604"/>
              <a:gd name="connsiteX13084" fmla="*/ 936925 w 2947832"/>
              <a:gd name="connsiteY13084" fmla="*/ 1897082 h 4821604"/>
              <a:gd name="connsiteX13085" fmla="*/ 953459 w 2947832"/>
              <a:gd name="connsiteY13085" fmla="*/ 1897082 h 4821604"/>
              <a:gd name="connsiteX13086" fmla="*/ 955238 w 2947832"/>
              <a:gd name="connsiteY13086" fmla="*/ 1898128 h 4821604"/>
              <a:gd name="connsiteX13087" fmla="*/ 963505 w 2947832"/>
              <a:gd name="connsiteY13087" fmla="*/ 1912465 h 4821604"/>
              <a:gd name="connsiteX13088" fmla="*/ 963505 w 2947832"/>
              <a:gd name="connsiteY13088" fmla="*/ 1914505 h 4821604"/>
              <a:gd name="connsiteX13089" fmla="*/ 955238 w 2947832"/>
              <a:gd name="connsiteY13089" fmla="*/ 1928841 h 4821604"/>
              <a:gd name="connsiteX13090" fmla="*/ 953459 w 2947832"/>
              <a:gd name="connsiteY13090" fmla="*/ 1929888 h 4821604"/>
              <a:gd name="connsiteX13091" fmla="*/ 936925 w 2947832"/>
              <a:gd name="connsiteY13091" fmla="*/ 1929888 h 4821604"/>
              <a:gd name="connsiteX13092" fmla="*/ 935146 w 2947832"/>
              <a:gd name="connsiteY13092" fmla="*/ 1928841 h 4821604"/>
              <a:gd name="connsiteX13093" fmla="*/ 926879 w 2947832"/>
              <a:gd name="connsiteY13093" fmla="*/ 1914505 h 4821604"/>
              <a:gd name="connsiteX13094" fmla="*/ 926879 w 2947832"/>
              <a:gd name="connsiteY13094" fmla="*/ 1912465 h 4821604"/>
              <a:gd name="connsiteX13095" fmla="*/ 935146 w 2947832"/>
              <a:gd name="connsiteY13095" fmla="*/ 1898128 h 4821604"/>
              <a:gd name="connsiteX13096" fmla="*/ 936925 w 2947832"/>
              <a:gd name="connsiteY13096" fmla="*/ 1897082 h 4821604"/>
              <a:gd name="connsiteX13097" fmla="*/ 688763 w 2947832"/>
              <a:gd name="connsiteY13097" fmla="*/ 1896820 h 4821604"/>
              <a:gd name="connsiteX13098" fmla="*/ 705611 w 2947832"/>
              <a:gd name="connsiteY13098" fmla="*/ 1896820 h 4821604"/>
              <a:gd name="connsiteX13099" fmla="*/ 707390 w 2947832"/>
              <a:gd name="connsiteY13099" fmla="*/ 1897866 h 4821604"/>
              <a:gd name="connsiteX13100" fmla="*/ 715813 w 2947832"/>
              <a:gd name="connsiteY13100" fmla="*/ 1912464 h 4821604"/>
              <a:gd name="connsiteX13101" fmla="*/ 715813 w 2947832"/>
              <a:gd name="connsiteY13101" fmla="*/ 1914557 h 4821604"/>
              <a:gd name="connsiteX13102" fmla="*/ 707390 w 2947832"/>
              <a:gd name="connsiteY13102" fmla="*/ 1929155 h 4821604"/>
              <a:gd name="connsiteX13103" fmla="*/ 705611 w 2947832"/>
              <a:gd name="connsiteY13103" fmla="*/ 1930201 h 4821604"/>
              <a:gd name="connsiteX13104" fmla="*/ 688763 w 2947832"/>
              <a:gd name="connsiteY13104" fmla="*/ 1930201 h 4821604"/>
              <a:gd name="connsiteX13105" fmla="*/ 686984 w 2947832"/>
              <a:gd name="connsiteY13105" fmla="*/ 1929155 h 4821604"/>
              <a:gd name="connsiteX13106" fmla="*/ 678560 w 2947832"/>
              <a:gd name="connsiteY13106" fmla="*/ 1914557 h 4821604"/>
              <a:gd name="connsiteX13107" fmla="*/ 678560 w 2947832"/>
              <a:gd name="connsiteY13107" fmla="*/ 1912464 h 4821604"/>
              <a:gd name="connsiteX13108" fmla="*/ 686984 w 2947832"/>
              <a:gd name="connsiteY13108" fmla="*/ 1897866 h 4821604"/>
              <a:gd name="connsiteX13109" fmla="*/ 688763 w 2947832"/>
              <a:gd name="connsiteY13109" fmla="*/ 1896820 h 4821604"/>
              <a:gd name="connsiteX13110" fmla="*/ 2259148 w 2947832"/>
              <a:gd name="connsiteY13110" fmla="*/ 1896558 h 4821604"/>
              <a:gd name="connsiteX13111" fmla="*/ 2276309 w 2947832"/>
              <a:gd name="connsiteY13111" fmla="*/ 1896558 h 4821604"/>
              <a:gd name="connsiteX13112" fmla="*/ 2278140 w 2947832"/>
              <a:gd name="connsiteY13112" fmla="*/ 1897604 h 4821604"/>
              <a:gd name="connsiteX13113" fmla="*/ 2286721 w 2947832"/>
              <a:gd name="connsiteY13113" fmla="*/ 1912464 h 4821604"/>
              <a:gd name="connsiteX13114" fmla="*/ 2286721 w 2947832"/>
              <a:gd name="connsiteY13114" fmla="*/ 1914609 h 4821604"/>
              <a:gd name="connsiteX13115" fmla="*/ 2278140 w 2947832"/>
              <a:gd name="connsiteY13115" fmla="*/ 1929468 h 4821604"/>
              <a:gd name="connsiteX13116" fmla="*/ 2276309 w 2947832"/>
              <a:gd name="connsiteY13116" fmla="*/ 1930515 h 4821604"/>
              <a:gd name="connsiteX13117" fmla="*/ 2259148 w 2947832"/>
              <a:gd name="connsiteY13117" fmla="*/ 1930515 h 4821604"/>
              <a:gd name="connsiteX13118" fmla="*/ 2257316 w 2947832"/>
              <a:gd name="connsiteY13118" fmla="*/ 1929468 h 4821604"/>
              <a:gd name="connsiteX13119" fmla="*/ 2248736 w 2947832"/>
              <a:gd name="connsiteY13119" fmla="*/ 1914609 h 4821604"/>
              <a:gd name="connsiteX13120" fmla="*/ 2248736 w 2947832"/>
              <a:gd name="connsiteY13120" fmla="*/ 1912464 h 4821604"/>
              <a:gd name="connsiteX13121" fmla="*/ 2257316 w 2947832"/>
              <a:gd name="connsiteY13121" fmla="*/ 1897604 h 4821604"/>
              <a:gd name="connsiteX13122" fmla="*/ 2259148 w 2947832"/>
              <a:gd name="connsiteY13122" fmla="*/ 1896558 h 4821604"/>
              <a:gd name="connsiteX13123" fmla="*/ 1845544 w 2947832"/>
              <a:gd name="connsiteY13123" fmla="*/ 1895931 h 4821604"/>
              <a:gd name="connsiteX13124" fmla="*/ 1863281 w 2947832"/>
              <a:gd name="connsiteY13124" fmla="*/ 1895931 h 4821604"/>
              <a:gd name="connsiteX13125" fmla="*/ 1865165 w 2947832"/>
              <a:gd name="connsiteY13125" fmla="*/ 1897030 h 4821604"/>
              <a:gd name="connsiteX13126" fmla="*/ 1874059 w 2947832"/>
              <a:gd name="connsiteY13126" fmla="*/ 1912412 h 4821604"/>
              <a:gd name="connsiteX13127" fmla="*/ 1874059 w 2947832"/>
              <a:gd name="connsiteY13127" fmla="*/ 1914610 h 4821604"/>
              <a:gd name="connsiteX13128" fmla="*/ 1865165 w 2947832"/>
              <a:gd name="connsiteY13128" fmla="*/ 1929993 h 4821604"/>
              <a:gd name="connsiteX13129" fmla="*/ 1863281 w 2947832"/>
              <a:gd name="connsiteY13129" fmla="*/ 1931091 h 4821604"/>
              <a:gd name="connsiteX13130" fmla="*/ 1845544 w 2947832"/>
              <a:gd name="connsiteY13130" fmla="*/ 1931091 h 4821604"/>
              <a:gd name="connsiteX13131" fmla="*/ 1843660 w 2947832"/>
              <a:gd name="connsiteY13131" fmla="*/ 1929993 h 4821604"/>
              <a:gd name="connsiteX13132" fmla="*/ 1834766 w 2947832"/>
              <a:gd name="connsiteY13132" fmla="*/ 1914610 h 4821604"/>
              <a:gd name="connsiteX13133" fmla="*/ 1834766 w 2947832"/>
              <a:gd name="connsiteY13133" fmla="*/ 1912412 h 4821604"/>
              <a:gd name="connsiteX13134" fmla="*/ 1843660 w 2947832"/>
              <a:gd name="connsiteY13134" fmla="*/ 1897030 h 4821604"/>
              <a:gd name="connsiteX13135" fmla="*/ 1845544 w 2947832"/>
              <a:gd name="connsiteY13135" fmla="*/ 1895931 h 4821604"/>
              <a:gd name="connsiteX13136" fmla="*/ 605363 w 2947832"/>
              <a:gd name="connsiteY13136" fmla="*/ 1895198 h 4821604"/>
              <a:gd name="connsiteX13137" fmla="*/ 623832 w 2947832"/>
              <a:gd name="connsiteY13137" fmla="*/ 1895198 h 4821604"/>
              <a:gd name="connsiteX13138" fmla="*/ 625820 w 2947832"/>
              <a:gd name="connsiteY13138" fmla="*/ 1896349 h 4821604"/>
              <a:gd name="connsiteX13139" fmla="*/ 635029 w 2947832"/>
              <a:gd name="connsiteY13139" fmla="*/ 1912307 h 4821604"/>
              <a:gd name="connsiteX13140" fmla="*/ 635029 w 2947832"/>
              <a:gd name="connsiteY13140" fmla="*/ 1914609 h 4821604"/>
              <a:gd name="connsiteX13141" fmla="*/ 625820 w 2947832"/>
              <a:gd name="connsiteY13141" fmla="*/ 1930567 h 4821604"/>
              <a:gd name="connsiteX13142" fmla="*/ 623832 w 2947832"/>
              <a:gd name="connsiteY13142" fmla="*/ 1931718 h 4821604"/>
              <a:gd name="connsiteX13143" fmla="*/ 605363 w 2947832"/>
              <a:gd name="connsiteY13143" fmla="*/ 1931718 h 4821604"/>
              <a:gd name="connsiteX13144" fmla="*/ 603374 w 2947832"/>
              <a:gd name="connsiteY13144" fmla="*/ 1930567 h 4821604"/>
              <a:gd name="connsiteX13145" fmla="*/ 594166 w 2947832"/>
              <a:gd name="connsiteY13145" fmla="*/ 1914609 h 4821604"/>
              <a:gd name="connsiteX13146" fmla="*/ 594166 w 2947832"/>
              <a:gd name="connsiteY13146" fmla="*/ 1912307 h 4821604"/>
              <a:gd name="connsiteX13147" fmla="*/ 603374 w 2947832"/>
              <a:gd name="connsiteY13147" fmla="*/ 1896349 h 4821604"/>
              <a:gd name="connsiteX13148" fmla="*/ 605363 w 2947832"/>
              <a:gd name="connsiteY13148" fmla="*/ 1895198 h 4821604"/>
              <a:gd name="connsiteX13149" fmla="*/ 2010096 w 2947832"/>
              <a:gd name="connsiteY13149" fmla="*/ 1894309 h 4821604"/>
              <a:gd name="connsiteX13150" fmla="*/ 2029455 w 2947832"/>
              <a:gd name="connsiteY13150" fmla="*/ 1894309 h 4821604"/>
              <a:gd name="connsiteX13151" fmla="*/ 2031548 w 2947832"/>
              <a:gd name="connsiteY13151" fmla="*/ 1895512 h 4821604"/>
              <a:gd name="connsiteX13152" fmla="*/ 2041228 w 2947832"/>
              <a:gd name="connsiteY13152" fmla="*/ 1912255 h 4821604"/>
              <a:gd name="connsiteX13153" fmla="*/ 2041228 w 2947832"/>
              <a:gd name="connsiteY13153" fmla="*/ 1914662 h 4821604"/>
              <a:gd name="connsiteX13154" fmla="*/ 2031548 w 2947832"/>
              <a:gd name="connsiteY13154" fmla="*/ 1931405 h 4821604"/>
              <a:gd name="connsiteX13155" fmla="*/ 2029455 w 2947832"/>
              <a:gd name="connsiteY13155" fmla="*/ 1932609 h 4821604"/>
              <a:gd name="connsiteX13156" fmla="*/ 2010096 w 2947832"/>
              <a:gd name="connsiteY13156" fmla="*/ 1932609 h 4821604"/>
              <a:gd name="connsiteX13157" fmla="*/ 2008004 w 2947832"/>
              <a:gd name="connsiteY13157" fmla="*/ 1931405 h 4821604"/>
              <a:gd name="connsiteX13158" fmla="*/ 1998323 w 2947832"/>
              <a:gd name="connsiteY13158" fmla="*/ 1914662 h 4821604"/>
              <a:gd name="connsiteX13159" fmla="*/ 1998323 w 2947832"/>
              <a:gd name="connsiteY13159" fmla="*/ 1912255 h 4821604"/>
              <a:gd name="connsiteX13160" fmla="*/ 2008004 w 2947832"/>
              <a:gd name="connsiteY13160" fmla="*/ 1895512 h 4821604"/>
              <a:gd name="connsiteX13161" fmla="*/ 2010096 w 2947832"/>
              <a:gd name="connsiteY13161" fmla="*/ 1894309 h 4821604"/>
              <a:gd name="connsiteX13162" fmla="*/ 439502 w 2947832"/>
              <a:gd name="connsiteY13162" fmla="*/ 1894204 h 4821604"/>
              <a:gd name="connsiteX13163" fmla="*/ 459018 w 2947832"/>
              <a:gd name="connsiteY13163" fmla="*/ 1894204 h 4821604"/>
              <a:gd name="connsiteX13164" fmla="*/ 461111 w 2947832"/>
              <a:gd name="connsiteY13164" fmla="*/ 1895407 h 4821604"/>
              <a:gd name="connsiteX13165" fmla="*/ 470843 w 2947832"/>
              <a:gd name="connsiteY13165" fmla="*/ 1912307 h 4821604"/>
              <a:gd name="connsiteX13166" fmla="*/ 470843 w 2947832"/>
              <a:gd name="connsiteY13166" fmla="*/ 1914714 h 4821604"/>
              <a:gd name="connsiteX13167" fmla="*/ 461111 w 2947832"/>
              <a:gd name="connsiteY13167" fmla="*/ 1931614 h 4821604"/>
              <a:gd name="connsiteX13168" fmla="*/ 459018 w 2947832"/>
              <a:gd name="connsiteY13168" fmla="*/ 1932817 h 4821604"/>
              <a:gd name="connsiteX13169" fmla="*/ 439502 w 2947832"/>
              <a:gd name="connsiteY13169" fmla="*/ 1932817 h 4821604"/>
              <a:gd name="connsiteX13170" fmla="*/ 437409 w 2947832"/>
              <a:gd name="connsiteY13170" fmla="*/ 1931614 h 4821604"/>
              <a:gd name="connsiteX13171" fmla="*/ 427678 w 2947832"/>
              <a:gd name="connsiteY13171" fmla="*/ 1914714 h 4821604"/>
              <a:gd name="connsiteX13172" fmla="*/ 427678 w 2947832"/>
              <a:gd name="connsiteY13172" fmla="*/ 1912307 h 4821604"/>
              <a:gd name="connsiteX13173" fmla="*/ 437409 w 2947832"/>
              <a:gd name="connsiteY13173" fmla="*/ 1895407 h 4821604"/>
              <a:gd name="connsiteX13174" fmla="*/ 439502 w 2947832"/>
              <a:gd name="connsiteY13174" fmla="*/ 1894204 h 4821604"/>
              <a:gd name="connsiteX13175" fmla="*/ 1927323 w 2947832"/>
              <a:gd name="connsiteY13175" fmla="*/ 1894152 h 4821604"/>
              <a:gd name="connsiteX13176" fmla="*/ 1946891 w 2947832"/>
              <a:gd name="connsiteY13176" fmla="*/ 1894152 h 4821604"/>
              <a:gd name="connsiteX13177" fmla="*/ 1948984 w 2947832"/>
              <a:gd name="connsiteY13177" fmla="*/ 1895355 h 4821604"/>
              <a:gd name="connsiteX13178" fmla="*/ 1958768 w 2947832"/>
              <a:gd name="connsiteY13178" fmla="*/ 1912308 h 4821604"/>
              <a:gd name="connsiteX13179" fmla="*/ 1958768 w 2947832"/>
              <a:gd name="connsiteY13179" fmla="*/ 1914714 h 4821604"/>
              <a:gd name="connsiteX13180" fmla="*/ 1948984 w 2947832"/>
              <a:gd name="connsiteY13180" fmla="*/ 1931667 h 4821604"/>
              <a:gd name="connsiteX13181" fmla="*/ 1946891 w 2947832"/>
              <a:gd name="connsiteY13181" fmla="*/ 1932870 h 4821604"/>
              <a:gd name="connsiteX13182" fmla="*/ 1927323 w 2947832"/>
              <a:gd name="connsiteY13182" fmla="*/ 1932870 h 4821604"/>
              <a:gd name="connsiteX13183" fmla="*/ 1925230 w 2947832"/>
              <a:gd name="connsiteY13183" fmla="*/ 1931667 h 4821604"/>
              <a:gd name="connsiteX13184" fmla="*/ 1915445 w 2947832"/>
              <a:gd name="connsiteY13184" fmla="*/ 1914714 h 4821604"/>
              <a:gd name="connsiteX13185" fmla="*/ 1915445 w 2947832"/>
              <a:gd name="connsiteY13185" fmla="*/ 1912308 h 4821604"/>
              <a:gd name="connsiteX13186" fmla="*/ 1925230 w 2947832"/>
              <a:gd name="connsiteY13186" fmla="*/ 1895355 h 4821604"/>
              <a:gd name="connsiteX13187" fmla="*/ 1927323 w 2947832"/>
              <a:gd name="connsiteY13187" fmla="*/ 1894152 h 4821604"/>
              <a:gd name="connsiteX13188" fmla="*/ 521857 w 2947832"/>
              <a:gd name="connsiteY13188" fmla="*/ 1893628 h 4821604"/>
              <a:gd name="connsiteX13189" fmla="*/ 541948 w 2947832"/>
              <a:gd name="connsiteY13189" fmla="*/ 1893628 h 4821604"/>
              <a:gd name="connsiteX13190" fmla="*/ 544094 w 2947832"/>
              <a:gd name="connsiteY13190" fmla="*/ 1894884 h 4821604"/>
              <a:gd name="connsiteX13191" fmla="*/ 554139 w 2947832"/>
              <a:gd name="connsiteY13191" fmla="*/ 1912255 h 4821604"/>
              <a:gd name="connsiteX13192" fmla="*/ 554139 w 2947832"/>
              <a:gd name="connsiteY13192" fmla="*/ 1914714 h 4821604"/>
              <a:gd name="connsiteX13193" fmla="*/ 544094 w 2947832"/>
              <a:gd name="connsiteY13193" fmla="*/ 1932085 h 4821604"/>
              <a:gd name="connsiteX13194" fmla="*/ 541948 w 2947832"/>
              <a:gd name="connsiteY13194" fmla="*/ 1933340 h 4821604"/>
              <a:gd name="connsiteX13195" fmla="*/ 521857 w 2947832"/>
              <a:gd name="connsiteY13195" fmla="*/ 1933340 h 4821604"/>
              <a:gd name="connsiteX13196" fmla="*/ 519712 w 2947832"/>
              <a:gd name="connsiteY13196" fmla="*/ 1932085 h 4821604"/>
              <a:gd name="connsiteX13197" fmla="*/ 509666 w 2947832"/>
              <a:gd name="connsiteY13197" fmla="*/ 1914714 h 4821604"/>
              <a:gd name="connsiteX13198" fmla="*/ 509666 w 2947832"/>
              <a:gd name="connsiteY13198" fmla="*/ 1912255 h 4821604"/>
              <a:gd name="connsiteX13199" fmla="*/ 519712 w 2947832"/>
              <a:gd name="connsiteY13199" fmla="*/ 1894884 h 4821604"/>
              <a:gd name="connsiteX13200" fmla="*/ 521857 w 2947832"/>
              <a:gd name="connsiteY13200" fmla="*/ 1893628 h 4821604"/>
              <a:gd name="connsiteX13201" fmla="*/ 2588303 w 2947832"/>
              <a:gd name="connsiteY13201" fmla="*/ 1893576 h 4821604"/>
              <a:gd name="connsiteX13202" fmla="*/ 2608395 w 2947832"/>
              <a:gd name="connsiteY13202" fmla="*/ 1893576 h 4821604"/>
              <a:gd name="connsiteX13203" fmla="*/ 2610540 w 2947832"/>
              <a:gd name="connsiteY13203" fmla="*/ 1894832 h 4821604"/>
              <a:gd name="connsiteX13204" fmla="*/ 2620586 w 2947832"/>
              <a:gd name="connsiteY13204" fmla="*/ 1912255 h 4821604"/>
              <a:gd name="connsiteX13205" fmla="*/ 2620586 w 2947832"/>
              <a:gd name="connsiteY13205" fmla="*/ 1914766 h 4821604"/>
              <a:gd name="connsiteX13206" fmla="*/ 2610540 w 2947832"/>
              <a:gd name="connsiteY13206" fmla="*/ 1932189 h 4821604"/>
              <a:gd name="connsiteX13207" fmla="*/ 2608395 w 2947832"/>
              <a:gd name="connsiteY13207" fmla="*/ 1933445 h 4821604"/>
              <a:gd name="connsiteX13208" fmla="*/ 2588303 w 2947832"/>
              <a:gd name="connsiteY13208" fmla="*/ 1933445 h 4821604"/>
              <a:gd name="connsiteX13209" fmla="*/ 2586159 w 2947832"/>
              <a:gd name="connsiteY13209" fmla="*/ 1932189 h 4821604"/>
              <a:gd name="connsiteX13210" fmla="*/ 2576113 w 2947832"/>
              <a:gd name="connsiteY13210" fmla="*/ 1914766 h 4821604"/>
              <a:gd name="connsiteX13211" fmla="*/ 2576113 w 2947832"/>
              <a:gd name="connsiteY13211" fmla="*/ 1912255 h 4821604"/>
              <a:gd name="connsiteX13212" fmla="*/ 2586159 w 2947832"/>
              <a:gd name="connsiteY13212" fmla="*/ 1894832 h 4821604"/>
              <a:gd name="connsiteX13213" fmla="*/ 2588303 w 2947832"/>
              <a:gd name="connsiteY13213" fmla="*/ 1893576 h 4821604"/>
              <a:gd name="connsiteX13214" fmla="*/ 189928 w 2947832"/>
              <a:gd name="connsiteY13214" fmla="*/ 1890960 h 4821604"/>
              <a:gd name="connsiteX13215" fmla="*/ 212688 w 2947832"/>
              <a:gd name="connsiteY13215" fmla="*/ 1890960 h 4821604"/>
              <a:gd name="connsiteX13216" fmla="*/ 215147 w 2947832"/>
              <a:gd name="connsiteY13216" fmla="*/ 1892373 h 4821604"/>
              <a:gd name="connsiteX13217" fmla="*/ 226501 w 2947832"/>
              <a:gd name="connsiteY13217" fmla="*/ 1912046 h 4821604"/>
              <a:gd name="connsiteX13218" fmla="*/ 226501 w 2947832"/>
              <a:gd name="connsiteY13218" fmla="*/ 1914871 h 4821604"/>
              <a:gd name="connsiteX13219" fmla="*/ 215147 w 2947832"/>
              <a:gd name="connsiteY13219" fmla="*/ 1934544 h 4821604"/>
              <a:gd name="connsiteX13220" fmla="*/ 212688 w 2947832"/>
              <a:gd name="connsiteY13220" fmla="*/ 1935957 h 4821604"/>
              <a:gd name="connsiteX13221" fmla="*/ 189928 w 2947832"/>
              <a:gd name="connsiteY13221" fmla="*/ 1935957 h 4821604"/>
              <a:gd name="connsiteX13222" fmla="*/ 187469 w 2947832"/>
              <a:gd name="connsiteY13222" fmla="*/ 1934544 h 4821604"/>
              <a:gd name="connsiteX13223" fmla="*/ 176115 w 2947832"/>
              <a:gd name="connsiteY13223" fmla="*/ 1914871 h 4821604"/>
              <a:gd name="connsiteX13224" fmla="*/ 176115 w 2947832"/>
              <a:gd name="connsiteY13224" fmla="*/ 1912046 h 4821604"/>
              <a:gd name="connsiteX13225" fmla="*/ 187469 w 2947832"/>
              <a:gd name="connsiteY13225" fmla="*/ 1892373 h 4821604"/>
              <a:gd name="connsiteX13226" fmla="*/ 189928 w 2947832"/>
              <a:gd name="connsiteY13226" fmla="*/ 1890960 h 4821604"/>
              <a:gd name="connsiteX13227" fmla="*/ 355055 w 2947832"/>
              <a:gd name="connsiteY13227" fmla="*/ 1890698 h 4821604"/>
              <a:gd name="connsiteX13228" fmla="*/ 378077 w 2947832"/>
              <a:gd name="connsiteY13228" fmla="*/ 1890698 h 4821604"/>
              <a:gd name="connsiteX13229" fmla="*/ 380536 w 2947832"/>
              <a:gd name="connsiteY13229" fmla="*/ 1892111 h 4821604"/>
              <a:gd name="connsiteX13230" fmla="*/ 392047 w 2947832"/>
              <a:gd name="connsiteY13230" fmla="*/ 1912045 h 4821604"/>
              <a:gd name="connsiteX13231" fmla="*/ 392047 w 2947832"/>
              <a:gd name="connsiteY13231" fmla="*/ 1914871 h 4821604"/>
              <a:gd name="connsiteX13232" fmla="*/ 380536 w 2947832"/>
              <a:gd name="connsiteY13232" fmla="*/ 1934805 h 4821604"/>
              <a:gd name="connsiteX13233" fmla="*/ 378077 w 2947832"/>
              <a:gd name="connsiteY13233" fmla="*/ 1936218 h 4821604"/>
              <a:gd name="connsiteX13234" fmla="*/ 355055 w 2947832"/>
              <a:gd name="connsiteY13234" fmla="*/ 1936218 h 4821604"/>
              <a:gd name="connsiteX13235" fmla="*/ 352596 w 2947832"/>
              <a:gd name="connsiteY13235" fmla="*/ 1934805 h 4821604"/>
              <a:gd name="connsiteX13236" fmla="*/ 341085 w 2947832"/>
              <a:gd name="connsiteY13236" fmla="*/ 1914871 h 4821604"/>
              <a:gd name="connsiteX13237" fmla="*/ 341085 w 2947832"/>
              <a:gd name="connsiteY13237" fmla="*/ 1912045 h 4821604"/>
              <a:gd name="connsiteX13238" fmla="*/ 352596 w 2947832"/>
              <a:gd name="connsiteY13238" fmla="*/ 1892111 h 4821604"/>
              <a:gd name="connsiteX13239" fmla="*/ 355055 w 2947832"/>
              <a:gd name="connsiteY13239" fmla="*/ 1890698 h 4821604"/>
              <a:gd name="connsiteX13240" fmla="*/ 271392 w 2947832"/>
              <a:gd name="connsiteY13240" fmla="*/ 1888710 h 4821604"/>
              <a:gd name="connsiteX13241" fmla="*/ 296402 w 2947832"/>
              <a:gd name="connsiteY13241" fmla="*/ 1888710 h 4821604"/>
              <a:gd name="connsiteX13242" fmla="*/ 299071 w 2947832"/>
              <a:gd name="connsiteY13242" fmla="*/ 1890280 h 4821604"/>
              <a:gd name="connsiteX13243" fmla="*/ 311576 w 2947832"/>
              <a:gd name="connsiteY13243" fmla="*/ 1911941 h 4821604"/>
              <a:gd name="connsiteX13244" fmla="*/ 311576 w 2947832"/>
              <a:gd name="connsiteY13244" fmla="*/ 1915028 h 4821604"/>
              <a:gd name="connsiteX13245" fmla="*/ 299071 w 2947832"/>
              <a:gd name="connsiteY13245" fmla="*/ 1936689 h 4821604"/>
              <a:gd name="connsiteX13246" fmla="*/ 296402 w 2947832"/>
              <a:gd name="connsiteY13246" fmla="*/ 1938259 h 4821604"/>
              <a:gd name="connsiteX13247" fmla="*/ 271392 w 2947832"/>
              <a:gd name="connsiteY13247" fmla="*/ 1938259 h 4821604"/>
              <a:gd name="connsiteX13248" fmla="*/ 268724 w 2947832"/>
              <a:gd name="connsiteY13248" fmla="*/ 1936689 h 4821604"/>
              <a:gd name="connsiteX13249" fmla="*/ 256219 w 2947832"/>
              <a:gd name="connsiteY13249" fmla="*/ 1915028 h 4821604"/>
              <a:gd name="connsiteX13250" fmla="*/ 256219 w 2947832"/>
              <a:gd name="connsiteY13250" fmla="*/ 1911941 h 4821604"/>
              <a:gd name="connsiteX13251" fmla="*/ 268724 w 2947832"/>
              <a:gd name="connsiteY13251" fmla="*/ 1890280 h 4821604"/>
              <a:gd name="connsiteX13252" fmla="*/ 271392 w 2947832"/>
              <a:gd name="connsiteY13252" fmla="*/ 1888710 h 4821604"/>
              <a:gd name="connsiteX13253" fmla="*/ 102184 w 2947832"/>
              <a:gd name="connsiteY13253" fmla="*/ 1881019 h 4821604"/>
              <a:gd name="connsiteX13254" fmla="*/ 134990 w 2947832"/>
              <a:gd name="connsiteY13254" fmla="*/ 1881019 h 4821604"/>
              <a:gd name="connsiteX13255" fmla="*/ 138496 w 2947832"/>
              <a:gd name="connsiteY13255" fmla="*/ 1883060 h 4821604"/>
              <a:gd name="connsiteX13256" fmla="*/ 154925 w 2947832"/>
              <a:gd name="connsiteY13256" fmla="*/ 1911470 h 4821604"/>
              <a:gd name="connsiteX13257" fmla="*/ 154925 w 2947832"/>
              <a:gd name="connsiteY13257" fmla="*/ 1915551 h 4821604"/>
              <a:gd name="connsiteX13258" fmla="*/ 138496 w 2947832"/>
              <a:gd name="connsiteY13258" fmla="*/ 1943962 h 4821604"/>
              <a:gd name="connsiteX13259" fmla="*/ 134990 w 2947832"/>
              <a:gd name="connsiteY13259" fmla="*/ 1946003 h 4821604"/>
              <a:gd name="connsiteX13260" fmla="*/ 102184 w 2947832"/>
              <a:gd name="connsiteY13260" fmla="*/ 1946003 h 4821604"/>
              <a:gd name="connsiteX13261" fmla="*/ 98679 w 2947832"/>
              <a:gd name="connsiteY13261" fmla="*/ 1943962 h 4821604"/>
              <a:gd name="connsiteX13262" fmla="*/ 82250 w 2947832"/>
              <a:gd name="connsiteY13262" fmla="*/ 1915551 h 4821604"/>
              <a:gd name="connsiteX13263" fmla="*/ 82250 w 2947832"/>
              <a:gd name="connsiteY13263" fmla="*/ 1911470 h 4821604"/>
              <a:gd name="connsiteX13264" fmla="*/ 98679 w 2947832"/>
              <a:gd name="connsiteY13264" fmla="*/ 1883060 h 4821604"/>
              <a:gd name="connsiteX13265" fmla="*/ 102184 w 2947832"/>
              <a:gd name="connsiteY13265" fmla="*/ 1881019 h 4821604"/>
              <a:gd name="connsiteX13266" fmla="*/ 118090 w 2947832"/>
              <a:gd name="connsiteY13266" fmla="*/ 1829796 h 4821604"/>
              <a:gd name="connsiteX13267" fmla="*/ 119136 w 2947832"/>
              <a:gd name="connsiteY13267" fmla="*/ 1829796 h 4821604"/>
              <a:gd name="connsiteX13268" fmla="*/ 119241 w 2947832"/>
              <a:gd name="connsiteY13268" fmla="*/ 1829848 h 4821604"/>
              <a:gd name="connsiteX13269" fmla="*/ 119764 w 2947832"/>
              <a:gd name="connsiteY13269" fmla="*/ 1830790 h 4821604"/>
              <a:gd name="connsiteX13270" fmla="*/ 119764 w 2947832"/>
              <a:gd name="connsiteY13270" fmla="*/ 1830947 h 4821604"/>
              <a:gd name="connsiteX13271" fmla="*/ 119241 w 2947832"/>
              <a:gd name="connsiteY13271" fmla="*/ 1831889 h 4821604"/>
              <a:gd name="connsiteX13272" fmla="*/ 119136 w 2947832"/>
              <a:gd name="connsiteY13272" fmla="*/ 1831941 h 4821604"/>
              <a:gd name="connsiteX13273" fmla="*/ 118090 w 2947832"/>
              <a:gd name="connsiteY13273" fmla="*/ 1831941 h 4821604"/>
              <a:gd name="connsiteX13274" fmla="*/ 117985 w 2947832"/>
              <a:gd name="connsiteY13274" fmla="*/ 1831889 h 4821604"/>
              <a:gd name="connsiteX13275" fmla="*/ 117462 w 2947832"/>
              <a:gd name="connsiteY13275" fmla="*/ 1830947 h 4821604"/>
              <a:gd name="connsiteX13276" fmla="*/ 117462 w 2947832"/>
              <a:gd name="connsiteY13276" fmla="*/ 1830790 h 4821604"/>
              <a:gd name="connsiteX13277" fmla="*/ 117985 w 2947832"/>
              <a:gd name="connsiteY13277" fmla="*/ 1829848 h 4821604"/>
              <a:gd name="connsiteX13278" fmla="*/ 118090 w 2947832"/>
              <a:gd name="connsiteY13278" fmla="*/ 1829796 h 4821604"/>
              <a:gd name="connsiteX13279" fmla="*/ 2679657 w 2947832"/>
              <a:gd name="connsiteY13279" fmla="*/ 1828122 h 4821604"/>
              <a:gd name="connsiteX13280" fmla="*/ 2682430 w 2947832"/>
              <a:gd name="connsiteY13280" fmla="*/ 1828122 h 4821604"/>
              <a:gd name="connsiteX13281" fmla="*/ 2682744 w 2947832"/>
              <a:gd name="connsiteY13281" fmla="*/ 1828279 h 4821604"/>
              <a:gd name="connsiteX13282" fmla="*/ 2684157 w 2947832"/>
              <a:gd name="connsiteY13282" fmla="*/ 1830686 h 4821604"/>
              <a:gd name="connsiteX13283" fmla="*/ 2684157 w 2947832"/>
              <a:gd name="connsiteY13283" fmla="*/ 1831052 h 4821604"/>
              <a:gd name="connsiteX13284" fmla="*/ 2682744 w 2947832"/>
              <a:gd name="connsiteY13284" fmla="*/ 1833459 h 4821604"/>
              <a:gd name="connsiteX13285" fmla="*/ 2682430 w 2947832"/>
              <a:gd name="connsiteY13285" fmla="*/ 1833616 h 4821604"/>
              <a:gd name="connsiteX13286" fmla="*/ 2679657 w 2947832"/>
              <a:gd name="connsiteY13286" fmla="*/ 1833616 h 4821604"/>
              <a:gd name="connsiteX13287" fmla="*/ 2679343 w 2947832"/>
              <a:gd name="connsiteY13287" fmla="*/ 1833459 h 4821604"/>
              <a:gd name="connsiteX13288" fmla="*/ 2677930 w 2947832"/>
              <a:gd name="connsiteY13288" fmla="*/ 1831052 h 4821604"/>
              <a:gd name="connsiteX13289" fmla="*/ 2677930 w 2947832"/>
              <a:gd name="connsiteY13289" fmla="*/ 1830686 h 4821604"/>
              <a:gd name="connsiteX13290" fmla="*/ 2679343 w 2947832"/>
              <a:gd name="connsiteY13290" fmla="*/ 1828279 h 4821604"/>
              <a:gd name="connsiteX13291" fmla="*/ 2679657 w 2947832"/>
              <a:gd name="connsiteY13291" fmla="*/ 1828122 h 4821604"/>
              <a:gd name="connsiteX13292" fmla="*/ 2099827 w 2947832"/>
              <a:gd name="connsiteY13292" fmla="*/ 1825767 h 4821604"/>
              <a:gd name="connsiteX13293" fmla="*/ 2104903 w 2947832"/>
              <a:gd name="connsiteY13293" fmla="*/ 1825767 h 4821604"/>
              <a:gd name="connsiteX13294" fmla="*/ 2105426 w 2947832"/>
              <a:gd name="connsiteY13294" fmla="*/ 1826081 h 4821604"/>
              <a:gd name="connsiteX13295" fmla="*/ 2107990 w 2947832"/>
              <a:gd name="connsiteY13295" fmla="*/ 1830476 h 4821604"/>
              <a:gd name="connsiteX13296" fmla="*/ 2107990 w 2947832"/>
              <a:gd name="connsiteY13296" fmla="*/ 1831104 h 4821604"/>
              <a:gd name="connsiteX13297" fmla="*/ 2105426 w 2947832"/>
              <a:gd name="connsiteY13297" fmla="*/ 1835499 h 4821604"/>
              <a:gd name="connsiteX13298" fmla="*/ 2104903 w 2947832"/>
              <a:gd name="connsiteY13298" fmla="*/ 1835813 h 4821604"/>
              <a:gd name="connsiteX13299" fmla="*/ 2099827 w 2947832"/>
              <a:gd name="connsiteY13299" fmla="*/ 1835813 h 4821604"/>
              <a:gd name="connsiteX13300" fmla="*/ 2099304 w 2947832"/>
              <a:gd name="connsiteY13300" fmla="*/ 1835499 h 4821604"/>
              <a:gd name="connsiteX13301" fmla="*/ 2096741 w 2947832"/>
              <a:gd name="connsiteY13301" fmla="*/ 1831104 h 4821604"/>
              <a:gd name="connsiteX13302" fmla="*/ 2096741 w 2947832"/>
              <a:gd name="connsiteY13302" fmla="*/ 1830476 h 4821604"/>
              <a:gd name="connsiteX13303" fmla="*/ 2099304 w 2947832"/>
              <a:gd name="connsiteY13303" fmla="*/ 1826081 h 4821604"/>
              <a:gd name="connsiteX13304" fmla="*/ 2099827 w 2947832"/>
              <a:gd name="connsiteY13304" fmla="*/ 1825767 h 4821604"/>
              <a:gd name="connsiteX13305" fmla="*/ 1270895 w 2947832"/>
              <a:gd name="connsiteY13305" fmla="*/ 1821058 h 4821604"/>
              <a:gd name="connsiteX13306" fmla="*/ 1280783 w 2947832"/>
              <a:gd name="connsiteY13306" fmla="*/ 1821058 h 4821604"/>
              <a:gd name="connsiteX13307" fmla="*/ 1281830 w 2947832"/>
              <a:gd name="connsiteY13307" fmla="*/ 1821686 h 4821604"/>
              <a:gd name="connsiteX13308" fmla="*/ 1286748 w 2947832"/>
              <a:gd name="connsiteY13308" fmla="*/ 1830267 h 4821604"/>
              <a:gd name="connsiteX13309" fmla="*/ 1286748 w 2947832"/>
              <a:gd name="connsiteY13309" fmla="*/ 1831470 h 4821604"/>
              <a:gd name="connsiteX13310" fmla="*/ 1281830 w 2947832"/>
              <a:gd name="connsiteY13310" fmla="*/ 1840051 h 4821604"/>
              <a:gd name="connsiteX13311" fmla="*/ 1280783 w 2947832"/>
              <a:gd name="connsiteY13311" fmla="*/ 1840679 h 4821604"/>
              <a:gd name="connsiteX13312" fmla="*/ 1270895 w 2947832"/>
              <a:gd name="connsiteY13312" fmla="*/ 1840679 h 4821604"/>
              <a:gd name="connsiteX13313" fmla="*/ 1269848 w 2947832"/>
              <a:gd name="connsiteY13313" fmla="*/ 1840051 h 4821604"/>
              <a:gd name="connsiteX13314" fmla="*/ 1264930 w 2947832"/>
              <a:gd name="connsiteY13314" fmla="*/ 1831470 h 4821604"/>
              <a:gd name="connsiteX13315" fmla="*/ 1264930 w 2947832"/>
              <a:gd name="connsiteY13315" fmla="*/ 1830267 h 4821604"/>
              <a:gd name="connsiteX13316" fmla="*/ 1269848 w 2947832"/>
              <a:gd name="connsiteY13316" fmla="*/ 1821686 h 4821604"/>
              <a:gd name="connsiteX13317" fmla="*/ 1270895 w 2947832"/>
              <a:gd name="connsiteY13317" fmla="*/ 1821058 h 4821604"/>
              <a:gd name="connsiteX13318" fmla="*/ 2593169 w 2947832"/>
              <a:gd name="connsiteY13318" fmla="*/ 1820587 h 4821604"/>
              <a:gd name="connsiteX13319" fmla="*/ 2603581 w 2947832"/>
              <a:gd name="connsiteY13319" fmla="*/ 1820587 h 4821604"/>
              <a:gd name="connsiteX13320" fmla="*/ 2604680 w 2947832"/>
              <a:gd name="connsiteY13320" fmla="*/ 1821215 h 4821604"/>
              <a:gd name="connsiteX13321" fmla="*/ 2609860 w 2947832"/>
              <a:gd name="connsiteY13321" fmla="*/ 1830214 h 4821604"/>
              <a:gd name="connsiteX13322" fmla="*/ 2609860 w 2947832"/>
              <a:gd name="connsiteY13322" fmla="*/ 1831522 h 4821604"/>
              <a:gd name="connsiteX13323" fmla="*/ 2604680 w 2947832"/>
              <a:gd name="connsiteY13323" fmla="*/ 1840522 h 4821604"/>
              <a:gd name="connsiteX13324" fmla="*/ 2603581 w 2947832"/>
              <a:gd name="connsiteY13324" fmla="*/ 1841149 h 4821604"/>
              <a:gd name="connsiteX13325" fmla="*/ 2593169 w 2947832"/>
              <a:gd name="connsiteY13325" fmla="*/ 1841149 h 4821604"/>
              <a:gd name="connsiteX13326" fmla="*/ 2592071 w 2947832"/>
              <a:gd name="connsiteY13326" fmla="*/ 1840522 h 4821604"/>
              <a:gd name="connsiteX13327" fmla="*/ 2586891 w 2947832"/>
              <a:gd name="connsiteY13327" fmla="*/ 1831522 h 4821604"/>
              <a:gd name="connsiteX13328" fmla="*/ 2586891 w 2947832"/>
              <a:gd name="connsiteY13328" fmla="*/ 1830214 h 4821604"/>
              <a:gd name="connsiteX13329" fmla="*/ 2592071 w 2947832"/>
              <a:gd name="connsiteY13329" fmla="*/ 1821215 h 4821604"/>
              <a:gd name="connsiteX13330" fmla="*/ 2593169 w 2947832"/>
              <a:gd name="connsiteY13330" fmla="*/ 1820587 h 4821604"/>
              <a:gd name="connsiteX13331" fmla="*/ 1353197 w 2947832"/>
              <a:gd name="connsiteY13331" fmla="*/ 1820483 h 4821604"/>
              <a:gd name="connsiteX13332" fmla="*/ 1363661 w 2947832"/>
              <a:gd name="connsiteY13332" fmla="*/ 1820483 h 4821604"/>
              <a:gd name="connsiteX13333" fmla="*/ 1364760 w 2947832"/>
              <a:gd name="connsiteY13333" fmla="*/ 1821111 h 4821604"/>
              <a:gd name="connsiteX13334" fmla="*/ 1369992 w 2947832"/>
              <a:gd name="connsiteY13334" fmla="*/ 1830215 h 4821604"/>
              <a:gd name="connsiteX13335" fmla="*/ 1369992 w 2947832"/>
              <a:gd name="connsiteY13335" fmla="*/ 1831523 h 4821604"/>
              <a:gd name="connsiteX13336" fmla="*/ 1364760 w 2947832"/>
              <a:gd name="connsiteY13336" fmla="*/ 1840627 h 4821604"/>
              <a:gd name="connsiteX13337" fmla="*/ 1363661 w 2947832"/>
              <a:gd name="connsiteY13337" fmla="*/ 1841255 h 4821604"/>
              <a:gd name="connsiteX13338" fmla="*/ 1353197 w 2947832"/>
              <a:gd name="connsiteY13338" fmla="*/ 1841255 h 4821604"/>
              <a:gd name="connsiteX13339" fmla="*/ 1352098 w 2947832"/>
              <a:gd name="connsiteY13339" fmla="*/ 1840627 h 4821604"/>
              <a:gd name="connsiteX13340" fmla="*/ 1346866 w 2947832"/>
              <a:gd name="connsiteY13340" fmla="*/ 1831523 h 4821604"/>
              <a:gd name="connsiteX13341" fmla="*/ 1346866 w 2947832"/>
              <a:gd name="connsiteY13341" fmla="*/ 1830215 h 4821604"/>
              <a:gd name="connsiteX13342" fmla="*/ 1352098 w 2947832"/>
              <a:gd name="connsiteY13342" fmla="*/ 1821111 h 4821604"/>
              <a:gd name="connsiteX13343" fmla="*/ 1353197 w 2947832"/>
              <a:gd name="connsiteY13343" fmla="*/ 1820483 h 4821604"/>
              <a:gd name="connsiteX13344" fmla="*/ 1517435 w 2947832"/>
              <a:gd name="connsiteY13344" fmla="*/ 1818233 h 4821604"/>
              <a:gd name="connsiteX13345" fmla="*/ 1530149 w 2947832"/>
              <a:gd name="connsiteY13345" fmla="*/ 1818233 h 4821604"/>
              <a:gd name="connsiteX13346" fmla="*/ 1531509 w 2947832"/>
              <a:gd name="connsiteY13346" fmla="*/ 1819018 h 4821604"/>
              <a:gd name="connsiteX13347" fmla="*/ 1537840 w 2947832"/>
              <a:gd name="connsiteY13347" fmla="*/ 1830005 h 4821604"/>
              <a:gd name="connsiteX13348" fmla="*/ 1537840 w 2947832"/>
              <a:gd name="connsiteY13348" fmla="*/ 1831575 h 4821604"/>
              <a:gd name="connsiteX13349" fmla="*/ 1531509 w 2947832"/>
              <a:gd name="connsiteY13349" fmla="*/ 1842563 h 4821604"/>
              <a:gd name="connsiteX13350" fmla="*/ 1530149 w 2947832"/>
              <a:gd name="connsiteY13350" fmla="*/ 1843348 h 4821604"/>
              <a:gd name="connsiteX13351" fmla="*/ 1517435 w 2947832"/>
              <a:gd name="connsiteY13351" fmla="*/ 1843348 h 4821604"/>
              <a:gd name="connsiteX13352" fmla="*/ 1516074 w 2947832"/>
              <a:gd name="connsiteY13352" fmla="*/ 1842563 h 4821604"/>
              <a:gd name="connsiteX13353" fmla="*/ 1509743 w 2947832"/>
              <a:gd name="connsiteY13353" fmla="*/ 1831575 h 4821604"/>
              <a:gd name="connsiteX13354" fmla="*/ 1509743 w 2947832"/>
              <a:gd name="connsiteY13354" fmla="*/ 1830005 h 4821604"/>
              <a:gd name="connsiteX13355" fmla="*/ 1516074 w 2947832"/>
              <a:gd name="connsiteY13355" fmla="*/ 1819018 h 4821604"/>
              <a:gd name="connsiteX13356" fmla="*/ 1517435 w 2947832"/>
              <a:gd name="connsiteY13356" fmla="*/ 1818233 h 4821604"/>
              <a:gd name="connsiteX13357" fmla="*/ 1434766 w 2947832"/>
              <a:gd name="connsiteY13357" fmla="*/ 1818233 h 4821604"/>
              <a:gd name="connsiteX13358" fmla="*/ 1447480 w 2947832"/>
              <a:gd name="connsiteY13358" fmla="*/ 1818233 h 4821604"/>
              <a:gd name="connsiteX13359" fmla="*/ 1448841 w 2947832"/>
              <a:gd name="connsiteY13359" fmla="*/ 1819018 h 4821604"/>
              <a:gd name="connsiteX13360" fmla="*/ 1455172 w 2947832"/>
              <a:gd name="connsiteY13360" fmla="*/ 1830005 h 4821604"/>
              <a:gd name="connsiteX13361" fmla="*/ 1455172 w 2947832"/>
              <a:gd name="connsiteY13361" fmla="*/ 1831575 h 4821604"/>
              <a:gd name="connsiteX13362" fmla="*/ 1448841 w 2947832"/>
              <a:gd name="connsiteY13362" fmla="*/ 1842563 h 4821604"/>
              <a:gd name="connsiteX13363" fmla="*/ 1447480 w 2947832"/>
              <a:gd name="connsiteY13363" fmla="*/ 1843348 h 4821604"/>
              <a:gd name="connsiteX13364" fmla="*/ 1434766 w 2947832"/>
              <a:gd name="connsiteY13364" fmla="*/ 1843348 h 4821604"/>
              <a:gd name="connsiteX13365" fmla="*/ 1433406 w 2947832"/>
              <a:gd name="connsiteY13365" fmla="*/ 1842563 h 4821604"/>
              <a:gd name="connsiteX13366" fmla="*/ 1427075 w 2947832"/>
              <a:gd name="connsiteY13366" fmla="*/ 1831575 h 4821604"/>
              <a:gd name="connsiteX13367" fmla="*/ 1427075 w 2947832"/>
              <a:gd name="connsiteY13367" fmla="*/ 1830005 h 4821604"/>
              <a:gd name="connsiteX13368" fmla="*/ 1433406 w 2947832"/>
              <a:gd name="connsiteY13368" fmla="*/ 1819018 h 4821604"/>
              <a:gd name="connsiteX13369" fmla="*/ 1434766 w 2947832"/>
              <a:gd name="connsiteY13369" fmla="*/ 1818233 h 4821604"/>
              <a:gd name="connsiteX13370" fmla="*/ 1599999 w 2947832"/>
              <a:gd name="connsiteY13370" fmla="*/ 1817971 h 4821604"/>
              <a:gd name="connsiteX13371" fmla="*/ 1613027 w 2947832"/>
              <a:gd name="connsiteY13371" fmla="*/ 1817971 h 4821604"/>
              <a:gd name="connsiteX13372" fmla="*/ 1614440 w 2947832"/>
              <a:gd name="connsiteY13372" fmla="*/ 1818756 h 4821604"/>
              <a:gd name="connsiteX13373" fmla="*/ 1620927 w 2947832"/>
              <a:gd name="connsiteY13373" fmla="*/ 1830005 h 4821604"/>
              <a:gd name="connsiteX13374" fmla="*/ 1620927 w 2947832"/>
              <a:gd name="connsiteY13374" fmla="*/ 1831627 h 4821604"/>
              <a:gd name="connsiteX13375" fmla="*/ 1614440 w 2947832"/>
              <a:gd name="connsiteY13375" fmla="*/ 1842876 h 4821604"/>
              <a:gd name="connsiteX13376" fmla="*/ 1613027 w 2947832"/>
              <a:gd name="connsiteY13376" fmla="*/ 1843661 h 4821604"/>
              <a:gd name="connsiteX13377" fmla="*/ 1599999 w 2947832"/>
              <a:gd name="connsiteY13377" fmla="*/ 1843661 h 4821604"/>
              <a:gd name="connsiteX13378" fmla="*/ 1598586 w 2947832"/>
              <a:gd name="connsiteY13378" fmla="*/ 1842876 h 4821604"/>
              <a:gd name="connsiteX13379" fmla="*/ 1592098 w 2947832"/>
              <a:gd name="connsiteY13379" fmla="*/ 1831627 h 4821604"/>
              <a:gd name="connsiteX13380" fmla="*/ 1592098 w 2947832"/>
              <a:gd name="connsiteY13380" fmla="*/ 1830005 h 4821604"/>
              <a:gd name="connsiteX13381" fmla="*/ 1598586 w 2947832"/>
              <a:gd name="connsiteY13381" fmla="*/ 1818756 h 4821604"/>
              <a:gd name="connsiteX13382" fmla="*/ 1599999 w 2947832"/>
              <a:gd name="connsiteY13382" fmla="*/ 1817971 h 4821604"/>
              <a:gd name="connsiteX13383" fmla="*/ 1103883 w 2947832"/>
              <a:gd name="connsiteY13383" fmla="*/ 1817762 h 4821604"/>
              <a:gd name="connsiteX13384" fmla="*/ 1117069 w 2947832"/>
              <a:gd name="connsiteY13384" fmla="*/ 1817762 h 4821604"/>
              <a:gd name="connsiteX13385" fmla="*/ 1118481 w 2947832"/>
              <a:gd name="connsiteY13385" fmla="*/ 1818599 h 4821604"/>
              <a:gd name="connsiteX13386" fmla="*/ 1125074 w 2947832"/>
              <a:gd name="connsiteY13386" fmla="*/ 1830058 h 4821604"/>
              <a:gd name="connsiteX13387" fmla="*/ 1125074 w 2947832"/>
              <a:gd name="connsiteY13387" fmla="*/ 1831680 h 4821604"/>
              <a:gd name="connsiteX13388" fmla="*/ 1118481 w 2947832"/>
              <a:gd name="connsiteY13388" fmla="*/ 1843138 h 4821604"/>
              <a:gd name="connsiteX13389" fmla="*/ 1117069 w 2947832"/>
              <a:gd name="connsiteY13389" fmla="*/ 1843975 h 4821604"/>
              <a:gd name="connsiteX13390" fmla="*/ 1103883 w 2947832"/>
              <a:gd name="connsiteY13390" fmla="*/ 1843975 h 4821604"/>
              <a:gd name="connsiteX13391" fmla="*/ 1102471 w 2947832"/>
              <a:gd name="connsiteY13391" fmla="*/ 1843138 h 4821604"/>
              <a:gd name="connsiteX13392" fmla="*/ 1095878 w 2947832"/>
              <a:gd name="connsiteY13392" fmla="*/ 1831680 h 4821604"/>
              <a:gd name="connsiteX13393" fmla="*/ 1095878 w 2947832"/>
              <a:gd name="connsiteY13393" fmla="*/ 1830058 h 4821604"/>
              <a:gd name="connsiteX13394" fmla="*/ 1102471 w 2947832"/>
              <a:gd name="connsiteY13394" fmla="*/ 1818599 h 4821604"/>
              <a:gd name="connsiteX13395" fmla="*/ 1103883 w 2947832"/>
              <a:gd name="connsiteY13395" fmla="*/ 1817762 h 4821604"/>
              <a:gd name="connsiteX13396" fmla="*/ 1186447 w 2947832"/>
              <a:gd name="connsiteY13396" fmla="*/ 1817605 h 4821604"/>
              <a:gd name="connsiteX13397" fmla="*/ 1199789 w 2947832"/>
              <a:gd name="connsiteY13397" fmla="*/ 1817605 h 4821604"/>
              <a:gd name="connsiteX13398" fmla="*/ 1201202 w 2947832"/>
              <a:gd name="connsiteY13398" fmla="*/ 1818442 h 4821604"/>
              <a:gd name="connsiteX13399" fmla="*/ 1207899 w 2947832"/>
              <a:gd name="connsiteY13399" fmla="*/ 1830005 h 4821604"/>
              <a:gd name="connsiteX13400" fmla="*/ 1207899 w 2947832"/>
              <a:gd name="connsiteY13400" fmla="*/ 1831680 h 4821604"/>
              <a:gd name="connsiteX13401" fmla="*/ 1201202 w 2947832"/>
              <a:gd name="connsiteY13401" fmla="*/ 1843243 h 4821604"/>
              <a:gd name="connsiteX13402" fmla="*/ 1199789 w 2947832"/>
              <a:gd name="connsiteY13402" fmla="*/ 1844080 h 4821604"/>
              <a:gd name="connsiteX13403" fmla="*/ 1186447 w 2947832"/>
              <a:gd name="connsiteY13403" fmla="*/ 1844080 h 4821604"/>
              <a:gd name="connsiteX13404" fmla="*/ 1185034 w 2947832"/>
              <a:gd name="connsiteY13404" fmla="*/ 1843243 h 4821604"/>
              <a:gd name="connsiteX13405" fmla="*/ 1178337 w 2947832"/>
              <a:gd name="connsiteY13405" fmla="*/ 1831680 h 4821604"/>
              <a:gd name="connsiteX13406" fmla="*/ 1178337 w 2947832"/>
              <a:gd name="connsiteY13406" fmla="*/ 1830005 h 4821604"/>
              <a:gd name="connsiteX13407" fmla="*/ 1185034 w 2947832"/>
              <a:gd name="connsiteY13407" fmla="*/ 1818442 h 4821604"/>
              <a:gd name="connsiteX13408" fmla="*/ 1186447 w 2947832"/>
              <a:gd name="connsiteY13408" fmla="*/ 1817605 h 4821604"/>
              <a:gd name="connsiteX13409" fmla="*/ 1682353 w 2947832"/>
              <a:gd name="connsiteY13409" fmla="*/ 1817396 h 4821604"/>
              <a:gd name="connsiteX13410" fmla="*/ 1695905 w 2947832"/>
              <a:gd name="connsiteY13410" fmla="*/ 1817396 h 4821604"/>
              <a:gd name="connsiteX13411" fmla="*/ 1697369 w 2947832"/>
              <a:gd name="connsiteY13411" fmla="*/ 1818233 h 4821604"/>
              <a:gd name="connsiteX13412" fmla="*/ 1704171 w 2947832"/>
              <a:gd name="connsiteY13412" fmla="*/ 1829953 h 4821604"/>
              <a:gd name="connsiteX13413" fmla="*/ 1704171 w 2947832"/>
              <a:gd name="connsiteY13413" fmla="*/ 1831627 h 4821604"/>
              <a:gd name="connsiteX13414" fmla="*/ 1697369 w 2947832"/>
              <a:gd name="connsiteY13414" fmla="*/ 1843348 h 4821604"/>
              <a:gd name="connsiteX13415" fmla="*/ 1695905 w 2947832"/>
              <a:gd name="connsiteY13415" fmla="*/ 1844185 h 4821604"/>
              <a:gd name="connsiteX13416" fmla="*/ 1682353 w 2947832"/>
              <a:gd name="connsiteY13416" fmla="*/ 1844185 h 4821604"/>
              <a:gd name="connsiteX13417" fmla="*/ 1680888 w 2947832"/>
              <a:gd name="connsiteY13417" fmla="*/ 1843348 h 4821604"/>
              <a:gd name="connsiteX13418" fmla="*/ 1674086 w 2947832"/>
              <a:gd name="connsiteY13418" fmla="*/ 1831627 h 4821604"/>
              <a:gd name="connsiteX13419" fmla="*/ 1674086 w 2947832"/>
              <a:gd name="connsiteY13419" fmla="*/ 1829953 h 4821604"/>
              <a:gd name="connsiteX13420" fmla="*/ 1680888 w 2947832"/>
              <a:gd name="connsiteY13420" fmla="*/ 1818233 h 4821604"/>
              <a:gd name="connsiteX13421" fmla="*/ 1682353 w 2947832"/>
              <a:gd name="connsiteY13421" fmla="*/ 1817396 h 4821604"/>
              <a:gd name="connsiteX13422" fmla="*/ 2260874 w 2947832"/>
              <a:gd name="connsiteY13422" fmla="*/ 1817291 h 4821604"/>
              <a:gd name="connsiteX13423" fmla="*/ 2274530 w 2947832"/>
              <a:gd name="connsiteY13423" fmla="*/ 1817291 h 4821604"/>
              <a:gd name="connsiteX13424" fmla="*/ 2275995 w 2947832"/>
              <a:gd name="connsiteY13424" fmla="*/ 1818128 h 4821604"/>
              <a:gd name="connsiteX13425" fmla="*/ 2282849 w 2947832"/>
              <a:gd name="connsiteY13425" fmla="*/ 1829953 h 4821604"/>
              <a:gd name="connsiteX13426" fmla="*/ 2282849 w 2947832"/>
              <a:gd name="connsiteY13426" fmla="*/ 1831627 h 4821604"/>
              <a:gd name="connsiteX13427" fmla="*/ 2275995 w 2947832"/>
              <a:gd name="connsiteY13427" fmla="*/ 1843452 h 4821604"/>
              <a:gd name="connsiteX13428" fmla="*/ 2274530 w 2947832"/>
              <a:gd name="connsiteY13428" fmla="*/ 1844289 h 4821604"/>
              <a:gd name="connsiteX13429" fmla="*/ 2260874 w 2947832"/>
              <a:gd name="connsiteY13429" fmla="*/ 1844289 h 4821604"/>
              <a:gd name="connsiteX13430" fmla="*/ 2259409 w 2947832"/>
              <a:gd name="connsiteY13430" fmla="*/ 1843452 h 4821604"/>
              <a:gd name="connsiteX13431" fmla="*/ 2252555 w 2947832"/>
              <a:gd name="connsiteY13431" fmla="*/ 1831627 h 4821604"/>
              <a:gd name="connsiteX13432" fmla="*/ 2252555 w 2947832"/>
              <a:gd name="connsiteY13432" fmla="*/ 1829953 h 4821604"/>
              <a:gd name="connsiteX13433" fmla="*/ 2259409 w 2947832"/>
              <a:gd name="connsiteY13433" fmla="*/ 1818128 h 4821604"/>
              <a:gd name="connsiteX13434" fmla="*/ 2260874 w 2947832"/>
              <a:gd name="connsiteY13434" fmla="*/ 1817291 h 4821604"/>
              <a:gd name="connsiteX13435" fmla="*/ 1764655 w 2947832"/>
              <a:gd name="connsiteY13435" fmla="*/ 1816716 h 4821604"/>
              <a:gd name="connsiteX13436" fmla="*/ 1778939 w 2947832"/>
              <a:gd name="connsiteY13436" fmla="*/ 1816716 h 4821604"/>
              <a:gd name="connsiteX13437" fmla="*/ 1780456 w 2947832"/>
              <a:gd name="connsiteY13437" fmla="*/ 1817605 h 4821604"/>
              <a:gd name="connsiteX13438" fmla="*/ 1787572 w 2947832"/>
              <a:gd name="connsiteY13438" fmla="*/ 1829953 h 4821604"/>
              <a:gd name="connsiteX13439" fmla="*/ 1787572 w 2947832"/>
              <a:gd name="connsiteY13439" fmla="*/ 1831732 h 4821604"/>
              <a:gd name="connsiteX13440" fmla="*/ 1780456 w 2947832"/>
              <a:gd name="connsiteY13440" fmla="*/ 1844080 h 4821604"/>
              <a:gd name="connsiteX13441" fmla="*/ 1778939 w 2947832"/>
              <a:gd name="connsiteY13441" fmla="*/ 1844970 h 4821604"/>
              <a:gd name="connsiteX13442" fmla="*/ 1764655 w 2947832"/>
              <a:gd name="connsiteY13442" fmla="*/ 1844970 h 4821604"/>
              <a:gd name="connsiteX13443" fmla="*/ 1763138 w 2947832"/>
              <a:gd name="connsiteY13443" fmla="*/ 1844080 h 4821604"/>
              <a:gd name="connsiteX13444" fmla="*/ 1756022 w 2947832"/>
              <a:gd name="connsiteY13444" fmla="*/ 1831732 h 4821604"/>
              <a:gd name="connsiteX13445" fmla="*/ 1756022 w 2947832"/>
              <a:gd name="connsiteY13445" fmla="*/ 1829953 h 4821604"/>
              <a:gd name="connsiteX13446" fmla="*/ 1763138 w 2947832"/>
              <a:gd name="connsiteY13446" fmla="*/ 1817605 h 4821604"/>
              <a:gd name="connsiteX13447" fmla="*/ 1764655 w 2947832"/>
              <a:gd name="connsiteY13447" fmla="*/ 1816716 h 4821604"/>
              <a:gd name="connsiteX13448" fmla="*/ 2177787 w 2947832"/>
              <a:gd name="connsiteY13448" fmla="*/ 1816402 h 4821604"/>
              <a:gd name="connsiteX13449" fmla="*/ 2192333 w 2947832"/>
              <a:gd name="connsiteY13449" fmla="*/ 1816402 h 4821604"/>
              <a:gd name="connsiteX13450" fmla="*/ 2193902 w 2947832"/>
              <a:gd name="connsiteY13450" fmla="*/ 1817291 h 4821604"/>
              <a:gd name="connsiteX13451" fmla="*/ 2201175 w 2947832"/>
              <a:gd name="connsiteY13451" fmla="*/ 1829901 h 4821604"/>
              <a:gd name="connsiteX13452" fmla="*/ 2201175 w 2947832"/>
              <a:gd name="connsiteY13452" fmla="*/ 1831680 h 4821604"/>
              <a:gd name="connsiteX13453" fmla="*/ 2193902 w 2947832"/>
              <a:gd name="connsiteY13453" fmla="*/ 1844289 h 4821604"/>
              <a:gd name="connsiteX13454" fmla="*/ 2192333 w 2947832"/>
              <a:gd name="connsiteY13454" fmla="*/ 1845179 h 4821604"/>
              <a:gd name="connsiteX13455" fmla="*/ 2177787 w 2947832"/>
              <a:gd name="connsiteY13455" fmla="*/ 1845179 h 4821604"/>
              <a:gd name="connsiteX13456" fmla="*/ 2176218 w 2947832"/>
              <a:gd name="connsiteY13456" fmla="*/ 1844289 h 4821604"/>
              <a:gd name="connsiteX13457" fmla="*/ 2168945 w 2947832"/>
              <a:gd name="connsiteY13457" fmla="*/ 1831680 h 4821604"/>
              <a:gd name="connsiteX13458" fmla="*/ 2168945 w 2947832"/>
              <a:gd name="connsiteY13458" fmla="*/ 1829901 h 4821604"/>
              <a:gd name="connsiteX13459" fmla="*/ 2176218 w 2947832"/>
              <a:gd name="connsiteY13459" fmla="*/ 1817291 h 4821604"/>
              <a:gd name="connsiteX13460" fmla="*/ 2177787 w 2947832"/>
              <a:gd name="connsiteY13460" fmla="*/ 1816402 h 4821604"/>
              <a:gd name="connsiteX13461" fmla="*/ 1846957 w 2947832"/>
              <a:gd name="connsiteY13461" fmla="*/ 1816088 h 4821604"/>
              <a:gd name="connsiteX13462" fmla="*/ 1861816 w 2947832"/>
              <a:gd name="connsiteY13462" fmla="*/ 1816088 h 4821604"/>
              <a:gd name="connsiteX13463" fmla="*/ 1863386 w 2947832"/>
              <a:gd name="connsiteY13463" fmla="*/ 1817030 h 4821604"/>
              <a:gd name="connsiteX13464" fmla="*/ 1870816 w 2947832"/>
              <a:gd name="connsiteY13464" fmla="*/ 1829901 h 4821604"/>
              <a:gd name="connsiteX13465" fmla="*/ 1870816 w 2947832"/>
              <a:gd name="connsiteY13465" fmla="*/ 1831732 h 4821604"/>
              <a:gd name="connsiteX13466" fmla="*/ 1863386 w 2947832"/>
              <a:gd name="connsiteY13466" fmla="*/ 1844603 h 4821604"/>
              <a:gd name="connsiteX13467" fmla="*/ 1861816 w 2947832"/>
              <a:gd name="connsiteY13467" fmla="*/ 1845545 h 4821604"/>
              <a:gd name="connsiteX13468" fmla="*/ 1846957 w 2947832"/>
              <a:gd name="connsiteY13468" fmla="*/ 1845545 h 4821604"/>
              <a:gd name="connsiteX13469" fmla="*/ 1845387 w 2947832"/>
              <a:gd name="connsiteY13469" fmla="*/ 1844603 h 4821604"/>
              <a:gd name="connsiteX13470" fmla="*/ 1837957 w 2947832"/>
              <a:gd name="connsiteY13470" fmla="*/ 1831732 h 4821604"/>
              <a:gd name="connsiteX13471" fmla="*/ 1837957 w 2947832"/>
              <a:gd name="connsiteY13471" fmla="*/ 1829901 h 4821604"/>
              <a:gd name="connsiteX13472" fmla="*/ 1845387 w 2947832"/>
              <a:gd name="connsiteY13472" fmla="*/ 1817030 h 4821604"/>
              <a:gd name="connsiteX13473" fmla="*/ 1846957 w 2947832"/>
              <a:gd name="connsiteY13473" fmla="*/ 1816088 h 4821604"/>
              <a:gd name="connsiteX13474" fmla="*/ 937762 w 2947832"/>
              <a:gd name="connsiteY13474" fmla="*/ 1816035 h 4821604"/>
              <a:gd name="connsiteX13475" fmla="*/ 952674 w 2947832"/>
              <a:gd name="connsiteY13475" fmla="*/ 1816035 h 4821604"/>
              <a:gd name="connsiteX13476" fmla="*/ 954296 w 2947832"/>
              <a:gd name="connsiteY13476" fmla="*/ 1816977 h 4821604"/>
              <a:gd name="connsiteX13477" fmla="*/ 961778 w 2947832"/>
              <a:gd name="connsiteY13477" fmla="*/ 1829900 h 4821604"/>
              <a:gd name="connsiteX13478" fmla="*/ 961778 w 2947832"/>
              <a:gd name="connsiteY13478" fmla="*/ 1831732 h 4821604"/>
              <a:gd name="connsiteX13479" fmla="*/ 954296 w 2947832"/>
              <a:gd name="connsiteY13479" fmla="*/ 1844655 h 4821604"/>
              <a:gd name="connsiteX13480" fmla="*/ 952674 w 2947832"/>
              <a:gd name="connsiteY13480" fmla="*/ 1845597 h 4821604"/>
              <a:gd name="connsiteX13481" fmla="*/ 937762 w 2947832"/>
              <a:gd name="connsiteY13481" fmla="*/ 1845597 h 4821604"/>
              <a:gd name="connsiteX13482" fmla="*/ 936140 w 2947832"/>
              <a:gd name="connsiteY13482" fmla="*/ 1844655 h 4821604"/>
              <a:gd name="connsiteX13483" fmla="*/ 928658 w 2947832"/>
              <a:gd name="connsiteY13483" fmla="*/ 1831732 h 4821604"/>
              <a:gd name="connsiteX13484" fmla="*/ 928658 w 2947832"/>
              <a:gd name="connsiteY13484" fmla="*/ 1829900 h 4821604"/>
              <a:gd name="connsiteX13485" fmla="*/ 936140 w 2947832"/>
              <a:gd name="connsiteY13485" fmla="*/ 1816977 h 4821604"/>
              <a:gd name="connsiteX13486" fmla="*/ 937762 w 2947832"/>
              <a:gd name="connsiteY13486" fmla="*/ 1816035 h 4821604"/>
              <a:gd name="connsiteX13487" fmla="*/ 854832 w 2947832"/>
              <a:gd name="connsiteY13487" fmla="*/ 1815669 h 4821604"/>
              <a:gd name="connsiteX13488" fmla="*/ 870163 w 2947832"/>
              <a:gd name="connsiteY13488" fmla="*/ 1815669 h 4821604"/>
              <a:gd name="connsiteX13489" fmla="*/ 871785 w 2947832"/>
              <a:gd name="connsiteY13489" fmla="*/ 1816611 h 4821604"/>
              <a:gd name="connsiteX13490" fmla="*/ 879424 w 2947832"/>
              <a:gd name="connsiteY13490" fmla="*/ 1829901 h 4821604"/>
              <a:gd name="connsiteX13491" fmla="*/ 879424 w 2947832"/>
              <a:gd name="connsiteY13491" fmla="*/ 1831784 h 4821604"/>
              <a:gd name="connsiteX13492" fmla="*/ 871785 w 2947832"/>
              <a:gd name="connsiteY13492" fmla="*/ 1845074 h 4821604"/>
              <a:gd name="connsiteX13493" fmla="*/ 870163 w 2947832"/>
              <a:gd name="connsiteY13493" fmla="*/ 1846016 h 4821604"/>
              <a:gd name="connsiteX13494" fmla="*/ 854832 w 2947832"/>
              <a:gd name="connsiteY13494" fmla="*/ 1846016 h 4821604"/>
              <a:gd name="connsiteX13495" fmla="*/ 853211 w 2947832"/>
              <a:gd name="connsiteY13495" fmla="*/ 1845074 h 4821604"/>
              <a:gd name="connsiteX13496" fmla="*/ 845571 w 2947832"/>
              <a:gd name="connsiteY13496" fmla="*/ 1831784 h 4821604"/>
              <a:gd name="connsiteX13497" fmla="*/ 845571 w 2947832"/>
              <a:gd name="connsiteY13497" fmla="*/ 1829901 h 4821604"/>
              <a:gd name="connsiteX13498" fmla="*/ 853211 w 2947832"/>
              <a:gd name="connsiteY13498" fmla="*/ 1816611 h 4821604"/>
              <a:gd name="connsiteX13499" fmla="*/ 854832 w 2947832"/>
              <a:gd name="connsiteY13499" fmla="*/ 1815669 h 4821604"/>
              <a:gd name="connsiteX13500" fmla="*/ 2342548 w 2947832"/>
              <a:gd name="connsiteY13500" fmla="*/ 1815303 h 4821604"/>
              <a:gd name="connsiteX13501" fmla="*/ 2358244 w 2947832"/>
              <a:gd name="connsiteY13501" fmla="*/ 1815303 h 4821604"/>
              <a:gd name="connsiteX13502" fmla="*/ 2359919 w 2947832"/>
              <a:gd name="connsiteY13502" fmla="*/ 1816297 h 4821604"/>
              <a:gd name="connsiteX13503" fmla="*/ 2367767 w 2947832"/>
              <a:gd name="connsiteY13503" fmla="*/ 1829901 h 4821604"/>
              <a:gd name="connsiteX13504" fmla="*/ 2367767 w 2947832"/>
              <a:gd name="connsiteY13504" fmla="*/ 1831837 h 4821604"/>
              <a:gd name="connsiteX13505" fmla="*/ 2359919 w 2947832"/>
              <a:gd name="connsiteY13505" fmla="*/ 1845440 h 4821604"/>
              <a:gd name="connsiteX13506" fmla="*/ 2358244 w 2947832"/>
              <a:gd name="connsiteY13506" fmla="*/ 1846434 h 4821604"/>
              <a:gd name="connsiteX13507" fmla="*/ 2342548 w 2947832"/>
              <a:gd name="connsiteY13507" fmla="*/ 1846434 h 4821604"/>
              <a:gd name="connsiteX13508" fmla="*/ 2340874 w 2947832"/>
              <a:gd name="connsiteY13508" fmla="*/ 1845440 h 4821604"/>
              <a:gd name="connsiteX13509" fmla="*/ 2333026 w 2947832"/>
              <a:gd name="connsiteY13509" fmla="*/ 1831837 h 4821604"/>
              <a:gd name="connsiteX13510" fmla="*/ 2333026 w 2947832"/>
              <a:gd name="connsiteY13510" fmla="*/ 1829901 h 4821604"/>
              <a:gd name="connsiteX13511" fmla="*/ 2340874 w 2947832"/>
              <a:gd name="connsiteY13511" fmla="*/ 1816297 h 4821604"/>
              <a:gd name="connsiteX13512" fmla="*/ 2342548 w 2947832"/>
              <a:gd name="connsiteY13512" fmla="*/ 1815303 h 4821604"/>
              <a:gd name="connsiteX13513" fmla="*/ 771850 w 2947832"/>
              <a:gd name="connsiteY13513" fmla="*/ 1814937 h 4821604"/>
              <a:gd name="connsiteX13514" fmla="*/ 787912 w 2947832"/>
              <a:gd name="connsiteY13514" fmla="*/ 1814937 h 4821604"/>
              <a:gd name="connsiteX13515" fmla="*/ 789639 w 2947832"/>
              <a:gd name="connsiteY13515" fmla="*/ 1815931 h 4821604"/>
              <a:gd name="connsiteX13516" fmla="*/ 797697 w 2947832"/>
              <a:gd name="connsiteY13516" fmla="*/ 1829849 h 4821604"/>
              <a:gd name="connsiteX13517" fmla="*/ 797697 w 2947832"/>
              <a:gd name="connsiteY13517" fmla="*/ 1831837 h 4821604"/>
              <a:gd name="connsiteX13518" fmla="*/ 789639 w 2947832"/>
              <a:gd name="connsiteY13518" fmla="*/ 1845754 h 4821604"/>
              <a:gd name="connsiteX13519" fmla="*/ 787912 w 2947832"/>
              <a:gd name="connsiteY13519" fmla="*/ 1846749 h 4821604"/>
              <a:gd name="connsiteX13520" fmla="*/ 771850 w 2947832"/>
              <a:gd name="connsiteY13520" fmla="*/ 1846749 h 4821604"/>
              <a:gd name="connsiteX13521" fmla="*/ 770123 w 2947832"/>
              <a:gd name="connsiteY13521" fmla="*/ 1845754 h 4821604"/>
              <a:gd name="connsiteX13522" fmla="*/ 762065 w 2947832"/>
              <a:gd name="connsiteY13522" fmla="*/ 1831837 h 4821604"/>
              <a:gd name="connsiteX13523" fmla="*/ 762065 w 2947832"/>
              <a:gd name="connsiteY13523" fmla="*/ 1829849 h 4821604"/>
              <a:gd name="connsiteX13524" fmla="*/ 770123 w 2947832"/>
              <a:gd name="connsiteY13524" fmla="*/ 1815931 h 4821604"/>
              <a:gd name="connsiteX13525" fmla="*/ 771850 w 2947832"/>
              <a:gd name="connsiteY13525" fmla="*/ 1814937 h 4821604"/>
              <a:gd name="connsiteX13526" fmla="*/ 1928893 w 2947832"/>
              <a:gd name="connsiteY13526" fmla="*/ 1814570 h 4821604"/>
              <a:gd name="connsiteX13527" fmla="*/ 1945322 w 2947832"/>
              <a:gd name="connsiteY13527" fmla="*/ 1814570 h 4821604"/>
              <a:gd name="connsiteX13528" fmla="*/ 1947101 w 2947832"/>
              <a:gd name="connsiteY13528" fmla="*/ 1815564 h 4821604"/>
              <a:gd name="connsiteX13529" fmla="*/ 1955315 w 2947832"/>
              <a:gd name="connsiteY13529" fmla="*/ 1829796 h 4821604"/>
              <a:gd name="connsiteX13530" fmla="*/ 1955315 w 2947832"/>
              <a:gd name="connsiteY13530" fmla="*/ 1831836 h 4821604"/>
              <a:gd name="connsiteX13531" fmla="*/ 1947101 w 2947832"/>
              <a:gd name="connsiteY13531" fmla="*/ 1846068 h 4821604"/>
              <a:gd name="connsiteX13532" fmla="*/ 1945322 w 2947832"/>
              <a:gd name="connsiteY13532" fmla="*/ 1847062 h 4821604"/>
              <a:gd name="connsiteX13533" fmla="*/ 1928893 w 2947832"/>
              <a:gd name="connsiteY13533" fmla="*/ 1847062 h 4821604"/>
              <a:gd name="connsiteX13534" fmla="*/ 1927114 w 2947832"/>
              <a:gd name="connsiteY13534" fmla="*/ 1846068 h 4821604"/>
              <a:gd name="connsiteX13535" fmla="*/ 1918899 w 2947832"/>
              <a:gd name="connsiteY13535" fmla="*/ 1831836 h 4821604"/>
              <a:gd name="connsiteX13536" fmla="*/ 1918899 w 2947832"/>
              <a:gd name="connsiteY13536" fmla="*/ 1829796 h 4821604"/>
              <a:gd name="connsiteX13537" fmla="*/ 1927114 w 2947832"/>
              <a:gd name="connsiteY13537" fmla="*/ 1815564 h 4821604"/>
              <a:gd name="connsiteX13538" fmla="*/ 1928893 w 2947832"/>
              <a:gd name="connsiteY13538" fmla="*/ 1814570 h 4821604"/>
              <a:gd name="connsiteX13539" fmla="*/ 2010724 w 2947832"/>
              <a:gd name="connsiteY13539" fmla="*/ 1813001 h 4821604"/>
              <a:gd name="connsiteX13540" fmla="*/ 2028775 w 2947832"/>
              <a:gd name="connsiteY13540" fmla="*/ 1813001 h 4821604"/>
              <a:gd name="connsiteX13541" fmla="*/ 2030711 w 2947832"/>
              <a:gd name="connsiteY13541" fmla="*/ 1814100 h 4821604"/>
              <a:gd name="connsiteX13542" fmla="*/ 2039710 w 2947832"/>
              <a:gd name="connsiteY13542" fmla="*/ 1829744 h 4821604"/>
              <a:gd name="connsiteX13543" fmla="*/ 2039710 w 2947832"/>
              <a:gd name="connsiteY13543" fmla="*/ 1831994 h 4821604"/>
              <a:gd name="connsiteX13544" fmla="*/ 2030711 w 2947832"/>
              <a:gd name="connsiteY13544" fmla="*/ 1847638 h 4821604"/>
              <a:gd name="connsiteX13545" fmla="*/ 2028775 w 2947832"/>
              <a:gd name="connsiteY13545" fmla="*/ 1848737 h 4821604"/>
              <a:gd name="connsiteX13546" fmla="*/ 2010724 w 2947832"/>
              <a:gd name="connsiteY13546" fmla="*/ 1848737 h 4821604"/>
              <a:gd name="connsiteX13547" fmla="*/ 2008788 w 2947832"/>
              <a:gd name="connsiteY13547" fmla="*/ 1847638 h 4821604"/>
              <a:gd name="connsiteX13548" fmla="*/ 1999788 w 2947832"/>
              <a:gd name="connsiteY13548" fmla="*/ 1831994 h 4821604"/>
              <a:gd name="connsiteX13549" fmla="*/ 1999788 w 2947832"/>
              <a:gd name="connsiteY13549" fmla="*/ 1829744 h 4821604"/>
              <a:gd name="connsiteX13550" fmla="*/ 2008788 w 2947832"/>
              <a:gd name="connsiteY13550" fmla="*/ 1814100 h 4821604"/>
              <a:gd name="connsiteX13551" fmla="*/ 2010724 w 2947832"/>
              <a:gd name="connsiteY13551" fmla="*/ 1813001 h 4821604"/>
              <a:gd name="connsiteX13552" fmla="*/ 2506629 w 2947832"/>
              <a:gd name="connsiteY13552" fmla="*/ 1812948 h 4821604"/>
              <a:gd name="connsiteX13553" fmla="*/ 2524733 w 2947832"/>
              <a:gd name="connsiteY13553" fmla="*/ 1812948 h 4821604"/>
              <a:gd name="connsiteX13554" fmla="*/ 2526669 w 2947832"/>
              <a:gd name="connsiteY13554" fmla="*/ 1814047 h 4821604"/>
              <a:gd name="connsiteX13555" fmla="*/ 2535720 w 2947832"/>
              <a:gd name="connsiteY13555" fmla="*/ 1829743 h 4821604"/>
              <a:gd name="connsiteX13556" fmla="*/ 2535720 w 2947832"/>
              <a:gd name="connsiteY13556" fmla="*/ 1831993 h 4821604"/>
              <a:gd name="connsiteX13557" fmla="*/ 2526669 w 2947832"/>
              <a:gd name="connsiteY13557" fmla="*/ 1847690 h 4821604"/>
              <a:gd name="connsiteX13558" fmla="*/ 2524733 w 2947832"/>
              <a:gd name="connsiteY13558" fmla="*/ 1848788 h 4821604"/>
              <a:gd name="connsiteX13559" fmla="*/ 2506629 w 2947832"/>
              <a:gd name="connsiteY13559" fmla="*/ 1848788 h 4821604"/>
              <a:gd name="connsiteX13560" fmla="*/ 2504693 w 2947832"/>
              <a:gd name="connsiteY13560" fmla="*/ 1847690 h 4821604"/>
              <a:gd name="connsiteX13561" fmla="*/ 2495641 w 2947832"/>
              <a:gd name="connsiteY13561" fmla="*/ 1831993 h 4821604"/>
              <a:gd name="connsiteX13562" fmla="*/ 2495641 w 2947832"/>
              <a:gd name="connsiteY13562" fmla="*/ 1829743 h 4821604"/>
              <a:gd name="connsiteX13563" fmla="*/ 2504693 w 2947832"/>
              <a:gd name="connsiteY13563" fmla="*/ 1814047 h 4821604"/>
              <a:gd name="connsiteX13564" fmla="*/ 2506629 w 2947832"/>
              <a:gd name="connsiteY13564" fmla="*/ 1812948 h 4821604"/>
              <a:gd name="connsiteX13565" fmla="*/ 688135 w 2947832"/>
              <a:gd name="connsiteY13565" fmla="*/ 1812896 h 4821604"/>
              <a:gd name="connsiteX13566" fmla="*/ 706291 w 2947832"/>
              <a:gd name="connsiteY13566" fmla="*/ 1812896 h 4821604"/>
              <a:gd name="connsiteX13567" fmla="*/ 708227 w 2947832"/>
              <a:gd name="connsiteY13567" fmla="*/ 1813995 h 4821604"/>
              <a:gd name="connsiteX13568" fmla="*/ 717278 w 2947832"/>
              <a:gd name="connsiteY13568" fmla="*/ 1829691 h 4821604"/>
              <a:gd name="connsiteX13569" fmla="*/ 717278 w 2947832"/>
              <a:gd name="connsiteY13569" fmla="*/ 1831941 h 4821604"/>
              <a:gd name="connsiteX13570" fmla="*/ 708227 w 2947832"/>
              <a:gd name="connsiteY13570" fmla="*/ 1847638 h 4821604"/>
              <a:gd name="connsiteX13571" fmla="*/ 706291 w 2947832"/>
              <a:gd name="connsiteY13571" fmla="*/ 1848736 h 4821604"/>
              <a:gd name="connsiteX13572" fmla="*/ 688135 w 2947832"/>
              <a:gd name="connsiteY13572" fmla="*/ 1848736 h 4821604"/>
              <a:gd name="connsiteX13573" fmla="*/ 686199 w 2947832"/>
              <a:gd name="connsiteY13573" fmla="*/ 1847638 h 4821604"/>
              <a:gd name="connsiteX13574" fmla="*/ 677148 w 2947832"/>
              <a:gd name="connsiteY13574" fmla="*/ 1831941 h 4821604"/>
              <a:gd name="connsiteX13575" fmla="*/ 677148 w 2947832"/>
              <a:gd name="connsiteY13575" fmla="*/ 1829691 h 4821604"/>
              <a:gd name="connsiteX13576" fmla="*/ 686199 w 2947832"/>
              <a:gd name="connsiteY13576" fmla="*/ 1813995 h 4821604"/>
              <a:gd name="connsiteX13577" fmla="*/ 688135 w 2947832"/>
              <a:gd name="connsiteY13577" fmla="*/ 1812896 h 4821604"/>
              <a:gd name="connsiteX13578" fmla="*/ 2423856 w 2947832"/>
              <a:gd name="connsiteY13578" fmla="*/ 1812687 h 4821604"/>
              <a:gd name="connsiteX13579" fmla="*/ 2442169 w 2947832"/>
              <a:gd name="connsiteY13579" fmla="*/ 1812687 h 4821604"/>
              <a:gd name="connsiteX13580" fmla="*/ 2444105 w 2947832"/>
              <a:gd name="connsiteY13580" fmla="*/ 1813838 h 4821604"/>
              <a:gd name="connsiteX13581" fmla="*/ 2453261 w 2947832"/>
              <a:gd name="connsiteY13581" fmla="*/ 1829692 h 4821604"/>
              <a:gd name="connsiteX13582" fmla="*/ 2453261 w 2947832"/>
              <a:gd name="connsiteY13582" fmla="*/ 1831942 h 4821604"/>
              <a:gd name="connsiteX13583" fmla="*/ 2444105 w 2947832"/>
              <a:gd name="connsiteY13583" fmla="*/ 1847795 h 4821604"/>
              <a:gd name="connsiteX13584" fmla="*/ 2442169 w 2947832"/>
              <a:gd name="connsiteY13584" fmla="*/ 1848946 h 4821604"/>
              <a:gd name="connsiteX13585" fmla="*/ 2423856 w 2947832"/>
              <a:gd name="connsiteY13585" fmla="*/ 1848946 h 4821604"/>
              <a:gd name="connsiteX13586" fmla="*/ 2421920 w 2947832"/>
              <a:gd name="connsiteY13586" fmla="*/ 1847795 h 4821604"/>
              <a:gd name="connsiteX13587" fmla="*/ 2412764 w 2947832"/>
              <a:gd name="connsiteY13587" fmla="*/ 1831942 h 4821604"/>
              <a:gd name="connsiteX13588" fmla="*/ 2412764 w 2947832"/>
              <a:gd name="connsiteY13588" fmla="*/ 1829692 h 4821604"/>
              <a:gd name="connsiteX13589" fmla="*/ 2421920 w 2947832"/>
              <a:gd name="connsiteY13589" fmla="*/ 1813838 h 4821604"/>
              <a:gd name="connsiteX13590" fmla="*/ 2423856 w 2947832"/>
              <a:gd name="connsiteY13590" fmla="*/ 1812687 h 4821604"/>
              <a:gd name="connsiteX13591" fmla="*/ 1018652 w 2947832"/>
              <a:gd name="connsiteY13591" fmla="*/ 1812582 h 4821604"/>
              <a:gd name="connsiteX13592" fmla="*/ 1037121 w 2947832"/>
              <a:gd name="connsiteY13592" fmla="*/ 1812582 h 4821604"/>
              <a:gd name="connsiteX13593" fmla="*/ 1039109 w 2947832"/>
              <a:gd name="connsiteY13593" fmla="*/ 1813733 h 4821604"/>
              <a:gd name="connsiteX13594" fmla="*/ 1048318 w 2947832"/>
              <a:gd name="connsiteY13594" fmla="*/ 1829691 h 4821604"/>
              <a:gd name="connsiteX13595" fmla="*/ 1048318 w 2947832"/>
              <a:gd name="connsiteY13595" fmla="*/ 1831993 h 4821604"/>
              <a:gd name="connsiteX13596" fmla="*/ 1039109 w 2947832"/>
              <a:gd name="connsiteY13596" fmla="*/ 1847952 h 4821604"/>
              <a:gd name="connsiteX13597" fmla="*/ 1037121 w 2947832"/>
              <a:gd name="connsiteY13597" fmla="*/ 1849103 h 4821604"/>
              <a:gd name="connsiteX13598" fmla="*/ 1018652 w 2947832"/>
              <a:gd name="connsiteY13598" fmla="*/ 1849103 h 4821604"/>
              <a:gd name="connsiteX13599" fmla="*/ 1016663 w 2947832"/>
              <a:gd name="connsiteY13599" fmla="*/ 1847952 h 4821604"/>
              <a:gd name="connsiteX13600" fmla="*/ 1007455 w 2947832"/>
              <a:gd name="connsiteY13600" fmla="*/ 1831993 h 4821604"/>
              <a:gd name="connsiteX13601" fmla="*/ 1007455 w 2947832"/>
              <a:gd name="connsiteY13601" fmla="*/ 1829691 h 4821604"/>
              <a:gd name="connsiteX13602" fmla="*/ 1016663 w 2947832"/>
              <a:gd name="connsiteY13602" fmla="*/ 1813733 h 4821604"/>
              <a:gd name="connsiteX13603" fmla="*/ 1018652 w 2947832"/>
              <a:gd name="connsiteY13603" fmla="*/ 1812582 h 4821604"/>
              <a:gd name="connsiteX13604" fmla="*/ 439084 w 2947832"/>
              <a:gd name="connsiteY13604" fmla="*/ 1810698 h 4821604"/>
              <a:gd name="connsiteX13605" fmla="*/ 459437 w 2947832"/>
              <a:gd name="connsiteY13605" fmla="*/ 1810698 h 4821604"/>
              <a:gd name="connsiteX13606" fmla="*/ 461635 w 2947832"/>
              <a:gd name="connsiteY13606" fmla="*/ 1811954 h 4821604"/>
              <a:gd name="connsiteX13607" fmla="*/ 471838 w 2947832"/>
              <a:gd name="connsiteY13607" fmla="*/ 1829586 h 4821604"/>
              <a:gd name="connsiteX13608" fmla="*/ 471838 w 2947832"/>
              <a:gd name="connsiteY13608" fmla="*/ 1832098 h 4821604"/>
              <a:gd name="connsiteX13609" fmla="*/ 461635 w 2947832"/>
              <a:gd name="connsiteY13609" fmla="*/ 1849730 h 4821604"/>
              <a:gd name="connsiteX13610" fmla="*/ 459437 w 2947832"/>
              <a:gd name="connsiteY13610" fmla="*/ 1850986 h 4821604"/>
              <a:gd name="connsiteX13611" fmla="*/ 439084 w 2947832"/>
              <a:gd name="connsiteY13611" fmla="*/ 1850986 h 4821604"/>
              <a:gd name="connsiteX13612" fmla="*/ 436887 w 2947832"/>
              <a:gd name="connsiteY13612" fmla="*/ 1849730 h 4821604"/>
              <a:gd name="connsiteX13613" fmla="*/ 426684 w 2947832"/>
              <a:gd name="connsiteY13613" fmla="*/ 1832098 h 4821604"/>
              <a:gd name="connsiteX13614" fmla="*/ 426684 w 2947832"/>
              <a:gd name="connsiteY13614" fmla="*/ 1829586 h 4821604"/>
              <a:gd name="connsiteX13615" fmla="*/ 436887 w 2947832"/>
              <a:gd name="connsiteY13615" fmla="*/ 1811954 h 4821604"/>
              <a:gd name="connsiteX13616" fmla="*/ 439084 w 2947832"/>
              <a:gd name="connsiteY13616" fmla="*/ 1810698 h 4821604"/>
              <a:gd name="connsiteX13617" fmla="*/ 273695 w 2947832"/>
              <a:gd name="connsiteY13617" fmla="*/ 1810541 h 4821604"/>
              <a:gd name="connsiteX13618" fmla="*/ 294205 w 2947832"/>
              <a:gd name="connsiteY13618" fmla="*/ 1810541 h 4821604"/>
              <a:gd name="connsiteX13619" fmla="*/ 296402 w 2947832"/>
              <a:gd name="connsiteY13619" fmla="*/ 1811797 h 4821604"/>
              <a:gd name="connsiteX13620" fmla="*/ 306657 w 2947832"/>
              <a:gd name="connsiteY13620" fmla="*/ 1829586 h 4821604"/>
              <a:gd name="connsiteX13621" fmla="*/ 306657 w 2947832"/>
              <a:gd name="connsiteY13621" fmla="*/ 1832150 h 4821604"/>
              <a:gd name="connsiteX13622" fmla="*/ 296402 w 2947832"/>
              <a:gd name="connsiteY13622" fmla="*/ 1849939 h 4821604"/>
              <a:gd name="connsiteX13623" fmla="*/ 294205 w 2947832"/>
              <a:gd name="connsiteY13623" fmla="*/ 1851195 h 4821604"/>
              <a:gd name="connsiteX13624" fmla="*/ 273695 w 2947832"/>
              <a:gd name="connsiteY13624" fmla="*/ 1851195 h 4821604"/>
              <a:gd name="connsiteX13625" fmla="*/ 271497 w 2947832"/>
              <a:gd name="connsiteY13625" fmla="*/ 1849939 h 4821604"/>
              <a:gd name="connsiteX13626" fmla="*/ 261242 w 2947832"/>
              <a:gd name="connsiteY13626" fmla="*/ 1832150 h 4821604"/>
              <a:gd name="connsiteX13627" fmla="*/ 261242 w 2947832"/>
              <a:gd name="connsiteY13627" fmla="*/ 1829586 h 4821604"/>
              <a:gd name="connsiteX13628" fmla="*/ 271497 w 2947832"/>
              <a:gd name="connsiteY13628" fmla="*/ 1811797 h 4821604"/>
              <a:gd name="connsiteX13629" fmla="*/ 273695 w 2947832"/>
              <a:gd name="connsiteY13629" fmla="*/ 1810541 h 4821604"/>
              <a:gd name="connsiteX13630" fmla="*/ 604002 w 2947832"/>
              <a:gd name="connsiteY13630" fmla="*/ 1809914 h 4821604"/>
              <a:gd name="connsiteX13631" fmla="*/ 625140 w 2947832"/>
              <a:gd name="connsiteY13631" fmla="*/ 1809914 h 4821604"/>
              <a:gd name="connsiteX13632" fmla="*/ 627390 w 2947832"/>
              <a:gd name="connsiteY13632" fmla="*/ 1811222 h 4821604"/>
              <a:gd name="connsiteX13633" fmla="*/ 637959 w 2947832"/>
              <a:gd name="connsiteY13633" fmla="*/ 1829535 h 4821604"/>
              <a:gd name="connsiteX13634" fmla="*/ 637959 w 2947832"/>
              <a:gd name="connsiteY13634" fmla="*/ 1832151 h 4821604"/>
              <a:gd name="connsiteX13635" fmla="*/ 627390 w 2947832"/>
              <a:gd name="connsiteY13635" fmla="*/ 1850463 h 4821604"/>
              <a:gd name="connsiteX13636" fmla="*/ 625140 w 2947832"/>
              <a:gd name="connsiteY13636" fmla="*/ 1851771 h 4821604"/>
              <a:gd name="connsiteX13637" fmla="*/ 604002 w 2947832"/>
              <a:gd name="connsiteY13637" fmla="*/ 1851771 h 4821604"/>
              <a:gd name="connsiteX13638" fmla="*/ 601752 w 2947832"/>
              <a:gd name="connsiteY13638" fmla="*/ 1850463 h 4821604"/>
              <a:gd name="connsiteX13639" fmla="*/ 591183 w 2947832"/>
              <a:gd name="connsiteY13639" fmla="*/ 1832151 h 4821604"/>
              <a:gd name="connsiteX13640" fmla="*/ 591183 w 2947832"/>
              <a:gd name="connsiteY13640" fmla="*/ 1829535 h 4821604"/>
              <a:gd name="connsiteX13641" fmla="*/ 601752 w 2947832"/>
              <a:gd name="connsiteY13641" fmla="*/ 1811222 h 4821604"/>
              <a:gd name="connsiteX13642" fmla="*/ 604002 w 2947832"/>
              <a:gd name="connsiteY13642" fmla="*/ 1809914 h 4821604"/>
              <a:gd name="connsiteX13643" fmla="*/ 521020 w 2947832"/>
              <a:gd name="connsiteY13643" fmla="*/ 1809233 h 4821604"/>
              <a:gd name="connsiteX13644" fmla="*/ 542838 w 2947832"/>
              <a:gd name="connsiteY13644" fmla="*/ 1809233 h 4821604"/>
              <a:gd name="connsiteX13645" fmla="*/ 545193 w 2947832"/>
              <a:gd name="connsiteY13645" fmla="*/ 1810593 h 4821604"/>
              <a:gd name="connsiteX13646" fmla="*/ 556128 w 2947832"/>
              <a:gd name="connsiteY13646" fmla="*/ 1829482 h 4821604"/>
              <a:gd name="connsiteX13647" fmla="*/ 556128 w 2947832"/>
              <a:gd name="connsiteY13647" fmla="*/ 1832202 h 4821604"/>
              <a:gd name="connsiteX13648" fmla="*/ 545193 w 2947832"/>
              <a:gd name="connsiteY13648" fmla="*/ 1851090 h 4821604"/>
              <a:gd name="connsiteX13649" fmla="*/ 542838 w 2947832"/>
              <a:gd name="connsiteY13649" fmla="*/ 1852451 h 4821604"/>
              <a:gd name="connsiteX13650" fmla="*/ 521020 w 2947832"/>
              <a:gd name="connsiteY13650" fmla="*/ 1852451 h 4821604"/>
              <a:gd name="connsiteX13651" fmla="*/ 518665 w 2947832"/>
              <a:gd name="connsiteY13651" fmla="*/ 1851090 h 4821604"/>
              <a:gd name="connsiteX13652" fmla="*/ 507730 w 2947832"/>
              <a:gd name="connsiteY13652" fmla="*/ 1832202 h 4821604"/>
              <a:gd name="connsiteX13653" fmla="*/ 507730 w 2947832"/>
              <a:gd name="connsiteY13653" fmla="*/ 1829482 h 4821604"/>
              <a:gd name="connsiteX13654" fmla="*/ 518665 w 2947832"/>
              <a:gd name="connsiteY13654" fmla="*/ 1810593 h 4821604"/>
              <a:gd name="connsiteX13655" fmla="*/ 521020 w 2947832"/>
              <a:gd name="connsiteY13655" fmla="*/ 1809233 h 4821604"/>
              <a:gd name="connsiteX13656" fmla="*/ 351549 w 2947832"/>
              <a:gd name="connsiteY13656" fmla="*/ 1801019 h 4821604"/>
              <a:gd name="connsiteX13657" fmla="*/ 381634 w 2947832"/>
              <a:gd name="connsiteY13657" fmla="*/ 1801019 h 4821604"/>
              <a:gd name="connsiteX13658" fmla="*/ 384878 w 2947832"/>
              <a:gd name="connsiteY13658" fmla="*/ 1802903 h 4821604"/>
              <a:gd name="connsiteX13659" fmla="*/ 399947 w 2947832"/>
              <a:gd name="connsiteY13659" fmla="*/ 1828959 h 4821604"/>
              <a:gd name="connsiteX13660" fmla="*/ 399947 w 2947832"/>
              <a:gd name="connsiteY13660" fmla="*/ 1832674 h 4821604"/>
              <a:gd name="connsiteX13661" fmla="*/ 384878 w 2947832"/>
              <a:gd name="connsiteY13661" fmla="*/ 1858730 h 4821604"/>
              <a:gd name="connsiteX13662" fmla="*/ 381634 w 2947832"/>
              <a:gd name="connsiteY13662" fmla="*/ 1860613 h 4821604"/>
              <a:gd name="connsiteX13663" fmla="*/ 351549 w 2947832"/>
              <a:gd name="connsiteY13663" fmla="*/ 1860613 h 4821604"/>
              <a:gd name="connsiteX13664" fmla="*/ 348305 w 2947832"/>
              <a:gd name="connsiteY13664" fmla="*/ 1858730 h 4821604"/>
              <a:gd name="connsiteX13665" fmla="*/ 333237 w 2947832"/>
              <a:gd name="connsiteY13665" fmla="*/ 1832674 h 4821604"/>
              <a:gd name="connsiteX13666" fmla="*/ 333237 w 2947832"/>
              <a:gd name="connsiteY13666" fmla="*/ 1828959 h 4821604"/>
              <a:gd name="connsiteX13667" fmla="*/ 348305 w 2947832"/>
              <a:gd name="connsiteY13667" fmla="*/ 1802903 h 4821604"/>
              <a:gd name="connsiteX13668" fmla="*/ 351549 w 2947832"/>
              <a:gd name="connsiteY13668" fmla="*/ 1801019 h 4821604"/>
              <a:gd name="connsiteX13669" fmla="*/ 185323 w 2947832"/>
              <a:gd name="connsiteY13669" fmla="*/ 1799292 h 4821604"/>
              <a:gd name="connsiteX13670" fmla="*/ 217187 w 2947832"/>
              <a:gd name="connsiteY13670" fmla="*/ 1799292 h 4821604"/>
              <a:gd name="connsiteX13671" fmla="*/ 220588 w 2947832"/>
              <a:gd name="connsiteY13671" fmla="*/ 1801280 h 4821604"/>
              <a:gd name="connsiteX13672" fmla="*/ 236546 w 2947832"/>
              <a:gd name="connsiteY13672" fmla="*/ 1828854 h 4821604"/>
              <a:gd name="connsiteX13673" fmla="*/ 236546 w 2947832"/>
              <a:gd name="connsiteY13673" fmla="*/ 1832778 h 4821604"/>
              <a:gd name="connsiteX13674" fmla="*/ 220588 w 2947832"/>
              <a:gd name="connsiteY13674" fmla="*/ 1860352 h 4821604"/>
              <a:gd name="connsiteX13675" fmla="*/ 217187 w 2947832"/>
              <a:gd name="connsiteY13675" fmla="*/ 1862340 h 4821604"/>
              <a:gd name="connsiteX13676" fmla="*/ 185323 w 2947832"/>
              <a:gd name="connsiteY13676" fmla="*/ 1862340 h 4821604"/>
              <a:gd name="connsiteX13677" fmla="*/ 181922 w 2947832"/>
              <a:gd name="connsiteY13677" fmla="*/ 1860352 h 4821604"/>
              <a:gd name="connsiteX13678" fmla="*/ 165964 w 2947832"/>
              <a:gd name="connsiteY13678" fmla="*/ 1832778 h 4821604"/>
              <a:gd name="connsiteX13679" fmla="*/ 165964 w 2947832"/>
              <a:gd name="connsiteY13679" fmla="*/ 1828854 h 4821604"/>
              <a:gd name="connsiteX13680" fmla="*/ 181922 w 2947832"/>
              <a:gd name="connsiteY13680" fmla="*/ 1801280 h 4821604"/>
              <a:gd name="connsiteX13681" fmla="*/ 185323 w 2947832"/>
              <a:gd name="connsiteY13681" fmla="*/ 1799292 h 4821604"/>
              <a:gd name="connsiteX13682" fmla="*/ 2679919 w 2947832"/>
              <a:gd name="connsiteY13682" fmla="*/ 1746029 h 4821604"/>
              <a:gd name="connsiteX13683" fmla="*/ 2682012 w 2947832"/>
              <a:gd name="connsiteY13683" fmla="*/ 1746029 h 4821604"/>
              <a:gd name="connsiteX13684" fmla="*/ 2682221 w 2947832"/>
              <a:gd name="connsiteY13684" fmla="*/ 1746186 h 4821604"/>
              <a:gd name="connsiteX13685" fmla="*/ 2683267 w 2947832"/>
              <a:gd name="connsiteY13685" fmla="*/ 1748017 h 4821604"/>
              <a:gd name="connsiteX13686" fmla="*/ 2683267 w 2947832"/>
              <a:gd name="connsiteY13686" fmla="*/ 1748279 h 4821604"/>
              <a:gd name="connsiteX13687" fmla="*/ 2682221 w 2947832"/>
              <a:gd name="connsiteY13687" fmla="*/ 1750110 h 4821604"/>
              <a:gd name="connsiteX13688" fmla="*/ 2682012 w 2947832"/>
              <a:gd name="connsiteY13688" fmla="*/ 1750267 h 4821604"/>
              <a:gd name="connsiteX13689" fmla="*/ 2679919 w 2947832"/>
              <a:gd name="connsiteY13689" fmla="*/ 1750267 h 4821604"/>
              <a:gd name="connsiteX13690" fmla="*/ 2679710 w 2947832"/>
              <a:gd name="connsiteY13690" fmla="*/ 1750110 h 4821604"/>
              <a:gd name="connsiteX13691" fmla="*/ 2678663 w 2947832"/>
              <a:gd name="connsiteY13691" fmla="*/ 1748279 h 4821604"/>
              <a:gd name="connsiteX13692" fmla="*/ 2678663 w 2947832"/>
              <a:gd name="connsiteY13692" fmla="*/ 1748017 h 4821604"/>
              <a:gd name="connsiteX13693" fmla="*/ 2679710 w 2947832"/>
              <a:gd name="connsiteY13693" fmla="*/ 1746186 h 4821604"/>
              <a:gd name="connsiteX13694" fmla="*/ 2679919 w 2947832"/>
              <a:gd name="connsiteY13694" fmla="*/ 1746029 h 4821604"/>
              <a:gd name="connsiteX13695" fmla="*/ 2179513 w 2947832"/>
              <a:gd name="connsiteY13695" fmla="*/ 1737134 h 4821604"/>
              <a:gd name="connsiteX13696" fmla="*/ 2190658 w 2947832"/>
              <a:gd name="connsiteY13696" fmla="*/ 1737134 h 4821604"/>
              <a:gd name="connsiteX13697" fmla="*/ 2191862 w 2947832"/>
              <a:gd name="connsiteY13697" fmla="*/ 1737814 h 4821604"/>
              <a:gd name="connsiteX13698" fmla="*/ 2197407 w 2947832"/>
              <a:gd name="connsiteY13698" fmla="*/ 1747441 h 4821604"/>
              <a:gd name="connsiteX13699" fmla="*/ 2197407 w 2947832"/>
              <a:gd name="connsiteY13699" fmla="*/ 1748802 h 4821604"/>
              <a:gd name="connsiteX13700" fmla="*/ 2191862 w 2947832"/>
              <a:gd name="connsiteY13700" fmla="*/ 1758429 h 4821604"/>
              <a:gd name="connsiteX13701" fmla="*/ 2190658 w 2947832"/>
              <a:gd name="connsiteY13701" fmla="*/ 1759109 h 4821604"/>
              <a:gd name="connsiteX13702" fmla="*/ 2179513 w 2947832"/>
              <a:gd name="connsiteY13702" fmla="*/ 1759109 h 4821604"/>
              <a:gd name="connsiteX13703" fmla="*/ 2178310 w 2947832"/>
              <a:gd name="connsiteY13703" fmla="*/ 1758429 h 4821604"/>
              <a:gd name="connsiteX13704" fmla="*/ 2172764 w 2947832"/>
              <a:gd name="connsiteY13704" fmla="*/ 1748802 h 4821604"/>
              <a:gd name="connsiteX13705" fmla="*/ 2172764 w 2947832"/>
              <a:gd name="connsiteY13705" fmla="*/ 1747441 h 4821604"/>
              <a:gd name="connsiteX13706" fmla="*/ 2178310 w 2947832"/>
              <a:gd name="connsiteY13706" fmla="*/ 1737814 h 4821604"/>
              <a:gd name="connsiteX13707" fmla="*/ 2179513 w 2947832"/>
              <a:gd name="connsiteY13707" fmla="*/ 1737134 h 4821604"/>
              <a:gd name="connsiteX13708" fmla="*/ 1435394 w 2947832"/>
              <a:gd name="connsiteY13708" fmla="*/ 1736716 h 4821604"/>
              <a:gd name="connsiteX13709" fmla="*/ 1446957 w 2947832"/>
              <a:gd name="connsiteY13709" fmla="*/ 1736716 h 4821604"/>
              <a:gd name="connsiteX13710" fmla="*/ 1448213 w 2947832"/>
              <a:gd name="connsiteY13710" fmla="*/ 1737448 h 4821604"/>
              <a:gd name="connsiteX13711" fmla="*/ 1453969 w 2947832"/>
              <a:gd name="connsiteY13711" fmla="*/ 1747442 h 4821604"/>
              <a:gd name="connsiteX13712" fmla="*/ 1453969 w 2947832"/>
              <a:gd name="connsiteY13712" fmla="*/ 1748855 h 4821604"/>
              <a:gd name="connsiteX13713" fmla="*/ 1448213 w 2947832"/>
              <a:gd name="connsiteY13713" fmla="*/ 1758848 h 4821604"/>
              <a:gd name="connsiteX13714" fmla="*/ 1446957 w 2947832"/>
              <a:gd name="connsiteY13714" fmla="*/ 1759581 h 4821604"/>
              <a:gd name="connsiteX13715" fmla="*/ 1435394 w 2947832"/>
              <a:gd name="connsiteY13715" fmla="*/ 1759581 h 4821604"/>
              <a:gd name="connsiteX13716" fmla="*/ 1434138 w 2947832"/>
              <a:gd name="connsiteY13716" fmla="*/ 1758848 h 4821604"/>
              <a:gd name="connsiteX13717" fmla="*/ 1428383 w 2947832"/>
              <a:gd name="connsiteY13717" fmla="*/ 1748855 h 4821604"/>
              <a:gd name="connsiteX13718" fmla="*/ 1428383 w 2947832"/>
              <a:gd name="connsiteY13718" fmla="*/ 1747442 h 4821604"/>
              <a:gd name="connsiteX13719" fmla="*/ 1434138 w 2947832"/>
              <a:gd name="connsiteY13719" fmla="*/ 1737448 h 4821604"/>
              <a:gd name="connsiteX13720" fmla="*/ 1435394 w 2947832"/>
              <a:gd name="connsiteY13720" fmla="*/ 1736716 h 4821604"/>
              <a:gd name="connsiteX13721" fmla="*/ 1352673 w 2947832"/>
              <a:gd name="connsiteY13721" fmla="*/ 1736611 h 4821604"/>
              <a:gd name="connsiteX13722" fmla="*/ 1364341 w 2947832"/>
              <a:gd name="connsiteY13722" fmla="*/ 1736611 h 4821604"/>
              <a:gd name="connsiteX13723" fmla="*/ 1365597 w 2947832"/>
              <a:gd name="connsiteY13723" fmla="*/ 1737343 h 4821604"/>
              <a:gd name="connsiteX13724" fmla="*/ 1371404 w 2947832"/>
              <a:gd name="connsiteY13724" fmla="*/ 1747441 h 4821604"/>
              <a:gd name="connsiteX13725" fmla="*/ 1371404 w 2947832"/>
              <a:gd name="connsiteY13725" fmla="*/ 1748906 h 4821604"/>
              <a:gd name="connsiteX13726" fmla="*/ 1365597 w 2947832"/>
              <a:gd name="connsiteY13726" fmla="*/ 1759005 h 4821604"/>
              <a:gd name="connsiteX13727" fmla="*/ 1364341 w 2947832"/>
              <a:gd name="connsiteY13727" fmla="*/ 1759737 h 4821604"/>
              <a:gd name="connsiteX13728" fmla="*/ 1352673 w 2947832"/>
              <a:gd name="connsiteY13728" fmla="*/ 1759737 h 4821604"/>
              <a:gd name="connsiteX13729" fmla="*/ 1351418 w 2947832"/>
              <a:gd name="connsiteY13729" fmla="*/ 1759005 h 4821604"/>
              <a:gd name="connsiteX13730" fmla="*/ 1345610 w 2947832"/>
              <a:gd name="connsiteY13730" fmla="*/ 1748906 h 4821604"/>
              <a:gd name="connsiteX13731" fmla="*/ 1345610 w 2947832"/>
              <a:gd name="connsiteY13731" fmla="*/ 1747441 h 4821604"/>
              <a:gd name="connsiteX13732" fmla="*/ 1351418 w 2947832"/>
              <a:gd name="connsiteY13732" fmla="*/ 1737343 h 4821604"/>
              <a:gd name="connsiteX13733" fmla="*/ 1352673 w 2947832"/>
              <a:gd name="connsiteY13733" fmla="*/ 1736611 h 4821604"/>
              <a:gd name="connsiteX13734" fmla="*/ 1269796 w 2947832"/>
              <a:gd name="connsiteY13734" fmla="*/ 1736245 h 4821604"/>
              <a:gd name="connsiteX13735" fmla="*/ 1281830 w 2947832"/>
              <a:gd name="connsiteY13735" fmla="*/ 1736245 h 4821604"/>
              <a:gd name="connsiteX13736" fmla="*/ 1283138 w 2947832"/>
              <a:gd name="connsiteY13736" fmla="*/ 1736977 h 4821604"/>
              <a:gd name="connsiteX13737" fmla="*/ 1289155 w 2947832"/>
              <a:gd name="connsiteY13737" fmla="*/ 1747390 h 4821604"/>
              <a:gd name="connsiteX13738" fmla="*/ 1289155 w 2947832"/>
              <a:gd name="connsiteY13738" fmla="*/ 1748855 h 4821604"/>
              <a:gd name="connsiteX13739" fmla="*/ 1283138 w 2947832"/>
              <a:gd name="connsiteY13739" fmla="*/ 1759267 h 4821604"/>
              <a:gd name="connsiteX13740" fmla="*/ 1281830 w 2947832"/>
              <a:gd name="connsiteY13740" fmla="*/ 1759999 h 4821604"/>
              <a:gd name="connsiteX13741" fmla="*/ 1269796 w 2947832"/>
              <a:gd name="connsiteY13741" fmla="*/ 1759999 h 4821604"/>
              <a:gd name="connsiteX13742" fmla="*/ 1268488 w 2947832"/>
              <a:gd name="connsiteY13742" fmla="*/ 1759267 h 4821604"/>
              <a:gd name="connsiteX13743" fmla="*/ 1262471 w 2947832"/>
              <a:gd name="connsiteY13743" fmla="*/ 1748855 h 4821604"/>
              <a:gd name="connsiteX13744" fmla="*/ 1262471 w 2947832"/>
              <a:gd name="connsiteY13744" fmla="*/ 1747390 h 4821604"/>
              <a:gd name="connsiteX13745" fmla="*/ 1268488 w 2947832"/>
              <a:gd name="connsiteY13745" fmla="*/ 1736977 h 4821604"/>
              <a:gd name="connsiteX13746" fmla="*/ 1269796 w 2947832"/>
              <a:gd name="connsiteY13746" fmla="*/ 1736245 h 4821604"/>
              <a:gd name="connsiteX13747" fmla="*/ 1187128 w 2947832"/>
              <a:gd name="connsiteY13747" fmla="*/ 1736192 h 4821604"/>
              <a:gd name="connsiteX13748" fmla="*/ 1199214 w 2947832"/>
              <a:gd name="connsiteY13748" fmla="*/ 1736192 h 4821604"/>
              <a:gd name="connsiteX13749" fmla="*/ 1200522 w 2947832"/>
              <a:gd name="connsiteY13749" fmla="*/ 1736925 h 4821604"/>
              <a:gd name="connsiteX13750" fmla="*/ 1206591 w 2947832"/>
              <a:gd name="connsiteY13750" fmla="*/ 1747389 h 4821604"/>
              <a:gd name="connsiteX13751" fmla="*/ 1206591 w 2947832"/>
              <a:gd name="connsiteY13751" fmla="*/ 1748906 h 4821604"/>
              <a:gd name="connsiteX13752" fmla="*/ 1200522 w 2947832"/>
              <a:gd name="connsiteY13752" fmla="*/ 1759370 h 4821604"/>
              <a:gd name="connsiteX13753" fmla="*/ 1199214 w 2947832"/>
              <a:gd name="connsiteY13753" fmla="*/ 1760103 h 4821604"/>
              <a:gd name="connsiteX13754" fmla="*/ 1187128 w 2947832"/>
              <a:gd name="connsiteY13754" fmla="*/ 1760103 h 4821604"/>
              <a:gd name="connsiteX13755" fmla="*/ 1185820 w 2947832"/>
              <a:gd name="connsiteY13755" fmla="*/ 1759370 h 4821604"/>
              <a:gd name="connsiteX13756" fmla="*/ 1179750 w 2947832"/>
              <a:gd name="connsiteY13756" fmla="*/ 1748906 h 4821604"/>
              <a:gd name="connsiteX13757" fmla="*/ 1179750 w 2947832"/>
              <a:gd name="connsiteY13757" fmla="*/ 1747389 h 4821604"/>
              <a:gd name="connsiteX13758" fmla="*/ 1185820 w 2947832"/>
              <a:gd name="connsiteY13758" fmla="*/ 1736925 h 4821604"/>
              <a:gd name="connsiteX13759" fmla="*/ 1187128 w 2947832"/>
              <a:gd name="connsiteY13759" fmla="*/ 1736192 h 4821604"/>
              <a:gd name="connsiteX13760" fmla="*/ 2261607 w 2947832"/>
              <a:gd name="connsiteY13760" fmla="*/ 1736088 h 4821604"/>
              <a:gd name="connsiteX13761" fmla="*/ 2273850 w 2947832"/>
              <a:gd name="connsiteY13761" fmla="*/ 1736088 h 4821604"/>
              <a:gd name="connsiteX13762" fmla="*/ 2275158 w 2947832"/>
              <a:gd name="connsiteY13762" fmla="*/ 1736820 h 4821604"/>
              <a:gd name="connsiteX13763" fmla="*/ 2281280 w 2947832"/>
              <a:gd name="connsiteY13763" fmla="*/ 1747442 h 4821604"/>
              <a:gd name="connsiteX13764" fmla="*/ 2281280 w 2947832"/>
              <a:gd name="connsiteY13764" fmla="*/ 1748959 h 4821604"/>
              <a:gd name="connsiteX13765" fmla="*/ 2275158 w 2947832"/>
              <a:gd name="connsiteY13765" fmla="*/ 1759580 h 4821604"/>
              <a:gd name="connsiteX13766" fmla="*/ 2273850 w 2947832"/>
              <a:gd name="connsiteY13766" fmla="*/ 1760313 h 4821604"/>
              <a:gd name="connsiteX13767" fmla="*/ 2261607 w 2947832"/>
              <a:gd name="connsiteY13767" fmla="*/ 1760313 h 4821604"/>
              <a:gd name="connsiteX13768" fmla="*/ 2260299 w 2947832"/>
              <a:gd name="connsiteY13768" fmla="*/ 1759580 h 4821604"/>
              <a:gd name="connsiteX13769" fmla="*/ 2254177 w 2947832"/>
              <a:gd name="connsiteY13769" fmla="*/ 1748959 h 4821604"/>
              <a:gd name="connsiteX13770" fmla="*/ 2254177 w 2947832"/>
              <a:gd name="connsiteY13770" fmla="*/ 1747442 h 4821604"/>
              <a:gd name="connsiteX13771" fmla="*/ 2260299 w 2947832"/>
              <a:gd name="connsiteY13771" fmla="*/ 1736820 h 4821604"/>
              <a:gd name="connsiteX13772" fmla="*/ 2261607 w 2947832"/>
              <a:gd name="connsiteY13772" fmla="*/ 1736088 h 4821604"/>
              <a:gd name="connsiteX13773" fmla="*/ 1517644 w 2947832"/>
              <a:gd name="connsiteY13773" fmla="*/ 1735983 h 4821604"/>
              <a:gd name="connsiteX13774" fmla="*/ 1529940 w 2947832"/>
              <a:gd name="connsiteY13774" fmla="*/ 1735983 h 4821604"/>
              <a:gd name="connsiteX13775" fmla="*/ 1531248 w 2947832"/>
              <a:gd name="connsiteY13775" fmla="*/ 1736768 h 4821604"/>
              <a:gd name="connsiteX13776" fmla="*/ 1537422 w 2947832"/>
              <a:gd name="connsiteY13776" fmla="*/ 1747441 h 4821604"/>
              <a:gd name="connsiteX13777" fmla="*/ 1537422 w 2947832"/>
              <a:gd name="connsiteY13777" fmla="*/ 1748959 h 4821604"/>
              <a:gd name="connsiteX13778" fmla="*/ 1531248 w 2947832"/>
              <a:gd name="connsiteY13778" fmla="*/ 1759633 h 4821604"/>
              <a:gd name="connsiteX13779" fmla="*/ 1529940 w 2947832"/>
              <a:gd name="connsiteY13779" fmla="*/ 1760417 h 4821604"/>
              <a:gd name="connsiteX13780" fmla="*/ 1517644 w 2947832"/>
              <a:gd name="connsiteY13780" fmla="*/ 1760417 h 4821604"/>
              <a:gd name="connsiteX13781" fmla="*/ 1516336 w 2947832"/>
              <a:gd name="connsiteY13781" fmla="*/ 1759633 h 4821604"/>
              <a:gd name="connsiteX13782" fmla="*/ 1510162 w 2947832"/>
              <a:gd name="connsiteY13782" fmla="*/ 1748959 h 4821604"/>
              <a:gd name="connsiteX13783" fmla="*/ 1510162 w 2947832"/>
              <a:gd name="connsiteY13783" fmla="*/ 1747441 h 4821604"/>
              <a:gd name="connsiteX13784" fmla="*/ 1516336 w 2947832"/>
              <a:gd name="connsiteY13784" fmla="*/ 1736768 h 4821604"/>
              <a:gd name="connsiteX13785" fmla="*/ 1517644 w 2947832"/>
              <a:gd name="connsiteY13785" fmla="*/ 1735983 h 4821604"/>
              <a:gd name="connsiteX13786" fmla="*/ 1600155 w 2947832"/>
              <a:gd name="connsiteY13786" fmla="*/ 1735669 h 4821604"/>
              <a:gd name="connsiteX13787" fmla="*/ 1612765 w 2947832"/>
              <a:gd name="connsiteY13787" fmla="*/ 1735669 h 4821604"/>
              <a:gd name="connsiteX13788" fmla="*/ 1614125 w 2947832"/>
              <a:gd name="connsiteY13788" fmla="*/ 1736454 h 4821604"/>
              <a:gd name="connsiteX13789" fmla="*/ 1620404 w 2947832"/>
              <a:gd name="connsiteY13789" fmla="*/ 1747389 h 4821604"/>
              <a:gd name="connsiteX13790" fmla="*/ 1620404 w 2947832"/>
              <a:gd name="connsiteY13790" fmla="*/ 1748959 h 4821604"/>
              <a:gd name="connsiteX13791" fmla="*/ 1614125 w 2947832"/>
              <a:gd name="connsiteY13791" fmla="*/ 1759894 h 4821604"/>
              <a:gd name="connsiteX13792" fmla="*/ 1612765 w 2947832"/>
              <a:gd name="connsiteY13792" fmla="*/ 1760679 h 4821604"/>
              <a:gd name="connsiteX13793" fmla="*/ 1600155 w 2947832"/>
              <a:gd name="connsiteY13793" fmla="*/ 1760679 h 4821604"/>
              <a:gd name="connsiteX13794" fmla="*/ 1598795 w 2947832"/>
              <a:gd name="connsiteY13794" fmla="*/ 1759894 h 4821604"/>
              <a:gd name="connsiteX13795" fmla="*/ 1592516 w 2947832"/>
              <a:gd name="connsiteY13795" fmla="*/ 1748959 h 4821604"/>
              <a:gd name="connsiteX13796" fmla="*/ 1592516 w 2947832"/>
              <a:gd name="connsiteY13796" fmla="*/ 1747389 h 4821604"/>
              <a:gd name="connsiteX13797" fmla="*/ 1598795 w 2947832"/>
              <a:gd name="connsiteY13797" fmla="*/ 1736454 h 4821604"/>
              <a:gd name="connsiteX13798" fmla="*/ 1600155 w 2947832"/>
              <a:gd name="connsiteY13798" fmla="*/ 1735669 h 4821604"/>
              <a:gd name="connsiteX13799" fmla="*/ 1103518 w 2947832"/>
              <a:gd name="connsiteY13799" fmla="*/ 1734413 h 4821604"/>
              <a:gd name="connsiteX13800" fmla="*/ 1117436 w 2947832"/>
              <a:gd name="connsiteY13800" fmla="*/ 1734413 h 4821604"/>
              <a:gd name="connsiteX13801" fmla="*/ 1118900 w 2947832"/>
              <a:gd name="connsiteY13801" fmla="*/ 1735250 h 4821604"/>
              <a:gd name="connsiteX13802" fmla="*/ 1125859 w 2947832"/>
              <a:gd name="connsiteY13802" fmla="*/ 1747284 h 4821604"/>
              <a:gd name="connsiteX13803" fmla="*/ 1125859 w 2947832"/>
              <a:gd name="connsiteY13803" fmla="*/ 1749011 h 4821604"/>
              <a:gd name="connsiteX13804" fmla="*/ 1118900 w 2947832"/>
              <a:gd name="connsiteY13804" fmla="*/ 1761045 h 4821604"/>
              <a:gd name="connsiteX13805" fmla="*/ 1117436 w 2947832"/>
              <a:gd name="connsiteY13805" fmla="*/ 1761882 h 4821604"/>
              <a:gd name="connsiteX13806" fmla="*/ 1103518 w 2947832"/>
              <a:gd name="connsiteY13806" fmla="*/ 1761882 h 4821604"/>
              <a:gd name="connsiteX13807" fmla="*/ 1102053 w 2947832"/>
              <a:gd name="connsiteY13807" fmla="*/ 1761045 h 4821604"/>
              <a:gd name="connsiteX13808" fmla="*/ 1095094 w 2947832"/>
              <a:gd name="connsiteY13808" fmla="*/ 1749011 h 4821604"/>
              <a:gd name="connsiteX13809" fmla="*/ 1095094 w 2947832"/>
              <a:gd name="connsiteY13809" fmla="*/ 1747284 h 4821604"/>
              <a:gd name="connsiteX13810" fmla="*/ 1102053 w 2947832"/>
              <a:gd name="connsiteY13810" fmla="*/ 1735250 h 4821604"/>
              <a:gd name="connsiteX13811" fmla="*/ 1103518 w 2947832"/>
              <a:gd name="connsiteY13811" fmla="*/ 1734413 h 4821604"/>
              <a:gd name="connsiteX13812" fmla="*/ 1764812 w 2947832"/>
              <a:gd name="connsiteY13812" fmla="*/ 1734309 h 4821604"/>
              <a:gd name="connsiteX13813" fmla="*/ 1778782 w 2947832"/>
              <a:gd name="connsiteY13813" fmla="*/ 1734309 h 4821604"/>
              <a:gd name="connsiteX13814" fmla="*/ 1780300 w 2947832"/>
              <a:gd name="connsiteY13814" fmla="*/ 1735198 h 4821604"/>
              <a:gd name="connsiteX13815" fmla="*/ 1787258 w 2947832"/>
              <a:gd name="connsiteY13815" fmla="*/ 1747285 h 4821604"/>
              <a:gd name="connsiteX13816" fmla="*/ 1787258 w 2947832"/>
              <a:gd name="connsiteY13816" fmla="*/ 1749011 h 4821604"/>
              <a:gd name="connsiteX13817" fmla="*/ 1780300 w 2947832"/>
              <a:gd name="connsiteY13817" fmla="*/ 1761098 h 4821604"/>
              <a:gd name="connsiteX13818" fmla="*/ 1778782 w 2947832"/>
              <a:gd name="connsiteY13818" fmla="*/ 1761987 h 4821604"/>
              <a:gd name="connsiteX13819" fmla="*/ 1764812 w 2947832"/>
              <a:gd name="connsiteY13819" fmla="*/ 1761987 h 4821604"/>
              <a:gd name="connsiteX13820" fmla="*/ 1763295 w 2947832"/>
              <a:gd name="connsiteY13820" fmla="*/ 1761098 h 4821604"/>
              <a:gd name="connsiteX13821" fmla="*/ 1756336 w 2947832"/>
              <a:gd name="connsiteY13821" fmla="*/ 1749011 h 4821604"/>
              <a:gd name="connsiteX13822" fmla="*/ 1756336 w 2947832"/>
              <a:gd name="connsiteY13822" fmla="*/ 1747285 h 4821604"/>
              <a:gd name="connsiteX13823" fmla="*/ 1763295 w 2947832"/>
              <a:gd name="connsiteY13823" fmla="*/ 1735198 h 4821604"/>
              <a:gd name="connsiteX13824" fmla="*/ 1764812 w 2947832"/>
              <a:gd name="connsiteY13824" fmla="*/ 1734309 h 4821604"/>
              <a:gd name="connsiteX13825" fmla="*/ 1682143 w 2947832"/>
              <a:gd name="connsiteY13825" fmla="*/ 1734309 h 4821604"/>
              <a:gd name="connsiteX13826" fmla="*/ 1696113 w 2947832"/>
              <a:gd name="connsiteY13826" fmla="*/ 1734309 h 4821604"/>
              <a:gd name="connsiteX13827" fmla="*/ 1697630 w 2947832"/>
              <a:gd name="connsiteY13827" fmla="*/ 1735198 h 4821604"/>
              <a:gd name="connsiteX13828" fmla="*/ 1704589 w 2947832"/>
              <a:gd name="connsiteY13828" fmla="*/ 1747285 h 4821604"/>
              <a:gd name="connsiteX13829" fmla="*/ 1704589 w 2947832"/>
              <a:gd name="connsiteY13829" fmla="*/ 1749011 h 4821604"/>
              <a:gd name="connsiteX13830" fmla="*/ 1697630 w 2947832"/>
              <a:gd name="connsiteY13830" fmla="*/ 1761098 h 4821604"/>
              <a:gd name="connsiteX13831" fmla="*/ 1696113 w 2947832"/>
              <a:gd name="connsiteY13831" fmla="*/ 1761987 h 4821604"/>
              <a:gd name="connsiteX13832" fmla="*/ 1682143 w 2947832"/>
              <a:gd name="connsiteY13832" fmla="*/ 1761987 h 4821604"/>
              <a:gd name="connsiteX13833" fmla="*/ 1680626 w 2947832"/>
              <a:gd name="connsiteY13833" fmla="*/ 1761098 h 4821604"/>
              <a:gd name="connsiteX13834" fmla="*/ 1673667 w 2947832"/>
              <a:gd name="connsiteY13834" fmla="*/ 1749011 h 4821604"/>
              <a:gd name="connsiteX13835" fmla="*/ 1673667 w 2947832"/>
              <a:gd name="connsiteY13835" fmla="*/ 1747285 h 4821604"/>
              <a:gd name="connsiteX13836" fmla="*/ 1680626 w 2947832"/>
              <a:gd name="connsiteY13836" fmla="*/ 1735198 h 4821604"/>
              <a:gd name="connsiteX13837" fmla="*/ 1682143 w 2947832"/>
              <a:gd name="connsiteY13837" fmla="*/ 1734309 h 4821604"/>
              <a:gd name="connsiteX13838" fmla="*/ 2343386 w 2947832"/>
              <a:gd name="connsiteY13838" fmla="*/ 1734256 h 4821604"/>
              <a:gd name="connsiteX13839" fmla="*/ 2357460 w 2947832"/>
              <a:gd name="connsiteY13839" fmla="*/ 1734256 h 4821604"/>
              <a:gd name="connsiteX13840" fmla="*/ 2358978 w 2947832"/>
              <a:gd name="connsiteY13840" fmla="*/ 1735146 h 4821604"/>
              <a:gd name="connsiteX13841" fmla="*/ 2365989 w 2947832"/>
              <a:gd name="connsiteY13841" fmla="*/ 1747336 h 4821604"/>
              <a:gd name="connsiteX13842" fmla="*/ 2365989 w 2947832"/>
              <a:gd name="connsiteY13842" fmla="*/ 1749063 h 4821604"/>
              <a:gd name="connsiteX13843" fmla="*/ 2358978 w 2947832"/>
              <a:gd name="connsiteY13843" fmla="*/ 1761254 h 4821604"/>
              <a:gd name="connsiteX13844" fmla="*/ 2357460 w 2947832"/>
              <a:gd name="connsiteY13844" fmla="*/ 1762143 h 4821604"/>
              <a:gd name="connsiteX13845" fmla="*/ 2343386 w 2947832"/>
              <a:gd name="connsiteY13845" fmla="*/ 1762143 h 4821604"/>
              <a:gd name="connsiteX13846" fmla="*/ 2341868 w 2947832"/>
              <a:gd name="connsiteY13846" fmla="*/ 1761254 h 4821604"/>
              <a:gd name="connsiteX13847" fmla="*/ 2334857 w 2947832"/>
              <a:gd name="connsiteY13847" fmla="*/ 1749063 h 4821604"/>
              <a:gd name="connsiteX13848" fmla="*/ 2334857 w 2947832"/>
              <a:gd name="connsiteY13848" fmla="*/ 1747336 h 4821604"/>
              <a:gd name="connsiteX13849" fmla="*/ 2341868 w 2947832"/>
              <a:gd name="connsiteY13849" fmla="*/ 1735146 h 4821604"/>
              <a:gd name="connsiteX13850" fmla="*/ 2343386 w 2947832"/>
              <a:gd name="connsiteY13850" fmla="*/ 1734256 h 4821604"/>
              <a:gd name="connsiteX13851" fmla="*/ 2095276 w 2947832"/>
              <a:gd name="connsiteY13851" fmla="*/ 1734047 h 4821604"/>
              <a:gd name="connsiteX13852" fmla="*/ 2109560 w 2947832"/>
              <a:gd name="connsiteY13852" fmla="*/ 1734047 h 4821604"/>
              <a:gd name="connsiteX13853" fmla="*/ 2111077 w 2947832"/>
              <a:gd name="connsiteY13853" fmla="*/ 1734937 h 4821604"/>
              <a:gd name="connsiteX13854" fmla="*/ 2118193 w 2947832"/>
              <a:gd name="connsiteY13854" fmla="*/ 1747284 h 4821604"/>
              <a:gd name="connsiteX13855" fmla="*/ 2118193 w 2947832"/>
              <a:gd name="connsiteY13855" fmla="*/ 1749063 h 4821604"/>
              <a:gd name="connsiteX13856" fmla="*/ 2111077 w 2947832"/>
              <a:gd name="connsiteY13856" fmla="*/ 1761411 h 4821604"/>
              <a:gd name="connsiteX13857" fmla="*/ 2109560 w 2947832"/>
              <a:gd name="connsiteY13857" fmla="*/ 1762301 h 4821604"/>
              <a:gd name="connsiteX13858" fmla="*/ 2095276 w 2947832"/>
              <a:gd name="connsiteY13858" fmla="*/ 1762301 h 4821604"/>
              <a:gd name="connsiteX13859" fmla="*/ 2093759 w 2947832"/>
              <a:gd name="connsiteY13859" fmla="*/ 1761411 h 4821604"/>
              <a:gd name="connsiteX13860" fmla="*/ 2086643 w 2947832"/>
              <a:gd name="connsiteY13860" fmla="*/ 1749063 h 4821604"/>
              <a:gd name="connsiteX13861" fmla="*/ 2086643 w 2947832"/>
              <a:gd name="connsiteY13861" fmla="*/ 1747284 h 4821604"/>
              <a:gd name="connsiteX13862" fmla="*/ 2093759 w 2947832"/>
              <a:gd name="connsiteY13862" fmla="*/ 1734937 h 4821604"/>
              <a:gd name="connsiteX13863" fmla="*/ 2095276 w 2947832"/>
              <a:gd name="connsiteY13863" fmla="*/ 1734047 h 4821604"/>
              <a:gd name="connsiteX13864" fmla="*/ 1020588 w 2947832"/>
              <a:gd name="connsiteY13864" fmla="*/ 1733786 h 4821604"/>
              <a:gd name="connsiteX13865" fmla="*/ 1035133 w 2947832"/>
              <a:gd name="connsiteY13865" fmla="*/ 1733786 h 4821604"/>
              <a:gd name="connsiteX13866" fmla="*/ 1036703 w 2947832"/>
              <a:gd name="connsiteY13866" fmla="*/ 1734675 h 4821604"/>
              <a:gd name="connsiteX13867" fmla="*/ 1043975 w 2947832"/>
              <a:gd name="connsiteY13867" fmla="*/ 1747285 h 4821604"/>
              <a:gd name="connsiteX13868" fmla="*/ 1043975 w 2947832"/>
              <a:gd name="connsiteY13868" fmla="*/ 1749064 h 4821604"/>
              <a:gd name="connsiteX13869" fmla="*/ 1036703 w 2947832"/>
              <a:gd name="connsiteY13869" fmla="*/ 1761673 h 4821604"/>
              <a:gd name="connsiteX13870" fmla="*/ 1035133 w 2947832"/>
              <a:gd name="connsiteY13870" fmla="*/ 1762563 h 4821604"/>
              <a:gd name="connsiteX13871" fmla="*/ 1020588 w 2947832"/>
              <a:gd name="connsiteY13871" fmla="*/ 1762563 h 4821604"/>
              <a:gd name="connsiteX13872" fmla="*/ 1019018 w 2947832"/>
              <a:gd name="connsiteY13872" fmla="*/ 1761673 h 4821604"/>
              <a:gd name="connsiteX13873" fmla="*/ 1011745 w 2947832"/>
              <a:gd name="connsiteY13873" fmla="*/ 1749064 h 4821604"/>
              <a:gd name="connsiteX13874" fmla="*/ 1011745 w 2947832"/>
              <a:gd name="connsiteY13874" fmla="*/ 1747285 h 4821604"/>
              <a:gd name="connsiteX13875" fmla="*/ 1019018 w 2947832"/>
              <a:gd name="connsiteY13875" fmla="*/ 1734675 h 4821604"/>
              <a:gd name="connsiteX13876" fmla="*/ 1020588 w 2947832"/>
              <a:gd name="connsiteY13876" fmla="*/ 1733786 h 4821604"/>
              <a:gd name="connsiteX13877" fmla="*/ 2508408 w 2947832"/>
              <a:gd name="connsiteY13877" fmla="*/ 1733733 h 4821604"/>
              <a:gd name="connsiteX13878" fmla="*/ 2523006 w 2947832"/>
              <a:gd name="connsiteY13878" fmla="*/ 1733733 h 4821604"/>
              <a:gd name="connsiteX13879" fmla="*/ 2524576 w 2947832"/>
              <a:gd name="connsiteY13879" fmla="*/ 1734623 h 4821604"/>
              <a:gd name="connsiteX13880" fmla="*/ 2531901 w 2947832"/>
              <a:gd name="connsiteY13880" fmla="*/ 1747284 h 4821604"/>
              <a:gd name="connsiteX13881" fmla="*/ 2531901 w 2947832"/>
              <a:gd name="connsiteY13881" fmla="*/ 1749116 h 4821604"/>
              <a:gd name="connsiteX13882" fmla="*/ 2524576 w 2947832"/>
              <a:gd name="connsiteY13882" fmla="*/ 1761778 h 4821604"/>
              <a:gd name="connsiteX13883" fmla="*/ 2523006 w 2947832"/>
              <a:gd name="connsiteY13883" fmla="*/ 1762667 h 4821604"/>
              <a:gd name="connsiteX13884" fmla="*/ 2508408 w 2947832"/>
              <a:gd name="connsiteY13884" fmla="*/ 1762667 h 4821604"/>
              <a:gd name="connsiteX13885" fmla="*/ 2506838 w 2947832"/>
              <a:gd name="connsiteY13885" fmla="*/ 1761778 h 4821604"/>
              <a:gd name="connsiteX13886" fmla="*/ 2499513 w 2947832"/>
              <a:gd name="connsiteY13886" fmla="*/ 1749116 h 4821604"/>
              <a:gd name="connsiteX13887" fmla="*/ 2499513 w 2947832"/>
              <a:gd name="connsiteY13887" fmla="*/ 1747284 h 4821604"/>
              <a:gd name="connsiteX13888" fmla="*/ 2506838 w 2947832"/>
              <a:gd name="connsiteY13888" fmla="*/ 1734623 h 4821604"/>
              <a:gd name="connsiteX13889" fmla="*/ 2508408 w 2947832"/>
              <a:gd name="connsiteY13889" fmla="*/ 1733733 h 4821604"/>
              <a:gd name="connsiteX13890" fmla="*/ 855147 w 2947832"/>
              <a:gd name="connsiteY13890" fmla="*/ 1733576 h 4821604"/>
              <a:gd name="connsiteX13891" fmla="*/ 869901 w 2947832"/>
              <a:gd name="connsiteY13891" fmla="*/ 1733576 h 4821604"/>
              <a:gd name="connsiteX13892" fmla="*/ 871471 w 2947832"/>
              <a:gd name="connsiteY13892" fmla="*/ 1734466 h 4821604"/>
              <a:gd name="connsiteX13893" fmla="*/ 878848 w 2947832"/>
              <a:gd name="connsiteY13893" fmla="*/ 1747284 h 4821604"/>
              <a:gd name="connsiteX13894" fmla="*/ 878848 w 2947832"/>
              <a:gd name="connsiteY13894" fmla="*/ 1749116 h 4821604"/>
              <a:gd name="connsiteX13895" fmla="*/ 871471 w 2947832"/>
              <a:gd name="connsiteY13895" fmla="*/ 1761934 h 4821604"/>
              <a:gd name="connsiteX13896" fmla="*/ 869901 w 2947832"/>
              <a:gd name="connsiteY13896" fmla="*/ 1762824 h 4821604"/>
              <a:gd name="connsiteX13897" fmla="*/ 855147 w 2947832"/>
              <a:gd name="connsiteY13897" fmla="*/ 1762824 h 4821604"/>
              <a:gd name="connsiteX13898" fmla="*/ 853577 w 2947832"/>
              <a:gd name="connsiteY13898" fmla="*/ 1761934 h 4821604"/>
              <a:gd name="connsiteX13899" fmla="*/ 846199 w 2947832"/>
              <a:gd name="connsiteY13899" fmla="*/ 1749116 h 4821604"/>
              <a:gd name="connsiteX13900" fmla="*/ 846199 w 2947832"/>
              <a:gd name="connsiteY13900" fmla="*/ 1747284 h 4821604"/>
              <a:gd name="connsiteX13901" fmla="*/ 853577 w 2947832"/>
              <a:gd name="connsiteY13901" fmla="*/ 1734466 h 4821604"/>
              <a:gd name="connsiteX13902" fmla="*/ 855147 w 2947832"/>
              <a:gd name="connsiteY13902" fmla="*/ 1733576 h 4821604"/>
              <a:gd name="connsiteX13903" fmla="*/ 1846747 w 2947832"/>
              <a:gd name="connsiteY13903" fmla="*/ 1733001 h 4821604"/>
              <a:gd name="connsiteX13904" fmla="*/ 1862078 w 2947832"/>
              <a:gd name="connsiteY13904" fmla="*/ 1733001 h 4821604"/>
              <a:gd name="connsiteX13905" fmla="*/ 1863700 w 2947832"/>
              <a:gd name="connsiteY13905" fmla="*/ 1733943 h 4821604"/>
              <a:gd name="connsiteX13906" fmla="*/ 1871338 w 2947832"/>
              <a:gd name="connsiteY13906" fmla="*/ 1747233 h 4821604"/>
              <a:gd name="connsiteX13907" fmla="*/ 1871338 w 2947832"/>
              <a:gd name="connsiteY13907" fmla="*/ 1749116 h 4821604"/>
              <a:gd name="connsiteX13908" fmla="*/ 1863700 w 2947832"/>
              <a:gd name="connsiteY13908" fmla="*/ 1762406 h 4821604"/>
              <a:gd name="connsiteX13909" fmla="*/ 1862078 w 2947832"/>
              <a:gd name="connsiteY13909" fmla="*/ 1763348 h 4821604"/>
              <a:gd name="connsiteX13910" fmla="*/ 1846747 w 2947832"/>
              <a:gd name="connsiteY13910" fmla="*/ 1763348 h 4821604"/>
              <a:gd name="connsiteX13911" fmla="*/ 1845125 w 2947832"/>
              <a:gd name="connsiteY13911" fmla="*/ 1762406 h 4821604"/>
              <a:gd name="connsiteX13912" fmla="*/ 1837486 w 2947832"/>
              <a:gd name="connsiteY13912" fmla="*/ 1749116 h 4821604"/>
              <a:gd name="connsiteX13913" fmla="*/ 1837486 w 2947832"/>
              <a:gd name="connsiteY13913" fmla="*/ 1747233 h 4821604"/>
              <a:gd name="connsiteX13914" fmla="*/ 1845125 w 2947832"/>
              <a:gd name="connsiteY13914" fmla="*/ 1733943 h 4821604"/>
              <a:gd name="connsiteX13915" fmla="*/ 1846747 w 2947832"/>
              <a:gd name="connsiteY13915" fmla="*/ 1733001 h 4821604"/>
              <a:gd name="connsiteX13916" fmla="*/ 937135 w 2947832"/>
              <a:gd name="connsiteY13916" fmla="*/ 1732268 h 4821604"/>
              <a:gd name="connsiteX13917" fmla="*/ 953197 w 2947832"/>
              <a:gd name="connsiteY13917" fmla="*/ 1732268 h 4821604"/>
              <a:gd name="connsiteX13918" fmla="*/ 954924 w 2947832"/>
              <a:gd name="connsiteY13918" fmla="*/ 1733262 h 4821604"/>
              <a:gd name="connsiteX13919" fmla="*/ 962982 w 2947832"/>
              <a:gd name="connsiteY13919" fmla="*/ 1747180 h 4821604"/>
              <a:gd name="connsiteX13920" fmla="*/ 962982 w 2947832"/>
              <a:gd name="connsiteY13920" fmla="*/ 1749168 h 4821604"/>
              <a:gd name="connsiteX13921" fmla="*/ 954924 w 2947832"/>
              <a:gd name="connsiteY13921" fmla="*/ 1763086 h 4821604"/>
              <a:gd name="connsiteX13922" fmla="*/ 953197 w 2947832"/>
              <a:gd name="connsiteY13922" fmla="*/ 1764080 h 4821604"/>
              <a:gd name="connsiteX13923" fmla="*/ 937135 w 2947832"/>
              <a:gd name="connsiteY13923" fmla="*/ 1764080 h 4821604"/>
              <a:gd name="connsiteX13924" fmla="*/ 935408 w 2947832"/>
              <a:gd name="connsiteY13924" fmla="*/ 1763086 h 4821604"/>
              <a:gd name="connsiteX13925" fmla="*/ 927350 w 2947832"/>
              <a:gd name="connsiteY13925" fmla="*/ 1749168 h 4821604"/>
              <a:gd name="connsiteX13926" fmla="*/ 927350 w 2947832"/>
              <a:gd name="connsiteY13926" fmla="*/ 1747180 h 4821604"/>
              <a:gd name="connsiteX13927" fmla="*/ 935408 w 2947832"/>
              <a:gd name="connsiteY13927" fmla="*/ 1733262 h 4821604"/>
              <a:gd name="connsiteX13928" fmla="*/ 937135 w 2947832"/>
              <a:gd name="connsiteY13928" fmla="*/ 1732268 h 4821604"/>
              <a:gd name="connsiteX13929" fmla="*/ 2424903 w 2947832"/>
              <a:gd name="connsiteY13929" fmla="*/ 1732111 h 4821604"/>
              <a:gd name="connsiteX13930" fmla="*/ 2441122 w 2947832"/>
              <a:gd name="connsiteY13930" fmla="*/ 1732111 h 4821604"/>
              <a:gd name="connsiteX13931" fmla="*/ 2442849 w 2947832"/>
              <a:gd name="connsiteY13931" fmla="*/ 1733105 h 4821604"/>
              <a:gd name="connsiteX13932" fmla="*/ 2450959 w 2947832"/>
              <a:gd name="connsiteY13932" fmla="*/ 1747180 h 4821604"/>
              <a:gd name="connsiteX13933" fmla="*/ 2450959 w 2947832"/>
              <a:gd name="connsiteY13933" fmla="*/ 1749168 h 4821604"/>
              <a:gd name="connsiteX13934" fmla="*/ 2442849 w 2947832"/>
              <a:gd name="connsiteY13934" fmla="*/ 1763242 h 4821604"/>
              <a:gd name="connsiteX13935" fmla="*/ 2441122 w 2947832"/>
              <a:gd name="connsiteY13935" fmla="*/ 1764237 h 4821604"/>
              <a:gd name="connsiteX13936" fmla="*/ 2424903 w 2947832"/>
              <a:gd name="connsiteY13936" fmla="*/ 1764237 h 4821604"/>
              <a:gd name="connsiteX13937" fmla="*/ 2423176 w 2947832"/>
              <a:gd name="connsiteY13937" fmla="*/ 1763242 h 4821604"/>
              <a:gd name="connsiteX13938" fmla="*/ 2415066 w 2947832"/>
              <a:gd name="connsiteY13938" fmla="*/ 1749168 h 4821604"/>
              <a:gd name="connsiteX13939" fmla="*/ 2415066 w 2947832"/>
              <a:gd name="connsiteY13939" fmla="*/ 1747180 h 4821604"/>
              <a:gd name="connsiteX13940" fmla="*/ 2423176 w 2947832"/>
              <a:gd name="connsiteY13940" fmla="*/ 1733105 h 4821604"/>
              <a:gd name="connsiteX13941" fmla="*/ 2424903 w 2947832"/>
              <a:gd name="connsiteY13941" fmla="*/ 1732111 h 4821604"/>
              <a:gd name="connsiteX13942" fmla="*/ 2011561 w 2947832"/>
              <a:gd name="connsiteY13942" fmla="*/ 1732007 h 4821604"/>
              <a:gd name="connsiteX13943" fmla="*/ 2027885 w 2947832"/>
              <a:gd name="connsiteY13943" fmla="*/ 1732007 h 4821604"/>
              <a:gd name="connsiteX13944" fmla="*/ 2029612 w 2947832"/>
              <a:gd name="connsiteY13944" fmla="*/ 1733001 h 4821604"/>
              <a:gd name="connsiteX13945" fmla="*/ 2037774 w 2947832"/>
              <a:gd name="connsiteY13945" fmla="*/ 1747128 h 4821604"/>
              <a:gd name="connsiteX13946" fmla="*/ 2037774 w 2947832"/>
              <a:gd name="connsiteY13946" fmla="*/ 1749169 h 4821604"/>
              <a:gd name="connsiteX13947" fmla="*/ 2029612 w 2947832"/>
              <a:gd name="connsiteY13947" fmla="*/ 1763295 h 4821604"/>
              <a:gd name="connsiteX13948" fmla="*/ 2027885 w 2947832"/>
              <a:gd name="connsiteY13948" fmla="*/ 1764289 h 4821604"/>
              <a:gd name="connsiteX13949" fmla="*/ 2011561 w 2947832"/>
              <a:gd name="connsiteY13949" fmla="*/ 1764289 h 4821604"/>
              <a:gd name="connsiteX13950" fmla="*/ 2009835 w 2947832"/>
              <a:gd name="connsiteY13950" fmla="*/ 1763295 h 4821604"/>
              <a:gd name="connsiteX13951" fmla="*/ 2001672 w 2947832"/>
              <a:gd name="connsiteY13951" fmla="*/ 1749169 h 4821604"/>
              <a:gd name="connsiteX13952" fmla="*/ 2001672 w 2947832"/>
              <a:gd name="connsiteY13952" fmla="*/ 1747128 h 4821604"/>
              <a:gd name="connsiteX13953" fmla="*/ 2009835 w 2947832"/>
              <a:gd name="connsiteY13953" fmla="*/ 1733001 h 4821604"/>
              <a:gd name="connsiteX13954" fmla="*/ 2011561 w 2947832"/>
              <a:gd name="connsiteY13954" fmla="*/ 1732007 h 4821604"/>
              <a:gd name="connsiteX13955" fmla="*/ 2589926 w 2947832"/>
              <a:gd name="connsiteY13955" fmla="*/ 1731536 h 4821604"/>
              <a:gd name="connsiteX13956" fmla="*/ 2606721 w 2947832"/>
              <a:gd name="connsiteY13956" fmla="*/ 1731536 h 4821604"/>
              <a:gd name="connsiteX13957" fmla="*/ 2608500 w 2947832"/>
              <a:gd name="connsiteY13957" fmla="*/ 1732582 h 4821604"/>
              <a:gd name="connsiteX13958" fmla="*/ 2616872 w 2947832"/>
              <a:gd name="connsiteY13958" fmla="*/ 1747128 h 4821604"/>
              <a:gd name="connsiteX13959" fmla="*/ 2616872 w 2947832"/>
              <a:gd name="connsiteY13959" fmla="*/ 1749221 h 4821604"/>
              <a:gd name="connsiteX13960" fmla="*/ 2608500 w 2947832"/>
              <a:gd name="connsiteY13960" fmla="*/ 1763766 h 4821604"/>
              <a:gd name="connsiteX13961" fmla="*/ 2606721 w 2947832"/>
              <a:gd name="connsiteY13961" fmla="*/ 1764813 h 4821604"/>
              <a:gd name="connsiteX13962" fmla="*/ 2589926 w 2947832"/>
              <a:gd name="connsiteY13962" fmla="*/ 1764813 h 4821604"/>
              <a:gd name="connsiteX13963" fmla="*/ 2588147 w 2947832"/>
              <a:gd name="connsiteY13963" fmla="*/ 1763766 h 4821604"/>
              <a:gd name="connsiteX13964" fmla="*/ 2579775 w 2947832"/>
              <a:gd name="connsiteY13964" fmla="*/ 1749221 h 4821604"/>
              <a:gd name="connsiteX13965" fmla="*/ 2579775 w 2947832"/>
              <a:gd name="connsiteY13965" fmla="*/ 1747128 h 4821604"/>
              <a:gd name="connsiteX13966" fmla="*/ 2588147 w 2947832"/>
              <a:gd name="connsiteY13966" fmla="*/ 1732582 h 4821604"/>
              <a:gd name="connsiteX13967" fmla="*/ 2589926 w 2947832"/>
              <a:gd name="connsiteY13967" fmla="*/ 1731536 h 4821604"/>
              <a:gd name="connsiteX13968" fmla="*/ 771379 w 2947832"/>
              <a:gd name="connsiteY13968" fmla="*/ 1731379 h 4821604"/>
              <a:gd name="connsiteX13969" fmla="*/ 788384 w 2947832"/>
              <a:gd name="connsiteY13969" fmla="*/ 1731379 h 4821604"/>
              <a:gd name="connsiteX13970" fmla="*/ 790215 w 2947832"/>
              <a:gd name="connsiteY13970" fmla="*/ 1732425 h 4821604"/>
              <a:gd name="connsiteX13971" fmla="*/ 798691 w 2947832"/>
              <a:gd name="connsiteY13971" fmla="*/ 1747128 h 4821604"/>
              <a:gd name="connsiteX13972" fmla="*/ 798691 w 2947832"/>
              <a:gd name="connsiteY13972" fmla="*/ 1749221 h 4821604"/>
              <a:gd name="connsiteX13973" fmla="*/ 790215 w 2947832"/>
              <a:gd name="connsiteY13973" fmla="*/ 1763923 h 4821604"/>
              <a:gd name="connsiteX13974" fmla="*/ 788384 w 2947832"/>
              <a:gd name="connsiteY13974" fmla="*/ 1764969 h 4821604"/>
              <a:gd name="connsiteX13975" fmla="*/ 771379 w 2947832"/>
              <a:gd name="connsiteY13975" fmla="*/ 1764969 h 4821604"/>
              <a:gd name="connsiteX13976" fmla="*/ 769548 w 2947832"/>
              <a:gd name="connsiteY13976" fmla="*/ 1763923 h 4821604"/>
              <a:gd name="connsiteX13977" fmla="*/ 761071 w 2947832"/>
              <a:gd name="connsiteY13977" fmla="*/ 1749221 h 4821604"/>
              <a:gd name="connsiteX13978" fmla="*/ 761071 w 2947832"/>
              <a:gd name="connsiteY13978" fmla="*/ 1747128 h 4821604"/>
              <a:gd name="connsiteX13979" fmla="*/ 769548 w 2947832"/>
              <a:gd name="connsiteY13979" fmla="*/ 1732425 h 4821604"/>
              <a:gd name="connsiteX13980" fmla="*/ 771379 w 2947832"/>
              <a:gd name="connsiteY13980" fmla="*/ 1731379 h 4821604"/>
              <a:gd name="connsiteX13981" fmla="*/ 1928526 w 2947832"/>
              <a:gd name="connsiteY13981" fmla="*/ 1731274 h 4821604"/>
              <a:gd name="connsiteX13982" fmla="*/ 1945635 w 2947832"/>
              <a:gd name="connsiteY13982" fmla="*/ 1731274 h 4821604"/>
              <a:gd name="connsiteX13983" fmla="*/ 1947466 w 2947832"/>
              <a:gd name="connsiteY13983" fmla="*/ 1732320 h 4821604"/>
              <a:gd name="connsiteX13984" fmla="*/ 1955995 w 2947832"/>
              <a:gd name="connsiteY13984" fmla="*/ 1747127 h 4821604"/>
              <a:gd name="connsiteX13985" fmla="*/ 1955995 w 2947832"/>
              <a:gd name="connsiteY13985" fmla="*/ 1749220 h 4821604"/>
              <a:gd name="connsiteX13986" fmla="*/ 1947466 w 2947832"/>
              <a:gd name="connsiteY13986" fmla="*/ 1764027 h 4821604"/>
              <a:gd name="connsiteX13987" fmla="*/ 1945635 w 2947832"/>
              <a:gd name="connsiteY13987" fmla="*/ 1765074 h 4821604"/>
              <a:gd name="connsiteX13988" fmla="*/ 1928526 w 2947832"/>
              <a:gd name="connsiteY13988" fmla="*/ 1765074 h 4821604"/>
              <a:gd name="connsiteX13989" fmla="*/ 1926695 w 2947832"/>
              <a:gd name="connsiteY13989" fmla="*/ 1764027 h 4821604"/>
              <a:gd name="connsiteX13990" fmla="*/ 1918166 w 2947832"/>
              <a:gd name="connsiteY13990" fmla="*/ 1749220 h 4821604"/>
              <a:gd name="connsiteX13991" fmla="*/ 1918166 w 2947832"/>
              <a:gd name="connsiteY13991" fmla="*/ 1747127 h 4821604"/>
              <a:gd name="connsiteX13992" fmla="*/ 1926695 w 2947832"/>
              <a:gd name="connsiteY13992" fmla="*/ 1732320 h 4821604"/>
              <a:gd name="connsiteX13993" fmla="*/ 1928526 w 2947832"/>
              <a:gd name="connsiteY13993" fmla="*/ 1731274 h 4821604"/>
              <a:gd name="connsiteX13994" fmla="*/ 687559 w 2947832"/>
              <a:gd name="connsiteY13994" fmla="*/ 1729077 h 4821604"/>
              <a:gd name="connsiteX13995" fmla="*/ 706814 w 2947832"/>
              <a:gd name="connsiteY13995" fmla="*/ 1729077 h 4821604"/>
              <a:gd name="connsiteX13996" fmla="*/ 708854 w 2947832"/>
              <a:gd name="connsiteY13996" fmla="*/ 1730280 h 4821604"/>
              <a:gd name="connsiteX13997" fmla="*/ 718482 w 2947832"/>
              <a:gd name="connsiteY13997" fmla="*/ 1746971 h 4821604"/>
              <a:gd name="connsiteX13998" fmla="*/ 718482 w 2947832"/>
              <a:gd name="connsiteY13998" fmla="*/ 1749378 h 4821604"/>
              <a:gd name="connsiteX13999" fmla="*/ 708854 w 2947832"/>
              <a:gd name="connsiteY13999" fmla="*/ 1766068 h 4821604"/>
              <a:gd name="connsiteX14000" fmla="*/ 706814 w 2947832"/>
              <a:gd name="connsiteY14000" fmla="*/ 1767272 h 4821604"/>
              <a:gd name="connsiteX14001" fmla="*/ 687559 w 2947832"/>
              <a:gd name="connsiteY14001" fmla="*/ 1767272 h 4821604"/>
              <a:gd name="connsiteX14002" fmla="*/ 685519 w 2947832"/>
              <a:gd name="connsiteY14002" fmla="*/ 1766068 h 4821604"/>
              <a:gd name="connsiteX14003" fmla="*/ 675892 w 2947832"/>
              <a:gd name="connsiteY14003" fmla="*/ 1749378 h 4821604"/>
              <a:gd name="connsiteX14004" fmla="*/ 675892 w 2947832"/>
              <a:gd name="connsiteY14004" fmla="*/ 1746971 h 4821604"/>
              <a:gd name="connsiteX14005" fmla="*/ 685519 w 2947832"/>
              <a:gd name="connsiteY14005" fmla="*/ 1730280 h 4821604"/>
              <a:gd name="connsiteX14006" fmla="*/ 687559 w 2947832"/>
              <a:gd name="connsiteY14006" fmla="*/ 1729077 h 4821604"/>
              <a:gd name="connsiteX14007" fmla="*/ 438875 w 2947832"/>
              <a:gd name="connsiteY14007" fmla="*/ 1727612 h 4821604"/>
              <a:gd name="connsiteX14008" fmla="*/ 459646 w 2947832"/>
              <a:gd name="connsiteY14008" fmla="*/ 1727612 h 4821604"/>
              <a:gd name="connsiteX14009" fmla="*/ 461896 w 2947832"/>
              <a:gd name="connsiteY14009" fmla="*/ 1728920 h 4821604"/>
              <a:gd name="connsiteX14010" fmla="*/ 472309 w 2947832"/>
              <a:gd name="connsiteY14010" fmla="*/ 1746919 h 4821604"/>
              <a:gd name="connsiteX14011" fmla="*/ 472309 w 2947832"/>
              <a:gd name="connsiteY14011" fmla="*/ 1749482 h 4821604"/>
              <a:gd name="connsiteX14012" fmla="*/ 461896 w 2947832"/>
              <a:gd name="connsiteY14012" fmla="*/ 1767481 h 4821604"/>
              <a:gd name="connsiteX14013" fmla="*/ 459646 w 2947832"/>
              <a:gd name="connsiteY14013" fmla="*/ 1768789 h 4821604"/>
              <a:gd name="connsiteX14014" fmla="*/ 438875 w 2947832"/>
              <a:gd name="connsiteY14014" fmla="*/ 1768789 h 4821604"/>
              <a:gd name="connsiteX14015" fmla="*/ 436625 w 2947832"/>
              <a:gd name="connsiteY14015" fmla="*/ 1767481 h 4821604"/>
              <a:gd name="connsiteX14016" fmla="*/ 426213 w 2947832"/>
              <a:gd name="connsiteY14016" fmla="*/ 1749482 h 4821604"/>
              <a:gd name="connsiteX14017" fmla="*/ 426213 w 2947832"/>
              <a:gd name="connsiteY14017" fmla="*/ 1746919 h 4821604"/>
              <a:gd name="connsiteX14018" fmla="*/ 436625 w 2947832"/>
              <a:gd name="connsiteY14018" fmla="*/ 1728920 h 4821604"/>
              <a:gd name="connsiteX14019" fmla="*/ 438875 w 2947832"/>
              <a:gd name="connsiteY14019" fmla="*/ 1727612 h 4821604"/>
              <a:gd name="connsiteX14020" fmla="*/ 521491 w 2947832"/>
              <a:gd name="connsiteY14020" fmla="*/ 1727559 h 4821604"/>
              <a:gd name="connsiteX14021" fmla="*/ 542315 w 2947832"/>
              <a:gd name="connsiteY14021" fmla="*/ 1727559 h 4821604"/>
              <a:gd name="connsiteX14022" fmla="*/ 544565 w 2947832"/>
              <a:gd name="connsiteY14022" fmla="*/ 1728867 h 4821604"/>
              <a:gd name="connsiteX14023" fmla="*/ 554977 w 2947832"/>
              <a:gd name="connsiteY14023" fmla="*/ 1746918 h 4821604"/>
              <a:gd name="connsiteX14024" fmla="*/ 554977 w 2947832"/>
              <a:gd name="connsiteY14024" fmla="*/ 1749482 h 4821604"/>
              <a:gd name="connsiteX14025" fmla="*/ 544565 w 2947832"/>
              <a:gd name="connsiteY14025" fmla="*/ 1767533 h 4821604"/>
              <a:gd name="connsiteX14026" fmla="*/ 542315 w 2947832"/>
              <a:gd name="connsiteY14026" fmla="*/ 1768841 h 4821604"/>
              <a:gd name="connsiteX14027" fmla="*/ 521491 w 2947832"/>
              <a:gd name="connsiteY14027" fmla="*/ 1768841 h 4821604"/>
              <a:gd name="connsiteX14028" fmla="*/ 519241 w 2947832"/>
              <a:gd name="connsiteY14028" fmla="*/ 1767533 h 4821604"/>
              <a:gd name="connsiteX14029" fmla="*/ 508829 w 2947832"/>
              <a:gd name="connsiteY14029" fmla="*/ 1749482 h 4821604"/>
              <a:gd name="connsiteX14030" fmla="*/ 508829 w 2947832"/>
              <a:gd name="connsiteY14030" fmla="*/ 1746918 h 4821604"/>
              <a:gd name="connsiteX14031" fmla="*/ 519241 w 2947832"/>
              <a:gd name="connsiteY14031" fmla="*/ 1728867 h 4821604"/>
              <a:gd name="connsiteX14032" fmla="*/ 521491 w 2947832"/>
              <a:gd name="connsiteY14032" fmla="*/ 1727559 h 4821604"/>
              <a:gd name="connsiteX14033" fmla="*/ 604002 w 2947832"/>
              <a:gd name="connsiteY14033" fmla="*/ 1727245 h 4821604"/>
              <a:gd name="connsiteX14034" fmla="*/ 625140 w 2947832"/>
              <a:gd name="connsiteY14034" fmla="*/ 1727245 h 4821604"/>
              <a:gd name="connsiteX14035" fmla="*/ 627390 w 2947832"/>
              <a:gd name="connsiteY14035" fmla="*/ 1728553 h 4821604"/>
              <a:gd name="connsiteX14036" fmla="*/ 637959 w 2947832"/>
              <a:gd name="connsiteY14036" fmla="*/ 1746866 h 4821604"/>
              <a:gd name="connsiteX14037" fmla="*/ 637959 w 2947832"/>
              <a:gd name="connsiteY14037" fmla="*/ 1749482 h 4821604"/>
              <a:gd name="connsiteX14038" fmla="*/ 627390 w 2947832"/>
              <a:gd name="connsiteY14038" fmla="*/ 1767794 h 4821604"/>
              <a:gd name="connsiteX14039" fmla="*/ 625140 w 2947832"/>
              <a:gd name="connsiteY14039" fmla="*/ 1769102 h 4821604"/>
              <a:gd name="connsiteX14040" fmla="*/ 604002 w 2947832"/>
              <a:gd name="connsiteY14040" fmla="*/ 1769102 h 4821604"/>
              <a:gd name="connsiteX14041" fmla="*/ 601752 w 2947832"/>
              <a:gd name="connsiteY14041" fmla="*/ 1767794 h 4821604"/>
              <a:gd name="connsiteX14042" fmla="*/ 591183 w 2947832"/>
              <a:gd name="connsiteY14042" fmla="*/ 1749482 h 4821604"/>
              <a:gd name="connsiteX14043" fmla="*/ 591183 w 2947832"/>
              <a:gd name="connsiteY14043" fmla="*/ 1746866 h 4821604"/>
              <a:gd name="connsiteX14044" fmla="*/ 601752 w 2947832"/>
              <a:gd name="connsiteY14044" fmla="*/ 1728553 h 4821604"/>
              <a:gd name="connsiteX14045" fmla="*/ 604002 w 2947832"/>
              <a:gd name="connsiteY14045" fmla="*/ 1727245 h 4821604"/>
              <a:gd name="connsiteX14046" fmla="*/ 271392 w 2947832"/>
              <a:gd name="connsiteY14046" fmla="*/ 1723374 h 4821604"/>
              <a:gd name="connsiteX14047" fmla="*/ 296454 w 2947832"/>
              <a:gd name="connsiteY14047" fmla="*/ 1723374 h 4821604"/>
              <a:gd name="connsiteX14048" fmla="*/ 299123 w 2947832"/>
              <a:gd name="connsiteY14048" fmla="*/ 1724944 h 4821604"/>
              <a:gd name="connsiteX14049" fmla="*/ 311628 w 2947832"/>
              <a:gd name="connsiteY14049" fmla="*/ 1746657 h 4821604"/>
              <a:gd name="connsiteX14050" fmla="*/ 311628 w 2947832"/>
              <a:gd name="connsiteY14050" fmla="*/ 1749744 h 4821604"/>
              <a:gd name="connsiteX14051" fmla="*/ 299123 w 2947832"/>
              <a:gd name="connsiteY14051" fmla="*/ 1771458 h 4821604"/>
              <a:gd name="connsiteX14052" fmla="*/ 296454 w 2947832"/>
              <a:gd name="connsiteY14052" fmla="*/ 1773027 h 4821604"/>
              <a:gd name="connsiteX14053" fmla="*/ 271392 w 2947832"/>
              <a:gd name="connsiteY14053" fmla="*/ 1773027 h 4821604"/>
              <a:gd name="connsiteX14054" fmla="*/ 268724 w 2947832"/>
              <a:gd name="connsiteY14054" fmla="*/ 1771458 h 4821604"/>
              <a:gd name="connsiteX14055" fmla="*/ 256219 w 2947832"/>
              <a:gd name="connsiteY14055" fmla="*/ 1749744 h 4821604"/>
              <a:gd name="connsiteX14056" fmla="*/ 256219 w 2947832"/>
              <a:gd name="connsiteY14056" fmla="*/ 1746657 h 4821604"/>
              <a:gd name="connsiteX14057" fmla="*/ 268724 w 2947832"/>
              <a:gd name="connsiteY14057" fmla="*/ 1724944 h 4821604"/>
              <a:gd name="connsiteX14058" fmla="*/ 271392 w 2947832"/>
              <a:gd name="connsiteY14058" fmla="*/ 1723374 h 4821604"/>
              <a:gd name="connsiteX14059" fmla="*/ 352648 w 2947832"/>
              <a:gd name="connsiteY14059" fmla="*/ 1720601 h 4821604"/>
              <a:gd name="connsiteX14060" fmla="*/ 380536 w 2947832"/>
              <a:gd name="connsiteY14060" fmla="*/ 1720601 h 4821604"/>
              <a:gd name="connsiteX14061" fmla="*/ 383518 w 2947832"/>
              <a:gd name="connsiteY14061" fmla="*/ 1722328 h 4821604"/>
              <a:gd name="connsiteX14062" fmla="*/ 397436 w 2947832"/>
              <a:gd name="connsiteY14062" fmla="*/ 1746448 h 4821604"/>
              <a:gd name="connsiteX14063" fmla="*/ 397436 w 2947832"/>
              <a:gd name="connsiteY14063" fmla="*/ 1749901 h 4821604"/>
              <a:gd name="connsiteX14064" fmla="*/ 383518 w 2947832"/>
              <a:gd name="connsiteY14064" fmla="*/ 1774021 h 4821604"/>
              <a:gd name="connsiteX14065" fmla="*/ 380536 w 2947832"/>
              <a:gd name="connsiteY14065" fmla="*/ 1775748 h 4821604"/>
              <a:gd name="connsiteX14066" fmla="*/ 352648 w 2947832"/>
              <a:gd name="connsiteY14066" fmla="*/ 1775748 h 4821604"/>
              <a:gd name="connsiteX14067" fmla="*/ 349666 w 2947832"/>
              <a:gd name="connsiteY14067" fmla="*/ 1774021 h 4821604"/>
              <a:gd name="connsiteX14068" fmla="*/ 335749 w 2947832"/>
              <a:gd name="connsiteY14068" fmla="*/ 1749901 h 4821604"/>
              <a:gd name="connsiteX14069" fmla="*/ 335749 w 2947832"/>
              <a:gd name="connsiteY14069" fmla="*/ 1746448 h 4821604"/>
              <a:gd name="connsiteX14070" fmla="*/ 349666 w 2947832"/>
              <a:gd name="connsiteY14070" fmla="*/ 1722328 h 4821604"/>
              <a:gd name="connsiteX14071" fmla="*/ 352648 w 2947832"/>
              <a:gd name="connsiteY14071" fmla="*/ 1720601 h 4821604"/>
              <a:gd name="connsiteX14072" fmla="*/ 183179 w 2947832"/>
              <a:gd name="connsiteY14072" fmla="*/ 1712334 h 4821604"/>
              <a:gd name="connsiteX14073" fmla="*/ 219385 w 2947832"/>
              <a:gd name="connsiteY14073" fmla="*/ 1712334 h 4821604"/>
              <a:gd name="connsiteX14074" fmla="*/ 223257 w 2947832"/>
              <a:gd name="connsiteY14074" fmla="*/ 1714584 h 4821604"/>
              <a:gd name="connsiteX14075" fmla="*/ 241360 w 2947832"/>
              <a:gd name="connsiteY14075" fmla="*/ 1745925 h 4821604"/>
              <a:gd name="connsiteX14076" fmla="*/ 241360 w 2947832"/>
              <a:gd name="connsiteY14076" fmla="*/ 1750424 h 4821604"/>
              <a:gd name="connsiteX14077" fmla="*/ 223257 w 2947832"/>
              <a:gd name="connsiteY14077" fmla="*/ 1781765 h 4821604"/>
              <a:gd name="connsiteX14078" fmla="*/ 219385 w 2947832"/>
              <a:gd name="connsiteY14078" fmla="*/ 1784015 h 4821604"/>
              <a:gd name="connsiteX14079" fmla="*/ 183179 w 2947832"/>
              <a:gd name="connsiteY14079" fmla="*/ 1784015 h 4821604"/>
              <a:gd name="connsiteX14080" fmla="*/ 179307 w 2947832"/>
              <a:gd name="connsiteY14080" fmla="*/ 1781765 h 4821604"/>
              <a:gd name="connsiteX14081" fmla="*/ 161203 w 2947832"/>
              <a:gd name="connsiteY14081" fmla="*/ 1750424 h 4821604"/>
              <a:gd name="connsiteX14082" fmla="*/ 161203 w 2947832"/>
              <a:gd name="connsiteY14082" fmla="*/ 1745925 h 4821604"/>
              <a:gd name="connsiteX14083" fmla="*/ 179307 w 2947832"/>
              <a:gd name="connsiteY14083" fmla="*/ 1714584 h 4821604"/>
              <a:gd name="connsiteX14084" fmla="*/ 183179 w 2947832"/>
              <a:gd name="connsiteY14084" fmla="*/ 1712334 h 4821604"/>
              <a:gd name="connsiteX14085" fmla="*/ 201125 w 2947832"/>
              <a:gd name="connsiteY14085" fmla="*/ 1665296 h 4821604"/>
              <a:gd name="connsiteX14086" fmla="*/ 201386 w 2947832"/>
              <a:gd name="connsiteY14086" fmla="*/ 1665296 h 4821604"/>
              <a:gd name="connsiteX14087" fmla="*/ 201491 w 2947832"/>
              <a:gd name="connsiteY14087" fmla="*/ 1665505 h 4821604"/>
              <a:gd name="connsiteX14088" fmla="*/ 201386 w 2947832"/>
              <a:gd name="connsiteY14088" fmla="*/ 1665715 h 4821604"/>
              <a:gd name="connsiteX14089" fmla="*/ 201125 w 2947832"/>
              <a:gd name="connsiteY14089" fmla="*/ 1665715 h 4821604"/>
              <a:gd name="connsiteX14090" fmla="*/ 201020 w 2947832"/>
              <a:gd name="connsiteY14090" fmla="*/ 1665505 h 4821604"/>
              <a:gd name="connsiteX14091" fmla="*/ 2677616 w 2947832"/>
              <a:gd name="connsiteY14091" fmla="*/ 1658756 h 4821604"/>
              <a:gd name="connsiteX14092" fmla="*/ 2684418 w 2947832"/>
              <a:gd name="connsiteY14092" fmla="*/ 1658756 h 4821604"/>
              <a:gd name="connsiteX14093" fmla="*/ 2685150 w 2947832"/>
              <a:gd name="connsiteY14093" fmla="*/ 1659175 h 4821604"/>
              <a:gd name="connsiteX14094" fmla="*/ 2688552 w 2947832"/>
              <a:gd name="connsiteY14094" fmla="*/ 1665087 h 4821604"/>
              <a:gd name="connsiteX14095" fmla="*/ 2688552 w 2947832"/>
              <a:gd name="connsiteY14095" fmla="*/ 1665924 h 4821604"/>
              <a:gd name="connsiteX14096" fmla="*/ 2685150 w 2947832"/>
              <a:gd name="connsiteY14096" fmla="*/ 1671836 h 4821604"/>
              <a:gd name="connsiteX14097" fmla="*/ 2684418 w 2947832"/>
              <a:gd name="connsiteY14097" fmla="*/ 1672255 h 4821604"/>
              <a:gd name="connsiteX14098" fmla="*/ 2677616 w 2947832"/>
              <a:gd name="connsiteY14098" fmla="*/ 1672255 h 4821604"/>
              <a:gd name="connsiteX14099" fmla="*/ 2676884 w 2947832"/>
              <a:gd name="connsiteY14099" fmla="*/ 1671836 h 4821604"/>
              <a:gd name="connsiteX14100" fmla="*/ 2673483 w 2947832"/>
              <a:gd name="connsiteY14100" fmla="*/ 1665924 h 4821604"/>
              <a:gd name="connsiteX14101" fmla="*/ 2673483 w 2947832"/>
              <a:gd name="connsiteY14101" fmla="*/ 1665087 h 4821604"/>
              <a:gd name="connsiteX14102" fmla="*/ 2676884 w 2947832"/>
              <a:gd name="connsiteY14102" fmla="*/ 1659175 h 4821604"/>
              <a:gd name="connsiteX14103" fmla="*/ 2677616 w 2947832"/>
              <a:gd name="connsiteY14103" fmla="*/ 1658756 h 4821604"/>
              <a:gd name="connsiteX14104" fmla="*/ 1518952 w 2947832"/>
              <a:gd name="connsiteY14104" fmla="*/ 1655878 h 4821604"/>
              <a:gd name="connsiteX14105" fmla="*/ 1528684 w 2947832"/>
              <a:gd name="connsiteY14105" fmla="*/ 1655878 h 4821604"/>
              <a:gd name="connsiteX14106" fmla="*/ 1529731 w 2947832"/>
              <a:gd name="connsiteY14106" fmla="*/ 1656506 h 4821604"/>
              <a:gd name="connsiteX14107" fmla="*/ 1534596 w 2947832"/>
              <a:gd name="connsiteY14107" fmla="*/ 1664930 h 4821604"/>
              <a:gd name="connsiteX14108" fmla="*/ 1534596 w 2947832"/>
              <a:gd name="connsiteY14108" fmla="*/ 1666133 h 4821604"/>
              <a:gd name="connsiteX14109" fmla="*/ 1529731 w 2947832"/>
              <a:gd name="connsiteY14109" fmla="*/ 1674557 h 4821604"/>
              <a:gd name="connsiteX14110" fmla="*/ 1528684 w 2947832"/>
              <a:gd name="connsiteY14110" fmla="*/ 1675185 h 4821604"/>
              <a:gd name="connsiteX14111" fmla="*/ 1518952 w 2947832"/>
              <a:gd name="connsiteY14111" fmla="*/ 1675185 h 4821604"/>
              <a:gd name="connsiteX14112" fmla="*/ 1517906 w 2947832"/>
              <a:gd name="connsiteY14112" fmla="*/ 1674557 h 4821604"/>
              <a:gd name="connsiteX14113" fmla="*/ 1513040 w 2947832"/>
              <a:gd name="connsiteY14113" fmla="*/ 1666133 h 4821604"/>
              <a:gd name="connsiteX14114" fmla="*/ 1513040 w 2947832"/>
              <a:gd name="connsiteY14114" fmla="*/ 1664930 h 4821604"/>
              <a:gd name="connsiteX14115" fmla="*/ 1517906 w 2947832"/>
              <a:gd name="connsiteY14115" fmla="*/ 1656506 h 4821604"/>
              <a:gd name="connsiteX14116" fmla="*/ 1518952 w 2947832"/>
              <a:gd name="connsiteY14116" fmla="*/ 1655878 h 4821604"/>
              <a:gd name="connsiteX14117" fmla="*/ 1188122 w 2947832"/>
              <a:gd name="connsiteY14117" fmla="*/ 1655460 h 4821604"/>
              <a:gd name="connsiteX14118" fmla="*/ 1198273 w 2947832"/>
              <a:gd name="connsiteY14118" fmla="*/ 1655460 h 4821604"/>
              <a:gd name="connsiteX14119" fmla="*/ 1199371 w 2947832"/>
              <a:gd name="connsiteY14119" fmla="*/ 1656088 h 4821604"/>
              <a:gd name="connsiteX14120" fmla="*/ 1204446 w 2947832"/>
              <a:gd name="connsiteY14120" fmla="*/ 1664878 h 4821604"/>
              <a:gd name="connsiteX14121" fmla="*/ 1204446 w 2947832"/>
              <a:gd name="connsiteY14121" fmla="*/ 1666134 h 4821604"/>
              <a:gd name="connsiteX14122" fmla="*/ 1199371 w 2947832"/>
              <a:gd name="connsiteY14122" fmla="*/ 1674924 h 4821604"/>
              <a:gd name="connsiteX14123" fmla="*/ 1198273 w 2947832"/>
              <a:gd name="connsiteY14123" fmla="*/ 1675552 h 4821604"/>
              <a:gd name="connsiteX14124" fmla="*/ 1188122 w 2947832"/>
              <a:gd name="connsiteY14124" fmla="*/ 1675552 h 4821604"/>
              <a:gd name="connsiteX14125" fmla="*/ 1187023 w 2947832"/>
              <a:gd name="connsiteY14125" fmla="*/ 1674924 h 4821604"/>
              <a:gd name="connsiteX14126" fmla="*/ 1181948 w 2947832"/>
              <a:gd name="connsiteY14126" fmla="*/ 1666134 h 4821604"/>
              <a:gd name="connsiteX14127" fmla="*/ 1181948 w 2947832"/>
              <a:gd name="connsiteY14127" fmla="*/ 1664878 h 4821604"/>
              <a:gd name="connsiteX14128" fmla="*/ 1187023 w 2947832"/>
              <a:gd name="connsiteY14128" fmla="*/ 1656088 h 4821604"/>
              <a:gd name="connsiteX14129" fmla="*/ 1188122 w 2947832"/>
              <a:gd name="connsiteY14129" fmla="*/ 1655460 h 4821604"/>
              <a:gd name="connsiteX14130" fmla="*/ 1352988 w 2947832"/>
              <a:gd name="connsiteY14130" fmla="*/ 1654675 h 4821604"/>
              <a:gd name="connsiteX14131" fmla="*/ 1363923 w 2947832"/>
              <a:gd name="connsiteY14131" fmla="*/ 1654675 h 4821604"/>
              <a:gd name="connsiteX14132" fmla="*/ 1365074 w 2947832"/>
              <a:gd name="connsiteY14132" fmla="*/ 1655355 h 4821604"/>
              <a:gd name="connsiteX14133" fmla="*/ 1370568 w 2947832"/>
              <a:gd name="connsiteY14133" fmla="*/ 1664825 h 4821604"/>
              <a:gd name="connsiteX14134" fmla="*/ 1370568 w 2947832"/>
              <a:gd name="connsiteY14134" fmla="*/ 1666186 h 4821604"/>
              <a:gd name="connsiteX14135" fmla="*/ 1365074 w 2947832"/>
              <a:gd name="connsiteY14135" fmla="*/ 1675656 h 4821604"/>
              <a:gd name="connsiteX14136" fmla="*/ 1363923 w 2947832"/>
              <a:gd name="connsiteY14136" fmla="*/ 1676336 h 4821604"/>
              <a:gd name="connsiteX14137" fmla="*/ 1352988 w 2947832"/>
              <a:gd name="connsiteY14137" fmla="*/ 1676336 h 4821604"/>
              <a:gd name="connsiteX14138" fmla="*/ 1351837 w 2947832"/>
              <a:gd name="connsiteY14138" fmla="*/ 1675656 h 4821604"/>
              <a:gd name="connsiteX14139" fmla="*/ 1346343 w 2947832"/>
              <a:gd name="connsiteY14139" fmla="*/ 1666186 h 4821604"/>
              <a:gd name="connsiteX14140" fmla="*/ 1346343 w 2947832"/>
              <a:gd name="connsiteY14140" fmla="*/ 1664825 h 4821604"/>
              <a:gd name="connsiteX14141" fmla="*/ 1351837 w 2947832"/>
              <a:gd name="connsiteY14141" fmla="*/ 1655355 h 4821604"/>
              <a:gd name="connsiteX14142" fmla="*/ 1352988 w 2947832"/>
              <a:gd name="connsiteY14142" fmla="*/ 1654675 h 4821604"/>
              <a:gd name="connsiteX14143" fmla="*/ 2427466 w 2947832"/>
              <a:gd name="connsiteY14143" fmla="*/ 1654518 h 4821604"/>
              <a:gd name="connsiteX14144" fmla="*/ 2438611 w 2947832"/>
              <a:gd name="connsiteY14144" fmla="*/ 1654518 h 4821604"/>
              <a:gd name="connsiteX14145" fmla="*/ 2439814 w 2947832"/>
              <a:gd name="connsiteY14145" fmla="*/ 1655198 h 4821604"/>
              <a:gd name="connsiteX14146" fmla="*/ 2445360 w 2947832"/>
              <a:gd name="connsiteY14146" fmla="*/ 1664825 h 4821604"/>
              <a:gd name="connsiteX14147" fmla="*/ 2445360 w 2947832"/>
              <a:gd name="connsiteY14147" fmla="*/ 1666186 h 4821604"/>
              <a:gd name="connsiteX14148" fmla="*/ 2439814 w 2947832"/>
              <a:gd name="connsiteY14148" fmla="*/ 1675813 h 4821604"/>
              <a:gd name="connsiteX14149" fmla="*/ 2438611 w 2947832"/>
              <a:gd name="connsiteY14149" fmla="*/ 1676493 h 4821604"/>
              <a:gd name="connsiteX14150" fmla="*/ 2427466 w 2947832"/>
              <a:gd name="connsiteY14150" fmla="*/ 1676493 h 4821604"/>
              <a:gd name="connsiteX14151" fmla="*/ 2426263 w 2947832"/>
              <a:gd name="connsiteY14151" fmla="*/ 1675813 h 4821604"/>
              <a:gd name="connsiteX14152" fmla="*/ 2420717 w 2947832"/>
              <a:gd name="connsiteY14152" fmla="*/ 1666186 h 4821604"/>
              <a:gd name="connsiteX14153" fmla="*/ 2420717 w 2947832"/>
              <a:gd name="connsiteY14153" fmla="*/ 1664825 h 4821604"/>
              <a:gd name="connsiteX14154" fmla="*/ 2426263 w 2947832"/>
              <a:gd name="connsiteY14154" fmla="*/ 1655198 h 4821604"/>
              <a:gd name="connsiteX14155" fmla="*/ 2427466 w 2947832"/>
              <a:gd name="connsiteY14155" fmla="*/ 1654518 h 4821604"/>
              <a:gd name="connsiteX14156" fmla="*/ 2344798 w 2947832"/>
              <a:gd name="connsiteY14156" fmla="*/ 1654466 h 4821604"/>
              <a:gd name="connsiteX14157" fmla="*/ 2355995 w 2947832"/>
              <a:gd name="connsiteY14157" fmla="*/ 1654466 h 4821604"/>
              <a:gd name="connsiteX14158" fmla="*/ 2357198 w 2947832"/>
              <a:gd name="connsiteY14158" fmla="*/ 1655146 h 4821604"/>
              <a:gd name="connsiteX14159" fmla="*/ 2362797 w 2947832"/>
              <a:gd name="connsiteY14159" fmla="*/ 1664826 h 4821604"/>
              <a:gd name="connsiteX14160" fmla="*/ 2362797 w 2947832"/>
              <a:gd name="connsiteY14160" fmla="*/ 1666186 h 4821604"/>
              <a:gd name="connsiteX14161" fmla="*/ 2357198 w 2947832"/>
              <a:gd name="connsiteY14161" fmla="*/ 1675866 h 4821604"/>
              <a:gd name="connsiteX14162" fmla="*/ 2355995 w 2947832"/>
              <a:gd name="connsiteY14162" fmla="*/ 1676546 h 4821604"/>
              <a:gd name="connsiteX14163" fmla="*/ 2344798 w 2947832"/>
              <a:gd name="connsiteY14163" fmla="*/ 1676546 h 4821604"/>
              <a:gd name="connsiteX14164" fmla="*/ 2343595 w 2947832"/>
              <a:gd name="connsiteY14164" fmla="*/ 1675866 h 4821604"/>
              <a:gd name="connsiteX14165" fmla="*/ 2337996 w 2947832"/>
              <a:gd name="connsiteY14165" fmla="*/ 1666186 h 4821604"/>
              <a:gd name="connsiteX14166" fmla="*/ 2337996 w 2947832"/>
              <a:gd name="connsiteY14166" fmla="*/ 1664826 h 4821604"/>
              <a:gd name="connsiteX14167" fmla="*/ 2343595 w 2947832"/>
              <a:gd name="connsiteY14167" fmla="*/ 1655146 h 4821604"/>
              <a:gd name="connsiteX14168" fmla="*/ 2344798 w 2947832"/>
              <a:gd name="connsiteY14168" fmla="*/ 1654466 h 4821604"/>
              <a:gd name="connsiteX14169" fmla="*/ 1435551 w 2947832"/>
              <a:gd name="connsiteY14169" fmla="*/ 1654466 h 4821604"/>
              <a:gd name="connsiteX14170" fmla="*/ 1446748 w 2947832"/>
              <a:gd name="connsiteY14170" fmla="*/ 1654466 h 4821604"/>
              <a:gd name="connsiteX14171" fmla="*/ 1447951 w 2947832"/>
              <a:gd name="connsiteY14171" fmla="*/ 1655146 h 4821604"/>
              <a:gd name="connsiteX14172" fmla="*/ 1453550 w 2947832"/>
              <a:gd name="connsiteY14172" fmla="*/ 1664826 h 4821604"/>
              <a:gd name="connsiteX14173" fmla="*/ 1453550 w 2947832"/>
              <a:gd name="connsiteY14173" fmla="*/ 1666186 h 4821604"/>
              <a:gd name="connsiteX14174" fmla="*/ 1447951 w 2947832"/>
              <a:gd name="connsiteY14174" fmla="*/ 1675866 h 4821604"/>
              <a:gd name="connsiteX14175" fmla="*/ 1446748 w 2947832"/>
              <a:gd name="connsiteY14175" fmla="*/ 1676546 h 4821604"/>
              <a:gd name="connsiteX14176" fmla="*/ 1435551 w 2947832"/>
              <a:gd name="connsiteY14176" fmla="*/ 1676546 h 4821604"/>
              <a:gd name="connsiteX14177" fmla="*/ 1434348 w 2947832"/>
              <a:gd name="connsiteY14177" fmla="*/ 1675866 h 4821604"/>
              <a:gd name="connsiteX14178" fmla="*/ 1428749 w 2947832"/>
              <a:gd name="connsiteY14178" fmla="*/ 1666186 h 4821604"/>
              <a:gd name="connsiteX14179" fmla="*/ 1428749 w 2947832"/>
              <a:gd name="connsiteY14179" fmla="*/ 1664826 h 4821604"/>
              <a:gd name="connsiteX14180" fmla="*/ 1434348 w 2947832"/>
              <a:gd name="connsiteY14180" fmla="*/ 1655146 h 4821604"/>
              <a:gd name="connsiteX14181" fmla="*/ 1435551 w 2947832"/>
              <a:gd name="connsiteY14181" fmla="*/ 1654466 h 4821604"/>
              <a:gd name="connsiteX14182" fmla="*/ 1600574 w 2947832"/>
              <a:gd name="connsiteY14182" fmla="*/ 1653838 h 4821604"/>
              <a:gd name="connsiteX14183" fmla="*/ 1612346 w 2947832"/>
              <a:gd name="connsiteY14183" fmla="*/ 1653838 h 4821604"/>
              <a:gd name="connsiteX14184" fmla="*/ 1613602 w 2947832"/>
              <a:gd name="connsiteY14184" fmla="*/ 1654570 h 4821604"/>
              <a:gd name="connsiteX14185" fmla="*/ 1619514 w 2947832"/>
              <a:gd name="connsiteY14185" fmla="*/ 1664773 h 4821604"/>
              <a:gd name="connsiteX14186" fmla="*/ 1619514 w 2947832"/>
              <a:gd name="connsiteY14186" fmla="*/ 1666238 h 4821604"/>
              <a:gd name="connsiteX14187" fmla="*/ 1613602 w 2947832"/>
              <a:gd name="connsiteY14187" fmla="*/ 1676441 h 4821604"/>
              <a:gd name="connsiteX14188" fmla="*/ 1612346 w 2947832"/>
              <a:gd name="connsiteY14188" fmla="*/ 1677173 h 4821604"/>
              <a:gd name="connsiteX14189" fmla="*/ 1600574 w 2947832"/>
              <a:gd name="connsiteY14189" fmla="*/ 1677173 h 4821604"/>
              <a:gd name="connsiteX14190" fmla="*/ 1599318 w 2947832"/>
              <a:gd name="connsiteY14190" fmla="*/ 1676441 h 4821604"/>
              <a:gd name="connsiteX14191" fmla="*/ 1593406 w 2947832"/>
              <a:gd name="connsiteY14191" fmla="*/ 1666238 h 4821604"/>
              <a:gd name="connsiteX14192" fmla="*/ 1593406 w 2947832"/>
              <a:gd name="connsiteY14192" fmla="*/ 1664773 h 4821604"/>
              <a:gd name="connsiteX14193" fmla="*/ 1599318 w 2947832"/>
              <a:gd name="connsiteY14193" fmla="*/ 1654570 h 4821604"/>
              <a:gd name="connsiteX14194" fmla="*/ 1600574 w 2947832"/>
              <a:gd name="connsiteY14194" fmla="*/ 1653838 h 4821604"/>
              <a:gd name="connsiteX14195" fmla="*/ 2179096 w 2947832"/>
              <a:gd name="connsiteY14195" fmla="*/ 1653733 h 4821604"/>
              <a:gd name="connsiteX14196" fmla="*/ 2190973 w 2947832"/>
              <a:gd name="connsiteY14196" fmla="*/ 1653733 h 4821604"/>
              <a:gd name="connsiteX14197" fmla="*/ 2192228 w 2947832"/>
              <a:gd name="connsiteY14197" fmla="*/ 1654466 h 4821604"/>
              <a:gd name="connsiteX14198" fmla="*/ 2198193 w 2947832"/>
              <a:gd name="connsiteY14198" fmla="*/ 1664773 h 4821604"/>
              <a:gd name="connsiteX14199" fmla="*/ 2198193 w 2947832"/>
              <a:gd name="connsiteY14199" fmla="*/ 1666238 h 4821604"/>
              <a:gd name="connsiteX14200" fmla="*/ 2192228 w 2947832"/>
              <a:gd name="connsiteY14200" fmla="*/ 1676545 h 4821604"/>
              <a:gd name="connsiteX14201" fmla="*/ 2190973 w 2947832"/>
              <a:gd name="connsiteY14201" fmla="*/ 1677278 h 4821604"/>
              <a:gd name="connsiteX14202" fmla="*/ 2179096 w 2947832"/>
              <a:gd name="connsiteY14202" fmla="*/ 1677278 h 4821604"/>
              <a:gd name="connsiteX14203" fmla="*/ 2177840 w 2947832"/>
              <a:gd name="connsiteY14203" fmla="*/ 1676545 h 4821604"/>
              <a:gd name="connsiteX14204" fmla="*/ 2171875 w 2947832"/>
              <a:gd name="connsiteY14204" fmla="*/ 1666238 h 4821604"/>
              <a:gd name="connsiteX14205" fmla="*/ 2171875 w 2947832"/>
              <a:gd name="connsiteY14205" fmla="*/ 1664773 h 4821604"/>
              <a:gd name="connsiteX14206" fmla="*/ 2177840 w 2947832"/>
              <a:gd name="connsiteY14206" fmla="*/ 1654466 h 4821604"/>
              <a:gd name="connsiteX14207" fmla="*/ 2179096 w 2947832"/>
              <a:gd name="connsiteY14207" fmla="*/ 1653733 h 4821604"/>
              <a:gd name="connsiteX14208" fmla="*/ 2261712 w 2947832"/>
              <a:gd name="connsiteY14208" fmla="*/ 1653681 h 4821604"/>
              <a:gd name="connsiteX14209" fmla="*/ 2273641 w 2947832"/>
              <a:gd name="connsiteY14209" fmla="*/ 1653681 h 4821604"/>
              <a:gd name="connsiteX14210" fmla="*/ 2274897 w 2947832"/>
              <a:gd name="connsiteY14210" fmla="*/ 1654413 h 4821604"/>
              <a:gd name="connsiteX14211" fmla="*/ 2280861 w 2947832"/>
              <a:gd name="connsiteY14211" fmla="*/ 1664773 h 4821604"/>
              <a:gd name="connsiteX14212" fmla="*/ 2280861 w 2947832"/>
              <a:gd name="connsiteY14212" fmla="*/ 1666238 h 4821604"/>
              <a:gd name="connsiteX14213" fmla="*/ 2274897 w 2947832"/>
              <a:gd name="connsiteY14213" fmla="*/ 1676598 h 4821604"/>
              <a:gd name="connsiteX14214" fmla="*/ 2273641 w 2947832"/>
              <a:gd name="connsiteY14214" fmla="*/ 1677330 h 4821604"/>
              <a:gd name="connsiteX14215" fmla="*/ 2261712 w 2947832"/>
              <a:gd name="connsiteY14215" fmla="*/ 1677330 h 4821604"/>
              <a:gd name="connsiteX14216" fmla="*/ 2260456 w 2947832"/>
              <a:gd name="connsiteY14216" fmla="*/ 1676598 h 4821604"/>
              <a:gd name="connsiteX14217" fmla="*/ 2254491 w 2947832"/>
              <a:gd name="connsiteY14217" fmla="*/ 1666238 h 4821604"/>
              <a:gd name="connsiteX14218" fmla="*/ 2254491 w 2947832"/>
              <a:gd name="connsiteY14218" fmla="*/ 1664773 h 4821604"/>
              <a:gd name="connsiteX14219" fmla="*/ 2260456 w 2947832"/>
              <a:gd name="connsiteY14219" fmla="*/ 1654413 h 4821604"/>
              <a:gd name="connsiteX14220" fmla="*/ 2261712 w 2947832"/>
              <a:gd name="connsiteY14220" fmla="*/ 1653681 h 4821604"/>
              <a:gd name="connsiteX14221" fmla="*/ 1104407 w 2947832"/>
              <a:gd name="connsiteY14221" fmla="*/ 1653472 h 4821604"/>
              <a:gd name="connsiteX14222" fmla="*/ 1116598 w 2947832"/>
              <a:gd name="connsiteY14222" fmla="*/ 1653472 h 4821604"/>
              <a:gd name="connsiteX14223" fmla="*/ 1117906 w 2947832"/>
              <a:gd name="connsiteY14223" fmla="*/ 1654205 h 4821604"/>
              <a:gd name="connsiteX14224" fmla="*/ 1124028 w 2947832"/>
              <a:gd name="connsiteY14224" fmla="*/ 1664774 h 4821604"/>
              <a:gd name="connsiteX14225" fmla="*/ 1124028 w 2947832"/>
              <a:gd name="connsiteY14225" fmla="*/ 1666291 h 4821604"/>
              <a:gd name="connsiteX14226" fmla="*/ 1117906 w 2947832"/>
              <a:gd name="connsiteY14226" fmla="*/ 1676860 h 4821604"/>
              <a:gd name="connsiteX14227" fmla="*/ 1116598 w 2947832"/>
              <a:gd name="connsiteY14227" fmla="*/ 1677592 h 4821604"/>
              <a:gd name="connsiteX14228" fmla="*/ 1104407 w 2947832"/>
              <a:gd name="connsiteY14228" fmla="*/ 1677592 h 4821604"/>
              <a:gd name="connsiteX14229" fmla="*/ 1103099 w 2947832"/>
              <a:gd name="connsiteY14229" fmla="*/ 1676860 h 4821604"/>
              <a:gd name="connsiteX14230" fmla="*/ 1096977 w 2947832"/>
              <a:gd name="connsiteY14230" fmla="*/ 1666291 h 4821604"/>
              <a:gd name="connsiteX14231" fmla="*/ 1096977 w 2947832"/>
              <a:gd name="connsiteY14231" fmla="*/ 1664774 h 4821604"/>
              <a:gd name="connsiteX14232" fmla="*/ 1103099 w 2947832"/>
              <a:gd name="connsiteY14232" fmla="*/ 1654205 h 4821604"/>
              <a:gd name="connsiteX14233" fmla="*/ 1104407 w 2947832"/>
              <a:gd name="connsiteY14233" fmla="*/ 1653472 h 4821604"/>
              <a:gd name="connsiteX14234" fmla="*/ 1682772 w 2947832"/>
              <a:gd name="connsiteY14234" fmla="*/ 1652948 h 4821604"/>
              <a:gd name="connsiteX14235" fmla="*/ 1695486 w 2947832"/>
              <a:gd name="connsiteY14235" fmla="*/ 1652948 h 4821604"/>
              <a:gd name="connsiteX14236" fmla="*/ 1696846 w 2947832"/>
              <a:gd name="connsiteY14236" fmla="*/ 1653733 h 4821604"/>
              <a:gd name="connsiteX14237" fmla="*/ 1703177 w 2947832"/>
              <a:gd name="connsiteY14237" fmla="*/ 1664720 h 4821604"/>
              <a:gd name="connsiteX14238" fmla="*/ 1703177 w 2947832"/>
              <a:gd name="connsiteY14238" fmla="*/ 1666290 h 4821604"/>
              <a:gd name="connsiteX14239" fmla="*/ 1696846 w 2947832"/>
              <a:gd name="connsiteY14239" fmla="*/ 1677278 h 4821604"/>
              <a:gd name="connsiteX14240" fmla="*/ 1695486 w 2947832"/>
              <a:gd name="connsiteY14240" fmla="*/ 1678063 h 4821604"/>
              <a:gd name="connsiteX14241" fmla="*/ 1682772 w 2947832"/>
              <a:gd name="connsiteY14241" fmla="*/ 1678063 h 4821604"/>
              <a:gd name="connsiteX14242" fmla="*/ 1681411 w 2947832"/>
              <a:gd name="connsiteY14242" fmla="*/ 1677278 h 4821604"/>
              <a:gd name="connsiteX14243" fmla="*/ 1675080 w 2947832"/>
              <a:gd name="connsiteY14243" fmla="*/ 1666290 h 4821604"/>
              <a:gd name="connsiteX14244" fmla="*/ 1675080 w 2947832"/>
              <a:gd name="connsiteY14244" fmla="*/ 1664720 h 4821604"/>
              <a:gd name="connsiteX14245" fmla="*/ 1681411 w 2947832"/>
              <a:gd name="connsiteY14245" fmla="*/ 1653733 h 4821604"/>
              <a:gd name="connsiteX14246" fmla="*/ 1682772 w 2947832"/>
              <a:gd name="connsiteY14246" fmla="*/ 1652948 h 4821604"/>
              <a:gd name="connsiteX14247" fmla="*/ 1765283 w 2947832"/>
              <a:gd name="connsiteY14247" fmla="*/ 1652634 h 4821604"/>
              <a:gd name="connsiteX14248" fmla="*/ 1778364 w 2947832"/>
              <a:gd name="connsiteY14248" fmla="*/ 1652634 h 4821604"/>
              <a:gd name="connsiteX14249" fmla="*/ 1779776 w 2947832"/>
              <a:gd name="connsiteY14249" fmla="*/ 1653419 h 4821604"/>
              <a:gd name="connsiteX14250" fmla="*/ 1786316 w 2947832"/>
              <a:gd name="connsiteY14250" fmla="*/ 1664720 h 4821604"/>
              <a:gd name="connsiteX14251" fmla="*/ 1786316 w 2947832"/>
              <a:gd name="connsiteY14251" fmla="*/ 1666342 h 4821604"/>
              <a:gd name="connsiteX14252" fmla="*/ 1779776 w 2947832"/>
              <a:gd name="connsiteY14252" fmla="*/ 1677644 h 4821604"/>
              <a:gd name="connsiteX14253" fmla="*/ 1778364 w 2947832"/>
              <a:gd name="connsiteY14253" fmla="*/ 1678429 h 4821604"/>
              <a:gd name="connsiteX14254" fmla="*/ 1765283 w 2947832"/>
              <a:gd name="connsiteY14254" fmla="*/ 1678429 h 4821604"/>
              <a:gd name="connsiteX14255" fmla="*/ 1763870 w 2947832"/>
              <a:gd name="connsiteY14255" fmla="*/ 1677644 h 4821604"/>
              <a:gd name="connsiteX14256" fmla="*/ 1757330 w 2947832"/>
              <a:gd name="connsiteY14256" fmla="*/ 1666342 h 4821604"/>
              <a:gd name="connsiteX14257" fmla="*/ 1757330 w 2947832"/>
              <a:gd name="connsiteY14257" fmla="*/ 1664720 h 4821604"/>
              <a:gd name="connsiteX14258" fmla="*/ 1763870 w 2947832"/>
              <a:gd name="connsiteY14258" fmla="*/ 1653419 h 4821604"/>
              <a:gd name="connsiteX14259" fmla="*/ 1765283 w 2947832"/>
              <a:gd name="connsiteY14259" fmla="*/ 1652634 h 4821604"/>
              <a:gd name="connsiteX14260" fmla="*/ 1269273 w 2947832"/>
              <a:gd name="connsiteY14260" fmla="*/ 1652582 h 4821604"/>
              <a:gd name="connsiteX14261" fmla="*/ 1282406 w 2947832"/>
              <a:gd name="connsiteY14261" fmla="*/ 1652582 h 4821604"/>
              <a:gd name="connsiteX14262" fmla="*/ 1283818 w 2947832"/>
              <a:gd name="connsiteY14262" fmla="*/ 1653367 h 4821604"/>
              <a:gd name="connsiteX14263" fmla="*/ 1290359 w 2947832"/>
              <a:gd name="connsiteY14263" fmla="*/ 1664721 h 4821604"/>
              <a:gd name="connsiteX14264" fmla="*/ 1290359 w 2947832"/>
              <a:gd name="connsiteY14264" fmla="*/ 1666342 h 4821604"/>
              <a:gd name="connsiteX14265" fmla="*/ 1283818 w 2947832"/>
              <a:gd name="connsiteY14265" fmla="*/ 1677696 h 4821604"/>
              <a:gd name="connsiteX14266" fmla="*/ 1282406 w 2947832"/>
              <a:gd name="connsiteY14266" fmla="*/ 1678481 h 4821604"/>
              <a:gd name="connsiteX14267" fmla="*/ 1269273 w 2947832"/>
              <a:gd name="connsiteY14267" fmla="*/ 1678481 h 4821604"/>
              <a:gd name="connsiteX14268" fmla="*/ 1267860 w 2947832"/>
              <a:gd name="connsiteY14268" fmla="*/ 1677696 h 4821604"/>
              <a:gd name="connsiteX14269" fmla="*/ 1261320 w 2947832"/>
              <a:gd name="connsiteY14269" fmla="*/ 1666342 h 4821604"/>
              <a:gd name="connsiteX14270" fmla="*/ 1261320 w 2947832"/>
              <a:gd name="connsiteY14270" fmla="*/ 1664721 h 4821604"/>
              <a:gd name="connsiteX14271" fmla="*/ 1267860 w 2947832"/>
              <a:gd name="connsiteY14271" fmla="*/ 1653367 h 4821604"/>
              <a:gd name="connsiteX14272" fmla="*/ 1269273 w 2947832"/>
              <a:gd name="connsiteY14272" fmla="*/ 1652582 h 4821604"/>
              <a:gd name="connsiteX14273" fmla="*/ 1847584 w 2947832"/>
              <a:gd name="connsiteY14273" fmla="*/ 1651954 h 4821604"/>
              <a:gd name="connsiteX14274" fmla="*/ 1861293 w 2947832"/>
              <a:gd name="connsiteY14274" fmla="*/ 1651954 h 4821604"/>
              <a:gd name="connsiteX14275" fmla="*/ 1862758 w 2947832"/>
              <a:gd name="connsiteY14275" fmla="*/ 1652791 h 4821604"/>
              <a:gd name="connsiteX14276" fmla="*/ 1869612 w 2947832"/>
              <a:gd name="connsiteY14276" fmla="*/ 1664668 h 4821604"/>
              <a:gd name="connsiteX14277" fmla="*/ 1869612 w 2947832"/>
              <a:gd name="connsiteY14277" fmla="*/ 1666342 h 4821604"/>
              <a:gd name="connsiteX14278" fmla="*/ 1862758 w 2947832"/>
              <a:gd name="connsiteY14278" fmla="*/ 1678220 h 4821604"/>
              <a:gd name="connsiteX14279" fmla="*/ 1861293 w 2947832"/>
              <a:gd name="connsiteY14279" fmla="*/ 1679057 h 4821604"/>
              <a:gd name="connsiteX14280" fmla="*/ 1847584 w 2947832"/>
              <a:gd name="connsiteY14280" fmla="*/ 1679057 h 4821604"/>
              <a:gd name="connsiteX14281" fmla="*/ 1846119 w 2947832"/>
              <a:gd name="connsiteY14281" fmla="*/ 1678220 h 4821604"/>
              <a:gd name="connsiteX14282" fmla="*/ 1839265 w 2947832"/>
              <a:gd name="connsiteY14282" fmla="*/ 1666342 h 4821604"/>
              <a:gd name="connsiteX14283" fmla="*/ 1839265 w 2947832"/>
              <a:gd name="connsiteY14283" fmla="*/ 1664668 h 4821604"/>
              <a:gd name="connsiteX14284" fmla="*/ 1846119 w 2947832"/>
              <a:gd name="connsiteY14284" fmla="*/ 1652791 h 4821604"/>
              <a:gd name="connsiteX14285" fmla="*/ 1847584 w 2947832"/>
              <a:gd name="connsiteY14285" fmla="*/ 1651954 h 4821604"/>
              <a:gd name="connsiteX14286" fmla="*/ 1021006 w 2947832"/>
              <a:gd name="connsiteY14286" fmla="*/ 1651954 h 4821604"/>
              <a:gd name="connsiteX14287" fmla="*/ 1034715 w 2947832"/>
              <a:gd name="connsiteY14287" fmla="*/ 1651954 h 4821604"/>
              <a:gd name="connsiteX14288" fmla="*/ 1036180 w 2947832"/>
              <a:gd name="connsiteY14288" fmla="*/ 1652791 h 4821604"/>
              <a:gd name="connsiteX14289" fmla="*/ 1043034 w 2947832"/>
              <a:gd name="connsiteY14289" fmla="*/ 1664668 h 4821604"/>
              <a:gd name="connsiteX14290" fmla="*/ 1043034 w 2947832"/>
              <a:gd name="connsiteY14290" fmla="*/ 1666342 h 4821604"/>
              <a:gd name="connsiteX14291" fmla="*/ 1036180 w 2947832"/>
              <a:gd name="connsiteY14291" fmla="*/ 1678220 h 4821604"/>
              <a:gd name="connsiteX14292" fmla="*/ 1034715 w 2947832"/>
              <a:gd name="connsiteY14292" fmla="*/ 1679057 h 4821604"/>
              <a:gd name="connsiteX14293" fmla="*/ 1021006 w 2947832"/>
              <a:gd name="connsiteY14293" fmla="*/ 1679057 h 4821604"/>
              <a:gd name="connsiteX14294" fmla="*/ 1019541 w 2947832"/>
              <a:gd name="connsiteY14294" fmla="*/ 1678220 h 4821604"/>
              <a:gd name="connsiteX14295" fmla="*/ 1012687 w 2947832"/>
              <a:gd name="connsiteY14295" fmla="*/ 1666342 h 4821604"/>
              <a:gd name="connsiteX14296" fmla="*/ 1012687 w 2947832"/>
              <a:gd name="connsiteY14296" fmla="*/ 1664668 h 4821604"/>
              <a:gd name="connsiteX14297" fmla="*/ 1019541 w 2947832"/>
              <a:gd name="connsiteY14297" fmla="*/ 1652791 h 4821604"/>
              <a:gd name="connsiteX14298" fmla="*/ 1021006 w 2947832"/>
              <a:gd name="connsiteY14298" fmla="*/ 1651954 h 4821604"/>
              <a:gd name="connsiteX14299" fmla="*/ 1929259 w 2947832"/>
              <a:gd name="connsiteY14299" fmla="*/ 1650071 h 4821604"/>
              <a:gd name="connsiteX14300" fmla="*/ 1944903 w 2947832"/>
              <a:gd name="connsiteY14300" fmla="*/ 1650071 h 4821604"/>
              <a:gd name="connsiteX14301" fmla="*/ 1946577 w 2947832"/>
              <a:gd name="connsiteY14301" fmla="*/ 1651013 h 4821604"/>
              <a:gd name="connsiteX14302" fmla="*/ 1954373 w 2947832"/>
              <a:gd name="connsiteY14302" fmla="*/ 1664564 h 4821604"/>
              <a:gd name="connsiteX14303" fmla="*/ 1954373 w 2947832"/>
              <a:gd name="connsiteY14303" fmla="*/ 1666500 h 4821604"/>
              <a:gd name="connsiteX14304" fmla="*/ 1946577 w 2947832"/>
              <a:gd name="connsiteY14304" fmla="*/ 1680051 h 4821604"/>
              <a:gd name="connsiteX14305" fmla="*/ 1944903 w 2947832"/>
              <a:gd name="connsiteY14305" fmla="*/ 1680993 h 4821604"/>
              <a:gd name="connsiteX14306" fmla="*/ 1929259 w 2947832"/>
              <a:gd name="connsiteY14306" fmla="*/ 1680993 h 4821604"/>
              <a:gd name="connsiteX14307" fmla="*/ 1927584 w 2947832"/>
              <a:gd name="connsiteY14307" fmla="*/ 1680051 h 4821604"/>
              <a:gd name="connsiteX14308" fmla="*/ 1919788 w 2947832"/>
              <a:gd name="connsiteY14308" fmla="*/ 1666500 h 4821604"/>
              <a:gd name="connsiteX14309" fmla="*/ 1919788 w 2947832"/>
              <a:gd name="connsiteY14309" fmla="*/ 1664564 h 4821604"/>
              <a:gd name="connsiteX14310" fmla="*/ 1927584 w 2947832"/>
              <a:gd name="connsiteY14310" fmla="*/ 1651013 h 4821604"/>
              <a:gd name="connsiteX14311" fmla="*/ 1929259 w 2947832"/>
              <a:gd name="connsiteY14311" fmla="*/ 1650071 h 4821604"/>
              <a:gd name="connsiteX14312" fmla="*/ 2094543 w 2947832"/>
              <a:gd name="connsiteY14312" fmla="*/ 1649966 h 4821604"/>
              <a:gd name="connsiteX14313" fmla="*/ 2110239 w 2947832"/>
              <a:gd name="connsiteY14313" fmla="*/ 1649966 h 4821604"/>
              <a:gd name="connsiteX14314" fmla="*/ 2111914 w 2947832"/>
              <a:gd name="connsiteY14314" fmla="*/ 1650960 h 4821604"/>
              <a:gd name="connsiteX14315" fmla="*/ 2119762 w 2947832"/>
              <a:gd name="connsiteY14315" fmla="*/ 1664564 h 4821604"/>
              <a:gd name="connsiteX14316" fmla="*/ 2119762 w 2947832"/>
              <a:gd name="connsiteY14316" fmla="*/ 1666500 h 4821604"/>
              <a:gd name="connsiteX14317" fmla="*/ 2111914 w 2947832"/>
              <a:gd name="connsiteY14317" fmla="*/ 1680103 h 4821604"/>
              <a:gd name="connsiteX14318" fmla="*/ 2110239 w 2947832"/>
              <a:gd name="connsiteY14318" fmla="*/ 1681097 h 4821604"/>
              <a:gd name="connsiteX14319" fmla="*/ 2094543 w 2947832"/>
              <a:gd name="connsiteY14319" fmla="*/ 1681097 h 4821604"/>
              <a:gd name="connsiteX14320" fmla="*/ 2092869 w 2947832"/>
              <a:gd name="connsiteY14320" fmla="*/ 1680103 h 4821604"/>
              <a:gd name="connsiteX14321" fmla="*/ 2085021 w 2947832"/>
              <a:gd name="connsiteY14321" fmla="*/ 1666500 h 4821604"/>
              <a:gd name="connsiteX14322" fmla="*/ 2085021 w 2947832"/>
              <a:gd name="connsiteY14322" fmla="*/ 1664564 h 4821604"/>
              <a:gd name="connsiteX14323" fmla="*/ 2092869 w 2947832"/>
              <a:gd name="connsiteY14323" fmla="*/ 1650960 h 4821604"/>
              <a:gd name="connsiteX14324" fmla="*/ 2094543 w 2947832"/>
              <a:gd name="connsiteY14324" fmla="*/ 1649966 h 4821604"/>
              <a:gd name="connsiteX14325" fmla="*/ 2011718 w 2947832"/>
              <a:gd name="connsiteY14325" fmla="*/ 1649600 h 4821604"/>
              <a:gd name="connsiteX14326" fmla="*/ 2027780 w 2947832"/>
              <a:gd name="connsiteY14326" fmla="*/ 1649600 h 4821604"/>
              <a:gd name="connsiteX14327" fmla="*/ 2029507 w 2947832"/>
              <a:gd name="connsiteY14327" fmla="*/ 1650594 h 4821604"/>
              <a:gd name="connsiteX14328" fmla="*/ 2037564 w 2947832"/>
              <a:gd name="connsiteY14328" fmla="*/ 1664512 h 4821604"/>
              <a:gd name="connsiteX14329" fmla="*/ 2037564 w 2947832"/>
              <a:gd name="connsiteY14329" fmla="*/ 1666500 h 4821604"/>
              <a:gd name="connsiteX14330" fmla="*/ 2029507 w 2947832"/>
              <a:gd name="connsiteY14330" fmla="*/ 1680417 h 4821604"/>
              <a:gd name="connsiteX14331" fmla="*/ 2027780 w 2947832"/>
              <a:gd name="connsiteY14331" fmla="*/ 1681412 h 4821604"/>
              <a:gd name="connsiteX14332" fmla="*/ 2011718 w 2947832"/>
              <a:gd name="connsiteY14332" fmla="*/ 1681412 h 4821604"/>
              <a:gd name="connsiteX14333" fmla="*/ 2009991 w 2947832"/>
              <a:gd name="connsiteY14333" fmla="*/ 1680417 h 4821604"/>
              <a:gd name="connsiteX14334" fmla="*/ 2001934 w 2947832"/>
              <a:gd name="connsiteY14334" fmla="*/ 1666500 h 4821604"/>
              <a:gd name="connsiteX14335" fmla="*/ 2001934 w 2947832"/>
              <a:gd name="connsiteY14335" fmla="*/ 1664512 h 4821604"/>
              <a:gd name="connsiteX14336" fmla="*/ 2009991 w 2947832"/>
              <a:gd name="connsiteY14336" fmla="*/ 1650594 h 4821604"/>
              <a:gd name="connsiteX14337" fmla="*/ 2011718 w 2947832"/>
              <a:gd name="connsiteY14337" fmla="*/ 1649600 h 4821604"/>
              <a:gd name="connsiteX14338" fmla="*/ 937082 w 2947832"/>
              <a:gd name="connsiteY14338" fmla="*/ 1649443 h 4821604"/>
              <a:gd name="connsiteX14339" fmla="*/ 953302 w 2947832"/>
              <a:gd name="connsiteY14339" fmla="*/ 1649443 h 4821604"/>
              <a:gd name="connsiteX14340" fmla="*/ 955028 w 2947832"/>
              <a:gd name="connsiteY14340" fmla="*/ 1650437 h 4821604"/>
              <a:gd name="connsiteX14341" fmla="*/ 963138 w 2947832"/>
              <a:gd name="connsiteY14341" fmla="*/ 1664512 h 4821604"/>
              <a:gd name="connsiteX14342" fmla="*/ 963138 w 2947832"/>
              <a:gd name="connsiteY14342" fmla="*/ 1666500 h 4821604"/>
              <a:gd name="connsiteX14343" fmla="*/ 955028 w 2947832"/>
              <a:gd name="connsiteY14343" fmla="*/ 1680574 h 4821604"/>
              <a:gd name="connsiteX14344" fmla="*/ 953302 w 2947832"/>
              <a:gd name="connsiteY14344" fmla="*/ 1681568 h 4821604"/>
              <a:gd name="connsiteX14345" fmla="*/ 937082 w 2947832"/>
              <a:gd name="connsiteY14345" fmla="*/ 1681568 h 4821604"/>
              <a:gd name="connsiteX14346" fmla="*/ 935356 w 2947832"/>
              <a:gd name="connsiteY14346" fmla="*/ 1680574 h 4821604"/>
              <a:gd name="connsiteX14347" fmla="*/ 927245 w 2947832"/>
              <a:gd name="connsiteY14347" fmla="*/ 1666500 h 4821604"/>
              <a:gd name="connsiteX14348" fmla="*/ 927245 w 2947832"/>
              <a:gd name="connsiteY14348" fmla="*/ 1664512 h 4821604"/>
              <a:gd name="connsiteX14349" fmla="*/ 935356 w 2947832"/>
              <a:gd name="connsiteY14349" fmla="*/ 1650437 h 4821604"/>
              <a:gd name="connsiteX14350" fmla="*/ 937082 w 2947832"/>
              <a:gd name="connsiteY14350" fmla="*/ 1649443 h 4821604"/>
              <a:gd name="connsiteX14351" fmla="*/ 854048 w 2947832"/>
              <a:gd name="connsiteY14351" fmla="*/ 1648710 h 4821604"/>
              <a:gd name="connsiteX14352" fmla="*/ 871052 w 2947832"/>
              <a:gd name="connsiteY14352" fmla="*/ 1648710 h 4821604"/>
              <a:gd name="connsiteX14353" fmla="*/ 872884 w 2947832"/>
              <a:gd name="connsiteY14353" fmla="*/ 1649756 h 4821604"/>
              <a:gd name="connsiteX14354" fmla="*/ 881360 w 2947832"/>
              <a:gd name="connsiteY14354" fmla="*/ 1664459 h 4821604"/>
              <a:gd name="connsiteX14355" fmla="*/ 881360 w 2947832"/>
              <a:gd name="connsiteY14355" fmla="*/ 1666552 h 4821604"/>
              <a:gd name="connsiteX14356" fmla="*/ 872884 w 2947832"/>
              <a:gd name="connsiteY14356" fmla="*/ 1681254 h 4821604"/>
              <a:gd name="connsiteX14357" fmla="*/ 871052 w 2947832"/>
              <a:gd name="connsiteY14357" fmla="*/ 1682301 h 4821604"/>
              <a:gd name="connsiteX14358" fmla="*/ 854048 w 2947832"/>
              <a:gd name="connsiteY14358" fmla="*/ 1682301 h 4821604"/>
              <a:gd name="connsiteX14359" fmla="*/ 852217 w 2947832"/>
              <a:gd name="connsiteY14359" fmla="*/ 1681254 h 4821604"/>
              <a:gd name="connsiteX14360" fmla="*/ 843740 w 2947832"/>
              <a:gd name="connsiteY14360" fmla="*/ 1666552 h 4821604"/>
              <a:gd name="connsiteX14361" fmla="*/ 843740 w 2947832"/>
              <a:gd name="connsiteY14361" fmla="*/ 1664459 h 4821604"/>
              <a:gd name="connsiteX14362" fmla="*/ 852217 w 2947832"/>
              <a:gd name="connsiteY14362" fmla="*/ 1649756 h 4821604"/>
              <a:gd name="connsiteX14363" fmla="*/ 854048 w 2947832"/>
              <a:gd name="connsiteY14363" fmla="*/ 1648710 h 4821604"/>
              <a:gd name="connsiteX14364" fmla="*/ 2506316 w 2947832"/>
              <a:gd name="connsiteY14364" fmla="*/ 1646984 h 4821604"/>
              <a:gd name="connsiteX14365" fmla="*/ 2525046 w 2947832"/>
              <a:gd name="connsiteY14365" fmla="*/ 1646984 h 4821604"/>
              <a:gd name="connsiteX14366" fmla="*/ 2527035 w 2947832"/>
              <a:gd name="connsiteY14366" fmla="*/ 1648135 h 4821604"/>
              <a:gd name="connsiteX14367" fmla="*/ 2536401 w 2947832"/>
              <a:gd name="connsiteY14367" fmla="*/ 1664355 h 4821604"/>
              <a:gd name="connsiteX14368" fmla="*/ 2536401 w 2947832"/>
              <a:gd name="connsiteY14368" fmla="*/ 1666657 h 4821604"/>
              <a:gd name="connsiteX14369" fmla="*/ 2527035 w 2947832"/>
              <a:gd name="connsiteY14369" fmla="*/ 1682877 h 4821604"/>
              <a:gd name="connsiteX14370" fmla="*/ 2525046 w 2947832"/>
              <a:gd name="connsiteY14370" fmla="*/ 1684028 h 4821604"/>
              <a:gd name="connsiteX14371" fmla="*/ 2506316 w 2947832"/>
              <a:gd name="connsiteY14371" fmla="*/ 1684028 h 4821604"/>
              <a:gd name="connsiteX14372" fmla="*/ 2504327 w 2947832"/>
              <a:gd name="connsiteY14372" fmla="*/ 1682877 h 4821604"/>
              <a:gd name="connsiteX14373" fmla="*/ 2494961 w 2947832"/>
              <a:gd name="connsiteY14373" fmla="*/ 1666657 h 4821604"/>
              <a:gd name="connsiteX14374" fmla="*/ 2494961 w 2947832"/>
              <a:gd name="connsiteY14374" fmla="*/ 1664355 h 4821604"/>
              <a:gd name="connsiteX14375" fmla="*/ 2504327 w 2947832"/>
              <a:gd name="connsiteY14375" fmla="*/ 1648135 h 4821604"/>
              <a:gd name="connsiteX14376" fmla="*/ 2506316 w 2947832"/>
              <a:gd name="connsiteY14376" fmla="*/ 1646984 h 4821604"/>
              <a:gd name="connsiteX14377" fmla="*/ 522223 w 2947832"/>
              <a:gd name="connsiteY14377" fmla="*/ 1646356 h 4821604"/>
              <a:gd name="connsiteX14378" fmla="*/ 541582 w 2947832"/>
              <a:gd name="connsiteY14378" fmla="*/ 1646356 h 4821604"/>
              <a:gd name="connsiteX14379" fmla="*/ 543675 w 2947832"/>
              <a:gd name="connsiteY14379" fmla="*/ 1647559 h 4821604"/>
              <a:gd name="connsiteX14380" fmla="*/ 553355 w 2947832"/>
              <a:gd name="connsiteY14380" fmla="*/ 1664302 h 4821604"/>
              <a:gd name="connsiteX14381" fmla="*/ 553355 w 2947832"/>
              <a:gd name="connsiteY14381" fmla="*/ 1666709 h 4821604"/>
              <a:gd name="connsiteX14382" fmla="*/ 543675 w 2947832"/>
              <a:gd name="connsiteY14382" fmla="*/ 1683452 h 4821604"/>
              <a:gd name="connsiteX14383" fmla="*/ 541582 w 2947832"/>
              <a:gd name="connsiteY14383" fmla="*/ 1684655 h 4821604"/>
              <a:gd name="connsiteX14384" fmla="*/ 522223 w 2947832"/>
              <a:gd name="connsiteY14384" fmla="*/ 1684655 h 4821604"/>
              <a:gd name="connsiteX14385" fmla="*/ 520130 w 2947832"/>
              <a:gd name="connsiteY14385" fmla="*/ 1683452 h 4821604"/>
              <a:gd name="connsiteX14386" fmla="*/ 510451 w 2947832"/>
              <a:gd name="connsiteY14386" fmla="*/ 1666709 h 4821604"/>
              <a:gd name="connsiteX14387" fmla="*/ 510451 w 2947832"/>
              <a:gd name="connsiteY14387" fmla="*/ 1664302 h 4821604"/>
              <a:gd name="connsiteX14388" fmla="*/ 520130 w 2947832"/>
              <a:gd name="connsiteY14388" fmla="*/ 1647559 h 4821604"/>
              <a:gd name="connsiteX14389" fmla="*/ 522223 w 2947832"/>
              <a:gd name="connsiteY14389" fmla="*/ 1646356 h 4821604"/>
              <a:gd name="connsiteX14390" fmla="*/ 770071 w 2947832"/>
              <a:gd name="connsiteY14390" fmla="*/ 1646094 h 4821604"/>
              <a:gd name="connsiteX14391" fmla="*/ 789692 w 2947832"/>
              <a:gd name="connsiteY14391" fmla="*/ 1646094 h 4821604"/>
              <a:gd name="connsiteX14392" fmla="*/ 791784 w 2947832"/>
              <a:gd name="connsiteY14392" fmla="*/ 1647297 h 4821604"/>
              <a:gd name="connsiteX14393" fmla="*/ 801569 w 2947832"/>
              <a:gd name="connsiteY14393" fmla="*/ 1664302 h 4821604"/>
              <a:gd name="connsiteX14394" fmla="*/ 801569 w 2947832"/>
              <a:gd name="connsiteY14394" fmla="*/ 1666709 h 4821604"/>
              <a:gd name="connsiteX14395" fmla="*/ 791784 w 2947832"/>
              <a:gd name="connsiteY14395" fmla="*/ 1683713 h 4821604"/>
              <a:gd name="connsiteX14396" fmla="*/ 789692 w 2947832"/>
              <a:gd name="connsiteY14396" fmla="*/ 1684917 h 4821604"/>
              <a:gd name="connsiteX14397" fmla="*/ 770071 w 2947832"/>
              <a:gd name="connsiteY14397" fmla="*/ 1684917 h 4821604"/>
              <a:gd name="connsiteX14398" fmla="*/ 767978 w 2947832"/>
              <a:gd name="connsiteY14398" fmla="*/ 1683713 h 4821604"/>
              <a:gd name="connsiteX14399" fmla="*/ 758194 w 2947832"/>
              <a:gd name="connsiteY14399" fmla="*/ 1666709 h 4821604"/>
              <a:gd name="connsiteX14400" fmla="*/ 758194 w 2947832"/>
              <a:gd name="connsiteY14400" fmla="*/ 1664302 h 4821604"/>
              <a:gd name="connsiteX14401" fmla="*/ 767978 w 2947832"/>
              <a:gd name="connsiteY14401" fmla="*/ 1647297 h 4821604"/>
              <a:gd name="connsiteX14402" fmla="*/ 770071 w 2947832"/>
              <a:gd name="connsiteY14402" fmla="*/ 1646094 h 4821604"/>
              <a:gd name="connsiteX14403" fmla="*/ 604473 w 2947832"/>
              <a:gd name="connsiteY14403" fmla="*/ 1645571 h 4821604"/>
              <a:gd name="connsiteX14404" fmla="*/ 624617 w 2947832"/>
              <a:gd name="connsiteY14404" fmla="*/ 1645571 h 4821604"/>
              <a:gd name="connsiteX14405" fmla="*/ 626762 w 2947832"/>
              <a:gd name="connsiteY14405" fmla="*/ 1646827 h 4821604"/>
              <a:gd name="connsiteX14406" fmla="*/ 636860 w 2947832"/>
              <a:gd name="connsiteY14406" fmla="*/ 1664302 h 4821604"/>
              <a:gd name="connsiteX14407" fmla="*/ 636860 w 2947832"/>
              <a:gd name="connsiteY14407" fmla="*/ 1666814 h 4821604"/>
              <a:gd name="connsiteX14408" fmla="*/ 626762 w 2947832"/>
              <a:gd name="connsiteY14408" fmla="*/ 1684289 h 4821604"/>
              <a:gd name="connsiteX14409" fmla="*/ 624617 w 2947832"/>
              <a:gd name="connsiteY14409" fmla="*/ 1685545 h 4821604"/>
              <a:gd name="connsiteX14410" fmla="*/ 604473 w 2947832"/>
              <a:gd name="connsiteY14410" fmla="*/ 1685545 h 4821604"/>
              <a:gd name="connsiteX14411" fmla="*/ 602328 w 2947832"/>
              <a:gd name="connsiteY14411" fmla="*/ 1684289 h 4821604"/>
              <a:gd name="connsiteX14412" fmla="*/ 592230 w 2947832"/>
              <a:gd name="connsiteY14412" fmla="*/ 1666814 h 4821604"/>
              <a:gd name="connsiteX14413" fmla="*/ 592230 w 2947832"/>
              <a:gd name="connsiteY14413" fmla="*/ 1664302 h 4821604"/>
              <a:gd name="connsiteX14414" fmla="*/ 602328 w 2947832"/>
              <a:gd name="connsiteY14414" fmla="*/ 1646827 h 4821604"/>
              <a:gd name="connsiteX14415" fmla="*/ 604473 w 2947832"/>
              <a:gd name="connsiteY14415" fmla="*/ 1645571 h 4821604"/>
              <a:gd name="connsiteX14416" fmla="*/ 356258 w 2947832"/>
              <a:gd name="connsiteY14416" fmla="*/ 1645100 h 4821604"/>
              <a:gd name="connsiteX14417" fmla="*/ 376925 w 2947832"/>
              <a:gd name="connsiteY14417" fmla="*/ 1645100 h 4821604"/>
              <a:gd name="connsiteX14418" fmla="*/ 379123 w 2947832"/>
              <a:gd name="connsiteY14418" fmla="*/ 1646356 h 4821604"/>
              <a:gd name="connsiteX14419" fmla="*/ 389483 w 2947832"/>
              <a:gd name="connsiteY14419" fmla="*/ 1664250 h 4821604"/>
              <a:gd name="connsiteX14420" fmla="*/ 389483 w 2947832"/>
              <a:gd name="connsiteY14420" fmla="*/ 1666813 h 4821604"/>
              <a:gd name="connsiteX14421" fmla="*/ 379123 w 2947832"/>
              <a:gd name="connsiteY14421" fmla="*/ 1684708 h 4821604"/>
              <a:gd name="connsiteX14422" fmla="*/ 376925 w 2947832"/>
              <a:gd name="connsiteY14422" fmla="*/ 1685963 h 4821604"/>
              <a:gd name="connsiteX14423" fmla="*/ 356258 w 2947832"/>
              <a:gd name="connsiteY14423" fmla="*/ 1685963 h 4821604"/>
              <a:gd name="connsiteX14424" fmla="*/ 354061 w 2947832"/>
              <a:gd name="connsiteY14424" fmla="*/ 1684708 h 4821604"/>
              <a:gd name="connsiteX14425" fmla="*/ 343701 w 2947832"/>
              <a:gd name="connsiteY14425" fmla="*/ 1666813 h 4821604"/>
              <a:gd name="connsiteX14426" fmla="*/ 343701 w 2947832"/>
              <a:gd name="connsiteY14426" fmla="*/ 1664250 h 4821604"/>
              <a:gd name="connsiteX14427" fmla="*/ 354061 w 2947832"/>
              <a:gd name="connsiteY14427" fmla="*/ 1646356 h 4821604"/>
              <a:gd name="connsiteX14428" fmla="*/ 356258 w 2947832"/>
              <a:gd name="connsiteY14428" fmla="*/ 1645100 h 4821604"/>
              <a:gd name="connsiteX14429" fmla="*/ 438770 w 2947832"/>
              <a:gd name="connsiteY14429" fmla="*/ 1644786 h 4821604"/>
              <a:gd name="connsiteX14430" fmla="*/ 459699 w 2947832"/>
              <a:gd name="connsiteY14430" fmla="*/ 1644786 h 4821604"/>
              <a:gd name="connsiteX14431" fmla="*/ 461949 w 2947832"/>
              <a:gd name="connsiteY14431" fmla="*/ 1646094 h 4821604"/>
              <a:gd name="connsiteX14432" fmla="*/ 472413 w 2947832"/>
              <a:gd name="connsiteY14432" fmla="*/ 1664197 h 4821604"/>
              <a:gd name="connsiteX14433" fmla="*/ 472413 w 2947832"/>
              <a:gd name="connsiteY14433" fmla="*/ 1666761 h 4821604"/>
              <a:gd name="connsiteX14434" fmla="*/ 461949 w 2947832"/>
              <a:gd name="connsiteY14434" fmla="*/ 1684864 h 4821604"/>
              <a:gd name="connsiteX14435" fmla="*/ 459699 w 2947832"/>
              <a:gd name="connsiteY14435" fmla="*/ 1686173 h 4821604"/>
              <a:gd name="connsiteX14436" fmla="*/ 438770 w 2947832"/>
              <a:gd name="connsiteY14436" fmla="*/ 1686173 h 4821604"/>
              <a:gd name="connsiteX14437" fmla="*/ 436520 w 2947832"/>
              <a:gd name="connsiteY14437" fmla="*/ 1684864 h 4821604"/>
              <a:gd name="connsiteX14438" fmla="*/ 426056 w 2947832"/>
              <a:gd name="connsiteY14438" fmla="*/ 1666761 h 4821604"/>
              <a:gd name="connsiteX14439" fmla="*/ 426056 w 2947832"/>
              <a:gd name="connsiteY14439" fmla="*/ 1664197 h 4821604"/>
              <a:gd name="connsiteX14440" fmla="*/ 436520 w 2947832"/>
              <a:gd name="connsiteY14440" fmla="*/ 1646094 h 4821604"/>
              <a:gd name="connsiteX14441" fmla="*/ 438770 w 2947832"/>
              <a:gd name="connsiteY14441" fmla="*/ 1644786 h 4821604"/>
              <a:gd name="connsiteX14442" fmla="*/ 2587728 w 2947832"/>
              <a:gd name="connsiteY14442" fmla="*/ 1644472 h 4821604"/>
              <a:gd name="connsiteX14443" fmla="*/ 2609023 w 2947832"/>
              <a:gd name="connsiteY14443" fmla="*/ 1644472 h 4821604"/>
              <a:gd name="connsiteX14444" fmla="*/ 2611325 w 2947832"/>
              <a:gd name="connsiteY14444" fmla="*/ 1645780 h 4821604"/>
              <a:gd name="connsiteX14445" fmla="*/ 2621947 w 2947832"/>
              <a:gd name="connsiteY14445" fmla="*/ 1664197 h 4821604"/>
              <a:gd name="connsiteX14446" fmla="*/ 2621947 w 2947832"/>
              <a:gd name="connsiteY14446" fmla="*/ 1666813 h 4821604"/>
              <a:gd name="connsiteX14447" fmla="*/ 2611325 w 2947832"/>
              <a:gd name="connsiteY14447" fmla="*/ 1685231 h 4821604"/>
              <a:gd name="connsiteX14448" fmla="*/ 2609023 w 2947832"/>
              <a:gd name="connsiteY14448" fmla="*/ 1686539 h 4821604"/>
              <a:gd name="connsiteX14449" fmla="*/ 2587728 w 2947832"/>
              <a:gd name="connsiteY14449" fmla="*/ 1686539 h 4821604"/>
              <a:gd name="connsiteX14450" fmla="*/ 2585426 w 2947832"/>
              <a:gd name="connsiteY14450" fmla="*/ 1685231 h 4821604"/>
              <a:gd name="connsiteX14451" fmla="*/ 2574805 w 2947832"/>
              <a:gd name="connsiteY14451" fmla="*/ 1666813 h 4821604"/>
              <a:gd name="connsiteX14452" fmla="*/ 2574805 w 2947832"/>
              <a:gd name="connsiteY14452" fmla="*/ 1664197 h 4821604"/>
              <a:gd name="connsiteX14453" fmla="*/ 2585426 w 2947832"/>
              <a:gd name="connsiteY14453" fmla="*/ 1645780 h 4821604"/>
              <a:gd name="connsiteX14454" fmla="*/ 2587728 w 2947832"/>
              <a:gd name="connsiteY14454" fmla="*/ 1644472 h 4821604"/>
              <a:gd name="connsiteX14455" fmla="*/ 686252 w 2947832"/>
              <a:gd name="connsiteY14455" fmla="*/ 1643792 h 4821604"/>
              <a:gd name="connsiteX14456" fmla="*/ 708175 w 2947832"/>
              <a:gd name="connsiteY14456" fmla="*/ 1643792 h 4821604"/>
              <a:gd name="connsiteX14457" fmla="*/ 710529 w 2947832"/>
              <a:gd name="connsiteY14457" fmla="*/ 1645152 h 4821604"/>
              <a:gd name="connsiteX14458" fmla="*/ 721517 w 2947832"/>
              <a:gd name="connsiteY14458" fmla="*/ 1664145 h 4821604"/>
              <a:gd name="connsiteX14459" fmla="*/ 721517 w 2947832"/>
              <a:gd name="connsiteY14459" fmla="*/ 1666866 h 4821604"/>
              <a:gd name="connsiteX14460" fmla="*/ 710529 w 2947832"/>
              <a:gd name="connsiteY14460" fmla="*/ 1685859 h 4821604"/>
              <a:gd name="connsiteX14461" fmla="*/ 708175 w 2947832"/>
              <a:gd name="connsiteY14461" fmla="*/ 1687219 h 4821604"/>
              <a:gd name="connsiteX14462" fmla="*/ 686252 w 2947832"/>
              <a:gd name="connsiteY14462" fmla="*/ 1687219 h 4821604"/>
              <a:gd name="connsiteX14463" fmla="*/ 683897 w 2947832"/>
              <a:gd name="connsiteY14463" fmla="*/ 1685859 h 4821604"/>
              <a:gd name="connsiteX14464" fmla="*/ 672910 w 2947832"/>
              <a:gd name="connsiteY14464" fmla="*/ 1666866 h 4821604"/>
              <a:gd name="connsiteX14465" fmla="*/ 672910 w 2947832"/>
              <a:gd name="connsiteY14465" fmla="*/ 1664145 h 4821604"/>
              <a:gd name="connsiteX14466" fmla="*/ 683897 w 2947832"/>
              <a:gd name="connsiteY14466" fmla="*/ 1645152 h 4821604"/>
              <a:gd name="connsiteX14467" fmla="*/ 686252 w 2947832"/>
              <a:gd name="connsiteY14467" fmla="*/ 1643792 h 4821604"/>
              <a:gd name="connsiteX14468" fmla="*/ 268881 w 2947832"/>
              <a:gd name="connsiteY14468" fmla="*/ 1635630 h 4821604"/>
              <a:gd name="connsiteX14469" fmla="*/ 299018 w 2947832"/>
              <a:gd name="connsiteY14469" fmla="*/ 1635630 h 4821604"/>
              <a:gd name="connsiteX14470" fmla="*/ 302263 w 2947832"/>
              <a:gd name="connsiteY14470" fmla="*/ 1637514 h 4821604"/>
              <a:gd name="connsiteX14471" fmla="*/ 317331 w 2947832"/>
              <a:gd name="connsiteY14471" fmla="*/ 1663622 h 4821604"/>
              <a:gd name="connsiteX14472" fmla="*/ 317331 w 2947832"/>
              <a:gd name="connsiteY14472" fmla="*/ 1667337 h 4821604"/>
              <a:gd name="connsiteX14473" fmla="*/ 302263 w 2947832"/>
              <a:gd name="connsiteY14473" fmla="*/ 1693446 h 4821604"/>
              <a:gd name="connsiteX14474" fmla="*/ 299018 w 2947832"/>
              <a:gd name="connsiteY14474" fmla="*/ 1695329 h 4821604"/>
              <a:gd name="connsiteX14475" fmla="*/ 268881 w 2947832"/>
              <a:gd name="connsiteY14475" fmla="*/ 1695329 h 4821604"/>
              <a:gd name="connsiteX14476" fmla="*/ 265638 w 2947832"/>
              <a:gd name="connsiteY14476" fmla="*/ 1693446 h 4821604"/>
              <a:gd name="connsiteX14477" fmla="*/ 250569 w 2947832"/>
              <a:gd name="connsiteY14477" fmla="*/ 1667337 h 4821604"/>
              <a:gd name="connsiteX14478" fmla="*/ 250569 w 2947832"/>
              <a:gd name="connsiteY14478" fmla="*/ 1663622 h 4821604"/>
              <a:gd name="connsiteX14479" fmla="*/ 265638 w 2947832"/>
              <a:gd name="connsiteY14479" fmla="*/ 1637514 h 4821604"/>
              <a:gd name="connsiteX14480" fmla="*/ 268881 w 2947832"/>
              <a:gd name="connsiteY14480" fmla="*/ 1635630 h 4821604"/>
              <a:gd name="connsiteX14481" fmla="*/ 281752 w 2947832"/>
              <a:gd name="connsiteY14481" fmla="*/ 1578547 h 4821604"/>
              <a:gd name="connsiteX14482" fmla="*/ 286095 w 2947832"/>
              <a:gd name="connsiteY14482" fmla="*/ 1578547 h 4821604"/>
              <a:gd name="connsiteX14483" fmla="*/ 286566 w 2947832"/>
              <a:gd name="connsiteY14483" fmla="*/ 1578809 h 4821604"/>
              <a:gd name="connsiteX14484" fmla="*/ 288711 w 2947832"/>
              <a:gd name="connsiteY14484" fmla="*/ 1582576 h 4821604"/>
              <a:gd name="connsiteX14485" fmla="*/ 288711 w 2947832"/>
              <a:gd name="connsiteY14485" fmla="*/ 1583099 h 4821604"/>
              <a:gd name="connsiteX14486" fmla="*/ 286566 w 2947832"/>
              <a:gd name="connsiteY14486" fmla="*/ 1586866 h 4821604"/>
              <a:gd name="connsiteX14487" fmla="*/ 286095 w 2947832"/>
              <a:gd name="connsiteY14487" fmla="*/ 1587128 h 4821604"/>
              <a:gd name="connsiteX14488" fmla="*/ 281752 w 2947832"/>
              <a:gd name="connsiteY14488" fmla="*/ 1587128 h 4821604"/>
              <a:gd name="connsiteX14489" fmla="*/ 281282 w 2947832"/>
              <a:gd name="connsiteY14489" fmla="*/ 1586866 h 4821604"/>
              <a:gd name="connsiteX14490" fmla="*/ 279136 w 2947832"/>
              <a:gd name="connsiteY14490" fmla="*/ 1583099 h 4821604"/>
              <a:gd name="connsiteX14491" fmla="*/ 279136 w 2947832"/>
              <a:gd name="connsiteY14491" fmla="*/ 1582576 h 4821604"/>
              <a:gd name="connsiteX14492" fmla="*/ 281282 w 2947832"/>
              <a:gd name="connsiteY14492" fmla="*/ 1578809 h 4821604"/>
              <a:gd name="connsiteX14493" fmla="*/ 281752 w 2947832"/>
              <a:gd name="connsiteY14493" fmla="*/ 1578547 h 4821604"/>
              <a:gd name="connsiteX14494" fmla="*/ 1602510 w 2947832"/>
              <a:gd name="connsiteY14494" fmla="*/ 1575094 h 4821604"/>
              <a:gd name="connsiteX14495" fmla="*/ 1610358 w 2947832"/>
              <a:gd name="connsiteY14495" fmla="*/ 1575094 h 4821604"/>
              <a:gd name="connsiteX14496" fmla="*/ 1611196 w 2947832"/>
              <a:gd name="connsiteY14496" fmla="*/ 1575565 h 4821604"/>
              <a:gd name="connsiteX14497" fmla="*/ 1615120 w 2947832"/>
              <a:gd name="connsiteY14497" fmla="*/ 1582367 h 4821604"/>
              <a:gd name="connsiteX14498" fmla="*/ 1615120 w 2947832"/>
              <a:gd name="connsiteY14498" fmla="*/ 1583361 h 4821604"/>
              <a:gd name="connsiteX14499" fmla="*/ 1611196 w 2947832"/>
              <a:gd name="connsiteY14499" fmla="*/ 1590163 h 4821604"/>
              <a:gd name="connsiteX14500" fmla="*/ 1610358 w 2947832"/>
              <a:gd name="connsiteY14500" fmla="*/ 1590634 h 4821604"/>
              <a:gd name="connsiteX14501" fmla="*/ 1602510 w 2947832"/>
              <a:gd name="connsiteY14501" fmla="*/ 1590634 h 4821604"/>
              <a:gd name="connsiteX14502" fmla="*/ 1601673 w 2947832"/>
              <a:gd name="connsiteY14502" fmla="*/ 1590163 h 4821604"/>
              <a:gd name="connsiteX14503" fmla="*/ 1597749 w 2947832"/>
              <a:gd name="connsiteY14503" fmla="*/ 1583361 h 4821604"/>
              <a:gd name="connsiteX14504" fmla="*/ 1597749 w 2947832"/>
              <a:gd name="connsiteY14504" fmla="*/ 1582367 h 4821604"/>
              <a:gd name="connsiteX14505" fmla="*/ 1601673 w 2947832"/>
              <a:gd name="connsiteY14505" fmla="*/ 1575565 h 4821604"/>
              <a:gd name="connsiteX14506" fmla="*/ 1602510 w 2947832"/>
              <a:gd name="connsiteY14506" fmla="*/ 1575094 h 4821604"/>
              <a:gd name="connsiteX14507" fmla="*/ 1519057 w 2947832"/>
              <a:gd name="connsiteY14507" fmla="*/ 1573419 h 4821604"/>
              <a:gd name="connsiteX14508" fmla="*/ 1528579 w 2947832"/>
              <a:gd name="connsiteY14508" fmla="*/ 1573419 h 4821604"/>
              <a:gd name="connsiteX14509" fmla="*/ 1529626 w 2947832"/>
              <a:gd name="connsiteY14509" fmla="*/ 1573994 h 4821604"/>
              <a:gd name="connsiteX14510" fmla="*/ 1534387 w 2947832"/>
              <a:gd name="connsiteY14510" fmla="*/ 1582261 h 4821604"/>
              <a:gd name="connsiteX14511" fmla="*/ 1534387 w 2947832"/>
              <a:gd name="connsiteY14511" fmla="*/ 1583465 h 4821604"/>
              <a:gd name="connsiteX14512" fmla="*/ 1529626 w 2947832"/>
              <a:gd name="connsiteY14512" fmla="*/ 1591732 h 4821604"/>
              <a:gd name="connsiteX14513" fmla="*/ 1528579 w 2947832"/>
              <a:gd name="connsiteY14513" fmla="*/ 1592307 h 4821604"/>
              <a:gd name="connsiteX14514" fmla="*/ 1519057 w 2947832"/>
              <a:gd name="connsiteY14514" fmla="*/ 1592307 h 4821604"/>
              <a:gd name="connsiteX14515" fmla="*/ 1518010 w 2947832"/>
              <a:gd name="connsiteY14515" fmla="*/ 1591732 h 4821604"/>
              <a:gd name="connsiteX14516" fmla="*/ 1513249 w 2947832"/>
              <a:gd name="connsiteY14516" fmla="*/ 1583465 h 4821604"/>
              <a:gd name="connsiteX14517" fmla="*/ 1513249 w 2947832"/>
              <a:gd name="connsiteY14517" fmla="*/ 1582261 h 4821604"/>
              <a:gd name="connsiteX14518" fmla="*/ 1518010 w 2947832"/>
              <a:gd name="connsiteY14518" fmla="*/ 1573994 h 4821604"/>
              <a:gd name="connsiteX14519" fmla="*/ 1519057 w 2947832"/>
              <a:gd name="connsiteY14519" fmla="*/ 1573419 h 4821604"/>
              <a:gd name="connsiteX14520" fmla="*/ 1188227 w 2947832"/>
              <a:gd name="connsiteY14520" fmla="*/ 1573053 h 4821604"/>
              <a:gd name="connsiteX14521" fmla="*/ 1198116 w 2947832"/>
              <a:gd name="connsiteY14521" fmla="*/ 1573053 h 4821604"/>
              <a:gd name="connsiteX14522" fmla="*/ 1199162 w 2947832"/>
              <a:gd name="connsiteY14522" fmla="*/ 1573681 h 4821604"/>
              <a:gd name="connsiteX14523" fmla="*/ 1204080 w 2947832"/>
              <a:gd name="connsiteY14523" fmla="*/ 1582262 h 4821604"/>
              <a:gd name="connsiteX14524" fmla="*/ 1204080 w 2947832"/>
              <a:gd name="connsiteY14524" fmla="*/ 1583465 h 4821604"/>
              <a:gd name="connsiteX14525" fmla="*/ 1199162 w 2947832"/>
              <a:gd name="connsiteY14525" fmla="*/ 1592046 h 4821604"/>
              <a:gd name="connsiteX14526" fmla="*/ 1198116 w 2947832"/>
              <a:gd name="connsiteY14526" fmla="*/ 1592674 h 4821604"/>
              <a:gd name="connsiteX14527" fmla="*/ 1188227 w 2947832"/>
              <a:gd name="connsiteY14527" fmla="*/ 1592674 h 4821604"/>
              <a:gd name="connsiteX14528" fmla="*/ 1187180 w 2947832"/>
              <a:gd name="connsiteY14528" fmla="*/ 1592046 h 4821604"/>
              <a:gd name="connsiteX14529" fmla="*/ 1182262 w 2947832"/>
              <a:gd name="connsiteY14529" fmla="*/ 1583465 h 4821604"/>
              <a:gd name="connsiteX14530" fmla="*/ 1182262 w 2947832"/>
              <a:gd name="connsiteY14530" fmla="*/ 1582262 h 4821604"/>
              <a:gd name="connsiteX14531" fmla="*/ 1187180 w 2947832"/>
              <a:gd name="connsiteY14531" fmla="*/ 1573681 h 4821604"/>
              <a:gd name="connsiteX14532" fmla="*/ 1188227 w 2947832"/>
              <a:gd name="connsiteY14532" fmla="*/ 1573053 h 4821604"/>
              <a:gd name="connsiteX14533" fmla="*/ 1105453 w 2947832"/>
              <a:gd name="connsiteY14533" fmla="*/ 1572792 h 4821604"/>
              <a:gd name="connsiteX14534" fmla="*/ 1115656 w 2947832"/>
              <a:gd name="connsiteY14534" fmla="*/ 1572792 h 4821604"/>
              <a:gd name="connsiteX14535" fmla="*/ 1116754 w 2947832"/>
              <a:gd name="connsiteY14535" fmla="*/ 1573420 h 4821604"/>
              <a:gd name="connsiteX14536" fmla="*/ 1121830 w 2947832"/>
              <a:gd name="connsiteY14536" fmla="*/ 1582262 h 4821604"/>
              <a:gd name="connsiteX14537" fmla="*/ 1121830 w 2947832"/>
              <a:gd name="connsiteY14537" fmla="*/ 1583518 h 4821604"/>
              <a:gd name="connsiteX14538" fmla="*/ 1116754 w 2947832"/>
              <a:gd name="connsiteY14538" fmla="*/ 1592360 h 4821604"/>
              <a:gd name="connsiteX14539" fmla="*/ 1115656 w 2947832"/>
              <a:gd name="connsiteY14539" fmla="*/ 1592988 h 4821604"/>
              <a:gd name="connsiteX14540" fmla="*/ 1105453 w 2947832"/>
              <a:gd name="connsiteY14540" fmla="*/ 1592988 h 4821604"/>
              <a:gd name="connsiteX14541" fmla="*/ 1104354 w 2947832"/>
              <a:gd name="connsiteY14541" fmla="*/ 1592360 h 4821604"/>
              <a:gd name="connsiteX14542" fmla="*/ 1099279 w 2947832"/>
              <a:gd name="connsiteY14542" fmla="*/ 1583518 h 4821604"/>
              <a:gd name="connsiteX14543" fmla="*/ 1099279 w 2947832"/>
              <a:gd name="connsiteY14543" fmla="*/ 1582262 h 4821604"/>
              <a:gd name="connsiteX14544" fmla="*/ 1104354 w 2947832"/>
              <a:gd name="connsiteY14544" fmla="*/ 1573420 h 4821604"/>
              <a:gd name="connsiteX14545" fmla="*/ 1105453 w 2947832"/>
              <a:gd name="connsiteY14545" fmla="*/ 1572792 h 4821604"/>
              <a:gd name="connsiteX14546" fmla="*/ 1353092 w 2947832"/>
              <a:gd name="connsiteY14546" fmla="*/ 1572216 h 4821604"/>
              <a:gd name="connsiteX14547" fmla="*/ 1363818 w 2947832"/>
              <a:gd name="connsiteY14547" fmla="*/ 1572216 h 4821604"/>
              <a:gd name="connsiteX14548" fmla="*/ 1364969 w 2947832"/>
              <a:gd name="connsiteY14548" fmla="*/ 1572896 h 4821604"/>
              <a:gd name="connsiteX14549" fmla="*/ 1370358 w 2947832"/>
              <a:gd name="connsiteY14549" fmla="*/ 1582209 h 4821604"/>
              <a:gd name="connsiteX14550" fmla="*/ 1370358 w 2947832"/>
              <a:gd name="connsiteY14550" fmla="*/ 1583518 h 4821604"/>
              <a:gd name="connsiteX14551" fmla="*/ 1364969 w 2947832"/>
              <a:gd name="connsiteY14551" fmla="*/ 1592831 h 4821604"/>
              <a:gd name="connsiteX14552" fmla="*/ 1363818 w 2947832"/>
              <a:gd name="connsiteY14552" fmla="*/ 1593511 h 4821604"/>
              <a:gd name="connsiteX14553" fmla="*/ 1353092 w 2947832"/>
              <a:gd name="connsiteY14553" fmla="*/ 1593511 h 4821604"/>
              <a:gd name="connsiteX14554" fmla="*/ 1351941 w 2947832"/>
              <a:gd name="connsiteY14554" fmla="*/ 1592831 h 4821604"/>
              <a:gd name="connsiteX14555" fmla="*/ 1346552 w 2947832"/>
              <a:gd name="connsiteY14555" fmla="*/ 1583518 h 4821604"/>
              <a:gd name="connsiteX14556" fmla="*/ 1346552 w 2947832"/>
              <a:gd name="connsiteY14556" fmla="*/ 1582209 h 4821604"/>
              <a:gd name="connsiteX14557" fmla="*/ 1351941 w 2947832"/>
              <a:gd name="connsiteY14557" fmla="*/ 1572896 h 4821604"/>
              <a:gd name="connsiteX14558" fmla="*/ 1353092 w 2947832"/>
              <a:gd name="connsiteY14558" fmla="*/ 1572216 h 4821604"/>
              <a:gd name="connsiteX14559" fmla="*/ 1270371 w 2947832"/>
              <a:gd name="connsiteY14559" fmla="*/ 1571954 h 4821604"/>
              <a:gd name="connsiteX14560" fmla="*/ 1281359 w 2947832"/>
              <a:gd name="connsiteY14560" fmla="*/ 1571954 h 4821604"/>
              <a:gd name="connsiteX14561" fmla="*/ 1282562 w 2947832"/>
              <a:gd name="connsiteY14561" fmla="*/ 1572634 h 4821604"/>
              <a:gd name="connsiteX14562" fmla="*/ 1288056 w 2947832"/>
              <a:gd name="connsiteY14562" fmla="*/ 1582157 h 4821604"/>
              <a:gd name="connsiteX14563" fmla="*/ 1288056 w 2947832"/>
              <a:gd name="connsiteY14563" fmla="*/ 1583517 h 4821604"/>
              <a:gd name="connsiteX14564" fmla="*/ 1282562 w 2947832"/>
              <a:gd name="connsiteY14564" fmla="*/ 1593040 h 4821604"/>
              <a:gd name="connsiteX14565" fmla="*/ 1281359 w 2947832"/>
              <a:gd name="connsiteY14565" fmla="*/ 1593720 h 4821604"/>
              <a:gd name="connsiteX14566" fmla="*/ 1270371 w 2947832"/>
              <a:gd name="connsiteY14566" fmla="*/ 1593720 h 4821604"/>
              <a:gd name="connsiteX14567" fmla="*/ 1269168 w 2947832"/>
              <a:gd name="connsiteY14567" fmla="*/ 1593040 h 4821604"/>
              <a:gd name="connsiteX14568" fmla="*/ 1263674 w 2947832"/>
              <a:gd name="connsiteY14568" fmla="*/ 1583517 h 4821604"/>
              <a:gd name="connsiteX14569" fmla="*/ 1263674 w 2947832"/>
              <a:gd name="connsiteY14569" fmla="*/ 1582157 h 4821604"/>
              <a:gd name="connsiteX14570" fmla="*/ 1269168 w 2947832"/>
              <a:gd name="connsiteY14570" fmla="*/ 1572634 h 4821604"/>
              <a:gd name="connsiteX14571" fmla="*/ 1270371 w 2947832"/>
              <a:gd name="connsiteY14571" fmla="*/ 1571954 h 4821604"/>
              <a:gd name="connsiteX14572" fmla="*/ 1435446 w 2947832"/>
              <a:gd name="connsiteY14572" fmla="*/ 1571588 h 4821604"/>
              <a:gd name="connsiteX14573" fmla="*/ 1446852 w 2947832"/>
              <a:gd name="connsiteY14573" fmla="*/ 1571588 h 4821604"/>
              <a:gd name="connsiteX14574" fmla="*/ 1448056 w 2947832"/>
              <a:gd name="connsiteY14574" fmla="*/ 1572268 h 4821604"/>
              <a:gd name="connsiteX14575" fmla="*/ 1453759 w 2947832"/>
              <a:gd name="connsiteY14575" fmla="*/ 1582157 h 4821604"/>
              <a:gd name="connsiteX14576" fmla="*/ 1453759 w 2947832"/>
              <a:gd name="connsiteY14576" fmla="*/ 1583570 h 4821604"/>
              <a:gd name="connsiteX14577" fmla="*/ 1448056 w 2947832"/>
              <a:gd name="connsiteY14577" fmla="*/ 1593458 h 4821604"/>
              <a:gd name="connsiteX14578" fmla="*/ 1446852 w 2947832"/>
              <a:gd name="connsiteY14578" fmla="*/ 1594139 h 4821604"/>
              <a:gd name="connsiteX14579" fmla="*/ 1435446 w 2947832"/>
              <a:gd name="connsiteY14579" fmla="*/ 1594139 h 4821604"/>
              <a:gd name="connsiteX14580" fmla="*/ 1434243 w 2947832"/>
              <a:gd name="connsiteY14580" fmla="*/ 1593458 h 4821604"/>
              <a:gd name="connsiteX14581" fmla="*/ 1428540 w 2947832"/>
              <a:gd name="connsiteY14581" fmla="*/ 1583570 h 4821604"/>
              <a:gd name="connsiteX14582" fmla="*/ 1428540 w 2947832"/>
              <a:gd name="connsiteY14582" fmla="*/ 1582157 h 4821604"/>
              <a:gd name="connsiteX14583" fmla="*/ 1434243 w 2947832"/>
              <a:gd name="connsiteY14583" fmla="*/ 1572268 h 4821604"/>
              <a:gd name="connsiteX14584" fmla="*/ 1435446 w 2947832"/>
              <a:gd name="connsiteY14584" fmla="*/ 1571588 h 4821604"/>
              <a:gd name="connsiteX14585" fmla="*/ 2675262 w 2947832"/>
              <a:gd name="connsiteY14585" fmla="*/ 1571431 h 4821604"/>
              <a:gd name="connsiteX14586" fmla="*/ 2686826 w 2947832"/>
              <a:gd name="connsiteY14586" fmla="*/ 1571431 h 4821604"/>
              <a:gd name="connsiteX14587" fmla="*/ 2688081 w 2947832"/>
              <a:gd name="connsiteY14587" fmla="*/ 1572163 h 4821604"/>
              <a:gd name="connsiteX14588" fmla="*/ 2693837 w 2947832"/>
              <a:gd name="connsiteY14588" fmla="*/ 1582157 h 4821604"/>
              <a:gd name="connsiteX14589" fmla="*/ 2693837 w 2947832"/>
              <a:gd name="connsiteY14589" fmla="*/ 1583570 h 4821604"/>
              <a:gd name="connsiteX14590" fmla="*/ 2688081 w 2947832"/>
              <a:gd name="connsiteY14590" fmla="*/ 1593563 h 4821604"/>
              <a:gd name="connsiteX14591" fmla="*/ 2686826 w 2947832"/>
              <a:gd name="connsiteY14591" fmla="*/ 1594296 h 4821604"/>
              <a:gd name="connsiteX14592" fmla="*/ 2675262 w 2947832"/>
              <a:gd name="connsiteY14592" fmla="*/ 1594296 h 4821604"/>
              <a:gd name="connsiteX14593" fmla="*/ 2674006 w 2947832"/>
              <a:gd name="connsiteY14593" fmla="*/ 1593563 h 4821604"/>
              <a:gd name="connsiteX14594" fmla="*/ 2668251 w 2947832"/>
              <a:gd name="connsiteY14594" fmla="*/ 1583570 h 4821604"/>
              <a:gd name="connsiteX14595" fmla="*/ 2668251 w 2947832"/>
              <a:gd name="connsiteY14595" fmla="*/ 1582157 h 4821604"/>
              <a:gd name="connsiteX14596" fmla="*/ 2674006 w 2947832"/>
              <a:gd name="connsiteY14596" fmla="*/ 1572163 h 4821604"/>
              <a:gd name="connsiteX14597" fmla="*/ 2675262 w 2947832"/>
              <a:gd name="connsiteY14597" fmla="*/ 1571431 h 4821604"/>
              <a:gd name="connsiteX14598" fmla="*/ 1682719 w 2947832"/>
              <a:gd name="connsiteY14598" fmla="*/ 1570228 h 4821604"/>
              <a:gd name="connsiteX14599" fmla="*/ 1695485 w 2947832"/>
              <a:gd name="connsiteY14599" fmla="*/ 1570228 h 4821604"/>
              <a:gd name="connsiteX14600" fmla="*/ 1696846 w 2947832"/>
              <a:gd name="connsiteY14600" fmla="*/ 1571013 h 4821604"/>
              <a:gd name="connsiteX14601" fmla="*/ 1703229 w 2947832"/>
              <a:gd name="connsiteY14601" fmla="*/ 1582053 h 4821604"/>
              <a:gd name="connsiteX14602" fmla="*/ 1703229 w 2947832"/>
              <a:gd name="connsiteY14602" fmla="*/ 1583622 h 4821604"/>
              <a:gd name="connsiteX14603" fmla="*/ 1696846 w 2947832"/>
              <a:gd name="connsiteY14603" fmla="*/ 1594662 h 4821604"/>
              <a:gd name="connsiteX14604" fmla="*/ 1695485 w 2947832"/>
              <a:gd name="connsiteY14604" fmla="*/ 1595447 h 4821604"/>
              <a:gd name="connsiteX14605" fmla="*/ 1682719 w 2947832"/>
              <a:gd name="connsiteY14605" fmla="*/ 1595447 h 4821604"/>
              <a:gd name="connsiteX14606" fmla="*/ 1681358 w 2947832"/>
              <a:gd name="connsiteY14606" fmla="*/ 1594662 h 4821604"/>
              <a:gd name="connsiteX14607" fmla="*/ 1674975 w 2947832"/>
              <a:gd name="connsiteY14607" fmla="*/ 1583622 h 4821604"/>
              <a:gd name="connsiteX14608" fmla="*/ 1674975 w 2947832"/>
              <a:gd name="connsiteY14608" fmla="*/ 1582053 h 4821604"/>
              <a:gd name="connsiteX14609" fmla="*/ 1681358 w 2947832"/>
              <a:gd name="connsiteY14609" fmla="*/ 1571013 h 4821604"/>
              <a:gd name="connsiteX14610" fmla="*/ 1682719 w 2947832"/>
              <a:gd name="connsiteY14610" fmla="*/ 1570228 h 4821604"/>
              <a:gd name="connsiteX14611" fmla="*/ 1930619 w 2947832"/>
              <a:gd name="connsiteY14611" fmla="*/ 1570071 h 4821604"/>
              <a:gd name="connsiteX14612" fmla="*/ 1943542 w 2947832"/>
              <a:gd name="connsiteY14612" fmla="*/ 1570071 h 4821604"/>
              <a:gd name="connsiteX14613" fmla="*/ 1944903 w 2947832"/>
              <a:gd name="connsiteY14613" fmla="*/ 1570856 h 4821604"/>
              <a:gd name="connsiteX14614" fmla="*/ 1951339 w 2947832"/>
              <a:gd name="connsiteY14614" fmla="*/ 1582053 h 4821604"/>
              <a:gd name="connsiteX14615" fmla="*/ 1951339 w 2947832"/>
              <a:gd name="connsiteY14615" fmla="*/ 1583675 h 4821604"/>
              <a:gd name="connsiteX14616" fmla="*/ 1944903 w 2947832"/>
              <a:gd name="connsiteY14616" fmla="*/ 1594871 h 4821604"/>
              <a:gd name="connsiteX14617" fmla="*/ 1943542 w 2947832"/>
              <a:gd name="connsiteY14617" fmla="*/ 1595656 h 4821604"/>
              <a:gd name="connsiteX14618" fmla="*/ 1930619 w 2947832"/>
              <a:gd name="connsiteY14618" fmla="*/ 1595656 h 4821604"/>
              <a:gd name="connsiteX14619" fmla="*/ 1929259 w 2947832"/>
              <a:gd name="connsiteY14619" fmla="*/ 1594871 h 4821604"/>
              <a:gd name="connsiteX14620" fmla="*/ 1922823 w 2947832"/>
              <a:gd name="connsiteY14620" fmla="*/ 1583675 h 4821604"/>
              <a:gd name="connsiteX14621" fmla="*/ 1922823 w 2947832"/>
              <a:gd name="connsiteY14621" fmla="*/ 1582053 h 4821604"/>
              <a:gd name="connsiteX14622" fmla="*/ 1929259 w 2947832"/>
              <a:gd name="connsiteY14622" fmla="*/ 1570856 h 4821604"/>
              <a:gd name="connsiteX14623" fmla="*/ 1930619 w 2947832"/>
              <a:gd name="connsiteY14623" fmla="*/ 1570071 h 4821604"/>
              <a:gd name="connsiteX14624" fmla="*/ 1847846 w 2947832"/>
              <a:gd name="connsiteY14624" fmla="*/ 1569757 h 4821604"/>
              <a:gd name="connsiteX14625" fmla="*/ 1861032 w 2947832"/>
              <a:gd name="connsiteY14625" fmla="*/ 1569757 h 4821604"/>
              <a:gd name="connsiteX14626" fmla="*/ 1862444 w 2947832"/>
              <a:gd name="connsiteY14626" fmla="*/ 1570594 h 4821604"/>
              <a:gd name="connsiteX14627" fmla="*/ 1869037 w 2947832"/>
              <a:gd name="connsiteY14627" fmla="*/ 1582053 h 4821604"/>
              <a:gd name="connsiteX14628" fmla="*/ 1869037 w 2947832"/>
              <a:gd name="connsiteY14628" fmla="*/ 1583675 h 4821604"/>
              <a:gd name="connsiteX14629" fmla="*/ 1862444 w 2947832"/>
              <a:gd name="connsiteY14629" fmla="*/ 1595133 h 4821604"/>
              <a:gd name="connsiteX14630" fmla="*/ 1861032 w 2947832"/>
              <a:gd name="connsiteY14630" fmla="*/ 1595970 h 4821604"/>
              <a:gd name="connsiteX14631" fmla="*/ 1847846 w 2947832"/>
              <a:gd name="connsiteY14631" fmla="*/ 1595970 h 4821604"/>
              <a:gd name="connsiteX14632" fmla="*/ 1846434 w 2947832"/>
              <a:gd name="connsiteY14632" fmla="*/ 1595133 h 4821604"/>
              <a:gd name="connsiteX14633" fmla="*/ 1839841 w 2947832"/>
              <a:gd name="connsiteY14633" fmla="*/ 1583675 h 4821604"/>
              <a:gd name="connsiteX14634" fmla="*/ 1839841 w 2947832"/>
              <a:gd name="connsiteY14634" fmla="*/ 1582053 h 4821604"/>
              <a:gd name="connsiteX14635" fmla="*/ 1846434 w 2947832"/>
              <a:gd name="connsiteY14635" fmla="*/ 1570594 h 4821604"/>
              <a:gd name="connsiteX14636" fmla="*/ 1847846 w 2947832"/>
              <a:gd name="connsiteY14636" fmla="*/ 1569757 h 4821604"/>
              <a:gd name="connsiteX14637" fmla="*/ 1765021 w 2947832"/>
              <a:gd name="connsiteY14637" fmla="*/ 1569495 h 4821604"/>
              <a:gd name="connsiteX14638" fmla="*/ 1778520 w 2947832"/>
              <a:gd name="connsiteY14638" fmla="*/ 1569495 h 4821604"/>
              <a:gd name="connsiteX14639" fmla="*/ 1779985 w 2947832"/>
              <a:gd name="connsiteY14639" fmla="*/ 1570332 h 4821604"/>
              <a:gd name="connsiteX14640" fmla="*/ 1786734 w 2947832"/>
              <a:gd name="connsiteY14640" fmla="*/ 1582052 h 4821604"/>
              <a:gd name="connsiteX14641" fmla="*/ 1786734 w 2947832"/>
              <a:gd name="connsiteY14641" fmla="*/ 1583727 h 4821604"/>
              <a:gd name="connsiteX14642" fmla="*/ 1779985 w 2947832"/>
              <a:gd name="connsiteY14642" fmla="*/ 1595447 h 4821604"/>
              <a:gd name="connsiteX14643" fmla="*/ 1778520 w 2947832"/>
              <a:gd name="connsiteY14643" fmla="*/ 1596284 h 4821604"/>
              <a:gd name="connsiteX14644" fmla="*/ 1765021 w 2947832"/>
              <a:gd name="connsiteY14644" fmla="*/ 1596284 h 4821604"/>
              <a:gd name="connsiteX14645" fmla="*/ 1763556 w 2947832"/>
              <a:gd name="connsiteY14645" fmla="*/ 1595447 h 4821604"/>
              <a:gd name="connsiteX14646" fmla="*/ 1756806 w 2947832"/>
              <a:gd name="connsiteY14646" fmla="*/ 1583727 h 4821604"/>
              <a:gd name="connsiteX14647" fmla="*/ 1756806 w 2947832"/>
              <a:gd name="connsiteY14647" fmla="*/ 1582052 h 4821604"/>
              <a:gd name="connsiteX14648" fmla="*/ 1763556 w 2947832"/>
              <a:gd name="connsiteY14648" fmla="*/ 1570332 h 4821604"/>
              <a:gd name="connsiteX14649" fmla="*/ 1765021 w 2947832"/>
              <a:gd name="connsiteY14649" fmla="*/ 1569495 h 4821604"/>
              <a:gd name="connsiteX14650" fmla="*/ 2426263 w 2947832"/>
              <a:gd name="connsiteY14650" fmla="*/ 1569391 h 4821604"/>
              <a:gd name="connsiteX14651" fmla="*/ 2439867 w 2947832"/>
              <a:gd name="connsiteY14651" fmla="*/ 1569391 h 4821604"/>
              <a:gd name="connsiteX14652" fmla="*/ 2441332 w 2947832"/>
              <a:gd name="connsiteY14652" fmla="*/ 1570228 h 4821604"/>
              <a:gd name="connsiteX14653" fmla="*/ 2448134 w 2947832"/>
              <a:gd name="connsiteY14653" fmla="*/ 1582001 h 4821604"/>
              <a:gd name="connsiteX14654" fmla="*/ 2448134 w 2947832"/>
              <a:gd name="connsiteY14654" fmla="*/ 1583675 h 4821604"/>
              <a:gd name="connsiteX14655" fmla="*/ 2441332 w 2947832"/>
              <a:gd name="connsiteY14655" fmla="*/ 1595447 h 4821604"/>
              <a:gd name="connsiteX14656" fmla="*/ 2439867 w 2947832"/>
              <a:gd name="connsiteY14656" fmla="*/ 1596284 h 4821604"/>
              <a:gd name="connsiteX14657" fmla="*/ 2426263 w 2947832"/>
              <a:gd name="connsiteY14657" fmla="*/ 1596284 h 4821604"/>
              <a:gd name="connsiteX14658" fmla="*/ 2424798 w 2947832"/>
              <a:gd name="connsiteY14658" fmla="*/ 1595447 h 4821604"/>
              <a:gd name="connsiteX14659" fmla="*/ 2417996 w 2947832"/>
              <a:gd name="connsiteY14659" fmla="*/ 1583675 h 4821604"/>
              <a:gd name="connsiteX14660" fmla="*/ 2417996 w 2947832"/>
              <a:gd name="connsiteY14660" fmla="*/ 1582001 h 4821604"/>
              <a:gd name="connsiteX14661" fmla="*/ 2424798 w 2947832"/>
              <a:gd name="connsiteY14661" fmla="*/ 1570228 h 4821604"/>
              <a:gd name="connsiteX14662" fmla="*/ 2426263 w 2947832"/>
              <a:gd name="connsiteY14662" fmla="*/ 1569391 h 4821604"/>
              <a:gd name="connsiteX14663" fmla="*/ 2094962 w 2947832"/>
              <a:gd name="connsiteY14663" fmla="*/ 1568135 h 4821604"/>
              <a:gd name="connsiteX14664" fmla="*/ 2109821 w 2947832"/>
              <a:gd name="connsiteY14664" fmla="*/ 1568135 h 4821604"/>
              <a:gd name="connsiteX14665" fmla="*/ 2111391 w 2947832"/>
              <a:gd name="connsiteY14665" fmla="*/ 1569077 h 4821604"/>
              <a:gd name="connsiteX14666" fmla="*/ 2118820 w 2947832"/>
              <a:gd name="connsiteY14666" fmla="*/ 1581948 h 4821604"/>
              <a:gd name="connsiteX14667" fmla="*/ 2118820 w 2947832"/>
              <a:gd name="connsiteY14667" fmla="*/ 1583779 h 4821604"/>
              <a:gd name="connsiteX14668" fmla="*/ 2111391 w 2947832"/>
              <a:gd name="connsiteY14668" fmla="*/ 1596650 h 4821604"/>
              <a:gd name="connsiteX14669" fmla="*/ 2109821 w 2947832"/>
              <a:gd name="connsiteY14669" fmla="*/ 1597592 h 4821604"/>
              <a:gd name="connsiteX14670" fmla="*/ 2094962 w 2947832"/>
              <a:gd name="connsiteY14670" fmla="*/ 1597592 h 4821604"/>
              <a:gd name="connsiteX14671" fmla="*/ 2093392 w 2947832"/>
              <a:gd name="connsiteY14671" fmla="*/ 1596650 h 4821604"/>
              <a:gd name="connsiteX14672" fmla="*/ 2085962 w 2947832"/>
              <a:gd name="connsiteY14672" fmla="*/ 1583779 h 4821604"/>
              <a:gd name="connsiteX14673" fmla="*/ 2085962 w 2947832"/>
              <a:gd name="connsiteY14673" fmla="*/ 1581948 h 4821604"/>
              <a:gd name="connsiteX14674" fmla="*/ 2093392 w 2947832"/>
              <a:gd name="connsiteY14674" fmla="*/ 1569077 h 4821604"/>
              <a:gd name="connsiteX14675" fmla="*/ 2094962 w 2947832"/>
              <a:gd name="connsiteY14675" fmla="*/ 1568135 h 4821604"/>
              <a:gd name="connsiteX14676" fmla="*/ 1020430 w 2947832"/>
              <a:gd name="connsiteY14676" fmla="*/ 1568083 h 4821604"/>
              <a:gd name="connsiteX14677" fmla="*/ 1035342 w 2947832"/>
              <a:gd name="connsiteY14677" fmla="*/ 1568083 h 4821604"/>
              <a:gd name="connsiteX14678" fmla="*/ 1036964 w 2947832"/>
              <a:gd name="connsiteY14678" fmla="*/ 1569025 h 4821604"/>
              <a:gd name="connsiteX14679" fmla="*/ 1044446 w 2947832"/>
              <a:gd name="connsiteY14679" fmla="*/ 1581948 h 4821604"/>
              <a:gd name="connsiteX14680" fmla="*/ 1044446 w 2947832"/>
              <a:gd name="connsiteY14680" fmla="*/ 1583780 h 4821604"/>
              <a:gd name="connsiteX14681" fmla="*/ 1036964 w 2947832"/>
              <a:gd name="connsiteY14681" fmla="*/ 1596703 h 4821604"/>
              <a:gd name="connsiteX14682" fmla="*/ 1035342 w 2947832"/>
              <a:gd name="connsiteY14682" fmla="*/ 1597645 h 4821604"/>
              <a:gd name="connsiteX14683" fmla="*/ 1020430 w 2947832"/>
              <a:gd name="connsiteY14683" fmla="*/ 1597645 h 4821604"/>
              <a:gd name="connsiteX14684" fmla="*/ 1018808 w 2947832"/>
              <a:gd name="connsiteY14684" fmla="*/ 1596703 h 4821604"/>
              <a:gd name="connsiteX14685" fmla="*/ 1011326 w 2947832"/>
              <a:gd name="connsiteY14685" fmla="*/ 1583780 h 4821604"/>
              <a:gd name="connsiteX14686" fmla="*/ 1011326 w 2947832"/>
              <a:gd name="connsiteY14686" fmla="*/ 1581948 h 4821604"/>
              <a:gd name="connsiteX14687" fmla="*/ 1018808 w 2947832"/>
              <a:gd name="connsiteY14687" fmla="*/ 1569025 h 4821604"/>
              <a:gd name="connsiteX14688" fmla="*/ 1020430 w 2947832"/>
              <a:gd name="connsiteY14688" fmla="*/ 1568083 h 4821604"/>
              <a:gd name="connsiteX14689" fmla="*/ 937658 w 2947832"/>
              <a:gd name="connsiteY14689" fmla="*/ 1567926 h 4821604"/>
              <a:gd name="connsiteX14690" fmla="*/ 952726 w 2947832"/>
              <a:gd name="connsiteY14690" fmla="*/ 1567926 h 4821604"/>
              <a:gd name="connsiteX14691" fmla="*/ 954348 w 2947832"/>
              <a:gd name="connsiteY14691" fmla="*/ 1568868 h 4821604"/>
              <a:gd name="connsiteX14692" fmla="*/ 961883 w 2947832"/>
              <a:gd name="connsiteY14692" fmla="*/ 1581948 h 4821604"/>
              <a:gd name="connsiteX14693" fmla="*/ 961883 w 2947832"/>
              <a:gd name="connsiteY14693" fmla="*/ 1583832 h 4821604"/>
              <a:gd name="connsiteX14694" fmla="*/ 954348 w 2947832"/>
              <a:gd name="connsiteY14694" fmla="*/ 1596912 h 4821604"/>
              <a:gd name="connsiteX14695" fmla="*/ 952726 w 2947832"/>
              <a:gd name="connsiteY14695" fmla="*/ 1597854 h 4821604"/>
              <a:gd name="connsiteX14696" fmla="*/ 937658 w 2947832"/>
              <a:gd name="connsiteY14696" fmla="*/ 1597854 h 4821604"/>
              <a:gd name="connsiteX14697" fmla="*/ 936036 w 2947832"/>
              <a:gd name="connsiteY14697" fmla="*/ 1596912 h 4821604"/>
              <a:gd name="connsiteX14698" fmla="*/ 928501 w 2947832"/>
              <a:gd name="connsiteY14698" fmla="*/ 1583832 h 4821604"/>
              <a:gd name="connsiteX14699" fmla="*/ 928501 w 2947832"/>
              <a:gd name="connsiteY14699" fmla="*/ 1581948 h 4821604"/>
              <a:gd name="connsiteX14700" fmla="*/ 936036 w 2947832"/>
              <a:gd name="connsiteY14700" fmla="*/ 1568868 h 4821604"/>
              <a:gd name="connsiteX14701" fmla="*/ 937658 w 2947832"/>
              <a:gd name="connsiteY14701" fmla="*/ 1567926 h 4821604"/>
              <a:gd name="connsiteX14702" fmla="*/ 2177421 w 2947832"/>
              <a:gd name="connsiteY14702" fmla="*/ 1567716 h 4821604"/>
              <a:gd name="connsiteX14703" fmla="*/ 2192698 w 2947832"/>
              <a:gd name="connsiteY14703" fmla="*/ 1567716 h 4821604"/>
              <a:gd name="connsiteX14704" fmla="*/ 2194321 w 2947832"/>
              <a:gd name="connsiteY14704" fmla="*/ 1568658 h 4821604"/>
              <a:gd name="connsiteX14705" fmla="*/ 2201959 w 2947832"/>
              <a:gd name="connsiteY14705" fmla="*/ 1581895 h 4821604"/>
              <a:gd name="connsiteX14706" fmla="*/ 2201959 w 2947832"/>
              <a:gd name="connsiteY14706" fmla="*/ 1583779 h 4821604"/>
              <a:gd name="connsiteX14707" fmla="*/ 2194321 w 2947832"/>
              <a:gd name="connsiteY14707" fmla="*/ 1597016 h 4821604"/>
              <a:gd name="connsiteX14708" fmla="*/ 2192698 w 2947832"/>
              <a:gd name="connsiteY14708" fmla="*/ 1597958 h 4821604"/>
              <a:gd name="connsiteX14709" fmla="*/ 2177421 w 2947832"/>
              <a:gd name="connsiteY14709" fmla="*/ 1597958 h 4821604"/>
              <a:gd name="connsiteX14710" fmla="*/ 2175798 w 2947832"/>
              <a:gd name="connsiteY14710" fmla="*/ 1597016 h 4821604"/>
              <a:gd name="connsiteX14711" fmla="*/ 2168160 w 2947832"/>
              <a:gd name="connsiteY14711" fmla="*/ 1583779 h 4821604"/>
              <a:gd name="connsiteX14712" fmla="*/ 2168160 w 2947832"/>
              <a:gd name="connsiteY14712" fmla="*/ 1581895 h 4821604"/>
              <a:gd name="connsiteX14713" fmla="*/ 2175798 w 2947832"/>
              <a:gd name="connsiteY14713" fmla="*/ 1568658 h 4821604"/>
              <a:gd name="connsiteX14714" fmla="*/ 2177421 w 2947832"/>
              <a:gd name="connsiteY14714" fmla="*/ 1567716 h 4821604"/>
              <a:gd name="connsiteX14715" fmla="*/ 2342391 w 2947832"/>
              <a:gd name="connsiteY14715" fmla="*/ 1566984 h 4821604"/>
              <a:gd name="connsiteX14716" fmla="*/ 2358402 w 2947832"/>
              <a:gd name="connsiteY14716" fmla="*/ 1566984 h 4821604"/>
              <a:gd name="connsiteX14717" fmla="*/ 2360128 w 2947832"/>
              <a:gd name="connsiteY14717" fmla="*/ 1567978 h 4821604"/>
              <a:gd name="connsiteX14718" fmla="*/ 2368133 w 2947832"/>
              <a:gd name="connsiteY14718" fmla="*/ 1581843 h 4821604"/>
              <a:gd name="connsiteX14719" fmla="*/ 2368133 w 2947832"/>
              <a:gd name="connsiteY14719" fmla="*/ 1583832 h 4821604"/>
              <a:gd name="connsiteX14720" fmla="*/ 2360128 w 2947832"/>
              <a:gd name="connsiteY14720" fmla="*/ 1597697 h 4821604"/>
              <a:gd name="connsiteX14721" fmla="*/ 2358402 w 2947832"/>
              <a:gd name="connsiteY14721" fmla="*/ 1598691 h 4821604"/>
              <a:gd name="connsiteX14722" fmla="*/ 2342391 w 2947832"/>
              <a:gd name="connsiteY14722" fmla="*/ 1598691 h 4821604"/>
              <a:gd name="connsiteX14723" fmla="*/ 2340665 w 2947832"/>
              <a:gd name="connsiteY14723" fmla="*/ 1597697 h 4821604"/>
              <a:gd name="connsiteX14724" fmla="*/ 2332659 w 2947832"/>
              <a:gd name="connsiteY14724" fmla="*/ 1583832 h 4821604"/>
              <a:gd name="connsiteX14725" fmla="*/ 2332659 w 2947832"/>
              <a:gd name="connsiteY14725" fmla="*/ 1581843 h 4821604"/>
              <a:gd name="connsiteX14726" fmla="*/ 2340665 w 2947832"/>
              <a:gd name="connsiteY14726" fmla="*/ 1567978 h 4821604"/>
              <a:gd name="connsiteX14727" fmla="*/ 2342391 w 2947832"/>
              <a:gd name="connsiteY14727" fmla="*/ 1566984 h 4821604"/>
              <a:gd name="connsiteX14728" fmla="*/ 358037 w 2947832"/>
              <a:gd name="connsiteY14728" fmla="*/ 1565885 h 4821604"/>
              <a:gd name="connsiteX14729" fmla="*/ 375199 w 2947832"/>
              <a:gd name="connsiteY14729" fmla="*/ 1565885 h 4821604"/>
              <a:gd name="connsiteX14730" fmla="*/ 377030 w 2947832"/>
              <a:gd name="connsiteY14730" fmla="*/ 1566931 h 4821604"/>
              <a:gd name="connsiteX14731" fmla="*/ 385611 w 2947832"/>
              <a:gd name="connsiteY14731" fmla="*/ 1581791 h 4821604"/>
              <a:gd name="connsiteX14732" fmla="*/ 385611 w 2947832"/>
              <a:gd name="connsiteY14732" fmla="*/ 1583936 h 4821604"/>
              <a:gd name="connsiteX14733" fmla="*/ 377030 w 2947832"/>
              <a:gd name="connsiteY14733" fmla="*/ 1598795 h 4821604"/>
              <a:gd name="connsiteX14734" fmla="*/ 375199 w 2947832"/>
              <a:gd name="connsiteY14734" fmla="*/ 1599842 h 4821604"/>
              <a:gd name="connsiteX14735" fmla="*/ 358037 w 2947832"/>
              <a:gd name="connsiteY14735" fmla="*/ 1599842 h 4821604"/>
              <a:gd name="connsiteX14736" fmla="*/ 356206 w 2947832"/>
              <a:gd name="connsiteY14736" fmla="*/ 1598795 h 4821604"/>
              <a:gd name="connsiteX14737" fmla="*/ 347625 w 2947832"/>
              <a:gd name="connsiteY14737" fmla="*/ 1583936 h 4821604"/>
              <a:gd name="connsiteX14738" fmla="*/ 347625 w 2947832"/>
              <a:gd name="connsiteY14738" fmla="*/ 1581791 h 4821604"/>
              <a:gd name="connsiteX14739" fmla="*/ 356206 w 2947832"/>
              <a:gd name="connsiteY14739" fmla="*/ 1566931 h 4821604"/>
              <a:gd name="connsiteX14740" fmla="*/ 358037 w 2947832"/>
              <a:gd name="connsiteY14740" fmla="*/ 1565885 h 4821604"/>
              <a:gd name="connsiteX14741" fmla="*/ 2011090 w 2947832"/>
              <a:gd name="connsiteY14741" fmla="*/ 1565780 h 4821604"/>
              <a:gd name="connsiteX14742" fmla="*/ 2028408 w 2947832"/>
              <a:gd name="connsiteY14742" fmla="*/ 1565780 h 4821604"/>
              <a:gd name="connsiteX14743" fmla="*/ 2030240 w 2947832"/>
              <a:gd name="connsiteY14743" fmla="*/ 1566826 h 4821604"/>
              <a:gd name="connsiteX14744" fmla="*/ 2038872 w 2947832"/>
              <a:gd name="connsiteY14744" fmla="*/ 1581790 h 4821604"/>
              <a:gd name="connsiteX14745" fmla="*/ 2038872 w 2947832"/>
              <a:gd name="connsiteY14745" fmla="*/ 1583936 h 4821604"/>
              <a:gd name="connsiteX14746" fmla="*/ 2030240 w 2947832"/>
              <a:gd name="connsiteY14746" fmla="*/ 1598900 h 4821604"/>
              <a:gd name="connsiteX14747" fmla="*/ 2028408 w 2947832"/>
              <a:gd name="connsiteY14747" fmla="*/ 1599946 h 4821604"/>
              <a:gd name="connsiteX14748" fmla="*/ 2011090 w 2947832"/>
              <a:gd name="connsiteY14748" fmla="*/ 1599946 h 4821604"/>
              <a:gd name="connsiteX14749" fmla="*/ 2009259 w 2947832"/>
              <a:gd name="connsiteY14749" fmla="*/ 1598900 h 4821604"/>
              <a:gd name="connsiteX14750" fmla="*/ 2000625 w 2947832"/>
              <a:gd name="connsiteY14750" fmla="*/ 1583936 h 4821604"/>
              <a:gd name="connsiteX14751" fmla="*/ 2000625 w 2947832"/>
              <a:gd name="connsiteY14751" fmla="*/ 1581790 h 4821604"/>
              <a:gd name="connsiteX14752" fmla="*/ 2009259 w 2947832"/>
              <a:gd name="connsiteY14752" fmla="*/ 1566826 h 4821604"/>
              <a:gd name="connsiteX14753" fmla="*/ 2011090 w 2947832"/>
              <a:gd name="connsiteY14753" fmla="*/ 1565780 h 4821604"/>
              <a:gd name="connsiteX14754" fmla="*/ 440340 w 2947832"/>
              <a:gd name="connsiteY14754" fmla="*/ 1565257 h 4821604"/>
              <a:gd name="connsiteX14755" fmla="*/ 458129 w 2947832"/>
              <a:gd name="connsiteY14755" fmla="*/ 1565257 h 4821604"/>
              <a:gd name="connsiteX14756" fmla="*/ 460013 w 2947832"/>
              <a:gd name="connsiteY14756" fmla="*/ 1566356 h 4821604"/>
              <a:gd name="connsiteX14757" fmla="*/ 468908 w 2947832"/>
              <a:gd name="connsiteY14757" fmla="*/ 1581791 h 4821604"/>
              <a:gd name="connsiteX14758" fmla="*/ 468908 w 2947832"/>
              <a:gd name="connsiteY14758" fmla="*/ 1583988 h 4821604"/>
              <a:gd name="connsiteX14759" fmla="*/ 460013 w 2947832"/>
              <a:gd name="connsiteY14759" fmla="*/ 1599423 h 4821604"/>
              <a:gd name="connsiteX14760" fmla="*/ 458129 w 2947832"/>
              <a:gd name="connsiteY14760" fmla="*/ 1600522 h 4821604"/>
              <a:gd name="connsiteX14761" fmla="*/ 440340 w 2947832"/>
              <a:gd name="connsiteY14761" fmla="*/ 1600522 h 4821604"/>
              <a:gd name="connsiteX14762" fmla="*/ 438456 w 2947832"/>
              <a:gd name="connsiteY14762" fmla="*/ 1599423 h 4821604"/>
              <a:gd name="connsiteX14763" fmla="*/ 429562 w 2947832"/>
              <a:gd name="connsiteY14763" fmla="*/ 1583988 h 4821604"/>
              <a:gd name="connsiteX14764" fmla="*/ 429562 w 2947832"/>
              <a:gd name="connsiteY14764" fmla="*/ 1581791 h 4821604"/>
              <a:gd name="connsiteX14765" fmla="*/ 438456 w 2947832"/>
              <a:gd name="connsiteY14765" fmla="*/ 1566356 h 4821604"/>
              <a:gd name="connsiteX14766" fmla="*/ 440340 w 2947832"/>
              <a:gd name="connsiteY14766" fmla="*/ 1565257 h 4821604"/>
              <a:gd name="connsiteX14767" fmla="*/ 2506576 w 2947832"/>
              <a:gd name="connsiteY14767" fmla="*/ 1564839 h 4821604"/>
              <a:gd name="connsiteX14768" fmla="*/ 2524785 w 2947832"/>
              <a:gd name="connsiteY14768" fmla="*/ 1564839 h 4821604"/>
              <a:gd name="connsiteX14769" fmla="*/ 2526721 w 2947832"/>
              <a:gd name="connsiteY14769" fmla="*/ 1565990 h 4821604"/>
              <a:gd name="connsiteX14770" fmla="*/ 2535825 w 2947832"/>
              <a:gd name="connsiteY14770" fmla="*/ 1581739 h 4821604"/>
              <a:gd name="connsiteX14771" fmla="*/ 2535825 w 2947832"/>
              <a:gd name="connsiteY14771" fmla="*/ 1583989 h 4821604"/>
              <a:gd name="connsiteX14772" fmla="*/ 2526721 w 2947832"/>
              <a:gd name="connsiteY14772" fmla="*/ 1599738 h 4821604"/>
              <a:gd name="connsiteX14773" fmla="*/ 2524785 w 2947832"/>
              <a:gd name="connsiteY14773" fmla="*/ 1600889 h 4821604"/>
              <a:gd name="connsiteX14774" fmla="*/ 2506576 w 2947832"/>
              <a:gd name="connsiteY14774" fmla="*/ 1600889 h 4821604"/>
              <a:gd name="connsiteX14775" fmla="*/ 2504640 w 2947832"/>
              <a:gd name="connsiteY14775" fmla="*/ 1599738 h 4821604"/>
              <a:gd name="connsiteX14776" fmla="*/ 2495536 w 2947832"/>
              <a:gd name="connsiteY14776" fmla="*/ 1583989 h 4821604"/>
              <a:gd name="connsiteX14777" fmla="*/ 2495536 w 2947832"/>
              <a:gd name="connsiteY14777" fmla="*/ 1581739 h 4821604"/>
              <a:gd name="connsiteX14778" fmla="*/ 2504640 w 2947832"/>
              <a:gd name="connsiteY14778" fmla="*/ 1565990 h 4821604"/>
              <a:gd name="connsiteX14779" fmla="*/ 2506576 w 2947832"/>
              <a:gd name="connsiteY14779" fmla="*/ 1564839 h 4821604"/>
              <a:gd name="connsiteX14780" fmla="*/ 853315 w 2947832"/>
              <a:gd name="connsiteY14780" fmla="*/ 1564577 h 4821604"/>
              <a:gd name="connsiteX14781" fmla="*/ 871785 w 2947832"/>
              <a:gd name="connsiteY14781" fmla="*/ 1564577 h 4821604"/>
              <a:gd name="connsiteX14782" fmla="*/ 873773 w 2947832"/>
              <a:gd name="connsiteY14782" fmla="*/ 1565728 h 4821604"/>
              <a:gd name="connsiteX14783" fmla="*/ 882982 w 2947832"/>
              <a:gd name="connsiteY14783" fmla="*/ 1581686 h 4821604"/>
              <a:gd name="connsiteX14784" fmla="*/ 882982 w 2947832"/>
              <a:gd name="connsiteY14784" fmla="*/ 1583988 h 4821604"/>
              <a:gd name="connsiteX14785" fmla="*/ 873773 w 2947832"/>
              <a:gd name="connsiteY14785" fmla="*/ 1599946 h 4821604"/>
              <a:gd name="connsiteX14786" fmla="*/ 871785 w 2947832"/>
              <a:gd name="connsiteY14786" fmla="*/ 1601097 h 4821604"/>
              <a:gd name="connsiteX14787" fmla="*/ 853315 w 2947832"/>
              <a:gd name="connsiteY14787" fmla="*/ 1601097 h 4821604"/>
              <a:gd name="connsiteX14788" fmla="*/ 851327 w 2947832"/>
              <a:gd name="connsiteY14788" fmla="*/ 1599946 h 4821604"/>
              <a:gd name="connsiteX14789" fmla="*/ 842119 w 2947832"/>
              <a:gd name="connsiteY14789" fmla="*/ 1583988 h 4821604"/>
              <a:gd name="connsiteX14790" fmla="*/ 842119 w 2947832"/>
              <a:gd name="connsiteY14790" fmla="*/ 1581686 h 4821604"/>
              <a:gd name="connsiteX14791" fmla="*/ 851327 w 2947832"/>
              <a:gd name="connsiteY14791" fmla="*/ 1565728 h 4821604"/>
              <a:gd name="connsiteX14792" fmla="*/ 853315 w 2947832"/>
              <a:gd name="connsiteY14792" fmla="*/ 1564577 h 4821604"/>
              <a:gd name="connsiteX14793" fmla="*/ 2589088 w 2947832"/>
              <a:gd name="connsiteY14793" fmla="*/ 1564525 h 4821604"/>
              <a:gd name="connsiteX14794" fmla="*/ 2607610 w 2947832"/>
              <a:gd name="connsiteY14794" fmla="*/ 1564525 h 4821604"/>
              <a:gd name="connsiteX14795" fmla="*/ 2609598 w 2947832"/>
              <a:gd name="connsiteY14795" fmla="*/ 1565676 h 4821604"/>
              <a:gd name="connsiteX14796" fmla="*/ 2618859 w 2947832"/>
              <a:gd name="connsiteY14796" fmla="*/ 1581687 h 4821604"/>
              <a:gd name="connsiteX14797" fmla="*/ 2618859 w 2947832"/>
              <a:gd name="connsiteY14797" fmla="*/ 1583989 h 4821604"/>
              <a:gd name="connsiteX14798" fmla="*/ 2609598 w 2947832"/>
              <a:gd name="connsiteY14798" fmla="*/ 1599999 h 4821604"/>
              <a:gd name="connsiteX14799" fmla="*/ 2607610 w 2947832"/>
              <a:gd name="connsiteY14799" fmla="*/ 1601150 h 4821604"/>
              <a:gd name="connsiteX14800" fmla="*/ 2589088 w 2947832"/>
              <a:gd name="connsiteY14800" fmla="*/ 1601150 h 4821604"/>
              <a:gd name="connsiteX14801" fmla="*/ 2587100 w 2947832"/>
              <a:gd name="connsiteY14801" fmla="*/ 1599999 h 4821604"/>
              <a:gd name="connsiteX14802" fmla="*/ 2577838 w 2947832"/>
              <a:gd name="connsiteY14802" fmla="*/ 1583989 h 4821604"/>
              <a:gd name="connsiteX14803" fmla="*/ 2577838 w 2947832"/>
              <a:gd name="connsiteY14803" fmla="*/ 1581687 h 4821604"/>
              <a:gd name="connsiteX14804" fmla="*/ 2587100 w 2947832"/>
              <a:gd name="connsiteY14804" fmla="*/ 1565676 h 4821604"/>
              <a:gd name="connsiteX14805" fmla="*/ 2589088 w 2947832"/>
              <a:gd name="connsiteY14805" fmla="*/ 1564525 h 4821604"/>
              <a:gd name="connsiteX14806" fmla="*/ 522589 w 2947832"/>
              <a:gd name="connsiteY14806" fmla="*/ 1564420 h 4821604"/>
              <a:gd name="connsiteX14807" fmla="*/ 541216 w 2947832"/>
              <a:gd name="connsiteY14807" fmla="*/ 1564420 h 4821604"/>
              <a:gd name="connsiteX14808" fmla="*/ 543204 w 2947832"/>
              <a:gd name="connsiteY14808" fmla="*/ 1565571 h 4821604"/>
              <a:gd name="connsiteX14809" fmla="*/ 552517 w 2947832"/>
              <a:gd name="connsiteY14809" fmla="*/ 1581686 h 4821604"/>
              <a:gd name="connsiteX14810" fmla="*/ 552517 w 2947832"/>
              <a:gd name="connsiteY14810" fmla="*/ 1583988 h 4821604"/>
              <a:gd name="connsiteX14811" fmla="*/ 543204 w 2947832"/>
              <a:gd name="connsiteY14811" fmla="*/ 1600103 h 4821604"/>
              <a:gd name="connsiteX14812" fmla="*/ 541216 w 2947832"/>
              <a:gd name="connsiteY14812" fmla="*/ 1601254 h 4821604"/>
              <a:gd name="connsiteX14813" fmla="*/ 522589 w 2947832"/>
              <a:gd name="connsiteY14813" fmla="*/ 1601254 h 4821604"/>
              <a:gd name="connsiteX14814" fmla="*/ 520601 w 2947832"/>
              <a:gd name="connsiteY14814" fmla="*/ 1600103 h 4821604"/>
              <a:gd name="connsiteX14815" fmla="*/ 511288 w 2947832"/>
              <a:gd name="connsiteY14815" fmla="*/ 1583988 h 4821604"/>
              <a:gd name="connsiteX14816" fmla="*/ 511288 w 2947832"/>
              <a:gd name="connsiteY14816" fmla="*/ 1581686 h 4821604"/>
              <a:gd name="connsiteX14817" fmla="*/ 520601 w 2947832"/>
              <a:gd name="connsiteY14817" fmla="*/ 1565571 h 4821604"/>
              <a:gd name="connsiteX14818" fmla="*/ 522589 w 2947832"/>
              <a:gd name="connsiteY14818" fmla="*/ 1564420 h 4821604"/>
              <a:gd name="connsiteX14819" fmla="*/ 604734 w 2947832"/>
              <a:gd name="connsiteY14819" fmla="*/ 1563426 h 4821604"/>
              <a:gd name="connsiteX14820" fmla="*/ 624407 w 2947832"/>
              <a:gd name="connsiteY14820" fmla="*/ 1563426 h 4821604"/>
              <a:gd name="connsiteX14821" fmla="*/ 626500 w 2947832"/>
              <a:gd name="connsiteY14821" fmla="*/ 1564629 h 4821604"/>
              <a:gd name="connsiteX14822" fmla="*/ 636336 w 2947832"/>
              <a:gd name="connsiteY14822" fmla="*/ 1581634 h 4821604"/>
              <a:gd name="connsiteX14823" fmla="*/ 636336 w 2947832"/>
              <a:gd name="connsiteY14823" fmla="*/ 1584041 h 4821604"/>
              <a:gd name="connsiteX14824" fmla="*/ 626500 w 2947832"/>
              <a:gd name="connsiteY14824" fmla="*/ 1601045 h 4821604"/>
              <a:gd name="connsiteX14825" fmla="*/ 624407 w 2947832"/>
              <a:gd name="connsiteY14825" fmla="*/ 1602249 h 4821604"/>
              <a:gd name="connsiteX14826" fmla="*/ 604734 w 2947832"/>
              <a:gd name="connsiteY14826" fmla="*/ 1602249 h 4821604"/>
              <a:gd name="connsiteX14827" fmla="*/ 602641 w 2947832"/>
              <a:gd name="connsiteY14827" fmla="*/ 1601045 h 4821604"/>
              <a:gd name="connsiteX14828" fmla="*/ 592805 w 2947832"/>
              <a:gd name="connsiteY14828" fmla="*/ 1584041 h 4821604"/>
              <a:gd name="connsiteX14829" fmla="*/ 592805 w 2947832"/>
              <a:gd name="connsiteY14829" fmla="*/ 1581634 h 4821604"/>
              <a:gd name="connsiteX14830" fmla="*/ 602641 w 2947832"/>
              <a:gd name="connsiteY14830" fmla="*/ 1564629 h 4821604"/>
              <a:gd name="connsiteX14831" fmla="*/ 604734 w 2947832"/>
              <a:gd name="connsiteY14831" fmla="*/ 1563426 h 4821604"/>
              <a:gd name="connsiteX14832" fmla="*/ 2257787 w 2947832"/>
              <a:gd name="connsiteY14832" fmla="*/ 1563112 h 4821604"/>
              <a:gd name="connsiteX14833" fmla="*/ 2277722 w 2947832"/>
              <a:gd name="connsiteY14833" fmla="*/ 1563112 h 4821604"/>
              <a:gd name="connsiteX14834" fmla="*/ 2279867 w 2947832"/>
              <a:gd name="connsiteY14834" fmla="*/ 1564368 h 4821604"/>
              <a:gd name="connsiteX14835" fmla="*/ 2289808 w 2947832"/>
              <a:gd name="connsiteY14835" fmla="*/ 1581634 h 4821604"/>
              <a:gd name="connsiteX14836" fmla="*/ 2289808 w 2947832"/>
              <a:gd name="connsiteY14836" fmla="*/ 1584093 h 4821604"/>
              <a:gd name="connsiteX14837" fmla="*/ 2279867 w 2947832"/>
              <a:gd name="connsiteY14837" fmla="*/ 1601359 h 4821604"/>
              <a:gd name="connsiteX14838" fmla="*/ 2277722 w 2947832"/>
              <a:gd name="connsiteY14838" fmla="*/ 1602615 h 4821604"/>
              <a:gd name="connsiteX14839" fmla="*/ 2257787 w 2947832"/>
              <a:gd name="connsiteY14839" fmla="*/ 1602615 h 4821604"/>
              <a:gd name="connsiteX14840" fmla="*/ 2255642 w 2947832"/>
              <a:gd name="connsiteY14840" fmla="*/ 1601359 h 4821604"/>
              <a:gd name="connsiteX14841" fmla="*/ 2245701 w 2947832"/>
              <a:gd name="connsiteY14841" fmla="*/ 1584093 h 4821604"/>
              <a:gd name="connsiteX14842" fmla="*/ 2245701 w 2947832"/>
              <a:gd name="connsiteY14842" fmla="*/ 1581634 h 4821604"/>
              <a:gd name="connsiteX14843" fmla="*/ 2255642 w 2947832"/>
              <a:gd name="connsiteY14843" fmla="*/ 1564368 h 4821604"/>
              <a:gd name="connsiteX14844" fmla="*/ 2257787 w 2947832"/>
              <a:gd name="connsiteY14844" fmla="*/ 1563112 h 4821604"/>
              <a:gd name="connsiteX14845" fmla="*/ 769705 w 2947832"/>
              <a:gd name="connsiteY14845" fmla="*/ 1562693 h 4821604"/>
              <a:gd name="connsiteX14846" fmla="*/ 790058 w 2947832"/>
              <a:gd name="connsiteY14846" fmla="*/ 1562693 h 4821604"/>
              <a:gd name="connsiteX14847" fmla="*/ 792256 w 2947832"/>
              <a:gd name="connsiteY14847" fmla="*/ 1563949 h 4821604"/>
              <a:gd name="connsiteX14848" fmla="*/ 802459 w 2947832"/>
              <a:gd name="connsiteY14848" fmla="*/ 1581581 h 4821604"/>
              <a:gd name="connsiteX14849" fmla="*/ 802459 w 2947832"/>
              <a:gd name="connsiteY14849" fmla="*/ 1584093 h 4821604"/>
              <a:gd name="connsiteX14850" fmla="*/ 792256 w 2947832"/>
              <a:gd name="connsiteY14850" fmla="*/ 1601725 h 4821604"/>
              <a:gd name="connsiteX14851" fmla="*/ 790058 w 2947832"/>
              <a:gd name="connsiteY14851" fmla="*/ 1602981 h 4821604"/>
              <a:gd name="connsiteX14852" fmla="*/ 769705 w 2947832"/>
              <a:gd name="connsiteY14852" fmla="*/ 1602981 h 4821604"/>
              <a:gd name="connsiteX14853" fmla="*/ 767508 w 2947832"/>
              <a:gd name="connsiteY14853" fmla="*/ 1601725 h 4821604"/>
              <a:gd name="connsiteX14854" fmla="*/ 757305 w 2947832"/>
              <a:gd name="connsiteY14854" fmla="*/ 1584093 h 4821604"/>
              <a:gd name="connsiteX14855" fmla="*/ 757305 w 2947832"/>
              <a:gd name="connsiteY14855" fmla="*/ 1581581 h 4821604"/>
              <a:gd name="connsiteX14856" fmla="*/ 767508 w 2947832"/>
              <a:gd name="connsiteY14856" fmla="*/ 1563949 h 4821604"/>
              <a:gd name="connsiteX14857" fmla="*/ 769705 w 2947832"/>
              <a:gd name="connsiteY14857" fmla="*/ 1562693 h 4821604"/>
              <a:gd name="connsiteX14858" fmla="*/ 686461 w 2947832"/>
              <a:gd name="connsiteY14858" fmla="*/ 1561595 h 4821604"/>
              <a:gd name="connsiteX14859" fmla="*/ 707966 w 2947832"/>
              <a:gd name="connsiteY14859" fmla="*/ 1561595 h 4821604"/>
              <a:gd name="connsiteX14860" fmla="*/ 710268 w 2947832"/>
              <a:gd name="connsiteY14860" fmla="*/ 1562903 h 4821604"/>
              <a:gd name="connsiteX14861" fmla="*/ 721046 w 2947832"/>
              <a:gd name="connsiteY14861" fmla="*/ 1581530 h 4821604"/>
              <a:gd name="connsiteX14862" fmla="*/ 721046 w 2947832"/>
              <a:gd name="connsiteY14862" fmla="*/ 1584198 h 4821604"/>
              <a:gd name="connsiteX14863" fmla="*/ 710268 w 2947832"/>
              <a:gd name="connsiteY14863" fmla="*/ 1602825 h 4821604"/>
              <a:gd name="connsiteX14864" fmla="*/ 707966 w 2947832"/>
              <a:gd name="connsiteY14864" fmla="*/ 1604133 h 4821604"/>
              <a:gd name="connsiteX14865" fmla="*/ 686461 w 2947832"/>
              <a:gd name="connsiteY14865" fmla="*/ 1604133 h 4821604"/>
              <a:gd name="connsiteX14866" fmla="*/ 684159 w 2947832"/>
              <a:gd name="connsiteY14866" fmla="*/ 1602825 h 4821604"/>
              <a:gd name="connsiteX14867" fmla="*/ 673381 w 2947832"/>
              <a:gd name="connsiteY14867" fmla="*/ 1584198 h 4821604"/>
              <a:gd name="connsiteX14868" fmla="*/ 673381 w 2947832"/>
              <a:gd name="connsiteY14868" fmla="*/ 1581530 h 4821604"/>
              <a:gd name="connsiteX14869" fmla="*/ 684159 w 2947832"/>
              <a:gd name="connsiteY14869" fmla="*/ 1562903 h 4821604"/>
              <a:gd name="connsiteX14870" fmla="*/ 686461 w 2947832"/>
              <a:gd name="connsiteY14870" fmla="*/ 1561595 h 4821604"/>
              <a:gd name="connsiteX14871" fmla="*/ 364735 w 2947832"/>
              <a:gd name="connsiteY14871" fmla="*/ 1496611 h 4821604"/>
              <a:gd name="connsiteX14872" fmla="*/ 368345 w 2947832"/>
              <a:gd name="connsiteY14872" fmla="*/ 1496611 h 4821604"/>
              <a:gd name="connsiteX14873" fmla="*/ 368711 w 2947832"/>
              <a:gd name="connsiteY14873" fmla="*/ 1496820 h 4821604"/>
              <a:gd name="connsiteX14874" fmla="*/ 370543 w 2947832"/>
              <a:gd name="connsiteY14874" fmla="*/ 1499960 h 4821604"/>
              <a:gd name="connsiteX14875" fmla="*/ 370543 w 2947832"/>
              <a:gd name="connsiteY14875" fmla="*/ 1500431 h 4821604"/>
              <a:gd name="connsiteX14876" fmla="*/ 368711 w 2947832"/>
              <a:gd name="connsiteY14876" fmla="*/ 1503570 h 4821604"/>
              <a:gd name="connsiteX14877" fmla="*/ 368345 w 2947832"/>
              <a:gd name="connsiteY14877" fmla="*/ 1503779 h 4821604"/>
              <a:gd name="connsiteX14878" fmla="*/ 364735 w 2947832"/>
              <a:gd name="connsiteY14878" fmla="*/ 1503779 h 4821604"/>
              <a:gd name="connsiteX14879" fmla="*/ 364369 w 2947832"/>
              <a:gd name="connsiteY14879" fmla="*/ 1503570 h 4821604"/>
              <a:gd name="connsiteX14880" fmla="*/ 362537 w 2947832"/>
              <a:gd name="connsiteY14880" fmla="*/ 1500431 h 4821604"/>
              <a:gd name="connsiteX14881" fmla="*/ 362537 w 2947832"/>
              <a:gd name="connsiteY14881" fmla="*/ 1499960 h 4821604"/>
              <a:gd name="connsiteX14882" fmla="*/ 364369 w 2947832"/>
              <a:gd name="connsiteY14882" fmla="*/ 1496820 h 4821604"/>
              <a:gd name="connsiteX14883" fmla="*/ 364735 w 2947832"/>
              <a:gd name="connsiteY14883" fmla="*/ 1496611 h 4821604"/>
              <a:gd name="connsiteX14884" fmla="*/ 1686120 w 2947832"/>
              <a:gd name="connsiteY14884" fmla="*/ 1494309 h 4821604"/>
              <a:gd name="connsiteX14885" fmla="*/ 1692084 w 2947832"/>
              <a:gd name="connsiteY14885" fmla="*/ 1494309 h 4821604"/>
              <a:gd name="connsiteX14886" fmla="*/ 1692712 w 2947832"/>
              <a:gd name="connsiteY14886" fmla="*/ 1494675 h 4821604"/>
              <a:gd name="connsiteX14887" fmla="*/ 1695694 w 2947832"/>
              <a:gd name="connsiteY14887" fmla="*/ 1499803 h 4821604"/>
              <a:gd name="connsiteX14888" fmla="*/ 1695694 w 2947832"/>
              <a:gd name="connsiteY14888" fmla="*/ 1500535 h 4821604"/>
              <a:gd name="connsiteX14889" fmla="*/ 1692712 w 2947832"/>
              <a:gd name="connsiteY14889" fmla="*/ 1505663 h 4821604"/>
              <a:gd name="connsiteX14890" fmla="*/ 1692084 w 2947832"/>
              <a:gd name="connsiteY14890" fmla="*/ 1506029 h 4821604"/>
              <a:gd name="connsiteX14891" fmla="*/ 1686120 w 2947832"/>
              <a:gd name="connsiteY14891" fmla="*/ 1506029 h 4821604"/>
              <a:gd name="connsiteX14892" fmla="*/ 1685492 w 2947832"/>
              <a:gd name="connsiteY14892" fmla="*/ 1505663 h 4821604"/>
              <a:gd name="connsiteX14893" fmla="*/ 1682510 w 2947832"/>
              <a:gd name="connsiteY14893" fmla="*/ 1500535 h 4821604"/>
              <a:gd name="connsiteX14894" fmla="*/ 1682510 w 2947832"/>
              <a:gd name="connsiteY14894" fmla="*/ 1499803 h 4821604"/>
              <a:gd name="connsiteX14895" fmla="*/ 1685492 w 2947832"/>
              <a:gd name="connsiteY14895" fmla="*/ 1494675 h 4821604"/>
              <a:gd name="connsiteX14896" fmla="*/ 1686120 w 2947832"/>
              <a:gd name="connsiteY14896" fmla="*/ 1494309 h 4821604"/>
              <a:gd name="connsiteX14897" fmla="*/ 1024826 w 2947832"/>
              <a:gd name="connsiteY14897" fmla="*/ 1494257 h 4821604"/>
              <a:gd name="connsiteX14898" fmla="*/ 1030843 w 2947832"/>
              <a:gd name="connsiteY14898" fmla="*/ 1494257 h 4821604"/>
              <a:gd name="connsiteX14899" fmla="*/ 1031471 w 2947832"/>
              <a:gd name="connsiteY14899" fmla="*/ 1494623 h 4821604"/>
              <a:gd name="connsiteX14900" fmla="*/ 1034453 w 2947832"/>
              <a:gd name="connsiteY14900" fmla="*/ 1499803 h 4821604"/>
              <a:gd name="connsiteX14901" fmla="*/ 1034453 w 2947832"/>
              <a:gd name="connsiteY14901" fmla="*/ 1500536 h 4821604"/>
              <a:gd name="connsiteX14902" fmla="*/ 1031471 w 2947832"/>
              <a:gd name="connsiteY14902" fmla="*/ 1505715 h 4821604"/>
              <a:gd name="connsiteX14903" fmla="*/ 1030843 w 2947832"/>
              <a:gd name="connsiteY14903" fmla="*/ 1506082 h 4821604"/>
              <a:gd name="connsiteX14904" fmla="*/ 1024826 w 2947832"/>
              <a:gd name="connsiteY14904" fmla="*/ 1506082 h 4821604"/>
              <a:gd name="connsiteX14905" fmla="*/ 1024198 w 2947832"/>
              <a:gd name="connsiteY14905" fmla="*/ 1505715 h 4821604"/>
              <a:gd name="connsiteX14906" fmla="*/ 1021216 w 2947832"/>
              <a:gd name="connsiteY14906" fmla="*/ 1500536 h 4821604"/>
              <a:gd name="connsiteX14907" fmla="*/ 1021216 w 2947832"/>
              <a:gd name="connsiteY14907" fmla="*/ 1499803 h 4821604"/>
              <a:gd name="connsiteX14908" fmla="*/ 1024198 w 2947832"/>
              <a:gd name="connsiteY14908" fmla="*/ 1494623 h 4821604"/>
              <a:gd name="connsiteX14909" fmla="*/ 1024826 w 2947832"/>
              <a:gd name="connsiteY14909" fmla="*/ 1494257 h 4821604"/>
              <a:gd name="connsiteX14910" fmla="*/ 941268 w 2947832"/>
              <a:gd name="connsiteY14910" fmla="*/ 1492478 h 4821604"/>
              <a:gd name="connsiteX14911" fmla="*/ 949064 w 2947832"/>
              <a:gd name="connsiteY14911" fmla="*/ 1492478 h 4821604"/>
              <a:gd name="connsiteX14912" fmla="*/ 949901 w 2947832"/>
              <a:gd name="connsiteY14912" fmla="*/ 1492949 h 4821604"/>
              <a:gd name="connsiteX14913" fmla="*/ 953825 w 2947832"/>
              <a:gd name="connsiteY14913" fmla="*/ 1499698 h 4821604"/>
              <a:gd name="connsiteX14914" fmla="*/ 953825 w 2947832"/>
              <a:gd name="connsiteY14914" fmla="*/ 1500640 h 4821604"/>
              <a:gd name="connsiteX14915" fmla="*/ 949901 w 2947832"/>
              <a:gd name="connsiteY14915" fmla="*/ 1507390 h 4821604"/>
              <a:gd name="connsiteX14916" fmla="*/ 949064 w 2947832"/>
              <a:gd name="connsiteY14916" fmla="*/ 1507861 h 4821604"/>
              <a:gd name="connsiteX14917" fmla="*/ 941268 w 2947832"/>
              <a:gd name="connsiteY14917" fmla="*/ 1507861 h 4821604"/>
              <a:gd name="connsiteX14918" fmla="*/ 940431 w 2947832"/>
              <a:gd name="connsiteY14918" fmla="*/ 1507390 h 4821604"/>
              <a:gd name="connsiteX14919" fmla="*/ 936507 w 2947832"/>
              <a:gd name="connsiteY14919" fmla="*/ 1500640 h 4821604"/>
              <a:gd name="connsiteX14920" fmla="*/ 936507 w 2947832"/>
              <a:gd name="connsiteY14920" fmla="*/ 1499698 h 4821604"/>
              <a:gd name="connsiteX14921" fmla="*/ 940431 w 2947832"/>
              <a:gd name="connsiteY14921" fmla="*/ 1492949 h 4821604"/>
              <a:gd name="connsiteX14922" fmla="*/ 941268 w 2947832"/>
              <a:gd name="connsiteY14922" fmla="*/ 1492478 h 4821604"/>
              <a:gd name="connsiteX14923" fmla="*/ 1602458 w 2947832"/>
              <a:gd name="connsiteY14923" fmla="*/ 1492216 h 4821604"/>
              <a:gd name="connsiteX14924" fmla="*/ 1610516 w 2947832"/>
              <a:gd name="connsiteY14924" fmla="*/ 1492216 h 4821604"/>
              <a:gd name="connsiteX14925" fmla="*/ 1611405 w 2947832"/>
              <a:gd name="connsiteY14925" fmla="*/ 1492739 h 4821604"/>
              <a:gd name="connsiteX14926" fmla="*/ 1615434 w 2947832"/>
              <a:gd name="connsiteY14926" fmla="*/ 1499750 h 4821604"/>
              <a:gd name="connsiteX14927" fmla="*/ 1615434 w 2947832"/>
              <a:gd name="connsiteY14927" fmla="*/ 1500744 h 4821604"/>
              <a:gd name="connsiteX14928" fmla="*/ 1611405 w 2947832"/>
              <a:gd name="connsiteY14928" fmla="*/ 1507756 h 4821604"/>
              <a:gd name="connsiteX14929" fmla="*/ 1610516 w 2947832"/>
              <a:gd name="connsiteY14929" fmla="*/ 1508279 h 4821604"/>
              <a:gd name="connsiteX14930" fmla="*/ 1602458 w 2947832"/>
              <a:gd name="connsiteY14930" fmla="*/ 1508279 h 4821604"/>
              <a:gd name="connsiteX14931" fmla="*/ 1601568 w 2947832"/>
              <a:gd name="connsiteY14931" fmla="*/ 1507756 h 4821604"/>
              <a:gd name="connsiteX14932" fmla="*/ 1597540 w 2947832"/>
              <a:gd name="connsiteY14932" fmla="*/ 1500744 h 4821604"/>
              <a:gd name="connsiteX14933" fmla="*/ 1597540 w 2947832"/>
              <a:gd name="connsiteY14933" fmla="*/ 1499750 h 4821604"/>
              <a:gd name="connsiteX14934" fmla="*/ 1601568 w 2947832"/>
              <a:gd name="connsiteY14934" fmla="*/ 1492739 h 4821604"/>
              <a:gd name="connsiteX14935" fmla="*/ 1602458 w 2947832"/>
              <a:gd name="connsiteY14935" fmla="*/ 1492216 h 4821604"/>
              <a:gd name="connsiteX14936" fmla="*/ 2676466 w 2947832"/>
              <a:gd name="connsiteY14936" fmla="*/ 1491170 h 4821604"/>
              <a:gd name="connsiteX14937" fmla="*/ 2685570 w 2947832"/>
              <a:gd name="connsiteY14937" fmla="*/ 1491170 h 4821604"/>
              <a:gd name="connsiteX14938" fmla="*/ 2686564 w 2947832"/>
              <a:gd name="connsiteY14938" fmla="*/ 1491745 h 4821604"/>
              <a:gd name="connsiteX14939" fmla="*/ 2691116 w 2947832"/>
              <a:gd name="connsiteY14939" fmla="*/ 1499646 h 4821604"/>
              <a:gd name="connsiteX14940" fmla="*/ 2691116 w 2947832"/>
              <a:gd name="connsiteY14940" fmla="*/ 1500797 h 4821604"/>
              <a:gd name="connsiteX14941" fmla="*/ 2686564 w 2947832"/>
              <a:gd name="connsiteY14941" fmla="*/ 1508698 h 4821604"/>
              <a:gd name="connsiteX14942" fmla="*/ 2685570 w 2947832"/>
              <a:gd name="connsiteY14942" fmla="*/ 1509273 h 4821604"/>
              <a:gd name="connsiteX14943" fmla="*/ 2676466 w 2947832"/>
              <a:gd name="connsiteY14943" fmla="*/ 1509273 h 4821604"/>
              <a:gd name="connsiteX14944" fmla="*/ 2675472 w 2947832"/>
              <a:gd name="connsiteY14944" fmla="*/ 1508698 h 4821604"/>
              <a:gd name="connsiteX14945" fmla="*/ 2670920 w 2947832"/>
              <a:gd name="connsiteY14945" fmla="*/ 1500797 h 4821604"/>
              <a:gd name="connsiteX14946" fmla="*/ 2670920 w 2947832"/>
              <a:gd name="connsiteY14946" fmla="*/ 1499646 h 4821604"/>
              <a:gd name="connsiteX14947" fmla="*/ 2675472 w 2947832"/>
              <a:gd name="connsiteY14947" fmla="*/ 1491745 h 4821604"/>
              <a:gd name="connsiteX14948" fmla="*/ 2676466 w 2947832"/>
              <a:gd name="connsiteY14948" fmla="*/ 1491170 h 4821604"/>
              <a:gd name="connsiteX14949" fmla="*/ 1436441 w 2947832"/>
              <a:gd name="connsiteY14949" fmla="*/ 1490856 h 4821604"/>
              <a:gd name="connsiteX14950" fmla="*/ 1445859 w 2947832"/>
              <a:gd name="connsiteY14950" fmla="*/ 1490856 h 4821604"/>
              <a:gd name="connsiteX14951" fmla="*/ 1446853 w 2947832"/>
              <a:gd name="connsiteY14951" fmla="*/ 1491431 h 4821604"/>
              <a:gd name="connsiteX14952" fmla="*/ 1451562 w 2947832"/>
              <a:gd name="connsiteY14952" fmla="*/ 1499594 h 4821604"/>
              <a:gd name="connsiteX14953" fmla="*/ 1451562 w 2947832"/>
              <a:gd name="connsiteY14953" fmla="*/ 1500745 h 4821604"/>
              <a:gd name="connsiteX14954" fmla="*/ 1446853 w 2947832"/>
              <a:gd name="connsiteY14954" fmla="*/ 1508907 h 4821604"/>
              <a:gd name="connsiteX14955" fmla="*/ 1445859 w 2947832"/>
              <a:gd name="connsiteY14955" fmla="*/ 1509483 h 4821604"/>
              <a:gd name="connsiteX14956" fmla="*/ 1436441 w 2947832"/>
              <a:gd name="connsiteY14956" fmla="*/ 1509483 h 4821604"/>
              <a:gd name="connsiteX14957" fmla="*/ 1435447 w 2947832"/>
              <a:gd name="connsiteY14957" fmla="*/ 1508907 h 4821604"/>
              <a:gd name="connsiteX14958" fmla="*/ 1430738 w 2947832"/>
              <a:gd name="connsiteY14958" fmla="*/ 1500745 h 4821604"/>
              <a:gd name="connsiteX14959" fmla="*/ 1430738 w 2947832"/>
              <a:gd name="connsiteY14959" fmla="*/ 1499594 h 4821604"/>
              <a:gd name="connsiteX14960" fmla="*/ 1435447 w 2947832"/>
              <a:gd name="connsiteY14960" fmla="*/ 1491431 h 4821604"/>
              <a:gd name="connsiteX14961" fmla="*/ 1436441 w 2947832"/>
              <a:gd name="connsiteY14961" fmla="*/ 1490856 h 4821604"/>
              <a:gd name="connsiteX14962" fmla="*/ 1519056 w 2947832"/>
              <a:gd name="connsiteY14962" fmla="*/ 1490803 h 4821604"/>
              <a:gd name="connsiteX14963" fmla="*/ 1528527 w 2947832"/>
              <a:gd name="connsiteY14963" fmla="*/ 1490803 h 4821604"/>
              <a:gd name="connsiteX14964" fmla="*/ 1529521 w 2947832"/>
              <a:gd name="connsiteY14964" fmla="*/ 1491378 h 4821604"/>
              <a:gd name="connsiteX14965" fmla="*/ 1534282 w 2947832"/>
              <a:gd name="connsiteY14965" fmla="*/ 1499593 h 4821604"/>
              <a:gd name="connsiteX14966" fmla="*/ 1534282 w 2947832"/>
              <a:gd name="connsiteY14966" fmla="*/ 1500744 h 4821604"/>
              <a:gd name="connsiteX14967" fmla="*/ 1529521 w 2947832"/>
              <a:gd name="connsiteY14967" fmla="*/ 1508959 h 4821604"/>
              <a:gd name="connsiteX14968" fmla="*/ 1528527 w 2947832"/>
              <a:gd name="connsiteY14968" fmla="*/ 1509534 h 4821604"/>
              <a:gd name="connsiteX14969" fmla="*/ 1519056 w 2947832"/>
              <a:gd name="connsiteY14969" fmla="*/ 1509534 h 4821604"/>
              <a:gd name="connsiteX14970" fmla="*/ 1518062 w 2947832"/>
              <a:gd name="connsiteY14970" fmla="*/ 1508959 h 4821604"/>
              <a:gd name="connsiteX14971" fmla="*/ 1513301 w 2947832"/>
              <a:gd name="connsiteY14971" fmla="*/ 1500744 h 4821604"/>
              <a:gd name="connsiteX14972" fmla="*/ 1513301 w 2947832"/>
              <a:gd name="connsiteY14972" fmla="*/ 1499593 h 4821604"/>
              <a:gd name="connsiteX14973" fmla="*/ 1518062 w 2947832"/>
              <a:gd name="connsiteY14973" fmla="*/ 1491378 h 4821604"/>
              <a:gd name="connsiteX14974" fmla="*/ 1519056 w 2947832"/>
              <a:gd name="connsiteY14974" fmla="*/ 1490803 h 4821604"/>
              <a:gd name="connsiteX14975" fmla="*/ 1353511 w 2947832"/>
              <a:gd name="connsiteY14975" fmla="*/ 1490280 h 4821604"/>
              <a:gd name="connsiteX14976" fmla="*/ 1363556 w 2947832"/>
              <a:gd name="connsiteY14976" fmla="*/ 1490280 h 4821604"/>
              <a:gd name="connsiteX14977" fmla="*/ 1364655 w 2947832"/>
              <a:gd name="connsiteY14977" fmla="*/ 1490908 h 4821604"/>
              <a:gd name="connsiteX14978" fmla="*/ 1369678 w 2947832"/>
              <a:gd name="connsiteY14978" fmla="*/ 1499593 h 4821604"/>
              <a:gd name="connsiteX14979" fmla="*/ 1369678 w 2947832"/>
              <a:gd name="connsiteY14979" fmla="*/ 1500849 h 4821604"/>
              <a:gd name="connsiteX14980" fmla="*/ 1364655 w 2947832"/>
              <a:gd name="connsiteY14980" fmla="*/ 1509534 h 4821604"/>
              <a:gd name="connsiteX14981" fmla="*/ 1363556 w 2947832"/>
              <a:gd name="connsiteY14981" fmla="*/ 1510162 h 4821604"/>
              <a:gd name="connsiteX14982" fmla="*/ 1353511 w 2947832"/>
              <a:gd name="connsiteY14982" fmla="*/ 1510162 h 4821604"/>
              <a:gd name="connsiteX14983" fmla="*/ 1352412 w 2947832"/>
              <a:gd name="connsiteY14983" fmla="*/ 1509534 h 4821604"/>
              <a:gd name="connsiteX14984" fmla="*/ 1347389 w 2947832"/>
              <a:gd name="connsiteY14984" fmla="*/ 1500849 h 4821604"/>
              <a:gd name="connsiteX14985" fmla="*/ 1347389 w 2947832"/>
              <a:gd name="connsiteY14985" fmla="*/ 1499593 h 4821604"/>
              <a:gd name="connsiteX14986" fmla="*/ 1352412 w 2947832"/>
              <a:gd name="connsiteY14986" fmla="*/ 1490908 h 4821604"/>
              <a:gd name="connsiteX14987" fmla="*/ 1353511 w 2947832"/>
              <a:gd name="connsiteY14987" fmla="*/ 1490280 h 4821604"/>
              <a:gd name="connsiteX14988" fmla="*/ 1104722 w 2947832"/>
              <a:gd name="connsiteY14988" fmla="*/ 1488711 h 4821604"/>
              <a:gd name="connsiteX14989" fmla="*/ 1116337 w 2947832"/>
              <a:gd name="connsiteY14989" fmla="*/ 1488711 h 4821604"/>
              <a:gd name="connsiteX14990" fmla="*/ 1117592 w 2947832"/>
              <a:gd name="connsiteY14990" fmla="*/ 1489443 h 4821604"/>
              <a:gd name="connsiteX14991" fmla="*/ 1123400 w 2947832"/>
              <a:gd name="connsiteY14991" fmla="*/ 1499489 h 4821604"/>
              <a:gd name="connsiteX14992" fmla="*/ 1123400 w 2947832"/>
              <a:gd name="connsiteY14992" fmla="*/ 1500902 h 4821604"/>
              <a:gd name="connsiteX14993" fmla="*/ 1117592 w 2947832"/>
              <a:gd name="connsiteY14993" fmla="*/ 1510948 h 4821604"/>
              <a:gd name="connsiteX14994" fmla="*/ 1116337 w 2947832"/>
              <a:gd name="connsiteY14994" fmla="*/ 1511680 h 4821604"/>
              <a:gd name="connsiteX14995" fmla="*/ 1104722 w 2947832"/>
              <a:gd name="connsiteY14995" fmla="*/ 1511680 h 4821604"/>
              <a:gd name="connsiteX14996" fmla="*/ 1103466 w 2947832"/>
              <a:gd name="connsiteY14996" fmla="*/ 1510948 h 4821604"/>
              <a:gd name="connsiteX14997" fmla="*/ 1097658 w 2947832"/>
              <a:gd name="connsiteY14997" fmla="*/ 1500902 h 4821604"/>
              <a:gd name="connsiteX14998" fmla="*/ 1097658 w 2947832"/>
              <a:gd name="connsiteY14998" fmla="*/ 1499489 h 4821604"/>
              <a:gd name="connsiteX14999" fmla="*/ 1103466 w 2947832"/>
              <a:gd name="connsiteY14999" fmla="*/ 1489443 h 4821604"/>
              <a:gd name="connsiteX15000" fmla="*/ 1104722 w 2947832"/>
              <a:gd name="connsiteY15000" fmla="*/ 1488711 h 4821604"/>
              <a:gd name="connsiteX15001" fmla="*/ 1269849 w 2947832"/>
              <a:gd name="connsiteY15001" fmla="*/ 1488449 h 4821604"/>
              <a:gd name="connsiteX15002" fmla="*/ 1281725 w 2947832"/>
              <a:gd name="connsiteY15002" fmla="*/ 1488449 h 4821604"/>
              <a:gd name="connsiteX15003" fmla="*/ 1282981 w 2947832"/>
              <a:gd name="connsiteY15003" fmla="*/ 1489182 h 4821604"/>
              <a:gd name="connsiteX15004" fmla="*/ 1288946 w 2947832"/>
              <a:gd name="connsiteY15004" fmla="*/ 1499489 h 4821604"/>
              <a:gd name="connsiteX15005" fmla="*/ 1288946 w 2947832"/>
              <a:gd name="connsiteY15005" fmla="*/ 1500954 h 4821604"/>
              <a:gd name="connsiteX15006" fmla="*/ 1282981 w 2947832"/>
              <a:gd name="connsiteY15006" fmla="*/ 1511261 h 4821604"/>
              <a:gd name="connsiteX15007" fmla="*/ 1281725 w 2947832"/>
              <a:gd name="connsiteY15007" fmla="*/ 1511994 h 4821604"/>
              <a:gd name="connsiteX15008" fmla="*/ 1269849 w 2947832"/>
              <a:gd name="connsiteY15008" fmla="*/ 1511994 h 4821604"/>
              <a:gd name="connsiteX15009" fmla="*/ 1268593 w 2947832"/>
              <a:gd name="connsiteY15009" fmla="*/ 1511261 h 4821604"/>
              <a:gd name="connsiteX15010" fmla="*/ 1262628 w 2947832"/>
              <a:gd name="connsiteY15010" fmla="*/ 1500954 h 4821604"/>
              <a:gd name="connsiteX15011" fmla="*/ 1262628 w 2947832"/>
              <a:gd name="connsiteY15011" fmla="*/ 1499489 h 4821604"/>
              <a:gd name="connsiteX15012" fmla="*/ 1268593 w 2947832"/>
              <a:gd name="connsiteY15012" fmla="*/ 1489182 h 4821604"/>
              <a:gd name="connsiteX15013" fmla="*/ 1269849 w 2947832"/>
              <a:gd name="connsiteY15013" fmla="*/ 1488449 h 4821604"/>
              <a:gd name="connsiteX15014" fmla="*/ 2261659 w 2947832"/>
              <a:gd name="connsiteY15014" fmla="*/ 1488187 h 4821604"/>
              <a:gd name="connsiteX15015" fmla="*/ 2273798 w 2947832"/>
              <a:gd name="connsiteY15015" fmla="*/ 1488187 h 4821604"/>
              <a:gd name="connsiteX15016" fmla="*/ 2275106 w 2947832"/>
              <a:gd name="connsiteY15016" fmla="*/ 1488919 h 4821604"/>
              <a:gd name="connsiteX15017" fmla="*/ 2281175 w 2947832"/>
              <a:gd name="connsiteY15017" fmla="*/ 1499436 h 4821604"/>
              <a:gd name="connsiteX15018" fmla="*/ 2281175 w 2947832"/>
              <a:gd name="connsiteY15018" fmla="*/ 1500954 h 4821604"/>
              <a:gd name="connsiteX15019" fmla="*/ 2275106 w 2947832"/>
              <a:gd name="connsiteY15019" fmla="*/ 1511470 h 4821604"/>
              <a:gd name="connsiteX15020" fmla="*/ 2273798 w 2947832"/>
              <a:gd name="connsiteY15020" fmla="*/ 1512203 h 4821604"/>
              <a:gd name="connsiteX15021" fmla="*/ 2261659 w 2947832"/>
              <a:gd name="connsiteY15021" fmla="*/ 1512203 h 4821604"/>
              <a:gd name="connsiteX15022" fmla="*/ 2260351 w 2947832"/>
              <a:gd name="connsiteY15022" fmla="*/ 1511470 h 4821604"/>
              <a:gd name="connsiteX15023" fmla="*/ 2254282 w 2947832"/>
              <a:gd name="connsiteY15023" fmla="*/ 1500954 h 4821604"/>
              <a:gd name="connsiteX15024" fmla="*/ 2254282 w 2947832"/>
              <a:gd name="connsiteY15024" fmla="*/ 1499436 h 4821604"/>
              <a:gd name="connsiteX15025" fmla="*/ 2260351 w 2947832"/>
              <a:gd name="connsiteY15025" fmla="*/ 1488919 h 4821604"/>
              <a:gd name="connsiteX15026" fmla="*/ 2261659 w 2947832"/>
              <a:gd name="connsiteY15026" fmla="*/ 1488187 h 4821604"/>
              <a:gd name="connsiteX15027" fmla="*/ 1848317 w 2947832"/>
              <a:gd name="connsiteY15027" fmla="*/ 1488083 h 4821604"/>
              <a:gd name="connsiteX15028" fmla="*/ 1860560 w 2947832"/>
              <a:gd name="connsiteY15028" fmla="*/ 1488083 h 4821604"/>
              <a:gd name="connsiteX15029" fmla="*/ 1861868 w 2947832"/>
              <a:gd name="connsiteY15029" fmla="*/ 1488815 h 4821604"/>
              <a:gd name="connsiteX15030" fmla="*/ 1867990 w 2947832"/>
              <a:gd name="connsiteY15030" fmla="*/ 1499437 h 4821604"/>
              <a:gd name="connsiteX15031" fmla="*/ 1867990 w 2947832"/>
              <a:gd name="connsiteY15031" fmla="*/ 1500954 h 4821604"/>
              <a:gd name="connsiteX15032" fmla="*/ 1861868 w 2947832"/>
              <a:gd name="connsiteY15032" fmla="*/ 1511575 h 4821604"/>
              <a:gd name="connsiteX15033" fmla="*/ 1860560 w 2947832"/>
              <a:gd name="connsiteY15033" fmla="*/ 1512308 h 4821604"/>
              <a:gd name="connsiteX15034" fmla="*/ 1848317 w 2947832"/>
              <a:gd name="connsiteY15034" fmla="*/ 1512308 h 4821604"/>
              <a:gd name="connsiteX15035" fmla="*/ 1847009 w 2947832"/>
              <a:gd name="connsiteY15035" fmla="*/ 1511575 h 4821604"/>
              <a:gd name="connsiteX15036" fmla="*/ 1840887 w 2947832"/>
              <a:gd name="connsiteY15036" fmla="*/ 1500954 h 4821604"/>
              <a:gd name="connsiteX15037" fmla="*/ 1840887 w 2947832"/>
              <a:gd name="connsiteY15037" fmla="*/ 1499437 h 4821604"/>
              <a:gd name="connsiteX15038" fmla="*/ 1847009 w 2947832"/>
              <a:gd name="connsiteY15038" fmla="*/ 1488815 h 4821604"/>
              <a:gd name="connsiteX15039" fmla="*/ 1848317 w 2947832"/>
              <a:gd name="connsiteY15039" fmla="*/ 1488083 h 4821604"/>
              <a:gd name="connsiteX15040" fmla="*/ 1186918 w 2947832"/>
              <a:gd name="connsiteY15040" fmla="*/ 1487769 h 4821604"/>
              <a:gd name="connsiteX15041" fmla="*/ 1199476 w 2947832"/>
              <a:gd name="connsiteY15041" fmla="*/ 1487769 h 4821604"/>
              <a:gd name="connsiteX15042" fmla="*/ 1200836 w 2947832"/>
              <a:gd name="connsiteY15042" fmla="*/ 1488554 h 4821604"/>
              <a:gd name="connsiteX15043" fmla="*/ 1207114 w 2947832"/>
              <a:gd name="connsiteY15043" fmla="*/ 1499437 h 4821604"/>
              <a:gd name="connsiteX15044" fmla="*/ 1207114 w 2947832"/>
              <a:gd name="connsiteY15044" fmla="*/ 1501006 h 4821604"/>
              <a:gd name="connsiteX15045" fmla="*/ 1200836 w 2947832"/>
              <a:gd name="connsiteY15045" fmla="*/ 1511889 h 4821604"/>
              <a:gd name="connsiteX15046" fmla="*/ 1199476 w 2947832"/>
              <a:gd name="connsiteY15046" fmla="*/ 1512674 h 4821604"/>
              <a:gd name="connsiteX15047" fmla="*/ 1186918 w 2947832"/>
              <a:gd name="connsiteY15047" fmla="*/ 1512674 h 4821604"/>
              <a:gd name="connsiteX15048" fmla="*/ 1185558 w 2947832"/>
              <a:gd name="connsiteY15048" fmla="*/ 1511889 h 4821604"/>
              <a:gd name="connsiteX15049" fmla="*/ 1179279 w 2947832"/>
              <a:gd name="connsiteY15049" fmla="*/ 1501006 h 4821604"/>
              <a:gd name="connsiteX15050" fmla="*/ 1179279 w 2947832"/>
              <a:gd name="connsiteY15050" fmla="*/ 1499437 h 4821604"/>
              <a:gd name="connsiteX15051" fmla="*/ 1185558 w 2947832"/>
              <a:gd name="connsiteY15051" fmla="*/ 1488554 h 4821604"/>
              <a:gd name="connsiteX15052" fmla="*/ 1186918 w 2947832"/>
              <a:gd name="connsiteY15052" fmla="*/ 1487769 h 4821604"/>
              <a:gd name="connsiteX15053" fmla="*/ 1765283 w 2947832"/>
              <a:gd name="connsiteY15053" fmla="*/ 1487298 h 4821604"/>
              <a:gd name="connsiteX15054" fmla="*/ 1778364 w 2947832"/>
              <a:gd name="connsiteY15054" fmla="*/ 1487298 h 4821604"/>
              <a:gd name="connsiteX15055" fmla="*/ 1779776 w 2947832"/>
              <a:gd name="connsiteY15055" fmla="*/ 1488083 h 4821604"/>
              <a:gd name="connsiteX15056" fmla="*/ 1786316 w 2947832"/>
              <a:gd name="connsiteY15056" fmla="*/ 1499384 h 4821604"/>
              <a:gd name="connsiteX15057" fmla="*/ 1786316 w 2947832"/>
              <a:gd name="connsiteY15057" fmla="*/ 1501006 h 4821604"/>
              <a:gd name="connsiteX15058" fmla="*/ 1779776 w 2947832"/>
              <a:gd name="connsiteY15058" fmla="*/ 1512308 h 4821604"/>
              <a:gd name="connsiteX15059" fmla="*/ 1778364 w 2947832"/>
              <a:gd name="connsiteY15059" fmla="*/ 1513093 h 4821604"/>
              <a:gd name="connsiteX15060" fmla="*/ 1765283 w 2947832"/>
              <a:gd name="connsiteY15060" fmla="*/ 1513093 h 4821604"/>
              <a:gd name="connsiteX15061" fmla="*/ 1763870 w 2947832"/>
              <a:gd name="connsiteY15061" fmla="*/ 1512308 h 4821604"/>
              <a:gd name="connsiteX15062" fmla="*/ 1757330 w 2947832"/>
              <a:gd name="connsiteY15062" fmla="*/ 1501006 h 4821604"/>
              <a:gd name="connsiteX15063" fmla="*/ 1757330 w 2947832"/>
              <a:gd name="connsiteY15063" fmla="*/ 1499384 h 4821604"/>
              <a:gd name="connsiteX15064" fmla="*/ 1763870 w 2947832"/>
              <a:gd name="connsiteY15064" fmla="*/ 1488083 h 4821604"/>
              <a:gd name="connsiteX15065" fmla="*/ 1765283 w 2947832"/>
              <a:gd name="connsiteY15065" fmla="*/ 1487298 h 4821604"/>
              <a:gd name="connsiteX15066" fmla="*/ 2343856 w 2947832"/>
              <a:gd name="connsiteY15066" fmla="*/ 1487246 h 4821604"/>
              <a:gd name="connsiteX15067" fmla="*/ 2356989 w 2947832"/>
              <a:gd name="connsiteY15067" fmla="*/ 1487246 h 4821604"/>
              <a:gd name="connsiteX15068" fmla="*/ 2358402 w 2947832"/>
              <a:gd name="connsiteY15068" fmla="*/ 1488031 h 4821604"/>
              <a:gd name="connsiteX15069" fmla="*/ 2364942 w 2947832"/>
              <a:gd name="connsiteY15069" fmla="*/ 1499385 h 4821604"/>
              <a:gd name="connsiteX15070" fmla="*/ 2364942 w 2947832"/>
              <a:gd name="connsiteY15070" fmla="*/ 1501007 h 4821604"/>
              <a:gd name="connsiteX15071" fmla="*/ 2358402 w 2947832"/>
              <a:gd name="connsiteY15071" fmla="*/ 1512360 h 4821604"/>
              <a:gd name="connsiteX15072" fmla="*/ 2356989 w 2947832"/>
              <a:gd name="connsiteY15072" fmla="*/ 1513145 h 4821604"/>
              <a:gd name="connsiteX15073" fmla="*/ 2343856 w 2947832"/>
              <a:gd name="connsiteY15073" fmla="*/ 1513145 h 4821604"/>
              <a:gd name="connsiteX15074" fmla="*/ 2342443 w 2947832"/>
              <a:gd name="connsiteY15074" fmla="*/ 1512360 h 4821604"/>
              <a:gd name="connsiteX15075" fmla="*/ 2335903 w 2947832"/>
              <a:gd name="connsiteY15075" fmla="*/ 1501007 h 4821604"/>
              <a:gd name="connsiteX15076" fmla="*/ 2335903 w 2947832"/>
              <a:gd name="connsiteY15076" fmla="*/ 1499385 h 4821604"/>
              <a:gd name="connsiteX15077" fmla="*/ 2342443 w 2947832"/>
              <a:gd name="connsiteY15077" fmla="*/ 1488031 h 4821604"/>
              <a:gd name="connsiteX15078" fmla="*/ 2343856 w 2947832"/>
              <a:gd name="connsiteY15078" fmla="*/ 1487246 h 4821604"/>
              <a:gd name="connsiteX15079" fmla="*/ 1930514 w 2947832"/>
              <a:gd name="connsiteY15079" fmla="*/ 1487141 h 4821604"/>
              <a:gd name="connsiteX15080" fmla="*/ 1943699 w 2947832"/>
              <a:gd name="connsiteY15080" fmla="*/ 1487141 h 4821604"/>
              <a:gd name="connsiteX15081" fmla="*/ 1945112 w 2947832"/>
              <a:gd name="connsiteY15081" fmla="*/ 1487978 h 4821604"/>
              <a:gd name="connsiteX15082" fmla="*/ 1951705 w 2947832"/>
              <a:gd name="connsiteY15082" fmla="*/ 1499384 h 4821604"/>
              <a:gd name="connsiteX15083" fmla="*/ 1951705 w 2947832"/>
              <a:gd name="connsiteY15083" fmla="*/ 1501006 h 4821604"/>
              <a:gd name="connsiteX15084" fmla="*/ 1945112 w 2947832"/>
              <a:gd name="connsiteY15084" fmla="*/ 1512412 h 4821604"/>
              <a:gd name="connsiteX15085" fmla="*/ 1943699 w 2947832"/>
              <a:gd name="connsiteY15085" fmla="*/ 1513250 h 4821604"/>
              <a:gd name="connsiteX15086" fmla="*/ 1930514 w 2947832"/>
              <a:gd name="connsiteY15086" fmla="*/ 1513250 h 4821604"/>
              <a:gd name="connsiteX15087" fmla="*/ 1929102 w 2947832"/>
              <a:gd name="connsiteY15087" fmla="*/ 1512412 h 4821604"/>
              <a:gd name="connsiteX15088" fmla="*/ 1922509 w 2947832"/>
              <a:gd name="connsiteY15088" fmla="*/ 1501006 h 4821604"/>
              <a:gd name="connsiteX15089" fmla="*/ 1922509 w 2947832"/>
              <a:gd name="connsiteY15089" fmla="*/ 1499384 h 4821604"/>
              <a:gd name="connsiteX15090" fmla="*/ 1929102 w 2947832"/>
              <a:gd name="connsiteY15090" fmla="*/ 1487978 h 4821604"/>
              <a:gd name="connsiteX15091" fmla="*/ 1930514 w 2947832"/>
              <a:gd name="connsiteY15091" fmla="*/ 1487141 h 4821604"/>
              <a:gd name="connsiteX15092" fmla="*/ 2508931 w 2947832"/>
              <a:gd name="connsiteY15092" fmla="*/ 1486775 h 4821604"/>
              <a:gd name="connsiteX15093" fmla="*/ 2522482 w 2947832"/>
              <a:gd name="connsiteY15093" fmla="*/ 1486775 h 4821604"/>
              <a:gd name="connsiteX15094" fmla="*/ 2523947 w 2947832"/>
              <a:gd name="connsiteY15094" fmla="*/ 1487612 h 4821604"/>
              <a:gd name="connsiteX15095" fmla="*/ 2530749 w 2947832"/>
              <a:gd name="connsiteY15095" fmla="*/ 1499332 h 4821604"/>
              <a:gd name="connsiteX15096" fmla="*/ 2530749 w 2947832"/>
              <a:gd name="connsiteY15096" fmla="*/ 1501007 h 4821604"/>
              <a:gd name="connsiteX15097" fmla="*/ 2523947 w 2947832"/>
              <a:gd name="connsiteY15097" fmla="*/ 1512727 h 4821604"/>
              <a:gd name="connsiteX15098" fmla="*/ 2522482 w 2947832"/>
              <a:gd name="connsiteY15098" fmla="*/ 1513564 h 4821604"/>
              <a:gd name="connsiteX15099" fmla="*/ 2508931 w 2947832"/>
              <a:gd name="connsiteY15099" fmla="*/ 1513564 h 4821604"/>
              <a:gd name="connsiteX15100" fmla="*/ 2507466 w 2947832"/>
              <a:gd name="connsiteY15100" fmla="*/ 1512727 h 4821604"/>
              <a:gd name="connsiteX15101" fmla="*/ 2500664 w 2947832"/>
              <a:gd name="connsiteY15101" fmla="*/ 1501007 h 4821604"/>
              <a:gd name="connsiteX15102" fmla="*/ 2500664 w 2947832"/>
              <a:gd name="connsiteY15102" fmla="*/ 1499332 h 4821604"/>
              <a:gd name="connsiteX15103" fmla="*/ 2507466 w 2947832"/>
              <a:gd name="connsiteY15103" fmla="*/ 1487612 h 4821604"/>
              <a:gd name="connsiteX15104" fmla="*/ 2508931 w 2947832"/>
              <a:gd name="connsiteY15104" fmla="*/ 1486775 h 4821604"/>
              <a:gd name="connsiteX15105" fmla="*/ 2178310 w 2947832"/>
              <a:gd name="connsiteY15105" fmla="*/ 1486775 h 4821604"/>
              <a:gd name="connsiteX15106" fmla="*/ 2191862 w 2947832"/>
              <a:gd name="connsiteY15106" fmla="*/ 1486775 h 4821604"/>
              <a:gd name="connsiteX15107" fmla="*/ 2193326 w 2947832"/>
              <a:gd name="connsiteY15107" fmla="*/ 1487612 h 4821604"/>
              <a:gd name="connsiteX15108" fmla="*/ 2200128 w 2947832"/>
              <a:gd name="connsiteY15108" fmla="*/ 1499332 h 4821604"/>
              <a:gd name="connsiteX15109" fmla="*/ 2200128 w 2947832"/>
              <a:gd name="connsiteY15109" fmla="*/ 1501007 h 4821604"/>
              <a:gd name="connsiteX15110" fmla="*/ 2193326 w 2947832"/>
              <a:gd name="connsiteY15110" fmla="*/ 1512727 h 4821604"/>
              <a:gd name="connsiteX15111" fmla="*/ 2191862 w 2947832"/>
              <a:gd name="connsiteY15111" fmla="*/ 1513564 h 4821604"/>
              <a:gd name="connsiteX15112" fmla="*/ 2178310 w 2947832"/>
              <a:gd name="connsiteY15112" fmla="*/ 1513564 h 4821604"/>
              <a:gd name="connsiteX15113" fmla="*/ 2176845 w 2947832"/>
              <a:gd name="connsiteY15113" fmla="*/ 1512727 h 4821604"/>
              <a:gd name="connsiteX15114" fmla="*/ 2170043 w 2947832"/>
              <a:gd name="connsiteY15114" fmla="*/ 1501007 h 4821604"/>
              <a:gd name="connsiteX15115" fmla="*/ 2170043 w 2947832"/>
              <a:gd name="connsiteY15115" fmla="*/ 1499332 h 4821604"/>
              <a:gd name="connsiteX15116" fmla="*/ 2176845 w 2947832"/>
              <a:gd name="connsiteY15116" fmla="*/ 1487612 h 4821604"/>
              <a:gd name="connsiteX15117" fmla="*/ 2178310 w 2947832"/>
              <a:gd name="connsiteY15117" fmla="*/ 1486775 h 4821604"/>
              <a:gd name="connsiteX15118" fmla="*/ 855721 w 2947832"/>
              <a:gd name="connsiteY15118" fmla="*/ 1486670 h 4821604"/>
              <a:gd name="connsiteX15119" fmla="*/ 869377 w 2947832"/>
              <a:gd name="connsiteY15119" fmla="*/ 1486670 h 4821604"/>
              <a:gd name="connsiteX15120" fmla="*/ 870843 w 2947832"/>
              <a:gd name="connsiteY15120" fmla="*/ 1487507 h 4821604"/>
              <a:gd name="connsiteX15121" fmla="*/ 877697 w 2947832"/>
              <a:gd name="connsiteY15121" fmla="*/ 1499332 h 4821604"/>
              <a:gd name="connsiteX15122" fmla="*/ 877697 w 2947832"/>
              <a:gd name="connsiteY15122" fmla="*/ 1501006 h 4821604"/>
              <a:gd name="connsiteX15123" fmla="*/ 870843 w 2947832"/>
              <a:gd name="connsiteY15123" fmla="*/ 1512831 h 4821604"/>
              <a:gd name="connsiteX15124" fmla="*/ 869377 w 2947832"/>
              <a:gd name="connsiteY15124" fmla="*/ 1513668 h 4821604"/>
              <a:gd name="connsiteX15125" fmla="*/ 855721 w 2947832"/>
              <a:gd name="connsiteY15125" fmla="*/ 1513668 h 4821604"/>
              <a:gd name="connsiteX15126" fmla="*/ 854257 w 2947832"/>
              <a:gd name="connsiteY15126" fmla="*/ 1512831 h 4821604"/>
              <a:gd name="connsiteX15127" fmla="*/ 847402 w 2947832"/>
              <a:gd name="connsiteY15127" fmla="*/ 1501006 h 4821604"/>
              <a:gd name="connsiteX15128" fmla="*/ 847402 w 2947832"/>
              <a:gd name="connsiteY15128" fmla="*/ 1499332 h 4821604"/>
              <a:gd name="connsiteX15129" fmla="*/ 854257 w 2947832"/>
              <a:gd name="connsiteY15129" fmla="*/ 1487507 h 4821604"/>
              <a:gd name="connsiteX15130" fmla="*/ 855721 w 2947832"/>
              <a:gd name="connsiteY15130" fmla="*/ 1486670 h 4821604"/>
              <a:gd name="connsiteX15131" fmla="*/ 2590815 w 2947832"/>
              <a:gd name="connsiteY15131" fmla="*/ 1485257 h 4821604"/>
              <a:gd name="connsiteX15132" fmla="*/ 2605884 w 2947832"/>
              <a:gd name="connsiteY15132" fmla="*/ 1485257 h 4821604"/>
              <a:gd name="connsiteX15133" fmla="*/ 2607505 w 2947832"/>
              <a:gd name="connsiteY15133" fmla="*/ 1486199 h 4821604"/>
              <a:gd name="connsiteX15134" fmla="*/ 2615040 w 2947832"/>
              <a:gd name="connsiteY15134" fmla="*/ 1499279 h 4821604"/>
              <a:gd name="connsiteX15135" fmla="*/ 2615040 w 2947832"/>
              <a:gd name="connsiteY15135" fmla="*/ 1501163 h 4821604"/>
              <a:gd name="connsiteX15136" fmla="*/ 2607505 w 2947832"/>
              <a:gd name="connsiteY15136" fmla="*/ 1514243 h 4821604"/>
              <a:gd name="connsiteX15137" fmla="*/ 2605884 w 2947832"/>
              <a:gd name="connsiteY15137" fmla="*/ 1515185 h 4821604"/>
              <a:gd name="connsiteX15138" fmla="*/ 2590815 w 2947832"/>
              <a:gd name="connsiteY15138" fmla="*/ 1515185 h 4821604"/>
              <a:gd name="connsiteX15139" fmla="*/ 2589193 w 2947832"/>
              <a:gd name="connsiteY15139" fmla="*/ 1514243 h 4821604"/>
              <a:gd name="connsiteX15140" fmla="*/ 2581659 w 2947832"/>
              <a:gd name="connsiteY15140" fmla="*/ 1501163 h 4821604"/>
              <a:gd name="connsiteX15141" fmla="*/ 2581659 w 2947832"/>
              <a:gd name="connsiteY15141" fmla="*/ 1499279 h 4821604"/>
              <a:gd name="connsiteX15142" fmla="*/ 2589193 w 2947832"/>
              <a:gd name="connsiteY15142" fmla="*/ 1486199 h 4821604"/>
              <a:gd name="connsiteX15143" fmla="*/ 2590815 w 2947832"/>
              <a:gd name="connsiteY15143" fmla="*/ 1485257 h 4821604"/>
              <a:gd name="connsiteX15144" fmla="*/ 2094020 w 2947832"/>
              <a:gd name="connsiteY15144" fmla="*/ 1483635 h 4821604"/>
              <a:gd name="connsiteX15145" fmla="*/ 2110763 w 2947832"/>
              <a:gd name="connsiteY15145" fmla="*/ 1483635 h 4821604"/>
              <a:gd name="connsiteX15146" fmla="*/ 2112542 w 2947832"/>
              <a:gd name="connsiteY15146" fmla="*/ 1484681 h 4821604"/>
              <a:gd name="connsiteX15147" fmla="*/ 2120913 w 2947832"/>
              <a:gd name="connsiteY15147" fmla="*/ 1499175 h 4821604"/>
              <a:gd name="connsiteX15148" fmla="*/ 2120913 w 2947832"/>
              <a:gd name="connsiteY15148" fmla="*/ 1501267 h 4821604"/>
              <a:gd name="connsiteX15149" fmla="*/ 2112542 w 2947832"/>
              <a:gd name="connsiteY15149" fmla="*/ 1515760 h 4821604"/>
              <a:gd name="connsiteX15150" fmla="*/ 2110763 w 2947832"/>
              <a:gd name="connsiteY15150" fmla="*/ 1516807 h 4821604"/>
              <a:gd name="connsiteX15151" fmla="*/ 2094020 w 2947832"/>
              <a:gd name="connsiteY15151" fmla="*/ 1516807 h 4821604"/>
              <a:gd name="connsiteX15152" fmla="*/ 2092241 w 2947832"/>
              <a:gd name="connsiteY15152" fmla="*/ 1515760 h 4821604"/>
              <a:gd name="connsiteX15153" fmla="*/ 2083870 w 2947832"/>
              <a:gd name="connsiteY15153" fmla="*/ 1501267 h 4821604"/>
              <a:gd name="connsiteX15154" fmla="*/ 2083870 w 2947832"/>
              <a:gd name="connsiteY15154" fmla="*/ 1499175 h 4821604"/>
              <a:gd name="connsiteX15155" fmla="*/ 2092241 w 2947832"/>
              <a:gd name="connsiteY15155" fmla="*/ 1484681 h 4821604"/>
              <a:gd name="connsiteX15156" fmla="*/ 2094020 w 2947832"/>
              <a:gd name="connsiteY15156" fmla="*/ 1483635 h 4821604"/>
              <a:gd name="connsiteX15157" fmla="*/ 2011352 w 2947832"/>
              <a:gd name="connsiteY15157" fmla="*/ 1483635 h 4821604"/>
              <a:gd name="connsiteX15158" fmla="*/ 2028095 w 2947832"/>
              <a:gd name="connsiteY15158" fmla="*/ 1483635 h 4821604"/>
              <a:gd name="connsiteX15159" fmla="*/ 2029873 w 2947832"/>
              <a:gd name="connsiteY15159" fmla="*/ 1484681 h 4821604"/>
              <a:gd name="connsiteX15160" fmla="*/ 2038245 w 2947832"/>
              <a:gd name="connsiteY15160" fmla="*/ 1499175 h 4821604"/>
              <a:gd name="connsiteX15161" fmla="*/ 2038245 w 2947832"/>
              <a:gd name="connsiteY15161" fmla="*/ 1501267 h 4821604"/>
              <a:gd name="connsiteX15162" fmla="*/ 2029873 w 2947832"/>
              <a:gd name="connsiteY15162" fmla="*/ 1515760 h 4821604"/>
              <a:gd name="connsiteX15163" fmla="*/ 2028095 w 2947832"/>
              <a:gd name="connsiteY15163" fmla="*/ 1516807 h 4821604"/>
              <a:gd name="connsiteX15164" fmla="*/ 2011352 w 2947832"/>
              <a:gd name="connsiteY15164" fmla="*/ 1516807 h 4821604"/>
              <a:gd name="connsiteX15165" fmla="*/ 2009573 w 2947832"/>
              <a:gd name="connsiteY15165" fmla="*/ 1515760 h 4821604"/>
              <a:gd name="connsiteX15166" fmla="*/ 2001201 w 2947832"/>
              <a:gd name="connsiteY15166" fmla="*/ 1501267 h 4821604"/>
              <a:gd name="connsiteX15167" fmla="*/ 2001201 w 2947832"/>
              <a:gd name="connsiteY15167" fmla="*/ 1499175 h 4821604"/>
              <a:gd name="connsiteX15168" fmla="*/ 2009573 w 2947832"/>
              <a:gd name="connsiteY15168" fmla="*/ 1484681 h 4821604"/>
              <a:gd name="connsiteX15169" fmla="*/ 2011352 w 2947832"/>
              <a:gd name="connsiteY15169" fmla="*/ 1483635 h 4821604"/>
              <a:gd name="connsiteX15170" fmla="*/ 2424589 w 2947832"/>
              <a:gd name="connsiteY15170" fmla="*/ 1483426 h 4821604"/>
              <a:gd name="connsiteX15171" fmla="*/ 2441541 w 2947832"/>
              <a:gd name="connsiteY15171" fmla="*/ 1483426 h 4821604"/>
              <a:gd name="connsiteX15172" fmla="*/ 2443372 w 2947832"/>
              <a:gd name="connsiteY15172" fmla="*/ 1484472 h 4821604"/>
              <a:gd name="connsiteX15173" fmla="*/ 2451848 w 2947832"/>
              <a:gd name="connsiteY15173" fmla="*/ 1499123 h 4821604"/>
              <a:gd name="connsiteX15174" fmla="*/ 2451848 w 2947832"/>
              <a:gd name="connsiteY15174" fmla="*/ 1501215 h 4821604"/>
              <a:gd name="connsiteX15175" fmla="*/ 2443372 w 2947832"/>
              <a:gd name="connsiteY15175" fmla="*/ 1515866 h 4821604"/>
              <a:gd name="connsiteX15176" fmla="*/ 2441541 w 2947832"/>
              <a:gd name="connsiteY15176" fmla="*/ 1516912 h 4821604"/>
              <a:gd name="connsiteX15177" fmla="*/ 2424589 w 2947832"/>
              <a:gd name="connsiteY15177" fmla="*/ 1516912 h 4821604"/>
              <a:gd name="connsiteX15178" fmla="*/ 2422758 w 2947832"/>
              <a:gd name="connsiteY15178" fmla="*/ 1515866 h 4821604"/>
              <a:gd name="connsiteX15179" fmla="*/ 2414281 w 2947832"/>
              <a:gd name="connsiteY15179" fmla="*/ 1501215 h 4821604"/>
              <a:gd name="connsiteX15180" fmla="*/ 2414281 w 2947832"/>
              <a:gd name="connsiteY15180" fmla="*/ 1499123 h 4821604"/>
              <a:gd name="connsiteX15181" fmla="*/ 2422758 w 2947832"/>
              <a:gd name="connsiteY15181" fmla="*/ 1484472 h 4821604"/>
              <a:gd name="connsiteX15182" fmla="*/ 2424589 w 2947832"/>
              <a:gd name="connsiteY15182" fmla="*/ 1483426 h 4821604"/>
              <a:gd name="connsiteX15183" fmla="*/ 771117 w 2947832"/>
              <a:gd name="connsiteY15183" fmla="*/ 1482798 h 4821604"/>
              <a:gd name="connsiteX15184" fmla="*/ 788645 w 2947832"/>
              <a:gd name="connsiteY15184" fmla="*/ 1482798 h 4821604"/>
              <a:gd name="connsiteX15185" fmla="*/ 790528 w 2947832"/>
              <a:gd name="connsiteY15185" fmla="*/ 1483897 h 4821604"/>
              <a:gd name="connsiteX15186" fmla="*/ 799319 w 2947832"/>
              <a:gd name="connsiteY15186" fmla="*/ 1499070 h 4821604"/>
              <a:gd name="connsiteX15187" fmla="*/ 799319 w 2947832"/>
              <a:gd name="connsiteY15187" fmla="*/ 1501215 h 4821604"/>
              <a:gd name="connsiteX15188" fmla="*/ 790528 w 2947832"/>
              <a:gd name="connsiteY15188" fmla="*/ 1516388 h 4821604"/>
              <a:gd name="connsiteX15189" fmla="*/ 788645 w 2947832"/>
              <a:gd name="connsiteY15189" fmla="*/ 1517487 h 4821604"/>
              <a:gd name="connsiteX15190" fmla="*/ 771117 w 2947832"/>
              <a:gd name="connsiteY15190" fmla="*/ 1517487 h 4821604"/>
              <a:gd name="connsiteX15191" fmla="*/ 769234 w 2947832"/>
              <a:gd name="connsiteY15191" fmla="*/ 1516388 h 4821604"/>
              <a:gd name="connsiteX15192" fmla="*/ 760443 w 2947832"/>
              <a:gd name="connsiteY15192" fmla="*/ 1501215 h 4821604"/>
              <a:gd name="connsiteX15193" fmla="*/ 760443 w 2947832"/>
              <a:gd name="connsiteY15193" fmla="*/ 1499070 h 4821604"/>
              <a:gd name="connsiteX15194" fmla="*/ 769234 w 2947832"/>
              <a:gd name="connsiteY15194" fmla="*/ 1483897 h 4821604"/>
              <a:gd name="connsiteX15195" fmla="*/ 771117 w 2947832"/>
              <a:gd name="connsiteY15195" fmla="*/ 1482798 h 4821604"/>
              <a:gd name="connsiteX15196" fmla="*/ 522798 w 2947832"/>
              <a:gd name="connsiteY15196" fmla="*/ 1482275 h 4821604"/>
              <a:gd name="connsiteX15197" fmla="*/ 540954 w 2947832"/>
              <a:gd name="connsiteY15197" fmla="*/ 1482275 h 4821604"/>
              <a:gd name="connsiteX15198" fmla="*/ 542890 w 2947832"/>
              <a:gd name="connsiteY15198" fmla="*/ 1483374 h 4821604"/>
              <a:gd name="connsiteX15199" fmla="*/ 551941 w 2947832"/>
              <a:gd name="connsiteY15199" fmla="*/ 1499070 h 4821604"/>
              <a:gd name="connsiteX15200" fmla="*/ 551941 w 2947832"/>
              <a:gd name="connsiteY15200" fmla="*/ 1501320 h 4821604"/>
              <a:gd name="connsiteX15201" fmla="*/ 542890 w 2947832"/>
              <a:gd name="connsiteY15201" fmla="*/ 1517017 h 4821604"/>
              <a:gd name="connsiteX15202" fmla="*/ 540954 w 2947832"/>
              <a:gd name="connsiteY15202" fmla="*/ 1518115 h 4821604"/>
              <a:gd name="connsiteX15203" fmla="*/ 522798 w 2947832"/>
              <a:gd name="connsiteY15203" fmla="*/ 1518115 h 4821604"/>
              <a:gd name="connsiteX15204" fmla="*/ 520862 w 2947832"/>
              <a:gd name="connsiteY15204" fmla="*/ 1517017 h 4821604"/>
              <a:gd name="connsiteX15205" fmla="*/ 511811 w 2947832"/>
              <a:gd name="connsiteY15205" fmla="*/ 1501320 h 4821604"/>
              <a:gd name="connsiteX15206" fmla="*/ 511811 w 2947832"/>
              <a:gd name="connsiteY15206" fmla="*/ 1499070 h 4821604"/>
              <a:gd name="connsiteX15207" fmla="*/ 520862 w 2947832"/>
              <a:gd name="connsiteY15207" fmla="*/ 1483374 h 4821604"/>
              <a:gd name="connsiteX15208" fmla="*/ 522798 w 2947832"/>
              <a:gd name="connsiteY15208" fmla="*/ 1482275 h 4821604"/>
              <a:gd name="connsiteX15209" fmla="*/ 440026 w 2947832"/>
              <a:gd name="connsiteY15209" fmla="*/ 1481856 h 4821604"/>
              <a:gd name="connsiteX15210" fmla="*/ 458548 w 2947832"/>
              <a:gd name="connsiteY15210" fmla="*/ 1481856 h 4821604"/>
              <a:gd name="connsiteX15211" fmla="*/ 460536 w 2947832"/>
              <a:gd name="connsiteY15211" fmla="*/ 1483007 h 4821604"/>
              <a:gd name="connsiteX15212" fmla="*/ 469797 w 2947832"/>
              <a:gd name="connsiteY15212" fmla="*/ 1499018 h 4821604"/>
              <a:gd name="connsiteX15213" fmla="*/ 469797 w 2947832"/>
              <a:gd name="connsiteY15213" fmla="*/ 1501320 h 4821604"/>
              <a:gd name="connsiteX15214" fmla="*/ 460536 w 2947832"/>
              <a:gd name="connsiteY15214" fmla="*/ 1517330 h 4821604"/>
              <a:gd name="connsiteX15215" fmla="*/ 458548 w 2947832"/>
              <a:gd name="connsiteY15215" fmla="*/ 1518481 h 4821604"/>
              <a:gd name="connsiteX15216" fmla="*/ 440026 w 2947832"/>
              <a:gd name="connsiteY15216" fmla="*/ 1518481 h 4821604"/>
              <a:gd name="connsiteX15217" fmla="*/ 438037 w 2947832"/>
              <a:gd name="connsiteY15217" fmla="*/ 1517330 h 4821604"/>
              <a:gd name="connsiteX15218" fmla="*/ 428777 w 2947832"/>
              <a:gd name="connsiteY15218" fmla="*/ 1501320 h 4821604"/>
              <a:gd name="connsiteX15219" fmla="*/ 428777 w 2947832"/>
              <a:gd name="connsiteY15219" fmla="*/ 1499018 h 4821604"/>
              <a:gd name="connsiteX15220" fmla="*/ 438037 w 2947832"/>
              <a:gd name="connsiteY15220" fmla="*/ 1483007 h 4821604"/>
              <a:gd name="connsiteX15221" fmla="*/ 440026 w 2947832"/>
              <a:gd name="connsiteY15221" fmla="*/ 1481856 h 4821604"/>
              <a:gd name="connsiteX15222" fmla="*/ 604996 w 2947832"/>
              <a:gd name="connsiteY15222" fmla="*/ 1481281 h 4821604"/>
              <a:gd name="connsiteX15223" fmla="*/ 624094 w 2947832"/>
              <a:gd name="connsiteY15223" fmla="*/ 1481281 h 4821604"/>
              <a:gd name="connsiteX15224" fmla="*/ 626134 w 2947832"/>
              <a:gd name="connsiteY15224" fmla="*/ 1482484 h 4821604"/>
              <a:gd name="connsiteX15225" fmla="*/ 635709 w 2947832"/>
              <a:gd name="connsiteY15225" fmla="*/ 1499018 h 4821604"/>
              <a:gd name="connsiteX15226" fmla="*/ 635709 w 2947832"/>
              <a:gd name="connsiteY15226" fmla="*/ 1501373 h 4821604"/>
              <a:gd name="connsiteX15227" fmla="*/ 626134 w 2947832"/>
              <a:gd name="connsiteY15227" fmla="*/ 1517906 h 4821604"/>
              <a:gd name="connsiteX15228" fmla="*/ 624094 w 2947832"/>
              <a:gd name="connsiteY15228" fmla="*/ 1519110 h 4821604"/>
              <a:gd name="connsiteX15229" fmla="*/ 604996 w 2947832"/>
              <a:gd name="connsiteY15229" fmla="*/ 1519110 h 4821604"/>
              <a:gd name="connsiteX15230" fmla="*/ 602956 w 2947832"/>
              <a:gd name="connsiteY15230" fmla="*/ 1517906 h 4821604"/>
              <a:gd name="connsiteX15231" fmla="*/ 593381 w 2947832"/>
              <a:gd name="connsiteY15231" fmla="*/ 1501373 h 4821604"/>
              <a:gd name="connsiteX15232" fmla="*/ 593381 w 2947832"/>
              <a:gd name="connsiteY15232" fmla="*/ 1499018 h 4821604"/>
              <a:gd name="connsiteX15233" fmla="*/ 602956 w 2947832"/>
              <a:gd name="connsiteY15233" fmla="*/ 1482484 h 4821604"/>
              <a:gd name="connsiteX15234" fmla="*/ 604996 w 2947832"/>
              <a:gd name="connsiteY15234" fmla="*/ 1481281 h 4821604"/>
              <a:gd name="connsiteX15235" fmla="*/ 686566 w 2947832"/>
              <a:gd name="connsiteY15235" fmla="*/ 1479083 h 4821604"/>
              <a:gd name="connsiteX15236" fmla="*/ 707913 w 2947832"/>
              <a:gd name="connsiteY15236" fmla="*/ 1479083 h 4821604"/>
              <a:gd name="connsiteX15237" fmla="*/ 710215 w 2947832"/>
              <a:gd name="connsiteY15237" fmla="*/ 1480391 h 4821604"/>
              <a:gd name="connsiteX15238" fmla="*/ 720889 w 2947832"/>
              <a:gd name="connsiteY15238" fmla="*/ 1498861 h 4821604"/>
              <a:gd name="connsiteX15239" fmla="*/ 720889 w 2947832"/>
              <a:gd name="connsiteY15239" fmla="*/ 1501477 h 4821604"/>
              <a:gd name="connsiteX15240" fmla="*/ 710215 w 2947832"/>
              <a:gd name="connsiteY15240" fmla="*/ 1519946 h 4821604"/>
              <a:gd name="connsiteX15241" fmla="*/ 707913 w 2947832"/>
              <a:gd name="connsiteY15241" fmla="*/ 1521254 h 4821604"/>
              <a:gd name="connsiteX15242" fmla="*/ 686566 w 2947832"/>
              <a:gd name="connsiteY15242" fmla="*/ 1521254 h 4821604"/>
              <a:gd name="connsiteX15243" fmla="*/ 684264 w 2947832"/>
              <a:gd name="connsiteY15243" fmla="*/ 1519946 h 4821604"/>
              <a:gd name="connsiteX15244" fmla="*/ 673590 w 2947832"/>
              <a:gd name="connsiteY15244" fmla="*/ 1501477 h 4821604"/>
              <a:gd name="connsiteX15245" fmla="*/ 673590 w 2947832"/>
              <a:gd name="connsiteY15245" fmla="*/ 1498861 h 4821604"/>
              <a:gd name="connsiteX15246" fmla="*/ 684264 w 2947832"/>
              <a:gd name="connsiteY15246" fmla="*/ 1480391 h 4821604"/>
              <a:gd name="connsiteX15247" fmla="*/ 686566 w 2947832"/>
              <a:gd name="connsiteY15247" fmla="*/ 1479083 h 4821604"/>
              <a:gd name="connsiteX15248" fmla="*/ 2680913 w 2947832"/>
              <a:gd name="connsiteY15248" fmla="*/ 1417396 h 4821604"/>
              <a:gd name="connsiteX15249" fmla="*/ 2681070 w 2947832"/>
              <a:gd name="connsiteY15249" fmla="*/ 1417396 h 4821604"/>
              <a:gd name="connsiteX15250" fmla="*/ 2681174 w 2947832"/>
              <a:gd name="connsiteY15250" fmla="*/ 1417396 h 4821604"/>
              <a:gd name="connsiteX15251" fmla="*/ 2681174 w 2947832"/>
              <a:gd name="connsiteY15251" fmla="*/ 1417553 h 4821604"/>
              <a:gd name="connsiteX15252" fmla="*/ 2681122 w 2947832"/>
              <a:gd name="connsiteY15252" fmla="*/ 1417553 h 4821604"/>
              <a:gd name="connsiteX15253" fmla="*/ 2681122 w 2947832"/>
              <a:gd name="connsiteY15253" fmla="*/ 1417710 h 4821604"/>
              <a:gd name="connsiteX15254" fmla="*/ 2680965 w 2947832"/>
              <a:gd name="connsiteY15254" fmla="*/ 1417710 h 4821604"/>
              <a:gd name="connsiteX15255" fmla="*/ 2680861 w 2947832"/>
              <a:gd name="connsiteY15255" fmla="*/ 1417710 h 4821604"/>
              <a:gd name="connsiteX15256" fmla="*/ 2680861 w 2947832"/>
              <a:gd name="connsiteY15256" fmla="*/ 1417553 h 4821604"/>
              <a:gd name="connsiteX15257" fmla="*/ 2680913 w 2947832"/>
              <a:gd name="connsiteY15257" fmla="*/ 1417553 h 4821604"/>
              <a:gd name="connsiteX15258" fmla="*/ 1024773 w 2947832"/>
              <a:gd name="connsiteY15258" fmla="*/ 1411536 h 4821604"/>
              <a:gd name="connsiteX15259" fmla="*/ 1030895 w 2947832"/>
              <a:gd name="connsiteY15259" fmla="*/ 1411536 h 4821604"/>
              <a:gd name="connsiteX15260" fmla="*/ 1031522 w 2947832"/>
              <a:gd name="connsiteY15260" fmla="*/ 1411902 h 4821604"/>
              <a:gd name="connsiteX15261" fmla="*/ 1034557 w 2947832"/>
              <a:gd name="connsiteY15261" fmla="*/ 1417187 h 4821604"/>
              <a:gd name="connsiteX15262" fmla="*/ 1034557 w 2947832"/>
              <a:gd name="connsiteY15262" fmla="*/ 1417919 h 4821604"/>
              <a:gd name="connsiteX15263" fmla="*/ 1031522 w 2947832"/>
              <a:gd name="connsiteY15263" fmla="*/ 1423204 h 4821604"/>
              <a:gd name="connsiteX15264" fmla="*/ 1030895 w 2947832"/>
              <a:gd name="connsiteY15264" fmla="*/ 1423570 h 4821604"/>
              <a:gd name="connsiteX15265" fmla="*/ 1024773 w 2947832"/>
              <a:gd name="connsiteY15265" fmla="*/ 1423570 h 4821604"/>
              <a:gd name="connsiteX15266" fmla="*/ 1024145 w 2947832"/>
              <a:gd name="connsiteY15266" fmla="*/ 1423204 h 4821604"/>
              <a:gd name="connsiteX15267" fmla="*/ 1021110 w 2947832"/>
              <a:gd name="connsiteY15267" fmla="*/ 1417919 h 4821604"/>
              <a:gd name="connsiteX15268" fmla="*/ 1021110 w 2947832"/>
              <a:gd name="connsiteY15268" fmla="*/ 1417187 h 4821604"/>
              <a:gd name="connsiteX15269" fmla="*/ 1024145 w 2947832"/>
              <a:gd name="connsiteY15269" fmla="*/ 1411902 h 4821604"/>
              <a:gd name="connsiteX15270" fmla="*/ 1024773 w 2947832"/>
              <a:gd name="connsiteY15270" fmla="*/ 1411536 h 4821604"/>
              <a:gd name="connsiteX15271" fmla="*/ 1685597 w 2947832"/>
              <a:gd name="connsiteY15271" fmla="*/ 1410605 h 4821604"/>
              <a:gd name="connsiteX15272" fmla="*/ 1692608 w 2947832"/>
              <a:gd name="connsiteY15272" fmla="*/ 1410605 h 4821604"/>
              <a:gd name="connsiteX15273" fmla="*/ 1693341 w 2947832"/>
              <a:gd name="connsiteY15273" fmla="*/ 1411013 h 4821604"/>
              <a:gd name="connsiteX15274" fmla="*/ 1696846 w 2947832"/>
              <a:gd name="connsiteY15274" fmla="*/ 1417082 h 4821604"/>
              <a:gd name="connsiteX15275" fmla="*/ 1696846 w 2947832"/>
              <a:gd name="connsiteY15275" fmla="*/ 1417971 h 4821604"/>
              <a:gd name="connsiteX15276" fmla="*/ 1693341 w 2947832"/>
              <a:gd name="connsiteY15276" fmla="*/ 1424041 h 4821604"/>
              <a:gd name="connsiteX15277" fmla="*/ 1692608 w 2947832"/>
              <a:gd name="connsiteY15277" fmla="*/ 1424459 h 4821604"/>
              <a:gd name="connsiteX15278" fmla="*/ 1685597 w 2947832"/>
              <a:gd name="connsiteY15278" fmla="*/ 1424459 h 4821604"/>
              <a:gd name="connsiteX15279" fmla="*/ 1684864 w 2947832"/>
              <a:gd name="connsiteY15279" fmla="*/ 1424041 h 4821604"/>
              <a:gd name="connsiteX15280" fmla="*/ 1681359 w 2947832"/>
              <a:gd name="connsiteY15280" fmla="*/ 1417971 h 4821604"/>
              <a:gd name="connsiteX15281" fmla="*/ 1681359 w 2947832"/>
              <a:gd name="connsiteY15281" fmla="*/ 1417082 h 4821604"/>
              <a:gd name="connsiteX15282" fmla="*/ 1684864 w 2947832"/>
              <a:gd name="connsiteY15282" fmla="*/ 1411013 h 4821604"/>
              <a:gd name="connsiteX15283" fmla="*/ 1685597 w 2947832"/>
              <a:gd name="connsiteY15283" fmla="*/ 1410605 h 4821604"/>
              <a:gd name="connsiteX15284" fmla="*/ 941686 w 2947832"/>
              <a:gd name="connsiteY15284" fmla="*/ 1410554 h 4821604"/>
              <a:gd name="connsiteX15285" fmla="*/ 948802 w 2947832"/>
              <a:gd name="connsiteY15285" fmla="*/ 1410554 h 4821604"/>
              <a:gd name="connsiteX15286" fmla="*/ 949587 w 2947832"/>
              <a:gd name="connsiteY15286" fmla="*/ 1410961 h 4821604"/>
              <a:gd name="connsiteX15287" fmla="*/ 953145 w 2947832"/>
              <a:gd name="connsiteY15287" fmla="*/ 1417135 h 4821604"/>
              <a:gd name="connsiteX15288" fmla="*/ 953145 w 2947832"/>
              <a:gd name="connsiteY15288" fmla="*/ 1418024 h 4821604"/>
              <a:gd name="connsiteX15289" fmla="*/ 949587 w 2947832"/>
              <a:gd name="connsiteY15289" fmla="*/ 1424198 h 4821604"/>
              <a:gd name="connsiteX15290" fmla="*/ 948802 w 2947832"/>
              <a:gd name="connsiteY15290" fmla="*/ 1424617 h 4821604"/>
              <a:gd name="connsiteX15291" fmla="*/ 941686 w 2947832"/>
              <a:gd name="connsiteY15291" fmla="*/ 1424617 h 4821604"/>
              <a:gd name="connsiteX15292" fmla="*/ 940902 w 2947832"/>
              <a:gd name="connsiteY15292" fmla="*/ 1424198 h 4821604"/>
              <a:gd name="connsiteX15293" fmla="*/ 937344 w 2947832"/>
              <a:gd name="connsiteY15293" fmla="*/ 1418024 h 4821604"/>
              <a:gd name="connsiteX15294" fmla="*/ 937344 w 2947832"/>
              <a:gd name="connsiteY15294" fmla="*/ 1417135 h 4821604"/>
              <a:gd name="connsiteX15295" fmla="*/ 940902 w 2947832"/>
              <a:gd name="connsiteY15295" fmla="*/ 1410961 h 4821604"/>
              <a:gd name="connsiteX15296" fmla="*/ 941686 w 2947832"/>
              <a:gd name="connsiteY15296" fmla="*/ 1410554 h 4821604"/>
              <a:gd name="connsiteX15297" fmla="*/ 1602248 w 2947832"/>
              <a:gd name="connsiteY15297" fmla="*/ 1409248 h 4821604"/>
              <a:gd name="connsiteX15298" fmla="*/ 1610620 w 2947832"/>
              <a:gd name="connsiteY15298" fmla="*/ 1409248 h 4821604"/>
              <a:gd name="connsiteX15299" fmla="*/ 1611509 w 2947832"/>
              <a:gd name="connsiteY15299" fmla="*/ 1409770 h 4821604"/>
              <a:gd name="connsiteX15300" fmla="*/ 1615695 w 2947832"/>
              <a:gd name="connsiteY15300" fmla="*/ 1417030 h 4821604"/>
              <a:gd name="connsiteX15301" fmla="*/ 1615695 w 2947832"/>
              <a:gd name="connsiteY15301" fmla="*/ 1418076 h 4821604"/>
              <a:gd name="connsiteX15302" fmla="*/ 1611509 w 2947832"/>
              <a:gd name="connsiteY15302" fmla="*/ 1425349 h 4821604"/>
              <a:gd name="connsiteX15303" fmla="*/ 1610620 w 2947832"/>
              <a:gd name="connsiteY15303" fmla="*/ 1425872 h 4821604"/>
              <a:gd name="connsiteX15304" fmla="*/ 1602248 w 2947832"/>
              <a:gd name="connsiteY15304" fmla="*/ 1425872 h 4821604"/>
              <a:gd name="connsiteX15305" fmla="*/ 1601359 w 2947832"/>
              <a:gd name="connsiteY15305" fmla="*/ 1425349 h 4821604"/>
              <a:gd name="connsiteX15306" fmla="*/ 1597173 w 2947832"/>
              <a:gd name="connsiteY15306" fmla="*/ 1418076 h 4821604"/>
              <a:gd name="connsiteX15307" fmla="*/ 1597173 w 2947832"/>
              <a:gd name="connsiteY15307" fmla="*/ 1417030 h 4821604"/>
              <a:gd name="connsiteX15308" fmla="*/ 1601359 w 2947832"/>
              <a:gd name="connsiteY15308" fmla="*/ 1409770 h 4821604"/>
              <a:gd name="connsiteX15309" fmla="*/ 1602248 w 2947832"/>
              <a:gd name="connsiteY15309" fmla="*/ 1409248 h 4821604"/>
              <a:gd name="connsiteX15310" fmla="*/ 2511181 w 2947832"/>
              <a:gd name="connsiteY15310" fmla="*/ 1408615 h 4821604"/>
              <a:gd name="connsiteX15311" fmla="*/ 2520181 w 2947832"/>
              <a:gd name="connsiteY15311" fmla="*/ 1408615 h 4821604"/>
              <a:gd name="connsiteX15312" fmla="*/ 2521122 w 2947832"/>
              <a:gd name="connsiteY15312" fmla="*/ 1409190 h 4821604"/>
              <a:gd name="connsiteX15313" fmla="*/ 2525622 w 2947832"/>
              <a:gd name="connsiteY15313" fmla="*/ 1416977 h 4821604"/>
              <a:gd name="connsiteX15314" fmla="*/ 2525622 w 2947832"/>
              <a:gd name="connsiteY15314" fmla="*/ 1418076 h 4821604"/>
              <a:gd name="connsiteX15315" fmla="*/ 2521122 w 2947832"/>
              <a:gd name="connsiteY15315" fmla="*/ 1425872 h 4821604"/>
              <a:gd name="connsiteX15316" fmla="*/ 2520181 w 2947832"/>
              <a:gd name="connsiteY15316" fmla="*/ 1426448 h 4821604"/>
              <a:gd name="connsiteX15317" fmla="*/ 2511181 w 2947832"/>
              <a:gd name="connsiteY15317" fmla="*/ 1426448 h 4821604"/>
              <a:gd name="connsiteX15318" fmla="*/ 2510239 w 2947832"/>
              <a:gd name="connsiteY15318" fmla="*/ 1425872 h 4821604"/>
              <a:gd name="connsiteX15319" fmla="*/ 2505740 w 2947832"/>
              <a:gd name="connsiteY15319" fmla="*/ 1418076 h 4821604"/>
              <a:gd name="connsiteX15320" fmla="*/ 2505740 w 2947832"/>
              <a:gd name="connsiteY15320" fmla="*/ 1416977 h 4821604"/>
              <a:gd name="connsiteX15321" fmla="*/ 2510239 w 2947832"/>
              <a:gd name="connsiteY15321" fmla="*/ 1409190 h 4821604"/>
              <a:gd name="connsiteX15322" fmla="*/ 2511181 w 2947832"/>
              <a:gd name="connsiteY15322" fmla="*/ 1408615 h 4821604"/>
              <a:gd name="connsiteX15323" fmla="*/ 1436597 w 2947832"/>
              <a:gd name="connsiteY15323" fmla="*/ 1408615 h 4821604"/>
              <a:gd name="connsiteX15324" fmla="*/ 1445596 w 2947832"/>
              <a:gd name="connsiteY15324" fmla="*/ 1408615 h 4821604"/>
              <a:gd name="connsiteX15325" fmla="*/ 1446538 w 2947832"/>
              <a:gd name="connsiteY15325" fmla="*/ 1409190 h 4821604"/>
              <a:gd name="connsiteX15326" fmla="*/ 1451038 w 2947832"/>
              <a:gd name="connsiteY15326" fmla="*/ 1416977 h 4821604"/>
              <a:gd name="connsiteX15327" fmla="*/ 1451038 w 2947832"/>
              <a:gd name="connsiteY15327" fmla="*/ 1418076 h 4821604"/>
              <a:gd name="connsiteX15328" fmla="*/ 1446538 w 2947832"/>
              <a:gd name="connsiteY15328" fmla="*/ 1425872 h 4821604"/>
              <a:gd name="connsiteX15329" fmla="*/ 1445596 w 2947832"/>
              <a:gd name="connsiteY15329" fmla="*/ 1426448 h 4821604"/>
              <a:gd name="connsiteX15330" fmla="*/ 1436597 w 2947832"/>
              <a:gd name="connsiteY15330" fmla="*/ 1426448 h 4821604"/>
              <a:gd name="connsiteX15331" fmla="*/ 1435656 w 2947832"/>
              <a:gd name="connsiteY15331" fmla="*/ 1425872 h 4821604"/>
              <a:gd name="connsiteX15332" fmla="*/ 1431156 w 2947832"/>
              <a:gd name="connsiteY15332" fmla="*/ 1418076 h 4821604"/>
              <a:gd name="connsiteX15333" fmla="*/ 1431156 w 2947832"/>
              <a:gd name="connsiteY15333" fmla="*/ 1416977 h 4821604"/>
              <a:gd name="connsiteX15334" fmla="*/ 1435656 w 2947832"/>
              <a:gd name="connsiteY15334" fmla="*/ 1409190 h 4821604"/>
              <a:gd name="connsiteX15335" fmla="*/ 1436597 w 2947832"/>
              <a:gd name="connsiteY15335" fmla="*/ 1408615 h 4821604"/>
              <a:gd name="connsiteX15336" fmla="*/ 1519214 w 2947832"/>
              <a:gd name="connsiteY15336" fmla="*/ 1408410 h 4821604"/>
              <a:gd name="connsiteX15337" fmla="*/ 1528423 w 2947832"/>
              <a:gd name="connsiteY15337" fmla="*/ 1408410 h 4821604"/>
              <a:gd name="connsiteX15338" fmla="*/ 1529417 w 2947832"/>
              <a:gd name="connsiteY15338" fmla="*/ 1408985 h 4821604"/>
              <a:gd name="connsiteX15339" fmla="*/ 1534021 w 2947832"/>
              <a:gd name="connsiteY15339" fmla="*/ 1416978 h 4821604"/>
              <a:gd name="connsiteX15340" fmla="*/ 1534021 w 2947832"/>
              <a:gd name="connsiteY15340" fmla="*/ 1418129 h 4821604"/>
              <a:gd name="connsiteX15341" fmla="*/ 1529417 w 2947832"/>
              <a:gd name="connsiteY15341" fmla="*/ 1426134 h 4821604"/>
              <a:gd name="connsiteX15342" fmla="*/ 1528423 w 2947832"/>
              <a:gd name="connsiteY15342" fmla="*/ 1426710 h 4821604"/>
              <a:gd name="connsiteX15343" fmla="*/ 1519214 w 2947832"/>
              <a:gd name="connsiteY15343" fmla="*/ 1426710 h 4821604"/>
              <a:gd name="connsiteX15344" fmla="*/ 1518220 w 2947832"/>
              <a:gd name="connsiteY15344" fmla="*/ 1426134 h 4821604"/>
              <a:gd name="connsiteX15345" fmla="*/ 1513616 w 2947832"/>
              <a:gd name="connsiteY15345" fmla="*/ 1418129 h 4821604"/>
              <a:gd name="connsiteX15346" fmla="*/ 1513616 w 2947832"/>
              <a:gd name="connsiteY15346" fmla="*/ 1416978 h 4821604"/>
              <a:gd name="connsiteX15347" fmla="*/ 1518220 w 2947832"/>
              <a:gd name="connsiteY15347" fmla="*/ 1408985 h 4821604"/>
              <a:gd name="connsiteX15348" fmla="*/ 1519214 w 2947832"/>
              <a:gd name="connsiteY15348" fmla="*/ 1408410 h 4821604"/>
              <a:gd name="connsiteX15349" fmla="*/ 1353301 w 2947832"/>
              <a:gd name="connsiteY15349" fmla="*/ 1407310 h 4821604"/>
              <a:gd name="connsiteX15350" fmla="*/ 1363714 w 2947832"/>
              <a:gd name="connsiteY15350" fmla="*/ 1407310 h 4821604"/>
              <a:gd name="connsiteX15351" fmla="*/ 1364812 w 2947832"/>
              <a:gd name="connsiteY15351" fmla="*/ 1407939 h 4821604"/>
              <a:gd name="connsiteX15352" fmla="*/ 1369992 w 2947832"/>
              <a:gd name="connsiteY15352" fmla="*/ 1416925 h 4821604"/>
              <a:gd name="connsiteX15353" fmla="*/ 1369992 w 2947832"/>
              <a:gd name="connsiteY15353" fmla="*/ 1418233 h 4821604"/>
              <a:gd name="connsiteX15354" fmla="*/ 1364812 w 2947832"/>
              <a:gd name="connsiteY15354" fmla="*/ 1427233 h 4821604"/>
              <a:gd name="connsiteX15355" fmla="*/ 1363714 w 2947832"/>
              <a:gd name="connsiteY15355" fmla="*/ 1427860 h 4821604"/>
              <a:gd name="connsiteX15356" fmla="*/ 1353301 w 2947832"/>
              <a:gd name="connsiteY15356" fmla="*/ 1427860 h 4821604"/>
              <a:gd name="connsiteX15357" fmla="*/ 1352203 w 2947832"/>
              <a:gd name="connsiteY15357" fmla="*/ 1427233 h 4821604"/>
              <a:gd name="connsiteX15358" fmla="*/ 1347023 w 2947832"/>
              <a:gd name="connsiteY15358" fmla="*/ 1418233 h 4821604"/>
              <a:gd name="connsiteX15359" fmla="*/ 1347023 w 2947832"/>
              <a:gd name="connsiteY15359" fmla="*/ 1416925 h 4821604"/>
              <a:gd name="connsiteX15360" fmla="*/ 1352203 w 2947832"/>
              <a:gd name="connsiteY15360" fmla="*/ 1407939 h 4821604"/>
              <a:gd name="connsiteX15361" fmla="*/ 1353301 w 2947832"/>
              <a:gd name="connsiteY15361" fmla="*/ 1407310 h 4821604"/>
              <a:gd name="connsiteX15362" fmla="*/ 856978 w 2947832"/>
              <a:gd name="connsiteY15362" fmla="*/ 1406524 h 4821604"/>
              <a:gd name="connsiteX15363" fmla="*/ 868122 w 2947832"/>
              <a:gd name="connsiteY15363" fmla="*/ 1406524 h 4821604"/>
              <a:gd name="connsiteX15364" fmla="*/ 869325 w 2947832"/>
              <a:gd name="connsiteY15364" fmla="*/ 1407204 h 4821604"/>
              <a:gd name="connsiteX15365" fmla="*/ 874871 w 2947832"/>
              <a:gd name="connsiteY15365" fmla="*/ 1416820 h 4821604"/>
              <a:gd name="connsiteX15366" fmla="*/ 874871 w 2947832"/>
              <a:gd name="connsiteY15366" fmla="*/ 1418181 h 4821604"/>
              <a:gd name="connsiteX15367" fmla="*/ 869325 w 2947832"/>
              <a:gd name="connsiteY15367" fmla="*/ 1427808 h 4821604"/>
              <a:gd name="connsiteX15368" fmla="*/ 868122 w 2947832"/>
              <a:gd name="connsiteY15368" fmla="*/ 1428488 h 4821604"/>
              <a:gd name="connsiteX15369" fmla="*/ 856978 w 2947832"/>
              <a:gd name="connsiteY15369" fmla="*/ 1428488 h 4821604"/>
              <a:gd name="connsiteX15370" fmla="*/ 855774 w 2947832"/>
              <a:gd name="connsiteY15370" fmla="*/ 1427808 h 4821604"/>
              <a:gd name="connsiteX15371" fmla="*/ 850228 w 2947832"/>
              <a:gd name="connsiteY15371" fmla="*/ 1418181 h 4821604"/>
              <a:gd name="connsiteX15372" fmla="*/ 850228 w 2947832"/>
              <a:gd name="connsiteY15372" fmla="*/ 1416820 h 4821604"/>
              <a:gd name="connsiteX15373" fmla="*/ 855774 w 2947832"/>
              <a:gd name="connsiteY15373" fmla="*/ 1407204 h 4821604"/>
              <a:gd name="connsiteX15374" fmla="*/ 856978 w 2947832"/>
              <a:gd name="connsiteY15374" fmla="*/ 1406524 h 4821604"/>
              <a:gd name="connsiteX15375" fmla="*/ 1848736 w 2947832"/>
              <a:gd name="connsiteY15375" fmla="*/ 1406156 h 4821604"/>
              <a:gd name="connsiteX15376" fmla="*/ 1860247 w 2947832"/>
              <a:gd name="connsiteY15376" fmla="*/ 1406156 h 4821604"/>
              <a:gd name="connsiteX15377" fmla="*/ 1861503 w 2947832"/>
              <a:gd name="connsiteY15377" fmla="*/ 1406891 h 4821604"/>
              <a:gd name="connsiteX15378" fmla="*/ 1867258 w 2947832"/>
              <a:gd name="connsiteY15378" fmla="*/ 1416821 h 4821604"/>
              <a:gd name="connsiteX15379" fmla="*/ 1867258 w 2947832"/>
              <a:gd name="connsiteY15379" fmla="*/ 1418233 h 4821604"/>
              <a:gd name="connsiteX15380" fmla="*/ 1861503 w 2947832"/>
              <a:gd name="connsiteY15380" fmla="*/ 1428174 h 4821604"/>
              <a:gd name="connsiteX15381" fmla="*/ 1860247 w 2947832"/>
              <a:gd name="connsiteY15381" fmla="*/ 1428907 h 4821604"/>
              <a:gd name="connsiteX15382" fmla="*/ 1848736 w 2947832"/>
              <a:gd name="connsiteY15382" fmla="*/ 1428907 h 4821604"/>
              <a:gd name="connsiteX15383" fmla="*/ 1847480 w 2947832"/>
              <a:gd name="connsiteY15383" fmla="*/ 1428174 h 4821604"/>
              <a:gd name="connsiteX15384" fmla="*/ 1841725 w 2947832"/>
              <a:gd name="connsiteY15384" fmla="*/ 1418233 h 4821604"/>
              <a:gd name="connsiteX15385" fmla="*/ 1841725 w 2947832"/>
              <a:gd name="connsiteY15385" fmla="*/ 1416821 h 4821604"/>
              <a:gd name="connsiteX15386" fmla="*/ 1847480 w 2947832"/>
              <a:gd name="connsiteY15386" fmla="*/ 1406891 h 4821604"/>
              <a:gd name="connsiteX15387" fmla="*/ 1848736 w 2947832"/>
              <a:gd name="connsiteY15387" fmla="*/ 1406156 h 4821604"/>
              <a:gd name="connsiteX15388" fmla="*/ 1104722 w 2947832"/>
              <a:gd name="connsiteY15388" fmla="*/ 1406053 h 4821604"/>
              <a:gd name="connsiteX15389" fmla="*/ 1116337 w 2947832"/>
              <a:gd name="connsiteY15389" fmla="*/ 1406053 h 4821604"/>
              <a:gd name="connsiteX15390" fmla="*/ 1117592 w 2947832"/>
              <a:gd name="connsiteY15390" fmla="*/ 1406787 h 4821604"/>
              <a:gd name="connsiteX15391" fmla="*/ 1123400 w 2947832"/>
              <a:gd name="connsiteY15391" fmla="*/ 1416820 h 4821604"/>
              <a:gd name="connsiteX15392" fmla="*/ 1123400 w 2947832"/>
              <a:gd name="connsiteY15392" fmla="*/ 1418233 h 4821604"/>
              <a:gd name="connsiteX15393" fmla="*/ 1117592 w 2947832"/>
              <a:gd name="connsiteY15393" fmla="*/ 1428279 h 4821604"/>
              <a:gd name="connsiteX15394" fmla="*/ 1116337 w 2947832"/>
              <a:gd name="connsiteY15394" fmla="*/ 1429011 h 4821604"/>
              <a:gd name="connsiteX15395" fmla="*/ 1104722 w 2947832"/>
              <a:gd name="connsiteY15395" fmla="*/ 1429011 h 4821604"/>
              <a:gd name="connsiteX15396" fmla="*/ 1103466 w 2947832"/>
              <a:gd name="connsiteY15396" fmla="*/ 1428279 h 4821604"/>
              <a:gd name="connsiteX15397" fmla="*/ 1097658 w 2947832"/>
              <a:gd name="connsiteY15397" fmla="*/ 1418233 h 4821604"/>
              <a:gd name="connsiteX15398" fmla="*/ 1097658 w 2947832"/>
              <a:gd name="connsiteY15398" fmla="*/ 1416820 h 4821604"/>
              <a:gd name="connsiteX15399" fmla="*/ 1103466 w 2947832"/>
              <a:gd name="connsiteY15399" fmla="*/ 1406787 h 4821604"/>
              <a:gd name="connsiteX15400" fmla="*/ 1104722 w 2947832"/>
              <a:gd name="connsiteY15400" fmla="*/ 1406053 h 4821604"/>
              <a:gd name="connsiteX15401" fmla="*/ 1269901 w 2947832"/>
              <a:gd name="connsiteY15401" fmla="*/ 1405896 h 4821604"/>
              <a:gd name="connsiteX15402" fmla="*/ 1281673 w 2947832"/>
              <a:gd name="connsiteY15402" fmla="*/ 1405896 h 4821604"/>
              <a:gd name="connsiteX15403" fmla="*/ 1282929 w 2947832"/>
              <a:gd name="connsiteY15403" fmla="*/ 1406628 h 4821604"/>
              <a:gd name="connsiteX15404" fmla="*/ 1288842 w 2947832"/>
              <a:gd name="connsiteY15404" fmla="*/ 1416820 h 4821604"/>
              <a:gd name="connsiteX15405" fmla="*/ 1288842 w 2947832"/>
              <a:gd name="connsiteY15405" fmla="*/ 1418285 h 4821604"/>
              <a:gd name="connsiteX15406" fmla="*/ 1282929 w 2947832"/>
              <a:gd name="connsiteY15406" fmla="*/ 1428488 h 4821604"/>
              <a:gd name="connsiteX15407" fmla="*/ 1281673 w 2947832"/>
              <a:gd name="connsiteY15407" fmla="*/ 1429221 h 4821604"/>
              <a:gd name="connsiteX15408" fmla="*/ 1269901 w 2947832"/>
              <a:gd name="connsiteY15408" fmla="*/ 1429221 h 4821604"/>
              <a:gd name="connsiteX15409" fmla="*/ 1268645 w 2947832"/>
              <a:gd name="connsiteY15409" fmla="*/ 1428488 h 4821604"/>
              <a:gd name="connsiteX15410" fmla="*/ 1262733 w 2947832"/>
              <a:gd name="connsiteY15410" fmla="*/ 1418285 h 4821604"/>
              <a:gd name="connsiteX15411" fmla="*/ 1262733 w 2947832"/>
              <a:gd name="connsiteY15411" fmla="*/ 1416820 h 4821604"/>
              <a:gd name="connsiteX15412" fmla="*/ 1268645 w 2947832"/>
              <a:gd name="connsiteY15412" fmla="*/ 1406628 h 4821604"/>
              <a:gd name="connsiteX15413" fmla="*/ 1269901 w 2947832"/>
              <a:gd name="connsiteY15413" fmla="*/ 1405896 h 4821604"/>
              <a:gd name="connsiteX15414" fmla="*/ 1765806 w 2947832"/>
              <a:gd name="connsiteY15414" fmla="*/ 1405792 h 4821604"/>
              <a:gd name="connsiteX15415" fmla="*/ 1777683 w 2947832"/>
              <a:gd name="connsiteY15415" fmla="*/ 1405792 h 4821604"/>
              <a:gd name="connsiteX15416" fmla="*/ 1778939 w 2947832"/>
              <a:gd name="connsiteY15416" fmla="*/ 1406524 h 4821604"/>
              <a:gd name="connsiteX15417" fmla="*/ 1784904 w 2947832"/>
              <a:gd name="connsiteY15417" fmla="*/ 1416821 h 4821604"/>
              <a:gd name="connsiteX15418" fmla="*/ 1784904 w 2947832"/>
              <a:gd name="connsiteY15418" fmla="*/ 1418286 h 4821604"/>
              <a:gd name="connsiteX15419" fmla="*/ 1778939 w 2947832"/>
              <a:gd name="connsiteY15419" fmla="*/ 1428593 h 4821604"/>
              <a:gd name="connsiteX15420" fmla="*/ 1777683 w 2947832"/>
              <a:gd name="connsiteY15420" fmla="*/ 1429326 h 4821604"/>
              <a:gd name="connsiteX15421" fmla="*/ 1765806 w 2947832"/>
              <a:gd name="connsiteY15421" fmla="*/ 1429326 h 4821604"/>
              <a:gd name="connsiteX15422" fmla="*/ 1764551 w 2947832"/>
              <a:gd name="connsiteY15422" fmla="*/ 1428593 h 4821604"/>
              <a:gd name="connsiteX15423" fmla="*/ 1758586 w 2947832"/>
              <a:gd name="connsiteY15423" fmla="*/ 1418286 h 4821604"/>
              <a:gd name="connsiteX15424" fmla="*/ 1758586 w 2947832"/>
              <a:gd name="connsiteY15424" fmla="*/ 1416821 h 4821604"/>
              <a:gd name="connsiteX15425" fmla="*/ 1764551 w 2947832"/>
              <a:gd name="connsiteY15425" fmla="*/ 1406524 h 4821604"/>
              <a:gd name="connsiteX15426" fmla="*/ 1765806 w 2947832"/>
              <a:gd name="connsiteY15426" fmla="*/ 1405792 h 4821604"/>
              <a:gd name="connsiteX15427" fmla="*/ 1186971 w 2947832"/>
              <a:gd name="connsiteY15427" fmla="*/ 1405323 h 4821604"/>
              <a:gd name="connsiteX15428" fmla="*/ 1199319 w 2947832"/>
              <a:gd name="connsiteY15428" fmla="*/ 1405323 h 4821604"/>
              <a:gd name="connsiteX15429" fmla="*/ 1200627 w 2947832"/>
              <a:gd name="connsiteY15429" fmla="*/ 1406106 h 4821604"/>
              <a:gd name="connsiteX15430" fmla="*/ 1206801 w 2947832"/>
              <a:gd name="connsiteY15430" fmla="*/ 1416768 h 4821604"/>
              <a:gd name="connsiteX15431" fmla="*/ 1206801 w 2947832"/>
              <a:gd name="connsiteY15431" fmla="*/ 1418286 h 4821604"/>
              <a:gd name="connsiteX15432" fmla="*/ 1200627 w 2947832"/>
              <a:gd name="connsiteY15432" fmla="*/ 1428959 h 4821604"/>
              <a:gd name="connsiteX15433" fmla="*/ 1199319 w 2947832"/>
              <a:gd name="connsiteY15433" fmla="*/ 1429744 h 4821604"/>
              <a:gd name="connsiteX15434" fmla="*/ 1186971 w 2947832"/>
              <a:gd name="connsiteY15434" fmla="*/ 1429744 h 4821604"/>
              <a:gd name="connsiteX15435" fmla="*/ 1185663 w 2947832"/>
              <a:gd name="connsiteY15435" fmla="*/ 1428959 h 4821604"/>
              <a:gd name="connsiteX15436" fmla="*/ 1179489 w 2947832"/>
              <a:gd name="connsiteY15436" fmla="*/ 1418286 h 4821604"/>
              <a:gd name="connsiteX15437" fmla="*/ 1179489 w 2947832"/>
              <a:gd name="connsiteY15437" fmla="*/ 1416768 h 4821604"/>
              <a:gd name="connsiteX15438" fmla="*/ 1185663 w 2947832"/>
              <a:gd name="connsiteY15438" fmla="*/ 1406106 h 4821604"/>
              <a:gd name="connsiteX15439" fmla="*/ 1186971 w 2947832"/>
              <a:gd name="connsiteY15439" fmla="*/ 1405323 h 4821604"/>
              <a:gd name="connsiteX15440" fmla="*/ 2344118 w 2947832"/>
              <a:gd name="connsiteY15440" fmla="*/ 1405059 h 4821604"/>
              <a:gd name="connsiteX15441" fmla="*/ 2356727 w 2947832"/>
              <a:gd name="connsiteY15441" fmla="*/ 1405059 h 4821604"/>
              <a:gd name="connsiteX15442" fmla="*/ 2358088 w 2947832"/>
              <a:gd name="connsiteY15442" fmla="*/ 1405844 h 4821604"/>
              <a:gd name="connsiteX15443" fmla="*/ 2364367 w 2947832"/>
              <a:gd name="connsiteY15443" fmla="*/ 1416768 h 4821604"/>
              <a:gd name="connsiteX15444" fmla="*/ 2364367 w 2947832"/>
              <a:gd name="connsiteY15444" fmla="*/ 1418338 h 4821604"/>
              <a:gd name="connsiteX15445" fmla="*/ 2358088 w 2947832"/>
              <a:gd name="connsiteY15445" fmla="*/ 1429273 h 4821604"/>
              <a:gd name="connsiteX15446" fmla="*/ 2356727 w 2947832"/>
              <a:gd name="connsiteY15446" fmla="*/ 1430058 h 4821604"/>
              <a:gd name="connsiteX15447" fmla="*/ 2344118 w 2947832"/>
              <a:gd name="connsiteY15447" fmla="*/ 1430058 h 4821604"/>
              <a:gd name="connsiteX15448" fmla="*/ 2342758 w 2947832"/>
              <a:gd name="connsiteY15448" fmla="*/ 1429273 h 4821604"/>
              <a:gd name="connsiteX15449" fmla="*/ 2336479 w 2947832"/>
              <a:gd name="connsiteY15449" fmla="*/ 1418338 h 4821604"/>
              <a:gd name="connsiteX15450" fmla="*/ 2336479 w 2947832"/>
              <a:gd name="connsiteY15450" fmla="*/ 1416768 h 4821604"/>
              <a:gd name="connsiteX15451" fmla="*/ 2342758 w 2947832"/>
              <a:gd name="connsiteY15451" fmla="*/ 1405844 h 4821604"/>
              <a:gd name="connsiteX15452" fmla="*/ 2344118 w 2947832"/>
              <a:gd name="connsiteY15452" fmla="*/ 1405059 h 4821604"/>
              <a:gd name="connsiteX15453" fmla="*/ 2426577 w 2947832"/>
              <a:gd name="connsiteY15453" fmla="*/ 1404691 h 4821604"/>
              <a:gd name="connsiteX15454" fmla="*/ 2439605 w 2947832"/>
              <a:gd name="connsiteY15454" fmla="*/ 1404691 h 4821604"/>
              <a:gd name="connsiteX15455" fmla="*/ 2441018 w 2947832"/>
              <a:gd name="connsiteY15455" fmla="*/ 1405476 h 4821604"/>
              <a:gd name="connsiteX15456" fmla="*/ 2447506 w 2947832"/>
              <a:gd name="connsiteY15456" fmla="*/ 1416716 h 4821604"/>
              <a:gd name="connsiteX15457" fmla="*/ 2447506 w 2947832"/>
              <a:gd name="connsiteY15457" fmla="*/ 1418338 h 4821604"/>
              <a:gd name="connsiteX15458" fmla="*/ 2441018 w 2947832"/>
              <a:gd name="connsiteY15458" fmla="*/ 1429587 h 4821604"/>
              <a:gd name="connsiteX15459" fmla="*/ 2439605 w 2947832"/>
              <a:gd name="connsiteY15459" fmla="*/ 1430372 h 4821604"/>
              <a:gd name="connsiteX15460" fmla="*/ 2426577 w 2947832"/>
              <a:gd name="connsiteY15460" fmla="*/ 1430372 h 4821604"/>
              <a:gd name="connsiteX15461" fmla="*/ 2425164 w 2947832"/>
              <a:gd name="connsiteY15461" fmla="*/ 1429587 h 4821604"/>
              <a:gd name="connsiteX15462" fmla="*/ 2418676 w 2947832"/>
              <a:gd name="connsiteY15462" fmla="*/ 1418338 h 4821604"/>
              <a:gd name="connsiteX15463" fmla="*/ 2418676 w 2947832"/>
              <a:gd name="connsiteY15463" fmla="*/ 1416716 h 4821604"/>
              <a:gd name="connsiteX15464" fmla="*/ 2425164 w 2947832"/>
              <a:gd name="connsiteY15464" fmla="*/ 1405476 h 4821604"/>
              <a:gd name="connsiteX15465" fmla="*/ 2426577 w 2947832"/>
              <a:gd name="connsiteY15465" fmla="*/ 1404691 h 4821604"/>
              <a:gd name="connsiteX15466" fmla="*/ 773001 w 2947832"/>
              <a:gd name="connsiteY15466" fmla="*/ 1404013 h 4821604"/>
              <a:gd name="connsiteX15467" fmla="*/ 786710 w 2947832"/>
              <a:gd name="connsiteY15467" fmla="*/ 1404013 h 4821604"/>
              <a:gd name="connsiteX15468" fmla="*/ 788175 w 2947832"/>
              <a:gd name="connsiteY15468" fmla="*/ 1404853 h 4821604"/>
              <a:gd name="connsiteX15469" fmla="*/ 795029 w 2947832"/>
              <a:gd name="connsiteY15469" fmla="*/ 1416716 h 4821604"/>
              <a:gd name="connsiteX15470" fmla="*/ 795029 w 2947832"/>
              <a:gd name="connsiteY15470" fmla="*/ 1418390 h 4821604"/>
              <a:gd name="connsiteX15471" fmla="*/ 788175 w 2947832"/>
              <a:gd name="connsiteY15471" fmla="*/ 1430267 h 4821604"/>
              <a:gd name="connsiteX15472" fmla="*/ 786710 w 2947832"/>
              <a:gd name="connsiteY15472" fmla="*/ 1431105 h 4821604"/>
              <a:gd name="connsiteX15473" fmla="*/ 773001 w 2947832"/>
              <a:gd name="connsiteY15473" fmla="*/ 1431105 h 4821604"/>
              <a:gd name="connsiteX15474" fmla="*/ 771536 w 2947832"/>
              <a:gd name="connsiteY15474" fmla="*/ 1430267 h 4821604"/>
              <a:gd name="connsiteX15475" fmla="*/ 764682 w 2947832"/>
              <a:gd name="connsiteY15475" fmla="*/ 1418390 h 4821604"/>
              <a:gd name="connsiteX15476" fmla="*/ 764682 w 2947832"/>
              <a:gd name="connsiteY15476" fmla="*/ 1416716 h 4821604"/>
              <a:gd name="connsiteX15477" fmla="*/ 771536 w 2947832"/>
              <a:gd name="connsiteY15477" fmla="*/ 1404853 h 4821604"/>
              <a:gd name="connsiteX15478" fmla="*/ 773001 w 2947832"/>
              <a:gd name="connsiteY15478" fmla="*/ 1404013 h 4821604"/>
              <a:gd name="connsiteX15479" fmla="*/ 1930201 w 2947832"/>
              <a:gd name="connsiteY15479" fmla="*/ 1403961 h 4821604"/>
              <a:gd name="connsiteX15480" fmla="*/ 1943961 w 2947832"/>
              <a:gd name="connsiteY15480" fmla="*/ 1403961 h 4821604"/>
              <a:gd name="connsiteX15481" fmla="*/ 1945426 w 2947832"/>
              <a:gd name="connsiteY15481" fmla="*/ 1404800 h 4821604"/>
              <a:gd name="connsiteX15482" fmla="*/ 1952333 w 2947832"/>
              <a:gd name="connsiteY15482" fmla="*/ 1416716 h 4821604"/>
              <a:gd name="connsiteX15483" fmla="*/ 1952333 w 2947832"/>
              <a:gd name="connsiteY15483" fmla="*/ 1418442 h 4821604"/>
              <a:gd name="connsiteX15484" fmla="*/ 1945426 w 2947832"/>
              <a:gd name="connsiteY15484" fmla="*/ 1430372 h 4821604"/>
              <a:gd name="connsiteX15485" fmla="*/ 1943961 w 2947832"/>
              <a:gd name="connsiteY15485" fmla="*/ 1431209 h 4821604"/>
              <a:gd name="connsiteX15486" fmla="*/ 1930201 w 2947832"/>
              <a:gd name="connsiteY15486" fmla="*/ 1431209 h 4821604"/>
              <a:gd name="connsiteX15487" fmla="*/ 1928736 w 2947832"/>
              <a:gd name="connsiteY15487" fmla="*/ 1430372 h 4821604"/>
              <a:gd name="connsiteX15488" fmla="*/ 1921829 w 2947832"/>
              <a:gd name="connsiteY15488" fmla="*/ 1418442 h 4821604"/>
              <a:gd name="connsiteX15489" fmla="*/ 1921829 w 2947832"/>
              <a:gd name="connsiteY15489" fmla="*/ 1416716 h 4821604"/>
              <a:gd name="connsiteX15490" fmla="*/ 1928736 w 2947832"/>
              <a:gd name="connsiteY15490" fmla="*/ 1404800 h 4821604"/>
              <a:gd name="connsiteX15491" fmla="*/ 1930201 w 2947832"/>
              <a:gd name="connsiteY15491" fmla="*/ 1403961 h 4821604"/>
              <a:gd name="connsiteX15492" fmla="*/ 2260351 w 2947832"/>
              <a:gd name="connsiteY15492" fmla="*/ 1402968 h 4821604"/>
              <a:gd name="connsiteX15493" fmla="*/ 2275106 w 2947832"/>
              <a:gd name="connsiteY15493" fmla="*/ 1402968 h 4821604"/>
              <a:gd name="connsiteX15494" fmla="*/ 2276676 w 2947832"/>
              <a:gd name="connsiteY15494" fmla="*/ 1403856 h 4821604"/>
              <a:gd name="connsiteX15495" fmla="*/ 2284053 w 2947832"/>
              <a:gd name="connsiteY15495" fmla="*/ 1416663 h 4821604"/>
              <a:gd name="connsiteX15496" fmla="*/ 2284053 w 2947832"/>
              <a:gd name="connsiteY15496" fmla="*/ 1418495 h 4821604"/>
              <a:gd name="connsiteX15497" fmla="*/ 2276676 w 2947832"/>
              <a:gd name="connsiteY15497" fmla="*/ 1431313 h 4821604"/>
              <a:gd name="connsiteX15498" fmla="*/ 2275106 w 2947832"/>
              <a:gd name="connsiteY15498" fmla="*/ 1432203 h 4821604"/>
              <a:gd name="connsiteX15499" fmla="*/ 2260351 w 2947832"/>
              <a:gd name="connsiteY15499" fmla="*/ 1432203 h 4821604"/>
              <a:gd name="connsiteX15500" fmla="*/ 2258782 w 2947832"/>
              <a:gd name="connsiteY15500" fmla="*/ 1431313 h 4821604"/>
              <a:gd name="connsiteX15501" fmla="*/ 2251405 w 2947832"/>
              <a:gd name="connsiteY15501" fmla="*/ 1418495 h 4821604"/>
              <a:gd name="connsiteX15502" fmla="*/ 2251405 w 2947832"/>
              <a:gd name="connsiteY15502" fmla="*/ 1416663 h 4821604"/>
              <a:gd name="connsiteX15503" fmla="*/ 2258782 w 2947832"/>
              <a:gd name="connsiteY15503" fmla="*/ 1403856 h 4821604"/>
              <a:gd name="connsiteX15504" fmla="*/ 2260351 w 2947832"/>
              <a:gd name="connsiteY15504" fmla="*/ 1402968 h 4821604"/>
              <a:gd name="connsiteX15505" fmla="*/ 2590763 w 2947832"/>
              <a:gd name="connsiteY15505" fmla="*/ 1402548 h 4821604"/>
              <a:gd name="connsiteX15506" fmla="*/ 2605936 w 2947832"/>
              <a:gd name="connsiteY15506" fmla="*/ 1402548 h 4821604"/>
              <a:gd name="connsiteX15507" fmla="*/ 2607558 w 2947832"/>
              <a:gd name="connsiteY15507" fmla="*/ 1403490 h 4821604"/>
              <a:gd name="connsiteX15508" fmla="*/ 2615145 w 2947832"/>
              <a:gd name="connsiteY15508" fmla="*/ 1416612 h 4821604"/>
              <a:gd name="connsiteX15509" fmla="*/ 2615145 w 2947832"/>
              <a:gd name="connsiteY15509" fmla="*/ 1418495 h 4821604"/>
              <a:gd name="connsiteX15510" fmla="*/ 2607558 w 2947832"/>
              <a:gd name="connsiteY15510" fmla="*/ 1431628 h 4821604"/>
              <a:gd name="connsiteX15511" fmla="*/ 2605936 w 2947832"/>
              <a:gd name="connsiteY15511" fmla="*/ 1432570 h 4821604"/>
              <a:gd name="connsiteX15512" fmla="*/ 2590763 w 2947832"/>
              <a:gd name="connsiteY15512" fmla="*/ 1432570 h 4821604"/>
              <a:gd name="connsiteX15513" fmla="*/ 2589141 w 2947832"/>
              <a:gd name="connsiteY15513" fmla="*/ 1431628 h 4821604"/>
              <a:gd name="connsiteX15514" fmla="*/ 2581555 w 2947832"/>
              <a:gd name="connsiteY15514" fmla="*/ 1418495 h 4821604"/>
              <a:gd name="connsiteX15515" fmla="*/ 2581555 w 2947832"/>
              <a:gd name="connsiteY15515" fmla="*/ 1416612 h 4821604"/>
              <a:gd name="connsiteX15516" fmla="*/ 2589141 w 2947832"/>
              <a:gd name="connsiteY15516" fmla="*/ 1403490 h 4821604"/>
              <a:gd name="connsiteX15517" fmla="*/ 2590763 w 2947832"/>
              <a:gd name="connsiteY15517" fmla="*/ 1402548 h 4821604"/>
              <a:gd name="connsiteX15518" fmla="*/ 2012032 w 2947832"/>
              <a:gd name="connsiteY15518" fmla="*/ 1402339 h 4821604"/>
              <a:gd name="connsiteX15519" fmla="*/ 2027414 w 2947832"/>
              <a:gd name="connsiteY15519" fmla="*/ 1402339 h 4821604"/>
              <a:gd name="connsiteX15520" fmla="*/ 2029037 w 2947832"/>
              <a:gd name="connsiteY15520" fmla="*/ 1403281 h 4821604"/>
              <a:gd name="connsiteX15521" fmla="*/ 2036728 w 2947832"/>
              <a:gd name="connsiteY15521" fmla="*/ 1416611 h 4821604"/>
              <a:gd name="connsiteX15522" fmla="*/ 2036728 w 2947832"/>
              <a:gd name="connsiteY15522" fmla="*/ 1418494 h 4821604"/>
              <a:gd name="connsiteX15523" fmla="*/ 2029037 w 2947832"/>
              <a:gd name="connsiteY15523" fmla="*/ 1431837 h 4821604"/>
              <a:gd name="connsiteX15524" fmla="*/ 2027414 w 2947832"/>
              <a:gd name="connsiteY15524" fmla="*/ 1432778 h 4821604"/>
              <a:gd name="connsiteX15525" fmla="*/ 2012032 w 2947832"/>
              <a:gd name="connsiteY15525" fmla="*/ 1432778 h 4821604"/>
              <a:gd name="connsiteX15526" fmla="*/ 2010410 w 2947832"/>
              <a:gd name="connsiteY15526" fmla="*/ 1431837 h 4821604"/>
              <a:gd name="connsiteX15527" fmla="*/ 2002719 w 2947832"/>
              <a:gd name="connsiteY15527" fmla="*/ 1418494 h 4821604"/>
              <a:gd name="connsiteX15528" fmla="*/ 2002719 w 2947832"/>
              <a:gd name="connsiteY15528" fmla="*/ 1416611 h 4821604"/>
              <a:gd name="connsiteX15529" fmla="*/ 2010410 w 2947832"/>
              <a:gd name="connsiteY15529" fmla="*/ 1403281 h 4821604"/>
              <a:gd name="connsiteX15530" fmla="*/ 2012032 w 2947832"/>
              <a:gd name="connsiteY15530" fmla="*/ 1402339 h 4821604"/>
              <a:gd name="connsiteX15531" fmla="*/ 2094648 w 2947832"/>
              <a:gd name="connsiteY15531" fmla="*/ 1402181 h 4821604"/>
              <a:gd name="connsiteX15532" fmla="*/ 2110188 w 2947832"/>
              <a:gd name="connsiteY15532" fmla="*/ 1402181 h 4821604"/>
              <a:gd name="connsiteX15533" fmla="*/ 2111862 w 2947832"/>
              <a:gd name="connsiteY15533" fmla="*/ 1403124 h 4821604"/>
              <a:gd name="connsiteX15534" fmla="*/ 2119606 w 2947832"/>
              <a:gd name="connsiteY15534" fmla="*/ 1416558 h 4821604"/>
              <a:gd name="connsiteX15535" fmla="*/ 2119606 w 2947832"/>
              <a:gd name="connsiteY15535" fmla="*/ 1418494 h 4821604"/>
              <a:gd name="connsiteX15536" fmla="*/ 2111862 w 2947832"/>
              <a:gd name="connsiteY15536" fmla="*/ 1431941 h 4821604"/>
              <a:gd name="connsiteX15537" fmla="*/ 2110188 w 2947832"/>
              <a:gd name="connsiteY15537" fmla="*/ 1432883 h 4821604"/>
              <a:gd name="connsiteX15538" fmla="*/ 2094648 w 2947832"/>
              <a:gd name="connsiteY15538" fmla="*/ 1432883 h 4821604"/>
              <a:gd name="connsiteX15539" fmla="*/ 2092974 w 2947832"/>
              <a:gd name="connsiteY15539" fmla="*/ 1431941 h 4821604"/>
              <a:gd name="connsiteX15540" fmla="*/ 2085231 w 2947832"/>
              <a:gd name="connsiteY15540" fmla="*/ 1418494 h 4821604"/>
              <a:gd name="connsiteX15541" fmla="*/ 2085231 w 2947832"/>
              <a:gd name="connsiteY15541" fmla="*/ 1416558 h 4821604"/>
              <a:gd name="connsiteX15542" fmla="*/ 2092974 w 2947832"/>
              <a:gd name="connsiteY15542" fmla="*/ 1403124 h 4821604"/>
              <a:gd name="connsiteX15543" fmla="*/ 2094648 w 2947832"/>
              <a:gd name="connsiteY15543" fmla="*/ 1402181 h 4821604"/>
              <a:gd name="connsiteX15544" fmla="*/ 689025 w 2947832"/>
              <a:gd name="connsiteY15544" fmla="*/ 1401397 h 4821604"/>
              <a:gd name="connsiteX15545" fmla="*/ 705350 w 2947832"/>
              <a:gd name="connsiteY15545" fmla="*/ 1401397 h 4821604"/>
              <a:gd name="connsiteX15546" fmla="*/ 707076 w 2947832"/>
              <a:gd name="connsiteY15546" fmla="*/ 1402392 h 4821604"/>
              <a:gd name="connsiteX15547" fmla="*/ 715239 w 2947832"/>
              <a:gd name="connsiteY15547" fmla="*/ 1416507 h 4821604"/>
              <a:gd name="connsiteX15548" fmla="*/ 715239 w 2947832"/>
              <a:gd name="connsiteY15548" fmla="*/ 1418548 h 4821604"/>
              <a:gd name="connsiteX15549" fmla="*/ 707076 w 2947832"/>
              <a:gd name="connsiteY15549" fmla="*/ 1432674 h 4821604"/>
              <a:gd name="connsiteX15550" fmla="*/ 705350 w 2947832"/>
              <a:gd name="connsiteY15550" fmla="*/ 1433668 h 4821604"/>
              <a:gd name="connsiteX15551" fmla="*/ 689025 w 2947832"/>
              <a:gd name="connsiteY15551" fmla="*/ 1433668 h 4821604"/>
              <a:gd name="connsiteX15552" fmla="*/ 687299 w 2947832"/>
              <a:gd name="connsiteY15552" fmla="*/ 1432674 h 4821604"/>
              <a:gd name="connsiteX15553" fmla="*/ 679136 w 2947832"/>
              <a:gd name="connsiteY15553" fmla="*/ 1418548 h 4821604"/>
              <a:gd name="connsiteX15554" fmla="*/ 679136 w 2947832"/>
              <a:gd name="connsiteY15554" fmla="*/ 1416507 h 4821604"/>
              <a:gd name="connsiteX15555" fmla="*/ 687299 w 2947832"/>
              <a:gd name="connsiteY15555" fmla="*/ 1402392 h 4821604"/>
              <a:gd name="connsiteX15556" fmla="*/ 689025 w 2947832"/>
              <a:gd name="connsiteY15556" fmla="*/ 1401397 h 4821604"/>
              <a:gd name="connsiteX15557" fmla="*/ 2176741 w 2947832"/>
              <a:gd name="connsiteY15557" fmla="*/ 1401029 h 4821604"/>
              <a:gd name="connsiteX15558" fmla="*/ 2193431 w 2947832"/>
              <a:gd name="connsiteY15558" fmla="*/ 1401029 h 4821604"/>
              <a:gd name="connsiteX15559" fmla="*/ 2195210 w 2947832"/>
              <a:gd name="connsiteY15559" fmla="*/ 1402077 h 4821604"/>
              <a:gd name="connsiteX15560" fmla="*/ 2203529 w 2947832"/>
              <a:gd name="connsiteY15560" fmla="*/ 1416506 h 4821604"/>
              <a:gd name="connsiteX15561" fmla="*/ 2203529 w 2947832"/>
              <a:gd name="connsiteY15561" fmla="*/ 1418547 h 4821604"/>
              <a:gd name="connsiteX15562" fmla="*/ 2195210 w 2947832"/>
              <a:gd name="connsiteY15562" fmla="*/ 1432988 h 4821604"/>
              <a:gd name="connsiteX15563" fmla="*/ 2193431 w 2947832"/>
              <a:gd name="connsiteY15563" fmla="*/ 1434034 h 4821604"/>
              <a:gd name="connsiteX15564" fmla="*/ 2176741 w 2947832"/>
              <a:gd name="connsiteY15564" fmla="*/ 1434034 h 4821604"/>
              <a:gd name="connsiteX15565" fmla="*/ 2174961 w 2947832"/>
              <a:gd name="connsiteY15565" fmla="*/ 1432988 h 4821604"/>
              <a:gd name="connsiteX15566" fmla="*/ 2166642 w 2947832"/>
              <a:gd name="connsiteY15566" fmla="*/ 1418547 h 4821604"/>
              <a:gd name="connsiteX15567" fmla="*/ 2166642 w 2947832"/>
              <a:gd name="connsiteY15567" fmla="*/ 1416506 h 4821604"/>
              <a:gd name="connsiteX15568" fmla="*/ 2174961 w 2947832"/>
              <a:gd name="connsiteY15568" fmla="*/ 1402077 h 4821604"/>
              <a:gd name="connsiteX15569" fmla="*/ 2176741 w 2947832"/>
              <a:gd name="connsiteY15569" fmla="*/ 1401029 h 4821604"/>
              <a:gd name="connsiteX15570" fmla="*/ 606095 w 2947832"/>
              <a:gd name="connsiteY15570" fmla="*/ 1400770 h 4821604"/>
              <a:gd name="connsiteX15571" fmla="*/ 623047 w 2947832"/>
              <a:gd name="connsiteY15571" fmla="*/ 1400770 h 4821604"/>
              <a:gd name="connsiteX15572" fmla="*/ 624878 w 2947832"/>
              <a:gd name="connsiteY15572" fmla="*/ 1401814 h 4821604"/>
              <a:gd name="connsiteX15573" fmla="*/ 633354 w 2947832"/>
              <a:gd name="connsiteY15573" fmla="*/ 1416455 h 4821604"/>
              <a:gd name="connsiteX15574" fmla="*/ 633354 w 2947832"/>
              <a:gd name="connsiteY15574" fmla="*/ 1418547 h 4821604"/>
              <a:gd name="connsiteX15575" fmla="*/ 624878 w 2947832"/>
              <a:gd name="connsiteY15575" fmla="*/ 1433197 h 4821604"/>
              <a:gd name="connsiteX15576" fmla="*/ 623047 w 2947832"/>
              <a:gd name="connsiteY15576" fmla="*/ 1434244 h 4821604"/>
              <a:gd name="connsiteX15577" fmla="*/ 606095 w 2947832"/>
              <a:gd name="connsiteY15577" fmla="*/ 1434244 h 4821604"/>
              <a:gd name="connsiteX15578" fmla="*/ 604264 w 2947832"/>
              <a:gd name="connsiteY15578" fmla="*/ 1433197 h 4821604"/>
              <a:gd name="connsiteX15579" fmla="*/ 595787 w 2947832"/>
              <a:gd name="connsiteY15579" fmla="*/ 1418547 h 4821604"/>
              <a:gd name="connsiteX15580" fmla="*/ 595787 w 2947832"/>
              <a:gd name="connsiteY15580" fmla="*/ 1416455 h 4821604"/>
              <a:gd name="connsiteX15581" fmla="*/ 604264 w 2947832"/>
              <a:gd name="connsiteY15581" fmla="*/ 1401814 h 4821604"/>
              <a:gd name="connsiteX15582" fmla="*/ 606095 w 2947832"/>
              <a:gd name="connsiteY15582" fmla="*/ 1400770 h 4821604"/>
              <a:gd name="connsiteX15583" fmla="*/ 523008 w 2947832"/>
              <a:gd name="connsiteY15583" fmla="*/ 1399931 h 4821604"/>
              <a:gd name="connsiteX15584" fmla="*/ 540797 w 2947832"/>
              <a:gd name="connsiteY15584" fmla="*/ 1399931 h 4821604"/>
              <a:gd name="connsiteX15585" fmla="*/ 542681 w 2947832"/>
              <a:gd name="connsiteY15585" fmla="*/ 1401029 h 4821604"/>
              <a:gd name="connsiteX15586" fmla="*/ 551576 w 2947832"/>
              <a:gd name="connsiteY15586" fmla="*/ 1416455 h 4821604"/>
              <a:gd name="connsiteX15587" fmla="*/ 551576 w 2947832"/>
              <a:gd name="connsiteY15587" fmla="*/ 1418652 h 4821604"/>
              <a:gd name="connsiteX15588" fmla="*/ 542681 w 2947832"/>
              <a:gd name="connsiteY15588" fmla="*/ 1434087 h 4821604"/>
              <a:gd name="connsiteX15589" fmla="*/ 540797 w 2947832"/>
              <a:gd name="connsiteY15589" fmla="*/ 1435186 h 4821604"/>
              <a:gd name="connsiteX15590" fmla="*/ 523008 w 2947832"/>
              <a:gd name="connsiteY15590" fmla="*/ 1435186 h 4821604"/>
              <a:gd name="connsiteX15591" fmla="*/ 521124 w 2947832"/>
              <a:gd name="connsiteY15591" fmla="*/ 1434087 h 4821604"/>
              <a:gd name="connsiteX15592" fmla="*/ 512229 w 2947832"/>
              <a:gd name="connsiteY15592" fmla="*/ 1418652 h 4821604"/>
              <a:gd name="connsiteX15593" fmla="*/ 512229 w 2947832"/>
              <a:gd name="connsiteY15593" fmla="*/ 1416455 h 4821604"/>
              <a:gd name="connsiteX15594" fmla="*/ 521124 w 2947832"/>
              <a:gd name="connsiteY15594" fmla="*/ 1401029 h 4821604"/>
              <a:gd name="connsiteX15595" fmla="*/ 523008 w 2947832"/>
              <a:gd name="connsiteY15595" fmla="*/ 1399931 h 4821604"/>
              <a:gd name="connsiteX15596" fmla="*/ 434741 w 2947832"/>
              <a:gd name="connsiteY15596" fmla="*/ 1388788 h 4821604"/>
              <a:gd name="connsiteX15597" fmla="*/ 463832 w 2947832"/>
              <a:gd name="connsiteY15597" fmla="*/ 1388788 h 4821604"/>
              <a:gd name="connsiteX15598" fmla="*/ 466972 w 2947832"/>
              <a:gd name="connsiteY15598" fmla="*/ 1390565 h 4821604"/>
              <a:gd name="connsiteX15599" fmla="*/ 481517 w 2947832"/>
              <a:gd name="connsiteY15599" fmla="*/ 1415774 h 4821604"/>
              <a:gd name="connsiteX15600" fmla="*/ 481517 w 2947832"/>
              <a:gd name="connsiteY15600" fmla="*/ 1419384 h 4821604"/>
              <a:gd name="connsiteX15601" fmla="*/ 466972 w 2947832"/>
              <a:gd name="connsiteY15601" fmla="*/ 1444603 h 4821604"/>
              <a:gd name="connsiteX15602" fmla="*/ 463832 w 2947832"/>
              <a:gd name="connsiteY15602" fmla="*/ 1446382 h 4821604"/>
              <a:gd name="connsiteX15603" fmla="*/ 434741 w 2947832"/>
              <a:gd name="connsiteY15603" fmla="*/ 1446382 h 4821604"/>
              <a:gd name="connsiteX15604" fmla="*/ 431602 w 2947832"/>
              <a:gd name="connsiteY15604" fmla="*/ 1444603 h 4821604"/>
              <a:gd name="connsiteX15605" fmla="*/ 417057 w 2947832"/>
              <a:gd name="connsiteY15605" fmla="*/ 1419384 h 4821604"/>
              <a:gd name="connsiteX15606" fmla="*/ 417057 w 2947832"/>
              <a:gd name="connsiteY15606" fmla="*/ 1415774 h 4821604"/>
              <a:gd name="connsiteX15607" fmla="*/ 431602 w 2947832"/>
              <a:gd name="connsiteY15607" fmla="*/ 1390565 h 4821604"/>
              <a:gd name="connsiteX15608" fmla="*/ 434741 w 2947832"/>
              <a:gd name="connsiteY15608" fmla="*/ 1388788 h 4821604"/>
              <a:gd name="connsiteX15609" fmla="*/ 2515419 w 2947832"/>
              <a:gd name="connsiteY15609" fmla="*/ 1334477 h 4821604"/>
              <a:gd name="connsiteX15610" fmla="*/ 2515890 w 2947832"/>
              <a:gd name="connsiteY15610" fmla="*/ 1334477 h 4821604"/>
              <a:gd name="connsiteX15611" fmla="*/ 2516100 w 2947832"/>
              <a:gd name="connsiteY15611" fmla="*/ 1334895 h 4821604"/>
              <a:gd name="connsiteX15612" fmla="*/ 2516100 w 2947832"/>
              <a:gd name="connsiteY15612" fmla="*/ 1334946 h 4821604"/>
              <a:gd name="connsiteX15613" fmla="*/ 2515890 w 2947832"/>
              <a:gd name="connsiteY15613" fmla="*/ 1335366 h 4821604"/>
              <a:gd name="connsiteX15614" fmla="*/ 2515419 w 2947832"/>
              <a:gd name="connsiteY15614" fmla="*/ 1335366 h 4821604"/>
              <a:gd name="connsiteX15615" fmla="*/ 2515210 w 2947832"/>
              <a:gd name="connsiteY15615" fmla="*/ 1334946 h 4821604"/>
              <a:gd name="connsiteX15616" fmla="*/ 2515210 w 2947832"/>
              <a:gd name="connsiteY15616" fmla="*/ 1334895 h 4821604"/>
              <a:gd name="connsiteX15617" fmla="*/ 1025140 w 2947832"/>
              <a:gd name="connsiteY15617" fmla="*/ 1329562 h 4821604"/>
              <a:gd name="connsiteX15618" fmla="*/ 1030529 w 2947832"/>
              <a:gd name="connsiteY15618" fmla="*/ 1329562 h 4821604"/>
              <a:gd name="connsiteX15619" fmla="*/ 1031105 w 2947832"/>
              <a:gd name="connsiteY15619" fmla="*/ 1329871 h 4821604"/>
              <a:gd name="connsiteX15620" fmla="*/ 1033825 w 2947832"/>
              <a:gd name="connsiteY15620" fmla="*/ 1334528 h 4821604"/>
              <a:gd name="connsiteX15621" fmla="*/ 1033825 w 2947832"/>
              <a:gd name="connsiteY15621" fmla="*/ 1335209 h 4821604"/>
              <a:gd name="connsiteX15622" fmla="*/ 1031105 w 2947832"/>
              <a:gd name="connsiteY15622" fmla="*/ 1339866 h 4821604"/>
              <a:gd name="connsiteX15623" fmla="*/ 1030529 w 2947832"/>
              <a:gd name="connsiteY15623" fmla="*/ 1340179 h 4821604"/>
              <a:gd name="connsiteX15624" fmla="*/ 1025140 w 2947832"/>
              <a:gd name="connsiteY15624" fmla="*/ 1340179 h 4821604"/>
              <a:gd name="connsiteX15625" fmla="*/ 1024564 w 2947832"/>
              <a:gd name="connsiteY15625" fmla="*/ 1339866 h 4821604"/>
              <a:gd name="connsiteX15626" fmla="*/ 1021844 w 2947832"/>
              <a:gd name="connsiteY15626" fmla="*/ 1335209 h 4821604"/>
              <a:gd name="connsiteX15627" fmla="*/ 1021844 w 2947832"/>
              <a:gd name="connsiteY15627" fmla="*/ 1334528 h 4821604"/>
              <a:gd name="connsiteX15628" fmla="*/ 1024564 w 2947832"/>
              <a:gd name="connsiteY15628" fmla="*/ 1329871 h 4821604"/>
              <a:gd name="connsiteX15629" fmla="*/ 1025140 w 2947832"/>
              <a:gd name="connsiteY15629" fmla="*/ 1329562 h 4821604"/>
              <a:gd name="connsiteX15630" fmla="*/ 941792 w 2947832"/>
              <a:gd name="connsiteY15630" fmla="*/ 1328093 h 4821604"/>
              <a:gd name="connsiteX15631" fmla="*/ 948646 w 2947832"/>
              <a:gd name="connsiteY15631" fmla="*/ 1328093 h 4821604"/>
              <a:gd name="connsiteX15632" fmla="*/ 949378 w 2947832"/>
              <a:gd name="connsiteY15632" fmla="*/ 1328513 h 4821604"/>
              <a:gd name="connsiteX15633" fmla="*/ 952831 w 2947832"/>
              <a:gd name="connsiteY15633" fmla="*/ 1334427 h 4821604"/>
              <a:gd name="connsiteX15634" fmla="*/ 952831 w 2947832"/>
              <a:gd name="connsiteY15634" fmla="*/ 1335262 h 4821604"/>
              <a:gd name="connsiteX15635" fmla="*/ 949378 w 2947832"/>
              <a:gd name="connsiteY15635" fmla="*/ 1341175 h 4821604"/>
              <a:gd name="connsiteX15636" fmla="*/ 948646 w 2947832"/>
              <a:gd name="connsiteY15636" fmla="*/ 1341593 h 4821604"/>
              <a:gd name="connsiteX15637" fmla="*/ 941792 w 2947832"/>
              <a:gd name="connsiteY15637" fmla="*/ 1341593 h 4821604"/>
              <a:gd name="connsiteX15638" fmla="*/ 941059 w 2947832"/>
              <a:gd name="connsiteY15638" fmla="*/ 1341175 h 4821604"/>
              <a:gd name="connsiteX15639" fmla="*/ 937606 w 2947832"/>
              <a:gd name="connsiteY15639" fmla="*/ 1335262 h 4821604"/>
              <a:gd name="connsiteX15640" fmla="*/ 937606 w 2947832"/>
              <a:gd name="connsiteY15640" fmla="*/ 1334427 h 4821604"/>
              <a:gd name="connsiteX15641" fmla="*/ 941059 w 2947832"/>
              <a:gd name="connsiteY15641" fmla="*/ 1328513 h 4821604"/>
              <a:gd name="connsiteX15642" fmla="*/ 941792 w 2947832"/>
              <a:gd name="connsiteY15642" fmla="*/ 1328093 h 4821604"/>
              <a:gd name="connsiteX15643" fmla="*/ 2429507 w 2947832"/>
              <a:gd name="connsiteY15643" fmla="*/ 1327885 h 4821604"/>
              <a:gd name="connsiteX15644" fmla="*/ 2436623 w 2947832"/>
              <a:gd name="connsiteY15644" fmla="*/ 1327885 h 4821604"/>
              <a:gd name="connsiteX15645" fmla="*/ 2437408 w 2947832"/>
              <a:gd name="connsiteY15645" fmla="*/ 1328303 h 4821604"/>
              <a:gd name="connsiteX15646" fmla="*/ 2440966 w 2947832"/>
              <a:gd name="connsiteY15646" fmla="*/ 1334477 h 4821604"/>
              <a:gd name="connsiteX15647" fmla="*/ 2440966 w 2947832"/>
              <a:gd name="connsiteY15647" fmla="*/ 1335366 h 4821604"/>
              <a:gd name="connsiteX15648" fmla="*/ 2437408 w 2947832"/>
              <a:gd name="connsiteY15648" fmla="*/ 1341538 h 4821604"/>
              <a:gd name="connsiteX15649" fmla="*/ 2436623 w 2947832"/>
              <a:gd name="connsiteY15649" fmla="*/ 1341958 h 4821604"/>
              <a:gd name="connsiteX15650" fmla="*/ 2429507 w 2947832"/>
              <a:gd name="connsiteY15650" fmla="*/ 1341958 h 4821604"/>
              <a:gd name="connsiteX15651" fmla="*/ 2428722 w 2947832"/>
              <a:gd name="connsiteY15651" fmla="*/ 1341538 h 4821604"/>
              <a:gd name="connsiteX15652" fmla="*/ 2425165 w 2947832"/>
              <a:gd name="connsiteY15652" fmla="*/ 1335366 h 4821604"/>
              <a:gd name="connsiteX15653" fmla="*/ 2425165 w 2947832"/>
              <a:gd name="connsiteY15653" fmla="*/ 1334477 h 4821604"/>
              <a:gd name="connsiteX15654" fmla="*/ 2428722 w 2947832"/>
              <a:gd name="connsiteY15654" fmla="*/ 1328303 h 4821604"/>
              <a:gd name="connsiteX15655" fmla="*/ 2429507 w 2947832"/>
              <a:gd name="connsiteY15655" fmla="*/ 1327885 h 4821604"/>
              <a:gd name="connsiteX15656" fmla="*/ 1685230 w 2947832"/>
              <a:gd name="connsiteY15656" fmla="*/ 1327153 h 4821604"/>
              <a:gd name="connsiteX15657" fmla="*/ 1693026 w 2947832"/>
              <a:gd name="connsiteY15657" fmla="*/ 1327153 h 4821604"/>
              <a:gd name="connsiteX15658" fmla="*/ 1693863 w 2947832"/>
              <a:gd name="connsiteY15658" fmla="*/ 1327622 h 4821604"/>
              <a:gd name="connsiteX15659" fmla="*/ 1697787 w 2947832"/>
              <a:gd name="connsiteY15659" fmla="*/ 1334372 h 4821604"/>
              <a:gd name="connsiteX15660" fmla="*/ 1697787 w 2947832"/>
              <a:gd name="connsiteY15660" fmla="*/ 1335313 h 4821604"/>
              <a:gd name="connsiteX15661" fmla="*/ 1693863 w 2947832"/>
              <a:gd name="connsiteY15661" fmla="*/ 1342064 h 4821604"/>
              <a:gd name="connsiteX15662" fmla="*/ 1693026 w 2947832"/>
              <a:gd name="connsiteY15662" fmla="*/ 1342534 h 4821604"/>
              <a:gd name="connsiteX15663" fmla="*/ 1685230 w 2947832"/>
              <a:gd name="connsiteY15663" fmla="*/ 1342534 h 4821604"/>
              <a:gd name="connsiteX15664" fmla="*/ 1684393 w 2947832"/>
              <a:gd name="connsiteY15664" fmla="*/ 1342064 h 4821604"/>
              <a:gd name="connsiteX15665" fmla="*/ 1680469 w 2947832"/>
              <a:gd name="connsiteY15665" fmla="*/ 1335313 h 4821604"/>
              <a:gd name="connsiteX15666" fmla="*/ 1680469 w 2947832"/>
              <a:gd name="connsiteY15666" fmla="*/ 1334372 h 4821604"/>
              <a:gd name="connsiteX15667" fmla="*/ 1684393 w 2947832"/>
              <a:gd name="connsiteY15667" fmla="*/ 1327622 h 4821604"/>
              <a:gd name="connsiteX15668" fmla="*/ 1685230 w 2947832"/>
              <a:gd name="connsiteY15668" fmla="*/ 1327153 h 4821604"/>
              <a:gd name="connsiteX15669" fmla="*/ 1601935 w 2947832"/>
              <a:gd name="connsiteY15669" fmla="*/ 1325897 h 4821604"/>
              <a:gd name="connsiteX15670" fmla="*/ 1610986 w 2947832"/>
              <a:gd name="connsiteY15670" fmla="*/ 1325897 h 4821604"/>
              <a:gd name="connsiteX15671" fmla="*/ 1611980 w 2947832"/>
              <a:gd name="connsiteY15671" fmla="*/ 1326470 h 4821604"/>
              <a:gd name="connsiteX15672" fmla="*/ 1616532 w 2947832"/>
              <a:gd name="connsiteY15672" fmla="*/ 1334319 h 4821604"/>
              <a:gd name="connsiteX15673" fmla="*/ 1616532 w 2947832"/>
              <a:gd name="connsiteY15673" fmla="*/ 1335419 h 4821604"/>
              <a:gd name="connsiteX15674" fmla="*/ 1611980 w 2947832"/>
              <a:gd name="connsiteY15674" fmla="*/ 1343269 h 4821604"/>
              <a:gd name="connsiteX15675" fmla="*/ 1610986 w 2947832"/>
              <a:gd name="connsiteY15675" fmla="*/ 1343841 h 4821604"/>
              <a:gd name="connsiteX15676" fmla="*/ 1601935 w 2947832"/>
              <a:gd name="connsiteY15676" fmla="*/ 1343841 h 4821604"/>
              <a:gd name="connsiteX15677" fmla="*/ 1600941 w 2947832"/>
              <a:gd name="connsiteY15677" fmla="*/ 1343269 h 4821604"/>
              <a:gd name="connsiteX15678" fmla="*/ 1596389 w 2947832"/>
              <a:gd name="connsiteY15678" fmla="*/ 1335419 h 4821604"/>
              <a:gd name="connsiteX15679" fmla="*/ 1596389 w 2947832"/>
              <a:gd name="connsiteY15679" fmla="*/ 1334319 h 4821604"/>
              <a:gd name="connsiteX15680" fmla="*/ 1600941 w 2947832"/>
              <a:gd name="connsiteY15680" fmla="*/ 1326470 h 4821604"/>
              <a:gd name="connsiteX15681" fmla="*/ 1601935 w 2947832"/>
              <a:gd name="connsiteY15681" fmla="*/ 1325897 h 4821604"/>
              <a:gd name="connsiteX15682" fmla="*/ 857815 w 2947832"/>
              <a:gd name="connsiteY15682" fmla="*/ 1325633 h 4821604"/>
              <a:gd name="connsiteX15683" fmla="*/ 867181 w 2947832"/>
              <a:gd name="connsiteY15683" fmla="*/ 1325633 h 4821604"/>
              <a:gd name="connsiteX15684" fmla="*/ 868175 w 2947832"/>
              <a:gd name="connsiteY15684" fmla="*/ 1326211 h 4821604"/>
              <a:gd name="connsiteX15685" fmla="*/ 872884 w 2947832"/>
              <a:gd name="connsiteY15685" fmla="*/ 1334319 h 4821604"/>
              <a:gd name="connsiteX15686" fmla="*/ 872884 w 2947832"/>
              <a:gd name="connsiteY15686" fmla="*/ 1335470 h 4821604"/>
              <a:gd name="connsiteX15687" fmla="*/ 868175 w 2947832"/>
              <a:gd name="connsiteY15687" fmla="*/ 1343579 h 4821604"/>
              <a:gd name="connsiteX15688" fmla="*/ 867181 w 2947832"/>
              <a:gd name="connsiteY15688" fmla="*/ 1344156 h 4821604"/>
              <a:gd name="connsiteX15689" fmla="*/ 857815 w 2947832"/>
              <a:gd name="connsiteY15689" fmla="*/ 1344156 h 4821604"/>
              <a:gd name="connsiteX15690" fmla="*/ 856821 w 2947832"/>
              <a:gd name="connsiteY15690" fmla="*/ 1343579 h 4821604"/>
              <a:gd name="connsiteX15691" fmla="*/ 852112 w 2947832"/>
              <a:gd name="connsiteY15691" fmla="*/ 1335470 h 4821604"/>
              <a:gd name="connsiteX15692" fmla="*/ 852112 w 2947832"/>
              <a:gd name="connsiteY15692" fmla="*/ 1334319 h 4821604"/>
              <a:gd name="connsiteX15693" fmla="*/ 856821 w 2947832"/>
              <a:gd name="connsiteY15693" fmla="*/ 1326211 h 4821604"/>
              <a:gd name="connsiteX15694" fmla="*/ 857815 w 2947832"/>
              <a:gd name="connsiteY15694" fmla="*/ 1325633 h 4821604"/>
              <a:gd name="connsiteX15695" fmla="*/ 1766904 w 2947832"/>
              <a:gd name="connsiteY15695" fmla="*/ 1325216 h 4821604"/>
              <a:gd name="connsiteX15696" fmla="*/ 1776689 w 2947832"/>
              <a:gd name="connsiteY15696" fmla="*/ 1325216 h 4821604"/>
              <a:gd name="connsiteX15697" fmla="*/ 1777735 w 2947832"/>
              <a:gd name="connsiteY15697" fmla="*/ 1325847 h 4821604"/>
              <a:gd name="connsiteX15698" fmla="*/ 1782601 w 2947832"/>
              <a:gd name="connsiteY15698" fmla="*/ 1334319 h 4821604"/>
              <a:gd name="connsiteX15699" fmla="*/ 1782601 w 2947832"/>
              <a:gd name="connsiteY15699" fmla="*/ 1335523 h 4821604"/>
              <a:gd name="connsiteX15700" fmla="*/ 1777735 w 2947832"/>
              <a:gd name="connsiteY15700" fmla="*/ 1344002 h 4821604"/>
              <a:gd name="connsiteX15701" fmla="*/ 1776689 w 2947832"/>
              <a:gd name="connsiteY15701" fmla="*/ 1344626 h 4821604"/>
              <a:gd name="connsiteX15702" fmla="*/ 1766904 w 2947832"/>
              <a:gd name="connsiteY15702" fmla="*/ 1344626 h 4821604"/>
              <a:gd name="connsiteX15703" fmla="*/ 1765858 w 2947832"/>
              <a:gd name="connsiteY15703" fmla="*/ 1344002 h 4821604"/>
              <a:gd name="connsiteX15704" fmla="*/ 1760992 w 2947832"/>
              <a:gd name="connsiteY15704" fmla="*/ 1335523 h 4821604"/>
              <a:gd name="connsiteX15705" fmla="*/ 1760992 w 2947832"/>
              <a:gd name="connsiteY15705" fmla="*/ 1334319 h 4821604"/>
              <a:gd name="connsiteX15706" fmla="*/ 1765858 w 2947832"/>
              <a:gd name="connsiteY15706" fmla="*/ 1325847 h 4821604"/>
              <a:gd name="connsiteX15707" fmla="*/ 1766904 w 2947832"/>
              <a:gd name="connsiteY15707" fmla="*/ 1325216 h 4821604"/>
              <a:gd name="connsiteX15708" fmla="*/ 1849416 w 2947832"/>
              <a:gd name="connsiteY15708" fmla="*/ 1325005 h 4821604"/>
              <a:gd name="connsiteX15709" fmla="*/ 1859410 w 2947832"/>
              <a:gd name="connsiteY15709" fmla="*/ 1325005 h 4821604"/>
              <a:gd name="connsiteX15710" fmla="*/ 1860456 w 2947832"/>
              <a:gd name="connsiteY15710" fmla="*/ 1325633 h 4821604"/>
              <a:gd name="connsiteX15711" fmla="*/ 1865426 w 2947832"/>
              <a:gd name="connsiteY15711" fmla="*/ 1334266 h 4821604"/>
              <a:gd name="connsiteX15712" fmla="*/ 1865426 w 2947832"/>
              <a:gd name="connsiteY15712" fmla="*/ 1335523 h 4821604"/>
              <a:gd name="connsiteX15713" fmla="*/ 1860456 w 2947832"/>
              <a:gd name="connsiteY15713" fmla="*/ 1344156 h 4821604"/>
              <a:gd name="connsiteX15714" fmla="*/ 1859410 w 2947832"/>
              <a:gd name="connsiteY15714" fmla="*/ 1344788 h 4821604"/>
              <a:gd name="connsiteX15715" fmla="*/ 1849416 w 2947832"/>
              <a:gd name="connsiteY15715" fmla="*/ 1344788 h 4821604"/>
              <a:gd name="connsiteX15716" fmla="*/ 1848370 w 2947832"/>
              <a:gd name="connsiteY15716" fmla="*/ 1344156 h 4821604"/>
              <a:gd name="connsiteX15717" fmla="*/ 1843399 w 2947832"/>
              <a:gd name="connsiteY15717" fmla="*/ 1335523 h 4821604"/>
              <a:gd name="connsiteX15718" fmla="*/ 1843399 w 2947832"/>
              <a:gd name="connsiteY15718" fmla="*/ 1334266 h 4821604"/>
              <a:gd name="connsiteX15719" fmla="*/ 1848370 w 2947832"/>
              <a:gd name="connsiteY15719" fmla="*/ 1325633 h 4821604"/>
              <a:gd name="connsiteX15720" fmla="*/ 1849416 w 2947832"/>
              <a:gd name="connsiteY15720" fmla="*/ 1325005 h 4821604"/>
              <a:gd name="connsiteX15721" fmla="*/ 1435918 w 2947832"/>
              <a:gd name="connsiteY15721" fmla="*/ 1324587 h 4821604"/>
              <a:gd name="connsiteX15722" fmla="*/ 1446330 w 2947832"/>
              <a:gd name="connsiteY15722" fmla="*/ 1324587 h 4821604"/>
              <a:gd name="connsiteX15723" fmla="*/ 1447429 w 2947832"/>
              <a:gd name="connsiteY15723" fmla="*/ 1325216 h 4821604"/>
              <a:gd name="connsiteX15724" fmla="*/ 1452661 w 2947832"/>
              <a:gd name="connsiteY15724" fmla="*/ 1334265 h 4821604"/>
              <a:gd name="connsiteX15725" fmla="*/ 1452661 w 2947832"/>
              <a:gd name="connsiteY15725" fmla="*/ 1335576 h 4821604"/>
              <a:gd name="connsiteX15726" fmla="*/ 1447429 w 2947832"/>
              <a:gd name="connsiteY15726" fmla="*/ 1344626 h 4821604"/>
              <a:gd name="connsiteX15727" fmla="*/ 1446330 w 2947832"/>
              <a:gd name="connsiteY15727" fmla="*/ 1345256 h 4821604"/>
              <a:gd name="connsiteX15728" fmla="*/ 1435918 w 2947832"/>
              <a:gd name="connsiteY15728" fmla="*/ 1345256 h 4821604"/>
              <a:gd name="connsiteX15729" fmla="*/ 1434819 w 2947832"/>
              <a:gd name="connsiteY15729" fmla="*/ 1344626 h 4821604"/>
              <a:gd name="connsiteX15730" fmla="*/ 1429587 w 2947832"/>
              <a:gd name="connsiteY15730" fmla="*/ 1335576 h 4821604"/>
              <a:gd name="connsiteX15731" fmla="*/ 1429587 w 2947832"/>
              <a:gd name="connsiteY15731" fmla="*/ 1334265 h 4821604"/>
              <a:gd name="connsiteX15732" fmla="*/ 1434819 w 2947832"/>
              <a:gd name="connsiteY15732" fmla="*/ 1325216 h 4821604"/>
              <a:gd name="connsiteX15733" fmla="*/ 1435918 w 2947832"/>
              <a:gd name="connsiteY15733" fmla="*/ 1324587 h 4821604"/>
              <a:gd name="connsiteX15734" fmla="*/ 1352830 w 2947832"/>
              <a:gd name="connsiteY15734" fmla="*/ 1323751 h 4821604"/>
              <a:gd name="connsiteX15735" fmla="*/ 1364132 w 2947832"/>
              <a:gd name="connsiteY15735" fmla="*/ 1323751 h 4821604"/>
              <a:gd name="connsiteX15736" fmla="*/ 1365335 w 2947832"/>
              <a:gd name="connsiteY15736" fmla="*/ 1324430 h 4821604"/>
              <a:gd name="connsiteX15737" fmla="*/ 1370986 w 2947832"/>
              <a:gd name="connsiteY15737" fmla="*/ 1334214 h 4821604"/>
              <a:gd name="connsiteX15738" fmla="*/ 1370986 w 2947832"/>
              <a:gd name="connsiteY15738" fmla="*/ 1335628 h 4821604"/>
              <a:gd name="connsiteX15739" fmla="*/ 1365335 w 2947832"/>
              <a:gd name="connsiteY15739" fmla="*/ 1345413 h 4821604"/>
              <a:gd name="connsiteX15740" fmla="*/ 1364132 w 2947832"/>
              <a:gd name="connsiteY15740" fmla="*/ 1346092 h 4821604"/>
              <a:gd name="connsiteX15741" fmla="*/ 1352830 w 2947832"/>
              <a:gd name="connsiteY15741" fmla="*/ 1346092 h 4821604"/>
              <a:gd name="connsiteX15742" fmla="*/ 1351627 w 2947832"/>
              <a:gd name="connsiteY15742" fmla="*/ 1345413 h 4821604"/>
              <a:gd name="connsiteX15743" fmla="*/ 1345976 w 2947832"/>
              <a:gd name="connsiteY15743" fmla="*/ 1335628 h 4821604"/>
              <a:gd name="connsiteX15744" fmla="*/ 1345976 w 2947832"/>
              <a:gd name="connsiteY15744" fmla="*/ 1334214 h 4821604"/>
              <a:gd name="connsiteX15745" fmla="*/ 1351627 w 2947832"/>
              <a:gd name="connsiteY15745" fmla="*/ 1324430 h 4821604"/>
              <a:gd name="connsiteX15746" fmla="*/ 1352830 w 2947832"/>
              <a:gd name="connsiteY15746" fmla="*/ 1323751 h 4821604"/>
              <a:gd name="connsiteX15747" fmla="*/ 2344641 w 2947832"/>
              <a:gd name="connsiteY15747" fmla="*/ 1323435 h 4821604"/>
              <a:gd name="connsiteX15748" fmla="*/ 2356204 w 2947832"/>
              <a:gd name="connsiteY15748" fmla="*/ 1323435 h 4821604"/>
              <a:gd name="connsiteX15749" fmla="*/ 2357460 w 2947832"/>
              <a:gd name="connsiteY15749" fmla="*/ 1324166 h 4821604"/>
              <a:gd name="connsiteX15750" fmla="*/ 2363216 w 2947832"/>
              <a:gd name="connsiteY15750" fmla="*/ 1334161 h 4821604"/>
              <a:gd name="connsiteX15751" fmla="*/ 2363216 w 2947832"/>
              <a:gd name="connsiteY15751" fmla="*/ 1335577 h 4821604"/>
              <a:gd name="connsiteX15752" fmla="*/ 2357460 w 2947832"/>
              <a:gd name="connsiteY15752" fmla="*/ 1345569 h 4821604"/>
              <a:gd name="connsiteX15753" fmla="*/ 2356204 w 2947832"/>
              <a:gd name="connsiteY15753" fmla="*/ 1346301 h 4821604"/>
              <a:gd name="connsiteX15754" fmla="*/ 2344641 w 2947832"/>
              <a:gd name="connsiteY15754" fmla="*/ 1346301 h 4821604"/>
              <a:gd name="connsiteX15755" fmla="*/ 2343385 w 2947832"/>
              <a:gd name="connsiteY15755" fmla="*/ 1345569 h 4821604"/>
              <a:gd name="connsiteX15756" fmla="*/ 2337630 w 2947832"/>
              <a:gd name="connsiteY15756" fmla="*/ 1335577 h 4821604"/>
              <a:gd name="connsiteX15757" fmla="*/ 2337630 w 2947832"/>
              <a:gd name="connsiteY15757" fmla="*/ 1334161 h 4821604"/>
              <a:gd name="connsiteX15758" fmla="*/ 2343385 w 2947832"/>
              <a:gd name="connsiteY15758" fmla="*/ 1324166 h 4821604"/>
              <a:gd name="connsiteX15759" fmla="*/ 2344641 w 2947832"/>
              <a:gd name="connsiteY15759" fmla="*/ 1323435 h 4821604"/>
              <a:gd name="connsiteX15760" fmla="*/ 1931142 w 2947832"/>
              <a:gd name="connsiteY15760" fmla="*/ 1323124 h 4821604"/>
              <a:gd name="connsiteX15761" fmla="*/ 1943019 w 2947832"/>
              <a:gd name="connsiteY15761" fmla="*/ 1323124 h 4821604"/>
              <a:gd name="connsiteX15762" fmla="*/ 1944275 w 2947832"/>
              <a:gd name="connsiteY15762" fmla="*/ 1323853 h 4821604"/>
              <a:gd name="connsiteX15763" fmla="*/ 1950240 w 2947832"/>
              <a:gd name="connsiteY15763" fmla="*/ 1334161 h 4821604"/>
              <a:gd name="connsiteX15764" fmla="*/ 1950240 w 2947832"/>
              <a:gd name="connsiteY15764" fmla="*/ 1335628 h 4821604"/>
              <a:gd name="connsiteX15765" fmla="*/ 1944275 w 2947832"/>
              <a:gd name="connsiteY15765" fmla="*/ 1345935 h 4821604"/>
              <a:gd name="connsiteX15766" fmla="*/ 1943019 w 2947832"/>
              <a:gd name="connsiteY15766" fmla="*/ 1346669 h 4821604"/>
              <a:gd name="connsiteX15767" fmla="*/ 1931142 w 2947832"/>
              <a:gd name="connsiteY15767" fmla="*/ 1346669 h 4821604"/>
              <a:gd name="connsiteX15768" fmla="*/ 1929887 w 2947832"/>
              <a:gd name="connsiteY15768" fmla="*/ 1345935 h 4821604"/>
              <a:gd name="connsiteX15769" fmla="*/ 1923922 w 2947832"/>
              <a:gd name="connsiteY15769" fmla="*/ 1335628 h 4821604"/>
              <a:gd name="connsiteX15770" fmla="*/ 1923922 w 2947832"/>
              <a:gd name="connsiteY15770" fmla="*/ 1334161 h 4821604"/>
              <a:gd name="connsiteX15771" fmla="*/ 1929887 w 2947832"/>
              <a:gd name="connsiteY15771" fmla="*/ 1323853 h 4821604"/>
              <a:gd name="connsiteX15772" fmla="*/ 1931142 w 2947832"/>
              <a:gd name="connsiteY15772" fmla="*/ 1323124 h 4821604"/>
              <a:gd name="connsiteX15773" fmla="*/ 1517330 w 2947832"/>
              <a:gd name="connsiteY15773" fmla="*/ 1322128 h 4821604"/>
              <a:gd name="connsiteX15774" fmla="*/ 1530254 w 2947832"/>
              <a:gd name="connsiteY15774" fmla="*/ 1322128 h 4821604"/>
              <a:gd name="connsiteX15775" fmla="*/ 1531614 w 2947832"/>
              <a:gd name="connsiteY15775" fmla="*/ 1322913 h 4821604"/>
              <a:gd name="connsiteX15776" fmla="*/ 1538049 w 2947832"/>
              <a:gd name="connsiteY15776" fmla="*/ 1334111 h 4821604"/>
              <a:gd name="connsiteX15777" fmla="*/ 1538049 w 2947832"/>
              <a:gd name="connsiteY15777" fmla="*/ 1335732 h 4821604"/>
              <a:gd name="connsiteX15778" fmla="*/ 1531614 w 2947832"/>
              <a:gd name="connsiteY15778" fmla="*/ 1346930 h 4821604"/>
              <a:gd name="connsiteX15779" fmla="*/ 1530254 w 2947832"/>
              <a:gd name="connsiteY15779" fmla="*/ 1347717 h 4821604"/>
              <a:gd name="connsiteX15780" fmla="*/ 1517330 w 2947832"/>
              <a:gd name="connsiteY15780" fmla="*/ 1347717 h 4821604"/>
              <a:gd name="connsiteX15781" fmla="*/ 1515970 w 2947832"/>
              <a:gd name="connsiteY15781" fmla="*/ 1346930 h 4821604"/>
              <a:gd name="connsiteX15782" fmla="*/ 1509534 w 2947832"/>
              <a:gd name="connsiteY15782" fmla="*/ 1335732 h 4821604"/>
              <a:gd name="connsiteX15783" fmla="*/ 1509534 w 2947832"/>
              <a:gd name="connsiteY15783" fmla="*/ 1334111 h 4821604"/>
              <a:gd name="connsiteX15784" fmla="*/ 1515970 w 2947832"/>
              <a:gd name="connsiteY15784" fmla="*/ 1322913 h 4821604"/>
              <a:gd name="connsiteX15785" fmla="*/ 1517330 w 2947832"/>
              <a:gd name="connsiteY15785" fmla="*/ 1322128 h 4821604"/>
              <a:gd name="connsiteX15786" fmla="*/ 773420 w 2947832"/>
              <a:gd name="connsiteY15786" fmla="*/ 1322128 h 4821604"/>
              <a:gd name="connsiteX15787" fmla="*/ 786344 w 2947832"/>
              <a:gd name="connsiteY15787" fmla="*/ 1322128 h 4821604"/>
              <a:gd name="connsiteX15788" fmla="*/ 787704 w 2947832"/>
              <a:gd name="connsiteY15788" fmla="*/ 1322913 h 4821604"/>
              <a:gd name="connsiteX15789" fmla="*/ 794139 w 2947832"/>
              <a:gd name="connsiteY15789" fmla="*/ 1334111 h 4821604"/>
              <a:gd name="connsiteX15790" fmla="*/ 794139 w 2947832"/>
              <a:gd name="connsiteY15790" fmla="*/ 1335732 h 4821604"/>
              <a:gd name="connsiteX15791" fmla="*/ 787704 w 2947832"/>
              <a:gd name="connsiteY15791" fmla="*/ 1346930 h 4821604"/>
              <a:gd name="connsiteX15792" fmla="*/ 786344 w 2947832"/>
              <a:gd name="connsiteY15792" fmla="*/ 1347717 h 4821604"/>
              <a:gd name="connsiteX15793" fmla="*/ 773420 w 2947832"/>
              <a:gd name="connsiteY15793" fmla="*/ 1347717 h 4821604"/>
              <a:gd name="connsiteX15794" fmla="*/ 772060 w 2947832"/>
              <a:gd name="connsiteY15794" fmla="*/ 1346930 h 4821604"/>
              <a:gd name="connsiteX15795" fmla="*/ 765624 w 2947832"/>
              <a:gd name="connsiteY15795" fmla="*/ 1335732 h 4821604"/>
              <a:gd name="connsiteX15796" fmla="*/ 765624 w 2947832"/>
              <a:gd name="connsiteY15796" fmla="*/ 1334111 h 4821604"/>
              <a:gd name="connsiteX15797" fmla="*/ 772060 w 2947832"/>
              <a:gd name="connsiteY15797" fmla="*/ 1322913 h 4821604"/>
              <a:gd name="connsiteX15798" fmla="*/ 773420 w 2947832"/>
              <a:gd name="connsiteY15798" fmla="*/ 1322128 h 4821604"/>
              <a:gd name="connsiteX15799" fmla="*/ 2012974 w 2947832"/>
              <a:gd name="connsiteY15799" fmla="*/ 1321452 h 4821604"/>
              <a:gd name="connsiteX15800" fmla="*/ 2026525 w 2947832"/>
              <a:gd name="connsiteY15800" fmla="*/ 1321452 h 4821604"/>
              <a:gd name="connsiteX15801" fmla="*/ 2027990 w 2947832"/>
              <a:gd name="connsiteY15801" fmla="*/ 1322286 h 4821604"/>
              <a:gd name="connsiteX15802" fmla="*/ 2034792 w 2947832"/>
              <a:gd name="connsiteY15802" fmla="*/ 1334006 h 4821604"/>
              <a:gd name="connsiteX15803" fmla="*/ 2034792 w 2947832"/>
              <a:gd name="connsiteY15803" fmla="*/ 1335680 h 4821604"/>
              <a:gd name="connsiteX15804" fmla="*/ 2027990 w 2947832"/>
              <a:gd name="connsiteY15804" fmla="*/ 1347402 h 4821604"/>
              <a:gd name="connsiteX15805" fmla="*/ 2026525 w 2947832"/>
              <a:gd name="connsiteY15805" fmla="*/ 1348236 h 4821604"/>
              <a:gd name="connsiteX15806" fmla="*/ 2012974 w 2947832"/>
              <a:gd name="connsiteY15806" fmla="*/ 1348236 h 4821604"/>
              <a:gd name="connsiteX15807" fmla="*/ 2011509 w 2947832"/>
              <a:gd name="connsiteY15807" fmla="*/ 1347402 h 4821604"/>
              <a:gd name="connsiteX15808" fmla="*/ 2004707 w 2947832"/>
              <a:gd name="connsiteY15808" fmla="*/ 1335680 h 4821604"/>
              <a:gd name="connsiteX15809" fmla="*/ 2004707 w 2947832"/>
              <a:gd name="connsiteY15809" fmla="*/ 1334006 h 4821604"/>
              <a:gd name="connsiteX15810" fmla="*/ 2011509 w 2947832"/>
              <a:gd name="connsiteY15810" fmla="*/ 1322286 h 4821604"/>
              <a:gd name="connsiteX15811" fmla="*/ 2012974 w 2947832"/>
              <a:gd name="connsiteY15811" fmla="*/ 1321452 h 4821604"/>
              <a:gd name="connsiteX15812" fmla="*/ 1103674 w 2947832"/>
              <a:gd name="connsiteY15812" fmla="*/ 1321395 h 4821604"/>
              <a:gd name="connsiteX15813" fmla="*/ 1117330 w 2947832"/>
              <a:gd name="connsiteY15813" fmla="*/ 1321395 h 4821604"/>
              <a:gd name="connsiteX15814" fmla="*/ 1118796 w 2947832"/>
              <a:gd name="connsiteY15814" fmla="*/ 1322234 h 4821604"/>
              <a:gd name="connsiteX15815" fmla="*/ 1125650 w 2947832"/>
              <a:gd name="connsiteY15815" fmla="*/ 1334060 h 4821604"/>
              <a:gd name="connsiteX15816" fmla="*/ 1125650 w 2947832"/>
              <a:gd name="connsiteY15816" fmla="*/ 1335732 h 4821604"/>
              <a:gd name="connsiteX15817" fmla="*/ 1118796 w 2947832"/>
              <a:gd name="connsiteY15817" fmla="*/ 1347556 h 4821604"/>
              <a:gd name="connsiteX15818" fmla="*/ 1117330 w 2947832"/>
              <a:gd name="connsiteY15818" fmla="*/ 1348394 h 4821604"/>
              <a:gd name="connsiteX15819" fmla="*/ 1103674 w 2947832"/>
              <a:gd name="connsiteY15819" fmla="*/ 1348394 h 4821604"/>
              <a:gd name="connsiteX15820" fmla="*/ 1102209 w 2947832"/>
              <a:gd name="connsiteY15820" fmla="*/ 1347556 h 4821604"/>
              <a:gd name="connsiteX15821" fmla="*/ 1095355 w 2947832"/>
              <a:gd name="connsiteY15821" fmla="*/ 1335732 h 4821604"/>
              <a:gd name="connsiteX15822" fmla="*/ 1095355 w 2947832"/>
              <a:gd name="connsiteY15822" fmla="*/ 1334060 h 4821604"/>
              <a:gd name="connsiteX15823" fmla="*/ 1102209 w 2947832"/>
              <a:gd name="connsiteY15823" fmla="*/ 1322234 h 4821604"/>
              <a:gd name="connsiteX15824" fmla="*/ 1103674 w 2947832"/>
              <a:gd name="connsiteY15824" fmla="*/ 1321395 h 4821604"/>
              <a:gd name="connsiteX15825" fmla="*/ 2178102 w 2947832"/>
              <a:gd name="connsiteY15825" fmla="*/ 1320976 h 4821604"/>
              <a:gd name="connsiteX15826" fmla="*/ 2192124 w 2947832"/>
              <a:gd name="connsiteY15826" fmla="*/ 1320976 h 4821604"/>
              <a:gd name="connsiteX15827" fmla="*/ 2193641 w 2947832"/>
              <a:gd name="connsiteY15827" fmla="*/ 1321868 h 4821604"/>
              <a:gd name="connsiteX15828" fmla="*/ 2200652 w 2947832"/>
              <a:gd name="connsiteY15828" fmla="*/ 1334006 h 4821604"/>
              <a:gd name="connsiteX15829" fmla="*/ 2200652 w 2947832"/>
              <a:gd name="connsiteY15829" fmla="*/ 1335732 h 4821604"/>
              <a:gd name="connsiteX15830" fmla="*/ 2193641 w 2947832"/>
              <a:gd name="connsiteY15830" fmla="*/ 1347869 h 4821604"/>
              <a:gd name="connsiteX15831" fmla="*/ 2192124 w 2947832"/>
              <a:gd name="connsiteY15831" fmla="*/ 1348760 h 4821604"/>
              <a:gd name="connsiteX15832" fmla="*/ 2178102 w 2947832"/>
              <a:gd name="connsiteY15832" fmla="*/ 1348760 h 4821604"/>
              <a:gd name="connsiteX15833" fmla="*/ 2176584 w 2947832"/>
              <a:gd name="connsiteY15833" fmla="*/ 1347869 h 4821604"/>
              <a:gd name="connsiteX15834" fmla="*/ 2169573 w 2947832"/>
              <a:gd name="connsiteY15834" fmla="*/ 1335732 h 4821604"/>
              <a:gd name="connsiteX15835" fmla="*/ 2169573 w 2947832"/>
              <a:gd name="connsiteY15835" fmla="*/ 1334006 h 4821604"/>
              <a:gd name="connsiteX15836" fmla="*/ 2176584 w 2947832"/>
              <a:gd name="connsiteY15836" fmla="*/ 1321868 h 4821604"/>
              <a:gd name="connsiteX15837" fmla="*/ 2178102 w 2947832"/>
              <a:gd name="connsiteY15837" fmla="*/ 1320976 h 4821604"/>
              <a:gd name="connsiteX15838" fmla="*/ 2260561 w 2947832"/>
              <a:gd name="connsiteY15838" fmla="*/ 1320716 h 4821604"/>
              <a:gd name="connsiteX15839" fmla="*/ 2274897 w 2947832"/>
              <a:gd name="connsiteY15839" fmla="*/ 1320716 h 4821604"/>
              <a:gd name="connsiteX15840" fmla="*/ 2276414 w 2947832"/>
              <a:gd name="connsiteY15840" fmla="*/ 1321606 h 4821604"/>
              <a:gd name="connsiteX15841" fmla="*/ 2283582 w 2947832"/>
              <a:gd name="connsiteY15841" fmla="*/ 1334006 h 4821604"/>
              <a:gd name="connsiteX15842" fmla="*/ 2283582 w 2947832"/>
              <a:gd name="connsiteY15842" fmla="*/ 1335784 h 4821604"/>
              <a:gd name="connsiteX15843" fmla="*/ 2276414 w 2947832"/>
              <a:gd name="connsiteY15843" fmla="*/ 1348184 h 4821604"/>
              <a:gd name="connsiteX15844" fmla="*/ 2274897 w 2947832"/>
              <a:gd name="connsiteY15844" fmla="*/ 1349074 h 4821604"/>
              <a:gd name="connsiteX15845" fmla="*/ 2260561 w 2947832"/>
              <a:gd name="connsiteY15845" fmla="*/ 1349074 h 4821604"/>
              <a:gd name="connsiteX15846" fmla="*/ 2259043 w 2947832"/>
              <a:gd name="connsiteY15846" fmla="*/ 1348184 h 4821604"/>
              <a:gd name="connsiteX15847" fmla="*/ 2251875 w 2947832"/>
              <a:gd name="connsiteY15847" fmla="*/ 1335784 h 4821604"/>
              <a:gd name="connsiteX15848" fmla="*/ 2251875 w 2947832"/>
              <a:gd name="connsiteY15848" fmla="*/ 1334006 h 4821604"/>
              <a:gd name="connsiteX15849" fmla="*/ 2259043 w 2947832"/>
              <a:gd name="connsiteY15849" fmla="*/ 1321606 h 4821604"/>
              <a:gd name="connsiteX15850" fmla="*/ 2260561 w 2947832"/>
              <a:gd name="connsiteY15850" fmla="*/ 1320716 h 4821604"/>
              <a:gd name="connsiteX15851" fmla="*/ 2095067 w 2947832"/>
              <a:gd name="connsiteY15851" fmla="*/ 1320351 h 4821604"/>
              <a:gd name="connsiteX15852" fmla="*/ 2109769 w 2947832"/>
              <a:gd name="connsiteY15852" fmla="*/ 1320351 h 4821604"/>
              <a:gd name="connsiteX15853" fmla="*/ 2111339 w 2947832"/>
              <a:gd name="connsiteY15853" fmla="*/ 1321238 h 4821604"/>
              <a:gd name="connsiteX15854" fmla="*/ 2118716 w 2947832"/>
              <a:gd name="connsiteY15854" fmla="*/ 1334006 h 4821604"/>
              <a:gd name="connsiteX15855" fmla="*/ 2118716 w 2947832"/>
              <a:gd name="connsiteY15855" fmla="*/ 1335836 h 4821604"/>
              <a:gd name="connsiteX15856" fmla="*/ 2111339 w 2947832"/>
              <a:gd name="connsiteY15856" fmla="*/ 1348603 h 4821604"/>
              <a:gd name="connsiteX15857" fmla="*/ 2109769 w 2947832"/>
              <a:gd name="connsiteY15857" fmla="*/ 1349493 h 4821604"/>
              <a:gd name="connsiteX15858" fmla="*/ 2095067 w 2947832"/>
              <a:gd name="connsiteY15858" fmla="*/ 1349493 h 4821604"/>
              <a:gd name="connsiteX15859" fmla="*/ 2093497 w 2947832"/>
              <a:gd name="connsiteY15859" fmla="*/ 1348603 h 4821604"/>
              <a:gd name="connsiteX15860" fmla="*/ 2086119 w 2947832"/>
              <a:gd name="connsiteY15860" fmla="*/ 1335836 h 4821604"/>
              <a:gd name="connsiteX15861" fmla="*/ 2086119 w 2947832"/>
              <a:gd name="connsiteY15861" fmla="*/ 1334006 h 4821604"/>
              <a:gd name="connsiteX15862" fmla="*/ 2093497 w 2947832"/>
              <a:gd name="connsiteY15862" fmla="*/ 1321238 h 4821604"/>
              <a:gd name="connsiteX15863" fmla="*/ 2095067 w 2947832"/>
              <a:gd name="connsiteY15863" fmla="*/ 1320351 h 4821604"/>
              <a:gd name="connsiteX15864" fmla="*/ 1268279 w 2947832"/>
              <a:gd name="connsiteY15864" fmla="*/ 1319935 h 4821604"/>
              <a:gd name="connsiteX15865" fmla="*/ 1283400 w 2947832"/>
              <a:gd name="connsiteY15865" fmla="*/ 1319935 h 4821604"/>
              <a:gd name="connsiteX15866" fmla="*/ 1285022 w 2947832"/>
              <a:gd name="connsiteY15866" fmla="*/ 1320871 h 4821604"/>
              <a:gd name="connsiteX15867" fmla="*/ 1292609 w 2947832"/>
              <a:gd name="connsiteY15867" fmla="*/ 1333954 h 4821604"/>
              <a:gd name="connsiteX15868" fmla="*/ 1292609 w 2947832"/>
              <a:gd name="connsiteY15868" fmla="*/ 1335836 h 4821604"/>
              <a:gd name="connsiteX15869" fmla="*/ 1285022 w 2947832"/>
              <a:gd name="connsiteY15869" fmla="*/ 1348919 h 4821604"/>
              <a:gd name="connsiteX15870" fmla="*/ 1283400 w 2947832"/>
              <a:gd name="connsiteY15870" fmla="*/ 1349859 h 4821604"/>
              <a:gd name="connsiteX15871" fmla="*/ 1268279 w 2947832"/>
              <a:gd name="connsiteY15871" fmla="*/ 1349859 h 4821604"/>
              <a:gd name="connsiteX15872" fmla="*/ 1266657 w 2947832"/>
              <a:gd name="connsiteY15872" fmla="*/ 1348919 h 4821604"/>
              <a:gd name="connsiteX15873" fmla="*/ 1259070 w 2947832"/>
              <a:gd name="connsiteY15873" fmla="*/ 1335836 h 4821604"/>
              <a:gd name="connsiteX15874" fmla="*/ 1259070 w 2947832"/>
              <a:gd name="connsiteY15874" fmla="*/ 1333954 h 4821604"/>
              <a:gd name="connsiteX15875" fmla="*/ 1266657 w 2947832"/>
              <a:gd name="connsiteY15875" fmla="*/ 1320871 h 4821604"/>
              <a:gd name="connsiteX15876" fmla="*/ 1268279 w 2947832"/>
              <a:gd name="connsiteY15876" fmla="*/ 1319935 h 4821604"/>
              <a:gd name="connsiteX15877" fmla="*/ 1185296 w 2947832"/>
              <a:gd name="connsiteY15877" fmla="*/ 1319302 h 4821604"/>
              <a:gd name="connsiteX15878" fmla="*/ 1201045 w 2947832"/>
              <a:gd name="connsiteY15878" fmla="*/ 1319302 h 4821604"/>
              <a:gd name="connsiteX15879" fmla="*/ 1202719 w 2947832"/>
              <a:gd name="connsiteY15879" fmla="*/ 1320301 h 4821604"/>
              <a:gd name="connsiteX15880" fmla="*/ 1210568 w 2947832"/>
              <a:gd name="connsiteY15880" fmla="*/ 1333901 h 4821604"/>
              <a:gd name="connsiteX15881" fmla="*/ 1210568 w 2947832"/>
              <a:gd name="connsiteY15881" fmla="*/ 1335836 h 4821604"/>
              <a:gd name="connsiteX15882" fmla="*/ 1202719 w 2947832"/>
              <a:gd name="connsiteY15882" fmla="*/ 1349441 h 4821604"/>
              <a:gd name="connsiteX15883" fmla="*/ 1201045 w 2947832"/>
              <a:gd name="connsiteY15883" fmla="*/ 1350435 h 4821604"/>
              <a:gd name="connsiteX15884" fmla="*/ 1185296 w 2947832"/>
              <a:gd name="connsiteY15884" fmla="*/ 1350435 h 4821604"/>
              <a:gd name="connsiteX15885" fmla="*/ 1183622 w 2947832"/>
              <a:gd name="connsiteY15885" fmla="*/ 1349441 h 4821604"/>
              <a:gd name="connsiteX15886" fmla="*/ 1175773 w 2947832"/>
              <a:gd name="connsiteY15886" fmla="*/ 1335836 h 4821604"/>
              <a:gd name="connsiteX15887" fmla="*/ 1175773 w 2947832"/>
              <a:gd name="connsiteY15887" fmla="*/ 1333901 h 4821604"/>
              <a:gd name="connsiteX15888" fmla="*/ 1183622 w 2947832"/>
              <a:gd name="connsiteY15888" fmla="*/ 1320301 h 4821604"/>
              <a:gd name="connsiteX15889" fmla="*/ 1185296 w 2947832"/>
              <a:gd name="connsiteY15889" fmla="*/ 1319302 h 4821604"/>
              <a:gd name="connsiteX15890" fmla="*/ 441281 w 2947832"/>
              <a:gd name="connsiteY15890" fmla="*/ 1319096 h 4821604"/>
              <a:gd name="connsiteX15891" fmla="*/ 457239 w 2947832"/>
              <a:gd name="connsiteY15891" fmla="*/ 1319096 h 4821604"/>
              <a:gd name="connsiteX15892" fmla="*/ 458966 w 2947832"/>
              <a:gd name="connsiteY15892" fmla="*/ 1320086 h 4821604"/>
              <a:gd name="connsiteX15893" fmla="*/ 466919 w 2947832"/>
              <a:gd name="connsiteY15893" fmla="*/ 1333901 h 4821604"/>
              <a:gd name="connsiteX15894" fmla="*/ 466919 w 2947832"/>
              <a:gd name="connsiteY15894" fmla="*/ 1335889 h 4821604"/>
              <a:gd name="connsiteX15895" fmla="*/ 458966 w 2947832"/>
              <a:gd name="connsiteY15895" fmla="*/ 1349702 h 4821604"/>
              <a:gd name="connsiteX15896" fmla="*/ 457239 w 2947832"/>
              <a:gd name="connsiteY15896" fmla="*/ 1350693 h 4821604"/>
              <a:gd name="connsiteX15897" fmla="*/ 441281 w 2947832"/>
              <a:gd name="connsiteY15897" fmla="*/ 1350693 h 4821604"/>
              <a:gd name="connsiteX15898" fmla="*/ 439554 w 2947832"/>
              <a:gd name="connsiteY15898" fmla="*/ 1349702 h 4821604"/>
              <a:gd name="connsiteX15899" fmla="*/ 431601 w 2947832"/>
              <a:gd name="connsiteY15899" fmla="*/ 1335889 h 4821604"/>
              <a:gd name="connsiteX15900" fmla="*/ 431601 w 2947832"/>
              <a:gd name="connsiteY15900" fmla="*/ 1333901 h 4821604"/>
              <a:gd name="connsiteX15901" fmla="*/ 439554 w 2947832"/>
              <a:gd name="connsiteY15901" fmla="*/ 1320086 h 4821604"/>
              <a:gd name="connsiteX15902" fmla="*/ 441281 w 2947832"/>
              <a:gd name="connsiteY15902" fmla="*/ 1319096 h 4821604"/>
              <a:gd name="connsiteX15903" fmla="*/ 689077 w 2947832"/>
              <a:gd name="connsiteY15903" fmla="*/ 1318781 h 4821604"/>
              <a:gd name="connsiteX15904" fmla="*/ 705349 w 2947832"/>
              <a:gd name="connsiteY15904" fmla="*/ 1318781 h 4821604"/>
              <a:gd name="connsiteX15905" fmla="*/ 707076 w 2947832"/>
              <a:gd name="connsiteY15905" fmla="*/ 1319773 h 4821604"/>
              <a:gd name="connsiteX15906" fmla="*/ 715238 w 2947832"/>
              <a:gd name="connsiteY15906" fmla="*/ 1333901 h 4821604"/>
              <a:gd name="connsiteX15907" fmla="*/ 715238 w 2947832"/>
              <a:gd name="connsiteY15907" fmla="*/ 1335946 h 4821604"/>
              <a:gd name="connsiteX15908" fmla="*/ 707076 w 2947832"/>
              <a:gd name="connsiteY15908" fmla="*/ 1350069 h 4821604"/>
              <a:gd name="connsiteX15909" fmla="*/ 705349 w 2947832"/>
              <a:gd name="connsiteY15909" fmla="*/ 1351063 h 4821604"/>
              <a:gd name="connsiteX15910" fmla="*/ 689077 w 2947832"/>
              <a:gd name="connsiteY15910" fmla="*/ 1351063 h 4821604"/>
              <a:gd name="connsiteX15911" fmla="*/ 687351 w 2947832"/>
              <a:gd name="connsiteY15911" fmla="*/ 1350069 h 4821604"/>
              <a:gd name="connsiteX15912" fmla="*/ 679188 w 2947832"/>
              <a:gd name="connsiteY15912" fmla="*/ 1335946 h 4821604"/>
              <a:gd name="connsiteX15913" fmla="*/ 679188 w 2947832"/>
              <a:gd name="connsiteY15913" fmla="*/ 1333901 h 4821604"/>
              <a:gd name="connsiteX15914" fmla="*/ 687351 w 2947832"/>
              <a:gd name="connsiteY15914" fmla="*/ 1319773 h 4821604"/>
              <a:gd name="connsiteX15915" fmla="*/ 689077 w 2947832"/>
              <a:gd name="connsiteY15915" fmla="*/ 1318781 h 4821604"/>
              <a:gd name="connsiteX15916" fmla="*/ 605100 w 2947832"/>
              <a:gd name="connsiteY15916" fmla="*/ 1316217 h 4821604"/>
              <a:gd name="connsiteX15917" fmla="*/ 623989 w 2947832"/>
              <a:gd name="connsiteY15917" fmla="*/ 1316217 h 4821604"/>
              <a:gd name="connsiteX15918" fmla="*/ 626029 w 2947832"/>
              <a:gd name="connsiteY15918" fmla="*/ 1317368 h 4821604"/>
              <a:gd name="connsiteX15919" fmla="*/ 635499 w 2947832"/>
              <a:gd name="connsiteY15919" fmla="*/ 1333743 h 4821604"/>
              <a:gd name="connsiteX15920" fmla="*/ 635499 w 2947832"/>
              <a:gd name="connsiteY15920" fmla="*/ 1336100 h 4821604"/>
              <a:gd name="connsiteX15921" fmla="*/ 626029 w 2947832"/>
              <a:gd name="connsiteY15921" fmla="*/ 1352477 h 4821604"/>
              <a:gd name="connsiteX15922" fmla="*/ 623989 w 2947832"/>
              <a:gd name="connsiteY15922" fmla="*/ 1353625 h 4821604"/>
              <a:gd name="connsiteX15923" fmla="*/ 605100 w 2947832"/>
              <a:gd name="connsiteY15923" fmla="*/ 1353625 h 4821604"/>
              <a:gd name="connsiteX15924" fmla="*/ 603060 w 2947832"/>
              <a:gd name="connsiteY15924" fmla="*/ 1352477 h 4821604"/>
              <a:gd name="connsiteX15925" fmla="*/ 593590 w 2947832"/>
              <a:gd name="connsiteY15925" fmla="*/ 1336100 h 4821604"/>
              <a:gd name="connsiteX15926" fmla="*/ 593590 w 2947832"/>
              <a:gd name="connsiteY15926" fmla="*/ 1333743 h 4821604"/>
              <a:gd name="connsiteX15927" fmla="*/ 603060 w 2947832"/>
              <a:gd name="connsiteY15927" fmla="*/ 1317368 h 4821604"/>
              <a:gd name="connsiteX15928" fmla="*/ 605100 w 2947832"/>
              <a:gd name="connsiteY15928" fmla="*/ 1316217 h 4821604"/>
              <a:gd name="connsiteX15929" fmla="*/ 518142 w 2947832"/>
              <a:gd name="connsiteY15929" fmla="*/ 1307634 h 4821604"/>
              <a:gd name="connsiteX15930" fmla="*/ 545663 w 2947832"/>
              <a:gd name="connsiteY15930" fmla="*/ 1307634 h 4821604"/>
              <a:gd name="connsiteX15931" fmla="*/ 548593 w 2947832"/>
              <a:gd name="connsiteY15931" fmla="*/ 1309365 h 4821604"/>
              <a:gd name="connsiteX15932" fmla="*/ 562354 w 2947832"/>
              <a:gd name="connsiteY15932" fmla="*/ 1333222 h 4821604"/>
              <a:gd name="connsiteX15933" fmla="*/ 562354 w 2947832"/>
              <a:gd name="connsiteY15933" fmla="*/ 1336620 h 4821604"/>
              <a:gd name="connsiteX15934" fmla="*/ 548593 w 2947832"/>
              <a:gd name="connsiteY15934" fmla="*/ 1360482 h 4821604"/>
              <a:gd name="connsiteX15935" fmla="*/ 545663 w 2947832"/>
              <a:gd name="connsiteY15935" fmla="*/ 1362209 h 4821604"/>
              <a:gd name="connsiteX15936" fmla="*/ 518142 w 2947832"/>
              <a:gd name="connsiteY15936" fmla="*/ 1362209 h 4821604"/>
              <a:gd name="connsiteX15937" fmla="*/ 515212 w 2947832"/>
              <a:gd name="connsiteY15937" fmla="*/ 1360482 h 4821604"/>
              <a:gd name="connsiteX15938" fmla="*/ 501451 w 2947832"/>
              <a:gd name="connsiteY15938" fmla="*/ 1336620 h 4821604"/>
              <a:gd name="connsiteX15939" fmla="*/ 501451 w 2947832"/>
              <a:gd name="connsiteY15939" fmla="*/ 1333222 h 4821604"/>
              <a:gd name="connsiteX15940" fmla="*/ 515212 w 2947832"/>
              <a:gd name="connsiteY15940" fmla="*/ 1309365 h 4821604"/>
              <a:gd name="connsiteX15941" fmla="*/ 518142 w 2947832"/>
              <a:gd name="connsiteY15941" fmla="*/ 1307634 h 4821604"/>
              <a:gd name="connsiteX15942" fmla="*/ 1936951 w 2947832"/>
              <a:gd name="connsiteY15942" fmla="*/ 1252068 h 4821604"/>
              <a:gd name="connsiteX15943" fmla="*/ 1937160 w 2947832"/>
              <a:gd name="connsiteY15943" fmla="*/ 1252068 h 4821604"/>
              <a:gd name="connsiteX15944" fmla="*/ 1937265 w 2947832"/>
              <a:gd name="connsiteY15944" fmla="*/ 1252227 h 4821604"/>
              <a:gd name="connsiteX15945" fmla="*/ 1937160 w 2947832"/>
              <a:gd name="connsiteY15945" fmla="*/ 1252385 h 4821604"/>
              <a:gd name="connsiteX15946" fmla="*/ 1936951 w 2947832"/>
              <a:gd name="connsiteY15946" fmla="*/ 1252385 h 4821604"/>
              <a:gd name="connsiteX15947" fmla="*/ 1936846 w 2947832"/>
              <a:gd name="connsiteY15947" fmla="*/ 1252227 h 4821604"/>
              <a:gd name="connsiteX15948" fmla="*/ 1853027 w 2947832"/>
              <a:gd name="connsiteY15948" fmla="*/ 1249404 h 4821604"/>
              <a:gd name="connsiteX15949" fmla="*/ 1855904 w 2947832"/>
              <a:gd name="connsiteY15949" fmla="*/ 1249404 h 4821604"/>
              <a:gd name="connsiteX15950" fmla="*/ 1856219 w 2947832"/>
              <a:gd name="connsiteY15950" fmla="*/ 1249557 h 4821604"/>
              <a:gd name="connsiteX15951" fmla="*/ 1857631 w 2947832"/>
              <a:gd name="connsiteY15951" fmla="*/ 1252068 h 4821604"/>
              <a:gd name="connsiteX15952" fmla="*/ 1857631 w 2947832"/>
              <a:gd name="connsiteY15952" fmla="*/ 1252437 h 4821604"/>
              <a:gd name="connsiteX15953" fmla="*/ 1856219 w 2947832"/>
              <a:gd name="connsiteY15953" fmla="*/ 1254946 h 4821604"/>
              <a:gd name="connsiteX15954" fmla="*/ 1855904 w 2947832"/>
              <a:gd name="connsiteY15954" fmla="*/ 1255107 h 4821604"/>
              <a:gd name="connsiteX15955" fmla="*/ 1853027 w 2947832"/>
              <a:gd name="connsiteY15955" fmla="*/ 1255107 h 4821604"/>
              <a:gd name="connsiteX15956" fmla="*/ 1852713 w 2947832"/>
              <a:gd name="connsiteY15956" fmla="*/ 1254946 h 4821604"/>
              <a:gd name="connsiteX15957" fmla="*/ 1851300 w 2947832"/>
              <a:gd name="connsiteY15957" fmla="*/ 1252437 h 4821604"/>
              <a:gd name="connsiteX15958" fmla="*/ 1851300 w 2947832"/>
              <a:gd name="connsiteY15958" fmla="*/ 1252068 h 4821604"/>
              <a:gd name="connsiteX15959" fmla="*/ 1852713 w 2947832"/>
              <a:gd name="connsiteY15959" fmla="*/ 1249557 h 4821604"/>
              <a:gd name="connsiteX15960" fmla="*/ 1853027 w 2947832"/>
              <a:gd name="connsiteY15960" fmla="*/ 1249404 h 4821604"/>
              <a:gd name="connsiteX15961" fmla="*/ 1026029 w 2947832"/>
              <a:gd name="connsiteY15961" fmla="*/ 1248671 h 4821604"/>
              <a:gd name="connsiteX15962" fmla="*/ 1029639 w 2947832"/>
              <a:gd name="connsiteY15962" fmla="*/ 1248671 h 4821604"/>
              <a:gd name="connsiteX15963" fmla="*/ 1030005 w 2947832"/>
              <a:gd name="connsiteY15963" fmla="*/ 1248876 h 4821604"/>
              <a:gd name="connsiteX15964" fmla="*/ 1031836 w 2947832"/>
              <a:gd name="connsiteY15964" fmla="*/ 1252017 h 4821604"/>
              <a:gd name="connsiteX15965" fmla="*/ 1031836 w 2947832"/>
              <a:gd name="connsiteY15965" fmla="*/ 1252486 h 4821604"/>
              <a:gd name="connsiteX15966" fmla="*/ 1030005 w 2947832"/>
              <a:gd name="connsiteY15966" fmla="*/ 1255627 h 4821604"/>
              <a:gd name="connsiteX15967" fmla="*/ 1029639 w 2947832"/>
              <a:gd name="connsiteY15967" fmla="*/ 1255838 h 4821604"/>
              <a:gd name="connsiteX15968" fmla="*/ 1026029 w 2947832"/>
              <a:gd name="connsiteY15968" fmla="*/ 1255838 h 4821604"/>
              <a:gd name="connsiteX15969" fmla="*/ 1025662 w 2947832"/>
              <a:gd name="connsiteY15969" fmla="*/ 1255627 h 4821604"/>
              <a:gd name="connsiteX15970" fmla="*/ 1023831 w 2947832"/>
              <a:gd name="connsiteY15970" fmla="*/ 1252486 h 4821604"/>
              <a:gd name="connsiteX15971" fmla="*/ 1023831 w 2947832"/>
              <a:gd name="connsiteY15971" fmla="*/ 1252017 h 4821604"/>
              <a:gd name="connsiteX15972" fmla="*/ 1025662 w 2947832"/>
              <a:gd name="connsiteY15972" fmla="*/ 1248876 h 4821604"/>
              <a:gd name="connsiteX15973" fmla="*/ 1026029 w 2947832"/>
              <a:gd name="connsiteY15973" fmla="*/ 1248671 h 4821604"/>
              <a:gd name="connsiteX15974" fmla="*/ 940745 w 2947832"/>
              <a:gd name="connsiteY15974" fmla="*/ 1243490 h 4821604"/>
              <a:gd name="connsiteX15975" fmla="*/ 949640 w 2947832"/>
              <a:gd name="connsiteY15975" fmla="*/ 1243490 h 4821604"/>
              <a:gd name="connsiteX15976" fmla="*/ 950581 w 2947832"/>
              <a:gd name="connsiteY15976" fmla="*/ 1244011 h 4821604"/>
              <a:gd name="connsiteX15977" fmla="*/ 955029 w 2947832"/>
              <a:gd name="connsiteY15977" fmla="*/ 1251703 h 4821604"/>
              <a:gd name="connsiteX15978" fmla="*/ 955029 w 2947832"/>
              <a:gd name="connsiteY15978" fmla="*/ 1252803 h 4821604"/>
              <a:gd name="connsiteX15979" fmla="*/ 950581 w 2947832"/>
              <a:gd name="connsiteY15979" fmla="*/ 1260494 h 4821604"/>
              <a:gd name="connsiteX15980" fmla="*/ 949640 w 2947832"/>
              <a:gd name="connsiteY15980" fmla="*/ 1261021 h 4821604"/>
              <a:gd name="connsiteX15981" fmla="*/ 940745 w 2947832"/>
              <a:gd name="connsiteY15981" fmla="*/ 1261021 h 4821604"/>
              <a:gd name="connsiteX15982" fmla="*/ 939803 w 2947832"/>
              <a:gd name="connsiteY15982" fmla="*/ 1260494 h 4821604"/>
              <a:gd name="connsiteX15983" fmla="*/ 935356 w 2947832"/>
              <a:gd name="connsiteY15983" fmla="*/ 1252803 h 4821604"/>
              <a:gd name="connsiteX15984" fmla="*/ 935356 w 2947832"/>
              <a:gd name="connsiteY15984" fmla="*/ 1251703 h 4821604"/>
              <a:gd name="connsiteX15985" fmla="*/ 939803 w 2947832"/>
              <a:gd name="connsiteY15985" fmla="*/ 1244011 h 4821604"/>
              <a:gd name="connsiteX15986" fmla="*/ 940745 w 2947832"/>
              <a:gd name="connsiteY15986" fmla="*/ 1243490 h 4821604"/>
              <a:gd name="connsiteX15987" fmla="*/ 1683608 w 2947832"/>
              <a:gd name="connsiteY15987" fmla="*/ 1241290 h 4821604"/>
              <a:gd name="connsiteX15988" fmla="*/ 1694648 w 2947832"/>
              <a:gd name="connsiteY15988" fmla="*/ 1241290 h 4821604"/>
              <a:gd name="connsiteX15989" fmla="*/ 1695852 w 2947832"/>
              <a:gd name="connsiteY15989" fmla="*/ 1241971 h 4821604"/>
              <a:gd name="connsiteX15990" fmla="*/ 1701398 w 2947832"/>
              <a:gd name="connsiteY15990" fmla="*/ 1251547 h 4821604"/>
              <a:gd name="connsiteX15991" fmla="*/ 1701398 w 2947832"/>
              <a:gd name="connsiteY15991" fmla="*/ 1252907 h 4821604"/>
              <a:gd name="connsiteX15992" fmla="*/ 1695852 w 2947832"/>
              <a:gd name="connsiteY15992" fmla="*/ 1262481 h 4821604"/>
              <a:gd name="connsiteX15993" fmla="*/ 1694648 w 2947832"/>
              <a:gd name="connsiteY15993" fmla="*/ 1263164 h 4821604"/>
              <a:gd name="connsiteX15994" fmla="*/ 1683608 w 2947832"/>
              <a:gd name="connsiteY15994" fmla="*/ 1263164 h 4821604"/>
              <a:gd name="connsiteX15995" fmla="*/ 1682405 w 2947832"/>
              <a:gd name="connsiteY15995" fmla="*/ 1262481 h 4821604"/>
              <a:gd name="connsiteX15996" fmla="*/ 1676859 w 2947832"/>
              <a:gd name="connsiteY15996" fmla="*/ 1252907 h 4821604"/>
              <a:gd name="connsiteX15997" fmla="*/ 1676859 w 2947832"/>
              <a:gd name="connsiteY15997" fmla="*/ 1251547 h 4821604"/>
              <a:gd name="connsiteX15998" fmla="*/ 1682405 w 2947832"/>
              <a:gd name="connsiteY15998" fmla="*/ 1241971 h 4821604"/>
              <a:gd name="connsiteX15999" fmla="*/ 1683608 w 2947832"/>
              <a:gd name="connsiteY15999" fmla="*/ 1241290 h 4821604"/>
              <a:gd name="connsiteX16000" fmla="*/ 1518063 w 2947832"/>
              <a:gd name="connsiteY16000" fmla="*/ 1240767 h 4821604"/>
              <a:gd name="connsiteX16001" fmla="*/ 1529626 w 2947832"/>
              <a:gd name="connsiteY16001" fmla="*/ 1240767 h 4821604"/>
              <a:gd name="connsiteX16002" fmla="*/ 1530882 w 2947832"/>
              <a:gd name="connsiteY16002" fmla="*/ 1241499 h 4821604"/>
              <a:gd name="connsiteX16003" fmla="*/ 1536637 w 2947832"/>
              <a:gd name="connsiteY16003" fmla="*/ 1251495 h 4821604"/>
              <a:gd name="connsiteX16004" fmla="*/ 1536637 w 2947832"/>
              <a:gd name="connsiteY16004" fmla="*/ 1252908 h 4821604"/>
              <a:gd name="connsiteX16005" fmla="*/ 1530882 w 2947832"/>
              <a:gd name="connsiteY16005" fmla="*/ 1262899 h 4821604"/>
              <a:gd name="connsiteX16006" fmla="*/ 1529626 w 2947832"/>
              <a:gd name="connsiteY16006" fmla="*/ 1263634 h 4821604"/>
              <a:gd name="connsiteX16007" fmla="*/ 1518063 w 2947832"/>
              <a:gd name="connsiteY16007" fmla="*/ 1263634 h 4821604"/>
              <a:gd name="connsiteX16008" fmla="*/ 1516807 w 2947832"/>
              <a:gd name="connsiteY16008" fmla="*/ 1262899 h 4821604"/>
              <a:gd name="connsiteX16009" fmla="*/ 1511052 w 2947832"/>
              <a:gd name="connsiteY16009" fmla="*/ 1252908 h 4821604"/>
              <a:gd name="connsiteX16010" fmla="*/ 1511052 w 2947832"/>
              <a:gd name="connsiteY16010" fmla="*/ 1251495 h 4821604"/>
              <a:gd name="connsiteX16011" fmla="*/ 1516807 w 2947832"/>
              <a:gd name="connsiteY16011" fmla="*/ 1241499 h 4821604"/>
              <a:gd name="connsiteX16012" fmla="*/ 1518063 w 2947832"/>
              <a:gd name="connsiteY16012" fmla="*/ 1240767 h 4821604"/>
              <a:gd name="connsiteX16013" fmla="*/ 1435343 w 2947832"/>
              <a:gd name="connsiteY16013" fmla="*/ 1240767 h 4821604"/>
              <a:gd name="connsiteX16014" fmla="*/ 1446958 w 2947832"/>
              <a:gd name="connsiteY16014" fmla="*/ 1240767 h 4821604"/>
              <a:gd name="connsiteX16015" fmla="*/ 1448213 w 2947832"/>
              <a:gd name="connsiteY16015" fmla="*/ 1241499 h 4821604"/>
              <a:gd name="connsiteX16016" fmla="*/ 1454021 w 2947832"/>
              <a:gd name="connsiteY16016" fmla="*/ 1251547 h 4821604"/>
              <a:gd name="connsiteX16017" fmla="*/ 1454021 w 2947832"/>
              <a:gd name="connsiteY16017" fmla="*/ 1252960 h 4821604"/>
              <a:gd name="connsiteX16018" fmla="*/ 1448213 w 2947832"/>
              <a:gd name="connsiteY16018" fmla="*/ 1263007 h 4821604"/>
              <a:gd name="connsiteX16019" fmla="*/ 1446958 w 2947832"/>
              <a:gd name="connsiteY16019" fmla="*/ 1263736 h 4821604"/>
              <a:gd name="connsiteX16020" fmla="*/ 1435343 w 2947832"/>
              <a:gd name="connsiteY16020" fmla="*/ 1263736 h 4821604"/>
              <a:gd name="connsiteX16021" fmla="*/ 1434087 w 2947832"/>
              <a:gd name="connsiteY16021" fmla="*/ 1263007 h 4821604"/>
              <a:gd name="connsiteX16022" fmla="*/ 1428279 w 2947832"/>
              <a:gd name="connsiteY16022" fmla="*/ 1252960 h 4821604"/>
              <a:gd name="connsiteX16023" fmla="*/ 1428279 w 2947832"/>
              <a:gd name="connsiteY16023" fmla="*/ 1251547 h 4821604"/>
              <a:gd name="connsiteX16024" fmla="*/ 1434087 w 2947832"/>
              <a:gd name="connsiteY16024" fmla="*/ 1241499 h 4821604"/>
              <a:gd name="connsiteX16025" fmla="*/ 1435343 w 2947832"/>
              <a:gd name="connsiteY16025" fmla="*/ 1240767 h 4821604"/>
              <a:gd name="connsiteX16026" fmla="*/ 1104302 w 2947832"/>
              <a:gd name="connsiteY16026" fmla="*/ 1239879 h 4821604"/>
              <a:gd name="connsiteX16027" fmla="*/ 1116754 w 2947832"/>
              <a:gd name="connsiteY16027" fmla="*/ 1239879 h 4821604"/>
              <a:gd name="connsiteX16028" fmla="*/ 1118115 w 2947832"/>
              <a:gd name="connsiteY16028" fmla="*/ 1240663 h 4821604"/>
              <a:gd name="connsiteX16029" fmla="*/ 1124341 w 2947832"/>
              <a:gd name="connsiteY16029" fmla="*/ 1251443 h 4821604"/>
              <a:gd name="connsiteX16030" fmla="*/ 1124341 w 2947832"/>
              <a:gd name="connsiteY16030" fmla="*/ 1252957 h 4821604"/>
              <a:gd name="connsiteX16031" fmla="*/ 1118115 w 2947832"/>
              <a:gd name="connsiteY16031" fmla="*/ 1263736 h 4821604"/>
              <a:gd name="connsiteX16032" fmla="*/ 1116754 w 2947832"/>
              <a:gd name="connsiteY16032" fmla="*/ 1264522 h 4821604"/>
              <a:gd name="connsiteX16033" fmla="*/ 1104302 w 2947832"/>
              <a:gd name="connsiteY16033" fmla="*/ 1264522 h 4821604"/>
              <a:gd name="connsiteX16034" fmla="*/ 1102941 w 2947832"/>
              <a:gd name="connsiteY16034" fmla="*/ 1263736 h 4821604"/>
              <a:gd name="connsiteX16035" fmla="*/ 1096715 w 2947832"/>
              <a:gd name="connsiteY16035" fmla="*/ 1252957 h 4821604"/>
              <a:gd name="connsiteX16036" fmla="*/ 1096715 w 2947832"/>
              <a:gd name="connsiteY16036" fmla="*/ 1251443 h 4821604"/>
              <a:gd name="connsiteX16037" fmla="*/ 1102941 w 2947832"/>
              <a:gd name="connsiteY16037" fmla="*/ 1240663 h 4821604"/>
              <a:gd name="connsiteX16038" fmla="*/ 1104302 w 2947832"/>
              <a:gd name="connsiteY16038" fmla="*/ 1239879 h 4821604"/>
              <a:gd name="connsiteX16039" fmla="*/ 1600103 w 2947832"/>
              <a:gd name="connsiteY16039" fmla="*/ 1239617 h 4821604"/>
              <a:gd name="connsiteX16040" fmla="*/ 1612870 w 2947832"/>
              <a:gd name="connsiteY16040" fmla="*/ 1239617 h 4821604"/>
              <a:gd name="connsiteX16041" fmla="*/ 1614230 w 2947832"/>
              <a:gd name="connsiteY16041" fmla="*/ 1240400 h 4821604"/>
              <a:gd name="connsiteX16042" fmla="*/ 1620613 w 2947832"/>
              <a:gd name="connsiteY16042" fmla="*/ 1251444 h 4821604"/>
              <a:gd name="connsiteX16043" fmla="*/ 1620613 w 2947832"/>
              <a:gd name="connsiteY16043" fmla="*/ 1253012 h 4821604"/>
              <a:gd name="connsiteX16044" fmla="*/ 1614230 w 2947832"/>
              <a:gd name="connsiteY16044" fmla="*/ 1264051 h 4821604"/>
              <a:gd name="connsiteX16045" fmla="*/ 1612870 w 2947832"/>
              <a:gd name="connsiteY16045" fmla="*/ 1264836 h 4821604"/>
              <a:gd name="connsiteX16046" fmla="*/ 1600103 w 2947832"/>
              <a:gd name="connsiteY16046" fmla="*/ 1264836 h 4821604"/>
              <a:gd name="connsiteX16047" fmla="*/ 1598743 w 2947832"/>
              <a:gd name="connsiteY16047" fmla="*/ 1264051 h 4821604"/>
              <a:gd name="connsiteX16048" fmla="*/ 1592359 w 2947832"/>
              <a:gd name="connsiteY16048" fmla="*/ 1253012 h 4821604"/>
              <a:gd name="connsiteX16049" fmla="*/ 1592359 w 2947832"/>
              <a:gd name="connsiteY16049" fmla="*/ 1251444 h 4821604"/>
              <a:gd name="connsiteX16050" fmla="*/ 1598743 w 2947832"/>
              <a:gd name="connsiteY16050" fmla="*/ 1240400 h 4821604"/>
              <a:gd name="connsiteX16051" fmla="*/ 1600103 w 2947832"/>
              <a:gd name="connsiteY16051" fmla="*/ 1239617 h 4821604"/>
              <a:gd name="connsiteX16052" fmla="*/ 856088 w 2947832"/>
              <a:gd name="connsiteY16052" fmla="*/ 1239409 h 4821604"/>
              <a:gd name="connsiteX16053" fmla="*/ 869063 w 2947832"/>
              <a:gd name="connsiteY16053" fmla="*/ 1239409 h 4821604"/>
              <a:gd name="connsiteX16054" fmla="*/ 870476 w 2947832"/>
              <a:gd name="connsiteY16054" fmla="*/ 1240196 h 4821604"/>
              <a:gd name="connsiteX16055" fmla="*/ 876964 w 2947832"/>
              <a:gd name="connsiteY16055" fmla="*/ 1251391 h 4821604"/>
              <a:gd name="connsiteX16056" fmla="*/ 876964 w 2947832"/>
              <a:gd name="connsiteY16056" fmla="*/ 1253014 h 4821604"/>
              <a:gd name="connsiteX16057" fmla="*/ 870476 w 2947832"/>
              <a:gd name="connsiteY16057" fmla="*/ 1264208 h 4821604"/>
              <a:gd name="connsiteX16058" fmla="*/ 869063 w 2947832"/>
              <a:gd name="connsiteY16058" fmla="*/ 1264992 h 4821604"/>
              <a:gd name="connsiteX16059" fmla="*/ 856088 w 2947832"/>
              <a:gd name="connsiteY16059" fmla="*/ 1264992 h 4821604"/>
              <a:gd name="connsiteX16060" fmla="*/ 854675 w 2947832"/>
              <a:gd name="connsiteY16060" fmla="*/ 1264208 h 4821604"/>
              <a:gd name="connsiteX16061" fmla="*/ 848187 w 2947832"/>
              <a:gd name="connsiteY16061" fmla="*/ 1253014 h 4821604"/>
              <a:gd name="connsiteX16062" fmla="*/ 848187 w 2947832"/>
              <a:gd name="connsiteY16062" fmla="*/ 1251391 h 4821604"/>
              <a:gd name="connsiteX16063" fmla="*/ 854675 w 2947832"/>
              <a:gd name="connsiteY16063" fmla="*/ 1240196 h 4821604"/>
              <a:gd name="connsiteX16064" fmla="*/ 856088 w 2947832"/>
              <a:gd name="connsiteY16064" fmla="*/ 1239409 h 4821604"/>
              <a:gd name="connsiteX16065" fmla="*/ 1351837 w 2947832"/>
              <a:gd name="connsiteY16065" fmla="*/ 1239093 h 4821604"/>
              <a:gd name="connsiteX16066" fmla="*/ 1365074 w 2947832"/>
              <a:gd name="connsiteY16066" fmla="*/ 1239093 h 4821604"/>
              <a:gd name="connsiteX16067" fmla="*/ 1366487 w 2947832"/>
              <a:gd name="connsiteY16067" fmla="*/ 1239930 h 4821604"/>
              <a:gd name="connsiteX16068" fmla="*/ 1373132 w 2947832"/>
              <a:gd name="connsiteY16068" fmla="*/ 1251389 h 4821604"/>
              <a:gd name="connsiteX16069" fmla="*/ 1373132 w 2947832"/>
              <a:gd name="connsiteY16069" fmla="*/ 1253012 h 4821604"/>
              <a:gd name="connsiteX16070" fmla="*/ 1366487 w 2947832"/>
              <a:gd name="connsiteY16070" fmla="*/ 1264470 h 4821604"/>
              <a:gd name="connsiteX16071" fmla="*/ 1365074 w 2947832"/>
              <a:gd name="connsiteY16071" fmla="*/ 1265306 h 4821604"/>
              <a:gd name="connsiteX16072" fmla="*/ 1351837 w 2947832"/>
              <a:gd name="connsiteY16072" fmla="*/ 1265306 h 4821604"/>
              <a:gd name="connsiteX16073" fmla="*/ 1350424 w 2947832"/>
              <a:gd name="connsiteY16073" fmla="*/ 1264470 h 4821604"/>
              <a:gd name="connsiteX16074" fmla="*/ 1343779 w 2947832"/>
              <a:gd name="connsiteY16074" fmla="*/ 1253012 h 4821604"/>
              <a:gd name="connsiteX16075" fmla="*/ 1343779 w 2947832"/>
              <a:gd name="connsiteY16075" fmla="*/ 1251389 h 4821604"/>
              <a:gd name="connsiteX16076" fmla="*/ 1350424 w 2947832"/>
              <a:gd name="connsiteY16076" fmla="*/ 1239930 h 4821604"/>
              <a:gd name="connsiteX16077" fmla="*/ 1351837 w 2947832"/>
              <a:gd name="connsiteY16077" fmla="*/ 1239093 h 4821604"/>
              <a:gd name="connsiteX16078" fmla="*/ 607507 w 2947832"/>
              <a:gd name="connsiteY16078" fmla="*/ 1238257 h 4821604"/>
              <a:gd name="connsiteX16079" fmla="*/ 621634 w 2947832"/>
              <a:gd name="connsiteY16079" fmla="*/ 1238257 h 4821604"/>
              <a:gd name="connsiteX16080" fmla="*/ 623151 w 2947832"/>
              <a:gd name="connsiteY16080" fmla="*/ 1239144 h 4821604"/>
              <a:gd name="connsiteX16081" fmla="*/ 630215 w 2947832"/>
              <a:gd name="connsiteY16081" fmla="*/ 1251389 h 4821604"/>
              <a:gd name="connsiteX16082" fmla="*/ 630215 w 2947832"/>
              <a:gd name="connsiteY16082" fmla="*/ 1253118 h 4821604"/>
              <a:gd name="connsiteX16083" fmla="*/ 623151 w 2947832"/>
              <a:gd name="connsiteY16083" fmla="*/ 1265360 h 4821604"/>
              <a:gd name="connsiteX16084" fmla="*/ 621634 w 2947832"/>
              <a:gd name="connsiteY16084" fmla="*/ 1266251 h 4821604"/>
              <a:gd name="connsiteX16085" fmla="*/ 607507 w 2947832"/>
              <a:gd name="connsiteY16085" fmla="*/ 1266251 h 4821604"/>
              <a:gd name="connsiteX16086" fmla="*/ 605990 w 2947832"/>
              <a:gd name="connsiteY16086" fmla="*/ 1265360 h 4821604"/>
              <a:gd name="connsiteX16087" fmla="*/ 598926 w 2947832"/>
              <a:gd name="connsiteY16087" fmla="*/ 1253118 h 4821604"/>
              <a:gd name="connsiteX16088" fmla="*/ 598926 w 2947832"/>
              <a:gd name="connsiteY16088" fmla="*/ 1251389 h 4821604"/>
              <a:gd name="connsiteX16089" fmla="*/ 605990 w 2947832"/>
              <a:gd name="connsiteY16089" fmla="*/ 1239144 h 4821604"/>
              <a:gd name="connsiteX16090" fmla="*/ 607507 w 2947832"/>
              <a:gd name="connsiteY16090" fmla="*/ 1238257 h 4821604"/>
              <a:gd name="connsiteX16091" fmla="*/ 772792 w 2947832"/>
              <a:gd name="connsiteY16091" fmla="*/ 1238205 h 4821604"/>
              <a:gd name="connsiteX16092" fmla="*/ 786971 w 2947832"/>
              <a:gd name="connsiteY16092" fmla="*/ 1238205 h 4821604"/>
              <a:gd name="connsiteX16093" fmla="*/ 788489 w 2947832"/>
              <a:gd name="connsiteY16093" fmla="*/ 1239093 h 4821604"/>
              <a:gd name="connsiteX16094" fmla="*/ 795552 w 2947832"/>
              <a:gd name="connsiteY16094" fmla="*/ 1251389 h 4821604"/>
              <a:gd name="connsiteX16095" fmla="*/ 795552 w 2947832"/>
              <a:gd name="connsiteY16095" fmla="*/ 1253118 h 4821604"/>
              <a:gd name="connsiteX16096" fmla="*/ 788489 w 2947832"/>
              <a:gd name="connsiteY16096" fmla="*/ 1265412 h 4821604"/>
              <a:gd name="connsiteX16097" fmla="*/ 786971 w 2947832"/>
              <a:gd name="connsiteY16097" fmla="*/ 1266303 h 4821604"/>
              <a:gd name="connsiteX16098" fmla="*/ 772792 w 2947832"/>
              <a:gd name="connsiteY16098" fmla="*/ 1266303 h 4821604"/>
              <a:gd name="connsiteX16099" fmla="*/ 771274 w 2947832"/>
              <a:gd name="connsiteY16099" fmla="*/ 1265412 h 4821604"/>
              <a:gd name="connsiteX16100" fmla="*/ 764211 w 2947832"/>
              <a:gd name="connsiteY16100" fmla="*/ 1253118 h 4821604"/>
              <a:gd name="connsiteX16101" fmla="*/ 764211 w 2947832"/>
              <a:gd name="connsiteY16101" fmla="*/ 1251389 h 4821604"/>
              <a:gd name="connsiteX16102" fmla="*/ 771274 w 2947832"/>
              <a:gd name="connsiteY16102" fmla="*/ 1239093 h 4821604"/>
              <a:gd name="connsiteX16103" fmla="*/ 772792 w 2947832"/>
              <a:gd name="connsiteY16103" fmla="*/ 1238205 h 4821604"/>
              <a:gd name="connsiteX16104" fmla="*/ 1185663 w 2947832"/>
              <a:gd name="connsiteY16104" fmla="*/ 1237369 h 4821604"/>
              <a:gd name="connsiteX16105" fmla="*/ 1200679 w 2947832"/>
              <a:gd name="connsiteY16105" fmla="*/ 1237369 h 4821604"/>
              <a:gd name="connsiteX16106" fmla="*/ 1202301 w 2947832"/>
              <a:gd name="connsiteY16106" fmla="*/ 1238309 h 4821604"/>
              <a:gd name="connsiteX16107" fmla="*/ 1209835 w 2947832"/>
              <a:gd name="connsiteY16107" fmla="*/ 1251337 h 4821604"/>
              <a:gd name="connsiteX16108" fmla="*/ 1209835 w 2947832"/>
              <a:gd name="connsiteY16108" fmla="*/ 1253219 h 4821604"/>
              <a:gd name="connsiteX16109" fmla="*/ 1202301 w 2947832"/>
              <a:gd name="connsiteY16109" fmla="*/ 1266251 h 4821604"/>
              <a:gd name="connsiteX16110" fmla="*/ 1200679 w 2947832"/>
              <a:gd name="connsiteY16110" fmla="*/ 1267192 h 4821604"/>
              <a:gd name="connsiteX16111" fmla="*/ 1185663 w 2947832"/>
              <a:gd name="connsiteY16111" fmla="*/ 1267192 h 4821604"/>
              <a:gd name="connsiteX16112" fmla="*/ 1184041 w 2947832"/>
              <a:gd name="connsiteY16112" fmla="*/ 1266251 h 4821604"/>
              <a:gd name="connsiteX16113" fmla="*/ 1176506 w 2947832"/>
              <a:gd name="connsiteY16113" fmla="*/ 1253219 h 4821604"/>
              <a:gd name="connsiteX16114" fmla="*/ 1176506 w 2947832"/>
              <a:gd name="connsiteY16114" fmla="*/ 1251337 h 4821604"/>
              <a:gd name="connsiteX16115" fmla="*/ 1184041 w 2947832"/>
              <a:gd name="connsiteY16115" fmla="*/ 1238309 h 4821604"/>
              <a:gd name="connsiteX16116" fmla="*/ 1185663 w 2947832"/>
              <a:gd name="connsiteY16116" fmla="*/ 1237369 h 4821604"/>
              <a:gd name="connsiteX16117" fmla="*/ 689496 w 2947832"/>
              <a:gd name="connsiteY16117" fmla="*/ 1237002 h 4821604"/>
              <a:gd name="connsiteX16118" fmla="*/ 704878 w 2947832"/>
              <a:gd name="connsiteY16118" fmla="*/ 1237002 h 4821604"/>
              <a:gd name="connsiteX16119" fmla="*/ 706500 w 2947832"/>
              <a:gd name="connsiteY16119" fmla="*/ 1237944 h 4821604"/>
              <a:gd name="connsiteX16120" fmla="*/ 714192 w 2947832"/>
              <a:gd name="connsiteY16120" fmla="*/ 1251285 h 4821604"/>
              <a:gd name="connsiteX16121" fmla="*/ 714192 w 2947832"/>
              <a:gd name="connsiteY16121" fmla="*/ 1253170 h 4821604"/>
              <a:gd name="connsiteX16122" fmla="*/ 706500 w 2947832"/>
              <a:gd name="connsiteY16122" fmla="*/ 1266511 h 4821604"/>
              <a:gd name="connsiteX16123" fmla="*/ 704878 w 2947832"/>
              <a:gd name="connsiteY16123" fmla="*/ 1267455 h 4821604"/>
              <a:gd name="connsiteX16124" fmla="*/ 689496 w 2947832"/>
              <a:gd name="connsiteY16124" fmla="*/ 1267455 h 4821604"/>
              <a:gd name="connsiteX16125" fmla="*/ 687874 w 2947832"/>
              <a:gd name="connsiteY16125" fmla="*/ 1266511 h 4821604"/>
              <a:gd name="connsiteX16126" fmla="*/ 680182 w 2947832"/>
              <a:gd name="connsiteY16126" fmla="*/ 1253170 h 4821604"/>
              <a:gd name="connsiteX16127" fmla="*/ 680182 w 2947832"/>
              <a:gd name="connsiteY16127" fmla="*/ 1251285 h 4821604"/>
              <a:gd name="connsiteX16128" fmla="*/ 687874 w 2947832"/>
              <a:gd name="connsiteY16128" fmla="*/ 1237944 h 4821604"/>
              <a:gd name="connsiteX16129" fmla="*/ 689496 w 2947832"/>
              <a:gd name="connsiteY16129" fmla="*/ 1237002 h 4821604"/>
              <a:gd name="connsiteX16130" fmla="*/ 1267337 w 2947832"/>
              <a:gd name="connsiteY16130" fmla="*/ 1235430 h 4821604"/>
              <a:gd name="connsiteX16131" fmla="*/ 1284341 w 2947832"/>
              <a:gd name="connsiteY16131" fmla="*/ 1235430 h 4821604"/>
              <a:gd name="connsiteX16132" fmla="*/ 1286173 w 2947832"/>
              <a:gd name="connsiteY16132" fmla="*/ 1236476 h 4821604"/>
              <a:gd name="connsiteX16133" fmla="*/ 1294649 w 2947832"/>
              <a:gd name="connsiteY16133" fmla="*/ 1251180 h 4821604"/>
              <a:gd name="connsiteX16134" fmla="*/ 1294649 w 2947832"/>
              <a:gd name="connsiteY16134" fmla="*/ 1253274 h 4821604"/>
              <a:gd name="connsiteX16135" fmla="*/ 1286173 w 2947832"/>
              <a:gd name="connsiteY16135" fmla="*/ 1267978 h 4821604"/>
              <a:gd name="connsiteX16136" fmla="*/ 1284341 w 2947832"/>
              <a:gd name="connsiteY16136" fmla="*/ 1269022 h 4821604"/>
              <a:gd name="connsiteX16137" fmla="*/ 1267337 w 2947832"/>
              <a:gd name="connsiteY16137" fmla="*/ 1269022 h 4821604"/>
              <a:gd name="connsiteX16138" fmla="*/ 1265506 w 2947832"/>
              <a:gd name="connsiteY16138" fmla="*/ 1267978 h 4821604"/>
              <a:gd name="connsiteX16139" fmla="*/ 1257029 w 2947832"/>
              <a:gd name="connsiteY16139" fmla="*/ 1253274 h 4821604"/>
              <a:gd name="connsiteX16140" fmla="*/ 1257029 w 2947832"/>
              <a:gd name="connsiteY16140" fmla="*/ 1251180 h 4821604"/>
              <a:gd name="connsiteX16141" fmla="*/ 1265506 w 2947832"/>
              <a:gd name="connsiteY16141" fmla="*/ 1236476 h 4821604"/>
              <a:gd name="connsiteX16142" fmla="*/ 1267337 w 2947832"/>
              <a:gd name="connsiteY16142" fmla="*/ 1235430 h 4821604"/>
              <a:gd name="connsiteX16143" fmla="*/ 516572 w 2947832"/>
              <a:gd name="connsiteY16143" fmla="*/ 1221932 h 4821604"/>
              <a:gd name="connsiteX16144" fmla="*/ 547233 w 2947832"/>
              <a:gd name="connsiteY16144" fmla="*/ 1221932 h 4821604"/>
              <a:gd name="connsiteX16145" fmla="*/ 550529 w 2947832"/>
              <a:gd name="connsiteY16145" fmla="*/ 1223816 h 4821604"/>
              <a:gd name="connsiteX16146" fmla="*/ 565859 w 2947832"/>
              <a:gd name="connsiteY16146" fmla="*/ 1250341 h 4821604"/>
              <a:gd name="connsiteX16147" fmla="*/ 565859 w 2947832"/>
              <a:gd name="connsiteY16147" fmla="*/ 1254113 h 4821604"/>
              <a:gd name="connsiteX16148" fmla="*/ 550529 w 2947832"/>
              <a:gd name="connsiteY16148" fmla="*/ 1280639 h 4821604"/>
              <a:gd name="connsiteX16149" fmla="*/ 547233 w 2947832"/>
              <a:gd name="connsiteY16149" fmla="*/ 1282524 h 4821604"/>
              <a:gd name="connsiteX16150" fmla="*/ 516572 w 2947832"/>
              <a:gd name="connsiteY16150" fmla="*/ 1282524 h 4821604"/>
              <a:gd name="connsiteX16151" fmla="*/ 513276 w 2947832"/>
              <a:gd name="connsiteY16151" fmla="*/ 1280639 h 4821604"/>
              <a:gd name="connsiteX16152" fmla="*/ 497946 w 2947832"/>
              <a:gd name="connsiteY16152" fmla="*/ 1254113 h 4821604"/>
              <a:gd name="connsiteX16153" fmla="*/ 497946 w 2947832"/>
              <a:gd name="connsiteY16153" fmla="*/ 1250341 h 4821604"/>
              <a:gd name="connsiteX16154" fmla="*/ 513276 w 2947832"/>
              <a:gd name="connsiteY16154" fmla="*/ 1223816 h 4821604"/>
              <a:gd name="connsiteX16155" fmla="*/ 516572 w 2947832"/>
              <a:gd name="connsiteY16155" fmla="*/ 1221932 h 4821604"/>
              <a:gd name="connsiteX16156" fmla="*/ 1025140 w 2947832"/>
              <a:gd name="connsiteY16156" fmla="*/ 1164272 h 4821604"/>
              <a:gd name="connsiteX16157" fmla="*/ 1030529 w 2947832"/>
              <a:gd name="connsiteY16157" fmla="*/ 1164272 h 4821604"/>
              <a:gd name="connsiteX16158" fmla="*/ 1031105 w 2947832"/>
              <a:gd name="connsiteY16158" fmla="*/ 1164587 h 4821604"/>
              <a:gd name="connsiteX16159" fmla="*/ 1033825 w 2947832"/>
              <a:gd name="connsiteY16159" fmla="*/ 1169242 h 4821604"/>
              <a:gd name="connsiteX16160" fmla="*/ 1033825 w 2947832"/>
              <a:gd name="connsiteY16160" fmla="*/ 1169923 h 4821604"/>
              <a:gd name="connsiteX16161" fmla="*/ 1031105 w 2947832"/>
              <a:gd name="connsiteY16161" fmla="*/ 1174582 h 4821604"/>
              <a:gd name="connsiteX16162" fmla="*/ 1030529 w 2947832"/>
              <a:gd name="connsiteY16162" fmla="*/ 1174893 h 4821604"/>
              <a:gd name="connsiteX16163" fmla="*/ 1025140 w 2947832"/>
              <a:gd name="connsiteY16163" fmla="*/ 1174893 h 4821604"/>
              <a:gd name="connsiteX16164" fmla="*/ 1024564 w 2947832"/>
              <a:gd name="connsiteY16164" fmla="*/ 1174582 h 4821604"/>
              <a:gd name="connsiteX16165" fmla="*/ 1021844 w 2947832"/>
              <a:gd name="connsiteY16165" fmla="*/ 1169923 h 4821604"/>
              <a:gd name="connsiteX16166" fmla="*/ 1021844 w 2947832"/>
              <a:gd name="connsiteY16166" fmla="*/ 1169242 h 4821604"/>
              <a:gd name="connsiteX16167" fmla="*/ 1024564 w 2947832"/>
              <a:gd name="connsiteY16167" fmla="*/ 1164587 h 4821604"/>
              <a:gd name="connsiteX16168" fmla="*/ 1025140 w 2947832"/>
              <a:gd name="connsiteY16168" fmla="*/ 1164272 h 4821604"/>
              <a:gd name="connsiteX16169" fmla="*/ 1105506 w 2947832"/>
              <a:gd name="connsiteY16169" fmla="*/ 1159671 h 4821604"/>
              <a:gd name="connsiteX16170" fmla="*/ 1115500 w 2947832"/>
              <a:gd name="connsiteY16170" fmla="*/ 1159671 h 4821604"/>
              <a:gd name="connsiteX16171" fmla="*/ 1116546 w 2947832"/>
              <a:gd name="connsiteY16171" fmla="*/ 1160297 h 4821604"/>
              <a:gd name="connsiteX16172" fmla="*/ 1121516 w 2947832"/>
              <a:gd name="connsiteY16172" fmla="*/ 1168933 h 4821604"/>
              <a:gd name="connsiteX16173" fmla="*/ 1121516 w 2947832"/>
              <a:gd name="connsiteY16173" fmla="*/ 1170187 h 4821604"/>
              <a:gd name="connsiteX16174" fmla="*/ 1116546 w 2947832"/>
              <a:gd name="connsiteY16174" fmla="*/ 1178818 h 4821604"/>
              <a:gd name="connsiteX16175" fmla="*/ 1115500 w 2947832"/>
              <a:gd name="connsiteY16175" fmla="*/ 1179447 h 4821604"/>
              <a:gd name="connsiteX16176" fmla="*/ 1105506 w 2947832"/>
              <a:gd name="connsiteY16176" fmla="*/ 1179447 h 4821604"/>
              <a:gd name="connsiteX16177" fmla="*/ 1104459 w 2947832"/>
              <a:gd name="connsiteY16177" fmla="*/ 1178818 h 4821604"/>
              <a:gd name="connsiteX16178" fmla="*/ 1099489 w 2947832"/>
              <a:gd name="connsiteY16178" fmla="*/ 1170187 h 4821604"/>
              <a:gd name="connsiteX16179" fmla="*/ 1099489 w 2947832"/>
              <a:gd name="connsiteY16179" fmla="*/ 1168933 h 4821604"/>
              <a:gd name="connsiteX16180" fmla="*/ 1104459 w 2947832"/>
              <a:gd name="connsiteY16180" fmla="*/ 1160297 h 4821604"/>
              <a:gd name="connsiteX16181" fmla="*/ 1105506 w 2947832"/>
              <a:gd name="connsiteY16181" fmla="*/ 1159671 h 4821604"/>
              <a:gd name="connsiteX16182" fmla="*/ 1849311 w 2947832"/>
              <a:gd name="connsiteY16182" fmla="*/ 1159409 h 4821604"/>
              <a:gd name="connsiteX16183" fmla="*/ 1859619 w 2947832"/>
              <a:gd name="connsiteY16183" fmla="*/ 1159409 h 4821604"/>
              <a:gd name="connsiteX16184" fmla="*/ 1860718 w 2947832"/>
              <a:gd name="connsiteY16184" fmla="*/ 1160037 h 4821604"/>
              <a:gd name="connsiteX16185" fmla="*/ 1865845 w 2947832"/>
              <a:gd name="connsiteY16185" fmla="*/ 1168933 h 4821604"/>
              <a:gd name="connsiteX16186" fmla="*/ 1865845 w 2947832"/>
              <a:gd name="connsiteY16186" fmla="*/ 1170187 h 4821604"/>
              <a:gd name="connsiteX16187" fmla="*/ 1860718 w 2947832"/>
              <a:gd name="connsiteY16187" fmla="*/ 1179080 h 4821604"/>
              <a:gd name="connsiteX16188" fmla="*/ 1859619 w 2947832"/>
              <a:gd name="connsiteY16188" fmla="*/ 1179707 h 4821604"/>
              <a:gd name="connsiteX16189" fmla="*/ 1849311 w 2947832"/>
              <a:gd name="connsiteY16189" fmla="*/ 1179707 h 4821604"/>
              <a:gd name="connsiteX16190" fmla="*/ 1848213 w 2947832"/>
              <a:gd name="connsiteY16190" fmla="*/ 1179080 h 4821604"/>
              <a:gd name="connsiteX16191" fmla="*/ 1843085 w 2947832"/>
              <a:gd name="connsiteY16191" fmla="*/ 1170187 h 4821604"/>
              <a:gd name="connsiteX16192" fmla="*/ 1843085 w 2947832"/>
              <a:gd name="connsiteY16192" fmla="*/ 1168933 h 4821604"/>
              <a:gd name="connsiteX16193" fmla="*/ 1848213 w 2947832"/>
              <a:gd name="connsiteY16193" fmla="*/ 1160037 h 4821604"/>
              <a:gd name="connsiteX16194" fmla="*/ 1849311 w 2947832"/>
              <a:gd name="connsiteY16194" fmla="*/ 1159409 h 4821604"/>
              <a:gd name="connsiteX16195" fmla="*/ 1931614 w 2947832"/>
              <a:gd name="connsiteY16195" fmla="*/ 1158676 h 4821604"/>
              <a:gd name="connsiteX16196" fmla="*/ 1942653 w 2947832"/>
              <a:gd name="connsiteY16196" fmla="*/ 1158676 h 4821604"/>
              <a:gd name="connsiteX16197" fmla="*/ 1943857 w 2947832"/>
              <a:gd name="connsiteY16197" fmla="*/ 1159356 h 4821604"/>
              <a:gd name="connsiteX16198" fmla="*/ 1949403 w 2947832"/>
              <a:gd name="connsiteY16198" fmla="*/ 1168933 h 4821604"/>
              <a:gd name="connsiteX16199" fmla="*/ 1949403 w 2947832"/>
              <a:gd name="connsiteY16199" fmla="*/ 1170289 h 4821604"/>
              <a:gd name="connsiteX16200" fmla="*/ 1943857 w 2947832"/>
              <a:gd name="connsiteY16200" fmla="*/ 1179864 h 4821604"/>
              <a:gd name="connsiteX16201" fmla="*/ 1942653 w 2947832"/>
              <a:gd name="connsiteY16201" fmla="*/ 1180548 h 4821604"/>
              <a:gd name="connsiteX16202" fmla="*/ 1931614 w 2947832"/>
              <a:gd name="connsiteY16202" fmla="*/ 1180548 h 4821604"/>
              <a:gd name="connsiteX16203" fmla="*/ 1930410 w 2947832"/>
              <a:gd name="connsiteY16203" fmla="*/ 1179864 h 4821604"/>
              <a:gd name="connsiteX16204" fmla="*/ 1924864 w 2947832"/>
              <a:gd name="connsiteY16204" fmla="*/ 1170289 h 4821604"/>
              <a:gd name="connsiteX16205" fmla="*/ 1924864 w 2947832"/>
              <a:gd name="connsiteY16205" fmla="*/ 1168933 h 4821604"/>
              <a:gd name="connsiteX16206" fmla="*/ 1930410 w 2947832"/>
              <a:gd name="connsiteY16206" fmla="*/ 1159356 h 4821604"/>
              <a:gd name="connsiteX16207" fmla="*/ 1931614 w 2947832"/>
              <a:gd name="connsiteY16207" fmla="*/ 1158676 h 4821604"/>
              <a:gd name="connsiteX16208" fmla="*/ 939541 w 2947832"/>
              <a:gd name="connsiteY16208" fmla="*/ 1158415 h 4821604"/>
              <a:gd name="connsiteX16209" fmla="*/ 950843 w 2947832"/>
              <a:gd name="connsiteY16209" fmla="*/ 1158415 h 4821604"/>
              <a:gd name="connsiteX16210" fmla="*/ 952046 w 2947832"/>
              <a:gd name="connsiteY16210" fmla="*/ 1159092 h 4821604"/>
              <a:gd name="connsiteX16211" fmla="*/ 957697 w 2947832"/>
              <a:gd name="connsiteY16211" fmla="*/ 1168876 h 4821604"/>
              <a:gd name="connsiteX16212" fmla="*/ 957697 w 2947832"/>
              <a:gd name="connsiteY16212" fmla="*/ 1170289 h 4821604"/>
              <a:gd name="connsiteX16213" fmla="*/ 952046 w 2947832"/>
              <a:gd name="connsiteY16213" fmla="*/ 1180074 h 4821604"/>
              <a:gd name="connsiteX16214" fmla="*/ 950843 w 2947832"/>
              <a:gd name="connsiteY16214" fmla="*/ 1180755 h 4821604"/>
              <a:gd name="connsiteX16215" fmla="*/ 939541 w 2947832"/>
              <a:gd name="connsiteY16215" fmla="*/ 1180755 h 4821604"/>
              <a:gd name="connsiteX16216" fmla="*/ 938338 w 2947832"/>
              <a:gd name="connsiteY16216" fmla="*/ 1180074 h 4821604"/>
              <a:gd name="connsiteX16217" fmla="*/ 932687 w 2947832"/>
              <a:gd name="connsiteY16217" fmla="*/ 1170289 h 4821604"/>
              <a:gd name="connsiteX16218" fmla="*/ 932687 w 2947832"/>
              <a:gd name="connsiteY16218" fmla="*/ 1168876 h 4821604"/>
              <a:gd name="connsiteX16219" fmla="*/ 938338 w 2947832"/>
              <a:gd name="connsiteY16219" fmla="*/ 1159092 h 4821604"/>
              <a:gd name="connsiteX16220" fmla="*/ 939541 w 2947832"/>
              <a:gd name="connsiteY16220" fmla="*/ 1158415 h 4821604"/>
              <a:gd name="connsiteX16221" fmla="*/ 2013864 w 2947832"/>
              <a:gd name="connsiteY16221" fmla="*/ 1157943 h 4821604"/>
              <a:gd name="connsiteX16222" fmla="*/ 2025636 w 2947832"/>
              <a:gd name="connsiteY16222" fmla="*/ 1157943 h 4821604"/>
              <a:gd name="connsiteX16223" fmla="*/ 2026892 w 2947832"/>
              <a:gd name="connsiteY16223" fmla="*/ 1158676 h 4821604"/>
              <a:gd name="connsiteX16224" fmla="*/ 2032752 w 2947832"/>
              <a:gd name="connsiteY16224" fmla="*/ 1168827 h 4821604"/>
              <a:gd name="connsiteX16225" fmla="*/ 2032752 w 2947832"/>
              <a:gd name="connsiteY16225" fmla="*/ 1170292 h 4821604"/>
              <a:gd name="connsiteX16226" fmla="*/ 2026892 w 2947832"/>
              <a:gd name="connsiteY16226" fmla="*/ 1180441 h 4821604"/>
              <a:gd name="connsiteX16227" fmla="*/ 2025636 w 2947832"/>
              <a:gd name="connsiteY16227" fmla="*/ 1181173 h 4821604"/>
              <a:gd name="connsiteX16228" fmla="*/ 2013864 w 2947832"/>
              <a:gd name="connsiteY16228" fmla="*/ 1181173 h 4821604"/>
              <a:gd name="connsiteX16229" fmla="*/ 2012608 w 2947832"/>
              <a:gd name="connsiteY16229" fmla="*/ 1180441 h 4821604"/>
              <a:gd name="connsiteX16230" fmla="*/ 2006748 w 2947832"/>
              <a:gd name="connsiteY16230" fmla="*/ 1170292 h 4821604"/>
              <a:gd name="connsiteX16231" fmla="*/ 2006748 w 2947832"/>
              <a:gd name="connsiteY16231" fmla="*/ 1168827 h 4821604"/>
              <a:gd name="connsiteX16232" fmla="*/ 2012608 w 2947832"/>
              <a:gd name="connsiteY16232" fmla="*/ 1158676 h 4821604"/>
              <a:gd name="connsiteX16233" fmla="*/ 2013864 w 2947832"/>
              <a:gd name="connsiteY16233" fmla="*/ 1157943 h 4821604"/>
              <a:gd name="connsiteX16234" fmla="*/ 1682667 w 2947832"/>
              <a:gd name="connsiteY16234" fmla="*/ 1156795 h 4821604"/>
              <a:gd name="connsiteX16235" fmla="*/ 1695591 w 2947832"/>
              <a:gd name="connsiteY16235" fmla="*/ 1156795 h 4821604"/>
              <a:gd name="connsiteX16236" fmla="*/ 1696951 w 2947832"/>
              <a:gd name="connsiteY16236" fmla="*/ 1157577 h 4821604"/>
              <a:gd name="connsiteX16237" fmla="*/ 1703387 w 2947832"/>
              <a:gd name="connsiteY16237" fmla="*/ 1168772 h 4821604"/>
              <a:gd name="connsiteX16238" fmla="*/ 1703387 w 2947832"/>
              <a:gd name="connsiteY16238" fmla="*/ 1170395 h 4821604"/>
              <a:gd name="connsiteX16239" fmla="*/ 1696951 w 2947832"/>
              <a:gd name="connsiteY16239" fmla="*/ 1181593 h 4821604"/>
              <a:gd name="connsiteX16240" fmla="*/ 1695591 w 2947832"/>
              <a:gd name="connsiteY16240" fmla="*/ 1182375 h 4821604"/>
              <a:gd name="connsiteX16241" fmla="*/ 1682667 w 2947832"/>
              <a:gd name="connsiteY16241" fmla="*/ 1182375 h 4821604"/>
              <a:gd name="connsiteX16242" fmla="*/ 1681307 w 2947832"/>
              <a:gd name="connsiteY16242" fmla="*/ 1181593 h 4821604"/>
              <a:gd name="connsiteX16243" fmla="*/ 1674871 w 2947832"/>
              <a:gd name="connsiteY16243" fmla="*/ 1170395 h 4821604"/>
              <a:gd name="connsiteX16244" fmla="*/ 1674871 w 2947832"/>
              <a:gd name="connsiteY16244" fmla="*/ 1168772 h 4821604"/>
              <a:gd name="connsiteX16245" fmla="*/ 1681307 w 2947832"/>
              <a:gd name="connsiteY16245" fmla="*/ 1157577 h 4821604"/>
              <a:gd name="connsiteX16246" fmla="*/ 1682667 w 2947832"/>
              <a:gd name="connsiteY16246" fmla="*/ 1156795 h 4821604"/>
              <a:gd name="connsiteX16247" fmla="*/ 1186657 w 2947832"/>
              <a:gd name="connsiteY16247" fmla="*/ 1156686 h 4821604"/>
              <a:gd name="connsiteX16248" fmla="*/ 1199738 w 2947832"/>
              <a:gd name="connsiteY16248" fmla="*/ 1156686 h 4821604"/>
              <a:gd name="connsiteX16249" fmla="*/ 1201150 w 2947832"/>
              <a:gd name="connsiteY16249" fmla="*/ 1157472 h 4821604"/>
              <a:gd name="connsiteX16250" fmla="*/ 1207691 w 2947832"/>
              <a:gd name="connsiteY16250" fmla="*/ 1168772 h 4821604"/>
              <a:gd name="connsiteX16251" fmla="*/ 1207691 w 2947832"/>
              <a:gd name="connsiteY16251" fmla="*/ 1170395 h 4821604"/>
              <a:gd name="connsiteX16252" fmla="*/ 1201150 w 2947832"/>
              <a:gd name="connsiteY16252" fmla="*/ 1181697 h 4821604"/>
              <a:gd name="connsiteX16253" fmla="*/ 1199738 w 2947832"/>
              <a:gd name="connsiteY16253" fmla="*/ 1182480 h 4821604"/>
              <a:gd name="connsiteX16254" fmla="*/ 1186657 w 2947832"/>
              <a:gd name="connsiteY16254" fmla="*/ 1182480 h 4821604"/>
              <a:gd name="connsiteX16255" fmla="*/ 1185244 w 2947832"/>
              <a:gd name="connsiteY16255" fmla="*/ 1181697 h 4821604"/>
              <a:gd name="connsiteX16256" fmla="*/ 1178704 w 2947832"/>
              <a:gd name="connsiteY16256" fmla="*/ 1170395 h 4821604"/>
              <a:gd name="connsiteX16257" fmla="*/ 1178704 w 2947832"/>
              <a:gd name="connsiteY16257" fmla="*/ 1168772 h 4821604"/>
              <a:gd name="connsiteX16258" fmla="*/ 1185244 w 2947832"/>
              <a:gd name="connsiteY16258" fmla="*/ 1157472 h 4821604"/>
              <a:gd name="connsiteX16259" fmla="*/ 1186657 w 2947832"/>
              <a:gd name="connsiteY16259" fmla="*/ 1156686 h 4821604"/>
              <a:gd name="connsiteX16260" fmla="*/ 1351837 w 2947832"/>
              <a:gd name="connsiteY16260" fmla="*/ 1156426 h 4821604"/>
              <a:gd name="connsiteX16261" fmla="*/ 1365074 w 2947832"/>
              <a:gd name="connsiteY16261" fmla="*/ 1156426 h 4821604"/>
              <a:gd name="connsiteX16262" fmla="*/ 1366487 w 2947832"/>
              <a:gd name="connsiteY16262" fmla="*/ 1157264 h 4821604"/>
              <a:gd name="connsiteX16263" fmla="*/ 1373132 w 2947832"/>
              <a:gd name="connsiteY16263" fmla="*/ 1168719 h 4821604"/>
              <a:gd name="connsiteX16264" fmla="*/ 1373132 w 2947832"/>
              <a:gd name="connsiteY16264" fmla="*/ 1170342 h 4821604"/>
              <a:gd name="connsiteX16265" fmla="*/ 1366487 w 2947832"/>
              <a:gd name="connsiteY16265" fmla="*/ 1181804 h 4821604"/>
              <a:gd name="connsiteX16266" fmla="*/ 1365074 w 2947832"/>
              <a:gd name="connsiteY16266" fmla="*/ 1182640 h 4821604"/>
              <a:gd name="connsiteX16267" fmla="*/ 1351837 w 2947832"/>
              <a:gd name="connsiteY16267" fmla="*/ 1182640 h 4821604"/>
              <a:gd name="connsiteX16268" fmla="*/ 1350424 w 2947832"/>
              <a:gd name="connsiteY16268" fmla="*/ 1181804 h 4821604"/>
              <a:gd name="connsiteX16269" fmla="*/ 1343779 w 2947832"/>
              <a:gd name="connsiteY16269" fmla="*/ 1170342 h 4821604"/>
              <a:gd name="connsiteX16270" fmla="*/ 1343779 w 2947832"/>
              <a:gd name="connsiteY16270" fmla="*/ 1168719 h 4821604"/>
              <a:gd name="connsiteX16271" fmla="*/ 1350424 w 2947832"/>
              <a:gd name="connsiteY16271" fmla="*/ 1157264 h 4821604"/>
              <a:gd name="connsiteX16272" fmla="*/ 1351837 w 2947832"/>
              <a:gd name="connsiteY16272" fmla="*/ 1156426 h 4821604"/>
              <a:gd name="connsiteX16273" fmla="*/ 1517121 w 2947832"/>
              <a:gd name="connsiteY16273" fmla="*/ 1156324 h 4821604"/>
              <a:gd name="connsiteX16274" fmla="*/ 1530463 w 2947832"/>
              <a:gd name="connsiteY16274" fmla="*/ 1156324 h 4821604"/>
              <a:gd name="connsiteX16275" fmla="*/ 1531876 w 2947832"/>
              <a:gd name="connsiteY16275" fmla="*/ 1157160 h 4821604"/>
              <a:gd name="connsiteX16276" fmla="*/ 1538573 w 2947832"/>
              <a:gd name="connsiteY16276" fmla="*/ 1168719 h 4821604"/>
              <a:gd name="connsiteX16277" fmla="*/ 1538573 w 2947832"/>
              <a:gd name="connsiteY16277" fmla="*/ 1170395 h 4821604"/>
              <a:gd name="connsiteX16278" fmla="*/ 1531876 w 2947832"/>
              <a:gd name="connsiteY16278" fmla="*/ 1181960 h 4821604"/>
              <a:gd name="connsiteX16279" fmla="*/ 1530463 w 2947832"/>
              <a:gd name="connsiteY16279" fmla="*/ 1182797 h 4821604"/>
              <a:gd name="connsiteX16280" fmla="*/ 1517121 w 2947832"/>
              <a:gd name="connsiteY16280" fmla="*/ 1182797 h 4821604"/>
              <a:gd name="connsiteX16281" fmla="*/ 1515708 w 2947832"/>
              <a:gd name="connsiteY16281" fmla="*/ 1181960 h 4821604"/>
              <a:gd name="connsiteX16282" fmla="*/ 1509011 w 2947832"/>
              <a:gd name="connsiteY16282" fmla="*/ 1170395 h 4821604"/>
              <a:gd name="connsiteX16283" fmla="*/ 1509011 w 2947832"/>
              <a:gd name="connsiteY16283" fmla="*/ 1168719 h 4821604"/>
              <a:gd name="connsiteX16284" fmla="*/ 1515708 w 2947832"/>
              <a:gd name="connsiteY16284" fmla="*/ 1157160 h 4821604"/>
              <a:gd name="connsiteX16285" fmla="*/ 1517121 w 2947832"/>
              <a:gd name="connsiteY16285" fmla="*/ 1156324 h 4821604"/>
              <a:gd name="connsiteX16286" fmla="*/ 1434400 w 2947832"/>
              <a:gd name="connsiteY16286" fmla="*/ 1156164 h 4821604"/>
              <a:gd name="connsiteX16287" fmla="*/ 1447951 w 2947832"/>
              <a:gd name="connsiteY16287" fmla="*/ 1156164 h 4821604"/>
              <a:gd name="connsiteX16288" fmla="*/ 1449416 w 2947832"/>
              <a:gd name="connsiteY16288" fmla="*/ 1157001 h 4821604"/>
              <a:gd name="connsiteX16289" fmla="*/ 1456218 w 2947832"/>
              <a:gd name="connsiteY16289" fmla="*/ 1168719 h 4821604"/>
              <a:gd name="connsiteX16290" fmla="*/ 1456218 w 2947832"/>
              <a:gd name="connsiteY16290" fmla="*/ 1170395 h 4821604"/>
              <a:gd name="connsiteX16291" fmla="*/ 1449416 w 2947832"/>
              <a:gd name="connsiteY16291" fmla="*/ 1182117 h 4821604"/>
              <a:gd name="connsiteX16292" fmla="*/ 1447951 w 2947832"/>
              <a:gd name="connsiteY16292" fmla="*/ 1182954 h 4821604"/>
              <a:gd name="connsiteX16293" fmla="*/ 1434400 w 2947832"/>
              <a:gd name="connsiteY16293" fmla="*/ 1182954 h 4821604"/>
              <a:gd name="connsiteX16294" fmla="*/ 1432935 w 2947832"/>
              <a:gd name="connsiteY16294" fmla="*/ 1182117 h 4821604"/>
              <a:gd name="connsiteX16295" fmla="*/ 1426133 w 2947832"/>
              <a:gd name="connsiteY16295" fmla="*/ 1170395 h 4821604"/>
              <a:gd name="connsiteX16296" fmla="*/ 1426133 w 2947832"/>
              <a:gd name="connsiteY16296" fmla="*/ 1168719 h 4821604"/>
              <a:gd name="connsiteX16297" fmla="*/ 1432935 w 2947832"/>
              <a:gd name="connsiteY16297" fmla="*/ 1157001 h 4821604"/>
              <a:gd name="connsiteX16298" fmla="*/ 1434400 w 2947832"/>
              <a:gd name="connsiteY16298" fmla="*/ 1156164 h 4821604"/>
              <a:gd name="connsiteX16299" fmla="*/ 1764969 w 2947832"/>
              <a:gd name="connsiteY16299" fmla="*/ 1156112 h 4821604"/>
              <a:gd name="connsiteX16300" fmla="*/ 1778573 w 2947832"/>
              <a:gd name="connsiteY16300" fmla="*/ 1156112 h 4821604"/>
              <a:gd name="connsiteX16301" fmla="*/ 1780037 w 2947832"/>
              <a:gd name="connsiteY16301" fmla="*/ 1156948 h 4821604"/>
              <a:gd name="connsiteX16302" fmla="*/ 1786840 w 2947832"/>
              <a:gd name="connsiteY16302" fmla="*/ 1168719 h 4821604"/>
              <a:gd name="connsiteX16303" fmla="*/ 1786840 w 2947832"/>
              <a:gd name="connsiteY16303" fmla="*/ 1170395 h 4821604"/>
              <a:gd name="connsiteX16304" fmla="*/ 1780037 w 2947832"/>
              <a:gd name="connsiteY16304" fmla="*/ 1182168 h 4821604"/>
              <a:gd name="connsiteX16305" fmla="*/ 1778573 w 2947832"/>
              <a:gd name="connsiteY16305" fmla="*/ 1183007 h 4821604"/>
              <a:gd name="connsiteX16306" fmla="*/ 1764969 w 2947832"/>
              <a:gd name="connsiteY16306" fmla="*/ 1183007 h 4821604"/>
              <a:gd name="connsiteX16307" fmla="*/ 1763504 w 2947832"/>
              <a:gd name="connsiteY16307" fmla="*/ 1182168 h 4821604"/>
              <a:gd name="connsiteX16308" fmla="*/ 1756702 w 2947832"/>
              <a:gd name="connsiteY16308" fmla="*/ 1170395 h 4821604"/>
              <a:gd name="connsiteX16309" fmla="*/ 1756702 w 2947832"/>
              <a:gd name="connsiteY16309" fmla="*/ 1168719 h 4821604"/>
              <a:gd name="connsiteX16310" fmla="*/ 1763504 w 2947832"/>
              <a:gd name="connsiteY16310" fmla="*/ 1156948 h 4821604"/>
              <a:gd name="connsiteX16311" fmla="*/ 1764969 w 2947832"/>
              <a:gd name="connsiteY16311" fmla="*/ 1156112 h 4821604"/>
              <a:gd name="connsiteX16312" fmla="*/ 607769 w 2947832"/>
              <a:gd name="connsiteY16312" fmla="*/ 1156112 h 4821604"/>
              <a:gd name="connsiteX16313" fmla="*/ 621373 w 2947832"/>
              <a:gd name="connsiteY16313" fmla="*/ 1156112 h 4821604"/>
              <a:gd name="connsiteX16314" fmla="*/ 622838 w 2947832"/>
              <a:gd name="connsiteY16314" fmla="*/ 1156948 h 4821604"/>
              <a:gd name="connsiteX16315" fmla="*/ 629639 w 2947832"/>
              <a:gd name="connsiteY16315" fmla="*/ 1168719 h 4821604"/>
              <a:gd name="connsiteX16316" fmla="*/ 629639 w 2947832"/>
              <a:gd name="connsiteY16316" fmla="*/ 1170395 h 4821604"/>
              <a:gd name="connsiteX16317" fmla="*/ 622838 w 2947832"/>
              <a:gd name="connsiteY16317" fmla="*/ 1182168 h 4821604"/>
              <a:gd name="connsiteX16318" fmla="*/ 621373 w 2947832"/>
              <a:gd name="connsiteY16318" fmla="*/ 1183007 h 4821604"/>
              <a:gd name="connsiteX16319" fmla="*/ 607769 w 2947832"/>
              <a:gd name="connsiteY16319" fmla="*/ 1183007 h 4821604"/>
              <a:gd name="connsiteX16320" fmla="*/ 606304 w 2947832"/>
              <a:gd name="connsiteY16320" fmla="*/ 1182168 h 4821604"/>
              <a:gd name="connsiteX16321" fmla="*/ 599502 w 2947832"/>
              <a:gd name="connsiteY16321" fmla="*/ 1170395 h 4821604"/>
              <a:gd name="connsiteX16322" fmla="*/ 599502 w 2947832"/>
              <a:gd name="connsiteY16322" fmla="*/ 1168719 h 4821604"/>
              <a:gd name="connsiteX16323" fmla="*/ 606304 w 2947832"/>
              <a:gd name="connsiteY16323" fmla="*/ 1156948 h 4821604"/>
              <a:gd name="connsiteX16324" fmla="*/ 607769 w 2947832"/>
              <a:gd name="connsiteY16324" fmla="*/ 1156112 h 4821604"/>
              <a:gd name="connsiteX16325" fmla="*/ 772688 w 2947832"/>
              <a:gd name="connsiteY16325" fmla="*/ 1155378 h 4821604"/>
              <a:gd name="connsiteX16326" fmla="*/ 787076 w 2947832"/>
              <a:gd name="connsiteY16326" fmla="*/ 1155378 h 4821604"/>
              <a:gd name="connsiteX16327" fmla="*/ 788593 w 2947832"/>
              <a:gd name="connsiteY16327" fmla="*/ 1156267 h 4821604"/>
              <a:gd name="connsiteX16328" fmla="*/ 795761 w 2947832"/>
              <a:gd name="connsiteY16328" fmla="*/ 1168719 h 4821604"/>
              <a:gd name="connsiteX16329" fmla="*/ 795761 w 2947832"/>
              <a:gd name="connsiteY16329" fmla="*/ 1170501 h 4821604"/>
              <a:gd name="connsiteX16330" fmla="*/ 788593 w 2947832"/>
              <a:gd name="connsiteY16330" fmla="*/ 1182954 h 4821604"/>
              <a:gd name="connsiteX16331" fmla="*/ 787076 w 2947832"/>
              <a:gd name="connsiteY16331" fmla="*/ 1183845 h 4821604"/>
              <a:gd name="connsiteX16332" fmla="*/ 772688 w 2947832"/>
              <a:gd name="connsiteY16332" fmla="*/ 1183845 h 4821604"/>
              <a:gd name="connsiteX16333" fmla="*/ 771170 w 2947832"/>
              <a:gd name="connsiteY16333" fmla="*/ 1182954 h 4821604"/>
              <a:gd name="connsiteX16334" fmla="*/ 764002 w 2947832"/>
              <a:gd name="connsiteY16334" fmla="*/ 1170501 h 4821604"/>
              <a:gd name="connsiteX16335" fmla="*/ 764002 w 2947832"/>
              <a:gd name="connsiteY16335" fmla="*/ 1168719 h 4821604"/>
              <a:gd name="connsiteX16336" fmla="*/ 771170 w 2947832"/>
              <a:gd name="connsiteY16336" fmla="*/ 1156267 h 4821604"/>
              <a:gd name="connsiteX16337" fmla="*/ 772688 w 2947832"/>
              <a:gd name="connsiteY16337" fmla="*/ 1155378 h 4821604"/>
              <a:gd name="connsiteX16338" fmla="*/ 689967 w 2947832"/>
              <a:gd name="connsiteY16338" fmla="*/ 1155171 h 4821604"/>
              <a:gd name="connsiteX16339" fmla="*/ 704512 w 2947832"/>
              <a:gd name="connsiteY16339" fmla="*/ 1155171 h 4821604"/>
              <a:gd name="connsiteX16340" fmla="*/ 706082 w 2947832"/>
              <a:gd name="connsiteY16340" fmla="*/ 1156059 h 4821604"/>
              <a:gd name="connsiteX16341" fmla="*/ 713354 w 2947832"/>
              <a:gd name="connsiteY16341" fmla="*/ 1168667 h 4821604"/>
              <a:gd name="connsiteX16342" fmla="*/ 713354 w 2947832"/>
              <a:gd name="connsiteY16342" fmla="*/ 1170448 h 4821604"/>
              <a:gd name="connsiteX16343" fmla="*/ 706082 w 2947832"/>
              <a:gd name="connsiteY16343" fmla="*/ 1183059 h 4821604"/>
              <a:gd name="connsiteX16344" fmla="*/ 704512 w 2947832"/>
              <a:gd name="connsiteY16344" fmla="*/ 1183945 h 4821604"/>
              <a:gd name="connsiteX16345" fmla="*/ 689967 w 2947832"/>
              <a:gd name="connsiteY16345" fmla="*/ 1183945 h 4821604"/>
              <a:gd name="connsiteX16346" fmla="*/ 688397 w 2947832"/>
              <a:gd name="connsiteY16346" fmla="*/ 1183059 h 4821604"/>
              <a:gd name="connsiteX16347" fmla="*/ 681124 w 2947832"/>
              <a:gd name="connsiteY16347" fmla="*/ 1170448 h 4821604"/>
              <a:gd name="connsiteX16348" fmla="*/ 681124 w 2947832"/>
              <a:gd name="connsiteY16348" fmla="*/ 1168667 h 4821604"/>
              <a:gd name="connsiteX16349" fmla="*/ 688397 w 2947832"/>
              <a:gd name="connsiteY16349" fmla="*/ 1156059 h 4821604"/>
              <a:gd name="connsiteX16350" fmla="*/ 689967 w 2947832"/>
              <a:gd name="connsiteY16350" fmla="*/ 1155171 h 4821604"/>
              <a:gd name="connsiteX16351" fmla="*/ 854937 w 2947832"/>
              <a:gd name="connsiteY16351" fmla="*/ 1154492 h 4821604"/>
              <a:gd name="connsiteX16352" fmla="*/ 870163 w 2947832"/>
              <a:gd name="connsiteY16352" fmla="*/ 1154492 h 4821604"/>
              <a:gd name="connsiteX16353" fmla="*/ 871785 w 2947832"/>
              <a:gd name="connsiteY16353" fmla="*/ 1155429 h 4821604"/>
              <a:gd name="connsiteX16354" fmla="*/ 879424 w 2947832"/>
              <a:gd name="connsiteY16354" fmla="*/ 1168617 h 4821604"/>
              <a:gd name="connsiteX16355" fmla="*/ 879424 w 2947832"/>
              <a:gd name="connsiteY16355" fmla="*/ 1170500 h 4821604"/>
              <a:gd name="connsiteX16356" fmla="*/ 871785 w 2947832"/>
              <a:gd name="connsiteY16356" fmla="*/ 1183685 h 4821604"/>
              <a:gd name="connsiteX16357" fmla="*/ 870163 w 2947832"/>
              <a:gd name="connsiteY16357" fmla="*/ 1184626 h 4821604"/>
              <a:gd name="connsiteX16358" fmla="*/ 854937 w 2947832"/>
              <a:gd name="connsiteY16358" fmla="*/ 1184626 h 4821604"/>
              <a:gd name="connsiteX16359" fmla="*/ 853315 w 2947832"/>
              <a:gd name="connsiteY16359" fmla="*/ 1183685 h 4821604"/>
              <a:gd name="connsiteX16360" fmla="*/ 845676 w 2947832"/>
              <a:gd name="connsiteY16360" fmla="*/ 1170500 h 4821604"/>
              <a:gd name="connsiteX16361" fmla="*/ 845676 w 2947832"/>
              <a:gd name="connsiteY16361" fmla="*/ 1168617 h 4821604"/>
              <a:gd name="connsiteX16362" fmla="*/ 853315 w 2947832"/>
              <a:gd name="connsiteY16362" fmla="*/ 1155429 h 4821604"/>
              <a:gd name="connsiteX16363" fmla="*/ 854937 w 2947832"/>
              <a:gd name="connsiteY16363" fmla="*/ 1154492 h 4821604"/>
              <a:gd name="connsiteX16364" fmla="*/ 1267493 w 2947832"/>
              <a:gd name="connsiteY16364" fmla="*/ 1153024 h 4821604"/>
              <a:gd name="connsiteX16365" fmla="*/ 1284184 w 2947832"/>
              <a:gd name="connsiteY16365" fmla="*/ 1153024 h 4821604"/>
              <a:gd name="connsiteX16366" fmla="*/ 1285963 w 2947832"/>
              <a:gd name="connsiteY16366" fmla="*/ 1154071 h 4821604"/>
              <a:gd name="connsiteX16367" fmla="*/ 1294282 w 2947832"/>
              <a:gd name="connsiteY16367" fmla="*/ 1168513 h 4821604"/>
              <a:gd name="connsiteX16368" fmla="*/ 1294282 w 2947832"/>
              <a:gd name="connsiteY16368" fmla="*/ 1170552 h 4821604"/>
              <a:gd name="connsiteX16369" fmla="*/ 1285963 w 2947832"/>
              <a:gd name="connsiteY16369" fmla="*/ 1184997 h 4821604"/>
              <a:gd name="connsiteX16370" fmla="*/ 1284184 w 2947832"/>
              <a:gd name="connsiteY16370" fmla="*/ 1186039 h 4821604"/>
              <a:gd name="connsiteX16371" fmla="*/ 1267493 w 2947832"/>
              <a:gd name="connsiteY16371" fmla="*/ 1186039 h 4821604"/>
              <a:gd name="connsiteX16372" fmla="*/ 1265714 w 2947832"/>
              <a:gd name="connsiteY16372" fmla="*/ 1184997 h 4821604"/>
              <a:gd name="connsiteX16373" fmla="*/ 1257395 w 2947832"/>
              <a:gd name="connsiteY16373" fmla="*/ 1170552 h 4821604"/>
              <a:gd name="connsiteX16374" fmla="*/ 1257395 w 2947832"/>
              <a:gd name="connsiteY16374" fmla="*/ 1168513 h 4821604"/>
              <a:gd name="connsiteX16375" fmla="*/ 1265714 w 2947832"/>
              <a:gd name="connsiteY16375" fmla="*/ 1154071 h 4821604"/>
              <a:gd name="connsiteX16376" fmla="*/ 1267493 w 2947832"/>
              <a:gd name="connsiteY16376" fmla="*/ 1153024 h 4821604"/>
              <a:gd name="connsiteX16377" fmla="*/ 1596545 w 2947832"/>
              <a:gd name="connsiteY16377" fmla="*/ 1149936 h 4821604"/>
              <a:gd name="connsiteX16378" fmla="*/ 1616427 w 2947832"/>
              <a:gd name="connsiteY16378" fmla="*/ 1149936 h 4821604"/>
              <a:gd name="connsiteX16379" fmla="*/ 1618572 w 2947832"/>
              <a:gd name="connsiteY16379" fmla="*/ 1151142 h 4821604"/>
              <a:gd name="connsiteX16380" fmla="*/ 1628514 w 2947832"/>
              <a:gd name="connsiteY16380" fmla="*/ 1168354 h 4821604"/>
              <a:gd name="connsiteX16381" fmla="*/ 1628514 w 2947832"/>
              <a:gd name="connsiteY16381" fmla="*/ 1170813 h 4821604"/>
              <a:gd name="connsiteX16382" fmla="*/ 1618572 w 2947832"/>
              <a:gd name="connsiteY16382" fmla="*/ 1188025 h 4821604"/>
              <a:gd name="connsiteX16383" fmla="*/ 1616427 w 2947832"/>
              <a:gd name="connsiteY16383" fmla="*/ 1189230 h 4821604"/>
              <a:gd name="connsiteX16384" fmla="*/ 1596545 w 2947832"/>
              <a:gd name="connsiteY16384" fmla="*/ 1189230 h 4821604"/>
              <a:gd name="connsiteX16385" fmla="*/ 1594400 w 2947832"/>
              <a:gd name="connsiteY16385" fmla="*/ 1188025 h 4821604"/>
              <a:gd name="connsiteX16386" fmla="*/ 1584459 w 2947832"/>
              <a:gd name="connsiteY16386" fmla="*/ 1170813 h 4821604"/>
              <a:gd name="connsiteX16387" fmla="*/ 1584459 w 2947832"/>
              <a:gd name="connsiteY16387" fmla="*/ 1168354 h 4821604"/>
              <a:gd name="connsiteX16388" fmla="*/ 1594400 w 2947832"/>
              <a:gd name="connsiteY16388" fmla="*/ 1151142 h 4821604"/>
              <a:gd name="connsiteX16389" fmla="*/ 1596545 w 2947832"/>
              <a:gd name="connsiteY16389" fmla="*/ 1149936 h 4821604"/>
              <a:gd name="connsiteX16390" fmla="*/ 515892 w 2947832"/>
              <a:gd name="connsiteY16390" fmla="*/ 1137853 h 4821604"/>
              <a:gd name="connsiteX16391" fmla="*/ 547966 w 2947832"/>
              <a:gd name="connsiteY16391" fmla="*/ 1137853 h 4821604"/>
              <a:gd name="connsiteX16392" fmla="*/ 551419 w 2947832"/>
              <a:gd name="connsiteY16392" fmla="*/ 1139837 h 4821604"/>
              <a:gd name="connsiteX16393" fmla="*/ 567430 w 2947832"/>
              <a:gd name="connsiteY16393" fmla="*/ 1167624 h 4821604"/>
              <a:gd name="connsiteX16394" fmla="*/ 567430 w 2947832"/>
              <a:gd name="connsiteY16394" fmla="*/ 1171599 h 4821604"/>
              <a:gd name="connsiteX16395" fmla="*/ 551419 w 2947832"/>
              <a:gd name="connsiteY16395" fmla="*/ 1199382 h 4821604"/>
              <a:gd name="connsiteX16396" fmla="*/ 547966 w 2947832"/>
              <a:gd name="connsiteY16396" fmla="*/ 1201368 h 4821604"/>
              <a:gd name="connsiteX16397" fmla="*/ 515892 w 2947832"/>
              <a:gd name="connsiteY16397" fmla="*/ 1201368 h 4821604"/>
              <a:gd name="connsiteX16398" fmla="*/ 512439 w 2947832"/>
              <a:gd name="connsiteY16398" fmla="*/ 1199382 h 4821604"/>
              <a:gd name="connsiteX16399" fmla="*/ 496429 w 2947832"/>
              <a:gd name="connsiteY16399" fmla="*/ 1171599 h 4821604"/>
              <a:gd name="connsiteX16400" fmla="*/ 496429 w 2947832"/>
              <a:gd name="connsiteY16400" fmla="*/ 1167624 h 4821604"/>
              <a:gd name="connsiteX16401" fmla="*/ 512439 w 2947832"/>
              <a:gd name="connsiteY16401" fmla="*/ 1139837 h 4821604"/>
              <a:gd name="connsiteX16402" fmla="*/ 515892 w 2947832"/>
              <a:gd name="connsiteY16402" fmla="*/ 1137853 h 4821604"/>
              <a:gd name="connsiteX16403" fmla="*/ 2098782 w 2947832"/>
              <a:gd name="connsiteY16403" fmla="*/ 1079721 h 4821604"/>
              <a:gd name="connsiteX16404" fmla="*/ 2106054 w 2947832"/>
              <a:gd name="connsiteY16404" fmla="*/ 1079721 h 4821604"/>
              <a:gd name="connsiteX16405" fmla="*/ 2106839 w 2947832"/>
              <a:gd name="connsiteY16405" fmla="*/ 1080192 h 4821604"/>
              <a:gd name="connsiteX16406" fmla="*/ 2110449 w 2947832"/>
              <a:gd name="connsiteY16406" fmla="*/ 1086473 h 4821604"/>
              <a:gd name="connsiteX16407" fmla="*/ 2110449 w 2947832"/>
              <a:gd name="connsiteY16407" fmla="*/ 1087361 h 4821604"/>
              <a:gd name="connsiteX16408" fmla="*/ 2106839 w 2947832"/>
              <a:gd name="connsiteY16408" fmla="*/ 1093641 h 4821604"/>
              <a:gd name="connsiteX16409" fmla="*/ 2106054 w 2947832"/>
              <a:gd name="connsiteY16409" fmla="*/ 1094109 h 4821604"/>
              <a:gd name="connsiteX16410" fmla="*/ 2098782 w 2947832"/>
              <a:gd name="connsiteY16410" fmla="*/ 1094109 h 4821604"/>
              <a:gd name="connsiteX16411" fmla="*/ 2097997 w 2947832"/>
              <a:gd name="connsiteY16411" fmla="*/ 1093641 h 4821604"/>
              <a:gd name="connsiteX16412" fmla="*/ 2094387 w 2947832"/>
              <a:gd name="connsiteY16412" fmla="*/ 1087361 h 4821604"/>
              <a:gd name="connsiteX16413" fmla="*/ 2094387 w 2947832"/>
              <a:gd name="connsiteY16413" fmla="*/ 1086473 h 4821604"/>
              <a:gd name="connsiteX16414" fmla="*/ 2097997 w 2947832"/>
              <a:gd name="connsiteY16414" fmla="*/ 1080192 h 4821604"/>
              <a:gd name="connsiteX16415" fmla="*/ 2098782 w 2947832"/>
              <a:gd name="connsiteY16415" fmla="*/ 1079721 h 4821604"/>
              <a:gd name="connsiteX16416" fmla="*/ 1106133 w 2947832"/>
              <a:gd name="connsiteY16416" fmla="*/ 1078310 h 4821604"/>
              <a:gd name="connsiteX16417" fmla="*/ 1114871 w 2947832"/>
              <a:gd name="connsiteY16417" fmla="*/ 1078310 h 4821604"/>
              <a:gd name="connsiteX16418" fmla="*/ 1115813 w 2947832"/>
              <a:gd name="connsiteY16418" fmla="*/ 1078833 h 4821604"/>
              <a:gd name="connsiteX16419" fmla="*/ 1120155 w 2947832"/>
              <a:gd name="connsiteY16419" fmla="*/ 1086368 h 4821604"/>
              <a:gd name="connsiteX16420" fmla="*/ 1120155 w 2947832"/>
              <a:gd name="connsiteY16420" fmla="*/ 1087466 h 4821604"/>
              <a:gd name="connsiteX16421" fmla="*/ 1115813 w 2947832"/>
              <a:gd name="connsiteY16421" fmla="*/ 1094999 h 4821604"/>
              <a:gd name="connsiteX16422" fmla="*/ 1114871 w 2947832"/>
              <a:gd name="connsiteY16422" fmla="*/ 1095522 h 4821604"/>
              <a:gd name="connsiteX16423" fmla="*/ 1106133 w 2947832"/>
              <a:gd name="connsiteY16423" fmla="*/ 1095522 h 4821604"/>
              <a:gd name="connsiteX16424" fmla="*/ 1105191 w 2947832"/>
              <a:gd name="connsiteY16424" fmla="*/ 1094999 h 4821604"/>
              <a:gd name="connsiteX16425" fmla="*/ 1100849 w 2947832"/>
              <a:gd name="connsiteY16425" fmla="*/ 1087466 h 4821604"/>
              <a:gd name="connsiteX16426" fmla="*/ 1100849 w 2947832"/>
              <a:gd name="connsiteY16426" fmla="*/ 1086368 h 4821604"/>
              <a:gd name="connsiteX16427" fmla="*/ 1105191 w 2947832"/>
              <a:gd name="connsiteY16427" fmla="*/ 1078833 h 4821604"/>
              <a:gd name="connsiteX16428" fmla="*/ 1106133 w 2947832"/>
              <a:gd name="connsiteY16428" fmla="*/ 1078310 h 4821604"/>
              <a:gd name="connsiteX16429" fmla="*/ 1023361 w 2947832"/>
              <a:gd name="connsiteY16429" fmla="*/ 1077996 h 4821604"/>
              <a:gd name="connsiteX16430" fmla="*/ 1032360 w 2947832"/>
              <a:gd name="connsiteY16430" fmla="*/ 1077996 h 4821604"/>
              <a:gd name="connsiteX16431" fmla="*/ 1033302 w 2947832"/>
              <a:gd name="connsiteY16431" fmla="*/ 1078574 h 4821604"/>
              <a:gd name="connsiteX16432" fmla="*/ 1037802 w 2947832"/>
              <a:gd name="connsiteY16432" fmla="*/ 1086368 h 4821604"/>
              <a:gd name="connsiteX16433" fmla="*/ 1037802 w 2947832"/>
              <a:gd name="connsiteY16433" fmla="*/ 1087466 h 4821604"/>
              <a:gd name="connsiteX16434" fmla="*/ 1033302 w 2947832"/>
              <a:gd name="connsiteY16434" fmla="*/ 1095264 h 4821604"/>
              <a:gd name="connsiteX16435" fmla="*/ 1032360 w 2947832"/>
              <a:gd name="connsiteY16435" fmla="*/ 1095836 h 4821604"/>
              <a:gd name="connsiteX16436" fmla="*/ 1023361 w 2947832"/>
              <a:gd name="connsiteY16436" fmla="*/ 1095836 h 4821604"/>
              <a:gd name="connsiteX16437" fmla="*/ 1022419 w 2947832"/>
              <a:gd name="connsiteY16437" fmla="*/ 1095264 h 4821604"/>
              <a:gd name="connsiteX16438" fmla="*/ 1017920 w 2947832"/>
              <a:gd name="connsiteY16438" fmla="*/ 1087466 h 4821604"/>
              <a:gd name="connsiteX16439" fmla="*/ 1017920 w 2947832"/>
              <a:gd name="connsiteY16439" fmla="*/ 1086368 h 4821604"/>
              <a:gd name="connsiteX16440" fmla="*/ 1022419 w 2947832"/>
              <a:gd name="connsiteY16440" fmla="*/ 1078574 h 4821604"/>
              <a:gd name="connsiteX16441" fmla="*/ 1023361 w 2947832"/>
              <a:gd name="connsiteY16441" fmla="*/ 1077996 h 4821604"/>
              <a:gd name="connsiteX16442" fmla="*/ 1187912 w 2947832"/>
              <a:gd name="connsiteY16442" fmla="*/ 1076424 h 4821604"/>
              <a:gd name="connsiteX16443" fmla="*/ 1198481 w 2947832"/>
              <a:gd name="connsiteY16443" fmla="*/ 1076424 h 4821604"/>
              <a:gd name="connsiteX16444" fmla="*/ 1199632 w 2947832"/>
              <a:gd name="connsiteY16444" fmla="*/ 1077108 h 4821604"/>
              <a:gd name="connsiteX16445" fmla="*/ 1204917 w 2947832"/>
              <a:gd name="connsiteY16445" fmla="*/ 1086266 h 4821604"/>
              <a:gd name="connsiteX16446" fmla="*/ 1204917 w 2947832"/>
              <a:gd name="connsiteY16446" fmla="*/ 1087572 h 4821604"/>
              <a:gd name="connsiteX16447" fmla="*/ 1199632 w 2947832"/>
              <a:gd name="connsiteY16447" fmla="*/ 1096729 h 4821604"/>
              <a:gd name="connsiteX16448" fmla="*/ 1198481 w 2947832"/>
              <a:gd name="connsiteY16448" fmla="*/ 1097407 h 4821604"/>
              <a:gd name="connsiteX16449" fmla="*/ 1187912 w 2947832"/>
              <a:gd name="connsiteY16449" fmla="*/ 1097407 h 4821604"/>
              <a:gd name="connsiteX16450" fmla="*/ 1186761 w 2947832"/>
              <a:gd name="connsiteY16450" fmla="*/ 1096729 h 4821604"/>
              <a:gd name="connsiteX16451" fmla="*/ 1181477 w 2947832"/>
              <a:gd name="connsiteY16451" fmla="*/ 1087572 h 4821604"/>
              <a:gd name="connsiteX16452" fmla="*/ 1181477 w 2947832"/>
              <a:gd name="connsiteY16452" fmla="*/ 1086266 h 4821604"/>
              <a:gd name="connsiteX16453" fmla="*/ 1186761 w 2947832"/>
              <a:gd name="connsiteY16453" fmla="*/ 1077108 h 4821604"/>
              <a:gd name="connsiteX16454" fmla="*/ 1187912 w 2947832"/>
              <a:gd name="connsiteY16454" fmla="*/ 1076424 h 4821604"/>
              <a:gd name="connsiteX16455" fmla="*/ 1517749 w 2947832"/>
              <a:gd name="connsiteY16455" fmla="*/ 1074910 h 4821604"/>
              <a:gd name="connsiteX16456" fmla="*/ 1529887 w 2947832"/>
              <a:gd name="connsiteY16456" fmla="*/ 1074910 h 4821604"/>
              <a:gd name="connsiteX16457" fmla="*/ 1531195 w 2947832"/>
              <a:gd name="connsiteY16457" fmla="*/ 1075638 h 4821604"/>
              <a:gd name="connsiteX16458" fmla="*/ 1537265 w 2947832"/>
              <a:gd name="connsiteY16458" fmla="*/ 1086159 h 4821604"/>
              <a:gd name="connsiteX16459" fmla="*/ 1537265 w 2947832"/>
              <a:gd name="connsiteY16459" fmla="*/ 1087675 h 4821604"/>
              <a:gd name="connsiteX16460" fmla="*/ 1531195 w 2947832"/>
              <a:gd name="connsiteY16460" fmla="*/ 1098190 h 4821604"/>
              <a:gd name="connsiteX16461" fmla="*/ 1529887 w 2947832"/>
              <a:gd name="connsiteY16461" fmla="*/ 1098925 h 4821604"/>
              <a:gd name="connsiteX16462" fmla="*/ 1517749 w 2947832"/>
              <a:gd name="connsiteY16462" fmla="*/ 1098925 h 4821604"/>
              <a:gd name="connsiteX16463" fmla="*/ 1516441 w 2947832"/>
              <a:gd name="connsiteY16463" fmla="*/ 1098190 h 4821604"/>
              <a:gd name="connsiteX16464" fmla="*/ 1510371 w 2947832"/>
              <a:gd name="connsiteY16464" fmla="*/ 1087675 h 4821604"/>
              <a:gd name="connsiteX16465" fmla="*/ 1510371 w 2947832"/>
              <a:gd name="connsiteY16465" fmla="*/ 1086159 h 4821604"/>
              <a:gd name="connsiteX16466" fmla="*/ 1516441 w 2947832"/>
              <a:gd name="connsiteY16466" fmla="*/ 1075638 h 4821604"/>
              <a:gd name="connsiteX16467" fmla="*/ 1517749 w 2947832"/>
              <a:gd name="connsiteY16467" fmla="*/ 1074910 h 4821604"/>
              <a:gd name="connsiteX16468" fmla="*/ 1269587 w 2947832"/>
              <a:gd name="connsiteY16468" fmla="*/ 1074649 h 4821604"/>
              <a:gd name="connsiteX16469" fmla="*/ 1281987 w 2947832"/>
              <a:gd name="connsiteY16469" fmla="*/ 1074649 h 4821604"/>
              <a:gd name="connsiteX16470" fmla="*/ 1283295 w 2947832"/>
              <a:gd name="connsiteY16470" fmla="*/ 1075429 h 4821604"/>
              <a:gd name="connsiteX16471" fmla="*/ 1289521 w 2947832"/>
              <a:gd name="connsiteY16471" fmla="*/ 1086159 h 4821604"/>
              <a:gd name="connsiteX16472" fmla="*/ 1289521 w 2947832"/>
              <a:gd name="connsiteY16472" fmla="*/ 1087675 h 4821604"/>
              <a:gd name="connsiteX16473" fmla="*/ 1283295 w 2947832"/>
              <a:gd name="connsiteY16473" fmla="*/ 1098402 h 4821604"/>
              <a:gd name="connsiteX16474" fmla="*/ 1281987 w 2947832"/>
              <a:gd name="connsiteY16474" fmla="*/ 1099184 h 4821604"/>
              <a:gd name="connsiteX16475" fmla="*/ 1269587 w 2947832"/>
              <a:gd name="connsiteY16475" fmla="*/ 1099184 h 4821604"/>
              <a:gd name="connsiteX16476" fmla="*/ 1268278 w 2947832"/>
              <a:gd name="connsiteY16476" fmla="*/ 1098402 h 4821604"/>
              <a:gd name="connsiteX16477" fmla="*/ 1262052 w 2947832"/>
              <a:gd name="connsiteY16477" fmla="*/ 1087675 h 4821604"/>
              <a:gd name="connsiteX16478" fmla="*/ 1262052 w 2947832"/>
              <a:gd name="connsiteY16478" fmla="*/ 1086159 h 4821604"/>
              <a:gd name="connsiteX16479" fmla="*/ 1268278 w 2947832"/>
              <a:gd name="connsiteY16479" fmla="*/ 1075429 h 4821604"/>
              <a:gd name="connsiteX16480" fmla="*/ 1269587 w 2947832"/>
              <a:gd name="connsiteY16480" fmla="*/ 1074649 h 4821604"/>
              <a:gd name="connsiteX16481" fmla="*/ 608292 w 2947832"/>
              <a:gd name="connsiteY16481" fmla="*/ 1074437 h 4821604"/>
              <a:gd name="connsiteX16482" fmla="*/ 620902 w 2947832"/>
              <a:gd name="connsiteY16482" fmla="*/ 1074437 h 4821604"/>
              <a:gd name="connsiteX16483" fmla="*/ 622262 w 2947832"/>
              <a:gd name="connsiteY16483" fmla="*/ 1075221 h 4821604"/>
              <a:gd name="connsiteX16484" fmla="*/ 628541 w 2947832"/>
              <a:gd name="connsiteY16484" fmla="*/ 1086159 h 4821604"/>
              <a:gd name="connsiteX16485" fmla="*/ 628541 w 2947832"/>
              <a:gd name="connsiteY16485" fmla="*/ 1087727 h 4821604"/>
              <a:gd name="connsiteX16486" fmla="*/ 622262 w 2947832"/>
              <a:gd name="connsiteY16486" fmla="*/ 1098661 h 4821604"/>
              <a:gd name="connsiteX16487" fmla="*/ 620902 w 2947832"/>
              <a:gd name="connsiteY16487" fmla="*/ 1099448 h 4821604"/>
              <a:gd name="connsiteX16488" fmla="*/ 608292 w 2947832"/>
              <a:gd name="connsiteY16488" fmla="*/ 1099448 h 4821604"/>
              <a:gd name="connsiteX16489" fmla="*/ 606932 w 2947832"/>
              <a:gd name="connsiteY16489" fmla="*/ 1098661 h 4821604"/>
              <a:gd name="connsiteX16490" fmla="*/ 600653 w 2947832"/>
              <a:gd name="connsiteY16490" fmla="*/ 1087727 h 4821604"/>
              <a:gd name="connsiteX16491" fmla="*/ 600653 w 2947832"/>
              <a:gd name="connsiteY16491" fmla="*/ 1086159 h 4821604"/>
              <a:gd name="connsiteX16492" fmla="*/ 606932 w 2947832"/>
              <a:gd name="connsiteY16492" fmla="*/ 1075221 h 4821604"/>
              <a:gd name="connsiteX16493" fmla="*/ 608292 w 2947832"/>
              <a:gd name="connsiteY16493" fmla="*/ 1074437 h 4821604"/>
              <a:gd name="connsiteX16494" fmla="*/ 1930305 w 2947832"/>
              <a:gd name="connsiteY16494" fmla="*/ 1073496 h 4821604"/>
              <a:gd name="connsiteX16495" fmla="*/ 1943857 w 2947832"/>
              <a:gd name="connsiteY16495" fmla="*/ 1073496 h 4821604"/>
              <a:gd name="connsiteX16496" fmla="*/ 1945321 w 2947832"/>
              <a:gd name="connsiteY16496" fmla="*/ 1074333 h 4821604"/>
              <a:gd name="connsiteX16497" fmla="*/ 1952123 w 2947832"/>
              <a:gd name="connsiteY16497" fmla="*/ 1086053 h 4821604"/>
              <a:gd name="connsiteX16498" fmla="*/ 1952123 w 2947832"/>
              <a:gd name="connsiteY16498" fmla="*/ 1087727 h 4821604"/>
              <a:gd name="connsiteX16499" fmla="*/ 1945321 w 2947832"/>
              <a:gd name="connsiteY16499" fmla="*/ 1099448 h 4821604"/>
              <a:gd name="connsiteX16500" fmla="*/ 1943857 w 2947832"/>
              <a:gd name="connsiteY16500" fmla="*/ 1100282 h 4821604"/>
              <a:gd name="connsiteX16501" fmla="*/ 1930305 w 2947832"/>
              <a:gd name="connsiteY16501" fmla="*/ 1100282 h 4821604"/>
              <a:gd name="connsiteX16502" fmla="*/ 1928840 w 2947832"/>
              <a:gd name="connsiteY16502" fmla="*/ 1099448 h 4821604"/>
              <a:gd name="connsiteX16503" fmla="*/ 1922038 w 2947832"/>
              <a:gd name="connsiteY16503" fmla="*/ 1087727 h 4821604"/>
              <a:gd name="connsiteX16504" fmla="*/ 1922038 w 2947832"/>
              <a:gd name="connsiteY16504" fmla="*/ 1086053 h 4821604"/>
              <a:gd name="connsiteX16505" fmla="*/ 1928840 w 2947832"/>
              <a:gd name="connsiteY16505" fmla="*/ 1074333 h 4821604"/>
              <a:gd name="connsiteX16506" fmla="*/ 1930305 w 2947832"/>
              <a:gd name="connsiteY16506" fmla="*/ 1073496 h 4821604"/>
              <a:gd name="connsiteX16507" fmla="*/ 1434400 w 2947832"/>
              <a:gd name="connsiteY16507" fmla="*/ 1073496 h 4821604"/>
              <a:gd name="connsiteX16508" fmla="*/ 1447951 w 2947832"/>
              <a:gd name="connsiteY16508" fmla="*/ 1073496 h 4821604"/>
              <a:gd name="connsiteX16509" fmla="*/ 1449416 w 2947832"/>
              <a:gd name="connsiteY16509" fmla="*/ 1074333 h 4821604"/>
              <a:gd name="connsiteX16510" fmla="*/ 1456218 w 2947832"/>
              <a:gd name="connsiteY16510" fmla="*/ 1086053 h 4821604"/>
              <a:gd name="connsiteX16511" fmla="*/ 1456218 w 2947832"/>
              <a:gd name="connsiteY16511" fmla="*/ 1087727 h 4821604"/>
              <a:gd name="connsiteX16512" fmla="*/ 1449416 w 2947832"/>
              <a:gd name="connsiteY16512" fmla="*/ 1099448 h 4821604"/>
              <a:gd name="connsiteX16513" fmla="*/ 1447951 w 2947832"/>
              <a:gd name="connsiteY16513" fmla="*/ 1100282 h 4821604"/>
              <a:gd name="connsiteX16514" fmla="*/ 1434400 w 2947832"/>
              <a:gd name="connsiteY16514" fmla="*/ 1100282 h 4821604"/>
              <a:gd name="connsiteX16515" fmla="*/ 1432935 w 2947832"/>
              <a:gd name="connsiteY16515" fmla="*/ 1099448 h 4821604"/>
              <a:gd name="connsiteX16516" fmla="*/ 1426133 w 2947832"/>
              <a:gd name="connsiteY16516" fmla="*/ 1087727 h 4821604"/>
              <a:gd name="connsiteX16517" fmla="*/ 1426133 w 2947832"/>
              <a:gd name="connsiteY16517" fmla="*/ 1086053 h 4821604"/>
              <a:gd name="connsiteX16518" fmla="*/ 1432935 w 2947832"/>
              <a:gd name="connsiteY16518" fmla="*/ 1074333 h 4821604"/>
              <a:gd name="connsiteX16519" fmla="*/ 1434400 w 2947832"/>
              <a:gd name="connsiteY16519" fmla="*/ 1073496 h 4821604"/>
              <a:gd name="connsiteX16520" fmla="*/ 1351575 w 2947832"/>
              <a:gd name="connsiteY16520" fmla="*/ 1073286 h 4821604"/>
              <a:gd name="connsiteX16521" fmla="*/ 1365388 w 2947832"/>
              <a:gd name="connsiteY16521" fmla="*/ 1073286 h 4821604"/>
              <a:gd name="connsiteX16522" fmla="*/ 1366853 w 2947832"/>
              <a:gd name="connsiteY16522" fmla="*/ 1074121 h 4821604"/>
              <a:gd name="connsiteX16523" fmla="*/ 1373759 w 2947832"/>
              <a:gd name="connsiteY16523" fmla="*/ 1086105 h 4821604"/>
              <a:gd name="connsiteX16524" fmla="*/ 1373759 w 2947832"/>
              <a:gd name="connsiteY16524" fmla="*/ 1087829 h 4821604"/>
              <a:gd name="connsiteX16525" fmla="*/ 1366853 w 2947832"/>
              <a:gd name="connsiteY16525" fmla="*/ 1099813 h 4821604"/>
              <a:gd name="connsiteX16526" fmla="*/ 1365388 w 2947832"/>
              <a:gd name="connsiteY16526" fmla="*/ 1100650 h 4821604"/>
              <a:gd name="connsiteX16527" fmla="*/ 1351575 w 2947832"/>
              <a:gd name="connsiteY16527" fmla="*/ 1100650 h 4821604"/>
              <a:gd name="connsiteX16528" fmla="*/ 1350110 w 2947832"/>
              <a:gd name="connsiteY16528" fmla="*/ 1099813 h 4821604"/>
              <a:gd name="connsiteX16529" fmla="*/ 1343203 w 2947832"/>
              <a:gd name="connsiteY16529" fmla="*/ 1087829 h 4821604"/>
              <a:gd name="connsiteX16530" fmla="*/ 1343203 w 2947832"/>
              <a:gd name="connsiteY16530" fmla="*/ 1086105 h 4821604"/>
              <a:gd name="connsiteX16531" fmla="*/ 1350110 w 2947832"/>
              <a:gd name="connsiteY16531" fmla="*/ 1074121 h 4821604"/>
              <a:gd name="connsiteX16532" fmla="*/ 1351575 w 2947832"/>
              <a:gd name="connsiteY16532" fmla="*/ 1073286 h 4821604"/>
              <a:gd name="connsiteX16533" fmla="*/ 690229 w 2947832"/>
              <a:gd name="connsiteY16533" fmla="*/ 1073026 h 4821604"/>
              <a:gd name="connsiteX16534" fmla="*/ 704251 w 2947832"/>
              <a:gd name="connsiteY16534" fmla="*/ 1073026 h 4821604"/>
              <a:gd name="connsiteX16535" fmla="*/ 705768 w 2947832"/>
              <a:gd name="connsiteY16535" fmla="*/ 1073915 h 4821604"/>
              <a:gd name="connsiteX16536" fmla="*/ 712779 w 2947832"/>
              <a:gd name="connsiteY16536" fmla="*/ 1086053 h 4821604"/>
              <a:gd name="connsiteX16537" fmla="*/ 712779 w 2947832"/>
              <a:gd name="connsiteY16537" fmla="*/ 1087780 h 4821604"/>
              <a:gd name="connsiteX16538" fmla="*/ 705768 w 2947832"/>
              <a:gd name="connsiteY16538" fmla="*/ 1099917 h 4821604"/>
              <a:gd name="connsiteX16539" fmla="*/ 704251 w 2947832"/>
              <a:gd name="connsiteY16539" fmla="*/ 1100807 h 4821604"/>
              <a:gd name="connsiteX16540" fmla="*/ 690229 w 2947832"/>
              <a:gd name="connsiteY16540" fmla="*/ 1100807 h 4821604"/>
              <a:gd name="connsiteX16541" fmla="*/ 688711 w 2947832"/>
              <a:gd name="connsiteY16541" fmla="*/ 1099917 h 4821604"/>
              <a:gd name="connsiteX16542" fmla="*/ 681700 w 2947832"/>
              <a:gd name="connsiteY16542" fmla="*/ 1087780 h 4821604"/>
              <a:gd name="connsiteX16543" fmla="*/ 681700 w 2947832"/>
              <a:gd name="connsiteY16543" fmla="*/ 1086053 h 4821604"/>
              <a:gd name="connsiteX16544" fmla="*/ 688711 w 2947832"/>
              <a:gd name="connsiteY16544" fmla="*/ 1073915 h 4821604"/>
              <a:gd name="connsiteX16545" fmla="*/ 690229 w 2947832"/>
              <a:gd name="connsiteY16545" fmla="*/ 1073026 h 4821604"/>
              <a:gd name="connsiteX16546" fmla="*/ 1599371 w 2947832"/>
              <a:gd name="connsiteY16546" fmla="*/ 1072867 h 4821604"/>
              <a:gd name="connsiteX16547" fmla="*/ 1613550 w 2947832"/>
              <a:gd name="connsiteY16547" fmla="*/ 1072867 h 4821604"/>
              <a:gd name="connsiteX16548" fmla="*/ 1615068 w 2947832"/>
              <a:gd name="connsiteY16548" fmla="*/ 1073755 h 4821604"/>
              <a:gd name="connsiteX16549" fmla="*/ 1622131 w 2947832"/>
              <a:gd name="connsiteY16549" fmla="*/ 1086053 h 4821604"/>
              <a:gd name="connsiteX16550" fmla="*/ 1622131 w 2947832"/>
              <a:gd name="connsiteY16550" fmla="*/ 1087780 h 4821604"/>
              <a:gd name="connsiteX16551" fmla="*/ 1615068 w 2947832"/>
              <a:gd name="connsiteY16551" fmla="*/ 1100023 h 4821604"/>
              <a:gd name="connsiteX16552" fmla="*/ 1613550 w 2947832"/>
              <a:gd name="connsiteY16552" fmla="*/ 1100912 h 4821604"/>
              <a:gd name="connsiteX16553" fmla="*/ 1599371 w 2947832"/>
              <a:gd name="connsiteY16553" fmla="*/ 1100912 h 4821604"/>
              <a:gd name="connsiteX16554" fmla="*/ 1597854 w 2947832"/>
              <a:gd name="connsiteY16554" fmla="*/ 1100023 h 4821604"/>
              <a:gd name="connsiteX16555" fmla="*/ 1590790 w 2947832"/>
              <a:gd name="connsiteY16555" fmla="*/ 1087780 h 4821604"/>
              <a:gd name="connsiteX16556" fmla="*/ 1590790 w 2947832"/>
              <a:gd name="connsiteY16556" fmla="*/ 1086053 h 4821604"/>
              <a:gd name="connsiteX16557" fmla="*/ 1597854 w 2947832"/>
              <a:gd name="connsiteY16557" fmla="*/ 1073755 h 4821604"/>
              <a:gd name="connsiteX16558" fmla="*/ 1599371 w 2947832"/>
              <a:gd name="connsiteY16558" fmla="*/ 1072867 h 4821604"/>
              <a:gd name="connsiteX16559" fmla="*/ 772478 w 2947832"/>
              <a:gd name="connsiteY16559" fmla="*/ 1072345 h 4821604"/>
              <a:gd name="connsiteX16560" fmla="*/ 787232 w 2947832"/>
              <a:gd name="connsiteY16560" fmla="*/ 1072345 h 4821604"/>
              <a:gd name="connsiteX16561" fmla="*/ 788802 w 2947832"/>
              <a:gd name="connsiteY16561" fmla="*/ 1073235 h 4821604"/>
              <a:gd name="connsiteX16562" fmla="*/ 796179 w 2947832"/>
              <a:gd name="connsiteY16562" fmla="*/ 1086053 h 4821604"/>
              <a:gd name="connsiteX16563" fmla="*/ 796179 w 2947832"/>
              <a:gd name="connsiteY16563" fmla="*/ 1087884 h 4821604"/>
              <a:gd name="connsiteX16564" fmla="*/ 788802 w 2947832"/>
              <a:gd name="connsiteY16564" fmla="*/ 1100702 h 4821604"/>
              <a:gd name="connsiteX16565" fmla="*/ 787232 w 2947832"/>
              <a:gd name="connsiteY16565" fmla="*/ 1101593 h 4821604"/>
              <a:gd name="connsiteX16566" fmla="*/ 772478 w 2947832"/>
              <a:gd name="connsiteY16566" fmla="*/ 1101593 h 4821604"/>
              <a:gd name="connsiteX16567" fmla="*/ 770908 w 2947832"/>
              <a:gd name="connsiteY16567" fmla="*/ 1100702 h 4821604"/>
              <a:gd name="connsiteX16568" fmla="*/ 763530 w 2947832"/>
              <a:gd name="connsiteY16568" fmla="*/ 1087884 h 4821604"/>
              <a:gd name="connsiteX16569" fmla="*/ 763530 w 2947832"/>
              <a:gd name="connsiteY16569" fmla="*/ 1086053 h 4821604"/>
              <a:gd name="connsiteX16570" fmla="*/ 770908 w 2947832"/>
              <a:gd name="connsiteY16570" fmla="*/ 1073235 h 4821604"/>
              <a:gd name="connsiteX16571" fmla="*/ 772478 w 2947832"/>
              <a:gd name="connsiteY16571" fmla="*/ 1072345 h 4821604"/>
              <a:gd name="connsiteX16572" fmla="*/ 937553 w 2947832"/>
              <a:gd name="connsiteY16572" fmla="*/ 1071876 h 4821604"/>
              <a:gd name="connsiteX16573" fmla="*/ 952779 w 2947832"/>
              <a:gd name="connsiteY16573" fmla="*/ 1071876 h 4821604"/>
              <a:gd name="connsiteX16574" fmla="*/ 954401 w 2947832"/>
              <a:gd name="connsiteY16574" fmla="*/ 1072815 h 4821604"/>
              <a:gd name="connsiteX16575" fmla="*/ 962040 w 2947832"/>
              <a:gd name="connsiteY16575" fmla="*/ 1086001 h 4821604"/>
              <a:gd name="connsiteX16576" fmla="*/ 962040 w 2947832"/>
              <a:gd name="connsiteY16576" fmla="*/ 1087881 h 4821604"/>
              <a:gd name="connsiteX16577" fmla="*/ 954401 w 2947832"/>
              <a:gd name="connsiteY16577" fmla="*/ 1101068 h 4821604"/>
              <a:gd name="connsiteX16578" fmla="*/ 952779 w 2947832"/>
              <a:gd name="connsiteY16578" fmla="*/ 1102009 h 4821604"/>
              <a:gd name="connsiteX16579" fmla="*/ 937553 w 2947832"/>
              <a:gd name="connsiteY16579" fmla="*/ 1102009 h 4821604"/>
              <a:gd name="connsiteX16580" fmla="*/ 935932 w 2947832"/>
              <a:gd name="connsiteY16580" fmla="*/ 1101068 h 4821604"/>
              <a:gd name="connsiteX16581" fmla="*/ 928292 w 2947832"/>
              <a:gd name="connsiteY16581" fmla="*/ 1087881 h 4821604"/>
              <a:gd name="connsiteX16582" fmla="*/ 928292 w 2947832"/>
              <a:gd name="connsiteY16582" fmla="*/ 1086001 h 4821604"/>
              <a:gd name="connsiteX16583" fmla="*/ 935932 w 2947832"/>
              <a:gd name="connsiteY16583" fmla="*/ 1072815 h 4821604"/>
              <a:gd name="connsiteX16584" fmla="*/ 937553 w 2947832"/>
              <a:gd name="connsiteY16584" fmla="*/ 1071876 h 4821604"/>
              <a:gd name="connsiteX16585" fmla="*/ 1762719 w 2947832"/>
              <a:gd name="connsiteY16585" fmla="*/ 1068997 h 4821604"/>
              <a:gd name="connsiteX16586" fmla="*/ 1780875 w 2947832"/>
              <a:gd name="connsiteY16586" fmla="*/ 1068997 h 4821604"/>
              <a:gd name="connsiteX16587" fmla="*/ 1782811 w 2947832"/>
              <a:gd name="connsiteY16587" fmla="*/ 1070096 h 4821604"/>
              <a:gd name="connsiteX16588" fmla="*/ 1791862 w 2947832"/>
              <a:gd name="connsiteY16588" fmla="*/ 1085789 h 4821604"/>
              <a:gd name="connsiteX16589" fmla="*/ 1791862 w 2947832"/>
              <a:gd name="connsiteY16589" fmla="*/ 1088042 h 4821604"/>
              <a:gd name="connsiteX16590" fmla="*/ 1782811 w 2947832"/>
              <a:gd name="connsiteY16590" fmla="*/ 1103737 h 4821604"/>
              <a:gd name="connsiteX16591" fmla="*/ 1780875 w 2947832"/>
              <a:gd name="connsiteY16591" fmla="*/ 1104837 h 4821604"/>
              <a:gd name="connsiteX16592" fmla="*/ 1762719 w 2947832"/>
              <a:gd name="connsiteY16592" fmla="*/ 1104837 h 4821604"/>
              <a:gd name="connsiteX16593" fmla="*/ 1760783 w 2947832"/>
              <a:gd name="connsiteY16593" fmla="*/ 1103737 h 4821604"/>
              <a:gd name="connsiteX16594" fmla="*/ 1751732 w 2947832"/>
              <a:gd name="connsiteY16594" fmla="*/ 1088042 h 4821604"/>
              <a:gd name="connsiteX16595" fmla="*/ 1751732 w 2947832"/>
              <a:gd name="connsiteY16595" fmla="*/ 1085789 h 4821604"/>
              <a:gd name="connsiteX16596" fmla="*/ 1760783 w 2947832"/>
              <a:gd name="connsiteY16596" fmla="*/ 1070096 h 4821604"/>
              <a:gd name="connsiteX16597" fmla="*/ 1762719 w 2947832"/>
              <a:gd name="connsiteY16597" fmla="*/ 1068997 h 4821604"/>
              <a:gd name="connsiteX16598" fmla="*/ 2010462 w 2947832"/>
              <a:gd name="connsiteY16598" fmla="*/ 1068526 h 4821604"/>
              <a:gd name="connsiteX16599" fmla="*/ 2029088 w 2947832"/>
              <a:gd name="connsiteY16599" fmla="*/ 1068526 h 4821604"/>
              <a:gd name="connsiteX16600" fmla="*/ 2031077 w 2947832"/>
              <a:gd name="connsiteY16600" fmla="*/ 1069676 h 4821604"/>
              <a:gd name="connsiteX16601" fmla="*/ 2040390 w 2947832"/>
              <a:gd name="connsiteY16601" fmla="*/ 1085789 h 4821604"/>
              <a:gd name="connsiteX16602" fmla="*/ 2040390 w 2947832"/>
              <a:gd name="connsiteY16602" fmla="*/ 1088095 h 4821604"/>
              <a:gd name="connsiteX16603" fmla="*/ 2031077 w 2947832"/>
              <a:gd name="connsiteY16603" fmla="*/ 1104207 h 4821604"/>
              <a:gd name="connsiteX16604" fmla="*/ 2029088 w 2947832"/>
              <a:gd name="connsiteY16604" fmla="*/ 1105359 h 4821604"/>
              <a:gd name="connsiteX16605" fmla="*/ 2010462 w 2947832"/>
              <a:gd name="connsiteY16605" fmla="*/ 1105359 h 4821604"/>
              <a:gd name="connsiteX16606" fmla="*/ 2008474 w 2947832"/>
              <a:gd name="connsiteY16606" fmla="*/ 1104207 h 4821604"/>
              <a:gd name="connsiteX16607" fmla="*/ 1999160 w 2947832"/>
              <a:gd name="connsiteY16607" fmla="*/ 1088095 h 4821604"/>
              <a:gd name="connsiteX16608" fmla="*/ 1999160 w 2947832"/>
              <a:gd name="connsiteY16608" fmla="*/ 1085789 h 4821604"/>
              <a:gd name="connsiteX16609" fmla="*/ 2008474 w 2947832"/>
              <a:gd name="connsiteY16609" fmla="*/ 1069676 h 4821604"/>
              <a:gd name="connsiteX16610" fmla="*/ 2010462 w 2947832"/>
              <a:gd name="connsiteY16610" fmla="*/ 1068526 h 4821604"/>
              <a:gd name="connsiteX16611" fmla="*/ 1678900 w 2947832"/>
              <a:gd name="connsiteY16611" fmla="*/ 1066694 h 4821604"/>
              <a:gd name="connsiteX16612" fmla="*/ 1699357 w 2947832"/>
              <a:gd name="connsiteY16612" fmla="*/ 1066694 h 4821604"/>
              <a:gd name="connsiteX16613" fmla="*/ 1701555 w 2947832"/>
              <a:gd name="connsiteY16613" fmla="*/ 1067949 h 4821604"/>
              <a:gd name="connsiteX16614" fmla="*/ 1711810 w 2947832"/>
              <a:gd name="connsiteY16614" fmla="*/ 1085685 h 4821604"/>
              <a:gd name="connsiteX16615" fmla="*/ 1711810 w 2947832"/>
              <a:gd name="connsiteY16615" fmla="*/ 1088195 h 4821604"/>
              <a:gd name="connsiteX16616" fmla="*/ 1701555 w 2947832"/>
              <a:gd name="connsiteY16616" fmla="*/ 1105935 h 4821604"/>
              <a:gd name="connsiteX16617" fmla="*/ 1699357 w 2947832"/>
              <a:gd name="connsiteY16617" fmla="*/ 1107189 h 4821604"/>
              <a:gd name="connsiteX16618" fmla="*/ 1678900 w 2947832"/>
              <a:gd name="connsiteY16618" fmla="*/ 1107189 h 4821604"/>
              <a:gd name="connsiteX16619" fmla="*/ 1676702 w 2947832"/>
              <a:gd name="connsiteY16619" fmla="*/ 1105935 h 4821604"/>
              <a:gd name="connsiteX16620" fmla="*/ 1666447 w 2947832"/>
              <a:gd name="connsiteY16620" fmla="*/ 1088195 h 4821604"/>
              <a:gd name="connsiteX16621" fmla="*/ 1666447 w 2947832"/>
              <a:gd name="connsiteY16621" fmla="*/ 1085685 h 4821604"/>
              <a:gd name="connsiteX16622" fmla="*/ 1676702 w 2947832"/>
              <a:gd name="connsiteY16622" fmla="*/ 1067949 h 4821604"/>
              <a:gd name="connsiteX16623" fmla="*/ 1678900 w 2947832"/>
              <a:gd name="connsiteY16623" fmla="*/ 1066694 h 4821604"/>
              <a:gd name="connsiteX16624" fmla="*/ 1842667 w 2947832"/>
              <a:gd name="connsiteY16624" fmla="*/ 1063659 h 4821604"/>
              <a:gd name="connsiteX16625" fmla="*/ 1866159 w 2947832"/>
              <a:gd name="connsiteY16625" fmla="*/ 1063659 h 4821604"/>
              <a:gd name="connsiteX16626" fmla="*/ 1868671 w 2947832"/>
              <a:gd name="connsiteY16626" fmla="*/ 1065126 h 4821604"/>
              <a:gd name="connsiteX16627" fmla="*/ 1880443 w 2947832"/>
              <a:gd name="connsiteY16627" fmla="*/ 1085475 h 4821604"/>
              <a:gd name="connsiteX16628" fmla="*/ 1880443 w 2947832"/>
              <a:gd name="connsiteY16628" fmla="*/ 1088409 h 4821604"/>
              <a:gd name="connsiteX16629" fmla="*/ 1868671 w 2947832"/>
              <a:gd name="connsiteY16629" fmla="*/ 1108760 h 4821604"/>
              <a:gd name="connsiteX16630" fmla="*/ 1866159 w 2947832"/>
              <a:gd name="connsiteY16630" fmla="*/ 1110225 h 4821604"/>
              <a:gd name="connsiteX16631" fmla="*/ 1842667 w 2947832"/>
              <a:gd name="connsiteY16631" fmla="*/ 1110225 h 4821604"/>
              <a:gd name="connsiteX16632" fmla="*/ 1840156 w 2947832"/>
              <a:gd name="connsiteY16632" fmla="*/ 1108760 h 4821604"/>
              <a:gd name="connsiteX16633" fmla="*/ 1828383 w 2947832"/>
              <a:gd name="connsiteY16633" fmla="*/ 1088409 h 4821604"/>
              <a:gd name="connsiteX16634" fmla="*/ 1828383 w 2947832"/>
              <a:gd name="connsiteY16634" fmla="*/ 1085475 h 4821604"/>
              <a:gd name="connsiteX16635" fmla="*/ 1840156 w 2947832"/>
              <a:gd name="connsiteY16635" fmla="*/ 1065126 h 4821604"/>
              <a:gd name="connsiteX16636" fmla="*/ 1842667 w 2947832"/>
              <a:gd name="connsiteY16636" fmla="*/ 1063659 h 4821604"/>
              <a:gd name="connsiteX16637" fmla="*/ 849024 w 2947832"/>
              <a:gd name="connsiteY16637" fmla="*/ 1060207 h 4821604"/>
              <a:gd name="connsiteX16638" fmla="*/ 876022 w 2947832"/>
              <a:gd name="connsiteY16638" fmla="*/ 1060207 h 4821604"/>
              <a:gd name="connsiteX16639" fmla="*/ 878900 w 2947832"/>
              <a:gd name="connsiteY16639" fmla="*/ 1061881 h 4821604"/>
              <a:gd name="connsiteX16640" fmla="*/ 892399 w 2947832"/>
              <a:gd name="connsiteY16640" fmla="*/ 1085218 h 4821604"/>
              <a:gd name="connsiteX16641" fmla="*/ 892399 w 2947832"/>
              <a:gd name="connsiteY16641" fmla="*/ 1088562 h 4821604"/>
              <a:gd name="connsiteX16642" fmla="*/ 878900 w 2947832"/>
              <a:gd name="connsiteY16642" fmla="*/ 1111901 h 4821604"/>
              <a:gd name="connsiteX16643" fmla="*/ 876022 w 2947832"/>
              <a:gd name="connsiteY16643" fmla="*/ 1113574 h 4821604"/>
              <a:gd name="connsiteX16644" fmla="*/ 849024 w 2947832"/>
              <a:gd name="connsiteY16644" fmla="*/ 1113574 h 4821604"/>
              <a:gd name="connsiteX16645" fmla="*/ 846146 w 2947832"/>
              <a:gd name="connsiteY16645" fmla="*/ 1111901 h 4821604"/>
              <a:gd name="connsiteX16646" fmla="*/ 832648 w 2947832"/>
              <a:gd name="connsiteY16646" fmla="*/ 1088562 h 4821604"/>
              <a:gd name="connsiteX16647" fmla="*/ 832648 w 2947832"/>
              <a:gd name="connsiteY16647" fmla="*/ 1085218 h 4821604"/>
              <a:gd name="connsiteX16648" fmla="*/ 846146 w 2947832"/>
              <a:gd name="connsiteY16648" fmla="*/ 1061881 h 4821604"/>
              <a:gd name="connsiteX16649" fmla="*/ 849024 w 2947832"/>
              <a:gd name="connsiteY16649" fmla="*/ 1060207 h 4821604"/>
              <a:gd name="connsiteX16650" fmla="*/ 513642 w 2947832"/>
              <a:gd name="connsiteY16650" fmla="*/ 1050789 h 4821604"/>
              <a:gd name="connsiteX16651" fmla="*/ 550162 w 2947832"/>
              <a:gd name="connsiteY16651" fmla="*/ 1050789 h 4821604"/>
              <a:gd name="connsiteX16652" fmla="*/ 554086 w 2947832"/>
              <a:gd name="connsiteY16652" fmla="*/ 1053037 h 4821604"/>
              <a:gd name="connsiteX16653" fmla="*/ 572347 w 2947832"/>
              <a:gd name="connsiteY16653" fmla="*/ 1084640 h 4821604"/>
              <a:gd name="connsiteX16654" fmla="*/ 572347 w 2947832"/>
              <a:gd name="connsiteY16654" fmla="*/ 1089141 h 4821604"/>
              <a:gd name="connsiteX16655" fmla="*/ 554086 w 2947832"/>
              <a:gd name="connsiteY16655" fmla="*/ 1120742 h 4821604"/>
              <a:gd name="connsiteX16656" fmla="*/ 550162 w 2947832"/>
              <a:gd name="connsiteY16656" fmla="*/ 1122992 h 4821604"/>
              <a:gd name="connsiteX16657" fmla="*/ 513642 w 2947832"/>
              <a:gd name="connsiteY16657" fmla="*/ 1122992 h 4821604"/>
              <a:gd name="connsiteX16658" fmla="*/ 509718 w 2947832"/>
              <a:gd name="connsiteY16658" fmla="*/ 1120742 h 4821604"/>
              <a:gd name="connsiteX16659" fmla="*/ 491457 w 2947832"/>
              <a:gd name="connsiteY16659" fmla="*/ 1089141 h 4821604"/>
              <a:gd name="connsiteX16660" fmla="*/ 491457 w 2947832"/>
              <a:gd name="connsiteY16660" fmla="*/ 1084640 h 4821604"/>
              <a:gd name="connsiteX16661" fmla="*/ 509718 w 2947832"/>
              <a:gd name="connsiteY16661" fmla="*/ 1053037 h 4821604"/>
              <a:gd name="connsiteX16662" fmla="*/ 513642 w 2947832"/>
              <a:gd name="connsiteY16662" fmla="*/ 1050789 h 4821604"/>
              <a:gd name="connsiteX16663" fmla="*/ 2185007 w 2947832"/>
              <a:gd name="connsiteY16663" fmla="*/ 1004170 h 4821604"/>
              <a:gd name="connsiteX16664" fmla="*/ 2185112 w 2947832"/>
              <a:gd name="connsiteY16664" fmla="*/ 1004170 h 4821604"/>
              <a:gd name="connsiteX16665" fmla="*/ 2185164 w 2947832"/>
              <a:gd name="connsiteY16665" fmla="*/ 1004170 h 4821604"/>
              <a:gd name="connsiteX16666" fmla="*/ 2185164 w 2947832"/>
              <a:gd name="connsiteY16666" fmla="*/ 1004276 h 4821604"/>
              <a:gd name="connsiteX16667" fmla="*/ 2185164 w 2947832"/>
              <a:gd name="connsiteY16667" fmla="*/ 1004379 h 4821604"/>
              <a:gd name="connsiteX16668" fmla="*/ 2185060 w 2947832"/>
              <a:gd name="connsiteY16668" fmla="*/ 1004379 h 4821604"/>
              <a:gd name="connsiteX16669" fmla="*/ 2185007 w 2947832"/>
              <a:gd name="connsiteY16669" fmla="*/ 1004379 h 4821604"/>
              <a:gd name="connsiteX16670" fmla="*/ 2185007 w 2947832"/>
              <a:gd name="connsiteY16670" fmla="*/ 1004276 h 4821604"/>
              <a:gd name="connsiteX16671" fmla="*/ 1106710 w 2947832"/>
              <a:gd name="connsiteY16671" fmla="*/ 996741 h 4821604"/>
              <a:gd name="connsiteX16672" fmla="*/ 1114348 w 2947832"/>
              <a:gd name="connsiteY16672" fmla="*/ 996741 h 4821604"/>
              <a:gd name="connsiteX16673" fmla="*/ 1115186 w 2947832"/>
              <a:gd name="connsiteY16673" fmla="*/ 997211 h 4821604"/>
              <a:gd name="connsiteX16674" fmla="*/ 1119005 w 2947832"/>
              <a:gd name="connsiteY16674" fmla="*/ 1003804 h 4821604"/>
              <a:gd name="connsiteX16675" fmla="*/ 1119005 w 2947832"/>
              <a:gd name="connsiteY16675" fmla="*/ 1004744 h 4821604"/>
              <a:gd name="connsiteX16676" fmla="*/ 1115186 w 2947832"/>
              <a:gd name="connsiteY16676" fmla="*/ 1011336 h 4821604"/>
              <a:gd name="connsiteX16677" fmla="*/ 1114348 w 2947832"/>
              <a:gd name="connsiteY16677" fmla="*/ 1011809 h 4821604"/>
              <a:gd name="connsiteX16678" fmla="*/ 1106710 w 2947832"/>
              <a:gd name="connsiteY16678" fmla="*/ 1011809 h 4821604"/>
              <a:gd name="connsiteX16679" fmla="*/ 1105872 w 2947832"/>
              <a:gd name="connsiteY16679" fmla="*/ 1011336 h 4821604"/>
              <a:gd name="connsiteX16680" fmla="*/ 1102053 w 2947832"/>
              <a:gd name="connsiteY16680" fmla="*/ 1004744 h 4821604"/>
              <a:gd name="connsiteX16681" fmla="*/ 1102053 w 2947832"/>
              <a:gd name="connsiteY16681" fmla="*/ 1003804 h 4821604"/>
              <a:gd name="connsiteX16682" fmla="*/ 1105872 w 2947832"/>
              <a:gd name="connsiteY16682" fmla="*/ 997211 h 4821604"/>
              <a:gd name="connsiteX16683" fmla="*/ 1106710 w 2947832"/>
              <a:gd name="connsiteY16683" fmla="*/ 996741 h 4821604"/>
              <a:gd name="connsiteX16684" fmla="*/ 1188645 w 2947832"/>
              <a:gd name="connsiteY16684" fmla="*/ 995277 h 4821604"/>
              <a:gd name="connsiteX16685" fmla="*/ 1197696 w 2947832"/>
              <a:gd name="connsiteY16685" fmla="*/ 995277 h 4821604"/>
              <a:gd name="connsiteX16686" fmla="*/ 1198691 w 2947832"/>
              <a:gd name="connsiteY16686" fmla="*/ 995849 h 4821604"/>
              <a:gd name="connsiteX16687" fmla="*/ 1203243 w 2947832"/>
              <a:gd name="connsiteY16687" fmla="*/ 1003701 h 4821604"/>
              <a:gd name="connsiteX16688" fmla="*/ 1203243 w 2947832"/>
              <a:gd name="connsiteY16688" fmla="*/ 1004798 h 4821604"/>
              <a:gd name="connsiteX16689" fmla="*/ 1198691 w 2947832"/>
              <a:gd name="connsiteY16689" fmla="*/ 1012647 h 4821604"/>
              <a:gd name="connsiteX16690" fmla="*/ 1197696 w 2947832"/>
              <a:gd name="connsiteY16690" fmla="*/ 1013220 h 4821604"/>
              <a:gd name="connsiteX16691" fmla="*/ 1188645 w 2947832"/>
              <a:gd name="connsiteY16691" fmla="*/ 1013220 h 4821604"/>
              <a:gd name="connsiteX16692" fmla="*/ 1187651 w 2947832"/>
              <a:gd name="connsiteY16692" fmla="*/ 1012647 h 4821604"/>
              <a:gd name="connsiteX16693" fmla="*/ 1183099 w 2947832"/>
              <a:gd name="connsiteY16693" fmla="*/ 1004798 h 4821604"/>
              <a:gd name="connsiteX16694" fmla="*/ 1183099 w 2947832"/>
              <a:gd name="connsiteY16694" fmla="*/ 1003701 h 4821604"/>
              <a:gd name="connsiteX16695" fmla="*/ 1187651 w 2947832"/>
              <a:gd name="connsiteY16695" fmla="*/ 995849 h 4821604"/>
              <a:gd name="connsiteX16696" fmla="*/ 1188645 w 2947832"/>
              <a:gd name="connsiteY16696" fmla="*/ 995277 h 4821604"/>
              <a:gd name="connsiteX16697" fmla="*/ 1270371 w 2947832"/>
              <a:gd name="connsiteY16697" fmla="*/ 993497 h 4821604"/>
              <a:gd name="connsiteX16698" fmla="*/ 1281254 w 2947832"/>
              <a:gd name="connsiteY16698" fmla="*/ 993497 h 4821604"/>
              <a:gd name="connsiteX16699" fmla="*/ 1282405 w 2947832"/>
              <a:gd name="connsiteY16699" fmla="*/ 994177 h 4821604"/>
              <a:gd name="connsiteX16700" fmla="*/ 1287847 w 2947832"/>
              <a:gd name="connsiteY16700" fmla="*/ 1003594 h 4821604"/>
              <a:gd name="connsiteX16701" fmla="*/ 1287847 w 2947832"/>
              <a:gd name="connsiteY16701" fmla="*/ 1004953 h 4821604"/>
              <a:gd name="connsiteX16702" fmla="*/ 1282405 w 2947832"/>
              <a:gd name="connsiteY16702" fmla="*/ 1014374 h 4821604"/>
              <a:gd name="connsiteX16703" fmla="*/ 1281254 w 2947832"/>
              <a:gd name="connsiteY16703" fmla="*/ 1015054 h 4821604"/>
              <a:gd name="connsiteX16704" fmla="*/ 1270371 w 2947832"/>
              <a:gd name="connsiteY16704" fmla="*/ 1015054 h 4821604"/>
              <a:gd name="connsiteX16705" fmla="*/ 1269221 w 2947832"/>
              <a:gd name="connsiteY16705" fmla="*/ 1014374 h 4821604"/>
              <a:gd name="connsiteX16706" fmla="*/ 1263779 w 2947832"/>
              <a:gd name="connsiteY16706" fmla="*/ 1004953 h 4821604"/>
              <a:gd name="connsiteX16707" fmla="*/ 1263779 w 2947832"/>
              <a:gd name="connsiteY16707" fmla="*/ 1003594 h 4821604"/>
              <a:gd name="connsiteX16708" fmla="*/ 1269221 w 2947832"/>
              <a:gd name="connsiteY16708" fmla="*/ 994177 h 4821604"/>
              <a:gd name="connsiteX16709" fmla="*/ 1270371 w 2947832"/>
              <a:gd name="connsiteY16709" fmla="*/ 993497 h 4821604"/>
              <a:gd name="connsiteX16710" fmla="*/ 1022001 w 2947832"/>
              <a:gd name="connsiteY16710" fmla="*/ 992605 h 4821604"/>
              <a:gd name="connsiteX16711" fmla="*/ 1033773 w 2947832"/>
              <a:gd name="connsiteY16711" fmla="*/ 992605 h 4821604"/>
              <a:gd name="connsiteX16712" fmla="*/ 1035029 w 2947832"/>
              <a:gd name="connsiteY16712" fmla="*/ 993339 h 4821604"/>
              <a:gd name="connsiteX16713" fmla="*/ 1040889 w 2947832"/>
              <a:gd name="connsiteY16713" fmla="*/ 1003490 h 4821604"/>
              <a:gd name="connsiteX16714" fmla="*/ 1040889 w 2947832"/>
              <a:gd name="connsiteY16714" fmla="*/ 1004957 h 4821604"/>
              <a:gd name="connsiteX16715" fmla="*/ 1035029 w 2947832"/>
              <a:gd name="connsiteY16715" fmla="*/ 1015104 h 4821604"/>
              <a:gd name="connsiteX16716" fmla="*/ 1033773 w 2947832"/>
              <a:gd name="connsiteY16716" fmla="*/ 1015840 h 4821604"/>
              <a:gd name="connsiteX16717" fmla="*/ 1022001 w 2947832"/>
              <a:gd name="connsiteY16717" fmla="*/ 1015840 h 4821604"/>
              <a:gd name="connsiteX16718" fmla="*/ 1020745 w 2947832"/>
              <a:gd name="connsiteY16718" fmla="*/ 1015104 h 4821604"/>
              <a:gd name="connsiteX16719" fmla="*/ 1014885 w 2947832"/>
              <a:gd name="connsiteY16719" fmla="*/ 1004957 h 4821604"/>
              <a:gd name="connsiteX16720" fmla="*/ 1014885 w 2947832"/>
              <a:gd name="connsiteY16720" fmla="*/ 1003490 h 4821604"/>
              <a:gd name="connsiteX16721" fmla="*/ 1020745 w 2947832"/>
              <a:gd name="connsiteY16721" fmla="*/ 993339 h 4821604"/>
              <a:gd name="connsiteX16722" fmla="*/ 1022001 w 2947832"/>
              <a:gd name="connsiteY16722" fmla="*/ 992605 h 4821604"/>
              <a:gd name="connsiteX16723" fmla="*/ 1517749 w 2947832"/>
              <a:gd name="connsiteY16723" fmla="*/ 992293 h 4821604"/>
              <a:gd name="connsiteX16724" fmla="*/ 1529835 w 2947832"/>
              <a:gd name="connsiteY16724" fmla="*/ 992293 h 4821604"/>
              <a:gd name="connsiteX16725" fmla="*/ 1531143 w 2947832"/>
              <a:gd name="connsiteY16725" fmla="*/ 993024 h 4821604"/>
              <a:gd name="connsiteX16726" fmla="*/ 1537212 w 2947832"/>
              <a:gd name="connsiteY16726" fmla="*/ 1003490 h 4821604"/>
              <a:gd name="connsiteX16727" fmla="*/ 1537212 w 2947832"/>
              <a:gd name="connsiteY16727" fmla="*/ 1005008 h 4821604"/>
              <a:gd name="connsiteX16728" fmla="*/ 1531143 w 2947832"/>
              <a:gd name="connsiteY16728" fmla="*/ 1015475 h 4821604"/>
              <a:gd name="connsiteX16729" fmla="*/ 1529835 w 2947832"/>
              <a:gd name="connsiteY16729" fmla="*/ 1016205 h 4821604"/>
              <a:gd name="connsiteX16730" fmla="*/ 1517749 w 2947832"/>
              <a:gd name="connsiteY16730" fmla="*/ 1016205 h 4821604"/>
              <a:gd name="connsiteX16731" fmla="*/ 1516441 w 2947832"/>
              <a:gd name="connsiteY16731" fmla="*/ 1015475 h 4821604"/>
              <a:gd name="connsiteX16732" fmla="*/ 1510371 w 2947832"/>
              <a:gd name="connsiteY16732" fmla="*/ 1005008 h 4821604"/>
              <a:gd name="connsiteX16733" fmla="*/ 1510371 w 2947832"/>
              <a:gd name="connsiteY16733" fmla="*/ 1003490 h 4821604"/>
              <a:gd name="connsiteX16734" fmla="*/ 1516441 w 2947832"/>
              <a:gd name="connsiteY16734" fmla="*/ 993024 h 4821604"/>
              <a:gd name="connsiteX16735" fmla="*/ 1517749 w 2947832"/>
              <a:gd name="connsiteY16735" fmla="*/ 992293 h 4821604"/>
              <a:gd name="connsiteX16736" fmla="*/ 1600103 w 2947832"/>
              <a:gd name="connsiteY16736" fmla="*/ 991667 h 4821604"/>
              <a:gd name="connsiteX16737" fmla="*/ 1612870 w 2947832"/>
              <a:gd name="connsiteY16737" fmla="*/ 991667 h 4821604"/>
              <a:gd name="connsiteX16738" fmla="*/ 1614230 w 2947832"/>
              <a:gd name="connsiteY16738" fmla="*/ 992448 h 4821604"/>
              <a:gd name="connsiteX16739" fmla="*/ 1620613 w 2947832"/>
              <a:gd name="connsiteY16739" fmla="*/ 1003490 h 4821604"/>
              <a:gd name="connsiteX16740" fmla="*/ 1620613 w 2947832"/>
              <a:gd name="connsiteY16740" fmla="*/ 1005060 h 4821604"/>
              <a:gd name="connsiteX16741" fmla="*/ 1614230 w 2947832"/>
              <a:gd name="connsiteY16741" fmla="*/ 1016098 h 4821604"/>
              <a:gd name="connsiteX16742" fmla="*/ 1612870 w 2947832"/>
              <a:gd name="connsiteY16742" fmla="*/ 1016884 h 4821604"/>
              <a:gd name="connsiteX16743" fmla="*/ 1600103 w 2947832"/>
              <a:gd name="connsiteY16743" fmla="*/ 1016884 h 4821604"/>
              <a:gd name="connsiteX16744" fmla="*/ 1598743 w 2947832"/>
              <a:gd name="connsiteY16744" fmla="*/ 1016098 h 4821604"/>
              <a:gd name="connsiteX16745" fmla="*/ 1592359 w 2947832"/>
              <a:gd name="connsiteY16745" fmla="*/ 1005060 h 4821604"/>
              <a:gd name="connsiteX16746" fmla="*/ 1592359 w 2947832"/>
              <a:gd name="connsiteY16746" fmla="*/ 1003490 h 4821604"/>
              <a:gd name="connsiteX16747" fmla="*/ 1598743 w 2947832"/>
              <a:gd name="connsiteY16747" fmla="*/ 992448 h 4821604"/>
              <a:gd name="connsiteX16748" fmla="*/ 1600103 w 2947832"/>
              <a:gd name="connsiteY16748" fmla="*/ 991667 h 4821604"/>
              <a:gd name="connsiteX16749" fmla="*/ 1352151 w 2947832"/>
              <a:gd name="connsiteY16749" fmla="*/ 991667 h 4821604"/>
              <a:gd name="connsiteX16750" fmla="*/ 1364865 w 2947832"/>
              <a:gd name="connsiteY16750" fmla="*/ 991667 h 4821604"/>
              <a:gd name="connsiteX16751" fmla="*/ 1366225 w 2947832"/>
              <a:gd name="connsiteY16751" fmla="*/ 992448 h 4821604"/>
              <a:gd name="connsiteX16752" fmla="*/ 1372556 w 2947832"/>
              <a:gd name="connsiteY16752" fmla="*/ 1003438 h 4821604"/>
              <a:gd name="connsiteX16753" fmla="*/ 1372556 w 2947832"/>
              <a:gd name="connsiteY16753" fmla="*/ 1005008 h 4821604"/>
              <a:gd name="connsiteX16754" fmla="*/ 1366225 w 2947832"/>
              <a:gd name="connsiteY16754" fmla="*/ 1015994 h 4821604"/>
              <a:gd name="connsiteX16755" fmla="*/ 1364865 w 2947832"/>
              <a:gd name="connsiteY16755" fmla="*/ 1016779 h 4821604"/>
              <a:gd name="connsiteX16756" fmla="*/ 1352151 w 2947832"/>
              <a:gd name="connsiteY16756" fmla="*/ 1016779 h 4821604"/>
              <a:gd name="connsiteX16757" fmla="*/ 1350790 w 2947832"/>
              <a:gd name="connsiteY16757" fmla="*/ 1015994 h 4821604"/>
              <a:gd name="connsiteX16758" fmla="*/ 1344459 w 2947832"/>
              <a:gd name="connsiteY16758" fmla="*/ 1005008 h 4821604"/>
              <a:gd name="connsiteX16759" fmla="*/ 1344459 w 2947832"/>
              <a:gd name="connsiteY16759" fmla="*/ 1003438 h 4821604"/>
              <a:gd name="connsiteX16760" fmla="*/ 1350790 w 2947832"/>
              <a:gd name="connsiteY16760" fmla="*/ 992448 h 4821604"/>
              <a:gd name="connsiteX16761" fmla="*/ 1352151 w 2947832"/>
              <a:gd name="connsiteY16761" fmla="*/ 991667 h 4821604"/>
              <a:gd name="connsiteX16762" fmla="*/ 773158 w 2947832"/>
              <a:gd name="connsiteY16762" fmla="*/ 991035 h 4821604"/>
              <a:gd name="connsiteX16763" fmla="*/ 786500 w 2947832"/>
              <a:gd name="connsiteY16763" fmla="*/ 991035 h 4821604"/>
              <a:gd name="connsiteX16764" fmla="*/ 787913 w 2947832"/>
              <a:gd name="connsiteY16764" fmla="*/ 991873 h 4821604"/>
              <a:gd name="connsiteX16765" fmla="*/ 794610 w 2947832"/>
              <a:gd name="connsiteY16765" fmla="*/ 1003438 h 4821604"/>
              <a:gd name="connsiteX16766" fmla="*/ 794610 w 2947832"/>
              <a:gd name="connsiteY16766" fmla="*/ 1005110 h 4821604"/>
              <a:gd name="connsiteX16767" fmla="*/ 787913 w 2947832"/>
              <a:gd name="connsiteY16767" fmla="*/ 1016677 h 4821604"/>
              <a:gd name="connsiteX16768" fmla="*/ 786500 w 2947832"/>
              <a:gd name="connsiteY16768" fmla="*/ 1017511 h 4821604"/>
              <a:gd name="connsiteX16769" fmla="*/ 773158 w 2947832"/>
              <a:gd name="connsiteY16769" fmla="*/ 1017511 h 4821604"/>
              <a:gd name="connsiteX16770" fmla="*/ 771745 w 2947832"/>
              <a:gd name="connsiteY16770" fmla="*/ 1016677 h 4821604"/>
              <a:gd name="connsiteX16771" fmla="*/ 765048 w 2947832"/>
              <a:gd name="connsiteY16771" fmla="*/ 1005110 h 4821604"/>
              <a:gd name="connsiteX16772" fmla="*/ 765048 w 2947832"/>
              <a:gd name="connsiteY16772" fmla="*/ 1003438 h 4821604"/>
              <a:gd name="connsiteX16773" fmla="*/ 771745 w 2947832"/>
              <a:gd name="connsiteY16773" fmla="*/ 991873 h 4821604"/>
              <a:gd name="connsiteX16774" fmla="*/ 773158 w 2947832"/>
              <a:gd name="connsiteY16774" fmla="*/ 991035 h 4821604"/>
              <a:gd name="connsiteX16775" fmla="*/ 1434453 w 2947832"/>
              <a:gd name="connsiteY16775" fmla="*/ 990935 h 4821604"/>
              <a:gd name="connsiteX16776" fmla="*/ 1447899 w 2947832"/>
              <a:gd name="connsiteY16776" fmla="*/ 990935 h 4821604"/>
              <a:gd name="connsiteX16777" fmla="*/ 1449365 w 2947832"/>
              <a:gd name="connsiteY16777" fmla="*/ 991773 h 4821604"/>
              <a:gd name="connsiteX16778" fmla="*/ 1456114 w 2947832"/>
              <a:gd name="connsiteY16778" fmla="*/ 1003438 h 4821604"/>
              <a:gd name="connsiteX16779" fmla="*/ 1456114 w 2947832"/>
              <a:gd name="connsiteY16779" fmla="*/ 1005110 h 4821604"/>
              <a:gd name="connsiteX16780" fmla="*/ 1449365 w 2947832"/>
              <a:gd name="connsiteY16780" fmla="*/ 1016779 h 4821604"/>
              <a:gd name="connsiteX16781" fmla="*/ 1447899 w 2947832"/>
              <a:gd name="connsiteY16781" fmla="*/ 1017617 h 4821604"/>
              <a:gd name="connsiteX16782" fmla="*/ 1434453 w 2947832"/>
              <a:gd name="connsiteY16782" fmla="*/ 1017617 h 4821604"/>
              <a:gd name="connsiteX16783" fmla="*/ 1432988 w 2947832"/>
              <a:gd name="connsiteY16783" fmla="*/ 1016779 h 4821604"/>
              <a:gd name="connsiteX16784" fmla="*/ 1426238 w 2947832"/>
              <a:gd name="connsiteY16784" fmla="*/ 1005110 h 4821604"/>
              <a:gd name="connsiteX16785" fmla="*/ 1426238 w 2947832"/>
              <a:gd name="connsiteY16785" fmla="*/ 1003438 h 4821604"/>
              <a:gd name="connsiteX16786" fmla="*/ 1432988 w 2947832"/>
              <a:gd name="connsiteY16786" fmla="*/ 991773 h 4821604"/>
              <a:gd name="connsiteX16787" fmla="*/ 1434453 w 2947832"/>
              <a:gd name="connsiteY16787" fmla="*/ 990935 h 4821604"/>
              <a:gd name="connsiteX16788" fmla="*/ 607822 w 2947832"/>
              <a:gd name="connsiteY16788" fmla="*/ 990882 h 4821604"/>
              <a:gd name="connsiteX16789" fmla="*/ 621321 w 2947832"/>
              <a:gd name="connsiteY16789" fmla="*/ 990882 h 4821604"/>
              <a:gd name="connsiteX16790" fmla="*/ 622786 w 2947832"/>
              <a:gd name="connsiteY16790" fmla="*/ 991719 h 4821604"/>
              <a:gd name="connsiteX16791" fmla="*/ 629535 w 2947832"/>
              <a:gd name="connsiteY16791" fmla="*/ 1003438 h 4821604"/>
              <a:gd name="connsiteX16792" fmla="*/ 629535 w 2947832"/>
              <a:gd name="connsiteY16792" fmla="*/ 1005110 h 4821604"/>
              <a:gd name="connsiteX16793" fmla="*/ 622786 w 2947832"/>
              <a:gd name="connsiteY16793" fmla="*/ 1016830 h 4821604"/>
              <a:gd name="connsiteX16794" fmla="*/ 621321 w 2947832"/>
              <a:gd name="connsiteY16794" fmla="*/ 1017670 h 4821604"/>
              <a:gd name="connsiteX16795" fmla="*/ 607822 w 2947832"/>
              <a:gd name="connsiteY16795" fmla="*/ 1017670 h 4821604"/>
              <a:gd name="connsiteX16796" fmla="*/ 606357 w 2947832"/>
              <a:gd name="connsiteY16796" fmla="*/ 1016830 h 4821604"/>
              <a:gd name="connsiteX16797" fmla="*/ 599607 w 2947832"/>
              <a:gd name="connsiteY16797" fmla="*/ 1005110 h 4821604"/>
              <a:gd name="connsiteX16798" fmla="*/ 599607 w 2947832"/>
              <a:gd name="connsiteY16798" fmla="*/ 1003438 h 4821604"/>
              <a:gd name="connsiteX16799" fmla="*/ 606357 w 2947832"/>
              <a:gd name="connsiteY16799" fmla="*/ 991719 h 4821604"/>
              <a:gd name="connsiteX16800" fmla="*/ 607822 w 2947832"/>
              <a:gd name="connsiteY16800" fmla="*/ 990882 h 4821604"/>
              <a:gd name="connsiteX16801" fmla="*/ 690385 w 2947832"/>
              <a:gd name="connsiteY16801" fmla="*/ 990721 h 4821604"/>
              <a:gd name="connsiteX16802" fmla="*/ 704041 w 2947832"/>
              <a:gd name="connsiteY16802" fmla="*/ 990721 h 4821604"/>
              <a:gd name="connsiteX16803" fmla="*/ 705506 w 2947832"/>
              <a:gd name="connsiteY16803" fmla="*/ 991558 h 4821604"/>
              <a:gd name="connsiteX16804" fmla="*/ 712360 w 2947832"/>
              <a:gd name="connsiteY16804" fmla="*/ 1003386 h 4821604"/>
              <a:gd name="connsiteX16805" fmla="*/ 712360 w 2947832"/>
              <a:gd name="connsiteY16805" fmla="*/ 1005060 h 4821604"/>
              <a:gd name="connsiteX16806" fmla="*/ 705506 w 2947832"/>
              <a:gd name="connsiteY16806" fmla="*/ 1016884 h 4821604"/>
              <a:gd name="connsiteX16807" fmla="*/ 704041 w 2947832"/>
              <a:gd name="connsiteY16807" fmla="*/ 1017721 h 4821604"/>
              <a:gd name="connsiteX16808" fmla="*/ 690385 w 2947832"/>
              <a:gd name="connsiteY16808" fmla="*/ 1017721 h 4821604"/>
              <a:gd name="connsiteX16809" fmla="*/ 688920 w 2947832"/>
              <a:gd name="connsiteY16809" fmla="*/ 1016884 h 4821604"/>
              <a:gd name="connsiteX16810" fmla="*/ 682066 w 2947832"/>
              <a:gd name="connsiteY16810" fmla="*/ 1005060 h 4821604"/>
              <a:gd name="connsiteX16811" fmla="*/ 682066 w 2947832"/>
              <a:gd name="connsiteY16811" fmla="*/ 1003386 h 4821604"/>
              <a:gd name="connsiteX16812" fmla="*/ 688920 w 2947832"/>
              <a:gd name="connsiteY16812" fmla="*/ 991558 h 4821604"/>
              <a:gd name="connsiteX16813" fmla="*/ 690385 w 2947832"/>
              <a:gd name="connsiteY16813" fmla="*/ 990721 h 4821604"/>
              <a:gd name="connsiteX16814" fmla="*/ 1680940 w 2947832"/>
              <a:gd name="connsiteY16814" fmla="*/ 988001 h 4821604"/>
              <a:gd name="connsiteX16815" fmla="*/ 1697369 w 2947832"/>
              <a:gd name="connsiteY16815" fmla="*/ 988001 h 4821604"/>
              <a:gd name="connsiteX16816" fmla="*/ 1699148 w 2947832"/>
              <a:gd name="connsiteY16816" fmla="*/ 988996 h 4821604"/>
              <a:gd name="connsiteX16817" fmla="*/ 1707362 w 2947832"/>
              <a:gd name="connsiteY16817" fmla="*/ 1003228 h 4821604"/>
              <a:gd name="connsiteX16818" fmla="*/ 1707362 w 2947832"/>
              <a:gd name="connsiteY16818" fmla="*/ 1005270 h 4821604"/>
              <a:gd name="connsiteX16819" fmla="*/ 1699148 w 2947832"/>
              <a:gd name="connsiteY16819" fmla="*/ 1019503 h 4821604"/>
              <a:gd name="connsiteX16820" fmla="*/ 1697369 w 2947832"/>
              <a:gd name="connsiteY16820" fmla="*/ 1020495 h 4821604"/>
              <a:gd name="connsiteX16821" fmla="*/ 1680940 w 2947832"/>
              <a:gd name="connsiteY16821" fmla="*/ 1020495 h 4821604"/>
              <a:gd name="connsiteX16822" fmla="*/ 1679161 w 2947832"/>
              <a:gd name="connsiteY16822" fmla="*/ 1019503 h 4821604"/>
              <a:gd name="connsiteX16823" fmla="*/ 1670946 w 2947832"/>
              <a:gd name="connsiteY16823" fmla="*/ 1005270 h 4821604"/>
              <a:gd name="connsiteX16824" fmla="*/ 1670946 w 2947832"/>
              <a:gd name="connsiteY16824" fmla="*/ 1003228 h 4821604"/>
              <a:gd name="connsiteX16825" fmla="*/ 1679161 w 2947832"/>
              <a:gd name="connsiteY16825" fmla="*/ 988996 h 4821604"/>
              <a:gd name="connsiteX16826" fmla="*/ 1680940 w 2947832"/>
              <a:gd name="connsiteY16826" fmla="*/ 988001 h 4821604"/>
              <a:gd name="connsiteX16827" fmla="*/ 936559 w 2947832"/>
              <a:gd name="connsiteY16827" fmla="*/ 987063 h 4821604"/>
              <a:gd name="connsiteX16828" fmla="*/ 953877 w 2947832"/>
              <a:gd name="connsiteY16828" fmla="*/ 987063 h 4821604"/>
              <a:gd name="connsiteX16829" fmla="*/ 955761 w 2947832"/>
              <a:gd name="connsiteY16829" fmla="*/ 988159 h 4821604"/>
              <a:gd name="connsiteX16830" fmla="*/ 964446 w 2947832"/>
              <a:gd name="connsiteY16830" fmla="*/ 1003175 h 4821604"/>
              <a:gd name="connsiteX16831" fmla="*/ 964446 w 2947832"/>
              <a:gd name="connsiteY16831" fmla="*/ 1005323 h 4821604"/>
              <a:gd name="connsiteX16832" fmla="*/ 955761 w 2947832"/>
              <a:gd name="connsiteY16832" fmla="*/ 1020341 h 4821604"/>
              <a:gd name="connsiteX16833" fmla="*/ 953877 w 2947832"/>
              <a:gd name="connsiteY16833" fmla="*/ 1021435 h 4821604"/>
              <a:gd name="connsiteX16834" fmla="*/ 936559 w 2947832"/>
              <a:gd name="connsiteY16834" fmla="*/ 1021435 h 4821604"/>
              <a:gd name="connsiteX16835" fmla="*/ 934675 w 2947832"/>
              <a:gd name="connsiteY16835" fmla="*/ 1020341 h 4821604"/>
              <a:gd name="connsiteX16836" fmla="*/ 925990 w 2947832"/>
              <a:gd name="connsiteY16836" fmla="*/ 1005323 h 4821604"/>
              <a:gd name="connsiteX16837" fmla="*/ 925990 w 2947832"/>
              <a:gd name="connsiteY16837" fmla="*/ 1003175 h 4821604"/>
              <a:gd name="connsiteX16838" fmla="*/ 934675 w 2947832"/>
              <a:gd name="connsiteY16838" fmla="*/ 988159 h 4821604"/>
              <a:gd name="connsiteX16839" fmla="*/ 936559 w 2947832"/>
              <a:gd name="connsiteY16839" fmla="*/ 987063 h 4821604"/>
              <a:gd name="connsiteX16840" fmla="*/ 1844027 w 2947832"/>
              <a:gd name="connsiteY16840" fmla="*/ 983608 h 4821604"/>
              <a:gd name="connsiteX16841" fmla="*/ 1864851 w 2947832"/>
              <a:gd name="connsiteY16841" fmla="*/ 983608 h 4821604"/>
              <a:gd name="connsiteX16842" fmla="*/ 1867101 w 2947832"/>
              <a:gd name="connsiteY16842" fmla="*/ 984917 h 4821604"/>
              <a:gd name="connsiteX16843" fmla="*/ 1877512 w 2947832"/>
              <a:gd name="connsiteY16843" fmla="*/ 1002968 h 4821604"/>
              <a:gd name="connsiteX16844" fmla="*/ 1877512 w 2947832"/>
              <a:gd name="connsiteY16844" fmla="*/ 1005530 h 4821604"/>
              <a:gd name="connsiteX16845" fmla="*/ 1867101 w 2947832"/>
              <a:gd name="connsiteY16845" fmla="*/ 1023583 h 4821604"/>
              <a:gd name="connsiteX16846" fmla="*/ 1864851 w 2947832"/>
              <a:gd name="connsiteY16846" fmla="*/ 1024890 h 4821604"/>
              <a:gd name="connsiteX16847" fmla="*/ 1844027 w 2947832"/>
              <a:gd name="connsiteY16847" fmla="*/ 1024890 h 4821604"/>
              <a:gd name="connsiteX16848" fmla="*/ 1841777 w 2947832"/>
              <a:gd name="connsiteY16848" fmla="*/ 1023583 h 4821604"/>
              <a:gd name="connsiteX16849" fmla="*/ 1831365 w 2947832"/>
              <a:gd name="connsiteY16849" fmla="*/ 1005530 h 4821604"/>
              <a:gd name="connsiteX16850" fmla="*/ 1831365 w 2947832"/>
              <a:gd name="connsiteY16850" fmla="*/ 1002968 h 4821604"/>
              <a:gd name="connsiteX16851" fmla="*/ 1841777 w 2947832"/>
              <a:gd name="connsiteY16851" fmla="*/ 984917 h 4821604"/>
              <a:gd name="connsiteX16852" fmla="*/ 1844027 w 2947832"/>
              <a:gd name="connsiteY16852" fmla="*/ 983608 h 4821604"/>
              <a:gd name="connsiteX16853" fmla="*/ 1761150 w 2947832"/>
              <a:gd name="connsiteY16853" fmla="*/ 983192 h 4821604"/>
              <a:gd name="connsiteX16854" fmla="*/ 1782497 w 2947832"/>
              <a:gd name="connsiteY16854" fmla="*/ 983192 h 4821604"/>
              <a:gd name="connsiteX16855" fmla="*/ 1784799 w 2947832"/>
              <a:gd name="connsiteY16855" fmla="*/ 984497 h 4821604"/>
              <a:gd name="connsiteX16856" fmla="*/ 1795473 w 2947832"/>
              <a:gd name="connsiteY16856" fmla="*/ 1002968 h 4821604"/>
              <a:gd name="connsiteX16857" fmla="*/ 1795473 w 2947832"/>
              <a:gd name="connsiteY16857" fmla="*/ 1005582 h 4821604"/>
              <a:gd name="connsiteX16858" fmla="*/ 1784799 w 2947832"/>
              <a:gd name="connsiteY16858" fmla="*/ 1024050 h 4821604"/>
              <a:gd name="connsiteX16859" fmla="*/ 1782497 w 2947832"/>
              <a:gd name="connsiteY16859" fmla="*/ 1025360 h 4821604"/>
              <a:gd name="connsiteX16860" fmla="*/ 1761150 w 2947832"/>
              <a:gd name="connsiteY16860" fmla="*/ 1025360 h 4821604"/>
              <a:gd name="connsiteX16861" fmla="*/ 1758848 w 2947832"/>
              <a:gd name="connsiteY16861" fmla="*/ 1024050 h 4821604"/>
              <a:gd name="connsiteX16862" fmla="*/ 1748174 w 2947832"/>
              <a:gd name="connsiteY16862" fmla="*/ 1005582 h 4821604"/>
              <a:gd name="connsiteX16863" fmla="*/ 1748174 w 2947832"/>
              <a:gd name="connsiteY16863" fmla="*/ 1002968 h 4821604"/>
              <a:gd name="connsiteX16864" fmla="*/ 1758848 w 2947832"/>
              <a:gd name="connsiteY16864" fmla="*/ 984497 h 4821604"/>
              <a:gd name="connsiteX16865" fmla="*/ 1761150 w 2947832"/>
              <a:gd name="connsiteY16865" fmla="*/ 983192 h 4821604"/>
              <a:gd name="connsiteX16866" fmla="*/ 2090253 w 2947832"/>
              <a:gd name="connsiteY16866" fmla="*/ 980208 h 4821604"/>
              <a:gd name="connsiteX16867" fmla="*/ 2114530 w 2947832"/>
              <a:gd name="connsiteY16867" fmla="*/ 980208 h 4821604"/>
              <a:gd name="connsiteX16868" fmla="*/ 2117147 w 2947832"/>
              <a:gd name="connsiteY16868" fmla="*/ 981725 h 4821604"/>
              <a:gd name="connsiteX16869" fmla="*/ 2129285 w 2947832"/>
              <a:gd name="connsiteY16869" fmla="*/ 1002757 h 4821604"/>
              <a:gd name="connsiteX16870" fmla="*/ 2129285 w 2947832"/>
              <a:gd name="connsiteY16870" fmla="*/ 1005743 h 4821604"/>
              <a:gd name="connsiteX16871" fmla="*/ 2117147 w 2947832"/>
              <a:gd name="connsiteY16871" fmla="*/ 1026772 h 4821604"/>
              <a:gd name="connsiteX16872" fmla="*/ 2114530 w 2947832"/>
              <a:gd name="connsiteY16872" fmla="*/ 1028292 h 4821604"/>
              <a:gd name="connsiteX16873" fmla="*/ 2090253 w 2947832"/>
              <a:gd name="connsiteY16873" fmla="*/ 1028292 h 4821604"/>
              <a:gd name="connsiteX16874" fmla="*/ 2087637 w 2947832"/>
              <a:gd name="connsiteY16874" fmla="*/ 1026772 h 4821604"/>
              <a:gd name="connsiteX16875" fmla="*/ 2075498 w 2947832"/>
              <a:gd name="connsiteY16875" fmla="*/ 1005743 h 4821604"/>
              <a:gd name="connsiteX16876" fmla="*/ 2075498 w 2947832"/>
              <a:gd name="connsiteY16876" fmla="*/ 1002757 h 4821604"/>
              <a:gd name="connsiteX16877" fmla="*/ 2087637 w 2947832"/>
              <a:gd name="connsiteY16877" fmla="*/ 981725 h 4821604"/>
              <a:gd name="connsiteX16878" fmla="*/ 2090253 w 2947832"/>
              <a:gd name="connsiteY16878" fmla="*/ 980208 h 4821604"/>
              <a:gd name="connsiteX16879" fmla="*/ 2006538 w 2947832"/>
              <a:gd name="connsiteY16879" fmla="*/ 978113 h 4821604"/>
              <a:gd name="connsiteX16880" fmla="*/ 2032961 w 2947832"/>
              <a:gd name="connsiteY16880" fmla="*/ 978113 h 4821604"/>
              <a:gd name="connsiteX16881" fmla="*/ 2035786 w 2947832"/>
              <a:gd name="connsiteY16881" fmla="*/ 979735 h 4821604"/>
              <a:gd name="connsiteX16882" fmla="*/ 2048971 w 2947832"/>
              <a:gd name="connsiteY16882" fmla="*/ 1002602 h 4821604"/>
              <a:gd name="connsiteX16883" fmla="*/ 2048971 w 2947832"/>
              <a:gd name="connsiteY16883" fmla="*/ 1005846 h 4821604"/>
              <a:gd name="connsiteX16884" fmla="*/ 2035786 w 2947832"/>
              <a:gd name="connsiteY16884" fmla="*/ 1028710 h 4821604"/>
              <a:gd name="connsiteX16885" fmla="*/ 2032961 w 2947832"/>
              <a:gd name="connsiteY16885" fmla="*/ 1030333 h 4821604"/>
              <a:gd name="connsiteX16886" fmla="*/ 2006538 w 2947832"/>
              <a:gd name="connsiteY16886" fmla="*/ 1030333 h 4821604"/>
              <a:gd name="connsiteX16887" fmla="*/ 2003712 w 2947832"/>
              <a:gd name="connsiteY16887" fmla="*/ 1028710 h 4821604"/>
              <a:gd name="connsiteX16888" fmla="*/ 1990527 w 2947832"/>
              <a:gd name="connsiteY16888" fmla="*/ 1005846 h 4821604"/>
              <a:gd name="connsiteX16889" fmla="*/ 1990527 w 2947832"/>
              <a:gd name="connsiteY16889" fmla="*/ 1002602 h 4821604"/>
              <a:gd name="connsiteX16890" fmla="*/ 2003712 w 2947832"/>
              <a:gd name="connsiteY16890" fmla="*/ 979735 h 4821604"/>
              <a:gd name="connsiteX16891" fmla="*/ 2006538 w 2947832"/>
              <a:gd name="connsiteY16891" fmla="*/ 978113 h 4821604"/>
              <a:gd name="connsiteX16892" fmla="*/ 848763 w 2947832"/>
              <a:gd name="connsiteY16892" fmla="*/ 976911 h 4821604"/>
              <a:gd name="connsiteX16893" fmla="*/ 876389 w 2947832"/>
              <a:gd name="connsiteY16893" fmla="*/ 976911 h 4821604"/>
              <a:gd name="connsiteX16894" fmla="*/ 879371 w 2947832"/>
              <a:gd name="connsiteY16894" fmla="*/ 978636 h 4821604"/>
              <a:gd name="connsiteX16895" fmla="*/ 893184 w 2947832"/>
              <a:gd name="connsiteY16895" fmla="*/ 1002547 h 4821604"/>
              <a:gd name="connsiteX16896" fmla="*/ 893184 w 2947832"/>
              <a:gd name="connsiteY16896" fmla="*/ 1005948 h 4821604"/>
              <a:gd name="connsiteX16897" fmla="*/ 879371 w 2947832"/>
              <a:gd name="connsiteY16897" fmla="*/ 1029858 h 4821604"/>
              <a:gd name="connsiteX16898" fmla="*/ 876389 w 2947832"/>
              <a:gd name="connsiteY16898" fmla="*/ 1031587 h 4821604"/>
              <a:gd name="connsiteX16899" fmla="*/ 848763 w 2947832"/>
              <a:gd name="connsiteY16899" fmla="*/ 1031587 h 4821604"/>
              <a:gd name="connsiteX16900" fmla="*/ 845780 w 2947832"/>
              <a:gd name="connsiteY16900" fmla="*/ 1029858 h 4821604"/>
              <a:gd name="connsiteX16901" fmla="*/ 831968 w 2947832"/>
              <a:gd name="connsiteY16901" fmla="*/ 1005948 h 4821604"/>
              <a:gd name="connsiteX16902" fmla="*/ 831968 w 2947832"/>
              <a:gd name="connsiteY16902" fmla="*/ 1002547 h 4821604"/>
              <a:gd name="connsiteX16903" fmla="*/ 845780 w 2947832"/>
              <a:gd name="connsiteY16903" fmla="*/ 978636 h 4821604"/>
              <a:gd name="connsiteX16904" fmla="*/ 848763 w 2947832"/>
              <a:gd name="connsiteY16904" fmla="*/ 976911 h 4821604"/>
              <a:gd name="connsiteX16905" fmla="*/ 1923085 w 2947832"/>
              <a:gd name="connsiteY16905" fmla="*/ 976546 h 4821604"/>
              <a:gd name="connsiteX16906" fmla="*/ 1951077 w 2947832"/>
              <a:gd name="connsiteY16906" fmla="*/ 976546 h 4821604"/>
              <a:gd name="connsiteX16907" fmla="*/ 1954059 w 2947832"/>
              <a:gd name="connsiteY16907" fmla="*/ 978269 h 4821604"/>
              <a:gd name="connsiteX16908" fmla="*/ 1968029 w 2947832"/>
              <a:gd name="connsiteY16908" fmla="*/ 1002496 h 4821604"/>
              <a:gd name="connsiteX16909" fmla="*/ 1968029 w 2947832"/>
              <a:gd name="connsiteY16909" fmla="*/ 1005948 h 4821604"/>
              <a:gd name="connsiteX16910" fmla="*/ 1954059 w 2947832"/>
              <a:gd name="connsiteY16910" fmla="*/ 1030172 h 4821604"/>
              <a:gd name="connsiteX16911" fmla="*/ 1951077 w 2947832"/>
              <a:gd name="connsiteY16911" fmla="*/ 1031900 h 4821604"/>
              <a:gd name="connsiteX16912" fmla="*/ 1923085 w 2947832"/>
              <a:gd name="connsiteY16912" fmla="*/ 1031900 h 4821604"/>
              <a:gd name="connsiteX16913" fmla="*/ 1920102 w 2947832"/>
              <a:gd name="connsiteY16913" fmla="*/ 1030172 h 4821604"/>
              <a:gd name="connsiteX16914" fmla="*/ 1906133 w 2947832"/>
              <a:gd name="connsiteY16914" fmla="*/ 1005948 h 4821604"/>
              <a:gd name="connsiteX16915" fmla="*/ 1906133 w 2947832"/>
              <a:gd name="connsiteY16915" fmla="*/ 1002496 h 4821604"/>
              <a:gd name="connsiteX16916" fmla="*/ 1920102 w 2947832"/>
              <a:gd name="connsiteY16916" fmla="*/ 978269 h 4821604"/>
              <a:gd name="connsiteX16917" fmla="*/ 1923085 w 2947832"/>
              <a:gd name="connsiteY16917" fmla="*/ 976546 h 4821604"/>
              <a:gd name="connsiteX16918" fmla="*/ 514898 w 2947832"/>
              <a:gd name="connsiteY16918" fmla="*/ 970579 h 4821604"/>
              <a:gd name="connsiteX16919" fmla="*/ 548907 w 2947832"/>
              <a:gd name="connsiteY16919" fmla="*/ 970579 h 4821604"/>
              <a:gd name="connsiteX16920" fmla="*/ 552570 w 2947832"/>
              <a:gd name="connsiteY16920" fmla="*/ 972672 h 4821604"/>
              <a:gd name="connsiteX16921" fmla="*/ 569574 w 2947832"/>
              <a:gd name="connsiteY16921" fmla="*/ 1002129 h 4821604"/>
              <a:gd name="connsiteX16922" fmla="*/ 569574 w 2947832"/>
              <a:gd name="connsiteY16922" fmla="*/ 1006314 h 4821604"/>
              <a:gd name="connsiteX16923" fmla="*/ 552570 w 2947832"/>
              <a:gd name="connsiteY16923" fmla="*/ 1035772 h 4821604"/>
              <a:gd name="connsiteX16924" fmla="*/ 548907 w 2947832"/>
              <a:gd name="connsiteY16924" fmla="*/ 1037863 h 4821604"/>
              <a:gd name="connsiteX16925" fmla="*/ 514898 w 2947832"/>
              <a:gd name="connsiteY16925" fmla="*/ 1037863 h 4821604"/>
              <a:gd name="connsiteX16926" fmla="*/ 511235 w 2947832"/>
              <a:gd name="connsiteY16926" fmla="*/ 1035772 h 4821604"/>
              <a:gd name="connsiteX16927" fmla="*/ 494231 w 2947832"/>
              <a:gd name="connsiteY16927" fmla="*/ 1006314 h 4821604"/>
              <a:gd name="connsiteX16928" fmla="*/ 494231 w 2947832"/>
              <a:gd name="connsiteY16928" fmla="*/ 1002129 h 4821604"/>
              <a:gd name="connsiteX16929" fmla="*/ 511235 w 2947832"/>
              <a:gd name="connsiteY16929" fmla="*/ 972672 h 4821604"/>
              <a:gd name="connsiteX16930" fmla="*/ 514898 w 2947832"/>
              <a:gd name="connsiteY16930" fmla="*/ 970579 h 4821604"/>
              <a:gd name="connsiteX16931" fmla="*/ 1188697 w 2947832"/>
              <a:gd name="connsiteY16931" fmla="*/ 912764 h 4821604"/>
              <a:gd name="connsiteX16932" fmla="*/ 1197644 w 2947832"/>
              <a:gd name="connsiteY16932" fmla="*/ 912764 h 4821604"/>
              <a:gd name="connsiteX16933" fmla="*/ 1198586 w 2947832"/>
              <a:gd name="connsiteY16933" fmla="*/ 913339 h 4821604"/>
              <a:gd name="connsiteX16934" fmla="*/ 1203033 w 2947832"/>
              <a:gd name="connsiteY16934" fmla="*/ 921082 h 4821604"/>
              <a:gd name="connsiteX16935" fmla="*/ 1203033 w 2947832"/>
              <a:gd name="connsiteY16935" fmla="*/ 922180 h 4821604"/>
              <a:gd name="connsiteX16936" fmla="*/ 1198586 w 2947832"/>
              <a:gd name="connsiteY16936" fmla="*/ 929924 h 4821604"/>
              <a:gd name="connsiteX16937" fmla="*/ 1197644 w 2947832"/>
              <a:gd name="connsiteY16937" fmla="*/ 930503 h 4821604"/>
              <a:gd name="connsiteX16938" fmla="*/ 1188697 w 2947832"/>
              <a:gd name="connsiteY16938" fmla="*/ 930503 h 4821604"/>
              <a:gd name="connsiteX16939" fmla="*/ 1187755 w 2947832"/>
              <a:gd name="connsiteY16939" fmla="*/ 929924 h 4821604"/>
              <a:gd name="connsiteX16940" fmla="*/ 1183308 w 2947832"/>
              <a:gd name="connsiteY16940" fmla="*/ 922180 h 4821604"/>
              <a:gd name="connsiteX16941" fmla="*/ 1183308 w 2947832"/>
              <a:gd name="connsiteY16941" fmla="*/ 921082 h 4821604"/>
              <a:gd name="connsiteX16942" fmla="*/ 1187755 w 2947832"/>
              <a:gd name="connsiteY16942" fmla="*/ 913339 h 4821604"/>
              <a:gd name="connsiteX16943" fmla="*/ 1188697 w 2947832"/>
              <a:gd name="connsiteY16943" fmla="*/ 912764 h 4821604"/>
              <a:gd name="connsiteX16944" fmla="*/ 1105506 w 2947832"/>
              <a:gd name="connsiteY16944" fmla="*/ 911767 h 4821604"/>
              <a:gd name="connsiteX16945" fmla="*/ 1115447 w 2947832"/>
              <a:gd name="connsiteY16945" fmla="*/ 911767 h 4821604"/>
              <a:gd name="connsiteX16946" fmla="*/ 1116494 w 2947832"/>
              <a:gd name="connsiteY16946" fmla="*/ 912401 h 4821604"/>
              <a:gd name="connsiteX16947" fmla="*/ 1121464 w 2947832"/>
              <a:gd name="connsiteY16947" fmla="*/ 920978 h 4821604"/>
              <a:gd name="connsiteX16948" fmla="*/ 1121464 w 2947832"/>
              <a:gd name="connsiteY16948" fmla="*/ 922180 h 4821604"/>
              <a:gd name="connsiteX16949" fmla="*/ 1116494 w 2947832"/>
              <a:gd name="connsiteY16949" fmla="*/ 930763 h 4821604"/>
              <a:gd name="connsiteX16950" fmla="*/ 1115447 w 2947832"/>
              <a:gd name="connsiteY16950" fmla="*/ 931390 h 4821604"/>
              <a:gd name="connsiteX16951" fmla="*/ 1105506 w 2947832"/>
              <a:gd name="connsiteY16951" fmla="*/ 931390 h 4821604"/>
              <a:gd name="connsiteX16952" fmla="*/ 1104459 w 2947832"/>
              <a:gd name="connsiteY16952" fmla="*/ 930763 h 4821604"/>
              <a:gd name="connsiteX16953" fmla="*/ 1099489 w 2947832"/>
              <a:gd name="connsiteY16953" fmla="*/ 922180 h 4821604"/>
              <a:gd name="connsiteX16954" fmla="*/ 1099489 w 2947832"/>
              <a:gd name="connsiteY16954" fmla="*/ 920978 h 4821604"/>
              <a:gd name="connsiteX16955" fmla="*/ 1104459 w 2947832"/>
              <a:gd name="connsiteY16955" fmla="*/ 912401 h 4821604"/>
              <a:gd name="connsiteX16956" fmla="*/ 1105506 w 2947832"/>
              <a:gd name="connsiteY16956" fmla="*/ 911767 h 4821604"/>
              <a:gd name="connsiteX16957" fmla="*/ 1270580 w 2947832"/>
              <a:gd name="connsiteY16957" fmla="*/ 911196 h 4821604"/>
              <a:gd name="connsiteX16958" fmla="*/ 1281097 w 2947832"/>
              <a:gd name="connsiteY16958" fmla="*/ 911196 h 4821604"/>
              <a:gd name="connsiteX16959" fmla="*/ 1282248 w 2947832"/>
              <a:gd name="connsiteY16959" fmla="*/ 911820 h 4821604"/>
              <a:gd name="connsiteX16960" fmla="*/ 1287533 w 2947832"/>
              <a:gd name="connsiteY16960" fmla="*/ 920928 h 4821604"/>
              <a:gd name="connsiteX16961" fmla="*/ 1287533 w 2947832"/>
              <a:gd name="connsiteY16961" fmla="*/ 922233 h 4821604"/>
              <a:gd name="connsiteX16962" fmla="*/ 1282248 w 2947832"/>
              <a:gd name="connsiteY16962" fmla="*/ 931338 h 4821604"/>
              <a:gd name="connsiteX16963" fmla="*/ 1281097 w 2947832"/>
              <a:gd name="connsiteY16963" fmla="*/ 931966 h 4821604"/>
              <a:gd name="connsiteX16964" fmla="*/ 1270580 w 2947832"/>
              <a:gd name="connsiteY16964" fmla="*/ 931966 h 4821604"/>
              <a:gd name="connsiteX16965" fmla="*/ 1269429 w 2947832"/>
              <a:gd name="connsiteY16965" fmla="*/ 931338 h 4821604"/>
              <a:gd name="connsiteX16966" fmla="*/ 1264145 w 2947832"/>
              <a:gd name="connsiteY16966" fmla="*/ 922233 h 4821604"/>
              <a:gd name="connsiteX16967" fmla="*/ 1264145 w 2947832"/>
              <a:gd name="connsiteY16967" fmla="*/ 920928 h 4821604"/>
              <a:gd name="connsiteX16968" fmla="*/ 1269429 w 2947832"/>
              <a:gd name="connsiteY16968" fmla="*/ 911820 h 4821604"/>
              <a:gd name="connsiteX16969" fmla="*/ 1270580 w 2947832"/>
              <a:gd name="connsiteY16969" fmla="*/ 911196 h 4821604"/>
              <a:gd name="connsiteX16970" fmla="*/ 1352307 w 2947832"/>
              <a:gd name="connsiteY16970" fmla="*/ 909257 h 4821604"/>
              <a:gd name="connsiteX16971" fmla="*/ 1364759 w 2947832"/>
              <a:gd name="connsiteY16971" fmla="*/ 909257 h 4821604"/>
              <a:gd name="connsiteX16972" fmla="*/ 1366120 w 2947832"/>
              <a:gd name="connsiteY16972" fmla="*/ 910043 h 4821604"/>
              <a:gd name="connsiteX16973" fmla="*/ 1372346 w 2947832"/>
              <a:gd name="connsiteY16973" fmla="*/ 920820 h 4821604"/>
              <a:gd name="connsiteX16974" fmla="*/ 1372346 w 2947832"/>
              <a:gd name="connsiteY16974" fmla="*/ 922337 h 4821604"/>
              <a:gd name="connsiteX16975" fmla="*/ 1366120 w 2947832"/>
              <a:gd name="connsiteY16975" fmla="*/ 933118 h 4821604"/>
              <a:gd name="connsiteX16976" fmla="*/ 1364759 w 2947832"/>
              <a:gd name="connsiteY16976" fmla="*/ 933899 h 4821604"/>
              <a:gd name="connsiteX16977" fmla="*/ 1352307 w 2947832"/>
              <a:gd name="connsiteY16977" fmla="*/ 933899 h 4821604"/>
              <a:gd name="connsiteX16978" fmla="*/ 1350947 w 2947832"/>
              <a:gd name="connsiteY16978" fmla="*/ 933118 h 4821604"/>
              <a:gd name="connsiteX16979" fmla="*/ 1344720 w 2947832"/>
              <a:gd name="connsiteY16979" fmla="*/ 922337 h 4821604"/>
              <a:gd name="connsiteX16980" fmla="*/ 1344720 w 2947832"/>
              <a:gd name="connsiteY16980" fmla="*/ 920820 h 4821604"/>
              <a:gd name="connsiteX16981" fmla="*/ 1350947 w 2947832"/>
              <a:gd name="connsiteY16981" fmla="*/ 910043 h 4821604"/>
              <a:gd name="connsiteX16982" fmla="*/ 1352307 w 2947832"/>
              <a:gd name="connsiteY16982" fmla="*/ 909257 h 4821604"/>
              <a:gd name="connsiteX16983" fmla="*/ 1434924 w 2947832"/>
              <a:gd name="connsiteY16983" fmla="*/ 909207 h 4821604"/>
              <a:gd name="connsiteX16984" fmla="*/ 1447429 w 2947832"/>
              <a:gd name="connsiteY16984" fmla="*/ 909207 h 4821604"/>
              <a:gd name="connsiteX16985" fmla="*/ 1448789 w 2947832"/>
              <a:gd name="connsiteY16985" fmla="*/ 909991 h 4821604"/>
              <a:gd name="connsiteX16986" fmla="*/ 1455015 w 2947832"/>
              <a:gd name="connsiteY16986" fmla="*/ 920820 h 4821604"/>
              <a:gd name="connsiteX16987" fmla="*/ 1455015 w 2947832"/>
              <a:gd name="connsiteY16987" fmla="*/ 922389 h 4821604"/>
              <a:gd name="connsiteX16988" fmla="*/ 1448789 w 2947832"/>
              <a:gd name="connsiteY16988" fmla="*/ 933224 h 4821604"/>
              <a:gd name="connsiteX16989" fmla="*/ 1447429 w 2947832"/>
              <a:gd name="connsiteY16989" fmla="*/ 934006 h 4821604"/>
              <a:gd name="connsiteX16990" fmla="*/ 1434924 w 2947832"/>
              <a:gd name="connsiteY16990" fmla="*/ 934006 h 4821604"/>
              <a:gd name="connsiteX16991" fmla="*/ 1433563 w 2947832"/>
              <a:gd name="connsiteY16991" fmla="*/ 933224 h 4821604"/>
              <a:gd name="connsiteX16992" fmla="*/ 1427337 w 2947832"/>
              <a:gd name="connsiteY16992" fmla="*/ 922389 h 4821604"/>
              <a:gd name="connsiteX16993" fmla="*/ 1427337 w 2947832"/>
              <a:gd name="connsiteY16993" fmla="*/ 920820 h 4821604"/>
              <a:gd name="connsiteX16994" fmla="*/ 1433563 w 2947832"/>
              <a:gd name="connsiteY16994" fmla="*/ 909991 h 4821604"/>
              <a:gd name="connsiteX16995" fmla="*/ 1434924 w 2947832"/>
              <a:gd name="connsiteY16995" fmla="*/ 909207 h 4821604"/>
              <a:gd name="connsiteX16996" fmla="*/ 690856 w 2947832"/>
              <a:gd name="connsiteY16996" fmla="*/ 908996 h 4821604"/>
              <a:gd name="connsiteX16997" fmla="*/ 703622 w 2947832"/>
              <a:gd name="connsiteY16997" fmla="*/ 908996 h 4821604"/>
              <a:gd name="connsiteX16998" fmla="*/ 704983 w 2947832"/>
              <a:gd name="connsiteY16998" fmla="*/ 909782 h 4821604"/>
              <a:gd name="connsiteX16999" fmla="*/ 711366 w 2947832"/>
              <a:gd name="connsiteY16999" fmla="*/ 920824 h 4821604"/>
              <a:gd name="connsiteX17000" fmla="*/ 711366 w 2947832"/>
              <a:gd name="connsiteY17000" fmla="*/ 922394 h 4821604"/>
              <a:gd name="connsiteX17001" fmla="*/ 704983 w 2947832"/>
              <a:gd name="connsiteY17001" fmla="*/ 933431 h 4821604"/>
              <a:gd name="connsiteX17002" fmla="*/ 703622 w 2947832"/>
              <a:gd name="connsiteY17002" fmla="*/ 934218 h 4821604"/>
              <a:gd name="connsiteX17003" fmla="*/ 690856 w 2947832"/>
              <a:gd name="connsiteY17003" fmla="*/ 934218 h 4821604"/>
              <a:gd name="connsiteX17004" fmla="*/ 689495 w 2947832"/>
              <a:gd name="connsiteY17004" fmla="*/ 933431 h 4821604"/>
              <a:gd name="connsiteX17005" fmla="*/ 683112 w 2947832"/>
              <a:gd name="connsiteY17005" fmla="*/ 922394 h 4821604"/>
              <a:gd name="connsiteX17006" fmla="*/ 683112 w 2947832"/>
              <a:gd name="connsiteY17006" fmla="*/ 920824 h 4821604"/>
              <a:gd name="connsiteX17007" fmla="*/ 689495 w 2947832"/>
              <a:gd name="connsiteY17007" fmla="*/ 909782 h 4821604"/>
              <a:gd name="connsiteX17008" fmla="*/ 690856 w 2947832"/>
              <a:gd name="connsiteY17008" fmla="*/ 908996 h 4821604"/>
              <a:gd name="connsiteX17009" fmla="*/ 608136 w 2947832"/>
              <a:gd name="connsiteY17009" fmla="*/ 908789 h 4821604"/>
              <a:gd name="connsiteX17010" fmla="*/ 621111 w 2947832"/>
              <a:gd name="connsiteY17010" fmla="*/ 908789 h 4821604"/>
              <a:gd name="connsiteX17011" fmla="*/ 622524 w 2947832"/>
              <a:gd name="connsiteY17011" fmla="*/ 909574 h 4821604"/>
              <a:gd name="connsiteX17012" fmla="*/ 629012 w 2947832"/>
              <a:gd name="connsiteY17012" fmla="*/ 920768 h 4821604"/>
              <a:gd name="connsiteX17013" fmla="*/ 629012 w 2947832"/>
              <a:gd name="connsiteY17013" fmla="*/ 922394 h 4821604"/>
              <a:gd name="connsiteX17014" fmla="*/ 622524 w 2947832"/>
              <a:gd name="connsiteY17014" fmla="*/ 933591 h 4821604"/>
              <a:gd name="connsiteX17015" fmla="*/ 621111 w 2947832"/>
              <a:gd name="connsiteY17015" fmla="*/ 934370 h 4821604"/>
              <a:gd name="connsiteX17016" fmla="*/ 608136 w 2947832"/>
              <a:gd name="connsiteY17016" fmla="*/ 934370 h 4821604"/>
              <a:gd name="connsiteX17017" fmla="*/ 606723 w 2947832"/>
              <a:gd name="connsiteY17017" fmla="*/ 933591 h 4821604"/>
              <a:gd name="connsiteX17018" fmla="*/ 600235 w 2947832"/>
              <a:gd name="connsiteY17018" fmla="*/ 922394 h 4821604"/>
              <a:gd name="connsiteX17019" fmla="*/ 600235 w 2947832"/>
              <a:gd name="connsiteY17019" fmla="*/ 920768 h 4821604"/>
              <a:gd name="connsiteX17020" fmla="*/ 606723 w 2947832"/>
              <a:gd name="connsiteY17020" fmla="*/ 909574 h 4821604"/>
              <a:gd name="connsiteX17021" fmla="*/ 608136 w 2947832"/>
              <a:gd name="connsiteY17021" fmla="*/ 908789 h 4821604"/>
              <a:gd name="connsiteX17022" fmla="*/ 1517330 w 2947832"/>
              <a:gd name="connsiteY17022" fmla="*/ 908787 h 4821604"/>
              <a:gd name="connsiteX17023" fmla="*/ 1530305 w 2947832"/>
              <a:gd name="connsiteY17023" fmla="*/ 908787 h 4821604"/>
              <a:gd name="connsiteX17024" fmla="*/ 1531718 w 2947832"/>
              <a:gd name="connsiteY17024" fmla="*/ 909571 h 4821604"/>
              <a:gd name="connsiteX17025" fmla="*/ 1538206 w 2947832"/>
              <a:gd name="connsiteY17025" fmla="*/ 920766 h 4821604"/>
              <a:gd name="connsiteX17026" fmla="*/ 1538206 w 2947832"/>
              <a:gd name="connsiteY17026" fmla="*/ 922389 h 4821604"/>
              <a:gd name="connsiteX17027" fmla="*/ 1531718 w 2947832"/>
              <a:gd name="connsiteY17027" fmla="*/ 933585 h 4821604"/>
              <a:gd name="connsiteX17028" fmla="*/ 1530305 w 2947832"/>
              <a:gd name="connsiteY17028" fmla="*/ 934370 h 4821604"/>
              <a:gd name="connsiteX17029" fmla="*/ 1517330 w 2947832"/>
              <a:gd name="connsiteY17029" fmla="*/ 934370 h 4821604"/>
              <a:gd name="connsiteX17030" fmla="*/ 1515917 w 2947832"/>
              <a:gd name="connsiteY17030" fmla="*/ 933585 h 4821604"/>
              <a:gd name="connsiteX17031" fmla="*/ 1509429 w 2947832"/>
              <a:gd name="connsiteY17031" fmla="*/ 922389 h 4821604"/>
              <a:gd name="connsiteX17032" fmla="*/ 1509429 w 2947832"/>
              <a:gd name="connsiteY17032" fmla="*/ 920766 h 4821604"/>
              <a:gd name="connsiteX17033" fmla="*/ 1515917 w 2947832"/>
              <a:gd name="connsiteY17033" fmla="*/ 909571 h 4821604"/>
              <a:gd name="connsiteX17034" fmla="*/ 1517330 w 2947832"/>
              <a:gd name="connsiteY17034" fmla="*/ 908787 h 4821604"/>
              <a:gd name="connsiteX17035" fmla="*/ 1599894 w 2947832"/>
              <a:gd name="connsiteY17035" fmla="*/ 908630 h 4821604"/>
              <a:gd name="connsiteX17036" fmla="*/ 1613027 w 2947832"/>
              <a:gd name="connsiteY17036" fmla="*/ 908630 h 4821604"/>
              <a:gd name="connsiteX17037" fmla="*/ 1614440 w 2947832"/>
              <a:gd name="connsiteY17037" fmla="*/ 909412 h 4821604"/>
              <a:gd name="connsiteX17038" fmla="*/ 1620980 w 2947832"/>
              <a:gd name="connsiteY17038" fmla="*/ 920766 h 4821604"/>
              <a:gd name="connsiteX17039" fmla="*/ 1620980 w 2947832"/>
              <a:gd name="connsiteY17039" fmla="*/ 922389 h 4821604"/>
              <a:gd name="connsiteX17040" fmla="*/ 1614440 w 2947832"/>
              <a:gd name="connsiteY17040" fmla="*/ 933745 h 4821604"/>
              <a:gd name="connsiteX17041" fmla="*/ 1613027 w 2947832"/>
              <a:gd name="connsiteY17041" fmla="*/ 934527 h 4821604"/>
              <a:gd name="connsiteX17042" fmla="*/ 1599894 w 2947832"/>
              <a:gd name="connsiteY17042" fmla="*/ 934527 h 4821604"/>
              <a:gd name="connsiteX17043" fmla="*/ 1598482 w 2947832"/>
              <a:gd name="connsiteY17043" fmla="*/ 933745 h 4821604"/>
              <a:gd name="connsiteX17044" fmla="*/ 1591941 w 2947832"/>
              <a:gd name="connsiteY17044" fmla="*/ 922389 h 4821604"/>
              <a:gd name="connsiteX17045" fmla="*/ 1591941 w 2947832"/>
              <a:gd name="connsiteY17045" fmla="*/ 920766 h 4821604"/>
              <a:gd name="connsiteX17046" fmla="*/ 1598482 w 2947832"/>
              <a:gd name="connsiteY17046" fmla="*/ 909412 h 4821604"/>
              <a:gd name="connsiteX17047" fmla="*/ 1599894 w 2947832"/>
              <a:gd name="connsiteY17047" fmla="*/ 908630 h 4821604"/>
              <a:gd name="connsiteX17048" fmla="*/ 1021268 w 2947832"/>
              <a:gd name="connsiteY17048" fmla="*/ 908577 h 4821604"/>
              <a:gd name="connsiteX17049" fmla="*/ 1034452 w 2947832"/>
              <a:gd name="connsiteY17049" fmla="*/ 908577 h 4821604"/>
              <a:gd name="connsiteX17050" fmla="*/ 1035865 w 2947832"/>
              <a:gd name="connsiteY17050" fmla="*/ 909414 h 4821604"/>
              <a:gd name="connsiteX17051" fmla="*/ 1042458 w 2947832"/>
              <a:gd name="connsiteY17051" fmla="*/ 920824 h 4821604"/>
              <a:gd name="connsiteX17052" fmla="*/ 1042458 w 2947832"/>
              <a:gd name="connsiteY17052" fmla="*/ 922443 h 4821604"/>
              <a:gd name="connsiteX17053" fmla="*/ 1035865 w 2947832"/>
              <a:gd name="connsiteY17053" fmla="*/ 933847 h 4821604"/>
              <a:gd name="connsiteX17054" fmla="*/ 1034452 w 2947832"/>
              <a:gd name="connsiteY17054" fmla="*/ 934685 h 4821604"/>
              <a:gd name="connsiteX17055" fmla="*/ 1021268 w 2947832"/>
              <a:gd name="connsiteY17055" fmla="*/ 934685 h 4821604"/>
              <a:gd name="connsiteX17056" fmla="*/ 1019855 w 2947832"/>
              <a:gd name="connsiteY17056" fmla="*/ 933847 h 4821604"/>
              <a:gd name="connsiteX17057" fmla="*/ 1013262 w 2947832"/>
              <a:gd name="connsiteY17057" fmla="*/ 922443 h 4821604"/>
              <a:gd name="connsiteX17058" fmla="*/ 1013262 w 2947832"/>
              <a:gd name="connsiteY17058" fmla="*/ 920824 h 4821604"/>
              <a:gd name="connsiteX17059" fmla="*/ 1019855 w 2947832"/>
              <a:gd name="connsiteY17059" fmla="*/ 909414 h 4821604"/>
              <a:gd name="connsiteX17060" fmla="*/ 1021268 w 2947832"/>
              <a:gd name="connsiteY17060" fmla="*/ 908577 h 4821604"/>
              <a:gd name="connsiteX17061" fmla="*/ 1682143 w 2947832"/>
              <a:gd name="connsiteY17061" fmla="*/ 907849 h 4821604"/>
              <a:gd name="connsiteX17062" fmla="*/ 1696061 w 2947832"/>
              <a:gd name="connsiteY17062" fmla="*/ 907849 h 4821604"/>
              <a:gd name="connsiteX17063" fmla="*/ 1697526 w 2947832"/>
              <a:gd name="connsiteY17063" fmla="*/ 908682 h 4821604"/>
              <a:gd name="connsiteX17064" fmla="*/ 1704485 w 2947832"/>
              <a:gd name="connsiteY17064" fmla="*/ 920714 h 4821604"/>
              <a:gd name="connsiteX17065" fmla="*/ 1704485 w 2947832"/>
              <a:gd name="connsiteY17065" fmla="*/ 922445 h 4821604"/>
              <a:gd name="connsiteX17066" fmla="*/ 1697526 w 2947832"/>
              <a:gd name="connsiteY17066" fmla="*/ 934476 h 4821604"/>
              <a:gd name="connsiteX17067" fmla="*/ 1696061 w 2947832"/>
              <a:gd name="connsiteY17067" fmla="*/ 935314 h 4821604"/>
              <a:gd name="connsiteX17068" fmla="*/ 1682143 w 2947832"/>
              <a:gd name="connsiteY17068" fmla="*/ 935314 h 4821604"/>
              <a:gd name="connsiteX17069" fmla="*/ 1680678 w 2947832"/>
              <a:gd name="connsiteY17069" fmla="*/ 934476 h 4821604"/>
              <a:gd name="connsiteX17070" fmla="*/ 1673719 w 2947832"/>
              <a:gd name="connsiteY17070" fmla="*/ 922445 h 4821604"/>
              <a:gd name="connsiteX17071" fmla="*/ 1673719 w 2947832"/>
              <a:gd name="connsiteY17071" fmla="*/ 920714 h 4821604"/>
              <a:gd name="connsiteX17072" fmla="*/ 1680678 w 2947832"/>
              <a:gd name="connsiteY17072" fmla="*/ 908682 h 4821604"/>
              <a:gd name="connsiteX17073" fmla="*/ 1682143 w 2947832"/>
              <a:gd name="connsiteY17073" fmla="*/ 907849 h 4821604"/>
              <a:gd name="connsiteX17074" fmla="*/ 1764341 w 2947832"/>
              <a:gd name="connsiteY17074" fmla="*/ 906851 h 4821604"/>
              <a:gd name="connsiteX17075" fmla="*/ 1779200 w 2947832"/>
              <a:gd name="connsiteY17075" fmla="*/ 906851 h 4821604"/>
              <a:gd name="connsiteX17076" fmla="*/ 1780770 w 2947832"/>
              <a:gd name="connsiteY17076" fmla="*/ 907792 h 4821604"/>
              <a:gd name="connsiteX17077" fmla="*/ 1788200 w 2947832"/>
              <a:gd name="connsiteY17077" fmla="*/ 920663 h 4821604"/>
              <a:gd name="connsiteX17078" fmla="*/ 1788200 w 2947832"/>
              <a:gd name="connsiteY17078" fmla="*/ 922495 h 4821604"/>
              <a:gd name="connsiteX17079" fmla="*/ 1780770 w 2947832"/>
              <a:gd name="connsiteY17079" fmla="*/ 935366 h 4821604"/>
              <a:gd name="connsiteX17080" fmla="*/ 1779200 w 2947832"/>
              <a:gd name="connsiteY17080" fmla="*/ 936308 h 4821604"/>
              <a:gd name="connsiteX17081" fmla="*/ 1764341 w 2947832"/>
              <a:gd name="connsiteY17081" fmla="*/ 936308 h 4821604"/>
              <a:gd name="connsiteX17082" fmla="*/ 1762771 w 2947832"/>
              <a:gd name="connsiteY17082" fmla="*/ 935366 h 4821604"/>
              <a:gd name="connsiteX17083" fmla="*/ 1755341 w 2947832"/>
              <a:gd name="connsiteY17083" fmla="*/ 922495 h 4821604"/>
              <a:gd name="connsiteX17084" fmla="*/ 1755341 w 2947832"/>
              <a:gd name="connsiteY17084" fmla="*/ 920663 h 4821604"/>
              <a:gd name="connsiteX17085" fmla="*/ 1762771 w 2947832"/>
              <a:gd name="connsiteY17085" fmla="*/ 907792 h 4821604"/>
              <a:gd name="connsiteX17086" fmla="*/ 1764341 w 2947832"/>
              <a:gd name="connsiteY17086" fmla="*/ 906851 h 4821604"/>
              <a:gd name="connsiteX17087" fmla="*/ 772268 w 2947832"/>
              <a:gd name="connsiteY17087" fmla="*/ 906538 h 4821604"/>
              <a:gd name="connsiteX17088" fmla="*/ 787494 w 2947832"/>
              <a:gd name="connsiteY17088" fmla="*/ 906538 h 4821604"/>
              <a:gd name="connsiteX17089" fmla="*/ 789116 w 2947832"/>
              <a:gd name="connsiteY17089" fmla="*/ 907482 h 4821604"/>
              <a:gd name="connsiteX17090" fmla="*/ 796755 w 2947832"/>
              <a:gd name="connsiteY17090" fmla="*/ 920667 h 4821604"/>
              <a:gd name="connsiteX17091" fmla="*/ 796755 w 2947832"/>
              <a:gd name="connsiteY17091" fmla="*/ 922547 h 4821604"/>
              <a:gd name="connsiteX17092" fmla="*/ 789116 w 2947832"/>
              <a:gd name="connsiteY17092" fmla="*/ 935736 h 4821604"/>
              <a:gd name="connsiteX17093" fmla="*/ 787494 w 2947832"/>
              <a:gd name="connsiteY17093" fmla="*/ 936674 h 4821604"/>
              <a:gd name="connsiteX17094" fmla="*/ 772268 w 2947832"/>
              <a:gd name="connsiteY17094" fmla="*/ 936674 h 4821604"/>
              <a:gd name="connsiteX17095" fmla="*/ 770646 w 2947832"/>
              <a:gd name="connsiteY17095" fmla="*/ 935736 h 4821604"/>
              <a:gd name="connsiteX17096" fmla="*/ 763007 w 2947832"/>
              <a:gd name="connsiteY17096" fmla="*/ 922547 h 4821604"/>
              <a:gd name="connsiteX17097" fmla="*/ 763007 w 2947832"/>
              <a:gd name="connsiteY17097" fmla="*/ 920667 h 4821604"/>
              <a:gd name="connsiteX17098" fmla="*/ 770646 w 2947832"/>
              <a:gd name="connsiteY17098" fmla="*/ 907482 h 4821604"/>
              <a:gd name="connsiteX17099" fmla="*/ 772268 w 2947832"/>
              <a:gd name="connsiteY17099" fmla="*/ 906538 h 4821604"/>
              <a:gd name="connsiteX17100" fmla="*/ 854623 w 2947832"/>
              <a:gd name="connsiteY17100" fmla="*/ 905963 h 4821604"/>
              <a:gd name="connsiteX17101" fmla="*/ 870424 w 2947832"/>
              <a:gd name="connsiteY17101" fmla="*/ 905963 h 4821604"/>
              <a:gd name="connsiteX17102" fmla="*/ 872099 w 2947832"/>
              <a:gd name="connsiteY17102" fmla="*/ 906955 h 4821604"/>
              <a:gd name="connsiteX17103" fmla="*/ 879999 w 2947832"/>
              <a:gd name="connsiteY17103" fmla="*/ 920611 h 4821604"/>
              <a:gd name="connsiteX17104" fmla="*/ 879999 w 2947832"/>
              <a:gd name="connsiteY17104" fmla="*/ 922547 h 4821604"/>
              <a:gd name="connsiteX17105" fmla="*/ 872099 w 2947832"/>
              <a:gd name="connsiteY17105" fmla="*/ 936204 h 4821604"/>
              <a:gd name="connsiteX17106" fmla="*/ 870424 w 2947832"/>
              <a:gd name="connsiteY17106" fmla="*/ 937199 h 4821604"/>
              <a:gd name="connsiteX17107" fmla="*/ 854623 w 2947832"/>
              <a:gd name="connsiteY17107" fmla="*/ 937199 h 4821604"/>
              <a:gd name="connsiteX17108" fmla="*/ 852949 w 2947832"/>
              <a:gd name="connsiteY17108" fmla="*/ 936204 h 4821604"/>
              <a:gd name="connsiteX17109" fmla="*/ 845048 w 2947832"/>
              <a:gd name="connsiteY17109" fmla="*/ 922547 h 4821604"/>
              <a:gd name="connsiteX17110" fmla="*/ 845048 w 2947832"/>
              <a:gd name="connsiteY17110" fmla="*/ 920611 h 4821604"/>
              <a:gd name="connsiteX17111" fmla="*/ 852949 w 2947832"/>
              <a:gd name="connsiteY17111" fmla="*/ 906955 h 4821604"/>
              <a:gd name="connsiteX17112" fmla="*/ 854623 w 2947832"/>
              <a:gd name="connsiteY17112" fmla="*/ 905963 h 4821604"/>
              <a:gd name="connsiteX17113" fmla="*/ 523897 w 2947832"/>
              <a:gd name="connsiteY17113" fmla="*/ 905754 h 4821604"/>
              <a:gd name="connsiteX17114" fmla="*/ 539908 w 2947832"/>
              <a:gd name="connsiteY17114" fmla="*/ 905754 h 4821604"/>
              <a:gd name="connsiteX17115" fmla="*/ 541635 w 2947832"/>
              <a:gd name="connsiteY17115" fmla="*/ 906749 h 4821604"/>
              <a:gd name="connsiteX17116" fmla="*/ 549640 w 2947832"/>
              <a:gd name="connsiteY17116" fmla="*/ 920611 h 4821604"/>
              <a:gd name="connsiteX17117" fmla="*/ 549640 w 2947832"/>
              <a:gd name="connsiteY17117" fmla="*/ 922602 h 4821604"/>
              <a:gd name="connsiteX17118" fmla="*/ 541635 w 2947832"/>
              <a:gd name="connsiteY17118" fmla="*/ 936469 h 4821604"/>
              <a:gd name="connsiteX17119" fmla="*/ 539908 w 2947832"/>
              <a:gd name="connsiteY17119" fmla="*/ 937459 h 4821604"/>
              <a:gd name="connsiteX17120" fmla="*/ 523897 w 2947832"/>
              <a:gd name="connsiteY17120" fmla="*/ 937459 h 4821604"/>
              <a:gd name="connsiteX17121" fmla="*/ 522171 w 2947832"/>
              <a:gd name="connsiteY17121" fmla="*/ 936469 h 4821604"/>
              <a:gd name="connsiteX17122" fmla="*/ 514166 w 2947832"/>
              <a:gd name="connsiteY17122" fmla="*/ 922602 h 4821604"/>
              <a:gd name="connsiteX17123" fmla="*/ 514166 w 2947832"/>
              <a:gd name="connsiteY17123" fmla="*/ 920611 h 4821604"/>
              <a:gd name="connsiteX17124" fmla="*/ 522171 w 2947832"/>
              <a:gd name="connsiteY17124" fmla="*/ 906749 h 4821604"/>
              <a:gd name="connsiteX17125" fmla="*/ 523897 w 2947832"/>
              <a:gd name="connsiteY17125" fmla="*/ 905754 h 4821604"/>
              <a:gd name="connsiteX17126" fmla="*/ 1844759 w 2947832"/>
              <a:gd name="connsiteY17126" fmla="*/ 902403 h 4821604"/>
              <a:gd name="connsiteX17127" fmla="*/ 1864170 w 2947832"/>
              <a:gd name="connsiteY17127" fmla="*/ 902403 h 4821604"/>
              <a:gd name="connsiteX17128" fmla="*/ 1866263 w 2947832"/>
              <a:gd name="connsiteY17128" fmla="*/ 903607 h 4821604"/>
              <a:gd name="connsiteX17129" fmla="*/ 1875943 w 2947832"/>
              <a:gd name="connsiteY17129" fmla="*/ 920404 h 4821604"/>
              <a:gd name="connsiteX17130" fmla="*/ 1875943 w 2947832"/>
              <a:gd name="connsiteY17130" fmla="*/ 922809 h 4821604"/>
              <a:gd name="connsiteX17131" fmla="*/ 1866263 w 2947832"/>
              <a:gd name="connsiteY17131" fmla="*/ 939602 h 4821604"/>
              <a:gd name="connsiteX17132" fmla="*/ 1864170 w 2947832"/>
              <a:gd name="connsiteY17132" fmla="*/ 940807 h 4821604"/>
              <a:gd name="connsiteX17133" fmla="*/ 1844759 w 2947832"/>
              <a:gd name="connsiteY17133" fmla="*/ 940807 h 4821604"/>
              <a:gd name="connsiteX17134" fmla="*/ 1842666 w 2947832"/>
              <a:gd name="connsiteY17134" fmla="*/ 939602 h 4821604"/>
              <a:gd name="connsiteX17135" fmla="*/ 1832987 w 2947832"/>
              <a:gd name="connsiteY17135" fmla="*/ 922809 h 4821604"/>
              <a:gd name="connsiteX17136" fmla="*/ 1832987 w 2947832"/>
              <a:gd name="connsiteY17136" fmla="*/ 920404 h 4821604"/>
              <a:gd name="connsiteX17137" fmla="*/ 1842666 w 2947832"/>
              <a:gd name="connsiteY17137" fmla="*/ 903607 h 4821604"/>
              <a:gd name="connsiteX17138" fmla="*/ 1844759 w 2947832"/>
              <a:gd name="connsiteY17138" fmla="*/ 902403 h 4821604"/>
              <a:gd name="connsiteX17139" fmla="*/ 934152 w 2947832"/>
              <a:gd name="connsiteY17139" fmla="*/ 899735 h 4821604"/>
              <a:gd name="connsiteX17140" fmla="*/ 956232 w 2947832"/>
              <a:gd name="connsiteY17140" fmla="*/ 899735 h 4821604"/>
              <a:gd name="connsiteX17141" fmla="*/ 958587 w 2947832"/>
              <a:gd name="connsiteY17141" fmla="*/ 901097 h 4821604"/>
              <a:gd name="connsiteX17142" fmla="*/ 969627 w 2947832"/>
              <a:gd name="connsiteY17142" fmla="*/ 920247 h 4821604"/>
              <a:gd name="connsiteX17143" fmla="*/ 969627 w 2947832"/>
              <a:gd name="connsiteY17143" fmla="*/ 922967 h 4821604"/>
              <a:gd name="connsiteX17144" fmla="*/ 958587 w 2947832"/>
              <a:gd name="connsiteY17144" fmla="*/ 942118 h 4821604"/>
              <a:gd name="connsiteX17145" fmla="*/ 956232 w 2947832"/>
              <a:gd name="connsiteY17145" fmla="*/ 943479 h 4821604"/>
              <a:gd name="connsiteX17146" fmla="*/ 934152 w 2947832"/>
              <a:gd name="connsiteY17146" fmla="*/ 943479 h 4821604"/>
              <a:gd name="connsiteX17147" fmla="*/ 931798 w 2947832"/>
              <a:gd name="connsiteY17147" fmla="*/ 942118 h 4821604"/>
              <a:gd name="connsiteX17148" fmla="*/ 920758 w 2947832"/>
              <a:gd name="connsiteY17148" fmla="*/ 922967 h 4821604"/>
              <a:gd name="connsiteX17149" fmla="*/ 920758 w 2947832"/>
              <a:gd name="connsiteY17149" fmla="*/ 920247 h 4821604"/>
              <a:gd name="connsiteX17150" fmla="*/ 931798 w 2947832"/>
              <a:gd name="connsiteY17150" fmla="*/ 901097 h 4821604"/>
              <a:gd name="connsiteX17151" fmla="*/ 934152 w 2947832"/>
              <a:gd name="connsiteY17151" fmla="*/ 899735 h 4821604"/>
              <a:gd name="connsiteX17152" fmla="*/ 1924393 w 2947832"/>
              <a:gd name="connsiteY17152" fmla="*/ 896493 h 4821604"/>
              <a:gd name="connsiteX17153" fmla="*/ 1949769 w 2947832"/>
              <a:gd name="connsiteY17153" fmla="*/ 896493 h 4821604"/>
              <a:gd name="connsiteX17154" fmla="*/ 1952490 w 2947832"/>
              <a:gd name="connsiteY17154" fmla="*/ 898061 h 4821604"/>
              <a:gd name="connsiteX17155" fmla="*/ 1965151 w 2947832"/>
              <a:gd name="connsiteY17155" fmla="*/ 920037 h 4821604"/>
              <a:gd name="connsiteX17156" fmla="*/ 1965151 w 2947832"/>
              <a:gd name="connsiteY17156" fmla="*/ 923176 h 4821604"/>
              <a:gd name="connsiteX17157" fmla="*/ 1952490 w 2947832"/>
              <a:gd name="connsiteY17157" fmla="*/ 945149 h 4821604"/>
              <a:gd name="connsiteX17158" fmla="*/ 1949769 w 2947832"/>
              <a:gd name="connsiteY17158" fmla="*/ 946719 h 4821604"/>
              <a:gd name="connsiteX17159" fmla="*/ 1924393 w 2947832"/>
              <a:gd name="connsiteY17159" fmla="*/ 946719 h 4821604"/>
              <a:gd name="connsiteX17160" fmla="*/ 1921672 w 2947832"/>
              <a:gd name="connsiteY17160" fmla="*/ 945149 h 4821604"/>
              <a:gd name="connsiteX17161" fmla="*/ 1909010 w 2947832"/>
              <a:gd name="connsiteY17161" fmla="*/ 923176 h 4821604"/>
              <a:gd name="connsiteX17162" fmla="*/ 1909010 w 2947832"/>
              <a:gd name="connsiteY17162" fmla="*/ 920037 h 4821604"/>
              <a:gd name="connsiteX17163" fmla="*/ 1921672 w 2947832"/>
              <a:gd name="connsiteY17163" fmla="*/ 898061 h 4821604"/>
              <a:gd name="connsiteX17164" fmla="*/ 1924393 w 2947832"/>
              <a:gd name="connsiteY17164" fmla="*/ 896493 h 4821604"/>
              <a:gd name="connsiteX17165" fmla="*/ 2089625 w 2947832"/>
              <a:gd name="connsiteY17165" fmla="*/ 896388 h 4821604"/>
              <a:gd name="connsiteX17166" fmla="*/ 2115158 w 2947832"/>
              <a:gd name="connsiteY17166" fmla="*/ 896388 h 4821604"/>
              <a:gd name="connsiteX17167" fmla="*/ 2117879 w 2947832"/>
              <a:gd name="connsiteY17167" fmla="*/ 897957 h 4821604"/>
              <a:gd name="connsiteX17168" fmla="*/ 2130645 w 2947832"/>
              <a:gd name="connsiteY17168" fmla="*/ 920037 h 4821604"/>
              <a:gd name="connsiteX17169" fmla="*/ 2130645 w 2947832"/>
              <a:gd name="connsiteY17169" fmla="*/ 923176 h 4821604"/>
              <a:gd name="connsiteX17170" fmla="*/ 2117879 w 2947832"/>
              <a:gd name="connsiteY17170" fmla="*/ 945253 h 4821604"/>
              <a:gd name="connsiteX17171" fmla="*/ 2115158 w 2947832"/>
              <a:gd name="connsiteY17171" fmla="*/ 946825 h 4821604"/>
              <a:gd name="connsiteX17172" fmla="*/ 2089625 w 2947832"/>
              <a:gd name="connsiteY17172" fmla="*/ 946825 h 4821604"/>
              <a:gd name="connsiteX17173" fmla="*/ 2086904 w 2947832"/>
              <a:gd name="connsiteY17173" fmla="*/ 945253 h 4821604"/>
              <a:gd name="connsiteX17174" fmla="*/ 2074138 w 2947832"/>
              <a:gd name="connsiteY17174" fmla="*/ 923176 h 4821604"/>
              <a:gd name="connsiteX17175" fmla="*/ 2074138 w 2947832"/>
              <a:gd name="connsiteY17175" fmla="*/ 920037 h 4821604"/>
              <a:gd name="connsiteX17176" fmla="*/ 2086904 w 2947832"/>
              <a:gd name="connsiteY17176" fmla="*/ 897957 h 4821604"/>
              <a:gd name="connsiteX17177" fmla="*/ 2089625 w 2947832"/>
              <a:gd name="connsiteY17177" fmla="*/ 896388 h 4821604"/>
              <a:gd name="connsiteX17178" fmla="*/ 2006904 w 2947832"/>
              <a:gd name="connsiteY17178" fmla="*/ 896176 h 4821604"/>
              <a:gd name="connsiteX17179" fmla="*/ 2032595 w 2947832"/>
              <a:gd name="connsiteY17179" fmla="*/ 896176 h 4821604"/>
              <a:gd name="connsiteX17180" fmla="*/ 2035368 w 2947832"/>
              <a:gd name="connsiteY17180" fmla="*/ 897746 h 4821604"/>
              <a:gd name="connsiteX17181" fmla="*/ 2048239 w 2947832"/>
              <a:gd name="connsiteY17181" fmla="*/ 920037 h 4821604"/>
              <a:gd name="connsiteX17182" fmla="*/ 2048239 w 2947832"/>
              <a:gd name="connsiteY17182" fmla="*/ 923226 h 4821604"/>
              <a:gd name="connsiteX17183" fmla="*/ 2035368 w 2947832"/>
              <a:gd name="connsiteY17183" fmla="*/ 945516 h 4821604"/>
              <a:gd name="connsiteX17184" fmla="*/ 2032595 w 2947832"/>
              <a:gd name="connsiteY17184" fmla="*/ 947087 h 4821604"/>
              <a:gd name="connsiteX17185" fmla="*/ 2006904 w 2947832"/>
              <a:gd name="connsiteY17185" fmla="*/ 947087 h 4821604"/>
              <a:gd name="connsiteX17186" fmla="*/ 2004132 w 2947832"/>
              <a:gd name="connsiteY17186" fmla="*/ 945516 h 4821604"/>
              <a:gd name="connsiteX17187" fmla="*/ 1991260 w 2947832"/>
              <a:gd name="connsiteY17187" fmla="*/ 923226 h 4821604"/>
              <a:gd name="connsiteX17188" fmla="*/ 1991260 w 2947832"/>
              <a:gd name="connsiteY17188" fmla="*/ 920037 h 4821604"/>
              <a:gd name="connsiteX17189" fmla="*/ 2004132 w 2947832"/>
              <a:gd name="connsiteY17189" fmla="*/ 897746 h 4821604"/>
              <a:gd name="connsiteX17190" fmla="*/ 2006904 w 2947832"/>
              <a:gd name="connsiteY17190" fmla="*/ 896176 h 4821604"/>
              <a:gd name="connsiteX17191" fmla="*/ 2184956 w 2947832"/>
              <a:gd name="connsiteY17191" fmla="*/ 838779 h 4821604"/>
              <a:gd name="connsiteX17192" fmla="*/ 2185165 w 2947832"/>
              <a:gd name="connsiteY17192" fmla="*/ 838779 h 4821604"/>
              <a:gd name="connsiteX17193" fmla="*/ 2185270 w 2947832"/>
              <a:gd name="connsiteY17193" fmla="*/ 838937 h 4821604"/>
              <a:gd name="connsiteX17194" fmla="*/ 2185165 w 2947832"/>
              <a:gd name="connsiteY17194" fmla="*/ 839094 h 4821604"/>
              <a:gd name="connsiteX17195" fmla="*/ 2184956 w 2947832"/>
              <a:gd name="connsiteY17195" fmla="*/ 839094 h 4821604"/>
              <a:gd name="connsiteX17196" fmla="*/ 2184851 w 2947832"/>
              <a:gd name="connsiteY17196" fmla="*/ 838937 h 4821604"/>
              <a:gd name="connsiteX17197" fmla="*/ 1190581 w 2947832"/>
              <a:gd name="connsiteY17197" fmla="*/ 833810 h 4821604"/>
              <a:gd name="connsiteX17198" fmla="*/ 1195761 w 2947832"/>
              <a:gd name="connsiteY17198" fmla="*/ 833810 h 4821604"/>
              <a:gd name="connsiteX17199" fmla="*/ 1196336 w 2947832"/>
              <a:gd name="connsiteY17199" fmla="*/ 834121 h 4821604"/>
              <a:gd name="connsiteX17200" fmla="*/ 1198952 w 2947832"/>
              <a:gd name="connsiteY17200" fmla="*/ 838623 h 4821604"/>
              <a:gd name="connsiteX17201" fmla="*/ 1198952 w 2947832"/>
              <a:gd name="connsiteY17201" fmla="*/ 839252 h 4821604"/>
              <a:gd name="connsiteX17202" fmla="*/ 1196336 w 2947832"/>
              <a:gd name="connsiteY17202" fmla="*/ 843747 h 4821604"/>
              <a:gd name="connsiteX17203" fmla="*/ 1195761 w 2947832"/>
              <a:gd name="connsiteY17203" fmla="*/ 844065 h 4821604"/>
              <a:gd name="connsiteX17204" fmla="*/ 1190581 w 2947832"/>
              <a:gd name="connsiteY17204" fmla="*/ 844065 h 4821604"/>
              <a:gd name="connsiteX17205" fmla="*/ 1190006 w 2947832"/>
              <a:gd name="connsiteY17205" fmla="*/ 843747 h 4821604"/>
              <a:gd name="connsiteX17206" fmla="*/ 1187390 w 2947832"/>
              <a:gd name="connsiteY17206" fmla="*/ 839252 h 4821604"/>
              <a:gd name="connsiteX17207" fmla="*/ 1187390 w 2947832"/>
              <a:gd name="connsiteY17207" fmla="*/ 838623 h 4821604"/>
              <a:gd name="connsiteX17208" fmla="*/ 1190006 w 2947832"/>
              <a:gd name="connsiteY17208" fmla="*/ 834121 h 4821604"/>
              <a:gd name="connsiteX17209" fmla="*/ 1190581 w 2947832"/>
              <a:gd name="connsiteY17209" fmla="*/ 833810 h 4821604"/>
              <a:gd name="connsiteX17210" fmla="*/ 1271104 w 2947832"/>
              <a:gd name="connsiteY17210" fmla="*/ 829519 h 4821604"/>
              <a:gd name="connsiteX17211" fmla="*/ 1280626 w 2947832"/>
              <a:gd name="connsiteY17211" fmla="*/ 829519 h 4821604"/>
              <a:gd name="connsiteX17212" fmla="*/ 1281673 w 2947832"/>
              <a:gd name="connsiteY17212" fmla="*/ 830092 h 4821604"/>
              <a:gd name="connsiteX17213" fmla="*/ 1286434 w 2947832"/>
              <a:gd name="connsiteY17213" fmla="*/ 838362 h 4821604"/>
              <a:gd name="connsiteX17214" fmla="*/ 1286434 w 2947832"/>
              <a:gd name="connsiteY17214" fmla="*/ 839565 h 4821604"/>
              <a:gd name="connsiteX17215" fmla="*/ 1281673 w 2947832"/>
              <a:gd name="connsiteY17215" fmla="*/ 847832 h 4821604"/>
              <a:gd name="connsiteX17216" fmla="*/ 1280626 w 2947832"/>
              <a:gd name="connsiteY17216" fmla="*/ 848408 h 4821604"/>
              <a:gd name="connsiteX17217" fmla="*/ 1271104 w 2947832"/>
              <a:gd name="connsiteY17217" fmla="*/ 848408 h 4821604"/>
              <a:gd name="connsiteX17218" fmla="*/ 1270057 w 2947832"/>
              <a:gd name="connsiteY17218" fmla="*/ 847832 h 4821604"/>
              <a:gd name="connsiteX17219" fmla="*/ 1265296 w 2947832"/>
              <a:gd name="connsiteY17219" fmla="*/ 839565 h 4821604"/>
              <a:gd name="connsiteX17220" fmla="*/ 1265296 w 2947832"/>
              <a:gd name="connsiteY17220" fmla="*/ 838362 h 4821604"/>
              <a:gd name="connsiteX17221" fmla="*/ 1270057 w 2947832"/>
              <a:gd name="connsiteY17221" fmla="*/ 830092 h 4821604"/>
              <a:gd name="connsiteX17222" fmla="*/ 1271104 w 2947832"/>
              <a:gd name="connsiteY17222" fmla="*/ 829519 h 4821604"/>
              <a:gd name="connsiteX17223" fmla="*/ 690908 w 2947832"/>
              <a:gd name="connsiteY17223" fmla="*/ 826484 h 4821604"/>
              <a:gd name="connsiteX17224" fmla="*/ 703518 w 2947832"/>
              <a:gd name="connsiteY17224" fmla="*/ 826484 h 4821604"/>
              <a:gd name="connsiteX17225" fmla="*/ 704878 w 2947832"/>
              <a:gd name="connsiteY17225" fmla="*/ 827268 h 4821604"/>
              <a:gd name="connsiteX17226" fmla="*/ 711157 w 2947832"/>
              <a:gd name="connsiteY17226" fmla="*/ 838204 h 4821604"/>
              <a:gd name="connsiteX17227" fmla="*/ 711157 w 2947832"/>
              <a:gd name="connsiteY17227" fmla="*/ 839772 h 4821604"/>
              <a:gd name="connsiteX17228" fmla="*/ 704878 w 2947832"/>
              <a:gd name="connsiteY17228" fmla="*/ 850708 h 4821604"/>
              <a:gd name="connsiteX17229" fmla="*/ 703518 w 2947832"/>
              <a:gd name="connsiteY17229" fmla="*/ 851492 h 4821604"/>
              <a:gd name="connsiteX17230" fmla="*/ 690908 w 2947832"/>
              <a:gd name="connsiteY17230" fmla="*/ 851492 h 4821604"/>
              <a:gd name="connsiteX17231" fmla="*/ 689548 w 2947832"/>
              <a:gd name="connsiteY17231" fmla="*/ 850708 h 4821604"/>
              <a:gd name="connsiteX17232" fmla="*/ 683269 w 2947832"/>
              <a:gd name="connsiteY17232" fmla="*/ 839772 h 4821604"/>
              <a:gd name="connsiteX17233" fmla="*/ 683269 w 2947832"/>
              <a:gd name="connsiteY17233" fmla="*/ 838204 h 4821604"/>
              <a:gd name="connsiteX17234" fmla="*/ 689548 w 2947832"/>
              <a:gd name="connsiteY17234" fmla="*/ 827268 h 4821604"/>
              <a:gd name="connsiteX17235" fmla="*/ 690908 w 2947832"/>
              <a:gd name="connsiteY17235" fmla="*/ 826484 h 4821604"/>
              <a:gd name="connsiteX17236" fmla="*/ 1104197 w 2947832"/>
              <a:gd name="connsiteY17236" fmla="*/ 826431 h 4821604"/>
              <a:gd name="connsiteX17237" fmla="*/ 1116859 w 2947832"/>
              <a:gd name="connsiteY17237" fmla="*/ 826431 h 4821604"/>
              <a:gd name="connsiteX17238" fmla="*/ 1118219 w 2947832"/>
              <a:gd name="connsiteY17238" fmla="*/ 827215 h 4821604"/>
              <a:gd name="connsiteX17239" fmla="*/ 1124551 w 2947832"/>
              <a:gd name="connsiteY17239" fmla="*/ 838152 h 4821604"/>
              <a:gd name="connsiteX17240" fmla="*/ 1124551 w 2947832"/>
              <a:gd name="connsiteY17240" fmla="*/ 839722 h 4821604"/>
              <a:gd name="connsiteX17241" fmla="*/ 1118219 w 2947832"/>
              <a:gd name="connsiteY17241" fmla="*/ 850656 h 4821604"/>
              <a:gd name="connsiteX17242" fmla="*/ 1116859 w 2947832"/>
              <a:gd name="connsiteY17242" fmla="*/ 851442 h 4821604"/>
              <a:gd name="connsiteX17243" fmla="*/ 1104197 w 2947832"/>
              <a:gd name="connsiteY17243" fmla="*/ 851442 h 4821604"/>
              <a:gd name="connsiteX17244" fmla="*/ 1102837 w 2947832"/>
              <a:gd name="connsiteY17244" fmla="*/ 850656 h 4821604"/>
              <a:gd name="connsiteX17245" fmla="*/ 1096506 w 2947832"/>
              <a:gd name="connsiteY17245" fmla="*/ 839722 h 4821604"/>
              <a:gd name="connsiteX17246" fmla="*/ 1096506 w 2947832"/>
              <a:gd name="connsiteY17246" fmla="*/ 838152 h 4821604"/>
              <a:gd name="connsiteX17247" fmla="*/ 1102837 w 2947832"/>
              <a:gd name="connsiteY17247" fmla="*/ 827215 h 4821604"/>
              <a:gd name="connsiteX17248" fmla="*/ 1104197 w 2947832"/>
              <a:gd name="connsiteY17248" fmla="*/ 826431 h 4821604"/>
              <a:gd name="connsiteX17249" fmla="*/ 1600051 w 2947832"/>
              <a:gd name="connsiteY17249" fmla="*/ 826278 h 4821604"/>
              <a:gd name="connsiteX17250" fmla="*/ 1612870 w 2947832"/>
              <a:gd name="connsiteY17250" fmla="*/ 826278 h 4821604"/>
              <a:gd name="connsiteX17251" fmla="*/ 1614230 w 2947832"/>
              <a:gd name="connsiteY17251" fmla="*/ 827063 h 4821604"/>
              <a:gd name="connsiteX17252" fmla="*/ 1620613 w 2947832"/>
              <a:gd name="connsiteY17252" fmla="*/ 838152 h 4821604"/>
              <a:gd name="connsiteX17253" fmla="*/ 1620613 w 2947832"/>
              <a:gd name="connsiteY17253" fmla="*/ 839722 h 4821604"/>
              <a:gd name="connsiteX17254" fmla="*/ 1614230 w 2947832"/>
              <a:gd name="connsiteY17254" fmla="*/ 850813 h 4821604"/>
              <a:gd name="connsiteX17255" fmla="*/ 1612870 w 2947832"/>
              <a:gd name="connsiteY17255" fmla="*/ 851599 h 4821604"/>
              <a:gd name="connsiteX17256" fmla="*/ 1600051 w 2947832"/>
              <a:gd name="connsiteY17256" fmla="*/ 851599 h 4821604"/>
              <a:gd name="connsiteX17257" fmla="*/ 1598690 w 2947832"/>
              <a:gd name="connsiteY17257" fmla="*/ 850813 h 4821604"/>
              <a:gd name="connsiteX17258" fmla="*/ 1592307 w 2947832"/>
              <a:gd name="connsiteY17258" fmla="*/ 839722 h 4821604"/>
              <a:gd name="connsiteX17259" fmla="*/ 1592307 w 2947832"/>
              <a:gd name="connsiteY17259" fmla="*/ 838152 h 4821604"/>
              <a:gd name="connsiteX17260" fmla="*/ 1598690 w 2947832"/>
              <a:gd name="connsiteY17260" fmla="*/ 827063 h 4821604"/>
              <a:gd name="connsiteX17261" fmla="*/ 1600051 w 2947832"/>
              <a:gd name="connsiteY17261" fmla="*/ 826278 h 4821604"/>
              <a:gd name="connsiteX17262" fmla="*/ 1434609 w 2947832"/>
              <a:gd name="connsiteY17262" fmla="*/ 826065 h 4821604"/>
              <a:gd name="connsiteX17263" fmla="*/ 1447690 w 2947832"/>
              <a:gd name="connsiteY17263" fmla="*/ 826065 h 4821604"/>
              <a:gd name="connsiteX17264" fmla="*/ 1449102 w 2947832"/>
              <a:gd name="connsiteY17264" fmla="*/ 826848 h 4821604"/>
              <a:gd name="connsiteX17265" fmla="*/ 1455642 w 2947832"/>
              <a:gd name="connsiteY17265" fmla="*/ 838152 h 4821604"/>
              <a:gd name="connsiteX17266" fmla="*/ 1455642 w 2947832"/>
              <a:gd name="connsiteY17266" fmla="*/ 839772 h 4821604"/>
              <a:gd name="connsiteX17267" fmla="*/ 1449102 w 2947832"/>
              <a:gd name="connsiteY17267" fmla="*/ 851075 h 4821604"/>
              <a:gd name="connsiteX17268" fmla="*/ 1447690 w 2947832"/>
              <a:gd name="connsiteY17268" fmla="*/ 851861 h 4821604"/>
              <a:gd name="connsiteX17269" fmla="*/ 1434609 w 2947832"/>
              <a:gd name="connsiteY17269" fmla="*/ 851861 h 4821604"/>
              <a:gd name="connsiteX17270" fmla="*/ 1433196 w 2947832"/>
              <a:gd name="connsiteY17270" fmla="*/ 851075 h 4821604"/>
              <a:gd name="connsiteX17271" fmla="*/ 1426656 w 2947832"/>
              <a:gd name="connsiteY17271" fmla="*/ 839772 h 4821604"/>
              <a:gd name="connsiteX17272" fmla="*/ 1426656 w 2947832"/>
              <a:gd name="connsiteY17272" fmla="*/ 838152 h 4821604"/>
              <a:gd name="connsiteX17273" fmla="*/ 1433196 w 2947832"/>
              <a:gd name="connsiteY17273" fmla="*/ 826848 h 4821604"/>
              <a:gd name="connsiteX17274" fmla="*/ 1434609 w 2947832"/>
              <a:gd name="connsiteY17274" fmla="*/ 826065 h 4821604"/>
              <a:gd name="connsiteX17275" fmla="*/ 1517225 w 2947832"/>
              <a:gd name="connsiteY17275" fmla="*/ 825911 h 4821604"/>
              <a:gd name="connsiteX17276" fmla="*/ 1530411 w 2947832"/>
              <a:gd name="connsiteY17276" fmla="*/ 825911 h 4821604"/>
              <a:gd name="connsiteX17277" fmla="*/ 1531823 w 2947832"/>
              <a:gd name="connsiteY17277" fmla="*/ 826745 h 4821604"/>
              <a:gd name="connsiteX17278" fmla="*/ 1538416 w 2947832"/>
              <a:gd name="connsiteY17278" fmla="*/ 838152 h 4821604"/>
              <a:gd name="connsiteX17279" fmla="*/ 1538416 w 2947832"/>
              <a:gd name="connsiteY17279" fmla="*/ 839772 h 4821604"/>
              <a:gd name="connsiteX17280" fmla="*/ 1531823 w 2947832"/>
              <a:gd name="connsiteY17280" fmla="*/ 851180 h 4821604"/>
              <a:gd name="connsiteX17281" fmla="*/ 1530411 w 2947832"/>
              <a:gd name="connsiteY17281" fmla="*/ 852018 h 4821604"/>
              <a:gd name="connsiteX17282" fmla="*/ 1517225 w 2947832"/>
              <a:gd name="connsiteY17282" fmla="*/ 852018 h 4821604"/>
              <a:gd name="connsiteX17283" fmla="*/ 1515813 w 2947832"/>
              <a:gd name="connsiteY17283" fmla="*/ 851180 h 4821604"/>
              <a:gd name="connsiteX17284" fmla="*/ 1509220 w 2947832"/>
              <a:gd name="connsiteY17284" fmla="*/ 839772 h 4821604"/>
              <a:gd name="connsiteX17285" fmla="*/ 1509220 w 2947832"/>
              <a:gd name="connsiteY17285" fmla="*/ 838152 h 4821604"/>
              <a:gd name="connsiteX17286" fmla="*/ 1515813 w 2947832"/>
              <a:gd name="connsiteY17286" fmla="*/ 826745 h 4821604"/>
              <a:gd name="connsiteX17287" fmla="*/ 1517225 w 2947832"/>
              <a:gd name="connsiteY17287" fmla="*/ 825911 h 4821604"/>
              <a:gd name="connsiteX17288" fmla="*/ 1682300 w 2947832"/>
              <a:gd name="connsiteY17288" fmla="*/ 825439 h 4821604"/>
              <a:gd name="connsiteX17289" fmla="*/ 1695956 w 2947832"/>
              <a:gd name="connsiteY17289" fmla="*/ 825439 h 4821604"/>
              <a:gd name="connsiteX17290" fmla="*/ 1697421 w 2947832"/>
              <a:gd name="connsiteY17290" fmla="*/ 826278 h 4821604"/>
              <a:gd name="connsiteX17291" fmla="*/ 1704275 w 2947832"/>
              <a:gd name="connsiteY17291" fmla="*/ 838099 h 4821604"/>
              <a:gd name="connsiteX17292" fmla="*/ 1704275 w 2947832"/>
              <a:gd name="connsiteY17292" fmla="*/ 839772 h 4821604"/>
              <a:gd name="connsiteX17293" fmla="*/ 1697421 w 2947832"/>
              <a:gd name="connsiteY17293" fmla="*/ 851599 h 4821604"/>
              <a:gd name="connsiteX17294" fmla="*/ 1695956 w 2947832"/>
              <a:gd name="connsiteY17294" fmla="*/ 852438 h 4821604"/>
              <a:gd name="connsiteX17295" fmla="*/ 1682300 w 2947832"/>
              <a:gd name="connsiteY17295" fmla="*/ 852438 h 4821604"/>
              <a:gd name="connsiteX17296" fmla="*/ 1680835 w 2947832"/>
              <a:gd name="connsiteY17296" fmla="*/ 851599 h 4821604"/>
              <a:gd name="connsiteX17297" fmla="*/ 1673981 w 2947832"/>
              <a:gd name="connsiteY17297" fmla="*/ 839772 h 4821604"/>
              <a:gd name="connsiteX17298" fmla="*/ 1673981 w 2947832"/>
              <a:gd name="connsiteY17298" fmla="*/ 838099 h 4821604"/>
              <a:gd name="connsiteX17299" fmla="*/ 1680835 w 2947832"/>
              <a:gd name="connsiteY17299" fmla="*/ 826278 h 4821604"/>
              <a:gd name="connsiteX17300" fmla="*/ 1682300 w 2947832"/>
              <a:gd name="connsiteY17300" fmla="*/ 825439 h 4821604"/>
              <a:gd name="connsiteX17301" fmla="*/ 1020535 w 2947832"/>
              <a:gd name="connsiteY17301" fmla="*/ 824497 h 4821604"/>
              <a:gd name="connsiteX17302" fmla="*/ 1035133 w 2947832"/>
              <a:gd name="connsiteY17302" fmla="*/ 824497 h 4821604"/>
              <a:gd name="connsiteX17303" fmla="*/ 1036703 w 2947832"/>
              <a:gd name="connsiteY17303" fmla="*/ 825383 h 4821604"/>
              <a:gd name="connsiteX17304" fmla="*/ 1044028 w 2947832"/>
              <a:gd name="connsiteY17304" fmla="*/ 838048 h 4821604"/>
              <a:gd name="connsiteX17305" fmla="*/ 1044028 w 2947832"/>
              <a:gd name="connsiteY17305" fmla="*/ 839880 h 4821604"/>
              <a:gd name="connsiteX17306" fmla="*/ 1036703 w 2947832"/>
              <a:gd name="connsiteY17306" fmla="*/ 852541 h 4821604"/>
              <a:gd name="connsiteX17307" fmla="*/ 1035133 w 2947832"/>
              <a:gd name="connsiteY17307" fmla="*/ 853429 h 4821604"/>
              <a:gd name="connsiteX17308" fmla="*/ 1020535 w 2947832"/>
              <a:gd name="connsiteY17308" fmla="*/ 853429 h 4821604"/>
              <a:gd name="connsiteX17309" fmla="*/ 1018966 w 2947832"/>
              <a:gd name="connsiteY17309" fmla="*/ 852541 h 4821604"/>
              <a:gd name="connsiteX17310" fmla="*/ 1011640 w 2947832"/>
              <a:gd name="connsiteY17310" fmla="*/ 839880 h 4821604"/>
              <a:gd name="connsiteX17311" fmla="*/ 1011640 w 2947832"/>
              <a:gd name="connsiteY17311" fmla="*/ 838048 h 4821604"/>
              <a:gd name="connsiteX17312" fmla="*/ 1018966 w 2947832"/>
              <a:gd name="connsiteY17312" fmla="*/ 825383 h 4821604"/>
              <a:gd name="connsiteX17313" fmla="*/ 1020535 w 2947832"/>
              <a:gd name="connsiteY17313" fmla="*/ 824497 h 4821604"/>
              <a:gd name="connsiteX17314" fmla="*/ 1351156 w 2947832"/>
              <a:gd name="connsiteY17314" fmla="*/ 824446 h 4821604"/>
              <a:gd name="connsiteX17315" fmla="*/ 1365806 w 2947832"/>
              <a:gd name="connsiteY17315" fmla="*/ 824446 h 4821604"/>
              <a:gd name="connsiteX17316" fmla="*/ 1367376 w 2947832"/>
              <a:gd name="connsiteY17316" fmla="*/ 825331 h 4821604"/>
              <a:gd name="connsiteX17317" fmla="*/ 1374701 w 2947832"/>
              <a:gd name="connsiteY17317" fmla="*/ 838048 h 4821604"/>
              <a:gd name="connsiteX17318" fmla="*/ 1374701 w 2947832"/>
              <a:gd name="connsiteY17318" fmla="*/ 839880 h 4821604"/>
              <a:gd name="connsiteX17319" fmla="*/ 1367376 w 2947832"/>
              <a:gd name="connsiteY17319" fmla="*/ 852590 h 4821604"/>
              <a:gd name="connsiteX17320" fmla="*/ 1365806 w 2947832"/>
              <a:gd name="connsiteY17320" fmla="*/ 853482 h 4821604"/>
              <a:gd name="connsiteX17321" fmla="*/ 1351156 w 2947832"/>
              <a:gd name="connsiteY17321" fmla="*/ 853482 h 4821604"/>
              <a:gd name="connsiteX17322" fmla="*/ 1349587 w 2947832"/>
              <a:gd name="connsiteY17322" fmla="*/ 852590 h 4821604"/>
              <a:gd name="connsiteX17323" fmla="*/ 1342261 w 2947832"/>
              <a:gd name="connsiteY17323" fmla="*/ 839880 h 4821604"/>
              <a:gd name="connsiteX17324" fmla="*/ 1342261 w 2947832"/>
              <a:gd name="connsiteY17324" fmla="*/ 838048 h 4821604"/>
              <a:gd name="connsiteX17325" fmla="*/ 1349587 w 2947832"/>
              <a:gd name="connsiteY17325" fmla="*/ 825331 h 4821604"/>
              <a:gd name="connsiteX17326" fmla="*/ 1351156 w 2947832"/>
              <a:gd name="connsiteY17326" fmla="*/ 824446 h 4821604"/>
              <a:gd name="connsiteX17327" fmla="*/ 1846957 w 2947832"/>
              <a:gd name="connsiteY17327" fmla="*/ 824182 h 4821604"/>
              <a:gd name="connsiteX17328" fmla="*/ 1861816 w 2947832"/>
              <a:gd name="connsiteY17328" fmla="*/ 824182 h 4821604"/>
              <a:gd name="connsiteX17329" fmla="*/ 1863386 w 2947832"/>
              <a:gd name="connsiteY17329" fmla="*/ 825124 h 4821604"/>
              <a:gd name="connsiteX17330" fmla="*/ 1870816 w 2947832"/>
              <a:gd name="connsiteY17330" fmla="*/ 837995 h 4821604"/>
              <a:gd name="connsiteX17331" fmla="*/ 1870816 w 2947832"/>
              <a:gd name="connsiteY17331" fmla="*/ 839825 h 4821604"/>
              <a:gd name="connsiteX17332" fmla="*/ 1863386 w 2947832"/>
              <a:gd name="connsiteY17332" fmla="*/ 852695 h 4821604"/>
              <a:gd name="connsiteX17333" fmla="*/ 1861816 w 2947832"/>
              <a:gd name="connsiteY17333" fmla="*/ 853640 h 4821604"/>
              <a:gd name="connsiteX17334" fmla="*/ 1846957 w 2947832"/>
              <a:gd name="connsiteY17334" fmla="*/ 853640 h 4821604"/>
              <a:gd name="connsiteX17335" fmla="*/ 1845387 w 2947832"/>
              <a:gd name="connsiteY17335" fmla="*/ 852695 h 4821604"/>
              <a:gd name="connsiteX17336" fmla="*/ 1837957 w 2947832"/>
              <a:gd name="connsiteY17336" fmla="*/ 839825 h 4821604"/>
              <a:gd name="connsiteX17337" fmla="*/ 1837957 w 2947832"/>
              <a:gd name="connsiteY17337" fmla="*/ 837995 h 4821604"/>
              <a:gd name="connsiteX17338" fmla="*/ 1845387 w 2947832"/>
              <a:gd name="connsiteY17338" fmla="*/ 825124 h 4821604"/>
              <a:gd name="connsiteX17339" fmla="*/ 1846957 w 2947832"/>
              <a:gd name="connsiteY17339" fmla="*/ 824182 h 4821604"/>
              <a:gd name="connsiteX17340" fmla="*/ 1929363 w 2947832"/>
              <a:gd name="connsiteY17340" fmla="*/ 823658 h 4821604"/>
              <a:gd name="connsiteX17341" fmla="*/ 1944850 w 2947832"/>
              <a:gd name="connsiteY17341" fmla="*/ 823658 h 4821604"/>
              <a:gd name="connsiteX17342" fmla="*/ 1946525 w 2947832"/>
              <a:gd name="connsiteY17342" fmla="*/ 824601 h 4821604"/>
              <a:gd name="connsiteX17343" fmla="*/ 1954268 w 2947832"/>
              <a:gd name="connsiteY17343" fmla="*/ 837995 h 4821604"/>
              <a:gd name="connsiteX17344" fmla="*/ 1954268 w 2947832"/>
              <a:gd name="connsiteY17344" fmla="*/ 839933 h 4821604"/>
              <a:gd name="connsiteX17345" fmla="*/ 1946525 w 2947832"/>
              <a:gd name="connsiteY17345" fmla="*/ 853326 h 4821604"/>
              <a:gd name="connsiteX17346" fmla="*/ 1944850 w 2947832"/>
              <a:gd name="connsiteY17346" fmla="*/ 854265 h 4821604"/>
              <a:gd name="connsiteX17347" fmla="*/ 1929363 w 2947832"/>
              <a:gd name="connsiteY17347" fmla="*/ 854265 h 4821604"/>
              <a:gd name="connsiteX17348" fmla="*/ 1927689 w 2947832"/>
              <a:gd name="connsiteY17348" fmla="*/ 853326 h 4821604"/>
              <a:gd name="connsiteX17349" fmla="*/ 1919945 w 2947832"/>
              <a:gd name="connsiteY17349" fmla="*/ 839933 h 4821604"/>
              <a:gd name="connsiteX17350" fmla="*/ 1919945 w 2947832"/>
              <a:gd name="connsiteY17350" fmla="*/ 837995 h 4821604"/>
              <a:gd name="connsiteX17351" fmla="*/ 1927689 w 2947832"/>
              <a:gd name="connsiteY17351" fmla="*/ 824601 h 4821604"/>
              <a:gd name="connsiteX17352" fmla="*/ 1929363 w 2947832"/>
              <a:gd name="connsiteY17352" fmla="*/ 823658 h 4821604"/>
              <a:gd name="connsiteX17353" fmla="*/ 854728 w 2947832"/>
              <a:gd name="connsiteY17353" fmla="*/ 823554 h 4821604"/>
              <a:gd name="connsiteX17354" fmla="*/ 870319 w 2947832"/>
              <a:gd name="connsiteY17354" fmla="*/ 823554 h 4821604"/>
              <a:gd name="connsiteX17355" fmla="*/ 871994 w 2947832"/>
              <a:gd name="connsiteY17355" fmla="*/ 824497 h 4821604"/>
              <a:gd name="connsiteX17356" fmla="*/ 879790 w 2947832"/>
              <a:gd name="connsiteY17356" fmla="*/ 837995 h 4821604"/>
              <a:gd name="connsiteX17357" fmla="*/ 879790 w 2947832"/>
              <a:gd name="connsiteY17357" fmla="*/ 839933 h 4821604"/>
              <a:gd name="connsiteX17358" fmla="*/ 871994 w 2947832"/>
              <a:gd name="connsiteY17358" fmla="*/ 853429 h 4821604"/>
              <a:gd name="connsiteX17359" fmla="*/ 870319 w 2947832"/>
              <a:gd name="connsiteY17359" fmla="*/ 854369 h 4821604"/>
              <a:gd name="connsiteX17360" fmla="*/ 854728 w 2947832"/>
              <a:gd name="connsiteY17360" fmla="*/ 854369 h 4821604"/>
              <a:gd name="connsiteX17361" fmla="*/ 853053 w 2947832"/>
              <a:gd name="connsiteY17361" fmla="*/ 853429 h 4821604"/>
              <a:gd name="connsiteX17362" fmla="*/ 845257 w 2947832"/>
              <a:gd name="connsiteY17362" fmla="*/ 839933 h 4821604"/>
              <a:gd name="connsiteX17363" fmla="*/ 845257 w 2947832"/>
              <a:gd name="connsiteY17363" fmla="*/ 837995 h 4821604"/>
              <a:gd name="connsiteX17364" fmla="*/ 853053 w 2947832"/>
              <a:gd name="connsiteY17364" fmla="*/ 824497 h 4821604"/>
              <a:gd name="connsiteX17365" fmla="*/ 854728 w 2947832"/>
              <a:gd name="connsiteY17365" fmla="*/ 823554 h 4821604"/>
              <a:gd name="connsiteX17366" fmla="*/ 1763556 w 2947832"/>
              <a:gd name="connsiteY17366" fmla="*/ 822667 h 4821604"/>
              <a:gd name="connsiteX17367" fmla="*/ 1780037 w 2947832"/>
              <a:gd name="connsiteY17367" fmla="*/ 822667 h 4821604"/>
              <a:gd name="connsiteX17368" fmla="*/ 1781816 w 2947832"/>
              <a:gd name="connsiteY17368" fmla="*/ 823658 h 4821604"/>
              <a:gd name="connsiteX17369" fmla="*/ 1790083 w 2947832"/>
              <a:gd name="connsiteY17369" fmla="*/ 837943 h 4821604"/>
              <a:gd name="connsiteX17370" fmla="*/ 1790083 w 2947832"/>
              <a:gd name="connsiteY17370" fmla="*/ 839985 h 4821604"/>
              <a:gd name="connsiteX17371" fmla="*/ 1781816 w 2947832"/>
              <a:gd name="connsiteY17371" fmla="*/ 854265 h 4821604"/>
              <a:gd name="connsiteX17372" fmla="*/ 1780037 w 2947832"/>
              <a:gd name="connsiteY17372" fmla="*/ 855261 h 4821604"/>
              <a:gd name="connsiteX17373" fmla="*/ 1763556 w 2947832"/>
              <a:gd name="connsiteY17373" fmla="*/ 855261 h 4821604"/>
              <a:gd name="connsiteX17374" fmla="*/ 1761777 w 2947832"/>
              <a:gd name="connsiteY17374" fmla="*/ 854265 h 4821604"/>
              <a:gd name="connsiteX17375" fmla="*/ 1753510 w 2947832"/>
              <a:gd name="connsiteY17375" fmla="*/ 839985 h 4821604"/>
              <a:gd name="connsiteX17376" fmla="*/ 1753510 w 2947832"/>
              <a:gd name="connsiteY17376" fmla="*/ 837943 h 4821604"/>
              <a:gd name="connsiteX17377" fmla="*/ 1761777 w 2947832"/>
              <a:gd name="connsiteY17377" fmla="*/ 823658 h 4821604"/>
              <a:gd name="connsiteX17378" fmla="*/ 1763556 w 2947832"/>
              <a:gd name="connsiteY17378" fmla="*/ 822667 h 4821604"/>
              <a:gd name="connsiteX17379" fmla="*/ 936768 w 2947832"/>
              <a:gd name="connsiteY17379" fmla="*/ 822193 h 4821604"/>
              <a:gd name="connsiteX17380" fmla="*/ 953720 w 2947832"/>
              <a:gd name="connsiteY17380" fmla="*/ 822193 h 4821604"/>
              <a:gd name="connsiteX17381" fmla="*/ 955551 w 2947832"/>
              <a:gd name="connsiteY17381" fmla="*/ 823239 h 4821604"/>
              <a:gd name="connsiteX17382" fmla="*/ 964027 w 2947832"/>
              <a:gd name="connsiteY17382" fmla="*/ 837892 h 4821604"/>
              <a:gd name="connsiteX17383" fmla="*/ 964027 w 2947832"/>
              <a:gd name="connsiteY17383" fmla="*/ 839985 h 4821604"/>
              <a:gd name="connsiteX17384" fmla="*/ 955551 w 2947832"/>
              <a:gd name="connsiteY17384" fmla="*/ 854632 h 4821604"/>
              <a:gd name="connsiteX17385" fmla="*/ 953720 w 2947832"/>
              <a:gd name="connsiteY17385" fmla="*/ 855680 h 4821604"/>
              <a:gd name="connsiteX17386" fmla="*/ 936768 w 2947832"/>
              <a:gd name="connsiteY17386" fmla="*/ 855680 h 4821604"/>
              <a:gd name="connsiteX17387" fmla="*/ 934937 w 2947832"/>
              <a:gd name="connsiteY17387" fmla="*/ 854632 h 4821604"/>
              <a:gd name="connsiteX17388" fmla="*/ 926460 w 2947832"/>
              <a:gd name="connsiteY17388" fmla="*/ 839985 h 4821604"/>
              <a:gd name="connsiteX17389" fmla="*/ 926460 w 2947832"/>
              <a:gd name="connsiteY17389" fmla="*/ 837892 h 4821604"/>
              <a:gd name="connsiteX17390" fmla="*/ 934937 w 2947832"/>
              <a:gd name="connsiteY17390" fmla="*/ 823239 h 4821604"/>
              <a:gd name="connsiteX17391" fmla="*/ 936768 w 2947832"/>
              <a:gd name="connsiteY17391" fmla="*/ 822193 h 4821604"/>
              <a:gd name="connsiteX17392" fmla="*/ 2093706 w 2947832"/>
              <a:gd name="connsiteY17392" fmla="*/ 821670 h 4821604"/>
              <a:gd name="connsiteX17393" fmla="*/ 2111129 w 2947832"/>
              <a:gd name="connsiteY17393" fmla="*/ 821670 h 4821604"/>
              <a:gd name="connsiteX17394" fmla="*/ 2113013 w 2947832"/>
              <a:gd name="connsiteY17394" fmla="*/ 822768 h 4821604"/>
              <a:gd name="connsiteX17395" fmla="*/ 2121751 w 2947832"/>
              <a:gd name="connsiteY17395" fmla="*/ 837892 h 4821604"/>
              <a:gd name="connsiteX17396" fmla="*/ 2121751 w 2947832"/>
              <a:gd name="connsiteY17396" fmla="*/ 840035 h 4821604"/>
              <a:gd name="connsiteX17397" fmla="*/ 2113013 w 2947832"/>
              <a:gd name="connsiteY17397" fmla="*/ 855154 h 4821604"/>
              <a:gd name="connsiteX17398" fmla="*/ 2111129 w 2947832"/>
              <a:gd name="connsiteY17398" fmla="*/ 856255 h 4821604"/>
              <a:gd name="connsiteX17399" fmla="*/ 2093706 w 2947832"/>
              <a:gd name="connsiteY17399" fmla="*/ 856255 h 4821604"/>
              <a:gd name="connsiteX17400" fmla="*/ 2091823 w 2947832"/>
              <a:gd name="connsiteY17400" fmla="*/ 855154 h 4821604"/>
              <a:gd name="connsiteX17401" fmla="*/ 2083085 w 2947832"/>
              <a:gd name="connsiteY17401" fmla="*/ 840035 h 4821604"/>
              <a:gd name="connsiteX17402" fmla="*/ 2083085 w 2947832"/>
              <a:gd name="connsiteY17402" fmla="*/ 837892 h 4821604"/>
              <a:gd name="connsiteX17403" fmla="*/ 2091823 w 2947832"/>
              <a:gd name="connsiteY17403" fmla="*/ 822768 h 4821604"/>
              <a:gd name="connsiteX17404" fmla="*/ 2093706 w 2947832"/>
              <a:gd name="connsiteY17404" fmla="*/ 821670 h 4821604"/>
              <a:gd name="connsiteX17405" fmla="*/ 2010933 w 2947832"/>
              <a:gd name="connsiteY17405" fmla="*/ 821512 h 4821604"/>
              <a:gd name="connsiteX17406" fmla="*/ 2028513 w 2947832"/>
              <a:gd name="connsiteY17406" fmla="*/ 821512 h 4821604"/>
              <a:gd name="connsiteX17407" fmla="*/ 2030397 w 2947832"/>
              <a:gd name="connsiteY17407" fmla="*/ 822615 h 4821604"/>
              <a:gd name="connsiteX17408" fmla="*/ 2039187 w 2947832"/>
              <a:gd name="connsiteY17408" fmla="*/ 837839 h 4821604"/>
              <a:gd name="connsiteX17409" fmla="*/ 2039187 w 2947832"/>
              <a:gd name="connsiteY17409" fmla="*/ 840035 h 4821604"/>
              <a:gd name="connsiteX17410" fmla="*/ 2030397 w 2947832"/>
              <a:gd name="connsiteY17410" fmla="*/ 855264 h 4821604"/>
              <a:gd name="connsiteX17411" fmla="*/ 2028513 w 2947832"/>
              <a:gd name="connsiteY17411" fmla="*/ 856359 h 4821604"/>
              <a:gd name="connsiteX17412" fmla="*/ 2010933 w 2947832"/>
              <a:gd name="connsiteY17412" fmla="*/ 856359 h 4821604"/>
              <a:gd name="connsiteX17413" fmla="*/ 2009050 w 2947832"/>
              <a:gd name="connsiteY17413" fmla="*/ 855264 h 4821604"/>
              <a:gd name="connsiteX17414" fmla="*/ 2000260 w 2947832"/>
              <a:gd name="connsiteY17414" fmla="*/ 840035 h 4821604"/>
              <a:gd name="connsiteX17415" fmla="*/ 2000260 w 2947832"/>
              <a:gd name="connsiteY17415" fmla="*/ 837839 h 4821604"/>
              <a:gd name="connsiteX17416" fmla="*/ 2009050 w 2947832"/>
              <a:gd name="connsiteY17416" fmla="*/ 822615 h 4821604"/>
              <a:gd name="connsiteX17417" fmla="*/ 2010933 w 2947832"/>
              <a:gd name="connsiteY17417" fmla="*/ 821512 h 4821604"/>
              <a:gd name="connsiteX17418" fmla="*/ 769496 w 2947832"/>
              <a:gd name="connsiteY17418" fmla="*/ 818322 h 4821604"/>
              <a:gd name="connsiteX17419" fmla="*/ 790320 w 2947832"/>
              <a:gd name="connsiteY17419" fmla="*/ 818322 h 4821604"/>
              <a:gd name="connsiteX17420" fmla="*/ 792570 w 2947832"/>
              <a:gd name="connsiteY17420" fmla="*/ 819628 h 4821604"/>
              <a:gd name="connsiteX17421" fmla="*/ 802982 w 2947832"/>
              <a:gd name="connsiteY17421" fmla="*/ 837681 h 4821604"/>
              <a:gd name="connsiteX17422" fmla="*/ 802982 w 2947832"/>
              <a:gd name="connsiteY17422" fmla="*/ 840244 h 4821604"/>
              <a:gd name="connsiteX17423" fmla="*/ 792570 w 2947832"/>
              <a:gd name="connsiteY17423" fmla="*/ 858295 h 4821604"/>
              <a:gd name="connsiteX17424" fmla="*/ 790320 w 2947832"/>
              <a:gd name="connsiteY17424" fmla="*/ 859602 h 4821604"/>
              <a:gd name="connsiteX17425" fmla="*/ 769496 w 2947832"/>
              <a:gd name="connsiteY17425" fmla="*/ 859602 h 4821604"/>
              <a:gd name="connsiteX17426" fmla="*/ 767246 w 2947832"/>
              <a:gd name="connsiteY17426" fmla="*/ 858295 h 4821604"/>
              <a:gd name="connsiteX17427" fmla="*/ 756834 w 2947832"/>
              <a:gd name="connsiteY17427" fmla="*/ 840244 h 4821604"/>
              <a:gd name="connsiteX17428" fmla="*/ 756834 w 2947832"/>
              <a:gd name="connsiteY17428" fmla="*/ 837681 h 4821604"/>
              <a:gd name="connsiteX17429" fmla="*/ 767246 w 2947832"/>
              <a:gd name="connsiteY17429" fmla="*/ 819628 h 4821604"/>
              <a:gd name="connsiteX17430" fmla="*/ 769496 w 2947832"/>
              <a:gd name="connsiteY17430" fmla="*/ 818322 h 4821604"/>
              <a:gd name="connsiteX17431" fmla="*/ 601333 w 2947832"/>
              <a:gd name="connsiteY17431" fmla="*/ 812776 h 4821604"/>
              <a:gd name="connsiteX17432" fmla="*/ 627808 w 2947832"/>
              <a:gd name="connsiteY17432" fmla="*/ 812776 h 4821604"/>
              <a:gd name="connsiteX17433" fmla="*/ 630633 w 2947832"/>
              <a:gd name="connsiteY17433" fmla="*/ 814397 h 4821604"/>
              <a:gd name="connsiteX17434" fmla="*/ 643871 w 2947832"/>
              <a:gd name="connsiteY17434" fmla="*/ 837314 h 4821604"/>
              <a:gd name="connsiteX17435" fmla="*/ 643871 w 2947832"/>
              <a:gd name="connsiteY17435" fmla="*/ 840610 h 4821604"/>
              <a:gd name="connsiteX17436" fmla="*/ 630633 w 2947832"/>
              <a:gd name="connsiteY17436" fmla="*/ 863525 h 4821604"/>
              <a:gd name="connsiteX17437" fmla="*/ 627808 w 2947832"/>
              <a:gd name="connsiteY17437" fmla="*/ 865149 h 4821604"/>
              <a:gd name="connsiteX17438" fmla="*/ 601333 w 2947832"/>
              <a:gd name="connsiteY17438" fmla="*/ 865149 h 4821604"/>
              <a:gd name="connsiteX17439" fmla="*/ 598508 w 2947832"/>
              <a:gd name="connsiteY17439" fmla="*/ 863525 h 4821604"/>
              <a:gd name="connsiteX17440" fmla="*/ 585270 w 2947832"/>
              <a:gd name="connsiteY17440" fmla="*/ 840610 h 4821604"/>
              <a:gd name="connsiteX17441" fmla="*/ 585270 w 2947832"/>
              <a:gd name="connsiteY17441" fmla="*/ 837314 h 4821604"/>
              <a:gd name="connsiteX17442" fmla="*/ 598508 w 2947832"/>
              <a:gd name="connsiteY17442" fmla="*/ 814397 h 4821604"/>
              <a:gd name="connsiteX17443" fmla="*/ 601333 w 2947832"/>
              <a:gd name="connsiteY17443" fmla="*/ 812776 h 4821604"/>
              <a:gd name="connsiteX17444" fmla="*/ 2267624 w 2947832"/>
              <a:gd name="connsiteY17444" fmla="*/ 756163 h 4821604"/>
              <a:gd name="connsiteX17445" fmla="*/ 2267781 w 2947832"/>
              <a:gd name="connsiteY17445" fmla="*/ 756163 h 4821604"/>
              <a:gd name="connsiteX17446" fmla="*/ 2267885 w 2947832"/>
              <a:gd name="connsiteY17446" fmla="*/ 756163 h 4821604"/>
              <a:gd name="connsiteX17447" fmla="*/ 2267885 w 2947832"/>
              <a:gd name="connsiteY17447" fmla="*/ 756321 h 4821604"/>
              <a:gd name="connsiteX17448" fmla="*/ 2267833 w 2947832"/>
              <a:gd name="connsiteY17448" fmla="*/ 756321 h 4821604"/>
              <a:gd name="connsiteX17449" fmla="*/ 2267833 w 2947832"/>
              <a:gd name="connsiteY17449" fmla="*/ 756478 h 4821604"/>
              <a:gd name="connsiteX17450" fmla="*/ 2267676 w 2947832"/>
              <a:gd name="connsiteY17450" fmla="*/ 756478 h 4821604"/>
              <a:gd name="connsiteX17451" fmla="*/ 2267572 w 2947832"/>
              <a:gd name="connsiteY17451" fmla="*/ 756478 h 4821604"/>
              <a:gd name="connsiteX17452" fmla="*/ 2267572 w 2947832"/>
              <a:gd name="connsiteY17452" fmla="*/ 756321 h 4821604"/>
              <a:gd name="connsiteX17453" fmla="*/ 2267624 w 2947832"/>
              <a:gd name="connsiteY17453" fmla="*/ 756321 h 4821604"/>
              <a:gd name="connsiteX17454" fmla="*/ 1270738 w 2947832"/>
              <a:gd name="connsiteY17454" fmla="*/ 746169 h 4821604"/>
              <a:gd name="connsiteX17455" fmla="*/ 1280993 w 2947832"/>
              <a:gd name="connsiteY17455" fmla="*/ 746169 h 4821604"/>
              <a:gd name="connsiteX17456" fmla="*/ 1282092 w 2947832"/>
              <a:gd name="connsiteY17456" fmla="*/ 746798 h 4821604"/>
              <a:gd name="connsiteX17457" fmla="*/ 1287220 w 2947832"/>
              <a:gd name="connsiteY17457" fmla="*/ 755637 h 4821604"/>
              <a:gd name="connsiteX17458" fmla="*/ 1287220 w 2947832"/>
              <a:gd name="connsiteY17458" fmla="*/ 756896 h 4821604"/>
              <a:gd name="connsiteX17459" fmla="*/ 1282092 w 2947832"/>
              <a:gd name="connsiteY17459" fmla="*/ 765737 h 4821604"/>
              <a:gd name="connsiteX17460" fmla="*/ 1280993 w 2947832"/>
              <a:gd name="connsiteY17460" fmla="*/ 766365 h 4821604"/>
              <a:gd name="connsiteX17461" fmla="*/ 1270738 w 2947832"/>
              <a:gd name="connsiteY17461" fmla="*/ 766365 h 4821604"/>
              <a:gd name="connsiteX17462" fmla="*/ 1269639 w 2947832"/>
              <a:gd name="connsiteY17462" fmla="*/ 765737 h 4821604"/>
              <a:gd name="connsiteX17463" fmla="*/ 1264512 w 2947832"/>
              <a:gd name="connsiteY17463" fmla="*/ 756896 h 4821604"/>
              <a:gd name="connsiteX17464" fmla="*/ 1264512 w 2947832"/>
              <a:gd name="connsiteY17464" fmla="*/ 755637 h 4821604"/>
              <a:gd name="connsiteX17465" fmla="*/ 1269639 w 2947832"/>
              <a:gd name="connsiteY17465" fmla="*/ 746798 h 4821604"/>
              <a:gd name="connsiteX17466" fmla="*/ 1270738 w 2947832"/>
              <a:gd name="connsiteY17466" fmla="*/ 746169 h 4821604"/>
              <a:gd name="connsiteX17467" fmla="*/ 1352673 w 2947832"/>
              <a:gd name="connsiteY17467" fmla="*/ 744758 h 4821604"/>
              <a:gd name="connsiteX17468" fmla="*/ 1364341 w 2947832"/>
              <a:gd name="connsiteY17468" fmla="*/ 744758 h 4821604"/>
              <a:gd name="connsiteX17469" fmla="*/ 1365597 w 2947832"/>
              <a:gd name="connsiteY17469" fmla="*/ 745492 h 4821604"/>
              <a:gd name="connsiteX17470" fmla="*/ 1371404 w 2947832"/>
              <a:gd name="connsiteY17470" fmla="*/ 755590 h 4821604"/>
              <a:gd name="connsiteX17471" fmla="*/ 1371404 w 2947832"/>
              <a:gd name="connsiteY17471" fmla="*/ 757054 h 4821604"/>
              <a:gd name="connsiteX17472" fmla="*/ 1365597 w 2947832"/>
              <a:gd name="connsiteY17472" fmla="*/ 767151 h 4821604"/>
              <a:gd name="connsiteX17473" fmla="*/ 1364341 w 2947832"/>
              <a:gd name="connsiteY17473" fmla="*/ 767885 h 4821604"/>
              <a:gd name="connsiteX17474" fmla="*/ 1352673 w 2947832"/>
              <a:gd name="connsiteY17474" fmla="*/ 767885 h 4821604"/>
              <a:gd name="connsiteX17475" fmla="*/ 1351418 w 2947832"/>
              <a:gd name="connsiteY17475" fmla="*/ 767151 h 4821604"/>
              <a:gd name="connsiteX17476" fmla="*/ 1345610 w 2947832"/>
              <a:gd name="connsiteY17476" fmla="*/ 757054 h 4821604"/>
              <a:gd name="connsiteX17477" fmla="*/ 1345610 w 2947832"/>
              <a:gd name="connsiteY17477" fmla="*/ 755590 h 4821604"/>
              <a:gd name="connsiteX17478" fmla="*/ 1351418 w 2947832"/>
              <a:gd name="connsiteY17478" fmla="*/ 745492 h 4821604"/>
              <a:gd name="connsiteX17479" fmla="*/ 1352673 w 2947832"/>
              <a:gd name="connsiteY17479" fmla="*/ 744758 h 4821604"/>
              <a:gd name="connsiteX17480" fmla="*/ 2096166 w 2947832"/>
              <a:gd name="connsiteY17480" fmla="*/ 743972 h 4821604"/>
              <a:gd name="connsiteX17481" fmla="*/ 2108566 w 2947832"/>
              <a:gd name="connsiteY17481" fmla="*/ 743972 h 4821604"/>
              <a:gd name="connsiteX17482" fmla="*/ 2109874 w 2947832"/>
              <a:gd name="connsiteY17482" fmla="*/ 744758 h 4821604"/>
              <a:gd name="connsiteX17483" fmla="*/ 2116100 w 2947832"/>
              <a:gd name="connsiteY17483" fmla="*/ 755483 h 4821604"/>
              <a:gd name="connsiteX17484" fmla="*/ 2116100 w 2947832"/>
              <a:gd name="connsiteY17484" fmla="*/ 757001 h 4821604"/>
              <a:gd name="connsiteX17485" fmla="*/ 2109874 w 2947832"/>
              <a:gd name="connsiteY17485" fmla="*/ 767725 h 4821604"/>
              <a:gd name="connsiteX17486" fmla="*/ 2108566 w 2947832"/>
              <a:gd name="connsiteY17486" fmla="*/ 768510 h 4821604"/>
              <a:gd name="connsiteX17487" fmla="*/ 2096166 w 2947832"/>
              <a:gd name="connsiteY17487" fmla="*/ 768510 h 4821604"/>
              <a:gd name="connsiteX17488" fmla="*/ 2094858 w 2947832"/>
              <a:gd name="connsiteY17488" fmla="*/ 767725 h 4821604"/>
              <a:gd name="connsiteX17489" fmla="*/ 2088631 w 2947832"/>
              <a:gd name="connsiteY17489" fmla="*/ 757001 h 4821604"/>
              <a:gd name="connsiteX17490" fmla="*/ 2088631 w 2947832"/>
              <a:gd name="connsiteY17490" fmla="*/ 755483 h 4821604"/>
              <a:gd name="connsiteX17491" fmla="*/ 2094858 w 2947832"/>
              <a:gd name="connsiteY17491" fmla="*/ 744758 h 4821604"/>
              <a:gd name="connsiteX17492" fmla="*/ 2096166 w 2947832"/>
              <a:gd name="connsiteY17492" fmla="*/ 743972 h 4821604"/>
              <a:gd name="connsiteX17493" fmla="*/ 1600208 w 2947832"/>
              <a:gd name="connsiteY17493" fmla="*/ 743921 h 4821604"/>
              <a:gd name="connsiteX17494" fmla="*/ 1612713 w 2947832"/>
              <a:gd name="connsiteY17494" fmla="*/ 743921 h 4821604"/>
              <a:gd name="connsiteX17495" fmla="*/ 1614073 w 2947832"/>
              <a:gd name="connsiteY17495" fmla="*/ 744705 h 4821604"/>
              <a:gd name="connsiteX17496" fmla="*/ 1620299 w 2947832"/>
              <a:gd name="connsiteY17496" fmla="*/ 755534 h 4821604"/>
              <a:gd name="connsiteX17497" fmla="*/ 1620299 w 2947832"/>
              <a:gd name="connsiteY17497" fmla="*/ 757105 h 4821604"/>
              <a:gd name="connsiteX17498" fmla="*/ 1614073 w 2947832"/>
              <a:gd name="connsiteY17498" fmla="*/ 767937 h 4821604"/>
              <a:gd name="connsiteX17499" fmla="*/ 1612713 w 2947832"/>
              <a:gd name="connsiteY17499" fmla="*/ 768724 h 4821604"/>
              <a:gd name="connsiteX17500" fmla="*/ 1600208 w 2947832"/>
              <a:gd name="connsiteY17500" fmla="*/ 768724 h 4821604"/>
              <a:gd name="connsiteX17501" fmla="*/ 1598848 w 2947832"/>
              <a:gd name="connsiteY17501" fmla="*/ 767937 h 4821604"/>
              <a:gd name="connsiteX17502" fmla="*/ 1592621 w 2947832"/>
              <a:gd name="connsiteY17502" fmla="*/ 757105 h 4821604"/>
              <a:gd name="connsiteX17503" fmla="*/ 1592621 w 2947832"/>
              <a:gd name="connsiteY17503" fmla="*/ 755534 h 4821604"/>
              <a:gd name="connsiteX17504" fmla="*/ 1598848 w 2947832"/>
              <a:gd name="connsiteY17504" fmla="*/ 744705 h 4821604"/>
              <a:gd name="connsiteX17505" fmla="*/ 1600208 w 2947832"/>
              <a:gd name="connsiteY17505" fmla="*/ 743921 h 4821604"/>
              <a:gd name="connsiteX17506" fmla="*/ 1682824 w 2947832"/>
              <a:gd name="connsiteY17506" fmla="*/ 743816 h 4821604"/>
              <a:gd name="connsiteX17507" fmla="*/ 1695434 w 2947832"/>
              <a:gd name="connsiteY17507" fmla="*/ 743816 h 4821604"/>
              <a:gd name="connsiteX17508" fmla="*/ 1696794 w 2947832"/>
              <a:gd name="connsiteY17508" fmla="*/ 744602 h 4821604"/>
              <a:gd name="connsiteX17509" fmla="*/ 1703073 w 2947832"/>
              <a:gd name="connsiteY17509" fmla="*/ 755534 h 4821604"/>
              <a:gd name="connsiteX17510" fmla="*/ 1703073 w 2947832"/>
              <a:gd name="connsiteY17510" fmla="*/ 757105 h 4821604"/>
              <a:gd name="connsiteX17511" fmla="*/ 1696794 w 2947832"/>
              <a:gd name="connsiteY17511" fmla="*/ 768040 h 4821604"/>
              <a:gd name="connsiteX17512" fmla="*/ 1695434 w 2947832"/>
              <a:gd name="connsiteY17512" fmla="*/ 768823 h 4821604"/>
              <a:gd name="connsiteX17513" fmla="*/ 1682824 w 2947832"/>
              <a:gd name="connsiteY17513" fmla="*/ 768823 h 4821604"/>
              <a:gd name="connsiteX17514" fmla="*/ 1681464 w 2947832"/>
              <a:gd name="connsiteY17514" fmla="*/ 768040 h 4821604"/>
              <a:gd name="connsiteX17515" fmla="*/ 1675185 w 2947832"/>
              <a:gd name="connsiteY17515" fmla="*/ 757105 h 4821604"/>
              <a:gd name="connsiteX17516" fmla="*/ 1675185 w 2947832"/>
              <a:gd name="connsiteY17516" fmla="*/ 755534 h 4821604"/>
              <a:gd name="connsiteX17517" fmla="*/ 1681464 w 2947832"/>
              <a:gd name="connsiteY17517" fmla="*/ 744602 h 4821604"/>
              <a:gd name="connsiteX17518" fmla="*/ 1682824 w 2947832"/>
              <a:gd name="connsiteY17518" fmla="*/ 743816 h 4821604"/>
              <a:gd name="connsiteX17519" fmla="*/ 1434819 w 2947832"/>
              <a:gd name="connsiteY17519" fmla="*/ 743763 h 4821604"/>
              <a:gd name="connsiteX17520" fmla="*/ 1447480 w 2947832"/>
              <a:gd name="connsiteY17520" fmla="*/ 743763 h 4821604"/>
              <a:gd name="connsiteX17521" fmla="*/ 1448841 w 2947832"/>
              <a:gd name="connsiteY17521" fmla="*/ 744550 h 4821604"/>
              <a:gd name="connsiteX17522" fmla="*/ 1455172 w 2947832"/>
              <a:gd name="connsiteY17522" fmla="*/ 755483 h 4821604"/>
              <a:gd name="connsiteX17523" fmla="*/ 1455172 w 2947832"/>
              <a:gd name="connsiteY17523" fmla="*/ 757054 h 4821604"/>
              <a:gd name="connsiteX17524" fmla="*/ 1448841 w 2947832"/>
              <a:gd name="connsiteY17524" fmla="*/ 767989 h 4821604"/>
              <a:gd name="connsiteX17525" fmla="*/ 1447480 w 2947832"/>
              <a:gd name="connsiteY17525" fmla="*/ 768774 h 4821604"/>
              <a:gd name="connsiteX17526" fmla="*/ 1434819 w 2947832"/>
              <a:gd name="connsiteY17526" fmla="*/ 768774 h 4821604"/>
              <a:gd name="connsiteX17527" fmla="*/ 1433458 w 2947832"/>
              <a:gd name="connsiteY17527" fmla="*/ 767989 h 4821604"/>
              <a:gd name="connsiteX17528" fmla="*/ 1427127 w 2947832"/>
              <a:gd name="connsiteY17528" fmla="*/ 757054 h 4821604"/>
              <a:gd name="connsiteX17529" fmla="*/ 1427127 w 2947832"/>
              <a:gd name="connsiteY17529" fmla="*/ 755483 h 4821604"/>
              <a:gd name="connsiteX17530" fmla="*/ 1433458 w 2947832"/>
              <a:gd name="connsiteY17530" fmla="*/ 744550 h 4821604"/>
              <a:gd name="connsiteX17531" fmla="*/ 1434819 w 2947832"/>
              <a:gd name="connsiteY17531" fmla="*/ 743763 h 4821604"/>
              <a:gd name="connsiteX17532" fmla="*/ 690856 w 2947832"/>
              <a:gd name="connsiteY17532" fmla="*/ 743712 h 4821604"/>
              <a:gd name="connsiteX17533" fmla="*/ 703570 w 2947832"/>
              <a:gd name="connsiteY17533" fmla="*/ 743712 h 4821604"/>
              <a:gd name="connsiteX17534" fmla="*/ 704931 w 2947832"/>
              <a:gd name="connsiteY17534" fmla="*/ 744497 h 4821604"/>
              <a:gd name="connsiteX17535" fmla="*/ 711262 w 2947832"/>
              <a:gd name="connsiteY17535" fmla="*/ 755483 h 4821604"/>
              <a:gd name="connsiteX17536" fmla="*/ 711262 w 2947832"/>
              <a:gd name="connsiteY17536" fmla="*/ 757054 h 4821604"/>
              <a:gd name="connsiteX17537" fmla="*/ 704931 w 2947832"/>
              <a:gd name="connsiteY17537" fmla="*/ 768040 h 4821604"/>
              <a:gd name="connsiteX17538" fmla="*/ 703570 w 2947832"/>
              <a:gd name="connsiteY17538" fmla="*/ 768823 h 4821604"/>
              <a:gd name="connsiteX17539" fmla="*/ 690856 w 2947832"/>
              <a:gd name="connsiteY17539" fmla="*/ 768823 h 4821604"/>
              <a:gd name="connsiteX17540" fmla="*/ 689496 w 2947832"/>
              <a:gd name="connsiteY17540" fmla="*/ 768040 h 4821604"/>
              <a:gd name="connsiteX17541" fmla="*/ 683165 w 2947832"/>
              <a:gd name="connsiteY17541" fmla="*/ 757054 h 4821604"/>
              <a:gd name="connsiteX17542" fmla="*/ 683165 w 2947832"/>
              <a:gd name="connsiteY17542" fmla="*/ 755483 h 4821604"/>
              <a:gd name="connsiteX17543" fmla="*/ 689496 w 2947832"/>
              <a:gd name="connsiteY17543" fmla="*/ 744497 h 4821604"/>
              <a:gd name="connsiteX17544" fmla="*/ 690856 w 2947832"/>
              <a:gd name="connsiteY17544" fmla="*/ 743712 h 4821604"/>
              <a:gd name="connsiteX17545" fmla="*/ 2013288 w 2947832"/>
              <a:gd name="connsiteY17545" fmla="*/ 743501 h 4821604"/>
              <a:gd name="connsiteX17546" fmla="*/ 2026264 w 2947832"/>
              <a:gd name="connsiteY17546" fmla="*/ 743501 h 4821604"/>
              <a:gd name="connsiteX17547" fmla="*/ 2027677 w 2947832"/>
              <a:gd name="connsiteY17547" fmla="*/ 744287 h 4821604"/>
              <a:gd name="connsiteX17548" fmla="*/ 2034164 w 2947832"/>
              <a:gd name="connsiteY17548" fmla="*/ 755483 h 4821604"/>
              <a:gd name="connsiteX17549" fmla="*/ 2034164 w 2947832"/>
              <a:gd name="connsiteY17549" fmla="*/ 757105 h 4821604"/>
              <a:gd name="connsiteX17550" fmla="*/ 2027677 w 2947832"/>
              <a:gd name="connsiteY17550" fmla="*/ 768303 h 4821604"/>
              <a:gd name="connsiteX17551" fmla="*/ 2026264 w 2947832"/>
              <a:gd name="connsiteY17551" fmla="*/ 769089 h 4821604"/>
              <a:gd name="connsiteX17552" fmla="*/ 2013288 w 2947832"/>
              <a:gd name="connsiteY17552" fmla="*/ 769089 h 4821604"/>
              <a:gd name="connsiteX17553" fmla="*/ 2011875 w 2947832"/>
              <a:gd name="connsiteY17553" fmla="*/ 768303 h 4821604"/>
              <a:gd name="connsiteX17554" fmla="*/ 2005387 w 2947832"/>
              <a:gd name="connsiteY17554" fmla="*/ 757105 h 4821604"/>
              <a:gd name="connsiteX17555" fmla="*/ 2005387 w 2947832"/>
              <a:gd name="connsiteY17555" fmla="*/ 755483 h 4821604"/>
              <a:gd name="connsiteX17556" fmla="*/ 2011875 w 2947832"/>
              <a:gd name="connsiteY17556" fmla="*/ 744287 h 4821604"/>
              <a:gd name="connsiteX17557" fmla="*/ 2013288 w 2947832"/>
              <a:gd name="connsiteY17557" fmla="*/ 743501 h 4821604"/>
              <a:gd name="connsiteX17558" fmla="*/ 1516860 w 2947832"/>
              <a:gd name="connsiteY17558" fmla="*/ 742612 h 4821604"/>
              <a:gd name="connsiteX17559" fmla="*/ 1530673 w 2947832"/>
              <a:gd name="connsiteY17559" fmla="*/ 742612 h 4821604"/>
              <a:gd name="connsiteX17560" fmla="*/ 1532138 w 2947832"/>
              <a:gd name="connsiteY17560" fmla="*/ 743448 h 4821604"/>
              <a:gd name="connsiteX17561" fmla="*/ 1539044 w 2947832"/>
              <a:gd name="connsiteY17561" fmla="*/ 755434 h 4821604"/>
              <a:gd name="connsiteX17562" fmla="*/ 1539044 w 2947832"/>
              <a:gd name="connsiteY17562" fmla="*/ 757156 h 4821604"/>
              <a:gd name="connsiteX17563" fmla="*/ 1532138 w 2947832"/>
              <a:gd name="connsiteY17563" fmla="*/ 769140 h 4821604"/>
              <a:gd name="connsiteX17564" fmla="*/ 1530673 w 2947832"/>
              <a:gd name="connsiteY17564" fmla="*/ 769976 h 4821604"/>
              <a:gd name="connsiteX17565" fmla="*/ 1516860 w 2947832"/>
              <a:gd name="connsiteY17565" fmla="*/ 769976 h 4821604"/>
              <a:gd name="connsiteX17566" fmla="*/ 1515395 w 2947832"/>
              <a:gd name="connsiteY17566" fmla="*/ 769140 h 4821604"/>
              <a:gd name="connsiteX17567" fmla="*/ 1508488 w 2947832"/>
              <a:gd name="connsiteY17567" fmla="*/ 757156 h 4821604"/>
              <a:gd name="connsiteX17568" fmla="*/ 1508488 w 2947832"/>
              <a:gd name="connsiteY17568" fmla="*/ 755434 h 4821604"/>
              <a:gd name="connsiteX17569" fmla="*/ 1515395 w 2947832"/>
              <a:gd name="connsiteY17569" fmla="*/ 743448 h 4821604"/>
              <a:gd name="connsiteX17570" fmla="*/ 1516860 w 2947832"/>
              <a:gd name="connsiteY17570" fmla="*/ 742612 h 4821604"/>
              <a:gd name="connsiteX17571" fmla="*/ 1186239 w 2947832"/>
              <a:gd name="connsiteY17571" fmla="*/ 742612 h 4821604"/>
              <a:gd name="connsiteX17572" fmla="*/ 1200052 w 2947832"/>
              <a:gd name="connsiteY17572" fmla="*/ 742612 h 4821604"/>
              <a:gd name="connsiteX17573" fmla="*/ 1201517 w 2947832"/>
              <a:gd name="connsiteY17573" fmla="*/ 743448 h 4821604"/>
              <a:gd name="connsiteX17574" fmla="*/ 1208423 w 2947832"/>
              <a:gd name="connsiteY17574" fmla="*/ 755434 h 4821604"/>
              <a:gd name="connsiteX17575" fmla="*/ 1208423 w 2947832"/>
              <a:gd name="connsiteY17575" fmla="*/ 757156 h 4821604"/>
              <a:gd name="connsiteX17576" fmla="*/ 1201517 w 2947832"/>
              <a:gd name="connsiteY17576" fmla="*/ 769140 h 4821604"/>
              <a:gd name="connsiteX17577" fmla="*/ 1200052 w 2947832"/>
              <a:gd name="connsiteY17577" fmla="*/ 769976 h 4821604"/>
              <a:gd name="connsiteX17578" fmla="*/ 1186239 w 2947832"/>
              <a:gd name="connsiteY17578" fmla="*/ 769976 h 4821604"/>
              <a:gd name="connsiteX17579" fmla="*/ 1184774 w 2947832"/>
              <a:gd name="connsiteY17579" fmla="*/ 769140 h 4821604"/>
              <a:gd name="connsiteX17580" fmla="*/ 1177867 w 2947832"/>
              <a:gd name="connsiteY17580" fmla="*/ 757156 h 4821604"/>
              <a:gd name="connsiteX17581" fmla="*/ 1177867 w 2947832"/>
              <a:gd name="connsiteY17581" fmla="*/ 755434 h 4821604"/>
              <a:gd name="connsiteX17582" fmla="*/ 1184774 w 2947832"/>
              <a:gd name="connsiteY17582" fmla="*/ 743448 h 4821604"/>
              <a:gd name="connsiteX17583" fmla="*/ 1186239 w 2947832"/>
              <a:gd name="connsiteY17583" fmla="*/ 742612 h 4821604"/>
              <a:gd name="connsiteX17584" fmla="*/ 1103308 w 2947832"/>
              <a:gd name="connsiteY17584" fmla="*/ 742039 h 4821604"/>
              <a:gd name="connsiteX17585" fmla="*/ 1117696 w 2947832"/>
              <a:gd name="connsiteY17585" fmla="*/ 742039 h 4821604"/>
              <a:gd name="connsiteX17586" fmla="*/ 1119213 w 2947832"/>
              <a:gd name="connsiteY17586" fmla="*/ 742925 h 4821604"/>
              <a:gd name="connsiteX17587" fmla="*/ 1126381 w 2947832"/>
              <a:gd name="connsiteY17587" fmla="*/ 755382 h 4821604"/>
              <a:gd name="connsiteX17588" fmla="*/ 1126381 w 2947832"/>
              <a:gd name="connsiteY17588" fmla="*/ 757156 h 4821604"/>
              <a:gd name="connsiteX17589" fmla="*/ 1119213 w 2947832"/>
              <a:gd name="connsiteY17589" fmla="*/ 769609 h 4821604"/>
              <a:gd name="connsiteX17590" fmla="*/ 1117696 w 2947832"/>
              <a:gd name="connsiteY17590" fmla="*/ 770498 h 4821604"/>
              <a:gd name="connsiteX17591" fmla="*/ 1103308 w 2947832"/>
              <a:gd name="connsiteY17591" fmla="*/ 770498 h 4821604"/>
              <a:gd name="connsiteX17592" fmla="*/ 1101791 w 2947832"/>
              <a:gd name="connsiteY17592" fmla="*/ 769609 h 4821604"/>
              <a:gd name="connsiteX17593" fmla="*/ 1094622 w 2947832"/>
              <a:gd name="connsiteY17593" fmla="*/ 757156 h 4821604"/>
              <a:gd name="connsiteX17594" fmla="*/ 1094622 w 2947832"/>
              <a:gd name="connsiteY17594" fmla="*/ 755382 h 4821604"/>
              <a:gd name="connsiteX17595" fmla="*/ 1101791 w 2947832"/>
              <a:gd name="connsiteY17595" fmla="*/ 742925 h 4821604"/>
              <a:gd name="connsiteX17596" fmla="*/ 1103308 w 2947832"/>
              <a:gd name="connsiteY17596" fmla="*/ 742039 h 4821604"/>
              <a:gd name="connsiteX17597" fmla="*/ 1929625 w 2947832"/>
              <a:gd name="connsiteY17597" fmla="*/ 741460 h 4821604"/>
              <a:gd name="connsiteX17598" fmla="*/ 1944589 w 2947832"/>
              <a:gd name="connsiteY17598" fmla="*/ 741460 h 4821604"/>
              <a:gd name="connsiteX17599" fmla="*/ 1946211 w 2947832"/>
              <a:gd name="connsiteY17599" fmla="*/ 742407 h 4821604"/>
              <a:gd name="connsiteX17600" fmla="*/ 1953693 w 2947832"/>
              <a:gd name="connsiteY17600" fmla="*/ 755382 h 4821604"/>
              <a:gd name="connsiteX17601" fmla="*/ 1953693 w 2947832"/>
              <a:gd name="connsiteY17601" fmla="*/ 757210 h 4821604"/>
              <a:gd name="connsiteX17602" fmla="*/ 1946211 w 2947832"/>
              <a:gd name="connsiteY17602" fmla="*/ 770189 h 4821604"/>
              <a:gd name="connsiteX17603" fmla="*/ 1944589 w 2947832"/>
              <a:gd name="connsiteY17603" fmla="*/ 771129 h 4821604"/>
              <a:gd name="connsiteX17604" fmla="*/ 1929625 w 2947832"/>
              <a:gd name="connsiteY17604" fmla="*/ 771129 h 4821604"/>
              <a:gd name="connsiteX17605" fmla="*/ 1928003 w 2947832"/>
              <a:gd name="connsiteY17605" fmla="*/ 770189 h 4821604"/>
              <a:gd name="connsiteX17606" fmla="*/ 1920521 w 2947832"/>
              <a:gd name="connsiteY17606" fmla="*/ 757210 h 4821604"/>
              <a:gd name="connsiteX17607" fmla="*/ 1920521 w 2947832"/>
              <a:gd name="connsiteY17607" fmla="*/ 755382 h 4821604"/>
              <a:gd name="connsiteX17608" fmla="*/ 1928003 w 2947832"/>
              <a:gd name="connsiteY17608" fmla="*/ 742407 h 4821604"/>
              <a:gd name="connsiteX17609" fmla="*/ 1929625 w 2947832"/>
              <a:gd name="connsiteY17609" fmla="*/ 741460 h 4821604"/>
              <a:gd name="connsiteX17610" fmla="*/ 772165 w 2947832"/>
              <a:gd name="connsiteY17610" fmla="*/ 740992 h 4821604"/>
              <a:gd name="connsiteX17611" fmla="*/ 787652 w 2947832"/>
              <a:gd name="connsiteY17611" fmla="*/ 740992 h 4821604"/>
              <a:gd name="connsiteX17612" fmla="*/ 789326 w 2947832"/>
              <a:gd name="connsiteY17612" fmla="*/ 741933 h 4821604"/>
              <a:gd name="connsiteX17613" fmla="*/ 797069 w 2947832"/>
              <a:gd name="connsiteY17613" fmla="*/ 755329 h 4821604"/>
              <a:gd name="connsiteX17614" fmla="*/ 797069 w 2947832"/>
              <a:gd name="connsiteY17614" fmla="*/ 757263 h 4821604"/>
              <a:gd name="connsiteX17615" fmla="*/ 789326 w 2947832"/>
              <a:gd name="connsiteY17615" fmla="*/ 770659 h 4821604"/>
              <a:gd name="connsiteX17616" fmla="*/ 787652 w 2947832"/>
              <a:gd name="connsiteY17616" fmla="*/ 771597 h 4821604"/>
              <a:gd name="connsiteX17617" fmla="*/ 772165 w 2947832"/>
              <a:gd name="connsiteY17617" fmla="*/ 771597 h 4821604"/>
              <a:gd name="connsiteX17618" fmla="*/ 770490 w 2947832"/>
              <a:gd name="connsiteY17618" fmla="*/ 770659 h 4821604"/>
              <a:gd name="connsiteX17619" fmla="*/ 762746 w 2947832"/>
              <a:gd name="connsiteY17619" fmla="*/ 757263 h 4821604"/>
              <a:gd name="connsiteX17620" fmla="*/ 762746 w 2947832"/>
              <a:gd name="connsiteY17620" fmla="*/ 755329 h 4821604"/>
              <a:gd name="connsiteX17621" fmla="*/ 770490 w 2947832"/>
              <a:gd name="connsiteY17621" fmla="*/ 741933 h 4821604"/>
              <a:gd name="connsiteX17622" fmla="*/ 772165 w 2947832"/>
              <a:gd name="connsiteY17622" fmla="*/ 740992 h 4821604"/>
              <a:gd name="connsiteX17623" fmla="*/ 1763922 w 2947832"/>
              <a:gd name="connsiteY17623" fmla="*/ 740676 h 4821604"/>
              <a:gd name="connsiteX17624" fmla="*/ 1779671 w 2947832"/>
              <a:gd name="connsiteY17624" fmla="*/ 740676 h 4821604"/>
              <a:gd name="connsiteX17625" fmla="*/ 1781345 w 2947832"/>
              <a:gd name="connsiteY17625" fmla="*/ 741672 h 4821604"/>
              <a:gd name="connsiteX17626" fmla="*/ 1789193 w 2947832"/>
              <a:gd name="connsiteY17626" fmla="*/ 755276 h 4821604"/>
              <a:gd name="connsiteX17627" fmla="*/ 1789193 w 2947832"/>
              <a:gd name="connsiteY17627" fmla="*/ 757210 h 4821604"/>
              <a:gd name="connsiteX17628" fmla="*/ 1781345 w 2947832"/>
              <a:gd name="connsiteY17628" fmla="*/ 770813 h 4821604"/>
              <a:gd name="connsiteX17629" fmla="*/ 1779671 w 2947832"/>
              <a:gd name="connsiteY17629" fmla="*/ 771808 h 4821604"/>
              <a:gd name="connsiteX17630" fmla="*/ 1763922 w 2947832"/>
              <a:gd name="connsiteY17630" fmla="*/ 771808 h 4821604"/>
              <a:gd name="connsiteX17631" fmla="*/ 1762248 w 2947832"/>
              <a:gd name="connsiteY17631" fmla="*/ 770813 h 4821604"/>
              <a:gd name="connsiteX17632" fmla="*/ 1754399 w 2947832"/>
              <a:gd name="connsiteY17632" fmla="*/ 757210 h 4821604"/>
              <a:gd name="connsiteX17633" fmla="*/ 1754399 w 2947832"/>
              <a:gd name="connsiteY17633" fmla="*/ 755276 h 4821604"/>
              <a:gd name="connsiteX17634" fmla="*/ 1762248 w 2947832"/>
              <a:gd name="connsiteY17634" fmla="*/ 741672 h 4821604"/>
              <a:gd name="connsiteX17635" fmla="*/ 1763922 w 2947832"/>
              <a:gd name="connsiteY17635" fmla="*/ 740676 h 4821604"/>
              <a:gd name="connsiteX17636" fmla="*/ 1019959 w 2947832"/>
              <a:gd name="connsiteY17636" fmla="*/ 740622 h 4821604"/>
              <a:gd name="connsiteX17637" fmla="*/ 1035760 w 2947832"/>
              <a:gd name="connsiteY17637" fmla="*/ 740622 h 4821604"/>
              <a:gd name="connsiteX17638" fmla="*/ 1037435 w 2947832"/>
              <a:gd name="connsiteY17638" fmla="*/ 741617 h 4821604"/>
              <a:gd name="connsiteX17639" fmla="*/ 1045335 w 2947832"/>
              <a:gd name="connsiteY17639" fmla="*/ 755273 h 4821604"/>
              <a:gd name="connsiteX17640" fmla="*/ 1045335 w 2947832"/>
              <a:gd name="connsiteY17640" fmla="*/ 757209 h 4821604"/>
              <a:gd name="connsiteX17641" fmla="*/ 1037435 w 2947832"/>
              <a:gd name="connsiteY17641" fmla="*/ 770864 h 4821604"/>
              <a:gd name="connsiteX17642" fmla="*/ 1035760 w 2947832"/>
              <a:gd name="connsiteY17642" fmla="*/ 771860 h 4821604"/>
              <a:gd name="connsiteX17643" fmla="*/ 1019959 w 2947832"/>
              <a:gd name="connsiteY17643" fmla="*/ 771860 h 4821604"/>
              <a:gd name="connsiteX17644" fmla="*/ 1018285 w 2947832"/>
              <a:gd name="connsiteY17644" fmla="*/ 770864 h 4821604"/>
              <a:gd name="connsiteX17645" fmla="*/ 1010384 w 2947832"/>
              <a:gd name="connsiteY17645" fmla="*/ 757209 h 4821604"/>
              <a:gd name="connsiteX17646" fmla="*/ 1010384 w 2947832"/>
              <a:gd name="connsiteY17646" fmla="*/ 755273 h 4821604"/>
              <a:gd name="connsiteX17647" fmla="*/ 1018285 w 2947832"/>
              <a:gd name="connsiteY17647" fmla="*/ 741617 h 4821604"/>
              <a:gd name="connsiteX17648" fmla="*/ 1019959 w 2947832"/>
              <a:gd name="connsiteY17648" fmla="*/ 740622 h 4821604"/>
              <a:gd name="connsiteX17649" fmla="*/ 1846329 w 2947832"/>
              <a:gd name="connsiteY17649" fmla="*/ 740256 h 4821604"/>
              <a:gd name="connsiteX17650" fmla="*/ 1862496 w 2947832"/>
              <a:gd name="connsiteY17650" fmla="*/ 740256 h 4821604"/>
              <a:gd name="connsiteX17651" fmla="*/ 1864223 w 2947832"/>
              <a:gd name="connsiteY17651" fmla="*/ 741254 h 4821604"/>
              <a:gd name="connsiteX17652" fmla="*/ 1872333 w 2947832"/>
              <a:gd name="connsiteY17652" fmla="*/ 755273 h 4821604"/>
              <a:gd name="connsiteX17653" fmla="*/ 1872333 w 2947832"/>
              <a:gd name="connsiteY17653" fmla="*/ 757263 h 4821604"/>
              <a:gd name="connsiteX17654" fmla="*/ 1864223 w 2947832"/>
              <a:gd name="connsiteY17654" fmla="*/ 771284 h 4821604"/>
              <a:gd name="connsiteX17655" fmla="*/ 1862496 w 2947832"/>
              <a:gd name="connsiteY17655" fmla="*/ 772278 h 4821604"/>
              <a:gd name="connsiteX17656" fmla="*/ 1846329 w 2947832"/>
              <a:gd name="connsiteY17656" fmla="*/ 772278 h 4821604"/>
              <a:gd name="connsiteX17657" fmla="*/ 1844602 w 2947832"/>
              <a:gd name="connsiteY17657" fmla="*/ 771284 h 4821604"/>
              <a:gd name="connsiteX17658" fmla="*/ 1836492 w 2947832"/>
              <a:gd name="connsiteY17658" fmla="*/ 757263 h 4821604"/>
              <a:gd name="connsiteX17659" fmla="*/ 1836492 w 2947832"/>
              <a:gd name="connsiteY17659" fmla="*/ 755273 h 4821604"/>
              <a:gd name="connsiteX17660" fmla="*/ 1844602 w 2947832"/>
              <a:gd name="connsiteY17660" fmla="*/ 741254 h 4821604"/>
              <a:gd name="connsiteX17661" fmla="*/ 1846329 w 2947832"/>
              <a:gd name="connsiteY17661" fmla="*/ 740256 h 4821604"/>
              <a:gd name="connsiteX17662" fmla="*/ 937030 w 2947832"/>
              <a:gd name="connsiteY17662" fmla="*/ 740101 h 4821604"/>
              <a:gd name="connsiteX17663" fmla="*/ 953406 w 2947832"/>
              <a:gd name="connsiteY17663" fmla="*/ 740101 h 4821604"/>
              <a:gd name="connsiteX17664" fmla="*/ 955186 w 2947832"/>
              <a:gd name="connsiteY17664" fmla="*/ 741094 h 4821604"/>
              <a:gd name="connsiteX17665" fmla="*/ 963400 w 2947832"/>
              <a:gd name="connsiteY17665" fmla="*/ 755273 h 4821604"/>
              <a:gd name="connsiteX17666" fmla="*/ 963400 w 2947832"/>
              <a:gd name="connsiteY17666" fmla="*/ 757315 h 4821604"/>
              <a:gd name="connsiteX17667" fmla="*/ 955186 w 2947832"/>
              <a:gd name="connsiteY17667" fmla="*/ 771493 h 4821604"/>
              <a:gd name="connsiteX17668" fmla="*/ 953406 w 2947832"/>
              <a:gd name="connsiteY17668" fmla="*/ 772488 h 4821604"/>
              <a:gd name="connsiteX17669" fmla="*/ 937030 w 2947832"/>
              <a:gd name="connsiteY17669" fmla="*/ 772488 h 4821604"/>
              <a:gd name="connsiteX17670" fmla="*/ 935251 w 2947832"/>
              <a:gd name="connsiteY17670" fmla="*/ 771493 h 4821604"/>
              <a:gd name="connsiteX17671" fmla="*/ 927036 w 2947832"/>
              <a:gd name="connsiteY17671" fmla="*/ 757315 h 4821604"/>
              <a:gd name="connsiteX17672" fmla="*/ 927036 w 2947832"/>
              <a:gd name="connsiteY17672" fmla="*/ 755273 h 4821604"/>
              <a:gd name="connsiteX17673" fmla="*/ 935251 w 2947832"/>
              <a:gd name="connsiteY17673" fmla="*/ 741094 h 4821604"/>
              <a:gd name="connsiteX17674" fmla="*/ 937030 w 2947832"/>
              <a:gd name="connsiteY17674" fmla="*/ 740101 h 4821604"/>
              <a:gd name="connsiteX17675" fmla="*/ 852896 w 2947832"/>
              <a:gd name="connsiteY17675" fmla="*/ 737170 h 4821604"/>
              <a:gd name="connsiteX17676" fmla="*/ 872203 w 2947832"/>
              <a:gd name="connsiteY17676" fmla="*/ 737170 h 4821604"/>
              <a:gd name="connsiteX17677" fmla="*/ 874296 w 2947832"/>
              <a:gd name="connsiteY17677" fmla="*/ 738373 h 4821604"/>
              <a:gd name="connsiteX17678" fmla="*/ 883975 w 2947832"/>
              <a:gd name="connsiteY17678" fmla="*/ 755117 h 4821604"/>
              <a:gd name="connsiteX17679" fmla="*/ 883975 w 2947832"/>
              <a:gd name="connsiteY17679" fmla="*/ 757523 h 4821604"/>
              <a:gd name="connsiteX17680" fmla="*/ 874296 w 2947832"/>
              <a:gd name="connsiteY17680" fmla="*/ 774265 h 4821604"/>
              <a:gd name="connsiteX17681" fmla="*/ 872203 w 2947832"/>
              <a:gd name="connsiteY17681" fmla="*/ 775470 h 4821604"/>
              <a:gd name="connsiteX17682" fmla="*/ 852896 w 2947832"/>
              <a:gd name="connsiteY17682" fmla="*/ 775470 h 4821604"/>
              <a:gd name="connsiteX17683" fmla="*/ 850803 w 2947832"/>
              <a:gd name="connsiteY17683" fmla="*/ 774265 h 4821604"/>
              <a:gd name="connsiteX17684" fmla="*/ 841124 w 2947832"/>
              <a:gd name="connsiteY17684" fmla="*/ 757523 h 4821604"/>
              <a:gd name="connsiteX17685" fmla="*/ 841124 w 2947832"/>
              <a:gd name="connsiteY17685" fmla="*/ 755117 h 4821604"/>
              <a:gd name="connsiteX17686" fmla="*/ 850803 w 2947832"/>
              <a:gd name="connsiteY17686" fmla="*/ 738373 h 4821604"/>
              <a:gd name="connsiteX17687" fmla="*/ 852896 w 2947832"/>
              <a:gd name="connsiteY17687" fmla="*/ 737170 h 4821604"/>
              <a:gd name="connsiteX17688" fmla="*/ 601648 w 2947832"/>
              <a:gd name="connsiteY17688" fmla="*/ 730737 h 4821604"/>
              <a:gd name="connsiteX17689" fmla="*/ 627442 w 2947832"/>
              <a:gd name="connsiteY17689" fmla="*/ 730737 h 4821604"/>
              <a:gd name="connsiteX17690" fmla="*/ 630216 w 2947832"/>
              <a:gd name="connsiteY17690" fmla="*/ 732355 h 4821604"/>
              <a:gd name="connsiteX17691" fmla="*/ 643139 w 2947832"/>
              <a:gd name="connsiteY17691" fmla="*/ 754700 h 4821604"/>
              <a:gd name="connsiteX17692" fmla="*/ 643139 w 2947832"/>
              <a:gd name="connsiteY17692" fmla="*/ 757891 h 4821604"/>
              <a:gd name="connsiteX17693" fmla="*/ 630216 w 2947832"/>
              <a:gd name="connsiteY17693" fmla="*/ 780231 h 4821604"/>
              <a:gd name="connsiteX17694" fmla="*/ 627442 w 2947832"/>
              <a:gd name="connsiteY17694" fmla="*/ 781854 h 4821604"/>
              <a:gd name="connsiteX17695" fmla="*/ 601648 w 2947832"/>
              <a:gd name="connsiteY17695" fmla="*/ 781854 h 4821604"/>
              <a:gd name="connsiteX17696" fmla="*/ 598875 w 2947832"/>
              <a:gd name="connsiteY17696" fmla="*/ 780231 h 4821604"/>
              <a:gd name="connsiteX17697" fmla="*/ 585951 w 2947832"/>
              <a:gd name="connsiteY17697" fmla="*/ 757891 h 4821604"/>
              <a:gd name="connsiteX17698" fmla="*/ 585951 w 2947832"/>
              <a:gd name="connsiteY17698" fmla="*/ 754700 h 4821604"/>
              <a:gd name="connsiteX17699" fmla="*/ 598875 w 2947832"/>
              <a:gd name="connsiteY17699" fmla="*/ 732355 h 4821604"/>
              <a:gd name="connsiteX17700" fmla="*/ 601648 w 2947832"/>
              <a:gd name="connsiteY17700" fmla="*/ 730737 h 4821604"/>
              <a:gd name="connsiteX17701" fmla="*/ 2097264 w 2947832"/>
              <a:gd name="connsiteY17701" fmla="*/ 663451 h 4821604"/>
              <a:gd name="connsiteX17702" fmla="*/ 2107571 w 2947832"/>
              <a:gd name="connsiteY17702" fmla="*/ 663451 h 4821604"/>
              <a:gd name="connsiteX17703" fmla="*/ 2108671 w 2947832"/>
              <a:gd name="connsiteY17703" fmla="*/ 664078 h 4821604"/>
              <a:gd name="connsiteX17704" fmla="*/ 2113798 w 2947832"/>
              <a:gd name="connsiteY17704" fmla="*/ 672972 h 4821604"/>
              <a:gd name="connsiteX17705" fmla="*/ 2113798 w 2947832"/>
              <a:gd name="connsiteY17705" fmla="*/ 674225 h 4821604"/>
              <a:gd name="connsiteX17706" fmla="*/ 2108671 w 2947832"/>
              <a:gd name="connsiteY17706" fmla="*/ 683124 h 4821604"/>
              <a:gd name="connsiteX17707" fmla="*/ 2107571 w 2947832"/>
              <a:gd name="connsiteY17707" fmla="*/ 683752 h 4821604"/>
              <a:gd name="connsiteX17708" fmla="*/ 2097264 w 2947832"/>
              <a:gd name="connsiteY17708" fmla="*/ 683752 h 4821604"/>
              <a:gd name="connsiteX17709" fmla="*/ 2096166 w 2947832"/>
              <a:gd name="connsiteY17709" fmla="*/ 683124 h 4821604"/>
              <a:gd name="connsiteX17710" fmla="*/ 2091038 w 2947832"/>
              <a:gd name="connsiteY17710" fmla="*/ 674225 h 4821604"/>
              <a:gd name="connsiteX17711" fmla="*/ 2091038 w 2947832"/>
              <a:gd name="connsiteY17711" fmla="*/ 672972 h 4821604"/>
              <a:gd name="connsiteX17712" fmla="*/ 2096166 w 2947832"/>
              <a:gd name="connsiteY17712" fmla="*/ 664078 h 4821604"/>
              <a:gd name="connsiteX17713" fmla="*/ 2097264 w 2947832"/>
              <a:gd name="connsiteY17713" fmla="*/ 663451 h 4821604"/>
              <a:gd name="connsiteX17714" fmla="*/ 1683557 w 2947832"/>
              <a:gd name="connsiteY17714" fmla="*/ 662612 h 4821604"/>
              <a:gd name="connsiteX17715" fmla="*/ 1694701 w 2947832"/>
              <a:gd name="connsiteY17715" fmla="*/ 662612 h 4821604"/>
              <a:gd name="connsiteX17716" fmla="*/ 1695904 w 2947832"/>
              <a:gd name="connsiteY17716" fmla="*/ 663292 h 4821604"/>
              <a:gd name="connsiteX17717" fmla="*/ 1701451 w 2947832"/>
              <a:gd name="connsiteY17717" fmla="*/ 672920 h 4821604"/>
              <a:gd name="connsiteX17718" fmla="*/ 1701451 w 2947832"/>
              <a:gd name="connsiteY17718" fmla="*/ 674280 h 4821604"/>
              <a:gd name="connsiteX17719" fmla="*/ 1695904 w 2947832"/>
              <a:gd name="connsiteY17719" fmla="*/ 683907 h 4821604"/>
              <a:gd name="connsiteX17720" fmla="*/ 1694701 w 2947832"/>
              <a:gd name="connsiteY17720" fmla="*/ 684590 h 4821604"/>
              <a:gd name="connsiteX17721" fmla="*/ 1683557 w 2947832"/>
              <a:gd name="connsiteY17721" fmla="*/ 684590 h 4821604"/>
              <a:gd name="connsiteX17722" fmla="*/ 1682353 w 2947832"/>
              <a:gd name="connsiteY17722" fmla="*/ 683907 h 4821604"/>
              <a:gd name="connsiteX17723" fmla="*/ 1676807 w 2947832"/>
              <a:gd name="connsiteY17723" fmla="*/ 674280 h 4821604"/>
              <a:gd name="connsiteX17724" fmla="*/ 1676807 w 2947832"/>
              <a:gd name="connsiteY17724" fmla="*/ 672920 h 4821604"/>
              <a:gd name="connsiteX17725" fmla="*/ 1682353 w 2947832"/>
              <a:gd name="connsiteY17725" fmla="*/ 663292 h 4821604"/>
              <a:gd name="connsiteX17726" fmla="*/ 1683557 w 2947832"/>
              <a:gd name="connsiteY17726" fmla="*/ 662612 h 4821604"/>
              <a:gd name="connsiteX17727" fmla="*/ 1435133 w 2947832"/>
              <a:gd name="connsiteY17727" fmla="*/ 661828 h 4821604"/>
              <a:gd name="connsiteX17728" fmla="*/ 1447062 w 2947832"/>
              <a:gd name="connsiteY17728" fmla="*/ 661828 h 4821604"/>
              <a:gd name="connsiteX17729" fmla="*/ 1448318 w 2947832"/>
              <a:gd name="connsiteY17729" fmla="*/ 662558 h 4821604"/>
              <a:gd name="connsiteX17730" fmla="*/ 1454283 w 2947832"/>
              <a:gd name="connsiteY17730" fmla="*/ 672920 h 4821604"/>
              <a:gd name="connsiteX17731" fmla="*/ 1454283 w 2947832"/>
              <a:gd name="connsiteY17731" fmla="*/ 674385 h 4821604"/>
              <a:gd name="connsiteX17732" fmla="*/ 1448318 w 2947832"/>
              <a:gd name="connsiteY17732" fmla="*/ 684743 h 4821604"/>
              <a:gd name="connsiteX17733" fmla="*/ 1447062 w 2947832"/>
              <a:gd name="connsiteY17733" fmla="*/ 685475 h 4821604"/>
              <a:gd name="connsiteX17734" fmla="*/ 1435133 w 2947832"/>
              <a:gd name="connsiteY17734" fmla="*/ 685475 h 4821604"/>
              <a:gd name="connsiteX17735" fmla="*/ 1433877 w 2947832"/>
              <a:gd name="connsiteY17735" fmla="*/ 684743 h 4821604"/>
              <a:gd name="connsiteX17736" fmla="*/ 1427912 w 2947832"/>
              <a:gd name="connsiteY17736" fmla="*/ 674385 h 4821604"/>
              <a:gd name="connsiteX17737" fmla="*/ 1427912 w 2947832"/>
              <a:gd name="connsiteY17737" fmla="*/ 672920 h 4821604"/>
              <a:gd name="connsiteX17738" fmla="*/ 1433877 w 2947832"/>
              <a:gd name="connsiteY17738" fmla="*/ 662558 h 4821604"/>
              <a:gd name="connsiteX17739" fmla="*/ 1435133 w 2947832"/>
              <a:gd name="connsiteY17739" fmla="*/ 661828 h 4821604"/>
              <a:gd name="connsiteX17740" fmla="*/ 1517330 w 2947832"/>
              <a:gd name="connsiteY17740" fmla="*/ 660886 h 4821604"/>
              <a:gd name="connsiteX17741" fmla="*/ 1530254 w 2947832"/>
              <a:gd name="connsiteY17741" fmla="*/ 660886 h 4821604"/>
              <a:gd name="connsiteX17742" fmla="*/ 1531614 w 2947832"/>
              <a:gd name="connsiteY17742" fmla="*/ 661669 h 4821604"/>
              <a:gd name="connsiteX17743" fmla="*/ 1538049 w 2947832"/>
              <a:gd name="connsiteY17743" fmla="*/ 672869 h 4821604"/>
              <a:gd name="connsiteX17744" fmla="*/ 1538049 w 2947832"/>
              <a:gd name="connsiteY17744" fmla="*/ 674490 h 4821604"/>
              <a:gd name="connsiteX17745" fmla="*/ 1531614 w 2947832"/>
              <a:gd name="connsiteY17745" fmla="*/ 685684 h 4821604"/>
              <a:gd name="connsiteX17746" fmla="*/ 1530254 w 2947832"/>
              <a:gd name="connsiteY17746" fmla="*/ 686471 h 4821604"/>
              <a:gd name="connsiteX17747" fmla="*/ 1517330 w 2947832"/>
              <a:gd name="connsiteY17747" fmla="*/ 686471 h 4821604"/>
              <a:gd name="connsiteX17748" fmla="*/ 1515970 w 2947832"/>
              <a:gd name="connsiteY17748" fmla="*/ 685684 h 4821604"/>
              <a:gd name="connsiteX17749" fmla="*/ 1509534 w 2947832"/>
              <a:gd name="connsiteY17749" fmla="*/ 674490 h 4821604"/>
              <a:gd name="connsiteX17750" fmla="*/ 1509534 w 2947832"/>
              <a:gd name="connsiteY17750" fmla="*/ 672869 h 4821604"/>
              <a:gd name="connsiteX17751" fmla="*/ 1515970 w 2947832"/>
              <a:gd name="connsiteY17751" fmla="*/ 661669 h 4821604"/>
              <a:gd name="connsiteX17752" fmla="*/ 1517330 w 2947832"/>
              <a:gd name="connsiteY17752" fmla="*/ 660886 h 4821604"/>
              <a:gd name="connsiteX17753" fmla="*/ 773001 w 2947832"/>
              <a:gd name="connsiteY17753" fmla="*/ 660049 h 4821604"/>
              <a:gd name="connsiteX17754" fmla="*/ 786710 w 2947832"/>
              <a:gd name="connsiteY17754" fmla="*/ 660049 h 4821604"/>
              <a:gd name="connsiteX17755" fmla="*/ 788175 w 2947832"/>
              <a:gd name="connsiteY17755" fmla="*/ 660886 h 4821604"/>
              <a:gd name="connsiteX17756" fmla="*/ 795029 w 2947832"/>
              <a:gd name="connsiteY17756" fmla="*/ 672764 h 4821604"/>
              <a:gd name="connsiteX17757" fmla="*/ 795029 w 2947832"/>
              <a:gd name="connsiteY17757" fmla="*/ 674438 h 4821604"/>
              <a:gd name="connsiteX17758" fmla="*/ 788175 w 2947832"/>
              <a:gd name="connsiteY17758" fmla="*/ 686314 h 4821604"/>
              <a:gd name="connsiteX17759" fmla="*/ 786710 w 2947832"/>
              <a:gd name="connsiteY17759" fmla="*/ 687153 h 4821604"/>
              <a:gd name="connsiteX17760" fmla="*/ 773001 w 2947832"/>
              <a:gd name="connsiteY17760" fmla="*/ 687153 h 4821604"/>
              <a:gd name="connsiteX17761" fmla="*/ 771536 w 2947832"/>
              <a:gd name="connsiteY17761" fmla="*/ 686314 h 4821604"/>
              <a:gd name="connsiteX17762" fmla="*/ 764682 w 2947832"/>
              <a:gd name="connsiteY17762" fmla="*/ 674438 h 4821604"/>
              <a:gd name="connsiteX17763" fmla="*/ 764682 w 2947832"/>
              <a:gd name="connsiteY17763" fmla="*/ 672764 h 4821604"/>
              <a:gd name="connsiteX17764" fmla="*/ 771536 w 2947832"/>
              <a:gd name="connsiteY17764" fmla="*/ 660886 h 4821604"/>
              <a:gd name="connsiteX17765" fmla="*/ 773001 w 2947832"/>
              <a:gd name="connsiteY17765" fmla="*/ 660049 h 4821604"/>
              <a:gd name="connsiteX17766" fmla="*/ 607717 w 2947832"/>
              <a:gd name="connsiteY17766" fmla="*/ 660049 h 4821604"/>
              <a:gd name="connsiteX17767" fmla="*/ 621426 w 2947832"/>
              <a:gd name="connsiteY17767" fmla="*/ 660049 h 4821604"/>
              <a:gd name="connsiteX17768" fmla="*/ 622891 w 2947832"/>
              <a:gd name="connsiteY17768" fmla="*/ 660886 h 4821604"/>
              <a:gd name="connsiteX17769" fmla="*/ 629745 w 2947832"/>
              <a:gd name="connsiteY17769" fmla="*/ 672764 h 4821604"/>
              <a:gd name="connsiteX17770" fmla="*/ 629745 w 2947832"/>
              <a:gd name="connsiteY17770" fmla="*/ 674438 h 4821604"/>
              <a:gd name="connsiteX17771" fmla="*/ 622891 w 2947832"/>
              <a:gd name="connsiteY17771" fmla="*/ 686314 h 4821604"/>
              <a:gd name="connsiteX17772" fmla="*/ 621426 w 2947832"/>
              <a:gd name="connsiteY17772" fmla="*/ 687153 h 4821604"/>
              <a:gd name="connsiteX17773" fmla="*/ 607717 w 2947832"/>
              <a:gd name="connsiteY17773" fmla="*/ 687153 h 4821604"/>
              <a:gd name="connsiteX17774" fmla="*/ 606252 w 2947832"/>
              <a:gd name="connsiteY17774" fmla="*/ 686314 h 4821604"/>
              <a:gd name="connsiteX17775" fmla="*/ 599398 w 2947832"/>
              <a:gd name="connsiteY17775" fmla="*/ 674438 h 4821604"/>
              <a:gd name="connsiteX17776" fmla="*/ 599398 w 2947832"/>
              <a:gd name="connsiteY17776" fmla="*/ 672764 h 4821604"/>
              <a:gd name="connsiteX17777" fmla="*/ 606252 w 2947832"/>
              <a:gd name="connsiteY17777" fmla="*/ 660886 h 4821604"/>
              <a:gd name="connsiteX17778" fmla="*/ 607717 w 2947832"/>
              <a:gd name="connsiteY17778" fmla="*/ 660049 h 4821604"/>
              <a:gd name="connsiteX17779" fmla="*/ 1764812 w 2947832"/>
              <a:gd name="connsiteY17779" fmla="*/ 659892 h 4821604"/>
              <a:gd name="connsiteX17780" fmla="*/ 1778729 w 2947832"/>
              <a:gd name="connsiteY17780" fmla="*/ 659892 h 4821604"/>
              <a:gd name="connsiteX17781" fmla="*/ 1780194 w 2947832"/>
              <a:gd name="connsiteY17781" fmla="*/ 660731 h 4821604"/>
              <a:gd name="connsiteX17782" fmla="*/ 1787153 w 2947832"/>
              <a:gd name="connsiteY17782" fmla="*/ 672764 h 4821604"/>
              <a:gd name="connsiteX17783" fmla="*/ 1787153 w 2947832"/>
              <a:gd name="connsiteY17783" fmla="*/ 674490 h 4821604"/>
              <a:gd name="connsiteX17784" fmla="*/ 1780194 w 2947832"/>
              <a:gd name="connsiteY17784" fmla="*/ 686523 h 4821604"/>
              <a:gd name="connsiteX17785" fmla="*/ 1778729 w 2947832"/>
              <a:gd name="connsiteY17785" fmla="*/ 687361 h 4821604"/>
              <a:gd name="connsiteX17786" fmla="*/ 1764812 w 2947832"/>
              <a:gd name="connsiteY17786" fmla="*/ 687361 h 4821604"/>
              <a:gd name="connsiteX17787" fmla="*/ 1763347 w 2947832"/>
              <a:gd name="connsiteY17787" fmla="*/ 686523 h 4821604"/>
              <a:gd name="connsiteX17788" fmla="*/ 1756388 w 2947832"/>
              <a:gd name="connsiteY17788" fmla="*/ 674490 h 4821604"/>
              <a:gd name="connsiteX17789" fmla="*/ 1756388 w 2947832"/>
              <a:gd name="connsiteY17789" fmla="*/ 672764 h 4821604"/>
              <a:gd name="connsiteX17790" fmla="*/ 1763347 w 2947832"/>
              <a:gd name="connsiteY17790" fmla="*/ 660731 h 4821604"/>
              <a:gd name="connsiteX17791" fmla="*/ 1764812 w 2947832"/>
              <a:gd name="connsiteY17791" fmla="*/ 659892 h 4821604"/>
              <a:gd name="connsiteX17792" fmla="*/ 1599475 w 2947832"/>
              <a:gd name="connsiteY17792" fmla="*/ 659785 h 4821604"/>
              <a:gd name="connsiteX17793" fmla="*/ 1613445 w 2947832"/>
              <a:gd name="connsiteY17793" fmla="*/ 659785 h 4821604"/>
              <a:gd name="connsiteX17794" fmla="*/ 1614963 w 2947832"/>
              <a:gd name="connsiteY17794" fmla="*/ 660674 h 4821604"/>
              <a:gd name="connsiteX17795" fmla="*/ 1621921 w 2947832"/>
              <a:gd name="connsiteY17795" fmla="*/ 672764 h 4821604"/>
              <a:gd name="connsiteX17796" fmla="*/ 1621921 w 2947832"/>
              <a:gd name="connsiteY17796" fmla="*/ 674488 h 4821604"/>
              <a:gd name="connsiteX17797" fmla="*/ 1614963 w 2947832"/>
              <a:gd name="connsiteY17797" fmla="*/ 686575 h 4821604"/>
              <a:gd name="connsiteX17798" fmla="*/ 1613445 w 2947832"/>
              <a:gd name="connsiteY17798" fmla="*/ 687466 h 4821604"/>
              <a:gd name="connsiteX17799" fmla="*/ 1599475 w 2947832"/>
              <a:gd name="connsiteY17799" fmla="*/ 687466 h 4821604"/>
              <a:gd name="connsiteX17800" fmla="*/ 1597958 w 2947832"/>
              <a:gd name="connsiteY17800" fmla="*/ 686575 h 4821604"/>
              <a:gd name="connsiteX17801" fmla="*/ 1590999 w 2947832"/>
              <a:gd name="connsiteY17801" fmla="*/ 674488 h 4821604"/>
              <a:gd name="connsiteX17802" fmla="*/ 1590999 w 2947832"/>
              <a:gd name="connsiteY17802" fmla="*/ 672764 h 4821604"/>
              <a:gd name="connsiteX17803" fmla="*/ 1597958 w 2947832"/>
              <a:gd name="connsiteY17803" fmla="*/ 660674 h 4821604"/>
              <a:gd name="connsiteX17804" fmla="*/ 1599475 w 2947832"/>
              <a:gd name="connsiteY17804" fmla="*/ 659785 h 4821604"/>
              <a:gd name="connsiteX17805" fmla="*/ 2012660 w 2947832"/>
              <a:gd name="connsiteY17805" fmla="*/ 659579 h 4821604"/>
              <a:gd name="connsiteX17806" fmla="*/ 2026839 w 2947832"/>
              <a:gd name="connsiteY17806" fmla="*/ 659579 h 4821604"/>
              <a:gd name="connsiteX17807" fmla="*/ 2028357 w 2947832"/>
              <a:gd name="connsiteY17807" fmla="*/ 660465 h 4821604"/>
              <a:gd name="connsiteX17808" fmla="*/ 2035420 w 2947832"/>
              <a:gd name="connsiteY17808" fmla="*/ 672764 h 4821604"/>
              <a:gd name="connsiteX17809" fmla="*/ 2035420 w 2947832"/>
              <a:gd name="connsiteY17809" fmla="*/ 674488 h 4821604"/>
              <a:gd name="connsiteX17810" fmla="*/ 2028357 w 2947832"/>
              <a:gd name="connsiteY17810" fmla="*/ 686732 h 4821604"/>
              <a:gd name="connsiteX17811" fmla="*/ 2026839 w 2947832"/>
              <a:gd name="connsiteY17811" fmla="*/ 687622 h 4821604"/>
              <a:gd name="connsiteX17812" fmla="*/ 2012660 w 2947832"/>
              <a:gd name="connsiteY17812" fmla="*/ 687622 h 4821604"/>
              <a:gd name="connsiteX17813" fmla="*/ 2011143 w 2947832"/>
              <a:gd name="connsiteY17813" fmla="*/ 686732 h 4821604"/>
              <a:gd name="connsiteX17814" fmla="*/ 2004079 w 2947832"/>
              <a:gd name="connsiteY17814" fmla="*/ 674488 h 4821604"/>
              <a:gd name="connsiteX17815" fmla="*/ 2004079 w 2947832"/>
              <a:gd name="connsiteY17815" fmla="*/ 672764 h 4821604"/>
              <a:gd name="connsiteX17816" fmla="*/ 2011143 w 2947832"/>
              <a:gd name="connsiteY17816" fmla="*/ 660465 h 4821604"/>
              <a:gd name="connsiteX17817" fmla="*/ 2012660 w 2947832"/>
              <a:gd name="connsiteY17817" fmla="*/ 659579 h 4821604"/>
              <a:gd name="connsiteX17818" fmla="*/ 1268750 w 2947832"/>
              <a:gd name="connsiteY17818" fmla="*/ 659579 h 4821604"/>
              <a:gd name="connsiteX17819" fmla="*/ 1282929 w 2947832"/>
              <a:gd name="connsiteY17819" fmla="*/ 659579 h 4821604"/>
              <a:gd name="connsiteX17820" fmla="*/ 1284447 w 2947832"/>
              <a:gd name="connsiteY17820" fmla="*/ 660468 h 4821604"/>
              <a:gd name="connsiteX17821" fmla="*/ 1291510 w 2947832"/>
              <a:gd name="connsiteY17821" fmla="*/ 672764 h 4821604"/>
              <a:gd name="connsiteX17822" fmla="*/ 1291510 w 2947832"/>
              <a:gd name="connsiteY17822" fmla="*/ 674490 h 4821604"/>
              <a:gd name="connsiteX17823" fmla="*/ 1284447 w 2947832"/>
              <a:gd name="connsiteY17823" fmla="*/ 686732 h 4821604"/>
              <a:gd name="connsiteX17824" fmla="*/ 1282929 w 2947832"/>
              <a:gd name="connsiteY17824" fmla="*/ 687622 h 4821604"/>
              <a:gd name="connsiteX17825" fmla="*/ 1268750 w 2947832"/>
              <a:gd name="connsiteY17825" fmla="*/ 687622 h 4821604"/>
              <a:gd name="connsiteX17826" fmla="*/ 1267233 w 2947832"/>
              <a:gd name="connsiteY17826" fmla="*/ 686732 h 4821604"/>
              <a:gd name="connsiteX17827" fmla="*/ 1260169 w 2947832"/>
              <a:gd name="connsiteY17827" fmla="*/ 674490 h 4821604"/>
              <a:gd name="connsiteX17828" fmla="*/ 1260169 w 2947832"/>
              <a:gd name="connsiteY17828" fmla="*/ 672764 h 4821604"/>
              <a:gd name="connsiteX17829" fmla="*/ 1267233 w 2947832"/>
              <a:gd name="connsiteY17829" fmla="*/ 660468 h 4821604"/>
              <a:gd name="connsiteX17830" fmla="*/ 1268750 w 2947832"/>
              <a:gd name="connsiteY17830" fmla="*/ 659579 h 4821604"/>
              <a:gd name="connsiteX17831" fmla="*/ 690123 w 2947832"/>
              <a:gd name="connsiteY17831" fmla="*/ 659579 h 4821604"/>
              <a:gd name="connsiteX17832" fmla="*/ 704302 w 2947832"/>
              <a:gd name="connsiteY17832" fmla="*/ 659579 h 4821604"/>
              <a:gd name="connsiteX17833" fmla="*/ 705819 w 2947832"/>
              <a:gd name="connsiteY17833" fmla="*/ 660468 h 4821604"/>
              <a:gd name="connsiteX17834" fmla="*/ 712883 w 2947832"/>
              <a:gd name="connsiteY17834" fmla="*/ 672764 h 4821604"/>
              <a:gd name="connsiteX17835" fmla="*/ 712883 w 2947832"/>
              <a:gd name="connsiteY17835" fmla="*/ 674490 h 4821604"/>
              <a:gd name="connsiteX17836" fmla="*/ 705819 w 2947832"/>
              <a:gd name="connsiteY17836" fmla="*/ 686732 h 4821604"/>
              <a:gd name="connsiteX17837" fmla="*/ 704302 w 2947832"/>
              <a:gd name="connsiteY17837" fmla="*/ 687623 h 4821604"/>
              <a:gd name="connsiteX17838" fmla="*/ 690123 w 2947832"/>
              <a:gd name="connsiteY17838" fmla="*/ 687623 h 4821604"/>
              <a:gd name="connsiteX17839" fmla="*/ 688606 w 2947832"/>
              <a:gd name="connsiteY17839" fmla="*/ 686732 h 4821604"/>
              <a:gd name="connsiteX17840" fmla="*/ 681542 w 2947832"/>
              <a:gd name="connsiteY17840" fmla="*/ 674490 h 4821604"/>
              <a:gd name="connsiteX17841" fmla="*/ 681542 w 2947832"/>
              <a:gd name="connsiteY17841" fmla="*/ 672764 h 4821604"/>
              <a:gd name="connsiteX17842" fmla="*/ 688606 w 2947832"/>
              <a:gd name="connsiteY17842" fmla="*/ 660468 h 4821604"/>
              <a:gd name="connsiteX17843" fmla="*/ 690123 w 2947832"/>
              <a:gd name="connsiteY17843" fmla="*/ 659579 h 4821604"/>
              <a:gd name="connsiteX17844" fmla="*/ 1351261 w 2947832"/>
              <a:gd name="connsiteY17844" fmla="*/ 659265 h 4821604"/>
              <a:gd name="connsiteX17845" fmla="*/ 1365806 w 2947832"/>
              <a:gd name="connsiteY17845" fmla="*/ 659265 h 4821604"/>
              <a:gd name="connsiteX17846" fmla="*/ 1367375 w 2947832"/>
              <a:gd name="connsiteY17846" fmla="*/ 660154 h 4821604"/>
              <a:gd name="connsiteX17847" fmla="*/ 1374648 w 2947832"/>
              <a:gd name="connsiteY17847" fmla="*/ 672709 h 4821604"/>
              <a:gd name="connsiteX17848" fmla="*/ 1374648 w 2947832"/>
              <a:gd name="connsiteY17848" fmla="*/ 674490 h 4821604"/>
              <a:gd name="connsiteX17849" fmla="*/ 1367375 w 2947832"/>
              <a:gd name="connsiteY17849" fmla="*/ 687046 h 4821604"/>
              <a:gd name="connsiteX17850" fmla="*/ 1365806 w 2947832"/>
              <a:gd name="connsiteY17850" fmla="*/ 687933 h 4821604"/>
              <a:gd name="connsiteX17851" fmla="*/ 1351261 w 2947832"/>
              <a:gd name="connsiteY17851" fmla="*/ 687933 h 4821604"/>
              <a:gd name="connsiteX17852" fmla="*/ 1349691 w 2947832"/>
              <a:gd name="connsiteY17852" fmla="*/ 687046 h 4821604"/>
              <a:gd name="connsiteX17853" fmla="*/ 1342418 w 2947832"/>
              <a:gd name="connsiteY17853" fmla="*/ 674490 h 4821604"/>
              <a:gd name="connsiteX17854" fmla="*/ 1342418 w 2947832"/>
              <a:gd name="connsiteY17854" fmla="*/ 672709 h 4821604"/>
              <a:gd name="connsiteX17855" fmla="*/ 1349691 w 2947832"/>
              <a:gd name="connsiteY17855" fmla="*/ 660154 h 4821604"/>
              <a:gd name="connsiteX17856" fmla="*/ 1351261 w 2947832"/>
              <a:gd name="connsiteY17856" fmla="*/ 659265 h 4821604"/>
              <a:gd name="connsiteX17857" fmla="*/ 1103151 w 2947832"/>
              <a:gd name="connsiteY17857" fmla="*/ 659107 h 4821604"/>
              <a:gd name="connsiteX17858" fmla="*/ 1117801 w 2947832"/>
              <a:gd name="connsiteY17858" fmla="*/ 659107 h 4821604"/>
              <a:gd name="connsiteX17859" fmla="*/ 1119371 w 2947832"/>
              <a:gd name="connsiteY17859" fmla="*/ 659997 h 4821604"/>
              <a:gd name="connsiteX17860" fmla="*/ 1126696 w 2947832"/>
              <a:gd name="connsiteY17860" fmla="*/ 672709 h 4821604"/>
              <a:gd name="connsiteX17861" fmla="*/ 1126696 w 2947832"/>
              <a:gd name="connsiteY17861" fmla="*/ 674544 h 4821604"/>
              <a:gd name="connsiteX17862" fmla="*/ 1119371 w 2947832"/>
              <a:gd name="connsiteY17862" fmla="*/ 687256 h 4821604"/>
              <a:gd name="connsiteX17863" fmla="*/ 1117801 w 2947832"/>
              <a:gd name="connsiteY17863" fmla="*/ 688146 h 4821604"/>
              <a:gd name="connsiteX17864" fmla="*/ 1103151 w 2947832"/>
              <a:gd name="connsiteY17864" fmla="*/ 688146 h 4821604"/>
              <a:gd name="connsiteX17865" fmla="*/ 1101581 w 2947832"/>
              <a:gd name="connsiteY17865" fmla="*/ 687256 h 4821604"/>
              <a:gd name="connsiteX17866" fmla="*/ 1094256 w 2947832"/>
              <a:gd name="connsiteY17866" fmla="*/ 674544 h 4821604"/>
              <a:gd name="connsiteX17867" fmla="*/ 1094256 w 2947832"/>
              <a:gd name="connsiteY17867" fmla="*/ 672709 h 4821604"/>
              <a:gd name="connsiteX17868" fmla="*/ 1101581 w 2947832"/>
              <a:gd name="connsiteY17868" fmla="*/ 659997 h 4821604"/>
              <a:gd name="connsiteX17869" fmla="*/ 1103151 w 2947832"/>
              <a:gd name="connsiteY17869" fmla="*/ 659107 h 4821604"/>
              <a:gd name="connsiteX17870" fmla="*/ 854937 w 2947832"/>
              <a:gd name="connsiteY17870" fmla="*/ 658583 h 4821604"/>
              <a:gd name="connsiteX17871" fmla="*/ 870110 w 2947832"/>
              <a:gd name="connsiteY17871" fmla="*/ 658583 h 4821604"/>
              <a:gd name="connsiteX17872" fmla="*/ 871732 w 2947832"/>
              <a:gd name="connsiteY17872" fmla="*/ 659526 h 4821604"/>
              <a:gd name="connsiteX17873" fmla="*/ 879319 w 2947832"/>
              <a:gd name="connsiteY17873" fmla="*/ 672657 h 4821604"/>
              <a:gd name="connsiteX17874" fmla="*/ 879319 w 2947832"/>
              <a:gd name="connsiteY17874" fmla="*/ 674544 h 4821604"/>
              <a:gd name="connsiteX17875" fmla="*/ 871732 w 2947832"/>
              <a:gd name="connsiteY17875" fmla="*/ 687674 h 4821604"/>
              <a:gd name="connsiteX17876" fmla="*/ 870110 w 2947832"/>
              <a:gd name="connsiteY17876" fmla="*/ 688617 h 4821604"/>
              <a:gd name="connsiteX17877" fmla="*/ 854937 w 2947832"/>
              <a:gd name="connsiteY17877" fmla="*/ 688617 h 4821604"/>
              <a:gd name="connsiteX17878" fmla="*/ 853315 w 2947832"/>
              <a:gd name="connsiteY17878" fmla="*/ 687674 h 4821604"/>
              <a:gd name="connsiteX17879" fmla="*/ 845728 w 2947832"/>
              <a:gd name="connsiteY17879" fmla="*/ 674544 h 4821604"/>
              <a:gd name="connsiteX17880" fmla="*/ 845728 w 2947832"/>
              <a:gd name="connsiteY17880" fmla="*/ 672657 h 4821604"/>
              <a:gd name="connsiteX17881" fmla="*/ 853315 w 2947832"/>
              <a:gd name="connsiteY17881" fmla="*/ 659526 h 4821604"/>
              <a:gd name="connsiteX17882" fmla="*/ 854937 w 2947832"/>
              <a:gd name="connsiteY17882" fmla="*/ 658583 h 4821604"/>
              <a:gd name="connsiteX17883" fmla="*/ 1929416 w 2947832"/>
              <a:gd name="connsiteY17883" fmla="*/ 658531 h 4821604"/>
              <a:gd name="connsiteX17884" fmla="*/ 1944694 w 2947832"/>
              <a:gd name="connsiteY17884" fmla="*/ 658531 h 4821604"/>
              <a:gd name="connsiteX17885" fmla="*/ 1946316 w 2947832"/>
              <a:gd name="connsiteY17885" fmla="*/ 659473 h 4821604"/>
              <a:gd name="connsiteX17886" fmla="*/ 1953955 w 2947832"/>
              <a:gd name="connsiteY17886" fmla="*/ 672709 h 4821604"/>
              <a:gd name="connsiteX17887" fmla="*/ 1953955 w 2947832"/>
              <a:gd name="connsiteY17887" fmla="*/ 674595 h 4821604"/>
              <a:gd name="connsiteX17888" fmla="*/ 1946316 w 2947832"/>
              <a:gd name="connsiteY17888" fmla="*/ 687831 h 4821604"/>
              <a:gd name="connsiteX17889" fmla="*/ 1944694 w 2947832"/>
              <a:gd name="connsiteY17889" fmla="*/ 688771 h 4821604"/>
              <a:gd name="connsiteX17890" fmla="*/ 1929416 w 2947832"/>
              <a:gd name="connsiteY17890" fmla="*/ 688771 h 4821604"/>
              <a:gd name="connsiteX17891" fmla="*/ 1927795 w 2947832"/>
              <a:gd name="connsiteY17891" fmla="*/ 687831 h 4821604"/>
              <a:gd name="connsiteX17892" fmla="*/ 1920155 w 2947832"/>
              <a:gd name="connsiteY17892" fmla="*/ 674595 h 4821604"/>
              <a:gd name="connsiteX17893" fmla="*/ 1920155 w 2947832"/>
              <a:gd name="connsiteY17893" fmla="*/ 672709 h 4821604"/>
              <a:gd name="connsiteX17894" fmla="*/ 1927795 w 2947832"/>
              <a:gd name="connsiteY17894" fmla="*/ 659473 h 4821604"/>
              <a:gd name="connsiteX17895" fmla="*/ 1929416 w 2947832"/>
              <a:gd name="connsiteY17895" fmla="*/ 658531 h 4821604"/>
              <a:gd name="connsiteX17896" fmla="*/ 1185454 w 2947832"/>
              <a:gd name="connsiteY17896" fmla="*/ 658427 h 4821604"/>
              <a:gd name="connsiteX17897" fmla="*/ 1200836 w 2947832"/>
              <a:gd name="connsiteY17897" fmla="*/ 658427 h 4821604"/>
              <a:gd name="connsiteX17898" fmla="*/ 1202458 w 2947832"/>
              <a:gd name="connsiteY17898" fmla="*/ 659368 h 4821604"/>
              <a:gd name="connsiteX17899" fmla="*/ 1210150 w 2947832"/>
              <a:gd name="connsiteY17899" fmla="*/ 672709 h 4821604"/>
              <a:gd name="connsiteX17900" fmla="*/ 1210150 w 2947832"/>
              <a:gd name="connsiteY17900" fmla="*/ 674595 h 4821604"/>
              <a:gd name="connsiteX17901" fmla="*/ 1202458 w 2947832"/>
              <a:gd name="connsiteY17901" fmla="*/ 687933 h 4821604"/>
              <a:gd name="connsiteX17902" fmla="*/ 1200836 w 2947832"/>
              <a:gd name="connsiteY17902" fmla="*/ 688876 h 4821604"/>
              <a:gd name="connsiteX17903" fmla="*/ 1185454 w 2947832"/>
              <a:gd name="connsiteY17903" fmla="*/ 688876 h 4821604"/>
              <a:gd name="connsiteX17904" fmla="*/ 1183832 w 2947832"/>
              <a:gd name="connsiteY17904" fmla="*/ 687933 h 4821604"/>
              <a:gd name="connsiteX17905" fmla="*/ 1176140 w 2947832"/>
              <a:gd name="connsiteY17905" fmla="*/ 674595 h 4821604"/>
              <a:gd name="connsiteX17906" fmla="*/ 1176140 w 2947832"/>
              <a:gd name="connsiteY17906" fmla="*/ 672709 h 4821604"/>
              <a:gd name="connsiteX17907" fmla="*/ 1183832 w 2947832"/>
              <a:gd name="connsiteY17907" fmla="*/ 659368 h 4821604"/>
              <a:gd name="connsiteX17908" fmla="*/ 1185454 w 2947832"/>
              <a:gd name="connsiteY17908" fmla="*/ 658427 h 4821604"/>
              <a:gd name="connsiteX17909" fmla="*/ 1020065 w 2947832"/>
              <a:gd name="connsiteY17909" fmla="*/ 658164 h 4821604"/>
              <a:gd name="connsiteX17910" fmla="*/ 1035709 w 2947832"/>
              <a:gd name="connsiteY17910" fmla="*/ 658164 h 4821604"/>
              <a:gd name="connsiteX17911" fmla="*/ 1037383 w 2947832"/>
              <a:gd name="connsiteY17911" fmla="*/ 659107 h 4821604"/>
              <a:gd name="connsiteX17912" fmla="*/ 1045179 w 2947832"/>
              <a:gd name="connsiteY17912" fmla="*/ 672657 h 4821604"/>
              <a:gd name="connsiteX17913" fmla="*/ 1045179 w 2947832"/>
              <a:gd name="connsiteY17913" fmla="*/ 674595 h 4821604"/>
              <a:gd name="connsiteX17914" fmla="*/ 1037383 w 2947832"/>
              <a:gd name="connsiteY17914" fmla="*/ 688146 h 4821604"/>
              <a:gd name="connsiteX17915" fmla="*/ 1035709 w 2947832"/>
              <a:gd name="connsiteY17915" fmla="*/ 689086 h 4821604"/>
              <a:gd name="connsiteX17916" fmla="*/ 1020065 w 2947832"/>
              <a:gd name="connsiteY17916" fmla="*/ 689086 h 4821604"/>
              <a:gd name="connsiteX17917" fmla="*/ 1018391 w 2947832"/>
              <a:gd name="connsiteY17917" fmla="*/ 688146 h 4821604"/>
              <a:gd name="connsiteX17918" fmla="*/ 1010594 w 2947832"/>
              <a:gd name="connsiteY17918" fmla="*/ 674595 h 4821604"/>
              <a:gd name="connsiteX17919" fmla="*/ 1010594 w 2947832"/>
              <a:gd name="connsiteY17919" fmla="*/ 672657 h 4821604"/>
              <a:gd name="connsiteX17920" fmla="*/ 1018391 w 2947832"/>
              <a:gd name="connsiteY17920" fmla="*/ 659107 h 4821604"/>
              <a:gd name="connsiteX17921" fmla="*/ 1020065 w 2947832"/>
              <a:gd name="connsiteY17921" fmla="*/ 658164 h 4821604"/>
              <a:gd name="connsiteX17922" fmla="*/ 1846538 w 2947832"/>
              <a:gd name="connsiteY17922" fmla="*/ 658006 h 4821604"/>
              <a:gd name="connsiteX17923" fmla="*/ 1862340 w 2947832"/>
              <a:gd name="connsiteY17923" fmla="*/ 658006 h 4821604"/>
              <a:gd name="connsiteX17924" fmla="*/ 1864014 w 2947832"/>
              <a:gd name="connsiteY17924" fmla="*/ 659002 h 4821604"/>
              <a:gd name="connsiteX17925" fmla="*/ 1871915 w 2947832"/>
              <a:gd name="connsiteY17925" fmla="*/ 672657 h 4821604"/>
              <a:gd name="connsiteX17926" fmla="*/ 1871915 w 2947832"/>
              <a:gd name="connsiteY17926" fmla="*/ 674594 h 4821604"/>
              <a:gd name="connsiteX17927" fmla="*/ 1864014 w 2947832"/>
              <a:gd name="connsiteY17927" fmla="*/ 688251 h 4821604"/>
              <a:gd name="connsiteX17928" fmla="*/ 1862340 w 2947832"/>
              <a:gd name="connsiteY17928" fmla="*/ 689242 h 4821604"/>
              <a:gd name="connsiteX17929" fmla="*/ 1846538 w 2947832"/>
              <a:gd name="connsiteY17929" fmla="*/ 689242 h 4821604"/>
              <a:gd name="connsiteX17930" fmla="*/ 1844864 w 2947832"/>
              <a:gd name="connsiteY17930" fmla="*/ 688251 h 4821604"/>
              <a:gd name="connsiteX17931" fmla="*/ 1836963 w 2947832"/>
              <a:gd name="connsiteY17931" fmla="*/ 674594 h 4821604"/>
              <a:gd name="connsiteX17932" fmla="*/ 1836963 w 2947832"/>
              <a:gd name="connsiteY17932" fmla="*/ 672657 h 4821604"/>
              <a:gd name="connsiteX17933" fmla="*/ 1844864 w 2947832"/>
              <a:gd name="connsiteY17933" fmla="*/ 659002 h 4821604"/>
              <a:gd name="connsiteX17934" fmla="*/ 1846538 w 2947832"/>
              <a:gd name="connsiteY17934" fmla="*/ 658006 h 4821604"/>
              <a:gd name="connsiteX17935" fmla="*/ 937239 w 2947832"/>
              <a:gd name="connsiteY17935" fmla="*/ 657799 h 4821604"/>
              <a:gd name="connsiteX17936" fmla="*/ 953198 w 2947832"/>
              <a:gd name="connsiteY17936" fmla="*/ 657799 h 4821604"/>
              <a:gd name="connsiteX17937" fmla="*/ 954924 w 2947832"/>
              <a:gd name="connsiteY17937" fmla="*/ 658793 h 4821604"/>
              <a:gd name="connsiteX17938" fmla="*/ 962929 w 2947832"/>
              <a:gd name="connsiteY17938" fmla="*/ 672657 h 4821604"/>
              <a:gd name="connsiteX17939" fmla="*/ 962929 w 2947832"/>
              <a:gd name="connsiteY17939" fmla="*/ 674644 h 4821604"/>
              <a:gd name="connsiteX17940" fmla="*/ 954924 w 2947832"/>
              <a:gd name="connsiteY17940" fmla="*/ 688514 h 4821604"/>
              <a:gd name="connsiteX17941" fmla="*/ 953198 w 2947832"/>
              <a:gd name="connsiteY17941" fmla="*/ 689504 h 4821604"/>
              <a:gd name="connsiteX17942" fmla="*/ 937239 w 2947832"/>
              <a:gd name="connsiteY17942" fmla="*/ 689504 h 4821604"/>
              <a:gd name="connsiteX17943" fmla="*/ 935513 w 2947832"/>
              <a:gd name="connsiteY17943" fmla="*/ 688514 h 4821604"/>
              <a:gd name="connsiteX17944" fmla="*/ 927508 w 2947832"/>
              <a:gd name="connsiteY17944" fmla="*/ 674644 h 4821604"/>
              <a:gd name="connsiteX17945" fmla="*/ 927508 w 2947832"/>
              <a:gd name="connsiteY17945" fmla="*/ 672657 h 4821604"/>
              <a:gd name="connsiteX17946" fmla="*/ 935513 w 2947832"/>
              <a:gd name="connsiteY17946" fmla="*/ 658793 h 4821604"/>
              <a:gd name="connsiteX17947" fmla="*/ 937239 w 2947832"/>
              <a:gd name="connsiteY17947" fmla="*/ 657799 h 4821604"/>
              <a:gd name="connsiteX17948" fmla="*/ 2102339 w 2947832"/>
              <a:gd name="connsiteY17948" fmla="*/ 590877 h 4821604"/>
              <a:gd name="connsiteX17949" fmla="*/ 2102444 w 2947832"/>
              <a:gd name="connsiteY17949" fmla="*/ 590877 h 4821604"/>
              <a:gd name="connsiteX17950" fmla="*/ 2102496 w 2947832"/>
              <a:gd name="connsiteY17950" fmla="*/ 590877 h 4821604"/>
              <a:gd name="connsiteX17951" fmla="*/ 2102496 w 2947832"/>
              <a:gd name="connsiteY17951" fmla="*/ 590982 h 4821604"/>
              <a:gd name="connsiteX17952" fmla="*/ 2102496 w 2947832"/>
              <a:gd name="connsiteY17952" fmla="*/ 591087 h 4821604"/>
              <a:gd name="connsiteX17953" fmla="*/ 2102391 w 2947832"/>
              <a:gd name="connsiteY17953" fmla="*/ 591087 h 4821604"/>
              <a:gd name="connsiteX17954" fmla="*/ 2102339 w 2947832"/>
              <a:gd name="connsiteY17954" fmla="*/ 591087 h 4821604"/>
              <a:gd name="connsiteX17955" fmla="*/ 2102339 w 2947832"/>
              <a:gd name="connsiteY17955" fmla="*/ 590982 h 4821604"/>
              <a:gd name="connsiteX17956" fmla="*/ 2350292 w 2947832"/>
              <a:gd name="connsiteY17956" fmla="*/ 590825 h 4821604"/>
              <a:gd name="connsiteX17957" fmla="*/ 2350449 w 2947832"/>
              <a:gd name="connsiteY17957" fmla="*/ 590825 h 4821604"/>
              <a:gd name="connsiteX17958" fmla="*/ 2350554 w 2947832"/>
              <a:gd name="connsiteY17958" fmla="*/ 590825 h 4821604"/>
              <a:gd name="connsiteX17959" fmla="*/ 2350554 w 2947832"/>
              <a:gd name="connsiteY17959" fmla="*/ 590982 h 4821604"/>
              <a:gd name="connsiteX17960" fmla="*/ 2350502 w 2947832"/>
              <a:gd name="connsiteY17960" fmla="*/ 590982 h 4821604"/>
              <a:gd name="connsiteX17961" fmla="*/ 2350502 w 2947832"/>
              <a:gd name="connsiteY17961" fmla="*/ 591138 h 4821604"/>
              <a:gd name="connsiteX17962" fmla="*/ 2350344 w 2947832"/>
              <a:gd name="connsiteY17962" fmla="*/ 591138 h 4821604"/>
              <a:gd name="connsiteX17963" fmla="*/ 2350240 w 2947832"/>
              <a:gd name="connsiteY17963" fmla="*/ 591138 h 4821604"/>
              <a:gd name="connsiteX17964" fmla="*/ 2350240 w 2947832"/>
              <a:gd name="connsiteY17964" fmla="*/ 590982 h 4821604"/>
              <a:gd name="connsiteX17965" fmla="*/ 2350292 w 2947832"/>
              <a:gd name="connsiteY17965" fmla="*/ 590982 h 4821604"/>
              <a:gd name="connsiteX17966" fmla="*/ 2267624 w 2947832"/>
              <a:gd name="connsiteY17966" fmla="*/ 590825 h 4821604"/>
              <a:gd name="connsiteX17967" fmla="*/ 2267781 w 2947832"/>
              <a:gd name="connsiteY17967" fmla="*/ 590825 h 4821604"/>
              <a:gd name="connsiteX17968" fmla="*/ 2267885 w 2947832"/>
              <a:gd name="connsiteY17968" fmla="*/ 590825 h 4821604"/>
              <a:gd name="connsiteX17969" fmla="*/ 2267885 w 2947832"/>
              <a:gd name="connsiteY17969" fmla="*/ 590982 h 4821604"/>
              <a:gd name="connsiteX17970" fmla="*/ 2267833 w 2947832"/>
              <a:gd name="connsiteY17970" fmla="*/ 590982 h 4821604"/>
              <a:gd name="connsiteX17971" fmla="*/ 2267833 w 2947832"/>
              <a:gd name="connsiteY17971" fmla="*/ 591138 h 4821604"/>
              <a:gd name="connsiteX17972" fmla="*/ 2267676 w 2947832"/>
              <a:gd name="connsiteY17972" fmla="*/ 591138 h 4821604"/>
              <a:gd name="connsiteX17973" fmla="*/ 2267572 w 2947832"/>
              <a:gd name="connsiteY17973" fmla="*/ 591138 h 4821604"/>
              <a:gd name="connsiteX17974" fmla="*/ 2267572 w 2947832"/>
              <a:gd name="connsiteY17974" fmla="*/ 590982 h 4821604"/>
              <a:gd name="connsiteX17975" fmla="*/ 2267624 w 2947832"/>
              <a:gd name="connsiteY17975" fmla="*/ 590982 h 4821604"/>
              <a:gd name="connsiteX17976" fmla="*/ 1601359 w 2947832"/>
              <a:gd name="connsiteY17976" fmla="*/ 580884 h 4821604"/>
              <a:gd name="connsiteX17977" fmla="*/ 1611562 w 2947832"/>
              <a:gd name="connsiteY17977" fmla="*/ 580884 h 4821604"/>
              <a:gd name="connsiteX17978" fmla="*/ 1612660 w 2947832"/>
              <a:gd name="connsiteY17978" fmla="*/ 581513 h 4821604"/>
              <a:gd name="connsiteX17979" fmla="*/ 1617736 w 2947832"/>
              <a:gd name="connsiteY17979" fmla="*/ 590354 h 4821604"/>
              <a:gd name="connsiteX17980" fmla="*/ 1617736 w 2947832"/>
              <a:gd name="connsiteY17980" fmla="*/ 591610 h 4821604"/>
              <a:gd name="connsiteX17981" fmla="*/ 1612660 w 2947832"/>
              <a:gd name="connsiteY17981" fmla="*/ 600453 h 4821604"/>
              <a:gd name="connsiteX17982" fmla="*/ 1611562 w 2947832"/>
              <a:gd name="connsiteY17982" fmla="*/ 601080 h 4821604"/>
              <a:gd name="connsiteX17983" fmla="*/ 1601359 w 2947832"/>
              <a:gd name="connsiteY17983" fmla="*/ 601080 h 4821604"/>
              <a:gd name="connsiteX17984" fmla="*/ 1600260 w 2947832"/>
              <a:gd name="connsiteY17984" fmla="*/ 600453 h 4821604"/>
              <a:gd name="connsiteX17985" fmla="*/ 1595185 w 2947832"/>
              <a:gd name="connsiteY17985" fmla="*/ 591610 h 4821604"/>
              <a:gd name="connsiteX17986" fmla="*/ 1595185 w 2947832"/>
              <a:gd name="connsiteY17986" fmla="*/ 590354 h 4821604"/>
              <a:gd name="connsiteX17987" fmla="*/ 1600260 w 2947832"/>
              <a:gd name="connsiteY17987" fmla="*/ 581513 h 4821604"/>
              <a:gd name="connsiteX17988" fmla="*/ 1601359 w 2947832"/>
              <a:gd name="connsiteY17988" fmla="*/ 580884 h 4821604"/>
              <a:gd name="connsiteX17989" fmla="*/ 1683871 w 2947832"/>
              <a:gd name="connsiteY17989" fmla="*/ 580570 h 4821604"/>
              <a:gd name="connsiteX17990" fmla="*/ 1694387 w 2947832"/>
              <a:gd name="connsiteY17990" fmla="*/ 580570 h 4821604"/>
              <a:gd name="connsiteX17991" fmla="*/ 1695538 w 2947832"/>
              <a:gd name="connsiteY17991" fmla="*/ 581197 h 4821604"/>
              <a:gd name="connsiteX17992" fmla="*/ 1700823 w 2947832"/>
              <a:gd name="connsiteY17992" fmla="*/ 590303 h 4821604"/>
              <a:gd name="connsiteX17993" fmla="*/ 1700823 w 2947832"/>
              <a:gd name="connsiteY17993" fmla="*/ 591610 h 4821604"/>
              <a:gd name="connsiteX17994" fmla="*/ 1695538 w 2947832"/>
              <a:gd name="connsiteY17994" fmla="*/ 600714 h 4821604"/>
              <a:gd name="connsiteX17995" fmla="*/ 1694387 w 2947832"/>
              <a:gd name="connsiteY17995" fmla="*/ 601344 h 4821604"/>
              <a:gd name="connsiteX17996" fmla="*/ 1683871 w 2947832"/>
              <a:gd name="connsiteY17996" fmla="*/ 601344 h 4821604"/>
              <a:gd name="connsiteX17997" fmla="*/ 1682719 w 2947832"/>
              <a:gd name="connsiteY17997" fmla="*/ 600714 h 4821604"/>
              <a:gd name="connsiteX17998" fmla="*/ 1677435 w 2947832"/>
              <a:gd name="connsiteY17998" fmla="*/ 591610 h 4821604"/>
              <a:gd name="connsiteX17999" fmla="*/ 1677435 w 2947832"/>
              <a:gd name="connsiteY17999" fmla="*/ 590303 h 4821604"/>
              <a:gd name="connsiteX18000" fmla="*/ 1682719 w 2947832"/>
              <a:gd name="connsiteY18000" fmla="*/ 581197 h 4821604"/>
              <a:gd name="connsiteX18001" fmla="*/ 1683871 w 2947832"/>
              <a:gd name="connsiteY18001" fmla="*/ 580570 h 4821604"/>
              <a:gd name="connsiteX18002" fmla="*/ 773420 w 2947832"/>
              <a:gd name="connsiteY18002" fmla="*/ 578217 h 4821604"/>
              <a:gd name="connsiteX18003" fmla="*/ 786344 w 2947832"/>
              <a:gd name="connsiteY18003" fmla="*/ 578217 h 4821604"/>
              <a:gd name="connsiteX18004" fmla="*/ 787704 w 2947832"/>
              <a:gd name="connsiteY18004" fmla="*/ 579003 h 4821604"/>
              <a:gd name="connsiteX18005" fmla="*/ 794139 w 2947832"/>
              <a:gd name="connsiteY18005" fmla="*/ 590198 h 4821604"/>
              <a:gd name="connsiteX18006" fmla="*/ 794139 w 2947832"/>
              <a:gd name="connsiteY18006" fmla="*/ 591821 h 4821604"/>
              <a:gd name="connsiteX18007" fmla="*/ 787704 w 2947832"/>
              <a:gd name="connsiteY18007" fmla="*/ 603017 h 4821604"/>
              <a:gd name="connsiteX18008" fmla="*/ 786344 w 2947832"/>
              <a:gd name="connsiteY18008" fmla="*/ 603801 h 4821604"/>
              <a:gd name="connsiteX18009" fmla="*/ 773420 w 2947832"/>
              <a:gd name="connsiteY18009" fmla="*/ 603801 h 4821604"/>
              <a:gd name="connsiteX18010" fmla="*/ 772060 w 2947832"/>
              <a:gd name="connsiteY18010" fmla="*/ 603017 h 4821604"/>
              <a:gd name="connsiteX18011" fmla="*/ 765624 w 2947832"/>
              <a:gd name="connsiteY18011" fmla="*/ 591821 h 4821604"/>
              <a:gd name="connsiteX18012" fmla="*/ 765624 w 2947832"/>
              <a:gd name="connsiteY18012" fmla="*/ 590198 h 4821604"/>
              <a:gd name="connsiteX18013" fmla="*/ 772060 w 2947832"/>
              <a:gd name="connsiteY18013" fmla="*/ 579003 h 4821604"/>
              <a:gd name="connsiteX18014" fmla="*/ 773420 w 2947832"/>
              <a:gd name="connsiteY18014" fmla="*/ 578217 h 4821604"/>
              <a:gd name="connsiteX18015" fmla="*/ 1765073 w 2947832"/>
              <a:gd name="connsiteY18015" fmla="*/ 577693 h 4821604"/>
              <a:gd name="connsiteX18016" fmla="*/ 1778467 w 2947832"/>
              <a:gd name="connsiteY18016" fmla="*/ 577693 h 4821604"/>
              <a:gd name="connsiteX18017" fmla="*/ 1779880 w 2947832"/>
              <a:gd name="connsiteY18017" fmla="*/ 578531 h 4821604"/>
              <a:gd name="connsiteX18018" fmla="*/ 1786577 w 2947832"/>
              <a:gd name="connsiteY18018" fmla="*/ 590148 h 4821604"/>
              <a:gd name="connsiteX18019" fmla="*/ 1786577 w 2947832"/>
              <a:gd name="connsiteY18019" fmla="*/ 591821 h 4821604"/>
              <a:gd name="connsiteX18020" fmla="*/ 1779880 w 2947832"/>
              <a:gd name="connsiteY18020" fmla="*/ 603437 h 4821604"/>
              <a:gd name="connsiteX18021" fmla="*/ 1778467 w 2947832"/>
              <a:gd name="connsiteY18021" fmla="*/ 604272 h 4821604"/>
              <a:gd name="connsiteX18022" fmla="*/ 1765073 w 2947832"/>
              <a:gd name="connsiteY18022" fmla="*/ 604272 h 4821604"/>
              <a:gd name="connsiteX18023" fmla="*/ 1763660 w 2947832"/>
              <a:gd name="connsiteY18023" fmla="*/ 603437 h 4821604"/>
              <a:gd name="connsiteX18024" fmla="*/ 1756963 w 2947832"/>
              <a:gd name="connsiteY18024" fmla="*/ 591821 h 4821604"/>
              <a:gd name="connsiteX18025" fmla="*/ 1756963 w 2947832"/>
              <a:gd name="connsiteY18025" fmla="*/ 590148 h 4821604"/>
              <a:gd name="connsiteX18026" fmla="*/ 1763660 w 2947832"/>
              <a:gd name="connsiteY18026" fmla="*/ 578531 h 4821604"/>
              <a:gd name="connsiteX18027" fmla="*/ 1765073 w 2947832"/>
              <a:gd name="connsiteY18027" fmla="*/ 577693 h 4821604"/>
              <a:gd name="connsiteX18028" fmla="*/ 2012869 w 2947832"/>
              <a:gd name="connsiteY18028" fmla="*/ 577431 h 4821604"/>
              <a:gd name="connsiteX18029" fmla="*/ 2026578 w 2947832"/>
              <a:gd name="connsiteY18029" fmla="*/ 577431 h 4821604"/>
              <a:gd name="connsiteX18030" fmla="*/ 2028043 w 2947832"/>
              <a:gd name="connsiteY18030" fmla="*/ 578268 h 4821604"/>
              <a:gd name="connsiteX18031" fmla="*/ 2034897 w 2947832"/>
              <a:gd name="connsiteY18031" fmla="*/ 590146 h 4821604"/>
              <a:gd name="connsiteX18032" fmla="*/ 2034897 w 2947832"/>
              <a:gd name="connsiteY18032" fmla="*/ 591821 h 4821604"/>
              <a:gd name="connsiteX18033" fmla="*/ 2028043 w 2947832"/>
              <a:gd name="connsiteY18033" fmla="*/ 603698 h 4821604"/>
              <a:gd name="connsiteX18034" fmla="*/ 2026578 w 2947832"/>
              <a:gd name="connsiteY18034" fmla="*/ 604534 h 4821604"/>
              <a:gd name="connsiteX18035" fmla="*/ 2012869 w 2947832"/>
              <a:gd name="connsiteY18035" fmla="*/ 604534 h 4821604"/>
              <a:gd name="connsiteX18036" fmla="*/ 2011404 w 2947832"/>
              <a:gd name="connsiteY18036" fmla="*/ 603698 h 4821604"/>
              <a:gd name="connsiteX18037" fmla="*/ 2004550 w 2947832"/>
              <a:gd name="connsiteY18037" fmla="*/ 591821 h 4821604"/>
              <a:gd name="connsiteX18038" fmla="*/ 2004550 w 2947832"/>
              <a:gd name="connsiteY18038" fmla="*/ 590146 h 4821604"/>
              <a:gd name="connsiteX18039" fmla="*/ 2011404 w 2947832"/>
              <a:gd name="connsiteY18039" fmla="*/ 578268 h 4821604"/>
              <a:gd name="connsiteX18040" fmla="*/ 2012869 w 2947832"/>
              <a:gd name="connsiteY18040" fmla="*/ 577431 h 4821604"/>
              <a:gd name="connsiteX18041" fmla="*/ 855460 w 2947832"/>
              <a:gd name="connsiteY18041" fmla="*/ 576909 h 4821604"/>
              <a:gd name="connsiteX18042" fmla="*/ 869639 w 2947832"/>
              <a:gd name="connsiteY18042" fmla="*/ 576909 h 4821604"/>
              <a:gd name="connsiteX18043" fmla="*/ 871157 w 2947832"/>
              <a:gd name="connsiteY18043" fmla="*/ 577798 h 4821604"/>
              <a:gd name="connsiteX18044" fmla="*/ 878220 w 2947832"/>
              <a:gd name="connsiteY18044" fmla="*/ 590094 h 4821604"/>
              <a:gd name="connsiteX18045" fmla="*/ 878220 w 2947832"/>
              <a:gd name="connsiteY18045" fmla="*/ 591821 h 4821604"/>
              <a:gd name="connsiteX18046" fmla="*/ 871157 w 2947832"/>
              <a:gd name="connsiteY18046" fmla="*/ 604115 h 4821604"/>
              <a:gd name="connsiteX18047" fmla="*/ 869639 w 2947832"/>
              <a:gd name="connsiteY18047" fmla="*/ 605005 h 4821604"/>
              <a:gd name="connsiteX18048" fmla="*/ 855460 w 2947832"/>
              <a:gd name="connsiteY18048" fmla="*/ 605005 h 4821604"/>
              <a:gd name="connsiteX18049" fmla="*/ 853942 w 2947832"/>
              <a:gd name="connsiteY18049" fmla="*/ 604115 h 4821604"/>
              <a:gd name="connsiteX18050" fmla="*/ 846879 w 2947832"/>
              <a:gd name="connsiteY18050" fmla="*/ 591821 h 4821604"/>
              <a:gd name="connsiteX18051" fmla="*/ 846879 w 2947832"/>
              <a:gd name="connsiteY18051" fmla="*/ 590094 h 4821604"/>
              <a:gd name="connsiteX18052" fmla="*/ 853942 w 2947832"/>
              <a:gd name="connsiteY18052" fmla="*/ 577798 h 4821604"/>
              <a:gd name="connsiteX18053" fmla="*/ 855460 w 2947832"/>
              <a:gd name="connsiteY18053" fmla="*/ 576909 h 4821604"/>
              <a:gd name="connsiteX18054" fmla="*/ 1020430 w 2947832"/>
              <a:gd name="connsiteY18054" fmla="*/ 576385 h 4821604"/>
              <a:gd name="connsiteX18055" fmla="*/ 1035185 w 2947832"/>
              <a:gd name="connsiteY18055" fmla="*/ 576385 h 4821604"/>
              <a:gd name="connsiteX18056" fmla="*/ 1036755 w 2947832"/>
              <a:gd name="connsiteY18056" fmla="*/ 577274 h 4821604"/>
              <a:gd name="connsiteX18057" fmla="*/ 1044132 w 2947832"/>
              <a:gd name="connsiteY18057" fmla="*/ 590093 h 4821604"/>
              <a:gd name="connsiteX18058" fmla="*/ 1044132 w 2947832"/>
              <a:gd name="connsiteY18058" fmla="*/ 591924 h 4821604"/>
              <a:gd name="connsiteX18059" fmla="*/ 1036755 w 2947832"/>
              <a:gd name="connsiteY18059" fmla="*/ 604742 h 4821604"/>
              <a:gd name="connsiteX18060" fmla="*/ 1035185 w 2947832"/>
              <a:gd name="connsiteY18060" fmla="*/ 605632 h 4821604"/>
              <a:gd name="connsiteX18061" fmla="*/ 1020430 w 2947832"/>
              <a:gd name="connsiteY18061" fmla="*/ 605632 h 4821604"/>
              <a:gd name="connsiteX18062" fmla="*/ 1018861 w 2947832"/>
              <a:gd name="connsiteY18062" fmla="*/ 604742 h 4821604"/>
              <a:gd name="connsiteX18063" fmla="*/ 1011483 w 2947832"/>
              <a:gd name="connsiteY18063" fmla="*/ 591924 h 4821604"/>
              <a:gd name="connsiteX18064" fmla="*/ 1011483 w 2947832"/>
              <a:gd name="connsiteY18064" fmla="*/ 590093 h 4821604"/>
              <a:gd name="connsiteX18065" fmla="*/ 1018861 w 2947832"/>
              <a:gd name="connsiteY18065" fmla="*/ 577274 h 4821604"/>
              <a:gd name="connsiteX18066" fmla="*/ 1020430 w 2947832"/>
              <a:gd name="connsiteY18066" fmla="*/ 576385 h 4821604"/>
              <a:gd name="connsiteX18067" fmla="*/ 937763 w 2947832"/>
              <a:gd name="connsiteY18067" fmla="*/ 576281 h 4821604"/>
              <a:gd name="connsiteX18068" fmla="*/ 952570 w 2947832"/>
              <a:gd name="connsiteY18068" fmla="*/ 576281 h 4821604"/>
              <a:gd name="connsiteX18069" fmla="*/ 954139 w 2947832"/>
              <a:gd name="connsiteY18069" fmla="*/ 577223 h 4821604"/>
              <a:gd name="connsiteX18070" fmla="*/ 961569 w 2947832"/>
              <a:gd name="connsiteY18070" fmla="*/ 590043 h 4821604"/>
              <a:gd name="connsiteX18071" fmla="*/ 961569 w 2947832"/>
              <a:gd name="connsiteY18071" fmla="*/ 591873 h 4821604"/>
              <a:gd name="connsiteX18072" fmla="*/ 954139 w 2947832"/>
              <a:gd name="connsiteY18072" fmla="*/ 604692 h 4821604"/>
              <a:gd name="connsiteX18073" fmla="*/ 952570 w 2947832"/>
              <a:gd name="connsiteY18073" fmla="*/ 605632 h 4821604"/>
              <a:gd name="connsiteX18074" fmla="*/ 937763 w 2947832"/>
              <a:gd name="connsiteY18074" fmla="*/ 605632 h 4821604"/>
              <a:gd name="connsiteX18075" fmla="*/ 936193 w 2947832"/>
              <a:gd name="connsiteY18075" fmla="*/ 604692 h 4821604"/>
              <a:gd name="connsiteX18076" fmla="*/ 928763 w 2947832"/>
              <a:gd name="connsiteY18076" fmla="*/ 591873 h 4821604"/>
              <a:gd name="connsiteX18077" fmla="*/ 928763 w 2947832"/>
              <a:gd name="connsiteY18077" fmla="*/ 590043 h 4821604"/>
              <a:gd name="connsiteX18078" fmla="*/ 936193 w 2947832"/>
              <a:gd name="connsiteY18078" fmla="*/ 577223 h 4821604"/>
              <a:gd name="connsiteX18079" fmla="*/ 937763 w 2947832"/>
              <a:gd name="connsiteY18079" fmla="*/ 576281 h 4821604"/>
              <a:gd name="connsiteX18080" fmla="*/ 1929520 w 2947832"/>
              <a:gd name="connsiteY18080" fmla="*/ 575966 h 4821604"/>
              <a:gd name="connsiteX18081" fmla="*/ 1944693 w 2947832"/>
              <a:gd name="connsiteY18081" fmla="*/ 575966 h 4821604"/>
              <a:gd name="connsiteX18082" fmla="*/ 1946315 w 2947832"/>
              <a:gd name="connsiteY18082" fmla="*/ 576909 h 4821604"/>
              <a:gd name="connsiteX18083" fmla="*/ 1953902 w 2947832"/>
              <a:gd name="connsiteY18083" fmla="*/ 590041 h 4821604"/>
              <a:gd name="connsiteX18084" fmla="*/ 1953902 w 2947832"/>
              <a:gd name="connsiteY18084" fmla="*/ 591924 h 4821604"/>
              <a:gd name="connsiteX18085" fmla="*/ 1946315 w 2947832"/>
              <a:gd name="connsiteY18085" fmla="*/ 605058 h 4821604"/>
              <a:gd name="connsiteX18086" fmla="*/ 1944693 w 2947832"/>
              <a:gd name="connsiteY18086" fmla="*/ 605999 h 4821604"/>
              <a:gd name="connsiteX18087" fmla="*/ 1929520 w 2947832"/>
              <a:gd name="connsiteY18087" fmla="*/ 605999 h 4821604"/>
              <a:gd name="connsiteX18088" fmla="*/ 1927898 w 2947832"/>
              <a:gd name="connsiteY18088" fmla="*/ 605058 h 4821604"/>
              <a:gd name="connsiteX18089" fmla="*/ 1920312 w 2947832"/>
              <a:gd name="connsiteY18089" fmla="*/ 591924 h 4821604"/>
              <a:gd name="connsiteX18090" fmla="*/ 1920312 w 2947832"/>
              <a:gd name="connsiteY18090" fmla="*/ 590041 h 4821604"/>
              <a:gd name="connsiteX18091" fmla="*/ 1927898 w 2947832"/>
              <a:gd name="connsiteY18091" fmla="*/ 576909 h 4821604"/>
              <a:gd name="connsiteX18092" fmla="*/ 1929520 w 2947832"/>
              <a:gd name="connsiteY18092" fmla="*/ 575966 h 4821604"/>
              <a:gd name="connsiteX18093" fmla="*/ 1846852 w 2947832"/>
              <a:gd name="connsiteY18093" fmla="*/ 575966 h 4821604"/>
              <a:gd name="connsiteX18094" fmla="*/ 1862026 w 2947832"/>
              <a:gd name="connsiteY18094" fmla="*/ 575966 h 4821604"/>
              <a:gd name="connsiteX18095" fmla="*/ 1863648 w 2947832"/>
              <a:gd name="connsiteY18095" fmla="*/ 576909 h 4821604"/>
              <a:gd name="connsiteX18096" fmla="*/ 1871234 w 2947832"/>
              <a:gd name="connsiteY18096" fmla="*/ 590041 h 4821604"/>
              <a:gd name="connsiteX18097" fmla="*/ 1871234 w 2947832"/>
              <a:gd name="connsiteY18097" fmla="*/ 591924 h 4821604"/>
              <a:gd name="connsiteX18098" fmla="*/ 1863648 w 2947832"/>
              <a:gd name="connsiteY18098" fmla="*/ 605058 h 4821604"/>
              <a:gd name="connsiteX18099" fmla="*/ 1862026 w 2947832"/>
              <a:gd name="connsiteY18099" fmla="*/ 605999 h 4821604"/>
              <a:gd name="connsiteX18100" fmla="*/ 1846852 w 2947832"/>
              <a:gd name="connsiteY18100" fmla="*/ 605999 h 4821604"/>
              <a:gd name="connsiteX18101" fmla="*/ 1845230 w 2947832"/>
              <a:gd name="connsiteY18101" fmla="*/ 605058 h 4821604"/>
              <a:gd name="connsiteX18102" fmla="*/ 1837643 w 2947832"/>
              <a:gd name="connsiteY18102" fmla="*/ 591924 h 4821604"/>
              <a:gd name="connsiteX18103" fmla="*/ 1837643 w 2947832"/>
              <a:gd name="connsiteY18103" fmla="*/ 590041 h 4821604"/>
              <a:gd name="connsiteX18104" fmla="*/ 1845230 w 2947832"/>
              <a:gd name="connsiteY18104" fmla="*/ 576909 h 4821604"/>
              <a:gd name="connsiteX18105" fmla="*/ 1846852 w 2947832"/>
              <a:gd name="connsiteY18105" fmla="*/ 575966 h 4821604"/>
              <a:gd name="connsiteX18106" fmla="*/ 1516231 w 2947832"/>
              <a:gd name="connsiteY18106" fmla="*/ 575966 h 4821604"/>
              <a:gd name="connsiteX18107" fmla="*/ 1531352 w 2947832"/>
              <a:gd name="connsiteY18107" fmla="*/ 575966 h 4821604"/>
              <a:gd name="connsiteX18108" fmla="*/ 1532974 w 2947832"/>
              <a:gd name="connsiteY18108" fmla="*/ 576909 h 4821604"/>
              <a:gd name="connsiteX18109" fmla="*/ 1540561 w 2947832"/>
              <a:gd name="connsiteY18109" fmla="*/ 589989 h 4821604"/>
              <a:gd name="connsiteX18110" fmla="*/ 1540561 w 2947832"/>
              <a:gd name="connsiteY18110" fmla="*/ 591873 h 4821604"/>
              <a:gd name="connsiteX18111" fmla="*/ 1532974 w 2947832"/>
              <a:gd name="connsiteY18111" fmla="*/ 604952 h 4821604"/>
              <a:gd name="connsiteX18112" fmla="*/ 1531352 w 2947832"/>
              <a:gd name="connsiteY18112" fmla="*/ 605893 h 4821604"/>
              <a:gd name="connsiteX18113" fmla="*/ 1516231 w 2947832"/>
              <a:gd name="connsiteY18113" fmla="*/ 605893 h 4821604"/>
              <a:gd name="connsiteX18114" fmla="*/ 1514609 w 2947832"/>
              <a:gd name="connsiteY18114" fmla="*/ 604952 h 4821604"/>
              <a:gd name="connsiteX18115" fmla="*/ 1507022 w 2947832"/>
              <a:gd name="connsiteY18115" fmla="*/ 591873 h 4821604"/>
              <a:gd name="connsiteX18116" fmla="*/ 1507022 w 2947832"/>
              <a:gd name="connsiteY18116" fmla="*/ 589989 h 4821604"/>
              <a:gd name="connsiteX18117" fmla="*/ 1514609 w 2947832"/>
              <a:gd name="connsiteY18117" fmla="*/ 576909 h 4821604"/>
              <a:gd name="connsiteX18118" fmla="*/ 1516231 w 2947832"/>
              <a:gd name="connsiteY18118" fmla="*/ 575966 h 4821604"/>
              <a:gd name="connsiteX18119" fmla="*/ 1433406 w 2947832"/>
              <a:gd name="connsiteY18119" fmla="*/ 575757 h 4821604"/>
              <a:gd name="connsiteX18120" fmla="*/ 1448788 w 2947832"/>
              <a:gd name="connsiteY18120" fmla="*/ 575757 h 4821604"/>
              <a:gd name="connsiteX18121" fmla="*/ 1450410 w 2947832"/>
              <a:gd name="connsiteY18121" fmla="*/ 576700 h 4821604"/>
              <a:gd name="connsiteX18122" fmla="*/ 1458102 w 2947832"/>
              <a:gd name="connsiteY18122" fmla="*/ 590041 h 4821604"/>
              <a:gd name="connsiteX18123" fmla="*/ 1458102 w 2947832"/>
              <a:gd name="connsiteY18123" fmla="*/ 591924 h 4821604"/>
              <a:gd name="connsiteX18124" fmla="*/ 1450410 w 2947832"/>
              <a:gd name="connsiteY18124" fmla="*/ 605266 h 4821604"/>
              <a:gd name="connsiteX18125" fmla="*/ 1448788 w 2947832"/>
              <a:gd name="connsiteY18125" fmla="*/ 606210 h 4821604"/>
              <a:gd name="connsiteX18126" fmla="*/ 1433406 w 2947832"/>
              <a:gd name="connsiteY18126" fmla="*/ 606210 h 4821604"/>
              <a:gd name="connsiteX18127" fmla="*/ 1431784 w 2947832"/>
              <a:gd name="connsiteY18127" fmla="*/ 605266 h 4821604"/>
              <a:gd name="connsiteX18128" fmla="*/ 1424092 w 2947832"/>
              <a:gd name="connsiteY18128" fmla="*/ 591924 h 4821604"/>
              <a:gd name="connsiteX18129" fmla="*/ 1424092 w 2947832"/>
              <a:gd name="connsiteY18129" fmla="*/ 590041 h 4821604"/>
              <a:gd name="connsiteX18130" fmla="*/ 1431784 w 2947832"/>
              <a:gd name="connsiteY18130" fmla="*/ 576700 h 4821604"/>
              <a:gd name="connsiteX18131" fmla="*/ 1433406 w 2947832"/>
              <a:gd name="connsiteY18131" fmla="*/ 575757 h 4821604"/>
              <a:gd name="connsiteX18132" fmla="*/ 1350790 w 2947832"/>
              <a:gd name="connsiteY18132" fmla="*/ 575757 h 4821604"/>
              <a:gd name="connsiteX18133" fmla="*/ 1366172 w 2947832"/>
              <a:gd name="connsiteY18133" fmla="*/ 575757 h 4821604"/>
              <a:gd name="connsiteX18134" fmla="*/ 1367794 w 2947832"/>
              <a:gd name="connsiteY18134" fmla="*/ 576700 h 4821604"/>
              <a:gd name="connsiteX18135" fmla="*/ 1375486 w 2947832"/>
              <a:gd name="connsiteY18135" fmla="*/ 590041 h 4821604"/>
              <a:gd name="connsiteX18136" fmla="*/ 1375486 w 2947832"/>
              <a:gd name="connsiteY18136" fmla="*/ 591924 h 4821604"/>
              <a:gd name="connsiteX18137" fmla="*/ 1367794 w 2947832"/>
              <a:gd name="connsiteY18137" fmla="*/ 605266 h 4821604"/>
              <a:gd name="connsiteX18138" fmla="*/ 1366172 w 2947832"/>
              <a:gd name="connsiteY18138" fmla="*/ 606210 h 4821604"/>
              <a:gd name="connsiteX18139" fmla="*/ 1350790 w 2947832"/>
              <a:gd name="connsiteY18139" fmla="*/ 606210 h 4821604"/>
              <a:gd name="connsiteX18140" fmla="*/ 1349168 w 2947832"/>
              <a:gd name="connsiteY18140" fmla="*/ 605266 h 4821604"/>
              <a:gd name="connsiteX18141" fmla="*/ 1341476 w 2947832"/>
              <a:gd name="connsiteY18141" fmla="*/ 591924 h 4821604"/>
              <a:gd name="connsiteX18142" fmla="*/ 1341476 w 2947832"/>
              <a:gd name="connsiteY18142" fmla="*/ 590041 h 4821604"/>
              <a:gd name="connsiteX18143" fmla="*/ 1349168 w 2947832"/>
              <a:gd name="connsiteY18143" fmla="*/ 576700 h 4821604"/>
              <a:gd name="connsiteX18144" fmla="*/ 1350790 w 2947832"/>
              <a:gd name="connsiteY18144" fmla="*/ 575757 h 4821604"/>
              <a:gd name="connsiteX18145" fmla="*/ 689338 w 2947832"/>
              <a:gd name="connsiteY18145" fmla="*/ 575340 h 4821604"/>
              <a:gd name="connsiteX18146" fmla="*/ 705140 w 2947832"/>
              <a:gd name="connsiteY18146" fmla="*/ 575340 h 4821604"/>
              <a:gd name="connsiteX18147" fmla="*/ 706814 w 2947832"/>
              <a:gd name="connsiteY18147" fmla="*/ 576333 h 4821604"/>
              <a:gd name="connsiteX18148" fmla="*/ 714714 w 2947832"/>
              <a:gd name="connsiteY18148" fmla="*/ 589989 h 4821604"/>
              <a:gd name="connsiteX18149" fmla="*/ 714714 w 2947832"/>
              <a:gd name="connsiteY18149" fmla="*/ 591924 h 4821604"/>
              <a:gd name="connsiteX18150" fmla="*/ 706814 w 2947832"/>
              <a:gd name="connsiteY18150" fmla="*/ 605580 h 4821604"/>
              <a:gd name="connsiteX18151" fmla="*/ 705140 w 2947832"/>
              <a:gd name="connsiteY18151" fmla="*/ 606576 h 4821604"/>
              <a:gd name="connsiteX18152" fmla="*/ 689338 w 2947832"/>
              <a:gd name="connsiteY18152" fmla="*/ 606576 h 4821604"/>
              <a:gd name="connsiteX18153" fmla="*/ 687664 w 2947832"/>
              <a:gd name="connsiteY18153" fmla="*/ 605580 h 4821604"/>
              <a:gd name="connsiteX18154" fmla="*/ 679763 w 2947832"/>
              <a:gd name="connsiteY18154" fmla="*/ 591924 h 4821604"/>
              <a:gd name="connsiteX18155" fmla="*/ 679763 w 2947832"/>
              <a:gd name="connsiteY18155" fmla="*/ 589989 h 4821604"/>
              <a:gd name="connsiteX18156" fmla="*/ 687664 w 2947832"/>
              <a:gd name="connsiteY18156" fmla="*/ 576333 h 4821604"/>
              <a:gd name="connsiteX18157" fmla="*/ 689338 w 2947832"/>
              <a:gd name="connsiteY18157" fmla="*/ 575340 h 4821604"/>
              <a:gd name="connsiteX18158" fmla="*/ 1185140 w 2947832"/>
              <a:gd name="connsiteY18158" fmla="*/ 575076 h 4821604"/>
              <a:gd name="connsiteX18159" fmla="*/ 1201150 w 2947832"/>
              <a:gd name="connsiteY18159" fmla="*/ 575076 h 4821604"/>
              <a:gd name="connsiteX18160" fmla="*/ 1202876 w 2947832"/>
              <a:gd name="connsiteY18160" fmla="*/ 576070 h 4821604"/>
              <a:gd name="connsiteX18161" fmla="*/ 1210882 w 2947832"/>
              <a:gd name="connsiteY18161" fmla="*/ 589935 h 4821604"/>
              <a:gd name="connsiteX18162" fmla="*/ 1210882 w 2947832"/>
              <a:gd name="connsiteY18162" fmla="*/ 591924 h 4821604"/>
              <a:gd name="connsiteX18163" fmla="*/ 1202876 w 2947832"/>
              <a:gd name="connsiteY18163" fmla="*/ 605790 h 4821604"/>
              <a:gd name="connsiteX18164" fmla="*/ 1201150 w 2947832"/>
              <a:gd name="connsiteY18164" fmla="*/ 606785 h 4821604"/>
              <a:gd name="connsiteX18165" fmla="*/ 1185140 w 2947832"/>
              <a:gd name="connsiteY18165" fmla="*/ 606785 h 4821604"/>
              <a:gd name="connsiteX18166" fmla="*/ 1183413 w 2947832"/>
              <a:gd name="connsiteY18166" fmla="*/ 605790 h 4821604"/>
              <a:gd name="connsiteX18167" fmla="*/ 1175407 w 2947832"/>
              <a:gd name="connsiteY18167" fmla="*/ 591924 h 4821604"/>
              <a:gd name="connsiteX18168" fmla="*/ 1175407 w 2947832"/>
              <a:gd name="connsiteY18168" fmla="*/ 589935 h 4821604"/>
              <a:gd name="connsiteX18169" fmla="*/ 1183413 w 2947832"/>
              <a:gd name="connsiteY18169" fmla="*/ 576070 h 4821604"/>
              <a:gd name="connsiteX18170" fmla="*/ 1185140 w 2947832"/>
              <a:gd name="connsiteY18170" fmla="*/ 575076 h 4821604"/>
              <a:gd name="connsiteX18171" fmla="*/ 1102471 w 2947832"/>
              <a:gd name="connsiteY18171" fmla="*/ 575026 h 4821604"/>
              <a:gd name="connsiteX18172" fmla="*/ 1118533 w 2947832"/>
              <a:gd name="connsiteY18172" fmla="*/ 575026 h 4821604"/>
              <a:gd name="connsiteX18173" fmla="*/ 1120260 w 2947832"/>
              <a:gd name="connsiteY18173" fmla="*/ 576019 h 4821604"/>
              <a:gd name="connsiteX18174" fmla="*/ 1128318 w 2947832"/>
              <a:gd name="connsiteY18174" fmla="*/ 589937 h 4821604"/>
              <a:gd name="connsiteX18175" fmla="*/ 1128318 w 2947832"/>
              <a:gd name="connsiteY18175" fmla="*/ 591924 h 4821604"/>
              <a:gd name="connsiteX18176" fmla="*/ 1120260 w 2947832"/>
              <a:gd name="connsiteY18176" fmla="*/ 605841 h 4821604"/>
              <a:gd name="connsiteX18177" fmla="*/ 1118533 w 2947832"/>
              <a:gd name="connsiteY18177" fmla="*/ 606837 h 4821604"/>
              <a:gd name="connsiteX18178" fmla="*/ 1102471 w 2947832"/>
              <a:gd name="connsiteY18178" fmla="*/ 606837 h 4821604"/>
              <a:gd name="connsiteX18179" fmla="*/ 1100744 w 2947832"/>
              <a:gd name="connsiteY18179" fmla="*/ 605841 h 4821604"/>
              <a:gd name="connsiteX18180" fmla="*/ 1092686 w 2947832"/>
              <a:gd name="connsiteY18180" fmla="*/ 591924 h 4821604"/>
              <a:gd name="connsiteX18181" fmla="*/ 1092686 w 2947832"/>
              <a:gd name="connsiteY18181" fmla="*/ 589937 h 4821604"/>
              <a:gd name="connsiteX18182" fmla="*/ 1100744 w 2947832"/>
              <a:gd name="connsiteY18182" fmla="*/ 576019 h 4821604"/>
              <a:gd name="connsiteX18183" fmla="*/ 1102471 w 2947832"/>
              <a:gd name="connsiteY18183" fmla="*/ 575026 h 4821604"/>
              <a:gd name="connsiteX18184" fmla="*/ 1265976 w 2947832"/>
              <a:gd name="connsiteY18184" fmla="*/ 571519 h 4821604"/>
              <a:gd name="connsiteX18185" fmla="*/ 1285649 w 2947832"/>
              <a:gd name="connsiteY18185" fmla="*/ 571519 h 4821604"/>
              <a:gd name="connsiteX18186" fmla="*/ 1287742 w 2947832"/>
              <a:gd name="connsiteY18186" fmla="*/ 572722 h 4821604"/>
              <a:gd name="connsiteX18187" fmla="*/ 1297578 w 2947832"/>
              <a:gd name="connsiteY18187" fmla="*/ 589728 h 4821604"/>
              <a:gd name="connsiteX18188" fmla="*/ 1297578 w 2947832"/>
              <a:gd name="connsiteY18188" fmla="*/ 592134 h 4821604"/>
              <a:gd name="connsiteX18189" fmla="*/ 1287742 w 2947832"/>
              <a:gd name="connsiteY18189" fmla="*/ 609139 h 4821604"/>
              <a:gd name="connsiteX18190" fmla="*/ 1285649 w 2947832"/>
              <a:gd name="connsiteY18190" fmla="*/ 610342 h 4821604"/>
              <a:gd name="connsiteX18191" fmla="*/ 1265976 w 2947832"/>
              <a:gd name="connsiteY18191" fmla="*/ 610342 h 4821604"/>
              <a:gd name="connsiteX18192" fmla="*/ 1263883 w 2947832"/>
              <a:gd name="connsiteY18192" fmla="*/ 609139 h 4821604"/>
              <a:gd name="connsiteX18193" fmla="*/ 1254047 w 2947832"/>
              <a:gd name="connsiteY18193" fmla="*/ 592134 h 4821604"/>
              <a:gd name="connsiteX18194" fmla="*/ 1254047 w 2947832"/>
              <a:gd name="connsiteY18194" fmla="*/ 589728 h 4821604"/>
              <a:gd name="connsiteX18195" fmla="*/ 1263883 w 2947832"/>
              <a:gd name="connsiteY18195" fmla="*/ 572722 h 4821604"/>
              <a:gd name="connsiteX18196" fmla="*/ 1265976 w 2947832"/>
              <a:gd name="connsiteY18196" fmla="*/ 571519 h 4821604"/>
              <a:gd name="connsiteX18197" fmla="*/ 1683871 w 2947832"/>
              <a:gd name="connsiteY18197" fmla="*/ 497901 h 4821604"/>
              <a:gd name="connsiteX18198" fmla="*/ 1694387 w 2947832"/>
              <a:gd name="connsiteY18198" fmla="*/ 497901 h 4821604"/>
              <a:gd name="connsiteX18199" fmla="*/ 1695538 w 2947832"/>
              <a:gd name="connsiteY18199" fmla="*/ 498530 h 4821604"/>
              <a:gd name="connsiteX18200" fmla="*/ 1700823 w 2947832"/>
              <a:gd name="connsiteY18200" fmla="*/ 507633 h 4821604"/>
              <a:gd name="connsiteX18201" fmla="*/ 1700823 w 2947832"/>
              <a:gd name="connsiteY18201" fmla="*/ 508942 h 4821604"/>
              <a:gd name="connsiteX18202" fmla="*/ 1695538 w 2947832"/>
              <a:gd name="connsiteY18202" fmla="*/ 518046 h 4821604"/>
              <a:gd name="connsiteX18203" fmla="*/ 1694387 w 2947832"/>
              <a:gd name="connsiteY18203" fmla="*/ 518674 h 4821604"/>
              <a:gd name="connsiteX18204" fmla="*/ 1683871 w 2947832"/>
              <a:gd name="connsiteY18204" fmla="*/ 518674 h 4821604"/>
              <a:gd name="connsiteX18205" fmla="*/ 1682719 w 2947832"/>
              <a:gd name="connsiteY18205" fmla="*/ 518046 h 4821604"/>
              <a:gd name="connsiteX18206" fmla="*/ 1677435 w 2947832"/>
              <a:gd name="connsiteY18206" fmla="*/ 508942 h 4821604"/>
              <a:gd name="connsiteX18207" fmla="*/ 1677435 w 2947832"/>
              <a:gd name="connsiteY18207" fmla="*/ 507633 h 4821604"/>
              <a:gd name="connsiteX18208" fmla="*/ 1682719 w 2947832"/>
              <a:gd name="connsiteY18208" fmla="*/ 498530 h 4821604"/>
              <a:gd name="connsiteX18209" fmla="*/ 1683871 w 2947832"/>
              <a:gd name="connsiteY18209" fmla="*/ 497901 h 4821604"/>
              <a:gd name="connsiteX18210" fmla="*/ 1931299 w 2947832"/>
              <a:gd name="connsiteY18210" fmla="*/ 496802 h 4821604"/>
              <a:gd name="connsiteX18211" fmla="*/ 1942915 w 2947832"/>
              <a:gd name="connsiteY18211" fmla="*/ 496802 h 4821604"/>
              <a:gd name="connsiteX18212" fmla="*/ 1944171 w 2947832"/>
              <a:gd name="connsiteY18212" fmla="*/ 497536 h 4821604"/>
              <a:gd name="connsiteX18213" fmla="*/ 1949978 w 2947832"/>
              <a:gd name="connsiteY18213" fmla="*/ 507581 h 4821604"/>
              <a:gd name="connsiteX18214" fmla="*/ 1949978 w 2947832"/>
              <a:gd name="connsiteY18214" fmla="*/ 508993 h 4821604"/>
              <a:gd name="connsiteX18215" fmla="*/ 1944171 w 2947832"/>
              <a:gd name="connsiteY18215" fmla="*/ 519040 h 4821604"/>
              <a:gd name="connsiteX18216" fmla="*/ 1942915 w 2947832"/>
              <a:gd name="connsiteY18216" fmla="*/ 519772 h 4821604"/>
              <a:gd name="connsiteX18217" fmla="*/ 1931299 w 2947832"/>
              <a:gd name="connsiteY18217" fmla="*/ 519772 h 4821604"/>
              <a:gd name="connsiteX18218" fmla="*/ 1930044 w 2947832"/>
              <a:gd name="connsiteY18218" fmla="*/ 519040 h 4821604"/>
              <a:gd name="connsiteX18219" fmla="*/ 1924236 w 2947832"/>
              <a:gd name="connsiteY18219" fmla="*/ 508993 h 4821604"/>
              <a:gd name="connsiteX18220" fmla="*/ 1924236 w 2947832"/>
              <a:gd name="connsiteY18220" fmla="*/ 507581 h 4821604"/>
              <a:gd name="connsiteX18221" fmla="*/ 1930044 w 2947832"/>
              <a:gd name="connsiteY18221" fmla="*/ 497536 h 4821604"/>
              <a:gd name="connsiteX18222" fmla="*/ 1931299 w 2947832"/>
              <a:gd name="connsiteY18222" fmla="*/ 496802 h 4821604"/>
              <a:gd name="connsiteX18223" fmla="*/ 1600365 w 2947832"/>
              <a:gd name="connsiteY18223" fmla="*/ 496280 h 4821604"/>
              <a:gd name="connsiteX18224" fmla="*/ 1612556 w 2947832"/>
              <a:gd name="connsiteY18224" fmla="*/ 496280 h 4821604"/>
              <a:gd name="connsiteX18225" fmla="*/ 1613864 w 2947832"/>
              <a:gd name="connsiteY18225" fmla="*/ 497013 h 4821604"/>
              <a:gd name="connsiteX18226" fmla="*/ 1619986 w 2947832"/>
              <a:gd name="connsiteY18226" fmla="*/ 507582 h 4821604"/>
              <a:gd name="connsiteX18227" fmla="*/ 1619986 w 2947832"/>
              <a:gd name="connsiteY18227" fmla="*/ 509098 h 4821604"/>
              <a:gd name="connsiteX18228" fmla="*/ 1613864 w 2947832"/>
              <a:gd name="connsiteY18228" fmla="*/ 519667 h 4821604"/>
              <a:gd name="connsiteX18229" fmla="*/ 1612556 w 2947832"/>
              <a:gd name="connsiteY18229" fmla="*/ 520400 h 4821604"/>
              <a:gd name="connsiteX18230" fmla="*/ 1600365 w 2947832"/>
              <a:gd name="connsiteY18230" fmla="*/ 520400 h 4821604"/>
              <a:gd name="connsiteX18231" fmla="*/ 1599057 w 2947832"/>
              <a:gd name="connsiteY18231" fmla="*/ 519667 h 4821604"/>
              <a:gd name="connsiteX18232" fmla="*/ 1592935 w 2947832"/>
              <a:gd name="connsiteY18232" fmla="*/ 509098 h 4821604"/>
              <a:gd name="connsiteX18233" fmla="*/ 1592935 w 2947832"/>
              <a:gd name="connsiteY18233" fmla="*/ 507582 h 4821604"/>
              <a:gd name="connsiteX18234" fmla="*/ 1599057 w 2947832"/>
              <a:gd name="connsiteY18234" fmla="*/ 497013 h 4821604"/>
              <a:gd name="connsiteX18235" fmla="*/ 1600365 w 2947832"/>
              <a:gd name="connsiteY18235" fmla="*/ 496280 h 4821604"/>
              <a:gd name="connsiteX18236" fmla="*/ 2013183 w 2947832"/>
              <a:gd name="connsiteY18236" fmla="*/ 495338 h 4821604"/>
              <a:gd name="connsiteX18237" fmla="*/ 2026316 w 2947832"/>
              <a:gd name="connsiteY18237" fmla="*/ 495338 h 4821604"/>
              <a:gd name="connsiteX18238" fmla="*/ 2027729 w 2947832"/>
              <a:gd name="connsiteY18238" fmla="*/ 496123 h 4821604"/>
              <a:gd name="connsiteX18239" fmla="*/ 2034269 w 2947832"/>
              <a:gd name="connsiteY18239" fmla="*/ 507477 h 4821604"/>
              <a:gd name="connsiteX18240" fmla="*/ 2034269 w 2947832"/>
              <a:gd name="connsiteY18240" fmla="*/ 509098 h 4821604"/>
              <a:gd name="connsiteX18241" fmla="*/ 2027729 w 2947832"/>
              <a:gd name="connsiteY18241" fmla="*/ 520452 h 4821604"/>
              <a:gd name="connsiteX18242" fmla="*/ 2026316 w 2947832"/>
              <a:gd name="connsiteY18242" fmla="*/ 521237 h 4821604"/>
              <a:gd name="connsiteX18243" fmla="*/ 2013183 w 2947832"/>
              <a:gd name="connsiteY18243" fmla="*/ 521237 h 4821604"/>
              <a:gd name="connsiteX18244" fmla="*/ 2011771 w 2947832"/>
              <a:gd name="connsiteY18244" fmla="*/ 520452 h 4821604"/>
              <a:gd name="connsiteX18245" fmla="*/ 2005230 w 2947832"/>
              <a:gd name="connsiteY18245" fmla="*/ 509098 h 4821604"/>
              <a:gd name="connsiteX18246" fmla="*/ 2005230 w 2947832"/>
              <a:gd name="connsiteY18246" fmla="*/ 507477 h 4821604"/>
              <a:gd name="connsiteX18247" fmla="*/ 2011771 w 2947832"/>
              <a:gd name="connsiteY18247" fmla="*/ 496123 h 4821604"/>
              <a:gd name="connsiteX18248" fmla="*/ 2013183 w 2947832"/>
              <a:gd name="connsiteY18248" fmla="*/ 495338 h 4821604"/>
              <a:gd name="connsiteX18249" fmla="*/ 1765021 w 2947832"/>
              <a:gd name="connsiteY18249" fmla="*/ 494920 h 4821604"/>
              <a:gd name="connsiteX18250" fmla="*/ 1778520 w 2947832"/>
              <a:gd name="connsiteY18250" fmla="*/ 494920 h 4821604"/>
              <a:gd name="connsiteX18251" fmla="*/ 1779985 w 2947832"/>
              <a:gd name="connsiteY18251" fmla="*/ 495757 h 4821604"/>
              <a:gd name="connsiteX18252" fmla="*/ 1786734 w 2947832"/>
              <a:gd name="connsiteY18252" fmla="*/ 507477 h 4821604"/>
              <a:gd name="connsiteX18253" fmla="*/ 1786734 w 2947832"/>
              <a:gd name="connsiteY18253" fmla="*/ 509152 h 4821604"/>
              <a:gd name="connsiteX18254" fmla="*/ 1779985 w 2947832"/>
              <a:gd name="connsiteY18254" fmla="*/ 520872 h 4821604"/>
              <a:gd name="connsiteX18255" fmla="*/ 1778520 w 2947832"/>
              <a:gd name="connsiteY18255" fmla="*/ 521709 h 4821604"/>
              <a:gd name="connsiteX18256" fmla="*/ 1765021 w 2947832"/>
              <a:gd name="connsiteY18256" fmla="*/ 521709 h 4821604"/>
              <a:gd name="connsiteX18257" fmla="*/ 1763556 w 2947832"/>
              <a:gd name="connsiteY18257" fmla="*/ 520872 h 4821604"/>
              <a:gd name="connsiteX18258" fmla="*/ 1756806 w 2947832"/>
              <a:gd name="connsiteY18258" fmla="*/ 509152 h 4821604"/>
              <a:gd name="connsiteX18259" fmla="*/ 1756806 w 2947832"/>
              <a:gd name="connsiteY18259" fmla="*/ 507477 h 4821604"/>
              <a:gd name="connsiteX18260" fmla="*/ 1763556 w 2947832"/>
              <a:gd name="connsiteY18260" fmla="*/ 495757 h 4821604"/>
              <a:gd name="connsiteX18261" fmla="*/ 1765021 w 2947832"/>
              <a:gd name="connsiteY18261" fmla="*/ 494920 h 4821604"/>
              <a:gd name="connsiteX18262" fmla="*/ 772583 w 2947832"/>
              <a:gd name="connsiteY18262" fmla="*/ 493873 h 4821604"/>
              <a:gd name="connsiteX18263" fmla="*/ 787128 w 2947832"/>
              <a:gd name="connsiteY18263" fmla="*/ 493873 h 4821604"/>
              <a:gd name="connsiteX18264" fmla="*/ 788698 w 2947832"/>
              <a:gd name="connsiteY18264" fmla="*/ 494763 h 4821604"/>
              <a:gd name="connsiteX18265" fmla="*/ 795971 w 2947832"/>
              <a:gd name="connsiteY18265" fmla="*/ 507372 h 4821604"/>
              <a:gd name="connsiteX18266" fmla="*/ 795971 w 2947832"/>
              <a:gd name="connsiteY18266" fmla="*/ 509152 h 4821604"/>
              <a:gd name="connsiteX18267" fmla="*/ 788698 w 2947832"/>
              <a:gd name="connsiteY18267" fmla="*/ 521761 h 4821604"/>
              <a:gd name="connsiteX18268" fmla="*/ 787128 w 2947832"/>
              <a:gd name="connsiteY18268" fmla="*/ 522651 h 4821604"/>
              <a:gd name="connsiteX18269" fmla="*/ 772583 w 2947832"/>
              <a:gd name="connsiteY18269" fmla="*/ 522651 h 4821604"/>
              <a:gd name="connsiteX18270" fmla="*/ 771013 w 2947832"/>
              <a:gd name="connsiteY18270" fmla="*/ 521761 h 4821604"/>
              <a:gd name="connsiteX18271" fmla="*/ 763740 w 2947832"/>
              <a:gd name="connsiteY18271" fmla="*/ 509152 h 4821604"/>
              <a:gd name="connsiteX18272" fmla="*/ 763740 w 2947832"/>
              <a:gd name="connsiteY18272" fmla="*/ 507372 h 4821604"/>
              <a:gd name="connsiteX18273" fmla="*/ 771013 w 2947832"/>
              <a:gd name="connsiteY18273" fmla="*/ 494763 h 4821604"/>
              <a:gd name="connsiteX18274" fmla="*/ 772583 w 2947832"/>
              <a:gd name="connsiteY18274" fmla="*/ 493873 h 4821604"/>
              <a:gd name="connsiteX18275" fmla="*/ 1185715 w 2947832"/>
              <a:gd name="connsiteY18275" fmla="*/ 493612 h 4821604"/>
              <a:gd name="connsiteX18276" fmla="*/ 1200522 w 2947832"/>
              <a:gd name="connsiteY18276" fmla="*/ 493612 h 4821604"/>
              <a:gd name="connsiteX18277" fmla="*/ 1202092 w 2947832"/>
              <a:gd name="connsiteY18277" fmla="*/ 494554 h 4821604"/>
              <a:gd name="connsiteX18278" fmla="*/ 1209521 w 2947832"/>
              <a:gd name="connsiteY18278" fmla="*/ 507374 h 4821604"/>
              <a:gd name="connsiteX18279" fmla="*/ 1209521 w 2947832"/>
              <a:gd name="connsiteY18279" fmla="*/ 509204 h 4821604"/>
              <a:gd name="connsiteX18280" fmla="*/ 1202092 w 2947832"/>
              <a:gd name="connsiteY18280" fmla="*/ 522023 h 4821604"/>
              <a:gd name="connsiteX18281" fmla="*/ 1200522 w 2947832"/>
              <a:gd name="connsiteY18281" fmla="*/ 522964 h 4821604"/>
              <a:gd name="connsiteX18282" fmla="*/ 1185715 w 2947832"/>
              <a:gd name="connsiteY18282" fmla="*/ 522964 h 4821604"/>
              <a:gd name="connsiteX18283" fmla="*/ 1184145 w 2947832"/>
              <a:gd name="connsiteY18283" fmla="*/ 522023 h 4821604"/>
              <a:gd name="connsiteX18284" fmla="*/ 1176715 w 2947832"/>
              <a:gd name="connsiteY18284" fmla="*/ 509204 h 4821604"/>
              <a:gd name="connsiteX18285" fmla="*/ 1176715 w 2947832"/>
              <a:gd name="connsiteY18285" fmla="*/ 507374 h 4821604"/>
              <a:gd name="connsiteX18286" fmla="*/ 1184145 w 2947832"/>
              <a:gd name="connsiteY18286" fmla="*/ 494554 h 4821604"/>
              <a:gd name="connsiteX18287" fmla="*/ 1185715 w 2947832"/>
              <a:gd name="connsiteY18287" fmla="*/ 493612 h 4821604"/>
              <a:gd name="connsiteX18288" fmla="*/ 1846852 w 2947832"/>
              <a:gd name="connsiteY18288" fmla="*/ 493298 h 4821604"/>
              <a:gd name="connsiteX18289" fmla="*/ 1862026 w 2947832"/>
              <a:gd name="connsiteY18289" fmla="*/ 493298 h 4821604"/>
              <a:gd name="connsiteX18290" fmla="*/ 1863648 w 2947832"/>
              <a:gd name="connsiteY18290" fmla="*/ 494239 h 4821604"/>
              <a:gd name="connsiteX18291" fmla="*/ 1871234 w 2947832"/>
              <a:gd name="connsiteY18291" fmla="*/ 507372 h 4821604"/>
              <a:gd name="connsiteX18292" fmla="*/ 1871234 w 2947832"/>
              <a:gd name="connsiteY18292" fmla="*/ 509255 h 4821604"/>
              <a:gd name="connsiteX18293" fmla="*/ 1863648 w 2947832"/>
              <a:gd name="connsiteY18293" fmla="*/ 522389 h 4821604"/>
              <a:gd name="connsiteX18294" fmla="*/ 1862026 w 2947832"/>
              <a:gd name="connsiteY18294" fmla="*/ 523331 h 4821604"/>
              <a:gd name="connsiteX18295" fmla="*/ 1846852 w 2947832"/>
              <a:gd name="connsiteY18295" fmla="*/ 523331 h 4821604"/>
              <a:gd name="connsiteX18296" fmla="*/ 1845230 w 2947832"/>
              <a:gd name="connsiteY18296" fmla="*/ 522389 h 4821604"/>
              <a:gd name="connsiteX18297" fmla="*/ 1837643 w 2947832"/>
              <a:gd name="connsiteY18297" fmla="*/ 509255 h 4821604"/>
              <a:gd name="connsiteX18298" fmla="*/ 1837643 w 2947832"/>
              <a:gd name="connsiteY18298" fmla="*/ 507372 h 4821604"/>
              <a:gd name="connsiteX18299" fmla="*/ 1845230 w 2947832"/>
              <a:gd name="connsiteY18299" fmla="*/ 494239 h 4821604"/>
              <a:gd name="connsiteX18300" fmla="*/ 1846852 w 2947832"/>
              <a:gd name="connsiteY18300" fmla="*/ 493298 h 4821604"/>
              <a:gd name="connsiteX18301" fmla="*/ 1102733 w 2947832"/>
              <a:gd name="connsiteY18301" fmla="*/ 492931 h 4821604"/>
              <a:gd name="connsiteX18302" fmla="*/ 1118324 w 2947832"/>
              <a:gd name="connsiteY18302" fmla="*/ 492931 h 4821604"/>
              <a:gd name="connsiteX18303" fmla="*/ 1119999 w 2947832"/>
              <a:gd name="connsiteY18303" fmla="*/ 493873 h 4821604"/>
              <a:gd name="connsiteX18304" fmla="*/ 1127795 w 2947832"/>
              <a:gd name="connsiteY18304" fmla="*/ 507372 h 4821604"/>
              <a:gd name="connsiteX18305" fmla="*/ 1127795 w 2947832"/>
              <a:gd name="connsiteY18305" fmla="*/ 509308 h 4821604"/>
              <a:gd name="connsiteX18306" fmla="*/ 1119999 w 2947832"/>
              <a:gd name="connsiteY18306" fmla="*/ 522807 h 4821604"/>
              <a:gd name="connsiteX18307" fmla="*/ 1118324 w 2947832"/>
              <a:gd name="connsiteY18307" fmla="*/ 523748 h 4821604"/>
              <a:gd name="connsiteX18308" fmla="*/ 1102733 w 2947832"/>
              <a:gd name="connsiteY18308" fmla="*/ 523748 h 4821604"/>
              <a:gd name="connsiteX18309" fmla="*/ 1101058 w 2947832"/>
              <a:gd name="connsiteY18309" fmla="*/ 522807 h 4821604"/>
              <a:gd name="connsiteX18310" fmla="*/ 1093262 w 2947832"/>
              <a:gd name="connsiteY18310" fmla="*/ 509308 h 4821604"/>
              <a:gd name="connsiteX18311" fmla="*/ 1093262 w 2947832"/>
              <a:gd name="connsiteY18311" fmla="*/ 507372 h 4821604"/>
              <a:gd name="connsiteX18312" fmla="*/ 1101058 w 2947832"/>
              <a:gd name="connsiteY18312" fmla="*/ 493873 h 4821604"/>
              <a:gd name="connsiteX18313" fmla="*/ 1102733 w 2947832"/>
              <a:gd name="connsiteY18313" fmla="*/ 492931 h 4821604"/>
              <a:gd name="connsiteX18314" fmla="*/ 1019908 w 2947832"/>
              <a:gd name="connsiteY18314" fmla="*/ 492513 h 4821604"/>
              <a:gd name="connsiteX18315" fmla="*/ 1035866 w 2947832"/>
              <a:gd name="connsiteY18315" fmla="*/ 492513 h 4821604"/>
              <a:gd name="connsiteX18316" fmla="*/ 1037593 w 2947832"/>
              <a:gd name="connsiteY18316" fmla="*/ 493507 h 4821604"/>
              <a:gd name="connsiteX18317" fmla="*/ 1045546 w 2947832"/>
              <a:gd name="connsiteY18317" fmla="*/ 507320 h 4821604"/>
              <a:gd name="connsiteX18318" fmla="*/ 1045546 w 2947832"/>
              <a:gd name="connsiteY18318" fmla="*/ 509308 h 4821604"/>
              <a:gd name="connsiteX18319" fmla="*/ 1037593 w 2947832"/>
              <a:gd name="connsiteY18319" fmla="*/ 523122 h 4821604"/>
              <a:gd name="connsiteX18320" fmla="*/ 1035866 w 2947832"/>
              <a:gd name="connsiteY18320" fmla="*/ 524116 h 4821604"/>
              <a:gd name="connsiteX18321" fmla="*/ 1019908 w 2947832"/>
              <a:gd name="connsiteY18321" fmla="*/ 524116 h 4821604"/>
              <a:gd name="connsiteX18322" fmla="*/ 1018181 w 2947832"/>
              <a:gd name="connsiteY18322" fmla="*/ 523122 h 4821604"/>
              <a:gd name="connsiteX18323" fmla="*/ 1010228 w 2947832"/>
              <a:gd name="connsiteY18323" fmla="*/ 509308 h 4821604"/>
              <a:gd name="connsiteX18324" fmla="*/ 1010228 w 2947832"/>
              <a:gd name="connsiteY18324" fmla="*/ 507320 h 4821604"/>
              <a:gd name="connsiteX18325" fmla="*/ 1018181 w 2947832"/>
              <a:gd name="connsiteY18325" fmla="*/ 493507 h 4821604"/>
              <a:gd name="connsiteX18326" fmla="*/ 1019908 w 2947832"/>
              <a:gd name="connsiteY18326" fmla="*/ 492513 h 4821604"/>
              <a:gd name="connsiteX18327" fmla="*/ 1350476 w 2947832"/>
              <a:gd name="connsiteY18327" fmla="*/ 492460 h 4821604"/>
              <a:gd name="connsiteX18328" fmla="*/ 1366487 w 2947832"/>
              <a:gd name="connsiteY18328" fmla="*/ 492460 h 4821604"/>
              <a:gd name="connsiteX18329" fmla="*/ 1368213 w 2947832"/>
              <a:gd name="connsiteY18329" fmla="*/ 493454 h 4821604"/>
              <a:gd name="connsiteX18330" fmla="*/ 1376218 w 2947832"/>
              <a:gd name="connsiteY18330" fmla="*/ 507319 h 4821604"/>
              <a:gd name="connsiteX18331" fmla="*/ 1376218 w 2947832"/>
              <a:gd name="connsiteY18331" fmla="*/ 509308 h 4821604"/>
              <a:gd name="connsiteX18332" fmla="*/ 1368213 w 2947832"/>
              <a:gd name="connsiteY18332" fmla="*/ 523172 h 4821604"/>
              <a:gd name="connsiteX18333" fmla="*/ 1366487 w 2947832"/>
              <a:gd name="connsiteY18333" fmla="*/ 524167 h 4821604"/>
              <a:gd name="connsiteX18334" fmla="*/ 1350476 w 2947832"/>
              <a:gd name="connsiteY18334" fmla="*/ 524167 h 4821604"/>
              <a:gd name="connsiteX18335" fmla="*/ 1348749 w 2947832"/>
              <a:gd name="connsiteY18335" fmla="*/ 523172 h 4821604"/>
              <a:gd name="connsiteX18336" fmla="*/ 1340744 w 2947832"/>
              <a:gd name="connsiteY18336" fmla="*/ 509308 h 4821604"/>
              <a:gd name="connsiteX18337" fmla="*/ 1340744 w 2947832"/>
              <a:gd name="connsiteY18337" fmla="*/ 507319 h 4821604"/>
              <a:gd name="connsiteX18338" fmla="*/ 1348749 w 2947832"/>
              <a:gd name="connsiteY18338" fmla="*/ 493454 h 4821604"/>
              <a:gd name="connsiteX18339" fmla="*/ 1350476 w 2947832"/>
              <a:gd name="connsiteY18339" fmla="*/ 492460 h 4821604"/>
              <a:gd name="connsiteX18340" fmla="*/ 854519 w 2947832"/>
              <a:gd name="connsiteY18340" fmla="*/ 492460 h 4821604"/>
              <a:gd name="connsiteX18341" fmla="*/ 870529 w 2947832"/>
              <a:gd name="connsiteY18341" fmla="*/ 492460 h 4821604"/>
              <a:gd name="connsiteX18342" fmla="*/ 872255 w 2947832"/>
              <a:gd name="connsiteY18342" fmla="*/ 493455 h 4821604"/>
              <a:gd name="connsiteX18343" fmla="*/ 880261 w 2947832"/>
              <a:gd name="connsiteY18343" fmla="*/ 507320 h 4821604"/>
              <a:gd name="connsiteX18344" fmla="*/ 880261 w 2947832"/>
              <a:gd name="connsiteY18344" fmla="*/ 509309 h 4821604"/>
              <a:gd name="connsiteX18345" fmla="*/ 872255 w 2947832"/>
              <a:gd name="connsiteY18345" fmla="*/ 523172 h 4821604"/>
              <a:gd name="connsiteX18346" fmla="*/ 870529 w 2947832"/>
              <a:gd name="connsiteY18346" fmla="*/ 524167 h 4821604"/>
              <a:gd name="connsiteX18347" fmla="*/ 854519 w 2947832"/>
              <a:gd name="connsiteY18347" fmla="*/ 524167 h 4821604"/>
              <a:gd name="connsiteX18348" fmla="*/ 852792 w 2947832"/>
              <a:gd name="connsiteY18348" fmla="*/ 523172 h 4821604"/>
              <a:gd name="connsiteX18349" fmla="*/ 844786 w 2947832"/>
              <a:gd name="connsiteY18349" fmla="*/ 509309 h 4821604"/>
              <a:gd name="connsiteX18350" fmla="*/ 844786 w 2947832"/>
              <a:gd name="connsiteY18350" fmla="*/ 507320 h 4821604"/>
              <a:gd name="connsiteX18351" fmla="*/ 852792 w 2947832"/>
              <a:gd name="connsiteY18351" fmla="*/ 493455 h 4821604"/>
              <a:gd name="connsiteX18352" fmla="*/ 854519 w 2947832"/>
              <a:gd name="connsiteY18352" fmla="*/ 492460 h 4821604"/>
              <a:gd name="connsiteX18353" fmla="*/ 689025 w 2947832"/>
              <a:gd name="connsiteY18353" fmla="*/ 492042 h 4821604"/>
              <a:gd name="connsiteX18354" fmla="*/ 705454 w 2947832"/>
              <a:gd name="connsiteY18354" fmla="*/ 492042 h 4821604"/>
              <a:gd name="connsiteX18355" fmla="*/ 707233 w 2947832"/>
              <a:gd name="connsiteY18355" fmla="*/ 493037 h 4821604"/>
              <a:gd name="connsiteX18356" fmla="*/ 715447 w 2947832"/>
              <a:gd name="connsiteY18356" fmla="*/ 507268 h 4821604"/>
              <a:gd name="connsiteX18357" fmla="*/ 715447 w 2947832"/>
              <a:gd name="connsiteY18357" fmla="*/ 509309 h 4821604"/>
              <a:gd name="connsiteX18358" fmla="*/ 707233 w 2947832"/>
              <a:gd name="connsiteY18358" fmla="*/ 523540 h 4821604"/>
              <a:gd name="connsiteX18359" fmla="*/ 705454 w 2947832"/>
              <a:gd name="connsiteY18359" fmla="*/ 524534 h 4821604"/>
              <a:gd name="connsiteX18360" fmla="*/ 689025 w 2947832"/>
              <a:gd name="connsiteY18360" fmla="*/ 524534 h 4821604"/>
              <a:gd name="connsiteX18361" fmla="*/ 687246 w 2947832"/>
              <a:gd name="connsiteY18361" fmla="*/ 523540 h 4821604"/>
              <a:gd name="connsiteX18362" fmla="*/ 679031 w 2947832"/>
              <a:gd name="connsiteY18362" fmla="*/ 509309 h 4821604"/>
              <a:gd name="connsiteX18363" fmla="*/ 679031 w 2947832"/>
              <a:gd name="connsiteY18363" fmla="*/ 507268 h 4821604"/>
              <a:gd name="connsiteX18364" fmla="*/ 687246 w 2947832"/>
              <a:gd name="connsiteY18364" fmla="*/ 493037 h 4821604"/>
              <a:gd name="connsiteX18365" fmla="*/ 689025 w 2947832"/>
              <a:gd name="connsiteY18365" fmla="*/ 492042 h 4821604"/>
              <a:gd name="connsiteX18366" fmla="*/ 936506 w 2947832"/>
              <a:gd name="connsiteY18366" fmla="*/ 491205 h 4821604"/>
              <a:gd name="connsiteX18367" fmla="*/ 953825 w 2947832"/>
              <a:gd name="connsiteY18367" fmla="*/ 491205 h 4821604"/>
              <a:gd name="connsiteX18368" fmla="*/ 955656 w 2947832"/>
              <a:gd name="connsiteY18368" fmla="*/ 492250 h 4821604"/>
              <a:gd name="connsiteX18369" fmla="*/ 964289 w 2947832"/>
              <a:gd name="connsiteY18369" fmla="*/ 507215 h 4821604"/>
              <a:gd name="connsiteX18370" fmla="*/ 964289 w 2947832"/>
              <a:gd name="connsiteY18370" fmla="*/ 509361 h 4821604"/>
              <a:gd name="connsiteX18371" fmla="*/ 955656 w 2947832"/>
              <a:gd name="connsiteY18371" fmla="*/ 524326 h 4821604"/>
              <a:gd name="connsiteX18372" fmla="*/ 953825 w 2947832"/>
              <a:gd name="connsiteY18372" fmla="*/ 525371 h 4821604"/>
              <a:gd name="connsiteX18373" fmla="*/ 936506 w 2947832"/>
              <a:gd name="connsiteY18373" fmla="*/ 525371 h 4821604"/>
              <a:gd name="connsiteX18374" fmla="*/ 934675 w 2947832"/>
              <a:gd name="connsiteY18374" fmla="*/ 524326 h 4821604"/>
              <a:gd name="connsiteX18375" fmla="*/ 926042 w 2947832"/>
              <a:gd name="connsiteY18375" fmla="*/ 509361 h 4821604"/>
              <a:gd name="connsiteX18376" fmla="*/ 926042 w 2947832"/>
              <a:gd name="connsiteY18376" fmla="*/ 507215 h 4821604"/>
              <a:gd name="connsiteX18377" fmla="*/ 934675 w 2947832"/>
              <a:gd name="connsiteY18377" fmla="*/ 492250 h 4821604"/>
              <a:gd name="connsiteX18378" fmla="*/ 936506 w 2947832"/>
              <a:gd name="connsiteY18378" fmla="*/ 491205 h 4821604"/>
              <a:gd name="connsiteX18379" fmla="*/ 1266447 w 2947832"/>
              <a:gd name="connsiteY18379" fmla="*/ 489687 h 4821604"/>
              <a:gd name="connsiteX18380" fmla="*/ 1285231 w 2947832"/>
              <a:gd name="connsiteY18380" fmla="*/ 489687 h 4821604"/>
              <a:gd name="connsiteX18381" fmla="*/ 1287271 w 2947832"/>
              <a:gd name="connsiteY18381" fmla="*/ 490838 h 4821604"/>
              <a:gd name="connsiteX18382" fmla="*/ 1296689 w 2947832"/>
              <a:gd name="connsiteY18382" fmla="*/ 507110 h 4821604"/>
              <a:gd name="connsiteX18383" fmla="*/ 1296689 w 2947832"/>
              <a:gd name="connsiteY18383" fmla="*/ 509412 h 4821604"/>
              <a:gd name="connsiteX18384" fmla="*/ 1287271 w 2947832"/>
              <a:gd name="connsiteY18384" fmla="*/ 525684 h 4821604"/>
              <a:gd name="connsiteX18385" fmla="*/ 1285231 w 2947832"/>
              <a:gd name="connsiteY18385" fmla="*/ 526834 h 4821604"/>
              <a:gd name="connsiteX18386" fmla="*/ 1266447 w 2947832"/>
              <a:gd name="connsiteY18386" fmla="*/ 526834 h 4821604"/>
              <a:gd name="connsiteX18387" fmla="*/ 1264407 w 2947832"/>
              <a:gd name="connsiteY18387" fmla="*/ 525684 h 4821604"/>
              <a:gd name="connsiteX18388" fmla="*/ 1254989 w 2947832"/>
              <a:gd name="connsiteY18388" fmla="*/ 509412 h 4821604"/>
              <a:gd name="connsiteX18389" fmla="*/ 1254989 w 2947832"/>
              <a:gd name="connsiteY18389" fmla="*/ 507110 h 4821604"/>
              <a:gd name="connsiteX18390" fmla="*/ 1264407 w 2947832"/>
              <a:gd name="connsiteY18390" fmla="*/ 490838 h 4821604"/>
              <a:gd name="connsiteX18391" fmla="*/ 1266447 w 2947832"/>
              <a:gd name="connsiteY18391" fmla="*/ 489687 h 4821604"/>
              <a:gd name="connsiteX18392" fmla="*/ 1510528 w 2947832"/>
              <a:gd name="connsiteY18392" fmla="*/ 482100 h 4821604"/>
              <a:gd name="connsiteX18393" fmla="*/ 1537056 w 2947832"/>
              <a:gd name="connsiteY18393" fmla="*/ 482100 h 4821604"/>
              <a:gd name="connsiteX18394" fmla="*/ 1539881 w 2947832"/>
              <a:gd name="connsiteY18394" fmla="*/ 483724 h 4821604"/>
              <a:gd name="connsiteX18395" fmla="*/ 1553118 w 2947832"/>
              <a:gd name="connsiteY18395" fmla="*/ 506691 h 4821604"/>
              <a:gd name="connsiteX18396" fmla="*/ 1553118 w 2947832"/>
              <a:gd name="connsiteY18396" fmla="*/ 509989 h 4821604"/>
              <a:gd name="connsiteX18397" fmla="*/ 1539881 w 2947832"/>
              <a:gd name="connsiteY18397" fmla="*/ 532957 h 4821604"/>
              <a:gd name="connsiteX18398" fmla="*/ 1537056 w 2947832"/>
              <a:gd name="connsiteY18398" fmla="*/ 534580 h 4821604"/>
              <a:gd name="connsiteX18399" fmla="*/ 1510528 w 2947832"/>
              <a:gd name="connsiteY18399" fmla="*/ 534580 h 4821604"/>
              <a:gd name="connsiteX18400" fmla="*/ 1507703 w 2947832"/>
              <a:gd name="connsiteY18400" fmla="*/ 532957 h 4821604"/>
              <a:gd name="connsiteX18401" fmla="*/ 1494466 w 2947832"/>
              <a:gd name="connsiteY18401" fmla="*/ 509989 h 4821604"/>
              <a:gd name="connsiteX18402" fmla="*/ 1494466 w 2947832"/>
              <a:gd name="connsiteY18402" fmla="*/ 506691 h 4821604"/>
              <a:gd name="connsiteX18403" fmla="*/ 1507703 w 2947832"/>
              <a:gd name="connsiteY18403" fmla="*/ 483724 h 4821604"/>
              <a:gd name="connsiteX18404" fmla="*/ 1510528 w 2947832"/>
              <a:gd name="connsiteY18404" fmla="*/ 482100 h 4821604"/>
              <a:gd name="connsiteX18405" fmla="*/ 1427180 w 2947832"/>
              <a:gd name="connsiteY18405" fmla="*/ 480688 h 4821604"/>
              <a:gd name="connsiteX18406" fmla="*/ 1455067 w 2947832"/>
              <a:gd name="connsiteY18406" fmla="*/ 480688 h 4821604"/>
              <a:gd name="connsiteX18407" fmla="*/ 1458049 w 2947832"/>
              <a:gd name="connsiteY18407" fmla="*/ 482415 h 4821604"/>
              <a:gd name="connsiteX18408" fmla="*/ 1471967 w 2947832"/>
              <a:gd name="connsiteY18408" fmla="*/ 506535 h 4821604"/>
              <a:gd name="connsiteX18409" fmla="*/ 1471967 w 2947832"/>
              <a:gd name="connsiteY18409" fmla="*/ 509989 h 4821604"/>
              <a:gd name="connsiteX18410" fmla="*/ 1458049 w 2947832"/>
              <a:gd name="connsiteY18410" fmla="*/ 534108 h 4821604"/>
              <a:gd name="connsiteX18411" fmla="*/ 1455067 w 2947832"/>
              <a:gd name="connsiteY18411" fmla="*/ 535835 h 4821604"/>
              <a:gd name="connsiteX18412" fmla="*/ 1427180 w 2947832"/>
              <a:gd name="connsiteY18412" fmla="*/ 535835 h 4821604"/>
              <a:gd name="connsiteX18413" fmla="*/ 1424197 w 2947832"/>
              <a:gd name="connsiteY18413" fmla="*/ 534108 h 4821604"/>
              <a:gd name="connsiteX18414" fmla="*/ 1410280 w 2947832"/>
              <a:gd name="connsiteY18414" fmla="*/ 509989 h 4821604"/>
              <a:gd name="connsiteX18415" fmla="*/ 1410280 w 2947832"/>
              <a:gd name="connsiteY18415" fmla="*/ 506535 h 4821604"/>
              <a:gd name="connsiteX18416" fmla="*/ 1424197 w 2947832"/>
              <a:gd name="connsiteY18416" fmla="*/ 482415 h 4821604"/>
              <a:gd name="connsiteX18417" fmla="*/ 1427180 w 2947832"/>
              <a:gd name="connsiteY18417" fmla="*/ 480688 h 4821604"/>
              <a:gd name="connsiteX18418" fmla="*/ 2014700 w 2947832"/>
              <a:gd name="connsiteY18418" fmla="*/ 415599 h 4821604"/>
              <a:gd name="connsiteX18419" fmla="*/ 2024850 w 2947832"/>
              <a:gd name="connsiteY18419" fmla="*/ 415599 h 4821604"/>
              <a:gd name="connsiteX18420" fmla="*/ 2025949 w 2947832"/>
              <a:gd name="connsiteY18420" fmla="*/ 416227 h 4821604"/>
              <a:gd name="connsiteX18421" fmla="*/ 2031024 w 2947832"/>
              <a:gd name="connsiteY18421" fmla="*/ 425018 h 4821604"/>
              <a:gd name="connsiteX18422" fmla="*/ 2031024 w 2947832"/>
              <a:gd name="connsiteY18422" fmla="*/ 426273 h 4821604"/>
              <a:gd name="connsiteX18423" fmla="*/ 2025949 w 2947832"/>
              <a:gd name="connsiteY18423" fmla="*/ 435064 h 4821604"/>
              <a:gd name="connsiteX18424" fmla="*/ 2024850 w 2947832"/>
              <a:gd name="connsiteY18424" fmla="*/ 435692 h 4821604"/>
              <a:gd name="connsiteX18425" fmla="*/ 2014700 w 2947832"/>
              <a:gd name="connsiteY18425" fmla="*/ 435692 h 4821604"/>
              <a:gd name="connsiteX18426" fmla="*/ 2013601 w 2947832"/>
              <a:gd name="connsiteY18426" fmla="*/ 435064 h 4821604"/>
              <a:gd name="connsiteX18427" fmla="*/ 2008526 w 2947832"/>
              <a:gd name="connsiteY18427" fmla="*/ 426273 h 4821604"/>
              <a:gd name="connsiteX18428" fmla="*/ 2008526 w 2947832"/>
              <a:gd name="connsiteY18428" fmla="*/ 425018 h 4821604"/>
              <a:gd name="connsiteX18429" fmla="*/ 2013601 w 2947832"/>
              <a:gd name="connsiteY18429" fmla="*/ 416227 h 4821604"/>
              <a:gd name="connsiteX18430" fmla="*/ 2014700 w 2947832"/>
              <a:gd name="connsiteY18430" fmla="*/ 415599 h 4821604"/>
              <a:gd name="connsiteX18431" fmla="*/ 1683608 w 2947832"/>
              <a:gd name="connsiteY18431" fmla="*/ 414710 h 4821604"/>
              <a:gd name="connsiteX18432" fmla="*/ 1694648 w 2947832"/>
              <a:gd name="connsiteY18432" fmla="*/ 414710 h 4821604"/>
              <a:gd name="connsiteX18433" fmla="*/ 1695852 w 2947832"/>
              <a:gd name="connsiteY18433" fmla="*/ 415389 h 4821604"/>
              <a:gd name="connsiteX18434" fmla="*/ 1701398 w 2947832"/>
              <a:gd name="connsiteY18434" fmla="*/ 424965 h 4821604"/>
              <a:gd name="connsiteX18435" fmla="*/ 1701398 w 2947832"/>
              <a:gd name="connsiteY18435" fmla="*/ 426324 h 4821604"/>
              <a:gd name="connsiteX18436" fmla="*/ 1695852 w 2947832"/>
              <a:gd name="connsiteY18436" fmla="*/ 435899 h 4821604"/>
              <a:gd name="connsiteX18437" fmla="*/ 1694648 w 2947832"/>
              <a:gd name="connsiteY18437" fmla="*/ 436580 h 4821604"/>
              <a:gd name="connsiteX18438" fmla="*/ 1683608 w 2947832"/>
              <a:gd name="connsiteY18438" fmla="*/ 436580 h 4821604"/>
              <a:gd name="connsiteX18439" fmla="*/ 1682405 w 2947832"/>
              <a:gd name="connsiteY18439" fmla="*/ 435899 h 4821604"/>
              <a:gd name="connsiteX18440" fmla="*/ 1676859 w 2947832"/>
              <a:gd name="connsiteY18440" fmla="*/ 426324 h 4821604"/>
              <a:gd name="connsiteX18441" fmla="*/ 1676859 w 2947832"/>
              <a:gd name="connsiteY18441" fmla="*/ 424965 h 4821604"/>
              <a:gd name="connsiteX18442" fmla="*/ 1682405 w 2947832"/>
              <a:gd name="connsiteY18442" fmla="*/ 415389 h 4821604"/>
              <a:gd name="connsiteX18443" fmla="*/ 1683608 w 2947832"/>
              <a:gd name="connsiteY18443" fmla="*/ 414710 h 4821604"/>
              <a:gd name="connsiteX18444" fmla="*/ 1931405 w 2947832"/>
              <a:gd name="connsiteY18444" fmla="*/ 414395 h 4821604"/>
              <a:gd name="connsiteX18445" fmla="*/ 1942811 w 2947832"/>
              <a:gd name="connsiteY18445" fmla="*/ 414395 h 4821604"/>
              <a:gd name="connsiteX18446" fmla="*/ 1944014 w 2947832"/>
              <a:gd name="connsiteY18446" fmla="*/ 415075 h 4821604"/>
              <a:gd name="connsiteX18447" fmla="*/ 1949717 w 2947832"/>
              <a:gd name="connsiteY18447" fmla="*/ 424965 h 4821604"/>
              <a:gd name="connsiteX18448" fmla="*/ 1949717 w 2947832"/>
              <a:gd name="connsiteY18448" fmla="*/ 426377 h 4821604"/>
              <a:gd name="connsiteX18449" fmla="*/ 1944014 w 2947832"/>
              <a:gd name="connsiteY18449" fmla="*/ 436265 h 4821604"/>
              <a:gd name="connsiteX18450" fmla="*/ 1942811 w 2947832"/>
              <a:gd name="connsiteY18450" fmla="*/ 436946 h 4821604"/>
              <a:gd name="connsiteX18451" fmla="*/ 1931405 w 2947832"/>
              <a:gd name="connsiteY18451" fmla="*/ 436946 h 4821604"/>
              <a:gd name="connsiteX18452" fmla="*/ 1930201 w 2947832"/>
              <a:gd name="connsiteY18452" fmla="*/ 436265 h 4821604"/>
              <a:gd name="connsiteX18453" fmla="*/ 1924498 w 2947832"/>
              <a:gd name="connsiteY18453" fmla="*/ 426377 h 4821604"/>
              <a:gd name="connsiteX18454" fmla="*/ 1924498 w 2947832"/>
              <a:gd name="connsiteY18454" fmla="*/ 424965 h 4821604"/>
              <a:gd name="connsiteX18455" fmla="*/ 1930201 w 2947832"/>
              <a:gd name="connsiteY18455" fmla="*/ 415075 h 4821604"/>
              <a:gd name="connsiteX18456" fmla="*/ 1931405 w 2947832"/>
              <a:gd name="connsiteY18456" fmla="*/ 414395 h 4821604"/>
              <a:gd name="connsiteX18457" fmla="*/ 1351993 w 2947832"/>
              <a:gd name="connsiteY18457" fmla="*/ 412774 h 4821604"/>
              <a:gd name="connsiteX18458" fmla="*/ 1365073 w 2947832"/>
              <a:gd name="connsiteY18458" fmla="*/ 412774 h 4821604"/>
              <a:gd name="connsiteX18459" fmla="*/ 1366486 w 2947832"/>
              <a:gd name="connsiteY18459" fmla="*/ 413558 h 4821604"/>
              <a:gd name="connsiteX18460" fmla="*/ 1373026 w 2947832"/>
              <a:gd name="connsiteY18460" fmla="*/ 424860 h 4821604"/>
              <a:gd name="connsiteX18461" fmla="*/ 1373026 w 2947832"/>
              <a:gd name="connsiteY18461" fmla="*/ 426481 h 4821604"/>
              <a:gd name="connsiteX18462" fmla="*/ 1366486 w 2947832"/>
              <a:gd name="connsiteY18462" fmla="*/ 437783 h 4821604"/>
              <a:gd name="connsiteX18463" fmla="*/ 1365073 w 2947832"/>
              <a:gd name="connsiteY18463" fmla="*/ 438569 h 4821604"/>
              <a:gd name="connsiteX18464" fmla="*/ 1351993 w 2947832"/>
              <a:gd name="connsiteY18464" fmla="*/ 438569 h 4821604"/>
              <a:gd name="connsiteX18465" fmla="*/ 1350580 w 2947832"/>
              <a:gd name="connsiteY18465" fmla="*/ 437783 h 4821604"/>
              <a:gd name="connsiteX18466" fmla="*/ 1344040 w 2947832"/>
              <a:gd name="connsiteY18466" fmla="*/ 426481 h 4821604"/>
              <a:gd name="connsiteX18467" fmla="*/ 1344040 w 2947832"/>
              <a:gd name="connsiteY18467" fmla="*/ 424860 h 4821604"/>
              <a:gd name="connsiteX18468" fmla="*/ 1350580 w 2947832"/>
              <a:gd name="connsiteY18468" fmla="*/ 413558 h 4821604"/>
              <a:gd name="connsiteX18469" fmla="*/ 1351993 w 2947832"/>
              <a:gd name="connsiteY18469" fmla="*/ 412774 h 4821604"/>
              <a:gd name="connsiteX18470" fmla="*/ 1764812 w 2947832"/>
              <a:gd name="connsiteY18470" fmla="*/ 411780 h 4821604"/>
              <a:gd name="connsiteX18471" fmla="*/ 1778782 w 2947832"/>
              <a:gd name="connsiteY18471" fmla="*/ 411780 h 4821604"/>
              <a:gd name="connsiteX18472" fmla="*/ 1780300 w 2947832"/>
              <a:gd name="connsiteY18472" fmla="*/ 412669 h 4821604"/>
              <a:gd name="connsiteX18473" fmla="*/ 1787258 w 2947832"/>
              <a:gd name="connsiteY18473" fmla="*/ 424755 h 4821604"/>
              <a:gd name="connsiteX18474" fmla="*/ 1787258 w 2947832"/>
              <a:gd name="connsiteY18474" fmla="*/ 426481 h 4821604"/>
              <a:gd name="connsiteX18475" fmla="*/ 1780300 w 2947832"/>
              <a:gd name="connsiteY18475" fmla="*/ 438569 h 4821604"/>
              <a:gd name="connsiteX18476" fmla="*/ 1778782 w 2947832"/>
              <a:gd name="connsiteY18476" fmla="*/ 439457 h 4821604"/>
              <a:gd name="connsiteX18477" fmla="*/ 1764812 w 2947832"/>
              <a:gd name="connsiteY18477" fmla="*/ 439457 h 4821604"/>
              <a:gd name="connsiteX18478" fmla="*/ 1763295 w 2947832"/>
              <a:gd name="connsiteY18478" fmla="*/ 438569 h 4821604"/>
              <a:gd name="connsiteX18479" fmla="*/ 1756336 w 2947832"/>
              <a:gd name="connsiteY18479" fmla="*/ 426481 h 4821604"/>
              <a:gd name="connsiteX18480" fmla="*/ 1756336 w 2947832"/>
              <a:gd name="connsiteY18480" fmla="*/ 424755 h 4821604"/>
              <a:gd name="connsiteX18481" fmla="*/ 1763295 w 2947832"/>
              <a:gd name="connsiteY18481" fmla="*/ 412669 h 4821604"/>
              <a:gd name="connsiteX18482" fmla="*/ 1764812 w 2947832"/>
              <a:gd name="connsiteY18482" fmla="*/ 411780 h 4821604"/>
              <a:gd name="connsiteX18483" fmla="*/ 1847062 w 2947832"/>
              <a:gd name="connsiteY18483" fmla="*/ 411048 h 4821604"/>
              <a:gd name="connsiteX18484" fmla="*/ 1861816 w 2947832"/>
              <a:gd name="connsiteY18484" fmla="*/ 411048 h 4821604"/>
              <a:gd name="connsiteX18485" fmla="*/ 1863386 w 2947832"/>
              <a:gd name="connsiteY18485" fmla="*/ 411937 h 4821604"/>
              <a:gd name="connsiteX18486" fmla="*/ 1870763 w 2947832"/>
              <a:gd name="connsiteY18486" fmla="*/ 424755 h 4821604"/>
              <a:gd name="connsiteX18487" fmla="*/ 1870763 w 2947832"/>
              <a:gd name="connsiteY18487" fmla="*/ 426587 h 4821604"/>
              <a:gd name="connsiteX18488" fmla="*/ 1863386 w 2947832"/>
              <a:gd name="connsiteY18488" fmla="*/ 439406 h 4821604"/>
              <a:gd name="connsiteX18489" fmla="*/ 1861816 w 2947832"/>
              <a:gd name="connsiteY18489" fmla="*/ 440295 h 4821604"/>
              <a:gd name="connsiteX18490" fmla="*/ 1847062 w 2947832"/>
              <a:gd name="connsiteY18490" fmla="*/ 440295 h 4821604"/>
              <a:gd name="connsiteX18491" fmla="*/ 1845492 w 2947832"/>
              <a:gd name="connsiteY18491" fmla="*/ 439406 h 4821604"/>
              <a:gd name="connsiteX18492" fmla="*/ 1838114 w 2947832"/>
              <a:gd name="connsiteY18492" fmla="*/ 426587 h 4821604"/>
              <a:gd name="connsiteX18493" fmla="*/ 1838114 w 2947832"/>
              <a:gd name="connsiteY18493" fmla="*/ 424755 h 4821604"/>
              <a:gd name="connsiteX18494" fmla="*/ 1845492 w 2947832"/>
              <a:gd name="connsiteY18494" fmla="*/ 411937 h 4821604"/>
              <a:gd name="connsiteX18495" fmla="*/ 1847062 w 2947832"/>
              <a:gd name="connsiteY18495" fmla="*/ 411048 h 4821604"/>
              <a:gd name="connsiteX18496" fmla="*/ 772478 w 2947832"/>
              <a:gd name="connsiteY18496" fmla="*/ 411048 h 4821604"/>
              <a:gd name="connsiteX18497" fmla="*/ 787232 w 2947832"/>
              <a:gd name="connsiteY18497" fmla="*/ 411048 h 4821604"/>
              <a:gd name="connsiteX18498" fmla="*/ 788802 w 2947832"/>
              <a:gd name="connsiteY18498" fmla="*/ 411937 h 4821604"/>
              <a:gd name="connsiteX18499" fmla="*/ 796179 w 2947832"/>
              <a:gd name="connsiteY18499" fmla="*/ 424755 h 4821604"/>
              <a:gd name="connsiteX18500" fmla="*/ 796179 w 2947832"/>
              <a:gd name="connsiteY18500" fmla="*/ 426587 h 4821604"/>
              <a:gd name="connsiteX18501" fmla="*/ 788802 w 2947832"/>
              <a:gd name="connsiteY18501" fmla="*/ 439406 h 4821604"/>
              <a:gd name="connsiteX18502" fmla="*/ 787232 w 2947832"/>
              <a:gd name="connsiteY18502" fmla="*/ 440295 h 4821604"/>
              <a:gd name="connsiteX18503" fmla="*/ 772478 w 2947832"/>
              <a:gd name="connsiteY18503" fmla="*/ 440295 h 4821604"/>
              <a:gd name="connsiteX18504" fmla="*/ 770908 w 2947832"/>
              <a:gd name="connsiteY18504" fmla="*/ 439406 h 4821604"/>
              <a:gd name="connsiteX18505" fmla="*/ 763530 w 2947832"/>
              <a:gd name="connsiteY18505" fmla="*/ 426587 h 4821604"/>
              <a:gd name="connsiteX18506" fmla="*/ 763530 w 2947832"/>
              <a:gd name="connsiteY18506" fmla="*/ 424755 h 4821604"/>
              <a:gd name="connsiteX18507" fmla="*/ 770908 w 2947832"/>
              <a:gd name="connsiteY18507" fmla="*/ 411937 h 4821604"/>
              <a:gd name="connsiteX18508" fmla="*/ 772478 w 2947832"/>
              <a:gd name="connsiteY18508" fmla="*/ 411048 h 4821604"/>
              <a:gd name="connsiteX18509" fmla="*/ 1516284 w 2947832"/>
              <a:gd name="connsiteY18509" fmla="*/ 410786 h 4821604"/>
              <a:gd name="connsiteX18510" fmla="*/ 1531300 w 2947832"/>
              <a:gd name="connsiteY18510" fmla="*/ 410786 h 4821604"/>
              <a:gd name="connsiteX18511" fmla="*/ 1532922 w 2947832"/>
              <a:gd name="connsiteY18511" fmla="*/ 411728 h 4821604"/>
              <a:gd name="connsiteX18512" fmla="*/ 1540456 w 2947832"/>
              <a:gd name="connsiteY18512" fmla="*/ 424755 h 4821604"/>
              <a:gd name="connsiteX18513" fmla="*/ 1540456 w 2947832"/>
              <a:gd name="connsiteY18513" fmla="*/ 426638 h 4821604"/>
              <a:gd name="connsiteX18514" fmla="*/ 1532922 w 2947832"/>
              <a:gd name="connsiteY18514" fmla="*/ 439668 h 4821604"/>
              <a:gd name="connsiteX18515" fmla="*/ 1531300 w 2947832"/>
              <a:gd name="connsiteY18515" fmla="*/ 440609 h 4821604"/>
              <a:gd name="connsiteX18516" fmla="*/ 1516284 w 2947832"/>
              <a:gd name="connsiteY18516" fmla="*/ 440609 h 4821604"/>
              <a:gd name="connsiteX18517" fmla="*/ 1514662 w 2947832"/>
              <a:gd name="connsiteY18517" fmla="*/ 439668 h 4821604"/>
              <a:gd name="connsiteX18518" fmla="*/ 1507127 w 2947832"/>
              <a:gd name="connsiteY18518" fmla="*/ 426638 h 4821604"/>
              <a:gd name="connsiteX18519" fmla="*/ 1507127 w 2947832"/>
              <a:gd name="connsiteY18519" fmla="*/ 424755 h 4821604"/>
              <a:gd name="connsiteX18520" fmla="*/ 1514662 w 2947832"/>
              <a:gd name="connsiteY18520" fmla="*/ 411728 h 4821604"/>
              <a:gd name="connsiteX18521" fmla="*/ 1516284 w 2947832"/>
              <a:gd name="connsiteY18521" fmla="*/ 410786 h 4821604"/>
              <a:gd name="connsiteX18522" fmla="*/ 1268070 w 2947832"/>
              <a:gd name="connsiteY18522" fmla="*/ 410262 h 4821604"/>
              <a:gd name="connsiteX18523" fmla="*/ 1283661 w 2947832"/>
              <a:gd name="connsiteY18523" fmla="*/ 410262 h 4821604"/>
              <a:gd name="connsiteX18524" fmla="*/ 1285336 w 2947832"/>
              <a:gd name="connsiteY18524" fmla="*/ 411205 h 4821604"/>
              <a:gd name="connsiteX18525" fmla="*/ 1293132 w 2947832"/>
              <a:gd name="connsiteY18525" fmla="*/ 424703 h 4821604"/>
              <a:gd name="connsiteX18526" fmla="*/ 1293132 w 2947832"/>
              <a:gd name="connsiteY18526" fmla="*/ 426640 h 4821604"/>
              <a:gd name="connsiteX18527" fmla="*/ 1285336 w 2947832"/>
              <a:gd name="connsiteY18527" fmla="*/ 440139 h 4821604"/>
              <a:gd name="connsiteX18528" fmla="*/ 1283661 w 2947832"/>
              <a:gd name="connsiteY18528" fmla="*/ 441080 h 4821604"/>
              <a:gd name="connsiteX18529" fmla="*/ 1268070 w 2947832"/>
              <a:gd name="connsiteY18529" fmla="*/ 441080 h 4821604"/>
              <a:gd name="connsiteX18530" fmla="*/ 1266395 w 2947832"/>
              <a:gd name="connsiteY18530" fmla="*/ 440139 h 4821604"/>
              <a:gd name="connsiteX18531" fmla="*/ 1258599 w 2947832"/>
              <a:gd name="connsiteY18531" fmla="*/ 426640 h 4821604"/>
              <a:gd name="connsiteX18532" fmla="*/ 1258599 w 2947832"/>
              <a:gd name="connsiteY18532" fmla="*/ 424703 h 4821604"/>
              <a:gd name="connsiteX18533" fmla="*/ 1266395 w 2947832"/>
              <a:gd name="connsiteY18533" fmla="*/ 411205 h 4821604"/>
              <a:gd name="connsiteX18534" fmla="*/ 1268070 w 2947832"/>
              <a:gd name="connsiteY18534" fmla="*/ 410262 h 4821604"/>
              <a:gd name="connsiteX18535" fmla="*/ 1598638 w 2947832"/>
              <a:gd name="connsiteY18535" fmla="*/ 410212 h 4821604"/>
              <a:gd name="connsiteX18536" fmla="*/ 1614282 w 2947832"/>
              <a:gd name="connsiteY18536" fmla="*/ 410212 h 4821604"/>
              <a:gd name="connsiteX18537" fmla="*/ 1615956 w 2947832"/>
              <a:gd name="connsiteY18537" fmla="*/ 411153 h 4821604"/>
              <a:gd name="connsiteX18538" fmla="*/ 1623752 w 2947832"/>
              <a:gd name="connsiteY18538" fmla="*/ 424703 h 4821604"/>
              <a:gd name="connsiteX18539" fmla="*/ 1623752 w 2947832"/>
              <a:gd name="connsiteY18539" fmla="*/ 426640 h 4821604"/>
              <a:gd name="connsiteX18540" fmla="*/ 1615956 w 2947832"/>
              <a:gd name="connsiteY18540" fmla="*/ 440190 h 4821604"/>
              <a:gd name="connsiteX18541" fmla="*/ 1614282 w 2947832"/>
              <a:gd name="connsiteY18541" fmla="*/ 441133 h 4821604"/>
              <a:gd name="connsiteX18542" fmla="*/ 1598638 w 2947832"/>
              <a:gd name="connsiteY18542" fmla="*/ 441133 h 4821604"/>
              <a:gd name="connsiteX18543" fmla="*/ 1596963 w 2947832"/>
              <a:gd name="connsiteY18543" fmla="*/ 440190 h 4821604"/>
              <a:gd name="connsiteX18544" fmla="*/ 1589167 w 2947832"/>
              <a:gd name="connsiteY18544" fmla="*/ 426640 h 4821604"/>
              <a:gd name="connsiteX18545" fmla="*/ 1589167 w 2947832"/>
              <a:gd name="connsiteY18545" fmla="*/ 424703 h 4821604"/>
              <a:gd name="connsiteX18546" fmla="*/ 1596963 w 2947832"/>
              <a:gd name="connsiteY18546" fmla="*/ 411153 h 4821604"/>
              <a:gd name="connsiteX18547" fmla="*/ 1598638 w 2947832"/>
              <a:gd name="connsiteY18547" fmla="*/ 410212 h 4821604"/>
              <a:gd name="connsiteX18548" fmla="*/ 1433354 w 2947832"/>
              <a:gd name="connsiteY18548" fmla="*/ 410212 h 4821604"/>
              <a:gd name="connsiteX18549" fmla="*/ 1448998 w 2947832"/>
              <a:gd name="connsiteY18549" fmla="*/ 410212 h 4821604"/>
              <a:gd name="connsiteX18550" fmla="*/ 1450672 w 2947832"/>
              <a:gd name="connsiteY18550" fmla="*/ 411153 h 4821604"/>
              <a:gd name="connsiteX18551" fmla="*/ 1458468 w 2947832"/>
              <a:gd name="connsiteY18551" fmla="*/ 424703 h 4821604"/>
              <a:gd name="connsiteX18552" fmla="*/ 1458468 w 2947832"/>
              <a:gd name="connsiteY18552" fmla="*/ 426640 h 4821604"/>
              <a:gd name="connsiteX18553" fmla="*/ 1450672 w 2947832"/>
              <a:gd name="connsiteY18553" fmla="*/ 440190 h 4821604"/>
              <a:gd name="connsiteX18554" fmla="*/ 1448998 w 2947832"/>
              <a:gd name="connsiteY18554" fmla="*/ 441133 h 4821604"/>
              <a:gd name="connsiteX18555" fmla="*/ 1433354 w 2947832"/>
              <a:gd name="connsiteY18555" fmla="*/ 441133 h 4821604"/>
              <a:gd name="connsiteX18556" fmla="*/ 1431679 w 2947832"/>
              <a:gd name="connsiteY18556" fmla="*/ 440190 h 4821604"/>
              <a:gd name="connsiteX18557" fmla="*/ 1423883 w 2947832"/>
              <a:gd name="connsiteY18557" fmla="*/ 426640 h 4821604"/>
              <a:gd name="connsiteX18558" fmla="*/ 1423883 w 2947832"/>
              <a:gd name="connsiteY18558" fmla="*/ 424703 h 4821604"/>
              <a:gd name="connsiteX18559" fmla="*/ 1431679 w 2947832"/>
              <a:gd name="connsiteY18559" fmla="*/ 411153 h 4821604"/>
              <a:gd name="connsiteX18560" fmla="*/ 1433354 w 2947832"/>
              <a:gd name="connsiteY18560" fmla="*/ 410212 h 4821604"/>
              <a:gd name="connsiteX18561" fmla="*/ 1185296 w 2947832"/>
              <a:gd name="connsiteY18561" fmla="*/ 410054 h 4821604"/>
              <a:gd name="connsiteX18562" fmla="*/ 1201045 w 2947832"/>
              <a:gd name="connsiteY18562" fmla="*/ 410054 h 4821604"/>
              <a:gd name="connsiteX18563" fmla="*/ 1202719 w 2947832"/>
              <a:gd name="connsiteY18563" fmla="*/ 411048 h 4821604"/>
              <a:gd name="connsiteX18564" fmla="*/ 1210568 w 2947832"/>
              <a:gd name="connsiteY18564" fmla="*/ 424652 h 4821604"/>
              <a:gd name="connsiteX18565" fmla="*/ 1210568 w 2947832"/>
              <a:gd name="connsiteY18565" fmla="*/ 426587 h 4821604"/>
              <a:gd name="connsiteX18566" fmla="*/ 1202719 w 2947832"/>
              <a:gd name="connsiteY18566" fmla="*/ 440190 h 4821604"/>
              <a:gd name="connsiteX18567" fmla="*/ 1201045 w 2947832"/>
              <a:gd name="connsiteY18567" fmla="*/ 441184 h 4821604"/>
              <a:gd name="connsiteX18568" fmla="*/ 1185296 w 2947832"/>
              <a:gd name="connsiteY18568" fmla="*/ 441184 h 4821604"/>
              <a:gd name="connsiteX18569" fmla="*/ 1183622 w 2947832"/>
              <a:gd name="connsiteY18569" fmla="*/ 440190 h 4821604"/>
              <a:gd name="connsiteX18570" fmla="*/ 1175773 w 2947832"/>
              <a:gd name="connsiteY18570" fmla="*/ 426587 h 4821604"/>
              <a:gd name="connsiteX18571" fmla="*/ 1175773 w 2947832"/>
              <a:gd name="connsiteY18571" fmla="*/ 424652 h 4821604"/>
              <a:gd name="connsiteX18572" fmla="*/ 1183622 w 2947832"/>
              <a:gd name="connsiteY18572" fmla="*/ 411048 h 4821604"/>
              <a:gd name="connsiteX18573" fmla="*/ 1185296 w 2947832"/>
              <a:gd name="connsiteY18573" fmla="*/ 410054 h 4821604"/>
              <a:gd name="connsiteX18574" fmla="*/ 936872 w 2947832"/>
              <a:gd name="connsiteY18574" fmla="*/ 409164 h 4821604"/>
              <a:gd name="connsiteX18575" fmla="*/ 953511 w 2947832"/>
              <a:gd name="connsiteY18575" fmla="*/ 409164 h 4821604"/>
              <a:gd name="connsiteX18576" fmla="*/ 955290 w 2947832"/>
              <a:gd name="connsiteY18576" fmla="*/ 410210 h 4821604"/>
              <a:gd name="connsiteX18577" fmla="*/ 963609 w 2947832"/>
              <a:gd name="connsiteY18577" fmla="*/ 424598 h 4821604"/>
              <a:gd name="connsiteX18578" fmla="*/ 963609 w 2947832"/>
              <a:gd name="connsiteY18578" fmla="*/ 426638 h 4821604"/>
              <a:gd name="connsiteX18579" fmla="*/ 955290 w 2947832"/>
              <a:gd name="connsiteY18579" fmla="*/ 441028 h 4821604"/>
              <a:gd name="connsiteX18580" fmla="*/ 953511 w 2947832"/>
              <a:gd name="connsiteY18580" fmla="*/ 442073 h 4821604"/>
              <a:gd name="connsiteX18581" fmla="*/ 936872 w 2947832"/>
              <a:gd name="connsiteY18581" fmla="*/ 442073 h 4821604"/>
              <a:gd name="connsiteX18582" fmla="*/ 935093 w 2947832"/>
              <a:gd name="connsiteY18582" fmla="*/ 441028 h 4821604"/>
              <a:gd name="connsiteX18583" fmla="*/ 926774 w 2947832"/>
              <a:gd name="connsiteY18583" fmla="*/ 426638 h 4821604"/>
              <a:gd name="connsiteX18584" fmla="*/ 926774 w 2947832"/>
              <a:gd name="connsiteY18584" fmla="*/ 424598 h 4821604"/>
              <a:gd name="connsiteX18585" fmla="*/ 935093 w 2947832"/>
              <a:gd name="connsiteY18585" fmla="*/ 410210 h 4821604"/>
              <a:gd name="connsiteX18586" fmla="*/ 936872 w 2947832"/>
              <a:gd name="connsiteY18586" fmla="*/ 409164 h 4821604"/>
              <a:gd name="connsiteX18587" fmla="*/ 1102052 w 2947832"/>
              <a:gd name="connsiteY18587" fmla="*/ 408954 h 4821604"/>
              <a:gd name="connsiteX18588" fmla="*/ 1118900 w 2947832"/>
              <a:gd name="connsiteY18588" fmla="*/ 408954 h 4821604"/>
              <a:gd name="connsiteX18589" fmla="*/ 1120679 w 2947832"/>
              <a:gd name="connsiteY18589" fmla="*/ 410000 h 4821604"/>
              <a:gd name="connsiteX18590" fmla="*/ 1129102 w 2947832"/>
              <a:gd name="connsiteY18590" fmla="*/ 424598 h 4821604"/>
              <a:gd name="connsiteX18591" fmla="*/ 1129102 w 2947832"/>
              <a:gd name="connsiteY18591" fmla="*/ 426691 h 4821604"/>
              <a:gd name="connsiteX18592" fmla="*/ 1120679 w 2947832"/>
              <a:gd name="connsiteY18592" fmla="*/ 441289 h 4821604"/>
              <a:gd name="connsiteX18593" fmla="*/ 1118900 w 2947832"/>
              <a:gd name="connsiteY18593" fmla="*/ 442336 h 4821604"/>
              <a:gd name="connsiteX18594" fmla="*/ 1102052 w 2947832"/>
              <a:gd name="connsiteY18594" fmla="*/ 442336 h 4821604"/>
              <a:gd name="connsiteX18595" fmla="*/ 1100273 w 2947832"/>
              <a:gd name="connsiteY18595" fmla="*/ 441289 h 4821604"/>
              <a:gd name="connsiteX18596" fmla="*/ 1091849 w 2947832"/>
              <a:gd name="connsiteY18596" fmla="*/ 426691 h 4821604"/>
              <a:gd name="connsiteX18597" fmla="*/ 1091849 w 2947832"/>
              <a:gd name="connsiteY18597" fmla="*/ 424598 h 4821604"/>
              <a:gd name="connsiteX18598" fmla="*/ 1100273 w 2947832"/>
              <a:gd name="connsiteY18598" fmla="*/ 410000 h 4821604"/>
              <a:gd name="connsiteX18599" fmla="*/ 1102052 w 2947832"/>
              <a:gd name="connsiteY18599" fmla="*/ 408954 h 4821604"/>
              <a:gd name="connsiteX18600" fmla="*/ 1019332 w 2947832"/>
              <a:gd name="connsiteY18600" fmla="*/ 408746 h 4821604"/>
              <a:gd name="connsiteX18601" fmla="*/ 1036441 w 2947832"/>
              <a:gd name="connsiteY18601" fmla="*/ 408746 h 4821604"/>
              <a:gd name="connsiteX18602" fmla="*/ 1038273 w 2947832"/>
              <a:gd name="connsiteY18602" fmla="*/ 409792 h 4821604"/>
              <a:gd name="connsiteX18603" fmla="*/ 1046801 w 2947832"/>
              <a:gd name="connsiteY18603" fmla="*/ 424598 h 4821604"/>
              <a:gd name="connsiteX18604" fmla="*/ 1046801 w 2947832"/>
              <a:gd name="connsiteY18604" fmla="*/ 426691 h 4821604"/>
              <a:gd name="connsiteX18605" fmla="*/ 1038273 w 2947832"/>
              <a:gd name="connsiteY18605" fmla="*/ 441498 h 4821604"/>
              <a:gd name="connsiteX18606" fmla="*/ 1036441 w 2947832"/>
              <a:gd name="connsiteY18606" fmla="*/ 442546 h 4821604"/>
              <a:gd name="connsiteX18607" fmla="*/ 1019332 w 2947832"/>
              <a:gd name="connsiteY18607" fmla="*/ 442546 h 4821604"/>
              <a:gd name="connsiteX18608" fmla="*/ 1017501 w 2947832"/>
              <a:gd name="connsiteY18608" fmla="*/ 441498 h 4821604"/>
              <a:gd name="connsiteX18609" fmla="*/ 1008972 w 2947832"/>
              <a:gd name="connsiteY18609" fmla="*/ 426691 h 4821604"/>
              <a:gd name="connsiteX18610" fmla="*/ 1008972 w 2947832"/>
              <a:gd name="connsiteY18610" fmla="*/ 424598 h 4821604"/>
              <a:gd name="connsiteX18611" fmla="*/ 1017501 w 2947832"/>
              <a:gd name="connsiteY18611" fmla="*/ 409792 h 4821604"/>
              <a:gd name="connsiteX18612" fmla="*/ 1019332 w 2947832"/>
              <a:gd name="connsiteY18612" fmla="*/ 408746 h 4821604"/>
              <a:gd name="connsiteX18613" fmla="*/ 853891 w 2947832"/>
              <a:gd name="connsiteY18613" fmla="*/ 408484 h 4821604"/>
              <a:gd name="connsiteX18614" fmla="*/ 871209 w 2947832"/>
              <a:gd name="connsiteY18614" fmla="*/ 408484 h 4821604"/>
              <a:gd name="connsiteX18615" fmla="*/ 873093 w 2947832"/>
              <a:gd name="connsiteY18615" fmla="*/ 409582 h 4821604"/>
              <a:gd name="connsiteX18616" fmla="*/ 881778 w 2947832"/>
              <a:gd name="connsiteY18616" fmla="*/ 424598 h 4821604"/>
              <a:gd name="connsiteX18617" fmla="*/ 881778 w 2947832"/>
              <a:gd name="connsiteY18617" fmla="*/ 426743 h 4821604"/>
              <a:gd name="connsiteX18618" fmla="*/ 873093 w 2947832"/>
              <a:gd name="connsiteY18618" fmla="*/ 441761 h 4821604"/>
              <a:gd name="connsiteX18619" fmla="*/ 871209 w 2947832"/>
              <a:gd name="connsiteY18619" fmla="*/ 442859 h 4821604"/>
              <a:gd name="connsiteX18620" fmla="*/ 853891 w 2947832"/>
              <a:gd name="connsiteY18620" fmla="*/ 442859 h 4821604"/>
              <a:gd name="connsiteX18621" fmla="*/ 852007 w 2947832"/>
              <a:gd name="connsiteY18621" fmla="*/ 441761 h 4821604"/>
              <a:gd name="connsiteX18622" fmla="*/ 843322 w 2947832"/>
              <a:gd name="connsiteY18622" fmla="*/ 426743 h 4821604"/>
              <a:gd name="connsiteX18623" fmla="*/ 843322 w 2947832"/>
              <a:gd name="connsiteY18623" fmla="*/ 424598 h 4821604"/>
              <a:gd name="connsiteX18624" fmla="*/ 852007 w 2947832"/>
              <a:gd name="connsiteY18624" fmla="*/ 409582 h 4821604"/>
              <a:gd name="connsiteX18625" fmla="*/ 853891 w 2947832"/>
              <a:gd name="connsiteY18625" fmla="*/ 408484 h 4821604"/>
              <a:gd name="connsiteX18626" fmla="*/ 687298 w 2947832"/>
              <a:gd name="connsiteY18626" fmla="*/ 406025 h 4821604"/>
              <a:gd name="connsiteX18627" fmla="*/ 707180 w 2947832"/>
              <a:gd name="connsiteY18627" fmla="*/ 406025 h 4821604"/>
              <a:gd name="connsiteX18628" fmla="*/ 709326 w 2947832"/>
              <a:gd name="connsiteY18628" fmla="*/ 407228 h 4821604"/>
              <a:gd name="connsiteX18629" fmla="*/ 719267 w 2947832"/>
              <a:gd name="connsiteY18629" fmla="*/ 424442 h 4821604"/>
              <a:gd name="connsiteX18630" fmla="*/ 719267 w 2947832"/>
              <a:gd name="connsiteY18630" fmla="*/ 426901 h 4821604"/>
              <a:gd name="connsiteX18631" fmla="*/ 709326 w 2947832"/>
              <a:gd name="connsiteY18631" fmla="*/ 444115 h 4821604"/>
              <a:gd name="connsiteX18632" fmla="*/ 707180 w 2947832"/>
              <a:gd name="connsiteY18632" fmla="*/ 445318 h 4821604"/>
              <a:gd name="connsiteX18633" fmla="*/ 687298 w 2947832"/>
              <a:gd name="connsiteY18633" fmla="*/ 445318 h 4821604"/>
              <a:gd name="connsiteX18634" fmla="*/ 685153 w 2947832"/>
              <a:gd name="connsiteY18634" fmla="*/ 444115 h 4821604"/>
              <a:gd name="connsiteX18635" fmla="*/ 675212 w 2947832"/>
              <a:gd name="connsiteY18635" fmla="*/ 426901 h 4821604"/>
              <a:gd name="connsiteX18636" fmla="*/ 675212 w 2947832"/>
              <a:gd name="connsiteY18636" fmla="*/ 424442 h 4821604"/>
              <a:gd name="connsiteX18637" fmla="*/ 685153 w 2947832"/>
              <a:gd name="connsiteY18637" fmla="*/ 407228 h 4821604"/>
              <a:gd name="connsiteX18638" fmla="*/ 687298 w 2947832"/>
              <a:gd name="connsiteY18638" fmla="*/ 406025 h 4821604"/>
              <a:gd name="connsiteX18639" fmla="*/ 2015485 w 2947832"/>
              <a:gd name="connsiteY18639" fmla="*/ 334550 h 4821604"/>
              <a:gd name="connsiteX18640" fmla="*/ 2024014 w 2947832"/>
              <a:gd name="connsiteY18640" fmla="*/ 334550 h 4821604"/>
              <a:gd name="connsiteX18641" fmla="*/ 2024903 w 2947832"/>
              <a:gd name="connsiteY18641" fmla="*/ 335073 h 4821604"/>
              <a:gd name="connsiteX18642" fmla="*/ 2029141 w 2947832"/>
              <a:gd name="connsiteY18642" fmla="*/ 342451 h 4821604"/>
              <a:gd name="connsiteX18643" fmla="*/ 2029141 w 2947832"/>
              <a:gd name="connsiteY18643" fmla="*/ 343497 h 4821604"/>
              <a:gd name="connsiteX18644" fmla="*/ 2024903 w 2947832"/>
              <a:gd name="connsiteY18644" fmla="*/ 350874 h 4821604"/>
              <a:gd name="connsiteX18645" fmla="*/ 2024014 w 2947832"/>
              <a:gd name="connsiteY18645" fmla="*/ 351398 h 4821604"/>
              <a:gd name="connsiteX18646" fmla="*/ 2015485 w 2947832"/>
              <a:gd name="connsiteY18646" fmla="*/ 351398 h 4821604"/>
              <a:gd name="connsiteX18647" fmla="*/ 2014596 w 2947832"/>
              <a:gd name="connsiteY18647" fmla="*/ 350874 h 4821604"/>
              <a:gd name="connsiteX18648" fmla="*/ 2010358 w 2947832"/>
              <a:gd name="connsiteY18648" fmla="*/ 343497 h 4821604"/>
              <a:gd name="connsiteX18649" fmla="*/ 2010358 w 2947832"/>
              <a:gd name="connsiteY18649" fmla="*/ 342451 h 4821604"/>
              <a:gd name="connsiteX18650" fmla="*/ 2014596 w 2947832"/>
              <a:gd name="connsiteY18650" fmla="*/ 335073 h 4821604"/>
              <a:gd name="connsiteX18651" fmla="*/ 2015485 w 2947832"/>
              <a:gd name="connsiteY18651" fmla="*/ 334550 h 4821604"/>
              <a:gd name="connsiteX18652" fmla="*/ 1683608 w 2947832"/>
              <a:gd name="connsiteY18652" fmla="*/ 332039 h 4821604"/>
              <a:gd name="connsiteX18653" fmla="*/ 1694700 w 2947832"/>
              <a:gd name="connsiteY18653" fmla="*/ 332039 h 4821604"/>
              <a:gd name="connsiteX18654" fmla="*/ 1695904 w 2947832"/>
              <a:gd name="connsiteY18654" fmla="*/ 332719 h 4821604"/>
              <a:gd name="connsiteX18655" fmla="*/ 1701450 w 2947832"/>
              <a:gd name="connsiteY18655" fmla="*/ 342346 h 4821604"/>
              <a:gd name="connsiteX18656" fmla="*/ 1701450 w 2947832"/>
              <a:gd name="connsiteY18656" fmla="*/ 343707 h 4821604"/>
              <a:gd name="connsiteX18657" fmla="*/ 1695904 w 2947832"/>
              <a:gd name="connsiteY18657" fmla="*/ 353334 h 4821604"/>
              <a:gd name="connsiteX18658" fmla="*/ 1694700 w 2947832"/>
              <a:gd name="connsiteY18658" fmla="*/ 354015 h 4821604"/>
              <a:gd name="connsiteX18659" fmla="*/ 1683608 w 2947832"/>
              <a:gd name="connsiteY18659" fmla="*/ 354015 h 4821604"/>
              <a:gd name="connsiteX18660" fmla="*/ 1682405 w 2947832"/>
              <a:gd name="connsiteY18660" fmla="*/ 353334 h 4821604"/>
              <a:gd name="connsiteX18661" fmla="*/ 1676859 w 2947832"/>
              <a:gd name="connsiteY18661" fmla="*/ 343707 h 4821604"/>
              <a:gd name="connsiteX18662" fmla="*/ 1676859 w 2947832"/>
              <a:gd name="connsiteY18662" fmla="*/ 342346 h 4821604"/>
              <a:gd name="connsiteX18663" fmla="*/ 1682405 w 2947832"/>
              <a:gd name="connsiteY18663" fmla="*/ 332719 h 4821604"/>
              <a:gd name="connsiteX18664" fmla="*/ 1683608 w 2947832"/>
              <a:gd name="connsiteY18664" fmla="*/ 332039 h 4821604"/>
              <a:gd name="connsiteX18665" fmla="*/ 1931509 w 2947832"/>
              <a:gd name="connsiteY18665" fmla="*/ 331987 h 4821604"/>
              <a:gd name="connsiteX18666" fmla="*/ 1942654 w 2947832"/>
              <a:gd name="connsiteY18666" fmla="*/ 331987 h 4821604"/>
              <a:gd name="connsiteX18667" fmla="*/ 1943857 w 2947832"/>
              <a:gd name="connsiteY18667" fmla="*/ 332667 h 4821604"/>
              <a:gd name="connsiteX18668" fmla="*/ 1949404 w 2947832"/>
              <a:gd name="connsiteY18668" fmla="*/ 342294 h 4821604"/>
              <a:gd name="connsiteX18669" fmla="*/ 1949404 w 2947832"/>
              <a:gd name="connsiteY18669" fmla="*/ 343655 h 4821604"/>
              <a:gd name="connsiteX18670" fmla="*/ 1943857 w 2947832"/>
              <a:gd name="connsiteY18670" fmla="*/ 353282 h 4821604"/>
              <a:gd name="connsiteX18671" fmla="*/ 1942654 w 2947832"/>
              <a:gd name="connsiteY18671" fmla="*/ 353962 h 4821604"/>
              <a:gd name="connsiteX18672" fmla="*/ 1931509 w 2947832"/>
              <a:gd name="connsiteY18672" fmla="*/ 353962 h 4821604"/>
              <a:gd name="connsiteX18673" fmla="*/ 1930306 w 2947832"/>
              <a:gd name="connsiteY18673" fmla="*/ 353282 h 4821604"/>
              <a:gd name="connsiteX18674" fmla="*/ 1924760 w 2947832"/>
              <a:gd name="connsiteY18674" fmla="*/ 343655 h 4821604"/>
              <a:gd name="connsiteX18675" fmla="*/ 1924760 w 2947832"/>
              <a:gd name="connsiteY18675" fmla="*/ 342294 h 4821604"/>
              <a:gd name="connsiteX18676" fmla="*/ 1930306 w 2947832"/>
              <a:gd name="connsiteY18676" fmla="*/ 332667 h 4821604"/>
              <a:gd name="connsiteX18677" fmla="*/ 1931509 w 2947832"/>
              <a:gd name="connsiteY18677" fmla="*/ 331987 h 4821604"/>
              <a:gd name="connsiteX18678" fmla="*/ 1269587 w 2947832"/>
              <a:gd name="connsiteY18678" fmla="*/ 330626 h 4821604"/>
              <a:gd name="connsiteX18679" fmla="*/ 1282092 w 2947832"/>
              <a:gd name="connsiteY18679" fmla="*/ 330626 h 4821604"/>
              <a:gd name="connsiteX18680" fmla="*/ 1283452 w 2947832"/>
              <a:gd name="connsiteY18680" fmla="*/ 331412 h 4821604"/>
              <a:gd name="connsiteX18681" fmla="*/ 1289678 w 2947832"/>
              <a:gd name="connsiteY18681" fmla="*/ 342242 h 4821604"/>
              <a:gd name="connsiteX18682" fmla="*/ 1289678 w 2947832"/>
              <a:gd name="connsiteY18682" fmla="*/ 343812 h 4821604"/>
              <a:gd name="connsiteX18683" fmla="*/ 1283452 w 2947832"/>
              <a:gd name="connsiteY18683" fmla="*/ 354642 h 4821604"/>
              <a:gd name="connsiteX18684" fmla="*/ 1282092 w 2947832"/>
              <a:gd name="connsiteY18684" fmla="*/ 355427 h 4821604"/>
              <a:gd name="connsiteX18685" fmla="*/ 1269587 w 2947832"/>
              <a:gd name="connsiteY18685" fmla="*/ 355427 h 4821604"/>
              <a:gd name="connsiteX18686" fmla="*/ 1268227 w 2947832"/>
              <a:gd name="connsiteY18686" fmla="*/ 354642 h 4821604"/>
              <a:gd name="connsiteX18687" fmla="*/ 1262000 w 2947832"/>
              <a:gd name="connsiteY18687" fmla="*/ 343812 h 4821604"/>
              <a:gd name="connsiteX18688" fmla="*/ 1262000 w 2947832"/>
              <a:gd name="connsiteY18688" fmla="*/ 342242 h 4821604"/>
              <a:gd name="connsiteX18689" fmla="*/ 1268227 w 2947832"/>
              <a:gd name="connsiteY18689" fmla="*/ 331412 h 4821604"/>
              <a:gd name="connsiteX18690" fmla="*/ 1269587 w 2947832"/>
              <a:gd name="connsiteY18690" fmla="*/ 330626 h 4821604"/>
              <a:gd name="connsiteX18691" fmla="*/ 1352151 w 2947832"/>
              <a:gd name="connsiteY18691" fmla="*/ 330418 h 4821604"/>
              <a:gd name="connsiteX18692" fmla="*/ 1364865 w 2947832"/>
              <a:gd name="connsiteY18692" fmla="*/ 330418 h 4821604"/>
              <a:gd name="connsiteX18693" fmla="*/ 1366225 w 2947832"/>
              <a:gd name="connsiteY18693" fmla="*/ 331202 h 4821604"/>
              <a:gd name="connsiteX18694" fmla="*/ 1372556 w 2947832"/>
              <a:gd name="connsiteY18694" fmla="*/ 342190 h 4821604"/>
              <a:gd name="connsiteX18695" fmla="*/ 1372556 w 2947832"/>
              <a:gd name="connsiteY18695" fmla="*/ 343760 h 4821604"/>
              <a:gd name="connsiteX18696" fmla="*/ 1366225 w 2947832"/>
              <a:gd name="connsiteY18696" fmla="*/ 354747 h 4821604"/>
              <a:gd name="connsiteX18697" fmla="*/ 1364865 w 2947832"/>
              <a:gd name="connsiteY18697" fmla="*/ 355531 h 4821604"/>
              <a:gd name="connsiteX18698" fmla="*/ 1352151 w 2947832"/>
              <a:gd name="connsiteY18698" fmla="*/ 355531 h 4821604"/>
              <a:gd name="connsiteX18699" fmla="*/ 1350790 w 2947832"/>
              <a:gd name="connsiteY18699" fmla="*/ 354747 h 4821604"/>
              <a:gd name="connsiteX18700" fmla="*/ 1344459 w 2947832"/>
              <a:gd name="connsiteY18700" fmla="*/ 343760 h 4821604"/>
              <a:gd name="connsiteX18701" fmla="*/ 1344459 w 2947832"/>
              <a:gd name="connsiteY18701" fmla="*/ 342190 h 4821604"/>
              <a:gd name="connsiteX18702" fmla="*/ 1350790 w 2947832"/>
              <a:gd name="connsiteY18702" fmla="*/ 331202 h 4821604"/>
              <a:gd name="connsiteX18703" fmla="*/ 1352151 w 2947832"/>
              <a:gd name="connsiteY18703" fmla="*/ 330418 h 4821604"/>
              <a:gd name="connsiteX18704" fmla="*/ 1104041 w 2947832"/>
              <a:gd name="connsiteY18704" fmla="*/ 330208 h 4821604"/>
              <a:gd name="connsiteX18705" fmla="*/ 1116965 w 2947832"/>
              <a:gd name="connsiteY18705" fmla="*/ 330208 h 4821604"/>
              <a:gd name="connsiteX18706" fmla="*/ 1118325 w 2947832"/>
              <a:gd name="connsiteY18706" fmla="*/ 330994 h 4821604"/>
              <a:gd name="connsiteX18707" fmla="*/ 1124760 w 2947832"/>
              <a:gd name="connsiteY18707" fmla="*/ 342190 h 4821604"/>
              <a:gd name="connsiteX18708" fmla="*/ 1124760 w 2947832"/>
              <a:gd name="connsiteY18708" fmla="*/ 343813 h 4821604"/>
              <a:gd name="connsiteX18709" fmla="*/ 1118325 w 2947832"/>
              <a:gd name="connsiteY18709" fmla="*/ 355009 h 4821604"/>
              <a:gd name="connsiteX18710" fmla="*/ 1116965 w 2947832"/>
              <a:gd name="connsiteY18710" fmla="*/ 355793 h 4821604"/>
              <a:gd name="connsiteX18711" fmla="*/ 1104041 w 2947832"/>
              <a:gd name="connsiteY18711" fmla="*/ 355793 h 4821604"/>
              <a:gd name="connsiteX18712" fmla="*/ 1102681 w 2947832"/>
              <a:gd name="connsiteY18712" fmla="*/ 355009 h 4821604"/>
              <a:gd name="connsiteX18713" fmla="*/ 1096245 w 2947832"/>
              <a:gd name="connsiteY18713" fmla="*/ 343813 h 4821604"/>
              <a:gd name="connsiteX18714" fmla="*/ 1096245 w 2947832"/>
              <a:gd name="connsiteY18714" fmla="*/ 342190 h 4821604"/>
              <a:gd name="connsiteX18715" fmla="*/ 1102681 w 2947832"/>
              <a:gd name="connsiteY18715" fmla="*/ 330994 h 4821604"/>
              <a:gd name="connsiteX18716" fmla="*/ 1104041 w 2947832"/>
              <a:gd name="connsiteY18716" fmla="*/ 330208 h 4821604"/>
              <a:gd name="connsiteX18717" fmla="*/ 1599737 w 2947832"/>
              <a:gd name="connsiteY18717" fmla="*/ 329737 h 4821604"/>
              <a:gd name="connsiteX18718" fmla="*/ 1613079 w 2947832"/>
              <a:gd name="connsiteY18718" fmla="*/ 329737 h 4821604"/>
              <a:gd name="connsiteX18719" fmla="*/ 1614492 w 2947832"/>
              <a:gd name="connsiteY18719" fmla="*/ 330574 h 4821604"/>
              <a:gd name="connsiteX18720" fmla="*/ 1621189 w 2947832"/>
              <a:gd name="connsiteY18720" fmla="*/ 342137 h 4821604"/>
              <a:gd name="connsiteX18721" fmla="*/ 1621189 w 2947832"/>
              <a:gd name="connsiteY18721" fmla="*/ 343812 h 4821604"/>
              <a:gd name="connsiteX18722" fmla="*/ 1614492 w 2947832"/>
              <a:gd name="connsiteY18722" fmla="*/ 355375 h 4821604"/>
              <a:gd name="connsiteX18723" fmla="*/ 1613079 w 2947832"/>
              <a:gd name="connsiteY18723" fmla="*/ 356212 h 4821604"/>
              <a:gd name="connsiteX18724" fmla="*/ 1599737 w 2947832"/>
              <a:gd name="connsiteY18724" fmla="*/ 356212 h 4821604"/>
              <a:gd name="connsiteX18725" fmla="*/ 1598324 w 2947832"/>
              <a:gd name="connsiteY18725" fmla="*/ 355375 h 4821604"/>
              <a:gd name="connsiteX18726" fmla="*/ 1591627 w 2947832"/>
              <a:gd name="connsiteY18726" fmla="*/ 343812 h 4821604"/>
              <a:gd name="connsiteX18727" fmla="*/ 1591627 w 2947832"/>
              <a:gd name="connsiteY18727" fmla="*/ 342137 h 4821604"/>
              <a:gd name="connsiteX18728" fmla="*/ 1598324 w 2947832"/>
              <a:gd name="connsiteY18728" fmla="*/ 330574 h 4821604"/>
              <a:gd name="connsiteX18729" fmla="*/ 1599737 w 2947832"/>
              <a:gd name="connsiteY18729" fmla="*/ 329737 h 4821604"/>
              <a:gd name="connsiteX18730" fmla="*/ 773158 w 2947832"/>
              <a:gd name="connsiteY18730" fmla="*/ 329633 h 4821604"/>
              <a:gd name="connsiteX18731" fmla="*/ 786657 w 2947832"/>
              <a:gd name="connsiteY18731" fmla="*/ 329633 h 4821604"/>
              <a:gd name="connsiteX18732" fmla="*/ 788122 w 2947832"/>
              <a:gd name="connsiteY18732" fmla="*/ 330470 h 4821604"/>
              <a:gd name="connsiteX18733" fmla="*/ 794871 w 2947832"/>
              <a:gd name="connsiteY18733" fmla="*/ 342190 h 4821604"/>
              <a:gd name="connsiteX18734" fmla="*/ 794871 w 2947832"/>
              <a:gd name="connsiteY18734" fmla="*/ 343865 h 4821604"/>
              <a:gd name="connsiteX18735" fmla="*/ 788122 w 2947832"/>
              <a:gd name="connsiteY18735" fmla="*/ 355585 h 4821604"/>
              <a:gd name="connsiteX18736" fmla="*/ 786657 w 2947832"/>
              <a:gd name="connsiteY18736" fmla="*/ 356422 h 4821604"/>
              <a:gd name="connsiteX18737" fmla="*/ 773158 w 2947832"/>
              <a:gd name="connsiteY18737" fmla="*/ 356422 h 4821604"/>
              <a:gd name="connsiteX18738" fmla="*/ 771693 w 2947832"/>
              <a:gd name="connsiteY18738" fmla="*/ 355585 h 4821604"/>
              <a:gd name="connsiteX18739" fmla="*/ 764943 w 2947832"/>
              <a:gd name="connsiteY18739" fmla="*/ 343865 h 4821604"/>
              <a:gd name="connsiteX18740" fmla="*/ 764943 w 2947832"/>
              <a:gd name="connsiteY18740" fmla="*/ 342190 h 4821604"/>
              <a:gd name="connsiteX18741" fmla="*/ 771693 w 2947832"/>
              <a:gd name="connsiteY18741" fmla="*/ 330470 h 4821604"/>
              <a:gd name="connsiteX18742" fmla="*/ 773158 w 2947832"/>
              <a:gd name="connsiteY18742" fmla="*/ 329633 h 4821604"/>
              <a:gd name="connsiteX18743" fmla="*/ 1186395 w 2947832"/>
              <a:gd name="connsiteY18743" fmla="*/ 329581 h 4821604"/>
              <a:gd name="connsiteX18744" fmla="*/ 1199946 w 2947832"/>
              <a:gd name="connsiteY18744" fmla="*/ 329581 h 4821604"/>
              <a:gd name="connsiteX18745" fmla="*/ 1201411 w 2947832"/>
              <a:gd name="connsiteY18745" fmla="*/ 330418 h 4821604"/>
              <a:gd name="connsiteX18746" fmla="*/ 1208213 w 2947832"/>
              <a:gd name="connsiteY18746" fmla="*/ 342137 h 4821604"/>
              <a:gd name="connsiteX18747" fmla="*/ 1208213 w 2947832"/>
              <a:gd name="connsiteY18747" fmla="*/ 343813 h 4821604"/>
              <a:gd name="connsiteX18748" fmla="*/ 1201411 w 2947832"/>
              <a:gd name="connsiteY18748" fmla="*/ 355533 h 4821604"/>
              <a:gd name="connsiteX18749" fmla="*/ 1199946 w 2947832"/>
              <a:gd name="connsiteY18749" fmla="*/ 356370 h 4821604"/>
              <a:gd name="connsiteX18750" fmla="*/ 1186395 w 2947832"/>
              <a:gd name="connsiteY18750" fmla="*/ 356370 h 4821604"/>
              <a:gd name="connsiteX18751" fmla="*/ 1184930 w 2947832"/>
              <a:gd name="connsiteY18751" fmla="*/ 355533 h 4821604"/>
              <a:gd name="connsiteX18752" fmla="*/ 1178128 w 2947832"/>
              <a:gd name="connsiteY18752" fmla="*/ 343813 h 4821604"/>
              <a:gd name="connsiteX18753" fmla="*/ 1178128 w 2947832"/>
              <a:gd name="connsiteY18753" fmla="*/ 342137 h 4821604"/>
              <a:gd name="connsiteX18754" fmla="*/ 1184930 w 2947832"/>
              <a:gd name="connsiteY18754" fmla="*/ 330418 h 4821604"/>
              <a:gd name="connsiteX18755" fmla="*/ 1186395 w 2947832"/>
              <a:gd name="connsiteY18755" fmla="*/ 329581 h 4821604"/>
              <a:gd name="connsiteX18756" fmla="*/ 1434191 w 2947832"/>
              <a:gd name="connsiteY18756" fmla="*/ 329161 h 4821604"/>
              <a:gd name="connsiteX18757" fmla="*/ 1448161 w 2947832"/>
              <a:gd name="connsiteY18757" fmla="*/ 329161 h 4821604"/>
              <a:gd name="connsiteX18758" fmla="*/ 1449679 w 2947832"/>
              <a:gd name="connsiteY18758" fmla="*/ 330050 h 4821604"/>
              <a:gd name="connsiteX18759" fmla="*/ 1456637 w 2947832"/>
              <a:gd name="connsiteY18759" fmla="*/ 342137 h 4821604"/>
              <a:gd name="connsiteX18760" fmla="*/ 1456637 w 2947832"/>
              <a:gd name="connsiteY18760" fmla="*/ 343863 h 4821604"/>
              <a:gd name="connsiteX18761" fmla="*/ 1449679 w 2947832"/>
              <a:gd name="connsiteY18761" fmla="*/ 355951 h 4821604"/>
              <a:gd name="connsiteX18762" fmla="*/ 1448161 w 2947832"/>
              <a:gd name="connsiteY18762" fmla="*/ 356839 h 4821604"/>
              <a:gd name="connsiteX18763" fmla="*/ 1434191 w 2947832"/>
              <a:gd name="connsiteY18763" fmla="*/ 356839 h 4821604"/>
              <a:gd name="connsiteX18764" fmla="*/ 1432674 w 2947832"/>
              <a:gd name="connsiteY18764" fmla="*/ 355951 h 4821604"/>
              <a:gd name="connsiteX18765" fmla="*/ 1425715 w 2947832"/>
              <a:gd name="connsiteY18765" fmla="*/ 343863 h 4821604"/>
              <a:gd name="connsiteX18766" fmla="*/ 1425715 w 2947832"/>
              <a:gd name="connsiteY18766" fmla="*/ 342137 h 4821604"/>
              <a:gd name="connsiteX18767" fmla="*/ 1432674 w 2947832"/>
              <a:gd name="connsiteY18767" fmla="*/ 330050 h 4821604"/>
              <a:gd name="connsiteX18768" fmla="*/ 1434191 w 2947832"/>
              <a:gd name="connsiteY18768" fmla="*/ 329161 h 4821604"/>
              <a:gd name="connsiteX18769" fmla="*/ 1020901 w 2947832"/>
              <a:gd name="connsiteY18769" fmla="*/ 329161 h 4821604"/>
              <a:gd name="connsiteX18770" fmla="*/ 1034871 w 2947832"/>
              <a:gd name="connsiteY18770" fmla="*/ 329161 h 4821604"/>
              <a:gd name="connsiteX18771" fmla="*/ 1036389 w 2947832"/>
              <a:gd name="connsiteY18771" fmla="*/ 330050 h 4821604"/>
              <a:gd name="connsiteX18772" fmla="*/ 1043347 w 2947832"/>
              <a:gd name="connsiteY18772" fmla="*/ 342138 h 4821604"/>
              <a:gd name="connsiteX18773" fmla="*/ 1043347 w 2947832"/>
              <a:gd name="connsiteY18773" fmla="*/ 343863 h 4821604"/>
              <a:gd name="connsiteX18774" fmla="*/ 1036389 w 2947832"/>
              <a:gd name="connsiteY18774" fmla="*/ 355951 h 4821604"/>
              <a:gd name="connsiteX18775" fmla="*/ 1034871 w 2947832"/>
              <a:gd name="connsiteY18775" fmla="*/ 356840 h 4821604"/>
              <a:gd name="connsiteX18776" fmla="*/ 1020901 w 2947832"/>
              <a:gd name="connsiteY18776" fmla="*/ 356840 h 4821604"/>
              <a:gd name="connsiteX18777" fmla="*/ 1019384 w 2947832"/>
              <a:gd name="connsiteY18777" fmla="*/ 355951 h 4821604"/>
              <a:gd name="connsiteX18778" fmla="*/ 1012425 w 2947832"/>
              <a:gd name="connsiteY18778" fmla="*/ 343863 h 4821604"/>
              <a:gd name="connsiteX18779" fmla="*/ 1012425 w 2947832"/>
              <a:gd name="connsiteY18779" fmla="*/ 342138 h 4821604"/>
              <a:gd name="connsiteX18780" fmla="*/ 1019384 w 2947832"/>
              <a:gd name="connsiteY18780" fmla="*/ 330050 h 4821604"/>
              <a:gd name="connsiteX18781" fmla="*/ 1020901 w 2947832"/>
              <a:gd name="connsiteY18781" fmla="*/ 329161 h 4821604"/>
              <a:gd name="connsiteX18782" fmla="*/ 1764602 w 2947832"/>
              <a:gd name="connsiteY18782" fmla="*/ 328743 h 4821604"/>
              <a:gd name="connsiteX18783" fmla="*/ 1779043 w 2947832"/>
              <a:gd name="connsiteY18783" fmla="*/ 328743 h 4821604"/>
              <a:gd name="connsiteX18784" fmla="*/ 1780613 w 2947832"/>
              <a:gd name="connsiteY18784" fmla="*/ 329632 h 4821604"/>
              <a:gd name="connsiteX18785" fmla="*/ 1787833 w 2947832"/>
              <a:gd name="connsiteY18785" fmla="*/ 342137 h 4821604"/>
              <a:gd name="connsiteX18786" fmla="*/ 1787833 w 2947832"/>
              <a:gd name="connsiteY18786" fmla="*/ 343916 h 4821604"/>
              <a:gd name="connsiteX18787" fmla="*/ 1780613 w 2947832"/>
              <a:gd name="connsiteY18787" fmla="*/ 356421 h 4821604"/>
              <a:gd name="connsiteX18788" fmla="*/ 1779043 w 2947832"/>
              <a:gd name="connsiteY18788" fmla="*/ 357311 h 4821604"/>
              <a:gd name="connsiteX18789" fmla="*/ 1764602 w 2947832"/>
              <a:gd name="connsiteY18789" fmla="*/ 357311 h 4821604"/>
              <a:gd name="connsiteX18790" fmla="*/ 1763033 w 2947832"/>
              <a:gd name="connsiteY18790" fmla="*/ 356421 h 4821604"/>
              <a:gd name="connsiteX18791" fmla="*/ 1755812 w 2947832"/>
              <a:gd name="connsiteY18791" fmla="*/ 343916 h 4821604"/>
              <a:gd name="connsiteX18792" fmla="*/ 1755812 w 2947832"/>
              <a:gd name="connsiteY18792" fmla="*/ 342137 h 4821604"/>
              <a:gd name="connsiteX18793" fmla="*/ 1763033 w 2947832"/>
              <a:gd name="connsiteY18793" fmla="*/ 329632 h 4821604"/>
              <a:gd name="connsiteX18794" fmla="*/ 1764602 w 2947832"/>
              <a:gd name="connsiteY18794" fmla="*/ 328743 h 4821604"/>
              <a:gd name="connsiteX18795" fmla="*/ 689809 w 2947832"/>
              <a:gd name="connsiteY18795" fmla="*/ 328378 h 4821604"/>
              <a:gd name="connsiteX18796" fmla="*/ 704564 w 2947832"/>
              <a:gd name="connsiteY18796" fmla="*/ 328378 h 4821604"/>
              <a:gd name="connsiteX18797" fmla="*/ 706134 w 2947832"/>
              <a:gd name="connsiteY18797" fmla="*/ 329267 h 4821604"/>
              <a:gd name="connsiteX18798" fmla="*/ 713511 w 2947832"/>
              <a:gd name="connsiteY18798" fmla="*/ 342086 h 4821604"/>
              <a:gd name="connsiteX18799" fmla="*/ 713511 w 2947832"/>
              <a:gd name="connsiteY18799" fmla="*/ 343918 h 4821604"/>
              <a:gd name="connsiteX18800" fmla="*/ 706134 w 2947832"/>
              <a:gd name="connsiteY18800" fmla="*/ 356736 h 4821604"/>
              <a:gd name="connsiteX18801" fmla="*/ 704564 w 2947832"/>
              <a:gd name="connsiteY18801" fmla="*/ 357626 h 4821604"/>
              <a:gd name="connsiteX18802" fmla="*/ 689809 w 2947832"/>
              <a:gd name="connsiteY18802" fmla="*/ 357626 h 4821604"/>
              <a:gd name="connsiteX18803" fmla="*/ 688240 w 2947832"/>
              <a:gd name="connsiteY18803" fmla="*/ 356736 h 4821604"/>
              <a:gd name="connsiteX18804" fmla="*/ 680862 w 2947832"/>
              <a:gd name="connsiteY18804" fmla="*/ 343918 h 4821604"/>
              <a:gd name="connsiteX18805" fmla="*/ 680862 w 2947832"/>
              <a:gd name="connsiteY18805" fmla="*/ 342086 h 4821604"/>
              <a:gd name="connsiteX18806" fmla="*/ 688240 w 2947832"/>
              <a:gd name="connsiteY18806" fmla="*/ 329267 h 4821604"/>
              <a:gd name="connsiteX18807" fmla="*/ 689809 w 2947832"/>
              <a:gd name="connsiteY18807" fmla="*/ 328378 h 4821604"/>
              <a:gd name="connsiteX18808" fmla="*/ 1516389 w 2947832"/>
              <a:gd name="connsiteY18808" fmla="*/ 328377 h 4821604"/>
              <a:gd name="connsiteX18809" fmla="*/ 1531143 w 2947832"/>
              <a:gd name="connsiteY18809" fmla="*/ 328377 h 4821604"/>
              <a:gd name="connsiteX18810" fmla="*/ 1532713 w 2947832"/>
              <a:gd name="connsiteY18810" fmla="*/ 329266 h 4821604"/>
              <a:gd name="connsiteX18811" fmla="*/ 1540090 w 2947832"/>
              <a:gd name="connsiteY18811" fmla="*/ 342085 h 4821604"/>
              <a:gd name="connsiteX18812" fmla="*/ 1540090 w 2947832"/>
              <a:gd name="connsiteY18812" fmla="*/ 343917 h 4821604"/>
              <a:gd name="connsiteX18813" fmla="*/ 1532713 w 2947832"/>
              <a:gd name="connsiteY18813" fmla="*/ 356735 h 4821604"/>
              <a:gd name="connsiteX18814" fmla="*/ 1531143 w 2947832"/>
              <a:gd name="connsiteY18814" fmla="*/ 357626 h 4821604"/>
              <a:gd name="connsiteX18815" fmla="*/ 1516389 w 2947832"/>
              <a:gd name="connsiteY18815" fmla="*/ 357626 h 4821604"/>
              <a:gd name="connsiteX18816" fmla="*/ 1514819 w 2947832"/>
              <a:gd name="connsiteY18816" fmla="*/ 356735 h 4821604"/>
              <a:gd name="connsiteX18817" fmla="*/ 1507441 w 2947832"/>
              <a:gd name="connsiteY18817" fmla="*/ 343917 h 4821604"/>
              <a:gd name="connsiteX18818" fmla="*/ 1507441 w 2947832"/>
              <a:gd name="connsiteY18818" fmla="*/ 342085 h 4821604"/>
              <a:gd name="connsiteX18819" fmla="*/ 1514819 w 2947832"/>
              <a:gd name="connsiteY18819" fmla="*/ 329266 h 4821604"/>
              <a:gd name="connsiteX18820" fmla="*/ 1516389 w 2947832"/>
              <a:gd name="connsiteY18820" fmla="*/ 328377 h 4821604"/>
              <a:gd name="connsiteX18821" fmla="*/ 854623 w 2947832"/>
              <a:gd name="connsiteY18821" fmla="*/ 327331 h 4821604"/>
              <a:gd name="connsiteX18822" fmla="*/ 870477 w 2947832"/>
              <a:gd name="connsiteY18822" fmla="*/ 327331 h 4821604"/>
              <a:gd name="connsiteX18823" fmla="*/ 872151 w 2947832"/>
              <a:gd name="connsiteY18823" fmla="*/ 328325 h 4821604"/>
              <a:gd name="connsiteX18824" fmla="*/ 880052 w 2947832"/>
              <a:gd name="connsiteY18824" fmla="*/ 342033 h 4821604"/>
              <a:gd name="connsiteX18825" fmla="*/ 880052 w 2947832"/>
              <a:gd name="connsiteY18825" fmla="*/ 343969 h 4821604"/>
              <a:gd name="connsiteX18826" fmla="*/ 872151 w 2947832"/>
              <a:gd name="connsiteY18826" fmla="*/ 357678 h 4821604"/>
              <a:gd name="connsiteX18827" fmla="*/ 870477 w 2947832"/>
              <a:gd name="connsiteY18827" fmla="*/ 358672 h 4821604"/>
              <a:gd name="connsiteX18828" fmla="*/ 854623 w 2947832"/>
              <a:gd name="connsiteY18828" fmla="*/ 358672 h 4821604"/>
              <a:gd name="connsiteX18829" fmla="*/ 852949 w 2947832"/>
              <a:gd name="connsiteY18829" fmla="*/ 357678 h 4821604"/>
              <a:gd name="connsiteX18830" fmla="*/ 845048 w 2947832"/>
              <a:gd name="connsiteY18830" fmla="*/ 343969 h 4821604"/>
              <a:gd name="connsiteX18831" fmla="*/ 845048 w 2947832"/>
              <a:gd name="connsiteY18831" fmla="*/ 342033 h 4821604"/>
              <a:gd name="connsiteX18832" fmla="*/ 852949 w 2947832"/>
              <a:gd name="connsiteY18832" fmla="*/ 328325 h 4821604"/>
              <a:gd name="connsiteX18833" fmla="*/ 854623 w 2947832"/>
              <a:gd name="connsiteY18833" fmla="*/ 327331 h 4821604"/>
              <a:gd name="connsiteX18834" fmla="*/ 1846433 w 2947832"/>
              <a:gd name="connsiteY18834" fmla="*/ 327173 h 4821604"/>
              <a:gd name="connsiteX18835" fmla="*/ 1862392 w 2947832"/>
              <a:gd name="connsiteY18835" fmla="*/ 327173 h 4821604"/>
              <a:gd name="connsiteX18836" fmla="*/ 1864118 w 2947832"/>
              <a:gd name="connsiteY18836" fmla="*/ 328167 h 4821604"/>
              <a:gd name="connsiteX18837" fmla="*/ 1872123 w 2947832"/>
              <a:gd name="connsiteY18837" fmla="*/ 342032 h 4821604"/>
              <a:gd name="connsiteX18838" fmla="*/ 1872123 w 2947832"/>
              <a:gd name="connsiteY18838" fmla="*/ 344021 h 4821604"/>
              <a:gd name="connsiteX18839" fmla="*/ 1864118 w 2947832"/>
              <a:gd name="connsiteY18839" fmla="*/ 357886 h 4821604"/>
              <a:gd name="connsiteX18840" fmla="*/ 1862392 w 2947832"/>
              <a:gd name="connsiteY18840" fmla="*/ 358880 h 4821604"/>
              <a:gd name="connsiteX18841" fmla="*/ 1846433 w 2947832"/>
              <a:gd name="connsiteY18841" fmla="*/ 358880 h 4821604"/>
              <a:gd name="connsiteX18842" fmla="*/ 1844707 w 2947832"/>
              <a:gd name="connsiteY18842" fmla="*/ 357886 h 4821604"/>
              <a:gd name="connsiteX18843" fmla="*/ 1836701 w 2947832"/>
              <a:gd name="connsiteY18843" fmla="*/ 344021 h 4821604"/>
              <a:gd name="connsiteX18844" fmla="*/ 1836701 w 2947832"/>
              <a:gd name="connsiteY18844" fmla="*/ 342032 h 4821604"/>
              <a:gd name="connsiteX18845" fmla="*/ 1844707 w 2947832"/>
              <a:gd name="connsiteY18845" fmla="*/ 328167 h 4821604"/>
              <a:gd name="connsiteX18846" fmla="*/ 1846433 w 2947832"/>
              <a:gd name="connsiteY18846" fmla="*/ 327173 h 4821604"/>
              <a:gd name="connsiteX18847" fmla="*/ 936716 w 2947832"/>
              <a:gd name="connsiteY18847" fmla="*/ 326179 h 4821604"/>
              <a:gd name="connsiteX18848" fmla="*/ 953720 w 2947832"/>
              <a:gd name="connsiteY18848" fmla="*/ 326179 h 4821604"/>
              <a:gd name="connsiteX18849" fmla="*/ 955552 w 2947832"/>
              <a:gd name="connsiteY18849" fmla="*/ 327225 h 4821604"/>
              <a:gd name="connsiteX18850" fmla="*/ 964028 w 2947832"/>
              <a:gd name="connsiteY18850" fmla="*/ 341928 h 4821604"/>
              <a:gd name="connsiteX18851" fmla="*/ 964028 w 2947832"/>
              <a:gd name="connsiteY18851" fmla="*/ 344022 h 4821604"/>
              <a:gd name="connsiteX18852" fmla="*/ 955552 w 2947832"/>
              <a:gd name="connsiteY18852" fmla="*/ 358724 h 4821604"/>
              <a:gd name="connsiteX18853" fmla="*/ 953720 w 2947832"/>
              <a:gd name="connsiteY18853" fmla="*/ 359771 h 4821604"/>
              <a:gd name="connsiteX18854" fmla="*/ 936716 w 2947832"/>
              <a:gd name="connsiteY18854" fmla="*/ 359771 h 4821604"/>
              <a:gd name="connsiteX18855" fmla="*/ 934885 w 2947832"/>
              <a:gd name="connsiteY18855" fmla="*/ 358724 h 4821604"/>
              <a:gd name="connsiteX18856" fmla="*/ 926408 w 2947832"/>
              <a:gd name="connsiteY18856" fmla="*/ 344022 h 4821604"/>
              <a:gd name="connsiteX18857" fmla="*/ 926408 w 2947832"/>
              <a:gd name="connsiteY18857" fmla="*/ 341928 h 4821604"/>
              <a:gd name="connsiteX18858" fmla="*/ 934885 w 2947832"/>
              <a:gd name="connsiteY18858" fmla="*/ 327225 h 4821604"/>
              <a:gd name="connsiteX18859" fmla="*/ 936716 w 2947832"/>
              <a:gd name="connsiteY18859" fmla="*/ 326179 h 4821604"/>
              <a:gd name="connsiteX18860" fmla="*/ 695617 w 2947832"/>
              <a:gd name="connsiteY18860" fmla="*/ 257219 h 4821604"/>
              <a:gd name="connsiteX18861" fmla="*/ 698756 w 2947832"/>
              <a:gd name="connsiteY18861" fmla="*/ 257219 h 4821604"/>
              <a:gd name="connsiteX18862" fmla="*/ 699070 w 2947832"/>
              <a:gd name="connsiteY18862" fmla="*/ 257428 h 4821604"/>
              <a:gd name="connsiteX18863" fmla="*/ 700640 w 2947832"/>
              <a:gd name="connsiteY18863" fmla="*/ 260149 h 4821604"/>
              <a:gd name="connsiteX18864" fmla="*/ 700640 w 2947832"/>
              <a:gd name="connsiteY18864" fmla="*/ 260514 h 4821604"/>
              <a:gd name="connsiteX18865" fmla="*/ 699070 w 2947832"/>
              <a:gd name="connsiteY18865" fmla="*/ 263236 h 4821604"/>
              <a:gd name="connsiteX18866" fmla="*/ 698756 w 2947832"/>
              <a:gd name="connsiteY18866" fmla="*/ 263445 h 4821604"/>
              <a:gd name="connsiteX18867" fmla="*/ 695617 w 2947832"/>
              <a:gd name="connsiteY18867" fmla="*/ 263445 h 4821604"/>
              <a:gd name="connsiteX18868" fmla="*/ 695303 w 2947832"/>
              <a:gd name="connsiteY18868" fmla="*/ 263236 h 4821604"/>
              <a:gd name="connsiteX18869" fmla="*/ 693733 w 2947832"/>
              <a:gd name="connsiteY18869" fmla="*/ 260514 h 4821604"/>
              <a:gd name="connsiteX18870" fmla="*/ 693733 w 2947832"/>
              <a:gd name="connsiteY18870" fmla="*/ 260149 h 4821604"/>
              <a:gd name="connsiteX18871" fmla="*/ 695303 w 2947832"/>
              <a:gd name="connsiteY18871" fmla="*/ 257428 h 4821604"/>
              <a:gd name="connsiteX18872" fmla="*/ 695617 w 2947832"/>
              <a:gd name="connsiteY18872" fmla="*/ 257219 h 4821604"/>
              <a:gd name="connsiteX18873" fmla="*/ 1189586 w 2947832"/>
              <a:gd name="connsiteY18873" fmla="*/ 253294 h 4821604"/>
              <a:gd name="connsiteX18874" fmla="*/ 1196755 w 2947832"/>
              <a:gd name="connsiteY18874" fmla="*/ 253294 h 4821604"/>
              <a:gd name="connsiteX18875" fmla="*/ 1197539 w 2947832"/>
              <a:gd name="connsiteY18875" fmla="*/ 253713 h 4821604"/>
              <a:gd name="connsiteX18876" fmla="*/ 1201097 w 2947832"/>
              <a:gd name="connsiteY18876" fmla="*/ 259939 h 4821604"/>
              <a:gd name="connsiteX18877" fmla="*/ 1201097 w 2947832"/>
              <a:gd name="connsiteY18877" fmla="*/ 260829 h 4821604"/>
              <a:gd name="connsiteX18878" fmla="*/ 1197539 w 2947832"/>
              <a:gd name="connsiteY18878" fmla="*/ 267003 h 4821604"/>
              <a:gd name="connsiteX18879" fmla="*/ 1196755 w 2947832"/>
              <a:gd name="connsiteY18879" fmla="*/ 267421 h 4821604"/>
              <a:gd name="connsiteX18880" fmla="*/ 1189586 w 2947832"/>
              <a:gd name="connsiteY18880" fmla="*/ 267421 h 4821604"/>
              <a:gd name="connsiteX18881" fmla="*/ 1188802 w 2947832"/>
              <a:gd name="connsiteY18881" fmla="*/ 267003 h 4821604"/>
              <a:gd name="connsiteX18882" fmla="*/ 1185244 w 2947832"/>
              <a:gd name="connsiteY18882" fmla="*/ 260829 h 4821604"/>
              <a:gd name="connsiteX18883" fmla="*/ 1185244 w 2947832"/>
              <a:gd name="connsiteY18883" fmla="*/ 259939 h 4821604"/>
              <a:gd name="connsiteX18884" fmla="*/ 1188802 w 2947832"/>
              <a:gd name="connsiteY18884" fmla="*/ 253713 h 4821604"/>
              <a:gd name="connsiteX18885" fmla="*/ 1189586 w 2947832"/>
              <a:gd name="connsiteY18885" fmla="*/ 253294 h 4821604"/>
              <a:gd name="connsiteX18886" fmla="*/ 2016008 w 2947832"/>
              <a:gd name="connsiteY18886" fmla="*/ 252927 h 4821604"/>
              <a:gd name="connsiteX18887" fmla="*/ 2023490 w 2947832"/>
              <a:gd name="connsiteY18887" fmla="*/ 252927 h 4821604"/>
              <a:gd name="connsiteX18888" fmla="*/ 2024275 w 2947832"/>
              <a:gd name="connsiteY18888" fmla="*/ 253399 h 4821604"/>
              <a:gd name="connsiteX18889" fmla="*/ 2027990 w 2947832"/>
              <a:gd name="connsiteY18889" fmla="*/ 259886 h 4821604"/>
              <a:gd name="connsiteX18890" fmla="*/ 2027990 w 2947832"/>
              <a:gd name="connsiteY18890" fmla="*/ 260829 h 4821604"/>
              <a:gd name="connsiteX18891" fmla="*/ 2024275 w 2947832"/>
              <a:gd name="connsiteY18891" fmla="*/ 267315 h 4821604"/>
              <a:gd name="connsiteX18892" fmla="*/ 2023490 w 2947832"/>
              <a:gd name="connsiteY18892" fmla="*/ 267787 h 4821604"/>
              <a:gd name="connsiteX18893" fmla="*/ 2016008 w 2947832"/>
              <a:gd name="connsiteY18893" fmla="*/ 267787 h 4821604"/>
              <a:gd name="connsiteX18894" fmla="*/ 2015224 w 2947832"/>
              <a:gd name="connsiteY18894" fmla="*/ 267315 h 4821604"/>
              <a:gd name="connsiteX18895" fmla="*/ 2011509 w 2947832"/>
              <a:gd name="connsiteY18895" fmla="*/ 260829 h 4821604"/>
              <a:gd name="connsiteX18896" fmla="*/ 2011509 w 2947832"/>
              <a:gd name="connsiteY18896" fmla="*/ 259886 h 4821604"/>
              <a:gd name="connsiteX18897" fmla="*/ 2015224 w 2947832"/>
              <a:gd name="connsiteY18897" fmla="*/ 253399 h 4821604"/>
              <a:gd name="connsiteX18898" fmla="*/ 2016008 w 2947832"/>
              <a:gd name="connsiteY18898" fmla="*/ 252927 h 4821604"/>
              <a:gd name="connsiteX18899" fmla="*/ 1271680 w 2947832"/>
              <a:gd name="connsiteY18899" fmla="*/ 252143 h 4821604"/>
              <a:gd name="connsiteX18900" fmla="*/ 1279947 w 2947832"/>
              <a:gd name="connsiteY18900" fmla="*/ 252143 h 4821604"/>
              <a:gd name="connsiteX18901" fmla="*/ 1280836 w 2947832"/>
              <a:gd name="connsiteY18901" fmla="*/ 252666 h 4821604"/>
              <a:gd name="connsiteX18902" fmla="*/ 1284969 w 2947832"/>
              <a:gd name="connsiteY18902" fmla="*/ 259834 h 4821604"/>
              <a:gd name="connsiteX18903" fmla="*/ 1284969 w 2947832"/>
              <a:gd name="connsiteY18903" fmla="*/ 260881 h 4821604"/>
              <a:gd name="connsiteX18904" fmla="*/ 1280836 w 2947832"/>
              <a:gd name="connsiteY18904" fmla="*/ 268049 h 4821604"/>
              <a:gd name="connsiteX18905" fmla="*/ 1279947 w 2947832"/>
              <a:gd name="connsiteY18905" fmla="*/ 268572 h 4821604"/>
              <a:gd name="connsiteX18906" fmla="*/ 1271680 w 2947832"/>
              <a:gd name="connsiteY18906" fmla="*/ 268572 h 4821604"/>
              <a:gd name="connsiteX18907" fmla="*/ 1270790 w 2947832"/>
              <a:gd name="connsiteY18907" fmla="*/ 268049 h 4821604"/>
              <a:gd name="connsiteX18908" fmla="*/ 1266657 w 2947832"/>
              <a:gd name="connsiteY18908" fmla="*/ 260881 h 4821604"/>
              <a:gd name="connsiteX18909" fmla="*/ 1266657 w 2947832"/>
              <a:gd name="connsiteY18909" fmla="*/ 259834 h 4821604"/>
              <a:gd name="connsiteX18910" fmla="*/ 1270790 w 2947832"/>
              <a:gd name="connsiteY18910" fmla="*/ 252666 h 4821604"/>
              <a:gd name="connsiteX18911" fmla="*/ 1271680 w 2947832"/>
              <a:gd name="connsiteY18911" fmla="*/ 252143 h 4821604"/>
              <a:gd name="connsiteX18912" fmla="*/ 1601934 w 2947832"/>
              <a:gd name="connsiteY18912" fmla="*/ 251358 h 4821604"/>
              <a:gd name="connsiteX18913" fmla="*/ 1610934 w 2947832"/>
              <a:gd name="connsiteY18913" fmla="*/ 251358 h 4821604"/>
              <a:gd name="connsiteX18914" fmla="*/ 1611875 w 2947832"/>
              <a:gd name="connsiteY18914" fmla="*/ 251934 h 4821604"/>
              <a:gd name="connsiteX18915" fmla="*/ 1616375 w 2947832"/>
              <a:gd name="connsiteY18915" fmla="*/ 259729 h 4821604"/>
              <a:gd name="connsiteX18916" fmla="*/ 1616375 w 2947832"/>
              <a:gd name="connsiteY18916" fmla="*/ 260828 h 4821604"/>
              <a:gd name="connsiteX18917" fmla="*/ 1611875 w 2947832"/>
              <a:gd name="connsiteY18917" fmla="*/ 268624 h 4821604"/>
              <a:gd name="connsiteX18918" fmla="*/ 1610934 w 2947832"/>
              <a:gd name="connsiteY18918" fmla="*/ 269199 h 4821604"/>
              <a:gd name="connsiteX18919" fmla="*/ 1601934 w 2947832"/>
              <a:gd name="connsiteY18919" fmla="*/ 269199 h 4821604"/>
              <a:gd name="connsiteX18920" fmla="*/ 1600992 w 2947832"/>
              <a:gd name="connsiteY18920" fmla="*/ 268624 h 4821604"/>
              <a:gd name="connsiteX18921" fmla="*/ 1596493 w 2947832"/>
              <a:gd name="connsiteY18921" fmla="*/ 260828 h 4821604"/>
              <a:gd name="connsiteX18922" fmla="*/ 1596493 w 2947832"/>
              <a:gd name="connsiteY18922" fmla="*/ 259729 h 4821604"/>
              <a:gd name="connsiteX18923" fmla="*/ 1600992 w 2947832"/>
              <a:gd name="connsiteY18923" fmla="*/ 251934 h 4821604"/>
              <a:gd name="connsiteX18924" fmla="*/ 1601934 w 2947832"/>
              <a:gd name="connsiteY18924" fmla="*/ 251358 h 4821604"/>
              <a:gd name="connsiteX18925" fmla="*/ 1353982 w 2947832"/>
              <a:gd name="connsiteY18925" fmla="*/ 251358 h 4821604"/>
              <a:gd name="connsiteX18926" fmla="*/ 1363034 w 2947832"/>
              <a:gd name="connsiteY18926" fmla="*/ 251358 h 4821604"/>
              <a:gd name="connsiteX18927" fmla="*/ 1364028 w 2947832"/>
              <a:gd name="connsiteY18927" fmla="*/ 251934 h 4821604"/>
              <a:gd name="connsiteX18928" fmla="*/ 1368580 w 2947832"/>
              <a:gd name="connsiteY18928" fmla="*/ 259782 h 4821604"/>
              <a:gd name="connsiteX18929" fmla="*/ 1368580 w 2947832"/>
              <a:gd name="connsiteY18929" fmla="*/ 260881 h 4821604"/>
              <a:gd name="connsiteX18930" fmla="*/ 1364028 w 2947832"/>
              <a:gd name="connsiteY18930" fmla="*/ 268729 h 4821604"/>
              <a:gd name="connsiteX18931" fmla="*/ 1363034 w 2947832"/>
              <a:gd name="connsiteY18931" fmla="*/ 269304 h 4821604"/>
              <a:gd name="connsiteX18932" fmla="*/ 1353982 w 2947832"/>
              <a:gd name="connsiteY18932" fmla="*/ 269304 h 4821604"/>
              <a:gd name="connsiteX18933" fmla="*/ 1352988 w 2947832"/>
              <a:gd name="connsiteY18933" fmla="*/ 268729 h 4821604"/>
              <a:gd name="connsiteX18934" fmla="*/ 1348436 w 2947832"/>
              <a:gd name="connsiteY18934" fmla="*/ 260881 h 4821604"/>
              <a:gd name="connsiteX18935" fmla="*/ 1348436 w 2947832"/>
              <a:gd name="connsiteY18935" fmla="*/ 259782 h 4821604"/>
              <a:gd name="connsiteX18936" fmla="*/ 1352988 w 2947832"/>
              <a:gd name="connsiteY18936" fmla="*/ 251934 h 4821604"/>
              <a:gd name="connsiteX18937" fmla="*/ 1353982 w 2947832"/>
              <a:gd name="connsiteY18937" fmla="*/ 251358 h 4821604"/>
              <a:gd name="connsiteX18938" fmla="*/ 1105505 w 2947832"/>
              <a:gd name="connsiteY18938" fmla="*/ 250364 h 4821604"/>
              <a:gd name="connsiteX18939" fmla="*/ 1115603 w 2947832"/>
              <a:gd name="connsiteY18939" fmla="*/ 250364 h 4821604"/>
              <a:gd name="connsiteX18940" fmla="*/ 1116702 w 2947832"/>
              <a:gd name="connsiteY18940" fmla="*/ 250992 h 4821604"/>
              <a:gd name="connsiteX18941" fmla="*/ 1121725 w 2947832"/>
              <a:gd name="connsiteY18941" fmla="*/ 259730 h 4821604"/>
              <a:gd name="connsiteX18942" fmla="*/ 1121725 w 2947832"/>
              <a:gd name="connsiteY18942" fmla="*/ 260985 h 4821604"/>
              <a:gd name="connsiteX18943" fmla="*/ 1116702 w 2947832"/>
              <a:gd name="connsiteY18943" fmla="*/ 269723 h 4821604"/>
              <a:gd name="connsiteX18944" fmla="*/ 1115603 w 2947832"/>
              <a:gd name="connsiteY18944" fmla="*/ 270351 h 4821604"/>
              <a:gd name="connsiteX18945" fmla="*/ 1105505 w 2947832"/>
              <a:gd name="connsiteY18945" fmla="*/ 270351 h 4821604"/>
              <a:gd name="connsiteX18946" fmla="*/ 1104407 w 2947832"/>
              <a:gd name="connsiteY18946" fmla="*/ 269723 h 4821604"/>
              <a:gd name="connsiteX18947" fmla="*/ 1099384 w 2947832"/>
              <a:gd name="connsiteY18947" fmla="*/ 260985 h 4821604"/>
              <a:gd name="connsiteX18948" fmla="*/ 1099384 w 2947832"/>
              <a:gd name="connsiteY18948" fmla="*/ 259730 h 4821604"/>
              <a:gd name="connsiteX18949" fmla="*/ 1104407 w 2947832"/>
              <a:gd name="connsiteY18949" fmla="*/ 250992 h 4821604"/>
              <a:gd name="connsiteX18950" fmla="*/ 1105505 w 2947832"/>
              <a:gd name="connsiteY18950" fmla="*/ 250364 h 4821604"/>
              <a:gd name="connsiteX18951" fmla="*/ 1683660 w 2947832"/>
              <a:gd name="connsiteY18951" fmla="*/ 249527 h 4821604"/>
              <a:gd name="connsiteX18952" fmla="*/ 1694543 w 2947832"/>
              <a:gd name="connsiteY18952" fmla="*/ 249527 h 4821604"/>
              <a:gd name="connsiteX18953" fmla="*/ 1695694 w 2947832"/>
              <a:gd name="connsiteY18953" fmla="*/ 250207 h 4821604"/>
              <a:gd name="connsiteX18954" fmla="*/ 1701136 w 2947832"/>
              <a:gd name="connsiteY18954" fmla="*/ 259625 h 4821604"/>
              <a:gd name="connsiteX18955" fmla="*/ 1701136 w 2947832"/>
              <a:gd name="connsiteY18955" fmla="*/ 260985 h 4821604"/>
              <a:gd name="connsiteX18956" fmla="*/ 1695694 w 2947832"/>
              <a:gd name="connsiteY18956" fmla="*/ 270403 h 4821604"/>
              <a:gd name="connsiteX18957" fmla="*/ 1694543 w 2947832"/>
              <a:gd name="connsiteY18957" fmla="*/ 271084 h 4821604"/>
              <a:gd name="connsiteX18958" fmla="*/ 1683660 w 2947832"/>
              <a:gd name="connsiteY18958" fmla="*/ 271084 h 4821604"/>
              <a:gd name="connsiteX18959" fmla="*/ 1682510 w 2947832"/>
              <a:gd name="connsiteY18959" fmla="*/ 270403 h 4821604"/>
              <a:gd name="connsiteX18960" fmla="*/ 1677068 w 2947832"/>
              <a:gd name="connsiteY18960" fmla="*/ 260985 h 4821604"/>
              <a:gd name="connsiteX18961" fmla="*/ 1677068 w 2947832"/>
              <a:gd name="connsiteY18961" fmla="*/ 259625 h 4821604"/>
              <a:gd name="connsiteX18962" fmla="*/ 1682510 w 2947832"/>
              <a:gd name="connsiteY18962" fmla="*/ 250207 h 4821604"/>
              <a:gd name="connsiteX18963" fmla="*/ 1683660 w 2947832"/>
              <a:gd name="connsiteY18963" fmla="*/ 249527 h 4821604"/>
              <a:gd name="connsiteX18964" fmla="*/ 1435446 w 2947832"/>
              <a:gd name="connsiteY18964" fmla="*/ 248951 h 4821604"/>
              <a:gd name="connsiteX18965" fmla="*/ 1446957 w 2947832"/>
              <a:gd name="connsiteY18965" fmla="*/ 248951 h 4821604"/>
              <a:gd name="connsiteX18966" fmla="*/ 1448213 w 2947832"/>
              <a:gd name="connsiteY18966" fmla="*/ 249684 h 4821604"/>
              <a:gd name="connsiteX18967" fmla="*/ 1453968 w 2947832"/>
              <a:gd name="connsiteY18967" fmla="*/ 259625 h 4821604"/>
              <a:gd name="connsiteX18968" fmla="*/ 1453968 w 2947832"/>
              <a:gd name="connsiteY18968" fmla="*/ 261036 h 4821604"/>
              <a:gd name="connsiteX18969" fmla="*/ 1448213 w 2947832"/>
              <a:gd name="connsiteY18969" fmla="*/ 270978 h 4821604"/>
              <a:gd name="connsiteX18970" fmla="*/ 1446957 w 2947832"/>
              <a:gd name="connsiteY18970" fmla="*/ 271711 h 4821604"/>
              <a:gd name="connsiteX18971" fmla="*/ 1435446 w 2947832"/>
              <a:gd name="connsiteY18971" fmla="*/ 271711 h 4821604"/>
              <a:gd name="connsiteX18972" fmla="*/ 1434190 w 2947832"/>
              <a:gd name="connsiteY18972" fmla="*/ 270978 h 4821604"/>
              <a:gd name="connsiteX18973" fmla="*/ 1428435 w 2947832"/>
              <a:gd name="connsiteY18973" fmla="*/ 261036 h 4821604"/>
              <a:gd name="connsiteX18974" fmla="*/ 1428435 w 2947832"/>
              <a:gd name="connsiteY18974" fmla="*/ 259625 h 4821604"/>
              <a:gd name="connsiteX18975" fmla="*/ 1434190 w 2947832"/>
              <a:gd name="connsiteY18975" fmla="*/ 249684 h 4821604"/>
              <a:gd name="connsiteX18976" fmla="*/ 1435446 w 2947832"/>
              <a:gd name="connsiteY18976" fmla="*/ 248951 h 4821604"/>
              <a:gd name="connsiteX18977" fmla="*/ 1931143 w 2947832"/>
              <a:gd name="connsiteY18977" fmla="*/ 248584 h 4821604"/>
              <a:gd name="connsiteX18978" fmla="*/ 1942968 w 2947832"/>
              <a:gd name="connsiteY18978" fmla="*/ 248584 h 4821604"/>
              <a:gd name="connsiteX18979" fmla="*/ 1944223 w 2947832"/>
              <a:gd name="connsiteY18979" fmla="*/ 249318 h 4821604"/>
              <a:gd name="connsiteX18980" fmla="*/ 1950136 w 2947832"/>
              <a:gd name="connsiteY18980" fmla="*/ 259573 h 4821604"/>
              <a:gd name="connsiteX18981" fmla="*/ 1950136 w 2947832"/>
              <a:gd name="connsiteY18981" fmla="*/ 261037 h 4821604"/>
              <a:gd name="connsiteX18982" fmla="*/ 1944223 w 2947832"/>
              <a:gd name="connsiteY18982" fmla="*/ 271293 h 4821604"/>
              <a:gd name="connsiteX18983" fmla="*/ 1942968 w 2947832"/>
              <a:gd name="connsiteY18983" fmla="*/ 272025 h 4821604"/>
              <a:gd name="connsiteX18984" fmla="*/ 1931143 w 2947832"/>
              <a:gd name="connsiteY18984" fmla="*/ 272025 h 4821604"/>
              <a:gd name="connsiteX18985" fmla="*/ 1929887 w 2947832"/>
              <a:gd name="connsiteY18985" fmla="*/ 271293 h 4821604"/>
              <a:gd name="connsiteX18986" fmla="*/ 1923975 w 2947832"/>
              <a:gd name="connsiteY18986" fmla="*/ 261037 h 4821604"/>
              <a:gd name="connsiteX18987" fmla="*/ 1923975 w 2947832"/>
              <a:gd name="connsiteY18987" fmla="*/ 259573 h 4821604"/>
              <a:gd name="connsiteX18988" fmla="*/ 1929887 w 2947832"/>
              <a:gd name="connsiteY18988" fmla="*/ 249318 h 4821604"/>
              <a:gd name="connsiteX18989" fmla="*/ 1931143 w 2947832"/>
              <a:gd name="connsiteY18989" fmla="*/ 248584 h 4821604"/>
              <a:gd name="connsiteX18990" fmla="*/ 1517749 w 2947832"/>
              <a:gd name="connsiteY18990" fmla="*/ 248376 h 4821604"/>
              <a:gd name="connsiteX18991" fmla="*/ 1529835 w 2947832"/>
              <a:gd name="connsiteY18991" fmla="*/ 248376 h 4821604"/>
              <a:gd name="connsiteX18992" fmla="*/ 1531143 w 2947832"/>
              <a:gd name="connsiteY18992" fmla="*/ 249109 h 4821604"/>
              <a:gd name="connsiteX18993" fmla="*/ 1537212 w 2947832"/>
              <a:gd name="connsiteY18993" fmla="*/ 259573 h 4821604"/>
              <a:gd name="connsiteX18994" fmla="*/ 1537212 w 2947832"/>
              <a:gd name="connsiteY18994" fmla="*/ 261090 h 4821604"/>
              <a:gd name="connsiteX18995" fmla="*/ 1531143 w 2947832"/>
              <a:gd name="connsiteY18995" fmla="*/ 271555 h 4821604"/>
              <a:gd name="connsiteX18996" fmla="*/ 1529835 w 2947832"/>
              <a:gd name="connsiteY18996" fmla="*/ 272287 h 4821604"/>
              <a:gd name="connsiteX18997" fmla="*/ 1517749 w 2947832"/>
              <a:gd name="connsiteY18997" fmla="*/ 272287 h 4821604"/>
              <a:gd name="connsiteX18998" fmla="*/ 1516441 w 2947832"/>
              <a:gd name="connsiteY18998" fmla="*/ 271555 h 4821604"/>
              <a:gd name="connsiteX18999" fmla="*/ 1510371 w 2947832"/>
              <a:gd name="connsiteY18999" fmla="*/ 261090 h 4821604"/>
              <a:gd name="connsiteX19000" fmla="*/ 1510371 w 2947832"/>
              <a:gd name="connsiteY19000" fmla="*/ 259573 h 4821604"/>
              <a:gd name="connsiteX19001" fmla="*/ 1516441 w 2947832"/>
              <a:gd name="connsiteY19001" fmla="*/ 249109 h 4821604"/>
              <a:gd name="connsiteX19002" fmla="*/ 1517749 w 2947832"/>
              <a:gd name="connsiteY19002" fmla="*/ 248376 h 4821604"/>
              <a:gd name="connsiteX19003" fmla="*/ 773262 w 2947832"/>
              <a:gd name="connsiteY19003" fmla="*/ 247225 h 4821604"/>
              <a:gd name="connsiteX19004" fmla="*/ 786448 w 2947832"/>
              <a:gd name="connsiteY19004" fmla="*/ 247225 h 4821604"/>
              <a:gd name="connsiteX19005" fmla="*/ 787860 w 2947832"/>
              <a:gd name="connsiteY19005" fmla="*/ 248062 h 4821604"/>
              <a:gd name="connsiteX19006" fmla="*/ 794453 w 2947832"/>
              <a:gd name="connsiteY19006" fmla="*/ 259520 h 4821604"/>
              <a:gd name="connsiteX19007" fmla="*/ 794453 w 2947832"/>
              <a:gd name="connsiteY19007" fmla="*/ 261142 h 4821604"/>
              <a:gd name="connsiteX19008" fmla="*/ 787860 w 2947832"/>
              <a:gd name="connsiteY19008" fmla="*/ 272601 h 4821604"/>
              <a:gd name="connsiteX19009" fmla="*/ 786448 w 2947832"/>
              <a:gd name="connsiteY19009" fmla="*/ 273437 h 4821604"/>
              <a:gd name="connsiteX19010" fmla="*/ 773262 w 2947832"/>
              <a:gd name="connsiteY19010" fmla="*/ 273437 h 4821604"/>
              <a:gd name="connsiteX19011" fmla="*/ 771850 w 2947832"/>
              <a:gd name="connsiteY19011" fmla="*/ 272601 h 4821604"/>
              <a:gd name="connsiteX19012" fmla="*/ 765257 w 2947832"/>
              <a:gd name="connsiteY19012" fmla="*/ 261142 h 4821604"/>
              <a:gd name="connsiteX19013" fmla="*/ 765257 w 2947832"/>
              <a:gd name="connsiteY19013" fmla="*/ 259520 h 4821604"/>
              <a:gd name="connsiteX19014" fmla="*/ 771850 w 2947832"/>
              <a:gd name="connsiteY19014" fmla="*/ 248062 h 4821604"/>
              <a:gd name="connsiteX19015" fmla="*/ 773262 w 2947832"/>
              <a:gd name="connsiteY19015" fmla="*/ 247225 h 4821604"/>
              <a:gd name="connsiteX19016" fmla="*/ 1765074 w 2947832"/>
              <a:gd name="connsiteY19016" fmla="*/ 247015 h 4821604"/>
              <a:gd name="connsiteX19017" fmla="*/ 1778520 w 2947832"/>
              <a:gd name="connsiteY19017" fmla="*/ 247015 h 4821604"/>
              <a:gd name="connsiteX19018" fmla="*/ 1779986 w 2947832"/>
              <a:gd name="connsiteY19018" fmla="*/ 247852 h 4821604"/>
              <a:gd name="connsiteX19019" fmla="*/ 1786735 w 2947832"/>
              <a:gd name="connsiteY19019" fmla="*/ 259520 h 4821604"/>
              <a:gd name="connsiteX19020" fmla="*/ 1786735 w 2947832"/>
              <a:gd name="connsiteY19020" fmla="*/ 261194 h 4821604"/>
              <a:gd name="connsiteX19021" fmla="*/ 1779986 w 2947832"/>
              <a:gd name="connsiteY19021" fmla="*/ 272862 h 4821604"/>
              <a:gd name="connsiteX19022" fmla="*/ 1778520 w 2947832"/>
              <a:gd name="connsiteY19022" fmla="*/ 273698 h 4821604"/>
              <a:gd name="connsiteX19023" fmla="*/ 1765074 w 2947832"/>
              <a:gd name="connsiteY19023" fmla="*/ 273698 h 4821604"/>
              <a:gd name="connsiteX19024" fmla="*/ 1763609 w 2947832"/>
              <a:gd name="connsiteY19024" fmla="*/ 272862 h 4821604"/>
              <a:gd name="connsiteX19025" fmla="*/ 1756859 w 2947832"/>
              <a:gd name="connsiteY19025" fmla="*/ 261194 h 4821604"/>
              <a:gd name="connsiteX19026" fmla="*/ 1756859 w 2947832"/>
              <a:gd name="connsiteY19026" fmla="*/ 259520 h 4821604"/>
              <a:gd name="connsiteX19027" fmla="*/ 1763609 w 2947832"/>
              <a:gd name="connsiteY19027" fmla="*/ 247852 h 4821604"/>
              <a:gd name="connsiteX19028" fmla="*/ 1765074 w 2947832"/>
              <a:gd name="connsiteY19028" fmla="*/ 247015 h 4821604"/>
              <a:gd name="connsiteX19029" fmla="*/ 1847584 w 2947832"/>
              <a:gd name="connsiteY19029" fmla="*/ 246754 h 4821604"/>
              <a:gd name="connsiteX19030" fmla="*/ 1861293 w 2947832"/>
              <a:gd name="connsiteY19030" fmla="*/ 246754 h 4821604"/>
              <a:gd name="connsiteX19031" fmla="*/ 1862758 w 2947832"/>
              <a:gd name="connsiteY19031" fmla="*/ 247590 h 4821604"/>
              <a:gd name="connsiteX19032" fmla="*/ 1869612 w 2947832"/>
              <a:gd name="connsiteY19032" fmla="*/ 259467 h 4821604"/>
              <a:gd name="connsiteX19033" fmla="*/ 1869612 w 2947832"/>
              <a:gd name="connsiteY19033" fmla="*/ 261142 h 4821604"/>
              <a:gd name="connsiteX19034" fmla="*/ 1862758 w 2947832"/>
              <a:gd name="connsiteY19034" fmla="*/ 273020 h 4821604"/>
              <a:gd name="connsiteX19035" fmla="*/ 1861293 w 2947832"/>
              <a:gd name="connsiteY19035" fmla="*/ 273857 h 4821604"/>
              <a:gd name="connsiteX19036" fmla="*/ 1847584 w 2947832"/>
              <a:gd name="connsiteY19036" fmla="*/ 273857 h 4821604"/>
              <a:gd name="connsiteX19037" fmla="*/ 1846119 w 2947832"/>
              <a:gd name="connsiteY19037" fmla="*/ 273020 h 4821604"/>
              <a:gd name="connsiteX19038" fmla="*/ 1839265 w 2947832"/>
              <a:gd name="connsiteY19038" fmla="*/ 261142 h 4821604"/>
              <a:gd name="connsiteX19039" fmla="*/ 1839265 w 2947832"/>
              <a:gd name="connsiteY19039" fmla="*/ 259467 h 4821604"/>
              <a:gd name="connsiteX19040" fmla="*/ 1846119 w 2947832"/>
              <a:gd name="connsiteY19040" fmla="*/ 247590 h 4821604"/>
              <a:gd name="connsiteX19041" fmla="*/ 1847584 w 2947832"/>
              <a:gd name="connsiteY19041" fmla="*/ 246754 h 4821604"/>
              <a:gd name="connsiteX19042" fmla="*/ 1020954 w 2947832"/>
              <a:gd name="connsiteY19042" fmla="*/ 246649 h 4821604"/>
              <a:gd name="connsiteX19043" fmla="*/ 1034767 w 2947832"/>
              <a:gd name="connsiteY19043" fmla="*/ 246649 h 4821604"/>
              <a:gd name="connsiteX19044" fmla="*/ 1036232 w 2947832"/>
              <a:gd name="connsiteY19044" fmla="*/ 247487 h 4821604"/>
              <a:gd name="connsiteX19045" fmla="*/ 1043138 w 2947832"/>
              <a:gd name="connsiteY19045" fmla="*/ 259468 h 4821604"/>
              <a:gd name="connsiteX19046" fmla="*/ 1043138 w 2947832"/>
              <a:gd name="connsiteY19046" fmla="*/ 261194 h 4821604"/>
              <a:gd name="connsiteX19047" fmla="*/ 1036232 w 2947832"/>
              <a:gd name="connsiteY19047" fmla="*/ 273176 h 4821604"/>
              <a:gd name="connsiteX19048" fmla="*/ 1034767 w 2947832"/>
              <a:gd name="connsiteY19048" fmla="*/ 274014 h 4821604"/>
              <a:gd name="connsiteX19049" fmla="*/ 1020954 w 2947832"/>
              <a:gd name="connsiteY19049" fmla="*/ 274014 h 4821604"/>
              <a:gd name="connsiteX19050" fmla="*/ 1019489 w 2947832"/>
              <a:gd name="connsiteY19050" fmla="*/ 273176 h 4821604"/>
              <a:gd name="connsiteX19051" fmla="*/ 1012582 w 2947832"/>
              <a:gd name="connsiteY19051" fmla="*/ 261194 h 4821604"/>
              <a:gd name="connsiteX19052" fmla="*/ 1012582 w 2947832"/>
              <a:gd name="connsiteY19052" fmla="*/ 259468 h 4821604"/>
              <a:gd name="connsiteX19053" fmla="*/ 1019489 w 2947832"/>
              <a:gd name="connsiteY19053" fmla="*/ 247487 h 4821604"/>
              <a:gd name="connsiteX19054" fmla="*/ 1020954 w 2947832"/>
              <a:gd name="connsiteY19054" fmla="*/ 246649 h 4821604"/>
              <a:gd name="connsiteX19055" fmla="*/ 855198 w 2947832"/>
              <a:gd name="connsiteY19055" fmla="*/ 245812 h 4821604"/>
              <a:gd name="connsiteX19056" fmla="*/ 869848 w 2947832"/>
              <a:gd name="connsiteY19056" fmla="*/ 245812 h 4821604"/>
              <a:gd name="connsiteX19057" fmla="*/ 871418 w 2947832"/>
              <a:gd name="connsiteY19057" fmla="*/ 246701 h 4821604"/>
              <a:gd name="connsiteX19058" fmla="*/ 878743 w 2947832"/>
              <a:gd name="connsiteY19058" fmla="*/ 259417 h 4821604"/>
              <a:gd name="connsiteX19059" fmla="*/ 878743 w 2947832"/>
              <a:gd name="connsiteY19059" fmla="*/ 261248 h 4821604"/>
              <a:gd name="connsiteX19060" fmla="*/ 871418 w 2947832"/>
              <a:gd name="connsiteY19060" fmla="*/ 273961 h 4821604"/>
              <a:gd name="connsiteX19061" fmla="*/ 869848 w 2947832"/>
              <a:gd name="connsiteY19061" fmla="*/ 274851 h 4821604"/>
              <a:gd name="connsiteX19062" fmla="*/ 855198 w 2947832"/>
              <a:gd name="connsiteY19062" fmla="*/ 274851 h 4821604"/>
              <a:gd name="connsiteX19063" fmla="*/ 853628 w 2947832"/>
              <a:gd name="connsiteY19063" fmla="*/ 273961 h 4821604"/>
              <a:gd name="connsiteX19064" fmla="*/ 846303 w 2947832"/>
              <a:gd name="connsiteY19064" fmla="*/ 261248 h 4821604"/>
              <a:gd name="connsiteX19065" fmla="*/ 846303 w 2947832"/>
              <a:gd name="connsiteY19065" fmla="*/ 259417 h 4821604"/>
              <a:gd name="connsiteX19066" fmla="*/ 853628 w 2947832"/>
              <a:gd name="connsiteY19066" fmla="*/ 246701 h 4821604"/>
              <a:gd name="connsiteX19067" fmla="*/ 855198 w 2947832"/>
              <a:gd name="connsiteY19067" fmla="*/ 245812 h 4821604"/>
              <a:gd name="connsiteX19068" fmla="*/ 937082 w 2947832"/>
              <a:gd name="connsiteY19068" fmla="*/ 244294 h 4821604"/>
              <a:gd name="connsiteX19069" fmla="*/ 953302 w 2947832"/>
              <a:gd name="connsiteY19069" fmla="*/ 244294 h 4821604"/>
              <a:gd name="connsiteX19070" fmla="*/ 955028 w 2947832"/>
              <a:gd name="connsiteY19070" fmla="*/ 245289 h 4821604"/>
              <a:gd name="connsiteX19071" fmla="*/ 963138 w 2947832"/>
              <a:gd name="connsiteY19071" fmla="*/ 259363 h 4821604"/>
              <a:gd name="connsiteX19072" fmla="*/ 963138 w 2947832"/>
              <a:gd name="connsiteY19072" fmla="*/ 261351 h 4821604"/>
              <a:gd name="connsiteX19073" fmla="*/ 955028 w 2947832"/>
              <a:gd name="connsiteY19073" fmla="*/ 275425 h 4821604"/>
              <a:gd name="connsiteX19074" fmla="*/ 953302 w 2947832"/>
              <a:gd name="connsiteY19074" fmla="*/ 276420 h 4821604"/>
              <a:gd name="connsiteX19075" fmla="*/ 937082 w 2947832"/>
              <a:gd name="connsiteY19075" fmla="*/ 276420 h 4821604"/>
              <a:gd name="connsiteX19076" fmla="*/ 935356 w 2947832"/>
              <a:gd name="connsiteY19076" fmla="*/ 275425 h 4821604"/>
              <a:gd name="connsiteX19077" fmla="*/ 927245 w 2947832"/>
              <a:gd name="connsiteY19077" fmla="*/ 261351 h 4821604"/>
              <a:gd name="connsiteX19078" fmla="*/ 927245 w 2947832"/>
              <a:gd name="connsiteY19078" fmla="*/ 259363 h 4821604"/>
              <a:gd name="connsiteX19079" fmla="*/ 935356 w 2947832"/>
              <a:gd name="connsiteY19079" fmla="*/ 245289 h 4821604"/>
              <a:gd name="connsiteX19080" fmla="*/ 937082 w 2947832"/>
              <a:gd name="connsiteY19080" fmla="*/ 244294 h 4821604"/>
              <a:gd name="connsiteX19081" fmla="*/ 697083 w 2947832"/>
              <a:gd name="connsiteY19081" fmla="*/ 177427 h 4821604"/>
              <a:gd name="connsiteX19082" fmla="*/ 697344 w 2947832"/>
              <a:gd name="connsiteY19082" fmla="*/ 177427 h 4821604"/>
              <a:gd name="connsiteX19083" fmla="*/ 697449 w 2947832"/>
              <a:gd name="connsiteY19083" fmla="*/ 177635 h 4821604"/>
              <a:gd name="connsiteX19084" fmla="*/ 697344 w 2947832"/>
              <a:gd name="connsiteY19084" fmla="*/ 177846 h 4821604"/>
              <a:gd name="connsiteX19085" fmla="*/ 697083 w 2947832"/>
              <a:gd name="connsiteY19085" fmla="*/ 177846 h 4821604"/>
              <a:gd name="connsiteX19086" fmla="*/ 696978 w 2947832"/>
              <a:gd name="connsiteY19086" fmla="*/ 177635 h 4821604"/>
              <a:gd name="connsiteX19087" fmla="*/ 2018049 w 2947832"/>
              <a:gd name="connsiteY19087" fmla="*/ 174338 h 4821604"/>
              <a:gd name="connsiteX19088" fmla="*/ 2021450 w 2947832"/>
              <a:gd name="connsiteY19088" fmla="*/ 174338 h 4821604"/>
              <a:gd name="connsiteX19089" fmla="*/ 2021816 w 2947832"/>
              <a:gd name="connsiteY19089" fmla="*/ 174547 h 4821604"/>
              <a:gd name="connsiteX19090" fmla="*/ 2023490 w 2947832"/>
              <a:gd name="connsiteY19090" fmla="*/ 177477 h 4821604"/>
              <a:gd name="connsiteX19091" fmla="*/ 2023490 w 2947832"/>
              <a:gd name="connsiteY19091" fmla="*/ 177896 h 4821604"/>
              <a:gd name="connsiteX19092" fmla="*/ 2021816 w 2947832"/>
              <a:gd name="connsiteY19092" fmla="*/ 180826 h 4821604"/>
              <a:gd name="connsiteX19093" fmla="*/ 2021450 w 2947832"/>
              <a:gd name="connsiteY19093" fmla="*/ 181035 h 4821604"/>
              <a:gd name="connsiteX19094" fmla="*/ 2018049 w 2947832"/>
              <a:gd name="connsiteY19094" fmla="*/ 181035 h 4821604"/>
              <a:gd name="connsiteX19095" fmla="*/ 2017683 w 2947832"/>
              <a:gd name="connsiteY19095" fmla="*/ 180826 h 4821604"/>
              <a:gd name="connsiteX19096" fmla="*/ 2016008 w 2947832"/>
              <a:gd name="connsiteY19096" fmla="*/ 177896 h 4821604"/>
              <a:gd name="connsiteX19097" fmla="*/ 2016008 w 2947832"/>
              <a:gd name="connsiteY19097" fmla="*/ 177477 h 4821604"/>
              <a:gd name="connsiteX19098" fmla="*/ 2017683 w 2947832"/>
              <a:gd name="connsiteY19098" fmla="*/ 174547 h 4821604"/>
              <a:gd name="connsiteX19099" fmla="*/ 2018049 w 2947832"/>
              <a:gd name="connsiteY19099" fmla="*/ 174338 h 4821604"/>
              <a:gd name="connsiteX19100" fmla="*/ 1189796 w 2947832"/>
              <a:gd name="connsiteY19100" fmla="*/ 170991 h 4821604"/>
              <a:gd name="connsiteX19101" fmla="*/ 1196546 w 2947832"/>
              <a:gd name="connsiteY19101" fmla="*/ 170991 h 4821604"/>
              <a:gd name="connsiteX19102" fmla="*/ 1197278 w 2947832"/>
              <a:gd name="connsiteY19102" fmla="*/ 171410 h 4821604"/>
              <a:gd name="connsiteX19103" fmla="*/ 1200679 w 2947832"/>
              <a:gd name="connsiteY19103" fmla="*/ 177270 h 4821604"/>
              <a:gd name="connsiteX19104" fmla="*/ 1200679 w 2947832"/>
              <a:gd name="connsiteY19104" fmla="*/ 178107 h 4821604"/>
              <a:gd name="connsiteX19105" fmla="*/ 1197278 w 2947832"/>
              <a:gd name="connsiteY19105" fmla="*/ 183967 h 4821604"/>
              <a:gd name="connsiteX19106" fmla="*/ 1196546 w 2947832"/>
              <a:gd name="connsiteY19106" fmla="*/ 184385 h 4821604"/>
              <a:gd name="connsiteX19107" fmla="*/ 1189796 w 2947832"/>
              <a:gd name="connsiteY19107" fmla="*/ 184385 h 4821604"/>
              <a:gd name="connsiteX19108" fmla="*/ 1189064 w 2947832"/>
              <a:gd name="connsiteY19108" fmla="*/ 183967 h 4821604"/>
              <a:gd name="connsiteX19109" fmla="*/ 1185663 w 2947832"/>
              <a:gd name="connsiteY19109" fmla="*/ 178107 h 4821604"/>
              <a:gd name="connsiteX19110" fmla="*/ 1185663 w 2947832"/>
              <a:gd name="connsiteY19110" fmla="*/ 177270 h 4821604"/>
              <a:gd name="connsiteX19111" fmla="*/ 1189064 w 2947832"/>
              <a:gd name="connsiteY19111" fmla="*/ 171410 h 4821604"/>
              <a:gd name="connsiteX19112" fmla="*/ 1189796 w 2947832"/>
              <a:gd name="connsiteY19112" fmla="*/ 170991 h 4821604"/>
              <a:gd name="connsiteX19113" fmla="*/ 1271208 w 2947832"/>
              <a:gd name="connsiteY19113" fmla="*/ 168479 h 4821604"/>
              <a:gd name="connsiteX19114" fmla="*/ 1280469 w 2947832"/>
              <a:gd name="connsiteY19114" fmla="*/ 168479 h 4821604"/>
              <a:gd name="connsiteX19115" fmla="*/ 1281464 w 2947832"/>
              <a:gd name="connsiteY19115" fmla="*/ 169055 h 4821604"/>
              <a:gd name="connsiteX19116" fmla="*/ 1286120 w 2947832"/>
              <a:gd name="connsiteY19116" fmla="*/ 177112 h 4821604"/>
              <a:gd name="connsiteX19117" fmla="*/ 1286120 w 2947832"/>
              <a:gd name="connsiteY19117" fmla="*/ 178263 h 4821604"/>
              <a:gd name="connsiteX19118" fmla="*/ 1281464 w 2947832"/>
              <a:gd name="connsiteY19118" fmla="*/ 186321 h 4821604"/>
              <a:gd name="connsiteX19119" fmla="*/ 1280469 w 2947832"/>
              <a:gd name="connsiteY19119" fmla="*/ 186896 h 4821604"/>
              <a:gd name="connsiteX19120" fmla="*/ 1271208 w 2947832"/>
              <a:gd name="connsiteY19120" fmla="*/ 186896 h 4821604"/>
              <a:gd name="connsiteX19121" fmla="*/ 1270215 w 2947832"/>
              <a:gd name="connsiteY19121" fmla="*/ 186321 h 4821604"/>
              <a:gd name="connsiteX19122" fmla="*/ 1265558 w 2947832"/>
              <a:gd name="connsiteY19122" fmla="*/ 178263 h 4821604"/>
              <a:gd name="connsiteX19123" fmla="*/ 1265558 w 2947832"/>
              <a:gd name="connsiteY19123" fmla="*/ 177112 h 4821604"/>
              <a:gd name="connsiteX19124" fmla="*/ 1270215 w 2947832"/>
              <a:gd name="connsiteY19124" fmla="*/ 169055 h 4821604"/>
              <a:gd name="connsiteX19125" fmla="*/ 1271208 w 2947832"/>
              <a:gd name="connsiteY19125" fmla="*/ 168479 h 4821604"/>
              <a:gd name="connsiteX19126" fmla="*/ 1105768 w 2947832"/>
              <a:gd name="connsiteY19126" fmla="*/ 168270 h 4821604"/>
              <a:gd name="connsiteX19127" fmla="*/ 1115290 w 2947832"/>
              <a:gd name="connsiteY19127" fmla="*/ 168270 h 4821604"/>
              <a:gd name="connsiteX19128" fmla="*/ 1116337 w 2947832"/>
              <a:gd name="connsiteY19128" fmla="*/ 168846 h 4821604"/>
              <a:gd name="connsiteX19129" fmla="*/ 1121098 w 2947832"/>
              <a:gd name="connsiteY19129" fmla="*/ 177112 h 4821604"/>
              <a:gd name="connsiteX19130" fmla="*/ 1121098 w 2947832"/>
              <a:gd name="connsiteY19130" fmla="*/ 178316 h 4821604"/>
              <a:gd name="connsiteX19131" fmla="*/ 1116337 w 2947832"/>
              <a:gd name="connsiteY19131" fmla="*/ 186583 h 4821604"/>
              <a:gd name="connsiteX19132" fmla="*/ 1115290 w 2947832"/>
              <a:gd name="connsiteY19132" fmla="*/ 187158 h 4821604"/>
              <a:gd name="connsiteX19133" fmla="*/ 1105768 w 2947832"/>
              <a:gd name="connsiteY19133" fmla="*/ 187158 h 4821604"/>
              <a:gd name="connsiteX19134" fmla="*/ 1104721 w 2947832"/>
              <a:gd name="connsiteY19134" fmla="*/ 186583 h 4821604"/>
              <a:gd name="connsiteX19135" fmla="*/ 1099960 w 2947832"/>
              <a:gd name="connsiteY19135" fmla="*/ 178316 h 4821604"/>
              <a:gd name="connsiteX19136" fmla="*/ 1099960 w 2947832"/>
              <a:gd name="connsiteY19136" fmla="*/ 177112 h 4821604"/>
              <a:gd name="connsiteX19137" fmla="*/ 1104721 w 2947832"/>
              <a:gd name="connsiteY19137" fmla="*/ 168846 h 4821604"/>
              <a:gd name="connsiteX19138" fmla="*/ 1105768 w 2947832"/>
              <a:gd name="connsiteY19138" fmla="*/ 168270 h 4821604"/>
              <a:gd name="connsiteX19139" fmla="*/ 1353720 w 2947832"/>
              <a:gd name="connsiteY19139" fmla="*/ 168218 h 4821604"/>
              <a:gd name="connsiteX19140" fmla="*/ 1363295 w 2947832"/>
              <a:gd name="connsiteY19140" fmla="*/ 168218 h 4821604"/>
              <a:gd name="connsiteX19141" fmla="*/ 1364341 w 2947832"/>
              <a:gd name="connsiteY19141" fmla="*/ 168794 h 4821604"/>
              <a:gd name="connsiteX19142" fmla="*/ 1369155 w 2947832"/>
              <a:gd name="connsiteY19142" fmla="*/ 177112 h 4821604"/>
              <a:gd name="connsiteX19143" fmla="*/ 1369155 w 2947832"/>
              <a:gd name="connsiteY19143" fmla="*/ 178315 h 4821604"/>
              <a:gd name="connsiteX19144" fmla="*/ 1364341 w 2947832"/>
              <a:gd name="connsiteY19144" fmla="*/ 186635 h 4821604"/>
              <a:gd name="connsiteX19145" fmla="*/ 1363295 w 2947832"/>
              <a:gd name="connsiteY19145" fmla="*/ 187210 h 4821604"/>
              <a:gd name="connsiteX19146" fmla="*/ 1353720 w 2947832"/>
              <a:gd name="connsiteY19146" fmla="*/ 187210 h 4821604"/>
              <a:gd name="connsiteX19147" fmla="*/ 1352673 w 2947832"/>
              <a:gd name="connsiteY19147" fmla="*/ 186635 h 4821604"/>
              <a:gd name="connsiteX19148" fmla="*/ 1347860 w 2947832"/>
              <a:gd name="connsiteY19148" fmla="*/ 178315 h 4821604"/>
              <a:gd name="connsiteX19149" fmla="*/ 1347860 w 2947832"/>
              <a:gd name="connsiteY19149" fmla="*/ 177112 h 4821604"/>
              <a:gd name="connsiteX19150" fmla="*/ 1352673 w 2947832"/>
              <a:gd name="connsiteY19150" fmla="*/ 168794 h 4821604"/>
              <a:gd name="connsiteX19151" fmla="*/ 1353720 w 2947832"/>
              <a:gd name="connsiteY19151" fmla="*/ 168218 h 4821604"/>
              <a:gd name="connsiteX19152" fmla="*/ 1601516 w 2947832"/>
              <a:gd name="connsiteY19152" fmla="*/ 167903 h 4821604"/>
              <a:gd name="connsiteX19153" fmla="*/ 1611352 w 2947832"/>
              <a:gd name="connsiteY19153" fmla="*/ 167903 h 4821604"/>
              <a:gd name="connsiteX19154" fmla="*/ 1612399 w 2947832"/>
              <a:gd name="connsiteY19154" fmla="*/ 168532 h 4821604"/>
              <a:gd name="connsiteX19155" fmla="*/ 1617317 w 2947832"/>
              <a:gd name="connsiteY19155" fmla="*/ 177059 h 4821604"/>
              <a:gd name="connsiteX19156" fmla="*/ 1617317 w 2947832"/>
              <a:gd name="connsiteY19156" fmla="*/ 178263 h 4821604"/>
              <a:gd name="connsiteX19157" fmla="*/ 1612399 w 2947832"/>
              <a:gd name="connsiteY19157" fmla="*/ 186791 h 4821604"/>
              <a:gd name="connsiteX19158" fmla="*/ 1611352 w 2947832"/>
              <a:gd name="connsiteY19158" fmla="*/ 187419 h 4821604"/>
              <a:gd name="connsiteX19159" fmla="*/ 1601516 w 2947832"/>
              <a:gd name="connsiteY19159" fmla="*/ 187419 h 4821604"/>
              <a:gd name="connsiteX19160" fmla="*/ 1600469 w 2947832"/>
              <a:gd name="connsiteY19160" fmla="*/ 186791 h 4821604"/>
              <a:gd name="connsiteX19161" fmla="*/ 1595551 w 2947832"/>
              <a:gd name="connsiteY19161" fmla="*/ 178263 h 4821604"/>
              <a:gd name="connsiteX19162" fmla="*/ 1595551 w 2947832"/>
              <a:gd name="connsiteY19162" fmla="*/ 177059 h 4821604"/>
              <a:gd name="connsiteX19163" fmla="*/ 1600469 w 2947832"/>
              <a:gd name="connsiteY19163" fmla="*/ 168532 h 4821604"/>
              <a:gd name="connsiteX19164" fmla="*/ 1601516 w 2947832"/>
              <a:gd name="connsiteY19164" fmla="*/ 167903 h 4821604"/>
              <a:gd name="connsiteX19165" fmla="*/ 1435708 w 2947832"/>
              <a:gd name="connsiteY19165" fmla="*/ 166909 h 4821604"/>
              <a:gd name="connsiteX19166" fmla="*/ 1446591 w 2947832"/>
              <a:gd name="connsiteY19166" fmla="*/ 166909 h 4821604"/>
              <a:gd name="connsiteX19167" fmla="*/ 1447743 w 2947832"/>
              <a:gd name="connsiteY19167" fmla="*/ 167590 h 4821604"/>
              <a:gd name="connsiteX19168" fmla="*/ 1453184 w 2947832"/>
              <a:gd name="connsiteY19168" fmla="*/ 177007 h 4821604"/>
              <a:gd name="connsiteX19169" fmla="*/ 1453184 w 2947832"/>
              <a:gd name="connsiteY19169" fmla="*/ 178368 h 4821604"/>
              <a:gd name="connsiteX19170" fmla="*/ 1447743 w 2947832"/>
              <a:gd name="connsiteY19170" fmla="*/ 187785 h 4821604"/>
              <a:gd name="connsiteX19171" fmla="*/ 1446591 w 2947832"/>
              <a:gd name="connsiteY19171" fmla="*/ 188467 h 4821604"/>
              <a:gd name="connsiteX19172" fmla="*/ 1435708 w 2947832"/>
              <a:gd name="connsiteY19172" fmla="*/ 188467 h 4821604"/>
              <a:gd name="connsiteX19173" fmla="*/ 1434557 w 2947832"/>
              <a:gd name="connsiteY19173" fmla="*/ 187785 h 4821604"/>
              <a:gd name="connsiteX19174" fmla="*/ 1429116 w 2947832"/>
              <a:gd name="connsiteY19174" fmla="*/ 178368 h 4821604"/>
              <a:gd name="connsiteX19175" fmla="*/ 1429116 w 2947832"/>
              <a:gd name="connsiteY19175" fmla="*/ 177007 h 4821604"/>
              <a:gd name="connsiteX19176" fmla="*/ 1434557 w 2947832"/>
              <a:gd name="connsiteY19176" fmla="*/ 167590 h 4821604"/>
              <a:gd name="connsiteX19177" fmla="*/ 1435708 w 2947832"/>
              <a:gd name="connsiteY19177" fmla="*/ 166909 h 4821604"/>
              <a:gd name="connsiteX19178" fmla="*/ 1683557 w 2947832"/>
              <a:gd name="connsiteY19178" fmla="*/ 166647 h 4821604"/>
              <a:gd name="connsiteX19179" fmla="*/ 1694701 w 2947832"/>
              <a:gd name="connsiteY19179" fmla="*/ 166647 h 4821604"/>
              <a:gd name="connsiteX19180" fmla="*/ 1695904 w 2947832"/>
              <a:gd name="connsiteY19180" fmla="*/ 167327 h 4821604"/>
              <a:gd name="connsiteX19181" fmla="*/ 1701451 w 2947832"/>
              <a:gd name="connsiteY19181" fmla="*/ 176954 h 4821604"/>
              <a:gd name="connsiteX19182" fmla="*/ 1701451 w 2947832"/>
              <a:gd name="connsiteY19182" fmla="*/ 178315 h 4821604"/>
              <a:gd name="connsiteX19183" fmla="*/ 1695904 w 2947832"/>
              <a:gd name="connsiteY19183" fmla="*/ 187942 h 4821604"/>
              <a:gd name="connsiteX19184" fmla="*/ 1694701 w 2947832"/>
              <a:gd name="connsiteY19184" fmla="*/ 188622 h 4821604"/>
              <a:gd name="connsiteX19185" fmla="*/ 1683557 w 2947832"/>
              <a:gd name="connsiteY19185" fmla="*/ 188622 h 4821604"/>
              <a:gd name="connsiteX19186" fmla="*/ 1682353 w 2947832"/>
              <a:gd name="connsiteY19186" fmla="*/ 187942 h 4821604"/>
              <a:gd name="connsiteX19187" fmla="*/ 1676807 w 2947832"/>
              <a:gd name="connsiteY19187" fmla="*/ 178315 h 4821604"/>
              <a:gd name="connsiteX19188" fmla="*/ 1676807 w 2947832"/>
              <a:gd name="connsiteY19188" fmla="*/ 176954 h 4821604"/>
              <a:gd name="connsiteX19189" fmla="*/ 1682353 w 2947832"/>
              <a:gd name="connsiteY19189" fmla="*/ 167327 h 4821604"/>
              <a:gd name="connsiteX19190" fmla="*/ 1683557 w 2947832"/>
              <a:gd name="connsiteY19190" fmla="*/ 166647 h 4821604"/>
              <a:gd name="connsiteX19191" fmla="*/ 1518011 w 2947832"/>
              <a:gd name="connsiteY19191" fmla="*/ 166124 h 4821604"/>
              <a:gd name="connsiteX19192" fmla="*/ 1529678 w 2947832"/>
              <a:gd name="connsiteY19192" fmla="*/ 166124 h 4821604"/>
              <a:gd name="connsiteX19193" fmla="*/ 1530934 w 2947832"/>
              <a:gd name="connsiteY19193" fmla="*/ 166858 h 4821604"/>
              <a:gd name="connsiteX19194" fmla="*/ 1536741 w 2947832"/>
              <a:gd name="connsiteY19194" fmla="*/ 176955 h 4821604"/>
              <a:gd name="connsiteX19195" fmla="*/ 1536741 w 2947832"/>
              <a:gd name="connsiteY19195" fmla="*/ 178420 h 4821604"/>
              <a:gd name="connsiteX19196" fmla="*/ 1530934 w 2947832"/>
              <a:gd name="connsiteY19196" fmla="*/ 188519 h 4821604"/>
              <a:gd name="connsiteX19197" fmla="*/ 1529678 w 2947832"/>
              <a:gd name="connsiteY19197" fmla="*/ 189251 h 4821604"/>
              <a:gd name="connsiteX19198" fmla="*/ 1518011 w 2947832"/>
              <a:gd name="connsiteY19198" fmla="*/ 189251 h 4821604"/>
              <a:gd name="connsiteX19199" fmla="*/ 1516755 w 2947832"/>
              <a:gd name="connsiteY19199" fmla="*/ 188519 h 4821604"/>
              <a:gd name="connsiteX19200" fmla="*/ 1510947 w 2947832"/>
              <a:gd name="connsiteY19200" fmla="*/ 178420 h 4821604"/>
              <a:gd name="connsiteX19201" fmla="*/ 1510947 w 2947832"/>
              <a:gd name="connsiteY19201" fmla="*/ 176955 h 4821604"/>
              <a:gd name="connsiteX19202" fmla="*/ 1516755 w 2947832"/>
              <a:gd name="connsiteY19202" fmla="*/ 166858 h 4821604"/>
              <a:gd name="connsiteX19203" fmla="*/ 1518011 w 2947832"/>
              <a:gd name="connsiteY19203" fmla="*/ 166124 h 4821604"/>
              <a:gd name="connsiteX19204" fmla="*/ 1848474 w 2947832"/>
              <a:gd name="connsiteY19204" fmla="*/ 165967 h 4821604"/>
              <a:gd name="connsiteX19205" fmla="*/ 1860299 w 2947832"/>
              <a:gd name="connsiteY19205" fmla="*/ 165967 h 4821604"/>
              <a:gd name="connsiteX19206" fmla="*/ 1861554 w 2947832"/>
              <a:gd name="connsiteY19206" fmla="*/ 166700 h 4821604"/>
              <a:gd name="connsiteX19207" fmla="*/ 1867467 w 2947832"/>
              <a:gd name="connsiteY19207" fmla="*/ 176955 h 4821604"/>
              <a:gd name="connsiteX19208" fmla="*/ 1867467 w 2947832"/>
              <a:gd name="connsiteY19208" fmla="*/ 178420 h 4821604"/>
              <a:gd name="connsiteX19209" fmla="*/ 1861554 w 2947832"/>
              <a:gd name="connsiteY19209" fmla="*/ 188675 h 4821604"/>
              <a:gd name="connsiteX19210" fmla="*/ 1860299 w 2947832"/>
              <a:gd name="connsiteY19210" fmla="*/ 189407 h 4821604"/>
              <a:gd name="connsiteX19211" fmla="*/ 1848474 w 2947832"/>
              <a:gd name="connsiteY19211" fmla="*/ 189407 h 4821604"/>
              <a:gd name="connsiteX19212" fmla="*/ 1847218 w 2947832"/>
              <a:gd name="connsiteY19212" fmla="*/ 188675 h 4821604"/>
              <a:gd name="connsiteX19213" fmla="*/ 1841306 w 2947832"/>
              <a:gd name="connsiteY19213" fmla="*/ 178420 h 4821604"/>
              <a:gd name="connsiteX19214" fmla="*/ 1841306 w 2947832"/>
              <a:gd name="connsiteY19214" fmla="*/ 176955 h 4821604"/>
              <a:gd name="connsiteX19215" fmla="*/ 1847218 w 2947832"/>
              <a:gd name="connsiteY19215" fmla="*/ 166700 h 4821604"/>
              <a:gd name="connsiteX19216" fmla="*/ 1848474 w 2947832"/>
              <a:gd name="connsiteY19216" fmla="*/ 165967 h 4821604"/>
              <a:gd name="connsiteX19217" fmla="*/ 1765440 w 2947832"/>
              <a:gd name="connsiteY19217" fmla="*/ 165130 h 4821604"/>
              <a:gd name="connsiteX19218" fmla="*/ 1778101 w 2947832"/>
              <a:gd name="connsiteY19218" fmla="*/ 165130 h 4821604"/>
              <a:gd name="connsiteX19219" fmla="*/ 1779462 w 2947832"/>
              <a:gd name="connsiteY19219" fmla="*/ 165915 h 4821604"/>
              <a:gd name="connsiteX19220" fmla="*/ 1785793 w 2947832"/>
              <a:gd name="connsiteY19220" fmla="*/ 176850 h 4821604"/>
              <a:gd name="connsiteX19221" fmla="*/ 1785793 w 2947832"/>
              <a:gd name="connsiteY19221" fmla="*/ 178420 h 4821604"/>
              <a:gd name="connsiteX19222" fmla="*/ 1779462 w 2947832"/>
              <a:gd name="connsiteY19222" fmla="*/ 189355 h 4821604"/>
              <a:gd name="connsiteX19223" fmla="*/ 1778101 w 2947832"/>
              <a:gd name="connsiteY19223" fmla="*/ 190140 h 4821604"/>
              <a:gd name="connsiteX19224" fmla="*/ 1765440 w 2947832"/>
              <a:gd name="connsiteY19224" fmla="*/ 190140 h 4821604"/>
              <a:gd name="connsiteX19225" fmla="*/ 1764079 w 2947832"/>
              <a:gd name="connsiteY19225" fmla="*/ 189355 h 4821604"/>
              <a:gd name="connsiteX19226" fmla="*/ 1757748 w 2947832"/>
              <a:gd name="connsiteY19226" fmla="*/ 178420 h 4821604"/>
              <a:gd name="connsiteX19227" fmla="*/ 1757748 w 2947832"/>
              <a:gd name="connsiteY19227" fmla="*/ 176850 h 4821604"/>
              <a:gd name="connsiteX19228" fmla="*/ 1764079 w 2947832"/>
              <a:gd name="connsiteY19228" fmla="*/ 165915 h 4821604"/>
              <a:gd name="connsiteX19229" fmla="*/ 1765440 w 2947832"/>
              <a:gd name="connsiteY19229" fmla="*/ 165130 h 4821604"/>
              <a:gd name="connsiteX19230" fmla="*/ 1930410 w 2947832"/>
              <a:gd name="connsiteY19230" fmla="*/ 164502 h 4821604"/>
              <a:gd name="connsiteX19231" fmla="*/ 1943700 w 2947832"/>
              <a:gd name="connsiteY19231" fmla="*/ 164502 h 4821604"/>
              <a:gd name="connsiteX19232" fmla="*/ 1945112 w 2947832"/>
              <a:gd name="connsiteY19232" fmla="*/ 165339 h 4821604"/>
              <a:gd name="connsiteX19233" fmla="*/ 1951757 w 2947832"/>
              <a:gd name="connsiteY19233" fmla="*/ 176850 h 4821604"/>
              <a:gd name="connsiteX19234" fmla="*/ 1951757 w 2947832"/>
              <a:gd name="connsiteY19234" fmla="*/ 178472 h 4821604"/>
              <a:gd name="connsiteX19235" fmla="*/ 1945112 w 2947832"/>
              <a:gd name="connsiteY19235" fmla="*/ 189983 h 4821604"/>
              <a:gd name="connsiteX19236" fmla="*/ 1943700 w 2947832"/>
              <a:gd name="connsiteY19236" fmla="*/ 190820 h 4821604"/>
              <a:gd name="connsiteX19237" fmla="*/ 1930410 w 2947832"/>
              <a:gd name="connsiteY19237" fmla="*/ 190820 h 4821604"/>
              <a:gd name="connsiteX19238" fmla="*/ 1928997 w 2947832"/>
              <a:gd name="connsiteY19238" fmla="*/ 189983 h 4821604"/>
              <a:gd name="connsiteX19239" fmla="*/ 1922352 w 2947832"/>
              <a:gd name="connsiteY19239" fmla="*/ 178472 h 4821604"/>
              <a:gd name="connsiteX19240" fmla="*/ 1922352 w 2947832"/>
              <a:gd name="connsiteY19240" fmla="*/ 176850 h 4821604"/>
              <a:gd name="connsiteX19241" fmla="*/ 1928997 w 2947832"/>
              <a:gd name="connsiteY19241" fmla="*/ 165339 h 4821604"/>
              <a:gd name="connsiteX19242" fmla="*/ 1930410 w 2947832"/>
              <a:gd name="connsiteY19242" fmla="*/ 164502 h 4821604"/>
              <a:gd name="connsiteX19243" fmla="*/ 855407 w 2947832"/>
              <a:gd name="connsiteY19243" fmla="*/ 163613 h 4821604"/>
              <a:gd name="connsiteX19244" fmla="*/ 869639 w 2947832"/>
              <a:gd name="connsiteY19244" fmla="*/ 163613 h 4821604"/>
              <a:gd name="connsiteX19245" fmla="*/ 871156 w 2947832"/>
              <a:gd name="connsiteY19245" fmla="*/ 164502 h 4821604"/>
              <a:gd name="connsiteX19246" fmla="*/ 878272 w 2947832"/>
              <a:gd name="connsiteY19246" fmla="*/ 176798 h 4821604"/>
              <a:gd name="connsiteX19247" fmla="*/ 878272 w 2947832"/>
              <a:gd name="connsiteY19247" fmla="*/ 178577 h 4821604"/>
              <a:gd name="connsiteX19248" fmla="*/ 871156 w 2947832"/>
              <a:gd name="connsiteY19248" fmla="*/ 190873 h 4821604"/>
              <a:gd name="connsiteX19249" fmla="*/ 869639 w 2947832"/>
              <a:gd name="connsiteY19249" fmla="*/ 191762 h 4821604"/>
              <a:gd name="connsiteX19250" fmla="*/ 855407 w 2947832"/>
              <a:gd name="connsiteY19250" fmla="*/ 191762 h 4821604"/>
              <a:gd name="connsiteX19251" fmla="*/ 853890 w 2947832"/>
              <a:gd name="connsiteY19251" fmla="*/ 190873 h 4821604"/>
              <a:gd name="connsiteX19252" fmla="*/ 846774 w 2947832"/>
              <a:gd name="connsiteY19252" fmla="*/ 178577 h 4821604"/>
              <a:gd name="connsiteX19253" fmla="*/ 846774 w 2947832"/>
              <a:gd name="connsiteY19253" fmla="*/ 176798 h 4821604"/>
              <a:gd name="connsiteX19254" fmla="*/ 853890 w 2947832"/>
              <a:gd name="connsiteY19254" fmla="*/ 164502 h 4821604"/>
              <a:gd name="connsiteX19255" fmla="*/ 855407 w 2947832"/>
              <a:gd name="connsiteY19255" fmla="*/ 163613 h 4821604"/>
              <a:gd name="connsiteX19256" fmla="*/ 1020431 w 2947832"/>
              <a:gd name="connsiteY19256" fmla="*/ 162987 h 4821604"/>
              <a:gd name="connsiteX19257" fmla="*/ 1035238 w 2947832"/>
              <a:gd name="connsiteY19257" fmla="*/ 162987 h 4821604"/>
              <a:gd name="connsiteX19258" fmla="*/ 1036807 w 2947832"/>
              <a:gd name="connsiteY19258" fmla="*/ 163928 h 4821604"/>
              <a:gd name="connsiteX19259" fmla="*/ 1044237 w 2947832"/>
              <a:gd name="connsiteY19259" fmla="*/ 176747 h 4821604"/>
              <a:gd name="connsiteX19260" fmla="*/ 1044237 w 2947832"/>
              <a:gd name="connsiteY19260" fmla="*/ 178578 h 4821604"/>
              <a:gd name="connsiteX19261" fmla="*/ 1036807 w 2947832"/>
              <a:gd name="connsiteY19261" fmla="*/ 191397 h 4821604"/>
              <a:gd name="connsiteX19262" fmla="*/ 1035238 w 2947832"/>
              <a:gd name="connsiteY19262" fmla="*/ 192338 h 4821604"/>
              <a:gd name="connsiteX19263" fmla="*/ 1020431 w 2947832"/>
              <a:gd name="connsiteY19263" fmla="*/ 192338 h 4821604"/>
              <a:gd name="connsiteX19264" fmla="*/ 1018861 w 2947832"/>
              <a:gd name="connsiteY19264" fmla="*/ 191397 h 4821604"/>
              <a:gd name="connsiteX19265" fmla="*/ 1011431 w 2947832"/>
              <a:gd name="connsiteY19265" fmla="*/ 178578 h 4821604"/>
              <a:gd name="connsiteX19266" fmla="*/ 1011431 w 2947832"/>
              <a:gd name="connsiteY19266" fmla="*/ 176747 h 4821604"/>
              <a:gd name="connsiteX19267" fmla="*/ 1018861 w 2947832"/>
              <a:gd name="connsiteY19267" fmla="*/ 163928 h 4821604"/>
              <a:gd name="connsiteX19268" fmla="*/ 1020431 w 2947832"/>
              <a:gd name="connsiteY19268" fmla="*/ 162987 h 4821604"/>
              <a:gd name="connsiteX19269" fmla="*/ 937501 w 2947832"/>
              <a:gd name="connsiteY19269" fmla="*/ 162462 h 4821604"/>
              <a:gd name="connsiteX19270" fmla="*/ 952883 w 2947832"/>
              <a:gd name="connsiteY19270" fmla="*/ 162462 h 4821604"/>
              <a:gd name="connsiteX19271" fmla="*/ 954505 w 2947832"/>
              <a:gd name="connsiteY19271" fmla="*/ 163404 h 4821604"/>
              <a:gd name="connsiteX19272" fmla="*/ 962197 w 2947832"/>
              <a:gd name="connsiteY19272" fmla="*/ 176746 h 4821604"/>
              <a:gd name="connsiteX19273" fmla="*/ 962197 w 2947832"/>
              <a:gd name="connsiteY19273" fmla="*/ 178629 h 4821604"/>
              <a:gd name="connsiteX19274" fmla="*/ 954505 w 2947832"/>
              <a:gd name="connsiteY19274" fmla="*/ 191971 h 4821604"/>
              <a:gd name="connsiteX19275" fmla="*/ 952883 w 2947832"/>
              <a:gd name="connsiteY19275" fmla="*/ 192913 h 4821604"/>
              <a:gd name="connsiteX19276" fmla="*/ 937501 w 2947832"/>
              <a:gd name="connsiteY19276" fmla="*/ 192913 h 4821604"/>
              <a:gd name="connsiteX19277" fmla="*/ 935879 w 2947832"/>
              <a:gd name="connsiteY19277" fmla="*/ 191971 h 4821604"/>
              <a:gd name="connsiteX19278" fmla="*/ 928187 w 2947832"/>
              <a:gd name="connsiteY19278" fmla="*/ 178629 h 4821604"/>
              <a:gd name="connsiteX19279" fmla="*/ 928187 w 2947832"/>
              <a:gd name="connsiteY19279" fmla="*/ 176746 h 4821604"/>
              <a:gd name="connsiteX19280" fmla="*/ 935879 w 2947832"/>
              <a:gd name="connsiteY19280" fmla="*/ 163404 h 4821604"/>
              <a:gd name="connsiteX19281" fmla="*/ 937501 w 2947832"/>
              <a:gd name="connsiteY19281" fmla="*/ 162462 h 4821604"/>
              <a:gd name="connsiteX19282" fmla="*/ 767612 w 2947832"/>
              <a:gd name="connsiteY19282" fmla="*/ 153358 h 4821604"/>
              <a:gd name="connsiteX19283" fmla="*/ 792151 w 2947832"/>
              <a:gd name="connsiteY19283" fmla="*/ 153358 h 4821604"/>
              <a:gd name="connsiteX19284" fmla="*/ 794767 w 2947832"/>
              <a:gd name="connsiteY19284" fmla="*/ 154876 h 4821604"/>
              <a:gd name="connsiteX19285" fmla="*/ 807062 w 2947832"/>
              <a:gd name="connsiteY19285" fmla="*/ 176119 h 4821604"/>
              <a:gd name="connsiteX19286" fmla="*/ 807062 w 2947832"/>
              <a:gd name="connsiteY19286" fmla="*/ 179153 h 4821604"/>
              <a:gd name="connsiteX19287" fmla="*/ 794767 w 2947832"/>
              <a:gd name="connsiteY19287" fmla="*/ 200395 h 4821604"/>
              <a:gd name="connsiteX19288" fmla="*/ 792151 w 2947832"/>
              <a:gd name="connsiteY19288" fmla="*/ 201913 h 4821604"/>
              <a:gd name="connsiteX19289" fmla="*/ 767612 w 2947832"/>
              <a:gd name="connsiteY19289" fmla="*/ 201913 h 4821604"/>
              <a:gd name="connsiteX19290" fmla="*/ 764996 w 2947832"/>
              <a:gd name="connsiteY19290" fmla="*/ 200395 h 4821604"/>
              <a:gd name="connsiteX19291" fmla="*/ 752700 w 2947832"/>
              <a:gd name="connsiteY19291" fmla="*/ 179153 h 4821604"/>
              <a:gd name="connsiteX19292" fmla="*/ 752700 w 2947832"/>
              <a:gd name="connsiteY19292" fmla="*/ 176119 h 4821604"/>
              <a:gd name="connsiteX19293" fmla="*/ 764996 w 2947832"/>
              <a:gd name="connsiteY19293" fmla="*/ 154876 h 4821604"/>
              <a:gd name="connsiteX19294" fmla="*/ 767612 w 2947832"/>
              <a:gd name="connsiteY19294" fmla="*/ 153358 h 4821604"/>
              <a:gd name="connsiteX19295" fmla="*/ 1190163 w 2947832"/>
              <a:gd name="connsiteY19295" fmla="*/ 89054 h 4821604"/>
              <a:gd name="connsiteX19296" fmla="*/ 1196180 w 2947832"/>
              <a:gd name="connsiteY19296" fmla="*/ 89054 h 4821604"/>
              <a:gd name="connsiteX19297" fmla="*/ 1196808 w 2947832"/>
              <a:gd name="connsiteY19297" fmla="*/ 89420 h 4821604"/>
              <a:gd name="connsiteX19298" fmla="*/ 1199790 w 2947832"/>
              <a:gd name="connsiteY19298" fmla="*/ 94600 h 4821604"/>
              <a:gd name="connsiteX19299" fmla="*/ 1199790 w 2947832"/>
              <a:gd name="connsiteY19299" fmla="*/ 95332 h 4821604"/>
              <a:gd name="connsiteX19300" fmla="*/ 1196808 w 2947832"/>
              <a:gd name="connsiteY19300" fmla="*/ 100512 h 4821604"/>
              <a:gd name="connsiteX19301" fmla="*/ 1196180 w 2947832"/>
              <a:gd name="connsiteY19301" fmla="*/ 100878 h 4821604"/>
              <a:gd name="connsiteX19302" fmla="*/ 1190163 w 2947832"/>
              <a:gd name="connsiteY19302" fmla="*/ 100878 h 4821604"/>
              <a:gd name="connsiteX19303" fmla="*/ 1189535 w 2947832"/>
              <a:gd name="connsiteY19303" fmla="*/ 100512 h 4821604"/>
              <a:gd name="connsiteX19304" fmla="*/ 1186552 w 2947832"/>
              <a:gd name="connsiteY19304" fmla="*/ 95332 h 4821604"/>
              <a:gd name="connsiteX19305" fmla="*/ 1186552 w 2947832"/>
              <a:gd name="connsiteY19305" fmla="*/ 94600 h 4821604"/>
              <a:gd name="connsiteX19306" fmla="*/ 1189535 w 2947832"/>
              <a:gd name="connsiteY19306" fmla="*/ 89420 h 4821604"/>
              <a:gd name="connsiteX19307" fmla="*/ 1190163 w 2947832"/>
              <a:gd name="connsiteY19307" fmla="*/ 89054 h 4821604"/>
              <a:gd name="connsiteX19308" fmla="*/ 1933550 w 2947832"/>
              <a:gd name="connsiteY19308" fmla="*/ 88111 h 4821604"/>
              <a:gd name="connsiteX19309" fmla="*/ 1940561 w 2947832"/>
              <a:gd name="connsiteY19309" fmla="*/ 88111 h 4821604"/>
              <a:gd name="connsiteX19310" fmla="*/ 1941293 w 2947832"/>
              <a:gd name="connsiteY19310" fmla="*/ 88530 h 4821604"/>
              <a:gd name="connsiteX19311" fmla="*/ 1944799 w 2947832"/>
              <a:gd name="connsiteY19311" fmla="*/ 94599 h 4821604"/>
              <a:gd name="connsiteX19312" fmla="*/ 1944799 w 2947832"/>
              <a:gd name="connsiteY19312" fmla="*/ 95488 h 4821604"/>
              <a:gd name="connsiteX19313" fmla="*/ 1941293 w 2947832"/>
              <a:gd name="connsiteY19313" fmla="*/ 101558 h 4821604"/>
              <a:gd name="connsiteX19314" fmla="*/ 1940561 w 2947832"/>
              <a:gd name="connsiteY19314" fmla="*/ 101976 h 4821604"/>
              <a:gd name="connsiteX19315" fmla="*/ 1933550 w 2947832"/>
              <a:gd name="connsiteY19315" fmla="*/ 101976 h 4821604"/>
              <a:gd name="connsiteX19316" fmla="*/ 1932817 w 2947832"/>
              <a:gd name="connsiteY19316" fmla="*/ 101558 h 4821604"/>
              <a:gd name="connsiteX19317" fmla="*/ 1929312 w 2947832"/>
              <a:gd name="connsiteY19317" fmla="*/ 95488 h 4821604"/>
              <a:gd name="connsiteX19318" fmla="*/ 1929312 w 2947832"/>
              <a:gd name="connsiteY19318" fmla="*/ 94599 h 4821604"/>
              <a:gd name="connsiteX19319" fmla="*/ 1932817 w 2947832"/>
              <a:gd name="connsiteY19319" fmla="*/ 88530 h 4821604"/>
              <a:gd name="connsiteX19320" fmla="*/ 1933550 w 2947832"/>
              <a:gd name="connsiteY19320" fmla="*/ 88111 h 4821604"/>
              <a:gd name="connsiteX19321" fmla="*/ 1271313 w 2947832"/>
              <a:gd name="connsiteY19321" fmla="*/ 86124 h 4821604"/>
              <a:gd name="connsiteX19322" fmla="*/ 1280313 w 2947832"/>
              <a:gd name="connsiteY19322" fmla="*/ 86124 h 4821604"/>
              <a:gd name="connsiteX19323" fmla="*/ 1281254 w 2947832"/>
              <a:gd name="connsiteY19323" fmla="*/ 86700 h 4821604"/>
              <a:gd name="connsiteX19324" fmla="*/ 1285754 w 2947832"/>
              <a:gd name="connsiteY19324" fmla="*/ 94495 h 4821604"/>
              <a:gd name="connsiteX19325" fmla="*/ 1285754 w 2947832"/>
              <a:gd name="connsiteY19325" fmla="*/ 95594 h 4821604"/>
              <a:gd name="connsiteX19326" fmla="*/ 1281254 w 2947832"/>
              <a:gd name="connsiteY19326" fmla="*/ 103389 h 4821604"/>
              <a:gd name="connsiteX19327" fmla="*/ 1280313 w 2947832"/>
              <a:gd name="connsiteY19327" fmla="*/ 103965 h 4821604"/>
              <a:gd name="connsiteX19328" fmla="*/ 1271313 w 2947832"/>
              <a:gd name="connsiteY19328" fmla="*/ 103965 h 4821604"/>
              <a:gd name="connsiteX19329" fmla="*/ 1270371 w 2947832"/>
              <a:gd name="connsiteY19329" fmla="*/ 103389 h 4821604"/>
              <a:gd name="connsiteX19330" fmla="*/ 1265872 w 2947832"/>
              <a:gd name="connsiteY19330" fmla="*/ 95594 h 4821604"/>
              <a:gd name="connsiteX19331" fmla="*/ 1265872 w 2947832"/>
              <a:gd name="connsiteY19331" fmla="*/ 94495 h 4821604"/>
              <a:gd name="connsiteX19332" fmla="*/ 1270371 w 2947832"/>
              <a:gd name="connsiteY19332" fmla="*/ 86700 h 4821604"/>
              <a:gd name="connsiteX19333" fmla="*/ 1271313 w 2947832"/>
              <a:gd name="connsiteY19333" fmla="*/ 86124 h 4821604"/>
              <a:gd name="connsiteX19334" fmla="*/ 1601725 w 2947832"/>
              <a:gd name="connsiteY19334" fmla="*/ 85600 h 4821604"/>
              <a:gd name="connsiteX19335" fmla="*/ 1611247 w 2947832"/>
              <a:gd name="connsiteY19335" fmla="*/ 85600 h 4821604"/>
              <a:gd name="connsiteX19336" fmla="*/ 1612294 w 2947832"/>
              <a:gd name="connsiteY19336" fmla="*/ 86176 h 4821604"/>
              <a:gd name="connsiteX19337" fmla="*/ 1617055 w 2947832"/>
              <a:gd name="connsiteY19337" fmla="*/ 94442 h 4821604"/>
              <a:gd name="connsiteX19338" fmla="*/ 1617055 w 2947832"/>
              <a:gd name="connsiteY19338" fmla="*/ 95646 h 4821604"/>
              <a:gd name="connsiteX19339" fmla="*/ 1612294 w 2947832"/>
              <a:gd name="connsiteY19339" fmla="*/ 103913 h 4821604"/>
              <a:gd name="connsiteX19340" fmla="*/ 1611247 w 2947832"/>
              <a:gd name="connsiteY19340" fmla="*/ 104489 h 4821604"/>
              <a:gd name="connsiteX19341" fmla="*/ 1601725 w 2947832"/>
              <a:gd name="connsiteY19341" fmla="*/ 104489 h 4821604"/>
              <a:gd name="connsiteX19342" fmla="*/ 1600678 w 2947832"/>
              <a:gd name="connsiteY19342" fmla="*/ 103913 h 4821604"/>
              <a:gd name="connsiteX19343" fmla="*/ 1595917 w 2947832"/>
              <a:gd name="connsiteY19343" fmla="*/ 95646 h 4821604"/>
              <a:gd name="connsiteX19344" fmla="*/ 1595917 w 2947832"/>
              <a:gd name="connsiteY19344" fmla="*/ 94442 h 4821604"/>
              <a:gd name="connsiteX19345" fmla="*/ 1600678 w 2947832"/>
              <a:gd name="connsiteY19345" fmla="*/ 86176 h 4821604"/>
              <a:gd name="connsiteX19346" fmla="*/ 1601725 w 2947832"/>
              <a:gd name="connsiteY19346" fmla="*/ 85600 h 4821604"/>
              <a:gd name="connsiteX19347" fmla="*/ 1518900 w 2947832"/>
              <a:gd name="connsiteY19347" fmla="*/ 85286 h 4821604"/>
              <a:gd name="connsiteX19348" fmla="*/ 1528736 w 2947832"/>
              <a:gd name="connsiteY19348" fmla="*/ 85286 h 4821604"/>
              <a:gd name="connsiteX19349" fmla="*/ 1529783 w 2947832"/>
              <a:gd name="connsiteY19349" fmla="*/ 85914 h 4821604"/>
              <a:gd name="connsiteX19350" fmla="*/ 1534701 w 2947832"/>
              <a:gd name="connsiteY19350" fmla="*/ 94442 h 4821604"/>
              <a:gd name="connsiteX19351" fmla="*/ 1534701 w 2947832"/>
              <a:gd name="connsiteY19351" fmla="*/ 95646 h 4821604"/>
              <a:gd name="connsiteX19352" fmla="*/ 1529783 w 2947832"/>
              <a:gd name="connsiteY19352" fmla="*/ 104174 h 4821604"/>
              <a:gd name="connsiteX19353" fmla="*/ 1528736 w 2947832"/>
              <a:gd name="connsiteY19353" fmla="*/ 104802 h 4821604"/>
              <a:gd name="connsiteX19354" fmla="*/ 1518900 w 2947832"/>
              <a:gd name="connsiteY19354" fmla="*/ 104802 h 4821604"/>
              <a:gd name="connsiteX19355" fmla="*/ 1517853 w 2947832"/>
              <a:gd name="connsiteY19355" fmla="*/ 104174 h 4821604"/>
              <a:gd name="connsiteX19356" fmla="*/ 1512935 w 2947832"/>
              <a:gd name="connsiteY19356" fmla="*/ 95646 h 4821604"/>
              <a:gd name="connsiteX19357" fmla="*/ 1512935 w 2947832"/>
              <a:gd name="connsiteY19357" fmla="*/ 94442 h 4821604"/>
              <a:gd name="connsiteX19358" fmla="*/ 1517853 w 2947832"/>
              <a:gd name="connsiteY19358" fmla="*/ 85914 h 4821604"/>
              <a:gd name="connsiteX19359" fmla="*/ 1518900 w 2947832"/>
              <a:gd name="connsiteY19359" fmla="*/ 85286 h 4821604"/>
              <a:gd name="connsiteX19360" fmla="*/ 1353459 w 2947832"/>
              <a:gd name="connsiteY19360" fmla="*/ 85025 h 4821604"/>
              <a:gd name="connsiteX19361" fmla="*/ 1363557 w 2947832"/>
              <a:gd name="connsiteY19361" fmla="*/ 85025 h 4821604"/>
              <a:gd name="connsiteX19362" fmla="*/ 1364656 w 2947832"/>
              <a:gd name="connsiteY19362" fmla="*/ 85652 h 4821604"/>
              <a:gd name="connsiteX19363" fmla="*/ 1369678 w 2947832"/>
              <a:gd name="connsiteY19363" fmla="*/ 94391 h 4821604"/>
              <a:gd name="connsiteX19364" fmla="*/ 1369678 w 2947832"/>
              <a:gd name="connsiteY19364" fmla="*/ 95646 h 4821604"/>
              <a:gd name="connsiteX19365" fmla="*/ 1364656 w 2947832"/>
              <a:gd name="connsiteY19365" fmla="*/ 104384 h 4821604"/>
              <a:gd name="connsiteX19366" fmla="*/ 1363557 w 2947832"/>
              <a:gd name="connsiteY19366" fmla="*/ 105011 h 4821604"/>
              <a:gd name="connsiteX19367" fmla="*/ 1353459 w 2947832"/>
              <a:gd name="connsiteY19367" fmla="*/ 105011 h 4821604"/>
              <a:gd name="connsiteX19368" fmla="*/ 1352360 w 2947832"/>
              <a:gd name="connsiteY19368" fmla="*/ 104384 h 4821604"/>
              <a:gd name="connsiteX19369" fmla="*/ 1347337 w 2947832"/>
              <a:gd name="connsiteY19369" fmla="*/ 95646 h 4821604"/>
              <a:gd name="connsiteX19370" fmla="*/ 1347337 w 2947832"/>
              <a:gd name="connsiteY19370" fmla="*/ 94391 h 4821604"/>
              <a:gd name="connsiteX19371" fmla="*/ 1352360 w 2947832"/>
              <a:gd name="connsiteY19371" fmla="*/ 85652 h 4821604"/>
              <a:gd name="connsiteX19372" fmla="*/ 1353459 w 2947832"/>
              <a:gd name="connsiteY19372" fmla="*/ 85025 h 4821604"/>
              <a:gd name="connsiteX19373" fmla="*/ 1849050 w 2947832"/>
              <a:gd name="connsiteY19373" fmla="*/ 84344 h 4821604"/>
              <a:gd name="connsiteX19374" fmla="*/ 1859776 w 2947832"/>
              <a:gd name="connsiteY19374" fmla="*/ 84344 h 4821604"/>
              <a:gd name="connsiteX19375" fmla="*/ 1860927 w 2947832"/>
              <a:gd name="connsiteY19375" fmla="*/ 85024 h 4821604"/>
              <a:gd name="connsiteX19376" fmla="*/ 1866317 w 2947832"/>
              <a:gd name="connsiteY19376" fmla="*/ 94337 h 4821604"/>
              <a:gd name="connsiteX19377" fmla="*/ 1866317 w 2947832"/>
              <a:gd name="connsiteY19377" fmla="*/ 95645 h 4821604"/>
              <a:gd name="connsiteX19378" fmla="*/ 1860927 w 2947832"/>
              <a:gd name="connsiteY19378" fmla="*/ 104959 h 4821604"/>
              <a:gd name="connsiteX19379" fmla="*/ 1859776 w 2947832"/>
              <a:gd name="connsiteY19379" fmla="*/ 105639 h 4821604"/>
              <a:gd name="connsiteX19380" fmla="*/ 1849050 w 2947832"/>
              <a:gd name="connsiteY19380" fmla="*/ 105639 h 4821604"/>
              <a:gd name="connsiteX19381" fmla="*/ 1847899 w 2947832"/>
              <a:gd name="connsiteY19381" fmla="*/ 104959 h 4821604"/>
              <a:gd name="connsiteX19382" fmla="*/ 1842510 w 2947832"/>
              <a:gd name="connsiteY19382" fmla="*/ 95645 h 4821604"/>
              <a:gd name="connsiteX19383" fmla="*/ 1842510 w 2947832"/>
              <a:gd name="connsiteY19383" fmla="*/ 94337 h 4821604"/>
              <a:gd name="connsiteX19384" fmla="*/ 1847899 w 2947832"/>
              <a:gd name="connsiteY19384" fmla="*/ 85024 h 4821604"/>
              <a:gd name="connsiteX19385" fmla="*/ 1849050 w 2947832"/>
              <a:gd name="connsiteY19385" fmla="*/ 84344 h 4821604"/>
              <a:gd name="connsiteX19386" fmla="*/ 1104825 w 2947832"/>
              <a:gd name="connsiteY19386" fmla="*/ 83822 h 4821604"/>
              <a:gd name="connsiteX19387" fmla="*/ 1116179 w 2947832"/>
              <a:gd name="connsiteY19387" fmla="*/ 83822 h 4821604"/>
              <a:gd name="connsiteX19388" fmla="*/ 1117382 w 2947832"/>
              <a:gd name="connsiteY19388" fmla="*/ 84502 h 4821604"/>
              <a:gd name="connsiteX19389" fmla="*/ 1123033 w 2947832"/>
              <a:gd name="connsiteY19389" fmla="*/ 94339 h 4821604"/>
              <a:gd name="connsiteX19390" fmla="*/ 1123033 w 2947832"/>
              <a:gd name="connsiteY19390" fmla="*/ 95751 h 4821604"/>
              <a:gd name="connsiteX19391" fmla="*/ 1117382 w 2947832"/>
              <a:gd name="connsiteY19391" fmla="*/ 105588 h 4821604"/>
              <a:gd name="connsiteX19392" fmla="*/ 1116179 w 2947832"/>
              <a:gd name="connsiteY19392" fmla="*/ 106268 h 4821604"/>
              <a:gd name="connsiteX19393" fmla="*/ 1104825 w 2947832"/>
              <a:gd name="connsiteY19393" fmla="*/ 106268 h 4821604"/>
              <a:gd name="connsiteX19394" fmla="*/ 1103622 w 2947832"/>
              <a:gd name="connsiteY19394" fmla="*/ 105588 h 4821604"/>
              <a:gd name="connsiteX19395" fmla="*/ 1097971 w 2947832"/>
              <a:gd name="connsiteY19395" fmla="*/ 95751 h 4821604"/>
              <a:gd name="connsiteX19396" fmla="*/ 1097971 w 2947832"/>
              <a:gd name="connsiteY19396" fmla="*/ 94339 h 4821604"/>
              <a:gd name="connsiteX19397" fmla="*/ 1103622 w 2947832"/>
              <a:gd name="connsiteY19397" fmla="*/ 84502 h 4821604"/>
              <a:gd name="connsiteX19398" fmla="*/ 1104825 w 2947832"/>
              <a:gd name="connsiteY19398" fmla="*/ 83822 h 4821604"/>
              <a:gd name="connsiteX19399" fmla="*/ 1683399 w 2947832"/>
              <a:gd name="connsiteY19399" fmla="*/ 83665 h 4821604"/>
              <a:gd name="connsiteX19400" fmla="*/ 1694858 w 2947832"/>
              <a:gd name="connsiteY19400" fmla="*/ 83665 h 4821604"/>
              <a:gd name="connsiteX19401" fmla="*/ 1696061 w 2947832"/>
              <a:gd name="connsiteY19401" fmla="*/ 84397 h 4821604"/>
              <a:gd name="connsiteX19402" fmla="*/ 1701764 w 2947832"/>
              <a:gd name="connsiteY19402" fmla="*/ 94285 h 4821604"/>
              <a:gd name="connsiteX19403" fmla="*/ 1701764 w 2947832"/>
              <a:gd name="connsiteY19403" fmla="*/ 95698 h 4821604"/>
              <a:gd name="connsiteX19404" fmla="*/ 1696061 w 2947832"/>
              <a:gd name="connsiteY19404" fmla="*/ 105587 h 4821604"/>
              <a:gd name="connsiteX19405" fmla="*/ 1694858 w 2947832"/>
              <a:gd name="connsiteY19405" fmla="*/ 106319 h 4821604"/>
              <a:gd name="connsiteX19406" fmla="*/ 1683399 w 2947832"/>
              <a:gd name="connsiteY19406" fmla="*/ 106319 h 4821604"/>
              <a:gd name="connsiteX19407" fmla="*/ 1682196 w 2947832"/>
              <a:gd name="connsiteY19407" fmla="*/ 105587 h 4821604"/>
              <a:gd name="connsiteX19408" fmla="*/ 1676493 w 2947832"/>
              <a:gd name="connsiteY19408" fmla="*/ 95698 h 4821604"/>
              <a:gd name="connsiteX19409" fmla="*/ 1676493 w 2947832"/>
              <a:gd name="connsiteY19409" fmla="*/ 94285 h 4821604"/>
              <a:gd name="connsiteX19410" fmla="*/ 1682196 w 2947832"/>
              <a:gd name="connsiteY19410" fmla="*/ 84397 h 4821604"/>
              <a:gd name="connsiteX19411" fmla="*/ 1683399 w 2947832"/>
              <a:gd name="connsiteY19411" fmla="*/ 83665 h 4821604"/>
              <a:gd name="connsiteX19412" fmla="*/ 1765911 w 2947832"/>
              <a:gd name="connsiteY19412" fmla="*/ 83402 h 4821604"/>
              <a:gd name="connsiteX19413" fmla="*/ 1777631 w 2947832"/>
              <a:gd name="connsiteY19413" fmla="*/ 83402 h 4821604"/>
              <a:gd name="connsiteX19414" fmla="*/ 1778887 w 2947832"/>
              <a:gd name="connsiteY19414" fmla="*/ 84135 h 4821604"/>
              <a:gd name="connsiteX19415" fmla="*/ 1784747 w 2947832"/>
              <a:gd name="connsiteY19415" fmla="*/ 94285 h 4821604"/>
              <a:gd name="connsiteX19416" fmla="*/ 1784747 w 2947832"/>
              <a:gd name="connsiteY19416" fmla="*/ 95750 h 4821604"/>
              <a:gd name="connsiteX19417" fmla="*/ 1778887 w 2947832"/>
              <a:gd name="connsiteY19417" fmla="*/ 105900 h 4821604"/>
              <a:gd name="connsiteX19418" fmla="*/ 1777631 w 2947832"/>
              <a:gd name="connsiteY19418" fmla="*/ 106633 h 4821604"/>
              <a:gd name="connsiteX19419" fmla="*/ 1765911 w 2947832"/>
              <a:gd name="connsiteY19419" fmla="*/ 106633 h 4821604"/>
              <a:gd name="connsiteX19420" fmla="*/ 1764655 w 2947832"/>
              <a:gd name="connsiteY19420" fmla="*/ 105900 h 4821604"/>
              <a:gd name="connsiteX19421" fmla="*/ 1758795 w 2947832"/>
              <a:gd name="connsiteY19421" fmla="*/ 95750 h 4821604"/>
              <a:gd name="connsiteX19422" fmla="*/ 1758795 w 2947832"/>
              <a:gd name="connsiteY19422" fmla="*/ 94285 h 4821604"/>
              <a:gd name="connsiteX19423" fmla="*/ 1764655 w 2947832"/>
              <a:gd name="connsiteY19423" fmla="*/ 84135 h 4821604"/>
              <a:gd name="connsiteX19424" fmla="*/ 1765911 w 2947832"/>
              <a:gd name="connsiteY19424" fmla="*/ 83402 h 4821604"/>
              <a:gd name="connsiteX19425" fmla="*/ 1435028 w 2947832"/>
              <a:gd name="connsiteY19425" fmla="*/ 82931 h 4821604"/>
              <a:gd name="connsiteX19426" fmla="*/ 1447219 w 2947832"/>
              <a:gd name="connsiteY19426" fmla="*/ 82931 h 4821604"/>
              <a:gd name="connsiteX19427" fmla="*/ 1448527 w 2947832"/>
              <a:gd name="connsiteY19427" fmla="*/ 83665 h 4821604"/>
              <a:gd name="connsiteX19428" fmla="*/ 1454649 w 2947832"/>
              <a:gd name="connsiteY19428" fmla="*/ 94233 h 4821604"/>
              <a:gd name="connsiteX19429" fmla="*/ 1454649 w 2947832"/>
              <a:gd name="connsiteY19429" fmla="*/ 95750 h 4821604"/>
              <a:gd name="connsiteX19430" fmla="*/ 1448527 w 2947832"/>
              <a:gd name="connsiteY19430" fmla="*/ 106319 h 4821604"/>
              <a:gd name="connsiteX19431" fmla="*/ 1447219 w 2947832"/>
              <a:gd name="connsiteY19431" fmla="*/ 107052 h 4821604"/>
              <a:gd name="connsiteX19432" fmla="*/ 1435028 w 2947832"/>
              <a:gd name="connsiteY19432" fmla="*/ 107052 h 4821604"/>
              <a:gd name="connsiteX19433" fmla="*/ 1433720 w 2947832"/>
              <a:gd name="connsiteY19433" fmla="*/ 106319 h 4821604"/>
              <a:gd name="connsiteX19434" fmla="*/ 1427598 w 2947832"/>
              <a:gd name="connsiteY19434" fmla="*/ 95750 h 4821604"/>
              <a:gd name="connsiteX19435" fmla="*/ 1427598 w 2947832"/>
              <a:gd name="connsiteY19435" fmla="*/ 94233 h 4821604"/>
              <a:gd name="connsiteX19436" fmla="*/ 1433720 w 2947832"/>
              <a:gd name="connsiteY19436" fmla="*/ 83665 h 4821604"/>
              <a:gd name="connsiteX19437" fmla="*/ 1435028 w 2947832"/>
              <a:gd name="connsiteY19437" fmla="*/ 82931 h 4821604"/>
              <a:gd name="connsiteX19438" fmla="*/ 856298 w 2947832"/>
              <a:gd name="connsiteY19438" fmla="*/ 82723 h 4821604"/>
              <a:gd name="connsiteX19439" fmla="*/ 868698 w 2947832"/>
              <a:gd name="connsiteY19439" fmla="*/ 82723 h 4821604"/>
              <a:gd name="connsiteX19440" fmla="*/ 870006 w 2947832"/>
              <a:gd name="connsiteY19440" fmla="*/ 83508 h 4821604"/>
              <a:gd name="connsiteX19441" fmla="*/ 876232 w 2947832"/>
              <a:gd name="connsiteY19441" fmla="*/ 94234 h 4821604"/>
              <a:gd name="connsiteX19442" fmla="*/ 876232 w 2947832"/>
              <a:gd name="connsiteY19442" fmla="*/ 95751 h 4821604"/>
              <a:gd name="connsiteX19443" fmla="*/ 870006 w 2947832"/>
              <a:gd name="connsiteY19443" fmla="*/ 106477 h 4821604"/>
              <a:gd name="connsiteX19444" fmla="*/ 868698 w 2947832"/>
              <a:gd name="connsiteY19444" fmla="*/ 107262 h 4821604"/>
              <a:gd name="connsiteX19445" fmla="*/ 856298 w 2947832"/>
              <a:gd name="connsiteY19445" fmla="*/ 107262 h 4821604"/>
              <a:gd name="connsiteX19446" fmla="*/ 854989 w 2947832"/>
              <a:gd name="connsiteY19446" fmla="*/ 106477 h 4821604"/>
              <a:gd name="connsiteX19447" fmla="*/ 848763 w 2947832"/>
              <a:gd name="connsiteY19447" fmla="*/ 95751 h 4821604"/>
              <a:gd name="connsiteX19448" fmla="*/ 848763 w 2947832"/>
              <a:gd name="connsiteY19448" fmla="*/ 94234 h 4821604"/>
              <a:gd name="connsiteX19449" fmla="*/ 854989 w 2947832"/>
              <a:gd name="connsiteY19449" fmla="*/ 83508 h 4821604"/>
              <a:gd name="connsiteX19450" fmla="*/ 856298 w 2947832"/>
              <a:gd name="connsiteY19450" fmla="*/ 82723 h 4821604"/>
              <a:gd name="connsiteX19451" fmla="*/ 1020744 w 2947832"/>
              <a:gd name="connsiteY19451" fmla="*/ 80996 h 4821604"/>
              <a:gd name="connsiteX19452" fmla="*/ 1034923 w 2947832"/>
              <a:gd name="connsiteY19452" fmla="*/ 80996 h 4821604"/>
              <a:gd name="connsiteX19453" fmla="*/ 1036440 w 2947832"/>
              <a:gd name="connsiteY19453" fmla="*/ 81885 h 4821604"/>
              <a:gd name="connsiteX19454" fmla="*/ 1043504 w 2947832"/>
              <a:gd name="connsiteY19454" fmla="*/ 94129 h 4821604"/>
              <a:gd name="connsiteX19455" fmla="*/ 1043504 w 2947832"/>
              <a:gd name="connsiteY19455" fmla="*/ 95855 h 4821604"/>
              <a:gd name="connsiteX19456" fmla="*/ 1036440 w 2947832"/>
              <a:gd name="connsiteY19456" fmla="*/ 108099 h 4821604"/>
              <a:gd name="connsiteX19457" fmla="*/ 1034923 w 2947832"/>
              <a:gd name="connsiteY19457" fmla="*/ 108988 h 4821604"/>
              <a:gd name="connsiteX19458" fmla="*/ 1020744 w 2947832"/>
              <a:gd name="connsiteY19458" fmla="*/ 108988 h 4821604"/>
              <a:gd name="connsiteX19459" fmla="*/ 1019227 w 2947832"/>
              <a:gd name="connsiteY19459" fmla="*/ 108099 h 4821604"/>
              <a:gd name="connsiteX19460" fmla="*/ 1012163 w 2947832"/>
              <a:gd name="connsiteY19460" fmla="*/ 95855 h 4821604"/>
              <a:gd name="connsiteX19461" fmla="*/ 1012163 w 2947832"/>
              <a:gd name="connsiteY19461" fmla="*/ 94129 h 4821604"/>
              <a:gd name="connsiteX19462" fmla="*/ 1019227 w 2947832"/>
              <a:gd name="connsiteY19462" fmla="*/ 81885 h 4821604"/>
              <a:gd name="connsiteX19463" fmla="*/ 1020744 w 2947832"/>
              <a:gd name="connsiteY19463" fmla="*/ 80996 h 4821604"/>
              <a:gd name="connsiteX19464" fmla="*/ 938076 w 2947832"/>
              <a:gd name="connsiteY19464" fmla="*/ 80944 h 4821604"/>
              <a:gd name="connsiteX19465" fmla="*/ 952308 w 2947832"/>
              <a:gd name="connsiteY19465" fmla="*/ 80944 h 4821604"/>
              <a:gd name="connsiteX19466" fmla="*/ 953825 w 2947832"/>
              <a:gd name="connsiteY19466" fmla="*/ 81833 h 4821604"/>
              <a:gd name="connsiteX19467" fmla="*/ 960941 w 2947832"/>
              <a:gd name="connsiteY19467" fmla="*/ 94129 h 4821604"/>
              <a:gd name="connsiteX19468" fmla="*/ 960941 w 2947832"/>
              <a:gd name="connsiteY19468" fmla="*/ 95908 h 4821604"/>
              <a:gd name="connsiteX19469" fmla="*/ 953825 w 2947832"/>
              <a:gd name="connsiteY19469" fmla="*/ 108204 h 4821604"/>
              <a:gd name="connsiteX19470" fmla="*/ 952308 w 2947832"/>
              <a:gd name="connsiteY19470" fmla="*/ 109093 h 4821604"/>
              <a:gd name="connsiteX19471" fmla="*/ 938076 w 2947832"/>
              <a:gd name="connsiteY19471" fmla="*/ 109093 h 4821604"/>
              <a:gd name="connsiteX19472" fmla="*/ 936559 w 2947832"/>
              <a:gd name="connsiteY19472" fmla="*/ 108204 h 4821604"/>
              <a:gd name="connsiteX19473" fmla="*/ 929443 w 2947832"/>
              <a:gd name="connsiteY19473" fmla="*/ 95908 h 4821604"/>
              <a:gd name="connsiteX19474" fmla="*/ 929443 w 2947832"/>
              <a:gd name="connsiteY19474" fmla="*/ 94129 h 4821604"/>
              <a:gd name="connsiteX19475" fmla="*/ 936559 w 2947832"/>
              <a:gd name="connsiteY19475" fmla="*/ 81833 h 4821604"/>
              <a:gd name="connsiteX19476" fmla="*/ 938076 w 2947832"/>
              <a:gd name="connsiteY19476" fmla="*/ 80944 h 4821604"/>
              <a:gd name="connsiteX19477" fmla="*/ 771431 w 2947832"/>
              <a:gd name="connsiteY19477" fmla="*/ 78328 h 4821604"/>
              <a:gd name="connsiteX19478" fmla="*/ 788279 w 2947832"/>
              <a:gd name="connsiteY19478" fmla="*/ 78328 h 4821604"/>
              <a:gd name="connsiteX19479" fmla="*/ 790058 w 2947832"/>
              <a:gd name="connsiteY19479" fmla="*/ 79374 h 4821604"/>
              <a:gd name="connsiteX19480" fmla="*/ 798481 w 2947832"/>
              <a:gd name="connsiteY19480" fmla="*/ 93972 h 4821604"/>
              <a:gd name="connsiteX19481" fmla="*/ 798481 w 2947832"/>
              <a:gd name="connsiteY19481" fmla="*/ 96065 h 4821604"/>
              <a:gd name="connsiteX19482" fmla="*/ 790058 w 2947832"/>
              <a:gd name="connsiteY19482" fmla="*/ 110663 h 4821604"/>
              <a:gd name="connsiteX19483" fmla="*/ 788279 w 2947832"/>
              <a:gd name="connsiteY19483" fmla="*/ 111709 h 4821604"/>
              <a:gd name="connsiteX19484" fmla="*/ 771431 w 2947832"/>
              <a:gd name="connsiteY19484" fmla="*/ 111709 h 4821604"/>
              <a:gd name="connsiteX19485" fmla="*/ 769652 w 2947832"/>
              <a:gd name="connsiteY19485" fmla="*/ 110663 h 4821604"/>
              <a:gd name="connsiteX19486" fmla="*/ 761228 w 2947832"/>
              <a:gd name="connsiteY19486" fmla="*/ 96065 h 4821604"/>
              <a:gd name="connsiteX19487" fmla="*/ 761228 w 2947832"/>
              <a:gd name="connsiteY19487" fmla="*/ 93972 h 4821604"/>
              <a:gd name="connsiteX19488" fmla="*/ 769652 w 2947832"/>
              <a:gd name="connsiteY19488" fmla="*/ 79374 h 4821604"/>
              <a:gd name="connsiteX19489" fmla="*/ 771431 w 2947832"/>
              <a:gd name="connsiteY19489" fmla="*/ 78328 h 4821604"/>
              <a:gd name="connsiteX19490" fmla="*/ 1520365 w 2947832"/>
              <a:gd name="connsiteY19490" fmla="*/ 5546 h 4821604"/>
              <a:gd name="connsiteX19491" fmla="*/ 1527271 w 2947832"/>
              <a:gd name="connsiteY19491" fmla="*/ 5546 h 4821604"/>
              <a:gd name="connsiteX19492" fmla="*/ 1528003 w 2947832"/>
              <a:gd name="connsiteY19492" fmla="*/ 5965 h 4821604"/>
              <a:gd name="connsiteX19493" fmla="*/ 1531457 w 2947832"/>
              <a:gd name="connsiteY19493" fmla="*/ 11929 h 4821604"/>
              <a:gd name="connsiteX19494" fmla="*/ 1531457 w 2947832"/>
              <a:gd name="connsiteY19494" fmla="*/ 12766 h 4821604"/>
              <a:gd name="connsiteX19495" fmla="*/ 1528003 w 2947832"/>
              <a:gd name="connsiteY19495" fmla="*/ 18731 h 4821604"/>
              <a:gd name="connsiteX19496" fmla="*/ 1527271 w 2947832"/>
              <a:gd name="connsiteY19496" fmla="*/ 19150 h 4821604"/>
              <a:gd name="connsiteX19497" fmla="*/ 1520365 w 2947832"/>
              <a:gd name="connsiteY19497" fmla="*/ 19150 h 4821604"/>
              <a:gd name="connsiteX19498" fmla="*/ 1519632 w 2947832"/>
              <a:gd name="connsiteY19498" fmla="*/ 18731 h 4821604"/>
              <a:gd name="connsiteX19499" fmla="*/ 1516179 w 2947832"/>
              <a:gd name="connsiteY19499" fmla="*/ 12766 h 4821604"/>
              <a:gd name="connsiteX19500" fmla="*/ 1516179 w 2947832"/>
              <a:gd name="connsiteY19500" fmla="*/ 11929 h 4821604"/>
              <a:gd name="connsiteX19501" fmla="*/ 1519632 w 2947832"/>
              <a:gd name="connsiteY19501" fmla="*/ 5965 h 4821604"/>
              <a:gd name="connsiteX19502" fmla="*/ 1520365 w 2947832"/>
              <a:gd name="connsiteY19502" fmla="*/ 5546 h 4821604"/>
              <a:gd name="connsiteX19503" fmla="*/ 1189220 w 2947832"/>
              <a:gd name="connsiteY19503" fmla="*/ 4605 h 4821604"/>
              <a:gd name="connsiteX19504" fmla="*/ 1197068 w 2947832"/>
              <a:gd name="connsiteY19504" fmla="*/ 4605 h 4821604"/>
              <a:gd name="connsiteX19505" fmla="*/ 1197906 w 2947832"/>
              <a:gd name="connsiteY19505" fmla="*/ 5077 h 4821604"/>
              <a:gd name="connsiteX19506" fmla="*/ 1201830 w 2947832"/>
              <a:gd name="connsiteY19506" fmla="*/ 11879 h 4821604"/>
              <a:gd name="connsiteX19507" fmla="*/ 1201830 w 2947832"/>
              <a:gd name="connsiteY19507" fmla="*/ 12872 h 4821604"/>
              <a:gd name="connsiteX19508" fmla="*/ 1197906 w 2947832"/>
              <a:gd name="connsiteY19508" fmla="*/ 19674 h 4821604"/>
              <a:gd name="connsiteX19509" fmla="*/ 1197068 w 2947832"/>
              <a:gd name="connsiteY19509" fmla="*/ 20146 h 4821604"/>
              <a:gd name="connsiteX19510" fmla="*/ 1189220 w 2947832"/>
              <a:gd name="connsiteY19510" fmla="*/ 20146 h 4821604"/>
              <a:gd name="connsiteX19511" fmla="*/ 1188383 w 2947832"/>
              <a:gd name="connsiteY19511" fmla="*/ 19674 h 4821604"/>
              <a:gd name="connsiteX19512" fmla="*/ 1184459 w 2947832"/>
              <a:gd name="connsiteY19512" fmla="*/ 12872 h 4821604"/>
              <a:gd name="connsiteX19513" fmla="*/ 1184459 w 2947832"/>
              <a:gd name="connsiteY19513" fmla="*/ 11879 h 4821604"/>
              <a:gd name="connsiteX19514" fmla="*/ 1188383 w 2947832"/>
              <a:gd name="connsiteY19514" fmla="*/ 5077 h 4821604"/>
              <a:gd name="connsiteX19515" fmla="*/ 1189220 w 2947832"/>
              <a:gd name="connsiteY19515" fmla="*/ 4605 h 4821604"/>
              <a:gd name="connsiteX19516" fmla="*/ 774623 w 2947832"/>
              <a:gd name="connsiteY19516" fmla="*/ 2042 h 4821604"/>
              <a:gd name="connsiteX19517" fmla="*/ 785035 w 2947832"/>
              <a:gd name="connsiteY19517" fmla="*/ 2042 h 4821604"/>
              <a:gd name="connsiteX19518" fmla="*/ 786134 w 2947832"/>
              <a:gd name="connsiteY19518" fmla="*/ 2670 h 4821604"/>
              <a:gd name="connsiteX19519" fmla="*/ 791366 w 2947832"/>
              <a:gd name="connsiteY19519" fmla="*/ 11722 h 4821604"/>
              <a:gd name="connsiteX19520" fmla="*/ 791366 w 2947832"/>
              <a:gd name="connsiteY19520" fmla="*/ 13030 h 4821604"/>
              <a:gd name="connsiteX19521" fmla="*/ 786134 w 2947832"/>
              <a:gd name="connsiteY19521" fmla="*/ 22081 h 4821604"/>
              <a:gd name="connsiteX19522" fmla="*/ 785035 w 2947832"/>
              <a:gd name="connsiteY19522" fmla="*/ 22709 h 4821604"/>
              <a:gd name="connsiteX19523" fmla="*/ 774623 w 2947832"/>
              <a:gd name="connsiteY19523" fmla="*/ 22709 h 4821604"/>
              <a:gd name="connsiteX19524" fmla="*/ 773524 w 2947832"/>
              <a:gd name="connsiteY19524" fmla="*/ 22081 h 4821604"/>
              <a:gd name="connsiteX19525" fmla="*/ 768292 w 2947832"/>
              <a:gd name="connsiteY19525" fmla="*/ 13030 h 4821604"/>
              <a:gd name="connsiteX19526" fmla="*/ 768292 w 2947832"/>
              <a:gd name="connsiteY19526" fmla="*/ 11722 h 4821604"/>
              <a:gd name="connsiteX19527" fmla="*/ 773524 w 2947832"/>
              <a:gd name="connsiteY19527" fmla="*/ 2670 h 4821604"/>
              <a:gd name="connsiteX19528" fmla="*/ 774623 w 2947832"/>
              <a:gd name="connsiteY19528" fmla="*/ 2042 h 4821604"/>
              <a:gd name="connsiteX19529" fmla="*/ 1353250 w 2947832"/>
              <a:gd name="connsiteY19529" fmla="*/ 1936 h 4821604"/>
              <a:gd name="connsiteX19530" fmla="*/ 1363766 w 2947832"/>
              <a:gd name="connsiteY19530" fmla="*/ 1936 h 4821604"/>
              <a:gd name="connsiteX19531" fmla="*/ 1364917 w 2947832"/>
              <a:gd name="connsiteY19531" fmla="*/ 2564 h 4821604"/>
              <a:gd name="connsiteX19532" fmla="*/ 1370202 w 2947832"/>
              <a:gd name="connsiteY19532" fmla="*/ 11668 h 4821604"/>
              <a:gd name="connsiteX19533" fmla="*/ 1370202 w 2947832"/>
              <a:gd name="connsiteY19533" fmla="*/ 12976 h 4821604"/>
              <a:gd name="connsiteX19534" fmla="*/ 1364917 w 2947832"/>
              <a:gd name="connsiteY19534" fmla="*/ 22080 h 4821604"/>
              <a:gd name="connsiteX19535" fmla="*/ 1363766 w 2947832"/>
              <a:gd name="connsiteY19535" fmla="*/ 22708 h 4821604"/>
              <a:gd name="connsiteX19536" fmla="*/ 1353250 w 2947832"/>
              <a:gd name="connsiteY19536" fmla="*/ 22708 h 4821604"/>
              <a:gd name="connsiteX19537" fmla="*/ 1352098 w 2947832"/>
              <a:gd name="connsiteY19537" fmla="*/ 22080 h 4821604"/>
              <a:gd name="connsiteX19538" fmla="*/ 1346814 w 2947832"/>
              <a:gd name="connsiteY19538" fmla="*/ 12976 h 4821604"/>
              <a:gd name="connsiteX19539" fmla="*/ 1346814 w 2947832"/>
              <a:gd name="connsiteY19539" fmla="*/ 11668 h 4821604"/>
              <a:gd name="connsiteX19540" fmla="*/ 1352098 w 2947832"/>
              <a:gd name="connsiteY19540" fmla="*/ 2564 h 4821604"/>
              <a:gd name="connsiteX19541" fmla="*/ 1353250 w 2947832"/>
              <a:gd name="connsiteY19541" fmla="*/ 1936 h 4821604"/>
              <a:gd name="connsiteX19542" fmla="*/ 1270110 w 2947832"/>
              <a:gd name="connsiteY19542" fmla="*/ 1099 h 4821604"/>
              <a:gd name="connsiteX19543" fmla="*/ 1281516 w 2947832"/>
              <a:gd name="connsiteY19543" fmla="*/ 1099 h 4821604"/>
              <a:gd name="connsiteX19544" fmla="*/ 1282720 w 2947832"/>
              <a:gd name="connsiteY19544" fmla="*/ 1779 h 4821604"/>
              <a:gd name="connsiteX19545" fmla="*/ 1288423 w 2947832"/>
              <a:gd name="connsiteY19545" fmla="*/ 11668 h 4821604"/>
              <a:gd name="connsiteX19546" fmla="*/ 1288423 w 2947832"/>
              <a:gd name="connsiteY19546" fmla="*/ 13081 h 4821604"/>
              <a:gd name="connsiteX19547" fmla="*/ 1282720 w 2947832"/>
              <a:gd name="connsiteY19547" fmla="*/ 22969 h 4821604"/>
              <a:gd name="connsiteX19548" fmla="*/ 1281516 w 2947832"/>
              <a:gd name="connsiteY19548" fmla="*/ 23650 h 4821604"/>
              <a:gd name="connsiteX19549" fmla="*/ 1270110 w 2947832"/>
              <a:gd name="connsiteY19549" fmla="*/ 23650 h 4821604"/>
              <a:gd name="connsiteX19550" fmla="*/ 1268907 w 2947832"/>
              <a:gd name="connsiteY19550" fmla="*/ 22969 h 4821604"/>
              <a:gd name="connsiteX19551" fmla="*/ 1263204 w 2947832"/>
              <a:gd name="connsiteY19551" fmla="*/ 13081 h 4821604"/>
              <a:gd name="connsiteX19552" fmla="*/ 1263204 w 2947832"/>
              <a:gd name="connsiteY19552" fmla="*/ 11668 h 4821604"/>
              <a:gd name="connsiteX19553" fmla="*/ 1268907 w 2947832"/>
              <a:gd name="connsiteY19553" fmla="*/ 1779 h 4821604"/>
              <a:gd name="connsiteX19554" fmla="*/ 1270110 w 2947832"/>
              <a:gd name="connsiteY19554" fmla="*/ 1099 h 4821604"/>
              <a:gd name="connsiteX19555" fmla="*/ 856611 w 2947832"/>
              <a:gd name="connsiteY19555" fmla="*/ 681 h 4821604"/>
              <a:gd name="connsiteX19556" fmla="*/ 868383 w 2947832"/>
              <a:gd name="connsiteY19556" fmla="*/ 681 h 4821604"/>
              <a:gd name="connsiteX19557" fmla="*/ 869639 w 2947832"/>
              <a:gd name="connsiteY19557" fmla="*/ 1414 h 4821604"/>
              <a:gd name="connsiteX19558" fmla="*/ 875551 w 2947832"/>
              <a:gd name="connsiteY19558" fmla="*/ 11616 h 4821604"/>
              <a:gd name="connsiteX19559" fmla="*/ 875551 w 2947832"/>
              <a:gd name="connsiteY19559" fmla="*/ 13081 h 4821604"/>
              <a:gd name="connsiteX19560" fmla="*/ 869639 w 2947832"/>
              <a:gd name="connsiteY19560" fmla="*/ 23284 h 4821604"/>
              <a:gd name="connsiteX19561" fmla="*/ 868383 w 2947832"/>
              <a:gd name="connsiteY19561" fmla="*/ 24016 h 4821604"/>
              <a:gd name="connsiteX19562" fmla="*/ 856611 w 2947832"/>
              <a:gd name="connsiteY19562" fmla="*/ 24016 h 4821604"/>
              <a:gd name="connsiteX19563" fmla="*/ 855355 w 2947832"/>
              <a:gd name="connsiteY19563" fmla="*/ 23284 h 4821604"/>
              <a:gd name="connsiteX19564" fmla="*/ 849443 w 2947832"/>
              <a:gd name="connsiteY19564" fmla="*/ 13081 h 4821604"/>
              <a:gd name="connsiteX19565" fmla="*/ 849443 w 2947832"/>
              <a:gd name="connsiteY19565" fmla="*/ 11616 h 4821604"/>
              <a:gd name="connsiteX19566" fmla="*/ 855355 w 2947832"/>
              <a:gd name="connsiteY19566" fmla="*/ 1414 h 4821604"/>
              <a:gd name="connsiteX19567" fmla="*/ 856611 w 2947832"/>
              <a:gd name="connsiteY19567" fmla="*/ 681 h 4821604"/>
              <a:gd name="connsiteX19568" fmla="*/ 1104511 w 2947832"/>
              <a:gd name="connsiteY19568" fmla="*/ 472 h 4821604"/>
              <a:gd name="connsiteX19569" fmla="*/ 1116493 w 2947832"/>
              <a:gd name="connsiteY19569" fmla="*/ 472 h 4821604"/>
              <a:gd name="connsiteX19570" fmla="*/ 1117801 w 2947832"/>
              <a:gd name="connsiteY19570" fmla="*/ 1205 h 4821604"/>
              <a:gd name="connsiteX19571" fmla="*/ 1123818 w 2947832"/>
              <a:gd name="connsiteY19571" fmla="*/ 11617 h 4821604"/>
              <a:gd name="connsiteX19572" fmla="*/ 1123818 w 2947832"/>
              <a:gd name="connsiteY19572" fmla="*/ 13081 h 4821604"/>
              <a:gd name="connsiteX19573" fmla="*/ 1117801 w 2947832"/>
              <a:gd name="connsiteY19573" fmla="*/ 23493 h 4821604"/>
              <a:gd name="connsiteX19574" fmla="*/ 1116493 w 2947832"/>
              <a:gd name="connsiteY19574" fmla="*/ 24226 h 4821604"/>
              <a:gd name="connsiteX19575" fmla="*/ 1104511 w 2947832"/>
              <a:gd name="connsiteY19575" fmla="*/ 24226 h 4821604"/>
              <a:gd name="connsiteX19576" fmla="*/ 1103203 w 2947832"/>
              <a:gd name="connsiteY19576" fmla="*/ 23493 h 4821604"/>
              <a:gd name="connsiteX19577" fmla="*/ 1097186 w 2947832"/>
              <a:gd name="connsiteY19577" fmla="*/ 13081 h 4821604"/>
              <a:gd name="connsiteX19578" fmla="*/ 1097186 w 2947832"/>
              <a:gd name="connsiteY19578" fmla="*/ 11617 h 4821604"/>
              <a:gd name="connsiteX19579" fmla="*/ 1103203 w 2947832"/>
              <a:gd name="connsiteY19579" fmla="*/ 1205 h 4821604"/>
              <a:gd name="connsiteX19580" fmla="*/ 1104511 w 2947832"/>
              <a:gd name="connsiteY19580" fmla="*/ 472 h 4821604"/>
              <a:gd name="connsiteX19581" fmla="*/ 939175 w 2947832"/>
              <a:gd name="connsiteY19581" fmla="*/ 368 h 4821604"/>
              <a:gd name="connsiteX19582" fmla="*/ 951261 w 2947832"/>
              <a:gd name="connsiteY19582" fmla="*/ 368 h 4821604"/>
              <a:gd name="connsiteX19583" fmla="*/ 952569 w 2947832"/>
              <a:gd name="connsiteY19583" fmla="*/ 1101 h 4821604"/>
              <a:gd name="connsiteX19584" fmla="*/ 958638 w 2947832"/>
              <a:gd name="connsiteY19584" fmla="*/ 11565 h 4821604"/>
              <a:gd name="connsiteX19585" fmla="*/ 958638 w 2947832"/>
              <a:gd name="connsiteY19585" fmla="*/ 13082 h 4821604"/>
              <a:gd name="connsiteX19586" fmla="*/ 952569 w 2947832"/>
              <a:gd name="connsiteY19586" fmla="*/ 23547 h 4821604"/>
              <a:gd name="connsiteX19587" fmla="*/ 951261 w 2947832"/>
              <a:gd name="connsiteY19587" fmla="*/ 24279 h 4821604"/>
              <a:gd name="connsiteX19588" fmla="*/ 939175 w 2947832"/>
              <a:gd name="connsiteY19588" fmla="*/ 24279 h 4821604"/>
              <a:gd name="connsiteX19589" fmla="*/ 937867 w 2947832"/>
              <a:gd name="connsiteY19589" fmla="*/ 23547 h 4821604"/>
              <a:gd name="connsiteX19590" fmla="*/ 931797 w 2947832"/>
              <a:gd name="connsiteY19590" fmla="*/ 13082 h 4821604"/>
              <a:gd name="connsiteX19591" fmla="*/ 931797 w 2947832"/>
              <a:gd name="connsiteY19591" fmla="*/ 11565 h 4821604"/>
              <a:gd name="connsiteX19592" fmla="*/ 937867 w 2947832"/>
              <a:gd name="connsiteY19592" fmla="*/ 1101 h 4821604"/>
              <a:gd name="connsiteX19593" fmla="*/ 939175 w 2947832"/>
              <a:gd name="connsiteY19593" fmla="*/ 368 h 4821604"/>
              <a:gd name="connsiteX19594" fmla="*/ 1021634 w 2947832"/>
              <a:gd name="connsiteY19594" fmla="*/ 1 h 4821604"/>
              <a:gd name="connsiteX19595" fmla="*/ 1034086 w 2947832"/>
              <a:gd name="connsiteY19595" fmla="*/ 1 h 4821604"/>
              <a:gd name="connsiteX19596" fmla="*/ 1035447 w 2947832"/>
              <a:gd name="connsiteY19596" fmla="*/ 786 h 4821604"/>
              <a:gd name="connsiteX19597" fmla="*/ 1041673 w 2947832"/>
              <a:gd name="connsiteY19597" fmla="*/ 11564 h 4821604"/>
              <a:gd name="connsiteX19598" fmla="*/ 1041673 w 2947832"/>
              <a:gd name="connsiteY19598" fmla="*/ 13080 h 4821604"/>
              <a:gd name="connsiteX19599" fmla="*/ 1035447 w 2947832"/>
              <a:gd name="connsiteY19599" fmla="*/ 23860 h 4821604"/>
              <a:gd name="connsiteX19600" fmla="*/ 1034086 w 2947832"/>
              <a:gd name="connsiteY19600" fmla="*/ 24644 h 4821604"/>
              <a:gd name="connsiteX19601" fmla="*/ 1021634 w 2947832"/>
              <a:gd name="connsiteY19601" fmla="*/ 24644 h 4821604"/>
              <a:gd name="connsiteX19602" fmla="*/ 1020273 w 2947832"/>
              <a:gd name="connsiteY19602" fmla="*/ 23860 h 4821604"/>
              <a:gd name="connsiteX19603" fmla="*/ 1014047 w 2947832"/>
              <a:gd name="connsiteY19603" fmla="*/ 13080 h 4821604"/>
              <a:gd name="connsiteX19604" fmla="*/ 1014047 w 2947832"/>
              <a:gd name="connsiteY19604" fmla="*/ 11564 h 4821604"/>
              <a:gd name="connsiteX19605" fmla="*/ 1020273 w 2947832"/>
              <a:gd name="connsiteY19605" fmla="*/ 786 h 4821604"/>
              <a:gd name="connsiteX19606" fmla="*/ 1021634 w 2947832"/>
              <a:gd name="connsiteY19606" fmla="*/ 1 h 4821604"/>
              <a:gd name="connsiteX19607" fmla="*/ 1434924 w 2947832"/>
              <a:gd name="connsiteY19607" fmla="*/ 0 h 4821604"/>
              <a:gd name="connsiteX19608" fmla="*/ 1447376 w 2947832"/>
              <a:gd name="connsiteY19608" fmla="*/ 0 h 4821604"/>
              <a:gd name="connsiteX19609" fmla="*/ 1448737 w 2947832"/>
              <a:gd name="connsiteY19609" fmla="*/ 785 h 4821604"/>
              <a:gd name="connsiteX19610" fmla="*/ 1454963 w 2947832"/>
              <a:gd name="connsiteY19610" fmla="*/ 11563 h 4821604"/>
              <a:gd name="connsiteX19611" fmla="*/ 1454963 w 2947832"/>
              <a:gd name="connsiteY19611" fmla="*/ 13080 h 4821604"/>
              <a:gd name="connsiteX19612" fmla="*/ 1448737 w 2947832"/>
              <a:gd name="connsiteY19612" fmla="*/ 23859 h 4821604"/>
              <a:gd name="connsiteX19613" fmla="*/ 1447376 w 2947832"/>
              <a:gd name="connsiteY19613" fmla="*/ 24644 h 4821604"/>
              <a:gd name="connsiteX19614" fmla="*/ 1434924 w 2947832"/>
              <a:gd name="connsiteY19614" fmla="*/ 24644 h 4821604"/>
              <a:gd name="connsiteX19615" fmla="*/ 1433563 w 2947832"/>
              <a:gd name="connsiteY19615" fmla="*/ 23859 h 4821604"/>
              <a:gd name="connsiteX19616" fmla="*/ 1427337 w 2947832"/>
              <a:gd name="connsiteY19616" fmla="*/ 13080 h 4821604"/>
              <a:gd name="connsiteX19617" fmla="*/ 1427337 w 2947832"/>
              <a:gd name="connsiteY19617" fmla="*/ 11563 h 4821604"/>
              <a:gd name="connsiteX19618" fmla="*/ 1433563 w 2947832"/>
              <a:gd name="connsiteY19618" fmla="*/ 785 h 4821604"/>
              <a:gd name="connsiteX19619" fmla="*/ 1434924 w 2947832"/>
              <a:gd name="connsiteY19619" fmla="*/ 0 h 482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</a:cxnLst>
            <a:rect l="l" t="t" r="r" b="b"/>
            <a:pathLst>
              <a:path w="2947832" h="4821604">
                <a:moveTo>
                  <a:pt x="1937003" y="4806379"/>
                </a:moveTo>
                <a:lnTo>
                  <a:pt x="1937160" y="4806379"/>
                </a:lnTo>
                <a:cubicBezTo>
                  <a:pt x="1937160" y="4806379"/>
                  <a:pt x="1937265" y="4806379"/>
                  <a:pt x="1937265" y="4806379"/>
                </a:cubicBezTo>
                <a:lnTo>
                  <a:pt x="1937265" y="4806536"/>
                </a:lnTo>
                <a:cubicBezTo>
                  <a:pt x="1937317" y="4806536"/>
                  <a:pt x="1937212" y="4806536"/>
                  <a:pt x="1937212" y="4806536"/>
                </a:cubicBezTo>
                <a:lnTo>
                  <a:pt x="1937212" y="4806693"/>
                </a:lnTo>
                <a:lnTo>
                  <a:pt x="1937055" y="4806693"/>
                </a:lnTo>
                <a:cubicBezTo>
                  <a:pt x="1937055" y="4806693"/>
                  <a:pt x="1936951" y="4806693"/>
                  <a:pt x="1936951" y="4806693"/>
                </a:cubicBezTo>
                <a:lnTo>
                  <a:pt x="1936951" y="4806536"/>
                </a:lnTo>
                <a:cubicBezTo>
                  <a:pt x="1936898" y="4806536"/>
                  <a:pt x="1937003" y="4806536"/>
                  <a:pt x="1937003" y="4806536"/>
                </a:cubicBezTo>
                <a:close/>
                <a:moveTo>
                  <a:pt x="2016793" y="4800676"/>
                </a:moveTo>
                <a:lnTo>
                  <a:pt x="2022705" y="4800676"/>
                </a:lnTo>
                <a:cubicBezTo>
                  <a:pt x="2022915" y="4800676"/>
                  <a:pt x="2023333" y="4801042"/>
                  <a:pt x="2023333" y="4801042"/>
                </a:cubicBezTo>
                <a:lnTo>
                  <a:pt x="2026264" y="4806170"/>
                </a:lnTo>
                <a:cubicBezTo>
                  <a:pt x="2026368" y="4806379"/>
                  <a:pt x="2026264" y="4806902"/>
                  <a:pt x="2026264" y="4806902"/>
                </a:cubicBezTo>
                <a:lnTo>
                  <a:pt x="2023333" y="4812030"/>
                </a:lnTo>
                <a:cubicBezTo>
                  <a:pt x="2023229" y="4812239"/>
                  <a:pt x="2022705" y="4812396"/>
                  <a:pt x="2022705" y="4812396"/>
                </a:cubicBezTo>
                <a:lnTo>
                  <a:pt x="2016793" y="4812396"/>
                </a:lnTo>
                <a:cubicBezTo>
                  <a:pt x="2016584" y="4812396"/>
                  <a:pt x="2016165" y="4812030"/>
                  <a:pt x="2016165" y="4812030"/>
                </a:cubicBezTo>
                <a:lnTo>
                  <a:pt x="2013236" y="4806902"/>
                </a:lnTo>
                <a:cubicBezTo>
                  <a:pt x="2013131" y="4806693"/>
                  <a:pt x="2013236" y="4806170"/>
                  <a:pt x="2013236" y="4806170"/>
                </a:cubicBezTo>
                <a:lnTo>
                  <a:pt x="2016165" y="4801042"/>
                </a:lnTo>
                <a:cubicBezTo>
                  <a:pt x="2016270" y="4800833"/>
                  <a:pt x="2016793" y="4800676"/>
                  <a:pt x="2016793" y="4800676"/>
                </a:cubicBezTo>
                <a:close/>
                <a:moveTo>
                  <a:pt x="2263333" y="4797851"/>
                </a:moveTo>
                <a:lnTo>
                  <a:pt x="2272124" y="4797851"/>
                </a:lnTo>
                <a:cubicBezTo>
                  <a:pt x="2272490" y="4797851"/>
                  <a:pt x="2272909" y="4798060"/>
                  <a:pt x="2273065" y="4798374"/>
                </a:cubicBezTo>
                <a:lnTo>
                  <a:pt x="2277461" y="4805961"/>
                </a:lnTo>
                <a:cubicBezTo>
                  <a:pt x="2277617" y="4806275"/>
                  <a:pt x="2277617" y="4806745"/>
                  <a:pt x="2277461" y="4807059"/>
                </a:cubicBezTo>
                <a:lnTo>
                  <a:pt x="2273065" y="4814646"/>
                </a:lnTo>
                <a:cubicBezTo>
                  <a:pt x="2272909" y="4814908"/>
                  <a:pt x="2272490" y="4815169"/>
                  <a:pt x="2272124" y="4815169"/>
                </a:cubicBezTo>
                <a:lnTo>
                  <a:pt x="2263333" y="4815169"/>
                </a:lnTo>
                <a:cubicBezTo>
                  <a:pt x="2262967" y="4815169"/>
                  <a:pt x="2262548" y="4814960"/>
                  <a:pt x="2262392" y="4814646"/>
                </a:cubicBezTo>
                <a:lnTo>
                  <a:pt x="2257996" y="4807059"/>
                </a:lnTo>
                <a:cubicBezTo>
                  <a:pt x="2257840" y="4806745"/>
                  <a:pt x="2257840" y="4806275"/>
                  <a:pt x="2257996" y="4805961"/>
                </a:cubicBezTo>
                <a:lnTo>
                  <a:pt x="2262392" y="4798374"/>
                </a:lnTo>
                <a:cubicBezTo>
                  <a:pt x="2262548" y="4798113"/>
                  <a:pt x="2262967" y="4797851"/>
                  <a:pt x="2263333" y="4797851"/>
                </a:cubicBezTo>
                <a:close/>
                <a:moveTo>
                  <a:pt x="2095851" y="4793560"/>
                </a:moveTo>
                <a:lnTo>
                  <a:pt x="2108984" y="4793560"/>
                </a:lnTo>
                <a:cubicBezTo>
                  <a:pt x="2109507" y="4793560"/>
                  <a:pt x="2110135" y="4793874"/>
                  <a:pt x="2110396" y="4794345"/>
                </a:cubicBezTo>
                <a:lnTo>
                  <a:pt x="2116937" y="4805699"/>
                </a:lnTo>
                <a:cubicBezTo>
                  <a:pt x="2117198" y="4806169"/>
                  <a:pt x="2117198" y="4806850"/>
                  <a:pt x="2116937" y="4807321"/>
                </a:cubicBezTo>
                <a:lnTo>
                  <a:pt x="2110396" y="4818674"/>
                </a:lnTo>
                <a:cubicBezTo>
                  <a:pt x="2110135" y="4819093"/>
                  <a:pt x="2109507" y="4819459"/>
                  <a:pt x="2108984" y="4819459"/>
                </a:cubicBezTo>
                <a:lnTo>
                  <a:pt x="2095851" y="4819459"/>
                </a:lnTo>
                <a:cubicBezTo>
                  <a:pt x="2095328" y="4819459"/>
                  <a:pt x="2094700" y="4819145"/>
                  <a:pt x="2094439" y="4818674"/>
                </a:cubicBezTo>
                <a:lnTo>
                  <a:pt x="2087898" y="4807321"/>
                </a:lnTo>
                <a:cubicBezTo>
                  <a:pt x="2087637" y="4806850"/>
                  <a:pt x="2087637" y="4806169"/>
                  <a:pt x="2087898" y="4805699"/>
                </a:cubicBezTo>
                <a:lnTo>
                  <a:pt x="2094439" y="4794345"/>
                </a:lnTo>
                <a:cubicBezTo>
                  <a:pt x="2094700" y="4793926"/>
                  <a:pt x="2095328" y="4793560"/>
                  <a:pt x="2095851" y="4793560"/>
                </a:cubicBezTo>
                <a:close/>
                <a:moveTo>
                  <a:pt x="2177421" y="4791467"/>
                </a:moveTo>
                <a:lnTo>
                  <a:pt x="2192646" y="4791467"/>
                </a:lnTo>
                <a:cubicBezTo>
                  <a:pt x="2193221" y="4791467"/>
                  <a:pt x="2193954" y="4791886"/>
                  <a:pt x="2194268" y="4792409"/>
                </a:cubicBezTo>
                <a:lnTo>
                  <a:pt x="2201907" y="4805594"/>
                </a:lnTo>
                <a:cubicBezTo>
                  <a:pt x="2202221" y="4806117"/>
                  <a:pt x="2202221" y="4806954"/>
                  <a:pt x="2201907" y="4807477"/>
                </a:cubicBezTo>
                <a:lnTo>
                  <a:pt x="2194268" y="4820663"/>
                </a:lnTo>
                <a:cubicBezTo>
                  <a:pt x="2193954" y="4821186"/>
                  <a:pt x="2193221" y="4821604"/>
                  <a:pt x="2192646" y="4821604"/>
                </a:cubicBezTo>
                <a:lnTo>
                  <a:pt x="2177421" y="4821604"/>
                </a:lnTo>
                <a:cubicBezTo>
                  <a:pt x="2176845" y="4821604"/>
                  <a:pt x="2176113" y="4821186"/>
                  <a:pt x="2175798" y="4820663"/>
                </a:cubicBezTo>
                <a:lnTo>
                  <a:pt x="2168160" y="4807477"/>
                </a:lnTo>
                <a:cubicBezTo>
                  <a:pt x="2167845" y="4806954"/>
                  <a:pt x="2167845" y="4806117"/>
                  <a:pt x="2168160" y="4805594"/>
                </a:cubicBezTo>
                <a:lnTo>
                  <a:pt x="2175798" y="4792409"/>
                </a:lnTo>
                <a:cubicBezTo>
                  <a:pt x="2176113" y="4791886"/>
                  <a:pt x="2176845" y="4791467"/>
                  <a:pt x="2177421" y="4791467"/>
                </a:cubicBezTo>
                <a:close/>
                <a:moveTo>
                  <a:pt x="1689050" y="4723763"/>
                </a:moveTo>
                <a:lnTo>
                  <a:pt x="1689155" y="4723763"/>
                </a:lnTo>
                <a:cubicBezTo>
                  <a:pt x="1689155" y="4723763"/>
                  <a:pt x="1689207" y="4723763"/>
                  <a:pt x="1689207" y="4723763"/>
                </a:cubicBezTo>
                <a:lnTo>
                  <a:pt x="1689207" y="4723868"/>
                </a:lnTo>
                <a:lnTo>
                  <a:pt x="1689207" y="4723972"/>
                </a:lnTo>
                <a:lnTo>
                  <a:pt x="1689103" y="4723972"/>
                </a:lnTo>
                <a:cubicBezTo>
                  <a:pt x="1689103" y="4723972"/>
                  <a:pt x="1689050" y="4723972"/>
                  <a:pt x="1689050" y="4723972"/>
                </a:cubicBezTo>
                <a:lnTo>
                  <a:pt x="1689050" y="4723868"/>
                </a:lnTo>
                <a:close/>
                <a:moveTo>
                  <a:pt x="1767480" y="4715287"/>
                </a:moveTo>
                <a:lnTo>
                  <a:pt x="1776165" y="4715287"/>
                </a:lnTo>
                <a:cubicBezTo>
                  <a:pt x="1776532" y="4715287"/>
                  <a:pt x="1776950" y="4715496"/>
                  <a:pt x="1777107" y="4715810"/>
                </a:cubicBezTo>
                <a:lnTo>
                  <a:pt x="1781450" y="4723344"/>
                </a:lnTo>
                <a:cubicBezTo>
                  <a:pt x="1781607" y="4723658"/>
                  <a:pt x="1781607" y="4724129"/>
                  <a:pt x="1781450" y="4724443"/>
                </a:cubicBezTo>
                <a:lnTo>
                  <a:pt x="1777107" y="4731978"/>
                </a:lnTo>
                <a:cubicBezTo>
                  <a:pt x="1776898" y="4732239"/>
                  <a:pt x="1776532" y="4732501"/>
                  <a:pt x="1776165" y="4732501"/>
                </a:cubicBezTo>
                <a:lnTo>
                  <a:pt x="1767480" y="4732501"/>
                </a:lnTo>
                <a:cubicBezTo>
                  <a:pt x="1767114" y="4732501"/>
                  <a:pt x="1766695" y="4732292"/>
                  <a:pt x="1766538" y="4731978"/>
                </a:cubicBezTo>
                <a:lnTo>
                  <a:pt x="1762196" y="4724443"/>
                </a:lnTo>
                <a:cubicBezTo>
                  <a:pt x="1762039" y="4724129"/>
                  <a:pt x="1762039" y="4723658"/>
                  <a:pt x="1762196" y="4723344"/>
                </a:cubicBezTo>
                <a:lnTo>
                  <a:pt x="1766538" y="4715810"/>
                </a:lnTo>
                <a:cubicBezTo>
                  <a:pt x="1766748" y="4715549"/>
                  <a:pt x="1767114" y="4715287"/>
                  <a:pt x="1767480" y="4715287"/>
                </a:cubicBezTo>
                <a:close/>
                <a:moveTo>
                  <a:pt x="2425112" y="4708224"/>
                </a:moveTo>
                <a:lnTo>
                  <a:pt x="2440914" y="4708224"/>
                </a:lnTo>
                <a:cubicBezTo>
                  <a:pt x="2441541" y="4708224"/>
                  <a:pt x="2442274" y="4708695"/>
                  <a:pt x="2442588" y="4709218"/>
                </a:cubicBezTo>
                <a:lnTo>
                  <a:pt x="2450488" y="4722874"/>
                </a:lnTo>
                <a:cubicBezTo>
                  <a:pt x="2450802" y="4723397"/>
                  <a:pt x="2450802" y="4724286"/>
                  <a:pt x="2450488" y="4724810"/>
                </a:cubicBezTo>
                <a:lnTo>
                  <a:pt x="2442588" y="4738466"/>
                </a:lnTo>
                <a:cubicBezTo>
                  <a:pt x="2442274" y="4739041"/>
                  <a:pt x="2441541" y="4739460"/>
                  <a:pt x="2440914" y="4739460"/>
                </a:cubicBezTo>
                <a:lnTo>
                  <a:pt x="2425112" y="4739460"/>
                </a:lnTo>
                <a:cubicBezTo>
                  <a:pt x="2424484" y="4739460"/>
                  <a:pt x="2423752" y="4738989"/>
                  <a:pt x="2423438" y="4738466"/>
                </a:cubicBezTo>
                <a:lnTo>
                  <a:pt x="2415538" y="4724810"/>
                </a:lnTo>
                <a:cubicBezTo>
                  <a:pt x="2415223" y="4724286"/>
                  <a:pt x="2415223" y="4723397"/>
                  <a:pt x="2415538" y="4722874"/>
                </a:cubicBezTo>
                <a:lnTo>
                  <a:pt x="2423438" y="4709218"/>
                </a:lnTo>
                <a:cubicBezTo>
                  <a:pt x="2423752" y="4708642"/>
                  <a:pt x="2424484" y="4708224"/>
                  <a:pt x="2425112" y="4708224"/>
                </a:cubicBezTo>
                <a:close/>
                <a:moveTo>
                  <a:pt x="2341659" y="4706549"/>
                </a:moveTo>
                <a:lnTo>
                  <a:pt x="2359135" y="4706549"/>
                </a:lnTo>
                <a:cubicBezTo>
                  <a:pt x="2359815" y="4706549"/>
                  <a:pt x="2360652" y="4707072"/>
                  <a:pt x="2361018" y="4707648"/>
                </a:cubicBezTo>
                <a:lnTo>
                  <a:pt x="2369756" y="4722821"/>
                </a:lnTo>
                <a:cubicBezTo>
                  <a:pt x="2370122" y="4723396"/>
                  <a:pt x="2370122" y="4724391"/>
                  <a:pt x="2369756" y="4724966"/>
                </a:cubicBezTo>
                <a:lnTo>
                  <a:pt x="2361018" y="4740139"/>
                </a:lnTo>
                <a:cubicBezTo>
                  <a:pt x="2360652" y="4740767"/>
                  <a:pt x="2359815" y="4741238"/>
                  <a:pt x="2359135" y="4741238"/>
                </a:cubicBezTo>
                <a:lnTo>
                  <a:pt x="2341659" y="4741238"/>
                </a:lnTo>
                <a:cubicBezTo>
                  <a:pt x="2340979" y="4741238"/>
                  <a:pt x="2340142" y="4740715"/>
                  <a:pt x="2339775" y="4740139"/>
                </a:cubicBezTo>
                <a:lnTo>
                  <a:pt x="2331038" y="4724966"/>
                </a:lnTo>
                <a:cubicBezTo>
                  <a:pt x="2330671" y="4724391"/>
                  <a:pt x="2330671" y="4723396"/>
                  <a:pt x="2331038" y="4722821"/>
                </a:cubicBezTo>
                <a:lnTo>
                  <a:pt x="2339775" y="4707648"/>
                </a:lnTo>
                <a:cubicBezTo>
                  <a:pt x="2340142" y="4707020"/>
                  <a:pt x="2340979" y="4706549"/>
                  <a:pt x="2341659" y="4706549"/>
                </a:cubicBezTo>
                <a:close/>
                <a:moveTo>
                  <a:pt x="1928317" y="4706445"/>
                </a:moveTo>
                <a:lnTo>
                  <a:pt x="1945897" y="4706445"/>
                </a:lnTo>
                <a:cubicBezTo>
                  <a:pt x="1946577" y="4706445"/>
                  <a:pt x="1947415" y="4706968"/>
                  <a:pt x="1947781" y="4707544"/>
                </a:cubicBezTo>
                <a:lnTo>
                  <a:pt x="1956571" y="4722769"/>
                </a:lnTo>
                <a:cubicBezTo>
                  <a:pt x="1956937" y="4723397"/>
                  <a:pt x="1956937" y="4724391"/>
                  <a:pt x="1956571" y="4724967"/>
                </a:cubicBezTo>
                <a:lnTo>
                  <a:pt x="1947781" y="4740193"/>
                </a:lnTo>
                <a:cubicBezTo>
                  <a:pt x="1947415" y="4740820"/>
                  <a:pt x="1946577" y="4741291"/>
                  <a:pt x="1945897" y="4741291"/>
                </a:cubicBezTo>
                <a:lnTo>
                  <a:pt x="1928317" y="4741291"/>
                </a:lnTo>
                <a:cubicBezTo>
                  <a:pt x="1927637" y="4741291"/>
                  <a:pt x="1926800" y="4740768"/>
                  <a:pt x="1926434" y="4740193"/>
                </a:cubicBezTo>
                <a:lnTo>
                  <a:pt x="1917644" y="4724967"/>
                </a:lnTo>
                <a:cubicBezTo>
                  <a:pt x="1917277" y="4724339"/>
                  <a:pt x="1917277" y="4723345"/>
                  <a:pt x="1917644" y="4722769"/>
                </a:cubicBezTo>
                <a:lnTo>
                  <a:pt x="1926434" y="4707544"/>
                </a:lnTo>
                <a:cubicBezTo>
                  <a:pt x="1926800" y="4706916"/>
                  <a:pt x="1927637" y="4706445"/>
                  <a:pt x="1928317" y="4706445"/>
                </a:cubicBezTo>
                <a:close/>
                <a:moveTo>
                  <a:pt x="2093445" y="4706131"/>
                </a:moveTo>
                <a:lnTo>
                  <a:pt x="2111392" y="4706131"/>
                </a:lnTo>
                <a:cubicBezTo>
                  <a:pt x="2112124" y="4706131"/>
                  <a:pt x="2112961" y="4706602"/>
                  <a:pt x="2113328" y="4707230"/>
                </a:cubicBezTo>
                <a:lnTo>
                  <a:pt x="2122327" y="4722769"/>
                </a:lnTo>
                <a:cubicBezTo>
                  <a:pt x="2122693" y="4723345"/>
                  <a:pt x="2122693" y="4724339"/>
                  <a:pt x="2122327" y="4724967"/>
                </a:cubicBezTo>
                <a:lnTo>
                  <a:pt x="2113328" y="4740506"/>
                </a:lnTo>
                <a:cubicBezTo>
                  <a:pt x="2112961" y="4741082"/>
                  <a:pt x="2112124" y="4741605"/>
                  <a:pt x="2111392" y="4741605"/>
                </a:cubicBezTo>
                <a:lnTo>
                  <a:pt x="2093445" y="4741605"/>
                </a:lnTo>
                <a:cubicBezTo>
                  <a:pt x="2092712" y="4741605"/>
                  <a:pt x="2091875" y="4741134"/>
                  <a:pt x="2091509" y="4740506"/>
                </a:cubicBezTo>
                <a:lnTo>
                  <a:pt x="2082510" y="4724967"/>
                </a:lnTo>
                <a:cubicBezTo>
                  <a:pt x="2082143" y="4724391"/>
                  <a:pt x="2082143" y="4723397"/>
                  <a:pt x="2082510" y="4722769"/>
                </a:cubicBezTo>
                <a:lnTo>
                  <a:pt x="2091509" y="4707230"/>
                </a:lnTo>
                <a:cubicBezTo>
                  <a:pt x="2091875" y="4706654"/>
                  <a:pt x="2092712" y="4706131"/>
                  <a:pt x="2093445" y="4706131"/>
                </a:cubicBezTo>
                <a:close/>
                <a:moveTo>
                  <a:pt x="2010672" y="4705922"/>
                </a:moveTo>
                <a:lnTo>
                  <a:pt x="2028827" y="4705922"/>
                </a:lnTo>
                <a:cubicBezTo>
                  <a:pt x="2029560" y="4705922"/>
                  <a:pt x="2030396" y="4706393"/>
                  <a:pt x="2030763" y="4707021"/>
                </a:cubicBezTo>
                <a:lnTo>
                  <a:pt x="2039814" y="4722717"/>
                </a:lnTo>
                <a:cubicBezTo>
                  <a:pt x="2040180" y="4723345"/>
                  <a:pt x="2040180" y="4724339"/>
                  <a:pt x="2039814" y="4724967"/>
                </a:cubicBezTo>
                <a:lnTo>
                  <a:pt x="2030763" y="4740663"/>
                </a:lnTo>
                <a:cubicBezTo>
                  <a:pt x="2030396" y="4741239"/>
                  <a:pt x="2029560" y="4741762"/>
                  <a:pt x="2028827" y="4741762"/>
                </a:cubicBezTo>
                <a:lnTo>
                  <a:pt x="2010672" y="4741762"/>
                </a:lnTo>
                <a:cubicBezTo>
                  <a:pt x="2009939" y="4741762"/>
                  <a:pt x="2009102" y="4741291"/>
                  <a:pt x="2008736" y="4740663"/>
                </a:cubicBezTo>
                <a:lnTo>
                  <a:pt x="1999683" y="4724967"/>
                </a:lnTo>
                <a:cubicBezTo>
                  <a:pt x="1999318" y="4724339"/>
                  <a:pt x="1999318" y="4723345"/>
                  <a:pt x="1999683" y="4722717"/>
                </a:cubicBezTo>
                <a:lnTo>
                  <a:pt x="2008736" y="4707021"/>
                </a:lnTo>
                <a:cubicBezTo>
                  <a:pt x="2009102" y="4706445"/>
                  <a:pt x="2009939" y="4705922"/>
                  <a:pt x="2010672" y="4705922"/>
                </a:cubicBezTo>
                <a:close/>
                <a:moveTo>
                  <a:pt x="1845022" y="4705294"/>
                </a:moveTo>
                <a:lnTo>
                  <a:pt x="1863752" y="4705294"/>
                </a:lnTo>
                <a:cubicBezTo>
                  <a:pt x="1864485" y="4705294"/>
                  <a:pt x="1865375" y="4705817"/>
                  <a:pt x="1865741" y="4706445"/>
                </a:cubicBezTo>
                <a:lnTo>
                  <a:pt x="1875107" y="4722665"/>
                </a:lnTo>
                <a:cubicBezTo>
                  <a:pt x="1875473" y="4723293"/>
                  <a:pt x="1875473" y="4724339"/>
                  <a:pt x="1875107" y="4724967"/>
                </a:cubicBezTo>
                <a:lnTo>
                  <a:pt x="1865741" y="4741187"/>
                </a:lnTo>
                <a:cubicBezTo>
                  <a:pt x="1865375" y="4741814"/>
                  <a:pt x="1864485" y="4742338"/>
                  <a:pt x="1863752" y="4742338"/>
                </a:cubicBezTo>
                <a:lnTo>
                  <a:pt x="1845022" y="4742338"/>
                </a:lnTo>
                <a:cubicBezTo>
                  <a:pt x="1844289" y="4742338"/>
                  <a:pt x="1843400" y="4741814"/>
                  <a:pt x="1843033" y="4741187"/>
                </a:cubicBezTo>
                <a:lnTo>
                  <a:pt x="1833667" y="4724967"/>
                </a:lnTo>
                <a:cubicBezTo>
                  <a:pt x="1833302" y="4724339"/>
                  <a:pt x="1833302" y="4723293"/>
                  <a:pt x="1833667" y="4722665"/>
                </a:cubicBezTo>
                <a:lnTo>
                  <a:pt x="1843033" y="4706445"/>
                </a:lnTo>
                <a:cubicBezTo>
                  <a:pt x="1843400" y="4705817"/>
                  <a:pt x="1844289" y="4705294"/>
                  <a:pt x="1845022" y="4705294"/>
                </a:cubicBezTo>
                <a:close/>
                <a:moveTo>
                  <a:pt x="2175694" y="4705241"/>
                </a:moveTo>
                <a:lnTo>
                  <a:pt x="2194478" y="4705241"/>
                </a:lnTo>
                <a:cubicBezTo>
                  <a:pt x="2195262" y="4705241"/>
                  <a:pt x="2196152" y="4705764"/>
                  <a:pt x="2196518" y="4706392"/>
                </a:cubicBezTo>
                <a:lnTo>
                  <a:pt x="2205936" y="4722664"/>
                </a:lnTo>
                <a:cubicBezTo>
                  <a:pt x="2206302" y="4723292"/>
                  <a:pt x="2206302" y="4724338"/>
                  <a:pt x="2205936" y="4724966"/>
                </a:cubicBezTo>
                <a:lnTo>
                  <a:pt x="2196518" y="4741238"/>
                </a:lnTo>
                <a:cubicBezTo>
                  <a:pt x="2196100" y="4741866"/>
                  <a:pt x="2195210" y="4742389"/>
                  <a:pt x="2194478" y="4742389"/>
                </a:cubicBezTo>
                <a:lnTo>
                  <a:pt x="2175694" y="4742389"/>
                </a:lnTo>
                <a:cubicBezTo>
                  <a:pt x="2174909" y="4742389"/>
                  <a:pt x="2174020" y="4741866"/>
                  <a:pt x="2173653" y="4741238"/>
                </a:cubicBezTo>
                <a:lnTo>
                  <a:pt x="2164236" y="4724966"/>
                </a:lnTo>
                <a:cubicBezTo>
                  <a:pt x="2163869" y="4724338"/>
                  <a:pt x="2163869" y="4723292"/>
                  <a:pt x="2164236" y="4722664"/>
                </a:cubicBezTo>
                <a:lnTo>
                  <a:pt x="2173653" y="4706392"/>
                </a:lnTo>
                <a:cubicBezTo>
                  <a:pt x="2174072" y="4705764"/>
                  <a:pt x="2174962" y="4705241"/>
                  <a:pt x="2175694" y="4705241"/>
                </a:cubicBezTo>
                <a:close/>
                <a:moveTo>
                  <a:pt x="2257892" y="4704456"/>
                </a:moveTo>
                <a:lnTo>
                  <a:pt x="2277513" y="4704456"/>
                </a:lnTo>
                <a:cubicBezTo>
                  <a:pt x="2278297" y="4704456"/>
                  <a:pt x="2279239" y="4704979"/>
                  <a:pt x="2279605" y="4705659"/>
                </a:cubicBezTo>
                <a:lnTo>
                  <a:pt x="2289389" y="4722664"/>
                </a:lnTo>
                <a:cubicBezTo>
                  <a:pt x="2289756" y="4723292"/>
                  <a:pt x="2289756" y="4724391"/>
                  <a:pt x="2289389" y="4725071"/>
                </a:cubicBezTo>
                <a:lnTo>
                  <a:pt x="2279605" y="4742075"/>
                </a:lnTo>
                <a:cubicBezTo>
                  <a:pt x="2279239" y="4742756"/>
                  <a:pt x="2278297" y="4743279"/>
                  <a:pt x="2277513" y="4743279"/>
                </a:cubicBezTo>
                <a:lnTo>
                  <a:pt x="2257892" y="4743279"/>
                </a:lnTo>
                <a:cubicBezTo>
                  <a:pt x="2257107" y="4743279"/>
                  <a:pt x="2256165" y="4742756"/>
                  <a:pt x="2255799" y="4742075"/>
                </a:cubicBezTo>
                <a:lnTo>
                  <a:pt x="2246015" y="4725071"/>
                </a:lnTo>
                <a:cubicBezTo>
                  <a:pt x="2245648" y="4724443"/>
                  <a:pt x="2245648" y="4723344"/>
                  <a:pt x="2246015" y="4722664"/>
                </a:cubicBezTo>
                <a:lnTo>
                  <a:pt x="2255799" y="4705659"/>
                </a:lnTo>
                <a:cubicBezTo>
                  <a:pt x="2256165" y="4704979"/>
                  <a:pt x="2257107" y="4704456"/>
                  <a:pt x="2257892" y="4704456"/>
                </a:cubicBezTo>
                <a:close/>
                <a:moveTo>
                  <a:pt x="2598297" y="4641095"/>
                </a:moveTo>
                <a:lnTo>
                  <a:pt x="2598402" y="4641095"/>
                </a:lnTo>
                <a:cubicBezTo>
                  <a:pt x="2598402" y="4641095"/>
                  <a:pt x="2598454" y="4641095"/>
                  <a:pt x="2598454" y="4641095"/>
                </a:cubicBezTo>
                <a:lnTo>
                  <a:pt x="2598454" y="4641200"/>
                </a:lnTo>
                <a:lnTo>
                  <a:pt x="2598454" y="4641304"/>
                </a:lnTo>
                <a:lnTo>
                  <a:pt x="2598350" y="4641304"/>
                </a:lnTo>
                <a:cubicBezTo>
                  <a:pt x="2598350" y="4641304"/>
                  <a:pt x="2598297" y="4641304"/>
                  <a:pt x="2598297" y="4641304"/>
                </a:cubicBezTo>
                <a:lnTo>
                  <a:pt x="2598297" y="4641200"/>
                </a:lnTo>
                <a:close/>
                <a:moveTo>
                  <a:pt x="1521882" y="4637328"/>
                </a:moveTo>
                <a:lnTo>
                  <a:pt x="1525754" y="4637328"/>
                </a:lnTo>
                <a:cubicBezTo>
                  <a:pt x="1525911" y="4637328"/>
                  <a:pt x="1526172" y="4637590"/>
                  <a:pt x="1526172" y="4637590"/>
                </a:cubicBezTo>
                <a:lnTo>
                  <a:pt x="1528108" y="4640938"/>
                </a:lnTo>
                <a:cubicBezTo>
                  <a:pt x="1528160" y="4641043"/>
                  <a:pt x="1528108" y="4641409"/>
                  <a:pt x="1528108" y="4641409"/>
                </a:cubicBezTo>
                <a:lnTo>
                  <a:pt x="1526172" y="4644758"/>
                </a:lnTo>
                <a:cubicBezTo>
                  <a:pt x="1526067" y="4644915"/>
                  <a:pt x="1525754" y="4645019"/>
                  <a:pt x="1525754" y="4645019"/>
                </a:cubicBezTo>
                <a:lnTo>
                  <a:pt x="1521882" y="4645019"/>
                </a:lnTo>
                <a:cubicBezTo>
                  <a:pt x="1521725" y="4645019"/>
                  <a:pt x="1521463" y="4644758"/>
                  <a:pt x="1521463" y="4644758"/>
                </a:cubicBezTo>
                <a:lnTo>
                  <a:pt x="1519527" y="4641409"/>
                </a:lnTo>
                <a:cubicBezTo>
                  <a:pt x="1519475" y="4641305"/>
                  <a:pt x="1519527" y="4640938"/>
                  <a:pt x="1519527" y="4640938"/>
                </a:cubicBezTo>
                <a:lnTo>
                  <a:pt x="1521463" y="4637590"/>
                </a:lnTo>
                <a:cubicBezTo>
                  <a:pt x="1521568" y="4637433"/>
                  <a:pt x="1521882" y="4637328"/>
                  <a:pt x="1521882" y="4637328"/>
                </a:cubicBezTo>
                <a:close/>
                <a:moveTo>
                  <a:pt x="1598010" y="4624561"/>
                </a:moveTo>
                <a:lnTo>
                  <a:pt x="1614858" y="4624561"/>
                </a:lnTo>
                <a:cubicBezTo>
                  <a:pt x="1615486" y="4624561"/>
                  <a:pt x="1616323" y="4625032"/>
                  <a:pt x="1616637" y="4625607"/>
                </a:cubicBezTo>
                <a:lnTo>
                  <a:pt x="1625060" y="4640205"/>
                </a:lnTo>
                <a:cubicBezTo>
                  <a:pt x="1625374" y="4640781"/>
                  <a:pt x="1625374" y="4641723"/>
                  <a:pt x="1625060" y="4642298"/>
                </a:cubicBezTo>
                <a:lnTo>
                  <a:pt x="1616637" y="4656896"/>
                </a:lnTo>
                <a:cubicBezTo>
                  <a:pt x="1616323" y="4657472"/>
                  <a:pt x="1615538" y="4657942"/>
                  <a:pt x="1614858" y="4657942"/>
                </a:cubicBezTo>
                <a:lnTo>
                  <a:pt x="1598010" y="4657942"/>
                </a:lnTo>
                <a:cubicBezTo>
                  <a:pt x="1597382" y="4657942"/>
                  <a:pt x="1596545" y="4657472"/>
                  <a:pt x="1596231" y="4656896"/>
                </a:cubicBezTo>
                <a:lnTo>
                  <a:pt x="1587807" y="4642298"/>
                </a:lnTo>
                <a:cubicBezTo>
                  <a:pt x="1587494" y="4641723"/>
                  <a:pt x="1587494" y="4640781"/>
                  <a:pt x="1587807" y="4640205"/>
                </a:cubicBezTo>
                <a:lnTo>
                  <a:pt x="1596231" y="4625607"/>
                </a:lnTo>
                <a:cubicBezTo>
                  <a:pt x="1596545" y="4625032"/>
                  <a:pt x="1597330" y="4624561"/>
                  <a:pt x="1598010" y="4624561"/>
                </a:cubicBezTo>
                <a:close/>
                <a:moveTo>
                  <a:pt x="2424432" y="4624195"/>
                </a:moveTo>
                <a:lnTo>
                  <a:pt x="2441646" y="4624195"/>
                </a:lnTo>
                <a:cubicBezTo>
                  <a:pt x="2442326" y="4624195"/>
                  <a:pt x="2443163" y="4624666"/>
                  <a:pt x="2443477" y="4625241"/>
                </a:cubicBezTo>
                <a:lnTo>
                  <a:pt x="2452058" y="4640153"/>
                </a:lnTo>
                <a:cubicBezTo>
                  <a:pt x="2452371" y="4640781"/>
                  <a:pt x="2452371" y="4641723"/>
                  <a:pt x="2452058" y="4642298"/>
                </a:cubicBezTo>
                <a:lnTo>
                  <a:pt x="2443477" y="4657210"/>
                </a:lnTo>
                <a:cubicBezTo>
                  <a:pt x="2443163" y="4657785"/>
                  <a:pt x="2442326" y="4658256"/>
                  <a:pt x="2441646" y="4658256"/>
                </a:cubicBezTo>
                <a:lnTo>
                  <a:pt x="2424432" y="4658256"/>
                </a:lnTo>
                <a:cubicBezTo>
                  <a:pt x="2423751" y="4658256"/>
                  <a:pt x="2422914" y="4657785"/>
                  <a:pt x="2422601" y="4657210"/>
                </a:cubicBezTo>
                <a:lnTo>
                  <a:pt x="2414020" y="4642298"/>
                </a:lnTo>
                <a:cubicBezTo>
                  <a:pt x="2413705" y="4641670"/>
                  <a:pt x="2413705" y="4640729"/>
                  <a:pt x="2414020" y="4640153"/>
                </a:cubicBezTo>
                <a:lnTo>
                  <a:pt x="2422601" y="4625241"/>
                </a:lnTo>
                <a:cubicBezTo>
                  <a:pt x="2422914" y="4624666"/>
                  <a:pt x="2423751" y="4624195"/>
                  <a:pt x="2424432" y="4624195"/>
                </a:cubicBezTo>
                <a:close/>
                <a:moveTo>
                  <a:pt x="1928108" y="4623462"/>
                </a:moveTo>
                <a:lnTo>
                  <a:pt x="1946054" y="4623462"/>
                </a:lnTo>
                <a:cubicBezTo>
                  <a:pt x="1946787" y="4623462"/>
                  <a:pt x="1947624" y="4623933"/>
                  <a:pt x="1947990" y="4624561"/>
                </a:cubicBezTo>
                <a:lnTo>
                  <a:pt x="1956989" y="4640100"/>
                </a:lnTo>
                <a:cubicBezTo>
                  <a:pt x="1957356" y="4640676"/>
                  <a:pt x="1957356" y="4641670"/>
                  <a:pt x="1956989" y="4642298"/>
                </a:cubicBezTo>
                <a:lnTo>
                  <a:pt x="1947990" y="4657837"/>
                </a:lnTo>
                <a:cubicBezTo>
                  <a:pt x="1947624" y="4658413"/>
                  <a:pt x="1946787" y="4658936"/>
                  <a:pt x="1946054" y="4658936"/>
                </a:cubicBezTo>
                <a:lnTo>
                  <a:pt x="1928108" y="4658936"/>
                </a:lnTo>
                <a:cubicBezTo>
                  <a:pt x="1927376" y="4658936"/>
                  <a:pt x="1926538" y="4658465"/>
                  <a:pt x="1926172" y="4657837"/>
                </a:cubicBezTo>
                <a:lnTo>
                  <a:pt x="1917173" y="4642298"/>
                </a:lnTo>
                <a:cubicBezTo>
                  <a:pt x="1916806" y="4641722"/>
                  <a:pt x="1916806" y="4640728"/>
                  <a:pt x="1917173" y="4640100"/>
                </a:cubicBezTo>
                <a:lnTo>
                  <a:pt x="1926172" y="4624561"/>
                </a:lnTo>
                <a:cubicBezTo>
                  <a:pt x="1926538" y="4623985"/>
                  <a:pt x="1927376" y="4623462"/>
                  <a:pt x="1928108" y="4623462"/>
                </a:cubicBezTo>
                <a:close/>
                <a:moveTo>
                  <a:pt x="1845440" y="4623410"/>
                </a:moveTo>
                <a:lnTo>
                  <a:pt x="1863438" y="4623410"/>
                </a:lnTo>
                <a:cubicBezTo>
                  <a:pt x="1864171" y="4623410"/>
                  <a:pt x="1865008" y="4623881"/>
                  <a:pt x="1865375" y="4624509"/>
                </a:cubicBezTo>
                <a:lnTo>
                  <a:pt x="1874374" y="4640101"/>
                </a:lnTo>
                <a:cubicBezTo>
                  <a:pt x="1874740" y="4640728"/>
                  <a:pt x="1874740" y="4641723"/>
                  <a:pt x="1874374" y="4642350"/>
                </a:cubicBezTo>
                <a:lnTo>
                  <a:pt x="1865375" y="4657942"/>
                </a:lnTo>
                <a:cubicBezTo>
                  <a:pt x="1865008" y="4658518"/>
                  <a:pt x="1864171" y="4659041"/>
                  <a:pt x="1863438" y="4659041"/>
                </a:cubicBezTo>
                <a:lnTo>
                  <a:pt x="1845440" y="4659041"/>
                </a:lnTo>
                <a:cubicBezTo>
                  <a:pt x="1844708" y="4659041"/>
                  <a:pt x="1843870" y="4658570"/>
                  <a:pt x="1843504" y="4657942"/>
                </a:cubicBezTo>
                <a:lnTo>
                  <a:pt x="1834505" y="4642350"/>
                </a:lnTo>
                <a:cubicBezTo>
                  <a:pt x="1834138" y="4641723"/>
                  <a:pt x="1834138" y="4640728"/>
                  <a:pt x="1834505" y="4640101"/>
                </a:cubicBezTo>
                <a:lnTo>
                  <a:pt x="1843504" y="4624509"/>
                </a:lnTo>
                <a:cubicBezTo>
                  <a:pt x="1843870" y="4623933"/>
                  <a:pt x="1844708" y="4623410"/>
                  <a:pt x="1845440" y="4623410"/>
                </a:cubicBezTo>
                <a:close/>
                <a:moveTo>
                  <a:pt x="1680103" y="4623358"/>
                </a:moveTo>
                <a:lnTo>
                  <a:pt x="1698154" y="4623358"/>
                </a:lnTo>
                <a:cubicBezTo>
                  <a:pt x="1698886" y="4623358"/>
                  <a:pt x="1699723" y="4623829"/>
                  <a:pt x="1700090" y="4624457"/>
                </a:cubicBezTo>
                <a:lnTo>
                  <a:pt x="1709089" y="4640101"/>
                </a:lnTo>
                <a:cubicBezTo>
                  <a:pt x="1709455" y="4640729"/>
                  <a:pt x="1709455" y="4641723"/>
                  <a:pt x="1709089" y="4642351"/>
                </a:cubicBezTo>
                <a:lnTo>
                  <a:pt x="1700090" y="4657995"/>
                </a:lnTo>
                <a:cubicBezTo>
                  <a:pt x="1699723" y="4658570"/>
                  <a:pt x="1698886" y="4659094"/>
                  <a:pt x="1698154" y="4659094"/>
                </a:cubicBezTo>
                <a:lnTo>
                  <a:pt x="1680103" y="4659094"/>
                </a:lnTo>
                <a:cubicBezTo>
                  <a:pt x="1679370" y="4659094"/>
                  <a:pt x="1678533" y="4658623"/>
                  <a:pt x="1678167" y="4657995"/>
                </a:cubicBezTo>
                <a:lnTo>
                  <a:pt x="1669168" y="4642351"/>
                </a:lnTo>
                <a:cubicBezTo>
                  <a:pt x="1668801" y="4641723"/>
                  <a:pt x="1668801" y="4640729"/>
                  <a:pt x="1669168" y="4640101"/>
                </a:cubicBezTo>
                <a:lnTo>
                  <a:pt x="1678167" y="4624457"/>
                </a:lnTo>
                <a:cubicBezTo>
                  <a:pt x="1678533" y="4623881"/>
                  <a:pt x="1679370" y="4623358"/>
                  <a:pt x="1680103" y="4623358"/>
                </a:cubicBezTo>
                <a:close/>
                <a:moveTo>
                  <a:pt x="2506525" y="4623096"/>
                </a:moveTo>
                <a:lnTo>
                  <a:pt x="2524837" y="4623096"/>
                </a:lnTo>
                <a:cubicBezTo>
                  <a:pt x="2525517" y="4623096"/>
                  <a:pt x="2526407" y="4623619"/>
                  <a:pt x="2526773" y="4624247"/>
                </a:cubicBezTo>
                <a:lnTo>
                  <a:pt x="2535929" y="4640101"/>
                </a:lnTo>
                <a:cubicBezTo>
                  <a:pt x="2536296" y="4640728"/>
                  <a:pt x="2536296" y="4641723"/>
                  <a:pt x="2535929" y="4642350"/>
                </a:cubicBezTo>
                <a:lnTo>
                  <a:pt x="2526773" y="4658204"/>
                </a:lnTo>
                <a:cubicBezTo>
                  <a:pt x="2526460" y="4658832"/>
                  <a:pt x="2525570" y="4659355"/>
                  <a:pt x="2524837" y="4659355"/>
                </a:cubicBezTo>
                <a:lnTo>
                  <a:pt x="2506525" y="4659355"/>
                </a:lnTo>
                <a:cubicBezTo>
                  <a:pt x="2505844" y="4659355"/>
                  <a:pt x="2504955" y="4658832"/>
                  <a:pt x="2504589" y="4658204"/>
                </a:cubicBezTo>
                <a:lnTo>
                  <a:pt x="2495432" y="4642350"/>
                </a:lnTo>
                <a:cubicBezTo>
                  <a:pt x="2495067" y="4641723"/>
                  <a:pt x="2495067" y="4640728"/>
                  <a:pt x="2495432" y="4640101"/>
                </a:cubicBezTo>
                <a:lnTo>
                  <a:pt x="2504589" y="4624247"/>
                </a:lnTo>
                <a:cubicBezTo>
                  <a:pt x="2504903" y="4623619"/>
                  <a:pt x="2505793" y="4623096"/>
                  <a:pt x="2506525" y="4623096"/>
                </a:cubicBezTo>
                <a:close/>
                <a:moveTo>
                  <a:pt x="2341240" y="4623044"/>
                </a:moveTo>
                <a:lnTo>
                  <a:pt x="2359605" y="4623044"/>
                </a:lnTo>
                <a:cubicBezTo>
                  <a:pt x="2360338" y="4623044"/>
                  <a:pt x="2361227" y="4623567"/>
                  <a:pt x="2361593" y="4624195"/>
                </a:cubicBezTo>
                <a:lnTo>
                  <a:pt x="2370750" y="4640101"/>
                </a:lnTo>
                <a:cubicBezTo>
                  <a:pt x="2371116" y="4640729"/>
                  <a:pt x="2371116" y="4641723"/>
                  <a:pt x="2370750" y="4642351"/>
                </a:cubicBezTo>
                <a:lnTo>
                  <a:pt x="2361593" y="4658256"/>
                </a:lnTo>
                <a:cubicBezTo>
                  <a:pt x="2361227" y="4658884"/>
                  <a:pt x="2360338" y="4659408"/>
                  <a:pt x="2359605" y="4659408"/>
                </a:cubicBezTo>
                <a:lnTo>
                  <a:pt x="2341240" y="4659408"/>
                </a:lnTo>
                <a:cubicBezTo>
                  <a:pt x="2340507" y="4659408"/>
                  <a:pt x="2339618" y="4658884"/>
                  <a:pt x="2339252" y="4658256"/>
                </a:cubicBezTo>
                <a:lnTo>
                  <a:pt x="2330095" y="4642351"/>
                </a:lnTo>
                <a:cubicBezTo>
                  <a:pt x="2329730" y="4641723"/>
                  <a:pt x="2329730" y="4640729"/>
                  <a:pt x="2330095" y="4640101"/>
                </a:cubicBezTo>
                <a:lnTo>
                  <a:pt x="2339252" y="4624195"/>
                </a:lnTo>
                <a:cubicBezTo>
                  <a:pt x="2339618" y="4623567"/>
                  <a:pt x="2340507" y="4623044"/>
                  <a:pt x="2341240" y="4623044"/>
                </a:cubicBezTo>
                <a:close/>
                <a:moveTo>
                  <a:pt x="1762404" y="4622678"/>
                </a:moveTo>
                <a:lnTo>
                  <a:pt x="1781136" y="4622678"/>
                </a:lnTo>
                <a:cubicBezTo>
                  <a:pt x="1781868" y="4622678"/>
                  <a:pt x="1782758" y="4623201"/>
                  <a:pt x="1783124" y="4623829"/>
                </a:cubicBezTo>
                <a:lnTo>
                  <a:pt x="1792489" y="4640049"/>
                </a:lnTo>
                <a:cubicBezTo>
                  <a:pt x="1792856" y="4640677"/>
                  <a:pt x="1792856" y="4641723"/>
                  <a:pt x="1792489" y="4642351"/>
                </a:cubicBezTo>
                <a:lnTo>
                  <a:pt x="1783124" y="4658571"/>
                </a:lnTo>
                <a:cubicBezTo>
                  <a:pt x="1782758" y="4659199"/>
                  <a:pt x="1781868" y="4659722"/>
                  <a:pt x="1781136" y="4659722"/>
                </a:cubicBezTo>
                <a:lnTo>
                  <a:pt x="1762404" y="4659722"/>
                </a:lnTo>
                <a:cubicBezTo>
                  <a:pt x="1761672" y="4659722"/>
                  <a:pt x="1760782" y="4659199"/>
                  <a:pt x="1760416" y="4658571"/>
                </a:cubicBezTo>
                <a:lnTo>
                  <a:pt x="1751051" y="4642351"/>
                </a:lnTo>
                <a:cubicBezTo>
                  <a:pt x="1750684" y="4641723"/>
                  <a:pt x="1750684" y="4640677"/>
                  <a:pt x="1751051" y="4640049"/>
                </a:cubicBezTo>
                <a:lnTo>
                  <a:pt x="1760416" y="4623829"/>
                </a:lnTo>
                <a:cubicBezTo>
                  <a:pt x="1760782" y="4623201"/>
                  <a:pt x="1761672" y="4622678"/>
                  <a:pt x="1762404" y="4622678"/>
                </a:cubicBezTo>
                <a:close/>
                <a:moveTo>
                  <a:pt x="2010305" y="4622468"/>
                </a:moveTo>
                <a:lnTo>
                  <a:pt x="2029246" y="4622468"/>
                </a:lnTo>
                <a:cubicBezTo>
                  <a:pt x="2029979" y="4622468"/>
                  <a:pt x="2030921" y="4622991"/>
                  <a:pt x="2031287" y="4623619"/>
                </a:cubicBezTo>
                <a:lnTo>
                  <a:pt x="2040757" y="4640048"/>
                </a:lnTo>
                <a:cubicBezTo>
                  <a:pt x="2041123" y="4640728"/>
                  <a:pt x="2041123" y="4641775"/>
                  <a:pt x="2040757" y="4642403"/>
                </a:cubicBezTo>
                <a:lnTo>
                  <a:pt x="2031287" y="4658832"/>
                </a:lnTo>
                <a:cubicBezTo>
                  <a:pt x="2030921" y="4659460"/>
                  <a:pt x="2029979" y="4659983"/>
                  <a:pt x="2029246" y="4659983"/>
                </a:cubicBezTo>
                <a:lnTo>
                  <a:pt x="2010305" y="4659983"/>
                </a:lnTo>
                <a:cubicBezTo>
                  <a:pt x="2009573" y="4659983"/>
                  <a:pt x="2008631" y="4659460"/>
                  <a:pt x="2008265" y="4658832"/>
                </a:cubicBezTo>
                <a:lnTo>
                  <a:pt x="1998795" y="4642403"/>
                </a:lnTo>
                <a:cubicBezTo>
                  <a:pt x="1998428" y="4641722"/>
                  <a:pt x="1998428" y="4640676"/>
                  <a:pt x="1998795" y="4640048"/>
                </a:cubicBezTo>
                <a:lnTo>
                  <a:pt x="2008265" y="4623619"/>
                </a:lnTo>
                <a:cubicBezTo>
                  <a:pt x="2008631" y="4622991"/>
                  <a:pt x="2009573" y="4622468"/>
                  <a:pt x="2010305" y="4622468"/>
                </a:cubicBezTo>
                <a:close/>
                <a:moveTo>
                  <a:pt x="2257996" y="4621945"/>
                </a:moveTo>
                <a:lnTo>
                  <a:pt x="2277460" y="4621945"/>
                </a:lnTo>
                <a:cubicBezTo>
                  <a:pt x="2278245" y="4621945"/>
                  <a:pt x="2279187" y="4622468"/>
                  <a:pt x="2279553" y="4623149"/>
                </a:cubicBezTo>
                <a:lnTo>
                  <a:pt x="2289285" y="4639996"/>
                </a:lnTo>
                <a:cubicBezTo>
                  <a:pt x="2289651" y="4640676"/>
                  <a:pt x="2289651" y="4641723"/>
                  <a:pt x="2289285" y="4642403"/>
                </a:cubicBezTo>
                <a:lnTo>
                  <a:pt x="2279553" y="4659250"/>
                </a:lnTo>
                <a:cubicBezTo>
                  <a:pt x="2279187" y="4659931"/>
                  <a:pt x="2278245" y="4660454"/>
                  <a:pt x="2277460" y="4660454"/>
                </a:cubicBezTo>
                <a:lnTo>
                  <a:pt x="2257996" y="4660454"/>
                </a:lnTo>
                <a:cubicBezTo>
                  <a:pt x="2257212" y="4660454"/>
                  <a:pt x="2256270" y="4659931"/>
                  <a:pt x="2255904" y="4659250"/>
                </a:cubicBezTo>
                <a:lnTo>
                  <a:pt x="2246172" y="4642403"/>
                </a:lnTo>
                <a:cubicBezTo>
                  <a:pt x="2245805" y="4641723"/>
                  <a:pt x="2245805" y="4640676"/>
                  <a:pt x="2246172" y="4639996"/>
                </a:cubicBezTo>
                <a:lnTo>
                  <a:pt x="2255904" y="4623149"/>
                </a:lnTo>
                <a:cubicBezTo>
                  <a:pt x="2256270" y="4622468"/>
                  <a:pt x="2257212" y="4621945"/>
                  <a:pt x="2257996" y="4621945"/>
                </a:cubicBezTo>
                <a:close/>
                <a:moveTo>
                  <a:pt x="2091823" y="4620323"/>
                </a:moveTo>
                <a:lnTo>
                  <a:pt x="2112961" y="4620323"/>
                </a:lnTo>
                <a:cubicBezTo>
                  <a:pt x="2113798" y="4620323"/>
                  <a:pt x="2114792" y="4620899"/>
                  <a:pt x="2115211" y="4621631"/>
                </a:cubicBezTo>
                <a:lnTo>
                  <a:pt x="2125780" y="4639944"/>
                </a:lnTo>
                <a:cubicBezTo>
                  <a:pt x="2126198" y="4640676"/>
                  <a:pt x="2126198" y="4641827"/>
                  <a:pt x="2125780" y="4642560"/>
                </a:cubicBezTo>
                <a:lnTo>
                  <a:pt x="2115211" y="4660872"/>
                </a:lnTo>
                <a:cubicBezTo>
                  <a:pt x="2114792" y="4661605"/>
                  <a:pt x="2113798" y="4662180"/>
                  <a:pt x="2112961" y="4662180"/>
                </a:cubicBezTo>
                <a:lnTo>
                  <a:pt x="2091823" y="4662180"/>
                </a:lnTo>
                <a:cubicBezTo>
                  <a:pt x="2090986" y="4662180"/>
                  <a:pt x="2089991" y="4661605"/>
                  <a:pt x="2089573" y="4660872"/>
                </a:cubicBezTo>
                <a:lnTo>
                  <a:pt x="2079004" y="4642560"/>
                </a:lnTo>
                <a:cubicBezTo>
                  <a:pt x="2078585" y="4641827"/>
                  <a:pt x="2078585" y="4640676"/>
                  <a:pt x="2079004" y="4639944"/>
                </a:cubicBezTo>
                <a:lnTo>
                  <a:pt x="2089573" y="4621631"/>
                </a:lnTo>
                <a:cubicBezTo>
                  <a:pt x="2089991" y="4620899"/>
                  <a:pt x="2090986" y="4620323"/>
                  <a:pt x="2091823" y="4620323"/>
                </a:cubicBezTo>
                <a:close/>
                <a:moveTo>
                  <a:pt x="2174230" y="4619695"/>
                </a:moveTo>
                <a:lnTo>
                  <a:pt x="2195943" y="4619695"/>
                </a:lnTo>
                <a:cubicBezTo>
                  <a:pt x="2196780" y="4619695"/>
                  <a:pt x="2197826" y="4620323"/>
                  <a:pt x="2198245" y="4621055"/>
                </a:cubicBezTo>
                <a:lnTo>
                  <a:pt x="2209128" y="4639891"/>
                </a:lnTo>
                <a:cubicBezTo>
                  <a:pt x="2209547" y="4640624"/>
                  <a:pt x="2209547" y="4641827"/>
                  <a:pt x="2209128" y="4642560"/>
                </a:cubicBezTo>
                <a:lnTo>
                  <a:pt x="2198245" y="4661396"/>
                </a:lnTo>
                <a:cubicBezTo>
                  <a:pt x="2197826" y="4662128"/>
                  <a:pt x="2196780" y="4662756"/>
                  <a:pt x="2195943" y="4662756"/>
                </a:cubicBezTo>
                <a:lnTo>
                  <a:pt x="2174230" y="4662756"/>
                </a:lnTo>
                <a:cubicBezTo>
                  <a:pt x="2173340" y="4662756"/>
                  <a:pt x="2172293" y="4662128"/>
                  <a:pt x="2171875" y="4661396"/>
                </a:cubicBezTo>
                <a:lnTo>
                  <a:pt x="2160992" y="4642560"/>
                </a:lnTo>
                <a:cubicBezTo>
                  <a:pt x="2160573" y="4641827"/>
                  <a:pt x="2160573" y="4640624"/>
                  <a:pt x="2160992" y="4639891"/>
                </a:cubicBezTo>
                <a:lnTo>
                  <a:pt x="2171875" y="4621055"/>
                </a:lnTo>
                <a:cubicBezTo>
                  <a:pt x="2172346" y="4620271"/>
                  <a:pt x="2173392" y="4619695"/>
                  <a:pt x="2174230" y="4619695"/>
                </a:cubicBezTo>
                <a:close/>
                <a:moveTo>
                  <a:pt x="1356022" y="4553665"/>
                </a:moveTo>
                <a:lnTo>
                  <a:pt x="1360940" y="4553665"/>
                </a:lnTo>
                <a:cubicBezTo>
                  <a:pt x="1361149" y="4553665"/>
                  <a:pt x="1361463" y="4553979"/>
                  <a:pt x="1361463" y="4553979"/>
                </a:cubicBezTo>
                <a:lnTo>
                  <a:pt x="1363922" y="4558269"/>
                </a:lnTo>
                <a:cubicBezTo>
                  <a:pt x="1364027" y="4558479"/>
                  <a:pt x="1363922" y="4558897"/>
                  <a:pt x="1363922" y="4558897"/>
                </a:cubicBezTo>
                <a:lnTo>
                  <a:pt x="1361463" y="4563188"/>
                </a:lnTo>
                <a:cubicBezTo>
                  <a:pt x="1361359" y="4563345"/>
                  <a:pt x="1360940" y="4563502"/>
                  <a:pt x="1360940" y="4563502"/>
                </a:cubicBezTo>
                <a:lnTo>
                  <a:pt x="1356022" y="4563502"/>
                </a:lnTo>
                <a:cubicBezTo>
                  <a:pt x="1355813" y="4563502"/>
                  <a:pt x="1355499" y="4563188"/>
                  <a:pt x="1355499" y="4563188"/>
                </a:cubicBezTo>
                <a:lnTo>
                  <a:pt x="1353039" y="4558897"/>
                </a:lnTo>
                <a:cubicBezTo>
                  <a:pt x="1352935" y="4558688"/>
                  <a:pt x="1353039" y="4558269"/>
                  <a:pt x="1353039" y="4558269"/>
                </a:cubicBezTo>
                <a:lnTo>
                  <a:pt x="1355499" y="4553979"/>
                </a:lnTo>
                <a:cubicBezTo>
                  <a:pt x="1355603" y="4553822"/>
                  <a:pt x="1356022" y="4553665"/>
                  <a:pt x="1356022" y="4553665"/>
                </a:cubicBezTo>
                <a:close/>
                <a:moveTo>
                  <a:pt x="2590815" y="4543619"/>
                </a:moveTo>
                <a:lnTo>
                  <a:pt x="2605884" y="4543619"/>
                </a:lnTo>
                <a:cubicBezTo>
                  <a:pt x="2606459" y="4543619"/>
                  <a:pt x="2607192" y="4544038"/>
                  <a:pt x="2607505" y="4544561"/>
                </a:cubicBezTo>
                <a:lnTo>
                  <a:pt x="2615040" y="4557641"/>
                </a:lnTo>
                <a:cubicBezTo>
                  <a:pt x="2615354" y="4558164"/>
                  <a:pt x="2615354" y="4559002"/>
                  <a:pt x="2615040" y="4559525"/>
                </a:cubicBezTo>
                <a:lnTo>
                  <a:pt x="2607505" y="4572605"/>
                </a:lnTo>
                <a:cubicBezTo>
                  <a:pt x="2607192" y="4573129"/>
                  <a:pt x="2606459" y="4573547"/>
                  <a:pt x="2605884" y="4573547"/>
                </a:cubicBezTo>
                <a:lnTo>
                  <a:pt x="2590815" y="4573547"/>
                </a:lnTo>
                <a:cubicBezTo>
                  <a:pt x="2590239" y="4573547"/>
                  <a:pt x="2589507" y="4573129"/>
                  <a:pt x="2589193" y="4572605"/>
                </a:cubicBezTo>
                <a:lnTo>
                  <a:pt x="2581659" y="4559525"/>
                </a:lnTo>
                <a:cubicBezTo>
                  <a:pt x="2581344" y="4559002"/>
                  <a:pt x="2581344" y="4558164"/>
                  <a:pt x="2581659" y="4557641"/>
                </a:cubicBezTo>
                <a:lnTo>
                  <a:pt x="2589193" y="4544561"/>
                </a:lnTo>
                <a:cubicBezTo>
                  <a:pt x="2589507" y="4544038"/>
                  <a:pt x="2590239" y="4543619"/>
                  <a:pt x="2590815" y="4543619"/>
                </a:cubicBezTo>
                <a:close/>
                <a:moveTo>
                  <a:pt x="2507048" y="4541370"/>
                </a:moveTo>
                <a:lnTo>
                  <a:pt x="2524366" y="4541370"/>
                </a:lnTo>
                <a:cubicBezTo>
                  <a:pt x="2525099" y="4541370"/>
                  <a:pt x="2525884" y="4541893"/>
                  <a:pt x="2526250" y="4542469"/>
                </a:cubicBezTo>
                <a:lnTo>
                  <a:pt x="2534935" y="4557485"/>
                </a:lnTo>
                <a:cubicBezTo>
                  <a:pt x="2535301" y="4558061"/>
                  <a:pt x="2535301" y="4559055"/>
                  <a:pt x="2534935" y="4559630"/>
                </a:cubicBezTo>
                <a:lnTo>
                  <a:pt x="2526250" y="4574647"/>
                </a:lnTo>
                <a:cubicBezTo>
                  <a:pt x="2525884" y="4575274"/>
                  <a:pt x="2525046" y="4575745"/>
                  <a:pt x="2524366" y="4575745"/>
                </a:cubicBezTo>
                <a:lnTo>
                  <a:pt x="2507048" y="4575745"/>
                </a:lnTo>
                <a:cubicBezTo>
                  <a:pt x="2506315" y="4575745"/>
                  <a:pt x="2505531" y="4575222"/>
                  <a:pt x="2505165" y="4574647"/>
                </a:cubicBezTo>
                <a:lnTo>
                  <a:pt x="2496479" y="4559630"/>
                </a:lnTo>
                <a:cubicBezTo>
                  <a:pt x="2496112" y="4559055"/>
                  <a:pt x="2496112" y="4558061"/>
                  <a:pt x="2496479" y="4557485"/>
                </a:cubicBezTo>
                <a:lnTo>
                  <a:pt x="2505165" y="4542469"/>
                </a:lnTo>
                <a:cubicBezTo>
                  <a:pt x="2505531" y="4541841"/>
                  <a:pt x="2506368" y="4541370"/>
                  <a:pt x="2507048" y="4541370"/>
                </a:cubicBezTo>
                <a:close/>
                <a:moveTo>
                  <a:pt x="1432255" y="4540899"/>
                </a:moveTo>
                <a:lnTo>
                  <a:pt x="1450096" y="4540899"/>
                </a:lnTo>
                <a:cubicBezTo>
                  <a:pt x="1450829" y="4540899"/>
                  <a:pt x="1451666" y="4541370"/>
                  <a:pt x="1452032" y="4541998"/>
                </a:cubicBezTo>
                <a:lnTo>
                  <a:pt x="1460979" y="4557433"/>
                </a:lnTo>
                <a:cubicBezTo>
                  <a:pt x="1461346" y="4558008"/>
                  <a:pt x="1461346" y="4559002"/>
                  <a:pt x="1460979" y="4559630"/>
                </a:cubicBezTo>
                <a:lnTo>
                  <a:pt x="1452032" y="4575065"/>
                </a:lnTo>
                <a:cubicBezTo>
                  <a:pt x="1451666" y="4575693"/>
                  <a:pt x="1450777" y="4576164"/>
                  <a:pt x="1450096" y="4576164"/>
                </a:cubicBezTo>
                <a:lnTo>
                  <a:pt x="1432255" y="4576164"/>
                </a:lnTo>
                <a:cubicBezTo>
                  <a:pt x="1431522" y="4576164"/>
                  <a:pt x="1430685" y="4575693"/>
                  <a:pt x="1430319" y="4575065"/>
                </a:cubicBezTo>
                <a:lnTo>
                  <a:pt x="1421372" y="4559630"/>
                </a:lnTo>
                <a:cubicBezTo>
                  <a:pt x="1421005" y="4559055"/>
                  <a:pt x="1421005" y="4558061"/>
                  <a:pt x="1421372" y="4557433"/>
                </a:cubicBezTo>
                <a:lnTo>
                  <a:pt x="1430319" y="4541998"/>
                </a:lnTo>
                <a:cubicBezTo>
                  <a:pt x="1430685" y="4541370"/>
                  <a:pt x="1431575" y="4540899"/>
                  <a:pt x="1432255" y="4540899"/>
                </a:cubicBezTo>
                <a:close/>
                <a:moveTo>
                  <a:pt x="2423752" y="4540114"/>
                </a:moveTo>
                <a:lnTo>
                  <a:pt x="2442379" y="4540114"/>
                </a:lnTo>
                <a:cubicBezTo>
                  <a:pt x="2443111" y="4540114"/>
                  <a:pt x="2444001" y="4540637"/>
                  <a:pt x="2444367" y="4541265"/>
                </a:cubicBezTo>
                <a:lnTo>
                  <a:pt x="2453680" y="4557380"/>
                </a:lnTo>
                <a:cubicBezTo>
                  <a:pt x="2454047" y="4558008"/>
                  <a:pt x="2454047" y="4559054"/>
                  <a:pt x="2453680" y="4559682"/>
                </a:cubicBezTo>
                <a:lnTo>
                  <a:pt x="2444367" y="4575797"/>
                </a:lnTo>
                <a:cubicBezTo>
                  <a:pt x="2444001" y="4576425"/>
                  <a:pt x="2443111" y="4576948"/>
                  <a:pt x="2442379" y="4576948"/>
                </a:cubicBezTo>
                <a:lnTo>
                  <a:pt x="2423752" y="4576948"/>
                </a:lnTo>
                <a:cubicBezTo>
                  <a:pt x="2423020" y="4576948"/>
                  <a:pt x="2422130" y="4576425"/>
                  <a:pt x="2421764" y="4575797"/>
                </a:cubicBezTo>
                <a:lnTo>
                  <a:pt x="2412450" y="4559682"/>
                </a:lnTo>
                <a:cubicBezTo>
                  <a:pt x="2412085" y="4559054"/>
                  <a:pt x="2412085" y="4558008"/>
                  <a:pt x="2412450" y="4557380"/>
                </a:cubicBezTo>
                <a:lnTo>
                  <a:pt x="2421764" y="4541265"/>
                </a:lnTo>
                <a:cubicBezTo>
                  <a:pt x="2422130" y="4540637"/>
                  <a:pt x="2423020" y="4540114"/>
                  <a:pt x="2423752" y="4540114"/>
                </a:cubicBezTo>
                <a:close/>
                <a:moveTo>
                  <a:pt x="1844707" y="4539277"/>
                </a:moveTo>
                <a:lnTo>
                  <a:pt x="1864171" y="4539277"/>
                </a:lnTo>
                <a:cubicBezTo>
                  <a:pt x="1864956" y="4539277"/>
                  <a:pt x="1865898" y="4539800"/>
                  <a:pt x="1866264" y="4540481"/>
                </a:cubicBezTo>
                <a:lnTo>
                  <a:pt x="1875996" y="4557328"/>
                </a:lnTo>
                <a:cubicBezTo>
                  <a:pt x="1876362" y="4558008"/>
                  <a:pt x="1876362" y="4559055"/>
                  <a:pt x="1875996" y="4559735"/>
                </a:cubicBezTo>
                <a:lnTo>
                  <a:pt x="1866264" y="4576582"/>
                </a:lnTo>
                <a:cubicBezTo>
                  <a:pt x="1865898" y="4577263"/>
                  <a:pt x="1864956" y="4577786"/>
                  <a:pt x="1864171" y="4577786"/>
                </a:cubicBezTo>
                <a:lnTo>
                  <a:pt x="1844707" y="4577786"/>
                </a:lnTo>
                <a:cubicBezTo>
                  <a:pt x="1843923" y="4577786"/>
                  <a:pt x="1842981" y="4577263"/>
                  <a:pt x="1842614" y="4576582"/>
                </a:cubicBezTo>
                <a:lnTo>
                  <a:pt x="1832883" y="4559735"/>
                </a:lnTo>
                <a:cubicBezTo>
                  <a:pt x="1832516" y="4559055"/>
                  <a:pt x="1832516" y="4558008"/>
                  <a:pt x="1832883" y="4557328"/>
                </a:cubicBezTo>
                <a:lnTo>
                  <a:pt x="1842614" y="4540481"/>
                </a:lnTo>
                <a:cubicBezTo>
                  <a:pt x="1842981" y="4539800"/>
                  <a:pt x="1843923" y="4539277"/>
                  <a:pt x="1844707" y="4539277"/>
                </a:cubicBezTo>
                <a:close/>
                <a:moveTo>
                  <a:pt x="1927323" y="4539224"/>
                </a:moveTo>
                <a:lnTo>
                  <a:pt x="1946839" y="4539224"/>
                </a:lnTo>
                <a:cubicBezTo>
                  <a:pt x="1947624" y="4539224"/>
                  <a:pt x="1948566" y="4539747"/>
                  <a:pt x="1948932" y="4540428"/>
                </a:cubicBezTo>
                <a:lnTo>
                  <a:pt x="1958664" y="4557327"/>
                </a:lnTo>
                <a:cubicBezTo>
                  <a:pt x="1959030" y="4558008"/>
                  <a:pt x="1959030" y="4559054"/>
                  <a:pt x="1958664" y="4559734"/>
                </a:cubicBezTo>
                <a:lnTo>
                  <a:pt x="1948932" y="4576634"/>
                </a:lnTo>
                <a:cubicBezTo>
                  <a:pt x="1948566" y="4577314"/>
                  <a:pt x="1947624" y="4577837"/>
                  <a:pt x="1946839" y="4577837"/>
                </a:cubicBezTo>
                <a:lnTo>
                  <a:pt x="1927323" y="4577837"/>
                </a:lnTo>
                <a:cubicBezTo>
                  <a:pt x="1926539" y="4577837"/>
                  <a:pt x="1925597" y="4577314"/>
                  <a:pt x="1925230" y="4576634"/>
                </a:cubicBezTo>
                <a:lnTo>
                  <a:pt x="1915499" y="4559734"/>
                </a:lnTo>
                <a:cubicBezTo>
                  <a:pt x="1915132" y="4559054"/>
                  <a:pt x="1915132" y="4558008"/>
                  <a:pt x="1915499" y="4557327"/>
                </a:cubicBezTo>
                <a:lnTo>
                  <a:pt x="1925230" y="4540428"/>
                </a:lnTo>
                <a:cubicBezTo>
                  <a:pt x="1925597" y="4539747"/>
                  <a:pt x="1926539" y="4539224"/>
                  <a:pt x="1927323" y="4539224"/>
                </a:cubicBezTo>
                <a:close/>
                <a:moveTo>
                  <a:pt x="1513877" y="4538910"/>
                </a:moveTo>
                <a:lnTo>
                  <a:pt x="1533760" y="4538910"/>
                </a:lnTo>
                <a:cubicBezTo>
                  <a:pt x="1534544" y="4538910"/>
                  <a:pt x="1535538" y="4539433"/>
                  <a:pt x="1535905" y="4540114"/>
                </a:cubicBezTo>
                <a:lnTo>
                  <a:pt x="1545846" y="4557327"/>
                </a:lnTo>
                <a:cubicBezTo>
                  <a:pt x="1546212" y="4558008"/>
                  <a:pt x="1546212" y="4559106"/>
                  <a:pt x="1545846" y="4559787"/>
                </a:cubicBezTo>
                <a:lnTo>
                  <a:pt x="1535905" y="4577000"/>
                </a:lnTo>
                <a:cubicBezTo>
                  <a:pt x="1535486" y="4577628"/>
                  <a:pt x="1534544" y="4578204"/>
                  <a:pt x="1533760" y="4578204"/>
                </a:cubicBezTo>
                <a:lnTo>
                  <a:pt x="1513877" y="4578204"/>
                </a:lnTo>
                <a:cubicBezTo>
                  <a:pt x="1513092" y="4578204"/>
                  <a:pt x="1512098" y="4577681"/>
                  <a:pt x="1511732" y="4577000"/>
                </a:cubicBezTo>
                <a:lnTo>
                  <a:pt x="1501791" y="4559787"/>
                </a:lnTo>
                <a:cubicBezTo>
                  <a:pt x="1501424" y="4559106"/>
                  <a:pt x="1501424" y="4558008"/>
                  <a:pt x="1501791" y="4557327"/>
                </a:cubicBezTo>
                <a:lnTo>
                  <a:pt x="1511732" y="4540114"/>
                </a:lnTo>
                <a:cubicBezTo>
                  <a:pt x="1512151" y="4539486"/>
                  <a:pt x="1513092" y="4538910"/>
                  <a:pt x="1513877" y="4538910"/>
                </a:cubicBezTo>
                <a:close/>
                <a:moveTo>
                  <a:pt x="2175014" y="4538649"/>
                </a:moveTo>
                <a:lnTo>
                  <a:pt x="2195106" y="4538649"/>
                </a:lnTo>
                <a:cubicBezTo>
                  <a:pt x="2195891" y="4538649"/>
                  <a:pt x="2196833" y="4539224"/>
                  <a:pt x="2197251" y="4539905"/>
                </a:cubicBezTo>
                <a:lnTo>
                  <a:pt x="2207297" y="4557328"/>
                </a:lnTo>
                <a:cubicBezTo>
                  <a:pt x="2207716" y="4558060"/>
                  <a:pt x="2207716" y="4559159"/>
                  <a:pt x="2207297" y="4559839"/>
                </a:cubicBezTo>
                <a:lnTo>
                  <a:pt x="2197251" y="4577262"/>
                </a:lnTo>
                <a:cubicBezTo>
                  <a:pt x="2196885" y="4577943"/>
                  <a:pt x="2195891" y="4578518"/>
                  <a:pt x="2195106" y="4578518"/>
                </a:cubicBezTo>
                <a:lnTo>
                  <a:pt x="2175014" y="4578518"/>
                </a:lnTo>
                <a:cubicBezTo>
                  <a:pt x="2174230" y="4578518"/>
                  <a:pt x="2173288" y="4577943"/>
                  <a:pt x="2172870" y="4577262"/>
                </a:cubicBezTo>
                <a:lnTo>
                  <a:pt x="2162824" y="4559839"/>
                </a:lnTo>
                <a:cubicBezTo>
                  <a:pt x="2162405" y="4559107"/>
                  <a:pt x="2162405" y="4558008"/>
                  <a:pt x="2162824" y="4557328"/>
                </a:cubicBezTo>
                <a:lnTo>
                  <a:pt x="2172870" y="4539905"/>
                </a:lnTo>
                <a:cubicBezTo>
                  <a:pt x="2173236" y="4539224"/>
                  <a:pt x="2174230" y="4538649"/>
                  <a:pt x="2175014" y="4538649"/>
                </a:cubicBezTo>
                <a:close/>
                <a:moveTo>
                  <a:pt x="1761672" y="4538544"/>
                </a:moveTo>
                <a:lnTo>
                  <a:pt x="1781869" y="4538544"/>
                </a:lnTo>
                <a:cubicBezTo>
                  <a:pt x="1782653" y="4538544"/>
                  <a:pt x="1783595" y="4539120"/>
                  <a:pt x="1784014" y="4539800"/>
                </a:cubicBezTo>
                <a:lnTo>
                  <a:pt x="1794112" y="4557328"/>
                </a:lnTo>
                <a:cubicBezTo>
                  <a:pt x="1794530" y="4558008"/>
                  <a:pt x="1794530" y="4559159"/>
                  <a:pt x="1794112" y="4559839"/>
                </a:cubicBezTo>
                <a:lnTo>
                  <a:pt x="1784014" y="4577367"/>
                </a:lnTo>
                <a:cubicBezTo>
                  <a:pt x="1783647" y="4578047"/>
                  <a:pt x="1782653" y="4578623"/>
                  <a:pt x="1781869" y="4578623"/>
                </a:cubicBezTo>
                <a:lnTo>
                  <a:pt x="1761672" y="4578623"/>
                </a:lnTo>
                <a:cubicBezTo>
                  <a:pt x="1760887" y="4578623"/>
                  <a:pt x="1759946" y="4578047"/>
                  <a:pt x="1759527" y="4577367"/>
                </a:cubicBezTo>
                <a:lnTo>
                  <a:pt x="1749429" y="4559839"/>
                </a:lnTo>
                <a:cubicBezTo>
                  <a:pt x="1749010" y="4559159"/>
                  <a:pt x="1749010" y="4558008"/>
                  <a:pt x="1749429" y="4557328"/>
                </a:cubicBezTo>
                <a:lnTo>
                  <a:pt x="1759527" y="4539800"/>
                </a:lnTo>
                <a:cubicBezTo>
                  <a:pt x="1759893" y="4539120"/>
                  <a:pt x="1760887" y="4538544"/>
                  <a:pt x="1761672" y="4538544"/>
                </a:cubicBezTo>
                <a:close/>
                <a:moveTo>
                  <a:pt x="2340037" y="4538126"/>
                </a:moveTo>
                <a:lnTo>
                  <a:pt x="2360704" y="4538126"/>
                </a:lnTo>
                <a:cubicBezTo>
                  <a:pt x="2361489" y="4538126"/>
                  <a:pt x="2362483" y="4538649"/>
                  <a:pt x="2362902" y="4539382"/>
                </a:cubicBezTo>
                <a:lnTo>
                  <a:pt x="2373261" y="4557276"/>
                </a:lnTo>
                <a:cubicBezTo>
                  <a:pt x="2373680" y="4558008"/>
                  <a:pt x="2373680" y="4559159"/>
                  <a:pt x="2373261" y="4559839"/>
                </a:cubicBezTo>
                <a:lnTo>
                  <a:pt x="2362902" y="4577734"/>
                </a:lnTo>
                <a:cubicBezTo>
                  <a:pt x="2362536" y="4578414"/>
                  <a:pt x="2361541" y="4578989"/>
                  <a:pt x="2360704" y="4578989"/>
                </a:cubicBezTo>
                <a:lnTo>
                  <a:pt x="2340037" y="4578989"/>
                </a:lnTo>
                <a:cubicBezTo>
                  <a:pt x="2339252" y="4578989"/>
                  <a:pt x="2338258" y="4578466"/>
                  <a:pt x="2337839" y="4577734"/>
                </a:cubicBezTo>
                <a:lnTo>
                  <a:pt x="2327480" y="4559839"/>
                </a:lnTo>
                <a:cubicBezTo>
                  <a:pt x="2327061" y="4559107"/>
                  <a:pt x="2327061" y="4557956"/>
                  <a:pt x="2327480" y="4557276"/>
                </a:cubicBezTo>
                <a:lnTo>
                  <a:pt x="2337839" y="4539382"/>
                </a:lnTo>
                <a:cubicBezTo>
                  <a:pt x="2338206" y="4538701"/>
                  <a:pt x="2339200" y="4538126"/>
                  <a:pt x="2340037" y="4538126"/>
                </a:cubicBezTo>
                <a:close/>
                <a:moveTo>
                  <a:pt x="2091300" y="4536556"/>
                </a:moveTo>
                <a:lnTo>
                  <a:pt x="2113536" y="4536556"/>
                </a:lnTo>
                <a:cubicBezTo>
                  <a:pt x="2114426" y="4536556"/>
                  <a:pt x="2115525" y="4537131"/>
                  <a:pt x="2115944" y="4537916"/>
                </a:cubicBezTo>
                <a:lnTo>
                  <a:pt x="2127036" y="4557171"/>
                </a:lnTo>
                <a:cubicBezTo>
                  <a:pt x="2127454" y="4557955"/>
                  <a:pt x="2127454" y="4559159"/>
                  <a:pt x="2127036" y="4559944"/>
                </a:cubicBezTo>
                <a:lnTo>
                  <a:pt x="2115944" y="4579198"/>
                </a:lnTo>
                <a:cubicBezTo>
                  <a:pt x="2115472" y="4579931"/>
                  <a:pt x="2114426" y="4580558"/>
                  <a:pt x="2113536" y="4580558"/>
                </a:cubicBezTo>
                <a:lnTo>
                  <a:pt x="2091300" y="4580558"/>
                </a:lnTo>
                <a:cubicBezTo>
                  <a:pt x="2090410" y="4580558"/>
                  <a:pt x="2089311" y="4579983"/>
                  <a:pt x="2088893" y="4579198"/>
                </a:cubicBezTo>
                <a:lnTo>
                  <a:pt x="2077801" y="4559944"/>
                </a:lnTo>
                <a:cubicBezTo>
                  <a:pt x="2077382" y="4559159"/>
                  <a:pt x="2077382" y="4557955"/>
                  <a:pt x="2077801" y="4557171"/>
                </a:cubicBezTo>
                <a:lnTo>
                  <a:pt x="2088893" y="4537916"/>
                </a:lnTo>
                <a:cubicBezTo>
                  <a:pt x="2089364" y="4537184"/>
                  <a:pt x="2090410" y="4536556"/>
                  <a:pt x="2091300" y="4536556"/>
                </a:cubicBezTo>
                <a:close/>
                <a:moveTo>
                  <a:pt x="1677696" y="4535928"/>
                </a:moveTo>
                <a:lnTo>
                  <a:pt x="1700561" y="4535928"/>
                </a:lnTo>
                <a:cubicBezTo>
                  <a:pt x="1701451" y="4535928"/>
                  <a:pt x="1702549" y="4536556"/>
                  <a:pt x="1703020" y="4537341"/>
                </a:cubicBezTo>
                <a:lnTo>
                  <a:pt x="1714426" y="4557119"/>
                </a:lnTo>
                <a:cubicBezTo>
                  <a:pt x="1714897" y="4557903"/>
                  <a:pt x="1714897" y="4559159"/>
                  <a:pt x="1714426" y="4559944"/>
                </a:cubicBezTo>
                <a:lnTo>
                  <a:pt x="1703020" y="4579722"/>
                </a:lnTo>
                <a:cubicBezTo>
                  <a:pt x="1702549" y="4580506"/>
                  <a:pt x="1701451" y="4581134"/>
                  <a:pt x="1700561" y="4581134"/>
                </a:cubicBezTo>
                <a:lnTo>
                  <a:pt x="1677696" y="4581134"/>
                </a:lnTo>
                <a:cubicBezTo>
                  <a:pt x="1676807" y="4581134"/>
                  <a:pt x="1675708" y="4580506"/>
                  <a:pt x="1675237" y="4579722"/>
                </a:cubicBezTo>
                <a:lnTo>
                  <a:pt x="1663831" y="4559944"/>
                </a:lnTo>
                <a:cubicBezTo>
                  <a:pt x="1663360" y="4559159"/>
                  <a:pt x="1663360" y="4557903"/>
                  <a:pt x="1663831" y="4557119"/>
                </a:cubicBezTo>
                <a:lnTo>
                  <a:pt x="1675237" y="4537341"/>
                </a:lnTo>
                <a:cubicBezTo>
                  <a:pt x="1675708" y="4536556"/>
                  <a:pt x="1676807" y="4535928"/>
                  <a:pt x="1677696" y="4535928"/>
                </a:cubicBezTo>
                <a:close/>
                <a:moveTo>
                  <a:pt x="1595080" y="4535928"/>
                </a:moveTo>
                <a:lnTo>
                  <a:pt x="1617945" y="4535928"/>
                </a:lnTo>
                <a:cubicBezTo>
                  <a:pt x="1618834" y="4535928"/>
                  <a:pt x="1619933" y="4536556"/>
                  <a:pt x="1620404" y="4537341"/>
                </a:cubicBezTo>
                <a:lnTo>
                  <a:pt x="1631810" y="4557119"/>
                </a:lnTo>
                <a:cubicBezTo>
                  <a:pt x="1632281" y="4557903"/>
                  <a:pt x="1632281" y="4559159"/>
                  <a:pt x="1631810" y="4559944"/>
                </a:cubicBezTo>
                <a:lnTo>
                  <a:pt x="1620404" y="4579722"/>
                </a:lnTo>
                <a:cubicBezTo>
                  <a:pt x="1619933" y="4580506"/>
                  <a:pt x="1618834" y="4581134"/>
                  <a:pt x="1617945" y="4581134"/>
                </a:cubicBezTo>
                <a:lnTo>
                  <a:pt x="1595080" y="4581134"/>
                </a:lnTo>
                <a:cubicBezTo>
                  <a:pt x="1594191" y="4581134"/>
                  <a:pt x="1593092" y="4580506"/>
                  <a:pt x="1592621" y="4579722"/>
                </a:cubicBezTo>
                <a:lnTo>
                  <a:pt x="1581215" y="4559944"/>
                </a:lnTo>
                <a:cubicBezTo>
                  <a:pt x="1580744" y="4559159"/>
                  <a:pt x="1580744" y="4557903"/>
                  <a:pt x="1581215" y="4557119"/>
                </a:cubicBezTo>
                <a:lnTo>
                  <a:pt x="1592621" y="4537341"/>
                </a:lnTo>
                <a:cubicBezTo>
                  <a:pt x="1593092" y="4536556"/>
                  <a:pt x="1594191" y="4535928"/>
                  <a:pt x="1595080" y="4535928"/>
                </a:cubicBezTo>
                <a:close/>
                <a:moveTo>
                  <a:pt x="2008265" y="4535824"/>
                </a:moveTo>
                <a:lnTo>
                  <a:pt x="2031234" y="4535824"/>
                </a:lnTo>
                <a:cubicBezTo>
                  <a:pt x="2032124" y="4535824"/>
                  <a:pt x="2033223" y="4536452"/>
                  <a:pt x="2033693" y="4537236"/>
                </a:cubicBezTo>
                <a:lnTo>
                  <a:pt x="2045204" y="4557171"/>
                </a:lnTo>
                <a:cubicBezTo>
                  <a:pt x="2045675" y="4557956"/>
                  <a:pt x="2045675" y="4559212"/>
                  <a:pt x="2045204" y="4559997"/>
                </a:cubicBezTo>
                <a:lnTo>
                  <a:pt x="2033693" y="4579931"/>
                </a:lnTo>
                <a:cubicBezTo>
                  <a:pt x="2033223" y="4580716"/>
                  <a:pt x="2032124" y="4581344"/>
                  <a:pt x="2031234" y="4581344"/>
                </a:cubicBezTo>
                <a:lnTo>
                  <a:pt x="2008265" y="4581344"/>
                </a:lnTo>
                <a:cubicBezTo>
                  <a:pt x="2007376" y="4581344"/>
                  <a:pt x="2006277" y="4580716"/>
                  <a:pt x="2005806" y="4579931"/>
                </a:cubicBezTo>
                <a:lnTo>
                  <a:pt x="1994296" y="4559997"/>
                </a:lnTo>
                <a:cubicBezTo>
                  <a:pt x="1993824" y="4559212"/>
                  <a:pt x="1993824" y="4557956"/>
                  <a:pt x="1994296" y="4557171"/>
                </a:cubicBezTo>
                <a:lnTo>
                  <a:pt x="2005806" y="4537236"/>
                </a:lnTo>
                <a:cubicBezTo>
                  <a:pt x="2006277" y="4536452"/>
                  <a:pt x="2007376" y="4535824"/>
                  <a:pt x="2008265" y="4535824"/>
                </a:cubicBezTo>
                <a:close/>
                <a:moveTo>
                  <a:pt x="2254752" y="4532894"/>
                </a:moveTo>
                <a:lnTo>
                  <a:pt x="2280652" y="4532894"/>
                </a:lnTo>
                <a:cubicBezTo>
                  <a:pt x="2281646" y="4532894"/>
                  <a:pt x="2282901" y="4533627"/>
                  <a:pt x="2283425" y="4534516"/>
                </a:cubicBezTo>
                <a:lnTo>
                  <a:pt x="2296401" y="4556962"/>
                </a:lnTo>
                <a:cubicBezTo>
                  <a:pt x="2296924" y="4557851"/>
                  <a:pt x="2296924" y="4559264"/>
                  <a:pt x="2296401" y="4560153"/>
                </a:cubicBezTo>
                <a:lnTo>
                  <a:pt x="2283425" y="4582600"/>
                </a:lnTo>
                <a:cubicBezTo>
                  <a:pt x="2282901" y="4583489"/>
                  <a:pt x="2281698" y="4584222"/>
                  <a:pt x="2280652" y="4584222"/>
                </a:cubicBezTo>
                <a:lnTo>
                  <a:pt x="2254752" y="4584222"/>
                </a:lnTo>
                <a:cubicBezTo>
                  <a:pt x="2253758" y="4584222"/>
                  <a:pt x="2252503" y="4583489"/>
                  <a:pt x="2251980" y="4582600"/>
                </a:cubicBezTo>
                <a:lnTo>
                  <a:pt x="2239003" y="4560153"/>
                </a:lnTo>
                <a:cubicBezTo>
                  <a:pt x="2238480" y="4559264"/>
                  <a:pt x="2238480" y="4557851"/>
                  <a:pt x="2239003" y="4556962"/>
                </a:cubicBezTo>
                <a:lnTo>
                  <a:pt x="2251980" y="4534516"/>
                </a:lnTo>
                <a:cubicBezTo>
                  <a:pt x="2252503" y="4533627"/>
                  <a:pt x="2253706" y="4532894"/>
                  <a:pt x="2254752" y="4532894"/>
                </a:cubicBezTo>
                <a:close/>
                <a:moveTo>
                  <a:pt x="2680494" y="4474921"/>
                </a:moveTo>
                <a:lnTo>
                  <a:pt x="2681488" y="4474921"/>
                </a:lnTo>
                <a:cubicBezTo>
                  <a:pt x="2681541" y="4474921"/>
                  <a:pt x="2681593" y="4474973"/>
                  <a:pt x="2681593" y="4474973"/>
                </a:cubicBezTo>
                <a:lnTo>
                  <a:pt x="2682116" y="4475863"/>
                </a:lnTo>
                <a:cubicBezTo>
                  <a:pt x="2682116" y="4475863"/>
                  <a:pt x="2682116" y="4475967"/>
                  <a:pt x="2682116" y="4475967"/>
                </a:cubicBezTo>
                <a:lnTo>
                  <a:pt x="2681593" y="4476857"/>
                </a:lnTo>
                <a:cubicBezTo>
                  <a:pt x="2681593" y="4476909"/>
                  <a:pt x="2681488" y="4476909"/>
                  <a:pt x="2681488" y="4476909"/>
                </a:cubicBezTo>
                <a:lnTo>
                  <a:pt x="2680494" y="4476909"/>
                </a:lnTo>
                <a:cubicBezTo>
                  <a:pt x="2680442" y="4476909"/>
                  <a:pt x="2680390" y="4476857"/>
                  <a:pt x="2680390" y="4476857"/>
                </a:cubicBezTo>
                <a:lnTo>
                  <a:pt x="2679866" y="4475967"/>
                </a:lnTo>
                <a:cubicBezTo>
                  <a:pt x="2679866" y="4475967"/>
                  <a:pt x="2679866" y="4475863"/>
                  <a:pt x="2679866" y="4475863"/>
                </a:cubicBezTo>
                <a:lnTo>
                  <a:pt x="2680390" y="4474973"/>
                </a:lnTo>
                <a:cubicBezTo>
                  <a:pt x="2680390" y="4474921"/>
                  <a:pt x="2680494" y="4474921"/>
                  <a:pt x="2680494" y="4474921"/>
                </a:cubicBezTo>
                <a:close/>
                <a:moveTo>
                  <a:pt x="1189848" y="4469375"/>
                </a:moveTo>
                <a:lnTo>
                  <a:pt x="1196388" y="4469375"/>
                </a:lnTo>
                <a:cubicBezTo>
                  <a:pt x="1196650" y="4469375"/>
                  <a:pt x="1197068" y="4469794"/>
                  <a:pt x="1197068" y="4469794"/>
                </a:cubicBezTo>
                <a:lnTo>
                  <a:pt x="1200365" y="4475444"/>
                </a:lnTo>
                <a:cubicBezTo>
                  <a:pt x="1200469" y="4475706"/>
                  <a:pt x="1200365" y="4476282"/>
                  <a:pt x="1200365" y="4476282"/>
                </a:cubicBezTo>
                <a:lnTo>
                  <a:pt x="1197068" y="4481932"/>
                </a:lnTo>
                <a:cubicBezTo>
                  <a:pt x="1196964" y="4482194"/>
                  <a:pt x="1196388" y="4482351"/>
                  <a:pt x="1196388" y="4482351"/>
                </a:cubicBezTo>
                <a:lnTo>
                  <a:pt x="1189848" y="4482351"/>
                </a:lnTo>
                <a:cubicBezTo>
                  <a:pt x="1189586" y="4482351"/>
                  <a:pt x="1189168" y="4481932"/>
                  <a:pt x="1189168" y="4481932"/>
                </a:cubicBezTo>
                <a:lnTo>
                  <a:pt x="1185871" y="4476282"/>
                </a:lnTo>
                <a:cubicBezTo>
                  <a:pt x="1185767" y="4476020"/>
                  <a:pt x="1185871" y="4475444"/>
                  <a:pt x="1185871" y="4475444"/>
                </a:cubicBezTo>
                <a:lnTo>
                  <a:pt x="1189168" y="4469794"/>
                </a:lnTo>
                <a:cubicBezTo>
                  <a:pt x="1189272" y="4469532"/>
                  <a:pt x="1189848" y="4469375"/>
                  <a:pt x="1189848" y="4469375"/>
                </a:cubicBezTo>
                <a:close/>
                <a:moveTo>
                  <a:pt x="1268226" y="4460846"/>
                </a:moveTo>
                <a:lnTo>
                  <a:pt x="1283399" y="4460846"/>
                </a:lnTo>
                <a:cubicBezTo>
                  <a:pt x="1283975" y="4460846"/>
                  <a:pt x="1284707" y="4461265"/>
                  <a:pt x="1285021" y="4461788"/>
                </a:cubicBezTo>
                <a:lnTo>
                  <a:pt x="1292608" y="4474921"/>
                </a:lnTo>
                <a:cubicBezTo>
                  <a:pt x="1292922" y="4475444"/>
                  <a:pt x="1292922" y="4476281"/>
                  <a:pt x="1292608" y="4476804"/>
                </a:cubicBezTo>
                <a:lnTo>
                  <a:pt x="1285021" y="4489937"/>
                </a:lnTo>
                <a:cubicBezTo>
                  <a:pt x="1284707" y="4490460"/>
                  <a:pt x="1283975" y="4490879"/>
                  <a:pt x="1283399" y="4490879"/>
                </a:cubicBezTo>
                <a:lnTo>
                  <a:pt x="1268226" y="4490879"/>
                </a:lnTo>
                <a:cubicBezTo>
                  <a:pt x="1267650" y="4490879"/>
                  <a:pt x="1266918" y="4490460"/>
                  <a:pt x="1266604" y="4489937"/>
                </a:cubicBezTo>
                <a:lnTo>
                  <a:pt x="1259017" y="4476804"/>
                </a:lnTo>
                <a:cubicBezTo>
                  <a:pt x="1258704" y="4476281"/>
                  <a:pt x="1258704" y="4475444"/>
                  <a:pt x="1259017" y="4474921"/>
                </a:cubicBezTo>
                <a:lnTo>
                  <a:pt x="1266604" y="4461788"/>
                </a:lnTo>
                <a:cubicBezTo>
                  <a:pt x="1266918" y="4461265"/>
                  <a:pt x="1267650" y="4460846"/>
                  <a:pt x="1268226" y="4460846"/>
                </a:cubicBezTo>
                <a:close/>
                <a:moveTo>
                  <a:pt x="2010933" y="4458492"/>
                </a:moveTo>
                <a:lnTo>
                  <a:pt x="2028513" y="4458492"/>
                </a:lnTo>
                <a:cubicBezTo>
                  <a:pt x="2029193" y="4458492"/>
                  <a:pt x="2030031" y="4459015"/>
                  <a:pt x="2030397" y="4459591"/>
                </a:cubicBezTo>
                <a:lnTo>
                  <a:pt x="2039187" y="4474816"/>
                </a:lnTo>
                <a:cubicBezTo>
                  <a:pt x="2039553" y="4475444"/>
                  <a:pt x="2039553" y="4476438"/>
                  <a:pt x="2039187" y="4477014"/>
                </a:cubicBezTo>
                <a:lnTo>
                  <a:pt x="2030397" y="4492240"/>
                </a:lnTo>
                <a:cubicBezTo>
                  <a:pt x="2030031" y="4492867"/>
                  <a:pt x="2029193" y="4493338"/>
                  <a:pt x="2028513" y="4493338"/>
                </a:cubicBezTo>
                <a:lnTo>
                  <a:pt x="2010933" y="4493338"/>
                </a:lnTo>
                <a:cubicBezTo>
                  <a:pt x="2010253" y="4493338"/>
                  <a:pt x="2009416" y="4492815"/>
                  <a:pt x="2009050" y="4492240"/>
                </a:cubicBezTo>
                <a:lnTo>
                  <a:pt x="2000260" y="4477014"/>
                </a:lnTo>
                <a:cubicBezTo>
                  <a:pt x="1999893" y="4476386"/>
                  <a:pt x="1999893" y="4475392"/>
                  <a:pt x="2000260" y="4474816"/>
                </a:cubicBezTo>
                <a:lnTo>
                  <a:pt x="2009050" y="4459591"/>
                </a:lnTo>
                <a:cubicBezTo>
                  <a:pt x="2009416" y="4458963"/>
                  <a:pt x="2010253" y="4458492"/>
                  <a:pt x="2010933" y="4458492"/>
                </a:cubicBezTo>
                <a:close/>
                <a:moveTo>
                  <a:pt x="1432202" y="4458178"/>
                </a:moveTo>
                <a:lnTo>
                  <a:pt x="1450096" y="4458178"/>
                </a:lnTo>
                <a:cubicBezTo>
                  <a:pt x="1450829" y="4458178"/>
                  <a:pt x="1451666" y="4458649"/>
                  <a:pt x="1452033" y="4459277"/>
                </a:cubicBezTo>
                <a:lnTo>
                  <a:pt x="1460979" y="4474764"/>
                </a:lnTo>
                <a:cubicBezTo>
                  <a:pt x="1461346" y="4475340"/>
                  <a:pt x="1461346" y="4476334"/>
                  <a:pt x="1460979" y="4476962"/>
                </a:cubicBezTo>
                <a:lnTo>
                  <a:pt x="1452033" y="4492449"/>
                </a:lnTo>
                <a:cubicBezTo>
                  <a:pt x="1451666" y="4493077"/>
                  <a:pt x="1450777" y="4493548"/>
                  <a:pt x="1450096" y="4493548"/>
                </a:cubicBezTo>
                <a:lnTo>
                  <a:pt x="1432202" y="4493548"/>
                </a:lnTo>
                <a:cubicBezTo>
                  <a:pt x="1431470" y="4493548"/>
                  <a:pt x="1430633" y="4493077"/>
                  <a:pt x="1430267" y="4492449"/>
                </a:cubicBezTo>
                <a:lnTo>
                  <a:pt x="1421319" y="4476962"/>
                </a:lnTo>
                <a:cubicBezTo>
                  <a:pt x="1420954" y="4476386"/>
                  <a:pt x="1420954" y="4475392"/>
                  <a:pt x="1421319" y="4474764"/>
                </a:cubicBezTo>
                <a:lnTo>
                  <a:pt x="1430267" y="4459277"/>
                </a:lnTo>
                <a:cubicBezTo>
                  <a:pt x="1430633" y="4458649"/>
                  <a:pt x="1431522" y="4458178"/>
                  <a:pt x="1432202" y="4458178"/>
                </a:cubicBezTo>
                <a:close/>
                <a:moveTo>
                  <a:pt x="2506524" y="4457707"/>
                </a:moveTo>
                <a:lnTo>
                  <a:pt x="2524889" y="4457707"/>
                </a:lnTo>
                <a:cubicBezTo>
                  <a:pt x="2525622" y="4457707"/>
                  <a:pt x="2526511" y="4458230"/>
                  <a:pt x="2526877" y="4458858"/>
                </a:cubicBezTo>
                <a:lnTo>
                  <a:pt x="2536034" y="4474764"/>
                </a:lnTo>
                <a:cubicBezTo>
                  <a:pt x="2536400" y="4475392"/>
                  <a:pt x="2536400" y="4476386"/>
                  <a:pt x="2536034" y="4477014"/>
                </a:cubicBezTo>
                <a:lnTo>
                  <a:pt x="2526877" y="4492919"/>
                </a:lnTo>
                <a:cubicBezTo>
                  <a:pt x="2526511" y="4493547"/>
                  <a:pt x="2525622" y="4494070"/>
                  <a:pt x="2524889" y="4494070"/>
                </a:cubicBezTo>
                <a:lnTo>
                  <a:pt x="2506524" y="4494070"/>
                </a:lnTo>
                <a:cubicBezTo>
                  <a:pt x="2505792" y="4494070"/>
                  <a:pt x="2504902" y="4493547"/>
                  <a:pt x="2504536" y="4492919"/>
                </a:cubicBezTo>
                <a:lnTo>
                  <a:pt x="2495379" y="4477014"/>
                </a:lnTo>
                <a:cubicBezTo>
                  <a:pt x="2495014" y="4476386"/>
                  <a:pt x="2495014" y="4475392"/>
                  <a:pt x="2495379" y="4474764"/>
                </a:cubicBezTo>
                <a:lnTo>
                  <a:pt x="2504536" y="4458858"/>
                </a:lnTo>
                <a:cubicBezTo>
                  <a:pt x="2504902" y="4458230"/>
                  <a:pt x="2505792" y="4457707"/>
                  <a:pt x="2506524" y="4457707"/>
                </a:cubicBezTo>
                <a:close/>
                <a:moveTo>
                  <a:pt x="2175746" y="4457498"/>
                </a:moveTo>
                <a:lnTo>
                  <a:pt x="2194373" y="4457498"/>
                </a:lnTo>
                <a:cubicBezTo>
                  <a:pt x="2195106" y="4457498"/>
                  <a:pt x="2195995" y="4458021"/>
                  <a:pt x="2196361" y="4458649"/>
                </a:cubicBezTo>
                <a:lnTo>
                  <a:pt x="2205674" y="4474764"/>
                </a:lnTo>
                <a:cubicBezTo>
                  <a:pt x="2206041" y="4475392"/>
                  <a:pt x="2206041" y="4476438"/>
                  <a:pt x="2205674" y="4477066"/>
                </a:cubicBezTo>
                <a:lnTo>
                  <a:pt x="2196361" y="4493181"/>
                </a:lnTo>
                <a:cubicBezTo>
                  <a:pt x="2195995" y="4493809"/>
                  <a:pt x="2195106" y="4494333"/>
                  <a:pt x="2194373" y="4494333"/>
                </a:cubicBezTo>
                <a:lnTo>
                  <a:pt x="2175746" y="4494333"/>
                </a:lnTo>
                <a:cubicBezTo>
                  <a:pt x="2175014" y="4494333"/>
                  <a:pt x="2174125" y="4493809"/>
                  <a:pt x="2173758" y="4493181"/>
                </a:cubicBezTo>
                <a:lnTo>
                  <a:pt x="2164444" y="4477066"/>
                </a:lnTo>
                <a:cubicBezTo>
                  <a:pt x="2164079" y="4476438"/>
                  <a:pt x="2164079" y="4475392"/>
                  <a:pt x="2164444" y="4474764"/>
                </a:cubicBezTo>
                <a:lnTo>
                  <a:pt x="2173758" y="4458649"/>
                </a:lnTo>
                <a:cubicBezTo>
                  <a:pt x="2174125" y="4458021"/>
                  <a:pt x="2175014" y="4457498"/>
                  <a:pt x="2175746" y="4457498"/>
                </a:cubicBezTo>
                <a:close/>
                <a:moveTo>
                  <a:pt x="1349168" y="4457498"/>
                </a:moveTo>
                <a:lnTo>
                  <a:pt x="1367795" y="4457498"/>
                </a:lnTo>
                <a:cubicBezTo>
                  <a:pt x="1368527" y="4457498"/>
                  <a:pt x="1369417" y="4458021"/>
                  <a:pt x="1369783" y="4458649"/>
                </a:cubicBezTo>
                <a:lnTo>
                  <a:pt x="1379096" y="4474764"/>
                </a:lnTo>
                <a:cubicBezTo>
                  <a:pt x="1379462" y="4475392"/>
                  <a:pt x="1379462" y="4476438"/>
                  <a:pt x="1379096" y="4477066"/>
                </a:cubicBezTo>
                <a:lnTo>
                  <a:pt x="1369783" y="4493181"/>
                </a:lnTo>
                <a:cubicBezTo>
                  <a:pt x="1369417" y="4493809"/>
                  <a:pt x="1368527" y="4494333"/>
                  <a:pt x="1367795" y="4494333"/>
                </a:cubicBezTo>
                <a:lnTo>
                  <a:pt x="1349168" y="4494333"/>
                </a:lnTo>
                <a:cubicBezTo>
                  <a:pt x="1348435" y="4494333"/>
                  <a:pt x="1347546" y="4493809"/>
                  <a:pt x="1347180" y="4493181"/>
                </a:cubicBezTo>
                <a:lnTo>
                  <a:pt x="1337867" y="4477066"/>
                </a:lnTo>
                <a:cubicBezTo>
                  <a:pt x="1337500" y="4476438"/>
                  <a:pt x="1337500" y="4475392"/>
                  <a:pt x="1337867" y="4474764"/>
                </a:cubicBezTo>
                <a:lnTo>
                  <a:pt x="1347180" y="4458649"/>
                </a:lnTo>
                <a:cubicBezTo>
                  <a:pt x="1347546" y="4458021"/>
                  <a:pt x="1348435" y="4457498"/>
                  <a:pt x="1349168" y="4457498"/>
                </a:cubicBezTo>
                <a:close/>
                <a:moveTo>
                  <a:pt x="2588931" y="4457184"/>
                </a:moveTo>
                <a:lnTo>
                  <a:pt x="2607820" y="4457184"/>
                </a:lnTo>
                <a:cubicBezTo>
                  <a:pt x="2608604" y="4457184"/>
                  <a:pt x="2609494" y="4457707"/>
                  <a:pt x="2609860" y="4458335"/>
                </a:cubicBezTo>
                <a:lnTo>
                  <a:pt x="2619330" y="4474712"/>
                </a:lnTo>
                <a:cubicBezTo>
                  <a:pt x="2619696" y="4475392"/>
                  <a:pt x="2619696" y="4476438"/>
                  <a:pt x="2619330" y="4477066"/>
                </a:cubicBezTo>
                <a:lnTo>
                  <a:pt x="2609860" y="4493443"/>
                </a:lnTo>
                <a:cubicBezTo>
                  <a:pt x="2609494" y="4494071"/>
                  <a:pt x="2608552" y="4494594"/>
                  <a:pt x="2607820" y="4494594"/>
                </a:cubicBezTo>
                <a:lnTo>
                  <a:pt x="2588931" y="4494594"/>
                </a:lnTo>
                <a:cubicBezTo>
                  <a:pt x="2588147" y="4494594"/>
                  <a:pt x="2587257" y="4494071"/>
                  <a:pt x="2586891" y="4493443"/>
                </a:cubicBezTo>
                <a:lnTo>
                  <a:pt x="2577420" y="4477066"/>
                </a:lnTo>
                <a:cubicBezTo>
                  <a:pt x="2577055" y="4476386"/>
                  <a:pt x="2577055" y="4475340"/>
                  <a:pt x="2577420" y="4474712"/>
                </a:cubicBezTo>
                <a:lnTo>
                  <a:pt x="2586891" y="4458335"/>
                </a:lnTo>
                <a:cubicBezTo>
                  <a:pt x="2587257" y="4457707"/>
                  <a:pt x="2588199" y="4457184"/>
                  <a:pt x="2588931" y="4457184"/>
                </a:cubicBezTo>
                <a:close/>
                <a:moveTo>
                  <a:pt x="1844917" y="4457027"/>
                </a:moveTo>
                <a:lnTo>
                  <a:pt x="1863962" y="4457027"/>
                </a:lnTo>
                <a:cubicBezTo>
                  <a:pt x="1864694" y="4457027"/>
                  <a:pt x="1865636" y="4457602"/>
                  <a:pt x="1866003" y="4458230"/>
                </a:cubicBezTo>
                <a:lnTo>
                  <a:pt x="1875525" y="4474712"/>
                </a:lnTo>
                <a:cubicBezTo>
                  <a:pt x="1875891" y="4475340"/>
                  <a:pt x="1875891" y="4476438"/>
                  <a:pt x="1875525" y="4477066"/>
                </a:cubicBezTo>
                <a:lnTo>
                  <a:pt x="1866003" y="4493547"/>
                </a:lnTo>
                <a:cubicBezTo>
                  <a:pt x="1865636" y="4494228"/>
                  <a:pt x="1864694" y="4494751"/>
                  <a:pt x="1863962" y="4494751"/>
                </a:cubicBezTo>
                <a:lnTo>
                  <a:pt x="1844917" y="4494751"/>
                </a:lnTo>
                <a:cubicBezTo>
                  <a:pt x="1844184" y="4494751"/>
                  <a:pt x="1843242" y="4494175"/>
                  <a:pt x="1842876" y="4493547"/>
                </a:cubicBezTo>
                <a:lnTo>
                  <a:pt x="1833353" y="4477066"/>
                </a:lnTo>
                <a:cubicBezTo>
                  <a:pt x="1832988" y="4476438"/>
                  <a:pt x="1832988" y="4475340"/>
                  <a:pt x="1833353" y="4474712"/>
                </a:cubicBezTo>
                <a:lnTo>
                  <a:pt x="1842876" y="4458230"/>
                </a:lnTo>
                <a:cubicBezTo>
                  <a:pt x="1843242" y="4457550"/>
                  <a:pt x="1844184" y="4457027"/>
                  <a:pt x="1844917" y="4457027"/>
                </a:cubicBezTo>
                <a:close/>
                <a:moveTo>
                  <a:pt x="2423124" y="4456242"/>
                </a:moveTo>
                <a:lnTo>
                  <a:pt x="2443007" y="4456242"/>
                </a:lnTo>
                <a:cubicBezTo>
                  <a:pt x="2443791" y="4456242"/>
                  <a:pt x="2444785" y="4456765"/>
                  <a:pt x="2445151" y="4457445"/>
                </a:cubicBezTo>
                <a:lnTo>
                  <a:pt x="2455093" y="4474659"/>
                </a:lnTo>
                <a:cubicBezTo>
                  <a:pt x="2455459" y="4475340"/>
                  <a:pt x="2455459" y="4476438"/>
                  <a:pt x="2455093" y="4477118"/>
                </a:cubicBezTo>
                <a:lnTo>
                  <a:pt x="2445151" y="4494332"/>
                </a:lnTo>
                <a:cubicBezTo>
                  <a:pt x="2444733" y="4494960"/>
                  <a:pt x="2443791" y="4495536"/>
                  <a:pt x="2443007" y="4495536"/>
                </a:cubicBezTo>
                <a:lnTo>
                  <a:pt x="2423124" y="4495536"/>
                </a:lnTo>
                <a:cubicBezTo>
                  <a:pt x="2422339" y="4495536"/>
                  <a:pt x="2421345" y="4495013"/>
                  <a:pt x="2420979" y="4494332"/>
                </a:cubicBezTo>
                <a:lnTo>
                  <a:pt x="2411037" y="4477118"/>
                </a:lnTo>
                <a:cubicBezTo>
                  <a:pt x="2410672" y="4476438"/>
                  <a:pt x="2410672" y="4475340"/>
                  <a:pt x="2411037" y="4474659"/>
                </a:cubicBezTo>
                <a:lnTo>
                  <a:pt x="2420979" y="4457445"/>
                </a:lnTo>
                <a:cubicBezTo>
                  <a:pt x="2421398" y="4456817"/>
                  <a:pt x="2422339" y="4456242"/>
                  <a:pt x="2423124" y="4456242"/>
                </a:cubicBezTo>
                <a:close/>
                <a:moveTo>
                  <a:pt x="1513772" y="4456033"/>
                </a:moveTo>
                <a:lnTo>
                  <a:pt x="1533863" y="4456033"/>
                </a:lnTo>
                <a:cubicBezTo>
                  <a:pt x="1534648" y="4456033"/>
                  <a:pt x="1535590" y="4456608"/>
                  <a:pt x="1536009" y="4457289"/>
                </a:cubicBezTo>
                <a:lnTo>
                  <a:pt x="1546054" y="4474660"/>
                </a:lnTo>
                <a:cubicBezTo>
                  <a:pt x="1546473" y="4475340"/>
                  <a:pt x="1546473" y="4476438"/>
                  <a:pt x="1546054" y="4477118"/>
                </a:cubicBezTo>
                <a:lnTo>
                  <a:pt x="1536009" y="4494489"/>
                </a:lnTo>
                <a:cubicBezTo>
                  <a:pt x="1535642" y="4495170"/>
                  <a:pt x="1534648" y="4495745"/>
                  <a:pt x="1533863" y="4495745"/>
                </a:cubicBezTo>
                <a:lnTo>
                  <a:pt x="1513772" y="4495745"/>
                </a:lnTo>
                <a:cubicBezTo>
                  <a:pt x="1512987" y="4495745"/>
                  <a:pt x="1512045" y="4495170"/>
                  <a:pt x="1511627" y="4494489"/>
                </a:cubicBezTo>
                <a:lnTo>
                  <a:pt x="1501581" y="4477118"/>
                </a:lnTo>
                <a:cubicBezTo>
                  <a:pt x="1501162" y="4476438"/>
                  <a:pt x="1501162" y="4475340"/>
                  <a:pt x="1501581" y="4474660"/>
                </a:cubicBezTo>
                <a:lnTo>
                  <a:pt x="1511627" y="4457289"/>
                </a:lnTo>
                <a:cubicBezTo>
                  <a:pt x="1511993" y="4456608"/>
                  <a:pt x="1512987" y="4456033"/>
                  <a:pt x="1513772" y="4456033"/>
                </a:cubicBezTo>
                <a:close/>
                <a:moveTo>
                  <a:pt x="1926957" y="4455876"/>
                </a:moveTo>
                <a:lnTo>
                  <a:pt x="1947153" y="4455876"/>
                </a:lnTo>
                <a:cubicBezTo>
                  <a:pt x="1947938" y="4455876"/>
                  <a:pt x="1948880" y="4456452"/>
                  <a:pt x="1949299" y="4457132"/>
                </a:cubicBezTo>
                <a:lnTo>
                  <a:pt x="1959397" y="4474660"/>
                </a:lnTo>
                <a:cubicBezTo>
                  <a:pt x="1959815" y="4475340"/>
                  <a:pt x="1959815" y="4476491"/>
                  <a:pt x="1959397" y="4477171"/>
                </a:cubicBezTo>
                <a:lnTo>
                  <a:pt x="1949299" y="4494699"/>
                </a:lnTo>
                <a:cubicBezTo>
                  <a:pt x="1948932" y="4495379"/>
                  <a:pt x="1947938" y="4495955"/>
                  <a:pt x="1947153" y="4495955"/>
                </a:cubicBezTo>
                <a:lnTo>
                  <a:pt x="1926957" y="4495955"/>
                </a:lnTo>
                <a:cubicBezTo>
                  <a:pt x="1926172" y="4495955"/>
                  <a:pt x="1925230" y="4495379"/>
                  <a:pt x="1924812" y="4494699"/>
                </a:cubicBezTo>
                <a:lnTo>
                  <a:pt x="1914714" y="4477171"/>
                </a:lnTo>
                <a:cubicBezTo>
                  <a:pt x="1914295" y="4476491"/>
                  <a:pt x="1914295" y="4475340"/>
                  <a:pt x="1914714" y="4474660"/>
                </a:cubicBezTo>
                <a:lnTo>
                  <a:pt x="1924812" y="4457132"/>
                </a:lnTo>
                <a:cubicBezTo>
                  <a:pt x="1925178" y="4456452"/>
                  <a:pt x="1926172" y="4455876"/>
                  <a:pt x="1926957" y="4455876"/>
                </a:cubicBezTo>
                <a:close/>
                <a:moveTo>
                  <a:pt x="1761150" y="4454934"/>
                </a:moveTo>
                <a:lnTo>
                  <a:pt x="1782340" y="4454934"/>
                </a:lnTo>
                <a:cubicBezTo>
                  <a:pt x="1783177" y="4454934"/>
                  <a:pt x="1784171" y="4455509"/>
                  <a:pt x="1784590" y="4456242"/>
                </a:cubicBezTo>
                <a:lnTo>
                  <a:pt x="1795159" y="4474555"/>
                </a:lnTo>
                <a:cubicBezTo>
                  <a:pt x="1795577" y="4475287"/>
                  <a:pt x="1795577" y="4476438"/>
                  <a:pt x="1795159" y="4477171"/>
                </a:cubicBezTo>
                <a:lnTo>
                  <a:pt x="1784590" y="4495536"/>
                </a:lnTo>
                <a:cubicBezTo>
                  <a:pt x="1784171" y="4496268"/>
                  <a:pt x="1783177" y="4496844"/>
                  <a:pt x="1782340" y="4496844"/>
                </a:cubicBezTo>
                <a:lnTo>
                  <a:pt x="1761150" y="4496844"/>
                </a:lnTo>
                <a:cubicBezTo>
                  <a:pt x="1760313" y="4496844"/>
                  <a:pt x="1759319" y="4496268"/>
                  <a:pt x="1758900" y="4495536"/>
                </a:cubicBezTo>
                <a:lnTo>
                  <a:pt x="1748331" y="4477171"/>
                </a:lnTo>
                <a:cubicBezTo>
                  <a:pt x="1747912" y="4476438"/>
                  <a:pt x="1747912" y="4475287"/>
                  <a:pt x="1748331" y="4474555"/>
                </a:cubicBezTo>
                <a:lnTo>
                  <a:pt x="1758900" y="4456242"/>
                </a:lnTo>
                <a:cubicBezTo>
                  <a:pt x="1759319" y="4455509"/>
                  <a:pt x="1760313" y="4454934"/>
                  <a:pt x="1761150" y="4454934"/>
                </a:cubicBezTo>
                <a:close/>
                <a:moveTo>
                  <a:pt x="1677958" y="4453783"/>
                </a:moveTo>
                <a:lnTo>
                  <a:pt x="1700351" y="4453783"/>
                </a:lnTo>
                <a:cubicBezTo>
                  <a:pt x="1701241" y="4453783"/>
                  <a:pt x="1702339" y="4454358"/>
                  <a:pt x="1702758" y="4455143"/>
                </a:cubicBezTo>
                <a:lnTo>
                  <a:pt x="1713955" y="4474555"/>
                </a:lnTo>
                <a:cubicBezTo>
                  <a:pt x="1714373" y="4475340"/>
                  <a:pt x="1714373" y="4476543"/>
                  <a:pt x="1713955" y="4477328"/>
                </a:cubicBezTo>
                <a:lnTo>
                  <a:pt x="1702758" y="4496739"/>
                </a:lnTo>
                <a:cubicBezTo>
                  <a:pt x="1702287" y="4497472"/>
                  <a:pt x="1701241" y="4498099"/>
                  <a:pt x="1700351" y="4498099"/>
                </a:cubicBezTo>
                <a:lnTo>
                  <a:pt x="1677958" y="4498099"/>
                </a:lnTo>
                <a:cubicBezTo>
                  <a:pt x="1677068" y="4498099"/>
                  <a:pt x="1675969" y="4497524"/>
                  <a:pt x="1675551" y="4496739"/>
                </a:cubicBezTo>
                <a:lnTo>
                  <a:pt x="1664354" y="4477328"/>
                </a:lnTo>
                <a:cubicBezTo>
                  <a:pt x="1663935" y="4476543"/>
                  <a:pt x="1663935" y="4475340"/>
                  <a:pt x="1664354" y="4474555"/>
                </a:cubicBezTo>
                <a:lnTo>
                  <a:pt x="1675551" y="4455143"/>
                </a:lnTo>
                <a:cubicBezTo>
                  <a:pt x="1676022" y="4454411"/>
                  <a:pt x="1677068" y="4453783"/>
                  <a:pt x="1677958" y="4453783"/>
                </a:cubicBezTo>
                <a:close/>
                <a:moveTo>
                  <a:pt x="2339044" y="4453364"/>
                </a:moveTo>
                <a:lnTo>
                  <a:pt x="2361803" y="4453364"/>
                </a:lnTo>
                <a:cubicBezTo>
                  <a:pt x="2362745" y="4453364"/>
                  <a:pt x="2363792" y="4453992"/>
                  <a:pt x="2364262" y="4454777"/>
                </a:cubicBezTo>
                <a:lnTo>
                  <a:pt x="2375616" y="4474449"/>
                </a:lnTo>
                <a:cubicBezTo>
                  <a:pt x="2376087" y="4475234"/>
                  <a:pt x="2376087" y="4476490"/>
                  <a:pt x="2375616" y="4477275"/>
                </a:cubicBezTo>
                <a:lnTo>
                  <a:pt x="2364262" y="4496948"/>
                </a:lnTo>
                <a:cubicBezTo>
                  <a:pt x="2363792" y="4497733"/>
                  <a:pt x="2362692" y="4498361"/>
                  <a:pt x="2361803" y="4498361"/>
                </a:cubicBezTo>
                <a:lnTo>
                  <a:pt x="2339044" y="4498361"/>
                </a:lnTo>
                <a:cubicBezTo>
                  <a:pt x="2338101" y="4498361"/>
                  <a:pt x="2337055" y="4497733"/>
                  <a:pt x="2336584" y="4496948"/>
                </a:cubicBezTo>
                <a:lnTo>
                  <a:pt x="2325231" y="4477275"/>
                </a:lnTo>
                <a:cubicBezTo>
                  <a:pt x="2324759" y="4476490"/>
                  <a:pt x="2324759" y="4475234"/>
                  <a:pt x="2325231" y="4474449"/>
                </a:cubicBezTo>
                <a:lnTo>
                  <a:pt x="2336584" y="4454777"/>
                </a:lnTo>
                <a:cubicBezTo>
                  <a:pt x="2337055" y="4453992"/>
                  <a:pt x="2338154" y="4453364"/>
                  <a:pt x="2339044" y="4453364"/>
                </a:cubicBezTo>
                <a:close/>
                <a:moveTo>
                  <a:pt x="1594714" y="4452684"/>
                </a:moveTo>
                <a:lnTo>
                  <a:pt x="1618154" y="4452684"/>
                </a:lnTo>
                <a:cubicBezTo>
                  <a:pt x="1619096" y="4452684"/>
                  <a:pt x="1620194" y="4453364"/>
                  <a:pt x="1620665" y="4454149"/>
                </a:cubicBezTo>
                <a:lnTo>
                  <a:pt x="1632385" y="4474450"/>
                </a:lnTo>
                <a:cubicBezTo>
                  <a:pt x="1632856" y="4475235"/>
                  <a:pt x="1632856" y="4476543"/>
                  <a:pt x="1632385" y="4477328"/>
                </a:cubicBezTo>
                <a:lnTo>
                  <a:pt x="1620665" y="4497629"/>
                </a:lnTo>
                <a:cubicBezTo>
                  <a:pt x="1620194" y="4498466"/>
                  <a:pt x="1619096" y="4499093"/>
                  <a:pt x="1618154" y="4499093"/>
                </a:cubicBezTo>
                <a:lnTo>
                  <a:pt x="1594714" y="4499093"/>
                </a:lnTo>
                <a:cubicBezTo>
                  <a:pt x="1593772" y="4499093"/>
                  <a:pt x="1592673" y="4498413"/>
                  <a:pt x="1592202" y="4497629"/>
                </a:cubicBezTo>
                <a:lnTo>
                  <a:pt x="1580482" y="4477328"/>
                </a:lnTo>
                <a:cubicBezTo>
                  <a:pt x="1580011" y="4476543"/>
                  <a:pt x="1580011" y="4475235"/>
                  <a:pt x="1580482" y="4474450"/>
                </a:cubicBezTo>
                <a:lnTo>
                  <a:pt x="1592202" y="4454149"/>
                </a:lnTo>
                <a:cubicBezTo>
                  <a:pt x="1592673" y="4453312"/>
                  <a:pt x="1593772" y="4452684"/>
                  <a:pt x="1594714" y="4452684"/>
                </a:cubicBezTo>
                <a:close/>
                <a:moveTo>
                  <a:pt x="2090619" y="4452580"/>
                </a:moveTo>
                <a:lnTo>
                  <a:pt x="2114164" y="4452580"/>
                </a:lnTo>
                <a:cubicBezTo>
                  <a:pt x="2115106" y="4452580"/>
                  <a:pt x="2116204" y="4453260"/>
                  <a:pt x="2116676" y="4454045"/>
                </a:cubicBezTo>
                <a:lnTo>
                  <a:pt x="2128448" y="4474450"/>
                </a:lnTo>
                <a:cubicBezTo>
                  <a:pt x="2128919" y="4475288"/>
                  <a:pt x="2128919" y="4476596"/>
                  <a:pt x="2128448" y="4477381"/>
                </a:cubicBezTo>
                <a:lnTo>
                  <a:pt x="2116676" y="4497786"/>
                </a:lnTo>
                <a:cubicBezTo>
                  <a:pt x="2116204" y="4498623"/>
                  <a:pt x="2115106" y="4499251"/>
                  <a:pt x="2114164" y="4499251"/>
                </a:cubicBezTo>
                <a:lnTo>
                  <a:pt x="2090619" y="4499251"/>
                </a:lnTo>
                <a:cubicBezTo>
                  <a:pt x="2089677" y="4499251"/>
                  <a:pt x="2088578" y="4498571"/>
                  <a:pt x="2088107" y="4497786"/>
                </a:cubicBezTo>
                <a:lnTo>
                  <a:pt x="2076335" y="4477381"/>
                </a:lnTo>
                <a:cubicBezTo>
                  <a:pt x="2075864" y="4476543"/>
                  <a:pt x="2075864" y="4475235"/>
                  <a:pt x="2076335" y="4474450"/>
                </a:cubicBezTo>
                <a:lnTo>
                  <a:pt x="2088107" y="4454045"/>
                </a:lnTo>
                <a:cubicBezTo>
                  <a:pt x="2088578" y="4453208"/>
                  <a:pt x="2089677" y="4452580"/>
                  <a:pt x="2090619" y="4452580"/>
                </a:cubicBezTo>
                <a:close/>
                <a:moveTo>
                  <a:pt x="2255276" y="4451271"/>
                </a:moveTo>
                <a:lnTo>
                  <a:pt x="2280181" y="4451271"/>
                </a:lnTo>
                <a:cubicBezTo>
                  <a:pt x="2281175" y="4451271"/>
                  <a:pt x="2282378" y="4451951"/>
                  <a:pt x="2282849" y="4452789"/>
                </a:cubicBezTo>
                <a:lnTo>
                  <a:pt x="2295301" y="4474345"/>
                </a:lnTo>
                <a:cubicBezTo>
                  <a:pt x="2295773" y="4475182"/>
                  <a:pt x="2295773" y="4476595"/>
                  <a:pt x="2295301" y="4477432"/>
                </a:cubicBezTo>
                <a:lnTo>
                  <a:pt x="2282849" y="4498988"/>
                </a:lnTo>
                <a:cubicBezTo>
                  <a:pt x="2282378" y="4499826"/>
                  <a:pt x="2281175" y="4500506"/>
                  <a:pt x="2280181" y="4500506"/>
                </a:cubicBezTo>
                <a:lnTo>
                  <a:pt x="2255276" y="4500506"/>
                </a:lnTo>
                <a:cubicBezTo>
                  <a:pt x="2254281" y="4500506"/>
                  <a:pt x="2253078" y="4499826"/>
                  <a:pt x="2252607" y="4498988"/>
                </a:cubicBezTo>
                <a:lnTo>
                  <a:pt x="2240155" y="4477432"/>
                </a:lnTo>
                <a:cubicBezTo>
                  <a:pt x="2239683" y="4476595"/>
                  <a:pt x="2239683" y="4475182"/>
                  <a:pt x="2240155" y="4474345"/>
                </a:cubicBezTo>
                <a:lnTo>
                  <a:pt x="2252607" y="4452789"/>
                </a:lnTo>
                <a:cubicBezTo>
                  <a:pt x="2253078" y="4451951"/>
                  <a:pt x="2254281" y="4451271"/>
                  <a:pt x="2255276" y="4451271"/>
                </a:cubicBezTo>
                <a:close/>
                <a:moveTo>
                  <a:pt x="1025140" y="4387858"/>
                </a:moveTo>
                <a:lnTo>
                  <a:pt x="1030581" y="4387858"/>
                </a:lnTo>
                <a:cubicBezTo>
                  <a:pt x="1030791" y="4387858"/>
                  <a:pt x="1031157" y="4388172"/>
                  <a:pt x="1031157" y="4388172"/>
                </a:cubicBezTo>
                <a:lnTo>
                  <a:pt x="1033877" y="4392881"/>
                </a:lnTo>
                <a:cubicBezTo>
                  <a:pt x="1033982" y="4393090"/>
                  <a:pt x="1033877" y="4393561"/>
                  <a:pt x="1033877" y="4393561"/>
                </a:cubicBezTo>
                <a:lnTo>
                  <a:pt x="1031157" y="4398270"/>
                </a:lnTo>
                <a:cubicBezTo>
                  <a:pt x="1031052" y="4398427"/>
                  <a:pt x="1030581" y="4398584"/>
                  <a:pt x="1030581" y="4398584"/>
                </a:cubicBezTo>
                <a:lnTo>
                  <a:pt x="1025140" y="4398584"/>
                </a:lnTo>
                <a:cubicBezTo>
                  <a:pt x="1024931" y="4398584"/>
                  <a:pt x="1024564" y="4398270"/>
                  <a:pt x="1024564" y="4398270"/>
                </a:cubicBezTo>
                <a:lnTo>
                  <a:pt x="1021844" y="4393561"/>
                </a:lnTo>
                <a:cubicBezTo>
                  <a:pt x="1021739" y="4393352"/>
                  <a:pt x="1021844" y="4392881"/>
                  <a:pt x="1021844" y="4392881"/>
                </a:cubicBezTo>
                <a:lnTo>
                  <a:pt x="1024564" y="4388172"/>
                </a:lnTo>
                <a:cubicBezTo>
                  <a:pt x="1024669" y="4388015"/>
                  <a:pt x="1025140" y="4387858"/>
                  <a:pt x="1025140" y="4387858"/>
                </a:cubicBezTo>
                <a:close/>
                <a:moveTo>
                  <a:pt x="1185715" y="4378440"/>
                </a:moveTo>
                <a:lnTo>
                  <a:pt x="1200627" y="4378440"/>
                </a:lnTo>
                <a:cubicBezTo>
                  <a:pt x="1201255" y="4378440"/>
                  <a:pt x="1201935" y="4378859"/>
                  <a:pt x="1202249" y="4379382"/>
                </a:cubicBezTo>
                <a:lnTo>
                  <a:pt x="1209731" y="4392305"/>
                </a:lnTo>
                <a:cubicBezTo>
                  <a:pt x="1210045" y="4392776"/>
                  <a:pt x="1210045" y="4393613"/>
                  <a:pt x="1209731" y="4394137"/>
                </a:cubicBezTo>
                <a:lnTo>
                  <a:pt x="1202249" y="4407060"/>
                </a:lnTo>
                <a:cubicBezTo>
                  <a:pt x="1201935" y="4407583"/>
                  <a:pt x="1201203" y="4408002"/>
                  <a:pt x="1200627" y="4408002"/>
                </a:cubicBezTo>
                <a:lnTo>
                  <a:pt x="1185715" y="4408002"/>
                </a:lnTo>
                <a:cubicBezTo>
                  <a:pt x="1185088" y="4408002"/>
                  <a:pt x="1184407" y="4407583"/>
                  <a:pt x="1184093" y="4407060"/>
                </a:cubicBezTo>
                <a:lnTo>
                  <a:pt x="1176611" y="4394137"/>
                </a:lnTo>
                <a:cubicBezTo>
                  <a:pt x="1176298" y="4393666"/>
                  <a:pt x="1176298" y="4392828"/>
                  <a:pt x="1176611" y="4392305"/>
                </a:cubicBezTo>
                <a:lnTo>
                  <a:pt x="1184093" y="4379382"/>
                </a:lnTo>
                <a:cubicBezTo>
                  <a:pt x="1184407" y="4378859"/>
                  <a:pt x="1185140" y="4378440"/>
                  <a:pt x="1185715" y="4378440"/>
                </a:cubicBezTo>
                <a:close/>
                <a:moveTo>
                  <a:pt x="1102523" y="4377341"/>
                </a:moveTo>
                <a:lnTo>
                  <a:pt x="1118534" y="4377341"/>
                </a:lnTo>
                <a:cubicBezTo>
                  <a:pt x="1119161" y="4377341"/>
                  <a:pt x="1119946" y="4377812"/>
                  <a:pt x="1120260" y="4378335"/>
                </a:cubicBezTo>
                <a:lnTo>
                  <a:pt x="1128266" y="4392201"/>
                </a:lnTo>
                <a:cubicBezTo>
                  <a:pt x="1128580" y="4392776"/>
                  <a:pt x="1128580" y="4393666"/>
                  <a:pt x="1128266" y="4394189"/>
                </a:cubicBezTo>
                <a:lnTo>
                  <a:pt x="1120260" y="4408054"/>
                </a:lnTo>
                <a:cubicBezTo>
                  <a:pt x="1119946" y="4408630"/>
                  <a:pt x="1119161" y="4409048"/>
                  <a:pt x="1118534" y="4409048"/>
                </a:cubicBezTo>
                <a:lnTo>
                  <a:pt x="1102523" y="4409048"/>
                </a:lnTo>
                <a:cubicBezTo>
                  <a:pt x="1101895" y="4409048"/>
                  <a:pt x="1101111" y="4408577"/>
                  <a:pt x="1100797" y="4408054"/>
                </a:cubicBezTo>
                <a:lnTo>
                  <a:pt x="1092791" y="4394189"/>
                </a:lnTo>
                <a:cubicBezTo>
                  <a:pt x="1092478" y="4393613"/>
                  <a:pt x="1092478" y="4392724"/>
                  <a:pt x="1092791" y="4392201"/>
                </a:cubicBezTo>
                <a:lnTo>
                  <a:pt x="1100797" y="4378335"/>
                </a:lnTo>
                <a:cubicBezTo>
                  <a:pt x="1101111" y="4377760"/>
                  <a:pt x="1101895" y="4377341"/>
                  <a:pt x="1102523" y="4377341"/>
                </a:cubicBezTo>
                <a:close/>
                <a:moveTo>
                  <a:pt x="1267337" y="4376399"/>
                </a:moveTo>
                <a:lnTo>
                  <a:pt x="1284341" y="4376399"/>
                </a:lnTo>
                <a:cubicBezTo>
                  <a:pt x="1285021" y="4376399"/>
                  <a:pt x="1285859" y="4376870"/>
                  <a:pt x="1286173" y="4377445"/>
                </a:cubicBezTo>
                <a:lnTo>
                  <a:pt x="1294649" y="4392148"/>
                </a:lnTo>
                <a:cubicBezTo>
                  <a:pt x="1294963" y="4392723"/>
                  <a:pt x="1294963" y="4393665"/>
                  <a:pt x="1294649" y="4394241"/>
                </a:cubicBezTo>
                <a:lnTo>
                  <a:pt x="1286173" y="4408943"/>
                </a:lnTo>
                <a:cubicBezTo>
                  <a:pt x="1285806" y="4409519"/>
                  <a:pt x="1285021" y="4409990"/>
                  <a:pt x="1284341" y="4409990"/>
                </a:cubicBezTo>
                <a:lnTo>
                  <a:pt x="1267337" y="4409990"/>
                </a:lnTo>
                <a:cubicBezTo>
                  <a:pt x="1266656" y="4409990"/>
                  <a:pt x="1265819" y="4409519"/>
                  <a:pt x="1265506" y="4408943"/>
                </a:cubicBezTo>
                <a:lnTo>
                  <a:pt x="1257029" y="4394241"/>
                </a:lnTo>
                <a:cubicBezTo>
                  <a:pt x="1256716" y="4393665"/>
                  <a:pt x="1256716" y="4392723"/>
                  <a:pt x="1257029" y="4392148"/>
                </a:cubicBezTo>
                <a:lnTo>
                  <a:pt x="1265506" y="4377445"/>
                </a:lnTo>
                <a:cubicBezTo>
                  <a:pt x="1265872" y="4376870"/>
                  <a:pt x="1266656" y="4376399"/>
                  <a:pt x="1267337" y="4376399"/>
                </a:cubicBezTo>
                <a:close/>
                <a:moveTo>
                  <a:pt x="2672332" y="4376138"/>
                </a:moveTo>
                <a:lnTo>
                  <a:pt x="2689650" y="4376138"/>
                </a:lnTo>
                <a:cubicBezTo>
                  <a:pt x="2690331" y="4376138"/>
                  <a:pt x="2691116" y="4376609"/>
                  <a:pt x="2691482" y="4377184"/>
                </a:cubicBezTo>
                <a:lnTo>
                  <a:pt x="2700115" y="4392148"/>
                </a:lnTo>
                <a:cubicBezTo>
                  <a:pt x="2700481" y="4392724"/>
                  <a:pt x="2700481" y="4393718"/>
                  <a:pt x="2700115" y="4394294"/>
                </a:cubicBezTo>
                <a:lnTo>
                  <a:pt x="2691482" y="4409258"/>
                </a:lnTo>
                <a:cubicBezTo>
                  <a:pt x="2691168" y="4409833"/>
                  <a:pt x="2690331" y="4410304"/>
                  <a:pt x="2689650" y="4410304"/>
                </a:cubicBezTo>
                <a:lnTo>
                  <a:pt x="2672332" y="4410304"/>
                </a:lnTo>
                <a:cubicBezTo>
                  <a:pt x="2671652" y="4410304"/>
                  <a:pt x="2670867" y="4409833"/>
                  <a:pt x="2670501" y="4409258"/>
                </a:cubicBezTo>
                <a:lnTo>
                  <a:pt x="2661868" y="4394294"/>
                </a:lnTo>
                <a:cubicBezTo>
                  <a:pt x="2661501" y="4393718"/>
                  <a:pt x="2661501" y="4392724"/>
                  <a:pt x="2661868" y="4392148"/>
                </a:cubicBezTo>
                <a:lnTo>
                  <a:pt x="2670501" y="4377184"/>
                </a:lnTo>
                <a:cubicBezTo>
                  <a:pt x="2670815" y="4376609"/>
                  <a:pt x="2671652" y="4376138"/>
                  <a:pt x="2672332" y="4376138"/>
                </a:cubicBezTo>
                <a:close/>
                <a:moveTo>
                  <a:pt x="2588983" y="4374673"/>
                </a:moveTo>
                <a:lnTo>
                  <a:pt x="2607715" y="4374673"/>
                </a:lnTo>
                <a:cubicBezTo>
                  <a:pt x="2608448" y="4374673"/>
                  <a:pt x="2609337" y="4375196"/>
                  <a:pt x="2609703" y="4375824"/>
                </a:cubicBezTo>
                <a:lnTo>
                  <a:pt x="2619068" y="4392044"/>
                </a:lnTo>
                <a:cubicBezTo>
                  <a:pt x="2619435" y="4392672"/>
                  <a:pt x="2619435" y="4393718"/>
                  <a:pt x="2619068" y="4394346"/>
                </a:cubicBezTo>
                <a:lnTo>
                  <a:pt x="2609703" y="4410566"/>
                </a:lnTo>
                <a:cubicBezTo>
                  <a:pt x="2609337" y="4411193"/>
                  <a:pt x="2608448" y="4411717"/>
                  <a:pt x="2607715" y="4411717"/>
                </a:cubicBezTo>
                <a:lnTo>
                  <a:pt x="2588983" y="4411717"/>
                </a:lnTo>
                <a:cubicBezTo>
                  <a:pt x="2588251" y="4411717"/>
                  <a:pt x="2587362" y="4411193"/>
                  <a:pt x="2586995" y="4410566"/>
                </a:cubicBezTo>
                <a:lnTo>
                  <a:pt x="2577630" y="4394346"/>
                </a:lnTo>
                <a:cubicBezTo>
                  <a:pt x="2577263" y="4393718"/>
                  <a:pt x="2577263" y="4392672"/>
                  <a:pt x="2577630" y="4392044"/>
                </a:cubicBezTo>
                <a:lnTo>
                  <a:pt x="2586995" y="4375824"/>
                </a:lnTo>
                <a:cubicBezTo>
                  <a:pt x="2587362" y="4375196"/>
                  <a:pt x="2588251" y="4374673"/>
                  <a:pt x="2588983" y="4374673"/>
                </a:cubicBezTo>
                <a:close/>
                <a:moveTo>
                  <a:pt x="1348593" y="4373626"/>
                </a:moveTo>
                <a:lnTo>
                  <a:pt x="1368422" y="4373626"/>
                </a:lnTo>
                <a:cubicBezTo>
                  <a:pt x="1369207" y="4373626"/>
                  <a:pt x="1370202" y="4374149"/>
                  <a:pt x="1370568" y="4374829"/>
                </a:cubicBezTo>
                <a:lnTo>
                  <a:pt x="1380456" y="4391991"/>
                </a:lnTo>
                <a:cubicBezTo>
                  <a:pt x="1380823" y="4392671"/>
                  <a:pt x="1380823" y="4393770"/>
                  <a:pt x="1380456" y="4394450"/>
                </a:cubicBezTo>
                <a:lnTo>
                  <a:pt x="1370568" y="4411612"/>
                </a:lnTo>
                <a:cubicBezTo>
                  <a:pt x="1370149" y="4412292"/>
                  <a:pt x="1369207" y="4412815"/>
                  <a:pt x="1368422" y="4412815"/>
                </a:cubicBezTo>
                <a:lnTo>
                  <a:pt x="1348593" y="4412815"/>
                </a:lnTo>
                <a:cubicBezTo>
                  <a:pt x="1347808" y="4412815"/>
                  <a:pt x="1346814" y="4412292"/>
                  <a:pt x="1346447" y="4411612"/>
                </a:cubicBezTo>
                <a:lnTo>
                  <a:pt x="1336559" y="4394450"/>
                </a:lnTo>
                <a:cubicBezTo>
                  <a:pt x="1336192" y="4393770"/>
                  <a:pt x="1336192" y="4392671"/>
                  <a:pt x="1336559" y="4391991"/>
                </a:cubicBezTo>
                <a:lnTo>
                  <a:pt x="1346447" y="4374829"/>
                </a:lnTo>
                <a:cubicBezTo>
                  <a:pt x="1346866" y="4374149"/>
                  <a:pt x="1347808" y="4373626"/>
                  <a:pt x="1348593" y="4373626"/>
                </a:cubicBezTo>
                <a:close/>
                <a:moveTo>
                  <a:pt x="1431156" y="4373469"/>
                </a:moveTo>
                <a:lnTo>
                  <a:pt x="1451143" y="4373469"/>
                </a:lnTo>
                <a:cubicBezTo>
                  <a:pt x="1451928" y="4373469"/>
                  <a:pt x="1452870" y="4374045"/>
                  <a:pt x="1453289" y="4374725"/>
                </a:cubicBezTo>
                <a:lnTo>
                  <a:pt x="1463282" y="4391991"/>
                </a:lnTo>
                <a:cubicBezTo>
                  <a:pt x="1463701" y="4392671"/>
                  <a:pt x="1463701" y="4393770"/>
                  <a:pt x="1463282" y="4394450"/>
                </a:cubicBezTo>
                <a:lnTo>
                  <a:pt x="1453289" y="4411716"/>
                </a:lnTo>
                <a:cubicBezTo>
                  <a:pt x="1452870" y="4412396"/>
                  <a:pt x="1451928" y="4412972"/>
                  <a:pt x="1451143" y="4412972"/>
                </a:cubicBezTo>
                <a:lnTo>
                  <a:pt x="1431156" y="4412972"/>
                </a:lnTo>
                <a:cubicBezTo>
                  <a:pt x="1430372" y="4412972"/>
                  <a:pt x="1429430" y="4412396"/>
                  <a:pt x="1429011" y="4411716"/>
                </a:cubicBezTo>
                <a:lnTo>
                  <a:pt x="1419018" y="4394450"/>
                </a:lnTo>
                <a:cubicBezTo>
                  <a:pt x="1418599" y="4393770"/>
                  <a:pt x="1418599" y="4392671"/>
                  <a:pt x="1419018" y="4391991"/>
                </a:cubicBezTo>
                <a:lnTo>
                  <a:pt x="1429011" y="4374725"/>
                </a:lnTo>
                <a:cubicBezTo>
                  <a:pt x="1429430" y="4374045"/>
                  <a:pt x="1430372" y="4373469"/>
                  <a:pt x="1431156" y="4373469"/>
                </a:cubicBezTo>
                <a:close/>
                <a:moveTo>
                  <a:pt x="2505478" y="4373051"/>
                </a:moveTo>
                <a:lnTo>
                  <a:pt x="2525884" y="4373051"/>
                </a:lnTo>
                <a:cubicBezTo>
                  <a:pt x="2526721" y="4373051"/>
                  <a:pt x="2527662" y="4373626"/>
                  <a:pt x="2528081" y="4374307"/>
                </a:cubicBezTo>
                <a:lnTo>
                  <a:pt x="2538284" y="4391991"/>
                </a:lnTo>
                <a:cubicBezTo>
                  <a:pt x="2538702" y="4392672"/>
                  <a:pt x="2538702" y="4393823"/>
                  <a:pt x="2538284" y="4394503"/>
                </a:cubicBezTo>
                <a:lnTo>
                  <a:pt x="2528081" y="4412188"/>
                </a:lnTo>
                <a:cubicBezTo>
                  <a:pt x="2527662" y="4412868"/>
                  <a:pt x="2526669" y="4413443"/>
                  <a:pt x="2525884" y="4413443"/>
                </a:cubicBezTo>
                <a:lnTo>
                  <a:pt x="2505478" y="4413443"/>
                </a:lnTo>
                <a:cubicBezTo>
                  <a:pt x="2504641" y="4413443"/>
                  <a:pt x="2503699" y="4412868"/>
                  <a:pt x="2503280" y="4412188"/>
                </a:cubicBezTo>
                <a:lnTo>
                  <a:pt x="2493078" y="4394503"/>
                </a:lnTo>
                <a:cubicBezTo>
                  <a:pt x="2492659" y="4393823"/>
                  <a:pt x="2492659" y="4392672"/>
                  <a:pt x="2493078" y="4391991"/>
                </a:cubicBezTo>
                <a:lnTo>
                  <a:pt x="2503280" y="4374307"/>
                </a:lnTo>
                <a:cubicBezTo>
                  <a:pt x="2503699" y="4373626"/>
                  <a:pt x="2504693" y="4373051"/>
                  <a:pt x="2505478" y="4373051"/>
                </a:cubicBezTo>
                <a:close/>
                <a:moveTo>
                  <a:pt x="1513562" y="4372946"/>
                </a:moveTo>
                <a:lnTo>
                  <a:pt x="1534073" y="4372946"/>
                </a:lnTo>
                <a:cubicBezTo>
                  <a:pt x="1534857" y="4372946"/>
                  <a:pt x="1535851" y="4373521"/>
                  <a:pt x="1536270" y="4374202"/>
                </a:cubicBezTo>
                <a:lnTo>
                  <a:pt x="1546525" y="4391991"/>
                </a:lnTo>
                <a:cubicBezTo>
                  <a:pt x="1546944" y="4392723"/>
                  <a:pt x="1546944" y="4393875"/>
                  <a:pt x="1546525" y="4394555"/>
                </a:cubicBezTo>
                <a:lnTo>
                  <a:pt x="1536270" y="4412344"/>
                </a:lnTo>
                <a:cubicBezTo>
                  <a:pt x="1535851" y="4413024"/>
                  <a:pt x="1534857" y="4413600"/>
                  <a:pt x="1534073" y="4413600"/>
                </a:cubicBezTo>
                <a:lnTo>
                  <a:pt x="1513562" y="4413600"/>
                </a:lnTo>
                <a:cubicBezTo>
                  <a:pt x="1512778" y="4413600"/>
                  <a:pt x="1511784" y="4413024"/>
                  <a:pt x="1511365" y="4412344"/>
                </a:cubicBezTo>
                <a:lnTo>
                  <a:pt x="1501110" y="4394555"/>
                </a:lnTo>
                <a:cubicBezTo>
                  <a:pt x="1500691" y="4393822"/>
                  <a:pt x="1500691" y="4392671"/>
                  <a:pt x="1501110" y="4391991"/>
                </a:cubicBezTo>
                <a:lnTo>
                  <a:pt x="1511365" y="4374202"/>
                </a:lnTo>
                <a:cubicBezTo>
                  <a:pt x="1511784" y="4373521"/>
                  <a:pt x="1512778" y="4372946"/>
                  <a:pt x="1513562" y="4372946"/>
                </a:cubicBezTo>
                <a:close/>
                <a:moveTo>
                  <a:pt x="1761464" y="4372894"/>
                </a:moveTo>
                <a:lnTo>
                  <a:pt x="1782026" y="4372894"/>
                </a:lnTo>
                <a:cubicBezTo>
                  <a:pt x="1782811" y="4372894"/>
                  <a:pt x="1783805" y="4373469"/>
                  <a:pt x="1784224" y="4374150"/>
                </a:cubicBezTo>
                <a:lnTo>
                  <a:pt x="1794531" y="4391939"/>
                </a:lnTo>
                <a:cubicBezTo>
                  <a:pt x="1794950" y="4392672"/>
                  <a:pt x="1794950" y="4393823"/>
                  <a:pt x="1794531" y="4394503"/>
                </a:cubicBezTo>
                <a:lnTo>
                  <a:pt x="1784224" y="4412292"/>
                </a:lnTo>
                <a:cubicBezTo>
                  <a:pt x="1783805" y="4412972"/>
                  <a:pt x="1782863" y="4413548"/>
                  <a:pt x="1782026" y="4413548"/>
                </a:cubicBezTo>
                <a:lnTo>
                  <a:pt x="1761464" y="4413548"/>
                </a:lnTo>
                <a:cubicBezTo>
                  <a:pt x="1760679" y="4413548"/>
                  <a:pt x="1759685" y="4412972"/>
                  <a:pt x="1759266" y="4412292"/>
                </a:cubicBezTo>
                <a:lnTo>
                  <a:pt x="1748959" y="4394503"/>
                </a:lnTo>
                <a:cubicBezTo>
                  <a:pt x="1748540" y="4393770"/>
                  <a:pt x="1748540" y="4392619"/>
                  <a:pt x="1748959" y="4391939"/>
                </a:cubicBezTo>
                <a:lnTo>
                  <a:pt x="1759266" y="4374150"/>
                </a:lnTo>
                <a:cubicBezTo>
                  <a:pt x="1759685" y="4373469"/>
                  <a:pt x="1760627" y="4372894"/>
                  <a:pt x="1761464" y="4372894"/>
                </a:cubicBezTo>
                <a:close/>
                <a:moveTo>
                  <a:pt x="1678742" y="4372684"/>
                </a:moveTo>
                <a:lnTo>
                  <a:pt x="1699462" y="4372684"/>
                </a:lnTo>
                <a:cubicBezTo>
                  <a:pt x="1700246" y="4372684"/>
                  <a:pt x="1701240" y="4373259"/>
                  <a:pt x="1701659" y="4373992"/>
                </a:cubicBezTo>
                <a:lnTo>
                  <a:pt x="1712019" y="4391938"/>
                </a:lnTo>
                <a:cubicBezTo>
                  <a:pt x="1712437" y="4392671"/>
                  <a:pt x="1712437" y="4393769"/>
                  <a:pt x="1712019" y="4394502"/>
                </a:cubicBezTo>
                <a:lnTo>
                  <a:pt x="1701659" y="4412448"/>
                </a:lnTo>
                <a:cubicBezTo>
                  <a:pt x="1701293" y="4413129"/>
                  <a:pt x="1700299" y="4413704"/>
                  <a:pt x="1699462" y="4413704"/>
                </a:cubicBezTo>
                <a:lnTo>
                  <a:pt x="1678742" y="4413704"/>
                </a:lnTo>
                <a:cubicBezTo>
                  <a:pt x="1677957" y="4413704"/>
                  <a:pt x="1676963" y="4413181"/>
                  <a:pt x="1676545" y="4412448"/>
                </a:cubicBezTo>
                <a:lnTo>
                  <a:pt x="1666185" y="4394502"/>
                </a:lnTo>
                <a:cubicBezTo>
                  <a:pt x="1665766" y="4393769"/>
                  <a:pt x="1665766" y="4392671"/>
                  <a:pt x="1666185" y="4391938"/>
                </a:cubicBezTo>
                <a:lnTo>
                  <a:pt x="1676545" y="4373992"/>
                </a:lnTo>
                <a:cubicBezTo>
                  <a:pt x="1676911" y="4373259"/>
                  <a:pt x="1677905" y="4372684"/>
                  <a:pt x="1678742" y="4372684"/>
                </a:cubicBezTo>
                <a:close/>
                <a:moveTo>
                  <a:pt x="1844027" y="4372580"/>
                </a:moveTo>
                <a:lnTo>
                  <a:pt x="1864903" y="4372580"/>
                </a:lnTo>
                <a:cubicBezTo>
                  <a:pt x="1865740" y="4372580"/>
                  <a:pt x="1866734" y="4373155"/>
                  <a:pt x="1867153" y="4373888"/>
                </a:cubicBezTo>
                <a:lnTo>
                  <a:pt x="1877565" y="4391939"/>
                </a:lnTo>
                <a:cubicBezTo>
                  <a:pt x="1877984" y="4392619"/>
                  <a:pt x="1877984" y="4393770"/>
                  <a:pt x="1877565" y="4394503"/>
                </a:cubicBezTo>
                <a:lnTo>
                  <a:pt x="1867153" y="4412554"/>
                </a:lnTo>
                <a:cubicBezTo>
                  <a:pt x="1866734" y="4413286"/>
                  <a:pt x="1865740" y="4413862"/>
                  <a:pt x="1864903" y="4413862"/>
                </a:cubicBezTo>
                <a:lnTo>
                  <a:pt x="1844027" y="4413862"/>
                </a:lnTo>
                <a:cubicBezTo>
                  <a:pt x="1843189" y="4413862"/>
                  <a:pt x="1842195" y="4413286"/>
                  <a:pt x="1841777" y="4412554"/>
                </a:cubicBezTo>
                <a:lnTo>
                  <a:pt x="1831365" y="4394503"/>
                </a:lnTo>
                <a:cubicBezTo>
                  <a:pt x="1830946" y="4393823"/>
                  <a:pt x="1830946" y="4392672"/>
                  <a:pt x="1831365" y="4391939"/>
                </a:cubicBezTo>
                <a:lnTo>
                  <a:pt x="1841777" y="4373888"/>
                </a:lnTo>
                <a:cubicBezTo>
                  <a:pt x="1842195" y="4373155"/>
                  <a:pt x="1843189" y="4372580"/>
                  <a:pt x="1844027" y="4372580"/>
                </a:cubicBezTo>
                <a:close/>
                <a:moveTo>
                  <a:pt x="1595865" y="4372318"/>
                </a:moveTo>
                <a:lnTo>
                  <a:pt x="1617003" y="4372318"/>
                </a:lnTo>
                <a:cubicBezTo>
                  <a:pt x="1617840" y="4372318"/>
                  <a:pt x="1618834" y="4372893"/>
                  <a:pt x="1619253" y="4373626"/>
                </a:cubicBezTo>
                <a:lnTo>
                  <a:pt x="1629822" y="4391939"/>
                </a:lnTo>
                <a:cubicBezTo>
                  <a:pt x="1630240" y="4392671"/>
                  <a:pt x="1630240" y="4393822"/>
                  <a:pt x="1629822" y="4394555"/>
                </a:cubicBezTo>
                <a:lnTo>
                  <a:pt x="1619253" y="4412867"/>
                </a:lnTo>
                <a:cubicBezTo>
                  <a:pt x="1618834" y="4413600"/>
                  <a:pt x="1617840" y="4414175"/>
                  <a:pt x="1617003" y="4414175"/>
                </a:cubicBezTo>
                <a:lnTo>
                  <a:pt x="1595865" y="4414175"/>
                </a:lnTo>
                <a:cubicBezTo>
                  <a:pt x="1595028" y="4414175"/>
                  <a:pt x="1594033" y="4413600"/>
                  <a:pt x="1593615" y="4412867"/>
                </a:cubicBezTo>
                <a:lnTo>
                  <a:pt x="1583046" y="4394555"/>
                </a:lnTo>
                <a:cubicBezTo>
                  <a:pt x="1582627" y="4393822"/>
                  <a:pt x="1582627" y="4392671"/>
                  <a:pt x="1583046" y="4391939"/>
                </a:cubicBezTo>
                <a:lnTo>
                  <a:pt x="1593615" y="4373626"/>
                </a:lnTo>
                <a:cubicBezTo>
                  <a:pt x="1594033" y="4372893"/>
                  <a:pt x="1595028" y="4372318"/>
                  <a:pt x="1595865" y="4372318"/>
                </a:cubicBezTo>
                <a:close/>
                <a:moveTo>
                  <a:pt x="2091509" y="4371690"/>
                </a:moveTo>
                <a:lnTo>
                  <a:pt x="2113223" y="4371690"/>
                </a:lnTo>
                <a:cubicBezTo>
                  <a:pt x="2114060" y="4371690"/>
                  <a:pt x="2115106" y="4372318"/>
                  <a:pt x="2115524" y="4373050"/>
                </a:cubicBezTo>
                <a:lnTo>
                  <a:pt x="2126408" y="4391886"/>
                </a:lnTo>
                <a:cubicBezTo>
                  <a:pt x="2126826" y="4392619"/>
                  <a:pt x="2126826" y="4393822"/>
                  <a:pt x="2126408" y="4394555"/>
                </a:cubicBezTo>
                <a:lnTo>
                  <a:pt x="2115524" y="4413390"/>
                </a:lnTo>
                <a:cubicBezTo>
                  <a:pt x="2115106" y="4414175"/>
                  <a:pt x="2114060" y="4414751"/>
                  <a:pt x="2113223" y="4414751"/>
                </a:cubicBezTo>
                <a:lnTo>
                  <a:pt x="2091509" y="4414751"/>
                </a:lnTo>
                <a:cubicBezTo>
                  <a:pt x="2090672" y="4414751"/>
                  <a:pt x="2089625" y="4414123"/>
                  <a:pt x="2089207" y="4413390"/>
                </a:cubicBezTo>
                <a:lnTo>
                  <a:pt x="2078324" y="4394555"/>
                </a:lnTo>
                <a:cubicBezTo>
                  <a:pt x="2077905" y="4393822"/>
                  <a:pt x="2077905" y="4392619"/>
                  <a:pt x="2078324" y="4391886"/>
                </a:cubicBezTo>
                <a:lnTo>
                  <a:pt x="2089207" y="4373050"/>
                </a:lnTo>
                <a:cubicBezTo>
                  <a:pt x="2089625" y="4372265"/>
                  <a:pt x="2090672" y="4371690"/>
                  <a:pt x="2091509" y="4371690"/>
                </a:cubicBezTo>
                <a:close/>
                <a:moveTo>
                  <a:pt x="2008474" y="4370905"/>
                </a:moveTo>
                <a:lnTo>
                  <a:pt x="2031024" y="4370905"/>
                </a:lnTo>
                <a:cubicBezTo>
                  <a:pt x="2031914" y="4370905"/>
                  <a:pt x="2033013" y="4371533"/>
                  <a:pt x="2033432" y="4372318"/>
                </a:cubicBezTo>
                <a:lnTo>
                  <a:pt x="2044681" y="4391834"/>
                </a:lnTo>
                <a:cubicBezTo>
                  <a:pt x="2045099" y="4392566"/>
                  <a:pt x="2045099" y="4393822"/>
                  <a:pt x="2044681" y="4394607"/>
                </a:cubicBezTo>
                <a:lnTo>
                  <a:pt x="2033432" y="4414123"/>
                </a:lnTo>
                <a:cubicBezTo>
                  <a:pt x="2033013" y="4414908"/>
                  <a:pt x="2031914" y="4415536"/>
                  <a:pt x="2031024" y="4415536"/>
                </a:cubicBezTo>
                <a:lnTo>
                  <a:pt x="2008474" y="4415536"/>
                </a:lnTo>
                <a:cubicBezTo>
                  <a:pt x="2007584" y="4415536"/>
                  <a:pt x="2006486" y="4414908"/>
                  <a:pt x="2006068" y="4414123"/>
                </a:cubicBezTo>
                <a:lnTo>
                  <a:pt x="1994818" y="4394607"/>
                </a:lnTo>
                <a:cubicBezTo>
                  <a:pt x="1994399" y="4393874"/>
                  <a:pt x="1994399" y="4392619"/>
                  <a:pt x="1994818" y="4391834"/>
                </a:cubicBezTo>
                <a:lnTo>
                  <a:pt x="2006068" y="4372318"/>
                </a:lnTo>
                <a:cubicBezTo>
                  <a:pt x="2006486" y="4371533"/>
                  <a:pt x="2007584" y="4370905"/>
                  <a:pt x="2008474" y="4370905"/>
                </a:cubicBezTo>
                <a:close/>
                <a:moveTo>
                  <a:pt x="1925754" y="4370801"/>
                </a:moveTo>
                <a:lnTo>
                  <a:pt x="1948409" y="4370801"/>
                </a:lnTo>
                <a:cubicBezTo>
                  <a:pt x="1949298" y="4370801"/>
                  <a:pt x="1950345" y="4371429"/>
                  <a:pt x="1950816" y="4372214"/>
                </a:cubicBezTo>
                <a:lnTo>
                  <a:pt x="1962117" y="4391834"/>
                </a:lnTo>
                <a:cubicBezTo>
                  <a:pt x="1962588" y="4392619"/>
                  <a:pt x="1962588" y="4393875"/>
                  <a:pt x="1962117" y="4394660"/>
                </a:cubicBezTo>
                <a:lnTo>
                  <a:pt x="1950816" y="4414280"/>
                </a:lnTo>
                <a:cubicBezTo>
                  <a:pt x="1950397" y="4415065"/>
                  <a:pt x="1949298" y="4415693"/>
                  <a:pt x="1948409" y="4415693"/>
                </a:cubicBezTo>
                <a:lnTo>
                  <a:pt x="1925754" y="4415693"/>
                </a:lnTo>
                <a:cubicBezTo>
                  <a:pt x="1924864" y="4415693"/>
                  <a:pt x="1923818" y="4415065"/>
                  <a:pt x="1923347" y="4414280"/>
                </a:cubicBezTo>
                <a:lnTo>
                  <a:pt x="1912045" y="4394660"/>
                </a:lnTo>
                <a:cubicBezTo>
                  <a:pt x="1911574" y="4393875"/>
                  <a:pt x="1911574" y="4392619"/>
                  <a:pt x="1912045" y="4391834"/>
                </a:cubicBezTo>
                <a:lnTo>
                  <a:pt x="1923347" y="4372214"/>
                </a:lnTo>
                <a:cubicBezTo>
                  <a:pt x="1923765" y="4371429"/>
                  <a:pt x="1924864" y="4370801"/>
                  <a:pt x="1925754" y="4370801"/>
                </a:cubicBezTo>
                <a:close/>
                <a:moveTo>
                  <a:pt x="2421450" y="4370278"/>
                </a:moveTo>
                <a:lnTo>
                  <a:pt x="2444681" y="4370278"/>
                </a:lnTo>
                <a:cubicBezTo>
                  <a:pt x="2445623" y="4370278"/>
                  <a:pt x="2446721" y="4370906"/>
                  <a:pt x="2447192" y="4371691"/>
                </a:cubicBezTo>
                <a:lnTo>
                  <a:pt x="2458807" y="4391835"/>
                </a:lnTo>
                <a:cubicBezTo>
                  <a:pt x="2459279" y="4392619"/>
                  <a:pt x="2459279" y="4393928"/>
                  <a:pt x="2458807" y="4394712"/>
                </a:cubicBezTo>
                <a:lnTo>
                  <a:pt x="2447192" y="4414856"/>
                </a:lnTo>
                <a:cubicBezTo>
                  <a:pt x="2446721" y="4415641"/>
                  <a:pt x="2445623" y="4416269"/>
                  <a:pt x="2444681" y="4416269"/>
                </a:cubicBezTo>
                <a:lnTo>
                  <a:pt x="2421450" y="4416269"/>
                </a:lnTo>
                <a:cubicBezTo>
                  <a:pt x="2420508" y="4416269"/>
                  <a:pt x="2419410" y="4415641"/>
                  <a:pt x="2418938" y="4414856"/>
                </a:cubicBezTo>
                <a:lnTo>
                  <a:pt x="2407323" y="4394712"/>
                </a:lnTo>
                <a:cubicBezTo>
                  <a:pt x="2406852" y="4393928"/>
                  <a:pt x="2406852" y="4392619"/>
                  <a:pt x="2407323" y="4391835"/>
                </a:cubicBezTo>
                <a:lnTo>
                  <a:pt x="2418938" y="4371691"/>
                </a:lnTo>
                <a:cubicBezTo>
                  <a:pt x="2419410" y="4370906"/>
                  <a:pt x="2420508" y="4370278"/>
                  <a:pt x="2421450" y="4370278"/>
                </a:cubicBezTo>
                <a:close/>
                <a:moveTo>
                  <a:pt x="2172869" y="4369074"/>
                </a:moveTo>
                <a:lnTo>
                  <a:pt x="2197251" y="4369074"/>
                </a:lnTo>
                <a:cubicBezTo>
                  <a:pt x="2198193" y="4369074"/>
                  <a:pt x="2199396" y="4369754"/>
                  <a:pt x="2199867" y="4370591"/>
                </a:cubicBezTo>
                <a:lnTo>
                  <a:pt x="2212058" y="4391729"/>
                </a:lnTo>
                <a:cubicBezTo>
                  <a:pt x="2212529" y="4392566"/>
                  <a:pt x="2212529" y="4393927"/>
                  <a:pt x="2212058" y="4394764"/>
                </a:cubicBezTo>
                <a:lnTo>
                  <a:pt x="2199867" y="4415902"/>
                </a:lnTo>
                <a:cubicBezTo>
                  <a:pt x="2199396" y="4416739"/>
                  <a:pt x="2198193" y="4417419"/>
                  <a:pt x="2197251" y="4417419"/>
                </a:cubicBezTo>
                <a:lnTo>
                  <a:pt x="2172869" y="4417419"/>
                </a:lnTo>
                <a:cubicBezTo>
                  <a:pt x="2171927" y="4417419"/>
                  <a:pt x="2170724" y="4416739"/>
                  <a:pt x="2170253" y="4415902"/>
                </a:cubicBezTo>
                <a:lnTo>
                  <a:pt x="2158062" y="4394764"/>
                </a:lnTo>
                <a:cubicBezTo>
                  <a:pt x="2157591" y="4393927"/>
                  <a:pt x="2157591" y="4392566"/>
                  <a:pt x="2158062" y="4391729"/>
                </a:cubicBezTo>
                <a:lnTo>
                  <a:pt x="2170253" y="4370591"/>
                </a:lnTo>
                <a:cubicBezTo>
                  <a:pt x="2170724" y="4369754"/>
                  <a:pt x="2171927" y="4369074"/>
                  <a:pt x="2172869" y="4369074"/>
                </a:cubicBezTo>
                <a:close/>
                <a:moveTo>
                  <a:pt x="2336950" y="4366615"/>
                </a:moveTo>
                <a:lnTo>
                  <a:pt x="2363844" y="4366615"/>
                </a:lnTo>
                <a:cubicBezTo>
                  <a:pt x="2364890" y="4366615"/>
                  <a:pt x="2366198" y="4367348"/>
                  <a:pt x="2366721" y="4368289"/>
                </a:cubicBezTo>
                <a:lnTo>
                  <a:pt x="2380168" y="4391573"/>
                </a:lnTo>
                <a:cubicBezTo>
                  <a:pt x="2380691" y="4392514"/>
                  <a:pt x="2380691" y="4393979"/>
                  <a:pt x="2380168" y="4394921"/>
                </a:cubicBezTo>
                <a:lnTo>
                  <a:pt x="2366721" y="4418204"/>
                </a:lnTo>
                <a:cubicBezTo>
                  <a:pt x="2366198" y="4419146"/>
                  <a:pt x="2364890" y="4419878"/>
                  <a:pt x="2363844" y="4419878"/>
                </a:cubicBezTo>
                <a:lnTo>
                  <a:pt x="2336950" y="4419878"/>
                </a:lnTo>
                <a:cubicBezTo>
                  <a:pt x="2335903" y="4419878"/>
                  <a:pt x="2334595" y="4419146"/>
                  <a:pt x="2334072" y="4418204"/>
                </a:cubicBezTo>
                <a:lnTo>
                  <a:pt x="2320626" y="4394921"/>
                </a:lnTo>
                <a:cubicBezTo>
                  <a:pt x="2320102" y="4393979"/>
                  <a:pt x="2320102" y="4392514"/>
                  <a:pt x="2320626" y="4391573"/>
                </a:cubicBezTo>
                <a:lnTo>
                  <a:pt x="2334072" y="4368289"/>
                </a:lnTo>
                <a:cubicBezTo>
                  <a:pt x="2334595" y="4367348"/>
                  <a:pt x="2335903" y="4366615"/>
                  <a:pt x="2336950" y="4366615"/>
                </a:cubicBezTo>
                <a:close/>
                <a:moveTo>
                  <a:pt x="2253444" y="4365045"/>
                </a:moveTo>
                <a:lnTo>
                  <a:pt x="2281908" y="4365045"/>
                </a:lnTo>
                <a:cubicBezTo>
                  <a:pt x="2283006" y="4365045"/>
                  <a:pt x="2284367" y="4365830"/>
                  <a:pt x="2284942" y="4366824"/>
                </a:cubicBezTo>
                <a:lnTo>
                  <a:pt x="2299174" y="4391520"/>
                </a:lnTo>
                <a:cubicBezTo>
                  <a:pt x="2299750" y="4392462"/>
                  <a:pt x="2299750" y="4394031"/>
                  <a:pt x="2299174" y="4395025"/>
                </a:cubicBezTo>
                <a:lnTo>
                  <a:pt x="2284942" y="4419721"/>
                </a:lnTo>
                <a:cubicBezTo>
                  <a:pt x="2284419" y="4420715"/>
                  <a:pt x="2283006" y="4421500"/>
                  <a:pt x="2281908" y="4421500"/>
                </a:cubicBezTo>
                <a:lnTo>
                  <a:pt x="2253444" y="4421500"/>
                </a:lnTo>
                <a:cubicBezTo>
                  <a:pt x="2252346" y="4421500"/>
                  <a:pt x="2250985" y="4420715"/>
                  <a:pt x="2250410" y="4419721"/>
                </a:cubicBezTo>
                <a:lnTo>
                  <a:pt x="2236179" y="4395025"/>
                </a:lnTo>
                <a:cubicBezTo>
                  <a:pt x="2235603" y="4394083"/>
                  <a:pt x="2235603" y="4392514"/>
                  <a:pt x="2236179" y="4391520"/>
                </a:cubicBezTo>
                <a:lnTo>
                  <a:pt x="2250410" y="4366824"/>
                </a:lnTo>
                <a:cubicBezTo>
                  <a:pt x="2250933" y="4365830"/>
                  <a:pt x="2252346" y="4365045"/>
                  <a:pt x="2253444" y="4365045"/>
                </a:cubicBezTo>
                <a:close/>
                <a:moveTo>
                  <a:pt x="2763581" y="4310421"/>
                </a:moveTo>
                <a:lnTo>
                  <a:pt x="2763738" y="4310421"/>
                </a:lnTo>
                <a:cubicBezTo>
                  <a:pt x="2763738" y="4310421"/>
                  <a:pt x="2763843" y="4310421"/>
                  <a:pt x="2763843" y="4310421"/>
                </a:cubicBezTo>
                <a:lnTo>
                  <a:pt x="2763843" y="4310578"/>
                </a:lnTo>
                <a:cubicBezTo>
                  <a:pt x="2763895" y="4310578"/>
                  <a:pt x="2763790" y="4310578"/>
                  <a:pt x="2763790" y="4310578"/>
                </a:cubicBezTo>
                <a:lnTo>
                  <a:pt x="2763790" y="4310735"/>
                </a:lnTo>
                <a:lnTo>
                  <a:pt x="2763633" y="4310735"/>
                </a:lnTo>
                <a:cubicBezTo>
                  <a:pt x="2763633" y="4310735"/>
                  <a:pt x="2763528" y="4310735"/>
                  <a:pt x="2763528" y="4310735"/>
                </a:cubicBezTo>
                <a:lnTo>
                  <a:pt x="2763528" y="4310578"/>
                </a:lnTo>
                <a:cubicBezTo>
                  <a:pt x="2763477" y="4310578"/>
                  <a:pt x="2763581" y="4310578"/>
                  <a:pt x="2763581" y="4310578"/>
                </a:cubicBezTo>
                <a:close/>
                <a:moveTo>
                  <a:pt x="938495" y="4297236"/>
                </a:moveTo>
                <a:lnTo>
                  <a:pt x="951941" y="4297236"/>
                </a:lnTo>
                <a:cubicBezTo>
                  <a:pt x="952517" y="4297236"/>
                  <a:pt x="953145" y="4297602"/>
                  <a:pt x="953406" y="4298073"/>
                </a:cubicBezTo>
                <a:lnTo>
                  <a:pt x="960156" y="4309741"/>
                </a:lnTo>
                <a:cubicBezTo>
                  <a:pt x="960418" y="4310212"/>
                  <a:pt x="960418" y="4310944"/>
                  <a:pt x="960156" y="4311415"/>
                </a:cubicBezTo>
                <a:lnTo>
                  <a:pt x="953406" y="4323083"/>
                </a:lnTo>
                <a:cubicBezTo>
                  <a:pt x="953092" y="4323554"/>
                  <a:pt x="952465" y="4323920"/>
                  <a:pt x="951941" y="4323920"/>
                </a:cubicBezTo>
                <a:lnTo>
                  <a:pt x="938495" y="4323920"/>
                </a:lnTo>
                <a:cubicBezTo>
                  <a:pt x="937919" y="4323920"/>
                  <a:pt x="937291" y="4323554"/>
                  <a:pt x="937030" y="4323083"/>
                </a:cubicBezTo>
                <a:lnTo>
                  <a:pt x="930280" y="4311415"/>
                </a:lnTo>
                <a:cubicBezTo>
                  <a:pt x="930019" y="4310944"/>
                  <a:pt x="930019" y="4310212"/>
                  <a:pt x="930280" y="4309741"/>
                </a:cubicBezTo>
                <a:lnTo>
                  <a:pt x="937030" y="4298073"/>
                </a:lnTo>
                <a:cubicBezTo>
                  <a:pt x="937343" y="4297602"/>
                  <a:pt x="937972" y="4297236"/>
                  <a:pt x="938495" y="4297236"/>
                </a:cubicBezTo>
                <a:close/>
                <a:moveTo>
                  <a:pt x="1185977" y="4296399"/>
                </a:moveTo>
                <a:lnTo>
                  <a:pt x="1200313" y="4296399"/>
                </a:lnTo>
                <a:cubicBezTo>
                  <a:pt x="1200836" y="4296399"/>
                  <a:pt x="1201568" y="4296818"/>
                  <a:pt x="1201830" y="4297288"/>
                </a:cubicBezTo>
                <a:lnTo>
                  <a:pt x="1208998" y="4309689"/>
                </a:lnTo>
                <a:cubicBezTo>
                  <a:pt x="1209260" y="4310160"/>
                  <a:pt x="1209260" y="4310997"/>
                  <a:pt x="1208998" y="4311468"/>
                </a:cubicBezTo>
                <a:lnTo>
                  <a:pt x="1201830" y="4323868"/>
                </a:lnTo>
                <a:cubicBezTo>
                  <a:pt x="1201568" y="4324339"/>
                  <a:pt x="1200889" y="4324757"/>
                  <a:pt x="1200313" y="4324757"/>
                </a:cubicBezTo>
                <a:lnTo>
                  <a:pt x="1185977" y="4324757"/>
                </a:lnTo>
                <a:cubicBezTo>
                  <a:pt x="1185454" y="4324757"/>
                  <a:pt x="1184721" y="4324339"/>
                  <a:pt x="1184459" y="4323868"/>
                </a:cubicBezTo>
                <a:lnTo>
                  <a:pt x="1177291" y="4311468"/>
                </a:lnTo>
                <a:cubicBezTo>
                  <a:pt x="1177030" y="4310997"/>
                  <a:pt x="1177030" y="4310160"/>
                  <a:pt x="1177291" y="4309689"/>
                </a:cubicBezTo>
                <a:lnTo>
                  <a:pt x="1184459" y="4297288"/>
                </a:lnTo>
                <a:cubicBezTo>
                  <a:pt x="1184721" y="4296818"/>
                  <a:pt x="1185401" y="4296399"/>
                  <a:pt x="1185977" y="4296399"/>
                </a:cubicBezTo>
                <a:close/>
                <a:moveTo>
                  <a:pt x="1102889" y="4295510"/>
                </a:moveTo>
                <a:lnTo>
                  <a:pt x="1118115" y="4295510"/>
                </a:lnTo>
                <a:cubicBezTo>
                  <a:pt x="1118691" y="4295510"/>
                  <a:pt x="1119423" y="4295928"/>
                  <a:pt x="1119737" y="4296452"/>
                </a:cubicBezTo>
                <a:lnTo>
                  <a:pt x="1127376" y="4309637"/>
                </a:lnTo>
                <a:cubicBezTo>
                  <a:pt x="1127690" y="4310160"/>
                  <a:pt x="1127690" y="4310997"/>
                  <a:pt x="1127376" y="4311520"/>
                </a:cubicBezTo>
                <a:lnTo>
                  <a:pt x="1119737" y="4324705"/>
                </a:lnTo>
                <a:cubicBezTo>
                  <a:pt x="1119423" y="4325229"/>
                  <a:pt x="1118691" y="4325647"/>
                  <a:pt x="1118115" y="4325647"/>
                </a:cubicBezTo>
                <a:lnTo>
                  <a:pt x="1102889" y="4325647"/>
                </a:lnTo>
                <a:cubicBezTo>
                  <a:pt x="1102314" y="4325647"/>
                  <a:pt x="1101581" y="4325229"/>
                  <a:pt x="1101267" y="4324705"/>
                </a:cubicBezTo>
                <a:lnTo>
                  <a:pt x="1093629" y="4311520"/>
                </a:lnTo>
                <a:cubicBezTo>
                  <a:pt x="1093314" y="4310997"/>
                  <a:pt x="1093314" y="4310160"/>
                  <a:pt x="1093629" y="4309637"/>
                </a:cubicBezTo>
                <a:lnTo>
                  <a:pt x="1101267" y="4296452"/>
                </a:lnTo>
                <a:cubicBezTo>
                  <a:pt x="1101581" y="4295928"/>
                  <a:pt x="1102314" y="4295510"/>
                  <a:pt x="1102889" y="4295510"/>
                </a:cubicBezTo>
                <a:close/>
                <a:moveTo>
                  <a:pt x="1268122" y="4295353"/>
                </a:moveTo>
                <a:lnTo>
                  <a:pt x="1283504" y="4295353"/>
                </a:lnTo>
                <a:cubicBezTo>
                  <a:pt x="1284080" y="4295353"/>
                  <a:pt x="1284813" y="4295772"/>
                  <a:pt x="1285126" y="4296295"/>
                </a:cubicBezTo>
                <a:lnTo>
                  <a:pt x="1292818" y="4309637"/>
                </a:lnTo>
                <a:cubicBezTo>
                  <a:pt x="1293131" y="4310160"/>
                  <a:pt x="1293131" y="4310997"/>
                  <a:pt x="1292818" y="4311521"/>
                </a:cubicBezTo>
                <a:lnTo>
                  <a:pt x="1285126" y="4324863"/>
                </a:lnTo>
                <a:cubicBezTo>
                  <a:pt x="1284865" y="4325386"/>
                  <a:pt x="1284132" y="4325804"/>
                  <a:pt x="1283504" y="4325804"/>
                </a:cubicBezTo>
                <a:lnTo>
                  <a:pt x="1268122" y="4325804"/>
                </a:lnTo>
                <a:cubicBezTo>
                  <a:pt x="1267546" y="4325804"/>
                  <a:pt x="1266814" y="4325386"/>
                  <a:pt x="1266500" y="4324863"/>
                </a:cubicBezTo>
                <a:lnTo>
                  <a:pt x="1258808" y="4311521"/>
                </a:lnTo>
                <a:cubicBezTo>
                  <a:pt x="1258495" y="4310997"/>
                  <a:pt x="1258495" y="4310160"/>
                  <a:pt x="1258808" y="4309637"/>
                </a:cubicBezTo>
                <a:lnTo>
                  <a:pt x="1266500" y="4296295"/>
                </a:lnTo>
                <a:cubicBezTo>
                  <a:pt x="1266761" y="4295772"/>
                  <a:pt x="1267494" y="4295353"/>
                  <a:pt x="1268122" y="4295353"/>
                </a:cubicBezTo>
                <a:close/>
                <a:moveTo>
                  <a:pt x="1019960" y="4294830"/>
                </a:moveTo>
                <a:lnTo>
                  <a:pt x="1035866" y="4294830"/>
                </a:lnTo>
                <a:cubicBezTo>
                  <a:pt x="1036494" y="4294830"/>
                  <a:pt x="1037279" y="4295301"/>
                  <a:pt x="1037593" y="4295824"/>
                </a:cubicBezTo>
                <a:lnTo>
                  <a:pt x="1045546" y="4309585"/>
                </a:lnTo>
                <a:cubicBezTo>
                  <a:pt x="1045859" y="4310160"/>
                  <a:pt x="1045859" y="4311050"/>
                  <a:pt x="1045546" y="4311573"/>
                </a:cubicBezTo>
                <a:lnTo>
                  <a:pt x="1037593" y="4325333"/>
                </a:lnTo>
                <a:cubicBezTo>
                  <a:pt x="1037279" y="4325909"/>
                  <a:pt x="1036494" y="4326327"/>
                  <a:pt x="1035866" y="4326327"/>
                </a:cubicBezTo>
                <a:lnTo>
                  <a:pt x="1019960" y="4326327"/>
                </a:lnTo>
                <a:cubicBezTo>
                  <a:pt x="1019332" y="4326327"/>
                  <a:pt x="1018547" y="4325857"/>
                  <a:pt x="1018233" y="4325333"/>
                </a:cubicBezTo>
                <a:lnTo>
                  <a:pt x="1010280" y="4311573"/>
                </a:lnTo>
                <a:cubicBezTo>
                  <a:pt x="1009967" y="4310997"/>
                  <a:pt x="1009967" y="4310108"/>
                  <a:pt x="1010280" y="4309585"/>
                </a:cubicBezTo>
                <a:lnTo>
                  <a:pt x="1018233" y="4295824"/>
                </a:lnTo>
                <a:cubicBezTo>
                  <a:pt x="1018547" y="4295248"/>
                  <a:pt x="1019332" y="4294830"/>
                  <a:pt x="1019960" y="4294830"/>
                </a:cubicBezTo>
                <a:close/>
                <a:moveTo>
                  <a:pt x="1515080" y="4293260"/>
                </a:moveTo>
                <a:lnTo>
                  <a:pt x="1532555" y="4293260"/>
                </a:lnTo>
                <a:cubicBezTo>
                  <a:pt x="1533236" y="4293260"/>
                  <a:pt x="1534073" y="4293783"/>
                  <a:pt x="1534439" y="4294359"/>
                </a:cubicBezTo>
                <a:lnTo>
                  <a:pt x="1543177" y="4309532"/>
                </a:lnTo>
                <a:cubicBezTo>
                  <a:pt x="1543543" y="4310107"/>
                  <a:pt x="1543543" y="4311102"/>
                  <a:pt x="1543177" y="4311677"/>
                </a:cubicBezTo>
                <a:lnTo>
                  <a:pt x="1534439" y="4326850"/>
                </a:lnTo>
                <a:cubicBezTo>
                  <a:pt x="1534073" y="4327478"/>
                  <a:pt x="1533236" y="4327949"/>
                  <a:pt x="1532555" y="4327949"/>
                </a:cubicBezTo>
                <a:lnTo>
                  <a:pt x="1515080" y="4327949"/>
                </a:lnTo>
                <a:cubicBezTo>
                  <a:pt x="1514400" y="4327949"/>
                  <a:pt x="1513563" y="4327426"/>
                  <a:pt x="1513196" y="4326850"/>
                </a:cubicBezTo>
                <a:lnTo>
                  <a:pt x="1504459" y="4311677"/>
                </a:lnTo>
                <a:cubicBezTo>
                  <a:pt x="1504092" y="4311102"/>
                  <a:pt x="1504092" y="4310107"/>
                  <a:pt x="1504459" y="4309532"/>
                </a:cubicBezTo>
                <a:lnTo>
                  <a:pt x="1513196" y="4294359"/>
                </a:lnTo>
                <a:cubicBezTo>
                  <a:pt x="1513563" y="4293731"/>
                  <a:pt x="1514400" y="4293260"/>
                  <a:pt x="1515080" y="4293260"/>
                </a:cubicBezTo>
                <a:close/>
                <a:moveTo>
                  <a:pt x="2672019" y="4292789"/>
                </a:moveTo>
                <a:lnTo>
                  <a:pt x="2690018" y="4292789"/>
                </a:lnTo>
                <a:cubicBezTo>
                  <a:pt x="2690750" y="4292789"/>
                  <a:pt x="2691587" y="4293260"/>
                  <a:pt x="2691953" y="4293888"/>
                </a:cubicBezTo>
                <a:lnTo>
                  <a:pt x="2700953" y="4309480"/>
                </a:lnTo>
                <a:cubicBezTo>
                  <a:pt x="2701319" y="4310107"/>
                  <a:pt x="2701319" y="4311102"/>
                  <a:pt x="2700953" y="4311729"/>
                </a:cubicBezTo>
                <a:lnTo>
                  <a:pt x="2691953" y="4327321"/>
                </a:lnTo>
                <a:cubicBezTo>
                  <a:pt x="2691587" y="4327897"/>
                  <a:pt x="2690750" y="4328420"/>
                  <a:pt x="2690018" y="4328420"/>
                </a:cubicBezTo>
                <a:lnTo>
                  <a:pt x="2672019" y="4328420"/>
                </a:lnTo>
                <a:cubicBezTo>
                  <a:pt x="2671287" y="4328420"/>
                  <a:pt x="2670449" y="4327949"/>
                  <a:pt x="2670083" y="4327321"/>
                </a:cubicBezTo>
                <a:lnTo>
                  <a:pt x="2661083" y="4311729"/>
                </a:lnTo>
                <a:cubicBezTo>
                  <a:pt x="2660718" y="4311102"/>
                  <a:pt x="2660718" y="4310107"/>
                  <a:pt x="2661083" y="4309480"/>
                </a:cubicBezTo>
                <a:lnTo>
                  <a:pt x="2670083" y="4293888"/>
                </a:lnTo>
                <a:cubicBezTo>
                  <a:pt x="2670449" y="4293312"/>
                  <a:pt x="2671287" y="4292789"/>
                  <a:pt x="2672019" y="4292789"/>
                </a:cubicBezTo>
                <a:close/>
                <a:moveTo>
                  <a:pt x="1431836" y="4292161"/>
                </a:moveTo>
                <a:lnTo>
                  <a:pt x="1450463" y="4292161"/>
                </a:lnTo>
                <a:cubicBezTo>
                  <a:pt x="1451195" y="4292161"/>
                  <a:pt x="1452085" y="4292684"/>
                  <a:pt x="1452451" y="4293312"/>
                </a:cubicBezTo>
                <a:lnTo>
                  <a:pt x="1461764" y="4309427"/>
                </a:lnTo>
                <a:cubicBezTo>
                  <a:pt x="1462131" y="4310055"/>
                  <a:pt x="1462131" y="4311101"/>
                  <a:pt x="1461764" y="4311729"/>
                </a:cubicBezTo>
                <a:lnTo>
                  <a:pt x="1452451" y="4327844"/>
                </a:lnTo>
                <a:cubicBezTo>
                  <a:pt x="1452085" y="4328472"/>
                  <a:pt x="1451195" y="4328995"/>
                  <a:pt x="1450463" y="4328995"/>
                </a:cubicBezTo>
                <a:lnTo>
                  <a:pt x="1431836" y="4328995"/>
                </a:lnTo>
                <a:cubicBezTo>
                  <a:pt x="1431104" y="4328995"/>
                  <a:pt x="1430214" y="4328472"/>
                  <a:pt x="1429848" y="4327844"/>
                </a:cubicBezTo>
                <a:lnTo>
                  <a:pt x="1420535" y="4311729"/>
                </a:lnTo>
                <a:cubicBezTo>
                  <a:pt x="1420168" y="4311101"/>
                  <a:pt x="1420168" y="4310055"/>
                  <a:pt x="1420535" y="4309427"/>
                </a:cubicBezTo>
                <a:lnTo>
                  <a:pt x="1429848" y="4293312"/>
                </a:lnTo>
                <a:cubicBezTo>
                  <a:pt x="1430214" y="4292684"/>
                  <a:pt x="1431104" y="4292161"/>
                  <a:pt x="1431836" y="4292161"/>
                </a:cubicBezTo>
                <a:close/>
                <a:moveTo>
                  <a:pt x="1349168" y="4292161"/>
                </a:moveTo>
                <a:lnTo>
                  <a:pt x="1367795" y="4292161"/>
                </a:lnTo>
                <a:cubicBezTo>
                  <a:pt x="1368527" y="4292161"/>
                  <a:pt x="1369417" y="4292684"/>
                  <a:pt x="1369783" y="4293312"/>
                </a:cubicBezTo>
                <a:lnTo>
                  <a:pt x="1379096" y="4309427"/>
                </a:lnTo>
                <a:cubicBezTo>
                  <a:pt x="1379462" y="4310055"/>
                  <a:pt x="1379462" y="4311101"/>
                  <a:pt x="1379096" y="4311729"/>
                </a:cubicBezTo>
                <a:lnTo>
                  <a:pt x="1369783" y="4327844"/>
                </a:lnTo>
                <a:cubicBezTo>
                  <a:pt x="1369417" y="4328472"/>
                  <a:pt x="1368527" y="4328995"/>
                  <a:pt x="1367795" y="4328995"/>
                </a:cubicBezTo>
                <a:lnTo>
                  <a:pt x="1349168" y="4328995"/>
                </a:lnTo>
                <a:cubicBezTo>
                  <a:pt x="1348435" y="4328995"/>
                  <a:pt x="1347546" y="4328472"/>
                  <a:pt x="1347180" y="4327844"/>
                </a:cubicBezTo>
                <a:lnTo>
                  <a:pt x="1337867" y="4311729"/>
                </a:lnTo>
                <a:cubicBezTo>
                  <a:pt x="1337500" y="4311101"/>
                  <a:pt x="1337500" y="4310055"/>
                  <a:pt x="1337867" y="4309427"/>
                </a:cubicBezTo>
                <a:lnTo>
                  <a:pt x="1347180" y="4293312"/>
                </a:lnTo>
                <a:cubicBezTo>
                  <a:pt x="1347546" y="4292684"/>
                  <a:pt x="1348435" y="4292161"/>
                  <a:pt x="1349168" y="4292161"/>
                </a:cubicBezTo>
                <a:close/>
                <a:moveTo>
                  <a:pt x="1679318" y="4291219"/>
                </a:moveTo>
                <a:lnTo>
                  <a:pt x="1698886" y="4291219"/>
                </a:lnTo>
                <a:cubicBezTo>
                  <a:pt x="1699671" y="4291219"/>
                  <a:pt x="1700613" y="4291742"/>
                  <a:pt x="1700979" y="4292422"/>
                </a:cubicBezTo>
                <a:lnTo>
                  <a:pt x="1710763" y="4309374"/>
                </a:lnTo>
                <a:cubicBezTo>
                  <a:pt x="1711129" y="4310055"/>
                  <a:pt x="1711129" y="4311101"/>
                  <a:pt x="1710763" y="4311781"/>
                </a:cubicBezTo>
                <a:lnTo>
                  <a:pt x="1700979" y="4328734"/>
                </a:lnTo>
                <a:cubicBezTo>
                  <a:pt x="1700613" y="4329414"/>
                  <a:pt x="1699671" y="4329937"/>
                  <a:pt x="1698886" y="4329937"/>
                </a:cubicBezTo>
                <a:lnTo>
                  <a:pt x="1679318" y="4329937"/>
                </a:lnTo>
                <a:cubicBezTo>
                  <a:pt x="1678533" y="4329937"/>
                  <a:pt x="1677591" y="4329414"/>
                  <a:pt x="1677225" y="4328734"/>
                </a:cubicBezTo>
                <a:lnTo>
                  <a:pt x="1667441" y="4311781"/>
                </a:lnTo>
                <a:cubicBezTo>
                  <a:pt x="1667074" y="4311101"/>
                  <a:pt x="1667074" y="4310055"/>
                  <a:pt x="1667441" y="4309374"/>
                </a:cubicBezTo>
                <a:lnTo>
                  <a:pt x="1677225" y="4292422"/>
                </a:lnTo>
                <a:cubicBezTo>
                  <a:pt x="1677591" y="4291742"/>
                  <a:pt x="1678533" y="4291219"/>
                  <a:pt x="1679318" y="4291219"/>
                </a:cubicBezTo>
                <a:close/>
                <a:moveTo>
                  <a:pt x="1596179" y="4290278"/>
                </a:moveTo>
                <a:lnTo>
                  <a:pt x="1616689" y="4290278"/>
                </a:lnTo>
                <a:cubicBezTo>
                  <a:pt x="1617474" y="4290278"/>
                  <a:pt x="1618468" y="4290853"/>
                  <a:pt x="1618886" y="4291534"/>
                </a:cubicBezTo>
                <a:lnTo>
                  <a:pt x="1629141" y="4309323"/>
                </a:lnTo>
                <a:cubicBezTo>
                  <a:pt x="1629560" y="4310055"/>
                  <a:pt x="1629560" y="4311207"/>
                  <a:pt x="1629141" y="4311887"/>
                </a:cubicBezTo>
                <a:lnTo>
                  <a:pt x="1618886" y="4329676"/>
                </a:lnTo>
                <a:cubicBezTo>
                  <a:pt x="1618468" y="4330356"/>
                  <a:pt x="1617474" y="4330932"/>
                  <a:pt x="1616689" y="4330932"/>
                </a:cubicBezTo>
                <a:lnTo>
                  <a:pt x="1596179" y="4330932"/>
                </a:lnTo>
                <a:cubicBezTo>
                  <a:pt x="1595394" y="4330932"/>
                  <a:pt x="1594400" y="4330356"/>
                  <a:pt x="1593981" y="4329676"/>
                </a:cubicBezTo>
                <a:lnTo>
                  <a:pt x="1583726" y="4311887"/>
                </a:lnTo>
                <a:cubicBezTo>
                  <a:pt x="1583307" y="4311154"/>
                  <a:pt x="1583307" y="4310003"/>
                  <a:pt x="1583726" y="4309323"/>
                </a:cubicBezTo>
                <a:lnTo>
                  <a:pt x="1593981" y="4291534"/>
                </a:lnTo>
                <a:cubicBezTo>
                  <a:pt x="1594400" y="4290853"/>
                  <a:pt x="1595394" y="4290278"/>
                  <a:pt x="1596179" y="4290278"/>
                </a:cubicBezTo>
                <a:close/>
                <a:moveTo>
                  <a:pt x="2587990" y="4290068"/>
                </a:moveTo>
                <a:lnTo>
                  <a:pt x="2608709" y="4290068"/>
                </a:lnTo>
                <a:cubicBezTo>
                  <a:pt x="2609494" y="4290068"/>
                  <a:pt x="2610488" y="4290591"/>
                  <a:pt x="2610907" y="4291324"/>
                </a:cubicBezTo>
                <a:lnTo>
                  <a:pt x="2621267" y="4309270"/>
                </a:lnTo>
                <a:cubicBezTo>
                  <a:pt x="2621685" y="4310003"/>
                  <a:pt x="2621685" y="4311101"/>
                  <a:pt x="2621267" y="4311834"/>
                </a:cubicBezTo>
                <a:lnTo>
                  <a:pt x="2610907" y="4329780"/>
                </a:lnTo>
                <a:cubicBezTo>
                  <a:pt x="2610540" y="4330513"/>
                  <a:pt x="2609547" y="4331088"/>
                  <a:pt x="2608709" y="4331088"/>
                </a:cubicBezTo>
                <a:lnTo>
                  <a:pt x="2587990" y="4331088"/>
                </a:lnTo>
                <a:cubicBezTo>
                  <a:pt x="2587205" y="4331088"/>
                  <a:pt x="2586211" y="4330513"/>
                  <a:pt x="2585792" y="4329780"/>
                </a:cubicBezTo>
                <a:lnTo>
                  <a:pt x="2575433" y="4311834"/>
                </a:lnTo>
                <a:cubicBezTo>
                  <a:pt x="2575014" y="4311101"/>
                  <a:pt x="2575014" y="4310003"/>
                  <a:pt x="2575433" y="4309270"/>
                </a:cubicBezTo>
                <a:lnTo>
                  <a:pt x="2585792" y="4291324"/>
                </a:lnTo>
                <a:cubicBezTo>
                  <a:pt x="2586159" y="4290644"/>
                  <a:pt x="2587153" y="4290068"/>
                  <a:pt x="2587990" y="4290068"/>
                </a:cubicBezTo>
                <a:close/>
                <a:moveTo>
                  <a:pt x="1926224" y="4289074"/>
                </a:moveTo>
                <a:lnTo>
                  <a:pt x="1947886" y="4289074"/>
                </a:lnTo>
                <a:cubicBezTo>
                  <a:pt x="1948723" y="4289074"/>
                  <a:pt x="1949769" y="4289702"/>
                  <a:pt x="1950188" y="4290434"/>
                </a:cubicBezTo>
                <a:lnTo>
                  <a:pt x="1961019" y="4309218"/>
                </a:lnTo>
                <a:cubicBezTo>
                  <a:pt x="1961437" y="4309951"/>
                  <a:pt x="1961437" y="4311154"/>
                  <a:pt x="1961019" y="4311887"/>
                </a:cubicBezTo>
                <a:lnTo>
                  <a:pt x="1950188" y="4330670"/>
                </a:lnTo>
                <a:cubicBezTo>
                  <a:pt x="1949769" y="4331455"/>
                  <a:pt x="1948723" y="4332030"/>
                  <a:pt x="1947886" y="4332030"/>
                </a:cubicBezTo>
                <a:lnTo>
                  <a:pt x="1926224" y="4332030"/>
                </a:lnTo>
                <a:cubicBezTo>
                  <a:pt x="1925387" y="4332030"/>
                  <a:pt x="1924341" y="4331402"/>
                  <a:pt x="1923922" y="4330670"/>
                </a:cubicBezTo>
                <a:lnTo>
                  <a:pt x="1913092" y="4311887"/>
                </a:lnTo>
                <a:cubicBezTo>
                  <a:pt x="1912673" y="4311154"/>
                  <a:pt x="1912673" y="4309951"/>
                  <a:pt x="1913092" y="4309218"/>
                </a:cubicBezTo>
                <a:lnTo>
                  <a:pt x="1923922" y="4290434"/>
                </a:lnTo>
                <a:cubicBezTo>
                  <a:pt x="1924341" y="4289650"/>
                  <a:pt x="1925387" y="4289074"/>
                  <a:pt x="1926224" y="4289074"/>
                </a:cubicBezTo>
                <a:close/>
                <a:moveTo>
                  <a:pt x="1760678" y="4288551"/>
                </a:moveTo>
                <a:lnTo>
                  <a:pt x="1782968" y="4288551"/>
                </a:lnTo>
                <a:cubicBezTo>
                  <a:pt x="1783857" y="4288551"/>
                  <a:pt x="1784956" y="4289126"/>
                  <a:pt x="1785374" y="4289911"/>
                </a:cubicBezTo>
                <a:lnTo>
                  <a:pt x="1796519" y="4309218"/>
                </a:lnTo>
                <a:cubicBezTo>
                  <a:pt x="1796937" y="4310003"/>
                  <a:pt x="1796937" y="4311206"/>
                  <a:pt x="1796519" y="4311991"/>
                </a:cubicBezTo>
                <a:lnTo>
                  <a:pt x="1785374" y="4331298"/>
                </a:lnTo>
                <a:cubicBezTo>
                  <a:pt x="1784903" y="4332030"/>
                  <a:pt x="1783857" y="4332658"/>
                  <a:pt x="1782968" y="4332658"/>
                </a:cubicBezTo>
                <a:lnTo>
                  <a:pt x="1760678" y="4332658"/>
                </a:lnTo>
                <a:cubicBezTo>
                  <a:pt x="1759789" y="4332658"/>
                  <a:pt x="1758690" y="4332083"/>
                  <a:pt x="1758272" y="4331298"/>
                </a:cubicBezTo>
                <a:lnTo>
                  <a:pt x="1747127" y="4311991"/>
                </a:lnTo>
                <a:cubicBezTo>
                  <a:pt x="1746708" y="4311206"/>
                  <a:pt x="1746708" y="4310003"/>
                  <a:pt x="1747127" y="4309218"/>
                </a:cubicBezTo>
                <a:lnTo>
                  <a:pt x="1758272" y="4289911"/>
                </a:lnTo>
                <a:cubicBezTo>
                  <a:pt x="1758743" y="4289179"/>
                  <a:pt x="1759789" y="4288551"/>
                  <a:pt x="1760678" y="4288551"/>
                </a:cubicBezTo>
                <a:close/>
                <a:moveTo>
                  <a:pt x="2504327" y="4288028"/>
                </a:moveTo>
                <a:lnTo>
                  <a:pt x="2527140" y="4288028"/>
                </a:lnTo>
                <a:cubicBezTo>
                  <a:pt x="2528081" y="4288028"/>
                  <a:pt x="2529128" y="4288656"/>
                  <a:pt x="2529599" y="4289440"/>
                </a:cubicBezTo>
                <a:lnTo>
                  <a:pt x="2541005" y="4309166"/>
                </a:lnTo>
                <a:cubicBezTo>
                  <a:pt x="2541476" y="4309951"/>
                  <a:pt x="2541476" y="4311206"/>
                  <a:pt x="2541005" y="4311991"/>
                </a:cubicBezTo>
                <a:lnTo>
                  <a:pt x="2529599" y="4331717"/>
                </a:lnTo>
                <a:cubicBezTo>
                  <a:pt x="2529128" y="4332501"/>
                  <a:pt x="2528029" y="4333129"/>
                  <a:pt x="2527140" y="4333129"/>
                </a:cubicBezTo>
                <a:lnTo>
                  <a:pt x="2504327" y="4333129"/>
                </a:lnTo>
                <a:cubicBezTo>
                  <a:pt x="2503385" y="4333129"/>
                  <a:pt x="2502339" y="4332501"/>
                  <a:pt x="2501868" y="4331717"/>
                </a:cubicBezTo>
                <a:lnTo>
                  <a:pt x="2490462" y="4311991"/>
                </a:lnTo>
                <a:cubicBezTo>
                  <a:pt x="2489991" y="4311206"/>
                  <a:pt x="2489991" y="4309951"/>
                  <a:pt x="2490462" y="4309166"/>
                </a:cubicBezTo>
                <a:lnTo>
                  <a:pt x="2501868" y="4289440"/>
                </a:lnTo>
                <a:cubicBezTo>
                  <a:pt x="2502339" y="4288656"/>
                  <a:pt x="2503438" y="4288028"/>
                  <a:pt x="2504327" y="4288028"/>
                </a:cubicBezTo>
                <a:close/>
                <a:moveTo>
                  <a:pt x="1842928" y="4287766"/>
                </a:moveTo>
                <a:lnTo>
                  <a:pt x="1865950" y="4287766"/>
                </a:lnTo>
                <a:cubicBezTo>
                  <a:pt x="1866839" y="4287766"/>
                  <a:pt x="1867938" y="4288394"/>
                  <a:pt x="1868409" y="4289179"/>
                </a:cubicBezTo>
                <a:lnTo>
                  <a:pt x="1879920" y="4309113"/>
                </a:lnTo>
                <a:cubicBezTo>
                  <a:pt x="1880391" y="4309898"/>
                  <a:pt x="1880391" y="4311154"/>
                  <a:pt x="1879920" y="4311939"/>
                </a:cubicBezTo>
                <a:lnTo>
                  <a:pt x="1868409" y="4331873"/>
                </a:lnTo>
                <a:cubicBezTo>
                  <a:pt x="1867938" y="4332658"/>
                  <a:pt x="1866839" y="4333286"/>
                  <a:pt x="1865950" y="4333286"/>
                </a:cubicBezTo>
                <a:lnTo>
                  <a:pt x="1842928" y="4333286"/>
                </a:lnTo>
                <a:cubicBezTo>
                  <a:pt x="1842039" y="4333286"/>
                  <a:pt x="1840940" y="4332658"/>
                  <a:pt x="1840469" y="4331873"/>
                </a:cubicBezTo>
                <a:lnTo>
                  <a:pt x="1828958" y="4311939"/>
                </a:lnTo>
                <a:cubicBezTo>
                  <a:pt x="1828487" y="4311154"/>
                  <a:pt x="1828487" y="4309898"/>
                  <a:pt x="1828958" y="4309113"/>
                </a:cubicBezTo>
                <a:lnTo>
                  <a:pt x="1840469" y="4289179"/>
                </a:lnTo>
                <a:cubicBezTo>
                  <a:pt x="1840940" y="4288394"/>
                  <a:pt x="1842039" y="4287766"/>
                  <a:pt x="1842928" y="4287766"/>
                </a:cubicBezTo>
                <a:close/>
                <a:moveTo>
                  <a:pt x="2007532" y="4286354"/>
                </a:moveTo>
                <a:lnTo>
                  <a:pt x="2031967" y="4286354"/>
                </a:lnTo>
                <a:cubicBezTo>
                  <a:pt x="2032909" y="4286354"/>
                  <a:pt x="2034112" y="4287034"/>
                  <a:pt x="2034583" y="4287871"/>
                </a:cubicBezTo>
                <a:lnTo>
                  <a:pt x="2046826" y="4309061"/>
                </a:lnTo>
                <a:cubicBezTo>
                  <a:pt x="2047297" y="4309899"/>
                  <a:pt x="2047297" y="4311259"/>
                  <a:pt x="2046826" y="4312096"/>
                </a:cubicBezTo>
                <a:lnTo>
                  <a:pt x="2034583" y="4333286"/>
                </a:lnTo>
                <a:cubicBezTo>
                  <a:pt x="2034112" y="4334124"/>
                  <a:pt x="2032909" y="4334804"/>
                  <a:pt x="2031967" y="4334804"/>
                </a:cubicBezTo>
                <a:lnTo>
                  <a:pt x="2007532" y="4334804"/>
                </a:lnTo>
                <a:cubicBezTo>
                  <a:pt x="2006591" y="4334804"/>
                  <a:pt x="2005387" y="4334124"/>
                  <a:pt x="2004916" y="4333286"/>
                </a:cubicBezTo>
                <a:lnTo>
                  <a:pt x="1992673" y="4312096"/>
                </a:lnTo>
                <a:cubicBezTo>
                  <a:pt x="1992202" y="4311259"/>
                  <a:pt x="1992202" y="4309899"/>
                  <a:pt x="1992673" y="4309061"/>
                </a:cubicBezTo>
                <a:lnTo>
                  <a:pt x="2004916" y="4287871"/>
                </a:lnTo>
                <a:cubicBezTo>
                  <a:pt x="2005387" y="4287034"/>
                  <a:pt x="2006591" y="4286354"/>
                  <a:pt x="2007532" y="4286354"/>
                </a:cubicBezTo>
                <a:close/>
                <a:moveTo>
                  <a:pt x="2172451" y="4285569"/>
                </a:moveTo>
                <a:lnTo>
                  <a:pt x="2197723" y="4285569"/>
                </a:lnTo>
                <a:cubicBezTo>
                  <a:pt x="2198716" y="4285569"/>
                  <a:pt x="2199920" y="4286302"/>
                  <a:pt x="2200443" y="4287139"/>
                </a:cubicBezTo>
                <a:lnTo>
                  <a:pt x="2213052" y="4309009"/>
                </a:lnTo>
                <a:cubicBezTo>
                  <a:pt x="2213576" y="4309899"/>
                  <a:pt x="2213576" y="4311311"/>
                  <a:pt x="2213052" y="4312149"/>
                </a:cubicBezTo>
                <a:lnTo>
                  <a:pt x="2200443" y="4334019"/>
                </a:lnTo>
                <a:cubicBezTo>
                  <a:pt x="2199920" y="4334908"/>
                  <a:pt x="2198716" y="4335589"/>
                  <a:pt x="2197723" y="4335589"/>
                </a:cubicBezTo>
                <a:lnTo>
                  <a:pt x="2172451" y="4335589"/>
                </a:lnTo>
                <a:cubicBezTo>
                  <a:pt x="2171457" y="4335589"/>
                  <a:pt x="2170254" y="4334856"/>
                  <a:pt x="2169730" y="4334019"/>
                </a:cubicBezTo>
                <a:lnTo>
                  <a:pt x="2157121" y="4312149"/>
                </a:lnTo>
                <a:cubicBezTo>
                  <a:pt x="2156597" y="4311259"/>
                  <a:pt x="2156597" y="4309846"/>
                  <a:pt x="2157121" y="4309009"/>
                </a:cubicBezTo>
                <a:lnTo>
                  <a:pt x="2169730" y="4287139"/>
                </a:lnTo>
                <a:cubicBezTo>
                  <a:pt x="2170254" y="4286249"/>
                  <a:pt x="2171457" y="4285569"/>
                  <a:pt x="2172451" y="4285569"/>
                </a:cubicBezTo>
                <a:close/>
                <a:moveTo>
                  <a:pt x="2088526" y="4283057"/>
                </a:moveTo>
                <a:lnTo>
                  <a:pt x="2116309" y="4283057"/>
                </a:lnTo>
                <a:cubicBezTo>
                  <a:pt x="2117407" y="4283057"/>
                  <a:pt x="2118768" y="4283842"/>
                  <a:pt x="2119292" y="4284783"/>
                </a:cubicBezTo>
                <a:lnTo>
                  <a:pt x="2133156" y="4308852"/>
                </a:lnTo>
                <a:cubicBezTo>
                  <a:pt x="2133680" y="4309793"/>
                  <a:pt x="2133680" y="4311363"/>
                  <a:pt x="2133156" y="4312305"/>
                </a:cubicBezTo>
                <a:lnTo>
                  <a:pt x="2119292" y="4336373"/>
                </a:lnTo>
                <a:cubicBezTo>
                  <a:pt x="2118716" y="4337315"/>
                  <a:pt x="2117407" y="4338099"/>
                  <a:pt x="2116309" y="4338099"/>
                </a:cubicBezTo>
                <a:lnTo>
                  <a:pt x="2088526" y="4338099"/>
                </a:lnTo>
                <a:cubicBezTo>
                  <a:pt x="2087427" y="4338099"/>
                  <a:pt x="2086067" y="4337315"/>
                  <a:pt x="2085544" y="4336373"/>
                </a:cubicBezTo>
                <a:lnTo>
                  <a:pt x="2071678" y="4312305"/>
                </a:lnTo>
                <a:cubicBezTo>
                  <a:pt x="2071155" y="4311363"/>
                  <a:pt x="2071155" y="4309793"/>
                  <a:pt x="2071678" y="4308852"/>
                </a:cubicBezTo>
                <a:lnTo>
                  <a:pt x="2085544" y="4284783"/>
                </a:lnTo>
                <a:cubicBezTo>
                  <a:pt x="2086119" y="4283842"/>
                  <a:pt x="2087427" y="4283057"/>
                  <a:pt x="2088526" y="4283057"/>
                </a:cubicBezTo>
                <a:close/>
                <a:moveTo>
                  <a:pt x="2253601" y="4282639"/>
                </a:moveTo>
                <a:lnTo>
                  <a:pt x="2281855" y="4282639"/>
                </a:lnTo>
                <a:cubicBezTo>
                  <a:pt x="2282954" y="4282639"/>
                  <a:pt x="2284314" y="4283424"/>
                  <a:pt x="2284890" y="4284366"/>
                </a:cubicBezTo>
                <a:lnTo>
                  <a:pt x="2299017" y="4308800"/>
                </a:lnTo>
                <a:cubicBezTo>
                  <a:pt x="2299592" y="4309794"/>
                  <a:pt x="2299592" y="4311364"/>
                  <a:pt x="2299017" y="4312305"/>
                </a:cubicBezTo>
                <a:lnTo>
                  <a:pt x="2284890" y="4336740"/>
                </a:lnTo>
                <a:cubicBezTo>
                  <a:pt x="2284314" y="4337682"/>
                  <a:pt x="2282954" y="4338466"/>
                  <a:pt x="2281855" y="4338466"/>
                </a:cubicBezTo>
                <a:lnTo>
                  <a:pt x="2253601" y="4338466"/>
                </a:lnTo>
                <a:cubicBezTo>
                  <a:pt x="2252503" y="4338466"/>
                  <a:pt x="2251142" y="4337682"/>
                  <a:pt x="2250567" y="4336740"/>
                </a:cubicBezTo>
                <a:lnTo>
                  <a:pt x="2236440" y="4312305"/>
                </a:lnTo>
                <a:cubicBezTo>
                  <a:pt x="2235864" y="4311311"/>
                  <a:pt x="2235864" y="4309742"/>
                  <a:pt x="2236440" y="4308800"/>
                </a:cubicBezTo>
                <a:lnTo>
                  <a:pt x="2250567" y="4284366"/>
                </a:lnTo>
                <a:cubicBezTo>
                  <a:pt x="2251142" y="4283424"/>
                  <a:pt x="2252503" y="4282639"/>
                  <a:pt x="2253601" y="4282639"/>
                </a:cubicBezTo>
                <a:close/>
                <a:moveTo>
                  <a:pt x="2336218" y="4282482"/>
                </a:moveTo>
                <a:lnTo>
                  <a:pt x="2364576" y="4282482"/>
                </a:lnTo>
                <a:cubicBezTo>
                  <a:pt x="2365675" y="4282482"/>
                  <a:pt x="2367035" y="4283267"/>
                  <a:pt x="2367611" y="4284261"/>
                </a:cubicBezTo>
                <a:lnTo>
                  <a:pt x="2381790" y="4308800"/>
                </a:lnTo>
                <a:cubicBezTo>
                  <a:pt x="2382365" y="4309794"/>
                  <a:pt x="2382365" y="4311311"/>
                  <a:pt x="2381790" y="4312305"/>
                </a:cubicBezTo>
                <a:lnTo>
                  <a:pt x="2367611" y="4336844"/>
                </a:lnTo>
                <a:cubicBezTo>
                  <a:pt x="2367035" y="4337786"/>
                  <a:pt x="2365675" y="4338571"/>
                  <a:pt x="2364576" y="4338571"/>
                </a:cubicBezTo>
                <a:lnTo>
                  <a:pt x="2336218" y="4338571"/>
                </a:lnTo>
                <a:cubicBezTo>
                  <a:pt x="2335119" y="4338571"/>
                  <a:pt x="2333759" y="4337838"/>
                  <a:pt x="2333183" y="4336844"/>
                </a:cubicBezTo>
                <a:lnTo>
                  <a:pt x="2319004" y="4312305"/>
                </a:lnTo>
                <a:cubicBezTo>
                  <a:pt x="2318428" y="4311311"/>
                  <a:pt x="2318428" y="4309794"/>
                  <a:pt x="2319004" y="4308800"/>
                </a:cubicBezTo>
                <a:lnTo>
                  <a:pt x="2333183" y="4284261"/>
                </a:lnTo>
                <a:cubicBezTo>
                  <a:pt x="2333759" y="4283267"/>
                  <a:pt x="2335119" y="4282482"/>
                  <a:pt x="2336218" y="4282482"/>
                </a:cubicBezTo>
                <a:close/>
                <a:moveTo>
                  <a:pt x="2418677" y="4282116"/>
                </a:moveTo>
                <a:lnTo>
                  <a:pt x="2447401" y="4282116"/>
                </a:lnTo>
                <a:cubicBezTo>
                  <a:pt x="2448552" y="4282116"/>
                  <a:pt x="2449912" y="4282901"/>
                  <a:pt x="2450488" y="4283895"/>
                </a:cubicBezTo>
                <a:lnTo>
                  <a:pt x="2464876" y="4308800"/>
                </a:lnTo>
                <a:cubicBezTo>
                  <a:pt x="2465452" y="4309794"/>
                  <a:pt x="2465452" y="4311364"/>
                  <a:pt x="2464876" y="4312358"/>
                </a:cubicBezTo>
                <a:lnTo>
                  <a:pt x="2450488" y="4337263"/>
                </a:lnTo>
                <a:cubicBezTo>
                  <a:pt x="2449912" y="4338257"/>
                  <a:pt x="2448552" y="4339042"/>
                  <a:pt x="2447401" y="4339042"/>
                </a:cubicBezTo>
                <a:lnTo>
                  <a:pt x="2418677" y="4339042"/>
                </a:lnTo>
                <a:cubicBezTo>
                  <a:pt x="2417526" y="4339042"/>
                  <a:pt x="2416165" y="4338257"/>
                  <a:pt x="2415589" y="4337263"/>
                </a:cubicBezTo>
                <a:lnTo>
                  <a:pt x="2401201" y="4312358"/>
                </a:lnTo>
                <a:cubicBezTo>
                  <a:pt x="2400625" y="4311364"/>
                  <a:pt x="2400625" y="4309794"/>
                  <a:pt x="2401201" y="4308800"/>
                </a:cubicBezTo>
                <a:lnTo>
                  <a:pt x="2415589" y="4283895"/>
                </a:lnTo>
                <a:cubicBezTo>
                  <a:pt x="2416165" y="4282901"/>
                  <a:pt x="2417526" y="4282116"/>
                  <a:pt x="2418677" y="4282116"/>
                </a:cubicBezTo>
                <a:close/>
                <a:moveTo>
                  <a:pt x="2758453" y="4217655"/>
                </a:moveTo>
                <a:lnTo>
                  <a:pt x="2768865" y="4217655"/>
                </a:lnTo>
                <a:cubicBezTo>
                  <a:pt x="2769284" y="4217655"/>
                  <a:pt x="2769755" y="4217917"/>
                  <a:pt x="2769965" y="4218283"/>
                </a:cubicBezTo>
                <a:lnTo>
                  <a:pt x="2775144" y="4227282"/>
                </a:lnTo>
                <a:cubicBezTo>
                  <a:pt x="2775353" y="4227648"/>
                  <a:pt x="2775353" y="4228224"/>
                  <a:pt x="2775144" y="4228590"/>
                </a:cubicBezTo>
                <a:lnTo>
                  <a:pt x="2769965" y="4237590"/>
                </a:lnTo>
                <a:cubicBezTo>
                  <a:pt x="2769755" y="4237903"/>
                  <a:pt x="2769284" y="4238217"/>
                  <a:pt x="2768865" y="4238217"/>
                </a:cubicBezTo>
                <a:lnTo>
                  <a:pt x="2758453" y="4238217"/>
                </a:lnTo>
                <a:cubicBezTo>
                  <a:pt x="2758035" y="4238217"/>
                  <a:pt x="2757564" y="4237956"/>
                  <a:pt x="2757355" y="4237590"/>
                </a:cubicBezTo>
                <a:lnTo>
                  <a:pt x="2752175" y="4228590"/>
                </a:lnTo>
                <a:cubicBezTo>
                  <a:pt x="2751966" y="4228224"/>
                  <a:pt x="2751966" y="4227648"/>
                  <a:pt x="2752175" y="4227282"/>
                </a:cubicBezTo>
                <a:lnTo>
                  <a:pt x="2757355" y="4218283"/>
                </a:lnTo>
                <a:cubicBezTo>
                  <a:pt x="2757564" y="4217917"/>
                  <a:pt x="2758035" y="4217655"/>
                  <a:pt x="2758453" y="4217655"/>
                </a:cubicBezTo>
                <a:close/>
                <a:moveTo>
                  <a:pt x="938338" y="4214359"/>
                </a:moveTo>
                <a:lnTo>
                  <a:pt x="952046" y="4214359"/>
                </a:lnTo>
                <a:cubicBezTo>
                  <a:pt x="952570" y="4214359"/>
                  <a:pt x="953250" y="4214725"/>
                  <a:pt x="953512" y="4215196"/>
                </a:cubicBezTo>
                <a:lnTo>
                  <a:pt x="960366" y="4227073"/>
                </a:lnTo>
                <a:cubicBezTo>
                  <a:pt x="960627" y="4227544"/>
                  <a:pt x="960627" y="4228276"/>
                  <a:pt x="960366" y="4228747"/>
                </a:cubicBezTo>
                <a:lnTo>
                  <a:pt x="953512" y="4240625"/>
                </a:lnTo>
                <a:cubicBezTo>
                  <a:pt x="953250" y="4241095"/>
                  <a:pt x="952570" y="4241462"/>
                  <a:pt x="952046" y="4241462"/>
                </a:cubicBezTo>
                <a:lnTo>
                  <a:pt x="938338" y="4241462"/>
                </a:lnTo>
                <a:cubicBezTo>
                  <a:pt x="937815" y="4241462"/>
                  <a:pt x="937135" y="4241095"/>
                  <a:pt x="936873" y="4240625"/>
                </a:cubicBezTo>
                <a:lnTo>
                  <a:pt x="930019" y="4228747"/>
                </a:lnTo>
                <a:cubicBezTo>
                  <a:pt x="929758" y="4228276"/>
                  <a:pt x="929758" y="4227544"/>
                  <a:pt x="930019" y="4227073"/>
                </a:cubicBezTo>
                <a:lnTo>
                  <a:pt x="936873" y="4215196"/>
                </a:lnTo>
                <a:cubicBezTo>
                  <a:pt x="937135" y="4214725"/>
                  <a:pt x="937815" y="4214359"/>
                  <a:pt x="938338" y="4214359"/>
                </a:cubicBezTo>
                <a:close/>
                <a:moveTo>
                  <a:pt x="855460" y="4213940"/>
                </a:moveTo>
                <a:lnTo>
                  <a:pt x="869587" y="4213940"/>
                </a:lnTo>
                <a:cubicBezTo>
                  <a:pt x="870162" y="4213940"/>
                  <a:pt x="870843" y="4214359"/>
                  <a:pt x="871104" y="4214829"/>
                </a:cubicBezTo>
                <a:lnTo>
                  <a:pt x="878167" y="4227073"/>
                </a:lnTo>
                <a:cubicBezTo>
                  <a:pt x="878429" y="4227544"/>
                  <a:pt x="878429" y="4228328"/>
                  <a:pt x="878167" y="4228800"/>
                </a:cubicBezTo>
                <a:lnTo>
                  <a:pt x="871104" y="4241043"/>
                </a:lnTo>
                <a:cubicBezTo>
                  <a:pt x="870843" y="4241566"/>
                  <a:pt x="870162" y="4241932"/>
                  <a:pt x="869587" y="4241932"/>
                </a:cubicBezTo>
                <a:lnTo>
                  <a:pt x="855460" y="4241932"/>
                </a:lnTo>
                <a:cubicBezTo>
                  <a:pt x="854885" y="4241932"/>
                  <a:pt x="854204" y="4241514"/>
                  <a:pt x="853942" y="4241043"/>
                </a:cubicBezTo>
                <a:lnTo>
                  <a:pt x="846879" y="4228800"/>
                </a:lnTo>
                <a:cubicBezTo>
                  <a:pt x="846618" y="4228328"/>
                  <a:pt x="846618" y="4227544"/>
                  <a:pt x="846879" y="4227073"/>
                </a:cubicBezTo>
                <a:lnTo>
                  <a:pt x="853942" y="4214829"/>
                </a:lnTo>
                <a:cubicBezTo>
                  <a:pt x="854204" y="4214306"/>
                  <a:pt x="854885" y="4213940"/>
                  <a:pt x="855460" y="4213940"/>
                </a:cubicBezTo>
                <a:close/>
                <a:moveTo>
                  <a:pt x="1103413" y="4213835"/>
                </a:moveTo>
                <a:lnTo>
                  <a:pt x="1117645" y="4213835"/>
                </a:lnTo>
                <a:cubicBezTo>
                  <a:pt x="1118220" y="4213835"/>
                  <a:pt x="1118900" y="4214254"/>
                  <a:pt x="1119162" y="4214725"/>
                </a:cubicBezTo>
                <a:lnTo>
                  <a:pt x="1126278" y="4227020"/>
                </a:lnTo>
                <a:cubicBezTo>
                  <a:pt x="1126539" y="4227544"/>
                  <a:pt x="1126539" y="4228328"/>
                  <a:pt x="1126278" y="4228799"/>
                </a:cubicBezTo>
                <a:lnTo>
                  <a:pt x="1119162" y="4241095"/>
                </a:lnTo>
                <a:cubicBezTo>
                  <a:pt x="1118900" y="4241566"/>
                  <a:pt x="1118220" y="4241984"/>
                  <a:pt x="1117645" y="4241984"/>
                </a:cubicBezTo>
                <a:lnTo>
                  <a:pt x="1103413" y="4241984"/>
                </a:lnTo>
                <a:cubicBezTo>
                  <a:pt x="1102838" y="4241984"/>
                  <a:pt x="1102157" y="4241566"/>
                  <a:pt x="1101896" y="4241095"/>
                </a:cubicBezTo>
                <a:lnTo>
                  <a:pt x="1094780" y="4228799"/>
                </a:lnTo>
                <a:cubicBezTo>
                  <a:pt x="1094519" y="4228276"/>
                  <a:pt x="1094519" y="4227491"/>
                  <a:pt x="1094780" y="4227020"/>
                </a:cubicBezTo>
                <a:lnTo>
                  <a:pt x="1101896" y="4214725"/>
                </a:lnTo>
                <a:cubicBezTo>
                  <a:pt x="1102157" y="4214254"/>
                  <a:pt x="1102838" y="4213835"/>
                  <a:pt x="1103413" y="4213835"/>
                </a:cubicBezTo>
                <a:close/>
                <a:moveTo>
                  <a:pt x="1020744" y="4213835"/>
                </a:moveTo>
                <a:lnTo>
                  <a:pt x="1034976" y="4213835"/>
                </a:lnTo>
                <a:cubicBezTo>
                  <a:pt x="1035551" y="4213835"/>
                  <a:pt x="1036231" y="4214254"/>
                  <a:pt x="1036493" y="4214725"/>
                </a:cubicBezTo>
                <a:lnTo>
                  <a:pt x="1043609" y="4227020"/>
                </a:lnTo>
                <a:cubicBezTo>
                  <a:pt x="1043870" y="4227544"/>
                  <a:pt x="1043870" y="4228328"/>
                  <a:pt x="1043609" y="4228799"/>
                </a:cubicBezTo>
                <a:lnTo>
                  <a:pt x="1036493" y="4241095"/>
                </a:lnTo>
                <a:cubicBezTo>
                  <a:pt x="1036231" y="4241566"/>
                  <a:pt x="1035551" y="4241984"/>
                  <a:pt x="1034976" y="4241984"/>
                </a:cubicBezTo>
                <a:lnTo>
                  <a:pt x="1020744" y="4241984"/>
                </a:lnTo>
                <a:cubicBezTo>
                  <a:pt x="1020169" y="4241984"/>
                  <a:pt x="1019488" y="4241566"/>
                  <a:pt x="1019227" y="4241095"/>
                </a:cubicBezTo>
                <a:lnTo>
                  <a:pt x="1012111" y="4228799"/>
                </a:lnTo>
                <a:cubicBezTo>
                  <a:pt x="1011850" y="4228276"/>
                  <a:pt x="1011850" y="4227491"/>
                  <a:pt x="1012111" y="4227020"/>
                </a:cubicBezTo>
                <a:lnTo>
                  <a:pt x="1019227" y="4214725"/>
                </a:lnTo>
                <a:cubicBezTo>
                  <a:pt x="1019488" y="4214254"/>
                  <a:pt x="1020169" y="4213835"/>
                  <a:pt x="1020744" y="4213835"/>
                </a:cubicBezTo>
                <a:close/>
                <a:moveTo>
                  <a:pt x="1185505" y="4212789"/>
                </a:moveTo>
                <a:lnTo>
                  <a:pt x="1200783" y="4212789"/>
                </a:lnTo>
                <a:cubicBezTo>
                  <a:pt x="1201359" y="4212789"/>
                  <a:pt x="1202091" y="4213207"/>
                  <a:pt x="1202405" y="4213731"/>
                </a:cubicBezTo>
                <a:lnTo>
                  <a:pt x="1210044" y="4226968"/>
                </a:lnTo>
                <a:cubicBezTo>
                  <a:pt x="1210358" y="4227491"/>
                  <a:pt x="1210358" y="4228328"/>
                  <a:pt x="1210044" y="4228852"/>
                </a:cubicBezTo>
                <a:lnTo>
                  <a:pt x="1202405" y="4242089"/>
                </a:lnTo>
                <a:cubicBezTo>
                  <a:pt x="1202144" y="4242612"/>
                  <a:pt x="1201411" y="4243031"/>
                  <a:pt x="1200783" y="4243031"/>
                </a:cubicBezTo>
                <a:lnTo>
                  <a:pt x="1185505" y="4243031"/>
                </a:lnTo>
                <a:cubicBezTo>
                  <a:pt x="1184930" y="4243031"/>
                  <a:pt x="1184197" y="4242612"/>
                  <a:pt x="1183884" y="4242089"/>
                </a:cubicBezTo>
                <a:lnTo>
                  <a:pt x="1176244" y="4228852"/>
                </a:lnTo>
                <a:cubicBezTo>
                  <a:pt x="1175931" y="4228328"/>
                  <a:pt x="1175931" y="4227491"/>
                  <a:pt x="1176244" y="4226968"/>
                </a:cubicBezTo>
                <a:lnTo>
                  <a:pt x="1183884" y="4213731"/>
                </a:lnTo>
                <a:cubicBezTo>
                  <a:pt x="1184145" y="4213207"/>
                  <a:pt x="1184877" y="4212789"/>
                  <a:pt x="1185505" y="4212789"/>
                </a:cubicBezTo>
                <a:close/>
                <a:moveTo>
                  <a:pt x="1267075" y="4210539"/>
                </a:moveTo>
                <a:lnTo>
                  <a:pt x="1284603" y="4210539"/>
                </a:lnTo>
                <a:cubicBezTo>
                  <a:pt x="1285283" y="4210539"/>
                  <a:pt x="1286120" y="4211062"/>
                  <a:pt x="1286487" y="4211638"/>
                </a:cubicBezTo>
                <a:lnTo>
                  <a:pt x="1295277" y="4226811"/>
                </a:lnTo>
                <a:cubicBezTo>
                  <a:pt x="1295643" y="4227386"/>
                  <a:pt x="1295643" y="4228381"/>
                  <a:pt x="1295277" y="4228956"/>
                </a:cubicBezTo>
                <a:lnTo>
                  <a:pt x="1286487" y="4244129"/>
                </a:lnTo>
                <a:cubicBezTo>
                  <a:pt x="1286120" y="4244757"/>
                  <a:pt x="1285283" y="4245228"/>
                  <a:pt x="1284603" y="4245228"/>
                </a:cubicBezTo>
                <a:lnTo>
                  <a:pt x="1267075" y="4245228"/>
                </a:lnTo>
                <a:cubicBezTo>
                  <a:pt x="1266395" y="4245228"/>
                  <a:pt x="1265558" y="4244705"/>
                  <a:pt x="1265192" y="4244129"/>
                </a:cubicBezTo>
                <a:lnTo>
                  <a:pt x="1256402" y="4228956"/>
                </a:lnTo>
                <a:cubicBezTo>
                  <a:pt x="1256035" y="4228381"/>
                  <a:pt x="1256035" y="4227386"/>
                  <a:pt x="1256402" y="4226811"/>
                </a:cubicBezTo>
                <a:lnTo>
                  <a:pt x="1265192" y="4211638"/>
                </a:lnTo>
                <a:cubicBezTo>
                  <a:pt x="1265558" y="4211010"/>
                  <a:pt x="1266395" y="4210539"/>
                  <a:pt x="1267075" y="4210539"/>
                </a:cubicBezTo>
                <a:close/>
                <a:moveTo>
                  <a:pt x="1432308" y="4210382"/>
                </a:moveTo>
                <a:lnTo>
                  <a:pt x="1449992" y="4210382"/>
                </a:lnTo>
                <a:cubicBezTo>
                  <a:pt x="1450673" y="4210382"/>
                  <a:pt x="1451510" y="4210853"/>
                  <a:pt x="1451876" y="4211481"/>
                </a:cubicBezTo>
                <a:lnTo>
                  <a:pt x="1460718" y="4226811"/>
                </a:lnTo>
                <a:cubicBezTo>
                  <a:pt x="1461085" y="4227439"/>
                  <a:pt x="1461085" y="4228381"/>
                  <a:pt x="1460718" y="4229009"/>
                </a:cubicBezTo>
                <a:lnTo>
                  <a:pt x="1451876" y="4244339"/>
                </a:lnTo>
                <a:cubicBezTo>
                  <a:pt x="1451562" y="4244967"/>
                  <a:pt x="1450673" y="4245438"/>
                  <a:pt x="1449992" y="4245438"/>
                </a:cubicBezTo>
                <a:lnTo>
                  <a:pt x="1432308" y="4245438"/>
                </a:lnTo>
                <a:cubicBezTo>
                  <a:pt x="1431627" y="4245438"/>
                  <a:pt x="1430790" y="4244967"/>
                  <a:pt x="1430424" y="4244339"/>
                </a:cubicBezTo>
                <a:lnTo>
                  <a:pt x="1421582" y="4229009"/>
                </a:lnTo>
                <a:cubicBezTo>
                  <a:pt x="1421215" y="4228381"/>
                  <a:pt x="1421215" y="4227439"/>
                  <a:pt x="1421582" y="4226811"/>
                </a:cubicBezTo>
                <a:lnTo>
                  <a:pt x="1430424" y="4211481"/>
                </a:lnTo>
                <a:cubicBezTo>
                  <a:pt x="1430738" y="4210853"/>
                  <a:pt x="1431627" y="4210382"/>
                  <a:pt x="1432308" y="4210382"/>
                </a:cubicBezTo>
                <a:close/>
                <a:moveTo>
                  <a:pt x="1513929" y="4208446"/>
                </a:moveTo>
                <a:lnTo>
                  <a:pt x="1533654" y="4208446"/>
                </a:lnTo>
                <a:cubicBezTo>
                  <a:pt x="1534387" y="4208446"/>
                  <a:pt x="1535381" y="4208969"/>
                  <a:pt x="1535747" y="4209649"/>
                </a:cubicBezTo>
                <a:lnTo>
                  <a:pt x="1545583" y="4226706"/>
                </a:lnTo>
                <a:cubicBezTo>
                  <a:pt x="1545950" y="4227386"/>
                  <a:pt x="1545950" y="4228485"/>
                  <a:pt x="1545583" y="4229166"/>
                </a:cubicBezTo>
                <a:lnTo>
                  <a:pt x="1535747" y="4246222"/>
                </a:lnTo>
                <a:cubicBezTo>
                  <a:pt x="1535381" y="4246902"/>
                  <a:pt x="1534439" y="4247426"/>
                  <a:pt x="1533654" y="4247426"/>
                </a:cubicBezTo>
                <a:lnTo>
                  <a:pt x="1513929" y="4247426"/>
                </a:lnTo>
                <a:cubicBezTo>
                  <a:pt x="1513196" y="4247426"/>
                  <a:pt x="1512203" y="4246902"/>
                  <a:pt x="1511836" y="4246222"/>
                </a:cubicBezTo>
                <a:lnTo>
                  <a:pt x="1502000" y="4229166"/>
                </a:lnTo>
                <a:cubicBezTo>
                  <a:pt x="1501633" y="4228485"/>
                  <a:pt x="1501633" y="4227386"/>
                  <a:pt x="1502000" y="4226706"/>
                </a:cubicBezTo>
                <a:lnTo>
                  <a:pt x="1511836" y="4209649"/>
                </a:lnTo>
                <a:cubicBezTo>
                  <a:pt x="1512203" y="4208969"/>
                  <a:pt x="1513144" y="4208446"/>
                  <a:pt x="1513929" y="4208446"/>
                </a:cubicBezTo>
                <a:close/>
                <a:moveTo>
                  <a:pt x="1348279" y="4207662"/>
                </a:moveTo>
                <a:lnTo>
                  <a:pt x="1368736" y="4207662"/>
                </a:lnTo>
                <a:cubicBezTo>
                  <a:pt x="1369574" y="4207662"/>
                  <a:pt x="1370515" y="4208238"/>
                  <a:pt x="1370934" y="4208918"/>
                </a:cubicBezTo>
                <a:lnTo>
                  <a:pt x="1381189" y="4226655"/>
                </a:lnTo>
                <a:cubicBezTo>
                  <a:pt x="1381608" y="4227335"/>
                  <a:pt x="1381608" y="4228486"/>
                  <a:pt x="1381189" y="4229166"/>
                </a:cubicBezTo>
                <a:lnTo>
                  <a:pt x="1370934" y="4246903"/>
                </a:lnTo>
                <a:cubicBezTo>
                  <a:pt x="1370515" y="4247584"/>
                  <a:pt x="1369521" y="4248159"/>
                  <a:pt x="1368736" y="4248159"/>
                </a:cubicBezTo>
                <a:lnTo>
                  <a:pt x="1348279" y="4248159"/>
                </a:lnTo>
                <a:cubicBezTo>
                  <a:pt x="1347441" y="4248159"/>
                  <a:pt x="1346500" y="4247584"/>
                  <a:pt x="1346081" y="4246903"/>
                </a:cubicBezTo>
                <a:lnTo>
                  <a:pt x="1335826" y="4229166"/>
                </a:lnTo>
                <a:cubicBezTo>
                  <a:pt x="1335407" y="4228486"/>
                  <a:pt x="1335407" y="4227335"/>
                  <a:pt x="1335826" y="4226655"/>
                </a:cubicBezTo>
                <a:lnTo>
                  <a:pt x="1346081" y="4208918"/>
                </a:lnTo>
                <a:cubicBezTo>
                  <a:pt x="1346500" y="4208238"/>
                  <a:pt x="1347494" y="4207662"/>
                  <a:pt x="1348279" y="4207662"/>
                </a:cubicBezTo>
                <a:close/>
                <a:moveTo>
                  <a:pt x="1761464" y="4207505"/>
                </a:moveTo>
                <a:lnTo>
                  <a:pt x="1782078" y="4207505"/>
                </a:lnTo>
                <a:cubicBezTo>
                  <a:pt x="1782863" y="4207505"/>
                  <a:pt x="1783858" y="4208080"/>
                  <a:pt x="1784276" y="4208761"/>
                </a:cubicBezTo>
                <a:lnTo>
                  <a:pt x="1794583" y="4226602"/>
                </a:lnTo>
                <a:cubicBezTo>
                  <a:pt x="1795002" y="4227335"/>
                  <a:pt x="1795002" y="4228486"/>
                  <a:pt x="1794583" y="4229166"/>
                </a:cubicBezTo>
                <a:lnTo>
                  <a:pt x="1784276" y="4247008"/>
                </a:lnTo>
                <a:cubicBezTo>
                  <a:pt x="1783858" y="4247688"/>
                  <a:pt x="1782916" y="4248264"/>
                  <a:pt x="1782078" y="4248264"/>
                </a:cubicBezTo>
                <a:lnTo>
                  <a:pt x="1761464" y="4248264"/>
                </a:lnTo>
                <a:cubicBezTo>
                  <a:pt x="1760679" y="4248264"/>
                  <a:pt x="1759685" y="4247688"/>
                  <a:pt x="1759266" y="4247008"/>
                </a:cubicBezTo>
                <a:lnTo>
                  <a:pt x="1748959" y="4229166"/>
                </a:lnTo>
                <a:cubicBezTo>
                  <a:pt x="1748540" y="4228434"/>
                  <a:pt x="1748540" y="4227282"/>
                  <a:pt x="1748959" y="4226602"/>
                </a:cubicBezTo>
                <a:lnTo>
                  <a:pt x="1759266" y="4208761"/>
                </a:lnTo>
                <a:cubicBezTo>
                  <a:pt x="1759685" y="4208080"/>
                  <a:pt x="1760627" y="4207505"/>
                  <a:pt x="1761464" y="4207505"/>
                </a:cubicBezTo>
                <a:close/>
                <a:moveTo>
                  <a:pt x="2670135" y="4206406"/>
                </a:moveTo>
                <a:lnTo>
                  <a:pt x="2691849" y="4206406"/>
                </a:lnTo>
                <a:cubicBezTo>
                  <a:pt x="2692686" y="4206406"/>
                  <a:pt x="2693732" y="4207034"/>
                  <a:pt x="2694151" y="4207766"/>
                </a:cubicBezTo>
                <a:lnTo>
                  <a:pt x="2705034" y="4226602"/>
                </a:lnTo>
                <a:cubicBezTo>
                  <a:pt x="2705452" y="4227335"/>
                  <a:pt x="2705452" y="4228538"/>
                  <a:pt x="2705034" y="4229271"/>
                </a:cubicBezTo>
                <a:lnTo>
                  <a:pt x="2694151" y="4248107"/>
                </a:lnTo>
                <a:cubicBezTo>
                  <a:pt x="2693732" y="4248891"/>
                  <a:pt x="2692686" y="4249467"/>
                  <a:pt x="2691849" y="4249467"/>
                </a:cubicBezTo>
                <a:lnTo>
                  <a:pt x="2670135" y="4249467"/>
                </a:lnTo>
                <a:cubicBezTo>
                  <a:pt x="2669298" y="4249467"/>
                  <a:pt x="2668251" y="4248839"/>
                  <a:pt x="2667833" y="4248107"/>
                </a:cubicBezTo>
                <a:lnTo>
                  <a:pt x="2656950" y="4229271"/>
                </a:lnTo>
                <a:cubicBezTo>
                  <a:pt x="2656531" y="4228538"/>
                  <a:pt x="2656531" y="4227335"/>
                  <a:pt x="2656950" y="4226602"/>
                </a:cubicBezTo>
                <a:lnTo>
                  <a:pt x="2667833" y="4207766"/>
                </a:lnTo>
                <a:cubicBezTo>
                  <a:pt x="2668251" y="4206981"/>
                  <a:pt x="2669298" y="4206406"/>
                  <a:pt x="2670135" y="4206406"/>
                </a:cubicBezTo>
                <a:close/>
                <a:moveTo>
                  <a:pt x="2091404" y="4206144"/>
                </a:moveTo>
                <a:lnTo>
                  <a:pt x="2113379" y="4206144"/>
                </a:lnTo>
                <a:cubicBezTo>
                  <a:pt x="2114268" y="4206144"/>
                  <a:pt x="2115315" y="4206772"/>
                  <a:pt x="2115734" y="4207504"/>
                </a:cubicBezTo>
                <a:lnTo>
                  <a:pt x="2126721" y="4226550"/>
                </a:lnTo>
                <a:cubicBezTo>
                  <a:pt x="2127140" y="4227282"/>
                  <a:pt x="2127140" y="4228538"/>
                  <a:pt x="2126721" y="4229270"/>
                </a:cubicBezTo>
                <a:lnTo>
                  <a:pt x="2115734" y="4248315"/>
                </a:lnTo>
                <a:cubicBezTo>
                  <a:pt x="2115315" y="4249048"/>
                  <a:pt x="2114268" y="4249676"/>
                  <a:pt x="2113379" y="4249676"/>
                </a:cubicBezTo>
                <a:lnTo>
                  <a:pt x="2091404" y="4249676"/>
                </a:lnTo>
                <a:cubicBezTo>
                  <a:pt x="2090515" y="4249676"/>
                  <a:pt x="2089468" y="4249048"/>
                  <a:pt x="2089050" y="4248315"/>
                </a:cubicBezTo>
                <a:lnTo>
                  <a:pt x="2078062" y="4229270"/>
                </a:lnTo>
                <a:cubicBezTo>
                  <a:pt x="2077643" y="4228538"/>
                  <a:pt x="2077643" y="4227282"/>
                  <a:pt x="2078062" y="4226550"/>
                </a:cubicBezTo>
                <a:lnTo>
                  <a:pt x="2089050" y="4207504"/>
                </a:lnTo>
                <a:cubicBezTo>
                  <a:pt x="2089468" y="4206772"/>
                  <a:pt x="2090515" y="4206144"/>
                  <a:pt x="2091404" y="4206144"/>
                </a:cubicBezTo>
                <a:close/>
                <a:moveTo>
                  <a:pt x="1595289" y="4205830"/>
                </a:moveTo>
                <a:lnTo>
                  <a:pt x="1617631" y="4205830"/>
                </a:lnTo>
                <a:cubicBezTo>
                  <a:pt x="1618520" y="4205830"/>
                  <a:pt x="1619619" y="4206405"/>
                  <a:pt x="1620038" y="4207190"/>
                </a:cubicBezTo>
                <a:lnTo>
                  <a:pt x="1631182" y="4226550"/>
                </a:lnTo>
                <a:cubicBezTo>
                  <a:pt x="1631600" y="4227334"/>
                  <a:pt x="1631600" y="4228537"/>
                  <a:pt x="1631182" y="4229322"/>
                </a:cubicBezTo>
                <a:lnTo>
                  <a:pt x="1620038" y="4248682"/>
                </a:lnTo>
                <a:cubicBezTo>
                  <a:pt x="1619567" y="4249414"/>
                  <a:pt x="1618520" y="4250042"/>
                  <a:pt x="1617631" y="4250042"/>
                </a:cubicBezTo>
                <a:lnTo>
                  <a:pt x="1595289" y="4250042"/>
                </a:lnTo>
                <a:cubicBezTo>
                  <a:pt x="1594400" y="4250042"/>
                  <a:pt x="1593301" y="4249466"/>
                  <a:pt x="1592883" y="4248682"/>
                </a:cubicBezTo>
                <a:lnTo>
                  <a:pt x="1581738" y="4229322"/>
                </a:lnTo>
                <a:cubicBezTo>
                  <a:pt x="1581319" y="4228537"/>
                  <a:pt x="1581319" y="4227334"/>
                  <a:pt x="1581738" y="4226550"/>
                </a:cubicBezTo>
                <a:lnTo>
                  <a:pt x="1592883" y="4207190"/>
                </a:lnTo>
                <a:cubicBezTo>
                  <a:pt x="1593353" y="4206458"/>
                  <a:pt x="1594400" y="4205830"/>
                  <a:pt x="1595289" y="4205830"/>
                </a:cubicBezTo>
                <a:close/>
                <a:moveTo>
                  <a:pt x="2173706" y="4205359"/>
                </a:moveTo>
                <a:lnTo>
                  <a:pt x="2196518" y="4205359"/>
                </a:lnTo>
                <a:cubicBezTo>
                  <a:pt x="2197461" y="4205359"/>
                  <a:pt x="2198507" y="4205987"/>
                  <a:pt x="2198978" y="4206772"/>
                </a:cubicBezTo>
                <a:lnTo>
                  <a:pt x="2210384" y="4226497"/>
                </a:lnTo>
                <a:cubicBezTo>
                  <a:pt x="2210855" y="4227282"/>
                  <a:pt x="2210855" y="4228537"/>
                  <a:pt x="2210384" y="4229322"/>
                </a:cubicBezTo>
                <a:lnTo>
                  <a:pt x="2198978" y="4249048"/>
                </a:lnTo>
                <a:cubicBezTo>
                  <a:pt x="2198507" y="4249832"/>
                  <a:pt x="2197408" y="4250460"/>
                  <a:pt x="2196518" y="4250460"/>
                </a:cubicBezTo>
                <a:lnTo>
                  <a:pt x="2173706" y="4250460"/>
                </a:lnTo>
                <a:cubicBezTo>
                  <a:pt x="2172765" y="4250460"/>
                  <a:pt x="2171718" y="4249832"/>
                  <a:pt x="2171247" y="4249048"/>
                </a:cubicBezTo>
                <a:lnTo>
                  <a:pt x="2159842" y="4229322"/>
                </a:lnTo>
                <a:cubicBezTo>
                  <a:pt x="2159370" y="4228537"/>
                  <a:pt x="2159370" y="4227282"/>
                  <a:pt x="2159842" y="4226497"/>
                </a:cubicBezTo>
                <a:lnTo>
                  <a:pt x="2171247" y="4206772"/>
                </a:lnTo>
                <a:cubicBezTo>
                  <a:pt x="2171718" y="4205987"/>
                  <a:pt x="2172817" y="4205359"/>
                  <a:pt x="2173706" y="4205359"/>
                </a:cubicBezTo>
                <a:close/>
                <a:moveTo>
                  <a:pt x="2586472" y="4204365"/>
                </a:moveTo>
                <a:lnTo>
                  <a:pt x="2610279" y="4204365"/>
                </a:lnTo>
                <a:cubicBezTo>
                  <a:pt x="2611220" y="4204365"/>
                  <a:pt x="2612372" y="4204993"/>
                  <a:pt x="2612842" y="4205830"/>
                </a:cubicBezTo>
                <a:lnTo>
                  <a:pt x="2624719" y="4226445"/>
                </a:lnTo>
                <a:cubicBezTo>
                  <a:pt x="2625190" y="4227230"/>
                  <a:pt x="2625190" y="4228538"/>
                  <a:pt x="2624719" y="4229375"/>
                </a:cubicBezTo>
                <a:lnTo>
                  <a:pt x="2612842" y="4249990"/>
                </a:lnTo>
                <a:cubicBezTo>
                  <a:pt x="2612372" y="4250774"/>
                  <a:pt x="2611220" y="4251455"/>
                  <a:pt x="2610279" y="4251455"/>
                </a:cubicBezTo>
                <a:lnTo>
                  <a:pt x="2586472" y="4251455"/>
                </a:lnTo>
                <a:cubicBezTo>
                  <a:pt x="2585530" y="4251455"/>
                  <a:pt x="2584379" y="4250827"/>
                  <a:pt x="2583908" y="4249990"/>
                </a:cubicBezTo>
                <a:lnTo>
                  <a:pt x="2572031" y="4229375"/>
                </a:lnTo>
                <a:cubicBezTo>
                  <a:pt x="2571560" y="4228590"/>
                  <a:pt x="2571560" y="4227282"/>
                  <a:pt x="2572031" y="4226445"/>
                </a:cubicBezTo>
                <a:lnTo>
                  <a:pt x="2583908" y="4205830"/>
                </a:lnTo>
                <a:cubicBezTo>
                  <a:pt x="2584379" y="4205045"/>
                  <a:pt x="2585530" y="4204365"/>
                  <a:pt x="2586472" y="4204365"/>
                </a:cubicBezTo>
                <a:close/>
                <a:moveTo>
                  <a:pt x="2007637" y="4203999"/>
                </a:moveTo>
                <a:lnTo>
                  <a:pt x="2031810" y="4203999"/>
                </a:lnTo>
                <a:cubicBezTo>
                  <a:pt x="2032752" y="4203999"/>
                  <a:pt x="2033903" y="4204679"/>
                  <a:pt x="2034374" y="4205516"/>
                </a:cubicBezTo>
                <a:lnTo>
                  <a:pt x="2046460" y="4226445"/>
                </a:lnTo>
                <a:cubicBezTo>
                  <a:pt x="2046931" y="4227282"/>
                  <a:pt x="2046931" y="4228590"/>
                  <a:pt x="2046460" y="4229427"/>
                </a:cubicBezTo>
                <a:lnTo>
                  <a:pt x="2034374" y="4250356"/>
                </a:lnTo>
                <a:cubicBezTo>
                  <a:pt x="2033903" y="4251193"/>
                  <a:pt x="2032752" y="4251873"/>
                  <a:pt x="2031810" y="4251873"/>
                </a:cubicBezTo>
                <a:lnTo>
                  <a:pt x="2007637" y="4251873"/>
                </a:lnTo>
                <a:cubicBezTo>
                  <a:pt x="2006696" y="4251873"/>
                  <a:pt x="2005544" y="4251193"/>
                  <a:pt x="2005074" y="4250356"/>
                </a:cubicBezTo>
                <a:lnTo>
                  <a:pt x="1992988" y="4229427"/>
                </a:lnTo>
                <a:cubicBezTo>
                  <a:pt x="1992516" y="4228590"/>
                  <a:pt x="1992516" y="4227282"/>
                  <a:pt x="1992988" y="4226445"/>
                </a:cubicBezTo>
                <a:lnTo>
                  <a:pt x="2005074" y="4205516"/>
                </a:lnTo>
                <a:cubicBezTo>
                  <a:pt x="2005544" y="4204679"/>
                  <a:pt x="2006696" y="4203999"/>
                  <a:pt x="2007637" y="4203999"/>
                </a:cubicBezTo>
                <a:close/>
                <a:moveTo>
                  <a:pt x="1676963" y="4203790"/>
                </a:moveTo>
                <a:lnTo>
                  <a:pt x="1701293" y="4203790"/>
                </a:lnTo>
                <a:cubicBezTo>
                  <a:pt x="1702235" y="4203790"/>
                  <a:pt x="1703438" y="4204470"/>
                  <a:pt x="1703909" y="4205308"/>
                </a:cubicBezTo>
                <a:lnTo>
                  <a:pt x="1716100" y="4226393"/>
                </a:lnTo>
                <a:cubicBezTo>
                  <a:pt x="1716571" y="4227230"/>
                  <a:pt x="1716571" y="4228590"/>
                  <a:pt x="1716100" y="4229428"/>
                </a:cubicBezTo>
                <a:lnTo>
                  <a:pt x="1703909" y="4250513"/>
                </a:lnTo>
                <a:cubicBezTo>
                  <a:pt x="1703438" y="4251351"/>
                  <a:pt x="1702235" y="4252031"/>
                  <a:pt x="1701293" y="4252031"/>
                </a:cubicBezTo>
                <a:lnTo>
                  <a:pt x="1676963" y="4252031"/>
                </a:lnTo>
                <a:cubicBezTo>
                  <a:pt x="1676022" y="4252031"/>
                  <a:pt x="1674818" y="4251351"/>
                  <a:pt x="1674347" y="4250513"/>
                </a:cubicBezTo>
                <a:lnTo>
                  <a:pt x="1662156" y="4229428"/>
                </a:lnTo>
                <a:cubicBezTo>
                  <a:pt x="1661685" y="4228590"/>
                  <a:pt x="1661685" y="4227230"/>
                  <a:pt x="1662156" y="4226393"/>
                </a:cubicBezTo>
                <a:lnTo>
                  <a:pt x="1674347" y="4205308"/>
                </a:lnTo>
                <a:cubicBezTo>
                  <a:pt x="1674818" y="4204470"/>
                  <a:pt x="1676022" y="4203790"/>
                  <a:pt x="1676963" y="4203790"/>
                </a:cubicBezTo>
                <a:close/>
                <a:moveTo>
                  <a:pt x="1841620" y="4202534"/>
                </a:moveTo>
                <a:lnTo>
                  <a:pt x="1867258" y="4202534"/>
                </a:lnTo>
                <a:cubicBezTo>
                  <a:pt x="1868305" y="4202534"/>
                  <a:pt x="1869508" y="4203214"/>
                  <a:pt x="1870031" y="4204104"/>
                </a:cubicBezTo>
                <a:lnTo>
                  <a:pt x="1882850" y="4226340"/>
                </a:lnTo>
                <a:cubicBezTo>
                  <a:pt x="1883373" y="4227230"/>
                  <a:pt x="1883373" y="4228642"/>
                  <a:pt x="1882850" y="4229532"/>
                </a:cubicBezTo>
                <a:lnTo>
                  <a:pt x="1870031" y="4251769"/>
                </a:lnTo>
                <a:cubicBezTo>
                  <a:pt x="1869508" y="4252606"/>
                  <a:pt x="1868252" y="4253339"/>
                  <a:pt x="1867258" y="4253339"/>
                </a:cubicBezTo>
                <a:lnTo>
                  <a:pt x="1841620" y="4253339"/>
                </a:lnTo>
                <a:cubicBezTo>
                  <a:pt x="1840574" y="4253339"/>
                  <a:pt x="1839371" y="4252658"/>
                  <a:pt x="1838847" y="4251769"/>
                </a:cubicBezTo>
                <a:lnTo>
                  <a:pt x="1826029" y="4229532"/>
                </a:lnTo>
                <a:cubicBezTo>
                  <a:pt x="1825505" y="4228642"/>
                  <a:pt x="1825505" y="4227230"/>
                  <a:pt x="1826029" y="4226340"/>
                </a:cubicBezTo>
                <a:lnTo>
                  <a:pt x="1838847" y="4204104"/>
                </a:lnTo>
                <a:cubicBezTo>
                  <a:pt x="1839371" y="4203267"/>
                  <a:pt x="1840626" y="4202534"/>
                  <a:pt x="1841620" y="4202534"/>
                </a:cubicBezTo>
                <a:close/>
                <a:moveTo>
                  <a:pt x="1924237" y="4202482"/>
                </a:moveTo>
                <a:lnTo>
                  <a:pt x="1949927" y="4202482"/>
                </a:lnTo>
                <a:cubicBezTo>
                  <a:pt x="1950973" y="4202482"/>
                  <a:pt x="1952176" y="4203162"/>
                  <a:pt x="1952699" y="4204052"/>
                </a:cubicBezTo>
                <a:lnTo>
                  <a:pt x="1965571" y="4226341"/>
                </a:lnTo>
                <a:cubicBezTo>
                  <a:pt x="1966094" y="4227230"/>
                  <a:pt x="1966094" y="4228643"/>
                  <a:pt x="1965571" y="4229532"/>
                </a:cubicBezTo>
                <a:lnTo>
                  <a:pt x="1952699" y="4251821"/>
                </a:lnTo>
                <a:cubicBezTo>
                  <a:pt x="1952176" y="4252659"/>
                  <a:pt x="1950921" y="4253391"/>
                  <a:pt x="1949927" y="4253391"/>
                </a:cubicBezTo>
                <a:lnTo>
                  <a:pt x="1924237" y="4253391"/>
                </a:lnTo>
                <a:cubicBezTo>
                  <a:pt x="1923190" y="4253391"/>
                  <a:pt x="1921987" y="4252711"/>
                  <a:pt x="1921464" y="4251821"/>
                </a:cubicBezTo>
                <a:lnTo>
                  <a:pt x="1908592" y="4229532"/>
                </a:lnTo>
                <a:cubicBezTo>
                  <a:pt x="1908069" y="4228643"/>
                  <a:pt x="1908069" y="4227230"/>
                  <a:pt x="1908592" y="4226341"/>
                </a:cubicBezTo>
                <a:lnTo>
                  <a:pt x="1921464" y="4204052"/>
                </a:lnTo>
                <a:cubicBezTo>
                  <a:pt x="1921987" y="4203215"/>
                  <a:pt x="1923243" y="4202482"/>
                  <a:pt x="1924237" y="4202482"/>
                </a:cubicBezTo>
                <a:close/>
                <a:moveTo>
                  <a:pt x="2254491" y="4201749"/>
                </a:moveTo>
                <a:lnTo>
                  <a:pt x="2280966" y="4201749"/>
                </a:lnTo>
                <a:cubicBezTo>
                  <a:pt x="2282013" y="4201749"/>
                  <a:pt x="2283268" y="4202482"/>
                  <a:pt x="2283791" y="4203371"/>
                </a:cubicBezTo>
                <a:lnTo>
                  <a:pt x="2297029" y="4226288"/>
                </a:lnTo>
                <a:cubicBezTo>
                  <a:pt x="2297552" y="4227230"/>
                  <a:pt x="2297552" y="4228695"/>
                  <a:pt x="2297029" y="4229584"/>
                </a:cubicBezTo>
                <a:lnTo>
                  <a:pt x="2283791" y="4252501"/>
                </a:lnTo>
                <a:cubicBezTo>
                  <a:pt x="2283268" y="4253391"/>
                  <a:pt x="2282013" y="4254123"/>
                  <a:pt x="2280966" y="4254123"/>
                </a:cubicBezTo>
                <a:lnTo>
                  <a:pt x="2254491" y="4254123"/>
                </a:lnTo>
                <a:cubicBezTo>
                  <a:pt x="2253445" y="4254123"/>
                  <a:pt x="2252189" y="4253391"/>
                  <a:pt x="2251666" y="4252501"/>
                </a:cubicBezTo>
                <a:lnTo>
                  <a:pt x="2238428" y="4229584"/>
                </a:lnTo>
                <a:cubicBezTo>
                  <a:pt x="2237905" y="4228642"/>
                  <a:pt x="2237905" y="4227178"/>
                  <a:pt x="2238428" y="4226288"/>
                </a:cubicBezTo>
                <a:lnTo>
                  <a:pt x="2251666" y="4203371"/>
                </a:lnTo>
                <a:cubicBezTo>
                  <a:pt x="2252189" y="4202482"/>
                  <a:pt x="2253445" y="4201749"/>
                  <a:pt x="2254491" y="4201749"/>
                </a:cubicBezTo>
                <a:close/>
                <a:moveTo>
                  <a:pt x="2501292" y="4199395"/>
                </a:moveTo>
                <a:lnTo>
                  <a:pt x="2530122" y="4199395"/>
                </a:lnTo>
                <a:cubicBezTo>
                  <a:pt x="2531273" y="4199395"/>
                  <a:pt x="2532634" y="4200180"/>
                  <a:pt x="2533209" y="4201174"/>
                </a:cubicBezTo>
                <a:lnTo>
                  <a:pt x="2547650" y="4226131"/>
                </a:lnTo>
                <a:cubicBezTo>
                  <a:pt x="2548225" y="4227125"/>
                  <a:pt x="2548225" y="4228695"/>
                  <a:pt x="2547650" y="4229689"/>
                </a:cubicBezTo>
                <a:lnTo>
                  <a:pt x="2533209" y="4254647"/>
                </a:lnTo>
                <a:cubicBezTo>
                  <a:pt x="2532634" y="4255641"/>
                  <a:pt x="2531273" y="4256425"/>
                  <a:pt x="2530122" y="4256425"/>
                </a:cubicBezTo>
                <a:lnTo>
                  <a:pt x="2501292" y="4256425"/>
                </a:lnTo>
                <a:cubicBezTo>
                  <a:pt x="2500141" y="4256425"/>
                  <a:pt x="2498781" y="4255641"/>
                  <a:pt x="2498205" y="4254647"/>
                </a:cubicBezTo>
                <a:lnTo>
                  <a:pt x="2483765" y="4229689"/>
                </a:lnTo>
                <a:cubicBezTo>
                  <a:pt x="2483189" y="4228695"/>
                  <a:pt x="2483189" y="4227125"/>
                  <a:pt x="2483765" y="4226131"/>
                </a:cubicBezTo>
                <a:lnTo>
                  <a:pt x="2498205" y="4201174"/>
                </a:lnTo>
                <a:cubicBezTo>
                  <a:pt x="2498781" y="4200180"/>
                  <a:pt x="2500141" y="4199395"/>
                  <a:pt x="2501292" y="4199395"/>
                </a:cubicBezTo>
                <a:close/>
                <a:moveTo>
                  <a:pt x="2335694" y="4198872"/>
                </a:moveTo>
                <a:lnTo>
                  <a:pt x="2365047" y="4198872"/>
                </a:lnTo>
                <a:cubicBezTo>
                  <a:pt x="2366197" y="4198872"/>
                  <a:pt x="2367610" y="4199709"/>
                  <a:pt x="2368186" y="4200703"/>
                </a:cubicBezTo>
                <a:lnTo>
                  <a:pt x="2382836" y="4226132"/>
                </a:lnTo>
                <a:cubicBezTo>
                  <a:pt x="2383412" y="4227126"/>
                  <a:pt x="2383412" y="4228748"/>
                  <a:pt x="2382836" y="4229742"/>
                </a:cubicBezTo>
                <a:lnTo>
                  <a:pt x="2368186" y="4255170"/>
                </a:lnTo>
                <a:cubicBezTo>
                  <a:pt x="2367610" y="4256164"/>
                  <a:pt x="2366197" y="4257001"/>
                  <a:pt x="2365047" y="4257001"/>
                </a:cubicBezTo>
                <a:lnTo>
                  <a:pt x="2335694" y="4257001"/>
                </a:lnTo>
                <a:cubicBezTo>
                  <a:pt x="2334543" y="4257001"/>
                  <a:pt x="2333130" y="4256164"/>
                  <a:pt x="2332554" y="4255170"/>
                </a:cubicBezTo>
                <a:lnTo>
                  <a:pt x="2317905" y="4229742"/>
                </a:lnTo>
                <a:cubicBezTo>
                  <a:pt x="2317329" y="4228748"/>
                  <a:pt x="2317329" y="4227126"/>
                  <a:pt x="2317905" y="4226132"/>
                </a:cubicBezTo>
                <a:lnTo>
                  <a:pt x="2332554" y="4200703"/>
                </a:lnTo>
                <a:cubicBezTo>
                  <a:pt x="2333130" y="4199709"/>
                  <a:pt x="2334543" y="4198872"/>
                  <a:pt x="2335694" y="4198872"/>
                </a:cubicBezTo>
                <a:close/>
                <a:moveTo>
                  <a:pt x="2418258" y="4198558"/>
                </a:moveTo>
                <a:lnTo>
                  <a:pt x="2447925" y="4198558"/>
                </a:lnTo>
                <a:cubicBezTo>
                  <a:pt x="2449128" y="4198558"/>
                  <a:pt x="2450541" y="4199395"/>
                  <a:pt x="2451116" y="4200389"/>
                </a:cubicBezTo>
                <a:lnTo>
                  <a:pt x="2465924" y="4226079"/>
                </a:lnTo>
                <a:cubicBezTo>
                  <a:pt x="2466499" y="4227073"/>
                  <a:pt x="2466499" y="4228748"/>
                  <a:pt x="2465924" y="4229742"/>
                </a:cubicBezTo>
                <a:lnTo>
                  <a:pt x="2451116" y="4255432"/>
                </a:lnTo>
                <a:cubicBezTo>
                  <a:pt x="2450541" y="4256426"/>
                  <a:pt x="2449076" y="4257263"/>
                  <a:pt x="2447925" y="4257263"/>
                </a:cubicBezTo>
                <a:lnTo>
                  <a:pt x="2418258" y="4257263"/>
                </a:lnTo>
                <a:cubicBezTo>
                  <a:pt x="2417055" y="4257263"/>
                  <a:pt x="2415642" y="4256426"/>
                  <a:pt x="2415066" y="4255432"/>
                </a:cubicBezTo>
                <a:lnTo>
                  <a:pt x="2400260" y="4229742"/>
                </a:lnTo>
                <a:cubicBezTo>
                  <a:pt x="2399684" y="4228748"/>
                  <a:pt x="2399684" y="4227073"/>
                  <a:pt x="2400260" y="4226079"/>
                </a:cubicBezTo>
                <a:lnTo>
                  <a:pt x="2415066" y="4200389"/>
                </a:lnTo>
                <a:cubicBezTo>
                  <a:pt x="2415642" y="4199395"/>
                  <a:pt x="2417107" y="4198558"/>
                  <a:pt x="2418258" y="4198558"/>
                </a:cubicBezTo>
                <a:close/>
                <a:moveTo>
                  <a:pt x="2846249" y="4145189"/>
                </a:moveTo>
                <a:lnTo>
                  <a:pt x="2846354" y="4145189"/>
                </a:lnTo>
                <a:cubicBezTo>
                  <a:pt x="2846354" y="4145189"/>
                  <a:pt x="2846406" y="4145189"/>
                  <a:pt x="2846406" y="4145189"/>
                </a:cubicBezTo>
                <a:lnTo>
                  <a:pt x="2846406" y="4145294"/>
                </a:lnTo>
                <a:lnTo>
                  <a:pt x="2846406" y="4145398"/>
                </a:lnTo>
                <a:lnTo>
                  <a:pt x="2846302" y="4145398"/>
                </a:lnTo>
                <a:cubicBezTo>
                  <a:pt x="2846302" y="4145398"/>
                  <a:pt x="2846249" y="4145398"/>
                  <a:pt x="2846249" y="4145398"/>
                </a:cubicBezTo>
                <a:lnTo>
                  <a:pt x="2846249" y="4145294"/>
                </a:lnTo>
                <a:close/>
                <a:moveTo>
                  <a:pt x="696977" y="4144875"/>
                </a:moveTo>
                <a:lnTo>
                  <a:pt x="697396" y="4144875"/>
                </a:lnTo>
                <a:lnTo>
                  <a:pt x="697605" y="4145241"/>
                </a:lnTo>
                <a:lnTo>
                  <a:pt x="697396" y="4145608"/>
                </a:lnTo>
                <a:lnTo>
                  <a:pt x="696977" y="4145608"/>
                </a:lnTo>
                <a:lnTo>
                  <a:pt x="696768" y="4145241"/>
                </a:lnTo>
                <a:close/>
                <a:moveTo>
                  <a:pt x="772688" y="4131063"/>
                </a:moveTo>
                <a:lnTo>
                  <a:pt x="787076" y="4131063"/>
                </a:lnTo>
                <a:cubicBezTo>
                  <a:pt x="787599" y="4131063"/>
                  <a:pt x="788332" y="4131481"/>
                  <a:pt x="788593" y="4131952"/>
                </a:cubicBezTo>
                <a:lnTo>
                  <a:pt x="795761" y="4144405"/>
                </a:lnTo>
                <a:cubicBezTo>
                  <a:pt x="796023" y="4144876"/>
                  <a:pt x="796023" y="4145713"/>
                  <a:pt x="795761" y="4146184"/>
                </a:cubicBezTo>
                <a:lnTo>
                  <a:pt x="788593" y="4158636"/>
                </a:lnTo>
                <a:cubicBezTo>
                  <a:pt x="788332" y="4159107"/>
                  <a:pt x="787652" y="4159526"/>
                  <a:pt x="787076" y="4159526"/>
                </a:cubicBezTo>
                <a:lnTo>
                  <a:pt x="772688" y="4159526"/>
                </a:lnTo>
                <a:cubicBezTo>
                  <a:pt x="772165" y="4159526"/>
                  <a:pt x="771432" y="4159107"/>
                  <a:pt x="771170" y="4158636"/>
                </a:cubicBezTo>
                <a:lnTo>
                  <a:pt x="764002" y="4146184"/>
                </a:lnTo>
                <a:cubicBezTo>
                  <a:pt x="763741" y="4145713"/>
                  <a:pt x="763741" y="4144876"/>
                  <a:pt x="764002" y="4144405"/>
                </a:cubicBezTo>
                <a:lnTo>
                  <a:pt x="771170" y="4131952"/>
                </a:lnTo>
                <a:cubicBezTo>
                  <a:pt x="771432" y="4131481"/>
                  <a:pt x="772112" y="4131063"/>
                  <a:pt x="772688" y="4131063"/>
                </a:cubicBezTo>
                <a:close/>
                <a:moveTo>
                  <a:pt x="937920" y="4130853"/>
                </a:moveTo>
                <a:lnTo>
                  <a:pt x="952465" y="4130853"/>
                </a:lnTo>
                <a:cubicBezTo>
                  <a:pt x="953040" y="4130853"/>
                  <a:pt x="953773" y="4131219"/>
                  <a:pt x="954034" y="4131742"/>
                </a:cubicBezTo>
                <a:lnTo>
                  <a:pt x="961307" y="4144352"/>
                </a:lnTo>
                <a:cubicBezTo>
                  <a:pt x="961569" y="4144823"/>
                  <a:pt x="961569" y="4145608"/>
                  <a:pt x="961307" y="4146131"/>
                </a:cubicBezTo>
                <a:lnTo>
                  <a:pt x="954034" y="4158741"/>
                </a:lnTo>
                <a:cubicBezTo>
                  <a:pt x="953720" y="4159211"/>
                  <a:pt x="953040" y="4159630"/>
                  <a:pt x="952465" y="4159630"/>
                </a:cubicBezTo>
                <a:lnTo>
                  <a:pt x="937920" y="4159630"/>
                </a:lnTo>
                <a:cubicBezTo>
                  <a:pt x="937344" y="4159630"/>
                  <a:pt x="936612" y="4159264"/>
                  <a:pt x="936350" y="4158741"/>
                </a:cubicBezTo>
                <a:lnTo>
                  <a:pt x="929077" y="4146131"/>
                </a:lnTo>
                <a:cubicBezTo>
                  <a:pt x="928816" y="4145660"/>
                  <a:pt x="928816" y="4144875"/>
                  <a:pt x="929077" y="4144352"/>
                </a:cubicBezTo>
                <a:lnTo>
                  <a:pt x="936350" y="4131742"/>
                </a:lnTo>
                <a:cubicBezTo>
                  <a:pt x="936664" y="4131272"/>
                  <a:pt x="937344" y="4130853"/>
                  <a:pt x="937920" y="4130853"/>
                </a:cubicBezTo>
                <a:close/>
                <a:moveTo>
                  <a:pt x="1019803" y="4129284"/>
                </a:moveTo>
                <a:lnTo>
                  <a:pt x="1035918" y="4129284"/>
                </a:lnTo>
                <a:cubicBezTo>
                  <a:pt x="1036546" y="4129284"/>
                  <a:pt x="1037331" y="4129703"/>
                  <a:pt x="1037644" y="4130278"/>
                </a:cubicBezTo>
                <a:lnTo>
                  <a:pt x="1045702" y="4144248"/>
                </a:lnTo>
                <a:cubicBezTo>
                  <a:pt x="1046016" y="4144771"/>
                  <a:pt x="1046016" y="4145661"/>
                  <a:pt x="1045702" y="4146236"/>
                </a:cubicBezTo>
                <a:lnTo>
                  <a:pt x="1037644" y="4160206"/>
                </a:lnTo>
                <a:cubicBezTo>
                  <a:pt x="1037331" y="4160729"/>
                  <a:pt x="1036546" y="4161200"/>
                  <a:pt x="1035918" y="4161200"/>
                </a:cubicBezTo>
                <a:lnTo>
                  <a:pt x="1019803" y="4161200"/>
                </a:lnTo>
                <a:cubicBezTo>
                  <a:pt x="1019175" y="4161200"/>
                  <a:pt x="1018390" y="4160782"/>
                  <a:pt x="1018076" y="4160206"/>
                </a:cubicBezTo>
                <a:lnTo>
                  <a:pt x="1010018" y="4146236"/>
                </a:lnTo>
                <a:cubicBezTo>
                  <a:pt x="1009705" y="4145713"/>
                  <a:pt x="1009705" y="4144823"/>
                  <a:pt x="1010018" y="4144248"/>
                </a:cubicBezTo>
                <a:lnTo>
                  <a:pt x="1018076" y="4130278"/>
                </a:lnTo>
                <a:cubicBezTo>
                  <a:pt x="1018390" y="4129755"/>
                  <a:pt x="1019175" y="4129284"/>
                  <a:pt x="1019803" y="4129284"/>
                </a:cubicBezTo>
                <a:close/>
                <a:moveTo>
                  <a:pt x="2094177" y="4128970"/>
                </a:moveTo>
                <a:lnTo>
                  <a:pt x="2110659" y="4128970"/>
                </a:lnTo>
                <a:cubicBezTo>
                  <a:pt x="2111339" y="4128970"/>
                  <a:pt x="2112123" y="4129389"/>
                  <a:pt x="2112437" y="4129964"/>
                </a:cubicBezTo>
                <a:lnTo>
                  <a:pt x="2120704" y="4144248"/>
                </a:lnTo>
                <a:cubicBezTo>
                  <a:pt x="2121018" y="4144823"/>
                  <a:pt x="2121018" y="4145713"/>
                  <a:pt x="2120704" y="4146288"/>
                </a:cubicBezTo>
                <a:lnTo>
                  <a:pt x="2112437" y="4160572"/>
                </a:lnTo>
                <a:cubicBezTo>
                  <a:pt x="2112123" y="4161096"/>
                  <a:pt x="2111287" y="4161566"/>
                  <a:pt x="2110659" y="4161566"/>
                </a:cubicBezTo>
                <a:lnTo>
                  <a:pt x="2094177" y="4161566"/>
                </a:lnTo>
                <a:cubicBezTo>
                  <a:pt x="2093497" y="4161566"/>
                  <a:pt x="2092712" y="4161148"/>
                  <a:pt x="2092398" y="4160572"/>
                </a:cubicBezTo>
                <a:lnTo>
                  <a:pt x="2084131" y="4146288"/>
                </a:lnTo>
                <a:cubicBezTo>
                  <a:pt x="2083818" y="4145713"/>
                  <a:pt x="2083818" y="4144823"/>
                  <a:pt x="2084131" y="4144248"/>
                </a:cubicBezTo>
                <a:lnTo>
                  <a:pt x="2092398" y="4129964"/>
                </a:lnTo>
                <a:cubicBezTo>
                  <a:pt x="2092712" y="4129441"/>
                  <a:pt x="2093549" y="4128970"/>
                  <a:pt x="2094177" y="4128970"/>
                </a:cubicBezTo>
                <a:close/>
                <a:moveTo>
                  <a:pt x="854048" y="4128447"/>
                </a:moveTo>
                <a:lnTo>
                  <a:pt x="871052" y="4128447"/>
                </a:lnTo>
                <a:cubicBezTo>
                  <a:pt x="871732" y="4128447"/>
                  <a:pt x="872570" y="4128918"/>
                  <a:pt x="872884" y="4129493"/>
                </a:cubicBezTo>
                <a:lnTo>
                  <a:pt x="881360" y="4144196"/>
                </a:lnTo>
                <a:cubicBezTo>
                  <a:pt x="881674" y="4144771"/>
                  <a:pt x="881674" y="4145713"/>
                  <a:pt x="881360" y="4146289"/>
                </a:cubicBezTo>
                <a:lnTo>
                  <a:pt x="872884" y="4160991"/>
                </a:lnTo>
                <a:cubicBezTo>
                  <a:pt x="872517" y="4161566"/>
                  <a:pt x="871732" y="4162037"/>
                  <a:pt x="871052" y="4162037"/>
                </a:cubicBezTo>
                <a:lnTo>
                  <a:pt x="854048" y="4162037"/>
                </a:lnTo>
                <a:cubicBezTo>
                  <a:pt x="853367" y="4162037"/>
                  <a:pt x="852530" y="4161566"/>
                  <a:pt x="852217" y="4160991"/>
                </a:cubicBezTo>
                <a:lnTo>
                  <a:pt x="843740" y="4146289"/>
                </a:lnTo>
                <a:cubicBezTo>
                  <a:pt x="843427" y="4145713"/>
                  <a:pt x="843427" y="4144771"/>
                  <a:pt x="843740" y="4144196"/>
                </a:cubicBezTo>
                <a:lnTo>
                  <a:pt x="852217" y="4129493"/>
                </a:lnTo>
                <a:cubicBezTo>
                  <a:pt x="852583" y="4128918"/>
                  <a:pt x="853367" y="4128447"/>
                  <a:pt x="854048" y="4128447"/>
                </a:cubicBezTo>
                <a:close/>
                <a:moveTo>
                  <a:pt x="1845649" y="4127871"/>
                </a:moveTo>
                <a:lnTo>
                  <a:pt x="1863177" y="4127871"/>
                </a:lnTo>
                <a:cubicBezTo>
                  <a:pt x="1863857" y="4127871"/>
                  <a:pt x="1864695" y="4128394"/>
                  <a:pt x="1865060" y="4128970"/>
                </a:cubicBezTo>
                <a:lnTo>
                  <a:pt x="1873851" y="4144143"/>
                </a:lnTo>
                <a:cubicBezTo>
                  <a:pt x="1874217" y="4144719"/>
                  <a:pt x="1874217" y="4145713"/>
                  <a:pt x="1873851" y="4146288"/>
                </a:cubicBezTo>
                <a:lnTo>
                  <a:pt x="1865060" y="4161462"/>
                </a:lnTo>
                <a:cubicBezTo>
                  <a:pt x="1864695" y="4162090"/>
                  <a:pt x="1863857" y="4162560"/>
                  <a:pt x="1863177" y="4162560"/>
                </a:cubicBezTo>
                <a:lnTo>
                  <a:pt x="1845649" y="4162560"/>
                </a:lnTo>
                <a:cubicBezTo>
                  <a:pt x="1844969" y="4162560"/>
                  <a:pt x="1844132" y="4162037"/>
                  <a:pt x="1843766" y="4161462"/>
                </a:cubicBezTo>
                <a:lnTo>
                  <a:pt x="1834975" y="4146288"/>
                </a:lnTo>
                <a:cubicBezTo>
                  <a:pt x="1834610" y="4145713"/>
                  <a:pt x="1834610" y="4144719"/>
                  <a:pt x="1834975" y="4144143"/>
                </a:cubicBezTo>
                <a:lnTo>
                  <a:pt x="1843766" y="4128970"/>
                </a:lnTo>
                <a:cubicBezTo>
                  <a:pt x="1844132" y="4128342"/>
                  <a:pt x="1844969" y="4127871"/>
                  <a:pt x="1845649" y="4127871"/>
                </a:cubicBezTo>
                <a:close/>
                <a:moveTo>
                  <a:pt x="1184354" y="4127819"/>
                </a:moveTo>
                <a:lnTo>
                  <a:pt x="1201934" y="4127819"/>
                </a:lnTo>
                <a:cubicBezTo>
                  <a:pt x="1202614" y="4127819"/>
                  <a:pt x="1203452" y="4128342"/>
                  <a:pt x="1203818" y="4128918"/>
                </a:cubicBezTo>
                <a:lnTo>
                  <a:pt x="1212608" y="4144144"/>
                </a:lnTo>
                <a:cubicBezTo>
                  <a:pt x="1212974" y="4144772"/>
                  <a:pt x="1212974" y="4145766"/>
                  <a:pt x="1212608" y="4146341"/>
                </a:cubicBezTo>
                <a:lnTo>
                  <a:pt x="1203818" y="4161567"/>
                </a:lnTo>
                <a:cubicBezTo>
                  <a:pt x="1203452" y="4162194"/>
                  <a:pt x="1202614" y="4162665"/>
                  <a:pt x="1201934" y="4162665"/>
                </a:cubicBezTo>
                <a:lnTo>
                  <a:pt x="1184354" y="4162665"/>
                </a:lnTo>
                <a:cubicBezTo>
                  <a:pt x="1183674" y="4162665"/>
                  <a:pt x="1182837" y="4162142"/>
                  <a:pt x="1182471" y="4161567"/>
                </a:cubicBezTo>
                <a:lnTo>
                  <a:pt x="1173681" y="4146341"/>
                </a:lnTo>
                <a:cubicBezTo>
                  <a:pt x="1173314" y="4145713"/>
                  <a:pt x="1173314" y="4144719"/>
                  <a:pt x="1173681" y="4144144"/>
                </a:cubicBezTo>
                <a:lnTo>
                  <a:pt x="1182471" y="4128918"/>
                </a:lnTo>
                <a:cubicBezTo>
                  <a:pt x="1182837" y="4128290"/>
                  <a:pt x="1183674" y="4127819"/>
                  <a:pt x="1184354" y="4127819"/>
                </a:cubicBezTo>
                <a:close/>
                <a:moveTo>
                  <a:pt x="1101111" y="4126668"/>
                </a:moveTo>
                <a:lnTo>
                  <a:pt x="1119895" y="4126668"/>
                </a:lnTo>
                <a:cubicBezTo>
                  <a:pt x="1120679" y="4126668"/>
                  <a:pt x="1121569" y="4127191"/>
                  <a:pt x="1121935" y="4127819"/>
                </a:cubicBezTo>
                <a:lnTo>
                  <a:pt x="1131353" y="4144091"/>
                </a:lnTo>
                <a:cubicBezTo>
                  <a:pt x="1131719" y="4144719"/>
                  <a:pt x="1131719" y="4145766"/>
                  <a:pt x="1131353" y="4146393"/>
                </a:cubicBezTo>
                <a:lnTo>
                  <a:pt x="1121935" y="4162665"/>
                </a:lnTo>
                <a:cubicBezTo>
                  <a:pt x="1121516" y="4163293"/>
                  <a:pt x="1120627" y="4163816"/>
                  <a:pt x="1119895" y="4163816"/>
                </a:cubicBezTo>
                <a:lnTo>
                  <a:pt x="1101111" y="4163816"/>
                </a:lnTo>
                <a:cubicBezTo>
                  <a:pt x="1100326" y="4163816"/>
                  <a:pt x="1099437" y="4163293"/>
                  <a:pt x="1099071" y="4162665"/>
                </a:cubicBezTo>
                <a:lnTo>
                  <a:pt x="1089653" y="4146393"/>
                </a:lnTo>
                <a:cubicBezTo>
                  <a:pt x="1089286" y="4145766"/>
                  <a:pt x="1089286" y="4144719"/>
                  <a:pt x="1089653" y="4144091"/>
                </a:cubicBezTo>
                <a:lnTo>
                  <a:pt x="1099071" y="4127819"/>
                </a:lnTo>
                <a:cubicBezTo>
                  <a:pt x="1099489" y="4127191"/>
                  <a:pt x="1100379" y="4126668"/>
                  <a:pt x="1101111" y="4126668"/>
                </a:cubicBezTo>
                <a:close/>
                <a:moveTo>
                  <a:pt x="1431051" y="4125307"/>
                </a:moveTo>
                <a:lnTo>
                  <a:pt x="1451195" y="4125307"/>
                </a:lnTo>
                <a:cubicBezTo>
                  <a:pt x="1451980" y="4125307"/>
                  <a:pt x="1452922" y="4125882"/>
                  <a:pt x="1453341" y="4126563"/>
                </a:cubicBezTo>
                <a:lnTo>
                  <a:pt x="1463439" y="4144038"/>
                </a:lnTo>
                <a:cubicBezTo>
                  <a:pt x="1463857" y="4144718"/>
                  <a:pt x="1463857" y="4145869"/>
                  <a:pt x="1463439" y="4146550"/>
                </a:cubicBezTo>
                <a:lnTo>
                  <a:pt x="1453341" y="4164025"/>
                </a:lnTo>
                <a:cubicBezTo>
                  <a:pt x="1452974" y="4164705"/>
                  <a:pt x="1451980" y="4165281"/>
                  <a:pt x="1451195" y="4165281"/>
                </a:cubicBezTo>
                <a:lnTo>
                  <a:pt x="1431051" y="4165281"/>
                </a:lnTo>
                <a:cubicBezTo>
                  <a:pt x="1430266" y="4165281"/>
                  <a:pt x="1429325" y="4164705"/>
                  <a:pt x="1428906" y="4164025"/>
                </a:cubicBezTo>
                <a:lnTo>
                  <a:pt x="1418808" y="4146550"/>
                </a:lnTo>
                <a:cubicBezTo>
                  <a:pt x="1418389" y="4145869"/>
                  <a:pt x="1418389" y="4144718"/>
                  <a:pt x="1418808" y="4144038"/>
                </a:cubicBezTo>
                <a:lnTo>
                  <a:pt x="1428906" y="4126563"/>
                </a:lnTo>
                <a:cubicBezTo>
                  <a:pt x="1429272" y="4125882"/>
                  <a:pt x="1430266" y="4125307"/>
                  <a:pt x="1431051" y="4125307"/>
                </a:cubicBezTo>
                <a:close/>
                <a:moveTo>
                  <a:pt x="2257578" y="4125150"/>
                </a:moveTo>
                <a:lnTo>
                  <a:pt x="2277878" y="4125150"/>
                </a:lnTo>
                <a:cubicBezTo>
                  <a:pt x="2278716" y="4125150"/>
                  <a:pt x="2279657" y="4125725"/>
                  <a:pt x="2280076" y="4126406"/>
                </a:cubicBezTo>
                <a:lnTo>
                  <a:pt x="2290226" y="4143986"/>
                </a:lnTo>
                <a:cubicBezTo>
                  <a:pt x="2290645" y="4144666"/>
                  <a:pt x="2290645" y="4145817"/>
                  <a:pt x="2290226" y="4146497"/>
                </a:cubicBezTo>
                <a:lnTo>
                  <a:pt x="2280076" y="4164077"/>
                </a:lnTo>
                <a:cubicBezTo>
                  <a:pt x="2279657" y="4164758"/>
                  <a:pt x="2278663" y="4165333"/>
                  <a:pt x="2277878" y="4165333"/>
                </a:cubicBezTo>
                <a:lnTo>
                  <a:pt x="2257578" y="4165333"/>
                </a:lnTo>
                <a:cubicBezTo>
                  <a:pt x="2256740" y="4165333"/>
                  <a:pt x="2255799" y="4164758"/>
                  <a:pt x="2255380" y="4164077"/>
                </a:cubicBezTo>
                <a:lnTo>
                  <a:pt x="2245230" y="4146497"/>
                </a:lnTo>
                <a:cubicBezTo>
                  <a:pt x="2244811" y="4145817"/>
                  <a:pt x="2244811" y="4144666"/>
                  <a:pt x="2245230" y="4143986"/>
                </a:cubicBezTo>
                <a:lnTo>
                  <a:pt x="2255380" y="4126406"/>
                </a:lnTo>
                <a:cubicBezTo>
                  <a:pt x="2255799" y="4125725"/>
                  <a:pt x="2256793" y="4125150"/>
                  <a:pt x="2257578" y="4125150"/>
                </a:cubicBezTo>
                <a:close/>
                <a:moveTo>
                  <a:pt x="1265662" y="4125098"/>
                </a:moveTo>
                <a:lnTo>
                  <a:pt x="1286015" y="4125098"/>
                </a:lnTo>
                <a:cubicBezTo>
                  <a:pt x="1286853" y="4125098"/>
                  <a:pt x="1287794" y="4125673"/>
                  <a:pt x="1288213" y="4126354"/>
                </a:cubicBezTo>
                <a:lnTo>
                  <a:pt x="1298415" y="4143986"/>
                </a:lnTo>
                <a:cubicBezTo>
                  <a:pt x="1298834" y="4144666"/>
                  <a:pt x="1298834" y="4145817"/>
                  <a:pt x="1298415" y="4146497"/>
                </a:cubicBezTo>
                <a:lnTo>
                  <a:pt x="1288213" y="4164130"/>
                </a:lnTo>
                <a:cubicBezTo>
                  <a:pt x="1287794" y="4164810"/>
                  <a:pt x="1286800" y="4165386"/>
                  <a:pt x="1286015" y="4165386"/>
                </a:cubicBezTo>
                <a:lnTo>
                  <a:pt x="1265662" y="4165386"/>
                </a:lnTo>
                <a:cubicBezTo>
                  <a:pt x="1264825" y="4165386"/>
                  <a:pt x="1263883" y="4164810"/>
                  <a:pt x="1263465" y="4164130"/>
                </a:cubicBezTo>
                <a:lnTo>
                  <a:pt x="1253262" y="4146497"/>
                </a:lnTo>
                <a:cubicBezTo>
                  <a:pt x="1252843" y="4145817"/>
                  <a:pt x="1252843" y="4144666"/>
                  <a:pt x="1253262" y="4143986"/>
                </a:cubicBezTo>
                <a:lnTo>
                  <a:pt x="1263465" y="4126354"/>
                </a:lnTo>
                <a:cubicBezTo>
                  <a:pt x="1263883" y="4125673"/>
                  <a:pt x="1264877" y="4125098"/>
                  <a:pt x="1265662" y="4125098"/>
                </a:cubicBezTo>
                <a:close/>
                <a:moveTo>
                  <a:pt x="1926748" y="4124889"/>
                </a:moveTo>
                <a:lnTo>
                  <a:pt x="1947363" y="4124889"/>
                </a:lnTo>
                <a:cubicBezTo>
                  <a:pt x="1948147" y="4124889"/>
                  <a:pt x="1949142" y="4125465"/>
                  <a:pt x="1949560" y="4126145"/>
                </a:cubicBezTo>
                <a:lnTo>
                  <a:pt x="1959868" y="4143987"/>
                </a:lnTo>
                <a:cubicBezTo>
                  <a:pt x="1960286" y="4144719"/>
                  <a:pt x="1960286" y="4145870"/>
                  <a:pt x="1959868" y="4146550"/>
                </a:cubicBezTo>
                <a:lnTo>
                  <a:pt x="1949560" y="4164392"/>
                </a:lnTo>
                <a:cubicBezTo>
                  <a:pt x="1949142" y="4165072"/>
                  <a:pt x="1948200" y="4165648"/>
                  <a:pt x="1947363" y="4165648"/>
                </a:cubicBezTo>
                <a:lnTo>
                  <a:pt x="1926748" y="4165648"/>
                </a:lnTo>
                <a:cubicBezTo>
                  <a:pt x="1925963" y="4165648"/>
                  <a:pt x="1924969" y="4165072"/>
                  <a:pt x="1924551" y="4164392"/>
                </a:cubicBezTo>
                <a:lnTo>
                  <a:pt x="1914243" y="4146550"/>
                </a:lnTo>
                <a:cubicBezTo>
                  <a:pt x="1913824" y="4145818"/>
                  <a:pt x="1913824" y="4144667"/>
                  <a:pt x="1914243" y="4143987"/>
                </a:cubicBezTo>
                <a:lnTo>
                  <a:pt x="1924551" y="4126145"/>
                </a:lnTo>
                <a:cubicBezTo>
                  <a:pt x="1924969" y="4125465"/>
                  <a:pt x="1925911" y="4124889"/>
                  <a:pt x="1926748" y="4124889"/>
                </a:cubicBezTo>
                <a:close/>
                <a:moveTo>
                  <a:pt x="2174701" y="4124679"/>
                </a:moveTo>
                <a:lnTo>
                  <a:pt x="2195472" y="4124679"/>
                </a:lnTo>
                <a:cubicBezTo>
                  <a:pt x="2196310" y="4124679"/>
                  <a:pt x="2197304" y="4125254"/>
                  <a:pt x="2197723" y="4125987"/>
                </a:cubicBezTo>
                <a:lnTo>
                  <a:pt x="2208135" y="4143986"/>
                </a:lnTo>
                <a:cubicBezTo>
                  <a:pt x="2208553" y="4144666"/>
                  <a:pt x="2208553" y="4145817"/>
                  <a:pt x="2208135" y="4146549"/>
                </a:cubicBezTo>
                <a:lnTo>
                  <a:pt x="2197723" y="4164548"/>
                </a:lnTo>
                <a:cubicBezTo>
                  <a:pt x="2197304" y="4165281"/>
                  <a:pt x="2196310" y="4165856"/>
                  <a:pt x="2195472" y="4165856"/>
                </a:cubicBezTo>
                <a:lnTo>
                  <a:pt x="2174701" y="4165856"/>
                </a:lnTo>
                <a:cubicBezTo>
                  <a:pt x="2173864" y="4165856"/>
                  <a:pt x="2172870" y="4165281"/>
                  <a:pt x="2172451" y="4164548"/>
                </a:cubicBezTo>
                <a:lnTo>
                  <a:pt x="2162039" y="4146549"/>
                </a:lnTo>
                <a:cubicBezTo>
                  <a:pt x="2161620" y="4145869"/>
                  <a:pt x="2161620" y="4144718"/>
                  <a:pt x="2162039" y="4143986"/>
                </a:cubicBezTo>
                <a:lnTo>
                  <a:pt x="2172451" y="4125987"/>
                </a:lnTo>
                <a:cubicBezTo>
                  <a:pt x="2172870" y="4125254"/>
                  <a:pt x="2173864" y="4124679"/>
                  <a:pt x="2174701" y="4124679"/>
                </a:cubicBezTo>
                <a:close/>
                <a:moveTo>
                  <a:pt x="2670292" y="4123999"/>
                </a:moveTo>
                <a:lnTo>
                  <a:pt x="2691796" y="4123999"/>
                </a:lnTo>
                <a:cubicBezTo>
                  <a:pt x="2692633" y="4123999"/>
                  <a:pt x="2693679" y="4124574"/>
                  <a:pt x="2694098" y="4125307"/>
                </a:cubicBezTo>
                <a:lnTo>
                  <a:pt x="2704824" y="4143934"/>
                </a:lnTo>
                <a:cubicBezTo>
                  <a:pt x="2705243" y="4144666"/>
                  <a:pt x="2705243" y="4145869"/>
                  <a:pt x="2704824" y="4146602"/>
                </a:cubicBezTo>
                <a:lnTo>
                  <a:pt x="2694098" y="4165229"/>
                </a:lnTo>
                <a:cubicBezTo>
                  <a:pt x="2693679" y="4165961"/>
                  <a:pt x="2692633" y="4166537"/>
                  <a:pt x="2691796" y="4166537"/>
                </a:cubicBezTo>
                <a:lnTo>
                  <a:pt x="2670292" y="4166537"/>
                </a:lnTo>
                <a:cubicBezTo>
                  <a:pt x="2669454" y="4166537"/>
                  <a:pt x="2668408" y="4165961"/>
                  <a:pt x="2667990" y="4165229"/>
                </a:cubicBezTo>
                <a:lnTo>
                  <a:pt x="2657264" y="4146602"/>
                </a:lnTo>
                <a:cubicBezTo>
                  <a:pt x="2656845" y="4145869"/>
                  <a:pt x="2656845" y="4144666"/>
                  <a:pt x="2657264" y="4143934"/>
                </a:cubicBezTo>
                <a:lnTo>
                  <a:pt x="2667990" y="4125307"/>
                </a:lnTo>
                <a:cubicBezTo>
                  <a:pt x="2668408" y="4124574"/>
                  <a:pt x="2669454" y="4123999"/>
                  <a:pt x="2670292" y="4123999"/>
                </a:cubicBezTo>
                <a:close/>
                <a:moveTo>
                  <a:pt x="2752856" y="4123842"/>
                </a:moveTo>
                <a:lnTo>
                  <a:pt x="2774464" y="4123842"/>
                </a:lnTo>
                <a:cubicBezTo>
                  <a:pt x="2775301" y="4123842"/>
                  <a:pt x="2776348" y="4124470"/>
                  <a:pt x="2776766" y="4125202"/>
                </a:cubicBezTo>
                <a:lnTo>
                  <a:pt x="2787597" y="4143933"/>
                </a:lnTo>
                <a:cubicBezTo>
                  <a:pt x="2788016" y="4144666"/>
                  <a:pt x="2788016" y="4145869"/>
                  <a:pt x="2787597" y="4146602"/>
                </a:cubicBezTo>
                <a:lnTo>
                  <a:pt x="2776766" y="4165333"/>
                </a:lnTo>
                <a:cubicBezTo>
                  <a:pt x="2776348" y="4166118"/>
                  <a:pt x="2775301" y="4166694"/>
                  <a:pt x="2774464" y="4166694"/>
                </a:cubicBezTo>
                <a:lnTo>
                  <a:pt x="2752856" y="4166694"/>
                </a:lnTo>
                <a:cubicBezTo>
                  <a:pt x="2752018" y="4166694"/>
                  <a:pt x="2750972" y="4166066"/>
                  <a:pt x="2750553" y="4165333"/>
                </a:cubicBezTo>
                <a:lnTo>
                  <a:pt x="2739723" y="4146602"/>
                </a:lnTo>
                <a:cubicBezTo>
                  <a:pt x="2739304" y="4145869"/>
                  <a:pt x="2739304" y="4144666"/>
                  <a:pt x="2739723" y="4143933"/>
                </a:cubicBezTo>
                <a:lnTo>
                  <a:pt x="2750553" y="4125202"/>
                </a:lnTo>
                <a:cubicBezTo>
                  <a:pt x="2750972" y="4124417"/>
                  <a:pt x="2752018" y="4123842"/>
                  <a:pt x="2752856" y="4123842"/>
                </a:cubicBezTo>
                <a:close/>
                <a:moveTo>
                  <a:pt x="1347598" y="4123685"/>
                </a:moveTo>
                <a:lnTo>
                  <a:pt x="1369364" y="4123685"/>
                </a:lnTo>
                <a:cubicBezTo>
                  <a:pt x="1370254" y="4123685"/>
                  <a:pt x="1371300" y="4124313"/>
                  <a:pt x="1371719" y="4125045"/>
                </a:cubicBezTo>
                <a:lnTo>
                  <a:pt x="1382602" y="4143933"/>
                </a:lnTo>
                <a:cubicBezTo>
                  <a:pt x="1383020" y="4144666"/>
                  <a:pt x="1383020" y="4145869"/>
                  <a:pt x="1382602" y="4146602"/>
                </a:cubicBezTo>
                <a:lnTo>
                  <a:pt x="1371719" y="4165490"/>
                </a:lnTo>
                <a:cubicBezTo>
                  <a:pt x="1371248" y="4166223"/>
                  <a:pt x="1370201" y="4166850"/>
                  <a:pt x="1369364" y="4166850"/>
                </a:cubicBezTo>
                <a:lnTo>
                  <a:pt x="1347598" y="4166850"/>
                </a:lnTo>
                <a:cubicBezTo>
                  <a:pt x="1346709" y="4166850"/>
                  <a:pt x="1345662" y="4166223"/>
                  <a:pt x="1345244" y="4165490"/>
                </a:cubicBezTo>
                <a:lnTo>
                  <a:pt x="1334361" y="4146602"/>
                </a:lnTo>
                <a:cubicBezTo>
                  <a:pt x="1333942" y="4145869"/>
                  <a:pt x="1333942" y="4144666"/>
                  <a:pt x="1334361" y="4143933"/>
                </a:cubicBezTo>
                <a:lnTo>
                  <a:pt x="1345244" y="4125045"/>
                </a:lnTo>
                <a:cubicBezTo>
                  <a:pt x="1345715" y="4124313"/>
                  <a:pt x="1346761" y="4123685"/>
                  <a:pt x="1347598" y="4123685"/>
                </a:cubicBezTo>
                <a:close/>
                <a:moveTo>
                  <a:pt x="1678010" y="4123214"/>
                </a:moveTo>
                <a:lnTo>
                  <a:pt x="1700299" y="4123214"/>
                </a:lnTo>
                <a:cubicBezTo>
                  <a:pt x="1701189" y="4123214"/>
                  <a:pt x="1702288" y="4123789"/>
                  <a:pt x="1702706" y="4124574"/>
                </a:cubicBezTo>
                <a:lnTo>
                  <a:pt x="1713851" y="4143881"/>
                </a:lnTo>
                <a:cubicBezTo>
                  <a:pt x="1714269" y="4144666"/>
                  <a:pt x="1714269" y="4145869"/>
                  <a:pt x="1713851" y="4146654"/>
                </a:cubicBezTo>
                <a:lnTo>
                  <a:pt x="1702706" y="4165961"/>
                </a:lnTo>
                <a:cubicBezTo>
                  <a:pt x="1702235" y="4166693"/>
                  <a:pt x="1701189" y="4167321"/>
                  <a:pt x="1700299" y="4167321"/>
                </a:cubicBezTo>
                <a:lnTo>
                  <a:pt x="1678010" y="4167321"/>
                </a:lnTo>
                <a:cubicBezTo>
                  <a:pt x="1677121" y="4167321"/>
                  <a:pt x="1676022" y="4166745"/>
                  <a:pt x="1675604" y="4165961"/>
                </a:cubicBezTo>
                <a:lnTo>
                  <a:pt x="1664459" y="4146654"/>
                </a:lnTo>
                <a:cubicBezTo>
                  <a:pt x="1664040" y="4145869"/>
                  <a:pt x="1664040" y="4144666"/>
                  <a:pt x="1664459" y="4143881"/>
                </a:cubicBezTo>
                <a:lnTo>
                  <a:pt x="1675604" y="4124574"/>
                </a:lnTo>
                <a:cubicBezTo>
                  <a:pt x="1676074" y="4123842"/>
                  <a:pt x="1677121" y="4123214"/>
                  <a:pt x="1678010" y="4123214"/>
                </a:cubicBezTo>
                <a:close/>
                <a:moveTo>
                  <a:pt x="1512255" y="4122482"/>
                </a:moveTo>
                <a:lnTo>
                  <a:pt x="1535277" y="4122482"/>
                </a:lnTo>
                <a:cubicBezTo>
                  <a:pt x="1536166" y="4122482"/>
                  <a:pt x="1537265" y="4123110"/>
                  <a:pt x="1537736" y="4123894"/>
                </a:cubicBezTo>
                <a:lnTo>
                  <a:pt x="1549246" y="4143829"/>
                </a:lnTo>
                <a:cubicBezTo>
                  <a:pt x="1549717" y="4144614"/>
                  <a:pt x="1549717" y="4145870"/>
                  <a:pt x="1549246" y="4146655"/>
                </a:cubicBezTo>
                <a:lnTo>
                  <a:pt x="1537736" y="4166589"/>
                </a:lnTo>
                <a:cubicBezTo>
                  <a:pt x="1537265" y="4167374"/>
                  <a:pt x="1536166" y="4168002"/>
                  <a:pt x="1535277" y="4168002"/>
                </a:cubicBezTo>
                <a:lnTo>
                  <a:pt x="1512255" y="4168002"/>
                </a:lnTo>
                <a:cubicBezTo>
                  <a:pt x="1511365" y="4168002"/>
                  <a:pt x="1510267" y="4167374"/>
                  <a:pt x="1509796" y="4166589"/>
                </a:cubicBezTo>
                <a:lnTo>
                  <a:pt x="1498285" y="4146655"/>
                </a:lnTo>
                <a:cubicBezTo>
                  <a:pt x="1497814" y="4145870"/>
                  <a:pt x="1497814" y="4144614"/>
                  <a:pt x="1498285" y="4143829"/>
                </a:cubicBezTo>
                <a:lnTo>
                  <a:pt x="1509796" y="4123894"/>
                </a:lnTo>
                <a:cubicBezTo>
                  <a:pt x="1510267" y="4123110"/>
                  <a:pt x="1511365" y="4122482"/>
                  <a:pt x="1512255" y="4122482"/>
                </a:cubicBezTo>
                <a:close/>
                <a:moveTo>
                  <a:pt x="1760155" y="4122272"/>
                </a:moveTo>
                <a:lnTo>
                  <a:pt x="1783386" y="4122272"/>
                </a:lnTo>
                <a:cubicBezTo>
                  <a:pt x="1784328" y="4122272"/>
                  <a:pt x="1785426" y="4122900"/>
                  <a:pt x="1785897" y="4123685"/>
                </a:cubicBezTo>
                <a:lnTo>
                  <a:pt x="1797513" y="4143829"/>
                </a:lnTo>
                <a:cubicBezTo>
                  <a:pt x="1797984" y="4144613"/>
                  <a:pt x="1797984" y="4145922"/>
                  <a:pt x="1797513" y="4146706"/>
                </a:cubicBezTo>
                <a:lnTo>
                  <a:pt x="1785897" y="4166850"/>
                </a:lnTo>
                <a:cubicBezTo>
                  <a:pt x="1785426" y="4167635"/>
                  <a:pt x="1784328" y="4168263"/>
                  <a:pt x="1783386" y="4168263"/>
                </a:cubicBezTo>
                <a:lnTo>
                  <a:pt x="1760155" y="4168263"/>
                </a:lnTo>
                <a:cubicBezTo>
                  <a:pt x="1759213" y="4168263"/>
                  <a:pt x="1758115" y="4167635"/>
                  <a:pt x="1757644" y="4166850"/>
                </a:cubicBezTo>
                <a:lnTo>
                  <a:pt x="1746028" y="4146706"/>
                </a:lnTo>
                <a:cubicBezTo>
                  <a:pt x="1745557" y="4145922"/>
                  <a:pt x="1745557" y="4144613"/>
                  <a:pt x="1746028" y="4143829"/>
                </a:cubicBezTo>
                <a:lnTo>
                  <a:pt x="1757644" y="4123685"/>
                </a:lnTo>
                <a:cubicBezTo>
                  <a:pt x="1758115" y="4122900"/>
                  <a:pt x="1759213" y="4122272"/>
                  <a:pt x="1760155" y="4122272"/>
                </a:cubicBezTo>
                <a:close/>
                <a:moveTo>
                  <a:pt x="1594661" y="4121906"/>
                </a:moveTo>
                <a:lnTo>
                  <a:pt x="1618258" y="4121906"/>
                </a:lnTo>
                <a:cubicBezTo>
                  <a:pt x="1619148" y="4121906"/>
                  <a:pt x="1620299" y="4122586"/>
                  <a:pt x="1620770" y="4123371"/>
                </a:cubicBezTo>
                <a:lnTo>
                  <a:pt x="1632542" y="4143829"/>
                </a:lnTo>
                <a:cubicBezTo>
                  <a:pt x="1633013" y="4144666"/>
                  <a:pt x="1633013" y="4145974"/>
                  <a:pt x="1632542" y="4146759"/>
                </a:cubicBezTo>
                <a:lnTo>
                  <a:pt x="1620770" y="4167216"/>
                </a:lnTo>
                <a:cubicBezTo>
                  <a:pt x="1620299" y="4168053"/>
                  <a:pt x="1619200" y="4168682"/>
                  <a:pt x="1618258" y="4168682"/>
                </a:cubicBezTo>
                <a:lnTo>
                  <a:pt x="1594661" y="4168682"/>
                </a:lnTo>
                <a:cubicBezTo>
                  <a:pt x="1593772" y="4168682"/>
                  <a:pt x="1592621" y="4168001"/>
                  <a:pt x="1592150" y="4167216"/>
                </a:cubicBezTo>
                <a:lnTo>
                  <a:pt x="1580377" y="4146759"/>
                </a:lnTo>
                <a:cubicBezTo>
                  <a:pt x="1579906" y="4145921"/>
                  <a:pt x="1579906" y="4144613"/>
                  <a:pt x="1580377" y="4143829"/>
                </a:cubicBezTo>
                <a:lnTo>
                  <a:pt x="1592150" y="4123371"/>
                </a:lnTo>
                <a:cubicBezTo>
                  <a:pt x="1592621" y="4122534"/>
                  <a:pt x="1593719" y="4121906"/>
                  <a:pt x="1594661" y="4121906"/>
                </a:cubicBezTo>
                <a:close/>
                <a:moveTo>
                  <a:pt x="2007009" y="4120023"/>
                </a:moveTo>
                <a:lnTo>
                  <a:pt x="2032542" y="4120023"/>
                </a:lnTo>
                <a:cubicBezTo>
                  <a:pt x="2033537" y="4120023"/>
                  <a:pt x="2034740" y="4120703"/>
                  <a:pt x="2035263" y="4121593"/>
                </a:cubicBezTo>
                <a:lnTo>
                  <a:pt x="2048029" y="4143673"/>
                </a:lnTo>
                <a:cubicBezTo>
                  <a:pt x="2048553" y="4144510"/>
                  <a:pt x="2048553" y="4145922"/>
                  <a:pt x="2048029" y="4146812"/>
                </a:cubicBezTo>
                <a:lnTo>
                  <a:pt x="2035263" y="4168892"/>
                </a:lnTo>
                <a:cubicBezTo>
                  <a:pt x="2034792" y="4169729"/>
                  <a:pt x="2033537" y="4170461"/>
                  <a:pt x="2032542" y="4170461"/>
                </a:cubicBezTo>
                <a:lnTo>
                  <a:pt x="2007009" y="4170461"/>
                </a:lnTo>
                <a:cubicBezTo>
                  <a:pt x="2006016" y="4170461"/>
                  <a:pt x="2004812" y="4169781"/>
                  <a:pt x="2004289" y="4168892"/>
                </a:cubicBezTo>
                <a:lnTo>
                  <a:pt x="1991522" y="4146812"/>
                </a:lnTo>
                <a:cubicBezTo>
                  <a:pt x="1990999" y="4145975"/>
                  <a:pt x="1990999" y="4144562"/>
                  <a:pt x="1991522" y="4143673"/>
                </a:cubicBezTo>
                <a:lnTo>
                  <a:pt x="2004289" y="4121593"/>
                </a:lnTo>
                <a:cubicBezTo>
                  <a:pt x="2004760" y="4120756"/>
                  <a:pt x="2006016" y="4120023"/>
                  <a:pt x="2007009" y="4120023"/>
                </a:cubicBezTo>
                <a:close/>
                <a:moveTo>
                  <a:pt x="2584431" y="4117720"/>
                </a:moveTo>
                <a:lnTo>
                  <a:pt x="2612267" y="4117720"/>
                </a:lnTo>
                <a:cubicBezTo>
                  <a:pt x="2613365" y="4117720"/>
                  <a:pt x="2614726" y="4118505"/>
                  <a:pt x="2615249" y="4119447"/>
                </a:cubicBezTo>
                <a:lnTo>
                  <a:pt x="2629166" y="4143567"/>
                </a:lnTo>
                <a:cubicBezTo>
                  <a:pt x="2629690" y="4144509"/>
                  <a:pt x="2629690" y="4146079"/>
                  <a:pt x="2629166" y="4147020"/>
                </a:cubicBezTo>
                <a:lnTo>
                  <a:pt x="2615249" y="4171141"/>
                </a:lnTo>
                <a:cubicBezTo>
                  <a:pt x="2614726" y="4172082"/>
                  <a:pt x="2613365" y="4172867"/>
                  <a:pt x="2612267" y="4172867"/>
                </a:cubicBezTo>
                <a:lnTo>
                  <a:pt x="2584431" y="4172867"/>
                </a:lnTo>
                <a:cubicBezTo>
                  <a:pt x="2583333" y="4172867"/>
                  <a:pt x="2581972" y="4172082"/>
                  <a:pt x="2581449" y="4171141"/>
                </a:cubicBezTo>
                <a:lnTo>
                  <a:pt x="2567531" y="4147020"/>
                </a:lnTo>
                <a:cubicBezTo>
                  <a:pt x="2567008" y="4146079"/>
                  <a:pt x="2567008" y="4144509"/>
                  <a:pt x="2567531" y="4143567"/>
                </a:cubicBezTo>
                <a:lnTo>
                  <a:pt x="2581449" y="4119447"/>
                </a:lnTo>
                <a:cubicBezTo>
                  <a:pt x="2581972" y="4118505"/>
                  <a:pt x="2583333" y="4117720"/>
                  <a:pt x="2584431" y="4117720"/>
                </a:cubicBezTo>
                <a:close/>
                <a:moveTo>
                  <a:pt x="2501241" y="4116674"/>
                </a:moveTo>
                <a:lnTo>
                  <a:pt x="2530122" y="4116674"/>
                </a:lnTo>
                <a:cubicBezTo>
                  <a:pt x="2531274" y="4116674"/>
                  <a:pt x="2532634" y="4117459"/>
                  <a:pt x="2533209" y="4118453"/>
                </a:cubicBezTo>
                <a:lnTo>
                  <a:pt x="2547650" y="4143463"/>
                </a:lnTo>
                <a:cubicBezTo>
                  <a:pt x="2548226" y="4144457"/>
                  <a:pt x="2548226" y="4146026"/>
                  <a:pt x="2547650" y="4147021"/>
                </a:cubicBezTo>
                <a:lnTo>
                  <a:pt x="2533209" y="4172030"/>
                </a:lnTo>
                <a:cubicBezTo>
                  <a:pt x="2532634" y="4173024"/>
                  <a:pt x="2531274" y="4173809"/>
                  <a:pt x="2530122" y="4173809"/>
                </a:cubicBezTo>
                <a:lnTo>
                  <a:pt x="2501241" y="4173809"/>
                </a:lnTo>
                <a:cubicBezTo>
                  <a:pt x="2500089" y="4173809"/>
                  <a:pt x="2498729" y="4173024"/>
                  <a:pt x="2498153" y="4172030"/>
                </a:cubicBezTo>
                <a:lnTo>
                  <a:pt x="2483713" y="4147021"/>
                </a:lnTo>
                <a:cubicBezTo>
                  <a:pt x="2483137" y="4146026"/>
                  <a:pt x="2483137" y="4144457"/>
                  <a:pt x="2483713" y="4143463"/>
                </a:cubicBezTo>
                <a:lnTo>
                  <a:pt x="2498153" y="4118453"/>
                </a:lnTo>
                <a:cubicBezTo>
                  <a:pt x="2498729" y="4117459"/>
                  <a:pt x="2500089" y="4116674"/>
                  <a:pt x="2501241" y="4116674"/>
                </a:cubicBezTo>
                <a:close/>
                <a:moveTo>
                  <a:pt x="2335955" y="4116674"/>
                </a:moveTo>
                <a:lnTo>
                  <a:pt x="2364837" y="4116674"/>
                </a:lnTo>
                <a:cubicBezTo>
                  <a:pt x="2365988" y="4116674"/>
                  <a:pt x="2367348" y="4117459"/>
                  <a:pt x="2367924" y="4118453"/>
                </a:cubicBezTo>
                <a:lnTo>
                  <a:pt x="2382365" y="4143463"/>
                </a:lnTo>
                <a:cubicBezTo>
                  <a:pt x="2382940" y="4144457"/>
                  <a:pt x="2382940" y="4146026"/>
                  <a:pt x="2382365" y="4147021"/>
                </a:cubicBezTo>
                <a:lnTo>
                  <a:pt x="2367924" y="4172030"/>
                </a:lnTo>
                <a:cubicBezTo>
                  <a:pt x="2367348" y="4173024"/>
                  <a:pt x="2365988" y="4173809"/>
                  <a:pt x="2364837" y="4173809"/>
                </a:cubicBezTo>
                <a:lnTo>
                  <a:pt x="2335955" y="4173809"/>
                </a:lnTo>
                <a:cubicBezTo>
                  <a:pt x="2334804" y="4173809"/>
                  <a:pt x="2333444" y="4173024"/>
                  <a:pt x="2332868" y="4172030"/>
                </a:cubicBezTo>
                <a:lnTo>
                  <a:pt x="2318428" y="4147021"/>
                </a:lnTo>
                <a:cubicBezTo>
                  <a:pt x="2317852" y="4146026"/>
                  <a:pt x="2317852" y="4144457"/>
                  <a:pt x="2318428" y="4143463"/>
                </a:cubicBezTo>
                <a:lnTo>
                  <a:pt x="2332868" y="4118453"/>
                </a:lnTo>
                <a:cubicBezTo>
                  <a:pt x="2333444" y="4117459"/>
                  <a:pt x="2334804" y="4116674"/>
                  <a:pt x="2335955" y="4116674"/>
                </a:cubicBezTo>
                <a:close/>
                <a:moveTo>
                  <a:pt x="2418258" y="4115942"/>
                </a:moveTo>
                <a:lnTo>
                  <a:pt x="2447925" y="4115942"/>
                </a:lnTo>
                <a:cubicBezTo>
                  <a:pt x="2449128" y="4115942"/>
                  <a:pt x="2450541" y="4116779"/>
                  <a:pt x="2451116" y="4117773"/>
                </a:cubicBezTo>
                <a:lnTo>
                  <a:pt x="2465924" y="4143463"/>
                </a:lnTo>
                <a:cubicBezTo>
                  <a:pt x="2466499" y="4144457"/>
                  <a:pt x="2466499" y="4146131"/>
                  <a:pt x="2465924" y="4147126"/>
                </a:cubicBezTo>
                <a:lnTo>
                  <a:pt x="2451116" y="4172816"/>
                </a:lnTo>
                <a:cubicBezTo>
                  <a:pt x="2450541" y="4173810"/>
                  <a:pt x="2449076" y="4174647"/>
                  <a:pt x="2447925" y="4174647"/>
                </a:cubicBezTo>
                <a:lnTo>
                  <a:pt x="2418258" y="4174647"/>
                </a:lnTo>
                <a:cubicBezTo>
                  <a:pt x="2417055" y="4174647"/>
                  <a:pt x="2415642" y="4173810"/>
                  <a:pt x="2415066" y="4172816"/>
                </a:cubicBezTo>
                <a:lnTo>
                  <a:pt x="2400260" y="4147126"/>
                </a:lnTo>
                <a:cubicBezTo>
                  <a:pt x="2399684" y="4146131"/>
                  <a:pt x="2399684" y="4144457"/>
                  <a:pt x="2400260" y="4143463"/>
                </a:cubicBezTo>
                <a:lnTo>
                  <a:pt x="2415066" y="4117773"/>
                </a:lnTo>
                <a:cubicBezTo>
                  <a:pt x="2415642" y="4116779"/>
                  <a:pt x="2417107" y="4115942"/>
                  <a:pt x="2418258" y="4115942"/>
                </a:cubicBezTo>
                <a:close/>
                <a:moveTo>
                  <a:pt x="773576" y="4050068"/>
                </a:moveTo>
                <a:lnTo>
                  <a:pt x="786238" y="4050068"/>
                </a:lnTo>
                <a:cubicBezTo>
                  <a:pt x="786761" y="4050068"/>
                  <a:pt x="787337" y="4050434"/>
                  <a:pt x="787598" y="4050853"/>
                </a:cubicBezTo>
                <a:lnTo>
                  <a:pt x="793930" y="4061788"/>
                </a:lnTo>
                <a:cubicBezTo>
                  <a:pt x="794191" y="4062207"/>
                  <a:pt x="794191" y="4062939"/>
                  <a:pt x="793930" y="4063358"/>
                </a:cubicBezTo>
                <a:lnTo>
                  <a:pt x="787598" y="4074293"/>
                </a:lnTo>
                <a:cubicBezTo>
                  <a:pt x="787337" y="4074712"/>
                  <a:pt x="786761" y="4075078"/>
                  <a:pt x="786238" y="4075078"/>
                </a:cubicBezTo>
                <a:lnTo>
                  <a:pt x="773576" y="4075078"/>
                </a:lnTo>
                <a:cubicBezTo>
                  <a:pt x="773053" y="4075078"/>
                  <a:pt x="772478" y="4074712"/>
                  <a:pt x="772216" y="4074293"/>
                </a:cubicBezTo>
                <a:lnTo>
                  <a:pt x="765885" y="4063358"/>
                </a:lnTo>
                <a:cubicBezTo>
                  <a:pt x="765624" y="4062939"/>
                  <a:pt x="765624" y="4062207"/>
                  <a:pt x="765885" y="4061788"/>
                </a:cubicBezTo>
                <a:lnTo>
                  <a:pt x="772216" y="4050853"/>
                </a:lnTo>
                <a:cubicBezTo>
                  <a:pt x="772478" y="4050434"/>
                  <a:pt x="773053" y="4050068"/>
                  <a:pt x="773576" y="4050068"/>
                </a:cubicBezTo>
                <a:close/>
                <a:moveTo>
                  <a:pt x="690752" y="4049755"/>
                </a:moveTo>
                <a:lnTo>
                  <a:pt x="703780" y="4049755"/>
                </a:lnTo>
                <a:cubicBezTo>
                  <a:pt x="704303" y="4049755"/>
                  <a:pt x="704931" y="4050121"/>
                  <a:pt x="705193" y="4050540"/>
                </a:cubicBezTo>
                <a:lnTo>
                  <a:pt x="711681" y="4061789"/>
                </a:lnTo>
                <a:cubicBezTo>
                  <a:pt x="711942" y="4062260"/>
                  <a:pt x="711942" y="4062993"/>
                  <a:pt x="711681" y="4063411"/>
                </a:cubicBezTo>
                <a:lnTo>
                  <a:pt x="705193" y="4074660"/>
                </a:lnTo>
                <a:cubicBezTo>
                  <a:pt x="704931" y="4075079"/>
                  <a:pt x="704303" y="4075445"/>
                  <a:pt x="703780" y="4075445"/>
                </a:cubicBezTo>
                <a:lnTo>
                  <a:pt x="690752" y="4075445"/>
                </a:lnTo>
                <a:cubicBezTo>
                  <a:pt x="690229" y="4075445"/>
                  <a:pt x="689601" y="4075079"/>
                  <a:pt x="689339" y="4074660"/>
                </a:cubicBezTo>
                <a:lnTo>
                  <a:pt x="682851" y="4063411"/>
                </a:lnTo>
                <a:cubicBezTo>
                  <a:pt x="682590" y="4062940"/>
                  <a:pt x="682590" y="4062208"/>
                  <a:pt x="682851" y="4061789"/>
                </a:cubicBezTo>
                <a:lnTo>
                  <a:pt x="689339" y="4050540"/>
                </a:lnTo>
                <a:cubicBezTo>
                  <a:pt x="689601" y="4050121"/>
                  <a:pt x="690229" y="4049755"/>
                  <a:pt x="690752" y="4049755"/>
                </a:cubicBezTo>
                <a:close/>
                <a:moveTo>
                  <a:pt x="855879" y="4049441"/>
                </a:moveTo>
                <a:lnTo>
                  <a:pt x="869169" y="4049441"/>
                </a:lnTo>
                <a:cubicBezTo>
                  <a:pt x="869692" y="4049441"/>
                  <a:pt x="870319" y="4049807"/>
                  <a:pt x="870581" y="4050278"/>
                </a:cubicBezTo>
                <a:lnTo>
                  <a:pt x="877226" y="4061789"/>
                </a:lnTo>
                <a:cubicBezTo>
                  <a:pt x="877487" y="4062208"/>
                  <a:pt x="877487" y="4062940"/>
                  <a:pt x="877226" y="4063411"/>
                </a:cubicBezTo>
                <a:lnTo>
                  <a:pt x="870581" y="4074922"/>
                </a:lnTo>
                <a:cubicBezTo>
                  <a:pt x="870319" y="4075393"/>
                  <a:pt x="869692" y="4075759"/>
                  <a:pt x="869169" y="4075759"/>
                </a:cubicBezTo>
                <a:lnTo>
                  <a:pt x="855879" y="4075759"/>
                </a:lnTo>
                <a:cubicBezTo>
                  <a:pt x="855356" y="4075759"/>
                  <a:pt x="854728" y="4075393"/>
                  <a:pt x="854466" y="4074922"/>
                </a:cubicBezTo>
                <a:lnTo>
                  <a:pt x="847821" y="4063411"/>
                </a:lnTo>
                <a:cubicBezTo>
                  <a:pt x="847560" y="4062992"/>
                  <a:pt x="847560" y="4062260"/>
                  <a:pt x="847821" y="4061789"/>
                </a:cubicBezTo>
                <a:lnTo>
                  <a:pt x="854466" y="4050278"/>
                </a:lnTo>
                <a:cubicBezTo>
                  <a:pt x="854728" y="4049807"/>
                  <a:pt x="855356" y="4049441"/>
                  <a:pt x="855879" y="4049441"/>
                </a:cubicBezTo>
                <a:close/>
                <a:moveTo>
                  <a:pt x="937396" y="4047138"/>
                </a:moveTo>
                <a:lnTo>
                  <a:pt x="953040" y="4047138"/>
                </a:lnTo>
                <a:cubicBezTo>
                  <a:pt x="953668" y="4047138"/>
                  <a:pt x="954400" y="4047557"/>
                  <a:pt x="954714" y="4048080"/>
                </a:cubicBezTo>
                <a:lnTo>
                  <a:pt x="962510" y="4061631"/>
                </a:lnTo>
                <a:cubicBezTo>
                  <a:pt x="962824" y="4062154"/>
                  <a:pt x="962824" y="4063044"/>
                  <a:pt x="962510" y="4063567"/>
                </a:cubicBezTo>
                <a:lnTo>
                  <a:pt x="954714" y="4077119"/>
                </a:lnTo>
                <a:cubicBezTo>
                  <a:pt x="954400" y="4077642"/>
                  <a:pt x="953668" y="4078060"/>
                  <a:pt x="953040" y="4078060"/>
                </a:cubicBezTo>
                <a:lnTo>
                  <a:pt x="937396" y="4078060"/>
                </a:lnTo>
                <a:cubicBezTo>
                  <a:pt x="936768" y="4078060"/>
                  <a:pt x="936035" y="4077642"/>
                  <a:pt x="935721" y="4077119"/>
                </a:cubicBezTo>
                <a:lnTo>
                  <a:pt x="927925" y="4063567"/>
                </a:lnTo>
                <a:cubicBezTo>
                  <a:pt x="927612" y="4063044"/>
                  <a:pt x="927612" y="4062154"/>
                  <a:pt x="927925" y="4061631"/>
                </a:cubicBezTo>
                <a:lnTo>
                  <a:pt x="935721" y="4048080"/>
                </a:lnTo>
                <a:cubicBezTo>
                  <a:pt x="936035" y="4047557"/>
                  <a:pt x="936768" y="4047138"/>
                  <a:pt x="937396" y="4047138"/>
                </a:cubicBezTo>
                <a:close/>
                <a:moveTo>
                  <a:pt x="1019175" y="4045517"/>
                </a:moveTo>
                <a:lnTo>
                  <a:pt x="1036494" y="4045517"/>
                </a:lnTo>
                <a:cubicBezTo>
                  <a:pt x="1037174" y="4045517"/>
                  <a:pt x="1037959" y="4045988"/>
                  <a:pt x="1038325" y="4046563"/>
                </a:cubicBezTo>
                <a:lnTo>
                  <a:pt x="1046958" y="4061527"/>
                </a:lnTo>
                <a:cubicBezTo>
                  <a:pt x="1047324" y="4062103"/>
                  <a:pt x="1047324" y="4063097"/>
                  <a:pt x="1046958" y="4063673"/>
                </a:cubicBezTo>
                <a:lnTo>
                  <a:pt x="1038325" y="4078637"/>
                </a:lnTo>
                <a:cubicBezTo>
                  <a:pt x="1038011" y="4079212"/>
                  <a:pt x="1037174" y="4079683"/>
                  <a:pt x="1036494" y="4079683"/>
                </a:cubicBezTo>
                <a:lnTo>
                  <a:pt x="1019175" y="4079683"/>
                </a:lnTo>
                <a:cubicBezTo>
                  <a:pt x="1018495" y="4079683"/>
                  <a:pt x="1017710" y="4079212"/>
                  <a:pt x="1017344" y="4078637"/>
                </a:cubicBezTo>
                <a:lnTo>
                  <a:pt x="1008711" y="4063673"/>
                </a:lnTo>
                <a:cubicBezTo>
                  <a:pt x="1008344" y="4063097"/>
                  <a:pt x="1008344" y="4062103"/>
                  <a:pt x="1008711" y="4061527"/>
                </a:cubicBezTo>
                <a:lnTo>
                  <a:pt x="1017344" y="4046563"/>
                </a:lnTo>
                <a:cubicBezTo>
                  <a:pt x="1017658" y="4045988"/>
                  <a:pt x="1018495" y="4045517"/>
                  <a:pt x="1019175" y="4045517"/>
                </a:cubicBezTo>
                <a:close/>
                <a:moveTo>
                  <a:pt x="1845597" y="4045150"/>
                </a:moveTo>
                <a:lnTo>
                  <a:pt x="1863229" y="4045150"/>
                </a:lnTo>
                <a:cubicBezTo>
                  <a:pt x="1863909" y="4045150"/>
                  <a:pt x="1864746" y="4045621"/>
                  <a:pt x="1865113" y="4046249"/>
                </a:cubicBezTo>
                <a:lnTo>
                  <a:pt x="1873955" y="4061527"/>
                </a:lnTo>
                <a:cubicBezTo>
                  <a:pt x="1874321" y="4062155"/>
                  <a:pt x="1874321" y="4063096"/>
                  <a:pt x="1873955" y="4063724"/>
                </a:cubicBezTo>
                <a:lnTo>
                  <a:pt x="1865113" y="4079002"/>
                </a:lnTo>
                <a:cubicBezTo>
                  <a:pt x="1864746" y="4079630"/>
                  <a:pt x="1863909" y="4080101"/>
                  <a:pt x="1863229" y="4080101"/>
                </a:cubicBezTo>
                <a:lnTo>
                  <a:pt x="1845597" y="4080101"/>
                </a:lnTo>
                <a:cubicBezTo>
                  <a:pt x="1844916" y="4080101"/>
                  <a:pt x="1844079" y="4079630"/>
                  <a:pt x="1843713" y="4079002"/>
                </a:cubicBezTo>
                <a:lnTo>
                  <a:pt x="1834871" y="4063724"/>
                </a:lnTo>
                <a:cubicBezTo>
                  <a:pt x="1834504" y="4063096"/>
                  <a:pt x="1834504" y="4062155"/>
                  <a:pt x="1834871" y="4061527"/>
                </a:cubicBezTo>
                <a:lnTo>
                  <a:pt x="1843713" y="4046249"/>
                </a:lnTo>
                <a:cubicBezTo>
                  <a:pt x="1844079" y="4045621"/>
                  <a:pt x="1844916" y="4045150"/>
                  <a:pt x="1845597" y="4045150"/>
                </a:cubicBezTo>
                <a:close/>
                <a:moveTo>
                  <a:pt x="1184041" y="4044522"/>
                </a:moveTo>
                <a:lnTo>
                  <a:pt x="1202301" y="4044522"/>
                </a:lnTo>
                <a:cubicBezTo>
                  <a:pt x="1202981" y="4044522"/>
                  <a:pt x="1203870" y="4045045"/>
                  <a:pt x="1204237" y="4045673"/>
                </a:cubicBezTo>
                <a:lnTo>
                  <a:pt x="1213341" y="4061474"/>
                </a:lnTo>
                <a:cubicBezTo>
                  <a:pt x="1213707" y="4062102"/>
                  <a:pt x="1213707" y="4063096"/>
                  <a:pt x="1213341" y="4063724"/>
                </a:cubicBezTo>
                <a:lnTo>
                  <a:pt x="1204237" y="4079525"/>
                </a:lnTo>
                <a:cubicBezTo>
                  <a:pt x="1203870" y="4080153"/>
                  <a:pt x="1203033" y="4080676"/>
                  <a:pt x="1202301" y="4080676"/>
                </a:cubicBezTo>
                <a:lnTo>
                  <a:pt x="1184041" y="4080676"/>
                </a:lnTo>
                <a:cubicBezTo>
                  <a:pt x="1183360" y="4080676"/>
                  <a:pt x="1182471" y="4080153"/>
                  <a:pt x="1182105" y="4079525"/>
                </a:cubicBezTo>
                <a:lnTo>
                  <a:pt x="1173001" y="4063724"/>
                </a:lnTo>
                <a:cubicBezTo>
                  <a:pt x="1172634" y="4063096"/>
                  <a:pt x="1172634" y="4062102"/>
                  <a:pt x="1173001" y="4061474"/>
                </a:cubicBezTo>
                <a:lnTo>
                  <a:pt x="1182105" y="4045673"/>
                </a:lnTo>
                <a:cubicBezTo>
                  <a:pt x="1182471" y="4045045"/>
                  <a:pt x="1183308" y="4044522"/>
                  <a:pt x="1184041" y="4044522"/>
                </a:cubicBezTo>
                <a:close/>
                <a:moveTo>
                  <a:pt x="1101320" y="4044313"/>
                </a:moveTo>
                <a:lnTo>
                  <a:pt x="1119789" y="4044313"/>
                </a:lnTo>
                <a:cubicBezTo>
                  <a:pt x="1120522" y="4044313"/>
                  <a:pt x="1121411" y="4044836"/>
                  <a:pt x="1121777" y="4045464"/>
                </a:cubicBezTo>
                <a:lnTo>
                  <a:pt x="1130986" y="4061422"/>
                </a:lnTo>
                <a:cubicBezTo>
                  <a:pt x="1131352" y="4062050"/>
                  <a:pt x="1131352" y="4063096"/>
                  <a:pt x="1130986" y="4063724"/>
                </a:cubicBezTo>
                <a:lnTo>
                  <a:pt x="1121777" y="4079683"/>
                </a:lnTo>
                <a:cubicBezTo>
                  <a:pt x="1121411" y="4080310"/>
                  <a:pt x="1120522" y="4080833"/>
                  <a:pt x="1119789" y="4080833"/>
                </a:cubicBezTo>
                <a:lnTo>
                  <a:pt x="1101320" y="4080833"/>
                </a:lnTo>
                <a:cubicBezTo>
                  <a:pt x="1100587" y="4080833"/>
                  <a:pt x="1099698" y="4080310"/>
                  <a:pt x="1099331" y="4079683"/>
                </a:cubicBezTo>
                <a:lnTo>
                  <a:pt x="1090123" y="4063724"/>
                </a:lnTo>
                <a:cubicBezTo>
                  <a:pt x="1089756" y="4063096"/>
                  <a:pt x="1089756" y="4062050"/>
                  <a:pt x="1090123" y="4061422"/>
                </a:cubicBezTo>
                <a:lnTo>
                  <a:pt x="1099331" y="4045464"/>
                </a:lnTo>
                <a:cubicBezTo>
                  <a:pt x="1099698" y="4044836"/>
                  <a:pt x="1100587" y="4044313"/>
                  <a:pt x="1101320" y="4044313"/>
                </a:cubicBezTo>
                <a:close/>
                <a:moveTo>
                  <a:pt x="2175329" y="4043319"/>
                </a:moveTo>
                <a:lnTo>
                  <a:pt x="2194845" y="4043319"/>
                </a:lnTo>
                <a:cubicBezTo>
                  <a:pt x="2195630" y="4043319"/>
                  <a:pt x="2196571" y="4043842"/>
                  <a:pt x="2196938" y="4044522"/>
                </a:cubicBezTo>
                <a:lnTo>
                  <a:pt x="2206669" y="4061422"/>
                </a:lnTo>
                <a:cubicBezTo>
                  <a:pt x="2207035" y="4062102"/>
                  <a:pt x="2207035" y="4063149"/>
                  <a:pt x="2206669" y="4063829"/>
                </a:cubicBezTo>
                <a:lnTo>
                  <a:pt x="2196938" y="4080729"/>
                </a:lnTo>
                <a:cubicBezTo>
                  <a:pt x="2196571" y="4081409"/>
                  <a:pt x="2195630" y="4081932"/>
                  <a:pt x="2194845" y="4081932"/>
                </a:cubicBezTo>
                <a:lnTo>
                  <a:pt x="2175329" y="4081932"/>
                </a:lnTo>
                <a:cubicBezTo>
                  <a:pt x="2174544" y="4081932"/>
                  <a:pt x="2173602" y="4081409"/>
                  <a:pt x="2173236" y="4080729"/>
                </a:cubicBezTo>
                <a:lnTo>
                  <a:pt x="2163504" y="4063829"/>
                </a:lnTo>
                <a:cubicBezTo>
                  <a:pt x="2163137" y="4063149"/>
                  <a:pt x="2163137" y="4062102"/>
                  <a:pt x="2163504" y="4061422"/>
                </a:cubicBezTo>
                <a:lnTo>
                  <a:pt x="2173236" y="4044522"/>
                </a:lnTo>
                <a:cubicBezTo>
                  <a:pt x="2173602" y="4043842"/>
                  <a:pt x="2174544" y="4043319"/>
                  <a:pt x="2175329" y="4043319"/>
                </a:cubicBezTo>
                <a:close/>
                <a:moveTo>
                  <a:pt x="2092555" y="4043110"/>
                </a:moveTo>
                <a:lnTo>
                  <a:pt x="2112280" y="4043110"/>
                </a:lnTo>
                <a:cubicBezTo>
                  <a:pt x="2113013" y="4043110"/>
                  <a:pt x="2114007" y="4043633"/>
                  <a:pt x="2114373" y="4044313"/>
                </a:cubicBezTo>
                <a:lnTo>
                  <a:pt x="2124210" y="4061370"/>
                </a:lnTo>
                <a:cubicBezTo>
                  <a:pt x="2124576" y="4062050"/>
                  <a:pt x="2124576" y="4063149"/>
                  <a:pt x="2124210" y="4063829"/>
                </a:cubicBezTo>
                <a:lnTo>
                  <a:pt x="2114373" y="4080886"/>
                </a:lnTo>
                <a:cubicBezTo>
                  <a:pt x="2114007" y="4081566"/>
                  <a:pt x="2113065" y="4082089"/>
                  <a:pt x="2112280" y="4082089"/>
                </a:cubicBezTo>
                <a:lnTo>
                  <a:pt x="2092555" y="4082089"/>
                </a:lnTo>
                <a:cubicBezTo>
                  <a:pt x="2091823" y="4082089"/>
                  <a:pt x="2090828" y="4081566"/>
                  <a:pt x="2090462" y="4080886"/>
                </a:cubicBezTo>
                <a:lnTo>
                  <a:pt x="2080626" y="4063829"/>
                </a:lnTo>
                <a:cubicBezTo>
                  <a:pt x="2080259" y="4063149"/>
                  <a:pt x="2080259" y="4062050"/>
                  <a:pt x="2080626" y="4061370"/>
                </a:cubicBezTo>
                <a:lnTo>
                  <a:pt x="2090462" y="4044313"/>
                </a:lnTo>
                <a:cubicBezTo>
                  <a:pt x="2090828" y="4043633"/>
                  <a:pt x="2091771" y="4043110"/>
                  <a:pt x="2092555" y="4043110"/>
                </a:cubicBezTo>
                <a:close/>
                <a:moveTo>
                  <a:pt x="1265506" y="4042220"/>
                </a:moveTo>
                <a:lnTo>
                  <a:pt x="1286121" y="4042220"/>
                </a:lnTo>
                <a:cubicBezTo>
                  <a:pt x="1286905" y="4042220"/>
                  <a:pt x="1287900" y="4042795"/>
                  <a:pt x="1288318" y="4043476"/>
                </a:cubicBezTo>
                <a:lnTo>
                  <a:pt x="1298626" y="4061318"/>
                </a:lnTo>
                <a:cubicBezTo>
                  <a:pt x="1299044" y="4062050"/>
                  <a:pt x="1299044" y="4063201"/>
                  <a:pt x="1298626" y="4063881"/>
                </a:cubicBezTo>
                <a:lnTo>
                  <a:pt x="1288318" y="4081723"/>
                </a:lnTo>
                <a:cubicBezTo>
                  <a:pt x="1287900" y="4082403"/>
                  <a:pt x="1286958" y="4082979"/>
                  <a:pt x="1286121" y="4082979"/>
                </a:cubicBezTo>
                <a:lnTo>
                  <a:pt x="1265506" y="4082979"/>
                </a:lnTo>
                <a:cubicBezTo>
                  <a:pt x="1264721" y="4082979"/>
                  <a:pt x="1263727" y="4082403"/>
                  <a:pt x="1263309" y="4081723"/>
                </a:cubicBezTo>
                <a:lnTo>
                  <a:pt x="1253001" y="4063881"/>
                </a:lnTo>
                <a:cubicBezTo>
                  <a:pt x="1252582" y="4063149"/>
                  <a:pt x="1252582" y="4061998"/>
                  <a:pt x="1253001" y="4061318"/>
                </a:cubicBezTo>
                <a:lnTo>
                  <a:pt x="1263309" y="4043476"/>
                </a:lnTo>
                <a:cubicBezTo>
                  <a:pt x="1263727" y="4042795"/>
                  <a:pt x="1264669" y="4042220"/>
                  <a:pt x="1265506" y="4042220"/>
                </a:cubicBezTo>
                <a:close/>
                <a:moveTo>
                  <a:pt x="1926224" y="4041017"/>
                </a:moveTo>
                <a:lnTo>
                  <a:pt x="1947990" y="4041017"/>
                </a:lnTo>
                <a:cubicBezTo>
                  <a:pt x="1948880" y="4041017"/>
                  <a:pt x="1949926" y="4041645"/>
                  <a:pt x="1950345" y="4042377"/>
                </a:cubicBezTo>
                <a:lnTo>
                  <a:pt x="1961227" y="4061265"/>
                </a:lnTo>
                <a:cubicBezTo>
                  <a:pt x="1961646" y="4062050"/>
                  <a:pt x="1961646" y="4063254"/>
                  <a:pt x="1961227" y="4063986"/>
                </a:cubicBezTo>
                <a:lnTo>
                  <a:pt x="1950345" y="4082874"/>
                </a:lnTo>
                <a:cubicBezTo>
                  <a:pt x="1949874" y="4083607"/>
                  <a:pt x="1948827" y="4084235"/>
                  <a:pt x="1947990" y="4084235"/>
                </a:cubicBezTo>
                <a:lnTo>
                  <a:pt x="1926224" y="4084235"/>
                </a:lnTo>
                <a:cubicBezTo>
                  <a:pt x="1925335" y="4084235"/>
                  <a:pt x="1924288" y="4083607"/>
                  <a:pt x="1923870" y="4082874"/>
                </a:cubicBezTo>
                <a:lnTo>
                  <a:pt x="1912987" y="4063986"/>
                </a:lnTo>
                <a:cubicBezTo>
                  <a:pt x="1912568" y="4063201"/>
                  <a:pt x="1912568" y="4061998"/>
                  <a:pt x="1912987" y="4061265"/>
                </a:cubicBezTo>
                <a:lnTo>
                  <a:pt x="1923870" y="4042377"/>
                </a:lnTo>
                <a:cubicBezTo>
                  <a:pt x="1924341" y="4041645"/>
                  <a:pt x="1925387" y="4041017"/>
                  <a:pt x="1926224" y="4041017"/>
                </a:cubicBezTo>
                <a:close/>
                <a:moveTo>
                  <a:pt x="2256217" y="4039814"/>
                </a:moveTo>
                <a:lnTo>
                  <a:pt x="2279239" y="4039814"/>
                </a:lnTo>
                <a:cubicBezTo>
                  <a:pt x="2280128" y="4039814"/>
                  <a:pt x="2281227" y="4040442"/>
                  <a:pt x="2281698" y="4041226"/>
                </a:cubicBezTo>
                <a:lnTo>
                  <a:pt x="2293209" y="4061161"/>
                </a:lnTo>
                <a:cubicBezTo>
                  <a:pt x="2293680" y="4061946"/>
                  <a:pt x="2293680" y="4063202"/>
                  <a:pt x="2293209" y="4063987"/>
                </a:cubicBezTo>
                <a:lnTo>
                  <a:pt x="2281698" y="4083921"/>
                </a:lnTo>
                <a:cubicBezTo>
                  <a:pt x="2281227" y="4084706"/>
                  <a:pt x="2280128" y="4085334"/>
                  <a:pt x="2279239" y="4085334"/>
                </a:cubicBezTo>
                <a:lnTo>
                  <a:pt x="2256217" y="4085334"/>
                </a:lnTo>
                <a:cubicBezTo>
                  <a:pt x="2255328" y="4085334"/>
                  <a:pt x="2254229" y="4084706"/>
                  <a:pt x="2253758" y="4083921"/>
                </a:cubicBezTo>
                <a:lnTo>
                  <a:pt x="2242248" y="4063987"/>
                </a:lnTo>
                <a:cubicBezTo>
                  <a:pt x="2241776" y="4063202"/>
                  <a:pt x="2241776" y="4061946"/>
                  <a:pt x="2242248" y="4061161"/>
                </a:cubicBezTo>
                <a:lnTo>
                  <a:pt x="2253758" y="4041226"/>
                </a:lnTo>
                <a:cubicBezTo>
                  <a:pt x="2254229" y="4040442"/>
                  <a:pt x="2255328" y="4039814"/>
                  <a:pt x="2256217" y="4039814"/>
                </a:cubicBezTo>
                <a:close/>
                <a:moveTo>
                  <a:pt x="1429639" y="4039814"/>
                </a:moveTo>
                <a:lnTo>
                  <a:pt x="1452661" y="4039814"/>
                </a:lnTo>
                <a:cubicBezTo>
                  <a:pt x="1453550" y="4039814"/>
                  <a:pt x="1454649" y="4040442"/>
                  <a:pt x="1455120" y="4041226"/>
                </a:cubicBezTo>
                <a:lnTo>
                  <a:pt x="1466631" y="4061161"/>
                </a:lnTo>
                <a:cubicBezTo>
                  <a:pt x="1467101" y="4061946"/>
                  <a:pt x="1467101" y="4063202"/>
                  <a:pt x="1466631" y="4063987"/>
                </a:cubicBezTo>
                <a:lnTo>
                  <a:pt x="1455120" y="4083921"/>
                </a:lnTo>
                <a:cubicBezTo>
                  <a:pt x="1454649" y="4084706"/>
                  <a:pt x="1453550" y="4085334"/>
                  <a:pt x="1452661" y="4085334"/>
                </a:cubicBezTo>
                <a:lnTo>
                  <a:pt x="1429639" y="4085334"/>
                </a:lnTo>
                <a:cubicBezTo>
                  <a:pt x="1428750" y="4085334"/>
                  <a:pt x="1427651" y="4084706"/>
                  <a:pt x="1427180" y="4083921"/>
                </a:cubicBezTo>
                <a:lnTo>
                  <a:pt x="1415669" y="4063987"/>
                </a:lnTo>
                <a:cubicBezTo>
                  <a:pt x="1415198" y="4063202"/>
                  <a:pt x="1415198" y="4061946"/>
                  <a:pt x="1415669" y="4061161"/>
                </a:cubicBezTo>
                <a:lnTo>
                  <a:pt x="1427180" y="4041226"/>
                </a:lnTo>
                <a:cubicBezTo>
                  <a:pt x="1427651" y="4040442"/>
                  <a:pt x="1428750" y="4039814"/>
                  <a:pt x="1429639" y="4039814"/>
                </a:cubicBezTo>
                <a:close/>
                <a:moveTo>
                  <a:pt x="2669245" y="4039343"/>
                </a:moveTo>
                <a:lnTo>
                  <a:pt x="2692738" y="4039343"/>
                </a:lnTo>
                <a:cubicBezTo>
                  <a:pt x="2693679" y="4039343"/>
                  <a:pt x="2694778" y="4040023"/>
                  <a:pt x="2695249" y="4040808"/>
                </a:cubicBezTo>
                <a:lnTo>
                  <a:pt x="2707022" y="4061161"/>
                </a:lnTo>
                <a:cubicBezTo>
                  <a:pt x="2707492" y="4061998"/>
                  <a:pt x="2707492" y="4063306"/>
                  <a:pt x="2707022" y="4064091"/>
                </a:cubicBezTo>
                <a:lnTo>
                  <a:pt x="2695249" y="4084444"/>
                </a:lnTo>
                <a:cubicBezTo>
                  <a:pt x="2694778" y="4085282"/>
                  <a:pt x="2693679" y="4085909"/>
                  <a:pt x="2692738" y="4085909"/>
                </a:cubicBezTo>
                <a:lnTo>
                  <a:pt x="2669245" y="4085909"/>
                </a:lnTo>
                <a:cubicBezTo>
                  <a:pt x="2668303" y="4085909"/>
                  <a:pt x="2667205" y="4085229"/>
                  <a:pt x="2666733" y="4084444"/>
                </a:cubicBezTo>
                <a:lnTo>
                  <a:pt x="2654961" y="4064091"/>
                </a:lnTo>
                <a:cubicBezTo>
                  <a:pt x="2654490" y="4063254"/>
                  <a:pt x="2654490" y="4061946"/>
                  <a:pt x="2654961" y="4061161"/>
                </a:cubicBezTo>
                <a:lnTo>
                  <a:pt x="2666733" y="4040808"/>
                </a:lnTo>
                <a:cubicBezTo>
                  <a:pt x="2667205" y="4039971"/>
                  <a:pt x="2668303" y="4039343"/>
                  <a:pt x="2669245" y="4039343"/>
                </a:cubicBezTo>
                <a:close/>
                <a:moveTo>
                  <a:pt x="2751862" y="4039133"/>
                </a:moveTo>
                <a:lnTo>
                  <a:pt x="2775563" y="4039133"/>
                </a:lnTo>
                <a:cubicBezTo>
                  <a:pt x="2776505" y="4039133"/>
                  <a:pt x="2777656" y="4039813"/>
                  <a:pt x="2778127" y="4040598"/>
                </a:cubicBezTo>
                <a:lnTo>
                  <a:pt x="2789952" y="4061108"/>
                </a:lnTo>
                <a:cubicBezTo>
                  <a:pt x="2790423" y="4061893"/>
                  <a:pt x="2790423" y="4063253"/>
                  <a:pt x="2789952" y="4064038"/>
                </a:cubicBezTo>
                <a:lnTo>
                  <a:pt x="2778127" y="4084548"/>
                </a:lnTo>
                <a:cubicBezTo>
                  <a:pt x="2777656" y="4085333"/>
                  <a:pt x="2776505" y="4086013"/>
                  <a:pt x="2775563" y="4086013"/>
                </a:cubicBezTo>
                <a:lnTo>
                  <a:pt x="2751862" y="4086013"/>
                </a:lnTo>
                <a:cubicBezTo>
                  <a:pt x="2750920" y="4086013"/>
                  <a:pt x="2749769" y="4085333"/>
                  <a:pt x="2749298" y="4084548"/>
                </a:cubicBezTo>
                <a:lnTo>
                  <a:pt x="2737473" y="4064038"/>
                </a:lnTo>
                <a:cubicBezTo>
                  <a:pt x="2737002" y="4063253"/>
                  <a:pt x="2737002" y="4061893"/>
                  <a:pt x="2737473" y="4061108"/>
                </a:cubicBezTo>
                <a:lnTo>
                  <a:pt x="2749298" y="4040598"/>
                </a:lnTo>
                <a:cubicBezTo>
                  <a:pt x="2749769" y="4039813"/>
                  <a:pt x="2750920" y="4039133"/>
                  <a:pt x="2751862" y="4039133"/>
                </a:cubicBezTo>
                <a:close/>
                <a:moveTo>
                  <a:pt x="1346500" y="4038924"/>
                </a:moveTo>
                <a:lnTo>
                  <a:pt x="1370463" y="4038924"/>
                </a:lnTo>
                <a:cubicBezTo>
                  <a:pt x="1371405" y="4038924"/>
                  <a:pt x="1372556" y="4039552"/>
                  <a:pt x="1373027" y="4040389"/>
                </a:cubicBezTo>
                <a:lnTo>
                  <a:pt x="1385008" y="4061108"/>
                </a:lnTo>
                <a:cubicBezTo>
                  <a:pt x="1385479" y="4061946"/>
                  <a:pt x="1385479" y="4063254"/>
                  <a:pt x="1385008" y="4064091"/>
                </a:cubicBezTo>
                <a:lnTo>
                  <a:pt x="1373027" y="4084810"/>
                </a:lnTo>
                <a:cubicBezTo>
                  <a:pt x="1372556" y="4085595"/>
                  <a:pt x="1371405" y="4086275"/>
                  <a:pt x="1370463" y="4086275"/>
                </a:cubicBezTo>
                <a:lnTo>
                  <a:pt x="1346500" y="4086275"/>
                </a:lnTo>
                <a:cubicBezTo>
                  <a:pt x="1345558" y="4086275"/>
                  <a:pt x="1344407" y="4085647"/>
                  <a:pt x="1343936" y="4084810"/>
                </a:cubicBezTo>
                <a:lnTo>
                  <a:pt x="1331954" y="4064091"/>
                </a:lnTo>
                <a:cubicBezTo>
                  <a:pt x="1331483" y="4063254"/>
                  <a:pt x="1331483" y="4061946"/>
                  <a:pt x="1331954" y="4061108"/>
                </a:cubicBezTo>
                <a:lnTo>
                  <a:pt x="1343936" y="4040389"/>
                </a:lnTo>
                <a:cubicBezTo>
                  <a:pt x="1344407" y="4039604"/>
                  <a:pt x="1345558" y="4038924"/>
                  <a:pt x="1346500" y="4038924"/>
                </a:cubicBezTo>
                <a:close/>
                <a:moveTo>
                  <a:pt x="1511679" y="4038558"/>
                </a:moveTo>
                <a:lnTo>
                  <a:pt x="1535956" y="4038558"/>
                </a:lnTo>
                <a:cubicBezTo>
                  <a:pt x="1536950" y="4038558"/>
                  <a:pt x="1538101" y="4039238"/>
                  <a:pt x="1538572" y="4040076"/>
                </a:cubicBezTo>
                <a:lnTo>
                  <a:pt x="1550711" y="4061109"/>
                </a:lnTo>
                <a:cubicBezTo>
                  <a:pt x="1551182" y="4061894"/>
                  <a:pt x="1551182" y="4063254"/>
                  <a:pt x="1550711" y="4064091"/>
                </a:cubicBezTo>
                <a:lnTo>
                  <a:pt x="1538572" y="4085124"/>
                </a:lnTo>
                <a:cubicBezTo>
                  <a:pt x="1538101" y="4085961"/>
                  <a:pt x="1536898" y="4086642"/>
                  <a:pt x="1535956" y="4086642"/>
                </a:cubicBezTo>
                <a:lnTo>
                  <a:pt x="1511679" y="4086642"/>
                </a:lnTo>
                <a:cubicBezTo>
                  <a:pt x="1510685" y="4086642"/>
                  <a:pt x="1509534" y="4085961"/>
                  <a:pt x="1509063" y="4085124"/>
                </a:cubicBezTo>
                <a:lnTo>
                  <a:pt x="1496924" y="4064091"/>
                </a:lnTo>
                <a:cubicBezTo>
                  <a:pt x="1496453" y="4063306"/>
                  <a:pt x="1496453" y="4061946"/>
                  <a:pt x="1496924" y="4061109"/>
                </a:cubicBezTo>
                <a:lnTo>
                  <a:pt x="1509063" y="4040076"/>
                </a:lnTo>
                <a:cubicBezTo>
                  <a:pt x="1509534" y="4039238"/>
                  <a:pt x="1510737" y="4038558"/>
                  <a:pt x="1511679" y="4038558"/>
                </a:cubicBezTo>
                <a:close/>
                <a:moveTo>
                  <a:pt x="2007323" y="4038035"/>
                </a:moveTo>
                <a:lnTo>
                  <a:pt x="2032176" y="4038035"/>
                </a:lnTo>
                <a:cubicBezTo>
                  <a:pt x="2033170" y="4038035"/>
                  <a:pt x="2034373" y="4038715"/>
                  <a:pt x="2034844" y="4039552"/>
                </a:cubicBezTo>
                <a:lnTo>
                  <a:pt x="2047297" y="4061057"/>
                </a:lnTo>
                <a:cubicBezTo>
                  <a:pt x="2047768" y="4061894"/>
                  <a:pt x="2047768" y="4063306"/>
                  <a:pt x="2047297" y="4064143"/>
                </a:cubicBezTo>
                <a:lnTo>
                  <a:pt x="2034844" y="4085648"/>
                </a:lnTo>
                <a:cubicBezTo>
                  <a:pt x="2034373" y="4086485"/>
                  <a:pt x="2033170" y="4087165"/>
                  <a:pt x="2032176" y="4087165"/>
                </a:cubicBezTo>
                <a:lnTo>
                  <a:pt x="2007323" y="4087165"/>
                </a:lnTo>
                <a:cubicBezTo>
                  <a:pt x="2006329" y="4087165"/>
                  <a:pt x="2005125" y="4086485"/>
                  <a:pt x="2004655" y="4085648"/>
                </a:cubicBezTo>
                <a:lnTo>
                  <a:pt x="1992202" y="4064143"/>
                </a:lnTo>
                <a:cubicBezTo>
                  <a:pt x="1991731" y="4063306"/>
                  <a:pt x="1991731" y="4061894"/>
                  <a:pt x="1992202" y="4061057"/>
                </a:cubicBezTo>
                <a:lnTo>
                  <a:pt x="2004655" y="4039552"/>
                </a:lnTo>
                <a:cubicBezTo>
                  <a:pt x="2005125" y="4038715"/>
                  <a:pt x="2006329" y="4038035"/>
                  <a:pt x="2007323" y="4038035"/>
                </a:cubicBezTo>
                <a:close/>
                <a:moveTo>
                  <a:pt x="1592778" y="4035523"/>
                </a:moveTo>
                <a:lnTo>
                  <a:pt x="1620142" y="4035523"/>
                </a:lnTo>
                <a:cubicBezTo>
                  <a:pt x="1621241" y="4035523"/>
                  <a:pt x="1622549" y="4036255"/>
                  <a:pt x="1623072" y="4037197"/>
                </a:cubicBezTo>
                <a:lnTo>
                  <a:pt x="1636780" y="4060899"/>
                </a:lnTo>
                <a:cubicBezTo>
                  <a:pt x="1637303" y="4061841"/>
                  <a:pt x="1637303" y="4063358"/>
                  <a:pt x="1636780" y="4064300"/>
                </a:cubicBezTo>
                <a:lnTo>
                  <a:pt x="1623072" y="4088002"/>
                </a:lnTo>
                <a:cubicBezTo>
                  <a:pt x="1622549" y="4088943"/>
                  <a:pt x="1621241" y="4089676"/>
                  <a:pt x="1620142" y="4089676"/>
                </a:cubicBezTo>
                <a:lnTo>
                  <a:pt x="1592778" y="4089676"/>
                </a:lnTo>
                <a:cubicBezTo>
                  <a:pt x="1591679" y="4089676"/>
                  <a:pt x="1590371" y="4088943"/>
                  <a:pt x="1589848" y="4088002"/>
                </a:cubicBezTo>
                <a:lnTo>
                  <a:pt x="1576139" y="4064300"/>
                </a:lnTo>
                <a:cubicBezTo>
                  <a:pt x="1575616" y="4063358"/>
                  <a:pt x="1575616" y="4061841"/>
                  <a:pt x="1576139" y="4060899"/>
                </a:cubicBezTo>
                <a:lnTo>
                  <a:pt x="1589848" y="4037197"/>
                </a:lnTo>
                <a:cubicBezTo>
                  <a:pt x="1590371" y="4036255"/>
                  <a:pt x="1591679" y="4035523"/>
                  <a:pt x="1592778" y="4035523"/>
                </a:cubicBezTo>
                <a:close/>
                <a:moveTo>
                  <a:pt x="2501972" y="4035471"/>
                </a:moveTo>
                <a:lnTo>
                  <a:pt x="2529389" y="4035471"/>
                </a:lnTo>
                <a:cubicBezTo>
                  <a:pt x="2530488" y="4035471"/>
                  <a:pt x="2531796" y="4036204"/>
                  <a:pt x="2532319" y="4037145"/>
                </a:cubicBezTo>
                <a:lnTo>
                  <a:pt x="2546027" y="4060899"/>
                </a:lnTo>
                <a:cubicBezTo>
                  <a:pt x="2546550" y="4061841"/>
                  <a:pt x="2546550" y="4063359"/>
                  <a:pt x="2546027" y="4064300"/>
                </a:cubicBezTo>
                <a:lnTo>
                  <a:pt x="2532319" y="4088054"/>
                </a:lnTo>
                <a:cubicBezTo>
                  <a:pt x="2531796" y="4088944"/>
                  <a:pt x="2530488" y="4089729"/>
                  <a:pt x="2529389" y="4089729"/>
                </a:cubicBezTo>
                <a:lnTo>
                  <a:pt x="2501972" y="4089729"/>
                </a:lnTo>
                <a:cubicBezTo>
                  <a:pt x="2500874" y="4089729"/>
                  <a:pt x="2499566" y="4088996"/>
                  <a:pt x="2499043" y="4088054"/>
                </a:cubicBezTo>
                <a:lnTo>
                  <a:pt x="2485334" y="4064300"/>
                </a:lnTo>
                <a:cubicBezTo>
                  <a:pt x="2484811" y="4063359"/>
                  <a:pt x="2484811" y="4061841"/>
                  <a:pt x="2485334" y="4060899"/>
                </a:cubicBezTo>
                <a:lnTo>
                  <a:pt x="2499043" y="4037145"/>
                </a:lnTo>
                <a:cubicBezTo>
                  <a:pt x="2499566" y="4036256"/>
                  <a:pt x="2500874" y="4035471"/>
                  <a:pt x="2501972" y="4035471"/>
                </a:cubicBezTo>
                <a:close/>
                <a:moveTo>
                  <a:pt x="1758010" y="4035314"/>
                </a:moveTo>
                <a:lnTo>
                  <a:pt x="1785531" y="4035314"/>
                </a:lnTo>
                <a:cubicBezTo>
                  <a:pt x="1786578" y="4035314"/>
                  <a:pt x="1787938" y="4036099"/>
                  <a:pt x="1788461" y="4037041"/>
                </a:cubicBezTo>
                <a:lnTo>
                  <a:pt x="1802222" y="4060899"/>
                </a:lnTo>
                <a:cubicBezTo>
                  <a:pt x="1802745" y="4061841"/>
                  <a:pt x="1802745" y="4063359"/>
                  <a:pt x="1802222" y="4064300"/>
                </a:cubicBezTo>
                <a:lnTo>
                  <a:pt x="1788461" y="4088159"/>
                </a:lnTo>
                <a:cubicBezTo>
                  <a:pt x="1787938" y="4089101"/>
                  <a:pt x="1786630" y="4089886"/>
                  <a:pt x="1785531" y="4089886"/>
                </a:cubicBezTo>
                <a:lnTo>
                  <a:pt x="1758010" y="4089886"/>
                </a:lnTo>
                <a:cubicBezTo>
                  <a:pt x="1756964" y="4089886"/>
                  <a:pt x="1755603" y="4089101"/>
                  <a:pt x="1755080" y="4088159"/>
                </a:cubicBezTo>
                <a:lnTo>
                  <a:pt x="1741320" y="4064300"/>
                </a:lnTo>
                <a:cubicBezTo>
                  <a:pt x="1740796" y="4063359"/>
                  <a:pt x="1740796" y="4061841"/>
                  <a:pt x="1741320" y="4060899"/>
                </a:cubicBezTo>
                <a:lnTo>
                  <a:pt x="1755080" y="4037041"/>
                </a:lnTo>
                <a:cubicBezTo>
                  <a:pt x="1755603" y="4036099"/>
                  <a:pt x="1756911" y="4035314"/>
                  <a:pt x="1758010" y="4035314"/>
                </a:cubicBezTo>
                <a:close/>
                <a:moveTo>
                  <a:pt x="2419148" y="4035105"/>
                </a:moveTo>
                <a:lnTo>
                  <a:pt x="2446931" y="4035105"/>
                </a:lnTo>
                <a:cubicBezTo>
                  <a:pt x="2448029" y="4035105"/>
                  <a:pt x="2449390" y="4035890"/>
                  <a:pt x="2449913" y="4036832"/>
                </a:cubicBezTo>
                <a:lnTo>
                  <a:pt x="2463778" y="4060900"/>
                </a:lnTo>
                <a:cubicBezTo>
                  <a:pt x="2464301" y="4061841"/>
                  <a:pt x="2464301" y="4063411"/>
                  <a:pt x="2463778" y="4064353"/>
                </a:cubicBezTo>
                <a:lnTo>
                  <a:pt x="2449913" y="4088421"/>
                </a:lnTo>
                <a:cubicBezTo>
                  <a:pt x="2449338" y="4089363"/>
                  <a:pt x="2448029" y="4090148"/>
                  <a:pt x="2446931" y="4090148"/>
                </a:cubicBezTo>
                <a:lnTo>
                  <a:pt x="2419148" y="4090148"/>
                </a:lnTo>
                <a:cubicBezTo>
                  <a:pt x="2418049" y="4090148"/>
                  <a:pt x="2416689" y="4089363"/>
                  <a:pt x="2416166" y="4088421"/>
                </a:cubicBezTo>
                <a:lnTo>
                  <a:pt x="2402300" y="4064353"/>
                </a:lnTo>
                <a:cubicBezTo>
                  <a:pt x="2401777" y="4063411"/>
                  <a:pt x="2401777" y="4061841"/>
                  <a:pt x="2402300" y="4060900"/>
                </a:cubicBezTo>
                <a:lnTo>
                  <a:pt x="2416166" y="4036832"/>
                </a:lnTo>
                <a:cubicBezTo>
                  <a:pt x="2416741" y="4035890"/>
                  <a:pt x="2418049" y="4035105"/>
                  <a:pt x="2419148" y="4035105"/>
                </a:cubicBezTo>
                <a:close/>
                <a:moveTo>
                  <a:pt x="2336270" y="4034634"/>
                </a:moveTo>
                <a:lnTo>
                  <a:pt x="2364576" y="4034634"/>
                </a:lnTo>
                <a:cubicBezTo>
                  <a:pt x="2365675" y="4034634"/>
                  <a:pt x="2367035" y="4035419"/>
                  <a:pt x="2367611" y="4036361"/>
                </a:cubicBezTo>
                <a:lnTo>
                  <a:pt x="2381738" y="4060847"/>
                </a:lnTo>
                <a:cubicBezTo>
                  <a:pt x="2382313" y="4061841"/>
                  <a:pt x="2382313" y="4063411"/>
                  <a:pt x="2381738" y="4064353"/>
                </a:cubicBezTo>
                <a:lnTo>
                  <a:pt x="2367611" y="4088840"/>
                </a:lnTo>
                <a:cubicBezTo>
                  <a:pt x="2367035" y="4089781"/>
                  <a:pt x="2365675" y="4090566"/>
                  <a:pt x="2364576" y="4090566"/>
                </a:cubicBezTo>
                <a:lnTo>
                  <a:pt x="2336270" y="4090566"/>
                </a:lnTo>
                <a:cubicBezTo>
                  <a:pt x="2335171" y="4090566"/>
                  <a:pt x="2333811" y="4089781"/>
                  <a:pt x="2333235" y="4088840"/>
                </a:cubicBezTo>
                <a:lnTo>
                  <a:pt x="2319109" y="4064353"/>
                </a:lnTo>
                <a:cubicBezTo>
                  <a:pt x="2318533" y="4063359"/>
                  <a:pt x="2318533" y="4061789"/>
                  <a:pt x="2319109" y="4060847"/>
                </a:cubicBezTo>
                <a:lnTo>
                  <a:pt x="2333235" y="4036361"/>
                </a:lnTo>
                <a:cubicBezTo>
                  <a:pt x="2333811" y="4035419"/>
                  <a:pt x="2335171" y="4034634"/>
                  <a:pt x="2336270" y="4034634"/>
                </a:cubicBezTo>
                <a:close/>
                <a:moveTo>
                  <a:pt x="2583908" y="4034006"/>
                </a:moveTo>
                <a:lnTo>
                  <a:pt x="2612790" y="4034006"/>
                </a:lnTo>
                <a:cubicBezTo>
                  <a:pt x="2613941" y="4034006"/>
                  <a:pt x="2615301" y="4034791"/>
                  <a:pt x="2615877" y="4035785"/>
                </a:cubicBezTo>
                <a:lnTo>
                  <a:pt x="2630318" y="4060795"/>
                </a:lnTo>
                <a:cubicBezTo>
                  <a:pt x="2630893" y="4061789"/>
                  <a:pt x="2630893" y="4063359"/>
                  <a:pt x="2630318" y="4064353"/>
                </a:cubicBezTo>
                <a:lnTo>
                  <a:pt x="2615877" y="4089362"/>
                </a:lnTo>
                <a:cubicBezTo>
                  <a:pt x="2615301" y="4090357"/>
                  <a:pt x="2613941" y="4091142"/>
                  <a:pt x="2612790" y="4091142"/>
                </a:cubicBezTo>
                <a:lnTo>
                  <a:pt x="2583908" y="4091142"/>
                </a:lnTo>
                <a:cubicBezTo>
                  <a:pt x="2582757" y="4091142"/>
                  <a:pt x="2581397" y="4090357"/>
                  <a:pt x="2580821" y="4089362"/>
                </a:cubicBezTo>
                <a:lnTo>
                  <a:pt x="2566381" y="4064353"/>
                </a:lnTo>
                <a:cubicBezTo>
                  <a:pt x="2565805" y="4063359"/>
                  <a:pt x="2565805" y="4061789"/>
                  <a:pt x="2566381" y="4060795"/>
                </a:cubicBezTo>
                <a:lnTo>
                  <a:pt x="2580821" y="4035785"/>
                </a:lnTo>
                <a:cubicBezTo>
                  <a:pt x="2581397" y="4034791"/>
                  <a:pt x="2582757" y="4034006"/>
                  <a:pt x="2583908" y="4034006"/>
                </a:cubicBezTo>
                <a:close/>
                <a:moveTo>
                  <a:pt x="1673720" y="4032175"/>
                </a:moveTo>
                <a:lnTo>
                  <a:pt x="1704485" y="4032175"/>
                </a:lnTo>
                <a:cubicBezTo>
                  <a:pt x="1705688" y="4032175"/>
                  <a:pt x="1707153" y="4033012"/>
                  <a:pt x="1707781" y="4034059"/>
                </a:cubicBezTo>
                <a:lnTo>
                  <a:pt x="1723164" y="4060690"/>
                </a:lnTo>
                <a:cubicBezTo>
                  <a:pt x="1723791" y="4061737"/>
                  <a:pt x="1723791" y="4063463"/>
                  <a:pt x="1723164" y="4064510"/>
                </a:cubicBezTo>
                <a:lnTo>
                  <a:pt x="1707781" y="4091142"/>
                </a:lnTo>
                <a:cubicBezTo>
                  <a:pt x="1707153" y="4092188"/>
                  <a:pt x="1705688" y="4093025"/>
                  <a:pt x="1704485" y="4093025"/>
                </a:cubicBezTo>
                <a:lnTo>
                  <a:pt x="1673720" y="4093025"/>
                </a:lnTo>
                <a:cubicBezTo>
                  <a:pt x="1672516" y="4093025"/>
                  <a:pt x="1671051" y="4092188"/>
                  <a:pt x="1670423" y="4091142"/>
                </a:cubicBezTo>
                <a:lnTo>
                  <a:pt x="1655041" y="4064510"/>
                </a:lnTo>
                <a:cubicBezTo>
                  <a:pt x="1654413" y="4063463"/>
                  <a:pt x="1654413" y="4061737"/>
                  <a:pt x="1655041" y="4060690"/>
                </a:cubicBezTo>
                <a:lnTo>
                  <a:pt x="1670423" y="4034059"/>
                </a:lnTo>
                <a:cubicBezTo>
                  <a:pt x="1671051" y="4033012"/>
                  <a:pt x="1672516" y="4032175"/>
                  <a:pt x="1673720" y="4032175"/>
                </a:cubicBezTo>
                <a:close/>
                <a:moveTo>
                  <a:pt x="608449" y="3967871"/>
                </a:moveTo>
                <a:lnTo>
                  <a:pt x="620640" y="3967871"/>
                </a:lnTo>
                <a:cubicBezTo>
                  <a:pt x="621111" y="3967871"/>
                  <a:pt x="621686" y="3968185"/>
                  <a:pt x="621948" y="3968603"/>
                </a:cubicBezTo>
                <a:lnTo>
                  <a:pt x="628069" y="3979172"/>
                </a:lnTo>
                <a:cubicBezTo>
                  <a:pt x="628331" y="3979591"/>
                  <a:pt x="628331" y="3980271"/>
                  <a:pt x="628069" y="3980690"/>
                </a:cubicBezTo>
                <a:lnTo>
                  <a:pt x="621948" y="3991259"/>
                </a:lnTo>
                <a:cubicBezTo>
                  <a:pt x="621686" y="3991677"/>
                  <a:pt x="621111" y="3991991"/>
                  <a:pt x="620640" y="3991991"/>
                </a:cubicBezTo>
                <a:lnTo>
                  <a:pt x="608449" y="3991991"/>
                </a:lnTo>
                <a:cubicBezTo>
                  <a:pt x="607978" y="3991991"/>
                  <a:pt x="607402" y="3991677"/>
                  <a:pt x="607141" y="3991259"/>
                </a:cubicBezTo>
                <a:lnTo>
                  <a:pt x="601019" y="3980690"/>
                </a:lnTo>
                <a:cubicBezTo>
                  <a:pt x="600758" y="3980271"/>
                  <a:pt x="600758" y="3979591"/>
                  <a:pt x="601019" y="3979172"/>
                </a:cubicBezTo>
                <a:lnTo>
                  <a:pt x="607141" y="3968603"/>
                </a:lnTo>
                <a:cubicBezTo>
                  <a:pt x="607402" y="3968185"/>
                  <a:pt x="607978" y="3967871"/>
                  <a:pt x="608449" y="3967871"/>
                </a:cubicBezTo>
                <a:close/>
                <a:moveTo>
                  <a:pt x="2840024" y="3967400"/>
                </a:moveTo>
                <a:lnTo>
                  <a:pt x="2852685" y="3967400"/>
                </a:lnTo>
                <a:cubicBezTo>
                  <a:pt x="2853208" y="3967400"/>
                  <a:pt x="2853784" y="3967766"/>
                  <a:pt x="2854046" y="3968185"/>
                </a:cubicBezTo>
                <a:lnTo>
                  <a:pt x="2860376" y="3979120"/>
                </a:lnTo>
                <a:cubicBezTo>
                  <a:pt x="2860638" y="3979539"/>
                  <a:pt x="2860638" y="3980271"/>
                  <a:pt x="2860376" y="3980690"/>
                </a:cubicBezTo>
                <a:lnTo>
                  <a:pt x="2854046" y="3991625"/>
                </a:lnTo>
                <a:cubicBezTo>
                  <a:pt x="2853784" y="3992044"/>
                  <a:pt x="2853208" y="3992410"/>
                  <a:pt x="2852685" y="3992410"/>
                </a:cubicBezTo>
                <a:lnTo>
                  <a:pt x="2840024" y="3992410"/>
                </a:lnTo>
                <a:cubicBezTo>
                  <a:pt x="2839500" y="3992410"/>
                  <a:pt x="2838925" y="3992044"/>
                  <a:pt x="2838663" y="3991625"/>
                </a:cubicBezTo>
                <a:lnTo>
                  <a:pt x="2832332" y="3980690"/>
                </a:lnTo>
                <a:cubicBezTo>
                  <a:pt x="2832071" y="3980271"/>
                  <a:pt x="2832071" y="3979539"/>
                  <a:pt x="2832332" y="3979120"/>
                </a:cubicBezTo>
                <a:lnTo>
                  <a:pt x="2838663" y="3968185"/>
                </a:lnTo>
                <a:cubicBezTo>
                  <a:pt x="2838925" y="3967766"/>
                  <a:pt x="2839500" y="3967400"/>
                  <a:pt x="2840024" y="3967400"/>
                </a:cubicBezTo>
                <a:close/>
                <a:moveTo>
                  <a:pt x="690752" y="3967139"/>
                </a:moveTo>
                <a:lnTo>
                  <a:pt x="703728" y="3967139"/>
                </a:lnTo>
                <a:cubicBezTo>
                  <a:pt x="704251" y="3967139"/>
                  <a:pt x="704879" y="3967505"/>
                  <a:pt x="705141" y="3967924"/>
                </a:cubicBezTo>
                <a:lnTo>
                  <a:pt x="711628" y="3979121"/>
                </a:lnTo>
                <a:cubicBezTo>
                  <a:pt x="711890" y="3979592"/>
                  <a:pt x="711890" y="3980324"/>
                  <a:pt x="711628" y="3980743"/>
                </a:cubicBezTo>
                <a:lnTo>
                  <a:pt x="705141" y="3991939"/>
                </a:lnTo>
                <a:cubicBezTo>
                  <a:pt x="704879" y="3992358"/>
                  <a:pt x="704251" y="3992724"/>
                  <a:pt x="703728" y="3992724"/>
                </a:cubicBezTo>
                <a:lnTo>
                  <a:pt x="690752" y="3992724"/>
                </a:lnTo>
                <a:cubicBezTo>
                  <a:pt x="690229" y="3992724"/>
                  <a:pt x="689601" y="3992358"/>
                  <a:pt x="689339" y="3991939"/>
                </a:cubicBezTo>
                <a:lnTo>
                  <a:pt x="682851" y="3980743"/>
                </a:lnTo>
                <a:cubicBezTo>
                  <a:pt x="682590" y="3980272"/>
                  <a:pt x="682590" y="3979539"/>
                  <a:pt x="682851" y="3979121"/>
                </a:cubicBezTo>
                <a:lnTo>
                  <a:pt x="689339" y="3967924"/>
                </a:lnTo>
                <a:cubicBezTo>
                  <a:pt x="689601" y="3967505"/>
                  <a:pt x="690229" y="3967139"/>
                  <a:pt x="690752" y="3967139"/>
                </a:cubicBezTo>
                <a:close/>
                <a:moveTo>
                  <a:pt x="938495" y="3966720"/>
                </a:moveTo>
                <a:lnTo>
                  <a:pt x="951837" y="3966720"/>
                </a:lnTo>
                <a:cubicBezTo>
                  <a:pt x="952360" y="3966720"/>
                  <a:pt x="952988" y="3967086"/>
                  <a:pt x="953250" y="3967557"/>
                </a:cubicBezTo>
                <a:lnTo>
                  <a:pt x="959947" y="3979120"/>
                </a:lnTo>
                <a:cubicBezTo>
                  <a:pt x="960209" y="3979591"/>
                  <a:pt x="960209" y="3980324"/>
                  <a:pt x="959947" y="3980795"/>
                </a:cubicBezTo>
                <a:lnTo>
                  <a:pt x="953250" y="3992358"/>
                </a:lnTo>
                <a:cubicBezTo>
                  <a:pt x="952988" y="3992828"/>
                  <a:pt x="952360" y="3993195"/>
                  <a:pt x="951837" y="3993195"/>
                </a:cubicBezTo>
                <a:lnTo>
                  <a:pt x="938495" y="3993195"/>
                </a:lnTo>
                <a:cubicBezTo>
                  <a:pt x="937972" y="3993195"/>
                  <a:pt x="937344" y="3992828"/>
                  <a:pt x="937082" y="3992358"/>
                </a:cubicBezTo>
                <a:lnTo>
                  <a:pt x="930385" y="3980795"/>
                </a:lnTo>
                <a:cubicBezTo>
                  <a:pt x="930124" y="3980324"/>
                  <a:pt x="930124" y="3979591"/>
                  <a:pt x="930385" y="3979120"/>
                </a:cubicBezTo>
                <a:lnTo>
                  <a:pt x="937082" y="3967557"/>
                </a:lnTo>
                <a:cubicBezTo>
                  <a:pt x="937344" y="3967086"/>
                  <a:pt x="937972" y="3966720"/>
                  <a:pt x="938495" y="3966720"/>
                </a:cubicBezTo>
                <a:close/>
                <a:moveTo>
                  <a:pt x="772844" y="3965987"/>
                </a:moveTo>
                <a:lnTo>
                  <a:pt x="786918" y="3965987"/>
                </a:lnTo>
                <a:cubicBezTo>
                  <a:pt x="787494" y="3965987"/>
                  <a:pt x="788174" y="3966406"/>
                  <a:pt x="788436" y="3966877"/>
                </a:cubicBezTo>
                <a:lnTo>
                  <a:pt x="795447" y="3979067"/>
                </a:lnTo>
                <a:cubicBezTo>
                  <a:pt x="795708" y="3979538"/>
                  <a:pt x="795708" y="3980323"/>
                  <a:pt x="795447" y="3980794"/>
                </a:cubicBezTo>
                <a:lnTo>
                  <a:pt x="788436" y="3992985"/>
                </a:lnTo>
                <a:cubicBezTo>
                  <a:pt x="788174" y="3993508"/>
                  <a:pt x="787494" y="3993875"/>
                  <a:pt x="786918" y="3993875"/>
                </a:cubicBezTo>
                <a:lnTo>
                  <a:pt x="772844" y="3993875"/>
                </a:lnTo>
                <a:cubicBezTo>
                  <a:pt x="772268" y="3993875"/>
                  <a:pt x="771588" y="3993456"/>
                  <a:pt x="771326" y="3992985"/>
                </a:cubicBezTo>
                <a:lnTo>
                  <a:pt x="764315" y="3980794"/>
                </a:lnTo>
                <a:cubicBezTo>
                  <a:pt x="764054" y="3980323"/>
                  <a:pt x="764054" y="3979538"/>
                  <a:pt x="764315" y="3979067"/>
                </a:cubicBezTo>
                <a:lnTo>
                  <a:pt x="771326" y="3966877"/>
                </a:lnTo>
                <a:cubicBezTo>
                  <a:pt x="771588" y="3966353"/>
                  <a:pt x="772268" y="3965987"/>
                  <a:pt x="772844" y="3965987"/>
                </a:cubicBezTo>
                <a:close/>
                <a:moveTo>
                  <a:pt x="855094" y="3965255"/>
                </a:moveTo>
                <a:lnTo>
                  <a:pt x="869901" y="3965255"/>
                </a:lnTo>
                <a:cubicBezTo>
                  <a:pt x="870477" y="3965255"/>
                  <a:pt x="871157" y="3965673"/>
                  <a:pt x="871471" y="3966197"/>
                </a:cubicBezTo>
                <a:lnTo>
                  <a:pt x="878900" y="3979016"/>
                </a:lnTo>
                <a:cubicBezTo>
                  <a:pt x="879214" y="3979539"/>
                  <a:pt x="879214" y="3980324"/>
                  <a:pt x="878900" y="3980847"/>
                </a:cubicBezTo>
                <a:lnTo>
                  <a:pt x="871471" y="3993666"/>
                </a:lnTo>
                <a:cubicBezTo>
                  <a:pt x="871209" y="3994189"/>
                  <a:pt x="870477" y="3994607"/>
                  <a:pt x="869901" y="3994607"/>
                </a:cubicBezTo>
                <a:lnTo>
                  <a:pt x="855094" y="3994607"/>
                </a:lnTo>
                <a:cubicBezTo>
                  <a:pt x="854518" y="3994607"/>
                  <a:pt x="853838" y="3994189"/>
                  <a:pt x="853524" y="3993666"/>
                </a:cubicBezTo>
                <a:lnTo>
                  <a:pt x="846094" y="3980847"/>
                </a:lnTo>
                <a:cubicBezTo>
                  <a:pt x="845781" y="3980324"/>
                  <a:pt x="845781" y="3979539"/>
                  <a:pt x="846094" y="3979016"/>
                </a:cubicBezTo>
                <a:lnTo>
                  <a:pt x="853524" y="3966197"/>
                </a:lnTo>
                <a:cubicBezTo>
                  <a:pt x="853786" y="3965673"/>
                  <a:pt x="854518" y="3965255"/>
                  <a:pt x="855094" y="3965255"/>
                </a:cubicBezTo>
                <a:close/>
                <a:moveTo>
                  <a:pt x="2011875" y="3964365"/>
                </a:moveTo>
                <a:lnTo>
                  <a:pt x="2027624" y="3964365"/>
                </a:lnTo>
                <a:cubicBezTo>
                  <a:pt x="2028252" y="3964365"/>
                  <a:pt x="2028984" y="3964836"/>
                  <a:pt x="2029298" y="3965359"/>
                </a:cubicBezTo>
                <a:lnTo>
                  <a:pt x="2037146" y="3978963"/>
                </a:lnTo>
                <a:cubicBezTo>
                  <a:pt x="2037461" y="3979486"/>
                  <a:pt x="2037461" y="3980375"/>
                  <a:pt x="2037146" y="3980899"/>
                </a:cubicBezTo>
                <a:lnTo>
                  <a:pt x="2029298" y="3994502"/>
                </a:lnTo>
                <a:cubicBezTo>
                  <a:pt x="2028984" y="3995078"/>
                  <a:pt x="2028252" y="3995496"/>
                  <a:pt x="2027624" y="3995496"/>
                </a:cubicBezTo>
                <a:lnTo>
                  <a:pt x="2011875" y="3995496"/>
                </a:lnTo>
                <a:cubicBezTo>
                  <a:pt x="2011247" y="3995496"/>
                  <a:pt x="2010515" y="3995026"/>
                  <a:pt x="2010200" y="3994502"/>
                </a:cubicBezTo>
                <a:lnTo>
                  <a:pt x="2002352" y="3980899"/>
                </a:lnTo>
                <a:cubicBezTo>
                  <a:pt x="2002039" y="3980375"/>
                  <a:pt x="2002039" y="3979486"/>
                  <a:pt x="2002352" y="3978963"/>
                </a:cubicBezTo>
                <a:lnTo>
                  <a:pt x="2010200" y="3965359"/>
                </a:lnTo>
                <a:cubicBezTo>
                  <a:pt x="2010515" y="3964784"/>
                  <a:pt x="2011247" y="3964365"/>
                  <a:pt x="2011875" y="3964365"/>
                </a:cubicBezTo>
                <a:close/>
                <a:moveTo>
                  <a:pt x="1019959" y="3964313"/>
                </a:moveTo>
                <a:lnTo>
                  <a:pt x="1035760" y="3964313"/>
                </a:lnTo>
                <a:cubicBezTo>
                  <a:pt x="1036389" y="3964313"/>
                  <a:pt x="1037121" y="3964784"/>
                  <a:pt x="1037435" y="3965307"/>
                </a:cubicBezTo>
                <a:lnTo>
                  <a:pt x="1045335" y="3978963"/>
                </a:lnTo>
                <a:cubicBezTo>
                  <a:pt x="1045649" y="3979486"/>
                  <a:pt x="1045649" y="3980376"/>
                  <a:pt x="1045335" y="3980899"/>
                </a:cubicBezTo>
                <a:lnTo>
                  <a:pt x="1037435" y="3994555"/>
                </a:lnTo>
                <a:cubicBezTo>
                  <a:pt x="1037121" y="3995131"/>
                  <a:pt x="1036389" y="3995549"/>
                  <a:pt x="1035760" y="3995549"/>
                </a:cubicBezTo>
                <a:lnTo>
                  <a:pt x="1019959" y="3995549"/>
                </a:lnTo>
                <a:cubicBezTo>
                  <a:pt x="1019332" y="3995549"/>
                  <a:pt x="1018599" y="3995078"/>
                  <a:pt x="1018285" y="3994555"/>
                </a:cubicBezTo>
                <a:lnTo>
                  <a:pt x="1010384" y="3980899"/>
                </a:lnTo>
                <a:cubicBezTo>
                  <a:pt x="1010071" y="3980376"/>
                  <a:pt x="1010071" y="3979486"/>
                  <a:pt x="1010384" y="3978963"/>
                </a:cubicBezTo>
                <a:lnTo>
                  <a:pt x="1018285" y="3965307"/>
                </a:lnTo>
                <a:cubicBezTo>
                  <a:pt x="1018599" y="3964732"/>
                  <a:pt x="1019332" y="3964313"/>
                  <a:pt x="1019959" y="3964313"/>
                </a:cubicBezTo>
                <a:close/>
                <a:moveTo>
                  <a:pt x="1101215" y="3961540"/>
                </a:moveTo>
                <a:lnTo>
                  <a:pt x="1119842" y="3961540"/>
                </a:lnTo>
                <a:cubicBezTo>
                  <a:pt x="1120574" y="3961540"/>
                  <a:pt x="1121464" y="3962063"/>
                  <a:pt x="1121830" y="3962691"/>
                </a:cubicBezTo>
                <a:lnTo>
                  <a:pt x="1131143" y="3978806"/>
                </a:lnTo>
                <a:cubicBezTo>
                  <a:pt x="1131510" y="3979434"/>
                  <a:pt x="1131510" y="3980480"/>
                  <a:pt x="1131143" y="3981108"/>
                </a:cubicBezTo>
                <a:lnTo>
                  <a:pt x="1121830" y="3997223"/>
                </a:lnTo>
                <a:cubicBezTo>
                  <a:pt x="1121464" y="3997851"/>
                  <a:pt x="1120574" y="3998374"/>
                  <a:pt x="1119842" y="3998374"/>
                </a:cubicBezTo>
                <a:lnTo>
                  <a:pt x="1101215" y="3998374"/>
                </a:lnTo>
                <a:cubicBezTo>
                  <a:pt x="1100483" y="3998374"/>
                  <a:pt x="1099593" y="3997851"/>
                  <a:pt x="1099227" y="3997223"/>
                </a:cubicBezTo>
                <a:lnTo>
                  <a:pt x="1089914" y="3981108"/>
                </a:lnTo>
                <a:cubicBezTo>
                  <a:pt x="1089547" y="3980480"/>
                  <a:pt x="1089547" y="3979434"/>
                  <a:pt x="1089914" y="3978806"/>
                </a:cubicBezTo>
                <a:lnTo>
                  <a:pt x="1099227" y="3962691"/>
                </a:lnTo>
                <a:cubicBezTo>
                  <a:pt x="1099593" y="3962063"/>
                  <a:pt x="1100483" y="3961540"/>
                  <a:pt x="1101215" y="3961540"/>
                </a:cubicBezTo>
                <a:close/>
                <a:moveTo>
                  <a:pt x="1845022" y="3961226"/>
                </a:moveTo>
                <a:lnTo>
                  <a:pt x="1863910" y="3961226"/>
                </a:lnTo>
                <a:cubicBezTo>
                  <a:pt x="1864695" y="3961226"/>
                  <a:pt x="1865584" y="3961749"/>
                  <a:pt x="1865950" y="3962377"/>
                </a:cubicBezTo>
                <a:lnTo>
                  <a:pt x="1875420" y="3978754"/>
                </a:lnTo>
                <a:cubicBezTo>
                  <a:pt x="1875787" y="3979434"/>
                  <a:pt x="1875787" y="3980480"/>
                  <a:pt x="1875420" y="3981108"/>
                </a:cubicBezTo>
                <a:lnTo>
                  <a:pt x="1865950" y="3997485"/>
                </a:lnTo>
                <a:cubicBezTo>
                  <a:pt x="1865584" y="3998113"/>
                  <a:pt x="1864642" y="3998636"/>
                  <a:pt x="1863910" y="3998636"/>
                </a:cubicBezTo>
                <a:lnTo>
                  <a:pt x="1845022" y="3998636"/>
                </a:lnTo>
                <a:cubicBezTo>
                  <a:pt x="1844237" y="3998636"/>
                  <a:pt x="1843347" y="3998113"/>
                  <a:pt x="1842981" y="3997485"/>
                </a:cubicBezTo>
                <a:lnTo>
                  <a:pt x="1833511" y="3981108"/>
                </a:lnTo>
                <a:cubicBezTo>
                  <a:pt x="1833144" y="3980428"/>
                  <a:pt x="1833144" y="3979381"/>
                  <a:pt x="1833511" y="3978754"/>
                </a:cubicBezTo>
                <a:lnTo>
                  <a:pt x="1842981" y="3962377"/>
                </a:lnTo>
                <a:cubicBezTo>
                  <a:pt x="1843347" y="3961749"/>
                  <a:pt x="1844289" y="3961226"/>
                  <a:pt x="1845022" y="3961226"/>
                </a:cubicBezTo>
                <a:close/>
                <a:moveTo>
                  <a:pt x="1927532" y="3961017"/>
                </a:moveTo>
                <a:lnTo>
                  <a:pt x="1946630" y="3961017"/>
                </a:lnTo>
                <a:cubicBezTo>
                  <a:pt x="1947362" y="3961017"/>
                  <a:pt x="1948304" y="3961592"/>
                  <a:pt x="1948670" y="3962220"/>
                </a:cubicBezTo>
                <a:lnTo>
                  <a:pt x="1958245" y="3978754"/>
                </a:lnTo>
                <a:cubicBezTo>
                  <a:pt x="1958611" y="3979382"/>
                  <a:pt x="1958611" y="3980481"/>
                  <a:pt x="1958245" y="3981108"/>
                </a:cubicBezTo>
                <a:lnTo>
                  <a:pt x="1948670" y="3997642"/>
                </a:lnTo>
                <a:cubicBezTo>
                  <a:pt x="1948304" y="3998322"/>
                  <a:pt x="1947362" y="3998846"/>
                  <a:pt x="1946630" y="3998846"/>
                </a:cubicBezTo>
                <a:lnTo>
                  <a:pt x="1927532" y="3998846"/>
                </a:lnTo>
                <a:cubicBezTo>
                  <a:pt x="1926800" y="3998846"/>
                  <a:pt x="1925858" y="3998270"/>
                  <a:pt x="1925492" y="3997642"/>
                </a:cubicBezTo>
                <a:lnTo>
                  <a:pt x="1915917" y="3981108"/>
                </a:lnTo>
                <a:cubicBezTo>
                  <a:pt x="1915550" y="3980481"/>
                  <a:pt x="1915550" y="3979382"/>
                  <a:pt x="1915917" y="3978754"/>
                </a:cubicBezTo>
                <a:lnTo>
                  <a:pt x="1925492" y="3962220"/>
                </a:lnTo>
                <a:cubicBezTo>
                  <a:pt x="1925858" y="3961540"/>
                  <a:pt x="1926800" y="3961017"/>
                  <a:pt x="1927532" y="3961017"/>
                </a:cubicBezTo>
                <a:close/>
                <a:moveTo>
                  <a:pt x="1183570" y="3960965"/>
                </a:moveTo>
                <a:lnTo>
                  <a:pt x="1202720" y="3960965"/>
                </a:lnTo>
                <a:cubicBezTo>
                  <a:pt x="1203453" y="3960965"/>
                  <a:pt x="1204394" y="3961488"/>
                  <a:pt x="1204761" y="3962168"/>
                </a:cubicBezTo>
                <a:lnTo>
                  <a:pt x="1214335" y="3978754"/>
                </a:lnTo>
                <a:cubicBezTo>
                  <a:pt x="1214701" y="3979382"/>
                  <a:pt x="1214701" y="3980429"/>
                  <a:pt x="1214335" y="3981109"/>
                </a:cubicBezTo>
                <a:lnTo>
                  <a:pt x="1204761" y="3997695"/>
                </a:lnTo>
                <a:cubicBezTo>
                  <a:pt x="1204394" y="3998375"/>
                  <a:pt x="1203453" y="3998898"/>
                  <a:pt x="1202720" y="3998898"/>
                </a:cubicBezTo>
                <a:lnTo>
                  <a:pt x="1183570" y="3998898"/>
                </a:lnTo>
                <a:cubicBezTo>
                  <a:pt x="1182838" y="3998898"/>
                  <a:pt x="1181896" y="3998375"/>
                  <a:pt x="1181530" y="3997695"/>
                </a:cubicBezTo>
                <a:lnTo>
                  <a:pt x="1171955" y="3981109"/>
                </a:lnTo>
                <a:cubicBezTo>
                  <a:pt x="1171588" y="3980481"/>
                  <a:pt x="1171588" y="3979434"/>
                  <a:pt x="1171955" y="3978754"/>
                </a:cubicBezTo>
                <a:lnTo>
                  <a:pt x="1181530" y="3962168"/>
                </a:lnTo>
                <a:cubicBezTo>
                  <a:pt x="1181896" y="3961488"/>
                  <a:pt x="1182838" y="3960965"/>
                  <a:pt x="1183570" y="3960965"/>
                </a:cubicBezTo>
                <a:close/>
                <a:moveTo>
                  <a:pt x="2588356" y="3960127"/>
                </a:moveTo>
                <a:lnTo>
                  <a:pt x="2608396" y="3960127"/>
                </a:lnTo>
                <a:cubicBezTo>
                  <a:pt x="2609180" y="3960127"/>
                  <a:pt x="2610122" y="3960703"/>
                  <a:pt x="2610540" y="3961383"/>
                </a:cubicBezTo>
                <a:lnTo>
                  <a:pt x="2620534" y="3978701"/>
                </a:lnTo>
                <a:cubicBezTo>
                  <a:pt x="2620952" y="3979381"/>
                  <a:pt x="2620952" y="3980480"/>
                  <a:pt x="2620534" y="3981160"/>
                </a:cubicBezTo>
                <a:lnTo>
                  <a:pt x="2610540" y="3998479"/>
                </a:lnTo>
                <a:cubicBezTo>
                  <a:pt x="2610122" y="3999159"/>
                  <a:pt x="2609180" y="3999735"/>
                  <a:pt x="2608396" y="3999735"/>
                </a:cubicBezTo>
                <a:lnTo>
                  <a:pt x="2588356" y="3999735"/>
                </a:lnTo>
                <a:cubicBezTo>
                  <a:pt x="2587572" y="3999735"/>
                  <a:pt x="2586630" y="3999159"/>
                  <a:pt x="2586211" y="3998479"/>
                </a:cubicBezTo>
                <a:lnTo>
                  <a:pt x="2576218" y="3981160"/>
                </a:lnTo>
                <a:cubicBezTo>
                  <a:pt x="2575799" y="3980480"/>
                  <a:pt x="2575799" y="3979381"/>
                  <a:pt x="2576218" y="3978701"/>
                </a:cubicBezTo>
                <a:lnTo>
                  <a:pt x="2586211" y="3961383"/>
                </a:lnTo>
                <a:cubicBezTo>
                  <a:pt x="2586630" y="3960703"/>
                  <a:pt x="2587572" y="3960127"/>
                  <a:pt x="2588356" y="3960127"/>
                </a:cubicBezTo>
                <a:close/>
                <a:moveTo>
                  <a:pt x="2670868" y="3959814"/>
                </a:moveTo>
                <a:lnTo>
                  <a:pt x="2691168" y="3959814"/>
                </a:lnTo>
                <a:cubicBezTo>
                  <a:pt x="2692006" y="3959814"/>
                  <a:pt x="2692947" y="3960389"/>
                  <a:pt x="2693366" y="3961070"/>
                </a:cubicBezTo>
                <a:lnTo>
                  <a:pt x="2703516" y="3978650"/>
                </a:lnTo>
                <a:cubicBezTo>
                  <a:pt x="2703935" y="3979330"/>
                  <a:pt x="2703935" y="3980481"/>
                  <a:pt x="2703516" y="3981161"/>
                </a:cubicBezTo>
                <a:lnTo>
                  <a:pt x="2693366" y="3998741"/>
                </a:lnTo>
                <a:cubicBezTo>
                  <a:pt x="2692947" y="3999422"/>
                  <a:pt x="2691953" y="3999997"/>
                  <a:pt x="2691168" y="3999997"/>
                </a:cubicBezTo>
                <a:lnTo>
                  <a:pt x="2670868" y="3999997"/>
                </a:lnTo>
                <a:cubicBezTo>
                  <a:pt x="2670030" y="3999997"/>
                  <a:pt x="2669089" y="3999422"/>
                  <a:pt x="2668671" y="3998741"/>
                </a:cubicBezTo>
                <a:lnTo>
                  <a:pt x="2658520" y="3981161"/>
                </a:lnTo>
                <a:cubicBezTo>
                  <a:pt x="2658101" y="3980481"/>
                  <a:pt x="2658101" y="3979330"/>
                  <a:pt x="2658520" y="3978650"/>
                </a:cubicBezTo>
                <a:lnTo>
                  <a:pt x="2668671" y="3961070"/>
                </a:lnTo>
                <a:cubicBezTo>
                  <a:pt x="2669089" y="3960389"/>
                  <a:pt x="2670083" y="3959814"/>
                  <a:pt x="2670868" y="3959814"/>
                </a:cubicBezTo>
                <a:close/>
                <a:moveTo>
                  <a:pt x="1430947" y="3959761"/>
                </a:moveTo>
                <a:lnTo>
                  <a:pt x="1451353" y="3959761"/>
                </a:lnTo>
                <a:cubicBezTo>
                  <a:pt x="1452190" y="3959761"/>
                  <a:pt x="1453132" y="3960337"/>
                  <a:pt x="1453550" y="3961017"/>
                </a:cubicBezTo>
                <a:lnTo>
                  <a:pt x="1463753" y="3978701"/>
                </a:lnTo>
                <a:cubicBezTo>
                  <a:pt x="1464171" y="3979382"/>
                  <a:pt x="1464171" y="3980533"/>
                  <a:pt x="1463753" y="3981213"/>
                </a:cubicBezTo>
                <a:lnTo>
                  <a:pt x="1453550" y="3998898"/>
                </a:lnTo>
                <a:cubicBezTo>
                  <a:pt x="1453132" y="3999578"/>
                  <a:pt x="1452137" y="4000154"/>
                  <a:pt x="1451353" y="4000154"/>
                </a:cubicBezTo>
                <a:lnTo>
                  <a:pt x="1430947" y="4000154"/>
                </a:lnTo>
                <a:cubicBezTo>
                  <a:pt x="1430110" y="4000154"/>
                  <a:pt x="1429168" y="3999578"/>
                  <a:pt x="1428750" y="3998898"/>
                </a:cubicBezTo>
                <a:lnTo>
                  <a:pt x="1418547" y="3981213"/>
                </a:lnTo>
                <a:cubicBezTo>
                  <a:pt x="1418128" y="3980533"/>
                  <a:pt x="1418128" y="3979382"/>
                  <a:pt x="1418547" y="3978701"/>
                </a:cubicBezTo>
                <a:lnTo>
                  <a:pt x="1428750" y="3961017"/>
                </a:lnTo>
                <a:cubicBezTo>
                  <a:pt x="1429168" y="3960337"/>
                  <a:pt x="1430162" y="3959761"/>
                  <a:pt x="1430947" y="3959761"/>
                </a:cubicBezTo>
                <a:close/>
                <a:moveTo>
                  <a:pt x="1348121" y="3959500"/>
                </a:moveTo>
                <a:lnTo>
                  <a:pt x="1368788" y="3959500"/>
                </a:lnTo>
                <a:cubicBezTo>
                  <a:pt x="1369573" y="3959500"/>
                  <a:pt x="1370567" y="3960075"/>
                  <a:pt x="1370986" y="3960756"/>
                </a:cubicBezTo>
                <a:lnTo>
                  <a:pt x="1381346" y="3978650"/>
                </a:lnTo>
                <a:cubicBezTo>
                  <a:pt x="1381764" y="3979382"/>
                  <a:pt x="1381764" y="3980533"/>
                  <a:pt x="1381346" y="3981214"/>
                </a:cubicBezTo>
                <a:lnTo>
                  <a:pt x="1370986" y="3999108"/>
                </a:lnTo>
                <a:cubicBezTo>
                  <a:pt x="1370619" y="3999788"/>
                  <a:pt x="1369625" y="4000363"/>
                  <a:pt x="1368788" y="4000363"/>
                </a:cubicBezTo>
                <a:lnTo>
                  <a:pt x="1348121" y="4000363"/>
                </a:lnTo>
                <a:cubicBezTo>
                  <a:pt x="1347336" y="4000363"/>
                  <a:pt x="1346342" y="3999788"/>
                  <a:pt x="1345924" y="3999108"/>
                </a:cubicBezTo>
                <a:lnTo>
                  <a:pt x="1335564" y="3981214"/>
                </a:lnTo>
                <a:cubicBezTo>
                  <a:pt x="1335145" y="3980481"/>
                  <a:pt x="1335145" y="3979330"/>
                  <a:pt x="1335564" y="3978650"/>
                </a:cubicBezTo>
                <a:lnTo>
                  <a:pt x="1345924" y="3960756"/>
                </a:lnTo>
                <a:cubicBezTo>
                  <a:pt x="1346290" y="3960075"/>
                  <a:pt x="1347284" y="3959500"/>
                  <a:pt x="1348121" y="3959500"/>
                </a:cubicBezTo>
                <a:close/>
                <a:moveTo>
                  <a:pt x="2174595" y="3959238"/>
                </a:moveTo>
                <a:lnTo>
                  <a:pt x="2195524" y="3959238"/>
                </a:lnTo>
                <a:cubicBezTo>
                  <a:pt x="2196361" y="3959238"/>
                  <a:pt x="2197355" y="3959813"/>
                  <a:pt x="2197774" y="3960546"/>
                </a:cubicBezTo>
                <a:lnTo>
                  <a:pt x="2208238" y="3978649"/>
                </a:lnTo>
                <a:cubicBezTo>
                  <a:pt x="2208657" y="3979330"/>
                  <a:pt x="2208657" y="3980481"/>
                  <a:pt x="2208238" y="3981213"/>
                </a:cubicBezTo>
                <a:lnTo>
                  <a:pt x="2197774" y="3999316"/>
                </a:lnTo>
                <a:cubicBezTo>
                  <a:pt x="2197355" y="4000049"/>
                  <a:pt x="2196361" y="4000624"/>
                  <a:pt x="2195524" y="4000624"/>
                </a:cubicBezTo>
                <a:lnTo>
                  <a:pt x="2174595" y="4000624"/>
                </a:lnTo>
                <a:cubicBezTo>
                  <a:pt x="2173758" y="4000624"/>
                  <a:pt x="2172764" y="4000049"/>
                  <a:pt x="2172345" y="3999316"/>
                </a:cubicBezTo>
                <a:lnTo>
                  <a:pt x="2161881" y="3981213"/>
                </a:lnTo>
                <a:cubicBezTo>
                  <a:pt x="2161462" y="3980533"/>
                  <a:pt x="2161462" y="3979382"/>
                  <a:pt x="2161881" y="3978649"/>
                </a:cubicBezTo>
                <a:lnTo>
                  <a:pt x="2172345" y="3960546"/>
                </a:lnTo>
                <a:cubicBezTo>
                  <a:pt x="2172764" y="3959813"/>
                  <a:pt x="2173758" y="3959238"/>
                  <a:pt x="2174595" y="3959238"/>
                </a:cubicBezTo>
                <a:close/>
                <a:moveTo>
                  <a:pt x="2422548" y="3959186"/>
                </a:moveTo>
                <a:lnTo>
                  <a:pt x="2443529" y="3959186"/>
                </a:lnTo>
                <a:cubicBezTo>
                  <a:pt x="2444366" y="3959186"/>
                  <a:pt x="2445360" y="3959761"/>
                  <a:pt x="2445779" y="3960494"/>
                </a:cubicBezTo>
                <a:lnTo>
                  <a:pt x="2456243" y="3978650"/>
                </a:lnTo>
                <a:cubicBezTo>
                  <a:pt x="2456662" y="3979382"/>
                  <a:pt x="2456662" y="3980533"/>
                  <a:pt x="2456243" y="3981266"/>
                </a:cubicBezTo>
                <a:lnTo>
                  <a:pt x="2445779" y="3999421"/>
                </a:lnTo>
                <a:cubicBezTo>
                  <a:pt x="2445360" y="4000154"/>
                  <a:pt x="2444366" y="4000729"/>
                  <a:pt x="2443529" y="4000729"/>
                </a:cubicBezTo>
                <a:lnTo>
                  <a:pt x="2422548" y="4000729"/>
                </a:lnTo>
                <a:cubicBezTo>
                  <a:pt x="2421711" y="4000729"/>
                  <a:pt x="2420717" y="4000154"/>
                  <a:pt x="2420298" y="3999421"/>
                </a:cubicBezTo>
                <a:lnTo>
                  <a:pt x="2409834" y="3981266"/>
                </a:lnTo>
                <a:cubicBezTo>
                  <a:pt x="2409415" y="3980533"/>
                  <a:pt x="2409415" y="3979382"/>
                  <a:pt x="2409834" y="3978650"/>
                </a:cubicBezTo>
                <a:lnTo>
                  <a:pt x="2420298" y="3960494"/>
                </a:lnTo>
                <a:cubicBezTo>
                  <a:pt x="2420717" y="3959761"/>
                  <a:pt x="2421711" y="3959186"/>
                  <a:pt x="2422548" y="3959186"/>
                </a:cubicBezTo>
                <a:close/>
                <a:moveTo>
                  <a:pt x="1265244" y="3959029"/>
                </a:moveTo>
                <a:lnTo>
                  <a:pt x="1286382" y="3959029"/>
                </a:lnTo>
                <a:cubicBezTo>
                  <a:pt x="1287219" y="3959029"/>
                  <a:pt x="1288213" y="3959604"/>
                  <a:pt x="1288632" y="3960337"/>
                </a:cubicBezTo>
                <a:lnTo>
                  <a:pt x="1299201" y="3978650"/>
                </a:lnTo>
                <a:cubicBezTo>
                  <a:pt x="1299619" y="3979382"/>
                  <a:pt x="1299619" y="3980533"/>
                  <a:pt x="1299201" y="3981266"/>
                </a:cubicBezTo>
                <a:lnTo>
                  <a:pt x="1288632" y="3999578"/>
                </a:lnTo>
                <a:cubicBezTo>
                  <a:pt x="1288213" y="4000311"/>
                  <a:pt x="1287219" y="4000886"/>
                  <a:pt x="1286382" y="4000886"/>
                </a:cubicBezTo>
                <a:lnTo>
                  <a:pt x="1265244" y="4000886"/>
                </a:lnTo>
                <a:cubicBezTo>
                  <a:pt x="1264407" y="4000886"/>
                  <a:pt x="1263412" y="4000311"/>
                  <a:pt x="1262994" y="3999578"/>
                </a:cubicBezTo>
                <a:lnTo>
                  <a:pt x="1252425" y="3981266"/>
                </a:lnTo>
                <a:cubicBezTo>
                  <a:pt x="1252006" y="3980533"/>
                  <a:pt x="1252006" y="3979382"/>
                  <a:pt x="1252425" y="3978650"/>
                </a:cubicBezTo>
                <a:lnTo>
                  <a:pt x="1262994" y="3960337"/>
                </a:lnTo>
                <a:cubicBezTo>
                  <a:pt x="1263412" y="3959604"/>
                  <a:pt x="1264407" y="3959029"/>
                  <a:pt x="1265244" y="3959029"/>
                </a:cubicBezTo>
                <a:close/>
                <a:moveTo>
                  <a:pt x="2504850" y="3958401"/>
                </a:moveTo>
                <a:lnTo>
                  <a:pt x="2526564" y="3958401"/>
                </a:lnTo>
                <a:cubicBezTo>
                  <a:pt x="2527401" y="3958401"/>
                  <a:pt x="2528447" y="3959029"/>
                  <a:pt x="2528866" y="3959761"/>
                </a:cubicBezTo>
                <a:lnTo>
                  <a:pt x="2539749" y="3978597"/>
                </a:lnTo>
                <a:cubicBezTo>
                  <a:pt x="2540167" y="3979330"/>
                  <a:pt x="2540167" y="3980533"/>
                  <a:pt x="2539749" y="3981266"/>
                </a:cubicBezTo>
                <a:lnTo>
                  <a:pt x="2528866" y="4000101"/>
                </a:lnTo>
                <a:cubicBezTo>
                  <a:pt x="2528447" y="4000834"/>
                  <a:pt x="2527401" y="4001462"/>
                  <a:pt x="2526564" y="4001462"/>
                </a:cubicBezTo>
                <a:lnTo>
                  <a:pt x="2504850" y="4001462"/>
                </a:lnTo>
                <a:cubicBezTo>
                  <a:pt x="2503961" y="4001462"/>
                  <a:pt x="2502914" y="4000834"/>
                  <a:pt x="2502496" y="4000101"/>
                </a:cubicBezTo>
                <a:lnTo>
                  <a:pt x="2491613" y="3981266"/>
                </a:lnTo>
                <a:cubicBezTo>
                  <a:pt x="2491194" y="3980533"/>
                  <a:pt x="2491194" y="3979330"/>
                  <a:pt x="2491613" y="3978597"/>
                </a:cubicBezTo>
                <a:lnTo>
                  <a:pt x="2502496" y="3959761"/>
                </a:lnTo>
                <a:cubicBezTo>
                  <a:pt x="2502967" y="3959029"/>
                  <a:pt x="2504013" y="3958401"/>
                  <a:pt x="2504850" y="3958401"/>
                </a:cubicBezTo>
                <a:close/>
                <a:moveTo>
                  <a:pt x="2091352" y="3958035"/>
                </a:moveTo>
                <a:lnTo>
                  <a:pt x="2113484" y="3958035"/>
                </a:lnTo>
                <a:cubicBezTo>
                  <a:pt x="2114321" y="3958035"/>
                  <a:pt x="2115420" y="3958663"/>
                  <a:pt x="2115838" y="3959395"/>
                </a:cubicBezTo>
                <a:lnTo>
                  <a:pt x="2126931" y="3978545"/>
                </a:lnTo>
                <a:cubicBezTo>
                  <a:pt x="2127349" y="3979278"/>
                  <a:pt x="2127349" y="3980533"/>
                  <a:pt x="2126931" y="3981266"/>
                </a:cubicBezTo>
                <a:lnTo>
                  <a:pt x="2115838" y="4000415"/>
                </a:lnTo>
                <a:cubicBezTo>
                  <a:pt x="2115420" y="4001148"/>
                  <a:pt x="2114373" y="4001776"/>
                  <a:pt x="2113484" y="4001776"/>
                </a:cubicBezTo>
                <a:lnTo>
                  <a:pt x="2091352" y="4001776"/>
                </a:lnTo>
                <a:cubicBezTo>
                  <a:pt x="2090515" y="4001776"/>
                  <a:pt x="2089416" y="4001148"/>
                  <a:pt x="2088997" y="4000415"/>
                </a:cubicBezTo>
                <a:lnTo>
                  <a:pt x="2077905" y="3981266"/>
                </a:lnTo>
                <a:cubicBezTo>
                  <a:pt x="2077486" y="3980533"/>
                  <a:pt x="2077486" y="3979278"/>
                  <a:pt x="2077905" y="3978545"/>
                </a:cubicBezTo>
                <a:lnTo>
                  <a:pt x="2088997" y="3959395"/>
                </a:lnTo>
                <a:cubicBezTo>
                  <a:pt x="2089416" y="3958663"/>
                  <a:pt x="2090463" y="3958035"/>
                  <a:pt x="2091352" y="3958035"/>
                </a:cubicBezTo>
                <a:close/>
                <a:moveTo>
                  <a:pt x="1512726" y="3957930"/>
                </a:moveTo>
                <a:lnTo>
                  <a:pt x="1534963" y="3957930"/>
                </a:lnTo>
                <a:cubicBezTo>
                  <a:pt x="1535852" y="3957930"/>
                  <a:pt x="1536951" y="3958505"/>
                  <a:pt x="1537370" y="3959290"/>
                </a:cubicBezTo>
                <a:lnTo>
                  <a:pt x="1548462" y="3978545"/>
                </a:lnTo>
                <a:cubicBezTo>
                  <a:pt x="1548880" y="3979330"/>
                  <a:pt x="1548880" y="3980533"/>
                  <a:pt x="1548462" y="3981318"/>
                </a:cubicBezTo>
                <a:lnTo>
                  <a:pt x="1537370" y="4000572"/>
                </a:lnTo>
                <a:cubicBezTo>
                  <a:pt x="1536899" y="4001305"/>
                  <a:pt x="1535852" y="4001932"/>
                  <a:pt x="1534963" y="4001932"/>
                </a:cubicBezTo>
                <a:lnTo>
                  <a:pt x="1512726" y="4001932"/>
                </a:lnTo>
                <a:cubicBezTo>
                  <a:pt x="1511837" y="4001932"/>
                  <a:pt x="1510738" y="4001357"/>
                  <a:pt x="1510319" y="4000572"/>
                </a:cubicBezTo>
                <a:lnTo>
                  <a:pt x="1499227" y="3981318"/>
                </a:lnTo>
                <a:cubicBezTo>
                  <a:pt x="1498808" y="3980533"/>
                  <a:pt x="1498808" y="3979330"/>
                  <a:pt x="1499227" y="3978545"/>
                </a:cubicBezTo>
                <a:lnTo>
                  <a:pt x="1510319" y="3959290"/>
                </a:lnTo>
                <a:cubicBezTo>
                  <a:pt x="1510790" y="3958558"/>
                  <a:pt x="1511837" y="3957930"/>
                  <a:pt x="1512726" y="3957930"/>
                </a:cubicBezTo>
                <a:close/>
                <a:moveTo>
                  <a:pt x="2751862" y="3956517"/>
                </a:moveTo>
                <a:lnTo>
                  <a:pt x="2775563" y="3956517"/>
                </a:lnTo>
                <a:cubicBezTo>
                  <a:pt x="2776505" y="3956517"/>
                  <a:pt x="2777656" y="3957197"/>
                  <a:pt x="2778127" y="3957982"/>
                </a:cubicBezTo>
                <a:lnTo>
                  <a:pt x="2789952" y="3978492"/>
                </a:lnTo>
                <a:cubicBezTo>
                  <a:pt x="2790423" y="3979277"/>
                  <a:pt x="2790423" y="3980638"/>
                  <a:pt x="2789952" y="3981422"/>
                </a:cubicBezTo>
                <a:lnTo>
                  <a:pt x="2778127" y="4001932"/>
                </a:lnTo>
                <a:cubicBezTo>
                  <a:pt x="2777656" y="4002717"/>
                  <a:pt x="2776505" y="4003397"/>
                  <a:pt x="2775563" y="4003397"/>
                </a:cubicBezTo>
                <a:lnTo>
                  <a:pt x="2751862" y="4003397"/>
                </a:lnTo>
                <a:cubicBezTo>
                  <a:pt x="2750920" y="4003397"/>
                  <a:pt x="2749769" y="4002717"/>
                  <a:pt x="2749298" y="4001932"/>
                </a:cubicBezTo>
                <a:lnTo>
                  <a:pt x="2737473" y="3981422"/>
                </a:lnTo>
                <a:cubicBezTo>
                  <a:pt x="2737002" y="3980638"/>
                  <a:pt x="2737002" y="3979277"/>
                  <a:pt x="2737473" y="3978492"/>
                </a:cubicBezTo>
                <a:lnTo>
                  <a:pt x="2749298" y="3957982"/>
                </a:lnTo>
                <a:cubicBezTo>
                  <a:pt x="2749769" y="3957197"/>
                  <a:pt x="2750920" y="3956517"/>
                  <a:pt x="2751862" y="3956517"/>
                </a:cubicBezTo>
                <a:close/>
                <a:moveTo>
                  <a:pt x="2336689" y="3952855"/>
                </a:moveTo>
                <a:lnTo>
                  <a:pt x="2364053" y="3952855"/>
                </a:lnTo>
                <a:cubicBezTo>
                  <a:pt x="2365152" y="3952855"/>
                  <a:pt x="2366460" y="3953587"/>
                  <a:pt x="2366983" y="3954529"/>
                </a:cubicBezTo>
                <a:lnTo>
                  <a:pt x="2380692" y="3978231"/>
                </a:lnTo>
                <a:cubicBezTo>
                  <a:pt x="2381215" y="3979173"/>
                  <a:pt x="2381215" y="3980690"/>
                  <a:pt x="2380692" y="3981632"/>
                </a:cubicBezTo>
                <a:lnTo>
                  <a:pt x="2366983" y="4005334"/>
                </a:lnTo>
                <a:cubicBezTo>
                  <a:pt x="2366460" y="4006275"/>
                  <a:pt x="2365152" y="4007008"/>
                  <a:pt x="2364053" y="4007008"/>
                </a:cubicBezTo>
                <a:lnTo>
                  <a:pt x="2336689" y="4007008"/>
                </a:lnTo>
                <a:cubicBezTo>
                  <a:pt x="2335590" y="4007008"/>
                  <a:pt x="2334282" y="4006275"/>
                  <a:pt x="2333759" y="4005334"/>
                </a:cubicBezTo>
                <a:lnTo>
                  <a:pt x="2320051" y="3981632"/>
                </a:lnTo>
                <a:cubicBezTo>
                  <a:pt x="2319527" y="3980690"/>
                  <a:pt x="2319527" y="3979173"/>
                  <a:pt x="2320051" y="3978231"/>
                </a:cubicBezTo>
                <a:lnTo>
                  <a:pt x="2333759" y="3954529"/>
                </a:lnTo>
                <a:cubicBezTo>
                  <a:pt x="2334282" y="3953587"/>
                  <a:pt x="2335590" y="3952855"/>
                  <a:pt x="2336689" y="3952855"/>
                </a:cubicBezTo>
                <a:close/>
                <a:moveTo>
                  <a:pt x="2253445" y="3951599"/>
                </a:moveTo>
                <a:lnTo>
                  <a:pt x="2282065" y="3951599"/>
                </a:lnTo>
                <a:cubicBezTo>
                  <a:pt x="2283216" y="3951599"/>
                  <a:pt x="2284576" y="3952384"/>
                  <a:pt x="2285152" y="3953378"/>
                </a:cubicBezTo>
                <a:lnTo>
                  <a:pt x="2299488" y="3978179"/>
                </a:lnTo>
                <a:cubicBezTo>
                  <a:pt x="2300063" y="3979173"/>
                  <a:pt x="2300063" y="3980742"/>
                  <a:pt x="2299488" y="3981736"/>
                </a:cubicBezTo>
                <a:lnTo>
                  <a:pt x="2285152" y="4006537"/>
                </a:lnTo>
                <a:cubicBezTo>
                  <a:pt x="2284576" y="4007531"/>
                  <a:pt x="2283216" y="4008316"/>
                  <a:pt x="2282065" y="4008316"/>
                </a:cubicBezTo>
                <a:lnTo>
                  <a:pt x="2253445" y="4008316"/>
                </a:lnTo>
                <a:cubicBezTo>
                  <a:pt x="2252294" y="4008316"/>
                  <a:pt x="2250933" y="4007531"/>
                  <a:pt x="2250358" y="4006537"/>
                </a:cubicBezTo>
                <a:lnTo>
                  <a:pt x="2236022" y="3981736"/>
                </a:lnTo>
                <a:cubicBezTo>
                  <a:pt x="2235446" y="3980742"/>
                  <a:pt x="2235446" y="3979173"/>
                  <a:pt x="2236022" y="3978179"/>
                </a:cubicBezTo>
                <a:lnTo>
                  <a:pt x="2250358" y="3953378"/>
                </a:lnTo>
                <a:cubicBezTo>
                  <a:pt x="2250933" y="3952384"/>
                  <a:pt x="2252294" y="3951599"/>
                  <a:pt x="2253445" y="3951599"/>
                </a:cubicBezTo>
                <a:close/>
                <a:moveTo>
                  <a:pt x="1757382" y="3951442"/>
                </a:moveTo>
                <a:lnTo>
                  <a:pt x="1786159" y="3951442"/>
                </a:lnTo>
                <a:cubicBezTo>
                  <a:pt x="1787310" y="3951442"/>
                  <a:pt x="1788670" y="3952227"/>
                  <a:pt x="1789246" y="3953221"/>
                </a:cubicBezTo>
                <a:lnTo>
                  <a:pt x="1803634" y="3978178"/>
                </a:lnTo>
                <a:cubicBezTo>
                  <a:pt x="1804210" y="3979172"/>
                  <a:pt x="1804210" y="3980742"/>
                  <a:pt x="1803634" y="3981736"/>
                </a:cubicBezTo>
                <a:lnTo>
                  <a:pt x="1789246" y="4006694"/>
                </a:lnTo>
                <a:cubicBezTo>
                  <a:pt x="1788670" y="4007688"/>
                  <a:pt x="1787310" y="4008472"/>
                  <a:pt x="1786159" y="4008472"/>
                </a:cubicBezTo>
                <a:lnTo>
                  <a:pt x="1757382" y="4008472"/>
                </a:lnTo>
                <a:cubicBezTo>
                  <a:pt x="1756231" y="4008472"/>
                  <a:pt x="1754871" y="4007688"/>
                  <a:pt x="1754295" y="4006694"/>
                </a:cubicBezTo>
                <a:lnTo>
                  <a:pt x="1739907" y="3981736"/>
                </a:lnTo>
                <a:cubicBezTo>
                  <a:pt x="1739331" y="3980742"/>
                  <a:pt x="1739331" y="3979172"/>
                  <a:pt x="1739907" y="3978178"/>
                </a:cubicBezTo>
                <a:lnTo>
                  <a:pt x="1754295" y="3953221"/>
                </a:lnTo>
                <a:cubicBezTo>
                  <a:pt x="1754871" y="3952227"/>
                  <a:pt x="1756231" y="3951442"/>
                  <a:pt x="1757382" y="3951442"/>
                </a:cubicBezTo>
                <a:close/>
                <a:moveTo>
                  <a:pt x="1591679" y="3950657"/>
                </a:moveTo>
                <a:lnTo>
                  <a:pt x="1621293" y="3950657"/>
                </a:lnTo>
                <a:cubicBezTo>
                  <a:pt x="1622497" y="3950657"/>
                  <a:pt x="1623910" y="3951494"/>
                  <a:pt x="1624485" y="3952488"/>
                </a:cubicBezTo>
                <a:lnTo>
                  <a:pt x="1639292" y="3978126"/>
                </a:lnTo>
                <a:cubicBezTo>
                  <a:pt x="1639868" y="3979120"/>
                  <a:pt x="1639868" y="3980794"/>
                  <a:pt x="1639292" y="3981788"/>
                </a:cubicBezTo>
                <a:lnTo>
                  <a:pt x="1624485" y="4007426"/>
                </a:lnTo>
                <a:cubicBezTo>
                  <a:pt x="1623857" y="4008420"/>
                  <a:pt x="1622444" y="4009257"/>
                  <a:pt x="1621293" y="4009257"/>
                </a:cubicBezTo>
                <a:lnTo>
                  <a:pt x="1591679" y="4009257"/>
                </a:lnTo>
                <a:cubicBezTo>
                  <a:pt x="1590476" y="4009257"/>
                  <a:pt x="1589063" y="4008420"/>
                  <a:pt x="1588488" y="4007426"/>
                </a:cubicBezTo>
                <a:lnTo>
                  <a:pt x="1573681" y="3981788"/>
                </a:lnTo>
                <a:cubicBezTo>
                  <a:pt x="1573105" y="3980794"/>
                  <a:pt x="1573105" y="3979120"/>
                  <a:pt x="1573681" y="3978126"/>
                </a:cubicBezTo>
                <a:lnTo>
                  <a:pt x="1588488" y="3952488"/>
                </a:lnTo>
                <a:cubicBezTo>
                  <a:pt x="1589115" y="3951494"/>
                  <a:pt x="1590528" y="3950657"/>
                  <a:pt x="1591679" y="3950657"/>
                </a:cubicBezTo>
                <a:close/>
                <a:moveTo>
                  <a:pt x="1673353" y="3948669"/>
                </a:moveTo>
                <a:lnTo>
                  <a:pt x="1704955" y="3948669"/>
                </a:lnTo>
                <a:cubicBezTo>
                  <a:pt x="1706211" y="3948669"/>
                  <a:pt x="1707729" y="3949506"/>
                  <a:pt x="1708356" y="3950605"/>
                </a:cubicBezTo>
                <a:lnTo>
                  <a:pt x="1724157" y="3977969"/>
                </a:lnTo>
                <a:cubicBezTo>
                  <a:pt x="1724785" y="3979068"/>
                  <a:pt x="1724785" y="3980795"/>
                  <a:pt x="1724157" y="3981893"/>
                </a:cubicBezTo>
                <a:lnTo>
                  <a:pt x="1708356" y="4009258"/>
                </a:lnTo>
                <a:cubicBezTo>
                  <a:pt x="1707729" y="4010304"/>
                  <a:pt x="1706211" y="4011194"/>
                  <a:pt x="1704955" y="4011194"/>
                </a:cubicBezTo>
                <a:lnTo>
                  <a:pt x="1673353" y="4011194"/>
                </a:lnTo>
                <a:cubicBezTo>
                  <a:pt x="1672098" y="4011194"/>
                  <a:pt x="1670580" y="4010357"/>
                  <a:pt x="1669952" y="4009258"/>
                </a:cubicBezTo>
                <a:lnTo>
                  <a:pt x="1654151" y="3981893"/>
                </a:lnTo>
                <a:cubicBezTo>
                  <a:pt x="1653523" y="3980795"/>
                  <a:pt x="1653523" y="3979068"/>
                  <a:pt x="1654151" y="3977969"/>
                </a:cubicBezTo>
                <a:lnTo>
                  <a:pt x="1669952" y="3950605"/>
                </a:lnTo>
                <a:cubicBezTo>
                  <a:pt x="1670580" y="3949559"/>
                  <a:pt x="1672098" y="3948669"/>
                  <a:pt x="1673353" y="3948669"/>
                </a:cubicBezTo>
                <a:close/>
                <a:moveTo>
                  <a:pt x="529600" y="3892789"/>
                </a:moveTo>
                <a:lnTo>
                  <a:pt x="534152" y="3892789"/>
                </a:lnTo>
                <a:cubicBezTo>
                  <a:pt x="534309" y="3892789"/>
                  <a:pt x="534623" y="3893051"/>
                  <a:pt x="534623" y="3893051"/>
                </a:cubicBezTo>
                <a:lnTo>
                  <a:pt x="536873" y="3896975"/>
                </a:lnTo>
                <a:cubicBezTo>
                  <a:pt x="536978" y="3897132"/>
                  <a:pt x="536873" y="3897550"/>
                  <a:pt x="536873" y="3897550"/>
                </a:cubicBezTo>
                <a:lnTo>
                  <a:pt x="534623" y="3901475"/>
                </a:lnTo>
                <a:cubicBezTo>
                  <a:pt x="534571" y="3901631"/>
                  <a:pt x="534152" y="3901736"/>
                  <a:pt x="534152" y="3901736"/>
                </a:cubicBezTo>
                <a:lnTo>
                  <a:pt x="529600" y="3901736"/>
                </a:lnTo>
                <a:cubicBezTo>
                  <a:pt x="529443" y="3901736"/>
                  <a:pt x="529129" y="3901475"/>
                  <a:pt x="529129" y="3901475"/>
                </a:cubicBezTo>
                <a:lnTo>
                  <a:pt x="526880" y="3897550"/>
                </a:lnTo>
                <a:cubicBezTo>
                  <a:pt x="526775" y="3897393"/>
                  <a:pt x="526880" y="3896975"/>
                  <a:pt x="526880" y="3896975"/>
                </a:cubicBezTo>
                <a:lnTo>
                  <a:pt x="529129" y="3893051"/>
                </a:lnTo>
                <a:cubicBezTo>
                  <a:pt x="529182" y="3892894"/>
                  <a:pt x="529600" y="3892789"/>
                  <a:pt x="529600" y="3892789"/>
                </a:cubicBezTo>
                <a:close/>
                <a:moveTo>
                  <a:pt x="691013" y="3884889"/>
                </a:moveTo>
                <a:lnTo>
                  <a:pt x="703518" y="3884889"/>
                </a:lnTo>
                <a:cubicBezTo>
                  <a:pt x="704041" y="3884889"/>
                  <a:pt x="704616" y="3885255"/>
                  <a:pt x="704878" y="3885674"/>
                </a:cubicBezTo>
                <a:lnTo>
                  <a:pt x="711104" y="3896505"/>
                </a:lnTo>
                <a:cubicBezTo>
                  <a:pt x="711366" y="3896975"/>
                  <a:pt x="711366" y="3897656"/>
                  <a:pt x="711104" y="3898074"/>
                </a:cubicBezTo>
                <a:lnTo>
                  <a:pt x="704878" y="3908905"/>
                </a:lnTo>
                <a:cubicBezTo>
                  <a:pt x="704616" y="3909323"/>
                  <a:pt x="703989" y="3909690"/>
                  <a:pt x="703518" y="3909690"/>
                </a:cubicBezTo>
                <a:lnTo>
                  <a:pt x="691013" y="3909690"/>
                </a:lnTo>
                <a:cubicBezTo>
                  <a:pt x="690489" y="3909690"/>
                  <a:pt x="689914" y="3909323"/>
                  <a:pt x="689652" y="3908905"/>
                </a:cubicBezTo>
                <a:lnTo>
                  <a:pt x="683426" y="3898074"/>
                </a:lnTo>
                <a:cubicBezTo>
                  <a:pt x="683165" y="3897603"/>
                  <a:pt x="683165" y="3896923"/>
                  <a:pt x="683426" y="3896505"/>
                </a:cubicBezTo>
                <a:lnTo>
                  <a:pt x="689652" y="3885674"/>
                </a:lnTo>
                <a:cubicBezTo>
                  <a:pt x="689914" y="3885255"/>
                  <a:pt x="690542" y="3884889"/>
                  <a:pt x="691013" y="3884889"/>
                </a:cubicBezTo>
                <a:close/>
                <a:moveTo>
                  <a:pt x="607246" y="3882848"/>
                </a:moveTo>
                <a:lnTo>
                  <a:pt x="621844" y="3882848"/>
                </a:lnTo>
                <a:cubicBezTo>
                  <a:pt x="622419" y="3882848"/>
                  <a:pt x="623100" y="3883214"/>
                  <a:pt x="623413" y="3883737"/>
                </a:cubicBezTo>
                <a:lnTo>
                  <a:pt x="630739" y="3896399"/>
                </a:lnTo>
                <a:cubicBezTo>
                  <a:pt x="631053" y="3896923"/>
                  <a:pt x="631053" y="3897707"/>
                  <a:pt x="630739" y="3898231"/>
                </a:cubicBezTo>
                <a:lnTo>
                  <a:pt x="623413" y="3910892"/>
                </a:lnTo>
                <a:cubicBezTo>
                  <a:pt x="623100" y="3911363"/>
                  <a:pt x="622419" y="3911782"/>
                  <a:pt x="621844" y="3911782"/>
                </a:cubicBezTo>
                <a:lnTo>
                  <a:pt x="607246" y="3911782"/>
                </a:lnTo>
                <a:cubicBezTo>
                  <a:pt x="606671" y="3911782"/>
                  <a:pt x="605991" y="3911415"/>
                  <a:pt x="605677" y="3910892"/>
                </a:cubicBezTo>
                <a:lnTo>
                  <a:pt x="598351" y="3898231"/>
                </a:lnTo>
                <a:cubicBezTo>
                  <a:pt x="598038" y="3897707"/>
                  <a:pt x="598038" y="3896923"/>
                  <a:pt x="598351" y="3896399"/>
                </a:cubicBezTo>
                <a:lnTo>
                  <a:pt x="605677" y="3883737"/>
                </a:lnTo>
                <a:cubicBezTo>
                  <a:pt x="605991" y="3883266"/>
                  <a:pt x="606671" y="3882848"/>
                  <a:pt x="607246" y="3882848"/>
                </a:cubicBezTo>
                <a:close/>
                <a:moveTo>
                  <a:pt x="772426" y="3882587"/>
                </a:moveTo>
                <a:lnTo>
                  <a:pt x="787233" y="3882587"/>
                </a:lnTo>
                <a:cubicBezTo>
                  <a:pt x="787809" y="3882587"/>
                  <a:pt x="788489" y="3883006"/>
                  <a:pt x="788803" y="3883529"/>
                </a:cubicBezTo>
                <a:lnTo>
                  <a:pt x="796232" y="3896348"/>
                </a:lnTo>
                <a:cubicBezTo>
                  <a:pt x="796546" y="3896871"/>
                  <a:pt x="796546" y="3897656"/>
                  <a:pt x="796232" y="3898179"/>
                </a:cubicBezTo>
                <a:lnTo>
                  <a:pt x="788803" y="3910998"/>
                </a:lnTo>
                <a:cubicBezTo>
                  <a:pt x="788541" y="3911521"/>
                  <a:pt x="787809" y="3911940"/>
                  <a:pt x="787233" y="3911940"/>
                </a:cubicBezTo>
                <a:lnTo>
                  <a:pt x="772426" y="3911940"/>
                </a:lnTo>
                <a:cubicBezTo>
                  <a:pt x="771850" y="3911940"/>
                  <a:pt x="771170" y="3911521"/>
                  <a:pt x="770856" y="3910998"/>
                </a:cubicBezTo>
                <a:lnTo>
                  <a:pt x="763426" y="3898179"/>
                </a:lnTo>
                <a:cubicBezTo>
                  <a:pt x="763113" y="3897656"/>
                  <a:pt x="763113" y="3896871"/>
                  <a:pt x="763426" y="3896348"/>
                </a:cubicBezTo>
                <a:lnTo>
                  <a:pt x="770856" y="3883529"/>
                </a:lnTo>
                <a:cubicBezTo>
                  <a:pt x="771118" y="3883006"/>
                  <a:pt x="771850" y="3882587"/>
                  <a:pt x="772426" y="3882587"/>
                </a:cubicBezTo>
                <a:close/>
                <a:moveTo>
                  <a:pt x="937082" y="3881279"/>
                </a:moveTo>
                <a:lnTo>
                  <a:pt x="953250" y="3881279"/>
                </a:lnTo>
                <a:cubicBezTo>
                  <a:pt x="953877" y="3881279"/>
                  <a:pt x="954662" y="3881698"/>
                  <a:pt x="954976" y="3882273"/>
                </a:cubicBezTo>
                <a:lnTo>
                  <a:pt x="963086" y="3896295"/>
                </a:lnTo>
                <a:cubicBezTo>
                  <a:pt x="963400" y="3896819"/>
                  <a:pt x="963400" y="3897708"/>
                  <a:pt x="963086" y="3898284"/>
                </a:cubicBezTo>
                <a:lnTo>
                  <a:pt x="954976" y="3912306"/>
                </a:lnTo>
                <a:cubicBezTo>
                  <a:pt x="954662" y="3912829"/>
                  <a:pt x="953877" y="3913300"/>
                  <a:pt x="953250" y="3913300"/>
                </a:cubicBezTo>
                <a:lnTo>
                  <a:pt x="937082" y="3913300"/>
                </a:lnTo>
                <a:cubicBezTo>
                  <a:pt x="936454" y="3913300"/>
                  <a:pt x="935669" y="3912882"/>
                  <a:pt x="935356" y="3912306"/>
                </a:cubicBezTo>
                <a:lnTo>
                  <a:pt x="927245" y="3898284"/>
                </a:lnTo>
                <a:cubicBezTo>
                  <a:pt x="926932" y="3897760"/>
                  <a:pt x="926932" y="3896871"/>
                  <a:pt x="927245" y="3896295"/>
                </a:cubicBezTo>
                <a:lnTo>
                  <a:pt x="935356" y="3882273"/>
                </a:lnTo>
                <a:cubicBezTo>
                  <a:pt x="935669" y="3881750"/>
                  <a:pt x="936454" y="3881279"/>
                  <a:pt x="937082" y="3881279"/>
                </a:cubicBezTo>
                <a:close/>
                <a:moveTo>
                  <a:pt x="854362" y="3881069"/>
                </a:moveTo>
                <a:lnTo>
                  <a:pt x="870738" y="3881069"/>
                </a:lnTo>
                <a:cubicBezTo>
                  <a:pt x="871419" y="3881069"/>
                  <a:pt x="872204" y="3881488"/>
                  <a:pt x="872518" y="3882063"/>
                </a:cubicBezTo>
                <a:lnTo>
                  <a:pt x="880732" y="3896242"/>
                </a:lnTo>
                <a:cubicBezTo>
                  <a:pt x="881046" y="3896818"/>
                  <a:pt x="881046" y="3897707"/>
                  <a:pt x="880732" y="3898283"/>
                </a:cubicBezTo>
                <a:lnTo>
                  <a:pt x="872518" y="3912462"/>
                </a:lnTo>
                <a:cubicBezTo>
                  <a:pt x="872151" y="3912985"/>
                  <a:pt x="871366" y="3913456"/>
                  <a:pt x="870738" y="3913456"/>
                </a:cubicBezTo>
                <a:lnTo>
                  <a:pt x="854362" y="3913456"/>
                </a:lnTo>
                <a:cubicBezTo>
                  <a:pt x="853682" y="3913456"/>
                  <a:pt x="852897" y="3913038"/>
                  <a:pt x="852583" y="3912462"/>
                </a:cubicBezTo>
                <a:lnTo>
                  <a:pt x="844368" y="3898283"/>
                </a:lnTo>
                <a:cubicBezTo>
                  <a:pt x="844055" y="3897707"/>
                  <a:pt x="844055" y="3896818"/>
                  <a:pt x="844368" y="3896242"/>
                </a:cubicBezTo>
                <a:lnTo>
                  <a:pt x="852583" y="3882063"/>
                </a:lnTo>
                <a:cubicBezTo>
                  <a:pt x="852949" y="3881540"/>
                  <a:pt x="853734" y="3881069"/>
                  <a:pt x="854362" y="3881069"/>
                </a:cubicBezTo>
                <a:close/>
                <a:moveTo>
                  <a:pt x="2424641" y="3880703"/>
                </a:moveTo>
                <a:lnTo>
                  <a:pt x="2441384" y="3880703"/>
                </a:lnTo>
                <a:cubicBezTo>
                  <a:pt x="2442011" y="3880703"/>
                  <a:pt x="2442849" y="3881174"/>
                  <a:pt x="2443162" y="3881749"/>
                </a:cubicBezTo>
                <a:lnTo>
                  <a:pt x="2451534" y="3896243"/>
                </a:lnTo>
                <a:cubicBezTo>
                  <a:pt x="2451848" y="3896818"/>
                  <a:pt x="2451848" y="3897760"/>
                  <a:pt x="2451534" y="3898335"/>
                </a:cubicBezTo>
                <a:lnTo>
                  <a:pt x="2443162" y="3912829"/>
                </a:lnTo>
                <a:cubicBezTo>
                  <a:pt x="2442849" y="3913404"/>
                  <a:pt x="2442064" y="3913875"/>
                  <a:pt x="2441384" y="3913875"/>
                </a:cubicBezTo>
                <a:lnTo>
                  <a:pt x="2424641" y="3913875"/>
                </a:lnTo>
                <a:cubicBezTo>
                  <a:pt x="2424013" y="3913875"/>
                  <a:pt x="2423176" y="3913404"/>
                  <a:pt x="2422862" y="3912829"/>
                </a:cubicBezTo>
                <a:lnTo>
                  <a:pt x="2414490" y="3898335"/>
                </a:lnTo>
                <a:cubicBezTo>
                  <a:pt x="2414177" y="3897760"/>
                  <a:pt x="2414177" y="3896818"/>
                  <a:pt x="2414490" y="3896243"/>
                </a:cubicBezTo>
                <a:lnTo>
                  <a:pt x="2422862" y="3881749"/>
                </a:lnTo>
                <a:cubicBezTo>
                  <a:pt x="2423176" y="3881174"/>
                  <a:pt x="2423961" y="3880703"/>
                  <a:pt x="2424641" y="3880703"/>
                </a:cubicBezTo>
                <a:close/>
                <a:moveTo>
                  <a:pt x="1515133" y="3880075"/>
                </a:moveTo>
                <a:lnTo>
                  <a:pt x="1532451" y="3880075"/>
                </a:lnTo>
                <a:cubicBezTo>
                  <a:pt x="1533184" y="3880075"/>
                  <a:pt x="1533969" y="3880598"/>
                  <a:pt x="1534335" y="3881174"/>
                </a:cubicBezTo>
                <a:lnTo>
                  <a:pt x="1543020" y="3896190"/>
                </a:lnTo>
                <a:cubicBezTo>
                  <a:pt x="1543386" y="3896766"/>
                  <a:pt x="1543386" y="3897760"/>
                  <a:pt x="1543020" y="3898335"/>
                </a:cubicBezTo>
                <a:lnTo>
                  <a:pt x="1534335" y="3913352"/>
                </a:lnTo>
                <a:cubicBezTo>
                  <a:pt x="1533969" y="3913979"/>
                  <a:pt x="1533131" y="3914450"/>
                  <a:pt x="1532451" y="3914450"/>
                </a:cubicBezTo>
                <a:lnTo>
                  <a:pt x="1515133" y="3914450"/>
                </a:lnTo>
                <a:cubicBezTo>
                  <a:pt x="1514400" y="3914450"/>
                  <a:pt x="1513615" y="3913927"/>
                  <a:pt x="1513249" y="3913352"/>
                </a:cubicBezTo>
                <a:lnTo>
                  <a:pt x="1504564" y="3898335"/>
                </a:lnTo>
                <a:cubicBezTo>
                  <a:pt x="1504197" y="3897760"/>
                  <a:pt x="1504197" y="3896766"/>
                  <a:pt x="1504564" y="3896190"/>
                </a:cubicBezTo>
                <a:lnTo>
                  <a:pt x="1513249" y="3881174"/>
                </a:lnTo>
                <a:cubicBezTo>
                  <a:pt x="1513615" y="3880546"/>
                  <a:pt x="1514453" y="3880075"/>
                  <a:pt x="1515133" y="3880075"/>
                </a:cubicBezTo>
                <a:close/>
                <a:moveTo>
                  <a:pt x="1349220" y="3878924"/>
                </a:moveTo>
                <a:lnTo>
                  <a:pt x="1367794" y="3878924"/>
                </a:lnTo>
                <a:cubicBezTo>
                  <a:pt x="1368527" y="3878924"/>
                  <a:pt x="1369416" y="3879447"/>
                  <a:pt x="1369782" y="3880075"/>
                </a:cubicBezTo>
                <a:lnTo>
                  <a:pt x="1379043" y="3896138"/>
                </a:lnTo>
                <a:cubicBezTo>
                  <a:pt x="1379410" y="3896766"/>
                  <a:pt x="1379410" y="3897812"/>
                  <a:pt x="1379043" y="3898440"/>
                </a:cubicBezTo>
                <a:lnTo>
                  <a:pt x="1369782" y="3914503"/>
                </a:lnTo>
                <a:cubicBezTo>
                  <a:pt x="1369416" y="3915131"/>
                  <a:pt x="1368527" y="3915654"/>
                  <a:pt x="1367794" y="3915654"/>
                </a:cubicBezTo>
                <a:lnTo>
                  <a:pt x="1349220" y="3915654"/>
                </a:lnTo>
                <a:cubicBezTo>
                  <a:pt x="1348487" y="3915654"/>
                  <a:pt x="1347598" y="3915131"/>
                  <a:pt x="1347232" y="3914503"/>
                </a:cubicBezTo>
                <a:lnTo>
                  <a:pt x="1337971" y="3898440"/>
                </a:lnTo>
                <a:cubicBezTo>
                  <a:pt x="1337604" y="3897812"/>
                  <a:pt x="1337604" y="3896766"/>
                  <a:pt x="1337971" y="3896138"/>
                </a:cubicBezTo>
                <a:lnTo>
                  <a:pt x="1347232" y="3880075"/>
                </a:lnTo>
                <a:cubicBezTo>
                  <a:pt x="1347598" y="3879447"/>
                  <a:pt x="1348487" y="3878924"/>
                  <a:pt x="1349220" y="3878924"/>
                </a:cubicBezTo>
                <a:close/>
                <a:moveTo>
                  <a:pt x="2340979" y="3878715"/>
                </a:moveTo>
                <a:lnTo>
                  <a:pt x="2359710" y="3878715"/>
                </a:lnTo>
                <a:cubicBezTo>
                  <a:pt x="2360443" y="3878715"/>
                  <a:pt x="2361332" y="3879238"/>
                  <a:pt x="2361698" y="3879866"/>
                </a:cubicBezTo>
                <a:lnTo>
                  <a:pt x="2371064" y="3896086"/>
                </a:lnTo>
                <a:cubicBezTo>
                  <a:pt x="2371430" y="3896714"/>
                  <a:pt x="2371430" y="3897760"/>
                  <a:pt x="2371064" y="3898388"/>
                </a:cubicBezTo>
                <a:lnTo>
                  <a:pt x="2361698" y="3914608"/>
                </a:lnTo>
                <a:cubicBezTo>
                  <a:pt x="2361332" y="3915236"/>
                  <a:pt x="2360443" y="3915759"/>
                  <a:pt x="2359710" y="3915759"/>
                </a:cubicBezTo>
                <a:lnTo>
                  <a:pt x="2340979" y="3915759"/>
                </a:lnTo>
                <a:cubicBezTo>
                  <a:pt x="2340246" y="3915759"/>
                  <a:pt x="2339357" y="3915236"/>
                  <a:pt x="2338991" y="3914608"/>
                </a:cubicBezTo>
                <a:lnTo>
                  <a:pt x="2329625" y="3898388"/>
                </a:lnTo>
                <a:cubicBezTo>
                  <a:pt x="2329258" y="3897760"/>
                  <a:pt x="2329258" y="3896714"/>
                  <a:pt x="2329625" y="3896086"/>
                </a:cubicBezTo>
                <a:lnTo>
                  <a:pt x="2338991" y="3879866"/>
                </a:lnTo>
                <a:cubicBezTo>
                  <a:pt x="2339357" y="3879238"/>
                  <a:pt x="2340246" y="3878715"/>
                  <a:pt x="2340979" y="3878715"/>
                </a:cubicBezTo>
                <a:close/>
                <a:moveTo>
                  <a:pt x="1266447" y="3878662"/>
                </a:moveTo>
                <a:lnTo>
                  <a:pt x="1285231" y="3878662"/>
                </a:lnTo>
                <a:cubicBezTo>
                  <a:pt x="1286015" y="3878662"/>
                  <a:pt x="1286905" y="3879185"/>
                  <a:pt x="1287271" y="3879813"/>
                </a:cubicBezTo>
                <a:lnTo>
                  <a:pt x="1296689" y="3896085"/>
                </a:lnTo>
                <a:cubicBezTo>
                  <a:pt x="1297055" y="3896713"/>
                  <a:pt x="1297055" y="3897760"/>
                  <a:pt x="1296689" y="3898387"/>
                </a:cubicBezTo>
                <a:lnTo>
                  <a:pt x="1287271" y="3914659"/>
                </a:lnTo>
                <a:cubicBezTo>
                  <a:pt x="1286853" y="3915287"/>
                  <a:pt x="1285963" y="3915811"/>
                  <a:pt x="1285231" y="3915811"/>
                </a:cubicBezTo>
                <a:lnTo>
                  <a:pt x="1266447" y="3915811"/>
                </a:lnTo>
                <a:cubicBezTo>
                  <a:pt x="1265662" y="3915811"/>
                  <a:pt x="1264773" y="3915287"/>
                  <a:pt x="1264407" y="3914659"/>
                </a:cubicBezTo>
                <a:lnTo>
                  <a:pt x="1254989" y="3898387"/>
                </a:lnTo>
                <a:cubicBezTo>
                  <a:pt x="1254622" y="3897760"/>
                  <a:pt x="1254622" y="3896713"/>
                  <a:pt x="1254989" y="3896085"/>
                </a:cubicBezTo>
                <a:lnTo>
                  <a:pt x="1264407" y="3879813"/>
                </a:lnTo>
                <a:cubicBezTo>
                  <a:pt x="1264825" y="3879185"/>
                  <a:pt x="1265715" y="3878662"/>
                  <a:pt x="1266447" y="3878662"/>
                </a:cubicBezTo>
                <a:close/>
                <a:moveTo>
                  <a:pt x="1018285" y="3878349"/>
                </a:moveTo>
                <a:lnTo>
                  <a:pt x="1037383" y="3878349"/>
                </a:lnTo>
                <a:cubicBezTo>
                  <a:pt x="1038115" y="3878349"/>
                  <a:pt x="1039057" y="3878925"/>
                  <a:pt x="1039423" y="3879553"/>
                </a:cubicBezTo>
                <a:lnTo>
                  <a:pt x="1048998" y="3896086"/>
                </a:lnTo>
                <a:cubicBezTo>
                  <a:pt x="1049364" y="3896714"/>
                  <a:pt x="1049364" y="3897813"/>
                  <a:pt x="1048998" y="3898441"/>
                </a:cubicBezTo>
                <a:lnTo>
                  <a:pt x="1039423" y="3914974"/>
                </a:lnTo>
                <a:cubicBezTo>
                  <a:pt x="1039057" y="3915654"/>
                  <a:pt x="1038115" y="3916178"/>
                  <a:pt x="1037383" y="3916178"/>
                </a:cubicBezTo>
                <a:lnTo>
                  <a:pt x="1018285" y="3916178"/>
                </a:lnTo>
                <a:cubicBezTo>
                  <a:pt x="1017552" y="3916178"/>
                  <a:pt x="1016611" y="3915602"/>
                  <a:pt x="1016244" y="3914974"/>
                </a:cubicBezTo>
                <a:lnTo>
                  <a:pt x="1006669" y="3898441"/>
                </a:lnTo>
                <a:cubicBezTo>
                  <a:pt x="1006304" y="3897813"/>
                  <a:pt x="1006304" y="3896714"/>
                  <a:pt x="1006669" y="3896086"/>
                </a:cubicBezTo>
                <a:lnTo>
                  <a:pt x="1016244" y="3879553"/>
                </a:lnTo>
                <a:cubicBezTo>
                  <a:pt x="1016611" y="3878872"/>
                  <a:pt x="1017552" y="3878349"/>
                  <a:pt x="1018285" y="3878349"/>
                </a:cubicBezTo>
                <a:close/>
                <a:moveTo>
                  <a:pt x="1927480" y="3878139"/>
                </a:moveTo>
                <a:lnTo>
                  <a:pt x="1946787" y="3878139"/>
                </a:lnTo>
                <a:cubicBezTo>
                  <a:pt x="1947571" y="3878139"/>
                  <a:pt x="1948513" y="3878662"/>
                  <a:pt x="1948880" y="3879342"/>
                </a:cubicBezTo>
                <a:lnTo>
                  <a:pt x="1958559" y="3896085"/>
                </a:lnTo>
                <a:cubicBezTo>
                  <a:pt x="1958925" y="3896766"/>
                  <a:pt x="1958925" y="3897812"/>
                  <a:pt x="1958559" y="3898492"/>
                </a:cubicBezTo>
                <a:lnTo>
                  <a:pt x="1948880" y="3915235"/>
                </a:lnTo>
                <a:cubicBezTo>
                  <a:pt x="1948461" y="3915915"/>
                  <a:pt x="1947571" y="3916439"/>
                  <a:pt x="1946787" y="3916439"/>
                </a:cubicBezTo>
                <a:lnTo>
                  <a:pt x="1927480" y="3916439"/>
                </a:lnTo>
                <a:cubicBezTo>
                  <a:pt x="1926695" y="3916439"/>
                  <a:pt x="1925753" y="3915915"/>
                  <a:pt x="1925387" y="3915235"/>
                </a:cubicBezTo>
                <a:lnTo>
                  <a:pt x="1915708" y="3898492"/>
                </a:lnTo>
                <a:cubicBezTo>
                  <a:pt x="1915341" y="3897812"/>
                  <a:pt x="1915341" y="3896766"/>
                  <a:pt x="1915708" y="3896085"/>
                </a:cubicBezTo>
                <a:lnTo>
                  <a:pt x="1925387" y="3879342"/>
                </a:lnTo>
                <a:cubicBezTo>
                  <a:pt x="1925806" y="3878662"/>
                  <a:pt x="1926695" y="3878139"/>
                  <a:pt x="1927480" y="3878139"/>
                </a:cubicBezTo>
                <a:close/>
                <a:moveTo>
                  <a:pt x="1183255" y="3877721"/>
                </a:moveTo>
                <a:lnTo>
                  <a:pt x="1203033" y="3877721"/>
                </a:lnTo>
                <a:cubicBezTo>
                  <a:pt x="1203766" y="3877721"/>
                  <a:pt x="1204760" y="3878244"/>
                  <a:pt x="1205126" y="3878925"/>
                </a:cubicBezTo>
                <a:lnTo>
                  <a:pt x="1215015" y="3896034"/>
                </a:lnTo>
                <a:cubicBezTo>
                  <a:pt x="1215381" y="3896714"/>
                  <a:pt x="1215381" y="3897813"/>
                  <a:pt x="1215015" y="3898493"/>
                </a:cubicBezTo>
                <a:lnTo>
                  <a:pt x="1205126" y="3915602"/>
                </a:lnTo>
                <a:cubicBezTo>
                  <a:pt x="1204760" y="3916282"/>
                  <a:pt x="1203818" y="3916806"/>
                  <a:pt x="1203033" y="3916806"/>
                </a:cubicBezTo>
                <a:lnTo>
                  <a:pt x="1183255" y="3916806"/>
                </a:lnTo>
                <a:cubicBezTo>
                  <a:pt x="1182523" y="3916806"/>
                  <a:pt x="1181529" y="3916282"/>
                  <a:pt x="1181163" y="3915602"/>
                </a:cubicBezTo>
                <a:lnTo>
                  <a:pt x="1171274" y="3898493"/>
                </a:lnTo>
                <a:cubicBezTo>
                  <a:pt x="1170907" y="3897813"/>
                  <a:pt x="1170907" y="3896714"/>
                  <a:pt x="1171274" y="3896034"/>
                </a:cubicBezTo>
                <a:lnTo>
                  <a:pt x="1181163" y="3878925"/>
                </a:lnTo>
                <a:cubicBezTo>
                  <a:pt x="1181529" y="3878244"/>
                  <a:pt x="1182471" y="3877721"/>
                  <a:pt x="1183255" y="3877721"/>
                </a:cubicBezTo>
                <a:close/>
                <a:moveTo>
                  <a:pt x="2587990" y="3876727"/>
                </a:moveTo>
                <a:lnTo>
                  <a:pt x="2608761" y="3876727"/>
                </a:lnTo>
                <a:cubicBezTo>
                  <a:pt x="2609599" y="3876727"/>
                  <a:pt x="2610593" y="3877303"/>
                  <a:pt x="2611012" y="3878035"/>
                </a:cubicBezTo>
                <a:lnTo>
                  <a:pt x="2621424" y="3896034"/>
                </a:lnTo>
                <a:cubicBezTo>
                  <a:pt x="2621842" y="3896714"/>
                  <a:pt x="2621842" y="3897865"/>
                  <a:pt x="2621424" y="3898597"/>
                </a:cubicBezTo>
                <a:lnTo>
                  <a:pt x="2611012" y="3916596"/>
                </a:lnTo>
                <a:cubicBezTo>
                  <a:pt x="2610593" y="3917329"/>
                  <a:pt x="2609599" y="3917904"/>
                  <a:pt x="2608761" y="3917904"/>
                </a:cubicBezTo>
                <a:lnTo>
                  <a:pt x="2587990" y="3917904"/>
                </a:lnTo>
                <a:cubicBezTo>
                  <a:pt x="2587153" y="3917904"/>
                  <a:pt x="2586159" y="3917329"/>
                  <a:pt x="2585740" y="3916596"/>
                </a:cubicBezTo>
                <a:lnTo>
                  <a:pt x="2575328" y="3898597"/>
                </a:lnTo>
                <a:cubicBezTo>
                  <a:pt x="2574909" y="3897918"/>
                  <a:pt x="2574909" y="3896766"/>
                  <a:pt x="2575328" y="3896034"/>
                </a:cubicBezTo>
                <a:lnTo>
                  <a:pt x="2585740" y="3878035"/>
                </a:lnTo>
                <a:cubicBezTo>
                  <a:pt x="2586159" y="3877303"/>
                  <a:pt x="2587153" y="3876727"/>
                  <a:pt x="2587990" y="3876727"/>
                </a:cubicBezTo>
                <a:close/>
                <a:moveTo>
                  <a:pt x="2670553" y="3876517"/>
                </a:moveTo>
                <a:lnTo>
                  <a:pt x="2691534" y="3876517"/>
                </a:lnTo>
                <a:cubicBezTo>
                  <a:pt x="2692371" y="3876517"/>
                  <a:pt x="2693365" y="3877092"/>
                  <a:pt x="2693784" y="3877825"/>
                </a:cubicBezTo>
                <a:lnTo>
                  <a:pt x="2704248" y="3895981"/>
                </a:lnTo>
                <a:cubicBezTo>
                  <a:pt x="2704666" y="3896713"/>
                  <a:pt x="2704666" y="3897864"/>
                  <a:pt x="2704248" y="3898597"/>
                </a:cubicBezTo>
                <a:lnTo>
                  <a:pt x="2693784" y="3916752"/>
                </a:lnTo>
                <a:cubicBezTo>
                  <a:pt x="2693365" y="3917485"/>
                  <a:pt x="2692371" y="3918060"/>
                  <a:pt x="2691534" y="3918060"/>
                </a:cubicBezTo>
                <a:lnTo>
                  <a:pt x="2670553" y="3918060"/>
                </a:lnTo>
                <a:cubicBezTo>
                  <a:pt x="2669716" y="3918060"/>
                  <a:pt x="2668721" y="3917485"/>
                  <a:pt x="2668303" y="3916752"/>
                </a:cubicBezTo>
                <a:lnTo>
                  <a:pt x="2657839" y="3898597"/>
                </a:lnTo>
                <a:cubicBezTo>
                  <a:pt x="2657420" y="3897864"/>
                  <a:pt x="2657420" y="3896713"/>
                  <a:pt x="2657839" y="3895981"/>
                </a:cubicBezTo>
                <a:lnTo>
                  <a:pt x="2668303" y="3877825"/>
                </a:lnTo>
                <a:cubicBezTo>
                  <a:pt x="2668721" y="3877092"/>
                  <a:pt x="2669716" y="3876517"/>
                  <a:pt x="2670553" y="3876517"/>
                </a:cubicBezTo>
                <a:close/>
                <a:moveTo>
                  <a:pt x="2091718" y="3876099"/>
                </a:moveTo>
                <a:lnTo>
                  <a:pt x="2113170" y="3876099"/>
                </a:lnTo>
                <a:cubicBezTo>
                  <a:pt x="2114007" y="3876099"/>
                  <a:pt x="2115054" y="3876674"/>
                  <a:pt x="2115472" y="3877407"/>
                </a:cubicBezTo>
                <a:lnTo>
                  <a:pt x="2126198" y="3895981"/>
                </a:lnTo>
                <a:cubicBezTo>
                  <a:pt x="2126616" y="3896714"/>
                  <a:pt x="2126616" y="3897917"/>
                  <a:pt x="2126198" y="3898650"/>
                </a:cubicBezTo>
                <a:lnTo>
                  <a:pt x="2115472" y="3917224"/>
                </a:lnTo>
                <a:cubicBezTo>
                  <a:pt x="2115054" y="3917956"/>
                  <a:pt x="2114007" y="3918532"/>
                  <a:pt x="2113170" y="3918532"/>
                </a:cubicBezTo>
                <a:lnTo>
                  <a:pt x="2091718" y="3918532"/>
                </a:lnTo>
                <a:cubicBezTo>
                  <a:pt x="2090881" y="3918532"/>
                  <a:pt x="2089835" y="3917956"/>
                  <a:pt x="2089416" y="3917224"/>
                </a:cubicBezTo>
                <a:lnTo>
                  <a:pt x="2078690" y="3898650"/>
                </a:lnTo>
                <a:cubicBezTo>
                  <a:pt x="2078271" y="3897917"/>
                  <a:pt x="2078271" y="3896714"/>
                  <a:pt x="2078690" y="3895981"/>
                </a:cubicBezTo>
                <a:lnTo>
                  <a:pt x="2089416" y="3877407"/>
                </a:lnTo>
                <a:cubicBezTo>
                  <a:pt x="2089835" y="3876674"/>
                  <a:pt x="2090881" y="3876099"/>
                  <a:pt x="2091718" y="3876099"/>
                </a:cubicBezTo>
                <a:close/>
                <a:moveTo>
                  <a:pt x="2504746" y="3875628"/>
                </a:moveTo>
                <a:lnTo>
                  <a:pt x="2526616" y="3875628"/>
                </a:lnTo>
                <a:cubicBezTo>
                  <a:pt x="2527506" y="3875628"/>
                  <a:pt x="2528552" y="3876256"/>
                  <a:pt x="2528971" y="3876988"/>
                </a:cubicBezTo>
                <a:lnTo>
                  <a:pt x="2539906" y="3895929"/>
                </a:lnTo>
                <a:cubicBezTo>
                  <a:pt x="2540325" y="3896713"/>
                  <a:pt x="2540325" y="3897917"/>
                  <a:pt x="2539906" y="3898649"/>
                </a:cubicBezTo>
                <a:lnTo>
                  <a:pt x="2528971" y="3917590"/>
                </a:lnTo>
                <a:cubicBezTo>
                  <a:pt x="2528552" y="3918322"/>
                  <a:pt x="2527453" y="3918950"/>
                  <a:pt x="2526616" y="3918950"/>
                </a:cubicBezTo>
                <a:lnTo>
                  <a:pt x="2504746" y="3918950"/>
                </a:lnTo>
                <a:cubicBezTo>
                  <a:pt x="2503857" y="3918950"/>
                  <a:pt x="2502810" y="3918322"/>
                  <a:pt x="2502391" y="3917590"/>
                </a:cubicBezTo>
                <a:lnTo>
                  <a:pt x="2491456" y="3898649"/>
                </a:lnTo>
                <a:cubicBezTo>
                  <a:pt x="2491037" y="3897865"/>
                  <a:pt x="2491037" y="3896661"/>
                  <a:pt x="2491456" y="3895929"/>
                </a:cubicBezTo>
                <a:lnTo>
                  <a:pt x="2502391" y="3876988"/>
                </a:lnTo>
                <a:cubicBezTo>
                  <a:pt x="2502810" y="3876256"/>
                  <a:pt x="2503908" y="3875628"/>
                  <a:pt x="2504746" y="3875628"/>
                </a:cubicBezTo>
                <a:close/>
                <a:moveTo>
                  <a:pt x="1430162" y="3875523"/>
                </a:moveTo>
                <a:lnTo>
                  <a:pt x="1452137" y="3875523"/>
                </a:lnTo>
                <a:cubicBezTo>
                  <a:pt x="1453027" y="3875523"/>
                  <a:pt x="1454073" y="3876151"/>
                  <a:pt x="1454492" y="3876883"/>
                </a:cubicBezTo>
                <a:lnTo>
                  <a:pt x="1465479" y="3895929"/>
                </a:lnTo>
                <a:cubicBezTo>
                  <a:pt x="1465898" y="3896661"/>
                  <a:pt x="1465898" y="3897917"/>
                  <a:pt x="1465479" y="3898649"/>
                </a:cubicBezTo>
                <a:lnTo>
                  <a:pt x="1454492" y="3917694"/>
                </a:lnTo>
                <a:cubicBezTo>
                  <a:pt x="1454073" y="3918427"/>
                  <a:pt x="1453027" y="3919055"/>
                  <a:pt x="1452137" y="3919055"/>
                </a:cubicBezTo>
                <a:lnTo>
                  <a:pt x="1430162" y="3919055"/>
                </a:lnTo>
                <a:cubicBezTo>
                  <a:pt x="1429273" y="3919055"/>
                  <a:pt x="1428226" y="3918427"/>
                  <a:pt x="1427808" y="3917694"/>
                </a:cubicBezTo>
                <a:lnTo>
                  <a:pt x="1416820" y="3898649"/>
                </a:lnTo>
                <a:cubicBezTo>
                  <a:pt x="1416401" y="3897917"/>
                  <a:pt x="1416401" y="3896661"/>
                  <a:pt x="1416820" y="3895929"/>
                </a:cubicBezTo>
                <a:lnTo>
                  <a:pt x="1427808" y="3876883"/>
                </a:lnTo>
                <a:cubicBezTo>
                  <a:pt x="1428226" y="3876151"/>
                  <a:pt x="1429273" y="3875523"/>
                  <a:pt x="1430162" y="3875523"/>
                </a:cubicBezTo>
                <a:close/>
                <a:moveTo>
                  <a:pt x="1099541" y="3875523"/>
                </a:moveTo>
                <a:lnTo>
                  <a:pt x="1121516" y="3875523"/>
                </a:lnTo>
                <a:cubicBezTo>
                  <a:pt x="1122406" y="3875523"/>
                  <a:pt x="1123452" y="3876151"/>
                  <a:pt x="1123870" y="3876883"/>
                </a:cubicBezTo>
                <a:lnTo>
                  <a:pt x="1134858" y="3895929"/>
                </a:lnTo>
                <a:cubicBezTo>
                  <a:pt x="1135277" y="3896661"/>
                  <a:pt x="1135277" y="3897917"/>
                  <a:pt x="1134858" y="3898649"/>
                </a:cubicBezTo>
                <a:lnTo>
                  <a:pt x="1123870" y="3917694"/>
                </a:lnTo>
                <a:cubicBezTo>
                  <a:pt x="1123452" y="3918427"/>
                  <a:pt x="1122406" y="3919055"/>
                  <a:pt x="1121516" y="3919055"/>
                </a:cubicBezTo>
                <a:lnTo>
                  <a:pt x="1099541" y="3919055"/>
                </a:lnTo>
                <a:cubicBezTo>
                  <a:pt x="1098651" y="3919055"/>
                  <a:pt x="1097605" y="3918427"/>
                  <a:pt x="1097187" y="3917694"/>
                </a:cubicBezTo>
                <a:lnTo>
                  <a:pt x="1086199" y="3898649"/>
                </a:lnTo>
                <a:cubicBezTo>
                  <a:pt x="1085780" y="3897917"/>
                  <a:pt x="1085780" y="3896661"/>
                  <a:pt x="1086199" y="3895929"/>
                </a:cubicBezTo>
                <a:lnTo>
                  <a:pt x="1097187" y="3876883"/>
                </a:lnTo>
                <a:cubicBezTo>
                  <a:pt x="1097605" y="3876151"/>
                  <a:pt x="1098651" y="3875523"/>
                  <a:pt x="1099541" y="3875523"/>
                </a:cubicBezTo>
                <a:close/>
                <a:moveTo>
                  <a:pt x="1843399" y="3875419"/>
                </a:moveTo>
                <a:lnTo>
                  <a:pt x="1865479" y="3875419"/>
                </a:lnTo>
                <a:cubicBezTo>
                  <a:pt x="1866316" y="3875419"/>
                  <a:pt x="1867415" y="3876047"/>
                  <a:pt x="1867834" y="3876779"/>
                </a:cubicBezTo>
                <a:lnTo>
                  <a:pt x="1878873" y="3895929"/>
                </a:lnTo>
                <a:cubicBezTo>
                  <a:pt x="1879292" y="3896662"/>
                  <a:pt x="1879292" y="3897918"/>
                  <a:pt x="1878873" y="3898650"/>
                </a:cubicBezTo>
                <a:lnTo>
                  <a:pt x="1867834" y="3917800"/>
                </a:lnTo>
                <a:cubicBezTo>
                  <a:pt x="1867415" y="3918532"/>
                  <a:pt x="1866368" y="3919160"/>
                  <a:pt x="1865479" y="3919160"/>
                </a:cubicBezTo>
                <a:lnTo>
                  <a:pt x="1843399" y="3919160"/>
                </a:lnTo>
                <a:cubicBezTo>
                  <a:pt x="1842562" y="3919160"/>
                  <a:pt x="1841463" y="3918532"/>
                  <a:pt x="1841045" y="3917800"/>
                </a:cubicBezTo>
                <a:lnTo>
                  <a:pt x="1830005" y="3898650"/>
                </a:lnTo>
                <a:cubicBezTo>
                  <a:pt x="1829586" y="3897918"/>
                  <a:pt x="1829586" y="3896662"/>
                  <a:pt x="1830005" y="3895929"/>
                </a:cubicBezTo>
                <a:lnTo>
                  <a:pt x="1841045" y="3876779"/>
                </a:lnTo>
                <a:cubicBezTo>
                  <a:pt x="1841463" y="3876047"/>
                  <a:pt x="1842510" y="3875419"/>
                  <a:pt x="1843399" y="3875419"/>
                </a:cubicBezTo>
                <a:close/>
                <a:moveTo>
                  <a:pt x="2256532" y="3875157"/>
                </a:moveTo>
                <a:lnTo>
                  <a:pt x="2278925" y="3875157"/>
                </a:lnTo>
                <a:cubicBezTo>
                  <a:pt x="2279815" y="3875157"/>
                  <a:pt x="2280913" y="3875732"/>
                  <a:pt x="2281332" y="3876517"/>
                </a:cubicBezTo>
                <a:lnTo>
                  <a:pt x="2292529" y="3895929"/>
                </a:lnTo>
                <a:cubicBezTo>
                  <a:pt x="2292948" y="3896714"/>
                  <a:pt x="2292948" y="3897917"/>
                  <a:pt x="2292529" y="3898702"/>
                </a:cubicBezTo>
                <a:lnTo>
                  <a:pt x="2281332" y="3918113"/>
                </a:lnTo>
                <a:cubicBezTo>
                  <a:pt x="2280861" y="3918846"/>
                  <a:pt x="2279815" y="3919474"/>
                  <a:pt x="2278925" y="3919474"/>
                </a:cubicBezTo>
                <a:lnTo>
                  <a:pt x="2256532" y="3919474"/>
                </a:lnTo>
                <a:cubicBezTo>
                  <a:pt x="2255642" y="3919474"/>
                  <a:pt x="2254544" y="3918898"/>
                  <a:pt x="2254125" y="3918113"/>
                </a:cubicBezTo>
                <a:lnTo>
                  <a:pt x="2242928" y="3898702"/>
                </a:lnTo>
                <a:cubicBezTo>
                  <a:pt x="2242509" y="3897917"/>
                  <a:pt x="2242509" y="3896714"/>
                  <a:pt x="2242928" y="3895929"/>
                </a:cubicBezTo>
                <a:lnTo>
                  <a:pt x="2254125" y="3876517"/>
                </a:lnTo>
                <a:cubicBezTo>
                  <a:pt x="2254596" y="3875785"/>
                  <a:pt x="2255642" y="3875157"/>
                  <a:pt x="2256532" y="3875157"/>
                </a:cubicBezTo>
                <a:close/>
                <a:moveTo>
                  <a:pt x="2173393" y="3874163"/>
                </a:moveTo>
                <a:lnTo>
                  <a:pt x="2196728" y="3874163"/>
                </a:lnTo>
                <a:cubicBezTo>
                  <a:pt x="2197670" y="3874163"/>
                  <a:pt x="2198769" y="3874843"/>
                  <a:pt x="2199239" y="3875628"/>
                </a:cubicBezTo>
                <a:lnTo>
                  <a:pt x="2210907" y="3895824"/>
                </a:lnTo>
                <a:cubicBezTo>
                  <a:pt x="2211378" y="3896609"/>
                  <a:pt x="2211378" y="3897917"/>
                  <a:pt x="2210907" y="3898702"/>
                </a:cubicBezTo>
                <a:lnTo>
                  <a:pt x="2199239" y="3918898"/>
                </a:lnTo>
                <a:cubicBezTo>
                  <a:pt x="2198769" y="3919735"/>
                  <a:pt x="2197670" y="3920363"/>
                  <a:pt x="2196728" y="3920363"/>
                </a:cubicBezTo>
                <a:lnTo>
                  <a:pt x="2173393" y="3920363"/>
                </a:lnTo>
                <a:cubicBezTo>
                  <a:pt x="2172451" y="3920363"/>
                  <a:pt x="2171352" y="3919683"/>
                  <a:pt x="2170881" y="3918898"/>
                </a:cubicBezTo>
                <a:lnTo>
                  <a:pt x="2159213" y="3898702"/>
                </a:lnTo>
                <a:cubicBezTo>
                  <a:pt x="2158742" y="3897917"/>
                  <a:pt x="2158742" y="3896609"/>
                  <a:pt x="2159213" y="3895824"/>
                </a:cubicBezTo>
                <a:lnTo>
                  <a:pt x="2170881" y="3875628"/>
                </a:lnTo>
                <a:cubicBezTo>
                  <a:pt x="2171352" y="3874791"/>
                  <a:pt x="2172451" y="3874163"/>
                  <a:pt x="2173393" y="3874163"/>
                </a:cubicBezTo>
                <a:close/>
                <a:moveTo>
                  <a:pt x="2007951" y="3873901"/>
                </a:moveTo>
                <a:lnTo>
                  <a:pt x="2031548" y="3873901"/>
                </a:lnTo>
                <a:cubicBezTo>
                  <a:pt x="2032437" y="3873901"/>
                  <a:pt x="2033589" y="3874581"/>
                  <a:pt x="2034060" y="3875366"/>
                </a:cubicBezTo>
                <a:lnTo>
                  <a:pt x="2045832" y="3895824"/>
                </a:lnTo>
                <a:cubicBezTo>
                  <a:pt x="2046303" y="3896661"/>
                  <a:pt x="2046303" y="3897969"/>
                  <a:pt x="2045832" y="3898754"/>
                </a:cubicBezTo>
                <a:lnTo>
                  <a:pt x="2034060" y="3919211"/>
                </a:lnTo>
                <a:cubicBezTo>
                  <a:pt x="2033589" y="3920049"/>
                  <a:pt x="2032490" y="3920677"/>
                  <a:pt x="2031548" y="3920677"/>
                </a:cubicBezTo>
                <a:lnTo>
                  <a:pt x="2007951" y="3920677"/>
                </a:lnTo>
                <a:cubicBezTo>
                  <a:pt x="2007062" y="3920677"/>
                  <a:pt x="2005911" y="3919996"/>
                  <a:pt x="2005440" y="3919211"/>
                </a:cubicBezTo>
                <a:lnTo>
                  <a:pt x="1993668" y="3898754"/>
                </a:lnTo>
                <a:cubicBezTo>
                  <a:pt x="1993196" y="3897917"/>
                  <a:pt x="1993196" y="3896609"/>
                  <a:pt x="1993668" y="3895824"/>
                </a:cubicBezTo>
                <a:lnTo>
                  <a:pt x="2005440" y="3875366"/>
                </a:lnTo>
                <a:cubicBezTo>
                  <a:pt x="2005911" y="3874529"/>
                  <a:pt x="2007009" y="3873901"/>
                  <a:pt x="2007951" y="3873901"/>
                </a:cubicBezTo>
                <a:close/>
                <a:moveTo>
                  <a:pt x="2833849" y="3872541"/>
                </a:moveTo>
                <a:lnTo>
                  <a:pt x="2858807" y="3872541"/>
                </a:lnTo>
                <a:cubicBezTo>
                  <a:pt x="2859800" y="3872541"/>
                  <a:pt x="2861004" y="3873274"/>
                  <a:pt x="2861475" y="3874111"/>
                </a:cubicBezTo>
                <a:lnTo>
                  <a:pt x="2873928" y="3895719"/>
                </a:lnTo>
                <a:cubicBezTo>
                  <a:pt x="2874398" y="3896557"/>
                  <a:pt x="2874398" y="3897969"/>
                  <a:pt x="2873928" y="3898807"/>
                </a:cubicBezTo>
                <a:lnTo>
                  <a:pt x="2861475" y="3920416"/>
                </a:lnTo>
                <a:cubicBezTo>
                  <a:pt x="2861004" y="3921305"/>
                  <a:pt x="2859800" y="3921985"/>
                  <a:pt x="2858807" y="3921985"/>
                </a:cubicBezTo>
                <a:lnTo>
                  <a:pt x="2833849" y="3921985"/>
                </a:lnTo>
                <a:cubicBezTo>
                  <a:pt x="2832855" y="3921985"/>
                  <a:pt x="2831651" y="3921253"/>
                  <a:pt x="2831181" y="3920416"/>
                </a:cubicBezTo>
                <a:lnTo>
                  <a:pt x="2818728" y="3898807"/>
                </a:lnTo>
                <a:cubicBezTo>
                  <a:pt x="2818257" y="3897969"/>
                  <a:pt x="2818257" y="3896557"/>
                  <a:pt x="2818728" y="3895719"/>
                </a:cubicBezTo>
                <a:lnTo>
                  <a:pt x="2831181" y="3874111"/>
                </a:lnTo>
                <a:cubicBezTo>
                  <a:pt x="2831651" y="3873221"/>
                  <a:pt x="2832855" y="3872541"/>
                  <a:pt x="2833849" y="3872541"/>
                </a:cubicBezTo>
                <a:close/>
                <a:moveTo>
                  <a:pt x="2750710" y="3871547"/>
                </a:moveTo>
                <a:lnTo>
                  <a:pt x="2776662" y="3871547"/>
                </a:lnTo>
                <a:cubicBezTo>
                  <a:pt x="2777656" y="3871547"/>
                  <a:pt x="2778912" y="3872280"/>
                  <a:pt x="2779435" y="3873169"/>
                </a:cubicBezTo>
                <a:lnTo>
                  <a:pt x="2792410" y="3895667"/>
                </a:lnTo>
                <a:cubicBezTo>
                  <a:pt x="2792934" y="3896557"/>
                  <a:pt x="2792934" y="3897969"/>
                  <a:pt x="2792410" y="3898859"/>
                </a:cubicBezTo>
                <a:lnTo>
                  <a:pt x="2779435" y="3921357"/>
                </a:lnTo>
                <a:cubicBezTo>
                  <a:pt x="2778912" y="3922247"/>
                  <a:pt x="2777708" y="3922979"/>
                  <a:pt x="2776662" y="3922979"/>
                </a:cubicBezTo>
                <a:lnTo>
                  <a:pt x="2750710" y="3922979"/>
                </a:lnTo>
                <a:cubicBezTo>
                  <a:pt x="2749716" y="3922979"/>
                  <a:pt x="2748461" y="3922247"/>
                  <a:pt x="2747937" y="3921357"/>
                </a:cubicBezTo>
                <a:lnTo>
                  <a:pt x="2734961" y="3898859"/>
                </a:lnTo>
                <a:cubicBezTo>
                  <a:pt x="2734438" y="3897969"/>
                  <a:pt x="2734438" y="3896557"/>
                  <a:pt x="2734961" y="3895667"/>
                </a:cubicBezTo>
                <a:lnTo>
                  <a:pt x="2747937" y="3873169"/>
                </a:lnTo>
                <a:cubicBezTo>
                  <a:pt x="2748461" y="3872280"/>
                  <a:pt x="2749664" y="3871547"/>
                  <a:pt x="2750710" y="3871547"/>
                </a:cubicBezTo>
                <a:close/>
                <a:moveTo>
                  <a:pt x="1756022" y="3866105"/>
                </a:moveTo>
                <a:lnTo>
                  <a:pt x="1787520" y="3866105"/>
                </a:lnTo>
                <a:cubicBezTo>
                  <a:pt x="1788775" y="3866105"/>
                  <a:pt x="1790292" y="3866942"/>
                  <a:pt x="1790920" y="3868041"/>
                </a:cubicBezTo>
                <a:lnTo>
                  <a:pt x="1806669" y="3895353"/>
                </a:lnTo>
                <a:cubicBezTo>
                  <a:pt x="1807297" y="3896452"/>
                  <a:pt x="1807297" y="3898178"/>
                  <a:pt x="1806669" y="3899277"/>
                </a:cubicBezTo>
                <a:lnTo>
                  <a:pt x="1790920" y="3926589"/>
                </a:lnTo>
                <a:cubicBezTo>
                  <a:pt x="1790292" y="3927635"/>
                  <a:pt x="1788775" y="3928525"/>
                  <a:pt x="1787520" y="3928525"/>
                </a:cubicBezTo>
                <a:lnTo>
                  <a:pt x="1756022" y="3928525"/>
                </a:lnTo>
                <a:cubicBezTo>
                  <a:pt x="1754766" y="3928525"/>
                  <a:pt x="1753249" y="3927687"/>
                  <a:pt x="1752621" y="3926589"/>
                </a:cubicBezTo>
                <a:lnTo>
                  <a:pt x="1736872" y="3899277"/>
                </a:lnTo>
                <a:cubicBezTo>
                  <a:pt x="1736244" y="3898178"/>
                  <a:pt x="1736244" y="3896452"/>
                  <a:pt x="1736872" y="3895353"/>
                </a:cubicBezTo>
                <a:lnTo>
                  <a:pt x="1752621" y="3868041"/>
                </a:lnTo>
                <a:cubicBezTo>
                  <a:pt x="1753249" y="3866994"/>
                  <a:pt x="1754766" y="3866105"/>
                  <a:pt x="1756022" y="3866105"/>
                </a:cubicBezTo>
                <a:close/>
                <a:moveTo>
                  <a:pt x="1673406" y="3866105"/>
                </a:moveTo>
                <a:lnTo>
                  <a:pt x="1704903" y="3866105"/>
                </a:lnTo>
                <a:cubicBezTo>
                  <a:pt x="1706159" y="3866105"/>
                  <a:pt x="1707676" y="3866942"/>
                  <a:pt x="1708304" y="3868041"/>
                </a:cubicBezTo>
                <a:lnTo>
                  <a:pt x="1724053" y="3895353"/>
                </a:lnTo>
                <a:cubicBezTo>
                  <a:pt x="1724681" y="3896452"/>
                  <a:pt x="1724681" y="3898178"/>
                  <a:pt x="1724053" y="3899277"/>
                </a:cubicBezTo>
                <a:lnTo>
                  <a:pt x="1708304" y="3926589"/>
                </a:lnTo>
                <a:cubicBezTo>
                  <a:pt x="1707676" y="3927635"/>
                  <a:pt x="1706159" y="3928525"/>
                  <a:pt x="1704903" y="3928525"/>
                </a:cubicBezTo>
                <a:lnTo>
                  <a:pt x="1673406" y="3928525"/>
                </a:lnTo>
                <a:cubicBezTo>
                  <a:pt x="1672150" y="3928525"/>
                  <a:pt x="1670633" y="3927687"/>
                  <a:pt x="1670005" y="3926589"/>
                </a:cubicBezTo>
                <a:lnTo>
                  <a:pt x="1654256" y="3899277"/>
                </a:lnTo>
                <a:cubicBezTo>
                  <a:pt x="1653628" y="3898178"/>
                  <a:pt x="1653628" y="3896452"/>
                  <a:pt x="1654256" y="3895353"/>
                </a:cubicBezTo>
                <a:lnTo>
                  <a:pt x="1670005" y="3868041"/>
                </a:lnTo>
                <a:cubicBezTo>
                  <a:pt x="1670633" y="3866994"/>
                  <a:pt x="1672150" y="3866105"/>
                  <a:pt x="1673406" y="3866105"/>
                </a:cubicBezTo>
                <a:close/>
                <a:moveTo>
                  <a:pt x="1590528" y="3865739"/>
                </a:moveTo>
                <a:lnTo>
                  <a:pt x="1622392" y="3865739"/>
                </a:lnTo>
                <a:cubicBezTo>
                  <a:pt x="1623648" y="3865739"/>
                  <a:pt x="1625165" y="3866628"/>
                  <a:pt x="1625793" y="3867727"/>
                </a:cubicBezTo>
                <a:lnTo>
                  <a:pt x="1641751" y="3895301"/>
                </a:lnTo>
                <a:cubicBezTo>
                  <a:pt x="1642379" y="3896347"/>
                  <a:pt x="1642379" y="3898126"/>
                  <a:pt x="1641751" y="3899225"/>
                </a:cubicBezTo>
                <a:lnTo>
                  <a:pt x="1625793" y="3926798"/>
                </a:lnTo>
                <a:cubicBezTo>
                  <a:pt x="1625165" y="3927897"/>
                  <a:pt x="1623648" y="3928787"/>
                  <a:pt x="1622392" y="3928787"/>
                </a:cubicBezTo>
                <a:lnTo>
                  <a:pt x="1590528" y="3928787"/>
                </a:lnTo>
                <a:cubicBezTo>
                  <a:pt x="1589272" y="3928787"/>
                  <a:pt x="1587755" y="3927897"/>
                  <a:pt x="1587127" y="3926798"/>
                </a:cubicBezTo>
                <a:lnTo>
                  <a:pt x="1571169" y="3899225"/>
                </a:lnTo>
                <a:cubicBezTo>
                  <a:pt x="1570541" y="3898179"/>
                  <a:pt x="1570541" y="3896399"/>
                  <a:pt x="1571169" y="3895301"/>
                </a:cubicBezTo>
                <a:lnTo>
                  <a:pt x="1587127" y="3867727"/>
                </a:lnTo>
                <a:cubicBezTo>
                  <a:pt x="1587755" y="3866628"/>
                  <a:pt x="1589272" y="3865739"/>
                  <a:pt x="1590528" y="3865739"/>
                </a:cubicBezTo>
                <a:close/>
                <a:moveTo>
                  <a:pt x="2928918" y="3814464"/>
                </a:moveTo>
                <a:lnTo>
                  <a:pt x="2929075" y="3814464"/>
                </a:lnTo>
                <a:cubicBezTo>
                  <a:pt x="2929075" y="3814464"/>
                  <a:pt x="2929179" y="3814464"/>
                  <a:pt x="2929179" y="3814464"/>
                </a:cubicBezTo>
                <a:lnTo>
                  <a:pt x="2929179" y="3814621"/>
                </a:lnTo>
                <a:cubicBezTo>
                  <a:pt x="2929232" y="3814621"/>
                  <a:pt x="2929127" y="3814621"/>
                  <a:pt x="2929127" y="3814621"/>
                </a:cubicBezTo>
                <a:lnTo>
                  <a:pt x="2929127" y="3814778"/>
                </a:lnTo>
                <a:lnTo>
                  <a:pt x="2928970" y="3814778"/>
                </a:lnTo>
                <a:cubicBezTo>
                  <a:pt x="2928970" y="3814778"/>
                  <a:pt x="2928866" y="3814778"/>
                  <a:pt x="2928866" y="3814778"/>
                </a:cubicBezTo>
                <a:lnTo>
                  <a:pt x="2928866" y="3814621"/>
                </a:lnTo>
                <a:cubicBezTo>
                  <a:pt x="2928813" y="3814621"/>
                  <a:pt x="2928918" y="3814621"/>
                  <a:pt x="2928918" y="3814621"/>
                </a:cubicBezTo>
                <a:close/>
                <a:moveTo>
                  <a:pt x="449078" y="3814412"/>
                </a:moveTo>
                <a:lnTo>
                  <a:pt x="449339" y="3814412"/>
                </a:lnTo>
                <a:lnTo>
                  <a:pt x="449444" y="3814621"/>
                </a:lnTo>
                <a:lnTo>
                  <a:pt x="449339" y="3814831"/>
                </a:lnTo>
                <a:lnTo>
                  <a:pt x="449078" y="3814831"/>
                </a:lnTo>
                <a:lnTo>
                  <a:pt x="448973" y="3814621"/>
                </a:lnTo>
                <a:close/>
                <a:moveTo>
                  <a:pt x="607665" y="3801017"/>
                </a:moveTo>
                <a:lnTo>
                  <a:pt x="621425" y="3801017"/>
                </a:lnTo>
                <a:cubicBezTo>
                  <a:pt x="621949" y="3801017"/>
                  <a:pt x="622629" y="3801383"/>
                  <a:pt x="622890" y="3801854"/>
                </a:cubicBezTo>
                <a:lnTo>
                  <a:pt x="629797" y="3813784"/>
                </a:lnTo>
                <a:cubicBezTo>
                  <a:pt x="630058" y="3814254"/>
                  <a:pt x="630058" y="3815039"/>
                  <a:pt x="629797" y="3815510"/>
                </a:cubicBezTo>
                <a:lnTo>
                  <a:pt x="622890" y="3827439"/>
                </a:lnTo>
                <a:cubicBezTo>
                  <a:pt x="622629" y="3827910"/>
                  <a:pt x="621949" y="3828276"/>
                  <a:pt x="621425" y="3828276"/>
                </a:cubicBezTo>
                <a:lnTo>
                  <a:pt x="607665" y="3828276"/>
                </a:lnTo>
                <a:cubicBezTo>
                  <a:pt x="607141" y="3828276"/>
                  <a:pt x="606461" y="3827910"/>
                  <a:pt x="606200" y="3827439"/>
                </a:cubicBezTo>
                <a:lnTo>
                  <a:pt x="599293" y="3815510"/>
                </a:lnTo>
                <a:cubicBezTo>
                  <a:pt x="599032" y="3815039"/>
                  <a:pt x="599032" y="3814254"/>
                  <a:pt x="599293" y="3813784"/>
                </a:cubicBezTo>
                <a:lnTo>
                  <a:pt x="606200" y="3801854"/>
                </a:lnTo>
                <a:cubicBezTo>
                  <a:pt x="606461" y="3801383"/>
                  <a:pt x="607141" y="3801017"/>
                  <a:pt x="607665" y="3801017"/>
                </a:cubicBezTo>
                <a:close/>
                <a:moveTo>
                  <a:pt x="689600" y="3799552"/>
                </a:moveTo>
                <a:lnTo>
                  <a:pt x="704826" y="3799552"/>
                </a:lnTo>
                <a:cubicBezTo>
                  <a:pt x="705402" y="3799552"/>
                  <a:pt x="706134" y="3799971"/>
                  <a:pt x="706448" y="3800494"/>
                </a:cubicBezTo>
                <a:lnTo>
                  <a:pt x="714087" y="3813679"/>
                </a:lnTo>
                <a:cubicBezTo>
                  <a:pt x="714401" y="3814202"/>
                  <a:pt x="714401" y="3815039"/>
                  <a:pt x="714087" y="3815562"/>
                </a:cubicBezTo>
                <a:lnTo>
                  <a:pt x="706448" y="3828748"/>
                </a:lnTo>
                <a:cubicBezTo>
                  <a:pt x="706134" y="3829271"/>
                  <a:pt x="705402" y="3829689"/>
                  <a:pt x="704826" y="3829689"/>
                </a:cubicBezTo>
                <a:lnTo>
                  <a:pt x="689600" y="3829689"/>
                </a:lnTo>
                <a:cubicBezTo>
                  <a:pt x="689025" y="3829689"/>
                  <a:pt x="688292" y="3829271"/>
                  <a:pt x="687979" y="3828748"/>
                </a:cubicBezTo>
                <a:lnTo>
                  <a:pt x="680339" y="3815562"/>
                </a:lnTo>
                <a:cubicBezTo>
                  <a:pt x="680026" y="3815039"/>
                  <a:pt x="680026" y="3814202"/>
                  <a:pt x="680339" y="3813679"/>
                </a:cubicBezTo>
                <a:lnTo>
                  <a:pt x="687979" y="3800494"/>
                </a:lnTo>
                <a:cubicBezTo>
                  <a:pt x="688292" y="3799971"/>
                  <a:pt x="689025" y="3799552"/>
                  <a:pt x="689600" y="3799552"/>
                </a:cubicBezTo>
                <a:close/>
                <a:moveTo>
                  <a:pt x="771798" y="3798610"/>
                </a:moveTo>
                <a:lnTo>
                  <a:pt x="787965" y="3798610"/>
                </a:lnTo>
                <a:cubicBezTo>
                  <a:pt x="788593" y="3798610"/>
                  <a:pt x="789378" y="3799029"/>
                  <a:pt x="789692" y="3799604"/>
                </a:cubicBezTo>
                <a:lnTo>
                  <a:pt x="797802" y="3813626"/>
                </a:lnTo>
                <a:cubicBezTo>
                  <a:pt x="798116" y="3814150"/>
                  <a:pt x="798116" y="3815039"/>
                  <a:pt x="797802" y="3815615"/>
                </a:cubicBezTo>
                <a:lnTo>
                  <a:pt x="789692" y="3829637"/>
                </a:lnTo>
                <a:cubicBezTo>
                  <a:pt x="789378" y="3830160"/>
                  <a:pt x="788593" y="3830631"/>
                  <a:pt x="787965" y="3830631"/>
                </a:cubicBezTo>
                <a:lnTo>
                  <a:pt x="771798" y="3830631"/>
                </a:lnTo>
                <a:cubicBezTo>
                  <a:pt x="771170" y="3830631"/>
                  <a:pt x="770385" y="3830213"/>
                  <a:pt x="770071" y="3829637"/>
                </a:cubicBezTo>
                <a:lnTo>
                  <a:pt x="761961" y="3815615"/>
                </a:lnTo>
                <a:cubicBezTo>
                  <a:pt x="761648" y="3815091"/>
                  <a:pt x="761648" y="3814202"/>
                  <a:pt x="761961" y="3813626"/>
                </a:cubicBezTo>
                <a:lnTo>
                  <a:pt x="770071" y="3799604"/>
                </a:lnTo>
                <a:cubicBezTo>
                  <a:pt x="770385" y="3799081"/>
                  <a:pt x="771170" y="3798610"/>
                  <a:pt x="771798" y="3798610"/>
                </a:cubicBezTo>
                <a:close/>
                <a:moveTo>
                  <a:pt x="1267598" y="3798349"/>
                </a:moveTo>
                <a:lnTo>
                  <a:pt x="1284080" y="3798349"/>
                </a:lnTo>
                <a:cubicBezTo>
                  <a:pt x="1284760" y="3798349"/>
                  <a:pt x="1285545" y="3798768"/>
                  <a:pt x="1285859" y="3799343"/>
                </a:cubicBezTo>
                <a:lnTo>
                  <a:pt x="1294125" y="3813627"/>
                </a:lnTo>
                <a:cubicBezTo>
                  <a:pt x="1294439" y="3814203"/>
                  <a:pt x="1294439" y="3815092"/>
                  <a:pt x="1294125" y="3815667"/>
                </a:cubicBezTo>
                <a:lnTo>
                  <a:pt x="1285859" y="3829951"/>
                </a:lnTo>
                <a:cubicBezTo>
                  <a:pt x="1285545" y="3830475"/>
                  <a:pt x="1284707" y="3830945"/>
                  <a:pt x="1284080" y="3830945"/>
                </a:cubicBezTo>
                <a:lnTo>
                  <a:pt x="1267598" y="3830945"/>
                </a:lnTo>
                <a:cubicBezTo>
                  <a:pt x="1266918" y="3830945"/>
                  <a:pt x="1266133" y="3830527"/>
                  <a:pt x="1265819" y="3829951"/>
                </a:cubicBezTo>
                <a:lnTo>
                  <a:pt x="1257552" y="3815667"/>
                </a:lnTo>
                <a:cubicBezTo>
                  <a:pt x="1257239" y="3815092"/>
                  <a:pt x="1257239" y="3814203"/>
                  <a:pt x="1257552" y="3813627"/>
                </a:cubicBezTo>
                <a:lnTo>
                  <a:pt x="1265819" y="3799343"/>
                </a:lnTo>
                <a:cubicBezTo>
                  <a:pt x="1266133" y="3798820"/>
                  <a:pt x="1266970" y="3798349"/>
                  <a:pt x="1267598" y="3798349"/>
                </a:cubicBezTo>
                <a:close/>
                <a:moveTo>
                  <a:pt x="1928422" y="3797407"/>
                </a:moveTo>
                <a:lnTo>
                  <a:pt x="1945793" y="3797407"/>
                </a:lnTo>
                <a:cubicBezTo>
                  <a:pt x="1946473" y="3797407"/>
                  <a:pt x="1947310" y="3797930"/>
                  <a:pt x="1947676" y="3798506"/>
                </a:cubicBezTo>
                <a:lnTo>
                  <a:pt x="1956361" y="3813574"/>
                </a:lnTo>
                <a:cubicBezTo>
                  <a:pt x="1956728" y="3814150"/>
                  <a:pt x="1956728" y="3815144"/>
                  <a:pt x="1956361" y="3815720"/>
                </a:cubicBezTo>
                <a:lnTo>
                  <a:pt x="1947676" y="3830788"/>
                </a:lnTo>
                <a:cubicBezTo>
                  <a:pt x="1947310" y="3831416"/>
                  <a:pt x="1946473" y="3831887"/>
                  <a:pt x="1945793" y="3831887"/>
                </a:cubicBezTo>
                <a:lnTo>
                  <a:pt x="1928422" y="3831887"/>
                </a:lnTo>
                <a:cubicBezTo>
                  <a:pt x="1927742" y="3831887"/>
                  <a:pt x="1926904" y="3831364"/>
                  <a:pt x="1926538" y="3830788"/>
                </a:cubicBezTo>
                <a:lnTo>
                  <a:pt x="1917853" y="3815720"/>
                </a:lnTo>
                <a:cubicBezTo>
                  <a:pt x="1917486" y="3815144"/>
                  <a:pt x="1917486" y="3814150"/>
                  <a:pt x="1917853" y="3813574"/>
                </a:cubicBezTo>
                <a:lnTo>
                  <a:pt x="1926538" y="3798506"/>
                </a:lnTo>
                <a:cubicBezTo>
                  <a:pt x="1926904" y="3797878"/>
                  <a:pt x="1927742" y="3797407"/>
                  <a:pt x="1928422" y="3797407"/>
                </a:cubicBezTo>
                <a:close/>
                <a:moveTo>
                  <a:pt x="2176113" y="3796936"/>
                </a:moveTo>
                <a:lnTo>
                  <a:pt x="2194006" y="3796936"/>
                </a:lnTo>
                <a:cubicBezTo>
                  <a:pt x="2194739" y="3796936"/>
                  <a:pt x="2195576" y="3797407"/>
                  <a:pt x="2195942" y="3798035"/>
                </a:cubicBezTo>
                <a:lnTo>
                  <a:pt x="2204890" y="3813522"/>
                </a:lnTo>
                <a:cubicBezTo>
                  <a:pt x="2205256" y="3814098"/>
                  <a:pt x="2205256" y="3815092"/>
                  <a:pt x="2204890" y="3815720"/>
                </a:cubicBezTo>
                <a:lnTo>
                  <a:pt x="2195942" y="3831207"/>
                </a:lnTo>
                <a:cubicBezTo>
                  <a:pt x="2195576" y="3831835"/>
                  <a:pt x="2194687" y="3832306"/>
                  <a:pt x="2194006" y="3832306"/>
                </a:cubicBezTo>
                <a:lnTo>
                  <a:pt x="2176113" y="3832306"/>
                </a:lnTo>
                <a:cubicBezTo>
                  <a:pt x="2175380" y="3832306"/>
                  <a:pt x="2174543" y="3831835"/>
                  <a:pt x="2174177" y="3831207"/>
                </a:cubicBezTo>
                <a:lnTo>
                  <a:pt x="2165229" y="3815720"/>
                </a:lnTo>
                <a:cubicBezTo>
                  <a:pt x="2164864" y="3815144"/>
                  <a:pt x="2164864" y="3814150"/>
                  <a:pt x="2165229" y="3813522"/>
                </a:cubicBezTo>
                <a:lnTo>
                  <a:pt x="2174177" y="3798035"/>
                </a:lnTo>
                <a:cubicBezTo>
                  <a:pt x="2174543" y="3797407"/>
                  <a:pt x="2175433" y="3796936"/>
                  <a:pt x="2176113" y="3796936"/>
                </a:cubicBezTo>
                <a:close/>
                <a:moveTo>
                  <a:pt x="853368" y="3796518"/>
                </a:moveTo>
                <a:lnTo>
                  <a:pt x="871628" y="3796518"/>
                </a:lnTo>
                <a:cubicBezTo>
                  <a:pt x="872308" y="3796518"/>
                  <a:pt x="873198" y="3797041"/>
                  <a:pt x="873564" y="3797669"/>
                </a:cubicBezTo>
                <a:lnTo>
                  <a:pt x="882668" y="3813470"/>
                </a:lnTo>
                <a:cubicBezTo>
                  <a:pt x="883034" y="3814098"/>
                  <a:pt x="883034" y="3815092"/>
                  <a:pt x="882668" y="3815720"/>
                </a:cubicBezTo>
                <a:lnTo>
                  <a:pt x="873564" y="3831521"/>
                </a:lnTo>
                <a:cubicBezTo>
                  <a:pt x="873198" y="3832149"/>
                  <a:pt x="872360" y="3832672"/>
                  <a:pt x="871628" y="3832672"/>
                </a:cubicBezTo>
                <a:lnTo>
                  <a:pt x="853368" y="3832672"/>
                </a:lnTo>
                <a:cubicBezTo>
                  <a:pt x="852687" y="3832672"/>
                  <a:pt x="851798" y="3832149"/>
                  <a:pt x="851432" y="3831521"/>
                </a:cubicBezTo>
                <a:lnTo>
                  <a:pt x="842328" y="3815720"/>
                </a:lnTo>
                <a:cubicBezTo>
                  <a:pt x="841961" y="3815092"/>
                  <a:pt x="841961" y="3814098"/>
                  <a:pt x="842328" y="3813470"/>
                </a:cubicBezTo>
                <a:lnTo>
                  <a:pt x="851432" y="3797669"/>
                </a:lnTo>
                <a:cubicBezTo>
                  <a:pt x="851798" y="3797041"/>
                  <a:pt x="852635" y="3796518"/>
                  <a:pt x="853368" y="3796518"/>
                </a:cubicBezTo>
                <a:close/>
                <a:moveTo>
                  <a:pt x="2258520" y="3796360"/>
                </a:moveTo>
                <a:lnTo>
                  <a:pt x="2276989" y="3796360"/>
                </a:lnTo>
                <a:cubicBezTo>
                  <a:pt x="2277722" y="3796360"/>
                  <a:pt x="2278611" y="3796883"/>
                  <a:pt x="2278977" y="3797511"/>
                </a:cubicBezTo>
                <a:lnTo>
                  <a:pt x="2288186" y="3813469"/>
                </a:lnTo>
                <a:cubicBezTo>
                  <a:pt x="2288553" y="3814097"/>
                  <a:pt x="2288553" y="3815144"/>
                  <a:pt x="2288186" y="3815771"/>
                </a:cubicBezTo>
                <a:lnTo>
                  <a:pt x="2278977" y="3831730"/>
                </a:lnTo>
                <a:cubicBezTo>
                  <a:pt x="2278611" y="3832357"/>
                  <a:pt x="2277722" y="3832880"/>
                  <a:pt x="2276989" y="3832880"/>
                </a:cubicBezTo>
                <a:lnTo>
                  <a:pt x="2258520" y="3832880"/>
                </a:lnTo>
                <a:cubicBezTo>
                  <a:pt x="2257787" y="3832880"/>
                  <a:pt x="2256898" y="3832357"/>
                  <a:pt x="2256532" y="3831730"/>
                </a:cubicBezTo>
                <a:lnTo>
                  <a:pt x="2247323" y="3815771"/>
                </a:lnTo>
                <a:cubicBezTo>
                  <a:pt x="2246956" y="3815144"/>
                  <a:pt x="2246956" y="3814097"/>
                  <a:pt x="2247323" y="3813469"/>
                </a:cubicBezTo>
                <a:lnTo>
                  <a:pt x="2256532" y="3797511"/>
                </a:lnTo>
                <a:cubicBezTo>
                  <a:pt x="2256898" y="3796883"/>
                  <a:pt x="2257787" y="3796360"/>
                  <a:pt x="2258520" y="3796360"/>
                </a:cubicBezTo>
                <a:close/>
                <a:moveTo>
                  <a:pt x="1183517" y="3795523"/>
                </a:moveTo>
                <a:lnTo>
                  <a:pt x="1202824" y="3795523"/>
                </a:lnTo>
                <a:cubicBezTo>
                  <a:pt x="1203608" y="3795523"/>
                  <a:pt x="1204550" y="3796046"/>
                  <a:pt x="1204917" y="3796726"/>
                </a:cubicBezTo>
                <a:lnTo>
                  <a:pt x="1214596" y="3813469"/>
                </a:lnTo>
                <a:cubicBezTo>
                  <a:pt x="1214962" y="3814150"/>
                  <a:pt x="1214962" y="3815196"/>
                  <a:pt x="1214596" y="3815876"/>
                </a:cubicBezTo>
                <a:lnTo>
                  <a:pt x="1204917" y="3832619"/>
                </a:lnTo>
                <a:cubicBezTo>
                  <a:pt x="1204498" y="3833299"/>
                  <a:pt x="1203608" y="3833823"/>
                  <a:pt x="1202824" y="3833823"/>
                </a:cubicBezTo>
                <a:lnTo>
                  <a:pt x="1183517" y="3833823"/>
                </a:lnTo>
                <a:cubicBezTo>
                  <a:pt x="1182732" y="3833823"/>
                  <a:pt x="1181790" y="3833299"/>
                  <a:pt x="1181424" y="3832619"/>
                </a:cubicBezTo>
                <a:lnTo>
                  <a:pt x="1171745" y="3815876"/>
                </a:lnTo>
                <a:cubicBezTo>
                  <a:pt x="1171378" y="3815196"/>
                  <a:pt x="1171378" y="3814150"/>
                  <a:pt x="1171745" y="3813469"/>
                </a:cubicBezTo>
                <a:lnTo>
                  <a:pt x="1181424" y="3796726"/>
                </a:lnTo>
                <a:cubicBezTo>
                  <a:pt x="1181843" y="3796046"/>
                  <a:pt x="1182732" y="3795523"/>
                  <a:pt x="1183517" y="3795523"/>
                </a:cubicBezTo>
                <a:close/>
                <a:moveTo>
                  <a:pt x="1100796" y="3795366"/>
                </a:moveTo>
                <a:lnTo>
                  <a:pt x="1120260" y="3795366"/>
                </a:lnTo>
                <a:cubicBezTo>
                  <a:pt x="1121045" y="3795366"/>
                  <a:pt x="1121987" y="3795889"/>
                  <a:pt x="1122353" y="3796569"/>
                </a:cubicBezTo>
                <a:lnTo>
                  <a:pt x="1132085" y="3813417"/>
                </a:lnTo>
                <a:cubicBezTo>
                  <a:pt x="1132451" y="3814097"/>
                  <a:pt x="1132451" y="3815144"/>
                  <a:pt x="1132085" y="3815824"/>
                </a:cubicBezTo>
                <a:lnTo>
                  <a:pt x="1122353" y="3832671"/>
                </a:lnTo>
                <a:cubicBezTo>
                  <a:pt x="1121987" y="3833352"/>
                  <a:pt x="1121045" y="3833875"/>
                  <a:pt x="1120260" y="3833875"/>
                </a:cubicBezTo>
                <a:lnTo>
                  <a:pt x="1100796" y="3833875"/>
                </a:lnTo>
                <a:cubicBezTo>
                  <a:pt x="1100012" y="3833875"/>
                  <a:pt x="1099070" y="3833352"/>
                  <a:pt x="1098703" y="3832671"/>
                </a:cubicBezTo>
                <a:lnTo>
                  <a:pt x="1088972" y="3815824"/>
                </a:lnTo>
                <a:cubicBezTo>
                  <a:pt x="1088605" y="3815144"/>
                  <a:pt x="1088605" y="3814097"/>
                  <a:pt x="1088972" y="3813417"/>
                </a:cubicBezTo>
                <a:lnTo>
                  <a:pt x="1098703" y="3796569"/>
                </a:lnTo>
                <a:cubicBezTo>
                  <a:pt x="1099070" y="3795889"/>
                  <a:pt x="1100012" y="3795366"/>
                  <a:pt x="1100796" y="3795366"/>
                </a:cubicBezTo>
                <a:close/>
                <a:moveTo>
                  <a:pt x="1348592" y="3795157"/>
                </a:moveTo>
                <a:lnTo>
                  <a:pt x="1368318" y="3795157"/>
                </a:lnTo>
                <a:cubicBezTo>
                  <a:pt x="1369050" y="3795157"/>
                  <a:pt x="1370044" y="3795680"/>
                  <a:pt x="1370410" y="3796360"/>
                </a:cubicBezTo>
                <a:lnTo>
                  <a:pt x="1380247" y="3813417"/>
                </a:lnTo>
                <a:cubicBezTo>
                  <a:pt x="1380613" y="3814097"/>
                  <a:pt x="1380613" y="3815196"/>
                  <a:pt x="1380247" y="3815876"/>
                </a:cubicBezTo>
                <a:lnTo>
                  <a:pt x="1370410" y="3832933"/>
                </a:lnTo>
                <a:cubicBezTo>
                  <a:pt x="1370044" y="3833613"/>
                  <a:pt x="1369102" y="3834137"/>
                  <a:pt x="1368318" y="3834137"/>
                </a:cubicBezTo>
                <a:lnTo>
                  <a:pt x="1348592" y="3834137"/>
                </a:lnTo>
                <a:cubicBezTo>
                  <a:pt x="1347860" y="3834137"/>
                  <a:pt x="1346866" y="3833613"/>
                  <a:pt x="1346499" y="3832933"/>
                </a:cubicBezTo>
                <a:lnTo>
                  <a:pt x="1336663" y="3815876"/>
                </a:lnTo>
                <a:cubicBezTo>
                  <a:pt x="1336296" y="3815196"/>
                  <a:pt x="1336296" y="3814097"/>
                  <a:pt x="1336663" y="3813417"/>
                </a:cubicBezTo>
                <a:lnTo>
                  <a:pt x="1346499" y="3796360"/>
                </a:lnTo>
                <a:cubicBezTo>
                  <a:pt x="1346866" y="3795680"/>
                  <a:pt x="1347807" y="3795157"/>
                  <a:pt x="1348592" y="3795157"/>
                </a:cubicBezTo>
                <a:close/>
                <a:moveTo>
                  <a:pt x="935303" y="3795157"/>
                </a:moveTo>
                <a:lnTo>
                  <a:pt x="955028" y="3795157"/>
                </a:lnTo>
                <a:cubicBezTo>
                  <a:pt x="955761" y="3795157"/>
                  <a:pt x="956755" y="3795680"/>
                  <a:pt x="957121" y="3796360"/>
                </a:cubicBezTo>
                <a:lnTo>
                  <a:pt x="966958" y="3813417"/>
                </a:lnTo>
                <a:cubicBezTo>
                  <a:pt x="967324" y="3814097"/>
                  <a:pt x="967324" y="3815196"/>
                  <a:pt x="966958" y="3815876"/>
                </a:cubicBezTo>
                <a:lnTo>
                  <a:pt x="957121" y="3832933"/>
                </a:lnTo>
                <a:cubicBezTo>
                  <a:pt x="956755" y="3833613"/>
                  <a:pt x="955813" y="3834137"/>
                  <a:pt x="955028" y="3834137"/>
                </a:cubicBezTo>
                <a:lnTo>
                  <a:pt x="935303" y="3834137"/>
                </a:lnTo>
                <a:cubicBezTo>
                  <a:pt x="934571" y="3834137"/>
                  <a:pt x="933577" y="3833613"/>
                  <a:pt x="933210" y="3832933"/>
                </a:cubicBezTo>
                <a:lnTo>
                  <a:pt x="923374" y="3815876"/>
                </a:lnTo>
                <a:cubicBezTo>
                  <a:pt x="923007" y="3815196"/>
                  <a:pt x="923007" y="3814097"/>
                  <a:pt x="923374" y="3813417"/>
                </a:cubicBezTo>
                <a:lnTo>
                  <a:pt x="933210" y="3796360"/>
                </a:lnTo>
                <a:cubicBezTo>
                  <a:pt x="933577" y="3795680"/>
                  <a:pt x="934518" y="3795157"/>
                  <a:pt x="935303" y="3795157"/>
                </a:cubicBezTo>
                <a:close/>
                <a:moveTo>
                  <a:pt x="2423124" y="3795105"/>
                </a:moveTo>
                <a:lnTo>
                  <a:pt x="2442902" y="3795105"/>
                </a:lnTo>
                <a:cubicBezTo>
                  <a:pt x="2443635" y="3795105"/>
                  <a:pt x="2444629" y="3795628"/>
                  <a:pt x="2444995" y="3796308"/>
                </a:cubicBezTo>
                <a:lnTo>
                  <a:pt x="2454883" y="3813418"/>
                </a:lnTo>
                <a:cubicBezTo>
                  <a:pt x="2455250" y="3814098"/>
                  <a:pt x="2455250" y="3815196"/>
                  <a:pt x="2454883" y="3815877"/>
                </a:cubicBezTo>
                <a:lnTo>
                  <a:pt x="2444995" y="3832986"/>
                </a:lnTo>
                <a:cubicBezTo>
                  <a:pt x="2444629" y="3833666"/>
                  <a:pt x="2443687" y="3834189"/>
                  <a:pt x="2442902" y="3834189"/>
                </a:cubicBezTo>
                <a:lnTo>
                  <a:pt x="2423124" y="3834189"/>
                </a:lnTo>
                <a:cubicBezTo>
                  <a:pt x="2422392" y="3834189"/>
                  <a:pt x="2421398" y="3833666"/>
                  <a:pt x="2421031" y="3832986"/>
                </a:cubicBezTo>
                <a:lnTo>
                  <a:pt x="2411142" y="3815877"/>
                </a:lnTo>
                <a:cubicBezTo>
                  <a:pt x="2410777" y="3815196"/>
                  <a:pt x="2410777" y="3814098"/>
                  <a:pt x="2411142" y="3813418"/>
                </a:cubicBezTo>
                <a:lnTo>
                  <a:pt x="2421031" y="3796308"/>
                </a:lnTo>
                <a:cubicBezTo>
                  <a:pt x="2421398" y="3795628"/>
                  <a:pt x="2422339" y="3795105"/>
                  <a:pt x="2423124" y="3795105"/>
                </a:cubicBezTo>
                <a:close/>
                <a:moveTo>
                  <a:pt x="2588146" y="3794425"/>
                </a:moveTo>
                <a:lnTo>
                  <a:pt x="2608551" y="3794425"/>
                </a:lnTo>
                <a:cubicBezTo>
                  <a:pt x="2609389" y="3794425"/>
                  <a:pt x="2610331" y="3795000"/>
                  <a:pt x="2610749" y="3795681"/>
                </a:cubicBezTo>
                <a:lnTo>
                  <a:pt x="2620952" y="3813365"/>
                </a:lnTo>
                <a:cubicBezTo>
                  <a:pt x="2621371" y="3814046"/>
                  <a:pt x="2621371" y="3815197"/>
                  <a:pt x="2620952" y="3815877"/>
                </a:cubicBezTo>
                <a:lnTo>
                  <a:pt x="2610749" y="3833562"/>
                </a:lnTo>
                <a:cubicBezTo>
                  <a:pt x="2610331" y="3834242"/>
                  <a:pt x="2609336" y="3834817"/>
                  <a:pt x="2608551" y="3834817"/>
                </a:cubicBezTo>
                <a:lnTo>
                  <a:pt x="2588146" y="3834817"/>
                </a:lnTo>
                <a:cubicBezTo>
                  <a:pt x="2587309" y="3834817"/>
                  <a:pt x="2586367" y="3834242"/>
                  <a:pt x="2585949" y="3833562"/>
                </a:cubicBezTo>
                <a:lnTo>
                  <a:pt x="2575746" y="3815877"/>
                </a:lnTo>
                <a:cubicBezTo>
                  <a:pt x="2575327" y="3815197"/>
                  <a:pt x="2575327" y="3814046"/>
                  <a:pt x="2575746" y="3813365"/>
                </a:cubicBezTo>
                <a:lnTo>
                  <a:pt x="2585949" y="3795681"/>
                </a:lnTo>
                <a:cubicBezTo>
                  <a:pt x="2586367" y="3795000"/>
                  <a:pt x="2587362" y="3794425"/>
                  <a:pt x="2588146" y="3794425"/>
                </a:cubicBezTo>
                <a:close/>
                <a:moveTo>
                  <a:pt x="2340037" y="3794058"/>
                </a:moveTo>
                <a:lnTo>
                  <a:pt x="2360808" y="3794058"/>
                </a:lnTo>
                <a:cubicBezTo>
                  <a:pt x="2361646" y="3794058"/>
                  <a:pt x="2362640" y="3794633"/>
                  <a:pt x="2363059" y="3795366"/>
                </a:cubicBezTo>
                <a:lnTo>
                  <a:pt x="2373471" y="3813365"/>
                </a:lnTo>
                <a:cubicBezTo>
                  <a:pt x="2373889" y="3814045"/>
                  <a:pt x="2373889" y="3815196"/>
                  <a:pt x="2373471" y="3815928"/>
                </a:cubicBezTo>
                <a:lnTo>
                  <a:pt x="2363059" y="3833927"/>
                </a:lnTo>
                <a:cubicBezTo>
                  <a:pt x="2362640" y="3834660"/>
                  <a:pt x="2361646" y="3835235"/>
                  <a:pt x="2360808" y="3835235"/>
                </a:cubicBezTo>
                <a:lnTo>
                  <a:pt x="2340037" y="3835235"/>
                </a:lnTo>
                <a:cubicBezTo>
                  <a:pt x="2339200" y="3835235"/>
                  <a:pt x="2338206" y="3834660"/>
                  <a:pt x="2337787" y="3833927"/>
                </a:cubicBezTo>
                <a:lnTo>
                  <a:pt x="2327375" y="3815928"/>
                </a:lnTo>
                <a:cubicBezTo>
                  <a:pt x="2326956" y="3815248"/>
                  <a:pt x="2326956" y="3814097"/>
                  <a:pt x="2327375" y="3813365"/>
                </a:cubicBezTo>
                <a:lnTo>
                  <a:pt x="2337787" y="3795366"/>
                </a:lnTo>
                <a:cubicBezTo>
                  <a:pt x="2338206" y="3794633"/>
                  <a:pt x="2339200" y="3794058"/>
                  <a:pt x="2340037" y="3794058"/>
                </a:cubicBezTo>
                <a:close/>
                <a:moveTo>
                  <a:pt x="1513353" y="3793902"/>
                </a:moveTo>
                <a:lnTo>
                  <a:pt x="1534282" y="3793902"/>
                </a:lnTo>
                <a:cubicBezTo>
                  <a:pt x="1535119" y="3793902"/>
                  <a:pt x="1536113" y="3794477"/>
                  <a:pt x="1536532" y="3795210"/>
                </a:cubicBezTo>
                <a:lnTo>
                  <a:pt x="1546996" y="3813313"/>
                </a:lnTo>
                <a:cubicBezTo>
                  <a:pt x="1547415" y="3813993"/>
                  <a:pt x="1547415" y="3815145"/>
                  <a:pt x="1546996" y="3815877"/>
                </a:cubicBezTo>
                <a:lnTo>
                  <a:pt x="1536532" y="3833980"/>
                </a:lnTo>
                <a:cubicBezTo>
                  <a:pt x="1536113" y="3834713"/>
                  <a:pt x="1535119" y="3835288"/>
                  <a:pt x="1534282" y="3835288"/>
                </a:cubicBezTo>
                <a:lnTo>
                  <a:pt x="1513353" y="3835288"/>
                </a:lnTo>
                <a:cubicBezTo>
                  <a:pt x="1512516" y="3835288"/>
                  <a:pt x="1511522" y="3834713"/>
                  <a:pt x="1511103" y="3833980"/>
                </a:cubicBezTo>
                <a:lnTo>
                  <a:pt x="1500639" y="3815877"/>
                </a:lnTo>
                <a:cubicBezTo>
                  <a:pt x="1500220" y="3815197"/>
                  <a:pt x="1500220" y="3814046"/>
                  <a:pt x="1500639" y="3813313"/>
                </a:cubicBezTo>
                <a:lnTo>
                  <a:pt x="1511103" y="3795210"/>
                </a:lnTo>
                <a:cubicBezTo>
                  <a:pt x="1511522" y="3794477"/>
                  <a:pt x="1512516" y="3793902"/>
                  <a:pt x="1513353" y="3793902"/>
                </a:cubicBezTo>
                <a:close/>
                <a:moveTo>
                  <a:pt x="1017239" y="3793588"/>
                </a:moveTo>
                <a:lnTo>
                  <a:pt x="1038534" y="3793588"/>
                </a:lnTo>
                <a:cubicBezTo>
                  <a:pt x="1039371" y="3793588"/>
                  <a:pt x="1040418" y="3794163"/>
                  <a:pt x="1040836" y="3794896"/>
                </a:cubicBezTo>
                <a:lnTo>
                  <a:pt x="1051458" y="3813313"/>
                </a:lnTo>
                <a:cubicBezTo>
                  <a:pt x="1051876" y="3814046"/>
                  <a:pt x="1051876" y="3815197"/>
                  <a:pt x="1051458" y="3815929"/>
                </a:cubicBezTo>
                <a:lnTo>
                  <a:pt x="1040836" y="3834347"/>
                </a:lnTo>
                <a:cubicBezTo>
                  <a:pt x="1040418" y="3835079"/>
                  <a:pt x="1039371" y="3835655"/>
                  <a:pt x="1038534" y="3835655"/>
                </a:cubicBezTo>
                <a:lnTo>
                  <a:pt x="1017239" y="3835655"/>
                </a:lnTo>
                <a:cubicBezTo>
                  <a:pt x="1016402" y="3835655"/>
                  <a:pt x="1015356" y="3835079"/>
                  <a:pt x="1014937" y="3834347"/>
                </a:cubicBezTo>
                <a:lnTo>
                  <a:pt x="1004316" y="3815929"/>
                </a:lnTo>
                <a:cubicBezTo>
                  <a:pt x="1003897" y="3815197"/>
                  <a:pt x="1003897" y="3814046"/>
                  <a:pt x="1004316" y="3813313"/>
                </a:cubicBezTo>
                <a:lnTo>
                  <a:pt x="1014937" y="3794896"/>
                </a:lnTo>
                <a:cubicBezTo>
                  <a:pt x="1015356" y="3794163"/>
                  <a:pt x="1016402" y="3793588"/>
                  <a:pt x="1017239" y="3793588"/>
                </a:cubicBezTo>
                <a:close/>
                <a:moveTo>
                  <a:pt x="2670292" y="3793378"/>
                </a:moveTo>
                <a:lnTo>
                  <a:pt x="2691796" y="3793378"/>
                </a:lnTo>
                <a:cubicBezTo>
                  <a:pt x="2692633" y="3793378"/>
                  <a:pt x="2693679" y="3793953"/>
                  <a:pt x="2694098" y="3794686"/>
                </a:cubicBezTo>
                <a:lnTo>
                  <a:pt x="2704824" y="3813313"/>
                </a:lnTo>
                <a:cubicBezTo>
                  <a:pt x="2705243" y="3814045"/>
                  <a:pt x="2705243" y="3815248"/>
                  <a:pt x="2704824" y="3815981"/>
                </a:cubicBezTo>
                <a:lnTo>
                  <a:pt x="2694098" y="3834608"/>
                </a:lnTo>
                <a:cubicBezTo>
                  <a:pt x="2693679" y="3835340"/>
                  <a:pt x="2692633" y="3835916"/>
                  <a:pt x="2691796" y="3835916"/>
                </a:cubicBezTo>
                <a:lnTo>
                  <a:pt x="2670292" y="3835916"/>
                </a:lnTo>
                <a:cubicBezTo>
                  <a:pt x="2669454" y="3835916"/>
                  <a:pt x="2668408" y="3835340"/>
                  <a:pt x="2667990" y="3834608"/>
                </a:cubicBezTo>
                <a:lnTo>
                  <a:pt x="2657264" y="3815981"/>
                </a:lnTo>
                <a:cubicBezTo>
                  <a:pt x="2656845" y="3815248"/>
                  <a:pt x="2656845" y="3814045"/>
                  <a:pt x="2657264" y="3813313"/>
                </a:cubicBezTo>
                <a:lnTo>
                  <a:pt x="2667990" y="3794686"/>
                </a:lnTo>
                <a:cubicBezTo>
                  <a:pt x="2668408" y="3793953"/>
                  <a:pt x="2669454" y="3793378"/>
                  <a:pt x="2670292" y="3793378"/>
                </a:cubicBezTo>
                <a:close/>
                <a:moveTo>
                  <a:pt x="1430162" y="3792855"/>
                </a:moveTo>
                <a:lnTo>
                  <a:pt x="1452137" y="3792855"/>
                </a:lnTo>
                <a:cubicBezTo>
                  <a:pt x="1453027" y="3792855"/>
                  <a:pt x="1454073" y="3793483"/>
                  <a:pt x="1454492" y="3794215"/>
                </a:cubicBezTo>
                <a:lnTo>
                  <a:pt x="1465479" y="3813260"/>
                </a:lnTo>
                <a:cubicBezTo>
                  <a:pt x="1465898" y="3813993"/>
                  <a:pt x="1465898" y="3815249"/>
                  <a:pt x="1465479" y="3815981"/>
                </a:cubicBezTo>
                <a:lnTo>
                  <a:pt x="1454492" y="3835026"/>
                </a:lnTo>
                <a:cubicBezTo>
                  <a:pt x="1454073" y="3835759"/>
                  <a:pt x="1453027" y="3836387"/>
                  <a:pt x="1452137" y="3836387"/>
                </a:cubicBezTo>
                <a:lnTo>
                  <a:pt x="1430162" y="3836387"/>
                </a:lnTo>
                <a:cubicBezTo>
                  <a:pt x="1429273" y="3836387"/>
                  <a:pt x="1428226" y="3835759"/>
                  <a:pt x="1427808" y="3835026"/>
                </a:cubicBezTo>
                <a:lnTo>
                  <a:pt x="1416820" y="3815981"/>
                </a:lnTo>
                <a:cubicBezTo>
                  <a:pt x="1416401" y="3815249"/>
                  <a:pt x="1416401" y="3813993"/>
                  <a:pt x="1416820" y="3813260"/>
                </a:cubicBezTo>
                <a:lnTo>
                  <a:pt x="1427808" y="3794215"/>
                </a:lnTo>
                <a:cubicBezTo>
                  <a:pt x="1428226" y="3793483"/>
                  <a:pt x="1429273" y="3792855"/>
                  <a:pt x="1430162" y="3792855"/>
                </a:cubicBezTo>
                <a:close/>
                <a:moveTo>
                  <a:pt x="2090985" y="3792018"/>
                </a:moveTo>
                <a:lnTo>
                  <a:pt x="2113850" y="3792018"/>
                </a:lnTo>
                <a:cubicBezTo>
                  <a:pt x="2114739" y="3792018"/>
                  <a:pt x="2115838" y="3792646"/>
                  <a:pt x="2116309" y="3793431"/>
                </a:cubicBezTo>
                <a:lnTo>
                  <a:pt x="2127715" y="3813209"/>
                </a:lnTo>
                <a:cubicBezTo>
                  <a:pt x="2128186" y="3813993"/>
                  <a:pt x="2128186" y="3815249"/>
                  <a:pt x="2127715" y="3816034"/>
                </a:cubicBezTo>
                <a:lnTo>
                  <a:pt x="2116309" y="3835811"/>
                </a:lnTo>
                <a:cubicBezTo>
                  <a:pt x="2115838" y="3836596"/>
                  <a:pt x="2114739" y="3837224"/>
                  <a:pt x="2113850" y="3837224"/>
                </a:cubicBezTo>
                <a:lnTo>
                  <a:pt x="2090985" y="3837224"/>
                </a:lnTo>
                <a:cubicBezTo>
                  <a:pt x="2090096" y="3837224"/>
                  <a:pt x="2088997" y="3836596"/>
                  <a:pt x="2088526" y="3835811"/>
                </a:cubicBezTo>
                <a:lnTo>
                  <a:pt x="2077120" y="3816034"/>
                </a:lnTo>
                <a:cubicBezTo>
                  <a:pt x="2076649" y="3815249"/>
                  <a:pt x="2076649" y="3813993"/>
                  <a:pt x="2077120" y="3813209"/>
                </a:cubicBezTo>
                <a:lnTo>
                  <a:pt x="2088526" y="3793431"/>
                </a:lnTo>
                <a:cubicBezTo>
                  <a:pt x="2088997" y="3792646"/>
                  <a:pt x="2090096" y="3792018"/>
                  <a:pt x="2090985" y="3792018"/>
                </a:cubicBezTo>
                <a:close/>
                <a:moveTo>
                  <a:pt x="2751914" y="3791337"/>
                </a:moveTo>
                <a:lnTo>
                  <a:pt x="2775459" y="3791337"/>
                </a:lnTo>
                <a:cubicBezTo>
                  <a:pt x="2776401" y="3791337"/>
                  <a:pt x="2777499" y="3792017"/>
                  <a:pt x="2777970" y="3792802"/>
                </a:cubicBezTo>
                <a:lnTo>
                  <a:pt x="2789742" y="3813208"/>
                </a:lnTo>
                <a:cubicBezTo>
                  <a:pt x="2790214" y="3814045"/>
                  <a:pt x="2790214" y="3815353"/>
                  <a:pt x="2789742" y="3816138"/>
                </a:cubicBezTo>
                <a:lnTo>
                  <a:pt x="2777970" y="3836543"/>
                </a:lnTo>
                <a:cubicBezTo>
                  <a:pt x="2777499" y="3837380"/>
                  <a:pt x="2776401" y="3838008"/>
                  <a:pt x="2775459" y="3838008"/>
                </a:cubicBezTo>
                <a:lnTo>
                  <a:pt x="2751914" y="3838008"/>
                </a:lnTo>
                <a:cubicBezTo>
                  <a:pt x="2750972" y="3838008"/>
                  <a:pt x="2749873" y="3837328"/>
                  <a:pt x="2749402" y="3836543"/>
                </a:cubicBezTo>
                <a:lnTo>
                  <a:pt x="2737630" y="3816138"/>
                </a:lnTo>
                <a:cubicBezTo>
                  <a:pt x="2737159" y="3815300"/>
                  <a:pt x="2737159" y="3813992"/>
                  <a:pt x="2737630" y="3813208"/>
                </a:cubicBezTo>
                <a:lnTo>
                  <a:pt x="2749402" y="3792802"/>
                </a:lnTo>
                <a:cubicBezTo>
                  <a:pt x="2749873" y="3791965"/>
                  <a:pt x="2750972" y="3791337"/>
                  <a:pt x="2751914" y="3791337"/>
                </a:cubicBezTo>
                <a:close/>
                <a:moveTo>
                  <a:pt x="2007375" y="3790082"/>
                </a:moveTo>
                <a:lnTo>
                  <a:pt x="2032176" y="3790082"/>
                </a:lnTo>
                <a:cubicBezTo>
                  <a:pt x="2033169" y="3790082"/>
                  <a:pt x="2034373" y="3790762"/>
                  <a:pt x="2034844" y="3791600"/>
                </a:cubicBezTo>
                <a:lnTo>
                  <a:pt x="2047244" y="3813104"/>
                </a:lnTo>
                <a:cubicBezTo>
                  <a:pt x="2047715" y="3813993"/>
                  <a:pt x="2047715" y="3815353"/>
                  <a:pt x="2047244" y="3816190"/>
                </a:cubicBezTo>
                <a:lnTo>
                  <a:pt x="2034844" y="3837695"/>
                </a:lnTo>
                <a:cubicBezTo>
                  <a:pt x="2034320" y="3838532"/>
                  <a:pt x="2033169" y="3839212"/>
                  <a:pt x="2032176" y="3839212"/>
                </a:cubicBezTo>
                <a:lnTo>
                  <a:pt x="2007375" y="3839212"/>
                </a:lnTo>
                <a:cubicBezTo>
                  <a:pt x="2006381" y="3839212"/>
                  <a:pt x="2005177" y="3838532"/>
                  <a:pt x="2004707" y="3837695"/>
                </a:cubicBezTo>
                <a:lnTo>
                  <a:pt x="1992307" y="3816190"/>
                </a:lnTo>
                <a:cubicBezTo>
                  <a:pt x="1991835" y="3815301"/>
                  <a:pt x="1991835" y="3813941"/>
                  <a:pt x="1992307" y="3813104"/>
                </a:cubicBezTo>
                <a:lnTo>
                  <a:pt x="2004707" y="3791600"/>
                </a:lnTo>
                <a:cubicBezTo>
                  <a:pt x="2005230" y="3790762"/>
                  <a:pt x="2006381" y="3790082"/>
                  <a:pt x="2007375" y="3790082"/>
                </a:cubicBezTo>
                <a:close/>
                <a:moveTo>
                  <a:pt x="2503228" y="3789977"/>
                </a:moveTo>
                <a:lnTo>
                  <a:pt x="2528133" y="3789977"/>
                </a:lnTo>
                <a:cubicBezTo>
                  <a:pt x="2529128" y="3789977"/>
                  <a:pt x="2530331" y="3790657"/>
                  <a:pt x="2530802" y="3791494"/>
                </a:cubicBezTo>
                <a:lnTo>
                  <a:pt x="2543254" y="3813051"/>
                </a:lnTo>
                <a:cubicBezTo>
                  <a:pt x="2543726" y="3813888"/>
                  <a:pt x="2543726" y="3815301"/>
                  <a:pt x="2543254" y="3816138"/>
                </a:cubicBezTo>
                <a:lnTo>
                  <a:pt x="2530802" y="3837694"/>
                </a:lnTo>
                <a:cubicBezTo>
                  <a:pt x="2530331" y="3838531"/>
                  <a:pt x="2529128" y="3839212"/>
                  <a:pt x="2528133" y="3839212"/>
                </a:cubicBezTo>
                <a:lnTo>
                  <a:pt x="2503228" y="3839212"/>
                </a:lnTo>
                <a:cubicBezTo>
                  <a:pt x="2502234" y="3839212"/>
                  <a:pt x="2501031" y="3838531"/>
                  <a:pt x="2500560" y="3837694"/>
                </a:cubicBezTo>
                <a:lnTo>
                  <a:pt x="2488108" y="3816138"/>
                </a:lnTo>
                <a:cubicBezTo>
                  <a:pt x="2487636" y="3815301"/>
                  <a:pt x="2487636" y="3813888"/>
                  <a:pt x="2488108" y="3813051"/>
                </a:cubicBezTo>
                <a:lnTo>
                  <a:pt x="2500560" y="3791494"/>
                </a:lnTo>
                <a:cubicBezTo>
                  <a:pt x="2501031" y="3790657"/>
                  <a:pt x="2502234" y="3789977"/>
                  <a:pt x="2503228" y="3789977"/>
                </a:cubicBezTo>
                <a:close/>
                <a:moveTo>
                  <a:pt x="2832542" y="3787257"/>
                </a:moveTo>
                <a:lnTo>
                  <a:pt x="2860168" y="3787257"/>
                </a:lnTo>
                <a:cubicBezTo>
                  <a:pt x="2861266" y="3787257"/>
                  <a:pt x="2862627" y="3788042"/>
                  <a:pt x="2863150" y="3788984"/>
                </a:cubicBezTo>
                <a:lnTo>
                  <a:pt x="2876963" y="3812895"/>
                </a:lnTo>
                <a:cubicBezTo>
                  <a:pt x="2877486" y="3813837"/>
                  <a:pt x="2877486" y="3815354"/>
                  <a:pt x="2876963" y="3816295"/>
                </a:cubicBezTo>
                <a:lnTo>
                  <a:pt x="2863150" y="3840207"/>
                </a:lnTo>
                <a:cubicBezTo>
                  <a:pt x="2862574" y="3841148"/>
                  <a:pt x="2861266" y="3841933"/>
                  <a:pt x="2860168" y="3841933"/>
                </a:cubicBezTo>
                <a:lnTo>
                  <a:pt x="2832542" y="3841933"/>
                </a:lnTo>
                <a:cubicBezTo>
                  <a:pt x="2831443" y="3841933"/>
                  <a:pt x="2830083" y="3841148"/>
                  <a:pt x="2829560" y="3840207"/>
                </a:cubicBezTo>
                <a:lnTo>
                  <a:pt x="2815747" y="3816295"/>
                </a:lnTo>
                <a:cubicBezTo>
                  <a:pt x="2815223" y="3815354"/>
                  <a:pt x="2815223" y="3813837"/>
                  <a:pt x="2815747" y="3812895"/>
                </a:cubicBezTo>
                <a:lnTo>
                  <a:pt x="2829560" y="3788984"/>
                </a:lnTo>
                <a:cubicBezTo>
                  <a:pt x="2830135" y="3788042"/>
                  <a:pt x="2831443" y="3787257"/>
                  <a:pt x="2832542" y="3787257"/>
                </a:cubicBezTo>
                <a:close/>
                <a:moveTo>
                  <a:pt x="1840155" y="3786367"/>
                </a:moveTo>
                <a:lnTo>
                  <a:pt x="1868670" y="3786367"/>
                </a:lnTo>
                <a:cubicBezTo>
                  <a:pt x="1869769" y="3786367"/>
                  <a:pt x="1871130" y="3787152"/>
                  <a:pt x="1871705" y="3788146"/>
                </a:cubicBezTo>
                <a:lnTo>
                  <a:pt x="1885989" y="3812842"/>
                </a:lnTo>
                <a:cubicBezTo>
                  <a:pt x="1886565" y="3813784"/>
                  <a:pt x="1886565" y="3815353"/>
                  <a:pt x="1885989" y="3816347"/>
                </a:cubicBezTo>
                <a:lnTo>
                  <a:pt x="1871705" y="3841043"/>
                </a:lnTo>
                <a:cubicBezTo>
                  <a:pt x="1871182" y="3842037"/>
                  <a:pt x="1869822" y="3842822"/>
                  <a:pt x="1868670" y="3842822"/>
                </a:cubicBezTo>
                <a:lnTo>
                  <a:pt x="1840155" y="3842822"/>
                </a:lnTo>
                <a:cubicBezTo>
                  <a:pt x="1839056" y="3842822"/>
                  <a:pt x="1837696" y="3842037"/>
                  <a:pt x="1837121" y="3841043"/>
                </a:cubicBezTo>
                <a:lnTo>
                  <a:pt x="1822837" y="3816347"/>
                </a:lnTo>
                <a:cubicBezTo>
                  <a:pt x="1822261" y="3815405"/>
                  <a:pt x="1822261" y="3813836"/>
                  <a:pt x="1822837" y="3812842"/>
                </a:cubicBezTo>
                <a:lnTo>
                  <a:pt x="1837121" y="3788146"/>
                </a:lnTo>
                <a:cubicBezTo>
                  <a:pt x="1837644" y="3787152"/>
                  <a:pt x="1839004" y="3786367"/>
                  <a:pt x="1840155" y="3786367"/>
                </a:cubicBezTo>
                <a:close/>
                <a:moveTo>
                  <a:pt x="1591522" y="3785111"/>
                </a:moveTo>
                <a:lnTo>
                  <a:pt x="1621345" y="3785111"/>
                </a:lnTo>
                <a:cubicBezTo>
                  <a:pt x="1622496" y="3785111"/>
                  <a:pt x="1623962" y="3785948"/>
                  <a:pt x="1624537" y="3786942"/>
                </a:cubicBezTo>
                <a:lnTo>
                  <a:pt x="1639449" y="3812789"/>
                </a:lnTo>
                <a:cubicBezTo>
                  <a:pt x="1640024" y="3813836"/>
                  <a:pt x="1640024" y="3815510"/>
                  <a:pt x="1639449" y="3816504"/>
                </a:cubicBezTo>
                <a:lnTo>
                  <a:pt x="1624537" y="3842351"/>
                </a:lnTo>
                <a:cubicBezTo>
                  <a:pt x="1623962" y="3843345"/>
                  <a:pt x="1622549" y="3844182"/>
                  <a:pt x="1621345" y="3844182"/>
                </a:cubicBezTo>
                <a:lnTo>
                  <a:pt x="1591522" y="3844182"/>
                </a:lnTo>
                <a:cubicBezTo>
                  <a:pt x="1590371" y="3844182"/>
                  <a:pt x="1588906" y="3843345"/>
                  <a:pt x="1588330" y="3842351"/>
                </a:cubicBezTo>
                <a:lnTo>
                  <a:pt x="1573419" y="3816504"/>
                </a:lnTo>
                <a:cubicBezTo>
                  <a:pt x="1572843" y="3815458"/>
                  <a:pt x="1572843" y="3813784"/>
                  <a:pt x="1573419" y="3812789"/>
                </a:cubicBezTo>
                <a:lnTo>
                  <a:pt x="1588330" y="3786942"/>
                </a:lnTo>
                <a:cubicBezTo>
                  <a:pt x="1588906" y="3785948"/>
                  <a:pt x="1590319" y="3785111"/>
                  <a:pt x="1591522" y="3785111"/>
                </a:cubicBezTo>
                <a:close/>
                <a:moveTo>
                  <a:pt x="516782" y="3784693"/>
                </a:moveTo>
                <a:lnTo>
                  <a:pt x="547024" y="3784693"/>
                </a:lnTo>
                <a:cubicBezTo>
                  <a:pt x="548227" y="3784693"/>
                  <a:pt x="549692" y="3785530"/>
                  <a:pt x="550268" y="3786577"/>
                </a:cubicBezTo>
                <a:lnTo>
                  <a:pt x="565389" y="3812790"/>
                </a:lnTo>
                <a:cubicBezTo>
                  <a:pt x="565964" y="3813836"/>
                  <a:pt x="565964" y="3815511"/>
                  <a:pt x="565389" y="3816557"/>
                </a:cubicBezTo>
                <a:lnTo>
                  <a:pt x="550268" y="3842770"/>
                </a:lnTo>
                <a:cubicBezTo>
                  <a:pt x="549692" y="3843816"/>
                  <a:pt x="548227" y="3844654"/>
                  <a:pt x="547024" y="3844654"/>
                </a:cubicBezTo>
                <a:lnTo>
                  <a:pt x="516782" y="3844654"/>
                </a:lnTo>
                <a:cubicBezTo>
                  <a:pt x="515578" y="3844654"/>
                  <a:pt x="514113" y="3843816"/>
                  <a:pt x="513538" y="3842770"/>
                </a:cubicBezTo>
                <a:lnTo>
                  <a:pt x="498417" y="3816557"/>
                </a:lnTo>
                <a:cubicBezTo>
                  <a:pt x="497841" y="3815511"/>
                  <a:pt x="497841" y="3813836"/>
                  <a:pt x="498417" y="3812790"/>
                </a:cubicBezTo>
                <a:lnTo>
                  <a:pt x="513538" y="3786577"/>
                </a:lnTo>
                <a:cubicBezTo>
                  <a:pt x="514113" y="3785530"/>
                  <a:pt x="515578" y="3784693"/>
                  <a:pt x="516782" y="3784693"/>
                </a:cubicBezTo>
                <a:close/>
                <a:moveTo>
                  <a:pt x="1756231" y="3783803"/>
                </a:moveTo>
                <a:lnTo>
                  <a:pt x="1787415" y="3783803"/>
                </a:lnTo>
                <a:cubicBezTo>
                  <a:pt x="1788671" y="3783803"/>
                  <a:pt x="1790136" y="3784693"/>
                  <a:pt x="1790764" y="3785739"/>
                </a:cubicBezTo>
                <a:lnTo>
                  <a:pt x="1806356" y="3812737"/>
                </a:lnTo>
                <a:cubicBezTo>
                  <a:pt x="1806983" y="3813836"/>
                  <a:pt x="1806983" y="3815562"/>
                  <a:pt x="1806356" y="3816609"/>
                </a:cubicBezTo>
                <a:lnTo>
                  <a:pt x="1790764" y="3843607"/>
                </a:lnTo>
                <a:cubicBezTo>
                  <a:pt x="1790136" y="3844706"/>
                  <a:pt x="1788618" y="3845543"/>
                  <a:pt x="1787415" y="3845543"/>
                </a:cubicBezTo>
                <a:lnTo>
                  <a:pt x="1756231" y="3845543"/>
                </a:lnTo>
                <a:cubicBezTo>
                  <a:pt x="1754976" y="3845543"/>
                  <a:pt x="1753511" y="3844653"/>
                  <a:pt x="1752883" y="3843607"/>
                </a:cubicBezTo>
                <a:lnTo>
                  <a:pt x="1737291" y="3816609"/>
                </a:lnTo>
                <a:cubicBezTo>
                  <a:pt x="1736663" y="3815510"/>
                  <a:pt x="1736663" y="3813784"/>
                  <a:pt x="1737291" y="3812737"/>
                </a:cubicBezTo>
                <a:lnTo>
                  <a:pt x="1752883" y="3785739"/>
                </a:lnTo>
                <a:cubicBezTo>
                  <a:pt x="1753511" y="3784640"/>
                  <a:pt x="1755028" y="3783803"/>
                  <a:pt x="1756231" y="3783803"/>
                </a:cubicBezTo>
                <a:close/>
                <a:moveTo>
                  <a:pt x="1673353" y="3783385"/>
                </a:moveTo>
                <a:lnTo>
                  <a:pt x="1704903" y="3783385"/>
                </a:lnTo>
                <a:cubicBezTo>
                  <a:pt x="1706159" y="3783385"/>
                  <a:pt x="1707676" y="3784222"/>
                  <a:pt x="1708304" y="3785321"/>
                </a:cubicBezTo>
                <a:lnTo>
                  <a:pt x="1724105" y="3812633"/>
                </a:lnTo>
                <a:cubicBezTo>
                  <a:pt x="1724733" y="3813732"/>
                  <a:pt x="1724733" y="3815458"/>
                  <a:pt x="1724105" y="3816557"/>
                </a:cubicBezTo>
                <a:lnTo>
                  <a:pt x="1708304" y="3843869"/>
                </a:lnTo>
                <a:cubicBezTo>
                  <a:pt x="1707676" y="3844915"/>
                  <a:pt x="1706159" y="3845805"/>
                  <a:pt x="1704903" y="3845805"/>
                </a:cubicBezTo>
                <a:lnTo>
                  <a:pt x="1673353" y="3845805"/>
                </a:lnTo>
                <a:cubicBezTo>
                  <a:pt x="1672098" y="3845805"/>
                  <a:pt x="1670580" y="3844967"/>
                  <a:pt x="1669952" y="3843869"/>
                </a:cubicBezTo>
                <a:lnTo>
                  <a:pt x="1654151" y="3816557"/>
                </a:lnTo>
                <a:cubicBezTo>
                  <a:pt x="1653523" y="3815458"/>
                  <a:pt x="1653523" y="3813732"/>
                  <a:pt x="1654151" y="3812633"/>
                </a:cubicBezTo>
                <a:lnTo>
                  <a:pt x="1669952" y="3785321"/>
                </a:lnTo>
                <a:cubicBezTo>
                  <a:pt x="1670580" y="3784274"/>
                  <a:pt x="1672098" y="3783385"/>
                  <a:pt x="1673353" y="3783385"/>
                </a:cubicBezTo>
                <a:close/>
                <a:moveTo>
                  <a:pt x="2928761" y="3731639"/>
                </a:moveTo>
                <a:lnTo>
                  <a:pt x="2929127" y="3731639"/>
                </a:lnTo>
                <a:lnTo>
                  <a:pt x="2929284" y="3731953"/>
                </a:lnTo>
                <a:lnTo>
                  <a:pt x="2929127" y="3732267"/>
                </a:lnTo>
                <a:lnTo>
                  <a:pt x="2928761" y="3732267"/>
                </a:lnTo>
                <a:lnTo>
                  <a:pt x="2928604" y="3731953"/>
                </a:lnTo>
                <a:close/>
                <a:moveTo>
                  <a:pt x="524734" y="3717773"/>
                </a:moveTo>
                <a:lnTo>
                  <a:pt x="539071" y="3717773"/>
                </a:lnTo>
                <a:cubicBezTo>
                  <a:pt x="539594" y="3717773"/>
                  <a:pt x="540327" y="3718192"/>
                  <a:pt x="540588" y="3718663"/>
                </a:cubicBezTo>
                <a:lnTo>
                  <a:pt x="547756" y="3731063"/>
                </a:lnTo>
                <a:cubicBezTo>
                  <a:pt x="548018" y="3731534"/>
                  <a:pt x="548018" y="3732371"/>
                  <a:pt x="547756" y="3732842"/>
                </a:cubicBezTo>
                <a:lnTo>
                  <a:pt x="540588" y="3745242"/>
                </a:lnTo>
                <a:cubicBezTo>
                  <a:pt x="540327" y="3745713"/>
                  <a:pt x="539646" y="3746132"/>
                  <a:pt x="539071" y="3746132"/>
                </a:cubicBezTo>
                <a:lnTo>
                  <a:pt x="524734" y="3746132"/>
                </a:lnTo>
                <a:cubicBezTo>
                  <a:pt x="524211" y="3746132"/>
                  <a:pt x="523479" y="3745713"/>
                  <a:pt x="523217" y="3745242"/>
                </a:cubicBezTo>
                <a:lnTo>
                  <a:pt x="516049" y="3732842"/>
                </a:lnTo>
                <a:cubicBezTo>
                  <a:pt x="515788" y="3732371"/>
                  <a:pt x="515788" y="3731534"/>
                  <a:pt x="516049" y="3731063"/>
                </a:cubicBezTo>
                <a:lnTo>
                  <a:pt x="523217" y="3718663"/>
                </a:lnTo>
                <a:cubicBezTo>
                  <a:pt x="523479" y="3718192"/>
                  <a:pt x="524159" y="3717773"/>
                  <a:pt x="524734" y="3717773"/>
                </a:cubicBezTo>
                <a:close/>
                <a:moveTo>
                  <a:pt x="607299" y="3717616"/>
                </a:moveTo>
                <a:lnTo>
                  <a:pt x="621844" y="3717616"/>
                </a:lnTo>
                <a:cubicBezTo>
                  <a:pt x="622419" y="3717616"/>
                  <a:pt x="623152" y="3718035"/>
                  <a:pt x="623413" y="3718505"/>
                </a:cubicBezTo>
                <a:lnTo>
                  <a:pt x="630686" y="3731063"/>
                </a:lnTo>
                <a:cubicBezTo>
                  <a:pt x="630948" y="3731533"/>
                  <a:pt x="630948" y="3732371"/>
                  <a:pt x="630686" y="3732841"/>
                </a:cubicBezTo>
                <a:lnTo>
                  <a:pt x="623413" y="3745399"/>
                </a:lnTo>
                <a:cubicBezTo>
                  <a:pt x="623099" y="3745870"/>
                  <a:pt x="622419" y="3746288"/>
                  <a:pt x="621844" y="3746288"/>
                </a:cubicBezTo>
                <a:lnTo>
                  <a:pt x="607299" y="3746288"/>
                </a:lnTo>
                <a:cubicBezTo>
                  <a:pt x="606723" y="3746288"/>
                  <a:pt x="605991" y="3745870"/>
                  <a:pt x="605729" y="3745399"/>
                </a:cubicBezTo>
                <a:lnTo>
                  <a:pt x="598456" y="3732841"/>
                </a:lnTo>
                <a:cubicBezTo>
                  <a:pt x="598195" y="3732371"/>
                  <a:pt x="598195" y="3731533"/>
                  <a:pt x="598456" y="3731063"/>
                </a:cubicBezTo>
                <a:lnTo>
                  <a:pt x="605729" y="3718505"/>
                </a:lnTo>
                <a:cubicBezTo>
                  <a:pt x="606043" y="3718035"/>
                  <a:pt x="606723" y="3717616"/>
                  <a:pt x="607299" y="3717616"/>
                </a:cubicBezTo>
                <a:close/>
                <a:moveTo>
                  <a:pt x="689130" y="3715994"/>
                </a:moveTo>
                <a:lnTo>
                  <a:pt x="705245" y="3715994"/>
                </a:lnTo>
                <a:cubicBezTo>
                  <a:pt x="705873" y="3715994"/>
                  <a:pt x="706658" y="3716413"/>
                  <a:pt x="706971" y="3716988"/>
                </a:cubicBezTo>
                <a:lnTo>
                  <a:pt x="715029" y="3730958"/>
                </a:lnTo>
                <a:cubicBezTo>
                  <a:pt x="715343" y="3731481"/>
                  <a:pt x="715343" y="3732371"/>
                  <a:pt x="715029" y="3732946"/>
                </a:cubicBezTo>
                <a:lnTo>
                  <a:pt x="706971" y="3746916"/>
                </a:lnTo>
                <a:cubicBezTo>
                  <a:pt x="706658" y="3747439"/>
                  <a:pt x="705873" y="3747910"/>
                  <a:pt x="705245" y="3747910"/>
                </a:cubicBezTo>
                <a:lnTo>
                  <a:pt x="689130" y="3747910"/>
                </a:lnTo>
                <a:cubicBezTo>
                  <a:pt x="688502" y="3747910"/>
                  <a:pt x="687717" y="3747492"/>
                  <a:pt x="687403" y="3746916"/>
                </a:cubicBezTo>
                <a:lnTo>
                  <a:pt x="679345" y="3732946"/>
                </a:lnTo>
                <a:cubicBezTo>
                  <a:pt x="679032" y="3732423"/>
                  <a:pt x="679032" y="3731533"/>
                  <a:pt x="679345" y="3730958"/>
                </a:cubicBezTo>
                <a:lnTo>
                  <a:pt x="687403" y="3716988"/>
                </a:lnTo>
                <a:cubicBezTo>
                  <a:pt x="687717" y="3716465"/>
                  <a:pt x="688502" y="3715994"/>
                  <a:pt x="689130" y="3715994"/>
                </a:cubicBezTo>
                <a:close/>
                <a:moveTo>
                  <a:pt x="2259461" y="3715576"/>
                </a:moveTo>
                <a:lnTo>
                  <a:pt x="2275995" y="3715576"/>
                </a:lnTo>
                <a:cubicBezTo>
                  <a:pt x="2276675" y="3715576"/>
                  <a:pt x="2277460" y="3716047"/>
                  <a:pt x="2277774" y="3716622"/>
                </a:cubicBezTo>
                <a:lnTo>
                  <a:pt x="2286041" y="3730959"/>
                </a:lnTo>
                <a:cubicBezTo>
                  <a:pt x="2286354" y="3731534"/>
                  <a:pt x="2286354" y="3732424"/>
                  <a:pt x="2286041" y="3732999"/>
                </a:cubicBezTo>
                <a:lnTo>
                  <a:pt x="2277774" y="3747335"/>
                </a:lnTo>
                <a:cubicBezTo>
                  <a:pt x="2277460" y="3747911"/>
                  <a:pt x="2276623" y="3748382"/>
                  <a:pt x="2275995" y="3748382"/>
                </a:cubicBezTo>
                <a:lnTo>
                  <a:pt x="2259461" y="3748382"/>
                </a:lnTo>
                <a:cubicBezTo>
                  <a:pt x="2258781" y="3748382"/>
                  <a:pt x="2257996" y="3747911"/>
                  <a:pt x="2257682" y="3747335"/>
                </a:cubicBezTo>
                <a:lnTo>
                  <a:pt x="2249416" y="3732999"/>
                </a:lnTo>
                <a:cubicBezTo>
                  <a:pt x="2249101" y="3732424"/>
                  <a:pt x="2249101" y="3731534"/>
                  <a:pt x="2249416" y="3730959"/>
                </a:cubicBezTo>
                <a:lnTo>
                  <a:pt x="2257682" y="3716622"/>
                </a:lnTo>
                <a:cubicBezTo>
                  <a:pt x="2257996" y="3716047"/>
                  <a:pt x="2258833" y="3715576"/>
                  <a:pt x="2259461" y="3715576"/>
                </a:cubicBezTo>
                <a:close/>
                <a:moveTo>
                  <a:pt x="440863" y="3715367"/>
                </a:moveTo>
                <a:lnTo>
                  <a:pt x="457606" y="3715367"/>
                </a:lnTo>
                <a:cubicBezTo>
                  <a:pt x="458234" y="3715367"/>
                  <a:pt x="459071" y="3715838"/>
                  <a:pt x="459385" y="3716413"/>
                </a:cubicBezTo>
                <a:lnTo>
                  <a:pt x="467756" y="3730906"/>
                </a:lnTo>
                <a:cubicBezTo>
                  <a:pt x="468070" y="3731482"/>
                  <a:pt x="468070" y="3732424"/>
                  <a:pt x="467756" y="3732999"/>
                </a:cubicBezTo>
                <a:lnTo>
                  <a:pt x="459385" y="3747493"/>
                </a:lnTo>
                <a:cubicBezTo>
                  <a:pt x="459071" y="3748068"/>
                  <a:pt x="458286" y="3748539"/>
                  <a:pt x="457606" y="3748539"/>
                </a:cubicBezTo>
                <a:lnTo>
                  <a:pt x="440863" y="3748539"/>
                </a:lnTo>
                <a:cubicBezTo>
                  <a:pt x="440235" y="3748539"/>
                  <a:pt x="439398" y="3748068"/>
                  <a:pt x="439084" y="3747493"/>
                </a:cubicBezTo>
                <a:lnTo>
                  <a:pt x="430712" y="3732999"/>
                </a:lnTo>
                <a:cubicBezTo>
                  <a:pt x="430399" y="3732424"/>
                  <a:pt x="430399" y="3731482"/>
                  <a:pt x="430712" y="3730906"/>
                </a:cubicBezTo>
                <a:lnTo>
                  <a:pt x="439084" y="3716413"/>
                </a:lnTo>
                <a:cubicBezTo>
                  <a:pt x="439398" y="3715838"/>
                  <a:pt x="440183" y="3715367"/>
                  <a:pt x="440863" y="3715367"/>
                </a:cubicBezTo>
                <a:close/>
                <a:moveTo>
                  <a:pt x="2175851" y="3713692"/>
                </a:moveTo>
                <a:lnTo>
                  <a:pt x="2194321" y="3713692"/>
                </a:lnTo>
                <a:cubicBezTo>
                  <a:pt x="2195054" y="3713692"/>
                  <a:pt x="2195943" y="3714215"/>
                  <a:pt x="2196309" y="3714843"/>
                </a:cubicBezTo>
                <a:lnTo>
                  <a:pt x="2205518" y="3730801"/>
                </a:lnTo>
                <a:cubicBezTo>
                  <a:pt x="2205884" y="3731429"/>
                  <a:pt x="2205884" y="3732475"/>
                  <a:pt x="2205518" y="3733103"/>
                </a:cubicBezTo>
                <a:lnTo>
                  <a:pt x="2196309" y="3749062"/>
                </a:lnTo>
                <a:cubicBezTo>
                  <a:pt x="2195943" y="3749689"/>
                  <a:pt x="2195054" y="3750212"/>
                  <a:pt x="2194321" y="3750212"/>
                </a:cubicBezTo>
                <a:lnTo>
                  <a:pt x="2175851" y="3750212"/>
                </a:lnTo>
                <a:cubicBezTo>
                  <a:pt x="2175119" y="3750212"/>
                  <a:pt x="2174230" y="3749689"/>
                  <a:pt x="2173863" y="3749062"/>
                </a:cubicBezTo>
                <a:lnTo>
                  <a:pt x="2164654" y="3733103"/>
                </a:lnTo>
                <a:cubicBezTo>
                  <a:pt x="2164289" y="3732475"/>
                  <a:pt x="2164289" y="3731429"/>
                  <a:pt x="2164654" y="3730801"/>
                </a:cubicBezTo>
                <a:lnTo>
                  <a:pt x="2173863" y="3714843"/>
                </a:lnTo>
                <a:cubicBezTo>
                  <a:pt x="2174230" y="3714215"/>
                  <a:pt x="2175119" y="3713692"/>
                  <a:pt x="2175851" y="3713692"/>
                </a:cubicBezTo>
                <a:close/>
                <a:moveTo>
                  <a:pt x="770595" y="3713587"/>
                </a:moveTo>
                <a:lnTo>
                  <a:pt x="789169" y="3713587"/>
                </a:lnTo>
                <a:cubicBezTo>
                  <a:pt x="789901" y="3713587"/>
                  <a:pt x="790791" y="3714110"/>
                  <a:pt x="791157" y="3714738"/>
                </a:cubicBezTo>
                <a:lnTo>
                  <a:pt x="800418" y="3730801"/>
                </a:lnTo>
                <a:cubicBezTo>
                  <a:pt x="800784" y="3731429"/>
                  <a:pt x="800784" y="3732475"/>
                  <a:pt x="800418" y="3733103"/>
                </a:cubicBezTo>
                <a:lnTo>
                  <a:pt x="791157" y="3749166"/>
                </a:lnTo>
                <a:cubicBezTo>
                  <a:pt x="790791" y="3749794"/>
                  <a:pt x="789901" y="3750317"/>
                  <a:pt x="789169" y="3750317"/>
                </a:cubicBezTo>
                <a:lnTo>
                  <a:pt x="770595" y="3750317"/>
                </a:lnTo>
                <a:cubicBezTo>
                  <a:pt x="769862" y="3750317"/>
                  <a:pt x="768973" y="3749794"/>
                  <a:pt x="768606" y="3749166"/>
                </a:cubicBezTo>
                <a:lnTo>
                  <a:pt x="759346" y="3733103"/>
                </a:lnTo>
                <a:cubicBezTo>
                  <a:pt x="758979" y="3732475"/>
                  <a:pt x="758979" y="3731429"/>
                  <a:pt x="759346" y="3730801"/>
                </a:cubicBezTo>
                <a:lnTo>
                  <a:pt x="768606" y="3714738"/>
                </a:lnTo>
                <a:cubicBezTo>
                  <a:pt x="768973" y="3714110"/>
                  <a:pt x="769862" y="3713587"/>
                  <a:pt x="770595" y="3713587"/>
                </a:cubicBezTo>
                <a:close/>
                <a:moveTo>
                  <a:pt x="1100744" y="3712646"/>
                </a:moveTo>
                <a:lnTo>
                  <a:pt x="1120260" y="3712646"/>
                </a:lnTo>
                <a:cubicBezTo>
                  <a:pt x="1121045" y="3712646"/>
                  <a:pt x="1121987" y="3713169"/>
                  <a:pt x="1122353" y="3713849"/>
                </a:cubicBezTo>
                <a:lnTo>
                  <a:pt x="1132085" y="3730749"/>
                </a:lnTo>
                <a:cubicBezTo>
                  <a:pt x="1132451" y="3731430"/>
                  <a:pt x="1132451" y="3732476"/>
                  <a:pt x="1132085" y="3733156"/>
                </a:cubicBezTo>
                <a:lnTo>
                  <a:pt x="1122353" y="3750056"/>
                </a:lnTo>
                <a:cubicBezTo>
                  <a:pt x="1121987" y="3750736"/>
                  <a:pt x="1121045" y="3751259"/>
                  <a:pt x="1120260" y="3751259"/>
                </a:cubicBezTo>
                <a:lnTo>
                  <a:pt x="1100744" y="3751259"/>
                </a:lnTo>
                <a:cubicBezTo>
                  <a:pt x="1099960" y="3751259"/>
                  <a:pt x="1099018" y="3750736"/>
                  <a:pt x="1098651" y="3750056"/>
                </a:cubicBezTo>
                <a:lnTo>
                  <a:pt x="1088920" y="3733156"/>
                </a:lnTo>
                <a:cubicBezTo>
                  <a:pt x="1088553" y="3732476"/>
                  <a:pt x="1088553" y="3731430"/>
                  <a:pt x="1088920" y="3730749"/>
                </a:cubicBezTo>
                <a:lnTo>
                  <a:pt x="1098651" y="3713849"/>
                </a:lnTo>
                <a:cubicBezTo>
                  <a:pt x="1099018" y="3713169"/>
                  <a:pt x="1099960" y="3712646"/>
                  <a:pt x="1100744" y="3712646"/>
                </a:cubicBezTo>
                <a:close/>
                <a:moveTo>
                  <a:pt x="2092502" y="3712332"/>
                </a:moveTo>
                <a:lnTo>
                  <a:pt x="2112385" y="3712332"/>
                </a:lnTo>
                <a:cubicBezTo>
                  <a:pt x="2113170" y="3712332"/>
                  <a:pt x="2114164" y="3712855"/>
                  <a:pt x="2114530" y="3713535"/>
                </a:cubicBezTo>
                <a:lnTo>
                  <a:pt x="2124472" y="3730749"/>
                </a:lnTo>
                <a:cubicBezTo>
                  <a:pt x="2124838" y="3731430"/>
                  <a:pt x="2124838" y="3732528"/>
                  <a:pt x="2124472" y="3733208"/>
                </a:cubicBezTo>
                <a:lnTo>
                  <a:pt x="2114530" y="3750422"/>
                </a:lnTo>
                <a:cubicBezTo>
                  <a:pt x="2114111" y="3751050"/>
                  <a:pt x="2113170" y="3751626"/>
                  <a:pt x="2112385" y="3751626"/>
                </a:cubicBezTo>
                <a:lnTo>
                  <a:pt x="2092502" y="3751626"/>
                </a:lnTo>
                <a:cubicBezTo>
                  <a:pt x="2091718" y="3751626"/>
                  <a:pt x="2090724" y="3751102"/>
                  <a:pt x="2090358" y="3750422"/>
                </a:cubicBezTo>
                <a:lnTo>
                  <a:pt x="2080416" y="3733208"/>
                </a:lnTo>
                <a:cubicBezTo>
                  <a:pt x="2080051" y="3732528"/>
                  <a:pt x="2080051" y="3731430"/>
                  <a:pt x="2080416" y="3730749"/>
                </a:cubicBezTo>
                <a:lnTo>
                  <a:pt x="2090358" y="3713535"/>
                </a:lnTo>
                <a:cubicBezTo>
                  <a:pt x="2090776" y="3712907"/>
                  <a:pt x="2091718" y="3712332"/>
                  <a:pt x="2092502" y="3712332"/>
                </a:cubicBezTo>
                <a:close/>
                <a:moveTo>
                  <a:pt x="1183099" y="3712070"/>
                </a:moveTo>
                <a:lnTo>
                  <a:pt x="1203190" y="3712070"/>
                </a:lnTo>
                <a:cubicBezTo>
                  <a:pt x="1203975" y="3712070"/>
                  <a:pt x="1204917" y="3712645"/>
                  <a:pt x="1205336" y="3713326"/>
                </a:cubicBezTo>
                <a:lnTo>
                  <a:pt x="1215381" y="3730749"/>
                </a:lnTo>
                <a:cubicBezTo>
                  <a:pt x="1215800" y="3731481"/>
                  <a:pt x="1215800" y="3732580"/>
                  <a:pt x="1215381" y="3733260"/>
                </a:cubicBezTo>
                <a:lnTo>
                  <a:pt x="1205336" y="3750683"/>
                </a:lnTo>
                <a:cubicBezTo>
                  <a:pt x="1204969" y="3751364"/>
                  <a:pt x="1203975" y="3751939"/>
                  <a:pt x="1203190" y="3751939"/>
                </a:cubicBezTo>
                <a:lnTo>
                  <a:pt x="1183099" y="3751939"/>
                </a:lnTo>
                <a:cubicBezTo>
                  <a:pt x="1182314" y="3751939"/>
                  <a:pt x="1181372" y="3751364"/>
                  <a:pt x="1180954" y="3750683"/>
                </a:cubicBezTo>
                <a:lnTo>
                  <a:pt x="1170908" y="3733260"/>
                </a:lnTo>
                <a:cubicBezTo>
                  <a:pt x="1170489" y="3732528"/>
                  <a:pt x="1170489" y="3731429"/>
                  <a:pt x="1170908" y="3730749"/>
                </a:cubicBezTo>
                <a:lnTo>
                  <a:pt x="1180954" y="3713326"/>
                </a:lnTo>
                <a:cubicBezTo>
                  <a:pt x="1181320" y="3712645"/>
                  <a:pt x="1182314" y="3712070"/>
                  <a:pt x="1183099" y="3712070"/>
                </a:cubicBezTo>
                <a:close/>
                <a:moveTo>
                  <a:pt x="1017657" y="3711756"/>
                </a:moveTo>
                <a:lnTo>
                  <a:pt x="1038063" y="3711756"/>
                </a:lnTo>
                <a:cubicBezTo>
                  <a:pt x="1038900" y="3711756"/>
                  <a:pt x="1039842" y="3712331"/>
                  <a:pt x="1040260" y="3713012"/>
                </a:cubicBezTo>
                <a:lnTo>
                  <a:pt x="1050463" y="3730696"/>
                </a:lnTo>
                <a:cubicBezTo>
                  <a:pt x="1050881" y="3731377"/>
                  <a:pt x="1050881" y="3732528"/>
                  <a:pt x="1050463" y="3733208"/>
                </a:cubicBezTo>
                <a:lnTo>
                  <a:pt x="1040260" y="3750893"/>
                </a:lnTo>
                <a:cubicBezTo>
                  <a:pt x="1039842" y="3751573"/>
                  <a:pt x="1038847" y="3752148"/>
                  <a:pt x="1038063" y="3752148"/>
                </a:cubicBezTo>
                <a:lnTo>
                  <a:pt x="1017657" y="3752148"/>
                </a:lnTo>
                <a:cubicBezTo>
                  <a:pt x="1016820" y="3752148"/>
                  <a:pt x="1015878" y="3751573"/>
                  <a:pt x="1015460" y="3750893"/>
                </a:cubicBezTo>
                <a:lnTo>
                  <a:pt x="1005257" y="3733208"/>
                </a:lnTo>
                <a:cubicBezTo>
                  <a:pt x="1004838" y="3732528"/>
                  <a:pt x="1004838" y="3731377"/>
                  <a:pt x="1005257" y="3730696"/>
                </a:cubicBezTo>
                <a:lnTo>
                  <a:pt x="1015460" y="3713012"/>
                </a:lnTo>
                <a:cubicBezTo>
                  <a:pt x="1015878" y="3712331"/>
                  <a:pt x="1016872" y="3711756"/>
                  <a:pt x="1017657" y="3711756"/>
                </a:cubicBezTo>
                <a:close/>
                <a:moveTo>
                  <a:pt x="852320" y="3711704"/>
                </a:moveTo>
                <a:lnTo>
                  <a:pt x="872778" y="3711704"/>
                </a:lnTo>
                <a:cubicBezTo>
                  <a:pt x="873615" y="3711704"/>
                  <a:pt x="874557" y="3712279"/>
                  <a:pt x="874976" y="3712960"/>
                </a:cubicBezTo>
                <a:lnTo>
                  <a:pt x="885231" y="3730697"/>
                </a:lnTo>
                <a:cubicBezTo>
                  <a:pt x="885650" y="3731377"/>
                  <a:pt x="885650" y="3732528"/>
                  <a:pt x="885231" y="3733208"/>
                </a:cubicBezTo>
                <a:lnTo>
                  <a:pt x="874976" y="3750945"/>
                </a:lnTo>
                <a:cubicBezTo>
                  <a:pt x="874557" y="3751626"/>
                  <a:pt x="873563" y="3752201"/>
                  <a:pt x="872778" y="3752201"/>
                </a:cubicBezTo>
                <a:lnTo>
                  <a:pt x="852320" y="3752201"/>
                </a:lnTo>
                <a:cubicBezTo>
                  <a:pt x="851483" y="3752201"/>
                  <a:pt x="850542" y="3751626"/>
                  <a:pt x="850123" y="3750945"/>
                </a:cubicBezTo>
                <a:lnTo>
                  <a:pt x="839868" y="3733208"/>
                </a:lnTo>
                <a:cubicBezTo>
                  <a:pt x="839449" y="3732528"/>
                  <a:pt x="839449" y="3731377"/>
                  <a:pt x="839868" y="3730697"/>
                </a:cubicBezTo>
                <a:lnTo>
                  <a:pt x="850123" y="3712960"/>
                </a:lnTo>
                <a:cubicBezTo>
                  <a:pt x="850542" y="3712279"/>
                  <a:pt x="851536" y="3711704"/>
                  <a:pt x="852320" y="3711704"/>
                </a:cubicBezTo>
                <a:close/>
                <a:moveTo>
                  <a:pt x="934362" y="3710501"/>
                </a:moveTo>
                <a:lnTo>
                  <a:pt x="956023" y="3710501"/>
                </a:lnTo>
                <a:cubicBezTo>
                  <a:pt x="956860" y="3710501"/>
                  <a:pt x="957907" y="3711129"/>
                  <a:pt x="958325" y="3711861"/>
                </a:cubicBezTo>
                <a:lnTo>
                  <a:pt x="969156" y="3730645"/>
                </a:lnTo>
                <a:cubicBezTo>
                  <a:pt x="969574" y="3731377"/>
                  <a:pt x="969574" y="3732581"/>
                  <a:pt x="969156" y="3733313"/>
                </a:cubicBezTo>
                <a:lnTo>
                  <a:pt x="958325" y="3752097"/>
                </a:lnTo>
                <a:cubicBezTo>
                  <a:pt x="957907" y="3752881"/>
                  <a:pt x="956860" y="3753457"/>
                  <a:pt x="956023" y="3753457"/>
                </a:cubicBezTo>
                <a:lnTo>
                  <a:pt x="934362" y="3753457"/>
                </a:lnTo>
                <a:cubicBezTo>
                  <a:pt x="933524" y="3753457"/>
                  <a:pt x="932478" y="3752829"/>
                  <a:pt x="932060" y="3752097"/>
                </a:cubicBezTo>
                <a:lnTo>
                  <a:pt x="921229" y="3733313"/>
                </a:lnTo>
                <a:cubicBezTo>
                  <a:pt x="920810" y="3732581"/>
                  <a:pt x="920810" y="3731377"/>
                  <a:pt x="921229" y="3730645"/>
                </a:cubicBezTo>
                <a:lnTo>
                  <a:pt x="932060" y="3711861"/>
                </a:lnTo>
                <a:cubicBezTo>
                  <a:pt x="932478" y="3711076"/>
                  <a:pt x="933524" y="3710501"/>
                  <a:pt x="934362" y="3710501"/>
                </a:cubicBezTo>
                <a:close/>
                <a:moveTo>
                  <a:pt x="2339356" y="3710134"/>
                </a:moveTo>
                <a:lnTo>
                  <a:pt x="2361436" y="3710134"/>
                </a:lnTo>
                <a:cubicBezTo>
                  <a:pt x="2362273" y="3710134"/>
                  <a:pt x="2363372" y="3710762"/>
                  <a:pt x="2363791" y="3711494"/>
                </a:cubicBezTo>
                <a:lnTo>
                  <a:pt x="2374831" y="3730644"/>
                </a:lnTo>
                <a:cubicBezTo>
                  <a:pt x="2375249" y="3731377"/>
                  <a:pt x="2375249" y="3732632"/>
                  <a:pt x="2374831" y="3733365"/>
                </a:cubicBezTo>
                <a:lnTo>
                  <a:pt x="2363791" y="3752514"/>
                </a:lnTo>
                <a:cubicBezTo>
                  <a:pt x="2363372" y="3753247"/>
                  <a:pt x="2362326" y="3753875"/>
                  <a:pt x="2361436" y="3753875"/>
                </a:cubicBezTo>
                <a:lnTo>
                  <a:pt x="2339356" y="3753875"/>
                </a:lnTo>
                <a:cubicBezTo>
                  <a:pt x="2338519" y="3753875"/>
                  <a:pt x="2337420" y="3753247"/>
                  <a:pt x="2337002" y="3752514"/>
                </a:cubicBezTo>
                <a:lnTo>
                  <a:pt x="2325962" y="3733365"/>
                </a:lnTo>
                <a:cubicBezTo>
                  <a:pt x="2325543" y="3732632"/>
                  <a:pt x="2325543" y="3731377"/>
                  <a:pt x="2325962" y="3730644"/>
                </a:cubicBezTo>
                <a:lnTo>
                  <a:pt x="2337002" y="3711494"/>
                </a:lnTo>
                <a:cubicBezTo>
                  <a:pt x="2337420" y="3710762"/>
                  <a:pt x="2338467" y="3710134"/>
                  <a:pt x="2339356" y="3710134"/>
                </a:cubicBezTo>
                <a:close/>
                <a:moveTo>
                  <a:pt x="2752594" y="3710082"/>
                </a:moveTo>
                <a:lnTo>
                  <a:pt x="2774726" y="3710082"/>
                </a:lnTo>
                <a:cubicBezTo>
                  <a:pt x="2775563" y="3710082"/>
                  <a:pt x="2776662" y="3710710"/>
                  <a:pt x="2777080" y="3711442"/>
                </a:cubicBezTo>
                <a:lnTo>
                  <a:pt x="2788173" y="3730592"/>
                </a:lnTo>
                <a:cubicBezTo>
                  <a:pt x="2788591" y="3731325"/>
                  <a:pt x="2788591" y="3732580"/>
                  <a:pt x="2788173" y="3733313"/>
                </a:cubicBezTo>
                <a:lnTo>
                  <a:pt x="2777080" y="3752462"/>
                </a:lnTo>
                <a:cubicBezTo>
                  <a:pt x="2776662" y="3753195"/>
                  <a:pt x="2775615" y="3753823"/>
                  <a:pt x="2774726" y="3753823"/>
                </a:cubicBezTo>
                <a:lnTo>
                  <a:pt x="2752594" y="3753823"/>
                </a:lnTo>
                <a:cubicBezTo>
                  <a:pt x="2751756" y="3753823"/>
                  <a:pt x="2750658" y="3753195"/>
                  <a:pt x="2750239" y="3752462"/>
                </a:cubicBezTo>
                <a:lnTo>
                  <a:pt x="2739147" y="3733313"/>
                </a:lnTo>
                <a:cubicBezTo>
                  <a:pt x="2738728" y="3732580"/>
                  <a:pt x="2738728" y="3731325"/>
                  <a:pt x="2739147" y="3730592"/>
                </a:cubicBezTo>
                <a:lnTo>
                  <a:pt x="2750239" y="3711442"/>
                </a:lnTo>
                <a:cubicBezTo>
                  <a:pt x="2750658" y="3710710"/>
                  <a:pt x="2751705" y="3710082"/>
                  <a:pt x="2752594" y="3710082"/>
                </a:cubicBezTo>
                <a:close/>
                <a:moveTo>
                  <a:pt x="2008684" y="3710082"/>
                </a:moveTo>
                <a:lnTo>
                  <a:pt x="2030816" y="3710082"/>
                </a:lnTo>
                <a:cubicBezTo>
                  <a:pt x="2031653" y="3710082"/>
                  <a:pt x="2032752" y="3710710"/>
                  <a:pt x="2033170" y="3711442"/>
                </a:cubicBezTo>
                <a:lnTo>
                  <a:pt x="2044262" y="3730592"/>
                </a:lnTo>
                <a:cubicBezTo>
                  <a:pt x="2044681" y="3731325"/>
                  <a:pt x="2044681" y="3732580"/>
                  <a:pt x="2044262" y="3733313"/>
                </a:cubicBezTo>
                <a:lnTo>
                  <a:pt x="2033170" y="3752462"/>
                </a:lnTo>
                <a:cubicBezTo>
                  <a:pt x="2032752" y="3753195"/>
                  <a:pt x="2031705" y="3753823"/>
                  <a:pt x="2030816" y="3753823"/>
                </a:cubicBezTo>
                <a:lnTo>
                  <a:pt x="2008684" y="3753823"/>
                </a:lnTo>
                <a:cubicBezTo>
                  <a:pt x="2007846" y="3753823"/>
                  <a:pt x="2006748" y="3753195"/>
                  <a:pt x="2006329" y="3752462"/>
                </a:cubicBezTo>
                <a:lnTo>
                  <a:pt x="1995237" y="3733313"/>
                </a:lnTo>
                <a:cubicBezTo>
                  <a:pt x="1994818" y="3732580"/>
                  <a:pt x="1994818" y="3731325"/>
                  <a:pt x="1995237" y="3730592"/>
                </a:cubicBezTo>
                <a:lnTo>
                  <a:pt x="2006329" y="3711442"/>
                </a:lnTo>
                <a:cubicBezTo>
                  <a:pt x="2006748" y="3710710"/>
                  <a:pt x="2007794" y="3710082"/>
                  <a:pt x="2008684" y="3710082"/>
                </a:cubicBezTo>
                <a:close/>
                <a:moveTo>
                  <a:pt x="1925806" y="3709611"/>
                </a:moveTo>
                <a:lnTo>
                  <a:pt x="1948409" y="3709611"/>
                </a:lnTo>
                <a:cubicBezTo>
                  <a:pt x="1949298" y="3709611"/>
                  <a:pt x="1950344" y="3710239"/>
                  <a:pt x="1950815" y="3711024"/>
                </a:cubicBezTo>
                <a:lnTo>
                  <a:pt x="1962117" y="3730592"/>
                </a:lnTo>
                <a:cubicBezTo>
                  <a:pt x="1962588" y="3731325"/>
                  <a:pt x="1962588" y="3732580"/>
                  <a:pt x="1962117" y="3733365"/>
                </a:cubicBezTo>
                <a:lnTo>
                  <a:pt x="1950815" y="3752934"/>
                </a:lnTo>
                <a:cubicBezTo>
                  <a:pt x="1950397" y="3753718"/>
                  <a:pt x="1949298" y="3754346"/>
                  <a:pt x="1948409" y="3754346"/>
                </a:cubicBezTo>
                <a:lnTo>
                  <a:pt x="1925806" y="3754346"/>
                </a:lnTo>
                <a:cubicBezTo>
                  <a:pt x="1924916" y="3754346"/>
                  <a:pt x="1923870" y="3753718"/>
                  <a:pt x="1923399" y="3752934"/>
                </a:cubicBezTo>
                <a:lnTo>
                  <a:pt x="1912097" y="3733365"/>
                </a:lnTo>
                <a:cubicBezTo>
                  <a:pt x="1911626" y="3732633"/>
                  <a:pt x="1911626" y="3731377"/>
                  <a:pt x="1912097" y="3730592"/>
                </a:cubicBezTo>
                <a:lnTo>
                  <a:pt x="1923399" y="3711024"/>
                </a:lnTo>
                <a:cubicBezTo>
                  <a:pt x="1923817" y="3710239"/>
                  <a:pt x="1924916" y="3709611"/>
                  <a:pt x="1925806" y="3709611"/>
                </a:cubicBezTo>
                <a:close/>
                <a:moveTo>
                  <a:pt x="2669664" y="3709507"/>
                </a:moveTo>
                <a:lnTo>
                  <a:pt x="2692371" y="3709507"/>
                </a:lnTo>
                <a:cubicBezTo>
                  <a:pt x="2693261" y="3709507"/>
                  <a:pt x="2694307" y="3710135"/>
                  <a:pt x="2694778" y="3710919"/>
                </a:cubicBezTo>
                <a:lnTo>
                  <a:pt x="2706132" y="3730592"/>
                </a:lnTo>
                <a:cubicBezTo>
                  <a:pt x="2706603" y="3731377"/>
                  <a:pt x="2706603" y="3732633"/>
                  <a:pt x="2706132" y="3733418"/>
                </a:cubicBezTo>
                <a:lnTo>
                  <a:pt x="2694778" y="3753091"/>
                </a:lnTo>
                <a:cubicBezTo>
                  <a:pt x="2694359" y="3753876"/>
                  <a:pt x="2693261" y="3754504"/>
                  <a:pt x="2692371" y="3754504"/>
                </a:cubicBezTo>
                <a:lnTo>
                  <a:pt x="2669664" y="3754504"/>
                </a:lnTo>
                <a:cubicBezTo>
                  <a:pt x="2668774" y="3754504"/>
                  <a:pt x="2667728" y="3753876"/>
                  <a:pt x="2667257" y="3753091"/>
                </a:cubicBezTo>
                <a:lnTo>
                  <a:pt x="2655903" y="3733418"/>
                </a:lnTo>
                <a:cubicBezTo>
                  <a:pt x="2655432" y="3732633"/>
                  <a:pt x="2655432" y="3731377"/>
                  <a:pt x="2655903" y="3730592"/>
                </a:cubicBezTo>
                <a:lnTo>
                  <a:pt x="2667257" y="3710919"/>
                </a:lnTo>
                <a:cubicBezTo>
                  <a:pt x="2667675" y="3710135"/>
                  <a:pt x="2668774" y="3709507"/>
                  <a:pt x="2669664" y="3709507"/>
                </a:cubicBezTo>
                <a:close/>
                <a:moveTo>
                  <a:pt x="1264459" y="3709454"/>
                </a:moveTo>
                <a:lnTo>
                  <a:pt x="1287219" y="3709454"/>
                </a:lnTo>
                <a:cubicBezTo>
                  <a:pt x="1288161" y="3709454"/>
                  <a:pt x="1289207" y="3710082"/>
                  <a:pt x="1289678" y="3710867"/>
                </a:cubicBezTo>
                <a:lnTo>
                  <a:pt x="1301032" y="3730539"/>
                </a:lnTo>
                <a:cubicBezTo>
                  <a:pt x="1301503" y="3731324"/>
                  <a:pt x="1301503" y="3732580"/>
                  <a:pt x="1301032" y="3733365"/>
                </a:cubicBezTo>
                <a:lnTo>
                  <a:pt x="1289678" y="3753038"/>
                </a:lnTo>
                <a:cubicBezTo>
                  <a:pt x="1289207" y="3753823"/>
                  <a:pt x="1288109" y="3754451"/>
                  <a:pt x="1287219" y="3754451"/>
                </a:cubicBezTo>
                <a:lnTo>
                  <a:pt x="1264459" y="3754451"/>
                </a:lnTo>
                <a:cubicBezTo>
                  <a:pt x="1263517" y="3754451"/>
                  <a:pt x="1262471" y="3753823"/>
                  <a:pt x="1262000" y="3753038"/>
                </a:cubicBezTo>
                <a:lnTo>
                  <a:pt x="1250646" y="3733365"/>
                </a:lnTo>
                <a:cubicBezTo>
                  <a:pt x="1250175" y="3732580"/>
                  <a:pt x="1250175" y="3731324"/>
                  <a:pt x="1250646" y="3730539"/>
                </a:cubicBezTo>
                <a:lnTo>
                  <a:pt x="1262000" y="3710867"/>
                </a:lnTo>
                <a:cubicBezTo>
                  <a:pt x="1262471" y="3710082"/>
                  <a:pt x="1263570" y="3709454"/>
                  <a:pt x="1264459" y="3709454"/>
                </a:cubicBezTo>
                <a:close/>
                <a:moveTo>
                  <a:pt x="2504327" y="3709402"/>
                </a:moveTo>
                <a:lnTo>
                  <a:pt x="2527140" y="3709402"/>
                </a:lnTo>
                <a:cubicBezTo>
                  <a:pt x="2528081" y="3709402"/>
                  <a:pt x="2529128" y="3710030"/>
                  <a:pt x="2529599" y="3710815"/>
                </a:cubicBezTo>
                <a:lnTo>
                  <a:pt x="2541005" y="3730540"/>
                </a:lnTo>
                <a:cubicBezTo>
                  <a:pt x="2541476" y="3731325"/>
                  <a:pt x="2541476" y="3732580"/>
                  <a:pt x="2541005" y="3733365"/>
                </a:cubicBezTo>
                <a:lnTo>
                  <a:pt x="2529599" y="3753091"/>
                </a:lnTo>
                <a:cubicBezTo>
                  <a:pt x="2529128" y="3753875"/>
                  <a:pt x="2528029" y="3754503"/>
                  <a:pt x="2527140" y="3754503"/>
                </a:cubicBezTo>
                <a:lnTo>
                  <a:pt x="2504327" y="3754503"/>
                </a:lnTo>
                <a:cubicBezTo>
                  <a:pt x="2503385" y="3754503"/>
                  <a:pt x="2502339" y="3753875"/>
                  <a:pt x="2501868" y="3753091"/>
                </a:cubicBezTo>
                <a:lnTo>
                  <a:pt x="2490462" y="3733365"/>
                </a:lnTo>
                <a:cubicBezTo>
                  <a:pt x="2489991" y="3732580"/>
                  <a:pt x="2489991" y="3731325"/>
                  <a:pt x="2490462" y="3730540"/>
                </a:cubicBezTo>
                <a:lnTo>
                  <a:pt x="2501868" y="3710815"/>
                </a:lnTo>
                <a:cubicBezTo>
                  <a:pt x="2502339" y="3710030"/>
                  <a:pt x="2503438" y="3709402"/>
                  <a:pt x="2504327" y="3709402"/>
                </a:cubicBezTo>
                <a:close/>
                <a:moveTo>
                  <a:pt x="2421450" y="3708983"/>
                </a:moveTo>
                <a:lnTo>
                  <a:pt x="2444681" y="3708983"/>
                </a:lnTo>
                <a:cubicBezTo>
                  <a:pt x="2445623" y="3708983"/>
                  <a:pt x="2446721" y="3709611"/>
                  <a:pt x="2447192" y="3710396"/>
                </a:cubicBezTo>
                <a:lnTo>
                  <a:pt x="2458807" y="3730540"/>
                </a:lnTo>
                <a:cubicBezTo>
                  <a:pt x="2459279" y="3731324"/>
                  <a:pt x="2459279" y="3732633"/>
                  <a:pt x="2458807" y="3733417"/>
                </a:cubicBezTo>
                <a:lnTo>
                  <a:pt x="2447192" y="3753561"/>
                </a:lnTo>
                <a:cubicBezTo>
                  <a:pt x="2446721" y="3754346"/>
                  <a:pt x="2445623" y="3754974"/>
                  <a:pt x="2444681" y="3754974"/>
                </a:cubicBezTo>
                <a:lnTo>
                  <a:pt x="2421450" y="3754974"/>
                </a:lnTo>
                <a:cubicBezTo>
                  <a:pt x="2420508" y="3754974"/>
                  <a:pt x="2419410" y="3754346"/>
                  <a:pt x="2418938" y="3753561"/>
                </a:cubicBezTo>
                <a:lnTo>
                  <a:pt x="2407323" y="3733417"/>
                </a:lnTo>
                <a:cubicBezTo>
                  <a:pt x="2406852" y="3732633"/>
                  <a:pt x="2406852" y="3731324"/>
                  <a:pt x="2407323" y="3730540"/>
                </a:cubicBezTo>
                <a:lnTo>
                  <a:pt x="2418938" y="3710396"/>
                </a:lnTo>
                <a:cubicBezTo>
                  <a:pt x="2419410" y="3709611"/>
                  <a:pt x="2420508" y="3708983"/>
                  <a:pt x="2421450" y="3708983"/>
                </a:cubicBezTo>
                <a:close/>
                <a:moveTo>
                  <a:pt x="2586525" y="3708460"/>
                </a:moveTo>
                <a:lnTo>
                  <a:pt x="2610279" y="3708460"/>
                </a:lnTo>
                <a:cubicBezTo>
                  <a:pt x="2611221" y="3708460"/>
                  <a:pt x="2612372" y="3709088"/>
                  <a:pt x="2612843" y="3709925"/>
                </a:cubicBezTo>
                <a:lnTo>
                  <a:pt x="2624720" y="3730488"/>
                </a:lnTo>
                <a:cubicBezTo>
                  <a:pt x="2625191" y="3731272"/>
                  <a:pt x="2625191" y="3732580"/>
                  <a:pt x="2624720" y="3733418"/>
                </a:cubicBezTo>
                <a:lnTo>
                  <a:pt x="2612843" y="3753980"/>
                </a:lnTo>
                <a:cubicBezTo>
                  <a:pt x="2612372" y="3754765"/>
                  <a:pt x="2611221" y="3755445"/>
                  <a:pt x="2610279" y="3755445"/>
                </a:cubicBezTo>
                <a:lnTo>
                  <a:pt x="2586525" y="3755445"/>
                </a:lnTo>
                <a:cubicBezTo>
                  <a:pt x="2585583" y="3755445"/>
                  <a:pt x="2584432" y="3754817"/>
                  <a:pt x="2583961" y="3753980"/>
                </a:cubicBezTo>
                <a:lnTo>
                  <a:pt x="2572084" y="3733418"/>
                </a:lnTo>
                <a:cubicBezTo>
                  <a:pt x="2571613" y="3732633"/>
                  <a:pt x="2571613" y="3731325"/>
                  <a:pt x="2572084" y="3730488"/>
                </a:cubicBezTo>
                <a:lnTo>
                  <a:pt x="2583961" y="3709925"/>
                </a:lnTo>
                <a:cubicBezTo>
                  <a:pt x="2584432" y="3709140"/>
                  <a:pt x="2585583" y="3708460"/>
                  <a:pt x="2586525" y="3708460"/>
                </a:cubicBezTo>
                <a:close/>
                <a:moveTo>
                  <a:pt x="1842562" y="3708408"/>
                </a:moveTo>
                <a:lnTo>
                  <a:pt x="1866368" y="3708408"/>
                </a:lnTo>
                <a:cubicBezTo>
                  <a:pt x="1867310" y="3708408"/>
                  <a:pt x="1868461" y="3709036"/>
                  <a:pt x="1868932" y="3709873"/>
                </a:cubicBezTo>
                <a:lnTo>
                  <a:pt x="1880809" y="3730488"/>
                </a:lnTo>
                <a:cubicBezTo>
                  <a:pt x="1881280" y="3731273"/>
                  <a:pt x="1881280" y="3732581"/>
                  <a:pt x="1880809" y="3733418"/>
                </a:cubicBezTo>
                <a:lnTo>
                  <a:pt x="1868932" y="3754033"/>
                </a:lnTo>
                <a:cubicBezTo>
                  <a:pt x="1868461" y="3754817"/>
                  <a:pt x="1867310" y="3755498"/>
                  <a:pt x="1866368" y="3755498"/>
                </a:cubicBezTo>
                <a:lnTo>
                  <a:pt x="1842562" y="3755498"/>
                </a:lnTo>
                <a:cubicBezTo>
                  <a:pt x="1841620" y="3755498"/>
                  <a:pt x="1840469" y="3754870"/>
                  <a:pt x="1839998" y="3754033"/>
                </a:cubicBezTo>
                <a:lnTo>
                  <a:pt x="1828121" y="3733418"/>
                </a:lnTo>
                <a:cubicBezTo>
                  <a:pt x="1827650" y="3732633"/>
                  <a:pt x="1827650" y="3731325"/>
                  <a:pt x="1828121" y="3730488"/>
                </a:cubicBezTo>
                <a:lnTo>
                  <a:pt x="1839998" y="3709873"/>
                </a:lnTo>
                <a:cubicBezTo>
                  <a:pt x="1840469" y="3709088"/>
                  <a:pt x="1841620" y="3708408"/>
                  <a:pt x="1842562" y="3708408"/>
                </a:cubicBezTo>
                <a:close/>
                <a:moveTo>
                  <a:pt x="1346604" y="3708408"/>
                </a:moveTo>
                <a:lnTo>
                  <a:pt x="1370410" y="3708408"/>
                </a:lnTo>
                <a:cubicBezTo>
                  <a:pt x="1371352" y="3708408"/>
                  <a:pt x="1372503" y="3709036"/>
                  <a:pt x="1372974" y="3709873"/>
                </a:cubicBezTo>
                <a:lnTo>
                  <a:pt x="1384851" y="3730488"/>
                </a:lnTo>
                <a:cubicBezTo>
                  <a:pt x="1385322" y="3731273"/>
                  <a:pt x="1385322" y="3732581"/>
                  <a:pt x="1384851" y="3733418"/>
                </a:cubicBezTo>
                <a:lnTo>
                  <a:pt x="1372974" y="3754033"/>
                </a:lnTo>
                <a:cubicBezTo>
                  <a:pt x="1372503" y="3754817"/>
                  <a:pt x="1371352" y="3755498"/>
                  <a:pt x="1370410" y="3755498"/>
                </a:cubicBezTo>
                <a:lnTo>
                  <a:pt x="1346604" y="3755498"/>
                </a:lnTo>
                <a:cubicBezTo>
                  <a:pt x="1345662" y="3755498"/>
                  <a:pt x="1344511" y="3754870"/>
                  <a:pt x="1344040" y="3754033"/>
                </a:cubicBezTo>
                <a:lnTo>
                  <a:pt x="1332163" y="3733418"/>
                </a:lnTo>
                <a:cubicBezTo>
                  <a:pt x="1331692" y="3732633"/>
                  <a:pt x="1331692" y="3731325"/>
                  <a:pt x="1332163" y="3730488"/>
                </a:cubicBezTo>
                <a:lnTo>
                  <a:pt x="1344040" y="3709873"/>
                </a:lnTo>
                <a:cubicBezTo>
                  <a:pt x="1344511" y="3709088"/>
                  <a:pt x="1345662" y="3708408"/>
                  <a:pt x="1346604" y="3708408"/>
                </a:cubicBezTo>
                <a:close/>
                <a:moveTo>
                  <a:pt x="1429116" y="3708251"/>
                </a:moveTo>
                <a:lnTo>
                  <a:pt x="1453131" y="3708251"/>
                </a:lnTo>
                <a:cubicBezTo>
                  <a:pt x="1454073" y="3708251"/>
                  <a:pt x="1455224" y="3708879"/>
                  <a:pt x="1455695" y="3709716"/>
                </a:cubicBezTo>
                <a:lnTo>
                  <a:pt x="1467677" y="3730488"/>
                </a:lnTo>
                <a:cubicBezTo>
                  <a:pt x="1468147" y="3731325"/>
                  <a:pt x="1468147" y="3732633"/>
                  <a:pt x="1467677" y="3733470"/>
                </a:cubicBezTo>
                <a:lnTo>
                  <a:pt x="1455695" y="3754242"/>
                </a:lnTo>
                <a:cubicBezTo>
                  <a:pt x="1455224" y="3755026"/>
                  <a:pt x="1454073" y="3755707"/>
                  <a:pt x="1453131" y="3755707"/>
                </a:cubicBezTo>
                <a:lnTo>
                  <a:pt x="1429116" y="3755707"/>
                </a:lnTo>
                <a:cubicBezTo>
                  <a:pt x="1428174" y="3755707"/>
                  <a:pt x="1427023" y="3755079"/>
                  <a:pt x="1426552" y="3754242"/>
                </a:cubicBezTo>
                <a:lnTo>
                  <a:pt x="1414570" y="3733470"/>
                </a:lnTo>
                <a:cubicBezTo>
                  <a:pt x="1414099" y="3732633"/>
                  <a:pt x="1414099" y="3731325"/>
                  <a:pt x="1414570" y="3730488"/>
                </a:cubicBezTo>
                <a:lnTo>
                  <a:pt x="1426552" y="3709716"/>
                </a:lnTo>
                <a:cubicBezTo>
                  <a:pt x="1427023" y="3708931"/>
                  <a:pt x="1428174" y="3708251"/>
                  <a:pt x="1429116" y="3708251"/>
                </a:cubicBezTo>
                <a:close/>
                <a:moveTo>
                  <a:pt x="1511679" y="3708041"/>
                </a:moveTo>
                <a:lnTo>
                  <a:pt x="1535852" y="3708041"/>
                </a:lnTo>
                <a:cubicBezTo>
                  <a:pt x="1536794" y="3708041"/>
                  <a:pt x="1537945" y="3708721"/>
                  <a:pt x="1538416" y="3709559"/>
                </a:cubicBezTo>
                <a:lnTo>
                  <a:pt x="1550502" y="3730487"/>
                </a:lnTo>
                <a:cubicBezTo>
                  <a:pt x="1550973" y="3731324"/>
                  <a:pt x="1550973" y="3732632"/>
                  <a:pt x="1550502" y="3733469"/>
                </a:cubicBezTo>
                <a:lnTo>
                  <a:pt x="1538416" y="3754398"/>
                </a:lnTo>
                <a:cubicBezTo>
                  <a:pt x="1537945" y="3755235"/>
                  <a:pt x="1536794" y="3755916"/>
                  <a:pt x="1535852" y="3755916"/>
                </a:cubicBezTo>
                <a:lnTo>
                  <a:pt x="1511679" y="3755916"/>
                </a:lnTo>
                <a:cubicBezTo>
                  <a:pt x="1510738" y="3755916"/>
                  <a:pt x="1509587" y="3755235"/>
                  <a:pt x="1509116" y="3754398"/>
                </a:cubicBezTo>
                <a:lnTo>
                  <a:pt x="1497029" y="3733469"/>
                </a:lnTo>
                <a:cubicBezTo>
                  <a:pt x="1496558" y="3732632"/>
                  <a:pt x="1496558" y="3731324"/>
                  <a:pt x="1497029" y="3730487"/>
                </a:cubicBezTo>
                <a:lnTo>
                  <a:pt x="1509116" y="3709559"/>
                </a:lnTo>
                <a:cubicBezTo>
                  <a:pt x="1509587" y="3708721"/>
                  <a:pt x="1510738" y="3708041"/>
                  <a:pt x="1511679" y="3708041"/>
                </a:cubicBezTo>
                <a:close/>
                <a:moveTo>
                  <a:pt x="2832804" y="3705216"/>
                </a:moveTo>
                <a:lnTo>
                  <a:pt x="2859853" y="3705216"/>
                </a:lnTo>
                <a:cubicBezTo>
                  <a:pt x="2860900" y="3705216"/>
                  <a:pt x="2862208" y="3705949"/>
                  <a:pt x="2862731" y="3706890"/>
                </a:cubicBezTo>
                <a:lnTo>
                  <a:pt x="2876230" y="3730278"/>
                </a:lnTo>
                <a:cubicBezTo>
                  <a:pt x="2876753" y="3731220"/>
                  <a:pt x="2876753" y="3732685"/>
                  <a:pt x="2876230" y="3733627"/>
                </a:cubicBezTo>
                <a:lnTo>
                  <a:pt x="2862731" y="3757014"/>
                </a:lnTo>
                <a:cubicBezTo>
                  <a:pt x="2862208" y="3757956"/>
                  <a:pt x="2860900" y="3758689"/>
                  <a:pt x="2859853" y="3758689"/>
                </a:cubicBezTo>
                <a:lnTo>
                  <a:pt x="2832804" y="3758689"/>
                </a:lnTo>
                <a:cubicBezTo>
                  <a:pt x="2831757" y="3758689"/>
                  <a:pt x="2830449" y="3757956"/>
                  <a:pt x="2829926" y="3757014"/>
                </a:cubicBezTo>
                <a:lnTo>
                  <a:pt x="2816427" y="3733627"/>
                </a:lnTo>
                <a:cubicBezTo>
                  <a:pt x="2815903" y="3732685"/>
                  <a:pt x="2815903" y="3731220"/>
                  <a:pt x="2816427" y="3730278"/>
                </a:cubicBezTo>
                <a:lnTo>
                  <a:pt x="2829926" y="3706890"/>
                </a:lnTo>
                <a:cubicBezTo>
                  <a:pt x="2830449" y="3705949"/>
                  <a:pt x="2831757" y="3705216"/>
                  <a:pt x="2832804" y="3705216"/>
                </a:cubicBezTo>
                <a:close/>
                <a:moveTo>
                  <a:pt x="1592882" y="3705164"/>
                </a:moveTo>
                <a:lnTo>
                  <a:pt x="1619933" y="3705164"/>
                </a:lnTo>
                <a:cubicBezTo>
                  <a:pt x="1620979" y="3705164"/>
                  <a:pt x="1622287" y="3705897"/>
                  <a:pt x="1622810" y="3706838"/>
                </a:cubicBezTo>
                <a:lnTo>
                  <a:pt x="1636362" y="3730278"/>
                </a:lnTo>
                <a:cubicBezTo>
                  <a:pt x="1636885" y="3731220"/>
                  <a:pt x="1636885" y="3732685"/>
                  <a:pt x="1636362" y="3733627"/>
                </a:cubicBezTo>
                <a:lnTo>
                  <a:pt x="1622810" y="3757067"/>
                </a:lnTo>
                <a:cubicBezTo>
                  <a:pt x="1622287" y="3758009"/>
                  <a:pt x="1620979" y="3758741"/>
                  <a:pt x="1619933" y="3758741"/>
                </a:cubicBezTo>
                <a:lnTo>
                  <a:pt x="1592882" y="3758741"/>
                </a:lnTo>
                <a:cubicBezTo>
                  <a:pt x="1591836" y="3758741"/>
                  <a:pt x="1590528" y="3758009"/>
                  <a:pt x="1590005" y="3757067"/>
                </a:cubicBezTo>
                <a:lnTo>
                  <a:pt x="1576453" y="3733627"/>
                </a:lnTo>
                <a:cubicBezTo>
                  <a:pt x="1575930" y="3732685"/>
                  <a:pt x="1575930" y="3731220"/>
                  <a:pt x="1576453" y="3730278"/>
                </a:cubicBezTo>
                <a:lnTo>
                  <a:pt x="1590005" y="3706838"/>
                </a:lnTo>
                <a:cubicBezTo>
                  <a:pt x="1590528" y="3705897"/>
                  <a:pt x="1591836" y="3705164"/>
                  <a:pt x="1592882" y="3705164"/>
                </a:cubicBezTo>
                <a:close/>
                <a:moveTo>
                  <a:pt x="1755813" y="3700403"/>
                </a:moveTo>
                <a:lnTo>
                  <a:pt x="1787677" y="3700403"/>
                </a:lnTo>
                <a:cubicBezTo>
                  <a:pt x="1788932" y="3700403"/>
                  <a:pt x="1790450" y="3701292"/>
                  <a:pt x="1791078" y="3702391"/>
                </a:cubicBezTo>
                <a:lnTo>
                  <a:pt x="1807036" y="3729965"/>
                </a:lnTo>
                <a:cubicBezTo>
                  <a:pt x="1807664" y="3731011"/>
                  <a:pt x="1807664" y="3732790"/>
                  <a:pt x="1807036" y="3733889"/>
                </a:cubicBezTo>
                <a:lnTo>
                  <a:pt x="1791078" y="3761462"/>
                </a:lnTo>
                <a:cubicBezTo>
                  <a:pt x="1790450" y="3762561"/>
                  <a:pt x="1788932" y="3763451"/>
                  <a:pt x="1787677" y="3763451"/>
                </a:cubicBezTo>
                <a:lnTo>
                  <a:pt x="1755813" y="3763451"/>
                </a:lnTo>
                <a:cubicBezTo>
                  <a:pt x="1754557" y="3763451"/>
                  <a:pt x="1753040" y="3762561"/>
                  <a:pt x="1752412" y="3761462"/>
                </a:cubicBezTo>
                <a:lnTo>
                  <a:pt x="1736454" y="3733889"/>
                </a:lnTo>
                <a:cubicBezTo>
                  <a:pt x="1735826" y="3732842"/>
                  <a:pt x="1735826" y="3731063"/>
                  <a:pt x="1736454" y="3729965"/>
                </a:cubicBezTo>
                <a:lnTo>
                  <a:pt x="1752412" y="3702391"/>
                </a:lnTo>
                <a:cubicBezTo>
                  <a:pt x="1753040" y="3701292"/>
                  <a:pt x="1754557" y="3700403"/>
                  <a:pt x="1755813" y="3700403"/>
                </a:cubicBezTo>
                <a:close/>
                <a:moveTo>
                  <a:pt x="1673144" y="3700298"/>
                </a:moveTo>
                <a:lnTo>
                  <a:pt x="1705165" y="3700298"/>
                </a:lnTo>
                <a:cubicBezTo>
                  <a:pt x="1706473" y="3700298"/>
                  <a:pt x="1707991" y="3701187"/>
                  <a:pt x="1708619" y="3702286"/>
                </a:cubicBezTo>
                <a:lnTo>
                  <a:pt x="1724629" y="3730017"/>
                </a:lnTo>
                <a:cubicBezTo>
                  <a:pt x="1725257" y="3731116"/>
                  <a:pt x="1725257" y="3732894"/>
                  <a:pt x="1724629" y="3733993"/>
                </a:cubicBezTo>
                <a:lnTo>
                  <a:pt x="1708619" y="3761724"/>
                </a:lnTo>
                <a:cubicBezTo>
                  <a:pt x="1707938" y="3762823"/>
                  <a:pt x="1706421" y="3763712"/>
                  <a:pt x="1705165" y="3763712"/>
                </a:cubicBezTo>
                <a:lnTo>
                  <a:pt x="1673144" y="3763712"/>
                </a:lnTo>
                <a:cubicBezTo>
                  <a:pt x="1671836" y="3763712"/>
                  <a:pt x="1670319" y="3762823"/>
                  <a:pt x="1669691" y="3761724"/>
                </a:cubicBezTo>
                <a:lnTo>
                  <a:pt x="1653681" y="3733993"/>
                </a:lnTo>
                <a:cubicBezTo>
                  <a:pt x="1653053" y="3732894"/>
                  <a:pt x="1653053" y="3731116"/>
                  <a:pt x="1653681" y="3730017"/>
                </a:cubicBezTo>
                <a:lnTo>
                  <a:pt x="1669691" y="3702286"/>
                </a:lnTo>
                <a:cubicBezTo>
                  <a:pt x="1670372" y="3701187"/>
                  <a:pt x="1671889" y="3700298"/>
                  <a:pt x="1673144" y="3700298"/>
                </a:cubicBezTo>
                <a:close/>
                <a:moveTo>
                  <a:pt x="2925778" y="3642953"/>
                </a:moveTo>
                <a:lnTo>
                  <a:pt x="2932162" y="3642953"/>
                </a:lnTo>
                <a:cubicBezTo>
                  <a:pt x="2932423" y="3642953"/>
                  <a:pt x="2932842" y="3643372"/>
                  <a:pt x="2932842" y="3643372"/>
                </a:cubicBezTo>
                <a:lnTo>
                  <a:pt x="2936034" y="3648918"/>
                </a:lnTo>
                <a:cubicBezTo>
                  <a:pt x="2936139" y="3649127"/>
                  <a:pt x="2936034" y="3649703"/>
                  <a:pt x="2936034" y="3649703"/>
                </a:cubicBezTo>
                <a:lnTo>
                  <a:pt x="2932842" y="3655249"/>
                </a:lnTo>
                <a:cubicBezTo>
                  <a:pt x="2932738" y="3655510"/>
                  <a:pt x="2932162" y="3655667"/>
                  <a:pt x="2932162" y="3655667"/>
                </a:cubicBezTo>
                <a:lnTo>
                  <a:pt x="2925778" y="3655667"/>
                </a:lnTo>
                <a:cubicBezTo>
                  <a:pt x="2925517" y="3655667"/>
                  <a:pt x="2925098" y="3655249"/>
                  <a:pt x="2925098" y="3655249"/>
                </a:cubicBezTo>
                <a:lnTo>
                  <a:pt x="2921907" y="3649703"/>
                </a:lnTo>
                <a:cubicBezTo>
                  <a:pt x="2921802" y="3649493"/>
                  <a:pt x="2921907" y="3648918"/>
                  <a:pt x="2921907" y="3648918"/>
                </a:cubicBezTo>
                <a:lnTo>
                  <a:pt x="2925098" y="3643372"/>
                </a:lnTo>
                <a:cubicBezTo>
                  <a:pt x="2925203" y="3643110"/>
                  <a:pt x="2925778" y="3642953"/>
                  <a:pt x="2925778" y="3642953"/>
                </a:cubicBezTo>
                <a:close/>
                <a:moveTo>
                  <a:pt x="525101" y="3635837"/>
                </a:moveTo>
                <a:lnTo>
                  <a:pt x="538705" y="3635837"/>
                </a:lnTo>
                <a:cubicBezTo>
                  <a:pt x="539228" y="3635837"/>
                  <a:pt x="539908" y="3636203"/>
                  <a:pt x="540170" y="3636674"/>
                </a:cubicBezTo>
                <a:lnTo>
                  <a:pt x="546972" y="3648446"/>
                </a:lnTo>
                <a:cubicBezTo>
                  <a:pt x="547233" y="3648917"/>
                  <a:pt x="547233" y="3649650"/>
                  <a:pt x="546972" y="3650121"/>
                </a:cubicBezTo>
                <a:lnTo>
                  <a:pt x="540170" y="3661893"/>
                </a:lnTo>
                <a:cubicBezTo>
                  <a:pt x="539908" y="3662364"/>
                  <a:pt x="539228" y="3662730"/>
                  <a:pt x="538705" y="3662730"/>
                </a:cubicBezTo>
                <a:lnTo>
                  <a:pt x="525101" y="3662730"/>
                </a:lnTo>
                <a:cubicBezTo>
                  <a:pt x="524578" y="3662730"/>
                  <a:pt x="523898" y="3662364"/>
                  <a:pt x="523636" y="3661893"/>
                </a:cubicBezTo>
                <a:lnTo>
                  <a:pt x="516834" y="3650121"/>
                </a:lnTo>
                <a:cubicBezTo>
                  <a:pt x="516573" y="3649650"/>
                  <a:pt x="516573" y="3648917"/>
                  <a:pt x="516834" y="3648446"/>
                </a:cubicBezTo>
                <a:lnTo>
                  <a:pt x="523636" y="3636674"/>
                </a:lnTo>
                <a:cubicBezTo>
                  <a:pt x="523898" y="3636203"/>
                  <a:pt x="524578" y="3635837"/>
                  <a:pt x="525101" y="3635837"/>
                </a:cubicBezTo>
                <a:close/>
                <a:moveTo>
                  <a:pt x="607088" y="3634477"/>
                </a:moveTo>
                <a:lnTo>
                  <a:pt x="622053" y="3634477"/>
                </a:lnTo>
                <a:cubicBezTo>
                  <a:pt x="622680" y="3634477"/>
                  <a:pt x="623361" y="3634896"/>
                  <a:pt x="623675" y="3635419"/>
                </a:cubicBezTo>
                <a:lnTo>
                  <a:pt x="631157" y="3648395"/>
                </a:lnTo>
                <a:cubicBezTo>
                  <a:pt x="631470" y="3648865"/>
                  <a:pt x="631470" y="3649703"/>
                  <a:pt x="631157" y="3650226"/>
                </a:cubicBezTo>
                <a:lnTo>
                  <a:pt x="623675" y="3663202"/>
                </a:lnTo>
                <a:cubicBezTo>
                  <a:pt x="623361" y="3663725"/>
                  <a:pt x="622628" y="3664143"/>
                  <a:pt x="622053" y="3664143"/>
                </a:cubicBezTo>
                <a:lnTo>
                  <a:pt x="607088" y="3664143"/>
                </a:lnTo>
                <a:cubicBezTo>
                  <a:pt x="606461" y="3664143"/>
                  <a:pt x="605780" y="3663725"/>
                  <a:pt x="605466" y="3663202"/>
                </a:cubicBezTo>
                <a:lnTo>
                  <a:pt x="597984" y="3650226"/>
                </a:lnTo>
                <a:cubicBezTo>
                  <a:pt x="597671" y="3649755"/>
                  <a:pt x="597671" y="3648918"/>
                  <a:pt x="597984" y="3648395"/>
                </a:cubicBezTo>
                <a:lnTo>
                  <a:pt x="605466" y="3635419"/>
                </a:lnTo>
                <a:cubicBezTo>
                  <a:pt x="605780" y="3634896"/>
                  <a:pt x="606513" y="3634477"/>
                  <a:pt x="607088" y="3634477"/>
                </a:cubicBezTo>
                <a:close/>
                <a:moveTo>
                  <a:pt x="688972" y="3633012"/>
                </a:moveTo>
                <a:lnTo>
                  <a:pt x="705454" y="3633012"/>
                </a:lnTo>
                <a:cubicBezTo>
                  <a:pt x="706133" y="3633012"/>
                  <a:pt x="706918" y="3633430"/>
                  <a:pt x="707232" y="3634006"/>
                </a:cubicBezTo>
                <a:lnTo>
                  <a:pt x="715499" y="3648290"/>
                </a:lnTo>
                <a:cubicBezTo>
                  <a:pt x="715813" y="3648865"/>
                  <a:pt x="715813" y="3649755"/>
                  <a:pt x="715499" y="3650330"/>
                </a:cubicBezTo>
                <a:lnTo>
                  <a:pt x="707232" y="3664614"/>
                </a:lnTo>
                <a:cubicBezTo>
                  <a:pt x="706918" y="3665137"/>
                  <a:pt x="706081" y="3665608"/>
                  <a:pt x="705454" y="3665608"/>
                </a:cubicBezTo>
                <a:lnTo>
                  <a:pt x="688972" y="3665608"/>
                </a:lnTo>
                <a:cubicBezTo>
                  <a:pt x="688292" y="3665608"/>
                  <a:pt x="687507" y="3665190"/>
                  <a:pt x="687193" y="3664614"/>
                </a:cubicBezTo>
                <a:lnTo>
                  <a:pt x="678926" y="3650330"/>
                </a:lnTo>
                <a:cubicBezTo>
                  <a:pt x="678613" y="3649755"/>
                  <a:pt x="678613" y="3648865"/>
                  <a:pt x="678926" y="3648290"/>
                </a:cubicBezTo>
                <a:lnTo>
                  <a:pt x="687193" y="3634006"/>
                </a:lnTo>
                <a:cubicBezTo>
                  <a:pt x="687507" y="3633483"/>
                  <a:pt x="688344" y="3633012"/>
                  <a:pt x="688972" y="3633012"/>
                </a:cubicBezTo>
                <a:close/>
                <a:moveTo>
                  <a:pt x="2093863" y="3632384"/>
                </a:moveTo>
                <a:lnTo>
                  <a:pt x="2110972" y="3632384"/>
                </a:lnTo>
                <a:cubicBezTo>
                  <a:pt x="2111652" y="3632384"/>
                  <a:pt x="2112490" y="3632855"/>
                  <a:pt x="2112803" y="3633430"/>
                </a:cubicBezTo>
                <a:lnTo>
                  <a:pt x="2121332" y="3648237"/>
                </a:lnTo>
                <a:cubicBezTo>
                  <a:pt x="2121646" y="3648813"/>
                  <a:pt x="2121646" y="3649755"/>
                  <a:pt x="2121332" y="3650330"/>
                </a:cubicBezTo>
                <a:lnTo>
                  <a:pt x="2112803" y="3665137"/>
                </a:lnTo>
                <a:cubicBezTo>
                  <a:pt x="2112490" y="3665713"/>
                  <a:pt x="2111652" y="3666184"/>
                  <a:pt x="2110972" y="3666184"/>
                </a:cubicBezTo>
                <a:lnTo>
                  <a:pt x="2093863" y="3666184"/>
                </a:lnTo>
                <a:cubicBezTo>
                  <a:pt x="2093183" y="3666184"/>
                  <a:pt x="2092346" y="3665713"/>
                  <a:pt x="2092032" y="3665137"/>
                </a:cubicBezTo>
                <a:lnTo>
                  <a:pt x="2083503" y="3650330"/>
                </a:lnTo>
                <a:cubicBezTo>
                  <a:pt x="2083190" y="3649755"/>
                  <a:pt x="2083190" y="3648813"/>
                  <a:pt x="2083503" y="3648237"/>
                </a:cubicBezTo>
                <a:lnTo>
                  <a:pt x="2092032" y="3633430"/>
                </a:lnTo>
                <a:cubicBezTo>
                  <a:pt x="2092346" y="3632855"/>
                  <a:pt x="2093183" y="3632384"/>
                  <a:pt x="2093863" y="3632384"/>
                </a:cubicBezTo>
                <a:close/>
                <a:moveTo>
                  <a:pt x="2176322" y="3631966"/>
                </a:moveTo>
                <a:lnTo>
                  <a:pt x="2193798" y="3631966"/>
                </a:lnTo>
                <a:cubicBezTo>
                  <a:pt x="2194478" y="3631966"/>
                  <a:pt x="2195315" y="3632489"/>
                  <a:pt x="2195681" y="3633065"/>
                </a:cubicBezTo>
                <a:lnTo>
                  <a:pt x="2204419" y="3648238"/>
                </a:lnTo>
                <a:cubicBezTo>
                  <a:pt x="2204785" y="3648813"/>
                  <a:pt x="2204785" y="3649808"/>
                  <a:pt x="2204419" y="3650383"/>
                </a:cubicBezTo>
                <a:lnTo>
                  <a:pt x="2195681" y="3665556"/>
                </a:lnTo>
                <a:cubicBezTo>
                  <a:pt x="2195315" y="3666184"/>
                  <a:pt x="2194478" y="3666655"/>
                  <a:pt x="2193798" y="3666655"/>
                </a:cubicBezTo>
                <a:lnTo>
                  <a:pt x="2176322" y="3666655"/>
                </a:lnTo>
                <a:cubicBezTo>
                  <a:pt x="2175642" y="3666655"/>
                  <a:pt x="2174805" y="3666132"/>
                  <a:pt x="2174438" y="3665556"/>
                </a:cubicBezTo>
                <a:lnTo>
                  <a:pt x="2165701" y="3650383"/>
                </a:lnTo>
                <a:cubicBezTo>
                  <a:pt x="2165334" y="3649808"/>
                  <a:pt x="2165334" y="3648813"/>
                  <a:pt x="2165701" y="3648238"/>
                </a:cubicBezTo>
                <a:lnTo>
                  <a:pt x="2174438" y="3633065"/>
                </a:lnTo>
                <a:cubicBezTo>
                  <a:pt x="2174805" y="3632437"/>
                  <a:pt x="2175642" y="3631966"/>
                  <a:pt x="2176322" y="3631966"/>
                </a:cubicBezTo>
                <a:close/>
                <a:moveTo>
                  <a:pt x="2258572" y="3631233"/>
                </a:moveTo>
                <a:lnTo>
                  <a:pt x="2276832" y="3631233"/>
                </a:lnTo>
                <a:cubicBezTo>
                  <a:pt x="2277512" y="3631233"/>
                  <a:pt x="2278401" y="3631756"/>
                  <a:pt x="2278768" y="3632384"/>
                </a:cubicBezTo>
                <a:lnTo>
                  <a:pt x="2287872" y="3648185"/>
                </a:lnTo>
                <a:cubicBezTo>
                  <a:pt x="2288238" y="3648813"/>
                  <a:pt x="2288238" y="3649807"/>
                  <a:pt x="2287872" y="3650435"/>
                </a:cubicBezTo>
                <a:lnTo>
                  <a:pt x="2278768" y="3666236"/>
                </a:lnTo>
                <a:cubicBezTo>
                  <a:pt x="2278401" y="3666864"/>
                  <a:pt x="2277565" y="3667387"/>
                  <a:pt x="2276832" y="3667387"/>
                </a:cubicBezTo>
                <a:lnTo>
                  <a:pt x="2258572" y="3667387"/>
                </a:lnTo>
                <a:cubicBezTo>
                  <a:pt x="2257892" y="3667387"/>
                  <a:pt x="2257002" y="3666864"/>
                  <a:pt x="2256636" y="3666236"/>
                </a:cubicBezTo>
                <a:lnTo>
                  <a:pt x="2247531" y="3650435"/>
                </a:lnTo>
                <a:cubicBezTo>
                  <a:pt x="2247166" y="3649807"/>
                  <a:pt x="2247166" y="3648813"/>
                  <a:pt x="2247531" y="3648185"/>
                </a:cubicBezTo>
                <a:lnTo>
                  <a:pt x="2256636" y="3632384"/>
                </a:lnTo>
                <a:cubicBezTo>
                  <a:pt x="2257002" y="3631756"/>
                  <a:pt x="2257839" y="3631233"/>
                  <a:pt x="2258572" y="3631233"/>
                </a:cubicBezTo>
                <a:close/>
                <a:moveTo>
                  <a:pt x="2340718" y="3630239"/>
                </a:moveTo>
                <a:lnTo>
                  <a:pt x="2359972" y="3630239"/>
                </a:lnTo>
                <a:cubicBezTo>
                  <a:pt x="2360704" y="3630239"/>
                  <a:pt x="2361646" y="3630762"/>
                  <a:pt x="2362012" y="3631442"/>
                </a:cubicBezTo>
                <a:lnTo>
                  <a:pt x="2371640" y="3648133"/>
                </a:lnTo>
                <a:cubicBezTo>
                  <a:pt x="2372006" y="3648813"/>
                  <a:pt x="2372006" y="3649860"/>
                  <a:pt x="2371640" y="3650540"/>
                </a:cubicBezTo>
                <a:lnTo>
                  <a:pt x="2362012" y="3667231"/>
                </a:lnTo>
                <a:cubicBezTo>
                  <a:pt x="2361646" y="3667911"/>
                  <a:pt x="2360757" y="3668434"/>
                  <a:pt x="2359972" y="3668434"/>
                </a:cubicBezTo>
                <a:lnTo>
                  <a:pt x="2340718" y="3668434"/>
                </a:lnTo>
                <a:cubicBezTo>
                  <a:pt x="2339985" y="3668434"/>
                  <a:pt x="2339044" y="3667911"/>
                  <a:pt x="2338677" y="3667231"/>
                </a:cubicBezTo>
                <a:lnTo>
                  <a:pt x="2329050" y="3650540"/>
                </a:lnTo>
                <a:cubicBezTo>
                  <a:pt x="2328683" y="3649860"/>
                  <a:pt x="2328683" y="3648813"/>
                  <a:pt x="2329050" y="3648133"/>
                </a:cubicBezTo>
                <a:lnTo>
                  <a:pt x="2338677" y="3631442"/>
                </a:lnTo>
                <a:cubicBezTo>
                  <a:pt x="2339044" y="3630762"/>
                  <a:pt x="2339933" y="3630239"/>
                  <a:pt x="2340718" y="3630239"/>
                </a:cubicBezTo>
                <a:close/>
                <a:moveTo>
                  <a:pt x="769966" y="3629664"/>
                </a:moveTo>
                <a:lnTo>
                  <a:pt x="789848" y="3629664"/>
                </a:lnTo>
                <a:cubicBezTo>
                  <a:pt x="790633" y="3629664"/>
                  <a:pt x="791627" y="3630187"/>
                  <a:pt x="791994" y="3630867"/>
                </a:cubicBezTo>
                <a:lnTo>
                  <a:pt x="801935" y="3648081"/>
                </a:lnTo>
                <a:cubicBezTo>
                  <a:pt x="802301" y="3648761"/>
                  <a:pt x="802301" y="3649860"/>
                  <a:pt x="801935" y="3650540"/>
                </a:cubicBezTo>
                <a:lnTo>
                  <a:pt x="791994" y="3667754"/>
                </a:lnTo>
                <a:cubicBezTo>
                  <a:pt x="791575" y="3668382"/>
                  <a:pt x="790633" y="3668958"/>
                  <a:pt x="789848" y="3668958"/>
                </a:cubicBezTo>
                <a:lnTo>
                  <a:pt x="769966" y="3668958"/>
                </a:lnTo>
                <a:cubicBezTo>
                  <a:pt x="769181" y="3668958"/>
                  <a:pt x="768187" y="3668434"/>
                  <a:pt x="767821" y="3667754"/>
                </a:cubicBezTo>
                <a:lnTo>
                  <a:pt x="757880" y="3650540"/>
                </a:lnTo>
                <a:cubicBezTo>
                  <a:pt x="757513" y="3649860"/>
                  <a:pt x="757513" y="3648761"/>
                  <a:pt x="757880" y="3648081"/>
                </a:cubicBezTo>
                <a:lnTo>
                  <a:pt x="767821" y="3630867"/>
                </a:lnTo>
                <a:cubicBezTo>
                  <a:pt x="768240" y="3630239"/>
                  <a:pt x="769181" y="3629664"/>
                  <a:pt x="769966" y="3629664"/>
                </a:cubicBezTo>
                <a:close/>
                <a:moveTo>
                  <a:pt x="1100483" y="3629454"/>
                </a:moveTo>
                <a:lnTo>
                  <a:pt x="1120574" y="3629454"/>
                </a:lnTo>
                <a:cubicBezTo>
                  <a:pt x="1121359" y="3629454"/>
                  <a:pt x="1122301" y="3630030"/>
                  <a:pt x="1122720" y="3630710"/>
                </a:cubicBezTo>
                <a:lnTo>
                  <a:pt x="1132765" y="3648081"/>
                </a:lnTo>
                <a:cubicBezTo>
                  <a:pt x="1133184" y="3648761"/>
                  <a:pt x="1133184" y="3649860"/>
                  <a:pt x="1132765" y="3650540"/>
                </a:cubicBezTo>
                <a:lnTo>
                  <a:pt x="1122720" y="3667911"/>
                </a:lnTo>
                <a:cubicBezTo>
                  <a:pt x="1122353" y="3668591"/>
                  <a:pt x="1121359" y="3669166"/>
                  <a:pt x="1120574" y="3669166"/>
                </a:cubicBezTo>
                <a:lnTo>
                  <a:pt x="1100483" y="3669166"/>
                </a:lnTo>
                <a:cubicBezTo>
                  <a:pt x="1099698" y="3669166"/>
                  <a:pt x="1098756" y="3668591"/>
                  <a:pt x="1098338" y="3667911"/>
                </a:cubicBezTo>
                <a:lnTo>
                  <a:pt x="1088292" y="3650540"/>
                </a:lnTo>
                <a:cubicBezTo>
                  <a:pt x="1087873" y="3649860"/>
                  <a:pt x="1087873" y="3648761"/>
                  <a:pt x="1088292" y="3648081"/>
                </a:cubicBezTo>
                <a:lnTo>
                  <a:pt x="1098338" y="3630710"/>
                </a:lnTo>
                <a:cubicBezTo>
                  <a:pt x="1098704" y="3630030"/>
                  <a:pt x="1099698" y="3629454"/>
                  <a:pt x="1100483" y="3629454"/>
                </a:cubicBezTo>
                <a:close/>
                <a:moveTo>
                  <a:pt x="934780" y="3628669"/>
                </a:moveTo>
                <a:lnTo>
                  <a:pt x="955604" y="3628669"/>
                </a:lnTo>
                <a:cubicBezTo>
                  <a:pt x="956441" y="3628669"/>
                  <a:pt x="957435" y="3629244"/>
                  <a:pt x="957854" y="3629977"/>
                </a:cubicBezTo>
                <a:lnTo>
                  <a:pt x="968266" y="3648028"/>
                </a:lnTo>
                <a:cubicBezTo>
                  <a:pt x="968684" y="3648708"/>
                  <a:pt x="968684" y="3649859"/>
                  <a:pt x="968266" y="3650592"/>
                </a:cubicBezTo>
                <a:lnTo>
                  <a:pt x="957854" y="3668643"/>
                </a:lnTo>
                <a:cubicBezTo>
                  <a:pt x="957435" y="3669375"/>
                  <a:pt x="956441" y="3669951"/>
                  <a:pt x="955604" y="3669951"/>
                </a:cubicBezTo>
                <a:lnTo>
                  <a:pt x="934780" y="3669951"/>
                </a:lnTo>
                <a:cubicBezTo>
                  <a:pt x="933943" y="3669951"/>
                  <a:pt x="932949" y="3669375"/>
                  <a:pt x="932530" y="3668643"/>
                </a:cubicBezTo>
                <a:lnTo>
                  <a:pt x="922118" y="3650592"/>
                </a:lnTo>
                <a:cubicBezTo>
                  <a:pt x="921699" y="3649912"/>
                  <a:pt x="921699" y="3648760"/>
                  <a:pt x="922118" y="3648028"/>
                </a:cubicBezTo>
                <a:lnTo>
                  <a:pt x="932530" y="3629977"/>
                </a:lnTo>
                <a:cubicBezTo>
                  <a:pt x="932949" y="3629244"/>
                  <a:pt x="933943" y="3628669"/>
                  <a:pt x="934780" y="3628669"/>
                </a:cubicBezTo>
                <a:close/>
                <a:moveTo>
                  <a:pt x="852164" y="3628669"/>
                </a:moveTo>
                <a:lnTo>
                  <a:pt x="872988" y="3628669"/>
                </a:lnTo>
                <a:cubicBezTo>
                  <a:pt x="873825" y="3628669"/>
                  <a:pt x="874819" y="3629244"/>
                  <a:pt x="875238" y="3629977"/>
                </a:cubicBezTo>
                <a:lnTo>
                  <a:pt x="885650" y="3648028"/>
                </a:lnTo>
                <a:cubicBezTo>
                  <a:pt x="886068" y="3648708"/>
                  <a:pt x="886068" y="3649859"/>
                  <a:pt x="885650" y="3650592"/>
                </a:cubicBezTo>
                <a:lnTo>
                  <a:pt x="875238" y="3668643"/>
                </a:lnTo>
                <a:cubicBezTo>
                  <a:pt x="874819" y="3669375"/>
                  <a:pt x="873825" y="3669951"/>
                  <a:pt x="872988" y="3669951"/>
                </a:cubicBezTo>
                <a:lnTo>
                  <a:pt x="852164" y="3669951"/>
                </a:lnTo>
                <a:cubicBezTo>
                  <a:pt x="851326" y="3669951"/>
                  <a:pt x="850333" y="3669375"/>
                  <a:pt x="849914" y="3668643"/>
                </a:cubicBezTo>
                <a:lnTo>
                  <a:pt x="839502" y="3650592"/>
                </a:lnTo>
                <a:cubicBezTo>
                  <a:pt x="839083" y="3649912"/>
                  <a:pt x="839083" y="3648760"/>
                  <a:pt x="839502" y="3648028"/>
                </a:cubicBezTo>
                <a:lnTo>
                  <a:pt x="849914" y="3629977"/>
                </a:lnTo>
                <a:cubicBezTo>
                  <a:pt x="850333" y="3629244"/>
                  <a:pt x="851326" y="3628669"/>
                  <a:pt x="852164" y="3628669"/>
                </a:cubicBezTo>
                <a:close/>
                <a:moveTo>
                  <a:pt x="2009155" y="3628251"/>
                </a:moveTo>
                <a:lnTo>
                  <a:pt x="2030449" y="3628251"/>
                </a:lnTo>
                <a:cubicBezTo>
                  <a:pt x="2031287" y="3628251"/>
                  <a:pt x="2032333" y="3628826"/>
                  <a:pt x="2032752" y="3629559"/>
                </a:cubicBezTo>
                <a:lnTo>
                  <a:pt x="2043373" y="3647976"/>
                </a:lnTo>
                <a:cubicBezTo>
                  <a:pt x="2043792" y="3648709"/>
                  <a:pt x="2043792" y="3649860"/>
                  <a:pt x="2043373" y="3650592"/>
                </a:cubicBezTo>
                <a:lnTo>
                  <a:pt x="2032752" y="3669010"/>
                </a:lnTo>
                <a:cubicBezTo>
                  <a:pt x="2032333" y="3669742"/>
                  <a:pt x="2031287" y="3670318"/>
                  <a:pt x="2030449" y="3670318"/>
                </a:cubicBezTo>
                <a:lnTo>
                  <a:pt x="2009155" y="3670318"/>
                </a:lnTo>
                <a:cubicBezTo>
                  <a:pt x="2008317" y="3670318"/>
                  <a:pt x="2007271" y="3669742"/>
                  <a:pt x="2006852" y="3669010"/>
                </a:cubicBezTo>
                <a:lnTo>
                  <a:pt x="1996231" y="3650592"/>
                </a:lnTo>
                <a:cubicBezTo>
                  <a:pt x="1995812" y="3649860"/>
                  <a:pt x="1995812" y="3648709"/>
                  <a:pt x="1996231" y="3647976"/>
                </a:cubicBezTo>
                <a:lnTo>
                  <a:pt x="2006852" y="3629559"/>
                </a:lnTo>
                <a:cubicBezTo>
                  <a:pt x="2007271" y="3628826"/>
                  <a:pt x="2008317" y="3628251"/>
                  <a:pt x="2009155" y="3628251"/>
                </a:cubicBezTo>
                <a:close/>
                <a:moveTo>
                  <a:pt x="2587676" y="3628146"/>
                </a:moveTo>
                <a:lnTo>
                  <a:pt x="2609128" y="3628146"/>
                </a:lnTo>
                <a:cubicBezTo>
                  <a:pt x="2609965" y="3628146"/>
                  <a:pt x="2611012" y="3628722"/>
                  <a:pt x="2611430" y="3629454"/>
                </a:cubicBezTo>
                <a:lnTo>
                  <a:pt x="2622156" y="3648029"/>
                </a:lnTo>
                <a:cubicBezTo>
                  <a:pt x="2622575" y="3648761"/>
                  <a:pt x="2622575" y="3649964"/>
                  <a:pt x="2622156" y="3650697"/>
                </a:cubicBezTo>
                <a:lnTo>
                  <a:pt x="2611430" y="3669271"/>
                </a:lnTo>
                <a:cubicBezTo>
                  <a:pt x="2611012" y="3670003"/>
                  <a:pt x="2609965" y="3670579"/>
                  <a:pt x="2609128" y="3670579"/>
                </a:cubicBezTo>
                <a:lnTo>
                  <a:pt x="2587676" y="3670579"/>
                </a:lnTo>
                <a:cubicBezTo>
                  <a:pt x="2586839" y="3670579"/>
                  <a:pt x="2585792" y="3670003"/>
                  <a:pt x="2585374" y="3669271"/>
                </a:cubicBezTo>
                <a:lnTo>
                  <a:pt x="2574648" y="3650697"/>
                </a:lnTo>
                <a:cubicBezTo>
                  <a:pt x="2574229" y="3649964"/>
                  <a:pt x="2574229" y="3648761"/>
                  <a:pt x="2574648" y="3648029"/>
                </a:cubicBezTo>
                <a:lnTo>
                  <a:pt x="2585374" y="3629454"/>
                </a:lnTo>
                <a:cubicBezTo>
                  <a:pt x="2585792" y="3628722"/>
                  <a:pt x="2586839" y="3628146"/>
                  <a:pt x="2587676" y="3628146"/>
                </a:cubicBezTo>
                <a:close/>
                <a:moveTo>
                  <a:pt x="2752803" y="3627728"/>
                </a:moveTo>
                <a:lnTo>
                  <a:pt x="2774569" y="3627728"/>
                </a:lnTo>
                <a:cubicBezTo>
                  <a:pt x="2775458" y="3627728"/>
                  <a:pt x="2776505" y="3628356"/>
                  <a:pt x="2776924" y="3629088"/>
                </a:cubicBezTo>
                <a:lnTo>
                  <a:pt x="2787806" y="3647976"/>
                </a:lnTo>
                <a:cubicBezTo>
                  <a:pt x="2788225" y="3648761"/>
                  <a:pt x="2788225" y="3649965"/>
                  <a:pt x="2787806" y="3650697"/>
                </a:cubicBezTo>
                <a:lnTo>
                  <a:pt x="2776924" y="3669585"/>
                </a:lnTo>
                <a:cubicBezTo>
                  <a:pt x="2776453" y="3670318"/>
                  <a:pt x="2775406" y="3670946"/>
                  <a:pt x="2774569" y="3670946"/>
                </a:cubicBezTo>
                <a:lnTo>
                  <a:pt x="2752803" y="3670946"/>
                </a:lnTo>
                <a:cubicBezTo>
                  <a:pt x="2751914" y="3670946"/>
                  <a:pt x="2750867" y="3670318"/>
                  <a:pt x="2750448" y="3669585"/>
                </a:cubicBezTo>
                <a:lnTo>
                  <a:pt x="2739566" y="3650697"/>
                </a:lnTo>
                <a:cubicBezTo>
                  <a:pt x="2739147" y="3649912"/>
                  <a:pt x="2739147" y="3648709"/>
                  <a:pt x="2739566" y="3647976"/>
                </a:cubicBezTo>
                <a:lnTo>
                  <a:pt x="2750448" y="3629088"/>
                </a:lnTo>
                <a:cubicBezTo>
                  <a:pt x="2750920" y="3628356"/>
                  <a:pt x="2751966" y="3627728"/>
                  <a:pt x="2752803" y="3627728"/>
                </a:cubicBezTo>
                <a:close/>
                <a:moveTo>
                  <a:pt x="1016873" y="3627623"/>
                </a:moveTo>
                <a:lnTo>
                  <a:pt x="1038796" y="3627623"/>
                </a:lnTo>
                <a:cubicBezTo>
                  <a:pt x="1039685" y="3627623"/>
                  <a:pt x="1040732" y="3628251"/>
                  <a:pt x="1041150" y="3628983"/>
                </a:cubicBezTo>
                <a:lnTo>
                  <a:pt x="1052138" y="3647976"/>
                </a:lnTo>
                <a:cubicBezTo>
                  <a:pt x="1052556" y="3648709"/>
                  <a:pt x="1052556" y="3649964"/>
                  <a:pt x="1052138" y="3650697"/>
                </a:cubicBezTo>
                <a:lnTo>
                  <a:pt x="1041150" y="3669690"/>
                </a:lnTo>
                <a:cubicBezTo>
                  <a:pt x="1040732" y="3670422"/>
                  <a:pt x="1039685" y="3671050"/>
                  <a:pt x="1038796" y="3671050"/>
                </a:cubicBezTo>
                <a:lnTo>
                  <a:pt x="1016873" y="3671050"/>
                </a:lnTo>
                <a:cubicBezTo>
                  <a:pt x="1015984" y="3671050"/>
                  <a:pt x="1014937" y="3670422"/>
                  <a:pt x="1014518" y="3669690"/>
                </a:cubicBezTo>
                <a:lnTo>
                  <a:pt x="1003531" y="3650697"/>
                </a:lnTo>
                <a:cubicBezTo>
                  <a:pt x="1003112" y="3649964"/>
                  <a:pt x="1003112" y="3648709"/>
                  <a:pt x="1003531" y="3647976"/>
                </a:cubicBezTo>
                <a:lnTo>
                  <a:pt x="1014518" y="3628983"/>
                </a:lnTo>
                <a:cubicBezTo>
                  <a:pt x="1014937" y="3628251"/>
                  <a:pt x="1015984" y="3627623"/>
                  <a:pt x="1016873" y="3627623"/>
                </a:cubicBezTo>
                <a:close/>
                <a:moveTo>
                  <a:pt x="1926067" y="3627518"/>
                </a:moveTo>
                <a:lnTo>
                  <a:pt x="1948095" y="3627518"/>
                </a:lnTo>
                <a:cubicBezTo>
                  <a:pt x="1948932" y="3627518"/>
                  <a:pt x="1950031" y="3628146"/>
                  <a:pt x="1950449" y="3628878"/>
                </a:cubicBezTo>
                <a:lnTo>
                  <a:pt x="1961489" y="3647976"/>
                </a:lnTo>
                <a:cubicBezTo>
                  <a:pt x="1961908" y="3648709"/>
                  <a:pt x="1961908" y="3649964"/>
                  <a:pt x="1961489" y="3650697"/>
                </a:cubicBezTo>
                <a:lnTo>
                  <a:pt x="1950449" y="3669794"/>
                </a:lnTo>
                <a:cubicBezTo>
                  <a:pt x="1950031" y="3670527"/>
                  <a:pt x="1948984" y="3671154"/>
                  <a:pt x="1948095" y="3671154"/>
                </a:cubicBezTo>
                <a:lnTo>
                  <a:pt x="1926067" y="3671154"/>
                </a:lnTo>
                <a:cubicBezTo>
                  <a:pt x="1925230" y="3671154"/>
                  <a:pt x="1924131" y="3670527"/>
                  <a:pt x="1923713" y="3669794"/>
                </a:cubicBezTo>
                <a:lnTo>
                  <a:pt x="1912673" y="3650697"/>
                </a:lnTo>
                <a:cubicBezTo>
                  <a:pt x="1912254" y="3649964"/>
                  <a:pt x="1912254" y="3648709"/>
                  <a:pt x="1912673" y="3647976"/>
                </a:cubicBezTo>
                <a:lnTo>
                  <a:pt x="1923713" y="3628878"/>
                </a:lnTo>
                <a:cubicBezTo>
                  <a:pt x="1924131" y="3628146"/>
                  <a:pt x="1925178" y="3627518"/>
                  <a:pt x="1926067" y="3627518"/>
                </a:cubicBezTo>
                <a:close/>
                <a:moveTo>
                  <a:pt x="2504641" y="3627466"/>
                </a:moveTo>
                <a:lnTo>
                  <a:pt x="2526722" y="3627466"/>
                </a:lnTo>
                <a:cubicBezTo>
                  <a:pt x="2527558" y="3627466"/>
                  <a:pt x="2528657" y="3628094"/>
                  <a:pt x="2529076" y="3628826"/>
                </a:cubicBezTo>
                <a:lnTo>
                  <a:pt x="2540116" y="3647976"/>
                </a:lnTo>
                <a:cubicBezTo>
                  <a:pt x="2540534" y="3648709"/>
                  <a:pt x="2540534" y="3649964"/>
                  <a:pt x="2540116" y="3650697"/>
                </a:cubicBezTo>
                <a:lnTo>
                  <a:pt x="2529076" y="3669846"/>
                </a:lnTo>
                <a:cubicBezTo>
                  <a:pt x="2528657" y="3670579"/>
                  <a:pt x="2527611" y="3671207"/>
                  <a:pt x="2526722" y="3671207"/>
                </a:cubicBezTo>
                <a:lnTo>
                  <a:pt x="2504641" y="3671207"/>
                </a:lnTo>
                <a:cubicBezTo>
                  <a:pt x="2503805" y="3671207"/>
                  <a:pt x="2502705" y="3670579"/>
                  <a:pt x="2502287" y="3669846"/>
                </a:cubicBezTo>
                <a:lnTo>
                  <a:pt x="2491247" y="3650697"/>
                </a:lnTo>
                <a:cubicBezTo>
                  <a:pt x="2490828" y="3649964"/>
                  <a:pt x="2490828" y="3648709"/>
                  <a:pt x="2491247" y="3647976"/>
                </a:cubicBezTo>
                <a:lnTo>
                  <a:pt x="2502287" y="3628826"/>
                </a:lnTo>
                <a:cubicBezTo>
                  <a:pt x="2502705" y="3628094"/>
                  <a:pt x="2503752" y="3627466"/>
                  <a:pt x="2504641" y="3627466"/>
                </a:cubicBezTo>
                <a:close/>
                <a:moveTo>
                  <a:pt x="2421868" y="3627204"/>
                </a:moveTo>
                <a:lnTo>
                  <a:pt x="2444210" y="3627204"/>
                </a:lnTo>
                <a:cubicBezTo>
                  <a:pt x="2445099" y="3627204"/>
                  <a:pt x="2446198" y="3627780"/>
                  <a:pt x="2446616" y="3628564"/>
                </a:cubicBezTo>
                <a:lnTo>
                  <a:pt x="2457761" y="3647924"/>
                </a:lnTo>
                <a:cubicBezTo>
                  <a:pt x="2458179" y="3648708"/>
                  <a:pt x="2458179" y="3649912"/>
                  <a:pt x="2457761" y="3650697"/>
                </a:cubicBezTo>
                <a:lnTo>
                  <a:pt x="2446616" y="3670056"/>
                </a:lnTo>
                <a:cubicBezTo>
                  <a:pt x="2446146" y="3670788"/>
                  <a:pt x="2445099" y="3671416"/>
                  <a:pt x="2444210" y="3671416"/>
                </a:cubicBezTo>
                <a:lnTo>
                  <a:pt x="2421868" y="3671416"/>
                </a:lnTo>
                <a:cubicBezTo>
                  <a:pt x="2420979" y="3671416"/>
                  <a:pt x="2419880" y="3670840"/>
                  <a:pt x="2419462" y="3670056"/>
                </a:cubicBezTo>
                <a:lnTo>
                  <a:pt x="2408317" y="3650697"/>
                </a:lnTo>
                <a:cubicBezTo>
                  <a:pt x="2407898" y="3649912"/>
                  <a:pt x="2407898" y="3648708"/>
                  <a:pt x="2408317" y="3647924"/>
                </a:cubicBezTo>
                <a:lnTo>
                  <a:pt x="2419462" y="3628564"/>
                </a:lnTo>
                <a:cubicBezTo>
                  <a:pt x="2419933" y="3627832"/>
                  <a:pt x="2420979" y="3627204"/>
                  <a:pt x="2421868" y="3627204"/>
                </a:cubicBezTo>
                <a:close/>
                <a:moveTo>
                  <a:pt x="1181739" y="3626681"/>
                </a:moveTo>
                <a:lnTo>
                  <a:pt x="1204603" y="3626681"/>
                </a:lnTo>
                <a:cubicBezTo>
                  <a:pt x="1205493" y="3626681"/>
                  <a:pt x="1206592" y="3627309"/>
                  <a:pt x="1207063" y="3628094"/>
                </a:cubicBezTo>
                <a:lnTo>
                  <a:pt x="1218521" y="3647924"/>
                </a:lnTo>
                <a:cubicBezTo>
                  <a:pt x="1218992" y="3648709"/>
                  <a:pt x="1218992" y="3649964"/>
                  <a:pt x="1218521" y="3650749"/>
                </a:cubicBezTo>
                <a:lnTo>
                  <a:pt x="1207063" y="3670579"/>
                </a:lnTo>
                <a:cubicBezTo>
                  <a:pt x="1206592" y="3671364"/>
                  <a:pt x="1205493" y="3671991"/>
                  <a:pt x="1204603" y="3671991"/>
                </a:cubicBezTo>
                <a:lnTo>
                  <a:pt x="1181739" y="3671991"/>
                </a:lnTo>
                <a:cubicBezTo>
                  <a:pt x="1180849" y="3671991"/>
                  <a:pt x="1179750" y="3671364"/>
                  <a:pt x="1179280" y="3670579"/>
                </a:cubicBezTo>
                <a:lnTo>
                  <a:pt x="1167821" y="3650749"/>
                </a:lnTo>
                <a:cubicBezTo>
                  <a:pt x="1167350" y="3649964"/>
                  <a:pt x="1167350" y="3648709"/>
                  <a:pt x="1167821" y="3647924"/>
                </a:cubicBezTo>
                <a:lnTo>
                  <a:pt x="1179280" y="3628094"/>
                </a:lnTo>
                <a:cubicBezTo>
                  <a:pt x="1179750" y="3627309"/>
                  <a:pt x="1180849" y="3626681"/>
                  <a:pt x="1181739" y="3626681"/>
                </a:cubicBezTo>
                <a:close/>
                <a:moveTo>
                  <a:pt x="2669245" y="3626001"/>
                </a:moveTo>
                <a:lnTo>
                  <a:pt x="2692790" y="3626001"/>
                </a:lnTo>
                <a:cubicBezTo>
                  <a:pt x="2693732" y="3626001"/>
                  <a:pt x="2694831" y="3626681"/>
                  <a:pt x="2695302" y="3627466"/>
                </a:cubicBezTo>
                <a:lnTo>
                  <a:pt x="2707074" y="3647871"/>
                </a:lnTo>
                <a:cubicBezTo>
                  <a:pt x="2707545" y="3648709"/>
                  <a:pt x="2707545" y="3650017"/>
                  <a:pt x="2707074" y="3650801"/>
                </a:cubicBezTo>
                <a:lnTo>
                  <a:pt x="2695302" y="3671207"/>
                </a:lnTo>
                <a:cubicBezTo>
                  <a:pt x="2694831" y="3672044"/>
                  <a:pt x="2693732" y="3672672"/>
                  <a:pt x="2692790" y="3672672"/>
                </a:cubicBezTo>
                <a:lnTo>
                  <a:pt x="2669245" y="3672672"/>
                </a:lnTo>
                <a:cubicBezTo>
                  <a:pt x="2668303" y="3672672"/>
                  <a:pt x="2667205" y="3671992"/>
                  <a:pt x="2666733" y="3671207"/>
                </a:cubicBezTo>
                <a:lnTo>
                  <a:pt x="2654961" y="3650801"/>
                </a:lnTo>
                <a:cubicBezTo>
                  <a:pt x="2654490" y="3649964"/>
                  <a:pt x="2654490" y="3648656"/>
                  <a:pt x="2654961" y="3647871"/>
                </a:cubicBezTo>
                <a:lnTo>
                  <a:pt x="2666733" y="3627466"/>
                </a:lnTo>
                <a:cubicBezTo>
                  <a:pt x="2667205" y="3626629"/>
                  <a:pt x="2668303" y="3626001"/>
                  <a:pt x="2669245" y="3626001"/>
                </a:cubicBezTo>
                <a:close/>
                <a:moveTo>
                  <a:pt x="2834215" y="3625268"/>
                </a:moveTo>
                <a:lnTo>
                  <a:pt x="2858493" y="3625268"/>
                </a:lnTo>
                <a:cubicBezTo>
                  <a:pt x="2859487" y="3625268"/>
                  <a:pt x="2860638" y="3625948"/>
                  <a:pt x="2861109" y="3626786"/>
                </a:cubicBezTo>
                <a:lnTo>
                  <a:pt x="2873248" y="3647819"/>
                </a:lnTo>
                <a:cubicBezTo>
                  <a:pt x="2873719" y="3648604"/>
                  <a:pt x="2873719" y="3649964"/>
                  <a:pt x="2873248" y="3650801"/>
                </a:cubicBezTo>
                <a:lnTo>
                  <a:pt x="2861109" y="3671834"/>
                </a:lnTo>
                <a:cubicBezTo>
                  <a:pt x="2860638" y="3672671"/>
                  <a:pt x="2859435" y="3673352"/>
                  <a:pt x="2858493" y="3673352"/>
                </a:cubicBezTo>
                <a:lnTo>
                  <a:pt x="2834215" y="3673352"/>
                </a:lnTo>
                <a:cubicBezTo>
                  <a:pt x="2833222" y="3673352"/>
                  <a:pt x="2832071" y="3672671"/>
                  <a:pt x="2831599" y="3671834"/>
                </a:cubicBezTo>
                <a:lnTo>
                  <a:pt x="2819461" y="3650801"/>
                </a:lnTo>
                <a:cubicBezTo>
                  <a:pt x="2818990" y="3650016"/>
                  <a:pt x="2818990" y="3648656"/>
                  <a:pt x="2819461" y="3647819"/>
                </a:cubicBezTo>
                <a:lnTo>
                  <a:pt x="2831599" y="3626786"/>
                </a:lnTo>
                <a:cubicBezTo>
                  <a:pt x="2832071" y="3625948"/>
                  <a:pt x="2833274" y="3625268"/>
                  <a:pt x="2834215" y="3625268"/>
                </a:cubicBezTo>
                <a:close/>
                <a:moveTo>
                  <a:pt x="1511679" y="3625268"/>
                </a:moveTo>
                <a:lnTo>
                  <a:pt x="1535956" y="3625268"/>
                </a:lnTo>
                <a:cubicBezTo>
                  <a:pt x="1536950" y="3625268"/>
                  <a:pt x="1538101" y="3625948"/>
                  <a:pt x="1538572" y="3626786"/>
                </a:cubicBezTo>
                <a:lnTo>
                  <a:pt x="1550711" y="3647819"/>
                </a:lnTo>
                <a:cubicBezTo>
                  <a:pt x="1551182" y="3648604"/>
                  <a:pt x="1551182" y="3649964"/>
                  <a:pt x="1550711" y="3650801"/>
                </a:cubicBezTo>
                <a:lnTo>
                  <a:pt x="1538572" y="3671834"/>
                </a:lnTo>
                <a:cubicBezTo>
                  <a:pt x="1538101" y="3672671"/>
                  <a:pt x="1536898" y="3673352"/>
                  <a:pt x="1535956" y="3673352"/>
                </a:cubicBezTo>
                <a:lnTo>
                  <a:pt x="1511679" y="3673352"/>
                </a:lnTo>
                <a:cubicBezTo>
                  <a:pt x="1510685" y="3673352"/>
                  <a:pt x="1509534" y="3672671"/>
                  <a:pt x="1509063" y="3671834"/>
                </a:cubicBezTo>
                <a:lnTo>
                  <a:pt x="1496924" y="3650801"/>
                </a:lnTo>
                <a:cubicBezTo>
                  <a:pt x="1496453" y="3650016"/>
                  <a:pt x="1496453" y="3648656"/>
                  <a:pt x="1496924" y="3647819"/>
                </a:cubicBezTo>
                <a:lnTo>
                  <a:pt x="1509063" y="3626786"/>
                </a:lnTo>
                <a:cubicBezTo>
                  <a:pt x="1509534" y="3625948"/>
                  <a:pt x="1510737" y="3625268"/>
                  <a:pt x="1511679" y="3625268"/>
                </a:cubicBezTo>
                <a:close/>
                <a:moveTo>
                  <a:pt x="1263465" y="3624902"/>
                </a:moveTo>
                <a:lnTo>
                  <a:pt x="1288109" y="3624902"/>
                </a:lnTo>
                <a:cubicBezTo>
                  <a:pt x="1289051" y="3624902"/>
                  <a:pt x="1290254" y="3625582"/>
                  <a:pt x="1290725" y="3626420"/>
                </a:cubicBezTo>
                <a:lnTo>
                  <a:pt x="1303073" y="3647767"/>
                </a:lnTo>
                <a:cubicBezTo>
                  <a:pt x="1303544" y="3648604"/>
                  <a:pt x="1303544" y="3649964"/>
                  <a:pt x="1303073" y="3650801"/>
                </a:cubicBezTo>
                <a:lnTo>
                  <a:pt x="1290725" y="3672149"/>
                </a:lnTo>
                <a:cubicBezTo>
                  <a:pt x="1290254" y="3672986"/>
                  <a:pt x="1289103" y="3673666"/>
                  <a:pt x="1288109" y="3673666"/>
                </a:cubicBezTo>
                <a:lnTo>
                  <a:pt x="1263465" y="3673666"/>
                </a:lnTo>
                <a:cubicBezTo>
                  <a:pt x="1262523" y="3673666"/>
                  <a:pt x="1261320" y="3672986"/>
                  <a:pt x="1260849" y="3672149"/>
                </a:cubicBezTo>
                <a:lnTo>
                  <a:pt x="1248501" y="3650801"/>
                </a:lnTo>
                <a:cubicBezTo>
                  <a:pt x="1248030" y="3649964"/>
                  <a:pt x="1248030" y="3648604"/>
                  <a:pt x="1248501" y="3647767"/>
                </a:cubicBezTo>
                <a:lnTo>
                  <a:pt x="1260849" y="3626420"/>
                </a:lnTo>
                <a:cubicBezTo>
                  <a:pt x="1261320" y="3625582"/>
                  <a:pt x="1262471" y="3624902"/>
                  <a:pt x="1263465" y="3624902"/>
                </a:cubicBezTo>
                <a:close/>
                <a:moveTo>
                  <a:pt x="1428174" y="3623646"/>
                </a:moveTo>
                <a:lnTo>
                  <a:pt x="1454073" y="3623646"/>
                </a:lnTo>
                <a:cubicBezTo>
                  <a:pt x="1455068" y="3623646"/>
                  <a:pt x="1456323" y="3624379"/>
                  <a:pt x="1456847" y="3625268"/>
                </a:cubicBezTo>
                <a:lnTo>
                  <a:pt x="1469822" y="3647714"/>
                </a:lnTo>
                <a:cubicBezTo>
                  <a:pt x="1470346" y="3648604"/>
                  <a:pt x="1470346" y="3650016"/>
                  <a:pt x="1469822" y="3650906"/>
                </a:cubicBezTo>
                <a:lnTo>
                  <a:pt x="1456847" y="3673352"/>
                </a:lnTo>
                <a:cubicBezTo>
                  <a:pt x="1456323" y="3674241"/>
                  <a:pt x="1455120" y="3674974"/>
                  <a:pt x="1454073" y="3674974"/>
                </a:cubicBezTo>
                <a:lnTo>
                  <a:pt x="1428174" y="3674974"/>
                </a:lnTo>
                <a:cubicBezTo>
                  <a:pt x="1427180" y="3674974"/>
                  <a:pt x="1425924" y="3674241"/>
                  <a:pt x="1425401" y="3673352"/>
                </a:cubicBezTo>
                <a:lnTo>
                  <a:pt x="1412426" y="3650906"/>
                </a:lnTo>
                <a:cubicBezTo>
                  <a:pt x="1411902" y="3650016"/>
                  <a:pt x="1411902" y="3648604"/>
                  <a:pt x="1412426" y="3647714"/>
                </a:cubicBezTo>
                <a:lnTo>
                  <a:pt x="1425401" y="3625268"/>
                </a:lnTo>
                <a:cubicBezTo>
                  <a:pt x="1425924" y="3624379"/>
                  <a:pt x="1427128" y="3623646"/>
                  <a:pt x="1428174" y="3623646"/>
                </a:cubicBezTo>
                <a:close/>
                <a:moveTo>
                  <a:pt x="1345401" y="3623385"/>
                </a:moveTo>
                <a:lnTo>
                  <a:pt x="1371614" y="3623385"/>
                </a:lnTo>
                <a:cubicBezTo>
                  <a:pt x="1372660" y="3623385"/>
                  <a:pt x="1373916" y="3624118"/>
                  <a:pt x="1374439" y="3625007"/>
                </a:cubicBezTo>
                <a:lnTo>
                  <a:pt x="1387572" y="3647715"/>
                </a:lnTo>
                <a:cubicBezTo>
                  <a:pt x="1388095" y="3648604"/>
                  <a:pt x="1388095" y="3650069"/>
                  <a:pt x="1387572" y="3650959"/>
                </a:cubicBezTo>
                <a:lnTo>
                  <a:pt x="1374439" y="3673666"/>
                </a:lnTo>
                <a:cubicBezTo>
                  <a:pt x="1373916" y="3674556"/>
                  <a:pt x="1372660" y="3675288"/>
                  <a:pt x="1371614" y="3675288"/>
                </a:cubicBezTo>
                <a:lnTo>
                  <a:pt x="1345401" y="3675288"/>
                </a:lnTo>
                <a:cubicBezTo>
                  <a:pt x="1344354" y="3675288"/>
                  <a:pt x="1343099" y="3674556"/>
                  <a:pt x="1342575" y="3673666"/>
                </a:cubicBezTo>
                <a:lnTo>
                  <a:pt x="1329442" y="3650959"/>
                </a:lnTo>
                <a:cubicBezTo>
                  <a:pt x="1328919" y="3650069"/>
                  <a:pt x="1328919" y="3648604"/>
                  <a:pt x="1329442" y="3647715"/>
                </a:cubicBezTo>
                <a:lnTo>
                  <a:pt x="1342575" y="3625007"/>
                </a:lnTo>
                <a:cubicBezTo>
                  <a:pt x="1343099" y="3624118"/>
                  <a:pt x="1344354" y="3623385"/>
                  <a:pt x="1345401" y="3623385"/>
                </a:cubicBezTo>
                <a:close/>
                <a:moveTo>
                  <a:pt x="1840469" y="3621658"/>
                </a:moveTo>
                <a:lnTo>
                  <a:pt x="1868409" y="3621658"/>
                </a:lnTo>
                <a:cubicBezTo>
                  <a:pt x="1869508" y="3621658"/>
                  <a:pt x="1870816" y="3622443"/>
                  <a:pt x="1871391" y="3623385"/>
                </a:cubicBezTo>
                <a:lnTo>
                  <a:pt x="1885361" y="3647557"/>
                </a:lnTo>
                <a:cubicBezTo>
                  <a:pt x="1885937" y="3648499"/>
                  <a:pt x="1885937" y="3650069"/>
                  <a:pt x="1885361" y="3651011"/>
                </a:cubicBezTo>
                <a:lnTo>
                  <a:pt x="1871391" y="3675183"/>
                </a:lnTo>
                <a:cubicBezTo>
                  <a:pt x="1870868" y="3676125"/>
                  <a:pt x="1869508" y="3676910"/>
                  <a:pt x="1868409" y="3676910"/>
                </a:cubicBezTo>
                <a:lnTo>
                  <a:pt x="1840469" y="3676910"/>
                </a:lnTo>
                <a:cubicBezTo>
                  <a:pt x="1839370" y="3676910"/>
                  <a:pt x="1838062" y="3676125"/>
                  <a:pt x="1837487" y="3675183"/>
                </a:cubicBezTo>
                <a:lnTo>
                  <a:pt x="1823517" y="3651011"/>
                </a:lnTo>
                <a:cubicBezTo>
                  <a:pt x="1822941" y="3650069"/>
                  <a:pt x="1822941" y="3648499"/>
                  <a:pt x="1823517" y="3647557"/>
                </a:cubicBezTo>
                <a:lnTo>
                  <a:pt x="1837487" y="3623385"/>
                </a:lnTo>
                <a:cubicBezTo>
                  <a:pt x="1838010" y="3622443"/>
                  <a:pt x="1839370" y="3621658"/>
                  <a:pt x="1840469" y="3621658"/>
                </a:cubicBezTo>
                <a:close/>
                <a:moveTo>
                  <a:pt x="434845" y="3620769"/>
                </a:moveTo>
                <a:lnTo>
                  <a:pt x="463675" y="3620769"/>
                </a:lnTo>
                <a:cubicBezTo>
                  <a:pt x="464826" y="3620769"/>
                  <a:pt x="466186" y="3621554"/>
                  <a:pt x="466762" y="3622548"/>
                </a:cubicBezTo>
                <a:lnTo>
                  <a:pt x="481202" y="3647505"/>
                </a:lnTo>
                <a:cubicBezTo>
                  <a:pt x="481778" y="3648499"/>
                  <a:pt x="481778" y="3650069"/>
                  <a:pt x="481202" y="3651063"/>
                </a:cubicBezTo>
                <a:lnTo>
                  <a:pt x="466762" y="3676021"/>
                </a:lnTo>
                <a:cubicBezTo>
                  <a:pt x="466186" y="3677015"/>
                  <a:pt x="464826" y="3677800"/>
                  <a:pt x="463675" y="3677800"/>
                </a:cubicBezTo>
                <a:lnTo>
                  <a:pt x="434845" y="3677800"/>
                </a:lnTo>
                <a:cubicBezTo>
                  <a:pt x="433695" y="3677800"/>
                  <a:pt x="432334" y="3677015"/>
                  <a:pt x="431759" y="3676021"/>
                </a:cubicBezTo>
                <a:lnTo>
                  <a:pt x="417318" y="3651063"/>
                </a:lnTo>
                <a:cubicBezTo>
                  <a:pt x="416742" y="3650069"/>
                  <a:pt x="416742" y="3648499"/>
                  <a:pt x="417318" y="3647505"/>
                </a:cubicBezTo>
                <a:lnTo>
                  <a:pt x="431759" y="3622548"/>
                </a:lnTo>
                <a:cubicBezTo>
                  <a:pt x="432334" y="3621554"/>
                  <a:pt x="433695" y="3620769"/>
                  <a:pt x="434845" y="3620769"/>
                </a:cubicBezTo>
                <a:close/>
                <a:moveTo>
                  <a:pt x="1755917" y="3617943"/>
                </a:moveTo>
                <a:lnTo>
                  <a:pt x="1787624" y="3617943"/>
                </a:lnTo>
                <a:cubicBezTo>
                  <a:pt x="1788880" y="3617943"/>
                  <a:pt x="1790397" y="3618780"/>
                  <a:pt x="1791025" y="3619879"/>
                </a:cubicBezTo>
                <a:lnTo>
                  <a:pt x="1806879" y="3647348"/>
                </a:lnTo>
                <a:cubicBezTo>
                  <a:pt x="1807506" y="3648446"/>
                  <a:pt x="1807506" y="3650173"/>
                  <a:pt x="1806879" y="3651272"/>
                </a:cubicBezTo>
                <a:lnTo>
                  <a:pt x="1791025" y="3678741"/>
                </a:lnTo>
                <a:cubicBezTo>
                  <a:pt x="1790397" y="3679787"/>
                  <a:pt x="1788880" y="3680677"/>
                  <a:pt x="1787624" y="3680677"/>
                </a:cubicBezTo>
                <a:lnTo>
                  <a:pt x="1755917" y="3680677"/>
                </a:lnTo>
                <a:cubicBezTo>
                  <a:pt x="1754662" y="3680677"/>
                  <a:pt x="1753144" y="3679839"/>
                  <a:pt x="1752517" y="3678741"/>
                </a:cubicBezTo>
                <a:lnTo>
                  <a:pt x="1736663" y="3651272"/>
                </a:lnTo>
                <a:cubicBezTo>
                  <a:pt x="1736035" y="3650173"/>
                  <a:pt x="1736035" y="3648446"/>
                  <a:pt x="1736663" y="3647348"/>
                </a:cubicBezTo>
                <a:lnTo>
                  <a:pt x="1752517" y="3619879"/>
                </a:lnTo>
                <a:cubicBezTo>
                  <a:pt x="1753144" y="3618832"/>
                  <a:pt x="1754662" y="3617943"/>
                  <a:pt x="1755917" y="3617943"/>
                </a:cubicBezTo>
                <a:close/>
                <a:moveTo>
                  <a:pt x="1590632" y="3617943"/>
                </a:moveTo>
                <a:lnTo>
                  <a:pt x="1622339" y="3617943"/>
                </a:lnTo>
                <a:cubicBezTo>
                  <a:pt x="1623595" y="3617943"/>
                  <a:pt x="1625112" y="3618780"/>
                  <a:pt x="1625740" y="3619879"/>
                </a:cubicBezTo>
                <a:lnTo>
                  <a:pt x="1641594" y="3647348"/>
                </a:lnTo>
                <a:cubicBezTo>
                  <a:pt x="1642222" y="3648446"/>
                  <a:pt x="1642222" y="3650173"/>
                  <a:pt x="1641594" y="3651272"/>
                </a:cubicBezTo>
                <a:lnTo>
                  <a:pt x="1625740" y="3678741"/>
                </a:lnTo>
                <a:cubicBezTo>
                  <a:pt x="1625112" y="3679787"/>
                  <a:pt x="1623595" y="3680677"/>
                  <a:pt x="1622339" y="3680677"/>
                </a:cubicBezTo>
                <a:lnTo>
                  <a:pt x="1590632" y="3680677"/>
                </a:lnTo>
                <a:cubicBezTo>
                  <a:pt x="1589377" y="3680677"/>
                  <a:pt x="1587859" y="3679839"/>
                  <a:pt x="1587231" y="3678741"/>
                </a:cubicBezTo>
                <a:lnTo>
                  <a:pt x="1571378" y="3651272"/>
                </a:lnTo>
                <a:cubicBezTo>
                  <a:pt x="1570750" y="3650173"/>
                  <a:pt x="1570750" y="3648446"/>
                  <a:pt x="1571378" y="3647348"/>
                </a:cubicBezTo>
                <a:lnTo>
                  <a:pt x="1587231" y="3619879"/>
                </a:lnTo>
                <a:cubicBezTo>
                  <a:pt x="1587859" y="3618832"/>
                  <a:pt x="1589377" y="3617943"/>
                  <a:pt x="1590632" y="3617943"/>
                </a:cubicBezTo>
                <a:close/>
                <a:moveTo>
                  <a:pt x="1672673" y="3616792"/>
                </a:moveTo>
                <a:lnTo>
                  <a:pt x="1705479" y="3616792"/>
                </a:lnTo>
                <a:cubicBezTo>
                  <a:pt x="1706787" y="3616792"/>
                  <a:pt x="1708357" y="3617734"/>
                  <a:pt x="1708985" y="3618833"/>
                </a:cubicBezTo>
                <a:lnTo>
                  <a:pt x="1725414" y="3647243"/>
                </a:lnTo>
                <a:cubicBezTo>
                  <a:pt x="1726042" y="3648395"/>
                  <a:pt x="1726042" y="3650226"/>
                  <a:pt x="1725414" y="3651325"/>
                </a:cubicBezTo>
                <a:lnTo>
                  <a:pt x="1708985" y="3679735"/>
                </a:lnTo>
                <a:cubicBezTo>
                  <a:pt x="1708357" y="3680886"/>
                  <a:pt x="1706787" y="3681776"/>
                  <a:pt x="1705479" y="3681776"/>
                </a:cubicBezTo>
                <a:lnTo>
                  <a:pt x="1672673" y="3681776"/>
                </a:lnTo>
                <a:cubicBezTo>
                  <a:pt x="1671365" y="3681776"/>
                  <a:pt x="1669796" y="3680834"/>
                  <a:pt x="1669168" y="3679735"/>
                </a:cubicBezTo>
                <a:lnTo>
                  <a:pt x="1652739" y="3651325"/>
                </a:lnTo>
                <a:cubicBezTo>
                  <a:pt x="1652111" y="3650173"/>
                  <a:pt x="1652111" y="3648342"/>
                  <a:pt x="1652739" y="3647243"/>
                </a:cubicBezTo>
                <a:lnTo>
                  <a:pt x="1669168" y="3618833"/>
                </a:lnTo>
                <a:cubicBezTo>
                  <a:pt x="1669796" y="3617681"/>
                  <a:pt x="1671365" y="3616792"/>
                  <a:pt x="1672673" y="3616792"/>
                </a:cubicBezTo>
                <a:close/>
                <a:moveTo>
                  <a:pt x="366513" y="3566564"/>
                </a:moveTo>
                <a:lnTo>
                  <a:pt x="366618" y="3566564"/>
                </a:lnTo>
                <a:cubicBezTo>
                  <a:pt x="366618" y="3566564"/>
                  <a:pt x="366670" y="3566564"/>
                  <a:pt x="366670" y="3566564"/>
                </a:cubicBezTo>
                <a:lnTo>
                  <a:pt x="366670" y="3566668"/>
                </a:lnTo>
                <a:lnTo>
                  <a:pt x="366670" y="3566773"/>
                </a:lnTo>
                <a:lnTo>
                  <a:pt x="366566" y="3566773"/>
                </a:lnTo>
                <a:cubicBezTo>
                  <a:pt x="366566" y="3566773"/>
                  <a:pt x="366513" y="3566773"/>
                  <a:pt x="366513" y="3566773"/>
                </a:cubicBezTo>
                <a:lnTo>
                  <a:pt x="366513" y="3566668"/>
                </a:lnTo>
                <a:close/>
                <a:moveTo>
                  <a:pt x="2922797" y="3554372"/>
                </a:moveTo>
                <a:lnTo>
                  <a:pt x="2935197" y="3554372"/>
                </a:lnTo>
                <a:cubicBezTo>
                  <a:pt x="2935668" y="3554372"/>
                  <a:pt x="2936243" y="3554738"/>
                  <a:pt x="2936505" y="3555157"/>
                </a:cubicBezTo>
                <a:lnTo>
                  <a:pt x="2942731" y="3565883"/>
                </a:lnTo>
                <a:cubicBezTo>
                  <a:pt x="2942993" y="3566302"/>
                  <a:pt x="2942993" y="3566982"/>
                  <a:pt x="2942731" y="3567400"/>
                </a:cubicBezTo>
                <a:lnTo>
                  <a:pt x="2936505" y="3578126"/>
                </a:lnTo>
                <a:cubicBezTo>
                  <a:pt x="2936295" y="3578545"/>
                  <a:pt x="2935668" y="3578911"/>
                  <a:pt x="2935197" y="3578911"/>
                </a:cubicBezTo>
                <a:lnTo>
                  <a:pt x="2922797" y="3578911"/>
                </a:lnTo>
                <a:cubicBezTo>
                  <a:pt x="2922326" y="3578911"/>
                  <a:pt x="2921750" y="3578545"/>
                  <a:pt x="2921489" y="3578126"/>
                </a:cubicBezTo>
                <a:lnTo>
                  <a:pt x="2915262" y="3567400"/>
                </a:lnTo>
                <a:cubicBezTo>
                  <a:pt x="2915001" y="3566982"/>
                  <a:pt x="2915001" y="3566302"/>
                  <a:pt x="2915262" y="3565883"/>
                </a:cubicBezTo>
                <a:lnTo>
                  <a:pt x="2921489" y="3555157"/>
                </a:lnTo>
                <a:cubicBezTo>
                  <a:pt x="2921698" y="3554738"/>
                  <a:pt x="2922326" y="3554372"/>
                  <a:pt x="2922797" y="3554372"/>
                </a:cubicBezTo>
                <a:close/>
                <a:moveTo>
                  <a:pt x="525415" y="3553745"/>
                </a:moveTo>
                <a:lnTo>
                  <a:pt x="538496" y="3553745"/>
                </a:lnTo>
                <a:cubicBezTo>
                  <a:pt x="539019" y="3553745"/>
                  <a:pt x="539647" y="3554059"/>
                  <a:pt x="539908" y="3554530"/>
                </a:cubicBezTo>
                <a:lnTo>
                  <a:pt x="546449" y="3565831"/>
                </a:lnTo>
                <a:cubicBezTo>
                  <a:pt x="546710" y="3566302"/>
                  <a:pt x="546710" y="3566983"/>
                  <a:pt x="546449" y="3567453"/>
                </a:cubicBezTo>
                <a:lnTo>
                  <a:pt x="539908" y="3578755"/>
                </a:lnTo>
                <a:cubicBezTo>
                  <a:pt x="539647" y="3579173"/>
                  <a:pt x="539019" y="3579540"/>
                  <a:pt x="538496" y="3579540"/>
                </a:cubicBezTo>
                <a:lnTo>
                  <a:pt x="525415" y="3579540"/>
                </a:lnTo>
                <a:cubicBezTo>
                  <a:pt x="524892" y="3579540"/>
                  <a:pt x="524264" y="3579226"/>
                  <a:pt x="524002" y="3578755"/>
                </a:cubicBezTo>
                <a:lnTo>
                  <a:pt x="517462" y="3567453"/>
                </a:lnTo>
                <a:cubicBezTo>
                  <a:pt x="517201" y="3566983"/>
                  <a:pt x="517201" y="3566302"/>
                  <a:pt x="517462" y="3565831"/>
                </a:cubicBezTo>
                <a:lnTo>
                  <a:pt x="524002" y="3554530"/>
                </a:lnTo>
                <a:cubicBezTo>
                  <a:pt x="524264" y="3554111"/>
                  <a:pt x="524892" y="3553745"/>
                  <a:pt x="525415" y="3553745"/>
                </a:cubicBezTo>
                <a:close/>
                <a:moveTo>
                  <a:pt x="607507" y="3552646"/>
                </a:moveTo>
                <a:lnTo>
                  <a:pt x="621634" y="3552646"/>
                </a:lnTo>
                <a:cubicBezTo>
                  <a:pt x="622209" y="3552646"/>
                  <a:pt x="622890" y="3553065"/>
                  <a:pt x="623151" y="3553536"/>
                </a:cubicBezTo>
                <a:lnTo>
                  <a:pt x="630215" y="3565779"/>
                </a:lnTo>
                <a:cubicBezTo>
                  <a:pt x="630476" y="3566250"/>
                  <a:pt x="630476" y="3567034"/>
                  <a:pt x="630215" y="3567506"/>
                </a:cubicBezTo>
                <a:lnTo>
                  <a:pt x="623151" y="3579749"/>
                </a:lnTo>
                <a:cubicBezTo>
                  <a:pt x="622890" y="3580272"/>
                  <a:pt x="622209" y="3580638"/>
                  <a:pt x="621634" y="3580638"/>
                </a:cubicBezTo>
                <a:lnTo>
                  <a:pt x="607507" y="3580638"/>
                </a:lnTo>
                <a:cubicBezTo>
                  <a:pt x="606932" y="3580638"/>
                  <a:pt x="606251" y="3580220"/>
                  <a:pt x="605990" y="3579749"/>
                </a:cubicBezTo>
                <a:lnTo>
                  <a:pt x="598926" y="3567506"/>
                </a:lnTo>
                <a:cubicBezTo>
                  <a:pt x="598665" y="3567034"/>
                  <a:pt x="598665" y="3566250"/>
                  <a:pt x="598926" y="3565779"/>
                </a:cubicBezTo>
                <a:lnTo>
                  <a:pt x="605990" y="3553536"/>
                </a:lnTo>
                <a:cubicBezTo>
                  <a:pt x="606251" y="3553012"/>
                  <a:pt x="606932" y="3552646"/>
                  <a:pt x="607507" y="3552646"/>
                </a:cubicBezTo>
                <a:close/>
                <a:moveTo>
                  <a:pt x="2094230" y="3550553"/>
                </a:moveTo>
                <a:lnTo>
                  <a:pt x="2110502" y="3550553"/>
                </a:lnTo>
                <a:cubicBezTo>
                  <a:pt x="2111129" y="3550553"/>
                  <a:pt x="2111914" y="3550971"/>
                  <a:pt x="2112228" y="3551547"/>
                </a:cubicBezTo>
                <a:lnTo>
                  <a:pt x="2120390" y="3565674"/>
                </a:lnTo>
                <a:cubicBezTo>
                  <a:pt x="2120704" y="3566250"/>
                  <a:pt x="2120704" y="3567139"/>
                  <a:pt x="2120390" y="3567714"/>
                </a:cubicBezTo>
                <a:lnTo>
                  <a:pt x="2112228" y="3581841"/>
                </a:lnTo>
                <a:cubicBezTo>
                  <a:pt x="2111914" y="3582364"/>
                  <a:pt x="2111129" y="3582835"/>
                  <a:pt x="2110502" y="3582835"/>
                </a:cubicBezTo>
                <a:lnTo>
                  <a:pt x="2094230" y="3582835"/>
                </a:lnTo>
                <a:cubicBezTo>
                  <a:pt x="2093602" y="3582835"/>
                  <a:pt x="2092817" y="3582417"/>
                  <a:pt x="2092503" y="3581841"/>
                </a:cubicBezTo>
                <a:lnTo>
                  <a:pt x="2084341" y="3567714"/>
                </a:lnTo>
                <a:cubicBezTo>
                  <a:pt x="2084026" y="3567139"/>
                  <a:pt x="2084026" y="3566250"/>
                  <a:pt x="2084341" y="3565674"/>
                </a:cubicBezTo>
                <a:lnTo>
                  <a:pt x="2092503" y="3551547"/>
                </a:lnTo>
                <a:cubicBezTo>
                  <a:pt x="2092817" y="3551024"/>
                  <a:pt x="2093602" y="3550553"/>
                  <a:pt x="2094230" y="3550553"/>
                </a:cubicBezTo>
                <a:close/>
                <a:moveTo>
                  <a:pt x="689025" y="3550501"/>
                </a:moveTo>
                <a:lnTo>
                  <a:pt x="705350" y="3550501"/>
                </a:lnTo>
                <a:cubicBezTo>
                  <a:pt x="705978" y="3550501"/>
                  <a:pt x="706762" y="3550920"/>
                  <a:pt x="707076" y="3551495"/>
                </a:cubicBezTo>
                <a:lnTo>
                  <a:pt x="715239" y="3565622"/>
                </a:lnTo>
                <a:cubicBezTo>
                  <a:pt x="715552" y="3566198"/>
                  <a:pt x="715552" y="3567087"/>
                  <a:pt x="715239" y="3567662"/>
                </a:cubicBezTo>
                <a:lnTo>
                  <a:pt x="707076" y="3581789"/>
                </a:lnTo>
                <a:cubicBezTo>
                  <a:pt x="706762" y="3582313"/>
                  <a:pt x="705978" y="3582783"/>
                  <a:pt x="705350" y="3582783"/>
                </a:cubicBezTo>
                <a:lnTo>
                  <a:pt x="689025" y="3582783"/>
                </a:lnTo>
                <a:cubicBezTo>
                  <a:pt x="688397" y="3582783"/>
                  <a:pt x="687613" y="3582365"/>
                  <a:pt x="687299" y="3581789"/>
                </a:cubicBezTo>
                <a:lnTo>
                  <a:pt x="679136" y="3567662"/>
                </a:lnTo>
                <a:cubicBezTo>
                  <a:pt x="678823" y="3567087"/>
                  <a:pt x="678823" y="3566198"/>
                  <a:pt x="679136" y="3565622"/>
                </a:cubicBezTo>
                <a:lnTo>
                  <a:pt x="687299" y="3551495"/>
                </a:lnTo>
                <a:cubicBezTo>
                  <a:pt x="687613" y="3550972"/>
                  <a:pt x="688397" y="3550501"/>
                  <a:pt x="689025" y="3550501"/>
                </a:cubicBezTo>
                <a:close/>
                <a:moveTo>
                  <a:pt x="2176898" y="3550448"/>
                </a:moveTo>
                <a:lnTo>
                  <a:pt x="2193274" y="3550448"/>
                </a:lnTo>
                <a:cubicBezTo>
                  <a:pt x="2193955" y="3550448"/>
                  <a:pt x="2194740" y="3550867"/>
                  <a:pt x="2195054" y="3551442"/>
                </a:cubicBezTo>
                <a:lnTo>
                  <a:pt x="2203268" y="3565621"/>
                </a:lnTo>
                <a:cubicBezTo>
                  <a:pt x="2203582" y="3566197"/>
                  <a:pt x="2203582" y="3567086"/>
                  <a:pt x="2203268" y="3567662"/>
                </a:cubicBezTo>
                <a:lnTo>
                  <a:pt x="2195054" y="3581841"/>
                </a:lnTo>
                <a:cubicBezTo>
                  <a:pt x="2194687" y="3582364"/>
                  <a:pt x="2193902" y="3582835"/>
                  <a:pt x="2193274" y="3582835"/>
                </a:cubicBezTo>
                <a:lnTo>
                  <a:pt x="2176898" y="3582835"/>
                </a:lnTo>
                <a:cubicBezTo>
                  <a:pt x="2176217" y="3582835"/>
                  <a:pt x="2175433" y="3582417"/>
                  <a:pt x="2175119" y="3581841"/>
                </a:cubicBezTo>
                <a:lnTo>
                  <a:pt x="2166905" y="3567662"/>
                </a:lnTo>
                <a:cubicBezTo>
                  <a:pt x="2166590" y="3567086"/>
                  <a:pt x="2166590" y="3566197"/>
                  <a:pt x="2166905" y="3565621"/>
                </a:cubicBezTo>
                <a:lnTo>
                  <a:pt x="2175119" y="3551442"/>
                </a:lnTo>
                <a:cubicBezTo>
                  <a:pt x="2175486" y="3550919"/>
                  <a:pt x="2176270" y="3550448"/>
                  <a:pt x="2176898" y="3550448"/>
                </a:cubicBezTo>
                <a:close/>
                <a:moveTo>
                  <a:pt x="2258782" y="3548879"/>
                </a:moveTo>
                <a:lnTo>
                  <a:pt x="2276728" y="3548879"/>
                </a:lnTo>
                <a:cubicBezTo>
                  <a:pt x="2277461" y="3548879"/>
                  <a:pt x="2278297" y="3549350"/>
                  <a:pt x="2278664" y="3549978"/>
                </a:cubicBezTo>
                <a:lnTo>
                  <a:pt x="2287663" y="3565517"/>
                </a:lnTo>
                <a:cubicBezTo>
                  <a:pt x="2288030" y="3566093"/>
                  <a:pt x="2288030" y="3567087"/>
                  <a:pt x="2287663" y="3567715"/>
                </a:cubicBezTo>
                <a:lnTo>
                  <a:pt x="2278664" y="3583254"/>
                </a:lnTo>
                <a:cubicBezTo>
                  <a:pt x="2278297" y="3583830"/>
                  <a:pt x="2277461" y="3584353"/>
                  <a:pt x="2276728" y="3584353"/>
                </a:cubicBezTo>
                <a:lnTo>
                  <a:pt x="2258782" y="3584353"/>
                </a:lnTo>
                <a:cubicBezTo>
                  <a:pt x="2258049" y="3584353"/>
                  <a:pt x="2257212" y="3583882"/>
                  <a:pt x="2256846" y="3583254"/>
                </a:cubicBezTo>
                <a:lnTo>
                  <a:pt x="2247846" y="3567715"/>
                </a:lnTo>
                <a:cubicBezTo>
                  <a:pt x="2247481" y="3567139"/>
                  <a:pt x="2247481" y="3566145"/>
                  <a:pt x="2247846" y="3565517"/>
                </a:cubicBezTo>
                <a:lnTo>
                  <a:pt x="2256846" y="3549978"/>
                </a:lnTo>
                <a:cubicBezTo>
                  <a:pt x="2257212" y="3549350"/>
                  <a:pt x="2258049" y="3548879"/>
                  <a:pt x="2258782" y="3548879"/>
                </a:cubicBezTo>
                <a:close/>
                <a:moveTo>
                  <a:pt x="2341345" y="3548826"/>
                </a:moveTo>
                <a:lnTo>
                  <a:pt x="2359396" y="3548826"/>
                </a:lnTo>
                <a:cubicBezTo>
                  <a:pt x="2360128" y="3548826"/>
                  <a:pt x="2360966" y="3549297"/>
                  <a:pt x="2361332" y="3549925"/>
                </a:cubicBezTo>
                <a:lnTo>
                  <a:pt x="2370331" y="3565569"/>
                </a:lnTo>
                <a:cubicBezTo>
                  <a:pt x="2370697" y="3566197"/>
                  <a:pt x="2370697" y="3567191"/>
                  <a:pt x="2370331" y="3567819"/>
                </a:cubicBezTo>
                <a:lnTo>
                  <a:pt x="2361332" y="3583463"/>
                </a:lnTo>
                <a:cubicBezTo>
                  <a:pt x="2360966" y="3584038"/>
                  <a:pt x="2360128" y="3584562"/>
                  <a:pt x="2359396" y="3584562"/>
                </a:cubicBezTo>
                <a:lnTo>
                  <a:pt x="2341345" y="3584562"/>
                </a:lnTo>
                <a:cubicBezTo>
                  <a:pt x="2340612" y="3584562"/>
                  <a:pt x="2339775" y="3584091"/>
                  <a:pt x="2339409" y="3583463"/>
                </a:cubicBezTo>
                <a:lnTo>
                  <a:pt x="2330410" y="3567819"/>
                </a:lnTo>
                <a:cubicBezTo>
                  <a:pt x="2330043" y="3567191"/>
                  <a:pt x="2330043" y="3566197"/>
                  <a:pt x="2330410" y="3565569"/>
                </a:cubicBezTo>
                <a:lnTo>
                  <a:pt x="2339409" y="3549925"/>
                </a:lnTo>
                <a:cubicBezTo>
                  <a:pt x="2339775" y="3549349"/>
                  <a:pt x="2340612" y="3548826"/>
                  <a:pt x="2341345" y="3548826"/>
                </a:cubicBezTo>
                <a:close/>
                <a:moveTo>
                  <a:pt x="2671704" y="3548199"/>
                </a:moveTo>
                <a:lnTo>
                  <a:pt x="2690383" y="3548199"/>
                </a:lnTo>
                <a:cubicBezTo>
                  <a:pt x="2691115" y="3548199"/>
                  <a:pt x="2692005" y="3548722"/>
                  <a:pt x="2692371" y="3549350"/>
                </a:cubicBezTo>
                <a:lnTo>
                  <a:pt x="2701684" y="3565517"/>
                </a:lnTo>
                <a:cubicBezTo>
                  <a:pt x="2702050" y="3566145"/>
                  <a:pt x="2702050" y="3567192"/>
                  <a:pt x="2701684" y="3567820"/>
                </a:cubicBezTo>
                <a:lnTo>
                  <a:pt x="2692371" y="3583987"/>
                </a:lnTo>
                <a:cubicBezTo>
                  <a:pt x="2692005" y="3584615"/>
                  <a:pt x="2691115" y="3585138"/>
                  <a:pt x="2690383" y="3585138"/>
                </a:cubicBezTo>
                <a:lnTo>
                  <a:pt x="2671704" y="3585138"/>
                </a:lnTo>
                <a:cubicBezTo>
                  <a:pt x="2670972" y="3585138"/>
                  <a:pt x="2670082" y="3584615"/>
                  <a:pt x="2669716" y="3583987"/>
                </a:cubicBezTo>
                <a:lnTo>
                  <a:pt x="2660402" y="3567820"/>
                </a:lnTo>
                <a:cubicBezTo>
                  <a:pt x="2660037" y="3567192"/>
                  <a:pt x="2660037" y="3566145"/>
                  <a:pt x="2660402" y="3565517"/>
                </a:cubicBezTo>
                <a:lnTo>
                  <a:pt x="2669716" y="3549350"/>
                </a:lnTo>
                <a:cubicBezTo>
                  <a:pt x="2670082" y="3548722"/>
                  <a:pt x="2670972" y="3548199"/>
                  <a:pt x="2671704" y="3548199"/>
                </a:cubicBezTo>
                <a:close/>
                <a:moveTo>
                  <a:pt x="770490" y="3548146"/>
                </a:moveTo>
                <a:lnTo>
                  <a:pt x="789220" y="3548146"/>
                </a:lnTo>
                <a:cubicBezTo>
                  <a:pt x="789953" y="3548146"/>
                  <a:pt x="790842" y="3548669"/>
                  <a:pt x="791209" y="3549297"/>
                </a:cubicBezTo>
                <a:lnTo>
                  <a:pt x="800575" y="3565517"/>
                </a:lnTo>
                <a:cubicBezTo>
                  <a:pt x="800941" y="3566145"/>
                  <a:pt x="800941" y="3567191"/>
                  <a:pt x="800575" y="3567819"/>
                </a:cubicBezTo>
                <a:lnTo>
                  <a:pt x="791209" y="3584039"/>
                </a:lnTo>
                <a:cubicBezTo>
                  <a:pt x="790842" y="3584666"/>
                  <a:pt x="789953" y="3585190"/>
                  <a:pt x="789220" y="3585190"/>
                </a:cubicBezTo>
                <a:lnTo>
                  <a:pt x="770490" y="3585190"/>
                </a:lnTo>
                <a:cubicBezTo>
                  <a:pt x="769757" y="3585190"/>
                  <a:pt x="768868" y="3584666"/>
                  <a:pt x="768501" y="3584039"/>
                </a:cubicBezTo>
                <a:lnTo>
                  <a:pt x="759135" y="3567819"/>
                </a:lnTo>
                <a:cubicBezTo>
                  <a:pt x="758770" y="3567191"/>
                  <a:pt x="758770" y="3566145"/>
                  <a:pt x="759135" y="3565517"/>
                </a:cubicBezTo>
                <a:lnTo>
                  <a:pt x="768501" y="3549297"/>
                </a:lnTo>
                <a:cubicBezTo>
                  <a:pt x="768868" y="3548669"/>
                  <a:pt x="769757" y="3548146"/>
                  <a:pt x="770490" y="3548146"/>
                </a:cubicBezTo>
                <a:close/>
                <a:moveTo>
                  <a:pt x="2423334" y="3547414"/>
                </a:moveTo>
                <a:lnTo>
                  <a:pt x="2442797" y="3547414"/>
                </a:lnTo>
                <a:cubicBezTo>
                  <a:pt x="2443582" y="3547414"/>
                  <a:pt x="2444524" y="3547937"/>
                  <a:pt x="2444890" y="3548618"/>
                </a:cubicBezTo>
                <a:lnTo>
                  <a:pt x="2454622" y="3565465"/>
                </a:lnTo>
                <a:cubicBezTo>
                  <a:pt x="2454988" y="3566145"/>
                  <a:pt x="2454988" y="3567192"/>
                  <a:pt x="2454622" y="3567872"/>
                </a:cubicBezTo>
                <a:lnTo>
                  <a:pt x="2444890" y="3584719"/>
                </a:lnTo>
                <a:cubicBezTo>
                  <a:pt x="2444524" y="3585400"/>
                  <a:pt x="2443582" y="3585923"/>
                  <a:pt x="2442797" y="3585923"/>
                </a:cubicBezTo>
                <a:lnTo>
                  <a:pt x="2423334" y="3585923"/>
                </a:lnTo>
                <a:cubicBezTo>
                  <a:pt x="2422549" y="3585923"/>
                  <a:pt x="2421607" y="3585400"/>
                  <a:pt x="2421241" y="3584719"/>
                </a:cubicBezTo>
                <a:lnTo>
                  <a:pt x="2411509" y="3567872"/>
                </a:lnTo>
                <a:cubicBezTo>
                  <a:pt x="2411142" y="3567192"/>
                  <a:pt x="2411142" y="3566145"/>
                  <a:pt x="2411509" y="3565465"/>
                </a:cubicBezTo>
                <a:lnTo>
                  <a:pt x="2421241" y="3548618"/>
                </a:lnTo>
                <a:cubicBezTo>
                  <a:pt x="2421607" y="3547937"/>
                  <a:pt x="2422549" y="3547414"/>
                  <a:pt x="2423334" y="3547414"/>
                </a:cubicBezTo>
                <a:close/>
                <a:moveTo>
                  <a:pt x="2588566" y="3547309"/>
                </a:moveTo>
                <a:lnTo>
                  <a:pt x="2608134" y="3547309"/>
                </a:lnTo>
                <a:cubicBezTo>
                  <a:pt x="2608919" y="3547309"/>
                  <a:pt x="2609860" y="3547832"/>
                  <a:pt x="2610227" y="3548512"/>
                </a:cubicBezTo>
                <a:lnTo>
                  <a:pt x="2620011" y="3565464"/>
                </a:lnTo>
                <a:cubicBezTo>
                  <a:pt x="2620377" y="3566145"/>
                  <a:pt x="2620377" y="3567191"/>
                  <a:pt x="2620011" y="3567871"/>
                </a:cubicBezTo>
                <a:lnTo>
                  <a:pt x="2610227" y="3584824"/>
                </a:lnTo>
                <a:cubicBezTo>
                  <a:pt x="2609860" y="3585504"/>
                  <a:pt x="2608919" y="3586027"/>
                  <a:pt x="2608134" y="3586027"/>
                </a:cubicBezTo>
                <a:lnTo>
                  <a:pt x="2588566" y="3586027"/>
                </a:lnTo>
                <a:cubicBezTo>
                  <a:pt x="2587781" y="3586027"/>
                  <a:pt x="2586839" y="3585504"/>
                  <a:pt x="2586473" y="3584824"/>
                </a:cubicBezTo>
                <a:lnTo>
                  <a:pt x="2576688" y="3567871"/>
                </a:lnTo>
                <a:cubicBezTo>
                  <a:pt x="2576323" y="3567191"/>
                  <a:pt x="2576323" y="3566145"/>
                  <a:pt x="2576688" y="3565464"/>
                </a:cubicBezTo>
                <a:lnTo>
                  <a:pt x="2586473" y="3548512"/>
                </a:lnTo>
                <a:cubicBezTo>
                  <a:pt x="2586839" y="3547832"/>
                  <a:pt x="2587781" y="3547309"/>
                  <a:pt x="2588566" y="3547309"/>
                </a:cubicBezTo>
                <a:close/>
                <a:moveTo>
                  <a:pt x="1017815" y="3546786"/>
                </a:moveTo>
                <a:lnTo>
                  <a:pt x="1037906" y="3546786"/>
                </a:lnTo>
                <a:cubicBezTo>
                  <a:pt x="1038691" y="3546786"/>
                  <a:pt x="1039633" y="3547362"/>
                  <a:pt x="1040051" y="3548042"/>
                </a:cubicBezTo>
                <a:lnTo>
                  <a:pt x="1050097" y="3565413"/>
                </a:lnTo>
                <a:cubicBezTo>
                  <a:pt x="1050516" y="3566093"/>
                  <a:pt x="1050516" y="3567192"/>
                  <a:pt x="1050097" y="3567872"/>
                </a:cubicBezTo>
                <a:lnTo>
                  <a:pt x="1040051" y="3585243"/>
                </a:lnTo>
                <a:cubicBezTo>
                  <a:pt x="1039685" y="3585923"/>
                  <a:pt x="1038691" y="3586498"/>
                  <a:pt x="1037906" y="3586498"/>
                </a:cubicBezTo>
                <a:lnTo>
                  <a:pt x="1017815" y="3586498"/>
                </a:lnTo>
                <a:cubicBezTo>
                  <a:pt x="1017030" y="3586498"/>
                  <a:pt x="1016088" y="3585923"/>
                  <a:pt x="1015670" y="3585243"/>
                </a:cubicBezTo>
                <a:lnTo>
                  <a:pt x="1005624" y="3567872"/>
                </a:lnTo>
                <a:cubicBezTo>
                  <a:pt x="1005205" y="3567192"/>
                  <a:pt x="1005205" y="3566093"/>
                  <a:pt x="1005624" y="3565413"/>
                </a:cubicBezTo>
                <a:lnTo>
                  <a:pt x="1015670" y="3548042"/>
                </a:lnTo>
                <a:cubicBezTo>
                  <a:pt x="1016036" y="3547362"/>
                  <a:pt x="1017030" y="3546786"/>
                  <a:pt x="1017815" y="3546786"/>
                </a:cubicBezTo>
                <a:close/>
                <a:moveTo>
                  <a:pt x="2505583" y="3546629"/>
                </a:moveTo>
                <a:lnTo>
                  <a:pt x="2525779" y="3546629"/>
                </a:lnTo>
                <a:cubicBezTo>
                  <a:pt x="2526564" y="3546629"/>
                  <a:pt x="2527506" y="3547204"/>
                  <a:pt x="2527925" y="3547885"/>
                </a:cubicBezTo>
                <a:lnTo>
                  <a:pt x="2538023" y="3565412"/>
                </a:lnTo>
                <a:cubicBezTo>
                  <a:pt x="2538442" y="3566093"/>
                  <a:pt x="2538442" y="3567244"/>
                  <a:pt x="2538023" y="3567924"/>
                </a:cubicBezTo>
                <a:lnTo>
                  <a:pt x="2527925" y="3585452"/>
                </a:lnTo>
                <a:cubicBezTo>
                  <a:pt x="2527558" y="3586132"/>
                  <a:pt x="2526564" y="3586707"/>
                  <a:pt x="2525779" y="3586707"/>
                </a:cubicBezTo>
                <a:lnTo>
                  <a:pt x="2505583" y="3586707"/>
                </a:lnTo>
                <a:cubicBezTo>
                  <a:pt x="2504798" y="3586707"/>
                  <a:pt x="2503857" y="3586132"/>
                  <a:pt x="2503438" y="3585452"/>
                </a:cubicBezTo>
                <a:lnTo>
                  <a:pt x="2493340" y="3567924"/>
                </a:lnTo>
                <a:cubicBezTo>
                  <a:pt x="2492921" y="3567244"/>
                  <a:pt x="2492921" y="3566093"/>
                  <a:pt x="2493340" y="3565412"/>
                </a:cubicBezTo>
                <a:lnTo>
                  <a:pt x="2503438" y="3547885"/>
                </a:lnTo>
                <a:cubicBezTo>
                  <a:pt x="2503805" y="3547204"/>
                  <a:pt x="2504798" y="3546629"/>
                  <a:pt x="2505583" y="3546629"/>
                </a:cubicBezTo>
                <a:close/>
                <a:moveTo>
                  <a:pt x="852320" y="3546419"/>
                </a:moveTo>
                <a:lnTo>
                  <a:pt x="872778" y="3546419"/>
                </a:lnTo>
                <a:cubicBezTo>
                  <a:pt x="873615" y="3546419"/>
                  <a:pt x="874557" y="3546995"/>
                  <a:pt x="874976" y="3547675"/>
                </a:cubicBezTo>
                <a:lnTo>
                  <a:pt x="885231" y="3565412"/>
                </a:lnTo>
                <a:cubicBezTo>
                  <a:pt x="885650" y="3566092"/>
                  <a:pt x="885650" y="3567243"/>
                  <a:pt x="885231" y="3567923"/>
                </a:cubicBezTo>
                <a:lnTo>
                  <a:pt x="874976" y="3585660"/>
                </a:lnTo>
                <a:cubicBezTo>
                  <a:pt x="874557" y="3586341"/>
                  <a:pt x="873563" y="3586916"/>
                  <a:pt x="872778" y="3586916"/>
                </a:cubicBezTo>
                <a:lnTo>
                  <a:pt x="852320" y="3586916"/>
                </a:lnTo>
                <a:cubicBezTo>
                  <a:pt x="851483" y="3586916"/>
                  <a:pt x="850542" y="3586341"/>
                  <a:pt x="850123" y="3585660"/>
                </a:cubicBezTo>
                <a:lnTo>
                  <a:pt x="839868" y="3567923"/>
                </a:lnTo>
                <a:cubicBezTo>
                  <a:pt x="839449" y="3567243"/>
                  <a:pt x="839449" y="3566092"/>
                  <a:pt x="839868" y="3565412"/>
                </a:cubicBezTo>
                <a:lnTo>
                  <a:pt x="850123" y="3547675"/>
                </a:lnTo>
                <a:cubicBezTo>
                  <a:pt x="850542" y="3546995"/>
                  <a:pt x="851536" y="3546419"/>
                  <a:pt x="852320" y="3546419"/>
                </a:cubicBezTo>
                <a:close/>
                <a:moveTo>
                  <a:pt x="2753326" y="3546053"/>
                </a:moveTo>
                <a:lnTo>
                  <a:pt x="2774097" y="3546053"/>
                </a:lnTo>
                <a:cubicBezTo>
                  <a:pt x="2774935" y="3546053"/>
                  <a:pt x="2775929" y="3546628"/>
                  <a:pt x="2776348" y="3547361"/>
                </a:cubicBezTo>
                <a:lnTo>
                  <a:pt x="2786760" y="3565359"/>
                </a:lnTo>
                <a:cubicBezTo>
                  <a:pt x="2787178" y="3566040"/>
                  <a:pt x="2787178" y="3567191"/>
                  <a:pt x="2786760" y="3567923"/>
                </a:cubicBezTo>
                <a:lnTo>
                  <a:pt x="2776348" y="3585922"/>
                </a:lnTo>
                <a:cubicBezTo>
                  <a:pt x="2775929" y="3586654"/>
                  <a:pt x="2774935" y="3587230"/>
                  <a:pt x="2774097" y="3587230"/>
                </a:cubicBezTo>
                <a:lnTo>
                  <a:pt x="2753326" y="3587230"/>
                </a:lnTo>
                <a:cubicBezTo>
                  <a:pt x="2752489" y="3587230"/>
                  <a:pt x="2751495" y="3586654"/>
                  <a:pt x="2751076" y="3585922"/>
                </a:cubicBezTo>
                <a:lnTo>
                  <a:pt x="2740664" y="3567923"/>
                </a:lnTo>
                <a:cubicBezTo>
                  <a:pt x="2740245" y="3567243"/>
                  <a:pt x="2740245" y="3566092"/>
                  <a:pt x="2740664" y="3565359"/>
                </a:cubicBezTo>
                <a:lnTo>
                  <a:pt x="2751076" y="3547361"/>
                </a:lnTo>
                <a:cubicBezTo>
                  <a:pt x="2751495" y="3546628"/>
                  <a:pt x="2752489" y="3546053"/>
                  <a:pt x="2753326" y="3546053"/>
                </a:cubicBezTo>
                <a:close/>
                <a:moveTo>
                  <a:pt x="1100169" y="3546053"/>
                </a:moveTo>
                <a:lnTo>
                  <a:pt x="1120940" y="3546053"/>
                </a:lnTo>
                <a:cubicBezTo>
                  <a:pt x="1121777" y="3546053"/>
                  <a:pt x="1122772" y="3546628"/>
                  <a:pt x="1123190" y="3547361"/>
                </a:cubicBezTo>
                <a:lnTo>
                  <a:pt x="1133602" y="3565359"/>
                </a:lnTo>
                <a:cubicBezTo>
                  <a:pt x="1134021" y="3566040"/>
                  <a:pt x="1134021" y="3567191"/>
                  <a:pt x="1133602" y="3567923"/>
                </a:cubicBezTo>
                <a:lnTo>
                  <a:pt x="1123190" y="3585922"/>
                </a:lnTo>
                <a:cubicBezTo>
                  <a:pt x="1122772" y="3586654"/>
                  <a:pt x="1121777" y="3587230"/>
                  <a:pt x="1120940" y="3587230"/>
                </a:cubicBezTo>
                <a:lnTo>
                  <a:pt x="1100169" y="3587230"/>
                </a:lnTo>
                <a:cubicBezTo>
                  <a:pt x="1099332" y="3587230"/>
                  <a:pt x="1098337" y="3586654"/>
                  <a:pt x="1097919" y="3585922"/>
                </a:cubicBezTo>
                <a:lnTo>
                  <a:pt x="1087507" y="3567923"/>
                </a:lnTo>
                <a:cubicBezTo>
                  <a:pt x="1087088" y="3567243"/>
                  <a:pt x="1087088" y="3566092"/>
                  <a:pt x="1087507" y="3565359"/>
                </a:cubicBezTo>
                <a:lnTo>
                  <a:pt x="1097919" y="3547361"/>
                </a:lnTo>
                <a:cubicBezTo>
                  <a:pt x="1098337" y="3546628"/>
                  <a:pt x="1099332" y="3546053"/>
                  <a:pt x="1100169" y="3546053"/>
                </a:cubicBezTo>
                <a:close/>
                <a:moveTo>
                  <a:pt x="934466" y="3545478"/>
                </a:moveTo>
                <a:lnTo>
                  <a:pt x="955918" y="3545478"/>
                </a:lnTo>
                <a:cubicBezTo>
                  <a:pt x="956755" y="3545478"/>
                  <a:pt x="957802" y="3546054"/>
                  <a:pt x="958220" y="3546786"/>
                </a:cubicBezTo>
                <a:lnTo>
                  <a:pt x="968946" y="3565360"/>
                </a:lnTo>
                <a:cubicBezTo>
                  <a:pt x="969365" y="3566093"/>
                  <a:pt x="969365" y="3567296"/>
                  <a:pt x="968946" y="3568029"/>
                </a:cubicBezTo>
                <a:lnTo>
                  <a:pt x="958220" y="3586603"/>
                </a:lnTo>
                <a:cubicBezTo>
                  <a:pt x="957802" y="3587335"/>
                  <a:pt x="956755" y="3587911"/>
                  <a:pt x="955918" y="3587911"/>
                </a:cubicBezTo>
                <a:lnTo>
                  <a:pt x="934466" y="3587911"/>
                </a:lnTo>
                <a:cubicBezTo>
                  <a:pt x="933629" y="3587911"/>
                  <a:pt x="932583" y="3587335"/>
                  <a:pt x="932164" y="3586603"/>
                </a:cubicBezTo>
                <a:lnTo>
                  <a:pt x="921438" y="3568029"/>
                </a:lnTo>
                <a:cubicBezTo>
                  <a:pt x="921019" y="3567296"/>
                  <a:pt x="921019" y="3566093"/>
                  <a:pt x="921438" y="3565360"/>
                </a:cubicBezTo>
                <a:lnTo>
                  <a:pt x="932164" y="3546786"/>
                </a:lnTo>
                <a:cubicBezTo>
                  <a:pt x="932583" y="3546054"/>
                  <a:pt x="933629" y="3545478"/>
                  <a:pt x="934466" y="3545478"/>
                </a:cubicBezTo>
                <a:close/>
                <a:moveTo>
                  <a:pt x="2835576" y="3545425"/>
                </a:moveTo>
                <a:lnTo>
                  <a:pt x="2857080" y="3545425"/>
                </a:lnTo>
                <a:cubicBezTo>
                  <a:pt x="2857917" y="3545425"/>
                  <a:pt x="2858964" y="3546001"/>
                  <a:pt x="2859382" y="3546733"/>
                </a:cubicBezTo>
                <a:lnTo>
                  <a:pt x="2870109" y="3565360"/>
                </a:lnTo>
                <a:cubicBezTo>
                  <a:pt x="2870527" y="3566092"/>
                  <a:pt x="2870527" y="3567296"/>
                  <a:pt x="2870109" y="3568028"/>
                </a:cubicBezTo>
                <a:lnTo>
                  <a:pt x="2859382" y="3586655"/>
                </a:lnTo>
                <a:cubicBezTo>
                  <a:pt x="2858964" y="3587387"/>
                  <a:pt x="2857917" y="3587963"/>
                  <a:pt x="2857080" y="3587963"/>
                </a:cubicBezTo>
                <a:lnTo>
                  <a:pt x="2835576" y="3587963"/>
                </a:lnTo>
                <a:cubicBezTo>
                  <a:pt x="2834739" y="3587963"/>
                  <a:pt x="2833692" y="3587387"/>
                  <a:pt x="2833274" y="3586655"/>
                </a:cubicBezTo>
                <a:lnTo>
                  <a:pt x="2822548" y="3568028"/>
                </a:lnTo>
                <a:cubicBezTo>
                  <a:pt x="2822129" y="3567296"/>
                  <a:pt x="2822129" y="3566092"/>
                  <a:pt x="2822548" y="3565360"/>
                </a:cubicBezTo>
                <a:lnTo>
                  <a:pt x="2833274" y="3546733"/>
                </a:lnTo>
                <a:cubicBezTo>
                  <a:pt x="2833692" y="3546001"/>
                  <a:pt x="2834739" y="3545425"/>
                  <a:pt x="2835576" y="3545425"/>
                </a:cubicBezTo>
                <a:close/>
                <a:moveTo>
                  <a:pt x="2008579" y="3544588"/>
                </a:moveTo>
                <a:lnTo>
                  <a:pt x="2030921" y="3544588"/>
                </a:lnTo>
                <a:cubicBezTo>
                  <a:pt x="2031810" y="3544588"/>
                  <a:pt x="2032909" y="3545163"/>
                  <a:pt x="2033327" y="3545948"/>
                </a:cubicBezTo>
                <a:lnTo>
                  <a:pt x="2044472" y="3565308"/>
                </a:lnTo>
                <a:cubicBezTo>
                  <a:pt x="2044890" y="3566092"/>
                  <a:pt x="2044890" y="3567296"/>
                  <a:pt x="2044472" y="3568080"/>
                </a:cubicBezTo>
                <a:lnTo>
                  <a:pt x="2033327" y="3587440"/>
                </a:lnTo>
                <a:cubicBezTo>
                  <a:pt x="2032857" y="3588172"/>
                  <a:pt x="2031810" y="3588800"/>
                  <a:pt x="2030921" y="3588800"/>
                </a:cubicBezTo>
                <a:lnTo>
                  <a:pt x="2008579" y="3588800"/>
                </a:lnTo>
                <a:cubicBezTo>
                  <a:pt x="2007690" y="3588800"/>
                  <a:pt x="2006591" y="3588224"/>
                  <a:pt x="2006172" y="3587440"/>
                </a:cubicBezTo>
                <a:lnTo>
                  <a:pt x="1995028" y="3568080"/>
                </a:lnTo>
                <a:cubicBezTo>
                  <a:pt x="1994609" y="3567296"/>
                  <a:pt x="1994609" y="3566092"/>
                  <a:pt x="1995028" y="3565308"/>
                </a:cubicBezTo>
                <a:lnTo>
                  <a:pt x="2006172" y="3545948"/>
                </a:lnTo>
                <a:cubicBezTo>
                  <a:pt x="2006644" y="3545216"/>
                  <a:pt x="2007690" y="3544588"/>
                  <a:pt x="2008579" y="3544588"/>
                </a:cubicBezTo>
                <a:close/>
                <a:moveTo>
                  <a:pt x="1925806" y="3544274"/>
                </a:moveTo>
                <a:lnTo>
                  <a:pt x="1948409" y="3544274"/>
                </a:lnTo>
                <a:cubicBezTo>
                  <a:pt x="1949298" y="3544274"/>
                  <a:pt x="1950344" y="3544902"/>
                  <a:pt x="1950815" y="3545687"/>
                </a:cubicBezTo>
                <a:lnTo>
                  <a:pt x="1962117" y="3565255"/>
                </a:lnTo>
                <a:cubicBezTo>
                  <a:pt x="1962588" y="3565988"/>
                  <a:pt x="1962588" y="3567243"/>
                  <a:pt x="1962117" y="3568028"/>
                </a:cubicBezTo>
                <a:lnTo>
                  <a:pt x="1950815" y="3587596"/>
                </a:lnTo>
                <a:cubicBezTo>
                  <a:pt x="1950397" y="3588381"/>
                  <a:pt x="1949298" y="3589009"/>
                  <a:pt x="1948409" y="3589009"/>
                </a:cubicBezTo>
                <a:lnTo>
                  <a:pt x="1925806" y="3589009"/>
                </a:lnTo>
                <a:cubicBezTo>
                  <a:pt x="1924916" y="3589009"/>
                  <a:pt x="1923870" y="3588381"/>
                  <a:pt x="1923399" y="3587596"/>
                </a:cubicBezTo>
                <a:lnTo>
                  <a:pt x="1912097" y="3568028"/>
                </a:lnTo>
                <a:cubicBezTo>
                  <a:pt x="1911626" y="3567296"/>
                  <a:pt x="1911626" y="3566040"/>
                  <a:pt x="1912097" y="3565255"/>
                </a:cubicBezTo>
                <a:lnTo>
                  <a:pt x="1923399" y="3545687"/>
                </a:lnTo>
                <a:cubicBezTo>
                  <a:pt x="1923817" y="3544902"/>
                  <a:pt x="1924916" y="3544274"/>
                  <a:pt x="1925806" y="3544274"/>
                </a:cubicBezTo>
                <a:close/>
                <a:moveTo>
                  <a:pt x="1181844" y="3544222"/>
                </a:moveTo>
                <a:lnTo>
                  <a:pt x="1204499" y="3544222"/>
                </a:lnTo>
                <a:cubicBezTo>
                  <a:pt x="1205388" y="3544222"/>
                  <a:pt x="1206435" y="3544850"/>
                  <a:pt x="1206906" y="3545635"/>
                </a:cubicBezTo>
                <a:lnTo>
                  <a:pt x="1218207" y="3565255"/>
                </a:lnTo>
                <a:cubicBezTo>
                  <a:pt x="1218678" y="3566040"/>
                  <a:pt x="1218678" y="3567296"/>
                  <a:pt x="1218207" y="3568081"/>
                </a:cubicBezTo>
                <a:lnTo>
                  <a:pt x="1206906" y="3587701"/>
                </a:lnTo>
                <a:cubicBezTo>
                  <a:pt x="1206487" y="3588486"/>
                  <a:pt x="1205388" y="3589114"/>
                  <a:pt x="1204499" y="3589114"/>
                </a:cubicBezTo>
                <a:lnTo>
                  <a:pt x="1181844" y="3589114"/>
                </a:lnTo>
                <a:cubicBezTo>
                  <a:pt x="1180954" y="3589114"/>
                  <a:pt x="1179908" y="3588486"/>
                  <a:pt x="1179437" y="3587701"/>
                </a:cubicBezTo>
                <a:lnTo>
                  <a:pt x="1168135" y="3568081"/>
                </a:lnTo>
                <a:cubicBezTo>
                  <a:pt x="1167664" y="3567296"/>
                  <a:pt x="1167664" y="3566040"/>
                  <a:pt x="1168135" y="3565255"/>
                </a:cubicBezTo>
                <a:lnTo>
                  <a:pt x="1179437" y="3545635"/>
                </a:lnTo>
                <a:cubicBezTo>
                  <a:pt x="1179855" y="3544850"/>
                  <a:pt x="1180954" y="3544222"/>
                  <a:pt x="1181844" y="3544222"/>
                </a:cubicBezTo>
                <a:close/>
                <a:moveTo>
                  <a:pt x="436625" y="3541606"/>
                </a:moveTo>
                <a:lnTo>
                  <a:pt x="461949" y="3541606"/>
                </a:lnTo>
                <a:cubicBezTo>
                  <a:pt x="462943" y="3541606"/>
                  <a:pt x="464146" y="3542286"/>
                  <a:pt x="464670" y="3543176"/>
                </a:cubicBezTo>
                <a:lnTo>
                  <a:pt x="477331" y="3565098"/>
                </a:lnTo>
                <a:cubicBezTo>
                  <a:pt x="477855" y="3565988"/>
                  <a:pt x="477855" y="3567348"/>
                  <a:pt x="477331" y="3568238"/>
                </a:cubicBezTo>
                <a:lnTo>
                  <a:pt x="464670" y="3590161"/>
                </a:lnTo>
                <a:cubicBezTo>
                  <a:pt x="464146" y="3591050"/>
                  <a:pt x="462943" y="3591730"/>
                  <a:pt x="461949" y="3591730"/>
                </a:cubicBezTo>
                <a:lnTo>
                  <a:pt x="436625" y="3591730"/>
                </a:lnTo>
                <a:cubicBezTo>
                  <a:pt x="435631" y="3591730"/>
                  <a:pt x="434427" y="3591050"/>
                  <a:pt x="433904" y="3590161"/>
                </a:cubicBezTo>
                <a:lnTo>
                  <a:pt x="421243" y="3568238"/>
                </a:lnTo>
                <a:cubicBezTo>
                  <a:pt x="420719" y="3567348"/>
                  <a:pt x="420719" y="3565988"/>
                  <a:pt x="421243" y="3565098"/>
                </a:cubicBezTo>
                <a:lnTo>
                  <a:pt x="433904" y="3543176"/>
                </a:lnTo>
                <a:cubicBezTo>
                  <a:pt x="434427" y="3542286"/>
                  <a:pt x="435631" y="3541606"/>
                  <a:pt x="436625" y="3541606"/>
                </a:cubicBezTo>
                <a:close/>
                <a:moveTo>
                  <a:pt x="1345662" y="3541292"/>
                </a:moveTo>
                <a:lnTo>
                  <a:pt x="1371300" y="3541292"/>
                </a:lnTo>
                <a:cubicBezTo>
                  <a:pt x="1372346" y="3541292"/>
                  <a:pt x="1373550" y="3541972"/>
                  <a:pt x="1374073" y="3542862"/>
                </a:cubicBezTo>
                <a:lnTo>
                  <a:pt x="1386892" y="3565098"/>
                </a:lnTo>
                <a:cubicBezTo>
                  <a:pt x="1387415" y="3565988"/>
                  <a:pt x="1387415" y="3567400"/>
                  <a:pt x="1386892" y="3568290"/>
                </a:cubicBezTo>
                <a:lnTo>
                  <a:pt x="1374073" y="3590527"/>
                </a:lnTo>
                <a:cubicBezTo>
                  <a:pt x="1373550" y="3591364"/>
                  <a:pt x="1372294" y="3592097"/>
                  <a:pt x="1371300" y="3592097"/>
                </a:cubicBezTo>
                <a:lnTo>
                  <a:pt x="1345662" y="3592097"/>
                </a:lnTo>
                <a:cubicBezTo>
                  <a:pt x="1344616" y="3592097"/>
                  <a:pt x="1343413" y="3591416"/>
                  <a:pt x="1342889" y="3590527"/>
                </a:cubicBezTo>
                <a:lnTo>
                  <a:pt x="1330070" y="3568290"/>
                </a:lnTo>
                <a:cubicBezTo>
                  <a:pt x="1329547" y="3567400"/>
                  <a:pt x="1329547" y="3565988"/>
                  <a:pt x="1330070" y="3565098"/>
                </a:cubicBezTo>
                <a:lnTo>
                  <a:pt x="1342889" y="3542862"/>
                </a:lnTo>
                <a:cubicBezTo>
                  <a:pt x="1343413" y="3542025"/>
                  <a:pt x="1344668" y="3541292"/>
                  <a:pt x="1345662" y="3541292"/>
                </a:cubicBezTo>
                <a:close/>
                <a:moveTo>
                  <a:pt x="1262733" y="3540821"/>
                </a:moveTo>
                <a:lnTo>
                  <a:pt x="1288842" y="3540821"/>
                </a:lnTo>
                <a:cubicBezTo>
                  <a:pt x="1289836" y="3540821"/>
                  <a:pt x="1291091" y="3541553"/>
                  <a:pt x="1291615" y="3542443"/>
                </a:cubicBezTo>
                <a:lnTo>
                  <a:pt x="1304695" y="3565046"/>
                </a:lnTo>
                <a:cubicBezTo>
                  <a:pt x="1305218" y="3565935"/>
                  <a:pt x="1305218" y="3567400"/>
                  <a:pt x="1304695" y="3568290"/>
                </a:cubicBezTo>
                <a:lnTo>
                  <a:pt x="1291615" y="3590893"/>
                </a:lnTo>
                <a:cubicBezTo>
                  <a:pt x="1291144" y="3591782"/>
                  <a:pt x="1289888" y="3592515"/>
                  <a:pt x="1288842" y="3592515"/>
                </a:cubicBezTo>
                <a:lnTo>
                  <a:pt x="1262733" y="3592515"/>
                </a:lnTo>
                <a:cubicBezTo>
                  <a:pt x="1261739" y="3592515"/>
                  <a:pt x="1260483" y="3591782"/>
                  <a:pt x="1259960" y="3590893"/>
                </a:cubicBezTo>
                <a:lnTo>
                  <a:pt x="1246880" y="3568290"/>
                </a:lnTo>
                <a:cubicBezTo>
                  <a:pt x="1246356" y="3567400"/>
                  <a:pt x="1246356" y="3565935"/>
                  <a:pt x="1246880" y="3565046"/>
                </a:cubicBezTo>
                <a:lnTo>
                  <a:pt x="1259960" y="3542443"/>
                </a:lnTo>
                <a:cubicBezTo>
                  <a:pt x="1260431" y="3541553"/>
                  <a:pt x="1261687" y="3540821"/>
                  <a:pt x="1262733" y="3540821"/>
                </a:cubicBezTo>
                <a:close/>
                <a:moveTo>
                  <a:pt x="1428069" y="3540769"/>
                </a:moveTo>
                <a:lnTo>
                  <a:pt x="1454230" y="3540769"/>
                </a:lnTo>
                <a:cubicBezTo>
                  <a:pt x="1455277" y="3540769"/>
                  <a:pt x="1456532" y="3541501"/>
                  <a:pt x="1457055" y="3542391"/>
                </a:cubicBezTo>
                <a:lnTo>
                  <a:pt x="1470136" y="3565046"/>
                </a:lnTo>
                <a:cubicBezTo>
                  <a:pt x="1470659" y="3565936"/>
                  <a:pt x="1470659" y="3567401"/>
                  <a:pt x="1470136" y="3568290"/>
                </a:cubicBezTo>
                <a:lnTo>
                  <a:pt x="1457055" y="3590945"/>
                </a:lnTo>
                <a:cubicBezTo>
                  <a:pt x="1456532" y="3591835"/>
                  <a:pt x="1455277" y="3592567"/>
                  <a:pt x="1454230" y="3592567"/>
                </a:cubicBezTo>
                <a:lnTo>
                  <a:pt x="1428069" y="3592567"/>
                </a:lnTo>
                <a:cubicBezTo>
                  <a:pt x="1427023" y="3592567"/>
                  <a:pt x="1425767" y="3591835"/>
                  <a:pt x="1425244" y="3590945"/>
                </a:cubicBezTo>
                <a:lnTo>
                  <a:pt x="1412163" y="3568290"/>
                </a:lnTo>
                <a:cubicBezTo>
                  <a:pt x="1411640" y="3567401"/>
                  <a:pt x="1411640" y="3565936"/>
                  <a:pt x="1412163" y="3565046"/>
                </a:cubicBezTo>
                <a:lnTo>
                  <a:pt x="1425244" y="3542391"/>
                </a:lnTo>
                <a:cubicBezTo>
                  <a:pt x="1425767" y="3541501"/>
                  <a:pt x="1427023" y="3540769"/>
                  <a:pt x="1428069" y="3540769"/>
                </a:cubicBezTo>
                <a:close/>
                <a:moveTo>
                  <a:pt x="1839527" y="3537106"/>
                </a:moveTo>
                <a:lnTo>
                  <a:pt x="1869350" y="3537106"/>
                </a:lnTo>
                <a:cubicBezTo>
                  <a:pt x="1870501" y="3537106"/>
                  <a:pt x="1871966" y="3537943"/>
                  <a:pt x="1872542" y="3538937"/>
                </a:cubicBezTo>
                <a:lnTo>
                  <a:pt x="1887454" y="3564784"/>
                </a:lnTo>
                <a:cubicBezTo>
                  <a:pt x="1888029" y="3565831"/>
                  <a:pt x="1888029" y="3567505"/>
                  <a:pt x="1887454" y="3568499"/>
                </a:cubicBezTo>
                <a:lnTo>
                  <a:pt x="1872542" y="3594346"/>
                </a:lnTo>
                <a:cubicBezTo>
                  <a:pt x="1871966" y="3595340"/>
                  <a:pt x="1870554" y="3596177"/>
                  <a:pt x="1869350" y="3596177"/>
                </a:cubicBezTo>
                <a:lnTo>
                  <a:pt x="1839527" y="3596177"/>
                </a:lnTo>
                <a:cubicBezTo>
                  <a:pt x="1838376" y="3596177"/>
                  <a:pt x="1836911" y="3595340"/>
                  <a:pt x="1836335" y="3594346"/>
                </a:cubicBezTo>
                <a:lnTo>
                  <a:pt x="1821424" y="3568499"/>
                </a:lnTo>
                <a:cubicBezTo>
                  <a:pt x="1820848" y="3567453"/>
                  <a:pt x="1820848" y="3565778"/>
                  <a:pt x="1821424" y="3564784"/>
                </a:cubicBezTo>
                <a:lnTo>
                  <a:pt x="1836335" y="3538937"/>
                </a:lnTo>
                <a:cubicBezTo>
                  <a:pt x="1836911" y="3537943"/>
                  <a:pt x="1838323" y="3537106"/>
                  <a:pt x="1839527" y="3537106"/>
                </a:cubicBezTo>
                <a:close/>
                <a:moveTo>
                  <a:pt x="1507964" y="3535275"/>
                </a:moveTo>
                <a:lnTo>
                  <a:pt x="1539672" y="3535275"/>
                </a:lnTo>
                <a:cubicBezTo>
                  <a:pt x="1540927" y="3535275"/>
                  <a:pt x="1542444" y="3536112"/>
                  <a:pt x="1543072" y="3537211"/>
                </a:cubicBezTo>
                <a:lnTo>
                  <a:pt x="1558926" y="3564680"/>
                </a:lnTo>
                <a:cubicBezTo>
                  <a:pt x="1559554" y="3565779"/>
                  <a:pt x="1559554" y="3567505"/>
                  <a:pt x="1558926" y="3568604"/>
                </a:cubicBezTo>
                <a:lnTo>
                  <a:pt x="1543072" y="3596073"/>
                </a:lnTo>
                <a:cubicBezTo>
                  <a:pt x="1542444" y="3597119"/>
                  <a:pt x="1540927" y="3598009"/>
                  <a:pt x="1539672" y="3598009"/>
                </a:cubicBezTo>
                <a:lnTo>
                  <a:pt x="1507964" y="3598009"/>
                </a:lnTo>
                <a:cubicBezTo>
                  <a:pt x="1506709" y="3598009"/>
                  <a:pt x="1505191" y="3597172"/>
                  <a:pt x="1504564" y="3596073"/>
                </a:cubicBezTo>
                <a:lnTo>
                  <a:pt x="1488710" y="3568604"/>
                </a:lnTo>
                <a:cubicBezTo>
                  <a:pt x="1488082" y="3567505"/>
                  <a:pt x="1488082" y="3565779"/>
                  <a:pt x="1488710" y="3564680"/>
                </a:cubicBezTo>
                <a:lnTo>
                  <a:pt x="1504564" y="3537211"/>
                </a:lnTo>
                <a:cubicBezTo>
                  <a:pt x="1505191" y="3536165"/>
                  <a:pt x="1506709" y="3535275"/>
                  <a:pt x="1507964" y="3535275"/>
                </a:cubicBezTo>
                <a:close/>
                <a:moveTo>
                  <a:pt x="1590214" y="3534595"/>
                </a:moveTo>
                <a:lnTo>
                  <a:pt x="1622653" y="3534595"/>
                </a:lnTo>
                <a:cubicBezTo>
                  <a:pt x="1623909" y="3534595"/>
                  <a:pt x="1625479" y="3535484"/>
                  <a:pt x="1626107" y="3536583"/>
                </a:cubicBezTo>
                <a:lnTo>
                  <a:pt x="1642326" y="3564680"/>
                </a:lnTo>
                <a:cubicBezTo>
                  <a:pt x="1642954" y="3565831"/>
                  <a:pt x="1642954" y="3567610"/>
                  <a:pt x="1642326" y="3568709"/>
                </a:cubicBezTo>
                <a:lnTo>
                  <a:pt x="1626107" y="3596805"/>
                </a:lnTo>
                <a:cubicBezTo>
                  <a:pt x="1625479" y="3597904"/>
                  <a:pt x="1623909" y="3598794"/>
                  <a:pt x="1622653" y="3598794"/>
                </a:cubicBezTo>
                <a:lnTo>
                  <a:pt x="1590214" y="3598794"/>
                </a:lnTo>
                <a:cubicBezTo>
                  <a:pt x="1588958" y="3598794"/>
                  <a:pt x="1587389" y="3597904"/>
                  <a:pt x="1586761" y="3596805"/>
                </a:cubicBezTo>
                <a:lnTo>
                  <a:pt x="1570541" y="3568709"/>
                </a:lnTo>
                <a:cubicBezTo>
                  <a:pt x="1569913" y="3567558"/>
                  <a:pt x="1569913" y="3565779"/>
                  <a:pt x="1570541" y="3564680"/>
                </a:cubicBezTo>
                <a:lnTo>
                  <a:pt x="1586761" y="3536583"/>
                </a:lnTo>
                <a:cubicBezTo>
                  <a:pt x="1587389" y="3535484"/>
                  <a:pt x="1588958" y="3534595"/>
                  <a:pt x="1590214" y="3534595"/>
                </a:cubicBezTo>
                <a:close/>
                <a:moveTo>
                  <a:pt x="1755289" y="3534072"/>
                </a:moveTo>
                <a:lnTo>
                  <a:pt x="1788199" y="3534072"/>
                </a:lnTo>
                <a:cubicBezTo>
                  <a:pt x="1789455" y="3534072"/>
                  <a:pt x="1791077" y="3535014"/>
                  <a:pt x="1791705" y="3536113"/>
                </a:cubicBezTo>
                <a:lnTo>
                  <a:pt x="1808186" y="3564628"/>
                </a:lnTo>
                <a:cubicBezTo>
                  <a:pt x="1808814" y="3565779"/>
                  <a:pt x="1808814" y="3567610"/>
                  <a:pt x="1808186" y="3568709"/>
                </a:cubicBezTo>
                <a:lnTo>
                  <a:pt x="1791705" y="3597224"/>
                </a:lnTo>
                <a:cubicBezTo>
                  <a:pt x="1791077" y="3598376"/>
                  <a:pt x="1789507" y="3599265"/>
                  <a:pt x="1788199" y="3599265"/>
                </a:cubicBezTo>
                <a:lnTo>
                  <a:pt x="1755289" y="3599265"/>
                </a:lnTo>
                <a:cubicBezTo>
                  <a:pt x="1754033" y="3599265"/>
                  <a:pt x="1752411" y="3598323"/>
                  <a:pt x="1751783" y="3597224"/>
                </a:cubicBezTo>
                <a:lnTo>
                  <a:pt x="1735302" y="3568709"/>
                </a:lnTo>
                <a:cubicBezTo>
                  <a:pt x="1734674" y="3567558"/>
                  <a:pt x="1734674" y="3565727"/>
                  <a:pt x="1735302" y="3564628"/>
                </a:cubicBezTo>
                <a:lnTo>
                  <a:pt x="1751783" y="3536113"/>
                </a:lnTo>
                <a:cubicBezTo>
                  <a:pt x="1752411" y="3534961"/>
                  <a:pt x="1753981" y="3534072"/>
                  <a:pt x="1755289" y="3534072"/>
                </a:cubicBezTo>
                <a:close/>
                <a:moveTo>
                  <a:pt x="1672621" y="3534072"/>
                </a:moveTo>
                <a:lnTo>
                  <a:pt x="1705531" y="3534072"/>
                </a:lnTo>
                <a:cubicBezTo>
                  <a:pt x="1706787" y="3534072"/>
                  <a:pt x="1708409" y="3535014"/>
                  <a:pt x="1709037" y="3536113"/>
                </a:cubicBezTo>
                <a:lnTo>
                  <a:pt x="1725518" y="3564628"/>
                </a:lnTo>
                <a:cubicBezTo>
                  <a:pt x="1726146" y="3565779"/>
                  <a:pt x="1726146" y="3567610"/>
                  <a:pt x="1725518" y="3568709"/>
                </a:cubicBezTo>
                <a:lnTo>
                  <a:pt x="1709037" y="3597224"/>
                </a:lnTo>
                <a:cubicBezTo>
                  <a:pt x="1708409" y="3598376"/>
                  <a:pt x="1706839" y="3599265"/>
                  <a:pt x="1705531" y="3599265"/>
                </a:cubicBezTo>
                <a:lnTo>
                  <a:pt x="1672621" y="3599265"/>
                </a:lnTo>
                <a:cubicBezTo>
                  <a:pt x="1671365" y="3599265"/>
                  <a:pt x="1669743" y="3598323"/>
                  <a:pt x="1669115" y="3597224"/>
                </a:cubicBezTo>
                <a:lnTo>
                  <a:pt x="1652634" y="3568709"/>
                </a:lnTo>
                <a:cubicBezTo>
                  <a:pt x="1652006" y="3567558"/>
                  <a:pt x="1652006" y="3565727"/>
                  <a:pt x="1652634" y="3564628"/>
                </a:cubicBezTo>
                <a:lnTo>
                  <a:pt x="1669115" y="3536113"/>
                </a:lnTo>
                <a:cubicBezTo>
                  <a:pt x="1669743" y="3534961"/>
                  <a:pt x="1671313" y="3534072"/>
                  <a:pt x="1672621" y="3534072"/>
                </a:cubicBezTo>
                <a:close/>
                <a:moveTo>
                  <a:pt x="362694" y="3476256"/>
                </a:moveTo>
                <a:lnTo>
                  <a:pt x="370490" y="3476256"/>
                </a:lnTo>
                <a:cubicBezTo>
                  <a:pt x="370804" y="3476256"/>
                  <a:pt x="371170" y="3476465"/>
                  <a:pt x="371327" y="3476727"/>
                </a:cubicBezTo>
                <a:lnTo>
                  <a:pt x="375251" y="3483476"/>
                </a:lnTo>
                <a:cubicBezTo>
                  <a:pt x="375408" y="3483738"/>
                  <a:pt x="375408" y="3484157"/>
                  <a:pt x="375251" y="3484418"/>
                </a:cubicBezTo>
                <a:lnTo>
                  <a:pt x="371327" y="3491168"/>
                </a:lnTo>
                <a:cubicBezTo>
                  <a:pt x="371170" y="3491429"/>
                  <a:pt x="370804" y="3491639"/>
                  <a:pt x="370490" y="3491639"/>
                </a:cubicBezTo>
                <a:lnTo>
                  <a:pt x="362694" y="3491639"/>
                </a:lnTo>
                <a:cubicBezTo>
                  <a:pt x="362380" y="3491639"/>
                  <a:pt x="362014" y="3491429"/>
                  <a:pt x="361857" y="3491168"/>
                </a:cubicBezTo>
                <a:lnTo>
                  <a:pt x="357933" y="3484418"/>
                </a:lnTo>
                <a:cubicBezTo>
                  <a:pt x="357776" y="3484157"/>
                  <a:pt x="357776" y="3483738"/>
                  <a:pt x="357933" y="3483476"/>
                </a:cubicBezTo>
                <a:lnTo>
                  <a:pt x="361857" y="3476727"/>
                </a:lnTo>
                <a:cubicBezTo>
                  <a:pt x="362014" y="3476465"/>
                  <a:pt x="362380" y="3476256"/>
                  <a:pt x="362694" y="3476256"/>
                </a:cubicBezTo>
                <a:close/>
                <a:moveTo>
                  <a:pt x="608345" y="3471599"/>
                </a:moveTo>
                <a:lnTo>
                  <a:pt x="620850" y="3471599"/>
                </a:lnTo>
                <a:cubicBezTo>
                  <a:pt x="621373" y="3471599"/>
                  <a:pt x="621948" y="3471965"/>
                  <a:pt x="622210" y="3472384"/>
                </a:cubicBezTo>
                <a:lnTo>
                  <a:pt x="628436" y="3483215"/>
                </a:lnTo>
                <a:cubicBezTo>
                  <a:pt x="628698" y="3483685"/>
                  <a:pt x="628698" y="3484366"/>
                  <a:pt x="628436" y="3484784"/>
                </a:cubicBezTo>
                <a:lnTo>
                  <a:pt x="622210" y="3495615"/>
                </a:lnTo>
                <a:cubicBezTo>
                  <a:pt x="621948" y="3496033"/>
                  <a:pt x="621321" y="3496399"/>
                  <a:pt x="620850" y="3496399"/>
                </a:cubicBezTo>
                <a:lnTo>
                  <a:pt x="608345" y="3496399"/>
                </a:lnTo>
                <a:cubicBezTo>
                  <a:pt x="607821" y="3496399"/>
                  <a:pt x="607246" y="3496033"/>
                  <a:pt x="606984" y="3495615"/>
                </a:cubicBezTo>
                <a:lnTo>
                  <a:pt x="600758" y="3484784"/>
                </a:lnTo>
                <a:cubicBezTo>
                  <a:pt x="600497" y="3484313"/>
                  <a:pt x="600497" y="3483633"/>
                  <a:pt x="600758" y="3483215"/>
                </a:cubicBezTo>
                <a:lnTo>
                  <a:pt x="606984" y="3472384"/>
                </a:lnTo>
                <a:cubicBezTo>
                  <a:pt x="607246" y="3471965"/>
                  <a:pt x="607874" y="3471599"/>
                  <a:pt x="608345" y="3471599"/>
                </a:cubicBezTo>
                <a:close/>
                <a:moveTo>
                  <a:pt x="690123" y="3469925"/>
                </a:moveTo>
                <a:lnTo>
                  <a:pt x="704355" y="3469925"/>
                </a:lnTo>
                <a:cubicBezTo>
                  <a:pt x="704930" y="3469925"/>
                  <a:pt x="705610" y="3470344"/>
                  <a:pt x="705872" y="3470815"/>
                </a:cubicBezTo>
                <a:lnTo>
                  <a:pt x="712988" y="3483110"/>
                </a:lnTo>
                <a:cubicBezTo>
                  <a:pt x="713249" y="3483633"/>
                  <a:pt x="713249" y="3484418"/>
                  <a:pt x="712988" y="3484889"/>
                </a:cubicBezTo>
                <a:lnTo>
                  <a:pt x="705872" y="3497185"/>
                </a:lnTo>
                <a:cubicBezTo>
                  <a:pt x="705610" y="3497656"/>
                  <a:pt x="704930" y="3498074"/>
                  <a:pt x="704355" y="3498074"/>
                </a:cubicBezTo>
                <a:lnTo>
                  <a:pt x="690123" y="3498074"/>
                </a:lnTo>
                <a:cubicBezTo>
                  <a:pt x="689548" y="3498074"/>
                  <a:pt x="688867" y="3497656"/>
                  <a:pt x="688606" y="3497185"/>
                </a:cubicBezTo>
                <a:lnTo>
                  <a:pt x="681490" y="3484889"/>
                </a:lnTo>
                <a:cubicBezTo>
                  <a:pt x="681229" y="3484366"/>
                  <a:pt x="681229" y="3483581"/>
                  <a:pt x="681490" y="3483110"/>
                </a:cubicBezTo>
                <a:lnTo>
                  <a:pt x="688606" y="3470815"/>
                </a:lnTo>
                <a:cubicBezTo>
                  <a:pt x="688867" y="3470344"/>
                  <a:pt x="689548" y="3469925"/>
                  <a:pt x="690123" y="3469925"/>
                </a:cubicBezTo>
                <a:close/>
                <a:moveTo>
                  <a:pt x="524263" y="3468879"/>
                </a:moveTo>
                <a:lnTo>
                  <a:pt x="539541" y="3468879"/>
                </a:lnTo>
                <a:cubicBezTo>
                  <a:pt x="540117" y="3468879"/>
                  <a:pt x="540849" y="3469297"/>
                  <a:pt x="541163" y="3469821"/>
                </a:cubicBezTo>
                <a:lnTo>
                  <a:pt x="548802" y="3483058"/>
                </a:lnTo>
                <a:cubicBezTo>
                  <a:pt x="549116" y="3483581"/>
                  <a:pt x="549116" y="3484418"/>
                  <a:pt x="548802" y="3484941"/>
                </a:cubicBezTo>
                <a:lnTo>
                  <a:pt x="541163" y="3498179"/>
                </a:lnTo>
                <a:cubicBezTo>
                  <a:pt x="540902" y="3498702"/>
                  <a:pt x="540169" y="3499121"/>
                  <a:pt x="539541" y="3499121"/>
                </a:cubicBezTo>
                <a:lnTo>
                  <a:pt x="524263" y="3499121"/>
                </a:lnTo>
                <a:cubicBezTo>
                  <a:pt x="523688" y="3499121"/>
                  <a:pt x="522955" y="3498702"/>
                  <a:pt x="522642" y="3498179"/>
                </a:cubicBezTo>
                <a:lnTo>
                  <a:pt x="515002" y="3484941"/>
                </a:lnTo>
                <a:cubicBezTo>
                  <a:pt x="514689" y="3484418"/>
                  <a:pt x="514689" y="3483581"/>
                  <a:pt x="515002" y="3483058"/>
                </a:cubicBezTo>
                <a:lnTo>
                  <a:pt x="522642" y="3469821"/>
                </a:lnTo>
                <a:cubicBezTo>
                  <a:pt x="522903" y="3469297"/>
                  <a:pt x="523636" y="3468879"/>
                  <a:pt x="524263" y="3468879"/>
                </a:cubicBezTo>
                <a:close/>
                <a:moveTo>
                  <a:pt x="2094282" y="3467937"/>
                </a:moveTo>
                <a:lnTo>
                  <a:pt x="2110502" y="3467937"/>
                </a:lnTo>
                <a:cubicBezTo>
                  <a:pt x="2111130" y="3467937"/>
                  <a:pt x="2111915" y="3468356"/>
                  <a:pt x="2112228" y="3468931"/>
                </a:cubicBezTo>
                <a:lnTo>
                  <a:pt x="2120338" y="3483006"/>
                </a:lnTo>
                <a:cubicBezTo>
                  <a:pt x="2120652" y="3483529"/>
                  <a:pt x="2120652" y="3484418"/>
                  <a:pt x="2120338" y="3484994"/>
                </a:cubicBezTo>
                <a:lnTo>
                  <a:pt x="2112228" y="3499068"/>
                </a:lnTo>
                <a:cubicBezTo>
                  <a:pt x="2111915" y="3499592"/>
                  <a:pt x="2111130" y="3500063"/>
                  <a:pt x="2110502" y="3500063"/>
                </a:cubicBezTo>
                <a:lnTo>
                  <a:pt x="2094282" y="3500063"/>
                </a:lnTo>
                <a:cubicBezTo>
                  <a:pt x="2093654" y="3500063"/>
                  <a:pt x="2092869" y="3499644"/>
                  <a:pt x="2092555" y="3499068"/>
                </a:cubicBezTo>
                <a:lnTo>
                  <a:pt x="2084446" y="3484994"/>
                </a:lnTo>
                <a:cubicBezTo>
                  <a:pt x="2084131" y="3484471"/>
                  <a:pt x="2084131" y="3483581"/>
                  <a:pt x="2084446" y="3483006"/>
                </a:cubicBezTo>
                <a:lnTo>
                  <a:pt x="2092555" y="3468931"/>
                </a:lnTo>
                <a:cubicBezTo>
                  <a:pt x="2092869" y="3468408"/>
                  <a:pt x="2093654" y="3467937"/>
                  <a:pt x="2094282" y="3467937"/>
                </a:cubicBezTo>
                <a:close/>
                <a:moveTo>
                  <a:pt x="771693" y="3467832"/>
                </a:moveTo>
                <a:lnTo>
                  <a:pt x="788018" y="3467832"/>
                </a:lnTo>
                <a:cubicBezTo>
                  <a:pt x="788646" y="3467832"/>
                  <a:pt x="789430" y="3468250"/>
                  <a:pt x="789744" y="3468826"/>
                </a:cubicBezTo>
                <a:lnTo>
                  <a:pt x="797907" y="3482953"/>
                </a:lnTo>
                <a:cubicBezTo>
                  <a:pt x="798220" y="3483529"/>
                  <a:pt x="798220" y="3484418"/>
                  <a:pt x="797907" y="3484993"/>
                </a:cubicBezTo>
                <a:lnTo>
                  <a:pt x="789744" y="3499120"/>
                </a:lnTo>
                <a:cubicBezTo>
                  <a:pt x="789430" y="3499643"/>
                  <a:pt x="788646" y="3500114"/>
                  <a:pt x="788018" y="3500114"/>
                </a:cubicBezTo>
                <a:lnTo>
                  <a:pt x="771693" y="3500114"/>
                </a:lnTo>
                <a:cubicBezTo>
                  <a:pt x="771065" y="3500114"/>
                  <a:pt x="770281" y="3499696"/>
                  <a:pt x="769967" y="3499120"/>
                </a:cubicBezTo>
                <a:lnTo>
                  <a:pt x="761804" y="3484993"/>
                </a:lnTo>
                <a:cubicBezTo>
                  <a:pt x="761491" y="3484418"/>
                  <a:pt x="761491" y="3483529"/>
                  <a:pt x="761804" y="3482953"/>
                </a:cubicBezTo>
                <a:lnTo>
                  <a:pt x="769967" y="3468826"/>
                </a:lnTo>
                <a:cubicBezTo>
                  <a:pt x="770281" y="3468303"/>
                  <a:pt x="771065" y="3467832"/>
                  <a:pt x="771693" y="3467832"/>
                </a:cubicBezTo>
                <a:close/>
                <a:moveTo>
                  <a:pt x="2424798" y="3467623"/>
                </a:moveTo>
                <a:lnTo>
                  <a:pt x="2441332" y="3467623"/>
                </a:lnTo>
                <a:cubicBezTo>
                  <a:pt x="2442012" y="3467623"/>
                  <a:pt x="2442797" y="3468094"/>
                  <a:pt x="2443111" y="3468669"/>
                </a:cubicBezTo>
                <a:lnTo>
                  <a:pt x="2451378" y="3483006"/>
                </a:lnTo>
                <a:cubicBezTo>
                  <a:pt x="2451691" y="3483581"/>
                  <a:pt x="2451691" y="3484471"/>
                  <a:pt x="2451378" y="3485046"/>
                </a:cubicBezTo>
                <a:lnTo>
                  <a:pt x="2443111" y="3499382"/>
                </a:lnTo>
                <a:cubicBezTo>
                  <a:pt x="2442797" y="3499958"/>
                  <a:pt x="2441960" y="3500429"/>
                  <a:pt x="2441332" y="3500429"/>
                </a:cubicBezTo>
                <a:lnTo>
                  <a:pt x="2424798" y="3500429"/>
                </a:lnTo>
                <a:cubicBezTo>
                  <a:pt x="2424118" y="3500429"/>
                  <a:pt x="2423334" y="3499958"/>
                  <a:pt x="2423019" y="3499382"/>
                </a:cubicBezTo>
                <a:lnTo>
                  <a:pt x="2414753" y="3485046"/>
                </a:lnTo>
                <a:cubicBezTo>
                  <a:pt x="2414438" y="3484471"/>
                  <a:pt x="2414438" y="3483581"/>
                  <a:pt x="2414753" y="3483006"/>
                </a:cubicBezTo>
                <a:lnTo>
                  <a:pt x="2423019" y="3468669"/>
                </a:lnTo>
                <a:cubicBezTo>
                  <a:pt x="2423334" y="3468094"/>
                  <a:pt x="2424170" y="3467623"/>
                  <a:pt x="2424798" y="3467623"/>
                </a:cubicBezTo>
                <a:close/>
                <a:moveTo>
                  <a:pt x="2920651" y="3467466"/>
                </a:moveTo>
                <a:lnTo>
                  <a:pt x="2937342" y="3467466"/>
                </a:lnTo>
                <a:cubicBezTo>
                  <a:pt x="2937970" y="3467466"/>
                  <a:pt x="2938807" y="3467937"/>
                  <a:pt x="2939121" y="3468512"/>
                </a:cubicBezTo>
                <a:lnTo>
                  <a:pt x="2947440" y="3482953"/>
                </a:lnTo>
                <a:cubicBezTo>
                  <a:pt x="2947754" y="3483476"/>
                  <a:pt x="2947754" y="3484418"/>
                  <a:pt x="2947440" y="3484994"/>
                </a:cubicBezTo>
                <a:lnTo>
                  <a:pt x="2939121" y="3499435"/>
                </a:lnTo>
                <a:cubicBezTo>
                  <a:pt x="2938807" y="3500010"/>
                  <a:pt x="2938023" y="3500481"/>
                  <a:pt x="2937342" y="3500481"/>
                </a:cubicBezTo>
                <a:lnTo>
                  <a:pt x="2920651" y="3500481"/>
                </a:lnTo>
                <a:cubicBezTo>
                  <a:pt x="2920024" y="3500481"/>
                  <a:pt x="2919186" y="3500010"/>
                  <a:pt x="2918873" y="3499435"/>
                </a:cubicBezTo>
                <a:lnTo>
                  <a:pt x="2910554" y="3484994"/>
                </a:lnTo>
                <a:cubicBezTo>
                  <a:pt x="2910239" y="3484471"/>
                  <a:pt x="2910239" y="3483529"/>
                  <a:pt x="2910554" y="3482953"/>
                </a:cubicBezTo>
                <a:lnTo>
                  <a:pt x="2918873" y="3468512"/>
                </a:lnTo>
                <a:cubicBezTo>
                  <a:pt x="2919186" y="3467937"/>
                  <a:pt x="2919971" y="3467466"/>
                  <a:pt x="2920651" y="3467466"/>
                </a:cubicBezTo>
                <a:close/>
                <a:moveTo>
                  <a:pt x="2754896" y="3466577"/>
                </a:moveTo>
                <a:lnTo>
                  <a:pt x="2772476" y="3466577"/>
                </a:lnTo>
                <a:cubicBezTo>
                  <a:pt x="2773157" y="3466577"/>
                  <a:pt x="2773993" y="3467100"/>
                  <a:pt x="2774360" y="3467676"/>
                </a:cubicBezTo>
                <a:lnTo>
                  <a:pt x="2783150" y="3482901"/>
                </a:lnTo>
                <a:cubicBezTo>
                  <a:pt x="2783516" y="3483529"/>
                  <a:pt x="2783516" y="3484523"/>
                  <a:pt x="2783150" y="3485099"/>
                </a:cubicBezTo>
                <a:lnTo>
                  <a:pt x="2774360" y="3500324"/>
                </a:lnTo>
                <a:cubicBezTo>
                  <a:pt x="2773993" y="3500952"/>
                  <a:pt x="2773157" y="3501423"/>
                  <a:pt x="2772476" y="3501423"/>
                </a:cubicBezTo>
                <a:lnTo>
                  <a:pt x="2754896" y="3501423"/>
                </a:lnTo>
                <a:cubicBezTo>
                  <a:pt x="2754216" y="3501423"/>
                  <a:pt x="2753379" y="3500900"/>
                  <a:pt x="2753013" y="3500324"/>
                </a:cubicBezTo>
                <a:lnTo>
                  <a:pt x="2744222" y="3485099"/>
                </a:lnTo>
                <a:cubicBezTo>
                  <a:pt x="2743857" y="3484471"/>
                  <a:pt x="2743857" y="3483477"/>
                  <a:pt x="2744222" y="3482901"/>
                </a:cubicBezTo>
                <a:lnTo>
                  <a:pt x="2753013" y="3467676"/>
                </a:lnTo>
                <a:cubicBezTo>
                  <a:pt x="2753379" y="3467048"/>
                  <a:pt x="2754216" y="3466577"/>
                  <a:pt x="2754896" y="3466577"/>
                </a:cubicBezTo>
                <a:close/>
                <a:moveTo>
                  <a:pt x="2010828" y="3466315"/>
                </a:moveTo>
                <a:lnTo>
                  <a:pt x="2028670" y="3466315"/>
                </a:lnTo>
                <a:cubicBezTo>
                  <a:pt x="2029403" y="3466315"/>
                  <a:pt x="2030240" y="3466786"/>
                  <a:pt x="2030606" y="3467414"/>
                </a:cubicBezTo>
                <a:lnTo>
                  <a:pt x="2039553" y="3482849"/>
                </a:lnTo>
                <a:cubicBezTo>
                  <a:pt x="2039919" y="3483424"/>
                  <a:pt x="2039919" y="3484418"/>
                  <a:pt x="2039553" y="3485046"/>
                </a:cubicBezTo>
                <a:lnTo>
                  <a:pt x="2030606" y="3500481"/>
                </a:lnTo>
                <a:cubicBezTo>
                  <a:pt x="2030240" y="3501109"/>
                  <a:pt x="2029350" y="3501580"/>
                  <a:pt x="2028670" y="3501580"/>
                </a:cubicBezTo>
                <a:lnTo>
                  <a:pt x="2010828" y="3501580"/>
                </a:lnTo>
                <a:cubicBezTo>
                  <a:pt x="2010096" y="3501580"/>
                  <a:pt x="2009259" y="3501109"/>
                  <a:pt x="2008892" y="3500481"/>
                </a:cubicBezTo>
                <a:lnTo>
                  <a:pt x="1999945" y="3485046"/>
                </a:lnTo>
                <a:cubicBezTo>
                  <a:pt x="1999580" y="3484471"/>
                  <a:pt x="1999580" y="3483477"/>
                  <a:pt x="1999945" y="3482849"/>
                </a:cubicBezTo>
                <a:lnTo>
                  <a:pt x="2008892" y="3467414"/>
                </a:lnTo>
                <a:cubicBezTo>
                  <a:pt x="2009259" y="3466786"/>
                  <a:pt x="2010148" y="3466315"/>
                  <a:pt x="2010828" y="3466315"/>
                </a:cubicBezTo>
                <a:close/>
                <a:moveTo>
                  <a:pt x="1101529" y="3466263"/>
                </a:moveTo>
                <a:lnTo>
                  <a:pt x="1119475" y="3466263"/>
                </a:lnTo>
                <a:cubicBezTo>
                  <a:pt x="1120208" y="3466263"/>
                  <a:pt x="1121045" y="3466734"/>
                  <a:pt x="1121411" y="3467362"/>
                </a:cubicBezTo>
                <a:lnTo>
                  <a:pt x="1130410" y="3482901"/>
                </a:lnTo>
                <a:cubicBezTo>
                  <a:pt x="1130777" y="3483477"/>
                  <a:pt x="1130777" y="3484471"/>
                  <a:pt x="1130410" y="3485099"/>
                </a:cubicBezTo>
                <a:lnTo>
                  <a:pt x="1121411" y="3500638"/>
                </a:lnTo>
                <a:cubicBezTo>
                  <a:pt x="1121045" y="3501214"/>
                  <a:pt x="1120208" y="3501737"/>
                  <a:pt x="1119475" y="3501737"/>
                </a:cubicBezTo>
                <a:lnTo>
                  <a:pt x="1101529" y="3501737"/>
                </a:lnTo>
                <a:cubicBezTo>
                  <a:pt x="1100797" y="3501737"/>
                  <a:pt x="1099959" y="3501266"/>
                  <a:pt x="1099593" y="3500638"/>
                </a:cubicBezTo>
                <a:lnTo>
                  <a:pt x="1090594" y="3485099"/>
                </a:lnTo>
                <a:cubicBezTo>
                  <a:pt x="1090227" y="3484523"/>
                  <a:pt x="1090227" y="3483529"/>
                  <a:pt x="1090594" y="3482901"/>
                </a:cubicBezTo>
                <a:lnTo>
                  <a:pt x="1099593" y="3467362"/>
                </a:lnTo>
                <a:cubicBezTo>
                  <a:pt x="1099959" y="3466734"/>
                  <a:pt x="1100797" y="3466263"/>
                  <a:pt x="1101529" y="3466263"/>
                </a:cubicBezTo>
                <a:close/>
                <a:moveTo>
                  <a:pt x="1018756" y="3466053"/>
                </a:moveTo>
                <a:lnTo>
                  <a:pt x="1036912" y="3466053"/>
                </a:lnTo>
                <a:cubicBezTo>
                  <a:pt x="1037645" y="3466053"/>
                  <a:pt x="1038482" y="3466524"/>
                  <a:pt x="1038848" y="3467152"/>
                </a:cubicBezTo>
                <a:lnTo>
                  <a:pt x="1047899" y="3482848"/>
                </a:lnTo>
                <a:cubicBezTo>
                  <a:pt x="1048266" y="3483476"/>
                  <a:pt x="1048266" y="3484470"/>
                  <a:pt x="1047899" y="3485098"/>
                </a:cubicBezTo>
                <a:lnTo>
                  <a:pt x="1038848" y="3500795"/>
                </a:lnTo>
                <a:cubicBezTo>
                  <a:pt x="1038482" y="3501370"/>
                  <a:pt x="1037645" y="3501894"/>
                  <a:pt x="1036912" y="3501894"/>
                </a:cubicBezTo>
                <a:lnTo>
                  <a:pt x="1018756" y="3501894"/>
                </a:lnTo>
                <a:cubicBezTo>
                  <a:pt x="1018024" y="3501894"/>
                  <a:pt x="1017187" y="3501423"/>
                  <a:pt x="1016820" y="3500795"/>
                </a:cubicBezTo>
                <a:lnTo>
                  <a:pt x="1007769" y="3485098"/>
                </a:lnTo>
                <a:cubicBezTo>
                  <a:pt x="1007402" y="3484470"/>
                  <a:pt x="1007402" y="3483476"/>
                  <a:pt x="1007769" y="3482848"/>
                </a:cubicBezTo>
                <a:lnTo>
                  <a:pt x="1016820" y="3467152"/>
                </a:lnTo>
                <a:cubicBezTo>
                  <a:pt x="1017187" y="3466576"/>
                  <a:pt x="1018024" y="3466053"/>
                  <a:pt x="1018756" y="3466053"/>
                </a:cubicBezTo>
                <a:close/>
                <a:moveTo>
                  <a:pt x="2258520" y="3465739"/>
                </a:moveTo>
                <a:lnTo>
                  <a:pt x="2276989" y="3465739"/>
                </a:lnTo>
                <a:cubicBezTo>
                  <a:pt x="2277722" y="3465739"/>
                  <a:pt x="2278611" y="3466262"/>
                  <a:pt x="2278977" y="3466890"/>
                </a:cubicBezTo>
                <a:lnTo>
                  <a:pt x="2288186" y="3482848"/>
                </a:lnTo>
                <a:cubicBezTo>
                  <a:pt x="2288553" y="3483476"/>
                  <a:pt x="2288553" y="3484523"/>
                  <a:pt x="2288186" y="3485150"/>
                </a:cubicBezTo>
                <a:lnTo>
                  <a:pt x="2278977" y="3501109"/>
                </a:lnTo>
                <a:cubicBezTo>
                  <a:pt x="2278611" y="3501736"/>
                  <a:pt x="2277722" y="3502259"/>
                  <a:pt x="2276989" y="3502259"/>
                </a:cubicBezTo>
                <a:lnTo>
                  <a:pt x="2258520" y="3502259"/>
                </a:lnTo>
                <a:cubicBezTo>
                  <a:pt x="2257787" y="3502259"/>
                  <a:pt x="2256898" y="3501736"/>
                  <a:pt x="2256532" y="3501109"/>
                </a:cubicBezTo>
                <a:lnTo>
                  <a:pt x="2247323" y="3485150"/>
                </a:lnTo>
                <a:cubicBezTo>
                  <a:pt x="2246956" y="3484523"/>
                  <a:pt x="2246956" y="3483476"/>
                  <a:pt x="2247323" y="3482848"/>
                </a:cubicBezTo>
                <a:lnTo>
                  <a:pt x="2256532" y="3466890"/>
                </a:lnTo>
                <a:cubicBezTo>
                  <a:pt x="2256898" y="3466262"/>
                  <a:pt x="2257787" y="3465739"/>
                  <a:pt x="2258520" y="3465739"/>
                </a:cubicBezTo>
                <a:close/>
                <a:moveTo>
                  <a:pt x="2175589" y="3465269"/>
                </a:moveTo>
                <a:lnTo>
                  <a:pt x="2194529" y="3465269"/>
                </a:lnTo>
                <a:cubicBezTo>
                  <a:pt x="2195262" y="3465269"/>
                  <a:pt x="2196204" y="3465792"/>
                  <a:pt x="2196570" y="3466420"/>
                </a:cubicBezTo>
                <a:lnTo>
                  <a:pt x="2206041" y="3482849"/>
                </a:lnTo>
                <a:cubicBezTo>
                  <a:pt x="2206407" y="3483529"/>
                  <a:pt x="2206407" y="3484576"/>
                  <a:pt x="2206041" y="3485204"/>
                </a:cubicBezTo>
                <a:lnTo>
                  <a:pt x="2196570" y="3501632"/>
                </a:lnTo>
                <a:cubicBezTo>
                  <a:pt x="2196204" y="3502260"/>
                  <a:pt x="2195262" y="3502784"/>
                  <a:pt x="2194529" y="3502784"/>
                </a:cubicBezTo>
                <a:lnTo>
                  <a:pt x="2175589" y="3502784"/>
                </a:lnTo>
                <a:cubicBezTo>
                  <a:pt x="2174857" y="3502784"/>
                  <a:pt x="2173915" y="3502260"/>
                  <a:pt x="2173549" y="3501632"/>
                </a:cubicBezTo>
                <a:lnTo>
                  <a:pt x="2164078" y="3485204"/>
                </a:lnTo>
                <a:cubicBezTo>
                  <a:pt x="2163713" y="3484523"/>
                  <a:pt x="2163713" y="3483477"/>
                  <a:pt x="2164078" y="3482849"/>
                </a:cubicBezTo>
                <a:lnTo>
                  <a:pt x="2173549" y="3466420"/>
                </a:lnTo>
                <a:cubicBezTo>
                  <a:pt x="2173915" y="3465792"/>
                  <a:pt x="2174857" y="3465269"/>
                  <a:pt x="2175589" y="3465269"/>
                </a:cubicBezTo>
                <a:close/>
                <a:moveTo>
                  <a:pt x="852897" y="3464955"/>
                </a:moveTo>
                <a:lnTo>
                  <a:pt x="872099" y="3464955"/>
                </a:lnTo>
                <a:cubicBezTo>
                  <a:pt x="872831" y="3464955"/>
                  <a:pt x="873773" y="3465478"/>
                  <a:pt x="874139" y="3466158"/>
                </a:cubicBezTo>
                <a:lnTo>
                  <a:pt x="883766" y="3482797"/>
                </a:lnTo>
                <a:cubicBezTo>
                  <a:pt x="884133" y="3483424"/>
                  <a:pt x="884133" y="3484471"/>
                  <a:pt x="883766" y="3485151"/>
                </a:cubicBezTo>
                <a:lnTo>
                  <a:pt x="874139" y="3501789"/>
                </a:lnTo>
                <a:cubicBezTo>
                  <a:pt x="873773" y="3502470"/>
                  <a:pt x="872831" y="3502993"/>
                  <a:pt x="872099" y="3502993"/>
                </a:cubicBezTo>
                <a:lnTo>
                  <a:pt x="852897" y="3502993"/>
                </a:lnTo>
                <a:cubicBezTo>
                  <a:pt x="852164" y="3502993"/>
                  <a:pt x="851222" y="3502470"/>
                  <a:pt x="850856" y="3501789"/>
                </a:cubicBezTo>
                <a:lnTo>
                  <a:pt x="841229" y="3485151"/>
                </a:lnTo>
                <a:cubicBezTo>
                  <a:pt x="840862" y="3484523"/>
                  <a:pt x="840862" y="3483477"/>
                  <a:pt x="841229" y="3482797"/>
                </a:cubicBezTo>
                <a:lnTo>
                  <a:pt x="850856" y="3466158"/>
                </a:lnTo>
                <a:cubicBezTo>
                  <a:pt x="851222" y="3465478"/>
                  <a:pt x="852164" y="3464955"/>
                  <a:pt x="852897" y="3464955"/>
                </a:cubicBezTo>
                <a:close/>
                <a:moveTo>
                  <a:pt x="2340718" y="3464902"/>
                </a:moveTo>
                <a:lnTo>
                  <a:pt x="2359972" y="3464902"/>
                </a:lnTo>
                <a:cubicBezTo>
                  <a:pt x="2360704" y="3464902"/>
                  <a:pt x="2361646" y="3465425"/>
                  <a:pt x="2362012" y="3466105"/>
                </a:cubicBezTo>
                <a:lnTo>
                  <a:pt x="2371640" y="3482796"/>
                </a:lnTo>
                <a:cubicBezTo>
                  <a:pt x="2372006" y="3483476"/>
                  <a:pt x="2372006" y="3484523"/>
                  <a:pt x="2371640" y="3485203"/>
                </a:cubicBezTo>
                <a:lnTo>
                  <a:pt x="2362012" y="3501894"/>
                </a:lnTo>
                <a:cubicBezTo>
                  <a:pt x="2361646" y="3502573"/>
                  <a:pt x="2360757" y="3503097"/>
                  <a:pt x="2359972" y="3503097"/>
                </a:cubicBezTo>
                <a:lnTo>
                  <a:pt x="2340718" y="3503097"/>
                </a:lnTo>
                <a:cubicBezTo>
                  <a:pt x="2339985" y="3503097"/>
                  <a:pt x="2339044" y="3502573"/>
                  <a:pt x="2338677" y="3501894"/>
                </a:cubicBezTo>
                <a:lnTo>
                  <a:pt x="2329050" y="3485203"/>
                </a:lnTo>
                <a:cubicBezTo>
                  <a:pt x="2328683" y="3484523"/>
                  <a:pt x="2328683" y="3483476"/>
                  <a:pt x="2329050" y="3482796"/>
                </a:cubicBezTo>
                <a:lnTo>
                  <a:pt x="2338677" y="3466105"/>
                </a:lnTo>
                <a:cubicBezTo>
                  <a:pt x="2339044" y="3465425"/>
                  <a:pt x="2339933" y="3464902"/>
                  <a:pt x="2340718" y="3464902"/>
                </a:cubicBezTo>
                <a:close/>
                <a:moveTo>
                  <a:pt x="935146" y="3464117"/>
                </a:moveTo>
                <a:lnTo>
                  <a:pt x="955237" y="3464117"/>
                </a:lnTo>
                <a:cubicBezTo>
                  <a:pt x="956022" y="3464117"/>
                  <a:pt x="956964" y="3464692"/>
                  <a:pt x="957383" y="3465373"/>
                </a:cubicBezTo>
                <a:lnTo>
                  <a:pt x="967428" y="3482744"/>
                </a:lnTo>
                <a:cubicBezTo>
                  <a:pt x="967847" y="3483424"/>
                  <a:pt x="967847" y="3484523"/>
                  <a:pt x="967428" y="3485203"/>
                </a:cubicBezTo>
                <a:lnTo>
                  <a:pt x="957383" y="3502573"/>
                </a:lnTo>
                <a:cubicBezTo>
                  <a:pt x="957016" y="3503254"/>
                  <a:pt x="956022" y="3503829"/>
                  <a:pt x="955237" y="3503829"/>
                </a:cubicBezTo>
                <a:lnTo>
                  <a:pt x="935146" y="3503829"/>
                </a:lnTo>
                <a:cubicBezTo>
                  <a:pt x="934361" y="3503829"/>
                  <a:pt x="933419" y="3503254"/>
                  <a:pt x="933001" y="3502573"/>
                </a:cubicBezTo>
                <a:lnTo>
                  <a:pt x="922955" y="3485203"/>
                </a:lnTo>
                <a:cubicBezTo>
                  <a:pt x="922536" y="3484523"/>
                  <a:pt x="922536" y="3483424"/>
                  <a:pt x="922955" y="3482744"/>
                </a:cubicBezTo>
                <a:lnTo>
                  <a:pt x="933001" y="3465373"/>
                </a:lnTo>
                <a:cubicBezTo>
                  <a:pt x="933367" y="3464692"/>
                  <a:pt x="934361" y="3464117"/>
                  <a:pt x="935146" y="3464117"/>
                </a:cubicBezTo>
                <a:close/>
                <a:moveTo>
                  <a:pt x="1927009" y="3464065"/>
                </a:moveTo>
                <a:lnTo>
                  <a:pt x="1947100" y="3464065"/>
                </a:lnTo>
                <a:cubicBezTo>
                  <a:pt x="1947885" y="3464065"/>
                  <a:pt x="1948827" y="3464640"/>
                  <a:pt x="1949246" y="3465321"/>
                </a:cubicBezTo>
                <a:lnTo>
                  <a:pt x="1959291" y="3482744"/>
                </a:lnTo>
                <a:cubicBezTo>
                  <a:pt x="1959710" y="3483476"/>
                  <a:pt x="1959710" y="3484575"/>
                  <a:pt x="1959291" y="3485255"/>
                </a:cubicBezTo>
                <a:lnTo>
                  <a:pt x="1949246" y="3502678"/>
                </a:lnTo>
                <a:cubicBezTo>
                  <a:pt x="1948879" y="3503359"/>
                  <a:pt x="1947885" y="3503934"/>
                  <a:pt x="1947100" y="3503934"/>
                </a:cubicBezTo>
                <a:lnTo>
                  <a:pt x="1927009" y="3503934"/>
                </a:lnTo>
                <a:cubicBezTo>
                  <a:pt x="1926224" y="3503934"/>
                  <a:pt x="1925282" y="3503359"/>
                  <a:pt x="1924864" y="3502678"/>
                </a:cubicBezTo>
                <a:lnTo>
                  <a:pt x="1914818" y="3485255"/>
                </a:lnTo>
                <a:cubicBezTo>
                  <a:pt x="1914399" y="3484523"/>
                  <a:pt x="1914399" y="3483424"/>
                  <a:pt x="1914818" y="3482744"/>
                </a:cubicBezTo>
                <a:lnTo>
                  <a:pt x="1924864" y="3465321"/>
                </a:lnTo>
                <a:cubicBezTo>
                  <a:pt x="1925230" y="3464640"/>
                  <a:pt x="1926224" y="3464065"/>
                  <a:pt x="1927009" y="3464065"/>
                </a:cubicBezTo>
                <a:close/>
                <a:moveTo>
                  <a:pt x="2836100" y="3463699"/>
                </a:moveTo>
                <a:lnTo>
                  <a:pt x="2856610" y="3463699"/>
                </a:lnTo>
                <a:cubicBezTo>
                  <a:pt x="2857394" y="3463699"/>
                  <a:pt x="2858388" y="3464275"/>
                  <a:pt x="2858807" y="3464955"/>
                </a:cubicBezTo>
                <a:lnTo>
                  <a:pt x="2869062" y="3482744"/>
                </a:lnTo>
                <a:cubicBezTo>
                  <a:pt x="2869480" y="3483477"/>
                  <a:pt x="2869480" y="3484628"/>
                  <a:pt x="2869062" y="3485308"/>
                </a:cubicBezTo>
                <a:lnTo>
                  <a:pt x="2858807" y="3503097"/>
                </a:lnTo>
                <a:cubicBezTo>
                  <a:pt x="2858388" y="3503778"/>
                  <a:pt x="2857394" y="3504353"/>
                  <a:pt x="2856610" y="3504353"/>
                </a:cubicBezTo>
                <a:lnTo>
                  <a:pt x="2836100" y="3504353"/>
                </a:lnTo>
                <a:cubicBezTo>
                  <a:pt x="2835315" y="3504353"/>
                  <a:pt x="2834320" y="3503778"/>
                  <a:pt x="2833902" y="3503097"/>
                </a:cubicBezTo>
                <a:lnTo>
                  <a:pt x="2823647" y="3485308"/>
                </a:lnTo>
                <a:cubicBezTo>
                  <a:pt x="2823228" y="3484576"/>
                  <a:pt x="2823228" y="3483424"/>
                  <a:pt x="2823647" y="3482744"/>
                </a:cubicBezTo>
                <a:lnTo>
                  <a:pt x="2833902" y="3464955"/>
                </a:lnTo>
                <a:cubicBezTo>
                  <a:pt x="2834320" y="3464275"/>
                  <a:pt x="2835315" y="3463699"/>
                  <a:pt x="2836100" y="3463699"/>
                </a:cubicBezTo>
                <a:close/>
                <a:moveTo>
                  <a:pt x="1182732" y="3463280"/>
                </a:moveTo>
                <a:lnTo>
                  <a:pt x="1203661" y="3463280"/>
                </a:lnTo>
                <a:cubicBezTo>
                  <a:pt x="1204498" y="3463280"/>
                  <a:pt x="1205492" y="3463855"/>
                  <a:pt x="1205911" y="3464588"/>
                </a:cubicBezTo>
                <a:lnTo>
                  <a:pt x="1216375" y="3482691"/>
                </a:lnTo>
                <a:cubicBezTo>
                  <a:pt x="1216794" y="3483371"/>
                  <a:pt x="1216794" y="3484523"/>
                  <a:pt x="1216375" y="3485255"/>
                </a:cubicBezTo>
                <a:lnTo>
                  <a:pt x="1205911" y="3503358"/>
                </a:lnTo>
                <a:cubicBezTo>
                  <a:pt x="1205492" y="3504091"/>
                  <a:pt x="1204498" y="3504666"/>
                  <a:pt x="1203661" y="3504666"/>
                </a:cubicBezTo>
                <a:lnTo>
                  <a:pt x="1182732" y="3504666"/>
                </a:lnTo>
                <a:cubicBezTo>
                  <a:pt x="1181895" y="3504666"/>
                  <a:pt x="1180901" y="3504091"/>
                  <a:pt x="1180482" y="3503358"/>
                </a:cubicBezTo>
                <a:lnTo>
                  <a:pt x="1170018" y="3485255"/>
                </a:lnTo>
                <a:cubicBezTo>
                  <a:pt x="1169599" y="3484575"/>
                  <a:pt x="1169599" y="3483424"/>
                  <a:pt x="1170018" y="3482691"/>
                </a:cubicBezTo>
                <a:lnTo>
                  <a:pt x="1180482" y="3464588"/>
                </a:lnTo>
                <a:cubicBezTo>
                  <a:pt x="1180901" y="3463855"/>
                  <a:pt x="1181895" y="3463280"/>
                  <a:pt x="1182732" y="3463280"/>
                </a:cubicBezTo>
                <a:close/>
                <a:moveTo>
                  <a:pt x="2505113" y="3462967"/>
                </a:moveTo>
                <a:lnTo>
                  <a:pt x="2526407" y="3462967"/>
                </a:lnTo>
                <a:cubicBezTo>
                  <a:pt x="2527245" y="3462967"/>
                  <a:pt x="2528291" y="3463542"/>
                  <a:pt x="2528710" y="3464275"/>
                </a:cubicBezTo>
                <a:lnTo>
                  <a:pt x="2539331" y="3482692"/>
                </a:lnTo>
                <a:cubicBezTo>
                  <a:pt x="2539750" y="3483425"/>
                  <a:pt x="2539750" y="3484576"/>
                  <a:pt x="2539331" y="3485308"/>
                </a:cubicBezTo>
                <a:lnTo>
                  <a:pt x="2528710" y="3503726"/>
                </a:lnTo>
                <a:cubicBezTo>
                  <a:pt x="2528291" y="3504458"/>
                  <a:pt x="2527245" y="3505034"/>
                  <a:pt x="2526407" y="3505034"/>
                </a:cubicBezTo>
                <a:lnTo>
                  <a:pt x="2505113" y="3505034"/>
                </a:lnTo>
                <a:cubicBezTo>
                  <a:pt x="2504275" y="3505034"/>
                  <a:pt x="2503229" y="3504458"/>
                  <a:pt x="2502810" y="3503726"/>
                </a:cubicBezTo>
                <a:lnTo>
                  <a:pt x="2492189" y="3485308"/>
                </a:lnTo>
                <a:cubicBezTo>
                  <a:pt x="2491770" y="3484576"/>
                  <a:pt x="2491770" y="3483425"/>
                  <a:pt x="2492189" y="3482692"/>
                </a:cubicBezTo>
                <a:lnTo>
                  <a:pt x="2502810" y="3464275"/>
                </a:lnTo>
                <a:cubicBezTo>
                  <a:pt x="2503229" y="3463542"/>
                  <a:pt x="2504275" y="3462967"/>
                  <a:pt x="2505113" y="3462967"/>
                </a:cubicBezTo>
                <a:close/>
                <a:moveTo>
                  <a:pt x="2669874" y="3461972"/>
                </a:moveTo>
                <a:lnTo>
                  <a:pt x="2692163" y="3461972"/>
                </a:lnTo>
                <a:cubicBezTo>
                  <a:pt x="2693052" y="3461972"/>
                  <a:pt x="2694151" y="3462547"/>
                  <a:pt x="2694569" y="3463332"/>
                </a:cubicBezTo>
                <a:lnTo>
                  <a:pt x="2705714" y="3482639"/>
                </a:lnTo>
                <a:cubicBezTo>
                  <a:pt x="2706132" y="3483424"/>
                  <a:pt x="2706132" y="3484627"/>
                  <a:pt x="2705714" y="3485412"/>
                </a:cubicBezTo>
                <a:lnTo>
                  <a:pt x="2694569" y="3504719"/>
                </a:lnTo>
                <a:cubicBezTo>
                  <a:pt x="2694099" y="3505451"/>
                  <a:pt x="2693052" y="3506079"/>
                  <a:pt x="2692163" y="3506079"/>
                </a:cubicBezTo>
                <a:lnTo>
                  <a:pt x="2669874" y="3506079"/>
                </a:lnTo>
                <a:cubicBezTo>
                  <a:pt x="2668984" y="3506079"/>
                  <a:pt x="2667885" y="3505504"/>
                  <a:pt x="2667466" y="3504719"/>
                </a:cubicBezTo>
                <a:lnTo>
                  <a:pt x="2656322" y="3485412"/>
                </a:lnTo>
                <a:cubicBezTo>
                  <a:pt x="2655903" y="3484627"/>
                  <a:pt x="2655903" y="3483424"/>
                  <a:pt x="2656322" y="3482639"/>
                </a:cubicBezTo>
                <a:lnTo>
                  <a:pt x="2667466" y="3463332"/>
                </a:lnTo>
                <a:cubicBezTo>
                  <a:pt x="2667938" y="3462600"/>
                  <a:pt x="2668984" y="3461972"/>
                  <a:pt x="2669874" y="3461972"/>
                </a:cubicBezTo>
                <a:close/>
                <a:moveTo>
                  <a:pt x="2586995" y="3461449"/>
                </a:moveTo>
                <a:lnTo>
                  <a:pt x="2609808" y="3461449"/>
                </a:lnTo>
                <a:cubicBezTo>
                  <a:pt x="2610750" y="3461449"/>
                  <a:pt x="2611796" y="3462077"/>
                  <a:pt x="2612267" y="3462862"/>
                </a:cubicBezTo>
                <a:lnTo>
                  <a:pt x="2623673" y="3482587"/>
                </a:lnTo>
                <a:cubicBezTo>
                  <a:pt x="2624144" y="3483372"/>
                  <a:pt x="2624144" y="3484627"/>
                  <a:pt x="2623673" y="3485412"/>
                </a:cubicBezTo>
                <a:lnTo>
                  <a:pt x="2612267" y="3505138"/>
                </a:lnTo>
                <a:cubicBezTo>
                  <a:pt x="2611796" y="3505922"/>
                  <a:pt x="2610697" y="3506550"/>
                  <a:pt x="2609808" y="3506550"/>
                </a:cubicBezTo>
                <a:lnTo>
                  <a:pt x="2586995" y="3506550"/>
                </a:lnTo>
                <a:cubicBezTo>
                  <a:pt x="2586054" y="3506550"/>
                  <a:pt x="2585007" y="3505922"/>
                  <a:pt x="2584536" y="3505138"/>
                </a:cubicBezTo>
                <a:lnTo>
                  <a:pt x="2573131" y="3485412"/>
                </a:lnTo>
                <a:cubicBezTo>
                  <a:pt x="2572659" y="3484627"/>
                  <a:pt x="2572659" y="3483372"/>
                  <a:pt x="2573131" y="3482587"/>
                </a:cubicBezTo>
                <a:lnTo>
                  <a:pt x="2584536" y="3462862"/>
                </a:lnTo>
                <a:cubicBezTo>
                  <a:pt x="2585007" y="3462077"/>
                  <a:pt x="2586106" y="3461449"/>
                  <a:pt x="2586995" y="3461449"/>
                </a:cubicBezTo>
                <a:close/>
                <a:moveTo>
                  <a:pt x="1262890" y="3458362"/>
                </a:moveTo>
                <a:lnTo>
                  <a:pt x="1288737" y="3458362"/>
                </a:lnTo>
                <a:cubicBezTo>
                  <a:pt x="1289783" y="3458362"/>
                  <a:pt x="1290987" y="3459094"/>
                  <a:pt x="1291510" y="3459984"/>
                </a:cubicBezTo>
                <a:lnTo>
                  <a:pt x="1304433" y="3482377"/>
                </a:lnTo>
                <a:cubicBezTo>
                  <a:pt x="1304956" y="3483267"/>
                  <a:pt x="1304956" y="3484680"/>
                  <a:pt x="1304433" y="3485569"/>
                </a:cubicBezTo>
                <a:lnTo>
                  <a:pt x="1291510" y="3507963"/>
                </a:lnTo>
                <a:cubicBezTo>
                  <a:pt x="1290987" y="3508852"/>
                  <a:pt x="1289783" y="3509585"/>
                  <a:pt x="1288737" y="3509585"/>
                </a:cubicBezTo>
                <a:lnTo>
                  <a:pt x="1262890" y="3509585"/>
                </a:lnTo>
                <a:cubicBezTo>
                  <a:pt x="1261843" y="3509585"/>
                  <a:pt x="1260640" y="3508852"/>
                  <a:pt x="1260117" y="3507963"/>
                </a:cubicBezTo>
                <a:lnTo>
                  <a:pt x="1247193" y="3485569"/>
                </a:lnTo>
                <a:cubicBezTo>
                  <a:pt x="1246670" y="3484680"/>
                  <a:pt x="1246670" y="3483267"/>
                  <a:pt x="1247193" y="3482377"/>
                </a:cubicBezTo>
                <a:lnTo>
                  <a:pt x="1260117" y="3459984"/>
                </a:lnTo>
                <a:cubicBezTo>
                  <a:pt x="1260640" y="3459094"/>
                  <a:pt x="1261843" y="3458362"/>
                  <a:pt x="1262890" y="3458362"/>
                </a:cubicBezTo>
                <a:close/>
                <a:moveTo>
                  <a:pt x="436101" y="3457996"/>
                </a:moveTo>
                <a:lnTo>
                  <a:pt x="462367" y="3457996"/>
                </a:lnTo>
                <a:cubicBezTo>
                  <a:pt x="463413" y="3457996"/>
                  <a:pt x="464669" y="3458729"/>
                  <a:pt x="465192" y="3459618"/>
                </a:cubicBezTo>
                <a:lnTo>
                  <a:pt x="478325" y="3482378"/>
                </a:lnTo>
                <a:cubicBezTo>
                  <a:pt x="478848" y="3483267"/>
                  <a:pt x="478848" y="3484732"/>
                  <a:pt x="478325" y="3485622"/>
                </a:cubicBezTo>
                <a:lnTo>
                  <a:pt x="465192" y="3508382"/>
                </a:lnTo>
                <a:cubicBezTo>
                  <a:pt x="464669" y="3509271"/>
                  <a:pt x="463413" y="3510004"/>
                  <a:pt x="462367" y="3510004"/>
                </a:cubicBezTo>
                <a:lnTo>
                  <a:pt x="436101" y="3510004"/>
                </a:lnTo>
                <a:cubicBezTo>
                  <a:pt x="435055" y="3510004"/>
                  <a:pt x="433799" y="3509271"/>
                  <a:pt x="433276" y="3508382"/>
                </a:cubicBezTo>
                <a:lnTo>
                  <a:pt x="420143" y="3485622"/>
                </a:lnTo>
                <a:cubicBezTo>
                  <a:pt x="419620" y="3484732"/>
                  <a:pt x="419620" y="3483267"/>
                  <a:pt x="420143" y="3482378"/>
                </a:cubicBezTo>
                <a:lnTo>
                  <a:pt x="433276" y="3459618"/>
                </a:lnTo>
                <a:cubicBezTo>
                  <a:pt x="433799" y="3458729"/>
                  <a:pt x="435055" y="3457996"/>
                  <a:pt x="436101" y="3457996"/>
                </a:cubicBezTo>
                <a:close/>
                <a:moveTo>
                  <a:pt x="1427965" y="3457891"/>
                </a:moveTo>
                <a:lnTo>
                  <a:pt x="1454335" y="3457891"/>
                </a:lnTo>
                <a:cubicBezTo>
                  <a:pt x="1455381" y="3457891"/>
                  <a:pt x="1456637" y="3458624"/>
                  <a:pt x="1457160" y="3459513"/>
                </a:cubicBezTo>
                <a:lnTo>
                  <a:pt x="1470346" y="3482325"/>
                </a:lnTo>
                <a:cubicBezTo>
                  <a:pt x="1470869" y="3483215"/>
                  <a:pt x="1470869" y="3484680"/>
                  <a:pt x="1470346" y="3485569"/>
                </a:cubicBezTo>
                <a:lnTo>
                  <a:pt x="1457160" y="3508382"/>
                </a:lnTo>
                <a:cubicBezTo>
                  <a:pt x="1456637" y="3509271"/>
                  <a:pt x="1455381" y="3510004"/>
                  <a:pt x="1454335" y="3510004"/>
                </a:cubicBezTo>
                <a:lnTo>
                  <a:pt x="1427965" y="3510004"/>
                </a:lnTo>
                <a:cubicBezTo>
                  <a:pt x="1426918" y="3510004"/>
                  <a:pt x="1425663" y="3509271"/>
                  <a:pt x="1425139" y="3508382"/>
                </a:cubicBezTo>
                <a:lnTo>
                  <a:pt x="1411954" y="3485569"/>
                </a:lnTo>
                <a:cubicBezTo>
                  <a:pt x="1411431" y="3484680"/>
                  <a:pt x="1411431" y="3483215"/>
                  <a:pt x="1411954" y="3482325"/>
                </a:cubicBezTo>
                <a:lnTo>
                  <a:pt x="1425139" y="3459513"/>
                </a:lnTo>
                <a:cubicBezTo>
                  <a:pt x="1425663" y="3458624"/>
                  <a:pt x="1426918" y="3457891"/>
                  <a:pt x="1427965" y="3457891"/>
                </a:cubicBezTo>
                <a:close/>
                <a:moveTo>
                  <a:pt x="1841202" y="3457839"/>
                </a:moveTo>
                <a:lnTo>
                  <a:pt x="1867624" y="3457839"/>
                </a:lnTo>
                <a:cubicBezTo>
                  <a:pt x="1868671" y="3457839"/>
                  <a:pt x="1869927" y="3458572"/>
                  <a:pt x="1870450" y="3459461"/>
                </a:cubicBezTo>
                <a:lnTo>
                  <a:pt x="1883635" y="3482326"/>
                </a:lnTo>
                <a:cubicBezTo>
                  <a:pt x="1884158" y="3483215"/>
                  <a:pt x="1884158" y="3484680"/>
                  <a:pt x="1883635" y="3485569"/>
                </a:cubicBezTo>
                <a:lnTo>
                  <a:pt x="1870450" y="3508434"/>
                </a:lnTo>
                <a:cubicBezTo>
                  <a:pt x="1869927" y="3509324"/>
                  <a:pt x="1868671" y="3510056"/>
                  <a:pt x="1867624" y="3510056"/>
                </a:cubicBezTo>
                <a:lnTo>
                  <a:pt x="1841202" y="3510056"/>
                </a:lnTo>
                <a:cubicBezTo>
                  <a:pt x="1840156" y="3510056"/>
                  <a:pt x="1838900" y="3509324"/>
                  <a:pt x="1838376" y="3508434"/>
                </a:cubicBezTo>
                <a:lnTo>
                  <a:pt x="1825191" y="3485569"/>
                </a:lnTo>
                <a:cubicBezTo>
                  <a:pt x="1824668" y="3484680"/>
                  <a:pt x="1824668" y="3483215"/>
                  <a:pt x="1825191" y="3482326"/>
                </a:cubicBezTo>
                <a:lnTo>
                  <a:pt x="1838376" y="3459461"/>
                </a:lnTo>
                <a:cubicBezTo>
                  <a:pt x="1838900" y="3458572"/>
                  <a:pt x="1840156" y="3457839"/>
                  <a:pt x="1841202" y="3457839"/>
                </a:cubicBezTo>
                <a:close/>
                <a:moveTo>
                  <a:pt x="1344773" y="3456897"/>
                </a:moveTo>
                <a:lnTo>
                  <a:pt x="1372189" y="3456897"/>
                </a:lnTo>
                <a:cubicBezTo>
                  <a:pt x="1373288" y="3456897"/>
                  <a:pt x="1374596" y="3457630"/>
                  <a:pt x="1375119" y="3458571"/>
                </a:cubicBezTo>
                <a:lnTo>
                  <a:pt x="1388828" y="3482325"/>
                </a:lnTo>
                <a:cubicBezTo>
                  <a:pt x="1389351" y="3483267"/>
                  <a:pt x="1389351" y="3484785"/>
                  <a:pt x="1388828" y="3485726"/>
                </a:cubicBezTo>
                <a:lnTo>
                  <a:pt x="1375119" y="3509480"/>
                </a:lnTo>
                <a:cubicBezTo>
                  <a:pt x="1374596" y="3510370"/>
                  <a:pt x="1373288" y="3511155"/>
                  <a:pt x="1372189" y="3511155"/>
                </a:cubicBezTo>
                <a:lnTo>
                  <a:pt x="1344773" y="3511155"/>
                </a:lnTo>
                <a:cubicBezTo>
                  <a:pt x="1343674" y="3511155"/>
                  <a:pt x="1342366" y="3510422"/>
                  <a:pt x="1341843" y="3509480"/>
                </a:cubicBezTo>
                <a:lnTo>
                  <a:pt x="1328134" y="3485726"/>
                </a:lnTo>
                <a:cubicBezTo>
                  <a:pt x="1327611" y="3484785"/>
                  <a:pt x="1327611" y="3483267"/>
                  <a:pt x="1328134" y="3482325"/>
                </a:cubicBezTo>
                <a:lnTo>
                  <a:pt x="1341843" y="3458571"/>
                </a:lnTo>
                <a:cubicBezTo>
                  <a:pt x="1342366" y="3457682"/>
                  <a:pt x="1343674" y="3456897"/>
                  <a:pt x="1344773" y="3456897"/>
                </a:cubicBezTo>
                <a:close/>
                <a:moveTo>
                  <a:pt x="1509063" y="3454752"/>
                </a:moveTo>
                <a:lnTo>
                  <a:pt x="1538625" y="3454752"/>
                </a:lnTo>
                <a:cubicBezTo>
                  <a:pt x="1539828" y="3454752"/>
                  <a:pt x="1541241" y="3455589"/>
                  <a:pt x="1541816" y="3456583"/>
                </a:cubicBezTo>
                <a:lnTo>
                  <a:pt x="1556571" y="3482169"/>
                </a:lnTo>
                <a:cubicBezTo>
                  <a:pt x="1557147" y="3483163"/>
                  <a:pt x="1557147" y="3484837"/>
                  <a:pt x="1556571" y="3485831"/>
                </a:cubicBezTo>
                <a:lnTo>
                  <a:pt x="1541816" y="3511416"/>
                </a:lnTo>
                <a:cubicBezTo>
                  <a:pt x="1541189" y="3512410"/>
                  <a:pt x="1539776" y="3513248"/>
                  <a:pt x="1538625" y="3513248"/>
                </a:cubicBezTo>
                <a:lnTo>
                  <a:pt x="1509063" y="3513248"/>
                </a:lnTo>
                <a:cubicBezTo>
                  <a:pt x="1507860" y="3513248"/>
                  <a:pt x="1506447" y="3512410"/>
                  <a:pt x="1505871" y="3511416"/>
                </a:cubicBezTo>
                <a:lnTo>
                  <a:pt x="1491117" y="3485831"/>
                </a:lnTo>
                <a:cubicBezTo>
                  <a:pt x="1490541" y="3484837"/>
                  <a:pt x="1490541" y="3483163"/>
                  <a:pt x="1491117" y="3482169"/>
                </a:cubicBezTo>
                <a:lnTo>
                  <a:pt x="1505871" y="3456583"/>
                </a:lnTo>
                <a:cubicBezTo>
                  <a:pt x="1506499" y="3455589"/>
                  <a:pt x="1507912" y="3454752"/>
                  <a:pt x="1509063" y="3454752"/>
                </a:cubicBezTo>
                <a:close/>
                <a:moveTo>
                  <a:pt x="1755813" y="3452450"/>
                </a:moveTo>
                <a:lnTo>
                  <a:pt x="1787677" y="3452450"/>
                </a:lnTo>
                <a:cubicBezTo>
                  <a:pt x="1788932" y="3452450"/>
                  <a:pt x="1790450" y="3453339"/>
                  <a:pt x="1791078" y="3454438"/>
                </a:cubicBezTo>
                <a:lnTo>
                  <a:pt x="1807036" y="3482012"/>
                </a:lnTo>
                <a:cubicBezTo>
                  <a:pt x="1807664" y="3483058"/>
                  <a:pt x="1807664" y="3484837"/>
                  <a:pt x="1807036" y="3485936"/>
                </a:cubicBezTo>
                <a:lnTo>
                  <a:pt x="1791078" y="3513509"/>
                </a:lnTo>
                <a:cubicBezTo>
                  <a:pt x="1790450" y="3514608"/>
                  <a:pt x="1788932" y="3515498"/>
                  <a:pt x="1787677" y="3515498"/>
                </a:cubicBezTo>
                <a:lnTo>
                  <a:pt x="1755813" y="3515498"/>
                </a:lnTo>
                <a:cubicBezTo>
                  <a:pt x="1754557" y="3515498"/>
                  <a:pt x="1753040" y="3514608"/>
                  <a:pt x="1752412" y="3513509"/>
                </a:cubicBezTo>
                <a:lnTo>
                  <a:pt x="1736454" y="3485936"/>
                </a:lnTo>
                <a:cubicBezTo>
                  <a:pt x="1735826" y="3484890"/>
                  <a:pt x="1735826" y="3483110"/>
                  <a:pt x="1736454" y="3482012"/>
                </a:cubicBezTo>
                <a:lnTo>
                  <a:pt x="1752412" y="3454438"/>
                </a:lnTo>
                <a:cubicBezTo>
                  <a:pt x="1753040" y="3453339"/>
                  <a:pt x="1754557" y="3452450"/>
                  <a:pt x="1755813" y="3452450"/>
                </a:cubicBezTo>
                <a:close/>
                <a:moveTo>
                  <a:pt x="1590475" y="3452293"/>
                </a:moveTo>
                <a:lnTo>
                  <a:pt x="1622496" y="3452293"/>
                </a:lnTo>
                <a:cubicBezTo>
                  <a:pt x="1623804" y="3452293"/>
                  <a:pt x="1625322" y="3453183"/>
                  <a:pt x="1625950" y="3454281"/>
                </a:cubicBezTo>
                <a:lnTo>
                  <a:pt x="1641960" y="3482012"/>
                </a:lnTo>
                <a:cubicBezTo>
                  <a:pt x="1642588" y="3483111"/>
                  <a:pt x="1642588" y="3484890"/>
                  <a:pt x="1641960" y="3485988"/>
                </a:cubicBezTo>
                <a:lnTo>
                  <a:pt x="1625950" y="3513719"/>
                </a:lnTo>
                <a:cubicBezTo>
                  <a:pt x="1625269" y="3514818"/>
                  <a:pt x="1623752" y="3515707"/>
                  <a:pt x="1622496" y="3515707"/>
                </a:cubicBezTo>
                <a:lnTo>
                  <a:pt x="1590475" y="3515707"/>
                </a:lnTo>
                <a:cubicBezTo>
                  <a:pt x="1589167" y="3515707"/>
                  <a:pt x="1587650" y="3514818"/>
                  <a:pt x="1587022" y="3513719"/>
                </a:cubicBezTo>
                <a:lnTo>
                  <a:pt x="1571012" y="3485988"/>
                </a:lnTo>
                <a:cubicBezTo>
                  <a:pt x="1570384" y="3484890"/>
                  <a:pt x="1570384" y="3483111"/>
                  <a:pt x="1571012" y="3482012"/>
                </a:cubicBezTo>
                <a:lnTo>
                  <a:pt x="1587022" y="3454281"/>
                </a:lnTo>
                <a:cubicBezTo>
                  <a:pt x="1587703" y="3453183"/>
                  <a:pt x="1589220" y="3452293"/>
                  <a:pt x="1590475" y="3452293"/>
                </a:cubicBezTo>
                <a:close/>
                <a:moveTo>
                  <a:pt x="1672516" y="3451142"/>
                </a:moveTo>
                <a:lnTo>
                  <a:pt x="1705741" y="3451142"/>
                </a:lnTo>
                <a:cubicBezTo>
                  <a:pt x="1707049" y="3451142"/>
                  <a:pt x="1708618" y="3452031"/>
                  <a:pt x="1709299" y="3453183"/>
                </a:cubicBezTo>
                <a:lnTo>
                  <a:pt x="1725937" y="3481960"/>
                </a:lnTo>
                <a:cubicBezTo>
                  <a:pt x="1726617" y="3483111"/>
                  <a:pt x="1726617" y="3484942"/>
                  <a:pt x="1725937" y="3486093"/>
                </a:cubicBezTo>
                <a:lnTo>
                  <a:pt x="1709299" y="3514870"/>
                </a:lnTo>
                <a:cubicBezTo>
                  <a:pt x="1708671" y="3515969"/>
                  <a:pt x="1707049" y="3516910"/>
                  <a:pt x="1705741" y="3516910"/>
                </a:cubicBezTo>
                <a:lnTo>
                  <a:pt x="1672516" y="3516910"/>
                </a:lnTo>
                <a:cubicBezTo>
                  <a:pt x="1671208" y="3516910"/>
                  <a:pt x="1669639" y="3516021"/>
                  <a:pt x="1668958" y="3514870"/>
                </a:cubicBezTo>
                <a:lnTo>
                  <a:pt x="1652320" y="3486093"/>
                </a:lnTo>
                <a:cubicBezTo>
                  <a:pt x="1651640" y="3484942"/>
                  <a:pt x="1651640" y="3483111"/>
                  <a:pt x="1652320" y="3481960"/>
                </a:cubicBezTo>
                <a:lnTo>
                  <a:pt x="1668958" y="3453183"/>
                </a:lnTo>
                <a:cubicBezTo>
                  <a:pt x="1669586" y="3452084"/>
                  <a:pt x="1671208" y="3451142"/>
                  <a:pt x="1672516" y="3451142"/>
                </a:cubicBezTo>
                <a:close/>
                <a:moveTo>
                  <a:pt x="608606" y="3389454"/>
                </a:moveTo>
                <a:lnTo>
                  <a:pt x="620588" y="3389454"/>
                </a:lnTo>
                <a:cubicBezTo>
                  <a:pt x="621059" y="3389454"/>
                  <a:pt x="621634" y="3389768"/>
                  <a:pt x="621896" y="3390187"/>
                </a:cubicBezTo>
                <a:lnTo>
                  <a:pt x="627913" y="3400599"/>
                </a:lnTo>
                <a:cubicBezTo>
                  <a:pt x="628175" y="3400965"/>
                  <a:pt x="628175" y="3401645"/>
                  <a:pt x="627913" y="3402064"/>
                </a:cubicBezTo>
                <a:lnTo>
                  <a:pt x="621896" y="3412476"/>
                </a:lnTo>
                <a:cubicBezTo>
                  <a:pt x="621634" y="3412894"/>
                  <a:pt x="621059" y="3413208"/>
                  <a:pt x="620588" y="3413208"/>
                </a:cubicBezTo>
                <a:lnTo>
                  <a:pt x="608606" y="3413208"/>
                </a:lnTo>
                <a:cubicBezTo>
                  <a:pt x="608135" y="3413208"/>
                  <a:pt x="607560" y="3412894"/>
                  <a:pt x="607298" y="3412476"/>
                </a:cubicBezTo>
                <a:lnTo>
                  <a:pt x="601281" y="3402064"/>
                </a:lnTo>
                <a:cubicBezTo>
                  <a:pt x="601020" y="3401697"/>
                  <a:pt x="601020" y="3401017"/>
                  <a:pt x="601281" y="3400599"/>
                </a:cubicBezTo>
                <a:lnTo>
                  <a:pt x="607298" y="3390187"/>
                </a:lnTo>
                <a:cubicBezTo>
                  <a:pt x="607560" y="3389768"/>
                  <a:pt x="608135" y="3389454"/>
                  <a:pt x="608606" y="3389454"/>
                </a:cubicBezTo>
                <a:close/>
                <a:moveTo>
                  <a:pt x="691013" y="3388984"/>
                </a:moveTo>
                <a:lnTo>
                  <a:pt x="703465" y="3388984"/>
                </a:lnTo>
                <a:cubicBezTo>
                  <a:pt x="703989" y="3388984"/>
                  <a:pt x="704564" y="3389350"/>
                  <a:pt x="704826" y="3389769"/>
                </a:cubicBezTo>
                <a:lnTo>
                  <a:pt x="711052" y="3400547"/>
                </a:lnTo>
                <a:cubicBezTo>
                  <a:pt x="711314" y="3400966"/>
                  <a:pt x="711314" y="3401646"/>
                  <a:pt x="711052" y="3402064"/>
                </a:cubicBezTo>
                <a:lnTo>
                  <a:pt x="704826" y="3412843"/>
                </a:lnTo>
                <a:cubicBezTo>
                  <a:pt x="704564" y="3413261"/>
                  <a:pt x="703936" y="3413627"/>
                  <a:pt x="703465" y="3413627"/>
                </a:cubicBezTo>
                <a:lnTo>
                  <a:pt x="691013" y="3413627"/>
                </a:lnTo>
                <a:cubicBezTo>
                  <a:pt x="690489" y="3413627"/>
                  <a:pt x="689914" y="3413261"/>
                  <a:pt x="689652" y="3412843"/>
                </a:cubicBezTo>
                <a:lnTo>
                  <a:pt x="683426" y="3402064"/>
                </a:lnTo>
                <a:cubicBezTo>
                  <a:pt x="683165" y="3401646"/>
                  <a:pt x="683165" y="3400966"/>
                  <a:pt x="683426" y="3400547"/>
                </a:cubicBezTo>
                <a:lnTo>
                  <a:pt x="689652" y="3389769"/>
                </a:lnTo>
                <a:cubicBezTo>
                  <a:pt x="689914" y="3389350"/>
                  <a:pt x="690542" y="3388984"/>
                  <a:pt x="691013" y="3388984"/>
                </a:cubicBezTo>
                <a:close/>
                <a:moveTo>
                  <a:pt x="773158" y="3388094"/>
                </a:moveTo>
                <a:lnTo>
                  <a:pt x="786500" y="3388094"/>
                </a:lnTo>
                <a:cubicBezTo>
                  <a:pt x="787023" y="3388094"/>
                  <a:pt x="787651" y="3388460"/>
                  <a:pt x="787913" y="3388931"/>
                </a:cubicBezTo>
                <a:lnTo>
                  <a:pt x="794610" y="3400494"/>
                </a:lnTo>
                <a:cubicBezTo>
                  <a:pt x="794872" y="3400965"/>
                  <a:pt x="794872" y="3401698"/>
                  <a:pt x="794610" y="3402169"/>
                </a:cubicBezTo>
                <a:lnTo>
                  <a:pt x="787913" y="3413731"/>
                </a:lnTo>
                <a:cubicBezTo>
                  <a:pt x="787651" y="3414202"/>
                  <a:pt x="787023" y="3414569"/>
                  <a:pt x="786500" y="3414569"/>
                </a:cubicBezTo>
                <a:lnTo>
                  <a:pt x="773158" y="3414569"/>
                </a:lnTo>
                <a:cubicBezTo>
                  <a:pt x="772635" y="3414569"/>
                  <a:pt x="772007" y="3414202"/>
                  <a:pt x="771745" y="3413731"/>
                </a:cubicBezTo>
                <a:lnTo>
                  <a:pt x="765048" y="3402169"/>
                </a:lnTo>
                <a:cubicBezTo>
                  <a:pt x="764787" y="3401698"/>
                  <a:pt x="764787" y="3400965"/>
                  <a:pt x="765048" y="3400494"/>
                </a:cubicBezTo>
                <a:lnTo>
                  <a:pt x="771745" y="3388931"/>
                </a:lnTo>
                <a:cubicBezTo>
                  <a:pt x="772007" y="3388460"/>
                  <a:pt x="772635" y="3388094"/>
                  <a:pt x="773158" y="3388094"/>
                </a:cubicBezTo>
                <a:close/>
                <a:moveTo>
                  <a:pt x="2178102" y="3387623"/>
                </a:moveTo>
                <a:lnTo>
                  <a:pt x="2191967" y="3387623"/>
                </a:lnTo>
                <a:cubicBezTo>
                  <a:pt x="2192490" y="3387623"/>
                  <a:pt x="2193171" y="3387989"/>
                  <a:pt x="2193432" y="3388460"/>
                </a:cubicBezTo>
                <a:lnTo>
                  <a:pt x="2200339" y="3400442"/>
                </a:lnTo>
                <a:cubicBezTo>
                  <a:pt x="2200600" y="3400913"/>
                  <a:pt x="2200600" y="3401698"/>
                  <a:pt x="2200339" y="3402169"/>
                </a:cubicBezTo>
                <a:lnTo>
                  <a:pt x="2193432" y="3414150"/>
                </a:lnTo>
                <a:cubicBezTo>
                  <a:pt x="2193171" y="3414621"/>
                  <a:pt x="2192490" y="3414987"/>
                  <a:pt x="2191967" y="3414987"/>
                </a:cubicBezTo>
                <a:lnTo>
                  <a:pt x="2178102" y="3414987"/>
                </a:lnTo>
                <a:cubicBezTo>
                  <a:pt x="2177578" y="3414987"/>
                  <a:pt x="2176898" y="3414621"/>
                  <a:pt x="2176637" y="3414150"/>
                </a:cubicBezTo>
                <a:lnTo>
                  <a:pt x="2169730" y="3402169"/>
                </a:lnTo>
                <a:cubicBezTo>
                  <a:pt x="2169469" y="3401698"/>
                  <a:pt x="2169469" y="3400913"/>
                  <a:pt x="2169730" y="3400442"/>
                </a:cubicBezTo>
                <a:lnTo>
                  <a:pt x="2176637" y="3388460"/>
                </a:lnTo>
                <a:cubicBezTo>
                  <a:pt x="2176898" y="3387989"/>
                  <a:pt x="2177578" y="3387623"/>
                  <a:pt x="2178102" y="3387623"/>
                </a:cubicBezTo>
                <a:close/>
                <a:moveTo>
                  <a:pt x="2260717" y="3387414"/>
                </a:moveTo>
                <a:lnTo>
                  <a:pt x="2274792" y="3387414"/>
                </a:lnTo>
                <a:cubicBezTo>
                  <a:pt x="2275368" y="3387414"/>
                  <a:pt x="2276048" y="3387832"/>
                  <a:pt x="2276309" y="3388303"/>
                </a:cubicBezTo>
                <a:lnTo>
                  <a:pt x="2283321" y="3400494"/>
                </a:lnTo>
                <a:cubicBezTo>
                  <a:pt x="2283582" y="3400965"/>
                  <a:pt x="2283582" y="3401750"/>
                  <a:pt x="2283321" y="3402221"/>
                </a:cubicBezTo>
                <a:lnTo>
                  <a:pt x="2276309" y="3414412"/>
                </a:lnTo>
                <a:cubicBezTo>
                  <a:pt x="2276048" y="3414935"/>
                  <a:pt x="2275368" y="3415301"/>
                  <a:pt x="2274792" y="3415301"/>
                </a:cubicBezTo>
                <a:lnTo>
                  <a:pt x="2260717" y="3415301"/>
                </a:lnTo>
                <a:cubicBezTo>
                  <a:pt x="2260142" y="3415301"/>
                  <a:pt x="2259462" y="3414883"/>
                  <a:pt x="2259200" y="3414412"/>
                </a:cubicBezTo>
                <a:lnTo>
                  <a:pt x="2252189" y="3402221"/>
                </a:lnTo>
                <a:cubicBezTo>
                  <a:pt x="2251928" y="3401750"/>
                  <a:pt x="2251928" y="3400965"/>
                  <a:pt x="2252189" y="3400494"/>
                </a:cubicBezTo>
                <a:lnTo>
                  <a:pt x="2259200" y="3388303"/>
                </a:lnTo>
                <a:cubicBezTo>
                  <a:pt x="2259462" y="3387780"/>
                  <a:pt x="2260142" y="3387414"/>
                  <a:pt x="2260717" y="3387414"/>
                </a:cubicBezTo>
                <a:close/>
                <a:moveTo>
                  <a:pt x="1020430" y="3386734"/>
                </a:moveTo>
                <a:lnTo>
                  <a:pt x="1035185" y="3386734"/>
                </a:lnTo>
                <a:cubicBezTo>
                  <a:pt x="1035760" y="3386734"/>
                  <a:pt x="1036441" y="3387100"/>
                  <a:pt x="1036755" y="3387623"/>
                </a:cubicBezTo>
                <a:lnTo>
                  <a:pt x="1044132" y="3400442"/>
                </a:lnTo>
                <a:cubicBezTo>
                  <a:pt x="1044446" y="3400965"/>
                  <a:pt x="1044446" y="3401750"/>
                  <a:pt x="1044132" y="3402273"/>
                </a:cubicBezTo>
                <a:lnTo>
                  <a:pt x="1036755" y="3415092"/>
                </a:lnTo>
                <a:cubicBezTo>
                  <a:pt x="1036493" y="3415563"/>
                  <a:pt x="1035760" y="3415982"/>
                  <a:pt x="1035185" y="3415982"/>
                </a:cubicBezTo>
                <a:lnTo>
                  <a:pt x="1020430" y="3415982"/>
                </a:lnTo>
                <a:cubicBezTo>
                  <a:pt x="1019855" y="3415982"/>
                  <a:pt x="1019175" y="3415615"/>
                  <a:pt x="1018861" y="3415092"/>
                </a:cubicBezTo>
                <a:lnTo>
                  <a:pt x="1011483" y="3402273"/>
                </a:lnTo>
                <a:cubicBezTo>
                  <a:pt x="1011170" y="3401750"/>
                  <a:pt x="1011170" y="3400965"/>
                  <a:pt x="1011483" y="3400442"/>
                </a:cubicBezTo>
                <a:lnTo>
                  <a:pt x="1018861" y="3387623"/>
                </a:lnTo>
                <a:cubicBezTo>
                  <a:pt x="1019122" y="3387152"/>
                  <a:pt x="1019855" y="3386734"/>
                  <a:pt x="1020430" y="3386734"/>
                </a:cubicBezTo>
                <a:close/>
                <a:moveTo>
                  <a:pt x="2342915" y="3386577"/>
                </a:moveTo>
                <a:lnTo>
                  <a:pt x="2357774" y="3386577"/>
                </a:lnTo>
                <a:cubicBezTo>
                  <a:pt x="2358350" y="3386577"/>
                  <a:pt x="2359030" y="3386996"/>
                  <a:pt x="2359343" y="3387519"/>
                </a:cubicBezTo>
                <a:lnTo>
                  <a:pt x="2366773" y="3400390"/>
                </a:lnTo>
                <a:cubicBezTo>
                  <a:pt x="2367088" y="3400913"/>
                  <a:pt x="2367088" y="3401698"/>
                  <a:pt x="2366773" y="3402221"/>
                </a:cubicBezTo>
                <a:lnTo>
                  <a:pt x="2359343" y="3415092"/>
                </a:lnTo>
                <a:cubicBezTo>
                  <a:pt x="2359082" y="3415615"/>
                  <a:pt x="2358350" y="3416034"/>
                  <a:pt x="2357774" y="3416034"/>
                </a:cubicBezTo>
                <a:lnTo>
                  <a:pt x="2342915" y="3416034"/>
                </a:lnTo>
                <a:cubicBezTo>
                  <a:pt x="2342339" y="3416034"/>
                  <a:pt x="2341659" y="3415615"/>
                  <a:pt x="2341345" y="3415092"/>
                </a:cubicBezTo>
                <a:lnTo>
                  <a:pt x="2333915" y="3402221"/>
                </a:lnTo>
                <a:cubicBezTo>
                  <a:pt x="2333602" y="3401698"/>
                  <a:pt x="2333602" y="3400913"/>
                  <a:pt x="2333915" y="3400390"/>
                </a:cubicBezTo>
                <a:lnTo>
                  <a:pt x="2341345" y="3387519"/>
                </a:lnTo>
                <a:cubicBezTo>
                  <a:pt x="2341607" y="3386996"/>
                  <a:pt x="2342339" y="3386577"/>
                  <a:pt x="2342915" y="3386577"/>
                </a:cubicBezTo>
                <a:close/>
                <a:moveTo>
                  <a:pt x="854780" y="3386001"/>
                </a:moveTo>
                <a:lnTo>
                  <a:pt x="870320" y="3386001"/>
                </a:lnTo>
                <a:cubicBezTo>
                  <a:pt x="870948" y="3386001"/>
                  <a:pt x="871680" y="3386420"/>
                  <a:pt x="871994" y="3386943"/>
                </a:cubicBezTo>
                <a:lnTo>
                  <a:pt x="879738" y="3400389"/>
                </a:lnTo>
                <a:cubicBezTo>
                  <a:pt x="880052" y="3400913"/>
                  <a:pt x="880052" y="3401802"/>
                  <a:pt x="879738" y="3402325"/>
                </a:cubicBezTo>
                <a:lnTo>
                  <a:pt x="871994" y="3415772"/>
                </a:lnTo>
                <a:cubicBezTo>
                  <a:pt x="871680" y="3416295"/>
                  <a:pt x="870948" y="3416714"/>
                  <a:pt x="870320" y="3416714"/>
                </a:cubicBezTo>
                <a:lnTo>
                  <a:pt x="854780" y="3416714"/>
                </a:lnTo>
                <a:cubicBezTo>
                  <a:pt x="854152" y="3416714"/>
                  <a:pt x="853420" y="3416295"/>
                  <a:pt x="853106" y="3415772"/>
                </a:cubicBezTo>
                <a:lnTo>
                  <a:pt x="845362" y="3402325"/>
                </a:lnTo>
                <a:cubicBezTo>
                  <a:pt x="845049" y="3401802"/>
                  <a:pt x="845049" y="3400913"/>
                  <a:pt x="845362" y="3400389"/>
                </a:cubicBezTo>
                <a:lnTo>
                  <a:pt x="853106" y="3386943"/>
                </a:lnTo>
                <a:cubicBezTo>
                  <a:pt x="853420" y="3386420"/>
                  <a:pt x="854152" y="3386001"/>
                  <a:pt x="854780" y="3386001"/>
                </a:cubicBezTo>
                <a:close/>
                <a:moveTo>
                  <a:pt x="2094439" y="3385583"/>
                </a:moveTo>
                <a:lnTo>
                  <a:pt x="2110397" y="3385583"/>
                </a:lnTo>
                <a:cubicBezTo>
                  <a:pt x="2111025" y="3385583"/>
                  <a:pt x="2111810" y="3386054"/>
                  <a:pt x="2112123" y="3386577"/>
                </a:cubicBezTo>
                <a:lnTo>
                  <a:pt x="2120076" y="3400390"/>
                </a:lnTo>
                <a:cubicBezTo>
                  <a:pt x="2120391" y="3400966"/>
                  <a:pt x="2120391" y="3401855"/>
                  <a:pt x="2120076" y="3402378"/>
                </a:cubicBezTo>
                <a:lnTo>
                  <a:pt x="2112123" y="3416191"/>
                </a:lnTo>
                <a:cubicBezTo>
                  <a:pt x="2111810" y="3416767"/>
                  <a:pt x="2111025" y="3417186"/>
                  <a:pt x="2110397" y="3417186"/>
                </a:cubicBezTo>
                <a:lnTo>
                  <a:pt x="2094439" y="3417186"/>
                </a:lnTo>
                <a:cubicBezTo>
                  <a:pt x="2093811" y="3417186"/>
                  <a:pt x="2093026" y="3416714"/>
                  <a:pt x="2092712" y="3416191"/>
                </a:cubicBezTo>
                <a:lnTo>
                  <a:pt x="2084759" y="3402378"/>
                </a:lnTo>
                <a:cubicBezTo>
                  <a:pt x="2084446" y="3401803"/>
                  <a:pt x="2084446" y="3400913"/>
                  <a:pt x="2084759" y="3400390"/>
                </a:cubicBezTo>
                <a:lnTo>
                  <a:pt x="2092712" y="3386577"/>
                </a:lnTo>
                <a:cubicBezTo>
                  <a:pt x="2093026" y="3386002"/>
                  <a:pt x="2093811" y="3385583"/>
                  <a:pt x="2094439" y="3385583"/>
                </a:cubicBezTo>
                <a:close/>
                <a:moveTo>
                  <a:pt x="2920546" y="3384641"/>
                </a:moveTo>
                <a:lnTo>
                  <a:pt x="2937394" y="3384641"/>
                </a:lnTo>
                <a:cubicBezTo>
                  <a:pt x="2938022" y="3384641"/>
                  <a:pt x="2938859" y="3385112"/>
                  <a:pt x="2939173" y="3385687"/>
                </a:cubicBezTo>
                <a:lnTo>
                  <a:pt x="2947597" y="3400285"/>
                </a:lnTo>
                <a:cubicBezTo>
                  <a:pt x="2947911" y="3400861"/>
                  <a:pt x="2947911" y="3401803"/>
                  <a:pt x="2947597" y="3402378"/>
                </a:cubicBezTo>
                <a:lnTo>
                  <a:pt x="2939173" y="3416976"/>
                </a:lnTo>
                <a:cubicBezTo>
                  <a:pt x="2938859" y="3417551"/>
                  <a:pt x="2938074" y="3418022"/>
                  <a:pt x="2937394" y="3418022"/>
                </a:cubicBezTo>
                <a:lnTo>
                  <a:pt x="2920546" y="3418022"/>
                </a:lnTo>
                <a:cubicBezTo>
                  <a:pt x="2919918" y="3418022"/>
                  <a:pt x="2919082" y="3417551"/>
                  <a:pt x="2918767" y="3416976"/>
                </a:cubicBezTo>
                <a:lnTo>
                  <a:pt x="2910344" y="3402378"/>
                </a:lnTo>
                <a:cubicBezTo>
                  <a:pt x="2910029" y="3401803"/>
                  <a:pt x="2910029" y="3400861"/>
                  <a:pt x="2910344" y="3400285"/>
                </a:cubicBezTo>
                <a:lnTo>
                  <a:pt x="2918767" y="3385687"/>
                </a:lnTo>
                <a:cubicBezTo>
                  <a:pt x="2919082" y="3385112"/>
                  <a:pt x="2919866" y="3384641"/>
                  <a:pt x="2920546" y="3384641"/>
                </a:cubicBezTo>
                <a:close/>
                <a:moveTo>
                  <a:pt x="2424380" y="3384118"/>
                </a:moveTo>
                <a:lnTo>
                  <a:pt x="2441750" y="3384118"/>
                </a:lnTo>
                <a:cubicBezTo>
                  <a:pt x="2442430" y="3384118"/>
                  <a:pt x="2443268" y="3384641"/>
                  <a:pt x="2443634" y="3385217"/>
                </a:cubicBezTo>
                <a:lnTo>
                  <a:pt x="2452319" y="3400285"/>
                </a:lnTo>
                <a:cubicBezTo>
                  <a:pt x="2452686" y="3400861"/>
                  <a:pt x="2452686" y="3401855"/>
                  <a:pt x="2452319" y="3402431"/>
                </a:cubicBezTo>
                <a:lnTo>
                  <a:pt x="2443634" y="3417499"/>
                </a:lnTo>
                <a:cubicBezTo>
                  <a:pt x="2443268" y="3418127"/>
                  <a:pt x="2442430" y="3418598"/>
                  <a:pt x="2441750" y="3418598"/>
                </a:cubicBezTo>
                <a:lnTo>
                  <a:pt x="2424380" y="3418598"/>
                </a:lnTo>
                <a:cubicBezTo>
                  <a:pt x="2423699" y="3418598"/>
                  <a:pt x="2422862" y="3418075"/>
                  <a:pt x="2422496" y="3417499"/>
                </a:cubicBezTo>
                <a:lnTo>
                  <a:pt x="2413810" y="3402431"/>
                </a:lnTo>
                <a:cubicBezTo>
                  <a:pt x="2413445" y="3401855"/>
                  <a:pt x="2413445" y="3400861"/>
                  <a:pt x="2413810" y="3400285"/>
                </a:cubicBezTo>
                <a:lnTo>
                  <a:pt x="2422496" y="3385217"/>
                </a:lnTo>
                <a:cubicBezTo>
                  <a:pt x="2422862" y="3384589"/>
                  <a:pt x="2423699" y="3384118"/>
                  <a:pt x="2424380" y="3384118"/>
                </a:cubicBezTo>
                <a:close/>
                <a:moveTo>
                  <a:pt x="2506787" y="3383647"/>
                </a:moveTo>
                <a:lnTo>
                  <a:pt x="2524681" y="3383647"/>
                </a:lnTo>
                <a:cubicBezTo>
                  <a:pt x="2525413" y="3383647"/>
                  <a:pt x="2526250" y="3384118"/>
                  <a:pt x="2526617" y="3384746"/>
                </a:cubicBezTo>
                <a:lnTo>
                  <a:pt x="2535564" y="3400233"/>
                </a:lnTo>
                <a:cubicBezTo>
                  <a:pt x="2535930" y="3400809"/>
                  <a:pt x="2535930" y="3401803"/>
                  <a:pt x="2535564" y="3402431"/>
                </a:cubicBezTo>
                <a:lnTo>
                  <a:pt x="2526617" y="3417918"/>
                </a:lnTo>
                <a:cubicBezTo>
                  <a:pt x="2526250" y="3418546"/>
                  <a:pt x="2525361" y="3419017"/>
                  <a:pt x="2524681" y="3419017"/>
                </a:cubicBezTo>
                <a:lnTo>
                  <a:pt x="2506787" y="3419017"/>
                </a:lnTo>
                <a:cubicBezTo>
                  <a:pt x="2506054" y="3419017"/>
                  <a:pt x="2505217" y="3418546"/>
                  <a:pt x="2504851" y="3417918"/>
                </a:cubicBezTo>
                <a:lnTo>
                  <a:pt x="2495904" y="3402431"/>
                </a:lnTo>
                <a:cubicBezTo>
                  <a:pt x="2495537" y="3401855"/>
                  <a:pt x="2495537" y="3400861"/>
                  <a:pt x="2495904" y="3400233"/>
                </a:cubicBezTo>
                <a:lnTo>
                  <a:pt x="2504851" y="3384746"/>
                </a:lnTo>
                <a:cubicBezTo>
                  <a:pt x="2505217" y="3384118"/>
                  <a:pt x="2506106" y="3383647"/>
                  <a:pt x="2506787" y="3383647"/>
                </a:cubicBezTo>
                <a:close/>
                <a:moveTo>
                  <a:pt x="935879" y="3382914"/>
                </a:moveTo>
                <a:lnTo>
                  <a:pt x="954506" y="3382914"/>
                </a:lnTo>
                <a:cubicBezTo>
                  <a:pt x="955238" y="3382914"/>
                  <a:pt x="956128" y="3383437"/>
                  <a:pt x="956494" y="3384065"/>
                </a:cubicBezTo>
                <a:lnTo>
                  <a:pt x="965807" y="3400180"/>
                </a:lnTo>
                <a:cubicBezTo>
                  <a:pt x="966173" y="3400808"/>
                  <a:pt x="966173" y="3401854"/>
                  <a:pt x="965807" y="3402483"/>
                </a:cubicBezTo>
                <a:lnTo>
                  <a:pt x="956494" y="3418597"/>
                </a:lnTo>
                <a:cubicBezTo>
                  <a:pt x="956128" y="3419225"/>
                  <a:pt x="955238" y="3419749"/>
                  <a:pt x="954506" y="3419749"/>
                </a:cubicBezTo>
                <a:lnTo>
                  <a:pt x="935879" y="3419749"/>
                </a:lnTo>
                <a:cubicBezTo>
                  <a:pt x="935147" y="3419749"/>
                  <a:pt x="934257" y="3419225"/>
                  <a:pt x="933891" y="3418597"/>
                </a:cubicBezTo>
                <a:lnTo>
                  <a:pt x="924577" y="3402483"/>
                </a:lnTo>
                <a:cubicBezTo>
                  <a:pt x="924212" y="3401854"/>
                  <a:pt x="924212" y="3400808"/>
                  <a:pt x="924577" y="3400180"/>
                </a:cubicBezTo>
                <a:lnTo>
                  <a:pt x="933891" y="3384065"/>
                </a:lnTo>
                <a:cubicBezTo>
                  <a:pt x="934257" y="3383437"/>
                  <a:pt x="935147" y="3382914"/>
                  <a:pt x="935879" y="3382914"/>
                </a:cubicBezTo>
                <a:close/>
                <a:moveTo>
                  <a:pt x="1101006" y="3382443"/>
                </a:moveTo>
                <a:lnTo>
                  <a:pt x="1120051" y="3382443"/>
                </a:lnTo>
                <a:cubicBezTo>
                  <a:pt x="1120783" y="3382443"/>
                  <a:pt x="1121725" y="3383018"/>
                  <a:pt x="1122091" y="3383646"/>
                </a:cubicBezTo>
                <a:lnTo>
                  <a:pt x="1131614" y="3400128"/>
                </a:lnTo>
                <a:cubicBezTo>
                  <a:pt x="1131980" y="3400756"/>
                  <a:pt x="1131980" y="3401854"/>
                  <a:pt x="1131614" y="3402482"/>
                </a:cubicBezTo>
                <a:lnTo>
                  <a:pt x="1122091" y="3418963"/>
                </a:lnTo>
                <a:cubicBezTo>
                  <a:pt x="1121725" y="3419644"/>
                  <a:pt x="1120783" y="3420167"/>
                  <a:pt x="1120051" y="3420167"/>
                </a:cubicBezTo>
                <a:lnTo>
                  <a:pt x="1101006" y="3420167"/>
                </a:lnTo>
                <a:cubicBezTo>
                  <a:pt x="1100273" y="3420167"/>
                  <a:pt x="1099332" y="3419591"/>
                  <a:pt x="1098965" y="3418963"/>
                </a:cubicBezTo>
                <a:lnTo>
                  <a:pt x="1089443" y="3402482"/>
                </a:lnTo>
                <a:cubicBezTo>
                  <a:pt x="1089076" y="3401854"/>
                  <a:pt x="1089076" y="3400756"/>
                  <a:pt x="1089443" y="3400128"/>
                </a:cubicBezTo>
                <a:lnTo>
                  <a:pt x="1098965" y="3383646"/>
                </a:lnTo>
                <a:cubicBezTo>
                  <a:pt x="1099332" y="3382966"/>
                  <a:pt x="1100273" y="3382443"/>
                  <a:pt x="1101006" y="3382443"/>
                </a:cubicBezTo>
                <a:close/>
                <a:moveTo>
                  <a:pt x="2836728" y="3382286"/>
                </a:moveTo>
                <a:lnTo>
                  <a:pt x="2855929" y="3382286"/>
                </a:lnTo>
                <a:cubicBezTo>
                  <a:pt x="2856662" y="3382286"/>
                  <a:pt x="2857604" y="3382809"/>
                  <a:pt x="2857970" y="3383490"/>
                </a:cubicBezTo>
                <a:lnTo>
                  <a:pt x="2867597" y="3400128"/>
                </a:lnTo>
                <a:cubicBezTo>
                  <a:pt x="2867964" y="3400756"/>
                  <a:pt x="2867964" y="3401802"/>
                  <a:pt x="2867597" y="3402482"/>
                </a:cubicBezTo>
                <a:lnTo>
                  <a:pt x="2857970" y="3419121"/>
                </a:lnTo>
                <a:cubicBezTo>
                  <a:pt x="2857604" y="3419801"/>
                  <a:pt x="2856662" y="3420324"/>
                  <a:pt x="2855929" y="3420324"/>
                </a:cubicBezTo>
                <a:lnTo>
                  <a:pt x="2836728" y="3420324"/>
                </a:lnTo>
                <a:cubicBezTo>
                  <a:pt x="2835995" y="3420324"/>
                  <a:pt x="2835053" y="3419801"/>
                  <a:pt x="2834687" y="3419121"/>
                </a:cubicBezTo>
                <a:lnTo>
                  <a:pt x="2825059" y="3402482"/>
                </a:lnTo>
                <a:cubicBezTo>
                  <a:pt x="2824694" y="3401854"/>
                  <a:pt x="2824694" y="3400808"/>
                  <a:pt x="2825059" y="3400128"/>
                </a:cubicBezTo>
                <a:lnTo>
                  <a:pt x="2834687" y="3383490"/>
                </a:lnTo>
                <a:cubicBezTo>
                  <a:pt x="2835053" y="3382809"/>
                  <a:pt x="2835995" y="3382286"/>
                  <a:pt x="2836728" y="3382286"/>
                </a:cubicBezTo>
                <a:close/>
                <a:moveTo>
                  <a:pt x="2754007" y="3382129"/>
                </a:moveTo>
                <a:lnTo>
                  <a:pt x="2773418" y="3382129"/>
                </a:lnTo>
                <a:cubicBezTo>
                  <a:pt x="2774203" y="3382129"/>
                  <a:pt x="2775145" y="3382652"/>
                  <a:pt x="2775511" y="3383332"/>
                </a:cubicBezTo>
                <a:lnTo>
                  <a:pt x="2785190" y="3400128"/>
                </a:lnTo>
                <a:cubicBezTo>
                  <a:pt x="2785557" y="3400808"/>
                  <a:pt x="2785557" y="3401854"/>
                  <a:pt x="2785190" y="3402534"/>
                </a:cubicBezTo>
                <a:lnTo>
                  <a:pt x="2775511" y="3419330"/>
                </a:lnTo>
                <a:cubicBezTo>
                  <a:pt x="2775093" y="3420010"/>
                  <a:pt x="2774203" y="3420533"/>
                  <a:pt x="2773418" y="3420533"/>
                </a:cubicBezTo>
                <a:lnTo>
                  <a:pt x="2754007" y="3420533"/>
                </a:lnTo>
                <a:cubicBezTo>
                  <a:pt x="2753222" y="3420533"/>
                  <a:pt x="2752280" y="3420010"/>
                  <a:pt x="2751914" y="3419330"/>
                </a:cubicBezTo>
                <a:lnTo>
                  <a:pt x="2742234" y="3402534"/>
                </a:lnTo>
                <a:cubicBezTo>
                  <a:pt x="2741869" y="3401854"/>
                  <a:pt x="2741869" y="3400808"/>
                  <a:pt x="2742234" y="3400128"/>
                </a:cubicBezTo>
                <a:lnTo>
                  <a:pt x="2751914" y="3383332"/>
                </a:lnTo>
                <a:cubicBezTo>
                  <a:pt x="2752333" y="3382652"/>
                  <a:pt x="2753222" y="3382129"/>
                  <a:pt x="2754007" y="3382129"/>
                </a:cubicBezTo>
                <a:close/>
                <a:moveTo>
                  <a:pt x="1183308" y="3381868"/>
                </a:moveTo>
                <a:lnTo>
                  <a:pt x="1202981" y="3381868"/>
                </a:lnTo>
                <a:cubicBezTo>
                  <a:pt x="1203766" y="3381868"/>
                  <a:pt x="1204708" y="3382391"/>
                  <a:pt x="1205074" y="3383071"/>
                </a:cubicBezTo>
                <a:lnTo>
                  <a:pt x="1214910" y="3400076"/>
                </a:lnTo>
                <a:cubicBezTo>
                  <a:pt x="1215277" y="3400704"/>
                  <a:pt x="1215277" y="3401803"/>
                  <a:pt x="1214910" y="3402483"/>
                </a:cubicBezTo>
                <a:lnTo>
                  <a:pt x="1205074" y="3419487"/>
                </a:lnTo>
                <a:cubicBezTo>
                  <a:pt x="1204708" y="3420167"/>
                  <a:pt x="1203766" y="3420691"/>
                  <a:pt x="1202981" y="3420691"/>
                </a:cubicBezTo>
                <a:lnTo>
                  <a:pt x="1183308" y="3420691"/>
                </a:lnTo>
                <a:cubicBezTo>
                  <a:pt x="1182523" y="3420691"/>
                  <a:pt x="1181582" y="3420167"/>
                  <a:pt x="1181215" y="3419487"/>
                </a:cubicBezTo>
                <a:lnTo>
                  <a:pt x="1171379" y="3402483"/>
                </a:lnTo>
                <a:cubicBezTo>
                  <a:pt x="1171012" y="3401855"/>
                  <a:pt x="1171012" y="3400756"/>
                  <a:pt x="1171379" y="3400076"/>
                </a:cubicBezTo>
                <a:lnTo>
                  <a:pt x="1181215" y="3383071"/>
                </a:lnTo>
                <a:cubicBezTo>
                  <a:pt x="1181582" y="3382391"/>
                  <a:pt x="1182523" y="3381868"/>
                  <a:pt x="1183308" y="3381868"/>
                </a:cubicBezTo>
                <a:close/>
                <a:moveTo>
                  <a:pt x="2670762" y="3381031"/>
                </a:moveTo>
                <a:lnTo>
                  <a:pt x="2691273" y="3381031"/>
                </a:lnTo>
                <a:cubicBezTo>
                  <a:pt x="2692058" y="3381031"/>
                  <a:pt x="2693051" y="3381606"/>
                  <a:pt x="2693470" y="3382287"/>
                </a:cubicBezTo>
                <a:lnTo>
                  <a:pt x="2703725" y="3400076"/>
                </a:lnTo>
                <a:cubicBezTo>
                  <a:pt x="2704144" y="3400809"/>
                  <a:pt x="2704144" y="3401960"/>
                  <a:pt x="2703725" y="3402640"/>
                </a:cubicBezTo>
                <a:lnTo>
                  <a:pt x="2693470" y="3420429"/>
                </a:lnTo>
                <a:cubicBezTo>
                  <a:pt x="2693051" y="3421110"/>
                  <a:pt x="2692058" y="3421685"/>
                  <a:pt x="2691273" y="3421685"/>
                </a:cubicBezTo>
                <a:lnTo>
                  <a:pt x="2670762" y="3421685"/>
                </a:lnTo>
                <a:cubicBezTo>
                  <a:pt x="2669978" y="3421685"/>
                  <a:pt x="2668984" y="3421110"/>
                  <a:pt x="2668565" y="3420429"/>
                </a:cubicBezTo>
                <a:lnTo>
                  <a:pt x="2658310" y="3402640"/>
                </a:lnTo>
                <a:cubicBezTo>
                  <a:pt x="2657891" y="3401907"/>
                  <a:pt x="2657891" y="3400756"/>
                  <a:pt x="2658310" y="3400076"/>
                </a:cubicBezTo>
                <a:lnTo>
                  <a:pt x="2668565" y="3382287"/>
                </a:lnTo>
                <a:cubicBezTo>
                  <a:pt x="2668984" y="3381606"/>
                  <a:pt x="2669978" y="3381031"/>
                  <a:pt x="2670762" y="3381031"/>
                </a:cubicBezTo>
                <a:close/>
                <a:moveTo>
                  <a:pt x="521438" y="3380560"/>
                </a:moveTo>
                <a:lnTo>
                  <a:pt x="542419" y="3380560"/>
                </a:lnTo>
                <a:cubicBezTo>
                  <a:pt x="543257" y="3380560"/>
                  <a:pt x="544251" y="3381135"/>
                  <a:pt x="544669" y="3381868"/>
                </a:cubicBezTo>
                <a:lnTo>
                  <a:pt x="555133" y="3400024"/>
                </a:lnTo>
                <a:cubicBezTo>
                  <a:pt x="555552" y="3400756"/>
                  <a:pt x="555552" y="3401907"/>
                  <a:pt x="555133" y="3402640"/>
                </a:cubicBezTo>
                <a:lnTo>
                  <a:pt x="544669" y="3420795"/>
                </a:lnTo>
                <a:cubicBezTo>
                  <a:pt x="544251" y="3421528"/>
                  <a:pt x="543257" y="3422103"/>
                  <a:pt x="542419" y="3422103"/>
                </a:cubicBezTo>
                <a:lnTo>
                  <a:pt x="521438" y="3422103"/>
                </a:lnTo>
                <a:cubicBezTo>
                  <a:pt x="520601" y="3422103"/>
                  <a:pt x="519607" y="3421528"/>
                  <a:pt x="519188" y="3420795"/>
                </a:cubicBezTo>
                <a:lnTo>
                  <a:pt x="508724" y="3402640"/>
                </a:lnTo>
                <a:cubicBezTo>
                  <a:pt x="508305" y="3401907"/>
                  <a:pt x="508305" y="3400756"/>
                  <a:pt x="508724" y="3400024"/>
                </a:cubicBezTo>
                <a:lnTo>
                  <a:pt x="519188" y="3381868"/>
                </a:lnTo>
                <a:cubicBezTo>
                  <a:pt x="519607" y="3381135"/>
                  <a:pt x="520601" y="3380560"/>
                  <a:pt x="521438" y="3380560"/>
                </a:cubicBezTo>
                <a:close/>
                <a:moveTo>
                  <a:pt x="2587728" y="3380350"/>
                </a:moveTo>
                <a:lnTo>
                  <a:pt x="2608971" y="3380350"/>
                </a:lnTo>
                <a:cubicBezTo>
                  <a:pt x="2609808" y="3380350"/>
                  <a:pt x="2610802" y="3380925"/>
                  <a:pt x="2611220" y="3381658"/>
                </a:cubicBezTo>
                <a:lnTo>
                  <a:pt x="2621842" y="3400023"/>
                </a:lnTo>
                <a:cubicBezTo>
                  <a:pt x="2622260" y="3400756"/>
                  <a:pt x="2622260" y="3401907"/>
                  <a:pt x="2621842" y="3402639"/>
                </a:cubicBezTo>
                <a:lnTo>
                  <a:pt x="2611220" y="3421004"/>
                </a:lnTo>
                <a:cubicBezTo>
                  <a:pt x="2610802" y="3421737"/>
                  <a:pt x="2609808" y="3422312"/>
                  <a:pt x="2608971" y="3422312"/>
                </a:cubicBezTo>
                <a:lnTo>
                  <a:pt x="2587728" y="3422312"/>
                </a:lnTo>
                <a:cubicBezTo>
                  <a:pt x="2586891" y="3422312"/>
                  <a:pt x="2585897" y="3421737"/>
                  <a:pt x="2585478" y="3421004"/>
                </a:cubicBezTo>
                <a:lnTo>
                  <a:pt x="2574857" y="3402639"/>
                </a:lnTo>
                <a:cubicBezTo>
                  <a:pt x="2574438" y="3401907"/>
                  <a:pt x="2574438" y="3400756"/>
                  <a:pt x="2574857" y="3400023"/>
                </a:cubicBezTo>
                <a:lnTo>
                  <a:pt x="2585478" y="3381658"/>
                </a:lnTo>
                <a:cubicBezTo>
                  <a:pt x="2585897" y="3380925"/>
                  <a:pt x="2586891" y="3380350"/>
                  <a:pt x="2587728" y="3380350"/>
                </a:cubicBezTo>
                <a:close/>
                <a:moveTo>
                  <a:pt x="355945" y="3380350"/>
                </a:moveTo>
                <a:lnTo>
                  <a:pt x="377188" y="3380350"/>
                </a:lnTo>
                <a:cubicBezTo>
                  <a:pt x="378025" y="3380350"/>
                  <a:pt x="379019" y="3380925"/>
                  <a:pt x="379438" y="3381658"/>
                </a:cubicBezTo>
                <a:lnTo>
                  <a:pt x="390059" y="3400023"/>
                </a:lnTo>
                <a:cubicBezTo>
                  <a:pt x="390477" y="3400756"/>
                  <a:pt x="390477" y="3401907"/>
                  <a:pt x="390059" y="3402639"/>
                </a:cubicBezTo>
                <a:lnTo>
                  <a:pt x="379438" y="3421004"/>
                </a:lnTo>
                <a:cubicBezTo>
                  <a:pt x="379019" y="3421737"/>
                  <a:pt x="378025" y="3422312"/>
                  <a:pt x="377188" y="3422312"/>
                </a:cubicBezTo>
                <a:lnTo>
                  <a:pt x="355945" y="3422312"/>
                </a:lnTo>
                <a:cubicBezTo>
                  <a:pt x="355108" y="3422312"/>
                  <a:pt x="354114" y="3421737"/>
                  <a:pt x="353695" y="3421004"/>
                </a:cubicBezTo>
                <a:lnTo>
                  <a:pt x="343074" y="3402639"/>
                </a:lnTo>
                <a:cubicBezTo>
                  <a:pt x="342655" y="3401907"/>
                  <a:pt x="342655" y="3400756"/>
                  <a:pt x="343074" y="3400023"/>
                </a:cubicBezTo>
                <a:lnTo>
                  <a:pt x="353695" y="3381658"/>
                </a:lnTo>
                <a:cubicBezTo>
                  <a:pt x="354114" y="3380925"/>
                  <a:pt x="355108" y="3380350"/>
                  <a:pt x="355945" y="3380350"/>
                </a:cubicBezTo>
                <a:close/>
                <a:moveTo>
                  <a:pt x="2008265" y="3378572"/>
                </a:moveTo>
                <a:lnTo>
                  <a:pt x="2031234" y="3378572"/>
                </a:lnTo>
                <a:cubicBezTo>
                  <a:pt x="2032124" y="3378572"/>
                  <a:pt x="2033223" y="3379200"/>
                  <a:pt x="2033693" y="3379984"/>
                </a:cubicBezTo>
                <a:lnTo>
                  <a:pt x="2045204" y="3399919"/>
                </a:lnTo>
                <a:cubicBezTo>
                  <a:pt x="2045675" y="3400704"/>
                  <a:pt x="2045675" y="3401960"/>
                  <a:pt x="2045204" y="3402745"/>
                </a:cubicBezTo>
                <a:lnTo>
                  <a:pt x="2033693" y="3422679"/>
                </a:lnTo>
                <a:cubicBezTo>
                  <a:pt x="2033223" y="3423464"/>
                  <a:pt x="2032124" y="3424092"/>
                  <a:pt x="2031234" y="3424092"/>
                </a:cubicBezTo>
                <a:lnTo>
                  <a:pt x="2008265" y="3424092"/>
                </a:lnTo>
                <a:cubicBezTo>
                  <a:pt x="2007376" y="3424092"/>
                  <a:pt x="2006277" y="3423464"/>
                  <a:pt x="2005806" y="3422679"/>
                </a:cubicBezTo>
                <a:lnTo>
                  <a:pt x="1994296" y="3402745"/>
                </a:lnTo>
                <a:cubicBezTo>
                  <a:pt x="1993824" y="3401960"/>
                  <a:pt x="1993824" y="3400704"/>
                  <a:pt x="1994296" y="3399919"/>
                </a:cubicBezTo>
                <a:lnTo>
                  <a:pt x="2005806" y="3379984"/>
                </a:lnTo>
                <a:cubicBezTo>
                  <a:pt x="2006277" y="3379200"/>
                  <a:pt x="2007376" y="3378572"/>
                  <a:pt x="2008265" y="3378572"/>
                </a:cubicBezTo>
                <a:close/>
                <a:moveTo>
                  <a:pt x="1925492" y="3378362"/>
                </a:moveTo>
                <a:lnTo>
                  <a:pt x="1948723" y="3378362"/>
                </a:lnTo>
                <a:cubicBezTo>
                  <a:pt x="1949665" y="3378362"/>
                  <a:pt x="1950763" y="3378990"/>
                  <a:pt x="1951234" y="3379775"/>
                </a:cubicBezTo>
                <a:lnTo>
                  <a:pt x="1962850" y="3399919"/>
                </a:lnTo>
                <a:cubicBezTo>
                  <a:pt x="1963321" y="3400703"/>
                  <a:pt x="1963321" y="3402012"/>
                  <a:pt x="1962850" y="3402796"/>
                </a:cubicBezTo>
                <a:lnTo>
                  <a:pt x="1951234" y="3422940"/>
                </a:lnTo>
                <a:cubicBezTo>
                  <a:pt x="1950763" y="3423725"/>
                  <a:pt x="1949665" y="3424353"/>
                  <a:pt x="1948723" y="3424353"/>
                </a:cubicBezTo>
                <a:lnTo>
                  <a:pt x="1925492" y="3424353"/>
                </a:lnTo>
                <a:cubicBezTo>
                  <a:pt x="1924550" y="3424353"/>
                  <a:pt x="1923452" y="3423725"/>
                  <a:pt x="1922981" y="3422940"/>
                </a:cubicBezTo>
                <a:lnTo>
                  <a:pt x="1911365" y="3402796"/>
                </a:lnTo>
                <a:cubicBezTo>
                  <a:pt x="1910894" y="3402012"/>
                  <a:pt x="1910894" y="3400703"/>
                  <a:pt x="1911365" y="3399919"/>
                </a:cubicBezTo>
                <a:lnTo>
                  <a:pt x="1922981" y="3379775"/>
                </a:lnTo>
                <a:cubicBezTo>
                  <a:pt x="1923452" y="3378990"/>
                  <a:pt x="1924550" y="3378362"/>
                  <a:pt x="1925492" y="3378362"/>
                </a:cubicBezTo>
                <a:close/>
                <a:moveTo>
                  <a:pt x="1511941" y="3377787"/>
                </a:moveTo>
                <a:lnTo>
                  <a:pt x="1535748" y="3377787"/>
                </a:lnTo>
                <a:cubicBezTo>
                  <a:pt x="1536689" y="3377787"/>
                  <a:pt x="1537840" y="3378415"/>
                  <a:pt x="1538311" y="3379252"/>
                </a:cubicBezTo>
                <a:lnTo>
                  <a:pt x="1550188" y="3399867"/>
                </a:lnTo>
                <a:cubicBezTo>
                  <a:pt x="1550659" y="3400652"/>
                  <a:pt x="1550659" y="3401960"/>
                  <a:pt x="1550188" y="3402797"/>
                </a:cubicBezTo>
                <a:lnTo>
                  <a:pt x="1538311" y="3423412"/>
                </a:lnTo>
                <a:cubicBezTo>
                  <a:pt x="1537840" y="3424196"/>
                  <a:pt x="1536689" y="3424877"/>
                  <a:pt x="1535748" y="3424877"/>
                </a:cubicBezTo>
                <a:lnTo>
                  <a:pt x="1511941" y="3424877"/>
                </a:lnTo>
                <a:cubicBezTo>
                  <a:pt x="1510999" y="3424877"/>
                  <a:pt x="1509848" y="3424249"/>
                  <a:pt x="1509377" y="3423412"/>
                </a:cubicBezTo>
                <a:lnTo>
                  <a:pt x="1497500" y="3402797"/>
                </a:lnTo>
                <a:cubicBezTo>
                  <a:pt x="1497029" y="3402012"/>
                  <a:pt x="1497029" y="3400704"/>
                  <a:pt x="1497500" y="3399867"/>
                </a:cubicBezTo>
                <a:lnTo>
                  <a:pt x="1509377" y="3379252"/>
                </a:lnTo>
                <a:cubicBezTo>
                  <a:pt x="1509848" y="3378467"/>
                  <a:pt x="1510999" y="3377787"/>
                  <a:pt x="1511941" y="3377787"/>
                </a:cubicBezTo>
                <a:close/>
                <a:moveTo>
                  <a:pt x="1841986" y="3376688"/>
                </a:moveTo>
                <a:lnTo>
                  <a:pt x="1866891" y="3376688"/>
                </a:lnTo>
                <a:cubicBezTo>
                  <a:pt x="1867885" y="3376688"/>
                  <a:pt x="1869089" y="3377368"/>
                  <a:pt x="1869560" y="3378206"/>
                </a:cubicBezTo>
                <a:lnTo>
                  <a:pt x="1882012" y="3399762"/>
                </a:lnTo>
                <a:cubicBezTo>
                  <a:pt x="1882483" y="3400599"/>
                  <a:pt x="1882483" y="3402012"/>
                  <a:pt x="1882012" y="3402849"/>
                </a:cubicBezTo>
                <a:lnTo>
                  <a:pt x="1869560" y="3424406"/>
                </a:lnTo>
                <a:cubicBezTo>
                  <a:pt x="1869089" y="3425243"/>
                  <a:pt x="1867885" y="3425923"/>
                  <a:pt x="1866891" y="3425923"/>
                </a:cubicBezTo>
                <a:lnTo>
                  <a:pt x="1841986" y="3425923"/>
                </a:lnTo>
                <a:cubicBezTo>
                  <a:pt x="1840992" y="3425923"/>
                  <a:pt x="1839789" y="3425243"/>
                  <a:pt x="1839318" y="3424406"/>
                </a:cubicBezTo>
                <a:lnTo>
                  <a:pt x="1826865" y="3402849"/>
                </a:lnTo>
                <a:cubicBezTo>
                  <a:pt x="1826394" y="3402012"/>
                  <a:pt x="1826394" y="3400599"/>
                  <a:pt x="1826865" y="3399762"/>
                </a:cubicBezTo>
                <a:lnTo>
                  <a:pt x="1839318" y="3378206"/>
                </a:lnTo>
                <a:cubicBezTo>
                  <a:pt x="1839789" y="3377368"/>
                  <a:pt x="1840992" y="3376688"/>
                  <a:pt x="1841986" y="3376688"/>
                </a:cubicBezTo>
                <a:close/>
                <a:moveTo>
                  <a:pt x="1263256" y="3376426"/>
                </a:moveTo>
                <a:lnTo>
                  <a:pt x="1288423" y="3376426"/>
                </a:lnTo>
                <a:cubicBezTo>
                  <a:pt x="1289417" y="3376426"/>
                  <a:pt x="1290673" y="3377159"/>
                  <a:pt x="1291144" y="3377996"/>
                </a:cubicBezTo>
                <a:lnTo>
                  <a:pt x="1303701" y="3399762"/>
                </a:lnTo>
                <a:cubicBezTo>
                  <a:pt x="1304172" y="3400599"/>
                  <a:pt x="1304172" y="3402011"/>
                  <a:pt x="1303701" y="3402848"/>
                </a:cubicBezTo>
                <a:lnTo>
                  <a:pt x="1291144" y="3424614"/>
                </a:lnTo>
                <a:cubicBezTo>
                  <a:pt x="1290620" y="3425504"/>
                  <a:pt x="1289417" y="3426184"/>
                  <a:pt x="1288423" y="3426184"/>
                </a:cubicBezTo>
                <a:lnTo>
                  <a:pt x="1263256" y="3426184"/>
                </a:lnTo>
                <a:cubicBezTo>
                  <a:pt x="1262262" y="3426184"/>
                  <a:pt x="1261006" y="3425451"/>
                  <a:pt x="1260535" y="3424614"/>
                </a:cubicBezTo>
                <a:lnTo>
                  <a:pt x="1247978" y="3402848"/>
                </a:lnTo>
                <a:cubicBezTo>
                  <a:pt x="1247507" y="3402011"/>
                  <a:pt x="1247507" y="3400599"/>
                  <a:pt x="1247978" y="3399762"/>
                </a:cubicBezTo>
                <a:lnTo>
                  <a:pt x="1260535" y="3377996"/>
                </a:lnTo>
                <a:cubicBezTo>
                  <a:pt x="1261059" y="3377106"/>
                  <a:pt x="1262262" y="3376426"/>
                  <a:pt x="1263256" y="3376426"/>
                </a:cubicBezTo>
                <a:close/>
                <a:moveTo>
                  <a:pt x="1428384" y="3376112"/>
                </a:moveTo>
                <a:lnTo>
                  <a:pt x="1453917" y="3376112"/>
                </a:lnTo>
                <a:cubicBezTo>
                  <a:pt x="1454911" y="3376112"/>
                  <a:pt x="1456114" y="3376792"/>
                  <a:pt x="1456637" y="3377682"/>
                </a:cubicBezTo>
                <a:lnTo>
                  <a:pt x="1469404" y="3399762"/>
                </a:lnTo>
                <a:cubicBezTo>
                  <a:pt x="1469927" y="3400599"/>
                  <a:pt x="1469927" y="3402011"/>
                  <a:pt x="1469404" y="3402901"/>
                </a:cubicBezTo>
                <a:lnTo>
                  <a:pt x="1456637" y="3424981"/>
                </a:lnTo>
                <a:cubicBezTo>
                  <a:pt x="1456166" y="3425818"/>
                  <a:pt x="1454911" y="3426550"/>
                  <a:pt x="1453917" y="3426550"/>
                </a:cubicBezTo>
                <a:lnTo>
                  <a:pt x="1428384" y="3426550"/>
                </a:lnTo>
                <a:cubicBezTo>
                  <a:pt x="1427390" y="3426550"/>
                  <a:pt x="1426186" y="3425870"/>
                  <a:pt x="1425663" y="3424981"/>
                </a:cubicBezTo>
                <a:lnTo>
                  <a:pt x="1412896" y="3402901"/>
                </a:lnTo>
                <a:cubicBezTo>
                  <a:pt x="1412373" y="3402064"/>
                  <a:pt x="1412373" y="3400651"/>
                  <a:pt x="1412896" y="3399762"/>
                </a:cubicBezTo>
                <a:lnTo>
                  <a:pt x="1425663" y="3377682"/>
                </a:lnTo>
                <a:cubicBezTo>
                  <a:pt x="1426134" y="3376845"/>
                  <a:pt x="1427390" y="3376112"/>
                  <a:pt x="1428384" y="3376112"/>
                </a:cubicBezTo>
                <a:close/>
                <a:moveTo>
                  <a:pt x="435945" y="3375014"/>
                </a:moveTo>
                <a:lnTo>
                  <a:pt x="462576" y="3375014"/>
                </a:lnTo>
                <a:cubicBezTo>
                  <a:pt x="463675" y="3375014"/>
                  <a:pt x="464931" y="3375746"/>
                  <a:pt x="465454" y="3376636"/>
                </a:cubicBezTo>
                <a:lnTo>
                  <a:pt x="478744" y="3399710"/>
                </a:lnTo>
                <a:cubicBezTo>
                  <a:pt x="479267" y="3400599"/>
                  <a:pt x="479267" y="3402117"/>
                  <a:pt x="478744" y="3403006"/>
                </a:cubicBezTo>
                <a:lnTo>
                  <a:pt x="465454" y="3426080"/>
                </a:lnTo>
                <a:cubicBezTo>
                  <a:pt x="464879" y="3426969"/>
                  <a:pt x="463623" y="3427702"/>
                  <a:pt x="462576" y="3427702"/>
                </a:cubicBezTo>
                <a:lnTo>
                  <a:pt x="435945" y="3427702"/>
                </a:lnTo>
                <a:cubicBezTo>
                  <a:pt x="434846" y="3427702"/>
                  <a:pt x="433590" y="3426969"/>
                  <a:pt x="433067" y="3426080"/>
                </a:cubicBezTo>
                <a:lnTo>
                  <a:pt x="419777" y="3403006"/>
                </a:lnTo>
                <a:cubicBezTo>
                  <a:pt x="419254" y="3402117"/>
                  <a:pt x="419254" y="3400599"/>
                  <a:pt x="419777" y="3399710"/>
                </a:cubicBezTo>
                <a:lnTo>
                  <a:pt x="433067" y="3376636"/>
                </a:lnTo>
                <a:cubicBezTo>
                  <a:pt x="433643" y="3375746"/>
                  <a:pt x="434898" y="3375014"/>
                  <a:pt x="435945" y="3375014"/>
                </a:cubicBezTo>
                <a:close/>
                <a:moveTo>
                  <a:pt x="1344877" y="3374334"/>
                </a:moveTo>
                <a:lnTo>
                  <a:pt x="1372137" y="3374334"/>
                </a:lnTo>
                <a:cubicBezTo>
                  <a:pt x="1373236" y="3374334"/>
                  <a:pt x="1374544" y="3375066"/>
                  <a:pt x="1375067" y="3376008"/>
                </a:cubicBezTo>
                <a:lnTo>
                  <a:pt x="1388723" y="3399605"/>
                </a:lnTo>
                <a:cubicBezTo>
                  <a:pt x="1389246" y="3400495"/>
                  <a:pt x="1389246" y="3402012"/>
                  <a:pt x="1388723" y="3402954"/>
                </a:cubicBezTo>
                <a:lnTo>
                  <a:pt x="1375067" y="3426551"/>
                </a:lnTo>
                <a:cubicBezTo>
                  <a:pt x="1374544" y="3427493"/>
                  <a:pt x="1373236" y="3428225"/>
                  <a:pt x="1372137" y="3428225"/>
                </a:cubicBezTo>
                <a:lnTo>
                  <a:pt x="1344877" y="3428225"/>
                </a:lnTo>
                <a:cubicBezTo>
                  <a:pt x="1343779" y="3428225"/>
                  <a:pt x="1342471" y="3427493"/>
                  <a:pt x="1341947" y="3426551"/>
                </a:cubicBezTo>
                <a:lnTo>
                  <a:pt x="1328291" y="3402954"/>
                </a:lnTo>
                <a:cubicBezTo>
                  <a:pt x="1327768" y="3402064"/>
                  <a:pt x="1327768" y="3400547"/>
                  <a:pt x="1328291" y="3399605"/>
                </a:cubicBezTo>
                <a:lnTo>
                  <a:pt x="1341947" y="3376008"/>
                </a:lnTo>
                <a:cubicBezTo>
                  <a:pt x="1342471" y="3375066"/>
                  <a:pt x="1343779" y="3374334"/>
                  <a:pt x="1344877" y="3374334"/>
                </a:cubicBezTo>
                <a:close/>
                <a:moveTo>
                  <a:pt x="1757015" y="3372188"/>
                </a:moveTo>
                <a:lnTo>
                  <a:pt x="1786473" y="3372188"/>
                </a:lnTo>
                <a:cubicBezTo>
                  <a:pt x="1787624" y="3372188"/>
                  <a:pt x="1789036" y="3373025"/>
                  <a:pt x="1789612" y="3374019"/>
                </a:cubicBezTo>
                <a:lnTo>
                  <a:pt x="1804314" y="3399500"/>
                </a:lnTo>
                <a:cubicBezTo>
                  <a:pt x="1804890" y="3400546"/>
                  <a:pt x="1804890" y="3402169"/>
                  <a:pt x="1804314" y="3403162"/>
                </a:cubicBezTo>
                <a:lnTo>
                  <a:pt x="1789612" y="3428643"/>
                </a:lnTo>
                <a:cubicBezTo>
                  <a:pt x="1789036" y="3429637"/>
                  <a:pt x="1787624" y="3430474"/>
                  <a:pt x="1786473" y="3430474"/>
                </a:cubicBezTo>
                <a:lnTo>
                  <a:pt x="1757015" y="3430474"/>
                </a:lnTo>
                <a:cubicBezTo>
                  <a:pt x="1755864" y="3430474"/>
                  <a:pt x="1754452" y="3429637"/>
                  <a:pt x="1753876" y="3428643"/>
                </a:cubicBezTo>
                <a:lnTo>
                  <a:pt x="1739174" y="3403162"/>
                </a:lnTo>
                <a:cubicBezTo>
                  <a:pt x="1738598" y="3402116"/>
                  <a:pt x="1738598" y="3400494"/>
                  <a:pt x="1739174" y="3399500"/>
                </a:cubicBezTo>
                <a:lnTo>
                  <a:pt x="1753876" y="3374019"/>
                </a:lnTo>
                <a:cubicBezTo>
                  <a:pt x="1754452" y="3373025"/>
                  <a:pt x="1755864" y="3372188"/>
                  <a:pt x="1757015" y="3372188"/>
                </a:cubicBezTo>
                <a:close/>
                <a:moveTo>
                  <a:pt x="1673877" y="3371090"/>
                </a:moveTo>
                <a:lnTo>
                  <a:pt x="1704433" y="3371090"/>
                </a:lnTo>
                <a:cubicBezTo>
                  <a:pt x="1705636" y="3371090"/>
                  <a:pt x="1707102" y="3371927"/>
                  <a:pt x="1707729" y="3372974"/>
                </a:cubicBezTo>
                <a:lnTo>
                  <a:pt x="1723007" y="3399448"/>
                </a:lnTo>
                <a:cubicBezTo>
                  <a:pt x="1723635" y="3400495"/>
                  <a:pt x="1723635" y="3402169"/>
                  <a:pt x="1723007" y="3403215"/>
                </a:cubicBezTo>
                <a:lnTo>
                  <a:pt x="1707729" y="3429690"/>
                </a:lnTo>
                <a:cubicBezTo>
                  <a:pt x="1707102" y="3430737"/>
                  <a:pt x="1705636" y="3431574"/>
                  <a:pt x="1704433" y="3431574"/>
                </a:cubicBezTo>
                <a:lnTo>
                  <a:pt x="1673877" y="3431574"/>
                </a:lnTo>
                <a:cubicBezTo>
                  <a:pt x="1672674" y="3431574"/>
                  <a:pt x="1671209" y="3430737"/>
                  <a:pt x="1670581" y="3429690"/>
                </a:cubicBezTo>
                <a:lnTo>
                  <a:pt x="1655303" y="3403215"/>
                </a:lnTo>
                <a:cubicBezTo>
                  <a:pt x="1654675" y="3402169"/>
                  <a:pt x="1654675" y="3400495"/>
                  <a:pt x="1655303" y="3399448"/>
                </a:cubicBezTo>
                <a:lnTo>
                  <a:pt x="1670581" y="3372974"/>
                </a:lnTo>
                <a:cubicBezTo>
                  <a:pt x="1671209" y="3371927"/>
                  <a:pt x="1672674" y="3371090"/>
                  <a:pt x="1673877" y="3371090"/>
                </a:cubicBezTo>
                <a:close/>
                <a:moveTo>
                  <a:pt x="1590475" y="3369624"/>
                </a:moveTo>
                <a:lnTo>
                  <a:pt x="1622496" y="3369624"/>
                </a:lnTo>
                <a:cubicBezTo>
                  <a:pt x="1623804" y="3369624"/>
                  <a:pt x="1625322" y="3370513"/>
                  <a:pt x="1625950" y="3371612"/>
                </a:cubicBezTo>
                <a:lnTo>
                  <a:pt x="1641960" y="3399343"/>
                </a:lnTo>
                <a:cubicBezTo>
                  <a:pt x="1642588" y="3400442"/>
                  <a:pt x="1642588" y="3402220"/>
                  <a:pt x="1641960" y="3403319"/>
                </a:cubicBezTo>
                <a:lnTo>
                  <a:pt x="1625950" y="3431050"/>
                </a:lnTo>
                <a:cubicBezTo>
                  <a:pt x="1625269" y="3432149"/>
                  <a:pt x="1623752" y="3433038"/>
                  <a:pt x="1622496" y="3433038"/>
                </a:cubicBezTo>
                <a:lnTo>
                  <a:pt x="1590475" y="3433038"/>
                </a:lnTo>
                <a:cubicBezTo>
                  <a:pt x="1589167" y="3433038"/>
                  <a:pt x="1587650" y="3432149"/>
                  <a:pt x="1587022" y="3431050"/>
                </a:cubicBezTo>
                <a:lnTo>
                  <a:pt x="1571012" y="3403319"/>
                </a:lnTo>
                <a:cubicBezTo>
                  <a:pt x="1570384" y="3402220"/>
                  <a:pt x="1570384" y="3400442"/>
                  <a:pt x="1571012" y="3399343"/>
                </a:cubicBezTo>
                <a:lnTo>
                  <a:pt x="1587022" y="3371612"/>
                </a:lnTo>
                <a:cubicBezTo>
                  <a:pt x="1587703" y="3370513"/>
                  <a:pt x="1589220" y="3369624"/>
                  <a:pt x="1590475" y="3369624"/>
                </a:cubicBezTo>
                <a:close/>
                <a:moveTo>
                  <a:pt x="608606" y="3306786"/>
                </a:moveTo>
                <a:lnTo>
                  <a:pt x="620588" y="3306786"/>
                </a:lnTo>
                <a:cubicBezTo>
                  <a:pt x="621059" y="3306786"/>
                  <a:pt x="621634" y="3307100"/>
                  <a:pt x="621896" y="3307519"/>
                </a:cubicBezTo>
                <a:lnTo>
                  <a:pt x="627913" y="3317931"/>
                </a:lnTo>
                <a:cubicBezTo>
                  <a:pt x="628175" y="3318297"/>
                  <a:pt x="628175" y="3318977"/>
                  <a:pt x="627913" y="3319396"/>
                </a:cubicBezTo>
                <a:lnTo>
                  <a:pt x="621896" y="3329808"/>
                </a:lnTo>
                <a:cubicBezTo>
                  <a:pt x="621634" y="3330226"/>
                  <a:pt x="621059" y="3330540"/>
                  <a:pt x="620588" y="3330540"/>
                </a:cubicBezTo>
                <a:lnTo>
                  <a:pt x="608606" y="3330540"/>
                </a:lnTo>
                <a:cubicBezTo>
                  <a:pt x="608135" y="3330540"/>
                  <a:pt x="607560" y="3330226"/>
                  <a:pt x="607298" y="3329808"/>
                </a:cubicBezTo>
                <a:lnTo>
                  <a:pt x="601281" y="3319396"/>
                </a:lnTo>
                <a:cubicBezTo>
                  <a:pt x="601020" y="3319029"/>
                  <a:pt x="601020" y="3318349"/>
                  <a:pt x="601281" y="3317931"/>
                </a:cubicBezTo>
                <a:lnTo>
                  <a:pt x="607298" y="3307519"/>
                </a:lnTo>
                <a:cubicBezTo>
                  <a:pt x="607560" y="3307100"/>
                  <a:pt x="608135" y="3306786"/>
                  <a:pt x="608606" y="3306786"/>
                </a:cubicBezTo>
                <a:close/>
                <a:moveTo>
                  <a:pt x="691013" y="3306315"/>
                </a:moveTo>
                <a:lnTo>
                  <a:pt x="703465" y="3306315"/>
                </a:lnTo>
                <a:cubicBezTo>
                  <a:pt x="703989" y="3306315"/>
                  <a:pt x="704564" y="3306681"/>
                  <a:pt x="704826" y="3307100"/>
                </a:cubicBezTo>
                <a:lnTo>
                  <a:pt x="711052" y="3317878"/>
                </a:lnTo>
                <a:cubicBezTo>
                  <a:pt x="711314" y="3318297"/>
                  <a:pt x="711314" y="3318977"/>
                  <a:pt x="711052" y="3319395"/>
                </a:cubicBezTo>
                <a:lnTo>
                  <a:pt x="704826" y="3330174"/>
                </a:lnTo>
                <a:cubicBezTo>
                  <a:pt x="704564" y="3330592"/>
                  <a:pt x="703936" y="3330958"/>
                  <a:pt x="703465" y="3330958"/>
                </a:cubicBezTo>
                <a:lnTo>
                  <a:pt x="691013" y="3330958"/>
                </a:lnTo>
                <a:cubicBezTo>
                  <a:pt x="690489" y="3330958"/>
                  <a:pt x="689914" y="3330592"/>
                  <a:pt x="689652" y="3330174"/>
                </a:cubicBezTo>
                <a:lnTo>
                  <a:pt x="683426" y="3319395"/>
                </a:lnTo>
                <a:cubicBezTo>
                  <a:pt x="683165" y="3318977"/>
                  <a:pt x="683165" y="3318297"/>
                  <a:pt x="683426" y="3317878"/>
                </a:cubicBezTo>
                <a:lnTo>
                  <a:pt x="689652" y="3307100"/>
                </a:lnTo>
                <a:cubicBezTo>
                  <a:pt x="689914" y="3306681"/>
                  <a:pt x="690542" y="3306315"/>
                  <a:pt x="691013" y="3306315"/>
                </a:cubicBezTo>
                <a:close/>
                <a:moveTo>
                  <a:pt x="773315" y="3305635"/>
                </a:moveTo>
                <a:lnTo>
                  <a:pt x="786501" y="3305635"/>
                </a:lnTo>
                <a:cubicBezTo>
                  <a:pt x="787024" y="3305635"/>
                  <a:pt x="787652" y="3306001"/>
                  <a:pt x="787913" y="3306472"/>
                </a:cubicBezTo>
                <a:lnTo>
                  <a:pt x="794506" y="3317878"/>
                </a:lnTo>
                <a:cubicBezTo>
                  <a:pt x="794767" y="3318297"/>
                  <a:pt x="794767" y="3319029"/>
                  <a:pt x="794506" y="3319500"/>
                </a:cubicBezTo>
                <a:lnTo>
                  <a:pt x="787913" y="3330906"/>
                </a:lnTo>
                <a:cubicBezTo>
                  <a:pt x="787652" y="3331377"/>
                  <a:pt x="787024" y="3331743"/>
                  <a:pt x="786501" y="3331743"/>
                </a:cubicBezTo>
                <a:lnTo>
                  <a:pt x="773315" y="3331743"/>
                </a:lnTo>
                <a:cubicBezTo>
                  <a:pt x="772792" y="3331743"/>
                  <a:pt x="772165" y="3331377"/>
                  <a:pt x="771903" y="3330906"/>
                </a:cubicBezTo>
                <a:lnTo>
                  <a:pt x="765310" y="3319500"/>
                </a:lnTo>
                <a:cubicBezTo>
                  <a:pt x="765049" y="3319082"/>
                  <a:pt x="765049" y="3318349"/>
                  <a:pt x="765310" y="3317878"/>
                </a:cubicBezTo>
                <a:lnTo>
                  <a:pt x="771903" y="3306472"/>
                </a:lnTo>
                <a:cubicBezTo>
                  <a:pt x="772165" y="3306001"/>
                  <a:pt x="772792" y="3305635"/>
                  <a:pt x="773315" y="3305635"/>
                </a:cubicBezTo>
                <a:close/>
                <a:moveTo>
                  <a:pt x="855931" y="3305583"/>
                </a:moveTo>
                <a:lnTo>
                  <a:pt x="869116" y="3305583"/>
                </a:lnTo>
                <a:cubicBezTo>
                  <a:pt x="869639" y="3305583"/>
                  <a:pt x="870268" y="3305949"/>
                  <a:pt x="870529" y="3306420"/>
                </a:cubicBezTo>
                <a:lnTo>
                  <a:pt x="877122" y="3317878"/>
                </a:lnTo>
                <a:cubicBezTo>
                  <a:pt x="877383" y="3318297"/>
                  <a:pt x="877383" y="3319030"/>
                  <a:pt x="877122" y="3319500"/>
                </a:cubicBezTo>
                <a:lnTo>
                  <a:pt x="870529" y="3330959"/>
                </a:lnTo>
                <a:cubicBezTo>
                  <a:pt x="870268" y="3331430"/>
                  <a:pt x="869639" y="3331796"/>
                  <a:pt x="869116" y="3331796"/>
                </a:cubicBezTo>
                <a:lnTo>
                  <a:pt x="855931" y="3331796"/>
                </a:lnTo>
                <a:cubicBezTo>
                  <a:pt x="855408" y="3331796"/>
                  <a:pt x="854780" y="3331430"/>
                  <a:pt x="854519" y="3330959"/>
                </a:cubicBezTo>
                <a:lnTo>
                  <a:pt x="847926" y="3319500"/>
                </a:lnTo>
                <a:cubicBezTo>
                  <a:pt x="847665" y="3319082"/>
                  <a:pt x="847665" y="3318350"/>
                  <a:pt x="847926" y="3317878"/>
                </a:cubicBezTo>
                <a:lnTo>
                  <a:pt x="854519" y="3306420"/>
                </a:lnTo>
                <a:cubicBezTo>
                  <a:pt x="854780" y="3305949"/>
                  <a:pt x="855408" y="3305583"/>
                  <a:pt x="855931" y="3305583"/>
                </a:cubicBezTo>
                <a:close/>
                <a:moveTo>
                  <a:pt x="524944" y="3304955"/>
                </a:moveTo>
                <a:lnTo>
                  <a:pt x="538862" y="3304955"/>
                </a:lnTo>
                <a:cubicBezTo>
                  <a:pt x="539385" y="3304955"/>
                  <a:pt x="540065" y="3305321"/>
                  <a:pt x="540327" y="3305792"/>
                </a:cubicBezTo>
                <a:lnTo>
                  <a:pt x="547285" y="3317826"/>
                </a:lnTo>
                <a:cubicBezTo>
                  <a:pt x="547547" y="3318297"/>
                  <a:pt x="547547" y="3319082"/>
                  <a:pt x="547285" y="3319553"/>
                </a:cubicBezTo>
                <a:lnTo>
                  <a:pt x="540327" y="3331587"/>
                </a:lnTo>
                <a:cubicBezTo>
                  <a:pt x="540065" y="3332058"/>
                  <a:pt x="539385" y="3332424"/>
                  <a:pt x="538862" y="3332424"/>
                </a:cubicBezTo>
                <a:lnTo>
                  <a:pt x="524944" y="3332424"/>
                </a:lnTo>
                <a:cubicBezTo>
                  <a:pt x="524421" y="3332424"/>
                  <a:pt x="523741" y="3332058"/>
                  <a:pt x="523479" y="3331587"/>
                </a:cubicBezTo>
                <a:lnTo>
                  <a:pt x="516520" y="3319553"/>
                </a:lnTo>
                <a:cubicBezTo>
                  <a:pt x="516259" y="3319082"/>
                  <a:pt x="516259" y="3318297"/>
                  <a:pt x="516520" y="3317826"/>
                </a:cubicBezTo>
                <a:lnTo>
                  <a:pt x="523479" y="3305792"/>
                </a:lnTo>
                <a:cubicBezTo>
                  <a:pt x="523741" y="3305321"/>
                  <a:pt x="524421" y="3304955"/>
                  <a:pt x="524944" y="3304955"/>
                </a:cubicBezTo>
                <a:close/>
                <a:moveTo>
                  <a:pt x="1103151" y="3304170"/>
                </a:moveTo>
                <a:lnTo>
                  <a:pt x="1117801" y="3304170"/>
                </a:lnTo>
                <a:cubicBezTo>
                  <a:pt x="1118377" y="3304170"/>
                  <a:pt x="1119057" y="3304536"/>
                  <a:pt x="1119371" y="3305059"/>
                </a:cubicBezTo>
                <a:lnTo>
                  <a:pt x="1126696" y="3317774"/>
                </a:lnTo>
                <a:cubicBezTo>
                  <a:pt x="1127010" y="3318297"/>
                  <a:pt x="1127010" y="3319082"/>
                  <a:pt x="1126696" y="3319605"/>
                </a:cubicBezTo>
                <a:lnTo>
                  <a:pt x="1119371" y="3332319"/>
                </a:lnTo>
                <a:cubicBezTo>
                  <a:pt x="1119109" y="3332790"/>
                  <a:pt x="1118377" y="3333208"/>
                  <a:pt x="1117801" y="3333208"/>
                </a:cubicBezTo>
                <a:lnTo>
                  <a:pt x="1103151" y="3333208"/>
                </a:lnTo>
                <a:cubicBezTo>
                  <a:pt x="1102575" y="3333208"/>
                  <a:pt x="1101895" y="3332843"/>
                  <a:pt x="1101581" y="3332319"/>
                </a:cubicBezTo>
                <a:lnTo>
                  <a:pt x="1094256" y="3319605"/>
                </a:lnTo>
                <a:cubicBezTo>
                  <a:pt x="1093943" y="3319082"/>
                  <a:pt x="1093943" y="3318297"/>
                  <a:pt x="1094256" y="3317774"/>
                </a:cubicBezTo>
                <a:lnTo>
                  <a:pt x="1101581" y="3305059"/>
                </a:lnTo>
                <a:cubicBezTo>
                  <a:pt x="1101843" y="3304589"/>
                  <a:pt x="1102575" y="3304170"/>
                  <a:pt x="1103151" y="3304170"/>
                </a:cubicBezTo>
                <a:close/>
                <a:moveTo>
                  <a:pt x="2921541" y="3303961"/>
                </a:moveTo>
                <a:lnTo>
                  <a:pt x="2936348" y="3303961"/>
                </a:lnTo>
                <a:cubicBezTo>
                  <a:pt x="2936923" y="3303961"/>
                  <a:pt x="2937603" y="3304380"/>
                  <a:pt x="2937918" y="3304903"/>
                </a:cubicBezTo>
                <a:lnTo>
                  <a:pt x="2945347" y="3317722"/>
                </a:lnTo>
                <a:cubicBezTo>
                  <a:pt x="2945661" y="3318245"/>
                  <a:pt x="2945661" y="3319030"/>
                  <a:pt x="2945347" y="3319553"/>
                </a:cubicBezTo>
                <a:lnTo>
                  <a:pt x="2937918" y="3332372"/>
                </a:lnTo>
                <a:cubicBezTo>
                  <a:pt x="2937656" y="3332895"/>
                  <a:pt x="2936923" y="3333313"/>
                  <a:pt x="2936348" y="3333313"/>
                </a:cubicBezTo>
                <a:lnTo>
                  <a:pt x="2921541" y="3333313"/>
                </a:lnTo>
                <a:cubicBezTo>
                  <a:pt x="2920965" y="3333313"/>
                  <a:pt x="2920285" y="3332895"/>
                  <a:pt x="2919971" y="3332372"/>
                </a:cubicBezTo>
                <a:lnTo>
                  <a:pt x="2912542" y="3319553"/>
                </a:lnTo>
                <a:cubicBezTo>
                  <a:pt x="2912227" y="3319030"/>
                  <a:pt x="2912227" y="3318245"/>
                  <a:pt x="2912542" y="3317722"/>
                </a:cubicBezTo>
                <a:lnTo>
                  <a:pt x="2919971" y="3304903"/>
                </a:lnTo>
                <a:cubicBezTo>
                  <a:pt x="2920233" y="3304380"/>
                  <a:pt x="2920965" y="3303961"/>
                  <a:pt x="2921541" y="3303961"/>
                </a:cubicBezTo>
                <a:close/>
                <a:moveTo>
                  <a:pt x="2755838" y="3303228"/>
                </a:moveTo>
                <a:lnTo>
                  <a:pt x="2771482" y="3303228"/>
                </a:lnTo>
                <a:cubicBezTo>
                  <a:pt x="2772110" y="3303228"/>
                  <a:pt x="2772842" y="3303647"/>
                  <a:pt x="2773156" y="3304170"/>
                </a:cubicBezTo>
                <a:lnTo>
                  <a:pt x="2780952" y="3317721"/>
                </a:lnTo>
                <a:cubicBezTo>
                  <a:pt x="2781266" y="3318244"/>
                  <a:pt x="2781266" y="3319134"/>
                  <a:pt x="2780952" y="3319657"/>
                </a:cubicBezTo>
                <a:lnTo>
                  <a:pt x="2773156" y="3333208"/>
                </a:lnTo>
                <a:cubicBezTo>
                  <a:pt x="2772842" y="3333732"/>
                  <a:pt x="2772110" y="3334150"/>
                  <a:pt x="2771482" y="3334150"/>
                </a:cubicBezTo>
                <a:lnTo>
                  <a:pt x="2755838" y="3334150"/>
                </a:lnTo>
                <a:cubicBezTo>
                  <a:pt x="2755210" y="3334150"/>
                  <a:pt x="2754477" y="3333732"/>
                  <a:pt x="2754164" y="3333208"/>
                </a:cubicBezTo>
                <a:lnTo>
                  <a:pt x="2746368" y="3319657"/>
                </a:lnTo>
                <a:cubicBezTo>
                  <a:pt x="2746053" y="3319134"/>
                  <a:pt x="2746053" y="3318244"/>
                  <a:pt x="2746368" y="3317721"/>
                </a:cubicBezTo>
                <a:lnTo>
                  <a:pt x="2754164" y="3304170"/>
                </a:lnTo>
                <a:cubicBezTo>
                  <a:pt x="2754477" y="3303647"/>
                  <a:pt x="2755210" y="3303228"/>
                  <a:pt x="2755838" y="3303228"/>
                </a:cubicBezTo>
                <a:close/>
                <a:moveTo>
                  <a:pt x="937396" y="3303228"/>
                </a:moveTo>
                <a:lnTo>
                  <a:pt x="953040" y="3303228"/>
                </a:lnTo>
                <a:cubicBezTo>
                  <a:pt x="953668" y="3303228"/>
                  <a:pt x="954400" y="3303647"/>
                  <a:pt x="954714" y="3304170"/>
                </a:cubicBezTo>
                <a:lnTo>
                  <a:pt x="962510" y="3317721"/>
                </a:lnTo>
                <a:cubicBezTo>
                  <a:pt x="962824" y="3318244"/>
                  <a:pt x="962824" y="3319134"/>
                  <a:pt x="962510" y="3319657"/>
                </a:cubicBezTo>
                <a:lnTo>
                  <a:pt x="954714" y="3333208"/>
                </a:lnTo>
                <a:cubicBezTo>
                  <a:pt x="954400" y="3333732"/>
                  <a:pt x="953668" y="3334150"/>
                  <a:pt x="953040" y="3334150"/>
                </a:cubicBezTo>
                <a:lnTo>
                  <a:pt x="937396" y="3334150"/>
                </a:lnTo>
                <a:cubicBezTo>
                  <a:pt x="936768" y="3334150"/>
                  <a:pt x="936035" y="3333732"/>
                  <a:pt x="935721" y="3333208"/>
                </a:cubicBezTo>
                <a:lnTo>
                  <a:pt x="927925" y="3319657"/>
                </a:lnTo>
                <a:cubicBezTo>
                  <a:pt x="927612" y="3319134"/>
                  <a:pt x="927612" y="3318244"/>
                  <a:pt x="927925" y="3317721"/>
                </a:cubicBezTo>
                <a:lnTo>
                  <a:pt x="935721" y="3304170"/>
                </a:lnTo>
                <a:cubicBezTo>
                  <a:pt x="936035" y="3303647"/>
                  <a:pt x="936768" y="3303228"/>
                  <a:pt x="937396" y="3303228"/>
                </a:cubicBezTo>
                <a:close/>
                <a:moveTo>
                  <a:pt x="2177212" y="3303123"/>
                </a:moveTo>
                <a:lnTo>
                  <a:pt x="2192908" y="3303123"/>
                </a:lnTo>
                <a:cubicBezTo>
                  <a:pt x="2193536" y="3303123"/>
                  <a:pt x="2194269" y="3303594"/>
                  <a:pt x="2194582" y="3304117"/>
                </a:cubicBezTo>
                <a:lnTo>
                  <a:pt x="2202431" y="3317721"/>
                </a:lnTo>
                <a:cubicBezTo>
                  <a:pt x="2202745" y="3318244"/>
                  <a:pt x="2202745" y="3319133"/>
                  <a:pt x="2202431" y="3319657"/>
                </a:cubicBezTo>
                <a:lnTo>
                  <a:pt x="2194582" y="3333260"/>
                </a:lnTo>
                <a:cubicBezTo>
                  <a:pt x="2194269" y="3333836"/>
                  <a:pt x="2193536" y="3334254"/>
                  <a:pt x="2192908" y="3334254"/>
                </a:cubicBezTo>
                <a:lnTo>
                  <a:pt x="2177212" y="3334254"/>
                </a:lnTo>
                <a:cubicBezTo>
                  <a:pt x="2176584" y="3334254"/>
                  <a:pt x="2175852" y="3333784"/>
                  <a:pt x="2175538" y="3333260"/>
                </a:cubicBezTo>
                <a:lnTo>
                  <a:pt x="2167690" y="3319657"/>
                </a:lnTo>
                <a:cubicBezTo>
                  <a:pt x="2167375" y="3319133"/>
                  <a:pt x="2167375" y="3318244"/>
                  <a:pt x="2167690" y="3317721"/>
                </a:cubicBezTo>
                <a:lnTo>
                  <a:pt x="2175538" y="3304117"/>
                </a:lnTo>
                <a:cubicBezTo>
                  <a:pt x="2175852" y="3303542"/>
                  <a:pt x="2176584" y="3303123"/>
                  <a:pt x="2177212" y="3303123"/>
                </a:cubicBezTo>
                <a:close/>
                <a:moveTo>
                  <a:pt x="2259776" y="3302914"/>
                </a:moveTo>
                <a:lnTo>
                  <a:pt x="2275734" y="3302914"/>
                </a:lnTo>
                <a:cubicBezTo>
                  <a:pt x="2276362" y="3302914"/>
                  <a:pt x="2277147" y="3303385"/>
                  <a:pt x="2277461" y="3303908"/>
                </a:cubicBezTo>
                <a:lnTo>
                  <a:pt x="2285414" y="3317721"/>
                </a:lnTo>
                <a:cubicBezTo>
                  <a:pt x="2285727" y="3318297"/>
                  <a:pt x="2285727" y="3319186"/>
                  <a:pt x="2285414" y="3319709"/>
                </a:cubicBezTo>
                <a:lnTo>
                  <a:pt x="2277461" y="3333522"/>
                </a:lnTo>
                <a:cubicBezTo>
                  <a:pt x="2277147" y="3334098"/>
                  <a:pt x="2276362" y="3334516"/>
                  <a:pt x="2275734" y="3334516"/>
                </a:cubicBezTo>
                <a:lnTo>
                  <a:pt x="2259776" y="3334516"/>
                </a:lnTo>
                <a:cubicBezTo>
                  <a:pt x="2259148" y="3334516"/>
                  <a:pt x="2258363" y="3334045"/>
                  <a:pt x="2258049" y="3333522"/>
                </a:cubicBezTo>
                <a:lnTo>
                  <a:pt x="2250097" y="3319709"/>
                </a:lnTo>
                <a:cubicBezTo>
                  <a:pt x="2249782" y="3319134"/>
                  <a:pt x="2249782" y="3318244"/>
                  <a:pt x="2250097" y="3317721"/>
                </a:cubicBezTo>
                <a:lnTo>
                  <a:pt x="2258049" y="3303908"/>
                </a:lnTo>
                <a:cubicBezTo>
                  <a:pt x="2258363" y="3303333"/>
                  <a:pt x="2259148" y="3302914"/>
                  <a:pt x="2259776" y="3302914"/>
                </a:cubicBezTo>
                <a:close/>
                <a:moveTo>
                  <a:pt x="2837931" y="3301972"/>
                </a:moveTo>
                <a:lnTo>
                  <a:pt x="2854831" y="3301972"/>
                </a:lnTo>
                <a:cubicBezTo>
                  <a:pt x="2855511" y="3301972"/>
                  <a:pt x="2856348" y="3302443"/>
                  <a:pt x="2856662" y="3303018"/>
                </a:cubicBezTo>
                <a:lnTo>
                  <a:pt x="2865085" y="3317669"/>
                </a:lnTo>
                <a:cubicBezTo>
                  <a:pt x="2865400" y="3318244"/>
                  <a:pt x="2865400" y="3319186"/>
                  <a:pt x="2865085" y="3319762"/>
                </a:cubicBezTo>
                <a:lnTo>
                  <a:pt x="2856662" y="3334412"/>
                </a:lnTo>
                <a:cubicBezTo>
                  <a:pt x="2856296" y="3334987"/>
                  <a:pt x="2855511" y="3335458"/>
                  <a:pt x="2854831" y="3335458"/>
                </a:cubicBezTo>
                <a:lnTo>
                  <a:pt x="2837931" y="3335458"/>
                </a:lnTo>
                <a:cubicBezTo>
                  <a:pt x="2837250" y="3335458"/>
                  <a:pt x="2836413" y="3334987"/>
                  <a:pt x="2836100" y="3334412"/>
                </a:cubicBezTo>
                <a:lnTo>
                  <a:pt x="2827675" y="3319762"/>
                </a:lnTo>
                <a:cubicBezTo>
                  <a:pt x="2827362" y="3319186"/>
                  <a:pt x="2827362" y="3318244"/>
                  <a:pt x="2827675" y="3317669"/>
                </a:cubicBezTo>
                <a:lnTo>
                  <a:pt x="2836100" y="3303018"/>
                </a:lnTo>
                <a:cubicBezTo>
                  <a:pt x="2836466" y="3302443"/>
                  <a:pt x="2837250" y="3301972"/>
                  <a:pt x="2837931" y="3301972"/>
                </a:cubicBezTo>
                <a:close/>
                <a:moveTo>
                  <a:pt x="2341973" y="3301972"/>
                </a:moveTo>
                <a:lnTo>
                  <a:pt x="2358872" y="3301972"/>
                </a:lnTo>
                <a:cubicBezTo>
                  <a:pt x="2359553" y="3301972"/>
                  <a:pt x="2360390" y="3302443"/>
                  <a:pt x="2360703" y="3303018"/>
                </a:cubicBezTo>
                <a:lnTo>
                  <a:pt x="2369128" y="3317669"/>
                </a:lnTo>
                <a:cubicBezTo>
                  <a:pt x="2369441" y="3318244"/>
                  <a:pt x="2369441" y="3319186"/>
                  <a:pt x="2369128" y="3319762"/>
                </a:cubicBezTo>
                <a:lnTo>
                  <a:pt x="2360703" y="3334412"/>
                </a:lnTo>
                <a:cubicBezTo>
                  <a:pt x="2360338" y="3334987"/>
                  <a:pt x="2359553" y="3335458"/>
                  <a:pt x="2358872" y="3335458"/>
                </a:cubicBezTo>
                <a:lnTo>
                  <a:pt x="2341973" y="3335458"/>
                </a:lnTo>
                <a:cubicBezTo>
                  <a:pt x="2341292" y="3335458"/>
                  <a:pt x="2340455" y="3334987"/>
                  <a:pt x="2340141" y="3334412"/>
                </a:cubicBezTo>
                <a:lnTo>
                  <a:pt x="2331718" y="3319762"/>
                </a:lnTo>
                <a:cubicBezTo>
                  <a:pt x="2331403" y="3319186"/>
                  <a:pt x="2331403" y="3318244"/>
                  <a:pt x="2331718" y="3317669"/>
                </a:cubicBezTo>
                <a:lnTo>
                  <a:pt x="2340141" y="3303018"/>
                </a:lnTo>
                <a:cubicBezTo>
                  <a:pt x="2340507" y="3302443"/>
                  <a:pt x="2341292" y="3301972"/>
                  <a:pt x="2341973" y="3301972"/>
                </a:cubicBezTo>
                <a:close/>
                <a:moveTo>
                  <a:pt x="2093968" y="3301972"/>
                </a:moveTo>
                <a:lnTo>
                  <a:pt x="2110867" y="3301972"/>
                </a:lnTo>
                <a:cubicBezTo>
                  <a:pt x="2111548" y="3301972"/>
                  <a:pt x="2112385" y="3302443"/>
                  <a:pt x="2112699" y="3303018"/>
                </a:cubicBezTo>
                <a:lnTo>
                  <a:pt x="2121123" y="3317669"/>
                </a:lnTo>
                <a:cubicBezTo>
                  <a:pt x="2121436" y="3318244"/>
                  <a:pt x="2121436" y="3319186"/>
                  <a:pt x="2121123" y="3319762"/>
                </a:cubicBezTo>
                <a:lnTo>
                  <a:pt x="2112699" y="3334412"/>
                </a:lnTo>
                <a:cubicBezTo>
                  <a:pt x="2112333" y="3334987"/>
                  <a:pt x="2111548" y="3335458"/>
                  <a:pt x="2110867" y="3335458"/>
                </a:cubicBezTo>
                <a:lnTo>
                  <a:pt x="2093968" y="3335458"/>
                </a:lnTo>
                <a:cubicBezTo>
                  <a:pt x="2093287" y="3335458"/>
                  <a:pt x="2092451" y="3334987"/>
                  <a:pt x="2092136" y="3334412"/>
                </a:cubicBezTo>
                <a:lnTo>
                  <a:pt x="2083713" y="3319762"/>
                </a:lnTo>
                <a:cubicBezTo>
                  <a:pt x="2083398" y="3319186"/>
                  <a:pt x="2083398" y="3318244"/>
                  <a:pt x="2083713" y="3317669"/>
                </a:cubicBezTo>
                <a:lnTo>
                  <a:pt x="2092136" y="3303018"/>
                </a:lnTo>
                <a:cubicBezTo>
                  <a:pt x="2092502" y="3302443"/>
                  <a:pt x="2093287" y="3301972"/>
                  <a:pt x="2093968" y="3301972"/>
                </a:cubicBezTo>
                <a:close/>
                <a:moveTo>
                  <a:pt x="1019227" y="3301659"/>
                </a:moveTo>
                <a:lnTo>
                  <a:pt x="1036441" y="3301659"/>
                </a:lnTo>
                <a:cubicBezTo>
                  <a:pt x="1037121" y="3301659"/>
                  <a:pt x="1037959" y="3302130"/>
                  <a:pt x="1038273" y="3302705"/>
                </a:cubicBezTo>
                <a:lnTo>
                  <a:pt x="1046853" y="3317617"/>
                </a:lnTo>
                <a:cubicBezTo>
                  <a:pt x="1047167" y="3318245"/>
                  <a:pt x="1047167" y="3319187"/>
                  <a:pt x="1046853" y="3319762"/>
                </a:cubicBezTo>
                <a:lnTo>
                  <a:pt x="1038273" y="3334674"/>
                </a:lnTo>
                <a:cubicBezTo>
                  <a:pt x="1037959" y="3335249"/>
                  <a:pt x="1037121" y="3335721"/>
                  <a:pt x="1036441" y="3335721"/>
                </a:cubicBezTo>
                <a:lnTo>
                  <a:pt x="1019227" y="3335721"/>
                </a:lnTo>
                <a:cubicBezTo>
                  <a:pt x="1018547" y="3335721"/>
                  <a:pt x="1017710" y="3335249"/>
                  <a:pt x="1017396" y="3334674"/>
                </a:cubicBezTo>
                <a:lnTo>
                  <a:pt x="1008815" y="3319762"/>
                </a:lnTo>
                <a:cubicBezTo>
                  <a:pt x="1008502" y="3319134"/>
                  <a:pt x="1008502" y="3318193"/>
                  <a:pt x="1008815" y="3317617"/>
                </a:cubicBezTo>
                <a:lnTo>
                  <a:pt x="1017396" y="3302705"/>
                </a:lnTo>
                <a:cubicBezTo>
                  <a:pt x="1017710" y="3302130"/>
                  <a:pt x="1018547" y="3301659"/>
                  <a:pt x="1019227" y="3301659"/>
                </a:cubicBezTo>
                <a:close/>
                <a:moveTo>
                  <a:pt x="2424117" y="3301031"/>
                </a:moveTo>
                <a:lnTo>
                  <a:pt x="2441959" y="3301031"/>
                </a:lnTo>
                <a:cubicBezTo>
                  <a:pt x="2442692" y="3301031"/>
                  <a:pt x="2443529" y="3301502"/>
                  <a:pt x="2443895" y="3302130"/>
                </a:cubicBezTo>
                <a:lnTo>
                  <a:pt x="2452842" y="3317565"/>
                </a:lnTo>
                <a:cubicBezTo>
                  <a:pt x="2453208" y="3318140"/>
                  <a:pt x="2453208" y="3319134"/>
                  <a:pt x="2452842" y="3319762"/>
                </a:cubicBezTo>
                <a:lnTo>
                  <a:pt x="2443895" y="3335197"/>
                </a:lnTo>
                <a:cubicBezTo>
                  <a:pt x="2443529" y="3335825"/>
                  <a:pt x="2442639" y="3336296"/>
                  <a:pt x="2441959" y="3336296"/>
                </a:cubicBezTo>
                <a:lnTo>
                  <a:pt x="2424117" y="3336296"/>
                </a:lnTo>
                <a:cubicBezTo>
                  <a:pt x="2423385" y="3336296"/>
                  <a:pt x="2422548" y="3335825"/>
                  <a:pt x="2422181" y="3335197"/>
                </a:cubicBezTo>
                <a:lnTo>
                  <a:pt x="2413234" y="3319762"/>
                </a:lnTo>
                <a:cubicBezTo>
                  <a:pt x="2412869" y="3319186"/>
                  <a:pt x="2412869" y="3318192"/>
                  <a:pt x="2413234" y="3317565"/>
                </a:cubicBezTo>
                <a:lnTo>
                  <a:pt x="2422181" y="3302130"/>
                </a:lnTo>
                <a:cubicBezTo>
                  <a:pt x="2422548" y="3301502"/>
                  <a:pt x="2423437" y="3301031"/>
                  <a:pt x="2424117" y="3301031"/>
                </a:cubicBezTo>
                <a:close/>
                <a:moveTo>
                  <a:pt x="2010828" y="3300978"/>
                </a:moveTo>
                <a:lnTo>
                  <a:pt x="2028722" y="3300978"/>
                </a:lnTo>
                <a:cubicBezTo>
                  <a:pt x="2029455" y="3300978"/>
                  <a:pt x="2030292" y="3301449"/>
                  <a:pt x="2030658" y="3302077"/>
                </a:cubicBezTo>
                <a:lnTo>
                  <a:pt x="2039605" y="3317564"/>
                </a:lnTo>
                <a:cubicBezTo>
                  <a:pt x="2039972" y="3318139"/>
                  <a:pt x="2039972" y="3319133"/>
                  <a:pt x="2039605" y="3319762"/>
                </a:cubicBezTo>
                <a:lnTo>
                  <a:pt x="2030658" y="3335249"/>
                </a:lnTo>
                <a:cubicBezTo>
                  <a:pt x="2030292" y="3335877"/>
                  <a:pt x="2029403" y="3336348"/>
                  <a:pt x="2028722" y="3336348"/>
                </a:cubicBezTo>
                <a:lnTo>
                  <a:pt x="2010828" y="3336348"/>
                </a:lnTo>
                <a:cubicBezTo>
                  <a:pt x="2010096" y="3336348"/>
                  <a:pt x="2009259" y="3335877"/>
                  <a:pt x="2008892" y="3335249"/>
                </a:cubicBezTo>
                <a:lnTo>
                  <a:pt x="1999945" y="3319762"/>
                </a:lnTo>
                <a:cubicBezTo>
                  <a:pt x="1999580" y="3319186"/>
                  <a:pt x="1999580" y="3318192"/>
                  <a:pt x="1999945" y="3317564"/>
                </a:cubicBezTo>
                <a:lnTo>
                  <a:pt x="2008892" y="3302077"/>
                </a:lnTo>
                <a:cubicBezTo>
                  <a:pt x="2009259" y="3301449"/>
                  <a:pt x="2010148" y="3300978"/>
                  <a:pt x="2010828" y="3300978"/>
                </a:cubicBezTo>
                <a:close/>
                <a:moveTo>
                  <a:pt x="2506525" y="3300560"/>
                </a:moveTo>
                <a:lnTo>
                  <a:pt x="2524837" y="3300560"/>
                </a:lnTo>
                <a:cubicBezTo>
                  <a:pt x="2525517" y="3300560"/>
                  <a:pt x="2526407" y="3301083"/>
                  <a:pt x="2526773" y="3301711"/>
                </a:cubicBezTo>
                <a:lnTo>
                  <a:pt x="2535929" y="3317565"/>
                </a:lnTo>
                <a:cubicBezTo>
                  <a:pt x="2536296" y="3318192"/>
                  <a:pt x="2536296" y="3319187"/>
                  <a:pt x="2535929" y="3319814"/>
                </a:cubicBezTo>
                <a:lnTo>
                  <a:pt x="2526773" y="3335668"/>
                </a:lnTo>
                <a:cubicBezTo>
                  <a:pt x="2526460" y="3336296"/>
                  <a:pt x="2525570" y="3336819"/>
                  <a:pt x="2524837" y="3336819"/>
                </a:cubicBezTo>
                <a:lnTo>
                  <a:pt x="2506525" y="3336819"/>
                </a:lnTo>
                <a:cubicBezTo>
                  <a:pt x="2505844" y="3336819"/>
                  <a:pt x="2504955" y="3336296"/>
                  <a:pt x="2504589" y="3335668"/>
                </a:cubicBezTo>
                <a:lnTo>
                  <a:pt x="2495432" y="3319814"/>
                </a:lnTo>
                <a:cubicBezTo>
                  <a:pt x="2495067" y="3319187"/>
                  <a:pt x="2495067" y="3318192"/>
                  <a:pt x="2495432" y="3317565"/>
                </a:cubicBezTo>
                <a:lnTo>
                  <a:pt x="2504589" y="3301711"/>
                </a:lnTo>
                <a:cubicBezTo>
                  <a:pt x="2504903" y="3301083"/>
                  <a:pt x="2505793" y="3300560"/>
                  <a:pt x="2506525" y="3300560"/>
                </a:cubicBezTo>
                <a:close/>
                <a:moveTo>
                  <a:pt x="1183255" y="3299147"/>
                </a:moveTo>
                <a:lnTo>
                  <a:pt x="1203033" y="3299147"/>
                </a:lnTo>
                <a:cubicBezTo>
                  <a:pt x="1203766" y="3299147"/>
                  <a:pt x="1204760" y="3299670"/>
                  <a:pt x="1205126" y="3300350"/>
                </a:cubicBezTo>
                <a:lnTo>
                  <a:pt x="1215015" y="3317460"/>
                </a:lnTo>
                <a:cubicBezTo>
                  <a:pt x="1215381" y="3318139"/>
                  <a:pt x="1215381" y="3319238"/>
                  <a:pt x="1215015" y="3319919"/>
                </a:cubicBezTo>
                <a:lnTo>
                  <a:pt x="1205126" y="3337028"/>
                </a:lnTo>
                <a:cubicBezTo>
                  <a:pt x="1204760" y="3337708"/>
                  <a:pt x="1203818" y="3338231"/>
                  <a:pt x="1203033" y="3338231"/>
                </a:cubicBezTo>
                <a:lnTo>
                  <a:pt x="1183255" y="3338231"/>
                </a:lnTo>
                <a:cubicBezTo>
                  <a:pt x="1182523" y="3338231"/>
                  <a:pt x="1181529" y="3337708"/>
                  <a:pt x="1181163" y="3337028"/>
                </a:cubicBezTo>
                <a:lnTo>
                  <a:pt x="1171274" y="3319919"/>
                </a:lnTo>
                <a:cubicBezTo>
                  <a:pt x="1170907" y="3319238"/>
                  <a:pt x="1170907" y="3318139"/>
                  <a:pt x="1171274" y="3317460"/>
                </a:cubicBezTo>
                <a:lnTo>
                  <a:pt x="1181163" y="3300350"/>
                </a:lnTo>
                <a:cubicBezTo>
                  <a:pt x="1181529" y="3299670"/>
                  <a:pt x="1182471" y="3299147"/>
                  <a:pt x="1183255" y="3299147"/>
                </a:cubicBezTo>
                <a:close/>
                <a:moveTo>
                  <a:pt x="1513562" y="3298415"/>
                </a:moveTo>
                <a:lnTo>
                  <a:pt x="1534020" y="3298415"/>
                </a:lnTo>
                <a:cubicBezTo>
                  <a:pt x="1534857" y="3298415"/>
                  <a:pt x="1535799" y="3298990"/>
                  <a:pt x="1536218" y="3299671"/>
                </a:cubicBezTo>
                <a:lnTo>
                  <a:pt x="1546473" y="3317408"/>
                </a:lnTo>
                <a:cubicBezTo>
                  <a:pt x="1546891" y="3318088"/>
                  <a:pt x="1546891" y="3319239"/>
                  <a:pt x="1546473" y="3319919"/>
                </a:cubicBezTo>
                <a:lnTo>
                  <a:pt x="1536218" y="3337656"/>
                </a:lnTo>
                <a:cubicBezTo>
                  <a:pt x="1535799" y="3338337"/>
                  <a:pt x="1534805" y="3338912"/>
                  <a:pt x="1534020" y="3338912"/>
                </a:cubicBezTo>
                <a:lnTo>
                  <a:pt x="1513562" y="3338912"/>
                </a:lnTo>
                <a:cubicBezTo>
                  <a:pt x="1512725" y="3338912"/>
                  <a:pt x="1511784" y="3338337"/>
                  <a:pt x="1511365" y="3337656"/>
                </a:cubicBezTo>
                <a:lnTo>
                  <a:pt x="1501110" y="3319919"/>
                </a:lnTo>
                <a:cubicBezTo>
                  <a:pt x="1500691" y="3319239"/>
                  <a:pt x="1500691" y="3318088"/>
                  <a:pt x="1501110" y="3317408"/>
                </a:cubicBezTo>
                <a:lnTo>
                  <a:pt x="1511365" y="3299671"/>
                </a:lnTo>
                <a:cubicBezTo>
                  <a:pt x="1511784" y="3298990"/>
                  <a:pt x="1512778" y="3298415"/>
                  <a:pt x="1513562" y="3298415"/>
                </a:cubicBezTo>
                <a:close/>
                <a:moveTo>
                  <a:pt x="2670553" y="3297944"/>
                </a:moveTo>
                <a:lnTo>
                  <a:pt x="2691482" y="3297944"/>
                </a:lnTo>
                <a:cubicBezTo>
                  <a:pt x="2692319" y="3297944"/>
                  <a:pt x="2693313" y="3298519"/>
                  <a:pt x="2693731" y="3299252"/>
                </a:cubicBezTo>
                <a:lnTo>
                  <a:pt x="2704196" y="3317355"/>
                </a:lnTo>
                <a:cubicBezTo>
                  <a:pt x="2704615" y="3318036"/>
                  <a:pt x="2704615" y="3319187"/>
                  <a:pt x="2704196" y="3319919"/>
                </a:cubicBezTo>
                <a:lnTo>
                  <a:pt x="2693731" y="3338023"/>
                </a:lnTo>
                <a:cubicBezTo>
                  <a:pt x="2693313" y="3338755"/>
                  <a:pt x="2692319" y="3339331"/>
                  <a:pt x="2691482" y="3339331"/>
                </a:cubicBezTo>
                <a:lnTo>
                  <a:pt x="2670553" y="3339331"/>
                </a:lnTo>
                <a:cubicBezTo>
                  <a:pt x="2669716" y="3339331"/>
                  <a:pt x="2668721" y="3338755"/>
                  <a:pt x="2668303" y="3338023"/>
                </a:cubicBezTo>
                <a:lnTo>
                  <a:pt x="2657839" y="3319919"/>
                </a:lnTo>
                <a:cubicBezTo>
                  <a:pt x="2657420" y="3319239"/>
                  <a:pt x="2657420" y="3318088"/>
                  <a:pt x="2657839" y="3317355"/>
                </a:cubicBezTo>
                <a:lnTo>
                  <a:pt x="2668303" y="3299252"/>
                </a:lnTo>
                <a:cubicBezTo>
                  <a:pt x="2668721" y="3298519"/>
                  <a:pt x="2669716" y="3297944"/>
                  <a:pt x="2670553" y="3297944"/>
                </a:cubicBezTo>
                <a:close/>
                <a:moveTo>
                  <a:pt x="1678533" y="3297734"/>
                </a:moveTo>
                <a:lnTo>
                  <a:pt x="1699723" y="3297734"/>
                </a:lnTo>
                <a:cubicBezTo>
                  <a:pt x="1700560" y="3297734"/>
                  <a:pt x="1701554" y="3298309"/>
                  <a:pt x="1701973" y="3299042"/>
                </a:cubicBezTo>
                <a:lnTo>
                  <a:pt x="1712542" y="3317355"/>
                </a:lnTo>
                <a:cubicBezTo>
                  <a:pt x="1712961" y="3318087"/>
                  <a:pt x="1712961" y="3319238"/>
                  <a:pt x="1712542" y="3319971"/>
                </a:cubicBezTo>
                <a:lnTo>
                  <a:pt x="1701973" y="3338283"/>
                </a:lnTo>
                <a:cubicBezTo>
                  <a:pt x="1701554" y="3339016"/>
                  <a:pt x="1700560" y="3339591"/>
                  <a:pt x="1699723" y="3339591"/>
                </a:cubicBezTo>
                <a:lnTo>
                  <a:pt x="1678533" y="3339591"/>
                </a:lnTo>
                <a:cubicBezTo>
                  <a:pt x="1677696" y="3339591"/>
                  <a:pt x="1676701" y="3339016"/>
                  <a:pt x="1676283" y="3338283"/>
                </a:cubicBezTo>
                <a:lnTo>
                  <a:pt x="1665714" y="3319971"/>
                </a:lnTo>
                <a:cubicBezTo>
                  <a:pt x="1665295" y="3319238"/>
                  <a:pt x="1665295" y="3318087"/>
                  <a:pt x="1665714" y="3317355"/>
                </a:cubicBezTo>
                <a:lnTo>
                  <a:pt x="1676283" y="3299042"/>
                </a:lnTo>
                <a:cubicBezTo>
                  <a:pt x="1676701" y="3298309"/>
                  <a:pt x="1677696" y="3297734"/>
                  <a:pt x="1678533" y="3297734"/>
                </a:cubicBezTo>
                <a:close/>
                <a:moveTo>
                  <a:pt x="1926434" y="3297577"/>
                </a:moveTo>
                <a:lnTo>
                  <a:pt x="1947781" y="3297577"/>
                </a:lnTo>
                <a:cubicBezTo>
                  <a:pt x="1948618" y="3297577"/>
                  <a:pt x="1949665" y="3298153"/>
                  <a:pt x="1950083" y="3298885"/>
                </a:cubicBezTo>
                <a:lnTo>
                  <a:pt x="1960757" y="3317355"/>
                </a:lnTo>
                <a:cubicBezTo>
                  <a:pt x="1961175" y="3318035"/>
                  <a:pt x="1961175" y="3319238"/>
                  <a:pt x="1960757" y="3319971"/>
                </a:cubicBezTo>
                <a:lnTo>
                  <a:pt x="1950083" y="3338440"/>
                </a:lnTo>
                <a:cubicBezTo>
                  <a:pt x="1949665" y="3339173"/>
                  <a:pt x="1948618" y="3339748"/>
                  <a:pt x="1947781" y="3339748"/>
                </a:cubicBezTo>
                <a:lnTo>
                  <a:pt x="1926434" y="3339748"/>
                </a:lnTo>
                <a:cubicBezTo>
                  <a:pt x="1925596" y="3339748"/>
                  <a:pt x="1924550" y="3339173"/>
                  <a:pt x="1924132" y="3338440"/>
                </a:cubicBezTo>
                <a:lnTo>
                  <a:pt x="1913458" y="3319971"/>
                </a:lnTo>
                <a:cubicBezTo>
                  <a:pt x="1913039" y="3319291"/>
                  <a:pt x="1913039" y="3318087"/>
                  <a:pt x="1913458" y="3317355"/>
                </a:cubicBezTo>
                <a:lnTo>
                  <a:pt x="1924132" y="3298885"/>
                </a:lnTo>
                <a:cubicBezTo>
                  <a:pt x="1924550" y="3298153"/>
                  <a:pt x="1925596" y="3297577"/>
                  <a:pt x="1926434" y="3297577"/>
                </a:cubicBezTo>
                <a:close/>
                <a:moveTo>
                  <a:pt x="2587572" y="3297421"/>
                </a:moveTo>
                <a:lnTo>
                  <a:pt x="2609076" y="3297421"/>
                </a:lnTo>
                <a:cubicBezTo>
                  <a:pt x="2609913" y="3297421"/>
                  <a:pt x="2610959" y="3297996"/>
                  <a:pt x="2611378" y="3298729"/>
                </a:cubicBezTo>
                <a:lnTo>
                  <a:pt x="2622156" y="3317356"/>
                </a:lnTo>
                <a:cubicBezTo>
                  <a:pt x="2622575" y="3318088"/>
                  <a:pt x="2622575" y="3319291"/>
                  <a:pt x="2622156" y="3320024"/>
                </a:cubicBezTo>
                <a:lnTo>
                  <a:pt x="2611378" y="3338651"/>
                </a:lnTo>
                <a:cubicBezTo>
                  <a:pt x="2610959" y="3339383"/>
                  <a:pt x="2609913" y="3339959"/>
                  <a:pt x="2609076" y="3339959"/>
                </a:cubicBezTo>
                <a:lnTo>
                  <a:pt x="2587572" y="3339959"/>
                </a:lnTo>
                <a:cubicBezTo>
                  <a:pt x="2586734" y="3339959"/>
                  <a:pt x="2585688" y="3339383"/>
                  <a:pt x="2585269" y="3338651"/>
                </a:cubicBezTo>
                <a:lnTo>
                  <a:pt x="2574491" y="3320024"/>
                </a:lnTo>
                <a:cubicBezTo>
                  <a:pt x="2574072" y="3319291"/>
                  <a:pt x="2574072" y="3318088"/>
                  <a:pt x="2574491" y="3317356"/>
                </a:cubicBezTo>
                <a:lnTo>
                  <a:pt x="2585269" y="3298729"/>
                </a:lnTo>
                <a:cubicBezTo>
                  <a:pt x="2585688" y="3297996"/>
                  <a:pt x="2586734" y="3297421"/>
                  <a:pt x="2587572" y="3297421"/>
                </a:cubicBezTo>
                <a:close/>
                <a:moveTo>
                  <a:pt x="1264720" y="3296793"/>
                </a:moveTo>
                <a:lnTo>
                  <a:pt x="1286853" y="3296793"/>
                </a:lnTo>
                <a:cubicBezTo>
                  <a:pt x="1287690" y="3296793"/>
                  <a:pt x="1288789" y="3297421"/>
                  <a:pt x="1289207" y="3298153"/>
                </a:cubicBezTo>
                <a:lnTo>
                  <a:pt x="1300300" y="3317303"/>
                </a:lnTo>
                <a:cubicBezTo>
                  <a:pt x="1300718" y="3318036"/>
                  <a:pt x="1300718" y="3319291"/>
                  <a:pt x="1300300" y="3320024"/>
                </a:cubicBezTo>
                <a:lnTo>
                  <a:pt x="1289207" y="3339173"/>
                </a:lnTo>
                <a:cubicBezTo>
                  <a:pt x="1288789" y="3339906"/>
                  <a:pt x="1287742" y="3340534"/>
                  <a:pt x="1286853" y="3340534"/>
                </a:cubicBezTo>
                <a:lnTo>
                  <a:pt x="1264720" y="3340534"/>
                </a:lnTo>
                <a:cubicBezTo>
                  <a:pt x="1263883" y="3340534"/>
                  <a:pt x="1262785" y="3339906"/>
                  <a:pt x="1262366" y="3339173"/>
                </a:cubicBezTo>
                <a:lnTo>
                  <a:pt x="1251274" y="3320024"/>
                </a:lnTo>
                <a:cubicBezTo>
                  <a:pt x="1250855" y="3319291"/>
                  <a:pt x="1250855" y="3318036"/>
                  <a:pt x="1251274" y="3317303"/>
                </a:cubicBezTo>
                <a:lnTo>
                  <a:pt x="1262366" y="3298153"/>
                </a:lnTo>
                <a:cubicBezTo>
                  <a:pt x="1262785" y="3297421"/>
                  <a:pt x="1263831" y="3296793"/>
                  <a:pt x="1264720" y="3296793"/>
                </a:cubicBezTo>
                <a:close/>
                <a:moveTo>
                  <a:pt x="1429430" y="3295485"/>
                </a:moveTo>
                <a:lnTo>
                  <a:pt x="1452817" y="3295485"/>
                </a:lnTo>
                <a:cubicBezTo>
                  <a:pt x="1453759" y="3295485"/>
                  <a:pt x="1454858" y="3296165"/>
                  <a:pt x="1455329" y="3296950"/>
                </a:cubicBezTo>
                <a:lnTo>
                  <a:pt x="1467049" y="3317198"/>
                </a:lnTo>
                <a:cubicBezTo>
                  <a:pt x="1467520" y="3317983"/>
                  <a:pt x="1467520" y="3319291"/>
                  <a:pt x="1467049" y="3320076"/>
                </a:cubicBezTo>
                <a:lnTo>
                  <a:pt x="1455329" y="3340325"/>
                </a:lnTo>
                <a:cubicBezTo>
                  <a:pt x="1454858" y="3341162"/>
                  <a:pt x="1453759" y="3341790"/>
                  <a:pt x="1452817" y="3341790"/>
                </a:cubicBezTo>
                <a:lnTo>
                  <a:pt x="1429430" y="3341790"/>
                </a:lnTo>
                <a:cubicBezTo>
                  <a:pt x="1428488" y="3341790"/>
                  <a:pt x="1427389" y="3341109"/>
                  <a:pt x="1426918" y="3340325"/>
                </a:cubicBezTo>
                <a:lnTo>
                  <a:pt x="1415198" y="3320076"/>
                </a:lnTo>
                <a:cubicBezTo>
                  <a:pt x="1414727" y="3319291"/>
                  <a:pt x="1414727" y="3317983"/>
                  <a:pt x="1415198" y="3317198"/>
                </a:cubicBezTo>
                <a:lnTo>
                  <a:pt x="1426918" y="3296950"/>
                </a:lnTo>
                <a:cubicBezTo>
                  <a:pt x="1427389" y="3296113"/>
                  <a:pt x="1428488" y="3295485"/>
                  <a:pt x="1429430" y="3295485"/>
                </a:cubicBezTo>
                <a:close/>
                <a:moveTo>
                  <a:pt x="1346656" y="3295275"/>
                </a:moveTo>
                <a:lnTo>
                  <a:pt x="1370306" y="3295275"/>
                </a:lnTo>
                <a:cubicBezTo>
                  <a:pt x="1371195" y="3295275"/>
                  <a:pt x="1372346" y="3295955"/>
                  <a:pt x="1372817" y="3296740"/>
                </a:cubicBezTo>
                <a:lnTo>
                  <a:pt x="1384642" y="3317198"/>
                </a:lnTo>
                <a:cubicBezTo>
                  <a:pt x="1385113" y="3318035"/>
                  <a:pt x="1385113" y="3319343"/>
                  <a:pt x="1384642" y="3320128"/>
                </a:cubicBezTo>
                <a:lnTo>
                  <a:pt x="1372817" y="3340586"/>
                </a:lnTo>
                <a:cubicBezTo>
                  <a:pt x="1372399" y="3341370"/>
                  <a:pt x="1371248" y="3342051"/>
                  <a:pt x="1370306" y="3342051"/>
                </a:cubicBezTo>
                <a:lnTo>
                  <a:pt x="1346656" y="3342051"/>
                </a:lnTo>
                <a:cubicBezTo>
                  <a:pt x="1345767" y="3342051"/>
                  <a:pt x="1344616" y="3341370"/>
                  <a:pt x="1344145" y="3340586"/>
                </a:cubicBezTo>
                <a:lnTo>
                  <a:pt x="1332320" y="3320128"/>
                </a:lnTo>
                <a:cubicBezTo>
                  <a:pt x="1331849" y="3319291"/>
                  <a:pt x="1331849" y="3317983"/>
                  <a:pt x="1332320" y="3317198"/>
                </a:cubicBezTo>
                <a:lnTo>
                  <a:pt x="1344145" y="3296740"/>
                </a:lnTo>
                <a:cubicBezTo>
                  <a:pt x="1344563" y="3295955"/>
                  <a:pt x="1345715" y="3295275"/>
                  <a:pt x="1346656" y="3295275"/>
                </a:cubicBezTo>
                <a:close/>
                <a:moveTo>
                  <a:pt x="1759265" y="3293915"/>
                </a:moveTo>
                <a:lnTo>
                  <a:pt x="1784275" y="3293915"/>
                </a:lnTo>
                <a:cubicBezTo>
                  <a:pt x="1785269" y="3293915"/>
                  <a:pt x="1786473" y="3294647"/>
                  <a:pt x="1786944" y="3295485"/>
                </a:cubicBezTo>
                <a:lnTo>
                  <a:pt x="1799449" y="3317146"/>
                </a:lnTo>
                <a:cubicBezTo>
                  <a:pt x="1799920" y="3317983"/>
                  <a:pt x="1799920" y="3319396"/>
                  <a:pt x="1799449" y="3320233"/>
                </a:cubicBezTo>
                <a:lnTo>
                  <a:pt x="1786944" y="3341894"/>
                </a:lnTo>
                <a:cubicBezTo>
                  <a:pt x="1786473" y="3342783"/>
                  <a:pt x="1785269" y="3343464"/>
                  <a:pt x="1784275" y="3343464"/>
                </a:cubicBezTo>
                <a:lnTo>
                  <a:pt x="1759265" y="3343464"/>
                </a:lnTo>
                <a:cubicBezTo>
                  <a:pt x="1758271" y="3343464"/>
                  <a:pt x="1757068" y="3342731"/>
                  <a:pt x="1756597" y="3341894"/>
                </a:cubicBezTo>
                <a:lnTo>
                  <a:pt x="1744092" y="3320233"/>
                </a:lnTo>
                <a:cubicBezTo>
                  <a:pt x="1743621" y="3319396"/>
                  <a:pt x="1743621" y="3317983"/>
                  <a:pt x="1744092" y="3317146"/>
                </a:cubicBezTo>
                <a:lnTo>
                  <a:pt x="1756597" y="3295485"/>
                </a:lnTo>
                <a:cubicBezTo>
                  <a:pt x="1757068" y="3294595"/>
                  <a:pt x="1758271" y="3293915"/>
                  <a:pt x="1759265" y="3293915"/>
                </a:cubicBezTo>
                <a:close/>
                <a:moveTo>
                  <a:pt x="1593877" y="3293706"/>
                </a:moveTo>
                <a:lnTo>
                  <a:pt x="1619096" y="3293706"/>
                </a:lnTo>
                <a:cubicBezTo>
                  <a:pt x="1620090" y="3293706"/>
                  <a:pt x="1621293" y="3294439"/>
                  <a:pt x="1621816" y="3295276"/>
                </a:cubicBezTo>
                <a:lnTo>
                  <a:pt x="1634426" y="3317094"/>
                </a:lnTo>
                <a:cubicBezTo>
                  <a:pt x="1634949" y="3317983"/>
                  <a:pt x="1634949" y="3319396"/>
                  <a:pt x="1634426" y="3320233"/>
                </a:cubicBezTo>
                <a:lnTo>
                  <a:pt x="1621816" y="3342051"/>
                </a:lnTo>
                <a:cubicBezTo>
                  <a:pt x="1621293" y="3342941"/>
                  <a:pt x="1620090" y="3343621"/>
                  <a:pt x="1619096" y="3343621"/>
                </a:cubicBezTo>
                <a:lnTo>
                  <a:pt x="1593877" y="3343621"/>
                </a:lnTo>
                <a:cubicBezTo>
                  <a:pt x="1592883" y="3343621"/>
                  <a:pt x="1591679" y="3342889"/>
                  <a:pt x="1591156" y="3342051"/>
                </a:cubicBezTo>
                <a:lnTo>
                  <a:pt x="1578547" y="3320233"/>
                </a:lnTo>
                <a:cubicBezTo>
                  <a:pt x="1578023" y="3319344"/>
                  <a:pt x="1578023" y="3317931"/>
                  <a:pt x="1578547" y="3317094"/>
                </a:cubicBezTo>
                <a:lnTo>
                  <a:pt x="1591156" y="3295276"/>
                </a:lnTo>
                <a:cubicBezTo>
                  <a:pt x="1591679" y="3294386"/>
                  <a:pt x="1592883" y="3293706"/>
                  <a:pt x="1593877" y="3293706"/>
                </a:cubicBezTo>
                <a:close/>
                <a:moveTo>
                  <a:pt x="1841777" y="3293601"/>
                </a:moveTo>
                <a:lnTo>
                  <a:pt x="1867101" y="3293601"/>
                </a:lnTo>
                <a:cubicBezTo>
                  <a:pt x="1868095" y="3293601"/>
                  <a:pt x="1869298" y="3294281"/>
                  <a:pt x="1869822" y="3295171"/>
                </a:cubicBezTo>
                <a:lnTo>
                  <a:pt x="1882483" y="3317093"/>
                </a:lnTo>
                <a:cubicBezTo>
                  <a:pt x="1883007" y="3317983"/>
                  <a:pt x="1883007" y="3319343"/>
                  <a:pt x="1882483" y="3320233"/>
                </a:cubicBezTo>
                <a:lnTo>
                  <a:pt x="1869822" y="3342155"/>
                </a:lnTo>
                <a:cubicBezTo>
                  <a:pt x="1869298" y="3343045"/>
                  <a:pt x="1868095" y="3343725"/>
                  <a:pt x="1867101" y="3343725"/>
                </a:cubicBezTo>
                <a:lnTo>
                  <a:pt x="1841777" y="3343725"/>
                </a:lnTo>
                <a:cubicBezTo>
                  <a:pt x="1840783" y="3343725"/>
                  <a:pt x="1839579" y="3343045"/>
                  <a:pt x="1839056" y="3342155"/>
                </a:cubicBezTo>
                <a:lnTo>
                  <a:pt x="1826395" y="3320233"/>
                </a:lnTo>
                <a:cubicBezTo>
                  <a:pt x="1825871" y="3319343"/>
                  <a:pt x="1825871" y="3317983"/>
                  <a:pt x="1826395" y="3317093"/>
                </a:cubicBezTo>
                <a:lnTo>
                  <a:pt x="1839056" y="3295171"/>
                </a:lnTo>
                <a:cubicBezTo>
                  <a:pt x="1839579" y="3294281"/>
                  <a:pt x="1840783" y="3293601"/>
                  <a:pt x="1841777" y="3293601"/>
                </a:cubicBezTo>
                <a:close/>
                <a:moveTo>
                  <a:pt x="436207" y="3292921"/>
                </a:moveTo>
                <a:lnTo>
                  <a:pt x="462210" y="3292921"/>
                </a:lnTo>
                <a:cubicBezTo>
                  <a:pt x="463204" y="3292921"/>
                  <a:pt x="464460" y="3293653"/>
                  <a:pt x="464984" y="3294543"/>
                </a:cubicBezTo>
                <a:lnTo>
                  <a:pt x="478012" y="3317094"/>
                </a:lnTo>
                <a:cubicBezTo>
                  <a:pt x="478535" y="3317983"/>
                  <a:pt x="478535" y="3319448"/>
                  <a:pt x="478012" y="3320338"/>
                </a:cubicBezTo>
                <a:lnTo>
                  <a:pt x="464984" y="3342888"/>
                </a:lnTo>
                <a:cubicBezTo>
                  <a:pt x="464460" y="3343778"/>
                  <a:pt x="463257" y="3344510"/>
                  <a:pt x="462210" y="3344510"/>
                </a:cubicBezTo>
                <a:lnTo>
                  <a:pt x="436207" y="3344510"/>
                </a:lnTo>
                <a:cubicBezTo>
                  <a:pt x="435212" y="3344510"/>
                  <a:pt x="433957" y="3343778"/>
                  <a:pt x="433433" y="3342888"/>
                </a:cubicBezTo>
                <a:lnTo>
                  <a:pt x="420405" y="3320338"/>
                </a:lnTo>
                <a:cubicBezTo>
                  <a:pt x="419882" y="3319448"/>
                  <a:pt x="419882" y="3317983"/>
                  <a:pt x="420405" y="3317094"/>
                </a:cubicBezTo>
                <a:lnTo>
                  <a:pt x="433433" y="3294543"/>
                </a:lnTo>
                <a:cubicBezTo>
                  <a:pt x="433957" y="3293653"/>
                  <a:pt x="435160" y="3292921"/>
                  <a:pt x="436207" y="3292921"/>
                </a:cubicBezTo>
                <a:close/>
                <a:moveTo>
                  <a:pt x="352335" y="3290462"/>
                </a:moveTo>
                <a:lnTo>
                  <a:pt x="380798" y="3290462"/>
                </a:lnTo>
                <a:cubicBezTo>
                  <a:pt x="381897" y="3290462"/>
                  <a:pt x="383257" y="3291247"/>
                  <a:pt x="383832" y="3292241"/>
                </a:cubicBezTo>
                <a:lnTo>
                  <a:pt x="398064" y="3316937"/>
                </a:lnTo>
                <a:cubicBezTo>
                  <a:pt x="398640" y="3317879"/>
                  <a:pt x="398640" y="3319448"/>
                  <a:pt x="398064" y="3320442"/>
                </a:cubicBezTo>
                <a:lnTo>
                  <a:pt x="383832" y="3345138"/>
                </a:lnTo>
                <a:cubicBezTo>
                  <a:pt x="383309" y="3346132"/>
                  <a:pt x="381897" y="3346917"/>
                  <a:pt x="380798" y="3346917"/>
                </a:cubicBezTo>
                <a:lnTo>
                  <a:pt x="352335" y="3346917"/>
                </a:lnTo>
                <a:cubicBezTo>
                  <a:pt x="351236" y="3346917"/>
                  <a:pt x="349876" y="3346132"/>
                  <a:pt x="349300" y="3345138"/>
                </a:cubicBezTo>
                <a:lnTo>
                  <a:pt x="335069" y="3320442"/>
                </a:lnTo>
                <a:cubicBezTo>
                  <a:pt x="334493" y="3319500"/>
                  <a:pt x="334493" y="3317931"/>
                  <a:pt x="335069" y="3316937"/>
                </a:cubicBezTo>
                <a:lnTo>
                  <a:pt x="349300" y="3292241"/>
                </a:lnTo>
                <a:cubicBezTo>
                  <a:pt x="349823" y="3291247"/>
                  <a:pt x="351236" y="3290462"/>
                  <a:pt x="352335" y="3290462"/>
                </a:cubicBezTo>
                <a:close/>
                <a:moveTo>
                  <a:pt x="2923476" y="3225112"/>
                </a:moveTo>
                <a:lnTo>
                  <a:pt x="2934516" y="3225112"/>
                </a:lnTo>
                <a:cubicBezTo>
                  <a:pt x="2934987" y="3225112"/>
                  <a:pt x="2935511" y="3225426"/>
                  <a:pt x="2935719" y="3225792"/>
                </a:cubicBezTo>
                <a:lnTo>
                  <a:pt x="2941266" y="3235367"/>
                </a:lnTo>
                <a:cubicBezTo>
                  <a:pt x="2941475" y="3235733"/>
                  <a:pt x="2941475" y="3236361"/>
                  <a:pt x="2941266" y="3236727"/>
                </a:cubicBezTo>
                <a:lnTo>
                  <a:pt x="2935719" y="3246302"/>
                </a:lnTo>
                <a:cubicBezTo>
                  <a:pt x="2935458" y="3246669"/>
                  <a:pt x="2934934" y="3246982"/>
                  <a:pt x="2934516" y="3246982"/>
                </a:cubicBezTo>
                <a:lnTo>
                  <a:pt x="2923476" y="3246982"/>
                </a:lnTo>
                <a:cubicBezTo>
                  <a:pt x="2923006" y="3246982"/>
                  <a:pt x="2922482" y="3246669"/>
                  <a:pt x="2922273" y="3246302"/>
                </a:cubicBezTo>
                <a:lnTo>
                  <a:pt x="2916727" y="3236727"/>
                </a:lnTo>
                <a:cubicBezTo>
                  <a:pt x="2916518" y="3236361"/>
                  <a:pt x="2916518" y="3235733"/>
                  <a:pt x="2916727" y="3235367"/>
                </a:cubicBezTo>
                <a:lnTo>
                  <a:pt x="2922273" y="3225792"/>
                </a:lnTo>
                <a:cubicBezTo>
                  <a:pt x="2922534" y="3225426"/>
                  <a:pt x="2923058" y="3225112"/>
                  <a:pt x="2923476" y="3225112"/>
                </a:cubicBezTo>
                <a:close/>
                <a:moveTo>
                  <a:pt x="608502" y="3224065"/>
                </a:moveTo>
                <a:lnTo>
                  <a:pt x="620588" y="3224065"/>
                </a:lnTo>
                <a:cubicBezTo>
                  <a:pt x="621059" y="3224065"/>
                  <a:pt x="621634" y="3224379"/>
                  <a:pt x="621896" y="3224798"/>
                </a:cubicBezTo>
                <a:lnTo>
                  <a:pt x="627965" y="3235262"/>
                </a:lnTo>
                <a:cubicBezTo>
                  <a:pt x="628227" y="3235681"/>
                  <a:pt x="628227" y="3236361"/>
                  <a:pt x="627965" y="3236779"/>
                </a:cubicBezTo>
                <a:lnTo>
                  <a:pt x="621896" y="3247243"/>
                </a:lnTo>
                <a:cubicBezTo>
                  <a:pt x="621634" y="3247662"/>
                  <a:pt x="621059" y="3247976"/>
                  <a:pt x="620588" y="3247976"/>
                </a:cubicBezTo>
                <a:lnTo>
                  <a:pt x="608502" y="3247976"/>
                </a:lnTo>
                <a:cubicBezTo>
                  <a:pt x="608031" y="3247976"/>
                  <a:pt x="607455" y="3247662"/>
                  <a:pt x="607194" y="3247243"/>
                </a:cubicBezTo>
                <a:lnTo>
                  <a:pt x="601124" y="3236779"/>
                </a:lnTo>
                <a:cubicBezTo>
                  <a:pt x="600863" y="3236361"/>
                  <a:pt x="600863" y="3235681"/>
                  <a:pt x="601124" y="3235262"/>
                </a:cubicBezTo>
                <a:lnTo>
                  <a:pt x="607194" y="3224798"/>
                </a:lnTo>
                <a:cubicBezTo>
                  <a:pt x="607455" y="3224379"/>
                  <a:pt x="608031" y="3224065"/>
                  <a:pt x="608502" y="3224065"/>
                </a:cubicBezTo>
                <a:close/>
                <a:moveTo>
                  <a:pt x="773629" y="3223595"/>
                </a:moveTo>
                <a:lnTo>
                  <a:pt x="786187" y="3223595"/>
                </a:lnTo>
                <a:cubicBezTo>
                  <a:pt x="786710" y="3223595"/>
                  <a:pt x="787285" y="3223961"/>
                  <a:pt x="787547" y="3224380"/>
                </a:cubicBezTo>
                <a:lnTo>
                  <a:pt x="793825" y="3235263"/>
                </a:lnTo>
                <a:cubicBezTo>
                  <a:pt x="794087" y="3235733"/>
                  <a:pt x="794087" y="3236414"/>
                  <a:pt x="793825" y="3236832"/>
                </a:cubicBezTo>
                <a:lnTo>
                  <a:pt x="787547" y="3247715"/>
                </a:lnTo>
                <a:cubicBezTo>
                  <a:pt x="787285" y="3248134"/>
                  <a:pt x="786657" y="3248500"/>
                  <a:pt x="786187" y="3248500"/>
                </a:cubicBezTo>
                <a:lnTo>
                  <a:pt x="773629" y="3248500"/>
                </a:lnTo>
                <a:cubicBezTo>
                  <a:pt x="773106" y="3248500"/>
                  <a:pt x="772530" y="3248134"/>
                  <a:pt x="772269" y="3247715"/>
                </a:cubicBezTo>
                <a:lnTo>
                  <a:pt x="765990" y="3236832"/>
                </a:lnTo>
                <a:cubicBezTo>
                  <a:pt x="765729" y="3236362"/>
                  <a:pt x="765729" y="3235681"/>
                  <a:pt x="765990" y="3235263"/>
                </a:cubicBezTo>
                <a:lnTo>
                  <a:pt x="772269" y="3224380"/>
                </a:lnTo>
                <a:cubicBezTo>
                  <a:pt x="772530" y="3223961"/>
                  <a:pt x="773159" y="3223595"/>
                  <a:pt x="773629" y="3223595"/>
                </a:cubicBezTo>
                <a:close/>
                <a:moveTo>
                  <a:pt x="690699" y="3223071"/>
                </a:moveTo>
                <a:lnTo>
                  <a:pt x="703832" y="3223071"/>
                </a:lnTo>
                <a:cubicBezTo>
                  <a:pt x="704355" y="3223071"/>
                  <a:pt x="704983" y="3223385"/>
                  <a:pt x="705244" y="3223856"/>
                </a:cubicBezTo>
                <a:lnTo>
                  <a:pt x="711785" y="3235210"/>
                </a:lnTo>
                <a:cubicBezTo>
                  <a:pt x="712046" y="3235681"/>
                  <a:pt x="712046" y="3236361"/>
                  <a:pt x="711785" y="3236832"/>
                </a:cubicBezTo>
                <a:lnTo>
                  <a:pt x="705244" y="3248185"/>
                </a:lnTo>
                <a:cubicBezTo>
                  <a:pt x="704983" y="3248604"/>
                  <a:pt x="704355" y="3248970"/>
                  <a:pt x="703832" y="3248970"/>
                </a:cubicBezTo>
                <a:lnTo>
                  <a:pt x="690699" y="3248970"/>
                </a:lnTo>
                <a:cubicBezTo>
                  <a:pt x="690176" y="3248970"/>
                  <a:pt x="689548" y="3248656"/>
                  <a:pt x="689286" y="3248185"/>
                </a:cubicBezTo>
                <a:lnTo>
                  <a:pt x="682746" y="3236832"/>
                </a:lnTo>
                <a:cubicBezTo>
                  <a:pt x="682485" y="3236361"/>
                  <a:pt x="682485" y="3235681"/>
                  <a:pt x="682746" y="3235210"/>
                </a:cubicBezTo>
                <a:lnTo>
                  <a:pt x="689286" y="3223856"/>
                </a:lnTo>
                <a:cubicBezTo>
                  <a:pt x="689548" y="3223437"/>
                  <a:pt x="690176" y="3223071"/>
                  <a:pt x="690699" y="3223071"/>
                </a:cubicBezTo>
                <a:close/>
                <a:moveTo>
                  <a:pt x="1020797" y="3222025"/>
                </a:moveTo>
                <a:lnTo>
                  <a:pt x="1034924" y="3222025"/>
                </a:lnTo>
                <a:cubicBezTo>
                  <a:pt x="1035499" y="3222025"/>
                  <a:pt x="1036180" y="3222444"/>
                  <a:pt x="1036441" y="3222915"/>
                </a:cubicBezTo>
                <a:lnTo>
                  <a:pt x="1043505" y="3235158"/>
                </a:lnTo>
                <a:cubicBezTo>
                  <a:pt x="1043766" y="3235629"/>
                  <a:pt x="1043766" y="3236413"/>
                  <a:pt x="1043505" y="3236885"/>
                </a:cubicBezTo>
                <a:lnTo>
                  <a:pt x="1036441" y="3249128"/>
                </a:lnTo>
                <a:cubicBezTo>
                  <a:pt x="1036180" y="3249651"/>
                  <a:pt x="1035499" y="3250017"/>
                  <a:pt x="1034924" y="3250017"/>
                </a:cubicBezTo>
                <a:lnTo>
                  <a:pt x="1020797" y="3250017"/>
                </a:lnTo>
                <a:cubicBezTo>
                  <a:pt x="1020222" y="3250017"/>
                  <a:pt x="1019541" y="3249599"/>
                  <a:pt x="1019280" y="3249128"/>
                </a:cubicBezTo>
                <a:lnTo>
                  <a:pt x="1012216" y="3236885"/>
                </a:lnTo>
                <a:cubicBezTo>
                  <a:pt x="1011955" y="3236413"/>
                  <a:pt x="1011955" y="3235629"/>
                  <a:pt x="1012216" y="3235158"/>
                </a:cubicBezTo>
                <a:lnTo>
                  <a:pt x="1019280" y="3222915"/>
                </a:lnTo>
                <a:cubicBezTo>
                  <a:pt x="1019541" y="3222391"/>
                  <a:pt x="1020222" y="3222025"/>
                  <a:pt x="1020797" y="3222025"/>
                </a:cubicBezTo>
                <a:close/>
                <a:moveTo>
                  <a:pt x="938076" y="3221868"/>
                </a:moveTo>
                <a:lnTo>
                  <a:pt x="952360" y="3221868"/>
                </a:lnTo>
                <a:cubicBezTo>
                  <a:pt x="952936" y="3221868"/>
                  <a:pt x="953616" y="3222287"/>
                  <a:pt x="953878" y="3222757"/>
                </a:cubicBezTo>
                <a:lnTo>
                  <a:pt x="960993" y="3235105"/>
                </a:lnTo>
                <a:cubicBezTo>
                  <a:pt x="961255" y="3235629"/>
                  <a:pt x="961255" y="3236413"/>
                  <a:pt x="960993" y="3236884"/>
                </a:cubicBezTo>
                <a:lnTo>
                  <a:pt x="953878" y="3249232"/>
                </a:lnTo>
                <a:cubicBezTo>
                  <a:pt x="953616" y="3249703"/>
                  <a:pt x="952936" y="3250122"/>
                  <a:pt x="952360" y="3250122"/>
                </a:cubicBezTo>
                <a:lnTo>
                  <a:pt x="938076" y="3250122"/>
                </a:lnTo>
                <a:cubicBezTo>
                  <a:pt x="937501" y="3250122"/>
                  <a:pt x="936821" y="3249703"/>
                  <a:pt x="936559" y="3249232"/>
                </a:cubicBezTo>
                <a:lnTo>
                  <a:pt x="929443" y="3236884"/>
                </a:lnTo>
                <a:cubicBezTo>
                  <a:pt x="929182" y="3236361"/>
                  <a:pt x="929182" y="3235576"/>
                  <a:pt x="929443" y="3235105"/>
                </a:cubicBezTo>
                <a:lnTo>
                  <a:pt x="936559" y="3222757"/>
                </a:lnTo>
                <a:cubicBezTo>
                  <a:pt x="936821" y="3222287"/>
                  <a:pt x="937501" y="3221868"/>
                  <a:pt x="938076" y="3221868"/>
                </a:cubicBezTo>
                <a:close/>
                <a:moveTo>
                  <a:pt x="2177840" y="3221816"/>
                </a:moveTo>
                <a:lnTo>
                  <a:pt x="2192228" y="3221816"/>
                </a:lnTo>
                <a:cubicBezTo>
                  <a:pt x="2192751" y="3221816"/>
                  <a:pt x="2193484" y="3222235"/>
                  <a:pt x="2193746" y="3222705"/>
                </a:cubicBezTo>
                <a:lnTo>
                  <a:pt x="2200914" y="3235158"/>
                </a:lnTo>
                <a:cubicBezTo>
                  <a:pt x="2201175" y="3235629"/>
                  <a:pt x="2201175" y="3236466"/>
                  <a:pt x="2200914" y="3236937"/>
                </a:cubicBezTo>
                <a:lnTo>
                  <a:pt x="2193746" y="3249390"/>
                </a:lnTo>
                <a:cubicBezTo>
                  <a:pt x="2193484" y="3249860"/>
                  <a:pt x="2192803" y="3250279"/>
                  <a:pt x="2192228" y="3250279"/>
                </a:cubicBezTo>
                <a:lnTo>
                  <a:pt x="2177840" y="3250279"/>
                </a:lnTo>
                <a:cubicBezTo>
                  <a:pt x="2177316" y="3250279"/>
                  <a:pt x="2176584" y="3249860"/>
                  <a:pt x="2176322" y="3249390"/>
                </a:cubicBezTo>
                <a:lnTo>
                  <a:pt x="2169154" y="3236937"/>
                </a:lnTo>
                <a:cubicBezTo>
                  <a:pt x="2168893" y="3236466"/>
                  <a:pt x="2168893" y="3235629"/>
                  <a:pt x="2169154" y="3235158"/>
                </a:cubicBezTo>
                <a:lnTo>
                  <a:pt x="2176322" y="3222705"/>
                </a:lnTo>
                <a:cubicBezTo>
                  <a:pt x="2176584" y="3222235"/>
                  <a:pt x="2177264" y="3221816"/>
                  <a:pt x="2177840" y="3221816"/>
                </a:cubicBezTo>
                <a:close/>
                <a:moveTo>
                  <a:pt x="854884" y="3220926"/>
                </a:moveTo>
                <a:lnTo>
                  <a:pt x="870162" y="3220926"/>
                </a:lnTo>
                <a:cubicBezTo>
                  <a:pt x="870738" y="3220926"/>
                  <a:pt x="871470" y="3221344"/>
                  <a:pt x="871784" y="3221868"/>
                </a:cubicBezTo>
                <a:lnTo>
                  <a:pt x="879423" y="3235105"/>
                </a:lnTo>
                <a:cubicBezTo>
                  <a:pt x="879737" y="3235628"/>
                  <a:pt x="879737" y="3236465"/>
                  <a:pt x="879423" y="3236989"/>
                </a:cubicBezTo>
                <a:lnTo>
                  <a:pt x="871784" y="3250226"/>
                </a:lnTo>
                <a:cubicBezTo>
                  <a:pt x="871523" y="3250749"/>
                  <a:pt x="870790" y="3251168"/>
                  <a:pt x="870162" y="3251168"/>
                </a:cubicBezTo>
                <a:lnTo>
                  <a:pt x="854884" y="3251168"/>
                </a:lnTo>
                <a:cubicBezTo>
                  <a:pt x="854309" y="3251168"/>
                  <a:pt x="853576" y="3250749"/>
                  <a:pt x="853263" y="3250226"/>
                </a:cubicBezTo>
                <a:lnTo>
                  <a:pt x="845623" y="3236989"/>
                </a:lnTo>
                <a:cubicBezTo>
                  <a:pt x="845310" y="3236465"/>
                  <a:pt x="845310" y="3235628"/>
                  <a:pt x="845623" y="3235105"/>
                </a:cubicBezTo>
                <a:lnTo>
                  <a:pt x="853263" y="3221868"/>
                </a:lnTo>
                <a:cubicBezTo>
                  <a:pt x="853524" y="3221344"/>
                  <a:pt x="854257" y="3220926"/>
                  <a:pt x="854884" y="3220926"/>
                </a:cubicBezTo>
                <a:close/>
                <a:moveTo>
                  <a:pt x="1102575" y="3220351"/>
                </a:moveTo>
                <a:lnTo>
                  <a:pt x="1118429" y="3220351"/>
                </a:lnTo>
                <a:cubicBezTo>
                  <a:pt x="1119057" y="3220351"/>
                  <a:pt x="1119789" y="3220822"/>
                  <a:pt x="1120103" y="3221345"/>
                </a:cubicBezTo>
                <a:lnTo>
                  <a:pt x="1128004" y="3235053"/>
                </a:lnTo>
                <a:cubicBezTo>
                  <a:pt x="1128318" y="3235576"/>
                  <a:pt x="1128318" y="3236466"/>
                  <a:pt x="1128004" y="3236989"/>
                </a:cubicBezTo>
                <a:lnTo>
                  <a:pt x="1120103" y="3250698"/>
                </a:lnTo>
                <a:cubicBezTo>
                  <a:pt x="1119789" y="3251273"/>
                  <a:pt x="1119057" y="3251692"/>
                  <a:pt x="1118429" y="3251692"/>
                </a:cubicBezTo>
                <a:lnTo>
                  <a:pt x="1102575" y="3251692"/>
                </a:lnTo>
                <a:cubicBezTo>
                  <a:pt x="1101948" y="3251692"/>
                  <a:pt x="1101215" y="3251221"/>
                  <a:pt x="1100901" y="3250698"/>
                </a:cubicBezTo>
                <a:lnTo>
                  <a:pt x="1093000" y="3236989"/>
                </a:lnTo>
                <a:cubicBezTo>
                  <a:pt x="1092687" y="3236466"/>
                  <a:pt x="1092687" y="3235576"/>
                  <a:pt x="1093000" y="3235053"/>
                </a:cubicBezTo>
                <a:lnTo>
                  <a:pt x="1100901" y="3221345"/>
                </a:lnTo>
                <a:cubicBezTo>
                  <a:pt x="1101215" y="3220769"/>
                  <a:pt x="1101948" y="3220351"/>
                  <a:pt x="1102575" y="3220351"/>
                </a:cubicBezTo>
                <a:close/>
                <a:moveTo>
                  <a:pt x="523949" y="3220351"/>
                </a:moveTo>
                <a:lnTo>
                  <a:pt x="539803" y="3220351"/>
                </a:lnTo>
                <a:cubicBezTo>
                  <a:pt x="540431" y="3220351"/>
                  <a:pt x="541163" y="3220822"/>
                  <a:pt x="541477" y="3221345"/>
                </a:cubicBezTo>
                <a:lnTo>
                  <a:pt x="549378" y="3235053"/>
                </a:lnTo>
                <a:cubicBezTo>
                  <a:pt x="549692" y="3235576"/>
                  <a:pt x="549692" y="3236466"/>
                  <a:pt x="549378" y="3236989"/>
                </a:cubicBezTo>
                <a:lnTo>
                  <a:pt x="541477" y="3250698"/>
                </a:lnTo>
                <a:cubicBezTo>
                  <a:pt x="541163" y="3251273"/>
                  <a:pt x="540431" y="3251692"/>
                  <a:pt x="539803" y="3251692"/>
                </a:cubicBezTo>
                <a:lnTo>
                  <a:pt x="523949" y="3251692"/>
                </a:lnTo>
                <a:cubicBezTo>
                  <a:pt x="523322" y="3251692"/>
                  <a:pt x="522589" y="3251221"/>
                  <a:pt x="522275" y="3250698"/>
                </a:cubicBezTo>
                <a:lnTo>
                  <a:pt x="514374" y="3236989"/>
                </a:lnTo>
                <a:cubicBezTo>
                  <a:pt x="514061" y="3236466"/>
                  <a:pt x="514061" y="3235576"/>
                  <a:pt x="514374" y="3235053"/>
                </a:cubicBezTo>
                <a:lnTo>
                  <a:pt x="522275" y="3221345"/>
                </a:lnTo>
                <a:cubicBezTo>
                  <a:pt x="522589" y="3220769"/>
                  <a:pt x="523322" y="3220351"/>
                  <a:pt x="523949" y="3220351"/>
                </a:cubicBezTo>
                <a:close/>
                <a:moveTo>
                  <a:pt x="2425007" y="3220089"/>
                </a:moveTo>
                <a:lnTo>
                  <a:pt x="2441070" y="3220089"/>
                </a:lnTo>
                <a:cubicBezTo>
                  <a:pt x="2441698" y="3220089"/>
                  <a:pt x="2442483" y="3220508"/>
                  <a:pt x="2442797" y="3221083"/>
                </a:cubicBezTo>
                <a:lnTo>
                  <a:pt x="2450855" y="3235001"/>
                </a:lnTo>
                <a:cubicBezTo>
                  <a:pt x="2451168" y="3235524"/>
                  <a:pt x="2451168" y="3236413"/>
                  <a:pt x="2450855" y="3236989"/>
                </a:cubicBezTo>
                <a:lnTo>
                  <a:pt x="2442797" y="3250907"/>
                </a:lnTo>
                <a:cubicBezTo>
                  <a:pt x="2442483" y="3251430"/>
                  <a:pt x="2441698" y="3251901"/>
                  <a:pt x="2441070" y="3251901"/>
                </a:cubicBezTo>
                <a:lnTo>
                  <a:pt x="2425007" y="3251901"/>
                </a:lnTo>
                <a:cubicBezTo>
                  <a:pt x="2424380" y="3251901"/>
                  <a:pt x="2423595" y="3251482"/>
                  <a:pt x="2423281" y="3250907"/>
                </a:cubicBezTo>
                <a:lnTo>
                  <a:pt x="2415223" y="3236989"/>
                </a:lnTo>
                <a:cubicBezTo>
                  <a:pt x="2414910" y="3236466"/>
                  <a:pt x="2414910" y="3235576"/>
                  <a:pt x="2415223" y="3235001"/>
                </a:cubicBezTo>
                <a:lnTo>
                  <a:pt x="2423281" y="3221083"/>
                </a:lnTo>
                <a:cubicBezTo>
                  <a:pt x="2423595" y="3220560"/>
                  <a:pt x="2424380" y="3220089"/>
                  <a:pt x="2425007" y="3220089"/>
                </a:cubicBezTo>
                <a:close/>
                <a:moveTo>
                  <a:pt x="2838245" y="3219984"/>
                </a:moveTo>
                <a:lnTo>
                  <a:pt x="2854413" y="3219984"/>
                </a:lnTo>
                <a:cubicBezTo>
                  <a:pt x="2855040" y="3219984"/>
                  <a:pt x="2855825" y="3220402"/>
                  <a:pt x="2856139" y="3220978"/>
                </a:cubicBezTo>
                <a:lnTo>
                  <a:pt x="2864248" y="3235000"/>
                </a:lnTo>
                <a:cubicBezTo>
                  <a:pt x="2864563" y="3235523"/>
                  <a:pt x="2864563" y="3236413"/>
                  <a:pt x="2864248" y="3236989"/>
                </a:cubicBezTo>
                <a:lnTo>
                  <a:pt x="2856139" y="3251011"/>
                </a:lnTo>
                <a:cubicBezTo>
                  <a:pt x="2855825" y="3251534"/>
                  <a:pt x="2855040" y="3252005"/>
                  <a:pt x="2854413" y="3252005"/>
                </a:cubicBezTo>
                <a:lnTo>
                  <a:pt x="2838245" y="3252005"/>
                </a:lnTo>
                <a:cubicBezTo>
                  <a:pt x="2837617" y="3252005"/>
                  <a:pt x="2836832" y="3251586"/>
                  <a:pt x="2836518" y="3251011"/>
                </a:cubicBezTo>
                <a:lnTo>
                  <a:pt x="2828408" y="3236989"/>
                </a:lnTo>
                <a:cubicBezTo>
                  <a:pt x="2828095" y="3236465"/>
                  <a:pt x="2828095" y="3235576"/>
                  <a:pt x="2828408" y="3235000"/>
                </a:cubicBezTo>
                <a:lnTo>
                  <a:pt x="2836518" y="3220978"/>
                </a:lnTo>
                <a:cubicBezTo>
                  <a:pt x="2836832" y="3220455"/>
                  <a:pt x="2837617" y="3219984"/>
                  <a:pt x="2838245" y="3219984"/>
                </a:cubicBezTo>
                <a:close/>
                <a:moveTo>
                  <a:pt x="2755262" y="3219409"/>
                </a:moveTo>
                <a:lnTo>
                  <a:pt x="2772057" y="3219409"/>
                </a:lnTo>
                <a:cubicBezTo>
                  <a:pt x="2772685" y="3219409"/>
                  <a:pt x="2773522" y="3219880"/>
                  <a:pt x="2773836" y="3220455"/>
                </a:cubicBezTo>
                <a:lnTo>
                  <a:pt x="2782208" y="3235001"/>
                </a:lnTo>
                <a:cubicBezTo>
                  <a:pt x="2782521" y="3235577"/>
                  <a:pt x="2782521" y="3236518"/>
                  <a:pt x="2782208" y="3237094"/>
                </a:cubicBezTo>
                <a:lnTo>
                  <a:pt x="2773836" y="3251639"/>
                </a:lnTo>
                <a:cubicBezTo>
                  <a:pt x="2773522" y="3252215"/>
                  <a:pt x="2772737" y="3252686"/>
                  <a:pt x="2772057" y="3252686"/>
                </a:cubicBezTo>
                <a:lnTo>
                  <a:pt x="2755262" y="3252686"/>
                </a:lnTo>
                <a:cubicBezTo>
                  <a:pt x="2754634" y="3252686"/>
                  <a:pt x="2753797" y="3252215"/>
                  <a:pt x="2753483" y="3251639"/>
                </a:cubicBezTo>
                <a:lnTo>
                  <a:pt x="2745112" y="3237094"/>
                </a:lnTo>
                <a:cubicBezTo>
                  <a:pt x="2744797" y="3236518"/>
                  <a:pt x="2744797" y="3235577"/>
                  <a:pt x="2745112" y="3235001"/>
                </a:cubicBezTo>
                <a:lnTo>
                  <a:pt x="2753483" y="3220455"/>
                </a:lnTo>
                <a:cubicBezTo>
                  <a:pt x="2753797" y="3219880"/>
                  <a:pt x="2754582" y="3219409"/>
                  <a:pt x="2755262" y="3219409"/>
                </a:cubicBezTo>
                <a:close/>
                <a:moveTo>
                  <a:pt x="2341764" y="3218990"/>
                </a:moveTo>
                <a:lnTo>
                  <a:pt x="2359030" y="3218990"/>
                </a:lnTo>
                <a:cubicBezTo>
                  <a:pt x="2359710" y="3218990"/>
                  <a:pt x="2360548" y="3219461"/>
                  <a:pt x="2360861" y="3220036"/>
                </a:cubicBezTo>
                <a:lnTo>
                  <a:pt x="2369494" y="3234948"/>
                </a:lnTo>
                <a:cubicBezTo>
                  <a:pt x="2369860" y="3235524"/>
                  <a:pt x="2369860" y="3236518"/>
                  <a:pt x="2369494" y="3237093"/>
                </a:cubicBezTo>
                <a:lnTo>
                  <a:pt x="2360861" y="3252005"/>
                </a:lnTo>
                <a:cubicBezTo>
                  <a:pt x="2360548" y="3252580"/>
                  <a:pt x="2359710" y="3253052"/>
                  <a:pt x="2359030" y="3253052"/>
                </a:cubicBezTo>
                <a:lnTo>
                  <a:pt x="2341764" y="3253052"/>
                </a:lnTo>
                <a:cubicBezTo>
                  <a:pt x="2341083" y="3253052"/>
                  <a:pt x="2340299" y="3252580"/>
                  <a:pt x="2339932" y="3252005"/>
                </a:cubicBezTo>
                <a:lnTo>
                  <a:pt x="2331299" y="3237093"/>
                </a:lnTo>
                <a:cubicBezTo>
                  <a:pt x="2330986" y="3236518"/>
                  <a:pt x="2330986" y="3235524"/>
                  <a:pt x="2331299" y="3234948"/>
                </a:cubicBezTo>
                <a:lnTo>
                  <a:pt x="2339932" y="3220036"/>
                </a:lnTo>
                <a:cubicBezTo>
                  <a:pt x="2340247" y="3219461"/>
                  <a:pt x="2341083" y="3218990"/>
                  <a:pt x="2341764" y="3218990"/>
                </a:cubicBezTo>
                <a:close/>
                <a:moveTo>
                  <a:pt x="2259095" y="3218990"/>
                </a:moveTo>
                <a:lnTo>
                  <a:pt x="2276361" y="3218990"/>
                </a:lnTo>
                <a:cubicBezTo>
                  <a:pt x="2277041" y="3218990"/>
                  <a:pt x="2277826" y="3219461"/>
                  <a:pt x="2278193" y="3220036"/>
                </a:cubicBezTo>
                <a:lnTo>
                  <a:pt x="2286825" y="3234948"/>
                </a:lnTo>
                <a:cubicBezTo>
                  <a:pt x="2287192" y="3235524"/>
                  <a:pt x="2287192" y="3236518"/>
                  <a:pt x="2286825" y="3237093"/>
                </a:cubicBezTo>
                <a:lnTo>
                  <a:pt x="2278193" y="3252005"/>
                </a:lnTo>
                <a:cubicBezTo>
                  <a:pt x="2277879" y="3252580"/>
                  <a:pt x="2277041" y="3253052"/>
                  <a:pt x="2276361" y="3253052"/>
                </a:cubicBezTo>
                <a:lnTo>
                  <a:pt x="2259095" y="3253052"/>
                </a:lnTo>
                <a:cubicBezTo>
                  <a:pt x="2258415" y="3253052"/>
                  <a:pt x="2257578" y="3252580"/>
                  <a:pt x="2257264" y="3252005"/>
                </a:cubicBezTo>
                <a:lnTo>
                  <a:pt x="2248631" y="3237093"/>
                </a:lnTo>
                <a:cubicBezTo>
                  <a:pt x="2248264" y="3236518"/>
                  <a:pt x="2248264" y="3235524"/>
                  <a:pt x="2248631" y="3234948"/>
                </a:cubicBezTo>
                <a:lnTo>
                  <a:pt x="2257264" y="3220036"/>
                </a:lnTo>
                <a:cubicBezTo>
                  <a:pt x="2257578" y="3219461"/>
                  <a:pt x="2258415" y="3218990"/>
                  <a:pt x="2259095" y="3218990"/>
                </a:cubicBezTo>
                <a:close/>
                <a:moveTo>
                  <a:pt x="2507048" y="3218938"/>
                </a:moveTo>
                <a:lnTo>
                  <a:pt x="2524366" y="3218938"/>
                </a:lnTo>
                <a:cubicBezTo>
                  <a:pt x="2525047" y="3218938"/>
                  <a:pt x="2525832" y="3219409"/>
                  <a:pt x="2526198" y="3219984"/>
                </a:cubicBezTo>
                <a:lnTo>
                  <a:pt x="2534831" y="3234948"/>
                </a:lnTo>
                <a:cubicBezTo>
                  <a:pt x="2535197" y="3235524"/>
                  <a:pt x="2535197" y="3236518"/>
                  <a:pt x="2534831" y="3237093"/>
                </a:cubicBezTo>
                <a:lnTo>
                  <a:pt x="2526198" y="3252058"/>
                </a:lnTo>
                <a:cubicBezTo>
                  <a:pt x="2525884" y="3252633"/>
                  <a:pt x="2525047" y="3253104"/>
                  <a:pt x="2524366" y="3253104"/>
                </a:cubicBezTo>
                <a:lnTo>
                  <a:pt x="2507048" y="3253104"/>
                </a:lnTo>
                <a:cubicBezTo>
                  <a:pt x="2506368" y="3253104"/>
                  <a:pt x="2505583" y="3252633"/>
                  <a:pt x="2505217" y="3252058"/>
                </a:cubicBezTo>
                <a:lnTo>
                  <a:pt x="2496584" y="3237093"/>
                </a:lnTo>
                <a:cubicBezTo>
                  <a:pt x="2496217" y="3236518"/>
                  <a:pt x="2496217" y="3235524"/>
                  <a:pt x="2496584" y="3234948"/>
                </a:cubicBezTo>
                <a:lnTo>
                  <a:pt x="2505217" y="3219984"/>
                </a:lnTo>
                <a:cubicBezTo>
                  <a:pt x="2505531" y="3219409"/>
                  <a:pt x="2506368" y="3218938"/>
                  <a:pt x="2507048" y="3218938"/>
                </a:cubicBezTo>
                <a:close/>
                <a:moveTo>
                  <a:pt x="2010776" y="3218258"/>
                </a:moveTo>
                <a:lnTo>
                  <a:pt x="2028722" y="3218258"/>
                </a:lnTo>
                <a:cubicBezTo>
                  <a:pt x="2029455" y="3218258"/>
                  <a:pt x="2030292" y="3218729"/>
                  <a:pt x="2030658" y="3219357"/>
                </a:cubicBezTo>
                <a:lnTo>
                  <a:pt x="2039657" y="3234896"/>
                </a:lnTo>
                <a:cubicBezTo>
                  <a:pt x="2040024" y="3235472"/>
                  <a:pt x="2040024" y="3236466"/>
                  <a:pt x="2039657" y="3237094"/>
                </a:cubicBezTo>
                <a:lnTo>
                  <a:pt x="2030658" y="3252633"/>
                </a:lnTo>
                <a:cubicBezTo>
                  <a:pt x="2030292" y="3253261"/>
                  <a:pt x="2029455" y="3253732"/>
                  <a:pt x="2028722" y="3253732"/>
                </a:cubicBezTo>
                <a:lnTo>
                  <a:pt x="2010776" y="3253732"/>
                </a:lnTo>
                <a:cubicBezTo>
                  <a:pt x="2010044" y="3253732"/>
                  <a:pt x="2009206" y="3253261"/>
                  <a:pt x="2008840" y="3252633"/>
                </a:cubicBezTo>
                <a:lnTo>
                  <a:pt x="1999840" y="3237094"/>
                </a:lnTo>
                <a:cubicBezTo>
                  <a:pt x="1999475" y="3236518"/>
                  <a:pt x="1999475" y="3235524"/>
                  <a:pt x="1999840" y="3234896"/>
                </a:cubicBezTo>
                <a:lnTo>
                  <a:pt x="2008840" y="3219357"/>
                </a:lnTo>
                <a:cubicBezTo>
                  <a:pt x="2009206" y="3218781"/>
                  <a:pt x="2010044" y="3218258"/>
                  <a:pt x="2010776" y="3218258"/>
                </a:cubicBezTo>
                <a:close/>
                <a:moveTo>
                  <a:pt x="1679894" y="3217735"/>
                </a:moveTo>
                <a:lnTo>
                  <a:pt x="1698363" y="3217735"/>
                </a:lnTo>
                <a:cubicBezTo>
                  <a:pt x="1699096" y="3217735"/>
                  <a:pt x="1699985" y="3218258"/>
                  <a:pt x="1700351" y="3218886"/>
                </a:cubicBezTo>
                <a:lnTo>
                  <a:pt x="1709560" y="3234844"/>
                </a:lnTo>
                <a:cubicBezTo>
                  <a:pt x="1709926" y="3235472"/>
                  <a:pt x="1709926" y="3236518"/>
                  <a:pt x="1709560" y="3237146"/>
                </a:cubicBezTo>
                <a:lnTo>
                  <a:pt x="1700351" y="3253104"/>
                </a:lnTo>
                <a:cubicBezTo>
                  <a:pt x="1699985" y="3253732"/>
                  <a:pt x="1699096" y="3254255"/>
                  <a:pt x="1698363" y="3254255"/>
                </a:cubicBezTo>
                <a:lnTo>
                  <a:pt x="1679894" y="3254255"/>
                </a:lnTo>
                <a:cubicBezTo>
                  <a:pt x="1679161" y="3254255"/>
                  <a:pt x="1678272" y="3253732"/>
                  <a:pt x="1677905" y="3253104"/>
                </a:cubicBezTo>
                <a:lnTo>
                  <a:pt x="1668697" y="3237146"/>
                </a:lnTo>
                <a:cubicBezTo>
                  <a:pt x="1668330" y="3236518"/>
                  <a:pt x="1668330" y="3235472"/>
                  <a:pt x="1668697" y="3234844"/>
                </a:cubicBezTo>
                <a:lnTo>
                  <a:pt x="1677905" y="3218886"/>
                </a:lnTo>
                <a:cubicBezTo>
                  <a:pt x="1678272" y="3218258"/>
                  <a:pt x="1679161" y="3217735"/>
                  <a:pt x="1679894" y="3217735"/>
                </a:cubicBezTo>
                <a:close/>
                <a:moveTo>
                  <a:pt x="1597226" y="3217735"/>
                </a:moveTo>
                <a:lnTo>
                  <a:pt x="1615695" y="3217735"/>
                </a:lnTo>
                <a:cubicBezTo>
                  <a:pt x="1616428" y="3217735"/>
                  <a:pt x="1617317" y="3218258"/>
                  <a:pt x="1617683" y="3218886"/>
                </a:cubicBezTo>
                <a:lnTo>
                  <a:pt x="1626892" y="3234844"/>
                </a:lnTo>
                <a:cubicBezTo>
                  <a:pt x="1627258" y="3235472"/>
                  <a:pt x="1627258" y="3236518"/>
                  <a:pt x="1626892" y="3237146"/>
                </a:cubicBezTo>
                <a:lnTo>
                  <a:pt x="1617683" y="3253104"/>
                </a:lnTo>
                <a:cubicBezTo>
                  <a:pt x="1617317" y="3253732"/>
                  <a:pt x="1616428" y="3254255"/>
                  <a:pt x="1615695" y="3254255"/>
                </a:cubicBezTo>
                <a:lnTo>
                  <a:pt x="1597226" y="3254255"/>
                </a:lnTo>
                <a:cubicBezTo>
                  <a:pt x="1596493" y="3254255"/>
                  <a:pt x="1595603" y="3253732"/>
                  <a:pt x="1595237" y="3253104"/>
                </a:cubicBezTo>
                <a:lnTo>
                  <a:pt x="1586029" y="3237146"/>
                </a:lnTo>
                <a:cubicBezTo>
                  <a:pt x="1585662" y="3236518"/>
                  <a:pt x="1585662" y="3235472"/>
                  <a:pt x="1586029" y="3234844"/>
                </a:cubicBezTo>
                <a:lnTo>
                  <a:pt x="1595237" y="3218886"/>
                </a:lnTo>
                <a:cubicBezTo>
                  <a:pt x="1595603" y="3218258"/>
                  <a:pt x="1596493" y="3217735"/>
                  <a:pt x="1597226" y="3217735"/>
                </a:cubicBezTo>
                <a:close/>
                <a:moveTo>
                  <a:pt x="1514452" y="3217578"/>
                </a:moveTo>
                <a:lnTo>
                  <a:pt x="1533131" y="3217578"/>
                </a:lnTo>
                <a:cubicBezTo>
                  <a:pt x="1533864" y="3217578"/>
                  <a:pt x="1534753" y="3218101"/>
                  <a:pt x="1535119" y="3218729"/>
                </a:cubicBezTo>
                <a:lnTo>
                  <a:pt x="1544433" y="3234896"/>
                </a:lnTo>
                <a:cubicBezTo>
                  <a:pt x="1544799" y="3235524"/>
                  <a:pt x="1544799" y="3236571"/>
                  <a:pt x="1544433" y="3237199"/>
                </a:cubicBezTo>
                <a:lnTo>
                  <a:pt x="1535119" y="3253366"/>
                </a:lnTo>
                <a:cubicBezTo>
                  <a:pt x="1534753" y="3253994"/>
                  <a:pt x="1533864" y="3254517"/>
                  <a:pt x="1533131" y="3254517"/>
                </a:cubicBezTo>
                <a:lnTo>
                  <a:pt x="1514452" y="3254517"/>
                </a:lnTo>
                <a:cubicBezTo>
                  <a:pt x="1513720" y="3254517"/>
                  <a:pt x="1512830" y="3253994"/>
                  <a:pt x="1512464" y="3253366"/>
                </a:cubicBezTo>
                <a:lnTo>
                  <a:pt x="1503151" y="3237199"/>
                </a:lnTo>
                <a:cubicBezTo>
                  <a:pt x="1502784" y="3236571"/>
                  <a:pt x="1502784" y="3235524"/>
                  <a:pt x="1503151" y="3234896"/>
                </a:cubicBezTo>
                <a:lnTo>
                  <a:pt x="1512464" y="3218729"/>
                </a:lnTo>
                <a:cubicBezTo>
                  <a:pt x="1512830" y="3218101"/>
                  <a:pt x="1513720" y="3217578"/>
                  <a:pt x="1514452" y="3217578"/>
                </a:cubicBezTo>
                <a:close/>
                <a:moveTo>
                  <a:pt x="2671652" y="3217420"/>
                </a:moveTo>
                <a:lnTo>
                  <a:pt x="2690436" y="3217420"/>
                </a:lnTo>
                <a:cubicBezTo>
                  <a:pt x="2691221" y="3217420"/>
                  <a:pt x="2692110" y="3217943"/>
                  <a:pt x="2692476" y="3218571"/>
                </a:cubicBezTo>
                <a:lnTo>
                  <a:pt x="2701894" y="3234843"/>
                </a:lnTo>
                <a:cubicBezTo>
                  <a:pt x="2702260" y="3235471"/>
                  <a:pt x="2702260" y="3236518"/>
                  <a:pt x="2701894" y="3237145"/>
                </a:cubicBezTo>
                <a:lnTo>
                  <a:pt x="2692476" y="3253417"/>
                </a:lnTo>
                <a:cubicBezTo>
                  <a:pt x="2692058" y="3254045"/>
                  <a:pt x="2691168" y="3254569"/>
                  <a:pt x="2690436" y="3254569"/>
                </a:cubicBezTo>
                <a:lnTo>
                  <a:pt x="2671652" y="3254569"/>
                </a:lnTo>
                <a:cubicBezTo>
                  <a:pt x="2670867" y="3254569"/>
                  <a:pt x="2669978" y="3254045"/>
                  <a:pt x="2669612" y="3253417"/>
                </a:cubicBezTo>
                <a:lnTo>
                  <a:pt x="2660193" y="3237145"/>
                </a:lnTo>
                <a:cubicBezTo>
                  <a:pt x="2659828" y="3236518"/>
                  <a:pt x="2659828" y="3235471"/>
                  <a:pt x="2660193" y="3234843"/>
                </a:cubicBezTo>
                <a:lnTo>
                  <a:pt x="2669612" y="3218571"/>
                </a:lnTo>
                <a:cubicBezTo>
                  <a:pt x="2670030" y="3217943"/>
                  <a:pt x="2670920" y="3217420"/>
                  <a:pt x="2671652" y="3217420"/>
                </a:cubicBezTo>
                <a:close/>
                <a:moveTo>
                  <a:pt x="1845021" y="3217368"/>
                </a:moveTo>
                <a:lnTo>
                  <a:pt x="1863857" y="3217368"/>
                </a:lnTo>
                <a:cubicBezTo>
                  <a:pt x="1864642" y="3217368"/>
                  <a:pt x="1865531" y="3217891"/>
                  <a:pt x="1865898" y="3218519"/>
                </a:cubicBezTo>
                <a:lnTo>
                  <a:pt x="1875315" y="3234843"/>
                </a:lnTo>
                <a:cubicBezTo>
                  <a:pt x="1875682" y="3235523"/>
                  <a:pt x="1875682" y="3236570"/>
                  <a:pt x="1875315" y="3237198"/>
                </a:cubicBezTo>
                <a:lnTo>
                  <a:pt x="1865898" y="3253522"/>
                </a:lnTo>
                <a:cubicBezTo>
                  <a:pt x="1865531" y="3254150"/>
                  <a:pt x="1864589" y="3254673"/>
                  <a:pt x="1863857" y="3254673"/>
                </a:cubicBezTo>
                <a:lnTo>
                  <a:pt x="1845021" y="3254673"/>
                </a:lnTo>
                <a:cubicBezTo>
                  <a:pt x="1844236" y="3254673"/>
                  <a:pt x="1843347" y="3254150"/>
                  <a:pt x="1842981" y="3253522"/>
                </a:cubicBezTo>
                <a:lnTo>
                  <a:pt x="1833563" y="3237198"/>
                </a:lnTo>
                <a:cubicBezTo>
                  <a:pt x="1833196" y="3236518"/>
                  <a:pt x="1833196" y="3235471"/>
                  <a:pt x="1833563" y="3234843"/>
                </a:cubicBezTo>
                <a:lnTo>
                  <a:pt x="1842981" y="3218519"/>
                </a:lnTo>
                <a:cubicBezTo>
                  <a:pt x="1843347" y="3217891"/>
                  <a:pt x="1844289" y="3217368"/>
                  <a:pt x="1845021" y="3217368"/>
                </a:cubicBezTo>
                <a:close/>
                <a:moveTo>
                  <a:pt x="1183622" y="3217106"/>
                </a:moveTo>
                <a:lnTo>
                  <a:pt x="1202720" y="3217106"/>
                </a:lnTo>
                <a:cubicBezTo>
                  <a:pt x="1203452" y="3217106"/>
                  <a:pt x="1204394" y="3217682"/>
                  <a:pt x="1204760" y="3218310"/>
                </a:cubicBezTo>
                <a:lnTo>
                  <a:pt x="1214335" y="3234843"/>
                </a:lnTo>
                <a:cubicBezTo>
                  <a:pt x="1214701" y="3235471"/>
                  <a:pt x="1214701" y="3236570"/>
                  <a:pt x="1214335" y="3237198"/>
                </a:cubicBezTo>
                <a:lnTo>
                  <a:pt x="1204760" y="3253731"/>
                </a:lnTo>
                <a:cubicBezTo>
                  <a:pt x="1204394" y="3254411"/>
                  <a:pt x="1203452" y="3254935"/>
                  <a:pt x="1202720" y="3254935"/>
                </a:cubicBezTo>
                <a:lnTo>
                  <a:pt x="1183622" y="3254935"/>
                </a:lnTo>
                <a:cubicBezTo>
                  <a:pt x="1182890" y="3254935"/>
                  <a:pt x="1181948" y="3254359"/>
                  <a:pt x="1181582" y="3253731"/>
                </a:cubicBezTo>
                <a:lnTo>
                  <a:pt x="1172007" y="3237198"/>
                </a:lnTo>
                <a:cubicBezTo>
                  <a:pt x="1171640" y="3236570"/>
                  <a:pt x="1171640" y="3235471"/>
                  <a:pt x="1172007" y="3234843"/>
                </a:cubicBezTo>
                <a:lnTo>
                  <a:pt x="1181582" y="3218310"/>
                </a:lnTo>
                <a:cubicBezTo>
                  <a:pt x="1181948" y="3217629"/>
                  <a:pt x="1182890" y="3217106"/>
                  <a:pt x="1183622" y="3217106"/>
                </a:cubicBezTo>
                <a:close/>
                <a:moveTo>
                  <a:pt x="2588617" y="3216740"/>
                </a:moveTo>
                <a:lnTo>
                  <a:pt x="2608081" y="3216740"/>
                </a:lnTo>
                <a:cubicBezTo>
                  <a:pt x="2608866" y="3216740"/>
                  <a:pt x="2609808" y="3217263"/>
                  <a:pt x="2610174" y="3217943"/>
                </a:cubicBezTo>
                <a:lnTo>
                  <a:pt x="2619906" y="3234791"/>
                </a:lnTo>
                <a:cubicBezTo>
                  <a:pt x="2620272" y="3235471"/>
                  <a:pt x="2620272" y="3236517"/>
                  <a:pt x="2619906" y="3237198"/>
                </a:cubicBezTo>
                <a:lnTo>
                  <a:pt x="2610174" y="3254045"/>
                </a:lnTo>
                <a:cubicBezTo>
                  <a:pt x="2609808" y="3254725"/>
                  <a:pt x="2608866" y="3255249"/>
                  <a:pt x="2608081" y="3255249"/>
                </a:cubicBezTo>
                <a:lnTo>
                  <a:pt x="2588617" y="3255249"/>
                </a:lnTo>
                <a:cubicBezTo>
                  <a:pt x="2587832" y="3255249"/>
                  <a:pt x="2586891" y="3254725"/>
                  <a:pt x="2586524" y="3254045"/>
                </a:cubicBezTo>
                <a:lnTo>
                  <a:pt x="2576792" y="3237198"/>
                </a:lnTo>
                <a:cubicBezTo>
                  <a:pt x="2576427" y="3236517"/>
                  <a:pt x="2576427" y="3235471"/>
                  <a:pt x="2576792" y="3234791"/>
                </a:cubicBezTo>
                <a:lnTo>
                  <a:pt x="2586524" y="3217943"/>
                </a:lnTo>
                <a:cubicBezTo>
                  <a:pt x="2586891" y="3217263"/>
                  <a:pt x="2587832" y="3216740"/>
                  <a:pt x="2588617" y="3216740"/>
                </a:cubicBezTo>
                <a:close/>
                <a:moveTo>
                  <a:pt x="1761672" y="3216060"/>
                </a:moveTo>
                <a:lnTo>
                  <a:pt x="1781816" y="3216060"/>
                </a:lnTo>
                <a:cubicBezTo>
                  <a:pt x="1782601" y="3216060"/>
                  <a:pt x="1783543" y="3216635"/>
                  <a:pt x="1783961" y="3217316"/>
                </a:cubicBezTo>
                <a:lnTo>
                  <a:pt x="1794060" y="3234791"/>
                </a:lnTo>
                <a:cubicBezTo>
                  <a:pt x="1794478" y="3235471"/>
                  <a:pt x="1794478" y="3236622"/>
                  <a:pt x="1794060" y="3237303"/>
                </a:cubicBezTo>
                <a:lnTo>
                  <a:pt x="1783961" y="3254778"/>
                </a:lnTo>
                <a:cubicBezTo>
                  <a:pt x="1783595" y="3255458"/>
                  <a:pt x="1782601" y="3256034"/>
                  <a:pt x="1781816" y="3256034"/>
                </a:cubicBezTo>
                <a:lnTo>
                  <a:pt x="1761672" y="3256034"/>
                </a:lnTo>
                <a:cubicBezTo>
                  <a:pt x="1760887" y="3256034"/>
                  <a:pt x="1759946" y="3255458"/>
                  <a:pt x="1759527" y="3254778"/>
                </a:cubicBezTo>
                <a:lnTo>
                  <a:pt x="1749429" y="3237303"/>
                </a:lnTo>
                <a:cubicBezTo>
                  <a:pt x="1749010" y="3236622"/>
                  <a:pt x="1749010" y="3235471"/>
                  <a:pt x="1749429" y="3234791"/>
                </a:cubicBezTo>
                <a:lnTo>
                  <a:pt x="1759527" y="3217316"/>
                </a:lnTo>
                <a:cubicBezTo>
                  <a:pt x="1759893" y="3216635"/>
                  <a:pt x="1760887" y="3216060"/>
                  <a:pt x="1761672" y="3216060"/>
                </a:cubicBezTo>
                <a:close/>
                <a:moveTo>
                  <a:pt x="1265715" y="3216008"/>
                </a:moveTo>
                <a:lnTo>
                  <a:pt x="1285912" y="3216008"/>
                </a:lnTo>
                <a:cubicBezTo>
                  <a:pt x="1286696" y="3216008"/>
                  <a:pt x="1287638" y="3216583"/>
                  <a:pt x="1288057" y="3217264"/>
                </a:cubicBezTo>
                <a:lnTo>
                  <a:pt x="1298155" y="3234791"/>
                </a:lnTo>
                <a:cubicBezTo>
                  <a:pt x="1298573" y="3235472"/>
                  <a:pt x="1298573" y="3236623"/>
                  <a:pt x="1298155" y="3237303"/>
                </a:cubicBezTo>
                <a:lnTo>
                  <a:pt x="1288057" y="3254831"/>
                </a:lnTo>
                <a:cubicBezTo>
                  <a:pt x="1287690" y="3255511"/>
                  <a:pt x="1286696" y="3256086"/>
                  <a:pt x="1285912" y="3256086"/>
                </a:cubicBezTo>
                <a:lnTo>
                  <a:pt x="1265715" y="3256086"/>
                </a:lnTo>
                <a:cubicBezTo>
                  <a:pt x="1264930" y="3256086"/>
                  <a:pt x="1263989" y="3255511"/>
                  <a:pt x="1263570" y="3254831"/>
                </a:cubicBezTo>
                <a:lnTo>
                  <a:pt x="1253472" y="3237303"/>
                </a:lnTo>
                <a:cubicBezTo>
                  <a:pt x="1253053" y="3236623"/>
                  <a:pt x="1253053" y="3235472"/>
                  <a:pt x="1253472" y="3234791"/>
                </a:cubicBezTo>
                <a:lnTo>
                  <a:pt x="1263570" y="3217264"/>
                </a:lnTo>
                <a:cubicBezTo>
                  <a:pt x="1263936" y="3216583"/>
                  <a:pt x="1264930" y="3216008"/>
                  <a:pt x="1265715" y="3216008"/>
                </a:cubicBezTo>
                <a:close/>
                <a:moveTo>
                  <a:pt x="1926748" y="3215642"/>
                </a:moveTo>
                <a:lnTo>
                  <a:pt x="1947363" y="3215642"/>
                </a:lnTo>
                <a:cubicBezTo>
                  <a:pt x="1948147" y="3215642"/>
                  <a:pt x="1949142" y="3216217"/>
                  <a:pt x="1949560" y="3216898"/>
                </a:cubicBezTo>
                <a:lnTo>
                  <a:pt x="1959868" y="3234740"/>
                </a:lnTo>
                <a:cubicBezTo>
                  <a:pt x="1960286" y="3235472"/>
                  <a:pt x="1960286" y="3236623"/>
                  <a:pt x="1959868" y="3237303"/>
                </a:cubicBezTo>
                <a:lnTo>
                  <a:pt x="1949560" y="3255145"/>
                </a:lnTo>
                <a:cubicBezTo>
                  <a:pt x="1949142" y="3255825"/>
                  <a:pt x="1948200" y="3256401"/>
                  <a:pt x="1947363" y="3256401"/>
                </a:cubicBezTo>
                <a:lnTo>
                  <a:pt x="1926748" y="3256401"/>
                </a:lnTo>
                <a:cubicBezTo>
                  <a:pt x="1925963" y="3256401"/>
                  <a:pt x="1924969" y="3255825"/>
                  <a:pt x="1924551" y="3255145"/>
                </a:cubicBezTo>
                <a:lnTo>
                  <a:pt x="1914243" y="3237303"/>
                </a:lnTo>
                <a:cubicBezTo>
                  <a:pt x="1913824" y="3236571"/>
                  <a:pt x="1913824" y="3235419"/>
                  <a:pt x="1914243" y="3234740"/>
                </a:cubicBezTo>
                <a:lnTo>
                  <a:pt x="1924551" y="3216898"/>
                </a:lnTo>
                <a:cubicBezTo>
                  <a:pt x="1924969" y="3216217"/>
                  <a:pt x="1925911" y="3215642"/>
                  <a:pt x="1926748" y="3215642"/>
                </a:cubicBezTo>
                <a:close/>
                <a:moveTo>
                  <a:pt x="2092032" y="3215380"/>
                </a:moveTo>
                <a:lnTo>
                  <a:pt x="2112856" y="3215380"/>
                </a:lnTo>
                <a:cubicBezTo>
                  <a:pt x="2113693" y="3215380"/>
                  <a:pt x="2114687" y="3215955"/>
                  <a:pt x="2115106" y="3216688"/>
                </a:cubicBezTo>
                <a:lnTo>
                  <a:pt x="2125518" y="3234739"/>
                </a:lnTo>
                <a:cubicBezTo>
                  <a:pt x="2125936" y="3235419"/>
                  <a:pt x="2125936" y="3236570"/>
                  <a:pt x="2125518" y="3237303"/>
                </a:cubicBezTo>
                <a:lnTo>
                  <a:pt x="2115106" y="3255354"/>
                </a:lnTo>
                <a:cubicBezTo>
                  <a:pt x="2114687" y="3256086"/>
                  <a:pt x="2113693" y="3256662"/>
                  <a:pt x="2112856" y="3256662"/>
                </a:cubicBezTo>
                <a:lnTo>
                  <a:pt x="2092032" y="3256662"/>
                </a:lnTo>
                <a:cubicBezTo>
                  <a:pt x="2091194" y="3256662"/>
                  <a:pt x="2090201" y="3256086"/>
                  <a:pt x="2089782" y="3255354"/>
                </a:cubicBezTo>
                <a:lnTo>
                  <a:pt x="2079370" y="3237303"/>
                </a:lnTo>
                <a:cubicBezTo>
                  <a:pt x="2078951" y="3236623"/>
                  <a:pt x="2078951" y="3235471"/>
                  <a:pt x="2079370" y="3234739"/>
                </a:cubicBezTo>
                <a:lnTo>
                  <a:pt x="2089782" y="3216688"/>
                </a:lnTo>
                <a:cubicBezTo>
                  <a:pt x="2090201" y="3215955"/>
                  <a:pt x="2091194" y="3215380"/>
                  <a:pt x="2092032" y="3215380"/>
                </a:cubicBezTo>
                <a:close/>
                <a:moveTo>
                  <a:pt x="1430110" y="3214229"/>
                </a:moveTo>
                <a:lnTo>
                  <a:pt x="1452138" y="3214229"/>
                </a:lnTo>
                <a:cubicBezTo>
                  <a:pt x="1452975" y="3214229"/>
                  <a:pt x="1454073" y="3214857"/>
                  <a:pt x="1454492" y="3215589"/>
                </a:cubicBezTo>
                <a:lnTo>
                  <a:pt x="1465532" y="3234687"/>
                </a:lnTo>
                <a:cubicBezTo>
                  <a:pt x="1465951" y="3235419"/>
                  <a:pt x="1465951" y="3236675"/>
                  <a:pt x="1465532" y="3237407"/>
                </a:cubicBezTo>
                <a:lnTo>
                  <a:pt x="1454492" y="3256505"/>
                </a:lnTo>
                <a:cubicBezTo>
                  <a:pt x="1454073" y="3257238"/>
                  <a:pt x="1453027" y="3257865"/>
                  <a:pt x="1452138" y="3257865"/>
                </a:cubicBezTo>
                <a:lnTo>
                  <a:pt x="1430110" y="3257865"/>
                </a:lnTo>
                <a:cubicBezTo>
                  <a:pt x="1429273" y="3257865"/>
                  <a:pt x="1428174" y="3257238"/>
                  <a:pt x="1427756" y="3256505"/>
                </a:cubicBezTo>
                <a:lnTo>
                  <a:pt x="1416716" y="3237407"/>
                </a:lnTo>
                <a:cubicBezTo>
                  <a:pt x="1416297" y="3236675"/>
                  <a:pt x="1416297" y="3235419"/>
                  <a:pt x="1416716" y="3234687"/>
                </a:cubicBezTo>
                <a:lnTo>
                  <a:pt x="1427756" y="3215589"/>
                </a:lnTo>
                <a:cubicBezTo>
                  <a:pt x="1428174" y="3214857"/>
                  <a:pt x="1429221" y="3214229"/>
                  <a:pt x="1430110" y="3214229"/>
                </a:cubicBezTo>
                <a:close/>
                <a:moveTo>
                  <a:pt x="1346866" y="3213078"/>
                </a:moveTo>
                <a:lnTo>
                  <a:pt x="1370044" y="3213078"/>
                </a:lnTo>
                <a:cubicBezTo>
                  <a:pt x="1370934" y="3213078"/>
                  <a:pt x="1372032" y="3213706"/>
                  <a:pt x="1372503" y="3214490"/>
                </a:cubicBezTo>
                <a:lnTo>
                  <a:pt x="1384119" y="3234582"/>
                </a:lnTo>
                <a:cubicBezTo>
                  <a:pt x="1384590" y="3235367"/>
                  <a:pt x="1384590" y="3236675"/>
                  <a:pt x="1384119" y="3237460"/>
                </a:cubicBezTo>
                <a:lnTo>
                  <a:pt x="1372503" y="3257551"/>
                </a:lnTo>
                <a:cubicBezTo>
                  <a:pt x="1372085" y="3258336"/>
                  <a:pt x="1370934" y="3258964"/>
                  <a:pt x="1370044" y="3258964"/>
                </a:cubicBezTo>
                <a:lnTo>
                  <a:pt x="1346866" y="3258964"/>
                </a:lnTo>
                <a:cubicBezTo>
                  <a:pt x="1345976" y="3258964"/>
                  <a:pt x="1344877" y="3258336"/>
                  <a:pt x="1344407" y="3257551"/>
                </a:cubicBezTo>
                <a:lnTo>
                  <a:pt x="1332791" y="3237460"/>
                </a:lnTo>
                <a:cubicBezTo>
                  <a:pt x="1332320" y="3236675"/>
                  <a:pt x="1332320" y="3235367"/>
                  <a:pt x="1332791" y="3234582"/>
                </a:cubicBezTo>
                <a:lnTo>
                  <a:pt x="1344407" y="3214490"/>
                </a:lnTo>
                <a:cubicBezTo>
                  <a:pt x="1344825" y="3213706"/>
                  <a:pt x="1345976" y="3213078"/>
                  <a:pt x="1346866" y="3213078"/>
                </a:cubicBezTo>
                <a:close/>
                <a:moveTo>
                  <a:pt x="352648" y="3208474"/>
                </a:moveTo>
                <a:lnTo>
                  <a:pt x="380483" y="3208474"/>
                </a:lnTo>
                <a:cubicBezTo>
                  <a:pt x="381582" y="3208474"/>
                  <a:pt x="382943" y="3209259"/>
                  <a:pt x="383466" y="3210201"/>
                </a:cubicBezTo>
                <a:lnTo>
                  <a:pt x="397383" y="3234321"/>
                </a:lnTo>
                <a:cubicBezTo>
                  <a:pt x="397907" y="3235263"/>
                  <a:pt x="397907" y="3236832"/>
                  <a:pt x="397383" y="3237774"/>
                </a:cubicBezTo>
                <a:lnTo>
                  <a:pt x="383466" y="3261894"/>
                </a:lnTo>
                <a:cubicBezTo>
                  <a:pt x="382943" y="3262836"/>
                  <a:pt x="381582" y="3263621"/>
                  <a:pt x="380483" y="3263621"/>
                </a:cubicBezTo>
                <a:lnTo>
                  <a:pt x="352648" y="3263621"/>
                </a:lnTo>
                <a:cubicBezTo>
                  <a:pt x="351550" y="3263621"/>
                  <a:pt x="350189" y="3262836"/>
                  <a:pt x="349666" y="3261894"/>
                </a:cubicBezTo>
                <a:lnTo>
                  <a:pt x="335748" y="3237774"/>
                </a:lnTo>
                <a:cubicBezTo>
                  <a:pt x="335225" y="3236832"/>
                  <a:pt x="335225" y="3235263"/>
                  <a:pt x="335748" y="3234321"/>
                </a:cubicBezTo>
                <a:lnTo>
                  <a:pt x="349666" y="3210201"/>
                </a:lnTo>
                <a:cubicBezTo>
                  <a:pt x="350189" y="3209259"/>
                  <a:pt x="351550" y="3208474"/>
                  <a:pt x="352648" y="3208474"/>
                </a:cubicBezTo>
                <a:close/>
                <a:moveTo>
                  <a:pt x="432543" y="3202875"/>
                </a:moveTo>
                <a:lnTo>
                  <a:pt x="466029" y="3202875"/>
                </a:lnTo>
                <a:cubicBezTo>
                  <a:pt x="467390" y="3202875"/>
                  <a:pt x="468959" y="3203817"/>
                  <a:pt x="469640" y="3204968"/>
                </a:cubicBezTo>
                <a:lnTo>
                  <a:pt x="486382" y="3233954"/>
                </a:lnTo>
                <a:cubicBezTo>
                  <a:pt x="487063" y="3235105"/>
                  <a:pt x="487063" y="3236937"/>
                  <a:pt x="486382" y="3238087"/>
                </a:cubicBezTo>
                <a:lnTo>
                  <a:pt x="469640" y="3267074"/>
                </a:lnTo>
                <a:cubicBezTo>
                  <a:pt x="468959" y="3268225"/>
                  <a:pt x="467337" y="3269167"/>
                  <a:pt x="466029" y="3269167"/>
                </a:cubicBezTo>
                <a:lnTo>
                  <a:pt x="432543" y="3269167"/>
                </a:lnTo>
                <a:cubicBezTo>
                  <a:pt x="431183" y="3269167"/>
                  <a:pt x="429613" y="3268225"/>
                  <a:pt x="428933" y="3267074"/>
                </a:cubicBezTo>
                <a:lnTo>
                  <a:pt x="412190" y="3238087"/>
                </a:lnTo>
                <a:cubicBezTo>
                  <a:pt x="411510" y="3236937"/>
                  <a:pt x="411510" y="3235105"/>
                  <a:pt x="412190" y="3233954"/>
                </a:cubicBezTo>
                <a:lnTo>
                  <a:pt x="428933" y="3204968"/>
                </a:lnTo>
                <a:cubicBezTo>
                  <a:pt x="429613" y="3203817"/>
                  <a:pt x="431235" y="3202875"/>
                  <a:pt x="432543" y="3202875"/>
                </a:cubicBezTo>
                <a:close/>
                <a:moveTo>
                  <a:pt x="283845" y="3153222"/>
                </a:moveTo>
                <a:lnTo>
                  <a:pt x="284002" y="3153222"/>
                </a:lnTo>
                <a:cubicBezTo>
                  <a:pt x="284002" y="3153222"/>
                  <a:pt x="284107" y="3153222"/>
                  <a:pt x="284107" y="3153222"/>
                </a:cubicBezTo>
                <a:lnTo>
                  <a:pt x="284107" y="3153379"/>
                </a:lnTo>
                <a:cubicBezTo>
                  <a:pt x="284159" y="3153379"/>
                  <a:pt x="284054" y="3153379"/>
                  <a:pt x="284054" y="3153379"/>
                </a:cubicBezTo>
                <a:lnTo>
                  <a:pt x="284054" y="3153536"/>
                </a:lnTo>
                <a:lnTo>
                  <a:pt x="283897" y="3153536"/>
                </a:lnTo>
                <a:cubicBezTo>
                  <a:pt x="283897" y="3153536"/>
                  <a:pt x="283793" y="3153536"/>
                  <a:pt x="283793" y="3153536"/>
                </a:cubicBezTo>
                <a:lnTo>
                  <a:pt x="283793" y="3153379"/>
                </a:lnTo>
                <a:cubicBezTo>
                  <a:pt x="283740" y="3153379"/>
                  <a:pt x="283845" y="3153379"/>
                  <a:pt x="283845" y="3153379"/>
                </a:cubicBezTo>
                <a:close/>
                <a:moveTo>
                  <a:pt x="2927348" y="3150082"/>
                </a:moveTo>
                <a:lnTo>
                  <a:pt x="2930697" y="3150082"/>
                </a:lnTo>
                <a:cubicBezTo>
                  <a:pt x="2930854" y="3150082"/>
                  <a:pt x="2931063" y="3150291"/>
                  <a:pt x="2931063" y="3150291"/>
                </a:cubicBezTo>
                <a:lnTo>
                  <a:pt x="2932737" y="3153169"/>
                </a:lnTo>
                <a:cubicBezTo>
                  <a:pt x="2932790" y="3153274"/>
                  <a:pt x="2932737" y="3153588"/>
                  <a:pt x="2932737" y="3153588"/>
                </a:cubicBezTo>
                <a:lnTo>
                  <a:pt x="2931063" y="3156465"/>
                </a:lnTo>
                <a:cubicBezTo>
                  <a:pt x="2931010" y="3156570"/>
                  <a:pt x="2930697" y="3156675"/>
                  <a:pt x="2930697" y="3156675"/>
                </a:cubicBezTo>
                <a:lnTo>
                  <a:pt x="2927348" y="3156675"/>
                </a:lnTo>
                <a:cubicBezTo>
                  <a:pt x="2927191" y="3156675"/>
                  <a:pt x="2926982" y="3156465"/>
                  <a:pt x="2926982" y="3156465"/>
                </a:cubicBezTo>
                <a:lnTo>
                  <a:pt x="2925307" y="3153588"/>
                </a:lnTo>
                <a:cubicBezTo>
                  <a:pt x="2925255" y="3153483"/>
                  <a:pt x="2925307" y="3153169"/>
                  <a:pt x="2925307" y="3153169"/>
                </a:cubicBezTo>
                <a:lnTo>
                  <a:pt x="2926982" y="3150291"/>
                </a:lnTo>
                <a:cubicBezTo>
                  <a:pt x="2927034" y="3150187"/>
                  <a:pt x="2927348" y="3150082"/>
                  <a:pt x="2927348" y="3150082"/>
                </a:cubicBezTo>
                <a:close/>
                <a:moveTo>
                  <a:pt x="608502" y="3141345"/>
                </a:moveTo>
                <a:lnTo>
                  <a:pt x="620640" y="3141345"/>
                </a:lnTo>
                <a:cubicBezTo>
                  <a:pt x="621111" y="3141345"/>
                  <a:pt x="621687" y="3141659"/>
                  <a:pt x="621948" y="3142078"/>
                </a:cubicBezTo>
                <a:lnTo>
                  <a:pt x="628018" y="3152594"/>
                </a:lnTo>
                <a:cubicBezTo>
                  <a:pt x="628279" y="3153013"/>
                  <a:pt x="628279" y="3153693"/>
                  <a:pt x="628018" y="3154112"/>
                </a:cubicBezTo>
                <a:lnTo>
                  <a:pt x="621948" y="3164628"/>
                </a:lnTo>
                <a:cubicBezTo>
                  <a:pt x="621687" y="3165047"/>
                  <a:pt x="621111" y="3165361"/>
                  <a:pt x="620640" y="3165361"/>
                </a:cubicBezTo>
                <a:lnTo>
                  <a:pt x="608502" y="3165361"/>
                </a:lnTo>
                <a:cubicBezTo>
                  <a:pt x="608031" y="3165361"/>
                  <a:pt x="607455" y="3165047"/>
                  <a:pt x="607194" y="3164628"/>
                </a:cubicBezTo>
                <a:lnTo>
                  <a:pt x="601124" y="3154112"/>
                </a:lnTo>
                <a:cubicBezTo>
                  <a:pt x="600863" y="3153693"/>
                  <a:pt x="600863" y="3153013"/>
                  <a:pt x="601124" y="3152594"/>
                </a:cubicBezTo>
                <a:lnTo>
                  <a:pt x="607194" y="3142078"/>
                </a:lnTo>
                <a:cubicBezTo>
                  <a:pt x="607455" y="3141659"/>
                  <a:pt x="608031" y="3141345"/>
                  <a:pt x="608502" y="3141345"/>
                </a:cubicBezTo>
                <a:close/>
                <a:moveTo>
                  <a:pt x="773472" y="3140717"/>
                </a:moveTo>
                <a:lnTo>
                  <a:pt x="786239" y="3140717"/>
                </a:lnTo>
                <a:cubicBezTo>
                  <a:pt x="786709" y="3140717"/>
                  <a:pt x="787337" y="3141083"/>
                  <a:pt x="787599" y="3141502"/>
                </a:cubicBezTo>
                <a:lnTo>
                  <a:pt x="793982" y="3152542"/>
                </a:lnTo>
                <a:cubicBezTo>
                  <a:pt x="794244" y="3152960"/>
                  <a:pt x="794244" y="3153693"/>
                  <a:pt x="793982" y="3154111"/>
                </a:cubicBezTo>
                <a:lnTo>
                  <a:pt x="787599" y="3165151"/>
                </a:lnTo>
                <a:cubicBezTo>
                  <a:pt x="787337" y="3165570"/>
                  <a:pt x="786762" y="3165936"/>
                  <a:pt x="786239" y="3165936"/>
                </a:cubicBezTo>
                <a:lnTo>
                  <a:pt x="773472" y="3165936"/>
                </a:lnTo>
                <a:cubicBezTo>
                  <a:pt x="773001" y="3165936"/>
                  <a:pt x="772373" y="3165570"/>
                  <a:pt x="772112" y="3165151"/>
                </a:cubicBezTo>
                <a:lnTo>
                  <a:pt x="765728" y="3154111"/>
                </a:lnTo>
                <a:cubicBezTo>
                  <a:pt x="765467" y="3153693"/>
                  <a:pt x="765467" y="3152960"/>
                  <a:pt x="765728" y="3152542"/>
                </a:cubicBezTo>
                <a:lnTo>
                  <a:pt x="772112" y="3141502"/>
                </a:lnTo>
                <a:cubicBezTo>
                  <a:pt x="772373" y="3141083"/>
                  <a:pt x="772949" y="3140717"/>
                  <a:pt x="773472" y="3140717"/>
                </a:cubicBezTo>
                <a:close/>
                <a:moveTo>
                  <a:pt x="938704" y="3140508"/>
                </a:moveTo>
                <a:lnTo>
                  <a:pt x="951732" y="3140508"/>
                </a:lnTo>
                <a:cubicBezTo>
                  <a:pt x="952255" y="3140508"/>
                  <a:pt x="952883" y="3140874"/>
                  <a:pt x="953145" y="3141293"/>
                </a:cubicBezTo>
                <a:lnTo>
                  <a:pt x="959632" y="3152542"/>
                </a:lnTo>
                <a:cubicBezTo>
                  <a:pt x="959894" y="3153013"/>
                  <a:pt x="959894" y="3153745"/>
                  <a:pt x="959632" y="3154164"/>
                </a:cubicBezTo>
                <a:lnTo>
                  <a:pt x="953145" y="3165413"/>
                </a:lnTo>
                <a:cubicBezTo>
                  <a:pt x="952883" y="3165832"/>
                  <a:pt x="952255" y="3166198"/>
                  <a:pt x="951732" y="3166198"/>
                </a:cubicBezTo>
                <a:lnTo>
                  <a:pt x="938704" y="3166198"/>
                </a:lnTo>
                <a:cubicBezTo>
                  <a:pt x="938181" y="3166198"/>
                  <a:pt x="937553" y="3165832"/>
                  <a:pt x="937291" y="3165413"/>
                </a:cubicBezTo>
                <a:lnTo>
                  <a:pt x="930803" y="3154164"/>
                </a:lnTo>
                <a:cubicBezTo>
                  <a:pt x="930542" y="3153693"/>
                  <a:pt x="930542" y="3152961"/>
                  <a:pt x="930803" y="3152542"/>
                </a:cubicBezTo>
                <a:lnTo>
                  <a:pt x="937291" y="3141293"/>
                </a:lnTo>
                <a:cubicBezTo>
                  <a:pt x="937553" y="3140874"/>
                  <a:pt x="938181" y="3140508"/>
                  <a:pt x="938704" y="3140508"/>
                </a:cubicBezTo>
                <a:close/>
                <a:moveTo>
                  <a:pt x="690699" y="3140403"/>
                </a:moveTo>
                <a:lnTo>
                  <a:pt x="703832" y="3140403"/>
                </a:lnTo>
                <a:cubicBezTo>
                  <a:pt x="704355" y="3140403"/>
                  <a:pt x="704983" y="3140717"/>
                  <a:pt x="705244" y="3141188"/>
                </a:cubicBezTo>
                <a:lnTo>
                  <a:pt x="711785" y="3152542"/>
                </a:lnTo>
                <a:cubicBezTo>
                  <a:pt x="712046" y="3153012"/>
                  <a:pt x="712046" y="3153693"/>
                  <a:pt x="711785" y="3154164"/>
                </a:cubicBezTo>
                <a:lnTo>
                  <a:pt x="705244" y="3165517"/>
                </a:lnTo>
                <a:cubicBezTo>
                  <a:pt x="704983" y="3165936"/>
                  <a:pt x="704355" y="3166302"/>
                  <a:pt x="703832" y="3166302"/>
                </a:cubicBezTo>
                <a:lnTo>
                  <a:pt x="690699" y="3166302"/>
                </a:lnTo>
                <a:cubicBezTo>
                  <a:pt x="690176" y="3166302"/>
                  <a:pt x="689548" y="3165988"/>
                  <a:pt x="689286" y="3165517"/>
                </a:cubicBezTo>
                <a:lnTo>
                  <a:pt x="682746" y="3154164"/>
                </a:lnTo>
                <a:cubicBezTo>
                  <a:pt x="682485" y="3153693"/>
                  <a:pt x="682485" y="3153012"/>
                  <a:pt x="682746" y="3152542"/>
                </a:cubicBezTo>
                <a:lnTo>
                  <a:pt x="689286" y="3141188"/>
                </a:lnTo>
                <a:cubicBezTo>
                  <a:pt x="689548" y="3140769"/>
                  <a:pt x="690176" y="3140403"/>
                  <a:pt x="690699" y="3140403"/>
                </a:cubicBezTo>
                <a:close/>
                <a:moveTo>
                  <a:pt x="855826" y="3140089"/>
                </a:moveTo>
                <a:lnTo>
                  <a:pt x="869221" y="3140089"/>
                </a:lnTo>
                <a:cubicBezTo>
                  <a:pt x="869744" y="3140089"/>
                  <a:pt x="870371" y="3140455"/>
                  <a:pt x="870633" y="3140926"/>
                </a:cubicBezTo>
                <a:lnTo>
                  <a:pt x="877330" y="3152542"/>
                </a:lnTo>
                <a:cubicBezTo>
                  <a:pt x="877592" y="3153012"/>
                  <a:pt x="877592" y="3153745"/>
                  <a:pt x="877330" y="3154216"/>
                </a:cubicBezTo>
                <a:lnTo>
                  <a:pt x="870633" y="3165831"/>
                </a:lnTo>
                <a:cubicBezTo>
                  <a:pt x="870371" y="3166302"/>
                  <a:pt x="869744" y="3166669"/>
                  <a:pt x="869221" y="3166669"/>
                </a:cubicBezTo>
                <a:lnTo>
                  <a:pt x="855826" y="3166669"/>
                </a:lnTo>
                <a:cubicBezTo>
                  <a:pt x="855303" y="3166669"/>
                  <a:pt x="854675" y="3166302"/>
                  <a:pt x="854413" y="3165831"/>
                </a:cubicBezTo>
                <a:lnTo>
                  <a:pt x="847716" y="3154216"/>
                </a:lnTo>
                <a:cubicBezTo>
                  <a:pt x="847455" y="3153745"/>
                  <a:pt x="847455" y="3153012"/>
                  <a:pt x="847716" y="3152542"/>
                </a:cubicBezTo>
                <a:lnTo>
                  <a:pt x="854413" y="3140926"/>
                </a:lnTo>
                <a:cubicBezTo>
                  <a:pt x="854675" y="3140455"/>
                  <a:pt x="855303" y="3140089"/>
                  <a:pt x="855826" y="3140089"/>
                </a:cubicBezTo>
                <a:close/>
                <a:moveTo>
                  <a:pt x="1020116" y="3138048"/>
                </a:moveTo>
                <a:lnTo>
                  <a:pt x="1035604" y="3138048"/>
                </a:lnTo>
                <a:cubicBezTo>
                  <a:pt x="1036231" y="3138048"/>
                  <a:pt x="1036964" y="3138467"/>
                  <a:pt x="1037278" y="3138990"/>
                </a:cubicBezTo>
                <a:lnTo>
                  <a:pt x="1045021" y="3152384"/>
                </a:lnTo>
                <a:cubicBezTo>
                  <a:pt x="1045335" y="3152960"/>
                  <a:pt x="1045335" y="3153797"/>
                  <a:pt x="1045021" y="3154320"/>
                </a:cubicBezTo>
                <a:lnTo>
                  <a:pt x="1037278" y="3167714"/>
                </a:lnTo>
                <a:cubicBezTo>
                  <a:pt x="1036964" y="3168238"/>
                  <a:pt x="1036231" y="3168656"/>
                  <a:pt x="1035604" y="3168656"/>
                </a:cubicBezTo>
                <a:lnTo>
                  <a:pt x="1020116" y="3168656"/>
                </a:lnTo>
                <a:cubicBezTo>
                  <a:pt x="1019488" y="3168656"/>
                  <a:pt x="1018756" y="3168238"/>
                  <a:pt x="1018442" y="3167714"/>
                </a:cubicBezTo>
                <a:lnTo>
                  <a:pt x="1010698" y="3154320"/>
                </a:lnTo>
                <a:cubicBezTo>
                  <a:pt x="1010385" y="3153745"/>
                  <a:pt x="1010385" y="3152908"/>
                  <a:pt x="1010698" y="3152384"/>
                </a:cubicBezTo>
                <a:lnTo>
                  <a:pt x="1018442" y="3138990"/>
                </a:lnTo>
                <a:cubicBezTo>
                  <a:pt x="1018756" y="3138467"/>
                  <a:pt x="1019488" y="3138048"/>
                  <a:pt x="1020116" y="3138048"/>
                </a:cubicBezTo>
                <a:close/>
                <a:moveTo>
                  <a:pt x="2342391" y="3137525"/>
                </a:moveTo>
                <a:lnTo>
                  <a:pt x="2358349" y="3137525"/>
                </a:lnTo>
                <a:cubicBezTo>
                  <a:pt x="2358977" y="3137525"/>
                  <a:pt x="2359762" y="3137996"/>
                  <a:pt x="2360076" y="3138519"/>
                </a:cubicBezTo>
                <a:lnTo>
                  <a:pt x="2368081" y="3152384"/>
                </a:lnTo>
                <a:cubicBezTo>
                  <a:pt x="2368395" y="3152960"/>
                  <a:pt x="2368395" y="3153849"/>
                  <a:pt x="2368081" y="3154372"/>
                </a:cubicBezTo>
                <a:lnTo>
                  <a:pt x="2360076" y="3168238"/>
                </a:lnTo>
                <a:cubicBezTo>
                  <a:pt x="2359762" y="3168813"/>
                  <a:pt x="2358977" y="3169232"/>
                  <a:pt x="2358349" y="3169232"/>
                </a:cubicBezTo>
                <a:lnTo>
                  <a:pt x="2342391" y="3169232"/>
                </a:lnTo>
                <a:cubicBezTo>
                  <a:pt x="2341763" y="3169232"/>
                  <a:pt x="2340979" y="3168761"/>
                  <a:pt x="2340665" y="3168238"/>
                </a:cubicBezTo>
                <a:lnTo>
                  <a:pt x="2332659" y="3154372"/>
                </a:lnTo>
                <a:cubicBezTo>
                  <a:pt x="2332346" y="3153797"/>
                  <a:pt x="2332346" y="3152908"/>
                  <a:pt x="2332659" y="3152384"/>
                </a:cubicBezTo>
                <a:lnTo>
                  <a:pt x="2340665" y="3138519"/>
                </a:lnTo>
                <a:cubicBezTo>
                  <a:pt x="2340979" y="3137944"/>
                  <a:pt x="2341763" y="3137525"/>
                  <a:pt x="2342391" y="3137525"/>
                </a:cubicBezTo>
                <a:close/>
                <a:moveTo>
                  <a:pt x="2259618" y="3137316"/>
                </a:moveTo>
                <a:lnTo>
                  <a:pt x="2275838" y="3137316"/>
                </a:lnTo>
                <a:cubicBezTo>
                  <a:pt x="2276466" y="3137316"/>
                  <a:pt x="2277251" y="3137735"/>
                  <a:pt x="2277565" y="3138310"/>
                </a:cubicBezTo>
                <a:lnTo>
                  <a:pt x="2285674" y="3152385"/>
                </a:lnTo>
                <a:cubicBezTo>
                  <a:pt x="2285989" y="3152908"/>
                  <a:pt x="2285989" y="3153797"/>
                  <a:pt x="2285674" y="3154373"/>
                </a:cubicBezTo>
                <a:lnTo>
                  <a:pt x="2277565" y="3168447"/>
                </a:lnTo>
                <a:cubicBezTo>
                  <a:pt x="2277251" y="3168971"/>
                  <a:pt x="2276466" y="3169442"/>
                  <a:pt x="2275838" y="3169442"/>
                </a:cubicBezTo>
                <a:lnTo>
                  <a:pt x="2259618" y="3169442"/>
                </a:lnTo>
                <a:cubicBezTo>
                  <a:pt x="2258990" y="3169442"/>
                  <a:pt x="2258205" y="3169023"/>
                  <a:pt x="2257892" y="3168447"/>
                </a:cubicBezTo>
                <a:lnTo>
                  <a:pt x="2249782" y="3154373"/>
                </a:lnTo>
                <a:cubicBezTo>
                  <a:pt x="2249467" y="3153850"/>
                  <a:pt x="2249467" y="3152960"/>
                  <a:pt x="2249782" y="3152385"/>
                </a:cubicBezTo>
                <a:lnTo>
                  <a:pt x="2257892" y="3138310"/>
                </a:lnTo>
                <a:cubicBezTo>
                  <a:pt x="2258205" y="3137787"/>
                  <a:pt x="2258990" y="3137316"/>
                  <a:pt x="2259618" y="3137316"/>
                </a:cubicBezTo>
                <a:close/>
                <a:moveTo>
                  <a:pt x="2838140" y="3137211"/>
                </a:moveTo>
                <a:lnTo>
                  <a:pt x="2854464" y="3137211"/>
                </a:lnTo>
                <a:cubicBezTo>
                  <a:pt x="2855092" y="3137211"/>
                  <a:pt x="2855877" y="3137629"/>
                  <a:pt x="2856191" y="3138205"/>
                </a:cubicBezTo>
                <a:lnTo>
                  <a:pt x="2864353" y="3152332"/>
                </a:lnTo>
                <a:cubicBezTo>
                  <a:pt x="2864667" y="3152908"/>
                  <a:pt x="2864667" y="3153797"/>
                  <a:pt x="2864353" y="3154372"/>
                </a:cubicBezTo>
                <a:lnTo>
                  <a:pt x="2856191" y="3168499"/>
                </a:lnTo>
                <a:cubicBezTo>
                  <a:pt x="2855877" y="3169022"/>
                  <a:pt x="2855092" y="3169493"/>
                  <a:pt x="2854464" y="3169493"/>
                </a:cubicBezTo>
                <a:lnTo>
                  <a:pt x="2838140" y="3169493"/>
                </a:lnTo>
                <a:cubicBezTo>
                  <a:pt x="2837512" y="3169493"/>
                  <a:pt x="2836728" y="3169075"/>
                  <a:pt x="2836414" y="3168499"/>
                </a:cubicBezTo>
                <a:lnTo>
                  <a:pt x="2828252" y="3154372"/>
                </a:lnTo>
                <a:cubicBezTo>
                  <a:pt x="2827937" y="3153797"/>
                  <a:pt x="2827937" y="3152908"/>
                  <a:pt x="2828252" y="3152332"/>
                </a:cubicBezTo>
                <a:lnTo>
                  <a:pt x="2836414" y="3138205"/>
                </a:lnTo>
                <a:cubicBezTo>
                  <a:pt x="2836728" y="3137682"/>
                  <a:pt x="2837512" y="3137211"/>
                  <a:pt x="2838140" y="3137211"/>
                </a:cubicBezTo>
                <a:close/>
                <a:moveTo>
                  <a:pt x="1598272" y="3137211"/>
                </a:moveTo>
                <a:lnTo>
                  <a:pt x="1614596" y="3137211"/>
                </a:lnTo>
                <a:cubicBezTo>
                  <a:pt x="1615224" y="3137211"/>
                  <a:pt x="1616009" y="3137629"/>
                  <a:pt x="1616323" y="3138205"/>
                </a:cubicBezTo>
                <a:lnTo>
                  <a:pt x="1624485" y="3152332"/>
                </a:lnTo>
                <a:cubicBezTo>
                  <a:pt x="1624799" y="3152908"/>
                  <a:pt x="1624799" y="3153797"/>
                  <a:pt x="1624485" y="3154372"/>
                </a:cubicBezTo>
                <a:lnTo>
                  <a:pt x="1616323" y="3168499"/>
                </a:lnTo>
                <a:cubicBezTo>
                  <a:pt x="1616009" y="3169022"/>
                  <a:pt x="1615224" y="3169493"/>
                  <a:pt x="1614596" y="3169493"/>
                </a:cubicBezTo>
                <a:lnTo>
                  <a:pt x="1598272" y="3169493"/>
                </a:lnTo>
                <a:cubicBezTo>
                  <a:pt x="1597644" y="3169493"/>
                  <a:pt x="1596860" y="3169075"/>
                  <a:pt x="1596546" y="3168499"/>
                </a:cubicBezTo>
                <a:lnTo>
                  <a:pt x="1588383" y="3154372"/>
                </a:lnTo>
                <a:cubicBezTo>
                  <a:pt x="1588070" y="3153797"/>
                  <a:pt x="1588070" y="3152908"/>
                  <a:pt x="1588383" y="3152332"/>
                </a:cubicBezTo>
                <a:lnTo>
                  <a:pt x="1596546" y="3138205"/>
                </a:lnTo>
                <a:cubicBezTo>
                  <a:pt x="1596860" y="3137682"/>
                  <a:pt x="1597644" y="3137211"/>
                  <a:pt x="1598272" y="3137211"/>
                </a:cubicBezTo>
                <a:close/>
                <a:moveTo>
                  <a:pt x="2424327" y="3136060"/>
                </a:moveTo>
                <a:lnTo>
                  <a:pt x="2441750" y="3136060"/>
                </a:lnTo>
                <a:cubicBezTo>
                  <a:pt x="2442430" y="3136060"/>
                  <a:pt x="2443267" y="3136583"/>
                  <a:pt x="2443634" y="3137159"/>
                </a:cubicBezTo>
                <a:lnTo>
                  <a:pt x="2452371" y="3152280"/>
                </a:lnTo>
                <a:cubicBezTo>
                  <a:pt x="2452738" y="3152855"/>
                  <a:pt x="2452738" y="3153850"/>
                  <a:pt x="2452371" y="3154425"/>
                </a:cubicBezTo>
                <a:lnTo>
                  <a:pt x="2443634" y="3169546"/>
                </a:lnTo>
                <a:cubicBezTo>
                  <a:pt x="2443267" y="3170174"/>
                  <a:pt x="2442430" y="3170645"/>
                  <a:pt x="2441750" y="3170645"/>
                </a:cubicBezTo>
                <a:lnTo>
                  <a:pt x="2424327" y="3170645"/>
                </a:lnTo>
                <a:cubicBezTo>
                  <a:pt x="2423647" y="3170645"/>
                  <a:pt x="2422809" y="3170122"/>
                  <a:pt x="2422443" y="3169546"/>
                </a:cubicBezTo>
                <a:lnTo>
                  <a:pt x="2413705" y="3154425"/>
                </a:lnTo>
                <a:cubicBezTo>
                  <a:pt x="2413340" y="3153850"/>
                  <a:pt x="2413340" y="3152855"/>
                  <a:pt x="2413705" y="3152280"/>
                </a:cubicBezTo>
                <a:lnTo>
                  <a:pt x="2422443" y="3137159"/>
                </a:lnTo>
                <a:cubicBezTo>
                  <a:pt x="2422809" y="3136531"/>
                  <a:pt x="2423647" y="3136060"/>
                  <a:pt x="2424327" y="3136060"/>
                </a:cubicBezTo>
                <a:close/>
                <a:moveTo>
                  <a:pt x="2506839" y="3135851"/>
                </a:moveTo>
                <a:lnTo>
                  <a:pt x="2524523" y="3135851"/>
                </a:lnTo>
                <a:cubicBezTo>
                  <a:pt x="2525204" y="3135851"/>
                  <a:pt x="2526041" y="3136322"/>
                  <a:pt x="2526407" y="3136950"/>
                </a:cubicBezTo>
                <a:lnTo>
                  <a:pt x="2535250" y="3152280"/>
                </a:lnTo>
                <a:cubicBezTo>
                  <a:pt x="2535616" y="3152908"/>
                  <a:pt x="2535616" y="3153850"/>
                  <a:pt x="2535250" y="3154478"/>
                </a:cubicBezTo>
                <a:lnTo>
                  <a:pt x="2526407" y="3169808"/>
                </a:lnTo>
                <a:cubicBezTo>
                  <a:pt x="2526093" y="3170436"/>
                  <a:pt x="2525204" y="3170907"/>
                  <a:pt x="2524523" y="3170907"/>
                </a:cubicBezTo>
                <a:lnTo>
                  <a:pt x="2506839" y="3170907"/>
                </a:lnTo>
                <a:cubicBezTo>
                  <a:pt x="2506158" y="3170907"/>
                  <a:pt x="2505321" y="3170436"/>
                  <a:pt x="2504955" y="3169808"/>
                </a:cubicBezTo>
                <a:lnTo>
                  <a:pt x="2496112" y="3154478"/>
                </a:lnTo>
                <a:cubicBezTo>
                  <a:pt x="2495747" y="3153850"/>
                  <a:pt x="2495747" y="3152908"/>
                  <a:pt x="2496112" y="3152280"/>
                </a:cubicBezTo>
                <a:lnTo>
                  <a:pt x="2504955" y="3136950"/>
                </a:lnTo>
                <a:cubicBezTo>
                  <a:pt x="2505269" y="3136322"/>
                  <a:pt x="2506158" y="3135851"/>
                  <a:pt x="2506839" y="3135851"/>
                </a:cubicBezTo>
                <a:close/>
                <a:moveTo>
                  <a:pt x="2754791" y="3135799"/>
                </a:moveTo>
                <a:lnTo>
                  <a:pt x="2772528" y="3135799"/>
                </a:lnTo>
                <a:cubicBezTo>
                  <a:pt x="2773208" y="3135799"/>
                  <a:pt x="2774045" y="3136270"/>
                  <a:pt x="2774412" y="3136898"/>
                </a:cubicBezTo>
                <a:lnTo>
                  <a:pt x="2783306" y="3152280"/>
                </a:lnTo>
                <a:cubicBezTo>
                  <a:pt x="2783673" y="3152908"/>
                  <a:pt x="2783673" y="3153850"/>
                  <a:pt x="2783306" y="3154478"/>
                </a:cubicBezTo>
                <a:lnTo>
                  <a:pt x="2774412" y="3169861"/>
                </a:lnTo>
                <a:cubicBezTo>
                  <a:pt x="2774097" y="3170488"/>
                  <a:pt x="2773208" y="3170959"/>
                  <a:pt x="2772528" y="3170959"/>
                </a:cubicBezTo>
                <a:lnTo>
                  <a:pt x="2754791" y="3170959"/>
                </a:lnTo>
                <a:cubicBezTo>
                  <a:pt x="2754111" y="3170959"/>
                  <a:pt x="2753274" y="3170488"/>
                  <a:pt x="2752908" y="3169861"/>
                </a:cubicBezTo>
                <a:lnTo>
                  <a:pt x="2744012" y="3154478"/>
                </a:lnTo>
                <a:cubicBezTo>
                  <a:pt x="2743647" y="3153850"/>
                  <a:pt x="2743647" y="3152908"/>
                  <a:pt x="2744012" y="3152280"/>
                </a:cubicBezTo>
                <a:lnTo>
                  <a:pt x="2752908" y="3136898"/>
                </a:lnTo>
                <a:cubicBezTo>
                  <a:pt x="2753221" y="3136270"/>
                  <a:pt x="2754111" y="3135799"/>
                  <a:pt x="2754791" y="3135799"/>
                </a:cubicBezTo>
                <a:close/>
                <a:moveTo>
                  <a:pt x="1680155" y="3135589"/>
                </a:moveTo>
                <a:lnTo>
                  <a:pt x="1698101" y="3135589"/>
                </a:lnTo>
                <a:cubicBezTo>
                  <a:pt x="1698834" y="3135589"/>
                  <a:pt x="1699671" y="3136060"/>
                  <a:pt x="1700037" y="3136688"/>
                </a:cubicBezTo>
                <a:lnTo>
                  <a:pt x="1709037" y="3152227"/>
                </a:lnTo>
                <a:cubicBezTo>
                  <a:pt x="1709403" y="3152803"/>
                  <a:pt x="1709403" y="3153797"/>
                  <a:pt x="1709037" y="3154425"/>
                </a:cubicBezTo>
                <a:lnTo>
                  <a:pt x="1700037" y="3169964"/>
                </a:lnTo>
                <a:cubicBezTo>
                  <a:pt x="1699671" y="3170540"/>
                  <a:pt x="1698834" y="3171063"/>
                  <a:pt x="1698101" y="3171063"/>
                </a:cubicBezTo>
                <a:lnTo>
                  <a:pt x="1680155" y="3171063"/>
                </a:lnTo>
                <a:cubicBezTo>
                  <a:pt x="1679423" y="3171063"/>
                  <a:pt x="1678586" y="3170592"/>
                  <a:pt x="1678219" y="3169964"/>
                </a:cubicBezTo>
                <a:lnTo>
                  <a:pt x="1669220" y="3154425"/>
                </a:lnTo>
                <a:cubicBezTo>
                  <a:pt x="1668853" y="3153849"/>
                  <a:pt x="1668853" y="3152855"/>
                  <a:pt x="1669220" y="3152227"/>
                </a:cubicBezTo>
                <a:lnTo>
                  <a:pt x="1678219" y="3136688"/>
                </a:lnTo>
                <a:cubicBezTo>
                  <a:pt x="1678586" y="3136112"/>
                  <a:pt x="1679423" y="3135589"/>
                  <a:pt x="1680155" y="3135589"/>
                </a:cubicBezTo>
                <a:close/>
                <a:moveTo>
                  <a:pt x="2588723" y="3134334"/>
                </a:moveTo>
                <a:lnTo>
                  <a:pt x="2607924" y="3134334"/>
                </a:lnTo>
                <a:cubicBezTo>
                  <a:pt x="2608657" y="3134334"/>
                  <a:pt x="2609599" y="3134857"/>
                  <a:pt x="2609965" y="3135537"/>
                </a:cubicBezTo>
                <a:lnTo>
                  <a:pt x="2619593" y="3152176"/>
                </a:lnTo>
                <a:cubicBezTo>
                  <a:pt x="2619959" y="3152803"/>
                  <a:pt x="2619959" y="3153850"/>
                  <a:pt x="2619593" y="3154530"/>
                </a:cubicBezTo>
                <a:lnTo>
                  <a:pt x="2609965" y="3171168"/>
                </a:lnTo>
                <a:cubicBezTo>
                  <a:pt x="2609599" y="3171849"/>
                  <a:pt x="2608657" y="3172372"/>
                  <a:pt x="2607924" y="3172372"/>
                </a:cubicBezTo>
                <a:lnTo>
                  <a:pt x="2588723" y="3172372"/>
                </a:lnTo>
                <a:cubicBezTo>
                  <a:pt x="2587990" y="3172372"/>
                  <a:pt x="2587048" y="3171849"/>
                  <a:pt x="2586682" y="3171168"/>
                </a:cubicBezTo>
                <a:lnTo>
                  <a:pt x="2577055" y="3154530"/>
                </a:lnTo>
                <a:cubicBezTo>
                  <a:pt x="2576688" y="3153902"/>
                  <a:pt x="2576688" y="3152856"/>
                  <a:pt x="2577055" y="3152176"/>
                </a:cubicBezTo>
                <a:lnTo>
                  <a:pt x="2586682" y="3135537"/>
                </a:lnTo>
                <a:cubicBezTo>
                  <a:pt x="2587048" y="3134857"/>
                  <a:pt x="2587990" y="3134334"/>
                  <a:pt x="2588723" y="3134334"/>
                </a:cubicBezTo>
                <a:close/>
                <a:moveTo>
                  <a:pt x="2092765" y="3134281"/>
                </a:moveTo>
                <a:lnTo>
                  <a:pt x="2112019" y="3134281"/>
                </a:lnTo>
                <a:cubicBezTo>
                  <a:pt x="2112752" y="3134281"/>
                  <a:pt x="2113693" y="3134804"/>
                  <a:pt x="2114060" y="3135484"/>
                </a:cubicBezTo>
                <a:lnTo>
                  <a:pt x="2123687" y="3152175"/>
                </a:lnTo>
                <a:cubicBezTo>
                  <a:pt x="2124053" y="3152855"/>
                  <a:pt x="2124053" y="3153902"/>
                  <a:pt x="2123687" y="3154582"/>
                </a:cubicBezTo>
                <a:lnTo>
                  <a:pt x="2114060" y="3171273"/>
                </a:lnTo>
                <a:cubicBezTo>
                  <a:pt x="2113693" y="3171953"/>
                  <a:pt x="2112804" y="3172476"/>
                  <a:pt x="2112019" y="3172476"/>
                </a:cubicBezTo>
                <a:lnTo>
                  <a:pt x="2092765" y="3172476"/>
                </a:lnTo>
                <a:cubicBezTo>
                  <a:pt x="2092032" y="3172476"/>
                  <a:pt x="2091091" y="3171953"/>
                  <a:pt x="2090724" y="3171273"/>
                </a:cubicBezTo>
                <a:lnTo>
                  <a:pt x="2081097" y="3154582"/>
                </a:lnTo>
                <a:cubicBezTo>
                  <a:pt x="2080730" y="3153902"/>
                  <a:pt x="2080730" y="3152855"/>
                  <a:pt x="2081097" y="3152175"/>
                </a:cubicBezTo>
                <a:lnTo>
                  <a:pt x="2090724" y="3135484"/>
                </a:lnTo>
                <a:cubicBezTo>
                  <a:pt x="2091091" y="3134804"/>
                  <a:pt x="2091980" y="3134281"/>
                  <a:pt x="2092765" y="3134281"/>
                </a:cubicBezTo>
                <a:close/>
                <a:moveTo>
                  <a:pt x="1100849" y="3134177"/>
                </a:moveTo>
                <a:lnTo>
                  <a:pt x="1120208" y="3134177"/>
                </a:lnTo>
                <a:cubicBezTo>
                  <a:pt x="1120993" y="3134177"/>
                  <a:pt x="1121935" y="3134700"/>
                  <a:pt x="1122301" y="3135380"/>
                </a:cubicBezTo>
                <a:lnTo>
                  <a:pt x="1131980" y="3152123"/>
                </a:lnTo>
                <a:cubicBezTo>
                  <a:pt x="1132347" y="3152804"/>
                  <a:pt x="1132347" y="3153850"/>
                  <a:pt x="1131980" y="3154530"/>
                </a:cubicBezTo>
                <a:lnTo>
                  <a:pt x="1122301" y="3171273"/>
                </a:lnTo>
                <a:cubicBezTo>
                  <a:pt x="1121882" y="3171953"/>
                  <a:pt x="1120993" y="3172477"/>
                  <a:pt x="1120208" y="3172477"/>
                </a:cubicBezTo>
                <a:lnTo>
                  <a:pt x="1100849" y="3172477"/>
                </a:lnTo>
                <a:cubicBezTo>
                  <a:pt x="1100064" y="3172477"/>
                  <a:pt x="1099122" y="3171953"/>
                  <a:pt x="1098756" y="3171273"/>
                </a:cubicBezTo>
                <a:lnTo>
                  <a:pt x="1089076" y="3154530"/>
                </a:lnTo>
                <a:cubicBezTo>
                  <a:pt x="1088711" y="3153850"/>
                  <a:pt x="1088711" y="3152804"/>
                  <a:pt x="1089076" y="3152123"/>
                </a:cubicBezTo>
                <a:lnTo>
                  <a:pt x="1098756" y="3135380"/>
                </a:lnTo>
                <a:cubicBezTo>
                  <a:pt x="1099175" y="3134700"/>
                  <a:pt x="1100064" y="3134177"/>
                  <a:pt x="1100849" y="3134177"/>
                </a:cubicBezTo>
                <a:close/>
                <a:moveTo>
                  <a:pt x="2671234" y="3134020"/>
                </a:moveTo>
                <a:lnTo>
                  <a:pt x="2690802" y="3134020"/>
                </a:lnTo>
                <a:cubicBezTo>
                  <a:pt x="2691587" y="3134020"/>
                  <a:pt x="2692529" y="3134543"/>
                  <a:pt x="2692895" y="3135223"/>
                </a:cubicBezTo>
                <a:lnTo>
                  <a:pt x="2702680" y="3152175"/>
                </a:lnTo>
                <a:cubicBezTo>
                  <a:pt x="2703045" y="3152856"/>
                  <a:pt x="2703045" y="3153902"/>
                  <a:pt x="2702680" y="3154582"/>
                </a:cubicBezTo>
                <a:lnTo>
                  <a:pt x="2692895" y="3171535"/>
                </a:lnTo>
                <a:cubicBezTo>
                  <a:pt x="2692529" y="3172215"/>
                  <a:pt x="2691587" y="3172738"/>
                  <a:pt x="2690802" y="3172738"/>
                </a:cubicBezTo>
                <a:lnTo>
                  <a:pt x="2671234" y="3172738"/>
                </a:lnTo>
                <a:cubicBezTo>
                  <a:pt x="2670449" y="3172738"/>
                  <a:pt x="2669507" y="3172215"/>
                  <a:pt x="2669141" y="3171535"/>
                </a:cubicBezTo>
                <a:lnTo>
                  <a:pt x="2659357" y="3154582"/>
                </a:lnTo>
                <a:cubicBezTo>
                  <a:pt x="2658990" y="3153902"/>
                  <a:pt x="2658990" y="3152856"/>
                  <a:pt x="2659357" y="3152175"/>
                </a:cubicBezTo>
                <a:lnTo>
                  <a:pt x="2669141" y="3135223"/>
                </a:lnTo>
                <a:cubicBezTo>
                  <a:pt x="2669507" y="3134543"/>
                  <a:pt x="2670449" y="3134020"/>
                  <a:pt x="2671234" y="3134020"/>
                </a:cubicBezTo>
                <a:close/>
                <a:moveTo>
                  <a:pt x="1514034" y="3134020"/>
                </a:moveTo>
                <a:lnTo>
                  <a:pt x="1533602" y="3134020"/>
                </a:lnTo>
                <a:cubicBezTo>
                  <a:pt x="1534387" y="3134020"/>
                  <a:pt x="1535329" y="3134543"/>
                  <a:pt x="1535695" y="3135223"/>
                </a:cubicBezTo>
                <a:lnTo>
                  <a:pt x="1545479" y="3152175"/>
                </a:lnTo>
                <a:cubicBezTo>
                  <a:pt x="1545846" y="3152856"/>
                  <a:pt x="1545846" y="3153902"/>
                  <a:pt x="1545479" y="3154582"/>
                </a:cubicBezTo>
                <a:lnTo>
                  <a:pt x="1535695" y="3171535"/>
                </a:lnTo>
                <a:cubicBezTo>
                  <a:pt x="1535329" y="3172215"/>
                  <a:pt x="1534387" y="3172738"/>
                  <a:pt x="1533602" y="3172738"/>
                </a:cubicBezTo>
                <a:lnTo>
                  <a:pt x="1514034" y="3172738"/>
                </a:lnTo>
                <a:cubicBezTo>
                  <a:pt x="1513249" y="3172738"/>
                  <a:pt x="1512307" y="3172215"/>
                  <a:pt x="1511941" y="3171535"/>
                </a:cubicBezTo>
                <a:lnTo>
                  <a:pt x="1502157" y="3154582"/>
                </a:lnTo>
                <a:cubicBezTo>
                  <a:pt x="1501790" y="3153902"/>
                  <a:pt x="1501790" y="3152856"/>
                  <a:pt x="1502157" y="3152175"/>
                </a:cubicBezTo>
                <a:lnTo>
                  <a:pt x="1511941" y="3135223"/>
                </a:lnTo>
                <a:cubicBezTo>
                  <a:pt x="1512307" y="3134543"/>
                  <a:pt x="1513249" y="3134020"/>
                  <a:pt x="1514034" y="3134020"/>
                </a:cubicBezTo>
                <a:close/>
                <a:moveTo>
                  <a:pt x="1761934" y="3133915"/>
                </a:moveTo>
                <a:lnTo>
                  <a:pt x="1781607" y="3133915"/>
                </a:lnTo>
                <a:cubicBezTo>
                  <a:pt x="1782392" y="3133915"/>
                  <a:pt x="1783334" y="3134438"/>
                  <a:pt x="1783700" y="3135118"/>
                </a:cubicBezTo>
                <a:lnTo>
                  <a:pt x="1793536" y="3152123"/>
                </a:lnTo>
                <a:cubicBezTo>
                  <a:pt x="1793903" y="3152751"/>
                  <a:pt x="1793903" y="3153850"/>
                  <a:pt x="1793536" y="3154530"/>
                </a:cubicBezTo>
                <a:lnTo>
                  <a:pt x="1783700" y="3171534"/>
                </a:lnTo>
                <a:cubicBezTo>
                  <a:pt x="1783334" y="3172215"/>
                  <a:pt x="1782392" y="3172738"/>
                  <a:pt x="1781607" y="3172738"/>
                </a:cubicBezTo>
                <a:lnTo>
                  <a:pt x="1761934" y="3172738"/>
                </a:lnTo>
                <a:cubicBezTo>
                  <a:pt x="1761149" y="3172738"/>
                  <a:pt x="1760208" y="3172215"/>
                  <a:pt x="1759841" y="3171534"/>
                </a:cubicBezTo>
                <a:lnTo>
                  <a:pt x="1750005" y="3154530"/>
                </a:lnTo>
                <a:cubicBezTo>
                  <a:pt x="1749638" y="3153902"/>
                  <a:pt x="1749638" y="3152803"/>
                  <a:pt x="1750005" y="3152123"/>
                </a:cubicBezTo>
                <a:lnTo>
                  <a:pt x="1759841" y="3135118"/>
                </a:lnTo>
                <a:cubicBezTo>
                  <a:pt x="1760208" y="3134438"/>
                  <a:pt x="1761149" y="3133915"/>
                  <a:pt x="1761934" y="3133915"/>
                </a:cubicBezTo>
                <a:close/>
                <a:moveTo>
                  <a:pt x="2175171" y="3133863"/>
                </a:moveTo>
                <a:lnTo>
                  <a:pt x="2194896" y="3133863"/>
                </a:lnTo>
                <a:cubicBezTo>
                  <a:pt x="2195629" y="3133863"/>
                  <a:pt x="2196623" y="3134386"/>
                  <a:pt x="2196989" y="3135066"/>
                </a:cubicBezTo>
                <a:lnTo>
                  <a:pt x="2206826" y="3152123"/>
                </a:lnTo>
                <a:cubicBezTo>
                  <a:pt x="2207192" y="3152803"/>
                  <a:pt x="2207192" y="3153902"/>
                  <a:pt x="2206826" y="3154583"/>
                </a:cubicBezTo>
                <a:lnTo>
                  <a:pt x="2196989" y="3171639"/>
                </a:lnTo>
                <a:cubicBezTo>
                  <a:pt x="2196623" y="3172319"/>
                  <a:pt x="2195681" y="3172843"/>
                  <a:pt x="2194896" y="3172843"/>
                </a:cubicBezTo>
                <a:lnTo>
                  <a:pt x="2175171" y="3172843"/>
                </a:lnTo>
                <a:cubicBezTo>
                  <a:pt x="2174438" y="3172843"/>
                  <a:pt x="2173445" y="3172319"/>
                  <a:pt x="2173078" y="3171639"/>
                </a:cubicBezTo>
                <a:lnTo>
                  <a:pt x="2163241" y="3154583"/>
                </a:lnTo>
                <a:cubicBezTo>
                  <a:pt x="2162876" y="3153902"/>
                  <a:pt x="2162876" y="3152803"/>
                  <a:pt x="2163241" y="3152123"/>
                </a:cubicBezTo>
                <a:lnTo>
                  <a:pt x="2173078" y="3135066"/>
                </a:lnTo>
                <a:cubicBezTo>
                  <a:pt x="2173445" y="3134386"/>
                  <a:pt x="2174386" y="3133863"/>
                  <a:pt x="2175171" y="3133863"/>
                </a:cubicBezTo>
                <a:close/>
                <a:moveTo>
                  <a:pt x="2009887" y="3133863"/>
                </a:moveTo>
                <a:lnTo>
                  <a:pt x="2029612" y="3133863"/>
                </a:lnTo>
                <a:cubicBezTo>
                  <a:pt x="2030345" y="3133863"/>
                  <a:pt x="2031339" y="3134386"/>
                  <a:pt x="2031705" y="3135066"/>
                </a:cubicBezTo>
                <a:lnTo>
                  <a:pt x="2041541" y="3152123"/>
                </a:lnTo>
                <a:cubicBezTo>
                  <a:pt x="2041908" y="3152803"/>
                  <a:pt x="2041908" y="3153902"/>
                  <a:pt x="2041541" y="3154583"/>
                </a:cubicBezTo>
                <a:lnTo>
                  <a:pt x="2031705" y="3171639"/>
                </a:lnTo>
                <a:cubicBezTo>
                  <a:pt x="2031339" y="3172319"/>
                  <a:pt x="2030397" y="3172843"/>
                  <a:pt x="2029612" y="3172843"/>
                </a:cubicBezTo>
                <a:lnTo>
                  <a:pt x="2009887" y="3172843"/>
                </a:lnTo>
                <a:cubicBezTo>
                  <a:pt x="2009154" y="3172843"/>
                  <a:pt x="2008160" y="3172319"/>
                  <a:pt x="2007794" y="3171639"/>
                </a:cubicBezTo>
                <a:lnTo>
                  <a:pt x="1997957" y="3154583"/>
                </a:lnTo>
                <a:cubicBezTo>
                  <a:pt x="1997592" y="3153902"/>
                  <a:pt x="1997592" y="3152803"/>
                  <a:pt x="1997957" y="3152123"/>
                </a:cubicBezTo>
                <a:lnTo>
                  <a:pt x="2007794" y="3135066"/>
                </a:lnTo>
                <a:cubicBezTo>
                  <a:pt x="2008160" y="3134386"/>
                  <a:pt x="2009102" y="3133863"/>
                  <a:pt x="2009887" y="3133863"/>
                </a:cubicBezTo>
                <a:close/>
                <a:moveTo>
                  <a:pt x="1265401" y="3132659"/>
                </a:moveTo>
                <a:lnTo>
                  <a:pt x="1286330" y="3132659"/>
                </a:lnTo>
                <a:cubicBezTo>
                  <a:pt x="1287167" y="3132659"/>
                  <a:pt x="1288161" y="3133234"/>
                  <a:pt x="1288580" y="3133967"/>
                </a:cubicBezTo>
                <a:lnTo>
                  <a:pt x="1299044" y="3152070"/>
                </a:lnTo>
                <a:cubicBezTo>
                  <a:pt x="1299463" y="3152750"/>
                  <a:pt x="1299463" y="3153902"/>
                  <a:pt x="1299044" y="3154634"/>
                </a:cubicBezTo>
                <a:lnTo>
                  <a:pt x="1288580" y="3172737"/>
                </a:lnTo>
                <a:cubicBezTo>
                  <a:pt x="1288161" y="3173470"/>
                  <a:pt x="1287167" y="3174045"/>
                  <a:pt x="1286330" y="3174045"/>
                </a:cubicBezTo>
                <a:lnTo>
                  <a:pt x="1265401" y="3174045"/>
                </a:lnTo>
                <a:cubicBezTo>
                  <a:pt x="1264564" y="3174045"/>
                  <a:pt x="1263570" y="3173470"/>
                  <a:pt x="1263151" y="3172737"/>
                </a:cubicBezTo>
                <a:lnTo>
                  <a:pt x="1252687" y="3154634"/>
                </a:lnTo>
                <a:cubicBezTo>
                  <a:pt x="1252268" y="3153954"/>
                  <a:pt x="1252268" y="3152803"/>
                  <a:pt x="1252687" y="3152070"/>
                </a:cubicBezTo>
                <a:lnTo>
                  <a:pt x="1263151" y="3133967"/>
                </a:lnTo>
                <a:cubicBezTo>
                  <a:pt x="1263570" y="3133234"/>
                  <a:pt x="1264564" y="3132659"/>
                  <a:pt x="1265401" y="3132659"/>
                </a:cubicBezTo>
                <a:close/>
                <a:moveTo>
                  <a:pt x="1430581" y="3132502"/>
                </a:moveTo>
                <a:lnTo>
                  <a:pt x="1451666" y="3132502"/>
                </a:lnTo>
                <a:cubicBezTo>
                  <a:pt x="1452503" y="3132502"/>
                  <a:pt x="1453497" y="3133077"/>
                  <a:pt x="1453916" y="3133810"/>
                </a:cubicBezTo>
                <a:lnTo>
                  <a:pt x="1464433" y="3152070"/>
                </a:lnTo>
                <a:cubicBezTo>
                  <a:pt x="1464851" y="3152803"/>
                  <a:pt x="1464851" y="3153954"/>
                  <a:pt x="1464433" y="3154686"/>
                </a:cubicBezTo>
                <a:lnTo>
                  <a:pt x="1453916" y="3172947"/>
                </a:lnTo>
                <a:cubicBezTo>
                  <a:pt x="1453497" y="3173679"/>
                  <a:pt x="1452503" y="3174255"/>
                  <a:pt x="1451666" y="3174255"/>
                </a:cubicBezTo>
                <a:lnTo>
                  <a:pt x="1430581" y="3174255"/>
                </a:lnTo>
                <a:cubicBezTo>
                  <a:pt x="1429744" y="3174255"/>
                  <a:pt x="1428749" y="3173679"/>
                  <a:pt x="1428331" y="3172947"/>
                </a:cubicBezTo>
                <a:lnTo>
                  <a:pt x="1417814" y="3154686"/>
                </a:lnTo>
                <a:cubicBezTo>
                  <a:pt x="1417395" y="3153954"/>
                  <a:pt x="1417395" y="3152803"/>
                  <a:pt x="1417814" y="3152070"/>
                </a:cubicBezTo>
                <a:lnTo>
                  <a:pt x="1428331" y="3133810"/>
                </a:lnTo>
                <a:cubicBezTo>
                  <a:pt x="1428749" y="3133077"/>
                  <a:pt x="1429744" y="3132502"/>
                  <a:pt x="1430581" y="3132502"/>
                </a:cubicBezTo>
                <a:close/>
                <a:moveTo>
                  <a:pt x="1182576" y="3132450"/>
                </a:moveTo>
                <a:lnTo>
                  <a:pt x="1203714" y="3132450"/>
                </a:lnTo>
                <a:cubicBezTo>
                  <a:pt x="1204551" y="3132450"/>
                  <a:pt x="1205545" y="3133026"/>
                  <a:pt x="1205964" y="3133758"/>
                </a:cubicBezTo>
                <a:lnTo>
                  <a:pt x="1216533" y="3152071"/>
                </a:lnTo>
                <a:cubicBezTo>
                  <a:pt x="1216951" y="3152803"/>
                  <a:pt x="1216951" y="3153954"/>
                  <a:pt x="1216533" y="3154687"/>
                </a:cubicBezTo>
                <a:lnTo>
                  <a:pt x="1205964" y="3172999"/>
                </a:lnTo>
                <a:cubicBezTo>
                  <a:pt x="1205545" y="3173732"/>
                  <a:pt x="1204551" y="3174307"/>
                  <a:pt x="1203714" y="3174307"/>
                </a:cubicBezTo>
                <a:lnTo>
                  <a:pt x="1182576" y="3174307"/>
                </a:lnTo>
                <a:cubicBezTo>
                  <a:pt x="1181739" y="3174307"/>
                  <a:pt x="1180744" y="3173732"/>
                  <a:pt x="1180326" y="3172999"/>
                </a:cubicBezTo>
                <a:lnTo>
                  <a:pt x="1169757" y="3154687"/>
                </a:lnTo>
                <a:cubicBezTo>
                  <a:pt x="1169338" y="3153954"/>
                  <a:pt x="1169338" y="3152803"/>
                  <a:pt x="1169757" y="3152071"/>
                </a:cubicBezTo>
                <a:lnTo>
                  <a:pt x="1180326" y="3133758"/>
                </a:lnTo>
                <a:cubicBezTo>
                  <a:pt x="1180744" y="3133026"/>
                  <a:pt x="1181739" y="3132450"/>
                  <a:pt x="1182576" y="3132450"/>
                </a:cubicBezTo>
                <a:close/>
                <a:moveTo>
                  <a:pt x="520758" y="3131299"/>
                </a:moveTo>
                <a:lnTo>
                  <a:pt x="543047" y="3131299"/>
                </a:lnTo>
                <a:cubicBezTo>
                  <a:pt x="543937" y="3131299"/>
                  <a:pt x="545036" y="3131874"/>
                  <a:pt x="545454" y="3132659"/>
                </a:cubicBezTo>
                <a:lnTo>
                  <a:pt x="556599" y="3151966"/>
                </a:lnTo>
                <a:cubicBezTo>
                  <a:pt x="557017" y="3152751"/>
                  <a:pt x="557017" y="3153954"/>
                  <a:pt x="556599" y="3154739"/>
                </a:cubicBezTo>
                <a:lnTo>
                  <a:pt x="545454" y="3174046"/>
                </a:lnTo>
                <a:cubicBezTo>
                  <a:pt x="544983" y="3174778"/>
                  <a:pt x="543937" y="3175406"/>
                  <a:pt x="543047" y="3175406"/>
                </a:cubicBezTo>
                <a:lnTo>
                  <a:pt x="520758" y="3175406"/>
                </a:lnTo>
                <a:cubicBezTo>
                  <a:pt x="519869" y="3175406"/>
                  <a:pt x="518770" y="3174831"/>
                  <a:pt x="518352" y="3174046"/>
                </a:cubicBezTo>
                <a:lnTo>
                  <a:pt x="507207" y="3154739"/>
                </a:lnTo>
                <a:cubicBezTo>
                  <a:pt x="506788" y="3153954"/>
                  <a:pt x="506788" y="3152751"/>
                  <a:pt x="507207" y="3151966"/>
                </a:cubicBezTo>
                <a:lnTo>
                  <a:pt x="518352" y="3132659"/>
                </a:lnTo>
                <a:cubicBezTo>
                  <a:pt x="518822" y="3131927"/>
                  <a:pt x="519869" y="3131299"/>
                  <a:pt x="520758" y="3131299"/>
                </a:cubicBezTo>
                <a:close/>
                <a:moveTo>
                  <a:pt x="1925858" y="3131142"/>
                </a:moveTo>
                <a:lnTo>
                  <a:pt x="1948304" y="3131142"/>
                </a:lnTo>
                <a:cubicBezTo>
                  <a:pt x="1949193" y="3131142"/>
                  <a:pt x="1950292" y="3131770"/>
                  <a:pt x="1950711" y="3132555"/>
                </a:cubicBezTo>
                <a:lnTo>
                  <a:pt x="1961907" y="3151966"/>
                </a:lnTo>
                <a:cubicBezTo>
                  <a:pt x="1962326" y="3152751"/>
                  <a:pt x="1962326" y="3153955"/>
                  <a:pt x="1961907" y="3154739"/>
                </a:cubicBezTo>
                <a:lnTo>
                  <a:pt x="1950711" y="3174151"/>
                </a:lnTo>
                <a:cubicBezTo>
                  <a:pt x="1950240" y="3174935"/>
                  <a:pt x="1949193" y="3175563"/>
                  <a:pt x="1948304" y="3175563"/>
                </a:cubicBezTo>
                <a:lnTo>
                  <a:pt x="1925858" y="3175563"/>
                </a:lnTo>
                <a:cubicBezTo>
                  <a:pt x="1924968" y="3175563"/>
                  <a:pt x="1923870" y="3174935"/>
                  <a:pt x="1923451" y="3174151"/>
                </a:cubicBezTo>
                <a:lnTo>
                  <a:pt x="1912254" y="3154739"/>
                </a:lnTo>
                <a:cubicBezTo>
                  <a:pt x="1911835" y="3153955"/>
                  <a:pt x="1911835" y="3152751"/>
                  <a:pt x="1912254" y="3151966"/>
                </a:cubicBezTo>
                <a:lnTo>
                  <a:pt x="1923451" y="3132555"/>
                </a:lnTo>
                <a:cubicBezTo>
                  <a:pt x="1923922" y="3131770"/>
                  <a:pt x="1924968" y="3131142"/>
                  <a:pt x="1925858" y="3131142"/>
                </a:cubicBezTo>
                <a:close/>
                <a:moveTo>
                  <a:pt x="1842614" y="3129939"/>
                </a:moveTo>
                <a:lnTo>
                  <a:pt x="1866264" y="3129939"/>
                </a:lnTo>
                <a:cubicBezTo>
                  <a:pt x="1867153" y="3129939"/>
                  <a:pt x="1868305" y="3130619"/>
                  <a:pt x="1868775" y="3131404"/>
                </a:cubicBezTo>
                <a:lnTo>
                  <a:pt x="1880600" y="3151862"/>
                </a:lnTo>
                <a:cubicBezTo>
                  <a:pt x="1881071" y="3152699"/>
                  <a:pt x="1881071" y="3154007"/>
                  <a:pt x="1880600" y="3154792"/>
                </a:cubicBezTo>
                <a:lnTo>
                  <a:pt x="1868775" y="3175249"/>
                </a:lnTo>
                <a:cubicBezTo>
                  <a:pt x="1868357" y="3176034"/>
                  <a:pt x="1867206" y="3176715"/>
                  <a:pt x="1866264" y="3176715"/>
                </a:cubicBezTo>
                <a:lnTo>
                  <a:pt x="1842614" y="3176715"/>
                </a:lnTo>
                <a:cubicBezTo>
                  <a:pt x="1841725" y="3176715"/>
                  <a:pt x="1840574" y="3176034"/>
                  <a:pt x="1840103" y="3175249"/>
                </a:cubicBezTo>
                <a:lnTo>
                  <a:pt x="1828278" y="3154792"/>
                </a:lnTo>
                <a:cubicBezTo>
                  <a:pt x="1827807" y="3153955"/>
                  <a:pt x="1827807" y="3152647"/>
                  <a:pt x="1828278" y="3151862"/>
                </a:cubicBezTo>
                <a:lnTo>
                  <a:pt x="1840103" y="3131404"/>
                </a:lnTo>
                <a:cubicBezTo>
                  <a:pt x="1840522" y="3130619"/>
                  <a:pt x="1841673" y="3129939"/>
                  <a:pt x="1842614" y="3129939"/>
                </a:cubicBezTo>
                <a:close/>
                <a:moveTo>
                  <a:pt x="354741" y="3129886"/>
                </a:moveTo>
                <a:lnTo>
                  <a:pt x="378443" y="3129886"/>
                </a:lnTo>
                <a:cubicBezTo>
                  <a:pt x="379384" y="3129886"/>
                  <a:pt x="380535" y="3130566"/>
                  <a:pt x="381006" y="3131351"/>
                </a:cubicBezTo>
                <a:lnTo>
                  <a:pt x="392831" y="3151861"/>
                </a:lnTo>
                <a:cubicBezTo>
                  <a:pt x="393302" y="3152646"/>
                  <a:pt x="393302" y="3154006"/>
                  <a:pt x="392831" y="3154791"/>
                </a:cubicBezTo>
                <a:lnTo>
                  <a:pt x="381006" y="3175301"/>
                </a:lnTo>
                <a:cubicBezTo>
                  <a:pt x="380535" y="3176086"/>
                  <a:pt x="379384" y="3176766"/>
                  <a:pt x="378443" y="3176766"/>
                </a:cubicBezTo>
                <a:lnTo>
                  <a:pt x="354741" y="3176766"/>
                </a:lnTo>
                <a:cubicBezTo>
                  <a:pt x="353799" y="3176766"/>
                  <a:pt x="352648" y="3176086"/>
                  <a:pt x="352177" y="3175301"/>
                </a:cubicBezTo>
                <a:lnTo>
                  <a:pt x="340352" y="3154791"/>
                </a:lnTo>
                <a:cubicBezTo>
                  <a:pt x="339881" y="3154006"/>
                  <a:pt x="339881" y="3152646"/>
                  <a:pt x="340352" y="3151861"/>
                </a:cubicBezTo>
                <a:lnTo>
                  <a:pt x="352177" y="3131351"/>
                </a:lnTo>
                <a:cubicBezTo>
                  <a:pt x="352648" y="3130566"/>
                  <a:pt x="353799" y="3129886"/>
                  <a:pt x="354741" y="3129886"/>
                </a:cubicBezTo>
                <a:close/>
                <a:moveTo>
                  <a:pt x="1344563" y="3125753"/>
                </a:moveTo>
                <a:lnTo>
                  <a:pt x="1372451" y="3125753"/>
                </a:lnTo>
                <a:cubicBezTo>
                  <a:pt x="1373550" y="3125753"/>
                  <a:pt x="1374858" y="3126538"/>
                  <a:pt x="1375433" y="3127480"/>
                </a:cubicBezTo>
                <a:lnTo>
                  <a:pt x="1389351" y="3151600"/>
                </a:lnTo>
                <a:cubicBezTo>
                  <a:pt x="1389926" y="3152542"/>
                  <a:pt x="1389926" y="3154111"/>
                  <a:pt x="1389351" y="3155053"/>
                </a:cubicBezTo>
                <a:lnTo>
                  <a:pt x="1375433" y="3179173"/>
                </a:lnTo>
                <a:cubicBezTo>
                  <a:pt x="1374910" y="3180115"/>
                  <a:pt x="1373550" y="3180900"/>
                  <a:pt x="1372451" y="3180900"/>
                </a:cubicBezTo>
                <a:lnTo>
                  <a:pt x="1344563" y="3180900"/>
                </a:lnTo>
                <a:cubicBezTo>
                  <a:pt x="1343465" y="3180900"/>
                  <a:pt x="1342157" y="3180115"/>
                  <a:pt x="1341581" y="3179173"/>
                </a:cubicBezTo>
                <a:lnTo>
                  <a:pt x="1327664" y="3155053"/>
                </a:lnTo>
                <a:cubicBezTo>
                  <a:pt x="1327088" y="3154111"/>
                  <a:pt x="1327088" y="3152542"/>
                  <a:pt x="1327664" y="3151600"/>
                </a:cubicBezTo>
                <a:lnTo>
                  <a:pt x="1341581" y="3127480"/>
                </a:lnTo>
                <a:cubicBezTo>
                  <a:pt x="1342104" y="3126538"/>
                  <a:pt x="1343465" y="3125753"/>
                  <a:pt x="1344563" y="3125753"/>
                </a:cubicBezTo>
                <a:close/>
                <a:moveTo>
                  <a:pt x="432962" y="3121044"/>
                </a:moveTo>
                <a:lnTo>
                  <a:pt x="465558" y="3121044"/>
                </a:lnTo>
                <a:cubicBezTo>
                  <a:pt x="466866" y="3121044"/>
                  <a:pt x="468436" y="3121986"/>
                  <a:pt x="469064" y="3123085"/>
                </a:cubicBezTo>
                <a:lnTo>
                  <a:pt x="485388" y="3151338"/>
                </a:lnTo>
                <a:cubicBezTo>
                  <a:pt x="486016" y="3152437"/>
                  <a:pt x="486016" y="3154268"/>
                  <a:pt x="485388" y="3155367"/>
                </a:cubicBezTo>
                <a:lnTo>
                  <a:pt x="469064" y="3183621"/>
                </a:lnTo>
                <a:cubicBezTo>
                  <a:pt x="468436" y="3184772"/>
                  <a:pt x="466866" y="3185662"/>
                  <a:pt x="465558" y="3185662"/>
                </a:cubicBezTo>
                <a:lnTo>
                  <a:pt x="432962" y="3185662"/>
                </a:lnTo>
                <a:cubicBezTo>
                  <a:pt x="431654" y="3185662"/>
                  <a:pt x="430084" y="3184719"/>
                  <a:pt x="429457" y="3183621"/>
                </a:cubicBezTo>
                <a:lnTo>
                  <a:pt x="413132" y="3155367"/>
                </a:lnTo>
                <a:cubicBezTo>
                  <a:pt x="412504" y="3154268"/>
                  <a:pt x="412504" y="3152437"/>
                  <a:pt x="413132" y="3151338"/>
                </a:cubicBezTo>
                <a:lnTo>
                  <a:pt x="429457" y="3123085"/>
                </a:lnTo>
                <a:cubicBezTo>
                  <a:pt x="430084" y="3121933"/>
                  <a:pt x="431654" y="3121044"/>
                  <a:pt x="432962" y="3121044"/>
                </a:cubicBezTo>
                <a:close/>
                <a:moveTo>
                  <a:pt x="2928918" y="3070554"/>
                </a:moveTo>
                <a:lnTo>
                  <a:pt x="2929075" y="3070554"/>
                </a:lnTo>
                <a:cubicBezTo>
                  <a:pt x="2929075" y="3070554"/>
                  <a:pt x="2929179" y="3070554"/>
                  <a:pt x="2929179" y="3070554"/>
                </a:cubicBezTo>
                <a:lnTo>
                  <a:pt x="2929179" y="3070711"/>
                </a:lnTo>
                <a:cubicBezTo>
                  <a:pt x="2929232" y="3070711"/>
                  <a:pt x="2929127" y="3070711"/>
                  <a:pt x="2929127" y="3070711"/>
                </a:cubicBezTo>
                <a:lnTo>
                  <a:pt x="2929127" y="3070868"/>
                </a:lnTo>
                <a:lnTo>
                  <a:pt x="2928970" y="3070868"/>
                </a:lnTo>
                <a:cubicBezTo>
                  <a:pt x="2928970" y="3070868"/>
                  <a:pt x="2928866" y="3070868"/>
                  <a:pt x="2928866" y="3070868"/>
                </a:cubicBezTo>
                <a:lnTo>
                  <a:pt x="2928866" y="3070711"/>
                </a:lnTo>
                <a:cubicBezTo>
                  <a:pt x="2928813" y="3070711"/>
                  <a:pt x="2928918" y="3070711"/>
                  <a:pt x="2928918" y="3070711"/>
                </a:cubicBezTo>
                <a:close/>
                <a:moveTo>
                  <a:pt x="608449" y="3058624"/>
                </a:moveTo>
                <a:lnTo>
                  <a:pt x="620692" y="3058624"/>
                </a:lnTo>
                <a:cubicBezTo>
                  <a:pt x="621163" y="3058624"/>
                  <a:pt x="621739" y="3058938"/>
                  <a:pt x="622000" y="3059357"/>
                </a:cubicBezTo>
                <a:lnTo>
                  <a:pt x="628122" y="3069978"/>
                </a:lnTo>
                <a:cubicBezTo>
                  <a:pt x="628383" y="3070396"/>
                  <a:pt x="628383" y="3071077"/>
                  <a:pt x="628122" y="3071495"/>
                </a:cubicBezTo>
                <a:lnTo>
                  <a:pt x="622000" y="3082116"/>
                </a:lnTo>
                <a:cubicBezTo>
                  <a:pt x="621739" y="3082535"/>
                  <a:pt x="621163" y="3082849"/>
                  <a:pt x="620692" y="3082849"/>
                </a:cubicBezTo>
                <a:lnTo>
                  <a:pt x="608449" y="3082849"/>
                </a:lnTo>
                <a:cubicBezTo>
                  <a:pt x="607978" y="3082849"/>
                  <a:pt x="607402" y="3082535"/>
                  <a:pt x="607141" y="3082116"/>
                </a:cubicBezTo>
                <a:lnTo>
                  <a:pt x="601019" y="3071495"/>
                </a:lnTo>
                <a:cubicBezTo>
                  <a:pt x="600758" y="3071077"/>
                  <a:pt x="600758" y="3070396"/>
                  <a:pt x="601019" y="3069978"/>
                </a:cubicBezTo>
                <a:lnTo>
                  <a:pt x="607141" y="3059357"/>
                </a:lnTo>
                <a:cubicBezTo>
                  <a:pt x="607402" y="3058938"/>
                  <a:pt x="607978" y="3058624"/>
                  <a:pt x="608449" y="3058624"/>
                </a:cubicBezTo>
                <a:close/>
                <a:moveTo>
                  <a:pt x="773682" y="3058415"/>
                </a:moveTo>
                <a:lnTo>
                  <a:pt x="786082" y="3058415"/>
                </a:lnTo>
                <a:cubicBezTo>
                  <a:pt x="786553" y="3058415"/>
                  <a:pt x="787128" y="3058781"/>
                  <a:pt x="787390" y="3059200"/>
                </a:cubicBezTo>
                <a:lnTo>
                  <a:pt x="793616" y="3069926"/>
                </a:lnTo>
                <a:cubicBezTo>
                  <a:pt x="793878" y="3070344"/>
                  <a:pt x="793878" y="3071024"/>
                  <a:pt x="793616" y="3071443"/>
                </a:cubicBezTo>
                <a:lnTo>
                  <a:pt x="787390" y="3082169"/>
                </a:lnTo>
                <a:cubicBezTo>
                  <a:pt x="787181" y="3082588"/>
                  <a:pt x="786553" y="3082954"/>
                  <a:pt x="786082" y="3082954"/>
                </a:cubicBezTo>
                <a:lnTo>
                  <a:pt x="773682" y="3082954"/>
                </a:lnTo>
                <a:cubicBezTo>
                  <a:pt x="773210" y="3082954"/>
                  <a:pt x="772635" y="3082588"/>
                  <a:pt x="772373" y="3082169"/>
                </a:cubicBezTo>
                <a:lnTo>
                  <a:pt x="766147" y="3071443"/>
                </a:lnTo>
                <a:cubicBezTo>
                  <a:pt x="765886" y="3071024"/>
                  <a:pt x="765886" y="3070344"/>
                  <a:pt x="766147" y="3069926"/>
                </a:cubicBezTo>
                <a:lnTo>
                  <a:pt x="772373" y="3059200"/>
                </a:lnTo>
                <a:cubicBezTo>
                  <a:pt x="772583" y="3058781"/>
                  <a:pt x="773210" y="3058415"/>
                  <a:pt x="773682" y="3058415"/>
                </a:cubicBezTo>
                <a:close/>
                <a:moveTo>
                  <a:pt x="690908" y="3058205"/>
                </a:moveTo>
                <a:lnTo>
                  <a:pt x="703518" y="3058205"/>
                </a:lnTo>
                <a:cubicBezTo>
                  <a:pt x="704041" y="3058205"/>
                  <a:pt x="704617" y="3058571"/>
                  <a:pt x="704878" y="3058990"/>
                </a:cubicBezTo>
                <a:lnTo>
                  <a:pt x="711157" y="3069925"/>
                </a:lnTo>
                <a:cubicBezTo>
                  <a:pt x="711418" y="3070344"/>
                  <a:pt x="711418" y="3071076"/>
                  <a:pt x="711157" y="3071495"/>
                </a:cubicBezTo>
                <a:lnTo>
                  <a:pt x="704878" y="3082430"/>
                </a:lnTo>
                <a:cubicBezTo>
                  <a:pt x="704617" y="3082849"/>
                  <a:pt x="704041" y="3083215"/>
                  <a:pt x="703518" y="3083215"/>
                </a:cubicBezTo>
                <a:lnTo>
                  <a:pt x="690908" y="3083215"/>
                </a:lnTo>
                <a:cubicBezTo>
                  <a:pt x="690385" y="3083215"/>
                  <a:pt x="689809" y="3082849"/>
                  <a:pt x="689548" y="3082430"/>
                </a:cubicBezTo>
                <a:lnTo>
                  <a:pt x="683269" y="3071495"/>
                </a:lnTo>
                <a:cubicBezTo>
                  <a:pt x="683008" y="3071076"/>
                  <a:pt x="683008" y="3070344"/>
                  <a:pt x="683269" y="3069925"/>
                </a:cubicBezTo>
                <a:lnTo>
                  <a:pt x="689548" y="3058990"/>
                </a:lnTo>
                <a:cubicBezTo>
                  <a:pt x="689809" y="3058571"/>
                  <a:pt x="690385" y="3058205"/>
                  <a:pt x="690908" y="3058205"/>
                </a:cubicBezTo>
                <a:close/>
                <a:moveTo>
                  <a:pt x="855879" y="3057578"/>
                </a:moveTo>
                <a:lnTo>
                  <a:pt x="869116" y="3057578"/>
                </a:lnTo>
                <a:cubicBezTo>
                  <a:pt x="869639" y="3057578"/>
                  <a:pt x="870267" y="3057944"/>
                  <a:pt x="870529" y="3058415"/>
                </a:cubicBezTo>
                <a:lnTo>
                  <a:pt x="877174" y="3069874"/>
                </a:lnTo>
                <a:cubicBezTo>
                  <a:pt x="877435" y="3070292"/>
                  <a:pt x="877435" y="3071025"/>
                  <a:pt x="877174" y="3071496"/>
                </a:cubicBezTo>
                <a:lnTo>
                  <a:pt x="870529" y="3082954"/>
                </a:lnTo>
                <a:cubicBezTo>
                  <a:pt x="870267" y="3083425"/>
                  <a:pt x="869639" y="3083791"/>
                  <a:pt x="869116" y="3083791"/>
                </a:cubicBezTo>
                <a:lnTo>
                  <a:pt x="855879" y="3083791"/>
                </a:lnTo>
                <a:cubicBezTo>
                  <a:pt x="855356" y="3083791"/>
                  <a:pt x="854728" y="3083425"/>
                  <a:pt x="854466" y="3082954"/>
                </a:cubicBezTo>
                <a:lnTo>
                  <a:pt x="847821" y="3071496"/>
                </a:lnTo>
                <a:cubicBezTo>
                  <a:pt x="847560" y="3071077"/>
                  <a:pt x="847560" y="3070345"/>
                  <a:pt x="847821" y="3069874"/>
                </a:cubicBezTo>
                <a:lnTo>
                  <a:pt x="854466" y="3058415"/>
                </a:lnTo>
                <a:cubicBezTo>
                  <a:pt x="854728" y="3057944"/>
                  <a:pt x="855356" y="3057578"/>
                  <a:pt x="855879" y="3057578"/>
                </a:cubicBezTo>
                <a:close/>
                <a:moveTo>
                  <a:pt x="938390" y="3057211"/>
                </a:moveTo>
                <a:lnTo>
                  <a:pt x="951994" y="3057211"/>
                </a:lnTo>
                <a:cubicBezTo>
                  <a:pt x="952517" y="3057211"/>
                  <a:pt x="953197" y="3057577"/>
                  <a:pt x="953459" y="3058048"/>
                </a:cubicBezTo>
                <a:lnTo>
                  <a:pt x="960260" y="3069821"/>
                </a:lnTo>
                <a:cubicBezTo>
                  <a:pt x="960522" y="3070291"/>
                  <a:pt x="960522" y="3071024"/>
                  <a:pt x="960260" y="3071495"/>
                </a:cubicBezTo>
                <a:lnTo>
                  <a:pt x="953459" y="3083267"/>
                </a:lnTo>
                <a:cubicBezTo>
                  <a:pt x="953197" y="3083738"/>
                  <a:pt x="952517" y="3084104"/>
                  <a:pt x="951994" y="3084104"/>
                </a:cubicBezTo>
                <a:lnTo>
                  <a:pt x="938390" y="3084104"/>
                </a:lnTo>
                <a:cubicBezTo>
                  <a:pt x="937867" y="3084104"/>
                  <a:pt x="937187" y="3083738"/>
                  <a:pt x="936925" y="3083267"/>
                </a:cubicBezTo>
                <a:lnTo>
                  <a:pt x="930123" y="3071495"/>
                </a:lnTo>
                <a:cubicBezTo>
                  <a:pt x="929862" y="3071024"/>
                  <a:pt x="929862" y="3070291"/>
                  <a:pt x="930123" y="3069821"/>
                </a:cubicBezTo>
                <a:lnTo>
                  <a:pt x="936925" y="3058048"/>
                </a:lnTo>
                <a:cubicBezTo>
                  <a:pt x="937187" y="3057577"/>
                  <a:pt x="937867" y="3057211"/>
                  <a:pt x="938390" y="3057211"/>
                </a:cubicBezTo>
                <a:close/>
                <a:moveTo>
                  <a:pt x="1020693" y="3056531"/>
                </a:moveTo>
                <a:lnTo>
                  <a:pt x="1035029" y="3056531"/>
                </a:lnTo>
                <a:cubicBezTo>
                  <a:pt x="1035552" y="3056531"/>
                  <a:pt x="1036285" y="3056950"/>
                  <a:pt x="1036546" y="3057421"/>
                </a:cubicBezTo>
                <a:lnTo>
                  <a:pt x="1043714" y="3069821"/>
                </a:lnTo>
                <a:cubicBezTo>
                  <a:pt x="1043976" y="3070292"/>
                  <a:pt x="1043976" y="3071129"/>
                  <a:pt x="1043714" y="3071600"/>
                </a:cubicBezTo>
                <a:lnTo>
                  <a:pt x="1036546" y="3084000"/>
                </a:lnTo>
                <a:cubicBezTo>
                  <a:pt x="1036285" y="3084471"/>
                  <a:pt x="1035604" y="3084890"/>
                  <a:pt x="1035029" y="3084890"/>
                </a:cubicBezTo>
                <a:lnTo>
                  <a:pt x="1020693" y="3084890"/>
                </a:lnTo>
                <a:cubicBezTo>
                  <a:pt x="1020169" y="3084890"/>
                  <a:pt x="1019437" y="3084471"/>
                  <a:pt x="1019175" y="3084000"/>
                </a:cubicBezTo>
                <a:lnTo>
                  <a:pt x="1012007" y="3071600"/>
                </a:lnTo>
                <a:cubicBezTo>
                  <a:pt x="1011746" y="3071129"/>
                  <a:pt x="1011746" y="3070292"/>
                  <a:pt x="1012007" y="3069821"/>
                </a:cubicBezTo>
                <a:lnTo>
                  <a:pt x="1019175" y="3057421"/>
                </a:lnTo>
                <a:cubicBezTo>
                  <a:pt x="1019437" y="3056950"/>
                  <a:pt x="1020117" y="3056531"/>
                  <a:pt x="1020693" y="3056531"/>
                </a:cubicBezTo>
                <a:close/>
                <a:moveTo>
                  <a:pt x="1599004" y="3055903"/>
                </a:moveTo>
                <a:lnTo>
                  <a:pt x="1613916" y="3055903"/>
                </a:lnTo>
                <a:cubicBezTo>
                  <a:pt x="1614544" y="3055903"/>
                  <a:pt x="1615224" y="3056322"/>
                  <a:pt x="1615538" y="3056845"/>
                </a:cubicBezTo>
                <a:lnTo>
                  <a:pt x="1623020" y="3069768"/>
                </a:lnTo>
                <a:cubicBezTo>
                  <a:pt x="1623334" y="3070239"/>
                  <a:pt x="1623334" y="3071076"/>
                  <a:pt x="1623020" y="3071600"/>
                </a:cubicBezTo>
                <a:lnTo>
                  <a:pt x="1615538" y="3084523"/>
                </a:lnTo>
                <a:cubicBezTo>
                  <a:pt x="1615224" y="3085046"/>
                  <a:pt x="1614492" y="3085465"/>
                  <a:pt x="1613916" y="3085465"/>
                </a:cubicBezTo>
                <a:lnTo>
                  <a:pt x="1599004" y="3085465"/>
                </a:lnTo>
                <a:cubicBezTo>
                  <a:pt x="1598377" y="3085465"/>
                  <a:pt x="1597696" y="3085046"/>
                  <a:pt x="1597382" y="3084523"/>
                </a:cubicBezTo>
                <a:lnTo>
                  <a:pt x="1589900" y="3071600"/>
                </a:lnTo>
                <a:cubicBezTo>
                  <a:pt x="1589587" y="3071129"/>
                  <a:pt x="1589587" y="3070291"/>
                  <a:pt x="1589900" y="3069768"/>
                </a:cubicBezTo>
                <a:lnTo>
                  <a:pt x="1597382" y="3056845"/>
                </a:lnTo>
                <a:cubicBezTo>
                  <a:pt x="1597696" y="3056322"/>
                  <a:pt x="1598429" y="3055903"/>
                  <a:pt x="1599004" y="3055903"/>
                </a:cubicBezTo>
                <a:close/>
                <a:moveTo>
                  <a:pt x="2342758" y="3055589"/>
                </a:moveTo>
                <a:lnTo>
                  <a:pt x="2358035" y="3055589"/>
                </a:lnTo>
                <a:cubicBezTo>
                  <a:pt x="2358611" y="3055589"/>
                  <a:pt x="2359343" y="3056008"/>
                  <a:pt x="2359658" y="3056531"/>
                </a:cubicBezTo>
                <a:lnTo>
                  <a:pt x="2367296" y="3069768"/>
                </a:lnTo>
                <a:cubicBezTo>
                  <a:pt x="2367611" y="3070291"/>
                  <a:pt x="2367611" y="3071129"/>
                  <a:pt x="2367296" y="3071652"/>
                </a:cubicBezTo>
                <a:lnTo>
                  <a:pt x="2359658" y="3084889"/>
                </a:lnTo>
                <a:cubicBezTo>
                  <a:pt x="2359396" y="3085412"/>
                  <a:pt x="2358664" y="3085831"/>
                  <a:pt x="2358035" y="3085831"/>
                </a:cubicBezTo>
                <a:lnTo>
                  <a:pt x="2342758" y="3085831"/>
                </a:lnTo>
                <a:cubicBezTo>
                  <a:pt x="2342182" y="3085831"/>
                  <a:pt x="2341450" y="3085412"/>
                  <a:pt x="2341135" y="3084889"/>
                </a:cubicBezTo>
                <a:lnTo>
                  <a:pt x="2333497" y="3071652"/>
                </a:lnTo>
                <a:cubicBezTo>
                  <a:pt x="2333182" y="3071129"/>
                  <a:pt x="2333182" y="3070291"/>
                  <a:pt x="2333497" y="3069768"/>
                </a:cubicBezTo>
                <a:lnTo>
                  <a:pt x="2341135" y="3056531"/>
                </a:lnTo>
                <a:cubicBezTo>
                  <a:pt x="2341397" y="3056008"/>
                  <a:pt x="2342130" y="3055589"/>
                  <a:pt x="2342758" y="3055589"/>
                </a:cubicBezTo>
                <a:close/>
                <a:moveTo>
                  <a:pt x="2260036" y="3055485"/>
                </a:moveTo>
                <a:lnTo>
                  <a:pt x="2275419" y="3055485"/>
                </a:lnTo>
                <a:cubicBezTo>
                  <a:pt x="2275995" y="3055485"/>
                  <a:pt x="2276727" y="3055903"/>
                  <a:pt x="2277041" y="3056427"/>
                </a:cubicBezTo>
                <a:lnTo>
                  <a:pt x="2284733" y="3069769"/>
                </a:lnTo>
                <a:cubicBezTo>
                  <a:pt x="2285046" y="3070292"/>
                  <a:pt x="2285046" y="3071129"/>
                  <a:pt x="2284733" y="3071652"/>
                </a:cubicBezTo>
                <a:lnTo>
                  <a:pt x="2277041" y="3084994"/>
                </a:lnTo>
                <a:cubicBezTo>
                  <a:pt x="2276780" y="3085518"/>
                  <a:pt x="2276047" y="3085936"/>
                  <a:pt x="2275419" y="3085936"/>
                </a:cubicBezTo>
                <a:lnTo>
                  <a:pt x="2260036" y="3085936"/>
                </a:lnTo>
                <a:cubicBezTo>
                  <a:pt x="2259461" y="3085936"/>
                  <a:pt x="2258728" y="3085518"/>
                  <a:pt x="2258415" y="3084994"/>
                </a:cubicBezTo>
                <a:lnTo>
                  <a:pt x="2250724" y="3071652"/>
                </a:lnTo>
                <a:cubicBezTo>
                  <a:pt x="2250409" y="3071129"/>
                  <a:pt x="2250409" y="3070292"/>
                  <a:pt x="2250724" y="3069769"/>
                </a:cubicBezTo>
                <a:lnTo>
                  <a:pt x="2258415" y="3056427"/>
                </a:lnTo>
                <a:cubicBezTo>
                  <a:pt x="2258676" y="3055903"/>
                  <a:pt x="2259409" y="3055485"/>
                  <a:pt x="2260036" y="3055485"/>
                </a:cubicBezTo>
                <a:close/>
                <a:moveTo>
                  <a:pt x="2177212" y="3055171"/>
                </a:moveTo>
                <a:lnTo>
                  <a:pt x="2192908" y="3055171"/>
                </a:lnTo>
                <a:cubicBezTo>
                  <a:pt x="2193536" y="3055171"/>
                  <a:pt x="2194269" y="3055642"/>
                  <a:pt x="2194582" y="3056165"/>
                </a:cubicBezTo>
                <a:lnTo>
                  <a:pt x="2202431" y="3069769"/>
                </a:lnTo>
                <a:cubicBezTo>
                  <a:pt x="2202745" y="3070292"/>
                  <a:pt x="2202745" y="3071181"/>
                  <a:pt x="2202431" y="3071705"/>
                </a:cubicBezTo>
                <a:lnTo>
                  <a:pt x="2194582" y="3085308"/>
                </a:lnTo>
                <a:cubicBezTo>
                  <a:pt x="2194269" y="3085884"/>
                  <a:pt x="2193536" y="3086302"/>
                  <a:pt x="2192908" y="3086302"/>
                </a:cubicBezTo>
                <a:lnTo>
                  <a:pt x="2177212" y="3086302"/>
                </a:lnTo>
                <a:cubicBezTo>
                  <a:pt x="2176584" y="3086302"/>
                  <a:pt x="2175852" y="3085831"/>
                  <a:pt x="2175538" y="3085308"/>
                </a:cubicBezTo>
                <a:lnTo>
                  <a:pt x="2167690" y="3071705"/>
                </a:lnTo>
                <a:cubicBezTo>
                  <a:pt x="2167375" y="3071181"/>
                  <a:pt x="2167375" y="3070292"/>
                  <a:pt x="2167690" y="3069769"/>
                </a:cubicBezTo>
                <a:lnTo>
                  <a:pt x="2175538" y="3056165"/>
                </a:lnTo>
                <a:cubicBezTo>
                  <a:pt x="2175852" y="3055589"/>
                  <a:pt x="2176584" y="3055171"/>
                  <a:pt x="2177212" y="3055171"/>
                </a:cubicBezTo>
                <a:close/>
                <a:moveTo>
                  <a:pt x="2424851" y="3054438"/>
                </a:moveTo>
                <a:lnTo>
                  <a:pt x="2441280" y="3054438"/>
                </a:lnTo>
                <a:cubicBezTo>
                  <a:pt x="2441960" y="3054438"/>
                  <a:pt x="2442745" y="3054857"/>
                  <a:pt x="2443059" y="3055432"/>
                </a:cubicBezTo>
                <a:lnTo>
                  <a:pt x="2451273" y="3069663"/>
                </a:lnTo>
                <a:cubicBezTo>
                  <a:pt x="2451587" y="3070239"/>
                  <a:pt x="2451587" y="3071129"/>
                  <a:pt x="2451273" y="3071704"/>
                </a:cubicBezTo>
                <a:lnTo>
                  <a:pt x="2443059" y="3085936"/>
                </a:lnTo>
                <a:cubicBezTo>
                  <a:pt x="2442693" y="3086459"/>
                  <a:pt x="2441908" y="3086930"/>
                  <a:pt x="2441280" y="3086930"/>
                </a:cubicBezTo>
                <a:lnTo>
                  <a:pt x="2424851" y="3086930"/>
                </a:lnTo>
                <a:cubicBezTo>
                  <a:pt x="2424170" y="3086930"/>
                  <a:pt x="2423386" y="3086511"/>
                  <a:pt x="2423072" y="3085936"/>
                </a:cubicBezTo>
                <a:lnTo>
                  <a:pt x="2414858" y="3071704"/>
                </a:lnTo>
                <a:cubicBezTo>
                  <a:pt x="2414543" y="3071129"/>
                  <a:pt x="2414543" y="3070239"/>
                  <a:pt x="2414858" y="3069663"/>
                </a:cubicBezTo>
                <a:lnTo>
                  <a:pt x="2423072" y="3055432"/>
                </a:lnTo>
                <a:cubicBezTo>
                  <a:pt x="2423438" y="3054909"/>
                  <a:pt x="2424223" y="3054438"/>
                  <a:pt x="2424851" y="3054438"/>
                </a:cubicBezTo>
                <a:close/>
                <a:moveTo>
                  <a:pt x="2672123" y="3053130"/>
                </a:moveTo>
                <a:lnTo>
                  <a:pt x="2689860" y="3053130"/>
                </a:lnTo>
                <a:cubicBezTo>
                  <a:pt x="2690540" y="3053130"/>
                  <a:pt x="2691378" y="3053601"/>
                  <a:pt x="2691744" y="3054229"/>
                </a:cubicBezTo>
                <a:lnTo>
                  <a:pt x="2700639" y="3069611"/>
                </a:lnTo>
                <a:cubicBezTo>
                  <a:pt x="2701005" y="3070239"/>
                  <a:pt x="2701005" y="3071181"/>
                  <a:pt x="2700639" y="3071809"/>
                </a:cubicBezTo>
                <a:lnTo>
                  <a:pt x="2691744" y="3087192"/>
                </a:lnTo>
                <a:cubicBezTo>
                  <a:pt x="2691430" y="3087819"/>
                  <a:pt x="2690540" y="3088290"/>
                  <a:pt x="2689860" y="3088290"/>
                </a:cubicBezTo>
                <a:lnTo>
                  <a:pt x="2672123" y="3088290"/>
                </a:lnTo>
                <a:cubicBezTo>
                  <a:pt x="2671443" y="3088290"/>
                  <a:pt x="2670606" y="3087819"/>
                  <a:pt x="2670239" y="3087192"/>
                </a:cubicBezTo>
                <a:lnTo>
                  <a:pt x="2661345" y="3071809"/>
                </a:lnTo>
                <a:cubicBezTo>
                  <a:pt x="2660978" y="3071181"/>
                  <a:pt x="2660978" y="3070239"/>
                  <a:pt x="2661345" y="3069611"/>
                </a:cubicBezTo>
                <a:lnTo>
                  <a:pt x="2670239" y="3054229"/>
                </a:lnTo>
                <a:cubicBezTo>
                  <a:pt x="2670554" y="3053601"/>
                  <a:pt x="2671443" y="3053130"/>
                  <a:pt x="2672123" y="3053130"/>
                </a:cubicBezTo>
                <a:close/>
                <a:moveTo>
                  <a:pt x="2506786" y="3053130"/>
                </a:moveTo>
                <a:lnTo>
                  <a:pt x="2524523" y="3053130"/>
                </a:lnTo>
                <a:cubicBezTo>
                  <a:pt x="2525203" y="3053130"/>
                  <a:pt x="2526041" y="3053601"/>
                  <a:pt x="2526407" y="3054229"/>
                </a:cubicBezTo>
                <a:lnTo>
                  <a:pt x="2535301" y="3069611"/>
                </a:lnTo>
                <a:cubicBezTo>
                  <a:pt x="2535668" y="3070239"/>
                  <a:pt x="2535668" y="3071181"/>
                  <a:pt x="2535301" y="3071809"/>
                </a:cubicBezTo>
                <a:lnTo>
                  <a:pt x="2526407" y="3087192"/>
                </a:lnTo>
                <a:cubicBezTo>
                  <a:pt x="2526093" y="3087819"/>
                  <a:pt x="2525203" y="3088290"/>
                  <a:pt x="2524523" y="3088290"/>
                </a:cubicBezTo>
                <a:lnTo>
                  <a:pt x="2506786" y="3088290"/>
                </a:lnTo>
                <a:cubicBezTo>
                  <a:pt x="2506106" y="3088290"/>
                  <a:pt x="2505268" y="3087819"/>
                  <a:pt x="2504902" y="3087192"/>
                </a:cubicBezTo>
                <a:lnTo>
                  <a:pt x="2496008" y="3071809"/>
                </a:lnTo>
                <a:cubicBezTo>
                  <a:pt x="2495641" y="3071181"/>
                  <a:pt x="2495641" y="3070239"/>
                  <a:pt x="2496008" y="3069611"/>
                </a:cubicBezTo>
                <a:lnTo>
                  <a:pt x="2504902" y="3054229"/>
                </a:lnTo>
                <a:cubicBezTo>
                  <a:pt x="2505216" y="3053601"/>
                  <a:pt x="2506106" y="3053130"/>
                  <a:pt x="2506786" y="3053130"/>
                </a:cubicBezTo>
                <a:close/>
                <a:moveTo>
                  <a:pt x="2754634" y="3052869"/>
                </a:moveTo>
                <a:lnTo>
                  <a:pt x="2772685" y="3052869"/>
                </a:lnTo>
                <a:cubicBezTo>
                  <a:pt x="2773417" y="3052869"/>
                  <a:pt x="2774255" y="3053340"/>
                  <a:pt x="2774621" y="3053968"/>
                </a:cubicBezTo>
                <a:lnTo>
                  <a:pt x="2783620" y="3069612"/>
                </a:lnTo>
                <a:cubicBezTo>
                  <a:pt x="2783986" y="3070240"/>
                  <a:pt x="2783986" y="3071234"/>
                  <a:pt x="2783620" y="3071862"/>
                </a:cubicBezTo>
                <a:lnTo>
                  <a:pt x="2774621" y="3087506"/>
                </a:lnTo>
                <a:cubicBezTo>
                  <a:pt x="2774255" y="3088081"/>
                  <a:pt x="2773417" y="3088605"/>
                  <a:pt x="2772685" y="3088605"/>
                </a:cubicBezTo>
                <a:lnTo>
                  <a:pt x="2754634" y="3088605"/>
                </a:lnTo>
                <a:cubicBezTo>
                  <a:pt x="2753901" y="3088605"/>
                  <a:pt x="2753064" y="3088134"/>
                  <a:pt x="2752698" y="3087506"/>
                </a:cubicBezTo>
                <a:lnTo>
                  <a:pt x="2743699" y="3071862"/>
                </a:lnTo>
                <a:cubicBezTo>
                  <a:pt x="2743332" y="3071234"/>
                  <a:pt x="2743332" y="3070240"/>
                  <a:pt x="2743699" y="3069612"/>
                </a:cubicBezTo>
                <a:lnTo>
                  <a:pt x="2752698" y="3053968"/>
                </a:lnTo>
                <a:cubicBezTo>
                  <a:pt x="2753064" y="3053392"/>
                  <a:pt x="2753901" y="3052869"/>
                  <a:pt x="2754634" y="3052869"/>
                </a:cubicBezTo>
                <a:close/>
                <a:moveTo>
                  <a:pt x="1762667" y="3052659"/>
                </a:moveTo>
                <a:lnTo>
                  <a:pt x="1780875" y="3052659"/>
                </a:lnTo>
                <a:cubicBezTo>
                  <a:pt x="1781555" y="3052659"/>
                  <a:pt x="1782444" y="3053182"/>
                  <a:pt x="1782811" y="3053810"/>
                </a:cubicBezTo>
                <a:lnTo>
                  <a:pt x="1791915" y="3069559"/>
                </a:lnTo>
                <a:cubicBezTo>
                  <a:pt x="1792281" y="3070187"/>
                  <a:pt x="1792281" y="3071181"/>
                  <a:pt x="1791915" y="3071809"/>
                </a:cubicBezTo>
                <a:lnTo>
                  <a:pt x="1782811" y="3087558"/>
                </a:lnTo>
                <a:cubicBezTo>
                  <a:pt x="1782444" y="3088186"/>
                  <a:pt x="1781607" y="3088709"/>
                  <a:pt x="1780875" y="3088709"/>
                </a:cubicBezTo>
                <a:lnTo>
                  <a:pt x="1762667" y="3088709"/>
                </a:lnTo>
                <a:cubicBezTo>
                  <a:pt x="1761987" y="3088709"/>
                  <a:pt x="1761097" y="3088186"/>
                  <a:pt x="1760731" y="3087558"/>
                </a:cubicBezTo>
                <a:lnTo>
                  <a:pt x="1751627" y="3071809"/>
                </a:lnTo>
                <a:cubicBezTo>
                  <a:pt x="1751260" y="3071181"/>
                  <a:pt x="1751260" y="3070187"/>
                  <a:pt x="1751627" y="3069559"/>
                </a:cubicBezTo>
                <a:lnTo>
                  <a:pt x="1760731" y="3053810"/>
                </a:lnTo>
                <a:cubicBezTo>
                  <a:pt x="1761097" y="3053182"/>
                  <a:pt x="1761934" y="3052659"/>
                  <a:pt x="1762667" y="3052659"/>
                </a:cubicBezTo>
                <a:close/>
                <a:moveTo>
                  <a:pt x="1101215" y="3052293"/>
                </a:moveTo>
                <a:lnTo>
                  <a:pt x="1119842" y="3052293"/>
                </a:lnTo>
                <a:cubicBezTo>
                  <a:pt x="1120574" y="3052293"/>
                  <a:pt x="1121464" y="3052816"/>
                  <a:pt x="1121830" y="3053444"/>
                </a:cubicBezTo>
                <a:lnTo>
                  <a:pt x="1131143" y="3069559"/>
                </a:lnTo>
                <a:cubicBezTo>
                  <a:pt x="1131510" y="3070187"/>
                  <a:pt x="1131510" y="3071234"/>
                  <a:pt x="1131143" y="3071862"/>
                </a:cubicBezTo>
                <a:lnTo>
                  <a:pt x="1121830" y="3087976"/>
                </a:lnTo>
                <a:cubicBezTo>
                  <a:pt x="1121464" y="3088604"/>
                  <a:pt x="1120574" y="3089128"/>
                  <a:pt x="1119842" y="3089128"/>
                </a:cubicBezTo>
                <a:lnTo>
                  <a:pt x="1101215" y="3089128"/>
                </a:lnTo>
                <a:cubicBezTo>
                  <a:pt x="1100483" y="3089128"/>
                  <a:pt x="1099593" y="3088604"/>
                  <a:pt x="1099227" y="3087976"/>
                </a:cubicBezTo>
                <a:lnTo>
                  <a:pt x="1089914" y="3071862"/>
                </a:lnTo>
                <a:cubicBezTo>
                  <a:pt x="1089547" y="3071234"/>
                  <a:pt x="1089547" y="3070187"/>
                  <a:pt x="1089914" y="3069559"/>
                </a:cubicBezTo>
                <a:lnTo>
                  <a:pt x="1099227" y="3053444"/>
                </a:lnTo>
                <a:cubicBezTo>
                  <a:pt x="1099593" y="3052816"/>
                  <a:pt x="1100483" y="3052293"/>
                  <a:pt x="1101215" y="3052293"/>
                </a:cubicBezTo>
                <a:close/>
                <a:moveTo>
                  <a:pt x="2588983" y="3052136"/>
                </a:moveTo>
                <a:lnTo>
                  <a:pt x="2607715" y="3052136"/>
                </a:lnTo>
                <a:cubicBezTo>
                  <a:pt x="2608448" y="3052136"/>
                  <a:pt x="2609337" y="3052659"/>
                  <a:pt x="2609703" y="3053287"/>
                </a:cubicBezTo>
                <a:lnTo>
                  <a:pt x="2619068" y="3069507"/>
                </a:lnTo>
                <a:cubicBezTo>
                  <a:pt x="2619435" y="3070135"/>
                  <a:pt x="2619435" y="3071181"/>
                  <a:pt x="2619068" y="3071809"/>
                </a:cubicBezTo>
                <a:lnTo>
                  <a:pt x="2609703" y="3088029"/>
                </a:lnTo>
                <a:cubicBezTo>
                  <a:pt x="2609337" y="3088656"/>
                  <a:pt x="2608448" y="3089180"/>
                  <a:pt x="2607715" y="3089180"/>
                </a:cubicBezTo>
                <a:lnTo>
                  <a:pt x="2588983" y="3089180"/>
                </a:lnTo>
                <a:cubicBezTo>
                  <a:pt x="2588251" y="3089180"/>
                  <a:pt x="2587362" y="3088656"/>
                  <a:pt x="2586995" y="3088029"/>
                </a:cubicBezTo>
                <a:lnTo>
                  <a:pt x="2577630" y="3071809"/>
                </a:lnTo>
                <a:cubicBezTo>
                  <a:pt x="2577263" y="3071181"/>
                  <a:pt x="2577263" y="3070135"/>
                  <a:pt x="2577630" y="3069507"/>
                </a:cubicBezTo>
                <a:lnTo>
                  <a:pt x="2586995" y="3053287"/>
                </a:lnTo>
                <a:cubicBezTo>
                  <a:pt x="2587362" y="3052659"/>
                  <a:pt x="2588251" y="3052136"/>
                  <a:pt x="2588983" y="3052136"/>
                </a:cubicBezTo>
                <a:close/>
                <a:moveTo>
                  <a:pt x="2092817" y="3051718"/>
                </a:moveTo>
                <a:lnTo>
                  <a:pt x="2111967" y="3051718"/>
                </a:lnTo>
                <a:cubicBezTo>
                  <a:pt x="2112700" y="3051718"/>
                  <a:pt x="2113641" y="3052241"/>
                  <a:pt x="2114008" y="3052922"/>
                </a:cubicBezTo>
                <a:lnTo>
                  <a:pt x="2123582" y="3069508"/>
                </a:lnTo>
                <a:cubicBezTo>
                  <a:pt x="2123948" y="3070135"/>
                  <a:pt x="2123948" y="3071182"/>
                  <a:pt x="2123582" y="3071862"/>
                </a:cubicBezTo>
                <a:lnTo>
                  <a:pt x="2114008" y="3088448"/>
                </a:lnTo>
                <a:cubicBezTo>
                  <a:pt x="2113641" y="3089128"/>
                  <a:pt x="2112700" y="3089651"/>
                  <a:pt x="2111967" y="3089651"/>
                </a:cubicBezTo>
                <a:lnTo>
                  <a:pt x="2092817" y="3089651"/>
                </a:lnTo>
                <a:cubicBezTo>
                  <a:pt x="2092085" y="3089651"/>
                  <a:pt x="2091143" y="3089128"/>
                  <a:pt x="2090777" y="3088448"/>
                </a:cubicBezTo>
                <a:lnTo>
                  <a:pt x="2081202" y="3071862"/>
                </a:lnTo>
                <a:cubicBezTo>
                  <a:pt x="2080835" y="3071234"/>
                  <a:pt x="2080835" y="3070188"/>
                  <a:pt x="2081202" y="3069508"/>
                </a:cubicBezTo>
                <a:lnTo>
                  <a:pt x="2090777" y="3052922"/>
                </a:lnTo>
                <a:cubicBezTo>
                  <a:pt x="2091143" y="3052241"/>
                  <a:pt x="2092085" y="3051718"/>
                  <a:pt x="2092817" y="3051718"/>
                </a:cubicBezTo>
                <a:close/>
                <a:moveTo>
                  <a:pt x="1183517" y="3051561"/>
                </a:moveTo>
                <a:lnTo>
                  <a:pt x="1202876" y="3051561"/>
                </a:lnTo>
                <a:cubicBezTo>
                  <a:pt x="1203661" y="3051561"/>
                  <a:pt x="1204603" y="3052084"/>
                  <a:pt x="1204969" y="3052764"/>
                </a:cubicBezTo>
                <a:lnTo>
                  <a:pt x="1214648" y="3069507"/>
                </a:lnTo>
                <a:cubicBezTo>
                  <a:pt x="1215015" y="3070188"/>
                  <a:pt x="1215015" y="3071234"/>
                  <a:pt x="1214648" y="3071914"/>
                </a:cubicBezTo>
                <a:lnTo>
                  <a:pt x="1204969" y="3088657"/>
                </a:lnTo>
                <a:cubicBezTo>
                  <a:pt x="1204550" y="3089337"/>
                  <a:pt x="1203661" y="3089861"/>
                  <a:pt x="1202876" y="3089861"/>
                </a:cubicBezTo>
                <a:lnTo>
                  <a:pt x="1183517" y="3089861"/>
                </a:lnTo>
                <a:cubicBezTo>
                  <a:pt x="1182732" y="3089861"/>
                  <a:pt x="1181790" y="3089337"/>
                  <a:pt x="1181424" y="3088657"/>
                </a:cubicBezTo>
                <a:lnTo>
                  <a:pt x="1171745" y="3071914"/>
                </a:lnTo>
                <a:cubicBezTo>
                  <a:pt x="1171378" y="3071234"/>
                  <a:pt x="1171378" y="3070188"/>
                  <a:pt x="1171745" y="3069507"/>
                </a:cubicBezTo>
                <a:lnTo>
                  <a:pt x="1181424" y="3052764"/>
                </a:lnTo>
                <a:cubicBezTo>
                  <a:pt x="1181843" y="3052084"/>
                  <a:pt x="1182732" y="3051561"/>
                  <a:pt x="1183517" y="3051561"/>
                </a:cubicBezTo>
                <a:close/>
                <a:moveTo>
                  <a:pt x="1265925" y="3051142"/>
                </a:moveTo>
                <a:lnTo>
                  <a:pt x="1285702" y="3051142"/>
                </a:lnTo>
                <a:cubicBezTo>
                  <a:pt x="1286435" y="3051142"/>
                  <a:pt x="1287429" y="3051665"/>
                  <a:pt x="1287795" y="3052345"/>
                </a:cubicBezTo>
                <a:lnTo>
                  <a:pt x="1297684" y="3069455"/>
                </a:lnTo>
                <a:cubicBezTo>
                  <a:pt x="1298050" y="3070135"/>
                  <a:pt x="1298050" y="3071234"/>
                  <a:pt x="1297684" y="3071914"/>
                </a:cubicBezTo>
                <a:lnTo>
                  <a:pt x="1287795" y="3089023"/>
                </a:lnTo>
                <a:cubicBezTo>
                  <a:pt x="1287429" y="3089703"/>
                  <a:pt x="1286487" y="3090226"/>
                  <a:pt x="1285702" y="3090226"/>
                </a:cubicBezTo>
                <a:lnTo>
                  <a:pt x="1265925" y="3090226"/>
                </a:lnTo>
                <a:cubicBezTo>
                  <a:pt x="1265192" y="3090226"/>
                  <a:pt x="1264198" y="3089703"/>
                  <a:pt x="1263832" y="3089023"/>
                </a:cubicBezTo>
                <a:lnTo>
                  <a:pt x="1253943" y="3071914"/>
                </a:lnTo>
                <a:cubicBezTo>
                  <a:pt x="1253576" y="3071234"/>
                  <a:pt x="1253576" y="3070135"/>
                  <a:pt x="1253943" y="3069455"/>
                </a:cubicBezTo>
                <a:lnTo>
                  <a:pt x="1263832" y="3052345"/>
                </a:lnTo>
                <a:cubicBezTo>
                  <a:pt x="1264198" y="3051665"/>
                  <a:pt x="1265140" y="3051142"/>
                  <a:pt x="1265925" y="3051142"/>
                </a:cubicBezTo>
                <a:close/>
                <a:moveTo>
                  <a:pt x="1430999" y="3050567"/>
                </a:moveTo>
                <a:lnTo>
                  <a:pt x="1451352" y="3050567"/>
                </a:lnTo>
                <a:cubicBezTo>
                  <a:pt x="1452189" y="3050567"/>
                  <a:pt x="1453131" y="3051142"/>
                  <a:pt x="1453550" y="3051823"/>
                </a:cubicBezTo>
                <a:lnTo>
                  <a:pt x="1463753" y="3069455"/>
                </a:lnTo>
                <a:cubicBezTo>
                  <a:pt x="1464171" y="3070135"/>
                  <a:pt x="1464171" y="3071286"/>
                  <a:pt x="1463753" y="3071966"/>
                </a:cubicBezTo>
                <a:lnTo>
                  <a:pt x="1453550" y="3089599"/>
                </a:lnTo>
                <a:cubicBezTo>
                  <a:pt x="1453131" y="3090279"/>
                  <a:pt x="1452137" y="3090855"/>
                  <a:pt x="1451352" y="3090855"/>
                </a:cubicBezTo>
                <a:lnTo>
                  <a:pt x="1430999" y="3090855"/>
                </a:lnTo>
                <a:cubicBezTo>
                  <a:pt x="1430162" y="3090855"/>
                  <a:pt x="1429220" y="3090279"/>
                  <a:pt x="1428802" y="3089599"/>
                </a:cubicBezTo>
                <a:lnTo>
                  <a:pt x="1418599" y="3071966"/>
                </a:lnTo>
                <a:cubicBezTo>
                  <a:pt x="1418180" y="3071286"/>
                  <a:pt x="1418180" y="3070135"/>
                  <a:pt x="1418599" y="3069455"/>
                </a:cubicBezTo>
                <a:lnTo>
                  <a:pt x="1428802" y="3051823"/>
                </a:lnTo>
                <a:cubicBezTo>
                  <a:pt x="1429220" y="3051142"/>
                  <a:pt x="1430214" y="3050567"/>
                  <a:pt x="1430999" y="3050567"/>
                </a:cubicBezTo>
                <a:close/>
                <a:moveTo>
                  <a:pt x="1513562" y="3050410"/>
                </a:moveTo>
                <a:lnTo>
                  <a:pt x="1534073" y="3050410"/>
                </a:lnTo>
                <a:cubicBezTo>
                  <a:pt x="1534857" y="3050410"/>
                  <a:pt x="1535851" y="3050985"/>
                  <a:pt x="1536270" y="3051666"/>
                </a:cubicBezTo>
                <a:lnTo>
                  <a:pt x="1546525" y="3069455"/>
                </a:lnTo>
                <a:cubicBezTo>
                  <a:pt x="1546944" y="3070188"/>
                  <a:pt x="1546944" y="3071339"/>
                  <a:pt x="1546525" y="3072019"/>
                </a:cubicBezTo>
                <a:lnTo>
                  <a:pt x="1536270" y="3089808"/>
                </a:lnTo>
                <a:cubicBezTo>
                  <a:pt x="1535851" y="3090489"/>
                  <a:pt x="1534857" y="3091064"/>
                  <a:pt x="1534073" y="3091064"/>
                </a:cubicBezTo>
                <a:lnTo>
                  <a:pt x="1513562" y="3091064"/>
                </a:lnTo>
                <a:cubicBezTo>
                  <a:pt x="1512778" y="3091064"/>
                  <a:pt x="1511784" y="3090489"/>
                  <a:pt x="1511365" y="3089808"/>
                </a:cubicBezTo>
                <a:lnTo>
                  <a:pt x="1501110" y="3072019"/>
                </a:lnTo>
                <a:cubicBezTo>
                  <a:pt x="1500691" y="3071286"/>
                  <a:pt x="1500691" y="3070135"/>
                  <a:pt x="1501110" y="3069455"/>
                </a:cubicBezTo>
                <a:lnTo>
                  <a:pt x="1511365" y="3051666"/>
                </a:lnTo>
                <a:cubicBezTo>
                  <a:pt x="1511784" y="3050985"/>
                  <a:pt x="1512778" y="3050410"/>
                  <a:pt x="1513562" y="3050410"/>
                </a:cubicBezTo>
                <a:close/>
                <a:moveTo>
                  <a:pt x="2836047" y="3050357"/>
                </a:moveTo>
                <a:lnTo>
                  <a:pt x="2856609" y="3050357"/>
                </a:lnTo>
                <a:cubicBezTo>
                  <a:pt x="2857394" y="3050357"/>
                  <a:pt x="2858388" y="3050933"/>
                  <a:pt x="2858807" y="3051613"/>
                </a:cubicBezTo>
                <a:lnTo>
                  <a:pt x="2869114" y="3069402"/>
                </a:lnTo>
                <a:cubicBezTo>
                  <a:pt x="2869533" y="3070135"/>
                  <a:pt x="2869533" y="3071286"/>
                  <a:pt x="2869114" y="3071966"/>
                </a:cubicBezTo>
                <a:lnTo>
                  <a:pt x="2858807" y="3089755"/>
                </a:lnTo>
                <a:cubicBezTo>
                  <a:pt x="2858388" y="3090436"/>
                  <a:pt x="2857447" y="3091011"/>
                  <a:pt x="2856609" y="3091011"/>
                </a:cubicBezTo>
                <a:lnTo>
                  <a:pt x="2836047" y="3091011"/>
                </a:lnTo>
                <a:cubicBezTo>
                  <a:pt x="2835262" y="3091011"/>
                  <a:pt x="2834268" y="3090436"/>
                  <a:pt x="2833849" y="3089755"/>
                </a:cubicBezTo>
                <a:lnTo>
                  <a:pt x="2823542" y="3071966"/>
                </a:lnTo>
                <a:cubicBezTo>
                  <a:pt x="2823123" y="3071234"/>
                  <a:pt x="2823123" y="3070082"/>
                  <a:pt x="2823542" y="3069402"/>
                </a:cubicBezTo>
                <a:lnTo>
                  <a:pt x="2833849" y="3051613"/>
                </a:lnTo>
                <a:cubicBezTo>
                  <a:pt x="2834268" y="3050933"/>
                  <a:pt x="2835210" y="3050357"/>
                  <a:pt x="2836047" y="3050357"/>
                </a:cubicBezTo>
                <a:close/>
                <a:moveTo>
                  <a:pt x="1348174" y="3050357"/>
                </a:moveTo>
                <a:lnTo>
                  <a:pt x="1368736" y="3050357"/>
                </a:lnTo>
                <a:cubicBezTo>
                  <a:pt x="1369521" y="3050357"/>
                  <a:pt x="1370515" y="3050933"/>
                  <a:pt x="1370934" y="3051613"/>
                </a:cubicBezTo>
                <a:lnTo>
                  <a:pt x="1381241" y="3069402"/>
                </a:lnTo>
                <a:cubicBezTo>
                  <a:pt x="1381660" y="3070135"/>
                  <a:pt x="1381660" y="3071286"/>
                  <a:pt x="1381241" y="3071966"/>
                </a:cubicBezTo>
                <a:lnTo>
                  <a:pt x="1370934" y="3089755"/>
                </a:lnTo>
                <a:cubicBezTo>
                  <a:pt x="1370515" y="3090436"/>
                  <a:pt x="1369573" y="3091011"/>
                  <a:pt x="1368736" y="3091011"/>
                </a:cubicBezTo>
                <a:lnTo>
                  <a:pt x="1348174" y="3091011"/>
                </a:lnTo>
                <a:cubicBezTo>
                  <a:pt x="1347389" y="3091011"/>
                  <a:pt x="1346395" y="3090436"/>
                  <a:pt x="1345976" y="3089755"/>
                </a:cubicBezTo>
                <a:lnTo>
                  <a:pt x="1335669" y="3071966"/>
                </a:lnTo>
                <a:cubicBezTo>
                  <a:pt x="1335250" y="3071234"/>
                  <a:pt x="1335250" y="3070082"/>
                  <a:pt x="1335669" y="3069402"/>
                </a:cubicBezTo>
                <a:lnTo>
                  <a:pt x="1345976" y="3051613"/>
                </a:lnTo>
                <a:cubicBezTo>
                  <a:pt x="1346395" y="3050933"/>
                  <a:pt x="1347337" y="3050357"/>
                  <a:pt x="1348174" y="3050357"/>
                </a:cubicBezTo>
                <a:close/>
                <a:moveTo>
                  <a:pt x="2009260" y="3049886"/>
                </a:moveTo>
                <a:lnTo>
                  <a:pt x="2030293" y="3049886"/>
                </a:lnTo>
                <a:cubicBezTo>
                  <a:pt x="2031130" y="3049886"/>
                  <a:pt x="2032124" y="3050461"/>
                  <a:pt x="2032543" y="3051194"/>
                </a:cubicBezTo>
                <a:lnTo>
                  <a:pt x="2043059" y="3069402"/>
                </a:lnTo>
                <a:cubicBezTo>
                  <a:pt x="2043478" y="3070134"/>
                  <a:pt x="2043478" y="3071285"/>
                  <a:pt x="2043059" y="3072018"/>
                </a:cubicBezTo>
                <a:lnTo>
                  <a:pt x="2032543" y="3090226"/>
                </a:lnTo>
                <a:cubicBezTo>
                  <a:pt x="2032124" y="3090958"/>
                  <a:pt x="2031130" y="3091534"/>
                  <a:pt x="2030293" y="3091534"/>
                </a:cubicBezTo>
                <a:lnTo>
                  <a:pt x="2009260" y="3091534"/>
                </a:lnTo>
                <a:cubicBezTo>
                  <a:pt x="2008422" y="3091534"/>
                  <a:pt x="2007428" y="3090958"/>
                  <a:pt x="2007009" y="3090226"/>
                </a:cubicBezTo>
                <a:lnTo>
                  <a:pt x="1996493" y="3072018"/>
                </a:lnTo>
                <a:cubicBezTo>
                  <a:pt x="1996074" y="3071285"/>
                  <a:pt x="1996074" y="3070134"/>
                  <a:pt x="1996493" y="3069402"/>
                </a:cubicBezTo>
                <a:lnTo>
                  <a:pt x="2007009" y="3051194"/>
                </a:lnTo>
                <a:cubicBezTo>
                  <a:pt x="2007428" y="3050461"/>
                  <a:pt x="2008422" y="3049886"/>
                  <a:pt x="2009260" y="3049886"/>
                </a:cubicBezTo>
                <a:close/>
                <a:moveTo>
                  <a:pt x="1926590" y="3049886"/>
                </a:moveTo>
                <a:lnTo>
                  <a:pt x="1947624" y="3049886"/>
                </a:lnTo>
                <a:cubicBezTo>
                  <a:pt x="1948461" y="3049886"/>
                  <a:pt x="1949455" y="3050461"/>
                  <a:pt x="1949874" y="3051194"/>
                </a:cubicBezTo>
                <a:lnTo>
                  <a:pt x="1960390" y="3069402"/>
                </a:lnTo>
                <a:cubicBezTo>
                  <a:pt x="1960809" y="3070134"/>
                  <a:pt x="1960809" y="3071285"/>
                  <a:pt x="1960390" y="3072018"/>
                </a:cubicBezTo>
                <a:lnTo>
                  <a:pt x="1949874" y="3090226"/>
                </a:lnTo>
                <a:cubicBezTo>
                  <a:pt x="1949455" y="3090958"/>
                  <a:pt x="1948461" y="3091534"/>
                  <a:pt x="1947624" y="3091534"/>
                </a:cubicBezTo>
                <a:lnTo>
                  <a:pt x="1926590" y="3091534"/>
                </a:lnTo>
                <a:cubicBezTo>
                  <a:pt x="1925753" y="3091534"/>
                  <a:pt x="1924759" y="3090958"/>
                  <a:pt x="1924340" y="3090226"/>
                </a:cubicBezTo>
                <a:lnTo>
                  <a:pt x="1913824" y="3072018"/>
                </a:lnTo>
                <a:cubicBezTo>
                  <a:pt x="1913405" y="3071285"/>
                  <a:pt x="1913405" y="3070134"/>
                  <a:pt x="1913824" y="3069402"/>
                </a:cubicBezTo>
                <a:lnTo>
                  <a:pt x="1924340" y="3051194"/>
                </a:lnTo>
                <a:cubicBezTo>
                  <a:pt x="1924759" y="3050461"/>
                  <a:pt x="1925753" y="3049886"/>
                  <a:pt x="1926590" y="3049886"/>
                </a:cubicBezTo>
                <a:close/>
                <a:moveTo>
                  <a:pt x="1843556" y="3049206"/>
                </a:moveTo>
                <a:lnTo>
                  <a:pt x="1865270" y="3049206"/>
                </a:lnTo>
                <a:cubicBezTo>
                  <a:pt x="1866107" y="3049206"/>
                  <a:pt x="1867153" y="3049834"/>
                  <a:pt x="1867572" y="3050566"/>
                </a:cubicBezTo>
                <a:lnTo>
                  <a:pt x="1878455" y="3069402"/>
                </a:lnTo>
                <a:cubicBezTo>
                  <a:pt x="1878873" y="3070135"/>
                  <a:pt x="1878873" y="3071338"/>
                  <a:pt x="1878455" y="3072071"/>
                </a:cubicBezTo>
                <a:lnTo>
                  <a:pt x="1867572" y="3090906"/>
                </a:lnTo>
                <a:cubicBezTo>
                  <a:pt x="1867153" y="3091639"/>
                  <a:pt x="1866107" y="3092267"/>
                  <a:pt x="1865270" y="3092267"/>
                </a:cubicBezTo>
                <a:lnTo>
                  <a:pt x="1843556" y="3092267"/>
                </a:lnTo>
                <a:cubicBezTo>
                  <a:pt x="1842719" y="3092267"/>
                  <a:pt x="1841672" y="3091639"/>
                  <a:pt x="1841254" y="3090906"/>
                </a:cubicBezTo>
                <a:lnTo>
                  <a:pt x="1830371" y="3072071"/>
                </a:lnTo>
                <a:cubicBezTo>
                  <a:pt x="1829952" y="3071338"/>
                  <a:pt x="1829952" y="3070135"/>
                  <a:pt x="1830371" y="3069402"/>
                </a:cubicBezTo>
                <a:lnTo>
                  <a:pt x="1841254" y="3050566"/>
                </a:lnTo>
                <a:cubicBezTo>
                  <a:pt x="1841672" y="3049834"/>
                  <a:pt x="1842719" y="3049206"/>
                  <a:pt x="1843556" y="3049206"/>
                </a:cubicBezTo>
                <a:close/>
                <a:moveTo>
                  <a:pt x="1678115" y="3048945"/>
                </a:moveTo>
                <a:lnTo>
                  <a:pt x="1700090" y="3048945"/>
                </a:lnTo>
                <a:cubicBezTo>
                  <a:pt x="1700980" y="3048945"/>
                  <a:pt x="1702026" y="3049573"/>
                  <a:pt x="1702445" y="3050305"/>
                </a:cubicBezTo>
                <a:lnTo>
                  <a:pt x="1713432" y="3069350"/>
                </a:lnTo>
                <a:cubicBezTo>
                  <a:pt x="1713851" y="3070083"/>
                  <a:pt x="1713851" y="3071339"/>
                  <a:pt x="1713432" y="3072071"/>
                </a:cubicBezTo>
                <a:lnTo>
                  <a:pt x="1702445" y="3091116"/>
                </a:lnTo>
                <a:cubicBezTo>
                  <a:pt x="1702026" y="3091849"/>
                  <a:pt x="1700980" y="3092477"/>
                  <a:pt x="1700090" y="3092477"/>
                </a:cubicBezTo>
                <a:lnTo>
                  <a:pt x="1678115" y="3092477"/>
                </a:lnTo>
                <a:cubicBezTo>
                  <a:pt x="1677226" y="3092477"/>
                  <a:pt x="1676179" y="3091849"/>
                  <a:pt x="1675760" y="3091116"/>
                </a:cubicBezTo>
                <a:lnTo>
                  <a:pt x="1664773" y="3072071"/>
                </a:lnTo>
                <a:cubicBezTo>
                  <a:pt x="1664354" y="3071339"/>
                  <a:pt x="1664354" y="3070083"/>
                  <a:pt x="1664773" y="3069350"/>
                </a:cubicBezTo>
                <a:lnTo>
                  <a:pt x="1675760" y="3050305"/>
                </a:lnTo>
                <a:cubicBezTo>
                  <a:pt x="1676179" y="3049573"/>
                  <a:pt x="1677226" y="3048945"/>
                  <a:pt x="1678115" y="3048945"/>
                </a:cubicBezTo>
                <a:close/>
                <a:moveTo>
                  <a:pt x="519346" y="3045858"/>
                </a:moveTo>
                <a:lnTo>
                  <a:pt x="544460" y="3045858"/>
                </a:lnTo>
                <a:cubicBezTo>
                  <a:pt x="545454" y="3045858"/>
                  <a:pt x="546658" y="3046591"/>
                  <a:pt x="547129" y="3047428"/>
                </a:cubicBezTo>
                <a:lnTo>
                  <a:pt x="559686" y="3069194"/>
                </a:lnTo>
                <a:cubicBezTo>
                  <a:pt x="560157" y="3070031"/>
                  <a:pt x="560157" y="3071443"/>
                  <a:pt x="559686" y="3072280"/>
                </a:cubicBezTo>
                <a:lnTo>
                  <a:pt x="547129" y="3094046"/>
                </a:lnTo>
                <a:cubicBezTo>
                  <a:pt x="546658" y="3094936"/>
                  <a:pt x="545454" y="3095616"/>
                  <a:pt x="544460" y="3095616"/>
                </a:cubicBezTo>
                <a:lnTo>
                  <a:pt x="519346" y="3095616"/>
                </a:lnTo>
                <a:cubicBezTo>
                  <a:pt x="518352" y="3095616"/>
                  <a:pt x="517148" y="3094883"/>
                  <a:pt x="516677" y="3094046"/>
                </a:cubicBezTo>
                <a:lnTo>
                  <a:pt x="504120" y="3072280"/>
                </a:lnTo>
                <a:cubicBezTo>
                  <a:pt x="503649" y="3071443"/>
                  <a:pt x="503649" y="3070031"/>
                  <a:pt x="504120" y="3069194"/>
                </a:cubicBezTo>
                <a:lnTo>
                  <a:pt x="516677" y="3047428"/>
                </a:lnTo>
                <a:cubicBezTo>
                  <a:pt x="517148" y="3046538"/>
                  <a:pt x="518352" y="3045858"/>
                  <a:pt x="519346" y="3045858"/>
                </a:cubicBezTo>
                <a:close/>
                <a:moveTo>
                  <a:pt x="269561" y="3042195"/>
                </a:moveTo>
                <a:lnTo>
                  <a:pt x="298338" y="3042195"/>
                </a:lnTo>
                <a:cubicBezTo>
                  <a:pt x="299489" y="3042195"/>
                  <a:pt x="300849" y="3042980"/>
                  <a:pt x="301425" y="3043974"/>
                </a:cubicBezTo>
                <a:lnTo>
                  <a:pt x="315813" y="3068932"/>
                </a:lnTo>
                <a:cubicBezTo>
                  <a:pt x="316389" y="3069926"/>
                  <a:pt x="316389" y="3071495"/>
                  <a:pt x="315813" y="3072489"/>
                </a:cubicBezTo>
                <a:lnTo>
                  <a:pt x="301425" y="3097447"/>
                </a:lnTo>
                <a:cubicBezTo>
                  <a:pt x="300849" y="3098441"/>
                  <a:pt x="299489" y="3099226"/>
                  <a:pt x="298338" y="3099226"/>
                </a:cubicBezTo>
                <a:lnTo>
                  <a:pt x="269561" y="3099226"/>
                </a:lnTo>
                <a:cubicBezTo>
                  <a:pt x="268410" y="3099226"/>
                  <a:pt x="267050" y="3098441"/>
                  <a:pt x="266474" y="3097447"/>
                </a:cubicBezTo>
                <a:lnTo>
                  <a:pt x="252086" y="3072489"/>
                </a:lnTo>
                <a:cubicBezTo>
                  <a:pt x="251510" y="3071495"/>
                  <a:pt x="251510" y="3069926"/>
                  <a:pt x="252086" y="3068932"/>
                </a:cubicBezTo>
                <a:lnTo>
                  <a:pt x="266474" y="3043974"/>
                </a:lnTo>
                <a:cubicBezTo>
                  <a:pt x="267050" y="3042980"/>
                  <a:pt x="268410" y="3042195"/>
                  <a:pt x="269561" y="3042195"/>
                </a:cubicBezTo>
                <a:close/>
                <a:moveTo>
                  <a:pt x="433695" y="3039841"/>
                </a:moveTo>
                <a:lnTo>
                  <a:pt x="464878" y="3039841"/>
                </a:lnTo>
                <a:cubicBezTo>
                  <a:pt x="466134" y="3039841"/>
                  <a:pt x="467599" y="3040730"/>
                  <a:pt x="468227" y="3041777"/>
                </a:cubicBezTo>
                <a:lnTo>
                  <a:pt x="483819" y="3068775"/>
                </a:lnTo>
                <a:cubicBezTo>
                  <a:pt x="484446" y="3069874"/>
                  <a:pt x="484446" y="3071600"/>
                  <a:pt x="483819" y="3072647"/>
                </a:cubicBezTo>
                <a:lnTo>
                  <a:pt x="468227" y="3099645"/>
                </a:lnTo>
                <a:cubicBezTo>
                  <a:pt x="467599" y="3100743"/>
                  <a:pt x="466082" y="3101581"/>
                  <a:pt x="464878" y="3101581"/>
                </a:cubicBezTo>
                <a:lnTo>
                  <a:pt x="433695" y="3101581"/>
                </a:lnTo>
                <a:cubicBezTo>
                  <a:pt x="432439" y="3101581"/>
                  <a:pt x="430974" y="3100691"/>
                  <a:pt x="430346" y="3099645"/>
                </a:cubicBezTo>
                <a:lnTo>
                  <a:pt x="414754" y="3072647"/>
                </a:lnTo>
                <a:cubicBezTo>
                  <a:pt x="414126" y="3071548"/>
                  <a:pt x="414126" y="3069821"/>
                  <a:pt x="414754" y="3068775"/>
                </a:cubicBezTo>
                <a:lnTo>
                  <a:pt x="430346" y="3041777"/>
                </a:lnTo>
                <a:cubicBezTo>
                  <a:pt x="430974" y="3040678"/>
                  <a:pt x="432491" y="3039841"/>
                  <a:pt x="433695" y="3039841"/>
                </a:cubicBezTo>
                <a:close/>
                <a:moveTo>
                  <a:pt x="348881" y="3035707"/>
                </a:moveTo>
                <a:lnTo>
                  <a:pt x="384198" y="3035707"/>
                </a:lnTo>
                <a:cubicBezTo>
                  <a:pt x="385559" y="3035707"/>
                  <a:pt x="387285" y="3036701"/>
                  <a:pt x="387965" y="3037904"/>
                </a:cubicBezTo>
                <a:lnTo>
                  <a:pt x="405650" y="3068513"/>
                </a:lnTo>
                <a:cubicBezTo>
                  <a:pt x="406330" y="3069769"/>
                  <a:pt x="406330" y="3071704"/>
                  <a:pt x="405650" y="3072908"/>
                </a:cubicBezTo>
                <a:lnTo>
                  <a:pt x="387965" y="3103516"/>
                </a:lnTo>
                <a:cubicBezTo>
                  <a:pt x="387285" y="3104719"/>
                  <a:pt x="385611" y="3105714"/>
                  <a:pt x="384198" y="3105714"/>
                </a:cubicBezTo>
                <a:lnTo>
                  <a:pt x="348881" y="3105714"/>
                </a:lnTo>
                <a:cubicBezTo>
                  <a:pt x="347521" y="3105714"/>
                  <a:pt x="345794" y="3104719"/>
                  <a:pt x="345114" y="3103516"/>
                </a:cubicBezTo>
                <a:lnTo>
                  <a:pt x="327429" y="3072908"/>
                </a:lnTo>
                <a:cubicBezTo>
                  <a:pt x="326749" y="3071652"/>
                  <a:pt x="326749" y="3069716"/>
                  <a:pt x="327429" y="3068513"/>
                </a:cubicBezTo>
                <a:lnTo>
                  <a:pt x="345114" y="3037904"/>
                </a:lnTo>
                <a:cubicBezTo>
                  <a:pt x="345794" y="3036701"/>
                  <a:pt x="347468" y="3035707"/>
                  <a:pt x="348881" y="3035707"/>
                </a:cubicBezTo>
                <a:close/>
                <a:moveTo>
                  <a:pt x="690856" y="2975432"/>
                </a:moveTo>
                <a:lnTo>
                  <a:pt x="703622" y="2975432"/>
                </a:lnTo>
                <a:cubicBezTo>
                  <a:pt x="704093" y="2975432"/>
                  <a:pt x="704721" y="2975798"/>
                  <a:pt x="704983" y="2976217"/>
                </a:cubicBezTo>
                <a:lnTo>
                  <a:pt x="711366" y="2987257"/>
                </a:lnTo>
                <a:cubicBezTo>
                  <a:pt x="711628" y="2987675"/>
                  <a:pt x="711628" y="2988408"/>
                  <a:pt x="711366" y="2988827"/>
                </a:cubicBezTo>
                <a:lnTo>
                  <a:pt x="704983" y="2999866"/>
                </a:lnTo>
                <a:cubicBezTo>
                  <a:pt x="704721" y="3000285"/>
                  <a:pt x="704146" y="3000651"/>
                  <a:pt x="703622" y="3000651"/>
                </a:cubicBezTo>
                <a:lnTo>
                  <a:pt x="690856" y="3000651"/>
                </a:lnTo>
                <a:cubicBezTo>
                  <a:pt x="690385" y="3000651"/>
                  <a:pt x="689757" y="3000285"/>
                  <a:pt x="689495" y="2999866"/>
                </a:cubicBezTo>
                <a:lnTo>
                  <a:pt x="683112" y="2988827"/>
                </a:lnTo>
                <a:cubicBezTo>
                  <a:pt x="682851" y="2988408"/>
                  <a:pt x="682851" y="2987675"/>
                  <a:pt x="683112" y="2987257"/>
                </a:cubicBezTo>
                <a:lnTo>
                  <a:pt x="689495" y="2976217"/>
                </a:lnTo>
                <a:cubicBezTo>
                  <a:pt x="689757" y="2975798"/>
                  <a:pt x="690333" y="2975432"/>
                  <a:pt x="690856" y="2975432"/>
                </a:cubicBezTo>
                <a:close/>
                <a:moveTo>
                  <a:pt x="856036" y="2975171"/>
                </a:moveTo>
                <a:lnTo>
                  <a:pt x="869064" y="2975171"/>
                </a:lnTo>
                <a:cubicBezTo>
                  <a:pt x="869587" y="2975171"/>
                  <a:pt x="870215" y="2975537"/>
                  <a:pt x="870477" y="2975956"/>
                </a:cubicBezTo>
                <a:lnTo>
                  <a:pt x="876964" y="2987205"/>
                </a:lnTo>
                <a:cubicBezTo>
                  <a:pt x="877226" y="2987676"/>
                  <a:pt x="877226" y="2988409"/>
                  <a:pt x="876964" y="2988827"/>
                </a:cubicBezTo>
                <a:lnTo>
                  <a:pt x="870477" y="3000076"/>
                </a:lnTo>
                <a:cubicBezTo>
                  <a:pt x="870215" y="3000495"/>
                  <a:pt x="869587" y="3000861"/>
                  <a:pt x="869064" y="3000861"/>
                </a:cubicBezTo>
                <a:lnTo>
                  <a:pt x="856036" y="3000861"/>
                </a:lnTo>
                <a:cubicBezTo>
                  <a:pt x="855513" y="3000861"/>
                  <a:pt x="854885" y="3000495"/>
                  <a:pt x="854623" y="3000076"/>
                </a:cubicBezTo>
                <a:lnTo>
                  <a:pt x="848135" y="2988827"/>
                </a:lnTo>
                <a:cubicBezTo>
                  <a:pt x="847874" y="2988356"/>
                  <a:pt x="847874" y="2987624"/>
                  <a:pt x="848135" y="2987205"/>
                </a:cubicBezTo>
                <a:lnTo>
                  <a:pt x="854623" y="2975956"/>
                </a:lnTo>
                <a:cubicBezTo>
                  <a:pt x="854885" y="2975537"/>
                  <a:pt x="855513" y="2975171"/>
                  <a:pt x="856036" y="2975171"/>
                </a:cubicBezTo>
                <a:close/>
                <a:moveTo>
                  <a:pt x="773262" y="2974962"/>
                </a:moveTo>
                <a:lnTo>
                  <a:pt x="786448" y="2974962"/>
                </a:lnTo>
                <a:cubicBezTo>
                  <a:pt x="786971" y="2974962"/>
                  <a:pt x="787599" y="2975328"/>
                  <a:pt x="787860" y="2975799"/>
                </a:cubicBezTo>
                <a:lnTo>
                  <a:pt x="794453" y="2987257"/>
                </a:lnTo>
                <a:cubicBezTo>
                  <a:pt x="794715" y="2987676"/>
                  <a:pt x="794715" y="2988409"/>
                  <a:pt x="794453" y="2988879"/>
                </a:cubicBezTo>
                <a:lnTo>
                  <a:pt x="787860" y="3000338"/>
                </a:lnTo>
                <a:cubicBezTo>
                  <a:pt x="787599" y="3000809"/>
                  <a:pt x="786971" y="3001175"/>
                  <a:pt x="786448" y="3001175"/>
                </a:cubicBezTo>
                <a:lnTo>
                  <a:pt x="773262" y="3001175"/>
                </a:lnTo>
                <a:cubicBezTo>
                  <a:pt x="772739" y="3001175"/>
                  <a:pt x="772112" y="3000809"/>
                  <a:pt x="771850" y="3000338"/>
                </a:cubicBezTo>
                <a:lnTo>
                  <a:pt x="765257" y="2988879"/>
                </a:lnTo>
                <a:cubicBezTo>
                  <a:pt x="764996" y="2988461"/>
                  <a:pt x="764996" y="2987729"/>
                  <a:pt x="765257" y="2987257"/>
                </a:cubicBezTo>
                <a:lnTo>
                  <a:pt x="771850" y="2975799"/>
                </a:lnTo>
                <a:cubicBezTo>
                  <a:pt x="772112" y="2975328"/>
                  <a:pt x="772739" y="2974962"/>
                  <a:pt x="773262" y="2974962"/>
                </a:cubicBezTo>
                <a:close/>
                <a:moveTo>
                  <a:pt x="938286" y="2974439"/>
                </a:moveTo>
                <a:lnTo>
                  <a:pt x="952046" y="2974439"/>
                </a:lnTo>
                <a:cubicBezTo>
                  <a:pt x="952570" y="2974439"/>
                  <a:pt x="953250" y="2974805"/>
                  <a:pt x="953511" y="2975276"/>
                </a:cubicBezTo>
                <a:lnTo>
                  <a:pt x="960418" y="2987205"/>
                </a:lnTo>
                <a:cubicBezTo>
                  <a:pt x="960679" y="2987676"/>
                  <a:pt x="960679" y="2988461"/>
                  <a:pt x="960418" y="2988932"/>
                </a:cubicBezTo>
                <a:lnTo>
                  <a:pt x="953511" y="3000861"/>
                </a:lnTo>
                <a:cubicBezTo>
                  <a:pt x="953250" y="3001332"/>
                  <a:pt x="952570" y="3001698"/>
                  <a:pt x="952046" y="3001698"/>
                </a:cubicBezTo>
                <a:lnTo>
                  <a:pt x="938286" y="3001698"/>
                </a:lnTo>
                <a:cubicBezTo>
                  <a:pt x="937762" y="3001698"/>
                  <a:pt x="937082" y="3001332"/>
                  <a:pt x="936821" y="3000861"/>
                </a:cubicBezTo>
                <a:lnTo>
                  <a:pt x="929914" y="2988932"/>
                </a:lnTo>
                <a:cubicBezTo>
                  <a:pt x="929653" y="2988461"/>
                  <a:pt x="929653" y="2987676"/>
                  <a:pt x="929914" y="2987205"/>
                </a:cubicBezTo>
                <a:lnTo>
                  <a:pt x="936821" y="2975276"/>
                </a:lnTo>
                <a:cubicBezTo>
                  <a:pt x="937082" y="2974805"/>
                  <a:pt x="937762" y="2974439"/>
                  <a:pt x="938286" y="2974439"/>
                </a:cubicBezTo>
                <a:close/>
                <a:moveTo>
                  <a:pt x="607665" y="2974439"/>
                </a:moveTo>
                <a:lnTo>
                  <a:pt x="621425" y="2974439"/>
                </a:lnTo>
                <a:cubicBezTo>
                  <a:pt x="621949" y="2974439"/>
                  <a:pt x="622629" y="2974805"/>
                  <a:pt x="622890" y="2975276"/>
                </a:cubicBezTo>
                <a:lnTo>
                  <a:pt x="629797" y="2987205"/>
                </a:lnTo>
                <a:cubicBezTo>
                  <a:pt x="630058" y="2987676"/>
                  <a:pt x="630058" y="2988461"/>
                  <a:pt x="629797" y="2988932"/>
                </a:cubicBezTo>
                <a:lnTo>
                  <a:pt x="622890" y="3000861"/>
                </a:lnTo>
                <a:cubicBezTo>
                  <a:pt x="622629" y="3001332"/>
                  <a:pt x="621949" y="3001698"/>
                  <a:pt x="621425" y="3001698"/>
                </a:cubicBezTo>
                <a:lnTo>
                  <a:pt x="607665" y="3001698"/>
                </a:lnTo>
                <a:cubicBezTo>
                  <a:pt x="607141" y="3001698"/>
                  <a:pt x="606461" y="3001332"/>
                  <a:pt x="606200" y="3000861"/>
                </a:cubicBezTo>
                <a:lnTo>
                  <a:pt x="599293" y="2988932"/>
                </a:lnTo>
                <a:cubicBezTo>
                  <a:pt x="599032" y="2988461"/>
                  <a:pt x="599032" y="2987676"/>
                  <a:pt x="599293" y="2987205"/>
                </a:cubicBezTo>
                <a:lnTo>
                  <a:pt x="606200" y="2975276"/>
                </a:lnTo>
                <a:cubicBezTo>
                  <a:pt x="606461" y="2974805"/>
                  <a:pt x="607141" y="2974439"/>
                  <a:pt x="607665" y="2974439"/>
                </a:cubicBezTo>
                <a:close/>
                <a:moveTo>
                  <a:pt x="2342653" y="2972764"/>
                </a:moveTo>
                <a:lnTo>
                  <a:pt x="2358140" y="2972764"/>
                </a:lnTo>
                <a:cubicBezTo>
                  <a:pt x="2358768" y="2972764"/>
                  <a:pt x="2359501" y="2973182"/>
                  <a:pt x="2359815" y="2973706"/>
                </a:cubicBezTo>
                <a:lnTo>
                  <a:pt x="2367559" y="2987100"/>
                </a:lnTo>
                <a:cubicBezTo>
                  <a:pt x="2367872" y="2987676"/>
                  <a:pt x="2367872" y="2988513"/>
                  <a:pt x="2367559" y="2989036"/>
                </a:cubicBezTo>
                <a:lnTo>
                  <a:pt x="2359815" y="3002430"/>
                </a:lnTo>
                <a:cubicBezTo>
                  <a:pt x="2359501" y="3002953"/>
                  <a:pt x="2358768" y="3003372"/>
                  <a:pt x="2358140" y="3003372"/>
                </a:cubicBezTo>
                <a:lnTo>
                  <a:pt x="2342653" y="3003372"/>
                </a:lnTo>
                <a:cubicBezTo>
                  <a:pt x="2342026" y="3003372"/>
                  <a:pt x="2341293" y="3002953"/>
                  <a:pt x="2340979" y="3002430"/>
                </a:cubicBezTo>
                <a:lnTo>
                  <a:pt x="2333235" y="2989036"/>
                </a:lnTo>
                <a:cubicBezTo>
                  <a:pt x="2332922" y="2988461"/>
                  <a:pt x="2332922" y="2987623"/>
                  <a:pt x="2333235" y="2987100"/>
                </a:cubicBezTo>
                <a:lnTo>
                  <a:pt x="2340979" y="2973706"/>
                </a:lnTo>
                <a:cubicBezTo>
                  <a:pt x="2341293" y="2973182"/>
                  <a:pt x="2342026" y="2972764"/>
                  <a:pt x="2342653" y="2972764"/>
                </a:cubicBezTo>
                <a:close/>
                <a:moveTo>
                  <a:pt x="2177368" y="2972764"/>
                </a:moveTo>
                <a:lnTo>
                  <a:pt x="2192855" y="2972764"/>
                </a:lnTo>
                <a:cubicBezTo>
                  <a:pt x="2193483" y="2972764"/>
                  <a:pt x="2194216" y="2973182"/>
                  <a:pt x="2194529" y="2973706"/>
                </a:cubicBezTo>
                <a:lnTo>
                  <a:pt x="2202274" y="2987100"/>
                </a:lnTo>
                <a:cubicBezTo>
                  <a:pt x="2202587" y="2987676"/>
                  <a:pt x="2202587" y="2988513"/>
                  <a:pt x="2202274" y="2989036"/>
                </a:cubicBezTo>
                <a:lnTo>
                  <a:pt x="2194529" y="3002430"/>
                </a:lnTo>
                <a:cubicBezTo>
                  <a:pt x="2194216" y="3002953"/>
                  <a:pt x="2193483" y="3003372"/>
                  <a:pt x="2192855" y="3003372"/>
                </a:cubicBezTo>
                <a:lnTo>
                  <a:pt x="2177368" y="3003372"/>
                </a:lnTo>
                <a:cubicBezTo>
                  <a:pt x="2176741" y="3003372"/>
                  <a:pt x="2176008" y="3002953"/>
                  <a:pt x="2175694" y="3002430"/>
                </a:cubicBezTo>
                <a:lnTo>
                  <a:pt x="2167950" y="2989036"/>
                </a:lnTo>
                <a:cubicBezTo>
                  <a:pt x="2167637" y="2988461"/>
                  <a:pt x="2167637" y="2987623"/>
                  <a:pt x="2167950" y="2987100"/>
                </a:cubicBezTo>
                <a:lnTo>
                  <a:pt x="2175694" y="2973706"/>
                </a:lnTo>
                <a:cubicBezTo>
                  <a:pt x="2176008" y="2973182"/>
                  <a:pt x="2176741" y="2972764"/>
                  <a:pt x="2177368" y="2972764"/>
                </a:cubicBezTo>
                <a:close/>
                <a:moveTo>
                  <a:pt x="1846643" y="2972607"/>
                </a:moveTo>
                <a:lnTo>
                  <a:pt x="1862287" y="2972607"/>
                </a:lnTo>
                <a:cubicBezTo>
                  <a:pt x="1862915" y="2972607"/>
                  <a:pt x="1863647" y="2973026"/>
                  <a:pt x="1863961" y="2973549"/>
                </a:cubicBezTo>
                <a:lnTo>
                  <a:pt x="1871757" y="2987100"/>
                </a:lnTo>
                <a:cubicBezTo>
                  <a:pt x="1872071" y="2987623"/>
                  <a:pt x="1872071" y="2988513"/>
                  <a:pt x="1871757" y="2989036"/>
                </a:cubicBezTo>
                <a:lnTo>
                  <a:pt x="1863961" y="3002587"/>
                </a:lnTo>
                <a:cubicBezTo>
                  <a:pt x="1863647" y="3003111"/>
                  <a:pt x="1862915" y="3003529"/>
                  <a:pt x="1862287" y="3003529"/>
                </a:cubicBezTo>
                <a:lnTo>
                  <a:pt x="1846643" y="3003529"/>
                </a:lnTo>
                <a:cubicBezTo>
                  <a:pt x="1846015" y="3003529"/>
                  <a:pt x="1845282" y="3003111"/>
                  <a:pt x="1844968" y="3002587"/>
                </a:cubicBezTo>
                <a:lnTo>
                  <a:pt x="1837172" y="2989036"/>
                </a:lnTo>
                <a:cubicBezTo>
                  <a:pt x="1836859" y="2988513"/>
                  <a:pt x="1836859" y="2987623"/>
                  <a:pt x="1837172" y="2987100"/>
                </a:cubicBezTo>
                <a:lnTo>
                  <a:pt x="1844968" y="2973549"/>
                </a:lnTo>
                <a:cubicBezTo>
                  <a:pt x="1845282" y="2973026"/>
                  <a:pt x="1846015" y="2972607"/>
                  <a:pt x="1846643" y="2972607"/>
                </a:cubicBezTo>
                <a:close/>
                <a:moveTo>
                  <a:pt x="1598533" y="2972398"/>
                </a:moveTo>
                <a:lnTo>
                  <a:pt x="1614334" y="2972398"/>
                </a:lnTo>
                <a:cubicBezTo>
                  <a:pt x="1614962" y="2972398"/>
                  <a:pt x="1615695" y="2972869"/>
                  <a:pt x="1616009" y="2973392"/>
                </a:cubicBezTo>
                <a:lnTo>
                  <a:pt x="1623909" y="2987048"/>
                </a:lnTo>
                <a:cubicBezTo>
                  <a:pt x="1624223" y="2987571"/>
                  <a:pt x="1624223" y="2988461"/>
                  <a:pt x="1623909" y="2988984"/>
                </a:cubicBezTo>
                <a:lnTo>
                  <a:pt x="1616009" y="3002640"/>
                </a:lnTo>
                <a:cubicBezTo>
                  <a:pt x="1615695" y="3003216"/>
                  <a:pt x="1614962" y="3003634"/>
                  <a:pt x="1614334" y="3003634"/>
                </a:cubicBezTo>
                <a:lnTo>
                  <a:pt x="1598533" y="3003634"/>
                </a:lnTo>
                <a:cubicBezTo>
                  <a:pt x="1597905" y="3003634"/>
                  <a:pt x="1597173" y="3003163"/>
                  <a:pt x="1596859" y="3002640"/>
                </a:cubicBezTo>
                <a:lnTo>
                  <a:pt x="1588958" y="2988984"/>
                </a:lnTo>
                <a:cubicBezTo>
                  <a:pt x="1588645" y="2988461"/>
                  <a:pt x="1588645" y="2987571"/>
                  <a:pt x="1588958" y="2987048"/>
                </a:cubicBezTo>
                <a:lnTo>
                  <a:pt x="1596859" y="2973392"/>
                </a:lnTo>
                <a:cubicBezTo>
                  <a:pt x="1597173" y="2972816"/>
                  <a:pt x="1597905" y="2972398"/>
                  <a:pt x="1598533" y="2972398"/>
                </a:cubicBezTo>
                <a:close/>
                <a:moveTo>
                  <a:pt x="2094491" y="2972346"/>
                </a:moveTo>
                <a:lnTo>
                  <a:pt x="2110344" y="2972346"/>
                </a:lnTo>
                <a:cubicBezTo>
                  <a:pt x="2110972" y="2972346"/>
                  <a:pt x="2111705" y="2972817"/>
                  <a:pt x="2112019" y="2973340"/>
                </a:cubicBezTo>
                <a:lnTo>
                  <a:pt x="2119920" y="2987048"/>
                </a:lnTo>
                <a:cubicBezTo>
                  <a:pt x="2120233" y="2987571"/>
                  <a:pt x="2120233" y="2988461"/>
                  <a:pt x="2119920" y="2988984"/>
                </a:cubicBezTo>
                <a:lnTo>
                  <a:pt x="2112019" y="3002693"/>
                </a:lnTo>
                <a:cubicBezTo>
                  <a:pt x="2111705" y="3003268"/>
                  <a:pt x="2110972" y="3003687"/>
                  <a:pt x="2110344" y="3003687"/>
                </a:cubicBezTo>
                <a:lnTo>
                  <a:pt x="2094491" y="3003687"/>
                </a:lnTo>
                <a:cubicBezTo>
                  <a:pt x="2093863" y="3003687"/>
                  <a:pt x="2093131" y="3003216"/>
                  <a:pt x="2092817" y="3002693"/>
                </a:cubicBezTo>
                <a:lnTo>
                  <a:pt x="2084916" y="2988984"/>
                </a:lnTo>
                <a:cubicBezTo>
                  <a:pt x="2084603" y="2988461"/>
                  <a:pt x="2084603" y="2987571"/>
                  <a:pt x="2084916" y="2987048"/>
                </a:cubicBezTo>
                <a:lnTo>
                  <a:pt x="2092817" y="2973340"/>
                </a:lnTo>
                <a:cubicBezTo>
                  <a:pt x="2093131" y="2972765"/>
                  <a:pt x="2093863" y="2972346"/>
                  <a:pt x="2094491" y="2972346"/>
                </a:cubicBezTo>
                <a:close/>
                <a:moveTo>
                  <a:pt x="1019803" y="2972084"/>
                </a:moveTo>
                <a:lnTo>
                  <a:pt x="1035918" y="2972084"/>
                </a:lnTo>
                <a:cubicBezTo>
                  <a:pt x="1036546" y="2972084"/>
                  <a:pt x="1037331" y="2972502"/>
                  <a:pt x="1037644" y="2973078"/>
                </a:cubicBezTo>
                <a:lnTo>
                  <a:pt x="1045702" y="2987048"/>
                </a:lnTo>
                <a:cubicBezTo>
                  <a:pt x="1046016" y="2987571"/>
                  <a:pt x="1046016" y="2988461"/>
                  <a:pt x="1045702" y="2989036"/>
                </a:cubicBezTo>
                <a:lnTo>
                  <a:pt x="1037644" y="3003006"/>
                </a:lnTo>
                <a:cubicBezTo>
                  <a:pt x="1037331" y="3003529"/>
                  <a:pt x="1036546" y="3004000"/>
                  <a:pt x="1035918" y="3004000"/>
                </a:cubicBezTo>
                <a:lnTo>
                  <a:pt x="1019803" y="3004000"/>
                </a:lnTo>
                <a:cubicBezTo>
                  <a:pt x="1019175" y="3004000"/>
                  <a:pt x="1018390" y="3003581"/>
                  <a:pt x="1018076" y="3003006"/>
                </a:cubicBezTo>
                <a:lnTo>
                  <a:pt x="1010018" y="2989036"/>
                </a:lnTo>
                <a:cubicBezTo>
                  <a:pt x="1009705" y="2988513"/>
                  <a:pt x="1009705" y="2987623"/>
                  <a:pt x="1010018" y="2987048"/>
                </a:cubicBezTo>
                <a:lnTo>
                  <a:pt x="1018076" y="2973078"/>
                </a:lnTo>
                <a:cubicBezTo>
                  <a:pt x="1018390" y="2972555"/>
                  <a:pt x="1019175" y="2972084"/>
                  <a:pt x="1019803" y="2972084"/>
                </a:cubicBezTo>
                <a:close/>
                <a:moveTo>
                  <a:pt x="1515655" y="2971927"/>
                </a:moveTo>
                <a:lnTo>
                  <a:pt x="1531927" y="2971927"/>
                </a:lnTo>
                <a:cubicBezTo>
                  <a:pt x="1532555" y="2971927"/>
                  <a:pt x="1533340" y="2972346"/>
                  <a:pt x="1533654" y="2972921"/>
                </a:cubicBezTo>
                <a:lnTo>
                  <a:pt x="1541816" y="2987048"/>
                </a:lnTo>
                <a:cubicBezTo>
                  <a:pt x="1542130" y="2987624"/>
                  <a:pt x="1542130" y="2988513"/>
                  <a:pt x="1541816" y="2989089"/>
                </a:cubicBezTo>
                <a:lnTo>
                  <a:pt x="1533654" y="3003216"/>
                </a:lnTo>
                <a:cubicBezTo>
                  <a:pt x="1533340" y="3003739"/>
                  <a:pt x="1532555" y="3004209"/>
                  <a:pt x="1531927" y="3004209"/>
                </a:cubicBezTo>
                <a:lnTo>
                  <a:pt x="1515655" y="3004209"/>
                </a:lnTo>
                <a:cubicBezTo>
                  <a:pt x="1515027" y="3004209"/>
                  <a:pt x="1514243" y="3003791"/>
                  <a:pt x="1513929" y="3003216"/>
                </a:cubicBezTo>
                <a:lnTo>
                  <a:pt x="1505766" y="2989089"/>
                </a:lnTo>
                <a:cubicBezTo>
                  <a:pt x="1505453" y="2988513"/>
                  <a:pt x="1505453" y="2987624"/>
                  <a:pt x="1505766" y="2987048"/>
                </a:cubicBezTo>
                <a:lnTo>
                  <a:pt x="1513929" y="2972921"/>
                </a:lnTo>
                <a:cubicBezTo>
                  <a:pt x="1514243" y="2972398"/>
                  <a:pt x="1515027" y="2971927"/>
                  <a:pt x="1515655" y="2971927"/>
                </a:cubicBezTo>
                <a:close/>
                <a:moveTo>
                  <a:pt x="2424850" y="2971875"/>
                </a:moveTo>
                <a:lnTo>
                  <a:pt x="2441174" y="2971875"/>
                </a:lnTo>
                <a:cubicBezTo>
                  <a:pt x="2441802" y="2971875"/>
                  <a:pt x="2442587" y="2972294"/>
                  <a:pt x="2442901" y="2972869"/>
                </a:cubicBezTo>
                <a:lnTo>
                  <a:pt x="2451063" y="2986996"/>
                </a:lnTo>
                <a:cubicBezTo>
                  <a:pt x="2451378" y="2987572"/>
                  <a:pt x="2451378" y="2988461"/>
                  <a:pt x="2451063" y="2989037"/>
                </a:cubicBezTo>
                <a:lnTo>
                  <a:pt x="2442901" y="3003164"/>
                </a:lnTo>
                <a:cubicBezTo>
                  <a:pt x="2442587" y="3003687"/>
                  <a:pt x="2441802" y="3004158"/>
                  <a:pt x="2441174" y="3004158"/>
                </a:cubicBezTo>
                <a:lnTo>
                  <a:pt x="2424850" y="3004158"/>
                </a:lnTo>
                <a:cubicBezTo>
                  <a:pt x="2424222" y="3004158"/>
                  <a:pt x="2423437" y="3003739"/>
                  <a:pt x="2423124" y="3003164"/>
                </a:cubicBezTo>
                <a:lnTo>
                  <a:pt x="2414961" y="2989037"/>
                </a:lnTo>
                <a:cubicBezTo>
                  <a:pt x="2414648" y="2988461"/>
                  <a:pt x="2414648" y="2987572"/>
                  <a:pt x="2414961" y="2986996"/>
                </a:cubicBezTo>
                <a:lnTo>
                  <a:pt x="2423124" y="2972869"/>
                </a:lnTo>
                <a:cubicBezTo>
                  <a:pt x="2423437" y="2972346"/>
                  <a:pt x="2424222" y="2971875"/>
                  <a:pt x="2424850" y="2971875"/>
                </a:cubicBezTo>
                <a:close/>
                <a:moveTo>
                  <a:pt x="2672803" y="2971822"/>
                </a:moveTo>
                <a:lnTo>
                  <a:pt x="2689232" y="2971822"/>
                </a:lnTo>
                <a:cubicBezTo>
                  <a:pt x="2689912" y="2971822"/>
                  <a:pt x="2690697" y="2972240"/>
                  <a:pt x="2691011" y="2972816"/>
                </a:cubicBezTo>
                <a:lnTo>
                  <a:pt x="2699226" y="2987047"/>
                </a:lnTo>
                <a:cubicBezTo>
                  <a:pt x="2699539" y="2987623"/>
                  <a:pt x="2699539" y="2988512"/>
                  <a:pt x="2699226" y="2989088"/>
                </a:cubicBezTo>
                <a:lnTo>
                  <a:pt x="2691011" y="3003319"/>
                </a:lnTo>
                <a:cubicBezTo>
                  <a:pt x="2690645" y="3003843"/>
                  <a:pt x="2689860" y="3004314"/>
                  <a:pt x="2689232" y="3004314"/>
                </a:cubicBezTo>
                <a:lnTo>
                  <a:pt x="2672803" y="3004314"/>
                </a:lnTo>
                <a:cubicBezTo>
                  <a:pt x="2672123" y="3004314"/>
                  <a:pt x="2671338" y="3003895"/>
                  <a:pt x="2671024" y="3003319"/>
                </a:cubicBezTo>
                <a:lnTo>
                  <a:pt x="2662809" y="2989088"/>
                </a:lnTo>
                <a:cubicBezTo>
                  <a:pt x="2662496" y="2988512"/>
                  <a:pt x="2662496" y="2987623"/>
                  <a:pt x="2662809" y="2987047"/>
                </a:cubicBezTo>
                <a:lnTo>
                  <a:pt x="2671024" y="2972816"/>
                </a:lnTo>
                <a:cubicBezTo>
                  <a:pt x="2671390" y="2972293"/>
                  <a:pt x="2672175" y="2971822"/>
                  <a:pt x="2672803" y="2971822"/>
                </a:cubicBezTo>
                <a:close/>
                <a:moveTo>
                  <a:pt x="2589873" y="2971247"/>
                </a:moveTo>
                <a:lnTo>
                  <a:pt x="2606877" y="2971247"/>
                </a:lnTo>
                <a:cubicBezTo>
                  <a:pt x="2607558" y="2971247"/>
                  <a:pt x="2608395" y="2971718"/>
                  <a:pt x="2608709" y="2972293"/>
                </a:cubicBezTo>
                <a:lnTo>
                  <a:pt x="2617185" y="2986996"/>
                </a:lnTo>
                <a:cubicBezTo>
                  <a:pt x="2617499" y="2987571"/>
                  <a:pt x="2617499" y="2988513"/>
                  <a:pt x="2617185" y="2989089"/>
                </a:cubicBezTo>
                <a:lnTo>
                  <a:pt x="2608709" y="3003791"/>
                </a:lnTo>
                <a:cubicBezTo>
                  <a:pt x="2608343" y="3004367"/>
                  <a:pt x="2607558" y="3004838"/>
                  <a:pt x="2606877" y="3004838"/>
                </a:cubicBezTo>
                <a:lnTo>
                  <a:pt x="2589873" y="3004838"/>
                </a:lnTo>
                <a:cubicBezTo>
                  <a:pt x="2589193" y="3004838"/>
                  <a:pt x="2588355" y="3004367"/>
                  <a:pt x="2588042" y="3003791"/>
                </a:cubicBezTo>
                <a:lnTo>
                  <a:pt x="2579566" y="2989089"/>
                </a:lnTo>
                <a:cubicBezTo>
                  <a:pt x="2579251" y="2988513"/>
                  <a:pt x="2579251" y="2987571"/>
                  <a:pt x="2579566" y="2986996"/>
                </a:cubicBezTo>
                <a:lnTo>
                  <a:pt x="2588042" y="2972293"/>
                </a:lnTo>
                <a:cubicBezTo>
                  <a:pt x="2588408" y="2971718"/>
                  <a:pt x="2589193" y="2971247"/>
                  <a:pt x="2589873" y="2971247"/>
                </a:cubicBezTo>
                <a:close/>
                <a:moveTo>
                  <a:pt x="1680626" y="2971247"/>
                </a:moveTo>
                <a:lnTo>
                  <a:pt x="1697630" y="2971247"/>
                </a:lnTo>
                <a:cubicBezTo>
                  <a:pt x="1698310" y="2971247"/>
                  <a:pt x="1699148" y="2971718"/>
                  <a:pt x="1699462" y="2972293"/>
                </a:cubicBezTo>
                <a:lnTo>
                  <a:pt x="1707938" y="2986996"/>
                </a:lnTo>
                <a:cubicBezTo>
                  <a:pt x="1708252" y="2987571"/>
                  <a:pt x="1708252" y="2988513"/>
                  <a:pt x="1707938" y="2989089"/>
                </a:cubicBezTo>
                <a:lnTo>
                  <a:pt x="1699462" y="3003791"/>
                </a:lnTo>
                <a:cubicBezTo>
                  <a:pt x="1699095" y="3004367"/>
                  <a:pt x="1698310" y="3004838"/>
                  <a:pt x="1697630" y="3004838"/>
                </a:cubicBezTo>
                <a:lnTo>
                  <a:pt x="1680626" y="3004838"/>
                </a:lnTo>
                <a:cubicBezTo>
                  <a:pt x="1679946" y="3004838"/>
                  <a:pt x="1679108" y="3004367"/>
                  <a:pt x="1678795" y="3003791"/>
                </a:cubicBezTo>
                <a:lnTo>
                  <a:pt x="1670318" y="2989089"/>
                </a:lnTo>
                <a:cubicBezTo>
                  <a:pt x="1670005" y="2988513"/>
                  <a:pt x="1670005" y="2987571"/>
                  <a:pt x="1670318" y="2986996"/>
                </a:cubicBezTo>
                <a:lnTo>
                  <a:pt x="1678795" y="2972293"/>
                </a:lnTo>
                <a:cubicBezTo>
                  <a:pt x="1679161" y="2971718"/>
                  <a:pt x="1679946" y="2971247"/>
                  <a:pt x="1680626" y="2971247"/>
                </a:cubicBezTo>
                <a:close/>
                <a:moveTo>
                  <a:pt x="2011195" y="2971142"/>
                </a:moveTo>
                <a:lnTo>
                  <a:pt x="2028305" y="2971142"/>
                </a:lnTo>
                <a:cubicBezTo>
                  <a:pt x="2028985" y="2971142"/>
                  <a:pt x="2029821" y="2971613"/>
                  <a:pt x="2030136" y="2972188"/>
                </a:cubicBezTo>
                <a:lnTo>
                  <a:pt x="2038664" y="2986995"/>
                </a:lnTo>
                <a:cubicBezTo>
                  <a:pt x="2038978" y="2987571"/>
                  <a:pt x="2038978" y="2988513"/>
                  <a:pt x="2038664" y="2989088"/>
                </a:cubicBezTo>
                <a:lnTo>
                  <a:pt x="2030136" y="3003895"/>
                </a:lnTo>
                <a:cubicBezTo>
                  <a:pt x="2029821" y="3004471"/>
                  <a:pt x="2028985" y="3004942"/>
                  <a:pt x="2028305" y="3004942"/>
                </a:cubicBezTo>
                <a:lnTo>
                  <a:pt x="2011195" y="3004942"/>
                </a:lnTo>
                <a:cubicBezTo>
                  <a:pt x="2010515" y="3004942"/>
                  <a:pt x="2009678" y="3004471"/>
                  <a:pt x="2009364" y="3003895"/>
                </a:cubicBezTo>
                <a:lnTo>
                  <a:pt x="2000836" y="2989088"/>
                </a:lnTo>
                <a:cubicBezTo>
                  <a:pt x="2000521" y="2988513"/>
                  <a:pt x="2000521" y="2987571"/>
                  <a:pt x="2000836" y="2986995"/>
                </a:cubicBezTo>
                <a:lnTo>
                  <a:pt x="2009364" y="2972188"/>
                </a:lnTo>
                <a:cubicBezTo>
                  <a:pt x="2009678" y="2971613"/>
                  <a:pt x="2010515" y="2971142"/>
                  <a:pt x="2011195" y="2971142"/>
                </a:cubicBezTo>
                <a:close/>
                <a:moveTo>
                  <a:pt x="2507048" y="2970828"/>
                </a:moveTo>
                <a:lnTo>
                  <a:pt x="2524419" y="2970828"/>
                </a:lnTo>
                <a:cubicBezTo>
                  <a:pt x="2525099" y="2970828"/>
                  <a:pt x="2525936" y="2971351"/>
                  <a:pt x="2526302" y="2971927"/>
                </a:cubicBezTo>
                <a:lnTo>
                  <a:pt x="2534988" y="2986995"/>
                </a:lnTo>
                <a:cubicBezTo>
                  <a:pt x="2535354" y="2987571"/>
                  <a:pt x="2535354" y="2988565"/>
                  <a:pt x="2534988" y="2989141"/>
                </a:cubicBezTo>
                <a:lnTo>
                  <a:pt x="2526302" y="3004209"/>
                </a:lnTo>
                <a:cubicBezTo>
                  <a:pt x="2525936" y="3004837"/>
                  <a:pt x="2525099" y="3005308"/>
                  <a:pt x="2524419" y="3005308"/>
                </a:cubicBezTo>
                <a:lnTo>
                  <a:pt x="2507048" y="3005308"/>
                </a:lnTo>
                <a:cubicBezTo>
                  <a:pt x="2506368" y="3005308"/>
                  <a:pt x="2505531" y="3004785"/>
                  <a:pt x="2505165" y="3004209"/>
                </a:cubicBezTo>
                <a:lnTo>
                  <a:pt x="2496479" y="2989141"/>
                </a:lnTo>
                <a:cubicBezTo>
                  <a:pt x="2496112" y="2988565"/>
                  <a:pt x="2496112" y="2987571"/>
                  <a:pt x="2496479" y="2986995"/>
                </a:cubicBezTo>
                <a:lnTo>
                  <a:pt x="2505165" y="2971927"/>
                </a:lnTo>
                <a:cubicBezTo>
                  <a:pt x="2505531" y="2971299"/>
                  <a:pt x="2506368" y="2970828"/>
                  <a:pt x="2507048" y="2970828"/>
                </a:cubicBezTo>
                <a:close/>
                <a:moveTo>
                  <a:pt x="2259095" y="2970828"/>
                </a:moveTo>
                <a:lnTo>
                  <a:pt x="2276413" y="2970828"/>
                </a:lnTo>
                <a:cubicBezTo>
                  <a:pt x="2277146" y="2970828"/>
                  <a:pt x="2277931" y="2971351"/>
                  <a:pt x="2278297" y="2971927"/>
                </a:cubicBezTo>
                <a:lnTo>
                  <a:pt x="2286982" y="2986943"/>
                </a:lnTo>
                <a:cubicBezTo>
                  <a:pt x="2287349" y="2987519"/>
                  <a:pt x="2287349" y="2988512"/>
                  <a:pt x="2286982" y="2989088"/>
                </a:cubicBezTo>
                <a:lnTo>
                  <a:pt x="2278297" y="3004105"/>
                </a:lnTo>
                <a:cubicBezTo>
                  <a:pt x="2277931" y="3004732"/>
                  <a:pt x="2277093" y="3005203"/>
                  <a:pt x="2276413" y="3005203"/>
                </a:cubicBezTo>
                <a:lnTo>
                  <a:pt x="2259095" y="3005203"/>
                </a:lnTo>
                <a:cubicBezTo>
                  <a:pt x="2258362" y="3005203"/>
                  <a:pt x="2257578" y="3004680"/>
                  <a:pt x="2257212" y="3004105"/>
                </a:cubicBezTo>
                <a:lnTo>
                  <a:pt x="2248526" y="2989088"/>
                </a:lnTo>
                <a:cubicBezTo>
                  <a:pt x="2248159" y="2988512"/>
                  <a:pt x="2248159" y="2987519"/>
                  <a:pt x="2248526" y="2986943"/>
                </a:cubicBezTo>
                <a:lnTo>
                  <a:pt x="2257212" y="2971927"/>
                </a:lnTo>
                <a:cubicBezTo>
                  <a:pt x="2257578" y="2971299"/>
                  <a:pt x="2258415" y="2970828"/>
                  <a:pt x="2259095" y="2970828"/>
                </a:cubicBezTo>
                <a:close/>
                <a:moveTo>
                  <a:pt x="1101739" y="2970619"/>
                </a:moveTo>
                <a:lnTo>
                  <a:pt x="1119319" y="2970619"/>
                </a:lnTo>
                <a:cubicBezTo>
                  <a:pt x="1119999" y="2970619"/>
                  <a:pt x="1120836" y="2971142"/>
                  <a:pt x="1121202" y="2971718"/>
                </a:cubicBezTo>
                <a:lnTo>
                  <a:pt x="1129992" y="2986943"/>
                </a:lnTo>
                <a:cubicBezTo>
                  <a:pt x="1130358" y="2987571"/>
                  <a:pt x="1130358" y="2988565"/>
                  <a:pt x="1129992" y="2989141"/>
                </a:cubicBezTo>
                <a:lnTo>
                  <a:pt x="1121202" y="3004367"/>
                </a:lnTo>
                <a:cubicBezTo>
                  <a:pt x="1120836" y="3004994"/>
                  <a:pt x="1119999" y="3005465"/>
                  <a:pt x="1119319" y="3005465"/>
                </a:cubicBezTo>
                <a:lnTo>
                  <a:pt x="1101739" y="3005465"/>
                </a:lnTo>
                <a:cubicBezTo>
                  <a:pt x="1101058" y="3005465"/>
                  <a:pt x="1100221" y="3004942"/>
                  <a:pt x="1099855" y="3004367"/>
                </a:cubicBezTo>
                <a:lnTo>
                  <a:pt x="1091065" y="2989141"/>
                </a:lnTo>
                <a:cubicBezTo>
                  <a:pt x="1090698" y="2988513"/>
                  <a:pt x="1090698" y="2987519"/>
                  <a:pt x="1091065" y="2986943"/>
                </a:cubicBezTo>
                <a:lnTo>
                  <a:pt x="1099855" y="2971718"/>
                </a:lnTo>
                <a:cubicBezTo>
                  <a:pt x="1100221" y="2971090"/>
                  <a:pt x="1101058" y="2970619"/>
                  <a:pt x="1101739" y="2970619"/>
                </a:cubicBezTo>
                <a:close/>
                <a:moveTo>
                  <a:pt x="1184302" y="2970462"/>
                </a:moveTo>
                <a:lnTo>
                  <a:pt x="1202039" y="2970462"/>
                </a:lnTo>
                <a:cubicBezTo>
                  <a:pt x="1202719" y="2970462"/>
                  <a:pt x="1203556" y="2970933"/>
                  <a:pt x="1203923" y="2971561"/>
                </a:cubicBezTo>
                <a:lnTo>
                  <a:pt x="1212817" y="2986943"/>
                </a:lnTo>
                <a:cubicBezTo>
                  <a:pt x="1213184" y="2987571"/>
                  <a:pt x="1213184" y="2988513"/>
                  <a:pt x="1212817" y="2989141"/>
                </a:cubicBezTo>
                <a:lnTo>
                  <a:pt x="1203923" y="3004524"/>
                </a:lnTo>
                <a:cubicBezTo>
                  <a:pt x="1203609" y="3005151"/>
                  <a:pt x="1202719" y="3005622"/>
                  <a:pt x="1202039" y="3005622"/>
                </a:cubicBezTo>
                <a:lnTo>
                  <a:pt x="1184302" y="3005622"/>
                </a:lnTo>
                <a:cubicBezTo>
                  <a:pt x="1183622" y="3005622"/>
                  <a:pt x="1182785" y="3005151"/>
                  <a:pt x="1182418" y="3004524"/>
                </a:cubicBezTo>
                <a:lnTo>
                  <a:pt x="1173524" y="2989141"/>
                </a:lnTo>
                <a:cubicBezTo>
                  <a:pt x="1173157" y="2988513"/>
                  <a:pt x="1173157" y="2987571"/>
                  <a:pt x="1173524" y="2986943"/>
                </a:cubicBezTo>
                <a:lnTo>
                  <a:pt x="1182418" y="2971561"/>
                </a:lnTo>
                <a:cubicBezTo>
                  <a:pt x="1182732" y="2970933"/>
                  <a:pt x="1183622" y="2970462"/>
                  <a:pt x="1184302" y="2970462"/>
                </a:cubicBezTo>
                <a:close/>
                <a:moveTo>
                  <a:pt x="1349482" y="2970200"/>
                </a:moveTo>
                <a:lnTo>
                  <a:pt x="1367533" y="2970200"/>
                </a:lnTo>
                <a:cubicBezTo>
                  <a:pt x="1368265" y="2970200"/>
                  <a:pt x="1369102" y="2970671"/>
                  <a:pt x="1369469" y="2971299"/>
                </a:cubicBezTo>
                <a:lnTo>
                  <a:pt x="1378468" y="2986943"/>
                </a:lnTo>
                <a:cubicBezTo>
                  <a:pt x="1378834" y="2987571"/>
                  <a:pt x="1378834" y="2988565"/>
                  <a:pt x="1378468" y="2989193"/>
                </a:cubicBezTo>
                <a:lnTo>
                  <a:pt x="1369469" y="3004837"/>
                </a:lnTo>
                <a:cubicBezTo>
                  <a:pt x="1369102" y="3005413"/>
                  <a:pt x="1368265" y="3005936"/>
                  <a:pt x="1367533" y="3005936"/>
                </a:cubicBezTo>
                <a:lnTo>
                  <a:pt x="1349482" y="3005936"/>
                </a:lnTo>
                <a:cubicBezTo>
                  <a:pt x="1348749" y="3005936"/>
                  <a:pt x="1347912" y="3005465"/>
                  <a:pt x="1347546" y="3004837"/>
                </a:cubicBezTo>
                <a:lnTo>
                  <a:pt x="1338547" y="2989193"/>
                </a:lnTo>
                <a:cubicBezTo>
                  <a:pt x="1338180" y="2988565"/>
                  <a:pt x="1338180" y="2987571"/>
                  <a:pt x="1338547" y="2986943"/>
                </a:cubicBezTo>
                <a:lnTo>
                  <a:pt x="1347546" y="2971299"/>
                </a:lnTo>
                <a:cubicBezTo>
                  <a:pt x="1347912" y="2970723"/>
                  <a:pt x="1348749" y="2970200"/>
                  <a:pt x="1349482" y="2970200"/>
                </a:cubicBezTo>
                <a:close/>
                <a:moveTo>
                  <a:pt x="2754321" y="2969572"/>
                </a:moveTo>
                <a:lnTo>
                  <a:pt x="2772999" y="2969572"/>
                </a:lnTo>
                <a:cubicBezTo>
                  <a:pt x="2773732" y="2969572"/>
                  <a:pt x="2774621" y="2970095"/>
                  <a:pt x="2774987" y="2970723"/>
                </a:cubicBezTo>
                <a:lnTo>
                  <a:pt x="2784301" y="2986890"/>
                </a:lnTo>
                <a:cubicBezTo>
                  <a:pt x="2784667" y="2987519"/>
                  <a:pt x="2784667" y="2988565"/>
                  <a:pt x="2784301" y="2989193"/>
                </a:cubicBezTo>
                <a:lnTo>
                  <a:pt x="2774987" y="3005360"/>
                </a:lnTo>
                <a:cubicBezTo>
                  <a:pt x="2774621" y="3005988"/>
                  <a:pt x="2773732" y="3006511"/>
                  <a:pt x="2772999" y="3006511"/>
                </a:cubicBezTo>
                <a:lnTo>
                  <a:pt x="2754321" y="3006511"/>
                </a:lnTo>
                <a:cubicBezTo>
                  <a:pt x="2753588" y="3006511"/>
                  <a:pt x="2752698" y="3005988"/>
                  <a:pt x="2752332" y="3005360"/>
                </a:cubicBezTo>
                <a:lnTo>
                  <a:pt x="2743019" y="2989193"/>
                </a:lnTo>
                <a:cubicBezTo>
                  <a:pt x="2742652" y="2988565"/>
                  <a:pt x="2742652" y="2987519"/>
                  <a:pt x="2743019" y="2986890"/>
                </a:cubicBezTo>
                <a:lnTo>
                  <a:pt x="2752332" y="2970723"/>
                </a:lnTo>
                <a:cubicBezTo>
                  <a:pt x="2752698" y="2970095"/>
                  <a:pt x="2753588" y="2969572"/>
                  <a:pt x="2754321" y="2969572"/>
                </a:cubicBezTo>
                <a:close/>
                <a:moveTo>
                  <a:pt x="1266343" y="2969258"/>
                </a:moveTo>
                <a:lnTo>
                  <a:pt x="1285335" y="2969258"/>
                </a:lnTo>
                <a:cubicBezTo>
                  <a:pt x="1286068" y="2969258"/>
                  <a:pt x="1287010" y="2969781"/>
                  <a:pt x="1287376" y="2970409"/>
                </a:cubicBezTo>
                <a:lnTo>
                  <a:pt x="1296899" y="2986890"/>
                </a:lnTo>
                <a:cubicBezTo>
                  <a:pt x="1297265" y="2987519"/>
                  <a:pt x="1297265" y="2988617"/>
                  <a:pt x="1296899" y="2989245"/>
                </a:cubicBezTo>
                <a:lnTo>
                  <a:pt x="1287376" y="3005726"/>
                </a:lnTo>
                <a:cubicBezTo>
                  <a:pt x="1287010" y="3006354"/>
                  <a:pt x="1286068" y="3006877"/>
                  <a:pt x="1285335" y="3006877"/>
                </a:cubicBezTo>
                <a:lnTo>
                  <a:pt x="1266343" y="3006877"/>
                </a:lnTo>
                <a:cubicBezTo>
                  <a:pt x="1265610" y="3006877"/>
                  <a:pt x="1264668" y="3006354"/>
                  <a:pt x="1264302" y="3005726"/>
                </a:cubicBezTo>
                <a:lnTo>
                  <a:pt x="1254780" y="2989245"/>
                </a:lnTo>
                <a:cubicBezTo>
                  <a:pt x="1254413" y="2988617"/>
                  <a:pt x="1254413" y="2987519"/>
                  <a:pt x="1254780" y="2986890"/>
                </a:cubicBezTo>
                <a:lnTo>
                  <a:pt x="1264302" y="2970409"/>
                </a:lnTo>
                <a:cubicBezTo>
                  <a:pt x="1264668" y="2969781"/>
                  <a:pt x="1265610" y="2969258"/>
                  <a:pt x="1266343" y="2969258"/>
                </a:cubicBezTo>
                <a:close/>
                <a:moveTo>
                  <a:pt x="1762248" y="2969154"/>
                </a:moveTo>
                <a:lnTo>
                  <a:pt x="1781293" y="2969154"/>
                </a:lnTo>
                <a:cubicBezTo>
                  <a:pt x="1782025" y="2969154"/>
                  <a:pt x="1782967" y="2969729"/>
                  <a:pt x="1783333" y="2970357"/>
                </a:cubicBezTo>
                <a:lnTo>
                  <a:pt x="1792856" y="2986839"/>
                </a:lnTo>
                <a:cubicBezTo>
                  <a:pt x="1793222" y="2987467"/>
                  <a:pt x="1793222" y="2988565"/>
                  <a:pt x="1792856" y="2989193"/>
                </a:cubicBezTo>
                <a:lnTo>
                  <a:pt x="1783333" y="3005674"/>
                </a:lnTo>
                <a:cubicBezTo>
                  <a:pt x="1782967" y="3006355"/>
                  <a:pt x="1782025" y="3006878"/>
                  <a:pt x="1781293" y="3006878"/>
                </a:cubicBezTo>
                <a:lnTo>
                  <a:pt x="1762248" y="3006878"/>
                </a:lnTo>
                <a:cubicBezTo>
                  <a:pt x="1761515" y="3006878"/>
                  <a:pt x="1760574" y="3006302"/>
                  <a:pt x="1760207" y="3005674"/>
                </a:cubicBezTo>
                <a:lnTo>
                  <a:pt x="1750685" y="2989193"/>
                </a:lnTo>
                <a:cubicBezTo>
                  <a:pt x="1750318" y="2988565"/>
                  <a:pt x="1750318" y="2987467"/>
                  <a:pt x="1750685" y="2986839"/>
                </a:cubicBezTo>
                <a:lnTo>
                  <a:pt x="1760207" y="2970357"/>
                </a:lnTo>
                <a:cubicBezTo>
                  <a:pt x="1760574" y="2969677"/>
                  <a:pt x="1761515" y="2969154"/>
                  <a:pt x="1762248" y="2969154"/>
                </a:cubicBezTo>
                <a:close/>
                <a:moveTo>
                  <a:pt x="191498" y="2968683"/>
                </a:moveTo>
                <a:lnTo>
                  <a:pt x="211066" y="2968683"/>
                </a:lnTo>
                <a:cubicBezTo>
                  <a:pt x="211851" y="2968683"/>
                  <a:pt x="212793" y="2969206"/>
                  <a:pt x="213159" y="2969886"/>
                </a:cubicBezTo>
                <a:lnTo>
                  <a:pt x="222943" y="2986839"/>
                </a:lnTo>
                <a:cubicBezTo>
                  <a:pt x="223309" y="2987519"/>
                  <a:pt x="223309" y="2988565"/>
                  <a:pt x="222943" y="2989245"/>
                </a:cubicBezTo>
                <a:lnTo>
                  <a:pt x="213159" y="3006198"/>
                </a:lnTo>
                <a:cubicBezTo>
                  <a:pt x="212793" y="3006878"/>
                  <a:pt x="211851" y="3007401"/>
                  <a:pt x="211066" y="3007401"/>
                </a:cubicBezTo>
                <a:lnTo>
                  <a:pt x="191498" y="3007401"/>
                </a:lnTo>
                <a:cubicBezTo>
                  <a:pt x="190713" y="3007401"/>
                  <a:pt x="189771" y="3006878"/>
                  <a:pt x="189405" y="3006198"/>
                </a:cubicBezTo>
                <a:lnTo>
                  <a:pt x="179621" y="2989245"/>
                </a:lnTo>
                <a:cubicBezTo>
                  <a:pt x="179254" y="2988565"/>
                  <a:pt x="179254" y="2987519"/>
                  <a:pt x="179621" y="2986839"/>
                </a:cubicBezTo>
                <a:lnTo>
                  <a:pt x="189405" y="2969886"/>
                </a:lnTo>
                <a:cubicBezTo>
                  <a:pt x="189771" y="2969206"/>
                  <a:pt x="190713" y="2968683"/>
                  <a:pt x="191498" y="2968683"/>
                </a:cubicBezTo>
                <a:close/>
                <a:moveTo>
                  <a:pt x="1431156" y="2968212"/>
                </a:moveTo>
                <a:lnTo>
                  <a:pt x="1451196" y="2968212"/>
                </a:lnTo>
                <a:cubicBezTo>
                  <a:pt x="1451981" y="2968212"/>
                  <a:pt x="1452922" y="2968787"/>
                  <a:pt x="1453341" y="2969468"/>
                </a:cubicBezTo>
                <a:lnTo>
                  <a:pt x="1463334" y="2986786"/>
                </a:lnTo>
                <a:cubicBezTo>
                  <a:pt x="1463753" y="2987466"/>
                  <a:pt x="1463753" y="2988565"/>
                  <a:pt x="1463334" y="2989245"/>
                </a:cubicBezTo>
                <a:lnTo>
                  <a:pt x="1453341" y="3006564"/>
                </a:lnTo>
                <a:cubicBezTo>
                  <a:pt x="1452922" y="3007244"/>
                  <a:pt x="1451981" y="3007819"/>
                  <a:pt x="1451196" y="3007819"/>
                </a:cubicBezTo>
                <a:lnTo>
                  <a:pt x="1431156" y="3007819"/>
                </a:lnTo>
                <a:cubicBezTo>
                  <a:pt x="1430372" y="3007819"/>
                  <a:pt x="1429430" y="3007244"/>
                  <a:pt x="1429011" y="3006564"/>
                </a:cubicBezTo>
                <a:lnTo>
                  <a:pt x="1419018" y="2989245"/>
                </a:lnTo>
                <a:cubicBezTo>
                  <a:pt x="1418599" y="2988565"/>
                  <a:pt x="1418599" y="2987466"/>
                  <a:pt x="1419018" y="2986786"/>
                </a:cubicBezTo>
                <a:lnTo>
                  <a:pt x="1429011" y="2969468"/>
                </a:lnTo>
                <a:cubicBezTo>
                  <a:pt x="1429430" y="2968787"/>
                  <a:pt x="1430372" y="2968212"/>
                  <a:pt x="1431156" y="2968212"/>
                </a:cubicBezTo>
                <a:close/>
                <a:moveTo>
                  <a:pt x="1925492" y="2965178"/>
                </a:moveTo>
                <a:lnTo>
                  <a:pt x="1948619" y="2965178"/>
                </a:lnTo>
                <a:cubicBezTo>
                  <a:pt x="1949508" y="2965178"/>
                  <a:pt x="1950607" y="2965806"/>
                  <a:pt x="1951078" y="2966591"/>
                </a:cubicBezTo>
                <a:lnTo>
                  <a:pt x="1962641" y="2986630"/>
                </a:lnTo>
                <a:cubicBezTo>
                  <a:pt x="1963112" y="2987415"/>
                  <a:pt x="1963112" y="2988723"/>
                  <a:pt x="1962641" y="2989507"/>
                </a:cubicBezTo>
                <a:lnTo>
                  <a:pt x="1951078" y="3009547"/>
                </a:lnTo>
                <a:cubicBezTo>
                  <a:pt x="1950659" y="3010332"/>
                  <a:pt x="1949508" y="3010960"/>
                  <a:pt x="1948619" y="3010960"/>
                </a:cubicBezTo>
                <a:lnTo>
                  <a:pt x="1925492" y="3010960"/>
                </a:lnTo>
                <a:cubicBezTo>
                  <a:pt x="1924603" y="3010960"/>
                  <a:pt x="1923504" y="3010332"/>
                  <a:pt x="1923033" y="3009547"/>
                </a:cubicBezTo>
                <a:lnTo>
                  <a:pt x="1911470" y="2989507"/>
                </a:lnTo>
                <a:cubicBezTo>
                  <a:pt x="1910999" y="2988723"/>
                  <a:pt x="1910999" y="2987415"/>
                  <a:pt x="1911470" y="2986630"/>
                </a:cubicBezTo>
                <a:lnTo>
                  <a:pt x="1923033" y="2966591"/>
                </a:lnTo>
                <a:cubicBezTo>
                  <a:pt x="1923452" y="2965806"/>
                  <a:pt x="1924603" y="2965178"/>
                  <a:pt x="1925492" y="2965178"/>
                </a:cubicBezTo>
                <a:close/>
                <a:moveTo>
                  <a:pt x="2833274" y="2962195"/>
                </a:moveTo>
                <a:lnTo>
                  <a:pt x="2859382" y="2962195"/>
                </a:lnTo>
                <a:cubicBezTo>
                  <a:pt x="2860376" y="2962195"/>
                  <a:pt x="2861632" y="2962928"/>
                  <a:pt x="2862156" y="2963817"/>
                </a:cubicBezTo>
                <a:lnTo>
                  <a:pt x="2875236" y="2986420"/>
                </a:lnTo>
                <a:cubicBezTo>
                  <a:pt x="2875759" y="2987309"/>
                  <a:pt x="2875759" y="2988775"/>
                  <a:pt x="2875236" y="2989664"/>
                </a:cubicBezTo>
                <a:lnTo>
                  <a:pt x="2862156" y="3012267"/>
                </a:lnTo>
                <a:cubicBezTo>
                  <a:pt x="2861684" y="3013156"/>
                  <a:pt x="2860429" y="3013889"/>
                  <a:pt x="2859382" y="3013889"/>
                </a:cubicBezTo>
                <a:lnTo>
                  <a:pt x="2833274" y="3013889"/>
                </a:lnTo>
                <a:cubicBezTo>
                  <a:pt x="2832280" y="3013889"/>
                  <a:pt x="2831024" y="3013156"/>
                  <a:pt x="2830501" y="3012267"/>
                </a:cubicBezTo>
                <a:lnTo>
                  <a:pt x="2817420" y="2989664"/>
                </a:lnTo>
                <a:cubicBezTo>
                  <a:pt x="2816897" y="2988775"/>
                  <a:pt x="2816897" y="2987309"/>
                  <a:pt x="2817420" y="2986420"/>
                </a:cubicBezTo>
                <a:lnTo>
                  <a:pt x="2830501" y="2963817"/>
                </a:lnTo>
                <a:cubicBezTo>
                  <a:pt x="2830971" y="2962928"/>
                  <a:pt x="2832227" y="2962195"/>
                  <a:pt x="2833274" y="2962195"/>
                </a:cubicBezTo>
                <a:close/>
                <a:moveTo>
                  <a:pt x="433695" y="2957225"/>
                </a:moveTo>
                <a:lnTo>
                  <a:pt x="464878" y="2957225"/>
                </a:lnTo>
                <a:cubicBezTo>
                  <a:pt x="466134" y="2957225"/>
                  <a:pt x="467599" y="2958114"/>
                  <a:pt x="468227" y="2959161"/>
                </a:cubicBezTo>
                <a:lnTo>
                  <a:pt x="483819" y="2986159"/>
                </a:lnTo>
                <a:cubicBezTo>
                  <a:pt x="484446" y="2987258"/>
                  <a:pt x="484446" y="2988984"/>
                  <a:pt x="483819" y="2990031"/>
                </a:cubicBezTo>
                <a:lnTo>
                  <a:pt x="468227" y="3017029"/>
                </a:lnTo>
                <a:cubicBezTo>
                  <a:pt x="467599" y="3018128"/>
                  <a:pt x="466082" y="3018965"/>
                  <a:pt x="464878" y="3018965"/>
                </a:cubicBezTo>
                <a:lnTo>
                  <a:pt x="433695" y="3018965"/>
                </a:lnTo>
                <a:cubicBezTo>
                  <a:pt x="432439" y="3018965"/>
                  <a:pt x="430974" y="3018075"/>
                  <a:pt x="430346" y="3017029"/>
                </a:cubicBezTo>
                <a:lnTo>
                  <a:pt x="414754" y="2990031"/>
                </a:lnTo>
                <a:cubicBezTo>
                  <a:pt x="414126" y="2988932"/>
                  <a:pt x="414126" y="2987205"/>
                  <a:pt x="414754" y="2986159"/>
                </a:cubicBezTo>
                <a:lnTo>
                  <a:pt x="430346" y="2959161"/>
                </a:lnTo>
                <a:cubicBezTo>
                  <a:pt x="430974" y="2958062"/>
                  <a:pt x="432491" y="2957225"/>
                  <a:pt x="433695" y="2957225"/>
                </a:cubicBezTo>
                <a:close/>
                <a:moveTo>
                  <a:pt x="267939" y="2956335"/>
                </a:moveTo>
                <a:lnTo>
                  <a:pt x="299961" y="2956335"/>
                </a:lnTo>
                <a:cubicBezTo>
                  <a:pt x="301269" y="2956335"/>
                  <a:pt x="302786" y="2957224"/>
                  <a:pt x="303414" y="2958323"/>
                </a:cubicBezTo>
                <a:lnTo>
                  <a:pt x="319424" y="2986054"/>
                </a:lnTo>
                <a:cubicBezTo>
                  <a:pt x="320052" y="2987153"/>
                  <a:pt x="320052" y="2988931"/>
                  <a:pt x="319424" y="2990030"/>
                </a:cubicBezTo>
                <a:lnTo>
                  <a:pt x="303414" y="3017761"/>
                </a:lnTo>
                <a:cubicBezTo>
                  <a:pt x="302733" y="3018860"/>
                  <a:pt x="301216" y="3019749"/>
                  <a:pt x="299961" y="3019749"/>
                </a:cubicBezTo>
                <a:lnTo>
                  <a:pt x="267939" y="3019749"/>
                </a:lnTo>
                <a:cubicBezTo>
                  <a:pt x="266631" y="3019749"/>
                  <a:pt x="265114" y="3018860"/>
                  <a:pt x="264486" y="3017761"/>
                </a:cubicBezTo>
                <a:lnTo>
                  <a:pt x="248476" y="2990030"/>
                </a:lnTo>
                <a:cubicBezTo>
                  <a:pt x="247848" y="2988931"/>
                  <a:pt x="247848" y="2987153"/>
                  <a:pt x="248476" y="2986054"/>
                </a:cubicBezTo>
                <a:lnTo>
                  <a:pt x="264486" y="2958323"/>
                </a:lnTo>
                <a:cubicBezTo>
                  <a:pt x="265167" y="2957224"/>
                  <a:pt x="266684" y="2956335"/>
                  <a:pt x="267939" y="2956335"/>
                </a:cubicBezTo>
                <a:close/>
                <a:moveTo>
                  <a:pt x="515892" y="2956283"/>
                </a:moveTo>
                <a:lnTo>
                  <a:pt x="547966" y="2956283"/>
                </a:lnTo>
                <a:cubicBezTo>
                  <a:pt x="549274" y="2956283"/>
                  <a:pt x="550791" y="2957172"/>
                  <a:pt x="551419" y="2958271"/>
                </a:cubicBezTo>
                <a:lnTo>
                  <a:pt x="567430" y="2986054"/>
                </a:lnTo>
                <a:cubicBezTo>
                  <a:pt x="568057" y="2987153"/>
                  <a:pt x="568057" y="2988932"/>
                  <a:pt x="567430" y="2990031"/>
                </a:cubicBezTo>
                <a:lnTo>
                  <a:pt x="551419" y="3017813"/>
                </a:lnTo>
                <a:cubicBezTo>
                  <a:pt x="550791" y="3018912"/>
                  <a:pt x="549221" y="3019802"/>
                  <a:pt x="547966" y="3019802"/>
                </a:cubicBezTo>
                <a:lnTo>
                  <a:pt x="515892" y="3019802"/>
                </a:lnTo>
                <a:cubicBezTo>
                  <a:pt x="514584" y="3019802"/>
                  <a:pt x="513067" y="3018912"/>
                  <a:pt x="512439" y="3017813"/>
                </a:cubicBezTo>
                <a:lnTo>
                  <a:pt x="496429" y="2990031"/>
                </a:lnTo>
                <a:cubicBezTo>
                  <a:pt x="495801" y="2988932"/>
                  <a:pt x="495801" y="2987153"/>
                  <a:pt x="496429" y="2986054"/>
                </a:cubicBezTo>
                <a:lnTo>
                  <a:pt x="512439" y="2958271"/>
                </a:lnTo>
                <a:cubicBezTo>
                  <a:pt x="513067" y="2957172"/>
                  <a:pt x="514637" y="2956283"/>
                  <a:pt x="515892" y="2956283"/>
                </a:cubicBezTo>
                <a:close/>
                <a:moveTo>
                  <a:pt x="348620" y="2952411"/>
                </a:moveTo>
                <a:lnTo>
                  <a:pt x="384617" y="2952411"/>
                </a:lnTo>
                <a:cubicBezTo>
                  <a:pt x="386030" y="2952411"/>
                  <a:pt x="387756" y="2953405"/>
                  <a:pt x="388489" y="2954661"/>
                </a:cubicBezTo>
                <a:lnTo>
                  <a:pt x="406488" y="2985845"/>
                </a:lnTo>
                <a:cubicBezTo>
                  <a:pt x="407220" y="2987048"/>
                  <a:pt x="407220" y="2989036"/>
                  <a:pt x="406488" y="2990292"/>
                </a:cubicBezTo>
                <a:lnTo>
                  <a:pt x="388489" y="3021476"/>
                </a:lnTo>
                <a:cubicBezTo>
                  <a:pt x="387756" y="3022731"/>
                  <a:pt x="386030" y="3023726"/>
                  <a:pt x="384617" y="3023726"/>
                </a:cubicBezTo>
                <a:lnTo>
                  <a:pt x="348620" y="3023726"/>
                </a:lnTo>
                <a:cubicBezTo>
                  <a:pt x="347207" y="3023726"/>
                  <a:pt x="345480" y="3022731"/>
                  <a:pt x="344748" y="3021476"/>
                </a:cubicBezTo>
                <a:lnTo>
                  <a:pt x="326749" y="2990292"/>
                </a:lnTo>
                <a:cubicBezTo>
                  <a:pt x="326017" y="2989089"/>
                  <a:pt x="326017" y="2987100"/>
                  <a:pt x="326749" y="2985845"/>
                </a:cubicBezTo>
                <a:lnTo>
                  <a:pt x="344748" y="2954661"/>
                </a:lnTo>
                <a:cubicBezTo>
                  <a:pt x="345480" y="2953405"/>
                  <a:pt x="347207" y="2952411"/>
                  <a:pt x="348620" y="2952411"/>
                </a:cubicBezTo>
                <a:close/>
                <a:moveTo>
                  <a:pt x="2842692" y="2898206"/>
                </a:moveTo>
                <a:lnTo>
                  <a:pt x="2849964" y="2898206"/>
                </a:lnTo>
                <a:cubicBezTo>
                  <a:pt x="2850279" y="2898206"/>
                  <a:pt x="2850749" y="2898677"/>
                  <a:pt x="2850749" y="2898677"/>
                </a:cubicBezTo>
                <a:lnTo>
                  <a:pt x="2854360" y="2904955"/>
                </a:lnTo>
                <a:cubicBezTo>
                  <a:pt x="2854516" y="2905217"/>
                  <a:pt x="2854360" y="2905845"/>
                  <a:pt x="2854360" y="2905845"/>
                </a:cubicBezTo>
                <a:lnTo>
                  <a:pt x="2850749" y="2912123"/>
                </a:lnTo>
                <a:cubicBezTo>
                  <a:pt x="2850592" y="2912385"/>
                  <a:pt x="2850226" y="2912594"/>
                  <a:pt x="2849964" y="2912594"/>
                </a:cubicBezTo>
                <a:lnTo>
                  <a:pt x="2842692" y="2912594"/>
                </a:lnTo>
                <a:cubicBezTo>
                  <a:pt x="2842378" y="2912594"/>
                  <a:pt x="2841907" y="2912123"/>
                  <a:pt x="2841907" y="2912123"/>
                </a:cubicBezTo>
                <a:lnTo>
                  <a:pt x="2838297" y="2905845"/>
                </a:lnTo>
                <a:cubicBezTo>
                  <a:pt x="2838140" y="2905583"/>
                  <a:pt x="2838297" y="2904955"/>
                  <a:pt x="2838297" y="2904955"/>
                </a:cubicBezTo>
                <a:lnTo>
                  <a:pt x="2841907" y="2898677"/>
                </a:lnTo>
                <a:cubicBezTo>
                  <a:pt x="2842064" y="2898415"/>
                  <a:pt x="2842430" y="2898206"/>
                  <a:pt x="2842692" y="2898206"/>
                </a:cubicBezTo>
                <a:close/>
                <a:moveTo>
                  <a:pt x="277671" y="2892974"/>
                </a:moveTo>
                <a:lnTo>
                  <a:pt x="290228" y="2892974"/>
                </a:lnTo>
                <a:cubicBezTo>
                  <a:pt x="290752" y="2892974"/>
                  <a:pt x="291327" y="2893340"/>
                  <a:pt x="291589" y="2893759"/>
                </a:cubicBezTo>
                <a:lnTo>
                  <a:pt x="297867" y="2904642"/>
                </a:lnTo>
                <a:cubicBezTo>
                  <a:pt x="298129" y="2905113"/>
                  <a:pt x="298129" y="2905793"/>
                  <a:pt x="297867" y="2906211"/>
                </a:cubicBezTo>
                <a:lnTo>
                  <a:pt x="291589" y="2917094"/>
                </a:lnTo>
                <a:cubicBezTo>
                  <a:pt x="291327" y="2917513"/>
                  <a:pt x="290699" y="2917879"/>
                  <a:pt x="290228" y="2917879"/>
                </a:cubicBezTo>
                <a:lnTo>
                  <a:pt x="277671" y="2917879"/>
                </a:lnTo>
                <a:cubicBezTo>
                  <a:pt x="277148" y="2917879"/>
                  <a:pt x="276572" y="2917513"/>
                  <a:pt x="276311" y="2917094"/>
                </a:cubicBezTo>
                <a:lnTo>
                  <a:pt x="270032" y="2906211"/>
                </a:lnTo>
                <a:cubicBezTo>
                  <a:pt x="269771" y="2905741"/>
                  <a:pt x="269771" y="2905060"/>
                  <a:pt x="270032" y="2904642"/>
                </a:cubicBezTo>
                <a:lnTo>
                  <a:pt x="276311" y="2893759"/>
                </a:lnTo>
                <a:cubicBezTo>
                  <a:pt x="276572" y="2893340"/>
                  <a:pt x="277200" y="2892974"/>
                  <a:pt x="277671" y="2892974"/>
                </a:cubicBezTo>
                <a:close/>
                <a:moveTo>
                  <a:pt x="856193" y="2892816"/>
                </a:moveTo>
                <a:lnTo>
                  <a:pt x="868907" y="2892816"/>
                </a:lnTo>
                <a:cubicBezTo>
                  <a:pt x="869430" y="2892816"/>
                  <a:pt x="870005" y="2893182"/>
                  <a:pt x="870267" y="2893601"/>
                </a:cubicBezTo>
                <a:lnTo>
                  <a:pt x="876598" y="2904588"/>
                </a:lnTo>
                <a:cubicBezTo>
                  <a:pt x="876859" y="2905007"/>
                  <a:pt x="876859" y="2905740"/>
                  <a:pt x="876598" y="2906158"/>
                </a:cubicBezTo>
                <a:lnTo>
                  <a:pt x="870267" y="2917146"/>
                </a:lnTo>
                <a:cubicBezTo>
                  <a:pt x="870005" y="2917564"/>
                  <a:pt x="869430" y="2917930"/>
                  <a:pt x="868907" y="2917930"/>
                </a:cubicBezTo>
                <a:lnTo>
                  <a:pt x="856193" y="2917930"/>
                </a:lnTo>
                <a:cubicBezTo>
                  <a:pt x="855669" y="2917930"/>
                  <a:pt x="855094" y="2917564"/>
                  <a:pt x="854832" y="2917146"/>
                </a:cubicBezTo>
                <a:lnTo>
                  <a:pt x="848501" y="2906158"/>
                </a:lnTo>
                <a:cubicBezTo>
                  <a:pt x="848240" y="2905740"/>
                  <a:pt x="848240" y="2905007"/>
                  <a:pt x="848501" y="2904588"/>
                </a:cubicBezTo>
                <a:lnTo>
                  <a:pt x="854832" y="2893601"/>
                </a:lnTo>
                <a:cubicBezTo>
                  <a:pt x="855094" y="2893182"/>
                  <a:pt x="855669" y="2892816"/>
                  <a:pt x="856193" y="2892816"/>
                </a:cubicBezTo>
                <a:close/>
                <a:moveTo>
                  <a:pt x="1682563" y="2892346"/>
                </a:moveTo>
                <a:lnTo>
                  <a:pt x="1695747" y="2892346"/>
                </a:lnTo>
                <a:cubicBezTo>
                  <a:pt x="1696271" y="2892346"/>
                  <a:pt x="1696899" y="2892712"/>
                  <a:pt x="1697160" y="2893183"/>
                </a:cubicBezTo>
                <a:lnTo>
                  <a:pt x="1703753" y="2904589"/>
                </a:lnTo>
                <a:cubicBezTo>
                  <a:pt x="1704014" y="2905008"/>
                  <a:pt x="1704014" y="2905740"/>
                  <a:pt x="1703753" y="2906211"/>
                </a:cubicBezTo>
                <a:lnTo>
                  <a:pt x="1697160" y="2917617"/>
                </a:lnTo>
                <a:cubicBezTo>
                  <a:pt x="1696899" y="2918088"/>
                  <a:pt x="1696271" y="2918454"/>
                  <a:pt x="1695747" y="2918454"/>
                </a:cubicBezTo>
                <a:lnTo>
                  <a:pt x="1682563" y="2918454"/>
                </a:lnTo>
                <a:cubicBezTo>
                  <a:pt x="1682039" y="2918454"/>
                  <a:pt x="1681411" y="2918088"/>
                  <a:pt x="1681150" y="2917617"/>
                </a:cubicBezTo>
                <a:lnTo>
                  <a:pt x="1674557" y="2906211"/>
                </a:lnTo>
                <a:cubicBezTo>
                  <a:pt x="1674296" y="2905792"/>
                  <a:pt x="1674296" y="2905060"/>
                  <a:pt x="1674557" y="2904589"/>
                </a:cubicBezTo>
                <a:lnTo>
                  <a:pt x="1681150" y="2893183"/>
                </a:lnTo>
                <a:cubicBezTo>
                  <a:pt x="1681411" y="2892712"/>
                  <a:pt x="1682039" y="2892346"/>
                  <a:pt x="1682563" y="2892346"/>
                </a:cubicBezTo>
                <a:close/>
                <a:moveTo>
                  <a:pt x="937972" y="2891038"/>
                </a:moveTo>
                <a:lnTo>
                  <a:pt x="952517" y="2891038"/>
                </a:lnTo>
                <a:cubicBezTo>
                  <a:pt x="953093" y="2891038"/>
                  <a:pt x="953825" y="2891456"/>
                  <a:pt x="954087" y="2891927"/>
                </a:cubicBezTo>
                <a:lnTo>
                  <a:pt x="961359" y="2904484"/>
                </a:lnTo>
                <a:cubicBezTo>
                  <a:pt x="961621" y="2904955"/>
                  <a:pt x="961621" y="2905792"/>
                  <a:pt x="961359" y="2906263"/>
                </a:cubicBezTo>
                <a:lnTo>
                  <a:pt x="954087" y="2918821"/>
                </a:lnTo>
                <a:cubicBezTo>
                  <a:pt x="953773" y="2919292"/>
                  <a:pt x="953093" y="2919710"/>
                  <a:pt x="952517" y="2919710"/>
                </a:cubicBezTo>
                <a:lnTo>
                  <a:pt x="937972" y="2919710"/>
                </a:lnTo>
                <a:cubicBezTo>
                  <a:pt x="937396" y="2919710"/>
                  <a:pt x="936664" y="2919292"/>
                  <a:pt x="936402" y="2918821"/>
                </a:cubicBezTo>
                <a:lnTo>
                  <a:pt x="929129" y="2906263"/>
                </a:lnTo>
                <a:cubicBezTo>
                  <a:pt x="928868" y="2905792"/>
                  <a:pt x="928868" y="2904955"/>
                  <a:pt x="929129" y="2904484"/>
                </a:cubicBezTo>
                <a:lnTo>
                  <a:pt x="936402" y="2891927"/>
                </a:lnTo>
                <a:cubicBezTo>
                  <a:pt x="936716" y="2891456"/>
                  <a:pt x="937396" y="2891038"/>
                  <a:pt x="937972" y="2891038"/>
                </a:cubicBezTo>
                <a:close/>
                <a:moveTo>
                  <a:pt x="689914" y="2890933"/>
                </a:moveTo>
                <a:lnTo>
                  <a:pt x="704512" y="2890933"/>
                </a:lnTo>
                <a:cubicBezTo>
                  <a:pt x="705088" y="2890933"/>
                  <a:pt x="705768" y="2891299"/>
                  <a:pt x="706082" y="2891822"/>
                </a:cubicBezTo>
                <a:lnTo>
                  <a:pt x="713407" y="2904484"/>
                </a:lnTo>
                <a:cubicBezTo>
                  <a:pt x="713721" y="2905008"/>
                  <a:pt x="713721" y="2905792"/>
                  <a:pt x="713407" y="2906316"/>
                </a:cubicBezTo>
                <a:lnTo>
                  <a:pt x="706082" y="2918977"/>
                </a:lnTo>
                <a:cubicBezTo>
                  <a:pt x="705768" y="2919448"/>
                  <a:pt x="705088" y="2919867"/>
                  <a:pt x="704512" y="2919867"/>
                </a:cubicBezTo>
                <a:lnTo>
                  <a:pt x="689914" y="2919867"/>
                </a:lnTo>
                <a:cubicBezTo>
                  <a:pt x="689339" y="2919867"/>
                  <a:pt x="688659" y="2919501"/>
                  <a:pt x="688345" y="2918977"/>
                </a:cubicBezTo>
                <a:lnTo>
                  <a:pt x="681019" y="2906316"/>
                </a:lnTo>
                <a:cubicBezTo>
                  <a:pt x="680706" y="2905792"/>
                  <a:pt x="680706" y="2905008"/>
                  <a:pt x="681019" y="2904484"/>
                </a:cubicBezTo>
                <a:lnTo>
                  <a:pt x="688345" y="2891822"/>
                </a:lnTo>
                <a:cubicBezTo>
                  <a:pt x="688659" y="2891352"/>
                  <a:pt x="689339" y="2890933"/>
                  <a:pt x="689914" y="2890933"/>
                </a:cubicBezTo>
                <a:close/>
                <a:moveTo>
                  <a:pt x="772426" y="2890671"/>
                </a:moveTo>
                <a:lnTo>
                  <a:pt x="787233" y="2890671"/>
                </a:lnTo>
                <a:cubicBezTo>
                  <a:pt x="787809" y="2890671"/>
                  <a:pt x="788489" y="2891089"/>
                  <a:pt x="788803" y="2891613"/>
                </a:cubicBezTo>
                <a:lnTo>
                  <a:pt x="796232" y="2904432"/>
                </a:lnTo>
                <a:cubicBezTo>
                  <a:pt x="796546" y="2904955"/>
                  <a:pt x="796546" y="2905740"/>
                  <a:pt x="796232" y="2906263"/>
                </a:cubicBezTo>
                <a:lnTo>
                  <a:pt x="788803" y="2919082"/>
                </a:lnTo>
                <a:cubicBezTo>
                  <a:pt x="788541" y="2919605"/>
                  <a:pt x="787809" y="2920023"/>
                  <a:pt x="787233" y="2920023"/>
                </a:cubicBezTo>
                <a:lnTo>
                  <a:pt x="772426" y="2920023"/>
                </a:lnTo>
                <a:cubicBezTo>
                  <a:pt x="771850" y="2920023"/>
                  <a:pt x="771170" y="2919605"/>
                  <a:pt x="770856" y="2919082"/>
                </a:cubicBezTo>
                <a:lnTo>
                  <a:pt x="763426" y="2906263"/>
                </a:lnTo>
                <a:cubicBezTo>
                  <a:pt x="763113" y="2905740"/>
                  <a:pt x="763113" y="2904955"/>
                  <a:pt x="763426" y="2904432"/>
                </a:cubicBezTo>
                <a:lnTo>
                  <a:pt x="770856" y="2891613"/>
                </a:lnTo>
                <a:cubicBezTo>
                  <a:pt x="771118" y="2891089"/>
                  <a:pt x="771850" y="2890671"/>
                  <a:pt x="772426" y="2890671"/>
                </a:cubicBezTo>
                <a:close/>
                <a:moveTo>
                  <a:pt x="2425583" y="2890567"/>
                </a:moveTo>
                <a:lnTo>
                  <a:pt x="2440547" y="2890567"/>
                </a:lnTo>
                <a:cubicBezTo>
                  <a:pt x="2441175" y="2890567"/>
                  <a:pt x="2441855" y="2890986"/>
                  <a:pt x="2442169" y="2891509"/>
                </a:cubicBezTo>
                <a:lnTo>
                  <a:pt x="2449651" y="2904484"/>
                </a:lnTo>
                <a:cubicBezTo>
                  <a:pt x="2449965" y="2904955"/>
                  <a:pt x="2449965" y="2905792"/>
                  <a:pt x="2449651" y="2906316"/>
                </a:cubicBezTo>
                <a:lnTo>
                  <a:pt x="2442169" y="2919292"/>
                </a:lnTo>
                <a:cubicBezTo>
                  <a:pt x="2441855" y="2919815"/>
                  <a:pt x="2441123" y="2920233"/>
                  <a:pt x="2440547" y="2920233"/>
                </a:cubicBezTo>
                <a:lnTo>
                  <a:pt x="2425583" y="2920233"/>
                </a:lnTo>
                <a:cubicBezTo>
                  <a:pt x="2424955" y="2920233"/>
                  <a:pt x="2424275" y="2919815"/>
                  <a:pt x="2423961" y="2919292"/>
                </a:cubicBezTo>
                <a:lnTo>
                  <a:pt x="2416479" y="2906316"/>
                </a:lnTo>
                <a:cubicBezTo>
                  <a:pt x="2416166" y="2905845"/>
                  <a:pt x="2416166" y="2905008"/>
                  <a:pt x="2416479" y="2904484"/>
                </a:cubicBezTo>
                <a:lnTo>
                  <a:pt x="2423961" y="2891509"/>
                </a:lnTo>
                <a:cubicBezTo>
                  <a:pt x="2424275" y="2890986"/>
                  <a:pt x="2425008" y="2890567"/>
                  <a:pt x="2425583" y="2890567"/>
                </a:cubicBezTo>
                <a:close/>
                <a:moveTo>
                  <a:pt x="2259618" y="2889363"/>
                </a:moveTo>
                <a:lnTo>
                  <a:pt x="2275785" y="2889363"/>
                </a:lnTo>
                <a:cubicBezTo>
                  <a:pt x="2276413" y="2889363"/>
                  <a:pt x="2277198" y="2889781"/>
                  <a:pt x="2277512" y="2890357"/>
                </a:cubicBezTo>
                <a:lnTo>
                  <a:pt x="2285622" y="2904379"/>
                </a:lnTo>
                <a:cubicBezTo>
                  <a:pt x="2285936" y="2904902"/>
                  <a:pt x="2285936" y="2905792"/>
                  <a:pt x="2285622" y="2906368"/>
                </a:cubicBezTo>
                <a:lnTo>
                  <a:pt x="2277512" y="2920390"/>
                </a:lnTo>
                <a:cubicBezTo>
                  <a:pt x="2277198" y="2920913"/>
                  <a:pt x="2276413" y="2921384"/>
                  <a:pt x="2275785" y="2921384"/>
                </a:cubicBezTo>
                <a:lnTo>
                  <a:pt x="2259618" y="2921384"/>
                </a:lnTo>
                <a:cubicBezTo>
                  <a:pt x="2258990" y="2921384"/>
                  <a:pt x="2258205" y="2920965"/>
                  <a:pt x="2257892" y="2920390"/>
                </a:cubicBezTo>
                <a:lnTo>
                  <a:pt x="2249782" y="2906368"/>
                </a:lnTo>
                <a:cubicBezTo>
                  <a:pt x="2249467" y="2905844"/>
                  <a:pt x="2249467" y="2904955"/>
                  <a:pt x="2249782" y="2904379"/>
                </a:cubicBezTo>
                <a:lnTo>
                  <a:pt x="2257892" y="2890357"/>
                </a:lnTo>
                <a:cubicBezTo>
                  <a:pt x="2258205" y="2889834"/>
                  <a:pt x="2258990" y="2889363"/>
                  <a:pt x="2259618" y="2889363"/>
                </a:cubicBezTo>
                <a:close/>
                <a:moveTo>
                  <a:pt x="2342130" y="2888997"/>
                </a:moveTo>
                <a:lnTo>
                  <a:pt x="2358664" y="2888997"/>
                </a:lnTo>
                <a:cubicBezTo>
                  <a:pt x="2359344" y="2888997"/>
                  <a:pt x="2360129" y="2889468"/>
                  <a:pt x="2360443" y="2890043"/>
                </a:cubicBezTo>
                <a:lnTo>
                  <a:pt x="2368709" y="2904380"/>
                </a:lnTo>
                <a:cubicBezTo>
                  <a:pt x="2369024" y="2904955"/>
                  <a:pt x="2369024" y="2905844"/>
                  <a:pt x="2368709" y="2906420"/>
                </a:cubicBezTo>
                <a:lnTo>
                  <a:pt x="2360443" y="2920756"/>
                </a:lnTo>
                <a:cubicBezTo>
                  <a:pt x="2360129" y="2921332"/>
                  <a:pt x="2359292" y="2921803"/>
                  <a:pt x="2358664" y="2921803"/>
                </a:cubicBezTo>
                <a:lnTo>
                  <a:pt x="2342130" y="2921803"/>
                </a:lnTo>
                <a:cubicBezTo>
                  <a:pt x="2341450" y="2921803"/>
                  <a:pt x="2340665" y="2921332"/>
                  <a:pt x="2340351" y="2920756"/>
                </a:cubicBezTo>
                <a:lnTo>
                  <a:pt x="2332084" y="2906420"/>
                </a:lnTo>
                <a:cubicBezTo>
                  <a:pt x="2331771" y="2905844"/>
                  <a:pt x="2331771" y="2904955"/>
                  <a:pt x="2332084" y="2904380"/>
                </a:cubicBezTo>
                <a:lnTo>
                  <a:pt x="2340351" y="2890043"/>
                </a:lnTo>
                <a:cubicBezTo>
                  <a:pt x="2340665" y="2889468"/>
                  <a:pt x="2341502" y="2888997"/>
                  <a:pt x="2342130" y="2888997"/>
                </a:cubicBezTo>
                <a:close/>
                <a:moveTo>
                  <a:pt x="1019593" y="2888997"/>
                </a:moveTo>
                <a:lnTo>
                  <a:pt x="1036127" y="2888997"/>
                </a:lnTo>
                <a:cubicBezTo>
                  <a:pt x="1036807" y="2888997"/>
                  <a:pt x="1037592" y="2889468"/>
                  <a:pt x="1037906" y="2890043"/>
                </a:cubicBezTo>
                <a:lnTo>
                  <a:pt x="1046173" y="2904380"/>
                </a:lnTo>
                <a:cubicBezTo>
                  <a:pt x="1046487" y="2904955"/>
                  <a:pt x="1046487" y="2905844"/>
                  <a:pt x="1046173" y="2906420"/>
                </a:cubicBezTo>
                <a:lnTo>
                  <a:pt x="1037906" y="2920756"/>
                </a:lnTo>
                <a:cubicBezTo>
                  <a:pt x="1037592" y="2921332"/>
                  <a:pt x="1036754" y="2921803"/>
                  <a:pt x="1036127" y="2921803"/>
                </a:cubicBezTo>
                <a:lnTo>
                  <a:pt x="1019593" y="2921803"/>
                </a:lnTo>
                <a:cubicBezTo>
                  <a:pt x="1018913" y="2921803"/>
                  <a:pt x="1018128" y="2921332"/>
                  <a:pt x="1017814" y="2920756"/>
                </a:cubicBezTo>
                <a:lnTo>
                  <a:pt x="1009547" y="2906420"/>
                </a:lnTo>
                <a:cubicBezTo>
                  <a:pt x="1009234" y="2905844"/>
                  <a:pt x="1009234" y="2904955"/>
                  <a:pt x="1009547" y="2904380"/>
                </a:cubicBezTo>
                <a:lnTo>
                  <a:pt x="1017814" y="2890043"/>
                </a:lnTo>
                <a:cubicBezTo>
                  <a:pt x="1018128" y="2889468"/>
                  <a:pt x="1018965" y="2888997"/>
                  <a:pt x="1019593" y="2888997"/>
                </a:cubicBezTo>
                <a:close/>
                <a:moveTo>
                  <a:pt x="1350214" y="2888945"/>
                </a:moveTo>
                <a:lnTo>
                  <a:pt x="1366800" y="2888945"/>
                </a:lnTo>
                <a:cubicBezTo>
                  <a:pt x="1367481" y="2888945"/>
                  <a:pt x="1368266" y="2889416"/>
                  <a:pt x="1368579" y="2889991"/>
                </a:cubicBezTo>
                <a:lnTo>
                  <a:pt x="1376898" y="2904380"/>
                </a:lnTo>
                <a:cubicBezTo>
                  <a:pt x="1377212" y="2904955"/>
                  <a:pt x="1377212" y="2905845"/>
                  <a:pt x="1376898" y="2906421"/>
                </a:cubicBezTo>
                <a:lnTo>
                  <a:pt x="1368579" y="2920809"/>
                </a:lnTo>
                <a:cubicBezTo>
                  <a:pt x="1368266" y="2921385"/>
                  <a:pt x="1367481" y="2921855"/>
                  <a:pt x="1366800" y="2921855"/>
                </a:cubicBezTo>
                <a:lnTo>
                  <a:pt x="1350214" y="2921855"/>
                </a:lnTo>
                <a:cubicBezTo>
                  <a:pt x="1349534" y="2921855"/>
                  <a:pt x="1348749" y="2921385"/>
                  <a:pt x="1348435" y="2920809"/>
                </a:cubicBezTo>
                <a:lnTo>
                  <a:pt x="1340116" y="2906421"/>
                </a:lnTo>
                <a:cubicBezTo>
                  <a:pt x="1339803" y="2905845"/>
                  <a:pt x="1339803" y="2904955"/>
                  <a:pt x="1340116" y="2904380"/>
                </a:cubicBezTo>
                <a:lnTo>
                  <a:pt x="1348435" y="2889991"/>
                </a:lnTo>
                <a:cubicBezTo>
                  <a:pt x="1348749" y="2889416"/>
                  <a:pt x="1349534" y="2888945"/>
                  <a:pt x="1350214" y="2888945"/>
                </a:cubicBezTo>
                <a:close/>
                <a:moveTo>
                  <a:pt x="1928369" y="2888108"/>
                </a:moveTo>
                <a:lnTo>
                  <a:pt x="1945792" y="2888108"/>
                </a:lnTo>
                <a:cubicBezTo>
                  <a:pt x="1946473" y="2888108"/>
                  <a:pt x="1947310" y="2888631"/>
                  <a:pt x="1947676" y="2889207"/>
                </a:cubicBezTo>
                <a:lnTo>
                  <a:pt x="1956414" y="2904328"/>
                </a:lnTo>
                <a:cubicBezTo>
                  <a:pt x="1956780" y="2904903"/>
                  <a:pt x="1956780" y="2905897"/>
                  <a:pt x="1956414" y="2906473"/>
                </a:cubicBezTo>
                <a:lnTo>
                  <a:pt x="1947676" y="2921594"/>
                </a:lnTo>
                <a:cubicBezTo>
                  <a:pt x="1947310" y="2922222"/>
                  <a:pt x="1946473" y="2922693"/>
                  <a:pt x="1945792" y="2922693"/>
                </a:cubicBezTo>
                <a:lnTo>
                  <a:pt x="1928369" y="2922693"/>
                </a:lnTo>
                <a:cubicBezTo>
                  <a:pt x="1927689" y="2922693"/>
                  <a:pt x="1926852" y="2922169"/>
                  <a:pt x="1926486" y="2921594"/>
                </a:cubicBezTo>
                <a:lnTo>
                  <a:pt x="1917748" y="2906473"/>
                </a:lnTo>
                <a:cubicBezTo>
                  <a:pt x="1917381" y="2905897"/>
                  <a:pt x="1917381" y="2904903"/>
                  <a:pt x="1917748" y="2904328"/>
                </a:cubicBezTo>
                <a:lnTo>
                  <a:pt x="1926486" y="2889207"/>
                </a:lnTo>
                <a:cubicBezTo>
                  <a:pt x="1926852" y="2888579"/>
                  <a:pt x="1927689" y="2888108"/>
                  <a:pt x="1928369" y="2888108"/>
                </a:cubicBezTo>
                <a:close/>
                <a:moveTo>
                  <a:pt x="1101739" y="2887951"/>
                </a:moveTo>
                <a:lnTo>
                  <a:pt x="1119319" y="2887951"/>
                </a:lnTo>
                <a:cubicBezTo>
                  <a:pt x="1119999" y="2887951"/>
                  <a:pt x="1120836" y="2888474"/>
                  <a:pt x="1121202" y="2889050"/>
                </a:cubicBezTo>
                <a:lnTo>
                  <a:pt x="1129992" y="2904275"/>
                </a:lnTo>
                <a:cubicBezTo>
                  <a:pt x="1130358" y="2904903"/>
                  <a:pt x="1130358" y="2905897"/>
                  <a:pt x="1129992" y="2906473"/>
                </a:cubicBezTo>
                <a:lnTo>
                  <a:pt x="1121202" y="2921699"/>
                </a:lnTo>
                <a:cubicBezTo>
                  <a:pt x="1120836" y="2922326"/>
                  <a:pt x="1119999" y="2922797"/>
                  <a:pt x="1119319" y="2922797"/>
                </a:cubicBezTo>
                <a:lnTo>
                  <a:pt x="1101739" y="2922797"/>
                </a:lnTo>
                <a:cubicBezTo>
                  <a:pt x="1101058" y="2922797"/>
                  <a:pt x="1100221" y="2922274"/>
                  <a:pt x="1099855" y="2921699"/>
                </a:cubicBezTo>
                <a:lnTo>
                  <a:pt x="1091065" y="2906473"/>
                </a:lnTo>
                <a:cubicBezTo>
                  <a:pt x="1090698" y="2905845"/>
                  <a:pt x="1090698" y="2904851"/>
                  <a:pt x="1091065" y="2904275"/>
                </a:cubicBezTo>
                <a:lnTo>
                  <a:pt x="1099855" y="2889050"/>
                </a:lnTo>
                <a:cubicBezTo>
                  <a:pt x="1100221" y="2888422"/>
                  <a:pt x="1101058" y="2887951"/>
                  <a:pt x="1101739" y="2887951"/>
                </a:cubicBezTo>
                <a:close/>
                <a:moveTo>
                  <a:pt x="1184250" y="2887793"/>
                </a:moveTo>
                <a:lnTo>
                  <a:pt x="1202039" y="2887793"/>
                </a:lnTo>
                <a:cubicBezTo>
                  <a:pt x="1202720" y="2887793"/>
                  <a:pt x="1203557" y="2888264"/>
                  <a:pt x="1203923" y="2888892"/>
                </a:cubicBezTo>
                <a:lnTo>
                  <a:pt x="1212818" y="2904327"/>
                </a:lnTo>
                <a:cubicBezTo>
                  <a:pt x="1213184" y="2904955"/>
                  <a:pt x="1213184" y="2905896"/>
                  <a:pt x="1212818" y="2906524"/>
                </a:cubicBezTo>
                <a:lnTo>
                  <a:pt x="1203923" y="2921959"/>
                </a:lnTo>
                <a:cubicBezTo>
                  <a:pt x="1203609" y="2922587"/>
                  <a:pt x="1202720" y="2923058"/>
                  <a:pt x="1202039" y="2923058"/>
                </a:cubicBezTo>
                <a:lnTo>
                  <a:pt x="1184250" y="2923058"/>
                </a:lnTo>
                <a:cubicBezTo>
                  <a:pt x="1183570" y="2923058"/>
                  <a:pt x="1182733" y="2922587"/>
                  <a:pt x="1182366" y="2921959"/>
                </a:cubicBezTo>
                <a:lnTo>
                  <a:pt x="1173472" y="2906524"/>
                </a:lnTo>
                <a:cubicBezTo>
                  <a:pt x="1173105" y="2905896"/>
                  <a:pt x="1173105" y="2904955"/>
                  <a:pt x="1173472" y="2904327"/>
                </a:cubicBezTo>
                <a:lnTo>
                  <a:pt x="1182366" y="2888892"/>
                </a:lnTo>
                <a:cubicBezTo>
                  <a:pt x="1182680" y="2888264"/>
                  <a:pt x="1183570" y="2887793"/>
                  <a:pt x="1184250" y="2887793"/>
                </a:cubicBezTo>
                <a:close/>
                <a:moveTo>
                  <a:pt x="605572" y="2887584"/>
                </a:moveTo>
                <a:lnTo>
                  <a:pt x="623571" y="2887584"/>
                </a:lnTo>
                <a:cubicBezTo>
                  <a:pt x="624303" y="2887584"/>
                  <a:pt x="625140" y="2888055"/>
                  <a:pt x="625506" y="2888683"/>
                </a:cubicBezTo>
                <a:lnTo>
                  <a:pt x="634506" y="2904275"/>
                </a:lnTo>
                <a:cubicBezTo>
                  <a:pt x="634872" y="2904902"/>
                  <a:pt x="634872" y="2905897"/>
                  <a:pt x="634506" y="2906524"/>
                </a:cubicBezTo>
                <a:lnTo>
                  <a:pt x="625506" y="2922117"/>
                </a:lnTo>
                <a:cubicBezTo>
                  <a:pt x="625140" y="2922692"/>
                  <a:pt x="624303" y="2923215"/>
                  <a:pt x="623571" y="2923215"/>
                </a:cubicBezTo>
                <a:lnTo>
                  <a:pt x="605572" y="2923215"/>
                </a:lnTo>
                <a:cubicBezTo>
                  <a:pt x="604839" y="2923215"/>
                  <a:pt x="604002" y="2922744"/>
                  <a:pt x="603636" y="2922117"/>
                </a:cubicBezTo>
                <a:lnTo>
                  <a:pt x="594636" y="2906524"/>
                </a:lnTo>
                <a:cubicBezTo>
                  <a:pt x="594271" y="2905897"/>
                  <a:pt x="594271" y="2904902"/>
                  <a:pt x="594636" y="2904275"/>
                </a:cubicBezTo>
                <a:lnTo>
                  <a:pt x="603636" y="2888683"/>
                </a:lnTo>
                <a:cubicBezTo>
                  <a:pt x="604002" y="2888107"/>
                  <a:pt x="604839" y="2887584"/>
                  <a:pt x="605572" y="2887584"/>
                </a:cubicBezTo>
                <a:close/>
                <a:moveTo>
                  <a:pt x="2010463" y="2887009"/>
                </a:moveTo>
                <a:lnTo>
                  <a:pt x="2029037" y="2887009"/>
                </a:lnTo>
                <a:cubicBezTo>
                  <a:pt x="2029769" y="2887009"/>
                  <a:pt x="2030659" y="2887532"/>
                  <a:pt x="2031025" y="2888160"/>
                </a:cubicBezTo>
                <a:lnTo>
                  <a:pt x="2040286" y="2904223"/>
                </a:lnTo>
                <a:cubicBezTo>
                  <a:pt x="2040653" y="2904851"/>
                  <a:pt x="2040653" y="2905897"/>
                  <a:pt x="2040286" y="2906525"/>
                </a:cubicBezTo>
                <a:lnTo>
                  <a:pt x="2031025" y="2922588"/>
                </a:lnTo>
                <a:cubicBezTo>
                  <a:pt x="2030659" y="2923216"/>
                  <a:pt x="2029769" y="2923739"/>
                  <a:pt x="2029037" y="2923739"/>
                </a:cubicBezTo>
                <a:lnTo>
                  <a:pt x="2010463" y="2923739"/>
                </a:lnTo>
                <a:cubicBezTo>
                  <a:pt x="2009730" y="2923739"/>
                  <a:pt x="2008840" y="2923216"/>
                  <a:pt x="2008475" y="2922588"/>
                </a:cubicBezTo>
                <a:lnTo>
                  <a:pt x="1999213" y="2906525"/>
                </a:lnTo>
                <a:cubicBezTo>
                  <a:pt x="1998848" y="2905897"/>
                  <a:pt x="1998848" y="2904851"/>
                  <a:pt x="1999213" y="2904223"/>
                </a:cubicBezTo>
                <a:lnTo>
                  <a:pt x="2008475" y="2888160"/>
                </a:lnTo>
                <a:cubicBezTo>
                  <a:pt x="2008840" y="2887532"/>
                  <a:pt x="2009730" y="2887009"/>
                  <a:pt x="2010463" y="2887009"/>
                </a:cubicBezTo>
                <a:close/>
                <a:moveTo>
                  <a:pt x="2754321" y="2886904"/>
                </a:moveTo>
                <a:lnTo>
                  <a:pt x="2773052" y="2886904"/>
                </a:lnTo>
                <a:cubicBezTo>
                  <a:pt x="2773785" y="2886904"/>
                  <a:pt x="2774674" y="2887427"/>
                  <a:pt x="2775040" y="2888055"/>
                </a:cubicBezTo>
                <a:lnTo>
                  <a:pt x="2784406" y="2904275"/>
                </a:lnTo>
                <a:cubicBezTo>
                  <a:pt x="2784772" y="2904903"/>
                  <a:pt x="2784772" y="2905949"/>
                  <a:pt x="2784406" y="2906577"/>
                </a:cubicBezTo>
                <a:lnTo>
                  <a:pt x="2775040" y="2922797"/>
                </a:lnTo>
                <a:cubicBezTo>
                  <a:pt x="2774674" y="2923425"/>
                  <a:pt x="2773785" y="2923948"/>
                  <a:pt x="2773052" y="2923948"/>
                </a:cubicBezTo>
                <a:lnTo>
                  <a:pt x="2754321" y="2923948"/>
                </a:lnTo>
                <a:cubicBezTo>
                  <a:pt x="2753588" y="2923948"/>
                  <a:pt x="2752699" y="2923425"/>
                  <a:pt x="2752333" y="2922797"/>
                </a:cubicBezTo>
                <a:lnTo>
                  <a:pt x="2742967" y="2906577"/>
                </a:lnTo>
                <a:cubicBezTo>
                  <a:pt x="2742600" y="2905949"/>
                  <a:pt x="2742600" y="2904903"/>
                  <a:pt x="2742967" y="2904275"/>
                </a:cubicBezTo>
                <a:lnTo>
                  <a:pt x="2752333" y="2888055"/>
                </a:lnTo>
                <a:cubicBezTo>
                  <a:pt x="2752699" y="2887427"/>
                  <a:pt x="2753588" y="2886904"/>
                  <a:pt x="2754321" y="2886904"/>
                </a:cubicBezTo>
                <a:close/>
                <a:moveTo>
                  <a:pt x="2671653" y="2886904"/>
                </a:moveTo>
                <a:lnTo>
                  <a:pt x="2690383" y="2886904"/>
                </a:lnTo>
                <a:cubicBezTo>
                  <a:pt x="2691116" y="2886904"/>
                  <a:pt x="2692006" y="2887427"/>
                  <a:pt x="2692372" y="2888055"/>
                </a:cubicBezTo>
                <a:lnTo>
                  <a:pt x="2701738" y="2904275"/>
                </a:lnTo>
                <a:cubicBezTo>
                  <a:pt x="2702103" y="2904903"/>
                  <a:pt x="2702103" y="2905949"/>
                  <a:pt x="2701738" y="2906577"/>
                </a:cubicBezTo>
                <a:lnTo>
                  <a:pt x="2692372" y="2922797"/>
                </a:lnTo>
                <a:cubicBezTo>
                  <a:pt x="2692006" y="2923425"/>
                  <a:pt x="2691116" y="2923948"/>
                  <a:pt x="2690383" y="2923948"/>
                </a:cubicBezTo>
                <a:lnTo>
                  <a:pt x="2671653" y="2923948"/>
                </a:lnTo>
                <a:cubicBezTo>
                  <a:pt x="2670920" y="2923948"/>
                  <a:pt x="2670030" y="2923425"/>
                  <a:pt x="2669664" y="2922797"/>
                </a:cubicBezTo>
                <a:lnTo>
                  <a:pt x="2660298" y="2906577"/>
                </a:lnTo>
                <a:cubicBezTo>
                  <a:pt x="2659933" y="2905949"/>
                  <a:pt x="2659933" y="2904903"/>
                  <a:pt x="2660298" y="2904275"/>
                </a:cubicBezTo>
                <a:lnTo>
                  <a:pt x="2669664" y="2888055"/>
                </a:lnTo>
                <a:cubicBezTo>
                  <a:pt x="2670030" y="2887427"/>
                  <a:pt x="2670920" y="2886904"/>
                  <a:pt x="2671653" y="2886904"/>
                </a:cubicBezTo>
                <a:close/>
                <a:moveTo>
                  <a:pt x="2506315" y="2886747"/>
                </a:moveTo>
                <a:lnTo>
                  <a:pt x="2525151" y="2886747"/>
                </a:lnTo>
                <a:cubicBezTo>
                  <a:pt x="2525936" y="2886747"/>
                  <a:pt x="2526825" y="2887270"/>
                  <a:pt x="2527192" y="2887898"/>
                </a:cubicBezTo>
                <a:lnTo>
                  <a:pt x="2536609" y="2904222"/>
                </a:lnTo>
                <a:cubicBezTo>
                  <a:pt x="2536976" y="2904902"/>
                  <a:pt x="2536976" y="2905949"/>
                  <a:pt x="2536609" y="2906577"/>
                </a:cubicBezTo>
                <a:lnTo>
                  <a:pt x="2527192" y="2922901"/>
                </a:lnTo>
                <a:cubicBezTo>
                  <a:pt x="2526825" y="2923529"/>
                  <a:pt x="2525884" y="2924052"/>
                  <a:pt x="2525151" y="2924052"/>
                </a:cubicBezTo>
                <a:lnTo>
                  <a:pt x="2506315" y="2924052"/>
                </a:lnTo>
                <a:cubicBezTo>
                  <a:pt x="2505530" y="2924052"/>
                  <a:pt x="2504641" y="2923529"/>
                  <a:pt x="2504275" y="2922901"/>
                </a:cubicBezTo>
                <a:lnTo>
                  <a:pt x="2494856" y="2906577"/>
                </a:lnTo>
                <a:cubicBezTo>
                  <a:pt x="2494491" y="2905897"/>
                  <a:pt x="2494491" y="2904850"/>
                  <a:pt x="2494856" y="2904222"/>
                </a:cubicBezTo>
                <a:lnTo>
                  <a:pt x="2504275" y="2887898"/>
                </a:lnTo>
                <a:cubicBezTo>
                  <a:pt x="2504641" y="2887270"/>
                  <a:pt x="2505583" y="2886747"/>
                  <a:pt x="2506315" y="2886747"/>
                </a:cubicBezTo>
                <a:close/>
                <a:moveTo>
                  <a:pt x="1431627" y="2886590"/>
                </a:moveTo>
                <a:lnTo>
                  <a:pt x="1450620" y="2886590"/>
                </a:lnTo>
                <a:cubicBezTo>
                  <a:pt x="1451352" y="2886590"/>
                  <a:pt x="1452294" y="2887113"/>
                  <a:pt x="1452660" y="2887741"/>
                </a:cubicBezTo>
                <a:lnTo>
                  <a:pt x="1462183" y="2904222"/>
                </a:lnTo>
                <a:cubicBezTo>
                  <a:pt x="1462549" y="2904850"/>
                  <a:pt x="1462549" y="2905949"/>
                  <a:pt x="1462183" y="2906577"/>
                </a:cubicBezTo>
                <a:lnTo>
                  <a:pt x="1452660" y="2923058"/>
                </a:lnTo>
                <a:cubicBezTo>
                  <a:pt x="1452294" y="2923686"/>
                  <a:pt x="1451352" y="2924209"/>
                  <a:pt x="1450620" y="2924209"/>
                </a:cubicBezTo>
                <a:lnTo>
                  <a:pt x="1431627" y="2924209"/>
                </a:lnTo>
                <a:cubicBezTo>
                  <a:pt x="1430894" y="2924209"/>
                  <a:pt x="1429953" y="2923686"/>
                  <a:pt x="1429586" y="2923058"/>
                </a:cubicBezTo>
                <a:lnTo>
                  <a:pt x="1420064" y="2906577"/>
                </a:lnTo>
                <a:cubicBezTo>
                  <a:pt x="1419697" y="2905949"/>
                  <a:pt x="1419697" y="2904850"/>
                  <a:pt x="1420064" y="2904222"/>
                </a:cubicBezTo>
                <a:lnTo>
                  <a:pt x="1429586" y="2887741"/>
                </a:lnTo>
                <a:cubicBezTo>
                  <a:pt x="1429953" y="2887113"/>
                  <a:pt x="1430894" y="2886590"/>
                  <a:pt x="1431627" y="2886590"/>
                </a:cubicBezTo>
                <a:close/>
                <a:moveTo>
                  <a:pt x="2175433" y="2886381"/>
                </a:moveTo>
                <a:lnTo>
                  <a:pt x="2194634" y="2886381"/>
                </a:lnTo>
                <a:cubicBezTo>
                  <a:pt x="2195367" y="2886381"/>
                  <a:pt x="2196309" y="2886904"/>
                  <a:pt x="2196675" y="2887584"/>
                </a:cubicBezTo>
                <a:lnTo>
                  <a:pt x="2206302" y="2904223"/>
                </a:lnTo>
                <a:cubicBezTo>
                  <a:pt x="2206669" y="2904850"/>
                  <a:pt x="2206669" y="2905897"/>
                  <a:pt x="2206302" y="2906577"/>
                </a:cubicBezTo>
                <a:lnTo>
                  <a:pt x="2196675" y="2923215"/>
                </a:lnTo>
                <a:cubicBezTo>
                  <a:pt x="2196309" y="2923896"/>
                  <a:pt x="2195367" y="2924419"/>
                  <a:pt x="2194634" y="2924419"/>
                </a:cubicBezTo>
                <a:lnTo>
                  <a:pt x="2175433" y="2924419"/>
                </a:lnTo>
                <a:cubicBezTo>
                  <a:pt x="2174700" y="2924419"/>
                  <a:pt x="2173758" y="2923896"/>
                  <a:pt x="2173392" y="2923215"/>
                </a:cubicBezTo>
                <a:lnTo>
                  <a:pt x="2163765" y="2906577"/>
                </a:lnTo>
                <a:cubicBezTo>
                  <a:pt x="2163398" y="2905949"/>
                  <a:pt x="2163398" y="2904903"/>
                  <a:pt x="2163765" y="2904223"/>
                </a:cubicBezTo>
                <a:lnTo>
                  <a:pt x="2173392" y="2887584"/>
                </a:lnTo>
                <a:cubicBezTo>
                  <a:pt x="2173758" y="2886904"/>
                  <a:pt x="2174700" y="2886381"/>
                  <a:pt x="2175433" y="2886381"/>
                </a:cubicBezTo>
                <a:close/>
                <a:moveTo>
                  <a:pt x="1596806" y="2886329"/>
                </a:moveTo>
                <a:lnTo>
                  <a:pt x="1616061" y="2886329"/>
                </a:lnTo>
                <a:cubicBezTo>
                  <a:pt x="1616793" y="2886329"/>
                  <a:pt x="1617735" y="2886852"/>
                  <a:pt x="1618101" y="2887532"/>
                </a:cubicBezTo>
                <a:lnTo>
                  <a:pt x="1627728" y="2904223"/>
                </a:lnTo>
                <a:cubicBezTo>
                  <a:pt x="1628095" y="2904903"/>
                  <a:pt x="1628095" y="2905950"/>
                  <a:pt x="1627728" y="2906630"/>
                </a:cubicBezTo>
                <a:lnTo>
                  <a:pt x="1618101" y="2923321"/>
                </a:lnTo>
                <a:cubicBezTo>
                  <a:pt x="1617735" y="2924001"/>
                  <a:pt x="1616846" y="2924524"/>
                  <a:pt x="1616061" y="2924524"/>
                </a:cubicBezTo>
                <a:lnTo>
                  <a:pt x="1596806" y="2924524"/>
                </a:lnTo>
                <a:cubicBezTo>
                  <a:pt x="1596074" y="2924524"/>
                  <a:pt x="1595132" y="2924001"/>
                  <a:pt x="1594766" y="2923321"/>
                </a:cubicBezTo>
                <a:lnTo>
                  <a:pt x="1585138" y="2906630"/>
                </a:lnTo>
                <a:cubicBezTo>
                  <a:pt x="1584773" y="2905950"/>
                  <a:pt x="1584773" y="2904903"/>
                  <a:pt x="1585138" y="2904223"/>
                </a:cubicBezTo>
                <a:lnTo>
                  <a:pt x="1594766" y="2887532"/>
                </a:lnTo>
                <a:cubicBezTo>
                  <a:pt x="1595132" y="2886852"/>
                  <a:pt x="1596021" y="2886329"/>
                  <a:pt x="1596806" y="2886329"/>
                </a:cubicBezTo>
                <a:close/>
                <a:moveTo>
                  <a:pt x="2092765" y="2886276"/>
                </a:moveTo>
                <a:lnTo>
                  <a:pt x="2112072" y="2886276"/>
                </a:lnTo>
                <a:cubicBezTo>
                  <a:pt x="2112856" y="2886276"/>
                  <a:pt x="2113798" y="2886799"/>
                  <a:pt x="2114164" y="2887479"/>
                </a:cubicBezTo>
                <a:lnTo>
                  <a:pt x="2123844" y="2904222"/>
                </a:lnTo>
                <a:cubicBezTo>
                  <a:pt x="2124210" y="2904903"/>
                  <a:pt x="2124210" y="2905949"/>
                  <a:pt x="2123844" y="2906629"/>
                </a:cubicBezTo>
                <a:lnTo>
                  <a:pt x="2114164" y="2923372"/>
                </a:lnTo>
                <a:cubicBezTo>
                  <a:pt x="2113746" y="2924052"/>
                  <a:pt x="2112856" y="2924576"/>
                  <a:pt x="2112072" y="2924576"/>
                </a:cubicBezTo>
                <a:lnTo>
                  <a:pt x="2092765" y="2924576"/>
                </a:lnTo>
                <a:cubicBezTo>
                  <a:pt x="2091980" y="2924576"/>
                  <a:pt x="2091038" y="2924052"/>
                  <a:pt x="2090672" y="2923372"/>
                </a:cubicBezTo>
                <a:lnTo>
                  <a:pt x="2080992" y="2906629"/>
                </a:lnTo>
                <a:cubicBezTo>
                  <a:pt x="2080627" y="2905949"/>
                  <a:pt x="2080627" y="2904903"/>
                  <a:pt x="2080992" y="2904222"/>
                </a:cubicBezTo>
                <a:lnTo>
                  <a:pt x="2090672" y="2887479"/>
                </a:lnTo>
                <a:cubicBezTo>
                  <a:pt x="2091091" y="2886799"/>
                  <a:pt x="2091980" y="2886276"/>
                  <a:pt x="2092765" y="2886276"/>
                </a:cubicBezTo>
                <a:close/>
                <a:moveTo>
                  <a:pt x="2588670" y="2886172"/>
                </a:moveTo>
                <a:lnTo>
                  <a:pt x="2608082" y="2886172"/>
                </a:lnTo>
                <a:cubicBezTo>
                  <a:pt x="2608866" y="2886172"/>
                  <a:pt x="2609809" y="2886695"/>
                  <a:pt x="2610175" y="2887376"/>
                </a:cubicBezTo>
                <a:lnTo>
                  <a:pt x="2619854" y="2904171"/>
                </a:lnTo>
                <a:cubicBezTo>
                  <a:pt x="2620221" y="2904851"/>
                  <a:pt x="2620221" y="2905897"/>
                  <a:pt x="2619854" y="2906578"/>
                </a:cubicBezTo>
                <a:lnTo>
                  <a:pt x="2610175" y="2923373"/>
                </a:lnTo>
                <a:cubicBezTo>
                  <a:pt x="2609756" y="2924053"/>
                  <a:pt x="2608866" y="2924576"/>
                  <a:pt x="2608082" y="2924576"/>
                </a:cubicBezTo>
                <a:lnTo>
                  <a:pt x="2588670" y="2924576"/>
                </a:lnTo>
                <a:cubicBezTo>
                  <a:pt x="2587885" y="2924576"/>
                  <a:pt x="2586943" y="2924053"/>
                  <a:pt x="2586577" y="2923373"/>
                </a:cubicBezTo>
                <a:lnTo>
                  <a:pt x="2576898" y="2906578"/>
                </a:lnTo>
                <a:cubicBezTo>
                  <a:pt x="2576531" y="2905897"/>
                  <a:pt x="2576531" y="2904851"/>
                  <a:pt x="2576898" y="2904171"/>
                </a:cubicBezTo>
                <a:lnTo>
                  <a:pt x="2586577" y="2887376"/>
                </a:lnTo>
                <a:cubicBezTo>
                  <a:pt x="2586996" y="2886695"/>
                  <a:pt x="2587885" y="2886172"/>
                  <a:pt x="2588670" y="2886172"/>
                </a:cubicBezTo>
                <a:close/>
                <a:moveTo>
                  <a:pt x="1266029" y="2886015"/>
                </a:moveTo>
                <a:lnTo>
                  <a:pt x="1285597" y="2886015"/>
                </a:lnTo>
                <a:cubicBezTo>
                  <a:pt x="1286382" y="2886015"/>
                  <a:pt x="1287324" y="2886538"/>
                  <a:pt x="1287690" y="2887218"/>
                </a:cubicBezTo>
                <a:lnTo>
                  <a:pt x="1297474" y="2904170"/>
                </a:lnTo>
                <a:cubicBezTo>
                  <a:pt x="1297840" y="2904851"/>
                  <a:pt x="1297840" y="2905897"/>
                  <a:pt x="1297474" y="2906577"/>
                </a:cubicBezTo>
                <a:lnTo>
                  <a:pt x="1287690" y="2923530"/>
                </a:lnTo>
                <a:cubicBezTo>
                  <a:pt x="1287324" y="2924210"/>
                  <a:pt x="1286382" y="2924733"/>
                  <a:pt x="1285597" y="2924733"/>
                </a:cubicBezTo>
                <a:lnTo>
                  <a:pt x="1266029" y="2924733"/>
                </a:lnTo>
                <a:cubicBezTo>
                  <a:pt x="1265244" y="2924733"/>
                  <a:pt x="1264302" y="2924210"/>
                  <a:pt x="1263936" y="2923530"/>
                </a:cubicBezTo>
                <a:lnTo>
                  <a:pt x="1254152" y="2906577"/>
                </a:lnTo>
                <a:cubicBezTo>
                  <a:pt x="1253785" y="2905897"/>
                  <a:pt x="1253785" y="2904851"/>
                  <a:pt x="1254152" y="2904170"/>
                </a:cubicBezTo>
                <a:lnTo>
                  <a:pt x="1263936" y="2887218"/>
                </a:lnTo>
                <a:cubicBezTo>
                  <a:pt x="1264302" y="2886538"/>
                  <a:pt x="1265244" y="2886015"/>
                  <a:pt x="1266029" y="2886015"/>
                </a:cubicBezTo>
                <a:close/>
                <a:moveTo>
                  <a:pt x="521543" y="2884968"/>
                </a:moveTo>
                <a:lnTo>
                  <a:pt x="542210" y="2884968"/>
                </a:lnTo>
                <a:cubicBezTo>
                  <a:pt x="542995" y="2884968"/>
                  <a:pt x="543989" y="2885543"/>
                  <a:pt x="544408" y="2886224"/>
                </a:cubicBezTo>
                <a:lnTo>
                  <a:pt x="554767" y="2904118"/>
                </a:lnTo>
                <a:cubicBezTo>
                  <a:pt x="555186" y="2904850"/>
                  <a:pt x="555186" y="2906001"/>
                  <a:pt x="554767" y="2906682"/>
                </a:cubicBezTo>
                <a:lnTo>
                  <a:pt x="544408" y="2924576"/>
                </a:lnTo>
                <a:cubicBezTo>
                  <a:pt x="544041" y="2925256"/>
                  <a:pt x="543047" y="2925831"/>
                  <a:pt x="542210" y="2925831"/>
                </a:cubicBezTo>
                <a:lnTo>
                  <a:pt x="521543" y="2925831"/>
                </a:lnTo>
                <a:cubicBezTo>
                  <a:pt x="520758" y="2925831"/>
                  <a:pt x="519764" y="2925256"/>
                  <a:pt x="519346" y="2924576"/>
                </a:cubicBezTo>
                <a:lnTo>
                  <a:pt x="508986" y="2906682"/>
                </a:lnTo>
                <a:cubicBezTo>
                  <a:pt x="508567" y="2905949"/>
                  <a:pt x="508567" y="2904798"/>
                  <a:pt x="508986" y="2904118"/>
                </a:cubicBezTo>
                <a:lnTo>
                  <a:pt x="519346" y="2886224"/>
                </a:lnTo>
                <a:cubicBezTo>
                  <a:pt x="519712" y="2885543"/>
                  <a:pt x="520706" y="2884968"/>
                  <a:pt x="521543" y="2884968"/>
                </a:cubicBezTo>
                <a:close/>
                <a:moveTo>
                  <a:pt x="1843556" y="2883817"/>
                </a:moveTo>
                <a:lnTo>
                  <a:pt x="1865322" y="2883817"/>
                </a:lnTo>
                <a:cubicBezTo>
                  <a:pt x="1866212" y="2883817"/>
                  <a:pt x="1867258" y="2884445"/>
                  <a:pt x="1867676" y="2885177"/>
                </a:cubicBezTo>
                <a:lnTo>
                  <a:pt x="1878559" y="2904065"/>
                </a:lnTo>
                <a:cubicBezTo>
                  <a:pt x="1878978" y="2904850"/>
                  <a:pt x="1878978" y="2906054"/>
                  <a:pt x="1878559" y="2906786"/>
                </a:cubicBezTo>
                <a:lnTo>
                  <a:pt x="1867676" y="2925674"/>
                </a:lnTo>
                <a:cubicBezTo>
                  <a:pt x="1867206" y="2926407"/>
                  <a:pt x="1866159" y="2927034"/>
                  <a:pt x="1865322" y="2927034"/>
                </a:cubicBezTo>
                <a:lnTo>
                  <a:pt x="1843556" y="2927034"/>
                </a:lnTo>
                <a:cubicBezTo>
                  <a:pt x="1842667" y="2927034"/>
                  <a:pt x="1841620" y="2926407"/>
                  <a:pt x="1841202" y="2925674"/>
                </a:cubicBezTo>
                <a:lnTo>
                  <a:pt x="1830319" y="2906786"/>
                </a:lnTo>
                <a:cubicBezTo>
                  <a:pt x="1829900" y="2906001"/>
                  <a:pt x="1829900" y="2904798"/>
                  <a:pt x="1830319" y="2904065"/>
                </a:cubicBezTo>
                <a:lnTo>
                  <a:pt x="1841202" y="2885177"/>
                </a:lnTo>
                <a:cubicBezTo>
                  <a:pt x="1841673" y="2884445"/>
                  <a:pt x="1842719" y="2883817"/>
                  <a:pt x="1843556" y="2883817"/>
                </a:cubicBezTo>
                <a:close/>
                <a:moveTo>
                  <a:pt x="1512725" y="2883555"/>
                </a:moveTo>
                <a:lnTo>
                  <a:pt x="1534805" y="2883555"/>
                </a:lnTo>
                <a:cubicBezTo>
                  <a:pt x="1535642" y="2883555"/>
                  <a:pt x="1536741" y="2884183"/>
                  <a:pt x="1537160" y="2884915"/>
                </a:cubicBezTo>
                <a:lnTo>
                  <a:pt x="1548199" y="2904065"/>
                </a:lnTo>
                <a:cubicBezTo>
                  <a:pt x="1548618" y="2904798"/>
                  <a:pt x="1548618" y="2906054"/>
                  <a:pt x="1548199" y="2906786"/>
                </a:cubicBezTo>
                <a:lnTo>
                  <a:pt x="1537160" y="2925936"/>
                </a:lnTo>
                <a:cubicBezTo>
                  <a:pt x="1536741" y="2926668"/>
                  <a:pt x="1535695" y="2927296"/>
                  <a:pt x="1534805" y="2927296"/>
                </a:cubicBezTo>
                <a:lnTo>
                  <a:pt x="1512725" y="2927296"/>
                </a:lnTo>
                <a:cubicBezTo>
                  <a:pt x="1511888" y="2927296"/>
                  <a:pt x="1510789" y="2926668"/>
                  <a:pt x="1510371" y="2925936"/>
                </a:cubicBezTo>
                <a:lnTo>
                  <a:pt x="1499331" y="2906786"/>
                </a:lnTo>
                <a:cubicBezTo>
                  <a:pt x="1498912" y="2906054"/>
                  <a:pt x="1498912" y="2904798"/>
                  <a:pt x="1499331" y="2904065"/>
                </a:cubicBezTo>
                <a:lnTo>
                  <a:pt x="1510371" y="2884915"/>
                </a:lnTo>
                <a:cubicBezTo>
                  <a:pt x="1510789" y="2884183"/>
                  <a:pt x="1511836" y="2883555"/>
                  <a:pt x="1512725" y="2883555"/>
                </a:cubicBezTo>
                <a:close/>
                <a:moveTo>
                  <a:pt x="1759737" y="2881620"/>
                </a:moveTo>
                <a:lnTo>
                  <a:pt x="1783805" y="2881620"/>
                </a:lnTo>
                <a:cubicBezTo>
                  <a:pt x="1784747" y="2881620"/>
                  <a:pt x="1785898" y="2882248"/>
                  <a:pt x="1786369" y="2883085"/>
                </a:cubicBezTo>
                <a:lnTo>
                  <a:pt x="1798403" y="2903909"/>
                </a:lnTo>
                <a:cubicBezTo>
                  <a:pt x="1798874" y="2904746"/>
                  <a:pt x="1798874" y="2906054"/>
                  <a:pt x="1798403" y="2906891"/>
                </a:cubicBezTo>
                <a:lnTo>
                  <a:pt x="1786369" y="2927715"/>
                </a:lnTo>
                <a:cubicBezTo>
                  <a:pt x="1785898" y="2928500"/>
                  <a:pt x="1784747" y="2929181"/>
                  <a:pt x="1783805" y="2929181"/>
                </a:cubicBezTo>
                <a:lnTo>
                  <a:pt x="1759737" y="2929181"/>
                </a:lnTo>
                <a:cubicBezTo>
                  <a:pt x="1758795" y="2929181"/>
                  <a:pt x="1757644" y="2928553"/>
                  <a:pt x="1757173" y="2927715"/>
                </a:cubicBezTo>
                <a:lnTo>
                  <a:pt x="1745139" y="2906891"/>
                </a:lnTo>
                <a:cubicBezTo>
                  <a:pt x="1744668" y="2906054"/>
                  <a:pt x="1744668" y="2904746"/>
                  <a:pt x="1745139" y="2903909"/>
                </a:cubicBezTo>
                <a:lnTo>
                  <a:pt x="1757173" y="2883085"/>
                </a:lnTo>
                <a:cubicBezTo>
                  <a:pt x="1757644" y="2882300"/>
                  <a:pt x="1758795" y="2881620"/>
                  <a:pt x="1759737" y="2881620"/>
                </a:cubicBezTo>
                <a:close/>
                <a:moveTo>
                  <a:pt x="186579" y="2876283"/>
                </a:moveTo>
                <a:lnTo>
                  <a:pt x="215984" y="2876283"/>
                </a:lnTo>
                <a:cubicBezTo>
                  <a:pt x="217135" y="2876283"/>
                  <a:pt x="218548" y="2877120"/>
                  <a:pt x="219123" y="2878114"/>
                </a:cubicBezTo>
                <a:lnTo>
                  <a:pt x="233826" y="2903595"/>
                </a:lnTo>
                <a:cubicBezTo>
                  <a:pt x="234401" y="2904641"/>
                  <a:pt x="234401" y="2906263"/>
                  <a:pt x="233826" y="2907257"/>
                </a:cubicBezTo>
                <a:lnTo>
                  <a:pt x="219123" y="2932738"/>
                </a:lnTo>
                <a:cubicBezTo>
                  <a:pt x="218548" y="2933732"/>
                  <a:pt x="217135" y="2934569"/>
                  <a:pt x="215984" y="2934569"/>
                </a:cubicBezTo>
                <a:lnTo>
                  <a:pt x="186579" y="2934569"/>
                </a:lnTo>
                <a:cubicBezTo>
                  <a:pt x="185428" y="2934569"/>
                  <a:pt x="184015" y="2933732"/>
                  <a:pt x="183440" y="2932738"/>
                </a:cubicBezTo>
                <a:lnTo>
                  <a:pt x="168738" y="2907257"/>
                </a:lnTo>
                <a:cubicBezTo>
                  <a:pt x="168162" y="2906211"/>
                  <a:pt x="168162" y="2904589"/>
                  <a:pt x="168738" y="2903595"/>
                </a:cubicBezTo>
                <a:lnTo>
                  <a:pt x="183440" y="2878114"/>
                </a:lnTo>
                <a:cubicBezTo>
                  <a:pt x="184015" y="2877120"/>
                  <a:pt x="185428" y="2876283"/>
                  <a:pt x="186579" y="2876283"/>
                </a:cubicBezTo>
                <a:close/>
                <a:moveTo>
                  <a:pt x="351602" y="2875603"/>
                </a:moveTo>
                <a:lnTo>
                  <a:pt x="381635" y="2875603"/>
                </a:lnTo>
                <a:cubicBezTo>
                  <a:pt x="382838" y="2875603"/>
                  <a:pt x="384303" y="2876440"/>
                  <a:pt x="384879" y="2877487"/>
                </a:cubicBezTo>
                <a:lnTo>
                  <a:pt x="399895" y="2903490"/>
                </a:lnTo>
                <a:cubicBezTo>
                  <a:pt x="400470" y="2904537"/>
                  <a:pt x="400470" y="2906159"/>
                  <a:pt x="399895" y="2907205"/>
                </a:cubicBezTo>
                <a:lnTo>
                  <a:pt x="384879" y="2933209"/>
                </a:lnTo>
                <a:cubicBezTo>
                  <a:pt x="384251" y="2934255"/>
                  <a:pt x="382838" y="2935093"/>
                  <a:pt x="381635" y="2935093"/>
                </a:cubicBezTo>
                <a:lnTo>
                  <a:pt x="351602" y="2935093"/>
                </a:lnTo>
                <a:cubicBezTo>
                  <a:pt x="350399" y="2935093"/>
                  <a:pt x="348934" y="2934255"/>
                  <a:pt x="348358" y="2933209"/>
                </a:cubicBezTo>
                <a:lnTo>
                  <a:pt x="333342" y="2907205"/>
                </a:lnTo>
                <a:cubicBezTo>
                  <a:pt x="332766" y="2906159"/>
                  <a:pt x="332766" y="2904537"/>
                  <a:pt x="333342" y="2903490"/>
                </a:cubicBezTo>
                <a:lnTo>
                  <a:pt x="348358" y="2877487"/>
                </a:lnTo>
                <a:cubicBezTo>
                  <a:pt x="348986" y="2876440"/>
                  <a:pt x="350399" y="2875603"/>
                  <a:pt x="351602" y="2875603"/>
                </a:cubicBezTo>
                <a:close/>
                <a:moveTo>
                  <a:pt x="431811" y="2870894"/>
                </a:moveTo>
                <a:lnTo>
                  <a:pt x="466657" y="2870894"/>
                </a:lnTo>
                <a:cubicBezTo>
                  <a:pt x="468018" y="2870894"/>
                  <a:pt x="469692" y="2871836"/>
                  <a:pt x="470372" y="2873039"/>
                </a:cubicBezTo>
                <a:lnTo>
                  <a:pt x="487795" y="2903229"/>
                </a:lnTo>
                <a:cubicBezTo>
                  <a:pt x="488476" y="2904380"/>
                  <a:pt x="488476" y="2906316"/>
                  <a:pt x="487795" y="2907519"/>
                </a:cubicBezTo>
                <a:lnTo>
                  <a:pt x="470372" y="2937709"/>
                </a:lnTo>
                <a:cubicBezTo>
                  <a:pt x="469692" y="2938912"/>
                  <a:pt x="468018" y="2939854"/>
                  <a:pt x="466657" y="2939854"/>
                </a:cubicBezTo>
                <a:lnTo>
                  <a:pt x="431811" y="2939854"/>
                </a:lnTo>
                <a:cubicBezTo>
                  <a:pt x="430451" y="2939854"/>
                  <a:pt x="428777" y="2938912"/>
                  <a:pt x="428096" y="2937709"/>
                </a:cubicBezTo>
                <a:lnTo>
                  <a:pt x="410673" y="2907519"/>
                </a:lnTo>
                <a:cubicBezTo>
                  <a:pt x="409993" y="2906368"/>
                  <a:pt x="409993" y="2904432"/>
                  <a:pt x="410673" y="2903229"/>
                </a:cubicBezTo>
                <a:lnTo>
                  <a:pt x="428096" y="2873039"/>
                </a:lnTo>
                <a:cubicBezTo>
                  <a:pt x="428777" y="2871836"/>
                  <a:pt x="430451" y="2870894"/>
                  <a:pt x="431811" y="2870894"/>
                </a:cubicBezTo>
                <a:close/>
                <a:moveTo>
                  <a:pt x="278352" y="2811718"/>
                </a:moveTo>
                <a:lnTo>
                  <a:pt x="289496" y="2811718"/>
                </a:lnTo>
                <a:cubicBezTo>
                  <a:pt x="289967" y="2811718"/>
                  <a:pt x="290490" y="2812032"/>
                  <a:pt x="290699" y="2812398"/>
                </a:cubicBezTo>
                <a:lnTo>
                  <a:pt x="296246" y="2822026"/>
                </a:lnTo>
                <a:cubicBezTo>
                  <a:pt x="296455" y="2822392"/>
                  <a:pt x="296455" y="2823020"/>
                  <a:pt x="296246" y="2823386"/>
                </a:cubicBezTo>
                <a:lnTo>
                  <a:pt x="290699" y="2833013"/>
                </a:lnTo>
                <a:cubicBezTo>
                  <a:pt x="290490" y="2833379"/>
                  <a:pt x="289914" y="2833693"/>
                  <a:pt x="289496" y="2833693"/>
                </a:cubicBezTo>
                <a:lnTo>
                  <a:pt x="278352" y="2833693"/>
                </a:lnTo>
                <a:cubicBezTo>
                  <a:pt x="277881" y="2833693"/>
                  <a:pt x="277357" y="2833379"/>
                  <a:pt x="277148" y="2833013"/>
                </a:cubicBezTo>
                <a:lnTo>
                  <a:pt x="271602" y="2823386"/>
                </a:lnTo>
                <a:cubicBezTo>
                  <a:pt x="271393" y="2823020"/>
                  <a:pt x="271393" y="2822392"/>
                  <a:pt x="271602" y="2822026"/>
                </a:cubicBezTo>
                <a:lnTo>
                  <a:pt x="277148" y="2812398"/>
                </a:lnTo>
                <a:cubicBezTo>
                  <a:pt x="277357" y="2812032"/>
                  <a:pt x="277933" y="2811718"/>
                  <a:pt x="278352" y="2811718"/>
                </a:cubicBezTo>
                <a:close/>
                <a:moveTo>
                  <a:pt x="855931" y="2809625"/>
                </a:moveTo>
                <a:lnTo>
                  <a:pt x="869116" y="2809625"/>
                </a:lnTo>
                <a:cubicBezTo>
                  <a:pt x="869639" y="2809625"/>
                  <a:pt x="870268" y="2809991"/>
                  <a:pt x="870529" y="2810462"/>
                </a:cubicBezTo>
                <a:lnTo>
                  <a:pt x="877122" y="2821920"/>
                </a:lnTo>
                <a:cubicBezTo>
                  <a:pt x="877383" y="2822339"/>
                  <a:pt x="877383" y="2823071"/>
                  <a:pt x="877122" y="2823542"/>
                </a:cubicBezTo>
                <a:lnTo>
                  <a:pt x="870529" y="2835001"/>
                </a:lnTo>
                <a:cubicBezTo>
                  <a:pt x="870268" y="2835472"/>
                  <a:pt x="869639" y="2835838"/>
                  <a:pt x="869116" y="2835838"/>
                </a:cubicBezTo>
                <a:lnTo>
                  <a:pt x="855931" y="2835838"/>
                </a:lnTo>
                <a:cubicBezTo>
                  <a:pt x="855408" y="2835838"/>
                  <a:pt x="854780" y="2835472"/>
                  <a:pt x="854519" y="2835001"/>
                </a:cubicBezTo>
                <a:lnTo>
                  <a:pt x="847926" y="2823542"/>
                </a:lnTo>
                <a:cubicBezTo>
                  <a:pt x="847665" y="2823124"/>
                  <a:pt x="847665" y="2822391"/>
                  <a:pt x="847926" y="2821920"/>
                </a:cubicBezTo>
                <a:lnTo>
                  <a:pt x="854519" y="2810462"/>
                </a:lnTo>
                <a:cubicBezTo>
                  <a:pt x="854780" y="2809991"/>
                  <a:pt x="855408" y="2809625"/>
                  <a:pt x="855931" y="2809625"/>
                </a:cubicBezTo>
                <a:close/>
                <a:moveTo>
                  <a:pt x="359921" y="2809520"/>
                </a:moveTo>
                <a:lnTo>
                  <a:pt x="373211" y="2809520"/>
                </a:lnTo>
                <a:cubicBezTo>
                  <a:pt x="373734" y="2809520"/>
                  <a:pt x="374361" y="2809886"/>
                  <a:pt x="374623" y="2810357"/>
                </a:cubicBezTo>
                <a:lnTo>
                  <a:pt x="381268" y="2821868"/>
                </a:lnTo>
                <a:cubicBezTo>
                  <a:pt x="381529" y="2822287"/>
                  <a:pt x="381529" y="2823019"/>
                  <a:pt x="381268" y="2823490"/>
                </a:cubicBezTo>
                <a:lnTo>
                  <a:pt x="374623" y="2835001"/>
                </a:lnTo>
                <a:cubicBezTo>
                  <a:pt x="374361" y="2835471"/>
                  <a:pt x="373734" y="2835838"/>
                  <a:pt x="373211" y="2835838"/>
                </a:cubicBezTo>
                <a:lnTo>
                  <a:pt x="359921" y="2835838"/>
                </a:lnTo>
                <a:cubicBezTo>
                  <a:pt x="359398" y="2835838"/>
                  <a:pt x="358770" y="2835471"/>
                  <a:pt x="358508" y="2835001"/>
                </a:cubicBezTo>
                <a:lnTo>
                  <a:pt x="351863" y="2823490"/>
                </a:lnTo>
                <a:cubicBezTo>
                  <a:pt x="351602" y="2823071"/>
                  <a:pt x="351602" y="2822339"/>
                  <a:pt x="351863" y="2821868"/>
                </a:cubicBezTo>
                <a:lnTo>
                  <a:pt x="358508" y="2810357"/>
                </a:lnTo>
                <a:cubicBezTo>
                  <a:pt x="358770" y="2809886"/>
                  <a:pt x="359398" y="2809520"/>
                  <a:pt x="359921" y="2809520"/>
                </a:cubicBezTo>
                <a:close/>
                <a:moveTo>
                  <a:pt x="938181" y="2808788"/>
                </a:moveTo>
                <a:lnTo>
                  <a:pt x="952255" y="2808788"/>
                </a:lnTo>
                <a:cubicBezTo>
                  <a:pt x="952831" y="2808788"/>
                  <a:pt x="953511" y="2809207"/>
                  <a:pt x="953772" y="2809677"/>
                </a:cubicBezTo>
                <a:lnTo>
                  <a:pt x="960784" y="2821868"/>
                </a:lnTo>
                <a:cubicBezTo>
                  <a:pt x="961045" y="2822339"/>
                  <a:pt x="961045" y="2823124"/>
                  <a:pt x="960784" y="2823595"/>
                </a:cubicBezTo>
                <a:lnTo>
                  <a:pt x="953772" y="2835786"/>
                </a:lnTo>
                <a:cubicBezTo>
                  <a:pt x="953511" y="2836309"/>
                  <a:pt x="952831" y="2836676"/>
                  <a:pt x="952255" y="2836676"/>
                </a:cubicBezTo>
                <a:lnTo>
                  <a:pt x="938181" y="2836676"/>
                </a:lnTo>
                <a:cubicBezTo>
                  <a:pt x="937605" y="2836676"/>
                  <a:pt x="936925" y="2836257"/>
                  <a:pt x="936663" y="2835786"/>
                </a:cubicBezTo>
                <a:lnTo>
                  <a:pt x="929652" y="2823595"/>
                </a:lnTo>
                <a:cubicBezTo>
                  <a:pt x="929391" y="2823124"/>
                  <a:pt x="929391" y="2822339"/>
                  <a:pt x="929652" y="2821868"/>
                </a:cubicBezTo>
                <a:lnTo>
                  <a:pt x="936663" y="2809677"/>
                </a:lnTo>
                <a:cubicBezTo>
                  <a:pt x="936925" y="2809154"/>
                  <a:pt x="937605" y="2808788"/>
                  <a:pt x="938181" y="2808788"/>
                </a:cubicBezTo>
                <a:close/>
                <a:moveTo>
                  <a:pt x="193956" y="2808212"/>
                </a:moveTo>
                <a:lnTo>
                  <a:pt x="208606" y="2808212"/>
                </a:lnTo>
                <a:cubicBezTo>
                  <a:pt x="209182" y="2808212"/>
                  <a:pt x="209862" y="2808578"/>
                  <a:pt x="210176" y="2809101"/>
                </a:cubicBezTo>
                <a:lnTo>
                  <a:pt x="217501" y="2821816"/>
                </a:lnTo>
                <a:cubicBezTo>
                  <a:pt x="217815" y="2822339"/>
                  <a:pt x="217815" y="2823124"/>
                  <a:pt x="217501" y="2823647"/>
                </a:cubicBezTo>
                <a:lnTo>
                  <a:pt x="210176" y="2836361"/>
                </a:lnTo>
                <a:cubicBezTo>
                  <a:pt x="209914" y="2836832"/>
                  <a:pt x="209182" y="2837250"/>
                  <a:pt x="208606" y="2837250"/>
                </a:cubicBezTo>
                <a:lnTo>
                  <a:pt x="193956" y="2837250"/>
                </a:lnTo>
                <a:cubicBezTo>
                  <a:pt x="193380" y="2837250"/>
                  <a:pt x="192701" y="2836884"/>
                  <a:pt x="192387" y="2836361"/>
                </a:cubicBezTo>
                <a:lnTo>
                  <a:pt x="185061" y="2823647"/>
                </a:lnTo>
                <a:cubicBezTo>
                  <a:pt x="184748" y="2823124"/>
                  <a:pt x="184748" y="2822339"/>
                  <a:pt x="185061" y="2821816"/>
                </a:cubicBezTo>
                <a:lnTo>
                  <a:pt x="192387" y="2809101"/>
                </a:lnTo>
                <a:cubicBezTo>
                  <a:pt x="192648" y="2808631"/>
                  <a:pt x="193380" y="2808212"/>
                  <a:pt x="193956" y="2808212"/>
                </a:cubicBezTo>
                <a:close/>
                <a:moveTo>
                  <a:pt x="689757" y="2808003"/>
                </a:moveTo>
                <a:lnTo>
                  <a:pt x="704616" y="2808003"/>
                </a:lnTo>
                <a:cubicBezTo>
                  <a:pt x="705192" y="2808003"/>
                  <a:pt x="705872" y="2808422"/>
                  <a:pt x="706186" y="2808945"/>
                </a:cubicBezTo>
                <a:lnTo>
                  <a:pt x="713616" y="2821816"/>
                </a:lnTo>
                <a:cubicBezTo>
                  <a:pt x="713930" y="2822339"/>
                  <a:pt x="713930" y="2823124"/>
                  <a:pt x="713616" y="2823647"/>
                </a:cubicBezTo>
                <a:lnTo>
                  <a:pt x="706186" y="2836518"/>
                </a:lnTo>
                <a:cubicBezTo>
                  <a:pt x="705924" y="2837042"/>
                  <a:pt x="705192" y="2837460"/>
                  <a:pt x="704616" y="2837460"/>
                </a:cubicBezTo>
                <a:lnTo>
                  <a:pt x="689757" y="2837460"/>
                </a:lnTo>
                <a:cubicBezTo>
                  <a:pt x="689181" y="2837460"/>
                  <a:pt x="688501" y="2837042"/>
                  <a:pt x="688187" y="2836518"/>
                </a:cubicBezTo>
                <a:lnTo>
                  <a:pt x="680757" y="2823647"/>
                </a:lnTo>
                <a:cubicBezTo>
                  <a:pt x="680444" y="2823124"/>
                  <a:pt x="680444" y="2822339"/>
                  <a:pt x="680757" y="2821816"/>
                </a:cubicBezTo>
                <a:lnTo>
                  <a:pt x="688187" y="2808945"/>
                </a:lnTo>
                <a:cubicBezTo>
                  <a:pt x="688449" y="2808422"/>
                  <a:pt x="689181" y="2808003"/>
                  <a:pt x="689757" y="2808003"/>
                </a:cubicBezTo>
                <a:close/>
                <a:moveTo>
                  <a:pt x="1350371" y="2806695"/>
                </a:moveTo>
                <a:lnTo>
                  <a:pt x="1366591" y="2806695"/>
                </a:lnTo>
                <a:cubicBezTo>
                  <a:pt x="1367219" y="2806695"/>
                  <a:pt x="1368003" y="2807114"/>
                  <a:pt x="1368318" y="2807689"/>
                </a:cubicBezTo>
                <a:lnTo>
                  <a:pt x="1376427" y="2821764"/>
                </a:lnTo>
                <a:cubicBezTo>
                  <a:pt x="1376741" y="2822287"/>
                  <a:pt x="1376741" y="2823176"/>
                  <a:pt x="1376427" y="2823752"/>
                </a:cubicBezTo>
                <a:lnTo>
                  <a:pt x="1368318" y="2837826"/>
                </a:lnTo>
                <a:cubicBezTo>
                  <a:pt x="1368003" y="2838350"/>
                  <a:pt x="1367219" y="2838821"/>
                  <a:pt x="1366591" y="2838821"/>
                </a:cubicBezTo>
                <a:lnTo>
                  <a:pt x="1350371" y="2838821"/>
                </a:lnTo>
                <a:cubicBezTo>
                  <a:pt x="1349743" y="2838821"/>
                  <a:pt x="1348958" y="2838402"/>
                  <a:pt x="1348645" y="2837826"/>
                </a:cubicBezTo>
                <a:lnTo>
                  <a:pt x="1340534" y="2823752"/>
                </a:lnTo>
                <a:cubicBezTo>
                  <a:pt x="1340221" y="2823229"/>
                  <a:pt x="1340221" y="2822339"/>
                  <a:pt x="1340534" y="2821764"/>
                </a:cubicBezTo>
                <a:lnTo>
                  <a:pt x="1348645" y="2807689"/>
                </a:lnTo>
                <a:cubicBezTo>
                  <a:pt x="1348958" y="2807166"/>
                  <a:pt x="1349743" y="2806695"/>
                  <a:pt x="1350371" y="2806695"/>
                </a:cubicBezTo>
                <a:close/>
                <a:moveTo>
                  <a:pt x="606461" y="2806695"/>
                </a:moveTo>
                <a:lnTo>
                  <a:pt x="622629" y="2806695"/>
                </a:lnTo>
                <a:cubicBezTo>
                  <a:pt x="623256" y="2806695"/>
                  <a:pt x="624041" y="2807114"/>
                  <a:pt x="624355" y="2807689"/>
                </a:cubicBezTo>
                <a:lnTo>
                  <a:pt x="632465" y="2821712"/>
                </a:lnTo>
                <a:cubicBezTo>
                  <a:pt x="632779" y="2822235"/>
                  <a:pt x="632779" y="2823124"/>
                  <a:pt x="632465" y="2823700"/>
                </a:cubicBezTo>
                <a:lnTo>
                  <a:pt x="624355" y="2837722"/>
                </a:lnTo>
                <a:cubicBezTo>
                  <a:pt x="624041" y="2838245"/>
                  <a:pt x="623256" y="2838716"/>
                  <a:pt x="622629" y="2838716"/>
                </a:cubicBezTo>
                <a:lnTo>
                  <a:pt x="606461" y="2838716"/>
                </a:lnTo>
                <a:cubicBezTo>
                  <a:pt x="605833" y="2838716"/>
                  <a:pt x="605048" y="2838298"/>
                  <a:pt x="604735" y="2837722"/>
                </a:cubicBezTo>
                <a:lnTo>
                  <a:pt x="596624" y="2823700"/>
                </a:lnTo>
                <a:cubicBezTo>
                  <a:pt x="596311" y="2823176"/>
                  <a:pt x="596311" y="2822287"/>
                  <a:pt x="596624" y="2821712"/>
                </a:cubicBezTo>
                <a:lnTo>
                  <a:pt x="604735" y="2807689"/>
                </a:lnTo>
                <a:cubicBezTo>
                  <a:pt x="605048" y="2807166"/>
                  <a:pt x="605833" y="2806695"/>
                  <a:pt x="606461" y="2806695"/>
                </a:cubicBezTo>
                <a:close/>
                <a:moveTo>
                  <a:pt x="523740" y="2806643"/>
                </a:moveTo>
                <a:lnTo>
                  <a:pt x="540012" y="2806643"/>
                </a:lnTo>
                <a:cubicBezTo>
                  <a:pt x="540640" y="2806643"/>
                  <a:pt x="541425" y="2807061"/>
                  <a:pt x="541739" y="2807637"/>
                </a:cubicBezTo>
                <a:lnTo>
                  <a:pt x="549901" y="2821764"/>
                </a:lnTo>
                <a:cubicBezTo>
                  <a:pt x="550215" y="2822340"/>
                  <a:pt x="550215" y="2823229"/>
                  <a:pt x="549901" y="2823804"/>
                </a:cubicBezTo>
                <a:lnTo>
                  <a:pt x="541739" y="2837931"/>
                </a:lnTo>
                <a:cubicBezTo>
                  <a:pt x="541425" y="2838454"/>
                  <a:pt x="540640" y="2838925"/>
                  <a:pt x="540012" y="2838925"/>
                </a:cubicBezTo>
                <a:lnTo>
                  <a:pt x="523740" y="2838925"/>
                </a:lnTo>
                <a:cubicBezTo>
                  <a:pt x="523112" y="2838925"/>
                  <a:pt x="522328" y="2838507"/>
                  <a:pt x="522014" y="2837931"/>
                </a:cubicBezTo>
                <a:lnTo>
                  <a:pt x="513851" y="2823804"/>
                </a:lnTo>
                <a:cubicBezTo>
                  <a:pt x="513538" y="2823229"/>
                  <a:pt x="513538" y="2822340"/>
                  <a:pt x="513851" y="2821764"/>
                </a:cubicBezTo>
                <a:lnTo>
                  <a:pt x="522014" y="2807637"/>
                </a:lnTo>
                <a:cubicBezTo>
                  <a:pt x="522328" y="2807114"/>
                  <a:pt x="523112" y="2806643"/>
                  <a:pt x="523740" y="2806643"/>
                </a:cubicBezTo>
                <a:close/>
                <a:moveTo>
                  <a:pt x="2011403" y="2806224"/>
                </a:moveTo>
                <a:lnTo>
                  <a:pt x="2028094" y="2806224"/>
                </a:lnTo>
                <a:cubicBezTo>
                  <a:pt x="2028722" y="2806224"/>
                  <a:pt x="2029560" y="2806695"/>
                  <a:pt x="2029873" y="2807270"/>
                </a:cubicBezTo>
                <a:lnTo>
                  <a:pt x="2038193" y="2821711"/>
                </a:lnTo>
                <a:cubicBezTo>
                  <a:pt x="2038506" y="2822234"/>
                  <a:pt x="2038506" y="2823176"/>
                  <a:pt x="2038193" y="2823752"/>
                </a:cubicBezTo>
                <a:lnTo>
                  <a:pt x="2029873" y="2838193"/>
                </a:lnTo>
                <a:cubicBezTo>
                  <a:pt x="2029560" y="2838768"/>
                  <a:pt x="2028775" y="2839239"/>
                  <a:pt x="2028094" y="2839239"/>
                </a:cubicBezTo>
                <a:lnTo>
                  <a:pt x="2011403" y="2839239"/>
                </a:lnTo>
                <a:cubicBezTo>
                  <a:pt x="2010776" y="2839239"/>
                  <a:pt x="2009939" y="2838768"/>
                  <a:pt x="2009625" y="2838193"/>
                </a:cubicBezTo>
                <a:lnTo>
                  <a:pt x="2001306" y="2823752"/>
                </a:lnTo>
                <a:cubicBezTo>
                  <a:pt x="2000991" y="2823229"/>
                  <a:pt x="2000991" y="2822287"/>
                  <a:pt x="2001306" y="2821711"/>
                </a:cubicBezTo>
                <a:lnTo>
                  <a:pt x="2009625" y="2807270"/>
                </a:lnTo>
                <a:cubicBezTo>
                  <a:pt x="2009939" y="2806695"/>
                  <a:pt x="2010724" y="2806224"/>
                  <a:pt x="2011403" y="2806224"/>
                </a:cubicBezTo>
                <a:close/>
                <a:moveTo>
                  <a:pt x="1184826" y="2806224"/>
                </a:moveTo>
                <a:lnTo>
                  <a:pt x="1201464" y="2806224"/>
                </a:lnTo>
                <a:cubicBezTo>
                  <a:pt x="1202092" y="2806224"/>
                  <a:pt x="1202929" y="2806695"/>
                  <a:pt x="1203243" y="2807270"/>
                </a:cubicBezTo>
                <a:lnTo>
                  <a:pt x="1211562" y="2821659"/>
                </a:lnTo>
                <a:cubicBezTo>
                  <a:pt x="1211876" y="2822234"/>
                  <a:pt x="1211876" y="2823124"/>
                  <a:pt x="1211562" y="2823699"/>
                </a:cubicBezTo>
                <a:lnTo>
                  <a:pt x="1203243" y="2838088"/>
                </a:lnTo>
                <a:cubicBezTo>
                  <a:pt x="1202929" y="2838664"/>
                  <a:pt x="1202144" y="2839134"/>
                  <a:pt x="1201464" y="2839134"/>
                </a:cubicBezTo>
                <a:lnTo>
                  <a:pt x="1184826" y="2839134"/>
                </a:lnTo>
                <a:cubicBezTo>
                  <a:pt x="1184198" y="2839134"/>
                  <a:pt x="1183361" y="2838664"/>
                  <a:pt x="1183047" y="2838088"/>
                </a:cubicBezTo>
                <a:lnTo>
                  <a:pt x="1174728" y="2823699"/>
                </a:lnTo>
                <a:cubicBezTo>
                  <a:pt x="1174413" y="2823124"/>
                  <a:pt x="1174413" y="2822234"/>
                  <a:pt x="1174728" y="2821659"/>
                </a:cubicBezTo>
                <a:lnTo>
                  <a:pt x="1183047" y="2807270"/>
                </a:lnTo>
                <a:cubicBezTo>
                  <a:pt x="1183361" y="2806695"/>
                  <a:pt x="1184146" y="2806224"/>
                  <a:pt x="1184826" y="2806224"/>
                </a:cubicBezTo>
                <a:close/>
                <a:moveTo>
                  <a:pt x="1102157" y="2806224"/>
                </a:moveTo>
                <a:lnTo>
                  <a:pt x="1118848" y="2806224"/>
                </a:lnTo>
                <a:cubicBezTo>
                  <a:pt x="1119476" y="2806224"/>
                  <a:pt x="1120313" y="2806695"/>
                  <a:pt x="1120627" y="2807270"/>
                </a:cubicBezTo>
                <a:lnTo>
                  <a:pt x="1128947" y="2821711"/>
                </a:lnTo>
                <a:cubicBezTo>
                  <a:pt x="1129260" y="2822234"/>
                  <a:pt x="1129260" y="2823176"/>
                  <a:pt x="1128947" y="2823752"/>
                </a:cubicBezTo>
                <a:lnTo>
                  <a:pt x="1120627" y="2838193"/>
                </a:lnTo>
                <a:cubicBezTo>
                  <a:pt x="1120313" y="2838768"/>
                  <a:pt x="1119528" y="2839239"/>
                  <a:pt x="1118848" y="2839239"/>
                </a:cubicBezTo>
                <a:lnTo>
                  <a:pt x="1102157" y="2839239"/>
                </a:lnTo>
                <a:cubicBezTo>
                  <a:pt x="1101530" y="2839239"/>
                  <a:pt x="1100693" y="2838768"/>
                  <a:pt x="1100379" y="2838193"/>
                </a:cubicBezTo>
                <a:lnTo>
                  <a:pt x="1092059" y="2823752"/>
                </a:lnTo>
                <a:cubicBezTo>
                  <a:pt x="1091746" y="2823229"/>
                  <a:pt x="1091746" y="2822287"/>
                  <a:pt x="1092059" y="2821711"/>
                </a:cubicBezTo>
                <a:lnTo>
                  <a:pt x="1100379" y="2807270"/>
                </a:lnTo>
                <a:cubicBezTo>
                  <a:pt x="1100693" y="2806695"/>
                  <a:pt x="1101478" y="2806224"/>
                  <a:pt x="1102157" y="2806224"/>
                </a:cubicBezTo>
                <a:close/>
                <a:moveTo>
                  <a:pt x="2093915" y="2805910"/>
                </a:moveTo>
                <a:lnTo>
                  <a:pt x="2110920" y="2805910"/>
                </a:lnTo>
                <a:cubicBezTo>
                  <a:pt x="2111600" y="2805910"/>
                  <a:pt x="2112438" y="2806381"/>
                  <a:pt x="2112752" y="2806956"/>
                </a:cubicBezTo>
                <a:lnTo>
                  <a:pt x="2121228" y="2821659"/>
                </a:lnTo>
                <a:cubicBezTo>
                  <a:pt x="2121541" y="2822234"/>
                  <a:pt x="2121541" y="2823176"/>
                  <a:pt x="2121228" y="2823752"/>
                </a:cubicBezTo>
                <a:lnTo>
                  <a:pt x="2112752" y="2838454"/>
                </a:lnTo>
                <a:cubicBezTo>
                  <a:pt x="2112385" y="2839030"/>
                  <a:pt x="2111600" y="2839500"/>
                  <a:pt x="2110920" y="2839500"/>
                </a:cubicBezTo>
                <a:lnTo>
                  <a:pt x="2093915" y="2839500"/>
                </a:lnTo>
                <a:cubicBezTo>
                  <a:pt x="2093235" y="2839500"/>
                  <a:pt x="2092399" y="2839030"/>
                  <a:pt x="2092084" y="2838454"/>
                </a:cubicBezTo>
                <a:lnTo>
                  <a:pt x="2083608" y="2823752"/>
                </a:lnTo>
                <a:cubicBezTo>
                  <a:pt x="2083295" y="2823176"/>
                  <a:pt x="2083295" y="2822234"/>
                  <a:pt x="2083608" y="2821659"/>
                </a:cubicBezTo>
                <a:lnTo>
                  <a:pt x="2092084" y="2806956"/>
                </a:lnTo>
                <a:cubicBezTo>
                  <a:pt x="2092451" y="2806381"/>
                  <a:pt x="2093235" y="2805910"/>
                  <a:pt x="2093915" y="2805910"/>
                </a:cubicBezTo>
                <a:close/>
                <a:moveTo>
                  <a:pt x="1019384" y="2805910"/>
                </a:moveTo>
                <a:lnTo>
                  <a:pt x="1036389" y="2805910"/>
                </a:lnTo>
                <a:cubicBezTo>
                  <a:pt x="1037068" y="2805910"/>
                  <a:pt x="1037906" y="2806381"/>
                  <a:pt x="1038220" y="2806956"/>
                </a:cubicBezTo>
                <a:lnTo>
                  <a:pt x="1046696" y="2821659"/>
                </a:lnTo>
                <a:cubicBezTo>
                  <a:pt x="1047010" y="2822234"/>
                  <a:pt x="1047010" y="2823176"/>
                  <a:pt x="1046696" y="2823752"/>
                </a:cubicBezTo>
                <a:lnTo>
                  <a:pt x="1038220" y="2838454"/>
                </a:lnTo>
                <a:cubicBezTo>
                  <a:pt x="1037853" y="2839030"/>
                  <a:pt x="1037068" y="2839500"/>
                  <a:pt x="1036389" y="2839500"/>
                </a:cubicBezTo>
                <a:lnTo>
                  <a:pt x="1019384" y="2839500"/>
                </a:lnTo>
                <a:cubicBezTo>
                  <a:pt x="1018704" y="2839500"/>
                  <a:pt x="1017866" y="2839030"/>
                  <a:pt x="1017553" y="2838454"/>
                </a:cubicBezTo>
                <a:lnTo>
                  <a:pt x="1009076" y="2823752"/>
                </a:lnTo>
                <a:cubicBezTo>
                  <a:pt x="1008763" y="2823176"/>
                  <a:pt x="1008763" y="2822234"/>
                  <a:pt x="1009076" y="2821659"/>
                </a:cubicBezTo>
                <a:lnTo>
                  <a:pt x="1017553" y="2806956"/>
                </a:lnTo>
                <a:cubicBezTo>
                  <a:pt x="1017919" y="2806381"/>
                  <a:pt x="1018704" y="2805910"/>
                  <a:pt x="1019384" y="2805910"/>
                </a:cubicBezTo>
                <a:close/>
                <a:moveTo>
                  <a:pt x="1928474" y="2805701"/>
                </a:moveTo>
                <a:lnTo>
                  <a:pt x="1945740" y="2805701"/>
                </a:lnTo>
                <a:cubicBezTo>
                  <a:pt x="1946420" y="2805701"/>
                  <a:pt x="1947257" y="2806172"/>
                  <a:pt x="1947571" y="2806747"/>
                </a:cubicBezTo>
                <a:lnTo>
                  <a:pt x="1956205" y="2821659"/>
                </a:lnTo>
                <a:cubicBezTo>
                  <a:pt x="1956571" y="2822235"/>
                  <a:pt x="1956571" y="2823229"/>
                  <a:pt x="1956205" y="2823804"/>
                </a:cubicBezTo>
                <a:lnTo>
                  <a:pt x="1947571" y="2838716"/>
                </a:lnTo>
                <a:cubicBezTo>
                  <a:pt x="1947257" y="2839291"/>
                  <a:pt x="1946420" y="2839762"/>
                  <a:pt x="1945740" y="2839762"/>
                </a:cubicBezTo>
                <a:lnTo>
                  <a:pt x="1928474" y="2839762"/>
                </a:lnTo>
                <a:cubicBezTo>
                  <a:pt x="1927794" y="2839762"/>
                  <a:pt x="1926957" y="2839291"/>
                  <a:pt x="1926643" y="2838716"/>
                </a:cubicBezTo>
                <a:lnTo>
                  <a:pt x="1918010" y="2823804"/>
                </a:lnTo>
                <a:cubicBezTo>
                  <a:pt x="1917643" y="2823229"/>
                  <a:pt x="1917643" y="2822235"/>
                  <a:pt x="1918010" y="2821659"/>
                </a:cubicBezTo>
                <a:lnTo>
                  <a:pt x="1926643" y="2806747"/>
                </a:lnTo>
                <a:cubicBezTo>
                  <a:pt x="1926957" y="2806172"/>
                  <a:pt x="1927794" y="2805701"/>
                  <a:pt x="1928474" y="2805701"/>
                </a:cubicBezTo>
                <a:close/>
                <a:moveTo>
                  <a:pt x="2424223" y="2805282"/>
                </a:moveTo>
                <a:lnTo>
                  <a:pt x="2441855" y="2805282"/>
                </a:lnTo>
                <a:cubicBezTo>
                  <a:pt x="2442535" y="2805282"/>
                  <a:pt x="2443372" y="2805753"/>
                  <a:pt x="2443738" y="2806381"/>
                </a:cubicBezTo>
                <a:lnTo>
                  <a:pt x="2452581" y="2821659"/>
                </a:lnTo>
                <a:cubicBezTo>
                  <a:pt x="2452947" y="2822287"/>
                  <a:pt x="2452947" y="2823228"/>
                  <a:pt x="2452581" y="2823856"/>
                </a:cubicBezTo>
                <a:lnTo>
                  <a:pt x="2443738" y="2839134"/>
                </a:lnTo>
                <a:cubicBezTo>
                  <a:pt x="2443372" y="2839762"/>
                  <a:pt x="2442535" y="2840233"/>
                  <a:pt x="2441855" y="2840233"/>
                </a:cubicBezTo>
                <a:lnTo>
                  <a:pt x="2424223" y="2840233"/>
                </a:lnTo>
                <a:cubicBezTo>
                  <a:pt x="2423542" y="2840233"/>
                  <a:pt x="2422706" y="2839762"/>
                  <a:pt x="2422339" y="2839134"/>
                </a:cubicBezTo>
                <a:lnTo>
                  <a:pt x="2413497" y="2823856"/>
                </a:lnTo>
                <a:cubicBezTo>
                  <a:pt x="2413130" y="2823228"/>
                  <a:pt x="2413130" y="2822287"/>
                  <a:pt x="2413497" y="2821659"/>
                </a:cubicBezTo>
                <a:lnTo>
                  <a:pt x="2422339" y="2806381"/>
                </a:lnTo>
                <a:cubicBezTo>
                  <a:pt x="2422706" y="2805753"/>
                  <a:pt x="2423542" y="2805282"/>
                  <a:pt x="2424223" y="2805282"/>
                </a:cubicBezTo>
                <a:close/>
                <a:moveTo>
                  <a:pt x="2258834" y="2805073"/>
                </a:moveTo>
                <a:lnTo>
                  <a:pt x="2276676" y="2805073"/>
                </a:lnTo>
                <a:cubicBezTo>
                  <a:pt x="2277408" y="2805073"/>
                  <a:pt x="2278245" y="2805544"/>
                  <a:pt x="2278611" y="2806172"/>
                </a:cubicBezTo>
                <a:lnTo>
                  <a:pt x="2287558" y="2821607"/>
                </a:lnTo>
                <a:cubicBezTo>
                  <a:pt x="2287925" y="2822182"/>
                  <a:pt x="2287925" y="2823176"/>
                  <a:pt x="2287558" y="2823804"/>
                </a:cubicBezTo>
                <a:lnTo>
                  <a:pt x="2278611" y="2839239"/>
                </a:lnTo>
                <a:cubicBezTo>
                  <a:pt x="2278245" y="2839867"/>
                  <a:pt x="2277356" y="2840338"/>
                  <a:pt x="2276676" y="2840338"/>
                </a:cubicBezTo>
                <a:lnTo>
                  <a:pt x="2258834" y="2840338"/>
                </a:lnTo>
                <a:cubicBezTo>
                  <a:pt x="2258101" y="2840338"/>
                  <a:pt x="2257264" y="2839867"/>
                  <a:pt x="2256898" y="2839239"/>
                </a:cubicBezTo>
                <a:lnTo>
                  <a:pt x="2247951" y="2823804"/>
                </a:lnTo>
                <a:cubicBezTo>
                  <a:pt x="2247584" y="2823229"/>
                  <a:pt x="2247584" y="2822235"/>
                  <a:pt x="2247951" y="2821607"/>
                </a:cubicBezTo>
                <a:lnTo>
                  <a:pt x="2256898" y="2806172"/>
                </a:lnTo>
                <a:cubicBezTo>
                  <a:pt x="2257264" y="2805544"/>
                  <a:pt x="2258153" y="2805073"/>
                  <a:pt x="2258834" y="2805073"/>
                </a:cubicBezTo>
                <a:close/>
                <a:moveTo>
                  <a:pt x="1679999" y="2804707"/>
                </a:moveTo>
                <a:lnTo>
                  <a:pt x="1698207" y="2804707"/>
                </a:lnTo>
                <a:cubicBezTo>
                  <a:pt x="1698887" y="2804707"/>
                  <a:pt x="1699776" y="2805230"/>
                  <a:pt x="1700143" y="2805858"/>
                </a:cubicBezTo>
                <a:lnTo>
                  <a:pt x="1709247" y="2821607"/>
                </a:lnTo>
                <a:cubicBezTo>
                  <a:pt x="1709613" y="2822235"/>
                  <a:pt x="1709613" y="2823229"/>
                  <a:pt x="1709247" y="2823857"/>
                </a:cubicBezTo>
                <a:lnTo>
                  <a:pt x="1700143" y="2839606"/>
                </a:lnTo>
                <a:cubicBezTo>
                  <a:pt x="1699776" y="2840233"/>
                  <a:pt x="1698939" y="2840756"/>
                  <a:pt x="1698207" y="2840756"/>
                </a:cubicBezTo>
                <a:lnTo>
                  <a:pt x="1679999" y="2840756"/>
                </a:lnTo>
                <a:cubicBezTo>
                  <a:pt x="1679318" y="2840756"/>
                  <a:pt x="1678429" y="2840233"/>
                  <a:pt x="1678063" y="2839606"/>
                </a:cubicBezTo>
                <a:lnTo>
                  <a:pt x="1668959" y="2823857"/>
                </a:lnTo>
                <a:cubicBezTo>
                  <a:pt x="1668592" y="2823229"/>
                  <a:pt x="1668592" y="2822235"/>
                  <a:pt x="1668959" y="2821607"/>
                </a:cubicBezTo>
                <a:lnTo>
                  <a:pt x="1678063" y="2805858"/>
                </a:lnTo>
                <a:cubicBezTo>
                  <a:pt x="1678429" y="2805230"/>
                  <a:pt x="1679266" y="2804707"/>
                  <a:pt x="1679999" y="2804707"/>
                </a:cubicBezTo>
                <a:close/>
                <a:moveTo>
                  <a:pt x="2506525" y="2804602"/>
                </a:moveTo>
                <a:lnTo>
                  <a:pt x="2524837" y="2804602"/>
                </a:lnTo>
                <a:cubicBezTo>
                  <a:pt x="2525517" y="2804602"/>
                  <a:pt x="2526407" y="2805125"/>
                  <a:pt x="2526773" y="2805753"/>
                </a:cubicBezTo>
                <a:lnTo>
                  <a:pt x="2535929" y="2821607"/>
                </a:lnTo>
                <a:cubicBezTo>
                  <a:pt x="2536296" y="2822234"/>
                  <a:pt x="2536296" y="2823229"/>
                  <a:pt x="2535929" y="2823856"/>
                </a:cubicBezTo>
                <a:lnTo>
                  <a:pt x="2526773" y="2839710"/>
                </a:lnTo>
                <a:cubicBezTo>
                  <a:pt x="2526460" y="2840338"/>
                  <a:pt x="2525570" y="2840861"/>
                  <a:pt x="2524837" y="2840861"/>
                </a:cubicBezTo>
                <a:lnTo>
                  <a:pt x="2506525" y="2840861"/>
                </a:lnTo>
                <a:cubicBezTo>
                  <a:pt x="2505844" y="2840861"/>
                  <a:pt x="2504955" y="2840338"/>
                  <a:pt x="2504589" y="2839710"/>
                </a:cubicBezTo>
                <a:lnTo>
                  <a:pt x="2495432" y="2823856"/>
                </a:lnTo>
                <a:cubicBezTo>
                  <a:pt x="2495067" y="2823229"/>
                  <a:pt x="2495067" y="2822234"/>
                  <a:pt x="2495432" y="2821607"/>
                </a:cubicBezTo>
                <a:lnTo>
                  <a:pt x="2504589" y="2805753"/>
                </a:lnTo>
                <a:cubicBezTo>
                  <a:pt x="2504903" y="2805125"/>
                  <a:pt x="2505793" y="2804602"/>
                  <a:pt x="2506525" y="2804602"/>
                </a:cubicBezTo>
                <a:close/>
                <a:moveTo>
                  <a:pt x="2341188" y="2804602"/>
                </a:moveTo>
                <a:lnTo>
                  <a:pt x="2359500" y="2804602"/>
                </a:lnTo>
                <a:cubicBezTo>
                  <a:pt x="2360180" y="2804602"/>
                  <a:pt x="2361070" y="2805125"/>
                  <a:pt x="2361436" y="2805753"/>
                </a:cubicBezTo>
                <a:lnTo>
                  <a:pt x="2370592" y="2821607"/>
                </a:lnTo>
                <a:cubicBezTo>
                  <a:pt x="2370959" y="2822234"/>
                  <a:pt x="2370959" y="2823229"/>
                  <a:pt x="2370592" y="2823856"/>
                </a:cubicBezTo>
                <a:lnTo>
                  <a:pt x="2361436" y="2839710"/>
                </a:lnTo>
                <a:cubicBezTo>
                  <a:pt x="2361123" y="2840338"/>
                  <a:pt x="2360233" y="2840861"/>
                  <a:pt x="2359500" y="2840861"/>
                </a:cubicBezTo>
                <a:lnTo>
                  <a:pt x="2341188" y="2840861"/>
                </a:lnTo>
                <a:cubicBezTo>
                  <a:pt x="2340507" y="2840861"/>
                  <a:pt x="2339618" y="2840338"/>
                  <a:pt x="2339252" y="2839710"/>
                </a:cubicBezTo>
                <a:lnTo>
                  <a:pt x="2330095" y="2823856"/>
                </a:lnTo>
                <a:cubicBezTo>
                  <a:pt x="2329730" y="2823229"/>
                  <a:pt x="2329730" y="2822234"/>
                  <a:pt x="2330095" y="2821607"/>
                </a:cubicBezTo>
                <a:lnTo>
                  <a:pt x="2339252" y="2805753"/>
                </a:lnTo>
                <a:cubicBezTo>
                  <a:pt x="2339566" y="2805125"/>
                  <a:pt x="2340455" y="2804602"/>
                  <a:pt x="2341188" y="2804602"/>
                </a:cubicBezTo>
                <a:close/>
                <a:moveTo>
                  <a:pt x="440078" y="2804602"/>
                </a:moveTo>
                <a:lnTo>
                  <a:pt x="458391" y="2804602"/>
                </a:lnTo>
                <a:cubicBezTo>
                  <a:pt x="459071" y="2804602"/>
                  <a:pt x="459960" y="2805125"/>
                  <a:pt x="460326" y="2805753"/>
                </a:cubicBezTo>
                <a:lnTo>
                  <a:pt x="469483" y="2821607"/>
                </a:lnTo>
                <a:cubicBezTo>
                  <a:pt x="469849" y="2822234"/>
                  <a:pt x="469849" y="2823229"/>
                  <a:pt x="469483" y="2823856"/>
                </a:cubicBezTo>
                <a:lnTo>
                  <a:pt x="460326" y="2839710"/>
                </a:lnTo>
                <a:cubicBezTo>
                  <a:pt x="460012" y="2840338"/>
                  <a:pt x="459123" y="2840861"/>
                  <a:pt x="458391" y="2840861"/>
                </a:cubicBezTo>
                <a:lnTo>
                  <a:pt x="440078" y="2840861"/>
                </a:lnTo>
                <a:cubicBezTo>
                  <a:pt x="439398" y="2840861"/>
                  <a:pt x="438508" y="2840338"/>
                  <a:pt x="438142" y="2839710"/>
                </a:cubicBezTo>
                <a:lnTo>
                  <a:pt x="428986" y="2823856"/>
                </a:lnTo>
                <a:cubicBezTo>
                  <a:pt x="428619" y="2823229"/>
                  <a:pt x="428619" y="2822234"/>
                  <a:pt x="428986" y="2821607"/>
                </a:cubicBezTo>
                <a:lnTo>
                  <a:pt x="438142" y="2805753"/>
                </a:lnTo>
                <a:cubicBezTo>
                  <a:pt x="438456" y="2805125"/>
                  <a:pt x="439345" y="2804602"/>
                  <a:pt x="440078" y="2804602"/>
                </a:cubicBezTo>
                <a:close/>
                <a:moveTo>
                  <a:pt x="1597277" y="2804497"/>
                </a:moveTo>
                <a:lnTo>
                  <a:pt x="1615695" y="2804497"/>
                </a:lnTo>
                <a:cubicBezTo>
                  <a:pt x="1616427" y="2804497"/>
                  <a:pt x="1617317" y="2805020"/>
                  <a:pt x="1617683" y="2805648"/>
                </a:cubicBezTo>
                <a:lnTo>
                  <a:pt x="1626892" y="2821606"/>
                </a:lnTo>
                <a:cubicBezTo>
                  <a:pt x="1627258" y="2822287"/>
                  <a:pt x="1627258" y="2823281"/>
                  <a:pt x="1626892" y="2823908"/>
                </a:cubicBezTo>
                <a:lnTo>
                  <a:pt x="1617683" y="2839867"/>
                </a:lnTo>
                <a:cubicBezTo>
                  <a:pt x="1617317" y="2840494"/>
                  <a:pt x="1616427" y="2841018"/>
                  <a:pt x="1615695" y="2841018"/>
                </a:cubicBezTo>
                <a:lnTo>
                  <a:pt x="1597277" y="2841018"/>
                </a:lnTo>
                <a:cubicBezTo>
                  <a:pt x="1596545" y="2841018"/>
                  <a:pt x="1595655" y="2840494"/>
                  <a:pt x="1595289" y="2839867"/>
                </a:cubicBezTo>
                <a:lnTo>
                  <a:pt x="1586081" y="2823908"/>
                </a:lnTo>
                <a:cubicBezTo>
                  <a:pt x="1585714" y="2823228"/>
                  <a:pt x="1585714" y="2822234"/>
                  <a:pt x="1586081" y="2821606"/>
                </a:cubicBezTo>
                <a:lnTo>
                  <a:pt x="1595289" y="2805648"/>
                </a:lnTo>
                <a:cubicBezTo>
                  <a:pt x="1595655" y="2805020"/>
                  <a:pt x="1596545" y="2804497"/>
                  <a:pt x="1597277" y="2804497"/>
                </a:cubicBezTo>
                <a:close/>
                <a:moveTo>
                  <a:pt x="1266447" y="2804236"/>
                </a:moveTo>
                <a:lnTo>
                  <a:pt x="1285179" y="2804236"/>
                </a:lnTo>
                <a:cubicBezTo>
                  <a:pt x="1285911" y="2804236"/>
                  <a:pt x="1286801" y="2804759"/>
                  <a:pt x="1287167" y="2805387"/>
                </a:cubicBezTo>
                <a:lnTo>
                  <a:pt x="1296532" y="2821607"/>
                </a:lnTo>
                <a:cubicBezTo>
                  <a:pt x="1296899" y="2822235"/>
                  <a:pt x="1296899" y="2823281"/>
                  <a:pt x="1296532" y="2823909"/>
                </a:cubicBezTo>
                <a:lnTo>
                  <a:pt x="1287167" y="2840129"/>
                </a:lnTo>
                <a:cubicBezTo>
                  <a:pt x="1286801" y="2840756"/>
                  <a:pt x="1285911" y="2841280"/>
                  <a:pt x="1285179" y="2841280"/>
                </a:cubicBezTo>
                <a:lnTo>
                  <a:pt x="1266447" y="2841280"/>
                </a:lnTo>
                <a:cubicBezTo>
                  <a:pt x="1265715" y="2841280"/>
                  <a:pt x="1264825" y="2840756"/>
                  <a:pt x="1264459" y="2840129"/>
                </a:cubicBezTo>
                <a:lnTo>
                  <a:pt x="1255094" y="2823909"/>
                </a:lnTo>
                <a:cubicBezTo>
                  <a:pt x="1254727" y="2823281"/>
                  <a:pt x="1254727" y="2822235"/>
                  <a:pt x="1255094" y="2821607"/>
                </a:cubicBezTo>
                <a:lnTo>
                  <a:pt x="1264459" y="2805387"/>
                </a:lnTo>
                <a:cubicBezTo>
                  <a:pt x="1264825" y="2804759"/>
                  <a:pt x="1265715" y="2804236"/>
                  <a:pt x="1266447" y="2804236"/>
                </a:cubicBezTo>
                <a:close/>
                <a:moveTo>
                  <a:pt x="1431680" y="2803974"/>
                </a:moveTo>
                <a:lnTo>
                  <a:pt x="1450620" y="2803974"/>
                </a:lnTo>
                <a:cubicBezTo>
                  <a:pt x="1451353" y="2803974"/>
                  <a:pt x="1452294" y="2804497"/>
                  <a:pt x="1452661" y="2805125"/>
                </a:cubicBezTo>
                <a:lnTo>
                  <a:pt x="1462131" y="2821554"/>
                </a:lnTo>
                <a:cubicBezTo>
                  <a:pt x="1462497" y="2822234"/>
                  <a:pt x="1462497" y="2823281"/>
                  <a:pt x="1462131" y="2823909"/>
                </a:cubicBezTo>
                <a:lnTo>
                  <a:pt x="1452661" y="2840338"/>
                </a:lnTo>
                <a:cubicBezTo>
                  <a:pt x="1452294" y="2840966"/>
                  <a:pt x="1451353" y="2841489"/>
                  <a:pt x="1450620" y="2841489"/>
                </a:cubicBezTo>
                <a:lnTo>
                  <a:pt x="1431680" y="2841489"/>
                </a:lnTo>
                <a:cubicBezTo>
                  <a:pt x="1430947" y="2841489"/>
                  <a:pt x="1430005" y="2840966"/>
                  <a:pt x="1429639" y="2840338"/>
                </a:cubicBezTo>
                <a:lnTo>
                  <a:pt x="1420169" y="2823909"/>
                </a:lnTo>
                <a:cubicBezTo>
                  <a:pt x="1419802" y="2823228"/>
                  <a:pt x="1419802" y="2822182"/>
                  <a:pt x="1420169" y="2821554"/>
                </a:cubicBezTo>
                <a:lnTo>
                  <a:pt x="1429639" y="2805125"/>
                </a:lnTo>
                <a:cubicBezTo>
                  <a:pt x="1430005" y="2804497"/>
                  <a:pt x="1430947" y="2803974"/>
                  <a:pt x="1431680" y="2803974"/>
                </a:cubicBezTo>
                <a:close/>
                <a:moveTo>
                  <a:pt x="1514243" y="2803817"/>
                </a:moveTo>
                <a:lnTo>
                  <a:pt x="1533341" y="2803817"/>
                </a:lnTo>
                <a:cubicBezTo>
                  <a:pt x="1534073" y="2803817"/>
                  <a:pt x="1535015" y="2804393"/>
                  <a:pt x="1535381" y="2805021"/>
                </a:cubicBezTo>
                <a:lnTo>
                  <a:pt x="1544956" y="2821554"/>
                </a:lnTo>
                <a:cubicBezTo>
                  <a:pt x="1545322" y="2822182"/>
                  <a:pt x="1545322" y="2823281"/>
                  <a:pt x="1544956" y="2823909"/>
                </a:cubicBezTo>
                <a:lnTo>
                  <a:pt x="1535381" y="2840442"/>
                </a:lnTo>
                <a:cubicBezTo>
                  <a:pt x="1535015" y="2841122"/>
                  <a:pt x="1534073" y="2841646"/>
                  <a:pt x="1533341" y="2841646"/>
                </a:cubicBezTo>
                <a:lnTo>
                  <a:pt x="1514243" y="2841646"/>
                </a:lnTo>
                <a:cubicBezTo>
                  <a:pt x="1513511" y="2841646"/>
                  <a:pt x="1512569" y="2841070"/>
                  <a:pt x="1512203" y="2840442"/>
                </a:cubicBezTo>
                <a:lnTo>
                  <a:pt x="1502628" y="2823909"/>
                </a:lnTo>
                <a:cubicBezTo>
                  <a:pt x="1502261" y="2823281"/>
                  <a:pt x="1502261" y="2822182"/>
                  <a:pt x="1502628" y="2821554"/>
                </a:cubicBezTo>
                <a:lnTo>
                  <a:pt x="1512203" y="2805021"/>
                </a:lnTo>
                <a:cubicBezTo>
                  <a:pt x="1512569" y="2804340"/>
                  <a:pt x="1513511" y="2803817"/>
                  <a:pt x="1514243" y="2803817"/>
                </a:cubicBezTo>
                <a:close/>
                <a:moveTo>
                  <a:pt x="108934" y="2803503"/>
                </a:moveTo>
                <a:lnTo>
                  <a:pt x="128345" y="2803503"/>
                </a:lnTo>
                <a:cubicBezTo>
                  <a:pt x="129130" y="2803503"/>
                  <a:pt x="130072" y="2804026"/>
                  <a:pt x="130438" y="2804707"/>
                </a:cubicBezTo>
                <a:lnTo>
                  <a:pt x="140118" y="2821502"/>
                </a:lnTo>
                <a:cubicBezTo>
                  <a:pt x="140484" y="2822182"/>
                  <a:pt x="140484" y="2823228"/>
                  <a:pt x="140118" y="2823909"/>
                </a:cubicBezTo>
                <a:lnTo>
                  <a:pt x="130438" y="2840704"/>
                </a:lnTo>
                <a:cubicBezTo>
                  <a:pt x="130020" y="2841384"/>
                  <a:pt x="129130" y="2841907"/>
                  <a:pt x="128345" y="2841907"/>
                </a:cubicBezTo>
                <a:lnTo>
                  <a:pt x="108934" y="2841907"/>
                </a:lnTo>
                <a:cubicBezTo>
                  <a:pt x="108149" y="2841907"/>
                  <a:pt x="107207" y="2841384"/>
                  <a:pt x="106841" y="2840704"/>
                </a:cubicBezTo>
                <a:lnTo>
                  <a:pt x="97162" y="2823909"/>
                </a:lnTo>
                <a:cubicBezTo>
                  <a:pt x="96795" y="2823228"/>
                  <a:pt x="96795" y="2822182"/>
                  <a:pt x="97162" y="2821502"/>
                </a:cubicBezTo>
                <a:lnTo>
                  <a:pt x="106841" y="2804707"/>
                </a:lnTo>
                <a:cubicBezTo>
                  <a:pt x="107260" y="2804026"/>
                  <a:pt x="108149" y="2803503"/>
                  <a:pt x="108934" y="2803503"/>
                </a:cubicBezTo>
                <a:close/>
                <a:moveTo>
                  <a:pt x="2588460" y="2803242"/>
                </a:moveTo>
                <a:lnTo>
                  <a:pt x="2608185" y="2803242"/>
                </a:lnTo>
                <a:cubicBezTo>
                  <a:pt x="2608918" y="2803242"/>
                  <a:pt x="2609912" y="2803765"/>
                  <a:pt x="2610278" y="2804445"/>
                </a:cubicBezTo>
                <a:lnTo>
                  <a:pt x="2620115" y="2821502"/>
                </a:lnTo>
                <a:cubicBezTo>
                  <a:pt x="2620481" y="2822182"/>
                  <a:pt x="2620481" y="2823281"/>
                  <a:pt x="2620115" y="2823962"/>
                </a:cubicBezTo>
                <a:lnTo>
                  <a:pt x="2610278" y="2841018"/>
                </a:lnTo>
                <a:cubicBezTo>
                  <a:pt x="2609912" y="2841698"/>
                  <a:pt x="2608970" y="2842222"/>
                  <a:pt x="2608185" y="2842222"/>
                </a:cubicBezTo>
                <a:lnTo>
                  <a:pt x="2588460" y="2842222"/>
                </a:lnTo>
                <a:cubicBezTo>
                  <a:pt x="2587727" y="2842222"/>
                  <a:pt x="2586734" y="2841698"/>
                  <a:pt x="2586367" y="2841018"/>
                </a:cubicBezTo>
                <a:lnTo>
                  <a:pt x="2576530" y="2823962"/>
                </a:lnTo>
                <a:cubicBezTo>
                  <a:pt x="2576165" y="2823281"/>
                  <a:pt x="2576165" y="2822182"/>
                  <a:pt x="2576530" y="2821502"/>
                </a:cubicBezTo>
                <a:lnTo>
                  <a:pt x="2586367" y="2804445"/>
                </a:lnTo>
                <a:cubicBezTo>
                  <a:pt x="2586734" y="2803765"/>
                  <a:pt x="2587675" y="2803242"/>
                  <a:pt x="2588460" y="2803242"/>
                </a:cubicBezTo>
                <a:close/>
                <a:moveTo>
                  <a:pt x="2670972" y="2802823"/>
                </a:moveTo>
                <a:lnTo>
                  <a:pt x="2691063" y="2802823"/>
                </a:lnTo>
                <a:cubicBezTo>
                  <a:pt x="2691848" y="2802823"/>
                  <a:pt x="2692790" y="2803399"/>
                  <a:pt x="2693209" y="2804079"/>
                </a:cubicBezTo>
                <a:lnTo>
                  <a:pt x="2703255" y="2821502"/>
                </a:lnTo>
                <a:cubicBezTo>
                  <a:pt x="2703673" y="2822234"/>
                  <a:pt x="2703673" y="2823333"/>
                  <a:pt x="2703255" y="2824014"/>
                </a:cubicBezTo>
                <a:lnTo>
                  <a:pt x="2693209" y="2841436"/>
                </a:lnTo>
                <a:cubicBezTo>
                  <a:pt x="2692843" y="2842117"/>
                  <a:pt x="2691848" y="2842692"/>
                  <a:pt x="2691063" y="2842692"/>
                </a:cubicBezTo>
                <a:lnTo>
                  <a:pt x="2670972" y="2842692"/>
                </a:lnTo>
                <a:cubicBezTo>
                  <a:pt x="2670187" y="2842692"/>
                  <a:pt x="2669246" y="2842117"/>
                  <a:pt x="2668827" y="2841436"/>
                </a:cubicBezTo>
                <a:lnTo>
                  <a:pt x="2658781" y="2824014"/>
                </a:lnTo>
                <a:cubicBezTo>
                  <a:pt x="2658362" y="2823281"/>
                  <a:pt x="2658362" y="2822182"/>
                  <a:pt x="2658781" y="2821502"/>
                </a:cubicBezTo>
                <a:lnTo>
                  <a:pt x="2668827" y="2804079"/>
                </a:lnTo>
                <a:cubicBezTo>
                  <a:pt x="2669193" y="2803399"/>
                  <a:pt x="2670187" y="2802823"/>
                  <a:pt x="2670972" y="2802823"/>
                </a:cubicBezTo>
                <a:close/>
                <a:moveTo>
                  <a:pt x="1761202" y="2801829"/>
                </a:moveTo>
                <a:lnTo>
                  <a:pt x="1782340" y="2801829"/>
                </a:lnTo>
                <a:cubicBezTo>
                  <a:pt x="1783177" y="2801829"/>
                  <a:pt x="1784171" y="2802405"/>
                  <a:pt x="1784590" y="2803137"/>
                </a:cubicBezTo>
                <a:lnTo>
                  <a:pt x="1795158" y="2821450"/>
                </a:lnTo>
                <a:cubicBezTo>
                  <a:pt x="1795577" y="2822182"/>
                  <a:pt x="1795577" y="2823333"/>
                  <a:pt x="1795158" y="2824066"/>
                </a:cubicBezTo>
                <a:lnTo>
                  <a:pt x="1784590" y="2842378"/>
                </a:lnTo>
                <a:cubicBezTo>
                  <a:pt x="1784171" y="2843111"/>
                  <a:pt x="1783177" y="2843686"/>
                  <a:pt x="1782340" y="2843686"/>
                </a:cubicBezTo>
                <a:lnTo>
                  <a:pt x="1761202" y="2843686"/>
                </a:lnTo>
                <a:cubicBezTo>
                  <a:pt x="1760365" y="2843686"/>
                  <a:pt x="1759371" y="2843111"/>
                  <a:pt x="1758952" y="2842378"/>
                </a:cubicBezTo>
                <a:lnTo>
                  <a:pt x="1748383" y="2824066"/>
                </a:lnTo>
                <a:cubicBezTo>
                  <a:pt x="1747964" y="2823333"/>
                  <a:pt x="1747964" y="2822182"/>
                  <a:pt x="1748383" y="2821450"/>
                </a:cubicBezTo>
                <a:lnTo>
                  <a:pt x="1758952" y="2803137"/>
                </a:lnTo>
                <a:cubicBezTo>
                  <a:pt x="1759371" y="2802405"/>
                  <a:pt x="1760365" y="2801829"/>
                  <a:pt x="1761202" y="2801829"/>
                </a:cubicBezTo>
                <a:close/>
                <a:moveTo>
                  <a:pt x="2174334" y="2801515"/>
                </a:moveTo>
                <a:lnTo>
                  <a:pt x="2195838" y="2801515"/>
                </a:lnTo>
                <a:cubicBezTo>
                  <a:pt x="2196675" y="2801515"/>
                  <a:pt x="2197722" y="2802091"/>
                  <a:pt x="2198140" y="2802823"/>
                </a:cubicBezTo>
                <a:lnTo>
                  <a:pt x="2208867" y="2821450"/>
                </a:lnTo>
                <a:cubicBezTo>
                  <a:pt x="2209285" y="2822182"/>
                  <a:pt x="2209285" y="2823385"/>
                  <a:pt x="2208867" y="2824118"/>
                </a:cubicBezTo>
                <a:lnTo>
                  <a:pt x="2198140" y="2842745"/>
                </a:lnTo>
                <a:cubicBezTo>
                  <a:pt x="2197722" y="2843477"/>
                  <a:pt x="2196675" y="2844053"/>
                  <a:pt x="2195838" y="2844053"/>
                </a:cubicBezTo>
                <a:lnTo>
                  <a:pt x="2174334" y="2844053"/>
                </a:lnTo>
                <a:cubicBezTo>
                  <a:pt x="2173497" y="2844053"/>
                  <a:pt x="2172450" y="2843477"/>
                  <a:pt x="2172032" y="2842745"/>
                </a:cubicBezTo>
                <a:lnTo>
                  <a:pt x="2161306" y="2824118"/>
                </a:lnTo>
                <a:cubicBezTo>
                  <a:pt x="2160887" y="2823385"/>
                  <a:pt x="2160887" y="2822182"/>
                  <a:pt x="2161306" y="2821450"/>
                </a:cubicBezTo>
                <a:lnTo>
                  <a:pt x="2172032" y="2802823"/>
                </a:lnTo>
                <a:cubicBezTo>
                  <a:pt x="2172450" y="2802091"/>
                  <a:pt x="2173497" y="2801515"/>
                  <a:pt x="2174334" y="2801515"/>
                </a:cubicBezTo>
                <a:close/>
                <a:moveTo>
                  <a:pt x="769182" y="2801515"/>
                </a:moveTo>
                <a:lnTo>
                  <a:pt x="790634" y="2801515"/>
                </a:lnTo>
                <a:cubicBezTo>
                  <a:pt x="791471" y="2801515"/>
                  <a:pt x="792517" y="2802091"/>
                  <a:pt x="792936" y="2802823"/>
                </a:cubicBezTo>
                <a:lnTo>
                  <a:pt x="803662" y="2821398"/>
                </a:lnTo>
                <a:cubicBezTo>
                  <a:pt x="804081" y="2822130"/>
                  <a:pt x="804081" y="2823333"/>
                  <a:pt x="803662" y="2824066"/>
                </a:cubicBezTo>
                <a:lnTo>
                  <a:pt x="792936" y="2842640"/>
                </a:lnTo>
                <a:cubicBezTo>
                  <a:pt x="792517" y="2843372"/>
                  <a:pt x="791471" y="2843948"/>
                  <a:pt x="790634" y="2843948"/>
                </a:cubicBezTo>
                <a:lnTo>
                  <a:pt x="769182" y="2843948"/>
                </a:lnTo>
                <a:cubicBezTo>
                  <a:pt x="768345" y="2843948"/>
                  <a:pt x="767298" y="2843372"/>
                  <a:pt x="766880" y="2842640"/>
                </a:cubicBezTo>
                <a:lnTo>
                  <a:pt x="756154" y="2824066"/>
                </a:lnTo>
                <a:cubicBezTo>
                  <a:pt x="755735" y="2823333"/>
                  <a:pt x="755735" y="2822130"/>
                  <a:pt x="756154" y="2821398"/>
                </a:cubicBezTo>
                <a:lnTo>
                  <a:pt x="766880" y="2802823"/>
                </a:lnTo>
                <a:cubicBezTo>
                  <a:pt x="767298" y="2802091"/>
                  <a:pt x="768345" y="2801515"/>
                  <a:pt x="769182" y="2801515"/>
                </a:cubicBezTo>
                <a:close/>
                <a:moveTo>
                  <a:pt x="1843086" y="2800312"/>
                </a:moveTo>
                <a:lnTo>
                  <a:pt x="1865741" y="2800312"/>
                </a:lnTo>
                <a:cubicBezTo>
                  <a:pt x="1866630" y="2800312"/>
                  <a:pt x="1867677" y="2800940"/>
                  <a:pt x="1868148" y="2801725"/>
                </a:cubicBezTo>
                <a:lnTo>
                  <a:pt x="1879449" y="2821345"/>
                </a:lnTo>
                <a:cubicBezTo>
                  <a:pt x="1879920" y="2822130"/>
                  <a:pt x="1879920" y="2823386"/>
                  <a:pt x="1879449" y="2824171"/>
                </a:cubicBezTo>
                <a:lnTo>
                  <a:pt x="1868148" y="2843791"/>
                </a:lnTo>
                <a:cubicBezTo>
                  <a:pt x="1867729" y="2844576"/>
                  <a:pt x="1866630" y="2845204"/>
                  <a:pt x="1865741" y="2845204"/>
                </a:cubicBezTo>
                <a:lnTo>
                  <a:pt x="1843086" y="2845204"/>
                </a:lnTo>
                <a:cubicBezTo>
                  <a:pt x="1842196" y="2845204"/>
                  <a:pt x="1841150" y="2844576"/>
                  <a:pt x="1840679" y="2843791"/>
                </a:cubicBezTo>
                <a:lnTo>
                  <a:pt x="1829377" y="2824171"/>
                </a:lnTo>
                <a:cubicBezTo>
                  <a:pt x="1828906" y="2823386"/>
                  <a:pt x="1828906" y="2822130"/>
                  <a:pt x="1829377" y="2821345"/>
                </a:cubicBezTo>
                <a:lnTo>
                  <a:pt x="1840679" y="2801725"/>
                </a:lnTo>
                <a:cubicBezTo>
                  <a:pt x="1841097" y="2800940"/>
                  <a:pt x="1842196" y="2800312"/>
                  <a:pt x="1843086" y="2800312"/>
                </a:cubicBezTo>
                <a:close/>
                <a:moveTo>
                  <a:pt x="2751861" y="2799370"/>
                </a:moveTo>
                <a:lnTo>
                  <a:pt x="2775458" y="2799370"/>
                </a:lnTo>
                <a:cubicBezTo>
                  <a:pt x="2776348" y="2799370"/>
                  <a:pt x="2777499" y="2800050"/>
                  <a:pt x="2777969" y="2800835"/>
                </a:cubicBezTo>
                <a:lnTo>
                  <a:pt x="2789742" y="2821293"/>
                </a:lnTo>
                <a:cubicBezTo>
                  <a:pt x="2790213" y="2822130"/>
                  <a:pt x="2790213" y="2823438"/>
                  <a:pt x="2789742" y="2824223"/>
                </a:cubicBezTo>
                <a:lnTo>
                  <a:pt x="2777969" y="2844680"/>
                </a:lnTo>
                <a:cubicBezTo>
                  <a:pt x="2777499" y="2845518"/>
                  <a:pt x="2776400" y="2846146"/>
                  <a:pt x="2775458" y="2846146"/>
                </a:cubicBezTo>
                <a:lnTo>
                  <a:pt x="2751861" y="2846146"/>
                </a:lnTo>
                <a:cubicBezTo>
                  <a:pt x="2750972" y="2846146"/>
                  <a:pt x="2749820" y="2845465"/>
                  <a:pt x="2749349" y="2844680"/>
                </a:cubicBezTo>
                <a:lnTo>
                  <a:pt x="2737577" y="2824223"/>
                </a:lnTo>
                <a:cubicBezTo>
                  <a:pt x="2737106" y="2823385"/>
                  <a:pt x="2737106" y="2822077"/>
                  <a:pt x="2737577" y="2821293"/>
                </a:cubicBezTo>
                <a:lnTo>
                  <a:pt x="2749349" y="2800835"/>
                </a:lnTo>
                <a:cubicBezTo>
                  <a:pt x="2749820" y="2799998"/>
                  <a:pt x="2750919" y="2799370"/>
                  <a:pt x="2751861" y="2799370"/>
                </a:cubicBezTo>
                <a:close/>
                <a:moveTo>
                  <a:pt x="2761855" y="2736479"/>
                </a:moveTo>
                <a:lnTo>
                  <a:pt x="2765466" y="2736479"/>
                </a:lnTo>
                <a:cubicBezTo>
                  <a:pt x="2765570" y="2736479"/>
                  <a:pt x="2765832" y="2736688"/>
                  <a:pt x="2765832" y="2736688"/>
                </a:cubicBezTo>
                <a:lnTo>
                  <a:pt x="2767663" y="2739828"/>
                </a:lnTo>
                <a:cubicBezTo>
                  <a:pt x="2767715" y="2739984"/>
                  <a:pt x="2767663" y="2740299"/>
                  <a:pt x="2767663" y="2740299"/>
                </a:cubicBezTo>
                <a:lnTo>
                  <a:pt x="2765832" y="2743438"/>
                </a:lnTo>
                <a:cubicBezTo>
                  <a:pt x="2765779" y="2743543"/>
                  <a:pt x="2765466" y="2743647"/>
                  <a:pt x="2765466" y="2743647"/>
                </a:cubicBezTo>
                <a:lnTo>
                  <a:pt x="2761855" y="2743647"/>
                </a:lnTo>
                <a:cubicBezTo>
                  <a:pt x="2761750" y="2743647"/>
                  <a:pt x="2761489" y="2743438"/>
                  <a:pt x="2761489" y="2743438"/>
                </a:cubicBezTo>
                <a:lnTo>
                  <a:pt x="2759657" y="2740299"/>
                </a:lnTo>
                <a:cubicBezTo>
                  <a:pt x="2759605" y="2740142"/>
                  <a:pt x="2759657" y="2739828"/>
                  <a:pt x="2759657" y="2739828"/>
                </a:cubicBezTo>
                <a:lnTo>
                  <a:pt x="2761489" y="2736688"/>
                </a:lnTo>
                <a:cubicBezTo>
                  <a:pt x="2761541" y="2736584"/>
                  <a:pt x="2761855" y="2736479"/>
                  <a:pt x="2761855" y="2736479"/>
                </a:cubicBezTo>
                <a:close/>
                <a:moveTo>
                  <a:pt x="444316" y="2730253"/>
                </a:moveTo>
                <a:lnTo>
                  <a:pt x="454205" y="2730253"/>
                </a:lnTo>
                <a:cubicBezTo>
                  <a:pt x="454571" y="2730253"/>
                  <a:pt x="455042" y="2730567"/>
                  <a:pt x="455251" y="2730881"/>
                </a:cubicBezTo>
                <a:lnTo>
                  <a:pt x="460169" y="2739462"/>
                </a:lnTo>
                <a:cubicBezTo>
                  <a:pt x="460378" y="2739776"/>
                  <a:pt x="460378" y="2740351"/>
                  <a:pt x="460169" y="2740665"/>
                </a:cubicBezTo>
                <a:lnTo>
                  <a:pt x="455251" y="2749246"/>
                </a:lnTo>
                <a:cubicBezTo>
                  <a:pt x="455094" y="2749612"/>
                  <a:pt x="454571" y="2749874"/>
                  <a:pt x="454205" y="2749874"/>
                </a:cubicBezTo>
                <a:lnTo>
                  <a:pt x="444316" y="2749874"/>
                </a:lnTo>
                <a:cubicBezTo>
                  <a:pt x="443949" y="2749874"/>
                  <a:pt x="443479" y="2749560"/>
                  <a:pt x="443269" y="2749246"/>
                </a:cubicBezTo>
                <a:lnTo>
                  <a:pt x="438351" y="2740665"/>
                </a:lnTo>
                <a:cubicBezTo>
                  <a:pt x="438142" y="2740351"/>
                  <a:pt x="438142" y="2739776"/>
                  <a:pt x="438351" y="2739462"/>
                </a:cubicBezTo>
                <a:lnTo>
                  <a:pt x="443269" y="2730881"/>
                </a:lnTo>
                <a:cubicBezTo>
                  <a:pt x="443426" y="2730515"/>
                  <a:pt x="443949" y="2730253"/>
                  <a:pt x="444316" y="2730253"/>
                </a:cubicBezTo>
                <a:close/>
                <a:moveTo>
                  <a:pt x="278927" y="2730200"/>
                </a:moveTo>
                <a:lnTo>
                  <a:pt x="288920" y="2730200"/>
                </a:lnTo>
                <a:cubicBezTo>
                  <a:pt x="289287" y="2730200"/>
                  <a:pt x="289758" y="2730462"/>
                  <a:pt x="289967" y="2730828"/>
                </a:cubicBezTo>
                <a:lnTo>
                  <a:pt x="294937" y="2739461"/>
                </a:lnTo>
                <a:cubicBezTo>
                  <a:pt x="295147" y="2739827"/>
                  <a:pt x="295147" y="2740350"/>
                  <a:pt x="294937" y="2740717"/>
                </a:cubicBezTo>
                <a:lnTo>
                  <a:pt x="289967" y="2749350"/>
                </a:lnTo>
                <a:cubicBezTo>
                  <a:pt x="289810" y="2749716"/>
                  <a:pt x="289339" y="2749978"/>
                  <a:pt x="288920" y="2749978"/>
                </a:cubicBezTo>
                <a:lnTo>
                  <a:pt x="278927" y="2749978"/>
                </a:lnTo>
                <a:cubicBezTo>
                  <a:pt x="278561" y="2749978"/>
                  <a:pt x="278090" y="2749716"/>
                  <a:pt x="277881" y="2749350"/>
                </a:cubicBezTo>
                <a:lnTo>
                  <a:pt x="272910" y="2740717"/>
                </a:lnTo>
                <a:cubicBezTo>
                  <a:pt x="272701" y="2740350"/>
                  <a:pt x="272701" y="2739827"/>
                  <a:pt x="272910" y="2739461"/>
                </a:cubicBezTo>
                <a:lnTo>
                  <a:pt x="277881" y="2730828"/>
                </a:lnTo>
                <a:cubicBezTo>
                  <a:pt x="278038" y="2730462"/>
                  <a:pt x="278508" y="2730200"/>
                  <a:pt x="278927" y="2730200"/>
                </a:cubicBezTo>
                <a:close/>
                <a:moveTo>
                  <a:pt x="361543" y="2730096"/>
                </a:moveTo>
                <a:lnTo>
                  <a:pt x="371641" y="2730096"/>
                </a:lnTo>
                <a:cubicBezTo>
                  <a:pt x="372060" y="2730096"/>
                  <a:pt x="372531" y="2730358"/>
                  <a:pt x="372740" y="2730724"/>
                </a:cubicBezTo>
                <a:lnTo>
                  <a:pt x="377763" y="2739461"/>
                </a:lnTo>
                <a:cubicBezTo>
                  <a:pt x="377973" y="2739828"/>
                  <a:pt x="377973" y="2740351"/>
                  <a:pt x="377763" y="2740717"/>
                </a:cubicBezTo>
                <a:lnTo>
                  <a:pt x="372740" y="2749455"/>
                </a:lnTo>
                <a:cubicBezTo>
                  <a:pt x="372531" y="2749821"/>
                  <a:pt x="372060" y="2750083"/>
                  <a:pt x="371641" y="2750083"/>
                </a:cubicBezTo>
                <a:lnTo>
                  <a:pt x="361543" y="2750083"/>
                </a:lnTo>
                <a:cubicBezTo>
                  <a:pt x="361125" y="2750083"/>
                  <a:pt x="360654" y="2749821"/>
                  <a:pt x="360445" y="2749455"/>
                </a:cubicBezTo>
                <a:lnTo>
                  <a:pt x="355422" y="2740717"/>
                </a:lnTo>
                <a:cubicBezTo>
                  <a:pt x="355213" y="2740351"/>
                  <a:pt x="355213" y="2739828"/>
                  <a:pt x="355422" y="2739461"/>
                </a:cubicBezTo>
                <a:lnTo>
                  <a:pt x="360445" y="2730724"/>
                </a:lnTo>
                <a:cubicBezTo>
                  <a:pt x="360654" y="2730358"/>
                  <a:pt x="361125" y="2730096"/>
                  <a:pt x="361543" y="2730096"/>
                </a:cubicBezTo>
                <a:close/>
                <a:moveTo>
                  <a:pt x="525885" y="2728160"/>
                </a:moveTo>
                <a:lnTo>
                  <a:pt x="537919" y="2728160"/>
                </a:lnTo>
                <a:cubicBezTo>
                  <a:pt x="538390" y="2728160"/>
                  <a:pt x="538966" y="2728474"/>
                  <a:pt x="539227" y="2728892"/>
                </a:cubicBezTo>
                <a:lnTo>
                  <a:pt x="545244" y="2739305"/>
                </a:lnTo>
                <a:cubicBezTo>
                  <a:pt x="545506" y="2739671"/>
                  <a:pt x="545506" y="2740351"/>
                  <a:pt x="545244" y="2740769"/>
                </a:cubicBezTo>
                <a:lnTo>
                  <a:pt x="539227" y="2751181"/>
                </a:lnTo>
                <a:cubicBezTo>
                  <a:pt x="538966" y="2751600"/>
                  <a:pt x="538390" y="2751914"/>
                  <a:pt x="537919" y="2751914"/>
                </a:cubicBezTo>
                <a:lnTo>
                  <a:pt x="525885" y="2751914"/>
                </a:lnTo>
                <a:cubicBezTo>
                  <a:pt x="525414" y="2751914"/>
                  <a:pt x="524839" y="2751600"/>
                  <a:pt x="524577" y="2751181"/>
                </a:cubicBezTo>
                <a:lnTo>
                  <a:pt x="518560" y="2740769"/>
                </a:lnTo>
                <a:cubicBezTo>
                  <a:pt x="518299" y="2740403"/>
                  <a:pt x="518299" y="2739723"/>
                  <a:pt x="518560" y="2739305"/>
                </a:cubicBezTo>
                <a:lnTo>
                  <a:pt x="524577" y="2728892"/>
                </a:lnTo>
                <a:cubicBezTo>
                  <a:pt x="524839" y="2728474"/>
                  <a:pt x="525414" y="2728160"/>
                  <a:pt x="525885" y="2728160"/>
                </a:cubicBezTo>
                <a:close/>
                <a:moveTo>
                  <a:pt x="195055" y="2727689"/>
                </a:moveTo>
                <a:lnTo>
                  <a:pt x="207560" y="2727689"/>
                </a:lnTo>
                <a:cubicBezTo>
                  <a:pt x="208083" y="2727689"/>
                  <a:pt x="208659" y="2728055"/>
                  <a:pt x="208920" y="2728474"/>
                </a:cubicBezTo>
                <a:lnTo>
                  <a:pt x="215146" y="2739305"/>
                </a:lnTo>
                <a:cubicBezTo>
                  <a:pt x="215408" y="2739775"/>
                  <a:pt x="215408" y="2740456"/>
                  <a:pt x="215146" y="2740874"/>
                </a:cubicBezTo>
                <a:lnTo>
                  <a:pt x="208920" y="2751705"/>
                </a:lnTo>
                <a:cubicBezTo>
                  <a:pt x="208659" y="2752123"/>
                  <a:pt x="208031" y="2752489"/>
                  <a:pt x="207560" y="2752489"/>
                </a:cubicBezTo>
                <a:lnTo>
                  <a:pt x="195055" y="2752489"/>
                </a:lnTo>
                <a:cubicBezTo>
                  <a:pt x="194532" y="2752489"/>
                  <a:pt x="193956" y="2752123"/>
                  <a:pt x="193695" y="2751705"/>
                </a:cubicBezTo>
                <a:lnTo>
                  <a:pt x="187468" y="2740874"/>
                </a:lnTo>
                <a:cubicBezTo>
                  <a:pt x="187207" y="2740403"/>
                  <a:pt x="187207" y="2739723"/>
                  <a:pt x="187468" y="2739305"/>
                </a:cubicBezTo>
                <a:lnTo>
                  <a:pt x="193695" y="2728474"/>
                </a:lnTo>
                <a:cubicBezTo>
                  <a:pt x="193956" y="2728055"/>
                  <a:pt x="194584" y="2727689"/>
                  <a:pt x="195055" y="2727689"/>
                </a:cubicBezTo>
                <a:close/>
                <a:moveTo>
                  <a:pt x="773158" y="2726800"/>
                </a:moveTo>
                <a:lnTo>
                  <a:pt x="786553" y="2726800"/>
                </a:lnTo>
                <a:cubicBezTo>
                  <a:pt x="787076" y="2726800"/>
                  <a:pt x="787704" y="2727166"/>
                  <a:pt x="787965" y="2727637"/>
                </a:cubicBezTo>
                <a:lnTo>
                  <a:pt x="794662" y="2739253"/>
                </a:lnTo>
                <a:cubicBezTo>
                  <a:pt x="794924" y="2739723"/>
                  <a:pt x="794924" y="2740456"/>
                  <a:pt x="794662" y="2740927"/>
                </a:cubicBezTo>
                <a:lnTo>
                  <a:pt x="787965" y="2752542"/>
                </a:lnTo>
                <a:cubicBezTo>
                  <a:pt x="787704" y="2753013"/>
                  <a:pt x="787076" y="2753380"/>
                  <a:pt x="786553" y="2753380"/>
                </a:cubicBezTo>
                <a:lnTo>
                  <a:pt x="773158" y="2753380"/>
                </a:lnTo>
                <a:cubicBezTo>
                  <a:pt x="772635" y="2753380"/>
                  <a:pt x="772007" y="2753013"/>
                  <a:pt x="771745" y="2752542"/>
                </a:cubicBezTo>
                <a:lnTo>
                  <a:pt x="765048" y="2740927"/>
                </a:lnTo>
                <a:cubicBezTo>
                  <a:pt x="764787" y="2740456"/>
                  <a:pt x="764787" y="2739723"/>
                  <a:pt x="765048" y="2739253"/>
                </a:cubicBezTo>
                <a:lnTo>
                  <a:pt x="771745" y="2727637"/>
                </a:lnTo>
                <a:cubicBezTo>
                  <a:pt x="772007" y="2727166"/>
                  <a:pt x="772635" y="2726800"/>
                  <a:pt x="773158" y="2726800"/>
                </a:cubicBezTo>
                <a:close/>
                <a:moveTo>
                  <a:pt x="607769" y="2726590"/>
                </a:moveTo>
                <a:lnTo>
                  <a:pt x="621373" y="2726590"/>
                </a:lnTo>
                <a:cubicBezTo>
                  <a:pt x="621896" y="2726590"/>
                  <a:pt x="622576" y="2726956"/>
                  <a:pt x="622838" y="2727427"/>
                </a:cubicBezTo>
                <a:lnTo>
                  <a:pt x="629639" y="2739200"/>
                </a:lnTo>
                <a:cubicBezTo>
                  <a:pt x="629901" y="2739670"/>
                  <a:pt x="629901" y="2740403"/>
                  <a:pt x="629639" y="2740874"/>
                </a:cubicBezTo>
                <a:lnTo>
                  <a:pt x="622838" y="2752646"/>
                </a:lnTo>
                <a:cubicBezTo>
                  <a:pt x="622576" y="2753117"/>
                  <a:pt x="621896" y="2753483"/>
                  <a:pt x="621373" y="2753483"/>
                </a:cubicBezTo>
                <a:lnTo>
                  <a:pt x="607769" y="2753483"/>
                </a:lnTo>
                <a:cubicBezTo>
                  <a:pt x="607246" y="2753483"/>
                  <a:pt x="606566" y="2753117"/>
                  <a:pt x="606304" y="2752646"/>
                </a:cubicBezTo>
                <a:lnTo>
                  <a:pt x="599502" y="2740874"/>
                </a:lnTo>
                <a:cubicBezTo>
                  <a:pt x="599241" y="2740403"/>
                  <a:pt x="599241" y="2739670"/>
                  <a:pt x="599502" y="2739200"/>
                </a:cubicBezTo>
                <a:lnTo>
                  <a:pt x="606304" y="2727427"/>
                </a:lnTo>
                <a:cubicBezTo>
                  <a:pt x="606566" y="2726956"/>
                  <a:pt x="607246" y="2726590"/>
                  <a:pt x="607769" y="2726590"/>
                </a:cubicBezTo>
                <a:close/>
                <a:moveTo>
                  <a:pt x="690333" y="2726486"/>
                </a:moveTo>
                <a:lnTo>
                  <a:pt x="704093" y="2726486"/>
                </a:lnTo>
                <a:cubicBezTo>
                  <a:pt x="704617" y="2726486"/>
                  <a:pt x="705297" y="2726852"/>
                  <a:pt x="705558" y="2727323"/>
                </a:cubicBezTo>
                <a:lnTo>
                  <a:pt x="712465" y="2739253"/>
                </a:lnTo>
                <a:cubicBezTo>
                  <a:pt x="712726" y="2739723"/>
                  <a:pt x="712726" y="2740508"/>
                  <a:pt x="712465" y="2740979"/>
                </a:cubicBezTo>
                <a:lnTo>
                  <a:pt x="705558" y="2752908"/>
                </a:lnTo>
                <a:cubicBezTo>
                  <a:pt x="705297" y="2753379"/>
                  <a:pt x="704617" y="2753745"/>
                  <a:pt x="704093" y="2753745"/>
                </a:cubicBezTo>
                <a:lnTo>
                  <a:pt x="690333" y="2753745"/>
                </a:lnTo>
                <a:cubicBezTo>
                  <a:pt x="689809" y="2753745"/>
                  <a:pt x="689129" y="2753379"/>
                  <a:pt x="688868" y="2752908"/>
                </a:cubicBezTo>
                <a:lnTo>
                  <a:pt x="681961" y="2740979"/>
                </a:lnTo>
                <a:cubicBezTo>
                  <a:pt x="681700" y="2740508"/>
                  <a:pt x="681700" y="2739723"/>
                  <a:pt x="681961" y="2739253"/>
                </a:cubicBezTo>
                <a:lnTo>
                  <a:pt x="688868" y="2727323"/>
                </a:lnTo>
                <a:cubicBezTo>
                  <a:pt x="689129" y="2726852"/>
                  <a:pt x="689809" y="2726486"/>
                  <a:pt x="690333" y="2726486"/>
                </a:cubicBezTo>
                <a:close/>
                <a:moveTo>
                  <a:pt x="1185715" y="2725282"/>
                </a:moveTo>
                <a:lnTo>
                  <a:pt x="1200627" y="2725282"/>
                </a:lnTo>
                <a:cubicBezTo>
                  <a:pt x="1201255" y="2725282"/>
                  <a:pt x="1201935" y="2725701"/>
                  <a:pt x="1202249" y="2726224"/>
                </a:cubicBezTo>
                <a:lnTo>
                  <a:pt x="1209731" y="2739147"/>
                </a:lnTo>
                <a:cubicBezTo>
                  <a:pt x="1210045" y="2739618"/>
                  <a:pt x="1210045" y="2740455"/>
                  <a:pt x="1209731" y="2740979"/>
                </a:cubicBezTo>
                <a:lnTo>
                  <a:pt x="1202249" y="2753902"/>
                </a:lnTo>
                <a:cubicBezTo>
                  <a:pt x="1201935" y="2754425"/>
                  <a:pt x="1201203" y="2754844"/>
                  <a:pt x="1200627" y="2754844"/>
                </a:cubicBezTo>
                <a:lnTo>
                  <a:pt x="1185715" y="2754844"/>
                </a:lnTo>
                <a:cubicBezTo>
                  <a:pt x="1185088" y="2754844"/>
                  <a:pt x="1184407" y="2754425"/>
                  <a:pt x="1184093" y="2753902"/>
                </a:cubicBezTo>
                <a:lnTo>
                  <a:pt x="1176611" y="2740979"/>
                </a:lnTo>
                <a:cubicBezTo>
                  <a:pt x="1176298" y="2740508"/>
                  <a:pt x="1176298" y="2739670"/>
                  <a:pt x="1176611" y="2739147"/>
                </a:cubicBezTo>
                <a:lnTo>
                  <a:pt x="1184093" y="2726224"/>
                </a:lnTo>
                <a:cubicBezTo>
                  <a:pt x="1184407" y="2725701"/>
                  <a:pt x="1185140" y="2725282"/>
                  <a:pt x="1185715" y="2725282"/>
                </a:cubicBezTo>
                <a:close/>
                <a:moveTo>
                  <a:pt x="1102995" y="2725125"/>
                </a:moveTo>
                <a:lnTo>
                  <a:pt x="1118063" y="2725125"/>
                </a:lnTo>
                <a:cubicBezTo>
                  <a:pt x="1118639" y="2725125"/>
                  <a:pt x="1119371" y="2725544"/>
                  <a:pt x="1119685" y="2726067"/>
                </a:cubicBezTo>
                <a:lnTo>
                  <a:pt x="1127220" y="2739147"/>
                </a:lnTo>
                <a:cubicBezTo>
                  <a:pt x="1127534" y="2739670"/>
                  <a:pt x="1127534" y="2740508"/>
                  <a:pt x="1127220" y="2741031"/>
                </a:cubicBezTo>
                <a:lnTo>
                  <a:pt x="1119685" y="2754111"/>
                </a:lnTo>
                <a:cubicBezTo>
                  <a:pt x="1119371" y="2754635"/>
                  <a:pt x="1118639" y="2755053"/>
                  <a:pt x="1118063" y="2755053"/>
                </a:cubicBezTo>
                <a:lnTo>
                  <a:pt x="1102995" y="2755053"/>
                </a:lnTo>
                <a:cubicBezTo>
                  <a:pt x="1102419" y="2755053"/>
                  <a:pt x="1101687" y="2754635"/>
                  <a:pt x="1101373" y="2754111"/>
                </a:cubicBezTo>
                <a:lnTo>
                  <a:pt x="1093838" y="2741031"/>
                </a:lnTo>
                <a:cubicBezTo>
                  <a:pt x="1093525" y="2740508"/>
                  <a:pt x="1093525" y="2739670"/>
                  <a:pt x="1093838" y="2739147"/>
                </a:cubicBezTo>
                <a:lnTo>
                  <a:pt x="1101373" y="2726067"/>
                </a:lnTo>
                <a:cubicBezTo>
                  <a:pt x="1101687" y="2725544"/>
                  <a:pt x="1102419" y="2725125"/>
                  <a:pt x="1102995" y="2725125"/>
                </a:cubicBezTo>
                <a:close/>
                <a:moveTo>
                  <a:pt x="854937" y="2725021"/>
                </a:moveTo>
                <a:lnTo>
                  <a:pt x="870163" y="2725021"/>
                </a:lnTo>
                <a:cubicBezTo>
                  <a:pt x="870738" y="2725021"/>
                  <a:pt x="871471" y="2725440"/>
                  <a:pt x="871785" y="2725963"/>
                </a:cubicBezTo>
                <a:lnTo>
                  <a:pt x="879424" y="2739148"/>
                </a:lnTo>
                <a:cubicBezTo>
                  <a:pt x="879738" y="2739671"/>
                  <a:pt x="879738" y="2740508"/>
                  <a:pt x="879424" y="2741031"/>
                </a:cubicBezTo>
                <a:lnTo>
                  <a:pt x="871785" y="2754217"/>
                </a:lnTo>
                <a:cubicBezTo>
                  <a:pt x="871471" y="2754740"/>
                  <a:pt x="870738" y="2755158"/>
                  <a:pt x="870163" y="2755158"/>
                </a:cubicBezTo>
                <a:lnTo>
                  <a:pt x="854937" y="2755158"/>
                </a:lnTo>
                <a:cubicBezTo>
                  <a:pt x="854362" y="2755158"/>
                  <a:pt x="853629" y="2754740"/>
                  <a:pt x="853315" y="2754217"/>
                </a:cubicBezTo>
                <a:lnTo>
                  <a:pt x="845676" y="2741031"/>
                </a:lnTo>
                <a:cubicBezTo>
                  <a:pt x="845363" y="2740508"/>
                  <a:pt x="845363" y="2739671"/>
                  <a:pt x="845676" y="2739148"/>
                </a:cubicBezTo>
                <a:lnTo>
                  <a:pt x="853315" y="2725963"/>
                </a:lnTo>
                <a:cubicBezTo>
                  <a:pt x="853629" y="2725440"/>
                  <a:pt x="854362" y="2725021"/>
                  <a:pt x="854937" y="2725021"/>
                </a:cubicBezTo>
                <a:close/>
                <a:moveTo>
                  <a:pt x="1350633" y="2724498"/>
                </a:moveTo>
                <a:lnTo>
                  <a:pt x="1366382" y="2724498"/>
                </a:lnTo>
                <a:cubicBezTo>
                  <a:pt x="1367010" y="2724498"/>
                  <a:pt x="1367742" y="2724969"/>
                  <a:pt x="1368056" y="2725492"/>
                </a:cubicBezTo>
                <a:lnTo>
                  <a:pt x="1375904" y="2739096"/>
                </a:lnTo>
                <a:cubicBezTo>
                  <a:pt x="1376218" y="2739619"/>
                  <a:pt x="1376218" y="2740508"/>
                  <a:pt x="1375904" y="2741032"/>
                </a:cubicBezTo>
                <a:lnTo>
                  <a:pt x="1368056" y="2754635"/>
                </a:lnTo>
                <a:cubicBezTo>
                  <a:pt x="1367742" y="2755211"/>
                  <a:pt x="1367010" y="2755629"/>
                  <a:pt x="1366382" y="2755629"/>
                </a:cubicBezTo>
                <a:lnTo>
                  <a:pt x="1350633" y="2755629"/>
                </a:lnTo>
                <a:cubicBezTo>
                  <a:pt x="1350005" y="2755629"/>
                  <a:pt x="1349273" y="2755158"/>
                  <a:pt x="1348959" y="2754635"/>
                </a:cubicBezTo>
                <a:lnTo>
                  <a:pt x="1341110" y="2741032"/>
                </a:lnTo>
                <a:cubicBezTo>
                  <a:pt x="1340797" y="2740508"/>
                  <a:pt x="1340797" y="2739619"/>
                  <a:pt x="1341110" y="2739096"/>
                </a:cubicBezTo>
                <a:lnTo>
                  <a:pt x="1348959" y="2725492"/>
                </a:lnTo>
                <a:cubicBezTo>
                  <a:pt x="1349273" y="2724917"/>
                  <a:pt x="1350005" y="2724498"/>
                  <a:pt x="1350633" y="2724498"/>
                </a:cubicBezTo>
                <a:close/>
                <a:moveTo>
                  <a:pt x="1763765" y="2724184"/>
                </a:moveTo>
                <a:lnTo>
                  <a:pt x="1779776" y="2724184"/>
                </a:lnTo>
                <a:cubicBezTo>
                  <a:pt x="1780403" y="2724184"/>
                  <a:pt x="1781188" y="2724655"/>
                  <a:pt x="1781502" y="2725178"/>
                </a:cubicBezTo>
                <a:lnTo>
                  <a:pt x="1789508" y="2739043"/>
                </a:lnTo>
                <a:cubicBezTo>
                  <a:pt x="1789822" y="2739619"/>
                  <a:pt x="1789822" y="2740508"/>
                  <a:pt x="1789508" y="2741031"/>
                </a:cubicBezTo>
                <a:lnTo>
                  <a:pt x="1781502" y="2754897"/>
                </a:lnTo>
                <a:cubicBezTo>
                  <a:pt x="1781188" y="2755472"/>
                  <a:pt x="1780403" y="2755891"/>
                  <a:pt x="1779776" y="2755891"/>
                </a:cubicBezTo>
                <a:lnTo>
                  <a:pt x="1763765" y="2755891"/>
                </a:lnTo>
                <a:cubicBezTo>
                  <a:pt x="1763137" y="2755891"/>
                  <a:pt x="1762353" y="2755420"/>
                  <a:pt x="1762039" y="2754897"/>
                </a:cubicBezTo>
                <a:lnTo>
                  <a:pt x="1754033" y="2741031"/>
                </a:lnTo>
                <a:cubicBezTo>
                  <a:pt x="1753720" y="2740456"/>
                  <a:pt x="1753720" y="2739567"/>
                  <a:pt x="1754033" y="2739043"/>
                </a:cubicBezTo>
                <a:lnTo>
                  <a:pt x="1762039" y="2725178"/>
                </a:lnTo>
                <a:cubicBezTo>
                  <a:pt x="1762353" y="2724603"/>
                  <a:pt x="1763137" y="2724184"/>
                  <a:pt x="1763765" y="2724184"/>
                </a:cubicBezTo>
                <a:close/>
                <a:moveTo>
                  <a:pt x="1680835" y="2723608"/>
                </a:moveTo>
                <a:lnTo>
                  <a:pt x="1697421" y="2723608"/>
                </a:lnTo>
                <a:cubicBezTo>
                  <a:pt x="1698102" y="2723608"/>
                  <a:pt x="1698887" y="2724079"/>
                  <a:pt x="1699200" y="2724654"/>
                </a:cubicBezTo>
                <a:lnTo>
                  <a:pt x="1707519" y="2739043"/>
                </a:lnTo>
                <a:cubicBezTo>
                  <a:pt x="1707833" y="2739618"/>
                  <a:pt x="1707833" y="2740508"/>
                  <a:pt x="1707519" y="2741083"/>
                </a:cubicBezTo>
                <a:lnTo>
                  <a:pt x="1699200" y="2755472"/>
                </a:lnTo>
                <a:cubicBezTo>
                  <a:pt x="1698887" y="2756047"/>
                  <a:pt x="1698102" y="2756518"/>
                  <a:pt x="1697421" y="2756518"/>
                </a:cubicBezTo>
                <a:lnTo>
                  <a:pt x="1680835" y="2756518"/>
                </a:lnTo>
                <a:cubicBezTo>
                  <a:pt x="1680155" y="2756518"/>
                  <a:pt x="1679370" y="2756047"/>
                  <a:pt x="1679056" y="2755472"/>
                </a:cubicBezTo>
                <a:lnTo>
                  <a:pt x="1670737" y="2741083"/>
                </a:lnTo>
                <a:cubicBezTo>
                  <a:pt x="1670424" y="2740508"/>
                  <a:pt x="1670424" y="2739618"/>
                  <a:pt x="1670737" y="2739043"/>
                </a:cubicBezTo>
                <a:lnTo>
                  <a:pt x="1679056" y="2724654"/>
                </a:lnTo>
                <a:cubicBezTo>
                  <a:pt x="1679370" y="2724079"/>
                  <a:pt x="1680155" y="2723608"/>
                  <a:pt x="1680835" y="2723608"/>
                </a:cubicBezTo>
                <a:close/>
                <a:moveTo>
                  <a:pt x="2341920" y="2723399"/>
                </a:moveTo>
                <a:lnTo>
                  <a:pt x="2358768" y="2723399"/>
                </a:lnTo>
                <a:cubicBezTo>
                  <a:pt x="2359395" y="2723399"/>
                  <a:pt x="2360233" y="2723870"/>
                  <a:pt x="2360547" y="2724445"/>
                </a:cubicBezTo>
                <a:lnTo>
                  <a:pt x="2368971" y="2739043"/>
                </a:lnTo>
                <a:cubicBezTo>
                  <a:pt x="2369284" y="2739619"/>
                  <a:pt x="2369284" y="2740561"/>
                  <a:pt x="2368971" y="2741136"/>
                </a:cubicBezTo>
                <a:lnTo>
                  <a:pt x="2360547" y="2755734"/>
                </a:lnTo>
                <a:cubicBezTo>
                  <a:pt x="2360233" y="2756310"/>
                  <a:pt x="2359448" y="2756780"/>
                  <a:pt x="2358768" y="2756780"/>
                </a:cubicBezTo>
                <a:lnTo>
                  <a:pt x="2341920" y="2756780"/>
                </a:lnTo>
                <a:cubicBezTo>
                  <a:pt x="2341292" y="2756780"/>
                  <a:pt x="2340455" y="2756310"/>
                  <a:pt x="2340141" y="2755734"/>
                </a:cubicBezTo>
                <a:lnTo>
                  <a:pt x="2331718" y="2741136"/>
                </a:lnTo>
                <a:cubicBezTo>
                  <a:pt x="2331403" y="2740561"/>
                  <a:pt x="2331403" y="2739619"/>
                  <a:pt x="2331718" y="2739043"/>
                </a:cubicBezTo>
                <a:lnTo>
                  <a:pt x="2340141" y="2724445"/>
                </a:lnTo>
                <a:cubicBezTo>
                  <a:pt x="2340455" y="2723870"/>
                  <a:pt x="2341240" y="2723399"/>
                  <a:pt x="2341920" y="2723399"/>
                </a:cubicBezTo>
                <a:close/>
                <a:moveTo>
                  <a:pt x="936612" y="2723137"/>
                </a:moveTo>
                <a:lnTo>
                  <a:pt x="953773" y="2723137"/>
                </a:lnTo>
                <a:cubicBezTo>
                  <a:pt x="954453" y="2723137"/>
                  <a:pt x="955291" y="2723608"/>
                  <a:pt x="955604" y="2724183"/>
                </a:cubicBezTo>
                <a:lnTo>
                  <a:pt x="964185" y="2739043"/>
                </a:lnTo>
                <a:cubicBezTo>
                  <a:pt x="964499" y="2739671"/>
                  <a:pt x="964499" y="2740613"/>
                  <a:pt x="964185" y="2741188"/>
                </a:cubicBezTo>
                <a:lnTo>
                  <a:pt x="955604" y="2756047"/>
                </a:lnTo>
                <a:cubicBezTo>
                  <a:pt x="955291" y="2756623"/>
                  <a:pt x="954453" y="2757094"/>
                  <a:pt x="953773" y="2757094"/>
                </a:cubicBezTo>
                <a:lnTo>
                  <a:pt x="936612" y="2757094"/>
                </a:lnTo>
                <a:cubicBezTo>
                  <a:pt x="935931" y="2757094"/>
                  <a:pt x="935094" y="2756623"/>
                  <a:pt x="934780" y="2756047"/>
                </a:cubicBezTo>
                <a:lnTo>
                  <a:pt x="926200" y="2741188"/>
                </a:lnTo>
                <a:cubicBezTo>
                  <a:pt x="925885" y="2740560"/>
                  <a:pt x="925885" y="2739618"/>
                  <a:pt x="926200" y="2739043"/>
                </a:cubicBezTo>
                <a:lnTo>
                  <a:pt x="934780" y="2724183"/>
                </a:lnTo>
                <a:cubicBezTo>
                  <a:pt x="935094" y="2723608"/>
                  <a:pt x="935931" y="2723137"/>
                  <a:pt x="936612" y="2723137"/>
                </a:cubicBezTo>
                <a:close/>
                <a:moveTo>
                  <a:pt x="2424380" y="2722980"/>
                </a:moveTo>
                <a:lnTo>
                  <a:pt x="2441699" y="2722980"/>
                </a:lnTo>
                <a:cubicBezTo>
                  <a:pt x="2442379" y="2722980"/>
                  <a:pt x="2443163" y="2723451"/>
                  <a:pt x="2443530" y="2724026"/>
                </a:cubicBezTo>
                <a:lnTo>
                  <a:pt x="2452163" y="2738991"/>
                </a:lnTo>
                <a:cubicBezTo>
                  <a:pt x="2452529" y="2739566"/>
                  <a:pt x="2452529" y="2740560"/>
                  <a:pt x="2452163" y="2741136"/>
                </a:cubicBezTo>
                <a:lnTo>
                  <a:pt x="2443530" y="2756100"/>
                </a:lnTo>
                <a:cubicBezTo>
                  <a:pt x="2443216" y="2756675"/>
                  <a:pt x="2442379" y="2757146"/>
                  <a:pt x="2441699" y="2757146"/>
                </a:cubicBezTo>
                <a:lnTo>
                  <a:pt x="2424380" y="2757146"/>
                </a:lnTo>
                <a:cubicBezTo>
                  <a:pt x="2423700" y="2757146"/>
                  <a:pt x="2422915" y="2756675"/>
                  <a:pt x="2422549" y="2756100"/>
                </a:cubicBezTo>
                <a:lnTo>
                  <a:pt x="2413915" y="2741136"/>
                </a:lnTo>
                <a:cubicBezTo>
                  <a:pt x="2413550" y="2740560"/>
                  <a:pt x="2413550" y="2739566"/>
                  <a:pt x="2413915" y="2738991"/>
                </a:cubicBezTo>
                <a:lnTo>
                  <a:pt x="2422549" y="2724026"/>
                </a:lnTo>
                <a:cubicBezTo>
                  <a:pt x="2422862" y="2723451"/>
                  <a:pt x="2423700" y="2722980"/>
                  <a:pt x="2424380" y="2722980"/>
                </a:cubicBezTo>
                <a:close/>
                <a:moveTo>
                  <a:pt x="1432360" y="2722718"/>
                </a:moveTo>
                <a:lnTo>
                  <a:pt x="1449887" y="2722718"/>
                </a:lnTo>
                <a:cubicBezTo>
                  <a:pt x="1450567" y="2722718"/>
                  <a:pt x="1451404" y="2723241"/>
                  <a:pt x="1451771" y="2723817"/>
                </a:cubicBezTo>
                <a:lnTo>
                  <a:pt x="1460561" y="2738990"/>
                </a:lnTo>
                <a:cubicBezTo>
                  <a:pt x="1460927" y="2739566"/>
                  <a:pt x="1460927" y="2740560"/>
                  <a:pt x="1460561" y="2741135"/>
                </a:cubicBezTo>
                <a:lnTo>
                  <a:pt x="1451771" y="2756309"/>
                </a:lnTo>
                <a:cubicBezTo>
                  <a:pt x="1451404" y="2756937"/>
                  <a:pt x="1450567" y="2757407"/>
                  <a:pt x="1449887" y="2757407"/>
                </a:cubicBezTo>
                <a:lnTo>
                  <a:pt x="1432360" y="2757407"/>
                </a:lnTo>
                <a:cubicBezTo>
                  <a:pt x="1431679" y="2757407"/>
                  <a:pt x="1430842" y="2756884"/>
                  <a:pt x="1430476" y="2756309"/>
                </a:cubicBezTo>
                <a:lnTo>
                  <a:pt x="1421686" y="2741135"/>
                </a:lnTo>
                <a:cubicBezTo>
                  <a:pt x="1421319" y="2740560"/>
                  <a:pt x="1421319" y="2739566"/>
                  <a:pt x="1421686" y="2738990"/>
                </a:cubicBezTo>
                <a:lnTo>
                  <a:pt x="1430476" y="2723817"/>
                </a:lnTo>
                <a:cubicBezTo>
                  <a:pt x="1430842" y="2723189"/>
                  <a:pt x="1431679" y="2722718"/>
                  <a:pt x="1432360" y="2722718"/>
                </a:cubicBezTo>
                <a:close/>
                <a:moveTo>
                  <a:pt x="1019071" y="2722718"/>
                </a:moveTo>
                <a:lnTo>
                  <a:pt x="1036598" y="2722718"/>
                </a:lnTo>
                <a:cubicBezTo>
                  <a:pt x="1037278" y="2722718"/>
                  <a:pt x="1038115" y="2723241"/>
                  <a:pt x="1038482" y="2723817"/>
                </a:cubicBezTo>
                <a:lnTo>
                  <a:pt x="1047272" y="2738990"/>
                </a:lnTo>
                <a:cubicBezTo>
                  <a:pt x="1047638" y="2739566"/>
                  <a:pt x="1047638" y="2740560"/>
                  <a:pt x="1047272" y="2741135"/>
                </a:cubicBezTo>
                <a:lnTo>
                  <a:pt x="1038482" y="2756309"/>
                </a:lnTo>
                <a:cubicBezTo>
                  <a:pt x="1038115" y="2756937"/>
                  <a:pt x="1037278" y="2757407"/>
                  <a:pt x="1036598" y="2757407"/>
                </a:cubicBezTo>
                <a:lnTo>
                  <a:pt x="1019071" y="2757407"/>
                </a:lnTo>
                <a:cubicBezTo>
                  <a:pt x="1018390" y="2757407"/>
                  <a:pt x="1017553" y="2756884"/>
                  <a:pt x="1017187" y="2756309"/>
                </a:cubicBezTo>
                <a:lnTo>
                  <a:pt x="1008397" y="2741135"/>
                </a:lnTo>
                <a:cubicBezTo>
                  <a:pt x="1008030" y="2740560"/>
                  <a:pt x="1008030" y="2739566"/>
                  <a:pt x="1008397" y="2738990"/>
                </a:cubicBezTo>
                <a:lnTo>
                  <a:pt x="1017187" y="2723817"/>
                </a:lnTo>
                <a:cubicBezTo>
                  <a:pt x="1017553" y="2723189"/>
                  <a:pt x="1018390" y="2722718"/>
                  <a:pt x="1019071" y="2722718"/>
                </a:cubicBezTo>
                <a:close/>
                <a:moveTo>
                  <a:pt x="2506787" y="2722405"/>
                </a:moveTo>
                <a:lnTo>
                  <a:pt x="2524629" y="2722405"/>
                </a:lnTo>
                <a:cubicBezTo>
                  <a:pt x="2525361" y="2722405"/>
                  <a:pt x="2526198" y="2722876"/>
                  <a:pt x="2526564" y="2723504"/>
                </a:cubicBezTo>
                <a:lnTo>
                  <a:pt x="2535511" y="2738939"/>
                </a:lnTo>
                <a:cubicBezTo>
                  <a:pt x="2535878" y="2739514"/>
                  <a:pt x="2535878" y="2740508"/>
                  <a:pt x="2535511" y="2741136"/>
                </a:cubicBezTo>
                <a:lnTo>
                  <a:pt x="2526564" y="2756571"/>
                </a:lnTo>
                <a:cubicBezTo>
                  <a:pt x="2526198" y="2757199"/>
                  <a:pt x="2525309" y="2757670"/>
                  <a:pt x="2524629" y="2757670"/>
                </a:cubicBezTo>
                <a:lnTo>
                  <a:pt x="2506787" y="2757670"/>
                </a:lnTo>
                <a:cubicBezTo>
                  <a:pt x="2506054" y="2757670"/>
                  <a:pt x="2505217" y="2757199"/>
                  <a:pt x="2504851" y="2756571"/>
                </a:cubicBezTo>
                <a:lnTo>
                  <a:pt x="2495904" y="2741136"/>
                </a:lnTo>
                <a:cubicBezTo>
                  <a:pt x="2495537" y="2740561"/>
                  <a:pt x="2495537" y="2739567"/>
                  <a:pt x="2495904" y="2738939"/>
                </a:cubicBezTo>
                <a:lnTo>
                  <a:pt x="2504851" y="2723504"/>
                </a:lnTo>
                <a:cubicBezTo>
                  <a:pt x="2505217" y="2722876"/>
                  <a:pt x="2506106" y="2722405"/>
                  <a:pt x="2506787" y="2722405"/>
                </a:cubicBezTo>
                <a:close/>
                <a:moveTo>
                  <a:pt x="1266761" y="2722195"/>
                </a:moveTo>
                <a:lnTo>
                  <a:pt x="1284865" y="2722195"/>
                </a:lnTo>
                <a:cubicBezTo>
                  <a:pt x="1285597" y="2722195"/>
                  <a:pt x="1286434" y="2722666"/>
                  <a:pt x="1286800" y="2723294"/>
                </a:cubicBezTo>
                <a:lnTo>
                  <a:pt x="1295852" y="2738990"/>
                </a:lnTo>
                <a:cubicBezTo>
                  <a:pt x="1296218" y="2739618"/>
                  <a:pt x="1296218" y="2740612"/>
                  <a:pt x="1295852" y="2741240"/>
                </a:cubicBezTo>
                <a:lnTo>
                  <a:pt x="1286800" y="2756937"/>
                </a:lnTo>
                <a:cubicBezTo>
                  <a:pt x="1286434" y="2757512"/>
                  <a:pt x="1285597" y="2758035"/>
                  <a:pt x="1284865" y="2758035"/>
                </a:cubicBezTo>
                <a:lnTo>
                  <a:pt x="1266761" y="2758035"/>
                </a:lnTo>
                <a:cubicBezTo>
                  <a:pt x="1266029" y="2758035"/>
                  <a:pt x="1265192" y="2757565"/>
                  <a:pt x="1264825" y="2756937"/>
                </a:cubicBezTo>
                <a:lnTo>
                  <a:pt x="1255774" y="2741240"/>
                </a:lnTo>
                <a:cubicBezTo>
                  <a:pt x="1255407" y="2740612"/>
                  <a:pt x="1255407" y="2739618"/>
                  <a:pt x="1255774" y="2738990"/>
                </a:cubicBezTo>
                <a:lnTo>
                  <a:pt x="1264825" y="2723294"/>
                </a:lnTo>
                <a:cubicBezTo>
                  <a:pt x="1265192" y="2722718"/>
                  <a:pt x="1266029" y="2722195"/>
                  <a:pt x="1266761" y="2722195"/>
                </a:cubicBezTo>
                <a:close/>
                <a:moveTo>
                  <a:pt x="2010567" y="2721829"/>
                </a:moveTo>
                <a:lnTo>
                  <a:pt x="2028984" y="2721829"/>
                </a:lnTo>
                <a:cubicBezTo>
                  <a:pt x="2029716" y="2721829"/>
                  <a:pt x="2030606" y="2722352"/>
                  <a:pt x="2030972" y="2722980"/>
                </a:cubicBezTo>
                <a:lnTo>
                  <a:pt x="2040181" y="2738938"/>
                </a:lnTo>
                <a:cubicBezTo>
                  <a:pt x="2040547" y="2739619"/>
                  <a:pt x="2040547" y="2740613"/>
                  <a:pt x="2040181" y="2741240"/>
                </a:cubicBezTo>
                <a:lnTo>
                  <a:pt x="2030972" y="2757199"/>
                </a:lnTo>
                <a:cubicBezTo>
                  <a:pt x="2030606" y="2757826"/>
                  <a:pt x="2029716" y="2758349"/>
                  <a:pt x="2028984" y="2758349"/>
                </a:cubicBezTo>
                <a:lnTo>
                  <a:pt x="2010567" y="2758349"/>
                </a:lnTo>
                <a:cubicBezTo>
                  <a:pt x="2009834" y="2758349"/>
                  <a:pt x="2008945" y="2757826"/>
                  <a:pt x="2008579" y="2757199"/>
                </a:cubicBezTo>
                <a:lnTo>
                  <a:pt x="1999370" y="2741240"/>
                </a:lnTo>
                <a:cubicBezTo>
                  <a:pt x="1999003" y="2740560"/>
                  <a:pt x="1999003" y="2739566"/>
                  <a:pt x="1999370" y="2738938"/>
                </a:cubicBezTo>
                <a:lnTo>
                  <a:pt x="2008579" y="2722980"/>
                </a:lnTo>
                <a:cubicBezTo>
                  <a:pt x="2008945" y="2722352"/>
                  <a:pt x="2009834" y="2721829"/>
                  <a:pt x="2010567" y="2721829"/>
                </a:cubicBezTo>
                <a:close/>
                <a:moveTo>
                  <a:pt x="1596806" y="2720992"/>
                </a:moveTo>
                <a:lnTo>
                  <a:pt x="1616061" y="2720992"/>
                </a:lnTo>
                <a:cubicBezTo>
                  <a:pt x="1616793" y="2720992"/>
                  <a:pt x="1617735" y="2721515"/>
                  <a:pt x="1618101" y="2722195"/>
                </a:cubicBezTo>
                <a:lnTo>
                  <a:pt x="1627728" y="2738886"/>
                </a:lnTo>
                <a:cubicBezTo>
                  <a:pt x="1628095" y="2739566"/>
                  <a:pt x="1628095" y="2740613"/>
                  <a:pt x="1627728" y="2741293"/>
                </a:cubicBezTo>
                <a:lnTo>
                  <a:pt x="1618101" y="2757983"/>
                </a:lnTo>
                <a:cubicBezTo>
                  <a:pt x="1617735" y="2758663"/>
                  <a:pt x="1616846" y="2759187"/>
                  <a:pt x="1616061" y="2759187"/>
                </a:cubicBezTo>
                <a:lnTo>
                  <a:pt x="1596806" y="2759187"/>
                </a:lnTo>
                <a:cubicBezTo>
                  <a:pt x="1596074" y="2759187"/>
                  <a:pt x="1595132" y="2758663"/>
                  <a:pt x="1594766" y="2757983"/>
                </a:cubicBezTo>
                <a:lnTo>
                  <a:pt x="1585138" y="2741293"/>
                </a:lnTo>
                <a:cubicBezTo>
                  <a:pt x="1584773" y="2740613"/>
                  <a:pt x="1584773" y="2739566"/>
                  <a:pt x="1585138" y="2738886"/>
                </a:cubicBezTo>
                <a:lnTo>
                  <a:pt x="1594766" y="2722195"/>
                </a:lnTo>
                <a:cubicBezTo>
                  <a:pt x="1595132" y="2721515"/>
                  <a:pt x="1596021" y="2720992"/>
                  <a:pt x="1596806" y="2720992"/>
                </a:cubicBezTo>
                <a:close/>
                <a:moveTo>
                  <a:pt x="1513876" y="2720521"/>
                </a:moveTo>
                <a:lnTo>
                  <a:pt x="1533654" y="2720521"/>
                </a:lnTo>
                <a:cubicBezTo>
                  <a:pt x="1534387" y="2720521"/>
                  <a:pt x="1535381" y="2721044"/>
                  <a:pt x="1535747" y="2721724"/>
                </a:cubicBezTo>
                <a:lnTo>
                  <a:pt x="1545636" y="2738834"/>
                </a:lnTo>
                <a:cubicBezTo>
                  <a:pt x="1546002" y="2739514"/>
                  <a:pt x="1546002" y="2740613"/>
                  <a:pt x="1545636" y="2741293"/>
                </a:cubicBezTo>
                <a:lnTo>
                  <a:pt x="1535747" y="2758402"/>
                </a:lnTo>
                <a:cubicBezTo>
                  <a:pt x="1535381" y="2759082"/>
                  <a:pt x="1534439" y="2759605"/>
                  <a:pt x="1533654" y="2759605"/>
                </a:cubicBezTo>
                <a:lnTo>
                  <a:pt x="1513876" y="2759605"/>
                </a:lnTo>
                <a:cubicBezTo>
                  <a:pt x="1513144" y="2759605"/>
                  <a:pt x="1512150" y="2759082"/>
                  <a:pt x="1511784" y="2758402"/>
                </a:cubicBezTo>
                <a:lnTo>
                  <a:pt x="1501895" y="2741293"/>
                </a:lnTo>
                <a:cubicBezTo>
                  <a:pt x="1501528" y="2740613"/>
                  <a:pt x="1501528" y="2739514"/>
                  <a:pt x="1501895" y="2738834"/>
                </a:cubicBezTo>
                <a:lnTo>
                  <a:pt x="1511784" y="2721724"/>
                </a:lnTo>
                <a:cubicBezTo>
                  <a:pt x="1512150" y="2721044"/>
                  <a:pt x="1513092" y="2720521"/>
                  <a:pt x="1513876" y="2720521"/>
                </a:cubicBezTo>
                <a:close/>
                <a:moveTo>
                  <a:pt x="2588251" y="2720102"/>
                </a:moveTo>
                <a:lnTo>
                  <a:pt x="2608395" y="2720102"/>
                </a:lnTo>
                <a:cubicBezTo>
                  <a:pt x="2609180" y="2720102"/>
                  <a:pt x="2610122" y="2720678"/>
                  <a:pt x="2610540" y="2721358"/>
                </a:cubicBezTo>
                <a:lnTo>
                  <a:pt x="2620638" y="2738833"/>
                </a:lnTo>
                <a:cubicBezTo>
                  <a:pt x="2621057" y="2739513"/>
                  <a:pt x="2621057" y="2740664"/>
                  <a:pt x="2620638" y="2741345"/>
                </a:cubicBezTo>
                <a:lnTo>
                  <a:pt x="2610540" y="2758820"/>
                </a:lnTo>
                <a:cubicBezTo>
                  <a:pt x="2610174" y="2759500"/>
                  <a:pt x="2609180" y="2760076"/>
                  <a:pt x="2608395" y="2760076"/>
                </a:cubicBezTo>
                <a:lnTo>
                  <a:pt x="2588251" y="2760076"/>
                </a:lnTo>
                <a:cubicBezTo>
                  <a:pt x="2587467" y="2760076"/>
                  <a:pt x="2586524" y="2759500"/>
                  <a:pt x="2586106" y="2758820"/>
                </a:cubicBezTo>
                <a:lnTo>
                  <a:pt x="2576008" y="2741345"/>
                </a:lnTo>
                <a:cubicBezTo>
                  <a:pt x="2575589" y="2740664"/>
                  <a:pt x="2575589" y="2739513"/>
                  <a:pt x="2576008" y="2738833"/>
                </a:cubicBezTo>
                <a:lnTo>
                  <a:pt x="2586106" y="2721358"/>
                </a:lnTo>
                <a:cubicBezTo>
                  <a:pt x="2586472" y="2720678"/>
                  <a:pt x="2587467" y="2720102"/>
                  <a:pt x="2588251" y="2720102"/>
                </a:cubicBezTo>
                <a:close/>
                <a:moveTo>
                  <a:pt x="2257473" y="2719788"/>
                </a:moveTo>
                <a:lnTo>
                  <a:pt x="2277984" y="2719788"/>
                </a:lnTo>
                <a:cubicBezTo>
                  <a:pt x="2278769" y="2719788"/>
                  <a:pt x="2279762" y="2720363"/>
                  <a:pt x="2280181" y="2721044"/>
                </a:cubicBezTo>
                <a:lnTo>
                  <a:pt x="2290436" y="2738833"/>
                </a:lnTo>
                <a:cubicBezTo>
                  <a:pt x="2290855" y="2739566"/>
                  <a:pt x="2290855" y="2740717"/>
                  <a:pt x="2290436" y="2741397"/>
                </a:cubicBezTo>
                <a:lnTo>
                  <a:pt x="2280181" y="2759186"/>
                </a:lnTo>
                <a:cubicBezTo>
                  <a:pt x="2279762" y="2759867"/>
                  <a:pt x="2278769" y="2760442"/>
                  <a:pt x="2277984" y="2760442"/>
                </a:cubicBezTo>
                <a:lnTo>
                  <a:pt x="2257473" y="2760442"/>
                </a:lnTo>
                <a:cubicBezTo>
                  <a:pt x="2256688" y="2760442"/>
                  <a:pt x="2255695" y="2759867"/>
                  <a:pt x="2255276" y="2759186"/>
                </a:cubicBezTo>
                <a:lnTo>
                  <a:pt x="2245021" y="2741397"/>
                </a:lnTo>
                <a:cubicBezTo>
                  <a:pt x="2244602" y="2740664"/>
                  <a:pt x="2244602" y="2739513"/>
                  <a:pt x="2245021" y="2738833"/>
                </a:cubicBezTo>
                <a:lnTo>
                  <a:pt x="2255276" y="2721044"/>
                </a:lnTo>
                <a:cubicBezTo>
                  <a:pt x="2255695" y="2720363"/>
                  <a:pt x="2256688" y="2719788"/>
                  <a:pt x="2257473" y="2719788"/>
                </a:cubicBezTo>
                <a:close/>
                <a:moveTo>
                  <a:pt x="1926800" y="2719736"/>
                </a:moveTo>
                <a:lnTo>
                  <a:pt x="1947362" y="2719736"/>
                </a:lnTo>
                <a:cubicBezTo>
                  <a:pt x="1948147" y="2719736"/>
                  <a:pt x="1949141" y="2720312"/>
                  <a:pt x="1949560" y="2720992"/>
                </a:cubicBezTo>
                <a:lnTo>
                  <a:pt x="1959867" y="2738781"/>
                </a:lnTo>
                <a:cubicBezTo>
                  <a:pt x="1960286" y="2739514"/>
                  <a:pt x="1960286" y="2740665"/>
                  <a:pt x="1959867" y="2741345"/>
                </a:cubicBezTo>
                <a:lnTo>
                  <a:pt x="1949560" y="2759134"/>
                </a:lnTo>
                <a:cubicBezTo>
                  <a:pt x="1949141" y="2759815"/>
                  <a:pt x="1948199" y="2760390"/>
                  <a:pt x="1947362" y="2760390"/>
                </a:cubicBezTo>
                <a:lnTo>
                  <a:pt x="1926800" y="2760390"/>
                </a:lnTo>
                <a:cubicBezTo>
                  <a:pt x="1926015" y="2760390"/>
                  <a:pt x="1925021" y="2759815"/>
                  <a:pt x="1924602" y="2759134"/>
                </a:cubicBezTo>
                <a:lnTo>
                  <a:pt x="1914295" y="2741345"/>
                </a:lnTo>
                <a:cubicBezTo>
                  <a:pt x="1913876" y="2740613"/>
                  <a:pt x="1913876" y="2739461"/>
                  <a:pt x="1914295" y="2738781"/>
                </a:cubicBezTo>
                <a:lnTo>
                  <a:pt x="1924602" y="2720992"/>
                </a:lnTo>
                <a:cubicBezTo>
                  <a:pt x="1925021" y="2720312"/>
                  <a:pt x="1925963" y="2719736"/>
                  <a:pt x="1926800" y="2719736"/>
                </a:cubicBezTo>
                <a:close/>
                <a:moveTo>
                  <a:pt x="1843504" y="2718428"/>
                </a:moveTo>
                <a:lnTo>
                  <a:pt x="1865374" y="2718428"/>
                </a:lnTo>
                <a:cubicBezTo>
                  <a:pt x="1866264" y="2718428"/>
                  <a:pt x="1867310" y="2719056"/>
                  <a:pt x="1867729" y="2719788"/>
                </a:cubicBezTo>
                <a:lnTo>
                  <a:pt x="1878664" y="2738729"/>
                </a:lnTo>
                <a:cubicBezTo>
                  <a:pt x="1879083" y="2739514"/>
                  <a:pt x="1879083" y="2740717"/>
                  <a:pt x="1878664" y="2741450"/>
                </a:cubicBezTo>
                <a:lnTo>
                  <a:pt x="1867729" y="2760390"/>
                </a:lnTo>
                <a:cubicBezTo>
                  <a:pt x="1867310" y="2761123"/>
                  <a:pt x="1866211" y="2761751"/>
                  <a:pt x="1865374" y="2761751"/>
                </a:cubicBezTo>
                <a:lnTo>
                  <a:pt x="1843504" y="2761751"/>
                </a:lnTo>
                <a:cubicBezTo>
                  <a:pt x="1842614" y="2761751"/>
                  <a:pt x="1841568" y="2761123"/>
                  <a:pt x="1841149" y="2760390"/>
                </a:cubicBezTo>
                <a:lnTo>
                  <a:pt x="1830214" y="2741450"/>
                </a:lnTo>
                <a:cubicBezTo>
                  <a:pt x="1829795" y="2740665"/>
                  <a:pt x="1829795" y="2739461"/>
                  <a:pt x="1830214" y="2738729"/>
                </a:cubicBezTo>
                <a:lnTo>
                  <a:pt x="1841149" y="2719788"/>
                </a:lnTo>
                <a:cubicBezTo>
                  <a:pt x="1841568" y="2719056"/>
                  <a:pt x="1842667" y="2718428"/>
                  <a:pt x="1843504" y="2718428"/>
                </a:cubicBezTo>
                <a:close/>
                <a:moveTo>
                  <a:pt x="2173653" y="2717486"/>
                </a:moveTo>
                <a:lnTo>
                  <a:pt x="2196518" y="2717486"/>
                </a:lnTo>
                <a:cubicBezTo>
                  <a:pt x="2197408" y="2717486"/>
                  <a:pt x="2198506" y="2718114"/>
                  <a:pt x="2198977" y="2718899"/>
                </a:cubicBezTo>
                <a:lnTo>
                  <a:pt x="2210383" y="2738676"/>
                </a:lnTo>
                <a:cubicBezTo>
                  <a:pt x="2210855" y="2739461"/>
                  <a:pt x="2210855" y="2740717"/>
                  <a:pt x="2210383" y="2741502"/>
                </a:cubicBezTo>
                <a:lnTo>
                  <a:pt x="2198977" y="2761279"/>
                </a:lnTo>
                <a:cubicBezTo>
                  <a:pt x="2198506" y="2762064"/>
                  <a:pt x="2197408" y="2762692"/>
                  <a:pt x="2196518" y="2762692"/>
                </a:cubicBezTo>
                <a:lnTo>
                  <a:pt x="2173653" y="2762692"/>
                </a:lnTo>
                <a:cubicBezTo>
                  <a:pt x="2172764" y="2762692"/>
                  <a:pt x="2171665" y="2762064"/>
                  <a:pt x="2171194" y="2761279"/>
                </a:cubicBezTo>
                <a:lnTo>
                  <a:pt x="2159789" y="2741502"/>
                </a:lnTo>
                <a:cubicBezTo>
                  <a:pt x="2159317" y="2740717"/>
                  <a:pt x="2159317" y="2739461"/>
                  <a:pt x="2159789" y="2738676"/>
                </a:cubicBezTo>
                <a:lnTo>
                  <a:pt x="2171194" y="2718899"/>
                </a:lnTo>
                <a:cubicBezTo>
                  <a:pt x="2171665" y="2718114"/>
                  <a:pt x="2172764" y="2717486"/>
                  <a:pt x="2173653" y="2717486"/>
                </a:cubicBezTo>
                <a:close/>
                <a:moveTo>
                  <a:pt x="2669559" y="2717434"/>
                </a:moveTo>
                <a:lnTo>
                  <a:pt x="2692423" y="2717434"/>
                </a:lnTo>
                <a:cubicBezTo>
                  <a:pt x="2693313" y="2717434"/>
                  <a:pt x="2694412" y="2718062"/>
                  <a:pt x="2694882" y="2718847"/>
                </a:cubicBezTo>
                <a:lnTo>
                  <a:pt x="2706341" y="2738677"/>
                </a:lnTo>
                <a:cubicBezTo>
                  <a:pt x="2706812" y="2739462"/>
                  <a:pt x="2706812" y="2740717"/>
                  <a:pt x="2706341" y="2741502"/>
                </a:cubicBezTo>
                <a:lnTo>
                  <a:pt x="2694882" y="2761332"/>
                </a:lnTo>
                <a:cubicBezTo>
                  <a:pt x="2694412" y="2762117"/>
                  <a:pt x="2693313" y="2762745"/>
                  <a:pt x="2692423" y="2762745"/>
                </a:cubicBezTo>
                <a:lnTo>
                  <a:pt x="2669559" y="2762745"/>
                </a:lnTo>
                <a:cubicBezTo>
                  <a:pt x="2668670" y="2762745"/>
                  <a:pt x="2667571" y="2762117"/>
                  <a:pt x="2667100" y="2761332"/>
                </a:cubicBezTo>
                <a:lnTo>
                  <a:pt x="2655641" y="2741502"/>
                </a:lnTo>
                <a:cubicBezTo>
                  <a:pt x="2655170" y="2740717"/>
                  <a:pt x="2655170" y="2739462"/>
                  <a:pt x="2655641" y="2738677"/>
                </a:cubicBezTo>
                <a:lnTo>
                  <a:pt x="2667100" y="2718847"/>
                </a:lnTo>
                <a:cubicBezTo>
                  <a:pt x="2667571" y="2718062"/>
                  <a:pt x="2668670" y="2717434"/>
                  <a:pt x="2669559" y="2717434"/>
                </a:cubicBezTo>
                <a:close/>
                <a:moveTo>
                  <a:pt x="2090358" y="2716283"/>
                </a:moveTo>
                <a:lnTo>
                  <a:pt x="2114426" y="2716283"/>
                </a:lnTo>
                <a:cubicBezTo>
                  <a:pt x="2115368" y="2716283"/>
                  <a:pt x="2116519" y="2716911"/>
                  <a:pt x="2116990" y="2717748"/>
                </a:cubicBezTo>
                <a:lnTo>
                  <a:pt x="2129024" y="2738572"/>
                </a:lnTo>
                <a:cubicBezTo>
                  <a:pt x="2129495" y="2739409"/>
                  <a:pt x="2129495" y="2740717"/>
                  <a:pt x="2129024" y="2741554"/>
                </a:cubicBezTo>
                <a:lnTo>
                  <a:pt x="2116990" y="2762378"/>
                </a:lnTo>
                <a:cubicBezTo>
                  <a:pt x="2116519" y="2763163"/>
                  <a:pt x="2115368" y="2763844"/>
                  <a:pt x="2114426" y="2763844"/>
                </a:cubicBezTo>
                <a:lnTo>
                  <a:pt x="2090358" y="2763844"/>
                </a:lnTo>
                <a:cubicBezTo>
                  <a:pt x="2089416" y="2763844"/>
                  <a:pt x="2088265" y="2763215"/>
                  <a:pt x="2087794" y="2762378"/>
                </a:cubicBezTo>
                <a:lnTo>
                  <a:pt x="2075760" y="2741554"/>
                </a:lnTo>
                <a:cubicBezTo>
                  <a:pt x="2075289" y="2740717"/>
                  <a:pt x="2075289" y="2739409"/>
                  <a:pt x="2075760" y="2738572"/>
                </a:cubicBezTo>
                <a:lnTo>
                  <a:pt x="2087794" y="2717748"/>
                </a:lnTo>
                <a:cubicBezTo>
                  <a:pt x="2088265" y="2716963"/>
                  <a:pt x="2089416" y="2716283"/>
                  <a:pt x="2090358" y="2716283"/>
                </a:cubicBezTo>
                <a:close/>
                <a:moveTo>
                  <a:pt x="101295" y="2705766"/>
                </a:moveTo>
                <a:lnTo>
                  <a:pt x="135984" y="2705766"/>
                </a:lnTo>
                <a:cubicBezTo>
                  <a:pt x="137344" y="2705766"/>
                  <a:pt x="139019" y="2706708"/>
                  <a:pt x="139699" y="2707911"/>
                </a:cubicBezTo>
                <a:lnTo>
                  <a:pt x="157017" y="2737944"/>
                </a:lnTo>
                <a:cubicBezTo>
                  <a:pt x="157698" y="2739147"/>
                  <a:pt x="157698" y="2741031"/>
                  <a:pt x="157017" y="2742234"/>
                </a:cubicBezTo>
                <a:lnTo>
                  <a:pt x="139699" y="2772267"/>
                </a:lnTo>
                <a:cubicBezTo>
                  <a:pt x="139019" y="2773470"/>
                  <a:pt x="137344" y="2774412"/>
                  <a:pt x="135984" y="2774412"/>
                </a:cubicBezTo>
                <a:lnTo>
                  <a:pt x="101295" y="2774412"/>
                </a:lnTo>
                <a:cubicBezTo>
                  <a:pt x="99934" y="2774412"/>
                  <a:pt x="98260" y="2773470"/>
                  <a:pt x="97580" y="2772267"/>
                </a:cubicBezTo>
                <a:lnTo>
                  <a:pt x="80261" y="2742234"/>
                </a:lnTo>
                <a:cubicBezTo>
                  <a:pt x="79581" y="2741031"/>
                  <a:pt x="79581" y="2739147"/>
                  <a:pt x="80261" y="2737944"/>
                </a:cubicBezTo>
                <a:lnTo>
                  <a:pt x="97580" y="2707911"/>
                </a:lnTo>
                <a:cubicBezTo>
                  <a:pt x="98260" y="2706708"/>
                  <a:pt x="99934" y="2705766"/>
                  <a:pt x="101295" y="2705766"/>
                </a:cubicBezTo>
                <a:close/>
                <a:moveTo>
                  <a:pt x="35840" y="2657264"/>
                </a:moveTo>
                <a:lnTo>
                  <a:pt x="35997" y="2657264"/>
                </a:lnTo>
                <a:cubicBezTo>
                  <a:pt x="35997" y="2657264"/>
                  <a:pt x="36101" y="2657264"/>
                  <a:pt x="36101" y="2657264"/>
                </a:cubicBezTo>
                <a:lnTo>
                  <a:pt x="36101" y="2657421"/>
                </a:lnTo>
                <a:cubicBezTo>
                  <a:pt x="36154" y="2657421"/>
                  <a:pt x="36049" y="2657421"/>
                  <a:pt x="36049" y="2657421"/>
                </a:cubicBezTo>
                <a:lnTo>
                  <a:pt x="36049" y="2657578"/>
                </a:lnTo>
                <a:lnTo>
                  <a:pt x="35892" y="2657578"/>
                </a:lnTo>
                <a:cubicBezTo>
                  <a:pt x="35892" y="2657578"/>
                  <a:pt x="35788" y="2657578"/>
                  <a:pt x="35788" y="2657578"/>
                </a:cubicBezTo>
                <a:lnTo>
                  <a:pt x="35788" y="2657421"/>
                </a:lnTo>
                <a:cubicBezTo>
                  <a:pt x="35735" y="2657421"/>
                  <a:pt x="35840" y="2657421"/>
                  <a:pt x="35840" y="2657421"/>
                </a:cubicBezTo>
                <a:close/>
                <a:moveTo>
                  <a:pt x="527455" y="2648579"/>
                </a:moveTo>
                <a:lnTo>
                  <a:pt x="536402" y="2648579"/>
                </a:lnTo>
                <a:cubicBezTo>
                  <a:pt x="536716" y="2648579"/>
                  <a:pt x="537187" y="2648841"/>
                  <a:pt x="537344" y="2649154"/>
                </a:cubicBezTo>
                <a:lnTo>
                  <a:pt x="541791" y="2656898"/>
                </a:lnTo>
                <a:cubicBezTo>
                  <a:pt x="541948" y="2657212"/>
                  <a:pt x="541948" y="2657683"/>
                  <a:pt x="541791" y="2657997"/>
                </a:cubicBezTo>
                <a:lnTo>
                  <a:pt x="537344" y="2665741"/>
                </a:lnTo>
                <a:cubicBezTo>
                  <a:pt x="537187" y="2666055"/>
                  <a:pt x="536768" y="2666316"/>
                  <a:pt x="536402" y="2666316"/>
                </a:cubicBezTo>
                <a:lnTo>
                  <a:pt x="527455" y="2666316"/>
                </a:lnTo>
                <a:cubicBezTo>
                  <a:pt x="527141" y="2666316"/>
                  <a:pt x="526670" y="2666055"/>
                  <a:pt x="526513" y="2665741"/>
                </a:cubicBezTo>
                <a:lnTo>
                  <a:pt x="522066" y="2657997"/>
                </a:lnTo>
                <a:cubicBezTo>
                  <a:pt x="521909" y="2657683"/>
                  <a:pt x="521909" y="2657212"/>
                  <a:pt x="522066" y="2656898"/>
                </a:cubicBezTo>
                <a:lnTo>
                  <a:pt x="526513" y="2649154"/>
                </a:lnTo>
                <a:cubicBezTo>
                  <a:pt x="526670" y="2648841"/>
                  <a:pt x="527089" y="2648579"/>
                  <a:pt x="527455" y="2648579"/>
                </a:cubicBezTo>
                <a:close/>
                <a:moveTo>
                  <a:pt x="444211" y="2647375"/>
                </a:moveTo>
                <a:lnTo>
                  <a:pt x="454361" y="2647375"/>
                </a:lnTo>
                <a:cubicBezTo>
                  <a:pt x="454780" y="2647375"/>
                  <a:pt x="455251" y="2647637"/>
                  <a:pt x="455460" y="2648003"/>
                </a:cubicBezTo>
                <a:lnTo>
                  <a:pt x="460535" y="2656793"/>
                </a:lnTo>
                <a:cubicBezTo>
                  <a:pt x="460745" y="2657159"/>
                  <a:pt x="460745" y="2657682"/>
                  <a:pt x="460535" y="2658049"/>
                </a:cubicBezTo>
                <a:lnTo>
                  <a:pt x="455460" y="2666839"/>
                </a:lnTo>
                <a:cubicBezTo>
                  <a:pt x="455251" y="2667205"/>
                  <a:pt x="454780" y="2667466"/>
                  <a:pt x="454361" y="2667466"/>
                </a:cubicBezTo>
                <a:lnTo>
                  <a:pt x="444211" y="2667466"/>
                </a:lnTo>
                <a:cubicBezTo>
                  <a:pt x="443792" y="2667466"/>
                  <a:pt x="443321" y="2667205"/>
                  <a:pt x="443112" y="2666839"/>
                </a:cubicBezTo>
                <a:lnTo>
                  <a:pt x="438037" y="2658049"/>
                </a:lnTo>
                <a:cubicBezTo>
                  <a:pt x="437828" y="2657682"/>
                  <a:pt x="437828" y="2657159"/>
                  <a:pt x="438037" y="2656793"/>
                </a:cubicBezTo>
                <a:lnTo>
                  <a:pt x="443112" y="2648003"/>
                </a:lnTo>
                <a:cubicBezTo>
                  <a:pt x="443321" y="2647637"/>
                  <a:pt x="443792" y="2647375"/>
                  <a:pt x="444211" y="2647375"/>
                </a:cubicBezTo>
                <a:close/>
                <a:moveTo>
                  <a:pt x="361543" y="2647375"/>
                </a:moveTo>
                <a:lnTo>
                  <a:pt x="371693" y="2647375"/>
                </a:lnTo>
                <a:cubicBezTo>
                  <a:pt x="372112" y="2647375"/>
                  <a:pt x="372583" y="2647637"/>
                  <a:pt x="372792" y="2648003"/>
                </a:cubicBezTo>
                <a:lnTo>
                  <a:pt x="377867" y="2656793"/>
                </a:lnTo>
                <a:cubicBezTo>
                  <a:pt x="378077" y="2657159"/>
                  <a:pt x="378077" y="2657682"/>
                  <a:pt x="377867" y="2658049"/>
                </a:cubicBezTo>
                <a:lnTo>
                  <a:pt x="372792" y="2666839"/>
                </a:lnTo>
                <a:cubicBezTo>
                  <a:pt x="372583" y="2667205"/>
                  <a:pt x="372112" y="2667466"/>
                  <a:pt x="371693" y="2667466"/>
                </a:cubicBezTo>
                <a:lnTo>
                  <a:pt x="361543" y="2667466"/>
                </a:lnTo>
                <a:cubicBezTo>
                  <a:pt x="361124" y="2667466"/>
                  <a:pt x="360653" y="2667205"/>
                  <a:pt x="360444" y="2666839"/>
                </a:cubicBezTo>
                <a:lnTo>
                  <a:pt x="355369" y="2658049"/>
                </a:lnTo>
                <a:cubicBezTo>
                  <a:pt x="355160" y="2657682"/>
                  <a:pt x="355160" y="2657159"/>
                  <a:pt x="355369" y="2656793"/>
                </a:cubicBezTo>
                <a:lnTo>
                  <a:pt x="360444" y="2648003"/>
                </a:lnTo>
                <a:cubicBezTo>
                  <a:pt x="360653" y="2647637"/>
                  <a:pt x="361124" y="2647375"/>
                  <a:pt x="361543" y="2647375"/>
                </a:cubicBezTo>
                <a:close/>
                <a:moveTo>
                  <a:pt x="609234" y="2646852"/>
                </a:moveTo>
                <a:lnTo>
                  <a:pt x="619855" y="2646852"/>
                </a:lnTo>
                <a:cubicBezTo>
                  <a:pt x="620274" y="2646852"/>
                  <a:pt x="620797" y="2647166"/>
                  <a:pt x="621006" y="2647532"/>
                </a:cubicBezTo>
                <a:lnTo>
                  <a:pt x="626343" y="2656741"/>
                </a:lnTo>
                <a:cubicBezTo>
                  <a:pt x="626552" y="2657107"/>
                  <a:pt x="626552" y="2657683"/>
                  <a:pt x="626343" y="2658049"/>
                </a:cubicBezTo>
                <a:lnTo>
                  <a:pt x="621006" y="2667258"/>
                </a:lnTo>
                <a:cubicBezTo>
                  <a:pt x="620797" y="2667624"/>
                  <a:pt x="620274" y="2667938"/>
                  <a:pt x="619855" y="2667938"/>
                </a:cubicBezTo>
                <a:lnTo>
                  <a:pt x="609234" y="2667938"/>
                </a:lnTo>
                <a:cubicBezTo>
                  <a:pt x="608815" y="2667938"/>
                  <a:pt x="608292" y="2667624"/>
                  <a:pt x="608083" y="2667258"/>
                </a:cubicBezTo>
                <a:lnTo>
                  <a:pt x="602746" y="2658049"/>
                </a:lnTo>
                <a:cubicBezTo>
                  <a:pt x="602537" y="2657683"/>
                  <a:pt x="602537" y="2657107"/>
                  <a:pt x="602746" y="2656741"/>
                </a:cubicBezTo>
                <a:lnTo>
                  <a:pt x="608083" y="2647532"/>
                </a:lnTo>
                <a:cubicBezTo>
                  <a:pt x="608292" y="2647166"/>
                  <a:pt x="608815" y="2646852"/>
                  <a:pt x="609234" y="2646852"/>
                </a:cubicBezTo>
                <a:close/>
                <a:moveTo>
                  <a:pt x="2674426" y="2644341"/>
                </a:moveTo>
                <a:lnTo>
                  <a:pt x="2687611" y="2644341"/>
                </a:lnTo>
                <a:cubicBezTo>
                  <a:pt x="2688134" y="2644341"/>
                  <a:pt x="2688762" y="2644707"/>
                  <a:pt x="2689023" y="2645178"/>
                </a:cubicBezTo>
                <a:lnTo>
                  <a:pt x="2695616" y="2656636"/>
                </a:lnTo>
                <a:cubicBezTo>
                  <a:pt x="2695878" y="2657055"/>
                  <a:pt x="2695878" y="2657788"/>
                  <a:pt x="2695616" y="2658258"/>
                </a:cubicBezTo>
                <a:lnTo>
                  <a:pt x="2689023" y="2669717"/>
                </a:lnTo>
                <a:cubicBezTo>
                  <a:pt x="2688762" y="2670188"/>
                  <a:pt x="2688134" y="2670554"/>
                  <a:pt x="2687611" y="2670554"/>
                </a:cubicBezTo>
                <a:lnTo>
                  <a:pt x="2674426" y="2670554"/>
                </a:lnTo>
                <a:cubicBezTo>
                  <a:pt x="2673903" y="2670554"/>
                  <a:pt x="2673274" y="2670188"/>
                  <a:pt x="2673013" y="2669717"/>
                </a:cubicBezTo>
                <a:lnTo>
                  <a:pt x="2666420" y="2658258"/>
                </a:lnTo>
                <a:cubicBezTo>
                  <a:pt x="2666159" y="2657840"/>
                  <a:pt x="2666159" y="2657108"/>
                  <a:pt x="2666420" y="2656636"/>
                </a:cubicBezTo>
                <a:lnTo>
                  <a:pt x="2673013" y="2645178"/>
                </a:lnTo>
                <a:cubicBezTo>
                  <a:pt x="2673274" y="2644707"/>
                  <a:pt x="2673903" y="2644341"/>
                  <a:pt x="2674426" y="2644341"/>
                </a:cubicBezTo>
                <a:close/>
                <a:moveTo>
                  <a:pt x="773315" y="2644341"/>
                </a:moveTo>
                <a:lnTo>
                  <a:pt x="786501" y="2644341"/>
                </a:lnTo>
                <a:cubicBezTo>
                  <a:pt x="787024" y="2644341"/>
                  <a:pt x="787652" y="2644707"/>
                  <a:pt x="787913" y="2645178"/>
                </a:cubicBezTo>
                <a:lnTo>
                  <a:pt x="794506" y="2656584"/>
                </a:lnTo>
                <a:cubicBezTo>
                  <a:pt x="794767" y="2657003"/>
                  <a:pt x="794767" y="2657735"/>
                  <a:pt x="794506" y="2658206"/>
                </a:cubicBezTo>
                <a:lnTo>
                  <a:pt x="787913" y="2669612"/>
                </a:lnTo>
                <a:cubicBezTo>
                  <a:pt x="787652" y="2670083"/>
                  <a:pt x="787024" y="2670449"/>
                  <a:pt x="786501" y="2670449"/>
                </a:cubicBezTo>
                <a:lnTo>
                  <a:pt x="773315" y="2670449"/>
                </a:lnTo>
                <a:cubicBezTo>
                  <a:pt x="772792" y="2670449"/>
                  <a:pt x="772165" y="2670083"/>
                  <a:pt x="771903" y="2669612"/>
                </a:cubicBezTo>
                <a:lnTo>
                  <a:pt x="765310" y="2658206"/>
                </a:lnTo>
                <a:cubicBezTo>
                  <a:pt x="765049" y="2657788"/>
                  <a:pt x="765049" y="2657055"/>
                  <a:pt x="765310" y="2656584"/>
                </a:cubicBezTo>
                <a:lnTo>
                  <a:pt x="771903" y="2645178"/>
                </a:lnTo>
                <a:cubicBezTo>
                  <a:pt x="772165" y="2644707"/>
                  <a:pt x="772792" y="2644341"/>
                  <a:pt x="773315" y="2644341"/>
                </a:cubicBezTo>
                <a:close/>
                <a:moveTo>
                  <a:pt x="690490" y="2644131"/>
                </a:moveTo>
                <a:lnTo>
                  <a:pt x="703884" y="2644131"/>
                </a:lnTo>
                <a:cubicBezTo>
                  <a:pt x="704408" y="2644131"/>
                  <a:pt x="705036" y="2644497"/>
                  <a:pt x="705297" y="2644968"/>
                </a:cubicBezTo>
                <a:lnTo>
                  <a:pt x="711994" y="2656584"/>
                </a:lnTo>
                <a:cubicBezTo>
                  <a:pt x="712256" y="2657054"/>
                  <a:pt x="712256" y="2657787"/>
                  <a:pt x="711994" y="2658258"/>
                </a:cubicBezTo>
                <a:lnTo>
                  <a:pt x="705297" y="2669873"/>
                </a:lnTo>
                <a:cubicBezTo>
                  <a:pt x="705036" y="2670344"/>
                  <a:pt x="704408" y="2670710"/>
                  <a:pt x="703884" y="2670710"/>
                </a:cubicBezTo>
                <a:lnTo>
                  <a:pt x="690490" y="2670710"/>
                </a:lnTo>
                <a:cubicBezTo>
                  <a:pt x="689967" y="2670710"/>
                  <a:pt x="689339" y="2670344"/>
                  <a:pt x="689077" y="2669873"/>
                </a:cubicBezTo>
                <a:lnTo>
                  <a:pt x="682380" y="2658258"/>
                </a:lnTo>
                <a:cubicBezTo>
                  <a:pt x="682119" y="2657787"/>
                  <a:pt x="682119" y="2657054"/>
                  <a:pt x="682380" y="2656584"/>
                </a:cubicBezTo>
                <a:lnTo>
                  <a:pt x="689077" y="2644968"/>
                </a:lnTo>
                <a:cubicBezTo>
                  <a:pt x="689339" y="2644497"/>
                  <a:pt x="689967" y="2644131"/>
                  <a:pt x="690490" y="2644131"/>
                </a:cubicBezTo>
                <a:close/>
                <a:moveTo>
                  <a:pt x="1103518" y="2643504"/>
                </a:moveTo>
                <a:lnTo>
                  <a:pt x="1117540" y="2643504"/>
                </a:lnTo>
                <a:cubicBezTo>
                  <a:pt x="1118116" y="2643504"/>
                  <a:pt x="1118796" y="2643922"/>
                  <a:pt x="1119057" y="2644393"/>
                </a:cubicBezTo>
                <a:lnTo>
                  <a:pt x="1126068" y="2656532"/>
                </a:lnTo>
                <a:cubicBezTo>
                  <a:pt x="1126330" y="2657003"/>
                  <a:pt x="1126330" y="2657788"/>
                  <a:pt x="1126068" y="2658258"/>
                </a:cubicBezTo>
                <a:lnTo>
                  <a:pt x="1119057" y="2670397"/>
                </a:lnTo>
                <a:cubicBezTo>
                  <a:pt x="1118743" y="2670921"/>
                  <a:pt x="1118116" y="2671287"/>
                  <a:pt x="1117540" y="2671287"/>
                </a:cubicBezTo>
                <a:lnTo>
                  <a:pt x="1103518" y="2671287"/>
                </a:lnTo>
                <a:cubicBezTo>
                  <a:pt x="1102942" y="2671287"/>
                  <a:pt x="1102262" y="2670868"/>
                  <a:pt x="1102000" y="2670397"/>
                </a:cubicBezTo>
                <a:lnTo>
                  <a:pt x="1094989" y="2658258"/>
                </a:lnTo>
                <a:cubicBezTo>
                  <a:pt x="1094728" y="2657788"/>
                  <a:pt x="1094728" y="2657003"/>
                  <a:pt x="1094989" y="2656532"/>
                </a:cubicBezTo>
                <a:lnTo>
                  <a:pt x="1102000" y="2644393"/>
                </a:lnTo>
                <a:cubicBezTo>
                  <a:pt x="1102314" y="2643870"/>
                  <a:pt x="1102942" y="2643504"/>
                  <a:pt x="1103518" y="2643504"/>
                </a:cubicBezTo>
                <a:close/>
                <a:moveTo>
                  <a:pt x="1185977" y="2643189"/>
                </a:moveTo>
                <a:lnTo>
                  <a:pt x="1200365" y="2643189"/>
                </a:lnTo>
                <a:cubicBezTo>
                  <a:pt x="1200889" y="2643189"/>
                  <a:pt x="1201621" y="2643608"/>
                  <a:pt x="1201882" y="2644079"/>
                </a:cubicBezTo>
                <a:lnTo>
                  <a:pt x="1209051" y="2656531"/>
                </a:lnTo>
                <a:cubicBezTo>
                  <a:pt x="1209312" y="2657002"/>
                  <a:pt x="1209312" y="2657839"/>
                  <a:pt x="1209051" y="2658310"/>
                </a:cubicBezTo>
                <a:lnTo>
                  <a:pt x="1201882" y="2670763"/>
                </a:lnTo>
                <a:cubicBezTo>
                  <a:pt x="1201621" y="2671234"/>
                  <a:pt x="1200941" y="2671652"/>
                  <a:pt x="1200365" y="2671652"/>
                </a:cubicBezTo>
                <a:lnTo>
                  <a:pt x="1185977" y="2671652"/>
                </a:lnTo>
                <a:cubicBezTo>
                  <a:pt x="1185454" y="2671652"/>
                  <a:pt x="1184721" y="2671234"/>
                  <a:pt x="1184459" y="2670763"/>
                </a:cubicBezTo>
                <a:lnTo>
                  <a:pt x="1177291" y="2658310"/>
                </a:lnTo>
                <a:cubicBezTo>
                  <a:pt x="1177030" y="2657839"/>
                  <a:pt x="1177030" y="2657002"/>
                  <a:pt x="1177291" y="2656531"/>
                </a:cubicBezTo>
                <a:lnTo>
                  <a:pt x="1184459" y="2644079"/>
                </a:lnTo>
                <a:cubicBezTo>
                  <a:pt x="1184721" y="2643608"/>
                  <a:pt x="1185401" y="2643189"/>
                  <a:pt x="1185977" y="2643189"/>
                </a:cubicBezTo>
                <a:close/>
                <a:moveTo>
                  <a:pt x="855147" y="2642875"/>
                </a:moveTo>
                <a:lnTo>
                  <a:pt x="869849" y="2642875"/>
                </a:lnTo>
                <a:cubicBezTo>
                  <a:pt x="870424" y="2642875"/>
                  <a:pt x="871105" y="2643241"/>
                  <a:pt x="871419" y="2643765"/>
                </a:cubicBezTo>
                <a:lnTo>
                  <a:pt x="878796" y="2656531"/>
                </a:lnTo>
                <a:cubicBezTo>
                  <a:pt x="879110" y="2657054"/>
                  <a:pt x="879110" y="2657839"/>
                  <a:pt x="878796" y="2658362"/>
                </a:cubicBezTo>
                <a:lnTo>
                  <a:pt x="871419" y="2671129"/>
                </a:lnTo>
                <a:cubicBezTo>
                  <a:pt x="871157" y="2671600"/>
                  <a:pt x="870424" y="2672018"/>
                  <a:pt x="869849" y="2672018"/>
                </a:cubicBezTo>
                <a:lnTo>
                  <a:pt x="855147" y="2672018"/>
                </a:lnTo>
                <a:cubicBezTo>
                  <a:pt x="854571" y="2672018"/>
                  <a:pt x="853891" y="2671652"/>
                  <a:pt x="853577" y="2671129"/>
                </a:cubicBezTo>
                <a:lnTo>
                  <a:pt x="846199" y="2658362"/>
                </a:lnTo>
                <a:cubicBezTo>
                  <a:pt x="845886" y="2657839"/>
                  <a:pt x="845886" y="2657054"/>
                  <a:pt x="846199" y="2656531"/>
                </a:cubicBezTo>
                <a:lnTo>
                  <a:pt x="853577" y="2643765"/>
                </a:lnTo>
                <a:cubicBezTo>
                  <a:pt x="853839" y="2643294"/>
                  <a:pt x="854571" y="2642875"/>
                  <a:pt x="855147" y="2642875"/>
                </a:cubicBezTo>
                <a:close/>
                <a:moveTo>
                  <a:pt x="2425583" y="2642562"/>
                </a:moveTo>
                <a:lnTo>
                  <a:pt x="2440547" y="2642562"/>
                </a:lnTo>
                <a:cubicBezTo>
                  <a:pt x="2441175" y="2642562"/>
                  <a:pt x="2441855" y="2642981"/>
                  <a:pt x="2442169" y="2643504"/>
                </a:cubicBezTo>
                <a:lnTo>
                  <a:pt x="2449651" y="2656480"/>
                </a:lnTo>
                <a:cubicBezTo>
                  <a:pt x="2449965" y="2656950"/>
                  <a:pt x="2449965" y="2657788"/>
                  <a:pt x="2449651" y="2658311"/>
                </a:cubicBezTo>
                <a:lnTo>
                  <a:pt x="2442169" y="2671287"/>
                </a:lnTo>
                <a:cubicBezTo>
                  <a:pt x="2441855" y="2671810"/>
                  <a:pt x="2441123" y="2672229"/>
                  <a:pt x="2440547" y="2672229"/>
                </a:cubicBezTo>
                <a:lnTo>
                  <a:pt x="2425583" y="2672229"/>
                </a:lnTo>
                <a:cubicBezTo>
                  <a:pt x="2424955" y="2672229"/>
                  <a:pt x="2424275" y="2671810"/>
                  <a:pt x="2423961" y="2671287"/>
                </a:cubicBezTo>
                <a:lnTo>
                  <a:pt x="2416479" y="2658311"/>
                </a:lnTo>
                <a:cubicBezTo>
                  <a:pt x="2416166" y="2657840"/>
                  <a:pt x="2416166" y="2657003"/>
                  <a:pt x="2416479" y="2656480"/>
                </a:cubicBezTo>
                <a:lnTo>
                  <a:pt x="2423961" y="2643504"/>
                </a:lnTo>
                <a:cubicBezTo>
                  <a:pt x="2424275" y="2642981"/>
                  <a:pt x="2425008" y="2642562"/>
                  <a:pt x="2425583" y="2642562"/>
                </a:cubicBezTo>
                <a:close/>
                <a:moveTo>
                  <a:pt x="2342863" y="2642509"/>
                </a:moveTo>
                <a:lnTo>
                  <a:pt x="2357879" y="2642509"/>
                </a:lnTo>
                <a:cubicBezTo>
                  <a:pt x="2358507" y="2642509"/>
                  <a:pt x="2359187" y="2642927"/>
                  <a:pt x="2359501" y="2643451"/>
                </a:cubicBezTo>
                <a:lnTo>
                  <a:pt x="2367036" y="2656479"/>
                </a:lnTo>
                <a:cubicBezTo>
                  <a:pt x="2367349" y="2657002"/>
                  <a:pt x="2367349" y="2657839"/>
                  <a:pt x="2367036" y="2658362"/>
                </a:cubicBezTo>
                <a:lnTo>
                  <a:pt x="2359501" y="2671390"/>
                </a:lnTo>
                <a:cubicBezTo>
                  <a:pt x="2359187" y="2671914"/>
                  <a:pt x="2358455" y="2672332"/>
                  <a:pt x="2357879" y="2672332"/>
                </a:cubicBezTo>
                <a:lnTo>
                  <a:pt x="2342863" y="2672332"/>
                </a:lnTo>
                <a:cubicBezTo>
                  <a:pt x="2342235" y="2672332"/>
                  <a:pt x="2341555" y="2671914"/>
                  <a:pt x="2341241" y="2671390"/>
                </a:cubicBezTo>
                <a:lnTo>
                  <a:pt x="2333707" y="2658362"/>
                </a:lnTo>
                <a:cubicBezTo>
                  <a:pt x="2333392" y="2657839"/>
                  <a:pt x="2333392" y="2657002"/>
                  <a:pt x="2333707" y="2656479"/>
                </a:cubicBezTo>
                <a:lnTo>
                  <a:pt x="2341241" y="2643451"/>
                </a:lnTo>
                <a:cubicBezTo>
                  <a:pt x="2341555" y="2642927"/>
                  <a:pt x="2342288" y="2642509"/>
                  <a:pt x="2342863" y="2642509"/>
                </a:cubicBezTo>
                <a:close/>
                <a:moveTo>
                  <a:pt x="1267965" y="2641881"/>
                </a:moveTo>
                <a:lnTo>
                  <a:pt x="1283661" y="2641881"/>
                </a:lnTo>
                <a:cubicBezTo>
                  <a:pt x="1284289" y="2641881"/>
                  <a:pt x="1285022" y="2642352"/>
                  <a:pt x="1285336" y="2642875"/>
                </a:cubicBezTo>
                <a:lnTo>
                  <a:pt x="1293184" y="2656479"/>
                </a:lnTo>
                <a:cubicBezTo>
                  <a:pt x="1293498" y="2657002"/>
                  <a:pt x="1293498" y="2657892"/>
                  <a:pt x="1293184" y="2658415"/>
                </a:cubicBezTo>
                <a:lnTo>
                  <a:pt x="1285336" y="2672018"/>
                </a:lnTo>
                <a:cubicBezTo>
                  <a:pt x="1285022" y="2672594"/>
                  <a:pt x="1284289" y="2673012"/>
                  <a:pt x="1283661" y="2673012"/>
                </a:cubicBezTo>
                <a:lnTo>
                  <a:pt x="1267965" y="2673012"/>
                </a:lnTo>
                <a:cubicBezTo>
                  <a:pt x="1267337" y="2673012"/>
                  <a:pt x="1266605" y="2672542"/>
                  <a:pt x="1266291" y="2672018"/>
                </a:cubicBezTo>
                <a:lnTo>
                  <a:pt x="1258443" y="2658415"/>
                </a:lnTo>
                <a:cubicBezTo>
                  <a:pt x="1258128" y="2657892"/>
                  <a:pt x="1258128" y="2657002"/>
                  <a:pt x="1258443" y="2656479"/>
                </a:cubicBezTo>
                <a:lnTo>
                  <a:pt x="1266291" y="2642875"/>
                </a:lnTo>
                <a:cubicBezTo>
                  <a:pt x="1266605" y="2642300"/>
                  <a:pt x="1267337" y="2641881"/>
                  <a:pt x="1267965" y="2641881"/>
                </a:cubicBezTo>
                <a:close/>
                <a:moveTo>
                  <a:pt x="1515812" y="2641567"/>
                </a:moveTo>
                <a:lnTo>
                  <a:pt x="1531771" y="2641567"/>
                </a:lnTo>
                <a:cubicBezTo>
                  <a:pt x="1532398" y="2641567"/>
                  <a:pt x="1533183" y="2642038"/>
                  <a:pt x="1533497" y="2642561"/>
                </a:cubicBezTo>
                <a:lnTo>
                  <a:pt x="1541502" y="2656427"/>
                </a:lnTo>
                <a:cubicBezTo>
                  <a:pt x="1541816" y="2657002"/>
                  <a:pt x="1541816" y="2657892"/>
                  <a:pt x="1541502" y="2658415"/>
                </a:cubicBezTo>
                <a:lnTo>
                  <a:pt x="1533497" y="2672280"/>
                </a:lnTo>
                <a:cubicBezTo>
                  <a:pt x="1533183" y="2672856"/>
                  <a:pt x="1532398" y="2673274"/>
                  <a:pt x="1531771" y="2673274"/>
                </a:cubicBezTo>
                <a:lnTo>
                  <a:pt x="1515812" y="2673274"/>
                </a:lnTo>
                <a:cubicBezTo>
                  <a:pt x="1515184" y="2673274"/>
                  <a:pt x="1514400" y="2672803"/>
                  <a:pt x="1514086" y="2672280"/>
                </a:cubicBezTo>
                <a:lnTo>
                  <a:pt x="1506080" y="2658415"/>
                </a:lnTo>
                <a:cubicBezTo>
                  <a:pt x="1505767" y="2657839"/>
                  <a:pt x="1505767" y="2656950"/>
                  <a:pt x="1506080" y="2656427"/>
                </a:cubicBezTo>
                <a:lnTo>
                  <a:pt x="1514086" y="2642561"/>
                </a:lnTo>
                <a:cubicBezTo>
                  <a:pt x="1514400" y="2641986"/>
                  <a:pt x="1515184" y="2641567"/>
                  <a:pt x="1515812" y="2641567"/>
                </a:cubicBezTo>
                <a:close/>
                <a:moveTo>
                  <a:pt x="1019803" y="2641463"/>
                </a:moveTo>
                <a:lnTo>
                  <a:pt x="1035918" y="2641463"/>
                </a:lnTo>
                <a:cubicBezTo>
                  <a:pt x="1036546" y="2641463"/>
                  <a:pt x="1037331" y="2641881"/>
                  <a:pt x="1037644" y="2642457"/>
                </a:cubicBezTo>
                <a:lnTo>
                  <a:pt x="1045702" y="2656427"/>
                </a:lnTo>
                <a:cubicBezTo>
                  <a:pt x="1046016" y="2656950"/>
                  <a:pt x="1046016" y="2657840"/>
                  <a:pt x="1045702" y="2658415"/>
                </a:cubicBezTo>
                <a:lnTo>
                  <a:pt x="1037644" y="2672385"/>
                </a:lnTo>
                <a:cubicBezTo>
                  <a:pt x="1037331" y="2672908"/>
                  <a:pt x="1036546" y="2673379"/>
                  <a:pt x="1035918" y="2673379"/>
                </a:cubicBezTo>
                <a:lnTo>
                  <a:pt x="1019803" y="2673379"/>
                </a:lnTo>
                <a:cubicBezTo>
                  <a:pt x="1019175" y="2673379"/>
                  <a:pt x="1018390" y="2672960"/>
                  <a:pt x="1018076" y="2672385"/>
                </a:cubicBezTo>
                <a:lnTo>
                  <a:pt x="1010018" y="2658415"/>
                </a:lnTo>
                <a:cubicBezTo>
                  <a:pt x="1009705" y="2657892"/>
                  <a:pt x="1009705" y="2657002"/>
                  <a:pt x="1010018" y="2656427"/>
                </a:cubicBezTo>
                <a:lnTo>
                  <a:pt x="1018076" y="2642457"/>
                </a:lnTo>
                <a:cubicBezTo>
                  <a:pt x="1018390" y="2641934"/>
                  <a:pt x="1019175" y="2641463"/>
                  <a:pt x="1019803" y="2641463"/>
                </a:cubicBezTo>
                <a:close/>
                <a:moveTo>
                  <a:pt x="1350371" y="2641411"/>
                </a:moveTo>
                <a:lnTo>
                  <a:pt x="1366539" y="2641411"/>
                </a:lnTo>
                <a:cubicBezTo>
                  <a:pt x="1367166" y="2641411"/>
                  <a:pt x="1367951" y="2641830"/>
                  <a:pt x="1368265" y="2642405"/>
                </a:cubicBezTo>
                <a:lnTo>
                  <a:pt x="1376375" y="2656427"/>
                </a:lnTo>
                <a:cubicBezTo>
                  <a:pt x="1376689" y="2656950"/>
                  <a:pt x="1376689" y="2657840"/>
                  <a:pt x="1376375" y="2658416"/>
                </a:cubicBezTo>
                <a:lnTo>
                  <a:pt x="1368265" y="2672438"/>
                </a:lnTo>
                <a:cubicBezTo>
                  <a:pt x="1367951" y="2672961"/>
                  <a:pt x="1367166" y="2673432"/>
                  <a:pt x="1366539" y="2673432"/>
                </a:cubicBezTo>
                <a:lnTo>
                  <a:pt x="1350371" y="2673432"/>
                </a:lnTo>
                <a:cubicBezTo>
                  <a:pt x="1349743" y="2673432"/>
                  <a:pt x="1348958" y="2673013"/>
                  <a:pt x="1348645" y="2672438"/>
                </a:cubicBezTo>
                <a:lnTo>
                  <a:pt x="1340534" y="2658416"/>
                </a:lnTo>
                <a:cubicBezTo>
                  <a:pt x="1340221" y="2657892"/>
                  <a:pt x="1340221" y="2657003"/>
                  <a:pt x="1340534" y="2656427"/>
                </a:cubicBezTo>
                <a:lnTo>
                  <a:pt x="1348645" y="2642405"/>
                </a:lnTo>
                <a:cubicBezTo>
                  <a:pt x="1348958" y="2641882"/>
                  <a:pt x="1349743" y="2641411"/>
                  <a:pt x="1350371" y="2641411"/>
                </a:cubicBezTo>
                <a:close/>
                <a:moveTo>
                  <a:pt x="2507310" y="2640835"/>
                </a:moveTo>
                <a:lnTo>
                  <a:pt x="2524053" y="2640835"/>
                </a:lnTo>
                <a:cubicBezTo>
                  <a:pt x="2524681" y="2640835"/>
                  <a:pt x="2525518" y="2641306"/>
                  <a:pt x="2525832" y="2641881"/>
                </a:cubicBezTo>
                <a:lnTo>
                  <a:pt x="2534203" y="2656374"/>
                </a:lnTo>
                <a:cubicBezTo>
                  <a:pt x="2534517" y="2656950"/>
                  <a:pt x="2534517" y="2657892"/>
                  <a:pt x="2534203" y="2658467"/>
                </a:cubicBezTo>
                <a:lnTo>
                  <a:pt x="2525832" y="2672960"/>
                </a:lnTo>
                <a:cubicBezTo>
                  <a:pt x="2525518" y="2673536"/>
                  <a:pt x="2524733" y="2674007"/>
                  <a:pt x="2524053" y="2674007"/>
                </a:cubicBezTo>
                <a:lnTo>
                  <a:pt x="2507310" y="2674007"/>
                </a:lnTo>
                <a:cubicBezTo>
                  <a:pt x="2506682" y="2674007"/>
                  <a:pt x="2505845" y="2673536"/>
                  <a:pt x="2505531" y="2672960"/>
                </a:cubicBezTo>
                <a:lnTo>
                  <a:pt x="2497160" y="2658467"/>
                </a:lnTo>
                <a:cubicBezTo>
                  <a:pt x="2496845" y="2657892"/>
                  <a:pt x="2496845" y="2656950"/>
                  <a:pt x="2497160" y="2656374"/>
                </a:cubicBezTo>
                <a:lnTo>
                  <a:pt x="2505531" y="2641881"/>
                </a:lnTo>
                <a:cubicBezTo>
                  <a:pt x="2505845" y="2641306"/>
                  <a:pt x="2506630" y="2640835"/>
                  <a:pt x="2507310" y="2640835"/>
                </a:cubicBezTo>
                <a:close/>
                <a:moveTo>
                  <a:pt x="2258938" y="2639998"/>
                </a:moveTo>
                <a:lnTo>
                  <a:pt x="2276518" y="2639998"/>
                </a:lnTo>
                <a:cubicBezTo>
                  <a:pt x="2277199" y="2639998"/>
                  <a:pt x="2278036" y="2640521"/>
                  <a:pt x="2278402" y="2641097"/>
                </a:cubicBezTo>
                <a:lnTo>
                  <a:pt x="2287192" y="2656322"/>
                </a:lnTo>
                <a:cubicBezTo>
                  <a:pt x="2287558" y="2656950"/>
                  <a:pt x="2287558" y="2657944"/>
                  <a:pt x="2287192" y="2658520"/>
                </a:cubicBezTo>
                <a:lnTo>
                  <a:pt x="2278402" y="2673746"/>
                </a:lnTo>
                <a:cubicBezTo>
                  <a:pt x="2278036" y="2674373"/>
                  <a:pt x="2277199" y="2674844"/>
                  <a:pt x="2276518" y="2674844"/>
                </a:cubicBezTo>
                <a:lnTo>
                  <a:pt x="2258938" y="2674844"/>
                </a:lnTo>
                <a:cubicBezTo>
                  <a:pt x="2258258" y="2674844"/>
                  <a:pt x="2257421" y="2674321"/>
                  <a:pt x="2257055" y="2673746"/>
                </a:cubicBezTo>
                <a:lnTo>
                  <a:pt x="2248264" y="2658520"/>
                </a:lnTo>
                <a:cubicBezTo>
                  <a:pt x="2247899" y="2657892"/>
                  <a:pt x="2247899" y="2656898"/>
                  <a:pt x="2248264" y="2656322"/>
                </a:cubicBezTo>
                <a:lnTo>
                  <a:pt x="2257055" y="2641097"/>
                </a:lnTo>
                <a:cubicBezTo>
                  <a:pt x="2257421" y="2640469"/>
                  <a:pt x="2258258" y="2639998"/>
                  <a:pt x="2258938" y="2639998"/>
                </a:cubicBezTo>
                <a:close/>
                <a:moveTo>
                  <a:pt x="1597592" y="2639893"/>
                </a:moveTo>
                <a:lnTo>
                  <a:pt x="1615276" y="2639893"/>
                </a:lnTo>
                <a:cubicBezTo>
                  <a:pt x="1615957" y="2639893"/>
                  <a:pt x="1616794" y="2640364"/>
                  <a:pt x="1617160" y="2640992"/>
                </a:cubicBezTo>
                <a:lnTo>
                  <a:pt x="1626003" y="2656322"/>
                </a:lnTo>
                <a:cubicBezTo>
                  <a:pt x="1626369" y="2656950"/>
                  <a:pt x="1626369" y="2657892"/>
                  <a:pt x="1626003" y="2658520"/>
                </a:cubicBezTo>
                <a:lnTo>
                  <a:pt x="1617160" y="2673850"/>
                </a:lnTo>
                <a:cubicBezTo>
                  <a:pt x="1616846" y="2674478"/>
                  <a:pt x="1615957" y="2674948"/>
                  <a:pt x="1615276" y="2674948"/>
                </a:cubicBezTo>
                <a:lnTo>
                  <a:pt x="1597592" y="2674948"/>
                </a:lnTo>
                <a:cubicBezTo>
                  <a:pt x="1596911" y="2674948"/>
                  <a:pt x="1596074" y="2674478"/>
                  <a:pt x="1595708" y="2673850"/>
                </a:cubicBezTo>
                <a:lnTo>
                  <a:pt x="1586866" y="2658520"/>
                </a:lnTo>
                <a:cubicBezTo>
                  <a:pt x="1586499" y="2657892"/>
                  <a:pt x="1586499" y="2656950"/>
                  <a:pt x="1586866" y="2656322"/>
                </a:cubicBezTo>
                <a:lnTo>
                  <a:pt x="1595708" y="2640992"/>
                </a:lnTo>
                <a:cubicBezTo>
                  <a:pt x="1596022" y="2640364"/>
                  <a:pt x="1596911" y="2639893"/>
                  <a:pt x="1597592" y="2639893"/>
                </a:cubicBezTo>
                <a:close/>
                <a:moveTo>
                  <a:pt x="936297" y="2639841"/>
                </a:moveTo>
                <a:lnTo>
                  <a:pt x="954034" y="2639841"/>
                </a:lnTo>
                <a:cubicBezTo>
                  <a:pt x="954714" y="2639841"/>
                  <a:pt x="955551" y="2640312"/>
                  <a:pt x="955918" y="2640940"/>
                </a:cubicBezTo>
                <a:lnTo>
                  <a:pt x="964812" y="2656322"/>
                </a:lnTo>
                <a:cubicBezTo>
                  <a:pt x="965178" y="2656950"/>
                  <a:pt x="965178" y="2657892"/>
                  <a:pt x="964812" y="2658520"/>
                </a:cubicBezTo>
                <a:lnTo>
                  <a:pt x="955918" y="2673903"/>
                </a:lnTo>
                <a:cubicBezTo>
                  <a:pt x="955604" y="2674530"/>
                  <a:pt x="954714" y="2675001"/>
                  <a:pt x="954034" y="2675001"/>
                </a:cubicBezTo>
                <a:lnTo>
                  <a:pt x="936297" y="2675001"/>
                </a:lnTo>
                <a:cubicBezTo>
                  <a:pt x="935617" y="2675001"/>
                  <a:pt x="934779" y="2674530"/>
                  <a:pt x="934413" y="2673903"/>
                </a:cubicBezTo>
                <a:lnTo>
                  <a:pt x="925519" y="2658520"/>
                </a:lnTo>
                <a:cubicBezTo>
                  <a:pt x="925152" y="2657892"/>
                  <a:pt x="925152" y="2656950"/>
                  <a:pt x="925519" y="2656322"/>
                </a:cubicBezTo>
                <a:lnTo>
                  <a:pt x="934413" y="2640940"/>
                </a:lnTo>
                <a:cubicBezTo>
                  <a:pt x="934727" y="2640312"/>
                  <a:pt x="935617" y="2639841"/>
                  <a:pt x="936297" y="2639841"/>
                </a:cubicBezTo>
                <a:close/>
                <a:moveTo>
                  <a:pt x="1432203" y="2639789"/>
                </a:moveTo>
                <a:lnTo>
                  <a:pt x="1449992" y="2639789"/>
                </a:lnTo>
                <a:cubicBezTo>
                  <a:pt x="1450673" y="2639789"/>
                  <a:pt x="1451510" y="2640260"/>
                  <a:pt x="1451876" y="2640888"/>
                </a:cubicBezTo>
                <a:lnTo>
                  <a:pt x="1460771" y="2656323"/>
                </a:lnTo>
                <a:cubicBezTo>
                  <a:pt x="1461137" y="2656950"/>
                  <a:pt x="1461137" y="2657892"/>
                  <a:pt x="1460771" y="2658520"/>
                </a:cubicBezTo>
                <a:lnTo>
                  <a:pt x="1451876" y="2673955"/>
                </a:lnTo>
                <a:cubicBezTo>
                  <a:pt x="1451562" y="2674583"/>
                  <a:pt x="1450673" y="2675054"/>
                  <a:pt x="1449992" y="2675054"/>
                </a:cubicBezTo>
                <a:lnTo>
                  <a:pt x="1432203" y="2675054"/>
                </a:lnTo>
                <a:cubicBezTo>
                  <a:pt x="1431523" y="2675054"/>
                  <a:pt x="1430686" y="2674583"/>
                  <a:pt x="1430319" y="2673955"/>
                </a:cubicBezTo>
                <a:lnTo>
                  <a:pt x="1421425" y="2658520"/>
                </a:lnTo>
                <a:cubicBezTo>
                  <a:pt x="1421058" y="2657892"/>
                  <a:pt x="1421058" y="2656950"/>
                  <a:pt x="1421425" y="2656323"/>
                </a:cubicBezTo>
                <a:lnTo>
                  <a:pt x="1430319" y="2640888"/>
                </a:lnTo>
                <a:cubicBezTo>
                  <a:pt x="1430633" y="2640260"/>
                  <a:pt x="1431523" y="2639789"/>
                  <a:pt x="1432203" y="2639789"/>
                </a:cubicBezTo>
                <a:close/>
                <a:moveTo>
                  <a:pt x="1762823" y="2639684"/>
                </a:moveTo>
                <a:lnTo>
                  <a:pt x="1780717" y="2639684"/>
                </a:lnTo>
                <a:cubicBezTo>
                  <a:pt x="1781450" y="2639684"/>
                  <a:pt x="1782287" y="2640155"/>
                  <a:pt x="1782653" y="2640783"/>
                </a:cubicBezTo>
                <a:lnTo>
                  <a:pt x="1791600" y="2656270"/>
                </a:lnTo>
                <a:cubicBezTo>
                  <a:pt x="1791967" y="2656846"/>
                  <a:pt x="1791967" y="2657840"/>
                  <a:pt x="1791600" y="2658468"/>
                </a:cubicBezTo>
                <a:lnTo>
                  <a:pt x="1782653" y="2673955"/>
                </a:lnTo>
                <a:cubicBezTo>
                  <a:pt x="1782287" y="2674583"/>
                  <a:pt x="1781398" y="2675054"/>
                  <a:pt x="1780717" y="2675054"/>
                </a:cubicBezTo>
                <a:lnTo>
                  <a:pt x="1762823" y="2675054"/>
                </a:lnTo>
                <a:cubicBezTo>
                  <a:pt x="1762091" y="2675054"/>
                  <a:pt x="1761254" y="2674583"/>
                  <a:pt x="1760888" y="2673955"/>
                </a:cubicBezTo>
                <a:lnTo>
                  <a:pt x="1751940" y="2658468"/>
                </a:lnTo>
                <a:cubicBezTo>
                  <a:pt x="1751575" y="2657892"/>
                  <a:pt x="1751575" y="2656898"/>
                  <a:pt x="1751940" y="2656270"/>
                </a:cubicBezTo>
                <a:lnTo>
                  <a:pt x="1760888" y="2640783"/>
                </a:lnTo>
                <a:cubicBezTo>
                  <a:pt x="1761254" y="2640155"/>
                  <a:pt x="1762143" y="2639684"/>
                  <a:pt x="1762823" y="2639684"/>
                </a:cubicBezTo>
                <a:close/>
                <a:moveTo>
                  <a:pt x="2589350" y="2639579"/>
                </a:moveTo>
                <a:lnTo>
                  <a:pt x="2607401" y="2639579"/>
                </a:lnTo>
                <a:cubicBezTo>
                  <a:pt x="2608133" y="2639579"/>
                  <a:pt x="2608971" y="2640050"/>
                  <a:pt x="2609337" y="2640678"/>
                </a:cubicBezTo>
                <a:lnTo>
                  <a:pt x="2618336" y="2656322"/>
                </a:lnTo>
                <a:cubicBezTo>
                  <a:pt x="2618702" y="2656950"/>
                  <a:pt x="2618702" y="2657944"/>
                  <a:pt x="2618336" y="2658571"/>
                </a:cubicBezTo>
                <a:lnTo>
                  <a:pt x="2609337" y="2674216"/>
                </a:lnTo>
                <a:cubicBezTo>
                  <a:pt x="2608971" y="2674791"/>
                  <a:pt x="2608133" y="2675315"/>
                  <a:pt x="2607401" y="2675315"/>
                </a:cubicBezTo>
                <a:lnTo>
                  <a:pt x="2589350" y="2675315"/>
                </a:lnTo>
                <a:cubicBezTo>
                  <a:pt x="2588617" y="2675315"/>
                  <a:pt x="2587780" y="2674844"/>
                  <a:pt x="2587414" y="2674216"/>
                </a:cubicBezTo>
                <a:lnTo>
                  <a:pt x="2578415" y="2658571"/>
                </a:lnTo>
                <a:cubicBezTo>
                  <a:pt x="2578048" y="2657944"/>
                  <a:pt x="2578048" y="2656950"/>
                  <a:pt x="2578415" y="2656322"/>
                </a:cubicBezTo>
                <a:lnTo>
                  <a:pt x="2587414" y="2640678"/>
                </a:lnTo>
                <a:cubicBezTo>
                  <a:pt x="2587780" y="2640102"/>
                  <a:pt x="2588617" y="2639579"/>
                  <a:pt x="2589350" y="2639579"/>
                </a:cubicBezTo>
                <a:close/>
                <a:moveTo>
                  <a:pt x="2093079" y="2638951"/>
                </a:moveTo>
                <a:lnTo>
                  <a:pt x="2111757" y="2638951"/>
                </a:lnTo>
                <a:cubicBezTo>
                  <a:pt x="2112490" y="2638951"/>
                  <a:pt x="2113379" y="2639474"/>
                  <a:pt x="2113745" y="2640102"/>
                </a:cubicBezTo>
                <a:lnTo>
                  <a:pt x="2123059" y="2656269"/>
                </a:lnTo>
                <a:cubicBezTo>
                  <a:pt x="2123425" y="2656898"/>
                  <a:pt x="2123425" y="2657944"/>
                  <a:pt x="2123059" y="2658572"/>
                </a:cubicBezTo>
                <a:lnTo>
                  <a:pt x="2113745" y="2674739"/>
                </a:lnTo>
                <a:cubicBezTo>
                  <a:pt x="2113379" y="2675367"/>
                  <a:pt x="2112490" y="2675890"/>
                  <a:pt x="2111757" y="2675890"/>
                </a:cubicBezTo>
                <a:lnTo>
                  <a:pt x="2093079" y="2675890"/>
                </a:lnTo>
                <a:cubicBezTo>
                  <a:pt x="2092346" y="2675890"/>
                  <a:pt x="2091456" y="2675367"/>
                  <a:pt x="2091090" y="2674739"/>
                </a:cubicBezTo>
                <a:lnTo>
                  <a:pt x="2081777" y="2658572"/>
                </a:lnTo>
                <a:cubicBezTo>
                  <a:pt x="2081410" y="2657944"/>
                  <a:pt x="2081410" y="2656898"/>
                  <a:pt x="2081777" y="2656269"/>
                </a:cubicBezTo>
                <a:lnTo>
                  <a:pt x="2091090" y="2640102"/>
                </a:lnTo>
                <a:cubicBezTo>
                  <a:pt x="2091456" y="2639474"/>
                  <a:pt x="2092346" y="2638951"/>
                  <a:pt x="2093079" y="2638951"/>
                </a:cubicBezTo>
                <a:close/>
                <a:moveTo>
                  <a:pt x="1844969" y="2638690"/>
                </a:moveTo>
                <a:lnTo>
                  <a:pt x="1863909" y="2638690"/>
                </a:lnTo>
                <a:cubicBezTo>
                  <a:pt x="1864642" y="2638690"/>
                  <a:pt x="1865583" y="2639213"/>
                  <a:pt x="1865950" y="2639841"/>
                </a:cubicBezTo>
                <a:lnTo>
                  <a:pt x="1875420" y="2656270"/>
                </a:lnTo>
                <a:cubicBezTo>
                  <a:pt x="1875786" y="2656950"/>
                  <a:pt x="1875786" y="2657997"/>
                  <a:pt x="1875420" y="2658625"/>
                </a:cubicBezTo>
                <a:lnTo>
                  <a:pt x="1865950" y="2675054"/>
                </a:lnTo>
                <a:cubicBezTo>
                  <a:pt x="1865583" y="2675682"/>
                  <a:pt x="1864642" y="2676205"/>
                  <a:pt x="1863909" y="2676205"/>
                </a:cubicBezTo>
                <a:lnTo>
                  <a:pt x="1844969" y="2676205"/>
                </a:lnTo>
                <a:cubicBezTo>
                  <a:pt x="1844236" y="2676205"/>
                  <a:pt x="1843294" y="2675682"/>
                  <a:pt x="1842928" y="2675054"/>
                </a:cubicBezTo>
                <a:lnTo>
                  <a:pt x="1833458" y="2658625"/>
                </a:lnTo>
                <a:cubicBezTo>
                  <a:pt x="1833091" y="2657944"/>
                  <a:pt x="1833091" y="2656898"/>
                  <a:pt x="1833458" y="2656270"/>
                </a:cubicBezTo>
                <a:lnTo>
                  <a:pt x="1842928" y="2639841"/>
                </a:lnTo>
                <a:cubicBezTo>
                  <a:pt x="1843294" y="2639213"/>
                  <a:pt x="1844236" y="2638690"/>
                  <a:pt x="1844969" y="2638690"/>
                </a:cubicBezTo>
                <a:close/>
                <a:moveTo>
                  <a:pt x="2174962" y="2637329"/>
                </a:moveTo>
                <a:lnTo>
                  <a:pt x="2195210" y="2637329"/>
                </a:lnTo>
                <a:cubicBezTo>
                  <a:pt x="2196047" y="2637329"/>
                  <a:pt x="2196989" y="2637905"/>
                  <a:pt x="2197408" y="2638585"/>
                </a:cubicBezTo>
                <a:lnTo>
                  <a:pt x="2207559" y="2656113"/>
                </a:lnTo>
                <a:cubicBezTo>
                  <a:pt x="2207977" y="2656793"/>
                  <a:pt x="2207977" y="2657944"/>
                  <a:pt x="2207559" y="2658624"/>
                </a:cubicBezTo>
                <a:lnTo>
                  <a:pt x="2197408" y="2676152"/>
                </a:lnTo>
                <a:cubicBezTo>
                  <a:pt x="2196989" y="2676832"/>
                  <a:pt x="2195995" y="2677408"/>
                  <a:pt x="2195210" y="2677408"/>
                </a:cubicBezTo>
                <a:lnTo>
                  <a:pt x="2174962" y="2677408"/>
                </a:lnTo>
                <a:cubicBezTo>
                  <a:pt x="2174125" y="2677408"/>
                  <a:pt x="2173183" y="2676832"/>
                  <a:pt x="2172765" y="2676152"/>
                </a:cubicBezTo>
                <a:lnTo>
                  <a:pt x="2162614" y="2658624"/>
                </a:lnTo>
                <a:cubicBezTo>
                  <a:pt x="2162195" y="2657944"/>
                  <a:pt x="2162195" y="2656793"/>
                  <a:pt x="2162614" y="2656113"/>
                </a:cubicBezTo>
                <a:lnTo>
                  <a:pt x="2172765" y="2638585"/>
                </a:lnTo>
                <a:cubicBezTo>
                  <a:pt x="2173183" y="2637905"/>
                  <a:pt x="2174177" y="2637329"/>
                  <a:pt x="2174962" y="2637329"/>
                </a:cubicBezTo>
                <a:close/>
                <a:moveTo>
                  <a:pt x="1927009" y="2637329"/>
                </a:moveTo>
                <a:lnTo>
                  <a:pt x="1947257" y="2637329"/>
                </a:lnTo>
                <a:cubicBezTo>
                  <a:pt x="1948095" y="2637329"/>
                  <a:pt x="1949036" y="2637905"/>
                  <a:pt x="1949455" y="2638585"/>
                </a:cubicBezTo>
                <a:lnTo>
                  <a:pt x="1959605" y="2656113"/>
                </a:lnTo>
                <a:cubicBezTo>
                  <a:pt x="1960024" y="2656793"/>
                  <a:pt x="1960024" y="2657944"/>
                  <a:pt x="1959605" y="2658624"/>
                </a:cubicBezTo>
                <a:lnTo>
                  <a:pt x="1949455" y="2676152"/>
                </a:lnTo>
                <a:cubicBezTo>
                  <a:pt x="1949036" y="2676832"/>
                  <a:pt x="1948042" y="2677408"/>
                  <a:pt x="1947257" y="2677408"/>
                </a:cubicBezTo>
                <a:lnTo>
                  <a:pt x="1927009" y="2677408"/>
                </a:lnTo>
                <a:cubicBezTo>
                  <a:pt x="1926172" y="2677408"/>
                  <a:pt x="1925230" y="2676832"/>
                  <a:pt x="1924811" y="2676152"/>
                </a:cubicBezTo>
                <a:lnTo>
                  <a:pt x="1914661" y="2658624"/>
                </a:lnTo>
                <a:cubicBezTo>
                  <a:pt x="1914242" y="2657944"/>
                  <a:pt x="1914242" y="2656793"/>
                  <a:pt x="1914661" y="2656113"/>
                </a:cubicBezTo>
                <a:lnTo>
                  <a:pt x="1924811" y="2638585"/>
                </a:lnTo>
                <a:cubicBezTo>
                  <a:pt x="1925230" y="2637905"/>
                  <a:pt x="1926224" y="2637329"/>
                  <a:pt x="1927009" y="2637329"/>
                </a:cubicBezTo>
                <a:close/>
                <a:moveTo>
                  <a:pt x="1679004" y="2637329"/>
                </a:moveTo>
                <a:lnTo>
                  <a:pt x="1699253" y="2637329"/>
                </a:lnTo>
                <a:cubicBezTo>
                  <a:pt x="1700090" y="2637329"/>
                  <a:pt x="1701031" y="2637905"/>
                  <a:pt x="1701450" y="2638585"/>
                </a:cubicBezTo>
                <a:lnTo>
                  <a:pt x="1711601" y="2656113"/>
                </a:lnTo>
                <a:cubicBezTo>
                  <a:pt x="1712019" y="2656793"/>
                  <a:pt x="1712019" y="2657944"/>
                  <a:pt x="1711601" y="2658624"/>
                </a:cubicBezTo>
                <a:lnTo>
                  <a:pt x="1701450" y="2676152"/>
                </a:lnTo>
                <a:cubicBezTo>
                  <a:pt x="1701031" y="2676832"/>
                  <a:pt x="1700037" y="2677408"/>
                  <a:pt x="1699253" y="2677408"/>
                </a:cubicBezTo>
                <a:lnTo>
                  <a:pt x="1679004" y="2677408"/>
                </a:lnTo>
                <a:cubicBezTo>
                  <a:pt x="1678167" y="2677408"/>
                  <a:pt x="1677225" y="2676832"/>
                  <a:pt x="1676806" y="2676152"/>
                </a:cubicBezTo>
                <a:lnTo>
                  <a:pt x="1666656" y="2658624"/>
                </a:lnTo>
                <a:cubicBezTo>
                  <a:pt x="1666237" y="2657944"/>
                  <a:pt x="1666237" y="2656793"/>
                  <a:pt x="1666656" y="2656113"/>
                </a:cubicBezTo>
                <a:lnTo>
                  <a:pt x="1676806" y="2638585"/>
                </a:lnTo>
                <a:cubicBezTo>
                  <a:pt x="1677225" y="2637905"/>
                  <a:pt x="1678219" y="2637329"/>
                  <a:pt x="1679004" y="2637329"/>
                </a:cubicBezTo>
                <a:close/>
                <a:moveTo>
                  <a:pt x="2009416" y="2637015"/>
                </a:moveTo>
                <a:lnTo>
                  <a:pt x="2030031" y="2637015"/>
                </a:lnTo>
                <a:cubicBezTo>
                  <a:pt x="2030816" y="2637015"/>
                  <a:pt x="2031809" y="2637591"/>
                  <a:pt x="2032228" y="2638271"/>
                </a:cubicBezTo>
                <a:lnTo>
                  <a:pt x="2042536" y="2656113"/>
                </a:lnTo>
                <a:cubicBezTo>
                  <a:pt x="2042954" y="2656845"/>
                  <a:pt x="2042954" y="2657996"/>
                  <a:pt x="2042536" y="2658676"/>
                </a:cubicBezTo>
                <a:lnTo>
                  <a:pt x="2032228" y="2676518"/>
                </a:lnTo>
                <a:cubicBezTo>
                  <a:pt x="2031809" y="2677198"/>
                  <a:pt x="2030868" y="2677774"/>
                  <a:pt x="2030031" y="2677774"/>
                </a:cubicBezTo>
                <a:lnTo>
                  <a:pt x="2009416" y="2677774"/>
                </a:lnTo>
                <a:cubicBezTo>
                  <a:pt x="2008631" y="2677774"/>
                  <a:pt x="2007637" y="2677198"/>
                  <a:pt x="2007218" y="2676518"/>
                </a:cubicBezTo>
                <a:lnTo>
                  <a:pt x="1996911" y="2658676"/>
                </a:lnTo>
                <a:cubicBezTo>
                  <a:pt x="1996492" y="2657944"/>
                  <a:pt x="1996492" y="2656793"/>
                  <a:pt x="1996911" y="2656113"/>
                </a:cubicBezTo>
                <a:lnTo>
                  <a:pt x="2007218" y="2638271"/>
                </a:lnTo>
                <a:cubicBezTo>
                  <a:pt x="2007637" y="2637591"/>
                  <a:pt x="2008579" y="2637015"/>
                  <a:pt x="2009416" y="2637015"/>
                </a:cubicBezTo>
                <a:close/>
                <a:moveTo>
                  <a:pt x="190347" y="2635760"/>
                </a:moveTo>
                <a:lnTo>
                  <a:pt x="212217" y="2635760"/>
                </a:lnTo>
                <a:cubicBezTo>
                  <a:pt x="213107" y="2635760"/>
                  <a:pt x="214153" y="2636388"/>
                  <a:pt x="214572" y="2637120"/>
                </a:cubicBezTo>
                <a:lnTo>
                  <a:pt x="225507" y="2656061"/>
                </a:lnTo>
                <a:cubicBezTo>
                  <a:pt x="225925" y="2656846"/>
                  <a:pt x="225925" y="2658049"/>
                  <a:pt x="225507" y="2658782"/>
                </a:cubicBezTo>
                <a:lnTo>
                  <a:pt x="214572" y="2677722"/>
                </a:lnTo>
                <a:cubicBezTo>
                  <a:pt x="214153" y="2678455"/>
                  <a:pt x="213054" y="2679083"/>
                  <a:pt x="212217" y="2679083"/>
                </a:cubicBezTo>
                <a:lnTo>
                  <a:pt x="190347" y="2679083"/>
                </a:lnTo>
                <a:cubicBezTo>
                  <a:pt x="189457" y="2679083"/>
                  <a:pt x="188411" y="2678455"/>
                  <a:pt x="187992" y="2677722"/>
                </a:cubicBezTo>
                <a:lnTo>
                  <a:pt x="177057" y="2658782"/>
                </a:lnTo>
                <a:cubicBezTo>
                  <a:pt x="176638" y="2657997"/>
                  <a:pt x="176638" y="2656793"/>
                  <a:pt x="177057" y="2656061"/>
                </a:cubicBezTo>
                <a:lnTo>
                  <a:pt x="187992" y="2637120"/>
                </a:lnTo>
                <a:cubicBezTo>
                  <a:pt x="188411" y="2636388"/>
                  <a:pt x="189509" y="2635760"/>
                  <a:pt x="190347" y="2635760"/>
                </a:cubicBezTo>
                <a:close/>
                <a:moveTo>
                  <a:pt x="272962" y="2635655"/>
                </a:moveTo>
                <a:lnTo>
                  <a:pt x="294937" y="2635655"/>
                </a:lnTo>
                <a:cubicBezTo>
                  <a:pt x="295827" y="2635655"/>
                  <a:pt x="296873" y="2636283"/>
                  <a:pt x="297292" y="2637015"/>
                </a:cubicBezTo>
                <a:lnTo>
                  <a:pt x="308279" y="2656060"/>
                </a:lnTo>
                <a:cubicBezTo>
                  <a:pt x="308698" y="2656793"/>
                  <a:pt x="308698" y="2658049"/>
                  <a:pt x="308279" y="2658781"/>
                </a:cubicBezTo>
                <a:lnTo>
                  <a:pt x="297292" y="2677826"/>
                </a:lnTo>
                <a:cubicBezTo>
                  <a:pt x="296873" y="2678559"/>
                  <a:pt x="295827" y="2679186"/>
                  <a:pt x="294937" y="2679186"/>
                </a:cubicBezTo>
                <a:lnTo>
                  <a:pt x="272962" y="2679186"/>
                </a:lnTo>
                <a:cubicBezTo>
                  <a:pt x="272073" y="2679186"/>
                  <a:pt x="271026" y="2678559"/>
                  <a:pt x="270607" y="2677826"/>
                </a:cubicBezTo>
                <a:lnTo>
                  <a:pt x="259620" y="2658781"/>
                </a:lnTo>
                <a:cubicBezTo>
                  <a:pt x="259201" y="2658049"/>
                  <a:pt x="259201" y="2656793"/>
                  <a:pt x="259620" y="2656060"/>
                </a:cubicBezTo>
                <a:lnTo>
                  <a:pt x="270607" y="2637015"/>
                </a:lnTo>
                <a:cubicBezTo>
                  <a:pt x="271026" y="2636283"/>
                  <a:pt x="272073" y="2635655"/>
                  <a:pt x="272962" y="2635655"/>
                </a:cubicBezTo>
                <a:close/>
                <a:moveTo>
                  <a:pt x="101504" y="2623569"/>
                </a:moveTo>
                <a:lnTo>
                  <a:pt x="135722" y="2623569"/>
                </a:lnTo>
                <a:cubicBezTo>
                  <a:pt x="137083" y="2623569"/>
                  <a:pt x="138705" y="2624511"/>
                  <a:pt x="139385" y="2625662"/>
                </a:cubicBezTo>
                <a:lnTo>
                  <a:pt x="156494" y="2655328"/>
                </a:lnTo>
                <a:cubicBezTo>
                  <a:pt x="157174" y="2656480"/>
                  <a:pt x="157174" y="2658415"/>
                  <a:pt x="156494" y="2659566"/>
                </a:cubicBezTo>
                <a:lnTo>
                  <a:pt x="139385" y="2689233"/>
                </a:lnTo>
                <a:cubicBezTo>
                  <a:pt x="138705" y="2690384"/>
                  <a:pt x="137083" y="2691326"/>
                  <a:pt x="135722" y="2691326"/>
                </a:cubicBezTo>
                <a:lnTo>
                  <a:pt x="101504" y="2691326"/>
                </a:lnTo>
                <a:cubicBezTo>
                  <a:pt x="100144" y="2691326"/>
                  <a:pt x="98522" y="2690384"/>
                  <a:pt x="97841" y="2689233"/>
                </a:cubicBezTo>
                <a:lnTo>
                  <a:pt x="80732" y="2659566"/>
                </a:lnTo>
                <a:cubicBezTo>
                  <a:pt x="80052" y="2658415"/>
                  <a:pt x="80052" y="2656480"/>
                  <a:pt x="80732" y="2655328"/>
                </a:cubicBezTo>
                <a:lnTo>
                  <a:pt x="97841" y="2625662"/>
                </a:lnTo>
                <a:cubicBezTo>
                  <a:pt x="98522" y="2624511"/>
                  <a:pt x="100144" y="2623569"/>
                  <a:pt x="101504" y="2623569"/>
                </a:cubicBezTo>
                <a:close/>
                <a:moveTo>
                  <a:pt x="610856" y="2567480"/>
                </a:moveTo>
                <a:lnTo>
                  <a:pt x="618233" y="2567480"/>
                </a:lnTo>
                <a:cubicBezTo>
                  <a:pt x="618495" y="2567480"/>
                  <a:pt x="619018" y="2567951"/>
                  <a:pt x="619018" y="2567951"/>
                </a:cubicBezTo>
                <a:lnTo>
                  <a:pt x="622681" y="2574334"/>
                </a:lnTo>
                <a:cubicBezTo>
                  <a:pt x="622838" y="2574543"/>
                  <a:pt x="622681" y="2575224"/>
                  <a:pt x="622681" y="2575224"/>
                </a:cubicBezTo>
                <a:lnTo>
                  <a:pt x="619018" y="2581607"/>
                </a:lnTo>
                <a:cubicBezTo>
                  <a:pt x="618861" y="2581868"/>
                  <a:pt x="618547" y="2582078"/>
                  <a:pt x="618233" y="2582078"/>
                </a:cubicBezTo>
                <a:lnTo>
                  <a:pt x="610856" y="2582078"/>
                </a:lnTo>
                <a:cubicBezTo>
                  <a:pt x="610595" y="2582078"/>
                  <a:pt x="610071" y="2581607"/>
                  <a:pt x="610071" y="2581607"/>
                </a:cubicBezTo>
                <a:lnTo>
                  <a:pt x="606409" y="2575224"/>
                </a:lnTo>
                <a:cubicBezTo>
                  <a:pt x="606252" y="2575014"/>
                  <a:pt x="606409" y="2574334"/>
                  <a:pt x="606409" y="2574334"/>
                </a:cubicBezTo>
                <a:lnTo>
                  <a:pt x="610071" y="2567951"/>
                </a:lnTo>
                <a:cubicBezTo>
                  <a:pt x="610228" y="2567689"/>
                  <a:pt x="610542" y="2567480"/>
                  <a:pt x="610856" y="2567480"/>
                </a:cubicBezTo>
                <a:close/>
                <a:moveTo>
                  <a:pt x="527978" y="2567009"/>
                </a:moveTo>
                <a:lnTo>
                  <a:pt x="535826" y="2567009"/>
                </a:lnTo>
                <a:cubicBezTo>
                  <a:pt x="536140" y="2567009"/>
                  <a:pt x="536506" y="2567218"/>
                  <a:pt x="536664" y="2567480"/>
                </a:cubicBezTo>
                <a:lnTo>
                  <a:pt x="540588" y="2574282"/>
                </a:lnTo>
                <a:cubicBezTo>
                  <a:pt x="540744" y="2574596"/>
                  <a:pt x="540744" y="2575014"/>
                  <a:pt x="540588" y="2575276"/>
                </a:cubicBezTo>
                <a:lnTo>
                  <a:pt x="536664" y="2582078"/>
                </a:lnTo>
                <a:cubicBezTo>
                  <a:pt x="536506" y="2582340"/>
                  <a:pt x="536140" y="2582549"/>
                  <a:pt x="535826" y="2582549"/>
                </a:cubicBezTo>
                <a:lnTo>
                  <a:pt x="527978" y="2582549"/>
                </a:lnTo>
                <a:cubicBezTo>
                  <a:pt x="527664" y="2582549"/>
                  <a:pt x="527298" y="2582340"/>
                  <a:pt x="527141" y="2582078"/>
                </a:cubicBezTo>
                <a:lnTo>
                  <a:pt x="523217" y="2575276"/>
                </a:lnTo>
                <a:cubicBezTo>
                  <a:pt x="523060" y="2574962"/>
                  <a:pt x="523060" y="2574543"/>
                  <a:pt x="523217" y="2574282"/>
                </a:cubicBezTo>
                <a:lnTo>
                  <a:pt x="527141" y="2567480"/>
                </a:lnTo>
                <a:cubicBezTo>
                  <a:pt x="527298" y="2567218"/>
                  <a:pt x="527664" y="2567009"/>
                  <a:pt x="527978" y="2567009"/>
                </a:cubicBezTo>
                <a:close/>
                <a:moveTo>
                  <a:pt x="692426" y="2565230"/>
                </a:moveTo>
                <a:lnTo>
                  <a:pt x="702053" y="2565230"/>
                </a:lnTo>
                <a:cubicBezTo>
                  <a:pt x="702472" y="2565230"/>
                  <a:pt x="702890" y="2565492"/>
                  <a:pt x="703100" y="2565805"/>
                </a:cubicBezTo>
                <a:lnTo>
                  <a:pt x="707913" y="2574125"/>
                </a:lnTo>
                <a:cubicBezTo>
                  <a:pt x="708122" y="2574491"/>
                  <a:pt x="708122" y="2575014"/>
                  <a:pt x="707913" y="2575328"/>
                </a:cubicBezTo>
                <a:lnTo>
                  <a:pt x="703100" y="2583647"/>
                </a:lnTo>
                <a:cubicBezTo>
                  <a:pt x="702890" y="2583961"/>
                  <a:pt x="702420" y="2584223"/>
                  <a:pt x="702053" y="2584223"/>
                </a:cubicBezTo>
                <a:lnTo>
                  <a:pt x="692426" y="2584223"/>
                </a:lnTo>
                <a:cubicBezTo>
                  <a:pt x="692008" y="2584223"/>
                  <a:pt x="691589" y="2583961"/>
                  <a:pt x="691380" y="2583647"/>
                </a:cubicBezTo>
                <a:lnTo>
                  <a:pt x="686566" y="2575328"/>
                </a:lnTo>
                <a:cubicBezTo>
                  <a:pt x="686357" y="2574962"/>
                  <a:pt x="686357" y="2574439"/>
                  <a:pt x="686566" y="2574125"/>
                </a:cubicBezTo>
                <a:lnTo>
                  <a:pt x="691380" y="2565805"/>
                </a:lnTo>
                <a:cubicBezTo>
                  <a:pt x="691589" y="2565492"/>
                  <a:pt x="692060" y="2565230"/>
                  <a:pt x="692426" y="2565230"/>
                </a:cubicBezTo>
                <a:close/>
                <a:moveTo>
                  <a:pt x="30503" y="2563870"/>
                </a:moveTo>
                <a:lnTo>
                  <a:pt x="41491" y="2563870"/>
                </a:lnTo>
                <a:cubicBezTo>
                  <a:pt x="41962" y="2563870"/>
                  <a:pt x="42485" y="2564184"/>
                  <a:pt x="42694" y="2564550"/>
                </a:cubicBezTo>
                <a:lnTo>
                  <a:pt x="48188" y="2574073"/>
                </a:lnTo>
                <a:cubicBezTo>
                  <a:pt x="48397" y="2574439"/>
                  <a:pt x="48397" y="2575067"/>
                  <a:pt x="48188" y="2575433"/>
                </a:cubicBezTo>
                <a:lnTo>
                  <a:pt x="42694" y="2584956"/>
                </a:lnTo>
                <a:cubicBezTo>
                  <a:pt x="42432" y="2585322"/>
                  <a:pt x="41909" y="2585636"/>
                  <a:pt x="41491" y="2585636"/>
                </a:cubicBezTo>
                <a:lnTo>
                  <a:pt x="30503" y="2585636"/>
                </a:lnTo>
                <a:cubicBezTo>
                  <a:pt x="30032" y="2585636"/>
                  <a:pt x="29509" y="2585322"/>
                  <a:pt x="29300" y="2584956"/>
                </a:cubicBezTo>
                <a:lnTo>
                  <a:pt x="23806" y="2575433"/>
                </a:lnTo>
                <a:cubicBezTo>
                  <a:pt x="23597" y="2575067"/>
                  <a:pt x="23597" y="2574439"/>
                  <a:pt x="23806" y="2574073"/>
                </a:cubicBezTo>
                <a:lnTo>
                  <a:pt x="29300" y="2564550"/>
                </a:lnTo>
                <a:cubicBezTo>
                  <a:pt x="29561" y="2564184"/>
                  <a:pt x="30085" y="2563870"/>
                  <a:pt x="30503" y="2563870"/>
                </a:cubicBezTo>
                <a:close/>
                <a:moveTo>
                  <a:pt x="360811" y="2563294"/>
                </a:moveTo>
                <a:lnTo>
                  <a:pt x="372374" y="2563294"/>
                </a:lnTo>
                <a:cubicBezTo>
                  <a:pt x="372845" y="2563294"/>
                  <a:pt x="373421" y="2563608"/>
                  <a:pt x="373630" y="2564027"/>
                </a:cubicBezTo>
                <a:lnTo>
                  <a:pt x="379385" y="2574020"/>
                </a:lnTo>
                <a:cubicBezTo>
                  <a:pt x="379594" y="2574386"/>
                  <a:pt x="379594" y="2575014"/>
                  <a:pt x="379385" y="2575433"/>
                </a:cubicBezTo>
                <a:lnTo>
                  <a:pt x="373630" y="2585426"/>
                </a:lnTo>
                <a:cubicBezTo>
                  <a:pt x="373368" y="2585845"/>
                  <a:pt x="372845" y="2586159"/>
                  <a:pt x="372374" y="2586159"/>
                </a:cubicBezTo>
                <a:lnTo>
                  <a:pt x="360811" y="2586159"/>
                </a:lnTo>
                <a:cubicBezTo>
                  <a:pt x="360340" y="2586159"/>
                  <a:pt x="359765" y="2585845"/>
                  <a:pt x="359555" y="2585426"/>
                </a:cubicBezTo>
                <a:lnTo>
                  <a:pt x="353800" y="2575433"/>
                </a:lnTo>
                <a:cubicBezTo>
                  <a:pt x="353591" y="2575066"/>
                  <a:pt x="353591" y="2574439"/>
                  <a:pt x="353800" y="2574020"/>
                </a:cubicBezTo>
                <a:lnTo>
                  <a:pt x="359555" y="2564027"/>
                </a:lnTo>
                <a:cubicBezTo>
                  <a:pt x="359817" y="2563608"/>
                  <a:pt x="360340" y="2563294"/>
                  <a:pt x="360811" y="2563294"/>
                </a:cubicBezTo>
                <a:close/>
                <a:moveTo>
                  <a:pt x="774048" y="2563190"/>
                </a:moveTo>
                <a:lnTo>
                  <a:pt x="785768" y="2563190"/>
                </a:lnTo>
                <a:cubicBezTo>
                  <a:pt x="786239" y="2563190"/>
                  <a:pt x="786814" y="2563504"/>
                  <a:pt x="787023" y="2563923"/>
                </a:cubicBezTo>
                <a:lnTo>
                  <a:pt x="792883" y="2574073"/>
                </a:lnTo>
                <a:cubicBezTo>
                  <a:pt x="793093" y="2574492"/>
                  <a:pt x="793093" y="2575120"/>
                  <a:pt x="792883" y="2575538"/>
                </a:cubicBezTo>
                <a:lnTo>
                  <a:pt x="787023" y="2585688"/>
                </a:lnTo>
                <a:cubicBezTo>
                  <a:pt x="786814" y="2586107"/>
                  <a:pt x="786239" y="2586421"/>
                  <a:pt x="785768" y="2586421"/>
                </a:cubicBezTo>
                <a:lnTo>
                  <a:pt x="774048" y="2586421"/>
                </a:lnTo>
                <a:cubicBezTo>
                  <a:pt x="773577" y="2586421"/>
                  <a:pt x="773001" y="2586107"/>
                  <a:pt x="772792" y="2585688"/>
                </a:cubicBezTo>
                <a:lnTo>
                  <a:pt x="766932" y="2575538"/>
                </a:lnTo>
                <a:cubicBezTo>
                  <a:pt x="766723" y="2575120"/>
                  <a:pt x="766723" y="2574492"/>
                  <a:pt x="766932" y="2574073"/>
                </a:cubicBezTo>
                <a:lnTo>
                  <a:pt x="772792" y="2563923"/>
                </a:lnTo>
                <a:cubicBezTo>
                  <a:pt x="773001" y="2563504"/>
                  <a:pt x="773577" y="2563190"/>
                  <a:pt x="774048" y="2563190"/>
                </a:cubicBezTo>
                <a:close/>
                <a:moveTo>
                  <a:pt x="195213" y="2562771"/>
                </a:moveTo>
                <a:lnTo>
                  <a:pt x="207299" y="2562771"/>
                </a:lnTo>
                <a:cubicBezTo>
                  <a:pt x="207770" y="2562771"/>
                  <a:pt x="208346" y="2563085"/>
                  <a:pt x="208607" y="2563504"/>
                </a:cubicBezTo>
                <a:lnTo>
                  <a:pt x="214676" y="2573968"/>
                </a:lnTo>
                <a:cubicBezTo>
                  <a:pt x="214938" y="2574387"/>
                  <a:pt x="214938" y="2575067"/>
                  <a:pt x="214676" y="2575485"/>
                </a:cubicBezTo>
                <a:lnTo>
                  <a:pt x="208607" y="2585950"/>
                </a:lnTo>
                <a:cubicBezTo>
                  <a:pt x="208346" y="2586368"/>
                  <a:pt x="207770" y="2586682"/>
                  <a:pt x="207299" y="2586682"/>
                </a:cubicBezTo>
                <a:lnTo>
                  <a:pt x="195213" y="2586682"/>
                </a:lnTo>
                <a:cubicBezTo>
                  <a:pt x="194742" y="2586682"/>
                  <a:pt x="194166" y="2586368"/>
                  <a:pt x="193905" y="2585950"/>
                </a:cubicBezTo>
                <a:lnTo>
                  <a:pt x="187835" y="2575485"/>
                </a:lnTo>
                <a:cubicBezTo>
                  <a:pt x="187574" y="2575067"/>
                  <a:pt x="187574" y="2574387"/>
                  <a:pt x="187835" y="2573968"/>
                </a:cubicBezTo>
                <a:lnTo>
                  <a:pt x="193905" y="2563504"/>
                </a:lnTo>
                <a:cubicBezTo>
                  <a:pt x="194166" y="2563085"/>
                  <a:pt x="194742" y="2562771"/>
                  <a:pt x="195213" y="2562771"/>
                </a:cubicBezTo>
                <a:close/>
                <a:moveTo>
                  <a:pt x="277776" y="2562562"/>
                </a:moveTo>
                <a:lnTo>
                  <a:pt x="290072" y="2562562"/>
                </a:lnTo>
                <a:cubicBezTo>
                  <a:pt x="290543" y="2562562"/>
                  <a:pt x="291118" y="2562928"/>
                  <a:pt x="291380" y="2563347"/>
                </a:cubicBezTo>
                <a:lnTo>
                  <a:pt x="297554" y="2574020"/>
                </a:lnTo>
                <a:cubicBezTo>
                  <a:pt x="297815" y="2574439"/>
                  <a:pt x="297815" y="2575119"/>
                  <a:pt x="297554" y="2575538"/>
                </a:cubicBezTo>
                <a:lnTo>
                  <a:pt x="291380" y="2586212"/>
                </a:lnTo>
                <a:cubicBezTo>
                  <a:pt x="291170" y="2586630"/>
                  <a:pt x="290543" y="2586996"/>
                  <a:pt x="290072" y="2586996"/>
                </a:cubicBezTo>
                <a:lnTo>
                  <a:pt x="277776" y="2586996"/>
                </a:lnTo>
                <a:cubicBezTo>
                  <a:pt x="277305" y="2586996"/>
                  <a:pt x="276730" y="2586630"/>
                  <a:pt x="276468" y="2586212"/>
                </a:cubicBezTo>
                <a:lnTo>
                  <a:pt x="270294" y="2575538"/>
                </a:lnTo>
                <a:cubicBezTo>
                  <a:pt x="270033" y="2575119"/>
                  <a:pt x="270033" y="2574439"/>
                  <a:pt x="270294" y="2574020"/>
                </a:cubicBezTo>
                <a:lnTo>
                  <a:pt x="276468" y="2563347"/>
                </a:lnTo>
                <a:cubicBezTo>
                  <a:pt x="276678" y="2562928"/>
                  <a:pt x="277305" y="2562562"/>
                  <a:pt x="277776" y="2562562"/>
                </a:cubicBezTo>
                <a:close/>
                <a:moveTo>
                  <a:pt x="442851" y="2562091"/>
                </a:moveTo>
                <a:lnTo>
                  <a:pt x="455670" y="2562091"/>
                </a:lnTo>
                <a:cubicBezTo>
                  <a:pt x="456141" y="2562091"/>
                  <a:pt x="456768" y="2562457"/>
                  <a:pt x="457030" y="2562876"/>
                </a:cubicBezTo>
                <a:lnTo>
                  <a:pt x="463413" y="2573968"/>
                </a:lnTo>
                <a:cubicBezTo>
                  <a:pt x="463675" y="2574387"/>
                  <a:pt x="463675" y="2575119"/>
                  <a:pt x="463413" y="2575538"/>
                </a:cubicBezTo>
                <a:lnTo>
                  <a:pt x="457030" y="2586630"/>
                </a:lnTo>
                <a:cubicBezTo>
                  <a:pt x="456768" y="2587049"/>
                  <a:pt x="456193" y="2587415"/>
                  <a:pt x="455670" y="2587415"/>
                </a:cubicBezTo>
                <a:lnTo>
                  <a:pt x="442851" y="2587415"/>
                </a:lnTo>
                <a:cubicBezTo>
                  <a:pt x="442380" y="2587415"/>
                  <a:pt x="441752" y="2587049"/>
                  <a:pt x="441491" y="2586630"/>
                </a:cubicBezTo>
                <a:lnTo>
                  <a:pt x="435107" y="2575538"/>
                </a:lnTo>
                <a:cubicBezTo>
                  <a:pt x="434846" y="2575119"/>
                  <a:pt x="434846" y="2574387"/>
                  <a:pt x="435107" y="2573968"/>
                </a:cubicBezTo>
                <a:lnTo>
                  <a:pt x="441491" y="2562876"/>
                </a:lnTo>
                <a:cubicBezTo>
                  <a:pt x="441752" y="2562457"/>
                  <a:pt x="442328" y="2562091"/>
                  <a:pt x="442851" y="2562091"/>
                </a:cubicBezTo>
                <a:close/>
                <a:moveTo>
                  <a:pt x="855931" y="2561672"/>
                </a:moveTo>
                <a:lnTo>
                  <a:pt x="869116" y="2561672"/>
                </a:lnTo>
                <a:cubicBezTo>
                  <a:pt x="869639" y="2561672"/>
                  <a:pt x="870268" y="2562038"/>
                  <a:pt x="870529" y="2562509"/>
                </a:cubicBezTo>
                <a:lnTo>
                  <a:pt x="877122" y="2573967"/>
                </a:lnTo>
                <a:cubicBezTo>
                  <a:pt x="877383" y="2574386"/>
                  <a:pt x="877383" y="2575119"/>
                  <a:pt x="877122" y="2575589"/>
                </a:cubicBezTo>
                <a:lnTo>
                  <a:pt x="870529" y="2587048"/>
                </a:lnTo>
                <a:cubicBezTo>
                  <a:pt x="870268" y="2587519"/>
                  <a:pt x="869639" y="2587885"/>
                  <a:pt x="869116" y="2587885"/>
                </a:cubicBezTo>
                <a:lnTo>
                  <a:pt x="855931" y="2587885"/>
                </a:lnTo>
                <a:cubicBezTo>
                  <a:pt x="855408" y="2587885"/>
                  <a:pt x="854780" y="2587519"/>
                  <a:pt x="854519" y="2587048"/>
                </a:cubicBezTo>
                <a:lnTo>
                  <a:pt x="847926" y="2575589"/>
                </a:lnTo>
                <a:cubicBezTo>
                  <a:pt x="847665" y="2575171"/>
                  <a:pt x="847665" y="2574439"/>
                  <a:pt x="847926" y="2573967"/>
                </a:cubicBezTo>
                <a:lnTo>
                  <a:pt x="854519" y="2562509"/>
                </a:lnTo>
                <a:cubicBezTo>
                  <a:pt x="854780" y="2562038"/>
                  <a:pt x="855408" y="2561672"/>
                  <a:pt x="855931" y="2561672"/>
                </a:cubicBezTo>
                <a:close/>
                <a:moveTo>
                  <a:pt x="1103308" y="2560469"/>
                </a:moveTo>
                <a:lnTo>
                  <a:pt x="1117749" y="2560469"/>
                </a:lnTo>
                <a:cubicBezTo>
                  <a:pt x="1118324" y="2560469"/>
                  <a:pt x="1119057" y="2560888"/>
                  <a:pt x="1119319" y="2561359"/>
                </a:cubicBezTo>
                <a:lnTo>
                  <a:pt x="1126539" y="2573863"/>
                </a:lnTo>
                <a:cubicBezTo>
                  <a:pt x="1126801" y="2574334"/>
                  <a:pt x="1126801" y="2575171"/>
                  <a:pt x="1126539" y="2575642"/>
                </a:cubicBezTo>
                <a:lnTo>
                  <a:pt x="1119319" y="2588147"/>
                </a:lnTo>
                <a:cubicBezTo>
                  <a:pt x="1119005" y="2588618"/>
                  <a:pt x="1118324" y="2589037"/>
                  <a:pt x="1117749" y="2589037"/>
                </a:cubicBezTo>
                <a:lnTo>
                  <a:pt x="1103308" y="2589037"/>
                </a:lnTo>
                <a:cubicBezTo>
                  <a:pt x="1102733" y="2589037"/>
                  <a:pt x="1102000" y="2588618"/>
                  <a:pt x="1101739" y="2588147"/>
                </a:cubicBezTo>
                <a:lnTo>
                  <a:pt x="1094518" y="2575642"/>
                </a:lnTo>
                <a:cubicBezTo>
                  <a:pt x="1094257" y="2575171"/>
                  <a:pt x="1094257" y="2574334"/>
                  <a:pt x="1094518" y="2573863"/>
                </a:cubicBezTo>
                <a:lnTo>
                  <a:pt x="1101739" y="2561359"/>
                </a:lnTo>
                <a:cubicBezTo>
                  <a:pt x="1102053" y="2560888"/>
                  <a:pt x="1102733" y="2560469"/>
                  <a:pt x="1103308" y="2560469"/>
                </a:cubicBezTo>
                <a:close/>
                <a:moveTo>
                  <a:pt x="2590501" y="2559161"/>
                </a:moveTo>
                <a:lnTo>
                  <a:pt x="2606250" y="2559161"/>
                </a:lnTo>
                <a:cubicBezTo>
                  <a:pt x="2606878" y="2559161"/>
                  <a:pt x="2607610" y="2559632"/>
                  <a:pt x="2607924" y="2560155"/>
                </a:cubicBezTo>
                <a:lnTo>
                  <a:pt x="2615772" y="2573759"/>
                </a:lnTo>
                <a:cubicBezTo>
                  <a:pt x="2616086" y="2574282"/>
                  <a:pt x="2616086" y="2575171"/>
                  <a:pt x="2615772" y="2575695"/>
                </a:cubicBezTo>
                <a:lnTo>
                  <a:pt x="2607924" y="2589298"/>
                </a:lnTo>
                <a:cubicBezTo>
                  <a:pt x="2607610" y="2589874"/>
                  <a:pt x="2606878" y="2590292"/>
                  <a:pt x="2606250" y="2590292"/>
                </a:cubicBezTo>
                <a:lnTo>
                  <a:pt x="2590501" y="2590292"/>
                </a:lnTo>
                <a:cubicBezTo>
                  <a:pt x="2589873" y="2590292"/>
                  <a:pt x="2589141" y="2589822"/>
                  <a:pt x="2588827" y="2589298"/>
                </a:cubicBezTo>
                <a:lnTo>
                  <a:pt x="2580979" y="2575695"/>
                </a:lnTo>
                <a:cubicBezTo>
                  <a:pt x="2580664" y="2575171"/>
                  <a:pt x="2580664" y="2574282"/>
                  <a:pt x="2580979" y="2573759"/>
                </a:cubicBezTo>
                <a:lnTo>
                  <a:pt x="2588827" y="2560155"/>
                </a:lnTo>
                <a:cubicBezTo>
                  <a:pt x="2589141" y="2559580"/>
                  <a:pt x="2589873" y="2559161"/>
                  <a:pt x="2590501" y="2559161"/>
                </a:cubicBezTo>
                <a:close/>
                <a:moveTo>
                  <a:pt x="2507780" y="2559109"/>
                </a:moveTo>
                <a:lnTo>
                  <a:pt x="2523581" y="2559109"/>
                </a:lnTo>
                <a:cubicBezTo>
                  <a:pt x="2524209" y="2559109"/>
                  <a:pt x="2524942" y="2559580"/>
                  <a:pt x="2525256" y="2560103"/>
                </a:cubicBezTo>
                <a:lnTo>
                  <a:pt x="2533156" y="2573759"/>
                </a:lnTo>
                <a:cubicBezTo>
                  <a:pt x="2533470" y="2574282"/>
                  <a:pt x="2533470" y="2575171"/>
                  <a:pt x="2533156" y="2575695"/>
                </a:cubicBezTo>
                <a:lnTo>
                  <a:pt x="2525256" y="2589351"/>
                </a:lnTo>
                <a:cubicBezTo>
                  <a:pt x="2524942" y="2589926"/>
                  <a:pt x="2524209" y="2590345"/>
                  <a:pt x="2523581" y="2590345"/>
                </a:cubicBezTo>
                <a:lnTo>
                  <a:pt x="2507780" y="2590345"/>
                </a:lnTo>
                <a:cubicBezTo>
                  <a:pt x="2507152" y="2590345"/>
                  <a:pt x="2506420" y="2589874"/>
                  <a:pt x="2506106" y="2589351"/>
                </a:cubicBezTo>
                <a:lnTo>
                  <a:pt x="2498205" y="2575695"/>
                </a:lnTo>
                <a:cubicBezTo>
                  <a:pt x="2497892" y="2575171"/>
                  <a:pt x="2497892" y="2574282"/>
                  <a:pt x="2498205" y="2573759"/>
                </a:cubicBezTo>
                <a:lnTo>
                  <a:pt x="2506106" y="2560103"/>
                </a:lnTo>
                <a:cubicBezTo>
                  <a:pt x="2506420" y="2559527"/>
                  <a:pt x="2507152" y="2559109"/>
                  <a:pt x="2507780" y="2559109"/>
                </a:cubicBezTo>
                <a:close/>
                <a:moveTo>
                  <a:pt x="1185244" y="2559056"/>
                </a:moveTo>
                <a:lnTo>
                  <a:pt x="1201098" y="2559056"/>
                </a:lnTo>
                <a:cubicBezTo>
                  <a:pt x="1201726" y="2559056"/>
                  <a:pt x="1202458" y="2559527"/>
                  <a:pt x="1202772" y="2560050"/>
                </a:cubicBezTo>
                <a:lnTo>
                  <a:pt x="1210673" y="2573758"/>
                </a:lnTo>
                <a:cubicBezTo>
                  <a:pt x="1210987" y="2574281"/>
                  <a:pt x="1210987" y="2575171"/>
                  <a:pt x="1210673" y="2575694"/>
                </a:cubicBezTo>
                <a:lnTo>
                  <a:pt x="1202772" y="2589403"/>
                </a:lnTo>
                <a:cubicBezTo>
                  <a:pt x="1202458" y="2589978"/>
                  <a:pt x="1201726" y="2590397"/>
                  <a:pt x="1201098" y="2590397"/>
                </a:cubicBezTo>
                <a:lnTo>
                  <a:pt x="1185244" y="2590397"/>
                </a:lnTo>
                <a:cubicBezTo>
                  <a:pt x="1184616" y="2590397"/>
                  <a:pt x="1183884" y="2589926"/>
                  <a:pt x="1183570" y="2589403"/>
                </a:cubicBezTo>
                <a:lnTo>
                  <a:pt x="1175669" y="2575694"/>
                </a:lnTo>
                <a:cubicBezTo>
                  <a:pt x="1175356" y="2575171"/>
                  <a:pt x="1175356" y="2574281"/>
                  <a:pt x="1175669" y="2573758"/>
                </a:cubicBezTo>
                <a:lnTo>
                  <a:pt x="1183570" y="2560050"/>
                </a:lnTo>
                <a:cubicBezTo>
                  <a:pt x="1183884" y="2559474"/>
                  <a:pt x="1184616" y="2559056"/>
                  <a:pt x="1185244" y="2559056"/>
                </a:cubicBezTo>
                <a:close/>
                <a:moveTo>
                  <a:pt x="2425059" y="2558899"/>
                </a:moveTo>
                <a:lnTo>
                  <a:pt x="2441070" y="2558899"/>
                </a:lnTo>
                <a:cubicBezTo>
                  <a:pt x="2441698" y="2558899"/>
                  <a:pt x="2442482" y="2559370"/>
                  <a:pt x="2442797" y="2559893"/>
                </a:cubicBezTo>
                <a:lnTo>
                  <a:pt x="2450802" y="2573759"/>
                </a:lnTo>
                <a:cubicBezTo>
                  <a:pt x="2451116" y="2574334"/>
                  <a:pt x="2451116" y="2575223"/>
                  <a:pt x="2450802" y="2575747"/>
                </a:cubicBezTo>
                <a:lnTo>
                  <a:pt x="2442797" y="2589612"/>
                </a:lnTo>
                <a:cubicBezTo>
                  <a:pt x="2442482" y="2590188"/>
                  <a:pt x="2441698" y="2590606"/>
                  <a:pt x="2441070" y="2590606"/>
                </a:cubicBezTo>
                <a:lnTo>
                  <a:pt x="2425059" y="2590606"/>
                </a:lnTo>
                <a:cubicBezTo>
                  <a:pt x="2424432" y="2590606"/>
                  <a:pt x="2423647" y="2590135"/>
                  <a:pt x="2423333" y="2589612"/>
                </a:cubicBezTo>
                <a:lnTo>
                  <a:pt x="2415328" y="2575747"/>
                </a:lnTo>
                <a:cubicBezTo>
                  <a:pt x="2415013" y="2575171"/>
                  <a:pt x="2415013" y="2574282"/>
                  <a:pt x="2415328" y="2573759"/>
                </a:cubicBezTo>
                <a:lnTo>
                  <a:pt x="2423333" y="2559893"/>
                </a:lnTo>
                <a:cubicBezTo>
                  <a:pt x="2423647" y="2559318"/>
                  <a:pt x="2424432" y="2558899"/>
                  <a:pt x="2425059" y="2558899"/>
                </a:cubicBezTo>
                <a:close/>
                <a:moveTo>
                  <a:pt x="2176950" y="2558690"/>
                </a:moveTo>
                <a:lnTo>
                  <a:pt x="2193170" y="2558690"/>
                </a:lnTo>
                <a:cubicBezTo>
                  <a:pt x="2193798" y="2558690"/>
                  <a:pt x="2194582" y="2559109"/>
                  <a:pt x="2194896" y="2559684"/>
                </a:cubicBezTo>
                <a:lnTo>
                  <a:pt x="2203006" y="2573759"/>
                </a:lnTo>
                <a:cubicBezTo>
                  <a:pt x="2203320" y="2574282"/>
                  <a:pt x="2203320" y="2575171"/>
                  <a:pt x="2203006" y="2575747"/>
                </a:cubicBezTo>
                <a:lnTo>
                  <a:pt x="2194896" y="2589821"/>
                </a:lnTo>
                <a:cubicBezTo>
                  <a:pt x="2194582" y="2590345"/>
                  <a:pt x="2193798" y="2590816"/>
                  <a:pt x="2193170" y="2590816"/>
                </a:cubicBezTo>
                <a:lnTo>
                  <a:pt x="2176950" y="2590816"/>
                </a:lnTo>
                <a:cubicBezTo>
                  <a:pt x="2176322" y="2590816"/>
                  <a:pt x="2175538" y="2590397"/>
                  <a:pt x="2175223" y="2589821"/>
                </a:cubicBezTo>
                <a:lnTo>
                  <a:pt x="2167113" y="2575747"/>
                </a:lnTo>
                <a:cubicBezTo>
                  <a:pt x="2166800" y="2575224"/>
                  <a:pt x="2166800" y="2574334"/>
                  <a:pt x="2167113" y="2573759"/>
                </a:cubicBezTo>
                <a:lnTo>
                  <a:pt x="2175223" y="2559684"/>
                </a:lnTo>
                <a:cubicBezTo>
                  <a:pt x="2175538" y="2559161"/>
                  <a:pt x="2176322" y="2558690"/>
                  <a:pt x="2176950" y="2558690"/>
                </a:cubicBezTo>
                <a:close/>
                <a:moveTo>
                  <a:pt x="1267651" y="2558585"/>
                </a:moveTo>
                <a:lnTo>
                  <a:pt x="1283975" y="2558585"/>
                </a:lnTo>
                <a:cubicBezTo>
                  <a:pt x="1284604" y="2558585"/>
                  <a:pt x="1285388" y="2559004"/>
                  <a:pt x="1285702" y="2559579"/>
                </a:cubicBezTo>
                <a:lnTo>
                  <a:pt x="1293864" y="2573706"/>
                </a:lnTo>
                <a:cubicBezTo>
                  <a:pt x="1294178" y="2574282"/>
                  <a:pt x="1294178" y="2575171"/>
                  <a:pt x="1293864" y="2575747"/>
                </a:cubicBezTo>
                <a:lnTo>
                  <a:pt x="1285702" y="2589874"/>
                </a:lnTo>
                <a:cubicBezTo>
                  <a:pt x="1285388" y="2590397"/>
                  <a:pt x="1284604" y="2590867"/>
                  <a:pt x="1283975" y="2590867"/>
                </a:cubicBezTo>
                <a:lnTo>
                  <a:pt x="1267651" y="2590867"/>
                </a:lnTo>
                <a:cubicBezTo>
                  <a:pt x="1267023" y="2590867"/>
                  <a:pt x="1266239" y="2590449"/>
                  <a:pt x="1265925" y="2589874"/>
                </a:cubicBezTo>
                <a:lnTo>
                  <a:pt x="1257762" y="2575747"/>
                </a:lnTo>
                <a:cubicBezTo>
                  <a:pt x="1257449" y="2575171"/>
                  <a:pt x="1257449" y="2574282"/>
                  <a:pt x="1257762" y="2573706"/>
                </a:cubicBezTo>
                <a:lnTo>
                  <a:pt x="1265925" y="2559579"/>
                </a:lnTo>
                <a:cubicBezTo>
                  <a:pt x="1266239" y="2559056"/>
                  <a:pt x="1267023" y="2558585"/>
                  <a:pt x="1267651" y="2558585"/>
                </a:cubicBezTo>
                <a:close/>
                <a:moveTo>
                  <a:pt x="1432935" y="2558533"/>
                </a:moveTo>
                <a:lnTo>
                  <a:pt x="1449364" y="2558533"/>
                </a:lnTo>
                <a:cubicBezTo>
                  <a:pt x="1450044" y="2558533"/>
                  <a:pt x="1450829" y="2558952"/>
                  <a:pt x="1451143" y="2559527"/>
                </a:cubicBezTo>
                <a:lnTo>
                  <a:pt x="1459357" y="2573759"/>
                </a:lnTo>
                <a:cubicBezTo>
                  <a:pt x="1459671" y="2574334"/>
                  <a:pt x="1459671" y="2575224"/>
                  <a:pt x="1459357" y="2575799"/>
                </a:cubicBezTo>
                <a:lnTo>
                  <a:pt x="1451143" y="2590031"/>
                </a:lnTo>
                <a:cubicBezTo>
                  <a:pt x="1450777" y="2590554"/>
                  <a:pt x="1449992" y="2591025"/>
                  <a:pt x="1449364" y="2591025"/>
                </a:cubicBezTo>
                <a:lnTo>
                  <a:pt x="1432935" y="2591025"/>
                </a:lnTo>
                <a:cubicBezTo>
                  <a:pt x="1432255" y="2591025"/>
                  <a:pt x="1431470" y="2590606"/>
                  <a:pt x="1431156" y="2590031"/>
                </a:cubicBezTo>
                <a:lnTo>
                  <a:pt x="1422941" y="2575799"/>
                </a:lnTo>
                <a:cubicBezTo>
                  <a:pt x="1422628" y="2575224"/>
                  <a:pt x="1422628" y="2574334"/>
                  <a:pt x="1422941" y="2573759"/>
                </a:cubicBezTo>
                <a:lnTo>
                  <a:pt x="1431156" y="2559527"/>
                </a:lnTo>
                <a:cubicBezTo>
                  <a:pt x="1431522" y="2559004"/>
                  <a:pt x="1432307" y="2558533"/>
                  <a:pt x="1432935" y="2558533"/>
                </a:cubicBezTo>
                <a:close/>
                <a:moveTo>
                  <a:pt x="1350267" y="2558533"/>
                </a:moveTo>
                <a:lnTo>
                  <a:pt x="1366696" y="2558533"/>
                </a:lnTo>
                <a:cubicBezTo>
                  <a:pt x="1367376" y="2558533"/>
                  <a:pt x="1368161" y="2558952"/>
                  <a:pt x="1368475" y="2559527"/>
                </a:cubicBezTo>
                <a:lnTo>
                  <a:pt x="1376689" y="2573759"/>
                </a:lnTo>
                <a:cubicBezTo>
                  <a:pt x="1377003" y="2574334"/>
                  <a:pt x="1377003" y="2575224"/>
                  <a:pt x="1376689" y="2575799"/>
                </a:cubicBezTo>
                <a:lnTo>
                  <a:pt x="1368475" y="2590031"/>
                </a:lnTo>
                <a:cubicBezTo>
                  <a:pt x="1368109" y="2590554"/>
                  <a:pt x="1367324" y="2591025"/>
                  <a:pt x="1366696" y="2591025"/>
                </a:cubicBezTo>
                <a:lnTo>
                  <a:pt x="1350267" y="2591025"/>
                </a:lnTo>
                <a:cubicBezTo>
                  <a:pt x="1349587" y="2591025"/>
                  <a:pt x="1348802" y="2590606"/>
                  <a:pt x="1348488" y="2590031"/>
                </a:cubicBezTo>
                <a:lnTo>
                  <a:pt x="1340273" y="2575799"/>
                </a:lnTo>
                <a:cubicBezTo>
                  <a:pt x="1339960" y="2575224"/>
                  <a:pt x="1339960" y="2574334"/>
                  <a:pt x="1340273" y="2573759"/>
                </a:cubicBezTo>
                <a:lnTo>
                  <a:pt x="1348488" y="2559527"/>
                </a:lnTo>
                <a:cubicBezTo>
                  <a:pt x="1348854" y="2559004"/>
                  <a:pt x="1349639" y="2558533"/>
                  <a:pt x="1350267" y="2558533"/>
                </a:cubicBezTo>
                <a:close/>
                <a:moveTo>
                  <a:pt x="2342130" y="2558481"/>
                </a:moveTo>
                <a:lnTo>
                  <a:pt x="2358612" y="2558481"/>
                </a:lnTo>
                <a:cubicBezTo>
                  <a:pt x="2359292" y="2558481"/>
                  <a:pt x="2360076" y="2558899"/>
                  <a:pt x="2360390" y="2559475"/>
                </a:cubicBezTo>
                <a:lnTo>
                  <a:pt x="2368657" y="2573759"/>
                </a:lnTo>
                <a:cubicBezTo>
                  <a:pt x="2368971" y="2574334"/>
                  <a:pt x="2368971" y="2575224"/>
                  <a:pt x="2368657" y="2575799"/>
                </a:cubicBezTo>
                <a:lnTo>
                  <a:pt x="2360390" y="2590083"/>
                </a:lnTo>
                <a:cubicBezTo>
                  <a:pt x="2360076" y="2590606"/>
                  <a:pt x="2359240" y="2591077"/>
                  <a:pt x="2358612" y="2591077"/>
                </a:cubicBezTo>
                <a:lnTo>
                  <a:pt x="2342130" y="2591077"/>
                </a:lnTo>
                <a:cubicBezTo>
                  <a:pt x="2341450" y="2591077"/>
                  <a:pt x="2340665" y="2590659"/>
                  <a:pt x="2340351" y="2590083"/>
                </a:cubicBezTo>
                <a:lnTo>
                  <a:pt x="2332084" y="2575799"/>
                </a:lnTo>
                <a:cubicBezTo>
                  <a:pt x="2331771" y="2575224"/>
                  <a:pt x="2331771" y="2574334"/>
                  <a:pt x="2332084" y="2573759"/>
                </a:cubicBezTo>
                <a:lnTo>
                  <a:pt x="2340351" y="2559475"/>
                </a:lnTo>
                <a:cubicBezTo>
                  <a:pt x="2340665" y="2558952"/>
                  <a:pt x="2341502" y="2558481"/>
                  <a:pt x="2342130" y="2558481"/>
                </a:cubicBezTo>
                <a:close/>
                <a:moveTo>
                  <a:pt x="1515342" y="2557957"/>
                </a:moveTo>
                <a:lnTo>
                  <a:pt x="1532347" y="2557957"/>
                </a:lnTo>
                <a:cubicBezTo>
                  <a:pt x="1533027" y="2557957"/>
                  <a:pt x="1533864" y="2558428"/>
                  <a:pt x="1534178" y="2559003"/>
                </a:cubicBezTo>
                <a:lnTo>
                  <a:pt x="1542654" y="2573706"/>
                </a:lnTo>
                <a:cubicBezTo>
                  <a:pt x="1542968" y="2574281"/>
                  <a:pt x="1542968" y="2575223"/>
                  <a:pt x="1542654" y="2575799"/>
                </a:cubicBezTo>
                <a:lnTo>
                  <a:pt x="1534178" y="2590501"/>
                </a:lnTo>
                <a:cubicBezTo>
                  <a:pt x="1533811" y="2591077"/>
                  <a:pt x="1533027" y="2591547"/>
                  <a:pt x="1532347" y="2591547"/>
                </a:cubicBezTo>
                <a:lnTo>
                  <a:pt x="1515342" y="2591547"/>
                </a:lnTo>
                <a:cubicBezTo>
                  <a:pt x="1514662" y="2591547"/>
                  <a:pt x="1513825" y="2591077"/>
                  <a:pt x="1513511" y="2590501"/>
                </a:cubicBezTo>
                <a:lnTo>
                  <a:pt x="1505034" y="2575799"/>
                </a:lnTo>
                <a:cubicBezTo>
                  <a:pt x="1504721" y="2575223"/>
                  <a:pt x="1504721" y="2574281"/>
                  <a:pt x="1505034" y="2573706"/>
                </a:cubicBezTo>
                <a:lnTo>
                  <a:pt x="1513511" y="2559003"/>
                </a:lnTo>
                <a:cubicBezTo>
                  <a:pt x="1513877" y="2558428"/>
                  <a:pt x="1514662" y="2557957"/>
                  <a:pt x="1515342" y="2557957"/>
                </a:cubicBezTo>
                <a:close/>
                <a:moveTo>
                  <a:pt x="2258991" y="2557434"/>
                </a:moveTo>
                <a:lnTo>
                  <a:pt x="2276466" y="2557434"/>
                </a:lnTo>
                <a:cubicBezTo>
                  <a:pt x="2277146" y="2557434"/>
                  <a:pt x="2277984" y="2557957"/>
                  <a:pt x="2278350" y="2558533"/>
                </a:cubicBezTo>
                <a:lnTo>
                  <a:pt x="2287088" y="2573706"/>
                </a:lnTo>
                <a:cubicBezTo>
                  <a:pt x="2287454" y="2574281"/>
                  <a:pt x="2287454" y="2575276"/>
                  <a:pt x="2287088" y="2575851"/>
                </a:cubicBezTo>
                <a:lnTo>
                  <a:pt x="2278350" y="2591024"/>
                </a:lnTo>
                <a:cubicBezTo>
                  <a:pt x="2277984" y="2591652"/>
                  <a:pt x="2277146" y="2592123"/>
                  <a:pt x="2276466" y="2592123"/>
                </a:cubicBezTo>
                <a:lnTo>
                  <a:pt x="2258991" y="2592123"/>
                </a:lnTo>
                <a:cubicBezTo>
                  <a:pt x="2258311" y="2592123"/>
                  <a:pt x="2257473" y="2591600"/>
                  <a:pt x="2257107" y="2591024"/>
                </a:cubicBezTo>
                <a:lnTo>
                  <a:pt x="2248369" y="2575851"/>
                </a:lnTo>
                <a:cubicBezTo>
                  <a:pt x="2248004" y="2575276"/>
                  <a:pt x="2248004" y="2574281"/>
                  <a:pt x="2248369" y="2573706"/>
                </a:cubicBezTo>
                <a:lnTo>
                  <a:pt x="2257107" y="2558533"/>
                </a:lnTo>
                <a:cubicBezTo>
                  <a:pt x="2257473" y="2557905"/>
                  <a:pt x="2258311" y="2557434"/>
                  <a:pt x="2258991" y="2557434"/>
                </a:cubicBezTo>
                <a:close/>
                <a:moveTo>
                  <a:pt x="1597644" y="2557277"/>
                </a:moveTo>
                <a:lnTo>
                  <a:pt x="1615276" y="2557277"/>
                </a:lnTo>
                <a:cubicBezTo>
                  <a:pt x="1615956" y="2557277"/>
                  <a:pt x="1616794" y="2557748"/>
                  <a:pt x="1617160" y="2558376"/>
                </a:cubicBezTo>
                <a:lnTo>
                  <a:pt x="1626002" y="2573654"/>
                </a:lnTo>
                <a:cubicBezTo>
                  <a:pt x="1626368" y="2574282"/>
                  <a:pt x="1626368" y="2575223"/>
                  <a:pt x="1626002" y="2575851"/>
                </a:cubicBezTo>
                <a:lnTo>
                  <a:pt x="1617160" y="2591129"/>
                </a:lnTo>
                <a:cubicBezTo>
                  <a:pt x="1616794" y="2591757"/>
                  <a:pt x="1615956" y="2592228"/>
                  <a:pt x="1615276" y="2592228"/>
                </a:cubicBezTo>
                <a:lnTo>
                  <a:pt x="1597644" y="2592228"/>
                </a:lnTo>
                <a:cubicBezTo>
                  <a:pt x="1596963" y="2592228"/>
                  <a:pt x="1596126" y="2591757"/>
                  <a:pt x="1595760" y="2591129"/>
                </a:cubicBezTo>
                <a:lnTo>
                  <a:pt x="1586918" y="2575851"/>
                </a:lnTo>
                <a:cubicBezTo>
                  <a:pt x="1586551" y="2575223"/>
                  <a:pt x="1586551" y="2574282"/>
                  <a:pt x="1586918" y="2573654"/>
                </a:cubicBezTo>
                <a:lnTo>
                  <a:pt x="1595760" y="2558376"/>
                </a:lnTo>
                <a:cubicBezTo>
                  <a:pt x="1596126" y="2557748"/>
                  <a:pt x="1596963" y="2557277"/>
                  <a:pt x="1597644" y="2557277"/>
                </a:cubicBezTo>
                <a:close/>
                <a:moveTo>
                  <a:pt x="2010776" y="2557016"/>
                </a:moveTo>
                <a:lnTo>
                  <a:pt x="2028722" y="2557016"/>
                </a:lnTo>
                <a:cubicBezTo>
                  <a:pt x="2029455" y="2557016"/>
                  <a:pt x="2030292" y="2557487"/>
                  <a:pt x="2030658" y="2558115"/>
                </a:cubicBezTo>
                <a:lnTo>
                  <a:pt x="2039657" y="2573654"/>
                </a:lnTo>
                <a:cubicBezTo>
                  <a:pt x="2040024" y="2574230"/>
                  <a:pt x="2040024" y="2575224"/>
                  <a:pt x="2039657" y="2575852"/>
                </a:cubicBezTo>
                <a:lnTo>
                  <a:pt x="2030658" y="2591391"/>
                </a:lnTo>
                <a:cubicBezTo>
                  <a:pt x="2030292" y="2592019"/>
                  <a:pt x="2029455" y="2592490"/>
                  <a:pt x="2028722" y="2592490"/>
                </a:cubicBezTo>
                <a:lnTo>
                  <a:pt x="2010776" y="2592490"/>
                </a:lnTo>
                <a:cubicBezTo>
                  <a:pt x="2010044" y="2592490"/>
                  <a:pt x="2009206" y="2592019"/>
                  <a:pt x="2008840" y="2591391"/>
                </a:cubicBezTo>
                <a:lnTo>
                  <a:pt x="1999840" y="2575852"/>
                </a:lnTo>
                <a:cubicBezTo>
                  <a:pt x="1999475" y="2575276"/>
                  <a:pt x="1999475" y="2574282"/>
                  <a:pt x="1999840" y="2573654"/>
                </a:cubicBezTo>
                <a:lnTo>
                  <a:pt x="2008840" y="2558115"/>
                </a:lnTo>
                <a:cubicBezTo>
                  <a:pt x="2009206" y="2557539"/>
                  <a:pt x="2010044" y="2557016"/>
                  <a:pt x="2010776" y="2557016"/>
                </a:cubicBezTo>
                <a:close/>
                <a:moveTo>
                  <a:pt x="1928004" y="2556702"/>
                </a:moveTo>
                <a:lnTo>
                  <a:pt x="1946211" y="2556702"/>
                </a:lnTo>
                <a:cubicBezTo>
                  <a:pt x="1946892" y="2556702"/>
                  <a:pt x="1947781" y="2557225"/>
                  <a:pt x="1948147" y="2557853"/>
                </a:cubicBezTo>
                <a:lnTo>
                  <a:pt x="1957252" y="2573602"/>
                </a:lnTo>
                <a:cubicBezTo>
                  <a:pt x="1957617" y="2574230"/>
                  <a:pt x="1957617" y="2575224"/>
                  <a:pt x="1957252" y="2575852"/>
                </a:cubicBezTo>
                <a:lnTo>
                  <a:pt x="1948147" y="2591601"/>
                </a:lnTo>
                <a:cubicBezTo>
                  <a:pt x="1947781" y="2592228"/>
                  <a:pt x="1946944" y="2592752"/>
                  <a:pt x="1946211" y="2592752"/>
                </a:cubicBezTo>
                <a:lnTo>
                  <a:pt x="1928004" y="2592752"/>
                </a:lnTo>
                <a:cubicBezTo>
                  <a:pt x="1927323" y="2592752"/>
                  <a:pt x="1926434" y="2592228"/>
                  <a:pt x="1926068" y="2591601"/>
                </a:cubicBezTo>
                <a:lnTo>
                  <a:pt x="1916964" y="2575852"/>
                </a:lnTo>
                <a:cubicBezTo>
                  <a:pt x="1916597" y="2575224"/>
                  <a:pt x="1916597" y="2574230"/>
                  <a:pt x="1916964" y="2573602"/>
                </a:cubicBezTo>
                <a:lnTo>
                  <a:pt x="1926068" y="2557853"/>
                </a:lnTo>
                <a:cubicBezTo>
                  <a:pt x="1926434" y="2557225"/>
                  <a:pt x="1927271" y="2556702"/>
                  <a:pt x="1928004" y="2556702"/>
                </a:cubicBezTo>
                <a:close/>
                <a:moveTo>
                  <a:pt x="935931" y="2556440"/>
                </a:moveTo>
                <a:lnTo>
                  <a:pt x="954453" y="2556440"/>
                </a:lnTo>
                <a:cubicBezTo>
                  <a:pt x="955185" y="2556440"/>
                  <a:pt x="956075" y="2556963"/>
                  <a:pt x="956441" y="2557591"/>
                </a:cubicBezTo>
                <a:lnTo>
                  <a:pt x="965702" y="2573601"/>
                </a:lnTo>
                <a:cubicBezTo>
                  <a:pt x="966068" y="2574229"/>
                  <a:pt x="966068" y="2575276"/>
                  <a:pt x="965702" y="2575904"/>
                </a:cubicBezTo>
                <a:lnTo>
                  <a:pt x="956441" y="2591914"/>
                </a:lnTo>
                <a:cubicBezTo>
                  <a:pt x="956075" y="2592542"/>
                  <a:pt x="955185" y="2593065"/>
                  <a:pt x="954453" y="2593065"/>
                </a:cubicBezTo>
                <a:lnTo>
                  <a:pt x="935931" y="2593065"/>
                </a:lnTo>
                <a:cubicBezTo>
                  <a:pt x="935198" y="2593065"/>
                  <a:pt x="934309" y="2592542"/>
                  <a:pt x="933943" y="2591914"/>
                </a:cubicBezTo>
                <a:lnTo>
                  <a:pt x="924682" y="2575904"/>
                </a:lnTo>
                <a:cubicBezTo>
                  <a:pt x="924315" y="2575276"/>
                  <a:pt x="924315" y="2574229"/>
                  <a:pt x="924682" y="2573601"/>
                </a:cubicBezTo>
                <a:lnTo>
                  <a:pt x="933943" y="2557591"/>
                </a:lnTo>
                <a:cubicBezTo>
                  <a:pt x="934309" y="2556963"/>
                  <a:pt x="935198" y="2556440"/>
                  <a:pt x="935931" y="2556440"/>
                </a:cubicBezTo>
                <a:close/>
                <a:moveTo>
                  <a:pt x="2093131" y="2556388"/>
                </a:moveTo>
                <a:lnTo>
                  <a:pt x="2111705" y="2556388"/>
                </a:lnTo>
                <a:cubicBezTo>
                  <a:pt x="2112438" y="2556388"/>
                  <a:pt x="2113327" y="2556911"/>
                  <a:pt x="2113693" y="2557539"/>
                </a:cubicBezTo>
                <a:lnTo>
                  <a:pt x="2122954" y="2573602"/>
                </a:lnTo>
                <a:cubicBezTo>
                  <a:pt x="2123320" y="2574230"/>
                  <a:pt x="2123320" y="2575276"/>
                  <a:pt x="2122954" y="2575904"/>
                </a:cubicBezTo>
                <a:lnTo>
                  <a:pt x="2113693" y="2591967"/>
                </a:lnTo>
                <a:cubicBezTo>
                  <a:pt x="2113327" y="2592595"/>
                  <a:pt x="2112438" y="2593118"/>
                  <a:pt x="2111705" y="2593118"/>
                </a:cubicBezTo>
                <a:lnTo>
                  <a:pt x="2093131" y="2593118"/>
                </a:lnTo>
                <a:cubicBezTo>
                  <a:pt x="2092399" y="2593118"/>
                  <a:pt x="2091509" y="2592595"/>
                  <a:pt x="2091143" y="2591967"/>
                </a:cubicBezTo>
                <a:lnTo>
                  <a:pt x="2081882" y="2575904"/>
                </a:lnTo>
                <a:cubicBezTo>
                  <a:pt x="2081515" y="2575276"/>
                  <a:pt x="2081515" y="2574230"/>
                  <a:pt x="2081882" y="2573602"/>
                </a:cubicBezTo>
                <a:lnTo>
                  <a:pt x="2091143" y="2557539"/>
                </a:lnTo>
                <a:cubicBezTo>
                  <a:pt x="2091509" y="2556911"/>
                  <a:pt x="2092399" y="2556388"/>
                  <a:pt x="2093131" y="2556388"/>
                </a:cubicBezTo>
                <a:close/>
                <a:moveTo>
                  <a:pt x="1679423" y="2555550"/>
                </a:moveTo>
                <a:lnTo>
                  <a:pt x="1698835" y="2555550"/>
                </a:lnTo>
                <a:cubicBezTo>
                  <a:pt x="1699619" y="2555550"/>
                  <a:pt x="1700561" y="2556073"/>
                  <a:pt x="1700927" y="2556754"/>
                </a:cubicBezTo>
                <a:lnTo>
                  <a:pt x="1710607" y="2573549"/>
                </a:lnTo>
                <a:cubicBezTo>
                  <a:pt x="1710973" y="2574229"/>
                  <a:pt x="1710973" y="2575275"/>
                  <a:pt x="1710607" y="2575956"/>
                </a:cubicBezTo>
                <a:lnTo>
                  <a:pt x="1700927" y="2592751"/>
                </a:lnTo>
                <a:cubicBezTo>
                  <a:pt x="1700509" y="2593431"/>
                  <a:pt x="1699619" y="2593954"/>
                  <a:pt x="1698835" y="2593954"/>
                </a:cubicBezTo>
                <a:lnTo>
                  <a:pt x="1679423" y="2593954"/>
                </a:lnTo>
                <a:cubicBezTo>
                  <a:pt x="1678638" y="2593954"/>
                  <a:pt x="1677696" y="2593431"/>
                  <a:pt x="1677330" y="2592751"/>
                </a:cubicBezTo>
                <a:lnTo>
                  <a:pt x="1667651" y="2575956"/>
                </a:lnTo>
                <a:cubicBezTo>
                  <a:pt x="1667284" y="2575275"/>
                  <a:pt x="1667284" y="2574229"/>
                  <a:pt x="1667651" y="2573549"/>
                </a:cubicBezTo>
                <a:lnTo>
                  <a:pt x="1677330" y="2556754"/>
                </a:lnTo>
                <a:cubicBezTo>
                  <a:pt x="1677749" y="2556073"/>
                  <a:pt x="1678638" y="2555550"/>
                  <a:pt x="1679423" y="2555550"/>
                </a:cubicBezTo>
                <a:close/>
                <a:moveTo>
                  <a:pt x="1761882" y="2555132"/>
                </a:moveTo>
                <a:lnTo>
                  <a:pt x="1781764" y="2555132"/>
                </a:lnTo>
                <a:cubicBezTo>
                  <a:pt x="1782549" y="2555132"/>
                  <a:pt x="1783543" y="2555655"/>
                  <a:pt x="1783910" y="2556335"/>
                </a:cubicBezTo>
                <a:lnTo>
                  <a:pt x="1793851" y="2573549"/>
                </a:lnTo>
                <a:cubicBezTo>
                  <a:pt x="1794217" y="2574229"/>
                  <a:pt x="1794217" y="2575328"/>
                  <a:pt x="1793851" y="2576008"/>
                </a:cubicBezTo>
                <a:lnTo>
                  <a:pt x="1783910" y="2593222"/>
                </a:lnTo>
                <a:cubicBezTo>
                  <a:pt x="1783491" y="2593850"/>
                  <a:pt x="1782549" y="2594426"/>
                  <a:pt x="1781764" y="2594426"/>
                </a:cubicBezTo>
                <a:lnTo>
                  <a:pt x="1761882" y="2594426"/>
                </a:lnTo>
                <a:cubicBezTo>
                  <a:pt x="1761097" y="2594426"/>
                  <a:pt x="1760103" y="2593902"/>
                  <a:pt x="1759737" y="2593222"/>
                </a:cubicBezTo>
                <a:lnTo>
                  <a:pt x="1749796" y="2576008"/>
                </a:lnTo>
                <a:cubicBezTo>
                  <a:pt x="1749429" y="2575328"/>
                  <a:pt x="1749429" y="2574229"/>
                  <a:pt x="1749796" y="2573549"/>
                </a:cubicBezTo>
                <a:lnTo>
                  <a:pt x="1759737" y="2556335"/>
                </a:lnTo>
                <a:cubicBezTo>
                  <a:pt x="1760155" y="2555707"/>
                  <a:pt x="1761097" y="2555132"/>
                  <a:pt x="1761882" y="2555132"/>
                </a:cubicBezTo>
                <a:close/>
                <a:moveTo>
                  <a:pt x="1843870" y="2553824"/>
                </a:moveTo>
                <a:lnTo>
                  <a:pt x="1865008" y="2553824"/>
                </a:lnTo>
                <a:cubicBezTo>
                  <a:pt x="1865845" y="2553824"/>
                  <a:pt x="1866839" y="2554399"/>
                  <a:pt x="1867258" y="2555132"/>
                </a:cubicBezTo>
                <a:lnTo>
                  <a:pt x="1877826" y="2573445"/>
                </a:lnTo>
                <a:cubicBezTo>
                  <a:pt x="1878245" y="2574177"/>
                  <a:pt x="1878245" y="2575328"/>
                  <a:pt x="1877826" y="2576061"/>
                </a:cubicBezTo>
                <a:lnTo>
                  <a:pt x="1867258" y="2594373"/>
                </a:lnTo>
                <a:cubicBezTo>
                  <a:pt x="1866839" y="2595106"/>
                  <a:pt x="1865845" y="2595681"/>
                  <a:pt x="1865008" y="2595681"/>
                </a:cubicBezTo>
                <a:lnTo>
                  <a:pt x="1843870" y="2595681"/>
                </a:lnTo>
                <a:cubicBezTo>
                  <a:pt x="1843033" y="2595681"/>
                  <a:pt x="1842039" y="2595106"/>
                  <a:pt x="1841620" y="2594373"/>
                </a:cubicBezTo>
                <a:lnTo>
                  <a:pt x="1831051" y="2576061"/>
                </a:lnTo>
                <a:cubicBezTo>
                  <a:pt x="1830632" y="2575328"/>
                  <a:pt x="1830632" y="2574177"/>
                  <a:pt x="1831051" y="2573445"/>
                </a:cubicBezTo>
                <a:lnTo>
                  <a:pt x="1841620" y="2555132"/>
                </a:lnTo>
                <a:cubicBezTo>
                  <a:pt x="1842039" y="2554399"/>
                  <a:pt x="1843033" y="2553824"/>
                  <a:pt x="1843870" y="2553824"/>
                </a:cubicBezTo>
                <a:close/>
                <a:moveTo>
                  <a:pt x="1011588" y="2542627"/>
                </a:moveTo>
                <a:lnTo>
                  <a:pt x="1044080" y="2542627"/>
                </a:lnTo>
                <a:cubicBezTo>
                  <a:pt x="1045335" y="2542627"/>
                  <a:pt x="1046905" y="2543516"/>
                  <a:pt x="1047533" y="2544615"/>
                </a:cubicBezTo>
                <a:lnTo>
                  <a:pt x="1063753" y="2572712"/>
                </a:lnTo>
                <a:cubicBezTo>
                  <a:pt x="1064381" y="2573811"/>
                  <a:pt x="1064381" y="2575642"/>
                  <a:pt x="1063753" y="2576741"/>
                </a:cubicBezTo>
                <a:lnTo>
                  <a:pt x="1047533" y="2604838"/>
                </a:lnTo>
                <a:cubicBezTo>
                  <a:pt x="1046905" y="2605936"/>
                  <a:pt x="1045335" y="2606826"/>
                  <a:pt x="1044080" y="2606826"/>
                </a:cubicBezTo>
                <a:lnTo>
                  <a:pt x="1011588" y="2606826"/>
                </a:lnTo>
                <a:cubicBezTo>
                  <a:pt x="1010332" y="2606826"/>
                  <a:pt x="1008763" y="2605936"/>
                  <a:pt x="1008135" y="2604838"/>
                </a:cubicBezTo>
                <a:lnTo>
                  <a:pt x="991915" y="2576741"/>
                </a:lnTo>
                <a:cubicBezTo>
                  <a:pt x="991287" y="2575642"/>
                  <a:pt x="991287" y="2573811"/>
                  <a:pt x="991915" y="2572712"/>
                </a:cubicBezTo>
                <a:lnTo>
                  <a:pt x="1008135" y="2544615"/>
                </a:lnTo>
                <a:cubicBezTo>
                  <a:pt x="1008763" y="2543516"/>
                  <a:pt x="1010332" y="2542627"/>
                  <a:pt x="1011588" y="2542627"/>
                </a:cubicBezTo>
                <a:close/>
                <a:moveTo>
                  <a:pt x="101923" y="2541738"/>
                </a:moveTo>
                <a:lnTo>
                  <a:pt x="135304" y="2541738"/>
                </a:lnTo>
                <a:cubicBezTo>
                  <a:pt x="136612" y="2541738"/>
                  <a:pt x="138182" y="2542627"/>
                  <a:pt x="138862" y="2543778"/>
                </a:cubicBezTo>
                <a:lnTo>
                  <a:pt x="155552" y="2572660"/>
                </a:lnTo>
                <a:cubicBezTo>
                  <a:pt x="156233" y="2573811"/>
                  <a:pt x="156233" y="2575642"/>
                  <a:pt x="155552" y="2576794"/>
                </a:cubicBezTo>
                <a:lnTo>
                  <a:pt x="138862" y="2605675"/>
                </a:lnTo>
                <a:cubicBezTo>
                  <a:pt x="138234" y="2606774"/>
                  <a:pt x="136612" y="2607716"/>
                  <a:pt x="135304" y="2607716"/>
                </a:cubicBezTo>
                <a:lnTo>
                  <a:pt x="101923" y="2607716"/>
                </a:lnTo>
                <a:cubicBezTo>
                  <a:pt x="100615" y="2607716"/>
                  <a:pt x="99045" y="2606826"/>
                  <a:pt x="98365" y="2605675"/>
                </a:cubicBezTo>
                <a:lnTo>
                  <a:pt x="81674" y="2576794"/>
                </a:lnTo>
                <a:cubicBezTo>
                  <a:pt x="80994" y="2575642"/>
                  <a:pt x="80994" y="2573811"/>
                  <a:pt x="81674" y="2572660"/>
                </a:cubicBezTo>
                <a:lnTo>
                  <a:pt x="98365" y="2543778"/>
                </a:lnTo>
                <a:cubicBezTo>
                  <a:pt x="98993" y="2542680"/>
                  <a:pt x="100615" y="2541738"/>
                  <a:pt x="101923" y="2541738"/>
                </a:cubicBezTo>
                <a:close/>
                <a:moveTo>
                  <a:pt x="693838" y="2485387"/>
                </a:moveTo>
                <a:lnTo>
                  <a:pt x="700588" y="2485387"/>
                </a:lnTo>
                <a:cubicBezTo>
                  <a:pt x="700849" y="2485387"/>
                  <a:pt x="701320" y="2485806"/>
                  <a:pt x="701320" y="2485806"/>
                </a:cubicBezTo>
                <a:lnTo>
                  <a:pt x="704721" y="2491666"/>
                </a:lnTo>
                <a:cubicBezTo>
                  <a:pt x="704878" y="2491875"/>
                  <a:pt x="704721" y="2492503"/>
                  <a:pt x="704721" y="2492503"/>
                </a:cubicBezTo>
                <a:lnTo>
                  <a:pt x="701320" y="2498363"/>
                </a:lnTo>
                <a:cubicBezTo>
                  <a:pt x="701163" y="2498572"/>
                  <a:pt x="700849" y="2498781"/>
                  <a:pt x="700588" y="2498781"/>
                </a:cubicBezTo>
                <a:lnTo>
                  <a:pt x="693838" y="2498781"/>
                </a:lnTo>
                <a:cubicBezTo>
                  <a:pt x="693577" y="2498781"/>
                  <a:pt x="693106" y="2498363"/>
                  <a:pt x="693106" y="2498363"/>
                </a:cubicBezTo>
                <a:lnTo>
                  <a:pt x="689705" y="2492503"/>
                </a:lnTo>
                <a:cubicBezTo>
                  <a:pt x="689548" y="2492294"/>
                  <a:pt x="689705" y="2491666"/>
                  <a:pt x="689705" y="2491666"/>
                </a:cubicBezTo>
                <a:lnTo>
                  <a:pt x="693106" y="2485806"/>
                </a:lnTo>
                <a:cubicBezTo>
                  <a:pt x="693263" y="2485596"/>
                  <a:pt x="693577" y="2485387"/>
                  <a:pt x="693838" y="2485387"/>
                </a:cubicBezTo>
                <a:close/>
                <a:moveTo>
                  <a:pt x="610385" y="2483818"/>
                </a:moveTo>
                <a:lnTo>
                  <a:pt x="618757" y="2483818"/>
                </a:lnTo>
                <a:cubicBezTo>
                  <a:pt x="619070" y="2483818"/>
                  <a:pt x="619489" y="2484080"/>
                  <a:pt x="619646" y="2484341"/>
                </a:cubicBezTo>
                <a:lnTo>
                  <a:pt x="623832" y="2491614"/>
                </a:lnTo>
                <a:cubicBezTo>
                  <a:pt x="623989" y="2491928"/>
                  <a:pt x="623989" y="2492399"/>
                  <a:pt x="623832" y="2492660"/>
                </a:cubicBezTo>
                <a:lnTo>
                  <a:pt x="619646" y="2499933"/>
                </a:lnTo>
                <a:cubicBezTo>
                  <a:pt x="619489" y="2500247"/>
                  <a:pt x="619070" y="2500456"/>
                  <a:pt x="618757" y="2500456"/>
                </a:cubicBezTo>
                <a:lnTo>
                  <a:pt x="610385" y="2500456"/>
                </a:lnTo>
                <a:cubicBezTo>
                  <a:pt x="610071" y="2500456"/>
                  <a:pt x="609653" y="2500195"/>
                  <a:pt x="609496" y="2499933"/>
                </a:cubicBezTo>
                <a:lnTo>
                  <a:pt x="605310" y="2492660"/>
                </a:lnTo>
                <a:cubicBezTo>
                  <a:pt x="605153" y="2492346"/>
                  <a:pt x="605153" y="2491875"/>
                  <a:pt x="605310" y="2491614"/>
                </a:cubicBezTo>
                <a:lnTo>
                  <a:pt x="609496" y="2484341"/>
                </a:lnTo>
                <a:cubicBezTo>
                  <a:pt x="609653" y="2484027"/>
                  <a:pt x="610071" y="2483818"/>
                  <a:pt x="610385" y="2483818"/>
                </a:cubicBezTo>
                <a:close/>
                <a:moveTo>
                  <a:pt x="775094" y="2482614"/>
                </a:moveTo>
                <a:lnTo>
                  <a:pt x="784669" y="2482614"/>
                </a:lnTo>
                <a:cubicBezTo>
                  <a:pt x="785087" y="2482614"/>
                  <a:pt x="785506" y="2482876"/>
                  <a:pt x="785715" y="2483189"/>
                </a:cubicBezTo>
                <a:lnTo>
                  <a:pt x="790529" y="2491508"/>
                </a:lnTo>
                <a:cubicBezTo>
                  <a:pt x="790738" y="2491875"/>
                  <a:pt x="790738" y="2492398"/>
                  <a:pt x="790529" y="2492712"/>
                </a:cubicBezTo>
                <a:lnTo>
                  <a:pt x="785715" y="2501031"/>
                </a:lnTo>
                <a:cubicBezTo>
                  <a:pt x="785506" y="2501345"/>
                  <a:pt x="785035" y="2501606"/>
                  <a:pt x="784669" y="2501606"/>
                </a:cubicBezTo>
                <a:lnTo>
                  <a:pt x="775094" y="2501606"/>
                </a:lnTo>
                <a:cubicBezTo>
                  <a:pt x="774675" y="2501606"/>
                  <a:pt x="774257" y="2501345"/>
                  <a:pt x="774048" y="2501031"/>
                </a:cubicBezTo>
                <a:lnTo>
                  <a:pt x="769234" y="2492712"/>
                </a:lnTo>
                <a:cubicBezTo>
                  <a:pt x="769025" y="2492346"/>
                  <a:pt x="769025" y="2491822"/>
                  <a:pt x="769234" y="2491508"/>
                </a:cubicBezTo>
                <a:lnTo>
                  <a:pt x="774048" y="2483189"/>
                </a:lnTo>
                <a:cubicBezTo>
                  <a:pt x="774257" y="2482876"/>
                  <a:pt x="774728" y="2482614"/>
                  <a:pt x="775094" y="2482614"/>
                </a:cubicBezTo>
                <a:close/>
                <a:moveTo>
                  <a:pt x="2592699" y="2480888"/>
                </a:moveTo>
                <a:lnTo>
                  <a:pt x="2604052" y="2480888"/>
                </a:lnTo>
                <a:cubicBezTo>
                  <a:pt x="2604471" y="2480888"/>
                  <a:pt x="2605046" y="2481202"/>
                  <a:pt x="2605255" y="2481568"/>
                </a:cubicBezTo>
                <a:lnTo>
                  <a:pt x="2610906" y="2491405"/>
                </a:lnTo>
                <a:cubicBezTo>
                  <a:pt x="2611116" y="2491823"/>
                  <a:pt x="2611116" y="2492451"/>
                  <a:pt x="2610906" y="2492817"/>
                </a:cubicBezTo>
                <a:lnTo>
                  <a:pt x="2605255" y="2502654"/>
                </a:lnTo>
                <a:cubicBezTo>
                  <a:pt x="2605046" y="2503020"/>
                  <a:pt x="2604523" y="2503334"/>
                  <a:pt x="2604052" y="2503334"/>
                </a:cubicBezTo>
                <a:lnTo>
                  <a:pt x="2592699" y="2503334"/>
                </a:lnTo>
                <a:cubicBezTo>
                  <a:pt x="2592280" y="2503334"/>
                  <a:pt x="2591704" y="2503020"/>
                  <a:pt x="2591495" y="2502654"/>
                </a:cubicBezTo>
                <a:lnTo>
                  <a:pt x="2585844" y="2492817"/>
                </a:lnTo>
                <a:cubicBezTo>
                  <a:pt x="2585635" y="2492399"/>
                  <a:pt x="2585635" y="2491771"/>
                  <a:pt x="2585844" y="2491405"/>
                </a:cubicBezTo>
                <a:lnTo>
                  <a:pt x="2591495" y="2481568"/>
                </a:lnTo>
                <a:cubicBezTo>
                  <a:pt x="2591704" y="2481202"/>
                  <a:pt x="2592227" y="2480888"/>
                  <a:pt x="2592699" y="2480888"/>
                </a:cubicBezTo>
                <a:close/>
                <a:moveTo>
                  <a:pt x="856506" y="2480207"/>
                </a:moveTo>
                <a:lnTo>
                  <a:pt x="868540" y="2480207"/>
                </a:lnTo>
                <a:cubicBezTo>
                  <a:pt x="869011" y="2480207"/>
                  <a:pt x="869587" y="2480521"/>
                  <a:pt x="869848" y="2480940"/>
                </a:cubicBezTo>
                <a:lnTo>
                  <a:pt x="875865" y="2491352"/>
                </a:lnTo>
                <a:cubicBezTo>
                  <a:pt x="876127" y="2491718"/>
                  <a:pt x="876127" y="2492398"/>
                  <a:pt x="875865" y="2492816"/>
                </a:cubicBezTo>
                <a:lnTo>
                  <a:pt x="869848" y="2503228"/>
                </a:lnTo>
                <a:cubicBezTo>
                  <a:pt x="869587" y="2503647"/>
                  <a:pt x="869011" y="2503961"/>
                  <a:pt x="868540" y="2503961"/>
                </a:cubicBezTo>
                <a:lnTo>
                  <a:pt x="856506" y="2503961"/>
                </a:lnTo>
                <a:cubicBezTo>
                  <a:pt x="856035" y="2503961"/>
                  <a:pt x="855460" y="2503647"/>
                  <a:pt x="855198" y="2503228"/>
                </a:cubicBezTo>
                <a:lnTo>
                  <a:pt x="849181" y="2492816"/>
                </a:lnTo>
                <a:cubicBezTo>
                  <a:pt x="848920" y="2492450"/>
                  <a:pt x="848920" y="2491770"/>
                  <a:pt x="849181" y="2491352"/>
                </a:cubicBezTo>
                <a:lnTo>
                  <a:pt x="855198" y="2480940"/>
                </a:lnTo>
                <a:cubicBezTo>
                  <a:pt x="855460" y="2480521"/>
                  <a:pt x="856035" y="2480207"/>
                  <a:pt x="856506" y="2480207"/>
                </a:cubicBezTo>
                <a:close/>
                <a:moveTo>
                  <a:pt x="2509350" y="2479527"/>
                </a:moveTo>
                <a:lnTo>
                  <a:pt x="2522064" y="2479527"/>
                </a:lnTo>
                <a:cubicBezTo>
                  <a:pt x="2522587" y="2479527"/>
                  <a:pt x="2523163" y="2479893"/>
                  <a:pt x="2523424" y="2480312"/>
                </a:cubicBezTo>
                <a:lnTo>
                  <a:pt x="2529755" y="2491299"/>
                </a:lnTo>
                <a:cubicBezTo>
                  <a:pt x="2530017" y="2491718"/>
                  <a:pt x="2530017" y="2492450"/>
                  <a:pt x="2529755" y="2492869"/>
                </a:cubicBezTo>
                <a:lnTo>
                  <a:pt x="2523424" y="2503857"/>
                </a:lnTo>
                <a:cubicBezTo>
                  <a:pt x="2523163" y="2504275"/>
                  <a:pt x="2522587" y="2504641"/>
                  <a:pt x="2522064" y="2504641"/>
                </a:cubicBezTo>
                <a:lnTo>
                  <a:pt x="2509350" y="2504641"/>
                </a:lnTo>
                <a:cubicBezTo>
                  <a:pt x="2508826" y="2504641"/>
                  <a:pt x="2508251" y="2504275"/>
                  <a:pt x="2507989" y="2503857"/>
                </a:cubicBezTo>
                <a:lnTo>
                  <a:pt x="2501658" y="2492869"/>
                </a:lnTo>
                <a:cubicBezTo>
                  <a:pt x="2501397" y="2492450"/>
                  <a:pt x="2501397" y="2491718"/>
                  <a:pt x="2501658" y="2491299"/>
                </a:cubicBezTo>
                <a:lnTo>
                  <a:pt x="2507989" y="2480312"/>
                </a:lnTo>
                <a:cubicBezTo>
                  <a:pt x="2508251" y="2479893"/>
                  <a:pt x="2508826" y="2479527"/>
                  <a:pt x="2509350" y="2479527"/>
                </a:cubicBezTo>
                <a:close/>
                <a:moveTo>
                  <a:pt x="442851" y="2479475"/>
                </a:moveTo>
                <a:lnTo>
                  <a:pt x="455618" y="2479475"/>
                </a:lnTo>
                <a:cubicBezTo>
                  <a:pt x="456088" y="2479475"/>
                  <a:pt x="456716" y="2479841"/>
                  <a:pt x="456978" y="2480260"/>
                </a:cubicBezTo>
                <a:lnTo>
                  <a:pt x="463361" y="2491300"/>
                </a:lnTo>
                <a:cubicBezTo>
                  <a:pt x="463623" y="2491718"/>
                  <a:pt x="463623" y="2492451"/>
                  <a:pt x="463361" y="2492869"/>
                </a:cubicBezTo>
                <a:lnTo>
                  <a:pt x="456978" y="2503909"/>
                </a:lnTo>
                <a:cubicBezTo>
                  <a:pt x="456716" y="2504328"/>
                  <a:pt x="456141" y="2504694"/>
                  <a:pt x="455618" y="2504694"/>
                </a:cubicBezTo>
                <a:lnTo>
                  <a:pt x="442851" y="2504694"/>
                </a:lnTo>
                <a:cubicBezTo>
                  <a:pt x="442380" y="2504694"/>
                  <a:pt x="441752" y="2504328"/>
                  <a:pt x="441491" y="2503909"/>
                </a:cubicBezTo>
                <a:lnTo>
                  <a:pt x="435107" y="2492869"/>
                </a:lnTo>
                <a:cubicBezTo>
                  <a:pt x="434846" y="2492451"/>
                  <a:pt x="434846" y="2491718"/>
                  <a:pt x="435107" y="2491300"/>
                </a:cubicBezTo>
                <a:lnTo>
                  <a:pt x="441491" y="2480260"/>
                </a:lnTo>
                <a:cubicBezTo>
                  <a:pt x="441752" y="2479841"/>
                  <a:pt x="442328" y="2479475"/>
                  <a:pt x="442851" y="2479475"/>
                </a:cubicBezTo>
                <a:close/>
                <a:moveTo>
                  <a:pt x="360183" y="2479422"/>
                </a:moveTo>
                <a:lnTo>
                  <a:pt x="373002" y="2479422"/>
                </a:lnTo>
                <a:cubicBezTo>
                  <a:pt x="373473" y="2479422"/>
                  <a:pt x="374100" y="2479788"/>
                  <a:pt x="374362" y="2480207"/>
                </a:cubicBezTo>
                <a:lnTo>
                  <a:pt x="380745" y="2491299"/>
                </a:lnTo>
                <a:cubicBezTo>
                  <a:pt x="381007" y="2491718"/>
                  <a:pt x="381007" y="2492450"/>
                  <a:pt x="380745" y="2492869"/>
                </a:cubicBezTo>
                <a:lnTo>
                  <a:pt x="374362" y="2503961"/>
                </a:lnTo>
                <a:cubicBezTo>
                  <a:pt x="374100" y="2504380"/>
                  <a:pt x="373525" y="2504746"/>
                  <a:pt x="373002" y="2504746"/>
                </a:cubicBezTo>
                <a:lnTo>
                  <a:pt x="360183" y="2504746"/>
                </a:lnTo>
                <a:cubicBezTo>
                  <a:pt x="359712" y="2504746"/>
                  <a:pt x="359084" y="2504380"/>
                  <a:pt x="358823" y="2503961"/>
                </a:cubicBezTo>
                <a:lnTo>
                  <a:pt x="352439" y="2492869"/>
                </a:lnTo>
                <a:cubicBezTo>
                  <a:pt x="352178" y="2492450"/>
                  <a:pt x="352178" y="2491718"/>
                  <a:pt x="352439" y="2491299"/>
                </a:cubicBezTo>
                <a:lnTo>
                  <a:pt x="358823" y="2480207"/>
                </a:lnTo>
                <a:cubicBezTo>
                  <a:pt x="359084" y="2479788"/>
                  <a:pt x="359660" y="2479422"/>
                  <a:pt x="360183" y="2479422"/>
                </a:cubicBezTo>
                <a:close/>
                <a:moveTo>
                  <a:pt x="277462" y="2479266"/>
                </a:moveTo>
                <a:lnTo>
                  <a:pt x="290490" y="2479266"/>
                </a:lnTo>
                <a:cubicBezTo>
                  <a:pt x="291013" y="2479266"/>
                  <a:pt x="291641" y="2479632"/>
                  <a:pt x="291903" y="2480051"/>
                </a:cubicBezTo>
                <a:lnTo>
                  <a:pt x="298390" y="2491300"/>
                </a:lnTo>
                <a:cubicBezTo>
                  <a:pt x="298652" y="2491771"/>
                  <a:pt x="298652" y="2492503"/>
                  <a:pt x="298390" y="2492922"/>
                </a:cubicBezTo>
                <a:lnTo>
                  <a:pt x="291903" y="2504171"/>
                </a:lnTo>
                <a:cubicBezTo>
                  <a:pt x="291641" y="2504590"/>
                  <a:pt x="291013" y="2504956"/>
                  <a:pt x="290490" y="2504956"/>
                </a:cubicBezTo>
                <a:lnTo>
                  <a:pt x="277462" y="2504956"/>
                </a:lnTo>
                <a:cubicBezTo>
                  <a:pt x="276939" y="2504956"/>
                  <a:pt x="276311" y="2504590"/>
                  <a:pt x="276049" y="2504171"/>
                </a:cubicBezTo>
                <a:lnTo>
                  <a:pt x="269561" y="2492922"/>
                </a:lnTo>
                <a:cubicBezTo>
                  <a:pt x="269300" y="2492451"/>
                  <a:pt x="269300" y="2491719"/>
                  <a:pt x="269561" y="2491300"/>
                </a:cubicBezTo>
                <a:lnTo>
                  <a:pt x="276049" y="2480051"/>
                </a:lnTo>
                <a:cubicBezTo>
                  <a:pt x="276311" y="2479632"/>
                  <a:pt x="276939" y="2479266"/>
                  <a:pt x="277462" y="2479266"/>
                </a:cubicBezTo>
                <a:close/>
                <a:moveTo>
                  <a:pt x="2426473" y="2479056"/>
                </a:moveTo>
                <a:lnTo>
                  <a:pt x="2439658" y="2479056"/>
                </a:lnTo>
                <a:cubicBezTo>
                  <a:pt x="2440181" y="2479056"/>
                  <a:pt x="2440809" y="2479422"/>
                  <a:pt x="2441071" y="2479893"/>
                </a:cubicBezTo>
                <a:lnTo>
                  <a:pt x="2447663" y="2491299"/>
                </a:lnTo>
                <a:cubicBezTo>
                  <a:pt x="2447925" y="2491718"/>
                  <a:pt x="2447925" y="2492450"/>
                  <a:pt x="2447663" y="2492921"/>
                </a:cubicBezTo>
                <a:lnTo>
                  <a:pt x="2441071" y="2504327"/>
                </a:lnTo>
                <a:cubicBezTo>
                  <a:pt x="2440809" y="2504799"/>
                  <a:pt x="2440181" y="2505165"/>
                  <a:pt x="2439658" y="2505165"/>
                </a:cubicBezTo>
                <a:lnTo>
                  <a:pt x="2426473" y="2505165"/>
                </a:lnTo>
                <a:cubicBezTo>
                  <a:pt x="2425950" y="2505165"/>
                  <a:pt x="2425322" y="2504799"/>
                  <a:pt x="2425060" y="2504327"/>
                </a:cubicBezTo>
                <a:lnTo>
                  <a:pt x="2418467" y="2492921"/>
                </a:lnTo>
                <a:cubicBezTo>
                  <a:pt x="2418206" y="2492503"/>
                  <a:pt x="2418206" y="2491770"/>
                  <a:pt x="2418467" y="2491299"/>
                </a:cubicBezTo>
                <a:lnTo>
                  <a:pt x="2425060" y="2479893"/>
                </a:lnTo>
                <a:cubicBezTo>
                  <a:pt x="2425322" y="2479422"/>
                  <a:pt x="2425950" y="2479056"/>
                  <a:pt x="2426473" y="2479056"/>
                </a:cubicBezTo>
                <a:close/>
                <a:moveTo>
                  <a:pt x="2343804" y="2479004"/>
                </a:moveTo>
                <a:lnTo>
                  <a:pt x="2356989" y="2479004"/>
                </a:lnTo>
                <a:cubicBezTo>
                  <a:pt x="2357513" y="2479004"/>
                  <a:pt x="2358140" y="2479370"/>
                  <a:pt x="2358402" y="2479841"/>
                </a:cubicBezTo>
                <a:lnTo>
                  <a:pt x="2364995" y="2491299"/>
                </a:lnTo>
                <a:cubicBezTo>
                  <a:pt x="2365256" y="2491718"/>
                  <a:pt x="2365256" y="2492450"/>
                  <a:pt x="2364995" y="2492921"/>
                </a:cubicBezTo>
                <a:lnTo>
                  <a:pt x="2358402" y="2504380"/>
                </a:lnTo>
                <a:cubicBezTo>
                  <a:pt x="2358140" y="2504851"/>
                  <a:pt x="2357513" y="2505217"/>
                  <a:pt x="2356989" y="2505217"/>
                </a:cubicBezTo>
                <a:lnTo>
                  <a:pt x="2343804" y="2505217"/>
                </a:lnTo>
                <a:cubicBezTo>
                  <a:pt x="2343281" y="2505217"/>
                  <a:pt x="2342653" y="2504851"/>
                  <a:pt x="2342392" y="2504380"/>
                </a:cubicBezTo>
                <a:lnTo>
                  <a:pt x="2335799" y="2492921"/>
                </a:lnTo>
                <a:cubicBezTo>
                  <a:pt x="2335538" y="2492503"/>
                  <a:pt x="2335538" y="2491771"/>
                  <a:pt x="2335799" y="2491299"/>
                </a:cubicBezTo>
                <a:lnTo>
                  <a:pt x="2342392" y="2479841"/>
                </a:lnTo>
                <a:cubicBezTo>
                  <a:pt x="2342653" y="2479370"/>
                  <a:pt x="2343281" y="2479004"/>
                  <a:pt x="2343804" y="2479004"/>
                </a:cubicBezTo>
                <a:close/>
                <a:moveTo>
                  <a:pt x="194637" y="2478952"/>
                </a:moveTo>
                <a:lnTo>
                  <a:pt x="207874" y="2478952"/>
                </a:lnTo>
                <a:cubicBezTo>
                  <a:pt x="208398" y="2478952"/>
                  <a:pt x="209025" y="2479318"/>
                  <a:pt x="209287" y="2479789"/>
                </a:cubicBezTo>
                <a:lnTo>
                  <a:pt x="215932" y="2491247"/>
                </a:lnTo>
                <a:cubicBezTo>
                  <a:pt x="216193" y="2491666"/>
                  <a:pt x="216193" y="2492399"/>
                  <a:pt x="215932" y="2492869"/>
                </a:cubicBezTo>
                <a:lnTo>
                  <a:pt x="209287" y="2504328"/>
                </a:lnTo>
                <a:cubicBezTo>
                  <a:pt x="209025" y="2504799"/>
                  <a:pt x="208398" y="2505165"/>
                  <a:pt x="207874" y="2505165"/>
                </a:cubicBezTo>
                <a:lnTo>
                  <a:pt x="194637" y="2505165"/>
                </a:lnTo>
                <a:cubicBezTo>
                  <a:pt x="194114" y="2505165"/>
                  <a:pt x="193486" y="2504799"/>
                  <a:pt x="193224" y="2504328"/>
                </a:cubicBezTo>
                <a:lnTo>
                  <a:pt x="186579" y="2492869"/>
                </a:lnTo>
                <a:cubicBezTo>
                  <a:pt x="186318" y="2492451"/>
                  <a:pt x="186318" y="2491719"/>
                  <a:pt x="186579" y="2491247"/>
                </a:cubicBezTo>
                <a:lnTo>
                  <a:pt x="193224" y="2479789"/>
                </a:lnTo>
                <a:cubicBezTo>
                  <a:pt x="193486" y="2479318"/>
                  <a:pt x="194114" y="2478952"/>
                  <a:pt x="194637" y="2478952"/>
                </a:cubicBezTo>
                <a:close/>
                <a:moveTo>
                  <a:pt x="1186500" y="2478899"/>
                </a:moveTo>
                <a:lnTo>
                  <a:pt x="1199790" y="2478899"/>
                </a:lnTo>
                <a:cubicBezTo>
                  <a:pt x="1200313" y="2478899"/>
                  <a:pt x="1200940" y="2479265"/>
                  <a:pt x="1201202" y="2479736"/>
                </a:cubicBezTo>
                <a:lnTo>
                  <a:pt x="1207847" y="2491247"/>
                </a:lnTo>
                <a:cubicBezTo>
                  <a:pt x="1208108" y="2491666"/>
                  <a:pt x="1208108" y="2492398"/>
                  <a:pt x="1207847" y="2492869"/>
                </a:cubicBezTo>
                <a:lnTo>
                  <a:pt x="1201202" y="2504380"/>
                </a:lnTo>
                <a:cubicBezTo>
                  <a:pt x="1200940" y="2504851"/>
                  <a:pt x="1200313" y="2505217"/>
                  <a:pt x="1199790" y="2505217"/>
                </a:cubicBezTo>
                <a:lnTo>
                  <a:pt x="1186500" y="2505217"/>
                </a:lnTo>
                <a:cubicBezTo>
                  <a:pt x="1185977" y="2505217"/>
                  <a:pt x="1185349" y="2504851"/>
                  <a:pt x="1185087" y="2504380"/>
                </a:cubicBezTo>
                <a:lnTo>
                  <a:pt x="1178442" y="2492869"/>
                </a:lnTo>
                <a:cubicBezTo>
                  <a:pt x="1178181" y="2492450"/>
                  <a:pt x="1178181" y="2491718"/>
                  <a:pt x="1178442" y="2491247"/>
                </a:cubicBezTo>
                <a:lnTo>
                  <a:pt x="1185087" y="2479736"/>
                </a:lnTo>
                <a:cubicBezTo>
                  <a:pt x="1185349" y="2479265"/>
                  <a:pt x="1185977" y="2478899"/>
                  <a:pt x="1186500" y="2478899"/>
                </a:cubicBezTo>
                <a:close/>
                <a:moveTo>
                  <a:pt x="524786" y="2478010"/>
                </a:moveTo>
                <a:lnTo>
                  <a:pt x="539018" y="2478010"/>
                </a:lnTo>
                <a:cubicBezTo>
                  <a:pt x="539594" y="2478010"/>
                  <a:pt x="540274" y="2478428"/>
                  <a:pt x="540535" y="2478899"/>
                </a:cubicBezTo>
                <a:lnTo>
                  <a:pt x="547651" y="2491195"/>
                </a:lnTo>
                <a:cubicBezTo>
                  <a:pt x="547912" y="2491718"/>
                  <a:pt x="547912" y="2492503"/>
                  <a:pt x="547651" y="2492974"/>
                </a:cubicBezTo>
                <a:lnTo>
                  <a:pt x="540535" y="2505269"/>
                </a:lnTo>
                <a:cubicBezTo>
                  <a:pt x="540274" y="2505740"/>
                  <a:pt x="539594" y="2506159"/>
                  <a:pt x="539018" y="2506159"/>
                </a:cubicBezTo>
                <a:lnTo>
                  <a:pt x="524786" y="2506159"/>
                </a:lnTo>
                <a:cubicBezTo>
                  <a:pt x="524211" y="2506159"/>
                  <a:pt x="523531" y="2505740"/>
                  <a:pt x="523269" y="2505269"/>
                </a:cubicBezTo>
                <a:lnTo>
                  <a:pt x="516153" y="2492974"/>
                </a:lnTo>
                <a:cubicBezTo>
                  <a:pt x="515892" y="2492451"/>
                  <a:pt x="515892" y="2491666"/>
                  <a:pt x="516153" y="2491195"/>
                </a:cubicBezTo>
                <a:lnTo>
                  <a:pt x="523269" y="2478899"/>
                </a:lnTo>
                <a:cubicBezTo>
                  <a:pt x="523531" y="2478428"/>
                  <a:pt x="524211" y="2478010"/>
                  <a:pt x="524786" y="2478010"/>
                </a:cubicBezTo>
                <a:close/>
                <a:moveTo>
                  <a:pt x="1102786" y="2476806"/>
                </a:moveTo>
                <a:lnTo>
                  <a:pt x="1118273" y="2476806"/>
                </a:lnTo>
                <a:cubicBezTo>
                  <a:pt x="1118900" y="2476806"/>
                  <a:pt x="1119633" y="2477225"/>
                  <a:pt x="1119947" y="2477748"/>
                </a:cubicBezTo>
                <a:lnTo>
                  <a:pt x="1127690" y="2491142"/>
                </a:lnTo>
                <a:cubicBezTo>
                  <a:pt x="1128004" y="2491718"/>
                  <a:pt x="1128004" y="2492555"/>
                  <a:pt x="1127690" y="2493078"/>
                </a:cubicBezTo>
                <a:lnTo>
                  <a:pt x="1119947" y="2506473"/>
                </a:lnTo>
                <a:cubicBezTo>
                  <a:pt x="1119633" y="2506996"/>
                  <a:pt x="1118900" y="2507414"/>
                  <a:pt x="1118273" y="2507414"/>
                </a:cubicBezTo>
                <a:lnTo>
                  <a:pt x="1102786" y="2507414"/>
                </a:lnTo>
                <a:cubicBezTo>
                  <a:pt x="1102157" y="2507414"/>
                  <a:pt x="1101425" y="2506996"/>
                  <a:pt x="1101111" y="2506473"/>
                </a:cubicBezTo>
                <a:lnTo>
                  <a:pt x="1093367" y="2493078"/>
                </a:lnTo>
                <a:cubicBezTo>
                  <a:pt x="1093054" y="2492503"/>
                  <a:pt x="1093054" y="2491666"/>
                  <a:pt x="1093367" y="2491142"/>
                </a:cubicBezTo>
                <a:lnTo>
                  <a:pt x="1101111" y="2477748"/>
                </a:lnTo>
                <a:cubicBezTo>
                  <a:pt x="1101425" y="2477225"/>
                  <a:pt x="1102157" y="2476806"/>
                  <a:pt x="1102786" y="2476806"/>
                </a:cubicBezTo>
                <a:close/>
                <a:moveTo>
                  <a:pt x="1515865" y="2476388"/>
                </a:moveTo>
                <a:lnTo>
                  <a:pt x="1531771" y="2476388"/>
                </a:lnTo>
                <a:cubicBezTo>
                  <a:pt x="1532399" y="2476388"/>
                  <a:pt x="1533183" y="2476859"/>
                  <a:pt x="1533497" y="2477382"/>
                </a:cubicBezTo>
                <a:lnTo>
                  <a:pt x="1541450" y="2491142"/>
                </a:lnTo>
                <a:cubicBezTo>
                  <a:pt x="1541764" y="2491718"/>
                  <a:pt x="1541764" y="2492608"/>
                  <a:pt x="1541450" y="2493131"/>
                </a:cubicBezTo>
                <a:lnTo>
                  <a:pt x="1533497" y="2506891"/>
                </a:lnTo>
                <a:cubicBezTo>
                  <a:pt x="1533183" y="2507467"/>
                  <a:pt x="1532399" y="2507885"/>
                  <a:pt x="1531771" y="2507885"/>
                </a:cubicBezTo>
                <a:lnTo>
                  <a:pt x="1515865" y="2507885"/>
                </a:lnTo>
                <a:cubicBezTo>
                  <a:pt x="1515237" y="2507885"/>
                  <a:pt x="1514452" y="2507415"/>
                  <a:pt x="1514138" y="2506891"/>
                </a:cubicBezTo>
                <a:lnTo>
                  <a:pt x="1506185" y="2493131"/>
                </a:lnTo>
                <a:cubicBezTo>
                  <a:pt x="1505872" y="2492555"/>
                  <a:pt x="1505872" y="2491666"/>
                  <a:pt x="1506185" y="2491142"/>
                </a:cubicBezTo>
                <a:lnTo>
                  <a:pt x="1514138" y="2477382"/>
                </a:lnTo>
                <a:cubicBezTo>
                  <a:pt x="1514452" y="2476806"/>
                  <a:pt x="1515237" y="2476388"/>
                  <a:pt x="1515865" y="2476388"/>
                </a:cubicBezTo>
                <a:close/>
                <a:moveTo>
                  <a:pt x="1267861" y="2476283"/>
                </a:moveTo>
                <a:lnTo>
                  <a:pt x="1283819" y="2476283"/>
                </a:lnTo>
                <a:cubicBezTo>
                  <a:pt x="1284446" y="2476283"/>
                  <a:pt x="1285231" y="2476754"/>
                  <a:pt x="1285545" y="2477277"/>
                </a:cubicBezTo>
                <a:lnTo>
                  <a:pt x="1293550" y="2491142"/>
                </a:lnTo>
                <a:cubicBezTo>
                  <a:pt x="1293864" y="2491718"/>
                  <a:pt x="1293864" y="2492607"/>
                  <a:pt x="1293550" y="2493130"/>
                </a:cubicBezTo>
                <a:lnTo>
                  <a:pt x="1285545" y="2506996"/>
                </a:lnTo>
                <a:cubicBezTo>
                  <a:pt x="1285231" y="2507571"/>
                  <a:pt x="1284446" y="2507990"/>
                  <a:pt x="1283819" y="2507990"/>
                </a:cubicBezTo>
                <a:lnTo>
                  <a:pt x="1267861" y="2507990"/>
                </a:lnTo>
                <a:cubicBezTo>
                  <a:pt x="1267233" y="2507990"/>
                  <a:pt x="1266448" y="2507519"/>
                  <a:pt x="1266134" y="2506996"/>
                </a:cubicBezTo>
                <a:lnTo>
                  <a:pt x="1258128" y="2493130"/>
                </a:lnTo>
                <a:cubicBezTo>
                  <a:pt x="1257815" y="2492555"/>
                  <a:pt x="1257815" y="2491666"/>
                  <a:pt x="1258128" y="2491142"/>
                </a:cubicBezTo>
                <a:lnTo>
                  <a:pt x="1266134" y="2477277"/>
                </a:lnTo>
                <a:cubicBezTo>
                  <a:pt x="1266448" y="2476702"/>
                  <a:pt x="1267233" y="2476283"/>
                  <a:pt x="1267861" y="2476283"/>
                </a:cubicBezTo>
                <a:close/>
                <a:moveTo>
                  <a:pt x="2259618" y="2476074"/>
                </a:moveTo>
                <a:lnTo>
                  <a:pt x="2275785" y="2476074"/>
                </a:lnTo>
                <a:cubicBezTo>
                  <a:pt x="2276413" y="2476074"/>
                  <a:pt x="2277198" y="2476492"/>
                  <a:pt x="2277512" y="2477068"/>
                </a:cubicBezTo>
                <a:lnTo>
                  <a:pt x="2285622" y="2491090"/>
                </a:lnTo>
                <a:cubicBezTo>
                  <a:pt x="2285936" y="2491613"/>
                  <a:pt x="2285936" y="2492503"/>
                  <a:pt x="2285622" y="2493079"/>
                </a:cubicBezTo>
                <a:lnTo>
                  <a:pt x="2277512" y="2507101"/>
                </a:lnTo>
                <a:cubicBezTo>
                  <a:pt x="2277198" y="2507624"/>
                  <a:pt x="2276413" y="2508095"/>
                  <a:pt x="2275785" y="2508095"/>
                </a:cubicBezTo>
                <a:lnTo>
                  <a:pt x="2259618" y="2508095"/>
                </a:lnTo>
                <a:cubicBezTo>
                  <a:pt x="2258990" y="2508095"/>
                  <a:pt x="2258205" y="2507676"/>
                  <a:pt x="2257892" y="2507101"/>
                </a:cubicBezTo>
                <a:lnTo>
                  <a:pt x="2249782" y="2493079"/>
                </a:lnTo>
                <a:cubicBezTo>
                  <a:pt x="2249467" y="2492555"/>
                  <a:pt x="2249467" y="2491666"/>
                  <a:pt x="2249782" y="2491090"/>
                </a:cubicBezTo>
                <a:lnTo>
                  <a:pt x="2257892" y="2477068"/>
                </a:lnTo>
                <a:cubicBezTo>
                  <a:pt x="2258205" y="2476545"/>
                  <a:pt x="2258990" y="2476074"/>
                  <a:pt x="2259618" y="2476074"/>
                </a:cubicBezTo>
                <a:close/>
                <a:moveTo>
                  <a:pt x="2176950" y="2476074"/>
                </a:moveTo>
                <a:lnTo>
                  <a:pt x="2193118" y="2476074"/>
                </a:lnTo>
                <a:cubicBezTo>
                  <a:pt x="2193745" y="2476074"/>
                  <a:pt x="2194530" y="2476492"/>
                  <a:pt x="2194844" y="2477068"/>
                </a:cubicBezTo>
                <a:lnTo>
                  <a:pt x="2202954" y="2491090"/>
                </a:lnTo>
                <a:cubicBezTo>
                  <a:pt x="2203268" y="2491613"/>
                  <a:pt x="2203268" y="2492503"/>
                  <a:pt x="2202954" y="2493079"/>
                </a:cubicBezTo>
                <a:lnTo>
                  <a:pt x="2194844" y="2507101"/>
                </a:lnTo>
                <a:cubicBezTo>
                  <a:pt x="2194530" y="2507624"/>
                  <a:pt x="2193745" y="2508095"/>
                  <a:pt x="2193118" y="2508095"/>
                </a:cubicBezTo>
                <a:lnTo>
                  <a:pt x="2176950" y="2508095"/>
                </a:lnTo>
                <a:cubicBezTo>
                  <a:pt x="2176322" y="2508095"/>
                  <a:pt x="2175538" y="2507676"/>
                  <a:pt x="2175223" y="2507101"/>
                </a:cubicBezTo>
                <a:lnTo>
                  <a:pt x="2167113" y="2493079"/>
                </a:lnTo>
                <a:cubicBezTo>
                  <a:pt x="2166800" y="2492555"/>
                  <a:pt x="2166800" y="2491666"/>
                  <a:pt x="2167113" y="2491090"/>
                </a:cubicBezTo>
                <a:lnTo>
                  <a:pt x="2175223" y="2477068"/>
                </a:lnTo>
                <a:cubicBezTo>
                  <a:pt x="2175538" y="2476545"/>
                  <a:pt x="2176322" y="2476074"/>
                  <a:pt x="2176950" y="2476074"/>
                </a:cubicBezTo>
                <a:close/>
                <a:moveTo>
                  <a:pt x="1432935" y="2475969"/>
                </a:moveTo>
                <a:lnTo>
                  <a:pt x="1449260" y="2475969"/>
                </a:lnTo>
                <a:cubicBezTo>
                  <a:pt x="1449888" y="2475969"/>
                  <a:pt x="1450672" y="2476388"/>
                  <a:pt x="1450986" y="2476963"/>
                </a:cubicBezTo>
                <a:lnTo>
                  <a:pt x="1459149" y="2491090"/>
                </a:lnTo>
                <a:cubicBezTo>
                  <a:pt x="1459462" y="2491666"/>
                  <a:pt x="1459462" y="2492555"/>
                  <a:pt x="1459149" y="2493130"/>
                </a:cubicBezTo>
                <a:lnTo>
                  <a:pt x="1450986" y="2507257"/>
                </a:lnTo>
                <a:cubicBezTo>
                  <a:pt x="1450672" y="2507781"/>
                  <a:pt x="1449888" y="2508251"/>
                  <a:pt x="1449260" y="2508251"/>
                </a:cubicBezTo>
                <a:lnTo>
                  <a:pt x="1432935" y="2508251"/>
                </a:lnTo>
                <a:cubicBezTo>
                  <a:pt x="1432307" y="2508251"/>
                  <a:pt x="1431523" y="2507833"/>
                  <a:pt x="1431209" y="2507257"/>
                </a:cubicBezTo>
                <a:lnTo>
                  <a:pt x="1423046" y="2493130"/>
                </a:lnTo>
                <a:cubicBezTo>
                  <a:pt x="1422733" y="2492555"/>
                  <a:pt x="1422733" y="2491666"/>
                  <a:pt x="1423046" y="2491090"/>
                </a:cubicBezTo>
                <a:lnTo>
                  <a:pt x="1431209" y="2476963"/>
                </a:lnTo>
                <a:cubicBezTo>
                  <a:pt x="1431523" y="2476440"/>
                  <a:pt x="1432307" y="2475969"/>
                  <a:pt x="1432935" y="2475969"/>
                </a:cubicBezTo>
                <a:close/>
                <a:moveTo>
                  <a:pt x="1598272" y="2475865"/>
                </a:moveTo>
                <a:lnTo>
                  <a:pt x="1614701" y="2475865"/>
                </a:lnTo>
                <a:cubicBezTo>
                  <a:pt x="1615381" y="2475865"/>
                  <a:pt x="1616166" y="2476284"/>
                  <a:pt x="1616480" y="2476859"/>
                </a:cubicBezTo>
                <a:lnTo>
                  <a:pt x="1624694" y="2491091"/>
                </a:lnTo>
                <a:cubicBezTo>
                  <a:pt x="1625008" y="2491666"/>
                  <a:pt x="1625008" y="2492556"/>
                  <a:pt x="1624694" y="2493131"/>
                </a:cubicBezTo>
                <a:lnTo>
                  <a:pt x="1616480" y="2507363"/>
                </a:lnTo>
                <a:cubicBezTo>
                  <a:pt x="1616114" y="2507886"/>
                  <a:pt x="1615329" y="2508357"/>
                  <a:pt x="1614701" y="2508357"/>
                </a:cubicBezTo>
                <a:lnTo>
                  <a:pt x="1598272" y="2508357"/>
                </a:lnTo>
                <a:cubicBezTo>
                  <a:pt x="1597592" y="2508357"/>
                  <a:pt x="1596807" y="2507938"/>
                  <a:pt x="1596493" y="2507363"/>
                </a:cubicBezTo>
                <a:lnTo>
                  <a:pt x="1588278" y="2493131"/>
                </a:lnTo>
                <a:cubicBezTo>
                  <a:pt x="1587965" y="2492556"/>
                  <a:pt x="1587965" y="2491666"/>
                  <a:pt x="1588278" y="2491091"/>
                </a:cubicBezTo>
                <a:lnTo>
                  <a:pt x="1596493" y="2476859"/>
                </a:lnTo>
                <a:cubicBezTo>
                  <a:pt x="1596859" y="2476336"/>
                  <a:pt x="1597644" y="2475865"/>
                  <a:pt x="1598272" y="2475865"/>
                </a:cubicBezTo>
                <a:close/>
                <a:moveTo>
                  <a:pt x="2094125" y="2475708"/>
                </a:moveTo>
                <a:lnTo>
                  <a:pt x="2110659" y="2475708"/>
                </a:lnTo>
                <a:cubicBezTo>
                  <a:pt x="2111339" y="2475708"/>
                  <a:pt x="2112124" y="2476179"/>
                  <a:pt x="2112438" y="2476754"/>
                </a:cubicBezTo>
                <a:lnTo>
                  <a:pt x="2120704" y="2491091"/>
                </a:lnTo>
                <a:cubicBezTo>
                  <a:pt x="2121019" y="2491666"/>
                  <a:pt x="2121019" y="2492555"/>
                  <a:pt x="2120704" y="2493131"/>
                </a:cubicBezTo>
                <a:lnTo>
                  <a:pt x="2112438" y="2507467"/>
                </a:lnTo>
                <a:cubicBezTo>
                  <a:pt x="2112124" y="2508043"/>
                  <a:pt x="2111287" y="2508514"/>
                  <a:pt x="2110659" y="2508514"/>
                </a:cubicBezTo>
                <a:lnTo>
                  <a:pt x="2094125" y="2508514"/>
                </a:lnTo>
                <a:cubicBezTo>
                  <a:pt x="2093445" y="2508514"/>
                  <a:pt x="2092660" y="2508043"/>
                  <a:pt x="2092346" y="2507467"/>
                </a:cubicBezTo>
                <a:lnTo>
                  <a:pt x="2084079" y="2493131"/>
                </a:lnTo>
                <a:cubicBezTo>
                  <a:pt x="2083766" y="2492555"/>
                  <a:pt x="2083766" y="2491666"/>
                  <a:pt x="2084079" y="2491091"/>
                </a:cubicBezTo>
                <a:lnTo>
                  <a:pt x="2092346" y="2476754"/>
                </a:lnTo>
                <a:cubicBezTo>
                  <a:pt x="2092660" y="2476179"/>
                  <a:pt x="2093497" y="2475708"/>
                  <a:pt x="2094125" y="2475708"/>
                </a:cubicBezTo>
                <a:close/>
                <a:moveTo>
                  <a:pt x="2011403" y="2475603"/>
                </a:moveTo>
                <a:lnTo>
                  <a:pt x="2028042" y="2475603"/>
                </a:lnTo>
                <a:cubicBezTo>
                  <a:pt x="2028670" y="2475603"/>
                  <a:pt x="2029507" y="2476074"/>
                  <a:pt x="2029821" y="2476649"/>
                </a:cubicBezTo>
                <a:lnTo>
                  <a:pt x="2038140" y="2491038"/>
                </a:lnTo>
                <a:cubicBezTo>
                  <a:pt x="2038454" y="2491613"/>
                  <a:pt x="2038454" y="2492503"/>
                  <a:pt x="2038140" y="2493079"/>
                </a:cubicBezTo>
                <a:lnTo>
                  <a:pt x="2029821" y="2507467"/>
                </a:lnTo>
                <a:cubicBezTo>
                  <a:pt x="2029507" y="2508043"/>
                  <a:pt x="2028722" y="2508513"/>
                  <a:pt x="2028042" y="2508513"/>
                </a:cubicBezTo>
                <a:lnTo>
                  <a:pt x="2011403" y="2508513"/>
                </a:lnTo>
                <a:cubicBezTo>
                  <a:pt x="2010776" y="2508513"/>
                  <a:pt x="2009939" y="2508043"/>
                  <a:pt x="2009625" y="2507467"/>
                </a:cubicBezTo>
                <a:lnTo>
                  <a:pt x="2001306" y="2493079"/>
                </a:lnTo>
                <a:cubicBezTo>
                  <a:pt x="2000991" y="2492503"/>
                  <a:pt x="2000991" y="2491613"/>
                  <a:pt x="2001306" y="2491038"/>
                </a:cubicBezTo>
                <a:lnTo>
                  <a:pt x="2009625" y="2476649"/>
                </a:lnTo>
                <a:cubicBezTo>
                  <a:pt x="2009939" y="2476074"/>
                  <a:pt x="2010724" y="2475603"/>
                  <a:pt x="2011403" y="2475603"/>
                </a:cubicBezTo>
                <a:close/>
                <a:moveTo>
                  <a:pt x="1928422" y="2475028"/>
                </a:moveTo>
                <a:lnTo>
                  <a:pt x="1945741" y="2475028"/>
                </a:lnTo>
                <a:cubicBezTo>
                  <a:pt x="1946421" y="2475028"/>
                  <a:pt x="1947205" y="2475499"/>
                  <a:pt x="1947572" y="2476074"/>
                </a:cubicBezTo>
                <a:lnTo>
                  <a:pt x="1956205" y="2491038"/>
                </a:lnTo>
                <a:cubicBezTo>
                  <a:pt x="1956571" y="2491614"/>
                  <a:pt x="1956571" y="2492608"/>
                  <a:pt x="1956205" y="2493183"/>
                </a:cubicBezTo>
                <a:lnTo>
                  <a:pt x="1947572" y="2508147"/>
                </a:lnTo>
                <a:cubicBezTo>
                  <a:pt x="1947258" y="2508723"/>
                  <a:pt x="1946421" y="2509194"/>
                  <a:pt x="1945741" y="2509194"/>
                </a:cubicBezTo>
                <a:lnTo>
                  <a:pt x="1928422" y="2509194"/>
                </a:lnTo>
                <a:cubicBezTo>
                  <a:pt x="1927742" y="2509194"/>
                  <a:pt x="1926957" y="2508723"/>
                  <a:pt x="1926591" y="2508147"/>
                </a:cubicBezTo>
                <a:lnTo>
                  <a:pt x="1917958" y="2493183"/>
                </a:lnTo>
                <a:cubicBezTo>
                  <a:pt x="1917591" y="2492608"/>
                  <a:pt x="1917591" y="2491614"/>
                  <a:pt x="1917958" y="2491038"/>
                </a:cubicBezTo>
                <a:lnTo>
                  <a:pt x="1926591" y="2476074"/>
                </a:lnTo>
                <a:cubicBezTo>
                  <a:pt x="1926905" y="2475499"/>
                  <a:pt x="1927742" y="2475028"/>
                  <a:pt x="1928422" y="2475028"/>
                </a:cubicBezTo>
                <a:close/>
                <a:moveTo>
                  <a:pt x="1845805" y="2474923"/>
                </a:moveTo>
                <a:lnTo>
                  <a:pt x="1863124" y="2474923"/>
                </a:lnTo>
                <a:cubicBezTo>
                  <a:pt x="1863857" y="2474923"/>
                  <a:pt x="1864642" y="2475446"/>
                  <a:pt x="1865008" y="2476022"/>
                </a:cubicBezTo>
                <a:lnTo>
                  <a:pt x="1873693" y="2491038"/>
                </a:lnTo>
                <a:cubicBezTo>
                  <a:pt x="1874059" y="2491614"/>
                  <a:pt x="1874059" y="2492608"/>
                  <a:pt x="1873693" y="2493183"/>
                </a:cubicBezTo>
                <a:lnTo>
                  <a:pt x="1865008" y="2508200"/>
                </a:lnTo>
                <a:cubicBezTo>
                  <a:pt x="1864642" y="2508827"/>
                  <a:pt x="1863804" y="2509298"/>
                  <a:pt x="1863124" y="2509298"/>
                </a:cubicBezTo>
                <a:lnTo>
                  <a:pt x="1845805" y="2509298"/>
                </a:lnTo>
                <a:cubicBezTo>
                  <a:pt x="1845073" y="2509298"/>
                  <a:pt x="1844288" y="2508775"/>
                  <a:pt x="1843922" y="2508200"/>
                </a:cubicBezTo>
                <a:lnTo>
                  <a:pt x="1835237" y="2493183"/>
                </a:lnTo>
                <a:cubicBezTo>
                  <a:pt x="1834870" y="2492608"/>
                  <a:pt x="1834870" y="2491614"/>
                  <a:pt x="1835237" y="2491038"/>
                </a:cubicBezTo>
                <a:lnTo>
                  <a:pt x="1843922" y="2476022"/>
                </a:lnTo>
                <a:cubicBezTo>
                  <a:pt x="1844288" y="2475394"/>
                  <a:pt x="1845125" y="2474923"/>
                  <a:pt x="1845805" y="2474923"/>
                </a:cubicBezTo>
                <a:close/>
                <a:moveTo>
                  <a:pt x="1680417" y="2474870"/>
                </a:moveTo>
                <a:lnTo>
                  <a:pt x="1697787" y="2474870"/>
                </a:lnTo>
                <a:cubicBezTo>
                  <a:pt x="1698468" y="2474870"/>
                  <a:pt x="1699305" y="2475393"/>
                  <a:pt x="1699671" y="2475969"/>
                </a:cubicBezTo>
                <a:lnTo>
                  <a:pt x="1708357" y="2491038"/>
                </a:lnTo>
                <a:cubicBezTo>
                  <a:pt x="1708723" y="2491613"/>
                  <a:pt x="1708723" y="2492607"/>
                  <a:pt x="1708357" y="2493183"/>
                </a:cubicBezTo>
                <a:lnTo>
                  <a:pt x="1699671" y="2508251"/>
                </a:lnTo>
                <a:cubicBezTo>
                  <a:pt x="1699305" y="2508879"/>
                  <a:pt x="1698468" y="2509350"/>
                  <a:pt x="1697787" y="2509350"/>
                </a:cubicBezTo>
                <a:lnTo>
                  <a:pt x="1680417" y="2509350"/>
                </a:lnTo>
                <a:cubicBezTo>
                  <a:pt x="1679736" y="2509350"/>
                  <a:pt x="1678899" y="2508827"/>
                  <a:pt x="1678533" y="2508251"/>
                </a:cubicBezTo>
                <a:lnTo>
                  <a:pt x="1669847" y="2493183"/>
                </a:lnTo>
                <a:cubicBezTo>
                  <a:pt x="1669482" y="2492607"/>
                  <a:pt x="1669482" y="2491613"/>
                  <a:pt x="1669847" y="2491038"/>
                </a:cubicBezTo>
                <a:lnTo>
                  <a:pt x="1678533" y="2475969"/>
                </a:lnTo>
                <a:cubicBezTo>
                  <a:pt x="1678899" y="2475341"/>
                  <a:pt x="1679736" y="2474870"/>
                  <a:pt x="1680417" y="2474870"/>
                </a:cubicBezTo>
                <a:close/>
                <a:moveTo>
                  <a:pt x="1762301" y="2473353"/>
                </a:moveTo>
                <a:lnTo>
                  <a:pt x="1781241" y="2473353"/>
                </a:lnTo>
                <a:cubicBezTo>
                  <a:pt x="1781974" y="2473353"/>
                  <a:pt x="1782915" y="2473876"/>
                  <a:pt x="1783282" y="2474504"/>
                </a:cubicBezTo>
                <a:lnTo>
                  <a:pt x="1792752" y="2490933"/>
                </a:lnTo>
                <a:cubicBezTo>
                  <a:pt x="1793118" y="2491613"/>
                  <a:pt x="1793118" y="2492660"/>
                  <a:pt x="1792752" y="2493288"/>
                </a:cubicBezTo>
                <a:lnTo>
                  <a:pt x="1783282" y="2509717"/>
                </a:lnTo>
                <a:cubicBezTo>
                  <a:pt x="1782915" y="2510345"/>
                  <a:pt x="1781974" y="2510868"/>
                  <a:pt x="1781241" y="2510868"/>
                </a:cubicBezTo>
                <a:lnTo>
                  <a:pt x="1762301" y="2510868"/>
                </a:lnTo>
                <a:cubicBezTo>
                  <a:pt x="1761568" y="2510868"/>
                  <a:pt x="1760626" y="2510345"/>
                  <a:pt x="1760260" y="2509717"/>
                </a:cubicBezTo>
                <a:lnTo>
                  <a:pt x="1750790" y="2493288"/>
                </a:lnTo>
                <a:cubicBezTo>
                  <a:pt x="1750423" y="2492607"/>
                  <a:pt x="1750423" y="2491561"/>
                  <a:pt x="1750790" y="2490933"/>
                </a:cubicBezTo>
                <a:lnTo>
                  <a:pt x="1760260" y="2474504"/>
                </a:lnTo>
                <a:cubicBezTo>
                  <a:pt x="1760626" y="2473876"/>
                  <a:pt x="1761568" y="2473353"/>
                  <a:pt x="1762301" y="2473353"/>
                </a:cubicBezTo>
                <a:close/>
                <a:moveTo>
                  <a:pt x="1348592" y="2472568"/>
                </a:moveTo>
                <a:lnTo>
                  <a:pt x="1368370" y="2472568"/>
                </a:lnTo>
                <a:cubicBezTo>
                  <a:pt x="1369102" y="2472568"/>
                  <a:pt x="1370097" y="2473091"/>
                  <a:pt x="1370463" y="2473772"/>
                </a:cubicBezTo>
                <a:lnTo>
                  <a:pt x="1380352" y="2490881"/>
                </a:lnTo>
                <a:cubicBezTo>
                  <a:pt x="1380718" y="2491561"/>
                  <a:pt x="1380718" y="2492660"/>
                  <a:pt x="1380352" y="2493340"/>
                </a:cubicBezTo>
                <a:lnTo>
                  <a:pt x="1370463" y="2510449"/>
                </a:lnTo>
                <a:cubicBezTo>
                  <a:pt x="1370097" y="2511129"/>
                  <a:pt x="1369155" y="2511653"/>
                  <a:pt x="1368370" y="2511653"/>
                </a:cubicBezTo>
                <a:lnTo>
                  <a:pt x="1348592" y="2511653"/>
                </a:lnTo>
                <a:cubicBezTo>
                  <a:pt x="1347860" y="2511653"/>
                  <a:pt x="1346866" y="2511129"/>
                  <a:pt x="1346499" y="2510449"/>
                </a:cubicBezTo>
                <a:lnTo>
                  <a:pt x="1336610" y="2493340"/>
                </a:lnTo>
                <a:cubicBezTo>
                  <a:pt x="1336245" y="2492660"/>
                  <a:pt x="1336245" y="2491561"/>
                  <a:pt x="1336610" y="2490881"/>
                </a:cubicBezTo>
                <a:lnTo>
                  <a:pt x="1346499" y="2473772"/>
                </a:lnTo>
                <a:cubicBezTo>
                  <a:pt x="1346866" y="2473091"/>
                  <a:pt x="1347807" y="2472568"/>
                  <a:pt x="1348592" y="2472568"/>
                </a:cubicBezTo>
                <a:close/>
                <a:moveTo>
                  <a:pt x="1017919" y="2472359"/>
                </a:moveTo>
                <a:lnTo>
                  <a:pt x="1037854" y="2472359"/>
                </a:lnTo>
                <a:cubicBezTo>
                  <a:pt x="1038639" y="2472359"/>
                  <a:pt x="1039581" y="2472934"/>
                  <a:pt x="1039999" y="2473615"/>
                </a:cubicBezTo>
                <a:lnTo>
                  <a:pt x="1049940" y="2490881"/>
                </a:lnTo>
                <a:cubicBezTo>
                  <a:pt x="1050359" y="2491561"/>
                  <a:pt x="1050359" y="2492660"/>
                  <a:pt x="1049940" y="2493340"/>
                </a:cubicBezTo>
                <a:lnTo>
                  <a:pt x="1039999" y="2510606"/>
                </a:lnTo>
                <a:cubicBezTo>
                  <a:pt x="1039581" y="2511286"/>
                  <a:pt x="1038639" y="2511862"/>
                  <a:pt x="1037854" y="2511862"/>
                </a:cubicBezTo>
                <a:lnTo>
                  <a:pt x="1017919" y="2511862"/>
                </a:lnTo>
                <a:cubicBezTo>
                  <a:pt x="1017134" y="2511862"/>
                  <a:pt x="1016193" y="2511286"/>
                  <a:pt x="1015774" y="2510606"/>
                </a:cubicBezTo>
                <a:lnTo>
                  <a:pt x="1005833" y="2493340"/>
                </a:lnTo>
                <a:cubicBezTo>
                  <a:pt x="1005414" y="2492660"/>
                  <a:pt x="1005414" y="2491561"/>
                  <a:pt x="1005833" y="2490881"/>
                </a:cubicBezTo>
                <a:lnTo>
                  <a:pt x="1015774" y="2473615"/>
                </a:lnTo>
                <a:cubicBezTo>
                  <a:pt x="1016193" y="2472934"/>
                  <a:pt x="1017134" y="2472359"/>
                  <a:pt x="1017919" y="2472359"/>
                </a:cubicBezTo>
                <a:close/>
                <a:moveTo>
                  <a:pt x="934937" y="2471784"/>
                </a:moveTo>
                <a:lnTo>
                  <a:pt x="955447" y="2471784"/>
                </a:lnTo>
                <a:cubicBezTo>
                  <a:pt x="956232" y="2471784"/>
                  <a:pt x="957226" y="2472359"/>
                  <a:pt x="957644" y="2473040"/>
                </a:cubicBezTo>
                <a:lnTo>
                  <a:pt x="967899" y="2490829"/>
                </a:lnTo>
                <a:cubicBezTo>
                  <a:pt x="968318" y="2491561"/>
                  <a:pt x="968318" y="2492713"/>
                  <a:pt x="967899" y="2493393"/>
                </a:cubicBezTo>
                <a:lnTo>
                  <a:pt x="957644" y="2511182"/>
                </a:lnTo>
                <a:cubicBezTo>
                  <a:pt x="957226" y="2511862"/>
                  <a:pt x="956232" y="2512438"/>
                  <a:pt x="955447" y="2512438"/>
                </a:cubicBezTo>
                <a:lnTo>
                  <a:pt x="934937" y="2512438"/>
                </a:lnTo>
                <a:cubicBezTo>
                  <a:pt x="934152" y="2512438"/>
                  <a:pt x="933158" y="2511862"/>
                  <a:pt x="932739" y="2511182"/>
                </a:cubicBezTo>
                <a:lnTo>
                  <a:pt x="922484" y="2493393"/>
                </a:lnTo>
                <a:cubicBezTo>
                  <a:pt x="922065" y="2492660"/>
                  <a:pt x="922065" y="2491509"/>
                  <a:pt x="922484" y="2490829"/>
                </a:cubicBezTo>
                <a:lnTo>
                  <a:pt x="932739" y="2473040"/>
                </a:lnTo>
                <a:cubicBezTo>
                  <a:pt x="933158" y="2472359"/>
                  <a:pt x="934152" y="2471784"/>
                  <a:pt x="934937" y="2471784"/>
                </a:cubicBezTo>
                <a:close/>
                <a:moveTo>
                  <a:pt x="24015" y="2468487"/>
                </a:moveTo>
                <a:lnTo>
                  <a:pt x="47874" y="2468487"/>
                </a:lnTo>
                <a:cubicBezTo>
                  <a:pt x="48816" y="2468487"/>
                  <a:pt x="49967" y="2469115"/>
                  <a:pt x="50438" y="2469952"/>
                </a:cubicBezTo>
                <a:lnTo>
                  <a:pt x="62367" y="2490619"/>
                </a:lnTo>
                <a:cubicBezTo>
                  <a:pt x="62838" y="2491404"/>
                  <a:pt x="62838" y="2492712"/>
                  <a:pt x="62367" y="2493549"/>
                </a:cubicBezTo>
                <a:lnTo>
                  <a:pt x="50438" y="2514216"/>
                </a:lnTo>
                <a:cubicBezTo>
                  <a:pt x="49967" y="2515001"/>
                  <a:pt x="48816" y="2515681"/>
                  <a:pt x="47874" y="2515681"/>
                </a:cubicBezTo>
                <a:lnTo>
                  <a:pt x="24015" y="2515681"/>
                </a:lnTo>
                <a:cubicBezTo>
                  <a:pt x="23073" y="2515681"/>
                  <a:pt x="21923" y="2515053"/>
                  <a:pt x="21451" y="2514216"/>
                </a:cubicBezTo>
                <a:lnTo>
                  <a:pt x="9522" y="2493549"/>
                </a:lnTo>
                <a:cubicBezTo>
                  <a:pt x="9051" y="2492764"/>
                  <a:pt x="9051" y="2491456"/>
                  <a:pt x="9522" y="2490619"/>
                </a:cubicBezTo>
                <a:lnTo>
                  <a:pt x="21451" y="2469952"/>
                </a:lnTo>
                <a:cubicBezTo>
                  <a:pt x="21923" y="2469167"/>
                  <a:pt x="23073" y="2468487"/>
                  <a:pt x="24015" y="2468487"/>
                </a:cubicBezTo>
                <a:close/>
                <a:moveTo>
                  <a:pt x="103963" y="2463046"/>
                </a:moveTo>
                <a:lnTo>
                  <a:pt x="133316" y="2463046"/>
                </a:lnTo>
                <a:cubicBezTo>
                  <a:pt x="134467" y="2463046"/>
                  <a:pt x="135879" y="2463883"/>
                  <a:pt x="136455" y="2464877"/>
                </a:cubicBezTo>
                <a:lnTo>
                  <a:pt x="151105" y="2490306"/>
                </a:lnTo>
                <a:cubicBezTo>
                  <a:pt x="151681" y="2491300"/>
                  <a:pt x="151681" y="2492922"/>
                  <a:pt x="151105" y="2493916"/>
                </a:cubicBezTo>
                <a:lnTo>
                  <a:pt x="136455" y="2519344"/>
                </a:lnTo>
                <a:cubicBezTo>
                  <a:pt x="135879" y="2520338"/>
                  <a:pt x="134467" y="2521176"/>
                  <a:pt x="133316" y="2521176"/>
                </a:cubicBezTo>
                <a:lnTo>
                  <a:pt x="103963" y="2521176"/>
                </a:lnTo>
                <a:cubicBezTo>
                  <a:pt x="102812" y="2521176"/>
                  <a:pt x="101399" y="2520338"/>
                  <a:pt x="100824" y="2519344"/>
                </a:cubicBezTo>
                <a:lnTo>
                  <a:pt x="86174" y="2493916"/>
                </a:lnTo>
                <a:cubicBezTo>
                  <a:pt x="85598" y="2492922"/>
                  <a:pt x="85598" y="2491300"/>
                  <a:pt x="86174" y="2490306"/>
                </a:cubicBezTo>
                <a:lnTo>
                  <a:pt x="100824" y="2464877"/>
                </a:lnTo>
                <a:cubicBezTo>
                  <a:pt x="101399" y="2463883"/>
                  <a:pt x="102812" y="2463046"/>
                  <a:pt x="103963" y="2463046"/>
                </a:cubicBezTo>
                <a:close/>
                <a:moveTo>
                  <a:pt x="776350" y="2402457"/>
                </a:moveTo>
                <a:lnTo>
                  <a:pt x="783413" y="2402457"/>
                </a:lnTo>
                <a:cubicBezTo>
                  <a:pt x="783675" y="2402457"/>
                  <a:pt x="784146" y="2402875"/>
                  <a:pt x="784146" y="2402875"/>
                </a:cubicBezTo>
                <a:lnTo>
                  <a:pt x="787651" y="2408997"/>
                </a:lnTo>
                <a:cubicBezTo>
                  <a:pt x="787808" y="2409259"/>
                  <a:pt x="787651" y="2409887"/>
                  <a:pt x="787651" y="2409887"/>
                </a:cubicBezTo>
                <a:lnTo>
                  <a:pt x="784146" y="2416008"/>
                </a:lnTo>
                <a:cubicBezTo>
                  <a:pt x="784041" y="2416218"/>
                  <a:pt x="783675" y="2416427"/>
                  <a:pt x="783413" y="2416427"/>
                </a:cubicBezTo>
                <a:lnTo>
                  <a:pt x="776350" y="2416427"/>
                </a:lnTo>
                <a:cubicBezTo>
                  <a:pt x="776088" y="2416427"/>
                  <a:pt x="775617" y="2416008"/>
                  <a:pt x="775617" y="2416008"/>
                </a:cubicBezTo>
                <a:lnTo>
                  <a:pt x="772112" y="2409887"/>
                </a:lnTo>
                <a:cubicBezTo>
                  <a:pt x="771955" y="2409625"/>
                  <a:pt x="772112" y="2408997"/>
                  <a:pt x="772112" y="2408997"/>
                </a:cubicBezTo>
                <a:lnTo>
                  <a:pt x="775617" y="2402875"/>
                </a:lnTo>
                <a:cubicBezTo>
                  <a:pt x="775722" y="2402666"/>
                  <a:pt x="776088" y="2402457"/>
                  <a:pt x="776350" y="2402457"/>
                </a:cubicBezTo>
                <a:close/>
                <a:moveTo>
                  <a:pt x="693419" y="2401882"/>
                </a:moveTo>
                <a:lnTo>
                  <a:pt x="701058" y="2401882"/>
                </a:lnTo>
                <a:cubicBezTo>
                  <a:pt x="701372" y="2401882"/>
                  <a:pt x="701895" y="2402353"/>
                  <a:pt x="701895" y="2402353"/>
                </a:cubicBezTo>
                <a:lnTo>
                  <a:pt x="705715" y="2408946"/>
                </a:lnTo>
                <a:cubicBezTo>
                  <a:pt x="705872" y="2409207"/>
                  <a:pt x="705715" y="2409887"/>
                  <a:pt x="705715" y="2409887"/>
                </a:cubicBezTo>
                <a:lnTo>
                  <a:pt x="701895" y="2416480"/>
                </a:lnTo>
                <a:cubicBezTo>
                  <a:pt x="701739" y="2416742"/>
                  <a:pt x="701372" y="2416951"/>
                  <a:pt x="701058" y="2416951"/>
                </a:cubicBezTo>
                <a:lnTo>
                  <a:pt x="693419" y="2416951"/>
                </a:lnTo>
                <a:cubicBezTo>
                  <a:pt x="693105" y="2416951"/>
                  <a:pt x="692582" y="2416480"/>
                  <a:pt x="692582" y="2416480"/>
                </a:cubicBezTo>
                <a:lnTo>
                  <a:pt x="688763" y="2409887"/>
                </a:lnTo>
                <a:cubicBezTo>
                  <a:pt x="688606" y="2409626"/>
                  <a:pt x="688763" y="2408946"/>
                  <a:pt x="688763" y="2408946"/>
                </a:cubicBezTo>
                <a:lnTo>
                  <a:pt x="692582" y="2402353"/>
                </a:lnTo>
                <a:cubicBezTo>
                  <a:pt x="692739" y="2402091"/>
                  <a:pt x="693105" y="2401882"/>
                  <a:pt x="693419" y="2401882"/>
                </a:cubicBezTo>
                <a:close/>
                <a:moveTo>
                  <a:pt x="857448" y="2399370"/>
                </a:moveTo>
                <a:lnTo>
                  <a:pt x="867651" y="2399370"/>
                </a:lnTo>
                <a:cubicBezTo>
                  <a:pt x="868069" y="2399370"/>
                  <a:pt x="868540" y="2399632"/>
                  <a:pt x="868749" y="2399998"/>
                </a:cubicBezTo>
                <a:lnTo>
                  <a:pt x="873825" y="2408840"/>
                </a:lnTo>
                <a:cubicBezTo>
                  <a:pt x="874034" y="2409207"/>
                  <a:pt x="874034" y="2409730"/>
                  <a:pt x="873825" y="2410096"/>
                </a:cubicBezTo>
                <a:lnTo>
                  <a:pt x="868749" y="2418938"/>
                </a:lnTo>
                <a:cubicBezTo>
                  <a:pt x="868540" y="2419305"/>
                  <a:pt x="868069" y="2419566"/>
                  <a:pt x="867651" y="2419566"/>
                </a:cubicBezTo>
                <a:lnTo>
                  <a:pt x="857448" y="2419566"/>
                </a:lnTo>
                <a:cubicBezTo>
                  <a:pt x="857029" y="2419566"/>
                  <a:pt x="856558" y="2419305"/>
                  <a:pt x="856349" y="2418938"/>
                </a:cubicBezTo>
                <a:lnTo>
                  <a:pt x="851274" y="2410096"/>
                </a:lnTo>
                <a:cubicBezTo>
                  <a:pt x="851065" y="2409730"/>
                  <a:pt x="851065" y="2409207"/>
                  <a:pt x="851274" y="2408840"/>
                </a:cubicBezTo>
                <a:lnTo>
                  <a:pt x="856349" y="2399998"/>
                </a:lnTo>
                <a:cubicBezTo>
                  <a:pt x="856558" y="2399632"/>
                  <a:pt x="857029" y="2399370"/>
                  <a:pt x="857448" y="2399370"/>
                </a:cubicBezTo>
                <a:close/>
                <a:moveTo>
                  <a:pt x="2261816" y="2397748"/>
                </a:moveTo>
                <a:lnTo>
                  <a:pt x="2273589" y="2397748"/>
                </a:lnTo>
                <a:cubicBezTo>
                  <a:pt x="2274059" y="2397748"/>
                  <a:pt x="2274635" y="2398062"/>
                  <a:pt x="2274844" y="2398481"/>
                </a:cubicBezTo>
                <a:lnTo>
                  <a:pt x="2280757" y="2408683"/>
                </a:lnTo>
                <a:cubicBezTo>
                  <a:pt x="2280965" y="2409102"/>
                  <a:pt x="2280965" y="2409730"/>
                  <a:pt x="2280757" y="2410148"/>
                </a:cubicBezTo>
                <a:lnTo>
                  <a:pt x="2274844" y="2420351"/>
                </a:lnTo>
                <a:cubicBezTo>
                  <a:pt x="2274635" y="2420770"/>
                  <a:pt x="2274059" y="2421084"/>
                  <a:pt x="2273589" y="2421084"/>
                </a:cubicBezTo>
                <a:lnTo>
                  <a:pt x="2261816" y="2421084"/>
                </a:lnTo>
                <a:cubicBezTo>
                  <a:pt x="2261345" y="2421084"/>
                  <a:pt x="2260769" y="2420770"/>
                  <a:pt x="2260560" y="2420351"/>
                </a:cubicBezTo>
                <a:lnTo>
                  <a:pt x="2254648" y="2410148"/>
                </a:lnTo>
                <a:cubicBezTo>
                  <a:pt x="2254439" y="2409730"/>
                  <a:pt x="2254439" y="2409102"/>
                  <a:pt x="2254648" y="2408683"/>
                </a:cubicBezTo>
                <a:lnTo>
                  <a:pt x="2260560" y="2398481"/>
                </a:lnTo>
                <a:cubicBezTo>
                  <a:pt x="2260769" y="2398062"/>
                  <a:pt x="2261345" y="2397748"/>
                  <a:pt x="2261816" y="2397748"/>
                </a:cubicBezTo>
                <a:close/>
                <a:moveTo>
                  <a:pt x="608502" y="2397434"/>
                </a:moveTo>
                <a:lnTo>
                  <a:pt x="620640" y="2397434"/>
                </a:lnTo>
                <a:cubicBezTo>
                  <a:pt x="621111" y="2397434"/>
                  <a:pt x="621687" y="2397748"/>
                  <a:pt x="621948" y="2398167"/>
                </a:cubicBezTo>
                <a:lnTo>
                  <a:pt x="628018" y="2408683"/>
                </a:lnTo>
                <a:cubicBezTo>
                  <a:pt x="628279" y="2409102"/>
                  <a:pt x="628279" y="2409782"/>
                  <a:pt x="628018" y="2410201"/>
                </a:cubicBezTo>
                <a:lnTo>
                  <a:pt x="621948" y="2420717"/>
                </a:lnTo>
                <a:cubicBezTo>
                  <a:pt x="621687" y="2421136"/>
                  <a:pt x="621111" y="2421450"/>
                  <a:pt x="620640" y="2421450"/>
                </a:cubicBezTo>
                <a:lnTo>
                  <a:pt x="608502" y="2421450"/>
                </a:lnTo>
                <a:cubicBezTo>
                  <a:pt x="608031" y="2421450"/>
                  <a:pt x="607455" y="2421136"/>
                  <a:pt x="607194" y="2420717"/>
                </a:cubicBezTo>
                <a:lnTo>
                  <a:pt x="601124" y="2410201"/>
                </a:lnTo>
                <a:cubicBezTo>
                  <a:pt x="600863" y="2409782"/>
                  <a:pt x="600863" y="2409102"/>
                  <a:pt x="601124" y="2408683"/>
                </a:cubicBezTo>
                <a:lnTo>
                  <a:pt x="607194" y="2398167"/>
                </a:lnTo>
                <a:cubicBezTo>
                  <a:pt x="607455" y="2397748"/>
                  <a:pt x="608031" y="2397434"/>
                  <a:pt x="608502" y="2397434"/>
                </a:cubicBezTo>
                <a:close/>
                <a:moveTo>
                  <a:pt x="2344275" y="2397330"/>
                </a:moveTo>
                <a:lnTo>
                  <a:pt x="2356518" y="2397330"/>
                </a:lnTo>
                <a:cubicBezTo>
                  <a:pt x="2356989" y="2397330"/>
                  <a:pt x="2357565" y="2397644"/>
                  <a:pt x="2357826" y="2398063"/>
                </a:cubicBezTo>
                <a:lnTo>
                  <a:pt x="2363948" y="2408684"/>
                </a:lnTo>
                <a:cubicBezTo>
                  <a:pt x="2364210" y="2409102"/>
                  <a:pt x="2364210" y="2409783"/>
                  <a:pt x="2363948" y="2410201"/>
                </a:cubicBezTo>
                <a:lnTo>
                  <a:pt x="2357826" y="2420822"/>
                </a:lnTo>
                <a:cubicBezTo>
                  <a:pt x="2357565" y="2421241"/>
                  <a:pt x="2356989" y="2421555"/>
                  <a:pt x="2356518" y="2421555"/>
                </a:cubicBezTo>
                <a:lnTo>
                  <a:pt x="2344275" y="2421555"/>
                </a:lnTo>
                <a:cubicBezTo>
                  <a:pt x="2343804" y="2421555"/>
                  <a:pt x="2343228" y="2421241"/>
                  <a:pt x="2342967" y="2420822"/>
                </a:cubicBezTo>
                <a:lnTo>
                  <a:pt x="2336845" y="2410201"/>
                </a:lnTo>
                <a:cubicBezTo>
                  <a:pt x="2336584" y="2409783"/>
                  <a:pt x="2336584" y="2409102"/>
                  <a:pt x="2336845" y="2408684"/>
                </a:cubicBezTo>
                <a:lnTo>
                  <a:pt x="2342967" y="2398063"/>
                </a:lnTo>
                <a:cubicBezTo>
                  <a:pt x="2343228" y="2397644"/>
                  <a:pt x="2343804" y="2397330"/>
                  <a:pt x="2344275" y="2397330"/>
                </a:cubicBezTo>
                <a:close/>
                <a:moveTo>
                  <a:pt x="2426838" y="2397120"/>
                </a:moveTo>
                <a:lnTo>
                  <a:pt x="2439239" y="2397120"/>
                </a:lnTo>
                <a:cubicBezTo>
                  <a:pt x="2439710" y="2397120"/>
                  <a:pt x="2440285" y="2397486"/>
                  <a:pt x="2440547" y="2397905"/>
                </a:cubicBezTo>
                <a:lnTo>
                  <a:pt x="2446773" y="2408631"/>
                </a:lnTo>
                <a:cubicBezTo>
                  <a:pt x="2447035" y="2409049"/>
                  <a:pt x="2447035" y="2409729"/>
                  <a:pt x="2446773" y="2410148"/>
                </a:cubicBezTo>
                <a:lnTo>
                  <a:pt x="2440547" y="2420874"/>
                </a:lnTo>
                <a:cubicBezTo>
                  <a:pt x="2440338" y="2421293"/>
                  <a:pt x="2439710" y="2421659"/>
                  <a:pt x="2439239" y="2421659"/>
                </a:cubicBezTo>
                <a:lnTo>
                  <a:pt x="2426838" y="2421659"/>
                </a:lnTo>
                <a:cubicBezTo>
                  <a:pt x="2426368" y="2421659"/>
                  <a:pt x="2425792" y="2421293"/>
                  <a:pt x="2425530" y="2420874"/>
                </a:cubicBezTo>
                <a:lnTo>
                  <a:pt x="2419304" y="2410148"/>
                </a:lnTo>
                <a:cubicBezTo>
                  <a:pt x="2419043" y="2409729"/>
                  <a:pt x="2419043" y="2409049"/>
                  <a:pt x="2419304" y="2408631"/>
                </a:cubicBezTo>
                <a:lnTo>
                  <a:pt x="2425530" y="2397905"/>
                </a:lnTo>
                <a:cubicBezTo>
                  <a:pt x="2425740" y="2397486"/>
                  <a:pt x="2426368" y="2397120"/>
                  <a:pt x="2426838" y="2397120"/>
                </a:cubicBezTo>
                <a:close/>
                <a:moveTo>
                  <a:pt x="195056" y="2397120"/>
                </a:moveTo>
                <a:lnTo>
                  <a:pt x="207456" y="2397120"/>
                </a:lnTo>
                <a:cubicBezTo>
                  <a:pt x="207927" y="2397120"/>
                  <a:pt x="208502" y="2397486"/>
                  <a:pt x="208764" y="2397905"/>
                </a:cubicBezTo>
                <a:lnTo>
                  <a:pt x="214990" y="2408631"/>
                </a:lnTo>
                <a:cubicBezTo>
                  <a:pt x="215252" y="2409049"/>
                  <a:pt x="215252" y="2409729"/>
                  <a:pt x="214990" y="2410148"/>
                </a:cubicBezTo>
                <a:lnTo>
                  <a:pt x="208764" y="2420874"/>
                </a:lnTo>
                <a:cubicBezTo>
                  <a:pt x="208555" y="2421293"/>
                  <a:pt x="207927" y="2421659"/>
                  <a:pt x="207456" y="2421659"/>
                </a:cubicBezTo>
                <a:lnTo>
                  <a:pt x="195056" y="2421659"/>
                </a:lnTo>
                <a:cubicBezTo>
                  <a:pt x="194585" y="2421659"/>
                  <a:pt x="194009" y="2421293"/>
                  <a:pt x="193747" y="2420874"/>
                </a:cubicBezTo>
                <a:lnTo>
                  <a:pt x="187521" y="2410148"/>
                </a:lnTo>
                <a:cubicBezTo>
                  <a:pt x="187260" y="2409729"/>
                  <a:pt x="187260" y="2409049"/>
                  <a:pt x="187521" y="2408631"/>
                </a:cubicBezTo>
                <a:lnTo>
                  <a:pt x="193747" y="2397905"/>
                </a:lnTo>
                <a:cubicBezTo>
                  <a:pt x="193957" y="2397486"/>
                  <a:pt x="194585" y="2397120"/>
                  <a:pt x="195056" y="2397120"/>
                </a:cubicBezTo>
                <a:close/>
                <a:moveTo>
                  <a:pt x="1186918" y="2397016"/>
                </a:moveTo>
                <a:lnTo>
                  <a:pt x="1199476" y="2397016"/>
                </a:lnTo>
                <a:cubicBezTo>
                  <a:pt x="1199999" y="2397016"/>
                  <a:pt x="1200574" y="2397382"/>
                  <a:pt x="1200836" y="2397801"/>
                </a:cubicBezTo>
                <a:lnTo>
                  <a:pt x="1207114" y="2408684"/>
                </a:lnTo>
                <a:cubicBezTo>
                  <a:pt x="1207376" y="2409155"/>
                  <a:pt x="1207376" y="2409835"/>
                  <a:pt x="1207114" y="2410254"/>
                </a:cubicBezTo>
                <a:lnTo>
                  <a:pt x="1200836" y="2421137"/>
                </a:lnTo>
                <a:cubicBezTo>
                  <a:pt x="1200574" y="2421555"/>
                  <a:pt x="1199946" y="2421921"/>
                  <a:pt x="1199476" y="2421921"/>
                </a:cubicBezTo>
                <a:lnTo>
                  <a:pt x="1186918" y="2421921"/>
                </a:lnTo>
                <a:cubicBezTo>
                  <a:pt x="1186395" y="2421921"/>
                  <a:pt x="1185820" y="2421555"/>
                  <a:pt x="1185558" y="2421137"/>
                </a:cubicBezTo>
                <a:lnTo>
                  <a:pt x="1179279" y="2410254"/>
                </a:lnTo>
                <a:cubicBezTo>
                  <a:pt x="1179018" y="2409783"/>
                  <a:pt x="1179018" y="2409102"/>
                  <a:pt x="1179279" y="2408684"/>
                </a:cubicBezTo>
                <a:lnTo>
                  <a:pt x="1185558" y="2397801"/>
                </a:lnTo>
                <a:cubicBezTo>
                  <a:pt x="1185820" y="2397382"/>
                  <a:pt x="1186447" y="2397016"/>
                  <a:pt x="1186918" y="2397016"/>
                </a:cubicBezTo>
                <a:close/>
                <a:moveTo>
                  <a:pt x="277671" y="2397016"/>
                </a:moveTo>
                <a:lnTo>
                  <a:pt x="290228" y="2397016"/>
                </a:lnTo>
                <a:cubicBezTo>
                  <a:pt x="290752" y="2397016"/>
                  <a:pt x="291327" y="2397382"/>
                  <a:pt x="291589" y="2397801"/>
                </a:cubicBezTo>
                <a:lnTo>
                  <a:pt x="297867" y="2408684"/>
                </a:lnTo>
                <a:cubicBezTo>
                  <a:pt x="298129" y="2409155"/>
                  <a:pt x="298129" y="2409835"/>
                  <a:pt x="297867" y="2410254"/>
                </a:cubicBezTo>
                <a:lnTo>
                  <a:pt x="291589" y="2421137"/>
                </a:lnTo>
                <a:cubicBezTo>
                  <a:pt x="291327" y="2421555"/>
                  <a:pt x="290699" y="2421921"/>
                  <a:pt x="290228" y="2421921"/>
                </a:cubicBezTo>
                <a:lnTo>
                  <a:pt x="277671" y="2421921"/>
                </a:lnTo>
                <a:cubicBezTo>
                  <a:pt x="277148" y="2421921"/>
                  <a:pt x="276572" y="2421555"/>
                  <a:pt x="276311" y="2421137"/>
                </a:cubicBezTo>
                <a:lnTo>
                  <a:pt x="270032" y="2410254"/>
                </a:lnTo>
                <a:cubicBezTo>
                  <a:pt x="269771" y="2409783"/>
                  <a:pt x="269771" y="2409102"/>
                  <a:pt x="270032" y="2408684"/>
                </a:cubicBezTo>
                <a:lnTo>
                  <a:pt x="276311" y="2397801"/>
                </a:lnTo>
                <a:cubicBezTo>
                  <a:pt x="276572" y="2397382"/>
                  <a:pt x="277200" y="2397016"/>
                  <a:pt x="277671" y="2397016"/>
                </a:cubicBezTo>
                <a:close/>
                <a:moveTo>
                  <a:pt x="2178730" y="2396859"/>
                </a:moveTo>
                <a:lnTo>
                  <a:pt x="2191444" y="2396859"/>
                </a:lnTo>
                <a:cubicBezTo>
                  <a:pt x="2191967" y="2396859"/>
                  <a:pt x="2192543" y="2397225"/>
                  <a:pt x="2192804" y="2397644"/>
                </a:cubicBezTo>
                <a:lnTo>
                  <a:pt x="2199135" y="2408631"/>
                </a:lnTo>
                <a:cubicBezTo>
                  <a:pt x="2199397" y="2409050"/>
                  <a:pt x="2199397" y="2409782"/>
                  <a:pt x="2199135" y="2410201"/>
                </a:cubicBezTo>
                <a:lnTo>
                  <a:pt x="2192804" y="2421188"/>
                </a:lnTo>
                <a:cubicBezTo>
                  <a:pt x="2192543" y="2421607"/>
                  <a:pt x="2191967" y="2421973"/>
                  <a:pt x="2191444" y="2421973"/>
                </a:cubicBezTo>
                <a:lnTo>
                  <a:pt x="2178730" y="2421973"/>
                </a:lnTo>
                <a:cubicBezTo>
                  <a:pt x="2178206" y="2421973"/>
                  <a:pt x="2177631" y="2421607"/>
                  <a:pt x="2177369" y="2421188"/>
                </a:cubicBezTo>
                <a:lnTo>
                  <a:pt x="2171038" y="2410201"/>
                </a:lnTo>
                <a:cubicBezTo>
                  <a:pt x="2170777" y="2409782"/>
                  <a:pt x="2170777" y="2409050"/>
                  <a:pt x="2171038" y="2408631"/>
                </a:cubicBezTo>
                <a:lnTo>
                  <a:pt x="2177369" y="2397644"/>
                </a:lnTo>
                <a:cubicBezTo>
                  <a:pt x="2177631" y="2397225"/>
                  <a:pt x="2178206" y="2396859"/>
                  <a:pt x="2178730" y="2396859"/>
                </a:cubicBezTo>
                <a:close/>
                <a:moveTo>
                  <a:pt x="359764" y="2395917"/>
                </a:moveTo>
                <a:lnTo>
                  <a:pt x="373420" y="2395917"/>
                </a:lnTo>
                <a:cubicBezTo>
                  <a:pt x="373943" y="2395917"/>
                  <a:pt x="374624" y="2396283"/>
                  <a:pt x="374885" y="2396754"/>
                </a:cubicBezTo>
                <a:lnTo>
                  <a:pt x="381739" y="2408579"/>
                </a:lnTo>
                <a:cubicBezTo>
                  <a:pt x="382001" y="2409049"/>
                  <a:pt x="382001" y="2409782"/>
                  <a:pt x="381739" y="2410253"/>
                </a:cubicBezTo>
                <a:lnTo>
                  <a:pt x="374885" y="2422078"/>
                </a:lnTo>
                <a:cubicBezTo>
                  <a:pt x="374624" y="2422549"/>
                  <a:pt x="373943" y="2422915"/>
                  <a:pt x="373420" y="2422915"/>
                </a:cubicBezTo>
                <a:lnTo>
                  <a:pt x="359764" y="2422915"/>
                </a:lnTo>
                <a:cubicBezTo>
                  <a:pt x="359241" y="2422915"/>
                  <a:pt x="358561" y="2422549"/>
                  <a:pt x="358299" y="2422078"/>
                </a:cubicBezTo>
                <a:lnTo>
                  <a:pt x="351445" y="2410253"/>
                </a:lnTo>
                <a:cubicBezTo>
                  <a:pt x="351184" y="2409782"/>
                  <a:pt x="351184" y="2409049"/>
                  <a:pt x="351445" y="2408579"/>
                </a:cubicBezTo>
                <a:lnTo>
                  <a:pt x="358299" y="2396754"/>
                </a:lnTo>
                <a:cubicBezTo>
                  <a:pt x="358561" y="2396283"/>
                  <a:pt x="359241" y="2395917"/>
                  <a:pt x="359764" y="2395917"/>
                </a:cubicBezTo>
                <a:close/>
                <a:moveTo>
                  <a:pt x="524997" y="2395812"/>
                </a:moveTo>
                <a:lnTo>
                  <a:pt x="538757" y="2395812"/>
                </a:lnTo>
                <a:cubicBezTo>
                  <a:pt x="539281" y="2395812"/>
                  <a:pt x="539961" y="2396178"/>
                  <a:pt x="540222" y="2396649"/>
                </a:cubicBezTo>
                <a:lnTo>
                  <a:pt x="547129" y="2408579"/>
                </a:lnTo>
                <a:cubicBezTo>
                  <a:pt x="547390" y="2409049"/>
                  <a:pt x="547390" y="2409834"/>
                  <a:pt x="547129" y="2410305"/>
                </a:cubicBezTo>
                <a:lnTo>
                  <a:pt x="540222" y="2422234"/>
                </a:lnTo>
                <a:cubicBezTo>
                  <a:pt x="539961" y="2422705"/>
                  <a:pt x="539281" y="2423072"/>
                  <a:pt x="538757" y="2423072"/>
                </a:cubicBezTo>
                <a:lnTo>
                  <a:pt x="524997" y="2423072"/>
                </a:lnTo>
                <a:cubicBezTo>
                  <a:pt x="524473" y="2423072"/>
                  <a:pt x="523793" y="2422705"/>
                  <a:pt x="523532" y="2422234"/>
                </a:cubicBezTo>
                <a:lnTo>
                  <a:pt x="516625" y="2410305"/>
                </a:lnTo>
                <a:cubicBezTo>
                  <a:pt x="516364" y="2409834"/>
                  <a:pt x="516364" y="2409049"/>
                  <a:pt x="516625" y="2408579"/>
                </a:cubicBezTo>
                <a:lnTo>
                  <a:pt x="523532" y="2396649"/>
                </a:lnTo>
                <a:cubicBezTo>
                  <a:pt x="523793" y="2396178"/>
                  <a:pt x="524473" y="2395812"/>
                  <a:pt x="524997" y="2395812"/>
                </a:cubicBezTo>
                <a:close/>
                <a:moveTo>
                  <a:pt x="1351522" y="2395708"/>
                </a:moveTo>
                <a:lnTo>
                  <a:pt x="1365440" y="2395708"/>
                </a:lnTo>
                <a:cubicBezTo>
                  <a:pt x="1365963" y="2395708"/>
                  <a:pt x="1366643" y="2396074"/>
                  <a:pt x="1366905" y="2396545"/>
                </a:cubicBezTo>
                <a:lnTo>
                  <a:pt x="1373864" y="2408579"/>
                </a:lnTo>
                <a:cubicBezTo>
                  <a:pt x="1374125" y="2409050"/>
                  <a:pt x="1374125" y="2409835"/>
                  <a:pt x="1373864" y="2410306"/>
                </a:cubicBezTo>
                <a:lnTo>
                  <a:pt x="1366905" y="2422340"/>
                </a:lnTo>
                <a:cubicBezTo>
                  <a:pt x="1366643" y="2422811"/>
                  <a:pt x="1365963" y="2423177"/>
                  <a:pt x="1365440" y="2423177"/>
                </a:cubicBezTo>
                <a:lnTo>
                  <a:pt x="1351522" y="2423177"/>
                </a:lnTo>
                <a:cubicBezTo>
                  <a:pt x="1350999" y="2423177"/>
                  <a:pt x="1350319" y="2422811"/>
                  <a:pt x="1350057" y="2422340"/>
                </a:cubicBezTo>
                <a:lnTo>
                  <a:pt x="1343098" y="2410306"/>
                </a:lnTo>
                <a:cubicBezTo>
                  <a:pt x="1342837" y="2409835"/>
                  <a:pt x="1342837" y="2409050"/>
                  <a:pt x="1343098" y="2408579"/>
                </a:cubicBezTo>
                <a:lnTo>
                  <a:pt x="1350057" y="2396545"/>
                </a:lnTo>
                <a:cubicBezTo>
                  <a:pt x="1350319" y="2396074"/>
                  <a:pt x="1350999" y="2395708"/>
                  <a:pt x="1351522" y="2395708"/>
                </a:cubicBezTo>
                <a:close/>
                <a:moveTo>
                  <a:pt x="938181" y="2395551"/>
                </a:moveTo>
                <a:lnTo>
                  <a:pt x="952203" y="2395551"/>
                </a:lnTo>
                <a:cubicBezTo>
                  <a:pt x="952778" y="2395551"/>
                  <a:pt x="953458" y="2395969"/>
                  <a:pt x="953720" y="2396440"/>
                </a:cubicBezTo>
                <a:lnTo>
                  <a:pt x="960731" y="2408579"/>
                </a:lnTo>
                <a:cubicBezTo>
                  <a:pt x="960993" y="2409050"/>
                  <a:pt x="960993" y="2409835"/>
                  <a:pt x="960731" y="2410306"/>
                </a:cubicBezTo>
                <a:lnTo>
                  <a:pt x="953720" y="2422444"/>
                </a:lnTo>
                <a:cubicBezTo>
                  <a:pt x="953406" y="2422968"/>
                  <a:pt x="952778" y="2423334"/>
                  <a:pt x="952203" y="2423334"/>
                </a:cubicBezTo>
                <a:lnTo>
                  <a:pt x="938181" y="2423334"/>
                </a:lnTo>
                <a:cubicBezTo>
                  <a:pt x="937605" y="2423334"/>
                  <a:pt x="936925" y="2422915"/>
                  <a:pt x="936663" y="2422444"/>
                </a:cubicBezTo>
                <a:lnTo>
                  <a:pt x="929652" y="2410306"/>
                </a:lnTo>
                <a:cubicBezTo>
                  <a:pt x="929391" y="2409835"/>
                  <a:pt x="929391" y="2409050"/>
                  <a:pt x="929652" y="2408579"/>
                </a:cubicBezTo>
                <a:lnTo>
                  <a:pt x="936663" y="2396440"/>
                </a:lnTo>
                <a:cubicBezTo>
                  <a:pt x="936977" y="2395917"/>
                  <a:pt x="937605" y="2395551"/>
                  <a:pt x="938181" y="2395551"/>
                </a:cubicBezTo>
                <a:close/>
                <a:moveTo>
                  <a:pt x="1433981" y="2395289"/>
                </a:moveTo>
                <a:lnTo>
                  <a:pt x="1448265" y="2395289"/>
                </a:lnTo>
                <a:cubicBezTo>
                  <a:pt x="1448841" y="2395289"/>
                  <a:pt x="1449521" y="2395707"/>
                  <a:pt x="1449782" y="2396178"/>
                </a:cubicBezTo>
                <a:lnTo>
                  <a:pt x="1456898" y="2408526"/>
                </a:lnTo>
                <a:cubicBezTo>
                  <a:pt x="1457160" y="2409049"/>
                  <a:pt x="1457160" y="2409834"/>
                  <a:pt x="1456898" y="2410305"/>
                </a:cubicBezTo>
                <a:lnTo>
                  <a:pt x="1449782" y="2422653"/>
                </a:lnTo>
                <a:cubicBezTo>
                  <a:pt x="1449521" y="2423124"/>
                  <a:pt x="1448841" y="2423543"/>
                  <a:pt x="1448265" y="2423543"/>
                </a:cubicBezTo>
                <a:lnTo>
                  <a:pt x="1433981" y="2423543"/>
                </a:lnTo>
                <a:cubicBezTo>
                  <a:pt x="1433406" y="2423543"/>
                  <a:pt x="1432726" y="2423124"/>
                  <a:pt x="1432464" y="2422653"/>
                </a:cubicBezTo>
                <a:lnTo>
                  <a:pt x="1425348" y="2410305"/>
                </a:lnTo>
                <a:cubicBezTo>
                  <a:pt x="1425087" y="2409782"/>
                  <a:pt x="1425087" y="2408997"/>
                  <a:pt x="1425348" y="2408526"/>
                </a:cubicBezTo>
                <a:lnTo>
                  <a:pt x="1432464" y="2396178"/>
                </a:lnTo>
                <a:cubicBezTo>
                  <a:pt x="1432726" y="2395707"/>
                  <a:pt x="1433406" y="2395289"/>
                  <a:pt x="1433981" y="2395289"/>
                </a:cubicBezTo>
                <a:close/>
                <a:moveTo>
                  <a:pt x="2094857" y="2394452"/>
                </a:moveTo>
                <a:lnTo>
                  <a:pt x="2109978" y="2394452"/>
                </a:lnTo>
                <a:cubicBezTo>
                  <a:pt x="2110554" y="2394452"/>
                  <a:pt x="2111286" y="2394871"/>
                  <a:pt x="2111600" y="2395394"/>
                </a:cubicBezTo>
                <a:lnTo>
                  <a:pt x="2119187" y="2408474"/>
                </a:lnTo>
                <a:cubicBezTo>
                  <a:pt x="2119501" y="2408998"/>
                  <a:pt x="2119501" y="2409835"/>
                  <a:pt x="2119187" y="2410358"/>
                </a:cubicBezTo>
                <a:lnTo>
                  <a:pt x="2111600" y="2423438"/>
                </a:lnTo>
                <a:cubicBezTo>
                  <a:pt x="2111286" y="2423962"/>
                  <a:pt x="2110554" y="2424380"/>
                  <a:pt x="2109978" y="2424380"/>
                </a:cubicBezTo>
                <a:lnTo>
                  <a:pt x="2094857" y="2424380"/>
                </a:lnTo>
                <a:cubicBezTo>
                  <a:pt x="2094282" y="2424380"/>
                  <a:pt x="2093549" y="2423962"/>
                  <a:pt x="2093235" y="2423438"/>
                </a:cubicBezTo>
                <a:lnTo>
                  <a:pt x="2085649" y="2410358"/>
                </a:lnTo>
                <a:cubicBezTo>
                  <a:pt x="2085334" y="2409835"/>
                  <a:pt x="2085334" y="2408998"/>
                  <a:pt x="2085649" y="2408474"/>
                </a:cubicBezTo>
                <a:lnTo>
                  <a:pt x="2093235" y="2395394"/>
                </a:lnTo>
                <a:cubicBezTo>
                  <a:pt x="2093549" y="2394871"/>
                  <a:pt x="2094282" y="2394452"/>
                  <a:pt x="2094857" y="2394452"/>
                </a:cubicBezTo>
                <a:close/>
                <a:moveTo>
                  <a:pt x="1598691" y="2394033"/>
                </a:moveTo>
                <a:lnTo>
                  <a:pt x="1614282" y="2394033"/>
                </a:lnTo>
                <a:cubicBezTo>
                  <a:pt x="1614910" y="2394033"/>
                  <a:pt x="1615643" y="2394452"/>
                  <a:pt x="1615957" y="2394975"/>
                </a:cubicBezTo>
                <a:lnTo>
                  <a:pt x="1623753" y="2408474"/>
                </a:lnTo>
                <a:cubicBezTo>
                  <a:pt x="1624067" y="2408997"/>
                  <a:pt x="1624067" y="2409887"/>
                  <a:pt x="1623753" y="2410410"/>
                </a:cubicBezTo>
                <a:lnTo>
                  <a:pt x="1615957" y="2423909"/>
                </a:lnTo>
                <a:cubicBezTo>
                  <a:pt x="1615643" y="2424432"/>
                  <a:pt x="1614910" y="2424851"/>
                  <a:pt x="1614282" y="2424851"/>
                </a:cubicBezTo>
                <a:lnTo>
                  <a:pt x="1598691" y="2424851"/>
                </a:lnTo>
                <a:cubicBezTo>
                  <a:pt x="1598063" y="2424851"/>
                  <a:pt x="1597330" y="2424432"/>
                  <a:pt x="1597016" y="2423909"/>
                </a:cubicBezTo>
                <a:lnTo>
                  <a:pt x="1589220" y="2410410"/>
                </a:lnTo>
                <a:cubicBezTo>
                  <a:pt x="1588907" y="2409887"/>
                  <a:pt x="1588907" y="2408997"/>
                  <a:pt x="1589220" y="2408474"/>
                </a:cubicBezTo>
                <a:lnTo>
                  <a:pt x="1597016" y="2394975"/>
                </a:lnTo>
                <a:cubicBezTo>
                  <a:pt x="1597330" y="2394452"/>
                  <a:pt x="1598063" y="2394033"/>
                  <a:pt x="1598691" y="2394033"/>
                </a:cubicBezTo>
                <a:close/>
                <a:moveTo>
                  <a:pt x="1515970" y="2393981"/>
                </a:moveTo>
                <a:lnTo>
                  <a:pt x="1531614" y="2393981"/>
                </a:lnTo>
                <a:cubicBezTo>
                  <a:pt x="1532242" y="2393981"/>
                  <a:pt x="1532974" y="2394399"/>
                  <a:pt x="1533288" y="2394923"/>
                </a:cubicBezTo>
                <a:lnTo>
                  <a:pt x="1541084" y="2408474"/>
                </a:lnTo>
                <a:cubicBezTo>
                  <a:pt x="1541398" y="2408997"/>
                  <a:pt x="1541398" y="2409887"/>
                  <a:pt x="1541084" y="2410410"/>
                </a:cubicBezTo>
                <a:lnTo>
                  <a:pt x="1533288" y="2423961"/>
                </a:lnTo>
                <a:cubicBezTo>
                  <a:pt x="1532974" y="2424484"/>
                  <a:pt x="1532242" y="2424903"/>
                  <a:pt x="1531614" y="2424903"/>
                </a:cubicBezTo>
                <a:lnTo>
                  <a:pt x="1515970" y="2424903"/>
                </a:lnTo>
                <a:cubicBezTo>
                  <a:pt x="1515342" y="2424903"/>
                  <a:pt x="1514609" y="2424484"/>
                  <a:pt x="1514295" y="2423961"/>
                </a:cubicBezTo>
                <a:lnTo>
                  <a:pt x="1506499" y="2410410"/>
                </a:lnTo>
                <a:cubicBezTo>
                  <a:pt x="1506186" y="2409887"/>
                  <a:pt x="1506186" y="2408997"/>
                  <a:pt x="1506499" y="2408474"/>
                </a:cubicBezTo>
                <a:lnTo>
                  <a:pt x="1514295" y="2394923"/>
                </a:lnTo>
                <a:cubicBezTo>
                  <a:pt x="1514609" y="2394399"/>
                  <a:pt x="1515342" y="2393981"/>
                  <a:pt x="1515970" y="2393981"/>
                </a:cubicBezTo>
                <a:close/>
                <a:moveTo>
                  <a:pt x="1020012" y="2393877"/>
                </a:moveTo>
                <a:lnTo>
                  <a:pt x="1035709" y="2393877"/>
                </a:lnTo>
                <a:cubicBezTo>
                  <a:pt x="1036336" y="2393877"/>
                  <a:pt x="1037069" y="2394348"/>
                  <a:pt x="1037383" y="2394871"/>
                </a:cubicBezTo>
                <a:lnTo>
                  <a:pt x="1045231" y="2408475"/>
                </a:lnTo>
                <a:cubicBezTo>
                  <a:pt x="1045545" y="2408998"/>
                  <a:pt x="1045545" y="2409887"/>
                  <a:pt x="1045231" y="2410411"/>
                </a:cubicBezTo>
                <a:lnTo>
                  <a:pt x="1037383" y="2424014"/>
                </a:lnTo>
                <a:cubicBezTo>
                  <a:pt x="1037069" y="2424590"/>
                  <a:pt x="1036336" y="2425008"/>
                  <a:pt x="1035709" y="2425008"/>
                </a:cubicBezTo>
                <a:lnTo>
                  <a:pt x="1020012" y="2425008"/>
                </a:lnTo>
                <a:cubicBezTo>
                  <a:pt x="1019384" y="2425008"/>
                  <a:pt x="1018652" y="2424537"/>
                  <a:pt x="1018338" y="2424014"/>
                </a:cubicBezTo>
                <a:lnTo>
                  <a:pt x="1010489" y="2410411"/>
                </a:lnTo>
                <a:cubicBezTo>
                  <a:pt x="1010176" y="2409887"/>
                  <a:pt x="1010176" y="2408998"/>
                  <a:pt x="1010489" y="2408475"/>
                </a:cubicBezTo>
                <a:lnTo>
                  <a:pt x="1018338" y="2394871"/>
                </a:lnTo>
                <a:cubicBezTo>
                  <a:pt x="1018652" y="2394296"/>
                  <a:pt x="1019384" y="2393877"/>
                  <a:pt x="1020012" y="2393877"/>
                </a:cubicBezTo>
                <a:close/>
                <a:moveTo>
                  <a:pt x="1763556" y="2393144"/>
                </a:moveTo>
                <a:lnTo>
                  <a:pt x="1780037" y="2393144"/>
                </a:lnTo>
                <a:cubicBezTo>
                  <a:pt x="1780717" y="2393144"/>
                  <a:pt x="1781502" y="2393563"/>
                  <a:pt x="1781816" y="2394138"/>
                </a:cubicBezTo>
                <a:lnTo>
                  <a:pt x="1790083" y="2408422"/>
                </a:lnTo>
                <a:cubicBezTo>
                  <a:pt x="1790397" y="2408998"/>
                  <a:pt x="1790397" y="2409887"/>
                  <a:pt x="1790083" y="2410462"/>
                </a:cubicBezTo>
                <a:lnTo>
                  <a:pt x="1781816" y="2424746"/>
                </a:lnTo>
                <a:cubicBezTo>
                  <a:pt x="1781502" y="2425270"/>
                  <a:pt x="1780665" y="2425740"/>
                  <a:pt x="1780037" y="2425740"/>
                </a:cubicBezTo>
                <a:lnTo>
                  <a:pt x="1763556" y="2425740"/>
                </a:lnTo>
                <a:cubicBezTo>
                  <a:pt x="1762876" y="2425740"/>
                  <a:pt x="1762091" y="2425322"/>
                  <a:pt x="1761777" y="2424746"/>
                </a:cubicBezTo>
                <a:lnTo>
                  <a:pt x="1753510" y="2410462"/>
                </a:lnTo>
                <a:cubicBezTo>
                  <a:pt x="1753197" y="2409887"/>
                  <a:pt x="1753197" y="2408998"/>
                  <a:pt x="1753510" y="2408422"/>
                </a:cubicBezTo>
                <a:lnTo>
                  <a:pt x="1761777" y="2394138"/>
                </a:lnTo>
                <a:cubicBezTo>
                  <a:pt x="1762091" y="2393615"/>
                  <a:pt x="1762928" y="2393144"/>
                  <a:pt x="1763556" y="2393144"/>
                </a:cubicBezTo>
                <a:close/>
                <a:moveTo>
                  <a:pt x="1267337" y="2392621"/>
                </a:moveTo>
                <a:lnTo>
                  <a:pt x="1284341" y="2392621"/>
                </a:lnTo>
                <a:cubicBezTo>
                  <a:pt x="1285021" y="2392621"/>
                  <a:pt x="1285859" y="2393092"/>
                  <a:pt x="1286173" y="2393667"/>
                </a:cubicBezTo>
                <a:lnTo>
                  <a:pt x="1294649" y="2408370"/>
                </a:lnTo>
                <a:cubicBezTo>
                  <a:pt x="1294963" y="2408945"/>
                  <a:pt x="1294963" y="2409887"/>
                  <a:pt x="1294649" y="2410463"/>
                </a:cubicBezTo>
                <a:lnTo>
                  <a:pt x="1286173" y="2425165"/>
                </a:lnTo>
                <a:cubicBezTo>
                  <a:pt x="1285806" y="2425740"/>
                  <a:pt x="1285021" y="2426211"/>
                  <a:pt x="1284341" y="2426211"/>
                </a:cubicBezTo>
                <a:lnTo>
                  <a:pt x="1267337" y="2426211"/>
                </a:lnTo>
                <a:cubicBezTo>
                  <a:pt x="1266656" y="2426211"/>
                  <a:pt x="1265819" y="2425740"/>
                  <a:pt x="1265506" y="2425165"/>
                </a:cubicBezTo>
                <a:lnTo>
                  <a:pt x="1257029" y="2410463"/>
                </a:lnTo>
                <a:cubicBezTo>
                  <a:pt x="1256716" y="2409887"/>
                  <a:pt x="1256716" y="2408945"/>
                  <a:pt x="1257029" y="2408370"/>
                </a:cubicBezTo>
                <a:lnTo>
                  <a:pt x="1265506" y="2393667"/>
                </a:lnTo>
                <a:cubicBezTo>
                  <a:pt x="1265872" y="2393092"/>
                  <a:pt x="1266656" y="2392621"/>
                  <a:pt x="1267337" y="2392621"/>
                </a:cubicBezTo>
                <a:close/>
                <a:moveTo>
                  <a:pt x="2011091" y="2392202"/>
                </a:moveTo>
                <a:lnTo>
                  <a:pt x="2028461" y="2392202"/>
                </a:lnTo>
                <a:cubicBezTo>
                  <a:pt x="2029141" y="2392202"/>
                  <a:pt x="2029979" y="2392725"/>
                  <a:pt x="2030345" y="2393301"/>
                </a:cubicBezTo>
                <a:lnTo>
                  <a:pt x="2039030" y="2408370"/>
                </a:lnTo>
                <a:cubicBezTo>
                  <a:pt x="2039397" y="2408945"/>
                  <a:pt x="2039397" y="2409939"/>
                  <a:pt x="2039030" y="2410515"/>
                </a:cubicBezTo>
                <a:lnTo>
                  <a:pt x="2030345" y="2425583"/>
                </a:lnTo>
                <a:cubicBezTo>
                  <a:pt x="2029979" y="2426211"/>
                  <a:pt x="2029141" y="2426682"/>
                  <a:pt x="2028461" y="2426682"/>
                </a:cubicBezTo>
                <a:lnTo>
                  <a:pt x="2011091" y="2426682"/>
                </a:lnTo>
                <a:cubicBezTo>
                  <a:pt x="2010410" y="2426682"/>
                  <a:pt x="2009573" y="2426159"/>
                  <a:pt x="2009207" y="2425583"/>
                </a:cubicBezTo>
                <a:lnTo>
                  <a:pt x="2000521" y="2410515"/>
                </a:lnTo>
                <a:cubicBezTo>
                  <a:pt x="2000156" y="2409939"/>
                  <a:pt x="2000156" y="2408945"/>
                  <a:pt x="2000521" y="2408370"/>
                </a:cubicBezTo>
                <a:lnTo>
                  <a:pt x="2009207" y="2393301"/>
                </a:lnTo>
                <a:cubicBezTo>
                  <a:pt x="2009573" y="2392673"/>
                  <a:pt x="2010410" y="2392202"/>
                  <a:pt x="2011091" y="2392202"/>
                </a:cubicBezTo>
                <a:close/>
                <a:moveTo>
                  <a:pt x="1680208" y="2391888"/>
                </a:moveTo>
                <a:lnTo>
                  <a:pt x="1697945" y="2391888"/>
                </a:lnTo>
                <a:cubicBezTo>
                  <a:pt x="1698625" y="2391888"/>
                  <a:pt x="1699462" y="2392359"/>
                  <a:pt x="1699829" y="2392987"/>
                </a:cubicBezTo>
                <a:lnTo>
                  <a:pt x="1708723" y="2408369"/>
                </a:lnTo>
                <a:cubicBezTo>
                  <a:pt x="1709089" y="2408997"/>
                  <a:pt x="1709089" y="2409939"/>
                  <a:pt x="1708723" y="2410567"/>
                </a:cubicBezTo>
                <a:lnTo>
                  <a:pt x="1699829" y="2425950"/>
                </a:lnTo>
                <a:cubicBezTo>
                  <a:pt x="1699515" y="2426577"/>
                  <a:pt x="1698625" y="2427048"/>
                  <a:pt x="1697945" y="2427048"/>
                </a:cubicBezTo>
                <a:lnTo>
                  <a:pt x="1680208" y="2427048"/>
                </a:lnTo>
                <a:cubicBezTo>
                  <a:pt x="1679528" y="2427048"/>
                  <a:pt x="1678690" y="2426577"/>
                  <a:pt x="1678324" y="2425950"/>
                </a:cubicBezTo>
                <a:lnTo>
                  <a:pt x="1669430" y="2410567"/>
                </a:lnTo>
                <a:cubicBezTo>
                  <a:pt x="1669063" y="2409939"/>
                  <a:pt x="1669063" y="2408997"/>
                  <a:pt x="1669430" y="2408369"/>
                </a:cubicBezTo>
                <a:lnTo>
                  <a:pt x="1678324" y="2392987"/>
                </a:lnTo>
                <a:cubicBezTo>
                  <a:pt x="1678638" y="2392359"/>
                  <a:pt x="1679528" y="2391888"/>
                  <a:pt x="1680208" y="2391888"/>
                </a:cubicBezTo>
                <a:close/>
                <a:moveTo>
                  <a:pt x="1928161" y="2391731"/>
                </a:moveTo>
                <a:lnTo>
                  <a:pt x="1946055" y="2391731"/>
                </a:lnTo>
                <a:cubicBezTo>
                  <a:pt x="1946787" y="2391731"/>
                  <a:pt x="1947624" y="2392202"/>
                  <a:pt x="1947991" y="2392830"/>
                </a:cubicBezTo>
                <a:lnTo>
                  <a:pt x="1956938" y="2408317"/>
                </a:lnTo>
                <a:cubicBezTo>
                  <a:pt x="1957304" y="2408893"/>
                  <a:pt x="1957304" y="2409887"/>
                  <a:pt x="1956938" y="2410515"/>
                </a:cubicBezTo>
                <a:lnTo>
                  <a:pt x="1947991" y="2426002"/>
                </a:lnTo>
                <a:cubicBezTo>
                  <a:pt x="1947624" y="2426630"/>
                  <a:pt x="1946735" y="2427101"/>
                  <a:pt x="1946055" y="2427101"/>
                </a:cubicBezTo>
                <a:lnTo>
                  <a:pt x="1928161" y="2427101"/>
                </a:lnTo>
                <a:cubicBezTo>
                  <a:pt x="1927428" y="2427101"/>
                  <a:pt x="1926591" y="2426630"/>
                  <a:pt x="1926225" y="2426002"/>
                </a:cubicBezTo>
                <a:lnTo>
                  <a:pt x="1917278" y="2410515"/>
                </a:lnTo>
                <a:cubicBezTo>
                  <a:pt x="1916911" y="2409939"/>
                  <a:pt x="1916911" y="2408945"/>
                  <a:pt x="1917278" y="2408317"/>
                </a:cubicBezTo>
                <a:lnTo>
                  <a:pt x="1926225" y="2392830"/>
                </a:lnTo>
                <a:cubicBezTo>
                  <a:pt x="1926591" y="2392202"/>
                  <a:pt x="1927481" y="2391731"/>
                  <a:pt x="1928161" y="2391731"/>
                </a:cubicBezTo>
                <a:close/>
                <a:moveTo>
                  <a:pt x="440339" y="2391731"/>
                </a:moveTo>
                <a:lnTo>
                  <a:pt x="458234" y="2391731"/>
                </a:lnTo>
                <a:cubicBezTo>
                  <a:pt x="458966" y="2391731"/>
                  <a:pt x="459803" y="2392202"/>
                  <a:pt x="460170" y="2392830"/>
                </a:cubicBezTo>
                <a:lnTo>
                  <a:pt x="469116" y="2408317"/>
                </a:lnTo>
                <a:cubicBezTo>
                  <a:pt x="469483" y="2408893"/>
                  <a:pt x="469483" y="2409887"/>
                  <a:pt x="469116" y="2410515"/>
                </a:cubicBezTo>
                <a:lnTo>
                  <a:pt x="460170" y="2426002"/>
                </a:lnTo>
                <a:cubicBezTo>
                  <a:pt x="459803" y="2426630"/>
                  <a:pt x="458914" y="2427101"/>
                  <a:pt x="458234" y="2427101"/>
                </a:cubicBezTo>
                <a:lnTo>
                  <a:pt x="440339" y="2427101"/>
                </a:lnTo>
                <a:cubicBezTo>
                  <a:pt x="439607" y="2427101"/>
                  <a:pt x="438770" y="2426630"/>
                  <a:pt x="438404" y="2426002"/>
                </a:cubicBezTo>
                <a:lnTo>
                  <a:pt x="429457" y="2410515"/>
                </a:lnTo>
                <a:cubicBezTo>
                  <a:pt x="429090" y="2409939"/>
                  <a:pt x="429090" y="2408945"/>
                  <a:pt x="429457" y="2408317"/>
                </a:cubicBezTo>
                <a:lnTo>
                  <a:pt x="438404" y="2392830"/>
                </a:lnTo>
                <a:cubicBezTo>
                  <a:pt x="438770" y="2392202"/>
                  <a:pt x="439659" y="2391731"/>
                  <a:pt x="440339" y="2391731"/>
                </a:cubicBezTo>
                <a:close/>
                <a:moveTo>
                  <a:pt x="1845282" y="2391260"/>
                </a:moveTo>
                <a:lnTo>
                  <a:pt x="1863647" y="2391260"/>
                </a:lnTo>
                <a:cubicBezTo>
                  <a:pt x="1864380" y="2391260"/>
                  <a:pt x="1865269" y="2391783"/>
                  <a:pt x="1865636" y="2392411"/>
                </a:cubicBezTo>
                <a:lnTo>
                  <a:pt x="1874792" y="2408317"/>
                </a:lnTo>
                <a:cubicBezTo>
                  <a:pt x="1875158" y="2408945"/>
                  <a:pt x="1875158" y="2409939"/>
                  <a:pt x="1874792" y="2410567"/>
                </a:cubicBezTo>
                <a:lnTo>
                  <a:pt x="1865636" y="2426472"/>
                </a:lnTo>
                <a:cubicBezTo>
                  <a:pt x="1865269" y="2427100"/>
                  <a:pt x="1864380" y="2427624"/>
                  <a:pt x="1863647" y="2427624"/>
                </a:cubicBezTo>
                <a:lnTo>
                  <a:pt x="1845282" y="2427624"/>
                </a:lnTo>
                <a:cubicBezTo>
                  <a:pt x="1844550" y="2427624"/>
                  <a:pt x="1843660" y="2427100"/>
                  <a:pt x="1843294" y="2426472"/>
                </a:cubicBezTo>
                <a:lnTo>
                  <a:pt x="1834138" y="2410567"/>
                </a:lnTo>
                <a:cubicBezTo>
                  <a:pt x="1833771" y="2409939"/>
                  <a:pt x="1833771" y="2408945"/>
                  <a:pt x="1834138" y="2408317"/>
                </a:cubicBezTo>
                <a:lnTo>
                  <a:pt x="1843294" y="2392411"/>
                </a:lnTo>
                <a:cubicBezTo>
                  <a:pt x="1843660" y="2391783"/>
                  <a:pt x="1844550" y="2391260"/>
                  <a:pt x="1845282" y="2391260"/>
                </a:cubicBezTo>
                <a:close/>
                <a:moveTo>
                  <a:pt x="2671652" y="2390842"/>
                </a:moveTo>
                <a:lnTo>
                  <a:pt x="2690436" y="2390842"/>
                </a:lnTo>
                <a:cubicBezTo>
                  <a:pt x="2691221" y="2390842"/>
                  <a:pt x="2692110" y="2391365"/>
                  <a:pt x="2692476" y="2391993"/>
                </a:cubicBezTo>
                <a:lnTo>
                  <a:pt x="2701894" y="2408265"/>
                </a:lnTo>
                <a:cubicBezTo>
                  <a:pt x="2702260" y="2408893"/>
                  <a:pt x="2702260" y="2409940"/>
                  <a:pt x="2701894" y="2410567"/>
                </a:cubicBezTo>
                <a:lnTo>
                  <a:pt x="2692476" y="2426839"/>
                </a:lnTo>
                <a:cubicBezTo>
                  <a:pt x="2692058" y="2427467"/>
                  <a:pt x="2691168" y="2427991"/>
                  <a:pt x="2690436" y="2427991"/>
                </a:cubicBezTo>
                <a:lnTo>
                  <a:pt x="2671652" y="2427991"/>
                </a:lnTo>
                <a:cubicBezTo>
                  <a:pt x="2670867" y="2427991"/>
                  <a:pt x="2669978" y="2427467"/>
                  <a:pt x="2669612" y="2426839"/>
                </a:cubicBezTo>
                <a:lnTo>
                  <a:pt x="2660193" y="2410567"/>
                </a:lnTo>
                <a:cubicBezTo>
                  <a:pt x="2659828" y="2409940"/>
                  <a:pt x="2659828" y="2408893"/>
                  <a:pt x="2660193" y="2408265"/>
                </a:cubicBezTo>
                <a:lnTo>
                  <a:pt x="2669612" y="2391993"/>
                </a:lnTo>
                <a:cubicBezTo>
                  <a:pt x="2670030" y="2391365"/>
                  <a:pt x="2670920" y="2390842"/>
                  <a:pt x="2671652" y="2390842"/>
                </a:cubicBezTo>
                <a:close/>
                <a:moveTo>
                  <a:pt x="1100692" y="2390057"/>
                </a:moveTo>
                <a:lnTo>
                  <a:pt x="1120313" y="2390057"/>
                </a:lnTo>
                <a:cubicBezTo>
                  <a:pt x="1121097" y="2390057"/>
                  <a:pt x="1122039" y="2390580"/>
                  <a:pt x="1122405" y="2391260"/>
                </a:cubicBezTo>
                <a:lnTo>
                  <a:pt x="1132190" y="2408265"/>
                </a:lnTo>
                <a:cubicBezTo>
                  <a:pt x="1132556" y="2408893"/>
                  <a:pt x="1132556" y="2409992"/>
                  <a:pt x="1132190" y="2410672"/>
                </a:cubicBezTo>
                <a:lnTo>
                  <a:pt x="1122405" y="2427676"/>
                </a:lnTo>
                <a:cubicBezTo>
                  <a:pt x="1122039" y="2428356"/>
                  <a:pt x="1121097" y="2428880"/>
                  <a:pt x="1120313" y="2428880"/>
                </a:cubicBezTo>
                <a:lnTo>
                  <a:pt x="1100692" y="2428880"/>
                </a:lnTo>
                <a:cubicBezTo>
                  <a:pt x="1099907" y="2428880"/>
                  <a:pt x="1098965" y="2428356"/>
                  <a:pt x="1098599" y="2427676"/>
                </a:cubicBezTo>
                <a:lnTo>
                  <a:pt x="1088815" y="2410672"/>
                </a:lnTo>
                <a:cubicBezTo>
                  <a:pt x="1088448" y="2410044"/>
                  <a:pt x="1088448" y="2408945"/>
                  <a:pt x="1088815" y="2408265"/>
                </a:cubicBezTo>
                <a:lnTo>
                  <a:pt x="1098599" y="2391260"/>
                </a:lnTo>
                <a:cubicBezTo>
                  <a:pt x="1098965" y="2390580"/>
                  <a:pt x="1099907" y="2390057"/>
                  <a:pt x="1100692" y="2390057"/>
                </a:cubicBezTo>
                <a:close/>
                <a:moveTo>
                  <a:pt x="2505321" y="2388958"/>
                </a:moveTo>
                <a:lnTo>
                  <a:pt x="2526041" y="2388958"/>
                </a:lnTo>
                <a:cubicBezTo>
                  <a:pt x="2526825" y="2388958"/>
                  <a:pt x="2527820" y="2389481"/>
                  <a:pt x="2528238" y="2390214"/>
                </a:cubicBezTo>
                <a:lnTo>
                  <a:pt x="2538598" y="2408160"/>
                </a:lnTo>
                <a:cubicBezTo>
                  <a:pt x="2539017" y="2408893"/>
                  <a:pt x="2539017" y="2409991"/>
                  <a:pt x="2538598" y="2410724"/>
                </a:cubicBezTo>
                <a:lnTo>
                  <a:pt x="2528238" y="2428670"/>
                </a:lnTo>
                <a:cubicBezTo>
                  <a:pt x="2527872" y="2429350"/>
                  <a:pt x="2526878" y="2429926"/>
                  <a:pt x="2526041" y="2429926"/>
                </a:cubicBezTo>
                <a:lnTo>
                  <a:pt x="2505321" y="2429926"/>
                </a:lnTo>
                <a:cubicBezTo>
                  <a:pt x="2504536" y="2429926"/>
                  <a:pt x="2503542" y="2429403"/>
                  <a:pt x="2503124" y="2428670"/>
                </a:cubicBezTo>
                <a:lnTo>
                  <a:pt x="2492764" y="2410724"/>
                </a:lnTo>
                <a:cubicBezTo>
                  <a:pt x="2492345" y="2409991"/>
                  <a:pt x="2492345" y="2408893"/>
                  <a:pt x="2492764" y="2408160"/>
                </a:cubicBezTo>
                <a:lnTo>
                  <a:pt x="2503124" y="2390214"/>
                </a:lnTo>
                <a:cubicBezTo>
                  <a:pt x="2503490" y="2389533"/>
                  <a:pt x="2504484" y="2388958"/>
                  <a:pt x="2505321" y="2388958"/>
                </a:cubicBezTo>
                <a:close/>
                <a:moveTo>
                  <a:pt x="2586839" y="2386708"/>
                </a:moveTo>
                <a:lnTo>
                  <a:pt x="2609808" y="2386708"/>
                </a:lnTo>
                <a:cubicBezTo>
                  <a:pt x="2610698" y="2386708"/>
                  <a:pt x="2611796" y="2387336"/>
                  <a:pt x="2612267" y="2388120"/>
                </a:cubicBezTo>
                <a:lnTo>
                  <a:pt x="2623778" y="2408055"/>
                </a:lnTo>
                <a:cubicBezTo>
                  <a:pt x="2624249" y="2408840"/>
                  <a:pt x="2624249" y="2410096"/>
                  <a:pt x="2623778" y="2410881"/>
                </a:cubicBezTo>
                <a:lnTo>
                  <a:pt x="2612267" y="2430815"/>
                </a:lnTo>
                <a:cubicBezTo>
                  <a:pt x="2611796" y="2431600"/>
                  <a:pt x="2610698" y="2432228"/>
                  <a:pt x="2609808" y="2432228"/>
                </a:cubicBezTo>
                <a:lnTo>
                  <a:pt x="2586839" y="2432228"/>
                </a:lnTo>
                <a:cubicBezTo>
                  <a:pt x="2585949" y="2432228"/>
                  <a:pt x="2584851" y="2431600"/>
                  <a:pt x="2584380" y="2430815"/>
                </a:cubicBezTo>
                <a:lnTo>
                  <a:pt x="2572869" y="2410881"/>
                </a:lnTo>
                <a:cubicBezTo>
                  <a:pt x="2572398" y="2410096"/>
                  <a:pt x="2572398" y="2408840"/>
                  <a:pt x="2572869" y="2408055"/>
                </a:cubicBezTo>
                <a:lnTo>
                  <a:pt x="2584380" y="2388120"/>
                </a:lnTo>
                <a:cubicBezTo>
                  <a:pt x="2584851" y="2387336"/>
                  <a:pt x="2585949" y="2386708"/>
                  <a:pt x="2586839" y="2386708"/>
                </a:cubicBezTo>
                <a:close/>
                <a:moveTo>
                  <a:pt x="105951" y="2384406"/>
                </a:moveTo>
                <a:lnTo>
                  <a:pt x="131275" y="2384406"/>
                </a:lnTo>
                <a:cubicBezTo>
                  <a:pt x="132269" y="2384406"/>
                  <a:pt x="133472" y="2385086"/>
                  <a:pt x="133996" y="2385976"/>
                </a:cubicBezTo>
                <a:lnTo>
                  <a:pt x="146657" y="2407898"/>
                </a:lnTo>
                <a:cubicBezTo>
                  <a:pt x="147181" y="2408788"/>
                  <a:pt x="147181" y="2410148"/>
                  <a:pt x="146657" y="2411038"/>
                </a:cubicBezTo>
                <a:lnTo>
                  <a:pt x="133996" y="2432960"/>
                </a:lnTo>
                <a:cubicBezTo>
                  <a:pt x="133472" y="2433850"/>
                  <a:pt x="132269" y="2434530"/>
                  <a:pt x="131275" y="2434530"/>
                </a:cubicBezTo>
                <a:lnTo>
                  <a:pt x="105951" y="2434530"/>
                </a:lnTo>
                <a:cubicBezTo>
                  <a:pt x="104957" y="2434530"/>
                  <a:pt x="103754" y="2433850"/>
                  <a:pt x="103230" y="2432960"/>
                </a:cubicBezTo>
                <a:lnTo>
                  <a:pt x="90569" y="2411038"/>
                </a:lnTo>
                <a:cubicBezTo>
                  <a:pt x="90045" y="2410148"/>
                  <a:pt x="90045" y="2408788"/>
                  <a:pt x="90569" y="2407898"/>
                </a:cubicBezTo>
                <a:lnTo>
                  <a:pt x="103230" y="2385976"/>
                </a:lnTo>
                <a:cubicBezTo>
                  <a:pt x="103754" y="2385086"/>
                  <a:pt x="104957" y="2384406"/>
                  <a:pt x="105951" y="2384406"/>
                </a:cubicBezTo>
                <a:close/>
                <a:moveTo>
                  <a:pt x="21033" y="2379959"/>
                </a:moveTo>
                <a:lnTo>
                  <a:pt x="50804" y="2379959"/>
                </a:lnTo>
                <a:cubicBezTo>
                  <a:pt x="51955" y="2379959"/>
                  <a:pt x="53420" y="2380796"/>
                  <a:pt x="53996" y="2381790"/>
                </a:cubicBezTo>
                <a:lnTo>
                  <a:pt x="68907" y="2407585"/>
                </a:lnTo>
                <a:cubicBezTo>
                  <a:pt x="69483" y="2408579"/>
                  <a:pt x="69483" y="2410253"/>
                  <a:pt x="68907" y="2411248"/>
                </a:cubicBezTo>
                <a:lnTo>
                  <a:pt x="53996" y="2437042"/>
                </a:lnTo>
                <a:cubicBezTo>
                  <a:pt x="53420" y="2438036"/>
                  <a:pt x="51955" y="2438873"/>
                  <a:pt x="50804" y="2438873"/>
                </a:cubicBezTo>
                <a:lnTo>
                  <a:pt x="21033" y="2438873"/>
                </a:lnTo>
                <a:cubicBezTo>
                  <a:pt x="19882" y="2438873"/>
                  <a:pt x="18417" y="2438036"/>
                  <a:pt x="17841" y="2437042"/>
                </a:cubicBezTo>
                <a:lnTo>
                  <a:pt x="2930" y="2411248"/>
                </a:lnTo>
                <a:cubicBezTo>
                  <a:pt x="2354" y="2410253"/>
                  <a:pt x="2354" y="2408579"/>
                  <a:pt x="2930" y="2407585"/>
                </a:cubicBezTo>
                <a:lnTo>
                  <a:pt x="17841" y="2381790"/>
                </a:lnTo>
                <a:cubicBezTo>
                  <a:pt x="18417" y="2380796"/>
                  <a:pt x="19882" y="2379959"/>
                  <a:pt x="21033" y="2379959"/>
                </a:cubicBezTo>
                <a:close/>
                <a:moveTo>
                  <a:pt x="858704" y="2319161"/>
                </a:moveTo>
                <a:lnTo>
                  <a:pt x="866395" y="2319161"/>
                </a:lnTo>
                <a:cubicBezTo>
                  <a:pt x="866709" y="2319161"/>
                  <a:pt x="867075" y="2319370"/>
                  <a:pt x="867232" y="2319632"/>
                </a:cubicBezTo>
                <a:lnTo>
                  <a:pt x="871104" y="2326329"/>
                </a:lnTo>
                <a:cubicBezTo>
                  <a:pt x="871261" y="2326591"/>
                  <a:pt x="871261" y="2327009"/>
                  <a:pt x="871104" y="2327271"/>
                </a:cubicBezTo>
                <a:lnTo>
                  <a:pt x="867232" y="2333968"/>
                </a:lnTo>
                <a:cubicBezTo>
                  <a:pt x="867075" y="2334230"/>
                  <a:pt x="866709" y="2334439"/>
                  <a:pt x="866395" y="2334439"/>
                </a:cubicBezTo>
                <a:lnTo>
                  <a:pt x="858704" y="2334439"/>
                </a:lnTo>
                <a:cubicBezTo>
                  <a:pt x="858390" y="2334439"/>
                  <a:pt x="858023" y="2334230"/>
                  <a:pt x="857866" y="2333968"/>
                </a:cubicBezTo>
                <a:lnTo>
                  <a:pt x="853995" y="2327271"/>
                </a:lnTo>
                <a:cubicBezTo>
                  <a:pt x="853838" y="2327009"/>
                  <a:pt x="853838" y="2326591"/>
                  <a:pt x="853995" y="2326329"/>
                </a:cubicBezTo>
                <a:lnTo>
                  <a:pt x="857866" y="2319632"/>
                </a:lnTo>
                <a:cubicBezTo>
                  <a:pt x="858023" y="2319370"/>
                  <a:pt x="858390" y="2319161"/>
                  <a:pt x="858704" y="2319161"/>
                </a:cubicBezTo>
                <a:close/>
                <a:moveTo>
                  <a:pt x="2759762" y="2319056"/>
                </a:moveTo>
                <a:lnTo>
                  <a:pt x="2767558" y="2319056"/>
                </a:lnTo>
                <a:cubicBezTo>
                  <a:pt x="2767872" y="2319056"/>
                  <a:pt x="2768238" y="2319265"/>
                  <a:pt x="2768395" y="2319527"/>
                </a:cubicBezTo>
                <a:lnTo>
                  <a:pt x="2772319" y="2326276"/>
                </a:lnTo>
                <a:cubicBezTo>
                  <a:pt x="2772476" y="2326538"/>
                  <a:pt x="2772476" y="2326957"/>
                  <a:pt x="2772319" y="2327218"/>
                </a:cubicBezTo>
                <a:lnTo>
                  <a:pt x="2768395" y="2333968"/>
                </a:lnTo>
                <a:cubicBezTo>
                  <a:pt x="2768238" y="2334229"/>
                  <a:pt x="2767872" y="2334439"/>
                  <a:pt x="2767558" y="2334439"/>
                </a:cubicBezTo>
                <a:lnTo>
                  <a:pt x="2759762" y="2334439"/>
                </a:lnTo>
                <a:cubicBezTo>
                  <a:pt x="2759448" y="2334439"/>
                  <a:pt x="2759081" y="2334229"/>
                  <a:pt x="2758925" y="2333968"/>
                </a:cubicBezTo>
                <a:lnTo>
                  <a:pt x="2755001" y="2327218"/>
                </a:lnTo>
                <a:cubicBezTo>
                  <a:pt x="2754844" y="2326957"/>
                  <a:pt x="2754844" y="2326538"/>
                  <a:pt x="2755001" y="2326276"/>
                </a:cubicBezTo>
                <a:lnTo>
                  <a:pt x="2758925" y="2319527"/>
                </a:lnTo>
                <a:cubicBezTo>
                  <a:pt x="2759081" y="2319265"/>
                  <a:pt x="2759448" y="2319056"/>
                  <a:pt x="2759762" y="2319056"/>
                </a:cubicBezTo>
                <a:close/>
                <a:moveTo>
                  <a:pt x="775878" y="2318899"/>
                </a:moveTo>
                <a:lnTo>
                  <a:pt x="783831" y="2318899"/>
                </a:lnTo>
                <a:cubicBezTo>
                  <a:pt x="784145" y="2318899"/>
                  <a:pt x="784512" y="2319108"/>
                  <a:pt x="784668" y="2319370"/>
                </a:cubicBezTo>
                <a:lnTo>
                  <a:pt x="788645" y="2326276"/>
                </a:lnTo>
                <a:cubicBezTo>
                  <a:pt x="788802" y="2326538"/>
                  <a:pt x="788802" y="2327009"/>
                  <a:pt x="788645" y="2327271"/>
                </a:cubicBezTo>
                <a:lnTo>
                  <a:pt x="784668" y="2334177"/>
                </a:lnTo>
                <a:cubicBezTo>
                  <a:pt x="784512" y="2334439"/>
                  <a:pt x="784145" y="2334648"/>
                  <a:pt x="783831" y="2334648"/>
                </a:cubicBezTo>
                <a:lnTo>
                  <a:pt x="775878" y="2334648"/>
                </a:lnTo>
                <a:cubicBezTo>
                  <a:pt x="775564" y="2334648"/>
                  <a:pt x="775198" y="2334439"/>
                  <a:pt x="775041" y="2334177"/>
                </a:cubicBezTo>
                <a:lnTo>
                  <a:pt x="771065" y="2327271"/>
                </a:lnTo>
                <a:cubicBezTo>
                  <a:pt x="770908" y="2327009"/>
                  <a:pt x="770908" y="2326538"/>
                  <a:pt x="771065" y="2326276"/>
                </a:cubicBezTo>
                <a:lnTo>
                  <a:pt x="775041" y="2319370"/>
                </a:lnTo>
                <a:cubicBezTo>
                  <a:pt x="775198" y="2319108"/>
                  <a:pt x="775564" y="2318899"/>
                  <a:pt x="775878" y="2318899"/>
                </a:cubicBezTo>
                <a:close/>
                <a:moveTo>
                  <a:pt x="939436" y="2315289"/>
                </a:moveTo>
                <a:lnTo>
                  <a:pt x="951052" y="2315289"/>
                </a:lnTo>
                <a:cubicBezTo>
                  <a:pt x="951523" y="2315289"/>
                  <a:pt x="952098" y="2315603"/>
                  <a:pt x="952308" y="2316022"/>
                </a:cubicBezTo>
                <a:lnTo>
                  <a:pt x="958115" y="2326067"/>
                </a:lnTo>
                <a:cubicBezTo>
                  <a:pt x="958324" y="2326434"/>
                  <a:pt x="958324" y="2327061"/>
                  <a:pt x="958115" y="2327480"/>
                </a:cubicBezTo>
                <a:lnTo>
                  <a:pt x="952308" y="2337526"/>
                </a:lnTo>
                <a:cubicBezTo>
                  <a:pt x="952046" y="2337944"/>
                  <a:pt x="951523" y="2338258"/>
                  <a:pt x="951052" y="2338258"/>
                </a:cubicBezTo>
                <a:lnTo>
                  <a:pt x="939436" y="2338258"/>
                </a:lnTo>
                <a:cubicBezTo>
                  <a:pt x="938965" y="2338258"/>
                  <a:pt x="938390" y="2337944"/>
                  <a:pt x="938181" y="2337526"/>
                </a:cubicBezTo>
                <a:lnTo>
                  <a:pt x="932373" y="2327480"/>
                </a:lnTo>
                <a:cubicBezTo>
                  <a:pt x="932164" y="2327114"/>
                  <a:pt x="932164" y="2326486"/>
                  <a:pt x="932373" y="2326067"/>
                </a:cubicBezTo>
                <a:lnTo>
                  <a:pt x="938181" y="2316022"/>
                </a:lnTo>
                <a:cubicBezTo>
                  <a:pt x="938442" y="2315603"/>
                  <a:pt x="938965" y="2315289"/>
                  <a:pt x="939436" y="2315289"/>
                </a:cubicBezTo>
                <a:close/>
                <a:moveTo>
                  <a:pt x="691222" y="2314871"/>
                </a:moveTo>
                <a:lnTo>
                  <a:pt x="703256" y="2314871"/>
                </a:lnTo>
                <a:cubicBezTo>
                  <a:pt x="703727" y="2314871"/>
                  <a:pt x="704303" y="2315185"/>
                  <a:pt x="704564" y="2315603"/>
                </a:cubicBezTo>
                <a:lnTo>
                  <a:pt x="710581" y="2326016"/>
                </a:lnTo>
                <a:cubicBezTo>
                  <a:pt x="710843" y="2326382"/>
                  <a:pt x="710843" y="2327062"/>
                  <a:pt x="710581" y="2327481"/>
                </a:cubicBezTo>
                <a:lnTo>
                  <a:pt x="704564" y="2337893"/>
                </a:lnTo>
                <a:cubicBezTo>
                  <a:pt x="704303" y="2338311"/>
                  <a:pt x="703727" y="2338625"/>
                  <a:pt x="703256" y="2338625"/>
                </a:cubicBezTo>
                <a:lnTo>
                  <a:pt x="691222" y="2338625"/>
                </a:lnTo>
                <a:cubicBezTo>
                  <a:pt x="690752" y="2338625"/>
                  <a:pt x="690176" y="2338311"/>
                  <a:pt x="689914" y="2337893"/>
                </a:cubicBezTo>
                <a:lnTo>
                  <a:pt x="683897" y="2327481"/>
                </a:lnTo>
                <a:cubicBezTo>
                  <a:pt x="683636" y="2327114"/>
                  <a:pt x="683636" y="2326434"/>
                  <a:pt x="683897" y="2326016"/>
                </a:cubicBezTo>
                <a:lnTo>
                  <a:pt x="689914" y="2315603"/>
                </a:lnTo>
                <a:cubicBezTo>
                  <a:pt x="690176" y="2315185"/>
                  <a:pt x="690752" y="2314871"/>
                  <a:pt x="691222" y="2314871"/>
                </a:cubicBezTo>
                <a:close/>
                <a:moveTo>
                  <a:pt x="195056" y="2314504"/>
                </a:moveTo>
                <a:lnTo>
                  <a:pt x="207456" y="2314504"/>
                </a:lnTo>
                <a:cubicBezTo>
                  <a:pt x="207927" y="2314504"/>
                  <a:pt x="208502" y="2314870"/>
                  <a:pt x="208764" y="2315289"/>
                </a:cubicBezTo>
                <a:lnTo>
                  <a:pt x="214990" y="2326015"/>
                </a:lnTo>
                <a:cubicBezTo>
                  <a:pt x="215252" y="2326433"/>
                  <a:pt x="215252" y="2327114"/>
                  <a:pt x="214990" y="2327532"/>
                </a:cubicBezTo>
                <a:lnTo>
                  <a:pt x="208764" y="2338258"/>
                </a:lnTo>
                <a:cubicBezTo>
                  <a:pt x="208555" y="2338677"/>
                  <a:pt x="207927" y="2339043"/>
                  <a:pt x="207456" y="2339043"/>
                </a:cubicBezTo>
                <a:lnTo>
                  <a:pt x="195056" y="2339043"/>
                </a:lnTo>
                <a:cubicBezTo>
                  <a:pt x="194585" y="2339043"/>
                  <a:pt x="194009" y="2338677"/>
                  <a:pt x="193747" y="2338258"/>
                </a:cubicBezTo>
                <a:lnTo>
                  <a:pt x="187521" y="2327532"/>
                </a:lnTo>
                <a:cubicBezTo>
                  <a:pt x="187260" y="2327114"/>
                  <a:pt x="187260" y="2326433"/>
                  <a:pt x="187521" y="2326015"/>
                </a:cubicBezTo>
                <a:lnTo>
                  <a:pt x="193747" y="2315289"/>
                </a:lnTo>
                <a:cubicBezTo>
                  <a:pt x="193957" y="2314870"/>
                  <a:pt x="194585" y="2314504"/>
                  <a:pt x="195056" y="2314504"/>
                </a:cubicBezTo>
                <a:close/>
                <a:moveTo>
                  <a:pt x="1186604" y="2313720"/>
                </a:moveTo>
                <a:lnTo>
                  <a:pt x="1199790" y="2313720"/>
                </a:lnTo>
                <a:cubicBezTo>
                  <a:pt x="1200313" y="2313720"/>
                  <a:pt x="1200941" y="2314086"/>
                  <a:pt x="1201202" y="2314557"/>
                </a:cubicBezTo>
                <a:lnTo>
                  <a:pt x="1207795" y="2325963"/>
                </a:lnTo>
                <a:cubicBezTo>
                  <a:pt x="1208057" y="2326382"/>
                  <a:pt x="1208057" y="2327114"/>
                  <a:pt x="1207795" y="2327585"/>
                </a:cubicBezTo>
                <a:lnTo>
                  <a:pt x="1201202" y="2338991"/>
                </a:lnTo>
                <a:cubicBezTo>
                  <a:pt x="1200941" y="2339462"/>
                  <a:pt x="1200313" y="2339828"/>
                  <a:pt x="1199790" y="2339828"/>
                </a:cubicBezTo>
                <a:lnTo>
                  <a:pt x="1186604" y="2339828"/>
                </a:lnTo>
                <a:cubicBezTo>
                  <a:pt x="1186081" y="2339828"/>
                  <a:pt x="1185454" y="2339462"/>
                  <a:pt x="1185192" y="2338991"/>
                </a:cubicBezTo>
                <a:lnTo>
                  <a:pt x="1178599" y="2327585"/>
                </a:lnTo>
                <a:cubicBezTo>
                  <a:pt x="1178338" y="2327167"/>
                  <a:pt x="1178338" y="2326434"/>
                  <a:pt x="1178599" y="2325963"/>
                </a:cubicBezTo>
                <a:lnTo>
                  <a:pt x="1185192" y="2314557"/>
                </a:lnTo>
                <a:cubicBezTo>
                  <a:pt x="1185454" y="2314086"/>
                  <a:pt x="1186081" y="2313720"/>
                  <a:pt x="1186604" y="2313720"/>
                </a:cubicBezTo>
                <a:close/>
                <a:moveTo>
                  <a:pt x="277358" y="2313720"/>
                </a:moveTo>
                <a:lnTo>
                  <a:pt x="290542" y="2313720"/>
                </a:lnTo>
                <a:cubicBezTo>
                  <a:pt x="291066" y="2313720"/>
                  <a:pt x="291694" y="2314086"/>
                  <a:pt x="291955" y="2314557"/>
                </a:cubicBezTo>
                <a:lnTo>
                  <a:pt x="298548" y="2325963"/>
                </a:lnTo>
                <a:cubicBezTo>
                  <a:pt x="298809" y="2326382"/>
                  <a:pt x="298809" y="2327114"/>
                  <a:pt x="298548" y="2327585"/>
                </a:cubicBezTo>
                <a:lnTo>
                  <a:pt x="291955" y="2338991"/>
                </a:lnTo>
                <a:cubicBezTo>
                  <a:pt x="291694" y="2339462"/>
                  <a:pt x="291066" y="2339828"/>
                  <a:pt x="290542" y="2339828"/>
                </a:cubicBezTo>
                <a:lnTo>
                  <a:pt x="277358" y="2339828"/>
                </a:lnTo>
                <a:cubicBezTo>
                  <a:pt x="276834" y="2339828"/>
                  <a:pt x="276206" y="2339462"/>
                  <a:pt x="275945" y="2338991"/>
                </a:cubicBezTo>
                <a:lnTo>
                  <a:pt x="269352" y="2327585"/>
                </a:lnTo>
                <a:cubicBezTo>
                  <a:pt x="269091" y="2327167"/>
                  <a:pt x="269091" y="2326434"/>
                  <a:pt x="269352" y="2325963"/>
                </a:cubicBezTo>
                <a:lnTo>
                  <a:pt x="275945" y="2314557"/>
                </a:lnTo>
                <a:cubicBezTo>
                  <a:pt x="276206" y="2314086"/>
                  <a:pt x="276834" y="2313720"/>
                  <a:pt x="277358" y="2313720"/>
                </a:cubicBezTo>
                <a:close/>
                <a:moveTo>
                  <a:pt x="2178467" y="2313667"/>
                </a:moveTo>
                <a:lnTo>
                  <a:pt x="2191652" y="2313667"/>
                </a:lnTo>
                <a:cubicBezTo>
                  <a:pt x="2192176" y="2313667"/>
                  <a:pt x="2192803" y="2314033"/>
                  <a:pt x="2193065" y="2314504"/>
                </a:cubicBezTo>
                <a:lnTo>
                  <a:pt x="2199658" y="2325963"/>
                </a:lnTo>
                <a:cubicBezTo>
                  <a:pt x="2199919" y="2326381"/>
                  <a:pt x="2199919" y="2327114"/>
                  <a:pt x="2199658" y="2327585"/>
                </a:cubicBezTo>
                <a:lnTo>
                  <a:pt x="2193065" y="2339043"/>
                </a:lnTo>
                <a:cubicBezTo>
                  <a:pt x="2192803" y="2339514"/>
                  <a:pt x="2192176" y="2339880"/>
                  <a:pt x="2191652" y="2339880"/>
                </a:cubicBezTo>
                <a:lnTo>
                  <a:pt x="2178467" y="2339880"/>
                </a:lnTo>
                <a:cubicBezTo>
                  <a:pt x="2177944" y="2339880"/>
                  <a:pt x="2177316" y="2339514"/>
                  <a:pt x="2177055" y="2339043"/>
                </a:cubicBezTo>
                <a:lnTo>
                  <a:pt x="2170462" y="2327585"/>
                </a:lnTo>
                <a:cubicBezTo>
                  <a:pt x="2170201" y="2327166"/>
                  <a:pt x="2170201" y="2326434"/>
                  <a:pt x="2170462" y="2325963"/>
                </a:cubicBezTo>
                <a:lnTo>
                  <a:pt x="2177055" y="2314504"/>
                </a:lnTo>
                <a:cubicBezTo>
                  <a:pt x="2177316" y="2314033"/>
                  <a:pt x="2177944" y="2313667"/>
                  <a:pt x="2178467" y="2313667"/>
                </a:cubicBezTo>
                <a:close/>
                <a:moveTo>
                  <a:pt x="1599684" y="2313301"/>
                </a:moveTo>
                <a:lnTo>
                  <a:pt x="1613288" y="2313301"/>
                </a:lnTo>
                <a:cubicBezTo>
                  <a:pt x="1613811" y="2313301"/>
                  <a:pt x="1614491" y="2313667"/>
                  <a:pt x="1614753" y="2314138"/>
                </a:cubicBezTo>
                <a:lnTo>
                  <a:pt x="1621555" y="2325910"/>
                </a:lnTo>
                <a:cubicBezTo>
                  <a:pt x="1621816" y="2326381"/>
                  <a:pt x="1621816" y="2327114"/>
                  <a:pt x="1621555" y="2327585"/>
                </a:cubicBezTo>
                <a:lnTo>
                  <a:pt x="1614753" y="2339357"/>
                </a:lnTo>
                <a:cubicBezTo>
                  <a:pt x="1614491" y="2339828"/>
                  <a:pt x="1613811" y="2340194"/>
                  <a:pt x="1613288" y="2340194"/>
                </a:cubicBezTo>
                <a:lnTo>
                  <a:pt x="1599684" y="2340194"/>
                </a:lnTo>
                <a:cubicBezTo>
                  <a:pt x="1599161" y="2340194"/>
                  <a:pt x="1598481" y="2339828"/>
                  <a:pt x="1598219" y="2339357"/>
                </a:cubicBezTo>
                <a:lnTo>
                  <a:pt x="1591417" y="2327585"/>
                </a:lnTo>
                <a:cubicBezTo>
                  <a:pt x="1591156" y="2327114"/>
                  <a:pt x="1591156" y="2326381"/>
                  <a:pt x="1591417" y="2325910"/>
                </a:cubicBezTo>
                <a:lnTo>
                  <a:pt x="1598219" y="2314138"/>
                </a:lnTo>
                <a:cubicBezTo>
                  <a:pt x="1598481" y="2313667"/>
                  <a:pt x="1599161" y="2313301"/>
                  <a:pt x="1599684" y="2313301"/>
                </a:cubicBezTo>
                <a:close/>
                <a:moveTo>
                  <a:pt x="1268959" y="2313196"/>
                </a:moveTo>
                <a:lnTo>
                  <a:pt x="1282719" y="2313196"/>
                </a:lnTo>
                <a:cubicBezTo>
                  <a:pt x="1283243" y="2313196"/>
                  <a:pt x="1283923" y="2313562"/>
                  <a:pt x="1284184" y="2314033"/>
                </a:cubicBezTo>
                <a:lnTo>
                  <a:pt x="1291091" y="2325963"/>
                </a:lnTo>
                <a:cubicBezTo>
                  <a:pt x="1291352" y="2326433"/>
                  <a:pt x="1291352" y="2327218"/>
                  <a:pt x="1291091" y="2327689"/>
                </a:cubicBezTo>
                <a:lnTo>
                  <a:pt x="1284184" y="2339619"/>
                </a:lnTo>
                <a:cubicBezTo>
                  <a:pt x="1283923" y="2340089"/>
                  <a:pt x="1283243" y="2340456"/>
                  <a:pt x="1282719" y="2340456"/>
                </a:cubicBezTo>
                <a:lnTo>
                  <a:pt x="1268959" y="2340456"/>
                </a:lnTo>
                <a:cubicBezTo>
                  <a:pt x="1268435" y="2340456"/>
                  <a:pt x="1267755" y="2340089"/>
                  <a:pt x="1267494" y="2339619"/>
                </a:cubicBezTo>
                <a:lnTo>
                  <a:pt x="1260587" y="2327689"/>
                </a:lnTo>
                <a:cubicBezTo>
                  <a:pt x="1260326" y="2327218"/>
                  <a:pt x="1260326" y="2326433"/>
                  <a:pt x="1260587" y="2325963"/>
                </a:cubicBezTo>
                <a:lnTo>
                  <a:pt x="1267494" y="2314033"/>
                </a:lnTo>
                <a:cubicBezTo>
                  <a:pt x="1267755" y="2313562"/>
                  <a:pt x="1268435" y="2313196"/>
                  <a:pt x="1268959" y="2313196"/>
                </a:cubicBezTo>
                <a:close/>
                <a:moveTo>
                  <a:pt x="1351418" y="2312725"/>
                </a:moveTo>
                <a:lnTo>
                  <a:pt x="1365597" y="2312725"/>
                </a:lnTo>
                <a:cubicBezTo>
                  <a:pt x="1366173" y="2312725"/>
                  <a:pt x="1366853" y="2313144"/>
                  <a:pt x="1367115" y="2313615"/>
                </a:cubicBezTo>
                <a:lnTo>
                  <a:pt x="1374178" y="2325910"/>
                </a:lnTo>
                <a:cubicBezTo>
                  <a:pt x="1374440" y="2326433"/>
                  <a:pt x="1374440" y="2327218"/>
                  <a:pt x="1374178" y="2327689"/>
                </a:cubicBezTo>
                <a:lnTo>
                  <a:pt x="1367115" y="2339985"/>
                </a:lnTo>
                <a:cubicBezTo>
                  <a:pt x="1366853" y="2340508"/>
                  <a:pt x="1366173" y="2340874"/>
                  <a:pt x="1365597" y="2340874"/>
                </a:cubicBezTo>
                <a:lnTo>
                  <a:pt x="1351418" y="2340874"/>
                </a:lnTo>
                <a:cubicBezTo>
                  <a:pt x="1350843" y="2340874"/>
                  <a:pt x="1350162" y="2340455"/>
                  <a:pt x="1349901" y="2339985"/>
                </a:cubicBezTo>
                <a:lnTo>
                  <a:pt x="1342837" y="2327689"/>
                </a:lnTo>
                <a:cubicBezTo>
                  <a:pt x="1342576" y="2327166"/>
                  <a:pt x="1342576" y="2326381"/>
                  <a:pt x="1342837" y="2325910"/>
                </a:cubicBezTo>
                <a:lnTo>
                  <a:pt x="1349901" y="2313615"/>
                </a:lnTo>
                <a:cubicBezTo>
                  <a:pt x="1350162" y="2313091"/>
                  <a:pt x="1350843" y="2312725"/>
                  <a:pt x="1351418" y="2312725"/>
                </a:cubicBezTo>
                <a:close/>
                <a:moveTo>
                  <a:pt x="442067" y="2312569"/>
                </a:moveTo>
                <a:lnTo>
                  <a:pt x="456455" y="2312569"/>
                </a:lnTo>
                <a:cubicBezTo>
                  <a:pt x="456978" y="2312569"/>
                  <a:pt x="457711" y="2312988"/>
                  <a:pt x="457972" y="2313459"/>
                </a:cubicBezTo>
                <a:lnTo>
                  <a:pt x="465140" y="2325911"/>
                </a:lnTo>
                <a:cubicBezTo>
                  <a:pt x="465402" y="2326382"/>
                  <a:pt x="465402" y="2327219"/>
                  <a:pt x="465140" y="2327690"/>
                </a:cubicBezTo>
                <a:lnTo>
                  <a:pt x="457972" y="2340142"/>
                </a:lnTo>
                <a:cubicBezTo>
                  <a:pt x="457711" y="2340614"/>
                  <a:pt x="457031" y="2341032"/>
                  <a:pt x="456455" y="2341032"/>
                </a:cubicBezTo>
                <a:lnTo>
                  <a:pt x="442067" y="2341032"/>
                </a:lnTo>
                <a:cubicBezTo>
                  <a:pt x="441544" y="2341032"/>
                  <a:pt x="440811" y="2340614"/>
                  <a:pt x="440549" y="2340142"/>
                </a:cubicBezTo>
                <a:lnTo>
                  <a:pt x="433381" y="2327690"/>
                </a:lnTo>
                <a:cubicBezTo>
                  <a:pt x="433120" y="2327219"/>
                  <a:pt x="433120" y="2326382"/>
                  <a:pt x="433381" y="2325911"/>
                </a:cubicBezTo>
                <a:lnTo>
                  <a:pt x="440549" y="2313459"/>
                </a:lnTo>
                <a:cubicBezTo>
                  <a:pt x="440811" y="2312988"/>
                  <a:pt x="441491" y="2312569"/>
                  <a:pt x="442067" y="2312569"/>
                </a:cubicBezTo>
                <a:close/>
                <a:moveTo>
                  <a:pt x="1020640" y="2312464"/>
                </a:moveTo>
                <a:lnTo>
                  <a:pt x="1035133" y="2312464"/>
                </a:lnTo>
                <a:cubicBezTo>
                  <a:pt x="1035709" y="2312464"/>
                  <a:pt x="1036441" y="2312883"/>
                  <a:pt x="1036703" y="2313353"/>
                </a:cubicBezTo>
                <a:lnTo>
                  <a:pt x="1043924" y="2325911"/>
                </a:lnTo>
                <a:cubicBezTo>
                  <a:pt x="1044185" y="2326382"/>
                  <a:pt x="1044185" y="2327219"/>
                  <a:pt x="1043924" y="2327690"/>
                </a:cubicBezTo>
                <a:lnTo>
                  <a:pt x="1036703" y="2340247"/>
                </a:lnTo>
                <a:cubicBezTo>
                  <a:pt x="1036389" y="2340718"/>
                  <a:pt x="1035709" y="2341136"/>
                  <a:pt x="1035133" y="2341136"/>
                </a:cubicBezTo>
                <a:lnTo>
                  <a:pt x="1020640" y="2341136"/>
                </a:lnTo>
                <a:cubicBezTo>
                  <a:pt x="1020065" y="2341136"/>
                  <a:pt x="1019332" y="2340718"/>
                  <a:pt x="1019071" y="2340247"/>
                </a:cubicBezTo>
                <a:lnTo>
                  <a:pt x="1011850" y="2327690"/>
                </a:lnTo>
                <a:cubicBezTo>
                  <a:pt x="1011589" y="2327219"/>
                  <a:pt x="1011589" y="2326382"/>
                  <a:pt x="1011850" y="2325911"/>
                </a:cubicBezTo>
                <a:lnTo>
                  <a:pt x="1019071" y="2313353"/>
                </a:lnTo>
                <a:cubicBezTo>
                  <a:pt x="1019385" y="2312883"/>
                  <a:pt x="1020065" y="2312464"/>
                  <a:pt x="1020640" y="2312464"/>
                </a:cubicBezTo>
                <a:close/>
                <a:moveTo>
                  <a:pt x="1103256" y="2312359"/>
                </a:moveTo>
                <a:lnTo>
                  <a:pt x="1117801" y="2312359"/>
                </a:lnTo>
                <a:cubicBezTo>
                  <a:pt x="1118377" y="2312359"/>
                  <a:pt x="1119109" y="2312725"/>
                  <a:pt x="1119371" y="2313249"/>
                </a:cubicBezTo>
                <a:lnTo>
                  <a:pt x="1126644" y="2325858"/>
                </a:lnTo>
                <a:cubicBezTo>
                  <a:pt x="1126905" y="2326329"/>
                  <a:pt x="1126905" y="2327114"/>
                  <a:pt x="1126644" y="2327637"/>
                </a:cubicBezTo>
                <a:lnTo>
                  <a:pt x="1119371" y="2340247"/>
                </a:lnTo>
                <a:cubicBezTo>
                  <a:pt x="1119057" y="2340717"/>
                  <a:pt x="1118377" y="2341136"/>
                  <a:pt x="1117801" y="2341136"/>
                </a:cubicBezTo>
                <a:lnTo>
                  <a:pt x="1103256" y="2341136"/>
                </a:lnTo>
                <a:cubicBezTo>
                  <a:pt x="1102680" y="2341136"/>
                  <a:pt x="1101948" y="2340770"/>
                  <a:pt x="1101686" y="2340247"/>
                </a:cubicBezTo>
                <a:lnTo>
                  <a:pt x="1094413" y="2327637"/>
                </a:lnTo>
                <a:cubicBezTo>
                  <a:pt x="1094152" y="2327166"/>
                  <a:pt x="1094152" y="2326381"/>
                  <a:pt x="1094413" y="2325858"/>
                </a:cubicBezTo>
                <a:lnTo>
                  <a:pt x="1101686" y="2313249"/>
                </a:lnTo>
                <a:cubicBezTo>
                  <a:pt x="1102000" y="2312778"/>
                  <a:pt x="1102680" y="2312359"/>
                  <a:pt x="1103256" y="2312359"/>
                </a:cubicBezTo>
                <a:close/>
                <a:moveTo>
                  <a:pt x="2012398" y="2312255"/>
                </a:moveTo>
                <a:lnTo>
                  <a:pt x="2027048" y="2312255"/>
                </a:lnTo>
                <a:cubicBezTo>
                  <a:pt x="2027624" y="2312255"/>
                  <a:pt x="2028304" y="2312621"/>
                  <a:pt x="2028618" y="2313145"/>
                </a:cubicBezTo>
                <a:lnTo>
                  <a:pt x="2035943" y="2325859"/>
                </a:lnTo>
                <a:cubicBezTo>
                  <a:pt x="2036256" y="2326382"/>
                  <a:pt x="2036256" y="2327167"/>
                  <a:pt x="2035943" y="2327690"/>
                </a:cubicBezTo>
                <a:lnTo>
                  <a:pt x="2028618" y="2340404"/>
                </a:lnTo>
                <a:cubicBezTo>
                  <a:pt x="2028357" y="2340875"/>
                  <a:pt x="2027624" y="2341293"/>
                  <a:pt x="2027048" y="2341293"/>
                </a:cubicBezTo>
                <a:lnTo>
                  <a:pt x="2012398" y="2341293"/>
                </a:lnTo>
                <a:cubicBezTo>
                  <a:pt x="2011823" y="2341293"/>
                  <a:pt x="2011142" y="2340927"/>
                  <a:pt x="2010828" y="2340404"/>
                </a:cubicBezTo>
                <a:lnTo>
                  <a:pt x="2003504" y="2327690"/>
                </a:lnTo>
                <a:cubicBezTo>
                  <a:pt x="2003189" y="2327167"/>
                  <a:pt x="2003189" y="2326382"/>
                  <a:pt x="2003504" y="2325859"/>
                </a:cubicBezTo>
                <a:lnTo>
                  <a:pt x="2010828" y="2313145"/>
                </a:lnTo>
                <a:cubicBezTo>
                  <a:pt x="2011090" y="2312674"/>
                  <a:pt x="2011823" y="2312255"/>
                  <a:pt x="2012398" y="2312255"/>
                </a:cubicBezTo>
                <a:close/>
                <a:moveTo>
                  <a:pt x="2095015" y="2312202"/>
                </a:moveTo>
                <a:lnTo>
                  <a:pt x="2109769" y="2312202"/>
                </a:lnTo>
                <a:cubicBezTo>
                  <a:pt x="2110345" y="2312202"/>
                  <a:pt x="2111025" y="2312568"/>
                  <a:pt x="2111339" y="2313092"/>
                </a:cubicBezTo>
                <a:lnTo>
                  <a:pt x="2118716" y="2325910"/>
                </a:lnTo>
                <a:cubicBezTo>
                  <a:pt x="2119030" y="2326434"/>
                  <a:pt x="2119030" y="2327218"/>
                  <a:pt x="2118716" y="2327742"/>
                </a:cubicBezTo>
                <a:lnTo>
                  <a:pt x="2111339" y="2340560"/>
                </a:lnTo>
                <a:cubicBezTo>
                  <a:pt x="2111077" y="2341031"/>
                  <a:pt x="2110345" y="2341450"/>
                  <a:pt x="2109769" y="2341450"/>
                </a:cubicBezTo>
                <a:lnTo>
                  <a:pt x="2095015" y="2341450"/>
                </a:lnTo>
                <a:cubicBezTo>
                  <a:pt x="2094439" y="2341450"/>
                  <a:pt x="2093759" y="2341084"/>
                  <a:pt x="2093445" y="2340560"/>
                </a:cubicBezTo>
                <a:lnTo>
                  <a:pt x="2086067" y="2327742"/>
                </a:lnTo>
                <a:cubicBezTo>
                  <a:pt x="2085754" y="2327218"/>
                  <a:pt x="2085754" y="2326434"/>
                  <a:pt x="2086067" y="2325910"/>
                </a:cubicBezTo>
                <a:lnTo>
                  <a:pt x="2093445" y="2313092"/>
                </a:lnTo>
                <a:cubicBezTo>
                  <a:pt x="2093707" y="2312621"/>
                  <a:pt x="2094439" y="2312202"/>
                  <a:pt x="2095015" y="2312202"/>
                </a:cubicBezTo>
                <a:close/>
                <a:moveTo>
                  <a:pt x="1433721" y="2312202"/>
                </a:moveTo>
                <a:lnTo>
                  <a:pt x="1448475" y="2312202"/>
                </a:lnTo>
                <a:cubicBezTo>
                  <a:pt x="1449051" y="2312202"/>
                  <a:pt x="1449731" y="2312568"/>
                  <a:pt x="1450045" y="2313092"/>
                </a:cubicBezTo>
                <a:lnTo>
                  <a:pt x="1457422" y="2325910"/>
                </a:lnTo>
                <a:cubicBezTo>
                  <a:pt x="1457736" y="2326434"/>
                  <a:pt x="1457736" y="2327218"/>
                  <a:pt x="1457422" y="2327742"/>
                </a:cubicBezTo>
                <a:lnTo>
                  <a:pt x="1450045" y="2340560"/>
                </a:lnTo>
                <a:cubicBezTo>
                  <a:pt x="1449783" y="2341031"/>
                  <a:pt x="1449051" y="2341450"/>
                  <a:pt x="1448475" y="2341450"/>
                </a:cubicBezTo>
                <a:lnTo>
                  <a:pt x="1433721" y="2341450"/>
                </a:lnTo>
                <a:cubicBezTo>
                  <a:pt x="1433145" y="2341450"/>
                  <a:pt x="1432465" y="2341084"/>
                  <a:pt x="1432151" y="2340560"/>
                </a:cubicBezTo>
                <a:lnTo>
                  <a:pt x="1424773" y="2327742"/>
                </a:lnTo>
                <a:cubicBezTo>
                  <a:pt x="1424460" y="2327218"/>
                  <a:pt x="1424460" y="2326434"/>
                  <a:pt x="1424773" y="2325910"/>
                </a:cubicBezTo>
                <a:lnTo>
                  <a:pt x="1432151" y="2313092"/>
                </a:lnTo>
                <a:cubicBezTo>
                  <a:pt x="1432413" y="2312621"/>
                  <a:pt x="1433145" y="2312202"/>
                  <a:pt x="1433721" y="2312202"/>
                </a:cubicBezTo>
                <a:close/>
                <a:moveTo>
                  <a:pt x="607141" y="2311993"/>
                </a:moveTo>
                <a:lnTo>
                  <a:pt x="622053" y="2311993"/>
                </a:lnTo>
                <a:cubicBezTo>
                  <a:pt x="622681" y="2311993"/>
                  <a:pt x="623361" y="2312412"/>
                  <a:pt x="623675" y="2312935"/>
                </a:cubicBezTo>
                <a:lnTo>
                  <a:pt x="631157" y="2325858"/>
                </a:lnTo>
                <a:cubicBezTo>
                  <a:pt x="631471" y="2326329"/>
                  <a:pt x="631471" y="2327166"/>
                  <a:pt x="631157" y="2327690"/>
                </a:cubicBezTo>
                <a:lnTo>
                  <a:pt x="623675" y="2340613"/>
                </a:lnTo>
                <a:cubicBezTo>
                  <a:pt x="623361" y="2341136"/>
                  <a:pt x="622629" y="2341555"/>
                  <a:pt x="622053" y="2341555"/>
                </a:cubicBezTo>
                <a:lnTo>
                  <a:pt x="607141" y="2341555"/>
                </a:lnTo>
                <a:cubicBezTo>
                  <a:pt x="606514" y="2341555"/>
                  <a:pt x="605833" y="2341136"/>
                  <a:pt x="605519" y="2340613"/>
                </a:cubicBezTo>
                <a:lnTo>
                  <a:pt x="598037" y="2327690"/>
                </a:lnTo>
                <a:cubicBezTo>
                  <a:pt x="597724" y="2327218"/>
                  <a:pt x="597724" y="2326381"/>
                  <a:pt x="598037" y="2325858"/>
                </a:cubicBezTo>
                <a:lnTo>
                  <a:pt x="605519" y="2312935"/>
                </a:lnTo>
                <a:cubicBezTo>
                  <a:pt x="605833" y="2312412"/>
                  <a:pt x="606566" y="2311993"/>
                  <a:pt x="607141" y="2311993"/>
                </a:cubicBezTo>
                <a:close/>
                <a:moveTo>
                  <a:pt x="358979" y="2311731"/>
                </a:moveTo>
                <a:lnTo>
                  <a:pt x="374153" y="2311731"/>
                </a:lnTo>
                <a:cubicBezTo>
                  <a:pt x="374728" y="2311731"/>
                  <a:pt x="375461" y="2312150"/>
                  <a:pt x="375775" y="2312673"/>
                </a:cubicBezTo>
                <a:lnTo>
                  <a:pt x="383361" y="2325806"/>
                </a:lnTo>
                <a:cubicBezTo>
                  <a:pt x="383675" y="2326329"/>
                  <a:pt x="383675" y="2327166"/>
                  <a:pt x="383361" y="2327689"/>
                </a:cubicBezTo>
                <a:lnTo>
                  <a:pt x="375775" y="2340822"/>
                </a:lnTo>
                <a:cubicBezTo>
                  <a:pt x="375461" y="2341345"/>
                  <a:pt x="374728" y="2341764"/>
                  <a:pt x="374153" y="2341764"/>
                </a:cubicBezTo>
                <a:lnTo>
                  <a:pt x="358979" y="2341764"/>
                </a:lnTo>
                <a:cubicBezTo>
                  <a:pt x="358404" y="2341764"/>
                  <a:pt x="357671" y="2341345"/>
                  <a:pt x="357357" y="2340822"/>
                </a:cubicBezTo>
                <a:lnTo>
                  <a:pt x="349770" y="2327689"/>
                </a:lnTo>
                <a:cubicBezTo>
                  <a:pt x="349457" y="2327166"/>
                  <a:pt x="349457" y="2326329"/>
                  <a:pt x="349770" y="2325806"/>
                </a:cubicBezTo>
                <a:lnTo>
                  <a:pt x="357357" y="2312673"/>
                </a:lnTo>
                <a:cubicBezTo>
                  <a:pt x="357671" y="2312150"/>
                  <a:pt x="358404" y="2311731"/>
                  <a:pt x="358979" y="2311731"/>
                </a:cubicBezTo>
                <a:close/>
                <a:moveTo>
                  <a:pt x="2260037" y="2311627"/>
                </a:moveTo>
                <a:lnTo>
                  <a:pt x="2275368" y="2311627"/>
                </a:lnTo>
                <a:cubicBezTo>
                  <a:pt x="2275943" y="2311627"/>
                  <a:pt x="2276676" y="2312046"/>
                  <a:pt x="2276989" y="2312569"/>
                </a:cubicBezTo>
                <a:lnTo>
                  <a:pt x="2284629" y="2325859"/>
                </a:lnTo>
                <a:cubicBezTo>
                  <a:pt x="2284942" y="2326382"/>
                  <a:pt x="2284942" y="2327219"/>
                  <a:pt x="2284629" y="2327742"/>
                </a:cubicBezTo>
                <a:lnTo>
                  <a:pt x="2276989" y="2341032"/>
                </a:lnTo>
                <a:cubicBezTo>
                  <a:pt x="2276728" y="2341555"/>
                  <a:pt x="2275996" y="2341974"/>
                  <a:pt x="2275368" y="2341974"/>
                </a:cubicBezTo>
                <a:lnTo>
                  <a:pt x="2260037" y="2341974"/>
                </a:lnTo>
                <a:cubicBezTo>
                  <a:pt x="2259462" y="2341974"/>
                  <a:pt x="2258729" y="2341555"/>
                  <a:pt x="2258416" y="2341032"/>
                </a:cubicBezTo>
                <a:lnTo>
                  <a:pt x="2250776" y="2327742"/>
                </a:lnTo>
                <a:cubicBezTo>
                  <a:pt x="2250463" y="2327219"/>
                  <a:pt x="2250463" y="2326382"/>
                  <a:pt x="2250776" y="2325859"/>
                </a:cubicBezTo>
                <a:lnTo>
                  <a:pt x="2258416" y="2312569"/>
                </a:lnTo>
                <a:cubicBezTo>
                  <a:pt x="2258677" y="2312046"/>
                  <a:pt x="2259409" y="2311627"/>
                  <a:pt x="2260037" y="2311627"/>
                </a:cubicBezTo>
                <a:close/>
                <a:moveTo>
                  <a:pt x="1516075" y="2311417"/>
                </a:moveTo>
                <a:lnTo>
                  <a:pt x="1531614" y="2311417"/>
                </a:lnTo>
                <a:cubicBezTo>
                  <a:pt x="1532242" y="2311417"/>
                  <a:pt x="1532974" y="2311836"/>
                  <a:pt x="1533288" y="2312359"/>
                </a:cubicBezTo>
                <a:lnTo>
                  <a:pt x="1541032" y="2325805"/>
                </a:lnTo>
                <a:cubicBezTo>
                  <a:pt x="1541346" y="2326329"/>
                  <a:pt x="1541346" y="2327218"/>
                  <a:pt x="1541032" y="2327741"/>
                </a:cubicBezTo>
                <a:lnTo>
                  <a:pt x="1533288" y="2341188"/>
                </a:lnTo>
                <a:cubicBezTo>
                  <a:pt x="1532974" y="2341711"/>
                  <a:pt x="1532242" y="2342130"/>
                  <a:pt x="1531614" y="2342130"/>
                </a:cubicBezTo>
                <a:lnTo>
                  <a:pt x="1516075" y="2342130"/>
                </a:lnTo>
                <a:cubicBezTo>
                  <a:pt x="1515447" y="2342130"/>
                  <a:pt x="1514714" y="2341711"/>
                  <a:pt x="1514400" y="2341188"/>
                </a:cubicBezTo>
                <a:lnTo>
                  <a:pt x="1506656" y="2327741"/>
                </a:lnTo>
                <a:cubicBezTo>
                  <a:pt x="1506343" y="2327218"/>
                  <a:pt x="1506343" y="2326329"/>
                  <a:pt x="1506656" y="2325805"/>
                </a:cubicBezTo>
                <a:lnTo>
                  <a:pt x="1514400" y="2312359"/>
                </a:lnTo>
                <a:cubicBezTo>
                  <a:pt x="1514714" y="2311836"/>
                  <a:pt x="1515447" y="2311417"/>
                  <a:pt x="1516075" y="2311417"/>
                </a:cubicBezTo>
                <a:close/>
                <a:moveTo>
                  <a:pt x="2590344" y="2310894"/>
                </a:moveTo>
                <a:lnTo>
                  <a:pt x="2606355" y="2310894"/>
                </a:lnTo>
                <a:cubicBezTo>
                  <a:pt x="2606983" y="2310894"/>
                  <a:pt x="2607768" y="2311365"/>
                  <a:pt x="2608081" y="2311888"/>
                </a:cubicBezTo>
                <a:lnTo>
                  <a:pt x="2616086" y="2325753"/>
                </a:lnTo>
                <a:cubicBezTo>
                  <a:pt x="2616400" y="2326329"/>
                  <a:pt x="2616400" y="2327218"/>
                  <a:pt x="2616086" y="2327742"/>
                </a:cubicBezTo>
                <a:lnTo>
                  <a:pt x="2608081" y="2341607"/>
                </a:lnTo>
                <a:cubicBezTo>
                  <a:pt x="2607768" y="2342182"/>
                  <a:pt x="2606983" y="2342601"/>
                  <a:pt x="2606355" y="2342601"/>
                </a:cubicBezTo>
                <a:lnTo>
                  <a:pt x="2590344" y="2342601"/>
                </a:lnTo>
                <a:cubicBezTo>
                  <a:pt x="2589716" y="2342601"/>
                  <a:pt x="2588931" y="2342130"/>
                  <a:pt x="2588618" y="2341607"/>
                </a:cubicBezTo>
                <a:lnTo>
                  <a:pt x="2580612" y="2327742"/>
                </a:lnTo>
                <a:cubicBezTo>
                  <a:pt x="2580299" y="2327166"/>
                  <a:pt x="2580299" y="2326277"/>
                  <a:pt x="2580612" y="2325753"/>
                </a:cubicBezTo>
                <a:lnTo>
                  <a:pt x="2588618" y="2311888"/>
                </a:lnTo>
                <a:cubicBezTo>
                  <a:pt x="2588931" y="2311313"/>
                  <a:pt x="2589716" y="2310894"/>
                  <a:pt x="2590344" y="2310894"/>
                </a:cubicBezTo>
                <a:close/>
                <a:moveTo>
                  <a:pt x="1846382" y="2310842"/>
                </a:moveTo>
                <a:lnTo>
                  <a:pt x="1862497" y="2310842"/>
                </a:lnTo>
                <a:cubicBezTo>
                  <a:pt x="1863125" y="2310842"/>
                  <a:pt x="1863909" y="2311261"/>
                  <a:pt x="1864223" y="2311836"/>
                </a:cubicBezTo>
                <a:lnTo>
                  <a:pt x="1872281" y="2325806"/>
                </a:lnTo>
                <a:cubicBezTo>
                  <a:pt x="1872595" y="2326329"/>
                  <a:pt x="1872595" y="2327219"/>
                  <a:pt x="1872281" y="2327794"/>
                </a:cubicBezTo>
                <a:lnTo>
                  <a:pt x="1864223" y="2341764"/>
                </a:lnTo>
                <a:cubicBezTo>
                  <a:pt x="1863909" y="2342287"/>
                  <a:pt x="1863125" y="2342758"/>
                  <a:pt x="1862497" y="2342758"/>
                </a:cubicBezTo>
                <a:lnTo>
                  <a:pt x="1846382" y="2342758"/>
                </a:lnTo>
                <a:cubicBezTo>
                  <a:pt x="1845754" y="2342758"/>
                  <a:pt x="1844969" y="2342340"/>
                  <a:pt x="1844655" y="2341764"/>
                </a:cubicBezTo>
                <a:lnTo>
                  <a:pt x="1836598" y="2327794"/>
                </a:lnTo>
                <a:cubicBezTo>
                  <a:pt x="1836283" y="2327271"/>
                  <a:pt x="1836283" y="2326382"/>
                  <a:pt x="1836598" y="2325806"/>
                </a:cubicBezTo>
                <a:lnTo>
                  <a:pt x="1844655" y="2311836"/>
                </a:lnTo>
                <a:cubicBezTo>
                  <a:pt x="1844969" y="2311313"/>
                  <a:pt x="1845754" y="2310842"/>
                  <a:pt x="1846382" y="2310842"/>
                </a:cubicBezTo>
                <a:close/>
                <a:moveTo>
                  <a:pt x="2507519" y="2310633"/>
                </a:moveTo>
                <a:lnTo>
                  <a:pt x="2523843" y="2310633"/>
                </a:lnTo>
                <a:cubicBezTo>
                  <a:pt x="2524471" y="2310633"/>
                  <a:pt x="2525256" y="2311052"/>
                  <a:pt x="2525570" y="2311627"/>
                </a:cubicBezTo>
                <a:lnTo>
                  <a:pt x="2533732" y="2325754"/>
                </a:lnTo>
                <a:cubicBezTo>
                  <a:pt x="2534046" y="2326330"/>
                  <a:pt x="2534046" y="2327219"/>
                  <a:pt x="2533732" y="2327795"/>
                </a:cubicBezTo>
                <a:lnTo>
                  <a:pt x="2525570" y="2341921"/>
                </a:lnTo>
                <a:cubicBezTo>
                  <a:pt x="2525256" y="2342445"/>
                  <a:pt x="2524471" y="2342915"/>
                  <a:pt x="2523843" y="2342915"/>
                </a:cubicBezTo>
                <a:lnTo>
                  <a:pt x="2507519" y="2342915"/>
                </a:lnTo>
                <a:cubicBezTo>
                  <a:pt x="2506891" y="2342915"/>
                  <a:pt x="2506106" y="2342497"/>
                  <a:pt x="2505793" y="2341921"/>
                </a:cubicBezTo>
                <a:lnTo>
                  <a:pt x="2497630" y="2327795"/>
                </a:lnTo>
                <a:cubicBezTo>
                  <a:pt x="2497317" y="2327219"/>
                  <a:pt x="2497317" y="2326330"/>
                  <a:pt x="2497630" y="2325754"/>
                </a:cubicBezTo>
                <a:lnTo>
                  <a:pt x="2505793" y="2311627"/>
                </a:lnTo>
                <a:cubicBezTo>
                  <a:pt x="2506106" y="2311104"/>
                  <a:pt x="2506891" y="2310633"/>
                  <a:pt x="2507519" y="2310633"/>
                </a:cubicBezTo>
                <a:close/>
                <a:moveTo>
                  <a:pt x="2424745" y="2310319"/>
                </a:moveTo>
                <a:lnTo>
                  <a:pt x="2441332" y="2310319"/>
                </a:lnTo>
                <a:cubicBezTo>
                  <a:pt x="2442012" y="2310319"/>
                  <a:pt x="2442797" y="2310790"/>
                  <a:pt x="2443110" y="2311365"/>
                </a:cubicBezTo>
                <a:lnTo>
                  <a:pt x="2451430" y="2325754"/>
                </a:lnTo>
                <a:cubicBezTo>
                  <a:pt x="2451744" y="2326329"/>
                  <a:pt x="2451744" y="2327219"/>
                  <a:pt x="2451430" y="2327794"/>
                </a:cubicBezTo>
                <a:lnTo>
                  <a:pt x="2443110" y="2342183"/>
                </a:lnTo>
                <a:cubicBezTo>
                  <a:pt x="2442797" y="2342758"/>
                  <a:pt x="2442012" y="2343229"/>
                  <a:pt x="2441332" y="2343229"/>
                </a:cubicBezTo>
                <a:lnTo>
                  <a:pt x="2424745" y="2343229"/>
                </a:lnTo>
                <a:cubicBezTo>
                  <a:pt x="2424066" y="2343229"/>
                  <a:pt x="2423281" y="2342758"/>
                  <a:pt x="2422967" y="2342183"/>
                </a:cubicBezTo>
                <a:lnTo>
                  <a:pt x="2414648" y="2327794"/>
                </a:lnTo>
                <a:cubicBezTo>
                  <a:pt x="2414333" y="2327219"/>
                  <a:pt x="2414333" y="2326329"/>
                  <a:pt x="2414648" y="2325754"/>
                </a:cubicBezTo>
                <a:lnTo>
                  <a:pt x="2422967" y="2311365"/>
                </a:lnTo>
                <a:cubicBezTo>
                  <a:pt x="2423281" y="2310790"/>
                  <a:pt x="2424066" y="2310319"/>
                  <a:pt x="2424745" y="2310319"/>
                </a:cubicBezTo>
                <a:close/>
                <a:moveTo>
                  <a:pt x="1763451" y="2310319"/>
                </a:moveTo>
                <a:lnTo>
                  <a:pt x="1780090" y="2310319"/>
                </a:lnTo>
                <a:cubicBezTo>
                  <a:pt x="1780718" y="2310319"/>
                  <a:pt x="1781555" y="2310790"/>
                  <a:pt x="1781869" y="2311365"/>
                </a:cubicBezTo>
                <a:lnTo>
                  <a:pt x="1790188" y="2325754"/>
                </a:lnTo>
                <a:cubicBezTo>
                  <a:pt x="1790502" y="2326329"/>
                  <a:pt x="1790502" y="2327219"/>
                  <a:pt x="1790188" y="2327794"/>
                </a:cubicBezTo>
                <a:lnTo>
                  <a:pt x="1781869" y="2342183"/>
                </a:lnTo>
                <a:cubicBezTo>
                  <a:pt x="1781555" y="2342758"/>
                  <a:pt x="1780770" y="2343229"/>
                  <a:pt x="1780090" y="2343229"/>
                </a:cubicBezTo>
                <a:lnTo>
                  <a:pt x="1763451" y="2343229"/>
                </a:lnTo>
                <a:cubicBezTo>
                  <a:pt x="1762824" y="2343229"/>
                  <a:pt x="1761987" y="2342758"/>
                  <a:pt x="1761673" y="2342183"/>
                </a:cubicBezTo>
                <a:lnTo>
                  <a:pt x="1753353" y="2327794"/>
                </a:lnTo>
                <a:cubicBezTo>
                  <a:pt x="1753040" y="2327219"/>
                  <a:pt x="1753040" y="2326329"/>
                  <a:pt x="1753353" y="2325754"/>
                </a:cubicBezTo>
                <a:lnTo>
                  <a:pt x="1761673" y="2311365"/>
                </a:lnTo>
                <a:cubicBezTo>
                  <a:pt x="1761987" y="2310790"/>
                  <a:pt x="1762771" y="2310319"/>
                  <a:pt x="1763451" y="2310319"/>
                </a:cubicBezTo>
                <a:close/>
                <a:moveTo>
                  <a:pt x="1928631" y="2310109"/>
                </a:moveTo>
                <a:lnTo>
                  <a:pt x="1945479" y="2310109"/>
                </a:lnTo>
                <a:cubicBezTo>
                  <a:pt x="1946107" y="2310109"/>
                  <a:pt x="1946944" y="2310580"/>
                  <a:pt x="1947258" y="2311155"/>
                </a:cubicBezTo>
                <a:lnTo>
                  <a:pt x="1955681" y="2325753"/>
                </a:lnTo>
                <a:cubicBezTo>
                  <a:pt x="1955995" y="2326329"/>
                  <a:pt x="1955995" y="2327271"/>
                  <a:pt x="1955681" y="2327846"/>
                </a:cubicBezTo>
                <a:lnTo>
                  <a:pt x="1947258" y="2342444"/>
                </a:lnTo>
                <a:cubicBezTo>
                  <a:pt x="1946944" y="2343019"/>
                  <a:pt x="1946159" y="2343490"/>
                  <a:pt x="1945479" y="2343490"/>
                </a:cubicBezTo>
                <a:lnTo>
                  <a:pt x="1928631" y="2343490"/>
                </a:lnTo>
                <a:cubicBezTo>
                  <a:pt x="1928003" y="2343490"/>
                  <a:pt x="1927166" y="2343019"/>
                  <a:pt x="1926852" y="2342444"/>
                </a:cubicBezTo>
                <a:lnTo>
                  <a:pt x="1918428" y="2327846"/>
                </a:lnTo>
                <a:cubicBezTo>
                  <a:pt x="1918115" y="2327271"/>
                  <a:pt x="1918115" y="2326329"/>
                  <a:pt x="1918428" y="2325753"/>
                </a:cubicBezTo>
                <a:lnTo>
                  <a:pt x="1926852" y="2311155"/>
                </a:lnTo>
                <a:cubicBezTo>
                  <a:pt x="1927166" y="2310580"/>
                  <a:pt x="1927951" y="2310109"/>
                  <a:pt x="1928631" y="2310109"/>
                </a:cubicBezTo>
                <a:close/>
                <a:moveTo>
                  <a:pt x="1680678" y="2310109"/>
                </a:moveTo>
                <a:lnTo>
                  <a:pt x="1697526" y="2310109"/>
                </a:lnTo>
                <a:cubicBezTo>
                  <a:pt x="1698154" y="2310109"/>
                  <a:pt x="1698991" y="2310580"/>
                  <a:pt x="1699305" y="2311155"/>
                </a:cubicBezTo>
                <a:lnTo>
                  <a:pt x="1707729" y="2325753"/>
                </a:lnTo>
                <a:cubicBezTo>
                  <a:pt x="1708043" y="2326329"/>
                  <a:pt x="1708043" y="2327271"/>
                  <a:pt x="1707729" y="2327846"/>
                </a:cubicBezTo>
                <a:lnTo>
                  <a:pt x="1699305" y="2342444"/>
                </a:lnTo>
                <a:cubicBezTo>
                  <a:pt x="1698991" y="2343019"/>
                  <a:pt x="1698206" y="2343490"/>
                  <a:pt x="1697526" y="2343490"/>
                </a:cubicBezTo>
                <a:lnTo>
                  <a:pt x="1680678" y="2343490"/>
                </a:lnTo>
                <a:cubicBezTo>
                  <a:pt x="1680050" y="2343490"/>
                  <a:pt x="1679213" y="2343019"/>
                  <a:pt x="1678899" y="2342444"/>
                </a:cubicBezTo>
                <a:lnTo>
                  <a:pt x="1670476" y="2327846"/>
                </a:lnTo>
                <a:cubicBezTo>
                  <a:pt x="1670161" y="2327271"/>
                  <a:pt x="1670161" y="2326329"/>
                  <a:pt x="1670476" y="2325753"/>
                </a:cubicBezTo>
                <a:lnTo>
                  <a:pt x="1678899" y="2311155"/>
                </a:lnTo>
                <a:cubicBezTo>
                  <a:pt x="1679213" y="2310580"/>
                  <a:pt x="1679998" y="2310109"/>
                  <a:pt x="1680678" y="2310109"/>
                </a:cubicBezTo>
                <a:close/>
                <a:moveTo>
                  <a:pt x="110137" y="2310005"/>
                </a:moveTo>
                <a:lnTo>
                  <a:pt x="127089" y="2310005"/>
                </a:lnTo>
                <a:cubicBezTo>
                  <a:pt x="127769" y="2310005"/>
                  <a:pt x="128606" y="2310476"/>
                  <a:pt x="128920" y="2311051"/>
                </a:cubicBezTo>
                <a:lnTo>
                  <a:pt x="137396" y="2325702"/>
                </a:lnTo>
                <a:cubicBezTo>
                  <a:pt x="137710" y="2326277"/>
                  <a:pt x="137710" y="2327219"/>
                  <a:pt x="137396" y="2327794"/>
                </a:cubicBezTo>
                <a:lnTo>
                  <a:pt x="128920" y="2342444"/>
                </a:lnTo>
                <a:cubicBezTo>
                  <a:pt x="128554" y="2343020"/>
                  <a:pt x="127769" y="2343491"/>
                  <a:pt x="127089" y="2343491"/>
                </a:cubicBezTo>
                <a:lnTo>
                  <a:pt x="110137" y="2343491"/>
                </a:lnTo>
                <a:cubicBezTo>
                  <a:pt x="109456" y="2343491"/>
                  <a:pt x="108619" y="2343020"/>
                  <a:pt x="108306" y="2342444"/>
                </a:cubicBezTo>
                <a:lnTo>
                  <a:pt x="99829" y="2327794"/>
                </a:lnTo>
                <a:cubicBezTo>
                  <a:pt x="99516" y="2327219"/>
                  <a:pt x="99516" y="2326277"/>
                  <a:pt x="99829" y="2325702"/>
                </a:cubicBezTo>
                <a:lnTo>
                  <a:pt x="108306" y="2311051"/>
                </a:lnTo>
                <a:cubicBezTo>
                  <a:pt x="108672" y="2310476"/>
                  <a:pt x="109456" y="2310005"/>
                  <a:pt x="110137" y="2310005"/>
                </a:cubicBezTo>
                <a:close/>
                <a:moveTo>
                  <a:pt x="521857" y="2306918"/>
                </a:moveTo>
                <a:lnTo>
                  <a:pt x="541948" y="2306918"/>
                </a:lnTo>
                <a:cubicBezTo>
                  <a:pt x="542733" y="2306918"/>
                  <a:pt x="543675" y="2307493"/>
                  <a:pt x="544094" y="2308174"/>
                </a:cubicBezTo>
                <a:lnTo>
                  <a:pt x="554139" y="2325545"/>
                </a:lnTo>
                <a:cubicBezTo>
                  <a:pt x="554558" y="2326225"/>
                  <a:pt x="554558" y="2327323"/>
                  <a:pt x="554139" y="2328004"/>
                </a:cubicBezTo>
                <a:lnTo>
                  <a:pt x="544094" y="2345374"/>
                </a:lnTo>
                <a:cubicBezTo>
                  <a:pt x="543727" y="2346055"/>
                  <a:pt x="542733" y="2346630"/>
                  <a:pt x="541948" y="2346630"/>
                </a:cubicBezTo>
                <a:lnTo>
                  <a:pt x="521857" y="2346630"/>
                </a:lnTo>
                <a:cubicBezTo>
                  <a:pt x="521072" y="2346630"/>
                  <a:pt x="520130" y="2346055"/>
                  <a:pt x="519712" y="2345374"/>
                </a:cubicBezTo>
                <a:lnTo>
                  <a:pt x="509666" y="2328004"/>
                </a:lnTo>
                <a:cubicBezTo>
                  <a:pt x="509247" y="2327323"/>
                  <a:pt x="509247" y="2326225"/>
                  <a:pt x="509666" y="2325545"/>
                </a:cubicBezTo>
                <a:lnTo>
                  <a:pt x="519712" y="2308174"/>
                </a:lnTo>
                <a:cubicBezTo>
                  <a:pt x="520078" y="2307493"/>
                  <a:pt x="521072" y="2306918"/>
                  <a:pt x="521857" y="2306918"/>
                </a:cubicBezTo>
                <a:close/>
                <a:moveTo>
                  <a:pt x="2340037" y="2306342"/>
                </a:moveTo>
                <a:lnTo>
                  <a:pt x="2360704" y="2306342"/>
                </a:lnTo>
                <a:cubicBezTo>
                  <a:pt x="2361489" y="2306342"/>
                  <a:pt x="2362483" y="2306918"/>
                  <a:pt x="2362902" y="2307598"/>
                </a:cubicBezTo>
                <a:lnTo>
                  <a:pt x="2373261" y="2325492"/>
                </a:lnTo>
                <a:cubicBezTo>
                  <a:pt x="2373680" y="2326224"/>
                  <a:pt x="2373680" y="2327375"/>
                  <a:pt x="2373261" y="2328055"/>
                </a:cubicBezTo>
                <a:lnTo>
                  <a:pt x="2362902" y="2345950"/>
                </a:lnTo>
                <a:cubicBezTo>
                  <a:pt x="2362536" y="2346630"/>
                  <a:pt x="2361541" y="2347205"/>
                  <a:pt x="2360704" y="2347205"/>
                </a:cubicBezTo>
                <a:lnTo>
                  <a:pt x="2340037" y="2347205"/>
                </a:lnTo>
                <a:cubicBezTo>
                  <a:pt x="2339252" y="2347205"/>
                  <a:pt x="2338258" y="2346630"/>
                  <a:pt x="2337839" y="2345950"/>
                </a:cubicBezTo>
                <a:lnTo>
                  <a:pt x="2327480" y="2328055"/>
                </a:lnTo>
                <a:cubicBezTo>
                  <a:pt x="2327061" y="2327323"/>
                  <a:pt x="2327061" y="2326172"/>
                  <a:pt x="2327480" y="2325492"/>
                </a:cubicBezTo>
                <a:lnTo>
                  <a:pt x="2337839" y="2307598"/>
                </a:lnTo>
                <a:cubicBezTo>
                  <a:pt x="2338206" y="2306918"/>
                  <a:pt x="2339200" y="2306342"/>
                  <a:pt x="2340037" y="2306342"/>
                </a:cubicBezTo>
                <a:close/>
                <a:moveTo>
                  <a:pt x="2670606" y="2306081"/>
                </a:moveTo>
                <a:lnTo>
                  <a:pt x="2691482" y="2306081"/>
                </a:lnTo>
                <a:cubicBezTo>
                  <a:pt x="2692319" y="2306081"/>
                  <a:pt x="2693313" y="2306656"/>
                  <a:pt x="2693732" y="2307389"/>
                </a:cubicBezTo>
                <a:lnTo>
                  <a:pt x="2704144" y="2325440"/>
                </a:lnTo>
                <a:cubicBezTo>
                  <a:pt x="2704563" y="2326120"/>
                  <a:pt x="2704563" y="2327271"/>
                  <a:pt x="2704144" y="2328004"/>
                </a:cubicBezTo>
                <a:lnTo>
                  <a:pt x="2693732" y="2346055"/>
                </a:lnTo>
                <a:cubicBezTo>
                  <a:pt x="2693313" y="2346787"/>
                  <a:pt x="2692319" y="2347363"/>
                  <a:pt x="2691482" y="2347363"/>
                </a:cubicBezTo>
                <a:lnTo>
                  <a:pt x="2670606" y="2347363"/>
                </a:lnTo>
                <a:cubicBezTo>
                  <a:pt x="2669769" y="2347363"/>
                  <a:pt x="2668774" y="2346787"/>
                  <a:pt x="2668356" y="2346055"/>
                </a:cubicBezTo>
                <a:lnTo>
                  <a:pt x="2657944" y="2328004"/>
                </a:lnTo>
                <a:cubicBezTo>
                  <a:pt x="2657525" y="2327324"/>
                  <a:pt x="2657525" y="2326173"/>
                  <a:pt x="2657944" y="2325440"/>
                </a:cubicBezTo>
                <a:lnTo>
                  <a:pt x="2668356" y="2307389"/>
                </a:lnTo>
                <a:cubicBezTo>
                  <a:pt x="2668774" y="2306656"/>
                  <a:pt x="2669769" y="2306081"/>
                  <a:pt x="2670606" y="2306081"/>
                </a:cubicBezTo>
                <a:close/>
                <a:moveTo>
                  <a:pt x="19935" y="2295041"/>
                </a:moveTo>
                <a:lnTo>
                  <a:pt x="52008" y="2295041"/>
                </a:lnTo>
                <a:cubicBezTo>
                  <a:pt x="53316" y="2295041"/>
                  <a:pt x="54833" y="2295931"/>
                  <a:pt x="55461" y="2297029"/>
                </a:cubicBezTo>
                <a:lnTo>
                  <a:pt x="71472" y="2324812"/>
                </a:lnTo>
                <a:cubicBezTo>
                  <a:pt x="72099" y="2325911"/>
                  <a:pt x="72099" y="2327690"/>
                  <a:pt x="71472" y="2328789"/>
                </a:cubicBezTo>
                <a:lnTo>
                  <a:pt x="55461" y="2356571"/>
                </a:lnTo>
                <a:cubicBezTo>
                  <a:pt x="54833" y="2357670"/>
                  <a:pt x="53264" y="2358560"/>
                  <a:pt x="52008" y="2358560"/>
                </a:cubicBezTo>
                <a:lnTo>
                  <a:pt x="19935" y="2358560"/>
                </a:lnTo>
                <a:cubicBezTo>
                  <a:pt x="18627" y="2358560"/>
                  <a:pt x="17109" y="2357670"/>
                  <a:pt x="16481" y="2356571"/>
                </a:cubicBezTo>
                <a:lnTo>
                  <a:pt x="471" y="2328789"/>
                </a:lnTo>
                <a:cubicBezTo>
                  <a:pt x="-157" y="2327690"/>
                  <a:pt x="-157" y="2325911"/>
                  <a:pt x="471" y="2324812"/>
                </a:cubicBezTo>
                <a:lnTo>
                  <a:pt x="16481" y="2297029"/>
                </a:lnTo>
                <a:cubicBezTo>
                  <a:pt x="17109" y="2295931"/>
                  <a:pt x="18679" y="2295041"/>
                  <a:pt x="19935" y="2295041"/>
                </a:cubicBezTo>
                <a:close/>
                <a:moveTo>
                  <a:pt x="942105" y="2238115"/>
                </a:moveTo>
                <a:lnTo>
                  <a:pt x="948227" y="2238115"/>
                </a:lnTo>
                <a:cubicBezTo>
                  <a:pt x="948436" y="2238115"/>
                  <a:pt x="948855" y="2238481"/>
                  <a:pt x="948855" y="2238481"/>
                </a:cubicBezTo>
                <a:lnTo>
                  <a:pt x="951889" y="2243766"/>
                </a:lnTo>
                <a:cubicBezTo>
                  <a:pt x="951994" y="2243975"/>
                  <a:pt x="951889" y="2244498"/>
                  <a:pt x="951889" y="2244498"/>
                </a:cubicBezTo>
                <a:lnTo>
                  <a:pt x="948855" y="2249783"/>
                </a:lnTo>
                <a:cubicBezTo>
                  <a:pt x="948750" y="2249992"/>
                  <a:pt x="948227" y="2250149"/>
                  <a:pt x="948227" y="2250149"/>
                </a:cubicBezTo>
                <a:lnTo>
                  <a:pt x="942105" y="2250149"/>
                </a:lnTo>
                <a:cubicBezTo>
                  <a:pt x="941896" y="2250149"/>
                  <a:pt x="941477" y="2249783"/>
                  <a:pt x="941477" y="2249783"/>
                </a:cubicBezTo>
                <a:lnTo>
                  <a:pt x="938443" y="2244498"/>
                </a:lnTo>
                <a:cubicBezTo>
                  <a:pt x="938338" y="2244289"/>
                  <a:pt x="938443" y="2243766"/>
                  <a:pt x="938443" y="2243766"/>
                </a:cubicBezTo>
                <a:lnTo>
                  <a:pt x="941477" y="2238481"/>
                </a:lnTo>
                <a:cubicBezTo>
                  <a:pt x="941582" y="2238272"/>
                  <a:pt x="942105" y="2238115"/>
                  <a:pt x="942105" y="2238115"/>
                </a:cubicBezTo>
                <a:close/>
                <a:moveTo>
                  <a:pt x="858547" y="2236127"/>
                </a:moveTo>
                <a:lnTo>
                  <a:pt x="866605" y="2236127"/>
                </a:lnTo>
                <a:cubicBezTo>
                  <a:pt x="866971" y="2236127"/>
                  <a:pt x="867337" y="2236389"/>
                  <a:pt x="867494" y="2236650"/>
                </a:cubicBezTo>
                <a:lnTo>
                  <a:pt x="871523" y="2243661"/>
                </a:lnTo>
                <a:cubicBezTo>
                  <a:pt x="871680" y="2243923"/>
                  <a:pt x="871680" y="2244394"/>
                  <a:pt x="871523" y="2244655"/>
                </a:cubicBezTo>
                <a:lnTo>
                  <a:pt x="867494" y="2251667"/>
                </a:lnTo>
                <a:cubicBezTo>
                  <a:pt x="867285" y="2251980"/>
                  <a:pt x="866919" y="2252190"/>
                  <a:pt x="866605" y="2252190"/>
                </a:cubicBezTo>
                <a:lnTo>
                  <a:pt x="858547" y="2252190"/>
                </a:lnTo>
                <a:cubicBezTo>
                  <a:pt x="858181" y="2252190"/>
                  <a:pt x="857815" y="2251928"/>
                  <a:pt x="857657" y="2251667"/>
                </a:cubicBezTo>
                <a:lnTo>
                  <a:pt x="853629" y="2244655"/>
                </a:lnTo>
                <a:cubicBezTo>
                  <a:pt x="853472" y="2244394"/>
                  <a:pt x="853472" y="2243923"/>
                  <a:pt x="853629" y="2243661"/>
                </a:cubicBezTo>
                <a:lnTo>
                  <a:pt x="857657" y="2236650"/>
                </a:lnTo>
                <a:cubicBezTo>
                  <a:pt x="857867" y="2236336"/>
                  <a:pt x="858233" y="2236127"/>
                  <a:pt x="858547" y="2236127"/>
                </a:cubicBezTo>
                <a:close/>
                <a:moveTo>
                  <a:pt x="774937" y="2234347"/>
                </a:moveTo>
                <a:lnTo>
                  <a:pt x="784826" y="2234347"/>
                </a:lnTo>
                <a:cubicBezTo>
                  <a:pt x="785192" y="2234347"/>
                  <a:pt x="785663" y="2234661"/>
                  <a:pt x="785872" y="2234975"/>
                </a:cubicBezTo>
                <a:lnTo>
                  <a:pt x="790790" y="2243556"/>
                </a:lnTo>
                <a:cubicBezTo>
                  <a:pt x="790999" y="2243870"/>
                  <a:pt x="790999" y="2244445"/>
                  <a:pt x="790790" y="2244759"/>
                </a:cubicBezTo>
                <a:lnTo>
                  <a:pt x="785872" y="2253340"/>
                </a:lnTo>
                <a:cubicBezTo>
                  <a:pt x="785715" y="2253706"/>
                  <a:pt x="785192" y="2253968"/>
                  <a:pt x="784826" y="2253968"/>
                </a:cubicBezTo>
                <a:lnTo>
                  <a:pt x="774937" y="2253968"/>
                </a:lnTo>
                <a:cubicBezTo>
                  <a:pt x="774570" y="2253968"/>
                  <a:pt x="774100" y="2253654"/>
                  <a:pt x="773890" y="2253340"/>
                </a:cubicBezTo>
                <a:lnTo>
                  <a:pt x="768972" y="2244759"/>
                </a:lnTo>
                <a:cubicBezTo>
                  <a:pt x="768763" y="2244445"/>
                  <a:pt x="768763" y="2243870"/>
                  <a:pt x="768972" y="2243556"/>
                </a:cubicBezTo>
                <a:lnTo>
                  <a:pt x="773890" y="2234975"/>
                </a:lnTo>
                <a:cubicBezTo>
                  <a:pt x="774047" y="2234609"/>
                  <a:pt x="774570" y="2234347"/>
                  <a:pt x="774937" y="2234347"/>
                </a:cubicBezTo>
                <a:close/>
                <a:moveTo>
                  <a:pt x="1021581" y="2231679"/>
                </a:moveTo>
                <a:lnTo>
                  <a:pt x="1034138" y="2231679"/>
                </a:lnTo>
                <a:cubicBezTo>
                  <a:pt x="1034662" y="2231679"/>
                  <a:pt x="1035237" y="2232045"/>
                  <a:pt x="1035499" y="2232464"/>
                </a:cubicBezTo>
                <a:lnTo>
                  <a:pt x="1041777" y="2243347"/>
                </a:lnTo>
                <a:cubicBezTo>
                  <a:pt x="1042039" y="2243818"/>
                  <a:pt x="1042039" y="2244498"/>
                  <a:pt x="1041777" y="2244916"/>
                </a:cubicBezTo>
                <a:lnTo>
                  <a:pt x="1035499" y="2255799"/>
                </a:lnTo>
                <a:cubicBezTo>
                  <a:pt x="1035237" y="2256218"/>
                  <a:pt x="1034609" y="2256584"/>
                  <a:pt x="1034138" y="2256584"/>
                </a:cubicBezTo>
                <a:lnTo>
                  <a:pt x="1021581" y="2256584"/>
                </a:lnTo>
                <a:cubicBezTo>
                  <a:pt x="1021058" y="2256584"/>
                  <a:pt x="1020482" y="2256218"/>
                  <a:pt x="1020221" y="2255799"/>
                </a:cubicBezTo>
                <a:lnTo>
                  <a:pt x="1013942" y="2244916"/>
                </a:lnTo>
                <a:cubicBezTo>
                  <a:pt x="1013681" y="2244446"/>
                  <a:pt x="1013681" y="2243765"/>
                  <a:pt x="1013942" y="2243347"/>
                </a:cubicBezTo>
                <a:lnTo>
                  <a:pt x="1020221" y="2232464"/>
                </a:lnTo>
                <a:cubicBezTo>
                  <a:pt x="1020482" y="2232045"/>
                  <a:pt x="1021110" y="2231679"/>
                  <a:pt x="1021581" y="2231679"/>
                </a:cubicBezTo>
                <a:close/>
                <a:moveTo>
                  <a:pt x="195003" y="2231627"/>
                </a:moveTo>
                <a:lnTo>
                  <a:pt x="207613" y="2231627"/>
                </a:lnTo>
                <a:cubicBezTo>
                  <a:pt x="208136" y="2231627"/>
                  <a:pt x="208712" y="2231993"/>
                  <a:pt x="208973" y="2232412"/>
                </a:cubicBezTo>
                <a:lnTo>
                  <a:pt x="215252" y="2243347"/>
                </a:lnTo>
                <a:cubicBezTo>
                  <a:pt x="215513" y="2243766"/>
                  <a:pt x="215513" y="2244498"/>
                  <a:pt x="215252" y="2244917"/>
                </a:cubicBezTo>
                <a:lnTo>
                  <a:pt x="208973" y="2255852"/>
                </a:lnTo>
                <a:cubicBezTo>
                  <a:pt x="208712" y="2256270"/>
                  <a:pt x="208136" y="2256637"/>
                  <a:pt x="207613" y="2256637"/>
                </a:cubicBezTo>
                <a:lnTo>
                  <a:pt x="195003" y="2256637"/>
                </a:lnTo>
                <a:cubicBezTo>
                  <a:pt x="194480" y="2256637"/>
                  <a:pt x="193904" y="2256270"/>
                  <a:pt x="193643" y="2255852"/>
                </a:cubicBezTo>
                <a:lnTo>
                  <a:pt x="187364" y="2244917"/>
                </a:lnTo>
                <a:cubicBezTo>
                  <a:pt x="187103" y="2244498"/>
                  <a:pt x="187103" y="2243766"/>
                  <a:pt x="187364" y="2243347"/>
                </a:cubicBezTo>
                <a:lnTo>
                  <a:pt x="193643" y="2232412"/>
                </a:lnTo>
                <a:cubicBezTo>
                  <a:pt x="193904" y="2231993"/>
                  <a:pt x="194480" y="2231627"/>
                  <a:pt x="195003" y="2231627"/>
                </a:cubicBezTo>
                <a:close/>
                <a:moveTo>
                  <a:pt x="2178730" y="2231574"/>
                </a:moveTo>
                <a:lnTo>
                  <a:pt x="2191444" y="2231574"/>
                </a:lnTo>
                <a:cubicBezTo>
                  <a:pt x="2191967" y="2231574"/>
                  <a:pt x="2192543" y="2231940"/>
                  <a:pt x="2192804" y="2232359"/>
                </a:cubicBezTo>
                <a:lnTo>
                  <a:pt x="2199135" y="2243346"/>
                </a:lnTo>
                <a:cubicBezTo>
                  <a:pt x="2199397" y="2243765"/>
                  <a:pt x="2199397" y="2244497"/>
                  <a:pt x="2199135" y="2244916"/>
                </a:cubicBezTo>
                <a:lnTo>
                  <a:pt x="2192804" y="2255904"/>
                </a:lnTo>
                <a:cubicBezTo>
                  <a:pt x="2192543" y="2256322"/>
                  <a:pt x="2191967" y="2256689"/>
                  <a:pt x="2191444" y="2256689"/>
                </a:cubicBezTo>
                <a:lnTo>
                  <a:pt x="2178730" y="2256689"/>
                </a:lnTo>
                <a:cubicBezTo>
                  <a:pt x="2178206" y="2256689"/>
                  <a:pt x="2177631" y="2256322"/>
                  <a:pt x="2177369" y="2255904"/>
                </a:cubicBezTo>
                <a:lnTo>
                  <a:pt x="2171038" y="2244916"/>
                </a:lnTo>
                <a:cubicBezTo>
                  <a:pt x="2170777" y="2244497"/>
                  <a:pt x="2170777" y="2243765"/>
                  <a:pt x="2171038" y="2243346"/>
                </a:cubicBezTo>
                <a:lnTo>
                  <a:pt x="2177369" y="2232359"/>
                </a:lnTo>
                <a:cubicBezTo>
                  <a:pt x="2177631" y="2231940"/>
                  <a:pt x="2178206" y="2231574"/>
                  <a:pt x="2178730" y="2231574"/>
                </a:cubicBezTo>
                <a:close/>
                <a:moveTo>
                  <a:pt x="1186761" y="2231470"/>
                </a:moveTo>
                <a:lnTo>
                  <a:pt x="1199580" y="2231470"/>
                </a:lnTo>
                <a:cubicBezTo>
                  <a:pt x="1200051" y="2231470"/>
                  <a:pt x="1200678" y="2231836"/>
                  <a:pt x="1200940" y="2232255"/>
                </a:cubicBezTo>
                <a:lnTo>
                  <a:pt x="1207323" y="2243347"/>
                </a:lnTo>
                <a:cubicBezTo>
                  <a:pt x="1207585" y="2243766"/>
                  <a:pt x="1207585" y="2244498"/>
                  <a:pt x="1207323" y="2244917"/>
                </a:cubicBezTo>
                <a:lnTo>
                  <a:pt x="1200940" y="2256009"/>
                </a:lnTo>
                <a:cubicBezTo>
                  <a:pt x="1200678" y="2256427"/>
                  <a:pt x="1200103" y="2256794"/>
                  <a:pt x="1199580" y="2256794"/>
                </a:cubicBezTo>
                <a:lnTo>
                  <a:pt x="1186761" y="2256794"/>
                </a:lnTo>
                <a:cubicBezTo>
                  <a:pt x="1186290" y="2256794"/>
                  <a:pt x="1185662" y="2256427"/>
                  <a:pt x="1185401" y="2256009"/>
                </a:cubicBezTo>
                <a:lnTo>
                  <a:pt x="1179017" y="2244917"/>
                </a:lnTo>
                <a:cubicBezTo>
                  <a:pt x="1178756" y="2244498"/>
                  <a:pt x="1178756" y="2243766"/>
                  <a:pt x="1179017" y="2243347"/>
                </a:cubicBezTo>
                <a:lnTo>
                  <a:pt x="1185401" y="2232255"/>
                </a:lnTo>
                <a:cubicBezTo>
                  <a:pt x="1185662" y="2231836"/>
                  <a:pt x="1186238" y="2231470"/>
                  <a:pt x="1186761" y="2231470"/>
                </a:cubicBezTo>
                <a:close/>
                <a:moveTo>
                  <a:pt x="1269272" y="2231051"/>
                </a:moveTo>
                <a:lnTo>
                  <a:pt x="1282457" y="2231051"/>
                </a:lnTo>
                <a:cubicBezTo>
                  <a:pt x="1282980" y="2231051"/>
                  <a:pt x="1283609" y="2231417"/>
                  <a:pt x="1283870" y="2231888"/>
                </a:cubicBezTo>
                <a:lnTo>
                  <a:pt x="1290463" y="2243294"/>
                </a:lnTo>
                <a:cubicBezTo>
                  <a:pt x="1290724" y="2243713"/>
                  <a:pt x="1290724" y="2244445"/>
                  <a:pt x="1290463" y="2244916"/>
                </a:cubicBezTo>
                <a:lnTo>
                  <a:pt x="1283870" y="2256322"/>
                </a:lnTo>
                <a:cubicBezTo>
                  <a:pt x="1283609" y="2256793"/>
                  <a:pt x="1282980" y="2257159"/>
                  <a:pt x="1282457" y="2257159"/>
                </a:cubicBezTo>
                <a:lnTo>
                  <a:pt x="1269272" y="2257159"/>
                </a:lnTo>
                <a:cubicBezTo>
                  <a:pt x="1268749" y="2257159"/>
                  <a:pt x="1268121" y="2256793"/>
                  <a:pt x="1267860" y="2256322"/>
                </a:cubicBezTo>
                <a:lnTo>
                  <a:pt x="1261267" y="2244916"/>
                </a:lnTo>
                <a:cubicBezTo>
                  <a:pt x="1261006" y="2244498"/>
                  <a:pt x="1261006" y="2243765"/>
                  <a:pt x="1261267" y="2243294"/>
                </a:cubicBezTo>
                <a:lnTo>
                  <a:pt x="1267860" y="2231888"/>
                </a:lnTo>
                <a:cubicBezTo>
                  <a:pt x="1268121" y="2231417"/>
                  <a:pt x="1268749" y="2231051"/>
                  <a:pt x="1269272" y="2231051"/>
                </a:cubicBezTo>
                <a:close/>
                <a:moveTo>
                  <a:pt x="1351837" y="2230947"/>
                </a:moveTo>
                <a:lnTo>
                  <a:pt x="1365126" y="2230947"/>
                </a:lnTo>
                <a:cubicBezTo>
                  <a:pt x="1365650" y="2230947"/>
                  <a:pt x="1366278" y="2231313"/>
                  <a:pt x="1366539" y="2231784"/>
                </a:cubicBezTo>
                <a:lnTo>
                  <a:pt x="1373184" y="2243295"/>
                </a:lnTo>
                <a:cubicBezTo>
                  <a:pt x="1373446" y="2243714"/>
                  <a:pt x="1373446" y="2244446"/>
                  <a:pt x="1373184" y="2244917"/>
                </a:cubicBezTo>
                <a:lnTo>
                  <a:pt x="1366539" y="2256428"/>
                </a:lnTo>
                <a:cubicBezTo>
                  <a:pt x="1366278" y="2256899"/>
                  <a:pt x="1365650" y="2257265"/>
                  <a:pt x="1365126" y="2257265"/>
                </a:cubicBezTo>
                <a:lnTo>
                  <a:pt x="1351837" y="2257265"/>
                </a:lnTo>
                <a:cubicBezTo>
                  <a:pt x="1351314" y="2257265"/>
                  <a:pt x="1350686" y="2256899"/>
                  <a:pt x="1350424" y="2256428"/>
                </a:cubicBezTo>
                <a:lnTo>
                  <a:pt x="1343779" y="2244917"/>
                </a:lnTo>
                <a:cubicBezTo>
                  <a:pt x="1343518" y="2244498"/>
                  <a:pt x="1343518" y="2243766"/>
                  <a:pt x="1343779" y="2243295"/>
                </a:cubicBezTo>
                <a:lnTo>
                  <a:pt x="1350424" y="2231784"/>
                </a:lnTo>
                <a:cubicBezTo>
                  <a:pt x="1350686" y="2231313"/>
                  <a:pt x="1351314" y="2230947"/>
                  <a:pt x="1351837" y="2230947"/>
                </a:cubicBezTo>
                <a:close/>
                <a:moveTo>
                  <a:pt x="2095642" y="2230685"/>
                </a:moveTo>
                <a:lnTo>
                  <a:pt x="2109193" y="2230685"/>
                </a:lnTo>
                <a:cubicBezTo>
                  <a:pt x="2109716" y="2230685"/>
                  <a:pt x="2110397" y="2231051"/>
                  <a:pt x="2110658" y="2231522"/>
                </a:cubicBezTo>
                <a:lnTo>
                  <a:pt x="2117460" y="2243242"/>
                </a:lnTo>
                <a:cubicBezTo>
                  <a:pt x="2117722" y="2243713"/>
                  <a:pt x="2117722" y="2244446"/>
                  <a:pt x="2117460" y="2244917"/>
                </a:cubicBezTo>
                <a:lnTo>
                  <a:pt x="2110658" y="2256637"/>
                </a:lnTo>
                <a:cubicBezTo>
                  <a:pt x="2110397" y="2257107"/>
                  <a:pt x="2109716" y="2257474"/>
                  <a:pt x="2109193" y="2257474"/>
                </a:cubicBezTo>
                <a:lnTo>
                  <a:pt x="2095642" y="2257474"/>
                </a:lnTo>
                <a:cubicBezTo>
                  <a:pt x="2095118" y="2257474"/>
                  <a:pt x="2094439" y="2257107"/>
                  <a:pt x="2094177" y="2256637"/>
                </a:cubicBezTo>
                <a:lnTo>
                  <a:pt x="2087375" y="2244917"/>
                </a:lnTo>
                <a:cubicBezTo>
                  <a:pt x="2087114" y="2244446"/>
                  <a:pt x="2087114" y="2243713"/>
                  <a:pt x="2087375" y="2243242"/>
                </a:cubicBezTo>
                <a:lnTo>
                  <a:pt x="2094177" y="2231522"/>
                </a:lnTo>
                <a:cubicBezTo>
                  <a:pt x="2094439" y="2231051"/>
                  <a:pt x="2095118" y="2230685"/>
                  <a:pt x="2095642" y="2230685"/>
                </a:cubicBezTo>
                <a:close/>
                <a:moveTo>
                  <a:pt x="690333" y="2230528"/>
                </a:moveTo>
                <a:lnTo>
                  <a:pt x="704093" y="2230528"/>
                </a:lnTo>
                <a:cubicBezTo>
                  <a:pt x="704617" y="2230528"/>
                  <a:pt x="705297" y="2230894"/>
                  <a:pt x="705558" y="2231365"/>
                </a:cubicBezTo>
                <a:lnTo>
                  <a:pt x="712465" y="2243295"/>
                </a:lnTo>
                <a:cubicBezTo>
                  <a:pt x="712726" y="2243765"/>
                  <a:pt x="712726" y="2244550"/>
                  <a:pt x="712465" y="2245021"/>
                </a:cubicBezTo>
                <a:lnTo>
                  <a:pt x="705558" y="2256950"/>
                </a:lnTo>
                <a:cubicBezTo>
                  <a:pt x="705297" y="2257421"/>
                  <a:pt x="704617" y="2257788"/>
                  <a:pt x="704093" y="2257788"/>
                </a:cubicBezTo>
                <a:lnTo>
                  <a:pt x="690333" y="2257788"/>
                </a:lnTo>
                <a:cubicBezTo>
                  <a:pt x="689809" y="2257788"/>
                  <a:pt x="689129" y="2257421"/>
                  <a:pt x="688868" y="2256950"/>
                </a:cubicBezTo>
                <a:lnTo>
                  <a:pt x="681961" y="2245021"/>
                </a:lnTo>
                <a:cubicBezTo>
                  <a:pt x="681700" y="2244550"/>
                  <a:pt x="681700" y="2243765"/>
                  <a:pt x="681961" y="2243295"/>
                </a:cubicBezTo>
                <a:lnTo>
                  <a:pt x="688868" y="2231365"/>
                </a:lnTo>
                <a:cubicBezTo>
                  <a:pt x="689129" y="2230894"/>
                  <a:pt x="689809" y="2230528"/>
                  <a:pt x="690333" y="2230528"/>
                </a:cubicBezTo>
                <a:close/>
                <a:moveTo>
                  <a:pt x="276991" y="2230476"/>
                </a:moveTo>
                <a:lnTo>
                  <a:pt x="290804" y="2230476"/>
                </a:lnTo>
                <a:cubicBezTo>
                  <a:pt x="291327" y="2230476"/>
                  <a:pt x="292007" y="2230842"/>
                  <a:pt x="292269" y="2231313"/>
                </a:cubicBezTo>
                <a:lnTo>
                  <a:pt x="299175" y="2243295"/>
                </a:lnTo>
                <a:cubicBezTo>
                  <a:pt x="299437" y="2243766"/>
                  <a:pt x="299437" y="2244551"/>
                  <a:pt x="299175" y="2245021"/>
                </a:cubicBezTo>
                <a:lnTo>
                  <a:pt x="292269" y="2257003"/>
                </a:lnTo>
                <a:cubicBezTo>
                  <a:pt x="292007" y="2257474"/>
                  <a:pt x="291327" y="2257840"/>
                  <a:pt x="290804" y="2257840"/>
                </a:cubicBezTo>
                <a:lnTo>
                  <a:pt x="276991" y="2257840"/>
                </a:lnTo>
                <a:cubicBezTo>
                  <a:pt x="276467" y="2257840"/>
                  <a:pt x="275787" y="2257474"/>
                  <a:pt x="275526" y="2257003"/>
                </a:cubicBezTo>
                <a:lnTo>
                  <a:pt x="268619" y="2245021"/>
                </a:lnTo>
                <a:cubicBezTo>
                  <a:pt x="268358" y="2244551"/>
                  <a:pt x="268358" y="2243766"/>
                  <a:pt x="268619" y="2243295"/>
                </a:cubicBezTo>
                <a:lnTo>
                  <a:pt x="275526" y="2231313"/>
                </a:lnTo>
                <a:cubicBezTo>
                  <a:pt x="275787" y="2230842"/>
                  <a:pt x="276467" y="2230476"/>
                  <a:pt x="276991" y="2230476"/>
                </a:cubicBezTo>
                <a:close/>
                <a:moveTo>
                  <a:pt x="1516702" y="2230109"/>
                </a:moveTo>
                <a:lnTo>
                  <a:pt x="1530881" y="2230109"/>
                </a:lnTo>
                <a:cubicBezTo>
                  <a:pt x="1531457" y="2230109"/>
                  <a:pt x="1532137" y="2230528"/>
                  <a:pt x="1532399" y="2230999"/>
                </a:cubicBezTo>
                <a:lnTo>
                  <a:pt x="1539462" y="2243294"/>
                </a:lnTo>
                <a:cubicBezTo>
                  <a:pt x="1539723" y="2243817"/>
                  <a:pt x="1539723" y="2244602"/>
                  <a:pt x="1539462" y="2245073"/>
                </a:cubicBezTo>
                <a:lnTo>
                  <a:pt x="1532399" y="2257316"/>
                </a:lnTo>
                <a:cubicBezTo>
                  <a:pt x="1532137" y="2257840"/>
                  <a:pt x="1531457" y="2258206"/>
                  <a:pt x="1530881" y="2258206"/>
                </a:cubicBezTo>
                <a:lnTo>
                  <a:pt x="1516702" y="2258206"/>
                </a:lnTo>
                <a:cubicBezTo>
                  <a:pt x="1516127" y="2258206"/>
                  <a:pt x="1515446" y="2257787"/>
                  <a:pt x="1515184" y="2257316"/>
                </a:cubicBezTo>
                <a:lnTo>
                  <a:pt x="1508121" y="2245073"/>
                </a:lnTo>
                <a:cubicBezTo>
                  <a:pt x="1507860" y="2244550"/>
                  <a:pt x="1507860" y="2243765"/>
                  <a:pt x="1508121" y="2243294"/>
                </a:cubicBezTo>
                <a:lnTo>
                  <a:pt x="1515184" y="2230999"/>
                </a:lnTo>
                <a:cubicBezTo>
                  <a:pt x="1515446" y="2230475"/>
                  <a:pt x="1516127" y="2230109"/>
                  <a:pt x="1516702" y="2230109"/>
                </a:cubicBezTo>
                <a:close/>
                <a:moveTo>
                  <a:pt x="524839" y="2230109"/>
                </a:moveTo>
                <a:lnTo>
                  <a:pt x="538966" y="2230109"/>
                </a:lnTo>
                <a:cubicBezTo>
                  <a:pt x="539541" y="2230109"/>
                  <a:pt x="540222" y="2230528"/>
                  <a:pt x="540483" y="2230999"/>
                </a:cubicBezTo>
                <a:lnTo>
                  <a:pt x="547546" y="2243242"/>
                </a:lnTo>
                <a:cubicBezTo>
                  <a:pt x="547808" y="2243713"/>
                  <a:pt x="547808" y="2244497"/>
                  <a:pt x="547546" y="2244968"/>
                </a:cubicBezTo>
                <a:lnTo>
                  <a:pt x="540483" y="2257212"/>
                </a:lnTo>
                <a:cubicBezTo>
                  <a:pt x="540222" y="2257735"/>
                  <a:pt x="539541" y="2258101"/>
                  <a:pt x="538966" y="2258101"/>
                </a:cubicBezTo>
                <a:lnTo>
                  <a:pt x="524839" y="2258101"/>
                </a:lnTo>
                <a:cubicBezTo>
                  <a:pt x="524264" y="2258101"/>
                  <a:pt x="523583" y="2257683"/>
                  <a:pt x="523322" y="2257212"/>
                </a:cubicBezTo>
                <a:lnTo>
                  <a:pt x="516258" y="2244968"/>
                </a:lnTo>
                <a:cubicBezTo>
                  <a:pt x="515997" y="2244497"/>
                  <a:pt x="515997" y="2243713"/>
                  <a:pt x="516258" y="2243242"/>
                </a:cubicBezTo>
                <a:lnTo>
                  <a:pt x="523322" y="2230999"/>
                </a:lnTo>
                <a:cubicBezTo>
                  <a:pt x="523583" y="2230475"/>
                  <a:pt x="524264" y="2230109"/>
                  <a:pt x="524839" y="2230109"/>
                </a:cubicBezTo>
                <a:close/>
                <a:moveTo>
                  <a:pt x="1103308" y="2229795"/>
                </a:moveTo>
                <a:lnTo>
                  <a:pt x="1117801" y="2229795"/>
                </a:lnTo>
                <a:cubicBezTo>
                  <a:pt x="1118377" y="2229795"/>
                  <a:pt x="1119109" y="2230214"/>
                  <a:pt x="1119371" y="2230685"/>
                </a:cubicBezTo>
                <a:lnTo>
                  <a:pt x="1126591" y="2243242"/>
                </a:lnTo>
                <a:cubicBezTo>
                  <a:pt x="1126853" y="2243713"/>
                  <a:pt x="1126853" y="2244550"/>
                  <a:pt x="1126591" y="2245021"/>
                </a:cubicBezTo>
                <a:lnTo>
                  <a:pt x="1119371" y="2257578"/>
                </a:lnTo>
                <a:cubicBezTo>
                  <a:pt x="1119057" y="2258049"/>
                  <a:pt x="1118377" y="2258467"/>
                  <a:pt x="1117801" y="2258467"/>
                </a:cubicBezTo>
                <a:lnTo>
                  <a:pt x="1103308" y="2258467"/>
                </a:lnTo>
                <a:cubicBezTo>
                  <a:pt x="1102733" y="2258467"/>
                  <a:pt x="1102000" y="2258049"/>
                  <a:pt x="1101739" y="2257578"/>
                </a:cubicBezTo>
                <a:lnTo>
                  <a:pt x="1094518" y="2245021"/>
                </a:lnTo>
                <a:cubicBezTo>
                  <a:pt x="1094257" y="2244550"/>
                  <a:pt x="1094257" y="2243713"/>
                  <a:pt x="1094518" y="2243242"/>
                </a:cubicBezTo>
                <a:lnTo>
                  <a:pt x="1101739" y="2230685"/>
                </a:lnTo>
                <a:cubicBezTo>
                  <a:pt x="1102053" y="2230214"/>
                  <a:pt x="1102733" y="2229795"/>
                  <a:pt x="1103308" y="2229795"/>
                </a:cubicBezTo>
                <a:close/>
                <a:moveTo>
                  <a:pt x="2012293" y="2229325"/>
                </a:moveTo>
                <a:lnTo>
                  <a:pt x="2027205" y="2229325"/>
                </a:lnTo>
                <a:cubicBezTo>
                  <a:pt x="2027833" y="2229325"/>
                  <a:pt x="2028513" y="2229744"/>
                  <a:pt x="2028827" y="2230267"/>
                </a:cubicBezTo>
                <a:lnTo>
                  <a:pt x="2036309" y="2243190"/>
                </a:lnTo>
                <a:cubicBezTo>
                  <a:pt x="2036623" y="2243661"/>
                  <a:pt x="2036623" y="2244498"/>
                  <a:pt x="2036309" y="2245022"/>
                </a:cubicBezTo>
                <a:lnTo>
                  <a:pt x="2028827" y="2257945"/>
                </a:lnTo>
                <a:cubicBezTo>
                  <a:pt x="2028513" y="2258468"/>
                  <a:pt x="2027780" y="2258887"/>
                  <a:pt x="2027205" y="2258887"/>
                </a:cubicBezTo>
                <a:lnTo>
                  <a:pt x="2012293" y="2258887"/>
                </a:lnTo>
                <a:cubicBezTo>
                  <a:pt x="2011665" y="2258887"/>
                  <a:pt x="2010985" y="2258468"/>
                  <a:pt x="2010671" y="2257945"/>
                </a:cubicBezTo>
                <a:lnTo>
                  <a:pt x="2003189" y="2245022"/>
                </a:lnTo>
                <a:cubicBezTo>
                  <a:pt x="2002876" y="2244551"/>
                  <a:pt x="2002876" y="2243713"/>
                  <a:pt x="2003189" y="2243190"/>
                </a:cubicBezTo>
                <a:lnTo>
                  <a:pt x="2010671" y="2230267"/>
                </a:lnTo>
                <a:cubicBezTo>
                  <a:pt x="2010985" y="2229744"/>
                  <a:pt x="2011718" y="2229325"/>
                  <a:pt x="2012293" y="2229325"/>
                </a:cubicBezTo>
                <a:close/>
                <a:moveTo>
                  <a:pt x="1846748" y="2228854"/>
                </a:moveTo>
                <a:lnTo>
                  <a:pt x="1862183" y="2228854"/>
                </a:lnTo>
                <a:cubicBezTo>
                  <a:pt x="1862811" y="2228854"/>
                  <a:pt x="1863543" y="2229273"/>
                  <a:pt x="1863857" y="2229796"/>
                </a:cubicBezTo>
                <a:lnTo>
                  <a:pt x="1871549" y="2243138"/>
                </a:lnTo>
                <a:cubicBezTo>
                  <a:pt x="1871863" y="2243661"/>
                  <a:pt x="1871863" y="2244498"/>
                  <a:pt x="1871549" y="2245021"/>
                </a:cubicBezTo>
                <a:lnTo>
                  <a:pt x="1863857" y="2258364"/>
                </a:lnTo>
                <a:cubicBezTo>
                  <a:pt x="1863543" y="2258887"/>
                  <a:pt x="1862811" y="2259305"/>
                  <a:pt x="1862183" y="2259305"/>
                </a:cubicBezTo>
                <a:lnTo>
                  <a:pt x="1846748" y="2259305"/>
                </a:lnTo>
                <a:cubicBezTo>
                  <a:pt x="1846120" y="2259305"/>
                  <a:pt x="1845388" y="2258887"/>
                  <a:pt x="1845074" y="2258364"/>
                </a:cubicBezTo>
                <a:lnTo>
                  <a:pt x="1837382" y="2245021"/>
                </a:lnTo>
                <a:cubicBezTo>
                  <a:pt x="1837069" y="2244498"/>
                  <a:pt x="1837069" y="2243661"/>
                  <a:pt x="1837382" y="2243138"/>
                </a:cubicBezTo>
                <a:lnTo>
                  <a:pt x="1845074" y="2229796"/>
                </a:lnTo>
                <a:cubicBezTo>
                  <a:pt x="1845388" y="2229273"/>
                  <a:pt x="1846120" y="2228854"/>
                  <a:pt x="1846748" y="2228854"/>
                </a:cubicBezTo>
                <a:close/>
                <a:moveTo>
                  <a:pt x="1598795" y="2228854"/>
                </a:moveTo>
                <a:lnTo>
                  <a:pt x="1614230" y="2228854"/>
                </a:lnTo>
                <a:cubicBezTo>
                  <a:pt x="1614858" y="2228854"/>
                  <a:pt x="1615590" y="2229273"/>
                  <a:pt x="1615904" y="2229796"/>
                </a:cubicBezTo>
                <a:lnTo>
                  <a:pt x="1623596" y="2243138"/>
                </a:lnTo>
                <a:cubicBezTo>
                  <a:pt x="1623910" y="2243661"/>
                  <a:pt x="1623910" y="2244498"/>
                  <a:pt x="1623596" y="2245021"/>
                </a:cubicBezTo>
                <a:lnTo>
                  <a:pt x="1615904" y="2258364"/>
                </a:lnTo>
                <a:cubicBezTo>
                  <a:pt x="1615590" y="2258887"/>
                  <a:pt x="1614858" y="2259305"/>
                  <a:pt x="1614230" y="2259305"/>
                </a:cubicBezTo>
                <a:lnTo>
                  <a:pt x="1598795" y="2259305"/>
                </a:lnTo>
                <a:cubicBezTo>
                  <a:pt x="1598167" y="2259305"/>
                  <a:pt x="1597435" y="2258887"/>
                  <a:pt x="1597121" y="2258364"/>
                </a:cubicBezTo>
                <a:lnTo>
                  <a:pt x="1589429" y="2245021"/>
                </a:lnTo>
                <a:cubicBezTo>
                  <a:pt x="1589116" y="2244498"/>
                  <a:pt x="1589116" y="2243661"/>
                  <a:pt x="1589429" y="2243138"/>
                </a:cubicBezTo>
                <a:lnTo>
                  <a:pt x="1597121" y="2229796"/>
                </a:lnTo>
                <a:cubicBezTo>
                  <a:pt x="1597435" y="2229273"/>
                  <a:pt x="1598167" y="2228854"/>
                  <a:pt x="1598795" y="2228854"/>
                </a:cubicBezTo>
                <a:close/>
                <a:moveTo>
                  <a:pt x="1433144" y="2228278"/>
                </a:moveTo>
                <a:lnTo>
                  <a:pt x="1449102" y="2228278"/>
                </a:lnTo>
                <a:cubicBezTo>
                  <a:pt x="1449730" y="2228278"/>
                  <a:pt x="1450515" y="2228749"/>
                  <a:pt x="1450829" y="2229272"/>
                </a:cubicBezTo>
                <a:lnTo>
                  <a:pt x="1458834" y="2243137"/>
                </a:lnTo>
                <a:cubicBezTo>
                  <a:pt x="1459148" y="2243713"/>
                  <a:pt x="1459148" y="2244602"/>
                  <a:pt x="1458834" y="2245126"/>
                </a:cubicBezTo>
                <a:lnTo>
                  <a:pt x="1450829" y="2258991"/>
                </a:lnTo>
                <a:cubicBezTo>
                  <a:pt x="1450515" y="2259566"/>
                  <a:pt x="1449730" y="2259985"/>
                  <a:pt x="1449102" y="2259985"/>
                </a:cubicBezTo>
                <a:lnTo>
                  <a:pt x="1433144" y="2259985"/>
                </a:lnTo>
                <a:cubicBezTo>
                  <a:pt x="1432516" y="2259985"/>
                  <a:pt x="1431732" y="2259514"/>
                  <a:pt x="1431418" y="2258991"/>
                </a:cubicBezTo>
                <a:lnTo>
                  <a:pt x="1423412" y="2245126"/>
                </a:lnTo>
                <a:cubicBezTo>
                  <a:pt x="1423099" y="2244550"/>
                  <a:pt x="1423099" y="2243660"/>
                  <a:pt x="1423412" y="2243137"/>
                </a:cubicBezTo>
                <a:lnTo>
                  <a:pt x="1431418" y="2229272"/>
                </a:lnTo>
                <a:cubicBezTo>
                  <a:pt x="1431732" y="2228697"/>
                  <a:pt x="1432516" y="2228278"/>
                  <a:pt x="1433144" y="2228278"/>
                </a:cubicBezTo>
                <a:close/>
                <a:moveTo>
                  <a:pt x="358561" y="2228226"/>
                </a:moveTo>
                <a:lnTo>
                  <a:pt x="374623" y="2228226"/>
                </a:lnTo>
                <a:cubicBezTo>
                  <a:pt x="375251" y="2228226"/>
                  <a:pt x="376036" y="2228645"/>
                  <a:pt x="376350" y="2229220"/>
                </a:cubicBezTo>
                <a:lnTo>
                  <a:pt x="384408" y="2243138"/>
                </a:lnTo>
                <a:cubicBezTo>
                  <a:pt x="384721" y="2243661"/>
                  <a:pt x="384721" y="2244550"/>
                  <a:pt x="384408" y="2245126"/>
                </a:cubicBezTo>
                <a:lnTo>
                  <a:pt x="376350" y="2259043"/>
                </a:lnTo>
                <a:cubicBezTo>
                  <a:pt x="376036" y="2259567"/>
                  <a:pt x="375251" y="2260038"/>
                  <a:pt x="374623" y="2260038"/>
                </a:cubicBezTo>
                <a:lnTo>
                  <a:pt x="358561" y="2260038"/>
                </a:lnTo>
                <a:cubicBezTo>
                  <a:pt x="357933" y="2260038"/>
                  <a:pt x="357148" y="2259619"/>
                  <a:pt x="356834" y="2259043"/>
                </a:cubicBezTo>
                <a:lnTo>
                  <a:pt x="348776" y="2245126"/>
                </a:lnTo>
                <a:cubicBezTo>
                  <a:pt x="348463" y="2244603"/>
                  <a:pt x="348463" y="2243713"/>
                  <a:pt x="348776" y="2243138"/>
                </a:cubicBezTo>
                <a:lnTo>
                  <a:pt x="356834" y="2229220"/>
                </a:lnTo>
                <a:cubicBezTo>
                  <a:pt x="357148" y="2228697"/>
                  <a:pt x="357933" y="2228226"/>
                  <a:pt x="358561" y="2228226"/>
                </a:cubicBezTo>
                <a:close/>
                <a:moveTo>
                  <a:pt x="1681045" y="2228174"/>
                </a:moveTo>
                <a:lnTo>
                  <a:pt x="1697160" y="2228174"/>
                </a:lnTo>
                <a:cubicBezTo>
                  <a:pt x="1697788" y="2228174"/>
                  <a:pt x="1698573" y="2228593"/>
                  <a:pt x="1698886" y="2229168"/>
                </a:cubicBezTo>
                <a:lnTo>
                  <a:pt x="1706944" y="2243138"/>
                </a:lnTo>
                <a:cubicBezTo>
                  <a:pt x="1707258" y="2243661"/>
                  <a:pt x="1707258" y="2244551"/>
                  <a:pt x="1706944" y="2245126"/>
                </a:cubicBezTo>
                <a:lnTo>
                  <a:pt x="1698886" y="2259096"/>
                </a:lnTo>
                <a:cubicBezTo>
                  <a:pt x="1698573" y="2259619"/>
                  <a:pt x="1697788" y="2260090"/>
                  <a:pt x="1697160" y="2260090"/>
                </a:cubicBezTo>
                <a:lnTo>
                  <a:pt x="1681045" y="2260090"/>
                </a:lnTo>
                <a:cubicBezTo>
                  <a:pt x="1680417" y="2260090"/>
                  <a:pt x="1679632" y="2259672"/>
                  <a:pt x="1679318" y="2259096"/>
                </a:cubicBezTo>
                <a:lnTo>
                  <a:pt x="1671260" y="2245126"/>
                </a:lnTo>
                <a:cubicBezTo>
                  <a:pt x="1670947" y="2244603"/>
                  <a:pt x="1670947" y="2243714"/>
                  <a:pt x="1671260" y="2243138"/>
                </a:cubicBezTo>
                <a:lnTo>
                  <a:pt x="1679318" y="2229168"/>
                </a:lnTo>
                <a:cubicBezTo>
                  <a:pt x="1679632" y="2228645"/>
                  <a:pt x="1680417" y="2228174"/>
                  <a:pt x="1681045" y="2228174"/>
                </a:cubicBezTo>
                <a:close/>
                <a:moveTo>
                  <a:pt x="441125" y="2228121"/>
                </a:moveTo>
                <a:lnTo>
                  <a:pt x="457292" y="2228121"/>
                </a:lnTo>
                <a:cubicBezTo>
                  <a:pt x="457920" y="2228121"/>
                  <a:pt x="458705" y="2228540"/>
                  <a:pt x="459019" y="2229115"/>
                </a:cubicBezTo>
                <a:lnTo>
                  <a:pt x="467129" y="2243137"/>
                </a:lnTo>
                <a:cubicBezTo>
                  <a:pt x="467443" y="2243660"/>
                  <a:pt x="467443" y="2244550"/>
                  <a:pt x="467129" y="2245126"/>
                </a:cubicBezTo>
                <a:lnTo>
                  <a:pt x="459019" y="2259148"/>
                </a:lnTo>
                <a:cubicBezTo>
                  <a:pt x="458705" y="2259671"/>
                  <a:pt x="457920" y="2260142"/>
                  <a:pt x="457292" y="2260142"/>
                </a:cubicBezTo>
                <a:lnTo>
                  <a:pt x="441125" y="2260142"/>
                </a:lnTo>
                <a:cubicBezTo>
                  <a:pt x="440497" y="2260142"/>
                  <a:pt x="439712" y="2259723"/>
                  <a:pt x="439398" y="2259148"/>
                </a:cubicBezTo>
                <a:lnTo>
                  <a:pt x="431288" y="2245126"/>
                </a:lnTo>
                <a:cubicBezTo>
                  <a:pt x="430975" y="2244602"/>
                  <a:pt x="430975" y="2243713"/>
                  <a:pt x="431288" y="2243137"/>
                </a:cubicBezTo>
                <a:lnTo>
                  <a:pt x="439398" y="2229115"/>
                </a:lnTo>
                <a:cubicBezTo>
                  <a:pt x="439712" y="2228592"/>
                  <a:pt x="440497" y="2228121"/>
                  <a:pt x="441125" y="2228121"/>
                </a:cubicBezTo>
                <a:close/>
                <a:moveTo>
                  <a:pt x="2424850" y="2227964"/>
                </a:moveTo>
                <a:lnTo>
                  <a:pt x="2441174" y="2227964"/>
                </a:lnTo>
                <a:cubicBezTo>
                  <a:pt x="2441802" y="2227964"/>
                  <a:pt x="2442587" y="2228383"/>
                  <a:pt x="2442901" y="2228958"/>
                </a:cubicBezTo>
                <a:lnTo>
                  <a:pt x="2451063" y="2243085"/>
                </a:lnTo>
                <a:cubicBezTo>
                  <a:pt x="2451378" y="2243661"/>
                  <a:pt x="2451378" y="2244550"/>
                  <a:pt x="2451063" y="2245126"/>
                </a:cubicBezTo>
                <a:lnTo>
                  <a:pt x="2442901" y="2259252"/>
                </a:lnTo>
                <a:cubicBezTo>
                  <a:pt x="2442587" y="2259776"/>
                  <a:pt x="2441802" y="2260247"/>
                  <a:pt x="2441174" y="2260247"/>
                </a:cubicBezTo>
                <a:lnTo>
                  <a:pt x="2424850" y="2260247"/>
                </a:lnTo>
                <a:cubicBezTo>
                  <a:pt x="2424222" y="2260247"/>
                  <a:pt x="2423437" y="2259828"/>
                  <a:pt x="2423124" y="2259252"/>
                </a:cubicBezTo>
                <a:lnTo>
                  <a:pt x="2414961" y="2245126"/>
                </a:lnTo>
                <a:cubicBezTo>
                  <a:pt x="2414648" y="2244550"/>
                  <a:pt x="2414648" y="2243661"/>
                  <a:pt x="2414961" y="2243085"/>
                </a:cubicBezTo>
                <a:lnTo>
                  <a:pt x="2423124" y="2228958"/>
                </a:lnTo>
                <a:cubicBezTo>
                  <a:pt x="2423437" y="2228435"/>
                  <a:pt x="2424222" y="2227964"/>
                  <a:pt x="2424850" y="2227964"/>
                </a:cubicBezTo>
                <a:close/>
                <a:moveTo>
                  <a:pt x="2590083" y="2227703"/>
                </a:moveTo>
                <a:lnTo>
                  <a:pt x="2606668" y="2227703"/>
                </a:lnTo>
                <a:cubicBezTo>
                  <a:pt x="2607348" y="2227703"/>
                  <a:pt x="2608133" y="2228174"/>
                  <a:pt x="2608448" y="2228749"/>
                </a:cubicBezTo>
                <a:lnTo>
                  <a:pt x="2616767" y="2243138"/>
                </a:lnTo>
                <a:cubicBezTo>
                  <a:pt x="2617080" y="2243713"/>
                  <a:pt x="2617080" y="2244603"/>
                  <a:pt x="2616767" y="2245178"/>
                </a:cubicBezTo>
                <a:lnTo>
                  <a:pt x="2608448" y="2259567"/>
                </a:lnTo>
                <a:cubicBezTo>
                  <a:pt x="2608133" y="2260143"/>
                  <a:pt x="2607348" y="2260613"/>
                  <a:pt x="2606668" y="2260613"/>
                </a:cubicBezTo>
                <a:lnTo>
                  <a:pt x="2590083" y="2260613"/>
                </a:lnTo>
                <a:cubicBezTo>
                  <a:pt x="2589402" y="2260613"/>
                  <a:pt x="2588617" y="2260143"/>
                  <a:pt x="2588303" y="2259567"/>
                </a:cubicBezTo>
                <a:lnTo>
                  <a:pt x="2579984" y="2245178"/>
                </a:lnTo>
                <a:cubicBezTo>
                  <a:pt x="2579671" y="2244603"/>
                  <a:pt x="2579671" y="2243713"/>
                  <a:pt x="2579984" y="2243138"/>
                </a:cubicBezTo>
                <a:lnTo>
                  <a:pt x="2588303" y="2228749"/>
                </a:lnTo>
                <a:cubicBezTo>
                  <a:pt x="2588617" y="2228174"/>
                  <a:pt x="2589402" y="2227703"/>
                  <a:pt x="2590083" y="2227703"/>
                </a:cubicBezTo>
                <a:close/>
                <a:moveTo>
                  <a:pt x="2507361" y="2227598"/>
                </a:moveTo>
                <a:lnTo>
                  <a:pt x="2524052" y="2227598"/>
                </a:lnTo>
                <a:cubicBezTo>
                  <a:pt x="2524680" y="2227598"/>
                  <a:pt x="2525517" y="2228069"/>
                  <a:pt x="2525831" y="2228644"/>
                </a:cubicBezTo>
                <a:lnTo>
                  <a:pt x="2534150" y="2243085"/>
                </a:lnTo>
                <a:cubicBezTo>
                  <a:pt x="2534464" y="2243608"/>
                  <a:pt x="2534464" y="2244550"/>
                  <a:pt x="2534150" y="2245126"/>
                </a:cubicBezTo>
                <a:lnTo>
                  <a:pt x="2525831" y="2259567"/>
                </a:lnTo>
                <a:cubicBezTo>
                  <a:pt x="2525517" y="2260142"/>
                  <a:pt x="2524733" y="2260613"/>
                  <a:pt x="2524052" y="2260613"/>
                </a:cubicBezTo>
                <a:lnTo>
                  <a:pt x="2507361" y="2260613"/>
                </a:lnTo>
                <a:cubicBezTo>
                  <a:pt x="2506734" y="2260613"/>
                  <a:pt x="2505896" y="2260142"/>
                  <a:pt x="2505583" y="2259567"/>
                </a:cubicBezTo>
                <a:lnTo>
                  <a:pt x="2497264" y="2245126"/>
                </a:lnTo>
                <a:cubicBezTo>
                  <a:pt x="2496949" y="2244603"/>
                  <a:pt x="2496949" y="2243661"/>
                  <a:pt x="2497264" y="2243085"/>
                </a:cubicBezTo>
                <a:lnTo>
                  <a:pt x="2505583" y="2228644"/>
                </a:lnTo>
                <a:cubicBezTo>
                  <a:pt x="2505896" y="2228069"/>
                  <a:pt x="2506681" y="2227598"/>
                  <a:pt x="2507361" y="2227598"/>
                </a:cubicBezTo>
                <a:close/>
                <a:moveTo>
                  <a:pt x="1928684" y="2227493"/>
                </a:moveTo>
                <a:lnTo>
                  <a:pt x="1945479" y="2227493"/>
                </a:lnTo>
                <a:cubicBezTo>
                  <a:pt x="1946107" y="2227493"/>
                  <a:pt x="1946944" y="2227964"/>
                  <a:pt x="1947258" y="2228539"/>
                </a:cubicBezTo>
                <a:lnTo>
                  <a:pt x="1955630" y="2243085"/>
                </a:lnTo>
                <a:cubicBezTo>
                  <a:pt x="1955944" y="2243660"/>
                  <a:pt x="1955944" y="2244602"/>
                  <a:pt x="1955630" y="2245178"/>
                </a:cubicBezTo>
                <a:lnTo>
                  <a:pt x="1947258" y="2259723"/>
                </a:lnTo>
                <a:cubicBezTo>
                  <a:pt x="1946944" y="2260299"/>
                  <a:pt x="1946159" y="2260770"/>
                  <a:pt x="1945479" y="2260770"/>
                </a:cubicBezTo>
                <a:lnTo>
                  <a:pt x="1928684" y="2260770"/>
                </a:lnTo>
                <a:cubicBezTo>
                  <a:pt x="1928056" y="2260770"/>
                  <a:pt x="1927219" y="2260299"/>
                  <a:pt x="1926905" y="2259723"/>
                </a:cubicBezTo>
                <a:lnTo>
                  <a:pt x="1918533" y="2245178"/>
                </a:lnTo>
                <a:cubicBezTo>
                  <a:pt x="1918220" y="2244602"/>
                  <a:pt x="1918220" y="2243660"/>
                  <a:pt x="1918533" y="2243085"/>
                </a:cubicBezTo>
                <a:lnTo>
                  <a:pt x="1926905" y="2228539"/>
                </a:lnTo>
                <a:cubicBezTo>
                  <a:pt x="1927219" y="2227964"/>
                  <a:pt x="1928004" y="2227493"/>
                  <a:pt x="1928684" y="2227493"/>
                </a:cubicBezTo>
                <a:close/>
                <a:moveTo>
                  <a:pt x="605938" y="2226918"/>
                </a:moveTo>
                <a:lnTo>
                  <a:pt x="623256" y="2226918"/>
                </a:lnTo>
                <a:cubicBezTo>
                  <a:pt x="623989" y="2226918"/>
                  <a:pt x="624774" y="2227441"/>
                  <a:pt x="625140" y="2228017"/>
                </a:cubicBezTo>
                <a:lnTo>
                  <a:pt x="633825" y="2243033"/>
                </a:lnTo>
                <a:cubicBezTo>
                  <a:pt x="634191" y="2243609"/>
                  <a:pt x="634191" y="2244603"/>
                  <a:pt x="633825" y="2245178"/>
                </a:cubicBezTo>
                <a:lnTo>
                  <a:pt x="625140" y="2260195"/>
                </a:lnTo>
                <a:cubicBezTo>
                  <a:pt x="624774" y="2260823"/>
                  <a:pt x="623936" y="2261293"/>
                  <a:pt x="623256" y="2261293"/>
                </a:cubicBezTo>
                <a:lnTo>
                  <a:pt x="605938" y="2261293"/>
                </a:lnTo>
                <a:cubicBezTo>
                  <a:pt x="605205" y="2261293"/>
                  <a:pt x="604421" y="2260770"/>
                  <a:pt x="604054" y="2260195"/>
                </a:cubicBezTo>
                <a:lnTo>
                  <a:pt x="595369" y="2245178"/>
                </a:lnTo>
                <a:cubicBezTo>
                  <a:pt x="595002" y="2244603"/>
                  <a:pt x="595002" y="2243609"/>
                  <a:pt x="595369" y="2243033"/>
                </a:cubicBezTo>
                <a:lnTo>
                  <a:pt x="604054" y="2228017"/>
                </a:lnTo>
                <a:cubicBezTo>
                  <a:pt x="604421" y="2227389"/>
                  <a:pt x="605258" y="2226918"/>
                  <a:pt x="605938" y="2226918"/>
                </a:cubicBezTo>
                <a:close/>
                <a:moveTo>
                  <a:pt x="1762771" y="2226290"/>
                </a:moveTo>
                <a:lnTo>
                  <a:pt x="1780822" y="2226290"/>
                </a:lnTo>
                <a:cubicBezTo>
                  <a:pt x="1781554" y="2226290"/>
                  <a:pt x="1782391" y="2226761"/>
                  <a:pt x="1782758" y="2227389"/>
                </a:cubicBezTo>
                <a:lnTo>
                  <a:pt x="1791757" y="2243033"/>
                </a:lnTo>
                <a:cubicBezTo>
                  <a:pt x="1792124" y="2243661"/>
                  <a:pt x="1792124" y="2244655"/>
                  <a:pt x="1791757" y="2245283"/>
                </a:cubicBezTo>
                <a:lnTo>
                  <a:pt x="1782758" y="2260927"/>
                </a:lnTo>
                <a:cubicBezTo>
                  <a:pt x="1782391" y="2261502"/>
                  <a:pt x="1781554" y="2262026"/>
                  <a:pt x="1780822" y="2262026"/>
                </a:cubicBezTo>
                <a:lnTo>
                  <a:pt x="1762771" y="2262026"/>
                </a:lnTo>
                <a:cubicBezTo>
                  <a:pt x="1762039" y="2262026"/>
                  <a:pt x="1761201" y="2261555"/>
                  <a:pt x="1760835" y="2260927"/>
                </a:cubicBezTo>
                <a:lnTo>
                  <a:pt x="1751836" y="2245283"/>
                </a:lnTo>
                <a:cubicBezTo>
                  <a:pt x="1751469" y="2244655"/>
                  <a:pt x="1751469" y="2243661"/>
                  <a:pt x="1751836" y="2243033"/>
                </a:cubicBezTo>
                <a:lnTo>
                  <a:pt x="1760835" y="2227389"/>
                </a:lnTo>
                <a:cubicBezTo>
                  <a:pt x="1761201" y="2226813"/>
                  <a:pt x="1762039" y="2226290"/>
                  <a:pt x="1762771" y="2226290"/>
                </a:cubicBezTo>
                <a:close/>
                <a:moveTo>
                  <a:pt x="2341292" y="2226081"/>
                </a:moveTo>
                <a:lnTo>
                  <a:pt x="2359500" y="2226081"/>
                </a:lnTo>
                <a:cubicBezTo>
                  <a:pt x="2360180" y="2226081"/>
                  <a:pt x="2361070" y="2226604"/>
                  <a:pt x="2361436" y="2227232"/>
                </a:cubicBezTo>
                <a:lnTo>
                  <a:pt x="2370540" y="2242981"/>
                </a:lnTo>
                <a:cubicBezTo>
                  <a:pt x="2370907" y="2243609"/>
                  <a:pt x="2370907" y="2244603"/>
                  <a:pt x="2370540" y="2245231"/>
                </a:cubicBezTo>
                <a:lnTo>
                  <a:pt x="2361436" y="2260980"/>
                </a:lnTo>
                <a:cubicBezTo>
                  <a:pt x="2361070" y="2261608"/>
                  <a:pt x="2360233" y="2262131"/>
                  <a:pt x="2359500" y="2262131"/>
                </a:cubicBezTo>
                <a:lnTo>
                  <a:pt x="2341292" y="2262131"/>
                </a:lnTo>
                <a:cubicBezTo>
                  <a:pt x="2340612" y="2262131"/>
                  <a:pt x="2339722" y="2261608"/>
                  <a:pt x="2339356" y="2260980"/>
                </a:cubicBezTo>
                <a:lnTo>
                  <a:pt x="2330252" y="2245231"/>
                </a:lnTo>
                <a:cubicBezTo>
                  <a:pt x="2329887" y="2244603"/>
                  <a:pt x="2329887" y="2243609"/>
                  <a:pt x="2330252" y="2242981"/>
                </a:cubicBezTo>
                <a:lnTo>
                  <a:pt x="2339356" y="2227232"/>
                </a:lnTo>
                <a:cubicBezTo>
                  <a:pt x="2339722" y="2226604"/>
                  <a:pt x="2340560" y="2226081"/>
                  <a:pt x="2341292" y="2226081"/>
                </a:cubicBezTo>
                <a:close/>
                <a:moveTo>
                  <a:pt x="2258520" y="2225871"/>
                </a:moveTo>
                <a:lnTo>
                  <a:pt x="2276989" y="2225871"/>
                </a:lnTo>
                <a:cubicBezTo>
                  <a:pt x="2277722" y="2225871"/>
                  <a:pt x="2278611" y="2226394"/>
                  <a:pt x="2278977" y="2227022"/>
                </a:cubicBezTo>
                <a:lnTo>
                  <a:pt x="2288186" y="2242980"/>
                </a:lnTo>
                <a:cubicBezTo>
                  <a:pt x="2288553" y="2243608"/>
                  <a:pt x="2288553" y="2244654"/>
                  <a:pt x="2288186" y="2245282"/>
                </a:cubicBezTo>
                <a:lnTo>
                  <a:pt x="2278977" y="2261241"/>
                </a:lnTo>
                <a:cubicBezTo>
                  <a:pt x="2278611" y="2261868"/>
                  <a:pt x="2277722" y="2262392"/>
                  <a:pt x="2276989" y="2262392"/>
                </a:cubicBezTo>
                <a:lnTo>
                  <a:pt x="2258520" y="2262392"/>
                </a:lnTo>
                <a:cubicBezTo>
                  <a:pt x="2257787" y="2262392"/>
                  <a:pt x="2256898" y="2261868"/>
                  <a:pt x="2256532" y="2261241"/>
                </a:cubicBezTo>
                <a:lnTo>
                  <a:pt x="2247323" y="2245282"/>
                </a:lnTo>
                <a:cubicBezTo>
                  <a:pt x="2246956" y="2244654"/>
                  <a:pt x="2246956" y="2243608"/>
                  <a:pt x="2247323" y="2242980"/>
                </a:cubicBezTo>
                <a:lnTo>
                  <a:pt x="2256532" y="2227022"/>
                </a:lnTo>
                <a:cubicBezTo>
                  <a:pt x="2256898" y="2226394"/>
                  <a:pt x="2257787" y="2225871"/>
                  <a:pt x="2258520" y="2225871"/>
                </a:cubicBezTo>
                <a:close/>
                <a:moveTo>
                  <a:pt x="2671547" y="2225400"/>
                </a:moveTo>
                <a:lnTo>
                  <a:pt x="2690488" y="2225400"/>
                </a:lnTo>
                <a:cubicBezTo>
                  <a:pt x="2691221" y="2225400"/>
                  <a:pt x="2692163" y="2225923"/>
                  <a:pt x="2692529" y="2226551"/>
                </a:cubicBezTo>
                <a:lnTo>
                  <a:pt x="2701999" y="2242980"/>
                </a:lnTo>
                <a:cubicBezTo>
                  <a:pt x="2702365" y="2243660"/>
                  <a:pt x="2702365" y="2244707"/>
                  <a:pt x="2701999" y="2245335"/>
                </a:cubicBezTo>
                <a:lnTo>
                  <a:pt x="2692529" y="2261764"/>
                </a:lnTo>
                <a:cubicBezTo>
                  <a:pt x="2692163" y="2262392"/>
                  <a:pt x="2691221" y="2262915"/>
                  <a:pt x="2690488" y="2262915"/>
                </a:cubicBezTo>
                <a:lnTo>
                  <a:pt x="2671547" y="2262915"/>
                </a:lnTo>
                <a:cubicBezTo>
                  <a:pt x="2670815" y="2262915"/>
                  <a:pt x="2669873" y="2262392"/>
                  <a:pt x="2669507" y="2261764"/>
                </a:cubicBezTo>
                <a:lnTo>
                  <a:pt x="2660037" y="2245335"/>
                </a:lnTo>
                <a:cubicBezTo>
                  <a:pt x="2659670" y="2244654"/>
                  <a:pt x="2659670" y="2243608"/>
                  <a:pt x="2660037" y="2242980"/>
                </a:cubicBezTo>
                <a:lnTo>
                  <a:pt x="2669507" y="2226551"/>
                </a:lnTo>
                <a:cubicBezTo>
                  <a:pt x="2669873" y="2225923"/>
                  <a:pt x="2670815" y="2225400"/>
                  <a:pt x="2671547" y="2225400"/>
                </a:cubicBezTo>
                <a:close/>
                <a:moveTo>
                  <a:pt x="2753379" y="2223779"/>
                </a:moveTo>
                <a:lnTo>
                  <a:pt x="2773941" y="2223779"/>
                </a:lnTo>
                <a:cubicBezTo>
                  <a:pt x="2774726" y="2223779"/>
                  <a:pt x="2775720" y="2224355"/>
                  <a:pt x="2776139" y="2225035"/>
                </a:cubicBezTo>
                <a:lnTo>
                  <a:pt x="2786446" y="2242824"/>
                </a:lnTo>
                <a:cubicBezTo>
                  <a:pt x="2786865" y="2243557"/>
                  <a:pt x="2786865" y="2244708"/>
                  <a:pt x="2786446" y="2245388"/>
                </a:cubicBezTo>
                <a:lnTo>
                  <a:pt x="2776139" y="2263177"/>
                </a:lnTo>
                <a:cubicBezTo>
                  <a:pt x="2775720" y="2263857"/>
                  <a:pt x="2774778" y="2264433"/>
                  <a:pt x="2773941" y="2264433"/>
                </a:cubicBezTo>
                <a:lnTo>
                  <a:pt x="2753379" y="2264433"/>
                </a:lnTo>
                <a:cubicBezTo>
                  <a:pt x="2752594" y="2264433"/>
                  <a:pt x="2751600" y="2263857"/>
                  <a:pt x="2751181" y="2263177"/>
                </a:cubicBezTo>
                <a:lnTo>
                  <a:pt x="2740874" y="2245388"/>
                </a:lnTo>
                <a:cubicBezTo>
                  <a:pt x="2740455" y="2244655"/>
                  <a:pt x="2740455" y="2243504"/>
                  <a:pt x="2740874" y="2242824"/>
                </a:cubicBezTo>
                <a:lnTo>
                  <a:pt x="2751181" y="2225035"/>
                </a:lnTo>
                <a:cubicBezTo>
                  <a:pt x="2751600" y="2224355"/>
                  <a:pt x="2752541" y="2223779"/>
                  <a:pt x="2753379" y="2223779"/>
                </a:cubicBezTo>
                <a:close/>
                <a:moveTo>
                  <a:pt x="22027" y="2216558"/>
                </a:moveTo>
                <a:lnTo>
                  <a:pt x="49862" y="2216558"/>
                </a:lnTo>
                <a:cubicBezTo>
                  <a:pt x="50961" y="2216558"/>
                  <a:pt x="52322" y="2217343"/>
                  <a:pt x="52845" y="2218285"/>
                </a:cubicBezTo>
                <a:lnTo>
                  <a:pt x="66762" y="2242405"/>
                </a:lnTo>
                <a:cubicBezTo>
                  <a:pt x="67286" y="2243347"/>
                  <a:pt x="67286" y="2244916"/>
                  <a:pt x="66762" y="2245858"/>
                </a:cubicBezTo>
                <a:lnTo>
                  <a:pt x="52845" y="2269979"/>
                </a:lnTo>
                <a:cubicBezTo>
                  <a:pt x="52322" y="2270920"/>
                  <a:pt x="50961" y="2271705"/>
                  <a:pt x="49862" y="2271705"/>
                </a:cubicBezTo>
                <a:lnTo>
                  <a:pt x="22027" y="2271705"/>
                </a:lnTo>
                <a:cubicBezTo>
                  <a:pt x="20929" y="2271705"/>
                  <a:pt x="19568" y="2270920"/>
                  <a:pt x="19045" y="2269979"/>
                </a:cubicBezTo>
                <a:lnTo>
                  <a:pt x="5127" y="2245858"/>
                </a:lnTo>
                <a:cubicBezTo>
                  <a:pt x="4604" y="2244916"/>
                  <a:pt x="4604" y="2243347"/>
                  <a:pt x="5127" y="2242405"/>
                </a:cubicBezTo>
                <a:lnTo>
                  <a:pt x="19045" y="2218285"/>
                </a:lnTo>
                <a:cubicBezTo>
                  <a:pt x="19568" y="2217343"/>
                  <a:pt x="20929" y="2216558"/>
                  <a:pt x="22027" y="2216558"/>
                </a:cubicBezTo>
                <a:close/>
                <a:moveTo>
                  <a:pt x="103440" y="2214099"/>
                </a:moveTo>
                <a:lnTo>
                  <a:pt x="133786" y="2214099"/>
                </a:lnTo>
                <a:cubicBezTo>
                  <a:pt x="134990" y="2214099"/>
                  <a:pt x="136455" y="2214936"/>
                  <a:pt x="137030" y="2215983"/>
                </a:cubicBezTo>
                <a:lnTo>
                  <a:pt x="152204" y="2242248"/>
                </a:lnTo>
                <a:cubicBezTo>
                  <a:pt x="152779" y="2243295"/>
                  <a:pt x="152779" y="2244969"/>
                  <a:pt x="152204" y="2246015"/>
                </a:cubicBezTo>
                <a:lnTo>
                  <a:pt x="137030" y="2272281"/>
                </a:lnTo>
                <a:cubicBezTo>
                  <a:pt x="136455" y="2273327"/>
                  <a:pt x="134990" y="2274164"/>
                  <a:pt x="133786" y="2274164"/>
                </a:cubicBezTo>
                <a:lnTo>
                  <a:pt x="103440" y="2274164"/>
                </a:lnTo>
                <a:cubicBezTo>
                  <a:pt x="102236" y="2274164"/>
                  <a:pt x="100771" y="2273327"/>
                  <a:pt x="100196" y="2272281"/>
                </a:cubicBezTo>
                <a:lnTo>
                  <a:pt x="85023" y="2246015"/>
                </a:lnTo>
                <a:cubicBezTo>
                  <a:pt x="84447" y="2244969"/>
                  <a:pt x="84447" y="2243295"/>
                  <a:pt x="85023" y="2242248"/>
                </a:cubicBezTo>
                <a:lnTo>
                  <a:pt x="100196" y="2215983"/>
                </a:lnTo>
                <a:cubicBezTo>
                  <a:pt x="100771" y="2214936"/>
                  <a:pt x="102236" y="2214099"/>
                  <a:pt x="103440" y="2214099"/>
                </a:cubicBezTo>
                <a:close/>
                <a:moveTo>
                  <a:pt x="2100194" y="2157068"/>
                </a:moveTo>
                <a:lnTo>
                  <a:pt x="2104641" y="2157068"/>
                </a:lnTo>
                <a:cubicBezTo>
                  <a:pt x="2104798" y="2157068"/>
                  <a:pt x="2105112" y="2157330"/>
                  <a:pt x="2105112" y="2157330"/>
                </a:cubicBezTo>
                <a:lnTo>
                  <a:pt x="2107310" y="2161149"/>
                </a:lnTo>
                <a:cubicBezTo>
                  <a:pt x="2107414" y="2161254"/>
                  <a:pt x="2107310" y="2161672"/>
                  <a:pt x="2107310" y="2161672"/>
                </a:cubicBezTo>
                <a:lnTo>
                  <a:pt x="2105112" y="2165492"/>
                </a:lnTo>
                <a:cubicBezTo>
                  <a:pt x="2105007" y="2165649"/>
                  <a:pt x="2104641" y="2165753"/>
                  <a:pt x="2104641" y="2165753"/>
                </a:cubicBezTo>
                <a:lnTo>
                  <a:pt x="2100194" y="2165753"/>
                </a:lnTo>
                <a:cubicBezTo>
                  <a:pt x="2100037" y="2165753"/>
                  <a:pt x="2099723" y="2165492"/>
                  <a:pt x="2099723" y="2165492"/>
                </a:cubicBezTo>
                <a:lnTo>
                  <a:pt x="2097526" y="2161672"/>
                </a:lnTo>
                <a:cubicBezTo>
                  <a:pt x="2097421" y="2161568"/>
                  <a:pt x="2097526" y="2161149"/>
                  <a:pt x="2097526" y="2161149"/>
                </a:cubicBezTo>
                <a:lnTo>
                  <a:pt x="2099723" y="2157330"/>
                </a:lnTo>
                <a:cubicBezTo>
                  <a:pt x="2099827" y="2157173"/>
                  <a:pt x="2100194" y="2157068"/>
                  <a:pt x="2100194" y="2157068"/>
                </a:cubicBezTo>
                <a:close/>
                <a:moveTo>
                  <a:pt x="1025035" y="2155917"/>
                </a:moveTo>
                <a:lnTo>
                  <a:pt x="1030633" y="2155917"/>
                </a:lnTo>
                <a:cubicBezTo>
                  <a:pt x="1030843" y="2155917"/>
                  <a:pt x="1031209" y="2156283"/>
                  <a:pt x="1031209" y="2156283"/>
                </a:cubicBezTo>
                <a:lnTo>
                  <a:pt x="1033982" y="2161149"/>
                </a:lnTo>
                <a:cubicBezTo>
                  <a:pt x="1034087" y="2161306"/>
                  <a:pt x="1033982" y="2161829"/>
                  <a:pt x="1033982" y="2161829"/>
                </a:cubicBezTo>
                <a:lnTo>
                  <a:pt x="1031209" y="2166695"/>
                </a:lnTo>
                <a:cubicBezTo>
                  <a:pt x="1031104" y="2166905"/>
                  <a:pt x="1030633" y="2167062"/>
                  <a:pt x="1030633" y="2167062"/>
                </a:cubicBezTo>
                <a:lnTo>
                  <a:pt x="1025035" y="2167062"/>
                </a:lnTo>
                <a:cubicBezTo>
                  <a:pt x="1024826" y="2167062"/>
                  <a:pt x="1024459" y="2166695"/>
                  <a:pt x="1024459" y="2166695"/>
                </a:cubicBezTo>
                <a:lnTo>
                  <a:pt x="1021687" y="2161829"/>
                </a:lnTo>
                <a:cubicBezTo>
                  <a:pt x="1021582" y="2161672"/>
                  <a:pt x="1021687" y="2161149"/>
                  <a:pt x="1021687" y="2161149"/>
                </a:cubicBezTo>
                <a:lnTo>
                  <a:pt x="1024459" y="2156283"/>
                </a:lnTo>
                <a:cubicBezTo>
                  <a:pt x="1024564" y="2156074"/>
                  <a:pt x="1025035" y="2155917"/>
                  <a:pt x="1025035" y="2155917"/>
                </a:cubicBezTo>
                <a:close/>
                <a:moveTo>
                  <a:pt x="940483" y="2152202"/>
                </a:moveTo>
                <a:lnTo>
                  <a:pt x="949849" y="2152202"/>
                </a:lnTo>
                <a:cubicBezTo>
                  <a:pt x="950215" y="2152202"/>
                  <a:pt x="950634" y="2152464"/>
                  <a:pt x="950843" y="2152777"/>
                </a:cubicBezTo>
                <a:lnTo>
                  <a:pt x="955552" y="2160887"/>
                </a:lnTo>
                <a:cubicBezTo>
                  <a:pt x="955761" y="2161201"/>
                  <a:pt x="955761" y="2161725"/>
                  <a:pt x="955552" y="2162039"/>
                </a:cubicBezTo>
                <a:lnTo>
                  <a:pt x="950843" y="2170148"/>
                </a:lnTo>
                <a:cubicBezTo>
                  <a:pt x="950686" y="2170462"/>
                  <a:pt x="950215" y="2170724"/>
                  <a:pt x="949849" y="2170724"/>
                </a:cubicBezTo>
                <a:lnTo>
                  <a:pt x="940483" y="2170724"/>
                </a:lnTo>
                <a:cubicBezTo>
                  <a:pt x="940117" y="2170724"/>
                  <a:pt x="939698" y="2170462"/>
                  <a:pt x="939489" y="2170148"/>
                </a:cubicBezTo>
                <a:lnTo>
                  <a:pt x="934780" y="2162039"/>
                </a:lnTo>
                <a:cubicBezTo>
                  <a:pt x="934571" y="2161725"/>
                  <a:pt x="934571" y="2161201"/>
                  <a:pt x="934780" y="2160887"/>
                </a:cubicBezTo>
                <a:lnTo>
                  <a:pt x="939489" y="2152777"/>
                </a:lnTo>
                <a:cubicBezTo>
                  <a:pt x="939646" y="2152464"/>
                  <a:pt x="940117" y="2152202"/>
                  <a:pt x="940483" y="2152202"/>
                </a:cubicBezTo>
                <a:close/>
                <a:moveTo>
                  <a:pt x="856297" y="2149063"/>
                </a:moveTo>
                <a:lnTo>
                  <a:pt x="868802" y="2149063"/>
                </a:lnTo>
                <a:cubicBezTo>
                  <a:pt x="869325" y="2149063"/>
                  <a:pt x="869901" y="2149429"/>
                  <a:pt x="870162" y="2149848"/>
                </a:cubicBezTo>
                <a:lnTo>
                  <a:pt x="876389" y="2160678"/>
                </a:lnTo>
                <a:cubicBezTo>
                  <a:pt x="876650" y="2161149"/>
                  <a:pt x="876650" y="2161830"/>
                  <a:pt x="876389" y="2162248"/>
                </a:cubicBezTo>
                <a:lnTo>
                  <a:pt x="870162" y="2173079"/>
                </a:lnTo>
                <a:cubicBezTo>
                  <a:pt x="869901" y="2173497"/>
                  <a:pt x="869273" y="2173863"/>
                  <a:pt x="868802" y="2173863"/>
                </a:cubicBezTo>
                <a:lnTo>
                  <a:pt x="856297" y="2173863"/>
                </a:lnTo>
                <a:cubicBezTo>
                  <a:pt x="855774" y="2173863"/>
                  <a:pt x="855198" y="2173497"/>
                  <a:pt x="854936" y="2173079"/>
                </a:cubicBezTo>
                <a:lnTo>
                  <a:pt x="848710" y="2162248"/>
                </a:lnTo>
                <a:cubicBezTo>
                  <a:pt x="848449" y="2161777"/>
                  <a:pt x="848449" y="2161097"/>
                  <a:pt x="848710" y="2160678"/>
                </a:cubicBezTo>
                <a:lnTo>
                  <a:pt x="854936" y="2149848"/>
                </a:lnTo>
                <a:cubicBezTo>
                  <a:pt x="855198" y="2149429"/>
                  <a:pt x="855826" y="2149063"/>
                  <a:pt x="856297" y="2149063"/>
                </a:cubicBezTo>
                <a:close/>
                <a:moveTo>
                  <a:pt x="2674634" y="2148854"/>
                </a:moveTo>
                <a:lnTo>
                  <a:pt x="2687401" y="2148854"/>
                </a:lnTo>
                <a:cubicBezTo>
                  <a:pt x="2687872" y="2148854"/>
                  <a:pt x="2688500" y="2149220"/>
                  <a:pt x="2688762" y="2149639"/>
                </a:cubicBezTo>
                <a:lnTo>
                  <a:pt x="2695145" y="2160679"/>
                </a:lnTo>
                <a:cubicBezTo>
                  <a:pt x="2695407" y="2161097"/>
                  <a:pt x="2695407" y="2161830"/>
                  <a:pt x="2695145" y="2162248"/>
                </a:cubicBezTo>
                <a:lnTo>
                  <a:pt x="2688762" y="2173288"/>
                </a:lnTo>
                <a:cubicBezTo>
                  <a:pt x="2688500" y="2173707"/>
                  <a:pt x="2687924" y="2174073"/>
                  <a:pt x="2687401" y="2174073"/>
                </a:cubicBezTo>
                <a:lnTo>
                  <a:pt x="2674634" y="2174073"/>
                </a:lnTo>
                <a:cubicBezTo>
                  <a:pt x="2674164" y="2174073"/>
                  <a:pt x="2673536" y="2173707"/>
                  <a:pt x="2673274" y="2173288"/>
                </a:cubicBezTo>
                <a:lnTo>
                  <a:pt x="2666891" y="2162248"/>
                </a:lnTo>
                <a:cubicBezTo>
                  <a:pt x="2666630" y="2161830"/>
                  <a:pt x="2666630" y="2161097"/>
                  <a:pt x="2666891" y="2160679"/>
                </a:cubicBezTo>
                <a:lnTo>
                  <a:pt x="2673274" y="2149639"/>
                </a:lnTo>
                <a:cubicBezTo>
                  <a:pt x="2673536" y="2149220"/>
                  <a:pt x="2674111" y="2148854"/>
                  <a:pt x="2674634" y="2148854"/>
                </a:cubicBezTo>
                <a:close/>
                <a:moveTo>
                  <a:pt x="1269325" y="2148540"/>
                </a:moveTo>
                <a:lnTo>
                  <a:pt x="1282406" y="2148540"/>
                </a:lnTo>
                <a:cubicBezTo>
                  <a:pt x="1282929" y="2148540"/>
                  <a:pt x="1283557" y="2148854"/>
                  <a:pt x="1283818" y="2149325"/>
                </a:cubicBezTo>
                <a:lnTo>
                  <a:pt x="1290359" y="2160626"/>
                </a:lnTo>
                <a:cubicBezTo>
                  <a:pt x="1290620" y="2161097"/>
                  <a:pt x="1290620" y="2161777"/>
                  <a:pt x="1290359" y="2162248"/>
                </a:cubicBezTo>
                <a:lnTo>
                  <a:pt x="1283818" y="2173550"/>
                </a:lnTo>
                <a:cubicBezTo>
                  <a:pt x="1283557" y="2173968"/>
                  <a:pt x="1282929" y="2174335"/>
                  <a:pt x="1282406" y="2174335"/>
                </a:cubicBezTo>
                <a:lnTo>
                  <a:pt x="1269325" y="2174335"/>
                </a:lnTo>
                <a:cubicBezTo>
                  <a:pt x="1268802" y="2174335"/>
                  <a:pt x="1268174" y="2174021"/>
                  <a:pt x="1267913" y="2173550"/>
                </a:cubicBezTo>
                <a:lnTo>
                  <a:pt x="1261372" y="2162248"/>
                </a:lnTo>
                <a:cubicBezTo>
                  <a:pt x="1261111" y="2161777"/>
                  <a:pt x="1261111" y="2161097"/>
                  <a:pt x="1261372" y="2160626"/>
                </a:cubicBezTo>
                <a:lnTo>
                  <a:pt x="1267913" y="2149325"/>
                </a:lnTo>
                <a:cubicBezTo>
                  <a:pt x="1268174" y="2148906"/>
                  <a:pt x="1268802" y="2148540"/>
                  <a:pt x="1269325" y="2148540"/>
                </a:cubicBezTo>
                <a:close/>
                <a:moveTo>
                  <a:pt x="1103937" y="2148435"/>
                </a:moveTo>
                <a:lnTo>
                  <a:pt x="1117122" y="2148435"/>
                </a:lnTo>
                <a:cubicBezTo>
                  <a:pt x="1117645" y="2148435"/>
                  <a:pt x="1118273" y="2148801"/>
                  <a:pt x="1118534" y="2149272"/>
                </a:cubicBezTo>
                <a:lnTo>
                  <a:pt x="1125127" y="2160678"/>
                </a:lnTo>
                <a:cubicBezTo>
                  <a:pt x="1125388" y="2161097"/>
                  <a:pt x="1125388" y="2161829"/>
                  <a:pt x="1125127" y="2162300"/>
                </a:cubicBezTo>
                <a:lnTo>
                  <a:pt x="1118534" y="2173706"/>
                </a:lnTo>
                <a:cubicBezTo>
                  <a:pt x="1118273" y="2174177"/>
                  <a:pt x="1117645" y="2174543"/>
                  <a:pt x="1117122" y="2174543"/>
                </a:cubicBezTo>
                <a:lnTo>
                  <a:pt x="1103937" y="2174543"/>
                </a:lnTo>
                <a:cubicBezTo>
                  <a:pt x="1103413" y="2174543"/>
                  <a:pt x="1102786" y="2174177"/>
                  <a:pt x="1102524" y="2173706"/>
                </a:cubicBezTo>
                <a:lnTo>
                  <a:pt x="1095931" y="2162300"/>
                </a:lnTo>
                <a:cubicBezTo>
                  <a:pt x="1095670" y="2161882"/>
                  <a:pt x="1095670" y="2161149"/>
                  <a:pt x="1095931" y="2160678"/>
                </a:cubicBezTo>
                <a:lnTo>
                  <a:pt x="1102524" y="2149272"/>
                </a:lnTo>
                <a:cubicBezTo>
                  <a:pt x="1102786" y="2148801"/>
                  <a:pt x="1103413" y="2148435"/>
                  <a:pt x="1103937" y="2148435"/>
                </a:cubicBezTo>
                <a:close/>
                <a:moveTo>
                  <a:pt x="2756989" y="2148121"/>
                </a:moveTo>
                <a:lnTo>
                  <a:pt x="2770436" y="2148121"/>
                </a:lnTo>
                <a:cubicBezTo>
                  <a:pt x="2771011" y="2148121"/>
                  <a:pt x="2771639" y="2148487"/>
                  <a:pt x="2771901" y="2148958"/>
                </a:cubicBezTo>
                <a:lnTo>
                  <a:pt x="2778650" y="2160626"/>
                </a:lnTo>
                <a:cubicBezTo>
                  <a:pt x="2778912" y="2161097"/>
                  <a:pt x="2778912" y="2161829"/>
                  <a:pt x="2778650" y="2162300"/>
                </a:cubicBezTo>
                <a:lnTo>
                  <a:pt x="2771901" y="2173968"/>
                </a:lnTo>
                <a:cubicBezTo>
                  <a:pt x="2771587" y="2174439"/>
                  <a:pt x="2770959" y="2174805"/>
                  <a:pt x="2770436" y="2174805"/>
                </a:cubicBezTo>
                <a:lnTo>
                  <a:pt x="2756989" y="2174805"/>
                </a:lnTo>
                <a:cubicBezTo>
                  <a:pt x="2756413" y="2174805"/>
                  <a:pt x="2755785" y="2174439"/>
                  <a:pt x="2755524" y="2173968"/>
                </a:cubicBezTo>
                <a:lnTo>
                  <a:pt x="2748774" y="2162300"/>
                </a:lnTo>
                <a:cubicBezTo>
                  <a:pt x="2748513" y="2161829"/>
                  <a:pt x="2748513" y="2161097"/>
                  <a:pt x="2748774" y="2160626"/>
                </a:cubicBezTo>
                <a:lnTo>
                  <a:pt x="2755524" y="2148958"/>
                </a:lnTo>
                <a:cubicBezTo>
                  <a:pt x="2755838" y="2148487"/>
                  <a:pt x="2756466" y="2148121"/>
                  <a:pt x="2756989" y="2148121"/>
                </a:cubicBezTo>
                <a:close/>
                <a:moveTo>
                  <a:pt x="1186448" y="2148069"/>
                </a:moveTo>
                <a:lnTo>
                  <a:pt x="1199946" y="2148069"/>
                </a:lnTo>
                <a:cubicBezTo>
                  <a:pt x="1200522" y="2148069"/>
                  <a:pt x="1201150" y="2148435"/>
                  <a:pt x="1201412" y="2148906"/>
                </a:cubicBezTo>
                <a:lnTo>
                  <a:pt x="1208161" y="2160626"/>
                </a:lnTo>
                <a:cubicBezTo>
                  <a:pt x="1208423" y="2161097"/>
                  <a:pt x="1208423" y="2161830"/>
                  <a:pt x="1208161" y="2162301"/>
                </a:cubicBezTo>
                <a:lnTo>
                  <a:pt x="1201412" y="2174021"/>
                </a:lnTo>
                <a:cubicBezTo>
                  <a:pt x="1201150" y="2174492"/>
                  <a:pt x="1200470" y="2174858"/>
                  <a:pt x="1199946" y="2174858"/>
                </a:cubicBezTo>
                <a:lnTo>
                  <a:pt x="1186448" y="2174858"/>
                </a:lnTo>
                <a:cubicBezTo>
                  <a:pt x="1185872" y="2174858"/>
                  <a:pt x="1185244" y="2174492"/>
                  <a:pt x="1184983" y="2174021"/>
                </a:cubicBezTo>
                <a:lnTo>
                  <a:pt x="1178233" y="2162301"/>
                </a:lnTo>
                <a:cubicBezTo>
                  <a:pt x="1177972" y="2161830"/>
                  <a:pt x="1177972" y="2161097"/>
                  <a:pt x="1178233" y="2160626"/>
                </a:cubicBezTo>
                <a:lnTo>
                  <a:pt x="1184983" y="2148906"/>
                </a:lnTo>
                <a:cubicBezTo>
                  <a:pt x="1185244" y="2148435"/>
                  <a:pt x="1185924" y="2148069"/>
                  <a:pt x="1186448" y="2148069"/>
                </a:cubicBezTo>
                <a:close/>
                <a:moveTo>
                  <a:pt x="1351679" y="2148017"/>
                </a:moveTo>
                <a:lnTo>
                  <a:pt x="1365283" y="2148017"/>
                </a:lnTo>
                <a:cubicBezTo>
                  <a:pt x="1365806" y="2148017"/>
                  <a:pt x="1366486" y="2148383"/>
                  <a:pt x="1366748" y="2148854"/>
                </a:cubicBezTo>
                <a:lnTo>
                  <a:pt x="1373550" y="2160627"/>
                </a:lnTo>
                <a:cubicBezTo>
                  <a:pt x="1373811" y="2161097"/>
                  <a:pt x="1373811" y="2161830"/>
                  <a:pt x="1373550" y="2162301"/>
                </a:cubicBezTo>
                <a:lnTo>
                  <a:pt x="1366748" y="2174073"/>
                </a:lnTo>
                <a:cubicBezTo>
                  <a:pt x="1366486" y="2174544"/>
                  <a:pt x="1365806" y="2174910"/>
                  <a:pt x="1365283" y="2174910"/>
                </a:cubicBezTo>
                <a:lnTo>
                  <a:pt x="1351679" y="2174910"/>
                </a:lnTo>
                <a:cubicBezTo>
                  <a:pt x="1351156" y="2174910"/>
                  <a:pt x="1350476" y="2174544"/>
                  <a:pt x="1350214" y="2174073"/>
                </a:cubicBezTo>
                <a:lnTo>
                  <a:pt x="1343412" y="2162301"/>
                </a:lnTo>
                <a:cubicBezTo>
                  <a:pt x="1343151" y="2161830"/>
                  <a:pt x="1343151" y="2161097"/>
                  <a:pt x="1343412" y="2160627"/>
                </a:cubicBezTo>
                <a:lnTo>
                  <a:pt x="1350214" y="2148854"/>
                </a:lnTo>
                <a:cubicBezTo>
                  <a:pt x="1350476" y="2148383"/>
                  <a:pt x="1351156" y="2148017"/>
                  <a:pt x="1351679" y="2148017"/>
                </a:cubicBezTo>
                <a:close/>
                <a:moveTo>
                  <a:pt x="1682300" y="2147964"/>
                </a:moveTo>
                <a:lnTo>
                  <a:pt x="1695956" y="2147964"/>
                </a:lnTo>
                <a:cubicBezTo>
                  <a:pt x="1696479" y="2147964"/>
                  <a:pt x="1697160" y="2148330"/>
                  <a:pt x="1697421" y="2148801"/>
                </a:cubicBezTo>
                <a:lnTo>
                  <a:pt x="1704275" y="2160626"/>
                </a:lnTo>
                <a:cubicBezTo>
                  <a:pt x="1704537" y="2161097"/>
                  <a:pt x="1704537" y="2161829"/>
                  <a:pt x="1704275" y="2162300"/>
                </a:cubicBezTo>
                <a:lnTo>
                  <a:pt x="1697421" y="2174125"/>
                </a:lnTo>
                <a:cubicBezTo>
                  <a:pt x="1697160" y="2174596"/>
                  <a:pt x="1696479" y="2174962"/>
                  <a:pt x="1695956" y="2174962"/>
                </a:cubicBezTo>
                <a:lnTo>
                  <a:pt x="1682300" y="2174962"/>
                </a:lnTo>
                <a:cubicBezTo>
                  <a:pt x="1681777" y="2174962"/>
                  <a:pt x="1681097" y="2174596"/>
                  <a:pt x="1680835" y="2174125"/>
                </a:cubicBezTo>
                <a:lnTo>
                  <a:pt x="1673981" y="2162300"/>
                </a:lnTo>
                <a:cubicBezTo>
                  <a:pt x="1673720" y="2161829"/>
                  <a:pt x="1673720" y="2161097"/>
                  <a:pt x="1673981" y="2160626"/>
                </a:cubicBezTo>
                <a:lnTo>
                  <a:pt x="1680835" y="2148801"/>
                </a:lnTo>
                <a:cubicBezTo>
                  <a:pt x="1681097" y="2148330"/>
                  <a:pt x="1681777" y="2147964"/>
                  <a:pt x="1682300" y="2147964"/>
                </a:cubicBezTo>
                <a:close/>
                <a:moveTo>
                  <a:pt x="1599632" y="2147964"/>
                </a:moveTo>
                <a:lnTo>
                  <a:pt x="1613288" y="2147964"/>
                </a:lnTo>
                <a:cubicBezTo>
                  <a:pt x="1613812" y="2147964"/>
                  <a:pt x="1614492" y="2148330"/>
                  <a:pt x="1614753" y="2148801"/>
                </a:cubicBezTo>
                <a:lnTo>
                  <a:pt x="1621608" y="2160626"/>
                </a:lnTo>
                <a:cubicBezTo>
                  <a:pt x="1621869" y="2161097"/>
                  <a:pt x="1621869" y="2161829"/>
                  <a:pt x="1621608" y="2162300"/>
                </a:cubicBezTo>
                <a:lnTo>
                  <a:pt x="1614753" y="2174125"/>
                </a:lnTo>
                <a:cubicBezTo>
                  <a:pt x="1614492" y="2174596"/>
                  <a:pt x="1613812" y="2174962"/>
                  <a:pt x="1613288" y="2174962"/>
                </a:cubicBezTo>
                <a:lnTo>
                  <a:pt x="1599632" y="2174962"/>
                </a:lnTo>
                <a:cubicBezTo>
                  <a:pt x="1599109" y="2174962"/>
                  <a:pt x="1598429" y="2174596"/>
                  <a:pt x="1598168" y="2174125"/>
                </a:cubicBezTo>
                <a:lnTo>
                  <a:pt x="1591313" y="2162300"/>
                </a:lnTo>
                <a:cubicBezTo>
                  <a:pt x="1591052" y="2161829"/>
                  <a:pt x="1591052" y="2161097"/>
                  <a:pt x="1591313" y="2160626"/>
                </a:cubicBezTo>
                <a:lnTo>
                  <a:pt x="1598168" y="2148801"/>
                </a:lnTo>
                <a:cubicBezTo>
                  <a:pt x="1598429" y="2148330"/>
                  <a:pt x="1599109" y="2147964"/>
                  <a:pt x="1599632" y="2147964"/>
                </a:cubicBezTo>
                <a:close/>
                <a:moveTo>
                  <a:pt x="194375" y="2147860"/>
                </a:moveTo>
                <a:lnTo>
                  <a:pt x="208135" y="2147860"/>
                </a:lnTo>
                <a:cubicBezTo>
                  <a:pt x="208659" y="2147860"/>
                  <a:pt x="209339" y="2148226"/>
                  <a:pt x="209600" y="2148697"/>
                </a:cubicBezTo>
                <a:lnTo>
                  <a:pt x="216507" y="2160627"/>
                </a:lnTo>
                <a:cubicBezTo>
                  <a:pt x="216768" y="2161097"/>
                  <a:pt x="216768" y="2161882"/>
                  <a:pt x="216507" y="2162353"/>
                </a:cubicBezTo>
                <a:lnTo>
                  <a:pt x="209600" y="2174283"/>
                </a:lnTo>
                <a:cubicBezTo>
                  <a:pt x="209339" y="2174753"/>
                  <a:pt x="208659" y="2175120"/>
                  <a:pt x="208135" y="2175120"/>
                </a:cubicBezTo>
                <a:lnTo>
                  <a:pt x="194375" y="2175120"/>
                </a:lnTo>
                <a:cubicBezTo>
                  <a:pt x="193851" y="2175120"/>
                  <a:pt x="193171" y="2174753"/>
                  <a:pt x="192910" y="2174283"/>
                </a:cubicBezTo>
                <a:lnTo>
                  <a:pt x="186003" y="2162353"/>
                </a:lnTo>
                <a:cubicBezTo>
                  <a:pt x="185742" y="2161882"/>
                  <a:pt x="185742" y="2161097"/>
                  <a:pt x="186003" y="2160627"/>
                </a:cubicBezTo>
                <a:lnTo>
                  <a:pt x="192910" y="2148697"/>
                </a:lnTo>
                <a:cubicBezTo>
                  <a:pt x="193171" y="2148226"/>
                  <a:pt x="193851" y="2147860"/>
                  <a:pt x="194375" y="2147860"/>
                </a:cubicBezTo>
                <a:close/>
                <a:moveTo>
                  <a:pt x="690228" y="2147703"/>
                </a:moveTo>
                <a:lnTo>
                  <a:pt x="704146" y="2147703"/>
                </a:lnTo>
                <a:cubicBezTo>
                  <a:pt x="704669" y="2147703"/>
                  <a:pt x="705349" y="2148069"/>
                  <a:pt x="705610" y="2148540"/>
                </a:cubicBezTo>
                <a:lnTo>
                  <a:pt x="712569" y="2160574"/>
                </a:lnTo>
                <a:cubicBezTo>
                  <a:pt x="712831" y="2161045"/>
                  <a:pt x="712831" y="2161830"/>
                  <a:pt x="712569" y="2162301"/>
                </a:cubicBezTo>
                <a:lnTo>
                  <a:pt x="705610" y="2174335"/>
                </a:lnTo>
                <a:cubicBezTo>
                  <a:pt x="705349" y="2174806"/>
                  <a:pt x="704669" y="2175172"/>
                  <a:pt x="704146" y="2175172"/>
                </a:cubicBezTo>
                <a:lnTo>
                  <a:pt x="690228" y="2175172"/>
                </a:lnTo>
                <a:cubicBezTo>
                  <a:pt x="689705" y="2175172"/>
                  <a:pt x="689025" y="2174806"/>
                  <a:pt x="688763" y="2174335"/>
                </a:cubicBezTo>
                <a:lnTo>
                  <a:pt x="681804" y="2162301"/>
                </a:lnTo>
                <a:cubicBezTo>
                  <a:pt x="681543" y="2161830"/>
                  <a:pt x="681543" y="2161045"/>
                  <a:pt x="681804" y="2160574"/>
                </a:cubicBezTo>
                <a:lnTo>
                  <a:pt x="688763" y="2148540"/>
                </a:lnTo>
                <a:cubicBezTo>
                  <a:pt x="689025" y="2148069"/>
                  <a:pt x="689705" y="2147703"/>
                  <a:pt x="690228" y="2147703"/>
                </a:cubicBezTo>
                <a:close/>
                <a:moveTo>
                  <a:pt x="1516650" y="2147284"/>
                </a:moveTo>
                <a:lnTo>
                  <a:pt x="1530986" y="2147284"/>
                </a:lnTo>
                <a:cubicBezTo>
                  <a:pt x="1531509" y="2147284"/>
                  <a:pt x="1532242" y="2147703"/>
                  <a:pt x="1532503" y="2148173"/>
                </a:cubicBezTo>
                <a:lnTo>
                  <a:pt x="1539671" y="2160574"/>
                </a:lnTo>
                <a:cubicBezTo>
                  <a:pt x="1539933" y="2161045"/>
                  <a:pt x="1539933" y="2161882"/>
                  <a:pt x="1539671" y="2162353"/>
                </a:cubicBezTo>
                <a:lnTo>
                  <a:pt x="1532503" y="2174753"/>
                </a:lnTo>
                <a:cubicBezTo>
                  <a:pt x="1532242" y="2175224"/>
                  <a:pt x="1531561" y="2175642"/>
                  <a:pt x="1530986" y="2175642"/>
                </a:cubicBezTo>
                <a:lnTo>
                  <a:pt x="1516650" y="2175642"/>
                </a:lnTo>
                <a:cubicBezTo>
                  <a:pt x="1516127" y="2175642"/>
                  <a:pt x="1515394" y="2175224"/>
                  <a:pt x="1515133" y="2174753"/>
                </a:cubicBezTo>
                <a:lnTo>
                  <a:pt x="1507964" y="2162353"/>
                </a:lnTo>
                <a:cubicBezTo>
                  <a:pt x="1507703" y="2161882"/>
                  <a:pt x="1507703" y="2161045"/>
                  <a:pt x="1507964" y="2160574"/>
                </a:cubicBezTo>
                <a:lnTo>
                  <a:pt x="1515133" y="2148173"/>
                </a:lnTo>
                <a:cubicBezTo>
                  <a:pt x="1515394" y="2147703"/>
                  <a:pt x="1516074" y="2147284"/>
                  <a:pt x="1516650" y="2147284"/>
                </a:cubicBezTo>
                <a:close/>
                <a:moveTo>
                  <a:pt x="1433982" y="2147284"/>
                </a:moveTo>
                <a:lnTo>
                  <a:pt x="1448318" y="2147284"/>
                </a:lnTo>
                <a:cubicBezTo>
                  <a:pt x="1448841" y="2147284"/>
                  <a:pt x="1449574" y="2147703"/>
                  <a:pt x="1449835" y="2148173"/>
                </a:cubicBezTo>
                <a:lnTo>
                  <a:pt x="1457003" y="2160574"/>
                </a:lnTo>
                <a:cubicBezTo>
                  <a:pt x="1457265" y="2161045"/>
                  <a:pt x="1457265" y="2161882"/>
                  <a:pt x="1457003" y="2162353"/>
                </a:cubicBezTo>
                <a:lnTo>
                  <a:pt x="1449835" y="2174753"/>
                </a:lnTo>
                <a:cubicBezTo>
                  <a:pt x="1449574" y="2175224"/>
                  <a:pt x="1448893" y="2175642"/>
                  <a:pt x="1448318" y="2175642"/>
                </a:cubicBezTo>
                <a:lnTo>
                  <a:pt x="1433982" y="2175642"/>
                </a:lnTo>
                <a:cubicBezTo>
                  <a:pt x="1433458" y="2175642"/>
                  <a:pt x="1432726" y="2175224"/>
                  <a:pt x="1432464" y="2174753"/>
                </a:cubicBezTo>
                <a:lnTo>
                  <a:pt x="1425296" y="2162353"/>
                </a:lnTo>
                <a:cubicBezTo>
                  <a:pt x="1425035" y="2161882"/>
                  <a:pt x="1425035" y="2161045"/>
                  <a:pt x="1425296" y="2160574"/>
                </a:cubicBezTo>
                <a:lnTo>
                  <a:pt x="1432464" y="2148173"/>
                </a:lnTo>
                <a:cubicBezTo>
                  <a:pt x="1432726" y="2147703"/>
                  <a:pt x="1433406" y="2147284"/>
                  <a:pt x="1433982" y="2147284"/>
                </a:cubicBezTo>
                <a:close/>
                <a:moveTo>
                  <a:pt x="276678" y="2147127"/>
                </a:moveTo>
                <a:lnTo>
                  <a:pt x="291223" y="2147127"/>
                </a:lnTo>
                <a:cubicBezTo>
                  <a:pt x="291799" y="2147127"/>
                  <a:pt x="292531" y="2147546"/>
                  <a:pt x="292792" y="2148016"/>
                </a:cubicBezTo>
                <a:lnTo>
                  <a:pt x="300065" y="2160574"/>
                </a:lnTo>
                <a:cubicBezTo>
                  <a:pt x="300327" y="2161045"/>
                  <a:pt x="300327" y="2161882"/>
                  <a:pt x="300065" y="2162353"/>
                </a:cubicBezTo>
                <a:lnTo>
                  <a:pt x="292792" y="2174910"/>
                </a:lnTo>
                <a:cubicBezTo>
                  <a:pt x="292478" y="2175381"/>
                  <a:pt x="291799" y="2175799"/>
                  <a:pt x="291223" y="2175799"/>
                </a:cubicBezTo>
                <a:lnTo>
                  <a:pt x="276678" y="2175799"/>
                </a:lnTo>
                <a:cubicBezTo>
                  <a:pt x="276102" y="2175799"/>
                  <a:pt x="275370" y="2175381"/>
                  <a:pt x="275108" y="2174910"/>
                </a:cubicBezTo>
                <a:lnTo>
                  <a:pt x="267835" y="2162353"/>
                </a:lnTo>
                <a:cubicBezTo>
                  <a:pt x="267574" y="2161882"/>
                  <a:pt x="267574" y="2161045"/>
                  <a:pt x="267835" y="2160574"/>
                </a:cubicBezTo>
                <a:lnTo>
                  <a:pt x="275108" y="2148016"/>
                </a:lnTo>
                <a:cubicBezTo>
                  <a:pt x="275422" y="2147546"/>
                  <a:pt x="276102" y="2147127"/>
                  <a:pt x="276678" y="2147127"/>
                </a:cubicBezTo>
                <a:close/>
                <a:moveTo>
                  <a:pt x="607246" y="2147023"/>
                </a:moveTo>
                <a:lnTo>
                  <a:pt x="621844" y="2147023"/>
                </a:lnTo>
                <a:cubicBezTo>
                  <a:pt x="622419" y="2147023"/>
                  <a:pt x="623100" y="2147389"/>
                  <a:pt x="623413" y="2147912"/>
                </a:cubicBezTo>
                <a:lnTo>
                  <a:pt x="630739" y="2160574"/>
                </a:lnTo>
                <a:cubicBezTo>
                  <a:pt x="631053" y="2161097"/>
                  <a:pt x="631053" y="2161882"/>
                  <a:pt x="630739" y="2162405"/>
                </a:cubicBezTo>
                <a:lnTo>
                  <a:pt x="623413" y="2175067"/>
                </a:lnTo>
                <a:cubicBezTo>
                  <a:pt x="623100" y="2175538"/>
                  <a:pt x="622419" y="2175957"/>
                  <a:pt x="621844" y="2175957"/>
                </a:cubicBezTo>
                <a:lnTo>
                  <a:pt x="607246" y="2175957"/>
                </a:lnTo>
                <a:cubicBezTo>
                  <a:pt x="606671" y="2175957"/>
                  <a:pt x="605991" y="2175591"/>
                  <a:pt x="605677" y="2175067"/>
                </a:cubicBezTo>
                <a:lnTo>
                  <a:pt x="598351" y="2162405"/>
                </a:lnTo>
                <a:cubicBezTo>
                  <a:pt x="598038" y="2161882"/>
                  <a:pt x="598038" y="2161097"/>
                  <a:pt x="598351" y="2160574"/>
                </a:cubicBezTo>
                <a:lnTo>
                  <a:pt x="605677" y="2147912"/>
                </a:lnTo>
                <a:cubicBezTo>
                  <a:pt x="605991" y="2147442"/>
                  <a:pt x="606671" y="2147023"/>
                  <a:pt x="607246" y="2147023"/>
                </a:cubicBezTo>
                <a:close/>
                <a:moveTo>
                  <a:pt x="2012346" y="2146761"/>
                </a:moveTo>
                <a:lnTo>
                  <a:pt x="2027153" y="2146761"/>
                </a:lnTo>
                <a:cubicBezTo>
                  <a:pt x="2027729" y="2146761"/>
                  <a:pt x="2028408" y="2147180"/>
                  <a:pt x="2028723" y="2147703"/>
                </a:cubicBezTo>
                <a:lnTo>
                  <a:pt x="2036153" y="2160522"/>
                </a:lnTo>
                <a:cubicBezTo>
                  <a:pt x="2036466" y="2161045"/>
                  <a:pt x="2036466" y="2161830"/>
                  <a:pt x="2036153" y="2162353"/>
                </a:cubicBezTo>
                <a:lnTo>
                  <a:pt x="2028723" y="2175172"/>
                </a:lnTo>
                <a:cubicBezTo>
                  <a:pt x="2028461" y="2175695"/>
                  <a:pt x="2027729" y="2176114"/>
                  <a:pt x="2027153" y="2176114"/>
                </a:cubicBezTo>
                <a:lnTo>
                  <a:pt x="2012346" y="2176114"/>
                </a:lnTo>
                <a:cubicBezTo>
                  <a:pt x="2011770" y="2176114"/>
                  <a:pt x="2011090" y="2175695"/>
                  <a:pt x="2010776" y="2175172"/>
                </a:cubicBezTo>
                <a:lnTo>
                  <a:pt x="2003347" y="2162353"/>
                </a:lnTo>
                <a:cubicBezTo>
                  <a:pt x="2003032" y="2161830"/>
                  <a:pt x="2003032" y="2161045"/>
                  <a:pt x="2003347" y="2160522"/>
                </a:cubicBezTo>
                <a:lnTo>
                  <a:pt x="2010776" y="2147703"/>
                </a:lnTo>
                <a:cubicBezTo>
                  <a:pt x="2011038" y="2147180"/>
                  <a:pt x="2011770" y="2146761"/>
                  <a:pt x="2012346" y="2146761"/>
                </a:cubicBezTo>
                <a:close/>
                <a:moveTo>
                  <a:pt x="772425" y="2146604"/>
                </a:moveTo>
                <a:lnTo>
                  <a:pt x="787389" y="2146604"/>
                </a:lnTo>
                <a:cubicBezTo>
                  <a:pt x="788017" y="2146604"/>
                  <a:pt x="788697" y="2147023"/>
                  <a:pt x="789011" y="2147546"/>
                </a:cubicBezTo>
                <a:lnTo>
                  <a:pt x="796493" y="2160522"/>
                </a:lnTo>
                <a:cubicBezTo>
                  <a:pt x="796807" y="2160992"/>
                  <a:pt x="796807" y="2161830"/>
                  <a:pt x="796493" y="2162353"/>
                </a:cubicBezTo>
                <a:lnTo>
                  <a:pt x="789011" y="2175329"/>
                </a:lnTo>
                <a:cubicBezTo>
                  <a:pt x="788697" y="2175852"/>
                  <a:pt x="787965" y="2176270"/>
                  <a:pt x="787389" y="2176270"/>
                </a:cubicBezTo>
                <a:lnTo>
                  <a:pt x="772425" y="2176270"/>
                </a:lnTo>
                <a:cubicBezTo>
                  <a:pt x="771798" y="2176270"/>
                  <a:pt x="771117" y="2175852"/>
                  <a:pt x="770803" y="2175329"/>
                </a:cubicBezTo>
                <a:lnTo>
                  <a:pt x="763321" y="2162353"/>
                </a:lnTo>
                <a:cubicBezTo>
                  <a:pt x="763008" y="2161882"/>
                  <a:pt x="763008" y="2161045"/>
                  <a:pt x="763321" y="2160522"/>
                </a:cubicBezTo>
                <a:lnTo>
                  <a:pt x="770803" y="2147546"/>
                </a:lnTo>
                <a:cubicBezTo>
                  <a:pt x="771117" y="2147023"/>
                  <a:pt x="771850" y="2146604"/>
                  <a:pt x="772425" y="2146604"/>
                </a:cubicBezTo>
                <a:close/>
                <a:moveTo>
                  <a:pt x="28045" y="2145715"/>
                </a:moveTo>
                <a:lnTo>
                  <a:pt x="43951" y="2145715"/>
                </a:lnTo>
                <a:cubicBezTo>
                  <a:pt x="44579" y="2145715"/>
                  <a:pt x="45363" y="2146186"/>
                  <a:pt x="45677" y="2146709"/>
                </a:cubicBezTo>
                <a:lnTo>
                  <a:pt x="53630" y="2160470"/>
                </a:lnTo>
                <a:cubicBezTo>
                  <a:pt x="53944" y="2161045"/>
                  <a:pt x="53944" y="2161935"/>
                  <a:pt x="53630" y="2162458"/>
                </a:cubicBezTo>
                <a:lnTo>
                  <a:pt x="45677" y="2176219"/>
                </a:lnTo>
                <a:cubicBezTo>
                  <a:pt x="45363" y="2176794"/>
                  <a:pt x="44579" y="2177213"/>
                  <a:pt x="43951" y="2177213"/>
                </a:cubicBezTo>
                <a:lnTo>
                  <a:pt x="28045" y="2177213"/>
                </a:lnTo>
                <a:cubicBezTo>
                  <a:pt x="27417" y="2177213"/>
                  <a:pt x="26632" y="2176742"/>
                  <a:pt x="26318" y="2176219"/>
                </a:cubicBezTo>
                <a:lnTo>
                  <a:pt x="18365" y="2162458"/>
                </a:lnTo>
                <a:cubicBezTo>
                  <a:pt x="18052" y="2161882"/>
                  <a:pt x="18052" y="2160993"/>
                  <a:pt x="18365" y="2160470"/>
                </a:cubicBezTo>
                <a:lnTo>
                  <a:pt x="26318" y="2146709"/>
                </a:lnTo>
                <a:cubicBezTo>
                  <a:pt x="26632" y="2146134"/>
                  <a:pt x="27417" y="2145715"/>
                  <a:pt x="28045" y="2145715"/>
                </a:cubicBezTo>
                <a:close/>
                <a:moveTo>
                  <a:pt x="2342338" y="2145505"/>
                </a:moveTo>
                <a:lnTo>
                  <a:pt x="2358454" y="2145505"/>
                </a:lnTo>
                <a:cubicBezTo>
                  <a:pt x="2359082" y="2145505"/>
                  <a:pt x="2359867" y="2145924"/>
                  <a:pt x="2360180" y="2146499"/>
                </a:cubicBezTo>
                <a:lnTo>
                  <a:pt x="2368238" y="2160469"/>
                </a:lnTo>
                <a:cubicBezTo>
                  <a:pt x="2368552" y="2160992"/>
                  <a:pt x="2368552" y="2161882"/>
                  <a:pt x="2368238" y="2162457"/>
                </a:cubicBezTo>
                <a:lnTo>
                  <a:pt x="2360180" y="2176427"/>
                </a:lnTo>
                <a:cubicBezTo>
                  <a:pt x="2359867" y="2176950"/>
                  <a:pt x="2359082" y="2177421"/>
                  <a:pt x="2358454" y="2177421"/>
                </a:cubicBezTo>
                <a:lnTo>
                  <a:pt x="2342338" y="2177421"/>
                </a:lnTo>
                <a:cubicBezTo>
                  <a:pt x="2341711" y="2177421"/>
                  <a:pt x="2340926" y="2177003"/>
                  <a:pt x="2340612" y="2176427"/>
                </a:cubicBezTo>
                <a:lnTo>
                  <a:pt x="2332554" y="2162457"/>
                </a:lnTo>
                <a:cubicBezTo>
                  <a:pt x="2332241" y="2161934"/>
                  <a:pt x="2332241" y="2161045"/>
                  <a:pt x="2332554" y="2160469"/>
                </a:cubicBezTo>
                <a:lnTo>
                  <a:pt x="2340612" y="2146499"/>
                </a:lnTo>
                <a:cubicBezTo>
                  <a:pt x="2340926" y="2145976"/>
                  <a:pt x="2341711" y="2145505"/>
                  <a:pt x="2342338" y="2145505"/>
                </a:cubicBezTo>
                <a:close/>
                <a:moveTo>
                  <a:pt x="358403" y="2145348"/>
                </a:moveTo>
                <a:lnTo>
                  <a:pt x="374675" y="2145348"/>
                </a:lnTo>
                <a:cubicBezTo>
                  <a:pt x="375303" y="2145348"/>
                  <a:pt x="376088" y="2145767"/>
                  <a:pt x="376402" y="2146342"/>
                </a:cubicBezTo>
                <a:lnTo>
                  <a:pt x="384564" y="2160469"/>
                </a:lnTo>
                <a:cubicBezTo>
                  <a:pt x="384878" y="2161045"/>
                  <a:pt x="384878" y="2161934"/>
                  <a:pt x="384564" y="2162510"/>
                </a:cubicBezTo>
                <a:lnTo>
                  <a:pt x="376402" y="2176636"/>
                </a:lnTo>
                <a:cubicBezTo>
                  <a:pt x="376088" y="2177160"/>
                  <a:pt x="375303" y="2177630"/>
                  <a:pt x="374675" y="2177630"/>
                </a:cubicBezTo>
                <a:lnTo>
                  <a:pt x="358403" y="2177630"/>
                </a:lnTo>
                <a:cubicBezTo>
                  <a:pt x="357775" y="2177630"/>
                  <a:pt x="356991" y="2177212"/>
                  <a:pt x="356677" y="2176636"/>
                </a:cubicBezTo>
                <a:lnTo>
                  <a:pt x="348514" y="2162510"/>
                </a:lnTo>
                <a:cubicBezTo>
                  <a:pt x="348201" y="2161934"/>
                  <a:pt x="348201" y="2161045"/>
                  <a:pt x="348514" y="2160469"/>
                </a:cubicBezTo>
                <a:lnTo>
                  <a:pt x="356677" y="2146342"/>
                </a:lnTo>
                <a:cubicBezTo>
                  <a:pt x="356991" y="2145819"/>
                  <a:pt x="357775" y="2145348"/>
                  <a:pt x="358403" y="2145348"/>
                </a:cubicBezTo>
                <a:close/>
                <a:moveTo>
                  <a:pt x="523479" y="2144773"/>
                </a:moveTo>
                <a:lnTo>
                  <a:pt x="540327" y="2144773"/>
                </a:lnTo>
                <a:cubicBezTo>
                  <a:pt x="540955" y="2144773"/>
                  <a:pt x="541792" y="2145244"/>
                  <a:pt x="542106" y="2145819"/>
                </a:cubicBezTo>
                <a:lnTo>
                  <a:pt x="550529" y="2160417"/>
                </a:lnTo>
                <a:cubicBezTo>
                  <a:pt x="550843" y="2160993"/>
                  <a:pt x="550843" y="2161935"/>
                  <a:pt x="550529" y="2162510"/>
                </a:cubicBezTo>
                <a:lnTo>
                  <a:pt x="542106" y="2177108"/>
                </a:lnTo>
                <a:cubicBezTo>
                  <a:pt x="541792" y="2177683"/>
                  <a:pt x="541007" y="2178154"/>
                  <a:pt x="540327" y="2178154"/>
                </a:cubicBezTo>
                <a:lnTo>
                  <a:pt x="523479" y="2178154"/>
                </a:lnTo>
                <a:cubicBezTo>
                  <a:pt x="522851" y="2178154"/>
                  <a:pt x="522014" y="2177683"/>
                  <a:pt x="521700" y="2177108"/>
                </a:cubicBezTo>
                <a:lnTo>
                  <a:pt x="513276" y="2162510"/>
                </a:lnTo>
                <a:cubicBezTo>
                  <a:pt x="512963" y="2161935"/>
                  <a:pt x="512963" y="2160993"/>
                  <a:pt x="513276" y="2160417"/>
                </a:cubicBezTo>
                <a:lnTo>
                  <a:pt x="521700" y="2145819"/>
                </a:lnTo>
                <a:cubicBezTo>
                  <a:pt x="522014" y="2145244"/>
                  <a:pt x="522799" y="2144773"/>
                  <a:pt x="523479" y="2144773"/>
                </a:cubicBezTo>
                <a:close/>
                <a:moveTo>
                  <a:pt x="1846016" y="2144720"/>
                </a:moveTo>
                <a:lnTo>
                  <a:pt x="1862915" y="2144720"/>
                </a:lnTo>
                <a:cubicBezTo>
                  <a:pt x="1863596" y="2144720"/>
                  <a:pt x="1864433" y="2145191"/>
                  <a:pt x="1864747" y="2145766"/>
                </a:cubicBezTo>
                <a:lnTo>
                  <a:pt x="1873171" y="2160417"/>
                </a:lnTo>
                <a:cubicBezTo>
                  <a:pt x="1873485" y="2160992"/>
                  <a:pt x="1873485" y="2161934"/>
                  <a:pt x="1873171" y="2162509"/>
                </a:cubicBezTo>
                <a:lnTo>
                  <a:pt x="1864747" y="2177159"/>
                </a:lnTo>
                <a:cubicBezTo>
                  <a:pt x="1864381" y="2177735"/>
                  <a:pt x="1863596" y="2178206"/>
                  <a:pt x="1862915" y="2178206"/>
                </a:cubicBezTo>
                <a:lnTo>
                  <a:pt x="1846016" y="2178206"/>
                </a:lnTo>
                <a:cubicBezTo>
                  <a:pt x="1845335" y="2178206"/>
                  <a:pt x="1844498" y="2177735"/>
                  <a:pt x="1844184" y="2177159"/>
                </a:cubicBezTo>
                <a:lnTo>
                  <a:pt x="1835760" y="2162509"/>
                </a:lnTo>
                <a:cubicBezTo>
                  <a:pt x="1835447" y="2161934"/>
                  <a:pt x="1835447" y="2160992"/>
                  <a:pt x="1835760" y="2160417"/>
                </a:cubicBezTo>
                <a:lnTo>
                  <a:pt x="1844184" y="2145766"/>
                </a:lnTo>
                <a:cubicBezTo>
                  <a:pt x="1844550" y="2145191"/>
                  <a:pt x="1845335" y="2144720"/>
                  <a:pt x="1846016" y="2144720"/>
                </a:cubicBezTo>
                <a:close/>
                <a:moveTo>
                  <a:pt x="2589873" y="2144668"/>
                </a:moveTo>
                <a:lnTo>
                  <a:pt x="2606877" y="2144668"/>
                </a:lnTo>
                <a:cubicBezTo>
                  <a:pt x="2607558" y="2144668"/>
                  <a:pt x="2608395" y="2145139"/>
                  <a:pt x="2608709" y="2145714"/>
                </a:cubicBezTo>
                <a:lnTo>
                  <a:pt x="2617185" y="2160417"/>
                </a:lnTo>
                <a:cubicBezTo>
                  <a:pt x="2617499" y="2160992"/>
                  <a:pt x="2617499" y="2161934"/>
                  <a:pt x="2617185" y="2162510"/>
                </a:cubicBezTo>
                <a:lnTo>
                  <a:pt x="2608709" y="2177212"/>
                </a:lnTo>
                <a:cubicBezTo>
                  <a:pt x="2608343" y="2177788"/>
                  <a:pt x="2607558" y="2178258"/>
                  <a:pt x="2606877" y="2178258"/>
                </a:cubicBezTo>
                <a:lnTo>
                  <a:pt x="2589873" y="2178258"/>
                </a:lnTo>
                <a:cubicBezTo>
                  <a:pt x="2589193" y="2178258"/>
                  <a:pt x="2588355" y="2177788"/>
                  <a:pt x="2588042" y="2177212"/>
                </a:cubicBezTo>
                <a:lnTo>
                  <a:pt x="2579566" y="2162510"/>
                </a:lnTo>
                <a:cubicBezTo>
                  <a:pt x="2579251" y="2161934"/>
                  <a:pt x="2579251" y="2160992"/>
                  <a:pt x="2579566" y="2160417"/>
                </a:cubicBezTo>
                <a:lnTo>
                  <a:pt x="2588042" y="2145714"/>
                </a:lnTo>
                <a:cubicBezTo>
                  <a:pt x="2588408" y="2145139"/>
                  <a:pt x="2589193" y="2144668"/>
                  <a:pt x="2589873" y="2144668"/>
                </a:cubicBezTo>
                <a:close/>
                <a:moveTo>
                  <a:pt x="1763295" y="2144668"/>
                </a:moveTo>
                <a:lnTo>
                  <a:pt x="1780300" y="2144668"/>
                </a:lnTo>
                <a:cubicBezTo>
                  <a:pt x="1780980" y="2144668"/>
                  <a:pt x="1781817" y="2145139"/>
                  <a:pt x="1782131" y="2145714"/>
                </a:cubicBezTo>
                <a:lnTo>
                  <a:pt x="1790607" y="2160417"/>
                </a:lnTo>
                <a:cubicBezTo>
                  <a:pt x="1790921" y="2160992"/>
                  <a:pt x="1790921" y="2161934"/>
                  <a:pt x="1790607" y="2162510"/>
                </a:cubicBezTo>
                <a:lnTo>
                  <a:pt x="1782131" y="2177212"/>
                </a:lnTo>
                <a:cubicBezTo>
                  <a:pt x="1781764" y="2177788"/>
                  <a:pt x="1780980" y="2178258"/>
                  <a:pt x="1780300" y="2178258"/>
                </a:cubicBezTo>
                <a:lnTo>
                  <a:pt x="1763295" y="2178258"/>
                </a:lnTo>
                <a:cubicBezTo>
                  <a:pt x="1762615" y="2178258"/>
                  <a:pt x="1761777" y="2177788"/>
                  <a:pt x="1761464" y="2177212"/>
                </a:cubicBezTo>
                <a:lnTo>
                  <a:pt x="1752987" y="2162510"/>
                </a:lnTo>
                <a:cubicBezTo>
                  <a:pt x="1752674" y="2161934"/>
                  <a:pt x="1752674" y="2160992"/>
                  <a:pt x="1752987" y="2160417"/>
                </a:cubicBezTo>
                <a:lnTo>
                  <a:pt x="1761464" y="2145714"/>
                </a:lnTo>
                <a:cubicBezTo>
                  <a:pt x="1761830" y="2145139"/>
                  <a:pt x="1762615" y="2144668"/>
                  <a:pt x="1763295" y="2144668"/>
                </a:cubicBezTo>
                <a:close/>
                <a:moveTo>
                  <a:pt x="440601" y="2144354"/>
                </a:moveTo>
                <a:lnTo>
                  <a:pt x="457920" y="2144354"/>
                </a:lnTo>
                <a:cubicBezTo>
                  <a:pt x="458600" y="2144354"/>
                  <a:pt x="459384" y="2144825"/>
                  <a:pt x="459751" y="2145400"/>
                </a:cubicBezTo>
                <a:lnTo>
                  <a:pt x="468384" y="2160364"/>
                </a:lnTo>
                <a:cubicBezTo>
                  <a:pt x="468750" y="2160940"/>
                  <a:pt x="468750" y="2161934"/>
                  <a:pt x="468384" y="2162510"/>
                </a:cubicBezTo>
                <a:lnTo>
                  <a:pt x="459751" y="2177474"/>
                </a:lnTo>
                <a:cubicBezTo>
                  <a:pt x="459437" y="2178049"/>
                  <a:pt x="458600" y="2178520"/>
                  <a:pt x="457920" y="2178520"/>
                </a:cubicBezTo>
                <a:lnTo>
                  <a:pt x="440601" y="2178520"/>
                </a:lnTo>
                <a:cubicBezTo>
                  <a:pt x="439921" y="2178520"/>
                  <a:pt x="439136" y="2178049"/>
                  <a:pt x="438770" y="2177474"/>
                </a:cubicBezTo>
                <a:lnTo>
                  <a:pt x="430136" y="2162510"/>
                </a:lnTo>
                <a:cubicBezTo>
                  <a:pt x="429771" y="2161934"/>
                  <a:pt x="429771" y="2160940"/>
                  <a:pt x="430136" y="2160364"/>
                </a:cubicBezTo>
                <a:lnTo>
                  <a:pt x="438770" y="2145400"/>
                </a:lnTo>
                <a:cubicBezTo>
                  <a:pt x="439084" y="2144825"/>
                  <a:pt x="439921" y="2144354"/>
                  <a:pt x="440601" y="2144354"/>
                </a:cubicBezTo>
                <a:close/>
                <a:moveTo>
                  <a:pt x="2424170" y="2143883"/>
                </a:moveTo>
                <a:lnTo>
                  <a:pt x="2441907" y="2143883"/>
                </a:lnTo>
                <a:cubicBezTo>
                  <a:pt x="2442587" y="2143883"/>
                  <a:pt x="2443425" y="2144354"/>
                  <a:pt x="2443791" y="2144982"/>
                </a:cubicBezTo>
                <a:lnTo>
                  <a:pt x="2452686" y="2160364"/>
                </a:lnTo>
                <a:cubicBezTo>
                  <a:pt x="2453052" y="2160992"/>
                  <a:pt x="2453052" y="2161934"/>
                  <a:pt x="2452686" y="2162562"/>
                </a:cubicBezTo>
                <a:lnTo>
                  <a:pt x="2443791" y="2177944"/>
                </a:lnTo>
                <a:cubicBezTo>
                  <a:pt x="2443477" y="2178572"/>
                  <a:pt x="2442587" y="2179043"/>
                  <a:pt x="2441907" y="2179043"/>
                </a:cubicBezTo>
                <a:lnTo>
                  <a:pt x="2424170" y="2179043"/>
                </a:lnTo>
                <a:cubicBezTo>
                  <a:pt x="2423490" y="2179043"/>
                  <a:pt x="2422653" y="2178572"/>
                  <a:pt x="2422286" y="2177944"/>
                </a:cubicBezTo>
                <a:lnTo>
                  <a:pt x="2413392" y="2162562"/>
                </a:lnTo>
                <a:cubicBezTo>
                  <a:pt x="2413025" y="2161934"/>
                  <a:pt x="2413025" y="2160992"/>
                  <a:pt x="2413392" y="2160364"/>
                </a:cubicBezTo>
                <a:lnTo>
                  <a:pt x="2422286" y="2144982"/>
                </a:lnTo>
                <a:cubicBezTo>
                  <a:pt x="2422601" y="2144354"/>
                  <a:pt x="2423490" y="2143883"/>
                  <a:pt x="2424170" y="2143883"/>
                </a:cubicBezTo>
                <a:close/>
                <a:moveTo>
                  <a:pt x="2506316" y="2142889"/>
                </a:moveTo>
                <a:lnTo>
                  <a:pt x="2525046" y="2142889"/>
                </a:lnTo>
                <a:cubicBezTo>
                  <a:pt x="2525779" y="2142889"/>
                  <a:pt x="2526669" y="2143412"/>
                  <a:pt x="2527035" y="2144040"/>
                </a:cubicBezTo>
                <a:lnTo>
                  <a:pt x="2536401" y="2160260"/>
                </a:lnTo>
                <a:cubicBezTo>
                  <a:pt x="2536766" y="2160888"/>
                  <a:pt x="2536766" y="2161934"/>
                  <a:pt x="2536401" y="2162562"/>
                </a:cubicBezTo>
                <a:lnTo>
                  <a:pt x="2527035" y="2178782"/>
                </a:lnTo>
                <a:cubicBezTo>
                  <a:pt x="2526669" y="2179409"/>
                  <a:pt x="2525779" y="2179933"/>
                  <a:pt x="2525046" y="2179933"/>
                </a:cubicBezTo>
                <a:lnTo>
                  <a:pt x="2506316" y="2179933"/>
                </a:lnTo>
                <a:cubicBezTo>
                  <a:pt x="2505583" y="2179933"/>
                  <a:pt x="2504693" y="2179409"/>
                  <a:pt x="2504327" y="2178782"/>
                </a:cubicBezTo>
                <a:lnTo>
                  <a:pt x="2494961" y="2162562"/>
                </a:lnTo>
                <a:cubicBezTo>
                  <a:pt x="2494596" y="2161934"/>
                  <a:pt x="2494596" y="2160888"/>
                  <a:pt x="2494961" y="2160260"/>
                </a:cubicBezTo>
                <a:lnTo>
                  <a:pt x="2504327" y="2144040"/>
                </a:lnTo>
                <a:cubicBezTo>
                  <a:pt x="2504693" y="2143412"/>
                  <a:pt x="2505583" y="2142889"/>
                  <a:pt x="2506316" y="2142889"/>
                </a:cubicBezTo>
                <a:close/>
                <a:moveTo>
                  <a:pt x="1927689" y="2142837"/>
                </a:moveTo>
                <a:lnTo>
                  <a:pt x="1946525" y="2142837"/>
                </a:lnTo>
                <a:cubicBezTo>
                  <a:pt x="1947310" y="2142837"/>
                  <a:pt x="1948199" y="2143360"/>
                  <a:pt x="1948566" y="2143988"/>
                </a:cubicBezTo>
                <a:lnTo>
                  <a:pt x="1957983" y="2160312"/>
                </a:lnTo>
                <a:cubicBezTo>
                  <a:pt x="1958350" y="2160993"/>
                  <a:pt x="1958350" y="2162039"/>
                  <a:pt x="1957983" y="2162667"/>
                </a:cubicBezTo>
                <a:lnTo>
                  <a:pt x="1948566" y="2178991"/>
                </a:lnTo>
                <a:cubicBezTo>
                  <a:pt x="1948199" y="2179619"/>
                  <a:pt x="1947257" y="2180142"/>
                  <a:pt x="1946525" y="2180142"/>
                </a:cubicBezTo>
                <a:lnTo>
                  <a:pt x="1927689" y="2180142"/>
                </a:lnTo>
                <a:cubicBezTo>
                  <a:pt x="1926904" y="2180142"/>
                  <a:pt x="1926015" y="2179619"/>
                  <a:pt x="1925649" y="2178991"/>
                </a:cubicBezTo>
                <a:lnTo>
                  <a:pt x="1916231" y="2162667"/>
                </a:lnTo>
                <a:cubicBezTo>
                  <a:pt x="1915864" y="2161987"/>
                  <a:pt x="1915864" y="2160940"/>
                  <a:pt x="1916231" y="2160312"/>
                </a:cubicBezTo>
                <a:lnTo>
                  <a:pt x="1925649" y="2143988"/>
                </a:lnTo>
                <a:cubicBezTo>
                  <a:pt x="1926015" y="2143360"/>
                  <a:pt x="1926957" y="2142837"/>
                  <a:pt x="1927689" y="2142837"/>
                </a:cubicBezTo>
                <a:close/>
                <a:moveTo>
                  <a:pt x="2175014" y="2141581"/>
                </a:moveTo>
                <a:lnTo>
                  <a:pt x="2195106" y="2141581"/>
                </a:lnTo>
                <a:cubicBezTo>
                  <a:pt x="2195891" y="2141581"/>
                  <a:pt x="2196833" y="2142156"/>
                  <a:pt x="2197251" y="2142837"/>
                </a:cubicBezTo>
                <a:lnTo>
                  <a:pt x="2207297" y="2160208"/>
                </a:lnTo>
                <a:cubicBezTo>
                  <a:pt x="2207716" y="2160888"/>
                  <a:pt x="2207716" y="2161986"/>
                  <a:pt x="2207297" y="2162667"/>
                </a:cubicBezTo>
                <a:lnTo>
                  <a:pt x="2197251" y="2180038"/>
                </a:lnTo>
                <a:cubicBezTo>
                  <a:pt x="2196885" y="2180718"/>
                  <a:pt x="2195891" y="2181293"/>
                  <a:pt x="2195106" y="2181293"/>
                </a:cubicBezTo>
                <a:lnTo>
                  <a:pt x="2175014" y="2181293"/>
                </a:lnTo>
                <a:cubicBezTo>
                  <a:pt x="2174230" y="2181293"/>
                  <a:pt x="2173288" y="2180718"/>
                  <a:pt x="2172870" y="2180038"/>
                </a:cubicBezTo>
                <a:lnTo>
                  <a:pt x="2162824" y="2162667"/>
                </a:lnTo>
                <a:cubicBezTo>
                  <a:pt x="2162405" y="2161986"/>
                  <a:pt x="2162405" y="2160888"/>
                  <a:pt x="2162824" y="2160208"/>
                </a:cubicBezTo>
                <a:lnTo>
                  <a:pt x="2172870" y="2142837"/>
                </a:lnTo>
                <a:cubicBezTo>
                  <a:pt x="2173236" y="2142156"/>
                  <a:pt x="2174230" y="2141581"/>
                  <a:pt x="2175014" y="2141581"/>
                </a:cubicBezTo>
                <a:close/>
                <a:moveTo>
                  <a:pt x="2257055" y="2140325"/>
                </a:moveTo>
                <a:lnTo>
                  <a:pt x="2278454" y="2140325"/>
                </a:lnTo>
                <a:cubicBezTo>
                  <a:pt x="2279292" y="2140325"/>
                  <a:pt x="2280338" y="2140901"/>
                  <a:pt x="2280757" y="2141633"/>
                </a:cubicBezTo>
                <a:lnTo>
                  <a:pt x="2291430" y="2160155"/>
                </a:lnTo>
                <a:cubicBezTo>
                  <a:pt x="2291849" y="2160888"/>
                  <a:pt x="2291849" y="2162091"/>
                  <a:pt x="2291430" y="2162823"/>
                </a:cubicBezTo>
                <a:lnTo>
                  <a:pt x="2280757" y="2181345"/>
                </a:lnTo>
                <a:cubicBezTo>
                  <a:pt x="2280338" y="2182078"/>
                  <a:pt x="2279292" y="2182653"/>
                  <a:pt x="2278454" y="2182653"/>
                </a:cubicBezTo>
                <a:lnTo>
                  <a:pt x="2257055" y="2182653"/>
                </a:lnTo>
                <a:cubicBezTo>
                  <a:pt x="2256218" y="2182653"/>
                  <a:pt x="2255171" y="2182078"/>
                  <a:pt x="2254752" y="2181345"/>
                </a:cubicBezTo>
                <a:lnTo>
                  <a:pt x="2244079" y="2162823"/>
                </a:lnTo>
                <a:cubicBezTo>
                  <a:pt x="2243660" y="2162091"/>
                  <a:pt x="2243660" y="2160888"/>
                  <a:pt x="2244079" y="2160155"/>
                </a:cubicBezTo>
                <a:lnTo>
                  <a:pt x="2254752" y="2141633"/>
                </a:lnTo>
                <a:cubicBezTo>
                  <a:pt x="2255171" y="2140901"/>
                  <a:pt x="2256218" y="2140325"/>
                  <a:pt x="2257055" y="2140325"/>
                </a:cubicBezTo>
                <a:close/>
                <a:moveTo>
                  <a:pt x="103859" y="2132215"/>
                </a:moveTo>
                <a:lnTo>
                  <a:pt x="133421" y="2132215"/>
                </a:lnTo>
                <a:cubicBezTo>
                  <a:pt x="134572" y="2132215"/>
                  <a:pt x="135985" y="2133052"/>
                  <a:pt x="136560" y="2134046"/>
                </a:cubicBezTo>
                <a:lnTo>
                  <a:pt x="151315" y="2159632"/>
                </a:lnTo>
                <a:cubicBezTo>
                  <a:pt x="151890" y="2160626"/>
                  <a:pt x="151890" y="2162300"/>
                  <a:pt x="151315" y="2163294"/>
                </a:cubicBezTo>
                <a:lnTo>
                  <a:pt x="136560" y="2188880"/>
                </a:lnTo>
                <a:cubicBezTo>
                  <a:pt x="135985" y="2189873"/>
                  <a:pt x="134572" y="2190711"/>
                  <a:pt x="133421" y="2190711"/>
                </a:cubicBezTo>
                <a:lnTo>
                  <a:pt x="103859" y="2190711"/>
                </a:lnTo>
                <a:cubicBezTo>
                  <a:pt x="102656" y="2190711"/>
                  <a:pt x="101243" y="2189873"/>
                  <a:pt x="100667" y="2188880"/>
                </a:cubicBezTo>
                <a:lnTo>
                  <a:pt x="85913" y="2163294"/>
                </a:lnTo>
                <a:cubicBezTo>
                  <a:pt x="85337" y="2162300"/>
                  <a:pt x="85337" y="2160626"/>
                  <a:pt x="85913" y="2159632"/>
                </a:cubicBezTo>
                <a:lnTo>
                  <a:pt x="100667" y="2134046"/>
                </a:lnTo>
                <a:cubicBezTo>
                  <a:pt x="101295" y="2133052"/>
                  <a:pt x="102708" y="2132215"/>
                  <a:pt x="103859" y="2132215"/>
                </a:cubicBezTo>
                <a:close/>
                <a:moveTo>
                  <a:pt x="35422" y="2077749"/>
                </a:moveTo>
                <a:lnTo>
                  <a:pt x="36468" y="2077749"/>
                </a:lnTo>
                <a:cubicBezTo>
                  <a:pt x="36521" y="2077749"/>
                  <a:pt x="36573" y="2077801"/>
                  <a:pt x="36573" y="2077801"/>
                </a:cubicBezTo>
                <a:lnTo>
                  <a:pt x="37096" y="2078743"/>
                </a:lnTo>
                <a:cubicBezTo>
                  <a:pt x="37096" y="2078795"/>
                  <a:pt x="37096" y="2078900"/>
                  <a:pt x="37096" y="2078900"/>
                </a:cubicBezTo>
                <a:lnTo>
                  <a:pt x="36573" y="2079842"/>
                </a:lnTo>
                <a:cubicBezTo>
                  <a:pt x="36573" y="2079894"/>
                  <a:pt x="36468" y="2079894"/>
                  <a:pt x="36468" y="2079894"/>
                </a:cubicBezTo>
                <a:lnTo>
                  <a:pt x="35422" y="2079894"/>
                </a:lnTo>
                <a:cubicBezTo>
                  <a:pt x="35370" y="2079894"/>
                  <a:pt x="35317" y="2079842"/>
                  <a:pt x="35317" y="2079842"/>
                </a:cubicBezTo>
                <a:lnTo>
                  <a:pt x="34794" y="2078900"/>
                </a:lnTo>
                <a:cubicBezTo>
                  <a:pt x="34794" y="2078848"/>
                  <a:pt x="34794" y="2078743"/>
                  <a:pt x="34794" y="2078743"/>
                </a:cubicBezTo>
                <a:lnTo>
                  <a:pt x="35317" y="2077801"/>
                </a:lnTo>
                <a:cubicBezTo>
                  <a:pt x="35317" y="2077749"/>
                  <a:pt x="35422" y="2077749"/>
                  <a:pt x="35422" y="2077749"/>
                </a:cubicBezTo>
                <a:close/>
                <a:moveTo>
                  <a:pt x="2101188" y="2076388"/>
                </a:moveTo>
                <a:lnTo>
                  <a:pt x="2103595" y="2076388"/>
                </a:lnTo>
                <a:cubicBezTo>
                  <a:pt x="2103700" y="2076388"/>
                  <a:pt x="2103857" y="2076545"/>
                  <a:pt x="2103857" y="2076545"/>
                </a:cubicBezTo>
                <a:lnTo>
                  <a:pt x="2105060" y="2078638"/>
                </a:lnTo>
                <a:cubicBezTo>
                  <a:pt x="2105060" y="2078742"/>
                  <a:pt x="2105060" y="2078952"/>
                  <a:pt x="2105060" y="2078952"/>
                </a:cubicBezTo>
                <a:lnTo>
                  <a:pt x="2103857" y="2081045"/>
                </a:lnTo>
                <a:cubicBezTo>
                  <a:pt x="2103804" y="2081149"/>
                  <a:pt x="2103595" y="2081202"/>
                  <a:pt x="2103595" y="2081202"/>
                </a:cubicBezTo>
                <a:lnTo>
                  <a:pt x="2101188" y="2081202"/>
                </a:lnTo>
                <a:cubicBezTo>
                  <a:pt x="2101083" y="2081202"/>
                  <a:pt x="2100927" y="2081045"/>
                  <a:pt x="2100927" y="2081045"/>
                </a:cubicBezTo>
                <a:lnTo>
                  <a:pt x="2099723" y="2078952"/>
                </a:lnTo>
                <a:cubicBezTo>
                  <a:pt x="2099723" y="2078847"/>
                  <a:pt x="2099723" y="2078638"/>
                  <a:pt x="2099723" y="2078638"/>
                </a:cubicBezTo>
                <a:lnTo>
                  <a:pt x="2100927" y="2076545"/>
                </a:lnTo>
                <a:cubicBezTo>
                  <a:pt x="2100979" y="2076440"/>
                  <a:pt x="2101188" y="2076388"/>
                  <a:pt x="2101188" y="2076388"/>
                </a:cubicBezTo>
                <a:close/>
                <a:moveTo>
                  <a:pt x="2761489" y="2074452"/>
                </a:moveTo>
                <a:lnTo>
                  <a:pt x="2765884" y="2074452"/>
                </a:lnTo>
                <a:cubicBezTo>
                  <a:pt x="2766041" y="2074452"/>
                  <a:pt x="2766355" y="2074714"/>
                  <a:pt x="2766355" y="2074714"/>
                </a:cubicBezTo>
                <a:lnTo>
                  <a:pt x="2768552" y="2078533"/>
                </a:lnTo>
                <a:cubicBezTo>
                  <a:pt x="2768657" y="2078638"/>
                  <a:pt x="2768552" y="2079056"/>
                  <a:pt x="2768552" y="2079056"/>
                </a:cubicBezTo>
                <a:lnTo>
                  <a:pt x="2766355" y="2082876"/>
                </a:lnTo>
                <a:cubicBezTo>
                  <a:pt x="2766250" y="2083033"/>
                  <a:pt x="2765884" y="2083137"/>
                  <a:pt x="2765884" y="2083137"/>
                </a:cubicBezTo>
                <a:lnTo>
                  <a:pt x="2761489" y="2083137"/>
                </a:lnTo>
                <a:cubicBezTo>
                  <a:pt x="2761332" y="2083137"/>
                  <a:pt x="2761018" y="2082876"/>
                  <a:pt x="2761018" y="2082876"/>
                </a:cubicBezTo>
                <a:lnTo>
                  <a:pt x="2758821" y="2079056"/>
                </a:lnTo>
                <a:cubicBezTo>
                  <a:pt x="2758716" y="2078952"/>
                  <a:pt x="2758821" y="2078533"/>
                  <a:pt x="2758821" y="2078533"/>
                </a:cubicBezTo>
                <a:lnTo>
                  <a:pt x="2761018" y="2074714"/>
                </a:lnTo>
                <a:cubicBezTo>
                  <a:pt x="2761122" y="2074557"/>
                  <a:pt x="2761489" y="2074452"/>
                  <a:pt x="2761489" y="2074452"/>
                </a:cubicBezTo>
                <a:close/>
                <a:moveTo>
                  <a:pt x="1107808" y="2073511"/>
                </a:moveTo>
                <a:lnTo>
                  <a:pt x="1113197" y="2073511"/>
                </a:lnTo>
                <a:cubicBezTo>
                  <a:pt x="1113406" y="2073511"/>
                  <a:pt x="1113772" y="2073825"/>
                  <a:pt x="1113772" y="2073825"/>
                </a:cubicBezTo>
                <a:lnTo>
                  <a:pt x="1116493" y="2078482"/>
                </a:lnTo>
                <a:cubicBezTo>
                  <a:pt x="1116598" y="2078691"/>
                  <a:pt x="1116493" y="2079162"/>
                  <a:pt x="1116493" y="2079162"/>
                </a:cubicBezTo>
                <a:lnTo>
                  <a:pt x="1113772" y="2083818"/>
                </a:lnTo>
                <a:cubicBezTo>
                  <a:pt x="1113668" y="2083975"/>
                  <a:pt x="1113197" y="2084132"/>
                  <a:pt x="1113197" y="2084132"/>
                </a:cubicBezTo>
                <a:lnTo>
                  <a:pt x="1107808" y="2084132"/>
                </a:lnTo>
                <a:cubicBezTo>
                  <a:pt x="1107599" y="2084132"/>
                  <a:pt x="1107232" y="2083818"/>
                  <a:pt x="1107232" y="2083818"/>
                </a:cubicBezTo>
                <a:lnTo>
                  <a:pt x="1104511" y="2079162"/>
                </a:lnTo>
                <a:cubicBezTo>
                  <a:pt x="1104407" y="2078953"/>
                  <a:pt x="1104511" y="2078482"/>
                  <a:pt x="1104511" y="2078482"/>
                </a:cubicBezTo>
                <a:lnTo>
                  <a:pt x="1107232" y="2073825"/>
                </a:lnTo>
                <a:cubicBezTo>
                  <a:pt x="1107337" y="2073668"/>
                  <a:pt x="1107808" y="2073511"/>
                  <a:pt x="1107808" y="2073511"/>
                </a:cubicBezTo>
                <a:close/>
                <a:moveTo>
                  <a:pt x="1024303" y="2071732"/>
                </a:moveTo>
                <a:lnTo>
                  <a:pt x="1031471" y="2071732"/>
                </a:lnTo>
                <a:cubicBezTo>
                  <a:pt x="1031785" y="2071732"/>
                  <a:pt x="1032255" y="2072151"/>
                  <a:pt x="1032255" y="2072151"/>
                </a:cubicBezTo>
                <a:lnTo>
                  <a:pt x="1035813" y="2078377"/>
                </a:lnTo>
                <a:cubicBezTo>
                  <a:pt x="1035970" y="2078639"/>
                  <a:pt x="1035813" y="2079266"/>
                  <a:pt x="1035813" y="2079266"/>
                </a:cubicBezTo>
                <a:lnTo>
                  <a:pt x="1032255" y="2085493"/>
                </a:lnTo>
                <a:cubicBezTo>
                  <a:pt x="1032099" y="2085702"/>
                  <a:pt x="1031732" y="2085911"/>
                  <a:pt x="1031471" y="2085911"/>
                </a:cubicBezTo>
                <a:lnTo>
                  <a:pt x="1024303" y="2085911"/>
                </a:lnTo>
                <a:cubicBezTo>
                  <a:pt x="1023988" y="2085911"/>
                  <a:pt x="1023518" y="2085493"/>
                  <a:pt x="1023518" y="2085493"/>
                </a:cubicBezTo>
                <a:lnTo>
                  <a:pt x="1019960" y="2079266"/>
                </a:lnTo>
                <a:cubicBezTo>
                  <a:pt x="1019803" y="2079005"/>
                  <a:pt x="1019960" y="2078377"/>
                  <a:pt x="1019960" y="2078377"/>
                </a:cubicBezTo>
                <a:lnTo>
                  <a:pt x="1023518" y="2072151"/>
                </a:lnTo>
                <a:cubicBezTo>
                  <a:pt x="1023674" y="2071941"/>
                  <a:pt x="1024041" y="2071732"/>
                  <a:pt x="1024303" y="2071732"/>
                </a:cubicBezTo>
                <a:close/>
                <a:moveTo>
                  <a:pt x="2674896" y="2066761"/>
                </a:moveTo>
                <a:lnTo>
                  <a:pt x="2687087" y="2066761"/>
                </a:lnTo>
                <a:cubicBezTo>
                  <a:pt x="2687558" y="2066761"/>
                  <a:pt x="2688133" y="2067075"/>
                  <a:pt x="2688395" y="2067494"/>
                </a:cubicBezTo>
                <a:lnTo>
                  <a:pt x="2694516" y="2078063"/>
                </a:lnTo>
                <a:cubicBezTo>
                  <a:pt x="2694778" y="2078481"/>
                  <a:pt x="2694778" y="2079161"/>
                  <a:pt x="2694516" y="2079580"/>
                </a:cubicBezTo>
                <a:lnTo>
                  <a:pt x="2688395" y="2090149"/>
                </a:lnTo>
                <a:cubicBezTo>
                  <a:pt x="2688133" y="2090567"/>
                  <a:pt x="2687558" y="2090881"/>
                  <a:pt x="2687087" y="2090881"/>
                </a:cubicBezTo>
                <a:lnTo>
                  <a:pt x="2674896" y="2090881"/>
                </a:lnTo>
                <a:cubicBezTo>
                  <a:pt x="2674425" y="2090881"/>
                  <a:pt x="2673850" y="2090567"/>
                  <a:pt x="2673588" y="2090149"/>
                </a:cubicBezTo>
                <a:lnTo>
                  <a:pt x="2667466" y="2079580"/>
                </a:lnTo>
                <a:cubicBezTo>
                  <a:pt x="2667205" y="2079161"/>
                  <a:pt x="2667205" y="2078481"/>
                  <a:pt x="2667466" y="2078063"/>
                </a:cubicBezTo>
                <a:lnTo>
                  <a:pt x="2673588" y="2067494"/>
                </a:lnTo>
                <a:cubicBezTo>
                  <a:pt x="2673850" y="2067075"/>
                  <a:pt x="2674425" y="2066761"/>
                  <a:pt x="2674896" y="2066761"/>
                </a:cubicBezTo>
                <a:close/>
                <a:moveTo>
                  <a:pt x="1269587" y="2066395"/>
                </a:moveTo>
                <a:lnTo>
                  <a:pt x="1282144" y="2066395"/>
                </a:lnTo>
                <a:cubicBezTo>
                  <a:pt x="1282667" y="2066395"/>
                  <a:pt x="1283243" y="2066761"/>
                  <a:pt x="1283505" y="2067180"/>
                </a:cubicBezTo>
                <a:lnTo>
                  <a:pt x="1289783" y="2078063"/>
                </a:lnTo>
                <a:cubicBezTo>
                  <a:pt x="1290045" y="2078534"/>
                  <a:pt x="1290045" y="2079214"/>
                  <a:pt x="1289783" y="2079632"/>
                </a:cubicBezTo>
                <a:lnTo>
                  <a:pt x="1283505" y="2090515"/>
                </a:lnTo>
                <a:cubicBezTo>
                  <a:pt x="1283243" y="2090934"/>
                  <a:pt x="1282615" y="2091300"/>
                  <a:pt x="1282144" y="2091300"/>
                </a:cubicBezTo>
                <a:lnTo>
                  <a:pt x="1269587" y="2091300"/>
                </a:lnTo>
                <a:cubicBezTo>
                  <a:pt x="1269064" y="2091300"/>
                  <a:pt x="1268488" y="2090934"/>
                  <a:pt x="1268227" y="2090515"/>
                </a:cubicBezTo>
                <a:lnTo>
                  <a:pt x="1261948" y="2079632"/>
                </a:lnTo>
                <a:cubicBezTo>
                  <a:pt x="1261687" y="2079162"/>
                  <a:pt x="1261687" y="2078481"/>
                  <a:pt x="1261948" y="2078063"/>
                </a:cubicBezTo>
                <a:lnTo>
                  <a:pt x="1268227" y="2067180"/>
                </a:lnTo>
                <a:cubicBezTo>
                  <a:pt x="1268488" y="2066761"/>
                  <a:pt x="1269116" y="2066395"/>
                  <a:pt x="1269587" y="2066395"/>
                </a:cubicBezTo>
                <a:close/>
                <a:moveTo>
                  <a:pt x="1186918" y="2066395"/>
                </a:moveTo>
                <a:lnTo>
                  <a:pt x="1199423" y="2066395"/>
                </a:lnTo>
                <a:cubicBezTo>
                  <a:pt x="1199946" y="2066395"/>
                  <a:pt x="1200522" y="2066761"/>
                  <a:pt x="1200783" y="2067180"/>
                </a:cubicBezTo>
                <a:lnTo>
                  <a:pt x="1207010" y="2078010"/>
                </a:lnTo>
                <a:cubicBezTo>
                  <a:pt x="1207271" y="2078481"/>
                  <a:pt x="1207271" y="2079162"/>
                  <a:pt x="1207010" y="2079580"/>
                </a:cubicBezTo>
                <a:lnTo>
                  <a:pt x="1200783" y="2090411"/>
                </a:lnTo>
                <a:cubicBezTo>
                  <a:pt x="1200522" y="2090829"/>
                  <a:pt x="1199894" y="2091195"/>
                  <a:pt x="1199423" y="2091195"/>
                </a:cubicBezTo>
                <a:lnTo>
                  <a:pt x="1186918" y="2091195"/>
                </a:lnTo>
                <a:cubicBezTo>
                  <a:pt x="1186395" y="2091195"/>
                  <a:pt x="1185819" y="2090829"/>
                  <a:pt x="1185557" y="2090411"/>
                </a:cubicBezTo>
                <a:lnTo>
                  <a:pt x="1179331" y="2079580"/>
                </a:lnTo>
                <a:cubicBezTo>
                  <a:pt x="1179070" y="2079109"/>
                  <a:pt x="1179070" y="2078429"/>
                  <a:pt x="1179331" y="2078010"/>
                </a:cubicBezTo>
                <a:lnTo>
                  <a:pt x="1185557" y="2067180"/>
                </a:lnTo>
                <a:cubicBezTo>
                  <a:pt x="1185819" y="2066761"/>
                  <a:pt x="1186447" y="2066395"/>
                  <a:pt x="1186918" y="2066395"/>
                </a:cubicBezTo>
                <a:close/>
                <a:moveTo>
                  <a:pt x="938809" y="2066185"/>
                </a:moveTo>
                <a:lnTo>
                  <a:pt x="951575" y="2066185"/>
                </a:lnTo>
                <a:cubicBezTo>
                  <a:pt x="952046" y="2066185"/>
                  <a:pt x="952674" y="2066551"/>
                  <a:pt x="952936" y="2066970"/>
                </a:cubicBezTo>
                <a:lnTo>
                  <a:pt x="959319" y="2078010"/>
                </a:lnTo>
                <a:cubicBezTo>
                  <a:pt x="959580" y="2078428"/>
                  <a:pt x="959580" y="2079161"/>
                  <a:pt x="959319" y="2079579"/>
                </a:cubicBezTo>
                <a:lnTo>
                  <a:pt x="952936" y="2090619"/>
                </a:lnTo>
                <a:cubicBezTo>
                  <a:pt x="952674" y="2091038"/>
                  <a:pt x="952099" y="2091404"/>
                  <a:pt x="951575" y="2091404"/>
                </a:cubicBezTo>
                <a:lnTo>
                  <a:pt x="938809" y="2091404"/>
                </a:lnTo>
                <a:cubicBezTo>
                  <a:pt x="938338" y="2091404"/>
                  <a:pt x="937710" y="2091038"/>
                  <a:pt x="937448" y="2090619"/>
                </a:cubicBezTo>
                <a:lnTo>
                  <a:pt x="931065" y="2079579"/>
                </a:lnTo>
                <a:cubicBezTo>
                  <a:pt x="930804" y="2079161"/>
                  <a:pt x="930804" y="2078428"/>
                  <a:pt x="931065" y="2078010"/>
                </a:cubicBezTo>
                <a:lnTo>
                  <a:pt x="937448" y="2066970"/>
                </a:lnTo>
                <a:cubicBezTo>
                  <a:pt x="937710" y="2066551"/>
                  <a:pt x="938286" y="2066185"/>
                  <a:pt x="938809" y="2066185"/>
                </a:cubicBezTo>
                <a:close/>
                <a:moveTo>
                  <a:pt x="1434505" y="2065662"/>
                </a:moveTo>
                <a:lnTo>
                  <a:pt x="1447742" y="2065662"/>
                </a:lnTo>
                <a:cubicBezTo>
                  <a:pt x="1448265" y="2065662"/>
                  <a:pt x="1448893" y="2066028"/>
                  <a:pt x="1449155" y="2066499"/>
                </a:cubicBezTo>
                <a:lnTo>
                  <a:pt x="1455800" y="2077958"/>
                </a:lnTo>
                <a:cubicBezTo>
                  <a:pt x="1456061" y="2078376"/>
                  <a:pt x="1456061" y="2079109"/>
                  <a:pt x="1455800" y="2079580"/>
                </a:cubicBezTo>
                <a:lnTo>
                  <a:pt x="1449155" y="2091038"/>
                </a:lnTo>
                <a:cubicBezTo>
                  <a:pt x="1448893" y="2091509"/>
                  <a:pt x="1448265" y="2091875"/>
                  <a:pt x="1447742" y="2091875"/>
                </a:cubicBezTo>
                <a:lnTo>
                  <a:pt x="1434505" y="2091875"/>
                </a:lnTo>
                <a:cubicBezTo>
                  <a:pt x="1433982" y="2091875"/>
                  <a:pt x="1433354" y="2091509"/>
                  <a:pt x="1433092" y="2091038"/>
                </a:cubicBezTo>
                <a:lnTo>
                  <a:pt x="1426447" y="2079580"/>
                </a:lnTo>
                <a:cubicBezTo>
                  <a:pt x="1426186" y="2079161"/>
                  <a:pt x="1426186" y="2078429"/>
                  <a:pt x="1426447" y="2077958"/>
                </a:cubicBezTo>
                <a:lnTo>
                  <a:pt x="1433092" y="2066499"/>
                </a:lnTo>
                <a:cubicBezTo>
                  <a:pt x="1433354" y="2066028"/>
                  <a:pt x="1433982" y="2065662"/>
                  <a:pt x="1434505" y="2065662"/>
                </a:cubicBezTo>
                <a:close/>
                <a:moveTo>
                  <a:pt x="1516963" y="2065296"/>
                </a:moveTo>
                <a:lnTo>
                  <a:pt x="1530619" y="2065296"/>
                </a:lnTo>
                <a:cubicBezTo>
                  <a:pt x="1531143" y="2065296"/>
                  <a:pt x="1531823" y="2065662"/>
                  <a:pt x="1532085" y="2066133"/>
                </a:cubicBezTo>
                <a:lnTo>
                  <a:pt x="1538939" y="2077958"/>
                </a:lnTo>
                <a:cubicBezTo>
                  <a:pt x="1539200" y="2078429"/>
                  <a:pt x="1539200" y="2079161"/>
                  <a:pt x="1538939" y="2079632"/>
                </a:cubicBezTo>
                <a:lnTo>
                  <a:pt x="1532085" y="2091457"/>
                </a:lnTo>
                <a:cubicBezTo>
                  <a:pt x="1531823" y="2091928"/>
                  <a:pt x="1531143" y="2092294"/>
                  <a:pt x="1530619" y="2092294"/>
                </a:cubicBezTo>
                <a:lnTo>
                  <a:pt x="1516963" y="2092294"/>
                </a:lnTo>
                <a:cubicBezTo>
                  <a:pt x="1516440" y="2092294"/>
                  <a:pt x="1515760" y="2091928"/>
                  <a:pt x="1515498" y="2091457"/>
                </a:cubicBezTo>
                <a:lnTo>
                  <a:pt x="1508644" y="2079632"/>
                </a:lnTo>
                <a:cubicBezTo>
                  <a:pt x="1508383" y="2079161"/>
                  <a:pt x="1508383" y="2078429"/>
                  <a:pt x="1508644" y="2077958"/>
                </a:cubicBezTo>
                <a:lnTo>
                  <a:pt x="1515498" y="2066133"/>
                </a:lnTo>
                <a:cubicBezTo>
                  <a:pt x="1515760" y="2065662"/>
                  <a:pt x="1516440" y="2065296"/>
                  <a:pt x="1516963" y="2065296"/>
                </a:cubicBezTo>
                <a:close/>
                <a:moveTo>
                  <a:pt x="1351679" y="2065296"/>
                </a:moveTo>
                <a:lnTo>
                  <a:pt x="1365335" y="2065296"/>
                </a:lnTo>
                <a:cubicBezTo>
                  <a:pt x="1365858" y="2065296"/>
                  <a:pt x="1366539" y="2065662"/>
                  <a:pt x="1366800" y="2066133"/>
                </a:cubicBezTo>
                <a:lnTo>
                  <a:pt x="1373654" y="2077958"/>
                </a:lnTo>
                <a:cubicBezTo>
                  <a:pt x="1373916" y="2078429"/>
                  <a:pt x="1373916" y="2079161"/>
                  <a:pt x="1373654" y="2079632"/>
                </a:cubicBezTo>
                <a:lnTo>
                  <a:pt x="1366800" y="2091457"/>
                </a:lnTo>
                <a:cubicBezTo>
                  <a:pt x="1366539" y="2091928"/>
                  <a:pt x="1365858" y="2092294"/>
                  <a:pt x="1365335" y="2092294"/>
                </a:cubicBezTo>
                <a:lnTo>
                  <a:pt x="1351679" y="2092294"/>
                </a:lnTo>
                <a:cubicBezTo>
                  <a:pt x="1351156" y="2092294"/>
                  <a:pt x="1350476" y="2091928"/>
                  <a:pt x="1350214" y="2091457"/>
                </a:cubicBezTo>
                <a:lnTo>
                  <a:pt x="1343360" y="2079632"/>
                </a:lnTo>
                <a:cubicBezTo>
                  <a:pt x="1343099" y="2079161"/>
                  <a:pt x="1343099" y="2078429"/>
                  <a:pt x="1343360" y="2077958"/>
                </a:cubicBezTo>
                <a:lnTo>
                  <a:pt x="1350214" y="2066133"/>
                </a:lnTo>
                <a:cubicBezTo>
                  <a:pt x="1350476" y="2065662"/>
                  <a:pt x="1351156" y="2065296"/>
                  <a:pt x="1351679" y="2065296"/>
                </a:cubicBezTo>
                <a:close/>
                <a:moveTo>
                  <a:pt x="194323" y="2065087"/>
                </a:moveTo>
                <a:lnTo>
                  <a:pt x="208188" y="2065087"/>
                </a:lnTo>
                <a:cubicBezTo>
                  <a:pt x="208711" y="2065087"/>
                  <a:pt x="209392" y="2065453"/>
                  <a:pt x="209653" y="2065924"/>
                </a:cubicBezTo>
                <a:lnTo>
                  <a:pt x="216560" y="2077906"/>
                </a:lnTo>
                <a:cubicBezTo>
                  <a:pt x="216821" y="2078377"/>
                  <a:pt x="216821" y="2079162"/>
                  <a:pt x="216560" y="2079632"/>
                </a:cubicBezTo>
                <a:lnTo>
                  <a:pt x="209653" y="2091614"/>
                </a:lnTo>
                <a:cubicBezTo>
                  <a:pt x="209392" y="2092085"/>
                  <a:pt x="208711" y="2092451"/>
                  <a:pt x="208188" y="2092451"/>
                </a:cubicBezTo>
                <a:lnTo>
                  <a:pt x="194323" y="2092451"/>
                </a:lnTo>
                <a:cubicBezTo>
                  <a:pt x="193799" y="2092451"/>
                  <a:pt x="193119" y="2092085"/>
                  <a:pt x="192858" y="2091614"/>
                </a:cubicBezTo>
                <a:lnTo>
                  <a:pt x="185951" y="2079632"/>
                </a:lnTo>
                <a:cubicBezTo>
                  <a:pt x="185690" y="2079162"/>
                  <a:pt x="185690" y="2078377"/>
                  <a:pt x="185951" y="2077906"/>
                </a:cubicBezTo>
                <a:lnTo>
                  <a:pt x="192858" y="2065924"/>
                </a:lnTo>
                <a:cubicBezTo>
                  <a:pt x="193119" y="2065453"/>
                  <a:pt x="193799" y="2065087"/>
                  <a:pt x="194323" y="2065087"/>
                </a:cubicBezTo>
                <a:close/>
                <a:moveTo>
                  <a:pt x="1599265" y="2064616"/>
                </a:moveTo>
                <a:lnTo>
                  <a:pt x="1613602" y="2064616"/>
                </a:lnTo>
                <a:cubicBezTo>
                  <a:pt x="1614125" y="2064616"/>
                  <a:pt x="1614858" y="2065035"/>
                  <a:pt x="1615119" y="2065505"/>
                </a:cubicBezTo>
                <a:lnTo>
                  <a:pt x="1622287" y="2077906"/>
                </a:lnTo>
                <a:cubicBezTo>
                  <a:pt x="1622549" y="2078376"/>
                  <a:pt x="1622549" y="2079214"/>
                  <a:pt x="1622287" y="2079685"/>
                </a:cubicBezTo>
                <a:lnTo>
                  <a:pt x="1615119" y="2092085"/>
                </a:lnTo>
                <a:cubicBezTo>
                  <a:pt x="1614858" y="2092556"/>
                  <a:pt x="1614177" y="2092974"/>
                  <a:pt x="1613602" y="2092974"/>
                </a:cubicBezTo>
                <a:lnTo>
                  <a:pt x="1599265" y="2092974"/>
                </a:lnTo>
                <a:cubicBezTo>
                  <a:pt x="1598742" y="2092974"/>
                  <a:pt x="1598010" y="2092556"/>
                  <a:pt x="1597748" y="2092085"/>
                </a:cubicBezTo>
                <a:lnTo>
                  <a:pt x="1590580" y="2079685"/>
                </a:lnTo>
                <a:cubicBezTo>
                  <a:pt x="1590319" y="2079214"/>
                  <a:pt x="1590319" y="2078376"/>
                  <a:pt x="1590580" y="2077906"/>
                </a:cubicBezTo>
                <a:lnTo>
                  <a:pt x="1597748" y="2065505"/>
                </a:lnTo>
                <a:cubicBezTo>
                  <a:pt x="1598010" y="2065035"/>
                  <a:pt x="1598690" y="2064616"/>
                  <a:pt x="1599265" y="2064616"/>
                </a:cubicBezTo>
                <a:close/>
                <a:moveTo>
                  <a:pt x="1764550" y="2064511"/>
                </a:moveTo>
                <a:lnTo>
                  <a:pt x="1779043" y="2064511"/>
                </a:lnTo>
                <a:cubicBezTo>
                  <a:pt x="1779619" y="2064511"/>
                  <a:pt x="1780351" y="2064930"/>
                  <a:pt x="1780613" y="2065401"/>
                </a:cubicBezTo>
                <a:lnTo>
                  <a:pt x="1787833" y="2077958"/>
                </a:lnTo>
                <a:cubicBezTo>
                  <a:pt x="1788095" y="2078429"/>
                  <a:pt x="1788095" y="2079266"/>
                  <a:pt x="1787833" y="2079737"/>
                </a:cubicBezTo>
                <a:lnTo>
                  <a:pt x="1780613" y="2092294"/>
                </a:lnTo>
                <a:cubicBezTo>
                  <a:pt x="1780299" y="2092765"/>
                  <a:pt x="1779619" y="2093183"/>
                  <a:pt x="1779043" y="2093183"/>
                </a:cubicBezTo>
                <a:lnTo>
                  <a:pt x="1764550" y="2093183"/>
                </a:lnTo>
                <a:cubicBezTo>
                  <a:pt x="1763975" y="2093183"/>
                  <a:pt x="1763242" y="2092765"/>
                  <a:pt x="1762981" y="2092294"/>
                </a:cubicBezTo>
                <a:lnTo>
                  <a:pt x="1755760" y="2079737"/>
                </a:lnTo>
                <a:cubicBezTo>
                  <a:pt x="1755499" y="2079266"/>
                  <a:pt x="1755499" y="2078429"/>
                  <a:pt x="1755760" y="2077958"/>
                </a:cubicBezTo>
                <a:lnTo>
                  <a:pt x="1762981" y="2065401"/>
                </a:lnTo>
                <a:cubicBezTo>
                  <a:pt x="1763295" y="2064930"/>
                  <a:pt x="1763975" y="2064511"/>
                  <a:pt x="1764550" y="2064511"/>
                </a:cubicBezTo>
                <a:close/>
                <a:moveTo>
                  <a:pt x="1681672" y="2064040"/>
                </a:moveTo>
                <a:lnTo>
                  <a:pt x="1696584" y="2064040"/>
                </a:lnTo>
                <a:cubicBezTo>
                  <a:pt x="1697212" y="2064040"/>
                  <a:pt x="1697892" y="2064459"/>
                  <a:pt x="1698206" y="2064982"/>
                </a:cubicBezTo>
                <a:lnTo>
                  <a:pt x="1705688" y="2077905"/>
                </a:lnTo>
                <a:cubicBezTo>
                  <a:pt x="1706002" y="2078376"/>
                  <a:pt x="1706002" y="2079213"/>
                  <a:pt x="1705688" y="2079737"/>
                </a:cubicBezTo>
                <a:lnTo>
                  <a:pt x="1698206" y="2092660"/>
                </a:lnTo>
                <a:cubicBezTo>
                  <a:pt x="1697892" y="2093183"/>
                  <a:pt x="1697160" y="2093602"/>
                  <a:pt x="1696584" y="2093602"/>
                </a:cubicBezTo>
                <a:lnTo>
                  <a:pt x="1681672" y="2093602"/>
                </a:lnTo>
                <a:cubicBezTo>
                  <a:pt x="1681045" y="2093602"/>
                  <a:pt x="1680364" y="2093183"/>
                  <a:pt x="1680050" y="2092660"/>
                </a:cubicBezTo>
                <a:lnTo>
                  <a:pt x="1672568" y="2079737"/>
                </a:lnTo>
                <a:cubicBezTo>
                  <a:pt x="1672255" y="2079266"/>
                  <a:pt x="1672255" y="2078428"/>
                  <a:pt x="1672568" y="2077905"/>
                </a:cubicBezTo>
                <a:lnTo>
                  <a:pt x="1680050" y="2064982"/>
                </a:lnTo>
                <a:cubicBezTo>
                  <a:pt x="1680364" y="2064459"/>
                  <a:pt x="1681097" y="2064040"/>
                  <a:pt x="1681672" y="2064040"/>
                </a:cubicBezTo>
                <a:close/>
                <a:moveTo>
                  <a:pt x="854989" y="2063831"/>
                </a:moveTo>
                <a:lnTo>
                  <a:pt x="870110" y="2063831"/>
                </a:lnTo>
                <a:cubicBezTo>
                  <a:pt x="870686" y="2063831"/>
                  <a:pt x="871418" y="2064250"/>
                  <a:pt x="871732" y="2064773"/>
                </a:cubicBezTo>
                <a:lnTo>
                  <a:pt x="879319" y="2077853"/>
                </a:lnTo>
                <a:cubicBezTo>
                  <a:pt x="879633" y="2078376"/>
                  <a:pt x="879633" y="2079214"/>
                  <a:pt x="879319" y="2079737"/>
                </a:cubicBezTo>
                <a:lnTo>
                  <a:pt x="871732" y="2092817"/>
                </a:lnTo>
                <a:cubicBezTo>
                  <a:pt x="871418" y="2093341"/>
                  <a:pt x="870686" y="2093759"/>
                  <a:pt x="870110" y="2093759"/>
                </a:cubicBezTo>
                <a:lnTo>
                  <a:pt x="854989" y="2093759"/>
                </a:lnTo>
                <a:cubicBezTo>
                  <a:pt x="854414" y="2093759"/>
                  <a:pt x="853681" y="2093341"/>
                  <a:pt x="853367" y="2092817"/>
                </a:cubicBezTo>
                <a:lnTo>
                  <a:pt x="845780" y="2079737"/>
                </a:lnTo>
                <a:cubicBezTo>
                  <a:pt x="845467" y="2079214"/>
                  <a:pt x="845467" y="2078376"/>
                  <a:pt x="845780" y="2077853"/>
                </a:cubicBezTo>
                <a:lnTo>
                  <a:pt x="853367" y="2064773"/>
                </a:lnTo>
                <a:cubicBezTo>
                  <a:pt x="853681" y="2064250"/>
                  <a:pt x="854414" y="2063831"/>
                  <a:pt x="854989" y="2063831"/>
                </a:cubicBezTo>
                <a:close/>
                <a:moveTo>
                  <a:pt x="772060" y="2063360"/>
                </a:moveTo>
                <a:lnTo>
                  <a:pt x="787704" y="2063360"/>
                </a:lnTo>
                <a:cubicBezTo>
                  <a:pt x="788332" y="2063360"/>
                  <a:pt x="789064" y="2063779"/>
                  <a:pt x="789378" y="2064302"/>
                </a:cubicBezTo>
                <a:lnTo>
                  <a:pt x="797174" y="2077853"/>
                </a:lnTo>
                <a:cubicBezTo>
                  <a:pt x="797488" y="2078376"/>
                  <a:pt x="797488" y="2079266"/>
                  <a:pt x="797174" y="2079789"/>
                </a:cubicBezTo>
                <a:lnTo>
                  <a:pt x="789378" y="2093340"/>
                </a:lnTo>
                <a:cubicBezTo>
                  <a:pt x="789064" y="2093864"/>
                  <a:pt x="788332" y="2094282"/>
                  <a:pt x="787704" y="2094282"/>
                </a:cubicBezTo>
                <a:lnTo>
                  <a:pt x="772060" y="2094282"/>
                </a:lnTo>
                <a:cubicBezTo>
                  <a:pt x="771432" y="2094282"/>
                  <a:pt x="770699" y="2093864"/>
                  <a:pt x="770385" y="2093340"/>
                </a:cubicBezTo>
                <a:lnTo>
                  <a:pt x="762589" y="2079789"/>
                </a:lnTo>
                <a:cubicBezTo>
                  <a:pt x="762276" y="2079266"/>
                  <a:pt x="762276" y="2078376"/>
                  <a:pt x="762589" y="2077853"/>
                </a:cubicBezTo>
                <a:lnTo>
                  <a:pt x="770385" y="2064302"/>
                </a:lnTo>
                <a:cubicBezTo>
                  <a:pt x="770699" y="2063779"/>
                  <a:pt x="771432" y="2063360"/>
                  <a:pt x="772060" y="2063360"/>
                </a:cubicBezTo>
                <a:close/>
                <a:moveTo>
                  <a:pt x="276049" y="2063151"/>
                </a:moveTo>
                <a:lnTo>
                  <a:pt x="291850" y="2063151"/>
                </a:lnTo>
                <a:cubicBezTo>
                  <a:pt x="292478" y="2063151"/>
                  <a:pt x="293211" y="2063622"/>
                  <a:pt x="293525" y="2064145"/>
                </a:cubicBezTo>
                <a:lnTo>
                  <a:pt x="301425" y="2077801"/>
                </a:lnTo>
                <a:cubicBezTo>
                  <a:pt x="301739" y="2078324"/>
                  <a:pt x="301739" y="2079214"/>
                  <a:pt x="301425" y="2079737"/>
                </a:cubicBezTo>
                <a:lnTo>
                  <a:pt x="293525" y="2093393"/>
                </a:lnTo>
                <a:cubicBezTo>
                  <a:pt x="293211" y="2093969"/>
                  <a:pt x="292478" y="2094387"/>
                  <a:pt x="291850" y="2094387"/>
                </a:cubicBezTo>
                <a:lnTo>
                  <a:pt x="276049" y="2094387"/>
                </a:lnTo>
                <a:cubicBezTo>
                  <a:pt x="275422" y="2094387"/>
                  <a:pt x="274689" y="2093916"/>
                  <a:pt x="274375" y="2093393"/>
                </a:cubicBezTo>
                <a:lnTo>
                  <a:pt x="266474" y="2079737"/>
                </a:lnTo>
                <a:cubicBezTo>
                  <a:pt x="266161" y="2079214"/>
                  <a:pt x="266161" y="2078324"/>
                  <a:pt x="266474" y="2077801"/>
                </a:cubicBezTo>
                <a:lnTo>
                  <a:pt x="274375" y="2064145"/>
                </a:lnTo>
                <a:cubicBezTo>
                  <a:pt x="274689" y="2063570"/>
                  <a:pt x="275422" y="2063151"/>
                  <a:pt x="276049" y="2063151"/>
                </a:cubicBezTo>
                <a:close/>
                <a:moveTo>
                  <a:pt x="2425112" y="2063046"/>
                </a:moveTo>
                <a:lnTo>
                  <a:pt x="2441070" y="2063046"/>
                </a:lnTo>
                <a:cubicBezTo>
                  <a:pt x="2441698" y="2063046"/>
                  <a:pt x="2442483" y="2063517"/>
                  <a:pt x="2442797" y="2064040"/>
                </a:cubicBezTo>
                <a:lnTo>
                  <a:pt x="2450750" y="2077853"/>
                </a:lnTo>
                <a:cubicBezTo>
                  <a:pt x="2451063" y="2078429"/>
                  <a:pt x="2451063" y="2079318"/>
                  <a:pt x="2450750" y="2079841"/>
                </a:cubicBezTo>
                <a:lnTo>
                  <a:pt x="2442797" y="2093654"/>
                </a:lnTo>
                <a:cubicBezTo>
                  <a:pt x="2442483" y="2094230"/>
                  <a:pt x="2441698" y="2094648"/>
                  <a:pt x="2441070" y="2094648"/>
                </a:cubicBezTo>
                <a:lnTo>
                  <a:pt x="2425112" y="2094648"/>
                </a:lnTo>
                <a:cubicBezTo>
                  <a:pt x="2424484" y="2094648"/>
                  <a:pt x="2423699" y="2094177"/>
                  <a:pt x="2423386" y="2093654"/>
                </a:cubicBezTo>
                <a:lnTo>
                  <a:pt x="2415433" y="2079841"/>
                </a:lnTo>
                <a:cubicBezTo>
                  <a:pt x="2415118" y="2079266"/>
                  <a:pt x="2415118" y="2078376"/>
                  <a:pt x="2415433" y="2077853"/>
                </a:cubicBezTo>
                <a:lnTo>
                  <a:pt x="2423386" y="2064040"/>
                </a:lnTo>
                <a:cubicBezTo>
                  <a:pt x="2423699" y="2063465"/>
                  <a:pt x="2424484" y="2063046"/>
                  <a:pt x="2425112" y="2063046"/>
                </a:cubicBezTo>
                <a:close/>
                <a:moveTo>
                  <a:pt x="523165" y="2061477"/>
                </a:moveTo>
                <a:lnTo>
                  <a:pt x="540641" y="2061477"/>
                </a:lnTo>
                <a:cubicBezTo>
                  <a:pt x="541320" y="2061477"/>
                  <a:pt x="542158" y="2062000"/>
                  <a:pt x="542524" y="2062576"/>
                </a:cubicBezTo>
                <a:lnTo>
                  <a:pt x="551262" y="2077749"/>
                </a:lnTo>
                <a:cubicBezTo>
                  <a:pt x="551628" y="2078325"/>
                  <a:pt x="551628" y="2079319"/>
                  <a:pt x="551262" y="2079894"/>
                </a:cubicBezTo>
                <a:lnTo>
                  <a:pt x="542524" y="2095067"/>
                </a:lnTo>
                <a:cubicBezTo>
                  <a:pt x="542158" y="2095695"/>
                  <a:pt x="541320" y="2096166"/>
                  <a:pt x="540641" y="2096166"/>
                </a:cubicBezTo>
                <a:lnTo>
                  <a:pt x="523165" y="2096166"/>
                </a:lnTo>
                <a:cubicBezTo>
                  <a:pt x="522485" y="2096166"/>
                  <a:pt x="521648" y="2095643"/>
                  <a:pt x="521281" y="2095067"/>
                </a:cubicBezTo>
                <a:lnTo>
                  <a:pt x="512543" y="2079894"/>
                </a:lnTo>
                <a:cubicBezTo>
                  <a:pt x="512178" y="2079319"/>
                  <a:pt x="512178" y="2078325"/>
                  <a:pt x="512543" y="2077749"/>
                </a:cubicBezTo>
                <a:lnTo>
                  <a:pt x="521281" y="2062576"/>
                </a:lnTo>
                <a:cubicBezTo>
                  <a:pt x="521648" y="2061948"/>
                  <a:pt x="522485" y="2061477"/>
                  <a:pt x="523165" y="2061477"/>
                </a:cubicBezTo>
                <a:close/>
                <a:moveTo>
                  <a:pt x="2341607" y="2061424"/>
                </a:moveTo>
                <a:lnTo>
                  <a:pt x="2359134" y="2061424"/>
                </a:lnTo>
                <a:cubicBezTo>
                  <a:pt x="2359815" y="2061424"/>
                  <a:pt x="2360651" y="2061947"/>
                  <a:pt x="2361018" y="2062523"/>
                </a:cubicBezTo>
                <a:lnTo>
                  <a:pt x="2369808" y="2077696"/>
                </a:lnTo>
                <a:cubicBezTo>
                  <a:pt x="2370174" y="2078272"/>
                  <a:pt x="2370174" y="2079266"/>
                  <a:pt x="2369808" y="2079841"/>
                </a:cubicBezTo>
                <a:lnTo>
                  <a:pt x="2361018" y="2095015"/>
                </a:lnTo>
                <a:cubicBezTo>
                  <a:pt x="2360651" y="2095642"/>
                  <a:pt x="2359815" y="2096113"/>
                  <a:pt x="2359134" y="2096113"/>
                </a:cubicBezTo>
                <a:lnTo>
                  <a:pt x="2341607" y="2096113"/>
                </a:lnTo>
                <a:cubicBezTo>
                  <a:pt x="2340927" y="2096113"/>
                  <a:pt x="2340089" y="2095590"/>
                  <a:pt x="2339723" y="2095015"/>
                </a:cubicBezTo>
                <a:lnTo>
                  <a:pt x="2330933" y="2079841"/>
                </a:lnTo>
                <a:cubicBezTo>
                  <a:pt x="2330566" y="2079266"/>
                  <a:pt x="2330566" y="2078272"/>
                  <a:pt x="2330933" y="2077696"/>
                </a:cubicBezTo>
                <a:lnTo>
                  <a:pt x="2339723" y="2062523"/>
                </a:lnTo>
                <a:cubicBezTo>
                  <a:pt x="2340089" y="2061895"/>
                  <a:pt x="2340927" y="2061424"/>
                  <a:pt x="2341607" y="2061424"/>
                </a:cubicBezTo>
                <a:close/>
                <a:moveTo>
                  <a:pt x="357619" y="2061006"/>
                </a:moveTo>
                <a:lnTo>
                  <a:pt x="375617" y="2061006"/>
                </a:lnTo>
                <a:cubicBezTo>
                  <a:pt x="376350" y="2061006"/>
                  <a:pt x="377187" y="2061477"/>
                  <a:pt x="377553" y="2062105"/>
                </a:cubicBezTo>
                <a:lnTo>
                  <a:pt x="386553" y="2077697"/>
                </a:lnTo>
                <a:cubicBezTo>
                  <a:pt x="386919" y="2078324"/>
                  <a:pt x="386919" y="2079319"/>
                  <a:pt x="386553" y="2079946"/>
                </a:cubicBezTo>
                <a:lnTo>
                  <a:pt x="377553" y="2095538"/>
                </a:lnTo>
                <a:cubicBezTo>
                  <a:pt x="377187" y="2096114"/>
                  <a:pt x="376350" y="2096637"/>
                  <a:pt x="375617" y="2096637"/>
                </a:cubicBezTo>
                <a:lnTo>
                  <a:pt x="357619" y="2096637"/>
                </a:lnTo>
                <a:cubicBezTo>
                  <a:pt x="356886" y="2096637"/>
                  <a:pt x="356049" y="2096166"/>
                  <a:pt x="355683" y="2095538"/>
                </a:cubicBezTo>
                <a:lnTo>
                  <a:pt x="346684" y="2079946"/>
                </a:lnTo>
                <a:cubicBezTo>
                  <a:pt x="346317" y="2079319"/>
                  <a:pt x="346317" y="2078324"/>
                  <a:pt x="346684" y="2077697"/>
                </a:cubicBezTo>
                <a:lnTo>
                  <a:pt x="355683" y="2062105"/>
                </a:lnTo>
                <a:cubicBezTo>
                  <a:pt x="356049" y="2061529"/>
                  <a:pt x="356886" y="2061006"/>
                  <a:pt x="357619" y="2061006"/>
                </a:cubicBezTo>
                <a:close/>
                <a:moveTo>
                  <a:pt x="2506629" y="2060901"/>
                </a:moveTo>
                <a:lnTo>
                  <a:pt x="2524733" y="2060901"/>
                </a:lnTo>
                <a:cubicBezTo>
                  <a:pt x="2525465" y="2060901"/>
                  <a:pt x="2526302" y="2061372"/>
                  <a:pt x="2526669" y="2062000"/>
                </a:cubicBezTo>
                <a:lnTo>
                  <a:pt x="2535720" y="2077696"/>
                </a:lnTo>
                <a:cubicBezTo>
                  <a:pt x="2536086" y="2078324"/>
                  <a:pt x="2536086" y="2079318"/>
                  <a:pt x="2535720" y="2079946"/>
                </a:cubicBezTo>
                <a:lnTo>
                  <a:pt x="2526669" y="2095643"/>
                </a:lnTo>
                <a:cubicBezTo>
                  <a:pt x="2526302" y="2096218"/>
                  <a:pt x="2525465" y="2096741"/>
                  <a:pt x="2524733" y="2096741"/>
                </a:cubicBezTo>
                <a:lnTo>
                  <a:pt x="2506629" y="2096741"/>
                </a:lnTo>
                <a:cubicBezTo>
                  <a:pt x="2505896" y="2096741"/>
                  <a:pt x="2505060" y="2096271"/>
                  <a:pt x="2504693" y="2095643"/>
                </a:cubicBezTo>
                <a:lnTo>
                  <a:pt x="2495641" y="2079946"/>
                </a:lnTo>
                <a:cubicBezTo>
                  <a:pt x="2495276" y="2079318"/>
                  <a:pt x="2495276" y="2078324"/>
                  <a:pt x="2495641" y="2077696"/>
                </a:cubicBezTo>
                <a:lnTo>
                  <a:pt x="2504693" y="2062000"/>
                </a:lnTo>
                <a:cubicBezTo>
                  <a:pt x="2505060" y="2061424"/>
                  <a:pt x="2505896" y="2060901"/>
                  <a:pt x="2506629" y="2060901"/>
                </a:cubicBezTo>
                <a:close/>
                <a:moveTo>
                  <a:pt x="1845283" y="2060692"/>
                </a:moveTo>
                <a:lnTo>
                  <a:pt x="1863596" y="2060692"/>
                </a:lnTo>
                <a:cubicBezTo>
                  <a:pt x="1864276" y="2060692"/>
                  <a:pt x="1865165" y="2061215"/>
                  <a:pt x="1865531" y="2061843"/>
                </a:cubicBezTo>
                <a:lnTo>
                  <a:pt x="1874688" y="2077697"/>
                </a:lnTo>
                <a:cubicBezTo>
                  <a:pt x="1875054" y="2078324"/>
                  <a:pt x="1875054" y="2079319"/>
                  <a:pt x="1874688" y="2079946"/>
                </a:cubicBezTo>
                <a:lnTo>
                  <a:pt x="1865531" y="2095800"/>
                </a:lnTo>
                <a:cubicBezTo>
                  <a:pt x="1865217" y="2096428"/>
                  <a:pt x="1864328" y="2096951"/>
                  <a:pt x="1863596" y="2096951"/>
                </a:cubicBezTo>
                <a:lnTo>
                  <a:pt x="1845283" y="2096951"/>
                </a:lnTo>
                <a:cubicBezTo>
                  <a:pt x="1844603" y="2096951"/>
                  <a:pt x="1843713" y="2096428"/>
                  <a:pt x="1843347" y="2095800"/>
                </a:cubicBezTo>
                <a:lnTo>
                  <a:pt x="1834191" y="2079946"/>
                </a:lnTo>
                <a:cubicBezTo>
                  <a:pt x="1833824" y="2079319"/>
                  <a:pt x="1833824" y="2078324"/>
                  <a:pt x="1834191" y="2077697"/>
                </a:cubicBezTo>
                <a:lnTo>
                  <a:pt x="1843347" y="2061843"/>
                </a:lnTo>
                <a:cubicBezTo>
                  <a:pt x="1843661" y="2061215"/>
                  <a:pt x="1844550" y="2060692"/>
                  <a:pt x="1845283" y="2060692"/>
                </a:cubicBezTo>
                <a:close/>
                <a:moveTo>
                  <a:pt x="2589036" y="2060325"/>
                </a:moveTo>
                <a:lnTo>
                  <a:pt x="2607715" y="2060325"/>
                </a:lnTo>
                <a:cubicBezTo>
                  <a:pt x="2608448" y="2060325"/>
                  <a:pt x="2609337" y="2060848"/>
                  <a:pt x="2609703" y="2061476"/>
                </a:cubicBezTo>
                <a:lnTo>
                  <a:pt x="2619016" y="2077643"/>
                </a:lnTo>
                <a:cubicBezTo>
                  <a:pt x="2619383" y="2078271"/>
                  <a:pt x="2619383" y="2079318"/>
                  <a:pt x="2619016" y="2079946"/>
                </a:cubicBezTo>
                <a:lnTo>
                  <a:pt x="2609703" y="2096113"/>
                </a:lnTo>
                <a:cubicBezTo>
                  <a:pt x="2609337" y="2096741"/>
                  <a:pt x="2608448" y="2097264"/>
                  <a:pt x="2607715" y="2097264"/>
                </a:cubicBezTo>
                <a:lnTo>
                  <a:pt x="2589036" y="2097264"/>
                </a:lnTo>
                <a:cubicBezTo>
                  <a:pt x="2588303" y="2097264"/>
                  <a:pt x="2587414" y="2096741"/>
                  <a:pt x="2587048" y="2096113"/>
                </a:cubicBezTo>
                <a:lnTo>
                  <a:pt x="2577735" y="2079946"/>
                </a:lnTo>
                <a:cubicBezTo>
                  <a:pt x="2577368" y="2079318"/>
                  <a:pt x="2577368" y="2078271"/>
                  <a:pt x="2577735" y="2077643"/>
                </a:cubicBezTo>
                <a:lnTo>
                  <a:pt x="2587048" y="2061476"/>
                </a:lnTo>
                <a:cubicBezTo>
                  <a:pt x="2587414" y="2060848"/>
                  <a:pt x="2588303" y="2060325"/>
                  <a:pt x="2589036" y="2060325"/>
                </a:cubicBezTo>
                <a:close/>
                <a:moveTo>
                  <a:pt x="2010200" y="2059907"/>
                </a:moveTo>
                <a:lnTo>
                  <a:pt x="2029246" y="2059907"/>
                </a:lnTo>
                <a:cubicBezTo>
                  <a:pt x="2029978" y="2059907"/>
                  <a:pt x="2030920" y="2060483"/>
                  <a:pt x="2031286" y="2061110"/>
                </a:cubicBezTo>
                <a:lnTo>
                  <a:pt x="2040809" y="2077592"/>
                </a:lnTo>
                <a:cubicBezTo>
                  <a:pt x="2041175" y="2078220"/>
                  <a:pt x="2041175" y="2079318"/>
                  <a:pt x="2040809" y="2079946"/>
                </a:cubicBezTo>
                <a:lnTo>
                  <a:pt x="2031286" y="2096428"/>
                </a:lnTo>
                <a:cubicBezTo>
                  <a:pt x="2030920" y="2097108"/>
                  <a:pt x="2029978" y="2097631"/>
                  <a:pt x="2029246" y="2097631"/>
                </a:cubicBezTo>
                <a:lnTo>
                  <a:pt x="2010200" y="2097631"/>
                </a:lnTo>
                <a:cubicBezTo>
                  <a:pt x="2009468" y="2097631"/>
                  <a:pt x="2008526" y="2097055"/>
                  <a:pt x="2008160" y="2096428"/>
                </a:cubicBezTo>
                <a:lnTo>
                  <a:pt x="1998637" y="2079946"/>
                </a:lnTo>
                <a:cubicBezTo>
                  <a:pt x="1998272" y="2079318"/>
                  <a:pt x="1998272" y="2078220"/>
                  <a:pt x="1998637" y="2077592"/>
                </a:cubicBezTo>
                <a:lnTo>
                  <a:pt x="2008160" y="2061110"/>
                </a:lnTo>
                <a:cubicBezTo>
                  <a:pt x="2008526" y="2060430"/>
                  <a:pt x="2009468" y="2059907"/>
                  <a:pt x="2010200" y="2059907"/>
                </a:cubicBezTo>
                <a:close/>
                <a:moveTo>
                  <a:pt x="439712" y="2059855"/>
                </a:moveTo>
                <a:lnTo>
                  <a:pt x="458810" y="2059855"/>
                </a:lnTo>
                <a:cubicBezTo>
                  <a:pt x="459542" y="2059855"/>
                  <a:pt x="460484" y="2060430"/>
                  <a:pt x="460850" y="2061058"/>
                </a:cubicBezTo>
                <a:lnTo>
                  <a:pt x="470425" y="2077592"/>
                </a:lnTo>
                <a:cubicBezTo>
                  <a:pt x="470791" y="2078220"/>
                  <a:pt x="470791" y="2079319"/>
                  <a:pt x="470425" y="2079947"/>
                </a:cubicBezTo>
                <a:lnTo>
                  <a:pt x="460850" y="2096480"/>
                </a:lnTo>
                <a:cubicBezTo>
                  <a:pt x="460484" y="2097160"/>
                  <a:pt x="459542" y="2097684"/>
                  <a:pt x="458810" y="2097684"/>
                </a:cubicBezTo>
                <a:lnTo>
                  <a:pt x="439712" y="2097684"/>
                </a:lnTo>
                <a:cubicBezTo>
                  <a:pt x="438979" y="2097684"/>
                  <a:pt x="438038" y="2097108"/>
                  <a:pt x="437671" y="2096480"/>
                </a:cubicBezTo>
                <a:lnTo>
                  <a:pt x="428097" y="2079947"/>
                </a:lnTo>
                <a:cubicBezTo>
                  <a:pt x="427730" y="2079319"/>
                  <a:pt x="427730" y="2078220"/>
                  <a:pt x="428097" y="2077592"/>
                </a:cubicBezTo>
                <a:lnTo>
                  <a:pt x="437671" y="2061058"/>
                </a:lnTo>
                <a:cubicBezTo>
                  <a:pt x="438038" y="2060378"/>
                  <a:pt x="438979" y="2059855"/>
                  <a:pt x="439712" y="2059855"/>
                </a:cubicBezTo>
                <a:close/>
                <a:moveTo>
                  <a:pt x="1927062" y="2058913"/>
                </a:moveTo>
                <a:lnTo>
                  <a:pt x="1947153" y="2058913"/>
                </a:lnTo>
                <a:cubicBezTo>
                  <a:pt x="1947938" y="2058913"/>
                  <a:pt x="1948880" y="2059489"/>
                  <a:pt x="1949299" y="2060169"/>
                </a:cubicBezTo>
                <a:lnTo>
                  <a:pt x="1959344" y="2077540"/>
                </a:lnTo>
                <a:cubicBezTo>
                  <a:pt x="1959763" y="2078220"/>
                  <a:pt x="1959763" y="2079319"/>
                  <a:pt x="1959344" y="2079999"/>
                </a:cubicBezTo>
                <a:lnTo>
                  <a:pt x="1949299" y="2097370"/>
                </a:lnTo>
                <a:cubicBezTo>
                  <a:pt x="1948932" y="2098050"/>
                  <a:pt x="1947938" y="2098625"/>
                  <a:pt x="1947153" y="2098625"/>
                </a:cubicBezTo>
                <a:lnTo>
                  <a:pt x="1927062" y="2098625"/>
                </a:lnTo>
                <a:cubicBezTo>
                  <a:pt x="1926277" y="2098625"/>
                  <a:pt x="1925335" y="2098050"/>
                  <a:pt x="1924917" y="2097370"/>
                </a:cubicBezTo>
                <a:lnTo>
                  <a:pt x="1914871" y="2079999"/>
                </a:lnTo>
                <a:cubicBezTo>
                  <a:pt x="1914452" y="2079319"/>
                  <a:pt x="1914452" y="2078220"/>
                  <a:pt x="1914871" y="2077540"/>
                </a:cubicBezTo>
                <a:lnTo>
                  <a:pt x="1924917" y="2060169"/>
                </a:lnTo>
                <a:cubicBezTo>
                  <a:pt x="1925283" y="2059489"/>
                  <a:pt x="1926277" y="2058913"/>
                  <a:pt x="1927062" y="2058913"/>
                </a:cubicBezTo>
                <a:close/>
                <a:moveTo>
                  <a:pt x="2174491" y="2057919"/>
                </a:moveTo>
                <a:lnTo>
                  <a:pt x="2195629" y="2057919"/>
                </a:lnTo>
                <a:cubicBezTo>
                  <a:pt x="2196466" y="2057919"/>
                  <a:pt x="2197460" y="2058495"/>
                  <a:pt x="2197878" y="2059227"/>
                </a:cubicBezTo>
                <a:lnTo>
                  <a:pt x="2208448" y="2077540"/>
                </a:lnTo>
                <a:cubicBezTo>
                  <a:pt x="2208867" y="2078272"/>
                  <a:pt x="2208867" y="2079423"/>
                  <a:pt x="2208448" y="2080156"/>
                </a:cubicBezTo>
                <a:lnTo>
                  <a:pt x="2197878" y="2098468"/>
                </a:lnTo>
                <a:cubicBezTo>
                  <a:pt x="2197460" y="2099201"/>
                  <a:pt x="2196466" y="2099776"/>
                  <a:pt x="2195629" y="2099776"/>
                </a:cubicBezTo>
                <a:lnTo>
                  <a:pt x="2174491" y="2099776"/>
                </a:lnTo>
                <a:cubicBezTo>
                  <a:pt x="2173653" y="2099776"/>
                  <a:pt x="2172660" y="2099201"/>
                  <a:pt x="2172241" y="2098468"/>
                </a:cubicBezTo>
                <a:lnTo>
                  <a:pt x="2161672" y="2080156"/>
                </a:lnTo>
                <a:cubicBezTo>
                  <a:pt x="2161253" y="2079423"/>
                  <a:pt x="2161253" y="2078272"/>
                  <a:pt x="2161672" y="2077540"/>
                </a:cubicBezTo>
                <a:lnTo>
                  <a:pt x="2172241" y="2059227"/>
                </a:lnTo>
                <a:cubicBezTo>
                  <a:pt x="2172660" y="2058495"/>
                  <a:pt x="2173653" y="2057919"/>
                  <a:pt x="2174491" y="2057919"/>
                </a:cubicBezTo>
                <a:close/>
                <a:moveTo>
                  <a:pt x="2257003" y="2057552"/>
                </a:moveTo>
                <a:lnTo>
                  <a:pt x="2278507" y="2057552"/>
                </a:lnTo>
                <a:cubicBezTo>
                  <a:pt x="2279344" y="2057552"/>
                  <a:pt x="2280390" y="2058127"/>
                  <a:pt x="2280809" y="2058860"/>
                </a:cubicBezTo>
                <a:lnTo>
                  <a:pt x="2291535" y="2077487"/>
                </a:lnTo>
                <a:cubicBezTo>
                  <a:pt x="2291954" y="2078219"/>
                  <a:pt x="2291954" y="2079422"/>
                  <a:pt x="2291535" y="2080155"/>
                </a:cubicBezTo>
                <a:lnTo>
                  <a:pt x="2280809" y="2098782"/>
                </a:lnTo>
                <a:cubicBezTo>
                  <a:pt x="2280390" y="2099514"/>
                  <a:pt x="2279344" y="2100090"/>
                  <a:pt x="2278507" y="2100090"/>
                </a:cubicBezTo>
                <a:lnTo>
                  <a:pt x="2257003" y="2100090"/>
                </a:lnTo>
                <a:cubicBezTo>
                  <a:pt x="2256165" y="2100090"/>
                  <a:pt x="2255119" y="2099514"/>
                  <a:pt x="2254700" y="2098782"/>
                </a:cubicBezTo>
                <a:lnTo>
                  <a:pt x="2243975" y="2080155"/>
                </a:lnTo>
                <a:cubicBezTo>
                  <a:pt x="2243556" y="2079422"/>
                  <a:pt x="2243556" y="2078219"/>
                  <a:pt x="2243975" y="2077487"/>
                </a:cubicBezTo>
                <a:lnTo>
                  <a:pt x="2254700" y="2058860"/>
                </a:lnTo>
                <a:cubicBezTo>
                  <a:pt x="2255119" y="2058127"/>
                  <a:pt x="2256165" y="2057552"/>
                  <a:pt x="2257003" y="2057552"/>
                </a:cubicBezTo>
                <a:close/>
                <a:moveTo>
                  <a:pt x="686409" y="2057395"/>
                </a:moveTo>
                <a:lnTo>
                  <a:pt x="708018" y="2057395"/>
                </a:lnTo>
                <a:cubicBezTo>
                  <a:pt x="708855" y="2057395"/>
                  <a:pt x="709901" y="2058023"/>
                  <a:pt x="710320" y="2058755"/>
                </a:cubicBezTo>
                <a:lnTo>
                  <a:pt x="721151" y="2077487"/>
                </a:lnTo>
                <a:cubicBezTo>
                  <a:pt x="721569" y="2078219"/>
                  <a:pt x="721569" y="2079422"/>
                  <a:pt x="721151" y="2080155"/>
                </a:cubicBezTo>
                <a:lnTo>
                  <a:pt x="710320" y="2098886"/>
                </a:lnTo>
                <a:cubicBezTo>
                  <a:pt x="709901" y="2099671"/>
                  <a:pt x="708855" y="2100247"/>
                  <a:pt x="708018" y="2100247"/>
                </a:cubicBezTo>
                <a:lnTo>
                  <a:pt x="686409" y="2100247"/>
                </a:lnTo>
                <a:cubicBezTo>
                  <a:pt x="685571" y="2100247"/>
                  <a:pt x="684525" y="2099619"/>
                  <a:pt x="684107" y="2098886"/>
                </a:cubicBezTo>
                <a:lnTo>
                  <a:pt x="673276" y="2080155"/>
                </a:lnTo>
                <a:cubicBezTo>
                  <a:pt x="672857" y="2079422"/>
                  <a:pt x="672857" y="2078219"/>
                  <a:pt x="673276" y="2077487"/>
                </a:cubicBezTo>
                <a:lnTo>
                  <a:pt x="684107" y="2058755"/>
                </a:lnTo>
                <a:cubicBezTo>
                  <a:pt x="684525" y="2057970"/>
                  <a:pt x="685571" y="2057395"/>
                  <a:pt x="686409" y="2057395"/>
                </a:cubicBezTo>
                <a:close/>
                <a:moveTo>
                  <a:pt x="601176" y="2052268"/>
                </a:moveTo>
                <a:lnTo>
                  <a:pt x="628017" y="2052268"/>
                </a:lnTo>
                <a:cubicBezTo>
                  <a:pt x="629064" y="2052268"/>
                  <a:pt x="630372" y="2053001"/>
                  <a:pt x="630895" y="2053942"/>
                </a:cubicBezTo>
                <a:lnTo>
                  <a:pt x="644290" y="2077173"/>
                </a:lnTo>
                <a:cubicBezTo>
                  <a:pt x="644813" y="2078063"/>
                  <a:pt x="644813" y="2079528"/>
                  <a:pt x="644290" y="2080469"/>
                </a:cubicBezTo>
                <a:lnTo>
                  <a:pt x="630895" y="2103700"/>
                </a:lnTo>
                <a:cubicBezTo>
                  <a:pt x="630372" y="2104642"/>
                  <a:pt x="629064" y="2105375"/>
                  <a:pt x="628017" y="2105375"/>
                </a:cubicBezTo>
                <a:lnTo>
                  <a:pt x="601176" y="2105375"/>
                </a:lnTo>
                <a:cubicBezTo>
                  <a:pt x="600130" y="2105375"/>
                  <a:pt x="598822" y="2104642"/>
                  <a:pt x="598299" y="2103700"/>
                </a:cubicBezTo>
                <a:lnTo>
                  <a:pt x="584904" y="2080469"/>
                </a:lnTo>
                <a:cubicBezTo>
                  <a:pt x="584381" y="2079580"/>
                  <a:pt x="584381" y="2078115"/>
                  <a:pt x="584904" y="2077173"/>
                </a:cubicBezTo>
                <a:lnTo>
                  <a:pt x="598299" y="2053942"/>
                </a:lnTo>
                <a:cubicBezTo>
                  <a:pt x="598822" y="2053001"/>
                  <a:pt x="600130" y="2052268"/>
                  <a:pt x="601176" y="2052268"/>
                </a:cubicBezTo>
                <a:close/>
                <a:moveTo>
                  <a:pt x="101295" y="2044472"/>
                </a:moveTo>
                <a:lnTo>
                  <a:pt x="135984" y="2044472"/>
                </a:lnTo>
                <a:cubicBezTo>
                  <a:pt x="137344" y="2044472"/>
                  <a:pt x="139019" y="2045414"/>
                  <a:pt x="139699" y="2046617"/>
                </a:cubicBezTo>
                <a:lnTo>
                  <a:pt x="157017" y="2076650"/>
                </a:lnTo>
                <a:cubicBezTo>
                  <a:pt x="157698" y="2077853"/>
                  <a:pt x="157698" y="2079737"/>
                  <a:pt x="157017" y="2080940"/>
                </a:cubicBezTo>
                <a:lnTo>
                  <a:pt x="139699" y="2110973"/>
                </a:lnTo>
                <a:cubicBezTo>
                  <a:pt x="139019" y="2112176"/>
                  <a:pt x="137344" y="2113118"/>
                  <a:pt x="135984" y="2113118"/>
                </a:cubicBezTo>
                <a:lnTo>
                  <a:pt x="101295" y="2113118"/>
                </a:lnTo>
                <a:cubicBezTo>
                  <a:pt x="99934" y="2113118"/>
                  <a:pt x="98260" y="2112176"/>
                  <a:pt x="97580" y="2110973"/>
                </a:cubicBezTo>
                <a:lnTo>
                  <a:pt x="80261" y="2080940"/>
                </a:lnTo>
                <a:cubicBezTo>
                  <a:pt x="79581" y="2079737"/>
                  <a:pt x="79581" y="2077853"/>
                  <a:pt x="80261" y="2076650"/>
                </a:cubicBezTo>
                <a:lnTo>
                  <a:pt x="97580" y="2046617"/>
                </a:lnTo>
                <a:cubicBezTo>
                  <a:pt x="98260" y="2045414"/>
                  <a:pt x="99934" y="2044472"/>
                  <a:pt x="101295" y="2044472"/>
                </a:cubicBezTo>
                <a:close/>
                <a:moveTo>
                  <a:pt x="1190110" y="1990110"/>
                </a:moveTo>
                <a:lnTo>
                  <a:pt x="1196232" y="1990110"/>
                </a:lnTo>
                <a:cubicBezTo>
                  <a:pt x="1196441" y="1990110"/>
                  <a:pt x="1196860" y="1990476"/>
                  <a:pt x="1196860" y="1990476"/>
                </a:cubicBezTo>
                <a:lnTo>
                  <a:pt x="1199894" y="1995761"/>
                </a:lnTo>
                <a:cubicBezTo>
                  <a:pt x="1199999" y="1995970"/>
                  <a:pt x="1199894" y="1996493"/>
                  <a:pt x="1199894" y="1996493"/>
                </a:cubicBezTo>
                <a:lnTo>
                  <a:pt x="1196860" y="2001778"/>
                </a:lnTo>
                <a:cubicBezTo>
                  <a:pt x="1196755" y="2001987"/>
                  <a:pt x="1196232" y="2002144"/>
                  <a:pt x="1196232" y="2002144"/>
                </a:cubicBezTo>
                <a:lnTo>
                  <a:pt x="1190110" y="2002144"/>
                </a:lnTo>
                <a:cubicBezTo>
                  <a:pt x="1189901" y="2002144"/>
                  <a:pt x="1189482" y="2001778"/>
                  <a:pt x="1189482" y="2001778"/>
                </a:cubicBezTo>
                <a:lnTo>
                  <a:pt x="1186448" y="1996493"/>
                </a:lnTo>
                <a:cubicBezTo>
                  <a:pt x="1186343" y="1996284"/>
                  <a:pt x="1186448" y="1995761"/>
                  <a:pt x="1186448" y="1995761"/>
                </a:cubicBezTo>
                <a:lnTo>
                  <a:pt x="1189482" y="1990476"/>
                </a:lnTo>
                <a:cubicBezTo>
                  <a:pt x="1189587" y="1990267"/>
                  <a:pt x="1190110" y="1990110"/>
                  <a:pt x="1190110" y="1990110"/>
                </a:cubicBezTo>
                <a:close/>
                <a:moveTo>
                  <a:pt x="1106710" y="1988540"/>
                </a:moveTo>
                <a:lnTo>
                  <a:pt x="1114348" y="1988540"/>
                </a:lnTo>
                <a:cubicBezTo>
                  <a:pt x="1114662" y="1988540"/>
                  <a:pt x="1115029" y="1988749"/>
                  <a:pt x="1115186" y="1989011"/>
                </a:cubicBezTo>
                <a:lnTo>
                  <a:pt x="1119005" y="1995656"/>
                </a:lnTo>
                <a:cubicBezTo>
                  <a:pt x="1119162" y="1995917"/>
                  <a:pt x="1119162" y="1996336"/>
                  <a:pt x="1119005" y="1996598"/>
                </a:cubicBezTo>
                <a:lnTo>
                  <a:pt x="1115186" y="2003242"/>
                </a:lnTo>
                <a:cubicBezTo>
                  <a:pt x="1115029" y="2003504"/>
                  <a:pt x="1114662" y="2003713"/>
                  <a:pt x="1114348" y="2003713"/>
                </a:cubicBezTo>
                <a:lnTo>
                  <a:pt x="1106710" y="2003713"/>
                </a:lnTo>
                <a:cubicBezTo>
                  <a:pt x="1106395" y="2003713"/>
                  <a:pt x="1106029" y="2003504"/>
                  <a:pt x="1105872" y="2003242"/>
                </a:cubicBezTo>
                <a:lnTo>
                  <a:pt x="1102053" y="1996598"/>
                </a:lnTo>
                <a:cubicBezTo>
                  <a:pt x="1101896" y="1996336"/>
                  <a:pt x="1101896" y="1995917"/>
                  <a:pt x="1102053" y="1995656"/>
                </a:cubicBezTo>
                <a:lnTo>
                  <a:pt x="1105872" y="1989011"/>
                </a:lnTo>
                <a:cubicBezTo>
                  <a:pt x="1106029" y="1988749"/>
                  <a:pt x="1106395" y="1988540"/>
                  <a:pt x="1106710" y="1988540"/>
                </a:cubicBezTo>
                <a:close/>
                <a:moveTo>
                  <a:pt x="1022418" y="1985348"/>
                </a:moveTo>
                <a:lnTo>
                  <a:pt x="1033301" y="1985348"/>
                </a:lnTo>
                <a:cubicBezTo>
                  <a:pt x="1033720" y="1985348"/>
                  <a:pt x="1034243" y="1985662"/>
                  <a:pt x="1034452" y="1986028"/>
                </a:cubicBezTo>
                <a:lnTo>
                  <a:pt x="1039894" y="1995446"/>
                </a:lnTo>
                <a:cubicBezTo>
                  <a:pt x="1040103" y="1995812"/>
                  <a:pt x="1040103" y="1996440"/>
                  <a:pt x="1039894" y="1996806"/>
                </a:cubicBezTo>
                <a:lnTo>
                  <a:pt x="1034452" y="2006224"/>
                </a:lnTo>
                <a:cubicBezTo>
                  <a:pt x="1034243" y="2006591"/>
                  <a:pt x="1033720" y="2006905"/>
                  <a:pt x="1033301" y="2006905"/>
                </a:cubicBezTo>
                <a:lnTo>
                  <a:pt x="1022418" y="2006905"/>
                </a:lnTo>
                <a:cubicBezTo>
                  <a:pt x="1022000" y="2006905"/>
                  <a:pt x="1021477" y="2006591"/>
                  <a:pt x="1021268" y="2006224"/>
                </a:cubicBezTo>
                <a:lnTo>
                  <a:pt x="1015826" y="1996806"/>
                </a:lnTo>
                <a:cubicBezTo>
                  <a:pt x="1015617" y="1996440"/>
                  <a:pt x="1015617" y="1995812"/>
                  <a:pt x="1015826" y="1995446"/>
                </a:cubicBezTo>
                <a:lnTo>
                  <a:pt x="1021268" y="1986028"/>
                </a:lnTo>
                <a:cubicBezTo>
                  <a:pt x="1021477" y="1985662"/>
                  <a:pt x="1022000" y="1985348"/>
                  <a:pt x="1022418" y="1985348"/>
                </a:cubicBezTo>
                <a:close/>
                <a:moveTo>
                  <a:pt x="1269901" y="1984459"/>
                </a:moveTo>
                <a:lnTo>
                  <a:pt x="1281673" y="1984459"/>
                </a:lnTo>
                <a:cubicBezTo>
                  <a:pt x="1282144" y="1984459"/>
                  <a:pt x="1282720" y="1984773"/>
                  <a:pt x="1282929" y="1985191"/>
                </a:cubicBezTo>
                <a:lnTo>
                  <a:pt x="1288842" y="1995394"/>
                </a:lnTo>
                <a:cubicBezTo>
                  <a:pt x="1289051" y="1995813"/>
                  <a:pt x="1289051" y="1996441"/>
                  <a:pt x="1288842" y="1996859"/>
                </a:cubicBezTo>
                <a:lnTo>
                  <a:pt x="1282929" y="2007062"/>
                </a:lnTo>
                <a:cubicBezTo>
                  <a:pt x="1282720" y="2007481"/>
                  <a:pt x="1282144" y="2007794"/>
                  <a:pt x="1281673" y="2007794"/>
                </a:cubicBezTo>
                <a:lnTo>
                  <a:pt x="1269901" y="2007794"/>
                </a:lnTo>
                <a:cubicBezTo>
                  <a:pt x="1269430" y="2007794"/>
                  <a:pt x="1268855" y="2007481"/>
                  <a:pt x="1268645" y="2007062"/>
                </a:cubicBezTo>
                <a:lnTo>
                  <a:pt x="1262733" y="1996859"/>
                </a:lnTo>
                <a:cubicBezTo>
                  <a:pt x="1262524" y="1996441"/>
                  <a:pt x="1262524" y="1995813"/>
                  <a:pt x="1262733" y="1995394"/>
                </a:cubicBezTo>
                <a:lnTo>
                  <a:pt x="1268645" y="1985191"/>
                </a:lnTo>
                <a:cubicBezTo>
                  <a:pt x="1268855" y="1984773"/>
                  <a:pt x="1269430" y="1984459"/>
                  <a:pt x="1269901" y="1984459"/>
                </a:cubicBezTo>
                <a:close/>
                <a:moveTo>
                  <a:pt x="1352046" y="1983412"/>
                </a:moveTo>
                <a:lnTo>
                  <a:pt x="1364917" y="1983412"/>
                </a:lnTo>
                <a:cubicBezTo>
                  <a:pt x="1365388" y="1983412"/>
                  <a:pt x="1366016" y="1983778"/>
                  <a:pt x="1366278" y="1984197"/>
                </a:cubicBezTo>
                <a:lnTo>
                  <a:pt x="1372713" y="1995341"/>
                </a:lnTo>
                <a:cubicBezTo>
                  <a:pt x="1372975" y="1995760"/>
                  <a:pt x="1372975" y="1996492"/>
                  <a:pt x="1372713" y="1996911"/>
                </a:cubicBezTo>
                <a:lnTo>
                  <a:pt x="1366278" y="2008055"/>
                </a:lnTo>
                <a:cubicBezTo>
                  <a:pt x="1366016" y="2008474"/>
                  <a:pt x="1365440" y="2008840"/>
                  <a:pt x="1364917" y="2008840"/>
                </a:cubicBezTo>
                <a:lnTo>
                  <a:pt x="1352046" y="2008840"/>
                </a:lnTo>
                <a:cubicBezTo>
                  <a:pt x="1351575" y="2008840"/>
                  <a:pt x="1350947" y="2008474"/>
                  <a:pt x="1350686" y="2008055"/>
                </a:cubicBezTo>
                <a:lnTo>
                  <a:pt x="1344250" y="1996911"/>
                </a:lnTo>
                <a:cubicBezTo>
                  <a:pt x="1343989" y="1996492"/>
                  <a:pt x="1343989" y="1995760"/>
                  <a:pt x="1344250" y="1995341"/>
                </a:cubicBezTo>
                <a:lnTo>
                  <a:pt x="1350686" y="1984197"/>
                </a:lnTo>
                <a:cubicBezTo>
                  <a:pt x="1350947" y="1983778"/>
                  <a:pt x="1351523" y="1983412"/>
                  <a:pt x="1352046" y="1983412"/>
                </a:cubicBezTo>
                <a:close/>
                <a:moveTo>
                  <a:pt x="2095851" y="1983099"/>
                </a:moveTo>
                <a:lnTo>
                  <a:pt x="2109036" y="1983099"/>
                </a:lnTo>
                <a:cubicBezTo>
                  <a:pt x="2109559" y="1983099"/>
                  <a:pt x="2110187" y="1983465"/>
                  <a:pt x="2110449" y="1983936"/>
                </a:cubicBezTo>
                <a:lnTo>
                  <a:pt x="2117042" y="1995342"/>
                </a:lnTo>
                <a:cubicBezTo>
                  <a:pt x="2117304" y="1995761"/>
                  <a:pt x="2117304" y="1996493"/>
                  <a:pt x="2117042" y="1996964"/>
                </a:cubicBezTo>
                <a:lnTo>
                  <a:pt x="2110449" y="2008370"/>
                </a:lnTo>
                <a:cubicBezTo>
                  <a:pt x="2110187" y="2008841"/>
                  <a:pt x="2109559" y="2009207"/>
                  <a:pt x="2109036" y="2009207"/>
                </a:cubicBezTo>
                <a:lnTo>
                  <a:pt x="2095851" y="2009207"/>
                </a:lnTo>
                <a:cubicBezTo>
                  <a:pt x="2095328" y="2009207"/>
                  <a:pt x="2094700" y="2008841"/>
                  <a:pt x="2094439" y="2008370"/>
                </a:cubicBezTo>
                <a:lnTo>
                  <a:pt x="2087846" y="1996964"/>
                </a:lnTo>
                <a:cubicBezTo>
                  <a:pt x="2087585" y="1996546"/>
                  <a:pt x="2087585" y="1995813"/>
                  <a:pt x="2087846" y="1995342"/>
                </a:cubicBezTo>
                <a:lnTo>
                  <a:pt x="2094439" y="1983936"/>
                </a:lnTo>
                <a:cubicBezTo>
                  <a:pt x="2094700" y="1983465"/>
                  <a:pt x="2095328" y="1983099"/>
                  <a:pt x="2095851" y="1983099"/>
                </a:cubicBezTo>
                <a:close/>
                <a:moveTo>
                  <a:pt x="2757041" y="1982994"/>
                </a:moveTo>
                <a:lnTo>
                  <a:pt x="2770278" y="1982994"/>
                </a:lnTo>
                <a:cubicBezTo>
                  <a:pt x="2770801" y="1982994"/>
                  <a:pt x="2771429" y="1983360"/>
                  <a:pt x="2771691" y="1983831"/>
                </a:cubicBezTo>
                <a:lnTo>
                  <a:pt x="2778336" y="1995290"/>
                </a:lnTo>
                <a:cubicBezTo>
                  <a:pt x="2778597" y="1995708"/>
                  <a:pt x="2778597" y="1996441"/>
                  <a:pt x="2778336" y="1996912"/>
                </a:cubicBezTo>
                <a:lnTo>
                  <a:pt x="2771691" y="2008370"/>
                </a:lnTo>
                <a:cubicBezTo>
                  <a:pt x="2771429" y="2008841"/>
                  <a:pt x="2770801" y="2009207"/>
                  <a:pt x="2770278" y="2009207"/>
                </a:cubicBezTo>
                <a:lnTo>
                  <a:pt x="2757041" y="2009207"/>
                </a:lnTo>
                <a:cubicBezTo>
                  <a:pt x="2756517" y="2009207"/>
                  <a:pt x="2755890" y="2008841"/>
                  <a:pt x="2755628" y="2008370"/>
                </a:cubicBezTo>
                <a:lnTo>
                  <a:pt x="2748983" y="1996912"/>
                </a:lnTo>
                <a:cubicBezTo>
                  <a:pt x="2748722" y="1996493"/>
                  <a:pt x="2748722" y="1995761"/>
                  <a:pt x="2748983" y="1995290"/>
                </a:cubicBezTo>
                <a:lnTo>
                  <a:pt x="2755628" y="1983831"/>
                </a:lnTo>
                <a:cubicBezTo>
                  <a:pt x="2755890" y="1983360"/>
                  <a:pt x="2756517" y="1982994"/>
                  <a:pt x="2757041" y="1982994"/>
                </a:cubicBezTo>
                <a:close/>
                <a:moveTo>
                  <a:pt x="1599789" y="1982942"/>
                </a:moveTo>
                <a:lnTo>
                  <a:pt x="1613079" y="1982942"/>
                </a:lnTo>
                <a:cubicBezTo>
                  <a:pt x="1613602" y="1982942"/>
                  <a:pt x="1614230" y="1983308"/>
                  <a:pt x="1614491" y="1983779"/>
                </a:cubicBezTo>
                <a:lnTo>
                  <a:pt x="1621136" y="1995290"/>
                </a:lnTo>
                <a:cubicBezTo>
                  <a:pt x="1621398" y="1995709"/>
                  <a:pt x="1621398" y="1996441"/>
                  <a:pt x="1621136" y="1996912"/>
                </a:cubicBezTo>
                <a:lnTo>
                  <a:pt x="1614491" y="2008423"/>
                </a:lnTo>
                <a:cubicBezTo>
                  <a:pt x="1614230" y="2008894"/>
                  <a:pt x="1613602" y="2009260"/>
                  <a:pt x="1613079" y="2009260"/>
                </a:cubicBezTo>
                <a:lnTo>
                  <a:pt x="1599789" y="2009260"/>
                </a:lnTo>
                <a:cubicBezTo>
                  <a:pt x="1599266" y="2009260"/>
                  <a:pt x="1598638" y="2008894"/>
                  <a:pt x="1598376" y="2008423"/>
                </a:cubicBezTo>
                <a:lnTo>
                  <a:pt x="1591731" y="1996912"/>
                </a:lnTo>
                <a:cubicBezTo>
                  <a:pt x="1591470" y="1996493"/>
                  <a:pt x="1591470" y="1995761"/>
                  <a:pt x="1591731" y="1995290"/>
                </a:cubicBezTo>
                <a:lnTo>
                  <a:pt x="1598376" y="1983779"/>
                </a:lnTo>
                <a:cubicBezTo>
                  <a:pt x="1598638" y="1983308"/>
                  <a:pt x="1599266" y="1982942"/>
                  <a:pt x="1599789" y="1982942"/>
                </a:cubicBezTo>
                <a:close/>
                <a:moveTo>
                  <a:pt x="1434400" y="1982785"/>
                </a:moveTo>
                <a:lnTo>
                  <a:pt x="1447899" y="1982785"/>
                </a:lnTo>
                <a:cubicBezTo>
                  <a:pt x="1448474" y="1982785"/>
                  <a:pt x="1449102" y="1983151"/>
                  <a:pt x="1449364" y="1983622"/>
                </a:cubicBezTo>
                <a:lnTo>
                  <a:pt x="1456113" y="1995342"/>
                </a:lnTo>
                <a:cubicBezTo>
                  <a:pt x="1456375" y="1995813"/>
                  <a:pt x="1456375" y="1996546"/>
                  <a:pt x="1456113" y="1997017"/>
                </a:cubicBezTo>
                <a:lnTo>
                  <a:pt x="1449364" y="2008737"/>
                </a:lnTo>
                <a:cubicBezTo>
                  <a:pt x="1449102" y="2009207"/>
                  <a:pt x="1448422" y="2009574"/>
                  <a:pt x="1447899" y="2009574"/>
                </a:cubicBezTo>
                <a:lnTo>
                  <a:pt x="1434400" y="2009574"/>
                </a:lnTo>
                <a:cubicBezTo>
                  <a:pt x="1433824" y="2009574"/>
                  <a:pt x="1433196" y="2009207"/>
                  <a:pt x="1432935" y="2008737"/>
                </a:cubicBezTo>
                <a:lnTo>
                  <a:pt x="1426185" y="1997017"/>
                </a:lnTo>
                <a:cubicBezTo>
                  <a:pt x="1425924" y="1996546"/>
                  <a:pt x="1425924" y="1995813"/>
                  <a:pt x="1426185" y="1995342"/>
                </a:cubicBezTo>
                <a:lnTo>
                  <a:pt x="1432935" y="1983622"/>
                </a:lnTo>
                <a:cubicBezTo>
                  <a:pt x="1433196" y="1983151"/>
                  <a:pt x="1433877" y="1982785"/>
                  <a:pt x="1434400" y="1982785"/>
                </a:cubicBezTo>
                <a:close/>
                <a:moveTo>
                  <a:pt x="2674006" y="1982209"/>
                </a:moveTo>
                <a:lnTo>
                  <a:pt x="2688081" y="1982209"/>
                </a:lnTo>
                <a:cubicBezTo>
                  <a:pt x="2688657" y="1982209"/>
                  <a:pt x="2689337" y="1982628"/>
                  <a:pt x="2689599" y="1983098"/>
                </a:cubicBezTo>
                <a:lnTo>
                  <a:pt x="2696610" y="1995289"/>
                </a:lnTo>
                <a:cubicBezTo>
                  <a:pt x="2696871" y="1995760"/>
                  <a:pt x="2696871" y="1996545"/>
                  <a:pt x="2696610" y="1997016"/>
                </a:cubicBezTo>
                <a:lnTo>
                  <a:pt x="2689599" y="2009207"/>
                </a:lnTo>
                <a:cubicBezTo>
                  <a:pt x="2689337" y="2009730"/>
                  <a:pt x="2688657" y="2010096"/>
                  <a:pt x="2688081" y="2010096"/>
                </a:cubicBezTo>
                <a:lnTo>
                  <a:pt x="2674006" y="2010096"/>
                </a:lnTo>
                <a:cubicBezTo>
                  <a:pt x="2673431" y="2010096"/>
                  <a:pt x="2672751" y="2009678"/>
                  <a:pt x="2672489" y="2009207"/>
                </a:cubicBezTo>
                <a:lnTo>
                  <a:pt x="2665478" y="1997016"/>
                </a:lnTo>
                <a:cubicBezTo>
                  <a:pt x="2665217" y="1996545"/>
                  <a:pt x="2665217" y="1995760"/>
                  <a:pt x="2665478" y="1995289"/>
                </a:cubicBezTo>
                <a:lnTo>
                  <a:pt x="2672489" y="1983098"/>
                </a:lnTo>
                <a:cubicBezTo>
                  <a:pt x="2672751" y="1982575"/>
                  <a:pt x="2673431" y="1982209"/>
                  <a:pt x="2674006" y="1982209"/>
                </a:cubicBezTo>
                <a:close/>
                <a:moveTo>
                  <a:pt x="937971" y="1981843"/>
                </a:moveTo>
                <a:lnTo>
                  <a:pt x="952464" y="1981843"/>
                </a:lnTo>
                <a:cubicBezTo>
                  <a:pt x="953040" y="1981843"/>
                  <a:pt x="953772" y="1982262"/>
                  <a:pt x="954034" y="1982732"/>
                </a:cubicBezTo>
                <a:lnTo>
                  <a:pt x="961254" y="1995290"/>
                </a:lnTo>
                <a:cubicBezTo>
                  <a:pt x="961516" y="1995761"/>
                  <a:pt x="961516" y="1996598"/>
                  <a:pt x="961254" y="1997069"/>
                </a:cubicBezTo>
                <a:lnTo>
                  <a:pt x="954034" y="2009626"/>
                </a:lnTo>
                <a:cubicBezTo>
                  <a:pt x="953720" y="2010097"/>
                  <a:pt x="953040" y="2010515"/>
                  <a:pt x="952464" y="2010515"/>
                </a:cubicBezTo>
                <a:lnTo>
                  <a:pt x="937971" y="2010515"/>
                </a:lnTo>
                <a:cubicBezTo>
                  <a:pt x="937396" y="2010515"/>
                  <a:pt x="936663" y="2010097"/>
                  <a:pt x="936402" y="2009626"/>
                </a:cubicBezTo>
                <a:lnTo>
                  <a:pt x="929181" y="1997069"/>
                </a:lnTo>
                <a:cubicBezTo>
                  <a:pt x="928920" y="1996598"/>
                  <a:pt x="928920" y="1995761"/>
                  <a:pt x="929181" y="1995290"/>
                </a:cubicBezTo>
                <a:lnTo>
                  <a:pt x="936402" y="1982732"/>
                </a:lnTo>
                <a:cubicBezTo>
                  <a:pt x="936716" y="1982262"/>
                  <a:pt x="937396" y="1981843"/>
                  <a:pt x="937971" y="1981843"/>
                </a:cubicBezTo>
                <a:close/>
                <a:moveTo>
                  <a:pt x="1516336" y="1981424"/>
                </a:moveTo>
                <a:lnTo>
                  <a:pt x="1531195" y="1981424"/>
                </a:lnTo>
                <a:cubicBezTo>
                  <a:pt x="1531771" y="1981424"/>
                  <a:pt x="1532451" y="1981843"/>
                  <a:pt x="1532765" y="1982366"/>
                </a:cubicBezTo>
                <a:lnTo>
                  <a:pt x="1540195" y="1995237"/>
                </a:lnTo>
                <a:cubicBezTo>
                  <a:pt x="1540509" y="1995760"/>
                  <a:pt x="1540509" y="1996545"/>
                  <a:pt x="1540195" y="1997068"/>
                </a:cubicBezTo>
                <a:lnTo>
                  <a:pt x="1532765" y="2009939"/>
                </a:lnTo>
                <a:cubicBezTo>
                  <a:pt x="1532503" y="2010463"/>
                  <a:pt x="1531771" y="2010881"/>
                  <a:pt x="1531195" y="2010881"/>
                </a:cubicBezTo>
                <a:lnTo>
                  <a:pt x="1516336" y="2010881"/>
                </a:lnTo>
                <a:cubicBezTo>
                  <a:pt x="1515760" y="2010881"/>
                  <a:pt x="1515080" y="2010463"/>
                  <a:pt x="1514766" y="2009939"/>
                </a:cubicBezTo>
                <a:lnTo>
                  <a:pt x="1507336" y="1997068"/>
                </a:lnTo>
                <a:cubicBezTo>
                  <a:pt x="1507023" y="1996545"/>
                  <a:pt x="1507023" y="1995760"/>
                  <a:pt x="1507336" y="1995237"/>
                </a:cubicBezTo>
                <a:lnTo>
                  <a:pt x="1514766" y="1982366"/>
                </a:lnTo>
                <a:cubicBezTo>
                  <a:pt x="1515028" y="1981843"/>
                  <a:pt x="1515760" y="1981424"/>
                  <a:pt x="1516336" y="1981424"/>
                </a:cubicBezTo>
                <a:close/>
                <a:moveTo>
                  <a:pt x="1681672" y="1981372"/>
                </a:moveTo>
                <a:lnTo>
                  <a:pt x="1696584" y="1981372"/>
                </a:lnTo>
                <a:cubicBezTo>
                  <a:pt x="1697212" y="1981372"/>
                  <a:pt x="1697892" y="1981791"/>
                  <a:pt x="1698206" y="1982314"/>
                </a:cubicBezTo>
                <a:lnTo>
                  <a:pt x="1705688" y="1995237"/>
                </a:lnTo>
                <a:cubicBezTo>
                  <a:pt x="1706002" y="1995708"/>
                  <a:pt x="1706002" y="1996545"/>
                  <a:pt x="1705688" y="1997069"/>
                </a:cubicBezTo>
                <a:lnTo>
                  <a:pt x="1698206" y="2009992"/>
                </a:lnTo>
                <a:cubicBezTo>
                  <a:pt x="1697892" y="2010515"/>
                  <a:pt x="1697160" y="2010934"/>
                  <a:pt x="1696584" y="2010934"/>
                </a:cubicBezTo>
                <a:lnTo>
                  <a:pt x="1681672" y="2010934"/>
                </a:lnTo>
                <a:cubicBezTo>
                  <a:pt x="1681045" y="2010934"/>
                  <a:pt x="1680364" y="2010515"/>
                  <a:pt x="1680050" y="2009992"/>
                </a:cubicBezTo>
                <a:lnTo>
                  <a:pt x="1672568" y="1997069"/>
                </a:lnTo>
                <a:cubicBezTo>
                  <a:pt x="1672255" y="1996598"/>
                  <a:pt x="1672255" y="1995760"/>
                  <a:pt x="1672568" y="1995237"/>
                </a:cubicBezTo>
                <a:lnTo>
                  <a:pt x="1680050" y="1982314"/>
                </a:lnTo>
                <a:cubicBezTo>
                  <a:pt x="1680364" y="1981791"/>
                  <a:pt x="1681097" y="1981372"/>
                  <a:pt x="1681672" y="1981372"/>
                </a:cubicBezTo>
                <a:close/>
                <a:moveTo>
                  <a:pt x="1764027" y="1980796"/>
                </a:moveTo>
                <a:lnTo>
                  <a:pt x="1779567" y="1980796"/>
                </a:lnTo>
                <a:cubicBezTo>
                  <a:pt x="1780195" y="1980796"/>
                  <a:pt x="1780927" y="1981215"/>
                  <a:pt x="1781241" y="1981738"/>
                </a:cubicBezTo>
                <a:lnTo>
                  <a:pt x="1788985" y="1995184"/>
                </a:lnTo>
                <a:cubicBezTo>
                  <a:pt x="1789299" y="1995708"/>
                  <a:pt x="1789299" y="1996597"/>
                  <a:pt x="1788985" y="1997120"/>
                </a:cubicBezTo>
                <a:lnTo>
                  <a:pt x="1781241" y="2010567"/>
                </a:lnTo>
                <a:cubicBezTo>
                  <a:pt x="1780927" y="2011090"/>
                  <a:pt x="1780195" y="2011509"/>
                  <a:pt x="1779567" y="2011509"/>
                </a:cubicBezTo>
                <a:lnTo>
                  <a:pt x="1764027" y="2011509"/>
                </a:lnTo>
                <a:cubicBezTo>
                  <a:pt x="1763399" y="2011509"/>
                  <a:pt x="1762667" y="2011090"/>
                  <a:pt x="1762353" y="2010567"/>
                </a:cubicBezTo>
                <a:lnTo>
                  <a:pt x="1754609" y="1997120"/>
                </a:lnTo>
                <a:cubicBezTo>
                  <a:pt x="1754296" y="1996597"/>
                  <a:pt x="1754296" y="1995708"/>
                  <a:pt x="1754609" y="1995184"/>
                </a:cubicBezTo>
                <a:lnTo>
                  <a:pt x="1762353" y="1981738"/>
                </a:lnTo>
                <a:cubicBezTo>
                  <a:pt x="1762667" y="1981215"/>
                  <a:pt x="1763399" y="1980796"/>
                  <a:pt x="1764027" y="1980796"/>
                </a:cubicBezTo>
                <a:close/>
                <a:moveTo>
                  <a:pt x="2425059" y="1980273"/>
                </a:moveTo>
                <a:lnTo>
                  <a:pt x="2441070" y="1980273"/>
                </a:lnTo>
                <a:cubicBezTo>
                  <a:pt x="2441698" y="1980273"/>
                  <a:pt x="2442482" y="1980744"/>
                  <a:pt x="2442797" y="1981267"/>
                </a:cubicBezTo>
                <a:lnTo>
                  <a:pt x="2450802" y="1995132"/>
                </a:lnTo>
                <a:cubicBezTo>
                  <a:pt x="2451116" y="1995708"/>
                  <a:pt x="2451116" y="1996598"/>
                  <a:pt x="2450802" y="1997121"/>
                </a:cubicBezTo>
                <a:lnTo>
                  <a:pt x="2442797" y="2010986"/>
                </a:lnTo>
                <a:cubicBezTo>
                  <a:pt x="2442482" y="2011561"/>
                  <a:pt x="2441698" y="2011980"/>
                  <a:pt x="2441070" y="2011980"/>
                </a:cubicBezTo>
                <a:lnTo>
                  <a:pt x="2425059" y="2011980"/>
                </a:lnTo>
                <a:cubicBezTo>
                  <a:pt x="2424432" y="2011980"/>
                  <a:pt x="2423647" y="2011509"/>
                  <a:pt x="2423333" y="2010986"/>
                </a:cubicBezTo>
                <a:lnTo>
                  <a:pt x="2415328" y="1997121"/>
                </a:lnTo>
                <a:cubicBezTo>
                  <a:pt x="2415013" y="1996545"/>
                  <a:pt x="2415013" y="1995656"/>
                  <a:pt x="2415328" y="1995132"/>
                </a:cubicBezTo>
                <a:lnTo>
                  <a:pt x="2423333" y="1981267"/>
                </a:lnTo>
                <a:cubicBezTo>
                  <a:pt x="2423647" y="1980692"/>
                  <a:pt x="2424432" y="1980273"/>
                  <a:pt x="2425059" y="1980273"/>
                </a:cubicBezTo>
                <a:close/>
                <a:moveTo>
                  <a:pt x="854362" y="1979959"/>
                </a:moveTo>
                <a:lnTo>
                  <a:pt x="870738" y="1979959"/>
                </a:lnTo>
                <a:cubicBezTo>
                  <a:pt x="871419" y="1979959"/>
                  <a:pt x="872204" y="1980378"/>
                  <a:pt x="872518" y="1980953"/>
                </a:cubicBezTo>
                <a:lnTo>
                  <a:pt x="880732" y="1995132"/>
                </a:lnTo>
                <a:cubicBezTo>
                  <a:pt x="881046" y="1995708"/>
                  <a:pt x="881046" y="1996597"/>
                  <a:pt x="880732" y="1997173"/>
                </a:cubicBezTo>
                <a:lnTo>
                  <a:pt x="872518" y="2011352"/>
                </a:lnTo>
                <a:cubicBezTo>
                  <a:pt x="872151" y="2011875"/>
                  <a:pt x="871366" y="2012346"/>
                  <a:pt x="870738" y="2012346"/>
                </a:cubicBezTo>
                <a:lnTo>
                  <a:pt x="854362" y="2012346"/>
                </a:lnTo>
                <a:cubicBezTo>
                  <a:pt x="853682" y="2012346"/>
                  <a:pt x="852897" y="2011928"/>
                  <a:pt x="852583" y="2011352"/>
                </a:cubicBezTo>
                <a:lnTo>
                  <a:pt x="844368" y="1997173"/>
                </a:lnTo>
                <a:cubicBezTo>
                  <a:pt x="844055" y="1996597"/>
                  <a:pt x="844055" y="1995708"/>
                  <a:pt x="844368" y="1995132"/>
                </a:cubicBezTo>
                <a:lnTo>
                  <a:pt x="852583" y="1980953"/>
                </a:lnTo>
                <a:cubicBezTo>
                  <a:pt x="852949" y="1980430"/>
                  <a:pt x="853734" y="1979959"/>
                  <a:pt x="854362" y="1979959"/>
                </a:cubicBezTo>
                <a:close/>
                <a:moveTo>
                  <a:pt x="771432" y="1979384"/>
                </a:moveTo>
                <a:lnTo>
                  <a:pt x="788384" y="1979384"/>
                </a:lnTo>
                <a:cubicBezTo>
                  <a:pt x="789064" y="1979384"/>
                  <a:pt x="789901" y="1979855"/>
                  <a:pt x="790215" y="1980430"/>
                </a:cubicBezTo>
                <a:lnTo>
                  <a:pt x="798691" y="1995081"/>
                </a:lnTo>
                <a:cubicBezTo>
                  <a:pt x="799005" y="1995656"/>
                  <a:pt x="799005" y="1996598"/>
                  <a:pt x="798691" y="1997173"/>
                </a:cubicBezTo>
                <a:lnTo>
                  <a:pt x="790215" y="2011823"/>
                </a:lnTo>
                <a:cubicBezTo>
                  <a:pt x="789849" y="2012399"/>
                  <a:pt x="789064" y="2012870"/>
                  <a:pt x="788384" y="2012870"/>
                </a:cubicBezTo>
                <a:lnTo>
                  <a:pt x="771432" y="2012870"/>
                </a:lnTo>
                <a:cubicBezTo>
                  <a:pt x="770752" y="2012870"/>
                  <a:pt x="769914" y="2012399"/>
                  <a:pt x="769601" y="2011823"/>
                </a:cubicBezTo>
                <a:lnTo>
                  <a:pt x="761124" y="1997173"/>
                </a:lnTo>
                <a:cubicBezTo>
                  <a:pt x="760811" y="1996598"/>
                  <a:pt x="760811" y="1995656"/>
                  <a:pt x="761124" y="1995081"/>
                </a:cubicBezTo>
                <a:lnTo>
                  <a:pt x="769601" y="1980430"/>
                </a:lnTo>
                <a:cubicBezTo>
                  <a:pt x="769967" y="1979855"/>
                  <a:pt x="770752" y="1979384"/>
                  <a:pt x="771432" y="1979384"/>
                </a:cubicBezTo>
                <a:close/>
                <a:moveTo>
                  <a:pt x="2176531" y="1979227"/>
                </a:moveTo>
                <a:lnTo>
                  <a:pt x="2193641" y="1979227"/>
                </a:lnTo>
                <a:cubicBezTo>
                  <a:pt x="2194321" y="1979227"/>
                  <a:pt x="2195158" y="1979698"/>
                  <a:pt x="2195472" y="1980273"/>
                </a:cubicBezTo>
                <a:lnTo>
                  <a:pt x="2204000" y="1995080"/>
                </a:lnTo>
                <a:cubicBezTo>
                  <a:pt x="2204314" y="1995656"/>
                  <a:pt x="2204314" y="1996598"/>
                  <a:pt x="2204000" y="1997173"/>
                </a:cubicBezTo>
                <a:lnTo>
                  <a:pt x="2195472" y="2011980"/>
                </a:lnTo>
                <a:cubicBezTo>
                  <a:pt x="2195158" y="2012556"/>
                  <a:pt x="2194321" y="2013027"/>
                  <a:pt x="2193641" y="2013027"/>
                </a:cubicBezTo>
                <a:lnTo>
                  <a:pt x="2176531" y="2013027"/>
                </a:lnTo>
                <a:cubicBezTo>
                  <a:pt x="2175851" y="2013027"/>
                  <a:pt x="2175014" y="2012556"/>
                  <a:pt x="2174700" y="2011980"/>
                </a:cubicBezTo>
                <a:lnTo>
                  <a:pt x="2166172" y="1997173"/>
                </a:lnTo>
                <a:cubicBezTo>
                  <a:pt x="2165857" y="1996598"/>
                  <a:pt x="2165857" y="1995656"/>
                  <a:pt x="2166172" y="1995080"/>
                </a:cubicBezTo>
                <a:lnTo>
                  <a:pt x="2174700" y="1980273"/>
                </a:lnTo>
                <a:cubicBezTo>
                  <a:pt x="2175014" y="1979698"/>
                  <a:pt x="2175851" y="1979227"/>
                  <a:pt x="2176531" y="1979227"/>
                </a:cubicBezTo>
                <a:close/>
                <a:moveTo>
                  <a:pt x="688606" y="1979122"/>
                </a:moveTo>
                <a:lnTo>
                  <a:pt x="705872" y="1979122"/>
                </a:lnTo>
                <a:cubicBezTo>
                  <a:pt x="706552" y="1979122"/>
                  <a:pt x="707390" y="1979593"/>
                  <a:pt x="707704" y="1980168"/>
                </a:cubicBezTo>
                <a:lnTo>
                  <a:pt x="716337" y="1995080"/>
                </a:lnTo>
                <a:cubicBezTo>
                  <a:pt x="716703" y="1995656"/>
                  <a:pt x="716703" y="1996650"/>
                  <a:pt x="716337" y="1997225"/>
                </a:cubicBezTo>
                <a:lnTo>
                  <a:pt x="707704" y="2012137"/>
                </a:lnTo>
                <a:cubicBezTo>
                  <a:pt x="707390" y="2012713"/>
                  <a:pt x="706552" y="2013184"/>
                  <a:pt x="705872" y="2013184"/>
                </a:cubicBezTo>
                <a:lnTo>
                  <a:pt x="688606" y="2013184"/>
                </a:lnTo>
                <a:cubicBezTo>
                  <a:pt x="687926" y="2013184"/>
                  <a:pt x="687089" y="2012713"/>
                  <a:pt x="686775" y="2012137"/>
                </a:cubicBezTo>
                <a:lnTo>
                  <a:pt x="678142" y="1997225"/>
                </a:lnTo>
                <a:cubicBezTo>
                  <a:pt x="677775" y="1996650"/>
                  <a:pt x="677775" y="1995656"/>
                  <a:pt x="678142" y="1995080"/>
                </a:cubicBezTo>
                <a:lnTo>
                  <a:pt x="686775" y="1980168"/>
                </a:lnTo>
                <a:cubicBezTo>
                  <a:pt x="687089" y="1979593"/>
                  <a:pt x="687926" y="1979122"/>
                  <a:pt x="688606" y="1979122"/>
                </a:cubicBezTo>
                <a:close/>
                <a:moveTo>
                  <a:pt x="605833" y="1978808"/>
                </a:moveTo>
                <a:lnTo>
                  <a:pt x="623308" y="1978808"/>
                </a:lnTo>
                <a:cubicBezTo>
                  <a:pt x="623989" y="1978808"/>
                  <a:pt x="624826" y="1979331"/>
                  <a:pt x="625192" y="1979907"/>
                </a:cubicBezTo>
                <a:lnTo>
                  <a:pt x="633930" y="1995080"/>
                </a:lnTo>
                <a:cubicBezTo>
                  <a:pt x="634296" y="1995656"/>
                  <a:pt x="634296" y="1996650"/>
                  <a:pt x="633930" y="1997225"/>
                </a:cubicBezTo>
                <a:lnTo>
                  <a:pt x="625192" y="2012399"/>
                </a:lnTo>
                <a:cubicBezTo>
                  <a:pt x="624826" y="2013026"/>
                  <a:pt x="623989" y="2013497"/>
                  <a:pt x="623308" y="2013497"/>
                </a:cubicBezTo>
                <a:lnTo>
                  <a:pt x="605833" y="2013497"/>
                </a:lnTo>
                <a:cubicBezTo>
                  <a:pt x="605153" y="2013497"/>
                  <a:pt x="604316" y="2012974"/>
                  <a:pt x="603949" y="2012399"/>
                </a:cubicBezTo>
                <a:lnTo>
                  <a:pt x="595212" y="1997225"/>
                </a:lnTo>
                <a:cubicBezTo>
                  <a:pt x="594845" y="1996650"/>
                  <a:pt x="594845" y="1995656"/>
                  <a:pt x="595212" y="1995080"/>
                </a:cubicBezTo>
                <a:lnTo>
                  <a:pt x="603949" y="1979907"/>
                </a:lnTo>
                <a:cubicBezTo>
                  <a:pt x="604316" y="1979279"/>
                  <a:pt x="605153" y="1978808"/>
                  <a:pt x="605833" y="1978808"/>
                </a:cubicBezTo>
                <a:close/>
                <a:moveTo>
                  <a:pt x="192126" y="1978076"/>
                </a:moveTo>
                <a:lnTo>
                  <a:pt x="210386" y="1978076"/>
                </a:lnTo>
                <a:cubicBezTo>
                  <a:pt x="211066" y="1978076"/>
                  <a:pt x="211956" y="1978599"/>
                  <a:pt x="212322" y="1979227"/>
                </a:cubicBezTo>
                <a:lnTo>
                  <a:pt x="221426" y="1995028"/>
                </a:lnTo>
                <a:cubicBezTo>
                  <a:pt x="221792" y="1995656"/>
                  <a:pt x="221792" y="1996650"/>
                  <a:pt x="221426" y="1997278"/>
                </a:cubicBezTo>
                <a:lnTo>
                  <a:pt x="212322" y="2013079"/>
                </a:lnTo>
                <a:cubicBezTo>
                  <a:pt x="211956" y="2013707"/>
                  <a:pt x="211118" y="2014230"/>
                  <a:pt x="210386" y="2014230"/>
                </a:cubicBezTo>
                <a:lnTo>
                  <a:pt x="192126" y="2014230"/>
                </a:lnTo>
                <a:cubicBezTo>
                  <a:pt x="191445" y="2014230"/>
                  <a:pt x="190556" y="2013707"/>
                  <a:pt x="190190" y="2013079"/>
                </a:cubicBezTo>
                <a:lnTo>
                  <a:pt x="181086" y="1997278"/>
                </a:lnTo>
                <a:cubicBezTo>
                  <a:pt x="180719" y="1996650"/>
                  <a:pt x="180719" y="1995656"/>
                  <a:pt x="181086" y="1995028"/>
                </a:cubicBezTo>
                <a:lnTo>
                  <a:pt x="190190" y="1979227"/>
                </a:lnTo>
                <a:cubicBezTo>
                  <a:pt x="190556" y="1978599"/>
                  <a:pt x="191393" y="1978076"/>
                  <a:pt x="192126" y="1978076"/>
                </a:cubicBezTo>
                <a:close/>
                <a:moveTo>
                  <a:pt x="1845283" y="1978023"/>
                </a:moveTo>
                <a:lnTo>
                  <a:pt x="1863596" y="1978023"/>
                </a:lnTo>
                <a:cubicBezTo>
                  <a:pt x="1864276" y="1978023"/>
                  <a:pt x="1865165" y="1978546"/>
                  <a:pt x="1865531" y="1979174"/>
                </a:cubicBezTo>
                <a:lnTo>
                  <a:pt x="1874688" y="1995028"/>
                </a:lnTo>
                <a:cubicBezTo>
                  <a:pt x="1875054" y="1995655"/>
                  <a:pt x="1875054" y="1996650"/>
                  <a:pt x="1874688" y="1997277"/>
                </a:cubicBezTo>
                <a:lnTo>
                  <a:pt x="1865531" y="2013131"/>
                </a:lnTo>
                <a:cubicBezTo>
                  <a:pt x="1865217" y="2013759"/>
                  <a:pt x="1864328" y="2014282"/>
                  <a:pt x="1863596" y="2014282"/>
                </a:cubicBezTo>
                <a:lnTo>
                  <a:pt x="1845283" y="2014282"/>
                </a:lnTo>
                <a:cubicBezTo>
                  <a:pt x="1844603" y="2014282"/>
                  <a:pt x="1843713" y="2013759"/>
                  <a:pt x="1843347" y="2013131"/>
                </a:cubicBezTo>
                <a:lnTo>
                  <a:pt x="1834191" y="1997277"/>
                </a:lnTo>
                <a:cubicBezTo>
                  <a:pt x="1833824" y="1996650"/>
                  <a:pt x="1833824" y="1995655"/>
                  <a:pt x="1834191" y="1995028"/>
                </a:cubicBezTo>
                <a:lnTo>
                  <a:pt x="1843347" y="1979174"/>
                </a:lnTo>
                <a:cubicBezTo>
                  <a:pt x="1843661" y="1978546"/>
                  <a:pt x="1844550" y="1978023"/>
                  <a:pt x="1845283" y="1978023"/>
                </a:cubicBezTo>
                <a:close/>
                <a:moveTo>
                  <a:pt x="522537" y="1977552"/>
                </a:moveTo>
                <a:lnTo>
                  <a:pt x="541321" y="1977552"/>
                </a:lnTo>
                <a:cubicBezTo>
                  <a:pt x="542105" y="1977552"/>
                  <a:pt x="542995" y="1978075"/>
                  <a:pt x="543361" y="1978703"/>
                </a:cubicBezTo>
                <a:lnTo>
                  <a:pt x="552779" y="1994975"/>
                </a:lnTo>
                <a:cubicBezTo>
                  <a:pt x="553145" y="1995603"/>
                  <a:pt x="553145" y="1996649"/>
                  <a:pt x="552779" y="1997277"/>
                </a:cubicBezTo>
                <a:lnTo>
                  <a:pt x="543361" y="2013549"/>
                </a:lnTo>
                <a:cubicBezTo>
                  <a:pt x="542943" y="2014177"/>
                  <a:pt x="542053" y="2014700"/>
                  <a:pt x="541321" y="2014700"/>
                </a:cubicBezTo>
                <a:lnTo>
                  <a:pt x="522537" y="2014700"/>
                </a:lnTo>
                <a:cubicBezTo>
                  <a:pt x="521752" y="2014700"/>
                  <a:pt x="520863" y="2014177"/>
                  <a:pt x="520497" y="2013549"/>
                </a:cubicBezTo>
                <a:lnTo>
                  <a:pt x="511079" y="1997277"/>
                </a:lnTo>
                <a:cubicBezTo>
                  <a:pt x="510712" y="1996649"/>
                  <a:pt x="510712" y="1995603"/>
                  <a:pt x="511079" y="1994975"/>
                </a:cubicBezTo>
                <a:lnTo>
                  <a:pt x="520497" y="1978703"/>
                </a:lnTo>
                <a:cubicBezTo>
                  <a:pt x="520915" y="1978075"/>
                  <a:pt x="521805" y="1977552"/>
                  <a:pt x="522537" y="1977552"/>
                </a:cubicBezTo>
                <a:close/>
                <a:moveTo>
                  <a:pt x="2258154" y="1977239"/>
                </a:moveTo>
                <a:lnTo>
                  <a:pt x="2277251" y="1977239"/>
                </a:lnTo>
                <a:cubicBezTo>
                  <a:pt x="2277984" y="1977239"/>
                  <a:pt x="2278925" y="1977814"/>
                  <a:pt x="2279292" y="1978442"/>
                </a:cubicBezTo>
                <a:lnTo>
                  <a:pt x="2288867" y="1994976"/>
                </a:lnTo>
                <a:cubicBezTo>
                  <a:pt x="2289233" y="1995604"/>
                  <a:pt x="2289233" y="1996703"/>
                  <a:pt x="2288867" y="1997331"/>
                </a:cubicBezTo>
                <a:lnTo>
                  <a:pt x="2279292" y="2013864"/>
                </a:lnTo>
                <a:cubicBezTo>
                  <a:pt x="2278925" y="2014544"/>
                  <a:pt x="2277984" y="2015068"/>
                  <a:pt x="2277251" y="2015068"/>
                </a:cubicBezTo>
                <a:lnTo>
                  <a:pt x="2258154" y="2015068"/>
                </a:lnTo>
                <a:cubicBezTo>
                  <a:pt x="2257421" y="2015068"/>
                  <a:pt x="2256480" y="2014492"/>
                  <a:pt x="2256113" y="2013864"/>
                </a:cubicBezTo>
                <a:lnTo>
                  <a:pt x="2246538" y="1997331"/>
                </a:lnTo>
                <a:cubicBezTo>
                  <a:pt x="2246173" y="1996703"/>
                  <a:pt x="2246173" y="1995604"/>
                  <a:pt x="2246538" y="1994976"/>
                </a:cubicBezTo>
                <a:lnTo>
                  <a:pt x="2256113" y="1978442"/>
                </a:lnTo>
                <a:cubicBezTo>
                  <a:pt x="2256480" y="1977762"/>
                  <a:pt x="2257421" y="1977239"/>
                  <a:pt x="2258154" y="1977239"/>
                </a:cubicBezTo>
                <a:close/>
                <a:moveTo>
                  <a:pt x="2340299" y="1976244"/>
                </a:moveTo>
                <a:lnTo>
                  <a:pt x="2360390" y="1976244"/>
                </a:lnTo>
                <a:cubicBezTo>
                  <a:pt x="2361175" y="1976244"/>
                  <a:pt x="2362117" y="1976819"/>
                  <a:pt x="2362536" y="1977500"/>
                </a:cubicBezTo>
                <a:lnTo>
                  <a:pt x="2372581" y="1994923"/>
                </a:lnTo>
                <a:cubicBezTo>
                  <a:pt x="2373000" y="1995655"/>
                  <a:pt x="2373000" y="1996754"/>
                  <a:pt x="2372581" y="1997434"/>
                </a:cubicBezTo>
                <a:lnTo>
                  <a:pt x="2362536" y="2014857"/>
                </a:lnTo>
                <a:cubicBezTo>
                  <a:pt x="2362169" y="2015538"/>
                  <a:pt x="2361175" y="2016113"/>
                  <a:pt x="2360390" y="2016113"/>
                </a:cubicBezTo>
                <a:lnTo>
                  <a:pt x="2340299" y="2016113"/>
                </a:lnTo>
                <a:cubicBezTo>
                  <a:pt x="2339514" y="2016113"/>
                  <a:pt x="2338572" y="2015538"/>
                  <a:pt x="2338154" y="2014857"/>
                </a:cubicBezTo>
                <a:lnTo>
                  <a:pt x="2328108" y="1997434"/>
                </a:lnTo>
                <a:cubicBezTo>
                  <a:pt x="2327689" y="1996702"/>
                  <a:pt x="2327689" y="1995603"/>
                  <a:pt x="2328108" y="1994923"/>
                </a:cubicBezTo>
                <a:lnTo>
                  <a:pt x="2338154" y="1977500"/>
                </a:lnTo>
                <a:cubicBezTo>
                  <a:pt x="2338520" y="1976819"/>
                  <a:pt x="2339514" y="1976244"/>
                  <a:pt x="2340299" y="1976244"/>
                </a:cubicBezTo>
                <a:close/>
                <a:moveTo>
                  <a:pt x="2588251" y="1976140"/>
                </a:moveTo>
                <a:lnTo>
                  <a:pt x="2608448" y="1976140"/>
                </a:lnTo>
                <a:cubicBezTo>
                  <a:pt x="2609232" y="1976140"/>
                  <a:pt x="2610174" y="1976715"/>
                  <a:pt x="2610592" y="1977396"/>
                </a:cubicBezTo>
                <a:lnTo>
                  <a:pt x="2620691" y="1994923"/>
                </a:lnTo>
                <a:cubicBezTo>
                  <a:pt x="2621109" y="1995604"/>
                  <a:pt x="2621109" y="1996755"/>
                  <a:pt x="2620691" y="1997435"/>
                </a:cubicBezTo>
                <a:lnTo>
                  <a:pt x="2610592" y="2014963"/>
                </a:lnTo>
                <a:cubicBezTo>
                  <a:pt x="2610226" y="2015643"/>
                  <a:pt x="2609232" y="2016218"/>
                  <a:pt x="2608448" y="2016218"/>
                </a:cubicBezTo>
                <a:lnTo>
                  <a:pt x="2588251" y="2016218"/>
                </a:lnTo>
                <a:cubicBezTo>
                  <a:pt x="2587467" y="2016218"/>
                  <a:pt x="2586524" y="2015643"/>
                  <a:pt x="2586106" y="2014963"/>
                </a:cubicBezTo>
                <a:lnTo>
                  <a:pt x="2576008" y="1997435"/>
                </a:lnTo>
                <a:cubicBezTo>
                  <a:pt x="2575589" y="1996755"/>
                  <a:pt x="2575589" y="1995604"/>
                  <a:pt x="2576008" y="1994923"/>
                </a:cubicBezTo>
                <a:lnTo>
                  <a:pt x="2586106" y="1977396"/>
                </a:lnTo>
                <a:cubicBezTo>
                  <a:pt x="2586472" y="1976715"/>
                  <a:pt x="2587467" y="1976140"/>
                  <a:pt x="2588251" y="1976140"/>
                </a:cubicBezTo>
                <a:close/>
                <a:moveTo>
                  <a:pt x="2505583" y="1976035"/>
                </a:moveTo>
                <a:lnTo>
                  <a:pt x="2525884" y="1976035"/>
                </a:lnTo>
                <a:cubicBezTo>
                  <a:pt x="2526721" y="1976035"/>
                  <a:pt x="2527663" y="1976611"/>
                  <a:pt x="2528081" y="1977291"/>
                </a:cubicBezTo>
                <a:lnTo>
                  <a:pt x="2538232" y="1994871"/>
                </a:lnTo>
                <a:cubicBezTo>
                  <a:pt x="2538650" y="1995551"/>
                  <a:pt x="2538650" y="1996702"/>
                  <a:pt x="2538232" y="1997382"/>
                </a:cubicBezTo>
                <a:lnTo>
                  <a:pt x="2528081" y="2014962"/>
                </a:lnTo>
                <a:cubicBezTo>
                  <a:pt x="2527663" y="2015643"/>
                  <a:pt x="2526669" y="2016218"/>
                  <a:pt x="2525884" y="2016218"/>
                </a:cubicBezTo>
                <a:lnTo>
                  <a:pt x="2505583" y="2016218"/>
                </a:lnTo>
                <a:cubicBezTo>
                  <a:pt x="2504746" y="2016218"/>
                  <a:pt x="2503804" y="2015643"/>
                  <a:pt x="2503385" y="2014962"/>
                </a:cubicBezTo>
                <a:lnTo>
                  <a:pt x="2493235" y="1997382"/>
                </a:lnTo>
                <a:cubicBezTo>
                  <a:pt x="2492816" y="1996702"/>
                  <a:pt x="2492816" y="1995551"/>
                  <a:pt x="2493235" y="1994871"/>
                </a:cubicBezTo>
                <a:lnTo>
                  <a:pt x="2503385" y="1977291"/>
                </a:lnTo>
                <a:cubicBezTo>
                  <a:pt x="2503804" y="1976611"/>
                  <a:pt x="2504798" y="1976035"/>
                  <a:pt x="2505583" y="1976035"/>
                </a:cubicBezTo>
                <a:close/>
                <a:moveTo>
                  <a:pt x="439031" y="1975878"/>
                </a:moveTo>
                <a:lnTo>
                  <a:pt x="459489" y="1975878"/>
                </a:lnTo>
                <a:cubicBezTo>
                  <a:pt x="460326" y="1975878"/>
                  <a:pt x="461268" y="1976454"/>
                  <a:pt x="461687" y="1977134"/>
                </a:cubicBezTo>
                <a:lnTo>
                  <a:pt x="471942" y="1994871"/>
                </a:lnTo>
                <a:cubicBezTo>
                  <a:pt x="472360" y="1995551"/>
                  <a:pt x="472360" y="1996702"/>
                  <a:pt x="471942" y="1997382"/>
                </a:cubicBezTo>
                <a:lnTo>
                  <a:pt x="461687" y="2015119"/>
                </a:lnTo>
                <a:cubicBezTo>
                  <a:pt x="461268" y="2015800"/>
                  <a:pt x="460274" y="2016375"/>
                  <a:pt x="459489" y="2016375"/>
                </a:cubicBezTo>
                <a:lnTo>
                  <a:pt x="439031" y="2016375"/>
                </a:lnTo>
                <a:cubicBezTo>
                  <a:pt x="438194" y="2016375"/>
                  <a:pt x="437253" y="2015800"/>
                  <a:pt x="436834" y="2015119"/>
                </a:cubicBezTo>
                <a:lnTo>
                  <a:pt x="426579" y="1997382"/>
                </a:lnTo>
                <a:cubicBezTo>
                  <a:pt x="426160" y="1996702"/>
                  <a:pt x="426160" y="1995551"/>
                  <a:pt x="426579" y="1994871"/>
                </a:cubicBezTo>
                <a:lnTo>
                  <a:pt x="436834" y="1977134"/>
                </a:lnTo>
                <a:cubicBezTo>
                  <a:pt x="437253" y="1976454"/>
                  <a:pt x="438247" y="1975878"/>
                  <a:pt x="439031" y="1975878"/>
                </a:cubicBezTo>
                <a:close/>
                <a:moveTo>
                  <a:pt x="2009416" y="1975564"/>
                </a:moveTo>
                <a:lnTo>
                  <a:pt x="2030187" y="1975564"/>
                </a:lnTo>
                <a:cubicBezTo>
                  <a:pt x="2031024" y="1975564"/>
                  <a:pt x="2032019" y="1976140"/>
                  <a:pt x="2032437" y="1976872"/>
                </a:cubicBezTo>
                <a:lnTo>
                  <a:pt x="2042849" y="1994871"/>
                </a:lnTo>
                <a:cubicBezTo>
                  <a:pt x="2043268" y="1995551"/>
                  <a:pt x="2043268" y="1996702"/>
                  <a:pt x="2042849" y="1997434"/>
                </a:cubicBezTo>
                <a:lnTo>
                  <a:pt x="2032437" y="2015433"/>
                </a:lnTo>
                <a:cubicBezTo>
                  <a:pt x="2032019" y="2016166"/>
                  <a:pt x="2031024" y="2016741"/>
                  <a:pt x="2030187" y="2016741"/>
                </a:cubicBezTo>
                <a:lnTo>
                  <a:pt x="2009416" y="2016741"/>
                </a:lnTo>
                <a:cubicBezTo>
                  <a:pt x="2008579" y="2016741"/>
                  <a:pt x="2007584" y="2016166"/>
                  <a:pt x="2007166" y="2015433"/>
                </a:cubicBezTo>
                <a:lnTo>
                  <a:pt x="1996754" y="1997434"/>
                </a:lnTo>
                <a:cubicBezTo>
                  <a:pt x="1996335" y="1996754"/>
                  <a:pt x="1996335" y="1995603"/>
                  <a:pt x="1996754" y="1994871"/>
                </a:cubicBezTo>
                <a:lnTo>
                  <a:pt x="2007166" y="1976872"/>
                </a:lnTo>
                <a:cubicBezTo>
                  <a:pt x="2007584" y="1976140"/>
                  <a:pt x="2008579" y="1975564"/>
                  <a:pt x="2009416" y="1975564"/>
                </a:cubicBezTo>
                <a:close/>
                <a:moveTo>
                  <a:pt x="1926172" y="1974518"/>
                </a:moveTo>
                <a:lnTo>
                  <a:pt x="1947990" y="1974518"/>
                </a:lnTo>
                <a:cubicBezTo>
                  <a:pt x="1948879" y="1974518"/>
                  <a:pt x="1949926" y="1975146"/>
                  <a:pt x="1950344" y="1975878"/>
                </a:cubicBezTo>
                <a:lnTo>
                  <a:pt x="1961279" y="1994766"/>
                </a:lnTo>
                <a:cubicBezTo>
                  <a:pt x="1961698" y="1995551"/>
                  <a:pt x="1961698" y="1996755"/>
                  <a:pt x="1961279" y="1997487"/>
                </a:cubicBezTo>
                <a:lnTo>
                  <a:pt x="1950344" y="2016375"/>
                </a:lnTo>
                <a:cubicBezTo>
                  <a:pt x="1949873" y="2017108"/>
                  <a:pt x="1948827" y="2017736"/>
                  <a:pt x="1947990" y="2017736"/>
                </a:cubicBezTo>
                <a:lnTo>
                  <a:pt x="1926172" y="2017736"/>
                </a:lnTo>
                <a:cubicBezTo>
                  <a:pt x="1925282" y="2017736"/>
                  <a:pt x="1924236" y="2017108"/>
                  <a:pt x="1923817" y="2016375"/>
                </a:cubicBezTo>
                <a:lnTo>
                  <a:pt x="1912882" y="1997487"/>
                </a:lnTo>
                <a:cubicBezTo>
                  <a:pt x="1912463" y="1996702"/>
                  <a:pt x="1912463" y="1995499"/>
                  <a:pt x="1912882" y="1994766"/>
                </a:cubicBezTo>
                <a:lnTo>
                  <a:pt x="1923817" y="1975878"/>
                </a:lnTo>
                <a:cubicBezTo>
                  <a:pt x="1924288" y="1975146"/>
                  <a:pt x="1925334" y="1974518"/>
                  <a:pt x="1926172" y="1974518"/>
                </a:cubicBezTo>
                <a:close/>
                <a:moveTo>
                  <a:pt x="355578" y="1974413"/>
                </a:moveTo>
                <a:lnTo>
                  <a:pt x="377553" y="1974413"/>
                </a:lnTo>
                <a:cubicBezTo>
                  <a:pt x="378443" y="1974413"/>
                  <a:pt x="379489" y="1975041"/>
                  <a:pt x="379907" y="1975773"/>
                </a:cubicBezTo>
                <a:lnTo>
                  <a:pt x="390895" y="1994818"/>
                </a:lnTo>
                <a:cubicBezTo>
                  <a:pt x="391314" y="1995551"/>
                  <a:pt x="391314" y="1996807"/>
                  <a:pt x="390895" y="1997539"/>
                </a:cubicBezTo>
                <a:lnTo>
                  <a:pt x="379907" y="2016584"/>
                </a:lnTo>
                <a:cubicBezTo>
                  <a:pt x="379489" y="2017317"/>
                  <a:pt x="378443" y="2017945"/>
                  <a:pt x="377553" y="2017945"/>
                </a:cubicBezTo>
                <a:lnTo>
                  <a:pt x="355578" y="2017945"/>
                </a:lnTo>
                <a:cubicBezTo>
                  <a:pt x="354688" y="2017945"/>
                  <a:pt x="353642" y="2017317"/>
                  <a:pt x="353224" y="2016584"/>
                </a:cubicBezTo>
                <a:lnTo>
                  <a:pt x="342236" y="1997539"/>
                </a:lnTo>
                <a:cubicBezTo>
                  <a:pt x="341817" y="1996807"/>
                  <a:pt x="341817" y="1995551"/>
                  <a:pt x="342236" y="1994818"/>
                </a:cubicBezTo>
                <a:lnTo>
                  <a:pt x="353224" y="1975773"/>
                </a:lnTo>
                <a:cubicBezTo>
                  <a:pt x="353642" y="1975041"/>
                  <a:pt x="354688" y="1974413"/>
                  <a:pt x="355578" y="1974413"/>
                </a:cubicBezTo>
                <a:close/>
                <a:moveTo>
                  <a:pt x="270870" y="1970332"/>
                </a:moveTo>
                <a:lnTo>
                  <a:pt x="296926" y="1970332"/>
                </a:lnTo>
                <a:cubicBezTo>
                  <a:pt x="297920" y="1970332"/>
                  <a:pt x="299176" y="1971065"/>
                  <a:pt x="299699" y="1971954"/>
                </a:cubicBezTo>
                <a:lnTo>
                  <a:pt x="312727" y="1994505"/>
                </a:lnTo>
                <a:cubicBezTo>
                  <a:pt x="313250" y="1995394"/>
                  <a:pt x="313250" y="1996859"/>
                  <a:pt x="312727" y="1997749"/>
                </a:cubicBezTo>
                <a:lnTo>
                  <a:pt x="299699" y="2020299"/>
                </a:lnTo>
                <a:cubicBezTo>
                  <a:pt x="299228" y="2021189"/>
                  <a:pt x="297972" y="2021921"/>
                  <a:pt x="296926" y="2021921"/>
                </a:cubicBezTo>
                <a:lnTo>
                  <a:pt x="270870" y="2021921"/>
                </a:lnTo>
                <a:cubicBezTo>
                  <a:pt x="269876" y="2021921"/>
                  <a:pt x="268620" y="2021189"/>
                  <a:pt x="268097" y="2020299"/>
                </a:cubicBezTo>
                <a:lnTo>
                  <a:pt x="255069" y="1997749"/>
                </a:lnTo>
                <a:cubicBezTo>
                  <a:pt x="254545" y="1996859"/>
                  <a:pt x="254545" y="1995394"/>
                  <a:pt x="255069" y="1994505"/>
                </a:cubicBezTo>
                <a:lnTo>
                  <a:pt x="268097" y="1971954"/>
                </a:lnTo>
                <a:cubicBezTo>
                  <a:pt x="268568" y="1971065"/>
                  <a:pt x="269823" y="1970332"/>
                  <a:pt x="270870" y="1970332"/>
                </a:cubicBezTo>
                <a:close/>
                <a:moveTo>
                  <a:pt x="99935" y="1959240"/>
                </a:moveTo>
                <a:lnTo>
                  <a:pt x="137240" y="1959240"/>
                </a:lnTo>
                <a:cubicBezTo>
                  <a:pt x="138705" y="1959240"/>
                  <a:pt x="140484" y="1960286"/>
                  <a:pt x="141216" y="1961542"/>
                </a:cubicBezTo>
                <a:lnTo>
                  <a:pt x="159895" y="1993877"/>
                </a:lnTo>
                <a:cubicBezTo>
                  <a:pt x="160628" y="1995133"/>
                  <a:pt x="160628" y="1997226"/>
                  <a:pt x="159895" y="1998481"/>
                </a:cubicBezTo>
                <a:lnTo>
                  <a:pt x="141216" y="2030816"/>
                </a:lnTo>
                <a:cubicBezTo>
                  <a:pt x="140484" y="2032072"/>
                  <a:pt x="138705" y="2033118"/>
                  <a:pt x="137240" y="2033118"/>
                </a:cubicBezTo>
                <a:lnTo>
                  <a:pt x="99935" y="2033118"/>
                </a:lnTo>
                <a:cubicBezTo>
                  <a:pt x="98470" y="2033118"/>
                  <a:pt x="96691" y="2032072"/>
                  <a:pt x="95958" y="2030816"/>
                </a:cubicBezTo>
                <a:lnTo>
                  <a:pt x="77279" y="1998481"/>
                </a:lnTo>
                <a:cubicBezTo>
                  <a:pt x="76547" y="1997226"/>
                  <a:pt x="76547" y="1995133"/>
                  <a:pt x="77279" y="1993877"/>
                </a:cubicBezTo>
                <a:lnTo>
                  <a:pt x="95958" y="1961542"/>
                </a:lnTo>
                <a:cubicBezTo>
                  <a:pt x="96691" y="1960286"/>
                  <a:pt x="98470" y="1959240"/>
                  <a:pt x="99935" y="1959240"/>
                </a:cubicBezTo>
                <a:close/>
                <a:moveTo>
                  <a:pt x="1271784" y="1905453"/>
                </a:moveTo>
                <a:lnTo>
                  <a:pt x="1279894" y="1905453"/>
                </a:lnTo>
                <a:cubicBezTo>
                  <a:pt x="1280208" y="1905453"/>
                  <a:pt x="1280627" y="1905715"/>
                  <a:pt x="1280784" y="1905976"/>
                </a:cubicBezTo>
                <a:lnTo>
                  <a:pt x="1284865" y="1912987"/>
                </a:lnTo>
                <a:cubicBezTo>
                  <a:pt x="1285022" y="1913249"/>
                  <a:pt x="1285022" y="1913720"/>
                  <a:pt x="1284865" y="1913981"/>
                </a:cubicBezTo>
                <a:lnTo>
                  <a:pt x="1280784" y="1920993"/>
                </a:lnTo>
                <a:cubicBezTo>
                  <a:pt x="1280627" y="1921306"/>
                  <a:pt x="1280208" y="1921516"/>
                  <a:pt x="1279894" y="1921516"/>
                </a:cubicBezTo>
                <a:lnTo>
                  <a:pt x="1271784" y="1921516"/>
                </a:lnTo>
                <a:cubicBezTo>
                  <a:pt x="1271471" y="1921516"/>
                  <a:pt x="1271052" y="1921254"/>
                  <a:pt x="1270895" y="1920993"/>
                </a:cubicBezTo>
                <a:lnTo>
                  <a:pt x="1266814" y="1913981"/>
                </a:lnTo>
                <a:cubicBezTo>
                  <a:pt x="1266657" y="1913720"/>
                  <a:pt x="1266657" y="1913249"/>
                  <a:pt x="1266814" y="1912987"/>
                </a:cubicBezTo>
                <a:lnTo>
                  <a:pt x="1270895" y="1905976"/>
                </a:lnTo>
                <a:cubicBezTo>
                  <a:pt x="1271052" y="1905662"/>
                  <a:pt x="1271471" y="1905453"/>
                  <a:pt x="1271784" y="1905453"/>
                </a:cubicBezTo>
                <a:close/>
                <a:moveTo>
                  <a:pt x="1353511" y="1903674"/>
                </a:moveTo>
                <a:lnTo>
                  <a:pt x="1363400" y="1903674"/>
                </a:lnTo>
                <a:cubicBezTo>
                  <a:pt x="1363765" y="1903674"/>
                  <a:pt x="1364237" y="1903988"/>
                  <a:pt x="1364446" y="1904302"/>
                </a:cubicBezTo>
                <a:lnTo>
                  <a:pt x="1369364" y="1912883"/>
                </a:lnTo>
                <a:cubicBezTo>
                  <a:pt x="1369573" y="1913197"/>
                  <a:pt x="1369573" y="1913772"/>
                  <a:pt x="1369364" y="1914086"/>
                </a:cubicBezTo>
                <a:lnTo>
                  <a:pt x="1364446" y="1922667"/>
                </a:lnTo>
                <a:cubicBezTo>
                  <a:pt x="1364289" y="1923033"/>
                  <a:pt x="1363765" y="1923295"/>
                  <a:pt x="1363400" y="1923295"/>
                </a:cubicBezTo>
                <a:lnTo>
                  <a:pt x="1353511" y="1923295"/>
                </a:lnTo>
                <a:cubicBezTo>
                  <a:pt x="1353144" y="1923295"/>
                  <a:pt x="1352673" y="1922981"/>
                  <a:pt x="1352464" y="1922667"/>
                </a:cubicBezTo>
                <a:lnTo>
                  <a:pt x="1347546" y="1914086"/>
                </a:lnTo>
                <a:cubicBezTo>
                  <a:pt x="1347337" y="1913772"/>
                  <a:pt x="1347337" y="1913197"/>
                  <a:pt x="1347546" y="1912883"/>
                </a:cubicBezTo>
                <a:lnTo>
                  <a:pt x="1352464" y="1904302"/>
                </a:lnTo>
                <a:cubicBezTo>
                  <a:pt x="1352621" y="1903936"/>
                  <a:pt x="1353144" y="1903674"/>
                  <a:pt x="1353511" y="1903674"/>
                </a:cubicBezTo>
                <a:close/>
                <a:moveTo>
                  <a:pt x="1188227" y="1903674"/>
                </a:moveTo>
                <a:lnTo>
                  <a:pt x="1198116" y="1903674"/>
                </a:lnTo>
                <a:cubicBezTo>
                  <a:pt x="1198482" y="1903674"/>
                  <a:pt x="1198953" y="1903988"/>
                  <a:pt x="1199162" y="1904302"/>
                </a:cubicBezTo>
                <a:lnTo>
                  <a:pt x="1204080" y="1912883"/>
                </a:lnTo>
                <a:cubicBezTo>
                  <a:pt x="1204289" y="1913197"/>
                  <a:pt x="1204289" y="1913772"/>
                  <a:pt x="1204080" y="1914086"/>
                </a:cubicBezTo>
                <a:lnTo>
                  <a:pt x="1199162" y="1922667"/>
                </a:lnTo>
                <a:cubicBezTo>
                  <a:pt x="1199005" y="1923033"/>
                  <a:pt x="1198482" y="1923295"/>
                  <a:pt x="1198116" y="1923295"/>
                </a:cubicBezTo>
                <a:lnTo>
                  <a:pt x="1188227" y="1923295"/>
                </a:lnTo>
                <a:cubicBezTo>
                  <a:pt x="1187860" y="1923295"/>
                  <a:pt x="1187390" y="1922981"/>
                  <a:pt x="1187180" y="1922667"/>
                </a:cubicBezTo>
                <a:lnTo>
                  <a:pt x="1182262" y="1914086"/>
                </a:lnTo>
                <a:cubicBezTo>
                  <a:pt x="1182053" y="1913772"/>
                  <a:pt x="1182053" y="1913197"/>
                  <a:pt x="1182262" y="1912883"/>
                </a:cubicBezTo>
                <a:lnTo>
                  <a:pt x="1187180" y="1904302"/>
                </a:lnTo>
                <a:cubicBezTo>
                  <a:pt x="1187337" y="1903936"/>
                  <a:pt x="1187860" y="1903674"/>
                  <a:pt x="1188227" y="1903674"/>
                </a:cubicBezTo>
                <a:close/>
                <a:moveTo>
                  <a:pt x="2096688" y="1902261"/>
                </a:moveTo>
                <a:lnTo>
                  <a:pt x="2108095" y="1902261"/>
                </a:lnTo>
                <a:cubicBezTo>
                  <a:pt x="2108513" y="1902261"/>
                  <a:pt x="2109089" y="1902575"/>
                  <a:pt x="2109298" y="1902941"/>
                </a:cubicBezTo>
                <a:lnTo>
                  <a:pt x="2115001" y="1912830"/>
                </a:lnTo>
                <a:cubicBezTo>
                  <a:pt x="2115210" y="1913196"/>
                  <a:pt x="2115210" y="1913876"/>
                  <a:pt x="2115001" y="1914243"/>
                </a:cubicBezTo>
                <a:lnTo>
                  <a:pt x="2109298" y="1924132"/>
                </a:lnTo>
                <a:cubicBezTo>
                  <a:pt x="2109089" y="1924498"/>
                  <a:pt x="2108565" y="1924812"/>
                  <a:pt x="2108095" y="1924812"/>
                </a:cubicBezTo>
                <a:lnTo>
                  <a:pt x="2096688" y="1924812"/>
                </a:lnTo>
                <a:cubicBezTo>
                  <a:pt x="2096270" y="1924812"/>
                  <a:pt x="2095694" y="1924498"/>
                  <a:pt x="2095485" y="1924132"/>
                </a:cubicBezTo>
                <a:lnTo>
                  <a:pt x="2089782" y="1914243"/>
                </a:lnTo>
                <a:cubicBezTo>
                  <a:pt x="2089573" y="1913876"/>
                  <a:pt x="2089573" y="1913196"/>
                  <a:pt x="2089782" y="1912830"/>
                </a:cubicBezTo>
                <a:lnTo>
                  <a:pt x="2095485" y="1902941"/>
                </a:lnTo>
                <a:cubicBezTo>
                  <a:pt x="2095694" y="1902575"/>
                  <a:pt x="2096218" y="1902261"/>
                  <a:pt x="2096688" y="1902261"/>
                </a:cubicBezTo>
                <a:close/>
                <a:moveTo>
                  <a:pt x="2674844" y="1901267"/>
                </a:moveTo>
                <a:lnTo>
                  <a:pt x="2687192" y="1901267"/>
                </a:lnTo>
                <a:cubicBezTo>
                  <a:pt x="2687663" y="1901267"/>
                  <a:pt x="2688239" y="1901633"/>
                  <a:pt x="2688500" y="1902052"/>
                </a:cubicBezTo>
                <a:lnTo>
                  <a:pt x="2694674" y="1912725"/>
                </a:lnTo>
                <a:cubicBezTo>
                  <a:pt x="2694935" y="1913144"/>
                  <a:pt x="2694935" y="1913824"/>
                  <a:pt x="2694674" y="1914243"/>
                </a:cubicBezTo>
                <a:lnTo>
                  <a:pt x="2688500" y="1924916"/>
                </a:lnTo>
                <a:cubicBezTo>
                  <a:pt x="2688291" y="1925335"/>
                  <a:pt x="2687663" y="1925701"/>
                  <a:pt x="2687192" y="1925701"/>
                </a:cubicBezTo>
                <a:lnTo>
                  <a:pt x="2674844" y="1925701"/>
                </a:lnTo>
                <a:cubicBezTo>
                  <a:pt x="2674373" y="1925701"/>
                  <a:pt x="2673798" y="1925335"/>
                  <a:pt x="2673536" y="1924916"/>
                </a:cubicBezTo>
                <a:lnTo>
                  <a:pt x="2667362" y="1914243"/>
                </a:lnTo>
                <a:cubicBezTo>
                  <a:pt x="2667101" y="1913824"/>
                  <a:pt x="2667101" y="1913144"/>
                  <a:pt x="2667362" y="1912725"/>
                </a:cubicBezTo>
                <a:lnTo>
                  <a:pt x="2673536" y="1902052"/>
                </a:lnTo>
                <a:cubicBezTo>
                  <a:pt x="2673745" y="1901633"/>
                  <a:pt x="2674373" y="1901267"/>
                  <a:pt x="2674844" y="1901267"/>
                </a:cubicBezTo>
                <a:close/>
                <a:moveTo>
                  <a:pt x="1434871" y="1901058"/>
                </a:moveTo>
                <a:lnTo>
                  <a:pt x="1447429" y="1901058"/>
                </a:lnTo>
                <a:cubicBezTo>
                  <a:pt x="1447952" y="1901058"/>
                  <a:pt x="1448527" y="1901424"/>
                  <a:pt x="1448789" y="1901843"/>
                </a:cubicBezTo>
                <a:lnTo>
                  <a:pt x="1455067" y="1912726"/>
                </a:lnTo>
                <a:cubicBezTo>
                  <a:pt x="1455329" y="1913197"/>
                  <a:pt x="1455329" y="1913877"/>
                  <a:pt x="1455067" y="1914295"/>
                </a:cubicBezTo>
                <a:lnTo>
                  <a:pt x="1448789" y="1925178"/>
                </a:lnTo>
                <a:cubicBezTo>
                  <a:pt x="1448527" y="1925597"/>
                  <a:pt x="1447899" y="1925963"/>
                  <a:pt x="1447429" y="1925963"/>
                </a:cubicBezTo>
                <a:lnTo>
                  <a:pt x="1434871" y="1925963"/>
                </a:lnTo>
                <a:cubicBezTo>
                  <a:pt x="1434348" y="1925963"/>
                  <a:pt x="1433772" y="1925597"/>
                  <a:pt x="1433511" y="1925178"/>
                </a:cubicBezTo>
                <a:lnTo>
                  <a:pt x="1427232" y="1914295"/>
                </a:lnTo>
                <a:cubicBezTo>
                  <a:pt x="1426971" y="1913825"/>
                  <a:pt x="1426971" y="1913144"/>
                  <a:pt x="1427232" y="1912726"/>
                </a:cubicBezTo>
                <a:lnTo>
                  <a:pt x="1433511" y="1901843"/>
                </a:lnTo>
                <a:cubicBezTo>
                  <a:pt x="1433772" y="1901424"/>
                  <a:pt x="1434400" y="1901058"/>
                  <a:pt x="1434871" y="1901058"/>
                </a:cubicBezTo>
                <a:close/>
                <a:moveTo>
                  <a:pt x="1103988" y="1900535"/>
                </a:moveTo>
                <a:lnTo>
                  <a:pt x="1117121" y="1900535"/>
                </a:lnTo>
                <a:cubicBezTo>
                  <a:pt x="1117644" y="1900535"/>
                  <a:pt x="1118272" y="1900849"/>
                  <a:pt x="1118533" y="1901320"/>
                </a:cubicBezTo>
                <a:lnTo>
                  <a:pt x="1125074" y="1912674"/>
                </a:lnTo>
                <a:cubicBezTo>
                  <a:pt x="1125336" y="1913145"/>
                  <a:pt x="1125336" y="1913825"/>
                  <a:pt x="1125074" y="1914296"/>
                </a:cubicBezTo>
                <a:lnTo>
                  <a:pt x="1118533" y="1925649"/>
                </a:lnTo>
                <a:cubicBezTo>
                  <a:pt x="1118272" y="1926068"/>
                  <a:pt x="1117644" y="1926434"/>
                  <a:pt x="1117121" y="1926434"/>
                </a:cubicBezTo>
                <a:lnTo>
                  <a:pt x="1103988" y="1926434"/>
                </a:lnTo>
                <a:cubicBezTo>
                  <a:pt x="1103465" y="1926434"/>
                  <a:pt x="1102837" y="1926120"/>
                  <a:pt x="1102575" y="1925649"/>
                </a:cubicBezTo>
                <a:lnTo>
                  <a:pt x="1096035" y="1914296"/>
                </a:lnTo>
                <a:cubicBezTo>
                  <a:pt x="1095774" y="1913825"/>
                  <a:pt x="1095774" y="1913145"/>
                  <a:pt x="1096035" y="1912674"/>
                </a:cubicBezTo>
                <a:lnTo>
                  <a:pt x="1102575" y="1901320"/>
                </a:lnTo>
                <a:cubicBezTo>
                  <a:pt x="1102837" y="1900901"/>
                  <a:pt x="1103465" y="1900535"/>
                  <a:pt x="1103988" y="1900535"/>
                </a:cubicBezTo>
                <a:close/>
                <a:moveTo>
                  <a:pt x="1599528" y="1899855"/>
                </a:moveTo>
                <a:lnTo>
                  <a:pt x="1613341" y="1899855"/>
                </a:lnTo>
                <a:cubicBezTo>
                  <a:pt x="1613864" y="1899855"/>
                  <a:pt x="1614544" y="1900221"/>
                  <a:pt x="1614806" y="1900692"/>
                </a:cubicBezTo>
                <a:lnTo>
                  <a:pt x="1621712" y="1912674"/>
                </a:lnTo>
                <a:cubicBezTo>
                  <a:pt x="1621974" y="1913145"/>
                  <a:pt x="1621974" y="1913930"/>
                  <a:pt x="1621712" y="1914400"/>
                </a:cubicBezTo>
                <a:lnTo>
                  <a:pt x="1614806" y="1926382"/>
                </a:lnTo>
                <a:cubicBezTo>
                  <a:pt x="1614544" y="1926853"/>
                  <a:pt x="1613864" y="1927219"/>
                  <a:pt x="1613341" y="1927219"/>
                </a:cubicBezTo>
                <a:lnTo>
                  <a:pt x="1599528" y="1927219"/>
                </a:lnTo>
                <a:cubicBezTo>
                  <a:pt x="1599004" y="1927219"/>
                  <a:pt x="1598324" y="1926853"/>
                  <a:pt x="1598063" y="1926382"/>
                </a:cubicBezTo>
                <a:lnTo>
                  <a:pt x="1591156" y="1914400"/>
                </a:lnTo>
                <a:cubicBezTo>
                  <a:pt x="1590895" y="1913930"/>
                  <a:pt x="1590895" y="1913145"/>
                  <a:pt x="1591156" y="1912674"/>
                </a:cubicBezTo>
                <a:lnTo>
                  <a:pt x="1598063" y="1900692"/>
                </a:lnTo>
                <a:cubicBezTo>
                  <a:pt x="1598324" y="1900221"/>
                  <a:pt x="1599004" y="1899855"/>
                  <a:pt x="1599528" y="1899855"/>
                </a:cubicBezTo>
                <a:close/>
                <a:moveTo>
                  <a:pt x="1516807" y="1899750"/>
                </a:moveTo>
                <a:lnTo>
                  <a:pt x="1530725" y="1899750"/>
                </a:lnTo>
                <a:cubicBezTo>
                  <a:pt x="1531248" y="1899750"/>
                  <a:pt x="1531928" y="1900116"/>
                  <a:pt x="1532189" y="1900587"/>
                </a:cubicBezTo>
                <a:lnTo>
                  <a:pt x="1539148" y="1912621"/>
                </a:lnTo>
                <a:cubicBezTo>
                  <a:pt x="1539410" y="1913092"/>
                  <a:pt x="1539410" y="1913877"/>
                  <a:pt x="1539148" y="1914348"/>
                </a:cubicBezTo>
                <a:lnTo>
                  <a:pt x="1532189" y="1926382"/>
                </a:lnTo>
                <a:cubicBezTo>
                  <a:pt x="1531928" y="1926853"/>
                  <a:pt x="1531248" y="1927219"/>
                  <a:pt x="1530725" y="1927219"/>
                </a:cubicBezTo>
                <a:lnTo>
                  <a:pt x="1516807" y="1927219"/>
                </a:lnTo>
                <a:cubicBezTo>
                  <a:pt x="1516284" y="1927219"/>
                  <a:pt x="1515604" y="1926853"/>
                  <a:pt x="1515342" y="1926382"/>
                </a:cubicBezTo>
                <a:lnTo>
                  <a:pt x="1508383" y="1914348"/>
                </a:lnTo>
                <a:cubicBezTo>
                  <a:pt x="1508122" y="1913877"/>
                  <a:pt x="1508122" y="1913092"/>
                  <a:pt x="1508383" y="1912621"/>
                </a:cubicBezTo>
                <a:lnTo>
                  <a:pt x="1515342" y="1900587"/>
                </a:lnTo>
                <a:cubicBezTo>
                  <a:pt x="1515604" y="1900116"/>
                  <a:pt x="1516284" y="1899750"/>
                  <a:pt x="1516807" y="1899750"/>
                </a:cubicBezTo>
                <a:close/>
                <a:moveTo>
                  <a:pt x="1682092" y="1899541"/>
                </a:moveTo>
                <a:lnTo>
                  <a:pt x="1696166" y="1899541"/>
                </a:lnTo>
                <a:cubicBezTo>
                  <a:pt x="1696742" y="1899541"/>
                  <a:pt x="1697422" y="1899960"/>
                  <a:pt x="1697683" y="1900431"/>
                </a:cubicBezTo>
                <a:lnTo>
                  <a:pt x="1704695" y="1912621"/>
                </a:lnTo>
                <a:cubicBezTo>
                  <a:pt x="1704956" y="1913092"/>
                  <a:pt x="1704956" y="1913877"/>
                  <a:pt x="1704695" y="1914348"/>
                </a:cubicBezTo>
                <a:lnTo>
                  <a:pt x="1697683" y="1926539"/>
                </a:lnTo>
                <a:cubicBezTo>
                  <a:pt x="1697422" y="1927062"/>
                  <a:pt x="1696742" y="1927429"/>
                  <a:pt x="1696166" y="1927429"/>
                </a:cubicBezTo>
                <a:lnTo>
                  <a:pt x="1682092" y="1927429"/>
                </a:lnTo>
                <a:cubicBezTo>
                  <a:pt x="1681516" y="1927429"/>
                  <a:pt x="1680836" y="1927010"/>
                  <a:pt x="1680574" y="1926539"/>
                </a:cubicBezTo>
                <a:lnTo>
                  <a:pt x="1673563" y="1914348"/>
                </a:lnTo>
                <a:cubicBezTo>
                  <a:pt x="1673302" y="1913877"/>
                  <a:pt x="1673302" y="1913092"/>
                  <a:pt x="1673563" y="1912621"/>
                </a:cubicBezTo>
                <a:lnTo>
                  <a:pt x="1680574" y="1900431"/>
                </a:lnTo>
                <a:cubicBezTo>
                  <a:pt x="1680836" y="1899907"/>
                  <a:pt x="1681516" y="1899541"/>
                  <a:pt x="1682092" y="1899541"/>
                </a:cubicBezTo>
                <a:close/>
                <a:moveTo>
                  <a:pt x="2756257" y="1898913"/>
                </a:moveTo>
                <a:lnTo>
                  <a:pt x="2771011" y="1898913"/>
                </a:lnTo>
                <a:cubicBezTo>
                  <a:pt x="2771587" y="1898913"/>
                  <a:pt x="2772267" y="1899279"/>
                  <a:pt x="2772581" y="1899803"/>
                </a:cubicBezTo>
                <a:lnTo>
                  <a:pt x="2779958" y="1912621"/>
                </a:lnTo>
                <a:cubicBezTo>
                  <a:pt x="2780272" y="1913145"/>
                  <a:pt x="2780272" y="1913929"/>
                  <a:pt x="2779958" y="1914453"/>
                </a:cubicBezTo>
                <a:lnTo>
                  <a:pt x="2772581" y="1927271"/>
                </a:lnTo>
                <a:cubicBezTo>
                  <a:pt x="2772319" y="1927742"/>
                  <a:pt x="2771587" y="1928161"/>
                  <a:pt x="2771011" y="1928161"/>
                </a:cubicBezTo>
                <a:lnTo>
                  <a:pt x="2756257" y="1928161"/>
                </a:lnTo>
                <a:cubicBezTo>
                  <a:pt x="2755681" y="1928161"/>
                  <a:pt x="2755001" y="1927795"/>
                  <a:pt x="2754687" y="1927271"/>
                </a:cubicBezTo>
                <a:lnTo>
                  <a:pt x="2747309" y="1914453"/>
                </a:lnTo>
                <a:cubicBezTo>
                  <a:pt x="2746996" y="1913929"/>
                  <a:pt x="2746996" y="1913145"/>
                  <a:pt x="2747309" y="1912621"/>
                </a:cubicBezTo>
                <a:lnTo>
                  <a:pt x="2754687" y="1899803"/>
                </a:lnTo>
                <a:cubicBezTo>
                  <a:pt x="2754949" y="1899332"/>
                  <a:pt x="2755681" y="1898913"/>
                  <a:pt x="2756257" y="1898913"/>
                </a:cubicBezTo>
                <a:close/>
                <a:moveTo>
                  <a:pt x="2342968" y="1898913"/>
                </a:moveTo>
                <a:lnTo>
                  <a:pt x="2357722" y="1898913"/>
                </a:lnTo>
                <a:cubicBezTo>
                  <a:pt x="2358298" y="1898913"/>
                  <a:pt x="2358978" y="1899279"/>
                  <a:pt x="2359292" y="1899803"/>
                </a:cubicBezTo>
                <a:lnTo>
                  <a:pt x="2366669" y="1912621"/>
                </a:lnTo>
                <a:cubicBezTo>
                  <a:pt x="2366983" y="1913145"/>
                  <a:pt x="2366983" y="1913929"/>
                  <a:pt x="2366669" y="1914453"/>
                </a:cubicBezTo>
                <a:lnTo>
                  <a:pt x="2359292" y="1927271"/>
                </a:lnTo>
                <a:cubicBezTo>
                  <a:pt x="2359030" y="1927742"/>
                  <a:pt x="2358298" y="1928161"/>
                  <a:pt x="2357722" y="1928161"/>
                </a:cubicBezTo>
                <a:lnTo>
                  <a:pt x="2342968" y="1928161"/>
                </a:lnTo>
                <a:cubicBezTo>
                  <a:pt x="2342392" y="1928161"/>
                  <a:pt x="2341711" y="1927795"/>
                  <a:pt x="2341398" y="1927271"/>
                </a:cubicBezTo>
                <a:lnTo>
                  <a:pt x="2334020" y="1914453"/>
                </a:lnTo>
                <a:cubicBezTo>
                  <a:pt x="2333707" y="1913929"/>
                  <a:pt x="2333707" y="1913145"/>
                  <a:pt x="2334020" y="1912621"/>
                </a:cubicBezTo>
                <a:lnTo>
                  <a:pt x="2341398" y="1899803"/>
                </a:lnTo>
                <a:cubicBezTo>
                  <a:pt x="2341660" y="1899332"/>
                  <a:pt x="2342392" y="1898913"/>
                  <a:pt x="2342968" y="1898913"/>
                </a:cubicBezTo>
                <a:close/>
                <a:moveTo>
                  <a:pt x="1020326" y="1898547"/>
                </a:moveTo>
                <a:lnTo>
                  <a:pt x="1035394" y="1898547"/>
                </a:lnTo>
                <a:cubicBezTo>
                  <a:pt x="1035970" y="1898547"/>
                  <a:pt x="1036702" y="1898966"/>
                  <a:pt x="1037016" y="1899489"/>
                </a:cubicBezTo>
                <a:lnTo>
                  <a:pt x="1044551" y="1912569"/>
                </a:lnTo>
                <a:cubicBezTo>
                  <a:pt x="1044865" y="1913092"/>
                  <a:pt x="1044865" y="1913930"/>
                  <a:pt x="1044551" y="1914453"/>
                </a:cubicBezTo>
                <a:lnTo>
                  <a:pt x="1037016" y="1927533"/>
                </a:lnTo>
                <a:cubicBezTo>
                  <a:pt x="1036702" y="1928057"/>
                  <a:pt x="1035970" y="1928475"/>
                  <a:pt x="1035394" y="1928475"/>
                </a:cubicBezTo>
                <a:lnTo>
                  <a:pt x="1020326" y="1928475"/>
                </a:lnTo>
                <a:cubicBezTo>
                  <a:pt x="1019750" y="1928475"/>
                  <a:pt x="1019018" y="1928057"/>
                  <a:pt x="1018704" y="1927533"/>
                </a:cubicBezTo>
                <a:lnTo>
                  <a:pt x="1011169" y="1914453"/>
                </a:lnTo>
                <a:cubicBezTo>
                  <a:pt x="1010856" y="1913930"/>
                  <a:pt x="1010856" y="1913092"/>
                  <a:pt x="1011169" y="1912569"/>
                </a:cubicBezTo>
                <a:lnTo>
                  <a:pt x="1018704" y="1899489"/>
                </a:lnTo>
                <a:cubicBezTo>
                  <a:pt x="1019018" y="1898966"/>
                  <a:pt x="1019750" y="1898547"/>
                  <a:pt x="1020326" y="1898547"/>
                </a:cubicBezTo>
                <a:close/>
                <a:moveTo>
                  <a:pt x="772164" y="1898233"/>
                </a:moveTo>
                <a:lnTo>
                  <a:pt x="787599" y="1898233"/>
                </a:lnTo>
                <a:cubicBezTo>
                  <a:pt x="788227" y="1898233"/>
                  <a:pt x="788959" y="1898652"/>
                  <a:pt x="789273" y="1899175"/>
                </a:cubicBezTo>
                <a:lnTo>
                  <a:pt x="796965" y="1912517"/>
                </a:lnTo>
                <a:cubicBezTo>
                  <a:pt x="797279" y="1913040"/>
                  <a:pt x="797279" y="1913877"/>
                  <a:pt x="796965" y="1914400"/>
                </a:cubicBezTo>
                <a:lnTo>
                  <a:pt x="789273" y="1927743"/>
                </a:lnTo>
                <a:cubicBezTo>
                  <a:pt x="788959" y="1928266"/>
                  <a:pt x="788227" y="1928684"/>
                  <a:pt x="787599" y="1928684"/>
                </a:cubicBezTo>
                <a:lnTo>
                  <a:pt x="772164" y="1928684"/>
                </a:lnTo>
                <a:cubicBezTo>
                  <a:pt x="771536" y="1928684"/>
                  <a:pt x="770804" y="1928266"/>
                  <a:pt x="770490" y="1927743"/>
                </a:cubicBezTo>
                <a:lnTo>
                  <a:pt x="762798" y="1914400"/>
                </a:lnTo>
                <a:cubicBezTo>
                  <a:pt x="762485" y="1913877"/>
                  <a:pt x="762485" y="1913040"/>
                  <a:pt x="762798" y="1912517"/>
                </a:cubicBezTo>
                <a:lnTo>
                  <a:pt x="770490" y="1899175"/>
                </a:lnTo>
                <a:cubicBezTo>
                  <a:pt x="770804" y="1898652"/>
                  <a:pt x="771536" y="1898233"/>
                  <a:pt x="772164" y="1898233"/>
                </a:cubicBezTo>
                <a:close/>
                <a:moveTo>
                  <a:pt x="1764027" y="1898128"/>
                </a:moveTo>
                <a:lnTo>
                  <a:pt x="1779567" y="1898128"/>
                </a:lnTo>
                <a:cubicBezTo>
                  <a:pt x="1780195" y="1898128"/>
                  <a:pt x="1780927" y="1898547"/>
                  <a:pt x="1781241" y="1899070"/>
                </a:cubicBezTo>
                <a:lnTo>
                  <a:pt x="1788985" y="1912516"/>
                </a:lnTo>
                <a:cubicBezTo>
                  <a:pt x="1789299" y="1913040"/>
                  <a:pt x="1789299" y="1913929"/>
                  <a:pt x="1788985" y="1914452"/>
                </a:cubicBezTo>
                <a:lnTo>
                  <a:pt x="1781241" y="1927899"/>
                </a:lnTo>
                <a:cubicBezTo>
                  <a:pt x="1780927" y="1928422"/>
                  <a:pt x="1780195" y="1928841"/>
                  <a:pt x="1779567" y="1928841"/>
                </a:cubicBezTo>
                <a:lnTo>
                  <a:pt x="1764027" y="1928841"/>
                </a:lnTo>
                <a:cubicBezTo>
                  <a:pt x="1763399" y="1928841"/>
                  <a:pt x="1762667" y="1928422"/>
                  <a:pt x="1762353" y="1927899"/>
                </a:cubicBezTo>
                <a:lnTo>
                  <a:pt x="1754609" y="1914452"/>
                </a:lnTo>
                <a:cubicBezTo>
                  <a:pt x="1754296" y="1913929"/>
                  <a:pt x="1754296" y="1913040"/>
                  <a:pt x="1754609" y="1912516"/>
                </a:cubicBezTo>
                <a:lnTo>
                  <a:pt x="1762353" y="1899070"/>
                </a:lnTo>
                <a:cubicBezTo>
                  <a:pt x="1762667" y="1898547"/>
                  <a:pt x="1763399" y="1898128"/>
                  <a:pt x="1764027" y="1898128"/>
                </a:cubicBezTo>
                <a:close/>
                <a:moveTo>
                  <a:pt x="2177107" y="1897814"/>
                </a:moveTo>
                <a:lnTo>
                  <a:pt x="2192961" y="1897814"/>
                </a:lnTo>
                <a:cubicBezTo>
                  <a:pt x="2193589" y="1897814"/>
                  <a:pt x="2194321" y="1898285"/>
                  <a:pt x="2194635" y="1898808"/>
                </a:cubicBezTo>
                <a:lnTo>
                  <a:pt x="2202536" y="1912516"/>
                </a:lnTo>
                <a:cubicBezTo>
                  <a:pt x="2202850" y="1913040"/>
                  <a:pt x="2202850" y="1913929"/>
                  <a:pt x="2202536" y="1914452"/>
                </a:cubicBezTo>
                <a:lnTo>
                  <a:pt x="2194635" y="1928161"/>
                </a:lnTo>
                <a:cubicBezTo>
                  <a:pt x="2194321" y="1928736"/>
                  <a:pt x="2193589" y="1929155"/>
                  <a:pt x="2192961" y="1929155"/>
                </a:cubicBezTo>
                <a:lnTo>
                  <a:pt x="2177107" y="1929155"/>
                </a:lnTo>
                <a:cubicBezTo>
                  <a:pt x="2176479" y="1929155"/>
                  <a:pt x="2175747" y="1928684"/>
                  <a:pt x="2175433" y="1928161"/>
                </a:cubicBezTo>
                <a:lnTo>
                  <a:pt x="2167533" y="1914452"/>
                </a:lnTo>
                <a:cubicBezTo>
                  <a:pt x="2167218" y="1913929"/>
                  <a:pt x="2167218" y="1913040"/>
                  <a:pt x="2167533" y="1912516"/>
                </a:cubicBezTo>
                <a:lnTo>
                  <a:pt x="2175433" y="1898808"/>
                </a:lnTo>
                <a:cubicBezTo>
                  <a:pt x="2175747" y="1898233"/>
                  <a:pt x="2176479" y="1897814"/>
                  <a:pt x="2177107" y="1897814"/>
                </a:cubicBezTo>
                <a:close/>
                <a:moveTo>
                  <a:pt x="2507780" y="1897709"/>
                </a:moveTo>
                <a:lnTo>
                  <a:pt x="2523738" y="1897709"/>
                </a:lnTo>
                <a:cubicBezTo>
                  <a:pt x="2524366" y="1897709"/>
                  <a:pt x="2525151" y="1898180"/>
                  <a:pt x="2525464" y="1898703"/>
                </a:cubicBezTo>
                <a:lnTo>
                  <a:pt x="2533417" y="1912516"/>
                </a:lnTo>
                <a:cubicBezTo>
                  <a:pt x="2533732" y="1913092"/>
                  <a:pt x="2533732" y="1913981"/>
                  <a:pt x="2533417" y="1914504"/>
                </a:cubicBezTo>
                <a:lnTo>
                  <a:pt x="2525464" y="1928317"/>
                </a:lnTo>
                <a:cubicBezTo>
                  <a:pt x="2525151" y="1928893"/>
                  <a:pt x="2524366" y="1929311"/>
                  <a:pt x="2523738" y="1929311"/>
                </a:cubicBezTo>
                <a:lnTo>
                  <a:pt x="2507780" y="1929311"/>
                </a:lnTo>
                <a:cubicBezTo>
                  <a:pt x="2507152" y="1929311"/>
                  <a:pt x="2506367" y="1928840"/>
                  <a:pt x="2506053" y="1928317"/>
                </a:cubicBezTo>
                <a:lnTo>
                  <a:pt x="2498100" y="1914504"/>
                </a:lnTo>
                <a:cubicBezTo>
                  <a:pt x="2497787" y="1913929"/>
                  <a:pt x="2497787" y="1913039"/>
                  <a:pt x="2498100" y="1912516"/>
                </a:cubicBezTo>
                <a:lnTo>
                  <a:pt x="2506053" y="1898703"/>
                </a:lnTo>
                <a:cubicBezTo>
                  <a:pt x="2506367" y="1898128"/>
                  <a:pt x="2507152" y="1897709"/>
                  <a:pt x="2507780" y="1897709"/>
                </a:cubicBezTo>
                <a:close/>
                <a:moveTo>
                  <a:pt x="854519" y="1897552"/>
                </a:moveTo>
                <a:lnTo>
                  <a:pt x="870581" y="1897552"/>
                </a:lnTo>
                <a:cubicBezTo>
                  <a:pt x="871209" y="1897552"/>
                  <a:pt x="871994" y="1897971"/>
                  <a:pt x="872308" y="1898546"/>
                </a:cubicBezTo>
                <a:lnTo>
                  <a:pt x="880366" y="1912464"/>
                </a:lnTo>
                <a:cubicBezTo>
                  <a:pt x="880679" y="1912987"/>
                  <a:pt x="880679" y="1913876"/>
                  <a:pt x="880366" y="1914452"/>
                </a:cubicBezTo>
                <a:lnTo>
                  <a:pt x="872308" y="1928370"/>
                </a:lnTo>
                <a:cubicBezTo>
                  <a:pt x="871994" y="1928893"/>
                  <a:pt x="871209" y="1929364"/>
                  <a:pt x="870581" y="1929364"/>
                </a:cubicBezTo>
                <a:lnTo>
                  <a:pt x="854519" y="1929364"/>
                </a:lnTo>
                <a:cubicBezTo>
                  <a:pt x="853891" y="1929364"/>
                  <a:pt x="853106" y="1928945"/>
                  <a:pt x="852792" y="1928370"/>
                </a:cubicBezTo>
                <a:lnTo>
                  <a:pt x="844734" y="1914452"/>
                </a:lnTo>
                <a:cubicBezTo>
                  <a:pt x="844421" y="1913929"/>
                  <a:pt x="844421" y="1913039"/>
                  <a:pt x="844734" y="1912464"/>
                </a:cubicBezTo>
                <a:lnTo>
                  <a:pt x="852792" y="1898546"/>
                </a:lnTo>
                <a:cubicBezTo>
                  <a:pt x="853106" y="1898023"/>
                  <a:pt x="853891" y="1897552"/>
                  <a:pt x="854519" y="1897552"/>
                </a:cubicBezTo>
                <a:close/>
                <a:moveTo>
                  <a:pt x="2424798" y="1897082"/>
                </a:moveTo>
                <a:lnTo>
                  <a:pt x="2441332" y="1897082"/>
                </a:lnTo>
                <a:cubicBezTo>
                  <a:pt x="2442012" y="1897082"/>
                  <a:pt x="2442797" y="1897553"/>
                  <a:pt x="2443111" y="1898128"/>
                </a:cubicBezTo>
                <a:lnTo>
                  <a:pt x="2451378" y="1912465"/>
                </a:lnTo>
                <a:cubicBezTo>
                  <a:pt x="2451691" y="1913040"/>
                  <a:pt x="2451691" y="1913930"/>
                  <a:pt x="2451378" y="1914505"/>
                </a:cubicBezTo>
                <a:lnTo>
                  <a:pt x="2443111" y="1928841"/>
                </a:lnTo>
                <a:cubicBezTo>
                  <a:pt x="2442797" y="1929417"/>
                  <a:pt x="2441960" y="1929888"/>
                  <a:pt x="2441332" y="1929888"/>
                </a:cubicBezTo>
                <a:lnTo>
                  <a:pt x="2424798" y="1929888"/>
                </a:lnTo>
                <a:cubicBezTo>
                  <a:pt x="2424118" y="1929888"/>
                  <a:pt x="2423334" y="1929417"/>
                  <a:pt x="2423019" y="1928841"/>
                </a:cubicBezTo>
                <a:lnTo>
                  <a:pt x="2414753" y="1914505"/>
                </a:lnTo>
                <a:cubicBezTo>
                  <a:pt x="2414438" y="1913930"/>
                  <a:pt x="2414438" y="1913040"/>
                  <a:pt x="2414753" y="1912465"/>
                </a:cubicBezTo>
                <a:lnTo>
                  <a:pt x="2423019" y="1898128"/>
                </a:lnTo>
                <a:cubicBezTo>
                  <a:pt x="2423334" y="1897553"/>
                  <a:pt x="2424170" y="1897082"/>
                  <a:pt x="2424798" y="1897082"/>
                </a:cubicBezTo>
                <a:close/>
                <a:moveTo>
                  <a:pt x="936925" y="1897082"/>
                </a:moveTo>
                <a:lnTo>
                  <a:pt x="953459" y="1897082"/>
                </a:lnTo>
                <a:cubicBezTo>
                  <a:pt x="954139" y="1897082"/>
                  <a:pt x="954924" y="1897553"/>
                  <a:pt x="955238" y="1898128"/>
                </a:cubicBezTo>
                <a:lnTo>
                  <a:pt x="963505" y="1912465"/>
                </a:lnTo>
                <a:cubicBezTo>
                  <a:pt x="963819" y="1913040"/>
                  <a:pt x="963819" y="1913930"/>
                  <a:pt x="963505" y="1914505"/>
                </a:cubicBezTo>
                <a:lnTo>
                  <a:pt x="955238" y="1928841"/>
                </a:lnTo>
                <a:cubicBezTo>
                  <a:pt x="954924" y="1929417"/>
                  <a:pt x="954087" y="1929888"/>
                  <a:pt x="953459" y="1929888"/>
                </a:cubicBezTo>
                <a:lnTo>
                  <a:pt x="936925" y="1929888"/>
                </a:lnTo>
                <a:cubicBezTo>
                  <a:pt x="936245" y="1929888"/>
                  <a:pt x="935460" y="1929417"/>
                  <a:pt x="935146" y="1928841"/>
                </a:cubicBezTo>
                <a:lnTo>
                  <a:pt x="926879" y="1914505"/>
                </a:lnTo>
                <a:cubicBezTo>
                  <a:pt x="926566" y="1913930"/>
                  <a:pt x="926566" y="1913040"/>
                  <a:pt x="926879" y="1912465"/>
                </a:cubicBezTo>
                <a:lnTo>
                  <a:pt x="935146" y="1898128"/>
                </a:lnTo>
                <a:cubicBezTo>
                  <a:pt x="935460" y="1897553"/>
                  <a:pt x="936298" y="1897082"/>
                  <a:pt x="936925" y="1897082"/>
                </a:cubicBezTo>
                <a:close/>
                <a:moveTo>
                  <a:pt x="688763" y="1896820"/>
                </a:moveTo>
                <a:lnTo>
                  <a:pt x="705611" y="1896820"/>
                </a:lnTo>
                <a:cubicBezTo>
                  <a:pt x="706239" y="1896820"/>
                  <a:pt x="707076" y="1897291"/>
                  <a:pt x="707390" y="1897866"/>
                </a:cubicBezTo>
                <a:lnTo>
                  <a:pt x="715813" y="1912464"/>
                </a:lnTo>
                <a:cubicBezTo>
                  <a:pt x="716127" y="1913040"/>
                  <a:pt x="716127" y="1913982"/>
                  <a:pt x="715813" y="1914557"/>
                </a:cubicBezTo>
                <a:lnTo>
                  <a:pt x="707390" y="1929155"/>
                </a:lnTo>
                <a:cubicBezTo>
                  <a:pt x="707076" y="1929730"/>
                  <a:pt x="706291" y="1930201"/>
                  <a:pt x="705611" y="1930201"/>
                </a:cubicBezTo>
                <a:lnTo>
                  <a:pt x="688763" y="1930201"/>
                </a:lnTo>
                <a:cubicBezTo>
                  <a:pt x="688135" y="1930201"/>
                  <a:pt x="687298" y="1929730"/>
                  <a:pt x="686984" y="1929155"/>
                </a:cubicBezTo>
                <a:lnTo>
                  <a:pt x="678560" y="1914557"/>
                </a:lnTo>
                <a:cubicBezTo>
                  <a:pt x="678247" y="1913982"/>
                  <a:pt x="678247" y="1913040"/>
                  <a:pt x="678560" y="1912464"/>
                </a:cubicBezTo>
                <a:lnTo>
                  <a:pt x="686984" y="1897866"/>
                </a:lnTo>
                <a:cubicBezTo>
                  <a:pt x="687298" y="1897291"/>
                  <a:pt x="688083" y="1896820"/>
                  <a:pt x="688763" y="1896820"/>
                </a:cubicBezTo>
                <a:close/>
                <a:moveTo>
                  <a:pt x="2259148" y="1896558"/>
                </a:moveTo>
                <a:lnTo>
                  <a:pt x="2276309" y="1896558"/>
                </a:lnTo>
                <a:cubicBezTo>
                  <a:pt x="2276989" y="1896558"/>
                  <a:pt x="2277826" y="1897029"/>
                  <a:pt x="2278140" y="1897604"/>
                </a:cubicBezTo>
                <a:lnTo>
                  <a:pt x="2286721" y="1912464"/>
                </a:lnTo>
                <a:cubicBezTo>
                  <a:pt x="2287035" y="1913092"/>
                  <a:pt x="2287035" y="1914033"/>
                  <a:pt x="2286721" y="1914609"/>
                </a:cubicBezTo>
                <a:lnTo>
                  <a:pt x="2278140" y="1929468"/>
                </a:lnTo>
                <a:cubicBezTo>
                  <a:pt x="2277826" y="1930044"/>
                  <a:pt x="2276989" y="1930515"/>
                  <a:pt x="2276309" y="1930515"/>
                </a:cubicBezTo>
                <a:lnTo>
                  <a:pt x="2259148" y="1930515"/>
                </a:lnTo>
                <a:cubicBezTo>
                  <a:pt x="2258467" y="1930515"/>
                  <a:pt x="2257630" y="1930044"/>
                  <a:pt x="2257316" y="1929468"/>
                </a:cubicBezTo>
                <a:lnTo>
                  <a:pt x="2248736" y="1914609"/>
                </a:lnTo>
                <a:cubicBezTo>
                  <a:pt x="2248421" y="1913981"/>
                  <a:pt x="2248421" y="1913039"/>
                  <a:pt x="2248736" y="1912464"/>
                </a:cubicBezTo>
                <a:lnTo>
                  <a:pt x="2257316" y="1897604"/>
                </a:lnTo>
                <a:cubicBezTo>
                  <a:pt x="2257630" y="1897029"/>
                  <a:pt x="2258467" y="1896558"/>
                  <a:pt x="2259148" y="1896558"/>
                </a:cubicBezTo>
                <a:close/>
                <a:moveTo>
                  <a:pt x="1845544" y="1895931"/>
                </a:moveTo>
                <a:lnTo>
                  <a:pt x="1863281" y="1895931"/>
                </a:lnTo>
                <a:cubicBezTo>
                  <a:pt x="1863961" y="1895931"/>
                  <a:pt x="1864798" y="1896402"/>
                  <a:pt x="1865165" y="1897030"/>
                </a:cubicBezTo>
                <a:lnTo>
                  <a:pt x="1874059" y="1912412"/>
                </a:lnTo>
                <a:cubicBezTo>
                  <a:pt x="1874426" y="1913040"/>
                  <a:pt x="1874426" y="1913982"/>
                  <a:pt x="1874059" y="1914610"/>
                </a:cubicBezTo>
                <a:lnTo>
                  <a:pt x="1865165" y="1929993"/>
                </a:lnTo>
                <a:cubicBezTo>
                  <a:pt x="1864851" y="1930620"/>
                  <a:pt x="1863961" y="1931091"/>
                  <a:pt x="1863281" y="1931091"/>
                </a:cubicBezTo>
                <a:lnTo>
                  <a:pt x="1845544" y="1931091"/>
                </a:lnTo>
                <a:cubicBezTo>
                  <a:pt x="1844864" y="1931091"/>
                  <a:pt x="1844027" y="1930620"/>
                  <a:pt x="1843660" y="1929993"/>
                </a:cubicBezTo>
                <a:lnTo>
                  <a:pt x="1834766" y="1914610"/>
                </a:lnTo>
                <a:cubicBezTo>
                  <a:pt x="1834399" y="1913982"/>
                  <a:pt x="1834399" y="1913040"/>
                  <a:pt x="1834766" y="1912412"/>
                </a:cubicBezTo>
                <a:lnTo>
                  <a:pt x="1843660" y="1897030"/>
                </a:lnTo>
                <a:cubicBezTo>
                  <a:pt x="1843974" y="1896402"/>
                  <a:pt x="1844864" y="1895931"/>
                  <a:pt x="1845544" y="1895931"/>
                </a:cubicBezTo>
                <a:close/>
                <a:moveTo>
                  <a:pt x="605363" y="1895198"/>
                </a:moveTo>
                <a:lnTo>
                  <a:pt x="623832" y="1895198"/>
                </a:lnTo>
                <a:cubicBezTo>
                  <a:pt x="624565" y="1895198"/>
                  <a:pt x="625454" y="1895721"/>
                  <a:pt x="625820" y="1896349"/>
                </a:cubicBezTo>
                <a:lnTo>
                  <a:pt x="635029" y="1912307"/>
                </a:lnTo>
                <a:cubicBezTo>
                  <a:pt x="635395" y="1912935"/>
                  <a:pt x="635395" y="1913981"/>
                  <a:pt x="635029" y="1914609"/>
                </a:cubicBezTo>
                <a:lnTo>
                  <a:pt x="625820" y="1930567"/>
                </a:lnTo>
                <a:cubicBezTo>
                  <a:pt x="625454" y="1931195"/>
                  <a:pt x="624565" y="1931718"/>
                  <a:pt x="623832" y="1931718"/>
                </a:cubicBezTo>
                <a:lnTo>
                  <a:pt x="605363" y="1931718"/>
                </a:lnTo>
                <a:cubicBezTo>
                  <a:pt x="604630" y="1931718"/>
                  <a:pt x="603741" y="1931195"/>
                  <a:pt x="603374" y="1930567"/>
                </a:cubicBezTo>
                <a:lnTo>
                  <a:pt x="594166" y="1914609"/>
                </a:lnTo>
                <a:cubicBezTo>
                  <a:pt x="593799" y="1913981"/>
                  <a:pt x="593799" y="1912935"/>
                  <a:pt x="594166" y="1912307"/>
                </a:cubicBezTo>
                <a:lnTo>
                  <a:pt x="603374" y="1896349"/>
                </a:lnTo>
                <a:cubicBezTo>
                  <a:pt x="603741" y="1895721"/>
                  <a:pt x="604630" y="1895198"/>
                  <a:pt x="605363" y="1895198"/>
                </a:cubicBezTo>
                <a:close/>
                <a:moveTo>
                  <a:pt x="2010096" y="1894309"/>
                </a:moveTo>
                <a:lnTo>
                  <a:pt x="2029455" y="1894309"/>
                </a:lnTo>
                <a:cubicBezTo>
                  <a:pt x="2030240" y="1894309"/>
                  <a:pt x="2031182" y="1894832"/>
                  <a:pt x="2031548" y="1895512"/>
                </a:cubicBezTo>
                <a:lnTo>
                  <a:pt x="2041228" y="1912255"/>
                </a:lnTo>
                <a:cubicBezTo>
                  <a:pt x="2041594" y="1912936"/>
                  <a:pt x="2041594" y="1913982"/>
                  <a:pt x="2041228" y="1914662"/>
                </a:cubicBezTo>
                <a:lnTo>
                  <a:pt x="2031548" y="1931405"/>
                </a:lnTo>
                <a:cubicBezTo>
                  <a:pt x="2031129" y="1932085"/>
                  <a:pt x="2030240" y="1932609"/>
                  <a:pt x="2029455" y="1932609"/>
                </a:cubicBezTo>
                <a:lnTo>
                  <a:pt x="2010096" y="1932609"/>
                </a:lnTo>
                <a:cubicBezTo>
                  <a:pt x="2009312" y="1932609"/>
                  <a:pt x="2008369" y="1932085"/>
                  <a:pt x="2008004" y="1931405"/>
                </a:cubicBezTo>
                <a:lnTo>
                  <a:pt x="1998323" y="1914662"/>
                </a:lnTo>
                <a:cubicBezTo>
                  <a:pt x="1997958" y="1913982"/>
                  <a:pt x="1997958" y="1912936"/>
                  <a:pt x="1998323" y="1912255"/>
                </a:cubicBezTo>
                <a:lnTo>
                  <a:pt x="2008004" y="1895512"/>
                </a:lnTo>
                <a:cubicBezTo>
                  <a:pt x="2008422" y="1894832"/>
                  <a:pt x="2009312" y="1894309"/>
                  <a:pt x="2010096" y="1894309"/>
                </a:cubicBezTo>
                <a:close/>
                <a:moveTo>
                  <a:pt x="439502" y="1894204"/>
                </a:moveTo>
                <a:lnTo>
                  <a:pt x="459018" y="1894204"/>
                </a:lnTo>
                <a:cubicBezTo>
                  <a:pt x="459803" y="1894204"/>
                  <a:pt x="460745" y="1894727"/>
                  <a:pt x="461111" y="1895407"/>
                </a:cubicBezTo>
                <a:lnTo>
                  <a:pt x="470843" y="1912307"/>
                </a:lnTo>
                <a:cubicBezTo>
                  <a:pt x="471209" y="1912987"/>
                  <a:pt x="471209" y="1914034"/>
                  <a:pt x="470843" y="1914714"/>
                </a:cubicBezTo>
                <a:lnTo>
                  <a:pt x="461111" y="1931614"/>
                </a:lnTo>
                <a:cubicBezTo>
                  <a:pt x="460745" y="1932294"/>
                  <a:pt x="459803" y="1932817"/>
                  <a:pt x="459018" y="1932817"/>
                </a:cubicBezTo>
                <a:lnTo>
                  <a:pt x="439502" y="1932817"/>
                </a:lnTo>
                <a:cubicBezTo>
                  <a:pt x="438718" y="1932817"/>
                  <a:pt x="437776" y="1932294"/>
                  <a:pt x="437409" y="1931614"/>
                </a:cubicBezTo>
                <a:lnTo>
                  <a:pt x="427678" y="1914714"/>
                </a:lnTo>
                <a:cubicBezTo>
                  <a:pt x="427311" y="1914034"/>
                  <a:pt x="427311" y="1912987"/>
                  <a:pt x="427678" y="1912307"/>
                </a:cubicBezTo>
                <a:lnTo>
                  <a:pt x="437409" y="1895407"/>
                </a:lnTo>
                <a:cubicBezTo>
                  <a:pt x="437776" y="1894727"/>
                  <a:pt x="438718" y="1894204"/>
                  <a:pt x="439502" y="1894204"/>
                </a:cubicBezTo>
                <a:close/>
                <a:moveTo>
                  <a:pt x="1927323" y="1894152"/>
                </a:moveTo>
                <a:lnTo>
                  <a:pt x="1946891" y="1894152"/>
                </a:lnTo>
                <a:cubicBezTo>
                  <a:pt x="1947676" y="1894152"/>
                  <a:pt x="1948618" y="1894675"/>
                  <a:pt x="1948984" y="1895355"/>
                </a:cubicBezTo>
                <a:lnTo>
                  <a:pt x="1958768" y="1912308"/>
                </a:lnTo>
                <a:cubicBezTo>
                  <a:pt x="1959134" y="1912988"/>
                  <a:pt x="1959134" y="1914034"/>
                  <a:pt x="1958768" y="1914714"/>
                </a:cubicBezTo>
                <a:lnTo>
                  <a:pt x="1948984" y="1931667"/>
                </a:lnTo>
                <a:cubicBezTo>
                  <a:pt x="1948618" y="1932347"/>
                  <a:pt x="1947676" y="1932870"/>
                  <a:pt x="1946891" y="1932870"/>
                </a:cubicBezTo>
                <a:lnTo>
                  <a:pt x="1927323" y="1932870"/>
                </a:lnTo>
                <a:cubicBezTo>
                  <a:pt x="1926538" y="1932870"/>
                  <a:pt x="1925596" y="1932347"/>
                  <a:pt x="1925230" y="1931667"/>
                </a:cubicBezTo>
                <a:lnTo>
                  <a:pt x="1915445" y="1914714"/>
                </a:lnTo>
                <a:cubicBezTo>
                  <a:pt x="1915080" y="1914034"/>
                  <a:pt x="1915080" y="1912988"/>
                  <a:pt x="1915445" y="1912308"/>
                </a:cubicBezTo>
                <a:lnTo>
                  <a:pt x="1925230" y="1895355"/>
                </a:lnTo>
                <a:cubicBezTo>
                  <a:pt x="1925596" y="1894675"/>
                  <a:pt x="1926538" y="1894152"/>
                  <a:pt x="1927323" y="1894152"/>
                </a:cubicBezTo>
                <a:close/>
                <a:moveTo>
                  <a:pt x="521857" y="1893628"/>
                </a:moveTo>
                <a:lnTo>
                  <a:pt x="541948" y="1893628"/>
                </a:lnTo>
                <a:cubicBezTo>
                  <a:pt x="542733" y="1893628"/>
                  <a:pt x="543675" y="1894204"/>
                  <a:pt x="544094" y="1894884"/>
                </a:cubicBezTo>
                <a:lnTo>
                  <a:pt x="554139" y="1912255"/>
                </a:lnTo>
                <a:cubicBezTo>
                  <a:pt x="554558" y="1912935"/>
                  <a:pt x="554558" y="1914033"/>
                  <a:pt x="554139" y="1914714"/>
                </a:cubicBezTo>
                <a:lnTo>
                  <a:pt x="544094" y="1932085"/>
                </a:lnTo>
                <a:cubicBezTo>
                  <a:pt x="543727" y="1932765"/>
                  <a:pt x="542733" y="1933340"/>
                  <a:pt x="541948" y="1933340"/>
                </a:cubicBezTo>
                <a:lnTo>
                  <a:pt x="521857" y="1933340"/>
                </a:lnTo>
                <a:cubicBezTo>
                  <a:pt x="521072" y="1933340"/>
                  <a:pt x="520130" y="1932765"/>
                  <a:pt x="519712" y="1932085"/>
                </a:cubicBezTo>
                <a:lnTo>
                  <a:pt x="509666" y="1914714"/>
                </a:lnTo>
                <a:cubicBezTo>
                  <a:pt x="509247" y="1914033"/>
                  <a:pt x="509247" y="1912935"/>
                  <a:pt x="509666" y="1912255"/>
                </a:cubicBezTo>
                <a:lnTo>
                  <a:pt x="519712" y="1894884"/>
                </a:lnTo>
                <a:cubicBezTo>
                  <a:pt x="520078" y="1894204"/>
                  <a:pt x="521072" y="1893628"/>
                  <a:pt x="521857" y="1893628"/>
                </a:cubicBezTo>
                <a:close/>
                <a:moveTo>
                  <a:pt x="2588303" y="1893576"/>
                </a:moveTo>
                <a:lnTo>
                  <a:pt x="2608395" y="1893576"/>
                </a:lnTo>
                <a:cubicBezTo>
                  <a:pt x="2609180" y="1893576"/>
                  <a:pt x="2610122" y="1894151"/>
                  <a:pt x="2610540" y="1894832"/>
                </a:cubicBezTo>
                <a:lnTo>
                  <a:pt x="2620586" y="1912255"/>
                </a:lnTo>
                <a:cubicBezTo>
                  <a:pt x="2621005" y="1912987"/>
                  <a:pt x="2621005" y="1914086"/>
                  <a:pt x="2620586" y="1914766"/>
                </a:cubicBezTo>
                <a:lnTo>
                  <a:pt x="2610540" y="1932189"/>
                </a:lnTo>
                <a:cubicBezTo>
                  <a:pt x="2610174" y="1932870"/>
                  <a:pt x="2609180" y="1933445"/>
                  <a:pt x="2608395" y="1933445"/>
                </a:cubicBezTo>
                <a:lnTo>
                  <a:pt x="2588303" y="1933445"/>
                </a:lnTo>
                <a:cubicBezTo>
                  <a:pt x="2587519" y="1933445"/>
                  <a:pt x="2586577" y="1932870"/>
                  <a:pt x="2586159" y="1932189"/>
                </a:cubicBezTo>
                <a:lnTo>
                  <a:pt x="2576113" y="1914766"/>
                </a:lnTo>
                <a:cubicBezTo>
                  <a:pt x="2575694" y="1914034"/>
                  <a:pt x="2575694" y="1912935"/>
                  <a:pt x="2576113" y="1912255"/>
                </a:cubicBezTo>
                <a:lnTo>
                  <a:pt x="2586159" y="1894832"/>
                </a:lnTo>
                <a:cubicBezTo>
                  <a:pt x="2586525" y="1894151"/>
                  <a:pt x="2587519" y="1893576"/>
                  <a:pt x="2588303" y="1893576"/>
                </a:cubicBezTo>
                <a:close/>
                <a:moveTo>
                  <a:pt x="189928" y="1890960"/>
                </a:moveTo>
                <a:lnTo>
                  <a:pt x="212688" y="1890960"/>
                </a:lnTo>
                <a:cubicBezTo>
                  <a:pt x="213630" y="1890960"/>
                  <a:pt x="214676" y="1891588"/>
                  <a:pt x="215147" y="1892373"/>
                </a:cubicBezTo>
                <a:lnTo>
                  <a:pt x="226501" y="1912046"/>
                </a:lnTo>
                <a:cubicBezTo>
                  <a:pt x="226972" y="1912830"/>
                  <a:pt x="226972" y="1914086"/>
                  <a:pt x="226501" y="1914871"/>
                </a:cubicBezTo>
                <a:lnTo>
                  <a:pt x="215147" y="1934544"/>
                </a:lnTo>
                <a:cubicBezTo>
                  <a:pt x="214676" y="1935329"/>
                  <a:pt x="213578" y="1935957"/>
                  <a:pt x="212688" y="1935957"/>
                </a:cubicBezTo>
                <a:lnTo>
                  <a:pt x="189928" y="1935957"/>
                </a:lnTo>
                <a:cubicBezTo>
                  <a:pt x="188986" y="1935957"/>
                  <a:pt x="187940" y="1935329"/>
                  <a:pt x="187469" y="1934544"/>
                </a:cubicBezTo>
                <a:lnTo>
                  <a:pt x="176115" y="1914871"/>
                </a:lnTo>
                <a:cubicBezTo>
                  <a:pt x="175644" y="1914086"/>
                  <a:pt x="175644" y="1912830"/>
                  <a:pt x="176115" y="1912046"/>
                </a:cubicBezTo>
                <a:lnTo>
                  <a:pt x="187469" y="1892373"/>
                </a:lnTo>
                <a:cubicBezTo>
                  <a:pt x="187940" y="1891588"/>
                  <a:pt x="189039" y="1890960"/>
                  <a:pt x="189928" y="1890960"/>
                </a:cubicBezTo>
                <a:close/>
                <a:moveTo>
                  <a:pt x="355055" y="1890698"/>
                </a:moveTo>
                <a:lnTo>
                  <a:pt x="378077" y="1890698"/>
                </a:lnTo>
                <a:cubicBezTo>
                  <a:pt x="378966" y="1890698"/>
                  <a:pt x="380065" y="1891326"/>
                  <a:pt x="380536" y="1892111"/>
                </a:cubicBezTo>
                <a:lnTo>
                  <a:pt x="392047" y="1912045"/>
                </a:lnTo>
                <a:cubicBezTo>
                  <a:pt x="392518" y="1912830"/>
                  <a:pt x="392518" y="1914086"/>
                  <a:pt x="392047" y="1914871"/>
                </a:cubicBezTo>
                <a:lnTo>
                  <a:pt x="380536" y="1934805"/>
                </a:lnTo>
                <a:cubicBezTo>
                  <a:pt x="380065" y="1935590"/>
                  <a:pt x="378966" y="1936218"/>
                  <a:pt x="378077" y="1936218"/>
                </a:cubicBezTo>
                <a:lnTo>
                  <a:pt x="355055" y="1936218"/>
                </a:lnTo>
                <a:cubicBezTo>
                  <a:pt x="354166" y="1936218"/>
                  <a:pt x="353067" y="1935590"/>
                  <a:pt x="352596" y="1934805"/>
                </a:cubicBezTo>
                <a:lnTo>
                  <a:pt x="341085" y="1914871"/>
                </a:lnTo>
                <a:cubicBezTo>
                  <a:pt x="340614" y="1914086"/>
                  <a:pt x="340614" y="1912830"/>
                  <a:pt x="341085" y="1912045"/>
                </a:cubicBezTo>
                <a:lnTo>
                  <a:pt x="352596" y="1892111"/>
                </a:lnTo>
                <a:cubicBezTo>
                  <a:pt x="353067" y="1891326"/>
                  <a:pt x="354166" y="1890698"/>
                  <a:pt x="355055" y="1890698"/>
                </a:cubicBezTo>
                <a:close/>
                <a:moveTo>
                  <a:pt x="271392" y="1888710"/>
                </a:moveTo>
                <a:lnTo>
                  <a:pt x="296402" y="1888710"/>
                </a:lnTo>
                <a:cubicBezTo>
                  <a:pt x="297396" y="1888710"/>
                  <a:pt x="298600" y="1889443"/>
                  <a:pt x="299071" y="1890280"/>
                </a:cubicBezTo>
                <a:lnTo>
                  <a:pt x="311576" y="1911941"/>
                </a:lnTo>
                <a:cubicBezTo>
                  <a:pt x="312047" y="1912778"/>
                  <a:pt x="312047" y="1914191"/>
                  <a:pt x="311576" y="1915028"/>
                </a:cubicBezTo>
                <a:lnTo>
                  <a:pt x="299071" y="1936689"/>
                </a:lnTo>
                <a:cubicBezTo>
                  <a:pt x="298600" y="1937578"/>
                  <a:pt x="297396" y="1938259"/>
                  <a:pt x="296402" y="1938259"/>
                </a:cubicBezTo>
                <a:lnTo>
                  <a:pt x="271392" y="1938259"/>
                </a:lnTo>
                <a:cubicBezTo>
                  <a:pt x="270398" y="1938259"/>
                  <a:pt x="269195" y="1937526"/>
                  <a:pt x="268724" y="1936689"/>
                </a:cubicBezTo>
                <a:lnTo>
                  <a:pt x="256219" y="1915028"/>
                </a:lnTo>
                <a:cubicBezTo>
                  <a:pt x="255748" y="1914191"/>
                  <a:pt x="255748" y="1912778"/>
                  <a:pt x="256219" y="1911941"/>
                </a:cubicBezTo>
                <a:lnTo>
                  <a:pt x="268724" y="1890280"/>
                </a:lnTo>
                <a:cubicBezTo>
                  <a:pt x="269195" y="1889390"/>
                  <a:pt x="270398" y="1888710"/>
                  <a:pt x="271392" y="1888710"/>
                </a:cubicBezTo>
                <a:close/>
                <a:moveTo>
                  <a:pt x="102184" y="1881019"/>
                </a:moveTo>
                <a:lnTo>
                  <a:pt x="134990" y="1881019"/>
                </a:lnTo>
                <a:cubicBezTo>
                  <a:pt x="136298" y="1881019"/>
                  <a:pt x="137868" y="1881961"/>
                  <a:pt x="138496" y="1883060"/>
                </a:cubicBezTo>
                <a:lnTo>
                  <a:pt x="154925" y="1911470"/>
                </a:lnTo>
                <a:cubicBezTo>
                  <a:pt x="155553" y="1912621"/>
                  <a:pt x="155553" y="1914453"/>
                  <a:pt x="154925" y="1915551"/>
                </a:cubicBezTo>
                <a:lnTo>
                  <a:pt x="138496" y="1943962"/>
                </a:lnTo>
                <a:cubicBezTo>
                  <a:pt x="137868" y="1945113"/>
                  <a:pt x="136298" y="1946003"/>
                  <a:pt x="134990" y="1946003"/>
                </a:cubicBezTo>
                <a:lnTo>
                  <a:pt x="102184" y="1946003"/>
                </a:lnTo>
                <a:cubicBezTo>
                  <a:pt x="100876" y="1946003"/>
                  <a:pt x="99307" y="1945061"/>
                  <a:pt x="98679" y="1943962"/>
                </a:cubicBezTo>
                <a:lnTo>
                  <a:pt x="82250" y="1915551"/>
                </a:lnTo>
                <a:cubicBezTo>
                  <a:pt x="81622" y="1914400"/>
                  <a:pt x="81622" y="1912569"/>
                  <a:pt x="82250" y="1911470"/>
                </a:cubicBezTo>
                <a:lnTo>
                  <a:pt x="98679" y="1883060"/>
                </a:lnTo>
                <a:cubicBezTo>
                  <a:pt x="99307" y="1881909"/>
                  <a:pt x="100876" y="1881019"/>
                  <a:pt x="102184" y="1881019"/>
                </a:cubicBezTo>
                <a:close/>
                <a:moveTo>
                  <a:pt x="118090" y="1829796"/>
                </a:moveTo>
                <a:lnTo>
                  <a:pt x="119136" y="1829796"/>
                </a:lnTo>
                <a:cubicBezTo>
                  <a:pt x="119188" y="1829796"/>
                  <a:pt x="119241" y="1829848"/>
                  <a:pt x="119241" y="1829848"/>
                </a:cubicBezTo>
                <a:lnTo>
                  <a:pt x="119764" y="1830790"/>
                </a:lnTo>
                <a:cubicBezTo>
                  <a:pt x="119764" y="1830842"/>
                  <a:pt x="119764" y="1830947"/>
                  <a:pt x="119764" y="1830947"/>
                </a:cubicBezTo>
                <a:lnTo>
                  <a:pt x="119241" y="1831889"/>
                </a:lnTo>
                <a:cubicBezTo>
                  <a:pt x="119241" y="1831941"/>
                  <a:pt x="119136" y="1831941"/>
                  <a:pt x="119136" y="1831941"/>
                </a:cubicBezTo>
                <a:lnTo>
                  <a:pt x="118090" y="1831941"/>
                </a:lnTo>
                <a:cubicBezTo>
                  <a:pt x="118037" y="1831941"/>
                  <a:pt x="117985" y="1831889"/>
                  <a:pt x="117985" y="1831889"/>
                </a:cubicBezTo>
                <a:lnTo>
                  <a:pt x="117462" y="1830947"/>
                </a:lnTo>
                <a:cubicBezTo>
                  <a:pt x="117462" y="1830895"/>
                  <a:pt x="117462" y="1830790"/>
                  <a:pt x="117462" y="1830790"/>
                </a:cubicBezTo>
                <a:lnTo>
                  <a:pt x="117985" y="1829848"/>
                </a:lnTo>
                <a:cubicBezTo>
                  <a:pt x="117985" y="1829796"/>
                  <a:pt x="118090" y="1829796"/>
                  <a:pt x="118090" y="1829796"/>
                </a:cubicBezTo>
                <a:close/>
                <a:moveTo>
                  <a:pt x="2679657" y="1828122"/>
                </a:moveTo>
                <a:lnTo>
                  <a:pt x="2682430" y="1828122"/>
                </a:lnTo>
                <a:cubicBezTo>
                  <a:pt x="2682535" y="1828122"/>
                  <a:pt x="2682744" y="1828279"/>
                  <a:pt x="2682744" y="1828279"/>
                </a:cubicBezTo>
                <a:lnTo>
                  <a:pt x="2684157" y="1830686"/>
                </a:lnTo>
                <a:cubicBezTo>
                  <a:pt x="2684209" y="1830790"/>
                  <a:pt x="2684157" y="1831052"/>
                  <a:pt x="2684157" y="1831052"/>
                </a:cubicBezTo>
                <a:lnTo>
                  <a:pt x="2682744" y="1833459"/>
                </a:lnTo>
                <a:cubicBezTo>
                  <a:pt x="2682692" y="1833564"/>
                  <a:pt x="2682430" y="1833616"/>
                  <a:pt x="2682430" y="1833616"/>
                </a:cubicBezTo>
                <a:lnTo>
                  <a:pt x="2679657" y="1833616"/>
                </a:lnTo>
                <a:cubicBezTo>
                  <a:pt x="2679553" y="1833616"/>
                  <a:pt x="2679343" y="1833459"/>
                  <a:pt x="2679343" y="1833459"/>
                </a:cubicBezTo>
                <a:lnTo>
                  <a:pt x="2677930" y="1831052"/>
                </a:lnTo>
                <a:cubicBezTo>
                  <a:pt x="2677878" y="1830947"/>
                  <a:pt x="2677930" y="1830686"/>
                  <a:pt x="2677930" y="1830686"/>
                </a:cubicBezTo>
                <a:lnTo>
                  <a:pt x="2679343" y="1828279"/>
                </a:lnTo>
                <a:cubicBezTo>
                  <a:pt x="2679395" y="1828174"/>
                  <a:pt x="2679657" y="1828122"/>
                  <a:pt x="2679657" y="1828122"/>
                </a:cubicBezTo>
                <a:close/>
                <a:moveTo>
                  <a:pt x="2099827" y="1825767"/>
                </a:moveTo>
                <a:lnTo>
                  <a:pt x="2104903" y="1825767"/>
                </a:lnTo>
                <a:cubicBezTo>
                  <a:pt x="2105060" y="1825767"/>
                  <a:pt x="2105426" y="1826081"/>
                  <a:pt x="2105426" y="1826081"/>
                </a:cubicBezTo>
                <a:lnTo>
                  <a:pt x="2107990" y="1830476"/>
                </a:lnTo>
                <a:cubicBezTo>
                  <a:pt x="2108095" y="1830633"/>
                  <a:pt x="2107990" y="1831104"/>
                  <a:pt x="2107990" y="1831104"/>
                </a:cubicBezTo>
                <a:lnTo>
                  <a:pt x="2105426" y="1835499"/>
                </a:lnTo>
                <a:cubicBezTo>
                  <a:pt x="2105374" y="1835656"/>
                  <a:pt x="2104903" y="1835813"/>
                  <a:pt x="2104903" y="1835813"/>
                </a:cubicBezTo>
                <a:lnTo>
                  <a:pt x="2099827" y="1835813"/>
                </a:lnTo>
                <a:cubicBezTo>
                  <a:pt x="2099671" y="1835813"/>
                  <a:pt x="2099304" y="1835499"/>
                  <a:pt x="2099304" y="1835499"/>
                </a:cubicBezTo>
                <a:lnTo>
                  <a:pt x="2096741" y="1831104"/>
                </a:lnTo>
                <a:cubicBezTo>
                  <a:pt x="2096636" y="1830947"/>
                  <a:pt x="2096741" y="1830476"/>
                  <a:pt x="2096741" y="1830476"/>
                </a:cubicBezTo>
                <a:lnTo>
                  <a:pt x="2099304" y="1826081"/>
                </a:lnTo>
                <a:cubicBezTo>
                  <a:pt x="2099357" y="1825924"/>
                  <a:pt x="2099827" y="1825767"/>
                  <a:pt x="2099827" y="1825767"/>
                </a:cubicBezTo>
                <a:close/>
                <a:moveTo>
                  <a:pt x="1270895" y="1821058"/>
                </a:moveTo>
                <a:lnTo>
                  <a:pt x="1280783" y="1821058"/>
                </a:lnTo>
                <a:cubicBezTo>
                  <a:pt x="1281150" y="1821058"/>
                  <a:pt x="1281621" y="1821372"/>
                  <a:pt x="1281830" y="1821686"/>
                </a:cubicBezTo>
                <a:lnTo>
                  <a:pt x="1286748" y="1830267"/>
                </a:lnTo>
                <a:cubicBezTo>
                  <a:pt x="1286957" y="1830581"/>
                  <a:pt x="1286957" y="1831156"/>
                  <a:pt x="1286748" y="1831470"/>
                </a:cubicBezTo>
                <a:lnTo>
                  <a:pt x="1281830" y="1840051"/>
                </a:lnTo>
                <a:cubicBezTo>
                  <a:pt x="1281673" y="1840417"/>
                  <a:pt x="1281150" y="1840679"/>
                  <a:pt x="1280783" y="1840679"/>
                </a:cubicBezTo>
                <a:lnTo>
                  <a:pt x="1270895" y="1840679"/>
                </a:lnTo>
                <a:cubicBezTo>
                  <a:pt x="1270529" y="1840679"/>
                  <a:pt x="1270058" y="1840365"/>
                  <a:pt x="1269848" y="1840051"/>
                </a:cubicBezTo>
                <a:lnTo>
                  <a:pt x="1264930" y="1831470"/>
                </a:lnTo>
                <a:cubicBezTo>
                  <a:pt x="1264721" y="1831156"/>
                  <a:pt x="1264721" y="1830581"/>
                  <a:pt x="1264930" y="1830267"/>
                </a:cubicBezTo>
                <a:lnTo>
                  <a:pt x="1269848" y="1821686"/>
                </a:lnTo>
                <a:cubicBezTo>
                  <a:pt x="1270005" y="1821320"/>
                  <a:pt x="1270529" y="1821058"/>
                  <a:pt x="1270895" y="1821058"/>
                </a:cubicBezTo>
                <a:close/>
                <a:moveTo>
                  <a:pt x="2593169" y="1820587"/>
                </a:moveTo>
                <a:lnTo>
                  <a:pt x="2603581" y="1820587"/>
                </a:lnTo>
                <a:cubicBezTo>
                  <a:pt x="2604000" y="1820587"/>
                  <a:pt x="2604471" y="1820849"/>
                  <a:pt x="2604680" y="1821215"/>
                </a:cubicBezTo>
                <a:lnTo>
                  <a:pt x="2609860" y="1830214"/>
                </a:lnTo>
                <a:cubicBezTo>
                  <a:pt x="2610069" y="1830580"/>
                  <a:pt x="2610069" y="1831156"/>
                  <a:pt x="2609860" y="1831522"/>
                </a:cubicBezTo>
                <a:lnTo>
                  <a:pt x="2604680" y="1840522"/>
                </a:lnTo>
                <a:cubicBezTo>
                  <a:pt x="2604471" y="1840888"/>
                  <a:pt x="2604000" y="1841149"/>
                  <a:pt x="2603581" y="1841149"/>
                </a:cubicBezTo>
                <a:lnTo>
                  <a:pt x="2593169" y="1841149"/>
                </a:lnTo>
                <a:cubicBezTo>
                  <a:pt x="2592751" y="1841149"/>
                  <a:pt x="2592280" y="1840888"/>
                  <a:pt x="2592071" y="1840522"/>
                </a:cubicBezTo>
                <a:lnTo>
                  <a:pt x="2586891" y="1831522"/>
                </a:lnTo>
                <a:cubicBezTo>
                  <a:pt x="2586682" y="1831156"/>
                  <a:pt x="2586682" y="1830580"/>
                  <a:pt x="2586891" y="1830214"/>
                </a:cubicBezTo>
                <a:lnTo>
                  <a:pt x="2592071" y="1821215"/>
                </a:lnTo>
                <a:cubicBezTo>
                  <a:pt x="2592280" y="1820849"/>
                  <a:pt x="2592751" y="1820587"/>
                  <a:pt x="2593169" y="1820587"/>
                </a:cubicBezTo>
                <a:close/>
                <a:moveTo>
                  <a:pt x="1353197" y="1820483"/>
                </a:moveTo>
                <a:lnTo>
                  <a:pt x="1363661" y="1820483"/>
                </a:lnTo>
                <a:cubicBezTo>
                  <a:pt x="1364028" y="1820483"/>
                  <a:pt x="1364551" y="1820745"/>
                  <a:pt x="1364760" y="1821111"/>
                </a:cubicBezTo>
                <a:lnTo>
                  <a:pt x="1369992" y="1830215"/>
                </a:lnTo>
                <a:cubicBezTo>
                  <a:pt x="1370201" y="1830581"/>
                  <a:pt x="1370201" y="1831157"/>
                  <a:pt x="1369992" y="1831523"/>
                </a:cubicBezTo>
                <a:lnTo>
                  <a:pt x="1364760" y="1840627"/>
                </a:lnTo>
                <a:cubicBezTo>
                  <a:pt x="1364603" y="1840941"/>
                  <a:pt x="1364080" y="1841255"/>
                  <a:pt x="1363661" y="1841255"/>
                </a:cubicBezTo>
                <a:lnTo>
                  <a:pt x="1353197" y="1841255"/>
                </a:lnTo>
                <a:cubicBezTo>
                  <a:pt x="1352831" y="1841255"/>
                  <a:pt x="1352307" y="1840993"/>
                  <a:pt x="1352098" y="1840627"/>
                </a:cubicBezTo>
                <a:lnTo>
                  <a:pt x="1346866" y="1831523"/>
                </a:lnTo>
                <a:cubicBezTo>
                  <a:pt x="1346657" y="1831157"/>
                  <a:pt x="1346657" y="1830581"/>
                  <a:pt x="1346866" y="1830215"/>
                </a:cubicBezTo>
                <a:lnTo>
                  <a:pt x="1352098" y="1821111"/>
                </a:lnTo>
                <a:cubicBezTo>
                  <a:pt x="1352255" y="1820797"/>
                  <a:pt x="1352778" y="1820483"/>
                  <a:pt x="1353197" y="1820483"/>
                </a:cubicBezTo>
                <a:close/>
                <a:moveTo>
                  <a:pt x="1517435" y="1818233"/>
                </a:moveTo>
                <a:lnTo>
                  <a:pt x="1530149" y="1818233"/>
                </a:lnTo>
                <a:cubicBezTo>
                  <a:pt x="1530672" y="1818233"/>
                  <a:pt x="1531247" y="1818599"/>
                  <a:pt x="1531509" y="1819018"/>
                </a:cubicBezTo>
                <a:lnTo>
                  <a:pt x="1537840" y="1830005"/>
                </a:lnTo>
                <a:cubicBezTo>
                  <a:pt x="1538101" y="1830424"/>
                  <a:pt x="1538101" y="1831156"/>
                  <a:pt x="1537840" y="1831575"/>
                </a:cubicBezTo>
                <a:lnTo>
                  <a:pt x="1531509" y="1842563"/>
                </a:lnTo>
                <a:cubicBezTo>
                  <a:pt x="1531247" y="1842981"/>
                  <a:pt x="1530672" y="1843348"/>
                  <a:pt x="1530149" y="1843348"/>
                </a:cubicBezTo>
                <a:lnTo>
                  <a:pt x="1517435" y="1843348"/>
                </a:lnTo>
                <a:cubicBezTo>
                  <a:pt x="1516911" y="1843348"/>
                  <a:pt x="1516336" y="1842981"/>
                  <a:pt x="1516074" y="1842563"/>
                </a:cubicBezTo>
                <a:lnTo>
                  <a:pt x="1509743" y="1831575"/>
                </a:lnTo>
                <a:cubicBezTo>
                  <a:pt x="1509482" y="1831156"/>
                  <a:pt x="1509482" y="1830424"/>
                  <a:pt x="1509743" y="1830005"/>
                </a:cubicBezTo>
                <a:lnTo>
                  <a:pt x="1516074" y="1819018"/>
                </a:lnTo>
                <a:cubicBezTo>
                  <a:pt x="1516336" y="1818599"/>
                  <a:pt x="1516911" y="1818233"/>
                  <a:pt x="1517435" y="1818233"/>
                </a:cubicBezTo>
                <a:close/>
                <a:moveTo>
                  <a:pt x="1434766" y="1818233"/>
                </a:moveTo>
                <a:lnTo>
                  <a:pt x="1447480" y="1818233"/>
                </a:lnTo>
                <a:cubicBezTo>
                  <a:pt x="1448004" y="1818233"/>
                  <a:pt x="1448579" y="1818599"/>
                  <a:pt x="1448841" y="1819018"/>
                </a:cubicBezTo>
                <a:lnTo>
                  <a:pt x="1455172" y="1830005"/>
                </a:lnTo>
                <a:cubicBezTo>
                  <a:pt x="1455433" y="1830424"/>
                  <a:pt x="1455433" y="1831156"/>
                  <a:pt x="1455172" y="1831575"/>
                </a:cubicBezTo>
                <a:lnTo>
                  <a:pt x="1448841" y="1842563"/>
                </a:lnTo>
                <a:cubicBezTo>
                  <a:pt x="1448579" y="1842981"/>
                  <a:pt x="1448004" y="1843348"/>
                  <a:pt x="1447480" y="1843348"/>
                </a:cubicBezTo>
                <a:lnTo>
                  <a:pt x="1434766" y="1843348"/>
                </a:lnTo>
                <a:cubicBezTo>
                  <a:pt x="1434243" y="1843348"/>
                  <a:pt x="1433668" y="1842981"/>
                  <a:pt x="1433406" y="1842563"/>
                </a:cubicBezTo>
                <a:lnTo>
                  <a:pt x="1427075" y="1831575"/>
                </a:lnTo>
                <a:cubicBezTo>
                  <a:pt x="1426814" y="1831156"/>
                  <a:pt x="1426814" y="1830424"/>
                  <a:pt x="1427075" y="1830005"/>
                </a:cubicBezTo>
                <a:lnTo>
                  <a:pt x="1433406" y="1819018"/>
                </a:lnTo>
                <a:cubicBezTo>
                  <a:pt x="1433668" y="1818599"/>
                  <a:pt x="1434243" y="1818233"/>
                  <a:pt x="1434766" y="1818233"/>
                </a:cubicBezTo>
                <a:close/>
                <a:moveTo>
                  <a:pt x="1599999" y="1817971"/>
                </a:moveTo>
                <a:lnTo>
                  <a:pt x="1613027" y="1817971"/>
                </a:lnTo>
                <a:cubicBezTo>
                  <a:pt x="1613550" y="1817971"/>
                  <a:pt x="1614178" y="1818337"/>
                  <a:pt x="1614440" y="1818756"/>
                </a:cubicBezTo>
                <a:lnTo>
                  <a:pt x="1620927" y="1830005"/>
                </a:lnTo>
                <a:cubicBezTo>
                  <a:pt x="1621189" y="1830476"/>
                  <a:pt x="1621189" y="1831208"/>
                  <a:pt x="1620927" y="1831627"/>
                </a:cubicBezTo>
                <a:lnTo>
                  <a:pt x="1614440" y="1842876"/>
                </a:lnTo>
                <a:cubicBezTo>
                  <a:pt x="1614178" y="1843295"/>
                  <a:pt x="1613550" y="1843661"/>
                  <a:pt x="1613027" y="1843661"/>
                </a:cubicBezTo>
                <a:lnTo>
                  <a:pt x="1599999" y="1843661"/>
                </a:lnTo>
                <a:cubicBezTo>
                  <a:pt x="1599476" y="1843661"/>
                  <a:pt x="1598848" y="1843295"/>
                  <a:pt x="1598586" y="1842876"/>
                </a:cubicBezTo>
                <a:lnTo>
                  <a:pt x="1592098" y="1831627"/>
                </a:lnTo>
                <a:cubicBezTo>
                  <a:pt x="1591837" y="1831156"/>
                  <a:pt x="1591837" y="1830424"/>
                  <a:pt x="1592098" y="1830005"/>
                </a:cubicBezTo>
                <a:lnTo>
                  <a:pt x="1598586" y="1818756"/>
                </a:lnTo>
                <a:cubicBezTo>
                  <a:pt x="1598848" y="1818337"/>
                  <a:pt x="1599476" y="1817971"/>
                  <a:pt x="1599999" y="1817971"/>
                </a:cubicBezTo>
                <a:close/>
                <a:moveTo>
                  <a:pt x="1103883" y="1817762"/>
                </a:moveTo>
                <a:lnTo>
                  <a:pt x="1117069" y="1817762"/>
                </a:lnTo>
                <a:cubicBezTo>
                  <a:pt x="1117592" y="1817762"/>
                  <a:pt x="1118220" y="1818128"/>
                  <a:pt x="1118481" y="1818599"/>
                </a:cubicBezTo>
                <a:lnTo>
                  <a:pt x="1125074" y="1830058"/>
                </a:lnTo>
                <a:cubicBezTo>
                  <a:pt x="1125336" y="1830476"/>
                  <a:pt x="1125336" y="1831209"/>
                  <a:pt x="1125074" y="1831680"/>
                </a:cubicBezTo>
                <a:lnTo>
                  <a:pt x="1118481" y="1843138"/>
                </a:lnTo>
                <a:cubicBezTo>
                  <a:pt x="1118220" y="1843609"/>
                  <a:pt x="1117592" y="1843975"/>
                  <a:pt x="1117069" y="1843975"/>
                </a:cubicBezTo>
                <a:lnTo>
                  <a:pt x="1103883" y="1843975"/>
                </a:lnTo>
                <a:cubicBezTo>
                  <a:pt x="1103360" y="1843975"/>
                  <a:pt x="1102733" y="1843609"/>
                  <a:pt x="1102471" y="1843138"/>
                </a:cubicBezTo>
                <a:lnTo>
                  <a:pt x="1095878" y="1831680"/>
                </a:lnTo>
                <a:cubicBezTo>
                  <a:pt x="1095617" y="1831261"/>
                  <a:pt x="1095617" y="1830529"/>
                  <a:pt x="1095878" y="1830058"/>
                </a:cubicBezTo>
                <a:lnTo>
                  <a:pt x="1102471" y="1818599"/>
                </a:lnTo>
                <a:cubicBezTo>
                  <a:pt x="1102733" y="1818128"/>
                  <a:pt x="1103360" y="1817762"/>
                  <a:pt x="1103883" y="1817762"/>
                </a:cubicBezTo>
                <a:close/>
                <a:moveTo>
                  <a:pt x="1186447" y="1817605"/>
                </a:moveTo>
                <a:lnTo>
                  <a:pt x="1199789" y="1817605"/>
                </a:lnTo>
                <a:cubicBezTo>
                  <a:pt x="1200312" y="1817605"/>
                  <a:pt x="1200940" y="1817971"/>
                  <a:pt x="1201202" y="1818442"/>
                </a:cubicBezTo>
                <a:lnTo>
                  <a:pt x="1207899" y="1830005"/>
                </a:lnTo>
                <a:cubicBezTo>
                  <a:pt x="1208161" y="1830476"/>
                  <a:pt x="1208161" y="1831209"/>
                  <a:pt x="1207899" y="1831680"/>
                </a:cubicBezTo>
                <a:lnTo>
                  <a:pt x="1201202" y="1843243"/>
                </a:lnTo>
                <a:cubicBezTo>
                  <a:pt x="1200940" y="1843714"/>
                  <a:pt x="1200312" y="1844080"/>
                  <a:pt x="1199789" y="1844080"/>
                </a:cubicBezTo>
                <a:lnTo>
                  <a:pt x="1186447" y="1844080"/>
                </a:lnTo>
                <a:cubicBezTo>
                  <a:pt x="1185924" y="1844080"/>
                  <a:pt x="1185296" y="1843714"/>
                  <a:pt x="1185034" y="1843243"/>
                </a:cubicBezTo>
                <a:lnTo>
                  <a:pt x="1178337" y="1831680"/>
                </a:lnTo>
                <a:cubicBezTo>
                  <a:pt x="1178076" y="1831209"/>
                  <a:pt x="1178076" y="1830476"/>
                  <a:pt x="1178337" y="1830005"/>
                </a:cubicBezTo>
                <a:lnTo>
                  <a:pt x="1185034" y="1818442"/>
                </a:lnTo>
                <a:cubicBezTo>
                  <a:pt x="1185296" y="1817971"/>
                  <a:pt x="1185924" y="1817605"/>
                  <a:pt x="1186447" y="1817605"/>
                </a:cubicBezTo>
                <a:close/>
                <a:moveTo>
                  <a:pt x="1682353" y="1817396"/>
                </a:moveTo>
                <a:lnTo>
                  <a:pt x="1695905" y="1817396"/>
                </a:lnTo>
                <a:cubicBezTo>
                  <a:pt x="1696428" y="1817396"/>
                  <a:pt x="1697108" y="1817762"/>
                  <a:pt x="1697369" y="1818233"/>
                </a:cubicBezTo>
                <a:lnTo>
                  <a:pt x="1704171" y="1829953"/>
                </a:lnTo>
                <a:cubicBezTo>
                  <a:pt x="1704433" y="1830424"/>
                  <a:pt x="1704433" y="1831156"/>
                  <a:pt x="1704171" y="1831627"/>
                </a:cubicBezTo>
                <a:lnTo>
                  <a:pt x="1697369" y="1843348"/>
                </a:lnTo>
                <a:cubicBezTo>
                  <a:pt x="1697108" y="1843818"/>
                  <a:pt x="1696428" y="1844185"/>
                  <a:pt x="1695905" y="1844185"/>
                </a:cubicBezTo>
                <a:lnTo>
                  <a:pt x="1682353" y="1844185"/>
                </a:lnTo>
                <a:cubicBezTo>
                  <a:pt x="1681830" y="1844185"/>
                  <a:pt x="1681150" y="1843818"/>
                  <a:pt x="1680888" y="1843348"/>
                </a:cubicBezTo>
                <a:lnTo>
                  <a:pt x="1674086" y="1831627"/>
                </a:lnTo>
                <a:cubicBezTo>
                  <a:pt x="1673825" y="1831156"/>
                  <a:pt x="1673825" y="1830424"/>
                  <a:pt x="1674086" y="1829953"/>
                </a:cubicBezTo>
                <a:lnTo>
                  <a:pt x="1680888" y="1818233"/>
                </a:lnTo>
                <a:cubicBezTo>
                  <a:pt x="1681150" y="1817762"/>
                  <a:pt x="1681830" y="1817396"/>
                  <a:pt x="1682353" y="1817396"/>
                </a:cubicBezTo>
                <a:close/>
                <a:moveTo>
                  <a:pt x="2260874" y="1817291"/>
                </a:moveTo>
                <a:lnTo>
                  <a:pt x="2274530" y="1817291"/>
                </a:lnTo>
                <a:cubicBezTo>
                  <a:pt x="2275053" y="1817291"/>
                  <a:pt x="2275734" y="1817657"/>
                  <a:pt x="2275995" y="1818128"/>
                </a:cubicBezTo>
                <a:lnTo>
                  <a:pt x="2282849" y="1829953"/>
                </a:lnTo>
                <a:cubicBezTo>
                  <a:pt x="2283111" y="1830424"/>
                  <a:pt x="2283111" y="1831156"/>
                  <a:pt x="2282849" y="1831627"/>
                </a:cubicBezTo>
                <a:lnTo>
                  <a:pt x="2275995" y="1843452"/>
                </a:lnTo>
                <a:cubicBezTo>
                  <a:pt x="2275734" y="1843923"/>
                  <a:pt x="2275053" y="1844289"/>
                  <a:pt x="2274530" y="1844289"/>
                </a:cubicBezTo>
                <a:lnTo>
                  <a:pt x="2260874" y="1844289"/>
                </a:lnTo>
                <a:cubicBezTo>
                  <a:pt x="2260351" y="1844289"/>
                  <a:pt x="2259671" y="1843923"/>
                  <a:pt x="2259409" y="1843452"/>
                </a:cubicBezTo>
                <a:lnTo>
                  <a:pt x="2252555" y="1831627"/>
                </a:lnTo>
                <a:cubicBezTo>
                  <a:pt x="2252294" y="1831156"/>
                  <a:pt x="2252294" y="1830424"/>
                  <a:pt x="2252555" y="1829953"/>
                </a:cubicBezTo>
                <a:lnTo>
                  <a:pt x="2259409" y="1818128"/>
                </a:lnTo>
                <a:cubicBezTo>
                  <a:pt x="2259671" y="1817657"/>
                  <a:pt x="2260351" y="1817291"/>
                  <a:pt x="2260874" y="1817291"/>
                </a:cubicBezTo>
                <a:close/>
                <a:moveTo>
                  <a:pt x="1764655" y="1816716"/>
                </a:moveTo>
                <a:lnTo>
                  <a:pt x="1778939" y="1816716"/>
                </a:lnTo>
                <a:cubicBezTo>
                  <a:pt x="1779515" y="1816716"/>
                  <a:pt x="1780195" y="1817135"/>
                  <a:pt x="1780456" y="1817605"/>
                </a:cubicBezTo>
                <a:lnTo>
                  <a:pt x="1787572" y="1829953"/>
                </a:lnTo>
                <a:cubicBezTo>
                  <a:pt x="1787834" y="1830477"/>
                  <a:pt x="1787834" y="1831261"/>
                  <a:pt x="1787572" y="1831732"/>
                </a:cubicBezTo>
                <a:lnTo>
                  <a:pt x="1780456" y="1844080"/>
                </a:lnTo>
                <a:cubicBezTo>
                  <a:pt x="1780195" y="1844551"/>
                  <a:pt x="1779515" y="1844970"/>
                  <a:pt x="1778939" y="1844970"/>
                </a:cubicBezTo>
                <a:lnTo>
                  <a:pt x="1764655" y="1844970"/>
                </a:lnTo>
                <a:cubicBezTo>
                  <a:pt x="1764080" y="1844970"/>
                  <a:pt x="1763399" y="1844551"/>
                  <a:pt x="1763138" y="1844080"/>
                </a:cubicBezTo>
                <a:lnTo>
                  <a:pt x="1756022" y="1831732"/>
                </a:lnTo>
                <a:cubicBezTo>
                  <a:pt x="1755761" y="1831209"/>
                  <a:pt x="1755761" y="1830424"/>
                  <a:pt x="1756022" y="1829953"/>
                </a:cubicBezTo>
                <a:lnTo>
                  <a:pt x="1763138" y="1817605"/>
                </a:lnTo>
                <a:cubicBezTo>
                  <a:pt x="1763399" y="1817135"/>
                  <a:pt x="1764080" y="1816716"/>
                  <a:pt x="1764655" y="1816716"/>
                </a:cubicBezTo>
                <a:close/>
                <a:moveTo>
                  <a:pt x="2177787" y="1816402"/>
                </a:moveTo>
                <a:lnTo>
                  <a:pt x="2192333" y="1816402"/>
                </a:lnTo>
                <a:cubicBezTo>
                  <a:pt x="2192909" y="1816402"/>
                  <a:pt x="2193641" y="1816768"/>
                  <a:pt x="2193902" y="1817291"/>
                </a:cubicBezTo>
                <a:lnTo>
                  <a:pt x="2201175" y="1829901"/>
                </a:lnTo>
                <a:cubicBezTo>
                  <a:pt x="2201437" y="1830372"/>
                  <a:pt x="2201437" y="1831157"/>
                  <a:pt x="2201175" y="1831680"/>
                </a:cubicBezTo>
                <a:lnTo>
                  <a:pt x="2193902" y="1844289"/>
                </a:lnTo>
                <a:cubicBezTo>
                  <a:pt x="2193589" y="1844760"/>
                  <a:pt x="2192909" y="1845179"/>
                  <a:pt x="2192333" y="1845179"/>
                </a:cubicBezTo>
                <a:lnTo>
                  <a:pt x="2177787" y="1845179"/>
                </a:lnTo>
                <a:cubicBezTo>
                  <a:pt x="2177212" y="1845179"/>
                  <a:pt x="2176479" y="1844813"/>
                  <a:pt x="2176218" y="1844289"/>
                </a:cubicBezTo>
                <a:lnTo>
                  <a:pt x="2168945" y="1831680"/>
                </a:lnTo>
                <a:cubicBezTo>
                  <a:pt x="2168684" y="1831209"/>
                  <a:pt x="2168684" y="1830424"/>
                  <a:pt x="2168945" y="1829901"/>
                </a:cubicBezTo>
                <a:lnTo>
                  <a:pt x="2176218" y="1817291"/>
                </a:lnTo>
                <a:cubicBezTo>
                  <a:pt x="2176532" y="1816821"/>
                  <a:pt x="2177212" y="1816402"/>
                  <a:pt x="2177787" y="1816402"/>
                </a:cubicBezTo>
                <a:close/>
                <a:moveTo>
                  <a:pt x="1846957" y="1816088"/>
                </a:moveTo>
                <a:lnTo>
                  <a:pt x="1861816" y="1816088"/>
                </a:lnTo>
                <a:cubicBezTo>
                  <a:pt x="1862392" y="1816088"/>
                  <a:pt x="1863072" y="1816507"/>
                  <a:pt x="1863386" y="1817030"/>
                </a:cubicBezTo>
                <a:lnTo>
                  <a:pt x="1870816" y="1829901"/>
                </a:lnTo>
                <a:cubicBezTo>
                  <a:pt x="1871130" y="1830424"/>
                  <a:pt x="1871130" y="1831209"/>
                  <a:pt x="1870816" y="1831732"/>
                </a:cubicBezTo>
                <a:lnTo>
                  <a:pt x="1863386" y="1844603"/>
                </a:lnTo>
                <a:cubicBezTo>
                  <a:pt x="1863124" y="1845126"/>
                  <a:pt x="1862392" y="1845545"/>
                  <a:pt x="1861816" y="1845545"/>
                </a:cubicBezTo>
                <a:lnTo>
                  <a:pt x="1846957" y="1845545"/>
                </a:lnTo>
                <a:cubicBezTo>
                  <a:pt x="1846381" y="1845545"/>
                  <a:pt x="1845701" y="1845126"/>
                  <a:pt x="1845387" y="1844603"/>
                </a:cubicBezTo>
                <a:lnTo>
                  <a:pt x="1837957" y="1831732"/>
                </a:lnTo>
                <a:cubicBezTo>
                  <a:pt x="1837644" y="1831209"/>
                  <a:pt x="1837644" y="1830424"/>
                  <a:pt x="1837957" y="1829901"/>
                </a:cubicBezTo>
                <a:lnTo>
                  <a:pt x="1845387" y="1817030"/>
                </a:lnTo>
                <a:cubicBezTo>
                  <a:pt x="1845649" y="1816507"/>
                  <a:pt x="1846381" y="1816088"/>
                  <a:pt x="1846957" y="1816088"/>
                </a:cubicBezTo>
                <a:close/>
                <a:moveTo>
                  <a:pt x="937762" y="1816035"/>
                </a:moveTo>
                <a:lnTo>
                  <a:pt x="952674" y="1816035"/>
                </a:lnTo>
                <a:cubicBezTo>
                  <a:pt x="953302" y="1816035"/>
                  <a:pt x="953982" y="1816454"/>
                  <a:pt x="954296" y="1816977"/>
                </a:cubicBezTo>
                <a:lnTo>
                  <a:pt x="961778" y="1829900"/>
                </a:lnTo>
                <a:cubicBezTo>
                  <a:pt x="962092" y="1830371"/>
                  <a:pt x="962092" y="1831208"/>
                  <a:pt x="961778" y="1831732"/>
                </a:cubicBezTo>
                <a:lnTo>
                  <a:pt x="954296" y="1844655"/>
                </a:lnTo>
                <a:cubicBezTo>
                  <a:pt x="953982" y="1845178"/>
                  <a:pt x="953250" y="1845597"/>
                  <a:pt x="952674" y="1845597"/>
                </a:cubicBezTo>
                <a:lnTo>
                  <a:pt x="937762" y="1845597"/>
                </a:lnTo>
                <a:cubicBezTo>
                  <a:pt x="937135" y="1845597"/>
                  <a:pt x="936454" y="1845178"/>
                  <a:pt x="936140" y="1844655"/>
                </a:cubicBezTo>
                <a:lnTo>
                  <a:pt x="928658" y="1831732"/>
                </a:lnTo>
                <a:cubicBezTo>
                  <a:pt x="928345" y="1831261"/>
                  <a:pt x="928345" y="1830423"/>
                  <a:pt x="928658" y="1829900"/>
                </a:cubicBezTo>
                <a:lnTo>
                  <a:pt x="936140" y="1816977"/>
                </a:lnTo>
                <a:cubicBezTo>
                  <a:pt x="936454" y="1816454"/>
                  <a:pt x="937187" y="1816035"/>
                  <a:pt x="937762" y="1816035"/>
                </a:cubicBezTo>
                <a:close/>
                <a:moveTo>
                  <a:pt x="854832" y="1815669"/>
                </a:moveTo>
                <a:lnTo>
                  <a:pt x="870163" y="1815669"/>
                </a:lnTo>
                <a:cubicBezTo>
                  <a:pt x="870738" y="1815669"/>
                  <a:pt x="871471" y="1816088"/>
                  <a:pt x="871785" y="1816611"/>
                </a:cubicBezTo>
                <a:lnTo>
                  <a:pt x="879424" y="1829901"/>
                </a:lnTo>
                <a:cubicBezTo>
                  <a:pt x="879738" y="1830424"/>
                  <a:pt x="879738" y="1831261"/>
                  <a:pt x="879424" y="1831784"/>
                </a:cubicBezTo>
                <a:lnTo>
                  <a:pt x="871785" y="1845074"/>
                </a:lnTo>
                <a:cubicBezTo>
                  <a:pt x="871523" y="1845597"/>
                  <a:pt x="870791" y="1846016"/>
                  <a:pt x="870163" y="1846016"/>
                </a:cubicBezTo>
                <a:lnTo>
                  <a:pt x="854832" y="1846016"/>
                </a:lnTo>
                <a:cubicBezTo>
                  <a:pt x="854257" y="1846016"/>
                  <a:pt x="853524" y="1845597"/>
                  <a:pt x="853211" y="1845074"/>
                </a:cubicBezTo>
                <a:lnTo>
                  <a:pt x="845571" y="1831784"/>
                </a:lnTo>
                <a:cubicBezTo>
                  <a:pt x="845258" y="1831261"/>
                  <a:pt x="845258" y="1830424"/>
                  <a:pt x="845571" y="1829901"/>
                </a:cubicBezTo>
                <a:lnTo>
                  <a:pt x="853211" y="1816611"/>
                </a:lnTo>
                <a:cubicBezTo>
                  <a:pt x="853472" y="1816088"/>
                  <a:pt x="854205" y="1815669"/>
                  <a:pt x="854832" y="1815669"/>
                </a:cubicBezTo>
                <a:close/>
                <a:moveTo>
                  <a:pt x="2342548" y="1815303"/>
                </a:moveTo>
                <a:lnTo>
                  <a:pt x="2358244" y="1815303"/>
                </a:lnTo>
                <a:cubicBezTo>
                  <a:pt x="2358872" y="1815303"/>
                  <a:pt x="2359605" y="1815774"/>
                  <a:pt x="2359919" y="1816297"/>
                </a:cubicBezTo>
                <a:lnTo>
                  <a:pt x="2367767" y="1829901"/>
                </a:lnTo>
                <a:cubicBezTo>
                  <a:pt x="2368081" y="1830424"/>
                  <a:pt x="2368081" y="1831313"/>
                  <a:pt x="2367767" y="1831837"/>
                </a:cubicBezTo>
                <a:lnTo>
                  <a:pt x="2359919" y="1845440"/>
                </a:lnTo>
                <a:cubicBezTo>
                  <a:pt x="2359605" y="1846016"/>
                  <a:pt x="2358872" y="1846434"/>
                  <a:pt x="2358244" y="1846434"/>
                </a:cubicBezTo>
                <a:lnTo>
                  <a:pt x="2342548" y="1846434"/>
                </a:lnTo>
                <a:cubicBezTo>
                  <a:pt x="2341920" y="1846434"/>
                  <a:pt x="2341188" y="1845964"/>
                  <a:pt x="2340874" y="1845440"/>
                </a:cubicBezTo>
                <a:lnTo>
                  <a:pt x="2333026" y="1831837"/>
                </a:lnTo>
                <a:cubicBezTo>
                  <a:pt x="2332711" y="1831313"/>
                  <a:pt x="2332711" y="1830424"/>
                  <a:pt x="2333026" y="1829901"/>
                </a:cubicBezTo>
                <a:lnTo>
                  <a:pt x="2340874" y="1816297"/>
                </a:lnTo>
                <a:cubicBezTo>
                  <a:pt x="2341188" y="1815722"/>
                  <a:pt x="2341920" y="1815303"/>
                  <a:pt x="2342548" y="1815303"/>
                </a:cubicBezTo>
                <a:close/>
                <a:moveTo>
                  <a:pt x="771850" y="1814937"/>
                </a:moveTo>
                <a:lnTo>
                  <a:pt x="787912" y="1814937"/>
                </a:lnTo>
                <a:cubicBezTo>
                  <a:pt x="788540" y="1814937"/>
                  <a:pt x="789325" y="1815356"/>
                  <a:pt x="789639" y="1815931"/>
                </a:cubicBezTo>
                <a:lnTo>
                  <a:pt x="797697" y="1829849"/>
                </a:lnTo>
                <a:cubicBezTo>
                  <a:pt x="798011" y="1830372"/>
                  <a:pt x="798011" y="1831261"/>
                  <a:pt x="797697" y="1831837"/>
                </a:cubicBezTo>
                <a:lnTo>
                  <a:pt x="789639" y="1845754"/>
                </a:lnTo>
                <a:cubicBezTo>
                  <a:pt x="789325" y="1846278"/>
                  <a:pt x="788540" y="1846749"/>
                  <a:pt x="787912" y="1846749"/>
                </a:cubicBezTo>
                <a:lnTo>
                  <a:pt x="771850" y="1846749"/>
                </a:lnTo>
                <a:cubicBezTo>
                  <a:pt x="771222" y="1846749"/>
                  <a:pt x="770437" y="1846330"/>
                  <a:pt x="770123" y="1845754"/>
                </a:cubicBezTo>
                <a:lnTo>
                  <a:pt x="762065" y="1831837"/>
                </a:lnTo>
                <a:cubicBezTo>
                  <a:pt x="761752" y="1831314"/>
                  <a:pt x="761752" y="1830424"/>
                  <a:pt x="762065" y="1829849"/>
                </a:cubicBezTo>
                <a:lnTo>
                  <a:pt x="770123" y="1815931"/>
                </a:lnTo>
                <a:cubicBezTo>
                  <a:pt x="770437" y="1815408"/>
                  <a:pt x="771222" y="1814937"/>
                  <a:pt x="771850" y="1814937"/>
                </a:cubicBezTo>
                <a:close/>
                <a:moveTo>
                  <a:pt x="1928893" y="1814570"/>
                </a:moveTo>
                <a:lnTo>
                  <a:pt x="1945322" y="1814570"/>
                </a:lnTo>
                <a:cubicBezTo>
                  <a:pt x="1946002" y="1814570"/>
                  <a:pt x="1946787" y="1814989"/>
                  <a:pt x="1947101" y="1815564"/>
                </a:cubicBezTo>
                <a:lnTo>
                  <a:pt x="1955315" y="1829796"/>
                </a:lnTo>
                <a:cubicBezTo>
                  <a:pt x="1955629" y="1830371"/>
                  <a:pt x="1955629" y="1831261"/>
                  <a:pt x="1955315" y="1831836"/>
                </a:cubicBezTo>
                <a:lnTo>
                  <a:pt x="1947101" y="1846068"/>
                </a:lnTo>
                <a:cubicBezTo>
                  <a:pt x="1946735" y="1846591"/>
                  <a:pt x="1945950" y="1847062"/>
                  <a:pt x="1945322" y="1847062"/>
                </a:cubicBezTo>
                <a:lnTo>
                  <a:pt x="1928893" y="1847062"/>
                </a:lnTo>
                <a:cubicBezTo>
                  <a:pt x="1928213" y="1847062"/>
                  <a:pt x="1927428" y="1846643"/>
                  <a:pt x="1927114" y="1846068"/>
                </a:cubicBezTo>
                <a:lnTo>
                  <a:pt x="1918899" y="1831836"/>
                </a:lnTo>
                <a:cubicBezTo>
                  <a:pt x="1918586" y="1831261"/>
                  <a:pt x="1918586" y="1830371"/>
                  <a:pt x="1918899" y="1829796"/>
                </a:cubicBezTo>
                <a:lnTo>
                  <a:pt x="1927114" y="1815564"/>
                </a:lnTo>
                <a:cubicBezTo>
                  <a:pt x="1927480" y="1815041"/>
                  <a:pt x="1928265" y="1814570"/>
                  <a:pt x="1928893" y="1814570"/>
                </a:cubicBezTo>
                <a:close/>
                <a:moveTo>
                  <a:pt x="2010724" y="1813001"/>
                </a:moveTo>
                <a:lnTo>
                  <a:pt x="2028775" y="1813001"/>
                </a:lnTo>
                <a:cubicBezTo>
                  <a:pt x="2029508" y="1813001"/>
                  <a:pt x="2030345" y="1813472"/>
                  <a:pt x="2030711" y="1814100"/>
                </a:cubicBezTo>
                <a:lnTo>
                  <a:pt x="2039710" y="1829744"/>
                </a:lnTo>
                <a:cubicBezTo>
                  <a:pt x="2040077" y="1830372"/>
                  <a:pt x="2040077" y="1831366"/>
                  <a:pt x="2039710" y="1831994"/>
                </a:cubicBezTo>
                <a:lnTo>
                  <a:pt x="2030711" y="1847638"/>
                </a:lnTo>
                <a:cubicBezTo>
                  <a:pt x="2030345" y="1848214"/>
                  <a:pt x="2029508" y="1848737"/>
                  <a:pt x="2028775" y="1848737"/>
                </a:cubicBezTo>
                <a:lnTo>
                  <a:pt x="2010724" y="1848737"/>
                </a:lnTo>
                <a:cubicBezTo>
                  <a:pt x="2009992" y="1848737"/>
                  <a:pt x="2009154" y="1848266"/>
                  <a:pt x="2008788" y="1847638"/>
                </a:cubicBezTo>
                <a:lnTo>
                  <a:pt x="1999788" y="1831994"/>
                </a:lnTo>
                <a:cubicBezTo>
                  <a:pt x="1999423" y="1831366"/>
                  <a:pt x="1999423" y="1830372"/>
                  <a:pt x="1999788" y="1829744"/>
                </a:cubicBezTo>
                <a:lnTo>
                  <a:pt x="2008788" y="1814100"/>
                </a:lnTo>
                <a:cubicBezTo>
                  <a:pt x="2009154" y="1813524"/>
                  <a:pt x="2009992" y="1813001"/>
                  <a:pt x="2010724" y="1813001"/>
                </a:cubicBezTo>
                <a:close/>
                <a:moveTo>
                  <a:pt x="2506629" y="1812948"/>
                </a:moveTo>
                <a:lnTo>
                  <a:pt x="2524733" y="1812948"/>
                </a:lnTo>
                <a:cubicBezTo>
                  <a:pt x="2525465" y="1812948"/>
                  <a:pt x="2526302" y="1813419"/>
                  <a:pt x="2526669" y="1814047"/>
                </a:cubicBezTo>
                <a:lnTo>
                  <a:pt x="2535720" y="1829743"/>
                </a:lnTo>
                <a:cubicBezTo>
                  <a:pt x="2536086" y="1830371"/>
                  <a:pt x="2536086" y="1831365"/>
                  <a:pt x="2535720" y="1831993"/>
                </a:cubicBezTo>
                <a:lnTo>
                  <a:pt x="2526669" y="1847690"/>
                </a:lnTo>
                <a:cubicBezTo>
                  <a:pt x="2526302" y="1848265"/>
                  <a:pt x="2525465" y="1848788"/>
                  <a:pt x="2524733" y="1848788"/>
                </a:cubicBezTo>
                <a:lnTo>
                  <a:pt x="2506629" y="1848788"/>
                </a:lnTo>
                <a:cubicBezTo>
                  <a:pt x="2505896" y="1848788"/>
                  <a:pt x="2505060" y="1848317"/>
                  <a:pt x="2504693" y="1847690"/>
                </a:cubicBezTo>
                <a:lnTo>
                  <a:pt x="2495641" y="1831993"/>
                </a:lnTo>
                <a:cubicBezTo>
                  <a:pt x="2495276" y="1831365"/>
                  <a:pt x="2495276" y="1830371"/>
                  <a:pt x="2495641" y="1829743"/>
                </a:cubicBezTo>
                <a:lnTo>
                  <a:pt x="2504693" y="1814047"/>
                </a:lnTo>
                <a:cubicBezTo>
                  <a:pt x="2505060" y="1813471"/>
                  <a:pt x="2505896" y="1812948"/>
                  <a:pt x="2506629" y="1812948"/>
                </a:cubicBezTo>
                <a:close/>
                <a:moveTo>
                  <a:pt x="688135" y="1812896"/>
                </a:moveTo>
                <a:lnTo>
                  <a:pt x="706291" y="1812896"/>
                </a:lnTo>
                <a:cubicBezTo>
                  <a:pt x="707024" y="1812896"/>
                  <a:pt x="707861" y="1813367"/>
                  <a:pt x="708227" y="1813995"/>
                </a:cubicBezTo>
                <a:lnTo>
                  <a:pt x="717278" y="1829691"/>
                </a:lnTo>
                <a:cubicBezTo>
                  <a:pt x="717645" y="1830319"/>
                  <a:pt x="717645" y="1831313"/>
                  <a:pt x="717278" y="1831941"/>
                </a:cubicBezTo>
                <a:lnTo>
                  <a:pt x="708227" y="1847638"/>
                </a:lnTo>
                <a:cubicBezTo>
                  <a:pt x="707861" y="1848213"/>
                  <a:pt x="707024" y="1848736"/>
                  <a:pt x="706291" y="1848736"/>
                </a:cubicBezTo>
                <a:lnTo>
                  <a:pt x="688135" y="1848736"/>
                </a:lnTo>
                <a:cubicBezTo>
                  <a:pt x="687403" y="1848736"/>
                  <a:pt x="686566" y="1848266"/>
                  <a:pt x="686199" y="1847638"/>
                </a:cubicBezTo>
                <a:lnTo>
                  <a:pt x="677148" y="1831941"/>
                </a:lnTo>
                <a:cubicBezTo>
                  <a:pt x="676781" y="1831313"/>
                  <a:pt x="676781" y="1830319"/>
                  <a:pt x="677148" y="1829691"/>
                </a:cubicBezTo>
                <a:lnTo>
                  <a:pt x="686199" y="1813995"/>
                </a:lnTo>
                <a:cubicBezTo>
                  <a:pt x="686566" y="1813419"/>
                  <a:pt x="687403" y="1812896"/>
                  <a:pt x="688135" y="1812896"/>
                </a:cubicBezTo>
                <a:close/>
                <a:moveTo>
                  <a:pt x="2423856" y="1812687"/>
                </a:moveTo>
                <a:lnTo>
                  <a:pt x="2442169" y="1812687"/>
                </a:lnTo>
                <a:cubicBezTo>
                  <a:pt x="2442849" y="1812687"/>
                  <a:pt x="2443738" y="1813210"/>
                  <a:pt x="2444105" y="1813838"/>
                </a:cubicBezTo>
                <a:lnTo>
                  <a:pt x="2453261" y="1829692"/>
                </a:lnTo>
                <a:cubicBezTo>
                  <a:pt x="2453627" y="1830319"/>
                  <a:pt x="2453627" y="1831314"/>
                  <a:pt x="2453261" y="1831942"/>
                </a:cubicBezTo>
                <a:lnTo>
                  <a:pt x="2444105" y="1847795"/>
                </a:lnTo>
                <a:cubicBezTo>
                  <a:pt x="2443790" y="1848423"/>
                  <a:pt x="2442901" y="1848946"/>
                  <a:pt x="2442169" y="1848946"/>
                </a:cubicBezTo>
                <a:lnTo>
                  <a:pt x="2423856" y="1848946"/>
                </a:lnTo>
                <a:cubicBezTo>
                  <a:pt x="2423176" y="1848946"/>
                  <a:pt x="2422286" y="1848423"/>
                  <a:pt x="2421920" y="1847795"/>
                </a:cubicBezTo>
                <a:lnTo>
                  <a:pt x="2412764" y="1831942"/>
                </a:lnTo>
                <a:cubicBezTo>
                  <a:pt x="2412397" y="1831314"/>
                  <a:pt x="2412397" y="1830319"/>
                  <a:pt x="2412764" y="1829692"/>
                </a:cubicBezTo>
                <a:lnTo>
                  <a:pt x="2421920" y="1813838"/>
                </a:lnTo>
                <a:cubicBezTo>
                  <a:pt x="2422234" y="1813210"/>
                  <a:pt x="2423124" y="1812687"/>
                  <a:pt x="2423856" y="1812687"/>
                </a:cubicBezTo>
                <a:close/>
                <a:moveTo>
                  <a:pt x="1018652" y="1812582"/>
                </a:moveTo>
                <a:lnTo>
                  <a:pt x="1037121" y="1812582"/>
                </a:lnTo>
                <a:cubicBezTo>
                  <a:pt x="1037854" y="1812582"/>
                  <a:pt x="1038743" y="1813105"/>
                  <a:pt x="1039109" y="1813733"/>
                </a:cubicBezTo>
                <a:lnTo>
                  <a:pt x="1048318" y="1829691"/>
                </a:lnTo>
                <a:cubicBezTo>
                  <a:pt x="1048684" y="1830319"/>
                  <a:pt x="1048684" y="1831365"/>
                  <a:pt x="1048318" y="1831993"/>
                </a:cubicBezTo>
                <a:lnTo>
                  <a:pt x="1039109" y="1847952"/>
                </a:lnTo>
                <a:cubicBezTo>
                  <a:pt x="1038743" y="1848579"/>
                  <a:pt x="1037854" y="1849103"/>
                  <a:pt x="1037121" y="1849103"/>
                </a:cubicBezTo>
                <a:lnTo>
                  <a:pt x="1018652" y="1849103"/>
                </a:lnTo>
                <a:cubicBezTo>
                  <a:pt x="1017919" y="1849103"/>
                  <a:pt x="1017030" y="1848579"/>
                  <a:pt x="1016663" y="1847952"/>
                </a:cubicBezTo>
                <a:lnTo>
                  <a:pt x="1007455" y="1831993"/>
                </a:lnTo>
                <a:cubicBezTo>
                  <a:pt x="1007088" y="1831365"/>
                  <a:pt x="1007088" y="1830319"/>
                  <a:pt x="1007455" y="1829691"/>
                </a:cubicBezTo>
                <a:lnTo>
                  <a:pt x="1016663" y="1813733"/>
                </a:lnTo>
                <a:cubicBezTo>
                  <a:pt x="1017030" y="1813105"/>
                  <a:pt x="1017919" y="1812582"/>
                  <a:pt x="1018652" y="1812582"/>
                </a:cubicBezTo>
                <a:close/>
                <a:moveTo>
                  <a:pt x="439084" y="1810698"/>
                </a:moveTo>
                <a:lnTo>
                  <a:pt x="459437" y="1810698"/>
                </a:lnTo>
                <a:cubicBezTo>
                  <a:pt x="460274" y="1810698"/>
                  <a:pt x="461216" y="1811274"/>
                  <a:pt x="461635" y="1811954"/>
                </a:cubicBezTo>
                <a:lnTo>
                  <a:pt x="471838" y="1829586"/>
                </a:lnTo>
                <a:cubicBezTo>
                  <a:pt x="472256" y="1830266"/>
                  <a:pt x="472256" y="1831418"/>
                  <a:pt x="471838" y="1832098"/>
                </a:cubicBezTo>
                <a:lnTo>
                  <a:pt x="461635" y="1849730"/>
                </a:lnTo>
                <a:cubicBezTo>
                  <a:pt x="461216" y="1850410"/>
                  <a:pt x="460222" y="1850986"/>
                  <a:pt x="459437" y="1850986"/>
                </a:cubicBezTo>
                <a:lnTo>
                  <a:pt x="439084" y="1850986"/>
                </a:lnTo>
                <a:cubicBezTo>
                  <a:pt x="438247" y="1850986"/>
                  <a:pt x="437305" y="1850410"/>
                  <a:pt x="436887" y="1849730"/>
                </a:cubicBezTo>
                <a:lnTo>
                  <a:pt x="426684" y="1832098"/>
                </a:lnTo>
                <a:cubicBezTo>
                  <a:pt x="426265" y="1831418"/>
                  <a:pt x="426265" y="1830266"/>
                  <a:pt x="426684" y="1829586"/>
                </a:cubicBezTo>
                <a:lnTo>
                  <a:pt x="436887" y="1811954"/>
                </a:lnTo>
                <a:cubicBezTo>
                  <a:pt x="437305" y="1811274"/>
                  <a:pt x="438300" y="1810698"/>
                  <a:pt x="439084" y="1810698"/>
                </a:cubicBezTo>
                <a:close/>
                <a:moveTo>
                  <a:pt x="273695" y="1810541"/>
                </a:moveTo>
                <a:lnTo>
                  <a:pt x="294205" y="1810541"/>
                </a:lnTo>
                <a:cubicBezTo>
                  <a:pt x="294990" y="1810541"/>
                  <a:pt x="295984" y="1811117"/>
                  <a:pt x="296402" y="1811797"/>
                </a:cubicBezTo>
                <a:lnTo>
                  <a:pt x="306657" y="1829586"/>
                </a:lnTo>
                <a:cubicBezTo>
                  <a:pt x="307076" y="1830319"/>
                  <a:pt x="307076" y="1831470"/>
                  <a:pt x="306657" y="1832150"/>
                </a:cubicBezTo>
                <a:lnTo>
                  <a:pt x="296402" y="1849939"/>
                </a:lnTo>
                <a:cubicBezTo>
                  <a:pt x="295984" y="1850619"/>
                  <a:pt x="294990" y="1851195"/>
                  <a:pt x="294205" y="1851195"/>
                </a:cubicBezTo>
                <a:lnTo>
                  <a:pt x="273695" y="1851195"/>
                </a:lnTo>
                <a:cubicBezTo>
                  <a:pt x="272910" y="1851195"/>
                  <a:pt x="271916" y="1850619"/>
                  <a:pt x="271497" y="1849939"/>
                </a:cubicBezTo>
                <a:lnTo>
                  <a:pt x="261242" y="1832150"/>
                </a:lnTo>
                <a:cubicBezTo>
                  <a:pt x="260823" y="1831417"/>
                  <a:pt x="260823" y="1830266"/>
                  <a:pt x="261242" y="1829586"/>
                </a:cubicBezTo>
                <a:lnTo>
                  <a:pt x="271497" y="1811797"/>
                </a:lnTo>
                <a:cubicBezTo>
                  <a:pt x="271916" y="1811117"/>
                  <a:pt x="272910" y="1810541"/>
                  <a:pt x="273695" y="1810541"/>
                </a:cubicBezTo>
                <a:close/>
                <a:moveTo>
                  <a:pt x="604002" y="1809914"/>
                </a:moveTo>
                <a:lnTo>
                  <a:pt x="625140" y="1809914"/>
                </a:lnTo>
                <a:cubicBezTo>
                  <a:pt x="625977" y="1809914"/>
                  <a:pt x="626971" y="1810490"/>
                  <a:pt x="627390" y="1811222"/>
                </a:cubicBezTo>
                <a:lnTo>
                  <a:pt x="637959" y="1829535"/>
                </a:lnTo>
                <a:cubicBezTo>
                  <a:pt x="638377" y="1830267"/>
                  <a:pt x="638377" y="1831418"/>
                  <a:pt x="637959" y="1832151"/>
                </a:cubicBezTo>
                <a:lnTo>
                  <a:pt x="627390" y="1850463"/>
                </a:lnTo>
                <a:cubicBezTo>
                  <a:pt x="626971" y="1851196"/>
                  <a:pt x="625977" y="1851771"/>
                  <a:pt x="625140" y="1851771"/>
                </a:cubicBezTo>
                <a:lnTo>
                  <a:pt x="604002" y="1851771"/>
                </a:lnTo>
                <a:cubicBezTo>
                  <a:pt x="603165" y="1851771"/>
                  <a:pt x="602170" y="1851196"/>
                  <a:pt x="601752" y="1850463"/>
                </a:cubicBezTo>
                <a:lnTo>
                  <a:pt x="591183" y="1832151"/>
                </a:lnTo>
                <a:cubicBezTo>
                  <a:pt x="590764" y="1831418"/>
                  <a:pt x="590764" y="1830267"/>
                  <a:pt x="591183" y="1829535"/>
                </a:cubicBezTo>
                <a:lnTo>
                  <a:pt x="601752" y="1811222"/>
                </a:lnTo>
                <a:cubicBezTo>
                  <a:pt x="602170" y="1810490"/>
                  <a:pt x="603165" y="1809914"/>
                  <a:pt x="604002" y="1809914"/>
                </a:cubicBezTo>
                <a:close/>
                <a:moveTo>
                  <a:pt x="521020" y="1809233"/>
                </a:moveTo>
                <a:lnTo>
                  <a:pt x="542838" y="1809233"/>
                </a:lnTo>
                <a:cubicBezTo>
                  <a:pt x="543727" y="1809233"/>
                  <a:pt x="544774" y="1809861"/>
                  <a:pt x="545193" y="1810593"/>
                </a:cubicBezTo>
                <a:lnTo>
                  <a:pt x="556128" y="1829482"/>
                </a:lnTo>
                <a:cubicBezTo>
                  <a:pt x="556546" y="1830266"/>
                  <a:pt x="556546" y="1831470"/>
                  <a:pt x="556128" y="1832202"/>
                </a:cubicBezTo>
                <a:lnTo>
                  <a:pt x="545193" y="1851090"/>
                </a:lnTo>
                <a:cubicBezTo>
                  <a:pt x="544722" y="1851823"/>
                  <a:pt x="543675" y="1852451"/>
                  <a:pt x="542838" y="1852451"/>
                </a:cubicBezTo>
                <a:lnTo>
                  <a:pt x="521020" y="1852451"/>
                </a:lnTo>
                <a:cubicBezTo>
                  <a:pt x="520130" y="1852451"/>
                  <a:pt x="519084" y="1851823"/>
                  <a:pt x="518665" y="1851090"/>
                </a:cubicBezTo>
                <a:lnTo>
                  <a:pt x="507730" y="1832202"/>
                </a:lnTo>
                <a:cubicBezTo>
                  <a:pt x="507311" y="1831418"/>
                  <a:pt x="507311" y="1830214"/>
                  <a:pt x="507730" y="1829482"/>
                </a:cubicBezTo>
                <a:lnTo>
                  <a:pt x="518665" y="1810593"/>
                </a:lnTo>
                <a:cubicBezTo>
                  <a:pt x="519136" y="1809861"/>
                  <a:pt x="520183" y="1809233"/>
                  <a:pt x="521020" y="1809233"/>
                </a:cubicBezTo>
                <a:close/>
                <a:moveTo>
                  <a:pt x="351549" y="1801019"/>
                </a:moveTo>
                <a:lnTo>
                  <a:pt x="381634" y="1801019"/>
                </a:lnTo>
                <a:cubicBezTo>
                  <a:pt x="382837" y="1801019"/>
                  <a:pt x="384303" y="1801856"/>
                  <a:pt x="384878" y="1802903"/>
                </a:cubicBezTo>
                <a:lnTo>
                  <a:pt x="399947" y="1828959"/>
                </a:lnTo>
                <a:cubicBezTo>
                  <a:pt x="400522" y="1829953"/>
                  <a:pt x="400522" y="1831627"/>
                  <a:pt x="399947" y="1832674"/>
                </a:cubicBezTo>
                <a:lnTo>
                  <a:pt x="384878" y="1858730"/>
                </a:lnTo>
                <a:cubicBezTo>
                  <a:pt x="384250" y="1859776"/>
                  <a:pt x="382837" y="1860613"/>
                  <a:pt x="381634" y="1860613"/>
                </a:cubicBezTo>
                <a:lnTo>
                  <a:pt x="351549" y="1860613"/>
                </a:lnTo>
                <a:cubicBezTo>
                  <a:pt x="350346" y="1860613"/>
                  <a:pt x="348881" y="1859776"/>
                  <a:pt x="348305" y="1858730"/>
                </a:cubicBezTo>
                <a:lnTo>
                  <a:pt x="333237" y="1832674"/>
                </a:lnTo>
                <a:cubicBezTo>
                  <a:pt x="332661" y="1831679"/>
                  <a:pt x="332661" y="1830005"/>
                  <a:pt x="333237" y="1828959"/>
                </a:cubicBezTo>
                <a:lnTo>
                  <a:pt x="348305" y="1802903"/>
                </a:lnTo>
                <a:cubicBezTo>
                  <a:pt x="348933" y="1801856"/>
                  <a:pt x="350346" y="1801019"/>
                  <a:pt x="351549" y="1801019"/>
                </a:cubicBezTo>
                <a:close/>
                <a:moveTo>
                  <a:pt x="185323" y="1799292"/>
                </a:moveTo>
                <a:lnTo>
                  <a:pt x="217187" y="1799292"/>
                </a:lnTo>
                <a:cubicBezTo>
                  <a:pt x="218443" y="1799292"/>
                  <a:pt x="219960" y="1800182"/>
                  <a:pt x="220588" y="1801280"/>
                </a:cubicBezTo>
                <a:lnTo>
                  <a:pt x="236546" y="1828854"/>
                </a:lnTo>
                <a:cubicBezTo>
                  <a:pt x="237174" y="1829900"/>
                  <a:pt x="237174" y="1831679"/>
                  <a:pt x="236546" y="1832778"/>
                </a:cubicBezTo>
                <a:lnTo>
                  <a:pt x="220588" y="1860352"/>
                </a:lnTo>
                <a:cubicBezTo>
                  <a:pt x="219960" y="1861450"/>
                  <a:pt x="218443" y="1862340"/>
                  <a:pt x="217187" y="1862340"/>
                </a:cubicBezTo>
                <a:lnTo>
                  <a:pt x="185323" y="1862340"/>
                </a:lnTo>
                <a:cubicBezTo>
                  <a:pt x="184067" y="1862340"/>
                  <a:pt x="182550" y="1861450"/>
                  <a:pt x="181922" y="1860352"/>
                </a:cubicBezTo>
                <a:lnTo>
                  <a:pt x="165964" y="1832778"/>
                </a:lnTo>
                <a:cubicBezTo>
                  <a:pt x="165336" y="1831732"/>
                  <a:pt x="165336" y="1829953"/>
                  <a:pt x="165964" y="1828854"/>
                </a:cubicBezTo>
                <a:lnTo>
                  <a:pt x="181922" y="1801280"/>
                </a:lnTo>
                <a:cubicBezTo>
                  <a:pt x="182550" y="1800182"/>
                  <a:pt x="184067" y="1799292"/>
                  <a:pt x="185323" y="1799292"/>
                </a:cubicBezTo>
                <a:close/>
                <a:moveTo>
                  <a:pt x="2679919" y="1746029"/>
                </a:moveTo>
                <a:lnTo>
                  <a:pt x="2682012" y="1746029"/>
                </a:lnTo>
                <a:cubicBezTo>
                  <a:pt x="2682064" y="1746029"/>
                  <a:pt x="2682221" y="1746186"/>
                  <a:pt x="2682221" y="1746186"/>
                </a:cubicBezTo>
                <a:lnTo>
                  <a:pt x="2683267" y="1748017"/>
                </a:lnTo>
                <a:cubicBezTo>
                  <a:pt x="2683267" y="1748070"/>
                  <a:pt x="2683267" y="1748279"/>
                  <a:pt x="2683267" y="1748279"/>
                </a:cubicBezTo>
                <a:lnTo>
                  <a:pt x="2682221" y="1750110"/>
                </a:lnTo>
                <a:cubicBezTo>
                  <a:pt x="2682221" y="1750215"/>
                  <a:pt x="2682012" y="1750267"/>
                  <a:pt x="2682012" y="1750267"/>
                </a:cubicBezTo>
                <a:lnTo>
                  <a:pt x="2679919" y="1750267"/>
                </a:lnTo>
                <a:cubicBezTo>
                  <a:pt x="2679866" y="1750267"/>
                  <a:pt x="2679710" y="1750110"/>
                  <a:pt x="2679710" y="1750110"/>
                </a:cubicBezTo>
                <a:lnTo>
                  <a:pt x="2678663" y="1748279"/>
                </a:lnTo>
                <a:cubicBezTo>
                  <a:pt x="2678663" y="1748227"/>
                  <a:pt x="2678663" y="1748017"/>
                  <a:pt x="2678663" y="1748017"/>
                </a:cubicBezTo>
                <a:lnTo>
                  <a:pt x="2679710" y="1746186"/>
                </a:lnTo>
                <a:cubicBezTo>
                  <a:pt x="2679710" y="1746081"/>
                  <a:pt x="2679919" y="1746029"/>
                  <a:pt x="2679919" y="1746029"/>
                </a:cubicBezTo>
                <a:close/>
                <a:moveTo>
                  <a:pt x="2179513" y="1737134"/>
                </a:moveTo>
                <a:lnTo>
                  <a:pt x="2190658" y="1737134"/>
                </a:lnTo>
                <a:cubicBezTo>
                  <a:pt x="2191129" y="1737134"/>
                  <a:pt x="2191652" y="1737448"/>
                  <a:pt x="2191862" y="1737814"/>
                </a:cubicBezTo>
                <a:lnTo>
                  <a:pt x="2197407" y="1747441"/>
                </a:lnTo>
                <a:cubicBezTo>
                  <a:pt x="2197617" y="1747808"/>
                  <a:pt x="2197617" y="1748436"/>
                  <a:pt x="2197407" y="1748802"/>
                </a:cubicBezTo>
                <a:lnTo>
                  <a:pt x="2191862" y="1758429"/>
                </a:lnTo>
                <a:cubicBezTo>
                  <a:pt x="2191652" y="1758795"/>
                  <a:pt x="2191077" y="1759109"/>
                  <a:pt x="2190658" y="1759109"/>
                </a:cubicBezTo>
                <a:lnTo>
                  <a:pt x="2179513" y="1759109"/>
                </a:lnTo>
                <a:cubicBezTo>
                  <a:pt x="2179042" y="1759109"/>
                  <a:pt x="2178519" y="1758795"/>
                  <a:pt x="2178310" y="1758429"/>
                </a:cubicBezTo>
                <a:lnTo>
                  <a:pt x="2172764" y="1748802"/>
                </a:lnTo>
                <a:cubicBezTo>
                  <a:pt x="2172555" y="1748436"/>
                  <a:pt x="2172555" y="1747808"/>
                  <a:pt x="2172764" y="1747441"/>
                </a:cubicBezTo>
                <a:lnTo>
                  <a:pt x="2178310" y="1737814"/>
                </a:lnTo>
                <a:cubicBezTo>
                  <a:pt x="2178519" y="1737448"/>
                  <a:pt x="2179095" y="1737134"/>
                  <a:pt x="2179513" y="1737134"/>
                </a:cubicBezTo>
                <a:close/>
                <a:moveTo>
                  <a:pt x="1435394" y="1736716"/>
                </a:moveTo>
                <a:lnTo>
                  <a:pt x="1446957" y="1736716"/>
                </a:lnTo>
                <a:cubicBezTo>
                  <a:pt x="1447428" y="1736716"/>
                  <a:pt x="1448004" y="1737030"/>
                  <a:pt x="1448213" y="1737448"/>
                </a:cubicBezTo>
                <a:lnTo>
                  <a:pt x="1453969" y="1747442"/>
                </a:lnTo>
                <a:cubicBezTo>
                  <a:pt x="1454178" y="1747808"/>
                  <a:pt x="1454178" y="1748436"/>
                  <a:pt x="1453969" y="1748855"/>
                </a:cubicBezTo>
                <a:lnTo>
                  <a:pt x="1448213" y="1758848"/>
                </a:lnTo>
                <a:cubicBezTo>
                  <a:pt x="1447951" y="1759267"/>
                  <a:pt x="1447428" y="1759581"/>
                  <a:pt x="1446957" y="1759581"/>
                </a:cubicBezTo>
                <a:lnTo>
                  <a:pt x="1435394" y="1759581"/>
                </a:lnTo>
                <a:cubicBezTo>
                  <a:pt x="1434923" y="1759581"/>
                  <a:pt x="1434348" y="1759267"/>
                  <a:pt x="1434138" y="1758848"/>
                </a:cubicBezTo>
                <a:lnTo>
                  <a:pt x="1428383" y="1748855"/>
                </a:lnTo>
                <a:cubicBezTo>
                  <a:pt x="1428174" y="1748488"/>
                  <a:pt x="1428174" y="1747861"/>
                  <a:pt x="1428383" y="1747442"/>
                </a:cubicBezTo>
                <a:lnTo>
                  <a:pt x="1434138" y="1737448"/>
                </a:lnTo>
                <a:cubicBezTo>
                  <a:pt x="1434400" y="1737030"/>
                  <a:pt x="1434923" y="1736716"/>
                  <a:pt x="1435394" y="1736716"/>
                </a:cubicBezTo>
                <a:close/>
                <a:moveTo>
                  <a:pt x="1352673" y="1736611"/>
                </a:moveTo>
                <a:lnTo>
                  <a:pt x="1364341" y="1736611"/>
                </a:lnTo>
                <a:cubicBezTo>
                  <a:pt x="1364812" y="1736611"/>
                  <a:pt x="1365387" y="1736925"/>
                  <a:pt x="1365597" y="1737343"/>
                </a:cubicBezTo>
                <a:lnTo>
                  <a:pt x="1371404" y="1747441"/>
                </a:lnTo>
                <a:cubicBezTo>
                  <a:pt x="1371614" y="1747860"/>
                  <a:pt x="1371614" y="1748488"/>
                  <a:pt x="1371404" y="1748906"/>
                </a:cubicBezTo>
                <a:lnTo>
                  <a:pt x="1365597" y="1759005"/>
                </a:lnTo>
                <a:cubicBezTo>
                  <a:pt x="1365335" y="1759423"/>
                  <a:pt x="1364812" y="1759737"/>
                  <a:pt x="1364341" y="1759737"/>
                </a:cubicBezTo>
                <a:lnTo>
                  <a:pt x="1352673" y="1759737"/>
                </a:lnTo>
                <a:cubicBezTo>
                  <a:pt x="1352202" y="1759737"/>
                  <a:pt x="1351627" y="1759423"/>
                  <a:pt x="1351418" y="1759005"/>
                </a:cubicBezTo>
                <a:lnTo>
                  <a:pt x="1345610" y="1748906"/>
                </a:lnTo>
                <a:cubicBezTo>
                  <a:pt x="1345401" y="1748488"/>
                  <a:pt x="1345401" y="1747860"/>
                  <a:pt x="1345610" y="1747441"/>
                </a:cubicBezTo>
                <a:lnTo>
                  <a:pt x="1351418" y="1737343"/>
                </a:lnTo>
                <a:cubicBezTo>
                  <a:pt x="1351679" y="1736925"/>
                  <a:pt x="1352202" y="1736611"/>
                  <a:pt x="1352673" y="1736611"/>
                </a:cubicBezTo>
                <a:close/>
                <a:moveTo>
                  <a:pt x="1269796" y="1736245"/>
                </a:moveTo>
                <a:lnTo>
                  <a:pt x="1281830" y="1736245"/>
                </a:lnTo>
                <a:cubicBezTo>
                  <a:pt x="1282301" y="1736245"/>
                  <a:pt x="1282877" y="1736559"/>
                  <a:pt x="1283138" y="1736977"/>
                </a:cubicBezTo>
                <a:lnTo>
                  <a:pt x="1289155" y="1747390"/>
                </a:lnTo>
                <a:cubicBezTo>
                  <a:pt x="1289417" y="1747756"/>
                  <a:pt x="1289417" y="1748436"/>
                  <a:pt x="1289155" y="1748855"/>
                </a:cubicBezTo>
                <a:lnTo>
                  <a:pt x="1283138" y="1759267"/>
                </a:lnTo>
                <a:cubicBezTo>
                  <a:pt x="1282877" y="1759685"/>
                  <a:pt x="1282301" y="1759999"/>
                  <a:pt x="1281830" y="1759999"/>
                </a:cubicBezTo>
                <a:lnTo>
                  <a:pt x="1269796" y="1759999"/>
                </a:lnTo>
                <a:cubicBezTo>
                  <a:pt x="1269325" y="1759999"/>
                  <a:pt x="1268750" y="1759685"/>
                  <a:pt x="1268488" y="1759267"/>
                </a:cubicBezTo>
                <a:lnTo>
                  <a:pt x="1262471" y="1748855"/>
                </a:lnTo>
                <a:cubicBezTo>
                  <a:pt x="1262210" y="1748488"/>
                  <a:pt x="1262210" y="1747808"/>
                  <a:pt x="1262471" y="1747390"/>
                </a:cubicBezTo>
                <a:lnTo>
                  <a:pt x="1268488" y="1736977"/>
                </a:lnTo>
                <a:cubicBezTo>
                  <a:pt x="1268750" y="1736559"/>
                  <a:pt x="1269325" y="1736245"/>
                  <a:pt x="1269796" y="1736245"/>
                </a:cubicBezTo>
                <a:close/>
                <a:moveTo>
                  <a:pt x="1187128" y="1736192"/>
                </a:moveTo>
                <a:lnTo>
                  <a:pt x="1199214" y="1736192"/>
                </a:lnTo>
                <a:cubicBezTo>
                  <a:pt x="1199685" y="1736192"/>
                  <a:pt x="1200260" y="1736506"/>
                  <a:pt x="1200522" y="1736925"/>
                </a:cubicBezTo>
                <a:lnTo>
                  <a:pt x="1206591" y="1747389"/>
                </a:lnTo>
                <a:cubicBezTo>
                  <a:pt x="1206853" y="1747807"/>
                  <a:pt x="1206853" y="1748488"/>
                  <a:pt x="1206591" y="1748906"/>
                </a:cubicBezTo>
                <a:lnTo>
                  <a:pt x="1200522" y="1759370"/>
                </a:lnTo>
                <a:cubicBezTo>
                  <a:pt x="1200260" y="1759789"/>
                  <a:pt x="1199685" y="1760103"/>
                  <a:pt x="1199214" y="1760103"/>
                </a:cubicBezTo>
                <a:lnTo>
                  <a:pt x="1187128" y="1760103"/>
                </a:lnTo>
                <a:cubicBezTo>
                  <a:pt x="1186657" y="1760103"/>
                  <a:pt x="1186081" y="1759789"/>
                  <a:pt x="1185820" y="1759370"/>
                </a:cubicBezTo>
                <a:lnTo>
                  <a:pt x="1179750" y="1748906"/>
                </a:lnTo>
                <a:cubicBezTo>
                  <a:pt x="1179489" y="1748488"/>
                  <a:pt x="1179489" y="1747807"/>
                  <a:pt x="1179750" y="1747389"/>
                </a:cubicBezTo>
                <a:lnTo>
                  <a:pt x="1185820" y="1736925"/>
                </a:lnTo>
                <a:cubicBezTo>
                  <a:pt x="1186081" y="1736506"/>
                  <a:pt x="1186657" y="1736192"/>
                  <a:pt x="1187128" y="1736192"/>
                </a:cubicBezTo>
                <a:close/>
                <a:moveTo>
                  <a:pt x="2261607" y="1736088"/>
                </a:moveTo>
                <a:lnTo>
                  <a:pt x="2273850" y="1736088"/>
                </a:lnTo>
                <a:cubicBezTo>
                  <a:pt x="2274321" y="1736088"/>
                  <a:pt x="2274897" y="1736402"/>
                  <a:pt x="2275158" y="1736820"/>
                </a:cubicBezTo>
                <a:lnTo>
                  <a:pt x="2281280" y="1747442"/>
                </a:lnTo>
                <a:cubicBezTo>
                  <a:pt x="2281541" y="1747860"/>
                  <a:pt x="2281541" y="1748541"/>
                  <a:pt x="2281280" y="1748959"/>
                </a:cubicBezTo>
                <a:lnTo>
                  <a:pt x="2275158" y="1759580"/>
                </a:lnTo>
                <a:cubicBezTo>
                  <a:pt x="2274897" y="1759999"/>
                  <a:pt x="2274321" y="1760313"/>
                  <a:pt x="2273850" y="1760313"/>
                </a:cubicBezTo>
                <a:lnTo>
                  <a:pt x="2261607" y="1760313"/>
                </a:lnTo>
                <a:cubicBezTo>
                  <a:pt x="2261136" y="1760313"/>
                  <a:pt x="2260561" y="1759999"/>
                  <a:pt x="2260299" y="1759580"/>
                </a:cubicBezTo>
                <a:lnTo>
                  <a:pt x="2254177" y="1748959"/>
                </a:lnTo>
                <a:cubicBezTo>
                  <a:pt x="2253916" y="1748541"/>
                  <a:pt x="2253916" y="1747860"/>
                  <a:pt x="2254177" y="1747442"/>
                </a:cubicBezTo>
                <a:lnTo>
                  <a:pt x="2260299" y="1736820"/>
                </a:lnTo>
                <a:cubicBezTo>
                  <a:pt x="2260561" y="1736402"/>
                  <a:pt x="2261136" y="1736088"/>
                  <a:pt x="2261607" y="1736088"/>
                </a:cubicBezTo>
                <a:close/>
                <a:moveTo>
                  <a:pt x="1517644" y="1735983"/>
                </a:moveTo>
                <a:lnTo>
                  <a:pt x="1529940" y="1735983"/>
                </a:lnTo>
                <a:cubicBezTo>
                  <a:pt x="1530411" y="1735983"/>
                  <a:pt x="1530986" y="1736349"/>
                  <a:pt x="1531248" y="1736768"/>
                </a:cubicBezTo>
                <a:lnTo>
                  <a:pt x="1537422" y="1747441"/>
                </a:lnTo>
                <a:cubicBezTo>
                  <a:pt x="1537683" y="1747860"/>
                  <a:pt x="1537683" y="1748540"/>
                  <a:pt x="1537422" y="1748959"/>
                </a:cubicBezTo>
                <a:lnTo>
                  <a:pt x="1531248" y="1759633"/>
                </a:lnTo>
                <a:cubicBezTo>
                  <a:pt x="1531038" y="1760051"/>
                  <a:pt x="1530411" y="1760417"/>
                  <a:pt x="1529940" y="1760417"/>
                </a:cubicBezTo>
                <a:lnTo>
                  <a:pt x="1517644" y="1760417"/>
                </a:lnTo>
                <a:cubicBezTo>
                  <a:pt x="1517173" y="1760417"/>
                  <a:pt x="1516598" y="1760051"/>
                  <a:pt x="1516336" y="1759633"/>
                </a:cubicBezTo>
                <a:lnTo>
                  <a:pt x="1510162" y="1748959"/>
                </a:lnTo>
                <a:cubicBezTo>
                  <a:pt x="1509901" y="1748540"/>
                  <a:pt x="1509901" y="1747860"/>
                  <a:pt x="1510162" y="1747441"/>
                </a:cubicBezTo>
                <a:lnTo>
                  <a:pt x="1516336" y="1736768"/>
                </a:lnTo>
                <a:cubicBezTo>
                  <a:pt x="1516545" y="1736349"/>
                  <a:pt x="1517173" y="1735983"/>
                  <a:pt x="1517644" y="1735983"/>
                </a:cubicBezTo>
                <a:close/>
                <a:moveTo>
                  <a:pt x="1600155" y="1735669"/>
                </a:moveTo>
                <a:lnTo>
                  <a:pt x="1612765" y="1735669"/>
                </a:lnTo>
                <a:cubicBezTo>
                  <a:pt x="1613288" y="1735669"/>
                  <a:pt x="1613864" y="1736035"/>
                  <a:pt x="1614125" y="1736454"/>
                </a:cubicBezTo>
                <a:lnTo>
                  <a:pt x="1620404" y="1747389"/>
                </a:lnTo>
                <a:cubicBezTo>
                  <a:pt x="1620665" y="1747808"/>
                  <a:pt x="1620665" y="1748540"/>
                  <a:pt x="1620404" y="1748959"/>
                </a:cubicBezTo>
                <a:lnTo>
                  <a:pt x="1614125" y="1759894"/>
                </a:lnTo>
                <a:cubicBezTo>
                  <a:pt x="1613864" y="1760313"/>
                  <a:pt x="1613288" y="1760679"/>
                  <a:pt x="1612765" y="1760679"/>
                </a:cubicBezTo>
                <a:lnTo>
                  <a:pt x="1600155" y="1760679"/>
                </a:lnTo>
                <a:cubicBezTo>
                  <a:pt x="1599632" y="1760679"/>
                  <a:pt x="1599056" y="1760313"/>
                  <a:pt x="1598795" y="1759894"/>
                </a:cubicBezTo>
                <a:lnTo>
                  <a:pt x="1592516" y="1748959"/>
                </a:lnTo>
                <a:cubicBezTo>
                  <a:pt x="1592255" y="1748540"/>
                  <a:pt x="1592255" y="1747808"/>
                  <a:pt x="1592516" y="1747389"/>
                </a:cubicBezTo>
                <a:lnTo>
                  <a:pt x="1598795" y="1736454"/>
                </a:lnTo>
                <a:cubicBezTo>
                  <a:pt x="1599056" y="1736035"/>
                  <a:pt x="1599632" y="1735669"/>
                  <a:pt x="1600155" y="1735669"/>
                </a:cubicBezTo>
                <a:close/>
                <a:moveTo>
                  <a:pt x="1103518" y="1734413"/>
                </a:moveTo>
                <a:lnTo>
                  <a:pt x="1117436" y="1734413"/>
                </a:lnTo>
                <a:cubicBezTo>
                  <a:pt x="1117959" y="1734413"/>
                  <a:pt x="1118639" y="1734779"/>
                  <a:pt x="1118900" y="1735250"/>
                </a:cubicBezTo>
                <a:lnTo>
                  <a:pt x="1125859" y="1747284"/>
                </a:lnTo>
                <a:cubicBezTo>
                  <a:pt x="1126121" y="1747755"/>
                  <a:pt x="1126121" y="1748540"/>
                  <a:pt x="1125859" y="1749011"/>
                </a:cubicBezTo>
                <a:lnTo>
                  <a:pt x="1118900" y="1761045"/>
                </a:lnTo>
                <a:cubicBezTo>
                  <a:pt x="1118639" y="1761516"/>
                  <a:pt x="1117959" y="1761882"/>
                  <a:pt x="1117436" y="1761882"/>
                </a:cubicBezTo>
                <a:lnTo>
                  <a:pt x="1103518" y="1761882"/>
                </a:lnTo>
                <a:cubicBezTo>
                  <a:pt x="1102995" y="1761882"/>
                  <a:pt x="1102315" y="1761516"/>
                  <a:pt x="1102053" y="1761045"/>
                </a:cubicBezTo>
                <a:lnTo>
                  <a:pt x="1095094" y="1749011"/>
                </a:lnTo>
                <a:cubicBezTo>
                  <a:pt x="1094833" y="1748540"/>
                  <a:pt x="1094833" y="1747755"/>
                  <a:pt x="1095094" y="1747284"/>
                </a:cubicBezTo>
                <a:lnTo>
                  <a:pt x="1102053" y="1735250"/>
                </a:lnTo>
                <a:cubicBezTo>
                  <a:pt x="1102315" y="1734779"/>
                  <a:pt x="1102995" y="1734413"/>
                  <a:pt x="1103518" y="1734413"/>
                </a:cubicBezTo>
                <a:close/>
                <a:moveTo>
                  <a:pt x="1764812" y="1734309"/>
                </a:moveTo>
                <a:lnTo>
                  <a:pt x="1778782" y="1734309"/>
                </a:lnTo>
                <a:cubicBezTo>
                  <a:pt x="1779358" y="1734309"/>
                  <a:pt x="1780038" y="1734728"/>
                  <a:pt x="1780300" y="1735198"/>
                </a:cubicBezTo>
                <a:lnTo>
                  <a:pt x="1787258" y="1747285"/>
                </a:lnTo>
                <a:cubicBezTo>
                  <a:pt x="1787520" y="1747756"/>
                  <a:pt x="1787520" y="1748541"/>
                  <a:pt x="1787258" y="1749011"/>
                </a:cubicBezTo>
                <a:lnTo>
                  <a:pt x="1780300" y="1761098"/>
                </a:lnTo>
                <a:cubicBezTo>
                  <a:pt x="1779986" y="1761621"/>
                  <a:pt x="1779358" y="1761987"/>
                  <a:pt x="1778782" y="1761987"/>
                </a:cubicBezTo>
                <a:lnTo>
                  <a:pt x="1764812" y="1761987"/>
                </a:lnTo>
                <a:cubicBezTo>
                  <a:pt x="1764237" y="1761987"/>
                  <a:pt x="1763557" y="1761569"/>
                  <a:pt x="1763295" y="1761098"/>
                </a:cubicBezTo>
                <a:lnTo>
                  <a:pt x="1756336" y="1749011"/>
                </a:lnTo>
                <a:cubicBezTo>
                  <a:pt x="1756075" y="1748541"/>
                  <a:pt x="1756075" y="1747756"/>
                  <a:pt x="1756336" y="1747285"/>
                </a:cubicBezTo>
                <a:lnTo>
                  <a:pt x="1763295" y="1735198"/>
                </a:lnTo>
                <a:cubicBezTo>
                  <a:pt x="1763609" y="1734675"/>
                  <a:pt x="1764237" y="1734309"/>
                  <a:pt x="1764812" y="1734309"/>
                </a:cubicBezTo>
                <a:close/>
                <a:moveTo>
                  <a:pt x="1682143" y="1734309"/>
                </a:moveTo>
                <a:lnTo>
                  <a:pt x="1696113" y="1734309"/>
                </a:lnTo>
                <a:cubicBezTo>
                  <a:pt x="1696689" y="1734309"/>
                  <a:pt x="1697369" y="1734728"/>
                  <a:pt x="1697630" y="1735198"/>
                </a:cubicBezTo>
                <a:lnTo>
                  <a:pt x="1704589" y="1747285"/>
                </a:lnTo>
                <a:cubicBezTo>
                  <a:pt x="1704851" y="1747756"/>
                  <a:pt x="1704851" y="1748541"/>
                  <a:pt x="1704589" y="1749011"/>
                </a:cubicBezTo>
                <a:lnTo>
                  <a:pt x="1697630" y="1761098"/>
                </a:lnTo>
                <a:cubicBezTo>
                  <a:pt x="1697316" y="1761621"/>
                  <a:pt x="1696689" y="1761987"/>
                  <a:pt x="1696113" y="1761987"/>
                </a:cubicBezTo>
                <a:lnTo>
                  <a:pt x="1682143" y="1761987"/>
                </a:lnTo>
                <a:cubicBezTo>
                  <a:pt x="1681568" y="1761987"/>
                  <a:pt x="1680888" y="1761569"/>
                  <a:pt x="1680626" y="1761098"/>
                </a:cubicBezTo>
                <a:lnTo>
                  <a:pt x="1673667" y="1749011"/>
                </a:lnTo>
                <a:cubicBezTo>
                  <a:pt x="1673406" y="1748541"/>
                  <a:pt x="1673406" y="1747756"/>
                  <a:pt x="1673667" y="1747285"/>
                </a:cubicBezTo>
                <a:lnTo>
                  <a:pt x="1680626" y="1735198"/>
                </a:lnTo>
                <a:cubicBezTo>
                  <a:pt x="1680940" y="1734675"/>
                  <a:pt x="1681568" y="1734309"/>
                  <a:pt x="1682143" y="1734309"/>
                </a:cubicBezTo>
                <a:close/>
                <a:moveTo>
                  <a:pt x="2343386" y="1734256"/>
                </a:moveTo>
                <a:lnTo>
                  <a:pt x="2357460" y="1734256"/>
                </a:lnTo>
                <a:cubicBezTo>
                  <a:pt x="2358036" y="1734256"/>
                  <a:pt x="2358716" y="1734675"/>
                  <a:pt x="2358978" y="1735146"/>
                </a:cubicBezTo>
                <a:lnTo>
                  <a:pt x="2365989" y="1747336"/>
                </a:lnTo>
                <a:cubicBezTo>
                  <a:pt x="2366250" y="1747807"/>
                  <a:pt x="2366250" y="1748592"/>
                  <a:pt x="2365989" y="1749063"/>
                </a:cubicBezTo>
                <a:lnTo>
                  <a:pt x="2358978" y="1761254"/>
                </a:lnTo>
                <a:cubicBezTo>
                  <a:pt x="2358716" y="1761777"/>
                  <a:pt x="2358036" y="1762143"/>
                  <a:pt x="2357460" y="1762143"/>
                </a:cubicBezTo>
                <a:lnTo>
                  <a:pt x="2343386" y="1762143"/>
                </a:lnTo>
                <a:cubicBezTo>
                  <a:pt x="2342810" y="1762143"/>
                  <a:pt x="2342130" y="1761725"/>
                  <a:pt x="2341868" y="1761254"/>
                </a:cubicBezTo>
                <a:lnTo>
                  <a:pt x="2334857" y="1749063"/>
                </a:lnTo>
                <a:cubicBezTo>
                  <a:pt x="2334596" y="1748592"/>
                  <a:pt x="2334596" y="1747807"/>
                  <a:pt x="2334857" y="1747336"/>
                </a:cubicBezTo>
                <a:lnTo>
                  <a:pt x="2341868" y="1735146"/>
                </a:lnTo>
                <a:cubicBezTo>
                  <a:pt x="2342130" y="1734622"/>
                  <a:pt x="2342810" y="1734256"/>
                  <a:pt x="2343386" y="1734256"/>
                </a:cubicBezTo>
                <a:close/>
                <a:moveTo>
                  <a:pt x="2095276" y="1734047"/>
                </a:moveTo>
                <a:lnTo>
                  <a:pt x="2109560" y="1734047"/>
                </a:lnTo>
                <a:cubicBezTo>
                  <a:pt x="2110136" y="1734047"/>
                  <a:pt x="2110816" y="1734466"/>
                  <a:pt x="2111077" y="1734937"/>
                </a:cubicBezTo>
                <a:lnTo>
                  <a:pt x="2118193" y="1747284"/>
                </a:lnTo>
                <a:cubicBezTo>
                  <a:pt x="2118455" y="1747808"/>
                  <a:pt x="2118455" y="1748592"/>
                  <a:pt x="2118193" y="1749063"/>
                </a:cubicBezTo>
                <a:lnTo>
                  <a:pt x="2111077" y="1761411"/>
                </a:lnTo>
                <a:cubicBezTo>
                  <a:pt x="2110816" y="1761882"/>
                  <a:pt x="2110136" y="1762301"/>
                  <a:pt x="2109560" y="1762301"/>
                </a:cubicBezTo>
                <a:lnTo>
                  <a:pt x="2095276" y="1762301"/>
                </a:lnTo>
                <a:cubicBezTo>
                  <a:pt x="2094701" y="1762301"/>
                  <a:pt x="2094020" y="1761882"/>
                  <a:pt x="2093759" y="1761411"/>
                </a:cubicBezTo>
                <a:lnTo>
                  <a:pt x="2086643" y="1749063"/>
                </a:lnTo>
                <a:cubicBezTo>
                  <a:pt x="2086382" y="1748540"/>
                  <a:pt x="2086382" y="1747755"/>
                  <a:pt x="2086643" y="1747284"/>
                </a:cubicBezTo>
                <a:lnTo>
                  <a:pt x="2093759" y="1734937"/>
                </a:lnTo>
                <a:cubicBezTo>
                  <a:pt x="2094020" y="1734466"/>
                  <a:pt x="2094701" y="1734047"/>
                  <a:pt x="2095276" y="1734047"/>
                </a:cubicBezTo>
                <a:close/>
                <a:moveTo>
                  <a:pt x="1020588" y="1733786"/>
                </a:moveTo>
                <a:lnTo>
                  <a:pt x="1035133" y="1733786"/>
                </a:lnTo>
                <a:cubicBezTo>
                  <a:pt x="1035709" y="1733786"/>
                  <a:pt x="1036441" y="1734152"/>
                  <a:pt x="1036703" y="1734675"/>
                </a:cubicBezTo>
                <a:lnTo>
                  <a:pt x="1043975" y="1747285"/>
                </a:lnTo>
                <a:cubicBezTo>
                  <a:pt x="1044237" y="1747756"/>
                  <a:pt x="1044237" y="1748541"/>
                  <a:pt x="1043975" y="1749064"/>
                </a:cubicBezTo>
                <a:lnTo>
                  <a:pt x="1036703" y="1761673"/>
                </a:lnTo>
                <a:cubicBezTo>
                  <a:pt x="1036389" y="1762144"/>
                  <a:pt x="1035709" y="1762563"/>
                  <a:pt x="1035133" y="1762563"/>
                </a:cubicBezTo>
                <a:lnTo>
                  <a:pt x="1020588" y="1762563"/>
                </a:lnTo>
                <a:cubicBezTo>
                  <a:pt x="1020012" y="1762563"/>
                  <a:pt x="1019280" y="1762197"/>
                  <a:pt x="1019018" y="1761673"/>
                </a:cubicBezTo>
                <a:lnTo>
                  <a:pt x="1011745" y="1749064"/>
                </a:lnTo>
                <a:cubicBezTo>
                  <a:pt x="1011484" y="1748593"/>
                  <a:pt x="1011484" y="1747808"/>
                  <a:pt x="1011745" y="1747285"/>
                </a:cubicBezTo>
                <a:lnTo>
                  <a:pt x="1019018" y="1734675"/>
                </a:lnTo>
                <a:cubicBezTo>
                  <a:pt x="1019332" y="1734205"/>
                  <a:pt x="1020012" y="1733786"/>
                  <a:pt x="1020588" y="1733786"/>
                </a:cubicBezTo>
                <a:close/>
                <a:moveTo>
                  <a:pt x="2508408" y="1733733"/>
                </a:moveTo>
                <a:lnTo>
                  <a:pt x="2523006" y="1733733"/>
                </a:lnTo>
                <a:cubicBezTo>
                  <a:pt x="2523581" y="1733733"/>
                  <a:pt x="2524261" y="1734099"/>
                  <a:pt x="2524576" y="1734623"/>
                </a:cubicBezTo>
                <a:lnTo>
                  <a:pt x="2531901" y="1747284"/>
                </a:lnTo>
                <a:cubicBezTo>
                  <a:pt x="2532214" y="1747808"/>
                  <a:pt x="2532214" y="1748592"/>
                  <a:pt x="2531901" y="1749116"/>
                </a:cubicBezTo>
                <a:lnTo>
                  <a:pt x="2524576" y="1761778"/>
                </a:lnTo>
                <a:cubicBezTo>
                  <a:pt x="2524261" y="1762248"/>
                  <a:pt x="2523581" y="1762667"/>
                  <a:pt x="2523006" y="1762667"/>
                </a:cubicBezTo>
                <a:lnTo>
                  <a:pt x="2508408" y="1762667"/>
                </a:lnTo>
                <a:cubicBezTo>
                  <a:pt x="2507832" y="1762667"/>
                  <a:pt x="2507152" y="1762301"/>
                  <a:pt x="2506838" y="1761778"/>
                </a:cubicBezTo>
                <a:lnTo>
                  <a:pt x="2499513" y="1749116"/>
                </a:lnTo>
                <a:cubicBezTo>
                  <a:pt x="2499200" y="1748592"/>
                  <a:pt x="2499200" y="1747808"/>
                  <a:pt x="2499513" y="1747284"/>
                </a:cubicBezTo>
                <a:lnTo>
                  <a:pt x="2506838" y="1734623"/>
                </a:lnTo>
                <a:cubicBezTo>
                  <a:pt x="2507152" y="1734152"/>
                  <a:pt x="2507832" y="1733733"/>
                  <a:pt x="2508408" y="1733733"/>
                </a:cubicBezTo>
                <a:close/>
                <a:moveTo>
                  <a:pt x="855147" y="1733576"/>
                </a:moveTo>
                <a:lnTo>
                  <a:pt x="869901" y="1733576"/>
                </a:lnTo>
                <a:cubicBezTo>
                  <a:pt x="870477" y="1733576"/>
                  <a:pt x="871157" y="1733942"/>
                  <a:pt x="871471" y="1734466"/>
                </a:cubicBezTo>
                <a:lnTo>
                  <a:pt x="878848" y="1747284"/>
                </a:lnTo>
                <a:cubicBezTo>
                  <a:pt x="879162" y="1747808"/>
                  <a:pt x="879162" y="1748592"/>
                  <a:pt x="878848" y="1749116"/>
                </a:cubicBezTo>
                <a:lnTo>
                  <a:pt x="871471" y="1761934"/>
                </a:lnTo>
                <a:cubicBezTo>
                  <a:pt x="871209" y="1762405"/>
                  <a:pt x="870477" y="1762824"/>
                  <a:pt x="869901" y="1762824"/>
                </a:cubicBezTo>
                <a:lnTo>
                  <a:pt x="855147" y="1762824"/>
                </a:lnTo>
                <a:cubicBezTo>
                  <a:pt x="854571" y="1762824"/>
                  <a:pt x="853891" y="1762458"/>
                  <a:pt x="853577" y="1761934"/>
                </a:cubicBezTo>
                <a:lnTo>
                  <a:pt x="846199" y="1749116"/>
                </a:lnTo>
                <a:cubicBezTo>
                  <a:pt x="845886" y="1748592"/>
                  <a:pt x="845886" y="1747808"/>
                  <a:pt x="846199" y="1747284"/>
                </a:cubicBezTo>
                <a:lnTo>
                  <a:pt x="853577" y="1734466"/>
                </a:lnTo>
                <a:cubicBezTo>
                  <a:pt x="853839" y="1733995"/>
                  <a:pt x="854571" y="1733576"/>
                  <a:pt x="855147" y="1733576"/>
                </a:cubicBezTo>
                <a:close/>
                <a:moveTo>
                  <a:pt x="1846747" y="1733001"/>
                </a:moveTo>
                <a:lnTo>
                  <a:pt x="1862078" y="1733001"/>
                </a:lnTo>
                <a:cubicBezTo>
                  <a:pt x="1862653" y="1733001"/>
                  <a:pt x="1863386" y="1733420"/>
                  <a:pt x="1863700" y="1733943"/>
                </a:cubicBezTo>
                <a:lnTo>
                  <a:pt x="1871338" y="1747233"/>
                </a:lnTo>
                <a:cubicBezTo>
                  <a:pt x="1871652" y="1747756"/>
                  <a:pt x="1871652" y="1748593"/>
                  <a:pt x="1871338" y="1749116"/>
                </a:cubicBezTo>
                <a:lnTo>
                  <a:pt x="1863700" y="1762406"/>
                </a:lnTo>
                <a:cubicBezTo>
                  <a:pt x="1863438" y="1762929"/>
                  <a:pt x="1862706" y="1763348"/>
                  <a:pt x="1862078" y="1763348"/>
                </a:cubicBezTo>
                <a:lnTo>
                  <a:pt x="1846747" y="1763348"/>
                </a:lnTo>
                <a:cubicBezTo>
                  <a:pt x="1846172" y="1763348"/>
                  <a:pt x="1845439" y="1762929"/>
                  <a:pt x="1845125" y="1762406"/>
                </a:cubicBezTo>
                <a:lnTo>
                  <a:pt x="1837486" y="1749116"/>
                </a:lnTo>
                <a:cubicBezTo>
                  <a:pt x="1837173" y="1748593"/>
                  <a:pt x="1837173" y="1747756"/>
                  <a:pt x="1837486" y="1747233"/>
                </a:cubicBezTo>
                <a:lnTo>
                  <a:pt x="1845125" y="1733943"/>
                </a:lnTo>
                <a:cubicBezTo>
                  <a:pt x="1845387" y="1733420"/>
                  <a:pt x="1846119" y="1733001"/>
                  <a:pt x="1846747" y="1733001"/>
                </a:cubicBezTo>
                <a:close/>
                <a:moveTo>
                  <a:pt x="937135" y="1732268"/>
                </a:moveTo>
                <a:lnTo>
                  <a:pt x="953197" y="1732268"/>
                </a:lnTo>
                <a:cubicBezTo>
                  <a:pt x="953825" y="1732268"/>
                  <a:pt x="954610" y="1732687"/>
                  <a:pt x="954924" y="1733262"/>
                </a:cubicBezTo>
                <a:lnTo>
                  <a:pt x="962982" y="1747180"/>
                </a:lnTo>
                <a:cubicBezTo>
                  <a:pt x="963295" y="1747703"/>
                  <a:pt x="963295" y="1748592"/>
                  <a:pt x="962982" y="1749168"/>
                </a:cubicBezTo>
                <a:lnTo>
                  <a:pt x="954924" y="1763086"/>
                </a:lnTo>
                <a:cubicBezTo>
                  <a:pt x="954610" y="1763609"/>
                  <a:pt x="953825" y="1764080"/>
                  <a:pt x="953197" y="1764080"/>
                </a:cubicBezTo>
                <a:lnTo>
                  <a:pt x="937135" y="1764080"/>
                </a:lnTo>
                <a:cubicBezTo>
                  <a:pt x="936507" y="1764080"/>
                  <a:pt x="935722" y="1763661"/>
                  <a:pt x="935408" y="1763086"/>
                </a:cubicBezTo>
                <a:lnTo>
                  <a:pt x="927350" y="1749168"/>
                </a:lnTo>
                <a:cubicBezTo>
                  <a:pt x="927037" y="1748645"/>
                  <a:pt x="927037" y="1747755"/>
                  <a:pt x="927350" y="1747180"/>
                </a:cubicBezTo>
                <a:lnTo>
                  <a:pt x="935408" y="1733262"/>
                </a:lnTo>
                <a:cubicBezTo>
                  <a:pt x="935722" y="1732739"/>
                  <a:pt x="936507" y="1732268"/>
                  <a:pt x="937135" y="1732268"/>
                </a:cubicBezTo>
                <a:close/>
                <a:moveTo>
                  <a:pt x="2424903" y="1732111"/>
                </a:moveTo>
                <a:lnTo>
                  <a:pt x="2441122" y="1732111"/>
                </a:lnTo>
                <a:cubicBezTo>
                  <a:pt x="2441750" y="1732111"/>
                  <a:pt x="2442535" y="1732530"/>
                  <a:pt x="2442849" y="1733105"/>
                </a:cubicBezTo>
                <a:lnTo>
                  <a:pt x="2450959" y="1747180"/>
                </a:lnTo>
                <a:cubicBezTo>
                  <a:pt x="2451273" y="1747703"/>
                  <a:pt x="2451273" y="1748592"/>
                  <a:pt x="2450959" y="1749168"/>
                </a:cubicBezTo>
                <a:lnTo>
                  <a:pt x="2442849" y="1763242"/>
                </a:lnTo>
                <a:cubicBezTo>
                  <a:pt x="2442535" y="1763766"/>
                  <a:pt x="2441750" y="1764237"/>
                  <a:pt x="2441122" y="1764237"/>
                </a:cubicBezTo>
                <a:lnTo>
                  <a:pt x="2424903" y="1764237"/>
                </a:lnTo>
                <a:cubicBezTo>
                  <a:pt x="2424275" y="1764237"/>
                  <a:pt x="2423490" y="1763818"/>
                  <a:pt x="2423176" y="1763242"/>
                </a:cubicBezTo>
                <a:lnTo>
                  <a:pt x="2415066" y="1749168"/>
                </a:lnTo>
                <a:cubicBezTo>
                  <a:pt x="2414753" y="1748645"/>
                  <a:pt x="2414753" y="1747755"/>
                  <a:pt x="2415066" y="1747180"/>
                </a:cubicBezTo>
                <a:lnTo>
                  <a:pt x="2423176" y="1733105"/>
                </a:lnTo>
                <a:cubicBezTo>
                  <a:pt x="2423490" y="1732582"/>
                  <a:pt x="2424275" y="1732111"/>
                  <a:pt x="2424903" y="1732111"/>
                </a:cubicBezTo>
                <a:close/>
                <a:moveTo>
                  <a:pt x="2011561" y="1732007"/>
                </a:moveTo>
                <a:lnTo>
                  <a:pt x="2027885" y="1732007"/>
                </a:lnTo>
                <a:cubicBezTo>
                  <a:pt x="2028513" y="1732007"/>
                  <a:pt x="2029298" y="1732426"/>
                  <a:pt x="2029612" y="1733001"/>
                </a:cubicBezTo>
                <a:lnTo>
                  <a:pt x="2037774" y="1747128"/>
                </a:lnTo>
                <a:cubicBezTo>
                  <a:pt x="2038089" y="1747704"/>
                  <a:pt x="2038089" y="1748593"/>
                  <a:pt x="2037774" y="1749169"/>
                </a:cubicBezTo>
                <a:lnTo>
                  <a:pt x="2029612" y="1763295"/>
                </a:lnTo>
                <a:cubicBezTo>
                  <a:pt x="2029298" y="1763819"/>
                  <a:pt x="2028513" y="1764289"/>
                  <a:pt x="2027885" y="1764289"/>
                </a:cubicBezTo>
                <a:lnTo>
                  <a:pt x="2011561" y="1764289"/>
                </a:lnTo>
                <a:cubicBezTo>
                  <a:pt x="2010933" y="1764289"/>
                  <a:pt x="2010148" y="1763871"/>
                  <a:pt x="2009835" y="1763295"/>
                </a:cubicBezTo>
                <a:lnTo>
                  <a:pt x="2001672" y="1749169"/>
                </a:lnTo>
                <a:cubicBezTo>
                  <a:pt x="2001359" y="1748593"/>
                  <a:pt x="2001359" y="1747704"/>
                  <a:pt x="2001672" y="1747128"/>
                </a:cubicBezTo>
                <a:lnTo>
                  <a:pt x="2009835" y="1733001"/>
                </a:lnTo>
                <a:cubicBezTo>
                  <a:pt x="2010148" y="1732478"/>
                  <a:pt x="2010933" y="1732007"/>
                  <a:pt x="2011561" y="1732007"/>
                </a:cubicBezTo>
                <a:close/>
                <a:moveTo>
                  <a:pt x="2589926" y="1731536"/>
                </a:moveTo>
                <a:lnTo>
                  <a:pt x="2606721" y="1731536"/>
                </a:lnTo>
                <a:cubicBezTo>
                  <a:pt x="2607349" y="1731536"/>
                  <a:pt x="2608186" y="1732007"/>
                  <a:pt x="2608500" y="1732582"/>
                </a:cubicBezTo>
                <a:lnTo>
                  <a:pt x="2616872" y="1747128"/>
                </a:lnTo>
                <a:cubicBezTo>
                  <a:pt x="2617185" y="1747703"/>
                  <a:pt x="2617185" y="1748645"/>
                  <a:pt x="2616872" y="1749221"/>
                </a:cubicBezTo>
                <a:lnTo>
                  <a:pt x="2608500" y="1763766"/>
                </a:lnTo>
                <a:cubicBezTo>
                  <a:pt x="2608186" y="1764342"/>
                  <a:pt x="2607401" y="1764813"/>
                  <a:pt x="2606721" y="1764813"/>
                </a:cubicBezTo>
                <a:lnTo>
                  <a:pt x="2589926" y="1764813"/>
                </a:lnTo>
                <a:cubicBezTo>
                  <a:pt x="2589298" y="1764813"/>
                  <a:pt x="2588461" y="1764342"/>
                  <a:pt x="2588147" y="1763766"/>
                </a:cubicBezTo>
                <a:lnTo>
                  <a:pt x="2579775" y="1749221"/>
                </a:lnTo>
                <a:cubicBezTo>
                  <a:pt x="2579462" y="1748645"/>
                  <a:pt x="2579462" y="1747703"/>
                  <a:pt x="2579775" y="1747128"/>
                </a:cubicBezTo>
                <a:lnTo>
                  <a:pt x="2588147" y="1732582"/>
                </a:lnTo>
                <a:cubicBezTo>
                  <a:pt x="2588461" y="1732007"/>
                  <a:pt x="2589246" y="1731536"/>
                  <a:pt x="2589926" y="1731536"/>
                </a:cubicBezTo>
                <a:close/>
                <a:moveTo>
                  <a:pt x="771379" y="1731379"/>
                </a:moveTo>
                <a:lnTo>
                  <a:pt x="788384" y="1731379"/>
                </a:lnTo>
                <a:cubicBezTo>
                  <a:pt x="789064" y="1731379"/>
                  <a:pt x="789901" y="1731850"/>
                  <a:pt x="790215" y="1732425"/>
                </a:cubicBezTo>
                <a:lnTo>
                  <a:pt x="798691" y="1747128"/>
                </a:lnTo>
                <a:cubicBezTo>
                  <a:pt x="799005" y="1747703"/>
                  <a:pt x="799005" y="1748645"/>
                  <a:pt x="798691" y="1749221"/>
                </a:cubicBezTo>
                <a:lnTo>
                  <a:pt x="790215" y="1763923"/>
                </a:lnTo>
                <a:cubicBezTo>
                  <a:pt x="789848" y="1764499"/>
                  <a:pt x="789064" y="1764969"/>
                  <a:pt x="788384" y="1764969"/>
                </a:cubicBezTo>
                <a:lnTo>
                  <a:pt x="771379" y="1764969"/>
                </a:lnTo>
                <a:cubicBezTo>
                  <a:pt x="770699" y="1764969"/>
                  <a:pt x="769862" y="1764499"/>
                  <a:pt x="769548" y="1763923"/>
                </a:cubicBezTo>
                <a:lnTo>
                  <a:pt x="761071" y="1749221"/>
                </a:lnTo>
                <a:cubicBezTo>
                  <a:pt x="760758" y="1748645"/>
                  <a:pt x="760758" y="1747703"/>
                  <a:pt x="761071" y="1747128"/>
                </a:cubicBezTo>
                <a:lnTo>
                  <a:pt x="769548" y="1732425"/>
                </a:lnTo>
                <a:cubicBezTo>
                  <a:pt x="769914" y="1731850"/>
                  <a:pt x="770699" y="1731379"/>
                  <a:pt x="771379" y="1731379"/>
                </a:cubicBezTo>
                <a:close/>
                <a:moveTo>
                  <a:pt x="1928526" y="1731274"/>
                </a:moveTo>
                <a:lnTo>
                  <a:pt x="1945635" y="1731274"/>
                </a:lnTo>
                <a:cubicBezTo>
                  <a:pt x="1946316" y="1731274"/>
                  <a:pt x="1947153" y="1731745"/>
                  <a:pt x="1947466" y="1732320"/>
                </a:cubicBezTo>
                <a:lnTo>
                  <a:pt x="1955995" y="1747127"/>
                </a:lnTo>
                <a:cubicBezTo>
                  <a:pt x="1956309" y="1747703"/>
                  <a:pt x="1956309" y="1748645"/>
                  <a:pt x="1955995" y="1749220"/>
                </a:cubicBezTo>
                <a:lnTo>
                  <a:pt x="1947466" y="1764027"/>
                </a:lnTo>
                <a:cubicBezTo>
                  <a:pt x="1947153" y="1764603"/>
                  <a:pt x="1946316" y="1765074"/>
                  <a:pt x="1945635" y="1765074"/>
                </a:cubicBezTo>
                <a:lnTo>
                  <a:pt x="1928526" y="1765074"/>
                </a:lnTo>
                <a:cubicBezTo>
                  <a:pt x="1927846" y="1765074"/>
                  <a:pt x="1927009" y="1764603"/>
                  <a:pt x="1926695" y="1764027"/>
                </a:cubicBezTo>
                <a:lnTo>
                  <a:pt x="1918166" y="1749220"/>
                </a:lnTo>
                <a:cubicBezTo>
                  <a:pt x="1917853" y="1748645"/>
                  <a:pt x="1917853" y="1747703"/>
                  <a:pt x="1918166" y="1747127"/>
                </a:cubicBezTo>
                <a:lnTo>
                  <a:pt x="1926695" y="1732320"/>
                </a:lnTo>
                <a:cubicBezTo>
                  <a:pt x="1927009" y="1731745"/>
                  <a:pt x="1927846" y="1731274"/>
                  <a:pt x="1928526" y="1731274"/>
                </a:cubicBezTo>
                <a:close/>
                <a:moveTo>
                  <a:pt x="687559" y="1729077"/>
                </a:moveTo>
                <a:lnTo>
                  <a:pt x="706814" y="1729077"/>
                </a:lnTo>
                <a:cubicBezTo>
                  <a:pt x="707546" y="1729077"/>
                  <a:pt x="708488" y="1729600"/>
                  <a:pt x="708854" y="1730280"/>
                </a:cubicBezTo>
                <a:lnTo>
                  <a:pt x="718482" y="1746971"/>
                </a:lnTo>
                <a:cubicBezTo>
                  <a:pt x="718848" y="1747651"/>
                  <a:pt x="718848" y="1748698"/>
                  <a:pt x="718482" y="1749378"/>
                </a:cubicBezTo>
                <a:lnTo>
                  <a:pt x="708854" y="1766068"/>
                </a:lnTo>
                <a:cubicBezTo>
                  <a:pt x="708488" y="1766749"/>
                  <a:pt x="707599" y="1767272"/>
                  <a:pt x="706814" y="1767272"/>
                </a:cubicBezTo>
                <a:lnTo>
                  <a:pt x="687559" y="1767272"/>
                </a:lnTo>
                <a:cubicBezTo>
                  <a:pt x="686827" y="1767272"/>
                  <a:pt x="685885" y="1766749"/>
                  <a:pt x="685519" y="1766068"/>
                </a:cubicBezTo>
                <a:lnTo>
                  <a:pt x="675892" y="1749378"/>
                </a:lnTo>
                <a:cubicBezTo>
                  <a:pt x="675525" y="1748698"/>
                  <a:pt x="675525" y="1747651"/>
                  <a:pt x="675892" y="1746971"/>
                </a:cubicBezTo>
                <a:lnTo>
                  <a:pt x="685519" y="1730280"/>
                </a:lnTo>
                <a:cubicBezTo>
                  <a:pt x="685885" y="1729600"/>
                  <a:pt x="686775" y="1729077"/>
                  <a:pt x="687559" y="1729077"/>
                </a:cubicBezTo>
                <a:close/>
                <a:moveTo>
                  <a:pt x="438875" y="1727612"/>
                </a:moveTo>
                <a:lnTo>
                  <a:pt x="459646" y="1727612"/>
                </a:lnTo>
                <a:cubicBezTo>
                  <a:pt x="460484" y="1727612"/>
                  <a:pt x="461478" y="1728187"/>
                  <a:pt x="461896" y="1728920"/>
                </a:cubicBezTo>
                <a:lnTo>
                  <a:pt x="472309" y="1746919"/>
                </a:lnTo>
                <a:cubicBezTo>
                  <a:pt x="472727" y="1747599"/>
                  <a:pt x="472727" y="1748750"/>
                  <a:pt x="472309" y="1749482"/>
                </a:cubicBezTo>
                <a:lnTo>
                  <a:pt x="461896" y="1767481"/>
                </a:lnTo>
                <a:cubicBezTo>
                  <a:pt x="461478" y="1768214"/>
                  <a:pt x="460484" y="1768789"/>
                  <a:pt x="459646" y="1768789"/>
                </a:cubicBezTo>
                <a:lnTo>
                  <a:pt x="438875" y="1768789"/>
                </a:lnTo>
                <a:cubicBezTo>
                  <a:pt x="438038" y="1768789"/>
                  <a:pt x="437043" y="1768214"/>
                  <a:pt x="436625" y="1767481"/>
                </a:cubicBezTo>
                <a:lnTo>
                  <a:pt x="426213" y="1749482"/>
                </a:lnTo>
                <a:cubicBezTo>
                  <a:pt x="425794" y="1748802"/>
                  <a:pt x="425794" y="1747651"/>
                  <a:pt x="426213" y="1746919"/>
                </a:cubicBezTo>
                <a:lnTo>
                  <a:pt x="436625" y="1728920"/>
                </a:lnTo>
                <a:cubicBezTo>
                  <a:pt x="437043" y="1728187"/>
                  <a:pt x="438038" y="1727612"/>
                  <a:pt x="438875" y="1727612"/>
                </a:cubicBezTo>
                <a:close/>
                <a:moveTo>
                  <a:pt x="521491" y="1727559"/>
                </a:moveTo>
                <a:lnTo>
                  <a:pt x="542315" y="1727559"/>
                </a:lnTo>
                <a:cubicBezTo>
                  <a:pt x="543152" y="1727559"/>
                  <a:pt x="544146" y="1728134"/>
                  <a:pt x="544565" y="1728867"/>
                </a:cubicBezTo>
                <a:lnTo>
                  <a:pt x="554977" y="1746918"/>
                </a:lnTo>
                <a:cubicBezTo>
                  <a:pt x="555395" y="1747598"/>
                  <a:pt x="555395" y="1748749"/>
                  <a:pt x="554977" y="1749482"/>
                </a:cubicBezTo>
                <a:lnTo>
                  <a:pt x="544565" y="1767533"/>
                </a:lnTo>
                <a:cubicBezTo>
                  <a:pt x="544146" y="1768265"/>
                  <a:pt x="543152" y="1768841"/>
                  <a:pt x="542315" y="1768841"/>
                </a:cubicBezTo>
                <a:lnTo>
                  <a:pt x="521491" y="1768841"/>
                </a:lnTo>
                <a:cubicBezTo>
                  <a:pt x="520654" y="1768841"/>
                  <a:pt x="519660" y="1768265"/>
                  <a:pt x="519241" y="1767533"/>
                </a:cubicBezTo>
                <a:lnTo>
                  <a:pt x="508829" y="1749482"/>
                </a:lnTo>
                <a:cubicBezTo>
                  <a:pt x="508410" y="1748802"/>
                  <a:pt x="508410" y="1747651"/>
                  <a:pt x="508829" y="1746918"/>
                </a:cubicBezTo>
                <a:lnTo>
                  <a:pt x="519241" y="1728867"/>
                </a:lnTo>
                <a:cubicBezTo>
                  <a:pt x="519660" y="1728134"/>
                  <a:pt x="520654" y="1727559"/>
                  <a:pt x="521491" y="1727559"/>
                </a:cubicBezTo>
                <a:close/>
                <a:moveTo>
                  <a:pt x="604002" y="1727245"/>
                </a:moveTo>
                <a:lnTo>
                  <a:pt x="625140" y="1727245"/>
                </a:lnTo>
                <a:cubicBezTo>
                  <a:pt x="625977" y="1727245"/>
                  <a:pt x="626971" y="1727820"/>
                  <a:pt x="627390" y="1728553"/>
                </a:cubicBezTo>
                <a:lnTo>
                  <a:pt x="637959" y="1746866"/>
                </a:lnTo>
                <a:cubicBezTo>
                  <a:pt x="638377" y="1747598"/>
                  <a:pt x="638377" y="1748749"/>
                  <a:pt x="637959" y="1749482"/>
                </a:cubicBezTo>
                <a:lnTo>
                  <a:pt x="627390" y="1767794"/>
                </a:lnTo>
                <a:cubicBezTo>
                  <a:pt x="626971" y="1768527"/>
                  <a:pt x="625977" y="1769102"/>
                  <a:pt x="625140" y="1769102"/>
                </a:cubicBezTo>
                <a:lnTo>
                  <a:pt x="604002" y="1769102"/>
                </a:lnTo>
                <a:cubicBezTo>
                  <a:pt x="603165" y="1769102"/>
                  <a:pt x="602170" y="1768527"/>
                  <a:pt x="601752" y="1767794"/>
                </a:cubicBezTo>
                <a:lnTo>
                  <a:pt x="591183" y="1749482"/>
                </a:lnTo>
                <a:cubicBezTo>
                  <a:pt x="590764" y="1748749"/>
                  <a:pt x="590764" y="1747598"/>
                  <a:pt x="591183" y="1746866"/>
                </a:cubicBezTo>
                <a:lnTo>
                  <a:pt x="601752" y="1728553"/>
                </a:lnTo>
                <a:cubicBezTo>
                  <a:pt x="602170" y="1727820"/>
                  <a:pt x="603165" y="1727245"/>
                  <a:pt x="604002" y="1727245"/>
                </a:cubicBezTo>
                <a:close/>
                <a:moveTo>
                  <a:pt x="271392" y="1723374"/>
                </a:moveTo>
                <a:lnTo>
                  <a:pt x="296454" y="1723374"/>
                </a:lnTo>
                <a:cubicBezTo>
                  <a:pt x="297449" y="1723374"/>
                  <a:pt x="298652" y="1724106"/>
                  <a:pt x="299123" y="1724944"/>
                </a:cubicBezTo>
                <a:lnTo>
                  <a:pt x="311628" y="1746657"/>
                </a:lnTo>
                <a:cubicBezTo>
                  <a:pt x="312099" y="1747494"/>
                  <a:pt x="312099" y="1748907"/>
                  <a:pt x="311628" y="1749744"/>
                </a:cubicBezTo>
                <a:lnTo>
                  <a:pt x="299123" y="1771458"/>
                </a:lnTo>
                <a:cubicBezTo>
                  <a:pt x="298652" y="1772347"/>
                  <a:pt x="297449" y="1773027"/>
                  <a:pt x="296454" y="1773027"/>
                </a:cubicBezTo>
                <a:lnTo>
                  <a:pt x="271392" y="1773027"/>
                </a:lnTo>
                <a:cubicBezTo>
                  <a:pt x="270398" y="1773027"/>
                  <a:pt x="269195" y="1772295"/>
                  <a:pt x="268724" y="1771458"/>
                </a:cubicBezTo>
                <a:lnTo>
                  <a:pt x="256219" y="1749744"/>
                </a:lnTo>
                <a:cubicBezTo>
                  <a:pt x="255748" y="1748907"/>
                  <a:pt x="255748" y="1747494"/>
                  <a:pt x="256219" y="1746657"/>
                </a:cubicBezTo>
                <a:lnTo>
                  <a:pt x="268724" y="1724944"/>
                </a:lnTo>
                <a:cubicBezTo>
                  <a:pt x="269195" y="1724054"/>
                  <a:pt x="270398" y="1723374"/>
                  <a:pt x="271392" y="1723374"/>
                </a:cubicBezTo>
                <a:close/>
                <a:moveTo>
                  <a:pt x="352648" y="1720601"/>
                </a:moveTo>
                <a:lnTo>
                  <a:pt x="380536" y="1720601"/>
                </a:lnTo>
                <a:cubicBezTo>
                  <a:pt x="381635" y="1720601"/>
                  <a:pt x="382943" y="1721386"/>
                  <a:pt x="383518" y="1722328"/>
                </a:cubicBezTo>
                <a:lnTo>
                  <a:pt x="397436" y="1746448"/>
                </a:lnTo>
                <a:cubicBezTo>
                  <a:pt x="398012" y="1747390"/>
                  <a:pt x="398012" y="1748959"/>
                  <a:pt x="397436" y="1749901"/>
                </a:cubicBezTo>
                <a:lnTo>
                  <a:pt x="383518" y="1774021"/>
                </a:lnTo>
                <a:cubicBezTo>
                  <a:pt x="382995" y="1774963"/>
                  <a:pt x="381635" y="1775748"/>
                  <a:pt x="380536" y="1775748"/>
                </a:cubicBezTo>
                <a:lnTo>
                  <a:pt x="352648" y="1775748"/>
                </a:lnTo>
                <a:cubicBezTo>
                  <a:pt x="351550" y="1775748"/>
                  <a:pt x="350242" y="1774963"/>
                  <a:pt x="349666" y="1774021"/>
                </a:cubicBezTo>
                <a:lnTo>
                  <a:pt x="335749" y="1749901"/>
                </a:lnTo>
                <a:cubicBezTo>
                  <a:pt x="335173" y="1748959"/>
                  <a:pt x="335173" y="1747390"/>
                  <a:pt x="335749" y="1746448"/>
                </a:cubicBezTo>
                <a:lnTo>
                  <a:pt x="349666" y="1722328"/>
                </a:lnTo>
                <a:cubicBezTo>
                  <a:pt x="350189" y="1721386"/>
                  <a:pt x="351550" y="1720601"/>
                  <a:pt x="352648" y="1720601"/>
                </a:cubicBezTo>
                <a:close/>
                <a:moveTo>
                  <a:pt x="183179" y="1712334"/>
                </a:moveTo>
                <a:lnTo>
                  <a:pt x="219385" y="1712334"/>
                </a:lnTo>
                <a:cubicBezTo>
                  <a:pt x="220798" y="1712334"/>
                  <a:pt x="222524" y="1713328"/>
                  <a:pt x="223257" y="1714584"/>
                </a:cubicBezTo>
                <a:lnTo>
                  <a:pt x="241360" y="1745925"/>
                </a:lnTo>
                <a:cubicBezTo>
                  <a:pt x="242093" y="1747180"/>
                  <a:pt x="242093" y="1749169"/>
                  <a:pt x="241360" y="1750424"/>
                </a:cubicBezTo>
                <a:lnTo>
                  <a:pt x="223257" y="1781765"/>
                </a:lnTo>
                <a:cubicBezTo>
                  <a:pt x="222524" y="1783021"/>
                  <a:pt x="220798" y="1784015"/>
                  <a:pt x="219385" y="1784015"/>
                </a:cubicBezTo>
                <a:lnTo>
                  <a:pt x="183179" y="1784015"/>
                </a:lnTo>
                <a:cubicBezTo>
                  <a:pt x="181766" y="1784015"/>
                  <a:pt x="180039" y="1783021"/>
                  <a:pt x="179307" y="1781765"/>
                </a:cubicBezTo>
                <a:lnTo>
                  <a:pt x="161203" y="1750424"/>
                </a:lnTo>
                <a:cubicBezTo>
                  <a:pt x="160471" y="1749169"/>
                  <a:pt x="160471" y="1747180"/>
                  <a:pt x="161203" y="1745925"/>
                </a:cubicBezTo>
                <a:lnTo>
                  <a:pt x="179307" y="1714584"/>
                </a:lnTo>
                <a:cubicBezTo>
                  <a:pt x="180039" y="1713328"/>
                  <a:pt x="181766" y="1712334"/>
                  <a:pt x="183179" y="1712334"/>
                </a:cubicBezTo>
                <a:close/>
                <a:moveTo>
                  <a:pt x="201125" y="1665296"/>
                </a:moveTo>
                <a:lnTo>
                  <a:pt x="201386" y="1665296"/>
                </a:lnTo>
                <a:lnTo>
                  <a:pt x="201491" y="1665505"/>
                </a:lnTo>
                <a:lnTo>
                  <a:pt x="201386" y="1665715"/>
                </a:lnTo>
                <a:lnTo>
                  <a:pt x="201125" y="1665715"/>
                </a:lnTo>
                <a:lnTo>
                  <a:pt x="201020" y="1665505"/>
                </a:lnTo>
                <a:close/>
                <a:moveTo>
                  <a:pt x="2677616" y="1658756"/>
                </a:moveTo>
                <a:lnTo>
                  <a:pt x="2684418" y="1658756"/>
                </a:lnTo>
                <a:cubicBezTo>
                  <a:pt x="2684680" y="1658756"/>
                  <a:pt x="2685150" y="1659175"/>
                  <a:pt x="2685150" y="1659175"/>
                </a:cubicBezTo>
                <a:lnTo>
                  <a:pt x="2688552" y="1665087"/>
                </a:lnTo>
                <a:cubicBezTo>
                  <a:pt x="2688709" y="1665296"/>
                  <a:pt x="2688552" y="1665924"/>
                  <a:pt x="2688552" y="1665924"/>
                </a:cubicBezTo>
                <a:lnTo>
                  <a:pt x="2685150" y="1671836"/>
                </a:lnTo>
                <a:cubicBezTo>
                  <a:pt x="2684994" y="1672046"/>
                  <a:pt x="2684680" y="1672255"/>
                  <a:pt x="2684418" y="1672255"/>
                </a:cubicBezTo>
                <a:lnTo>
                  <a:pt x="2677616" y="1672255"/>
                </a:lnTo>
                <a:cubicBezTo>
                  <a:pt x="2677355" y="1672255"/>
                  <a:pt x="2676884" y="1671836"/>
                  <a:pt x="2676884" y="1671836"/>
                </a:cubicBezTo>
                <a:lnTo>
                  <a:pt x="2673483" y="1665924"/>
                </a:lnTo>
                <a:cubicBezTo>
                  <a:pt x="2673326" y="1665715"/>
                  <a:pt x="2673483" y="1665087"/>
                  <a:pt x="2673483" y="1665087"/>
                </a:cubicBezTo>
                <a:lnTo>
                  <a:pt x="2676884" y="1659175"/>
                </a:lnTo>
                <a:cubicBezTo>
                  <a:pt x="2677041" y="1658965"/>
                  <a:pt x="2677355" y="1658756"/>
                  <a:pt x="2677616" y="1658756"/>
                </a:cubicBezTo>
                <a:close/>
                <a:moveTo>
                  <a:pt x="1518952" y="1655878"/>
                </a:moveTo>
                <a:lnTo>
                  <a:pt x="1528684" y="1655878"/>
                </a:lnTo>
                <a:cubicBezTo>
                  <a:pt x="1529050" y="1655878"/>
                  <a:pt x="1529521" y="1656192"/>
                  <a:pt x="1529731" y="1656506"/>
                </a:cubicBezTo>
                <a:lnTo>
                  <a:pt x="1534596" y="1664930"/>
                </a:lnTo>
                <a:cubicBezTo>
                  <a:pt x="1534806" y="1665244"/>
                  <a:pt x="1534806" y="1665819"/>
                  <a:pt x="1534596" y="1666133"/>
                </a:cubicBezTo>
                <a:lnTo>
                  <a:pt x="1529731" y="1674557"/>
                </a:lnTo>
                <a:cubicBezTo>
                  <a:pt x="1529521" y="1674923"/>
                  <a:pt x="1529050" y="1675185"/>
                  <a:pt x="1528684" y="1675185"/>
                </a:cubicBezTo>
                <a:lnTo>
                  <a:pt x="1518952" y="1675185"/>
                </a:lnTo>
                <a:cubicBezTo>
                  <a:pt x="1518586" y="1675185"/>
                  <a:pt x="1518115" y="1674871"/>
                  <a:pt x="1517906" y="1674557"/>
                </a:cubicBezTo>
                <a:lnTo>
                  <a:pt x="1513040" y="1666133"/>
                </a:lnTo>
                <a:cubicBezTo>
                  <a:pt x="1512831" y="1665819"/>
                  <a:pt x="1512831" y="1665244"/>
                  <a:pt x="1513040" y="1664930"/>
                </a:cubicBezTo>
                <a:lnTo>
                  <a:pt x="1517906" y="1656506"/>
                </a:lnTo>
                <a:cubicBezTo>
                  <a:pt x="1518115" y="1656140"/>
                  <a:pt x="1518586" y="1655878"/>
                  <a:pt x="1518952" y="1655878"/>
                </a:cubicBezTo>
                <a:close/>
                <a:moveTo>
                  <a:pt x="1188122" y="1655460"/>
                </a:moveTo>
                <a:lnTo>
                  <a:pt x="1198273" y="1655460"/>
                </a:lnTo>
                <a:cubicBezTo>
                  <a:pt x="1198691" y="1655460"/>
                  <a:pt x="1199162" y="1655722"/>
                  <a:pt x="1199371" y="1656088"/>
                </a:cubicBezTo>
                <a:lnTo>
                  <a:pt x="1204446" y="1664878"/>
                </a:lnTo>
                <a:cubicBezTo>
                  <a:pt x="1204656" y="1665244"/>
                  <a:pt x="1204656" y="1665767"/>
                  <a:pt x="1204446" y="1666134"/>
                </a:cubicBezTo>
                <a:lnTo>
                  <a:pt x="1199371" y="1674924"/>
                </a:lnTo>
                <a:cubicBezTo>
                  <a:pt x="1199162" y="1675290"/>
                  <a:pt x="1198691" y="1675552"/>
                  <a:pt x="1198273" y="1675552"/>
                </a:cubicBezTo>
                <a:lnTo>
                  <a:pt x="1188122" y="1675552"/>
                </a:lnTo>
                <a:cubicBezTo>
                  <a:pt x="1187703" y="1675552"/>
                  <a:pt x="1187232" y="1675290"/>
                  <a:pt x="1187023" y="1674924"/>
                </a:cubicBezTo>
                <a:lnTo>
                  <a:pt x="1181948" y="1666134"/>
                </a:lnTo>
                <a:cubicBezTo>
                  <a:pt x="1181739" y="1665767"/>
                  <a:pt x="1181739" y="1665244"/>
                  <a:pt x="1181948" y="1664878"/>
                </a:cubicBezTo>
                <a:lnTo>
                  <a:pt x="1187023" y="1656088"/>
                </a:lnTo>
                <a:cubicBezTo>
                  <a:pt x="1187232" y="1655722"/>
                  <a:pt x="1187703" y="1655460"/>
                  <a:pt x="1188122" y="1655460"/>
                </a:cubicBezTo>
                <a:close/>
                <a:moveTo>
                  <a:pt x="1352988" y="1654675"/>
                </a:moveTo>
                <a:lnTo>
                  <a:pt x="1363923" y="1654675"/>
                </a:lnTo>
                <a:cubicBezTo>
                  <a:pt x="1364342" y="1654675"/>
                  <a:pt x="1364865" y="1654989"/>
                  <a:pt x="1365074" y="1655355"/>
                </a:cubicBezTo>
                <a:lnTo>
                  <a:pt x="1370568" y="1664825"/>
                </a:lnTo>
                <a:cubicBezTo>
                  <a:pt x="1370777" y="1665192"/>
                  <a:pt x="1370777" y="1665820"/>
                  <a:pt x="1370568" y="1666186"/>
                </a:cubicBezTo>
                <a:lnTo>
                  <a:pt x="1365074" y="1675656"/>
                </a:lnTo>
                <a:cubicBezTo>
                  <a:pt x="1364865" y="1676022"/>
                  <a:pt x="1364342" y="1676336"/>
                  <a:pt x="1363923" y="1676336"/>
                </a:cubicBezTo>
                <a:lnTo>
                  <a:pt x="1352988" y="1676336"/>
                </a:lnTo>
                <a:cubicBezTo>
                  <a:pt x="1352569" y="1676336"/>
                  <a:pt x="1352046" y="1676022"/>
                  <a:pt x="1351837" y="1675656"/>
                </a:cubicBezTo>
                <a:lnTo>
                  <a:pt x="1346343" y="1666186"/>
                </a:lnTo>
                <a:cubicBezTo>
                  <a:pt x="1346134" y="1665820"/>
                  <a:pt x="1346134" y="1665192"/>
                  <a:pt x="1346343" y="1664825"/>
                </a:cubicBezTo>
                <a:lnTo>
                  <a:pt x="1351837" y="1655355"/>
                </a:lnTo>
                <a:cubicBezTo>
                  <a:pt x="1352046" y="1654989"/>
                  <a:pt x="1352569" y="1654675"/>
                  <a:pt x="1352988" y="1654675"/>
                </a:cubicBezTo>
                <a:close/>
                <a:moveTo>
                  <a:pt x="2427466" y="1654518"/>
                </a:moveTo>
                <a:lnTo>
                  <a:pt x="2438611" y="1654518"/>
                </a:lnTo>
                <a:cubicBezTo>
                  <a:pt x="2439082" y="1654518"/>
                  <a:pt x="2439605" y="1654832"/>
                  <a:pt x="2439814" y="1655198"/>
                </a:cubicBezTo>
                <a:lnTo>
                  <a:pt x="2445360" y="1664825"/>
                </a:lnTo>
                <a:cubicBezTo>
                  <a:pt x="2445570" y="1665192"/>
                  <a:pt x="2445570" y="1665820"/>
                  <a:pt x="2445360" y="1666186"/>
                </a:cubicBezTo>
                <a:lnTo>
                  <a:pt x="2439814" y="1675813"/>
                </a:lnTo>
                <a:cubicBezTo>
                  <a:pt x="2439605" y="1676179"/>
                  <a:pt x="2439030" y="1676493"/>
                  <a:pt x="2438611" y="1676493"/>
                </a:cubicBezTo>
                <a:lnTo>
                  <a:pt x="2427466" y="1676493"/>
                </a:lnTo>
                <a:cubicBezTo>
                  <a:pt x="2426995" y="1676493"/>
                  <a:pt x="2426472" y="1676179"/>
                  <a:pt x="2426263" y="1675813"/>
                </a:cubicBezTo>
                <a:lnTo>
                  <a:pt x="2420717" y="1666186"/>
                </a:lnTo>
                <a:cubicBezTo>
                  <a:pt x="2420508" y="1665820"/>
                  <a:pt x="2420508" y="1665192"/>
                  <a:pt x="2420717" y="1664825"/>
                </a:cubicBezTo>
                <a:lnTo>
                  <a:pt x="2426263" y="1655198"/>
                </a:lnTo>
                <a:cubicBezTo>
                  <a:pt x="2426472" y="1654832"/>
                  <a:pt x="2427048" y="1654518"/>
                  <a:pt x="2427466" y="1654518"/>
                </a:cubicBezTo>
                <a:close/>
                <a:moveTo>
                  <a:pt x="2344798" y="1654466"/>
                </a:moveTo>
                <a:lnTo>
                  <a:pt x="2355995" y="1654466"/>
                </a:lnTo>
                <a:cubicBezTo>
                  <a:pt x="2356466" y="1654466"/>
                  <a:pt x="2356989" y="1654780"/>
                  <a:pt x="2357198" y="1655146"/>
                </a:cubicBezTo>
                <a:lnTo>
                  <a:pt x="2362797" y="1664826"/>
                </a:lnTo>
                <a:cubicBezTo>
                  <a:pt x="2363006" y="1665192"/>
                  <a:pt x="2363006" y="1665820"/>
                  <a:pt x="2362797" y="1666186"/>
                </a:cubicBezTo>
                <a:lnTo>
                  <a:pt x="2357198" y="1675866"/>
                </a:lnTo>
                <a:cubicBezTo>
                  <a:pt x="2356989" y="1676232"/>
                  <a:pt x="2356413" y="1676546"/>
                  <a:pt x="2355995" y="1676546"/>
                </a:cubicBezTo>
                <a:lnTo>
                  <a:pt x="2344798" y="1676546"/>
                </a:lnTo>
                <a:cubicBezTo>
                  <a:pt x="2344327" y="1676546"/>
                  <a:pt x="2343804" y="1676232"/>
                  <a:pt x="2343595" y="1675866"/>
                </a:cubicBezTo>
                <a:lnTo>
                  <a:pt x="2337996" y="1666186"/>
                </a:lnTo>
                <a:cubicBezTo>
                  <a:pt x="2337787" y="1665820"/>
                  <a:pt x="2337787" y="1665192"/>
                  <a:pt x="2337996" y="1664826"/>
                </a:cubicBezTo>
                <a:lnTo>
                  <a:pt x="2343595" y="1655146"/>
                </a:lnTo>
                <a:cubicBezTo>
                  <a:pt x="2343804" y="1654780"/>
                  <a:pt x="2344379" y="1654466"/>
                  <a:pt x="2344798" y="1654466"/>
                </a:cubicBezTo>
                <a:close/>
                <a:moveTo>
                  <a:pt x="1435551" y="1654466"/>
                </a:moveTo>
                <a:lnTo>
                  <a:pt x="1446748" y="1654466"/>
                </a:lnTo>
                <a:cubicBezTo>
                  <a:pt x="1447219" y="1654466"/>
                  <a:pt x="1447742" y="1654780"/>
                  <a:pt x="1447951" y="1655146"/>
                </a:cubicBezTo>
                <a:lnTo>
                  <a:pt x="1453550" y="1664826"/>
                </a:lnTo>
                <a:cubicBezTo>
                  <a:pt x="1453759" y="1665192"/>
                  <a:pt x="1453759" y="1665820"/>
                  <a:pt x="1453550" y="1666186"/>
                </a:cubicBezTo>
                <a:lnTo>
                  <a:pt x="1447951" y="1675866"/>
                </a:lnTo>
                <a:cubicBezTo>
                  <a:pt x="1447742" y="1676232"/>
                  <a:pt x="1447166" y="1676546"/>
                  <a:pt x="1446748" y="1676546"/>
                </a:cubicBezTo>
                <a:lnTo>
                  <a:pt x="1435551" y="1676546"/>
                </a:lnTo>
                <a:cubicBezTo>
                  <a:pt x="1435080" y="1676546"/>
                  <a:pt x="1434557" y="1676232"/>
                  <a:pt x="1434348" y="1675866"/>
                </a:cubicBezTo>
                <a:lnTo>
                  <a:pt x="1428749" y="1666186"/>
                </a:lnTo>
                <a:cubicBezTo>
                  <a:pt x="1428540" y="1665820"/>
                  <a:pt x="1428540" y="1665192"/>
                  <a:pt x="1428749" y="1664826"/>
                </a:cubicBezTo>
                <a:lnTo>
                  <a:pt x="1434348" y="1655146"/>
                </a:lnTo>
                <a:cubicBezTo>
                  <a:pt x="1434557" y="1654780"/>
                  <a:pt x="1435132" y="1654466"/>
                  <a:pt x="1435551" y="1654466"/>
                </a:cubicBezTo>
                <a:close/>
                <a:moveTo>
                  <a:pt x="1600574" y="1653838"/>
                </a:moveTo>
                <a:lnTo>
                  <a:pt x="1612346" y="1653838"/>
                </a:lnTo>
                <a:cubicBezTo>
                  <a:pt x="1612817" y="1653838"/>
                  <a:pt x="1613393" y="1654152"/>
                  <a:pt x="1613602" y="1654570"/>
                </a:cubicBezTo>
                <a:lnTo>
                  <a:pt x="1619514" y="1664773"/>
                </a:lnTo>
                <a:cubicBezTo>
                  <a:pt x="1619724" y="1665192"/>
                  <a:pt x="1619724" y="1665820"/>
                  <a:pt x="1619514" y="1666238"/>
                </a:cubicBezTo>
                <a:lnTo>
                  <a:pt x="1613602" y="1676441"/>
                </a:lnTo>
                <a:cubicBezTo>
                  <a:pt x="1613393" y="1676860"/>
                  <a:pt x="1612817" y="1677173"/>
                  <a:pt x="1612346" y="1677173"/>
                </a:cubicBezTo>
                <a:lnTo>
                  <a:pt x="1600574" y="1677173"/>
                </a:lnTo>
                <a:cubicBezTo>
                  <a:pt x="1600103" y="1677173"/>
                  <a:pt x="1599527" y="1676860"/>
                  <a:pt x="1599318" y="1676441"/>
                </a:cubicBezTo>
                <a:lnTo>
                  <a:pt x="1593406" y="1666238"/>
                </a:lnTo>
                <a:cubicBezTo>
                  <a:pt x="1593197" y="1665820"/>
                  <a:pt x="1593197" y="1665192"/>
                  <a:pt x="1593406" y="1664773"/>
                </a:cubicBezTo>
                <a:lnTo>
                  <a:pt x="1599318" y="1654570"/>
                </a:lnTo>
                <a:cubicBezTo>
                  <a:pt x="1599527" y="1654152"/>
                  <a:pt x="1600103" y="1653838"/>
                  <a:pt x="1600574" y="1653838"/>
                </a:cubicBezTo>
                <a:close/>
                <a:moveTo>
                  <a:pt x="2179096" y="1653733"/>
                </a:moveTo>
                <a:lnTo>
                  <a:pt x="2190973" y="1653733"/>
                </a:lnTo>
                <a:cubicBezTo>
                  <a:pt x="2191443" y="1653733"/>
                  <a:pt x="2192019" y="1654047"/>
                  <a:pt x="2192228" y="1654466"/>
                </a:cubicBezTo>
                <a:lnTo>
                  <a:pt x="2198193" y="1664773"/>
                </a:lnTo>
                <a:cubicBezTo>
                  <a:pt x="2198403" y="1665191"/>
                  <a:pt x="2198403" y="1665819"/>
                  <a:pt x="2198193" y="1666238"/>
                </a:cubicBezTo>
                <a:lnTo>
                  <a:pt x="2192228" y="1676545"/>
                </a:lnTo>
                <a:cubicBezTo>
                  <a:pt x="2192019" y="1676964"/>
                  <a:pt x="2191443" y="1677278"/>
                  <a:pt x="2190973" y="1677278"/>
                </a:cubicBezTo>
                <a:lnTo>
                  <a:pt x="2179096" y="1677278"/>
                </a:lnTo>
                <a:cubicBezTo>
                  <a:pt x="2178625" y="1677278"/>
                  <a:pt x="2178049" y="1676964"/>
                  <a:pt x="2177840" y="1676545"/>
                </a:cubicBezTo>
                <a:lnTo>
                  <a:pt x="2171875" y="1666238"/>
                </a:lnTo>
                <a:cubicBezTo>
                  <a:pt x="2171666" y="1665819"/>
                  <a:pt x="2171666" y="1665191"/>
                  <a:pt x="2171875" y="1664773"/>
                </a:cubicBezTo>
                <a:lnTo>
                  <a:pt x="2177840" y="1654466"/>
                </a:lnTo>
                <a:cubicBezTo>
                  <a:pt x="2178049" y="1654047"/>
                  <a:pt x="2178625" y="1653733"/>
                  <a:pt x="2179096" y="1653733"/>
                </a:cubicBezTo>
                <a:close/>
                <a:moveTo>
                  <a:pt x="2261712" y="1653681"/>
                </a:moveTo>
                <a:lnTo>
                  <a:pt x="2273641" y="1653681"/>
                </a:lnTo>
                <a:cubicBezTo>
                  <a:pt x="2274112" y="1653681"/>
                  <a:pt x="2274635" y="1653995"/>
                  <a:pt x="2274897" y="1654413"/>
                </a:cubicBezTo>
                <a:lnTo>
                  <a:pt x="2280861" y="1664773"/>
                </a:lnTo>
                <a:cubicBezTo>
                  <a:pt x="2281123" y="1665192"/>
                  <a:pt x="2281123" y="1665820"/>
                  <a:pt x="2280861" y="1666238"/>
                </a:cubicBezTo>
                <a:lnTo>
                  <a:pt x="2274897" y="1676598"/>
                </a:lnTo>
                <a:cubicBezTo>
                  <a:pt x="2274688" y="1677016"/>
                  <a:pt x="2274112" y="1677330"/>
                  <a:pt x="2273641" y="1677330"/>
                </a:cubicBezTo>
                <a:lnTo>
                  <a:pt x="2261712" y="1677330"/>
                </a:lnTo>
                <a:cubicBezTo>
                  <a:pt x="2261240" y="1677330"/>
                  <a:pt x="2260717" y="1677016"/>
                  <a:pt x="2260456" y="1676598"/>
                </a:cubicBezTo>
                <a:lnTo>
                  <a:pt x="2254491" y="1666238"/>
                </a:lnTo>
                <a:cubicBezTo>
                  <a:pt x="2254230" y="1665820"/>
                  <a:pt x="2254230" y="1665192"/>
                  <a:pt x="2254491" y="1664773"/>
                </a:cubicBezTo>
                <a:lnTo>
                  <a:pt x="2260456" y="1654413"/>
                </a:lnTo>
                <a:cubicBezTo>
                  <a:pt x="2260665" y="1653995"/>
                  <a:pt x="2261240" y="1653681"/>
                  <a:pt x="2261712" y="1653681"/>
                </a:cubicBezTo>
                <a:close/>
                <a:moveTo>
                  <a:pt x="1104407" y="1653472"/>
                </a:moveTo>
                <a:lnTo>
                  <a:pt x="1116598" y="1653472"/>
                </a:lnTo>
                <a:cubicBezTo>
                  <a:pt x="1117069" y="1653472"/>
                  <a:pt x="1117644" y="1653786"/>
                  <a:pt x="1117906" y="1654205"/>
                </a:cubicBezTo>
                <a:lnTo>
                  <a:pt x="1124028" y="1664774"/>
                </a:lnTo>
                <a:cubicBezTo>
                  <a:pt x="1124289" y="1665192"/>
                  <a:pt x="1124289" y="1665872"/>
                  <a:pt x="1124028" y="1666291"/>
                </a:cubicBezTo>
                <a:lnTo>
                  <a:pt x="1117906" y="1676860"/>
                </a:lnTo>
                <a:cubicBezTo>
                  <a:pt x="1117644" y="1677278"/>
                  <a:pt x="1117069" y="1677592"/>
                  <a:pt x="1116598" y="1677592"/>
                </a:cubicBezTo>
                <a:lnTo>
                  <a:pt x="1104407" y="1677592"/>
                </a:lnTo>
                <a:cubicBezTo>
                  <a:pt x="1103936" y="1677592"/>
                  <a:pt x="1103361" y="1677278"/>
                  <a:pt x="1103099" y="1676860"/>
                </a:cubicBezTo>
                <a:lnTo>
                  <a:pt x="1096977" y="1666291"/>
                </a:lnTo>
                <a:cubicBezTo>
                  <a:pt x="1096716" y="1665872"/>
                  <a:pt x="1096716" y="1665192"/>
                  <a:pt x="1096977" y="1664774"/>
                </a:cubicBezTo>
                <a:lnTo>
                  <a:pt x="1103099" y="1654205"/>
                </a:lnTo>
                <a:cubicBezTo>
                  <a:pt x="1103361" y="1653786"/>
                  <a:pt x="1103936" y="1653472"/>
                  <a:pt x="1104407" y="1653472"/>
                </a:cubicBezTo>
                <a:close/>
                <a:moveTo>
                  <a:pt x="1682772" y="1652948"/>
                </a:moveTo>
                <a:lnTo>
                  <a:pt x="1695486" y="1652948"/>
                </a:lnTo>
                <a:cubicBezTo>
                  <a:pt x="1696009" y="1652948"/>
                  <a:pt x="1696585" y="1653314"/>
                  <a:pt x="1696846" y="1653733"/>
                </a:cubicBezTo>
                <a:lnTo>
                  <a:pt x="1703177" y="1664720"/>
                </a:lnTo>
                <a:cubicBezTo>
                  <a:pt x="1703439" y="1665139"/>
                  <a:pt x="1703439" y="1665871"/>
                  <a:pt x="1703177" y="1666290"/>
                </a:cubicBezTo>
                <a:lnTo>
                  <a:pt x="1696846" y="1677278"/>
                </a:lnTo>
                <a:cubicBezTo>
                  <a:pt x="1696585" y="1677696"/>
                  <a:pt x="1696009" y="1678063"/>
                  <a:pt x="1695486" y="1678063"/>
                </a:cubicBezTo>
                <a:lnTo>
                  <a:pt x="1682772" y="1678063"/>
                </a:lnTo>
                <a:cubicBezTo>
                  <a:pt x="1682249" y="1678063"/>
                  <a:pt x="1681673" y="1677696"/>
                  <a:pt x="1681411" y="1677278"/>
                </a:cubicBezTo>
                <a:lnTo>
                  <a:pt x="1675080" y="1666290"/>
                </a:lnTo>
                <a:cubicBezTo>
                  <a:pt x="1674819" y="1665871"/>
                  <a:pt x="1674819" y="1665139"/>
                  <a:pt x="1675080" y="1664720"/>
                </a:cubicBezTo>
                <a:lnTo>
                  <a:pt x="1681411" y="1653733"/>
                </a:lnTo>
                <a:cubicBezTo>
                  <a:pt x="1681673" y="1653314"/>
                  <a:pt x="1682249" y="1652948"/>
                  <a:pt x="1682772" y="1652948"/>
                </a:cubicBezTo>
                <a:close/>
                <a:moveTo>
                  <a:pt x="1765283" y="1652634"/>
                </a:moveTo>
                <a:lnTo>
                  <a:pt x="1778364" y="1652634"/>
                </a:lnTo>
                <a:cubicBezTo>
                  <a:pt x="1778887" y="1652634"/>
                  <a:pt x="1779515" y="1652948"/>
                  <a:pt x="1779776" y="1653419"/>
                </a:cubicBezTo>
                <a:lnTo>
                  <a:pt x="1786316" y="1664720"/>
                </a:lnTo>
                <a:cubicBezTo>
                  <a:pt x="1786578" y="1665191"/>
                  <a:pt x="1786578" y="1665871"/>
                  <a:pt x="1786316" y="1666342"/>
                </a:cubicBezTo>
                <a:lnTo>
                  <a:pt x="1779776" y="1677644"/>
                </a:lnTo>
                <a:cubicBezTo>
                  <a:pt x="1779515" y="1678062"/>
                  <a:pt x="1778887" y="1678429"/>
                  <a:pt x="1778364" y="1678429"/>
                </a:cubicBezTo>
                <a:lnTo>
                  <a:pt x="1765283" y="1678429"/>
                </a:lnTo>
                <a:cubicBezTo>
                  <a:pt x="1764760" y="1678429"/>
                  <a:pt x="1764132" y="1678115"/>
                  <a:pt x="1763870" y="1677644"/>
                </a:cubicBezTo>
                <a:lnTo>
                  <a:pt x="1757330" y="1666342"/>
                </a:lnTo>
                <a:cubicBezTo>
                  <a:pt x="1757069" y="1665871"/>
                  <a:pt x="1757069" y="1665191"/>
                  <a:pt x="1757330" y="1664720"/>
                </a:cubicBezTo>
                <a:lnTo>
                  <a:pt x="1763870" y="1653419"/>
                </a:lnTo>
                <a:cubicBezTo>
                  <a:pt x="1764132" y="1653000"/>
                  <a:pt x="1764760" y="1652634"/>
                  <a:pt x="1765283" y="1652634"/>
                </a:cubicBezTo>
                <a:close/>
                <a:moveTo>
                  <a:pt x="1269273" y="1652582"/>
                </a:moveTo>
                <a:lnTo>
                  <a:pt x="1282406" y="1652582"/>
                </a:lnTo>
                <a:cubicBezTo>
                  <a:pt x="1282929" y="1652582"/>
                  <a:pt x="1283557" y="1652896"/>
                  <a:pt x="1283818" y="1653367"/>
                </a:cubicBezTo>
                <a:lnTo>
                  <a:pt x="1290359" y="1664721"/>
                </a:lnTo>
                <a:cubicBezTo>
                  <a:pt x="1290620" y="1665191"/>
                  <a:pt x="1290620" y="1665872"/>
                  <a:pt x="1290359" y="1666342"/>
                </a:cubicBezTo>
                <a:lnTo>
                  <a:pt x="1283818" y="1677696"/>
                </a:lnTo>
                <a:cubicBezTo>
                  <a:pt x="1283557" y="1678115"/>
                  <a:pt x="1282929" y="1678481"/>
                  <a:pt x="1282406" y="1678481"/>
                </a:cubicBezTo>
                <a:lnTo>
                  <a:pt x="1269273" y="1678481"/>
                </a:lnTo>
                <a:cubicBezTo>
                  <a:pt x="1268750" y="1678481"/>
                  <a:pt x="1268122" y="1678167"/>
                  <a:pt x="1267860" y="1677696"/>
                </a:cubicBezTo>
                <a:lnTo>
                  <a:pt x="1261320" y="1666342"/>
                </a:lnTo>
                <a:cubicBezTo>
                  <a:pt x="1261059" y="1665872"/>
                  <a:pt x="1261059" y="1665191"/>
                  <a:pt x="1261320" y="1664721"/>
                </a:cubicBezTo>
                <a:lnTo>
                  <a:pt x="1267860" y="1653367"/>
                </a:lnTo>
                <a:cubicBezTo>
                  <a:pt x="1268122" y="1652948"/>
                  <a:pt x="1268750" y="1652582"/>
                  <a:pt x="1269273" y="1652582"/>
                </a:cubicBezTo>
                <a:close/>
                <a:moveTo>
                  <a:pt x="1847584" y="1651954"/>
                </a:moveTo>
                <a:lnTo>
                  <a:pt x="1861293" y="1651954"/>
                </a:lnTo>
                <a:cubicBezTo>
                  <a:pt x="1861816" y="1651954"/>
                  <a:pt x="1862496" y="1652320"/>
                  <a:pt x="1862758" y="1652791"/>
                </a:cubicBezTo>
                <a:lnTo>
                  <a:pt x="1869612" y="1664668"/>
                </a:lnTo>
                <a:cubicBezTo>
                  <a:pt x="1869874" y="1665139"/>
                  <a:pt x="1869874" y="1665872"/>
                  <a:pt x="1869612" y="1666342"/>
                </a:cubicBezTo>
                <a:lnTo>
                  <a:pt x="1862758" y="1678220"/>
                </a:lnTo>
                <a:cubicBezTo>
                  <a:pt x="1862496" y="1678690"/>
                  <a:pt x="1861816" y="1679057"/>
                  <a:pt x="1861293" y="1679057"/>
                </a:cubicBezTo>
                <a:lnTo>
                  <a:pt x="1847584" y="1679057"/>
                </a:lnTo>
                <a:cubicBezTo>
                  <a:pt x="1847061" y="1679057"/>
                  <a:pt x="1846381" y="1678690"/>
                  <a:pt x="1846119" y="1678220"/>
                </a:cubicBezTo>
                <a:lnTo>
                  <a:pt x="1839265" y="1666342"/>
                </a:lnTo>
                <a:cubicBezTo>
                  <a:pt x="1839004" y="1665872"/>
                  <a:pt x="1839004" y="1665139"/>
                  <a:pt x="1839265" y="1664668"/>
                </a:cubicBezTo>
                <a:lnTo>
                  <a:pt x="1846119" y="1652791"/>
                </a:lnTo>
                <a:cubicBezTo>
                  <a:pt x="1846381" y="1652320"/>
                  <a:pt x="1847061" y="1651954"/>
                  <a:pt x="1847584" y="1651954"/>
                </a:cubicBezTo>
                <a:close/>
                <a:moveTo>
                  <a:pt x="1021006" y="1651954"/>
                </a:moveTo>
                <a:lnTo>
                  <a:pt x="1034715" y="1651954"/>
                </a:lnTo>
                <a:cubicBezTo>
                  <a:pt x="1035238" y="1651954"/>
                  <a:pt x="1035918" y="1652320"/>
                  <a:pt x="1036180" y="1652791"/>
                </a:cubicBezTo>
                <a:lnTo>
                  <a:pt x="1043034" y="1664668"/>
                </a:lnTo>
                <a:cubicBezTo>
                  <a:pt x="1043295" y="1665139"/>
                  <a:pt x="1043295" y="1665872"/>
                  <a:pt x="1043034" y="1666342"/>
                </a:cubicBezTo>
                <a:lnTo>
                  <a:pt x="1036180" y="1678220"/>
                </a:lnTo>
                <a:cubicBezTo>
                  <a:pt x="1035918" y="1678690"/>
                  <a:pt x="1035238" y="1679057"/>
                  <a:pt x="1034715" y="1679057"/>
                </a:cubicBezTo>
                <a:lnTo>
                  <a:pt x="1021006" y="1679057"/>
                </a:lnTo>
                <a:cubicBezTo>
                  <a:pt x="1020483" y="1679057"/>
                  <a:pt x="1019803" y="1678690"/>
                  <a:pt x="1019541" y="1678220"/>
                </a:cubicBezTo>
                <a:lnTo>
                  <a:pt x="1012687" y="1666342"/>
                </a:lnTo>
                <a:cubicBezTo>
                  <a:pt x="1012426" y="1665872"/>
                  <a:pt x="1012426" y="1665139"/>
                  <a:pt x="1012687" y="1664668"/>
                </a:cubicBezTo>
                <a:lnTo>
                  <a:pt x="1019541" y="1652791"/>
                </a:lnTo>
                <a:cubicBezTo>
                  <a:pt x="1019803" y="1652320"/>
                  <a:pt x="1020483" y="1651954"/>
                  <a:pt x="1021006" y="1651954"/>
                </a:cubicBezTo>
                <a:close/>
                <a:moveTo>
                  <a:pt x="1929259" y="1650071"/>
                </a:moveTo>
                <a:lnTo>
                  <a:pt x="1944903" y="1650071"/>
                </a:lnTo>
                <a:cubicBezTo>
                  <a:pt x="1945531" y="1650071"/>
                  <a:pt x="1946263" y="1650490"/>
                  <a:pt x="1946577" y="1651013"/>
                </a:cubicBezTo>
                <a:lnTo>
                  <a:pt x="1954373" y="1664564"/>
                </a:lnTo>
                <a:cubicBezTo>
                  <a:pt x="1954687" y="1665087"/>
                  <a:pt x="1954687" y="1665977"/>
                  <a:pt x="1954373" y="1666500"/>
                </a:cubicBezTo>
                <a:lnTo>
                  <a:pt x="1946577" y="1680051"/>
                </a:lnTo>
                <a:cubicBezTo>
                  <a:pt x="1946263" y="1680575"/>
                  <a:pt x="1945531" y="1680993"/>
                  <a:pt x="1944903" y="1680993"/>
                </a:cubicBezTo>
                <a:lnTo>
                  <a:pt x="1929259" y="1680993"/>
                </a:lnTo>
                <a:cubicBezTo>
                  <a:pt x="1928631" y="1680993"/>
                  <a:pt x="1927898" y="1680575"/>
                  <a:pt x="1927584" y="1680051"/>
                </a:cubicBezTo>
                <a:lnTo>
                  <a:pt x="1919788" y="1666500"/>
                </a:lnTo>
                <a:cubicBezTo>
                  <a:pt x="1919475" y="1665977"/>
                  <a:pt x="1919475" y="1665087"/>
                  <a:pt x="1919788" y="1664564"/>
                </a:cubicBezTo>
                <a:lnTo>
                  <a:pt x="1927584" y="1651013"/>
                </a:lnTo>
                <a:cubicBezTo>
                  <a:pt x="1927898" y="1650490"/>
                  <a:pt x="1928631" y="1650071"/>
                  <a:pt x="1929259" y="1650071"/>
                </a:cubicBezTo>
                <a:close/>
                <a:moveTo>
                  <a:pt x="2094543" y="1649966"/>
                </a:moveTo>
                <a:lnTo>
                  <a:pt x="2110239" y="1649966"/>
                </a:lnTo>
                <a:cubicBezTo>
                  <a:pt x="2110867" y="1649966"/>
                  <a:pt x="2111600" y="1650437"/>
                  <a:pt x="2111914" y="1650960"/>
                </a:cubicBezTo>
                <a:lnTo>
                  <a:pt x="2119762" y="1664564"/>
                </a:lnTo>
                <a:cubicBezTo>
                  <a:pt x="2120076" y="1665087"/>
                  <a:pt x="2120076" y="1665976"/>
                  <a:pt x="2119762" y="1666500"/>
                </a:cubicBezTo>
                <a:lnTo>
                  <a:pt x="2111914" y="1680103"/>
                </a:lnTo>
                <a:cubicBezTo>
                  <a:pt x="2111600" y="1680679"/>
                  <a:pt x="2110867" y="1681097"/>
                  <a:pt x="2110239" y="1681097"/>
                </a:cubicBezTo>
                <a:lnTo>
                  <a:pt x="2094543" y="1681097"/>
                </a:lnTo>
                <a:cubicBezTo>
                  <a:pt x="2093915" y="1681097"/>
                  <a:pt x="2093183" y="1680626"/>
                  <a:pt x="2092869" y="1680103"/>
                </a:cubicBezTo>
                <a:lnTo>
                  <a:pt x="2085021" y="1666500"/>
                </a:lnTo>
                <a:cubicBezTo>
                  <a:pt x="2084706" y="1665976"/>
                  <a:pt x="2084706" y="1665087"/>
                  <a:pt x="2085021" y="1664564"/>
                </a:cubicBezTo>
                <a:lnTo>
                  <a:pt x="2092869" y="1650960"/>
                </a:lnTo>
                <a:cubicBezTo>
                  <a:pt x="2093183" y="1650385"/>
                  <a:pt x="2093915" y="1649966"/>
                  <a:pt x="2094543" y="1649966"/>
                </a:cubicBezTo>
                <a:close/>
                <a:moveTo>
                  <a:pt x="2011718" y="1649600"/>
                </a:moveTo>
                <a:lnTo>
                  <a:pt x="2027780" y="1649600"/>
                </a:lnTo>
                <a:cubicBezTo>
                  <a:pt x="2028408" y="1649600"/>
                  <a:pt x="2029193" y="1650019"/>
                  <a:pt x="2029507" y="1650594"/>
                </a:cubicBezTo>
                <a:lnTo>
                  <a:pt x="2037564" y="1664512"/>
                </a:lnTo>
                <a:cubicBezTo>
                  <a:pt x="2037879" y="1665035"/>
                  <a:pt x="2037879" y="1665924"/>
                  <a:pt x="2037564" y="1666500"/>
                </a:cubicBezTo>
                <a:lnTo>
                  <a:pt x="2029507" y="1680417"/>
                </a:lnTo>
                <a:cubicBezTo>
                  <a:pt x="2029193" y="1680941"/>
                  <a:pt x="2028408" y="1681412"/>
                  <a:pt x="2027780" y="1681412"/>
                </a:cubicBezTo>
                <a:lnTo>
                  <a:pt x="2011718" y="1681412"/>
                </a:lnTo>
                <a:cubicBezTo>
                  <a:pt x="2011090" y="1681412"/>
                  <a:pt x="2010305" y="1680993"/>
                  <a:pt x="2009991" y="1680417"/>
                </a:cubicBezTo>
                <a:lnTo>
                  <a:pt x="2001934" y="1666500"/>
                </a:lnTo>
                <a:cubicBezTo>
                  <a:pt x="2001619" y="1665977"/>
                  <a:pt x="2001619" y="1665087"/>
                  <a:pt x="2001934" y="1664512"/>
                </a:cubicBezTo>
                <a:lnTo>
                  <a:pt x="2009991" y="1650594"/>
                </a:lnTo>
                <a:cubicBezTo>
                  <a:pt x="2010305" y="1650071"/>
                  <a:pt x="2011090" y="1649600"/>
                  <a:pt x="2011718" y="1649600"/>
                </a:cubicBezTo>
                <a:close/>
                <a:moveTo>
                  <a:pt x="937082" y="1649443"/>
                </a:moveTo>
                <a:lnTo>
                  <a:pt x="953302" y="1649443"/>
                </a:lnTo>
                <a:cubicBezTo>
                  <a:pt x="953930" y="1649443"/>
                  <a:pt x="954714" y="1649862"/>
                  <a:pt x="955028" y="1650437"/>
                </a:cubicBezTo>
                <a:lnTo>
                  <a:pt x="963138" y="1664512"/>
                </a:lnTo>
                <a:cubicBezTo>
                  <a:pt x="963452" y="1665035"/>
                  <a:pt x="963452" y="1665924"/>
                  <a:pt x="963138" y="1666500"/>
                </a:cubicBezTo>
                <a:lnTo>
                  <a:pt x="955028" y="1680574"/>
                </a:lnTo>
                <a:cubicBezTo>
                  <a:pt x="954714" y="1681098"/>
                  <a:pt x="953930" y="1681568"/>
                  <a:pt x="953302" y="1681568"/>
                </a:cubicBezTo>
                <a:lnTo>
                  <a:pt x="937082" y="1681568"/>
                </a:lnTo>
                <a:cubicBezTo>
                  <a:pt x="936454" y="1681568"/>
                  <a:pt x="935669" y="1681150"/>
                  <a:pt x="935356" y="1680574"/>
                </a:cubicBezTo>
                <a:lnTo>
                  <a:pt x="927245" y="1666500"/>
                </a:lnTo>
                <a:cubicBezTo>
                  <a:pt x="926932" y="1665977"/>
                  <a:pt x="926932" y="1665087"/>
                  <a:pt x="927245" y="1664512"/>
                </a:cubicBezTo>
                <a:lnTo>
                  <a:pt x="935356" y="1650437"/>
                </a:lnTo>
                <a:cubicBezTo>
                  <a:pt x="935669" y="1649914"/>
                  <a:pt x="936454" y="1649443"/>
                  <a:pt x="937082" y="1649443"/>
                </a:cubicBezTo>
                <a:close/>
                <a:moveTo>
                  <a:pt x="854048" y="1648710"/>
                </a:moveTo>
                <a:lnTo>
                  <a:pt x="871052" y="1648710"/>
                </a:lnTo>
                <a:cubicBezTo>
                  <a:pt x="871732" y="1648710"/>
                  <a:pt x="872570" y="1649181"/>
                  <a:pt x="872884" y="1649756"/>
                </a:cubicBezTo>
                <a:lnTo>
                  <a:pt x="881360" y="1664459"/>
                </a:lnTo>
                <a:cubicBezTo>
                  <a:pt x="881674" y="1665034"/>
                  <a:pt x="881674" y="1665976"/>
                  <a:pt x="881360" y="1666552"/>
                </a:cubicBezTo>
                <a:lnTo>
                  <a:pt x="872884" y="1681254"/>
                </a:lnTo>
                <a:cubicBezTo>
                  <a:pt x="872517" y="1681830"/>
                  <a:pt x="871732" y="1682301"/>
                  <a:pt x="871052" y="1682301"/>
                </a:cubicBezTo>
                <a:lnTo>
                  <a:pt x="854048" y="1682301"/>
                </a:lnTo>
                <a:cubicBezTo>
                  <a:pt x="853367" y="1682301"/>
                  <a:pt x="852530" y="1681830"/>
                  <a:pt x="852217" y="1681254"/>
                </a:cubicBezTo>
                <a:lnTo>
                  <a:pt x="843740" y="1666552"/>
                </a:lnTo>
                <a:cubicBezTo>
                  <a:pt x="843427" y="1665976"/>
                  <a:pt x="843427" y="1665034"/>
                  <a:pt x="843740" y="1664459"/>
                </a:cubicBezTo>
                <a:lnTo>
                  <a:pt x="852217" y="1649756"/>
                </a:lnTo>
                <a:cubicBezTo>
                  <a:pt x="852583" y="1649181"/>
                  <a:pt x="853367" y="1648710"/>
                  <a:pt x="854048" y="1648710"/>
                </a:cubicBezTo>
                <a:close/>
                <a:moveTo>
                  <a:pt x="2506316" y="1646984"/>
                </a:moveTo>
                <a:lnTo>
                  <a:pt x="2525046" y="1646984"/>
                </a:lnTo>
                <a:cubicBezTo>
                  <a:pt x="2525779" y="1646984"/>
                  <a:pt x="2526669" y="1647507"/>
                  <a:pt x="2527035" y="1648135"/>
                </a:cubicBezTo>
                <a:lnTo>
                  <a:pt x="2536401" y="1664355"/>
                </a:lnTo>
                <a:cubicBezTo>
                  <a:pt x="2536766" y="1664983"/>
                  <a:pt x="2536766" y="1666029"/>
                  <a:pt x="2536401" y="1666657"/>
                </a:cubicBezTo>
                <a:lnTo>
                  <a:pt x="2527035" y="1682877"/>
                </a:lnTo>
                <a:cubicBezTo>
                  <a:pt x="2526669" y="1683504"/>
                  <a:pt x="2525779" y="1684028"/>
                  <a:pt x="2525046" y="1684028"/>
                </a:cubicBezTo>
                <a:lnTo>
                  <a:pt x="2506316" y="1684028"/>
                </a:lnTo>
                <a:cubicBezTo>
                  <a:pt x="2505583" y="1684028"/>
                  <a:pt x="2504693" y="1683504"/>
                  <a:pt x="2504327" y="1682877"/>
                </a:cubicBezTo>
                <a:lnTo>
                  <a:pt x="2494961" y="1666657"/>
                </a:lnTo>
                <a:cubicBezTo>
                  <a:pt x="2494596" y="1666029"/>
                  <a:pt x="2494596" y="1664983"/>
                  <a:pt x="2494961" y="1664355"/>
                </a:cubicBezTo>
                <a:lnTo>
                  <a:pt x="2504327" y="1648135"/>
                </a:lnTo>
                <a:cubicBezTo>
                  <a:pt x="2504693" y="1647507"/>
                  <a:pt x="2505583" y="1646984"/>
                  <a:pt x="2506316" y="1646984"/>
                </a:cubicBezTo>
                <a:close/>
                <a:moveTo>
                  <a:pt x="522223" y="1646356"/>
                </a:moveTo>
                <a:lnTo>
                  <a:pt x="541582" y="1646356"/>
                </a:lnTo>
                <a:cubicBezTo>
                  <a:pt x="542367" y="1646356"/>
                  <a:pt x="543309" y="1646879"/>
                  <a:pt x="543675" y="1647559"/>
                </a:cubicBezTo>
                <a:lnTo>
                  <a:pt x="553355" y="1664302"/>
                </a:lnTo>
                <a:cubicBezTo>
                  <a:pt x="553721" y="1664983"/>
                  <a:pt x="553721" y="1666029"/>
                  <a:pt x="553355" y="1666709"/>
                </a:cubicBezTo>
                <a:lnTo>
                  <a:pt x="543675" y="1683452"/>
                </a:lnTo>
                <a:cubicBezTo>
                  <a:pt x="543257" y="1684132"/>
                  <a:pt x="542367" y="1684655"/>
                  <a:pt x="541582" y="1684655"/>
                </a:cubicBezTo>
                <a:lnTo>
                  <a:pt x="522223" y="1684655"/>
                </a:lnTo>
                <a:cubicBezTo>
                  <a:pt x="521438" y="1684655"/>
                  <a:pt x="520496" y="1684132"/>
                  <a:pt x="520130" y="1683452"/>
                </a:cubicBezTo>
                <a:lnTo>
                  <a:pt x="510451" y="1666709"/>
                </a:lnTo>
                <a:cubicBezTo>
                  <a:pt x="510084" y="1666029"/>
                  <a:pt x="510084" y="1664983"/>
                  <a:pt x="510451" y="1664302"/>
                </a:cubicBezTo>
                <a:lnTo>
                  <a:pt x="520130" y="1647559"/>
                </a:lnTo>
                <a:cubicBezTo>
                  <a:pt x="520549" y="1646879"/>
                  <a:pt x="521438" y="1646356"/>
                  <a:pt x="522223" y="1646356"/>
                </a:cubicBezTo>
                <a:close/>
                <a:moveTo>
                  <a:pt x="770071" y="1646094"/>
                </a:moveTo>
                <a:lnTo>
                  <a:pt x="789692" y="1646094"/>
                </a:lnTo>
                <a:cubicBezTo>
                  <a:pt x="790476" y="1646094"/>
                  <a:pt x="791418" y="1646617"/>
                  <a:pt x="791784" y="1647297"/>
                </a:cubicBezTo>
                <a:lnTo>
                  <a:pt x="801569" y="1664302"/>
                </a:lnTo>
                <a:cubicBezTo>
                  <a:pt x="801935" y="1664930"/>
                  <a:pt x="801935" y="1666029"/>
                  <a:pt x="801569" y="1666709"/>
                </a:cubicBezTo>
                <a:lnTo>
                  <a:pt x="791784" y="1683713"/>
                </a:lnTo>
                <a:cubicBezTo>
                  <a:pt x="791418" y="1684394"/>
                  <a:pt x="790476" y="1684917"/>
                  <a:pt x="789692" y="1684917"/>
                </a:cubicBezTo>
                <a:lnTo>
                  <a:pt x="770071" y="1684917"/>
                </a:lnTo>
                <a:cubicBezTo>
                  <a:pt x="769286" y="1684917"/>
                  <a:pt x="768344" y="1684394"/>
                  <a:pt x="767978" y="1683713"/>
                </a:cubicBezTo>
                <a:lnTo>
                  <a:pt x="758194" y="1666709"/>
                </a:lnTo>
                <a:cubicBezTo>
                  <a:pt x="757827" y="1666081"/>
                  <a:pt x="757827" y="1664982"/>
                  <a:pt x="758194" y="1664302"/>
                </a:cubicBezTo>
                <a:lnTo>
                  <a:pt x="767978" y="1647297"/>
                </a:lnTo>
                <a:cubicBezTo>
                  <a:pt x="768344" y="1646617"/>
                  <a:pt x="769286" y="1646094"/>
                  <a:pt x="770071" y="1646094"/>
                </a:cubicBezTo>
                <a:close/>
                <a:moveTo>
                  <a:pt x="604473" y="1645571"/>
                </a:moveTo>
                <a:lnTo>
                  <a:pt x="624617" y="1645571"/>
                </a:lnTo>
                <a:cubicBezTo>
                  <a:pt x="625402" y="1645571"/>
                  <a:pt x="626344" y="1646147"/>
                  <a:pt x="626762" y="1646827"/>
                </a:cubicBezTo>
                <a:lnTo>
                  <a:pt x="636860" y="1664302"/>
                </a:lnTo>
                <a:cubicBezTo>
                  <a:pt x="637279" y="1664982"/>
                  <a:pt x="637279" y="1666134"/>
                  <a:pt x="636860" y="1666814"/>
                </a:cubicBezTo>
                <a:lnTo>
                  <a:pt x="626762" y="1684289"/>
                </a:lnTo>
                <a:cubicBezTo>
                  <a:pt x="626396" y="1684969"/>
                  <a:pt x="625402" y="1685545"/>
                  <a:pt x="624617" y="1685545"/>
                </a:cubicBezTo>
                <a:lnTo>
                  <a:pt x="604473" y="1685545"/>
                </a:lnTo>
                <a:cubicBezTo>
                  <a:pt x="603688" y="1685545"/>
                  <a:pt x="602747" y="1684969"/>
                  <a:pt x="602328" y="1684289"/>
                </a:cubicBezTo>
                <a:lnTo>
                  <a:pt x="592230" y="1666814"/>
                </a:lnTo>
                <a:cubicBezTo>
                  <a:pt x="591811" y="1666134"/>
                  <a:pt x="591811" y="1664982"/>
                  <a:pt x="592230" y="1664302"/>
                </a:cubicBezTo>
                <a:lnTo>
                  <a:pt x="602328" y="1646827"/>
                </a:lnTo>
                <a:cubicBezTo>
                  <a:pt x="602694" y="1646147"/>
                  <a:pt x="603688" y="1645571"/>
                  <a:pt x="604473" y="1645571"/>
                </a:cubicBezTo>
                <a:close/>
                <a:moveTo>
                  <a:pt x="356258" y="1645100"/>
                </a:moveTo>
                <a:lnTo>
                  <a:pt x="376925" y="1645100"/>
                </a:lnTo>
                <a:cubicBezTo>
                  <a:pt x="377710" y="1645100"/>
                  <a:pt x="378704" y="1645676"/>
                  <a:pt x="379123" y="1646356"/>
                </a:cubicBezTo>
                <a:lnTo>
                  <a:pt x="389483" y="1664250"/>
                </a:lnTo>
                <a:cubicBezTo>
                  <a:pt x="389901" y="1664982"/>
                  <a:pt x="389901" y="1666133"/>
                  <a:pt x="389483" y="1666813"/>
                </a:cubicBezTo>
                <a:lnTo>
                  <a:pt x="379123" y="1684708"/>
                </a:lnTo>
                <a:cubicBezTo>
                  <a:pt x="378757" y="1685388"/>
                  <a:pt x="377762" y="1685963"/>
                  <a:pt x="376925" y="1685963"/>
                </a:cubicBezTo>
                <a:lnTo>
                  <a:pt x="356258" y="1685963"/>
                </a:lnTo>
                <a:cubicBezTo>
                  <a:pt x="355473" y="1685963"/>
                  <a:pt x="354479" y="1685388"/>
                  <a:pt x="354061" y="1684708"/>
                </a:cubicBezTo>
                <a:lnTo>
                  <a:pt x="343701" y="1666813"/>
                </a:lnTo>
                <a:cubicBezTo>
                  <a:pt x="343282" y="1666081"/>
                  <a:pt x="343282" y="1664930"/>
                  <a:pt x="343701" y="1664250"/>
                </a:cubicBezTo>
                <a:lnTo>
                  <a:pt x="354061" y="1646356"/>
                </a:lnTo>
                <a:cubicBezTo>
                  <a:pt x="354427" y="1645676"/>
                  <a:pt x="355421" y="1645100"/>
                  <a:pt x="356258" y="1645100"/>
                </a:cubicBezTo>
                <a:close/>
                <a:moveTo>
                  <a:pt x="438770" y="1644786"/>
                </a:moveTo>
                <a:lnTo>
                  <a:pt x="459699" y="1644786"/>
                </a:lnTo>
                <a:cubicBezTo>
                  <a:pt x="460536" y="1644786"/>
                  <a:pt x="461530" y="1645362"/>
                  <a:pt x="461949" y="1646094"/>
                </a:cubicBezTo>
                <a:lnTo>
                  <a:pt x="472413" y="1664197"/>
                </a:lnTo>
                <a:cubicBezTo>
                  <a:pt x="472832" y="1664878"/>
                  <a:pt x="472832" y="1666029"/>
                  <a:pt x="472413" y="1666761"/>
                </a:cubicBezTo>
                <a:lnTo>
                  <a:pt x="461949" y="1684864"/>
                </a:lnTo>
                <a:cubicBezTo>
                  <a:pt x="461530" y="1685597"/>
                  <a:pt x="460536" y="1686173"/>
                  <a:pt x="459699" y="1686173"/>
                </a:cubicBezTo>
                <a:lnTo>
                  <a:pt x="438770" y="1686173"/>
                </a:lnTo>
                <a:cubicBezTo>
                  <a:pt x="437933" y="1686173"/>
                  <a:pt x="436939" y="1685597"/>
                  <a:pt x="436520" y="1684864"/>
                </a:cubicBezTo>
                <a:lnTo>
                  <a:pt x="426056" y="1666761"/>
                </a:lnTo>
                <a:cubicBezTo>
                  <a:pt x="425637" y="1666081"/>
                  <a:pt x="425637" y="1664930"/>
                  <a:pt x="426056" y="1664197"/>
                </a:cubicBezTo>
                <a:lnTo>
                  <a:pt x="436520" y="1646094"/>
                </a:lnTo>
                <a:cubicBezTo>
                  <a:pt x="436939" y="1645362"/>
                  <a:pt x="437933" y="1644786"/>
                  <a:pt x="438770" y="1644786"/>
                </a:cubicBezTo>
                <a:close/>
                <a:moveTo>
                  <a:pt x="2587728" y="1644472"/>
                </a:moveTo>
                <a:lnTo>
                  <a:pt x="2609023" y="1644472"/>
                </a:lnTo>
                <a:cubicBezTo>
                  <a:pt x="2609860" y="1644472"/>
                  <a:pt x="2610907" y="1645048"/>
                  <a:pt x="2611325" y="1645780"/>
                </a:cubicBezTo>
                <a:lnTo>
                  <a:pt x="2621947" y="1664197"/>
                </a:lnTo>
                <a:cubicBezTo>
                  <a:pt x="2622365" y="1664930"/>
                  <a:pt x="2622365" y="1666081"/>
                  <a:pt x="2621947" y="1666813"/>
                </a:cubicBezTo>
                <a:lnTo>
                  <a:pt x="2611325" y="1685231"/>
                </a:lnTo>
                <a:cubicBezTo>
                  <a:pt x="2610907" y="1685963"/>
                  <a:pt x="2609860" y="1686539"/>
                  <a:pt x="2609023" y="1686539"/>
                </a:cubicBezTo>
                <a:lnTo>
                  <a:pt x="2587728" y="1686539"/>
                </a:lnTo>
                <a:cubicBezTo>
                  <a:pt x="2586891" y="1686539"/>
                  <a:pt x="2585845" y="1685963"/>
                  <a:pt x="2585426" y="1685231"/>
                </a:cubicBezTo>
                <a:lnTo>
                  <a:pt x="2574805" y="1666813"/>
                </a:lnTo>
                <a:cubicBezTo>
                  <a:pt x="2574386" y="1666081"/>
                  <a:pt x="2574386" y="1664930"/>
                  <a:pt x="2574805" y="1664197"/>
                </a:cubicBezTo>
                <a:lnTo>
                  <a:pt x="2585426" y="1645780"/>
                </a:lnTo>
                <a:cubicBezTo>
                  <a:pt x="2585845" y="1645048"/>
                  <a:pt x="2586891" y="1644472"/>
                  <a:pt x="2587728" y="1644472"/>
                </a:cubicBezTo>
                <a:close/>
                <a:moveTo>
                  <a:pt x="686252" y="1643792"/>
                </a:moveTo>
                <a:lnTo>
                  <a:pt x="708175" y="1643792"/>
                </a:lnTo>
                <a:cubicBezTo>
                  <a:pt x="709064" y="1643792"/>
                  <a:pt x="710111" y="1644420"/>
                  <a:pt x="710529" y="1645152"/>
                </a:cubicBezTo>
                <a:lnTo>
                  <a:pt x="721517" y="1664145"/>
                </a:lnTo>
                <a:cubicBezTo>
                  <a:pt x="721935" y="1664878"/>
                  <a:pt x="721935" y="1666133"/>
                  <a:pt x="721517" y="1666866"/>
                </a:cubicBezTo>
                <a:lnTo>
                  <a:pt x="710529" y="1685859"/>
                </a:lnTo>
                <a:cubicBezTo>
                  <a:pt x="710111" y="1686591"/>
                  <a:pt x="709064" y="1687219"/>
                  <a:pt x="708175" y="1687219"/>
                </a:cubicBezTo>
                <a:lnTo>
                  <a:pt x="686252" y="1687219"/>
                </a:lnTo>
                <a:cubicBezTo>
                  <a:pt x="685363" y="1687219"/>
                  <a:pt x="684316" y="1686591"/>
                  <a:pt x="683897" y="1685859"/>
                </a:cubicBezTo>
                <a:lnTo>
                  <a:pt x="672910" y="1666866"/>
                </a:lnTo>
                <a:cubicBezTo>
                  <a:pt x="672491" y="1666133"/>
                  <a:pt x="672491" y="1664878"/>
                  <a:pt x="672910" y="1664145"/>
                </a:cubicBezTo>
                <a:lnTo>
                  <a:pt x="683897" y="1645152"/>
                </a:lnTo>
                <a:cubicBezTo>
                  <a:pt x="684316" y="1644420"/>
                  <a:pt x="685363" y="1643792"/>
                  <a:pt x="686252" y="1643792"/>
                </a:cubicBezTo>
                <a:close/>
                <a:moveTo>
                  <a:pt x="268881" y="1635630"/>
                </a:moveTo>
                <a:lnTo>
                  <a:pt x="299018" y="1635630"/>
                </a:lnTo>
                <a:cubicBezTo>
                  <a:pt x="300222" y="1635630"/>
                  <a:pt x="301687" y="1636467"/>
                  <a:pt x="302263" y="1637514"/>
                </a:cubicBezTo>
                <a:lnTo>
                  <a:pt x="317331" y="1663622"/>
                </a:lnTo>
                <a:cubicBezTo>
                  <a:pt x="317907" y="1664616"/>
                  <a:pt x="317907" y="1666291"/>
                  <a:pt x="317331" y="1667337"/>
                </a:cubicBezTo>
                <a:lnTo>
                  <a:pt x="302263" y="1693446"/>
                </a:lnTo>
                <a:cubicBezTo>
                  <a:pt x="301635" y="1694492"/>
                  <a:pt x="300222" y="1695329"/>
                  <a:pt x="299018" y="1695329"/>
                </a:cubicBezTo>
                <a:lnTo>
                  <a:pt x="268881" y="1695329"/>
                </a:lnTo>
                <a:cubicBezTo>
                  <a:pt x="267678" y="1695329"/>
                  <a:pt x="266213" y="1694492"/>
                  <a:pt x="265638" y="1693446"/>
                </a:cubicBezTo>
                <a:lnTo>
                  <a:pt x="250569" y="1667337"/>
                </a:lnTo>
                <a:cubicBezTo>
                  <a:pt x="249993" y="1666343"/>
                  <a:pt x="249993" y="1664669"/>
                  <a:pt x="250569" y="1663622"/>
                </a:cubicBezTo>
                <a:lnTo>
                  <a:pt x="265638" y="1637514"/>
                </a:lnTo>
                <a:cubicBezTo>
                  <a:pt x="266265" y="1636467"/>
                  <a:pt x="267678" y="1635630"/>
                  <a:pt x="268881" y="1635630"/>
                </a:cubicBezTo>
                <a:close/>
                <a:moveTo>
                  <a:pt x="281752" y="1578547"/>
                </a:moveTo>
                <a:lnTo>
                  <a:pt x="286095" y="1578547"/>
                </a:lnTo>
                <a:cubicBezTo>
                  <a:pt x="286252" y="1578547"/>
                  <a:pt x="286566" y="1578809"/>
                  <a:pt x="286566" y="1578809"/>
                </a:cubicBezTo>
                <a:lnTo>
                  <a:pt x="288711" y="1582576"/>
                </a:lnTo>
                <a:cubicBezTo>
                  <a:pt x="288816" y="1582733"/>
                  <a:pt x="288711" y="1583099"/>
                  <a:pt x="288711" y="1583099"/>
                </a:cubicBezTo>
                <a:lnTo>
                  <a:pt x="286566" y="1586866"/>
                </a:lnTo>
                <a:cubicBezTo>
                  <a:pt x="286462" y="1587023"/>
                  <a:pt x="286095" y="1587128"/>
                  <a:pt x="286095" y="1587128"/>
                </a:cubicBezTo>
                <a:lnTo>
                  <a:pt x="281752" y="1587128"/>
                </a:lnTo>
                <a:cubicBezTo>
                  <a:pt x="281596" y="1587128"/>
                  <a:pt x="281282" y="1586866"/>
                  <a:pt x="281282" y="1586866"/>
                </a:cubicBezTo>
                <a:lnTo>
                  <a:pt x="279136" y="1583099"/>
                </a:lnTo>
                <a:cubicBezTo>
                  <a:pt x="279032" y="1582942"/>
                  <a:pt x="279136" y="1582576"/>
                  <a:pt x="279136" y="1582576"/>
                </a:cubicBezTo>
                <a:lnTo>
                  <a:pt x="281282" y="1578809"/>
                </a:lnTo>
                <a:cubicBezTo>
                  <a:pt x="281386" y="1578652"/>
                  <a:pt x="281752" y="1578547"/>
                  <a:pt x="281752" y="1578547"/>
                </a:cubicBezTo>
                <a:close/>
                <a:moveTo>
                  <a:pt x="1602510" y="1575094"/>
                </a:moveTo>
                <a:lnTo>
                  <a:pt x="1610358" y="1575094"/>
                </a:lnTo>
                <a:cubicBezTo>
                  <a:pt x="1610672" y="1575094"/>
                  <a:pt x="1611038" y="1575303"/>
                  <a:pt x="1611196" y="1575565"/>
                </a:cubicBezTo>
                <a:lnTo>
                  <a:pt x="1615120" y="1582367"/>
                </a:lnTo>
                <a:cubicBezTo>
                  <a:pt x="1615276" y="1582681"/>
                  <a:pt x="1615276" y="1583099"/>
                  <a:pt x="1615120" y="1583361"/>
                </a:cubicBezTo>
                <a:lnTo>
                  <a:pt x="1611196" y="1590163"/>
                </a:lnTo>
                <a:cubicBezTo>
                  <a:pt x="1611038" y="1590424"/>
                  <a:pt x="1610672" y="1590634"/>
                  <a:pt x="1610358" y="1590634"/>
                </a:cubicBezTo>
                <a:lnTo>
                  <a:pt x="1602510" y="1590634"/>
                </a:lnTo>
                <a:cubicBezTo>
                  <a:pt x="1602196" y="1590634"/>
                  <a:pt x="1601830" y="1590424"/>
                  <a:pt x="1601673" y="1590163"/>
                </a:cubicBezTo>
                <a:lnTo>
                  <a:pt x="1597749" y="1583361"/>
                </a:lnTo>
                <a:cubicBezTo>
                  <a:pt x="1597592" y="1583047"/>
                  <a:pt x="1597592" y="1582628"/>
                  <a:pt x="1597749" y="1582367"/>
                </a:cubicBezTo>
                <a:lnTo>
                  <a:pt x="1601673" y="1575565"/>
                </a:lnTo>
                <a:cubicBezTo>
                  <a:pt x="1601830" y="1575303"/>
                  <a:pt x="1602196" y="1575094"/>
                  <a:pt x="1602510" y="1575094"/>
                </a:cubicBezTo>
                <a:close/>
                <a:moveTo>
                  <a:pt x="1519057" y="1573419"/>
                </a:moveTo>
                <a:lnTo>
                  <a:pt x="1528579" y="1573419"/>
                </a:lnTo>
                <a:cubicBezTo>
                  <a:pt x="1528998" y="1573419"/>
                  <a:pt x="1529416" y="1573681"/>
                  <a:pt x="1529626" y="1573994"/>
                </a:cubicBezTo>
                <a:lnTo>
                  <a:pt x="1534387" y="1582261"/>
                </a:lnTo>
                <a:cubicBezTo>
                  <a:pt x="1534596" y="1582628"/>
                  <a:pt x="1534596" y="1583151"/>
                  <a:pt x="1534387" y="1583465"/>
                </a:cubicBezTo>
                <a:lnTo>
                  <a:pt x="1529626" y="1591732"/>
                </a:lnTo>
                <a:cubicBezTo>
                  <a:pt x="1529416" y="1592046"/>
                  <a:pt x="1528945" y="1592307"/>
                  <a:pt x="1528579" y="1592307"/>
                </a:cubicBezTo>
                <a:lnTo>
                  <a:pt x="1519057" y="1592307"/>
                </a:lnTo>
                <a:cubicBezTo>
                  <a:pt x="1518638" y="1592307"/>
                  <a:pt x="1518220" y="1592046"/>
                  <a:pt x="1518010" y="1591732"/>
                </a:cubicBezTo>
                <a:lnTo>
                  <a:pt x="1513249" y="1583465"/>
                </a:lnTo>
                <a:cubicBezTo>
                  <a:pt x="1513040" y="1583098"/>
                  <a:pt x="1513040" y="1582575"/>
                  <a:pt x="1513249" y="1582261"/>
                </a:cubicBezTo>
                <a:lnTo>
                  <a:pt x="1518010" y="1573994"/>
                </a:lnTo>
                <a:cubicBezTo>
                  <a:pt x="1518220" y="1573681"/>
                  <a:pt x="1518691" y="1573419"/>
                  <a:pt x="1519057" y="1573419"/>
                </a:cubicBezTo>
                <a:close/>
                <a:moveTo>
                  <a:pt x="1188227" y="1573053"/>
                </a:moveTo>
                <a:lnTo>
                  <a:pt x="1198116" y="1573053"/>
                </a:lnTo>
                <a:cubicBezTo>
                  <a:pt x="1198482" y="1573053"/>
                  <a:pt x="1198953" y="1573367"/>
                  <a:pt x="1199162" y="1573681"/>
                </a:cubicBezTo>
                <a:lnTo>
                  <a:pt x="1204080" y="1582262"/>
                </a:lnTo>
                <a:cubicBezTo>
                  <a:pt x="1204289" y="1582576"/>
                  <a:pt x="1204289" y="1583151"/>
                  <a:pt x="1204080" y="1583465"/>
                </a:cubicBezTo>
                <a:lnTo>
                  <a:pt x="1199162" y="1592046"/>
                </a:lnTo>
                <a:cubicBezTo>
                  <a:pt x="1199005" y="1592412"/>
                  <a:pt x="1198482" y="1592674"/>
                  <a:pt x="1198116" y="1592674"/>
                </a:cubicBezTo>
                <a:lnTo>
                  <a:pt x="1188227" y="1592674"/>
                </a:lnTo>
                <a:cubicBezTo>
                  <a:pt x="1187860" y="1592674"/>
                  <a:pt x="1187390" y="1592360"/>
                  <a:pt x="1187180" y="1592046"/>
                </a:cubicBezTo>
                <a:lnTo>
                  <a:pt x="1182262" y="1583465"/>
                </a:lnTo>
                <a:cubicBezTo>
                  <a:pt x="1182053" y="1583151"/>
                  <a:pt x="1182053" y="1582576"/>
                  <a:pt x="1182262" y="1582262"/>
                </a:cubicBezTo>
                <a:lnTo>
                  <a:pt x="1187180" y="1573681"/>
                </a:lnTo>
                <a:cubicBezTo>
                  <a:pt x="1187337" y="1573315"/>
                  <a:pt x="1187860" y="1573053"/>
                  <a:pt x="1188227" y="1573053"/>
                </a:cubicBezTo>
                <a:close/>
                <a:moveTo>
                  <a:pt x="1105453" y="1572792"/>
                </a:moveTo>
                <a:lnTo>
                  <a:pt x="1115656" y="1572792"/>
                </a:lnTo>
                <a:cubicBezTo>
                  <a:pt x="1116074" y="1572792"/>
                  <a:pt x="1116545" y="1573054"/>
                  <a:pt x="1116754" y="1573420"/>
                </a:cubicBezTo>
                <a:lnTo>
                  <a:pt x="1121830" y="1582262"/>
                </a:lnTo>
                <a:cubicBezTo>
                  <a:pt x="1122039" y="1582628"/>
                  <a:pt x="1122039" y="1583152"/>
                  <a:pt x="1121830" y="1583518"/>
                </a:cubicBezTo>
                <a:lnTo>
                  <a:pt x="1116754" y="1592360"/>
                </a:lnTo>
                <a:cubicBezTo>
                  <a:pt x="1116545" y="1592727"/>
                  <a:pt x="1116074" y="1592988"/>
                  <a:pt x="1115656" y="1592988"/>
                </a:cubicBezTo>
                <a:lnTo>
                  <a:pt x="1105453" y="1592988"/>
                </a:lnTo>
                <a:cubicBezTo>
                  <a:pt x="1105034" y="1592988"/>
                  <a:pt x="1104563" y="1592727"/>
                  <a:pt x="1104354" y="1592360"/>
                </a:cubicBezTo>
                <a:lnTo>
                  <a:pt x="1099279" y="1583518"/>
                </a:lnTo>
                <a:cubicBezTo>
                  <a:pt x="1099070" y="1583152"/>
                  <a:pt x="1099070" y="1582628"/>
                  <a:pt x="1099279" y="1582262"/>
                </a:cubicBezTo>
                <a:lnTo>
                  <a:pt x="1104354" y="1573420"/>
                </a:lnTo>
                <a:cubicBezTo>
                  <a:pt x="1104563" y="1573054"/>
                  <a:pt x="1105034" y="1572792"/>
                  <a:pt x="1105453" y="1572792"/>
                </a:cubicBezTo>
                <a:close/>
                <a:moveTo>
                  <a:pt x="1353092" y="1572216"/>
                </a:moveTo>
                <a:lnTo>
                  <a:pt x="1363818" y="1572216"/>
                </a:lnTo>
                <a:cubicBezTo>
                  <a:pt x="1364237" y="1572216"/>
                  <a:pt x="1364760" y="1572530"/>
                  <a:pt x="1364969" y="1572896"/>
                </a:cubicBezTo>
                <a:lnTo>
                  <a:pt x="1370358" y="1582209"/>
                </a:lnTo>
                <a:cubicBezTo>
                  <a:pt x="1370568" y="1582576"/>
                  <a:pt x="1370568" y="1583151"/>
                  <a:pt x="1370358" y="1583518"/>
                </a:cubicBezTo>
                <a:lnTo>
                  <a:pt x="1364969" y="1592831"/>
                </a:lnTo>
                <a:cubicBezTo>
                  <a:pt x="1364760" y="1593197"/>
                  <a:pt x="1364237" y="1593511"/>
                  <a:pt x="1363818" y="1593511"/>
                </a:cubicBezTo>
                <a:lnTo>
                  <a:pt x="1353092" y="1593511"/>
                </a:lnTo>
                <a:cubicBezTo>
                  <a:pt x="1352673" y="1593511"/>
                  <a:pt x="1352150" y="1593197"/>
                  <a:pt x="1351941" y="1592831"/>
                </a:cubicBezTo>
                <a:lnTo>
                  <a:pt x="1346552" y="1583518"/>
                </a:lnTo>
                <a:cubicBezTo>
                  <a:pt x="1346343" y="1583151"/>
                  <a:pt x="1346343" y="1582576"/>
                  <a:pt x="1346552" y="1582209"/>
                </a:cubicBezTo>
                <a:lnTo>
                  <a:pt x="1351941" y="1572896"/>
                </a:lnTo>
                <a:cubicBezTo>
                  <a:pt x="1352150" y="1572530"/>
                  <a:pt x="1352673" y="1572216"/>
                  <a:pt x="1353092" y="1572216"/>
                </a:cubicBezTo>
                <a:close/>
                <a:moveTo>
                  <a:pt x="1270371" y="1571954"/>
                </a:moveTo>
                <a:lnTo>
                  <a:pt x="1281359" y="1571954"/>
                </a:lnTo>
                <a:cubicBezTo>
                  <a:pt x="1281830" y="1571954"/>
                  <a:pt x="1282353" y="1572268"/>
                  <a:pt x="1282562" y="1572634"/>
                </a:cubicBezTo>
                <a:lnTo>
                  <a:pt x="1288056" y="1582157"/>
                </a:lnTo>
                <a:cubicBezTo>
                  <a:pt x="1288265" y="1582523"/>
                  <a:pt x="1288265" y="1583151"/>
                  <a:pt x="1288056" y="1583517"/>
                </a:cubicBezTo>
                <a:lnTo>
                  <a:pt x="1282562" y="1593040"/>
                </a:lnTo>
                <a:cubicBezTo>
                  <a:pt x="1282301" y="1593406"/>
                  <a:pt x="1281777" y="1593720"/>
                  <a:pt x="1281359" y="1593720"/>
                </a:cubicBezTo>
                <a:lnTo>
                  <a:pt x="1270371" y="1593720"/>
                </a:lnTo>
                <a:cubicBezTo>
                  <a:pt x="1269900" y="1593720"/>
                  <a:pt x="1269377" y="1593406"/>
                  <a:pt x="1269168" y="1593040"/>
                </a:cubicBezTo>
                <a:lnTo>
                  <a:pt x="1263674" y="1583517"/>
                </a:lnTo>
                <a:cubicBezTo>
                  <a:pt x="1263465" y="1583151"/>
                  <a:pt x="1263465" y="1582523"/>
                  <a:pt x="1263674" y="1582157"/>
                </a:cubicBezTo>
                <a:lnTo>
                  <a:pt x="1269168" y="1572634"/>
                </a:lnTo>
                <a:cubicBezTo>
                  <a:pt x="1269429" y="1572268"/>
                  <a:pt x="1269952" y="1571954"/>
                  <a:pt x="1270371" y="1571954"/>
                </a:cubicBezTo>
                <a:close/>
                <a:moveTo>
                  <a:pt x="1435446" y="1571588"/>
                </a:moveTo>
                <a:lnTo>
                  <a:pt x="1446852" y="1571588"/>
                </a:lnTo>
                <a:cubicBezTo>
                  <a:pt x="1447271" y="1571588"/>
                  <a:pt x="1447847" y="1571902"/>
                  <a:pt x="1448056" y="1572268"/>
                </a:cubicBezTo>
                <a:lnTo>
                  <a:pt x="1453759" y="1582157"/>
                </a:lnTo>
                <a:cubicBezTo>
                  <a:pt x="1453968" y="1582523"/>
                  <a:pt x="1453968" y="1583203"/>
                  <a:pt x="1453759" y="1583570"/>
                </a:cubicBezTo>
                <a:lnTo>
                  <a:pt x="1448056" y="1593458"/>
                </a:lnTo>
                <a:cubicBezTo>
                  <a:pt x="1447847" y="1593825"/>
                  <a:pt x="1447324" y="1594139"/>
                  <a:pt x="1446852" y="1594139"/>
                </a:cubicBezTo>
                <a:lnTo>
                  <a:pt x="1435446" y="1594139"/>
                </a:lnTo>
                <a:cubicBezTo>
                  <a:pt x="1435028" y="1594139"/>
                  <a:pt x="1434452" y="1593825"/>
                  <a:pt x="1434243" y="1593458"/>
                </a:cubicBezTo>
                <a:lnTo>
                  <a:pt x="1428540" y="1583570"/>
                </a:lnTo>
                <a:cubicBezTo>
                  <a:pt x="1428331" y="1583203"/>
                  <a:pt x="1428331" y="1582523"/>
                  <a:pt x="1428540" y="1582157"/>
                </a:cubicBezTo>
                <a:lnTo>
                  <a:pt x="1434243" y="1572268"/>
                </a:lnTo>
                <a:cubicBezTo>
                  <a:pt x="1434452" y="1571902"/>
                  <a:pt x="1434976" y="1571588"/>
                  <a:pt x="1435446" y="1571588"/>
                </a:cubicBezTo>
                <a:close/>
                <a:moveTo>
                  <a:pt x="2675262" y="1571431"/>
                </a:moveTo>
                <a:lnTo>
                  <a:pt x="2686826" y="1571431"/>
                </a:lnTo>
                <a:cubicBezTo>
                  <a:pt x="2687296" y="1571431"/>
                  <a:pt x="2687872" y="1571745"/>
                  <a:pt x="2688081" y="1572163"/>
                </a:cubicBezTo>
                <a:lnTo>
                  <a:pt x="2693837" y="1582157"/>
                </a:lnTo>
                <a:cubicBezTo>
                  <a:pt x="2694046" y="1582523"/>
                  <a:pt x="2694046" y="1583151"/>
                  <a:pt x="2693837" y="1583570"/>
                </a:cubicBezTo>
                <a:lnTo>
                  <a:pt x="2688081" y="1593563"/>
                </a:lnTo>
                <a:cubicBezTo>
                  <a:pt x="2687819" y="1593982"/>
                  <a:pt x="2687296" y="1594296"/>
                  <a:pt x="2686826" y="1594296"/>
                </a:cubicBezTo>
                <a:lnTo>
                  <a:pt x="2675262" y="1594296"/>
                </a:lnTo>
                <a:cubicBezTo>
                  <a:pt x="2674791" y="1594296"/>
                  <a:pt x="2674216" y="1593982"/>
                  <a:pt x="2674006" y="1593563"/>
                </a:cubicBezTo>
                <a:lnTo>
                  <a:pt x="2668251" y="1583570"/>
                </a:lnTo>
                <a:cubicBezTo>
                  <a:pt x="2668042" y="1583203"/>
                  <a:pt x="2668042" y="1582576"/>
                  <a:pt x="2668251" y="1582157"/>
                </a:cubicBezTo>
                <a:lnTo>
                  <a:pt x="2674006" y="1572163"/>
                </a:lnTo>
                <a:cubicBezTo>
                  <a:pt x="2674268" y="1571745"/>
                  <a:pt x="2674791" y="1571431"/>
                  <a:pt x="2675262" y="1571431"/>
                </a:cubicBezTo>
                <a:close/>
                <a:moveTo>
                  <a:pt x="1682719" y="1570228"/>
                </a:moveTo>
                <a:lnTo>
                  <a:pt x="1695485" y="1570228"/>
                </a:lnTo>
                <a:cubicBezTo>
                  <a:pt x="1695956" y="1570228"/>
                  <a:pt x="1696584" y="1570594"/>
                  <a:pt x="1696846" y="1571013"/>
                </a:cubicBezTo>
                <a:lnTo>
                  <a:pt x="1703229" y="1582053"/>
                </a:lnTo>
                <a:cubicBezTo>
                  <a:pt x="1703491" y="1582471"/>
                  <a:pt x="1703491" y="1583204"/>
                  <a:pt x="1703229" y="1583622"/>
                </a:cubicBezTo>
                <a:lnTo>
                  <a:pt x="1696846" y="1594662"/>
                </a:lnTo>
                <a:cubicBezTo>
                  <a:pt x="1696584" y="1595081"/>
                  <a:pt x="1696008" y="1595447"/>
                  <a:pt x="1695485" y="1595447"/>
                </a:cubicBezTo>
                <a:lnTo>
                  <a:pt x="1682719" y="1595447"/>
                </a:lnTo>
                <a:cubicBezTo>
                  <a:pt x="1682248" y="1595447"/>
                  <a:pt x="1681620" y="1595081"/>
                  <a:pt x="1681358" y="1594662"/>
                </a:cubicBezTo>
                <a:lnTo>
                  <a:pt x="1674975" y="1583622"/>
                </a:lnTo>
                <a:cubicBezTo>
                  <a:pt x="1674714" y="1583204"/>
                  <a:pt x="1674714" y="1582471"/>
                  <a:pt x="1674975" y="1582053"/>
                </a:cubicBezTo>
                <a:lnTo>
                  <a:pt x="1681358" y="1571013"/>
                </a:lnTo>
                <a:cubicBezTo>
                  <a:pt x="1681620" y="1570594"/>
                  <a:pt x="1682196" y="1570228"/>
                  <a:pt x="1682719" y="1570228"/>
                </a:cubicBezTo>
                <a:close/>
                <a:moveTo>
                  <a:pt x="1930619" y="1570071"/>
                </a:moveTo>
                <a:lnTo>
                  <a:pt x="1943542" y="1570071"/>
                </a:lnTo>
                <a:cubicBezTo>
                  <a:pt x="1944013" y="1570071"/>
                  <a:pt x="1944641" y="1570437"/>
                  <a:pt x="1944903" y="1570856"/>
                </a:cubicBezTo>
                <a:lnTo>
                  <a:pt x="1951339" y="1582053"/>
                </a:lnTo>
                <a:cubicBezTo>
                  <a:pt x="1951600" y="1582524"/>
                  <a:pt x="1951600" y="1583256"/>
                  <a:pt x="1951339" y="1583675"/>
                </a:cubicBezTo>
                <a:lnTo>
                  <a:pt x="1944903" y="1594871"/>
                </a:lnTo>
                <a:cubicBezTo>
                  <a:pt x="1944694" y="1595290"/>
                  <a:pt x="1944066" y="1595656"/>
                  <a:pt x="1943542" y="1595656"/>
                </a:cubicBezTo>
                <a:lnTo>
                  <a:pt x="1930619" y="1595656"/>
                </a:lnTo>
                <a:cubicBezTo>
                  <a:pt x="1930148" y="1595656"/>
                  <a:pt x="1929520" y="1595290"/>
                  <a:pt x="1929259" y="1594871"/>
                </a:cubicBezTo>
                <a:lnTo>
                  <a:pt x="1922823" y="1583675"/>
                </a:lnTo>
                <a:cubicBezTo>
                  <a:pt x="1922562" y="1583204"/>
                  <a:pt x="1922562" y="1582471"/>
                  <a:pt x="1922823" y="1582053"/>
                </a:cubicBezTo>
                <a:lnTo>
                  <a:pt x="1929259" y="1570856"/>
                </a:lnTo>
                <a:cubicBezTo>
                  <a:pt x="1929468" y="1570437"/>
                  <a:pt x="1930096" y="1570071"/>
                  <a:pt x="1930619" y="1570071"/>
                </a:cubicBezTo>
                <a:close/>
                <a:moveTo>
                  <a:pt x="1847846" y="1569757"/>
                </a:moveTo>
                <a:lnTo>
                  <a:pt x="1861032" y="1569757"/>
                </a:lnTo>
                <a:cubicBezTo>
                  <a:pt x="1861555" y="1569757"/>
                  <a:pt x="1862183" y="1570123"/>
                  <a:pt x="1862444" y="1570594"/>
                </a:cubicBezTo>
                <a:lnTo>
                  <a:pt x="1869037" y="1582053"/>
                </a:lnTo>
                <a:cubicBezTo>
                  <a:pt x="1869299" y="1582471"/>
                  <a:pt x="1869299" y="1583204"/>
                  <a:pt x="1869037" y="1583675"/>
                </a:cubicBezTo>
                <a:lnTo>
                  <a:pt x="1862444" y="1595133"/>
                </a:lnTo>
                <a:cubicBezTo>
                  <a:pt x="1862183" y="1595604"/>
                  <a:pt x="1861555" y="1595970"/>
                  <a:pt x="1861032" y="1595970"/>
                </a:cubicBezTo>
                <a:lnTo>
                  <a:pt x="1847846" y="1595970"/>
                </a:lnTo>
                <a:cubicBezTo>
                  <a:pt x="1847323" y="1595970"/>
                  <a:pt x="1846696" y="1595604"/>
                  <a:pt x="1846434" y="1595133"/>
                </a:cubicBezTo>
                <a:lnTo>
                  <a:pt x="1839841" y="1583675"/>
                </a:lnTo>
                <a:cubicBezTo>
                  <a:pt x="1839580" y="1583256"/>
                  <a:pt x="1839580" y="1582524"/>
                  <a:pt x="1839841" y="1582053"/>
                </a:cubicBezTo>
                <a:lnTo>
                  <a:pt x="1846434" y="1570594"/>
                </a:lnTo>
                <a:cubicBezTo>
                  <a:pt x="1846696" y="1570123"/>
                  <a:pt x="1847323" y="1569757"/>
                  <a:pt x="1847846" y="1569757"/>
                </a:cubicBezTo>
                <a:close/>
                <a:moveTo>
                  <a:pt x="1765021" y="1569495"/>
                </a:moveTo>
                <a:lnTo>
                  <a:pt x="1778520" y="1569495"/>
                </a:lnTo>
                <a:cubicBezTo>
                  <a:pt x="1779095" y="1569495"/>
                  <a:pt x="1779723" y="1569861"/>
                  <a:pt x="1779985" y="1570332"/>
                </a:cubicBezTo>
                <a:lnTo>
                  <a:pt x="1786734" y="1582052"/>
                </a:lnTo>
                <a:cubicBezTo>
                  <a:pt x="1786996" y="1582523"/>
                  <a:pt x="1786996" y="1583256"/>
                  <a:pt x="1786734" y="1583727"/>
                </a:cubicBezTo>
                <a:lnTo>
                  <a:pt x="1779985" y="1595447"/>
                </a:lnTo>
                <a:cubicBezTo>
                  <a:pt x="1779723" y="1595917"/>
                  <a:pt x="1779043" y="1596284"/>
                  <a:pt x="1778520" y="1596284"/>
                </a:cubicBezTo>
                <a:lnTo>
                  <a:pt x="1765021" y="1596284"/>
                </a:lnTo>
                <a:cubicBezTo>
                  <a:pt x="1764445" y="1596284"/>
                  <a:pt x="1763817" y="1595917"/>
                  <a:pt x="1763556" y="1595447"/>
                </a:cubicBezTo>
                <a:lnTo>
                  <a:pt x="1756806" y="1583727"/>
                </a:lnTo>
                <a:cubicBezTo>
                  <a:pt x="1756545" y="1583256"/>
                  <a:pt x="1756545" y="1582523"/>
                  <a:pt x="1756806" y="1582052"/>
                </a:cubicBezTo>
                <a:lnTo>
                  <a:pt x="1763556" y="1570332"/>
                </a:lnTo>
                <a:cubicBezTo>
                  <a:pt x="1763817" y="1569861"/>
                  <a:pt x="1764498" y="1569495"/>
                  <a:pt x="1765021" y="1569495"/>
                </a:cubicBezTo>
                <a:close/>
                <a:moveTo>
                  <a:pt x="2426263" y="1569391"/>
                </a:moveTo>
                <a:lnTo>
                  <a:pt x="2439867" y="1569391"/>
                </a:lnTo>
                <a:cubicBezTo>
                  <a:pt x="2440390" y="1569391"/>
                  <a:pt x="2441070" y="1569757"/>
                  <a:pt x="2441332" y="1570228"/>
                </a:cubicBezTo>
                <a:lnTo>
                  <a:pt x="2448134" y="1582001"/>
                </a:lnTo>
                <a:cubicBezTo>
                  <a:pt x="2448395" y="1582471"/>
                  <a:pt x="2448395" y="1583204"/>
                  <a:pt x="2448134" y="1583675"/>
                </a:cubicBezTo>
                <a:lnTo>
                  <a:pt x="2441332" y="1595447"/>
                </a:lnTo>
                <a:cubicBezTo>
                  <a:pt x="2441070" y="1595918"/>
                  <a:pt x="2440390" y="1596284"/>
                  <a:pt x="2439867" y="1596284"/>
                </a:cubicBezTo>
                <a:lnTo>
                  <a:pt x="2426263" y="1596284"/>
                </a:lnTo>
                <a:cubicBezTo>
                  <a:pt x="2425740" y="1596284"/>
                  <a:pt x="2425060" y="1595918"/>
                  <a:pt x="2424798" y="1595447"/>
                </a:cubicBezTo>
                <a:lnTo>
                  <a:pt x="2417996" y="1583675"/>
                </a:lnTo>
                <a:cubicBezTo>
                  <a:pt x="2417735" y="1583204"/>
                  <a:pt x="2417735" y="1582471"/>
                  <a:pt x="2417996" y="1582001"/>
                </a:cubicBezTo>
                <a:lnTo>
                  <a:pt x="2424798" y="1570228"/>
                </a:lnTo>
                <a:cubicBezTo>
                  <a:pt x="2425060" y="1569757"/>
                  <a:pt x="2425740" y="1569391"/>
                  <a:pt x="2426263" y="1569391"/>
                </a:cubicBezTo>
                <a:close/>
                <a:moveTo>
                  <a:pt x="2094962" y="1568135"/>
                </a:moveTo>
                <a:lnTo>
                  <a:pt x="2109821" y="1568135"/>
                </a:lnTo>
                <a:cubicBezTo>
                  <a:pt x="2110397" y="1568135"/>
                  <a:pt x="2111077" y="1568554"/>
                  <a:pt x="2111391" y="1569077"/>
                </a:cubicBezTo>
                <a:lnTo>
                  <a:pt x="2118820" y="1581948"/>
                </a:lnTo>
                <a:cubicBezTo>
                  <a:pt x="2119135" y="1582471"/>
                  <a:pt x="2119135" y="1583256"/>
                  <a:pt x="2118820" y="1583779"/>
                </a:cubicBezTo>
                <a:lnTo>
                  <a:pt x="2111391" y="1596650"/>
                </a:lnTo>
                <a:cubicBezTo>
                  <a:pt x="2111129" y="1597173"/>
                  <a:pt x="2110397" y="1597592"/>
                  <a:pt x="2109821" y="1597592"/>
                </a:cubicBezTo>
                <a:lnTo>
                  <a:pt x="2094962" y="1597592"/>
                </a:lnTo>
                <a:cubicBezTo>
                  <a:pt x="2094387" y="1597592"/>
                  <a:pt x="2093706" y="1597173"/>
                  <a:pt x="2093392" y="1596650"/>
                </a:cubicBezTo>
                <a:lnTo>
                  <a:pt x="2085962" y="1583779"/>
                </a:lnTo>
                <a:cubicBezTo>
                  <a:pt x="2085649" y="1583256"/>
                  <a:pt x="2085649" y="1582471"/>
                  <a:pt x="2085962" y="1581948"/>
                </a:cubicBezTo>
                <a:lnTo>
                  <a:pt x="2093392" y="1569077"/>
                </a:lnTo>
                <a:cubicBezTo>
                  <a:pt x="2093654" y="1568554"/>
                  <a:pt x="2094387" y="1568135"/>
                  <a:pt x="2094962" y="1568135"/>
                </a:cubicBezTo>
                <a:close/>
                <a:moveTo>
                  <a:pt x="1020430" y="1568083"/>
                </a:moveTo>
                <a:lnTo>
                  <a:pt x="1035342" y="1568083"/>
                </a:lnTo>
                <a:cubicBezTo>
                  <a:pt x="1035970" y="1568083"/>
                  <a:pt x="1036650" y="1568502"/>
                  <a:pt x="1036964" y="1569025"/>
                </a:cubicBezTo>
                <a:lnTo>
                  <a:pt x="1044446" y="1581948"/>
                </a:lnTo>
                <a:cubicBezTo>
                  <a:pt x="1044760" y="1582419"/>
                  <a:pt x="1044760" y="1583256"/>
                  <a:pt x="1044446" y="1583780"/>
                </a:cubicBezTo>
                <a:lnTo>
                  <a:pt x="1036964" y="1596703"/>
                </a:lnTo>
                <a:cubicBezTo>
                  <a:pt x="1036650" y="1597226"/>
                  <a:pt x="1035918" y="1597645"/>
                  <a:pt x="1035342" y="1597645"/>
                </a:cubicBezTo>
                <a:lnTo>
                  <a:pt x="1020430" y="1597645"/>
                </a:lnTo>
                <a:cubicBezTo>
                  <a:pt x="1019803" y="1597645"/>
                  <a:pt x="1019122" y="1597226"/>
                  <a:pt x="1018808" y="1596703"/>
                </a:cubicBezTo>
                <a:lnTo>
                  <a:pt x="1011326" y="1583780"/>
                </a:lnTo>
                <a:cubicBezTo>
                  <a:pt x="1011013" y="1583309"/>
                  <a:pt x="1011013" y="1582471"/>
                  <a:pt x="1011326" y="1581948"/>
                </a:cubicBezTo>
                <a:lnTo>
                  <a:pt x="1018808" y="1569025"/>
                </a:lnTo>
                <a:cubicBezTo>
                  <a:pt x="1019122" y="1568502"/>
                  <a:pt x="1019855" y="1568083"/>
                  <a:pt x="1020430" y="1568083"/>
                </a:cubicBezTo>
                <a:close/>
                <a:moveTo>
                  <a:pt x="937658" y="1567926"/>
                </a:moveTo>
                <a:lnTo>
                  <a:pt x="952726" y="1567926"/>
                </a:lnTo>
                <a:cubicBezTo>
                  <a:pt x="953302" y="1567926"/>
                  <a:pt x="954034" y="1568345"/>
                  <a:pt x="954348" y="1568868"/>
                </a:cubicBezTo>
                <a:lnTo>
                  <a:pt x="961883" y="1581948"/>
                </a:lnTo>
                <a:cubicBezTo>
                  <a:pt x="962197" y="1582471"/>
                  <a:pt x="962197" y="1583309"/>
                  <a:pt x="961883" y="1583832"/>
                </a:cubicBezTo>
                <a:lnTo>
                  <a:pt x="954348" y="1596912"/>
                </a:lnTo>
                <a:cubicBezTo>
                  <a:pt x="954034" y="1597436"/>
                  <a:pt x="953302" y="1597854"/>
                  <a:pt x="952726" y="1597854"/>
                </a:cubicBezTo>
                <a:lnTo>
                  <a:pt x="937658" y="1597854"/>
                </a:lnTo>
                <a:cubicBezTo>
                  <a:pt x="937082" y="1597854"/>
                  <a:pt x="936350" y="1597436"/>
                  <a:pt x="936036" y="1596912"/>
                </a:cubicBezTo>
                <a:lnTo>
                  <a:pt x="928501" y="1583832"/>
                </a:lnTo>
                <a:cubicBezTo>
                  <a:pt x="928188" y="1583309"/>
                  <a:pt x="928188" y="1582471"/>
                  <a:pt x="928501" y="1581948"/>
                </a:cubicBezTo>
                <a:lnTo>
                  <a:pt x="936036" y="1568868"/>
                </a:lnTo>
                <a:cubicBezTo>
                  <a:pt x="936350" y="1568345"/>
                  <a:pt x="937082" y="1567926"/>
                  <a:pt x="937658" y="1567926"/>
                </a:cubicBezTo>
                <a:close/>
                <a:moveTo>
                  <a:pt x="2177421" y="1567716"/>
                </a:moveTo>
                <a:lnTo>
                  <a:pt x="2192698" y="1567716"/>
                </a:lnTo>
                <a:cubicBezTo>
                  <a:pt x="2193274" y="1567716"/>
                  <a:pt x="2194006" y="1568135"/>
                  <a:pt x="2194321" y="1568658"/>
                </a:cubicBezTo>
                <a:lnTo>
                  <a:pt x="2201959" y="1581895"/>
                </a:lnTo>
                <a:cubicBezTo>
                  <a:pt x="2202274" y="1582418"/>
                  <a:pt x="2202274" y="1583256"/>
                  <a:pt x="2201959" y="1583779"/>
                </a:cubicBezTo>
                <a:lnTo>
                  <a:pt x="2194321" y="1597016"/>
                </a:lnTo>
                <a:cubicBezTo>
                  <a:pt x="2194059" y="1597539"/>
                  <a:pt x="2193326" y="1597958"/>
                  <a:pt x="2192698" y="1597958"/>
                </a:cubicBezTo>
                <a:lnTo>
                  <a:pt x="2177421" y="1597958"/>
                </a:lnTo>
                <a:cubicBezTo>
                  <a:pt x="2176845" y="1597958"/>
                  <a:pt x="2176113" y="1597539"/>
                  <a:pt x="2175798" y="1597016"/>
                </a:cubicBezTo>
                <a:lnTo>
                  <a:pt x="2168160" y="1583779"/>
                </a:lnTo>
                <a:cubicBezTo>
                  <a:pt x="2167845" y="1583256"/>
                  <a:pt x="2167845" y="1582418"/>
                  <a:pt x="2168160" y="1581895"/>
                </a:cubicBezTo>
                <a:lnTo>
                  <a:pt x="2175798" y="1568658"/>
                </a:lnTo>
                <a:cubicBezTo>
                  <a:pt x="2176060" y="1568135"/>
                  <a:pt x="2176793" y="1567716"/>
                  <a:pt x="2177421" y="1567716"/>
                </a:cubicBezTo>
                <a:close/>
                <a:moveTo>
                  <a:pt x="2342391" y="1566984"/>
                </a:moveTo>
                <a:lnTo>
                  <a:pt x="2358402" y="1566984"/>
                </a:lnTo>
                <a:cubicBezTo>
                  <a:pt x="2359030" y="1566984"/>
                  <a:pt x="2359815" y="1567455"/>
                  <a:pt x="2360128" y="1567978"/>
                </a:cubicBezTo>
                <a:lnTo>
                  <a:pt x="2368133" y="1581843"/>
                </a:lnTo>
                <a:cubicBezTo>
                  <a:pt x="2368448" y="1582419"/>
                  <a:pt x="2368448" y="1583308"/>
                  <a:pt x="2368133" y="1583832"/>
                </a:cubicBezTo>
                <a:lnTo>
                  <a:pt x="2360128" y="1597697"/>
                </a:lnTo>
                <a:cubicBezTo>
                  <a:pt x="2359815" y="1598272"/>
                  <a:pt x="2359030" y="1598691"/>
                  <a:pt x="2358402" y="1598691"/>
                </a:cubicBezTo>
                <a:lnTo>
                  <a:pt x="2342391" y="1598691"/>
                </a:lnTo>
                <a:cubicBezTo>
                  <a:pt x="2341763" y="1598691"/>
                  <a:pt x="2340979" y="1598220"/>
                  <a:pt x="2340665" y="1597697"/>
                </a:cubicBezTo>
                <a:lnTo>
                  <a:pt x="2332659" y="1583832"/>
                </a:lnTo>
                <a:cubicBezTo>
                  <a:pt x="2332346" y="1583256"/>
                  <a:pt x="2332346" y="1582367"/>
                  <a:pt x="2332659" y="1581843"/>
                </a:cubicBezTo>
                <a:lnTo>
                  <a:pt x="2340665" y="1567978"/>
                </a:lnTo>
                <a:cubicBezTo>
                  <a:pt x="2340979" y="1567403"/>
                  <a:pt x="2341763" y="1566984"/>
                  <a:pt x="2342391" y="1566984"/>
                </a:cubicBezTo>
                <a:close/>
                <a:moveTo>
                  <a:pt x="358037" y="1565885"/>
                </a:moveTo>
                <a:lnTo>
                  <a:pt x="375199" y="1565885"/>
                </a:lnTo>
                <a:cubicBezTo>
                  <a:pt x="375879" y="1565885"/>
                  <a:pt x="376716" y="1566356"/>
                  <a:pt x="377030" y="1566931"/>
                </a:cubicBezTo>
                <a:lnTo>
                  <a:pt x="385611" y="1581791"/>
                </a:lnTo>
                <a:cubicBezTo>
                  <a:pt x="385925" y="1582419"/>
                  <a:pt x="385925" y="1583360"/>
                  <a:pt x="385611" y="1583936"/>
                </a:cubicBezTo>
                <a:lnTo>
                  <a:pt x="377030" y="1598795"/>
                </a:lnTo>
                <a:cubicBezTo>
                  <a:pt x="376716" y="1599371"/>
                  <a:pt x="375879" y="1599842"/>
                  <a:pt x="375199" y="1599842"/>
                </a:cubicBezTo>
                <a:lnTo>
                  <a:pt x="358037" y="1599842"/>
                </a:lnTo>
                <a:cubicBezTo>
                  <a:pt x="357357" y="1599842"/>
                  <a:pt x="356520" y="1599371"/>
                  <a:pt x="356206" y="1598795"/>
                </a:cubicBezTo>
                <a:lnTo>
                  <a:pt x="347625" y="1583936"/>
                </a:lnTo>
                <a:cubicBezTo>
                  <a:pt x="347312" y="1583308"/>
                  <a:pt x="347312" y="1582366"/>
                  <a:pt x="347625" y="1581791"/>
                </a:cubicBezTo>
                <a:lnTo>
                  <a:pt x="356206" y="1566931"/>
                </a:lnTo>
                <a:cubicBezTo>
                  <a:pt x="356520" y="1566356"/>
                  <a:pt x="357357" y="1565885"/>
                  <a:pt x="358037" y="1565885"/>
                </a:cubicBezTo>
                <a:close/>
                <a:moveTo>
                  <a:pt x="2011090" y="1565780"/>
                </a:moveTo>
                <a:lnTo>
                  <a:pt x="2028408" y="1565780"/>
                </a:lnTo>
                <a:cubicBezTo>
                  <a:pt x="2029088" y="1565780"/>
                  <a:pt x="2029873" y="1566251"/>
                  <a:pt x="2030240" y="1566826"/>
                </a:cubicBezTo>
                <a:lnTo>
                  <a:pt x="2038872" y="1581790"/>
                </a:lnTo>
                <a:cubicBezTo>
                  <a:pt x="2039239" y="1582366"/>
                  <a:pt x="2039239" y="1583360"/>
                  <a:pt x="2038872" y="1583936"/>
                </a:cubicBezTo>
                <a:lnTo>
                  <a:pt x="2030240" y="1598900"/>
                </a:lnTo>
                <a:cubicBezTo>
                  <a:pt x="2029926" y="1599475"/>
                  <a:pt x="2029088" y="1599946"/>
                  <a:pt x="2028408" y="1599946"/>
                </a:cubicBezTo>
                <a:lnTo>
                  <a:pt x="2011090" y="1599946"/>
                </a:lnTo>
                <a:cubicBezTo>
                  <a:pt x="2010410" y="1599946"/>
                  <a:pt x="2009625" y="1599475"/>
                  <a:pt x="2009259" y="1598900"/>
                </a:cubicBezTo>
                <a:lnTo>
                  <a:pt x="2000625" y="1583936"/>
                </a:lnTo>
                <a:cubicBezTo>
                  <a:pt x="2000260" y="1583360"/>
                  <a:pt x="2000260" y="1582366"/>
                  <a:pt x="2000625" y="1581790"/>
                </a:cubicBezTo>
                <a:lnTo>
                  <a:pt x="2009259" y="1566826"/>
                </a:lnTo>
                <a:cubicBezTo>
                  <a:pt x="2009572" y="1566251"/>
                  <a:pt x="2010410" y="1565780"/>
                  <a:pt x="2011090" y="1565780"/>
                </a:cubicBezTo>
                <a:close/>
                <a:moveTo>
                  <a:pt x="440340" y="1565257"/>
                </a:moveTo>
                <a:lnTo>
                  <a:pt x="458129" y="1565257"/>
                </a:lnTo>
                <a:cubicBezTo>
                  <a:pt x="458810" y="1565257"/>
                  <a:pt x="459647" y="1565728"/>
                  <a:pt x="460013" y="1566356"/>
                </a:cubicBezTo>
                <a:lnTo>
                  <a:pt x="468908" y="1581791"/>
                </a:lnTo>
                <a:cubicBezTo>
                  <a:pt x="469274" y="1582419"/>
                  <a:pt x="469274" y="1583360"/>
                  <a:pt x="468908" y="1583988"/>
                </a:cubicBezTo>
                <a:lnTo>
                  <a:pt x="460013" y="1599423"/>
                </a:lnTo>
                <a:cubicBezTo>
                  <a:pt x="459699" y="1600051"/>
                  <a:pt x="458810" y="1600522"/>
                  <a:pt x="458129" y="1600522"/>
                </a:cubicBezTo>
                <a:lnTo>
                  <a:pt x="440340" y="1600522"/>
                </a:lnTo>
                <a:cubicBezTo>
                  <a:pt x="439660" y="1600522"/>
                  <a:pt x="438823" y="1600051"/>
                  <a:pt x="438456" y="1599423"/>
                </a:cubicBezTo>
                <a:lnTo>
                  <a:pt x="429562" y="1583988"/>
                </a:lnTo>
                <a:cubicBezTo>
                  <a:pt x="429195" y="1583360"/>
                  <a:pt x="429195" y="1582419"/>
                  <a:pt x="429562" y="1581791"/>
                </a:cubicBezTo>
                <a:lnTo>
                  <a:pt x="438456" y="1566356"/>
                </a:lnTo>
                <a:cubicBezTo>
                  <a:pt x="438770" y="1565728"/>
                  <a:pt x="439660" y="1565257"/>
                  <a:pt x="440340" y="1565257"/>
                </a:cubicBezTo>
                <a:close/>
                <a:moveTo>
                  <a:pt x="2506576" y="1564839"/>
                </a:moveTo>
                <a:lnTo>
                  <a:pt x="2524785" y="1564839"/>
                </a:lnTo>
                <a:cubicBezTo>
                  <a:pt x="2525464" y="1564839"/>
                  <a:pt x="2526354" y="1565362"/>
                  <a:pt x="2526721" y="1565990"/>
                </a:cubicBezTo>
                <a:lnTo>
                  <a:pt x="2535825" y="1581739"/>
                </a:lnTo>
                <a:cubicBezTo>
                  <a:pt x="2536191" y="1582367"/>
                  <a:pt x="2536191" y="1583361"/>
                  <a:pt x="2535825" y="1583989"/>
                </a:cubicBezTo>
                <a:lnTo>
                  <a:pt x="2526721" y="1599738"/>
                </a:lnTo>
                <a:cubicBezTo>
                  <a:pt x="2526354" y="1600366"/>
                  <a:pt x="2525517" y="1600889"/>
                  <a:pt x="2524785" y="1600889"/>
                </a:cubicBezTo>
                <a:lnTo>
                  <a:pt x="2506576" y="1600889"/>
                </a:lnTo>
                <a:cubicBezTo>
                  <a:pt x="2505896" y="1600889"/>
                  <a:pt x="2505007" y="1600366"/>
                  <a:pt x="2504640" y="1599738"/>
                </a:cubicBezTo>
                <a:lnTo>
                  <a:pt x="2495536" y="1583989"/>
                </a:lnTo>
                <a:cubicBezTo>
                  <a:pt x="2495171" y="1583361"/>
                  <a:pt x="2495171" y="1582367"/>
                  <a:pt x="2495536" y="1581739"/>
                </a:cubicBezTo>
                <a:lnTo>
                  <a:pt x="2504640" y="1565990"/>
                </a:lnTo>
                <a:cubicBezTo>
                  <a:pt x="2505007" y="1565362"/>
                  <a:pt x="2505844" y="1564839"/>
                  <a:pt x="2506576" y="1564839"/>
                </a:cubicBezTo>
                <a:close/>
                <a:moveTo>
                  <a:pt x="853315" y="1564577"/>
                </a:moveTo>
                <a:lnTo>
                  <a:pt x="871785" y="1564577"/>
                </a:lnTo>
                <a:cubicBezTo>
                  <a:pt x="872518" y="1564577"/>
                  <a:pt x="873407" y="1565100"/>
                  <a:pt x="873773" y="1565728"/>
                </a:cubicBezTo>
                <a:lnTo>
                  <a:pt x="882982" y="1581686"/>
                </a:lnTo>
                <a:cubicBezTo>
                  <a:pt x="883348" y="1582314"/>
                  <a:pt x="883348" y="1583360"/>
                  <a:pt x="882982" y="1583988"/>
                </a:cubicBezTo>
                <a:lnTo>
                  <a:pt x="873773" y="1599946"/>
                </a:lnTo>
                <a:cubicBezTo>
                  <a:pt x="873407" y="1600574"/>
                  <a:pt x="872518" y="1601097"/>
                  <a:pt x="871785" y="1601097"/>
                </a:cubicBezTo>
                <a:lnTo>
                  <a:pt x="853315" y="1601097"/>
                </a:lnTo>
                <a:cubicBezTo>
                  <a:pt x="852583" y="1601097"/>
                  <a:pt x="851693" y="1600574"/>
                  <a:pt x="851327" y="1599946"/>
                </a:cubicBezTo>
                <a:lnTo>
                  <a:pt x="842119" y="1583988"/>
                </a:lnTo>
                <a:cubicBezTo>
                  <a:pt x="841752" y="1583360"/>
                  <a:pt x="841752" y="1582314"/>
                  <a:pt x="842119" y="1581686"/>
                </a:cubicBezTo>
                <a:lnTo>
                  <a:pt x="851327" y="1565728"/>
                </a:lnTo>
                <a:cubicBezTo>
                  <a:pt x="851693" y="1565100"/>
                  <a:pt x="852583" y="1564577"/>
                  <a:pt x="853315" y="1564577"/>
                </a:cubicBezTo>
                <a:close/>
                <a:moveTo>
                  <a:pt x="2589088" y="1564525"/>
                </a:moveTo>
                <a:lnTo>
                  <a:pt x="2607610" y="1564525"/>
                </a:lnTo>
                <a:cubicBezTo>
                  <a:pt x="2608342" y="1564525"/>
                  <a:pt x="2609232" y="1565048"/>
                  <a:pt x="2609598" y="1565676"/>
                </a:cubicBezTo>
                <a:lnTo>
                  <a:pt x="2618859" y="1581687"/>
                </a:lnTo>
                <a:cubicBezTo>
                  <a:pt x="2619225" y="1582314"/>
                  <a:pt x="2619225" y="1583361"/>
                  <a:pt x="2618859" y="1583989"/>
                </a:cubicBezTo>
                <a:lnTo>
                  <a:pt x="2609598" y="1599999"/>
                </a:lnTo>
                <a:cubicBezTo>
                  <a:pt x="2609232" y="1600627"/>
                  <a:pt x="2608342" y="1601150"/>
                  <a:pt x="2607610" y="1601150"/>
                </a:cubicBezTo>
                <a:lnTo>
                  <a:pt x="2589088" y="1601150"/>
                </a:lnTo>
                <a:cubicBezTo>
                  <a:pt x="2588355" y="1601150"/>
                  <a:pt x="2587466" y="1600627"/>
                  <a:pt x="2587100" y="1599999"/>
                </a:cubicBezTo>
                <a:lnTo>
                  <a:pt x="2577838" y="1583989"/>
                </a:lnTo>
                <a:cubicBezTo>
                  <a:pt x="2577473" y="1583361"/>
                  <a:pt x="2577473" y="1582314"/>
                  <a:pt x="2577838" y="1581687"/>
                </a:cubicBezTo>
                <a:lnTo>
                  <a:pt x="2587100" y="1565676"/>
                </a:lnTo>
                <a:cubicBezTo>
                  <a:pt x="2587466" y="1565048"/>
                  <a:pt x="2588355" y="1564525"/>
                  <a:pt x="2589088" y="1564525"/>
                </a:cubicBezTo>
                <a:close/>
                <a:moveTo>
                  <a:pt x="522589" y="1564420"/>
                </a:moveTo>
                <a:lnTo>
                  <a:pt x="541216" y="1564420"/>
                </a:lnTo>
                <a:cubicBezTo>
                  <a:pt x="541948" y="1564420"/>
                  <a:pt x="542838" y="1564943"/>
                  <a:pt x="543204" y="1565571"/>
                </a:cubicBezTo>
                <a:lnTo>
                  <a:pt x="552517" y="1581686"/>
                </a:lnTo>
                <a:cubicBezTo>
                  <a:pt x="552884" y="1582314"/>
                  <a:pt x="552884" y="1583360"/>
                  <a:pt x="552517" y="1583988"/>
                </a:cubicBezTo>
                <a:lnTo>
                  <a:pt x="543204" y="1600103"/>
                </a:lnTo>
                <a:cubicBezTo>
                  <a:pt x="542838" y="1600731"/>
                  <a:pt x="541948" y="1601254"/>
                  <a:pt x="541216" y="1601254"/>
                </a:cubicBezTo>
                <a:lnTo>
                  <a:pt x="522589" y="1601254"/>
                </a:lnTo>
                <a:cubicBezTo>
                  <a:pt x="521857" y="1601254"/>
                  <a:pt x="520967" y="1600731"/>
                  <a:pt x="520601" y="1600103"/>
                </a:cubicBezTo>
                <a:lnTo>
                  <a:pt x="511288" y="1583988"/>
                </a:lnTo>
                <a:cubicBezTo>
                  <a:pt x="510921" y="1583360"/>
                  <a:pt x="510921" y="1582314"/>
                  <a:pt x="511288" y="1581686"/>
                </a:cubicBezTo>
                <a:lnTo>
                  <a:pt x="520601" y="1565571"/>
                </a:lnTo>
                <a:cubicBezTo>
                  <a:pt x="520967" y="1564943"/>
                  <a:pt x="521857" y="1564420"/>
                  <a:pt x="522589" y="1564420"/>
                </a:cubicBezTo>
                <a:close/>
                <a:moveTo>
                  <a:pt x="604734" y="1563426"/>
                </a:moveTo>
                <a:lnTo>
                  <a:pt x="624407" y="1563426"/>
                </a:lnTo>
                <a:cubicBezTo>
                  <a:pt x="625192" y="1563426"/>
                  <a:pt x="626134" y="1563949"/>
                  <a:pt x="626500" y="1564629"/>
                </a:cubicBezTo>
                <a:lnTo>
                  <a:pt x="636336" y="1581634"/>
                </a:lnTo>
                <a:cubicBezTo>
                  <a:pt x="636703" y="1582262"/>
                  <a:pt x="636703" y="1583361"/>
                  <a:pt x="636336" y="1584041"/>
                </a:cubicBezTo>
                <a:lnTo>
                  <a:pt x="626500" y="1601045"/>
                </a:lnTo>
                <a:cubicBezTo>
                  <a:pt x="626134" y="1601726"/>
                  <a:pt x="625192" y="1602249"/>
                  <a:pt x="624407" y="1602249"/>
                </a:cubicBezTo>
                <a:lnTo>
                  <a:pt x="604734" y="1602249"/>
                </a:lnTo>
                <a:cubicBezTo>
                  <a:pt x="603949" y="1602249"/>
                  <a:pt x="603008" y="1601726"/>
                  <a:pt x="602641" y="1601045"/>
                </a:cubicBezTo>
                <a:lnTo>
                  <a:pt x="592805" y="1584041"/>
                </a:lnTo>
                <a:cubicBezTo>
                  <a:pt x="592438" y="1583413"/>
                  <a:pt x="592438" y="1582314"/>
                  <a:pt x="592805" y="1581634"/>
                </a:cubicBezTo>
                <a:lnTo>
                  <a:pt x="602641" y="1564629"/>
                </a:lnTo>
                <a:cubicBezTo>
                  <a:pt x="603008" y="1563949"/>
                  <a:pt x="603949" y="1563426"/>
                  <a:pt x="604734" y="1563426"/>
                </a:cubicBezTo>
                <a:close/>
                <a:moveTo>
                  <a:pt x="2257787" y="1563112"/>
                </a:moveTo>
                <a:lnTo>
                  <a:pt x="2277722" y="1563112"/>
                </a:lnTo>
                <a:cubicBezTo>
                  <a:pt x="2278507" y="1563112"/>
                  <a:pt x="2279449" y="1563687"/>
                  <a:pt x="2279867" y="1564368"/>
                </a:cubicBezTo>
                <a:lnTo>
                  <a:pt x="2289808" y="1581634"/>
                </a:lnTo>
                <a:cubicBezTo>
                  <a:pt x="2290227" y="1582314"/>
                  <a:pt x="2290227" y="1583413"/>
                  <a:pt x="2289808" y="1584093"/>
                </a:cubicBezTo>
                <a:lnTo>
                  <a:pt x="2279867" y="1601359"/>
                </a:lnTo>
                <a:cubicBezTo>
                  <a:pt x="2279449" y="1602039"/>
                  <a:pt x="2278507" y="1602615"/>
                  <a:pt x="2277722" y="1602615"/>
                </a:cubicBezTo>
                <a:lnTo>
                  <a:pt x="2257787" y="1602615"/>
                </a:lnTo>
                <a:cubicBezTo>
                  <a:pt x="2257002" y="1602615"/>
                  <a:pt x="2256060" y="1602039"/>
                  <a:pt x="2255642" y="1601359"/>
                </a:cubicBezTo>
                <a:lnTo>
                  <a:pt x="2245701" y="1584093"/>
                </a:lnTo>
                <a:cubicBezTo>
                  <a:pt x="2245282" y="1583413"/>
                  <a:pt x="2245282" y="1582314"/>
                  <a:pt x="2245701" y="1581634"/>
                </a:cubicBezTo>
                <a:lnTo>
                  <a:pt x="2255642" y="1564368"/>
                </a:lnTo>
                <a:cubicBezTo>
                  <a:pt x="2256060" y="1563687"/>
                  <a:pt x="2257002" y="1563112"/>
                  <a:pt x="2257787" y="1563112"/>
                </a:cubicBezTo>
                <a:close/>
                <a:moveTo>
                  <a:pt x="769705" y="1562693"/>
                </a:moveTo>
                <a:lnTo>
                  <a:pt x="790058" y="1562693"/>
                </a:lnTo>
                <a:cubicBezTo>
                  <a:pt x="790895" y="1562693"/>
                  <a:pt x="791837" y="1563269"/>
                  <a:pt x="792256" y="1563949"/>
                </a:cubicBezTo>
                <a:lnTo>
                  <a:pt x="802459" y="1581581"/>
                </a:lnTo>
                <a:cubicBezTo>
                  <a:pt x="802877" y="1582261"/>
                  <a:pt x="802877" y="1583413"/>
                  <a:pt x="802459" y="1584093"/>
                </a:cubicBezTo>
                <a:lnTo>
                  <a:pt x="792256" y="1601725"/>
                </a:lnTo>
                <a:cubicBezTo>
                  <a:pt x="791837" y="1602405"/>
                  <a:pt x="790843" y="1602981"/>
                  <a:pt x="790058" y="1602981"/>
                </a:cubicBezTo>
                <a:lnTo>
                  <a:pt x="769705" y="1602981"/>
                </a:lnTo>
                <a:cubicBezTo>
                  <a:pt x="768868" y="1602981"/>
                  <a:pt x="767926" y="1602405"/>
                  <a:pt x="767508" y="1601725"/>
                </a:cubicBezTo>
                <a:lnTo>
                  <a:pt x="757305" y="1584093"/>
                </a:lnTo>
                <a:cubicBezTo>
                  <a:pt x="756886" y="1583413"/>
                  <a:pt x="756886" y="1582261"/>
                  <a:pt x="757305" y="1581581"/>
                </a:cubicBezTo>
                <a:lnTo>
                  <a:pt x="767508" y="1563949"/>
                </a:lnTo>
                <a:cubicBezTo>
                  <a:pt x="767926" y="1563269"/>
                  <a:pt x="768920" y="1562693"/>
                  <a:pt x="769705" y="1562693"/>
                </a:cubicBezTo>
                <a:close/>
                <a:moveTo>
                  <a:pt x="686461" y="1561595"/>
                </a:moveTo>
                <a:lnTo>
                  <a:pt x="707966" y="1561595"/>
                </a:lnTo>
                <a:cubicBezTo>
                  <a:pt x="708803" y="1561595"/>
                  <a:pt x="709849" y="1562170"/>
                  <a:pt x="710268" y="1562903"/>
                </a:cubicBezTo>
                <a:lnTo>
                  <a:pt x="721046" y="1581530"/>
                </a:lnTo>
                <a:cubicBezTo>
                  <a:pt x="721465" y="1582262"/>
                  <a:pt x="721465" y="1583465"/>
                  <a:pt x="721046" y="1584198"/>
                </a:cubicBezTo>
                <a:lnTo>
                  <a:pt x="710268" y="1602825"/>
                </a:lnTo>
                <a:cubicBezTo>
                  <a:pt x="709849" y="1603557"/>
                  <a:pt x="708803" y="1604133"/>
                  <a:pt x="707966" y="1604133"/>
                </a:cubicBezTo>
                <a:lnTo>
                  <a:pt x="686461" y="1604133"/>
                </a:lnTo>
                <a:cubicBezTo>
                  <a:pt x="685624" y="1604133"/>
                  <a:pt x="684578" y="1603557"/>
                  <a:pt x="684159" y="1602825"/>
                </a:cubicBezTo>
                <a:lnTo>
                  <a:pt x="673381" y="1584198"/>
                </a:lnTo>
                <a:cubicBezTo>
                  <a:pt x="672962" y="1583465"/>
                  <a:pt x="672962" y="1582262"/>
                  <a:pt x="673381" y="1581530"/>
                </a:cubicBezTo>
                <a:lnTo>
                  <a:pt x="684159" y="1562903"/>
                </a:lnTo>
                <a:cubicBezTo>
                  <a:pt x="684578" y="1562170"/>
                  <a:pt x="685624" y="1561595"/>
                  <a:pt x="686461" y="1561595"/>
                </a:cubicBezTo>
                <a:close/>
                <a:moveTo>
                  <a:pt x="364735" y="1496611"/>
                </a:moveTo>
                <a:lnTo>
                  <a:pt x="368345" y="1496611"/>
                </a:lnTo>
                <a:cubicBezTo>
                  <a:pt x="368450" y="1496611"/>
                  <a:pt x="368711" y="1496820"/>
                  <a:pt x="368711" y="1496820"/>
                </a:cubicBezTo>
                <a:lnTo>
                  <a:pt x="370543" y="1499960"/>
                </a:lnTo>
                <a:cubicBezTo>
                  <a:pt x="370595" y="1500117"/>
                  <a:pt x="370543" y="1500431"/>
                  <a:pt x="370543" y="1500431"/>
                </a:cubicBezTo>
                <a:lnTo>
                  <a:pt x="368711" y="1503570"/>
                </a:lnTo>
                <a:cubicBezTo>
                  <a:pt x="368659" y="1503674"/>
                  <a:pt x="368345" y="1503779"/>
                  <a:pt x="368345" y="1503779"/>
                </a:cubicBezTo>
                <a:lnTo>
                  <a:pt x="364735" y="1503779"/>
                </a:lnTo>
                <a:cubicBezTo>
                  <a:pt x="364630" y="1503779"/>
                  <a:pt x="364369" y="1503570"/>
                  <a:pt x="364369" y="1503570"/>
                </a:cubicBezTo>
                <a:lnTo>
                  <a:pt x="362537" y="1500431"/>
                </a:lnTo>
                <a:cubicBezTo>
                  <a:pt x="362485" y="1500274"/>
                  <a:pt x="362537" y="1499960"/>
                  <a:pt x="362537" y="1499960"/>
                </a:cubicBezTo>
                <a:lnTo>
                  <a:pt x="364369" y="1496820"/>
                </a:lnTo>
                <a:cubicBezTo>
                  <a:pt x="364421" y="1496716"/>
                  <a:pt x="364735" y="1496611"/>
                  <a:pt x="364735" y="1496611"/>
                </a:cubicBezTo>
                <a:close/>
                <a:moveTo>
                  <a:pt x="1686120" y="1494309"/>
                </a:moveTo>
                <a:lnTo>
                  <a:pt x="1692084" y="1494309"/>
                </a:lnTo>
                <a:cubicBezTo>
                  <a:pt x="1692294" y="1494309"/>
                  <a:pt x="1692712" y="1494675"/>
                  <a:pt x="1692712" y="1494675"/>
                </a:cubicBezTo>
                <a:lnTo>
                  <a:pt x="1695694" y="1499803"/>
                </a:lnTo>
                <a:cubicBezTo>
                  <a:pt x="1695799" y="1500012"/>
                  <a:pt x="1695694" y="1500535"/>
                  <a:pt x="1695694" y="1500535"/>
                </a:cubicBezTo>
                <a:lnTo>
                  <a:pt x="1692712" y="1505663"/>
                </a:lnTo>
                <a:cubicBezTo>
                  <a:pt x="1692608" y="1505872"/>
                  <a:pt x="1692084" y="1506029"/>
                  <a:pt x="1692084" y="1506029"/>
                </a:cubicBezTo>
                <a:lnTo>
                  <a:pt x="1686120" y="1506029"/>
                </a:lnTo>
                <a:cubicBezTo>
                  <a:pt x="1685910" y="1506029"/>
                  <a:pt x="1685492" y="1505663"/>
                  <a:pt x="1685492" y="1505663"/>
                </a:cubicBezTo>
                <a:lnTo>
                  <a:pt x="1682510" y="1500535"/>
                </a:lnTo>
                <a:cubicBezTo>
                  <a:pt x="1682405" y="1500326"/>
                  <a:pt x="1682510" y="1499803"/>
                  <a:pt x="1682510" y="1499803"/>
                </a:cubicBezTo>
                <a:lnTo>
                  <a:pt x="1685492" y="1494675"/>
                </a:lnTo>
                <a:cubicBezTo>
                  <a:pt x="1685596" y="1494466"/>
                  <a:pt x="1686120" y="1494309"/>
                  <a:pt x="1686120" y="1494309"/>
                </a:cubicBezTo>
                <a:close/>
                <a:moveTo>
                  <a:pt x="1024826" y="1494257"/>
                </a:moveTo>
                <a:lnTo>
                  <a:pt x="1030843" y="1494257"/>
                </a:lnTo>
                <a:cubicBezTo>
                  <a:pt x="1031052" y="1494257"/>
                  <a:pt x="1031471" y="1494623"/>
                  <a:pt x="1031471" y="1494623"/>
                </a:cubicBezTo>
                <a:lnTo>
                  <a:pt x="1034453" y="1499803"/>
                </a:lnTo>
                <a:cubicBezTo>
                  <a:pt x="1034558" y="1500012"/>
                  <a:pt x="1034453" y="1500536"/>
                  <a:pt x="1034453" y="1500536"/>
                </a:cubicBezTo>
                <a:lnTo>
                  <a:pt x="1031471" y="1505715"/>
                </a:lnTo>
                <a:cubicBezTo>
                  <a:pt x="1031366" y="1505925"/>
                  <a:pt x="1030843" y="1506082"/>
                  <a:pt x="1030843" y="1506082"/>
                </a:cubicBezTo>
                <a:lnTo>
                  <a:pt x="1024826" y="1506082"/>
                </a:lnTo>
                <a:cubicBezTo>
                  <a:pt x="1024617" y="1506082"/>
                  <a:pt x="1024198" y="1505715"/>
                  <a:pt x="1024198" y="1505715"/>
                </a:cubicBezTo>
                <a:lnTo>
                  <a:pt x="1021216" y="1500536"/>
                </a:lnTo>
                <a:cubicBezTo>
                  <a:pt x="1021111" y="1500326"/>
                  <a:pt x="1021216" y="1499803"/>
                  <a:pt x="1021216" y="1499803"/>
                </a:cubicBezTo>
                <a:lnTo>
                  <a:pt x="1024198" y="1494623"/>
                </a:lnTo>
                <a:cubicBezTo>
                  <a:pt x="1024303" y="1494414"/>
                  <a:pt x="1024826" y="1494257"/>
                  <a:pt x="1024826" y="1494257"/>
                </a:cubicBezTo>
                <a:close/>
                <a:moveTo>
                  <a:pt x="941268" y="1492478"/>
                </a:moveTo>
                <a:lnTo>
                  <a:pt x="949064" y="1492478"/>
                </a:lnTo>
                <a:cubicBezTo>
                  <a:pt x="949378" y="1492478"/>
                  <a:pt x="949744" y="1492687"/>
                  <a:pt x="949901" y="1492949"/>
                </a:cubicBezTo>
                <a:lnTo>
                  <a:pt x="953825" y="1499698"/>
                </a:lnTo>
                <a:cubicBezTo>
                  <a:pt x="953982" y="1499960"/>
                  <a:pt x="953982" y="1500378"/>
                  <a:pt x="953825" y="1500640"/>
                </a:cubicBezTo>
                <a:lnTo>
                  <a:pt x="949901" y="1507390"/>
                </a:lnTo>
                <a:cubicBezTo>
                  <a:pt x="949744" y="1507651"/>
                  <a:pt x="949378" y="1507861"/>
                  <a:pt x="949064" y="1507861"/>
                </a:cubicBezTo>
                <a:lnTo>
                  <a:pt x="941268" y="1507861"/>
                </a:lnTo>
                <a:cubicBezTo>
                  <a:pt x="940954" y="1507861"/>
                  <a:pt x="940588" y="1507651"/>
                  <a:pt x="940431" y="1507390"/>
                </a:cubicBezTo>
                <a:lnTo>
                  <a:pt x="936507" y="1500640"/>
                </a:lnTo>
                <a:cubicBezTo>
                  <a:pt x="936350" y="1500378"/>
                  <a:pt x="936350" y="1499960"/>
                  <a:pt x="936507" y="1499698"/>
                </a:cubicBezTo>
                <a:lnTo>
                  <a:pt x="940431" y="1492949"/>
                </a:lnTo>
                <a:cubicBezTo>
                  <a:pt x="940588" y="1492687"/>
                  <a:pt x="940954" y="1492478"/>
                  <a:pt x="941268" y="1492478"/>
                </a:cubicBezTo>
                <a:close/>
                <a:moveTo>
                  <a:pt x="1602458" y="1492216"/>
                </a:moveTo>
                <a:lnTo>
                  <a:pt x="1610516" y="1492216"/>
                </a:lnTo>
                <a:cubicBezTo>
                  <a:pt x="1610882" y="1492216"/>
                  <a:pt x="1611248" y="1492478"/>
                  <a:pt x="1611405" y="1492739"/>
                </a:cubicBezTo>
                <a:lnTo>
                  <a:pt x="1615434" y="1499750"/>
                </a:lnTo>
                <a:cubicBezTo>
                  <a:pt x="1615591" y="1500012"/>
                  <a:pt x="1615591" y="1500483"/>
                  <a:pt x="1615434" y="1500744"/>
                </a:cubicBezTo>
                <a:lnTo>
                  <a:pt x="1611405" y="1507756"/>
                </a:lnTo>
                <a:cubicBezTo>
                  <a:pt x="1611196" y="1508069"/>
                  <a:pt x="1610829" y="1508279"/>
                  <a:pt x="1610516" y="1508279"/>
                </a:cubicBezTo>
                <a:lnTo>
                  <a:pt x="1602458" y="1508279"/>
                </a:lnTo>
                <a:cubicBezTo>
                  <a:pt x="1602092" y="1508279"/>
                  <a:pt x="1601726" y="1508017"/>
                  <a:pt x="1601568" y="1507756"/>
                </a:cubicBezTo>
                <a:lnTo>
                  <a:pt x="1597540" y="1500744"/>
                </a:lnTo>
                <a:cubicBezTo>
                  <a:pt x="1597383" y="1500483"/>
                  <a:pt x="1597383" y="1500012"/>
                  <a:pt x="1597540" y="1499750"/>
                </a:cubicBezTo>
                <a:lnTo>
                  <a:pt x="1601568" y="1492739"/>
                </a:lnTo>
                <a:cubicBezTo>
                  <a:pt x="1601778" y="1492425"/>
                  <a:pt x="1602144" y="1492216"/>
                  <a:pt x="1602458" y="1492216"/>
                </a:cubicBezTo>
                <a:close/>
                <a:moveTo>
                  <a:pt x="2676466" y="1491170"/>
                </a:moveTo>
                <a:lnTo>
                  <a:pt x="2685570" y="1491170"/>
                </a:lnTo>
                <a:cubicBezTo>
                  <a:pt x="2685936" y="1491170"/>
                  <a:pt x="2686407" y="1491432"/>
                  <a:pt x="2686564" y="1491745"/>
                </a:cubicBezTo>
                <a:lnTo>
                  <a:pt x="2691116" y="1499646"/>
                </a:lnTo>
                <a:cubicBezTo>
                  <a:pt x="2691273" y="1499960"/>
                  <a:pt x="2691273" y="1500483"/>
                  <a:pt x="2691116" y="1500797"/>
                </a:cubicBezTo>
                <a:lnTo>
                  <a:pt x="2686564" y="1508698"/>
                </a:lnTo>
                <a:cubicBezTo>
                  <a:pt x="2686354" y="1509012"/>
                  <a:pt x="2685936" y="1509273"/>
                  <a:pt x="2685570" y="1509273"/>
                </a:cubicBezTo>
                <a:lnTo>
                  <a:pt x="2676466" y="1509273"/>
                </a:lnTo>
                <a:cubicBezTo>
                  <a:pt x="2676100" y="1509273"/>
                  <a:pt x="2675629" y="1509012"/>
                  <a:pt x="2675472" y="1508698"/>
                </a:cubicBezTo>
                <a:lnTo>
                  <a:pt x="2670920" y="1500797"/>
                </a:lnTo>
                <a:cubicBezTo>
                  <a:pt x="2670763" y="1500483"/>
                  <a:pt x="2670763" y="1499960"/>
                  <a:pt x="2670920" y="1499646"/>
                </a:cubicBezTo>
                <a:lnTo>
                  <a:pt x="2675472" y="1491745"/>
                </a:lnTo>
                <a:cubicBezTo>
                  <a:pt x="2675681" y="1491432"/>
                  <a:pt x="2676100" y="1491170"/>
                  <a:pt x="2676466" y="1491170"/>
                </a:cubicBezTo>
                <a:close/>
                <a:moveTo>
                  <a:pt x="1436441" y="1490856"/>
                </a:moveTo>
                <a:lnTo>
                  <a:pt x="1445859" y="1490856"/>
                </a:lnTo>
                <a:cubicBezTo>
                  <a:pt x="1446225" y="1490856"/>
                  <a:pt x="1446644" y="1491118"/>
                  <a:pt x="1446853" y="1491431"/>
                </a:cubicBezTo>
                <a:lnTo>
                  <a:pt x="1451562" y="1499594"/>
                </a:lnTo>
                <a:cubicBezTo>
                  <a:pt x="1451771" y="1499908"/>
                  <a:pt x="1451771" y="1500431"/>
                  <a:pt x="1451562" y="1500745"/>
                </a:cubicBezTo>
                <a:lnTo>
                  <a:pt x="1446853" y="1508907"/>
                </a:lnTo>
                <a:cubicBezTo>
                  <a:pt x="1446696" y="1509221"/>
                  <a:pt x="1446225" y="1509483"/>
                  <a:pt x="1445859" y="1509483"/>
                </a:cubicBezTo>
                <a:lnTo>
                  <a:pt x="1436441" y="1509483"/>
                </a:lnTo>
                <a:cubicBezTo>
                  <a:pt x="1436075" y="1509483"/>
                  <a:pt x="1435656" y="1509221"/>
                  <a:pt x="1435447" y="1508907"/>
                </a:cubicBezTo>
                <a:lnTo>
                  <a:pt x="1430738" y="1500745"/>
                </a:lnTo>
                <a:cubicBezTo>
                  <a:pt x="1430529" y="1500431"/>
                  <a:pt x="1430529" y="1499908"/>
                  <a:pt x="1430738" y="1499594"/>
                </a:cubicBezTo>
                <a:lnTo>
                  <a:pt x="1435447" y="1491431"/>
                </a:lnTo>
                <a:cubicBezTo>
                  <a:pt x="1435604" y="1491118"/>
                  <a:pt x="1436075" y="1490856"/>
                  <a:pt x="1436441" y="1490856"/>
                </a:cubicBezTo>
                <a:close/>
                <a:moveTo>
                  <a:pt x="1519056" y="1490803"/>
                </a:moveTo>
                <a:lnTo>
                  <a:pt x="1528527" y="1490803"/>
                </a:lnTo>
                <a:cubicBezTo>
                  <a:pt x="1528893" y="1490803"/>
                  <a:pt x="1529311" y="1491065"/>
                  <a:pt x="1529521" y="1491378"/>
                </a:cubicBezTo>
                <a:lnTo>
                  <a:pt x="1534282" y="1499593"/>
                </a:lnTo>
                <a:cubicBezTo>
                  <a:pt x="1534491" y="1499907"/>
                  <a:pt x="1534491" y="1500430"/>
                  <a:pt x="1534282" y="1500744"/>
                </a:cubicBezTo>
                <a:lnTo>
                  <a:pt x="1529521" y="1508959"/>
                </a:lnTo>
                <a:cubicBezTo>
                  <a:pt x="1529364" y="1509273"/>
                  <a:pt x="1528893" y="1509534"/>
                  <a:pt x="1528527" y="1509534"/>
                </a:cubicBezTo>
                <a:lnTo>
                  <a:pt x="1519056" y="1509534"/>
                </a:lnTo>
                <a:cubicBezTo>
                  <a:pt x="1518690" y="1509534"/>
                  <a:pt x="1518272" y="1509273"/>
                  <a:pt x="1518062" y="1508959"/>
                </a:cubicBezTo>
                <a:lnTo>
                  <a:pt x="1513301" y="1500744"/>
                </a:lnTo>
                <a:cubicBezTo>
                  <a:pt x="1513092" y="1500430"/>
                  <a:pt x="1513092" y="1499907"/>
                  <a:pt x="1513301" y="1499593"/>
                </a:cubicBezTo>
                <a:lnTo>
                  <a:pt x="1518062" y="1491378"/>
                </a:lnTo>
                <a:cubicBezTo>
                  <a:pt x="1518219" y="1491065"/>
                  <a:pt x="1518690" y="1490803"/>
                  <a:pt x="1519056" y="1490803"/>
                </a:cubicBezTo>
                <a:close/>
                <a:moveTo>
                  <a:pt x="1353511" y="1490280"/>
                </a:moveTo>
                <a:lnTo>
                  <a:pt x="1363556" y="1490280"/>
                </a:lnTo>
                <a:cubicBezTo>
                  <a:pt x="1363975" y="1490280"/>
                  <a:pt x="1364446" y="1490542"/>
                  <a:pt x="1364655" y="1490908"/>
                </a:cubicBezTo>
                <a:lnTo>
                  <a:pt x="1369678" y="1499593"/>
                </a:lnTo>
                <a:cubicBezTo>
                  <a:pt x="1369887" y="1499960"/>
                  <a:pt x="1369887" y="1500483"/>
                  <a:pt x="1369678" y="1500849"/>
                </a:cubicBezTo>
                <a:lnTo>
                  <a:pt x="1364655" y="1509534"/>
                </a:lnTo>
                <a:cubicBezTo>
                  <a:pt x="1364446" y="1509901"/>
                  <a:pt x="1363975" y="1510162"/>
                  <a:pt x="1363556" y="1510162"/>
                </a:cubicBezTo>
                <a:lnTo>
                  <a:pt x="1353511" y="1510162"/>
                </a:lnTo>
                <a:cubicBezTo>
                  <a:pt x="1353092" y="1510162"/>
                  <a:pt x="1352621" y="1509901"/>
                  <a:pt x="1352412" y="1509534"/>
                </a:cubicBezTo>
                <a:lnTo>
                  <a:pt x="1347389" y="1500849"/>
                </a:lnTo>
                <a:cubicBezTo>
                  <a:pt x="1347180" y="1500483"/>
                  <a:pt x="1347180" y="1499960"/>
                  <a:pt x="1347389" y="1499593"/>
                </a:cubicBezTo>
                <a:lnTo>
                  <a:pt x="1352412" y="1490908"/>
                </a:lnTo>
                <a:cubicBezTo>
                  <a:pt x="1352621" y="1490542"/>
                  <a:pt x="1353092" y="1490280"/>
                  <a:pt x="1353511" y="1490280"/>
                </a:cubicBezTo>
                <a:close/>
                <a:moveTo>
                  <a:pt x="1104722" y="1488711"/>
                </a:moveTo>
                <a:lnTo>
                  <a:pt x="1116337" y="1488711"/>
                </a:lnTo>
                <a:cubicBezTo>
                  <a:pt x="1116808" y="1488711"/>
                  <a:pt x="1117383" y="1489025"/>
                  <a:pt x="1117592" y="1489443"/>
                </a:cubicBezTo>
                <a:lnTo>
                  <a:pt x="1123400" y="1499489"/>
                </a:lnTo>
                <a:cubicBezTo>
                  <a:pt x="1123610" y="1499856"/>
                  <a:pt x="1123610" y="1500483"/>
                  <a:pt x="1123400" y="1500902"/>
                </a:cubicBezTo>
                <a:lnTo>
                  <a:pt x="1117592" y="1510948"/>
                </a:lnTo>
                <a:cubicBezTo>
                  <a:pt x="1117331" y="1511366"/>
                  <a:pt x="1116808" y="1511680"/>
                  <a:pt x="1116337" y="1511680"/>
                </a:cubicBezTo>
                <a:lnTo>
                  <a:pt x="1104722" y="1511680"/>
                </a:lnTo>
                <a:cubicBezTo>
                  <a:pt x="1104250" y="1511680"/>
                  <a:pt x="1103675" y="1511366"/>
                  <a:pt x="1103466" y="1510948"/>
                </a:cubicBezTo>
                <a:lnTo>
                  <a:pt x="1097658" y="1500902"/>
                </a:lnTo>
                <a:cubicBezTo>
                  <a:pt x="1097449" y="1500536"/>
                  <a:pt x="1097449" y="1499908"/>
                  <a:pt x="1097658" y="1499489"/>
                </a:cubicBezTo>
                <a:lnTo>
                  <a:pt x="1103466" y="1489443"/>
                </a:lnTo>
                <a:cubicBezTo>
                  <a:pt x="1103727" y="1489025"/>
                  <a:pt x="1104250" y="1488711"/>
                  <a:pt x="1104722" y="1488711"/>
                </a:cubicBezTo>
                <a:close/>
                <a:moveTo>
                  <a:pt x="1269849" y="1488449"/>
                </a:moveTo>
                <a:lnTo>
                  <a:pt x="1281725" y="1488449"/>
                </a:lnTo>
                <a:cubicBezTo>
                  <a:pt x="1282196" y="1488449"/>
                  <a:pt x="1282772" y="1488763"/>
                  <a:pt x="1282981" y="1489182"/>
                </a:cubicBezTo>
                <a:lnTo>
                  <a:pt x="1288946" y="1499489"/>
                </a:lnTo>
                <a:cubicBezTo>
                  <a:pt x="1289155" y="1499907"/>
                  <a:pt x="1289155" y="1500535"/>
                  <a:pt x="1288946" y="1500954"/>
                </a:cubicBezTo>
                <a:lnTo>
                  <a:pt x="1282981" y="1511261"/>
                </a:lnTo>
                <a:cubicBezTo>
                  <a:pt x="1282772" y="1511680"/>
                  <a:pt x="1282196" y="1511994"/>
                  <a:pt x="1281725" y="1511994"/>
                </a:cubicBezTo>
                <a:lnTo>
                  <a:pt x="1269849" y="1511994"/>
                </a:lnTo>
                <a:cubicBezTo>
                  <a:pt x="1269378" y="1511994"/>
                  <a:pt x="1268802" y="1511680"/>
                  <a:pt x="1268593" y="1511261"/>
                </a:cubicBezTo>
                <a:lnTo>
                  <a:pt x="1262628" y="1500954"/>
                </a:lnTo>
                <a:cubicBezTo>
                  <a:pt x="1262419" y="1500535"/>
                  <a:pt x="1262419" y="1499907"/>
                  <a:pt x="1262628" y="1499489"/>
                </a:cubicBezTo>
                <a:lnTo>
                  <a:pt x="1268593" y="1489182"/>
                </a:lnTo>
                <a:cubicBezTo>
                  <a:pt x="1268802" y="1488763"/>
                  <a:pt x="1269378" y="1488449"/>
                  <a:pt x="1269849" y="1488449"/>
                </a:cubicBezTo>
                <a:close/>
                <a:moveTo>
                  <a:pt x="2261659" y="1488187"/>
                </a:moveTo>
                <a:lnTo>
                  <a:pt x="2273798" y="1488187"/>
                </a:lnTo>
                <a:cubicBezTo>
                  <a:pt x="2274269" y="1488187"/>
                  <a:pt x="2274845" y="1488501"/>
                  <a:pt x="2275106" y="1488919"/>
                </a:cubicBezTo>
                <a:lnTo>
                  <a:pt x="2281175" y="1499436"/>
                </a:lnTo>
                <a:cubicBezTo>
                  <a:pt x="2281437" y="1499855"/>
                  <a:pt x="2281437" y="1500535"/>
                  <a:pt x="2281175" y="1500954"/>
                </a:cubicBezTo>
                <a:lnTo>
                  <a:pt x="2275106" y="1511470"/>
                </a:lnTo>
                <a:cubicBezTo>
                  <a:pt x="2274845" y="1511889"/>
                  <a:pt x="2274269" y="1512203"/>
                  <a:pt x="2273798" y="1512203"/>
                </a:cubicBezTo>
                <a:lnTo>
                  <a:pt x="2261659" y="1512203"/>
                </a:lnTo>
                <a:cubicBezTo>
                  <a:pt x="2261189" y="1512203"/>
                  <a:pt x="2260613" y="1511889"/>
                  <a:pt x="2260351" y="1511470"/>
                </a:cubicBezTo>
                <a:lnTo>
                  <a:pt x="2254282" y="1500954"/>
                </a:lnTo>
                <a:cubicBezTo>
                  <a:pt x="2254021" y="1500535"/>
                  <a:pt x="2254021" y="1499855"/>
                  <a:pt x="2254282" y="1499436"/>
                </a:cubicBezTo>
                <a:lnTo>
                  <a:pt x="2260351" y="1488919"/>
                </a:lnTo>
                <a:cubicBezTo>
                  <a:pt x="2260613" y="1488501"/>
                  <a:pt x="2261189" y="1488187"/>
                  <a:pt x="2261659" y="1488187"/>
                </a:cubicBezTo>
                <a:close/>
                <a:moveTo>
                  <a:pt x="1848317" y="1488083"/>
                </a:moveTo>
                <a:lnTo>
                  <a:pt x="1860560" y="1488083"/>
                </a:lnTo>
                <a:cubicBezTo>
                  <a:pt x="1861031" y="1488083"/>
                  <a:pt x="1861607" y="1488397"/>
                  <a:pt x="1861868" y="1488815"/>
                </a:cubicBezTo>
                <a:lnTo>
                  <a:pt x="1867990" y="1499437"/>
                </a:lnTo>
                <a:cubicBezTo>
                  <a:pt x="1868252" y="1499855"/>
                  <a:pt x="1868252" y="1500535"/>
                  <a:pt x="1867990" y="1500954"/>
                </a:cubicBezTo>
                <a:lnTo>
                  <a:pt x="1861868" y="1511575"/>
                </a:lnTo>
                <a:cubicBezTo>
                  <a:pt x="1861607" y="1511994"/>
                  <a:pt x="1861031" y="1512308"/>
                  <a:pt x="1860560" y="1512308"/>
                </a:cubicBezTo>
                <a:lnTo>
                  <a:pt x="1848317" y="1512308"/>
                </a:lnTo>
                <a:cubicBezTo>
                  <a:pt x="1847846" y="1512308"/>
                  <a:pt x="1847271" y="1511994"/>
                  <a:pt x="1847009" y="1511575"/>
                </a:cubicBezTo>
                <a:lnTo>
                  <a:pt x="1840887" y="1500954"/>
                </a:lnTo>
                <a:cubicBezTo>
                  <a:pt x="1840626" y="1500535"/>
                  <a:pt x="1840626" y="1499855"/>
                  <a:pt x="1840887" y="1499437"/>
                </a:cubicBezTo>
                <a:lnTo>
                  <a:pt x="1847009" y="1488815"/>
                </a:lnTo>
                <a:cubicBezTo>
                  <a:pt x="1847271" y="1488397"/>
                  <a:pt x="1847846" y="1488083"/>
                  <a:pt x="1848317" y="1488083"/>
                </a:cubicBezTo>
                <a:close/>
                <a:moveTo>
                  <a:pt x="1186918" y="1487769"/>
                </a:moveTo>
                <a:lnTo>
                  <a:pt x="1199476" y="1487769"/>
                </a:lnTo>
                <a:cubicBezTo>
                  <a:pt x="1199999" y="1487769"/>
                  <a:pt x="1200574" y="1488135"/>
                  <a:pt x="1200836" y="1488554"/>
                </a:cubicBezTo>
                <a:lnTo>
                  <a:pt x="1207114" y="1499437"/>
                </a:lnTo>
                <a:cubicBezTo>
                  <a:pt x="1207376" y="1499908"/>
                  <a:pt x="1207376" y="1500588"/>
                  <a:pt x="1207114" y="1501006"/>
                </a:cubicBezTo>
                <a:lnTo>
                  <a:pt x="1200836" y="1511889"/>
                </a:lnTo>
                <a:cubicBezTo>
                  <a:pt x="1200574" y="1512308"/>
                  <a:pt x="1199946" y="1512674"/>
                  <a:pt x="1199476" y="1512674"/>
                </a:cubicBezTo>
                <a:lnTo>
                  <a:pt x="1186918" y="1512674"/>
                </a:lnTo>
                <a:cubicBezTo>
                  <a:pt x="1186395" y="1512674"/>
                  <a:pt x="1185820" y="1512308"/>
                  <a:pt x="1185558" y="1511889"/>
                </a:cubicBezTo>
                <a:lnTo>
                  <a:pt x="1179279" y="1501006"/>
                </a:lnTo>
                <a:cubicBezTo>
                  <a:pt x="1179018" y="1500535"/>
                  <a:pt x="1179018" y="1499855"/>
                  <a:pt x="1179279" y="1499437"/>
                </a:cubicBezTo>
                <a:lnTo>
                  <a:pt x="1185558" y="1488554"/>
                </a:lnTo>
                <a:cubicBezTo>
                  <a:pt x="1185820" y="1488135"/>
                  <a:pt x="1186447" y="1487769"/>
                  <a:pt x="1186918" y="1487769"/>
                </a:cubicBezTo>
                <a:close/>
                <a:moveTo>
                  <a:pt x="1765283" y="1487298"/>
                </a:moveTo>
                <a:lnTo>
                  <a:pt x="1778364" y="1487298"/>
                </a:lnTo>
                <a:cubicBezTo>
                  <a:pt x="1778887" y="1487298"/>
                  <a:pt x="1779515" y="1487612"/>
                  <a:pt x="1779776" y="1488083"/>
                </a:cubicBezTo>
                <a:lnTo>
                  <a:pt x="1786316" y="1499384"/>
                </a:lnTo>
                <a:cubicBezTo>
                  <a:pt x="1786578" y="1499855"/>
                  <a:pt x="1786578" y="1500535"/>
                  <a:pt x="1786316" y="1501006"/>
                </a:cubicBezTo>
                <a:lnTo>
                  <a:pt x="1779776" y="1512308"/>
                </a:lnTo>
                <a:cubicBezTo>
                  <a:pt x="1779515" y="1512726"/>
                  <a:pt x="1778887" y="1513093"/>
                  <a:pt x="1778364" y="1513093"/>
                </a:cubicBezTo>
                <a:lnTo>
                  <a:pt x="1765283" y="1513093"/>
                </a:lnTo>
                <a:cubicBezTo>
                  <a:pt x="1764760" y="1513093"/>
                  <a:pt x="1764132" y="1512779"/>
                  <a:pt x="1763870" y="1512308"/>
                </a:cubicBezTo>
                <a:lnTo>
                  <a:pt x="1757330" y="1501006"/>
                </a:lnTo>
                <a:cubicBezTo>
                  <a:pt x="1757069" y="1500535"/>
                  <a:pt x="1757069" y="1499855"/>
                  <a:pt x="1757330" y="1499384"/>
                </a:cubicBezTo>
                <a:lnTo>
                  <a:pt x="1763870" y="1488083"/>
                </a:lnTo>
                <a:cubicBezTo>
                  <a:pt x="1764132" y="1487664"/>
                  <a:pt x="1764760" y="1487298"/>
                  <a:pt x="1765283" y="1487298"/>
                </a:cubicBezTo>
                <a:close/>
                <a:moveTo>
                  <a:pt x="2343856" y="1487246"/>
                </a:moveTo>
                <a:lnTo>
                  <a:pt x="2356989" y="1487246"/>
                </a:lnTo>
                <a:cubicBezTo>
                  <a:pt x="2357512" y="1487246"/>
                  <a:pt x="2358140" y="1487560"/>
                  <a:pt x="2358402" y="1488031"/>
                </a:cubicBezTo>
                <a:lnTo>
                  <a:pt x="2364942" y="1499385"/>
                </a:lnTo>
                <a:cubicBezTo>
                  <a:pt x="2365204" y="1499856"/>
                  <a:pt x="2365204" y="1500536"/>
                  <a:pt x="2364942" y="1501007"/>
                </a:cubicBezTo>
                <a:lnTo>
                  <a:pt x="2358402" y="1512360"/>
                </a:lnTo>
                <a:cubicBezTo>
                  <a:pt x="2358140" y="1512779"/>
                  <a:pt x="2357512" y="1513145"/>
                  <a:pt x="2356989" y="1513145"/>
                </a:cubicBezTo>
                <a:lnTo>
                  <a:pt x="2343856" y="1513145"/>
                </a:lnTo>
                <a:cubicBezTo>
                  <a:pt x="2343333" y="1513145"/>
                  <a:pt x="2342705" y="1512831"/>
                  <a:pt x="2342443" y="1512360"/>
                </a:cubicBezTo>
                <a:lnTo>
                  <a:pt x="2335903" y="1501007"/>
                </a:lnTo>
                <a:cubicBezTo>
                  <a:pt x="2335642" y="1500536"/>
                  <a:pt x="2335642" y="1499856"/>
                  <a:pt x="2335903" y="1499385"/>
                </a:cubicBezTo>
                <a:lnTo>
                  <a:pt x="2342443" y="1488031"/>
                </a:lnTo>
                <a:cubicBezTo>
                  <a:pt x="2342705" y="1487612"/>
                  <a:pt x="2343333" y="1487246"/>
                  <a:pt x="2343856" y="1487246"/>
                </a:cubicBezTo>
                <a:close/>
                <a:moveTo>
                  <a:pt x="1930514" y="1487141"/>
                </a:moveTo>
                <a:lnTo>
                  <a:pt x="1943699" y="1487141"/>
                </a:lnTo>
                <a:cubicBezTo>
                  <a:pt x="1944222" y="1487141"/>
                  <a:pt x="1944850" y="1487507"/>
                  <a:pt x="1945112" y="1487978"/>
                </a:cubicBezTo>
                <a:lnTo>
                  <a:pt x="1951705" y="1499384"/>
                </a:lnTo>
                <a:cubicBezTo>
                  <a:pt x="1951966" y="1499803"/>
                  <a:pt x="1951966" y="1500535"/>
                  <a:pt x="1951705" y="1501006"/>
                </a:cubicBezTo>
                <a:lnTo>
                  <a:pt x="1945112" y="1512412"/>
                </a:lnTo>
                <a:cubicBezTo>
                  <a:pt x="1944850" y="1512883"/>
                  <a:pt x="1944222" y="1513250"/>
                  <a:pt x="1943699" y="1513250"/>
                </a:cubicBezTo>
                <a:lnTo>
                  <a:pt x="1930514" y="1513250"/>
                </a:lnTo>
                <a:cubicBezTo>
                  <a:pt x="1929991" y="1513250"/>
                  <a:pt x="1929363" y="1512883"/>
                  <a:pt x="1929102" y="1512412"/>
                </a:cubicBezTo>
                <a:lnTo>
                  <a:pt x="1922509" y="1501006"/>
                </a:lnTo>
                <a:cubicBezTo>
                  <a:pt x="1922248" y="1500588"/>
                  <a:pt x="1922248" y="1499855"/>
                  <a:pt x="1922509" y="1499384"/>
                </a:cubicBezTo>
                <a:lnTo>
                  <a:pt x="1929102" y="1487978"/>
                </a:lnTo>
                <a:cubicBezTo>
                  <a:pt x="1929363" y="1487507"/>
                  <a:pt x="1929991" y="1487141"/>
                  <a:pt x="1930514" y="1487141"/>
                </a:cubicBezTo>
                <a:close/>
                <a:moveTo>
                  <a:pt x="2508931" y="1486775"/>
                </a:moveTo>
                <a:lnTo>
                  <a:pt x="2522482" y="1486775"/>
                </a:lnTo>
                <a:cubicBezTo>
                  <a:pt x="2523005" y="1486775"/>
                  <a:pt x="2523686" y="1487141"/>
                  <a:pt x="2523947" y="1487612"/>
                </a:cubicBezTo>
                <a:lnTo>
                  <a:pt x="2530749" y="1499332"/>
                </a:lnTo>
                <a:cubicBezTo>
                  <a:pt x="2531011" y="1499803"/>
                  <a:pt x="2531011" y="1500535"/>
                  <a:pt x="2530749" y="1501007"/>
                </a:cubicBezTo>
                <a:lnTo>
                  <a:pt x="2523947" y="1512727"/>
                </a:lnTo>
                <a:cubicBezTo>
                  <a:pt x="2523686" y="1513197"/>
                  <a:pt x="2523005" y="1513564"/>
                  <a:pt x="2522482" y="1513564"/>
                </a:cubicBezTo>
                <a:lnTo>
                  <a:pt x="2508931" y="1513564"/>
                </a:lnTo>
                <a:cubicBezTo>
                  <a:pt x="2508408" y="1513564"/>
                  <a:pt x="2507728" y="1513197"/>
                  <a:pt x="2507466" y="1512727"/>
                </a:cubicBezTo>
                <a:lnTo>
                  <a:pt x="2500664" y="1501007"/>
                </a:lnTo>
                <a:cubicBezTo>
                  <a:pt x="2500403" y="1500535"/>
                  <a:pt x="2500403" y="1499803"/>
                  <a:pt x="2500664" y="1499332"/>
                </a:cubicBezTo>
                <a:lnTo>
                  <a:pt x="2507466" y="1487612"/>
                </a:lnTo>
                <a:cubicBezTo>
                  <a:pt x="2507728" y="1487141"/>
                  <a:pt x="2508408" y="1486775"/>
                  <a:pt x="2508931" y="1486775"/>
                </a:cubicBezTo>
                <a:close/>
                <a:moveTo>
                  <a:pt x="2178310" y="1486775"/>
                </a:moveTo>
                <a:lnTo>
                  <a:pt x="2191862" y="1486775"/>
                </a:lnTo>
                <a:cubicBezTo>
                  <a:pt x="2192385" y="1486775"/>
                  <a:pt x="2193065" y="1487141"/>
                  <a:pt x="2193326" y="1487612"/>
                </a:cubicBezTo>
                <a:lnTo>
                  <a:pt x="2200128" y="1499332"/>
                </a:lnTo>
                <a:cubicBezTo>
                  <a:pt x="2200390" y="1499803"/>
                  <a:pt x="2200390" y="1500535"/>
                  <a:pt x="2200128" y="1501007"/>
                </a:cubicBezTo>
                <a:lnTo>
                  <a:pt x="2193326" y="1512727"/>
                </a:lnTo>
                <a:cubicBezTo>
                  <a:pt x="2193065" y="1513197"/>
                  <a:pt x="2192385" y="1513564"/>
                  <a:pt x="2191862" y="1513564"/>
                </a:cubicBezTo>
                <a:lnTo>
                  <a:pt x="2178310" y="1513564"/>
                </a:lnTo>
                <a:cubicBezTo>
                  <a:pt x="2177787" y="1513564"/>
                  <a:pt x="2177107" y="1513197"/>
                  <a:pt x="2176845" y="1512727"/>
                </a:cubicBezTo>
                <a:lnTo>
                  <a:pt x="2170043" y="1501007"/>
                </a:lnTo>
                <a:cubicBezTo>
                  <a:pt x="2169782" y="1500535"/>
                  <a:pt x="2169782" y="1499803"/>
                  <a:pt x="2170043" y="1499332"/>
                </a:cubicBezTo>
                <a:lnTo>
                  <a:pt x="2176845" y="1487612"/>
                </a:lnTo>
                <a:cubicBezTo>
                  <a:pt x="2177107" y="1487141"/>
                  <a:pt x="2177787" y="1486775"/>
                  <a:pt x="2178310" y="1486775"/>
                </a:cubicBezTo>
                <a:close/>
                <a:moveTo>
                  <a:pt x="855721" y="1486670"/>
                </a:moveTo>
                <a:lnTo>
                  <a:pt x="869377" y="1486670"/>
                </a:lnTo>
                <a:cubicBezTo>
                  <a:pt x="869901" y="1486670"/>
                  <a:pt x="870581" y="1487036"/>
                  <a:pt x="870843" y="1487507"/>
                </a:cubicBezTo>
                <a:lnTo>
                  <a:pt x="877697" y="1499332"/>
                </a:lnTo>
                <a:cubicBezTo>
                  <a:pt x="877958" y="1499803"/>
                  <a:pt x="877958" y="1500535"/>
                  <a:pt x="877697" y="1501006"/>
                </a:cubicBezTo>
                <a:lnTo>
                  <a:pt x="870843" y="1512831"/>
                </a:lnTo>
                <a:cubicBezTo>
                  <a:pt x="870581" y="1513302"/>
                  <a:pt x="869901" y="1513668"/>
                  <a:pt x="869377" y="1513668"/>
                </a:cubicBezTo>
                <a:lnTo>
                  <a:pt x="855721" y="1513668"/>
                </a:lnTo>
                <a:cubicBezTo>
                  <a:pt x="855198" y="1513668"/>
                  <a:pt x="854518" y="1513302"/>
                  <a:pt x="854257" y="1512831"/>
                </a:cubicBezTo>
                <a:lnTo>
                  <a:pt x="847402" y="1501006"/>
                </a:lnTo>
                <a:cubicBezTo>
                  <a:pt x="847141" y="1500535"/>
                  <a:pt x="847141" y="1499803"/>
                  <a:pt x="847402" y="1499332"/>
                </a:cubicBezTo>
                <a:lnTo>
                  <a:pt x="854257" y="1487507"/>
                </a:lnTo>
                <a:cubicBezTo>
                  <a:pt x="854518" y="1487036"/>
                  <a:pt x="855198" y="1486670"/>
                  <a:pt x="855721" y="1486670"/>
                </a:cubicBezTo>
                <a:close/>
                <a:moveTo>
                  <a:pt x="2590815" y="1485257"/>
                </a:moveTo>
                <a:lnTo>
                  <a:pt x="2605884" y="1485257"/>
                </a:lnTo>
                <a:cubicBezTo>
                  <a:pt x="2606459" y="1485257"/>
                  <a:pt x="2607192" y="1485676"/>
                  <a:pt x="2607505" y="1486199"/>
                </a:cubicBezTo>
                <a:lnTo>
                  <a:pt x="2615040" y="1499279"/>
                </a:lnTo>
                <a:cubicBezTo>
                  <a:pt x="2615354" y="1499802"/>
                  <a:pt x="2615354" y="1500640"/>
                  <a:pt x="2615040" y="1501163"/>
                </a:cubicBezTo>
                <a:lnTo>
                  <a:pt x="2607505" y="1514243"/>
                </a:lnTo>
                <a:cubicBezTo>
                  <a:pt x="2607192" y="1514766"/>
                  <a:pt x="2606459" y="1515185"/>
                  <a:pt x="2605884" y="1515185"/>
                </a:cubicBezTo>
                <a:lnTo>
                  <a:pt x="2590815" y="1515185"/>
                </a:lnTo>
                <a:cubicBezTo>
                  <a:pt x="2590239" y="1515185"/>
                  <a:pt x="2589507" y="1514766"/>
                  <a:pt x="2589193" y="1514243"/>
                </a:cubicBezTo>
                <a:lnTo>
                  <a:pt x="2581659" y="1501163"/>
                </a:lnTo>
                <a:cubicBezTo>
                  <a:pt x="2581344" y="1500640"/>
                  <a:pt x="2581344" y="1499802"/>
                  <a:pt x="2581659" y="1499279"/>
                </a:cubicBezTo>
                <a:lnTo>
                  <a:pt x="2589193" y="1486199"/>
                </a:lnTo>
                <a:cubicBezTo>
                  <a:pt x="2589507" y="1485676"/>
                  <a:pt x="2590239" y="1485257"/>
                  <a:pt x="2590815" y="1485257"/>
                </a:cubicBezTo>
                <a:close/>
                <a:moveTo>
                  <a:pt x="2094020" y="1483635"/>
                </a:moveTo>
                <a:lnTo>
                  <a:pt x="2110763" y="1483635"/>
                </a:lnTo>
                <a:cubicBezTo>
                  <a:pt x="2111391" y="1483635"/>
                  <a:pt x="2112228" y="1484106"/>
                  <a:pt x="2112542" y="1484681"/>
                </a:cubicBezTo>
                <a:lnTo>
                  <a:pt x="2120913" y="1499175"/>
                </a:lnTo>
                <a:cubicBezTo>
                  <a:pt x="2121227" y="1499750"/>
                  <a:pt x="2121227" y="1500692"/>
                  <a:pt x="2120913" y="1501267"/>
                </a:cubicBezTo>
                <a:lnTo>
                  <a:pt x="2112542" y="1515760"/>
                </a:lnTo>
                <a:cubicBezTo>
                  <a:pt x="2112228" y="1516336"/>
                  <a:pt x="2111443" y="1516807"/>
                  <a:pt x="2110763" y="1516807"/>
                </a:cubicBezTo>
                <a:lnTo>
                  <a:pt x="2094020" y="1516807"/>
                </a:lnTo>
                <a:cubicBezTo>
                  <a:pt x="2093392" y="1516807"/>
                  <a:pt x="2092555" y="1516336"/>
                  <a:pt x="2092241" y="1515760"/>
                </a:cubicBezTo>
                <a:lnTo>
                  <a:pt x="2083870" y="1501267"/>
                </a:lnTo>
                <a:cubicBezTo>
                  <a:pt x="2083555" y="1500692"/>
                  <a:pt x="2083555" y="1499750"/>
                  <a:pt x="2083870" y="1499175"/>
                </a:cubicBezTo>
                <a:lnTo>
                  <a:pt x="2092241" y="1484681"/>
                </a:lnTo>
                <a:cubicBezTo>
                  <a:pt x="2092555" y="1484106"/>
                  <a:pt x="2093340" y="1483635"/>
                  <a:pt x="2094020" y="1483635"/>
                </a:cubicBezTo>
                <a:close/>
                <a:moveTo>
                  <a:pt x="2011352" y="1483635"/>
                </a:moveTo>
                <a:lnTo>
                  <a:pt x="2028095" y="1483635"/>
                </a:lnTo>
                <a:cubicBezTo>
                  <a:pt x="2028722" y="1483635"/>
                  <a:pt x="2029560" y="1484106"/>
                  <a:pt x="2029873" y="1484681"/>
                </a:cubicBezTo>
                <a:lnTo>
                  <a:pt x="2038245" y="1499175"/>
                </a:lnTo>
                <a:cubicBezTo>
                  <a:pt x="2038559" y="1499750"/>
                  <a:pt x="2038559" y="1500692"/>
                  <a:pt x="2038245" y="1501267"/>
                </a:cubicBezTo>
                <a:lnTo>
                  <a:pt x="2029873" y="1515760"/>
                </a:lnTo>
                <a:cubicBezTo>
                  <a:pt x="2029560" y="1516336"/>
                  <a:pt x="2028775" y="1516807"/>
                  <a:pt x="2028095" y="1516807"/>
                </a:cubicBezTo>
                <a:lnTo>
                  <a:pt x="2011352" y="1516807"/>
                </a:lnTo>
                <a:cubicBezTo>
                  <a:pt x="2010724" y="1516807"/>
                  <a:pt x="2009887" y="1516336"/>
                  <a:pt x="2009573" y="1515760"/>
                </a:cubicBezTo>
                <a:lnTo>
                  <a:pt x="2001201" y="1501267"/>
                </a:lnTo>
                <a:cubicBezTo>
                  <a:pt x="2000888" y="1500692"/>
                  <a:pt x="2000888" y="1499750"/>
                  <a:pt x="2001201" y="1499175"/>
                </a:cubicBezTo>
                <a:lnTo>
                  <a:pt x="2009573" y="1484681"/>
                </a:lnTo>
                <a:cubicBezTo>
                  <a:pt x="2009887" y="1484106"/>
                  <a:pt x="2010672" y="1483635"/>
                  <a:pt x="2011352" y="1483635"/>
                </a:cubicBezTo>
                <a:close/>
                <a:moveTo>
                  <a:pt x="2424589" y="1483426"/>
                </a:moveTo>
                <a:lnTo>
                  <a:pt x="2441541" y="1483426"/>
                </a:lnTo>
                <a:cubicBezTo>
                  <a:pt x="2442221" y="1483426"/>
                  <a:pt x="2443058" y="1483897"/>
                  <a:pt x="2443372" y="1484472"/>
                </a:cubicBezTo>
                <a:lnTo>
                  <a:pt x="2451848" y="1499123"/>
                </a:lnTo>
                <a:cubicBezTo>
                  <a:pt x="2452163" y="1499698"/>
                  <a:pt x="2452163" y="1500640"/>
                  <a:pt x="2451848" y="1501215"/>
                </a:cubicBezTo>
                <a:lnTo>
                  <a:pt x="2443372" y="1515866"/>
                </a:lnTo>
                <a:cubicBezTo>
                  <a:pt x="2443006" y="1516441"/>
                  <a:pt x="2442221" y="1516912"/>
                  <a:pt x="2441541" y="1516912"/>
                </a:cubicBezTo>
                <a:lnTo>
                  <a:pt x="2424589" y="1516912"/>
                </a:lnTo>
                <a:cubicBezTo>
                  <a:pt x="2423909" y="1516912"/>
                  <a:pt x="2423072" y="1516441"/>
                  <a:pt x="2422758" y="1515866"/>
                </a:cubicBezTo>
                <a:lnTo>
                  <a:pt x="2414281" y="1501215"/>
                </a:lnTo>
                <a:cubicBezTo>
                  <a:pt x="2413968" y="1500640"/>
                  <a:pt x="2413968" y="1499698"/>
                  <a:pt x="2414281" y="1499123"/>
                </a:cubicBezTo>
                <a:lnTo>
                  <a:pt x="2422758" y="1484472"/>
                </a:lnTo>
                <a:cubicBezTo>
                  <a:pt x="2423124" y="1483897"/>
                  <a:pt x="2423909" y="1483426"/>
                  <a:pt x="2424589" y="1483426"/>
                </a:cubicBezTo>
                <a:close/>
                <a:moveTo>
                  <a:pt x="771117" y="1482798"/>
                </a:moveTo>
                <a:lnTo>
                  <a:pt x="788645" y="1482798"/>
                </a:lnTo>
                <a:cubicBezTo>
                  <a:pt x="789325" y="1482798"/>
                  <a:pt x="790163" y="1483321"/>
                  <a:pt x="790528" y="1483897"/>
                </a:cubicBezTo>
                <a:lnTo>
                  <a:pt x="799319" y="1499070"/>
                </a:lnTo>
                <a:cubicBezTo>
                  <a:pt x="799685" y="1499646"/>
                  <a:pt x="799685" y="1500640"/>
                  <a:pt x="799319" y="1501215"/>
                </a:cubicBezTo>
                <a:lnTo>
                  <a:pt x="790528" y="1516388"/>
                </a:lnTo>
                <a:cubicBezTo>
                  <a:pt x="790163" y="1517016"/>
                  <a:pt x="789325" y="1517487"/>
                  <a:pt x="788645" y="1517487"/>
                </a:cubicBezTo>
                <a:lnTo>
                  <a:pt x="771117" y="1517487"/>
                </a:lnTo>
                <a:cubicBezTo>
                  <a:pt x="770437" y="1517487"/>
                  <a:pt x="769600" y="1516964"/>
                  <a:pt x="769234" y="1516388"/>
                </a:cubicBezTo>
                <a:lnTo>
                  <a:pt x="760443" y="1501215"/>
                </a:lnTo>
                <a:cubicBezTo>
                  <a:pt x="760078" y="1500640"/>
                  <a:pt x="760078" y="1499646"/>
                  <a:pt x="760443" y="1499070"/>
                </a:cubicBezTo>
                <a:lnTo>
                  <a:pt x="769234" y="1483897"/>
                </a:lnTo>
                <a:cubicBezTo>
                  <a:pt x="769600" y="1483269"/>
                  <a:pt x="770437" y="1482798"/>
                  <a:pt x="771117" y="1482798"/>
                </a:cubicBezTo>
                <a:close/>
                <a:moveTo>
                  <a:pt x="522798" y="1482275"/>
                </a:moveTo>
                <a:lnTo>
                  <a:pt x="540954" y="1482275"/>
                </a:lnTo>
                <a:cubicBezTo>
                  <a:pt x="541686" y="1482275"/>
                  <a:pt x="542524" y="1482746"/>
                  <a:pt x="542890" y="1483374"/>
                </a:cubicBezTo>
                <a:lnTo>
                  <a:pt x="551941" y="1499070"/>
                </a:lnTo>
                <a:cubicBezTo>
                  <a:pt x="552308" y="1499698"/>
                  <a:pt x="552308" y="1500692"/>
                  <a:pt x="551941" y="1501320"/>
                </a:cubicBezTo>
                <a:lnTo>
                  <a:pt x="542890" y="1517017"/>
                </a:lnTo>
                <a:cubicBezTo>
                  <a:pt x="542524" y="1517592"/>
                  <a:pt x="541686" y="1518115"/>
                  <a:pt x="540954" y="1518115"/>
                </a:cubicBezTo>
                <a:lnTo>
                  <a:pt x="522798" y="1518115"/>
                </a:lnTo>
                <a:cubicBezTo>
                  <a:pt x="522066" y="1518115"/>
                  <a:pt x="521229" y="1517645"/>
                  <a:pt x="520862" y="1517017"/>
                </a:cubicBezTo>
                <a:lnTo>
                  <a:pt x="511811" y="1501320"/>
                </a:lnTo>
                <a:cubicBezTo>
                  <a:pt x="511444" y="1500692"/>
                  <a:pt x="511444" y="1499698"/>
                  <a:pt x="511811" y="1499070"/>
                </a:cubicBezTo>
                <a:lnTo>
                  <a:pt x="520862" y="1483374"/>
                </a:lnTo>
                <a:cubicBezTo>
                  <a:pt x="521229" y="1482798"/>
                  <a:pt x="522066" y="1482275"/>
                  <a:pt x="522798" y="1482275"/>
                </a:cubicBezTo>
                <a:close/>
                <a:moveTo>
                  <a:pt x="440026" y="1481856"/>
                </a:moveTo>
                <a:lnTo>
                  <a:pt x="458548" y="1481856"/>
                </a:lnTo>
                <a:cubicBezTo>
                  <a:pt x="459280" y="1481856"/>
                  <a:pt x="460170" y="1482379"/>
                  <a:pt x="460536" y="1483007"/>
                </a:cubicBezTo>
                <a:lnTo>
                  <a:pt x="469797" y="1499018"/>
                </a:lnTo>
                <a:cubicBezTo>
                  <a:pt x="470163" y="1499645"/>
                  <a:pt x="470163" y="1500692"/>
                  <a:pt x="469797" y="1501320"/>
                </a:cubicBezTo>
                <a:lnTo>
                  <a:pt x="460536" y="1517330"/>
                </a:lnTo>
                <a:cubicBezTo>
                  <a:pt x="460170" y="1517958"/>
                  <a:pt x="459280" y="1518481"/>
                  <a:pt x="458548" y="1518481"/>
                </a:cubicBezTo>
                <a:lnTo>
                  <a:pt x="440026" y="1518481"/>
                </a:lnTo>
                <a:cubicBezTo>
                  <a:pt x="439293" y="1518481"/>
                  <a:pt x="438404" y="1517958"/>
                  <a:pt x="438037" y="1517330"/>
                </a:cubicBezTo>
                <a:lnTo>
                  <a:pt x="428777" y="1501320"/>
                </a:lnTo>
                <a:cubicBezTo>
                  <a:pt x="428410" y="1500692"/>
                  <a:pt x="428410" y="1499645"/>
                  <a:pt x="428777" y="1499018"/>
                </a:cubicBezTo>
                <a:lnTo>
                  <a:pt x="438037" y="1483007"/>
                </a:lnTo>
                <a:cubicBezTo>
                  <a:pt x="438404" y="1482379"/>
                  <a:pt x="439293" y="1481856"/>
                  <a:pt x="440026" y="1481856"/>
                </a:cubicBezTo>
                <a:close/>
                <a:moveTo>
                  <a:pt x="604996" y="1481281"/>
                </a:moveTo>
                <a:lnTo>
                  <a:pt x="624094" y="1481281"/>
                </a:lnTo>
                <a:cubicBezTo>
                  <a:pt x="624826" y="1481281"/>
                  <a:pt x="625768" y="1481857"/>
                  <a:pt x="626134" y="1482484"/>
                </a:cubicBezTo>
                <a:lnTo>
                  <a:pt x="635709" y="1499018"/>
                </a:lnTo>
                <a:cubicBezTo>
                  <a:pt x="636075" y="1499646"/>
                  <a:pt x="636075" y="1500745"/>
                  <a:pt x="635709" y="1501373"/>
                </a:cubicBezTo>
                <a:lnTo>
                  <a:pt x="626134" y="1517906"/>
                </a:lnTo>
                <a:cubicBezTo>
                  <a:pt x="625768" y="1518586"/>
                  <a:pt x="624826" y="1519110"/>
                  <a:pt x="624094" y="1519110"/>
                </a:cubicBezTo>
                <a:lnTo>
                  <a:pt x="604996" y="1519110"/>
                </a:lnTo>
                <a:cubicBezTo>
                  <a:pt x="604264" y="1519110"/>
                  <a:pt x="603322" y="1518534"/>
                  <a:pt x="602956" y="1517906"/>
                </a:cubicBezTo>
                <a:lnTo>
                  <a:pt x="593381" y="1501373"/>
                </a:lnTo>
                <a:cubicBezTo>
                  <a:pt x="593014" y="1500745"/>
                  <a:pt x="593014" y="1499646"/>
                  <a:pt x="593381" y="1499018"/>
                </a:cubicBezTo>
                <a:lnTo>
                  <a:pt x="602956" y="1482484"/>
                </a:lnTo>
                <a:cubicBezTo>
                  <a:pt x="603322" y="1481804"/>
                  <a:pt x="604264" y="1481281"/>
                  <a:pt x="604996" y="1481281"/>
                </a:cubicBezTo>
                <a:close/>
                <a:moveTo>
                  <a:pt x="686566" y="1479083"/>
                </a:moveTo>
                <a:lnTo>
                  <a:pt x="707913" y="1479083"/>
                </a:lnTo>
                <a:cubicBezTo>
                  <a:pt x="708750" y="1479083"/>
                  <a:pt x="709797" y="1479658"/>
                  <a:pt x="710215" y="1480391"/>
                </a:cubicBezTo>
                <a:lnTo>
                  <a:pt x="720889" y="1498861"/>
                </a:lnTo>
                <a:cubicBezTo>
                  <a:pt x="721307" y="1499541"/>
                  <a:pt x="721307" y="1500744"/>
                  <a:pt x="720889" y="1501477"/>
                </a:cubicBezTo>
                <a:lnTo>
                  <a:pt x="710215" y="1519946"/>
                </a:lnTo>
                <a:cubicBezTo>
                  <a:pt x="709797" y="1520679"/>
                  <a:pt x="708750" y="1521254"/>
                  <a:pt x="707913" y="1521254"/>
                </a:cubicBezTo>
                <a:lnTo>
                  <a:pt x="686566" y="1521254"/>
                </a:lnTo>
                <a:cubicBezTo>
                  <a:pt x="685729" y="1521254"/>
                  <a:pt x="684682" y="1520679"/>
                  <a:pt x="684264" y="1519946"/>
                </a:cubicBezTo>
                <a:lnTo>
                  <a:pt x="673590" y="1501477"/>
                </a:lnTo>
                <a:cubicBezTo>
                  <a:pt x="673171" y="1500796"/>
                  <a:pt x="673171" y="1499593"/>
                  <a:pt x="673590" y="1498861"/>
                </a:cubicBezTo>
                <a:lnTo>
                  <a:pt x="684264" y="1480391"/>
                </a:lnTo>
                <a:cubicBezTo>
                  <a:pt x="684682" y="1479658"/>
                  <a:pt x="685729" y="1479083"/>
                  <a:pt x="686566" y="1479083"/>
                </a:cubicBezTo>
                <a:close/>
                <a:moveTo>
                  <a:pt x="2680913" y="1417396"/>
                </a:moveTo>
                <a:lnTo>
                  <a:pt x="2681070" y="1417396"/>
                </a:lnTo>
                <a:cubicBezTo>
                  <a:pt x="2681070" y="1417396"/>
                  <a:pt x="2681174" y="1417396"/>
                  <a:pt x="2681174" y="1417396"/>
                </a:cubicBezTo>
                <a:lnTo>
                  <a:pt x="2681174" y="1417553"/>
                </a:lnTo>
                <a:cubicBezTo>
                  <a:pt x="2681227" y="1417553"/>
                  <a:pt x="2681122" y="1417553"/>
                  <a:pt x="2681122" y="1417553"/>
                </a:cubicBezTo>
                <a:lnTo>
                  <a:pt x="2681122" y="1417710"/>
                </a:lnTo>
                <a:lnTo>
                  <a:pt x="2680965" y="1417710"/>
                </a:lnTo>
                <a:cubicBezTo>
                  <a:pt x="2680965" y="1417710"/>
                  <a:pt x="2680861" y="1417710"/>
                  <a:pt x="2680861" y="1417710"/>
                </a:cubicBezTo>
                <a:lnTo>
                  <a:pt x="2680861" y="1417553"/>
                </a:lnTo>
                <a:cubicBezTo>
                  <a:pt x="2680808" y="1417553"/>
                  <a:pt x="2680913" y="1417553"/>
                  <a:pt x="2680913" y="1417553"/>
                </a:cubicBezTo>
                <a:close/>
                <a:moveTo>
                  <a:pt x="1024773" y="1411536"/>
                </a:moveTo>
                <a:lnTo>
                  <a:pt x="1030895" y="1411536"/>
                </a:lnTo>
                <a:cubicBezTo>
                  <a:pt x="1031104" y="1411536"/>
                  <a:pt x="1031522" y="1411902"/>
                  <a:pt x="1031522" y="1411902"/>
                </a:cubicBezTo>
                <a:lnTo>
                  <a:pt x="1034557" y="1417187"/>
                </a:lnTo>
                <a:cubicBezTo>
                  <a:pt x="1034662" y="1417396"/>
                  <a:pt x="1034557" y="1417919"/>
                  <a:pt x="1034557" y="1417919"/>
                </a:cubicBezTo>
                <a:lnTo>
                  <a:pt x="1031522" y="1423204"/>
                </a:lnTo>
                <a:cubicBezTo>
                  <a:pt x="1031418" y="1423413"/>
                  <a:pt x="1030895" y="1423570"/>
                  <a:pt x="1030895" y="1423570"/>
                </a:cubicBezTo>
                <a:lnTo>
                  <a:pt x="1024773" y="1423570"/>
                </a:lnTo>
                <a:cubicBezTo>
                  <a:pt x="1024564" y="1423570"/>
                  <a:pt x="1024145" y="1423204"/>
                  <a:pt x="1024145" y="1423204"/>
                </a:cubicBezTo>
                <a:lnTo>
                  <a:pt x="1021110" y="1417919"/>
                </a:lnTo>
                <a:cubicBezTo>
                  <a:pt x="1021006" y="1417710"/>
                  <a:pt x="1021110" y="1417187"/>
                  <a:pt x="1021110" y="1417187"/>
                </a:cubicBezTo>
                <a:lnTo>
                  <a:pt x="1024145" y="1411902"/>
                </a:lnTo>
                <a:cubicBezTo>
                  <a:pt x="1024250" y="1411693"/>
                  <a:pt x="1024773" y="1411536"/>
                  <a:pt x="1024773" y="1411536"/>
                </a:cubicBezTo>
                <a:close/>
                <a:moveTo>
                  <a:pt x="1685597" y="1410605"/>
                </a:moveTo>
                <a:lnTo>
                  <a:pt x="1692608" y="1410605"/>
                </a:lnTo>
                <a:cubicBezTo>
                  <a:pt x="1692870" y="1410605"/>
                  <a:pt x="1693341" y="1411013"/>
                  <a:pt x="1693341" y="1411013"/>
                </a:cubicBezTo>
                <a:lnTo>
                  <a:pt x="1696846" y="1417082"/>
                </a:lnTo>
                <a:cubicBezTo>
                  <a:pt x="1697003" y="1417343"/>
                  <a:pt x="1696846" y="1417971"/>
                  <a:pt x="1696846" y="1417971"/>
                </a:cubicBezTo>
                <a:lnTo>
                  <a:pt x="1693341" y="1424041"/>
                </a:lnTo>
                <a:cubicBezTo>
                  <a:pt x="1693236" y="1424250"/>
                  <a:pt x="1692870" y="1424459"/>
                  <a:pt x="1692608" y="1424459"/>
                </a:cubicBezTo>
                <a:lnTo>
                  <a:pt x="1685597" y="1424459"/>
                </a:lnTo>
                <a:cubicBezTo>
                  <a:pt x="1685335" y="1424459"/>
                  <a:pt x="1684864" y="1424041"/>
                  <a:pt x="1684864" y="1424041"/>
                </a:cubicBezTo>
                <a:lnTo>
                  <a:pt x="1681359" y="1417971"/>
                </a:lnTo>
                <a:cubicBezTo>
                  <a:pt x="1681202" y="1417710"/>
                  <a:pt x="1681359" y="1417082"/>
                  <a:pt x="1681359" y="1417082"/>
                </a:cubicBezTo>
                <a:lnTo>
                  <a:pt x="1684864" y="1411013"/>
                </a:lnTo>
                <a:cubicBezTo>
                  <a:pt x="1684969" y="1410814"/>
                  <a:pt x="1685335" y="1410605"/>
                  <a:pt x="1685597" y="1410605"/>
                </a:cubicBezTo>
                <a:close/>
                <a:moveTo>
                  <a:pt x="941686" y="1410554"/>
                </a:moveTo>
                <a:lnTo>
                  <a:pt x="948802" y="1410554"/>
                </a:lnTo>
                <a:cubicBezTo>
                  <a:pt x="949116" y="1410554"/>
                  <a:pt x="949587" y="1410961"/>
                  <a:pt x="949587" y="1410961"/>
                </a:cubicBezTo>
                <a:lnTo>
                  <a:pt x="953145" y="1417135"/>
                </a:lnTo>
                <a:cubicBezTo>
                  <a:pt x="953302" y="1417396"/>
                  <a:pt x="953145" y="1418024"/>
                  <a:pt x="953145" y="1418024"/>
                </a:cubicBezTo>
                <a:lnTo>
                  <a:pt x="949587" y="1424198"/>
                </a:lnTo>
                <a:cubicBezTo>
                  <a:pt x="949430" y="1424407"/>
                  <a:pt x="949064" y="1424617"/>
                  <a:pt x="948802" y="1424617"/>
                </a:cubicBezTo>
                <a:lnTo>
                  <a:pt x="941686" y="1424617"/>
                </a:lnTo>
                <a:cubicBezTo>
                  <a:pt x="941373" y="1424617"/>
                  <a:pt x="940902" y="1424198"/>
                  <a:pt x="940902" y="1424198"/>
                </a:cubicBezTo>
                <a:lnTo>
                  <a:pt x="937344" y="1418024"/>
                </a:lnTo>
                <a:cubicBezTo>
                  <a:pt x="937187" y="1417762"/>
                  <a:pt x="937344" y="1417135"/>
                  <a:pt x="937344" y="1417135"/>
                </a:cubicBezTo>
                <a:lnTo>
                  <a:pt x="940902" y="1410961"/>
                </a:lnTo>
                <a:cubicBezTo>
                  <a:pt x="941059" y="1410762"/>
                  <a:pt x="941425" y="1410554"/>
                  <a:pt x="941686" y="1410554"/>
                </a:cubicBezTo>
                <a:close/>
                <a:moveTo>
                  <a:pt x="1602248" y="1409248"/>
                </a:moveTo>
                <a:lnTo>
                  <a:pt x="1610620" y="1409248"/>
                </a:lnTo>
                <a:cubicBezTo>
                  <a:pt x="1610933" y="1409248"/>
                  <a:pt x="1611352" y="1409506"/>
                  <a:pt x="1611509" y="1409770"/>
                </a:cubicBezTo>
                <a:lnTo>
                  <a:pt x="1615695" y="1417030"/>
                </a:lnTo>
                <a:cubicBezTo>
                  <a:pt x="1615852" y="1417344"/>
                  <a:pt x="1615852" y="1417815"/>
                  <a:pt x="1615695" y="1418076"/>
                </a:cubicBezTo>
                <a:lnTo>
                  <a:pt x="1611509" y="1425349"/>
                </a:lnTo>
                <a:cubicBezTo>
                  <a:pt x="1611352" y="1425663"/>
                  <a:pt x="1610933" y="1425872"/>
                  <a:pt x="1610620" y="1425872"/>
                </a:cubicBezTo>
                <a:lnTo>
                  <a:pt x="1602248" y="1425872"/>
                </a:lnTo>
                <a:cubicBezTo>
                  <a:pt x="1601934" y="1425872"/>
                  <a:pt x="1601515" y="1425611"/>
                  <a:pt x="1601359" y="1425349"/>
                </a:cubicBezTo>
                <a:lnTo>
                  <a:pt x="1597173" y="1418076"/>
                </a:lnTo>
                <a:cubicBezTo>
                  <a:pt x="1597016" y="1417762"/>
                  <a:pt x="1597016" y="1417292"/>
                  <a:pt x="1597173" y="1417030"/>
                </a:cubicBezTo>
                <a:lnTo>
                  <a:pt x="1601359" y="1409770"/>
                </a:lnTo>
                <a:cubicBezTo>
                  <a:pt x="1601515" y="1409454"/>
                  <a:pt x="1601934" y="1409248"/>
                  <a:pt x="1602248" y="1409248"/>
                </a:cubicBezTo>
                <a:close/>
                <a:moveTo>
                  <a:pt x="2511181" y="1408615"/>
                </a:moveTo>
                <a:lnTo>
                  <a:pt x="2520181" y="1408615"/>
                </a:lnTo>
                <a:cubicBezTo>
                  <a:pt x="2520494" y="1408615"/>
                  <a:pt x="2520965" y="1408882"/>
                  <a:pt x="2521122" y="1409190"/>
                </a:cubicBezTo>
                <a:lnTo>
                  <a:pt x="2525622" y="1416977"/>
                </a:lnTo>
                <a:cubicBezTo>
                  <a:pt x="2525779" y="1417291"/>
                  <a:pt x="2525779" y="1417762"/>
                  <a:pt x="2525622" y="1418076"/>
                </a:cubicBezTo>
                <a:lnTo>
                  <a:pt x="2521122" y="1425872"/>
                </a:lnTo>
                <a:cubicBezTo>
                  <a:pt x="2520965" y="1426186"/>
                  <a:pt x="2520547" y="1426448"/>
                  <a:pt x="2520181" y="1426448"/>
                </a:cubicBezTo>
                <a:lnTo>
                  <a:pt x="2511181" y="1426448"/>
                </a:lnTo>
                <a:cubicBezTo>
                  <a:pt x="2510867" y="1426448"/>
                  <a:pt x="2510397" y="1426186"/>
                  <a:pt x="2510239" y="1425872"/>
                </a:cubicBezTo>
                <a:lnTo>
                  <a:pt x="2505740" y="1418076"/>
                </a:lnTo>
                <a:cubicBezTo>
                  <a:pt x="2505583" y="1417762"/>
                  <a:pt x="2505583" y="1417291"/>
                  <a:pt x="2505740" y="1416977"/>
                </a:cubicBezTo>
                <a:lnTo>
                  <a:pt x="2510239" y="1409190"/>
                </a:lnTo>
                <a:cubicBezTo>
                  <a:pt x="2510397" y="1408882"/>
                  <a:pt x="2510815" y="1408615"/>
                  <a:pt x="2511181" y="1408615"/>
                </a:cubicBezTo>
                <a:close/>
                <a:moveTo>
                  <a:pt x="1436597" y="1408615"/>
                </a:moveTo>
                <a:lnTo>
                  <a:pt x="1445596" y="1408615"/>
                </a:lnTo>
                <a:cubicBezTo>
                  <a:pt x="1445910" y="1408615"/>
                  <a:pt x="1446381" y="1408882"/>
                  <a:pt x="1446538" y="1409190"/>
                </a:cubicBezTo>
                <a:lnTo>
                  <a:pt x="1451038" y="1416977"/>
                </a:lnTo>
                <a:cubicBezTo>
                  <a:pt x="1451195" y="1417291"/>
                  <a:pt x="1451195" y="1417762"/>
                  <a:pt x="1451038" y="1418076"/>
                </a:cubicBezTo>
                <a:lnTo>
                  <a:pt x="1446538" y="1425872"/>
                </a:lnTo>
                <a:cubicBezTo>
                  <a:pt x="1446381" y="1426186"/>
                  <a:pt x="1445963" y="1426448"/>
                  <a:pt x="1445596" y="1426448"/>
                </a:cubicBezTo>
                <a:lnTo>
                  <a:pt x="1436597" y="1426448"/>
                </a:lnTo>
                <a:cubicBezTo>
                  <a:pt x="1436283" y="1426448"/>
                  <a:pt x="1435812" y="1426186"/>
                  <a:pt x="1435656" y="1425872"/>
                </a:cubicBezTo>
                <a:lnTo>
                  <a:pt x="1431156" y="1418076"/>
                </a:lnTo>
                <a:cubicBezTo>
                  <a:pt x="1430999" y="1417762"/>
                  <a:pt x="1430999" y="1417291"/>
                  <a:pt x="1431156" y="1416977"/>
                </a:cubicBezTo>
                <a:lnTo>
                  <a:pt x="1435656" y="1409190"/>
                </a:lnTo>
                <a:cubicBezTo>
                  <a:pt x="1435812" y="1408882"/>
                  <a:pt x="1436231" y="1408615"/>
                  <a:pt x="1436597" y="1408615"/>
                </a:cubicBezTo>
                <a:close/>
                <a:moveTo>
                  <a:pt x="1519214" y="1408410"/>
                </a:moveTo>
                <a:lnTo>
                  <a:pt x="1528423" y="1408410"/>
                </a:lnTo>
                <a:cubicBezTo>
                  <a:pt x="1528789" y="1408410"/>
                  <a:pt x="1529260" y="1408669"/>
                  <a:pt x="1529417" y="1408985"/>
                </a:cubicBezTo>
                <a:lnTo>
                  <a:pt x="1534021" y="1416978"/>
                </a:lnTo>
                <a:cubicBezTo>
                  <a:pt x="1534178" y="1417292"/>
                  <a:pt x="1534178" y="1417815"/>
                  <a:pt x="1534021" y="1418129"/>
                </a:cubicBezTo>
                <a:lnTo>
                  <a:pt x="1529417" y="1426134"/>
                </a:lnTo>
                <a:cubicBezTo>
                  <a:pt x="1529208" y="1426448"/>
                  <a:pt x="1528789" y="1426710"/>
                  <a:pt x="1528423" y="1426710"/>
                </a:cubicBezTo>
                <a:lnTo>
                  <a:pt x="1519214" y="1426710"/>
                </a:lnTo>
                <a:cubicBezTo>
                  <a:pt x="1518848" y="1426710"/>
                  <a:pt x="1518377" y="1426448"/>
                  <a:pt x="1518220" y="1426134"/>
                </a:cubicBezTo>
                <a:lnTo>
                  <a:pt x="1513616" y="1418129"/>
                </a:lnTo>
                <a:cubicBezTo>
                  <a:pt x="1513459" y="1417815"/>
                  <a:pt x="1513459" y="1417292"/>
                  <a:pt x="1513616" y="1416978"/>
                </a:cubicBezTo>
                <a:lnTo>
                  <a:pt x="1518220" y="1408985"/>
                </a:lnTo>
                <a:cubicBezTo>
                  <a:pt x="1518429" y="1408669"/>
                  <a:pt x="1518848" y="1408410"/>
                  <a:pt x="1519214" y="1408410"/>
                </a:cubicBezTo>
                <a:close/>
                <a:moveTo>
                  <a:pt x="1353301" y="1407310"/>
                </a:moveTo>
                <a:lnTo>
                  <a:pt x="1363714" y="1407310"/>
                </a:lnTo>
                <a:cubicBezTo>
                  <a:pt x="1364132" y="1407310"/>
                  <a:pt x="1364603" y="1407571"/>
                  <a:pt x="1364812" y="1407939"/>
                </a:cubicBezTo>
                <a:lnTo>
                  <a:pt x="1369992" y="1416925"/>
                </a:lnTo>
                <a:cubicBezTo>
                  <a:pt x="1370202" y="1417291"/>
                  <a:pt x="1370202" y="1417867"/>
                  <a:pt x="1369992" y="1418233"/>
                </a:cubicBezTo>
                <a:lnTo>
                  <a:pt x="1364812" y="1427233"/>
                </a:lnTo>
                <a:cubicBezTo>
                  <a:pt x="1364603" y="1427599"/>
                  <a:pt x="1364132" y="1427860"/>
                  <a:pt x="1363714" y="1427860"/>
                </a:cubicBezTo>
                <a:lnTo>
                  <a:pt x="1353301" y="1427860"/>
                </a:lnTo>
                <a:cubicBezTo>
                  <a:pt x="1352883" y="1427860"/>
                  <a:pt x="1352412" y="1427599"/>
                  <a:pt x="1352203" y="1427233"/>
                </a:cubicBezTo>
                <a:lnTo>
                  <a:pt x="1347023" y="1418233"/>
                </a:lnTo>
                <a:cubicBezTo>
                  <a:pt x="1346814" y="1417867"/>
                  <a:pt x="1346814" y="1417291"/>
                  <a:pt x="1347023" y="1416925"/>
                </a:cubicBezTo>
                <a:lnTo>
                  <a:pt x="1352203" y="1407939"/>
                </a:lnTo>
                <a:cubicBezTo>
                  <a:pt x="1352412" y="1407571"/>
                  <a:pt x="1352883" y="1407310"/>
                  <a:pt x="1353301" y="1407310"/>
                </a:cubicBezTo>
                <a:close/>
                <a:moveTo>
                  <a:pt x="856978" y="1406524"/>
                </a:moveTo>
                <a:lnTo>
                  <a:pt x="868122" y="1406524"/>
                </a:lnTo>
                <a:cubicBezTo>
                  <a:pt x="868593" y="1406524"/>
                  <a:pt x="869116" y="1406839"/>
                  <a:pt x="869325" y="1407204"/>
                </a:cubicBezTo>
                <a:lnTo>
                  <a:pt x="874871" y="1416820"/>
                </a:lnTo>
                <a:cubicBezTo>
                  <a:pt x="875081" y="1417187"/>
                  <a:pt x="875081" y="1417815"/>
                  <a:pt x="874871" y="1418181"/>
                </a:cubicBezTo>
                <a:lnTo>
                  <a:pt x="869325" y="1427808"/>
                </a:lnTo>
                <a:cubicBezTo>
                  <a:pt x="869116" y="1428174"/>
                  <a:pt x="868541" y="1428488"/>
                  <a:pt x="868122" y="1428488"/>
                </a:cubicBezTo>
                <a:lnTo>
                  <a:pt x="856978" y="1428488"/>
                </a:lnTo>
                <a:cubicBezTo>
                  <a:pt x="856507" y="1428488"/>
                  <a:pt x="855983" y="1428174"/>
                  <a:pt x="855774" y="1427808"/>
                </a:cubicBezTo>
                <a:lnTo>
                  <a:pt x="850228" y="1418181"/>
                </a:lnTo>
                <a:cubicBezTo>
                  <a:pt x="850019" y="1417815"/>
                  <a:pt x="850019" y="1417187"/>
                  <a:pt x="850228" y="1416820"/>
                </a:cubicBezTo>
                <a:lnTo>
                  <a:pt x="855774" y="1407204"/>
                </a:lnTo>
                <a:cubicBezTo>
                  <a:pt x="855983" y="1406839"/>
                  <a:pt x="856559" y="1406524"/>
                  <a:pt x="856978" y="1406524"/>
                </a:cubicBezTo>
                <a:close/>
                <a:moveTo>
                  <a:pt x="1848736" y="1406156"/>
                </a:moveTo>
                <a:lnTo>
                  <a:pt x="1860247" y="1406156"/>
                </a:lnTo>
                <a:cubicBezTo>
                  <a:pt x="1860718" y="1406156"/>
                  <a:pt x="1861293" y="1406474"/>
                  <a:pt x="1861503" y="1406891"/>
                </a:cubicBezTo>
                <a:lnTo>
                  <a:pt x="1867258" y="1416821"/>
                </a:lnTo>
                <a:cubicBezTo>
                  <a:pt x="1867467" y="1417187"/>
                  <a:pt x="1867467" y="1417815"/>
                  <a:pt x="1867258" y="1418233"/>
                </a:cubicBezTo>
                <a:lnTo>
                  <a:pt x="1861503" y="1428174"/>
                </a:lnTo>
                <a:cubicBezTo>
                  <a:pt x="1861241" y="1428593"/>
                  <a:pt x="1860718" y="1428907"/>
                  <a:pt x="1860247" y="1428907"/>
                </a:cubicBezTo>
                <a:lnTo>
                  <a:pt x="1848736" y="1428907"/>
                </a:lnTo>
                <a:cubicBezTo>
                  <a:pt x="1848265" y="1428907"/>
                  <a:pt x="1847690" y="1428593"/>
                  <a:pt x="1847480" y="1428174"/>
                </a:cubicBezTo>
                <a:lnTo>
                  <a:pt x="1841725" y="1418233"/>
                </a:lnTo>
                <a:cubicBezTo>
                  <a:pt x="1841516" y="1417867"/>
                  <a:pt x="1841516" y="1417239"/>
                  <a:pt x="1841725" y="1416821"/>
                </a:cubicBezTo>
                <a:lnTo>
                  <a:pt x="1847480" y="1406891"/>
                </a:lnTo>
                <a:cubicBezTo>
                  <a:pt x="1847742" y="1406474"/>
                  <a:pt x="1848265" y="1406156"/>
                  <a:pt x="1848736" y="1406156"/>
                </a:cubicBezTo>
                <a:close/>
                <a:moveTo>
                  <a:pt x="1104722" y="1406053"/>
                </a:moveTo>
                <a:lnTo>
                  <a:pt x="1116337" y="1406053"/>
                </a:lnTo>
                <a:cubicBezTo>
                  <a:pt x="1116808" y="1406053"/>
                  <a:pt x="1117383" y="1406371"/>
                  <a:pt x="1117592" y="1406787"/>
                </a:cubicBezTo>
                <a:lnTo>
                  <a:pt x="1123400" y="1416820"/>
                </a:lnTo>
                <a:cubicBezTo>
                  <a:pt x="1123610" y="1417187"/>
                  <a:pt x="1123610" y="1417814"/>
                  <a:pt x="1123400" y="1418233"/>
                </a:cubicBezTo>
                <a:lnTo>
                  <a:pt x="1117592" y="1428279"/>
                </a:lnTo>
                <a:cubicBezTo>
                  <a:pt x="1117331" y="1428697"/>
                  <a:pt x="1116808" y="1429011"/>
                  <a:pt x="1116337" y="1429011"/>
                </a:cubicBezTo>
                <a:lnTo>
                  <a:pt x="1104722" y="1429011"/>
                </a:lnTo>
                <a:cubicBezTo>
                  <a:pt x="1104250" y="1429011"/>
                  <a:pt x="1103675" y="1428697"/>
                  <a:pt x="1103466" y="1428279"/>
                </a:cubicBezTo>
                <a:lnTo>
                  <a:pt x="1097658" y="1418233"/>
                </a:lnTo>
                <a:cubicBezTo>
                  <a:pt x="1097449" y="1417867"/>
                  <a:pt x="1097449" y="1417239"/>
                  <a:pt x="1097658" y="1416820"/>
                </a:cubicBezTo>
                <a:lnTo>
                  <a:pt x="1103466" y="1406787"/>
                </a:lnTo>
                <a:cubicBezTo>
                  <a:pt x="1103727" y="1406371"/>
                  <a:pt x="1104250" y="1406053"/>
                  <a:pt x="1104722" y="1406053"/>
                </a:cubicBezTo>
                <a:close/>
                <a:moveTo>
                  <a:pt x="1269901" y="1405896"/>
                </a:moveTo>
                <a:lnTo>
                  <a:pt x="1281673" y="1405896"/>
                </a:lnTo>
                <a:cubicBezTo>
                  <a:pt x="1282144" y="1405896"/>
                  <a:pt x="1282720" y="1406210"/>
                  <a:pt x="1282929" y="1406628"/>
                </a:cubicBezTo>
                <a:lnTo>
                  <a:pt x="1288842" y="1416820"/>
                </a:lnTo>
                <a:cubicBezTo>
                  <a:pt x="1289051" y="1417239"/>
                  <a:pt x="1289051" y="1417867"/>
                  <a:pt x="1288842" y="1418285"/>
                </a:cubicBezTo>
                <a:lnTo>
                  <a:pt x="1282929" y="1428488"/>
                </a:lnTo>
                <a:cubicBezTo>
                  <a:pt x="1282720" y="1428907"/>
                  <a:pt x="1282144" y="1429221"/>
                  <a:pt x="1281673" y="1429221"/>
                </a:cubicBezTo>
                <a:lnTo>
                  <a:pt x="1269901" y="1429221"/>
                </a:lnTo>
                <a:cubicBezTo>
                  <a:pt x="1269430" y="1429221"/>
                  <a:pt x="1268855" y="1428907"/>
                  <a:pt x="1268645" y="1428488"/>
                </a:cubicBezTo>
                <a:lnTo>
                  <a:pt x="1262733" y="1418285"/>
                </a:lnTo>
                <a:cubicBezTo>
                  <a:pt x="1262524" y="1417867"/>
                  <a:pt x="1262524" y="1417239"/>
                  <a:pt x="1262733" y="1416820"/>
                </a:cubicBezTo>
                <a:lnTo>
                  <a:pt x="1268645" y="1406628"/>
                </a:lnTo>
                <a:cubicBezTo>
                  <a:pt x="1268855" y="1406210"/>
                  <a:pt x="1269430" y="1405896"/>
                  <a:pt x="1269901" y="1405896"/>
                </a:cubicBezTo>
                <a:close/>
                <a:moveTo>
                  <a:pt x="1765806" y="1405792"/>
                </a:moveTo>
                <a:lnTo>
                  <a:pt x="1777683" y="1405792"/>
                </a:lnTo>
                <a:cubicBezTo>
                  <a:pt x="1778154" y="1405792"/>
                  <a:pt x="1778730" y="1406106"/>
                  <a:pt x="1778939" y="1406524"/>
                </a:cubicBezTo>
                <a:lnTo>
                  <a:pt x="1784904" y="1416821"/>
                </a:lnTo>
                <a:cubicBezTo>
                  <a:pt x="1785113" y="1417239"/>
                  <a:pt x="1785113" y="1417867"/>
                  <a:pt x="1784904" y="1418286"/>
                </a:cubicBezTo>
                <a:lnTo>
                  <a:pt x="1778939" y="1428593"/>
                </a:lnTo>
                <a:cubicBezTo>
                  <a:pt x="1778730" y="1429012"/>
                  <a:pt x="1778154" y="1429326"/>
                  <a:pt x="1777683" y="1429326"/>
                </a:cubicBezTo>
                <a:lnTo>
                  <a:pt x="1765806" y="1429326"/>
                </a:lnTo>
                <a:cubicBezTo>
                  <a:pt x="1765335" y="1429326"/>
                  <a:pt x="1764760" y="1429012"/>
                  <a:pt x="1764551" y="1428593"/>
                </a:cubicBezTo>
                <a:lnTo>
                  <a:pt x="1758586" y="1418286"/>
                </a:lnTo>
                <a:cubicBezTo>
                  <a:pt x="1758377" y="1417867"/>
                  <a:pt x="1758377" y="1417239"/>
                  <a:pt x="1758586" y="1416821"/>
                </a:cubicBezTo>
                <a:lnTo>
                  <a:pt x="1764551" y="1406524"/>
                </a:lnTo>
                <a:cubicBezTo>
                  <a:pt x="1764760" y="1406106"/>
                  <a:pt x="1765335" y="1405792"/>
                  <a:pt x="1765806" y="1405792"/>
                </a:cubicBezTo>
                <a:close/>
                <a:moveTo>
                  <a:pt x="1186971" y="1405323"/>
                </a:moveTo>
                <a:lnTo>
                  <a:pt x="1199319" y="1405323"/>
                </a:lnTo>
                <a:cubicBezTo>
                  <a:pt x="1199790" y="1405323"/>
                  <a:pt x="1200365" y="1405687"/>
                  <a:pt x="1200627" y="1406106"/>
                </a:cubicBezTo>
                <a:lnTo>
                  <a:pt x="1206801" y="1416768"/>
                </a:lnTo>
                <a:cubicBezTo>
                  <a:pt x="1207063" y="1417187"/>
                  <a:pt x="1207063" y="1417867"/>
                  <a:pt x="1206801" y="1418286"/>
                </a:cubicBezTo>
                <a:lnTo>
                  <a:pt x="1200627" y="1428959"/>
                </a:lnTo>
                <a:cubicBezTo>
                  <a:pt x="1200418" y="1429378"/>
                  <a:pt x="1199790" y="1429744"/>
                  <a:pt x="1199319" y="1429744"/>
                </a:cubicBezTo>
                <a:lnTo>
                  <a:pt x="1186971" y="1429744"/>
                </a:lnTo>
                <a:cubicBezTo>
                  <a:pt x="1186500" y="1429744"/>
                  <a:pt x="1185925" y="1429378"/>
                  <a:pt x="1185663" y="1428959"/>
                </a:cubicBezTo>
                <a:lnTo>
                  <a:pt x="1179489" y="1418286"/>
                </a:lnTo>
                <a:cubicBezTo>
                  <a:pt x="1179228" y="1417867"/>
                  <a:pt x="1179228" y="1417187"/>
                  <a:pt x="1179489" y="1416768"/>
                </a:cubicBezTo>
                <a:lnTo>
                  <a:pt x="1185663" y="1406106"/>
                </a:lnTo>
                <a:cubicBezTo>
                  <a:pt x="1185872" y="1405687"/>
                  <a:pt x="1186500" y="1405323"/>
                  <a:pt x="1186971" y="1405323"/>
                </a:cubicBezTo>
                <a:close/>
                <a:moveTo>
                  <a:pt x="2344118" y="1405059"/>
                </a:moveTo>
                <a:lnTo>
                  <a:pt x="2356727" y="1405059"/>
                </a:lnTo>
                <a:cubicBezTo>
                  <a:pt x="2357251" y="1405059"/>
                  <a:pt x="2357827" y="1405425"/>
                  <a:pt x="2358088" y="1405844"/>
                </a:cubicBezTo>
                <a:lnTo>
                  <a:pt x="2364367" y="1416768"/>
                </a:lnTo>
                <a:cubicBezTo>
                  <a:pt x="2364628" y="1417187"/>
                  <a:pt x="2364628" y="1417919"/>
                  <a:pt x="2364367" y="1418338"/>
                </a:cubicBezTo>
                <a:lnTo>
                  <a:pt x="2358088" y="1429273"/>
                </a:lnTo>
                <a:cubicBezTo>
                  <a:pt x="2357827" y="1429692"/>
                  <a:pt x="2357251" y="1430058"/>
                  <a:pt x="2356727" y="1430058"/>
                </a:cubicBezTo>
                <a:lnTo>
                  <a:pt x="2344118" y="1430058"/>
                </a:lnTo>
                <a:cubicBezTo>
                  <a:pt x="2343595" y="1430058"/>
                  <a:pt x="2343019" y="1429692"/>
                  <a:pt x="2342758" y="1429273"/>
                </a:cubicBezTo>
                <a:lnTo>
                  <a:pt x="2336479" y="1418338"/>
                </a:lnTo>
                <a:cubicBezTo>
                  <a:pt x="2336218" y="1417919"/>
                  <a:pt x="2336218" y="1417187"/>
                  <a:pt x="2336479" y="1416768"/>
                </a:cubicBezTo>
                <a:lnTo>
                  <a:pt x="2342758" y="1405844"/>
                </a:lnTo>
                <a:cubicBezTo>
                  <a:pt x="2343019" y="1405425"/>
                  <a:pt x="2343595" y="1405059"/>
                  <a:pt x="2344118" y="1405059"/>
                </a:cubicBezTo>
                <a:close/>
                <a:moveTo>
                  <a:pt x="2426577" y="1404691"/>
                </a:moveTo>
                <a:lnTo>
                  <a:pt x="2439605" y="1404691"/>
                </a:lnTo>
                <a:cubicBezTo>
                  <a:pt x="2440128" y="1404691"/>
                  <a:pt x="2440756" y="1405059"/>
                  <a:pt x="2441018" y="1405476"/>
                </a:cubicBezTo>
                <a:lnTo>
                  <a:pt x="2447506" y="1416716"/>
                </a:lnTo>
                <a:cubicBezTo>
                  <a:pt x="2447767" y="1417187"/>
                  <a:pt x="2447767" y="1417919"/>
                  <a:pt x="2447506" y="1418338"/>
                </a:cubicBezTo>
                <a:lnTo>
                  <a:pt x="2441018" y="1429587"/>
                </a:lnTo>
                <a:cubicBezTo>
                  <a:pt x="2440756" y="1430006"/>
                  <a:pt x="2440128" y="1430372"/>
                  <a:pt x="2439605" y="1430372"/>
                </a:cubicBezTo>
                <a:lnTo>
                  <a:pt x="2426577" y="1430372"/>
                </a:lnTo>
                <a:cubicBezTo>
                  <a:pt x="2426053" y="1430372"/>
                  <a:pt x="2425425" y="1430006"/>
                  <a:pt x="2425164" y="1429587"/>
                </a:cubicBezTo>
                <a:lnTo>
                  <a:pt x="2418676" y="1418338"/>
                </a:lnTo>
                <a:cubicBezTo>
                  <a:pt x="2418415" y="1417867"/>
                  <a:pt x="2418415" y="1417135"/>
                  <a:pt x="2418676" y="1416716"/>
                </a:cubicBezTo>
                <a:lnTo>
                  <a:pt x="2425164" y="1405476"/>
                </a:lnTo>
                <a:cubicBezTo>
                  <a:pt x="2425425" y="1405059"/>
                  <a:pt x="2426053" y="1404691"/>
                  <a:pt x="2426577" y="1404691"/>
                </a:cubicBezTo>
                <a:close/>
                <a:moveTo>
                  <a:pt x="773001" y="1404013"/>
                </a:moveTo>
                <a:lnTo>
                  <a:pt x="786710" y="1404013"/>
                </a:lnTo>
                <a:cubicBezTo>
                  <a:pt x="787233" y="1404013"/>
                  <a:pt x="787913" y="1404382"/>
                  <a:pt x="788175" y="1404853"/>
                </a:cubicBezTo>
                <a:lnTo>
                  <a:pt x="795029" y="1416716"/>
                </a:lnTo>
                <a:cubicBezTo>
                  <a:pt x="795291" y="1417187"/>
                  <a:pt x="795291" y="1417920"/>
                  <a:pt x="795029" y="1418390"/>
                </a:cubicBezTo>
                <a:lnTo>
                  <a:pt x="788175" y="1430267"/>
                </a:lnTo>
                <a:cubicBezTo>
                  <a:pt x="787913" y="1430738"/>
                  <a:pt x="787233" y="1431105"/>
                  <a:pt x="786710" y="1431105"/>
                </a:cubicBezTo>
                <a:lnTo>
                  <a:pt x="773001" y="1431105"/>
                </a:lnTo>
                <a:cubicBezTo>
                  <a:pt x="772478" y="1431105"/>
                  <a:pt x="771798" y="1430738"/>
                  <a:pt x="771536" y="1430267"/>
                </a:cubicBezTo>
                <a:lnTo>
                  <a:pt x="764682" y="1418390"/>
                </a:lnTo>
                <a:cubicBezTo>
                  <a:pt x="764421" y="1417920"/>
                  <a:pt x="764421" y="1417187"/>
                  <a:pt x="764682" y="1416716"/>
                </a:cubicBezTo>
                <a:lnTo>
                  <a:pt x="771536" y="1404853"/>
                </a:lnTo>
                <a:cubicBezTo>
                  <a:pt x="771798" y="1404382"/>
                  <a:pt x="772478" y="1404013"/>
                  <a:pt x="773001" y="1404013"/>
                </a:cubicBezTo>
                <a:close/>
                <a:moveTo>
                  <a:pt x="1930201" y="1403961"/>
                </a:moveTo>
                <a:lnTo>
                  <a:pt x="1943961" y="1403961"/>
                </a:lnTo>
                <a:cubicBezTo>
                  <a:pt x="1944485" y="1403961"/>
                  <a:pt x="1945165" y="1404325"/>
                  <a:pt x="1945426" y="1404800"/>
                </a:cubicBezTo>
                <a:lnTo>
                  <a:pt x="1952333" y="1416716"/>
                </a:lnTo>
                <a:cubicBezTo>
                  <a:pt x="1952594" y="1417186"/>
                  <a:pt x="1952594" y="1417971"/>
                  <a:pt x="1952333" y="1418442"/>
                </a:cubicBezTo>
                <a:lnTo>
                  <a:pt x="1945426" y="1430372"/>
                </a:lnTo>
                <a:cubicBezTo>
                  <a:pt x="1945165" y="1430842"/>
                  <a:pt x="1944485" y="1431209"/>
                  <a:pt x="1943961" y="1431209"/>
                </a:cubicBezTo>
                <a:lnTo>
                  <a:pt x="1930201" y="1431209"/>
                </a:lnTo>
                <a:cubicBezTo>
                  <a:pt x="1929677" y="1431209"/>
                  <a:pt x="1928997" y="1430842"/>
                  <a:pt x="1928736" y="1430372"/>
                </a:cubicBezTo>
                <a:lnTo>
                  <a:pt x="1921829" y="1418442"/>
                </a:lnTo>
                <a:cubicBezTo>
                  <a:pt x="1921568" y="1417971"/>
                  <a:pt x="1921568" y="1417186"/>
                  <a:pt x="1921829" y="1416716"/>
                </a:cubicBezTo>
                <a:lnTo>
                  <a:pt x="1928736" y="1404800"/>
                </a:lnTo>
                <a:cubicBezTo>
                  <a:pt x="1928997" y="1404325"/>
                  <a:pt x="1929677" y="1403961"/>
                  <a:pt x="1930201" y="1403961"/>
                </a:cubicBezTo>
                <a:close/>
                <a:moveTo>
                  <a:pt x="2260351" y="1402968"/>
                </a:moveTo>
                <a:lnTo>
                  <a:pt x="2275106" y="1402968"/>
                </a:lnTo>
                <a:cubicBezTo>
                  <a:pt x="2275681" y="1402968"/>
                  <a:pt x="2276362" y="1403335"/>
                  <a:pt x="2276676" y="1403856"/>
                </a:cubicBezTo>
                <a:lnTo>
                  <a:pt x="2284053" y="1416663"/>
                </a:lnTo>
                <a:cubicBezTo>
                  <a:pt x="2284367" y="1417187"/>
                  <a:pt x="2284367" y="1417971"/>
                  <a:pt x="2284053" y="1418495"/>
                </a:cubicBezTo>
                <a:lnTo>
                  <a:pt x="2276676" y="1431313"/>
                </a:lnTo>
                <a:cubicBezTo>
                  <a:pt x="2276414" y="1431784"/>
                  <a:pt x="2275681" y="1432203"/>
                  <a:pt x="2275106" y="1432203"/>
                </a:cubicBezTo>
                <a:lnTo>
                  <a:pt x="2260351" y="1432203"/>
                </a:lnTo>
                <a:cubicBezTo>
                  <a:pt x="2259776" y="1432203"/>
                  <a:pt x="2259096" y="1431837"/>
                  <a:pt x="2258782" y="1431313"/>
                </a:cubicBezTo>
                <a:lnTo>
                  <a:pt x="2251405" y="1418495"/>
                </a:lnTo>
                <a:cubicBezTo>
                  <a:pt x="2251090" y="1417971"/>
                  <a:pt x="2251090" y="1417187"/>
                  <a:pt x="2251405" y="1416663"/>
                </a:cubicBezTo>
                <a:lnTo>
                  <a:pt x="2258782" y="1403856"/>
                </a:lnTo>
                <a:cubicBezTo>
                  <a:pt x="2259043" y="1403383"/>
                  <a:pt x="2259776" y="1402968"/>
                  <a:pt x="2260351" y="1402968"/>
                </a:cubicBezTo>
                <a:close/>
                <a:moveTo>
                  <a:pt x="2590763" y="1402548"/>
                </a:moveTo>
                <a:lnTo>
                  <a:pt x="2605936" y="1402548"/>
                </a:lnTo>
                <a:cubicBezTo>
                  <a:pt x="2606512" y="1402548"/>
                  <a:pt x="2607244" y="1402968"/>
                  <a:pt x="2607558" y="1403490"/>
                </a:cubicBezTo>
                <a:lnTo>
                  <a:pt x="2615145" y="1416612"/>
                </a:lnTo>
                <a:cubicBezTo>
                  <a:pt x="2615459" y="1417135"/>
                  <a:pt x="2615459" y="1417972"/>
                  <a:pt x="2615145" y="1418495"/>
                </a:cubicBezTo>
                <a:lnTo>
                  <a:pt x="2607558" y="1431628"/>
                </a:lnTo>
                <a:cubicBezTo>
                  <a:pt x="2607244" y="1432151"/>
                  <a:pt x="2606512" y="1432570"/>
                  <a:pt x="2605936" y="1432570"/>
                </a:cubicBezTo>
                <a:lnTo>
                  <a:pt x="2590763" y="1432570"/>
                </a:lnTo>
                <a:cubicBezTo>
                  <a:pt x="2590188" y="1432570"/>
                  <a:pt x="2589455" y="1432151"/>
                  <a:pt x="2589141" y="1431628"/>
                </a:cubicBezTo>
                <a:lnTo>
                  <a:pt x="2581555" y="1418495"/>
                </a:lnTo>
                <a:cubicBezTo>
                  <a:pt x="2581240" y="1417972"/>
                  <a:pt x="2581240" y="1417135"/>
                  <a:pt x="2581555" y="1416612"/>
                </a:cubicBezTo>
                <a:lnTo>
                  <a:pt x="2589141" y="1403490"/>
                </a:lnTo>
                <a:cubicBezTo>
                  <a:pt x="2589455" y="1402968"/>
                  <a:pt x="2590188" y="1402548"/>
                  <a:pt x="2590763" y="1402548"/>
                </a:cubicBezTo>
                <a:close/>
                <a:moveTo>
                  <a:pt x="2012032" y="1402339"/>
                </a:moveTo>
                <a:lnTo>
                  <a:pt x="2027414" y="1402339"/>
                </a:lnTo>
                <a:cubicBezTo>
                  <a:pt x="2027990" y="1402339"/>
                  <a:pt x="2028722" y="1402756"/>
                  <a:pt x="2029037" y="1403281"/>
                </a:cubicBezTo>
                <a:lnTo>
                  <a:pt x="2036728" y="1416611"/>
                </a:lnTo>
                <a:cubicBezTo>
                  <a:pt x="2037041" y="1417134"/>
                  <a:pt x="2037041" y="1417971"/>
                  <a:pt x="2036728" y="1418494"/>
                </a:cubicBezTo>
                <a:lnTo>
                  <a:pt x="2029037" y="1431837"/>
                </a:lnTo>
                <a:cubicBezTo>
                  <a:pt x="2028775" y="1432360"/>
                  <a:pt x="2028042" y="1432778"/>
                  <a:pt x="2027414" y="1432778"/>
                </a:cubicBezTo>
                <a:lnTo>
                  <a:pt x="2012032" y="1432778"/>
                </a:lnTo>
                <a:cubicBezTo>
                  <a:pt x="2011456" y="1432778"/>
                  <a:pt x="2010724" y="1432360"/>
                  <a:pt x="2010410" y="1431837"/>
                </a:cubicBezTo>
                <a:lnTo>
                  <a:pt x="2002719" y="1418494"/>
                </a:lnTo>
                <a:cubicBezTo>
                  <a:pt x="2002404" y="1417971"/>
                  <a:pt x="2002404" y="1417134"/>
                  <a:pt x="2002719" y="1416611"/>
                </a:cubicBezTo>
                <a:lnTo>
                  <a:pt x="2010410" y="1403281"/>
                </a:lnTo>
                <a:cubicBezTo>
                  <a:pt x="2010672" y="1402756"/>
                  <a:pt x="2011404" y="1402339"/>
                  <a:pt x="2012032" y="1402339"/>
                </a:cubicBezTo>
                <a:close/>
                <a:moveTo>
                  <a:pt x="2094648" y="1402181"/>
                </a:moveTo>
                <a:lnTo>
                  <a:pt x="2110188" y="1402181"/>
                </a:lnTo>
                <a:cubicBezTo>
                  <a:pt x="2110815" y="1402181"/>
                  <a:pt x="2111548" y="1402599"/>
                  <a:pt x="2111862" y="1403124"/>
                </a:cubicBezTo>
                <a:lnTo>
                  <a:pt x="2119606" y="1416558"/>
                </a:lnTo>
                <a:cubicBezTo>
                  <a:pt x="2119920" y="1417082"/>
                  <a:pt x="2119920" y="1417971"/>
                  <a:pt x="2119606" y="1418494"/>
                </a:cubicBezTo>
                <a:lnTo>
                  <a:pt x="2111862" y="1431941"/>
                </a:lnTo>
                <a:cubicBezTo>
                  <a:pt x="2111548" y="1432464"/>
                  <a:pt x="2110815" y="1432883"/>
                  <a:pt x="2110188" y="1432883"/>
                </a:cubicBezTo>
                <a:lnTo>
                  <a:pt x="2094648" y="1432883"/>
                </a:lnTo>
                <a:cubicBezTo>
                  <a:pt x="2094020" y="1432883"/>
                  <a:pt x="2093288" y="1432464"/>
                  <a:pt x="2092974" y="1431941"/>
                </a:cubicBezTo>
                <a:lnTo>
                  <a:pt x="2085231" y="1418494"/>
                </a:lnTo>
                <a:cubicBezTo>
                  <a:pt x="2084916" y="1417971"/>
                  <a:pt x="2084916" y="1417082"/>
                  <a:pt x="2085231" y="1416558"/>
                </a:cubicBezTo>
                <a:lnTo>
                  <a:pt x="2092974" y="1403124"/>
                </a:lnTo>
                <a:cubicBezTo>
                  <a:pt x="2093288" y="1402599"/>
                  <a:pt x="2094020" y="1402181"/>
                  <a:pt x="2094648" y="1402181"/>
                </a:cubicBezTo>
                <a:close/>
                <a:moveTo>
                  <a:pt x="689025" y="1401397"/>
                </a:moveTo>
                <a:lnTo>
                  <a:pt x="705350" y="1401397"/>
                </a:lnTo>
                <a:cubicBezTo>
                  <a:pt x="705978" y="1401397"/>
                  <a:pt x="706762" y="1401814"/>
                  <a:pt x="707076" y="1402392"/>
                </a:cubicBezTo>
                <a:lnTo>
                  <a:pt x="715239" y="1416507"/>
                </a:lnTo>
                <a:cubicBezTo>
                  <a:pt x="715552" y="1417083"/>
                  <a:pt x="715552" y="1417972"/>
                  <a:pt x="715239" y="1418548"/>
                </a:cubicBezTo>
                <a:lnTo>
                  <a:pt x="707076" y="1432674"/>
                </a:lnTo>
                <a:cubicBezTo>
                  <a:pt x="706762" y="1433198"/>
                  <a:pt x="705978" y="1433668"/>
                  <a:pt x="705350" y="1433668"/>
                </a:cubicBezTo>
                <a:lnTo>
                  <a:pt x="689025" y="1433668"/>
                </a:lnTo>
                <a:cubicBezTo>
                  <a:pt x="688397" y="1433668"/>
                  <a:pt x="687613" y="1433250"/>
                  <a:pt x="687299" y="1432674"/>
                </a:cubicBezTo>
                <a:lnTo>
                  <a:pt x="679136" y="1418548"/>
                </a:lnTo>
                <a:cubicBezTo>
                  <a:pt x="678823" y="1417972"/>
                  <a:pt x="678823" y="1417083"/>
                  <a:pt x="679136" y="1416507"/>
                </a:cubicBezTo>
                <a:lnTo>
                  <a:pt x="687299" y="1402392"/>
                </a:lnTo>
                <a:cubicBezTo>
                  <a:pt x="687613" y="1401868"/>
                  <a:pt x="688397" y="1401397"/>
                  <a:pt x="689025" y="1401397"/>
                </a:cubicBezTo>
                <a:close/>
                <a:moveTo>
                  <a:pt x="2176741" y="1401029"/>
                </a:moveTo>
                <a:lnTo>
                  <a:pt x="2193431" y="1401029"/>
                </a:lnTo>
                <a:cubicBezTo>
                  <a:pt x="2194059" y="1401029"/>
                  <a:pt x="2194896" y="1401501"/>
                  <a:pt x="2195210" y="1402077"/>
                </a:cubicBezTo>
                <a:lnTo>
                  <a:pt x="2203529" y="1416506"/>
                </a:lnTo>
                <a:cubicBezTo>
                  <a:pt x="2203843" y="1417029"/>
                  <a:pt x="2203843" y="1417971"/>
                  <a:pt x="2203529" y="1418547"/>
                </a:cubicBezTo>
                <a:lnTo>
                  <a:pt x="2195210" y="1432988"/>
                </a:lnTo>
                <a:cubicBezTo>
                  <a:pt x="2194896" y="1433563"/>
                  <a:pt x="2194111" y="1434034"/>
                  <a:pt x="2193431" y="1434034"/>
                </a:cubicBezTo>
                <a:lnTo>
                  <a:pt x="2176741" y="1434034"/>
                </a:lnTo>
                <a:cubicBezTo>
                  <a:pt x="2176113" y="1434034"/>
                  <a:pt x="2175275" y="1433563"/>
                  <a:pt x="2174961" y="1432988"/>
                </a:cubicBezTo>
                <a:lnTo>
                  <a:pt x="2166642" y="1418547"/>
                </a:lnTo>
                <a:cubicBezTo>
                  <a:pt x="2166329" y="1418024"/>
                  <a:pt x="2166329" y="1417082"/>
                  <a:pt x="2166642" y="1416506"/>
                </a:cubicBezTo>
                <a:lnTo>
                  <a:pt x="2174961" y="1402077"/>
                </a:lnTo>
                <a:cubicBezTo>
                  <a:pt x="2175275" y="1401501"/>
                  <a:pt x="2176060" y="1401029"/>
                  <a:pt x="2176741" y="1401029"/>
                </a:cubicBezTo>
                <a:close/>
                <a:moveTo>
                  <a:pt x="606095" y="1400770"/>
                </a:moveTo>
                <a:lnTo>
                  <a:pt x="623047" y="1400770"/>
                </a:lnTo>
                <a:cubicBezTo>
                  <a:pt x="623727" y="1400770"/>
                  <a:pt x="624564" y="1401240"/>
                  <a:pt x="624878" y="1401814"/>
                </a:cubicBezTo>
                <a:lnTo>
                  <a:pt x="633354" y="1416455"/>
                </a:lnTo>
                <a:cubicBezTo>
                  <a:pt x="633668" y="1417030"/>
                  <a:pt x="633668" y="1417972"/>
                  <a:pt x="633354" y="1418547"/>
                </a:cubicBezTo>
                <a:lnTo>
                  <a:pt x="624878" y="1433197"/>
                </a:lnTo>
                <a:cubicBezTo>
                  <a:pt x="624512" y="1433773"/>
                  <a:pt x="623727" y="1434244"/>
                  <a:pt x="623047" y="1434244"/>
                </a:cubicBezTo>
                <a:lnTo>
                  <a:pt x="606095" y="1434244"/>
                </a:lnTo>
                <a:cubicBezTo>
                  <a:pt x="605414" y="1434244"/>
                  <a:pt x="604577" y="1433773"/>
                  <a:pt x="604264" y="1433197"/>
                </a:cubicBezTo>
                <a:lnTo>
                  <a:pt x="595787" y="1418547"/>
                </a:lnTo>
                <a:cubicBezTo>
                  <a:pt x="595474" y="1417972"/>
                  <a:pt x="595474" y="1417030"/>
                  <a:pt x="595787" y="1416455"/>
                </a:cubicBezTo>
                <a:lnTo>
                  <a:pt x="604264" y="1401814"/>
                </a:lnTo>
                <a:cubicBezTo>
                  <a:pt x="604630" y="1401240"/>
                  <a:pt x="605414" y="1400770"/>
                  <a:pt x="606095" y="1400770"/>
                </a:cubicBezTo>
                <a:close/>
                <a:moveTo>
                  <a:pt x="523008" y="1399931"/>
                </a:moveTo>
                <a:lnTo>
                  <a:pt x="540797" y="1399931"/>
                </a:lnTo>
                <a:cubicBezTo>
                  <a:pt x="541477" y="1399931"/>
                  <a:pt x="542314" y="1400405"/>
                  <a:pt x="542681" y="1401029"/>
                </a:cubicBezTo>
                <a:lnTo>
                  <a:pt x="551576" y="1416455"/>
                </a:lnTo>
                <a:cubicBezTo>
                  <a:pt x="551942" y="1417083"/>
                  <a:pt x="551942" y="1418024"/>
                  <a:pt x="551576" y="1418652"/>
                </a:cubicBezTo>
                <a:lnTo>
                  <a:pt x="542681" y="1434087"/>
                </a:lnTo>
                <a:cubicBezTo>
                  <a:pt x="542367" y="1434715"/>
                  <a:pt x="541477" y="1435186"/>
                  <a:pt x="540797" y="1435186"/>
                </a:cubicBezTo>
                <a:lnTo>
                  <a:pt x="523008" y="1435186"/>
                </a:lnTo>
                <a:cubicBezTo>
                  <a:pt x="522328" y="1435186"/>
                  <a:pt x="521491" y="1434715"/>
                  <a:pt x="521124" y="1434087"/>
                </a:cubicBezTo>
                <a:lnTo>
                  <a:pt x="512229" y="1418652"/>
                </a:lnTo>
                <a:cubicBezTo>
                  <a:pt x="511864" y="1418024"/>
                  <a:pt x="511864" y="1417083"/>
                  <a:pt x="512229" y="1416455"/>
                </a:cubicBezTo>
                <a:lnTo>
                  <a:pt x="521124" y="1401029"/>
                </a:lnTo>
                <a:cubicBezTo>
                  <a:pt x="521438" y="1400405"/>
                  <a:pt x="522328" y="1399931"/>
                  <a:pt x="523008" y="1399931"/>
                </a:cubicBezTo>
                <a:close/>
                <a:moveTo>
                  <a:pt x="434741" y="1388788"/>
                </a:moveTo>
                <a:lnTo>
                  <a:pt x="463832" y="1388788"/>
                </a:lnTo>
                <a:cubicBezTo>
                  <a:pt x="464983" y="1388788"/>
                  <a:pt x="466396" y="1389573"/>
                  <a:pt x="466972" y="1390565"/>
                </a:cubicBezTo>
                <a:lnTo>
                  <a:pt x="481517" y="1415774"/>
                </a:lnTo>
                <a:cubicBezTo>
                  <a:pt x="482093" y="1416768"/>
                  <a:pt x="482093" y="1418390"/>
                  <a:pt x="481517" y="1419384"/>
                </a:cubicBezTo>
                <a:lnTo>
                  <a:pt x="466972" y="1444603"/>
                </a:lnTo>
                <a:cubicBezTo>
                  <a:pt x="466396" y="1445597"/>
                  <a:pt x="464983" y="1446382"/>
                  <a:pt x="463832" y="1446382"/>
                </a:cubicBezTo>
                <a:lnTo>
                  <a:pt x="434741" y="1446382"/>
                </a:lnTo>
                <a:cubicBezTo>
                  <a:pt x="433590" y="1446382"/>
                  <a:pt x="432178" y="1445597"/>
                  <a:pt x="431602" y="1444603"/>
                </a:cubicBezTo>
                <a:lnTo>
                  <a:pt x="417057" y="1419384"/>
                </a:lnTo>
                <a:cubicBezTo>
                  <a:pt x="416481" y="1418390"/>
                  <a:pt x="416481" y="1416768"/>
                  <a:pt x="417057" y="1415774"/>
                </a:cubicBezTo>
                <a:lnTo>
                  <a:pt x="431602" y="1390565"/>
                </a:lnTo>
                <a:cubicBezTo>
                  <a:pt x="432178" y="1389573"/>
                  <a:pt x="433590" y="1388788"/>
                  <a:pt x="434741" y="1388788"/>
                </a:cubicBezTo>
                <a:close/>
                <a:moveTo>
                  <a:pt x="2515419" y="1334477"/>
                </a:moveTo>
                <a:lnTo>
                  <a:pt x="2515890" y="1334477"/>
                </a:lnTo>
                <a:lnTo>
                  <a:pt x="2516100" y="1334895"/>
                </a:lnTo>
                <a:cubicBezTo>
                  <a:pt x="2516100" y="1334946"/>
                  <a:pt x="2516100" y="1334946"/>
                  <a:pt x="2516100" y="1334946"/>
                </a:cubicBezTo>
                <a:lnTo>
                  <a:pt x="2515890" y="1335366"/>
                </a:lnTo>
                <a:lnTo>
                  <a:pt x="2515419" y="1335366"/>
                </a:lnTo>
                <a:lnTo>
                  <a:pt x="2515210" y="1334946"/>
                </a:lnTo>
                <a:cubicBezTo>
                  <a:pt x="2515210" y="1334895"/>
                  <a:pt x="2515210" y="1334895"/>
                  <a:pt x="2515210" y="1334895"/>
                </a:cubicBezTo>
                <a:close/>
                <a:moveTo>
                  <a:pt x="1025140" y="1329562"/>
                </a:moveTo>
                <a:lnTo>
                  <a:pt x="1030529" y="1329562"/>
                </a:lnTo>
                <a:cubicBezTo>
                  <a:pt x="1030738" y="1329562"/>
                  <a:pt x="1031105" y="1329871"/>
                  <a:pt x="1031105" y="1329871"/>
                </a:cubicBezTo>
                <a:lnTo>
                  <a:pt x="1033825" y="1334528"/>
                </a:lnTo>
                <a:cubicBezTo>
                  <a:pt x="1033930" y="1334741"/>
                  <a:pt x="1033825" y="1335209"/>
                  <a:pt x="1033825" y="1335209"/>
                </a:cubicBezTo>
                <a:lnTo>
                  <a:pt x="1031105" y="1339866"/>
                </a:lnTo>
                <a:cubicBezTo>
                  <a:pt x="1031000" y="1340025"/>
                  <a:pt x="1030529" y="1340179"/>
                  <a:pt x="1030529" y="1340179"/>
                </a:cubicBezTo>
                <a:lnTo>
                  <a:pt x="1025140" y="1340179"/>
                </a:lnTo>
                <a:cubicBezTo>
                  <a:pt x="1024931" y="1340179"/>
                  <a:pt x="1024564" y="1339866"/>
                  <a:pt x="1024564" y="1339866"/>
                </a:cubicBezTo>
                <a:lnTo>
                  <a:pt x="1021844" y="1335209"/>
                </a:lnTo>
                <a:cubicBezTo>
                  <a:pt x="1021739" y="1335000"/>
                  <a:pt x="1021844" y="1334528"/>
                  <a:pt x="1021844" y="1334528"/>
                </a:cubicBezTo>
                <a:lnTo>
                  <a:pt x="1024564" y="1329871"/>
                </a:lnTo>
                <a:cubicBezTo>
                  <a:pt x="1024669" y="1329713"/>
                  <a:pt x="1025140" y="1329562"/>
                  <a:pt x="1025140" y="1329562"/>
                </a:cubicBezTo>
                <a:close/>
                <a:moveTo>
                  <a:pt x="941792" y="1328093"/>
                </a:moveTo>
                <a:lnTo>
                  <a:pt x="948646" y="1328093"/>
                </a:lnTo>
                <a:cubicBezTo>
                  <a:pt x="948907" y="1328093"/>
                  <a:pt x="949378" y="1328513"/>
                  <a:pt x="949378" y="1328513"/>
                </a:cubicBezTo>
                <a:lnTo>
                  <a:pt x="952831" y="1334427"/>
                </a:lnTo>
                <a:cubicBezTo>
                  <a:pt x="952988" y="1334632"/>
                  <a:pt x="952831" y="1335262"/>
                  <a:pt x="952831" y="1335262"/>
                </a:cubicBezTo>
                <a:lnTo>
                  <a:pt x="949378" y="1341175"/>
                </a:lnTo>
                <a:cubicBezTo>
                  <a:pt x="949221" y="1341383"/>
                  <a:pt x="948907" y="1341593"/>
                  <a:pt x="948646" y="1341593"/>
                </a:cubicBezTo>
                <a:lnTo>
                  <a:pt x="941792" y="1341593"/>
                </a:lnTo>
                <a:cubicBezTo>
                  <a:pt x="941530" y="1341593"/>
                  <a:pt x="941059" y="1341175"/>
                  <a:pt x="941059" y="1341175"/>
                </a:cubicBezTo>
                <a:lnTo>
                  <a:pt x="937606" y="1335262"/>
                </a:lnTo>
                <a:cubicBezTo>
                  <a:pt x="937449" y="1335052"/>
                  <a:pt x="937606" y="1334427"/>
                  <a:pt x="937606" y="1334427"/>
                </a:cubicBezTo>
                <a:lnTo>
                  <a:pt x="941059" y="1328513"/>
                </a:lnTo>
                <a:cubicBezTo>
                  <a:pt x="941216" y="1328303"/>
                  <a:pt x="941530" y="1328093"/>
                  <a:pt x="941792" y="1328093"/>
                </a:cubicBezTo>
                <a:close/>
                <a:moveTo>
                  <a:pt x="2429507" y="1327885"/>
                </a:moveTo>
                <a:lnTo>
                  <a:pt x="2436623" y="1327885"/>
                </a:lnTo>
                <a:cubicBezTo>
                  <a:pt x="2436937" y="1327885"/>
                  <a:pt x="2437408" y="1328303"/>
                  <a:pt x="2437408" y="1328303"/>
                </a:cubicBezTo>
                <a:lnTo>
                  <a:pt x="2440966" y="1334477"/>
                </a:lnTo>
                <a:cubicBezTo>
                  <a:pt x="2441123" y="1334741"/>
                  <a:pt x="2440966" y="1335366"/>
                  <a:pt x="2440966" y="1335366"/>
                </a:cubicBezTo>
                <a:lnTo>
                  <a:pt x="2437408" y="1341538"/>
                </a:lnTo>
                <a:cubicBezTo>
                  <a:pt x="2437251" y="1341750"/>
                  <a:pt x="2436885" y="1341958"/>
                  <a:pt x="2436623" y="1341958"/>
                </a:cubicBezTo>
                <a:lnTo>
                  <a:pt x="2429507" y="1341958"/>
                </a:lnTo>
                <a:cubicBezTo>
                  <a:pt x="2429194" y="1341958"/>
                  <a:pt x="2428722" y="1341538"/>
                  <a:pt x="2428722" y="1341538"/>
                </a:cubicBezTo>
                <a:lnTo>
                  <a:pt x="2425165" y="1335366"/>
                </a:lnTo>
                <a:cubicBezTo>
                  <a:pt x="2425008" y="1335107"/>
                  <a:pt x="2425165" y="1334477"/>
                  <a:pt x="2425165" y="1334477"/>
                </a:cubicBezTo>
                <a:lnTo>
                  <a:pt x="2428722" y="1328303"/>
                </a:lnTo>
                <a:cubicBezTo>
                  <a:pt x="2428879" y="1328091"/>
                  <a:pt x="2429246" y="1327885"/>
                  <a:pt x="2429507" y="1327885"/>
                </a:cubicBezTo>
                <a:close/>
                <a:moveTo>
                  <a:pt x="1685230" y="1327153"/>
                </a:moveTo>
                <a:lnTo>
                  <a:pt x="1693026" y="1327153"/>
                </a:lnTo>
                <a:cubicBezTo>
                  <a:pt x="1693340" y="1327153"/>
                  <a:pt x="1693706" y="1327362"/>
                  <a:pt x="1693863" y="1327622"/>
                </a:cubicBezTo>
                <a:lnTo>
                  <a:pt x="1697787" y="1334372"/>
                </a:lnTo>
                <a:cubicBezTo>
                  <a:pt x="1697944" y="1334632"/>
                  <a:pt x="1697944" y="1335052"/>
                  <a:pt x="1697787" y="1335313"/>
                </a:cubicBezTo>
                <a:lnTo>
                  <a:pt x="1693863" y="1342064"/>
                </a:lnTo>
                <a:cubicBezTo>
                  <a:pt x="1693706" y="1342326"/>
                  <a:pt x="1693340" y="1342534"/>
                  <a:pt x="1693026" y="1342534"/>
                </a:cubicBezTo>
                <a:lnTo>
                  <a:pt x="1685230" y="1342534"/>
                </a:lnTo>
                <a:cubicBezTo>
                  <a:pt x="1684916" y="1342534"/>
                  <a:pt x="1684550" y="1342326"/>
                  <a:pt x="1684393" y="1342064"/>
                </a:cubicBezTo>
                <a:lnTo>
                  <a:pt x="1680469" y="1335313"/>
                </a:lnTo>
                <a:cubicBezTo>
                  <a:pt x="1680312" y="1335052"/>
                  <a:pt x="1680312" y="1334632"/>
                  <a:pt x="1680469" y="1334372"/>
                </a:cubicBezTo>
                <a:lnTo>
                  <a:pt x="1684393" y="1327622"/>
                </a:lnTo>
                <a:cubicBezTo>
                  <a:pt x="1684550" y="1327362"/>
                  <a:pt x="1684916" y="1327153"/>
                  <a:pt x="1685230" y="1327153"/>
                </a:cubicBezTo>
                <a:close/>
                <a:moveTo>
                  <a:pt x="1601935" y="1325897"/>
                </a:moveTo>
                <a:lnTo>
                  <a:pt x="1610986" y="1325897"/>
                </a:lnTo>
                <a:cubicBezTo>
                  <a:pt x="1611353" y="1325897"/>
                  <a:pt x="1611824" y="1326158"/>
                  <a:pt x="1611980" y="1326470"/>
                </a:cubicBezTo>
                <a:lnTo>
                  <a:pt x="1616532" y="1334319"/>
                </a:lnTo>
                <a:cubicBezTo>
                  <a:pt x="1616689" y="1334580"/>
                  <a:pt x="1616689" y="1335107"/>
                  <a:pt x="1616532" y="1335419"/>
                </a:cubicBezTo>
                <a:lnTo>
                  <a:pt x="1611980" y="1343269"/>
                </a:lnTo>
                <a:cubicBezTo>
                  <a:pt x="1611771" y="1343579"/>
                  <a:pt x="1611353" y="1343841"/>
                  <a:pt x="1610986" y="1343841"/>
                </a:cubicBezTo>
                <a:lnTo>
                  <a:pt x="1601935" y="1343841"/>
                </a:lnTo>
                <a:cubicBezTo>
                  <a:pt x="1601568" y="1343841"/>
                  <a:pt x="1601098" y="1343579"/>
                  <a:pt x="1600941" y="1343269"/>
                </a:cubicBezTo>
                <a:lnTo>
                  <a:pt x="1596389" y="1335419"/>
                </a:lnTo>
                <a:cubicBezTo>
                  <a:pt x="1596232" y="1335157"/>
                  <a:pt x="1596232" y="1334632"/>
                  <a:pt x="1596389" y="1334319"/>
                </a:cubicBezTo>
                <a:lnTo>
                  <a:pt x="1600941" y="1326470"/>
                </a:lnTo>
                <a:cubicBezTo>
                  <a:pt x="1601150" y="1326158"/>
                  <a:pt x="1601568" y="1325897"/>
                  <a:pt x="1601935" y="1325897"/>
                </a:cubicBezTo>
                <a:close/>
                <a:moveTo>
                  <a:pt x="857815" y="1325633"/>
                </a:moveTo>
                <a:lnTo>
                  <a:pt x="867181" y="1325633"/>
                </a:lnTo>
                <a:cubicBezTo>
                  <a:pt x="867547" y="1325633"/>
                  <a:pt x="867966" y="1325897"/>
                  <a:pt x="868175" y="1326211"/>
                </a:cubicBezTo>
                <a:lnTo>
                  <a:pt x="872884" y="1334319"/>
                </a:lnTo>
                <a:cubicBezTo>
                  <a:pt x="873093" y="1334632"/>
                  <a:pt x="873093" y="1335157"/>
                  <a:pt x="872884" y="1335470"/>
                </a:cubicBezTo>
                <a:lnTo>
                  <a:pt x="868175" y="1343579"/>
                </a:lnTo>
                <a:cubicBezTo>
                  <a:pt x="868018" y="1343894"/>
                  <a:pt x="867547" y="1344156"/>
                  <a:pt x="867181" y="1344156"/>
                </a:cubicBezTo>
                <a:lnTo>
                  <a:pt x="857815" y="1344156"/>
                </a:lnTo>
                <a:cubicBezTo>
                  <a:pt x="857449" y="1344156"/>
                  <a:pt x="857030" y="1343894"/>
                  <a:pt x="856821" y="1343579"/>
                </a:cubicBezTo>
                <a:lnTo>
                  <a:pt x="852112" y="1335470"/>
                </a:lnTo>
                <a:cubicBezTo>
                  <a:pt x="851903" y="1335157"/>
                  <a:pt x="851903" y="1334632"/>
                  <a:pt x="852112" y="1334319"/>
                </a:cubicBezTo>
                <a:lnTo>
                  <a:pt x="856821" y="1326211"/>
                </a:lnTo>
                <a:cubicBezTo>
                  <a:pt x="856978" y="1325897"/>
                  <a:pt x="857449" y="1325633"/>
                  <a:pt x="857815" y="1325633"/>
                </a:cubicBezTo>
                <a:close/>
                <a:moveTo>
                  <a:pt x="1766904" y="1325216"/>
                </a:moveTo>
                <a:lnTo>
                  <a:pt x="1776689" y="1325216"/>
                </a:lnTo>
                <a:cubicBezTo>
                  <a:pt x="1777055" y="1325216"/>
                  <a:pt x="1777526" y="1325533"/>
                  <a:pt x="1777735" y="1325847"/>
                </a:cubicBezTo>
                <a:lnTo>
                  <a:pt x="1782601" y="1334319"/>
                </a:lnTo>
                <a:cubicBezTo>
                  <a:pt x="1782810" y="1334632"/>
                  <a:pt x="1782810" y="1335209"/>
                  <a:pt x="1782601" y="1335523"/>
                </a:cubicBezTo>
                <a:lnTo>
                  <a:pt x="1777735" y="1344002"/>
                </a:lnTo>
                <a:cubicBezTo>
                  <a:pt x="1777526" y="1344365"/>
                  <a:pt x="1777055" y="1344626"/>
                  <a:pt x="1776689" y="1344626"/>
                </a:cubicBezTo>
                <a:lnTo>
                  <a:pt x="1766904" y="1344626"/>
                </a:lnTo>
                <a:cubicBezTo>
                  <a:pt x="1766538" y="1344626"/>
                  <a:pt x="1766067" y="1344313"/>
                  <a:pt x="1765858" y="1344002"/>
                </a:cubicBezTo>
                <a:lnTo>
                  <a:pt x="1760992" y="1335523"/>
                </a:lnTo>
                <a:cubicBezTo>
                  <a:pt x="1760783" y="1335209"/>
                  <a:pt x="1760783" y="1334632"/>
                  <a:pt x="1760992" y="1334319"/>
                </a:cubicBezTo>
                <a:lnTo>
                  <a:pt x="1765858" y="1325847"/>
                </a:lnTo>
                <a:cubicBezTo>
                  <a:pt x="1766067" y="1325480"/>
                  <a:pt x="1766538" y="1325216"/>
                  <a:pt x="1766904" y="1325216"/>
                </a:cubicBezTo>
                <a:close/>
                <a:moveTo>
                  <a:pt x="1849416" y="1325005"/>
                </a:moveTo>
                <a:lnTo>
                  <a:pt x="1859410" y="1325005"/>
                </a:lnTo>
                <a:cubicBezTo>
                  <a:pt x="1859776" y="1325005"/>
                  <a:pt x="1860247" y="1325267"/>
                  <a:pt x="1860456" y="1325633"/>
                </a:cubicBezTo>
                <a:lnTo>
                  <a:pt x="1865426" y="1334266"/>
                </a:lnTo>
                <a:cubicBezTo>
                  <a:pt x="1865636" y="1334632"/>
                  <a:pt x="1865636" y="1335157"/>
                  <a:pt x="1865426" y="1335523"/>
                </a:cubicBezTo>
                <a:lnTo>
                  <a:pt x="1860456" y="1344156"/>
                </a:lnTo>
                <a:cubicBezTo>
                  <a:pt x="1860299" y="1344523"/>
                  <a:pt x="1859828" y="1344788"/>
                  <a:pt x="1859410" y="1344788"/>
                </a:cubicBezTo>
                <a:lnTo>
                  <a:pt x="1849416" y="1344788"/>
                </a:lnTo>
                <a:cubicBezTo>
                  <a:pt x="1849050" y="1344788"/>
                  <a:pt x="1848579" y="1344523"/>
                  <a:pt x="1848370" y="1344156"/>
                </a:cubicBezTo>
                <a:lnTo>
                  <a:pt x="1843399" y="1335523"/>
                </a:lnTo>
                <a:cubicBezTo>
                  <a:pt x="1843190" y="1335157"/>
                  <a:pt x="1843190" y="1334632"/>
                  <a:pt x="1843399" y="1334266"/>
                </a:cubicBezTo>
                <a:lnTo>
                  <a:pt x="1848370" y="1325633"/>
                </a:lnTo>
                <a:cubicBezTo>
                  <a:pt x="1848527" y="1325267"/>
                  <a:pt x="1848998" y="1325005"/>
                  <a:pt x="1849416" y="1325005"/>
                </a:cubicBezTo>
                <a:close/>
                <a:moveTo>
                  <a:pt x="1435918" y="1324587"/>
                </a:moveTo>
                <a:lnTo>
                  <a:pt x="1446330" y="1324587"/>
                </a:lnTo>
                <a:cubicBezTo>
                  <a:pt x="1446696" y="1324587"/>
                  <a:pt x="1447219" y="1324849"/>
                  <a:pt x="1447429" y="1325216"/>
                </a:cubicBezTo>
                <a:lnTo>
                  <a:pt x="1452661" y="1334265"/>
                </a:lnTo>
                <a:cubicBezTo>
                  <a:pt x="1452870" y="1334632"/>
                  <a:pt x="1452870" y="1335209"/>
                  <a:pt x="1452661" y="1335576"/>
                </a:cubicBezTo>
                <a:lnTo>
                  <a:pt x="1447429" y="1344626"/>
                </a:lnTo>
                <a:cubicBezTo>
                  <a:pt x="1447219" y="1344941"/>
                  <a:pt x="1446749" y="1345256"/>
                  <a:pt x="1446330" y="1345256"/>
                </a:cubicBezTo>
                <a:lnTo>
                  <a:pt x="1435918" y="1345256"/>
                </a:lnTo>
                <a:cubicBezTo>
                  <a:pt x="1435552" y="1345256"/>
                  <a:pt x="1435029" y="1344993"/>
                  <a:pt x="1434819" y="1344626"/>
                </a:cubicBezTo>
                <a:lnTo>
                  <a:pt x="1429587" y="1335576"/>
                </a:lnTo>
                <a:cubicBezTo>
                  <a:pt x="1429378" y="1335209"/>
                  <a:pt x="1429378" y="1334632"/>
                  <a:pt x="1429587" y="1334265"/>
                </a:cubicBezTo>
                <a:lnTo>
                  <a:pt x="1434819" y="1325216"/>
                </a:lnTo>
                <a:cubicBezTo>
                  <a:pt x="1435029" y="1324900"/>
                  <a:pt x="1435499" y="1324587"/>
                  <a:pt x="1435918" y="1324587"/>
                </a:cubicBezTo>
                <a:close/>
                <a:moveTo>
                  <a:pt x="1352830" y="1323751"/>
                </a:moveTo>
                <a:lnTo>
                  <a:pt x="1364132" y="1323751"/>
                </a:lnTo>
                <a:cubicBezTo>
                  <a:pt x="1364550" y="1323751"/>
                  <a:pt x="1365126" y="1324062"/>
                  <a:pt x="1365335" y="1324430"/>
                </a:cubicBezTo>
                <a:lnTo>
                  <a:pt x="1370986" y="1334214"/>
                </a:lnTo>
                <a:cubicBezTo>
                  <a:pt x="1371195" y="1334632"/>
                  <a:pt x="1371195" y="1335262"/>
                  <a:pt x="1370986" y="1335628"/>
                </a:cubicBezTo>
                <a:lnTo>
                  <a:pt x="1365335" y="1345413"/>
                </a:lnTo>
                <a:cubicBezTo>
                  <a:pt x="1365126" y="1345777"/>
                  <a:pt x="1364603" y="1346092"/>
                  <a:pt x="1364132" y="1346092"/>
                </a:cubicBezTo>
                <a:lnTo>
                  <a:pt x="1352830" y="1346092"/>
                </a:lnTo>
                <a:cubicBezTo>
                  <a:pt x="1352412" y="1346092"/>
                  <a:pt x="1351836" y="1345777"/>
                  <a:pt x="1351627" y="1345413"/>
                </a:cubicBezTo>
                <a:lnTo>
                  <a:pt x="1345976" y="1335628"/>
                </a:lnTo>
                <a:cubicBezTo>
                  <a:pt x="1345767" y="1335209"/>
                  <a:pt x="1345767" y="1334580"/>
                  <a:pt x="1345976" y="1334214"/>
                </a:cubicBezTo>
                <a:lnTo>
                  <a:pt x="1351627" y="1324430"/>
                </a:lnTo>
                <a:cubicBezTo>
                  <a:pt x="1351836" y="1324062"/>
                  <a:pt x="1352359" y="1323751"/>
                  <a:pt x="1352830" y="1323751"/>
                </a:cubicBezTo>
                <a:close/>
                <a:moveTo>
                  <a:pt x="2344641" y="1323435"/>
                </a:moveTo>
                <a:lnTo>
                  <a:pt x="2356204" y="1323435"/>
                </a:lnTo>
                <a:cubicBezTo>
                  <a:pt x="2356675" y="1323435"/>
                  <a:pt x="2357251" y="1323751"/>
                  <a:pt x="2357460" y="1324166"/>
                </a:cubicBezTo>
                <a:lnTo>
                  <a:pt x="2363216" y="1334161"/>
                </a:lnTo>
                <a:cubicBezTo>
                  <a:pt x="2363424" y="1334528"/>
                  <a:pt x="2363424" y="1335157"/>
                  <a:pt x="2363216" y="1335577"/>
                </a:cubicBezTo>
                <a:lnTo>
                  <a:pt x="2357460" y="1345569"/>
                </a:lnTo>
                <a:cubicBezTo>
                  <a:pt x="2357198" y="1345988"/>
                  <a:pt x="2356675" y="1346301"/>
                  <a:pt x="2356204" y="1346301"/>
                </a:cubicBezTo>
                <a:lnTo>
                  <a:pt x="2344641" y="1346301"/>
                </a:lnTo>
                <a:cubicBezTo>
                  <a:pt x="2344170" y="1346301"/>
                  <a:pt x="2343595" y="1345988"/>
                  <a:pt x="2343385" y="1345569"/>
                </a:cubicBezTo>
                <a:lnTo>
                  <a:pt x="2337630" y="1335577"/>
                </a:lnTo>
                <a:cubicBezTo>
                  <a:pt x="2337421" y="1335209"/>
                  <a:pt x="2337421" y="1334580"/>
                  <a:pt x="2337630" y="1334161"/>
                </a:cubicBezTo>
                <a:lnTo>
                  <a:pt x="2343385" y="1324166"/>
                </a:lnTo>
                <a:cubicBezTo>
                  <a:pt x="2343647" y="1323751"/>
                  <a:pt x="2344170" y="1323435"/>
                  <a:pt x="2344641" y="1323435"/>
                </a:cubicBezTo>
                <a:close/>
                <a:moveTo>
                  <a:pt x="1931142" y="1323124"/>
                </a:moveTo>
                <a:lnTo>
                  <a:pt x="1943019" y="1323124"/>
                </a:lnTo>
                <a:cubicBezTo>
                  <a:pt x="1943490" y="1323124"/>
                  <a:pt x="1944066" y="1323435"/>
                  <a:pt x="1944275" y="1323853"/>
                </a:cubicBezTo>
                <a:lnTo>
                  <a:pt x="1950240" y="1334161"/>
                </a:lnTo>
                <a:cubicBezTo>
                  <a:pt x="1950449" y="1334580"/>
                  <a:pt x="1950449" y="1335209"/>
                  <a:pt x="1950240" y="1335628"/>
                </a:cubicBezTo>
                <a:lnTo>
                  <a:pt x="1944275" y="1345935"/>
                </a:lnTo>
                <a:cubicBezTo>
                  <a:pt x="1944066" y="1346353"/>
                  <a:pt x="1943490" y="1346669"/>
                  <a:pt x="1943019" y="1346669"/>
                </a:cubicBezTo>
                <a:lnTo>
                  <a:pt x="1931142" y="1346669"/>
                </a:lnTo>
                <a:cubicBezTo>
                  <a:pt x="1930672" y="1346669"/>
                  <a:pt x="1930096" y="1346353"/>
                  <a:pt x="1929887" y="1345935"/>
                </a:cubicBezTo>
                <a:lnTo>
                  <a:pt x="1923922" y="1335628"/>
                </a:lnTo>
                <a:cubicBezTo>
                  <a:pt x="1923713" y="1335209"/>
                  <a:pt x="1923713" y="1334580"/>
                  <a:pt x="1923922" y="1334161"/>
                </a:cubicBezTo>
                <a:lnTo>
                  <a:pt x="1929887" y="1323853"/>
                </a:lnTo>
                <a:cubicBezTo>
                  <a:pt x="1930096" y="1323435"/>
                  <a:pt x="1930672" y="1323124"/>
                  <a:pt x="1931142" y="1323124"/>
                </a:cubicBezTo>
                <a:close/>
                <a:moveTo>
                  <a:pt x="1517330" y="1322128"/>
                </a:moveTo>
                <a:lnTo>
                  <a:pt x="1530254" y="1322128"/>
                </a:lnTo>
                <a:cubicBezTo>
                  <a:pt x="1530725" y="1322128"/>
                  <a:pt x="1531352" y="1322495"/>
                  <a:pt x="1531614" y="1322913"/>
                </a:cubicBezTo>
                <a:lnTo>
                  <a:pt x="1538049" y="1334111"/>
                </a:lnTo>
                <a:cubicBezTo>
                  <a:pt x="1538311" y="1334580"/>
                  <a:pt x="1538311" y="1335313"/>
                  <a:pt x="1538049" y="1335732"/>
                </a:cubicBezTo>
                <a:lnTo>
                  <a:pt x="1531614" y="1346930"/>
                </a:lnTo>
                <a:cubicBezTo>
                  <a:pt x="1531405" y="1347351"/>
                  <a:pt x="1530777" y="1347717"/>
                  <a:pt x="1530254" y="1347717"/>
                </a:cubicBezTo>
                <a:lnTo>
                  <a:pt x="1517330" y="1347717"/>
                </a:lnTo>
                <a:cubicBezTo>
                  <a:pt x="1516859" y="1347717"/>
                  <a:pt x="1516231" y="1347351"/>
                  <a:pt x="1515970" y="1346930"/>
                </a:cubicBezTo>
                <a:lnTo>
                  <a:pt x="1509534" y="1335732"/>
                </a:lnTo>
                <a:cubicBezTo>
                  <a:pt x="1509273" y="1335262"/>
                  <a:pt x="1509273" y="1334528"/>
                  <a:pt x="1509534" y="1334111"/>
                </a:cubicBezTo>
                <a:lnTo>
                  <a:pt x="1515970" y="1322913"/>
                </a:lnTo>
                <a:cubicBezTo>
                  <a:pt x="1516179" y="1322495"/>
                  <a:pt x="1516807" y="1322128"/>
                  <a:pt x="1517330" y="1322128"/>
                </a:cubicBezTo>
                <a:close/>
                <a:moveTo>
                  <a:pt x="773420" y="1322128"/>
                </a:moveTo>
                <a:lnTo>
                  <a:pt x="786344" y="1322128"/>
                </a:lnTo>
                <a:cubicBezTo>
                  <a:pt x="786815" y="1322128"/>
                  <a:pt x="787442" y="1322495"/>
                  <a:pt x="787704" y="1322913"/>
                </a:cubicBezTo>
                <a:lnTo>
                  <a:pt x="794139" y="1334111"/>
                </a:lnTo>
                <a:cubicBezTo>
                  <a:pt x="794401" y="1334580"/>
                  <a:pt x="794401" y="1335313"/>
                  <a:pt x="794139" y="1335732"/>
                </a:cubicBezTo>
                <a:lnTo>
                  <a:pt x="787704" y="1346930"/>
                </a:lnTo>
                <a:cubicBezTo>
                  <a:pt x="787495" y="1347351"/>
                  <a:pt x="786867" y="1347717"/>
                  <a:pt x="786344" y="1347717"/>
                </a:cubicBezTo>
                <a:lnTo>
                  <a:pt x="773420" y="1347717"/>
                </a:lnTo>
                <a:cubicBezTo>
                  <a:pt x="772949" y="1347717"/>
                  <a:pt x="772321" y="1347351"/>
                  <a:pt x="772060" y="1346930"/>
                </a:cubicBezTo>
                <a:lnTo>
                  <a:pt x="765624" y="1335732"/>
                </a:lnTo>
                <a:cubicBezTo>
                  <a:pt x="765363" y="1335262"/>
                  <a:pt x="765363" y="1334528"/>
                  <a:pt x="765624" y="1334111"/>
                </a:cubicBezTo>
                <a:lnTo>
                  <a:pt x="772060" y="1322913"/>
                </a:lnTo>
                <a:cubicBezTo>
                  <a:pt x="772269" y="1322495"/>
                  <a:pt x="772897" y="1322128"/>
                  <a:pt x="773420" y="1322128"/>
                </a:cubicBezTo>
                <a:close/>
                <a:moveTo>
                  <a:pt x="2012974" y="1321452"/>
                </a:moveTo>
                <a:lnTo>
                  <a:pt x="2026525" y="1321452"/>
                </a:lnTo>
                <a:cubicBezTo>
                  <a:pt x="2027049" y="1321452"/>
                  <a:pt x="2027729" y="1321814"/>
                  <a:pt x="2027990" y="1322286"/>
                </a:cubicBezTo>
                <a:lnTo>
                  <a:pt x="2034792" y="1334006"/>
                </a:lnTo>
                <a:cubicBezTo>
                  <a:pt x="2035054" y="1334477"/>
                  <a:pt x="2035054" y="1335209"/>
                  <a:pt x="2034792" y="1335680"/>
                </a:cubicBezTo>
                <a:lnTo>
                  <a:pt x="2027990" y="1347402"/>
                </a:lnTo>
                <a:cubicBezTo>
                  <a:pt x="2027729" y="1347869"/>
                  <a:pt x="2027049" y="1348236"/>
                  <a:pt x="2026525" y="1348236"/>
                </a:cubicBezTo>
                <a:lnTo>
                  <a:pt x="2012974" y="1348236"/>
                </a:lnTo>
                <a:cubicBezTo>
                  <a:pt x="2012451" y="1348236"/>
                  <a:pt x="2011771" y="1347869"/>
                  <a:pt x="2011509" y="1347402"/>
                </a:cubicBezTo>
                <a:lnTo>
                  <a:pt x="2004707" y="1335680"/>
                </a:lnTo>
                <a:cubicBezTo>
                  <a:pt x="2004446" y="1335209"/>
                  <a:pt x="2004446" y="1334477"/>
                  <a:pt x="2004707" y="1334006"/>
                </a:cubicBezTo>
                <a:lnTo>
                  <a:pt x="2011509" y="1322286"/>
                </a:lnTo>
                <a:cubicBezTo>
                  <a:pt x="2011771" y="1321814"/>
                  <a:pt x="2012451" y="1321452"/>
                  <a:pt x="2012974" y="1321452"/>
                </a:cubicBezTo>
                <a:close/>
                <a:moveTo>
                  <a:pt x="1103674" y="1321395"/>
                </a:moveTo>
                <a:lnTo>
                  <a:pt x="1117330" y="1321395"/>
                </a:lnTo>
                <a:cubicBezTo>
                  <a:pt x="1117853" y="1321395"/>
                  <a:pt x="1118534" y="1321763"/>
                  <a:pt x="1118796" y="1322234"/>
                </a:cubicBezTo>
                <a:lnTo>
                  <a:pt x="1125650" y="1334060"/>
                </a:lnTo>
                <a:cubicBezTo>
                  <a:pt x="1125911" y="1334528"/>
                  <a:pt x="1125911" y="1335262"/>
                  <a:pt x="1125650" y="1335732"/>
                </a:cubicBezTo>
                <a:lnTo>
                  <a:pt x="1118796" y="1347556"/>
                </a:lnTo>
                <a:cubicBezTo>
                  <a:pt x="1118534" y="1348032"/>
                  <a:pt x="1117853" y="1348394"/>
                  <a:pt x="1117330" y="1348394"/>
                </a:cubicBezTo>
                <a:lnTo>
                  <a:pt x="1103674" y="1348394"/>
                </a:lnTo>
                <a:cubicBezTo>
                  <a:pt x="1103151" y="1348394"/>
                  <a:pt x="1102471" y="1348032"/>
                  <a:pt x="1102209" y="1347556"/>
                </a:cubicBezTo>
                <a:lnTo>
                  <a:pt x="1095355" y="1335732"/>
                </a:lnTo>
                <a:cubicBezTo>
                  <a:pt x="1095094" y="1335262"/>
                  <a:pt x="1095094" y="1334528"/>
                  <a:pt x="1095355" y="1334060"/>
                </a:cubicBezTo>
                <a:lnTo>
                  <a:pt x="1102209" y="1322234"/>
                </a:lnTo>
                <a:cubicBezTo>
                  <a:pt x="1102471" y="1321763"/>
                  <a:pt x="1103151" y="1321395"/>
                  <a:pt x="1103674" y="1321395"/>
                </a:cubicBezTo>
                <a:close/>
                <a:moveTo>
                  <a:pt x="2178102" y="1320976"/>
                </a:moveTo>
                <a:lnTo>
                  <a:pt x="2192124" y="1320976"/>
                </a:lnTo>
                <a:cubicBezTo>
                  <a:pt x="2192699" y="1320976"/>
                  <a:pt x="2193379" y="1321395"/>
                  <a:pt x="2193641" y="1321868"/>
                </a:cubicBezTo>
                <a:lnTo>
                  <a:pt x="2200652" y="1334006"/>
                </a:lnTo>
                <a:cubicBezTo>
                  <a:pt x="2200914" y="1334477"/>
                  <a:pt x="2200914" y="1335262"/>
                  <a:pt x="2200652" y="1335732"/>
                </a:cubicBezTo>
                <a:lnTo>
                  <a:pt x="2193641" y="1347869"/>
                </a:lnTo>
                <a:cubicBezTo>
                  <a:pt x="2193327" y="1348394"/>
                  <a:pt x="2192699" y="1348760"/>
                  <a:pt x="2192124" y="1348760"/>
                </a:cubicBezTo>
                <a:lnTo>
                  <a:pt x="2178102" y="1348760"/>
                </a:lnTo>
                <a:cubicBezTo>
                  <a:pt x="2177526" y="1348760"/>
                  <a:pt x="2176846" y="1348341"/>
                  <a:pt x="2176584" y="1347869"/>
                </a:cubicBezTo>
                <a:lnTo>
                  <a:pt x="2169573" y="1335732"/>
                </a:lnTo>
                <a:cubicBezTo>
                  <a:pt x="2169312" y="1335262"/>
                  <a:pt x="2169312" y="1334477"/>
                  <a:pt x="2169573" y="1334006"/>
                </a:cubicBezTo>
                <a:lnTo>
                  <a:pt x="2176584" y="1321868"/>
                </a:lnTo>
                <a:cubicBezTo>
                  <a:pt x="2176898" y="1321344"/>
                  <a:pt x="2177526" y="1320976"/>
                  <a:pt x="2178102" y="1320976"/>
                </a:cubicBezTo>
                <a:close/>
                <a:moveTo>
                  <a:pt x="2260561" y="1320716"/>
                </a:moveTo>
                <a:lnTo>
                  <a:pt x="2274897" y="1320716"/>
                </a:lnTo>
                <a:cubicBezTo>
                  <a:pt x="2275420" y="1320716"/>
                  <a:pt x="2276153" y="1321135"/>
                  <a:pt x="2276414" y="1321606"/>
                </a:cubicBezTo>
                <a:lnTo>
                  <a:pt x="2283582" y="1334006"/>
                </a:lnTo>
                <a:cubicBezTo>
                  <a:pt x="2283844" y="1334477"/>
                  <a:pt x="2283844" y="1335313"/>
                  <a:pt x="2283582" y="1335784"/>
                </a:cubicBezTo>
                <a:lnTo>
                  <a:pt x="2276414" y="1348184"/>
                </a:lnTo>
                <a:cubicBezTo>
                  <a:pt x="2276153" y="1348655"/>
                  <a:pt x="2275473" y="1349074"/>
                  <a:pt x="2274897" y="1349074"/>
                </a:cubicBezTo>
                <a:lnTo>
                  <a:pt x="2260561" y="1349074"/>
                </a:lnTo>
                <a:cubicBezTo>
                  <a:pt x="2260037" y="1349074"/>
                  <a:pt x="2259305" y="1348655"/>
                  <a:pt x="2259043" y="1348184"/>
                </a:cubicBezTo>
                <a:lnTo>
                  <a:pt x="2251875" y="1335784"/>
                </a:lnTo>
                <a:cubicBezTo>
                  <a:pt x="2251614" y="1335313"/>
                  <a:pt x="2251614" y="1334477"/>
                  <a:pt x="2251875" y="1334006"/>
                </a:cubicBezTo>
                <a:lnTo>
                  <a:pt x="2259043" y="1321606"/>
                </a:lnTo>
                <a:cubicBezTo>
                  <a:pt x="2259305" y="1321135"/>
                  <a:pt x="2259985" y="1320716"/>
                  <a:pt x="2260561" y="1320716"/>
                </a:cubicBezTo>
                <a:close/>
                <a:moveTo>
                  <a:pt x="2095067" y="1320351"/>
                </a:moveTo>
                <a:lnTo>
                  <a:pt x="2109769" y="1320351"/>
                </a:lnTo>
                <a:cubicBezTo>
                  <a:pt x="2110344" y="1320351"/>
                  <a:pt x="2111024" y="1320716"/>
                  <a:pt x="2111339" y="1321238"/>
                </a:cubicBezTo>
                <a:lnTo>
                  <a:pt x="2118716" y="1334006"/>
                </a:lnTo>
                <a:cubicBezTo>
                  <a:pt x="2119030" y="1334528"/>
                  <a:pt x="2119030" y="1335313"/>
                  <a:pt x="2118716" y="1335836"/>
                </a:cubicBezTo>
                <a:lnTo>
                  <a:pt x="2111339" y="1348603"/>
                </a:lnTo>
                <a:cubicBezTo>
                  <a:pt x="2111077" y="1349074"/>
                  <a:pt x="2110344" y="1349493"/>
                  <a:pt x="2109769" y="1349493"/>
                </a:cubicBezTo>
                <a:lnTo>
                  <a:pt x="2095067" y="1349493"/>
                </a:lnTo>
                <a:cubicBezTo>
                  <a:pt x="2094491" y="1349493"/>
                  <a:pt x="2093810" y="1349125"/>
                  <a:pt x="2093497" y="1348603"/>
                </a:cubicBezTo>
                <a:lnTo>
                  <a:pt x="2086119" y="1335836"/>
                </a:lnTo>
                <a:cubicBezTo>
                  <a:pt x="2085806" y="1335313"/>
                  <a:pt x="2085806" y="1334528"/>
                  <a:pt x="2086119" y="1334006"/>
                </a:cubicBezTo>
                <a:lnTo>
                  <a:pt x="2093497" y="1321238"/>
                </a:lnTo>
                <a:cubicBezTo>
                  <a:pt x="2093759" y="1320769"/>
                  <a:pt x="2094491" y="1320351"/>
                  <a:pt x="2095067" y="1320351"/>
                </a:cubicBezTo>
                <a:close/>
                <a:moveTo>
                  <a:pt x="1268279" y="1319935"/>
                </a:moveTo>
                <a:lnTo>
                  <a:pt x="1283400" y="1319935"/>
                </a:lnTo>
                <a:cubicBezTo>
                  <a:pt x="1283975" y="1319935"/>
                  <a:pt x="1284708" y="1320351"/>
                  <a:pt x="1285022" y="1320871"/>
                </a:cubicBezTo>
                <a:lnTo>
                  <a:pt x="1292609" y="1333954"/>
                </a:lnTo>
                <a:cubicBezTo>
                  <a:pt x="1292922" y="1334477"/>
                  <a:pt x="1292922" y="1335315"/>
                  <a:pt x="1292609" y="1335836"/>
                </a:cubicBezTo>
                <a:lnTo>
                  <a:pt x="1285022" y="1348919"/>
                </a:lnTo>
                <a:cubicBezTo>
                  <a:pt x="1284708" y="1349441"/>
                  <a:pt x="1283975" y="1349859"/>
                  <a:pt x="1283400" y="1349859"/>
                </a:cubicBezTo>
                <a:lnTo>
                  <a:pt x="1268279" y="1349859"/>
                </a:lnTo>
                <a:cubicBezTo>
                  <a:pt x="1267703" y="1349859"/>
                  <a:pt x="1266971" y="1349441"/>
                  <a:pt x="1266657" y="1348919"/>
                </a:cubicBezTo>
                <a:lnTo>
                  <a:pt x="1259070" y="1335836"/>
                </a:lnTo>
                <a:cubicBezTo>
                  <a:pt x="1258757" y="1335315"/>
                  <a:pt x="1258757" y="1334477"/>
                  <a:pt x="1259070" y="1333954"/>
                </a:cubicBezTo>
                <a:lnTo>
                  <a:pt x="1266657" y="1320871"/>
                </a:lnTo>
                <a:cubicBezTo>
                  <a:pt x="1266971" y="1320351"/>
                  <a:pt x="1267703" y="1319935"/>
                  <a:pt x="1268279" y="1319935"/>
                </a:cubicBezTo>
                <a:close/>
                <a:moveTo>
                  <a:pt x="1185296" y="1319302"/>
                </a:moveTo>
                <a:lnTo>
                  <a:pt x="1201045" y="1319302"/>
                </a:lnTo>
                <a:cubicBezTo>
                  <a:pt x="1201673" y="1319302"/>
                  <a:pt x="1202405" y="1319773"/>
                  <a:pt x="1202719" y="1320301"/>
                </a:cubicBezTo>
                <a:lnTo>
                  <a:pt x="1210568" y="1333901"/>
                </a:lnTo>
                <a:cubicBezTo>
                  <a:pt x="1210881" y="1334427"/>
                  <a:pt x="1210881" y="1335313"/>
                  <a:pt x="1210568" y="1335836"/>
                </a:cubicBezTo>
                <a:lnTo>
                  <a:pt x="1202719" y="1349441"/>
                </a:lnTo>
                <a:cubicBezTo>
                  <a:pt x="1202405" y="1350018"/>
                  <a:pt x="1201673" y="1350435"/>
                  <a:pt x="1201045" y="1350435"/>
                </a:cubicBezTo>
                <a:lnTo>
                  <a:pt x="1185296" y="1350435"/>
                </a:lnTo>
                <a:cubicBezTo>
                  <a:pt x="1184668" y="1350435"/>
                  <a:pt x="1183936" y="1349964"/>
                  <a:pt x="1183622" y="1349441"/>
                </a:cubicBezTo>
                <a:lnTo>
                  <a:pt x="1175773" y="1335836"/>
                </a:lnTo>
                <a:cubicBezTo>
                  <a:pt x="1175460" y="1335313"/>
                  <a:pt x="1175460" y="1334427"/>
                  <a:pt x="1175773" y="1333901"/>
                </a:cubicBezTo>
                <a:lnTo>
                  <a:pt x="1183622" y="1320301"/>
                </a:lnTo>
                <a:cubicBezTo>
                  <a:pt x="1183936" y="1319723"/>
                  <a:pt x="1184668" y="1319302"/>
                  <a:pt x="1185296" y="1319302"/>
                </a:cubicBezTo>
                <a:close/>
                <a:moveTo>
                  <a:pt x="441281" y="1319096"/>
                </a:moveTo>
                <a:lnTo>
                  <a:pt x="457239" y="1319096"/>
                </a:lnTo>
                <a:cubicBezTo>
                  <a:pt x="457867" y="1319096"/>
                  <a:pt x="458652" y="1319567"/>
                  <a:pt x="458966" y="1320086"/>
                </a:cubicBezTo>
                <a:lnTo>
                  <a:pt x="466919" y="1333901"/>
                </a:lnTo>
                <a:cubicBezTo>
                  <a:pt x="467233" y="1334477"/>
                  <a:pt x="467233" y="1335366"/>
                  <a:pt x="466919" y="1335889"/>
                </a:cubicBezTo>
                <a:lnTo>
                  <a:pt x="458966" y="1349702"/>
                </a:lnTo>
                <a:cubicBezTo>
                  <a:pt x="458652" y="1350279"/>
                  <a:pt x="457867" y="1350693"/>
                  <a:pt x="457239" y="1350693"/>
                </a:cubicBezTo>
                <a:lnTo>
                  <a:pt x="441281" y="1350693"/>
                </a:lnTo>
                <a:cubicBezTo>
                  <a:pt x="440653" y="1350693"/>
                  <a:pt x="439868" y="1350225"/>
                  <a:pt x="439554" y="1349702"/>
                </a:cubicBezTo>
                <a:lnTo>
                  <a:pt x="431601" y="1335889"/>
                </a:lnTo>
                <a:cubicBezTo>
                  <a:pt x="431288" y="1335313"/>
                  <a:pt x="431288" y="1334425"/>
                  <a:pt x="431601" y="1333901"/>
                </a:cubicBezTo>
                <a:lnTo>
                  <a:pt x="439554" y="1320086"/>
                </a:lnTo>
                <a:cubicBezTo>
                  <a:pt x="439868" y="1319515"/>
                  <a:pt x="440653" y="1319096"/>
                  <a:pt x="441281" y="1319096"/>
                </a:cubicBezTo>
                <a:close/>
                <a:moveTo>
                  <a:pt x="689077" y="1318781"/>
                </a:moveTo>
                <a:lnTo>
                  <a:pt x="705349" y="1318781"/>
                </a:lnTo>
                <a:cubicBezTo>
                  <a:pt x="705977" y="1318781"/>
                  <a:pt x="706762" y="1319200"/>
                  <a:pt x="707076" y="1319773"/>
                </a:cubicBezTo>
                <a:lnTo>
                  <a:pt x="715238" y="1333901"/>
                </a:lnTo>
                <a:cubicBezTo>
                  <a:pt x="715552" y="1334477"/>
                  <a:pt x="715552" y="1335366"/>
                  <a:pt x="715238" y="1335946"/>
                </a:cubicBezTo>
                <a:lnTo>
                  <a:pt x="707076" y="1350069"/>
                </a:lnTo>
                <a:cubicBezTo>
                  <a:pt x="706762" y="1350592"/>
                  <a:pt x="705977" y="1351063"/>
                  <a:pt x="705349" y="1351063"/>
                </a:cubicBezTo>
                <a:lnTo>
                  <a:pt x="689077" y="1351063"/>
                </a:lnTo>
                <a:cubicBezTo>
                  <a:pt x="688449" y="1351063"/>
                  <a:pt x="687665" y="1350645"/>
                  <a:pt x="687351" y="1350069"/>
                </a:cubicBezTo>
                <a:lnTo>
                  <a:pt x="679188" y="1335946"/>
                </a:lnTo>
                <a:cubicBezTo>
                  <a:pt x="678875" y="1335366"/>
                  <a:pt x="678875" y="1334477"/>
                  <a:pt x="679188" y="1333901"/>
                </a:cubicBezTo>
                <a:lnTo>
                  <a:pt x="687351" y="1319773"/>
                </a:lnTo>
                <a:cubicBezTo>
                  <a:pt x="687665" y="1319252"/>
                  <a:pt x="688449" y="1318781"/>
                  <a:pt x="689077" y="1318781"/>
                </a:cubicBezTo>
                <a:close/>
                <a:moveTo>
                  <a:pt x="605100" y="1316217"/>
                </a:moveTo>
                <a:lnTo>
                  <a:pt x="623989" y="1316217"/>
                </a:lnTo>
                <a:cubicBezTo>
                  <a:pt x="624773" y="1316217"/>
                  <a:pt x="625663" y="1316740"/>
                  <a:pt x="626029" y="1317368"/>
                </a:cubicBezTo>
                <a:lnTo>
                  <a:pt x="635499" y="1333743"/>
                </a:lnTo>
                <a:cubicBezTo>
                  <a:pt x="635865" y="1334427"/>
                  <a:pt x="635865" y="1335470"/>
                  <a:pt x="635499" y="1336100"/>
                </a:cubicBezTo>
                <a:lnTo>
                  <a:pt x="626029" y="1352477"/>
                </a:lnTo>
                <a:cubicBezTo>
                  <a:pt x="625663" y="1353103"/>
                  <a:pt x="624721" y="1353625"/>
                  <a:pt x="623989" y="1353625"/>
                </a:cubicBezTo>
                <a:lnTo>
                  <a:pt x="605100" y="1353625"/>
                </a:lnTo>
                <a:cubicBezTo>
                  <a:pt x="604316" y="1353625"/>
                  <a:pt x="603426" y="1353103"/>
                  <a:pt x="603060" y="1352477"/>
                </a:cubicBezTo>
                <a:lnTo>
                  <a:pt x="593590" y="1336100"/>
                </a:lnTo>
                <a:cubicBezTo>
                  <a:pt x="593223" y="1335419"/>
                  <a:pt x="593223" y="1334375"/>
                  <a:pt x="593590" y="1333743"/>
                </a:cubicBezTo>
                <a:lnTo>
                  <a:pt x="603060" y="1317368"/>
                </a:lnTo>
                <a:cubicBezTo>
                  <a:pt x="603426" y="1316740"/>
                  <a:pt x="604368" y="1316217"/>
                  <a:pt x="605100" y="1316217"/>
                </a:cubicBezTo>
                <a:close/>
                <a:moveTo>
                  <a:pt x="518142" y="1307634"/>
                </a:moveTo>
                <a:lnTo>
                  <a:pt x="545663" y="1307634"/>
                </a:lnTo>
                <a:cubicBezTo>
                  <a:pt x="546710" y="1307634"/>
                  <a:pt x="548070" y="1308420"/>
                  <a:pt x="548593" y="1309365"/>
                </a:cubicBezTo>
                <a:lnTo>
                  <a:pt x="562354" y="1333222"/>
                </a:lnTo>
                <a:cubicBezTo>
                  <a:pt x="562877" y="1334161"/>
                  <a:pt x="562877" y="1335680"/>
                  <a:pt x="562354" y="1336620"/>
                </a:cubicBezTo>
                <a:lnTo>
                  <a:pt x="548593" y="1360482"/>
                </a:lnTo>
                <a:cubicBezTo>
                  <a:pt x="548070" y="1361424"/>
                  <a:pt x="546762" y="1362209"/>
                  <a:pt x="545663" y="1362209"/>
                </a:cubicBezTo>
                <a:lnTo>
                  <a:pt x="518142" y="1362209"/>
                </a:lnTo>
                <a:cubicBezTo>
                  <a:pt x="517096" y="1362209"/>
                  <a:pt x="515735" y="1361424"/>
                  <a:pt x="515212" y="1360482"/>
                </a:cubicBezTo>
                <a:lnTo>
                  <a:pt x="501451" y="1336620"/>
                </a:lnTo>
                <a:cubicBezTo>
                  <a:pt x="500928" y="1335680"/>
                  <a:pt x="500928" y="1334161"/>
                  <a:pt x="501451" y="1333222"/>
                </a:cubicBezTo>
                <a:lnTo>
                  <a:pt x="515212" y="1309365"/>
                </a:lnTo>
                <a:cubicBezTo>
                  <a:pt x="515735" y="1308420"/>
                  <a:pt x="517043" y="1307634"/>
                  <a:pt x="518142" y="1307634"/>
                </a:cubicBezTo>
                <a:close/>
                <a:moveTo>
                  <a:pt x="1936951" y="1252068"/>
                </a:moveTo>
                <a:lnTo>
                  <a:pt x="1937160" y="1252068"/>
                </a:lnTo>
                <a:lnTo>
                  <a:pt x="1937265" y="1252227"/>
                </a:lnTo>
                <a:lnTo>
                  <a:pt x="1937160" y="1252385"/>
                </a:lnTo>
                <a:lnTo>
                  <a:pt x="1936951" y="1252385"/>
                </a:lnTo>
                <a:lnTo>
                  <a:pt x="1936846" y="1252227"/>
                </a:lnTo>
                <a:close/>
                <a:moveTo>
                  <a:pt x="1853027" y="1249404"/>
                </a:moveTo>
                <a:lnTo>
                  <a:pt x="1855904" y="1249404"/>
                </a:lnTo>
                <a:cubicBezTo>
                  <a:pt x="1856009" y="1249404"/>
                  <a:pt x="1856219" y="1249557"/>
                  <a:pt x="1856219" y="1249557"/>
                </a:cubicBezTo>
                <a:lnTo>
                  <a:pt x="1857631" y="1252068"/>
                </a:lnTo>
                <a:cubicBezTo>
                  <a:pt x="1857683" y="1252175"/>
                  <a:pt x="1857631" y="1252437"/>
                  <a:pt x="1857631" y="1252437"/>
                </a:cubicBezTo>
                <a:lnTo>
                  <a:pt x="1856219" y="1254946"/>
                </a:lnTo>
                <a:cubicBezTo>
                  <a:pt x="1856166" y="1254998"/>
                  <a:pt x="1855904" y="1255107"/>
                  <a:pt x="1855904" y="1255107"/>
                </a:cubicBezTo>
                <a:lnTo>
                  <a:pt x="1853027" y="1255107"/>
                </a:lnTo>
                <a:cubicBezTo>
                  <a:pt x="1852922" y="1255107"/>
                  <a:pt x="1852713" y="1254946"/>
                  <a:pt x="1852713" y="1254946"/>
                </a:cubicBezTo>
                <a:lnTo>
                  <a:pt x="1851300" y="1252437"/>
                </a:lnTo>
                <a:cubicBezTo>
                  <a:pt x="1851248" y="1252333"/>
                  <a:pt x="1851300" y="1252068"/>
                  <a:pt x="1851300" y="1252068"/>
                </a:cubicBezTo>
                <a:lnTo>
                  <a:pt x="1852713" y="1249557"/>
                </a:lnTo>
                <a:cubicBezTo>
                  <a:pt x="1852765" y="1249506"/>
                  <a:pt x="1853027" y="1249404"/>
                  <a:pt x="1853027" y="1249404"/>
                </a:cubicBezTo>
                <a:close/>
                <a:moveTo>
                  <a:pt x="1026029" y="1248671"/>
                </a:moveTo>
                <a:lnTo>
                  <a:pt x="1029639" y="1248671"/>
                </a:lnTo>
                <a:cubicBezTo>
                  <a:pt x="1029744" y="1248671"/>
                  <a:pt x="1030005" y="1248876"/>
                  <a:pt x="1030005" y="1248876"/>
                </a:cubicBezTo>
                <a:lnTo>
                  <a:pt x="1031836" y="1252017"/>
                </a:lnTo>
                <a:cubicBezTo>
                  <a:pt x="1031889" y="1252173"/>
                  <a:pt x="1031836" y="1252486"/>
                  <a:pt x="1031836" y="1252486"/>
                </a:cubicBezTo>
                <a:lnTo>
                  <a:pt x="1030005" y="1255627"/>
                </a:lnTo>
                <a:cubicBezTo>
                  <a:pt x="1029953" y="1255731"/>
                  <a:pt x="1029639" y="1255838"/>
                  <a:pt x="1029639" y="1255838"/>
                </a:cubicBezTo>
                <a:lnTo>
                  <a:pt x="1026029" y="1255838"/>
                </a:lnTo>
                <a:cubicBezTo>
                  <a:pt x="1025924" y="1255838"/>
                  <a:pt x="1025662" y="1255627"/>
                  <a:pt x="1025662" y="1255627"/>
                </a:cubicBezTo>
                <a:lnTo>
                  <a:pt x="1023831" y="1252486"/>
                </a:lnTo>
                <a:cubicBezTo>
                  <a:pt x="1023779" y="1252333"/>
                  <a:pt x="1023831" y="1252017"/>
                  <a:pt x="1023831" y="1252017"/>
                </a:cubicBezTo>
                <a:lnTo>
                  <a:pt x="1025662" y="1248876"/>
                </a:lnTo>
                <a:cubicBezTo>
                  <a:pt x="1025715" y="1248772"/>
                  <a:pt x="1026029" y="1248671"/>
                  <a:pt x="1026029" y="1248671"/>
                </a:cubicBezTo>
                <a:close/>
                <a:moveTo>
                  <a:pt x="940745" y="1243490"/>
                </a:moveTo>
                <a:lnTo>
                  <a:pt x="949640" y="1243490"/>
                </a:lnTo>
                <a:cubicBezTo>
                  <a:pt x="950006" y="1243490"/>
                  <a:pt x="950424" y="1243699"/>
                  <a:pt x="950581" y="1244011"/>
                </a:cubicBezTo>
                <a:lnTo>
                  <a:pt x="955029" y="1251703"/>
                </a:lnTo>
                <a:cubicBezTo>
                  <a:pt x="955186" y="1252017"/>
                  <a:pt x="955186" y="1252486"/>
                  <a:pt x="955029" y="1252803"/>
                </a:cubicBezTo>
                <a:lnTo>
                  <a:pt x="950581" y="1260494"/>
                </a:lnTo>
                <a:cubicBezTo>
                  <a:pt x="950424" y="1260756"/>
                  <a:pt x="950006" y="1261021"/>
                  <a:pt x="949640" y="1261021"/>
                </a:cubicBezTo>
                <a:lnTo>
                  <a:pt x="940745" y="1261021"/>
                </a:lnTo>
                <a:cubicBezTo>
                  <a:pt x="940379" y="1261021"/>
                  <a:pt x="939960" y="1260808"/>
                  <a:pt x="939803" y="1260494"/>
                </a:cubicBezTo>
                <a:lnTo>
                  <a:pt x="935356" y="1252803"/>
                </a:lnTo>
                <a:cubicBezTo>
                  <a:pt x="935199" y="1252486"/>
                  <a:pt x="935199" y="1252017"/>
                  <a:pt x="935356" y="1251703"/>
                </a:cubicBezTo>
                <a:lnTo>
                  <a:pt x="939803" y="1244011"/>
                </a:lnTo>
                <a:cubicBezTo>
                  <a:pt x="939960" y="1243753"/>
                  <a:pt x="940379" y="1243490"/>
                  <a:pt x="940745" y="1243490"/>
                </a:cubicBezTo>
                <a:close/>
                <a:moveTo>
                  <a:pt x="1683608" y="1241290"/>
                </a:moveTo>
                <a:lnTo>
                  <a:pt x="1694648" y="1241290"/>
                </a:lnTo>
                <a:cubicBezTo>
                  <a:pt x="1695119" y="1241290"/>
                  <a:pt x="1695643" y="1241604"/>
                  <a:pt x="1695852" y="1241971"/>
                </a:cubicBezTo>
                <a:lnTo>
                  <a:pt x="1701398" y="1251547"/>
                </a:lnTo>
                <a:cubicBezTo>
                  <a:pt x="1701607" y="1251913"/>
                  <a:pt x="1701607" y="1252540"/>
                  <a:pt x="1701398" y="1252907"/>
                </a:cubicBezTo>
                <a:lnTo>
                  <a:pt x="1695852" y="1262481"/>
                </a:lnTo>
                <a:cubicBezTo>
                  <a:pt x="1695590" y="1262849"/>
                  <a:pt x="1695067" y="1263164"/>
                  <a:pt x="1694648" y="1263164"/>
                </a:cubicBezTo>
                <a:lnTo>
                  <a:pt x="1683608" y="1263164"/>
                </a:lnTo>
                <a:cubicBezTo>
                  <a:pt x="1683138" y="1263164"/>
                  <a:pt x="1682614" y="1262849"/>
                  <a:pt x="1682405" y="1262481"/>
                </a:cubicBezTo>
                <a:lnTo>
                  <a:pt x="1676859" y="1252907"/>
                </a:lnTo>
                <a:cubicBezTo>
                  <a:pt x="1676650" y="1252540"/>
                  <a:pt x="1676650" y="1251913"/>
                  <a:pt x="1676859" y="1251547"/>
                </a:cubicBezTo>
                <a:lnTo>
                  <a:pt x="1682405" y="1241971"/>
                </a:lnTo>
                <a:cubicBezTo>
                  <a:pt x="1682667" y="1241604"/>
                  <a:pt x="1683190" y="1241290"/>
                  <a:pt x="1683608" y="1241290"/>
                </a:cubicBezTo>
                <a:close/>
                <a:moveTo>
                  <a:pt x="1518063" y="1240767"/>
                </a:moveTo>
                <a:lnTo>
                  <a:pt x="1529626" y="1240767"/>
                </a:lnTo>
                <a:cubicBezTo>
                  <a:pt x="1530097" y="1240767"/>
                  <a:pt x="1530673" y="1241083"/>
                  <a:pt x="1530882" y="1241499"/>
                </a:cubicBezTo>
                <a:lnTo>
                  <a:pt x="1536637" y="1251495"/>
                </a:lnTo>
                <a:cubicBezTo>
                  <a:pt x="1536846" y="1251863"/>
                  <a:pt x="1536846" y="1252486"/>
                  <a:pt x="1536637" y="1252908"/>
                </a:cubicBezTo>
                <a:lnTo>
                  <a:pt x="1530882" y="1262899"/>
                </a:lnTo>
                <a:cubicBezTo>
                  <a:pt x="1530620" y="1263319"/>
                  <a:pt x="1530097" y="1263634"/>
                  <a:pt x="1529626" y="1263634"/>
                </a:cubicBezTo>
                <a:lnTo>
                  <a:pt x="1518063" y="1263634"/>
                </a:lnTo>
                <a:cubicBezTo>
                  <a:pt x="1517592" y="1263634"/>
                  <a:pt x="1517017" y="1263319"/>
                  <a:pt x="1516807" y="1262899"/>
                </a:cubicBezTo>
                <a:lnTo>
                  <a:pt x="1511052" y="1252908"/>
                </a:lnTo>
                <a:cubicBezTo>
                  <a:pt x="1510843" y="1252540"/>
                  <a:pt x="1510843" y="1251913"/>
                  <a:pt x="1511052" y="1251495"/>
                </a:cubicBezTo>
                <a:lnTo>
                  <a:pt x="1516807" y="1241499"/>
                </a:lnTo>
                <a:cubicBezTo>
                  <a:pt x="1517069" y="1241083"/>
                  <a:pt x="1517592" y="1240767"/>
                  <a:pt x="1518063" y="1240767"/>
                </a:cubicBezTo>
                <a:close/>
                <a:moveTo>
                  <a:pt x="1435343" y="1240767"/>
                </a:moveTo>
                <a:lnTo>
                  <a:pt x="1446958" y="1240767"/>
                </a:lnTo>
                <a:cubicBezTo>
                  <a:pt x="1447429" y="1240767"/>
                  <a:pt x="1448004" y="1241083"/>
                  <a:pt x="1448213" y="1241499"/>
                </a:cubicBezTo>
                <a:lnTo>
                  <a:pt x="1454021" y="1251547"/>
                </a:lnTo>
                <a:cubicBezTo>
                  <a:pt x="1454231" y="1251913"/>
                  <a:pt x="1454231" y="1252540"/>
                  <a:pt x="1454021" y="1252960"/>
                </a:cubicBezTo>
                <a:lnTo>
                  <a:pt x="1448213" y="1263007"/>
                </a:lnTo>
                <a:cubicBezTo>
                  <a:pt x="1447952" y="1263424"/>
                  <a:pt x="1447429" y="1263736"/>
                  <a:pt x="1446958" y="1263736"/>
                </a:cubicBezTo>
                <a:lnTo>
                  <a:pt x="1435343" y="1263736"/>
                </a:lnTo>
                <a:cubicBezTo>
                  <a:pt x="1434871" y="1263736"/>
                  <a:pt x="1434296" y="1263424"/>
                  <a:pt x="1434087" y="1263007"/>
                </a:cubicBezTo>
                <a:lnTo>
                  <a:pt x="1428279" y="1252960"/>
                </a:lnTo>
                <a:cubicBezTo>
                  <a:pt x="1428070" y="1252594"/>
                  <a:pt x="1428070" y="1251965"/>
                  <a:pt x="1428279" y="1251547"/>
                </a:cubicBezTo>
                <a:lnTo>
                  <a:pt x="1434087" y="1241499"/>
                </a:lnTo>
                <a:cubicBezTo>
                  <a:pt x="1434348" y="1241083"/>
                  <a:pt x="1434871" y="1240767"/>
                  <a:pt x="1435343" y="1240767"/>
                </a:cubicBezTo>
                <a:close/>
                <a:moveTo>
                  <a:pt x="1104302" y="1239879"/>
                </a:moveTo>
                <a:lnTo>
                  <a:pt x="1116754" y="1239879"/>
                </a:lnTo>
                <a:cubicBezTo>
                  <a:pt x="1117278" y="1239879"/>
                  <a:pt x="1117853" y="1240247"/>
                  <a:pt x="1118115" y="1240663"/>
                </a:cubicBezTo>
                <a:lnTo>
                  <a:pt x="1124341" y="1251443"/>
                </a:lnTo>
                <a:cubicBezTo>
                  <a:pt x="1124603" y="1251863"/>
                  <a:pt x="1124603" y="1252540"/>
                  <a:pt x="1124341" y="1252957"/>
                </a:cubicBezTo>
                <a:lnTo>
                  <a:pt x="1118115" y="1263736"/>
                </a:lnTo>
                <a:cubicBezTo>
                  <a:pt x="1117853" y="1264155"/>
                  <a:pt x="1117225" y="1264522"/>
                  <a:pt x="1116754" y="1264522"/>
                </a:cubicBezTo>
                <a:lnTo>
                  <a:pt x="1104302" y="1264522"/>
                </a:lnTo>
                <a:cubicBezTo>
                  <a:pt x="1103778" y="1264522"/>
                  <a:pt x="1103203" y="1264155"/>
                  <a:pt x="1102941" y="1263736"/>
                </a:cubicBezTo>
                <a:lnTo>
                  <a:pt x="1096715" y="1252957"/>
                </a:lnTo>
                <a:cubicBezTo>
                  <a:pt x="1096454" y="1252540"/>
                  <a:pt x="1096454" y="1251863"/>
                  <a:pt x="1096715" y="1251443"/>
                </a:cubicBezTo>
                <a:lnTo>
                  <a:pt x="1102941" y="1240663"/>
                </a:lnTo>
                <a:cubicBezTo>
                  <a:pt x="1103203" y="1240247"/>
                  <a:pt x="1103831" y="1239879"/>
                  <a:pt x="1104302" y="1239879"/>
                </a:cubicBezTo>
                <a:close/>
                <a:moveTo>
                  <a:pt x="1600103" y="1239617"/>
                </a:moveTo>
                <a:lnTo>
                  <a:pt x="1612870" y="1239617"/>
                </a:lnTo>
                <a:cubicBezTo>
                  <a:pt x="1613340" y="1239617"/>
                  <a:pt x="1613968" y="1239981"/>
                  <a:pt x="1614230" y="1240400"/>
                </a:cubicBezTo>
                <a:lnTo>
                  <a:pt x="1620613" y="1251444"/>
                </a:lnTo>
                <a:cubicBezTo>
                  <a:pt x="1620875" y="1251863"/>
                  <a:pt x="1620875" y="1252594"/>
                  <a:pt x="1620613" y="1253012"/>
                </a:cubicBezTo>
                <a:lnTo>
                  <a:pt x="1614230" y="1264051"/>
                </a:lnTo>
                <a:cubicBezTo>
                  <a:pt x="1613968" y="1264473"/>
                  <a:pt x="1613393" y="1264836"/>
                  <a:pt x="1612870" y="1264836"/>
                </a:cubicBezTo>
                <a:lnTo>
                  <a:pt x="1600103" y="1264836"/>
                </a:lnTo>
                <a:cubicBezTo>
                  <a:pt x="1599632" y="1264836"/>
                  <a:pt x="1599004" y="1264473"/>
                  <a:pt x="1598743" y="1264051"/>
                </a:cubicBezTo>
                <a:lnTo>
                  <a:pt x="1592359" y="1253012"/>
                </a:lnTo>
                <a:cubicBezTo>
                  <a:pt x="1592098" y="1252594"/>
                  <a:pt x="1592098" y="1251863"/>
                  <a:pt x="1592359" y="1251444"/>
                </a:cubicBezTo>
                <a:lnTo>
                  <a:pt x="1598743" y="1240400"/>
                </a:lnTo>
                <a:cubicBezTo>
                  <a:pt x="1599004" y="1239981"/>
                  <a:pt x="1599580" y="1239617"/>
                  <a:pt x="1600103" y="1239617"/>
                </a:cubicBezTo>
                <a:close/>
                <a:moveTo>
                  <a:pt x="856088" y="1239409"/>
                </a:moveTo>
                <a:lnTo>
                  <a:pt x="869063" y="1239409"/>
                </a:lnTo>
                <a:cubicBezTo>
                  <a:pt x="869587" y="1239409"/>
                  <a:pt x="870215" y="1239776"/>
                  <a:pt x="870476" y="1240196"/>
                </a:cubicBezTo>
                <a:lnTo>
                  <a:pt x="876964" y="1251391"/>
                </a:lnTo>
                <a:cubicBezTo>
                  <a:pt x="877226" y="1251863"/>
                  <a:pt x="877226" y="1252594"/>
                  <a:pt x="876964" y="1253014"/>
                </a:cubicBezTo>
                <a:lnTo>
                  <a:pt x="870476" y="1264208"/>
                </a:lnTo>
                <a:cubicBezTo>
                  <a:pt x="870215" y="1264625"/>
                  <a:pt x="869587" y="1264992"/>
                  <a:pt x="869063" y="1264992"/>
                </a:cubicBezTo>
                <a:lnTo>
                  <a:pt x="856088" y="1264992"/>
                </a:lnTo>
                <a:cubicBezTo>
                  <a:pt x="855565" y="1264992"/>
                  <a:pt x="854937" y="1264625"/>
                  <a:pt x="854675" y="1264208"/>
                </a:cubicBezTo>
                <a:lnTo>
                  <a:pt x="848187" y="1253014"/>
                </a:lnTo>
                <a:cubicBezTo>
                  <a:pt x="847926" y="1252543"/>
                  <a:pt x="847926" y="1251809"/>
                  <a:pt x="848187" y="1251391"/>
                </a:cubicBezTo>
                <a:lnTo>
                  <a:pt x="854675" y="1240196"/>
                </a:lnTo>
                <a:cubicBezTo>
                  <a:pt x="854937" y="1239776"/>
                  <a:pt x="855565" y="1239409"/>
                  <a:pt x="856088" y="1239409"/>
                </a:cubicBezTo>
                <a:close/>
                <a:moveTo>
                  <a:pt x="1351837" y="1239093"/>
                </a:moveTo>
                <a:lnTo>
                  <a:pt x="1365074" y="1239093"/>
                </a:lnTo>
                <a:cubicBezTo>
                  <a:pt x="1365597" y="1239093"/>
                  <a:pt x="1366225" y="1239458"/>
                  <a:pt x="1366487" y="1239930"/>
                </a:cubicBezTo>
                <a:lnTo>
                  <a:pt x="1373132" y="1251389"/>
                </a:lnTo>
                <a:cubicBezTo>
                  <a:pt x="1373393" y="1251809"/>
                  <a:pt x="1373393" y="1252540"/>
                  <a:pt x="1373132" y="1253012"/>
                </a:cubicBezTo>
                <a:lnTo>
                  <a:pt x="1366487" y="1264470"/>
                </a:lnTo>
                <a:cubicBezTo>
                  <a:pt x="1366225" y="1264940"/>
                  <a:pt x="1365597" y="1265306"/>
                  <a:pt x="1365074" y="1265306"/>
                </a:cubicBezTo>
                <a:lnTo>
                  <a:pt x="1351837" y="1265306"/>
                </a:lnTo>
                <a:cubicBezTo>
                  <a:pt x="1351314" y="1265306"/>
                  <a:pt x="1350686" y="1264940"/>
                  <a:pt x="1350424" y="1264470"/>
                </a:cubicBezTo>
                <a:lnTo>
                  <a:pt x="1343779" y="1253012"/>
                </a:lnTo>
                <a:cubicBezTo>
                  <a:pt x="1343518" y="1252591"/>
                  <a:pt x="1343518" y="1251863"/>
                  <a:pt x="1343779" y="1251389"/>
                </a:cubicBezTo>
                <a:lnTo>
                  <a:pt x="1350424" y="1239930"/>
                </a:lnTo>
                <a:cubicBezTo>
                  <a:pt x="1350686" y="1239458"/>
                  <a:pt x="1351314" y="1239093"/>
                  <a:pt x="1351837" y="1239093"/>
                </a:cubicBezTo>
                <a:close/>
                <a:moveTo>
                  <a:pt x="607507" y="1238257"/>
                </a:moveTo>
                <a:lnTo>
                  <a:pt x="621634" y="1238257"/>
                </a:lnTo>
                <a:cubicBezTo>
                  <a:pt x="622209" y="1238257"/>
                  <a:pt x="622890" y="1238676"/>
                  <a:pt x="623151" y="1239144"/>
                </a:cubicBezTo>
                <a:lnTo>
                  <a:pt x="630215" y="1251389"/>
                </a:lnTo>
                <a:cubicBezTo>
                  <a:pt x="630476" y="1251863"/>
                  <a:pt x="630476" y="1252646"/>
                  <a:pt x="630215" y="1253118"/>
                </a:cubicBezTo>
                <a:lnTo>
                  <a:pt x="623151" y="1265360"/>
                </a:lnTo>
                <a:cubicBezTo>
                  <a:pt x="622890" y="1265883"/>
                  <a:pt x="622209" y="1266251"/>
                  <a:pt x="621634" y="1266251"/>
                </a:cubicBezTo>
                <a:lnTo>
                  <a:pt x="607507" y="1266251"/>
                </a:lnTo>
                <a:cubicBezTo>
                  <a:pt x="606932" y="1266251"/>
                  <a:pt x="606251" y="1265829"/>
                  <a:pt x="605990" y="1265360"/>
                </a:cubicBezTo>
                <a:lnTo>
                  <a:pt x="598926" y="1253118"/>
                </a:lnTo>
                <a:cubicBezTo>
                  <a:pt x="598665" y="1252646"/>
                  <a:pt x="598665" y="1251863"/>
                  <a:pt x="598926" y="1251389"/>
                </a:cubicBezTo>
                <a:lnTo>
                  <a:pt x="605990" y="1239144"/>
                </a:lnTo>
                <a:cubicBezTo>
                  <a:pt x="606251" y="1238623"/>
                  <a:pt x="606932" y="1238257"/>
                  <a:pt x="607507" y="1238257"/>
                </a:cubicBezTo>
                <a:close/>
                <a:moveTo>
                  <a:pt x="772792" y="1238205"/>
                </a:moveTo>
                <a:lnTo>
                  <a:pt x="786971" y="1238205"/>
                </a:lnTo>
                <a:cubicBezTo>
                  <a:pt x="787547" y="1238205"/>
                  <a:pt x="788227" y="1238623"/>
                  <a:pt x="788489" y="1239093"/>
                </a:cubicBezTo>
                <a:lnTo>
                  <a:pt x="795552" y="1251389"/>
                </a:lnTo>
                <a:cubicBezTo>
                  <a:pt x="795813" y="1251863"/>
                  <a:pt x="795813" y="1252646"/>
                  <a:pt x="795552" y="1253118"/>
                </a:cubicBezTo>
                <a:lnTo>
                  <a:pt x="788489" y="1265412"/>
                </a:lnTo>
                <a:cubicBezTo>
                  <a:pt x="788227" y="1265938"/>
                  <a:pt x="787547" y="1266303"/>
                  <a:pt x="786971" y="1266303"/>
                </a:cubicBezTo>
                <a:lnTo>
                  <a:pt x="772792" y="1266303"/>
                </a:lnTo>
                <a:cubicBezTo>
                  <a:pt x="772216" y="1266303"/>
                  <a:pt x="771536" y="1265883"/>
                  <a:pt x="771274" y="1265412"/>
                </a:cubicBezTo>
                <a:lnTo>
                  <a:pt x="764211" y="1253118"/>
                </a:lnTo>
                <a:cubicBezTo>
                  <a:pt x="763950" y="1252646"/>
                  <a:pt x="763950" y="1251863"/>
                  <a:pt x="764211" y="1251389"/>
                </a:cubicBezTo>
                <a:lnTo>
                  <a:pt x="771274" y="1239093"/>
                </a:lnTo>
                <a:cubicBezTo>
                  <a:pt x="771536" y="1238572"/>
                  <a:pt x="772216" y="1238205"/>
                  <a:pt x="772792" y="1238205"/>
                </a:cubicBezTo>
                <a:close/>
                <a:moveTo>
                  <a:pt x="1185663" y="1237369"/>
                </a:moveTo>
                <a:lnTo>
                  <a:pt x="1200679" y="1237369"/>
                </a:lnTo>
                <a:cubicBezTo>
                  <a:pt x="1201307" y="1237369"/>
                  <a:pt x="1201987" y="1237786"/>
                  <a:pt x="1202301" y="1238309"/>
                </a:cubicBezTo>
                <a:lnTo>
                  <a:pt x="1209835" y="1251337"/>
                </a:lnTo>
                <a:cubicBezTo>
                  <a:pt x="1210149" y="1251863"/>
                  <a:pt x="1210149" y="1252699"/>
                  <a:pt x="1209835" y="1253219"/>
                </a:cubicBezTo>
                <a:lnTo>
                  <a:pt x="1202301" y="1266251"/>
                </a:lnTo>
                <a:cubicBezTo>
                  <a:pt x="1201987" y="1266774"/>
                  <a:pt x="1201255" y="1267192"/>
                  <a:pt x="1200679" y="1267192"/>
                </a:cubicBezTo>
                <a:lnTo>
                  <a:pt x="1185663" y="1267192"/>
                </a:lnTo>
                <a:cubicBezTo>
                  <a:pt x="1185035" y="1267192"/>
                  <a:pt x="1184355" y="1266774"/>
                  <a:pt x="1184041" y="1266251"/>
                </a:cubicBezTo>
                <a:lnTo>
                  <a:pt x="1176506" y="1253219"/>
                </a:lnTo>
                <a:cubicBezTo>
                  <a:pt x="1176193" y="1252699"/>
                  <a:pt x="1176193" y="1251863"/>
                  <a:pt x="1176506" y="1251337"/>
                </a:cubicBezTo>
                <a:lnTo>
                  <a:pt x="1184041" y="1238309"/>
                </a:lnTo>
                <a:cubicBezTo>
                  <a:pt x="1184355" y="1237786"/>
                  <a:pt x="1185087" y="1237369"/>
                  <a:pt x="1185663" y="1237369"/>
                </a:cubicBezTo>
                <a:close/>
                <a:moveTo>
                  <a:pt x="689496" y="1237002"/>
                </a:moveTo>
                <a:lnTo>
                  <a:pt x="704878" y="1237002"/>
                </a:lnTo>
                <a:cubicBezTo>
                  <a:pt x="705454" y="1237002"/>
                  <a:pt x="706186" y="1237422"/>
                  <a:pt x="706500" y="1237944"/>
                </a:cubicBezTo>
                <a:lnTo>
                  <a:pt x="714192" y="1251285"/>
                </a:lnTo>
                <a:cubicBezTo>
                  <a:pt x="714505" y="1251809"/>
                  <a:pt x="714505" y="1252646"/>
                  <a:pt x="714192" y="1253170"/>
                </a:cubicBezTo>
                <a:lnTo>
                  <a:pt x="706500" y="1266511"/>
                </a:lnTo>
                <a:cubicBezTo>
                  <a:pt x="706239" y="1267036"/>
                  <a:pt x="705506" y="1267455"/>
                  <a:pt x="704878" y="1267455"/>
                </a:cubicBezTo>
                <a:lnTo>
                  <a:pt x="689496" y="1267455"/>
                </a:lnTo>
                <a:cubicBezTo>
                  <a:pt x="688920" y="1267455"/>
                  <a:pt x="688187" y="1267036"/>
                  <a:pt x="687874" y="1266511"/>
                </a:cubicBezTo>
                <a:lnTo>
                  <a:pt x="680182" y="1253170"/>
                </a:lnTo>
                <a:cubicBezTo>
                  <a:pt x="679869" y="1252646"/>
                  <a:pt x="679869" y="1251809"/>
                  <a:pt x="680182" y="1251285"/>
                </a:cubicBezTo>
                <a:lnTo>
                  <a:pt x="687874" y="1237944"/>
                </a:lnTo>
                <a:cubicBezTo>
                  <a:pt x="688135" y="1237422"/>
                  <a:pt x="688868" y="1237002"/>
                  <a:pt x="689496" y="1237002"/>
                </a:cubicBezTo>
                <a:close/>
                <a:moveTo>
                  <a:pt x="1267337" y="1235430"/>
                </a:moveTo>
                <a:lnTo>
                  <a:pt x="1284341" y="1235430"/>
                </a:lnTo>
                <a:cubicBezTo>
                  <a:pt x="1285021" y="1235430"/>
                  <a:pt x="1285859" y="1235901"/>
                  <a:pt x="1286173" y="1236476"/>
                </a:cubicBezTo>
                <a:lnTo>
                  <a:pt x="1294649" y="1251180"/>
                </a:lnTo>
                <a:cubicBezTo>
                  <a:pt x="1294963" y="1251756"/>
                  <a:pt x="1294963" y="1252699"/>
                  <a:pt x="1294649" y="1253274"/>
                </a:cubicBezTo>
                <a:lnTo>
                  <a:pt x="1286173" y="1267978"/>
                </a:lnTo>
                <a:cubicBezTo>
                  <a:pt x="1285806" y="1268550"/>
                  <a:pt x="1285021" y="1269022"/>
                  <a:pt x="1284341" y="1269022"/>
                </a:cubicBezTo>
                <a:lnTo>
                  <a:pt x="1267337" y="1269022"/>
                </a:lnTo>
                <a:cubicBezTo>
                  <a:pt x="1266656" y="1269022"/>
                  <a:pt x="1265819" y="1268550"/>
                  <a:pt x="1265506" y="1267978"/>
                </a:cubicBezTo>
                <a:lnTo>
                  <a:pt x="1257029" y="1253274"/>
                </a:lnTo>
                <a:cubicBezTo>
                  <a:pt x="1256716" y="1252699"/>
                  <a:pt x="1256716" y="1251756"/>
                  <a:pt x="1257029" y="1251180"/>
                </a:cubicBezTo>
                <a:lnTo>
                  <a:pt x="1265506" y="1236476"/>
                </a:lnTo>
                <a:cubicBezTo>
                  <a:pt x="1265872" y="1235901"/>
                  <a:pt x="1266656" y="1235430"/>
                  <a:pt x="1267337" y="1235430"/>
                </a:cubicBezTo>
                <a:close/>
                <a:moveTo>
                  <a:pt x="516572" y="1221932"/>
                </a:moveTo>
                <a:lnTo>
                  <a:pt x="547233" y="1221932"/>
                </a:lnTo>
                <a:cubicBezTo>
                  <a:pt x="548436" y="1221932"/>
                  <a:pt x="549901" y="1222771"/>
                  <a:pt x="550529" y="1223816"/>
                </a:cubicBezTo>
                <a:lnTo>
                  <a:pt x="565859" y="1250341"/>
                </a:lnTo>
                <a:cubicBezTo>
                  <a:pt x="566488" y="1251389"/>
                  <a:pt x="566488" y="1253066"/>
                  <a:pt x="565859" y="1254113"/>
                </a:cubicBezTo>
                <a:lnTo>
                  <a:pt x="550529" y="1280639"/>
                </a:lnTo>
                <a:cubicBezTo>
                  <a:pt x="549901" y="1281684"/>
                  <a:pt x="548436" y="1282524"/>
                  <a:pt x="547233" y="1282524"/>
                </a:cubicBezTo>
                <a:lnTo>
                  <a:pt x="516572" y="1282524"/>
                </a:lnTo>
                <a:cubicBezTo>
                  <a:pt x="515369" y="1282524"/>
                  <a:pt x="513904" y="1281684"/>
                  <a:pt x="513276" y="1280639"/>
                </a:cubicBezTo>
                <a:lnTo>
                  <a:pt x="497946" y="1254113"/>
                </a:lnTo>
                <a:cubicBezTo>
                  <a:pt x="497318" y="1253066"/>
                  <a:pt x="497318" y="1251389"/>
                  <a:pt x="497946" y="1250341"/>
                </a:cubicBezTo>
                <a:lnTo>
                  <a:pt x="513276" y="1223816"/>
                </a:lnTo>
                <a:cubicBezTo>
                  <a:pt x="513904" y="1222771"/>
                  <a:pt x="515369" y="1221932"/>
                  <a:pt x="516572" y="1221932"/>
                </a:cubicBezTo>
                <a:close/>
                <a:moveTo>
                  <a:pt x="1025140" y="1164272"/>
                </a:moveTo>
                <a:lnTo>
                  <a:pt x="1030529" y="1164272"/>
                </a:lnTo>
                <a:cubicBezTo>
                  <a:pt x="1030738" y="1164272"/>
                  <a:pt x="1031105" y="1164587"/>
                  <a:pt x="1031105" y="1164587"/>
                </a:cubicBezTo>
                <a:lnTo>
                  <a:pt x="1033825" y="1169242"/>
                </a:lnTo>
                <a:cubicBezTo>
                  <a:pt x="1033930" y="1169453"/>
                  <a:pt x="1033825" y="1169923"/>
                  <a:pt x="1033825" y="1169923"/>
                </a:cubicBezTo>
                <a:lnTo>
                  <a:pt x="1031105" y="1174582"/>
                </a:lnTo>
                <a:cubicBezTo>
                  <a:pt x="1031000" y="1174736"/>
                  <a:pt x="1030529" y="1174893"/>
                  <a:pt x="1030529" y="1174893"/>
                </a:cubicBezTo>
                <a:lnTo>
                  <a:pt x="1025140" y="1174893"/>
                </a:lnTo>
                <a:cubicBezTo>
                  <a:pt x="1024931" y="1174893"/>
                  <a:pt x="1024564" y="1174582"/>
                  <a:pt x="1024564" y="1174582"/>
                </a:cubicBezTo>
                <a:lnTo>
                  <a:pt x="1021844" y="1169923"/>
                </a:lnTo>
                <a:cubicBezTo>
                  <a:pt x="1021739" y="1169716"/>
                  <a:pt x="1021844" y="1169242"/>
                  <a:pt x="1021844" y="1169242"/>
                </a:cubicBezTo>
                <a:lnTo>
                  <a:pt x="1024564" y="1164587"/>
                </a:lnTo>
                <a:cubicBezTo>
                  <a:pt x="1024669" y="1164433"/>
                  <a:pt x="1025140" y="1164272"/>
                  <a:pt x="1025140" y="1164272"/>
                </a:cubicBezTo>
                <a:close/>
                <a:moveTo>
                  <a:pt x="1105506" y="1159671"/>
                </a:moveTo>
                <a:lnTo>
                  <a:pt x="1115500" y="1159671"/>
                </a:lnTo>
                <a:cubicBezTo>
                  <a:pt x="1115866" y="1159671"/>
                  <a:pt x="1116337" y="1159930"/>
                  <a:pt x="1116546" y="1160297"/>
                </a:cubicBezTo>
                <a:lnTo>
                  <a:pt x="1121516" y="1168933"/>
                </a:lnTo>
                <a:cubicBezTo>
                  <a:pt x="1121726" y="1169298"/>
                  <a:pt x="1121726" y="1169819"/>
                  <a:pt x="1121516" y="1170187"/>
                </a:cubicBezTo>
                <a:lnTo>
                  <a:pt x="1116546" y="1178818"/>
                </a:lnTo>
                <a:cubicBezTo>
                  <a:pt x="1116389" y="1179184"/>
                  <a:pt x="1115918" y="1179447"/>
                  <a:pt x="1115500" y="1179447"/>
                </a:cubicBezTo>
                <a:lnTo>
                  <a:pt x="1105506" y="1179447"/>
                </a:lnTo>
                <a:cubicBezTo>
                  <a:pt x="1105140" y="1179447"/>
                  <a:pt x="1104669" y="1179184"/>
                  <a:pt x="1104459" y="1178818"/>
                </a:cubicBezTo>
                <a:lnTo>
                  <a:pt x="1099489" y="1170187"/>
                </a:lnTo>
                <a:cubicBezTo>
                  <a:pt x="1099280" y="1169819"/>
                  <a:pt x="1099280" y="1169298"/>
                  <a:pt x="1099489" y="1168933"/>
                </a:cubicBezTo>
                <a:lnTo>
                  <a:pt x="1104459" y="1160297"/>
                </a:lnTo>
                <a:cubicBezTo>
                  <a:pt x="1104617" y="1159930"/>
                  <a:pt x="1105087" y="1159671"/>
                  <a:pt x="1105506" y="1159671"/>
                </a:cubicBezTo>
                <a:close/>
                <a:moveTo>
                  <a:pt x="1849311" y="1159409"/>
                </a:moveTo>
                <a:lnTo>
                  <a:pt x="1859619" y="1159409"/>
                </a:lnTo>
                <a:cubicBezTo>
                  <a:pt x="1860037" y="1159409"/>
                  <a:pt x="1860508" y="1159671"/>
                  <a:pt x="1860718" y="1160037"/>
                </a:cubicBezTo>
                <a:lnTo>
                  <a:pt x="1865845" y="1168933"/>
                </a:lnTo>
                <a:cubicBezTo>
                  <a:pt x="1866054" y="1169249"/>
                  <a:pt x="1866054" y="1169819"/>
                  <a:pt x="1865845" y="1170187"/>
                </a:cubicBezTo>
                <a:lnTo>
                  <a:pt x="1860718" y="1179080"/>
                </a:lnTo>
                <a:cubicBezTo>
                  <a:pt x="1860508" y="1179447"/>
                  <a:pt x="1860037" y="1179707"/>
                  <a:pt x="1859619" y="1179707"/>
                </a:cubicBezTo>
                <a:lnTo>
                  <a:pt x="1849311" y="1179707"/>
                </a:lnTo>
                <a:cubicBezTo>
                  <a:pt x="1848893" y="1179707"/>
                  <a:pt x="1848422" y="1179447"/>
                  <a:pt x="1848213" y="1179080"/>
                </a:cubicBezTo>
                <a:lnTo>
                  <a:pt x="1843085" y="1170187"/>
                </a:lnTo>
                <a:cubicBezTo>
                  <a:pt x="1842876" y="1169871"/>
                  <a:pt x="1842876" y="1169298"/>
                  <a:pt x="1843085" y="1168933"/>
                </a:cubicBezTo>
                <a:lnTo>
                  <a:pt x="1848213" y="1160037"/>
                </a:lnTo>
                <a:cubicBezTo>
                  <a:pt x="1848422" y="1159671"/>
                  <a:pt x="1848893" y="1159409"/>
                  <a:pt x="1849311" y="1159409"/>
                </a:cubicBezTo>
                <a:close/>
                <a:moveTo>
                  <a:pt x="1931614" y="1158676"/>
                </a:moveTo>
                <a:lnTo>
                  <a:pt x="1942653" y="1158676"/>
                </a:lnTo>
                <a:cubicBezTo>
                  <a:pt x="1943124" y="1158676"/>
                  <a:pt x="1943647" y="1158991"/>
                  <a:pt x="1943857" y="1159356"/>
                </a:cubicBezTo>
                <a:lnTo>
                  <a:pt x="1949403" y="1168933"/>
                </a:lnTo>
                <a:cubicBezTo>
                  <a:pt x="1949612" y="1169298"/>
                  <a:pt x="1949612" y="1169923"/>
                  <a:pt x="1949403" y="1170289"/>
                </a:cubicBezTo>
                <a:lnTo>
                  <a:pt x="1943857" y="1179864"/>
                </a:lnTo>
                <a:cubicBezTo>
                  <a:pt x="1943595" y="1180232"/>
                  <a:pt x="1943072" y="1180548"/>
                  <a:pt x="1942653" y="1180548"/>
                </a:cubicBezTo>
                <a:lnTo>
                  <a:pt x="1931614" y="1180548"/>
                </a:lnTo>
                <a:cubicBezTo>
                  <a:pt x="1931142" y="1180548"/>
                  <a:pt x="1930619" y="1180232"/>
                  <a:pt x="1930410" y="1179864"/>
                </a:cubicBezTo>
                <a:lnTo>
                  <a:pt x="1924864" y="1170289"/>
                </a:lnTo>
                <a:cubicBezTo>
                  <a:pt x="1924655" y="1169923"/>
                  <a:pt x="1924655" y="1169298"/>
                  <a:pt x="1924864" y="1168933"/>
                </a:cubicBezTo>
                <a:lnTo>
                  <a:pt x="1930410" y="1159356"/>
                </a:lnTo>
                <a:cubicBezTo>
                  <a:pt x="1930672" y="1158991"/>
                  <a:pt x="1931195" y="1158676"/>
                  <a:pt x="1931614" y="1158676"/>
                </a:cubicBezTo>
                <a:close/>
                <a:moveTo>
                  <a:pt x="939541" y="1158415"/>
                </a:moveTo>
                <a:lnTo>
                  <a:pt x="950843" y="1158415"/>
                </a:lnTo>
                <a:cubicBezTo>
                  <a:pt x="951261" y="1158415"/>
                  <a:pt x="951837" y="1158724"/>
                  <a:pt x="952046" y="1159092"/>
                </a:cubicBezTo>
                <a:lnTo>
                  <a:pt x="957697" y="1168876"/>
                </a:lnTo>
                <a:cubicBezTo>
                  <a:pt x="957906" y="1169298"/>
                  <a:pt x="957906" y="1169923"/>
                  <a:pt x="957697" y="1170289"/>
                </a:cubicBezTo>
                <a:lnTo>
                  <a:pt x="952046" y="1180074"/>
                </a:lnTo>
                <a:cubicBezTo>
                  <a:pt x="951837" y="1180441"/>
                  <a:pt x="951314" y="1180755"/>
                  <a:pt x="950843" y="1180755"/>
                </a:cubicBezTo>
                <a:lnTo>
                  <a:pt x="939541" y="1180755"/>
                </a:lnTo>
                <a:cubicBezTo>
                  <a:pt x="939123" y="1180755"/>
                  <a:pt x="938547" y="1180441"/>
                  <a:pt x="938338" y="1180074"/>
                </a:cubicBezTo>
                <a:lnTo>
                  <a:pt x="932687" y="1170289"/>
                </a:lnTo>
                <a:cubicBezTo>
                  <a:pt x="932478" y="1169871"/>
                  <a:pt x="932478" y="1169242"/>
                  <a:pt x="932687" y="1168876"/>
                </a:cubicBezTo>
                <a:lnTo>
                  <a:pt x="938338" y="1159092"/>
                </a:lnTo>
                <a:cubicBezTo>
                  <a:pt x="938547" y="1158724"/>
                  <a:pt x="939070" y="1158415"/>
                  <a:pt x="939541" y="1158415"/>
                </a:cubicBezTo>
                <a:close/>
                <a:moveTo>
                  <a:pt x="2013864" y="1157943"/>
                </a:moveTo>
                <a:lnTo>
                  <a:pt x="2025636" y="1157943"/>
                </a:lnTo>
                <a:cubicBezTo>
                  <a:pt x="2026107" y="1157943"/>
                  <a:pt x="2026682" y="1158257"/>
                  <a:pt x="2026892" y="1158676"/>
                </a:cubicBezTo>
                <a:lnTo>
                  <a:pt x="2032752" y="1168827"/>
                </a:lnTo>
                <a:cubicBezTo>
                  <a:pt x="2032961" y="1169249"/>
                  <a:pt x="2032961" y="1169871"/>
                  <a:pt x="2032752" y="1170292"/>
                </a:cubicBezTo>
                <a:lnTo>
                  <a:pt x="2026892" y="1180441"/>
                </a:lnTo>
                <a:cubicBezTo>
                  <a:pt x="2026682" y="1180860"/>
                  <a:pt x="2026107" y="1181173"/>
                  <a:pt x="2025636" y="1181173"/>
                </a:cubicBezTo>
                <a:lnTo>
                  <a:pt x="2013864" y="1181173"/>
                </a:lnTo>
                <a:cubicBezTo>
                  <a:pt x="2013392" y="1181173"/>
                  <a:pt x="2012817" y="1180860"/>
                  <a:pt x="2012608" y="1180441"/>
                </a:cubicBezTo>
                <a:lnTo>
                  <a:pt x="2006748" y="1170292"/>
                </a:lnTo>
                <a:cubicBezTo>
                  <a:pt x="2006539" y="1169871"/>
                  <a:pt x="2006539" y="1169249"/>
                  <a:pt x="2006748" y="1168827"/>
                </a:cubicBezTo>
                <a:lnTo>
                  <a:pt x="2012608" y="1158676"/>
                </a:lnTo>
                <a:cubicBezTo>
                  <a:pt x="2012817" y="1158257"/>
                  <a:pt x="2013392" y="1157943"/>
                  <a:pt x="2013864" y="1157943"/>
                </a:cubicBezTo>
                <a:close/>
                <a:moveTo>
                  <a:pt x="1682667" y="1156795"/>
                </a:moveTo>
                <a:lnTo>
                  <a:pt x="1695591" y="1156795"/>
                </a:lnTo>
                <a:cubicBezTo>
                  <a:pt x="1696061" y="1156795"/>
                  <a:pt x="1696689" y="1157160"/>
                  <a:pt x="1696951" y="1157577"/>
                </a:cubicBezTo>
                <a:lnTo>
                  <a:pt x="1703387" y="1168772"/>
                </a:lnTo>
                <a:cubicBezTo>
                  <a:pt x="1703648" y="1169242"/>
                  <a:pt x="1703648" y="1169974"/>
                  <a:pt x="1703387" y="1170395"/>
                </a:cubicBezTo>
                <a:lnTo>
                  <a:pt x="1696951" y="1181593"/>
                </a:lnTo>
                <a:cubicBezTo>
                  <a:pt x="1696742" y="1182010"/>
                  <a:pt x="1696114" y="1182375"/>
                  <a:pt x="1695591" y="1182375"/>
                </a:cubicBezTo>
                <a:lnTo>
                  <a:pt x="1682667" y="1182375"/>
                </a:lnTo>
                <a:cubicBezTo>
                  <a:pt x="1682196" y="1182375"/>
                  <a:pt x="1681568" y="1182010"/>
                  <a:pt x="1681307" y="1181593"/>
                </a:cubicBezTo>
                <a:lnTo>
                  <a:pt x="1674871" y="1170395"/>
                </a:lnTo>
                <a:cubicBezTo>
                  <a:pt x="1674610" y="1169923"/>
                  <a:pt x="1674610" y="1169190"/>
                  <a:pt x="1674871" y="1168772"/>
                </a:cubicBezTo>
                <a:lnTo>
                  <a:pt x="1681307" y="1157577"/>
                </a:lnTo>
                <a:cubicBezTo>
                  <a:pt x="1681516" y="1157160"/>
                  <a:pt x="1682144" y="1156795"/>
                  <a:pt x="1682667" y="1156795"/>
                </a:cubicBezTo>
                <a:close/>
                <a:moveTo>
                  <a:pt x="1186657" y="1156686"/>
                </a:moveTo>
                <a:lnTo>
                  <a:pt x="1199738" y="1156686"/>
                </a:lnTo>
                <a:cubicBezTo>
                  <a:pt x="1200261" y="1156686"/>
                  <a:pt x="1200889" y="1157001"/>
                  <a:pt x="1201150" y="1157472"/>
                </a:cubicBezTo>
                <a:lnTo>
                  <a:pt x="1207691" y="1168772"/>
                </a:lnTo>
                <a:cubicBezTo>
                  <a:pt x="1207952" y="1169242"/>
                  <a:pt x="1207952" y="1169927"/>
                  <a:pt x="1207691" y="1170395"/>
                </a:cubicBezTo>
                <a:lnTo>
                  <a:pt x="1201150" y="1181697"/>
                </a:lnTo>
                <a:cubicBezTo>
                  <a:pt x="1200889" y="1182114"/>
                  <a:pt x="1200261" y="1182480"/>
                  <a:pt x="1199738" y="1182480"/>
                </a:cubicBezTo>
                <a:lnTo>
                  <a:pt x="1186657" y="1182480"/>
                </a:lnTo>
                <a:cubicBezTo>
                  <a:pt x="1186134" y="1182480"/>
                  <a:pt x="1185506" y="1182168"/>
                  <a:pt x="1185244" y="1181697"/>
                </a:cubicBezTo>
                <a:lnTo>
                  <a:pt x="1178704" y="1170395"/>
                </a:lnTo>
                <a:cubicBezTo>
                  <a:pt x="1178443" y="1169927"/>
                  <a:pt x="1178443" y="1169242"/>
                  <a:pt x="1178704" y="1168772"/>
                </a:cubicBezTo>
                <a:lnTo>
                  <a:pt x="1185244" y="1157472"/>
                </a:lnTo>
                <a:cubicBezTo>
                  <a:pt x="1185506" y="1157053"/>
                  <a:pt x="1186134" y="1156686"/>
                  <a:pt x="1186657" y="1156686"/>
                </a:cubicBezTo>
                <a:close/>
                <a:moveTo>
                  <a:pt x="1351837" y="1156426"/>
                </a:moveTo>
                <a:lnTo>
                  <a:pt x="1365074" y="1156426"/>
                </a:lnTo>
                <a:cubicBezTo>
                  <a:pt x="1365597" y="1156426"/>
                  <a:pt x="1366225" y="1156795"/>
                  <a:pt x="1366487" y="1157264"/>
                </a:cubicBezTo>
                <a:lnTo>
                  <a:pt x="1373132" y="1168719"/>
                </a:lnTo>
                <a:cubicBezTo>
                  <a:pt x="1373393" y="1169139"/>
                  <a:pt x="1373393" y="1169871"/>
                  <a:pt x="1373132" y="1170342"/>
                </a:cubicBezTo>
                <a:lnTo>
                  <a:pt x="1366487" y="1181804"/>
                </a:lnTo>
                <a:cubicBezTo>
                  <a:pt x="1366225" y="1182273"/>
                  <a:pt x="1365597" y="1182640"/>
                  <a:pt x="1365074" y="1182640"/>
                </a:cubicBezTo>
                <a:lnTo>
                  <a:pt x="1351837" y="1182640"/>
                </a:lnTo>
                <a:cubicBezTo>
                  <a:pt x="1351314" y="1182640"/>
                  <a:pt x="1350686" y="1182273"/>
                  <a:pt x="1350424" y="1181804"/>
                </a:cubicBezTo>
                <a:lnTo>
                  <a:pt x="1343779" y="1170342"/>
                </a:lnTo>
                <a:cubicBezTo>
                  <a:pt x="1343518" y="1169923"/>
                  <a:pt x="1343518" y="1169190"/>
                  <a:pt x="1343779" y="1168719"/>
                </a:cubicBezTo>
                <a:lnTo>
                  <a:pt x="1350424" y="1157264"/>
                </a:lnTo>
                <a:cubicBezTo>
                  <a:pt x="1350686" y="1156795"/>
                  <a:pt x="1351314" y="1156426"/>
                  <a:pt x="1351837" y="1156426"/>
                </a:cubicBezTo>
                <a:close/>
                <a:moveTo>
                  <a:pt x="1517121" y="1156324"/>
                </a:moveTo>
                <a:lnTo>
                  <a:pt x="1530463" y="1156324"/>
                </a:lnTo>
                <a:cubicBezTo>
                  <a:pt x="1530986" y="1156324"/>
                  <a:pt x="1531614" y="1156686"/>
                  <a:pt x="1531876" y="1157160"/>
                </a:cubicBezTo>
                <a:lnTo>
                  <a:pt x="1538573" y="1168719"/>
                </a:lnTo>
                <a:cubicBezTo>
                  <a:pt x="1538835" y="1169190"/>
                  <a:pt x="1538835" y="1169927"/>
                  <a:pt x="1538573" y="1170395"/>
                </a:cubicBezTo>
                <a:lnTo>
                  <a:pt x="1531876" y="1181960"/>
                </a:lnTo>
                <a:cubicBezTo>
                  <a:pt x="1531614" y="1182427"/>
                  <a:pt x="1530986" y="1182797"/>
                  <a:pt x="1530463" y="1182797"/>
                </a:cubicBezTo>
                <a:lnTo>
                  <a:pt x="1517121" y="1182797"/>
                </a:lnTo>
                <a:cubicBezTo>
                  <a:pt x="1516598" y="1182797"/>
                  <a:pt x="1515970" y="1182427"/>
                  <a:pt x="1515708" y="1181960"/>
                </a:cubicBezTo>
                <a:lnTo>
                  <a:pt x="1509011" y="1170395"/>
                </a:lnTo>
                <a:cubicBezTo>
                  <a:pt x="1508750" y="1169927"/>
                  <a:pt x="1508750" y="1169190"/>
                  <a:pt x="1509011" y="1168719"/>
                </a:cubicBezTo>
                <a:lnTo>
                  <a:pt x="1515708" y="1157160"/>
                </a:lnTo>
                <a:cubicBezTo>
                  <a:pt x="1515970" y="1156686"/>
                  <a:pt x="1516598" y="1156324"/>
                  <a:pt x="1517121" y="1156324"/>
                </a:cubicBezTo>
                <a:close/>
                <a:moveTo>
                  <a:pt x="1434400" y="1156164"/>
                </a:moveTo>
                <a:lnTo>
                  <a:pt x="1447951" y="1156164"/>
                </a:lnTo>
                <a:cubicBezTo>
                  <a:pt x="1448474" y="1156164"/>
                  <a:pt x="1449155" y="1156529"/>
                  <a:pt x="1449416" y="1157001"/>
                </a:cubicBezTo>
                <a:lnTo>
                  <a:pt x="1456218" y="1168719"/>
                </a:lnTo>
                <a:cubicBezTo>
                  <a:pt x="1456480" y="1169190"/>
                  <a:pt x="1456480" y="1169927"/>
                  <a:pt x="1456218" y="1170395"/>
                </a:cubicBezTo>
                <a:lnTo>
                  <a:pt x="1449416" y="1182117"/>
                </a:lnTo>
                <a:cubicBezTo>
                  <a:pt x="1449155" y="1182587"/>
                  <a:pt x="1448474" y="1182954"/>
                  <a:pt x="1447951" y="1182954"/>
                </a:cubicBezTo>
                <a:lnTo>
                  <a:pt x="1434400" y="1182954"/>
                </a:lnTo>
                <a:cubicBezTo>
                  <a:pt x="1433877" y="1182954"/>
                  <a:pt x="1433196" y="1182587"/>
                  <a:pt x="1432935" y="1182117"/>
                </a:cubicBezTo>
                <a:lnTo>
                  <a:pt x="1426133" y="1170395"/>
                </a:lnTo>
                <a:cubicBezTo>
                  <a:pt x="1425872" y="1169927"/>
                  <a:pt x="1425872" y="1169190"/>
                  <a:pt x="1426133" y="1168719"/>
                </a:cubicBezTo>
                <a:lnTo>
                  <a:pt x="1432935" y="1157001"/>
                </a:lnTo>
                <a:cubicBezTo>
                  <a:pt x="1433196" y="1156529"/>
                  <a:pt x="1433877" y="1156164"/>
                  <a:pt x="1434400" y="1156164"/>
                </a:cubicBezTo>
                <a:close/>
                <a:moveTo>
                  <a:pt x="1764969" y="1156112"/>
                </a:moveTo>
                <a:lnTo>
                  <a:pt x="1778573" y="1156112"/>
                </a:lnTo>
                <a:cubicBezTo>
                  <a:pt x="1779096" y="1156112"/>
                  <a:pt x="1779776" y="1156478"/>
                  <a:pt x="1780037" y="1156948"/>
                </a:cubicBezTo>
                <a:lnTo>
                  <a:pt x="1786840" y="1168719"/>
                </a:lnTo>
                <a:cubicBezTo>
                  <a:pt x="1787101" y="1169190"/>
                  <a:pt x="1787101" y="1169923"/>
                  <a:pt x="1786840" y="1170395"/>
                </a:cubicBezTo>
                <a:lnTo>
                  <a:pt x="1780037" y="1182168"/>
                </a:lnTo>
                <a:cubicBezTo>
                  <a:pt x="1779776" y="1182640"/>
                  <a:pt x="1779096" y="1183007"/>
                  <a:pt x="1778573" y="1183007"/>
                </a:cubicBezTo>
                <a:lnTo>
                  <a:pt x="1764969" y="1183007"/>
                </a:lnTo>
                <a:cubicBezTo>
                  <a:pt x="1764446" y="1183007"/>
                  <a:pt x="1763765" y="1182640"/>
                  <a:pt x="1763504" y="1182168"/>
                </a:cubicBezTo>
                <a:lnTo>
                  <a:pt x="1756702" y="1170395"/>
                </a:lnTo>
                <a:cubicBezTo>
                  <a:pt x="1756441" y="1169923"/>
                  <a:pt x="1756441" y="1169190"/>
                  <a:pt x="1756702" y="1168719"/>
                </a:cubicBezTo>
                <a:lnTo>
                  <a:pt x="1763504" y="1156948"/>
                </a:lnTo>
                <a:cubicBezTo>
                  <a:pt x="1763765" y="1156478"/>
                  <a:pt x="1764446" y="1156112"/>
                  <a:pt x="1764969" y="1156112"/>
                </a:cubicBezTo>
                <a:close/>
                <a:moveTo>
                  <a:pt x="607769" y="1156112"/>
                </a:moveTo>
                <a:lnTo>
                  <a:pt x="621373" y="1156112"/>
                </a:lnTo>
                <a:cubicBezTo>
                  <a:pt x="621896" y="1156112"/>
                  <a:pt x="622576" y="1156478"/>
                  <a:pt x="622838" y="1156948"/>
                </a:cubicBezTo>
                <a:lnTo>
                  <a:pt x="629639" y="1168719"/>
                </a:lnTo>
                <a:cubicBezTo>
                  <a:pt x="629901" y="1169190"/>
                  <a:pt x="629901" y="1169923"/>
                  <a:pt x="629639" y="1170395"/>
                </a:cubicBezTo>
                <a:lnTo>
                  <a:pt x="622838" y="1182168"/>
                </a:lnTo>
                <a:cubicBezTo>
                  <a:pt x="622576" y="1182640"/>
                  <a:pt x="621896" y="1183007"/>
                  <a:pt x="621373" y="1183007"/>
                </a:cubicBezTo>
                <a:lnTo>
                  <a:pt x="607769" y="1183007"/>
                </a:lnTo>
                <a:cubicBezTo>
                  <a:pt x="607246" y="1183007"/>
                  <a:pt x="606566" y="1182640"/>
                  <a:pt x="606304" y="1182168"/>
                </a:cubicBezTo>
                <a:lnTo>
                  <a:pt x="599502" y="1170395"/>
                </a:lnTo>
                <a:cubicBezTo>
                  <a:pt x="599241" y="1169923"/>
                  <a:pt x="599241" y="1169190"/>
                  <a:pt x="599502" y="1168719"/>
                </a:cubicBezTo>
                <a:lnTo>
                  <a:pt x="606304" y="1156948"/>
                </a:lnTo>
                <a:cubicBezTo>
                  <a:pt x="606566" y="1156478"/>
                  <a:pt x="607246" y="1156112"/>
                  <a:pt x="607769" y="1156112"/>
                </a:cubicBezTo>
                <a:close/>
                <a:moveTo>
                  <a:pt x="772688" y="1155378"/>
                </a:moveTo>
                <a:lnTo>
                  <a:pt x="787076" y="1155378"/>
                </a:lnTo>
                <a:cubicBezTo>
                  <a:pt x="787599" y="1155378"/>
                  <a:pt x="788332" y="1155796"/>
                  <a:pt x="788593" y="1156267"/>
                </a:cubicBezTo>
                <a:lnTo>
                  <a:pt x="795761" y="1168719"/>
                </a:lnTo>
                <a:cubicBezTo>
                  <a:pt x="796023" y="1169190"/>
                  <a:pt x="796023" y="1170031"/>
                  <a:pt x="795761" y="1170501"/>
                </a:cubicBezTo>
                <a:lnTo>
                  <a:pt x="788593" y="1182954"/>
                </a:lnTo>
                <a:cubicBezTo>
                  <a:pt x="788332" y="1183426"/>
                  <a:pt x="787652" y="1183845"/>
                  <a:pt x="787076" y="1183845"/>
                </a:cubicBezTo>
                <a:lnTo>
                  <a:pt x="772688" y="1183845"/>
                </a:lnTo>
                <a:cubicBezTo>
                  <a:pt x="772165" y="1183845"/>
                  <a:pt x="771432" y="1183426"/>
                  <a:pt x="771170" y="1182954"/>
                </a:cubicBezTo>
                <a:lnTo>
                  <a:pt x="764002" y="1170501"/>
                </a:lnTo>
                <a:cubicBezTo>
                  <a:pt x="763741" y="1170031"/>
                  <a:pt x="763741" y="1169190"/>
                  <a:pt x="764002" y="1168719"/>
                </a:cubicBezTo>
                <a:lnTo>
                  <a:pt x="771170" y="1156267"/>
                </a:lnTo>
                <a:cubicBezTo>
                  <a:pt x="771432" y="1155796"/>
                  <a:pt x="772112" y="1155378"/>
                  <a:pt x="772688" y="1155378"/>
                </a:cubicBezTo>
                <a:close/>
                <a:moveTo>
                  <a:pt x="689967" y="1155171"/>
                </a:moveTo>
                <a:lnTo>
                  <a:pt x="704512" y="1155171"/>
                </a:lnTo>
                <a:cubicBezTo>
                  <a:pt x="705088" y="1155171"/>
                  <a:pt x="705820" y="1155538"/>
                  <a:pt x="706082" y="1156059"/>
                </a:cubicBezTo>
                <a:lnTo>
                  <a:pt x="713354" y="1168667"/>
                </a:lnTo>
                <a:cubicBezTo>
                  <a:pt x="713616" y="1169139"/>
                  <a:pt x="713616" y="1169927"/>
                  <a:pt x="713354" y="1170448"/>
                </a:cubicBezTo>
                <a:lnTo>
                  <a:pt x="706082" y="1183059"/>
                </a:lnTo>
                <a:cubicBezTo>
                  <a:pt x="705768" y="1183527"/>
                  <a:pt x="705088" y="1183945"/>
                  <a:pt x="704512" y="1183945"/>
                </a:cubicBezTo>
                <a:lnTo>
                  <a:pt x="689967" y="1183945"/>
                </a:lnTo>
                <a:cubicBezTo>
                  <a:pt x="689391" y="1183945"/>
                  <a:pt x="688659" y="1183580"/>
                  <a:pt x="688397" y="1183059"/>
                </a:cubicBezTo>
                <a:lnTo>
                  <a:pt x="681124" y="1170448"/>
                </a:lnTo>
                <a:cubicBezTo>
                  <a:pt x="680863" y="1169977"/>
                  <a:pt x="680863" y="1169190"/>
                  <a:pt x="681124" y="1168667"/>
                </a:cubicBezTo>
                <a:lnTo>
                  <a:pt x="688397" y="1156059"/>
                </a:lnTo>
                <a:cubicBezTo>
                  <a:pt x="688711" y="1155591"/>
                  <a:pt x="689391" y="1155171"/>
                  <a:pt x="689967" y="1155171"/>
                </a:cubicBezTo>
                <a:close/>
                <a:moveTo>
                  <a:pt x="854937" y="1154492"/>
                </a:moveTo>
                <a:lnTo>
                  <a:pt x="870163" y="1154492"/>
                </a:lnTo>
                <a:cubicBezTo>
                  <a:pt x="870738" y="1154492"/>
                  <a:pt x="871471" y="1154909"/>
                  <a:pt x="871785" y="1155429"/>
                </a:cubicBezTo>
                <a:lnTo>
                  <a:pt x="879424" y="1168617"/>
                </a:lnTo>
                <a:cubicBezTo>
                  <a:pt x="879738" y="1169139"/>
                  <a:pt x="879738" y="1169974"/>
                  <a:pt x="879424" y="1170500"/>
                </a:cubicBezTo>
                <a:lnTo>
                  <a:pt x="871785" y="1183685"/>
                </a:lnTo>
                <a:cubicBezTo>
                  <a:pt x="871471" y="1184209"/>
                  <a:pt x="870738" y="1184626"/>
                  <a:pt x="870163" y="1184626"/>
                </a:cubicBezTo>
                <a:lnTo>
                  <a:pt x="854937" y="1184626"/>
                </a:lnTo>
                <a:cubicBezTo>
                  <a:pt x="854362" y="1184626"/>
                  <a:pt x="853629" y="1184209"/>
                  <a:pt x="853315" y="1183685"/>
                </a:cubicBezTo>
                <a:lnTo>
                  <a:pt x="845676" y="1170500"/>
                </a:lnTo>
                <a:cubicBezTo>
                  <a:pt x="845363" y="1169974"/>
                  <a:pt x="845363" y="1169139"/>
                  <a:pt x="845676" y="1168617"/>
                </a:cubicBezTo>
                <a:lnTo>
                  <a:pt x="853315" y="1155429"/>
                </a:lnTo>
                <a:cubicBezTo>
                  <a:pt x="853629" y="1154909"/>
                  <a:pt x="854362" y="1154492"/>
                  <a:pt x="854937" y="1154492"/>
                </a:cubicBezTo>
                <a:close/>
                <a:moveTo>
                  <a:pt x="1267493" y="1153024"/>
                </a:moveTo>
                <a:lnTo>
                  <a:pt x="1284184" y="1153024"/>
                </a:lnTo>
                <a:cubicBezTo>
                  <a:pt x="1284812" y="1153024"/>
                  <a:pt x="1285649" y="1153495"/>
                  <a:pt x="1285963" y="1154071"/>
                </a:cubicBezTo>
                <a:lnTo>
                  <a:pt x="1294282" y="1168513"/>
                </a:lnTo>
                <a:cubicBezTo>
                  <a:pt x="1294596" y="1169033"/>
                  <a:pt x="1294596" y="1169974"/>
                  <a:pt x="1294282" y="1170552"/>
                </a:cubicBezTo>
                <a:lnTo>
                  <a:pt x="1285963" y="1184997"/>
                </a:lnTo>
                <a:cubicBezTo>
                  <a:pt x="1285649" y="1185568"/>
                  <a:pt x="1284864" y="1186039"/>
                  <a:pt x="1284184" y="1186039"/>
                </a:cubicBezTo>
                <a:lnTo>
                  <a:pt x="1267493" y="1186039"/>
                </a:lnTo>
                <a:cubicBezTo>
                  <a:pt x="1266866" y="1186039"/>
                  <a:pt x="1266028" y="1185568"/>
                  <a:pt x="1265714" y="1184997"/>
                </a:cubicBezTo>
                <a:lnTo>
                  <a:pt x="1257395" y="1170552"/>
                </a:lnTo>
                <a:cubicBezTo>
                  <a:pt x="1257082" y="1170031"/>
                  <a:pt x="1257082" y="1169088"/>
                  <a:pt x="1257395" y="1168513"/>
                </a:cubicBezTo>
                <a:lnTo>
                  <a:pt x="1265714" y="1154071"/>
                </a:lnTo>
                <a:cubicBezTo>
                  <a:pt x="1266028" y="1153495"/>
                  <a:pt x="1266813" y="1153024"/>
                  <a:pt x="1267493" y="1153024"/>
                </a:cubicBezTo>
                <a:close/>
                <a:moveTo>
                  <a:pt x="1596545" y="1149936"/>
                </a:moveTo>
                <a:lnTo>
                  <a:pt x="1616427" y="1149936"/>
                </a:lnTo>
                <a:cubicBezTo>
                  <a:pt x="1617212" y="1149936"/>
                  <a:pt x="1618206" y="1150462"/>
                  <a:pt x="1618572" y="1151142"/>
                </a:cubicBezTo>
                <a:lnTo>
                  <a:pt x="1628514" y="1168354"/>
                </a:lnTo>
                <a:cubicBezTo>
                  <a:pt x="1628880" y="1169033"/>
                  <a:pt x="1628880" y="1170137"/>
                  <a:pt x="1628514" y="1170813"/>
                </a:cubicBezTo>
                <a:lnTo>
                  <a:pt x="1618572" y="1188025"/>
                </a:lnTo>
                <a:cubicBezTo>
                  <a:pt x="1618154" y="1188655"/>
                  <a:pt x="1617212" y="1189230"/>
                  <a:pt x="1616427" y="1189230"/>
                </a:cubicBezTo>
                <a:lnTo>
                  <a:pt x="1596545" y="1189230"/>
                </a:lnTo>
                <a:cubicBezTo>
                  <a:pt x="1595760" y="1189230"/>
                  <a:pt x="1594766" y="1188709"/>
                  <a:pt x="1594400" y="1188025"/>
                </a:cubicBezTo>
                <a:lnTo>
                  <a:pt x="1584459" y="1170813"/>
                </a:lnTo>
                <a:cubicBezTo>
                  <a:pt x="1584092" y="1170137"/>
                  <a:pt x="1584092" y="1169033"/>
                  <a:pt x="1584459" y="1168354"/>
                </a:cubicBezTo>
                <a:lnTo>
                  <a:pt x="1594400" y="1151142"/>
                </a:lnTo>
                <a:cubicBezTo>
                  <a:pt x="1594818" y="1150512"/>
                  <a:pt x="1595760" y="1149936"/>
                  <a:pt x="1596545" y="1149936"/>
                </a:cubicBezTo>
                <a:close/>
                <a:moveTo>
                  <a:pt x="515892" y="1137853"/>
                </a:moveTo>
                <a:lnTo>
                  <a:pt x="547966" y="1137853"/>
                </a:lnTo>
                <a:cubicBezTo>
                  <a:pt x="549274" y="1137853"/>
                  <a:pt x="550791" y="1138741"/>
                  <a:pt x="551419" y="1139837"/>
                </a:cubicBezTo>
                <a:lnTo>
                  <a:pt x="567430" y="1167624"/>
                </a:lnTo>
                <a:cubicBezTo>
                  <a:pt x="568057" y="1168719"/>
                  <a:pt x="568057" y="1170501"/>
                  <a:pt x="567430" y="1171599"/>
                </a:cubicBezTo>
                <a:lnTo>
                  <a:pt x="551419" y="1199382"/>
                </a:lnTo>
                <a:cubicBezTo>
                  <a:pt x="550791" y="1200480"/>
                  <a:pt x="549221" y="1201368"/>
                  <a:pt x="547966" y="1201368"/>
                </a:cubicBezTo>
                <a:lnTo>
                  <a:pt x="515892" y="1201368"/>
                </a:lnTo>
                <a:cubicBezTo>
                  <a:pt x="514584" y="1201368"/>
                  <a:pt x="513067" y="1200480"/>
                  <a:pt x="512439" y="1199382"/>
                </a:cubicBezTo>
                <a:lnTo>
                  <a:pt x="496429" y="1171599"/>
                </a:lnTo>
                <a:cubicBezTo>
                  <a:pt x="495801" y="1170501"/>
                  <a:pt x="495801" y="1168719"/>
                  <a:pt x="496429" y="1167624"/>
                </a:cubicBezTo>
                <a:lnTo>
                  <a:pt x="512439" y="1139837"/>
                </a:lnTo>
                <a:cubicBezTo>
                  <a:pt x="513067" y="1138741"/>
                  <a:pt x="514637" y="1137853"/>
                  <a:pt x="515892" y="1137853"/>
                </a:cubicBezTo>
                <a:close/>
                <a:moveTo>
                  <a:pt x="2098782" y="1079721"/>
                </a:moveTo>
                <a:lnTo>
                  <a:pt x="2106054" y="1079721"/>
                </a:lnTo>
                <a:cubicBezTo>
                  <a:pt x="2106368" y="1079721"/>
                  <a:pt x="2106839" y="1080192"/>
                  <a:pt x="2106839" y="1080192"/>
                </a:cubicBezTo>
                <a:lnTo>
                  <a:pt x="2110449" y="1086473"/>
                </a:lnTo>
                <a:cubicBezTo>
                  <a:pt x="2110606" y="1086734"/>
                  <a:pt x="2110449" y="1087361"/>
                  <a:pt x="2110449" y="1087361"/>
                </a:cubicBezTo>
                <a:lnTo>
                  <a:pt x="2106839" y="1093641"/>
                </a:lnTo>
                <a:cubicBezTo>
                  <a:pt x="2106682" y="1093900"/>
                  <a:pt x="2106316" y="1094109"/>
                  <a:pt x="2106054" y="1094109"/>
                </a:cubicBezTo>
                <a:lnTo>
                  <a:pt x="2098782" y="1094109"/>
                </a:lnTo>
                <a:cubicBezTo>
                  <a:pt x="2098467" y="1094109"/>
                  <a:pt x="2097997" y="1093641"/>
                  <a:pt x="2097997" y="1093641"/>
                </a:cubicBezTo>
                <a:lnTo>
                  <a:pt x="2094387" y="1087361"/>
                </a:lnTo>
                <a:cubicBezTo>
                  <a:pt x="2094230" y="1087098"/>
                  <a:pt x="2094387" y="1086473"/>
                  <a:pt x="2094387" y="1086473"/>
                </a:cubicBezTo>
                <a:lnTo>
                  <a:pt x="2097997" y="1080192"/>
                </a:lnTo>
                <a:cubicBezTo>
                  <a:pt x="2098154" y="1079933"/>
                  <a:pt x="2098520" y="1079721"/>
                  <a:pt x="2098782" y="1079721"/>
                </a:cubicBezTo>
                <a:close/>
                <a:moveTo>
                  <a:pt x="1106133" y="1078310"/>
                </a:moveTo>
                <a:lnTo>
                  <a:pt x="1114871" y="1078310"/>
                </a:lnTo>
                <a:cubicBezTo>
                  <a:pt x="1115237" y="1078310"/>
                  <a:pt x="1115656" y="1078518"/>
                  <a:pt x="1115813" y="1078833"/>
                </a:cubicBezTo>
                <a:lnTo>
                  <a:pt x="1120155" y="1086368"/>
                </a:lnTo>
                <a:cubicBezTo>
                  <a:pt x="1120312" y="1086682"/>
                  <a:pt x="1120312" y="1087152"/>
                  <a:pt x="1120155" y="1087466"/>
                </a:cubicBezTo>
                <a:lnTo>
                  <a:pt x="1115813" y="1094999"/>
                </a:lnTo>
                <a:cubicBezTo>
                  <a:pt x="1115656" y="1095264"/>
                  <a:pt x="1115237" y="1095522"/>
                  <a:pt x="1114871" y="1095522"/>
                </a:cubicBezTo>
                <a:lnTo>
                  <a:pt x="1106133" y="1095522"/>
                </a:lnTo>
                <a:cubicBezTo>
                  <a:pt x="1105767" y="1095522"/>
                  <a:pt x="1105349" y="1095313"/>
                  <a:pt x="1105191" y="1094999"/>
                </a:cubicBezTo>
                <a:lnTo>
                  <a:pt x="1100849" y="1087466"/>
                </a:lnTo>
                <a:cubicBezTo>
                  <a:pt x="1100692" y="1087152"/>
                  <a:pt x="1100692" y="1086682"/>
                  <a:pt x="1100849" y="1086368"/>
                </a:cubicBezTo>
                <a:lnTo>
                  <a:pt x="1105191" y="1078833"/>
                </a:lnTo>
                <a:cubicBezTo>
                  <a:pt x="1105349" y="1078574"/>
                  <a:pt x="1105767" y="1078310"/>
                  <a:pt x="1106133" y="1078310"/>
                </a:cubicBezTo>
                <a:close/>
                <a:moveTo>
                  <a:pt x="1023361" y="1077996"/>
                </a:moveTo>
                <a:lnTo>
                  <a:pt x="1032360" y="1077996"/>
                </a:lnTo>
                <a:cubicBezTo>
                  <a:pt x="1032674" y="1077996"/>
                  <a:pt x="1033145" y="1078259"/>
                  <a:pt x="1033302" y="1078574"/>
                </a:cubicBezTo>
                <a:lnTo>
                  <a:pt x="1037802" y="1086368"/>
                </a:lnTo>
                <a:cubicBezTo>
                  <a:pt x="1037959" y="1086679"/>
                  <a:pt x="1037959" y="1087152"/>
                  <a:pt x="1037802" y="1087466"/>
                </a:cubicBezTo>
                <a:lnTo>
                  <a:pt x="1033302" y="1095264"/>
                </a:lnTo>
                <a:cubicBezTo>
                  <a:pt x="1033145" y="1095579"/>
                  <a:pt x="1032727" y="1095836"/>
                  <a:pt x="1032360" y="1095836"/>
                </a:cubicBezTo>
                <a:lnTo>
                  <a:pt x="1023361" y="1095836"/>
                </a:lnTo>
                <a:cubicBezTo>
                  <a:pt x="1023047" y="1095836"/>
                  <a:pt x="1022576" y="1095579"/>
                  <a:pt x="1022419" y="1095264"/>
                </a:cubicBezTo>
                <a:lnTo>
                  <a:pt x="1017920" y="1087466"/>
                </a:lnTo>
                <a:cubicBezTo>
                  <a:pt x="1017763" y="1087152"/>
                  <a:pt x="1017763" y="1086679"/>
                  <a:pt x="1017920" y="1086368"/>
                </a:cubicBezTo>
                <a:lnTo>
                  <a:pt x="1022419" y="1078574"/>
                </a:lnTo>
                <a:cubicBezTo>
                  <a:pt x="1022576" y="1078259"/>
                  <a:pt x="1022995" y="1077996"/>
                  <a:pt x="1023361" y="1077996"/>
                </a:cubicBezTo>
                <a:close/>
                <a:moveTo>
                  <a:pt x="1187912" y="1076424"/>
                </a:moveTo>
                <a:lnTo>
                  <a:pt x="1198481" y="1076424"/>
                </a:lnTo>
                <a:cubicBezTo>
                  <a:pt x="1198900" y="1076424"/>
                  <a:pt x="1199423" y="1076740"/>
                  <a:pt x="1199632" y="1077108"/>
                </a:cubicBezTo>
                <a:lnTo>
                  <a:pt x="1204917" y="1086266"/>
                </a:lnTo>
                <a:cubicBezTo>
                  <a:pt x="1205126" y="1086628"/>
                  <a:pt x="1205126" y="1087203"/>
                  <a:pt x="1204917" y="1087572"/>
                </a:cubicBezTo>
                <a:lnTo>
                  <a:pt x="1199632" y="1096729"/>
                </a:lnTo>
                <a:cubicBezTo>
                  <a:pt x="1199423" y="1097094"/>
                  <a:pt x="1198900" y="1097407"/>
                  <a:pt x="1198481" y="1097407"/>
                </a:cubicBezTo>
                <a:lnTo>
                  <a:pt x="1187912" y="1097407"/>
                </a:lnTo>
                <a:cubicBezTo>
                  <a:pt x="1187494" y="1097407"/>
                  <a:pt x="1186971" y="1097094"/>
                  <a:pt x="1186761" y="1096729"/>
                </a:cubicBezTo>
                <a:lnTo>
                  <a:pt x="1181477" y="1087572"/>
                </a:lnTo>
                <a:cubicBezTo>
                  <a:pt x="1181268" y="1087203"/>
                  <a:pt x="1181268" y="1086628"/>
                  <a:pt x="1181477" y="1086266"/>
                </a:cubicBezTo>
                <a:lnTo>
                  <a:pt x="1186761" y="1077108"/>
                </a:lnTo>
                <a:cubicBezTo>
                  <a:pt x="1186971" y="1076740"/>
                  <a:pt x="1187494" y="1076424"/>
                  <a:pt x="1187912" y="1076424"/>
                </a:cubicBezTo>
                <a:close/>
                <a:moveTo>
                  <a:pt x="1517749" y="1074910"/>
                </a:moveTo>
                <a:lnTo>
                  <a:pt x="1529887" y="1074910"/>
                </a:lnTo>
                <a:cubicBezTo>
                  <a:pt x="1530358" y="1074910"/>
                  <a:pt x="1530934" y="1075221"/>
                  <a:pt x="1531195" y="1075638"/>
                </a:cubicBezTo>
                <a:lnTo>
                  <a:pt x="1537265" y="1086159"/>
                </a:lnTo>
                <a:cubicBezTo>
                  <a:pt x="1537526" y="1086575"/>
                  <a:pt x="1537526" y="1087256"/>
                  <a:pt x="1537265" y="1087675"/>
                </a:cubicBezTo>
                <a:lnTo>
                  <a:pt x="1531195" y="1098190"/>
                </a:lnTo>
                <a:cubicBezTo>
                  <a:pt x="1530934" y="1098609"/>
                  <a:pt x="1530358" y="1098925"/>
                  <a:pt x="1529887" y="1098925"/>
                </a:cubicBezTo>
                <a:lnTo>
                  <a:pt x="1517749" y="1098925"/>
                </a:lnTo>
                <a:cubicBezTo>
                  <a:pt x="1517278" y="1098925"/>
                  <a:pt x="1516702" y="1098609"/>
                  <a:pt x="1516441" y="1098190"/>
                </a:cubicBezTo>
                <a:lnTo>
                  <a:pt x="1510371" y="1087675"/>
                </a:lnTo>
                <a:cubicBezTo>
                  <a:pt x="1510110" y="1087256"/>
                  <a:pt x="1510110" y="1086575"/>
                  <a:pt x="1510371" y="1086159"/>
                </a:cubicBezTo>
                <a:lnTo>
                  <a:pt x="1516441" y="1075638"/>
                </a:lnTo>
                <a:cubicBezTo>
                  <a:pt x="1516702" y="1075221"/>
                  <a:pt x="1517278" y="1074910"/>
                  <a:pt x="1517749" y="1074910"/>
                </a:cubicBezTo>
                <a:close/>
                <a:moveTo>
                  <a:pt x="1269587" y="1074649"/>
                </a:moveTo>
                <a:lnTo>
                  <a:pt x="1281987" y="1074649"/>
                </a:lnTo>
                <a:cubicBezTo>
                  <a:pt x="1282458" y="1074649"/>
                  <a:pt x="1283033" y="1075011"/>
                  <a:pt x="1283295" y="1075429"/>
                </a:cubicBezTo>
                <a:lnTo>
                  <a:pt x="1289521" y="1086159"/>
                </a:lnTo>
                <a:cubicBezTo>
                  <a:pt x="1289783" y="1086575"/>
                  <a:pt x="1289783" y="1087256"/>
                  <a:pt x="1289521" y="1087675"/>
                </a:cubicBezTo>
                <a:lnTo>
                  <a:pt x="1283295" y="1098402"/>
                </a:lnTo>
                <a:cubicBezTo>
                  <a:pt x="1283086" y="1098820"/>
                  <a:pt x="1282458" y="1099184"/>
                  <a:pt x="1281987" y="1099184"/>
                </a:cubicBezTo>
                <a:lnTo>
                  <a:pt x="1269587" y="1099184"/>
                </a:lnTo>
                <a:cubicBezTo>
                  <a:pt x="1269116" y="1099184"/>
                  <a:pt x="1268540" y="1098820"/>
                  <a:pt x="1268278" y="1098402"/>
                </a:cubicBezTo>
                <a:lnTo>
                  <a:pt x="1262052" y="1087675"/>
                </a:lnTo>
                <a:cubicBezTo>
                  <a:pt x="1261791" y="1087256"/>
                  <a:pt x="1261791" y="1086575"/>
                  <a:pt x="1262052" y="1086159"/>
                </a:cubicBezTo>
                <a:lnTo>
                  <a:pt x="1268278" y="1075429"/>
                </a:lnTo>
                <a:cubicBezTo>
                  <a:pt x="1268488" y="1075011"/>
                  <a:pt x="1269116" y="1074649"/>
                  <a:pt x="1269587" y="1074649"/>
                </a:cubicBezTo>
                <a:close/>
                <a:moveTo>
                  <a:pt x="608292" y="1074437"/>
                </a:moveTo>
                <a:lnTo>
                  <a:pt x="620902" y="1074437"/>
                </a:lnTo>
                <a:cubicBezTo>
                  <a:pt x="621425" y="1074437"/>
                  <a:pt x="622001" y="1074802"/>
                  <a:pt x="622262" y="1075221"/>
                </a:cubicBezTo>
                <a:lnTo>
                  <a:pt x="628541" y="1086159"/>
                </a:lnTo>
                <a:cubicBezTo>
                  <a:pt x="628802" y="1086575"/>
                  <a:pt x="628802" y="1087310"/>
                  <a:pt x="628541" y="1087727"/>
                </a:cubicBezTo>
                <a:lnTo>
                  <a:pt x="622262" y="1098661"/>
                </a:lnTo>
                <a:cubicBezTo>
                  <a:pt x="622001" y="1099080"/>
                  <a:pt x="621425" y="1099448"/>
                  <a:pt x="620902" y="1099448"/>
                </a:cubicBezTo>
                <a:lnTo>
                  <a:pt x="608292" y="1099448"/>
                </a:lnTo>
                <a:cubicBezTo>
                  <a:pt x="607769" y="1099448"/>
                  <a:pt x="607193" y="1099080"/>
                  <a:pt x="606932" y="1098661"/>
                </a:cubicBezTo>
                <a:lnTo>
                  <a:pt x="600653" y="1087727"/>
                </a:lnTo>
                <a:cubicBezTo>
                  <a:pt x="600392" y="1087310"/>
                  <a:pt x="600392" y="1086575"/>
                  <a:pt x="600653" y="1086159"/>
                </a:cubicBezTo>
                <a:lnTo>
                  <a:pt x="606932" y="1075221"/>
                </a:lnTo>
                <a:cubicBezTo>
                  <a:pt x="607193" y="1074802"/>
                  <a:pt x="607769" y="1074437"/>
                  <a:pt x="608292" y="1074437"/>
                </a:cubicBezTo>
                <a:close/>
                <a:moveTo>
                  <a:pt x="1930305" y="1073496"/>
                </a:moveTo>
                <a:lnTo>
                  <a:pt x="1943857" y="1073496"/>
                </a:lnTo>
                <a:cubicBezTo>
                  <a:pt x="1944380" y="1073496"/>
                  <a:pt x="1945060" y="1073862"/>
                  <a:pt x="1945321" y="1074333"/>
                </a:cubicBezTo>
                <a:lnTo>
                  <a:pt x="1952123" y="1086053"/>
                </a:lnTo>
                <a:cubicBezTo>
                  <a:pt x="1952385" y="1086523"/>
                  <a:pt x="1952385" y="1087256"/>
                  <a:pt x="1952123" y="1087727"/>
                </a:cubicBezTo>
                <a:lnTo>
                  <a:pt x="1945321" y="1099448"/>
                </a:lnTo>
                <a:cubicBezTo>
                  <a:pt x="1945060" y="1099918"/>
                  <a:pt x="1944380" y="1100282"/>
                  <a:pt x="1943857" y="1100282"/>
                </a:cubicBezTo>
                <a:lnTo>
                  <a:pt x="1930305" y="1100282"/>
                </a:lnTo>
                <a:cubicBezTo>
                  <a:pt x="1929782" y="1100282"/>
                  <a:pt x="1929102" y="1099918"/>
                  <a:pt x="1928840" y="1099448"/>
                </a:cubicBezTo>
                <a:lnTo>
                  <a:pt x="1922038" y="1087727"/>
                </a:lnTo>
                <a:cubicBezTo>
                  <a:pt x="1921777" y="1087256"/>
                  <a:pt x="1921777" y="1086523"/>
                  <a:pt x="1922038" y="1086053"/>
                </a:cubicBezTo>
                <a:lnTo>
                  <a:pt x="1928840" y="1074333"/>
                </a:lnTo>
                <a:cubicBezTo>
                  <a:pt x="1929102" y="1073862"/>
                  <a:pt x="1929782" y="1073496"/>
                  <a:pt x="1930305" y="1073496"/>
                </a:cubicBezTo>
                <a:close/>
                <a:moveTo>
                  <a:pt x="1434400" y="1073496"/>
                </a:moveTo>
                <a:lnTo>
                  <a:pt x="1447951" y="1073496"/>
                </a:lnTo>
                <a:cubicBezTo>
                  <a:pt x="1448474" y="1073496"/>
                  <a:pt x="1449155" y="1073862"/>
                  <a:pt x="1449416" y="1074333"/>
                </a:cubicBezTo>
                <a:lnTo>
                  <a:pt x="1456218" y="1086053"/>
                </a:lnTo>
                <a:cubicBezTo>
                  <a:pt x="1456480" y="1086523"/>
                  <a:pt x="1456480" y="1087256"/>
                  <a:pt x="1456218" y="1087727"/>
                </a:cubicBezTo>
                <a:lnTo>
                  <a:pt x="1449416" y="1099448"/>
                </a:lnTo>
                <a:cubicBezTo>
                  <a:pt x="1449155" y="1099918"/>
                  <a:pt x="1448474" y="1100282"/>
                  <a:pt x="1447951" y="1100282"/>
                </a:cubicBezTo>
                <a:lnTo>
                  <a:pt x="1434400" y="1100282"/>
                </a:lnTo>
                <a:cubicBezTo>
                  <a:pt x="1433877" y="1100282"/>
                  <a:pt x="1433196" y="1099918"/>
                  <a:pt x="1432935" y="1099448"/>
                </a:cubicBezTo>
                <a:lnTo>
                  <a:pt x="1426133" y="1087727"/>
                </a:lnTo>
                <a:cubicBezTo>
                  <a:pt x="1425872" y="1087256"/>
                  <a:pt x="1425872" y="1086523"/>
                  <a:pt x="1426133" y="1086053"/>
                </a:cubicBezTo>
                <a:lnTo>
                  <a:pt x="1432935" y="1074333"/>
                </a:lnTo>
                <a:cubicBezTo>
                  <a:pt x="1433196" y="1073862"/>
                  <a:pt x="1433877" y="1073496"/>
                  <a:pt x="1434400" y="1073496"/>
                </a:cubicBezTo>
                <a:close/>
                <a:moveTo>
                  <a:pt x="1351575" y="1073286"/>
                </a:moveTo>
                <a:lnTo>
                  <a:pt x="1365388" y="1073286"/>
                </a:lnTo>
                <a:cubicBezTo>
                  <a:pt x="1365911" y="1073286"/>
                  <a:pt x="1366591" y="1073654"/>
                  <a:pt x="1366853" y="1074121"/>
                </a:cubicBezTo>
                <a:lnTo>
                  <a:pt x="1373759" y="1086105"/>
                </a:lnTo>
                <a:cubicBezTo>
                  <a:pt x="1374021" y="1086575"/>
                  <a:pt x="1374021" y="1087361"/>
                  <a:pt x="1373759" y="1087829"/>
                </a:cubicBezTo>
                <a:lnTo>
                  <a:pt x="1366853" y="1099813"/>
                </a:lnTo>
                <a:cubicBezTo>
                  <a:pt x="1366591" y="1100282"/>
                  <a:pt x="1365911" y="1100650"/>
                  <a:pt x="1365388" y="1100650"/>
                </a:cubicBezTo>
                <a:lnTo>
                  <a:pt x="1351575" y="1100650"/>
                </a:lnTo>
                <a:cubicBezTo>
                  <a:pt x="1351051" y="1100650"/>
                  <a:pt x="1350371" y="1100282"/>
                  <a:pt x="1350110" y="1099813"/>
                </a:cubicBezTo>
                <a:lnTo>
                  <a:pt x="1343203" y="1087829"/>
                </a:lnTo>
                <a:cubicBezTo>
                  <a:pt x="1342942" y="1087361"/>
                  <a:pt x="1342942" y="1086575"/>
                  <a:pt x="1343203" y="1086105"/>
                </a:cubicBezTo>
                <a:lnTo>
                  <a:pt x="1350110" y="1074121"/>
                </a:lnTo>
                <a:cubicBezTo>
                  <a:pt x="1350371" y="1073654"/>
                  <a:pt x="1351051" y="1073286"/>
                  <a:pt x="1351575" y="1073286"/>
                </a:cubicBezTo>
                <a:close/>
                <a:moveTo>
                  <a:pt x="690229" y="1073026"/>
                </a:moveTo>
                <a:lnTo>
                  <a:pt x="704251" y="1073026"/>
                </a:lnTo>
                <a:cubicBezTo>
                  <a:pt x="704826" y="1073026"/>
                  <a:pt x="705506" y="1073446"/>
                  <a:pt x="705768" y="1073915"/>
                </a:cubicBezTo>
                <a:lnTo>
                  <a:pt x="712779" y="1086053"/>
                </a:lnTo>
                <a:cubicBezTo>
                  <a:pt x="713041" y="1086523"/>
                  <a:pt x="713041" y="1087310"/>
                  <a:pt x="712779" y="1087780"/>
                </a:cubicBezTo>
                <a:lnTo>
                  <a:pt x="705768" y="1099917"/>
                </a:lnTo>
                <a:cubicBezTo>
                  <a:pt x="705454" y="1100442"/>
                  <a:pt x="704826" y="1100807"/>
                  <a:pt x="704251" y="1100807"/>
                </a:cubicBezTo>
                <a:lnTo>
                  <a:pt x="690229" y="1100807"/>
                </a:lnTo>
                <a:cubicBezTo>
                  <a:pt x="689653" y="1100807"/>
                  <a:pt x="688973" y="1100388"/>
                  <a:pt x="688711" y="1099917"/>
                </a:cubicBezTo>
                <a:lnTo>
                  <a:pt x="681700" y="1087780"/>
                </a:lnTo>
                <a:cubicBezTo>
                  <a:pt x="681439" y="1087310"/>
                  <a:pt x="681439" y="1086523"/>
                  <a:pt x="681700" y="1086053"/>
                </a:cubicBezTo>
                <a:lnTo>
                  <a:pt x="688711" y="1073915"/>
                </a:lnTo>
                <a:cubicBezTo>
                  <a:pt x="689025" y="1073392"/>
                  <a:pt x="689653" y="1073026"/>
                  <a:pt x="690229" y="1073026"/>
                </a:cubicBezTo>
                <a:close/>
                <a:moveTo>
                  <a:pt x="1599371" y="1072867"/>
                </a:moveTo>
                <a:lnTo>
                  <a:pt x="1613550" y="1072867"/>
                </a:lnTo>
                <a:cubicBezTo>
                  <a:pt x="1614126" y="1072867"/>
                  <a:pt x="1614806" y="1073286"/>
                  <a:pt x="1615068" y="1073755"/>
                </a:cubicBezTo>
                <a:lnTo>
                  <a:pt x="1622131" y="1086053"/>
                </a:lnTo>
                <a:cubicBezTo>
                  <a:pt x="1622393" y="1086523"/>
                  <a:pt x="1622393" y="1087310"/>
                  <a:pt x="1622131" y="1087780"/>
                </a:cubicBezTo>
                <a:lnTo>
                  <a:pt x="1615068" y="1100023"/>
                </a:lnTo>
                <a:cubicBezTo>
                  <a:pt x="1614806" y="1100545"/>
                  <a:pt x="1614126" y="1100912"/>
                  <a:pt x="1613550" y="1100912"/>
                </a:cubicBezTo>
                <a:lnTo>
                  <a:pt x="1599371" y="1100912"/>
                </a:lnTo>
                <a:cubicBezTo>
                  <a:pt x="1598796" y="1100912"/>
                  <a:pt x="1598115" y="1100494"/>
                  <a:pt x="1597854" y="1100023"/>
                </a:cubicBezTo>
                <a:lnTo>
                  <a:pt x="1590790" y="1087780"/>
                </a:lnTo>
                <a:cubicBezTo>
                  <a:pt x="1590529" y="1087310"/>
                  <a:pt x="1590529" y="1086523"/>
                  <a:pt x="1590790" y="1086053"/>
                </a:cubicBezTo>
                <a:lnTo>
                  <a:pt x="1597854" y="1073755"/>
                </a:lnTo>
                <a:cubicBezTo>
                  <a:pt x="1598115" y="1073235"/>
                  <a:pt x="1598796" y="1072867"/>
                  <a:pt x="1599371" y="1072867"/>
                </a:cubicBezTo>
                <a:close/>
                <a:moveTo>
                  <a:pt x="772478" y="1072345"/>
                </a:moveTo>
                <a:lnTo>
                  <a:pt x="787232" y="1072345"/>
                </a:lnTo>
                <a:cubicBezTo>
                  <a:pt x="787808" y="1072345"/>
                  <a:pt x="788488" y="1072711"/>
                  <a:pt x="788802" y="1073235"/>
                </a:cubicBezTo>
                <a:lnTo>
                  <a:pt x="796179" y="1086053"/>
                </a:lnTo>
                <a:cubicBezTo>
                  <a:pt x="796493" y="1086575"/>
                  <a:pt x="796493" y="1087361"/>
                  <a:pt x="796179" y="1087884"/>
                </a:cubicBezTo>
                <a:lnTo>
                  <a:pt x="788802" y="1100702"/>
                </a:lnTo>
                <a:cubicBezTo>
                  <a:pt x="788540" y="1101174"/>
                  <a:pt x="787808" y="1101593"/>
                  <a:pt x="787232" y="1101593"/>
                </a:cubicBezTo>
                <a:lnTo>
                  <a:pt x="772478" y="1101593"/>
                </a:lnTo>
                <a:cubicBezTo>
                  <a:pt x="771902" y="1101593"/>
                  <a:pt x="771222" y="1101227"/>
                  <a:pt x="770908" y="1100702"/>
                </a:cubicBezTo>
                <a:lnTo>
                  <a:pt x="763530" y="1087884"/>
                </a:lnTo>
                <a:cubicBezTo>
                  <a:pt x="763217" y="1087361"/>
                  <a:pt x="763217" y="1086575"/>
                  <a:pt x="763530" y="1086053"/>
                </a:cubicBezTo>
                <a:lnTo>
                  <a:pt x="770908" y="1073235"/>
                </a:lnTo>
                <a:cubicBezTo>
                  <a:pt x="771170" y="1072762"/>
                  <a:pt x="771902" y="1072345"/>
                  <a:pt x="772478" y="1072345"/>
                </a:cubicBezTo>
                <a:close/>
                <a:moveTo>
                  <a:pt x="937553" y="1071876"/>
                </a:moveTo>
                <a:lnTo>
                  <a:pt x="952779" y="1071876"/>
                </a:lnTo>
                <a:cubicBezTo>
                  <a:pt x="953354" y="1071876"/>
                  <a:pt x="954087" y="1072292"/>
                  <a:pt x="954401" y="1072815"/>
                </a:cubicBezTo>
                <a:lnTo>
                  <a:pt x="962040" y="1086001"/>
                </a:lnTo>
                <a:cubicBezTo>
                  <a:pt x="962354" y="1086523"/>
                  <a:pt x="962354" y="1087361"/>
                  <a:pt x="962040" y="1087881"/>
                </a:cubicBezTo>
                <a:lnTo>
                  <a:pt x="954401" y="1101068"/>
                </a:lnTo>
                <a:cubicBezTo>
                  <a:pt x="954087" y="1101593"/>
                  <a:pt x="953354" y="1102009"/>
                  <a:pt x="952779" y="1102009"/>
                </a:cubicBezTo>
                <a:lnTo>
                  <a:pt x="937553" y="1102009"/>
                </a:lnTo>
                <a:cubicBezTo>
                  <a:pt x="936978" y="1102009"/>
                  <a:pt x="936245" y="1101593"/>
                  <a:pt x="935932" y="1101068"/>
                </a:cubicBezTo>
                <a:lnTo>
                  <a:pt x="928292" y="1087881"/>
                </a:lnTo>
                <a:cubicBezTo>
                  <a:pt x="927979" y="1087361"/>
                  <a:pt x="927979" y="1086523"/>
                  <a:pt x="928292" y="1086001"/>
                </a:cubicBezTo>
                <a:lnTo>
                  <a:pt x="935932" y="1072815"/>
                </a:lnTo>
                <a:cubicBezTo>
                  <a:pt x="936245" y="1072292"/>
                  <a:pt x="936978" y="1071876"/>
                  <a:pt x="937553" y="1071876"/>
                </a:cubicBezTo>
                <a:close/>
                <a:moveTo>
                  <a:pt x="1762719" y="1068997"/>
                </a:moveTo>
                <a:lnTo>
                  <a:pt x="1780875" y="1068997"/>
                </a:lnTo>
                <a:cubicBezTo>
                  <a:pt x="1781608" y="1068997"/>
                  <a:pt x="1782445" y="1069467"/>
                  <a:pt x="1782811" y="1070096"/>
                </a:cubicBezTo>
                <a:lnTo>
                  <a:pt x="1791862" y="1085789"/>
                </a:lnTo>
                <a:cubicBezTo>
                  <a:pt x="1792229" y="1086419"/>
                  <a:pt x="1792229" y="1087413"/>
                  <a:pt x="1791862" y="1088042"/>
                </a:cubicBezTo>
                <a:lnTo>
                  <a:pt x="1782811" y="1103737"/>
                </a:lnTo>
                <a:cubicBezTo>
                  <a:pt x="1782445" y="1104312"/>
                  <a:pt x="1781608" y="1104837"/>
                  <a:pt x="1780875" y="1104837"/>
                </a:cubicBezTo>
                <a:lnTo>
                  <a:pt x="1762719" y="1104837"/>
                </a:lnTo>
                <a:cubicBezTo>
                  <a:pt x="1761987" y="1104837"/>
                  <a:pt x="1761150" y="1104363"/>
                  <a:pt x="1760783" y="1103737"/>
                </a:cubicBezTo>
                <a:lnTo>
                  <a:pt x="1751732" y="1088042"/>
                </a:lnTo>
                <a:cubicBezTo>
                  <a:pt x="1751365" y="1087413"/>
                  <a:pt x="1751365" y="1086419"/>
                  <a:pt x="1751732" y="1085789"/>
                </a:cubicBezTo>
                <a:lnTo>
                  <a:pt x="1760783" y="1070096"/>
                </a:lnTo>
                <a:cubicBezTo>
                  <a:pt x="1761150" y="1069520"/>
                  <a:pt x="1761987" y="1068997"/>
                  <a:pt x="1762719" y="1068997"/>
                </a:cubicBezTo>
                <a:close/>
                <a:moveTo>
                  <a:pt x="2010462" y="1068526"/>
                </a:moveTo>
                <a:lnTo>
                  <a:pt x="2029088" y="1068526"/>
                </a:lnTo>
                <a:cubicBezTo>
                  <a:pt x="2029821" y="1068526"/>
                  <a:pt x="2030711" y="1069049"/>
                  <a:pt x="2031077" y="1069676"/>
                </a:cubicBezTo>
                <a:lnTo>
                  <a:pt x="2040390" y="1085789"/>
                </a:lnTo>
                <a:cubicBezTo>
                  <a:pt x="2040757" y="1086419"/>
                  <a:pt x="2040757" y="1087466"/>
                  <a:pt x="2040390" y="1088095"/>
                </a:cubicBezTo>
                <a:lnTo>
                  <a:pt x="2031077" y="1104207"/>
                </a:lnTo>
                <a:cubicBezTo>
                  <a:pt x="2030711" y="1104837"/>
                  <a:pt x="2029821" y="1105359"/>
                  <a:pt x="2029088" y="1105359"/>
                </a:cubicBezTo>
                <a:lnTo>
                  <a:pt x="2010462" y="1105359"/>
                </a:lnTo>
                <a:cubicBezTo>
                  <a:pt x="2009730" y="1105359"/>
                  <a:pt x="2008840" y="1104837"/>
                  <a:pt x="2008474" y="1104207"/>
                </a:cubicBezTo>
                <a:lnTo>
                  <a:pt x="1999160" y="1088095"/>
                </a:lnTo>
                <a:cubicBezTo>
                  <a:pt x="1998795" y="1087466"/>
                  <a:pt x="1998795" y="1086419"/>
                  <a:pt x="1999160" y="1085789"/>
                </a:cubicBezTo>
                <a:lnTo>
                  <a:pt x="2008474" y="1069676"/>
                </a:lnTo>
                <a:cubicBezTo>
                  <a:pt x="2008840" y="1069049"/>
                  <a:pt x="2009730" y="1068526"/>
                  <a:pt x="2010462" y="1068526"/>
                </a:cubicBezTo>
                <a:close/>
                <a:moveTo>
                  <a:pt x="1678900" y="1066694"/>
                </a:moveTo>
                <a:lnTo>
                  <a:pt x="1699357" y="1066694"/>
                </a:lnTo>
                <a:cubicBezTo>
                  <a:pt x="1700195" y="1066694"/>
                  <a:pt x="1701136" y="1067268"/>
                  <a:pt x="1701555" y="1067949"/>
                </a:cubicBezTo>
                <a:lnTo>
                  <a:pt x="1711810" y="1085685"/>
                </a:lnTo>
                <a:cubicBezTo>
                  <a:pt x="1712229" y="1086367"/>
                  <a:pt x="1712229" y="1087518"/>
                  <a:pt x="1711810" y="1088195"/>
                </a:cubicBezTo>
                <a:lnTo>
                  <a:pt x="1701555" y="1105935"/>
                </a:lnTo>
                <a:cubicBezTo>
                  <a:pt x="1701136" y="1106616"/>
                  <a:pt x="1700142" y="1107189"/>
                  <a:pt x="1699357" y="1107189"/>
                </a:cubicBezTo>
                <a:lnTo>
                  <a:pt x="1678900" y="1107189"/>
                </a:lnTo>
                <a:cubicBezTo>
                  <a:pt x="1678062" y="1107189"/>
                  <a:pt x="1677121" y="1106616"/>
                  <a:pt x="1676702" y="1105935"/>
                </a:cubicBezTo>
                <a:lnTo>
                  <a:pt x="1666447" y="1088195"/>
                </a:lnTo>
                <a:cubicBezTo>
                  <a:pt x="1666028" y="1087518"/>
                  <a:pt x="1666028" y="1086367"/>
                  <a:pt x="1666447" y="1085685"/>
                </a:cubicBezTo>
                <a:lnTo>
                  <a:pt x="1676702" y="1067949"/>
                </a:lnTo>
                <a:cubicBezTo>
                  <a:pt x="1677121" y="1067268"/>
                  <a:pt x="1678115" y="1066694"/>
                  <a:pt x="1678900" y="1066694"/>
                </a:cubicBezTo>
                <a:close/>
                <a:moveTo>
                  <a:pt x="1842667" y="1063659"/>
                </a:moveTo>
                <a:lnTo>
                  <a:pt x="1866159" y="1063659"/>
                </a:lnTo>
                <a:cubicBezTo>
                  <a:pt x="1867101" y="1063659"/>
                  <a:pt x="1868200" y="1064340"/>
                  <a:pt x="1868671" y="1065126"/>
                </a:cubicBezTo>
                <a:lnTo>
                  <a:pt x="1880443" y="1085475"/>
                </a:lnTo>
                <a:cubicBezTo>
                  <a:pt x="1880914" y="1086317"/>
                  <a:pt x="1880914" y="1087624"/>
                  <a:pt x="1880443" y="1088409"/>
                </a:cubicBezTo>
                <a:lnTo>
                  <a:pt x="1868671" y="1108760"/>
                </a:lnTo>
                <a:cubicBezTo>
                  <a:pt x="1868200" y="1109596"/>
                  <a:pt x="1867101" y="1110225"/>
                  <a:pt x="1866159" y="1110225"/>
                </a:cubicBezTo>
                <a:lnTo>
                  <a:pt x="1842667" y="1110225"/>
                </a:lnTo>
                <a:cubicBezTo>
                  <a:pt x="1841725" y="1110225"/>
                  <a:pt x="1840626" y="1109544"/>
                  <a:pt x="1840156" y="1108760"/>
                </a:cubicBezTo>
                <a:lnTo>
                  <a:pt x="1828383" y="1088409"/>
                </a:lnTo>
                <a:cubicBezTo>
                  <a:pt x="1827912" y="1087572"/>
                  <a:pt x="1827912" y="1086266"/>
                  <a:pt x="1828383" y="1085475"/>
                </a:cubicBezTo>
                <a:lnTo>
                  <a:pt x="1840156" y="1065126"/>
                </a:lnTo>
                <a:cubicBezTo>
                  <a:pt x="1840626" y="1064288"/>
                  <a:pt x="1841725" y="1063659"/>
                  <a:pt x="1842667" y="1063659"/>
                </a:cubicBezTo>
                <a:close/>
                <a:moveTo>
                  <a:pt x="849024" y="1060207"/>
                </a:moveTo>
                <a:lnTo>
                  <a:pt x="876022" y="1060207"/>
                </a:lnTo>
                <a:cubicBezTo>
                  <a:pt x="877069" y="1060207"/>
                  <a:pt x="878377" y="1060941"/>
                  <a:pt x="878900" y="1061881"/>
                </a:cubicBezTo>
                <a:lnTo>
                  <a:pt x="892399" y="1085218"/>
                </a:lnTo>
                <a:cubicBezTo>
                  <a:pt x="892922" y="1086159"/>
                  <a:pt x="892922" y="1087624"/>
                  <a:pt x="892399" y="1088562"/>
                </a:cubicBezTo>
                <a:lnTo>
                  <a:pt x="878900" y="1111901"/>
                </a:lnTo>
                <a:cubicBezTo>
                  <a:pt x="878377" y="1112844"/>
                  <a:pt x="877069" y="1113574"/>
                  <a:pt x="876022" y="1113574"/>
                </a:cubicBezTo>
                <a:lnTo>
                  <a:pt x="849024" y="1113574"/>
                </a:lnTo>
                <a:cubicBezTo>
                  <a:pt x="847978" y="1113574"/>
                  <a:pt x="846670" y="1112844"/>
                  <a:pt x="846146" y="1111901"/>
                </a:cubicBezTo>
                <a:lnTo>
                  <a:pt x="832648" y="1088562"/>
                </a:lnTo>
                <a:cubicBezTo>
                  <a:pt x="832124" y="1087624"/>
                  <a:pt x="832124" y="1086159"/>
                  <a:pt x="832648" y="1085218"/>
                </a:cubicBezTo>
                <a:lnTo>
                  <a:pt x="846146" y="1061881"/>
                </a:lnTo>
                <a:cubicBezTo>
                  <a:pt x="846670" y="1060941"/>
                  <a:pt x="847978" y="1060207"/>
                  <a:pt x="849024" y="1060207"/>
                </a:cubicBezTo>
                <a:close/>
                <a:moveTo>
                  <a:pt x="513642" y="1050789"/>
                </a:moveTo>
                <a:lnTo>
                  <a:pt x="550162" y="1050789"/>
                </a:lnTo>
                <a:cubicBezTo>
                  <a:pt x="551627" y="1050789"/>
                  <a:pt x="553354" y="1051783"/>
                  <a:pt x="554086" y="1053037"/>
                </a:cubicBezTo>
                <a:lnTo>
                  <a:pt x="572347" y="1084640"/>
                </a:lnTo>
                <a:cubicBezTo>
                  <a:pt x="573079" y="1085895"/>
                  <a:pt x="573079" y="1087884"/>
                  <a:pt x="572347" y="1089141"/>
                </a:cubicBezTo>
                <a:lnTo>
                  <a:pt x="554086" y="1120742"/>
                </a:lnTo>
                <a:cubicBezTo>
                  <a:pt x="553354" y="1121996"/>
                  <a:pt x="551627" y="1122992"/>
                  <a:pt x="550162" y="1122992"/>
                </a:cubicBezTo>
                <a:lnTo>
                  <a:pt x="513642" y="1122992"/>
                </a:lnTo>
                <a:cubicBezTo>
                  <a:pt x="512177" y="1122992"/>
                  <a:pt x="510450" y="1121996"/>
                  <a:pt x="509718" y="1120742"/>
                </a:cubicBezTo>
                <a:lnTo>
                  <a:pt x="491457" y="1089141"/>
                </a:lnTo>
                <a:cubicBezTo>
                  <a:pt x="490725" y="1087884"/>
                  <a:pt x="490725" y="1085895"/>
                  <a:pt x="491457" y="1084640"/>
                </a:cubicBezTo>
                <a:lnTo>
                  <a:pt x="509718" y="1053037"/>
                </a:lnTo>
                <a:cubicBezTo>
                  <a:pt x="510450" y="1051783"/>
                  <a:pt x="512177" y="1050789"/>
                  <a:pt x="513642" y="1050789"/>
                </a:cubicBezTo>
                <a:close/>
                <a:moveTo>
                  <a:pt x="2185007" y="1004170"/>
                </a:moveTo>
                <a:lnTo>
                  <a:pt x="2185112" y="1004170"/>
                </a:lnTo>
                <a:cubicBezTo>
                  <a:pt x="2185112" y="1004170"/>
                  <a:pt x="2185164" y="1004170"/>
                  <a:pt x="2185164" y="1004170"/>
                </a:cubicBezTo>
                <a:lnTo>
                  <a:pt x="2185164" y="1004276"/>
                </a:lnTo>
                <a:lnTo>
                  <a:pt x="2185164" y="1004379"/>
                </a:lnTo>
                <a:lnTo>
                  <a:pt x="2185060" y="1004379"/>
                </a:lnTo>
                <a:cubicBezTo>
                  <a:pt x="2185060" y="1004379"/>
                  <a:pt x="2185007" y="1004379"/>
                  <a:pt x="2185007" y="1004379"/>
                </a:cubicBezTo>
                <a:lnTo>
                  <a:pt x="2185007" y="1004276"/>
                </a:lnTo>
                <a:close/>
                <a:moveTo>
                  <a:pt x="1106710" y="996741"/>
                </a:moveTo>
                <a:lnTo>
                  <a:pt x="1114348" y="996741"/>
                </a:lnTo>
                <a:cubicBezTo>
                  <a:pt x="1114662" y="996741"/>
                  <a:pt x="1115186" y="997211"/>
                  <a:pt x="1115186" y="997211"/>
                </a:cubicBezTo>
                <a:lnTo>
                  <a:pt x="1119005" y="1003804"/>
                </a:lnTo>
                <a:cubicBezTo>
                  <a:pt x="1119162" y="1004067"/>
                  <a:pt x="1119005" y="1004744"/>
                  <a:pt x="1119005" y="1004744"/>
                </a:cubicBezTo>
                <a:lnTo>
                  <a:pt x="1115186" y="1011336"/>
                </a:lnTo>
                <a:cubicBezTo>
                  <a:pt x="1115029" y="1011600"/>
                  <a:pt x="1114662" y="1011809"/>
                  <a:pt x="1114348" y="1011809"/>
                </a:cubicBezTo>
                <a:lnTo>
                  <a:pt x="1106710" y="1011809"/>
                </a:lnTo>
                <a:cubicBezTo>
                  <a:pt x="1106395" y="1011809"/>
                  <a:pt x="1105872" y="1011336"/>
                  <a:pt x="1105872" y="1011336"/>
                </a:cubicBezTo>
                <a:lnTo>
                  <a:pt x="1102053" y="1004744"/>
                </a:lnTo>
                <a:cubicBezTo>
                  <a:pt x="1101896" y="1004482"/>
                  <a:pt x="1102053" y="1003804"/>
                  <a:pt x="1102053" y="1003804"/>
                </a:cubicBezTo>
                <a:lnTo>
                  <a:pt x="1105872" y="997211"/>
                </a:lnTo>
                <a:cubicBezTo>
                  <a:pt x="1106029" y="996948"/>
                  <a:pt x="1106395" y="996741"/>
                  <a:pt x="1106710" y="996741"/>
                </a:cubicBezTo>
                <a:close/>
                <a:moveTo>
                  <a:pt x="1188645" y="995277"/>
                </a:moveTo>
                <a:lnTo>
                  <a:pt x="1197696" y="995277"/>
                </a:lnTo>
                <a:cubicBezTo>
                  <a:pt x="1198063" y="995277"/>
                  <a:pt x="1198534" y="995536"/>
                  <a:pt x="1198691" y="995849"/>
                </a:cubicBezTo>
                <a:lnTo>
                  <a:pt x="1203243" y="1003701"/>
                </a:lnTo>
                <a:cubicBezTo>
                  <a:pt x="1203400" y="1003959"/>
                  <a:pt x="1203400" y="1004482"/>
                  <a:pt x="1203243" y="1004798"/>
                </a:cubicBezTo>
                <a:lnTo>
                  <a:pt x="1198691" y="1012647"/>
                </a:lnTo>
                <a:cubicBezTo>
                  <a:pt x="1198481" y="1012961"/>
                  <a:pt x="1198063" y="1013220"/>
                  <a:pt x="1197696" y="1013220"/>
                </a:cubicBezTo>
                <a:lnTo>
                  <a:pt x="1188645" y="1013220"/>
                </a:lnTo>
                <a:cubicBezTo>
                  <a:pt x="1188279" y="1013220"/>
                  <a:pt x="1187808" y="1012961"/>
                  <a:pt x="1187651" y="1012647"/>
                </a:cubicBezTo>
                <a:lnTo>
                  <a:pt x="1183099" y="1004798"/>
                </a:lnTo>
                <a:cubicBezTo>
                  <a:pt x="1182942" y="1004533"/>
                  <a:pt x="1182942" y="1004010"/>
                  <a:pt x="1183099" y="1003701"/>
                </a:cubicBezTo>
                <a:lnTo>
                  <a:pt x="1187651" y="995849"/>
                </a:lnTo>
                <a:cubicBezTo>
                  <a:pt x="1187860" y="995536"/>
                  <a:pt x="1188279" y="995277"/>
                  <a:pt x="1188645" y="995277"/>
                </a:cubicBezTo>
                <a:close/>
                <a:moveTo>
                  <a:pt x="1270371" y="993497"/>
                </a:moveTo>
                <a:lnTo>
                  <a:pt x="1281254" y="993497"/>
                </a:lnTo>
                <a:cubicBezTo>
                  <a:pt x="1281673" y="993497"/>
                  <a:pt x="1282196" y="993809"/>
                  <a:pt x="1282405" y="994177"/>
                </a:cubicBezTo>
                <a:lnTo>
                  <a:pt x="1287847" y="1003594"/>
                </a:lnTo>
                <a:cubicBezTo>
                  <a:pt x="1288056" y="1003959"/>
                  <a:pt x="1288056" y="1004589"/>
                  <a:pt x="1287847" y="1004953"/>
                </a:cubicBezTo>
                <a:lnTo>
                  <a:pt x="1282405" y="1014374"/>
                </a:lnTo>
                <a:cubicBezTo>
                  <a:pt x="1282196" y="1014739"/>
                  <a:pt x="1281673" y="1015054"/>
                  <a:pt x="1281254" y="1015054"/>
                </a:cubicBezTo>
                <a:lnTo>
                  <a:pt x="1270371" y="1015054"/>
                </a:lnTo>
                <a:cubicBezTo>
                  <a:pt x="1269953" y="1015054"/>
                  <a:pt x="1269430" y="1014739"/>
                  <a:pt x="1269221" y="1014374"/>
                </a:cubicBezTo>
                <a:lnTo>
                  <a:pt x="1263779" y="1004953"/>
                </a:lnTo>
                <a:cubicBezTo>
                  <a:pt x="1263570" y="1004589"/>
                  <a:pt x="1263570" y="1003959"/>
                  <a:pt x="1263779" y="1003594"/>
                </a:cubicBezTo>
                <a:lnTo>
                  <a:pt x="1269221" y="994177"/>
                </a:lnTo>
                <a:cubicBezTo>
                  <a:pt x="1269430" y="993809"/>
                  <a:pt x="1269953" y="993497"/>
                  <a:pt x="1270371" y="993497"/>
                </a:cubicBezTo>
                <a:close/>
                <a:moveTo>
                  <a:pt x="1022001" y="992605"/>
                </a:moveTo>
                <a:lnTo>
                  <a:pt x="1033773" y="992605"/>
                </a:lnTo>
                <a:cubicBezTo>
                  <a:pt x="1034244" y="992605"/>
                  <a:pt x="1034819" y="992922"/>
                  <a:pt x="1035029" y="993339"/>
                </a:cubicBezTo>
                <a:lnTo>
                  <a:pt x="1040889" y="1003490"/>
                </a:lnTo>
                <a:cubicBezTo>
                  <a:pt x="1041098" y="1003909"/>
                  <a:pt x="1041098" y="1004533"/>
                  <a:pt x="1040889" y="1004957"/>
                </a:cubicBezTo>
                <a:lnTo>
                  <a:pt x="1035029" y="1015104"/>
                </a:lnTo>
                <a:cubicBezTo>
                  <a:pt x="1034819" y="1015524"/>
                  <a:pt x="1034244" y="1015840"/>
                  <a:pt x="1033773" y="1015840"/>
                </a:cubicBezTo>
                <a:lnTo>
                  <a:pt x="1022001" y="1015840"/>
                </a:lnTo>
                <a:cubicBezTo>
                  <a:pt x="1021530" y="1015840"/>
                  <a:pt x="1020954" y="1015524"/>
                  <a:pt x="1020745" y="1015104"/>
                </a:cubicBezTo>
                <a:lnTo>
                  <a:pt x="1014885" y="1004957"/>
                </a:lnTo>
                <a:cubicBezTo>
                  <a:pt x="1014676" y="1004533"/>
                  <a:pt x="1014676" y="1003909"/>
                  <a:pt x="1014885" y="1003490"/>
                </a:cubicBezTo>
                <a:lnTo>
                  <a:pt x="1020745" y="993339"/>
                </a:lnTo>
                <a:cubicBezTo>
                  <a:pt x="1020954" y="992922"/>
                  <a:pt x="1021530" y="992605"/>
                  <a:pt x="1022001" y="992605"/>
                </a:cubicBezTo>
                <a:close/>
                <a:moveTo>
                  <a:pt x="1517749" y="992293"/>
                </a:moveTo>
                <a:lnTo>
                  <a:pt x="1529835" y="992293"/>
                </a:lnTo>
                <a:cubicBezTo>
                  <a:pt x="1530306" y="992293"/>
                  <a:pt x="1530881" y="992605"/>
                  <a:pt x="1531143" y="993024"/>
                </a:cubicBezTo>
                <a:lnTo>
                  <a:pt x="1537212" y="1003490"/>
                </a:lnTo>
                <a:cubicBezTo>
                  <a:pt x="1537474" y="1003909"/>
                  <a:pt x="1537474" y="1004589"/>
                  <a:pt x="1537212" y="1005008"/>
                </a:cubicBezTo>
                <a:lnTo>
                  <a:pt x="1531143" y="1015475"/>
                </a:lnTo>
                <a:cubicBezTo>
                  <a:pt x="1530881" y="1015890"/>
                  <a:pt x="1530306" y="1016205"/>
                  <a:pt x="1529835" y="1016205"/>
                </a:cubicBezTo>
                <a:lnTo>
                  <a:pt x="1517749" y="1016205"/>
                </a:lnTo>
                <a:cubicBezTo>
                  <a:pt x="1517278" y="1016205"/>
                  <a:pt x="1516702" y="1015890"/>
                  <a:pt x="1516441" y="1015475"/>
                </a:cubicBezTo>
                <a:lnTo>
                  <a:pt x="1510371" y="1005008"/>
                </a:lnTo>
                <a:cubicBezTo>
                  <a:pt x="1510110" y="1004589"/>
                  <a:pt x="1510110" y="1003909"/>
                  <a:pt x="1510371" y="1003490"/>
                </a:cubicBezTo>
                <a:lnTo>
                  <a:pt x="1516441" y="993024"/>
                </a:lnTo>
                <a:cubicBezTo>
                  <a:pt x="1516702" y="992605"/>
                  <a:pt x="1517278" y="992293"/>
                  <a:pt x="1517749" y="992293"/>
                </a:cubicBezTo>
                <a:close/>
                <a:moveTo>
                  <a:pt x="1600103" y="991667"/>
                </a:moveTo>
                <a:lnTo>
                  <a:pt x="1612870" y="991667"/>
                </a:lnTo>
                <a:cubicBezTo>
                  <a:pt x="1613340" y="991667"/>
                  <a:pt x="1613968" y="992029"/>
                  <a:pt x="1614230" y="992448"/>
                </a:cubicBezTo>
                <a:lnTo>
                  <a:pt x="1620613" y="1003490"/>
                </a:lnTo>
                <a:cubicBezTo>
                  <a:pt x="1620875" y="1003909"/>
                  <a:pt x="1620875" y="1004642"/>
                  <a:pt x="1620613" y="1005060"/>
                </a:cubicBezTo>
                <a:lnTo>
                  <a:pt x="1614230" y="1016098"/>
                </a:lnTo>
                <a:cubicBezTo>
                  <a:pt x="1613968" y="1016516"/>
                  <a:pt x="1613393" y="1016884"/>
                  <a:pt x="1612870" y="1016884"/>
                </a:cubicBezTo>
                <a:lnTo>
                  <a:pt x="1600103" y="1016884"/>
                </a:lnTo>
                <a:cubicBezTo>
                  <a:pt x="1599632" y="1016884"/>
                  <a:pt x="1599004" y="1016516"/>
                  <a:pt x="1598743" y="1016098"/>
                </a:cubicBezTo>
                <a:lnTo>
                  <a:pt x="1592359" y="1005060"/>
                </a:lnTo>
                <a:cubicBezTo>
                  <a:pt x="1592098" y="1004642"/>
                  <a:pt x="1592098" y="1003909"/>
                  <a:pt x="1592359" y="1003490"/>
                </a:cubicBezTo>
                <a:lnTo>
                  <a:pt x="1598743" y="992448"/>
                </a:lnTo>
                <a:cubicBezTo>
                  <a:pt x="1599004" y="992029"/>
                  <a:pt x="1599580" y="991667"/>
                  <a:pt x="1600103" y="991667"/>
                </a:cubicBezTo>
                <a:close/>
                <a:moveTo>
                  <a:pt x="1352151" y="991667"/>
                </a:moveTo>
                <a:lnTo>
                  <a:pt x="1364865" y="991667"/>
                </a:lnTo>
                <a:cubicBezTo>
                  <a:pt x="1365388" y="991667"/>
                  <a:pt x="1365964" y="992029"/>
                  <a:pt x="1366225" y="992448"/>
                </a:cubicBezTo>
                <a:lnTo>
                  <a:pt x="1372556" y="1003438"/>
                </a:lnTo>
                <a:cubicBezTo>
                  <a:pt x="1372818" y="1003858"/>
                  <a:pt x="1372818" y="1004589"/>
                  <a:pt x="1372556" y="1005008"/>
                </a:cubicBezTo>
                <a:lnTo>
                  <a:pt x="1366225" y="1015994"/>
                </a:lnTo>
                <a:cubicBezTo>
                  <a:pt x="1365964" y="1016412"/>
                  <a:pt x="1365388" y="1016779"/>
                  <a:pt x="1364865" y="1016779"/>
                </a:cubicBezTo>
                <a:lnTo>
                  <a:pt x="1352151" y="1016779"/>
                </a:lnTo>
                <a:cubicBezTo>
                  <a:pt x="1351628" y="1016779"/>
                  <a:pt x="1351052" y="1016412"/>
                  <a:pt x="1350790" y="1015994"/>
                </a:cubicBezTo>
                <a:lnTo>
                  <a:pt x="1344459" y="1005008"/>
                </a:lnTo>
                <a:cubicBezTo>
                  <a:pt x="1344198" y="1004589"/>
                  <a:pt x="1344198" y="1003858"/>
                  <a:pt x="1344459" y="1003438"/>
                </a:cubicBezTo>
                <a:lnTo>
                  <a:pt x="1350790" y="992448"/>
                </a:lnTo>
                <a:cubicBezTo>
                  <a:pt x="1351052" y="992029"/>
                  <a:pt x="1351628" y="991667"/>
                  <a:pt x="1352151" y="991667"/>
                </a:cubicBezTo>
                <a:close/>
                <a:moveTo>
                  <a:pt x="773158" y="991035"/>
                </a:moveTo>
                <a:lnTo>
                  <a:pt x="786500" y="991035"/>
                </a:lnTo>
                <a:cubicBezTo>
                  <a:pt x="787023" y="991035"/>
                  <a:pt x="787651" y="991405"/>
                  <a:pt x="787913" y="991873"/>
                </a:cubicBezTo>
                <a:lnTo>
                  <a:pt x="794610" y="1003438"/>
                </a:lnTo>
                <a:cubicBezTo>
                  <a:pt x="794872" y="1003909"/>
                  <a:pt x="794872" y="1004642"/>
                  <a:pt x="794610" y="1005110"/>
                </a:cubicBezTo>
                <a:lnTo>
                  <a:pt x="787913" y="1016677"/>
                </a:lnTo>
                <a:cubicBezTo>
                  <a:pt x="787651" y="1017146"/>
                  <a:pt x="787023" y="1017511"/>
                  <a:pt x="786500" y="1017511"/>
                </a:cubicBezTo>
                <a:lnTo>
                  <a:pt x="773158" y="1017511"/>
                </a:lnTo>
                <a:cubicBezTo>
                  <a:pt x="772635" y="1017511"/>
                  <a:pt x="772007" y="1017146"/>
                  <a:pt x="771745" y="1016677"/>
                </a:cubicBezTo>
                <a:lnTo>
                  <a:pt x="765048" y="1005110"/>
                </a:lnTo>
                <a:cubicBezTo>
                  <a:pt x="764787" y="1004642"/>
                  <a:pt x="764787" y="1003909"/>
                  <a:pt x="765048" y="1003438"/>
                </a:cubicBezTo>
                <a:lnTo>
                  <a:pt x="771745" y="991873"/>
                </a:lnTo>
                <a:cubicBezTo>
                  <a:pt x="772007" y="991405"/>
                  <a:pt x="772635" y="991035"/>
                  <a:pt x="773158" y="991035"/>
                </a:cubicBezTo>
                <a:close/>
                <a:moveTo>
                  <a:pt x="1434453" y="990935"/>
                </a:moveTo>
                <a:lnTo>
                  <a:pt x="1447899" y="990935"/>
                </a:lnTo>
                <a:cubicBezTo>
                  <a:pt x="1448475" y="990935"/>
                  <a:pt x="1449103" y="991300"/>
                  <a:pt x="1449365" y="991773"/>
                </a:cubicBezTo>
                <a:lnTo>
                  <a:pt x="1456114" y="1003438"/>
                </a:lnTo>
                <a:cubicBezTo>
                  <a:pt x="1456376" y="1003909"/>
                  <a:pt x="1456376" y="1004642"/>
                  <a:pt x="1456114" y="1005110"/>
                </a:cubicBezTo>
                <a:lnTo>
                  <a:pt x="1449365" y="1016779"/>
                </a:lnTo>
                <a:cubicBezTo>
                  <a:pt x="1449051" y="1017251"/>
                  <a:pt x="1448423" y="1017617"/>
                  <a:pt x="1447899" y="1017617"/>
                </a:cubicBezTo>
                <a:lnTo>
                  <a:pt x="1434453" y="1017617"/>
                </a:lnTo>
                <a:cubicBezTo>
                  <a:pt x="1433877" y="1017617"/>
                  <a:pt x="1433249" y="1017251"/>
                  <a:pt x="1432988" y="1016779"/>
                </a:cubicBezTo>
                <a:lnTo>
                  <a:pt x="1426238" y="1005110"/>
                </a:lnTo>
                <a:cubicBezTo>
                  <a:pt x="1425977" y="1004642"/>
                  <a:pt x="1425977" y="1003909"/>
                  <a:pt x="1426238" y="1003438"/>
                </a:cubicBezTo>
                <a:lnTo>
                  <a:pt x="1432988" y="991773"/>
                </a:lnTo>
                <a:cubicBezTo>
                  <a:pt x="1433302" y="991300"/>
                  <a:pt x="1433930" y="990935"/>
                  <a:pt x="1434453" y="990935"/>
                </a:cubicBezTo>
                <a:close/>
                <a:moveTo>
                  <a:pt x="607822" y="990882"/>
                </a:moveTo>
                <a:lnTo>
                  <a:pt x="621321" y="990882"/>
                </a:lnTo>
                <a:cubicBezTo>
                  <a:pt x="621896" y="990882"/>
                  <a:pt x="622524" y="991244"/>
                  <a:pt x="622786" y="991719"/>
                </a:cubicBezTo>
                <a:lnTo>
                  <a:pt x="629535" y="1003438"/>
                </a:lnTo>
                <a:cubicBezTo>
                  <a:pt x="629797" y="1003909"/>
                  <a:pt x="629797" y="1004642"/>
                  <a:pt x="629535" y="1005110"/>
                </a:cubicBezTo>
                <a:lnTo>
                  <a:pt x="622786" y="1016830"/>
                </a:lnTo>
                <a:cubicBezTo>
                  <a:pt x="622524" y="1017302"/>
                  <a:pt x="621844" y="1017670"/>
                  <a:pt x="621321" y="1017670"/>
                </a:cubicBezTo>
                <a:lnTo>
                  <a:pt x="607822" y="1017670"/>
                </a:lnTo>
                <a:cubicBezTo>
                  <a:pt x="607246" y="1017670"/>
                  <a:pt x="606618" y="1017302"/>
                  <a:pt x="606357" y="1016830"/>
                </a:cubicBezTo>
                <a:lnTo>
                  <a:pt x="599607" y="1005110"/>
                </a:lnTo>
                <a:cubicBezTo>
                  <a:pt x="599346" y="1004642"/>
                  <a:pt x="599346" y="1003909"/>
                  <a:pt x="599607" y="1003438"/>
                </a:cubicBezTo>
                <a:lnTo>
                  <a:pt x="606357" y="991719"/>
                </a:lnTo>
                <a:cubicBezTo>
                  <a:pt x="606618" y="991244"/>
                  <a:pt x="607299" y="990882"/>
                  <a:pt x="607822" y="990882"/>
                </a:cubicBezTo>
                <a:close/>
                <a:moveTo>
                  <a:pt x="690385" y="990721"/>
                </a:moveTo>
                <a:lnTo>
                  <a:pt x="704041" y="990721"/>
                </a:lnTo>
                <a:cubicBezTo>
                  <a:pt x="704564" y="990721"/>
                  <a:pt x="705245" y="991087"/>
                  <a:pt x="705506" y="991558"/>
                </a:cubicBezTo>
                <a:lnTo>
                  <a:pt x="712360" y="1003386"/>
                </a:lnTo>
                <a:cubicBezTo>
                  <a:pt x="712622" y="1003858"/>
                  <a:pt x="712622" y="1004589"/>
                  <a:pt x="712360" y="1005060"/>
                </a:cubicBezTo>
                <a:lnTo>
                  <a:pt x="705506" y="1016884"/>
                </a:lnTo>
                <a:cubicBezTo>
                  <a:pt x="705245" y="1017356"/>
                  <a:pt x="704564" y="1017721"/>
                  <a:pt x="704041" y="1017721"/>
                </a:cubicBezTo>
                <a:lnTo>
                  <a:pt x="690385" y="1017721"/>
                </a:lnTo>
                <a:cubicBezTo>
                  <a:pt x="689862" y="1017721"/>
                  <a:pt x="689182" y="1017356"/>
                  <a:pt x="688920" y="1016884"/>
                </a:cubicBezTo>
                <a:lnTo>
                  <a:pt x="682066" y="1005060"/>
                </a:lnTo>
                <a:cubicBezTo>
                  <a:pt x="681805" y="1004589"/>
                  <a:pt x="681805" y="1003858"/>
                  <a:pt x="682066" y="1003386"/>
                </a:cubicBezTo>
                <a:lnTo>
                  <a:pt x="688920" y="991558"/>
                </a:lnTo>
                <a:cubicBezTo>
                  <a:pt x="689182" y="991087"/>
                  <a:pt x="689862" y="990721"/>
                  <a:pt x="690385" y="990721"/>
                </a:cubicBezTo>
                <a:close/>
                <a:moveTo>
                  <a:pt x="1680940" y="988001"/>
                </a:moveTo>
                <a:lnTo>
                  <a:pt x="1697369" y="988001"/>
                </a:lnTo>
                <a:cubicBezTo>
                  <a:pt x="1698049" y="988001"/>
                  <a:pt x="1698834" y="988423"/>
                  <a:pt x="1699148" y="988996"/>
                </a:cubicBezTo>
                <a:lnTo>
                  <a:pt x="1707362" y="1003228"/>
                </a:lnTo>
                <a:cubicBezTo>
                  <a:pt x="1707676" y="1003804"/>
                  <a:pt x="1707676" y="1004692"/>
                  <a:pt x="1707362" y="1005270"/>
                </a:cubicBezTo>
                <a:lnTo>
                  <a:pt x="1699148" y="1019503"/>
                </a:lnTo>
                <a:cubicBezTo>
                  <a:pt x="1698782" y="1020023"/>
                  <a:pt x="1697997" y="1020495"/>
                  <a:pt x="1697369" y="1020495"/>
                </a:cubicBezTo>
                <a:lnTo>
                  <a:pt x="1680940" y="1020495"/>
                </a:lnTo>
                <a:cubicBezTo>
                  <a:pt x="1680260" y="1020495"/>
                  <a:pt x="1679475" y="1020074"/>
                  <a:pt x="1679161" y="1019503"/>
                </a:cubicBezTo>
                <a:lnTo>
                  <a:pt x="1670946" y="1005270"/>
                </a:lnTo>
                <a:cubicBezTo>
                  <a:pt x="1670633" y="1004692"/>
                  <a:pt x="1670633" y="1003804"/>
                  <a:pt x="1670946" y="1003228"/>
                </a:cubicBezTo>
                <a:lnTo>
                  <a:pt x="1679161" y="988996"/>
                </a:lnTo>
                <a:cubicBezTo>
                  <a:pt x="1679527" y="988475"/>
                  <a:pt x="1680312" y="988001"/>
                  <a:pt x="1680940" y="988001"/>
                </a:cubicBezTo>
                <a:close/>
                <a:moveTo>
                  <a:pt x="936559" y="987063"/>
                </a:moveTo>
                <a:lnTo>
                  <a:pt x="953877" y="987063"/>
                </a:lnTo>
                <a:cubicBezTo>
                  <a:pt x="954610" y="987063"/>
                  <a:pt x="955395" y="987583"/>
                  <a:pt x="955761" y="988159"/>
                </a:cubicBezTo>
                <a:lnTo>
                  <a:pt x="964446" y="1003175"/>
                </a:lnTo>
                <a:cubicBezTo>
                  <a:pt x="964812" y="1003752"/>
                  <a:pt x="964812" y="1004744"/>
                  <a:pt x="964446" y="1005323"/>
                </a:cubicBezTo>
                <a:lnTo>
                  <a:pt x="955761" y="1020341"/>
                </a:lnTo>
                <a:cubicBezTo>
                  <a:pt x="955395" y="1020965"/>
                  <a:pt x="954557" y="1021435"/>
                  <a:pt x="953877" y="1021435"/>
                </a:cubicBezTo>
                <a:lnTo>
                  <a:pt x="936559" y="1021435"/>
                </a:lnTo>
                <a:cubicBezTo>
                  <a:pt x="935826" y="1021435"/>
                  <a:pt x="935041" y="1020911"/>
                  <a:pt x="934675" y="1020341"/>
                </a:cubicBezTo>
                <a:lnTo>
                  <a:pt x="925990" y="1005323"/>
                </a:lnTo>
                <a:cubicBezTo>
                  <a:pt x="925623" y="1004744"/>
                  <a:pt x="925623" y="1003752"/>
                  <a:pt x="925990" y="1003175"/>
                </a:cubicBezTo>
                <a:lnTo>
                  <a:pt x="934675" y="988159"/>
                </a:lnTo>
                <a:cubicBezTo>
                  <a:pt x="935041" y="987531"/>
                  <a:pt x="935879" y="987063"/>
                  <a:pt x="936559" y="987063"/>
                </a:cubicBezTo>
                <a:close/>
                <a:moveTo>
                  <a:pt x="1844027" y="983608"/>
                </a:moveTo>
                <a:lnTo>
                  <a:pt x="1864851" y="983608"/>
                </a:lnTo>
                <a:cubicBezTo>
                  <a:pt x="1865688" y="983608"/>
                  <a:pt x="1866682" y="984183"/>
                  <a:pt x="1867101" y="984917"/>
                </a:cubicBezTo>
                <a:lnTo>
                  <a:pt x="1877512" y="1002968"/>
                </a:lnTo>
                <a:cubicBezTo>
                  <a:pt x="1877931" y="1003646"/>
                  <a:pt x="1877931" y="1004798"/>
                  <a:pt x="1877512" y="1005530"/>
                </a:cubicBezTo>
                <a:lnTo>
                  <a:pt x="1867101" y="1023583"/>
                </a:lnTo>
                <a:cubicBezTo>
                  <a:pt x="1866682" y="1024316"/>
                  <a:pt x="1865688" y="1024890"/>
                  <a:pt x="1864851" y="1024890"/>
                </a:cubicBezTo>
                <a:lnTo>
                  <a:pt x="1844027" y="1024890"/>
                </a:lnTo>
                <a:cubicBezTo>
                  <a:pt x="1843189" y="1024890"/>
                  <a:pt x="1842195" y="1024316"/>
                  <a:pt x="1841777" y="1023583"/>
                </a:cubicBezTo>
                <a:lnTo>
                  <a:pt x="1831365" y="1005530"/>
                </a:lnTo>
                <a:cubicBezTo>
                  <a:pt x="1830946" y="1004852"/>
                  <a:pt x="1830946" y="1003701"/>
                  <a:pt x="1831365" y="1002968"/>
                </a:cubicBezTo>
                <a:lnTo>
                  <a:pt x="1841777" y="984917"/>
                </a:lnTo>
                <a:cubicBezTo>
                  <a:pt x="1842195" y="984183"/>
                  <a:pt x="1843189" y="983608"/>
                  <a:pt x="1844027" y="983608"/>
                </a:cubicBezTo>
                <a:close/>
                <a:moveTo>
                  <a:pt x="1761150" y="983192"/>
                </a:moveTo>
                <a:lnTo>
                  <a:pt x="1782497" y="983192"/>
                </a:lnTo>
                <a:cubicBezTo>
                  <a:pt x="1783334" y="983192"/>
                  <a:pt x="1784381" y="983765"/>
                  <a:pt x="1784799" y="984497"/>
                </a:cubicBezTo>
                <a:lnTo>
                  <a:pt x="1795473" y="1002968"/>
                </a:lnTo>
                <a:cubicBezTo>
                  <a:pt x="1795891" y="1003646"/>
                  <a:pt x="1795891" y="1004848"/>
                  <a:pt x="1795473" y="1005582"/>
                </a:cubicBezTo>
                <a:lnTo>
                  <a:pt x="1784799" y="1024050"/>
                </a:lnTo>
                <a:cubicBezTo>
                  <a:pt x="1784381" y="1024788"/>
                  <a:pt x="1783334" y="1025360"/>
                  <a:pt x="1782497" y="1025360"/>
                </a:cubicBezTo>
                <a:lnTo>
                  <a:pt x="1761150" y="1025360"/>
                </a:lnTo>
                <a:cubicBezTo>
                  <a:pt x="1760313" y="1025360"/>
                  <a:pt x="1759266" y="1024788"/>
                  <a:pt x="1758848" y="1024050"/>
                </a:cubicBezTo>
                <a:lnTo>
                  <a:pt x="1748174" y="1005582"/>
                </a:lnTo>
                <a:cubicBezTo>
                  <a:pt x="1747755" y="1004905"/>
                  <a:pt x="1747755" y="1003701"/>
                  <a:pt x="1748174" y="1002968"/>
                </a:cubicBezTo>
                <a:lnTo>
                  <a:pt x="1758848" y="984497"/>
                </a:lnTo>
                <a:cubicBezTo>
                  <a:pt x="1759266" y="983765"/>
                  <a:pt x="1760313" y="983192"/>
                  <a:pt x="1761150" y="983192"/>
                </a:cubicBezTo>
                <a:close/>
                <a:moveTo>
                  <a:pt x="2090253" y="980208"/>
                </a:moveTo>
                <a:lnTo>
                  <a:pt x="2114530" y="980208"/>
                </a:lnTo>
                <a:cubicBezTo>
                  <a:pt x="2115524" y="980208"/>
                  <a:pt x="2116676" y="980889"/>
                  <a:pt x="2117147" y="981725"/>
                </a:cubicBezTo>
                <a:lnTo>
                  <a:pt x="2129285" y="1002757"/>
                </a:lnTo>
                <a:cubicBezTo>
                  <a:pt x="2129756" y="1003543"/>
                  <a:pt x="2129756" y="1004905"/>
                  <a:pt x="2129285" y="1005743"/>
                </a:cubicBezTo>
                <a:lnTo>
                  <a:pt x="2117147" y="1026772"/>
                </a:lnTo>
                <a:cubicBezTo>
                  <a:pt x="2116676" y="1027611"/>
                  <a:pt x="2115472" y="1028292"/>
                  <a:pt x="2114530" y="1028292"/>
                </a:cubicBezTo>
                <a:lnTo>
                  <a:pt x="2090253" y="1028292"/>
                </a:lnTo>
                <a:cubicBezTo>
                  <a:pt x="2089259" y="1028292"/>
                  <a:pt x="2088108" y="1027611"/>
                  <a:pt x="2087637" y="1026772"/>
                </a:cubicBezTo>
                <a:lnTo>
                  <a:pt x="2075498" y="1005743"/>
                </a:lnTo>
                <a:cubicBezTo>
                  <a:pt x="2075027" y="1004957"/>
                  <a:pt x="2075027" y="1003594"/>
                  <a:pt x="2075498" y="1002757"/>
                </a:cubicBezTo>
                <a:lnTo>
                  <a:pt x="2087637" y="981725"/>
                </a:lnTo>
                <a:cubicBezTo>
                  <a:pt x="2088108" y="980889"/>
                  <a:pt x="2089311" y="980208"/>
                  <a:pt x="2090253" y="980208"/>
                </a:cubicBezTo>
                <a:close/>
                <a:moveTo>
                  <a:pt x="2006538" y="978113"/>
                </a:moveTo>
                <a:lnTo>
                  <a:pt x="2032961" y="978113"/>
                </a:lnTo>
                <a:cubicBezTo>
                  <a:pt x="2034007" y="978113"/>
                  <a:pt x="2035263" y="978847"/>
                  <a:pt x="2035786" y="979735"/>
                </a:cubicBezTo>
                <a:lnTo>
                  <a:pt x="2048971" y="1002602"/>
                </a:lnTo>
                <a:cubicBezTo>
                  <a:pt x="2049494" y="1003490"/>
                  <a:pt x="2049494" y="1004957"/>
                  <a:pt x="2048971" y="1005846"/>
                </a:cubicBezTo>
                <a:lnTo>
                  <a:pt x="2035786" y="1028710"/>
                </a:lnTo>
                <a:cubicBezTo>
                  <a:pt x="2035263" y="1029600"/>
                  <a:pt x="2034007" y="1030333"/>
                  <a:pt x="2032961" y="1030333"/>
                </a:cubicBezTo>
                <a:lnTo>
                  <a:pt x="2006538" y="1030333"/>
                </a:lnTo>
                <a:cubicBezTo>
                  <a:pt x="2005492" y="1030333"/>
                  <a:pt x="2004236" y="1029600"/>
                  <a:pt x="2003712" y="1028710"/>
                </a:cubicBezTo>
                <a:lnTo>
                  <a:pt x="1990527" y="1005846"/>
                </a:lnTo>
                <a:cubicBezTo>
                  <a:pt x="1990004" y="1004957"/>
                  <a:pt x="1990004" y="1003490"/>
                  <a:pt x="1990527" y="1002602"/>
                </a:cubicBezTo>
                <a:lnTo>
                  <a:pt x="2003712" y="979735"/>
                </a:lnTo>
                <a:cubicBezTo>
                  <a:pt x="2004236" y="978847"/>
                  <a:pt x="2005492" y="978113"/>
                  <a:pt x="2006538" y="978113"/>
                </a:cubicBezTo>
                <a:close/>
                <a:moveTo>
                  <a:pt x="848763" y="976911"/>
                </a:moveTo>
                <a:lnTo>
                  <a:pt x="876389" y="976911"/>
                </a:lnTo>
                <a:cubicBezTo>
                  <a:pt x="877487" y="976911"/>
                  <a:pt x="878848" y="977694"/>
                  <a:pt x="879371" y="978636"/>
                </a:cubicBezTo>
                <a:lnTo>
                  <a:pt x="893184" y="1002547"/>
                </a:lnTo>
                <a:cubicBezTo>
                  <a:pt x="893707" y="1003490"/>
                  <a:pt x="893707" y="1005008"/>
                  <a:pt x="893184" y="1005948"/>
                </a:cubicBezTo>
                <a:lnTo>
                  <a:pt x="879371" y="1029858"/>
                </a:lnTo>
                <a:cubicBezTo>
                  <a:pt x="878795" y="1030803"/>
                  <a:pt x="877487" y="1031587"/>
                  <a:pt x="876389" y="1031587"/>
                </a:cubicBezTo>
                <a:lnTo>
                  <a:pt x="848763" y="1031587"/>
                </a:lnTo>
                <a:cubicBezTo>
                  <a:pt x="847664" y="1031587"/>
                  <a:pt x="846304" y="1030803"/>
                  <a:pt x="845780" y="1029858"/>
                </a:cubicBezTo>
                <a:lnTo>
                  <a:pt x="831968" y="1005948"/>
                </a:lnTo>
                <a:cubicBezTo>
                  <a:pt x="831444" y="1005008"/>
                  <a:pt x="831444" y="1003490"/>
                  <a:pt x="831968" y="1002547"/>
                </a:cubicBezTo>
                <a:lnTo>
                  <a:pt x="845780" y="978636"/>
                </a:lnTo>
                <a:cubicBezTo>
                  <a:pt x="846356" y="977694"/>
                  <a:pt x="847664" y="976911"/>
                  <a:pt x="848763" y="976911"/>
                </a:cubicBezTo>
                <a:close/>
                <a:moveTo>
                  <a:pt x="1923085" y="976546"/>
                </a:moveTo>
                <a:lnTo>
                  <a:pt x="1951077" y="976546"/>
                </a:lnTo>
                <a:cubicBezTo>
                  <a:pt x="1952176" y="976546"/>
                  <a:pt x="1953484" y="977329"/>
                  <a:pt x="1954059" y="978269"/>
                </a:cubicBezTo>
                <a:lnTo>
                  <a:pt x="1968029" y="1002496"/>
                </a:lnTo>
                <a:cubicBezTo>
                  <a:pt x="1968605" y="1003438"/>
                  <a:pt x="1968605" y="1005008"/>
                  <a:pt x="1968029" y="1005948"/>
                </a:cubicBezTo>
                <a:lnTo>
                  <a:pt x="1954059" y="1030172"/>
                </a:lnTo>
                <a:cubicBezTo>
                  <a:pt x="1953536" y="1031116"/>
                  <a:pt x="1952176" y="1031900"/>
                  <a:pt x="1951077" y="1031900"/>
                </a:cubicBezTo>
                <a:lnTo>
                  <a:pt x="1923085" y="1031900"/>
                </a:lnTo>
                <a:cubicBezTo>
                  <a:pt x="1921986" y="1031900"/>
                  <a:pt x="1920678" y="1031116"/>
                  <a:pt x="1920102" y="1030172"/>
                </a:cubicBezTo>
                <a:lnTo>
                  <a:pt x="1906133" y="1005948"/>
                </a:lnTo>
                <a:cubicBezTo>
                  <a:pt x="1905557" y="1005008"/>
                  <a:pt x="1905557" y="1003438"/>
                  <a:pt x="1906133" y="1002496"/>
                </a:cubicBezTo>
                <a:lnTo>
                  <a:pt x="1920102" y="978269"/>
                </a:lnTo>
                <a:cubicBezTo>
                  <a:pt x="1920626" y="977329"/>
                  <a:pt x="1921986" y="976546"/>
                  <a:pt x="1923085" y="976546"/>
                </a:cubicBezTo>
                <a:close/>
                <a:moveTo>
                  <a:pt x="514898" y="970579"/>
                </a:moveTo>
                <a:lnTo>
                  <a:pt x="548907" y="970579"/>
                </a:lnTo>
                <a:cubicBezTo>
                  <a:pt x="550268" y="970579"/>
                  <a:pt x="551890" y="971524"/>
                  <a:pt x="552570" y="972672"/>
                </a:cubicBezTo>
                <a:lnTo>
                  <a:pt x="569574" y="1002129"/>
                </a:lnTo>
                <a:cubicBezTo>
                  <a:pt x="570255" y="1003280"/>
                  <a:pt x="570255" y="1005162"/>
                  <a:pt x="569574" y="1006314"/>
                </a:cubicBezTo>
                <a:lnTo>
                  <a:pt x="552570" y="1035772"/>
                </a:lnTo>
                <a:cubicBezTo>
                  <a:pt x="551890" y="1036923"/>
                  <a:pt x="550268" y="1037863"/>
                  <a:pt x="548907" y="1037863"/>
                </a:cubicBezTo>
                <a:lnTo>
                  <a:pt x="514898" y="1037863"/>
                </a:lnTo>
                <a:cubicBezTo>
                  <a:pt x="513538" y="1037863"/>
                  <a:pt x="511916" y="1036923"/>
                  <a:pt x="511235" y="1035772"/>
                </a:cubicBezTo>
                <a:lnTo>
                  <a:pt x="494231" y="1006314"/>
                </a:lnTo>
                <a:cubicBezTo>
                  <a:pt x="493551" y="1005162"/>
                  <a:pt x="493551" y="1003280"/>
                  <a:pt x="494231" y="1002129"/>
                </a:cubicBezTo>
                <a:lnTo>
                  <a:pt x="511235" y="972672"/>
                </a:lnTo>
                <a:cubicBezTo>
                  <a:pt x="511916" y="971524"/>
                  <a:pt x="513538" y="970579"/>
                  <a:pt x="514898" y="970579"/>
                </a:cubicBezTo>
                <a:close/>
                <a:moveTo>
                  <a:pt x="1188697" y="912764"/>
                </a:moveTo>
                <a:lnTo>
                  <a:pt x="1197644" y="912764"/>
                </a:lnTo>
                <a:cubicBezTo>
                  <a:pt x="1197958" y="912764"/>
                  <a:pt x="1198429" y="913024"/>
                  <a:pt x="1198586" y="913339"/>
                </a:cubicBezTo>
                <a:lnTo>
                  <a:pt x="1203033" y="921082"/>
                </a:lnTo>
                <a:cubicBezTo>
                  <a:pt x="1203190" y="921395"/>
                  <a:pt x="1203190" y="921867"/>
                  <a:pt x="1203033" y="922180"/>
                </a:cubicBezTo>
                <a:lnTo>
                  <a:pt x="1198586" y="929924"/>
                </a:lnTo>
                <a:cubicBezTo>
                  <a:pt x="1198429" y="930236"/>
                  <a:pt x="1198010" y="930503"/>
                  <a:pt x="1197644" y="930503"/>
                </a:cubicBezTo>
                <a:lnTo>
                  <a:pt x="1188697" y="930503"/>
                </a:lnTo>
                <a:cubicBezTo>
                  <a:pt x="1188383" y="930503"/>
                  <a:pt x="1187912" y="930236"/>
                  <a:pt x="1187755" y="929924"/>
                </a:cubicBezTo>
                <a:lnTo>
                  <a:pt x="1183308" y="922180"/>
                </a:lnTo>
                <a:cubicBezTo>
                  <a:pt x="1183151" y="921867"/>
                  <a:pt x="1183151" y="921395"/>
                  <a:pt x="1183308" y="921082"/>
                </a:cubicBezTo>
                <a:lnTo>
                  <a:pt x="1187755" y="913339"/>
                </a:lnTo>
                <a:cubicBezTo>
                  <a:pt x="1187912" y="913024"/>
                  <a:pt x="1188331" y="912764"/>
                  <a:pt x="1188697" y="912764"/>
                </a:cubicBezTo>
                <a:close/>
                <a:moveTo>
                  <a:pt x="1105506" y="911767"/>
                </a:moveTo>
                <a:lnTo>
                  <a:pt x="1115447" y="911767"/>
                </a:lnTo>
                <a:cubicBezTo>
                  <a:pt x="1115813" y="911767"/>
                  <a:pt x="1116284" y="912082"/>
                  <a:pt x="1116494" y="912401"/>
                </a:cubicBezTo>
                <a:lnTo>
                  <a:pt x="1121464" y="920978"/>
                </a:lnTo>
                <a:cubicBezTo>
                  <a:pt x="1121673" y="921294"/>
                  <a:pt x="1121673" y="921867"/>
                  <a:pt x="1121464" y="922180"/>
                </a:cubicBezTo>
                <a:lnTo>
                  <a:pt x="1116494" y="930763"/>
                </a:lnTo>
                <a:cubicBezTo>
                  <a:pt x="1116337" y="931127"/>
                  <a:pt x="1115813" y="931390"/>
                  <a:pt x="1115447" y="931390"/>
                </a:cubicBezTo>
                <a:lnTo>
                  <a:pt x="1105506" y="931390"/>
                </a:lnTo>
                <a:cubicBezTo>
                  <a:pt x="1105140" y="931390"/>
                  <a:pt x="1104669" y="931075"/>
                  <a:pt x="1104459" y="930763"/>
                </a:cubicBezTo>
                <a:lnTo>
                  <a:pt x="1099489" y="922180"/>
                </a:lnTo>
                <a:cubicBezTo>
                  <a:pt x="1099280" y="921867"/>
                  <a:pt x="1099280" y="921294"/>
                  <a:pt x="1099489" y="920978"/>
                </a:cubicBezTo>
                <a:lnTo>
                  <a:pt x="1104459" y="912401"/>
                </a:lnTo>
                <a:cubicBezTo>
                  <a:pt x="1104617" y="912033"/>
                  <a:pt x="1105140" y="911767"/>
                  <a:pt x="1105506" y="911767"/>
                </a:cubicBezTo>
                <a:close/>
                <a:moveTo>
                  <a:pt x="1270580" y="911196"/>
                </a:moveTo>
                <a:lnTo>
                  <a:pt x="1281097" y="911196"/>
                </a:lnTo>
                <a:cubicBezTo>
                  <a:pt x="1281516" y="911196"/>
                  <a:pt x="1282039" y="911455"/>
                  <a:pt x="1282248" y="911820"/>
                </a:cubicBezTo>
                <a:lnTo>
                  <a:pt x="1287533" y="920928"/>
                </a:lnTo>
                <a:cubicBezTo>
                  <a:pt x="1287742" y="921292"/>
                  <a:pt x="1287742" y="921867"/>
                  <a:pt x="1287533" y="922233"/>
                </a:cubicBezTo>
                <a:lnTo>
                  <a:pt x="1282248" y="931338"/>
                </a:lnTo>
                <a:cubicBezTo>
                  <a:pt x="1282039" y="931652"/>
                  <a:pt x="1281516" y="931966"/>
                  <a:pt x="1281097" y="931966"/>
                </a:cubicBezTo>
                <a:lnTo>
                  <a:pt x="1270580" y="931966"/>
                </a:lnTo>
                <a:cubicBezTo>
                  <a:pt x="1270162" y="931966"/>
                  <a:pt x="1269639" y="931704"/>
                  <a:pt x="1269429" y="931338"/>
                </a:cubicBezTo>
                <a:lnTo>
                  <a:pt x="1264145" y="922233"/>
                </a:lnTo>
                <a:cubicBezTo>
                  <a:pt x="1263936" y="921867"/>
                  <a:pt x="1263936" y="921292"/>
                  <a:pt x="1264145" y="920928"/>
                </a:cubicBezTo>
                <a:lnTo>
                  <a:pt x="1269429" y="911820"/>
                </a:lnTo>
                <a:cubicBezTo>
                  <a:pt x="1269639" y="911510"/>
                  <a:pt x="1270162" y="911196"/>
                  <a:pt x="1270580" y="911196"/>
                </a:cubicBezTo>
                <a:close/>
                <a:moveTo>
                  <a:pt x="1352307" y="909257"/>
                </a:moveTo>
                <a:lnTo>
                  <a:pt x="1364759" y="909257"/>
                </a:lnTo>
                <a:cubicBezTo>
                  <a:pt x="1365283" y="909257"/>
                  <a:pt x="1365858" y="909624"/>
                  <a:pt x="1366120" y="910043"/>
                </a:cubicBezTo>
                <a:lnTo>
                  <a:pt x="1372346" y="920820"/>
                </a:lnTo>
                <a:cubicBezTo>
                  <a:pt x="1372608" y="921242"/>
                  <a:pt x="1372608" y="921918"/>
                  <a:pt x="1372346" y="922337"/>
                </a:cubicBezTo>
                <a:lnTo>
                  <a:pt x="1366120" y="933118"/>
                </a:lnTo>
                <a:cubicBezTo>
                  <a:pt x="1365858" y="933533"/>
                  <a:pt x="1365230" y="933899"/>
                  <a:pt x="1364759" y="933899"/>
                </a:cubicBezTo>
                <a:lnTo>
                  <a:pt x="1352307" y="933899"/>
                </a:lnTo>
                <a:cubicBezTo>
                  <a:pt x="1351784" y="933899"/>
                  <a:pt x="1351208" y="933533"/>
                  <a:pt x="1350947" y="933118"/>
                </a:cubicBezTo>
                <a:lnTo>
                  <a:pt x="1344720" y="922337"/>
                </a:lnTo>
                <a:cubicBezTo>
                  <a:pt x="1344459" y="921918"/>
                  <a:pt x="1344459" y="921242"/>
                  <a:pt x="1344720" y="920820"/>
                </a:cubicBezTo>
                <a:lnTo>
                  <a:pt x="1350947" y="910043"/>
                </a:lnTo>
                <a:cubicBezTo>
                  <a:pt x="1351208" y="909624"/>
                  <a:pt x="1351836" y="909257"/>
                  <a:pt x="1352307" y="909257"/>
                </a:cubicBezTo>
                <a:close/>
                <a:moveTo>
                  <a:pt x="1434924" y="909207"/>
                </a:moveTo>
                <a:lnTo>
                  <a:pt x="1447429" y="909207"/>
                </a:lnTo>
                <a:cubicBezTo>
                  <a:pt x="1447952" y="909207"/>
                  <a:pt x="1448527" y="909574"/>
                  <a:pt x="1448789" y="909991"/>
                </a:cubicBezTo>
                <a:lnTo>
                  <a:pt x="1455015" y="920820"/>
                </a:lnTo>
                <a:cubicBezTo>
                  <a:pt x="1455277" y="921292"/>
                  <a:pt x="1455277" y="921971"/>
                  <a:pt x="1455015" y="922389"/>
                </a:cubicBezTo>
                <a:lnTo>
                  <a:pt x="1448789" y="933224"/>
                </a:lnTo>
                <a:cubicBezTo>
                  <a:pt x="1448527" y="933638"/>
                  <a:pt x="1447900" y="934006"/>
                  <a:pt x="1447429" y="934006"/>
                </a:cubicBezTo>
                <a:lnTo>
                  <a:pt x="1434924" y="934006"/>
                </a:lnTo>
                <a:cubicBezTo>
                  <a:pt x="1434400" y="934006"/>
                  <a:pt x="1433825" y="933638"/>
                  <a:pt x="1433563" y="933224"/>
                </a:cubicBezTo>
                <a:lnTo>
                  <a:pt x="1427337" y="922389"/>
                </a:lnTo>
                <a:cubicBezTo>
                  <a:pt x="1427076" y="921918"/>
                  <a:pt x="1427076" y="921242"/>
                  <a:pt x="1427337" y="920820"/>
                </a:cubicBezTo>
                <a:lnTo>
                  <a:pt x="1433563" y="909991"/>
                </a:lnTo>
                <a:cubicBezTo>
                  <a:pt x="1433825" y="909574"/>
                  <a:pt x="1434453" y="909207"/>
                  <a:pt x="1434924" y="909207"/>
                </a:cubicBezTo>
                <a:close/>
                <a:moveTo>
                  <a:pt x="690856" y="908996"/>
                </a:moveTo>
                <a:lnTo>
                  <a:pt x="703622" y="908996"/>
                </a:lnTo>
                <a:cubicBezTo>
                  <a:pt x="704093" y="908996"/>
                  <a:pt x="704721" y="909363"/>
                  <a:pt x="704983" y="909782"/>
                </a:cubicBezTo>
                <a:lnTo>
                  <a:pt x="711366" y="920824"/>
                </a:lnTo>
                <a:cubicBezTo>
                  <a:pt x="711628" y="921242"/>
                  <a:pt x="711628" y="921975"/>
                  <a:pt x="711366" y="922394"/>
                </a:cubicBezTo>
                <a:lnTo>
                  <a:pt x="704983" y="933431"/>
                </a:lnTo>
                <a:cubicBezTo>
                  <a:pt x="704721" y="933851"/>
                  <a:pt x="704146" y="934218"/>
                  <a:pt x="703622" y="934218"/>
                </a:cubicBezTo>
                <a:lnTo>
                  <a:pt x="690856" y="934218"/>
                </a:lnTo>
                <a:cubicBezTo>
                  <a:pt x="690385" y="934218"/>
                  <a:pt x="689757" y="933851"/>
                  <a:pt x="689495" y="933431"/>
                </a:cubicBezTo>
                <a:lnTo>
                  <a:pt x="683112" y="922394"/>
                </a:lnTo>
                <a:cubicBezTo>
                  <a:pt x="682851" y="921975"/>
                  <a:pt x="682851" y="921242"/>
                  <a:pt x="683112" y="920824"/>
                </a:cubicBezTo>
                <a:lnTo>
                  <a:pt x="689495" y="909782"/>
                </a:lnTo>
                <a:cubicBezTo>
                  <a:pt x="689757" y="909363"/>
                  <a:pt x="690333" y="908996"/>
                  <a:pt x="690856" y="908996"/>
                </a:cubicBezTo>
                <a:close/>
                <a:moveTo>
                  <a:pt x="608136" y="908789"/>
                </a:moveTo>
                <a:lnTo>
                  <a:pt x="621111" y="908789"/>
                </a:lnTo>
                <a:cubicBezTo>
                  <a:pt x="621635" y="908789"/>
                  <a:pt x="622263" y="909155"/>
                  <a:pt x="622524" y="909574"/>
                </a:cubicBezTo>
                <a:lnTo>
                  <a:pt x="629012" y="920768"/>
                </a:lnTo>
                <a:cubicBezTo>
                  <a:pt x="629274" y="921242"/>
                  <a:pt x="629274" y="921975"/>
                  <a:pt x="629012" y="922394"/>
                </a:cubicBezTo>
                <a:lnTo>
                  <a:pt x="622524" y="933591"/>
                </a:lnTo>
                <a:cubicBezTo>
                  <a:pt x="622263" y="934006"/>
                  <a:pt x="621635" y="934370"/>
                  <a:pt x="621111" y="934370"/>
                </a:cubicBezTo>
                <a:lnTo>
                  <a:pt x="608136" y="934370"/>
                </a:lnTo>
                <a:cubicBezTo>
                  <a:pt x="607613" y="934370"/>
                  <a:pt x="606985" y="934006"/>
                  <a:pt x="606723" y="933591"/>
                </a:cubicBezTo>
                <a:lnTo>
                  <a:pt x="600235" y="922394"/>
                </a:lnTo>
                <a:cubicBezTo>
                  <a:pt x="599974" y="921919"/>
                  <a:pt x="599974" y="921189"/>
                  <a:pt x="600235" y="920768"/>
                </a:cubicBezTo>
                <a:lnTo>
                  <a:pt x="606723" y="909574"/>
                </a:lnTo>
                <a:cubicBezTo>
                  <a:pt x="606985" y="909155"/>
                  <a:pt x="607613" y="908789"/>
                  <a:pt x="608136" y="908789"/>
                </a:cubicBezTo>
                <a:close/>
                <a:moveTo>
                  <a:pt x="1517330" y="908787"/>
                </a:moveTo>
                <a:lnTo>
                  <a:pt x="1530305" y="908787"/>
                </a:lnTo>
                <a:cubicBezTo>
                  <a:pt x="1530829" y="908787"/>
                  <a:pt x="1531457" y="909153"/>
                  <a:pt x="1531718" y="909571"/>
                </a:cubicBezTo>
                <a:lnTo>
                  <a:pt x="1538206" y="920766"/>
                </a:lnTo>
                <a:cubicBezTo>
                  <a:pt x="1538468" y="921242"/>
                  <a:pt x="1538468" y="921971"/>
                  <a:pt x="1538206" y="922389"/>
                </a:cubicBezTo>
                <a:lnTo>
                  <a:pt x="1531718" y="933585"/>
                </a:lnTo>
                <a:cubicBezTo>
                  <a:pt x="1531457" y="934006"/>
                  <a:pt x="1530829" y="934370"/>
                  <a:pt x="1530305" y="934370"/>
                </a:cubicBezTo>
                <a:lnTo>
                  <a:pt x="1517330" y="934370"/>
                </a:lnTo>
                <a:cubicBezTo>
                  <a:pt x="1516806" y="934370"/>
                  <a:pt x="1516179" y="934006"/>
                  <a:pt x="1515917" y="933585"/>
                </a:cubicBezTo>
                <a:lnTo>
                  <a:pt x="1509429" y="922389"/>
                </a:lnTo>
                <a:cubicBezTo>
                  <a:pt x="1509168" y="921918"/>
                  <a:pt x="1509168" y="921185"/>
                  <a:pt x="1509429" y="920766"/>
                </a:cubicBezTo>
                <a:lnTo>
                  <a:pt x="1515917" y="909571"/>
                </a:lnTo>
                <a:cubicBezTo>
                  <a:pt x="1516179" y="909153"/>
                  <a:pt x="1516806" y="908787"/>
                  <a:pt x="1517330" y="908787"/>
                </a:cubicBezTo>
                <a:close/>
                <a:moveTo>
                  <a:pt x="1599894" y="908630"/>
                </a:moveTo>
                <a:lnTo>
                  <a:pt x="1613027" y="908630"/>
                </a:lnTo>
                <a:cubicBezTo>
                  <a:pt x="1613550" y="908630"/>
                  <a:pt x="1614178" y="908943"/>
                  <a:pt x="1614440" y="909412"/>
                </a:cubicBezTo>
                <a:lnTo>
                  <a:pt x="1620980" y="920766"/>
                </a:lnTo>
                <a:cubicBezTo>
                  <a:pt x="1621241" y="921242"/>
                  <a:pt x="1621241" y="921918"/>
                  <a:pt x="1620980" y="922389"/>
                </a:cubicBezTo>
                <a:lnTo>
                  <a:pt x="1614440" y="933745"/>
                </a:lnTo>
                <a:cubicBezTo>
                  <a:pt x="1614178" y="934163"/>
                  <a:pt x="1613550" y="934527"/>
                  <a:pt x="1613027" y="934527"/>
                </a:cubicBezTo>
                <a:lnTo>
                  <a:pt x="1599894" y="934527"/>
                </a:lnTo>
                <a:cubicBezTo>
                  <a:pt x="1599371" y="934527"/>
                  <a:pt x="1598743" y="934218"/>
                  <a:pt x="1598482" y="933745"/>
                </a:cubicBezTo>
                <a:lnTo>
                  <a:pt x="1591941" y="922389"/>
                </a:lnTo>
                <a:cubicBezTo>
                  <a:pt x="1591680" y="921918"/>
                  <a:pt x="1591680" y="921242"/>
                  <a:pt x="1591941" y="920766"/>
                </a:cubicBezTo>
                <a:lnTo>
                  <a:pt x="1598482" y="909412"/>
                </a:lnTo>
                <a:cubicBezTo>
                  <a:pt x="1598743" y="908996"/>
                  <a:pt x="1599371" y="908630"/>
                  <a:pt x="1599894" y="908630"/>
                </a:cubicBezTo>
                <a:close/>
                <a:moveTo>
                  <a:pt x="1021268" y="908577"/>
                </a:moveTo>
                <a:lnTo>
                  <a:pt x="1034452" y="908577"/>
                </a:lnTo>
                <a:cubicBezTo>
                  <a:pt x="1034976" y="908577"/>
                  <a:pt x="1035604" y="908943"/>
                  <a:pt x="1035865" y="909414"/>
                </a:cubicBezTo>
                <a:lnTo>
                  <a:pt x="1042458" y="920824"/>
                </a:lnTo>
                <a:cubicBezTo>
                  <a:pt x="1042719" y="921242"/>
                  <a:pt x="1042719" y="921971"/>
                  <a:pt x="1042458" y="922443"/>
                </a:cubicBezTo>
                <a:lnTo>
                  <a:pt x="1035865" y="933847"/>
                </a:lnTo>
                <a:cubicBezTo>
                  <a:pt x="1035604" y="934319"/>
                  <a:pt x="1034976" y="934685"/>
                  <a:pt x="1034452" y="934685"/>
                </a:cubicBezTo>
                <a:lnTo>
                  <a:pt x="1021268" y="934685"/>
                </a:lnTo>
                <a:cubicBezTo>
                  <a:pt x="1020744" y="934685"/>
                  <a:pt x="1020116" y="934319"/>
                  <a:pt x="1019855" y="933847"/>
                </a:cubicBezTo>
                <a:lnTo>
                  <a:pt x="1013262" y="922443"/>
                </a:lnTo>
                <a:cubicBezTo>
                  <a:pt x="1013001" y="922027"/>
                  <a:pt x="1013001" y="921292"/>
                  <a:pt x="1013262" y="920824"/>
                </a:cubicBezTo>
                <a:lnTo>
                  <a:pt x="1019855" y="909414"/>
                </a:lnTo>
                <a:cubicBezTo>
                  <a:pt x="1020116" y="908943"/>
                  <a:pt x="1020744" y="908577"/>
                  <a:pt x="1021268" y="908577"/>
                </a:cubicBezTo>
                <a:close/>
                <a:moveTo>
                  <a:pt x="1682143" y="907849"/>
                </a:moveTo>
                <a:lnTo>
                  <a:pt x="1696061" y="907849"/>
                </a:lnTo>
                <a:cubicBezTo>
                  <a:pt x="1696584" y="907849"/>
                  <a:pt x="1697264" y="908211"/>
                  <a:pt x="1697526" y="908682"/>
                </a:cubicBezTo>
                <a:lnTo>
                  <a:pt x="1704485" y="920714"/>
                </a:lnTo>
                <a:cubicBezTo>
                  <a:pt x="1704746" y="921189"/>
                  <a:pt x="1704746" y="921971"/>
                  <a:pt x="1704485" y="922445"/>
                </a:cubicBezTo>
                <a:lnTo>
                  <a:pt x="1697526" y="934476"/>
                </a:lnTo>
                <a:cubicBezTo>
                  <a:pt x="1697264" y="934950"/>
                  <a:pt x="1696584" y="935314"/>
                  <a:pt x="1696061" y="935314"/>
                </a:cubicBezTo>
                <a:lnTo>
                  <a:pt x="1682143" y="935314"/>
                </a:lnTo>
                <a:cubicBezTo>
                  <a:pt x="1681620" y="935314"/>
                  <a:pt x="1680940" y="934950"/>
                  <a:pt x="1680678" y="934476"/>
                </a:cubicBezTo>
                <a:lnTo>
                  <a:pt x="1673719" y="922445"/>
                </a:lnTo>
                <a:cubicBezTo>
                  <a:pt x="1673458" y="921971"/>
                  <a:pt x="1673458" y="921189"/>
                  <a:pt x="1673719" y="920714"/>
                </a:cubicBezTo>
                <a:lnTo>
                  <a:pt x="1680678" y="908682"/>
                </a:lnTo>
                <a:cubicBezTo>
                  <a:pt x="1680940" y="908211"/>
                  <a:pt x="1681620" y="907849"/>
                  <a:pt x="1682143" y="907849"/>
                </a:cubicBezTo>
                <a:close/>
                <a:moveTo>
                  <a:pt x="1764341" y="906851"/>
                </a:moveTo>
                <a:lnTo>
                  <a:pt x="1779200" y="906851"/>
                </a:lnTo>
                <a:cubicBezTo>
                  <a:pt x="1779776" y="906851"/>
                  <a:pt x="1780456" y="907268"/>
                  <a:pt x="1780770" y="907792"/>
                </a:cubicBezTo>
                <a:lnTo>
                  <a:pt x="1788200" y="920663"/>
                </a:lnTo>
                <a:cubicBezTo>
                  <a:pt x="1788514" y="921189"/>
                  <a:pt x="1788514" y="921971"/>
                  <a:pt x="1788200" y="922495"/>
                </a:cubicBezTo>
                <a:lnTo>
                  <a:pt x="1780770" y="935366"/>
                </a:lnTo>
                <a:cubicBezTo>
                  <a:pt x="1780508" y="935887"/>
                  <a:pt x="1779776" y="936308"/>
                  <a:pt x="1779200" y="936308"/>
                </a:cubicBezTo>
                <a:lnTo>
                  <a:pt x="1764341" y="936308"/>
                </a:lnTo>
                <a:cubicBezTo>
                  <a:pt x="1763765" y="936308"/>
                  <a:pt x="1763085" y="935887"/>
                  <a:pt x="1762771" y="935366"/>
                </a:cubicBezTo>
                <a:lnTo>
                  <a:pt x="1755341" y="922495"/>
                </a:lnTo>
                <a:cubicBezTo>
                  <a:pt x="1755028" y="921971"/>
                  <a:pt x="1755028" y="921189"/>
                  <a:pt x="1755341" y="920663"/>
                </a:cubicBezTo>
                <a:lnTo>
                  <a:pt x="1762771" y="907792"/>
                </a:lnTo>
                <a:cubicBezTo>
                  <a:pt x="1763033" y="907268"/>
                  <a:pt x="1763765" y="906851"/>
                  <a:pt x="1764341" y="906851"/>
                </a:cubicBezTo>
                <a:close/>
                <a:moveTo>
                  <a:pt x="772268" y="906538"/>
                </a:moveTo>
                <a:lnTo>
                  <a:pt x="787494" y="906538"/>
                </a:lnTo>
                <a:cubicBezTo>
                  <a:pt x="788069" y="906538"/>
                  <a:pt x="788802" y="906955"/>
                  <a:pt x="789116" y="907482"/>
                </a:cubicBezTo>
                <a:lnTo>
                  <a:pt x="796755" y="920667"/>
                </a:lnTo>
                <a:cubicBezTo>
                  <a:pt x="797069" y="921189"/>
                  <a:pt x="797069" y="922027"/>
                  <a:pt x="796755" y="922547"/>
                </a:cubicBezTo>
                <a:lnTo>
                  <a:pt x="789116" y="935736"/>
                </a:lnTo>
                <a:cubicBezTo>
                  <a:pt x="788802" y="936260"/>
                  <a:pt x="788069" y="936674"/>
                  <a:pt x="787494" y="936674"/>
                </a:cubicBezTo>
                <a:lnTo>
                  <a:pt x="772268" y="936674"/>
                </a:lnTo>
                <a:cubicBezTo>
                  <a:pt x="771693" y="936674"/>
                  <a:pt x="770960" y="936260"/>
                  <a:pt x="770646" y="935736"/>
                </a:cubicBezTo>
                <a:lnTo>
                  <a:pt x="763007" y="922547"/>
                </a:lnTo>
                <a:cubicBezTo>
                  <a:pt x="762694" y="922027"/>
                  <a:pt x="762694" y="921189"/>
                  <a:pt x="763007" y="920667"/>
                </a:cubicBezTo>
                <a:lnTo>
                  <a:pt x="770646" y="907482"/>
                </a:lnTo>
                <a:cubicBezTo>
                  <a:pt x="770960" y="906955"/>
                  <a:pt x="771693" y="906538"/>
                  <a:pt x="772268" y="906538"/>
                </a:cubicBezTo>
                <a:close/>
                <a:moveTo>
                  <a:pt x="854623" y="905963"/>
                </a:moveTo>
                <a:lnTo>
                  <a:pt x="870424" y="905963"/>
                </a:lnTo>
                <a:cubicBezTo>
                  <a:pt x="871052" y="905963"/>
                  <a:pt x="871785" y="906434"/>
                  <a:pt x="872099" y="906955"/>
                </a:cubicBezTo>
                <a:lnTo>
                  <a:pt x="879999" y="920611"/>
                </a:lnTo>
                <a:cubicBezTo>
                  <a:pt x="880313" y="921135"/>
                  <a:pt x="880313" y="922027"/>
                  <a:pt x="879999" y="922547"/>
                </a:cubicBezTo>
                <a:lnTo>
                  <a:pt x="872099" y="936204"/>
                </a:lnTo>
                <a:cubicBezTo>
                  <a:pt x="871785" y="936777"/>
                  <a:pt x="871052" y="937199"/>
                  <a:pt x="870424" y="937199"/>
                </a:cubicBezTo>
                <a:lnTo>
                  <a:pt x="854623" y="937199"/>
                </a:lnTo>
                <a:cubicBezTo>
                  <a:pt x="853995" y="937199"/>
                  <a:pt x="853263" y="936726"/>
                  <a:pt x="852949" y="936204"/>
                </a:cubicBezTo>
                <a:lnTo>
                  <a:pt x="845048" y="922547"/>
                </a:lnTo>
                <a:cubicBezTo>
                  <a:pt x="844735" y="922027"/>
                  <a:pt x="844735" y="921135"/>
                  <a:pt x="845048" y="920611"/>
                </a:cubicBezTo>
                <a:lnTo>
                  <a:pt x="852949" y="906955"/>
                </a:lnTo>
                <a:cubicBezTo>
                  <a:pt x="853263" y="906382"/>
                  <a:pt x="853995" y="905963"/>
                  <a:pt x="854623" y="905963"/>
                </a:cubicBezTo>
                <a:close/>
                <a:moveTo>
                  <a:pt x="523897" y="905754"/>
                </a:moveTo>
                <a:lnTo>
                  <a:pt x="539908" y="905754"/>
                </a:lnTo>
                <a:cubicBezTo>
                  <a:pt x="540536" y="905754"/>
                  <a:pt x="541320" y="906224"/>
                  <a:pt x="541635" y="906749"/>
                </a:cubicBezTo>
                <a:lnTo>
                  <a:pt x="549640" y="920611"/>
                </a:lnTo>
                <a:cubicBezTo>
                  <a:pt x="549954" y="921189"/>
                  <a:pt x="549954" y="922078"/>
                  <a:pt x="549640" y="922602"/>
                </a:cubicBezTo>
                <a:lnTo>
                  <a:pt x="541635" y="936469"/>
                </a:lnTo>
                <a:cubicBezTo>
                  <a:pt x="541320" y="937040"/>
                  <a:pt x="540536" y="937459"/>
                  <a:pt x="539908" y="937459"/>
                </a:cubicBezTo>
                <a:lnTo>
                  <a:pt x="523897" y="937459"/>
                </a:lnTo>
                <a:cubicBezTo>
                  <a:pt x="523270" y="937459"/>
                  <a:pt x="522485" y="936989"/>
                  <a:pt x="522171" y="936469"/>
                </a:cubicBezTo>
                <a:lnTo>
                  <a:pt x="514166" y="922602"/>
                </a:lnTo>
                <a:cubicBezTo>
                  <a:pt x="513851" y="922027"/>
                  <a:pt x="513851" y="921138"/>
                  <a:pt x="514166" y="920611"/>
                </a:cubicBezTo>
                <a:lnTo>
                  <a:pt x="522171" y="906749"/>
                </a:lnTo>
                <a:cubicBezTo>
                  <a:pt x="522485" y="906173"/>
                  <a:pt x="523270" y="905754"/>
                  <a:pt x="523897" y="905754"/>
                </a:cubicBezTo>
                <a:close/>
                <a:moveTo>
                  <a:pt x="1844759" y="902403"/>
                </a:moveTo>
                <a:lnTo>
                  <a:pt x="1864170" y="902403"/>
                </a:lnTo>
                <a:cubicBezTo>
                  <a:pt x="1864955" y="902403"/>
                  <a:pt x="1865897" y="902925"/>
                  <a:pt x="1866263" y="903607"/>
                </a:cubicBezTo>
                <a:lnTo>
                  <a:pt x="1875943" y="920404"/>
                </a:lnTo>
                <a:cubicBezTo>
                  <a:pt x="1876309" y="921082"/>
                  <a:pt x="1876309" y="922128"/>
                  <a:pt x="1875943" y="922809"/>
                </a:cubicBezTo>
                <a:lnTo>
                  <a:pt x="1866263" y="939602"/>
                </a:lnTo>
                <a:cubicBezTo>
                  <a:pt x="1865845" y="940283"/>
                  <a:pt x="1864955" y="940807"/>
                  <a:pt x="1864170" y="940807"/>
                </a:cubicBezTo>
                <a:lnTo>
                  <a:pt x="1844759" y="940807"/>
                </a:lnTo>
                <a:cubicBezTo>
                  <a:pt x="1843974" y="940807"/>
                  <a:pt x="1843032" y="940283"/>
                  <a:pt x="1842666" y="939602"/>
                </a:cubicBezTo>
                <a:lnTo>
                  <a:pt x="1832987" y="922809"/>
                </a:lnTo>
                <a:cubicBezTo>
                  <a:pt x="1832620" y="922128"/>
                  <a:pt x="1832620" y="921082"/>
                  <a:pt x="1832987" y="920404"/>
                </a:cubicBezTo>
                <a:lnTo>
                  <a:pt x="1842666" y="903607"/>
                </a:lnTo>
                <a:cubicBezTo>
                  <a:pt x="1843085" y="902925"/>
                  <a:pt x="1843974" y="902403"/>
                  <a:pt x="1844759" y="902403"/>
                </a:cubicBezTo>
                <a:close/>
                <a:moveTo>
                  <a:pt x="934152" y="899735"/>
                </a:moveTo>
                <a:lnTo>
                  <a:pt x="956232" y="899735"/>
                </a:lnTo>
                <a:cubicBezTo>
                  <a:pt x="957069" y="899735"/>
                  <a:pt x="958168" y="900364"/>
                  <a:pt x="958587" y="901097"/>
                </a:cubicBezTo>
                <a:lnTo>
                  <a:pt x="969627" y="920247"/>
                </a:lnTo>
                <a:cubicBezTo>
                  <a:pt x="970045" y="920978"/>
                  <a:pt x="970045" y="922233"/>
                  <a:pt x="969627" y="922967"/>
                </a:cubicBezTo>
                <a:lnTo>
                  <a:pt x="958587" y="942118"/>
                </a:lnTo>
                <a:cubicBezTo>
                  <a:pt x="958168" y="942849"/>
                  <a:pt x="957122" y="943479"/>
                  <a:pt x="956232" y="943479"/>
                </a:cubicBezTo>
                <a:lnTo>
                  <a:pt x="934152" y="943479"/>
                </a:lnTo>
                <a:cubicBezTo>
                  <a:pt x="933315" y="943479"/>
                  <a:pt x="932216" y="942849"/>
                  <a:pt x="931798" y="942118"/>
                </a:cubicBezTo>
                <a:lnTo>
                  <a:pt x="920758" y="922967"/>
                </a:lnTo>
                <a:cubicBezTo>
                  <a:pt x="920339" y="922233"/>
                  <a:pt x="920339" y="920978"/>
                  <a:pt x="920758" y="920247"/>
                </a:cubicBezTo>
                <a:lnTo>
                  <a:pt x="931798" y="901097"/>
                </a:lnTo>
                <a:cubicBezTo>
                  <a:pt x="932216" y="900364"/>
                  <a:pt x="933263" y="899735"/>
                  <a:pt x="934152" y="899735"/>
                </a:cubicBezTo>
                <a:close/>
                <a:moveTo>
                  <a:pt x="1924393" y="896493"/>
                </a:moveTo>
                <a:lnTo>
                  <a:pt x="1949769" y="896493"/>
                </a:lnTo>
                <a:cubicBezTo>
                  <a:pt x="1950763" y="896493"/>
                  <a:pt x="1951967" y="897172"/>
                  <a:pt x="1952490" y="898061"/>
                </a:cubicBezTo>
                <a:lnTo>
                  <a:pt x="1965151" y="920037"/>
                </a:lnTo>
                <a:cubicBezTo>
                  <a:pt x="1965675" y="920928"/>
                  <a:pt x="1965675" y="922284"/>
                  <a:pt x="1965151" y="923176"/>
                </a:cubicBezTo>
                <a:lnTo>
                  <a:pt x="1952490" y="945149"/>
                </a:lnTo>
                <a:cubicBezTo>
                  <a:pt x="1951967" y="946039"/>
                  <a:pt x="1950763" y="946719"/>
                  <a:pt x="1949769" y="946719"/>
                </a:cubicBezTo>
                <a:lnTo>
                  <a:pt x="1924393" y="946719"/>
                </a:lnTo>
                <a:cubicBezTo>
                  <a:pt x="1923399" y="946719"/>
                  <a:pt x="1922195" y="946039"/>
                  <a:pt x="1921672" y="945149"/>
                </a:cubicBezTo>
                <a:lnTo>
                  <a:pt x="1909010" y="923176"/>
                </a:lnTo>
                <a:cubicBezTo>
                  <a:pt x="1908487" y="922284"/>
                  <a:pt x="1908487" y="920928"/>
                  <a:pt x="1909010" y="920037"/>
                </a:cubicBezTo>
                <a:lnTo>
                  <a:pt x="1921672" y="898061"/>
                </a:lnTo>
                <a:cubicBezTo>
                  <a:pt x="1922195" y="897172"/>
                  <a:pt x="1923399" y="896493"/>
                  <a:pt x="1924393" y="896493"/>
                </a:cubicBezTo>
                <a:close/>
                <a:moveTo>
                  <a:pt x="2089625" y="896388"/>
                </a:moveTo>
                <a:lnTo>
                  <a:pt x="2115158" y="896388"/>
                </a:lnTo>
                <a:cubicBezTo>
                  <a:pt x="2116152" y="896388"/>
                  <a:pt x="2117355" y="897065"/>
                  <a:pt x="2117879" y="897957"/>
                </a:cubicBezTo>
                <a:lnTo>
                  <a:pt x="2130645" y="920037"/>
                </a:lnTo>
                <a:cubicBezTo>
                  <a:pt x="2131168" y="920872"/>
                  <a:pt x="2131168" y="922284"/>
                  <a:pt x="2130645" y="923176"/>
                </a:cubicBezTo>
                <a:lnTo>
                  <a:pt x="2117879" y="945253"/>
                </a:lnTo>
                <a:cubicBezTo>
                  <a:pt x="2117407" y="946091"/>
                  <a:pt x="2116152" y="946825"/>
                  <a:pt x="2115158" y="946825"/>
                </a:cubicBezTo>
                <a:lnTo>
                  <a:pt x="2089625" y="946825"/>
                </a:lnTo>
                <a:cubicBezTo>
                  <a:pt x="2088630" y="946825"/>
                  <a:pt x="2087427" y="946145"/>
                  <a:pt x="2086904" y="945253"/>
                </a:cubicBezTo>
                <a:lnTo>
                  <a:pt x="2074138" y="923176"/>
                </a:lnTo>
                <a:cubicBezTo>
                  <a:pt x="2073614" y="922337"/>
                  <a:pt x="2073614" y="920925"/>
                  <a:pt x="2074138" y="920037"/>
                </a:cubicBezTo>
                <a:lnTo>
                  <a:pt x="2086904" y="897957"/>
                </a:lnTo>
                <a:cubicBezTo>
                  <a:pt x="2087375" y="897122"/>
                  <a:pt x="2088630" y="896388"/>
                  <a:pt x="2089625" y="896388"/>
                </a:cubicBezTo>
                <a:close/>
                <a:moveTo>
                  <a:pt x="2006904" y="896176"/>
                </a:moveTo>
                <a:lnTo>
                  <a:pt x="2032595" y="896176"/>
                </a:lnTo>
                <a:cubicBezTo>
                  <a:pt x="2033641" y="896176"/>
                  <a:pt x="2034845" y="896855"/>
                  <a:pt x="2035368" y="897746"/>
                </a:cubicBezTo>
                <a:lnTo>
                  <a:pt x="2048239" y="920037"/>
                </a:lnTo>
                <a:cubicBezTo>
                  <a:pt x="2048762" y="920928"/>
                  <a:pt x="2048762" y="922337"/>
                  <a:pt x="2048239" y="923226"/>
                </a:cubicBezTo>
                <a:lnTo>
                  <a:pt x="2035368" y="945516"/>
                </a:lnTo>
                <a:cubicBezTo>
                  <a:pt x="2034845" y="946354"/>
                  <a:pt x="2033589" y="947087"/>
                  <a:pt x="2032595" y="947087"/>
                </a:cubicBezTo>
                <a:lnTo>
                  <a:pt x="2006904" y="947087"/>
                </a:lnTo>
                <a:cubicBezTo>
                  <a:pt x="2005858" y="947087"/>
                  <a:pt x="2004655" y="946406"/>
                  <a:pt x="2004132" y="945516"/>
                </a:cubicBezTo>
                <a:lnTo>
                  <a:pt x="1991260" y="923226"/>
                </a:lnTo>
                <a:cubicBezTo>
                  <a:pt x="1990737" y="922337"/>
                  <a:pt x="1990737" y="920928"/>
                  <a:pt x="1991260" y="920037"/>
                </a:cubicBezTo>
                <a:lnTo>
                  <a:pt x="2004132" y="897746"/>
                </a:lnTo>
                <a:cubicBezTo>
                  <a:pt x="2004655" y="896908"/>
                  <a:pt x="2005911" y="896176"/>
                  <a:pt x="2006904" y="896176"/>
                </a:cubicBezTo>
                <a:close/>
                <a:moveTo>
                  <a:pt x="2184956" y="838779"/>
                </a:moveTo>
                <a:lnTo>
                  <a:pt x="2185165" y="838779"/>
                </a:lnTo>
                <a:lnTo>
                  <a:pt x="2185270" y="838937"/>
                </a:lnTo>
                <a:lnTo>
                  <a:pt x="2185165" y="839094"/>
                </a:lnTo>
                <a:lnTo>
                  <a:pt x="2184956" y="839094"/>
                </a:lnTo>
                <a:lnTo>
                  <a:pt x="2184851" y="838937"/>
                </a:lnTo>
                <a:close/>
                <a:moveTo>
                  <a:pt x="1190581" y="833810"/>
                </a:moveTo>
                <a:lnTo>
                  <a:pt x="1195761" y="833810"/>
                </a:lnTo>
                <a:cubicBezTo>
                  <a:pt x="1195970" y="833810"/>
                  <a:pt x="1196336" y="834121"/>
                  <a:pt x="1196336" y="834121"/>
                </a:cubicBezTo>
                <a:lnTo>
                  <a:pt x="1198952" y="838623"/>
                </a:lnTo>
                <a:cubicBezTo>
                  <a:pt x="1199057" y="838779"/>
                  <a:pt x="1198952" y="839252"/>
                  <a:pt x="1198952" y="839252"/>
                </a:cubicBezTo>
                <a:lnTo>
                  <a:pt x="1196336" y="843747"/>
                </a:lnTo>
                <a:cubicBezTo>
                  <a:pt x="1196232" y="843904"/>
                  <a:pt x="1195761" y="844065"/>
                  <a:pt x="1195761" y="844065"/>
                </a:cubicBezTo>
                <a:lnTo>
                  <a:pt x="1190581" y="844065"/>
                </a:lnTo>
                <a:cubicBezTo>
                  <a:pt x="1190372" y="844065"/>
                  <a:pt x="1190006" y="843747"/>
                  <a:pt x="1190006" y="843747"/>
                </a:cubicBezTo>
                <a:lnTo>
                  <a:pt x="1187390" y="839252"/>
                </a:lnTo>
                <a:cubicBezTo>
                  <a:pt x="1187285" y="839094"/>
                  <a:pt x="1187390" y="838623"/>
                  <a:pt x="1187390" y="838623"/>
                </a:cubicBezTo>
                <a:lnTo>
                  <a:pt x="1190006" y="834121"/>
                </a:lnTo>
                <a:cubicBezTo>
                  <a:pt x="1190110" y="833968"/>
                  <a:pt x="1190581" y="833810"/>
                  <a:pt x="1190581" y="833810"/>
                </a:cubicBezTo>
                <a:close/>
                <a:moveTo>
                  <a:pt x="1271104" y="829519"/>
                </a:moveTo>
                <a:lnTo>
                  <a:pt x="1280626" y="829519"/>
                </a:lnTo>
                <a:cubicBezTo>
                  <a:pt x="1281045" y="829519"/>
                  <a:pt x="1281463" y="829782"/>
                  <a:pt x="1281673" y="830092"/>
                </a:cubicBezTo>
                <a:lnTo>
                  <a:pt x="1286434" y="838362"/>
                </a:lnTo>
                <a:cubicBezTo>
                  <a:pt x="1286643" y="838730"/>
                  <a:pt x="1286643" y="839252"/>
                  <a:pt x="1286434" y="839565"/>
                </a:cubicBezTo>
                <a:lnTo>
                  <a:pt x="1281673" y="847832"/>
                </a:lnTo>
                <a:cubicBezTo>
                  <a:pt x="1281463" y="848147"/>
                  <a:pt x="1280993" y="848408"/>
                  <a:pt x="1280626" y="848408"/>
                </a:cubicBezTo>
                <a:lnTo>
                  <a:pt x="1271104" y="848408"/>
                </a:lnTo>
                <a:cubicBezTo>
                  <a:pt x="1270685" y="848408"/>
                  <a:pt x="1270266" y="848147"/>
                  <a:pt x="1270057" y="847832"/>
                </a:cubicBezTo>
                <a:lnTo>
                  <a:pt x="1265296" y="839565"/>
                </a:lnTo>
                <a:cubicBezTo>
                  <a:pt x="1265087" y="839200"/>
                  <a:pt x="1265087" y="838677"/>
                  <a:pt x="1265296" y="838362"/>
                </a:cubicBezTo>
                <a:lnTo>
                  <a:pt x="1270057" y="830092"/>
                </a:lnTo>
                <a:cubicBezTo>
                  <a:pt x="1270266" y="829782"/>
                  <a:pt x="1270737" y="829519"/>
                  <a:pt x="1271104" y="829519"/>
                </a:cubicBezTo>
                <a:close/>
                <a:moveTo>
                  <a:pt x="690908" y="826484"/>
                </a:moveTo>
                <a:lnTo>
                  <a:pt x="703518" y="826484"/>
                </a:lnTo>
                <a:cubicBezTo>
                  <a:pt x="704041" y="826484"/>
                  <a:pt x="704617" y="826848"/>
                  <a:pt x="704878" y="827268"/>
                </a:cubicBezTo>
                <a:lnTo>
                  <a:pt x="711157" y="838204"/>
                </a:lnTo>
                <a:cubicBezTo>
                  <a:pt x="711418" y="838623"/>
                  <a:pt x="711418" y="839354"/>
                  <a:pt x="711157" y="839772"/>
                </a:cubicBezTo>
                <a:lnTo>
                  <a:pt x="704878" y="850708"/>
                </a:lnTo>
                <a:cubicBezTo>
                  <a:pt x="704617" y="851132"/>
                  <a:pt x="704041" y="851492"/>
                  <a:pt x="703518" y="851492"/>
                </a:cubicBezTo>
                <a:lnTo>
                  <a:pt x="690908" y="851492"/>
                </a:lnTo>
                <a:cubicBezTo>
                  <a:pt x="690385" y="851492"/>
                  <a:pt x="689809" y="851132"/>
                  <a:pt x="689548" y="850708"/>
                </a:cubicBezTo>
                <a:lnTo>
                  <a:pt x="683269" y="839772"/>
                </a:lnTo>
                <a:cubicBezTo>
                  <a:pt x="683008" y="839354"/>
                  <a:pt x="683008" y="838623"/>
                  <a:pt x="683269" y="838204"/>
                </a:cubicBezTo>
                <a:lnTo>
                  <a:pt x="689548" y="827268"/>
                </a:lnTo>
                <a:cubicBezTo>
                  <a:pt x="689809" y="826848"/>
                  <a:pt x="690385" y="826484"/>
                  <a:pt x="690908" y="826484"/>
                </a:cubicBezTo>
                <a:close/>
                <a:moveTo>
                  <a:pt x="1104197" y="826431"/>
                </a:moveTo>
                <a:lnTo>
                  <a:pt x="1116859" y="826431"/>
                </a:lnTo>
                <a:cubicBezTo>
                  <a:pt x="1117382" y="826431"/>
                  <a:pt x="1117958" y="826797"/>
                  <a:pt x="1118219" y="827215"/>
                </a:cubicBezTo>
                <a:lnTo>
                  <a:pt x="1124551" y="838152"/>
                </a:lnTo>
                <a:cubicBezTo>
                  <a:pt x="1124812" y="838571"/>
                  <a:pt x="1124812" y="839302"/>
                  <a:pt x="1124551" y="839722"/>
                </a:cubicBezTo>
                <a:lnTo>
                  <a:pt x="1118219" y="850656"/>
                </a:lnTo>
                <a:cubicBezTo>
                  <a:pt x="1117958" y="851075"/>
                  <a:pt x="1117382" y="851442"/>
                  <a:pt x="1116859" y="851442"/>
                </a:cubicBezTo>
                <a:lnTo>
                  <a:pt x="1104197" y="851442"/>
                </a:lnTo>
                <a:cubicBezTo>
                  <a:pt x="1103674" y="851442"/>
                  <a:pt x="1103099" y="851075"/>
                  <a:pt x="1102837" y="850656"/>
                </a:cubicBezTo>
                <a:lnTo>
                  <a:pt x="1096506" y="839722"/>
                </a:lnTo>
                <a:cubicBezTo>
                  <a:pt x="1096245" y="839302"/>
                  <a:pt x="1096245" y="838571"/>
                  <a:pt x="1096506" y="838152"/>
                </a:cubicBezTo>
                <a:lnTo>
                  <a:pt x="1102837" y="827215"/>
                </a:lnTo>
                <a:cubicBezTo>
                  <a:pt x="1103099" y="826797"/>
                  <a:pt x="1103674" y="826431"/>
                  <a:pt x="1104197" y="826431"/>
                </a:cubicBezTo>
                <a:close/>
                <a:moveTo>
                  <a:pt x="1600051" y="826278"/>
                </a:moveTo>
                <a:lnTo>
                  <a:pt x="1612870" y="826278"/>
                </a:lnTo>
                <a:cubicBezTo>
                  <a:pt x="1613341" y="826278"/>
                  <a:pt x="1613968" y="826643"/>
                  <a:pt x="1614230" y="827063"/>
                </a:cubicBezTo>
                <a:lnTo>
                  <a:pt x="1620613" y="838152"/>
                </a:lnTo>
                <a:cubicBezTo>
                  <a:pt x="1620875" y="838571"/>
                  <a:pt x="1620875" y="839302"/>
                  <a:pt x="1620613" y="839722"/>
                </a:cubicBezTo>
                <a:lnTo>
                  <a:pt x="1614230" y="850813"/>
                </a:lnTo>
                <a:cubicBezTo>
                  <a:pt x="1613968" y="851233"/>
                  <a:pt x="1613393" y="851599"/>
                  <a:pt x="1612870" y="851599"/>
                </a:cubicBezTo>
                <a:lnTo>
                  <a:pt x="1600051" y="851599"/>
                </a:lnTo>
                <a:cubicBezTo>
                  <a:pt x="1599580" y="851599"/>
                  <a:pt x="1598952" y="851233"/>
                  <a:pt x="1598690" y="850813"/>
                </a:cubicBezTo>
                <a:lnTo>
                  <a:pt x="1592307" y="839722"/>
                </a:lnTo>
                <a:cubicBezTo>
                  <a:pt x="1592046" y="839302"/>
                  <a:pt x="1592046" y="838571"/>
                  <a:pt x="1592307" y="838152"/>
                </a:cubicBezTo>
                <a:lnTo>
                  <a:pt x="1598690" y="827063"/>
                </a:lnTo>
                <a:cubicBezTo>
                  <a:pt x="1598952" y="826643"/>
                  <a:pt x="1599528" y="826278"/>
                  <a:pt x="1600051" y="826278"/>
                </a:cubicBezTo>
                <a:close/>
                <a:moveTo>
                  <a:pt x="1434609" y="826065"/>
                </a:moveTo>
                <a:lnTo>
                  <a:pt x="1447690" y="826065"/>
                </a:lnTo>
                <a:cubicBezTo>
                  <a:pt x="1448213" y="826065"/>
                  <a:pt x="1448841" y="826379"/>
                  <a:pt x="1449102" y="826848"/>
                </a:cubicBezTo>
                <a:lnTo>
                  <a:pt x="1455642" y="838152"/>
                </a:lnTo>
                <a:cubicBezTo>
                  <a:pt x="1455904" y="838623"/>
                  <a:pt x="1455904" y="839302"/>
                  <a:pt x="1455642" y="839772"/>
                </a:cubicBezTo>
                <a:lnTo>
                  <a:pt x="1449102" y="851075"/>
                </a:lnTo>
                <a:cubicBezTo>
                  <a:pt x="1448841" y="851492"/>
                  <a:pt x="1448213" y="851861"/>
                  <a:pt x="1447690" y="851861"/>
                </a:cubicBezTo>
                <a:lnTo>
                  <a:pt x="1434609" y="851861"/>
                </a:lnTo>
                <a:cubicBezTo>
                  <a:pt x="1434086" y="851861"/>
                  <a:pt x="1433458" y="851546"/>
                  <a:pt x="1433196" y="851075"/>
                </a:cubicBezTo>
                <a:lnTo>
                  <a:pt x="1426656" y="839772"/>
                </a:lnTo>
                <a:cubicBezTo>
                  <a:pt x="1426395" y="839302"/>
                  <a:pt x="1426395" y="838623"/>
                  <a:pt x="1426656" y="838152"/>
                </a:cubicBezTo>
                <a:lnTo>
                  <a:pt x="1433196" y="826848"/>
                </a:lnTo>
                <a:cubicBezTo>
                  <a:pt x="1433458" y="826431"/>
                  <a:pt x="1434086" y="826065"/>
                  <a:pt x="1434609" y="826065"/>
                </a:cubicBezTo>
                <a:close/>
                <a:moveTo>
                  <a:pt x="1517225" y="825911"/>
                </a:moveTo>
                <a:lnTo>
                  <a:pt x="1530411" y="825911"/>
                </a:lnTo>
                <a:cubicBezTo>
                  <a:pt x="1530934" y="825911"/>
                  <a:pt x="1531562" y="826278"/>
                  <a:pt x="1531823" y="826745"/>
                </a:cubicBezTo>
                <a:lnTo>
                  <a:pt x="1538416" y="838152"/>
                </a:lnTo>
                <a:cubicBezTo>
                  <a:pt x="1538678" y="838571"/>
                  <a:pt x="1538678" y="839302"/>
                  <a:pt x="1538416" y="839772"/>
                </a:cubicBezTo>
                <a:lnTo>
                  <a:pt x="1531823" y="851180"/>
                </a:lnTo>
                <a:cubicBezTo>
                  <a:pt x="1531562" y="851651"/>
                  <a:pt x="1530934" y="852018"/>
                  <a:pt x="1530411" y="852018"/>
                </a:cubicBezTo>
                <a:lnTo>
                  <a:pt x="1517225" y="852018"/>
                </a:lnTo>
                <a:cubicBezTo>
                  <a:pt x="1516702" y="852018"/>
                  <a:pt x="1516075" y="851651"/>
                  <a:pt x="1515813" y="851180"/>
                </a:cubicBezTo>
                <a:lnTo>
                  <a:pt x="1509220" y="839772"/>
                </a:lnTo>
                <a:cubicBezTo>
                  <a:pt x="1508959" y="839358"/>
                  <a:pt x="1508959" y="838623"/>
                  <a:pt x="1509220" y="838152"/>
                </a:cubicBezTo>
                <a:lnTo>
                  <a:pt x="1515813" y="826745"/>
                </a:lnTo>
                <a:cubicBezTo>
                  <a:pt x="1516075" y="826278"/>
                  <a:pt x="1516702" y="825911"/>
                  <a:pt x="1517225" y="825911"/>
                </a:cubicBezTo>
                <a:close/>
                <a:moveTo>
                  <a:pt x="1682300" y="825439"/>
                </a:moveTo>
                <a:lnTo>
                  <a:pt x="1695956" y="825439"/>
                </a:lnTo>
                <a:cubicBezTo>
                  <a:pt x="1696479" y="825439"/>
                  <a:pt x="1697160" y="825807"/>
                  <a:pt x="1697421" y="826278"/>
                </a:cubicBezTo>
                <a:lnTo>
                  <a:pt x="1704275" y="838099"/>
                </a:lnTo>
                <a:cubicBezTo>
                  <a:pt x="1704537" y="838571"/>
                  <a:pt x="1704537" y="839302"/>
                  <a:pt x="1704275" y="839772"/>
                </a:cubicBezTo>
                <a:lnTo>
                  <a:pt x="1697421" y="851599"/>
                </a:lnTo>
                <a:cubicBezTo>
                  <a:pt x="1697160" y="852069"/>
                  <a:pt x="1696479" y="852438"/>
                  <a:pt x="1695956" y="852438"/>
                </a:cubicBezTo>
                <a:lnTo>
                  <a:pt x="1682300" y="852438"/>
                </a:lnTo>
                <a:cubicBezTo>
                  <a:pt x="1681777" y="852438"/>
                  <a:pt x="1681097" y="852069"/>
                  <a:pt x="1680835" y="851599"/>
                </a:cubicBezTo>
                <a:lnTo>
                  <a:pt x="1673981" y="839772"/>
                </a:lnTo>
                <a:cubicBezTo>
                  <a:pt x="1673720" y="839302"/>
                  <a:pt x="1673720" y="838571"/>
                  <a:pt x="1673981" y="838099"/>
                </a:cubicBezTo>
                <a:lnTo>
                  <a:pt x="1680835" y="826278"/>
                </a:lnTo>
                <a:cubicBezTo>
                  <a:pt x="1681097" y="825807"/>
                  <a:pt x="1681777" y="825439"/>
                  <a:pt x="1682300" y="825439"/>
                </a:cubicBezTo>
                <a:close/>
                <a:moveTo>
                  <a:pt x="1020535" y="824497"/>
                </a:moveTo>
                <a:lnTo>
                  <a:pt x="1035133" y="824497"/>
                </a:lnTo>
                <a:cubicBezTo>
                  <a:pt x="1035709" y="824497"/>
                  <a:pt x="1036389" y="824863"/>
                  <a:pt x="1036703" y="825383"/>
                </a:cubicBezTo>
                <a:lnTo>
                  <a:pt x="1044028" y="838048"/>
                </a:lnTo>
                <a:cubicBezTo>
                  <a:pt x="1044342" y="838571"/>
                  <a:pt x="1044342" y="839354"/>
                  <a:pt x="1044028" y="839880"/>
                </a:cubicBezTo>
                <a:lnTo>
                  <a:pt x="1036703" y="852541"/>
                </a:lnTo>
                <a:cubicBezTo>
                  <a:pt x="1036389" y="853010"/>
                  <a:pt x="1035709" y="853429"/>
                  <a:pt x="1035133" y="853429"/>
                </a:cubicBezTo>
                <a:lnTo>
                  <a:pt x="1020535" y="853429"/>
                </a:lnTo>
                <a:cubicBezTo>
                  <a:pt x="1019960" y="853429"/>
                  <a:pt x="1019280" y="853065"/>
                  <a:pt x="1018966" y="852541"/>
                </a:cubicBezTo>
                <a:lnTo>
                  <a:pt x="1011640" y="839880"/>
                </a:lnTo>
                <a:cubicBezTo>
                  <a:pt x="1011327" y="839354"/>
                  <a:pt x="1011327" y="838571"/>
                  <a:pt x="1011640" y="838048"/>
                </a:cubicBezTo>
                <a:lnTo>
                  <a:pt x="1018966" y="825383"/>
                </a:lnTo>
                <a:cubicBezTo>
                  <a:pt x="1019280" y="824913"/>
                  <a:pt x="1019960" y="824497"/>
                  <a:pt x="1020535" y="824497"/>
                </a:cubicBezTo>
                <a:close/>
                <a:moveTo>
                  <a:pt x="1351156" y="824446"/>
                </a:moveTo>
                <a:lnTo>
                  <a:pt x="1365806" y="824446"/>
                </a:lnTo>
                <a:cubicBezTo>
                  <a:pt x="1366382" y="824446"/>
                  <a:pt x="1367062" y="824810"/>
                  <a:pt x="1367376" y="825331"/>
                </a:cubicBezTo>
                <a:lnTo>
                  <a:pt x="1374701" y="838048"/>
                </a:lnTo>
                <a:cubicBezTo>
                  <a:pt x="1375015" y="838571"/>
                  <a:pt x="1375015" y="839358"/>
                  <a:pt x="1374701" y="839880"/>
                </a:cubicBezTo>
                <a:lnTo>
                  <a:pt x="1367376" y="852590"/>
                </a:lnTo>
                <a:cubicBezTo>
                  <a:pt x="1367114" y="853065"/>
                  <a:pt x="1366382" y="853482"/>
                  <a:pt x="1365806" y="853482"/>
                </a:cubicBezTo>
                <a:lnTo>
                  <a:pt x="1351156" y="853482"/>
                </a:lnTo>
                <a:cubicBezTo>
                  <a:pt x="1350581" y="853482"/>
                  <a:pt x="1349901" y="853117"/>
                  <a:pt x="1349587" y="852590"/>
                </a:cubicBezTo>
                <a:lnTo>
                  <a:pt x="1342261" y="839880"/>
                </a:lnTo>
                <a:cubicBezTo>
                  <a:pt x="1341948" y="839358"/>
                  <a:pt x="1341948" y="838571"/>
                  <a:pt x="1342261" y="838048"/>
                </a:cubicBezTo>
                <a:lnTo>
                  <a:pt x="1349587" y="825331"/>
                </a:lnTo>
                <a:cubicBezTo>
                  <a:pt x="1349848" y="824863"/>
                  <a:pt x="1350581" y="824446"/>
                  <a:pt x="1351156" y="824446"/>
                </a:cubicBezTo>
                <a:close/>
                <a:moveTo>
                  <a:pt x="1846957" y="824182"/>
                </a:moveTo>
                <a:lnTo>
                  <a:pt x="1861816" y="824182"/>
                </a:lnTo>
                <a:cubicBezTo>
                  <a:pt x="1862392" y="824182"/>
                  <a:pt x="1863072" y="824601"/>
                  <a:pt x="1863386" y="825124"/>
                </a:cubicBezTo>
                <a:lnTo>
                  <a:pt x="1870816" y="837995"/>
                </a:lnTo>
                <a:cubicBezTo>
                  <a:pt x="1871130" y="838516"/>
                  <a:pt x="1871130" y="839302"/>
                  <a:pt x="1870816" y="839825"/>
                </a:cubicBezTo>
                <a:lnTo>
                  <a:pt x="1863386" y="852695"/>
                </a:lnTo>
                <a:cubicBezTo>
                  <a:pt x="1863124" y="853221"/>
                  <a:pt x="1862392" y="853640"/>
                  <a:pt x="1861816" y="853640"/>
                </a:cubicBezTo>
                <a:lnTo>
                  <a:pt x="1846957" y="853640"/>
                </a:lnTo>
                <a:cubicBezTo>
                  <a:pt x="1846381" y="853640"/>
                  <a:pt x="1845701" y="853221"/>
                  <a:pt x="1845387" y="852695"/>
                </a:cubicBezTo>
                <a:lnTo>
                  <a:pt x="1837957" y="839825"/>
                </a:lnTo>
                <a:cubicBezTo>
                  <a:pt x="1837644" y="839302"/>
                  <a:pt x="1837644" y="838516"/>
                  <a:pt x="1837957" y="837995"/>
                </a:cubicBezTo>
                <a:lnTo>
                  <a:pt x="1845387" y="825124"/>
                </a:lnTo>
                <a:cubicBezTo>
                  <a:pt x="1845649" y="824601"/>
                  <a:pt x="1846381" y="824182"/>
                  <a:pt x="1846957" y="824182"/>
                </a:cubicBezTo>
                <a:close/>
                <a:moveTo>
                  <a:pt x="1929363" y="823658"/>
                </a:moveTo>
                <a:lnTo>
                  <a:pt x="1944850" y="823658"/>
                </a:lnTo>
                <a:cubicBezTo>
                  <a:pt x="1945478" y="823658"/>
                  <a:pt x="1946211" y="824077"/>
                  <a:pt x="1946525" y="824601"/>
                </a:cubicBezTo>
                <a:lnTo>
                  <a:pt x="1954268" y="837995"/>
                </a:lnTo>
                <a:cubicBezTo>
                  <a:pt x="1954582" y="838571"/>
                  <a:pt x="1954582" y="839408"/>
                  <a:pt x="1954268" y="839933"/>
                </a:cubicBezTo>
                <a:lnTo>
                  <a:pt x="1946525" y="853326"/>
                </a:lnTo>
                <a:cubicBezTo>
                  <a:pt x="1946211" y="853848"/>
                  <a:pt x="1945478" y="854265"/>
                  <a:pt x="1944850" y="854265"/>
                </a:cubicBezTo>
                <a:lnTo>
                  <a:pt x="1929363" y="854265"/>
                </a:lnTo>
                <a:cubicBezTo>
                  <a:pt x="1928735" y="854265"/>
                  <a:pt x="1928003" y="853848"/>
                  <a:pt x="1927689" y="853326"/>
                </a:cubicBezTo>
                <a:lnTo>
                  <a:pt x="1919945" y="839933"/>
                </a:lnTo>
                <a:cubicBezTo>
                  <a:pt x="1919632" y="839358"/>
                  <a:pt x="1919632" y="838516"/>
                  <a:pt x="1919945" y="837995"/>
                </a:cubicBezTo>
                <a:lnTo>
                  <a:pt x="1927689" y="824601"/>
                </a:lnTo>
                <a:cubicBezTo>
                  <a:pt x="1928003" y="824077"/>
                  <a:pt x="1928735" y="823658"/>
                  <a:pt x="1929363" y="823658"/>
                </a:cubicBezTo>
                <a:close/>
                <a:moveTo>
                  <a:pt x="854728" y="823554"/>
                </a:moveTo>
                <a:lnTo>
                  <a:pt x="870319" y="823554"/>
                </a:lnTo>
                <a:cubicBezTo>
                  <a:pt x="870947" y="823554"/>
                  <a:pt x="871680" y="823973"/>
                  <a:pt x="871994" y="824497"/>
                </a:cubicBezTo>
                <a:lnTo>
                  <a:pt x="879790" y="837995"/>
                </a:lnTo>
                <a:cubicBezTo>
                  <a:pt x="880104" y="838516"/>
                  <a:pt x="880104" y="839405"/>
                  <a:pt x="879790" y="839933"/>
                </a:cubicBezTo>
                <a:lnTo>
                  <a:pt x="871994" y="853429"/>
                </a:lnTo>
                <a:cubicBezTo>
                  <a:pt x="871680" y="853951"/>
                  <a:pt x="870947" y="854369"/>
                  <a:pt x="870319" y="854369"/>
                </a:cubicBezTo>
                <a:lnTo>
                  <a:pt x="854728" y="854369"/>
                </a:lnTo>
                <a:cubicBezTo>
                  <a:pt x="854100" y="854369"/>
                  <a:pt x="853367" y="853951"/>
                  <a:pt x="853053" y="853429"/>
                </a:cubicBezTo>
                <a:lnTo>
                  <a:pt x="845257" y="839933"/>
                </a:lnTo>
                <a:cubicBezTo>
                  <a:pt x="844944" y="839405"/>
                  <a:pt x="844944" y="838516"/>
                  <a:pt x="845257" y="837995"/>
                </a:cubicBezTo>
                <a:lnTo>
                  <a:pt x="853053" y="824497"/>
                </a:lnTo>
                <a:cubicBezTo>
                  <a:pt x="853367" y="823973"/>
                  <a:pt x="854100" y="823554"/>
                  <a:pt x="854728" y="823554"/>
                </a:cubicBezTo>
                <a:close/>
                <a:moveTo>
                  <a:pt x="1763556" y="822667"/>
                </a:moveTo>
                <a:lnTo>
                  <a:pt x="1780037" y="822667"/>
                </a:lnTo>
                <a:cubicBezTo>
                  <a:pt x="1780717" y="822667"/>
                  <a:pt x="1781502" y="823084"/>
                  <a:pt x="1781816" y="823658"/>
                </a:cubicBezTo>
                <a:lnTo>
                  <a:pt x="1790083" y="837943"/>
                </a:lnTo>
                <a:cubicBezTo>
                  <a:pt x="1790397" y="838516"/>
                  <a:pt x="1790397" y="839408"/>
                  <a:pt x="1790083" y="839985"/>
                </a:cubicBezTo>
                <a:lnTo>
                  <a:pt x="1781816" y="854265"/>
                </a:lnTo>
                <a:cubicBezTo>
                  <a:pt x="1781502" y="854792"/>
                  <a:pt x="1780665" y="855261"/>
                  <a:pt x="1780037" y="855261"/>
                </a:cubicBezTo>
                <a:lnTo>
                  <a:pt x="1763556" y="855261"/>
                </a:lnTo>
                <a:cubicBezTo>
                  <a:pt x="1762876" y="855261"/>
                  <a:pt x="1762091" y="854844"/>
                  <a:pt x="1761777" y="854265"/>
                </a:cubicBezTo>
                <a:lnTo>
                  <a:pt x="1753510" y="839985"/>
                </a:lnTo>
                <a:cubicBezTo>
                  <a:pt x="1753197" y="839408"/>
                  <a:pt x="1753197" y="838516"/>
                  <a:pt x="1753510" y="837943"/>
                </a:cubicBezTo>
                <a:lnTo>
                  <a:pt x="1761777" y="823658"/>
                </a:lnTo>
                <a:cubicBezTo>
                  <a:pt x="1762091" y="823135"/>
                  <a:pt x="1762928" y="822667"/>
                  <a:pt x="1763556" y="822667"/>
                </a:cubicBezTo>
                <a:close/>
                <a:moveTo>
                  <a:pt x="936768" y="822193"/>
                </a:moveTo>
                <a:lnTo>
                  <a:pt x="953720" y="822193"/>
                </a:lnTo>
                <a:cubicBezTo>
                  <a:pt x="954400" y="822193"/>
                  <a:pt x="955237" y="822667"/>
                  <a:pt x="955551" y="823239"/>
                </a:cubicBezTo>
                <a:lnTo>
                  <a:pt x="964027" y="837892"/>
                </a:lnTo>
                <a:cubicBezTo>
                  <a:pt x="964341" y="838466"/>
                  <a:pt x="964341" y="839408"/>
                  <a:pt x="964027" y="839985"/>
                </a:cubicBezTo>
                <a:lnTo>
                  <a:pt x="955551" y="854632"/>
                </a:lnTo>
                <a:cubicBezTo>
                  <a:pt x="955185" y="855211"/>
                  <a:pt x="954400" y="855680"/>
                  <a:pt x="953720" y="855680"/>
                </a:cubicBezTo>
                <a:lnTo>
                  <a:pt x="936768" y="855680"/>
                </a:lnTo>
                <a:cubicBezTo>
                  <a:pt x="936087" y="855680"/>
                  <a:pt x="935250" y="855211"/>
                  <a:pt x="934937" y="854632"/>
                </a:cubicBezTo>
                <a:lnTo>
                  <a:pt x="926460" y="839985"/>
                </a:lnTo>
                <a:cubicBezTo>
                  <a:pt x="926147" y="839408"/>
                  <a:pt x="926147" y="838466"/>
                  <a:pt x="926460" y="837892"/>
                </a:cubicBezTo>
                <a:lnTo>
                  <a:pt x="934937" y="823239"/>
                </a:lnTo>
                <a:cubicBezTo>
                  <a:pt x="935303" y="822667"/>
                  <a:pt x="936087" y="822193"/>
                  <a:pt x="936768" y="822193"/>
                </a:cubicBezTo>
                <a:close/>
                <a:moveTo>
                  <a:pt x="2093706" y="821670"/>
                </a:moveTo>
                <a:lnTo>
                  <a:pt x="2111129" y="821670"/>
                </a:lnTo>
                <a:cubicBezTo>
                  <a:pt x="2111810" y="821670"/>
                  <a:pt x="2112647" y="822193"/>
                  <a:pt x="2113013" y="822768"/>
                </a:cubicBezTo>
                <a:lnTo>
                  <a:pt x="2121751" y="837892"/>
                </a:lnTo>
                <a:cubicBezTo>
                  <a:pt x="2122117" y="838466"/>
                  <a:pt x="2122117" y="839463"/>
                  <a:pt x="2121751" y="840035"/>
                </a:cubicBezTo>
                <a:lnTo>
                  <a:pt x="2113013" y="855154"/>
                </a:lnTo>
                <a:cubicBezTo>
                  <a:pt x="2112647" y="855784"/>
                  <a:pt x="2111810" y="856255"/>
                  <a:pt x="2111129" y="856255"/>
                </a:cubicBezTo>
                <a:lnTo>
                  <a:pt x="2093706" y="856255"/>
                </a:lnTo>
                <a:cubicBezTo>
                  <a:pt x="2093026" y="856255"/>
                  <a:pt x="2092189" y="855732"/>
                  <a:pt x="2091823" y="855154"/>
                </a:cubicBezTo>
                <a:lnTo>
                  <a:pt x="2083085" y="840035"/>
                </a:lnTo>
                <a:cubicBezTo>
                  <a:pt x="2082718" y="839463"/>
                  <a:pt x="2082718" y="838466"/>
                  <a:pt x="2083085" y="837892"/>
                </a:cubicBezTo>
                <a:lnTo>
                  <a:pt x="2091823" y="822768"/>
                </a:lnTo>
                <a:cubicBezTo>
                  <a:pt x="2092189" y="822139"/>
                  <a:pt x="2093026" y="821670"/>
                  <a:pt x="2093706" y="821670"/>
                </a:cubicBezTo>
                <a:close/>
                <a:moveTo>
                  <a:pt x="2010933" y="821512"/>
                </a:moveTo>
                <a:lnTo>
                  <a:pt x="2028513" y="821512"/>
                </a:lnTo>
                <a:cubicBezTo>
                  <a:pt x="2029193" y="821512"/>
                  <a:pt x="2030031" y="822036"/>
                  <a:pt x="2030397" y="822615"/>
                </a:cubicBezTo>
                <a:lnTo>
                  <a:pt x="2039187" y="837839"/>
                </a:lnTo>
                <a:cubicBezTo>
                  <a:pt x="2039553" y="838466"/>
                  <a:pt x="2039553" y="839463"/>
                  <a:pt x="2039187" y="840035"/>
                </a:cubicBezTo>
                <a:lnTo>
                  <a:pt x="2030397" y="855264"/>
                </a:lnTo>
                <a:cubicBezTo>
                  <a:pt x="2030031" y="855887"/>
                  <a:pt x="2029193" y="856359"/>
                  <a:pt x="2028513" y="856359"/>
                </a:cubicBezTo>
                <a:lnTo>
                  <a:pt x="2010933" y="856359"/>
                </a:lnTo>
                <a:cubicBezTo>
                  <a:pt x="2010253" y="856359"/>
                  <a:pt x="2009416" y="855835"/>
                  <a:pt x="2009050" y="855264"/>
                </a:cubicBezTo>
                <a:lnTo>
                  <a:pt x="2000260" y="840035"/>
                </a:lnTo>
                <a:cubicBezTo>
                  <a:pt x="1999893" y="839408"/>
                  <a:pt x="1999893" y="838413"/>
                  <a:pt x="2000260" y="837839"/>
                </a:cubicBezTo>
                <a:lnTo>
                  <a:pt x="2009050" y="822615"/>
                </a:lnTo>
                <a:cubicBezTo>
                  <a:pt x="2009416" y="821984"/>
                  <a:pt x="2010253" y="821512"/>
                  <a:pt x="2010933" y="821512"/>
                </a:cubicBezTo>
                <a:close/>
                <a:moveTo>
                  <a:pt x="769496" y="818322"/>
                </a:moveTo>
                <a:lnTo>
                  <a:pt x="790320" y="818322"/>
                </a:lnTo>
                <a:cubicBezTo>
                  <a:pt x="791157" y="818322"/>
                  <a:pt x="792151" y="818898"/>
                  <a:pt x="792570" y="819628"/>
                </a:cubicBezTo>
                <a:lnTo>
                  <a:pt x="802982" y="837681"/>
                </a:lnTo>
                <a:cubicBezTo>
                  <a:pt x="803400" y="838362"/>
                  <a:pt x="803400" y="839513"/>
                  <a:pt x="802982" y="840244"/>
                </a:cubicBezTo>
                <a:lnTo>
                  <a:pt x="792570" y="858295"/>
                </a:lnTo>
                <a:cubicBezTo>
                  <a:pt x="792151" y="859026"/>
                  <a:pt x="791157" y="859602"/>
                  <a:pt x="790320" y="859602"/>
                </a:cubicBezTo>
                <a:lnTo>
                  <a:pt x="769496" y="859602"/>
                </a:lnTo>
                <a:cubicBezTo>
                  <a:pt x="768659" y="859602"/>
                  <a:pt x="767664" y="859026"/>
                  <a:pt x="767246" y="858295"/>
                </a:cubicBezTo>
                <a:lnTo>
                  <a:pt x="756834" y="840244"/>
                </a:lnTo>
                <a:cubicBezTo>
                  <a:pt x="756415" y="839565"/>
                  <a:pt x="756415" y="838413"/>
                  <a:pt x="756834" y="837681"/>
                </a:cubicBezTo>
                <a:lnTo>
                  <a:pt x="767246" y="819628"/>
                </a:lnTo>
                <a:cubicBezTo>
                  <a:pt x="767664" y="818898"/>
                  <a:pt x="768659" y="818322"/>
                  <a:pt x="769496" y="818322"/>
                </a:cubicBezTo>
                <a:close/>
                <a:moveTo>
                  <a:pt x="601333" y="812776"/>
                </a:moveTo>
                <a:lnTo>
                  <a:pt x="627808" y="812776"/>
                </a:lnTo>
                <a:cubicBezTo>
                  <a:pt x="628854" y="812776"/>
                  <a:pt x="630110" y="813507"/>
                  <a:pt x="630633" y="814397"/>
                </a:cubicBezTo>
                <a:lnTo>
                  <a:pt x="643871" y="837314"/>
                </a:lnTo>
                <a:cubicBezTo>
                  <a:pt x="644394" y="838257"/>
                  <a:pt x="644394" y="839722"/>
                  <a:pt x="643871" y="840610"/>
                </a:cubicBezTo>
                <a:lnTo>
                  <a:pt x="630633" y="863525"/>
                </a:lnTo>
                <a:cubicBezTo>
                  <a:pt x="630110" y="864417"/>
                  <a:pt x="628854" y="865149"/>
                  <a:pt x="627808" y="865149"/>
                </a:cubicBezTo>
                <a:lnTo>
                  <a:pt x="601333" y="865149"/>
                </a:lnTo>
                <a:cubicBezTo>
                  <a:pt x="600287" y="865149"/>
                  <a:pt x="599031" y="864417"/>
                  <a:pt x="598508" y="863525"/>
                </a:cubicBezTo>
                <a:lnTo>
                  <a:pt x="585270" y="840610"/>
                </a:lnTo>
                <a:cubicBezTo>
                  <a:pt x="584747" y="839669"/>
                  <a:pt x="584747" y="838204"/>
                  <a:pt x="585270" y="837314"/>
                </a:cubicBezTo>
                <a:lnTo>
                  <a:pt x="598508" y="814397"/>
                </a:lnTo>
                <a:cubicBezTo>
                  <a:pt x="599031" y="813507"/>
                  <a:pt x="600287" y="812776"/>
                  <a:pt x="601333" y="812776"/>
                </a:cubicBezTo>
                <a:close/>
                <a:moveTo>
                  <a:pt x="2267624" y="756163"/>
                </a:moveTo>
                <a:lnTo>
                  <a:pt x="2267781" y="756163"/>
                </a:lnTo>
                <a:cubicBezTo>
                  <a:pt x="2267781" y="756163"/>
                  <a:pt x="2267885" y="756163"/>
                  <a:pt x="2267885" y="756163"/>
                </a:cubicBezTo>
                <a:lnTo>
                  <a:pt x="2267885" y="756321"/>
                </a:lnTo>
                <a:cubicBezTo>
                  <a:pt x="2267938" y="756321"/>
                  <a:pt x="2267833" y="756321"/>
                  <a:pt x="2267833" y="756321"/>
                </a:cubicBezTo>
                <a:lnTo>
                  <a:pt x="2267833" y="756478"/>
                </a:lnTo>
                <a:lnTo>
                  <a:pt x="2267676" y="756478"/>
                </a:lnTo>
                <a:cubicBezTo>
                  <a:pt x="2267676" y="756478"/>
                  <a:pt x="2267572" y="756478"/>
                  <a:pt x="2267572" y="756478"/>
                </a:cubicBezTo>
                <a:lnTo>
                  <a:pt x="2267572" y="756321"/>
                </a:lnTo>
                <a:cubicBezTo>
                  <a:pt x="2267519" y="756321"/>
                  <a:pt x="2267624" y="756321"/>
                  <a:pt x="2267624" y="756321"/>
                </a:cubicBezTo>
                <a:close/>
                <a:moveTo>
                  <a:pt x="1270738" y="746169"/>
                </a:moveTo>
                <a:lnTo>
                  <a:pt x="1280993" y="746169"/>
                </a:lnTo>
                <a:cubicBezTo>
                  <a:pt x="1281412" y="746169"/>
                  <a:pt x="1281883" y="746429"/>
                  <a:pt x="1282092" y="746798"/>
                </a:cubicBezTo>
                <a:lnTo>
                  <a:pt x="1287220" y="755637"/>
                </a:lnTo>
                <a:cubicBezTo>
                  <a:pt x="1287429" y="755951"/>
                  <a:pt x="1287429" y="756529"/>
                  <a:pt x="1287220" y="756896"/>
                </a:cubicBezTo>
                <a:lnTo>
                  <a:pt x="1282092" y="765737"/>
                </a:lnTo>
                <a:cubicBezTo>
                  <a:pt x="1281883" y="766103"/>
                  <a:pt x="1281412" y="766365"/>
                  <a:pt x="1280993" y="766365"/>
                </a:cubicBezTo>
                <a:lnTo>
                  <a:pt x="1270738" y="766365"/>
                </a:lnTo>
                <a:cubicBezTo>
                  <a:pt x="1270320" y="766365"/>
                  <a:pt x="1269849" y="766103"/>
                  <a:pt x="1269639" y="765737"/>
                </a:cubicBezTo>
                <a:lnTo>
                  <a:pt x="1264512" y="756896"/>
                </a:lnTo>
                <a:cubicBezTo>
                  <a:pt x="1264303" y="756583"/>
                  <a:pt x="1264303" y="756005"/>
                  <a:pt x="1264512" y="755637"/>
                </a:cubicBezTo>
                <a:lnTo>
                  <a:pt x="1269639" y="746798"/>
                </a:lnTo>
                <a:cubicBezTo>
                  <a:pt x="1269849" y="746429"/>
                  <a:pt x="1270320" y="746169"/>
                  <a:pt x="1270738" y="746169"/>
                </a:cubicBezTo>
                <a:close/>
                <a:moveTo>
                  <a:pt x="1352673" y="744758"/>
                </a:moveTo>
                <a:lnTo>
                  <a:pt x="1364341" y="744758"/>
                </a:lnTo>
                <a:cubicBezTo>
                  <a:pt x="1364812" y="744758"/>
                  <a:pt x="1365387" y="745072"/>
                  <a:pt x="1365597" y="745492"/>
                </a:cubicBezTo>
                <a:lnTo>
                  <a:pt x="1371404" y="755590"/>
                </a:lnTo>
                <a:cubicBezTo>
                  <a:pt x="1371614" y="756005"/>
                  <a:pt x="1371614" y="756638"/>
                  <a:pt x="1371404" y="757054"/>
                </a:cubicBezTo>
                <a:lnTo>
                  <a:pt x="1365597" y="767151"/>
                </a:lnTo>
                <a:cubicBezTo>
                  <a:pt x="1365335" y="767570"/>
                  <a:pt x="1364812" y="767885"/>
                  <a:pt x="1364341" y="767885"/>
                </a:cubicBezTo>
                <a:lnTo>
                  <a:pt x="1352673" y="767885"/>
                </a:lnTo>
                <a:cubicBezTo>
                  <a:pt x="1352202" y="767885"/>
                  <a:pt x="1351627" y="767570"/>
                  <a:pt x="1351418" y="767151"/>
                </a:cubicBezTo>
                <a:lnTo>
                  <a:pt x="1345610" y="757054"/>
                </a:lnTo>
                <a:cubicBezTo>
                  <a:pt x="1345401" y="756638"/>
                  <a:pt x="1345401" y="756005"/>
                  <a:pt x="1345610" y="755590"/>
                </a:cubicBezTo>
                <a:lnTo>
                  <a:pt x="1351418" y="745492"/>
                </a:lnTo>
                <a:cubicBezTo>
                  <a:pt x="1351679" y="745072"/>
                  <a:pt x="1352202" y="744758"/>
                  <a:pt x="1352673" y="744758"/>
                </a:cubicBezTo>
                <a:close/>
                <a:moveTo>
                  <a:pt x="2096166" y="743972"/>
                </a:moveTo>
                <a:lnTo>
                  <a:pt x="2108566" y="743972"/>
                </a:lnTo>
                <a:cubicBezTo>
                  <a:pt x="2109037" y="743972"/>
                  <a:pt x="2109612" y="744339"/>
                  <a:pt x="2109874" y="744758"/>
                </a:cubicBezTo>
                <a:lnTo>
                  <a:pt x="2116100" y="755483"/>
                </a:lnTo>
                <a:cubicBezTo>
                  <a:pt x="2116362" y="755902"/>
                  <a:pt x="2116362" y="756585"/>
                  <a:pt x="2116100" y="757001"/>
                </a:cubicBezTo>
                <a:lnTo>
                  <a:pt x="2109874" y="767725"/>
                </a:lnTo>
                <a:cubicBezTo>
                  <a:pt x="2109664" y="768146"/>
                  <a:pt x="2109037" y="768510"/>
                  <a:pt x="2108566" y="768510"/>
                </a:cubicBezTo>
                <a:lnTo>
                  <a:pt x="2096166" y="768510"/>
                </a:lnTo>
                <a:cubicBezTo>
                  <a:pt x="2095695" y="768510"/>
                  <a:pt x="2095119" y="768146"/>
                  <a:pt x="2094858" y="767725"/>
                </a:cubicBezTo>
                <a:lnTo>
                  <a:pt x="2088631" y="757001"/>
                </a:lnTo>
                <a:cubicBezTo>
                  <a:pt x="2088370" y="756585"/>
                  <a:pt x="2088370" y="755902"/>
                  <a:pt x="2088631" y="755483"/>
                </a:cubicBezTo>
                <a:lnTo>
                  <a:pt x="2094858" y="744758"/>
                </a:lnTo>
                <a:cubicBezTo>
                  <a:pt x="2095067" y="744339"/>
                  <a:pt x="2095695" y="743972"/>
                  <a:pt x="2096166" y="743972"/>
                </a:cubicBezTo>
                <a:close/>
                <a:moveTo>
                  <a:pt x="1600208" y="743921"/>
                </a:moveTo>
                <a:lnTo>
                  <a:pt x="1612713" y="743921"/>
                </a:lnTo>
                <a:cubicBezTo>
                  <a:pt x="1613236" y="743921"/>
                  <a:pt x="1613812" y="744287"/>
                  <a:pt x="1614073" y="744705"/>
                </a:cubicBezTo>
                <a:lnTo>
                  <a:pt x="1620299" y="755534"/>
                </a:lnTo>
                <a:cubicBezTo>
                  <a:pt x="1620561" y="756005"/>
                  <a:pt x="1620561" y="756687"/>
                  <a:pt x="1620299" y="757105"/>
                </a:cubicBezTo>
                <a:lnTo>
                  <a:pt x="1614073" y="767937"/>
                </a:lnTo>
                <a:cubicBezTo>
                  <a:pt x="1613812" y="768355"/>
                  <a:pt x="1613184" y="768724"/>
                  <a:pt x="1612713" y="768724"/>
                </a:cubicBezTo>
                <a:lnTo>
                  <a:pt x="1600208" y="768724"/>
                </a:lnTo>
                <a:cubicBezTo>
                  <a:pt x="1599685" y="768724"/>
                  <a:pt x="1599109" y="768355"/>
                  <a:pt x="1598848" y="767937"/>
                </a:cubicBezTo>
                <a:lnTo>
                  <a:pt x="1592621" y="757105"/>
                </a:lnTo>
                <a:cubicBezTo>
                  <a:pt x="1592360" y="756638"/>
                  <a:pt x="1592360" y="755955"/>
                  <a:pt x="1592621" y="755534"/>
                </a:cubicBezTo>
                <a:lnTo>
                  <a:pt x="1598848" y="744705"/>
                </a:lnTo>
                <a:cubicBezTo>
                  <a:pt x="1599109" y="744287"/>
                  <a:pt x="1599737" y="743921"/>
                  <a:pt x="1600208" y="743921"/>
                </a:cubicBezTo>
                <a:close/>
                <a:moveTo>
                  <a:pt x="1682824" y="743816"/>
                </a:moveTo>
                <a:lnTo>
                  <a:pt x="1695434" y="743816"/>
                </a:lnTo>
                <a:cubicBezTo>
                  <a:pt x="1695957" y="743816"/>
                  <a:pt x="1696533" y="744182"/>
                  <a:pt x="1696794" y="744602"/>
                </a:cubicBezTo>
                <a:lnTo>
                  <a:pt x="1703073" y="755534"/>
                </a:lnTo>
                <a:cubicBezTo>
                  <a:pt x="1703334" y="755955"/>
                  <a:pt x="1703334" y="756687"/>
                  <a:pt x="1703073" y="757105"/>
                </a:cubicBezTo>
                <a:lnTo>
                  <a:pt x="1696794" y="768040"/>
                </a:lnTo>
                <a:cubicBezTo>
                  <a:pt x="1696533" y="768461"/>
                  <a:pt x="1695957" y="768823"/>
                  <a:pt x="1695434" y="768823"/>
                </a:cubicBezTo>
                <a:lnTo>
                  <a:pt x="1682824" y="768823"/>
                </a:lnTo>
                <a:cubicBezTo>
                  <a:pt x="1682301" y="768823"/>
                  <a:pt x="1681725" y="768461"/>
                  <a:pt x="1681464" y="768040"/>
                </a:cubicBezTo>
                <a:lnTo>
                  <a:pt x="1675185" y="757105"/>
                </a:lnTo>
                <a:cubicBezTo>
                  <a:pt x="1674924" y="756687"/>
                  <a:pt x="1674924" y="755955"/>
                  <a:pt x="1675185" y="755534"/>
                </a:cubicBezTo>
                <a:lnTo>
                  <a:pt x="1681464" y="744602"/>
                </a:lnTo>
                <a:cubicBezTo>
                  <a:pt x="1681725" y="744182"/>
                  <a:pt x="1682301" y="743816"/>
                  <a:pt x="1682824" y="743816"/>
                </a:cubicBezTo>
                <a:close/>
                <a:moveTo>
                  <a:pt x="1434819" y="743763"/>
                </a:moveTo>
                <a:lnTo>
                  <a:pt x="1447480" y="743763"/>
                </a:lnTo>
                <a:cubicBezTo>
                  <a:pt x="1448004" y="743763"/>
                  <a:pt x="1448579" y="744130"/>
                  <a:pt x="1448841" y="744550"/>
                </a:cubicBezTo>
                <a:lnTo>
                  <a:pt x="1455172" y="755483"/>
                </a:lnTo>
                <a:cubicBezTo>
                  <a:pt x="1455433" y="755902"/>
                  <a:pt x="1455433" y="756638"/>
                  <a:pt x="1455172" y="757054"/>
                </a:cubicBezTo>
                <a:lnTo>
                  <a:pt x="1448841" y="767989"/>
                </a:lnTo>
                <a:cubicBezTo>
                  <a:pt x="1448579" y="768409"/>
                  <a:pt x="1448004" y="768774"/>
                  <a:pt x="1447480" y="768774"/>
                </a:cubicBezTo>
                <a:lnTo>
                  <a:pt x="1434819" y="768774"/>
                </a:lnTo>
                <a:cubicBezTo>
                  <a:pt x="1434295" y="768774"/>
                  <a:pt x="1433720" y="768409"/>
                  <a:pt x="1433458" y="767989"/>
                </a:cubicBezTo>
                <a:lnTo>
                  <a:pt x="1427127" y="757054"/>
                </a:lnTo>
                <a:cubicBezTo>
                  <a:pt x="1426866" y="756638"/>
                  <a:pt x="1426866" y="755902"/>
                  <a:pt x="1427127" y="755483"/>
                </a:cubicBezTo>
                <a:lnTo>
                  <a:pt x="1433458" y="744550"/>
                </a:lnTo>
                <a:cubicBezTo>
                  <a:pt x="1433720" y="744130"/>
                  <a:pt x="1434295" y="743763"/>
                  <a:pt x="1434819" y="743763"/>
                </a:cubicBezTo>
                <a:close/>
                <a:moveTo>
                  <a:pt x="690856" y="743712"/>
                </a:moveTo>
                <a:lnTo>
                  <a:pt x="703570" y="743712"/>
                </a:lnTo>
                <a:cubicBezTo>
                  <a:pt x="704094" y="743712"/>
                  <a:pt x="704669" y="744078"/>
                  <a:pt x="704931" y="744497"/>
                </a:cubicBezTo>
                <a:lnTo>
                  <a:pt x="711262" y="755483"/>
                </a:lnTo>
                <a:cubicBezTo>
                  <a:pt x="711523" y="755902"/>
                  <a:pt x="711523" y="756635"/>
                  <a:pt x="711262" y="757054"/>
                </a:cubicBezTo>
                <a:lnTo>
                  <a:pt x="704931" y="768040"/>
                </a:lnTo>
                <a:cubicBezTo>
                  <a:pt x="704669" y="768461"/>
                  <a:pt x="704094" y="768823"/>
                  <a:pt x="703570" y="768823"/>
                </a:cubicBezTo>
                <a:lnTo>
                  <a:pt x="690856" y="768823"/>
                </a:lnTo>
                <a:cubicBezTo>
                  <a:pt x="690333" y="768823"/>
                  <a:pt x="689758" y="768461"/>
                  <a:pt x="689496" y="768040"/>
                </a:cubicBezTo>
                <a:lnTo>
                  <a:pt x="683165" y="757054"/>
                </a:lnTo>
                <a:cubicBezTo>
                  <a:pt x="682904" y="756635"/>
                  <a:pt x="682904" y="755902"/>
                  <a:pt x="683165" y="755483"/>
                </a:cubicBezTo>
                <a:lnTo>
                  <a:pt x="689496" y="744497"/>
                </a:lnTo>
                <a:cubicBezTo>
                  <a:pt x="689758" y="744078"/>
                  <a:pt x="690333" y="743712"/>
                  <a:pt x="690856" y="743712"/>
                </a:cubicBezTo>
                <a:close/>
                <a:moveTo>
                  <a:pt x="2013288" y="743501"/>
                </a:moveTo>
                <a:lnTo>
                  <a:pt x="2026264" y="743501"/>
                </a:lnTo>
                <a:cubicBezTo>
                  <a:pt x="2026787" y="743501"/>
                  <a:pt x="2027415" y="743867"/>
                  <a:pt x="2027677" y="744287"/>
                </a:cubicBezTo>
                <a:lnTo>
                  <a:pt x="2034164" y="755483"/>
                </a:lnTo>
                <a:cubicBezTo>
                  <a:pt x="2034426" y="755955"/>
                  <a:pt x="2034426" y="756687"/>
                  <a:pt x="2034164" y="757105"/>
                </a:cubicBezTo>
                <a:lnTo>
                  <a:pt x="2027677" y="768303"/>
                </a:lnTo>
                <a:cubicBezTo>
                  <a:pt x="2027415" y="768724"/>
                  <a:pt x="2026787" y="769089"/>
                  <a:pt x="2026264" y="769089"/>
                </a:cubicBezTo>
                <a:lnTo>
                  <a:pt x="2013288" y="769089"/>
                </a:lnTo>
                <a:cubicBezTo>
                  <a:pt x="2012764" y="769089"/>
                  <a:pt x="2012136" y="768724"/>
                  <a:pt x="2011875" y="768303"/>
                </a:cubicBezTo>
                <a:lnTo>
                  <a:pt x="2005387" y="757105"/>
                </a:lnTo>
                <a:cubicBezTo>
                  <a:pt x="2005126" y="756637"/>
                  <a:pt x="2005126" y="755902"/>
                  <a:pt x="2005387" y="755483"/>
                </a:cubicBezTo>
                <a:lnTo>
                  <a:pt x="2011875" y="744287"/>
                </a:lnTo>
                <a:cubicBezTo>
                  <a:pt x="2012136" y="743867"/>
                  <a:pt x="2012764" y="743501"/>
                  <a:pt x="2013288" y="743501"/>
                </a:cubicBezTo>
                <a:close/>
                <a:moveTo>
                  <a:pt x="1516860" y="742612"/>
                </a:moveTo>
                <a:lnTo>
                  <a:pt x="1530673" y="742612"/>
                </a:lnTo>
                <a:cubicBezTo>
                  <a:pt x="1531196" y="742612"/>
                  <a:pt x="1531876" y="742978"/>
                  <a:pt x="1532138" y="743448"/>
                </a:cubicBezTo>
                <a:lnTo>
                  <a:pt x="1539044" y="755434"/>
                </a:lnTo>
                <a:cubicBezTo>
                  <a:pt x="1539306" y="755902"/>
                  <a:pt x="1539306" y="756687"/>
                  <a:pt x="1539044" y="757156"/>
                </a:cubicBezTo>
                <a:lnTo>
                  <a:pt x="1532138" y="769140"/>
                </a:lnTo>
                <a:cubicBezTo>
                  <a:pt x="1531876" y="769609"/>
                  <a:pt x="1531196" y="769976"/>
                  <a:pt x="1530673" y="769976"/>
                </a:cubicBezTo>
                <a:lnTo>
                  <a:pt x="1516860" y="769976"/>
                </a:lnTo>
                <a:cubicBezTo>
                  <a:pt x="1516336" y="769976"/>
                  <a:pt x="1515656" y="769609"/>
                  <a:pt x="1515395" y="769140"/>
                </a:cubicBezTo>
                <a:lnTo>
                  <a:pt x="1508488" y="757156"/>
                </a:lnTo>
                <a:cubicBezTo>
                  <a:pt x="1508227" y="756687"/>
                  <a:pt x="1508227" y="755902"/>
                  <a:pt x="1508488" y="755434"/>
                </a:cubicBezTo>
                <a:lnTo>
                  <a:pt x="1515395" y="743448"/>
                </a:lnTo>
                <a:cubicBezTo>
                  <a:pt x="1515656" y="742978"/>
                  <a:pt x="1516336" y="742612"/>
                  <a:pt x="1516860" y="742612"/>
                </a:cubicBezTo>
                <a:close/>
                <a:moveTo>
                  <a:pt x="1186239" y="742612"/>
                </a:moveTo>
                <a:lnTo>
                  <a:pt x="1200052" y="742612"/>
                </a:lnTo>
                <a:cubicBezTo>
                  <a:pt x="1200575" y="742612"/>
                  <a:pt x="1201255" y="742978"/>
                  <a:pt x="1201517" y="743448"/>
                </a:cubicBezTo>
                <a:lnTo>
                  <a:pt x="1208423" y="755434"/>
                </a:lnTo>
                <a:cubicBezTo>
                  <a:pt x="1208685" y="755902"/>
                  <a:pt x="1208685" y="756687"/>
                  <a:pt x="1208423" y="757156"/>
                </a:cubicBezTo>
                <a:lnTo>
                  <a:pt x="1201517" y="769140"/>
                </a:lnTo>
                <a:cubicBezTo>
                  <a:pt x="1201255" y="769609"/>
                  <a:pt x="1200575" y="769976"/>
                  <a:pt x="1200052" y="769976"/>
                </a:cubicBezTo>
                <a:lnTo>
                  <a:pt x="1186239" y="769976"/>
                </a:lnTo>
                <a:cubicBezTo>
                  <a:pt x="1185715" y="769976"/>
                  <a:pt x="1185035" y="769609"/>
                  <a:pt x="1184774" y="769140"/>
                </a:cubicBezTo>
                <a:lnTo>
                  <a:pt x="1177867" y="757156"/>
                </a:lnTo>
                <a:cubicBezTo>
                  <a:pt x="1177606" y="756687"/>
                  <a:pt x="1177606" y="755902"/>
                  <a:pt x="1177867" y="755434"/>
                </a:cubicBezTo>
                <a:lnTo>
                  <a:pt x="1184774" y="743448"/>
                </a:lnTo>
                <a:cubicBezTo>
                  <a:pt x="1185035" y="742978"/>
                  <a:pt x="1185715" y="742612"/>
                  <a:pt x="1186239" y="742612"/>
                </a:cubicBezTo>
                <a:close/>
                <a:moveTo>
                  <a:pt x="1103308" y="742039"/>
                </a:moveTo>
                <a:lnTo>
                  <a:pt x="1117696" y="742039"/>
                </a:lnTo>
                <a:cubicBezTo>
                  <a:pt x="1118219" y="742039"/>
                  <a:pt x="1118952" y="742456"/>
                  <a:pt x="1119213" y="742925"/>
                </a:cubicBezTo>
                <a:lnTo>
                  <a:pt x="1126381" y="755382"/>
                </a:lnTo>
                <a:cubicBezTo>
                  <a:pt x="1126643" y="755851"/>
                  <a:pt x="1126643" y="756687"/>
                  <a:pt x="1126381" y="757156"/>
                </a:cubicBezTo>
                <a:lnTo>
                  <a:pt x="1119213" y="769609"/>
                </a:lnTo>
                <a:cubicBezTo>
                  <a:pt x="1118952" y="770080"/>
                  <a:pt x="1118272" y="770498"/>
                  <a:pt x="1117696" y="770498"/>
                </a:cubicBezTo>
                <a:lnTo>
                  <a:pt x="1103308" y="770498"/>
                </a:lnTo>
                <a:cubicBezTo>
                  <a:pt x="1102785" y="770498"/>
                  <a:pt x="1102052" y="770080"/>
                  <a:pt x="1101791" y="769609"/>
                </a:cubicBezTo>
                <a:lnTo>
                  <a:pt x="1094622" y="757156"/>
                </a:lnTo>
                <a:cubicBezTo>
                  <a:pt x="1094361" y="756687"/>
                  <a:pt x="1094361" y="755851"/>
                  <a:pt x="1094622" y="755382"/>
                </a:cubicBezTo>
                <a:lnTo>
                  <a:pt x="1101791" y="742925"/>
                </a:lnTo>
                <a:cubicBezTo>
                  <a:pt x="1102052" y="742456"/>
                  <a:pt x="1102732" y="742039"/>
                  <a:pt x="1103308" y="742039"/>
                </a:cubicBezTo>
                <a:close/>
                <a:moveTo>
                  <a:pt x="1929625" y="741460"/>
                </a:moveTo>
                <a:lnTo>
                  <a:pt x="1944589" y="741460"/>
                </a:lnTo>
                <a:cubicBezTo>
                  <a:pt x="1945217" y="741460"/>
                  <a:pt x="1945897" y="741880"/>
                  <a:pt x="1946211" y="742407"/>
                </a:cubicBezTo>
                <a:lnTo>
                  <a:pt x="1953693" y="755382"/>
                </a:lnTo>
                <a:cubicBezTo>
                  <a:pt x="1954007" y="755851"/>
                  <a:pt x="1954007" y="756687"/>
                  <a:pt x="1953693" y="757210"/>
                </a:cubicBezTo>
                <a:lnTo>
                  <a:pt x="1946211" y="770189"/>
                </a:lnTo>
                <a:cubicBezTo>
                  <a:pt x="1945897" y="770712"/>
                  <a:pt x="1945165" y="771129"/>
                  <a:pt x="1944589" y="771129"/>
                </a:cubicBezTo>
                <a:lnTo>
                  <a:pt x="1929625" y="771129"/>
                </a:lnTo>
                <a:cubicBezTo>
                  <a:pt x="1928998" y="771129"/>
                  <a:pt x="1928317" y="770712"/>
                  <a:pt x="1928003" y="770189"/>
                </a:cubicBezTo>
                <a:lnTo>
                  <a:pt x="1920521" y="757210"/>
                </a:lnTo>
                <a:cubicBezTo>
                  <a:pt x="1920208" y="756739"/>
                  <a:pt x="1920208" y="755902"/>
                  <a:pt x="1920521" y="755382"/>
                </a:cubicBezTo>
                <a:lnTo>
                  <a:pt x="1928003" y="742407"/>
                </a:lnTo>
                <a:cubicBezTo>
                  <a:pt x="1928317" y="741880"/>
                  <a:pt x="1929050" y="741460"/>
                  <a:pt x="1929625" y="741460"/>
                </a:cubicBezTo>
                <a:close/>
                <a:moveTo>
                  <a:pt x="772165" y="740992"/>
                </a:moveTo>
                <a:lnTo>
                  <a:pt x="787652" y="740992"/>
                </a:lnTo>
                <a:cubicBezTo>
                  <a:pt x="788279" y="740992"/>
                  <a:pt x="789012" y="741407"/>
                  <a:pt x="789326" y="741933"/>
                </a:cubicBezTo>
                <a:lnTo>
                  <a:pt x="797069" y="755329"/>
                </a:lnTo>
                <a:cubicBezTo>
                  <a:pt x="797383" y="755902"/>
                  <a:pt x="797383" y="756739"/>
                  <a:pt x="797069" y="757263"/>
                </a:cubicBezTo>
                <a:lnTo>
                  <a:pt x="789326" y="770659"/>
                </a:lnTo>
                <a:cubicBezTo>
                  <a:pt x="789012" y="771181"/>
                  <a:pt x="788279" y="771597"/>
                  <a:pt x="787652" y="771597"/>
                </a:cubicBezTo>
                <a:lnTo>
                  <a:pt x="772165" y="771597"/>
                </a:lnTo>
                <a:cubicBezTo>
                  <a:pt x="771536" y="771597"/>
                  <a:pt x="770804" y="771181"/>
                  <a:pt x="770490" y="770659"/>
                </a:cubicBezTo>
                <a:lnTo>
                  <a:pt x="762746" y="757263"/>
                </a:lnTo>
                <a:cubicBezTo>
                  <a:pt x="762433" y="756687"/>
                  <a:pt x="762433" y="755851"/>
                  <a:pt x="762746" y="755329"/>
                </a:cubicBezTo>
                <a:lnTo>
                  <a:pt x="770490" y="741933"/>
                </a:lnTo>
                <a:cubicBezTo>
                  <a:pt x="770804" y="741407"/>
                  <a:pt x="771536" y="740992"/>
                  <a:pt x="772165" y="740992"/>
                </a:cubicBezTo>
                <a:close/>
                <a:moveTo>
                  <a:pt x="1763922" y="740676"/>
                </a:moveTo>
                <a:lnTo>
                  <a:pt x="1779671" y="740676"/>
                </a:lnTo>
                <a:cubicBezTo>
                  <a:pt x="1780299" y="740676"/>
                  <a:pt x="1781031" y="741147"/>
                  <a:pt x="1781345" y="741672"/>
                </a:cubicBezTo>
                <a:lnTo>
                  <a:pt x="1789193" y="755276"/>
                </a:lnTo>
                <a:cubicBezTo>
                  <a:pt x="1789507" y="755799"/>
                  <a:pt x="1789507" y="756687"/>
                  <a:pt x="1789193" y="757210"/>
                </a:cubicBezTo>
                <a:lnTo>
                  <a:pt x="1781345" y="770813"/>
                </a:lnTo>
                <a:cubicBezTo>
                  <a:pt x="1781031" y="771390"/>
                  <a:pt x="1780299" y="771808"/>
                  <a:pt x="1779671" y="771808"/>
                </a:cubicBezTo>
                <a:lnTo>
                  <a:pt x="1763922" y="771808"/>
                </a:lnTo>
                <a:cubicBezTo>
                  <a:pt x="1763294" y="771808"/>
                  <a:pt x="1762562" y="771337"/>
                  <a:pt x="1762248" y="770813"/>
                </a:cubicBezTo>
                <a:lnTo>
                  <a:pt x="1754399" y="757210"/>
                </a:lnTo>
                <a:cubicBezTo>
                  <a:pt x="1754086" y="756687"/>
                  <a:pt x="1754086" y="755799"/>
                  <a:pt x="1754399" y="755276"/>
                </a:cubicBezTo>
                <a:lnTo>
                  <a:pt x="1762248" y="741672"/>
                </a:lnTo>
                <a:cubicBezTo>
                  <a:pt x="1762562" y="741094"/>
                  <a:pt x="1763294" y="740676"/>
                  <a:pt x="1763922" y="740676"/>
                </a:cubicBezTo>
                <a:close/>
                <a:moveTo>
                  <a:pt x="1019959" y="740622"/>
                </a:moveTo>
                <a:lnTo>
                  <a:pt x="1035760" y="740622"/>
                </a:lnTo>
                <a:cubicBezTo>
                  <a:pt x="1036389" y="740622"/>
                  <a:pt x="1037121" y="741094"/>
                  <a:pt x="1037435" y="741617"/>
                </a:cubicBezTo>
                <a:lnTo>
                  <a:pt x="1045335" y="755273"/>
                </a:lnTo>
                <a:cubicBezTo>
                  <a:pt x="1045649" y="755799"/>
                  <a:pt x="1045649" y="756687"/>
                  <a:pt x="1045335" y="757209"/>
                </a:cubicBezTo>
                <a:lnTo>
                  <a:pt x="1037435" y="770864"/>
                </a:lnTo>
                <a:cubicBezTo>
                  <a:pt x="1037121" y="771441"/>
                  <a:pt x="1036389" y="771860"/>
                  <a:pt x="1035760" y="771860"/>
                </a:cubicBezTo>
                <a:lnTo>
                  <a:pt x="1019959" y="771860"/>
                </a:lnTo>
                <a:cubicBezTo>
                  <a:pt x="1019332" y="771860"/>
                  <a:pt x="1018599" y="771390"/>
                  <a:pt x="1018285" y="770864"/>
                </a:cubicBezTo>
                <a:lnTo>
                  <a:pt x="1010384" y="757209"/>
                </a:lnTo>
                <a:cubicBezTo>
                  <a:pt x="1010071" y="756687"/>
                  <a:pt x="1010071" y="755799"/>
                  <a:pt x="1010384" y="755273"/>
                </a:cubicBezTo>
                <a:lnTo>
                  <a:pt x="1018285" y="741617"/>
                </a:lnTo>
                <a:cubicBezTo>
                  <a:pt x="1018599" y="741042"/>
                  <a:pt x="1019332" y="740622"/>
                  <a:pt x="1019959" y="740622"/>
                </a:cubicBezTo>
                <a:close/>
                <a:moveTo>
                  <a:pt x="1846329" y="740256"/>
                </a:moveTo>
                <a:lnTo>
                  <a:pt x="1862496" y="740256"/>
                </a:lnTo>
                <a:cubicBezTo>
                  <a:pt x="1863124" y="740256"/>
                  <a:pt x="1863909" y="740676"/>
                  <a:pt x="1864223" y="741254"/>
                </a:cubicBezTo>
                <a:lnTo>
                  <a:pt x="1872333" y="755273"/>
                </a:lnTo>
                <a:cubicBezTo>
                  <a:pt x="1872647" y="755799"/>
                  <a:pt x="1872647" y="756687"/>
                  <a:pt x="1872333" y="757263"/>
                </a:cubicBezTo>
                <a:lnTo>
                  <a:pt x="1864223" y="771284"/>
                </a:lnTo>
                <a:cubicBezTo>
                  <a:pt x="1863909" y="771808"/>
                  <a:pt x="1863124" y="772278"/>
                  <a:pt x="1862496" y="772278"/>
                </a:cubicBezTo>
                <a:lnTo>
                  <a:pt x="1846329" y="772278"/>
                </a:lnTo>
                <a:cubicBezTo>
                  <a:pt x="1845701" y="772278"/>
                  <a:pt x="1844916" y="771860"/>
                  <a:pt x="1844602" y="771284"/>
                </a:cubicBezTo>
                <a:lnTo>
                  <a:pt x="1836492" y="757263"/>
                </a:lnTo>
                <a:cubicBezTo>
                  <a:pt x="1836179" y="756739"/>
                  <a:pt x="1836179" y="755851"/>
                  <a:pt x="1836492" y="755273"/>
                </a:cubicBezTo>
                <a:lnTo>
                  <a:pt x="1844602" y="741254"/>
                </a:lnTo>
                <a:cubicBezTo>
                  <a:pt x="1844916" y="740731"/>
                  <a:pt x="1845701" y="740256"/>
                  <a:pt x="1846329" y="740256"/>
                </a:cubicBezTo>
                <a:close/>
                <a:moveTo>
                  <a:pt x="937030" y="740101"/>
                </a:moveTo>
                <a:lnTo>
                  <a:pt x="953406" y="740101"/>
                </a:lnTo>
                <a:cubicBezTo>
                  <a:pt x="954087" y="740101"/>
                  <a:pt x="954872" y="740521"/>
                  <a:pt x="955186" y="741094"/>
                </a:cubicBezTo>
                <a:lnTo>
                  <a:pt x="963400" y="755273"/>
                </a:lnTo>
                <a:cubicBezTo>
                  <a:pt x="963714" y="755851"/>
                  <a:pt x="963714" y="756739"/>
                  <a:pt x="963400" y="757315"/>
                </a:cubicBezTo>
                <a:lnTo>
                  <a:pt x="955186" y="771493"/>
                </a:lnTo>
                <a:cubicBezTo>
                  <a:pt x="954819" y="772018"/>
                  <a:pt x="954034" y="772488"/>
                  <a:pt x="953406" y="772488"/>
                </a:cubicBezTo>
                <a:lnTo>
                  <a:pt x="937030" y="772488"/>
                </a:lnTo>
                <a:cubicBezTo>
                  <a:pt x="936350" y="772488"/>
                  <a:pt x="935565" y="772069"/>
                  <a:pt x="935251" y="771493"/>
                </a:cubicBezTo>
                <a:lnTo>
                  <a:pt x="927036" y="757315"/>
                </a:lnTo>
                <a:cubicBezTo>
                  <a:pt x="926723" y="756739"/>
                  <a:pt x="926723" y="755851"/>
                  <a:pt x="927036" y="755273"/>
                </a:cubicBezTo>
                <a:lnTo>
                  <a:pt x="935251" y="741094"/>
                </a:lnTo>
                <a:cubicBezTo>
                  <a:pt x="935617" y="740573"/>
                  <a:pt x="936402" y="740101"/>
                  <a:pt x="937030" y="740101"/>
                </a:cubicBezTo>
                <a:close/>
                <a:moveTo>
                  <a:pt x="852896" y="737170"/>
                </a:moveTo>
                <a:lnTo>
                  <a:pt x="872203" y="737170"/>
                </a:lnTo>
                <a:cubicBezTo>
                  <a:pt x="872987" y="737170"/>
                  <a:pt x="873929" y="737696"/>
                  <a:pt x="874296" y="738373"/>
                </a:cubicBezTo>
                <a:lnTo>
                  <a:pt x="883975" y="755117"/>
                </a:lnTo>
                <a:cubicBezTo>
                  <a:pt x="884342" y="755799"/>
                  <a:pt x="884342" y="756842"/>
                  <a:pt x="883975" y="757523"/>
                </a:cubicBezTo>
                <a:lnTo>
                  <a:pt x="874296" y="774265"/>
                </a:lnTo>
                <a:cubicBezTo>
                  <a:pt x="873877" y="774944"/>
                  <a:pt x="872987" y="775470"/>
                  <a:pt x="872203" y="775470"/>
                </a:cubicBezTo>
                <a:lnTo>
                  <a:pt x="852896" y="775470"/>
                </a:lnTo>
                <a:cubicBezTo>
                  <a:pt x="852111" y="775470"/>
                  <a:pt x="851169" y="774944"/>
                  <a:pt x="850803" y="774265"/>
                </a:cubicBezTo>
                <a:lnTo>
                  <a:pt x="841124" y="757523"/>
                </a:lnTo>
                <a:cubicBezTo>
                  <a:pt x="840757" y="756842"/>
                  <a:pt x="840757" y="755799"/>
                  <a:pt x="841124" y="755117"/>
                </a:cubicBezTo>
                <a:lnTo>
                  <a:pt x="850803" y="738373"/>
                </a:lnTo>
                <a:cubicBezTo>
                  <a:pt x="851222" y="737696"/>
                  <a:pt x="852111" y="737170"/>
                  <a:pt x="852896" y="737170"/>
                </a:cubicBezTo>
                <a:close/>
                <a:moveTo>
                  <a:pt x="601648" y="730737"/>
                </a:moveTo>
                <a:lnTo>
                  <a:pt x="627442" y="730737"/>
                </a:lnTo>
                <a:cubicBezTo>
                  <a:pt x="628489" y="730737"/>
                  <a:pt x="629692" y="731469"/>
                  <a:pt x="630216" y="732355"/>
                </a:cubicBezTo>
                <a:lnTo>
                  <a:pt x="643139" y="754700"/>
                </a:lnTo>
                <a:cubicBezTo>
                  <a:pt x="643662" y="755590"/>
                  <a:pt x="643662" y="757002"/>
                  <a:pt x="643139" y="757891"/>
                </a:cubicBezTo>
                <a:lnTo>
                  <a:pt x="630216" y="780231"/>
                </a:lnTo>
                <a:cubicBezTo>
                  <a:pt x="629692" y="781121"/>
                  <a:pt x="628437" y="781854"/>
                  <a:pt x="627442" y="781854"/>
                </a:cubicBezTo>
                <a:lnTo>
                  <a:pt x="601648" y="781854"/>
                </a:lnTo>
                <a:cubicBezTo>
                  <a:pt x="600601" y="781854"/>
                  <a:pt x="599398" y="781121"/>
                  <a:pt x="598875" y="780231"/>
                </a:cubicBezTo>
                <a:lnTo>
                  <a:pt x="585951" y="757891"/>
                </a:lnTo>
                <a:cubicBezTo>
                  <a:pt x="585428" y="757002"/>
                  <a:pt x="585428" y="755590"/>
                  <a:pt x="585951" y="754700"/>
                </a:cubicBezTo>
                <a:lnTo>
                  <a:pt x="598875" y="732355"/>
                </a:lnTo>
                <a:cubicBezTo>
                  <a:pt x="599398" y="731469"/>
                  <a:pt x="600654" y="730737"/>
                  <a:pt x="601648" y="730737"/>
                </a:cubicBezTo>
                <a:close/>
                <a:moveTo>
                  <a:pt x="2097264" y="663451"/>
                </a:moveTo>
                <a:lnTo>
                  <a:pt x="2107571" y="663451"/>
                </a:lnTo>
                <a:cubicBezTo>
                  <a:pt x="2107990" y="663451"/>
                  <a:pt x="2108461" y="663711"/>
                  <a:pt x="2108671" y="664078"/>
                </a:cubicBezTo>
                <a:lnTo>
                  <a:pt x="2113798" y="672972"/>
                </a:lnTo>
                <a:cubicBezTo>
                  <a:pt x="2114007" y="673285"/>
                  <a:pt x="2114007" y="673862"/>
                  <a:pt x="2113798" y="674225"/>
                </a:cubicBezTo>
                <a:lnTo>
                  <a:pt x="2108671" y="683124"/>
                </a:lnTo>
                <a:cubicBezTo>
                  <a:pt x="2108461" y="683489"/>
                  <a:pt x="2107990" y="683752"/>
                  <a:pt x="2107571" y="683752"/>
                </a:cubicBezTo>
                <a:lnTo>
                  <a:pt x="2097264" y="683752"/>
                </a:lnTo>
                <a:cubicBezTo>
                  <a:pt x="2096846" y="683752"/>
                  <a:pt x="2096375" y="683489"/>
                  <a:pt x="2096166" y="683124"/>
                </a:cubicBezTo>
                <a:lnTo>
                  <a:pt x="2091038" y="674225"/>
                </a:lnTo>
                <a:cubicBezTo>
                  <a:pt x="2090829" y="673913"/>
                  <a:pt x="2090829" y="673339"/>
                  <a:pt x="2091038" y="672972"/>
                </a:cubicBezTo>
                <a:lnTo>
                  <a:pt x="2096166" y="664078"/>
                </a:lnTo>
                <a:cubicBezTo>
                  <a:pt x="2096375" y="663711"/>
                  <a:pt x="2096846" y="663451"/>
                  <a:pt x="2097264" y="663451"/>
                </a:cubicBezTo>
                <a:close/>
                <a:moveTo>
                  <a:pt x="1683557" y="662612"/>
                </a:moveTo>
                <a:lnTo>
                  <a:pt x="1694701" y="662612"/>
                </a:lnTo>
                <a:cubicBezTo>
                  <a:pt x="1695172" y="662612"/>
                  <a:pt x="1695695" y="662926"/>
                  <a:pt x="1695904" y="663292"/>
                </a:cubicBezTo>
                <a:lnTo>
                  <a:pt x="1701451" y="672920"/>
                </a:lnTo>
                <a:cubicBezTo>
                  <a:pt x="1701660" y="673285"/>
                  <a:pt x="1701660" y="673914"/>
                  <a:pt x="1701451" y="674280"/>
                </a:cubicBezTo>
                <a:lnTo>
                  <a:pt x="1695904" y="683907"/>
                </a:lnTo>
                <a:cubicBezTo>
                  <a:pt x="1695695" y="684273"/>
                  <a:pt x="1695119" y="684590"/>
                  <a:pt x="1694701" y="684590"/>
                </a:cubicBezTo>
                <a:lnTo>
                  <a:pt x="1683557" y="684590"/>
                </a:lnTo>
                <a:cubicBezTo>
                  <a:pt x="1683086" y="684590"/>
                  <a:pt x="1682562" y="684273"/>
                  <a:pt x="1682353" y="683907"/>
                </a:cubicBezTo>
                <a:lnTo>
                  <a:pt x="1676807" y="674280"/>
                </a:lnTo>
                <a:cubicBezTo>
                  <a:pt x="1676598" y="673914"/>
                  <a:pt x="1676598" y="673285"/>
                  <a:pt x="1676807" y="672920"/>
                </a:cubicBezTo>
                <a:lnTo>
                  <a:pt x="1682353" y="663292"/>
                </a:lnTo>
                <a:cubicBezTo>
                  <a:pt x="1682562" y="662926"/>
                  <a:pt x="1683138" y="662612"/>
                  <a:pt x="1683557" y="662612"/>
                </a:cubicBezTo>
                <a:close/>
                <a:moveTo>
                  <a:pt x="1435133" y="661828"/>
                </a:moveTo>
                <a:lnTo>
                  <a:pt x="1447062" y="661828"/>
                </a:lnTo>
                <a:cubicBezTo>
                  <a:pt x="1447533" y="661828"/>
                  <a:pt x="1448056" y="662140"/>
                  <a:pt x="1448318" y="662558"/>
                </a:cubicBezTo>
                <a:lnTo>
                  <a:pt x="1454283" y="672920"/>
                </a:lnTo>
                <a:cubicBezTo>
                  <a:pt x="1454544" y="673339"/>
                  <a:pt x="1454544" y="673967"/>
                  <a:pt x="1454283" y="674385"/>
                </a:cubicBezTo>
                <a:lnTo>
                  <a:pt x="1448318" y="684743"/>
                </a:lnTo>
                <a:cubicBezTo>
                  <a:pt x="1448109" y="685163"/>
                  <a:pt x="1447533" y="685475"/>
                  <a:pt x="1447062" y="685475"/>
                </a:cubicBezTo>
                <a:lnTo>
                  <a:pt x="1435133" y="685475"/>
                </a:lnTo>
                <a:cubicBezTo>
                  <a:pt x="1434662" y="685475"/>
                  <a:pt x="1434138" y="685163"/>
                  <a:pt x="1433877" y="684743"/>
                </a:cubicBezTo>
                <a:lnTo>
                  <a:pt x="1427912" y="674385"/>
                </a:lnTo>
                <a:cubicBezTo>
                  <a:pt x="1427651" y="673967"/>
                  <a:pt x="1427651" y="673339"/>
                  <a:pt x="1427912" y="672920"/>
                </a:cubicBezTo>
                <a:lnTo>
                  <a:pt x="1433877" y="662558"/>
                </a:lnTo>
                <a:cubicBezTo>
                  <a:pt x="1434086" y="662140"/>
                  <a:pt x="1434662" y="661828"/>
                  <a:pt x="1435133" y="661828"/>
                </a:cubicBezTo>
                <a:close/>
                <a:moveTo>
                  <a:pt x="1517330" y="660886"/>
                </a:moveTo>
                <a:lnTo>
                  <a:pt x="1530254" y="660886"/>
                </a:lnTo>
                <a:cubicBezTo>
                  <a:pt x="1530725" y="660886"/>
                  <a:pt x="1531352" y="661251"/>
                  <a:pt x="1531614" y="661669"/>
                </a:cubicBezTo>
                <a:lnTo>
                  <a:pt x="1538049" y="672869"/>
                </a:lnTo>
                <a:cubicBezTo>
                  <a:pt x="1538311" y="673339"/>
                  <a:pt x="1538311" y="674071"/>
                  <a:pt x="1538049" y="674490"/>
                </a:cubicBezTo>
                <a:lnTo>
                  <a:pt x="1531614" y="685684"/>
                </a:lnTo>
                <a:cubicBezTo>
                  <a:pt x="1531405" y="686105"/>
                  <a:pt x="1530777" y="686471"/>
                  <a:pt x="1530254" y="686471"/>
                </a:cubicBezTo>
                <a:lnTo>
                  <a:pt x="1517330" y="686471"/>
                </a:lnTo>
                <a:cubicBezTo>
                  <a:pt x="1516859" y="686471"/>
                  <a:pt x="1516231" y="686105"/>
                  <a:pt x="1515970" y="685684"/>
                </a:cubicBezTo>
                <a:lnTo>
                  <a:pt x="1509534" y="674490"/>
                </a:lnTo>
                <a:cubicBezTo>
                  <a:pt x="1509273" y="674020"/>
                  <a:pt x="1509273" y="673285"/>
                  <a:pt x="1509534" y="672869"/>
                </a:cubicBezTo>
                <a:lnTo>
                  <a:pt x="1515970" y="661669"/>
                </a:lnTo>
                <a:cubicBezTo>
                  <a:pt x="1516179" y="661251"/>
                  <a:pt x="1516807" y="660886"/>
                  <a:pt x="1517330" y="660886"/>
                </a:cubicBezTo>
                <a:close/>
                <a:moveTo>
                  <a:pt x="773001" y="660049"/>
                </a:moveTo>
                <a:lnTo>
                  <a:pt x="786710" y="660049"/>
                </a:lnTo>
                <a:cubicBezTo>
                  <a:pt x="787233" y="660049"/>
                  <a:pt x="787913" y="660416"/>
                  <a:pt x="788175" y="660886"/>
                </a:cubicBezTo>
                <a:lnTo>
                  <a:pt x="795029" y="672764"/>
                </a:lnTo>
                <a:cubicBezTo>
                  <a:pt x="795291" y="673234"/>
                  <a:pt x="795291" y="673967"/>
                  <a:pt x="795029" y="674438"/>
                </a:cubicBezTo>
                <a:lnTo>
                  <a:pt x="788175" y="686314"/>
                </a:lnTo>
                <a:cubicBezTo>
                  <a:pt x="787913" y="686785"/>
                  <a:pt x="787233" y="687153"/>
                  <a:pt x="786710" y="687153"/>
                </a:cubicBezTo>
                <a:lnTo>
                  <a:pt x="773001" y="687153"/>
                </a:lnTo>
                <a:cubicBezTo>
                  <a:pt x="772478" y="687153"/>
                  <a:pt x="771798" y="686785"/>
                  <a:pt x="771536" y="686314"/>
                </a:cubicBezTo>
                <a:lnTo>
                  <a:pt x="764682" y="674438"/>
                </a:lnTo>
                <a:cubicBezTo>
                  <a:pt x="764421" y="673967"/>
                  <a:pt x="764421" y="673234"/>
                  <a:pt x="764682" y="672764"/>
                </a:cubicBezTo>
                <a:lnTo>
                  <a:pt x="771536" y="660886"/>
                </a:lnTo>
                <a:cubicBezTo>
                  <a:pt x="771798" y="660416"/>
                  <a:pt x="772478" y="660049"/>
                  <a:pt x="773001" y="660049"/>
                </a:cubicBezTo>
                <a:close/>
                <a:moveTo>
                  <a:pt x="607717" y="660049"/>
                </a:moveTo>
                <a:lnTo>
                  <a:pt x="621426" y="660049"/>
                </a:lnTo>
                <a:cubicBezTo>
                  <a:pt x="621949" y="660049"/>
                  <a:pt x="622629" y="660416"/>
                  <a:pt x="622891" y="660886"/>
                </a:cubicBezTo>
                <a:lnTo>
                  <a:pt x="629745" y="672764"/>
                </a:lnTo>
                <a:cubicBezTo>
                  <a:pt x="630006" y="673235"/>
                  <a:pt x="630006" y="673967"/>
                  <a:pt x="629745" y="674438"/>
                </a:cubicBezTo>
                <a:lnTo>
                  <a:pt x="622891" y="686314"/>
                </a:lnTo>
                <a:cubicBezTo>
                  <a:pt x="622629" y="686785"/>
                  <a:pt x="621949" y="687153"/>
                  <a:pt x="621426" y="687153"/>
                </a:cubicBezTo>
                <a:lnTo>
                  <a:pt x="607717" y="687153"/>
                </a:lnTo>
                <a:cubicBezTo>
                  <a:pt x="607194" y="687153"/>
                  <a:pt x="606514" y="686785"/>
                  <a:pt x="606252" y="686314"/>
                </a:cubicBezTo>
                <a:lnTo>
                  <a:pt x="599398" y="674438"/>
                </a:lnTo>
                <a:cubicBezTo>
                  <a:pt x="599137" y="673967"/>
                  <a:pt x="599137" y="673235"/>
                  <a:pt x="599398" y="672764"/>
                </a:cubicBezTo>
                <a:lnTo>
                  <a:pt x="606252" y="660886"/>
                </a:lnTo>
                <a:cubicBezTo>
                  <a:pt x="606514" y="660416"/>
                  <a:pt x="607194" y="660049"/>
                  <a:pt x="607717" y="660049"/>
                </a:cubicBezTo>
                <a:close/>
                <a:moveTo>
                  <a:pt x="1764812" y="659892"/>
                </a:moveTo>
                <a:lnTo>
                  <a:pt x="1778729" y="659892"/>
                </a:lnTo>
                <a:cubicBezTo>
                  <a:pt x="1779253" y="659892"/>
                  <a:pt x="1779933" y="660257"/>
                  <a:pt x="1780194" y="660731"/>
                </a:cubicBezTo>
                <a:lnTo>
                  <a:pt x="1787153" y="672764"/>
                </a:lnTo>
                <a:cubicBezTo>
                  <a:pt x="1787415" y="673234"/>
                  <a:pt x="1787415" y="674020"/>
                  <a:pt x="1787153" y="674490"/>
                </a:cubicBezTo>
                <a:lnTo>
                  <a:pt x="1780194" y="686523"/>
                </a:lnTo>
                <a:cubicBezTo>
                  <a:pt x="1779933" y="686994"/>
                  <a:pt x="1779253" y="687361"/>
                  <a:pt x="1778729" y="687361"/>
                </a:cubicBezTo>
                <a:lnTo>
                  <a:pt x="1764812" y="687361"/>
                </a:lnTo>
                <a:cubicBezTo>
                  <a:pt x="1764289" y="687361"/>
                  <a:pt x="1763609" y="686994"/>
                  <a:pt x="1763347" y="686523"/>
                </a:cubicBezTo>
                <a:lnTo>
                  <a:pt x="1756388" y="674490"/>
                </a:lnTo>
                <a:cubicBezTo>
                  <a:pt x="1756127" y="674020"/>
                  <a:pt x="1756127" y="673234"/>
                  <a:pt x="1756388" y="672764"/>
                </a:cubicBezTo>
                <a:lnTo>
                  <a:pt x="1763347" y="660731"/>
                </a:lnTo>
                <a:cubicBezTo>
                  <a:pt x="1763609" y="660257"/>
                  <a:pt x="1764289" y="659892"/>
                  <a:pt x="1764812" y="659892"/>
                </a:cubicBezTo>
                <a:close/>
                <a:moveTo>
                  <a:pt x="1599475" y="659785"/>
                </a:moveTo>
                <a:lnTo>
                  <a:pt x="1613445" y="659785"/>
                </a:lnTo>
                <a:cubicBezTo>
                  <a:pt x="1614021" y="659785"/>
                  <a:pt x="1614701" y="660205"/>
                  <a:pt x="1614963" y="660674"/>
                </a:cubicBezTo>
                <a:lnTo>
                  <a:pt x="1621921" y="672764"/>
                </a:lnTo>
                <a:cubicBezTo>
                  <a:pt x="1622183" y="673234"/>
                  <a:pt x="1622183" y="674020"/>
                  <a:pt x="1621921" y="674488"/>
                </a:cubicBezTo>
                <a:lnTo>
                  <a:pt x="1614963" y="686575"/>
                </a:lnTo>
                <a:cubicBezTo>
                  <a:pt x="1614649" y="687097"/>
                  <a:pt x="1614021" y="687466"/>
                  <a:pt x="1613445" y="687466"/>
                </a:cubicBezTo>
                <a:lnTo>
                  <a:pt x="1599475" y="687466"/>
                </a:lnTo>
                <a:cubicBezTo>
                  <a:pt x="1598900" y="687466"/>
                  <a:pt x="1598220" y="687046"/>
                  <a:pt x="1597958" y="686575"/>
                </a:cubicBezTo>
                <a:lnTo>
                  <a:pt x="1590999" y="674488"/>
                </a:lnTo>
                <a:cubicBezTo>
                  <a:pt x="1590738" y="674020"/>
                  <a:pt x="1590738" y="673234"/>
                  <a:pt x="1590999" y="672764"/>
                </a:cubicBezTo>
                <a:lnTo>
                  <a:pt x="1597958" y="660674"/>
                </a:lnTo>
                <a:cubicBezTo>
                  <a:pt x="1598272" y="660151"/>
                  <a:pt x="1598900" y="659785"/>
                  <a:pt x="1599475" y="659785"/>
                </a:cubicBezTo>
                <a:close/>
                <a:moveTo>
                  <a:pt x="2012660" y="659579"/>
                </a:moveTo>
                <a:lnTo>
                  <a:pt x="2026839" y="659579"/>
                </a:lnTo>
                <a:cubicBezTo>
                  <a:pt x="2027415" y="659579"/>
                  <a:pt x="2028095" y="659997"/>
                  <a:pt x="2028357" y="660465"/>
                </a:cubicBezTo>
                <a:lnTo>
                  <a:pt x="2035420" y="672764"/>
                </a:lnTo>
                <a:cubicBezTo>
                  <a:pt x="2035681" y="673234"/>
                  <a:pt x="2035681" y="674020"/>
                  <a:pt x="2035420" y="674488"/>
                </a:cubicBezTo>
                <a:lnTo>
                  <a:pt x="2028357" y="686732"/>
                </a:lnTo>
                <a:cubicBezTo>
                  <a:pt x="2028095" y="687256"/>
                  <a:pt x="2027415" y="687622"/>
                  <a:pt x="2026839" y="687622"/>
                </a:cubicBezTo>
                <a:lnTo>
                  <a:pt x="2012660" y="687622"/>
                </a:lnTo>
                <a:cubicBezTo>
                  <a:pt x="2012084" y="687622"/>
                  <a:pt x="2011404" y="687204"/>
                  <a:pt x="2011143" y="686732"/>
                </a:cubicBezTo>
                <a:lnTo>
                  <a:pt x="2004079" y="674488"/>
                </a:lnTo>
                <a:cubicBezTo>
                  <a:pt x="2003818" y="674020"/>
                  <a:pt x="2003818" y="673234"/>
                  <a:pt x="2004079" y="672764"/>
                </a:cubicBezTo>
                <a:lnTo>
                  <a:pt x="2011143" y="660465"/>
                </a:lnTo>
                <a:cubicBezTo>
                  <a:pt x="2011404" y="659943"/>
                  <a:pt x="2012084" y="659579"/>
                  <a:pt x="2012660" y="659579"/>
                </a:cubicBezTo>
                <a:close/>
                <a:moveTo>
                  <a:pt x="1268750" y="659579"/>
                </a:moveTo>
                <a:lnTo>
                  <a:pt x="1282929" y="659579"/>
                </a:lnTo>
                <a:cubicBezTo>
                  <a:pt x="1283505" y="659579"/>
                  <a:pt x="1284185" y="659997"/>
                  <a:pt x="1284447" y="660468"/>
                </a:cubicBezTo>
                <a:lnTo>
                  <a:pt x="1291510" y="672764"/>
                </a:lnTo>
                <a:cubicBezTo>
                  <a:pt x="1291772" y="673234"/>
                  <a:pt x="1291772" y="674020"/>
                  <a:pt x="1291510" y="674490"/>
                </a:cubicBezTo>
                <a:lnTo>
                  <a:pt x="1284447" y="686732"/>
                </a:lnTo>
                <a:cubicBezTo>
                  <a:pt x="1284185" y="687256"/>
                  <a:pt x="1283505" y="687622"/>
                  <a:pt x="1282929" y="687622"/>
                </a:cubicBezTo>
                <a:lnTo>
                  <a:pt x="1268750" y="687622"/>
                </a:lnTo>
                <a:cubicBezTo>
                  <a:pt x="1268175" y="687622"/>
                  <a:pt x="1267494" y="687204"/>
                  <a:pt x="1267233" y="686732"/>
                </a:cubicBezTo>
                <a:lnTo>
                  <a:pt x="1260169" y="674490"/>
                </a:lnTo>
                <a:cubicBezTo>
                  <a:pt x="1259908" y="674020"/>
                  <a:pt x="1259908" y="673234"/>
                  <a:pt x="1260169" y="672764"/>
                </a:cubicBezTo>
                <a:lnTo>
                  <a:pt x="1267233" y="660468"/>
                </a:lnTo>
                <a:cubicBezTo>
                  <a:pt x="1267494" y="659943"/>
                  <a:pt x="1268175" y="659579"/>
                  <a:pt x="1268750" y="659579"/>
                </a:cubicBezTo>
                <a:close/>
                <a:moveTo>
                  <a:pt x="690123" y="659579"/>
                </a:moveTo>
                <a:lnTo>
                  <a:pt x="704302" y="659579"/>
                </a:lnTo>
                <a:cubicBezTo>
                  <a:pt x="704878" y="659579"/>
                  <a:pt x="705558" y="659997"/>
                  <a:pt x="705819" y="660468"/>
                </a:cubicBezTo>
                <a:lnTo>
                  <a:pt x="712883" y="672764"/>
                </a:lnTo>
                <a:cubicBezTo>
                  <a:pt x="713145" y="673235"/>
                  <a:pt x="713145" y="674020"/>
                  <a:pt x="712883" y="674490"/>
                </a:cubicBezTo>
                <a:lnTo>
                  <a:pt x="705819" y="686732"/>
                </a:lnTo>
                <a:cubicBezTo>
                  <a:pt x="705558" y="687256"/>
                  <a:pt x="704878" y="687623"/>
                  <a:pt x="704302" y="687623"/>
                </a:cubicBezTo>
                <a:lnTo>
                  <a:pt x="690123" y="687623"/>
                </a:lnTo>
                <a:cubicBezTo>
                  <a:pt x="689547" y="687623"/>
                  <a:pt x="688867" y="687204"/>
                  <a:pt x="688606" y="686732"/>
                </a:cubicBezTo>
                <a:lnTo>
                  <a:pt x="681542" y="674490"/>
                </a:lnTo>
                <a:cubicBezTo>
                  <a:pt x="681281" y="674020"/>
                  <a:pt x="681281" y="673235"/>
                  <a:pt x="681542" y="672764"/>
                </a:cubicBezTo>
                <a:lnTo>
                  <a:pt x="688606" y="660468"/>
                </a:lnTo>
                <a:cubicBezTo>
                  <a:pt x="688867" y="659943"/>
                  <a:pt x="689547" y="659579"/>
                  <a:pt x="690123" y="659579"/>
                </a:cubicBezTo>
                <a:close/>
                <a:moveTo>
                  <a:pt x="1351261" y="659265"/>
                </a:moveTo>
                <a:lnTo>
                  <a:pt x="1365806" y="659265"/>
                </a:lnTo>
                <a:cubicBezTo>
                  <a:pt x="1366381" y="659265"/>
                  <a:pt x="1367114" y="659683"/>
                  <a:pt x="1367375" y="660154"/>
                </a:cubicBezTo>
                <a:lnTo>
                  <a:pt x="1374648" y="672709"/>
                </a:lnTo>
                <a:cubicBezTo>
                  <a:pt x="1374910" y="673182"/>
                  <a:pt x="1374910" y="674020"/>
                  <a:pt x="1374648" y="674490"/>
                </a:cubicBezTo>
                <a:lnTo>
                  <a:pt x="1367375" y="687046"/>
                </a:lnTo>
                <a:cubicBezTo>
                  <a:pt x="1367061" y="687518"/>
                  <a:pt x="1366381" y="687933"/>
                  <a:pt x="1365806" y="687933"/>
                </a:cubicBezTo>
                <a:lnTo>
                  <a:pt x="1351261" y="687933"/>
                </a:lnTo>
                <a:cubicBezTo>
                  <a:pt x="1350685" y="687933"/>
                  <a:pt x="1349953" y="687518"/>
                  <a:pt x="1349691" y="687046"/>
                </a:cubicBezTo>
                <a:lnTo>
                  <a:pt x="1342418" y="674490"/>
                </a:lnTo>
                <a:cubicBezTo>
                  <a:pt x="1342157" y="674020"/>
                  <a:pt x="1342157" y="673182"/>
                  <a:pt x="1342418" y="672709"/>
                </a:cubicBezTo>
                <a:lnTo>
                  <a:pt x="1349691" y="660154"/>
                </a:lnTo>
                <a:cubicBezTo>
                  <a:pt x="1350005" y="659683"/>
                  <a:pt x="1350685" y="659265"/>
                  <a:pt x="1351261" y="659265"/>
                </a:cubicBezTo>
                <a:close/>
                <a:moveTo>
                  <a:pt x="1103151" y="659107"/>
                </a:moveTo>
                <a:lnTo>
                  <a:pt x="1117801" y="659107"/>
                </a:lnTo>
                <a:cubicBezTo>
                  <a:pt x="1118377" y="659107"/>
                  <a:pt x="1119057" y="659473"/>
                  <a:pt x="1119371" y="659997"/>
                </a:cubicBezTo>
                <a:lnTo>
                  <a:pt x="1126696" y="672709"/>
                </a:lnTo>
                <a:cubicBezTo>
                  <a:pt x="1127010" y="673234"/>
                  <a:pt x="1127010" y="674020"/>
                  <a:pt x="1126696" y="674544"/>
                </a:cubicBezTo>
                <a:lnTo>
                  <a:pt x="1119371" y="687256"/>
                </a:lnTo>
                <a:cubicBezTo>
                  <a:pt x="1119109" y="687727"/>
                  <a:pt x="1118377" y="688146"/>
                  <a:pt x="1117801" y="688146"/>
                </a:cubicBezTo>
                <a:lnTo>
                  <a:pt x="1103151" y="688146"/>
                </a:lnTo>
                <a:cubicBezTo>
                  <a:pt x="1102575" y="688146"/>
                  <a:pt x="1101895" y="687780"/>
                  <a:pt x="1101581" y="687256"/>
                </a:cubicBezTo>
                <a:lnTo>
                  <a:pt x="1094256" y="674544"/>
                </a:lnTo>
                <a:cubicBezTo>
                  <a:pt x="1093943" y="674020"/>
                  <a:pt x="1093943" y="673234"/>
                  <a:pt x="1094256" y="672709"/>
                </a:cubicBezTo>
                <a:lnTo>
                  <a:pt x="1101581" y="659997"/>
                </a:lnTo>
                <a:cubicBezTo>
                  <a:pt x="1101843" y="659526"/>
                  <a:pt x="1102575" y="659107"/>
                  <a:pt x="1103151" y="659107"/>
                </a:cubicBezTo>
                <a:close/>
                <a:moveTo>
                  <a:pt x="854937" y="658583"/>
                </a:moveTo>
                <a:lnTo>
                  <a:pt x="870110" y="658583"/>
                </a:lnTo>
                <a:cubicBezTo>
                  <a:pt x="870686" y="658583"/>
                  <a:pt x="871418" y="659002"/>
                  <a:pt x="871732" y="659526"/>
                </a:cubicBezTo>
                <a:lnTo>
                  <a:pt x="879319" y="672657"/>
                </a:lnTo>
                <a:cubicBezTo>
                  <a:pt x="879633" y="673182"/>
                  <a:pt x="879633" y="674020"/>
                  <a:pt x="879319" y="674544"/>
                </a:cubicBezTo>
                <a:lnTo>
                  <a:pt x="871732" y="687674"/>
                </a:lnTo>
                <a:cubicBezTo>
                  <a:pt x="871418" y="688199"/>
                  <a:pt x="870686" y="688617"/>
                  <a:pt x="870110" y="688617"/>
                </a:cubicBezTo>
                <a:lnTo>
                  <a:pt x="854937" y="688617"/>
                </a:lnTo>
                <a:cubicBezTo>
                  <a:pt x="854361" y="688617"/>
                  <a:pt x="853629" y="688199"/>
                  <a:pt x="853315" y="687674"/>
                </a:cubicBezTo>
                <a:lnTo>
                  <a:pt x="845728" y="674544"/>
                </a:lnTo>
                <a:cubicBezTo>
                  <a:pt x="845415" y="674020"/>
                  <a:pt x="845415" y="673182"/>
                  <a:pt x="845728" y="672657"/>
                </a:cubicBezTo>
                <a:lnTo>
                  <a:pt x="853315" y="659526"/>
                </a:lnTo>
                <a:cubicBezTo>
                  <a:pt x="853629" y="659002"/>
                  <a:pt x="854361" y="658583"/>
                  <a:pt x="854937" y="658583"/>
                </a:cubicBezTo>
                <a:close/>
                <a:moveTo>
                  <a:pt x="1929416" y="658531"/>
                </a:moveTo>
                <a:lnTo>
                  <a:pt x="1944694" y="658531"/>
                </a:lnTo>
                <a:cubicBezTo>
                  <a:pt x="1945270" y="658531"/>
                  <a:pt x="1946002" y="658949"/>
                  <a:pt x="1946316" y="659473"/>
                </a:cubicBezTo>
                <a:lnTo>
                  <a:pt x="1953955" y="672709"/>
                </a:lnTo>
                <a:cubicBezTo>
                  <a:pt x="1954269" y="673234"/>
                  <a:pt x="1954269" y="674071"/>
                  <a:pt x="1953955" y="674595"/>
                </a:cubicBezTo>
                <a:lnTo>
                  <a:pt x="1946316" y="687831"/>
                </a:lnTo>
                <a:cubicBezTo>
                  <a:pt x="1946055" y="688353"/>
                  <a:pt x="1945322" y="688771"/>
                  <a:pt x="1944694" y="688771"/>
                </a:cubicBezTo>
                <a:lnTo>
                  <a:pt x="1929416" y="688771"/>
                </a:lnTo>
                <a:cubicBezTo>
                  <a:pt x="1928841" y="688771"/>
                  <a:pt x="1928108" y="688353"/>
                  <a:pt x="1927795" y="687831"/>
                </a:cubicBezTo>
                <a:lnTo>
                  <a:pt x="1920155" y="674595"/>
                </a:lnTo>
                <a:cubicBezTo>
                  <a:pt x="1919842" y="674071"/>
                  <a:pt x="1919842" y="673234"/>
                  <a:pt x="1920155" y="672709"/>
                </a:cubicBezTo>
                <a:lnTo>
                  <a:pt x="1927795" y="659473"/>
                </a:lnTo>
                <a:cubicBezTo>
                  <a:pt x="1928056" y="658949"/>
                  <a:pt x="1928789" y="658531"/>
                  <a:pt x="1929416" y="658531"/>
                </a:cubicBezTo>
                <a:close/>
                <a:moveTo>
                  <a:pt x="1185454" y="658427"/>
                </a:moveTo>
                <a:lnTo>
                  <a:pt x="1200836" y="658427"/>
                </a:lnTo>
                <a:cubicBezTo>
                  <a:pt x="1201412" y="658427"/>
                  <a:pt x="1202145" y="658845"/>
                  <a:pt x="1202458" y="659368"/>
                </a:cubicBezTo>
                <a:lnTo>
                  <a:pt x="1210150" y="672709"/>
                </a:lnTo>
                <a:cubicBezTo>
                  <a:pt x="1210463" y="673234"/>
                  <a:pt x="1210463" y="674071"/>
                  <a:pt x="1210150" y="674595"/>
                </a:cubicBezTo>
                <a:lnTo>
                  <a:pt x="1202458" y="687933"/>
                </a:lnTo>
                <a:cubicBezTo>
                  <a:pt x="1202197" y="688460"/>
                  <a:pt x="1201464" y="688876"/>
                  <a:pt x="1200836" y="688876"/>
                </a:cubicBezTo>
                <a:lnTo>
                  <a:pt x="1185454" y="688876"/>
                </a:lnTo>
                <a:cubicBezTo>
                  <a:pt x="1184878" y="688876"/>
                  <a:pt x="1184146" y="688460"/>
                  <a:pt x="1183832" y="687933"/>
                </a:cubicBezTo>
                <a:lnTo>
                  <a:pt x="1176140" y="674595"/>
                </a:lnTo>
                <a:cubicBezTo>
                  <a:pt x="1175827" y="674071"/>
                  <a:pt x="1175827" y="673234"/>
                  <a:pt x="1176140" y="672709"/>
                </a:cubicBezTo>
                <a:lnTo>
                  <a:pt x="1183832" y="659368"/>
                </a:lnTo>
                <a:cubicBezTo>
                  <a:pt x="1184093" y="658845"/>
                  <a:pt x="1184826" y="658427"/>
                  <a:pt x="1185454" y="658427"/>
                </a:cubicBezTo>
                <a:close/>
                <a:moveTo>
                  <a:pt x="1020065" y="658164"/>
                </a:moveTo>
                <a:lnTo>
                  <a:pt x="1035709" y="658164"/>
                </a:lnTo>
                <a:cubicBezTo>
                  <a:pt x="1036337" y="658164"/>
                  <a:pt x="1037069" y="658583"/>
                  <a:pt x="1037383" y="659107"/>
                </a:cubicBezTo>
                <a:lnTo>
                  <a:pt x="1045179" y="672657"/>
                </a:lnTo>
                <a:cubicBezTo>
                  <a:pt x="1045493" y="673181"/>
                  <a:pt x="1045493" y="674071"/>
                  <a:pt x="1045179" y="674595"/>
                </a:cubicBezTo>
                <a:lnTo>
                  <a:pt x="1037383" y="688146"/>
                </a:lnTo>
                <a:cubicBezTo>
                  <a:pt x="1037069" y="688669"/>
                  <a:pt x="1036337" y="689086"/>
                  <a:pt x="1035709" y="689086"/>
                </a:cubicBezTo>
                <a:lnTo>
                  <a:pt x="1020065" y="689086"/>
                </a:lnTo>
                <a:cubicBezTo>
                  <a:pt x="1019437" y="689086"/>
                  <a:pt x="1018705" y="688669"/>
                  <a:pt x="1018391" y="688146"/>
                </a:cubicBezTo>
                <a:lnTo>
                  <a:pt x="1010594" y="674595"/>
                </a:lnTo>
                <a:cubicBezTo>
                  <a:pt x="1010281" y="674071"/>
                  <a:pt x="1010281" y="673181"/>
                  <a:pt x="1010594" y="672657"/>
                </a:cubicBezTo>
                <a:lnTo>
                  <a:pt x="1018391" y="659107"/>
                </a:lnTo>
                <a:cubicBezTo>
                  <a:pt x="1018705" y="658583"/>
                  <a:pt x="1019437" y="658164"/>
                  <a:pt x="1020065" y="658164"/>
                </a:cubicBezTo>
                <a:close/>
                <a:moveTo>
                  <a:pt x="1846538" y="658006"/>
                </a:moveTo>
                <a:lnTo>
                  <a:pt x="1862340" y="658006"/>
                </a:lnTo>
                <a:cubicBezTo>
                  <a:pt x="1862968" y="658006"/>
                  <a:pt x="1863700" y="658478"/>
                  <a:pt x="1864014" y="659002"/>
                </a:cubicBezTo>
                <a:lnTo>
                  <a:pt x="1871915" y="672657"/>
                </a:lnTo>
                <a:cubicBezTo>
                  <a:pt x="1872229" y="673181"/>
                  <a:pt x="1872229" y="674071"/>
                  <a:pt x="1871915" y="674594"/>
                </a:cubicBezTo>
                <a:lnTo>
                  <a:pt x="1864014" y="688251"/>
                </a:lnTo>
                <a:cubicBezTo>
                  <a:pt x="1863700" y="688823"/>
                  <a:pt x="1862968" y="689242"/>
                  <a:pt x="1862340" y="689242"/>
                </a:cubicBezTo>
                <a:lnTo>
                  <a:pt x="1846538" y="689242"/>
                </a:lnTo>
                <a:cubicBezTo>
                  <a:pt x="1845911" y="689242"/>
                  <a:pt x="1845178" y="688771"/>
                  <a:pt x="1844864" y="688251"/>
                </a:cubicBezTo>
                <a:lnTo>
                  <a:pt x="1836963" y="674594"/>
                </a:lnTo>
                <a:cubicBezTo>
                  <a:pt x="1836650" y="674071"/>
                  <a:pt x="1836650" y="673181"/>
                  <a:pt x="1836963" y="672657"/>
                </a:cubicBezTo>
                <a:lnTo>
                  <a:pt x="1844864" y="659002"/>
                </a:lnTo>
                <a:cubicBezTo>
                  <a:pt x="1845178" y="658427"/>
                  <a:pt x="1845911" y="658006"/>
                  <a:pt x="1846538" y="658006"/>
                </a:cubicBezTo>
                <a:close/>
                <a:moveTo>
                  <a:pt x="937239" y="657799"/>
                </a:moveTo>
                <a:lnTo>
                  <a:pt x="953198" y="657799"/>
                </a:lnTo>
                <a:cubicBezTo>
                  <a:pt x="953825" y="657799"/>
                  <a:pt x="954610" y="658268"/>
                  <a:pt x="954924" y="658793"/>
                </a:cubicBezTo>
                <a:lnTo>
                  <a:pt x="962929" y="672657"/>
                </a:lnTo>
                <a:cubicBezTo>
                  <a:pt x="963243" y="673234"/>
                  <a:pt x="963243" y="674125"/>
                  <a:pt x="962929" y="674644"/>
                </a:cubicBezTo>
                <a:lnTo>
                  <a:pt x="954924" y="688514"/>
                </a:lnTo>
                <a:cubicBezTo>
                  <a:pt x="954610" y="689086"/>
                  <a:pt x="953825" y="689504"/>
                  <a:pt x="953198" y="689504"/>
                </a:cubicBezTo>
                <a:lnTo>
                  <a:pt x="937239" y="689504"/>
                </a:lnTo>
                <a:cubicBezTo>
                  <a:pt x="936612" y="689504"/>
                  <a:pt x="935827" y="689037"/>
                  <a:pt x="935513" y="688514"/>
                </a:cubicBezTo>
                <a:lnTo>
                  <a:pt x="927508" y="674644"/>
                </a:lnTo>
                <a:cubicBezTo>
                  <a:pt x="927193" y="674071"/>
                  <a:pt x="927193" y="673182"/>
                  <a:pt x="927508" y="672657"/>
                </a:cubicBezTo>
                <a:lnTo>
                  <a:pt x="935513" y="658793"/>
                </a:lnTo>
                <a:cubicBezTo>
                  <a:pt x="935827" y="658217"/>
                  <a:pt x="936612" y="657799"/>
                  <a:pt x="937239" y="657799"/>
                </a:cubicBezTo>
                <a:close/>
                <a:moveTo>
                  <a:pt x="2102339" y="590877"/>
                </a:moveTo>
                <a:lnTo>
                  <a:pt x="2102444" y="590877"/>
                </a:lnTo>
                <a:cubicBezTo>
                  <a:pt x="2102444" y="590877"/>
                  <a:pt x="2102496" y="590877"/>
                  <a:pt x="2102496" y="590877"/>
                </a:cubicBezTo>
                <a:lnTo>
                  <a:pt x="2102496" y="590982"/>
                </a:lnTo>
                <a:lnTo>
                  <a:pt x="2102496" y="591087"/>
                </a:lnTo>
                <a:lnTo>
                  <a:pt x="2102391" y="591087"/>
                </a:lnTo>
                <a:cubicBezTo>
                  <a:pt x="2102391" y="591087"/>
                  <a:pt x="2102339" y="591087"/>
                  <a:pt x="2102339" y="591087"/>
                </a:cubicBezTo>
                <a:lnTo>
                  <a:pt x="2102339" y="590982"/>
                </a:lnTo>
                <a:close/>
                <a:moveTo>
                  <a:pt x="2350292" y="590825"/>
                </a:moveTo>
                <a:lnTo>
                  <a:pt x="2350449" y="590825"/>
                </a:lnTo>
                <a:cubicBezTo>
                  <a:pt x="2350449" y="590825"/>
                  <a:pt x="2350554" y="590825"/>
                  <a:pt x="2350554" y="590825"/>
                </a:cubicBezTo>
                <a:lnTo>
                  <a:pt x="2350554" y="590982"/>
                </a:lnTo>
                <a:cubicBezTo>
                  <a:pt x="2350606" y="590982"/>
                  <a:pt x="2350502" y="590982"/>
                  <a:pt x="2350502" y="590982"/>
                </a:cubicBezTo>
                <a:lnTo>
                  <a:pt x="2350502" y="591138"/>
                </a:lnTo>
                <a:lnTo>
                  <a:pt x="2350344" y="591138"/>
                </a:lnTo>
                <a:cubicBezTo>
                  <a:pt x="2350344" y="591138"/>
                  <a:pt x="2350240" y="591138"/>
                  <a:pt x="2350240" y="591138"/>
                </a:cubicBezTo>
                <a:lnTo>
                  <a:pt x="2350240" y="590982"/>
                </a:lnTo>
                <a:cubicBezTo>
                  <a:pt x="2350187" y="590982"/>
                  <a:pt x="2350292" y="590982"/>
                  <a:pt x="2350292" y="590982"/>
                </a:cubicBezTo>
                <a:close/>
                <a:moveTo>
                  <a:pt x="2267624" y="590825"/>
                </a:moveTo>
                <a:lnTo>
                  <a:pt x="2267781" y="590825"/>
                </a:lnTo>
                <a:cubicBezTo>
                  <a:pt x="2267781" y="590825"/>
                  <a:pt x="2267885" y="590825"/>
                  <a:pt x="2267885" y="590825"/>
                </a:cubicBezTo>
                <a:lnTo>
                  <a:pt x="2267885" y="590982"/>
                </a:lnTo>
                <a:cubicBezTo>
                  <a:pt x="2267938" y="590982"/>
                  <a:pt x="2267833" y="590982"/>
                  <a:pt x="2267833" y="590982"/>
                </a:cubicBezTo>
                <a:lnTo>
                  <a:pt x="2267833" y="591138"/>
                </a:lnTo>
                <a:lnTo>
                  <a:pt x="2267676" y="591138"/>
                </a:lnTo>
                <a:cubicBezTo>
                  <a:pt x="2267676" y="591138"/>
                  <a:pt x="2267572" y="591138"/>
                  <a:pt x="2267572" y="591138"/>
                </a:cubicBezTo>
                <a:lnTo>
                  <a:pt x="2267572" y="590982"/>
                </a:lnTo>
                <a:cubicBezTo>
                  <a:pt x="2267519" y="590982"/>
                  <a:pt x="2267624" y="590982"/>
                  <a:pt x="2267624" y="590982"/>
                </a:cubicBezTo>
                <a:close/>
                <a:moveTo>
                  <a:pt x="1601359" y="580884"/>
                </a:moveTo>
                <a:lnTo>
                  <a:pt x="1611562" y="580884"/>
                </a:lnTo>
                <a:cubicBezTo>
                  <a:pt x="1611980" y="580884"/>
                  <a:pt x="1612451" y="581146"/>
                  <a:pt x="1612660" y="581513"/>
                </a:cubicBezTo>
                <a:lnTo>
                  <a:pt x="1617736" y="590354"/>
                </a:lnTo>
                <a:cubicBezTo>
                  <a:pt x="1617945" y="590722"/>
                  <a:pt x="1617945" y="591244"/>
                  <a:pt x="1617736" y="591610"/>
                </a:cubicBezTo>
                <a:lnTo>
                  <a:pt x="1612660" y="600453"/>
                </a:lnTo>
                <a:cubicBezTo>
                  <a:pt x="1612451" y="600819"/>
                  <a:pt x="1611980" y="601080"/>
                  <a:pt x="1611562" y="601080"/>
                </a:cubicBezTo>
                <a:lnTo>
                  <a:pt x="1601359" y="601080"/>
                </a:lnTo>
                <a:cubicBezTo>
                  <a:pt x="1600940" y="601080"/>
                  <a:pt x="1600470" y="600819"/>
                  <a:pt x="1600260" y="600453"/>
                </a:cubicBezTo>
                <a:lnTo>
                  <a:pt x="1595185" y="591610"/>
                </a:lnTo>
                <a:cubicBezTo>
                  <a:pt x="1594976" y="591244"/>
                  <a:pt x="1594976" y="590722"/>
                  <a:pt x="1595185" y="590354"/>
                </a:cubicBezTo>
                <a:lnTo>
                  <a:pt x="1600260" y="581513"/>
                </a:lnTo>
                <a:cubicBezTo>
                  <a:pt x="1600470" y="581146"/>
                  <a:pt x="1600940" y="580884"/>
                  <a:pt x="1601359" y="580884"/>
                </a:cubicBezTo>
                <a:close/>
                <a:moveTo>
                  <a:pt x="1683871" y="580570"/>
                </a:moveTo>
                <a:lnTo>
                  <a:pt x="1694387" y="580570"/>
                </a:lnTo>
                <a:cubicBezTo>
                  <a:pt x="1694806" y="580570"/>
                  <a:pt x="1695329" y="580831"/>
                  <a:pt x="1695538" y="581197"/>
                </a:cubicBezTo>
                <a:lnTo>
                  <a:pt x="1700823" y="590303"/>
                </a:lnTo>
                <a:cubicBezTo>
                  <a:pt x="1701032" y="590668"/>
                  <a:pt x="1701032" y="591244"/>
                  <a:pt x="1700823" y="591610"/>
                </a:cubicBezTo>
                <a:lnTo>
                  <a:pt x="1695538" y="600714"/>
                </a:lnTo>
                <a:cubicBezTo>
                  <a:pt x="1695329" y="601028"/>
                  <a:pt x="1694806" y="601344"/>
                  <a:pt x="1694387" y="601344"/>
                </a:cubicBezTo>
                <a:lnTo>
                  <a:pt x="1683871" y="601344"/>
                </a:lnTo>
                <a:cubicBezTo>
                  <a:pt x="1683452" y="601344"/>
                  <a:pt x="1682929" y="601080"/>
                  <a:pt x="1682719" y="600714"/>
                </a:cubicBezTo>
                <a:lnTo>
                  <a:pt x="1677435" y="591610"/>
                </a:lnTo>
                <a:cubicBezTo>
                  <a:pt x="1677226" y="591244"/>
                  <a:pt x="1677226" y="590668"/>
                  <a:pt x="1677435" y="590303"/>
                </a:cubicBezTo>
                <a:lnTo>
                  <a:pt x="1682719" y="581197"/>
                </a:lnTo>
                <a:cubicBezTo>
                  <a:pt x="1682929" y="580884"/>
                  <a:pt x="1683452" y="580570"/>
                  <a:pt x="1683871" y="580570"/>
                </a:cubicBezTo>
                <a:close/>
                <a:moveTo>
                  <a:pt x="773420" y="578217"/>
                </a:moveTo>
                <a:lnTo>
                  <a:pt x="786344" y="578217"/>
                </a:lnTo>
                <a:cubicBezTo>
                  <a:pt x="786815" y="578217"/>
                  <a:pt x="787442" y="578583"/>
                  <a:pt x="787704" y="579003"/>
                </a:cubicBezTo>
                <a:lnTo>
                  <a:pt x="794139" y="590198"/>
                </a:lnTo>
                <a:cubicBezTo>
                  <a:pt x="794401" y="590671"/>
                  <a:pt x="794401" y="591403"/>
                  <a:pt x="794139" y="591821"/>
                </a:cubicBezTo>
                <a:lnTo>
                  <a:pt x="787704" y="603017"/>
                </a:lnTo>
                <a:cubicBezTo>
                  <a:pt x="787495" y="603437"/>
                  <a:pt x="786867" y="603801"/>
                  <a:pt x="786344" y="603801"/>
                </a:cubicBezTo>
                <a:lnTo>
                  <a:pt x="773420" y="603801"/>
                </a:lnTo>
                <a:cubicBezTo>
                  <a:pt x="772949" y="603801"/>
                  <a:pt x="772321" y="603437"/>
                  <a:pt x="772060" y="603017"/>
                </a:cubicBezTo>
                <a:lnTo>
                  <a:pt x="765624" y="591821"/>
                </a:lnTo>
                <a:cubicBezTo>
                  <a:pt x="765363" y="591352"/>
                  <a:pt x="765363" y="590617"/>
                  <a:pt x="765624" y="590198"/>
                </a:cubicBezTo>
                <a:lnTo>
                  <a:pt x="772060" y="579003"/>
                </a:lnTo>
                <a:cubicBezTo>
                  <a:pt x="772269" y="578583"/>
                  <a:pt x="772897" y="578217"/>
                  <a:pt x="773420" y="578217"/>
                </a:cubicBezTo>
                <a:close/>
                <a:moveTo>
                  <a:pt x="1765073" y="577693"/>
                </a:moveTo>
                <a:lnTo>
                  <a:pt x="1778467" y="577693"/>
                </a:lnTo>
                <a:cubicBezTo>
                  <a:pt x="1778991" y="577693"/>
                  <a:pt x="1779619" y="578060"/>
                  <a:pt x="1779880" y="578531"/>
                </a:cubicBezTo>
                <a:lnTo>
                  <a:pt x="1786577" y="590148"/>
                </a:lnTo>
                <a:cubicBezTo>
                  <a:pt x="1786839" y="590617"/>
                  <a:pt x="1786839" y="591350"/>
                  <a:pt x="1786577" y="591821"/>
                </a:cubicBezTo>
                <a:lnTo>
                  <a:pt x="1779880" y="603437"/>
                </a:lnTo>
                <a:cubicBezTo>
                  <a:pt x="1779619" y="603907"/>
                  <a:pt x="1778991" y="604272"/>
                  <a:pt x="1778467" y="604272"/>
                </a:cubicBezTo>
                <a:lnTo>
                  <a:pt x="1765073" y="604272"/>
                </a:lnTo>
                <a:cubicBezTo>
                  <a:pt x="1764550" y="604272"/>
                  <a:pt x="1763922" y="603907"/>
                  <a:pt x="1763660" y="603437"/>
                </a:cubicBezTo>
                <a:lnTo>
                  <a:pt x="1756963" y="591821"/>
                </a:lnTo>
                <a:cubicBezTo>
                  <a:pt x="1756702" y="591350"/>
                  <a:pt x="1756702" y="590617"/>
                  <a:pt x="1756963" y="590148"/>
                </a:cubicBezTo>
                <a:lnTo>
                  <a:pt x="1763660" y="578531"/>
                </a:lnTo>
                <a:cubicBezTo>
                  <a:pt x="1763922" y="578060"/>
                  <a:pt x="1764550" y="577693"/>
                  <a:pt x="1765073" y="577693"/>
                </a:cubicBezTo>
                <a:close/>
                <a:moveTo>
                  <a:pt x="2012869" y="577431"/>
                </a:moveTo>
                <a:lnTo>
                  <a:pt x="2026578" y="577431"/>
                </a:lnTo>
                <a:cubicBezTo>
                  <a:pt x="2027101" y="577431"/>
                  <a:pt x="2027781" y="577798"/>
                  <a:pt x="2028043" y="578268"/>
                </a:cubicBezTo>
                <a:lnTo>
                  <a:pt x="2034897" y="590146"/>
                </a:lnTo>
                <a:cubicBezTo>
                  <a:pt x="2035158" y="590617"/>
                  <a:pt x="2035158" y="591350"/>
                  <a:pt x="2034897" y="591821"/>
                </a:cubicBezTo>
                <a:lnTo>
                  <a:pt x="2028043" y="603698"/>
                </a:lnTo>
                <a:cubicBezTo>
                  <a:pt x="2027781" y="604167"/>
                  <a:pt x="2027101" y="604534"/>
                  <a:pt x="2026578" y="604534"/>
                </a:cubicBezTo>
                <a:lnTo>
                  <a:pt x="2012869" y="604534"/>
                </a:lnTo>
                <a:cubicBezTo>
                  <a:pt x="2012346" y="604534"/>
                  <a:pt x="2011666" y="604167"/>
                  <a:pt x="2011404" y="603698"/>
                </a:cubicBezTo>
                <a:lnTo>
                  <a:pt x="2004550" y="591821"/>
                </a:lnTo>
                <a:cubicBezTo>
                  <a:pt x="2004289" y="591350"/>
                  <a:pt x="2004289" y="590617"/>
                  <a:pt x="2004550" y="590146"/>
                </a:cubicBezTo>
                <a:lnTo>
                  <a:pt x="2011404" y="578268"/>
                </a:lnTo>
                <a:cubicBezTo>
                  <a:pt x="2011666" y="577798"/>
                  <a:pt x="2012346" y="577431"/>
                  <a:pt x="2012869" y="577431"/>
                </a:cubicBezTo>
                <a:close/>
                <a:moveTo>
                  <a:pt x="855460" y="576909"/>
                </a:moveTo>
                <a:lnTo>
                  <a:pt x="869639" y="576909"/>
                </a:lnTo>
                <a:cubicBezTo>
                  <a:pt x="870215" y="576909"/>
                  <a:pt x="870895" y="577327"/>
                  <a:pt x="871157" y="577798"/>
                </a:cubicBezTo>
                <a:lnTo>
                  <a:pt x="878220" y="590094"/>
                </a:lnTo>
                <a:cubicBezTo>
                  <a:pt x="878481" y="590564"/>
                  <a:pt x="878481" y="591350"/>
                  <a:pt x="878220" y="591821"/>
                </a:cubicBezTo>
                <a:lnTo>
                  <a:pt x="871157" y="604115"/>
                </a:lnTo>
                <a:cubicBezTo>
                  <a:pt x="870895" y="604639"/>
                  <a:pt x="870215" y="605005"/>
                  <a:pt x="869639" y="605005"/>
                </a:cubicBezTo>
                <a:lnTo>
                  <a:pt x="855460" y="605005"/>
                </a:lnTo>
                <a:cubicBezTo>
                  <a:pt x="854885" y="605005"/>
                  <a:pt x="854204" y="604587"/>
                  <a:pt x="853942" y="604115"/>
                </a:cubicBezTo>
                <a:lnTo>
                  <a:pt x="846879" y="591821"/>
                </a:lnTo>
                <a:cubicBezTo>
                  <a:pt x="846618" y="591350"/>
                  <a:pt x="846618" y="590564"/>
                  <a:pt x="846879" y="590094"/>
                </a:cubicBezTo>
                <a:lnTo>
                  <a:pt x="853942" y="577798"/>
                </a:lnTo>
                <a:cubicBezTo>
                  <a:pt x="854204" y="577275"/>
                  <a:pt x="854885" y="576909"/>
                  <a:pt x="855460" y="576909"/>
                </a:cubicBezTo>
                <a:close/>
                <a:moveTo>
                  <a:pt x="1020430" y="576385"/>
                </a:moveTo>
                <a:lnTo>
                  <a:pt x="1035185" y="576385"/>
                </a:lnTo>
                <a:cubicBezTo>
                  <a:pt x="1035760" y="576385"/>
                  <a:pt x="1036441" y="576752"/>
                  <a:pt x="1036755" y="577274"/>
                </a:cubicBezTo>
                <a:lnTo>
                  <a:pt x="1044132" y="590093"/>
                </a:lnTo>
                <a:cubicBezTo>
                  <a:pt x="1044446" y="590617"/>
                  <a:pt x="1044446" y="591401"/>
                  <a:pt x="1044132" y="591924"/>
                </a:cubicBezTo>
                <a:lnTo>
                  <a:pt x="1036755" y="604742"/>
                </a:lnTo>
                <a:cubicBezTo>
                  <a:pt x="1036493" y="605213"/>
                  <a:pt x="1035760" y="605632"/>
                  <a:pt x="1035185" y="605632"/>
                </a:cubicBezTo>
                <a:lnTo>
                  <a:pt x="1020430" y="605632"/>
                </a:lnTo>
                <a:cubicBezTo>
                  <a:pt x="1019855" y="605632"/>
                  <a:pt x="1019175" y="605266"/>
                  <a:pt x="1018861" y="604742"/>
                </a:cubicBezTo>
                <a:lnTo>
                  <a:pt x="1011483" y="591924"/>
                </a:lnTo>
                <a:cubicBezTo>
                  <a:pt x="1011170" y="591401"/>
                  <a:pt x="1011170" y="590617"/>
                  <a:pt x="1011483" y="590093"/>
                </a:cubicBezTo>
                <a:lnTo>
                  <a:pt x="1018861" y="577274"/>
                </a:lnTo>
                <a:cubicBezTo>
                  <a:pt x="1019122" y="576803"/>
                  <a:pt x="1019855" y="576385"/>
                  <a:pt x="1020430" y="576385"/>
                </a:cubicBezTo>
                <a:close/>
                <a:moveTo>
                  <a:pt x="937763" y="576281"/>
                </a:moveTo>
                <a:lnTo>
                  <a:pt x="952570" y="576281"/>
                </a:lnTo>
                <a:cubicBezTo>
                  <a:pt x="953145" y="576281"/>
                  <a:pt x="953825" y="576700"/>
                  <a:pt x="954139" y="577223"/>
                </a:cubicBezTo>
                <a:lnTo>
                  <a:pt x="961569" y="590043"/>
                </a:lnTo>
                <a:cubicBezTo>
                  <a:pt x="961883" y="590564"/>
                  <a:pt x="961883" y="591350"/>
                  <a:pt x="961569" y="591873"/>
                </a:cubicBezTo>
                <a:lnTo>
                  <a:pt x="954139" y="604692"/>
                </a:lnTo>
                <a:cubicBezTo>
                  <a:pt x="953878" y="605215"/>
                  <a:pt x="953145" y="605632"/>
                  <a:pt x="952570" y="605632"/>
                </a:cubicBezTo>
                <a:lnTo>
                  <a:pt x="937763" y="605632"/>
                </a:lnTo>
                <a:cubicBezTo>
                  <a:pt x="937187" y="605632"/>
                  <a:pt x="936507" y="605215"/>
                  <a:pt x="936193" y="604692"/>
                </a:cubicBezTo>
                <a:lnTo>
                  <a:pt x="928763" y="591873"/>
                </a:lnTo>
                <a:cubicBezTo>
                  <a:pt x="928450" y="591350"/>
                  <a:pt x="928450" y="590564"/>
                  <a:pt x="928763" y="590043"/>
                </a:cubicBezTo>
                <a:lnTo>
                  <a:pt x="936193" y="577223"/>
                </a:lnTo>
                <a:cubicBezTo>
                  <a:pt x="936455" y="576700"/>
                  <a:pt x="937187" y="576281"/>
                  <a:pt x="937763" y="576281"/>
                </a:cubicBezTo>
                <a:close/>
                <a:moveTo>
                  <a:pt x="1929520" y="575966"/>
                </a:moveTo>
                <a:lnTo>
                  <a:pt x="1944693" y="575966"/>
                </a:lnTo>
                <a:cubicBezTo>
                  <a:pt x="1945269" y="575966"/>
                  <a:pt x="1946002" y="576385"/>
                  <a:pt x="1946315" y="576909"/>
                </a:cubicBezTo>
                <a:lnTo>
                  <a:pt x="1953902" y="590041"/>
                </a:lnTo>
                <a:cubicBezTo>
                  <a:pt x="1954216" y="590564"/>
                  <a:pt x="1954216" y="591401"/>
                  <a:pt x="1953902" y="591924"/>
                </a:cubicBezTo>
                <a:lnTo>
                  <a:pt x="1946315" y="605058"/>
                </a:lnTo>
                <a:cubicBezTo>
                  <a:pt x="1946002" y="605580"/>
                  <a:pt x="1945269" y="605999"/>
                  <a:pt x="1944693" y="605999"/>
                </a:cubicBezTo>
                <a:lnTo>
                  <a:pt x="1929520" y="605999"/>
                </a:lnTo>
                <a:cubicBezTo>
                  <a:pt x="1928945" y="605999"/>
                  <a:pt x="1928212" y="605580"/>
                  <a:pt x="1927898" y="605058"/>
                </a:cubicBezTo>
                <a:lnTo>
                  <a:pt x="1920312" y="591924"/>
                </a:lnTo>
                <a:cubicBezTo>
                  <a:pt x="1919997" y="591401"/>
                  <a:pt x="1919997" y="590564"/>
                  <a:pt x="1920312" y="590041"/>
                </a:cubicBezTo>
                <a:lnTo>
                  <a:pt x="1927898" y="576909"/>
                </a:lnTo>
                <a:cubicBezTo>
                  <a:pt x="1928212" y="576385"/>
                  <a:pt x="1928945" y="575966"/>
                  <a:pt x="1929520" y="575966"/>
                </a:cubicBezTo>
                <a:close/>
                <a:moveTo>
                  <a:pt x="1846852" y="575966"/>
                </a:moveTo>
                <a:lnTo>
                  <a:pt x="1862026" y="575966"/>
                </a:lnTo>
                <a:cubicBezTo>
                  <a:pt x="1862601" y="575966"/>
                  <a:pt x="1863334" y="576385"/>
                  <a:pt x="1863648" y="576909"/>
                </a:cubicBezTo>
                <a:lnTo>
                  <a:pt x="1871234" y="590041"/>
                </a:lnTo>
                <a:cubicBezTo>
                  <a:pt x="1871548" y="590564"/>
                  <a:pt x="1871548" y="591401"/>
                  <a:pt x="1871234" y="591924"/>
                </a:cubicBezTo>
                <a:lnTo>
                  <a:pt x="1863648" y="605058"/>
                </a:lnTo>
                <a:cubicBezTo>
                  <a:pt x="1863334" y="605580"/>
                  <a:pt x="1862601" y="605999"/>
                  <a:pt x="1862026" y="605999"/>
                </a:cubicBezTo>
                <a:lnTo>
                  <a:pt x="1846852" y="605999"/>
                </a:lnTo>
                <a:cubicBezTo>
                  <a:pt x="1846277" y="605999"/>
                  <a:pt x="1845544" y="605580"/>
                  <a:pt x="1845230" y="605058"/>
                </a:cubicBezTo>
                <a:lnTo>
                  <a:pt x="1837643" y="591924"/>
                </a:lnTo>
                <a:cubicBezTo>
                  <a:pt x="1837330" y="591401"/>
                  <a:pt x="1837330" y="590564"/>
                  <a:pt x="1837643" y="590041"/>
                </a:cubicBezTo>
                <a:lnTo>
                  <a:pt x="1845230" y="576909"/>
                </a:lnTo>
                <a:cubicBezTo>
                  <a:pt x="1845544" y="576385"/>
                  <a:pt x="1846277" y="575966"/>
                  <a:pt x="1846852" y="575966"/>
                </a:cubicBezTo>
                <a:close/>
                <a:moveTo>
                  <a:pt x="1516231" y="575966"/>
                </a:moveTo>
                <a:lnTo>
                  <a:pt x="1531352" y="575966"/>
                </a:lnTo>
                <a:cubicBezTo>
                  <a:pt x="1531928" y="575966"/>
                  <a:pt x="1532660" y="576385"/>
                  <a:pt x="1532974" y="576909"/>
                </a:cubicBezTo>
                <a:lnTo>
                  <a:pt x="1540561" y="589989"/>
                </a:lnTo>
                <a:cubicBezTo>
                  <a:pt x="1540875" y="590512"/>
                  <a:pt x="1540875" y="591350"/>
                  <a:pt x="1540561" y="591873"/>
                </a:cubicBezTo>
                <a:lnTo>
                  <a:pt x="1532974" y="604952"/>
                </a:lnTo>
                <a:cubicBezTo>
                  <a:pt x="1532660" y="605475"/>
                  <a:pt x="1531928" y="605893"/>
                  <a:pt x="1531352" y="605893"/>
                </a:cubicBezTo>
                <a:lnTo>
                  <a:pt x="1516231" y="605893"/>
                </a:lnTo>
                <a:cubicBezTo>
                  <a:pt x="1515656" y="605893"/>
                  <a:pt x="1514923" y="605475"/>
                  <a:pt x="1514609" y="604952"/>
                </a:cubicBezTo>
                <a:lnTo>
                  <a:pt x="1507022" y="591873"/>
                </a:lnTo>
                <a:cubicBezTo>
                  <a:pt x="1506709" y="591350"/>
                  <a:pt x="1506709" y="590512"/>
                  <a:pt x="1507022" y="589989"/>
                </a:cubicBezTo>
                <a:lnTo>
                  <a:pt x="1514609" y="576909"/>
                </a:lnTo>
                <a:cubicBezTo>
                  <a:pt x="1514923" y="576385"/>
                  <a:pt x="1515656" y="575966"/>
                  <a:pt x="1516231" y="575966"/>
                </a:cubicBezTo>
                <a:close/>
                <a:moveTo>
                  <a:pt x="1433406" y="575757"/>
                </a:moveTo>
                <a:lnTo>
                  <a:pt x="1448788" y="575757"/>
                </a:lnTo>
                <a:cubicBezTo>
                  <a:pt x="1449364" y="575757"/>
                  <a:pt x="1450096" y="576176"/>
                  <a:pt x="1450410" y="576700"/>
                </a:cubicBezTo>
                <a:lnTo>
                  <a:pt x="1458102" y="590041"/>
                </a:lnTo>
                <a:cubicBezTo>
                  <a:pt x="1458415" y="590564"/>
                  <a:pt x="1458415" y="591401"/>
                  <a:pt x="1458102" y="591924"/>
                </a:cubicBezTo>
                <a:lnTo>
                  <a:pt x="1450410" y="605266"/>
                </a:lnTo>
                <a:cubicBezTo>
                  <a:pt x="1450149" y="605790"/>
                  <a:pt x="1449416" y="606210"/>
                  <a:pt x="1448788" y="606210"/>
                </a:cubicBezTo>
                <a:lnTo>
                  <a:pt x="1433406" y="606210"/>
                </a:lnTo>
                <a:cubicBezTo>
                  <a:pt x="1432830" y="606210"/>
                  <a:pt x="1432097" y="605790"/>
                  <a:pt x="1431784" y="605266"/>
                </a:cubicBezTo>
                <a:lnTo>
                  <a:pt x="1424092" y="591924"/>
                </a:lnTo>
                <a:cubicBezTo>
                  <a:pt x="1423779" y="591401"/>
                  <a:pt x="1423779" y="590564"/>
                  <a:pt x="1424092" y="590041"/>
                </a:cubicBezTo>
                <a:lnTo>
                  <a:pt x="1431784" y="576700"/>
                </a:lnTo>
                <a:cubicBezTo>
                  <a:pt x="1432045" y="576176"/>
                  <a:pt x="1432778" y="575757"/>
                  <a:pt x="1433406" y="575757"/>
                </a:cubicBezTo>
                <a:close/>
                <a:moveTo>
                  <a:pt x="1350790" y="575757"/>
                </a:moveTo>
                <a:lnTo>
                  <a:pt x="1366172" y="575757"/>
                </a:lnTo>
                <a:cubicBezTo>
                  <a:pt x="1366748" y="575757"/>
                  <a:pt x="1367480" y="576176"/>
                  <a:pt x="1367794" y="576700"/>
                </a:cubicBezTo>
                <a:lnTo>
                  <a:pt x="1375486" y="590041"/>
                </a:lnTo>
                <a:cubicBezTo>
                  <a:pt x="1375799" y="590564"/>
                  <a:pt x="1375799" y="591401"/>
                  <a:pt x="1375486" y="591924"/>
                </a:cubicBezTo>
                <a:lnTo>
                  <a:pt x="1367794" y="605266"/>
                </a:lnTo>
                <a:cubicBezTo>
                  <a:pt x="1367533" y="605790"/>
                  <a:pt x="1366800" y="606210"/>
                  <a:pt x="1366172" y="606210"/>
                </a:cubicBezTo>
                <a:lnTo>
                  <a:pt x="1350790" y="606210"/>
                </a:lnTo>
                <a:cubicBezTo>
                  <a:pt x="1350214" y="606210"/>
                  <a:pt x="1349481" y="605790"/>
                  <a:pt x="1349168" y="605266"/>
                </a:cubicBezTo>
                <a:lnTo>
                  <a:pt x="1341476" y="591924"/>
                </a:lnTo>
                <a:cubicBezTo>
                  <a:pt x="1341163" y="591401"/>
                  <a:pt x="1341163" y="590564"/>
                  <a:pt x="1341476" y="590041"/>
                </a:cubicBezTo>
                <a:lnTo>
                  <a:pt x="1349168" y="576700"/>
                </a:lnTo>
                <a:cubicBezTo>
                  <a:pt x="1349429" y="576176"/>
                  <a:pt x="1350162" y="575757"/>
                  <a:pt x="1350790" y="575757"/>
                </a:cubicBezTo>
                <a:close/>
                <a:moveTo>
                  <a:pt x="689338" y="575340"/>
                </a:moveTo>
                <a:lnTo>
                  <a:pt x="705140" y="575340"/>
                </a:lnTo>
                <a:cubicBezTo>
                  <a:pt x="705768" y="575340"/>
                  <a:pt x="706500" y="575812"/>
                  <a:pt x="706814" y="576333"/>
                </a:cubicBezTo>
                <a:lnTo>
                  <a:pt x="714714" y="589989"/>
                </a:lnTo>
                <a:cubicBezTo>
                  <a:pt x="715028" y="590512"/>
                  <a:pt x="715028" y="591403"/>
                  <a:pt x="714714" y="591924"/>
                </a:cubicBezTo>
                <a:lnTo>
                  <a:pt x="706814" y="605580"/>
                </a:lnTo>
                <a:cubicBezTo>
                  <a:pt x="706500" y="606156"/>
                  <a:pt x="705768" y="606576"/>
                  <a:pt x="705140" y="606576"/>
                </a:cubicBezTo>
                <a:lnTo>
                  <a:pt x="689338" y="606576"/>
                </a:lnTo>
                <a:cubicBezTo>
                  <a:pt x="688711" y="606576"/>
                  <a:pt x="687978" y="606104"/>
                  <a:pt x="687664" y="605580"/>
                </a:cubicBezTo>
                <a:lnTo>
                  <a:pt x="679763" y="591924"/>
                </a:lnTo>
                <a:cubicBezTo>
                  <a:pt x="679450" y="591403"/>
                  <a:pt x="679450" y="590512"/>
                  <a:pt x="679763" y="589989"/>
                </a:cubicBezTo>
                <a:lnTo>
                  <a:pt x="687664" y="576333"/>
                </a:lnTo>
                <a:cubicBezTo>
                  <a:pt x="687978" y="575760"/>
                  <a:pt x="688711" y="575340"/>
                  <a:pt x="689338" y="575340"/>
                </a:cubicBezTo>
                <a:close/>
                <a:moveTo>
                  <a:pt x="1185140" y="575076"/>
                </a:moveTo>
                <a:lnTo>
                  <a:pt x="1201150" y="575076"/>
                </a:lnTo>
                <a:cubicBezTo>
                  <a:pt x="1201778" y="575076"/>
                  <a:pt x="1202562" y="575548"/>
                  <a:pt x="1202876" y="576070"/>
                </a:cubicBezTo>
                <a:lnTo>
                  <a:pt x="1210882" y="589935"/>
                </a:lnTo>
                <a:cubicBezTo>
                  <a:pt x="1211196" y="590512"/>
                  <a:pt x="1211196" y="591401"/>
                  <a:pt x="1210882" y="591924"/>
                </a:cubicBezTo>
                <a:lnTo>
                  <a:pt x="1202876" y="605790"/>
                </a:lnTo>
                <a:cubicBezTo>
                  <a:pt x="1202562" y="606367"/>
                  <a:pt x="1201778" y="606785"/>
                  <a:pt x="1201150" y="606785"/>
                </a:cubicBezTo>
                <a:lnTo>
                  <a:pt x="1185140" y="606785"/>
                </a:lnTo>
                <a:cubicBezTo>
                  <a:pt x="1184512" y="606785"/>
                  <a:pt x="1183727" y="606314"/>
                  <a:pt x="1183413" y="605790"/>
                </a:cubicBezTo>
                <a:lnTo>
                  <a:pt x="1175407" y="591924"/>
                </a:lnTo>
                <a:cubicBezTo>
                  <a:pt x="1175094" y="591350"/>
                  <a:pt x="1175094" y="590460"/>
                  <a:pt x="1175407" y="589935"/>
                </a:cubicBezTo>
                <a:lnTo>
                  <a:pt x="1183413" y="576070"/>
                </a:lnTo>
                <a:cubicBezTo>
                  <a:pt x="1183727" y="575494"/>
                  <a:pt x="1184512" y="575076"/>
                  <a:pt x="1185140" y="575076"/>
                </a:cubicBezTo>
                <a:close/>
                <a:moveTo>
                  <a:pt x="1102471" y="575026"/>
                </a:moveTo>
                <a:lnTo>
                  <a:pt x="1118533" y="575026"/>
                </a:lnTo>
                <a:cubicBezTo>
                  <a:pt x="1119161" y="575026"/>
                  <a:pt x="1119946" y="575445"/>
                  <a:pt x="1120260" y="576019"/>
                </a:cubicBezTo>
                <a:lnTo>
                  <a:pt x="1128318" y="589937"/>
                </a:lnTo>
                <a:cubicBezTo>
                  <a:pt x="1128631" y="590460"/>
                  <a:pt x="1128631" y="591350"/>
                  <a:pt x="1128318" y="591924"/>
                </a:cubicBezTo>
                <a:lnTo>
                  <a:pt x="1120260" y="605841"/>
                </a:lnTo>
                <a:cubicBezTo>
                  <a:pt x="1119946" y="606367"/>
                  <a:pt x="1119161" y="606837"/>
                  <a:pt x="1118533" y="606837"/>
                </a:cubicBezTo>
                <a:lnTo>
                  <a:pt x="1102471" y="606837"/>
                </a:lnTo>
                <a:cubicBezTo>
                  <a:pt x="1101843" y="606837"/>
                  <a:pt x="1101058" y="606419"/>
                  <a:pt x="1100744" y="605841"/>
                </a:cubicBezTo>
                <a:lnTo>
                  <a:pt x="1092686" y="591924"/>
                </a:lnTo>
                <a:cubicBezTo>
                  <a:pt x="1092373" y="591401"/>
                  <a:pt x="1092373" y="590512"/>
                  <a:pt x="1092686" y="589937"/>
                </a:cubicBezTo>
                <a:lnTo>
                  <a:pt x="1100744" y="576019"/>
                </a:lnTo>
                <a:cubicBezTo>
                  <a:pt x="1101058" y="575494"/>
                  <a:pt x="1101843" y="575026"/>
                  <a:pt x="1102471" y="575026"/>
                </a:cubicBezTo>
                <a:close/>
                <a:moveTo>
                  <a:pt x="1265976" y="571519"/>
                </a:moveTo>
                <a:lnTo>
                  <a:pt x="1285649" y="571519"/>
                </a:lnTo>
                <a:cubicBezTo>
                  <a:pt x="1286434" y="571519"/>
                  <a:pt x="1287376" y="572042"/>
                  <a:pt x="1287742" y="572722"/>
                </a:cubicBezTo>
                <a:lnTo>
                  <a:pt x="1297578" y="589728"/>
                </a:lnTo>
                <a:cubicBezTo>
                  <a:pt x="1297945" y="590355"/>
                  <a:pt x="1297945" y="591455"/>
                  <a:pt x="1297578" y="592134"/>
                </a:cubicBezTo>
                <a:lnTo>
                  <a:pt x="1287742" y="609139"/>
                </a:lnTo>
                <a:cubicBezTo>
                  <a:pt x="1287376" y="609818"/>
                  <a:pt x="1286434" y="610342"/>
                  <a:pt x="1285649" y="610342"/>
                </a:cubicBezTo>
                <a:lnTo>
                  <a:pt x="1265976" y="610342"/>
                </a:lnTo>
                <a:cubicBezTo>
                  <a:pt x="1265191" y="610342"/>
                  <a:pt x="1264250" y="609818"/>
                  <a:pt x="1263883" y="609139"/>
                </a:cubicBezTo>
                <a:lnTo>
                  <a:pt x="1254047" y="592134"/>
                </a:lnTo>
                <a:cubicBezTo>
                  <a:pt x="1253680" y="591507"/>
                  <a:pt x="1253680" y="590407"/>
                  <a:pt x="1254047" y="589728"/>
                </a:cubicBezTo>
                <a:lnTo>
                  <a:pt x="1263883" y="572722"/>
                </a:lnTo>
                <a:cubicBezTo>
                  <a:pt x="1264250" y="572042"/>
                  <a:pt x="1265191" y="571519"/>
                  <a:pt x="1265976" y="571519"/>
                </a:cubicBezTo>
                <a:close/>
                <a:moveTo>
                  <a:pt x="1683871" y="497901"/>
                </a:moveTo>
                <a:lnTo>
                  <a:pt x="1694387" y="497901"/>
                </a:lnTo>
                <a:cubicBezTo>
                  <a:pt x="1694806" y="497901"/>
                  <a:pt x="1695329" y="498164"/>
                  <a:pt x="1695538" y="498530"/>
                </a:cubicBezTo>
                <a:lnTo>
                  <a:pt x="1700823" y="507633"/>
                </a:lnTo>
                <a:cubicBezTo>
                  <a:pt x="1701032" y="507999"/>
                  <a:pt x="1701032" y="508577"/>
                  <a:pt x="1700823" y="508942"/>
                </a:cubicBezTo>
                <a:lnTo>
                  <a:pt x="1695538" y="518046"/>
                </a:lnTo>
                <a:cubicBezTo>
                  <a:pt x="1695329" y="518360"/>
                  <a:pt x="1694806" y="518674"/>
                  <a:pt x="1694387" y="518674"/>
                </a:cubicBezTo>
                <a:lnTo>
                  <a:pt x="1683871" y="518674"/>
                </a:lnTo>
                <a:cubicBezTo>
                  <a:pt x="1683452" y="518674"/>
                  <a:pt x="1682929" y="518412"/>
                  <a:pt x="1682719" y="518046"/>
                </a:cubicBezTo>
                <a:lnTo>
                  <a:pt x="1677435" y="508942"/>
                </a:lnTo>
                <a:cubicBezTo>
                  <a:pt x="1677226" y="508577"/>
                  <a:pt x="1677226" y="507999"/>
                  <a:pt x="1677435" y="507633"/>
                </a:cubicBezTo>
                <a:lnTo>
                  <a:pt x="1682719" y="498530"/>
                </a:lnTo>
                <a:cubicBezTo>
                  <a:pt x="1682929" y="498215"/>
                  <a:pt x="1683452" y="497901"/>
                  <a:pt x="1683871" y="497901"/>
                </a:cubicBezTo>
                <a:close/>
                <a:moveTo>
                  <a:pt x="1931299" y="496802"/>
                </a:moveTo>
                <a:lnTo>
                  <a:pt x="1942915" y="496802"/>
                </a:lnTo>
                <a:cubicBezTo>
                  <a:pt x="1943386" y="496802"/>
                  <a:pt x="1943961" y="497117"/>
                  <a:pt x="1944171" y="497536"/>
                </a:cubicBezTo>
                <a:lnTo>
                  <a:pt x="1949978" y="507581"/>
                </a:lnTo>
                <a:cubicBezTo>
                  <a:pt x="1950187" y="507946"/>
                  <a:pt x="1950187" y="508575"/>
                  <a:pt x="1949978" y="508993"/>
                </a:cubicBezTo>
                <a:lnTo>
                  <a:pt x="1944171" y="519040"/>
                </a:lnTo>
                <a:cubicBezTo>
                  <a:pt x="1943909" y="519458"/>
                  <a:pt x="1943386" y="519772"/>
                  <a:pt x="1942915" y="519772"/>
                </a:cubicBezTo>
                <a:lnTo>
                  <a:pt x="1931299" y="519772"/>
                </a:lnTo>
                <a:cubicBezTo>
                  <a:pt x="1930828" y="519772"/>
                  <a:pt x="1930253" y="519458"/>
                  <a:pt x="1930044" y="519040"/>
                </a:cubicBezTo>
                <a:lnTo>
                  <a:pt x="1924236" y="508993"/>
                </a:lnTo>
                <a:cubicBezTo>
                  <a:pt x="1924027" y="508627"/>
                  <a:pt x="1924027" y="507999"/>
                  <a:pt x="1924236" y="507581"/>
                </a:cubicBezTo>
                <a:lnTo>
                  <a:pt x="1930044" y="497536"/>
                </a:lnTo>
                <a:cubicBezTo>
                  <a:pt x="1930305" y="497117"/>
                  <a:pt x="1930828" y="496802"/>
                  <a:pt x="1931299" y="496802"/>
                </a:cubicBezTo>
                <a:close/>
                <a:moveTo>
                  <a:pt x="1600365" y="496280"/>
                </a:moveTo>
                <a:lnTo>
                  <a:pt x="1612556" y="496280"/>
                </a:lnTo>
                <a:cubicBezTo>
                  <a:pt x="1613027" y="496280"/>
                  <a:pt x="1613602" y="496594"/>
                  <a:pt x="1613864" y="497013"/>
                </a:cubicBezTo>
                <a:lnTo>
                  <a:pt x="1619986" y="507582"/>
                </a:lnTo>
                <a:cubicBezTo>
                  <a:pt x="1620247" y="507999"/>
                  <a:pt x="1620247" y="508680"/>
                  <a:pt x="1619986" y="509098"/>
                </a:cubicBezTo>
                <a:lnTo>
                  <a:pt x="1613864" y="519667"/>
                </a:lnTo>
                <a:cubicBezTo>
                  <a:pt x="1613602" y="520086"/>
                  <a:pt x="1613027" y="520400"/>
                  <a:pt x="1612556" y="520400"/>
                </a:cubicBezTo>
                <a:lnTo>
                  <a:pt x="1600365" y="520400"/>
                </a:lnTo>
                <a:cubicBezTo>
                  <a:pt x="1599894" y="520400"/>
                  <a:pt x="1599318" y="520086"/>
                  <a:pt x="1599057" y="519667"/>
                </a:cubicBezTo>
                <a:lnTo>
                  <a:pt x="1592935" y="509098"/>
                </a:lnTo>
                <a:cubicBezTo>
                  <a:pt x="1592674" y="508680"/>
                  <a:pt x="1592674" y="507999"/>
                  <a:pt x="1592935" y="507582"/>
                </a:cubicBezTo>
                <a:lnTo>
                  <a:pt x="1599057" y="497013"/>
                </a:lnTo>
                <a:cubicBezTo>
                  <a:pt x="1599318" y="496594"/>
                  <a:pt x="1599894" y="496280"/>
                  <a:pt x="1600365" y="496280"/>
                </a:cubicBezTo>
                <a:close/>
                <a:moveTo>
                  <a:pt x="2013183" y="495338"/>
                </a:moveTo>
                <a:lnTo>
                  <a:pt x="2026316" y="495338"/>
                </a:lnTo>
                <a:cubicBezTo>
                  <a:pt x="2026839" y="495338"/>
                  <a:pt x="2027467" y="495652"/>
                  <a:pt x="2027729" y="496123"/>
                </a:cubicBezTo>
                <a:lnTo>
                  <a:pt x="2034269" y="507477"/>
                </a:lnTo>
                <a:cubicBezTo>
                  <a:pt x="2034530" y="507946"/>
                  <a:pt x="2034530" y="508627"/>
                  <a:pt x="2034269" y="509098"/>
                </a:cubicBezTo>
                <a:lnTo>
                  <a:pt x="2027729" y="520452"/>
                </a:lnTo>
                <a:cubicBezTo>
                  <a:pt x="2027467" y="520871"/>
                  <a:pt x="2026839" y="521237"/>
                  <a:pt x="2026316" y="521237"/>
                </a:cubicBezTo>
                <a:lnTo>
                  <a:pt x="2013183" y="521237"/>
                </a:lnTo>
                <a:cubicBezTo>
                  <a:pt x="2012660" y="521237"/>
                  <a:pt x="2012032" y="520923"/>
                  <a:pt x="2011771" y="520452"/>
                </a:cubicBezTo>
                <a:lnTo>
                  <a:pt x="2005230" y="509098"/>
                </a:lnTo>
                <a:cubicBezTo>
                  <a:pt x="2004969" y="508627"/>
                  <a:pt x="2004969" y="507946"/>
                  <a:pt x="2005230" y="507477"/>
                </a:cubicBezTo>
                <a:lnTo>
                  <a:pt x="2011771" y="496123"/>
                </a:lnTo>
                <a:cubicBezTo>
                  <a:pt x="2012032" y="495703"/>
                  <a:pt x="2012660" y="495338"/>
                  <a:pt x="2013183" y="495338"/>
                </a:cubicBezTo>
                <a:close/>
                <a:moveTo>
                  <a:pt x="1765021" y="494920"/>
                </a:moveTo>
                <a:lnTo>
                  <a:pt x="1778520" y="494920"/>
                </a:lnTo>
                <a:cubicBezTo>
                  <a:pt x="1779095" y="494920"/>
                  <a:pt x="1779723" y="495286"/>
                  <a:pt x="1779985" y="495757"/>
                </a:cubicBezTo>
                <a:lnTo>
                  <a:pt x="1786734" y="507477"/>
                </a:lnTo>
                <a:cubicBezTo>
                  <a:pt x="1786996" y="507948"/>
                  <a:pt x="1786996" y="508680"/>
                  <a:pt x="1786734" y="509152"/>
                </a:cubicBezTo>
                <a:lnTo>
                  <a:pt x="1779985" y="520872"/>
                </a:lnTo>
                <a:cubicBezTo>
                  <a:pt x="1779723" y="521342"/>
                  <a:pt x="1779043" y="521709"/>
                  <a:pt x="1778520" y="521709"/>
                </a:cubicBezTo>
                <a:lnTo>
                  <a:pt x="1765021" y="521709"/>
                </a:lnTo>
                <a:cubicBezTo>
                  <a:pt x="1764445" y="521709"/>
                  <a:pt x="1763817" y="521342"/>
                  <a:pt x="1763556" y="520872"/>
                </a:cubicBezTo>
                <a:lnTo>
                  <a:pt x="1756806" y="509152"/>
                </a:lnTo>
                <a:cubicBezTo>
                  <a:pt x="1756545" y="508680"/>
                  <a:pt x="1756545" y="507948"/>
                  <a:pt x="1756806" y="507477"/>
                </a:cubicBezTo>
                <a:lnTo>
                  <a:pt x="1763556" y="495757"/>
                </a:lnTo>
                <a:cubicBezTo>
                  <a:pt x="1763817" y="495286"/>
                  <a:pt x="1764498" y="494920"/>
                  <a:pt x="1765021" y="494920"/>
                </a:cubicBezTo>
                <a:close/>
                <a:moveTo>
                  <a:pt x="772583" y="493873"/>
                </a:moveTo>
                <a:lnTo>
                  <a:pt x="787128" y="493873"/>
                </a:lnTo>
                <a:cubicBezTo>
                  <a:pt x="787704" y="493873"/>
                  <a:pt x="788436" y="494239"/>
                  <a:pt x="788698" y="494763"/>
                </a:cubicBezTo>
                <a:lnTo>
                  <a:pt x="795971" y="507372"/>
                </a:lnTo>
                <a:cubicBezTo>
                  <a:pt x="796232" y="507844"/>
                  <a:pt x="796232" y="508628"/>
                  <a:pt x="795971" y="509152"/>
                </a:cubicBezTo>
                <a:lnTo>
                  <a:pt x="788698" y="521761"/>
                </a:lnTo>
                <a:cubicBezTo>
                  <a:pt x="788384" y="522232"/>
                  <a:pt x="787704" y="522651"/>
                  <a:pt x="787128" y="522651"/>
                </a:cubicBezTo>
                <a:lnTo>
                  <a:pt x="772583" y="522651"/>
                </a:lnTo>
                <a:cubicBezTo>
                  <a:pt x="772007" y="522651"/>
                  <a:pt x="771275" y="522284"/>
                  <a:pt x="771013" y="521761"/>
                </a:cubicBezTo>
                <a:lnTo>
                  <a:pt x="763740" y="509152"/>
                </a:lnTo>
                <a:cubicBezTo>
                  <a:pt x="763479" y="508680"/>
                  <a:pt x="763479" y="507896"/>
                  <a:pt x="763740" y="507372"/>
                </a:cubicBezTo>
                <a:lnTo>
                  <a:pt x="771013" y="494763"/>
                </a:lnTo>
                <a:cubicBezTo>
                  <a:pt x="771327" y="494293"/>
                  <a:pt x="772007" y="493873"/>
                  <a:pt x="772583" y="493873"/>
                </a:cubicBezTo>
                <a:close/>
                <a:moveTo>
                  <a:pt x="1185715" y="493612"/>
                </a:moveTo>
                <a:lnTo>
                  <a:pt x="1200522" y="493612"/>
                </a:lnTo>
                <a:cubicBezTo>
                  <a:pt x="1201098" y="493612"/>
                  <a:pt x="1201778" y="494031"/>
                  <a:pt x="1202092" y="494554"/>
                </a:cubicBezTo>
                <a:lnTo>
                  <a:pt x="1209521" y="507374"/>
                </a:lnTo>
                <a:cubicBezTo>
                  <a:pt x="1209835" y="507896"/>
                  <a:pt x="1209835" y="508680"/>
                  <a:pt x="1209521" y="509204"/>
                </a:cubicBezTo>
                <a:lnTo>
                  <a:pt x="1202092" y="522023"/>
                </a:lnTo>
                <a:cubicBezTo>
                  <a:pt x="1201830" y="522546"/>
                  <a:pt x="1201098" y="522964"/>
                  <a:pt x="1200522" y="522964"/>
                </a:cubicBezTo>
                <a:lnTo>
                  <a:pt x="1185715" y="522964"/>
                </a:lnTo>
                <a:cubicBezTo>
                  <a:pt x="1185139" y="522964"/>
                  <a:pt x="1184459" y="522546"/>
                  <a:pt x="1184145" y="522023"/>
                </a:cubicBezTo>
                <a:lnTo>
                  <a:pt x="1176715" y="509204"/>
                </a:lnTo>
                <a:cubicBezTo>
                  <a:pt x="1176402" y="508680"/>
                  <a:pt x="1176402" y="507896"/>
                  <a:pt x="1176715" y="507374"/>
                </a:cubicBezTo>
                <a:lnTo>
                  <a:pt x="1184145" y="494554"/>
                </a:lnTo>
                <a:cubicBezTo>
                  <a:pt x="1184407" y="494031"/>
                  <a:pt x="1185139" y="493612"/>
                  <a:pt x="1185715" y="493612"/>
                </a:cubicBezTo>
                <a:close/>
                <a:moveTo>
                  <a:pt x="1846852" y="493298"/>
                </a:moveTo>
                <a:lnTo>
                  <a:pt x="1862026" y="493298"/>
                </a:lnTo>
                <a:cubicBezTo>
                  <a:pt x="1862601" y="493298"/>
                  <a:pt x="1863334" y="493717"/>
                  <a:pt x="1863648" y="494239"/>
                </a:cubicBezTo>
                <a:lnTo>
                  <a:pt x="1871234" y="507372"/>
                </a:lnTo>
                <a:cubicBezTo>
                  <a:pt x="1871548" y="507896"/>
                  <a:pt x="1871548" y="508732"/>
                  <a:pt x="1871234" y="509255"/>
                </a:cubicBezTo>
                <a:lnTo>
                  <a:pt x="1863648" y="522389"/>
                </a:lnTo>
                <a:cubicBezTo>
                  <a:pt x="1863334" y="522911"/>
                  <a:pt x="1862601" y="523331"/>
                  <a:pt x="1862026" y="523331"/>
                </a:cubicBezTo>
                <a:lnTo>
                  <a:pt x="1846852" y="523331"/>
                </a:lnTo>
                <a:cubicBezTo>
                  <a:pt x="1846277" y="523331"/>
                  <a:pt x="1845544" y="522911"/>
                  <a:pt x="1845230" y="522389"/>
                </a:cubicBezTo>
                <a:lnTo>
                  <a:pt x="1837643" y="509255"/>
                </a:lnTo>
                <a:cubicBezTo>
                  <a:pt x="1837330" y="508732"/>
                  <a:pt x="1837330" y="507896"/>
                  <a:pt x="1837643" y="507372"/>
                </a:cubicBezTo>
                <a:lnTo>
                  <a:pt x="1845230" y="494239"/>
                </a:lnTo>
                <a:cubicBezTo>
                  <a:pt x="1845544" y="493717"/>
                  <a:pt x="1846277" y="493298"/>
                  <a:pt x="1846852" y="493298"/>
                </a:cubicBezTo>
                <a:close/>
                <a:moveTo>
                  <a:pt x="1102733" y="492931"/>
                </a:moveTo>
                <a:lnTo>
                  <a:pt x="1118324" y="492931"/>
                </a:lnTo>
                <a:cubicBezTo>
                  <a:pt x="1118952" y="492931"/>
                  <a:pt x="1119685" y="493350"/>
                  <a:pt x="1119999" y="493873"/>
                </a:cubicBezTo>
                <a:lnTo>
                  <a:pt x="1127795" y="507372"/>
                </a:lnTo>
                <a:cubicBezTo>
                  <a:pt x="1128109" y="507896"/>
                  <a:pt x="1128109" y="508784"/>
                  <a:pt x="1127795" y="509308"/>
                </a:cubicBezTo>
                <a:lnTo>
                  <a:pt x="1119999" y="522807"/>
                </a:lnTo>
                <a:cubicBezTo>
                  <a:pt x="1119685" y="523329"/>
                  <a:pt x="1118952" y="523748"/>
                  <a:pt x="1118324" y="523748"/>
                </a:cubicBezTo>
                <a:lnTo>
                  <a:pt x="1102733" y="523748"/>
                </a:lnTo>
                <a:cubicBezTo>
                  <a:pt x="1102105" y="523748"/>
                  <a:pt x="1101372" y="523329"/>
                  <a:pt x="1101058" y="522807"/>
                </a:cubicBezTo>
                <a:lnTo>
                  <a:pt x="1093262" y="509308"/>
                </a:lnTo>
                <a:cubicBezTo>
                  <a:pt x="1092949" y="508784"/>
                  <a:pt x="1092949" y="507896"/>
                  <a:pt x="1093262" y="507372"/>
                </a:cubicBezTo>
                <a:lnTo>
                  <a:pt x="1101058" y="493873"/>
                </a:lnTo>
                <a:cubicBezTo>
                  <a:pt x="1101372" y="493350"/>
                  <a:pt x="1102105" y="492931"/>
                  <a:pt x="1102733" y="492931"/>
                </a:cubicBezTo>
                <a:close/>
                <a:moveTo>
                  <a:pt x="1019908" y="492513"/>
                </a:moveTo>
                <a:lnTo>
                  <a:pt x="1035866" y="492513"/>
                </a:lnTo>
                <a:cubicBezTo>
                  <a:pt x="1036494" y="492513"/>
                  <a:pt x="1037279" y="492985"/>
                  <a:pt x="1037593" y="493507"/>
                </a:cubicBezTo>
                <a:lnTo>
                  <a:pt x="1045546" y="507320"/>
                </a:lnTo>
                <a:cubicBezTo>
                  <a:pt x="1045860" y="507896"/>
                  <a:pt x="1045860" y="508785"/>
                  <a:pt x="1045546" y="509308"/>
                </a:cubicBezTo>
                <a:lnTo>
                  <a:pt x="1037593" y="523122"/>
                </a:lnTo>
                <a:cubicBezTo>
                  <a:pt x="1037279" y="523699"/>
                  <a:pt x="1036494" y="524116"/>
                  <a:pt x="1035866" y="524116"/>
                </a:cubicBezTo>
                <a:lnTo>
                  <a:pt x="1019908" y="524116"/>
                </a:lnTo>
                <a:cubicBezTo>
                  <a:pt x="1019280" y="524116"/>
                  <a:pt x="1018495" y="523645"/>
                  <a:pt x="1018181" y="523122"/>
                </a:cubicBezTo>
                <a:lnTo>
                  <a:pt x="1010228" y="509308"/>
                </a:lnTo>
                <a:cubicBezTo>
                  <a:pt x="1009915" y="508734"/>
                  <a:pt x="1009915" y="507844"/>
                  <a:pt x="1010228" y="507320"/>
                </a:cubicBezTo>
                <a:lnTo>
                  <a:pt x="1018181" y="493507"/>
                </a:lnTo>
                <a:cubicBezTo>
                  <a:pt x="1018495" y="492933"/>
                  <a:pt x="1019280" y="492513"/>
                  <a:pt x="1019908" y="492513"/>
                </a:cubicBezTo>
                <a:close/>
                <a:moveTo>
                  <a:pt x="1350476" y="492460"/>
                </a:moveTo>
                <a:lnTo>
                  <a:pt x="1366487" y="492460"/>
                </a:lnTo>
                <a:cubicBezTo>
                  <a:pt x="1367114" y="492460"/>
                  <a:pt x="1367899" y="492931"/>
                  <a:pt x="1368213" y="493454"/>
                </a:cubicBezTo>
                <a:lnTo>
                  <a:pt x="1376218" y="507319"/>
                </a:lnTo>
                <a:cubicBezTo>
                  <a:pt x="1376532" y="507896"/>
                  <a:pt x="1376532" y="508784"/>
                  <a:pt x="1376218" y="509308"/>
                </a:cubicBezTo>
                <a:lnTo>
                  <a:pt x="1368213" y="523172"/>
                </a:lnTo>
                <a:cubicBezTo>
                  <a:pt x="1367899" y="523748"/>
                  <a:pt x="1367114" y="524167"/>
                  <a:pt x="1366487" y="524167"/>
                </a:cubicBezTo>
                <a:lnTo>
                  <a:pt x="1350476" y="524167"/>
                </a:lnTo>
                <a:cubicBezTo>
                  <a:pt x="1349848" y="524167"/>
                  <a:pt x="1349063" y="523695"/>
                  <a:pt x="1348749" y="523172"/>
                </a:cubicBezTo>
                <a:lnTo>
                  <a:pt x="1340744" y="509308"/>
                </a:lnTo>
                <a:cubicBezTo>
                  <a:pt x="1340431" y="508732"/>
                  <a:pt x="1340431" y="507842"/>
                  <a:pt x="1340744" y="507319"/>
                </a:cubicBezTo>
                <a:lnTo>
                  <a:pt x="1348749" y="493454"/>
                </a:lnTo>
                <a:cubicBezTo>
                  <a:pt x="1349063" y="492880"/>
                  <a:pt x="1349848" y="492460"/>
                  <a:pt x="1350476" y="492460"/>
                </a:cubicBezTo>
                <a:close/>
                <a:moveTo>
                  <a:pt x="854519" y="492460"/>
                </a:moveTo>
                <a:lnTo>
                  <a:pt x="870529" y="492460"/>
                </a:lnTo>
                <a:cubicBezTo>
                  <a:pt x="871157" y="492460"/>
                  <a:pt x="871941" y="492931"/>
                  <a:pt x="872255" y="493455"/>
                </a:cubicBezTo>
                <a:lnTo>
                  <a:pt x="880261" y="507320"/>
                </a:lnTo>
                <a:cubicBezTo>
                  <a:pt x="880575" y="507896"/>
                  <a:pt x="880575" y="508784"/>
                  <a:pt x="880261" y="509309"/>
                </a:cubicBezTo>
                <a:lnTo>
                  <a:pt x="872255" y="523172"/>
                </a:lnTo>
                <a:cubicBezTo>
                  <a:pt x="871941" y="523748"/>
                  <a:pt x="871157" y="524167"/>
                  <a:pt x="870529" y="524167"/>
                </a:cubicBezTo>
                <a:lnTo>
                  <a:pt x="854519" y="524167"/>
                </a:lnTo>
                <a:cubicBezTo>
                  <a:pt x="853891" y="524167"/>
                  <a:pt x="853106" y="523695"/>
                  <a:pt x="852792" y="523172"/>
                </a:cubicBezTo>
                <a:lnTo>
                  <a:pt x="844786" y="509309"/>
                </a:lnTo>
                <a:cubicBezTo>
                  <a:pt x="844473" y="508732"/>
                  <a:pt x="844473" y="507844"/>
                  <a:pt x="844786" y="507320"/>
                </a:cubicBezTo>
                <a:lnTo>
                  <a:pt x="852792" y="493455"/>
                </a:lnTo>
                <a:cubicBezTo>
                  <a:pt x="853106" y="492880"/>
                  <a:pt x="853891" y="492460"/>
                  <a:pt x="854519" y="492460"/>
                </a:cubicBezTo>
                <a:close/>
                <a:moveTo>
                  <a:pt x="689025" y="492042"/>
                </a:moveTo>
                <a:lnTo>
                  <a:pt x="705454" y="492042"/>
                </a:lnTo>
                <a:cubicBezTo>
                  <a:pt x="706134" y="492042"/>
                  <a:pt x="706919" y="492461"/>
                  <a:pt x="707233" y="493037"/>
                </a:cubicBezTo>
                <a:lnTo>
                  <a:pt x="715447" y="507268"/>
                </a:lnTo>
                <a:cubicBezTo>
                  <a:pt x="715761" y="507844"/>
                  <a:pt x="715761" y="508734"/>
                  <a:pt x="715447" y="509309"/>
                </a:cubicBezTo>
                <a:lnTo>
                  <a:pt x="707233" y="523540"/>
                </a:lnTo>
                <a:cubicBezTo>
                  <a:pt x="706867" y="524065"/>
                  <a:pt x="706082" y="524534"/>
                  <a:pt x="705454" y="524534"/>
                </a:cubicBezTo>
                <a:lnTo>
                  <a:pt x="689025" y="524534"/>
                </a:lnTo>
                <a:cubicBezTo>
                  <a:pt x="688345" y="524534"/>
                  <a:pt x="687560" y="524116"/>
                  <a:pt x="687246" y="523540"/>
                </a:cubicBezTo>
                <a:lnTo>
                  <a:pt x="679031" y="509309"/>
                </a:lnTo>
                <a:cubicBezTo>
                  <a:pt x="678718" y="508734"/>
                  <a:pt x="678718" y="507844"/>
                  <a:pt x="679031" y="507268"/>
                </a:cubicBezTo>
                <a:lnTo>
                  <a:pt x="687246" y="493037"/>
                </a:lnTo>
                <a:cubicBezTo>
                  <a:pt x="687612" y="492513"/>
                  <a:pt x="688397" y="492042"/>
                  <a:pt x="689025" y="492042"/>
                </a:cubicBezTo>
                <a:close/>
                <a:moveTo>
                  <a:pt x="936506" y="491205"/>
                </a:moveTo>
                <a:lnTo>
                  <a:pt x="953825" y="491205"/>
                </a:lnTo>
                <a:cubicBezTo>
                  <a:pt x="954505" y="491205"/>
                  <a:pt x="955290" y="491676"/>
                  <a:pt x="955656" y="492250"/>
                </a:cubicBezTo>
                <a:lnTo>
                  <a:pt x="964289" y="507215"/>
                </a:lnTo>
                <a:cubicBezTo>
                  <a:pt x="964655" y="507792"/>
                  <a:pt x="964655" y="508785"/>
                  <a:pt x="964289" y="509361"/>
                </a:cubicBezTo>
                <a:lnTo>
                  <a:pt x="955656" y="524326"/>
                </a:lnTo>
                <a:cubicBezTo>
                  <a:pt x="955342" y="524900"/>
                  <a:pt x="954505" y="525371"/>
                  <a:pt x="953825" y="525371"/>
                </a:cubicBezTo>
                <a:lnTo>
                  <a:pt x="936506" y="525371"/>
                </a:lnTo>
                <a:cubicBezTo>
                  <a:pt x="935826" y="525371"/>
                  <a:pt x="935041" y="524900"/>
                  <a:pt x="934675" y="524326"/>
                </a:cubicBezTo>
                <a:lnTo>
                  <a:pt x="926042" y="509361"/>
                </a:lnTo>
                <a:cubicBezTo>
                  <a:pt x="925675" y="508785"/>
                  <a:pt x="925675" y="507792"/>
                  <a:pt x="926042" y="507215"/>
                </a:cubicBezTo>
                <a:lnTo>
                  <a:pt x="934675" y="492250"/>
                </a:lnTo>
                <a:cubicBezTo>
                  <a:pt x="934989" y="491676"/>
                  <a:pt x="935826" y="491205"/>
                  <a:pt x="936506" y="491205"/>
                </a:cubicBezTo>
                <a:close/>
                <a:moveTo>
                  <a:pt x="1266447" y="489687"/>
                </a:moveTo>
                <a:lnTo>
                  <a:pt x="1285231" y="489687"/>
                </a:lnTo>
                <a:cubicBezTo>
                  <a:pt x="1286015" y="489687"/>
                  <a:pt x="1286905" y="490210"/>
                  <a:pt x="1287271" y="490838"/>
                </a:cubicBezTo>
                <a:lnTo>
                  <a:pt x="1296689" y="507110"/>
                </a:lnTo>
                <a:cubicBezTo>
                  <a:pt x="1297055" y="507739"/>
                  <a:pt x="1297055" y="508784"/>
                  <a:pt x="1296689" y="509412"/>
                </a:cubicBezTo>
                <a:lnTo>
                  <a:pt x="1287271" y="525684"/>
                </a:lnTo>
                <a:cubicBezTo>
                  <a:pt x="1286853" y="526312"/>
                  <a:pt x="1285963" y="526834"/>
                  <a:pt x="1285231" y="526834"/>
                </a:cubicBezTo>
                <a:lnTo>
                  <a:pt x="1266447" y="526834"/>
                </a:lnTo>
                <a:cubicBezTo>
                  <a:pt x="1265662" y="526834"/>
                  <a:pt x="1264773" y="526312"/>
                  <a:pt x="1264407" y="525684"/>
                </a:cubicBezTo>
                <a:lnTo>
                  <a:pt x="1254989" y="509412"/>
                </a:lnTo>
                <a:cubicBezTo>
                  <a:pt x="1254622" y="508784"/>
                  <a:pt x="1254622" y="507739"/>
                  <a:pt x="1254989" y="507110"/>
                </a:cubicBezTo>
                <a:lnTo>
                  <a:pt x="1264407" y="490838"/>
                </a:lnTo>
                <a:cubicBezTo>
                  <a:pt x="1264825" y="490210"/>
                  <a:pt x="1265715" y="489687"/>
                  <a:pt x="1266447" y="489687"/>
                </a:cubicBezTo>
                <a:close/>
                <a:moveTo>
                  <a:pt x="1510528" y="482100"/>
                </a:moveTo>
                <a:lnTo>
                  <a:pt x="1537056" y="482100"/>
                </a:lnTo>
                <a:cubicBezTo>
                  <a:pt x="1538102" y="482100"/>
                  <a:pt x="1539357" y="482834"/>
                  <a:pt x="1539881" y="483724"/>
                </a:cubicBezTo>
                <a:lnTo>
                  <a:pt x="1553118" y="506691"/>
                </a:lnTo>
                <a:cubicBezTo>
                  <a:pt x="1553641" y="507634"/>
                  <a:pt x="1553641" y="509098"/>
                  <a:pt x="1553118" y="509989"/>
                </a:cubicBezTo>
                <a:lnTo>
                  <a:pt x="1539881" y="532957"/>
                </a:lnTo>
                <a:cubicBezTo>
                  <a:pt x="1539357" y="533848"/>
                  <a:pt x="1538102" y="534580"/>
                  <a:pt x="1537056" y="534580"/>
                </a:cubicBezTo>
                <a:lnTo>
                  <a:pt x="1510528" y="534580"/>
                </a:lnTo>
                <a:cubicBezTo>
                  <a:pt x="1509482" y="534580"/>
                  <a:pt x="1508226" y="533848"/>
                  <a:pt x="1507703" y="532957"/>
                </a:cubicBezTo>
                <a:lnTo>
                  <a:pt x="1494466" y="509989"/>
                </a:lnTo>
                <a:cubicBezTo>
                  <a:pt x="1493942" y="509047"/>
                  <a:pt x="1493942" y="507582"/>
                  <a:pt x="1494466" y="506691"/>
                </a:cubicBezTo>
                <a:lnTo>
                  <a:pt x="1507703" y="483724"/>
                </a:lnTo>
                <a:cubicBezTo>
                  <a:pt x="1508226" y="482834"/>
                  <a:pt x="1509482" y="482100"/>
                  <a:pt x="1510528" y="482100"/>
                </a:cubicBezTo>
                <a:close/>
                <a:moveTo>
                  <a:pt x="1427180" y="480688"/>
                </a:moveTo>
                <a:lnTo>
                  <a:pt x="1455067" y="480688"/>
                </a:lnTo>
                <a:cubicBezTo>
                  <a:pt x="1456166" y="480688"/>
                  <a:pt x="1457474" y="481473"/>
                  <a:pt x="1458049" y="482415"/>
                </a:cubicBezTo>
                <a:lnTo>
                  <a:pt x="1471967" y="506535"/>
                </a:lnTo>
                <a:cubicBezTo>
                  <a:pt x="1472543" y="507478"/>
                  <a:pt x="1472543" y="509047"/>
                  <a:pt x="1471967" y="509989"/>
                </a:cubicBezTo>
                <a:lnTo>
                  <a:pt x="1458049" y="534108"/>
                </a:lnTo>
                <a:cubicBezTo>
                  <a:pt x="1457526" y="535050"/>
                  <a:pt x="1456166" y="535835"/>
                  <a:pt x="1455067" y="535835"/>
                </a:cubicBezTo>
                <a:lnTo>
                  <a:pt x="1427180" y="535835"/>
                </a:lnTo>
                <a:cubicBezTo>
                  <a:pt x="1426081" y="535835"/>
                  <a:pt x="1424773" y="535050"/>
                  <a:pt x="1424197" y="534108"/>
                </a:cubicBezTo>
                <a:lnTo>
                  <a:pt x="1410280" y="509989"/>
                </a:lnTo>
                <a:cubicBezTo>
                  <a:pt x="1409704" y="509047"/>
                  <a:pt x="1409704" y="507478"/>
                  <a:pt x="1410280" y="506535"/>
                </a:cubicBezTo>
                <a:lnTo>
                  <a:pt x="1424197" y="482415"/>
                </a:lnTo>
                <a:cubicBezTo>
                  <a:pt x="1424720" y="481473"/>
                  <a:pt x="1426081" y="480688"/>
                  <a:pt x="1427180" y="480688"/>
                </a:cubicBezTo>
                <a:close/>
                <a:moveTo>
                  <a:pt x="2014700" y="415599"/>
                </a:moveTo>
                <a:lnTo>
                  <a:pt x="2024850" y="415599"/>
                </a:lnTo>
                <a:cubicBezTo>
                  <a:pt x="2025269" y="415599"/>
                  <a:pt x="2025740" y="415862"/>
                  <a:pt x="2025949" y="416227"/>
                </a:cubicBezTo>
                <a:lnTo>
                  <a:pt x="2031024" y="425018"/>
                </a:lnTo>
                <a:cubicBezTo>
                  <a:pt x="2031234" y="425384"/>
                  <a:pt x="2031234" y="425906"/>
                  <a:pt x="2031024" y="426273"/>
                </a:cubicBezTo>
                <a:lnTo>
                  <a:pt x="2025949" y="435064"/>
                </a:lnTo>
                <a:cubicBezTo>
                  <a:pt x="2025740" y="435429"/>
                  <a:pt x="2025269" y="435692"/>
                  <a:pt x="2024850" y="435692"/>
                </a:cubicBezTo>
                <a:lnTo>
                  <a:pt x="2014700" y="435692"/>
                </a:lnTo>
                <a:cubicBezTo>
                  <a:pt x="2014281" y="435692"/>
                  <a:pt x="2013811" y="435429"/>
                  <a:pt x="2013601" y="435064"/>
                </a:cubicBezTo>
                <a:lnTo>
                  <a:pt x="2008526" y="426273"/>
                </a:lnTo>
                <a:cubicBezTo>
                  <a:pt x="2008317" y="425906"/>
                  <a:pt x="2008317" y="425384"/>
                  <a:pt x="2008526" y="425018"/>
                </a:cubicBezTo>
                <a:lnTo>
                  <a:pt x="2013601" y="416227"/>
                </a:lnTo>
                <a:cubicBezTo>
                  <a:pt x="2013811" y="415862"/>
                  <a:pt x="2014281" y="415599"/>
                  <a:pt x="2014700" y="415599"/>
                </a:cubicBezTo>
                <a:close/>
                <a:moveTo>
                  <a:pt x="1683608" y="414710"/>
                </a:moveTo>
                <a:lnTo>
                  <a:pt x="1694648" y="414710"/>
                </a:lnTo>
                <a:cubicBezTo>
                  <a:pt x="1695119" y="414710"/>
                  <a:pt x="1695643" y="415023"/>
                  <a:pt x="1695852" y="415389"/>
                </a:cubicBezTo>
                <a:lnTo>
                  <a:pt x="1701398" y="424965"/>
                </a:lnTo>
                <a:cubicBezTo>
                  <a:pt x="1701607" y="425330"/>
                  <a:pt x="1701607" y="425959"/>
                  <a:pt x="1701398" y="426324"/>
                </a:cubicBezTo>
                <a:lnTo>
                  <a:pt x="1695852" y="435899"/>
                </a:lnTo>
                <a:cubicBezTo>
                  <a:pt x="1695590" y="436267"/>
                  <a:pt x="1695067" y="436580"/>
                  <a:pt x="1694648" y="436580"/>
                </a:cubicBezTo>
                <a:lnTo>
                  <a:pt x="1683608" y="436580"/>
                </a:lnTo>
                <a:cubicBezTo>
                  <a:pt x="1683138" y="436580"/>
                  <a:pt x="1682614" y="436267"/>
                  <a:pt x="1682405" y="435899"/>
                </a:cubicBezTo>
                <a:lnTo>
                  <a:pt x="1676859" y="426324"/>
                </a:lnTo>
                <a:cubicBezTo>
                  <a:pt x="1676650" y="425959"/>
                  <a:pt x="1676650" y="425330"/>
                  <a:pt x="1676859" y="424965"/>
                </a:cubicBezTo>
                <a:lnTo>
                  <a:pt x="1682405" y="415389"/>
                </a:lnTo>
                <a:cubicBezTo>
                  <a:pt x="1682667" y="415023"/>
                  <a:pt x="1683190" y="414710"/>
                  <a:pt x="1683608" y="414710"/>
                </a:cubicBezTo>
                <a:close/>
                <a:moveTo>
                  <a:pt x="1931405" y="414395"/>
                </a:moveTo>
                <a:lnTo>
                  <a:pt x="1942811" y="414395"/>
                </a:lnTo>
                <a:cubicBezTo>
                  <a:pt x="1943229" y="414395"/>
                  <a:pt x="1943805" y="414710"/>
                  <a:pt x="1944014" y="415075"/>
                </a:cubicBezTo>
                <a:lnTo>
                  <a:pt x="1949717" y="424965"/>
                </a:lnTo>
                <a:cubicBezTo>
                  <a:pt x="1949926" y="425330"/>
                  <a:pt x="1949926" y="426010"/>
                  <a:pt x="1949717" y="426377"/>
                </a:cubicBezTo>
                <a:lnTo>
                  <a:pt x="1944014" y="436265"/>
                </a:lnTo>
                <a:cubicBezTo>
                  <a:pt x="1943805" y="436632"/>
                  <a:pt x="1943281" y="436946"/>
                  <a:pt x="1942811" y="436946"/>
                </a:cubicBezTo>
                <a:lnTo>
                  <a:pt x="1931405" y="436946"/>
                </a:lnTo>
                <a:cubicBezTo>
                  <a:pt x="1930986" y="436946"/>
                  <a:pt x="1930410" y="436632"/>
                  <a:pt x="1930201" y="436265"/>
                </a:cubicBezTo>
                <a:lnTo>
                  <a:pt x="1924498" y="426377"/>
                </a:lnTo>
                <a:cubicBezTo>
                  <a:pt x="1924289" y="426010"/>
                  <a:pt x="1924289" y="425330"/>
                  <a:pt x="1924498" y="424965"/>
                </a:cubicBezTo>
                <a:lnTo>
                  <a:pt x="1930201" y="415075"/>
                </a:lnTo>
                <a:cubicBezTo>
                  <a:pt x="1930410" y="414710"/>
                  <a:pt x="1930934" y="414395"/>
                  <a:pt x="1931405" y="414395"/>
                </a:cubicBezTo>
                <a:close/>
                <a:moveTo>
                  <a:pt x="1351993" y="412774"/>
                </a:moveTo>
                <a:lnTo>
                  <a:pt x="1365073" y="412774"/>
                </a:lnTo>
                <a:cubicBezTo>
                  <a:pt x="1365597" y="412774"/>
                  <a:pt x="1366225" y="413088"/>
                  <a:pt x="1366486" y="413558"/>
                </a:cubicBezTo>
                <a:lnTo>
                  <a:pt x="1373026" y="424860"/>
                </a:lnTo>
                <a:cubicBezTo>
                  <a:pt x="1373288" y="425330"/>
                  <a:pt x="1373288" y="426010"/>
                  <a:pt x="1373026" y="426481"/>
                </a:cubicBezTo>
                <a:lnTo>
                  <a:pt x="1366486" y="437783"/>
                </a:lnTo>
                <a:cubicBezTo>
                  <a:pt x="1366225" y="438202"/>
                  <a:pt x="1365597" y="438569"/>
                  <a:pt x="1365073" y="438569"/>
                </a:cubicBezTo>
                <a:lnTo>
                  <a:pt x="1351993" y="438569"/>
                </a:lnTo>
                <a:cubicBezTo>
                  <a:pt x="1351470" y="438569"/>
                  <a:pt x="1350842" y="438254"/>
                  <a:pt x="1350580" y="437783"/>
                </a:cubicBezTo>
                <a:lnTo>
                  <a:pt x="1344040" y="426481"/>
                </a:lnTo>
                <a:cubicBezTo>
                  <a:pt x="1343779" y="426010"/>
                  <a:pt x="1343779" y="425330"/>
                  <a:pt x="1344040" y="424860"/>
                </a:cubicBezTo>
                <a:lnTo>
                  <a:pt x="1350580" y="413558"/>
                </a:lnTo>
                <a:cubicBezTo>
                  <a:pt x="1350842" y="413140"/>
                  <a:pt x="1351470" y="412774"/>
                  <a:pt x="1351993" y="412774"/>
                </a:cubicBezTo>
                <a:close/>
                <a:moveTo>
                  <a:pt x="1764812" y="411780"/>
                </a:moveTo>
                <a:lnTo>
                  <a:pt x="1778782" y="411780"/>
                </a:lnTo>
                <a:cubicBezTo>
                  <a:pt x="1779358" y="411780"/>
                  <a:pt x="1780038" y="412199"/>
                  <a:pt x="1780300" y="412669"/>
                </a:cubicBezTo>
                <a:lnTo>
                  <a:pt x="1787258" y="424755"/>
                </a:lnTo>
                <a:cubicBezTo>
                  <a:pt x="1787520" y="425227"/>
                  <a:pt x="1787520" y="426011"/>
                  <a:pt x="1787258" y="426481"/>
                </a:cubicBezTo>
                <a:lnTo>
                  <a:pt x="1780300" y="438569"/>
                </a:lnTo>
                <a:cubicBezTo>
                  <a:pt x="1779986" y="439092"/>
                  <a:pt x="1779358" y="439457"/>
                  <a:pt x="1778782" y="439457"/>
                </a:cubicBezTo>
                <a:lnTo>
                  <a:pt x="1764812" y="439457"/>
                </a:lnTo>
                <a:cubicBezTo>
                  <a:pt x="1764237" y="439457"/>
                  <a:pt x="1763557" y="439039"/>
                  <a:pt x="1763295" y="438569"/>
                </a:cubicBezTo>
                <a:lnTo>
                  <a:pt x="1756336" y="426481"/>
                </a:lnTo>
                <a:cubicBezTo>
                  <a:pt x="1756075" y="426011"/>
                  <a:pt x="1756075" y="425227"/>
                  <a:pt x="1756336" y="424755"/>
                </a:cubicBezTo>
                <a:lnTo>
                  <a:pt x="1763295" y="412669"/>
                </a:lnTo>
                <a:cubicBezTo>
                  <a:pt x="1763609" y="412145"/>
                  <a:pt x="1764237" y="411780"/>
                  <a:pt x="1764812" y="411780"/>
                </a:cubicBezTo>
                <a:close/>
                <a:moveTo>
                  <a:pt x="1847062" y="411048"/>
                </a:moveTo>
                <a:lnTo>
                  <a:pt x="1861816" y="411048"/>
                </a:lnTo>
                <a:cubicBezTo>
                  <a:pt x="1862392" y="411048"/>
                  <a:pt x="1863072" y="411413"/>
                  <a:pt x="1863386" y="411937"/>
                </a:cubicBezTo>
                <a:lnTo>
                  <a:pt x="1870763" y="424755"/>
                </a:lnTo>
                <a:cubicBezTo>
                  <a:pt x="1871077" y="425279"/>
                  <a:pt x="1871077" y="426063"/>
                  <a:pt x="1870763" y="426587"/>
                </a:cubicBezTo>
                <a:lnTo>
                  <a:pt x="1863386" y="439406"/>
                </a:lnTo>
                <a:cubicBezTo>
                  <a:pt x="1863124" y="439876"/>
                  <a:pt x="1862392" y="440295"/>
                  <a:pt x="1861816" y="440295"/>
                </a:cubicBezTo>
                <a:lnTo>
                  <a:pt x="1847062" y="440295"/>
                </a:lnTo>
                <a:cubicBezTo>
                  <a:pt x="1846486" y="440295"/>
                  <a:pt x="1845806" y="439929"/>
                  <a:pt x="1845492" y="439406"/>
                </a:cubicBezTo>
                <a:lnTo>
                  <a:pt x="1838114" y="426587"/>
                </a:lnTo>
                <a:cubicBezTo>
                  <a:pt x="1837801" y="426063"/>
                  <a:pt x="1837801" y="425279"/>
                  <a:pt x="1838114" y="424755"/>
                </a:cubicBezTo>
                <a:lnTo>
                  <a:pt x="1845492" y="411937"/>
                </a:lnTo>
                <a:cubicBezTo>
                  <a:pt x="1845754" y="411467"/>
                  <a:pt x="1846486" y="411048"/>
                  <a:pt x="1847062" y="411048"/>
                </a:cubicBezTo>
                <a:close/>
                <a:moveTo>
                  <a:pt x="772478" y="411048"/>
                </a:moveTo>
                <a:lnTo>
                  <a:pt x="787232" y="411048"/>
                </a:lnTo>
                <a:cubicBezTo>
                  <a:pt x="787808" y="411048"/>
                  <a:pt x="788488" y="411413"/>
                  <a:pt x="788802" y="411937"/>
                </a:cubicBezTo>
                <a:lnTo>
                  <a:pt x="796179" y="424755"/>
                </a:lnTo>
                <a:cubicBezTo>
                  <a:pt x="796493" y="425279"/>
                  <a:pt x="796493" y="426063"/>
                  <a:pt x="796179" y="426587"/>
                </a:cubicBezTo>
                <a:lnTo>
                  <a:pt x="788802" y="439406"/>
                </a:lnTo>
                <a:cubicBezTo>
                  <a:pt x="788540" y="439876"/>
                  <a:pt x="787808" y="440295"/>
                  <a:pt x="787232" y="440295"/>
                </a:cubicBezTo>
                <a:lnTo>
                  <a:pt x="772478" y="440295"/>
                </a:lnTo>
                <a:cubicBezTo>
                  <a:pt x="771902" y="440295"/>
                  <a:pt x="771222" y="439929"/>
                  <a:pt x="770908" y="439406"/>
                </a:cubicBezTo>
                <a:lnTo>
                  <a:pt x="763530" y="426587"/>
                </a:lnTo>
                <a:cubicBezTo>
                  <a:pt x="763217" y="426063"/>
                  <a:pt x="763217" y="425279"/>
                  <a:pt x="763530" y="424755"/>
                </a:cubicBezTo>
                <a:lnTo>
                  <a:pt x="770908" y="411937"/>
                </a:lnTo>
                <a:cubicBezTo>
                  <a:pt x="771170" y="411467"/>
                  <a:pt x="771902" y="411048"/>
                  <a:pt x="772478" y="411048"/>
                </a:cubicBezTo>
                <a:close/>
                <a:moveTo>
                  <a:pt x="1516284" y="410786"/>
                </a:moveTo>
                <a:lnTo>
                  <a:pt x="1531300" y="410786"/>
                </a:lnTo>
                <a:cubicBezTo>
                  <a:pt x="1531928" y="410786"/>
                  <a:pt x="1532608" y="411205"/>
                  <a:pt x="1532922" y="411728"/>
                </a:cubicBezTo>
                <a:lnTo>
                  <a:pt x="1540456" y="424755"/>
                </a:lnTo>
                <a:cubicBezTo>
                  <a:pt x="1540770" y="425279"/>
                  <a:pt x="1540770" y="426116"/>
                  <a:pt x="1540456" y="426638"/>
                </a:cubicBezTo>
                <a:lnTo>
                  <a:pt x="1532922" y="439668"/>
                </a:lnTo>
                <a:cubicBezTo>
                  <a:pt x="1532608" y="440190"/>
                  <a:pt x="1531876" y="440609"/>
                  <a:pt x="1531300" y="440609"/>
                </a:cubicBezTo>
                <a:lnTo>
                  <a:pt x="1516284" y="440609"/>
                </a:lnTo>
                <a:cubicBezTo>
                  <a:pt x="1515656" y="440609"/>
                  <a:pt x="1514976" y="440190"/>
                  <a:pt x="1514662" y="439668"/>
                </a:cubicBezTo>
                <a:lnTo>
                  <a:pt x="1507127" y="426638"/>
                </a:lnTo>
                <a:cubicBezTo>
                  <a:pt x="1506814" y="426116"/>
                  <a:pt x="1506814" y="425279"/>
                  <a:pt x="1507127" y="424755"/>
                </a:cubicBezTo>
                <a:lnTo>
                  <a:pt x="1514662" y="411728"/>
                </a:lnTo>
                <a:cubicBezTo>
                  <a:pt x="1514976" y="411205"/>
                  <a:pt x="1515708" y="410786"/>
                  <a:pt x="1516284" y="410786"/>
                </a:cubicBezTo>
                <a:close/>
                <a:moveTo>
                  <a:pt x="1268070" y="410262"/>
                </a:moveTo>
                <a:lnTo>
                  <a:pt x="1283661" y="410262"/>
                </a:lnTo>
                <a:cubicBezTo>
                  <a:pt x="1284289" y="410262"/>
                  <a:pt x="1285022" y="410681"/>
                  <a:pt x="1285336" y="411205"/>
                </a:cubicBezTo>
                <a:lnTo>
                  <a:pt x="1293132" y="424703"/>
                </a:lnTo>
                <a:cubicBezTo>
                  <a:pt x="1293446" y="425227"/>
                  <a:pt x="1293446" y="426116"/>
                  <a:pt x="1293132" y="426640"/>
                </a:cubicBezTo>
                <a:lnTo>
                  <a:pt x="1285336" y="440139"/>
                </a:lnTo>
                <a:cubicBezTo>
                  <a:pt x="1285022" y="440661"/>
                  <a:pt x="1284289" y="441080"/>
                  <a:pt x="1283661" y="441080"/>
                </a:cubicBezTo>
                <a:lnTo>
                  <a:pt x="1268070" y="441080"/>
                </a:lnTo>
                <a:cubicBezTo>
                  <a:pt x="1267442" y="441080"/>
                  <a:pt x="1266709" y="440661"/>
                  <a:pt x="1266395" y="440139"/>
                </a:cubicBezTo>
                <a:lnTo>
                  <a:pt x="1258599" y="426640"/>
                </a:lnTo>
                <a:cubicBezTo>
                  <a:pt x="1258286" y="426116"/>
                  <a:pt x="1258286" y="425227"/>
                  <a:pt x="1258599" y="424703"/>
                </a:cubicBezTo>
                <a:lnTo>
                  <a:pt x="1266395" y="411205"/>
                </a:lnTo>
                <a:cubicBezTo>
                  <a:pt x="1266709" y="410681"/>
                  <a:pt x="1267442" y="410262"/>
                  <a:pt x="1268070" y="410262"/>
                </a:cubicBezTo>
                <a:close/>
                <a:moveTo>
                  <a:pt x="1598638" y="410212"/>
                </a:moveTo>
                <a:lnTo>
                  <a:pt x="1614282" y="410212"/>
                </a:lnTo>
                <a:cubicBezTo>
                  <a:pt x="1614910" y="410212"/>
                  <a:pt x="1615642" y="410629"/>
                  <a:pt x="1615956" y="411153"/>
                </a:cubicBezTo>
                <a:lnTo>
                  <a:pt x="1623752" y="424703"/>
                </a:lnTo>
                <a:cubicBezTo>
                  <a:pt x="1624066" y="425227"/>
                  <a:pt x="1624066" y="426116"/>
                  <a:pt x="1623752" y="426640"/>
                </a:cubicBezTo>
                <a:lnTo>
                  <a:pt x="1615956" y="440190"/>
                </a:lnTo>
                <a:cubicBezTo>
                  <a:pt x="1615642" y="440714"/>
                  <a:pt x="1614910" y="441133"/>
                  <a:pt x="1614282" y="441133"/>
                </a:cubicBezTo>
                <a:lnTo>
                  <a:pt x="1598638" y="441133"/>
                </a:lnTo>
                <a:cubicBezTo>
                  <a:pt x="1598010" y="441133"/>
                  <a:pt x="1597277" y="440714"/>
                  <a:pt x="1596963" y="440190"/>
                </a:cubicBezTo>
                <a:lnTo>
                  <a:pt x="1589167" y="426640"/>
                </a:lnTo>
                <a:cubicBezTo>
                  <a:pt x="1588854" y="426116"/>
                  <a:pt x="1588854" y="425227"/>
                  <a:pt x="1589167" y="424703"/>
                </a:cubicBezTo>
                <a:lnTo>
                  <a:pt x="1596963" y="411153"/>
                </a:lnTo>
                <a:cubicBezTo>
                  <a:pt x="1597277" y="410629"/>
                  <a:pt x="1598010" y="410212"/>
                  <a:pt x="1598638" y="410212"/>
                </a:cubicBezTo>
                <a:close/>
                <a:moveTo>
                  <a:pt x="1433354" y="410212"/>
                </a:moveTo>
                <a:lnTo>
                  <a:pt x="1448998" y="410212"/>
                </a:lnTo>
                <a:cubicBezTo>
                  <a:pt x="1449626" y="410212"/>
                  <a:pt x="1450358" y="410629"/>
                  <a:pt x="1450672" y="411153"/>
                </a:cubicBezTo>
                <a:lnTo>
                  <a:pt x="1458468" y="424703"/>
                </a:lnTo>
                <a:cubicBezTo>
                  <a:pt x="1458782" y="425227"/>
                  <a:pt x="1458782" y="426116"/>
                  <a:pt x="1458468" y="426640"/>
                </a:cubicBezTo>
                <a:lnTo>
                  <a:pt x="1450672" y="440190"/>
                </a:lnTo>
                <a:cubicBezTo>
                  <a:pt x="1450358" y="440714"/>
                  <a:pt x="1449626" y="441133"/>
                  <a:pt x="1448998" y="441133"/>
                </a:cubicBezTo>
                <a:lnTo>
                  <a:pt x="1433354" y="441133"/>
                </a:lnTo>
                <a:cubicBezTo>
                  <a:pt x="1432726" y="441133"/>
                  <a:pt x="1431993" y="440714"/>
                  <a:pt x="1431679" y="440190"/>
                </a:cubicBezTo>
                <a:lnTo>
                  <a:pt x="1423883" y="426640"/>
                </a:lnTo>
                <a:cubicBezTo>
                  <a:pt x="1423570" y="426116"/>
                  <a:pt x="1423570" y="425227"/>
                  <a:pt x="1423883" y="424703"/>
                </a:cubicBezTo>
                <a:lnTo>
                  <a:pt x="1431679" y="411153"/>
                </a:lnTo>
                <a:cubicBezTo>
                  <a:pt x="1431993" y="410629"/>
                  <a:pt x="1432726" y="410212"/>
                  <a:pt x="1433354" y="410212"/>
                </a:cubicBezTo>
                <a:close/>
                <a:moveTo>
                  <a:pt x="1185296" y="410054"/>
                </a:moveTo>
                <a:lnTo>
                  <a:pt x="1201045" y="410054"/>
                </a:lnTo>
                <a:cubicBezTo>
                  <a:pt x="1201673" y="410054"/>
                  <a:pt x="1202405" y="410524"/>
                  <a:pt x="1202719" y="411048"/>
                </a:cubicBezTo>
                <a:lnTo>
                  <a:pt x="1210568" y="424652"/>
                </a:lnTo>
                <a:cubicBezTo>
                  <a:pt x="1210881" y="425174"/>
                  <a:pt x="1210881" y="426063"/>
                  <a:pt x="1210568" y="426587"/>
                </a:cubicBezTo>
                <a:lnTo>
                  <a:pt x="1202719" y="440190"/>
                </a:lnTo>
                <a:cubicBezTo>
                  <a:pt x="1202405" y="440766"/>
                  <a:pt x="1201673" y="441184"/>
                  <a:pt x="1201045" y="441184"/>
                </a:cubicBezTo>
                <a:lnTo>
                  <a:pt x="1185296" y="441184"/>
                </a:lnTo>
                <a:cubicBezTo>
                  <a:pt x="1184668" y="441184"/>
                  <a:pt x="1183936" y="440714"/>
                  <a:pt x="1183622" y="440190"/>
                </a:cubicBezTo>
                <a:lnTo>
                  <a:pt x="1175773" y="426587"/>
                </a:lnTo>
                <a:cubicBezTo>
                  <a:pt x="1175460" y="426063"/>
                  <a:pt x="1175460" y="425174"/>
                  <a:pt x="1175773" y="424652"/>
                </a:cubicBezTo>
                <a:lnTo>
                  <a:pt x="1183622" y="411048"/>
                </a:lnTo>
                <a:cubicBezTo>
                  <a:pt x="1183936" y="410473"/>
                  <a:pt x="1184668" y="410054"/>
                  <a:pt x="1185296" y="410054"/>
                </a:cubicBezTo>
                <a:close/>
                <a:moveTo>
                  <a:pt x="936872" y="409164"/>
                </a:moveTo>
                <a:lnTo>
                  <a:pt x="953511" y="409164"/>
                </a:lnTo>
                <a:cubicBezTo>
                  <a:pt x="954139" y="409164"/>
                  <a:pt x="954976" y="409635"/>
                  <a:pt x="955290" y="410210"/>
                </a:cubicBezTo>
                <a:lnTo>
                  <a:pt x="963609" y="424598"/>
                </a:lnTo>
                <a:cubicBezTo>
                  <a:pt x="963923" y="425174"/>
                  <a:pt x="963923" y="426063"/>
                  <a:pt x="963609" y="426638"/>
                </a:cubicBezTo>
                <a:lnTo>
                  <a:pt x="955290" y="441028"/>
                </a:lnTo>
                <a:cubicBezTo>
                  <a:pt x="954976" y="441603"/>
                  <a:pt x="954191" y="442073"/>
                  <a:pt x="953511" y="442073"/>
                </a:cubicBezTo>
                <a:lnTo>
                  <a:pt x="936872" y="442073"/>
                </a:lnTo>
                <a:cubicBezTo>
                  <a:pt x="936245" y="442073"/>
                  <a:pt x="935407" y="441603"/>
                  <a:pt x="935093" y="441028"/>
                </a:cubicBezTo>
                <a:lnTo>
                  <a:pt x="926774" y="426638"/>
                </a:lnTo>
                <a:cubicBezTo>
                  <a:pt x="926461" y="426063"/>
                  <a:pt x="926461" y="425174"/>
                  <a:pt x="926774" y="424598"/>
                </a:cubicBezTo>
                <a:lnTo>
                  <a:pt x="935093" y="410210"/>
                </a:lnTo>
                <a:cubicBezTo>
                  <a:pt x="935407" y="409635"/>
                  <a:pt x="936192" y="409164"/>
                  <a:pt x="936872" y="409164"/>
                </a:cubicBezTo>
                <a:close/>
                <a:moveTo>
                  <a:pt x="1102052" y="408954"/>
                </a:moveTo>
                <a:lnTo>
                  <a:pt x="1118900" y="408954"/>
                </a:lnTo>
                <a:cubicBezTo>
                  <a:pt x="1119528" y="408954"/>
                  <a:pt x="1120365" y="409425"/>
                  <a:pt x="1120679" y="410000"/>
                </a:cubicBezTo>
                <a:lnTo>
                  <a:pt x="1129102" y="424598"/>
                </a:lnTo>
                <a:cubicBezTo>
                  <a:pt x="1129416" y="425174"/>
                  <a:pt x="1129416" y="426116"/>
                  <a:pt x="1129102" y="426691"/>
                </a:cubicBezTo>
                <a:lnTo>
                  <a:pt x="1120679" y="441289"/>
                </a:lnTo>
                <a:cubicBezTo>
                  <a:pt x="1120365" y="441864"/>
                  <a:pt x="1119580" y="442336"/>
                  <a:pt x="1118900" y="442336"/>
                </a:cubicBezTo>
                <a:lnTo>
                  <a:pt x="1102052" y="442336"/>
                </a:lnTo>
                <a:cubicBezTo>
                  <a:pt x="1101424" y="442336"/>
                  <a:pt x="1100587" y="441864"/>
                  <a:pt x="1100273" y="441289"/>
                </a:cubicBezTo>
                <a:lnTo>
                  <a:pt x="1091849" y="426691"/>
                </a:lnTo>
                <a:cubicBezTo>
                  <a:pt x="1091536" y="426116"/>
                  <a:pt x="1091536" y="425174"/>
                  <a:pt x="1091849" y="424598"/>
                </a:cubicBezTo>
                <a:lnTo>
                  <a:pt x="1100273" y="410000"/>
                </a:lnTo>
                <a:cubicBezTo>
                  <a:pt x="1100587" y="409425"/>
                  <a:pt x="1101372" y="408954"/>
                  <a:pt x="1102052" y="408954"/>
                </a:cubicBezTo>
                <a:close/>
                <a:moveTo>
                  <a:pt x="1019332" y="408746"/>
                </a:moveTo>
                <a:lnTo>
                  <a:pt x="1036441" y="408746"/>
                </a:lnTo>
                <a:cubicBezTo>
                  <a:pt x="1037122" y="408746"/>
                  <a:pt x="1037959" y="409218"/>
                  <a:pt x="1038273" y="409792"/>
                </a:cubicBezTo>
                <a:lnTo>
                  <a:pt x="1046801" y="424598"/>
                </a:lnTo>
                <a:cubicBezTo>
                  <a:pt x="1047115" y="425174"/>
                  <a:pt x="1047115" y="426116"/>
                  <a:pt x="1046801" y="426691"/>
                </a:cubicBezTo>
                <a:lnTo>
                  <a:pt x="1038273" y="441498"/>
                </a:lnTo>
                <a:cubicBezTo>
                  <a:pt x="1037959" y="442074"/>
                  <a:pt x="1037122" y="442546"/>
                  <a:pt x="1036441" y="442546"/>
                </a:cubicBezTo>
                <a:lnTo>
                  <a:pt x="1019332" y="442546"/>
                </a:lnTo>
                <a:cubicBezTo>
                  <a:pt x="1018652" y="442546"/>
                  <a:pt x="1017815" y="442074"/>
                  <a:pt x="1017501" y="441498"/>
                </a:cubicBezTo>
                <a:lnTo>
                  <a:pt x="1008972" y="426691"/>
                </a:lnTo>
                <a:cubicBezTo>
                  <a:pt x="1008659" y="426116"/>
                  <a:pt x="1008659" y="425174"/>
                  <a:pt x="1008972" y="424598"/>
                </a:cubicBezTo>
                <a:lnTo>
                  <a:pt x="1017501" y="409792"/>
                </a:lnTo>
                <a:cubicBezTo>
                  <a:pt x="1017815" y="409218"/>
                  <a:pt x="1018652" y="408746"/>
                  <a:pt x="1019332" y="408746"/>
                </a:cubicBezTo>
                <a:close/>
                <a:moveTo>
                  <a:pt x="853891" y="408484"/>
                </a:moveTo>
                <a:lnTo>
                  <a:pt x="871209" y="408484"/>
                </a:lnTo>
                <a:cubicBezTo>
                  <a:pt x="871942" y="408484"/>
                  <a:pt x="872727" y="409006"/>
                  <a:pt x="873093" y="409582"/>
                </a:cubicBezTo>
                <a:lnTo>
                  <a:pt x="881778" y="424598"/>
                </a:lnTo>
                <a:cubicBezTo>
                  <a:pt x="882144" y="425174"/>
                  <a:pt x="882144" y="426169"/>
                  <a:pt x="881778" y="426743"/>
                </a:cubicBezTo>
                <a:lnTo>
                  <a:pt x="873093" y="441761"/>
                </a:lnTo>
                <a:cubicBezTo>
                  <a:pt x="872727" y="442388"/>
                  <a:pt x="871889" y="442859"/>
                  <a:pt x="871209" y="442859"/>
                </a:cubicBezTo>
                <a:lnTo>
                  <a:pt x="853891" y="442859"/>
                </a:lnTo>
                <a:cubicBezTo>
                  <a:pt x="853158" y="442859"/>
                  <a:pt x="852373" y="442336"/>
                  <a:pt x="852007" y="441761"/>
                </a:cubicBezTo>
                <a:lnTo>
                  <a:pt x="843322" y="426743"/>
                </a:lnTo>
                <a:cubicBezTo>
                  <a:pt x="842955" y="426169"/>
                  <a:pt x="842955" y="425174"/>
                  <a:pt x="843322" y="424598"/>
                </a:cubicBezTo>
                <a:lnTo>
                  <a:pt x="852007" y="409582"/>
                </a:lnTo>
                <a:cubicBezTo>
                  <a:pt x="852373" y="408954"/>
                  <a:pt x="853211" y="408484"/>
                  <a:pt x="853891" y="408484"/>
                </a:cubicBezTo>
                <a:close/>
                <a:moveTo>
                  <a:pt x="687298" y="406025"/>
                </a:moveTo>
                <a:lnTo>
                  <a:pt x="707180" y="406025"/>
                </a:lnTo>
                <a:cubicBezTo>
                  <a:pt x="707965" y="406025"/>
                  <a:pt x="708959" y="406549"/>
                  <a:pt x="709326" y="407228"/>
                </a:cubicBezTo>
                <a:lnTo>
                  <a:pt x="719267" y="424442"/>
                </a:lnTo>
                <a:cubicBezTo>
                  <a:pt x="719633" y="425122"/>
                  <a:pt x="719633" y="426221"/>
                  <a:pt x="719267" y="426901"/>
                </a:cubicBezTo>
                <a:lnTo>
                  <a:pt x="709326" y="444115"/>
                </a:lnTo>
                <a:cubicBezTo>
                  <a:pt x="708907" y="444742"/>
                  <a:pt x="707965" y="445318"/>
                  <a:pt x="707180" y="445318"/>
                </a:cubicBezTo>
                <a:lnTo>
                  <a:pt x="687298" y="445318"/>
                </a:lnTo>
                <a:cubicBezTo>
                  <a:pt x="686513" y="445318"/>
                  <a:pt x="685519" y="444795"/>
                  <a:pt x="685153" y="444115"/>
                </a:cubicBezTo>
                <a:lnTo>
                  <a:pt x="675212" y="426901"/>
                </a:lnTo>
                <a:cubicBezTo>
                  <a:pt x="674845" y="426221"/>
                  <a:pt x="674845" y="425122"/>
                  <a:pt x="675212" y="424442"/>
                </a:cubicBezTo>
                <a:lnTo>
                  <a:pt x="685153" y="407228"/>
                </a:lnTo>
                <a:cubicBezTo>
                  <a:pt x="685571" y="406601"/>
                  <a:pt x="686513" y="406025"/>
                  <a:pt x="687298" y="406025"/>
                </a:cubicBezTo>
                <a:close/>
                <a:moveTo>
                  <a:pt x="2015485" y="334550"/>
                </a:moveTo>
                <a:lnTo>
                  <a:pt x="2024014" y="334550"/>
                </a:lnTo>
                <a:cubicBezTo>
                  <a:pt x="2024328" y="334550"/>
                  <a:pt x="2024746" y="334759"/>
                  <a:pt x="2024903" y="335073"/>
                </a:cubicBezTo>
                <a:lnTo>
                  <a:pt x="2029141" y="342451"/>
                </a:lnTo>
                <a:cubicBezTo>
                  <a:pt x="2029298" y="342711"/>
                  <a:pt x="2029298" y="343183"/>
                  <a:pt x="2029141" y="343497"/>
                </a:cubicBezTo>
                <a:lnTo>
                  <a:pt x="2024903" y="350874"/>
                </a:lnTo>
                <a:cubicBezTo>
                  <a:pt x="2024746" y="351136"/>
                  <a:pt x="2024328" y="351398"/>
                  <a:pt x="2024014" y="351398"/>
                </a:cubicBezTo>
                <a:lnTo>
                  <a:pt x="2015485" y="351398"/>
                </a:lnTo>
                <a:cubicBezTo>
                  <a:pt x="2015172" y="351398"/>
                  <a:pt x="2014753" y="351188"/>
                  <a:pt x="2014596" y="350874"/>
                </a:cubicBezTo>
                <a:lnTo>
                  <a:pt x="2010358" y="343497"/>
                </a:lnTo>
                <a:cubicBezTo>
                  <a:pt x="2010201" y="343234"/>
                  <a:pt x="2010201" y="342764"/>
                  <a:pt x="2010358" y="342451"/>
                </a:cubicBezTo>
                <a:lnTo>
                  <a:pt x="2014596" y="335073"/>
                </a:lnTo>
                <a:cubicBezTo>
                  <a:pt x="2014753" y="334812"/>
                  <a:pt x="2015172" y="334550"/>
                  <a:pt x="2015485" y="334550"/>
                </a:cubicBezTo>
                <a:close/>
                <a:moveTo>
                  <a:pt x="1683608" y="332039"/>
                </a:moveTo>
                <a:lnTo>
                  <a:pt x="1694700" y="332039"/>
                </a:lnTo>
                <a:cubicBezTo>
                  <a:pt x="1695171" y="332039"/>
                  <a:pt x="1695695" y="332353"/>
                  <a:pt x="1695904" y="332719"/>
                </a:cubicBezTo>
                <a:lnTo>
                  <a:pt x="1701450" y="342346"/>
                </a:lnTo>
                <a:cubicBezTo>
                  <a:pt x="1701659" y="342714"/>
                  <a:pt x="1701659" y="343341"/>
                  <a:pt x="1701450" y="343707"/>
                </a:cubicBezTo>
                <a:lnTo>
                  <a:pt x="1695904" y="353334"/>
                </a:lnTo>
                <a:cubicBezTo>
                  <a:pt x="1695695" y="353700"/>
                  <a:pt x="1695119" y="354015"/>
                  <a:pt x="1694700" y="354015"/>
                </a:cubicBezTo>
                <a:lnTo>
                  <a:pt x="1683608" y="354015"/>
                </a:lnTo>
                <a:cubicBezTo>
                  <a:pt x="1683138" y="354015"/>
                  <a:pt x="1682614" y="353700"/>
                  <a:pt x="1682405" y="353334"/>
                </a:cubicBezTo>
                <a:lnTo>
                  <a:pt x="1676859" y="343707"/>
                </a:lnTo>
                <a:cubicBezTo>
                  <a:pt x="1676650" y="343341"/>
                  <a:pt x="1676650" y="342714"/>
                  <a:pt x="1676859" y="342346"/>
                </a:cubicBezTo>
                <a:lnTo>
                  <a:pt x="1682405" y="332719"/>
                </a:lnTo>
                <a:cubicBezTo>
                  <a:pt x="1682614" y="332353"/>
                  <a:pt x="1683190" y="332039"/>
                  <a:pt x="1683608" y="332039"/>
                </a:cubicBezTo>
                <a:close/>
                <a:moveTo>
                  <a:pt x="1931509" y="331987"/>
                </a:moveTo>
                <a:lnTo>
                  <a:pt x="1942654" y="331987"/>
                </a:lnTo>
                <a:cubicBezTo>
                  <a:pt x="1943125" y="331987"/>
                  <a:pt x="1943648" y="332301"/>
                  <a:pt x="1943857" y="332667"/>
                </a:cubicBezTo>
                <a:lnTo>
                  <a:pt x="1949404" y="342294"/>
                </a:lnTo>
                <a:cubicBezTo>
                  <a:pt x="1949613" y="342661"/>
                  <a:pt x="1949613" y="343289"/>
                  <a:pt x="1949404" y="343655"/>
                </a:cubicBezTo>
                <a:lnTo>
                  <a:pt x="1943857" y="353282"/>
                </a:lnTo>
                <a:cubicBezTo>
                  <a:pt x="1943648" y="353648"/>
                  <a:pt x="1943072" y="353962"/>
                  <a:pt x="1942654" y="353962"/>
                </a:cubicBezTo>
                <a:lnTo>
                  <a:pt x="1931509" y="353962"/>
                </a:lnTo>
                <a:cubicBezTo>
                  <a:pt x="1931039" y="353962"/>
                  <a:pt x="1930515" y="353648"/>
                  <a:pt x="1930306" y="353282"/>
                </a:cubicBezTo>
                <a:lnTo>
                  <a:pt x="1924760" y="343655"/>
                </a:lnTo>
                <a:cubicBezTo>
                  <a:pt x="1924551" y="343289"/>
                  <a:pt x="1924551" y="342661"/>
                  <a:pt x="1924760" y="342294"/>
                </a:cubicBezTo>
                <a:lnTo>
                  <a:pt x="1930306" y="332667"/>
                </a:lnTo>
                <a:cubicBezTo>
                  <a:pt x="1930515" y="332301"/>
                  <a:pt x="1931091" y="331987"/>
                  <a:pt x="1931509" y="331987"/>
                </a:cubicBezTo>
                <a:close/>
                <a:moveTo>
                  <a:pt x="1269587" y="330626"/>
                </a:moveTo>
                <a:lnTo>
                  <a:pt x="1282092" y="330626"/>
                </a:lnTo>
                <a:cubicBezTo>
                  <a:pt x="1282615" y="330626"/>
                  <a:pt x="1283191" y="330992"/>
                  <a:pt x="1283452" y="331412"/>
                </a:cubicBezTo>
                <a:lnTo>
                  <a:pt x="1289678" y="342242"/>
                </a:lnTo>
                <a:cubicBezTo>
                  <a:pt x="1289940" y="342712"/>
                  <a:pt x="1289940" y="343392"/>
                  <a:pt x="1289678" y="343812"/>
                </a:cubicBezTo>
                <a:lnTo>
                  <a:pt x="1283452" y="354642"/>
                </a:lnTo>
                <a:cubicBezTo>
                  <a:pt x="1283191" y="355060"/>
                  <a:pt x="1282563" y="355427"/>
                  <a:pt x="1282092" y="355427"/>
                </a:cubicBezTo>
                <a:lnTo>
                  <a:pt x="1269587" y="355427"/>
                </a:lnTo>
                <a:cubicBezTo>
                  <a:pt x="1269064" y="355427"/>
                  <a:pt x="1268488" y="355060"/>
                  <a:pt x="1268227" y="354642"/>
                </a:cubicBezTo>
                <a:lnTo>
                  <a:pt x="1262000" y="343812"/>
                </a:lnTo>
                <a:cubicBezTo>
                  <a:pt x="1261739" y="343340"/>
                  <a:pt x="1261739" y="342661"/>
                  <a:pt x="1262000" y="342242"/>
                </a:cubicBezTo>
                <a:lnTo>
                  <a:pt x="1268227" y="331412"/>
                </a:lnTo>
                <a:cubicBezTo>
                  <a:pt x="1268488" y="330992"/>
                  <a:pt x="1269116" y="330626"/>
                  <a:pt x="1269587" y="330626"/>
                </a:cubicBezTo>
                <a:close/>
                <a:moveTo>
                  <a:pt x="1352151" y="330418"/>
                </a:moveTo>
                <a:lnTo>
                  <a:pt x="1364865" y="330418"/>
                </a:lnTo>
                <a:cubicBezTo>
                  <a:pt x="1365388" y="330418"/>
                  <a:pt x="1365964" y="330784"/>
                  <a:pt x="1366225" y="331202"/>
                </a:cubicBezTo>
                <a:lnTo>
                  <a:pt x="1372556" y="342190"/>
                </a:lnTo>
                <a:cubicBezTo>
                  <a:pt x="1372818" y="342608"/>
                  <a:pt x="1372818" y="343340"/>
                  <a:pt x="1372556" y="343760"/>
                </a:cubicBezTo>
                <a:lnTo>
                  <a:pt x="1366225" y="354747"/>
                </a:lnTo>
                <a:cubicBezTo>
                  <a:pt x="1365964" y="355165"/>
                  <a:pt x="1365388" y="355531"/>
                  <a:pt x="1364865" y="355531"/>
                </a:cubicBezTo>
                <a:lnTo>
                  <a:pt x="1352151" y="355531"/>
                </a:lnTo>
                <a:cubicBezTo>
                  <a:pt x="1351628" y="355531"/>
                  <a:pt x="1351052" y="355165"/>
                  <a:pt x="1350790" y="354747"/>
                </a:cubicBezTo>
                <a:lnTo>
                  <a:pt x="1344459" y="343760"/>
                </a:lnTo>
                <a:cubicBezTo>
                  <a:pt x="1344198" y="343340"/>
                  <a:pt x="1344198" y="342608"/>
                  <a:pt x="1344459" y="342190"/>
                </a:cubicBezTo>
                <a:lnTo>
                  <a:pt x="1350790" y="331202"/>
                </a:lnTo>
                <a:cubicBezTo>
                  <a:pt x="1351052" y="330784"/>
                  <a:pt x="1351628" y="330418"/>
                  <a:pt x="1352151" y="330418"/>
                </a:cubicBezTo>
                <a:close/>
                <a:moveTo>
                  <a:pt x="1104041" y="330208"/>
                </a:moveTo>
                <a:lnTo>
                  <a:pt x="1116965" y="330208"/>
                </a:lnTo>
                <a:cubicBezTo>
                  <a:pt x="1117436" y="330208"/>
                  <a:pt x="1118063" y="330574"/>
                  <a:pt x="1118325" y="330994"/>
                </a:cubicBezTo>
                <a:lnTo>
                  <a:pt x="1124760" y="342190"/>
                </a:lnTo>
                <a:cubicBezTo>
                  <a:pt x="1125022" y="342662"/>
                  <a:pt x="1125022" y="343394"/>
                  <a:pt x="1124760" y="343813"/>
                </a:cubicBezTo>
                <a:lnTo>
                  <a:pt x="1118325" y="355009"/>
                </a:lnTo>
                <a:cubicBezTo>
                  <a:pt x="1118116" y="355428"/>
                  <a:pt x="1117488" y="355793"/>
                  <a:pt x="1116965" y="355793"/>
                </a:cubicBezTo>
                <a:lnTo>
                  <a:pt x="1104041" y="355793"/>
                </a:lnTo>
                <a:cubicBezTo>
                  <a:pt x="1103570" y="355793"/>
                  <a:pt x="1102942" y="355428"/>
                  <a:pt x="1102681" y="355009"/>
                </a:cubicBezTo>
                <a:lnTo>
                  <a:pt x="1096245" y="343813"/>
                </a:lnTo>
                <a:cubicBezTo>
                  <a:pt x="1095984" y="343342"/>
                  <a:pt x="1095984" y="342609"/>
                  <a:pt x="1096245" y="342190"/>
                </a:cubicBezTo>
                <a:lnTo>
                  <a:pt x="1102681" y="330994"/>
                </a:lnTo>
                <a:cubicBezTo>
                  <a:pt x="1102890" y="330574"/>
                  <a:pt x="1103518" y="330208"/>
                  <a:pt x="1104041" y="330208"/>
                </a:cubicBezTo>
                <a:close/>
                <a:moveTo>
                  <a:pt x="1599737" y="329737"/>
                </a:moveTo>
                <a:lnTo>
                  <a:pt x="1613079" y="329737"/>
                </a:lnTo>
                <a:cubicBezTo>
                  <a:pt x="1613602" y="329737"/>
                  <a:pt x="1614230" y="330103"/>
                  <a:pt x="1614492" y="330574"/>
                </a:cubicBezTo>
                <a:lnTo>
                  <a:pt x="1621189" y="342137"/>
                </a:lnTo>
                <a:cubicBezTo>
                  <a:pt x="1621451" y="342608"/>
                  <a:pt x="1621451" y="343341"/>
                  <a:pt x="1621189" y="343812"/>
                </a:cubicBezTo>
                <a:lnTo>
                  <a:pt x="1614492" y="355375"/>
                </a:lnTo>
                <a:cubicBezTo>
                  <a:pt x="1614230" y="355846"/>
                  <a:pt x="1613602" y="356212"/>
                  <a:pt x="1613079" y="356212"/>
                </a:cubicBezTo>
                <a:lnTo>
                  <a:pt x="1599737" y="356212"/>
                </a:lnTo>
                <a:cubicBezTo>
                  <a:pt x="1599214" y="356212"/>
                  <a:pt x="1598586" y="355846"/>
                  <a:pt x="1598324" y="355375"/>
                </a:cubicBezTo>
                <a:lnTo>
                  <a:pt x="1591627" y="343812"/>
                </a:lnTo>
                <a:cubicBezTo>
                  <a:pt x="1591366" y="343341"/>
                  <a:pt x="1591366" y="342608"/>
                  <a:pt x="1591627" y="342137"/>
                </a:cubicBezTo>
                <a:lnTo>
                  <a:pt x="1598324" y="330574"/>
                </a:lnTo>
                <a:cubicBezTo>
                  <a:pt x="1598586" y="330103"/>
                  <a:pt x="1599214" y="329737"/>
                  <a:pt x="1599737" y="329737"/>
                </a:cubicBezTo>
                <a:close/>
                <a:moveTo>
                  <a:pt x="773158" y="329633"/>
                </a:moveTo>
                <a:lnTo>
                  <a:pt x="786657" y="329633"/>
                </a:lnTo>
                <a:cubicBezTo>
                  <a:pt x="787232" y="329633"/>
                  <a:pt x="787860" y="329999"/>
                  <a:pt x="788122" y="330470"/>
                </a:cubicBezTo>
                <a:lnTo>
                  <a:pt x="794871" y="342190"/>
                </a:lnTo>
                <a:cubicBezTo>
                  <a:pt x="795133" y="342661"/>
                  <a:pt x="795133" y="343394"/>
                  <a:pt x="794871" y="343865"/>
                </a:cubicBezTo>
                <a:lnTo>
                  <a:pt x="788122" y="355585"/>
                </a:lnTo>
                <a:cubicBezTo>
                  <a:pt x="787860" y="356055"/>
                  <a:pt x="787180" y="356422"/>
                  <a:pt x="786657" y="356422"/>
                </a:cubicBezTo>
                <a:lnTo>
                  <a:pt x="773158" y="356422"/>
                </a:lnTo>
                <a:cubicBezTo>
                  <a:pt x="772582" y="356422"/>
                  <a:pt x="771954" y="356055"/>
                  <a:pt x="771693" y="355585"/>
                </a:cubicBezTo>
                <a:lnTo>
                  <a:pt x="764943" y="343865"/>
                </a:lnTo>
                <a:cubicBezTo>
                  <a:pt x="764682" y="343394"/>
                  <a:pt x="764682" y="342661"/>
                  <a:pt x="764943" y="342190"/>
                </a:cubicBezTo>
                <a:lnTo>
                  <a:pt x="771693" y="330470"/>
                </a:lnTo>
                <a:cubicBezTo>
                  <a:pt x="771954" y="329999"/>
                  <a:pt x="772635" y="329633"/>
                  <a:pt x="773158" y="329633"/>
                </a:cubicBezTo>
                <a:close/>
                <a:moveTo>
                  <a:pt x="1186395" y="329581"/>
                </a:moveTo>
                <a:lnTo>
                  <a:pt x="1199946" y="329581"/>
                </a:lnTo>
                <a:cubicBezTo>
                  <a:pt x="1200470" y="329581"/>
                  <a:pt x="1201150" y="329947"/>
                  <a:pt x="1201411" y="330418"/>
                </a:cubicBezTo>
                <a:lnTo>
                  <a:pt x="1208213" y="342137"/>
                </a:lnTo>
                <a:cubicBezTo>
                  <a:pt x="1208475" y="342608"/>
                  <a:pt x="1208475" y="343342"/>
                  <a:pt x="1208213" y="343813"/>
                </a:cubicBezTo>
                <a:lnTo>
                  <a:pt x="1201411" y="355533"/>
                </a:lnTo>
                <a:cubicBezTo>
                  <a:pt x="1201150" y="356003"/>
                  <a:pt x="1200470" y="356370"/>
                  <a:pt x="1199946" y="356370"/>
                </a:cubicBezTo>
                <a:lnTo>
                  <a:pt x="1186395" y="356370"/>
                </a:lnTo>
                <a:cubicBezTo>
                  <a:pt x="1185872" y="356370"/>
                  <a:pt x="1185192" y="356003"/>
                  <a:pt x="1184930" y="355533"/>
                </a:cubicBezTo>
                <a:lnTo>
                  <a:pt x="1178128" y="343813"/>
                </a:lnTo>
                <a:cubicBezTo>
                  <a:pt x="1177867" y="343342"/>
                  <a:pt x="1177867" y="342608"/>
                  <a:pt x="1178128" y="342137"/>
                </a:cubicBezTo>
                <a:lnTo>
                  <a:pt x="1184930" y="330418"/>
                </a:lnTo>
                <a:cubicBezTo>
                  <a:pt x="1185192" y="329947"/>
                  <a:pt x="1185872" y="329581"/>
                  <a:pt x="1186395" y="329581"/>
                </a:cubicBezTo>
                <a:close/>
                <a:moveTo>
                  <a:pt x="1434191" y="329161"/>
                </a:moveTo>
                <a:lnTo>
                  <a:pt x="1448161" y="329161"/>
                </a:lnTo>
                <a:cubicBezTo>
                  <a:pt x="1448737" y="329161"/>
                  <a:pt x="1449417" y="329580"/>
                  <a:pt x="1449679" y="330050"/>
                </a:cubicBezTo>
                <a:lnTo>
                  <a:pt x="1456637" y="342137"/>
                </a:lnTo>
                <a:cubicBezTo>
                  <a:pt x="1456899" y="342608"/>
                  <a:pt x="1456899" y="343393"/>
                  <a:pt x="1456637" y="343863"/>
                </a:cubicBezTo>
                <a:lnTo>
                  <a:pt x="1449679" y="355951"/>
                </a:lnTo>
                <a:cubicBezTo>
                  <a:pt x="1449365" y="356473"/>
                  <a:pt x="1448737" y="356839"/>
                  <a:pt x="1448161" y="356839"/>
                </a:cubicBezTo>
                <a:lnTo>
                  <a:pt x="1434191" y="356839"/>
                </a:lnTo>
                <a:cubicBezTo>
                  <a:pt x="1433616" y="356839"/>
                  <a:pt x="1432936" y="356421"/>
                  <a:pt x="1432674" y="355951"/>
                </a:cubicBezTo>
                <a:lnTo>
                  <a:pt x="1425715" y="343863"/>
                </a:lnTo>
                <a:cubicBezTo>
                  <a:pt x="1425454" y="343393"/>
                  <a:pt x="1425454" y="342608"/>
                  <a:pt x="1425715" y="342137"/>
                </a:cubicBezTo>
                <a:lnTo>
                  <a:pt x="1432674" y="330050"/>
                </a:lnTo>
                <a:cubicBezTo>
                  <a:pt x="1432988" y="329527"/>
                  <a:pt x="1433616" y="329161"/>
                  <a:pt x="1434191" y="329161"/>
                </a:cubicBezTo>
                <a:close/>
                <a:moveTo>
                  <a:pt x="1020901" y="329161"/>
                </a:moveTo>
                <a:lnTo>
                  <a:pt x="1034871" y="329161"/>
                </a:lnTo>
                <a:cubicBezTo>
                  <a:pt x="1035447" y="329161"/>
                  <a:pt x="1036127" y="329581"/>
                  <a:pt x="1036389" y="330050"/>
                </a:cubicBezTo>
                <a:lnTo>
                  <a:pt x="1043347" y="342138"/>
                </a:lnTo>
                <a:cubicBezTo>
                  <a:pt x="1043609" y="342609"/>
                  <a:pt x="1043609" y="343394"/>
                  <a:pt x="1043347" y="343863"/>
                </a:cubicBezTo>
                <a:lnTo>
                  <a:pt x="1036389" y="355951"/>
                </a:lnTo>
                <a:cubicBezTo>
                  <a:pt x="1036075" y="356474"/>
                  <a:pt x="1035447" y="356840"/>
                  <a:pt x="1034871" y="356840"/>
                </a:cubicBezTo>
                <a:lnTo>
                  <a:pt x="1020901" y="356840"/>
                </a:lnTo>
                <a:cubicBezTo>
                  <a:pt x="1020326" y="356840"/>
                  <a:pt x="1019646" y="356422"/>
                  <a:pt x="1019384" y="355951"/>
                </a:cubicBezTo>
                <a:lnTo>
                  <a:pt x="1012425" y="343863"/>
                </a:lnTo>
                <a:cubicBezTo>
                  <a:pt x="1012164" y="343394"/>
                  <a:pt x="1012164" y="342609"/>
                  <a:pt x="1012425" y="342138"/>
                </a:cubicBezTo>
                <a:lnTo>
                  <a:pt x="1019384" y="330050"/>
                </a:lnTo>
                <a:cubicBezTo>
                  <a:pt x="1019698" y="329527"/>
                  <a:pt x="1020326" y="329161"/>
                  <a:pt x="1020901" y="329161"/>
                </a:cubicBezTo>
                <a:close/>
                <a:moveTo>
                  <a:pt x="1764602" y="328743"/>
                </a:moveTo>
                <a:lnTo>
                  <a:pt x="1779043" y="328743"/>
                </a:lnTo>
                <a:cubicBezTo>
                  <a:pt x="1779619" y="328743"/>
                  <a:pt x="1780351" y="329162"/>
                  <a:pt x="1780613" y="329632"/>
                </a:cubicBezTo>
                <a:lnTo>
                  <a:pt x="1787833" y="342137"/>
                </a:lnTo>
                <a:cubicBezTo>
                  <a:pt x="1788095" y="342608"/>
                  <a:pt x="1788095" y="343445"/>
                  <a:pt x="1787833" y="343916"/>
                </a:cubicBezTo>
                <a:lnTo>
                  <a:pt x="1780613" y="356421"/>
                </a:lnTo>
                <a:cubicBezTo>
                  <a:pt x="1780299" y="356892"/>
                  <a:pt x="1779619" y="357311"/>
                  <a:pt x="1779043" y="357311"/>
                </a:cubicBezTo>
                <a:lnTo>
                  <a:pt x="1764602" y="357311"/>
                </a:lnTo>
                <a:cubicBezTo>
                  <a:pt x="1764027" y="357311"/>
                  <a:pt x="1763294" y="356892"/>
                  <a:pt x="1763033" y="356421"/>
                </a:cubicBezTo>
                <a:lnTo>
                  <a:pt x="1755812" y="343916"/>
                </a:lnTo>
                <a:cubicBezTo>
                  <a:pt x="1755551" y="343445"/>
                  <a:pt x="1755551" y="342608"/>
                  <a:pt x="1755812" y="342137"/>
                </a:cubicBezTo>
                <a:lnTo>
                  <a:pt x="1763033" y="329632"/>
                </a:lnTo>
                <a:cubicBezTo>
                  <a:pt x="1763347" y="329162"/>
                  <a:pt x="1764027" y="328743"/>
                  <a:pt x="1764602" y="328743"/>
                </a:cubicBezTo>
                <a:close/>
                <a:moveTo>
                  <a:pt x="689809" y="328378"/>
                </a:moveTo>
                <a:lnTo>
                  <a:pt x="704564" y="328378"/>
                </a:lnTo>
                <a:cubicBezTo>
                  <a:pt x="705140" y="328378"/>
                  <a:pt x="705820" y="328744"/>
                  <a:pt x="706134" y="329267"/>
                </a:cubicBezTo>
                <a:lnTo>
                  <a:pt x="713511" y="342086"/>
                </a:lnTo>
                <a:cubicBezTo>
                  <a:pt x="713825" y="342609"/>
                  <a:pt x="713825" y="343394"/>
                  <a:pt x="713511" y="343918"/>
                </a:cubicBezTo>
                <a:lnTo>
                  <a:pt x="706134" y="356736"/>
                </a:lnTo>
                <a:cubicBezTo>
                  <a:pt x="705872" y="357207"/>
                  <a:pt x="705140" y="357626"/>
                  <a:pt x="704564" y="357626"/>
                </a:cubicBezTo>
                <a:lnTo>
                  <a:pt x="689809" y="357626"/>
                </a:lnTo>
                <a:cubicBezTo>
                  <a:pt x="689234" y="357626"/>
                  <a:pt x="688554" y="357260"/>
                  <a:pt x="688240" y="356736"/>
                </a:cubicBezTo>
                <a:lnTo>
                  <a:pt x="680862" y="343918"/>
                </a:lnTo>
                <a:cubicBezTo>
                  <a:pt x="680549" y="343394"/>
                  <a:pt x="680549" y="342609"/>
                  <a:pt x="680862" y="342086"/>
                </a:cubicBezTo>
                <a:lnTo>
                  <a:pt x="688240" y="329267"/>
                </a:lnTo>
                <a:cubicBezTo>
                  <a:pt x="688501" y="328797"/>
                  <a:pt x="689234" y="328378"/>
                  <a:pt x="689809" y="328378"/>
                </a:cubicBezTo>
                <a:close/>
                <a:moveTo>
                  <a:pt x="1516389" y="328377"/>
                </a:moveTo>
                <a:lnTo>
                  <a:pt x="1531143" y="328377"/>
                </a:lnTo>
                <a:cubicBezTo>
                  <a:pt x="1531719" y="328377"/>
                  <a:pt x="1532399" y="328743"/>
                  <a:pt x="1532713" y="329266"/>
                </a:cubicBezTo>
                <a:lnTo>
                  <a:pt x="1540090" y="342085"/>
                </a:lnTo>
                <a:cubicBezTo>
                  <a:pt x="1540404" y="342608"/>
                  <a:pt x="1540404" y="343393"/>
                  <a:pt x="1540090" y="343917"/>
                </a:cubicBezTo>
                <a:lnTo>
                  <a:pt x="1532713" y="356735"/>
                </a:lnTo>
                <a:cubicBezTo>
                  <a:pt x="1532451" y="357206"/>
                  <a:pt x="1531719" y="357626"/>
                  <a:pt x="1531143" y="357626"/>
                </a:cubicBezTo>
                <a:lnTo>
                  <a:pt x="1516389" y="357626"/>
                </a:lnTo>
                <a:cubicBezTo>
                  <a:pt x="1515813" y="357626"/>
                  <a:pt x="1515133" y="357260"/>
                  <a:pt x="1514819" y="356735"/>
                </a:cubicBezTo>
                <a:lnTo>
                  <a:pt x="1507441" y="343917"/>
                </a:lnTo>
                <a:cubicBezTo>
                  <a:pt x="1507128" y="343393"/>
                  <a:pt x="1507128" y="342608"/>
                  <a:pt x="1507441" y="342085"/>
                </a:cubicBezTo>
                <a:lnTo>
                  <a:pt x="1514819" y="329266"/>
                </a:lnTo>
                <a:cubicBezTo>
                  <a:pt x="1515081" y="328796"/>
                  <a:pt x="1515813" y="328377"/>
                  <a:pt x="1516389" y="328377"/>
                </a:cubicBezTo>
                <a:close/>
                <a:moveTo>
                  <a:pt x="854623" y="327331"/>
                </a:moveTo>
                <a:lnTo>
                  <a:pt x="870477" y="327331"/>
                </a:lnTo>
                <a:cubicBezTo>
                  <a:pt x="871105" y="327331"/>
                  <a:pt x="871837" y="327802"/>
                  <a:pt x="872151" y="328325"/>
                </a:cubicBezTo>
                <a:lnTo>
                  <a:pt x="880052" y="342033"/>
                </a:lnTo>
                <a:cubicBezTo>
                  <a:pt x="880366" y="342556"/>
                  <a:pt x="880366" y="343446"/>
                  <a:pt x="880052" y="343969"/>
                </a:cubicBezTo>
                <a:lnTo>
                  <a:pt x="872151" y="357678"/>
                </a:lnTo>
                <a:cubicBezTo>
                  <a:pt x="871837" y="358253"/>
                  <a:pt x="871105" y="358672"/>
                  <a:pt x="870477" y="358672"/>
                </a:cubicBezTo>
                <a:lnTo>
                  <a:pt x="854623" y="358672"/>
                </a:lnTo>
                <a:cubicBezTo>
                  <a:pt x="853995" y="358672"/>
                  <a:pt x="853263" y="358201"/>
                  <a:pt x="852949" y="357678"/>
                </a:cubicBezTo>
                <a:lnTo>
                  <a:pt x="845048" y="343969"/>
                </a:lnTo>
                <a:cubicBezTo>
                  <a:pt x="844735" y="343446"/>
                  <a:pt x="844735" y="342556"/>
                  <a:pt x="845048" y="342033"/>
                </a:cubicBezTo>
                <a:lnTo>
                  <a:pt x="852949" y="328325"/>
                </a:lnTo>
                <a:cubicBezTo>
                  <a:pt x="853263" y="327750"/>
                  <a:pt x="853995" y="327331"/>
                  <a:pt x="854623" y="327331"/>
                </a:cubicBezTo>
                <a:close/>
                <a:moveTo>
                  <a:pt x="1846433" y="327173"/>
                </a:moveTo>
                <a:lnTo>
                  <a:pt x="1862392" y="327173"/>
                </a:lnTo>
                <a:cubicBezTo>
                  <a:pt x="1863019" y="327173"/>
                  <a:pt x="1863804" y="327644"/>
                  <a:pt x="1864118" y="328167"/>
                </a:cubicBezTo>
                <a:lnTo>
                  <a:pt x="1872123" y="342032"/>
                </a:lnTo>
                <a:cubicBezTo>
                  <a:pt x="1872437" y="342608"/>
                  <a:pt x="1872437" y="343497"/>
                  <a:pt x="1872123" y="344021"/>
                </a:cubicBezTo>
                <a:lnTo>
                  <a:pt x="1864118" y="357886"/>
                </a:lnTo>
                <a:cubicBezTo>
                  <a:pt x="1863804" y="358461"/>
                  <a:pt x="1863019" y="358880"/>
                  <a:pt x="1862392" y="358880"/>
                </a:cubicBezTo>
                <a:lnTo>
                  <a:pt x="1846433" y="358880"/>
                </a:lnTo>
                <a:cubicBezTo>
                  <a:pt x="1845805" y="358880"/>
                  <a:pt x="1845021" y="358409"/>
                  <a:pt x="1844707" y="357886"/>
                </a:cubicBezTo>
                <a:lnTo>
                  <a:pt x="1836701" y="344021"/>
                </a:lnTo>
                <a:cubicBezTo>
                  <a:pt x="1836388" y="343445"/>
                  <a:pt x="1836388" y="342556"/>
                  <a:pt x="1836701" y="342032"/>
                </a:cubicBezTo>
                <a:lnTo>
                  <a:pt x="1844707" y="328167"/>
                </a:lnTo>
                <a:cubicBezTo>
                  <a:pt x="1845021" y="327592"/>
                  <a:pt x="1845805" y="327173"/>
                  <a:pt x="1846433" y="327173"/>
                </a:cubicBezTo>
                <a:close/>
                <a:moveTo>
                  <a:pt x="936716" y="326179"/>
                </a:moveTo>
                <a:lnTo>
                  <a:pt x="953720" y="326179"/>
                </a:lnTo>
                <a:cubicBezTo>
                  <a:pt x="954400" y="326179"/>
                  <a:pt x="955238" y="326651"/>
                  <a:pt x="955552" y="327225"/>
                </a:cubicBezTo>
                <a:lnTo>
                  <a:pt x="964028" y="341928"/>
                </a:lnTo>
                <a:cubicBezTo>
                  <a:pt x="964342" y="342504"/>
                  <a:pt x="964342" y="343445"/>
                  <a:pt x="964028" y="344022"/>
                </a:cubicBezTo>
                <a:lnTo>
                  <a:pt x="955552" y="358724"/>
                </a:lnTo>
                <a:cubicBezTo>
                  <a:pt x="955185" y="359300"/>
                  <a:pt x="954400" y="359771"/>
                  <a:pt x="953720" y="359771"/>
                </a:cubicBezTo>
                <a:lnTo>
                  <a:pt x="936716" y="359771"/>
                </a:lnTo>
                <a:cubicBezTo>
                  <a:pt x="936035" y="359771"/>
                  <a:pt x="935198" y="359300"/>
                  <a:pt x="934885" y="358724"/>
                </a:cubicBezTo>
                <a:lnTo>
                  <a:pt x="926408" y="344022"/>
                </a:lnTo>
                <a:cubicBezTo>
                  <a:pt x="926095" y="343445"/>
                  <a:pt x="926095" y="342504"/>
                  <a:pt x="926408" y="341928"/>
                </a:cubicBezTo>
                <a:lnTo>
                  <a:pt x="934885" y="327225"/>
                </a:lnTo>
                <a:cubicBezTo>
                  <a:pt x="935251" y="326651"/>
                  <a:pt x="936035" y="326179"/>
                  <a:pt x="936716" y="326179"/>
                </a:cubicBezTo>
                <a:close/>
                <a:moveTo>
                  <a:pt x="695617" y="257219"/>
                </a:moveTo>
                <a:lnTo>
                  <a:pt x="698756" y="257219"/>
                </a:lnTo>
                <a:cubicBezTo>
                  <a:pt x="698861" y="257219"/>
                  <a:pt x="699070" y="257428"/>
                  <a:pt x="699070" y="257428"/>
                </a:cubicBezTo>
                <a:lnTo>
                  <a:pt x="700640" y="260149"/>
                </a:lnTo>
                <a:cubicBezTo>
                  <a:pt x="700692" y="260254"/>
                  <a:pt x="700640" y="260514"/>
                  <a:pt x="700640" y="260514"/>
                </a:cubicBezTo>
                <a:lnTo>
                  <a:pt x="699070" y="263236"/>
                </a:lnTo>
                <a:cubicBezTo>
                  <a:pt x="699018" y="263340"/>
                  <a:pt x="698756" y="263445"/>
                  <a:pt x="698756" y="263445"/>
                </a:cubicBezTo>
                <a:lnTo>
                  <a:pt x="695617" y="263445"/>
                </a:lnTo>
                <a:cubicBezTo>
                  <a:pt x="695512" y="263445"/>
                  <a:pt x="695303" y="263236"/>
                  <a:pt x="695303" y="263236"/>
                </a:cubicBezTo>
                <a:lnTo>
                  <a:pt x="693733" y="260514"/>
                </a:lnTo>
                <a:cubicBezTo>
                  <a:pt x="693681" y="260411"/>
                  <a:pt x="693733" y="260149"/>
                  <a:pt x="693733" y="260149"/>
                </a:cubicBezTo>
                <a:lnTo>
                  <a:pt x="695303" y="257428"/>
                </a:lnTo>
                <a:cubicBezTo>
                  <a:pt x="695355" y="257324"/>
                  <a:pt x="695617" y="257219"/>
                  <a:pt x="695617" y="257219"/>
                </a:cubicBezTo>
                <a:close/>
                <a:moveTo>
                  <a:pt x="1189586" y="253294"/>
                </a:moveTo>
                <a:lnTo>
                  <a:pt x="1196755" y="253294"/>
                </a:lnTo>
                <a:cubicBezTo>
                  <a:pt x="1197068" y="253294"/>
                  <a:pt x="1197539" y="253713"/>
                  <a:pt x="1197539" y="253713"/>
                </a:cubicBezTo>
                <a:lnTo>
                  <a:pt x="1201097" y="259939"/>
                </a:lnTo>
                <a:cubicBezTo>
                  <a:pt x="1201254" y="260201"/>
                  <a:pt x="1201097" y="260829"/>
                  <a:pt x="1201097" y="260829"/>
                </a:cubicBezTo>
                <a:lnTo>
                  <a:pt x="1197539" y="267003"/>
                </a:lnTo>
                <a:cubicBezTo>
                  <a:pt x="1197382" y="267212"/>
                  <a:pt x="1197016" y="267421"/>
                  <a:pt x="1196755" y="267421"/>
                </a:cubicBezTo>
                <a:lnTo>
                  <a:pt x="1189586" y="267421"/>
                </a:lnTo>
                <a:cubicBezTo>
                  <a:pt x="1189273" y="267421"/>
                  <a:pt x="1188802" y="267003"/>
                  <a:pt x="1188802" y="267003"/>
                </a:cubicBezTo>
                <a:lnTo>
                  <a:pt x="1185244" y="260829"/>
                </a:lnTo>
                <a:cubicBezTo>
                  <a:pt x="1185087" y="260567"/>
                  <a:pt x="1185244" y="259939"/>
                  <a:pt x="1185244" y="259939"/>
                </a:cubicBezTo>
                <a:lnTo>
                  <a:pt x="1188802" y="253713"/>
                </a:lnTo>
                <a:cubicBezTo>
                  <a:pt x="1188959" y="253503"/>
                  <a:pt x="1189325" y="253294"/>
                  <a:pt x="1189586" y="253294"/>
                </a:cubicBezTo>
                <a:close/>
                <a:moveTo>
                  <a:pt x="2016008" y="252927"/>
                </a:moveTo>
                <a:lnTo>
                  <a:pt x="2023490" y="252927"/>
                </a:lnTo>
                <a:cubicBezTo>
                  <a:pt x="2023752" y="252927"/>
                  <a:pt x="2024275" y="253399"/>
                  <a:pt x="2024275" y="253399"/>
                </a:cubicBezTo>
                <a:lnTo>
                  <a:pt x="2027990" y="259886"/>
                </a:lnTo>
                <a:cubicBezTo>
                  <a:pt x="2028147" y="260148"/>
                  <a:pt x="2027990" y="260829"/>
                  <a:pt x="2027990" y="260829"/>
                </a:cubicBezTo>
                <a:lnTo>
                  <a:pt x="2024275" y="267315"/>
                </a:lnTo>
                <a:cubicBezTo>
                  <a:pt x="2024118" y="267577"/>
                  <a:pt x="2023805" y="267787"/>
                  <a:pt x="2023490" y="267787"/>
                </a:cubicBezTo>
                <a:lnTo>
                  <a:pt x="2016008" y="267787"/>
                </a:lnTo>
                <a:cubicBezTo>
                  <a:pt x="2015747" y="267787"/>
                  <a:pt x="2015224" y="267315"/>
                  <a:pt x="2015224" y="267315"/>
                </a:cubicBezTo>
                <a:lnTo>
                  <a:pt x="2011509" y="260829"/>
                </a:lnTo>
                <a:cubicBezTo>
                  <a:pt x="2011352" y="260566"/>
                  <a:pt x="2011509" y="259886"/>
                  <a:pt x="2011509" y="259886"/>
                </a:cubicBezTo>
                <a:lnTo>
                  <a:pt x="2015224" y="253399"/>
                </a:lnTo>
                <a:cubicBezTo>
                  <a:pt x="2015380" y="253136"/>
                  <a:pt x="2015695" y="252927"/>
                  <a:pt x="2016008" y="252927"/>
                </a:cubicBezTo>
                <a:close/>
                <a:moveTo>
                  <a:pt x="1271680" y="252143"/>
                </a:moveTo>
                <a:lnTo>
                  <a:pt x="1279947" y="252143"/>
                </a:lnTo>
                <a:cubicBezTo>
                  <a:pt x="1280260" y="252143"/>
                  <a:pt x="1280679" y="252405"/>
                  <a:pt x="1280836" y="252666"/>
                </a:cubicBezTo>
                <a:lnTo>
                  <a:pt x="1284969" y="259834"/>
                </a:lnTo>
                <a:cubicBezTo>
                  <a:pt x="1285126" y="260148"/>
                  <a:pt x="1285126" y="260619"/>
                  <a:pt x="1284969" y="260881"/>
                </a:cubicBezTo>
                <a:lnTo>
                  <a:pt x="1280836" y="268049"/>
                </a:lnTo>
                <a:cubicBezTo>
                  <a:pt x="1280679" y="268363"/>
                  <a:pt x="1280260" y="268572"/>
                  <a:pt x="1279947" y="268572"/>
                </a:cubicBezTo>
                <a:lnTo>
                  <a:pt x="1271680" y="268572"/>
                </a:lnTo>
                <a:cubicBezTo>
                  <a:pt x="1271366" y="268572"/>
                  <a:pt x="1270947" y="268310"/>
                  <a:pt x="1270790" y="268049"/>
                </a:cubicBezTo>
                <a:lnTo>
                  <a:pt x="1266657" y="260881"/>
                </a:lnTo>
                <a:cubicBezTo>
                  <a:pt x="1266500" y="260567"/>
                  <a:pt x="1266500" y="260096"/>
                  <a:pt x="1266657" y="259834"/>
                </a:cubicBezTo>
                <a:lnTo>
                  <a:pt x="1270790" y="252666"/>
                </a:lnTo>
                <a:cubicBezTo>
                  <a:pt x="1270947" y="252352"/>
                  <a:pt x="1271366" y="252143"/>
                  <a:pt x="1271680" y="252143"/>
                </a:cubicBezTo>
                <a:close/>
                <a:moveTo>
                  <a:pt x="1601934" y="251358"/>
                </a:moveTo>
                <a:lnTo>
                  <a:pt x="1610934" y="251358"/>
                </a:lnTo>
                <a:cubicBezTo>
                  <a:pt x="1611248" y="251358"/>
                  <a:pt x="1611718" y="251620"/>
                  <a:pt x="1611875" y="251934"/>
                </a:cubicBezTo>
                <a:lnTo>
                  <a:pt x="1616375" y="259729"/>
                </a:lnTo>
                <a:cubicBezTo>
                  <a:pt x="1616532" y="260043"/>
                  <a:pt x="1616532" y="260514"/>
                  <a:pt x="1616375" y="260828"/>
                </a:cubicBezTo>
                <a:lnTo>
                  <a:pt x="1611875" y="268624"/>
                </a:lnTo>
                <a:cubicBezTo>
                  <a:pt x="1611718" y="268938"/>
                  <a:pt x="1611300" y="269199"/>
                  <a:pt x="1610934" y="269199"/>
                </a:cubicBezTo>
                <a:lnTo>
                  <a:pt x="1601934" y="269199"/>
                </a:lnTo>
                <a:cubicBezTo>
                  <a:pt x="1601620" y="269199"/>
                  <a:pt x="1601150" y="268938"/>
                  <a:pt x="1600992" y="268624"/>
                </a:cubicBezTo>
                <a:lnTo>
                  <a:pt x="1596493" y="260828"/>
                </a:lnTo>
                <a:cubicBezTo>
                  <a:pt x="1596336" y="260514"/>
                  <a:pt x="1596336" y="260043"/>
                  <a:pt x="1596493" y="259729"/>
                </a:cubicBezTo>
                <a:lnTo>
                  <a:pt x="1600992" y="251934"/>
                </a:lnTo>
                <a:cubicBezTo>
                  <a:pt x="1601150" y="251620"/>
                  <a:pt x="1601568" y="251358"/>
                  <a:pt x="1601934" y="251358"/>
                </a:cubicBezTo>
                <a:close/>
                <a:moveTo>
                  <a:pt x="1353982" y="251358"/>
                </a:moveTo>
                <a:lnTo>
                  <a:pt x="1363034" y="251358"/>
                </a:lnTo>
                <a:cubicBezTo>
                  <a:pt x="1363400" y="251358"/>
                  <a:pt x="1363871" y="251620"/>
                  <a:pt x="1364028" y="251934"/>
                </a:cubicBezTo>
                <a:lnTo>
                  <a:pt x="1368580" y="259782"/>
                </a:lnTo>
                <a:cubicBezTo>
                  <a:pt x="1368736" y="260043"/>
                  <a:pt x="1368736" y="260567"/>
                  <a:pt x="1368580" y="260881"/>
                </a:cubicBezTo>
                <a:lnTo>
                  <a:pt x="1364028" y="268729"/>
                </a:lnTo>
                <a:cubicBezTo>
                  <a:pt x="1363818" y="269043"/>
                  <a:pt x="1363400" y="269304"/>
                  <a:pt x="1363034" y="269304"/>
                </a:cubicBezTo>
                <a:lnTo>
                  <a:pt x="1353982" y="269304"/>
                </a:lnTo>
                <a:cubicBezTo>
                  <a:pt x="1353615" y="269304"/>
                  <a:pt x="1353145" y="269043"/>
                  <a:pt x="1352988" y="268729"/>
                </a:cubicBezTo>
                <a:lnTo>
                  <a:pt x="1348436" y="260881"/>
                </a:lnTo>
                <a:cubicBezTo>
                  <a:pt x="1348279" y="260619"/>
                  <a:pt x="1348279" y="260096"/>
                  <a:pt x="1348436" y="259782"/>
                </a:cubicBezTo>
                <a:lnTo>
                  <a:pt x="1352988" y="251934"/>
                </a:lnTo>
                <a:cubicBezTo>
                  <a:pt x="1353197" y="251620"/>
                  <a:pt x="1353615" y="251358"/>
                  <a:pt x="1353982" y="251358"/>
                </a:cubicBezTo>
                <a:close/>
                <a:moveTo>
                  <a:pt x="1105505" y="250364"/>
                </a:moveTo>
                <a:lnTo>
                  <a:pt x="1115603" y="250364"/>
                </a:lnTo>
                <a:cubicBezTo>
                  <a:pt x="1116022" y="250364"/>
                  <a:pt x="1116493" y="250626"/>
                  <a:pt x="1116702" y="250992"/>
                </a:cubicBezTo>
                <a:lnTo>
                  <a:pt x="1121725" y="259730"/>
                </a:lnTo>
                <a:cubicBezTo>
                  <a:pt x="1121935" y="260096"/>
                  <a:pt x="1121935" y="260619"/>
                  <a:pt x="1121725" y="260985"/>
                </a:cubicBezTo>
                <a:lnTo>
                  <a:pt x="1116702" y="269723"/>
                </a:lnTo>
                <a:cubicBezTo>
                  <a:pt x="1116493" y="270089"/>
                  <a:pt x="1116022" y="270351"/>
                  <a:pt x="1115603" y="270351"/>
                </a:cubicBezTo>
                <a:lnTo>
                  <a:pt x="1105505" y="270351"/>
                </a:lnTo>
                <a:cubicBezTo>
                  <a:pt x="1105087" y="270351"/>
                  <a:pt x="1104616" y="270089"/>
                  <a:pt x="1104407" y="269723"/>
                </a:cubicBezTo>
                <a:lnTo>
                  <a:pt x="1099384" y="260985"/>
                </a:lnTo>
                <a:cubicBezTo>
                  <a:pt x="1099175" y="260619"/>
                  <a:pt x="1099175" y="260096"/>
                  <a:pt x="1099384" y="259730"/>
                </a:cubicBezTo>
                <a:lnTo>
                  <a:pt x="1104407" y="250992"/>
                </a:lnTo>
                <a:cubicBezTo>
                  <a:pt x="1104616" y="250626"/>
                  <a:pt x="1105087" y="250364"/>
                  <a:pt x="1105505" y="250364"/>
                </a:cubicBezTo>
                <a:close/>
                <a:moveTo>
                  <a:pt x="1683660" y="249527"/>
                </a:moveTo>
                <a:lnTo>
                  <a:pt x="1694543" y="249527"/>
                </a:lnTo>
                <a:cubicBezTo>
                  <a:pt x="1694962" y="249527"/>
                  <a:pt x="1695485" y="249840"/>
                  <a:pt x="1695694" y="250207"/>
                </a:cubicBezTo>
                <a:lnTo>
                  <a:pt x="1701136" y="259625"/>
                </a:lnTo>
                <a:cubicBezTo>
                  <a:pt x="1701345" y="259991"/>
                  <a:pt x="1701345" y="260619"/>
                  <a:pt x="1701136" y="260985"/>
                </a:cubicBezTo>
                <a:lnTo>
                  <a:pt x="1695694" y="270403"/>
                </a:lnTo>
                <a:cubicBezTo>
                  <a:pt x="1695485" y="270770"/>
                  <a:pt x="1694962" y="271084"/>
                  <a:pt x="1694543" y="271084"/>
                </a:cubicBezTo>
                <a:lnTo>
                  <a:pt x="1683660" y="271084"/>
                </a:lnTo>
                <a:cubicBezTo>
                  <a:pt x="1683242" y="271084"/>
                  <a:pt x="1682719" y="270770"/>
                  <a:pt x="1682510" y="270403"/>
                </a:cubicBezTo>
                <a:lnTo>
                  <a:pt x="1677068" y="260985"/>
                </a:lnTo>
                <a:cubicBezTo>
                  <a:pt x="1676859" y="260619"/>
                  <a:pt x="1676859" y="259991"/>
                  <a:pt x="1677068" y="259625"/>
                </a:cubicBezTo>
                <a:lnTo>
                  <a:pt x="1682510" y="250207"/>
                </a:lnTo>
                <a:cubicBezTo>
                  <a:pt x="1682719" y="249840"/>
                  <a:pt x="1683242" y="249527"/>
                  <a:pt x="1683660" y="249527"/>
                </a:cubicBezTo>
                <a:close/>
                <a:moveTo>
                  <a:pt x="1435446" y="248951"/>
                </a:moveTo>
                <a:lnTo>
                  <a:pt x="1446957" y="248951"/>
                </a:lnTo>
                <a:cubicBezTo>
                  <a:pt x="1447428" y="248951"/>
                  <a:pt x="1448003" y="249265"/>
                  <a:pt x="1448213" y="249684"/>
                </a:cubicBezTo>
                <a:lnTo>
                  <a:pt x="1453968" y="259625"/>
                </a:lnTo>
                <a:cubicBezTo>
                  <a:pt x="1454177" y="259991"/>
                  <a:pt x="1454177" y="260619"/>
                  <a:pt x="1453968" y="261036"/>
                </a:cubicBezTo>
                <a:lnTo>
                  <a:pt x="1448213" y="270978"/>
                </a:lnTo>
                <a:cubicBezTo>
                  <a:pt x="1447951" y="271397"/>
                  <a:pt x="1447428" y="271711"/>
                  <a:pt x="1446957" y="271711"/>
                </a:cubicBezTo>
                <a:lnTo>
                  <a:pt x="1435446" y="271711"/>
                </a:lnTo>
                <a:cubicBezTo>
                  <a:pt x="1434975" y="271711"/>
                  <a:pt x="1434400" y="271397"/>
                  <a:pt x="1434190" y="270978"/>
                </a:cubicBezTo>
                <a:lnTo>
                  <a:pt x="1428435" y="261036"/>
                </a:lnTo>
                <a:cubicBezTo>
                  <a:pt x="1428226" y="260671"/>
                  <a:pt x="1428226" y="260043"/>
                  <a:pt x="1428435" y="259625"/>
                </a:cubicBezTo>
                <a:lnTo>
                  <a:pt x="1434190" y="249684"/>
                </a:lnTo>
                <a:cubicBezTo>
                  <a:pt x="1434452" y="249265"/>
                  <a:pt x="1434975" y="248951"/>
                  <a:pt x="1435446" y="248951"/>
                </a:cubicBezTo>
                <a:close/>
                <a:moveTo>
                  <a:pt x="1931143" y="248584"/>
                </a:moveTo>
                <a:lnTo>
                  <a:pt x="1942968" y="248584"/>
                </a:lnTo>
                <a:cubicBezTo>
                  <a:pt x="1943439" y="248584"/>
                  <a:pt x="1944014" y="248899"/>
                  <a:pt x="1944223" y="249318"/>
                </a:cubicBezTo>
                <a:lnTo>
                  <a:pt x="1950136" y="259573"/>
                </a:lnTo>
                <a:cubicBezTo>
                  <a:pt x="1950345" y="259991"/>
                  <a:pt x="1950345" y="260619"/>
                  <a:pt x="1950136" y="261037"/>
                </a:cubicBezTo>
                <a:lnTo>
                  <a:pt x="1944223" y="271293"/>
                </a:lnTo>
                <a:cubicBezTo>
                  <a:pt x="1944014" y="271710"/>
                  <a:pt x="1943439" y="272025"/>
                  <a:pt x="1942968" y="272025"/>
                </a:cubicBezTo>
                <a:lnTo>
                  <a:pt x="1931143" y="272025"/>
                </a:lnTo>
                <a:cubicBezTo>
                  <a:pt x="1930672" y="272025"/>
                  <a:pt x="1930097" y="271710"/>
                  <a:pt x="1929887" y="271293"/>
                </a:cubicBezTo>
                <a:lnTo>
                  <a:pt x="1923975" y="261037"/>
                </a:lnTo>
                <a:cubicBezTo>
                  <a:pt x="1923766" y="260619"/>
                  <a:pt x="1923766" y="259991"/>
                  <a:pt x="1923975" y="259573"/>
                </a:cubicBezTo>
                <a:lnTo>
                  <a:pt x="1929887" y="249318"/>
                </a:lnTo>
                <a:cubicBezTo>
                  <a:pt x="1930097" y="248899"/>
                  <a:pt x="1930672" y="248584"/>
                  <a:pt x="1931143" y="248584"/>
                </a:cubicBezTo>
                <a:close/>
                <a:moveTo>
                  <a:pt x="1517749" y="248376"/>
                </a:moveTo>
                <a:lnTo>
                  <a:pt x="1529835" y="248376"/>
                </a:lnTo>
                <a:cubicBezTo>
                  <a:pt x="1530306" y="248376"/>
                  <a:pt x="1530881" y="248690"/>
                  <a:pt x="1531143" y="249109"/>
                </a:cubicBezTo>
                <a:lnTo>
                  <a:pt x="1537212" y="259573"/>
                </a:lnTo>
                <a:cubicBezTo>
                  <a:pt x="1537474" y="259991"/>
                  <a:pt x="1537474" y="260672"/>
                  <a:pt x="1537212" y="261090"/>
                </a:cubicBezTo>
                <a:lnTo>
                  <a:pt x="1531143" y="271555"/>
                </a:lnTo>
                <a:cubicBezTo>
                  <a:pt x="1530881" y="271973"/>
                  <a:pt x="1530306" y="272287"/>
                  <a:pt x="1529835" y="272287"/>
                </a:cubicBezTo>
                <a:lnTo>
                  <a:pt x="1517749" y="272287"/>
                </a:lnTo>
                <a:cubicBezTo>
                  <a:pt x="1517278" y="272287"/>
                  <a:pt x="1516702" y="271973"/>
                  <a:pt x="1516441" y="271555"/>
                </a:cubicBezTo>
                <a:lnTo>
                  <a:pt x="1510371" y="261090"/>
                </a:lnTo>
                <a:cubicBezTo>
                  <a:pt x="1510110" y="260672"/>
                  <a:pt x="1510110" y="259991"/>
                  <a:pt x="1510371" y="259573"/>
                </a:cubicBezTo>
                <a:lnTo>
                  <a:pt x="1516441" y="249109"/>
                </a:lnTo>
                <a:cubicBezTo>
                  <a:pt x="1516702" y="248690"/>
                  <a:pt x="1517278" y="248376"/>
                  <a:pt x="1517749" y="248376"/>
                </a:cubicBezTo>
                <a:close/>
                <a:moveTo>
                  <a:pt x="773262" y="247225"/>
                </a:moveTo>
                <a:lnTo>
                  <a:pt x="786448" y="247225"/>
                </a:lnTo>
                <a:cubicBezTo>
                  <a:pt x="786971" y="247225"/>
                  <a:pt x="787599" y="247590"/>
                  <a:pt x="787860" y="248062"/>
                </a:cubicBezTo>
                <a:lnTo>
                  <a:pt x="794453" y="259520"/>
                </a:lnTo>
                <a:cubicBezTo>
                  <a:pt x="794715" y="259938"/>
                  <a:pt x="794715" y="260671"/>
                  <a:pt x="794453" y="261142"/>
                </a:cubicBezTo>
                <a:lnTo>
                  <a:pt x="787860" y="272601"/>
                </a:lnTo>
                <a:cubicBezTo>
                  <a:pt x="787599" y="273071"/>
                  <a:pt x="786971" y="273437"/>
                  <a:pt x="786448" y="273437"/>
                </a:cubicBezTo>
                <a:lnTo>
                  <a:pt x="773262" y="273437"/>
                </a:lnTo>
                <a:cubicBezTo>
                  <a:pt x="772739" y="273437"/>
                  <a:pt x="772112" y="273071"/>
                  <a:pt x="771850" y="272601"/>
                </a:cubicBezTo>
                <a:lnTo>
                  <a:pt x="765257" y="261142"/>
                </a:lnTo>
                <a:cubicBezTo>
                  <a:pt x="764996" y="260724"/>
                  <a:pt x="764996" y="259992"/>
                  <a:pt x="765257" y="259520"/>
                </a:cubicBezTo>
                <a:lnTo>
                  <a:pt x="771850" y="248062"/>
                </a:lnTo>
                <a:cubicBezTo>
                  <a:pt x="772112" y="247590"/>
                  <a:pt x="772739" y="247225"/>
                  <a:pt x="773262" y="247225"/>
                </a:cubicBezTo>
                <a:close/>
                <a:moveTo>
                  <a:pt x="1765074" y="247015"/>
                </a:moveTo>
                <a:lnTo>
                  <a:pt x="1778520" y="247015"/>
                </a:lnTo>
                <a:cubicBezTo>
                  <a:pt x="1779096" y="247015"/>
                  <a:pt x="1779724" y="247380"/>
                  <a:pt x="1779986" y="247852"/>
                </a:cubicBezTo>
                <a:lnTo>
                  <a:pt x="1786735" y="259520"/>
                </a:lnTo>
                <a:cubicBezTo>
                  <a:pt x="1786997" y="259991"/>
                  <a:pt x="1786997" y="260723"/>
                  <a:pt x="1786735" y="261194"/>
                </a:cubicBezTo>
                <a:lnTo>
                  <a:pt x="1779986" y="272862"/>
                </a:lnTo>
                <a:cubicBezTo>
                  <a:pt x="1779672" y="273333"/>
                  <a:pt x="1779044" y="273698"/>
                  <a:pt x="1778520" y="273698"/>
                </a:cubicBezTo>
                <a:lnTo>
                  <a:pt x="1765074" y="273698"/>
                </a:lnTo>
                <a:cubicBezTo>
                  <a:pt x="1764498" y="273698"/>
                  <a:pt x="1763870" y="273333"/>
                  <a:pt x="1763609" y="272862"/>
                </a:cubicBezTo>
                <a:lnTo>
                  <a:pt x="1756859" y="261194"/>
                </a:lnTo>
                <a:cubicBezTo>
                  <a:pt x="1756598" y="260723"/>
                  <a:pt x="1756598" y="259991"/>
                  <a:pt x="1756859" y="259520"/>
                </a:cubicBezTo>
                <a:lnTo>
                  <a:pt x="1763609" y="247852"/>
                </a:lnTo>
                <a:cubicBezTo>
                  <a:pt x="1763923" y="247380"/>
                  <a:pt x="1764551" y="247015"/>
                  <a:pt x="1765074" y="247015"/>
                </a:cubicBezTo>
                <a:close/>
                <a:moveTo>
                  <a:pt x="1847584" y="246754"/>
                </a:moveTo>
                <a:lnTo>
                  <a:pt x="1861293" y="246754"/>
                </a:lnTo>
                <a:cubicBezTo>
                  <a:pt x="1861816" y="246754"/>
                  <a:pt x="1862496" y="247119"/>
                  <a:pt x="1862758" y="247590"/>
                </a:cubicBezTo>
                <a:lnTo>
                  <a:pt x="1869612" y="259467"/>
                </a:lnTo>
                <a:cubicBezTo>
                  <a:pt x="1869874" y="259938"/>
                  <a:pt x="1869874" y="260671"/>
                  <a:pt x="1869612" y="261142"/>
                </a:cubicBezTo>
                <a:lnTo>
                  <a:pt x="1862758" y="273020"/>
                </a:lnTo>
                <a:cubicBezTo>
                  <a:pt x="1862496" y="273490"/>
                  <a:pt x="1861816" y="273857"/>
                  <a:pt x="1861293" y="273857"/>
                </a:cubicBezTo>
                <a:lnTo>
                  <a:pt x="1847584" y="273857"/>
                </a:lnTo>
                <a:cubicBezTo>
                  <a:pt x="1847061" y="273857"/>
                  <a:pt x="1846381" y="273490"/>
                  <a:pt x="1846119" y="273020"/>
                </a:cubicBezTo>
                <a:lnTo>
                  <a:pt x="1839265" y="261142"/>
                </a:lnTo>
                <a:cubicBezTo>
                  <a:pt x="1839004" y="260671"/>
                  <a:pt x="1839004" y="259938"/>
                  <a:pt x="1839265" y="259467"/>
                </a:cubicBezTo>
                <a:lnTo>
                  <a:pt x="1846119" y="247590"/>
                </a:lnTo>
                <a:cubicBezTo>
                  <a:pt x="1846381" y="247119"/>
                  <a:pt x="1847061" y="246754"/>
                  <a:pt x="1847584" y="246754"/>
                </a:cubicBezTo>
                <a:close/>
                <a:moveTo>
                  <a:pt x="1020954" y="246649"/>
                </a:moveTo>
                <a:lnTo>
                  <a:pt x="1034767" y="246649"/>
                </a:lnTo>
                <a:cubicBezTo>
                  <a:pt x="1035290" y="246649"/>
                  <a:pt x="1035970" y="247015"/>
                  <a:pt x="1036232" y="247487"/>
                </a:cubicBezTo>
                <a:lnTo>
                  <a:pt x="1043138" y="259468"/>
                </a:lnTo>
                <a:cubicBezTo>
                  <a:pt x="1043400" y="259939"/>
                  <a:pt x="1043400" y="260724"/>
                  <a:pt x="1043138" y="261194"/>
                </a:cubicBezTo>
                <a:lnTo>
                  <a:pt x="1036232" y="273176"/>
                </a:lnTo>
                <a:cubicBezTo>
                  <a:pt x="1035970" y="273647"/>
                  <a:pt x="1035290" y="274014"/>
                  <a:pt x="1034767" y="274014"/>
                </a:cubicBezTo>
                <a:lnTo>
                  <a:pt x="1020954" y="274014"/>
                </a:lnTo>
                <a:cubicBezTo>
                  <a:pt x="1020430" y="274014"/>
                  <a:pt x="1019750" y="273647"/>
                  <a:pt x="1019489" y="273176"/>
                </a:cubicBezTo>
                <a:lnTo>
                  <a:pt x="1012582" y="261194"/>
                </a:lnTo>
                <a:cubicBezTo>
                  <a:pt x="1012321" y="260724"/>
                  <a:pt x="1012321" y="259939"/>
                  <a:pt x="1012582" y="259468"/>
                </a:cubicBezTo>
                <a:lnTo>
                  <a:pt x="1019489" y="247487"/>
                </a:lnTo>
                <a:cubicBezTo>
                  <a:pt x="1019750" y="247015"/>
                  <a:pt x="1020430" y="246649"/>
                  <a:pt x="1020954" y="246649"/>
                </a:cubicBezTo>
                <a:close/>
                <a:moveTo>
                  <a:pt x="855198" y="245812"/>
                </a:moveTo>
                <a:lnTo>
                  <a:pt x="869848" y="245812"/>
                </a:lnTo>
                <a:cubicBezTo>
                  <a:pt x="870424" y="245812"/>
                  <a:pt x="871104" y="246179"/>
                  <a:pt x="871418" y="246701"/>
                </a:cubicBezTo>
                <a:lnTo>
                  <a:pt x="878743" y="259417"/>
                </a:lnTo>
                <a:cubicBezTo>
                  <a:pt x="879057" y="259939"/>
                  <a:pt x="879057" y="260724"/>
                  <a:pt x="878743" y="261248"/>
                </a:cubicBezTo>
                <a:lnTo>
                  <a:pt x="871418" y="273961"/>
                </a:lnTo>
                <a:cubicBezTo>
                  <a:pt x="871156" y="274432"/>
                  <a:pt x="870424" y="274851"/>
                  <a:pt x="869848" y="274851"/>
                </a:cubicBezTo>
                <a:lnTo>
                  <a:pt x="855198" y="274851"/>
                </a:lnTo>
                <a:cubicBezTo>
                  <a:pt x="854622" y="274851"/>
                  <a:pt x="853942" y="274485"/>
                  <a:pt x="853628" y="273961"/>
                </a:cubicBezTo>
                <a:lnTo>
                  <a:pt x="846303" y="261248"/>
                </a:lnTo>
                <a:cubicBezTo>
                  <a:pt x="845990" y="260724"/>
                  <a:pt x="845990" y="259939"/>
                  <a:pt x="846303" y="259417"/>
                </a:cubicBezTo>
                <a:lnTo>
                  <a:pt x="853628" y="246701"/>
                </a:lnTo>
                <a:cubicBezTo>
                  <a:pt x="853890" y="246232"/>
                  <a:pt x="854622" y="245812"/>
                  <a:pt x="855198" y="245812"/>
                </a:cubicBezTo>
                <a:close/>
                <a:moveTo>
                  <a:pt x="937082" y="244294"/>
                </a:moveTo>
                <a:lnTo>
                  <a:pt x="953302" y="244294"/>
                </a:lnTo>
                <a:cubicBezTo>
                  <a:pt x="953930" y="244294"/>
                  <a:pt x="954714" y="244714"/>
                  <a:pt x="955028" y="245289"/>
                </a:cubicBezTo>
                <a:lnTo>
                  <a:pt x="963138" y="259363"/>
                </a:lnTo>
                <a:cubicBezTo>
                  <a:pt x="963452" y="259886"/>
                  <a:pt x="963452" y="260776"/>
                  <a:pt x="963138" y="261351"/>
                </a:cubicBezTo>
                <a:lnTo>
                  <a:pt x="955028" y="275425"/>
                </a:lnTo>
                <a:cubicBezTo>
                  <a:pt x="954714" y="275949"/>
                  <a:pt x="953930" y="276420"/>
                  <a:pt x="953302" y="276420"/>
                </a:cubicBezTo>
                <a:lnTo>
                  <a:pt x="937082" y="276420"/>
                </a:lnTo>
                <a:cubicBezTo>
                  <a:pt x="936454" y="276420"/>
                  <a:pt x="935669" y="276002"/>
                  <a:pt x="935356" y="275425"/>
                </a:cubicBezTo>
                <a:lnTo>
                  <a:pt x="927245" y="261351"/>
                </a:lnTo>
                <a:cubicBezTo>
                  <a:pt x="926932" y="260829"/>
                  <a:pt x="926932" y="259938"/>
                  <a:pt x="927245" y="259363"/>
                </a:cubicBezTo>
                <a:lnTo>
                  <a:pt x="935356" y="245289"/>
                </a:lnTo>
                <a:cubicBezTo>
                  <a:pt x="935669" y="244765"/>
                  <a:pt x="936454" y="244294"/>
                  <a:pt x="937082" y="244294"/>
                </a:cubicBezTo>
                <a:close/>
                <a:moveTo>
                  <a:pt x="697083" y="177427"/>
                </a:moveTo>
                <a:lnTo>
                  <a:pt x="697344" y="177427"/>
                </a:lnTo>
                <a:lnTo>
                  <a:pt x="697449" y="177635"/>
                </a:lnTo>
                <a:lnTo>
                  <a:pt x="697344" y="177846"/>
                </a:lnTo>
                <a:lnTo>
                  <a:pt x="697083" y="177846"/>
                </a:lnTo>
                <a:lnTo>
                  <a:pt x="696978" y="177635"/>
                </a:lnTo>
                <a:close/>
                <a:moveTo>
                  <a:pt x="2018049" y="174338"/>
                </a:moveTo>
                <a:lnTo>
                  <a:pt x="2021450" y="174338"/>
                </a:lnTo>
                <a:cubicBezTo>
                  <a:pt x="2021607" y="174338"/>
                  <a:pt x="2021816" y="174547"/>
                  <a:pt x="2021816" y="174547"/>
                </a:cubicBezTo>
                <a:lnTo>
                  <a:pt x="2023490" y="177477"/>
                </a:lnTo>
                <a:cubicBezTo>
                  <a:pt x="2023543" y="177582"/>
                  <a:pt x="2023490" y="177896"/>
                  <a:pt x="2023490" y="177896"/>
                </a:cubicBezTo>
                <a:lnTo>
                  <a:pt x="2021816" y="180826"/>
                </a:lnTo>
                <a:cubicBezTo>
                  <a:pt x="2021764" y="180931"/>
                  <a:pt x="2021450" y="181035"/>
                  <a:pt x="2021450" y="181035"/>
                </a:cubicBezTo>
                <a:lnTo>
                  <a:pt x="2018049" y="181035"/>
                </a:lnTo>
                <a:cubicBezTo>
                  <a:pt x="2017892" y="181035"/>
                  <a:pt x="2017683" y="180826"/>
                  <a:pt x="2017683" y="180826"/>
                </a:cubicBezTo>
                <a:lnTo>
                  <a:pt x="2016008" y="177896"/>
                </a:lnTo>
                <a:cubicBezTo>
                  <a:pt x="2015956" y="177791"/>
                  <a:pt x="2016008" y="177477"/>
                  <a:pt x="2016008" y="177477"/>
                </a:cubicBezTo>
                <a:lnTo>
                  <a:pt x="2017683" y="174547"/>
                </a:lnTo>
                <a:cubicBezTo>
                  <a:pt x="2017735" y="174443"/>
                  <a:pt x="2018049" y="174338"/>
                  <a:pt x="2018049" y="174338"/>
                </a:cubicBezTo>
                <a:close/>
                <a:moveTo>
                  <a:pt x="1189796" y="170991"/>
                </a:moveTo>
                <a:lnTo>
                  <a:pt x="1196546" y="170991"/>
                </a:lnTo>
                <a:cubicBezTo>
                  <a:pt x="1196807" y="170991"/>
                  <a:pt x="1197278" y="171410"/>
                  <a:pt x="1197278" y="171410"/>
                </a:cubicBezTo>
                <a:lnTo>
                  <a:pt x="1200679" y="177270"/>
                </a:lnTo>
                <a:cubicBezTo>
                  <a:pt x="1200836" y="177479"/>
                  <a:pt x="1200679" y="178107"/>
                  <a:pt x="1200679" y="178107"/>
                </a:cubicBezTo>
                <a:lnTo>
                  <a:pt x="1197278" y="183967"/>
                </a:lnTo>
                <a:cubicBezTo>
                  <a:pt x="1197121" y="184176"/>
                  <a:pt x="1196807" y="184385"/>
                  <a:pt x="1196546" y="184385"/>
                </a:cubicBezTo>
                <a:lnTo>
                  <a:pt x="1189796" y="184385"/>
                </a:lnTo>
                <a:cubicBezTo>
                  <a:pt x="1189534" y="184385"/>
                  <a:pt x="1189064" y="183967"/>
                  <a:pt x="1189064" y="183967"/>
                </a:cubicBezTo>
                <a:lnTo>
                  <a:pt x="1185663" y="178107"/>
                </a:lnTo>
                <a:cubicBezTo>
                  <a:pt x="1185506" y="177897"/>
                  <a:pt x="1185663" y="177270"/>
                  <a:pt x="1185663" y="177270"/>
                </a:cubicBezTo>
                <a:lnTo>
                  <a:pt x="1189064" y="171410"/>
                </a:lnTo>
                <a:cubicBezTo>
                  <a:pt x="1189221" y="171199"/>
                  <a:pt x="1189534" y="170991"/>
                  <a:pt x="1189796" y="170991"/>
                </a:cubicBezTo>
                <a:close/>
                <a:moveTo>
                  <a:pt x="1271208" y="168479"/>
                </a:moveTo>
                <a:lnTo>
                  <a:pt x="1280469" y="168479"/>
                </a:lnTo>
                <a:cubicBezTo>
                  <a:pt x="1280836" y="168479"/>
                  <a:pt x="1281307" y="168741"/>
                  <a:pt x="1281464" y="169055"/>
                </a:cubicBezTo>
                <a:lnTo>
                  <a:pt x="1286120" y="177112"/>
                </a:lnTo>
                <a:cubicBezTo>
                  <a:pt x="1286277" y="177426"/>
                  <a:pt x="1286277" y="177949"/>
                  <a:pt x="1286120" y="178263"/>
                </a:cubicBezTo>
                <a:lnTo>
                  <a:pt x="1281464" y="186321"/>
                </a:lnTo>
                <a:cubicBezTo>
                  <a:pt x="1281254" y="186635"/>
                  <a:pt x="1280836" y="186896"/>
                  <a:pt x="1280469" y="186896"/>
                </a:cubicBezTo>
                <a:lnTo>
                  <a:pt x="1271208" y="186896"/>
                </a:lnTo>
                <a:cubicBezTo>
                  <a:pt x="1270842" y="186896"/>
                  <a:pt x="1270371" y="186635"/>
                  <a:pt x="1270215" y="186321"/>
                </a:cubicBezTo>
                <a:lnTo>
                  <a:pt x="1265558" y="178263"/>
                </a:lnTo>
                <a:cubicBezTo>
                  <a:pt x="1265401" y="177949"/>
                  <a:pt x="1265401" y="177426"/>
                  <a:pt x="1265558" y="177112"/>
                </a:cubicBezTo>
                <a:lnTo>
                  <a:pt x="1270215" y="169055"/>
                </a:lnTo>
                <a:cubicBezTo>
                  <a:pt x="1270371" y="168741"/>
                  <a:pt x="1270842" y="168479"/>
                  <a:pt x="1271208" y="168479"/>
                </a:cubicBezTo>
                <a:close/>
                <a:moveTo>
                  <a:pt x="1105768" y="168270"/>
                </a:moveTo>
                <a:lnTo>
                  <a:pt x="1115290" y="168270"/>
                </a:lnTo>
                <a:cubicBezTo>
                  <a:pt x="1115709" y="168270"/>
                  <a:pt x="1116127" y="168532"/>
                  <a:pt x="1116337" y="168846"/>
                </a:cubicBezTo>
                <a:lnTo>
                  <a:pt x="1121098" y="177112"/>
                </a:lnTo>
                <a:cubicBezTo>
                  <a:pt x="1121307" y="177479"/>
                  <a:pt x="1121307" y="178002"/>
                  <a:pt x="1121098" y="178316"/>
                </a:cubicBezTo>
                <a:lnTo>
                  <a:pt x="1116337" y="186583"/>
                </a:lnTo>
                <a:cubicBezTo>
                  <a:pt x="1116127" y="186897"/>
                  <a:pt x="1115656" y="187158"/>
                  <a:pt x="1115290" y="187158"/>
                </a:cubicBezTo>
                <a:lnTo>
                  <a:pt x="1105768" y="187158"/>
                </a:lnTo>
                <a:cubicBezTo>
                  <a:pt x="1105349" y="187158"/>
                  <a:pt x="1104931" y="186897"/>
                  <a:pt x="1104721" y="186583"/>
                </a:cubicBezTo>
                <a:lnTo>
                  <a:pt x="1099960" y="178316"/>
                </a:lnTo>
                <a:cubicBezTo>
                  <a:pt x="1099751" y="177950"/>
                  <a:pt x="1099751" y="177426"/>
                  <a:pt x="1099960" y="177112"/>
                </a:cubicBezTo>
                <a:lnTo>
                  <a:pt x="1104721" y="168846"/>
                </a:lnTo>
                <a:cubicBezTo>
                  <a:pt x="1104931" y="168532"/>
                  <a:pt x="1105402" y="168270"/>
                  <a:pt x="1105768" y="168270"/>
                </a:cubicBezTo>
                <a:close/>
                <a:moveTo>
                  <a:pt x="1353720" y="168218"/>
                </a:moveTo>
                <a:lnTo>
                  <a:pt x="1363295" y="168218"/>
                </a:lnTo>
                <a:cubicBezTo>
                  <a:pt x="1363714" y="168218"/>
                  <a:pt x="1364132" y="168480"/>
                  <a:pt x="1364341" y="168794"/>
                </a:cubicBezTo>
                <a:lnTo>
                  <a:pt x="1369155" y="177112"/>
                </a:lnTo>
                <a:cubicBezTo>
                  <a:pt x="1369364" y="177479"/>
                  <a:pt x="1369364" y="178002"/>
                  <a:pt x="1369155" y="178315"/>
                </a:cubicBezTo>
                <a:lnTo>
                  <a:pt x="1364341" y="186635"/>
                </a:lnTo>
                <a:cubicBezTo>
                  <a:pt x="1364132" y="186949"/>
                  <a:pt x="1363661" y="187210"/>
                  <a:pt x="1363295" y="187210"/>
                </a:cubicBezTo>
                <a:lnTo>
                  <a:pt x="1353720" y="187210"/>
                </a:lnTo>
                <a:cubicBezTo>
                  <a:pt x="1353301" y="187210"/>
                  <a:pt x="1352883" y="186949"/>
                  <a:pt x="1352673" y="186635"/>
                </a:cubicBezTo>
                <a:lnTo>
                  <a:pt x="1347860" y="178315"/>
                </a:lnTo>
                <a:cubicBezTo>
                  <a:pt x="1347651" y="177950"/>
                  <a:pt x="1347651" y="177427"/>
                  <a:pt x="1347860" y="177112"/>
                </a:cubicBezTo>
                <a:lnTo>
                  <a:pt x="1352673" y="168794"/>
                </a:lnTo>
                <a:cubicBezTo>
                  <a:pt x="1352883" y="168480"/>
                  <a:pt x="1353354" y="168218"/>
                  <a:pt x="1353720" y="168218"/>
                </a:cubicBezTo>
                <a:close/>
                <a:moveTo>
                  <a:pt x="1601516" y="167903"/>
                </a:moveTo>
                <a:lnTo>
                  <a:pt x="1611352" y="167903"/>
                </a:lnTo>
                <a:cubicBezTo>
                  <a:pt x="1611718" y="167903"/>
                  <a:pt x="1612189" y="168217"/>
                  <a:pt x="1612399" y="168532"/>
                </a:cubicBezTo>
                <a:lnTo>
                  <a:pt x="1617317" y="177059"/>
                </a:lnTo>
                <a:cubicBezTo>
                  <a:pt x="1617526" y="177373"/>
                  <a:pt x="1617526" y="177949"/>
                  <a:pt x="1617317" y="178263"/>
                </a:cubicBezTo>
                <a:lnTo>
                  <a:pt x="1612399" y="186791"/>
                </a:lnTo>
                <a:cubicBezTo>
                  <a:pt x="1612189" y="187157"/>
                  <a:pt x="1611718" y="187419"/>
                  <a:pt x="1611352" y="187419"/>
                </a:cubicBezTo>
                <a:lnTo>
                  <a:pt x="1601516" y="187419"/>
                </a:lnTo>
                <a:cubicBezTo>
                  <a:pt x="1601150" y="187419"/>
                  <a:pt x="1600679" y="187105"/>
                  <a:pt x="1600469" y="186791"/>
                </a:cubicBezTo>
                <a:lnTo>
                  <a:pt x="1595551" y="178263"/>
                </a:lnTo>
                <a:cubicBezTo>
                  <a:pt x="1595342" y="177949"/>
                  <a:pt x="1595342" y="177373"/>
                  <a:pt x="1595551" y="177059"/>
                </a:cubicBezTo>
                <a:lnTo>
                  <a:pt x="1600469" y="168532"/>
                </a:lnTo>
                <a:cubicBezTo>
                  <a:pt x="1600679" y="168165"/>
                  <a:pt x="1601150" y="167903"/>
                  <a:pt x="1601516" y="167903"/>
                </a:cubicBezTo>
                <a:close/>
                <a:moveTo>
                  <a:pt x="1435708" y="166909"/>
                </a:moveTo>
                <a:lnTo>
                  <a:pt x="1446591" y="166909"/>
                </a:lnTo>
                <a:cubicBezTo>
                  <a:pt x="1447010" y="166909"/>
                  <a:pt x="1447533" y="167223"/>
                  <a:pt x="1447743" y="167590"/>
                </a:cubicBezTo>
                <a:lnTo>
                  <a:pt x="1453184" y="177007"/>
                </a:lnTo>
                <a:cubicBezTo>
                  <a:pt x="1453393" y="177374"/>
                  <a:pt x="1453393" y="178002"/>
                  <a:pt x="1453184" y="178368"/>
                </a:cubicBezTo>
                <a:lnTo>
                  <a:pt x="1447743" y="187785"/>
                </a:lnTo>
                <a:cubicBezTo>
                  <a:pt x="1447533" y="188152"/>
                  <a:pt x="1447010" y="188467"/>
                  <a:pt x="1446591" y="188467"/>
                </a:cubicBezTo>
                <a:lnTo>
                  <a:pt x="1435708" y="188467"/>
                </a:lnTo>
                <a:cubicBezTo>
                  <a:pt x="1435290" y="188467"/>
                  <a:pt x="1434767" y="188152"/>
                  <a:pt x="1434557" y="187785"/>
                </a:cubicBezTo>
                <a:lnTo>
                  <a:pt x="1429116" y="178368"/>
                </a:lnTo>
                <a:cubicBezTo>
                  <a:pt x="1428907" y="178002"/>
                  <a:pt x="1428907" y="177374"/>
                  <a:pt x="1429116" y="177007"/>
                </a:cubicBezTo>
                <a:lnTo>
                  <a:pt x="1434557" y="167590"/>
                </a:lnTo>
                <a:cubicBezTo>
                  <a:pt x="1434767" y="167223"/>
                  <a:pt x="1435290" y="166909"/>
                  <a:pt x="1435708" y="166909"/>
                </a:cubicBezTo>
                <a:close/>
                <a:moveTo>
                  <a:pt x="1683557" y="166647"/>
                </a:moveTo>
                <a:lnTo>
                  <a:pt x="1694701" y="166647"/>
                </a:lnTo>
                <a:cubicBezTo>
                  <a:pt x="1695172" y="166647"/>
                  <a:pt x="1695695" y="166961"/>
                  <a:pt x="1695904" y="167327"/>
                </a:cubicBezTo>
                <a:lnTo>
                  <a:pt x="1701451" y="176954"/>
                </a:lnTo>
                <a:cubicBezTo>
                  <a:pt x="1701660" y="177321"/>
                  <a:pt x="1701660" y="177949"/>
                  <a:pt x="1701451" y="178315"/>
                </a:cubicBezTo>
                <a:lnTo>
                  <a:pt x="1695904" y="187942"/>
                </a:lnTo>
                <a:cubicBezTo>
                  <a:pt x="1695695" y="188308"/>
                  <a:pt x="1695119" y="188622"/>
                  <a:pt x="1694701" y="188622"/>
                </a:cubicBezTo>
                <a:lnTo>
                  <a:pt x="1683557" y="188622"/>
                </a:lnTo>
                <a:cubicBezTo>
                  <a:pt x="1683086" y="188622"/>
                  <a:pt x="1682562" y="188308"/>
                  <a:pt x="1682353" y="187942"/>
                </a:cubicBezTo>
                <a:lnTo>
                  <a:pt x="1676807" y="178315"/>
                </a:lnTo>
                <a:cubicBezTo>
                  <a:pt x="1676598" y="177949"/>
                  <a:pt x="1676598" y="177321"/>
                  <a:pt x="1676807" y="176954"/>
                </a:cubicBezTo>
                <a:lnTo>
                  <a:pt x="1682353" y="167327"/>
                </a:lnTo>
                <a:cubicBezTo>
                  <a:pt x="1682562" y="166961"/>
                  <a:pt x="1683138" y="166647"/>
                  <a:pt x="1683557" y="166647"/>
                </a:cubicBezTo>
                <a:close/>
                <a:moveTo>
                  <a:pt x="1518011" y="166124"/>
                </a:moveTo>
                <a:lnTo>
                  <a:pt x="1529678" y="166124"/>
                </a:lnTo>
                <a:cubicBezTo>
                  <a:pt x="1530149" y="166124"/>
                  <a:pt x="1530725" y="166439"/>
                  <a:pt x="1530934" y="166858"/>
                </a:cubicBezTo>
                <a:lnTo>
                  <a:pt x="1536741" y="176955"/>
                </a:lnTo>
                <a:cubicBezTo>
                  <a:pt x="1536951" y="177374"/>
                  <a:pt x="1536951" y="178002"/>
                  <a:pt x="1536741" y="178420"/>
                </a:cubicBezTo>
                <a:lnTo>
                  <a:pt x="1530934" y="188519"/>
                </a:lnTo>
                <a:cubicBezTo>
                  <a:pt x="1530672" y="188937"/>
                  <a:pt x="1530149" y="189251"/>
                  <a:pt x="1529678" y="189251"/>
                </a:cubicBezTo>
                <a:lnTo>
                  <a:pt x="1518011" y="189251"/>
                </a:lnTo>
                <a:cubicBezTo>
                  <a:pt x="1517539" y="189251"/>
                  <a:pt x="1516964" y="188937"/>
                  <a:pt x="1516755" y="188519"/>
                </a:cubicBezTo>
                <a:lnTo>
                  <a:pt x="1510947" y="178420"/>
                </a:lnTo>
                <a:cubicBezTo>
                  <a:pt x="1510738" y="178002"/>
                  <a:pt x="1510738" y="177374"/>
                  <a:pt x="1510947" y="176955"/>
                </a:cubicBezTo>
                <a:lnTo>
                  <a:pt x="1516755" y="166858"/>
                </a:lnTo>
                <a:cubicBezTo>
                  <a:pt x="1517016" y="166439"/>
                  <a:pt x="1517539" y="166124"/>
                  <a:pt x="1518011" y="166124"/>
                </a:cubicBezTo>
                <a:close/>
                <a:moveTo>
                  <a:pt x="1848474" y="165967"/>
                </a:moveTo>
                <a:lnTo>
                  <a:pt x="1860299" y="165967"/>
                </a:lnTo>
                <a:cubicBezTo>
                  <a:pt x="1860770" y="165967"/>
                  <a:pt x="1861345" y="166281"/>
                  <a:pt x="1861554" y="166700"/>
                </a:cubicBezTo>
                <a:lnTo>
                  <a:pt x="1867467" y="176955"/>
                </a:lnTo>
                <a:cubicBezTo>
                  <a:pt x="1867676" y="177373"/>
                  <a:pt x="1867676" y="178001"/>
                  <a:pt x="1867467" y="178420"/>
                </a:cubicBezTo>
                <a:lnTo>
                  <a:pt x="1861554" y="188675"/>
                </a:lnTo>
                <a:cubicBezTo>
                  <a:pt x="1861345" y="189093"/>
                  <a:pt x="1860770" y="189407"/>
                  <a:pt x="1860299" y="189407"/>
                </a:cubicBezTo>
                <a:lnTo>
                  <a:pt x="1848474" y="189407"/>
                </a:lnTo>
                <a:cubicBezTo>
                  <a:pt x="1848003" y="189407"/>
                  <a:pt x="1847427" y="189093"/>
                  <a:pt x="1847218" y="188675"/>
                </a:cubicBezTo>
                <a:lnTo>
                  <a:pt x="1841306" y="178420"/>
                </a:lnTo>
                <a:cubicBezTo>
                  <a:pt x="1841097" y="178001"/>
                  <a:pt x="1841097" y="177373"/>
                  <a:pt x="1841306" y="176955"/>
                </a:cubicBezTo>
                <a:lnTo>
                  <a:pt x="1847218" y="166700"/>
                </a:lnTo>
                <a:cubicBezTo>
                  <a:pt x="1847427" y="166281"/>
                  <a:pt x="1848003" y="165967"/>
                  <a:pt x="1848474" y="165967"/>
                </a:cubicBezTo>
                <a:close/>
                <a:moveTo>
                  <a:pt x="1765440" y="165130"/>
                </a:moveTo>
                <a:lnTo>
                  <a:pt x="1778101" y="165130"/>
                </a:lnTo>
                <a:cubicBezTo>
                  <a:pt x="1778625" y="165130"/>
                  <a:pt x="1779200" y="165496"/>
                  <a:pt x="1779462" y="165915"/>
                </a:cubicBezTo>
                <a:lnTo>
                  <a:pt x="1785793" y="176850"/>
                </a:lnTo>
                <a:cubicBezTo>
                  <a:pt x="1786054" y="177269"/>
                  <a:pt x="1786054" y="178001"/>
                  <a:pt x="1785793" y="178420"/>
                </a:cubicBezTo>
                <a:lnTo>
                  <a:pt x="1779462" y="189355"/>
                </a:lnTo>
                <a:cubicBezTo>
                  <a:pt x="1779200" y="189774"/>
                  <a:pt x="1778625" y="190140"/>
                  <a:pt x="1778101" y="190140"/>
                </a:cubicBezTo>
                <a:lnTo>
                  <a:pt x="1765440" y="190140"/>
                </a:lnTo>
                <a:cubicBezTo>
                  <a:pt x="1764916" y="190140"/>
                  <a:pt x="1764341" y="189774"/>
                  <a:pt x="1764079" y="189355"/>
                </a:cubicBezTo>
                <a:lnTo>
                  <a:pt x="1757748" y="178420"/>
                </a:lnTo>
                <a:cubicBezTo>
                  <a:pt x="1757487" y="178001"/>
                  <a:pt x="1757487" y="177269"/>
                  <a:pt x="1757748" y="176850"/>
                </a:cubicBezTo>
                <a:lnTo>
                  <a:pt x="1764079" y="165915"/>
                </a:lnTo>
                <a:cubicBezTo>
                  <a:pt x="1764341" y="165496"/>
                  <a:pt x="1764916" y="165130"/>
                  <a:pt x="1765440" y="165130"/>
                </a:cubicBezTo>
                <a:close/>
                <a:moveTo>
                  <a:pt x="1930410" y="164502"/>
                </a:moveTo>
                <a:lnTo>
                  <a:pt x="1943700" y="164502"/>
                </a:lnTo>
                <a:cubicBezTo>
                  <a:pt x="1944223" y="164502"/>
                  <a:pt x="1944850" y="164868"/>
                  <a:pt x="1945112" y="165339"/>
                </a:cubicBezTo>
                <a:lnTo>
                  <a:pt x="1951757" y="176850"/>
                </a:lnTo>
                <a:cubicBezTo>
                  <a:pt x="1952019" y="177268"/>
                  <a:pt x="1952019" y="178001"/>
                  <a:pt x="1951757" y="178472"/>
                </a:cubicBezTo>
                <a:lnTo>
                  <a:pt x="1945112" y="189983"/>
                </a:lnTo>
                <a:cubicBezTo>
                  <a:pt x="1944850" y="190454"/>
                  <a:pt x="1944223" y="190820"/>
                  <a:pt x="1943700" y="190820"/>
                </a:cubicBezTo>
                <a:lnTo>
                  <a:pt x="1930410" y="190820"/>
                </a:lnTo>
                <a:cubicBezTo>
                  <a:pt x="1929887" y="190820"/>
                  <a:pt x="1929259" y="190454"/>
                  <a:pt x="1928997" y="189983"/>
                </a:cubicBezTo>
                <a:lnTo>
                  <a:pt x="1922352" y="178472"/>
                </a:lnTo>
                <a:cubicBezTo>
                  <a:pt x="1922091" y="178053"/>
                  <a:pt x="1922091" y="177321"/>
                  <a:pt x="1922352" y="176850"/>
                </a:cubicBezTo>
                <a:lnTo>
                  <a:pt x="1928997" y="165339"/>
                </a:lnTo>
                <a:cubicBezTo>
                  <a:pt x="1929259" y="164868"/>
                  <a:pt x="1929887" y="164502"/>
                  <a:pt x="1930410" y="164502"/>
                </a:cubicBezTo>
                <a:close/>
                <a:moveTo>
                  <a:pt x="855407" y="163613"/>
                </a:moveTo>
                <a:lnTo>
                  <a:pt x="869639" y="163613"/>
                </a:lnTo>
                <a:cubicBezTo>
                  <a:pt x="870215" y="163613"/>
                  <a:pt x="870895" y="164032"/>
                  <a:pt x="871156" y="164502"/>
                </a:cubicBezTo>
                <a:lnTo>
                  <a:pt x="878272" y="176798"/>
                </a:lnTo>
                <a:cubicBezTo>
                  <a:pt x="878533" y="177321"/>
                  <a:pt x="878533" y="178106"/>
                  <a:pt x="878272" y="178577"/>
                </a:cubicBezTo>
                <a:lnTo>
                  <a:pt x="871156" y="190873"/>
                </a:lnTo>
                <a:cubicBezTo>
                  <a:pt x="870895" y="191344"/>
                  <a:pt x="870215" y="191762"/>
                  <a:pt x="869639" y="191762"/>
                </a:cubicBezTo>
                <a:lnTo>
                  <a:pt x="855407" y="191762"/>
                </a:lnTo>
                <a:cubicBezTo>
                  <a:pt x="854832" y="191762"/>
                  <a:pt x="854152" y="191344"/>
                  <a:pt x="853890" y="190873"/>
                </a:cubicBezTo>
                <a:lnTo>
                  <a:pt x="846774" y="178577"/>
                </a:lnTo>
                <a:cubicBezTo>
                  <a:pt x="846513" y="178054"/>
                  <a:pt x="846513" y="177269"/>
                  <a:pt x="846774" y="176798"/>
                </a:cubicBezTo>
                <a:lnTo>
                  <a:pt x="853890" y="164502"/>
                </a:lnTo>
                <a:cubicBezTo>
                  <a:pt x="854152" y="164032"/>
                  <a:pt x="854832" y="163613"/>
                  <a:pt x="855407" y="163613"/>
                </a:cubicBezTo>
                <a:close/>
                <a:moveTo>
                  <a:pt x="1020431" y="162987"/>
                </a:moveTo>
                <a:lnTo>
                  <a:pt x="1035238" y="162987"/>
                </a:lnTo>
                <a:cubicBezTo>
                  <a:pt x="1035813" y="162987"/>
                  <a:pt x="1036493" y="163405"/>
                  <a:pt x="1036807" y="163928"/>
                </a:cubicBezTo>
                <a:lnTo>
                  <a:pt x="1044237" y="176747"/>
                </a:lnTo>
                <a:cubicBezTo>
                  <a:pt x="1044551" y="177270"/>
                  <a:pt x="1044551" y="178055"/>
                  <a:pt x="1044237" y="178578"/>
                </a:cubicBezTo>
                <a:lnTo>
                  <a:pt x="1036807" y="191397"/>
                </a:lnTo>
                <a:cubicBezTo>
                  <a:pt x="1036546" y="191920"/>
                  <a:pt x="1035813" y="192338"/>
                  <a:pt x="1035238" y="192338"/>
                </a:cubicBezTo>
                <a:lnTo>
                  <a:pt x="1020431" y="192338"/>
                </a:lnTo>
                <a:cubicBezTo>
                  <a:pt x="1019855" y="192338"/>
                  <a:pt x="1019175" y="191920"/>
                  <a:pt x="1018861" y="191397"/>
                </a:cubicBezTo>
                <a:lnTo>
                  <a:pt x="1011431" y="178578"/>
                </a:lnTo>
                <a:cubicBezTo>
                  <a:pt x="1011118" y="178055"/>
                  <a:pt x="1011118" y="177270"/>
                  <a:pt x="1011431" y="176747"/>
                </a:cubicBezTo>
                <a:lnTo>
                  <a:pt x="1018861" y="163928"/>
                </a:lnTo>
                <a:cubicBezTo>
                  <a:pt x="1019123" y="163405"/>
                  <a:pt x="1019855" y="162987"/>
                  <a:pt x="1020431" y="162987"/>
                </a:cubicBezTo>
                <a:close/>
                <a:moveTo>
                  <a:pt x="937501" y="162462"/>
                </a:moveTo>
                <a:lnTo>
                  <a:pt x="952883" y="162462"/>
                </a:lnTo>
                <a:cubicBezTo>
                  <a:pt x="953459" y="162462"/>
                  <a:pt x="954192" y="162881"/>
                  <a:pt x="954505" y="163404"/>
                </a:cubicBezTo>
                <a:lnTo>
                  <a:pt x="962197" y="176746"/>
                </a:lnTo>
                <a:cubicBezTo>
                  <a:pt x="962510" y="177269"/>
                  <a:pt x="962510" y="178106"/>
                  <a:pt x="962197" y="178629"/>
                </a:cubicBezTo>
                <a:lnTo>
                  <a:pt x="954505" y="191971"/>
                </a:lnTo>
                <a:cubicBezTo>
                  <a:pt x="954244" y="192495"/>
                  <a:pt x="953511" y="192913"/>
                  <a:pt x="952883" y="192913"/>
                </a:cubicBezTo>
                <a:lnTo>
                  <a:pt x="937501" y="192913"/>
                </a:lnTo>
                <a:cubicBezTo>
                  <a:pt x="936925" y="192913"/>
                  <a:pt x="936193" y="192495"/>
                  <a:pt x="935879" y="191971"/>
                </a:cubicBezTo>
                <a:lnTo>
                  <a:pt x="928187" y="178629"/>
                </a:lnTo>
                <a:cubicBezTo>
                  <a:pt x="927874" y="178106"/>
                  <a:pt x="927874" y="177269"/>
                  <a:pt x="928187" y="176746"/>
                </a:cubicBezTo>
                <a:lnTo>
                  <a:pt x="935879" y="163404"/>
                </a:lnTo>
                <a:cubicBezTo>
                  <a:pt x="936140" y="162881"/>
                  <a:pt x="936873" y="162462"/>
                  <a:pt x="937501" y="162462"/>
                </a:cubicBezTo>
                <a:close/>
                <a:moveTo>
                  <a:pt x="767612" y="153358"/>
                </a:moveTo>
                <a:lnTo>
                  <a:pt x="792151" y="153358"/>
                </a:lnTo>
                <a:cubicBezTo>
                  <a:pt x="793093" y="153358"/>
                  <a:pt x="794296" y="154038"/>
                  <a:pt x="794767" y="154876"/>
                </a:cubicBezTo>
                <a:lnTo>
                  <a:pt x="807062" y="176119"/>
                </a:lnTo>
                <a:cubicBezTo>
                  <a:pt x="807533" y="176955"/>
                  <a:pt x="807533" y="178315"/>
                  <a:pt x="807062" y="179153"/>
                </a:cubicBezTo>
                <a:lnTo>
                  <a:pt x="794767" y="200395"/>
                </a:lnTo>
                <a:cubicBezTo>
                  <a:pt x="794296" y="201232"/>
                  <a:pt x="793145" y="201913"/>
                  <a:pt x="792151" y="201913"/>
                </a:cubicBezTo>
                <a:lnTo>
                  <a:pt x="767612" y="201913"/>
                </a:lnTo>
                <a:cubicBezTo>
                  <a:pt x="766670" y="201913"/>
                  <a:pt x="765467" y="201232"/>
                  <a:pt x="764996" y="200395"/>
                </a:cubicBezTo>
                <a:lnTo>
                  <a:pt x="752700" y="179153"/>
                </a:lnTo>
                <a:cubicBezTo>
                  <a:pt x="752229" y="178315"/>
                  <a:pt x="752229" y="176955"/>
                  <a:pt x="752700" y="176119"/>
                </a:cubicBezTo>
                <a:lnTo>
                  <a:pt x="764996" y="154876"/>
                </a:lnTo>
                <a:cubicBezTo>
                  <a:pt x="765467" y="154038"/>
                  <a:pt x="766618" y="153358"/>
                  <a:pt x="767612" y="153358"/>
                </a:cubicBezTo>
                <a:close/>
                <a:moveTo>
                  <a:pt x="1190163" y="89054"/>
                </a:moveTo>
                <a:lnTo>
                  <a:pt x="1196180" y="89054"/>
                </a:lnTo>
                <a:cubicBezTo>
                  <a:pt x="1196389" y="89054"/>
                  <a:pt x="1196808" y="89420"/>
                  <a:pt x="1196808" y="89420"/>
                </a:cubicBezTo>
                <a:lnTo>
                  <a:pt x="1199790" y="94600"/>
                </a:lnTo>
                <a:cubicBezTo>
                  <a:pt x="1199895" y="94809"/>
                  <a:pt x="1199790" y="95332"/>
                  <a:pt x="1199790" y="95332"/>
                </a:cubicBezTo>
                <a:lnTo>
                  <a:pt x="1196808" y="100512"/>
                </a:lnTo>
                <a:cubicBezTo>
                  <a:pt x="1196703" y="100722"/>
                  <a:pt x="1196180" y="100878"/>
                  <a:pt x="1196180" y="100878"/>
                </a:cubicBezTo>
                <a:lnTo>
                  <a:pt x="1190163" y="100878"/>
                </a:lnTo>
                <a:cubicBezTo>
                  <a:pt x="1189953" y="100878"/>
                  <a:pt x="1189535" y="100512"/>
                  <a:pt x="1189535" y="100512"/>
                </a:cubicBezTo>
                <a:lnTo>
                  <a:pt x="1186552" y="95332"/>
                </a:lnTo>
                <a:cubicBezTo>
                  <a:pt x="1186448" y="95123"/>
                  <a:pt x="1186552" y="94600"/>
                  <a:pt x="1186552" y="94600"/>
                </a:cubicBezTo>
                <a:lnTo>
                  <a:pt x="1189535" y="89420"/>
                </a:lnTo>
                <a:cubicBezTo>
                  <a:pt x="1189640" y="89211"/>
                  <a:pt x="1190163" y="89054"/>
                  <a:pt x="1190163" y="89054"/>
                </a:cubicBezTo>
                <a:close/>
                <a:moveTo>
                  <a:pt x="1933550" y="88111"/>
                </a:moveTo>
                <a:lnTo>
                  <a:pt x="1940561" y="88111"/>
                </a:lnTo>
                <a:cubicBezTo>
                  <a:pt x="1940823" y="88111"/>
                  <a:pt x="1941293" y="88530"/>
                  <a:pt x="1941293" y="88530"/>
                </a:cubicBezTo>
                <a:lnTo>
                  <a:pt x="1944799" y="94599"/>
                </a:lnTo>
                <a:cubicBezTo>
                  <a:pt x="1944956" y="94861"/>
                  <a:pt x="1944799" y="95488"/>
                  <a:pt x="1944799" y="95488"/>
                </a:cubicBezTo>
                <a:lnTo>
                  <a:pt x="1941293" y="101558"/>
                </a:lnTo>
                <a:cubicBezTo>
                  <a:pt x="1941189" y="101767"/>
                  <a:pt x="1940823" y="101976"/>
                  <a:pt x="1940561" y="101976"/>
                </a:cubicBezTo>
                <a:lnTo>
                  <a:pt x="1933550" y="101976"/>
                </a:lnTo>
                <a:cubicBezTo>
                  <a:pt x="1933288" y="101976"/>
                  <a:pt x="1932817" y="101558"/>
                  <a:pt x="1932817" y="101558"/>
                </a:cubicBezTo>
                <a:lnTo>
                  <a:pt x="1929312" y="95488"/>
                </a:lnTo>
                <a:cubicBezTo>
                  <a:pt x="1929155" y="95227"/>
                  <a:pt x="1929312" y="94599"/>
                  <a:pt x="1929312" y="94599"/>
                </a:cubicBezTo>
                <a:lnTo>
                  <a:pt x="1932817" y="88530"/>
                </a:lnTo>
                <a:cubicBezTo>
                  <a:pt x="1932922" y="88320"/>
                  <a:pt x="1933288" y="88111"/>
                  <a:pt x="1933550" y="88111"/>
                </a:cubicBezTo>
                <a:close/>
                <a:moveTo>
                  <a:pt x="1271313" y="86124"/>
                </a:moveTo>
                <a:lnTo>
                  <a:pt x="1280313" y="86124"/>
                </a:lnTo>
                <a:cubicBezTo>
                  <a:pt x="1280627" y="86124"/>
                  <a:pt x="1281097" y="86386"/>
                  <a:pt x="1281254" y="86700"/>
                </a:cubicBezTo>
                <a:lnTo>
                  <a:pt x="1285754" y="94495"/>
                </a:lnTo>
                <a:cubicBezTo>
                  <a:pt x="1285911" y="94808"/>
                  <a:pt x="1285911" y="95279"/>
                  <a:pt x="1285754" y="95594"/>
                </a:cubicBezTo>
                <a:lnTo>
                  <a:pt x="1281254" y="103389"/>
                </a:lnTo>
                <a:cubicBezTo>
                  <a:pt x="1281097" y="103704"/>
                  <a:pt x="1280679" y="103965"/>
                  <a:pt x="1280313" y="103965"/>
                </a:cubicBezTo>
                <a:lnTo>
                  <a:pt x="1271313" y="103965"/>
                </a:lnTo>
                <a:cubicBezTo>
                  <a:pt x="1270999" y="103965"/>
                  <a:pt x="1270529" y="103704"/>
                  <a:pt x="1270371" y="103389"/>
                </a:cubicBezTo>
                <a:lnTo>
                  <a:pt x="1265872" y="95594"/>
                </a:lnTo>
                <a:cubicBezTo>
                  <a:pt x="1265715" y="95279"/>
                  <a:pt x="1265715" y="94808"/>
                  <a:pt x="1265872" y="94495"/>
                </a:cubicBezTo>
                <a:lnTo>
                  <a:pt x="1270371" y="86700"/>
                </a:lnTo>
                <a:cubicBezTo>
                  <a:pt x="1270529" y="86386"/>
                  <a:pt x="1270947" y="86124"/>
                  <a:pt x="1271313" y="86124"/>
                </a:cubicBezTo>
                <a:close/>
                <a:moveTo>
                  <a:pt x="1601725" y="85600"/>
                </a:moveTo>
                <a:lnTo>
                  <a:pt x="1611247" y="85600"/>
                </a:lnTo>
                <a:cubicBezTo>
                  <a:pt x="1611666" y="85600"/>
                  <a:pt x="1612084" y="85862"/>
                  <a:pt x="1612294" y="86176"/>
                </a:cubicBezTo>
                <a:lnTo>
                  <a:pt x="1617055" y="94442"/>
                </a:lnTo>
                <a:cubicBezTo>
                  <a:pt x="1617264" y="94809"/>
                  <a:pt x="1617264" y="95332"/>
                  <a:pt x="1617055" y="95646"/>
                </a:cubicBezTo>
                <a:lnTo>
                  <a:pt x="1612294" y="103913"/>
                </a:lnTo>
                <a:cubicBezTo>
                  <a:pt x="1612084" y="104227"/>
                  <a:pt x="1611614" y="104489"/>
                  <a:pt x="1611247" y="104489"/>
                </a:cubicBezTo>
                <a:lnTo>
                  <a:pt x="1601725" y="104489"/>
                </a:lnTo>
                <a:cubicBezTo>
                  <a:pt x="1601306" y="104489"/>
                  <a:pt x="1600887" y="104227"/>
                  <a:pt x="1600678" y="103913"/>
                </a:cubicBezTo>
                <a:lnTo>
                  <a:pt x="1595917" y="95646"/>
                </a:lnTo>
                <a:cubicBezTo>
                  <a:pt x="1595708" y="95280"/>
                  <a:pt x="1595708" y="94756"/>
                  <a:pt x="1595917" y="94442"/>
                </a:cubicBezTo>
                <a:lnTo>
                  <a:pt x="1600678" y="86176"/>
                </a:lnTo>
                <a:cubicBezTo>
                  <a:pt x="1600887" y="85862"/>
                  <a:pt x="1601358" y="85600"/>
                  <a:pt x="1601725" y="85600"/>
                </a:cubicBezTo>
                <a:close/>
                <a:moveTo>
                  <a:pt x="1518900" y="85286"/>
                </a:moveTo>
                <a:lnTo>
                  <a:pt x="1528736" y="85286"/>
                </a:lnTo>
                <a:cubicBezTo>
                  <a:pt x="1529102" y="85286"/>
                  <a:pt x="1529573" y="85600"/>
                  <a:pt x="1529783" y="85914"/>
                </a:cubicBezTo>
                <a:lnTo>
                  <a:pt x="1534701" y="94442"/>
                </a:lnTo>
                <a:cubicBezTo>
                  <a:pt x="1534910" y="94756"/>
                  <a:pt x="1534910" y="95332"/>
                  <a:pt x="1534701" y="95646"/>
                </a:cubicBezTo>
                <a:lnTo>
                  <a:pt x="1529783" y="104174"/>
                </a:lnTo>
                <a:cubicBezTo>
                  <a:pt x="1529573" y="104541"/>
                  <a:pt x="1529102" y="104802"/>
                  <a:pt x="1528736" y="104802"/>
                </a:cubicBezTo>
                <a:lnTo>
                  <a:pt x="1518900" y="104802"/>
                </a:lnTo>
                <a:cubicBezTo>
                  <a:pt x="1518533" y="104802"/>
                  <a:pt x="1518063" y="104489"/>
                  <a:pt x="1517853" y="104174"/>
                </a:cubicBezTo>
                <a:lnTo>
                  <a:pt x="1512935" y="95646"/>
                </a:lnTo>
                <a:cubicBezTo>
                  <a:pt x="1512726" y="95332"/>
                  <a:pt x="1512726" y="94756"/>
                  <a:pt x="1512935" y="94442"/>
                </a:cubicBezTo>
                <a:lnTo>
                  <a:pt x="1517853" y="85914"/>
                </a:lnTo>
                <a:cubicBezTo>
                  <a:pt x="1518063" y="85548"/>
                  <a:pt x="1518533" y="85286"/>
                  <a:pt x="1518900" y="85286"/>
                </a:cubicBezTo>
                <a:close/>
                <a:moveTo>
                  <a:pt x="1353459" y="85025"/>
                </a:moveTo>
                <a:lnTo>
                  <a:pt x="1363557" y="85025"/>
                </a:lnTo>
                <a:cubicBezTo>
                  <a:pt x="1363975" y="85025"/>
                  <a:pt x="1364446" y="85286"/>
                  <a:pt x="1364656" y="85652"/>
                </a:cubicBezTo>
                <a:lnTo>
                  <a:pt x="1369678" y="94391"/>
                </a:lnTo>
                <a:cubicBezTo>
                  <a:pt x="1369888" y="94757"/>
                  <a:pt x="1369888" y="95279"/>
                  <a:pt x="1369678" y="95646"/>
                </a:cubicBezTo>
                <a:lnTo>
                  <a:pt x="1364656" y="104384"/>
                </a:lnTo>
                <a:cubicBezTo>
                  <a:pt x="1364446" y="104749"/>
                  <a:pt x="1363975" y="105011"/>
                  <a:pt x="1363557" y="105011"/>
                </a:cubicBezTo>
                <a:lnTo>
                  <a:pt x="1353459" y="105011"/>
                </a:lnTo>
                <a:cubicBezTo>
                  <a:pt x="1353040" y="105011"/>
                  <a:pt x="1352569" y="104749"/>
                  <a:pt x="1352360" y="104384"/>
                </a:cubicBezTo>
                <a:lnTo>
                  <a:pt x="1347337" y="95646"/>
                </a:lnTo>
                <a:cubicBezTo>
                  <a:pt x="1347128" y="95279"/>
                  <a:pt x="1347128" y="94757"/>
                  <a:pt x="1347337" y="94391"/>
                </a:cubicBezTo>
                <a:lnTo>
                  <a:pt x="1352360" y="85652"/>
                </a:lnTo>
                <a:cubicBezTo>
                  <a:pt x="1352569" y="85286"/>
                  <a:pt x="1353040" y="85025"/>
                  <a:pt x="1353459" y="85025"/>
                </a:cubicBezTo>
                <a:close/>
                <a:moveTo>
                  <a:pt x="1849050" y="84344"/>
                </a:moveTo>
                <a:lnTo>
                  <a:pt x="1859776" y="84344"/>
                </a:lnTo>
                <a:cubicBezTo>
                  <a:pt x="1860195" y="84344"/>
                  <a:pt x="1860718" y="84658"/>
                  <a:pt x="1860927" y="85024"/>
                </a:cubicBezTo>
                <a:lnTo>
                  <a:pt x="1866317" y="94337"/>
                </a:lnTo>
                <a:cubicBezTo>
                  <a:pt x="1866526" y="94704"/>
                  <a:pt x="1866526" y="95279"/>
                  <a:pt x="1866317" y="95645"/>
                </a:cubicBezTo>
                <a:lnTo>
                  <a:pt x="1860927" y="104959"/>
                </a:lnTo>
                <a:cubicBezTo>
                  <a:pt x="1860718" y="105325"/>
                  <a:pt x="1860195" y="105639"/>
                  <a:pt x="1859776" y="105639"/>
                </a:cubicBezTo>
                <a:lnTo>
                  <a:pt x="1849050" y="105639"/>
                </a:lnTo>
                <a:cubicBezTo>
                  <a:pt x="1848632" y="105639"/>
                  <a:pt x="1848108" y="105325"/>
                  <a:pt x="1847899" y="104959"/>
                </a:cubicBezTo>
                <a:lnTo>
                  <a:pt x="1842510" y="95645"/>
                </a:lnTo>
                <a:cubicBezTo>
                  <a:pt x="1842301" y="95279"/>
                  <a:pt x="1842301" y="94704"/>
                  <a:pt x="1842510" y="94337"/>
                </a:cubicBezTo>
                <a:lnTo>
                  <a:pt x="1847899" y="85024"/>
                </a:lnTo>
                <a:cubicBezTo>
                  <a:pt x="1848108" y="84658"/>
                  <a:pt x="1848632" y="84344"/>
                  <a:pt x="1849050" y="84344"/>
                </a:cubicBezTo>
                <a:close/>
                <a:moveTo>
                  <a:pt x="1104825" y="83822"/>
                </a:moveTo>
                <a:lnTo>
                  <a:pt x="1116179" y="83822"/>
                </a:lnTo>
                <a:cubicBezTo>
                  <a:pt x="1116597" y="83822"/>
                  <a:pt x="1117173" y="84136"/>
                  <a:pt x="1117382" y="84502"/>
                </a:cubicBezTo>
                <a:lnTo>
                  <a:pt x="1123033" y="94339"/>
                </a:lnTo>
                <a:cubicBezTo>
                  <a:pt x="1123242" y="94757"/>
                  <a:pt x="1123242" y="95385"/>
                  <a:pt x="1123033" y="95751"/>
                </a:cubicBezTo>
                <a:lnTo>
                  <a:pt x="1117382" y="105588"/>
                </a:lnTo>
                <a:cubicBezTo>
                  <a:pt x="1117173" y="105954"/>
                  <a:pt x="1116650" y="106268"/>
                  <a:pt x="1116179" y="106268"/>
                </a:cubicBezTo>
                <a:lnTo>
                  <a:pt x="1104825" y="106268"/>
                </a:lnTo>
                <a:cubicBezTo>
                  <a:pt x="1104407" y="106268"/>
                  <a:pt x="1103831" y="105954"/>
                  <a:pt x="1103622" y="105588"/>
                </a:cubicBezTo>
                <a:lnTo>
                  <a:pt x="1097971" y="95751"/>
                </a:lnTo>
                <a:cubicBezTo>
                  <a:pt x="1097762" y="95333"/>
                  <a:pt x="1097762" y="94704"/>
                  <a:pt x="1097971" y="94339"/>
                </a:cubicBezTo>
                <a:lnTo>
                  <a:pt x="1103622" y="84502"/>
                </a:lnTo>
                <a:cubicBezTo>
                  <a:pt x="1103831" y="84136"/>
                  <a:pt x="1104354" y="83822"/>
                  <a:pt x="1104825" y="83822"/>
                </a:cubicBezTo>
                <a:close/>
                <a:moveTo>
                  <a:pt x="1683399" y="83665"/>
                </a:moveTo>
                <a:lnTo>
                  <a:pt x="1694858" y="83665"/>
                </a:lnTo>
                <a:cubicBezTo>
                  <a:pt x="1695277" y="83665"/>
                  <a:pt x="1695852" y="84030"/>
                  <a:pt x="1696061" y="84397"/>
                </a:cubicBezTo>
                <a:lnTo>
                  <a:pt x="1701764" y="94285"/>
                </a:lnTo>
                <a:cubicBezTo>
                  <a:pt x="1701974" y="94652"/>
                  <a:pt x="1701974" y="95332"/>
                  <a:pt x="1701764" y="95698"/>
                </a:cubicBezTo>
                <a:lnTo>
                  <a:pt x="1696061" y="105587"/>
                </a:lnTo>
                <a:cubicBezTo>
                  <a:pt x="1695852" y="106005"/>
                  <a:pt x="1695329" y="106319"/>
                  <a:pt x="1694858" y="106319"/>
                </a:cubicBezTo>
                <a:lnTo>
                  <a:pt x="1683399" y="106319"/>
                </a:lnTo>
                <a:cubicBezTo>
                  <a:pt x="1682981" y="106319"/>
                  <a:pt x="1682405" y="105953"/>
                  <a:pt x="1682196" y="105587"/>
                </a:cubicBezTo>
                <a:lnTo>
                  <a:pt x="1676493" y="95698"/>
                </a:lnTo>
                <a:cubicBezTo>
                  <a:pt x="1676284" y="95332"/>
                  <a:pt x="1676284" y="94652"/>
                  <a:pt x="1676493" y="94285"/>
                </a:cubicBezTo>
                <a:lnTo>
                  <a:pt x="1682196" y="84397"/>
                </a:lnTo>
                <a:cubicBezTo>
                  <a:pt x="1682405" y="83978"/>
                  <a:pt x="1682928" y="83665"/>
                  <a:pt x="1683399" y="83665"/>
                </a:cubicBezTo>
                <a:close/>
                <a:moveTo>
                  <a:pt x="1765911" y="83402"/>
                </a:moveTo>
                <a:lnTo>
                  <a:pt x="1777631" y="83402"/>
                </a:lnTo>
                <a:cubicBezTo>
                  <a:pt x="1778102" y="83402"/>
                  <a:pt x="1778677" y="83716"/>
                  <a:pt x="1778887" y="84135"/>
                </a:cubicBezTo>
                <a:lnTo>
                  <a:pt x="1784747" y="94285"/>
                </a:lnTo>
                <a:cubicBezTo>
                  <a:pt x="1784956" y="94703"/>
                  <a:pt x="1784956" y="95331"/>
                  <a:pt x="1784747" y="95750"/>
                </a:cubicBezTo>
                <a:lnTo>
                  <a:pt x="1778887" y="105900"/>
                </a:lnTo>
                <a:cubicBezTo>
                  <a:pt x="1778677" y="106319"/>
                  <a:pt x="1778102" y="106633"/>
                  <a:pt x="1777631" y="106633"/>
                </a:cubicBezTo>
                <a:lnTo>
                  <a:pt x="1765911" y="106633"/>
                </a:lnTo>
                <a:cubicBezTo>
                  <a:pt x="1765440" y="106633"/>
                  <a:pt x="1764864" y="106319"/>
                  <a:pt x="1764655" y="105900"/>
                </a:cubicBezTo>
                <a:lnTo>
                  <a:pt x="1758795" y="95750"/>
                </a:lnTo>
                <a:cubicBezTo>
                  <a:pt x="1758586" y="95331"/>
                  <a:pt x="1758586" y="94703"/>
                  <a:pt x="1758795" y="94285"/>
                </a:cubicBezTo>
                <a:lnTo>
                  <a:pt x="1764655" y="84135"/>
                </a:lnTo>
                <a:cubicBezTo>
                  <a:pt x="1764864" y="83716"/>
                  <a:pt x="1765440" y="83402"/>
                  <a:pt x="1765911" y="83402"/>
                </a:cubicBezTo>
                <a:close/>
                <a:moveTo>
                  <a:pt x="1435028" y="82931"/>
                </a:moveTo>
                <a:lnTo>
                  <a:pt x="1447219" y="82931"/>
                </a:lnTo>
                <a:cubicBezTo>
                  <a:pt x="1447690" y="82931"/>
                  <a:pt x="1448265" y="83245"/>
                  <a:pt x="1448527" y="83665"/>
                </a:cubicBezTo>
                <a:lnTo>
                  <a:pt x="1454649" y="94233"/>
                </a:lnTo>
                <a:cubicBezTo>
                  <a:pt x="1454910" y="94651"/>
                  <a:pt x="1454910" y="95331"/>
                  <a:pt x="1454649" y="95750"/>
                </a:cubicBezTo>
                <a:lnTo>
                  <a:pt x="1448527" y="106319"/>
                </a:lnTo>
                <a:cubicBezTo>
                  <a:pt x="1448265" y="106737"/>
                  <a:pt x="1447690" y="107052"/>
                  <a:pt x="1447219" y="107052"/>
                </a:cubicBezTo>
                <a:lnTo>
                  <a:pt x="1435028" y="107052"/>
                </a:lnTo>
                <a:cubicBezTo>
                  <a:pt x="1434557" y="107052"/>
                  <a:pt x="1433982" y="106737"/>
                  <a:pt x="1433720" y="106319"/>
                </a:cubicBezTo>
                <a:lnTo>
                  <a:pt x="1427598" y="95750"/>
                </a:lnTo>
                <a:cubicBezTo>
                  <a:pt x="1427337" y="95331"/>
                  <a:pt x="1427337" y="94651"/>
                  <a:pt x="1427598" y="94233"/>
                </a:cubicBezTo>
                <a:lnTo>
                  <a:pt x="1433720" y="83665"/>
                </a:lnTo>
                <a:cubicBezTo>
                  <a:pt x="1433982" y="83245"/>
                  <a:pt x="1434557" y="82931"/>
                  <a:pt x="1435028" y="82931"/>
                </a:cubicBezTo>
                <a:close/>
                <a:moveTo>
                  <a:pt x="856298" y="82723"/>
                </a:moveTo>
                <a:lnTo>
                  <a:pt x="868698" y="82723"/>
                </a:lnTo>
                <a:cubicBezTo>
                  <a:pt x="869169" y="82723"/>
                  <a:pt x="869744" y="83089"/>
                  <a:pt x="870006" y="83508"/>
                </a:cubicBezTo>
                <a:lnTo>
                  <a:pt x="876232" y="94234"/>
                </a:lnTo>
                <a:cubicBezTo>
                  <a:pt x="876494" y="94652"/>
                  <a:pt x="876494" y="95333"/>
                  <a:pt x="876232" y="95751"/>
                </a:cubicBezTo>
                <a:lnTo>
                  <a:pt x="870006" y="106477"/>
                </a:lnTo>
                <a:cubicBezTo>
                  <a:pt x="869797" y="106896"/>
                  <a:pt x="869169" y="107262"/>
                  <a:pt x="868698" y="107262"/>
                </a:cubicBezTo>
                <a:lnTo>
                  <a:pt x="856298" y="107262"/>
                </a:lnTo>
                <a:cubicBezTo>
                  <a:pt x="855827" y="107262"/>
                  <a:pt x="855251" y="106896"/>
                  <a:pt x="854989" y="106477"/>
                </a:cubicBezTo>
                <a:lnTo>
                  <a:pt x="848763" y="95751"/>
                </a:lnTo>
                <a:cubicBezTo>
                  <a:pt x="848502" y="95333"/>
                  <a:pt x="848502" y="94652"/>
                  <a:pt x="848763" y="94234"/>
                </a:cubicBezTo>
                <a:lnTo>
                  <a:pt x="854989" y="83508"/>
                </a:lnTo>
                <a:cubicBezTo>
                  <a:pt x="855199" y="83089"/>
                  <a:pt x="855827" y="82723"/>
                  <a:pt x="856298" y="82723"/>
                </a:cubicBezTo>
                <a:close/>
                <a:moveTo>
                  <a:pt x="1020744" y="80996"/>
                </a:moveTo>
                <a:lnTo>
                  <a:pt x="1034923" y="80996"/>
                </a:lnTo>
                <a:cubicBezTo>
                  <a:pt x="1035499" y="80996"/>
                  <a:pt x="1036179" y="81415"/>
                  <a:pt x="1036440" y="81885"/>
                </a:cubicBezTo>
                <a:lnTo>
                  <a:pt x="1043504" y="94129"/>
                </a:lnTo>
                <a:cubicBezTo>
                  <a:pt x="1043766" y="94600"/>
                  <a:pt x="1043766" y="95384"/>
                  <a:pt x="1043504" y="95855"/>
                </a:cubicBezTo>
                <a:lnTo>
                  <a:pt x="1036440" y="108099"/>
                </a:lnTo>
                <a:cubicBezTo>
                  <a:pt x="1036179" y="108570"/>
                  <a:pt x="1035499" y="108988"/>
                  <a:pt x="1034923" y="108988"/>
                </a:cubicBezTo>
                <a:lnTo>
                  <a:pt x="1020744" y="108988"/>
                </a:lnTo>
                <a:cubicBezTo>
                  <a:pt x="1020168" y="108988"/>
                  <a:pt x="1019488" y="108570"/>
                  <a:pt x="1019227" y="108099"/>
                </a:cubicBezTo>
                <a:lnTo>
                  <a:pt x="1012163" y="95855"/>
                </a:lnTo>
                <a:cubicBezTo>
                  <a:pt x="1011902" y="95384"/>
                  <a:pt x="1011902" y="94600"/>
                  <a:pt x="1012163" y="94129"/>
                </a:cubicBezTo>
                <a:lnTo>
                  <a:pt x="1019227" y="81885"/>
                </a:lnTo>
                <a:cubicBezTo>
                  <a:pt x="1019488" y="81415"/>
                  <a:pt x="1020168" y="80996"/>
                  <a:pt x="1020744" y="80996"/>
                </a:cubicBezTo>
                <a:close/>
                <a:moveTo>
                  <a:pt x="938076" y="80944"/>
                </a:moveTo>
                <a:lnTo>
                  <a:pt x="952308" y="80944"/>
                </a:lnTo>
                <a:cubicBezTo>
                  <a:pt x="952883" y="80944"/>
                  <a:pt x="953564" y="81363"/>
                  <a:pt x="953825" y="81833"/>
                </a:cubicBezTo>
                <a:lnTo>
                  <a:pt x="960941" y="94129"/>
                </a:lnTo>
                <a:cubicBezTo>
                  <a:pt x="961202" y="94652"/>
                  <a:pt x="961202" y="95437"/>
                  <a:pt x="960941" y="95908"/>
                </a:cubicBezTo>
                <a:lnTo>
                  <a:pt x="953825" y="108204"/>
                </a:lnTo>
                <a:cubicBezTo>
                  <a:pt x="953564" y="108674"/>
                  <a:pt x="952883" y="109093"/>
                  <a:pt x="952308" y="109093"/>
                </a:cubicBezTo>
                <a:lnTo>
                  <a:pt x="938076" y="109093"/>
                </a:lnTo>
                <a:cubicBezTo>
                  <a:pt x="937501" y="109093"/>
                  <a:pt x="936821" y="108674"/>
                  <a:pt x="936559" y="108204"/>
                </a:cubicBezTo>
                <a:lnTo>
                  <a:pt x="929443" y="95908"/>
                </a:lnTo>
                <a:cubicBezTo>
                  <a:pt x="929182" y="95385"/>
                  <a:pt x="929182" y="94600"/>
                  <a:pt x="929443" y="94129"/>
                </a:cubicBezTo>
                <a:lnTo>
                  <a:pt x="936559" y="81833"/>
                </a:lnTo>
                <a:cubicBezTo>
                  <a:pt x="936821" y="81363"/>
                  <a:pt x="937501" y="80944"/>
                  <a:pt x="938076" y="80944"/>
                </a:cubicBezTo>
                <a:close/>
                <a:moveTo>
                  <a:pt x="771431" y="78328"/>
                </a:moveTo>
                <a:lnTo>
                  <a:pt x="788279" y="78328"/>
                </a:lnTo>
                <a:cubicBezTo>
                  <a:pt x="788907" y="78328"/>
                  <a:pt x="789744" y="78799"/>
                  <a:pt x="790058" y="79374"/>
                </a:cubicBezTo>
                <a:lnTo>
                  <a:pt x="798481" y="93972"/>
                </a:lnTo>
                <a:cubicBezTo>
                  <a:pt x="798795" y="94548"/>
                  <a:pt x="798795" y="95490"/>
                  <a:pt x="798481" y="96065"/>
                </a:cubicBezTo>
                <a:lnTo>
                  <a:pt x="790058" y="110663"/>
                </a:lnTo>
                <a:cubicBezTo>
                  <a:pt x="789744" y="111238"/>
                  <a:pt x="788959" y="111709"/>
                  <a:pt x="788279" y="111709"/>
                </a:cubicBezTo>
                <a:lnTo>
                  <a:pt x="771431" y="111709"/>
                </a:lnTo>
                <a:cubicBezTo>
                  <a:pt x="770803" y="111709"/>
                  <a:pt x="769966" y="111238"/>
                  <a:pt x="769652" y="110663"/>
                </a:cubicBezTo>
                <a:lnTo>
                  <a:pt x="761228" y="96065"/>
                </a:lnTo>
                <a:cubicBezTo>
                  <a:pt x="760915" y="95490"/>
                  <a:pt x="760915" y="94548"/>
                  <a:pt x="761228" y="93972"/>
                </a:cubicBezTo>
                <a:lnTo>
                  <a:pt x="769652" y="79374"/>
                </a:lnTo>
                <a:cubicBezTo>
                  <a:pt x="769966" y="78799"/>
                  <a:pt x="770751" y="78328"/>
                  <a:pt x="771431" y="78328"/>
                </a:cubicBezTo>
                <a:close/>
                <a:moveTo>
                  <a:pt x="1520365" y="5546"/>
                </a:moveTo>
                <a:lnTo>
                  <a:pt x="1527271" y="5546"/>
                </a:lnTo>
                <a:cubicBezTo>
                  <a:pt x="1527533" y="5546"/>
                  <a:pt x="1528003" y="5965"/>
                  <a:pt x="1528003" y="5965"/>
                </a:cubicBezTo>
                <a:lnTo>
                  <a:pt x="1531457" y="11929"/>
                </a:lnTo>
                <a:cubicBezTo>
                  <a:pt x="1531614" y="12139"/>
                  <a:pt x="1531457" y="12766"/>
                  <a:pt x="1531457" y="12766"/>
                </a:cubicBezTo>
                <a:lnTo>
                  <a:pt x="1528003" y="18731"/>
                </a:lnTo>
                <a:cubicBezTo>
                  <a:pt x="1527899" y="18940"/>
                  <a:pt x="1527533" y="19150"/>
                  <a:pt x="1527271" y="19150"/>
                </a:cubicBezTo>
                <a:lnTo>
                  <a:pt x="1520365" y="19150"/>
                </a:lnTo>
                <a:cubicBezTo>
                  <a:pt x="1520103" y="19150"/>
                  <a:pt x="1519632" y="18731"/>
                  <a:pt x="1519632" y="18731"/>
                </a:cubicBezTo>
                <a:lnTo>
                  <a:pt x="1516179" y="12766"/>
                </a:lnTo>
                <a:cubicBezTo>
                  <a:pt x="1516022" y="12557"/>
                  <a:pt x="1516179" y="11929"/>
                  <a:pt x="1516179" y="11929"/>
                </a:cubicBezTo>
                <a:lnTo>
                  <a:pt x="1519632" y="5965"/>
                </a:lnTo>
                <a:cubicBezTo>
                  <a:pt x="1519737" y="5755"/>
                  <a:pt x="1520103" y="5546"/>
                  <a:pt x="1520365" y="5546"/>
                </a:cubicBezTo>
                <a:close/>
                <a:moveTo>
                  <a:pt x="1189220" y="4605"/>
                </a:moveTo>
                <a:lnTo>
                  <a:pt x="1197068" y="4605"/>
                </a:lnTo>
                <a:cubicBezTo>
                  <a:pt x="1197382" y="4605"/>
                  <a:pt x="1197748" y="4814"/>
                  <a:pt x="1197906" y="5077"/>
                </a:cubicBezTo>
                <a:lnTo>
                  <a:pt x="1201830" y="11879"/>
                </a:lnTo>
                <a:cubicBezTo>
                  <a:pt x="1201986" y="12192"/>
                  <a:pt x="1201986" y="12611"/>
                  <a:pt x="1201830" y="12872"/>
                </a:cubicBezTo>
                <a:lnTo>
                  <a:pt x="1197906" y="19674"/>
                </a:lnTo>
                <a:cubicBezTo>
                  <a:pt x="1197748" y="19935"/>
                  <a:pt x="1197382" y="20146"/>
                  <a:pt x="1197068" y="20146"/>
                </a:cubicBezTo>
                <a:lnTo>
                  <a:pt x="1189220" y="20146"/>
                </a:lnTo>
                <a:cubicBezTo>
                  <a:pt x="1188906" y="20146"/>
                  <a:pt x="1188540" y="19935"/>
                  <a:pt x="1188383" y="19674"/>
                </a:cubicBezTo>
                <a:lnTo>
                  <a:pt x="1184459" y="12872"/>
                </a:lnTo>
                <a:cubicBezTo>
                  <a:pt x="1184302" y="12558"/>
                  <a:pt x="1184302" y="12139"/>
                  <a:pt x="1184459" y="11879"/>
                </a:cubicBezTo>
                <a:lnTo>
                  <a:pt x="1188383" y="5077"/>
                </a:lnTo>
                <a:cubicBezTo>
                  <a:pt x="1188540" y="4814"/>
                  <a:pt x="1188906" y="4605"/>
                  <a:pt x="1189220" y="4605"/>
                </a:cubicBezTo>
                <a:close/>
                <a:moveTo>
                  <a:pt x="774623" y="2042"/>
                </a:moveTo>
                <a:lnTo>
                  <a:pt x="785035" y="2042"/>
                </a:lnTo>
                <a:cubicBezTo>
                  <a:pt x="785401" y="2042"/>
                  <a:pt x="785924" y="2304"/>
                  <a:pt x="786134" y="2670"/>
                </a:cubicBezTo>
                <a:lnTo>
                  <a:pt x="791366" y="11722"/>
                </a:lnTo>
                <a:cubicBezTo>
                  <a:pt x="791575" y="12088"/>
                  <a:pt x="791575" y="12663"/>
                  <a:pt x="791366" y="13030"/>
                </a:cubicBezTo>
                <a:lnTo>
                  <a:pt x="786134" y="22081"/>
                </a:lnTo>
                <a:cubicBezTo>
                  <a:pt x="785924" y="22395"/>
                  <a:pt x="785454" y="22709"/>
                  <a:pt x="785035" y="22709"/>
                </a:cubicBezTo>
                <a:lnTo>
                  <a:pt x="774623" y="22709"/>
                </a:lnTo>
                <a:cubicBezTo>
                  <a:pt x="774257" y="22709"/>
                  <a:pt x="773734" y="22447"/>
                  <a:pt x="773524" y="22081"/>
                </a:cubicBezTo>
                <a:lnTo>
                  <a:pt x="768292" y="13030"/>
                </a:lnTo>
                <a:cubicBezTo>
                  <a:pt x="768083" y="12663"/>
                  <a:pt x="768083" y="12088"/>
                  <a:pt x="768292" y="11722"/>
                </a:cubicBezTo>
                <a:lnTo>
                  <a:pt x="773524" y="2670"/>
                </a:lnTo>
                <a:cubicBezTo>
                  <a:pt x="773734" y="2356"/>
                  <a:pt x="774204" y="2042"/>
                  <a:pt x="774623" y="2042"/>
                </a:cubicBezTo>
                <a:close/>
                <a:moveTo>
                  <a:pt x="1353250" y="1936"/>
                </a:moveTo>
                <a:lnTo>
                  <a:pt x="1363766" y="1936"/>
                </a:lnTo>
                <a:cubicBezTo>
                  <a:pt x="1364185" y="1936"/>
                  <a:pt x="1364708" y="2198"/>
                  <a:pt x="1364917" y="2564"/>
                </a:cubicBezTo>
                <a:lnTo>
                  <a:pt x="1370202" y="11668"/>
                </a:lnTo>
                <a:cubicBezTo>
                  <a:pt x="1370411" y="12034"/>
                  <a:pt x="1370411" y="12610"/>
                  <a:pt x="1370202" y="12976"/>
                </a:cubicBezTo>
                <a:lnTo>
                  <a:pt x="1364917" y="22080"/>
                </a:lnTo>
                <a:cubicBezTo>
                  <a:pt x="1364708" y="22394"/>
                  <a:pt x="1364185" y="22708"/>
                  <a:pt x="1363766" y="22708"/>
                </a:cubicBezTo>
                <a:lnTo>
                  <a:pt x="1353250" y="22708"/>
                </a:lnTo>
                <a:cubicBezTo>
                  <a:pt x="1352831" y="22708"/>
                  <a:pt x="1352308" y="22446"/>
                  <a:pt x="1352098" y="22080"/>
                </a:cubicBezTo>
                <a:lnTo>
                  <a:pt x="1346814" y="12976"/>
                </a:lnTo>
                <a:cubicBezTo>
                  <a:pt x="1346605" y="12610"/>
                  <a:pt x="1346605" y="12034"/>
                  <a:pt x="1346814" y="11668"/>
                </a:cubicBezTo>
                <a:lnTo>
                  <a:pt x="1352098" y="2564"/>
                </a:lnTo>
                <a:cubicBezTo>
                  <a:pt x="1352308" y="2250"/>
                  <a:pt x="1352831" y="1936"/>
                  <a:pt x="1353250" y="1936"/>
                </a:cubicBezTo>
                <a:close/>
                <a:moveTo>
                  <a:pt x="1270110" y="1099"/>
                </a:moveTo>
                <a:lnTo>
                  <a:pt x="1281516" y="1099"/>
                </a:lnTo>
                <a:cubicBezTo>
                  <a:pt x="1281935" y="1099"/>
                  <a:pt x="1282511" y="1413"/>
                  <a:pt x="1282720" y="1779"/>
                </a:cubicBezTo>
                <a:lnTo>
                  <a:pt x="1288423" y="11668"/>
                </a:lnTo>
                <a:cubicBezTo>
                  <a:pt x="1288632" y="12034"/>
                  <a:pt x="1288632" y="12714"/>
                  <a:pt x="1288423" y="13081"/>
                </a:cubicBezTo>
                <a:lnTo>
                  <a:pt x="1282720" y="22969"/>
                </a:lnTo>
                <a:cubicBezTo>
                  <a:pt x="1282511" y="23336"/>
                  <a:pt x="1281988" y="23650"/>
                  <a:pt x="1281516" y="23650"/>
                </a:cubicBezTo>
                <a:lnTo>
                  <a:pt x="1270110" y="23650"/>
                </a:lnTo>
                <a:cubicBezTo>
                  <a:pt x="1269692" y="23650"/>
                  <a:pt x="1269116" y="23336"/>
                  <a:pt x="1268907" y="22969"/>
                </a:cubicBezTo>
                <a:lnTo>
                  <a:pt x="1263204" y="13081"/>
                </a:lnTo>
                <a:cubicBezTo>
                  <a:pt x="1262995" y="12714"/>
                  <a:pt x="1262995" y="12034"/>
                  <a:pt x="1263204" y="11668"/>
                </a:cubicBezTo>
                <a:lnTo>
                  <a:pt x="1268907" y="1779"/>
                </a:lnTo>
                <a:cubicBezTo>
                  <a:pt x="1269116" y="1413"/>
                  <a:pt x="1269639" y="1099"/>
                  <a:pt x="1270110" y="1099"/>
                </a:cubicBezTo>
                <a:close/>
                <a:moveTo>
                  <a:pt x="856611" y="681"/>
                </a:moveTo>
                <a:lnTo>
                  <a:pt x="868383" y="681"/>
                </a:lnTo>
                <a:cubicBezTo>
                  <a:pt x="868854" y="681"/>
                  <a:pt x="869430" y="995"/>
                  <a:pt x="869639" y="1414"/>
                </a:cubicBezTo>
                <a:lnTo>
                  <a:pt x="875551" y="11616"/>
                </a:lnTo>
                <a:cubicBezTo>
                  <a:pt x="875761" y="12035"/>
                  <a:pt x="875761" y="12663"/>
                  <a:pt x="875551" y="13081"/>
                </a:cubicBezTo>
                <a:lnTo>
                  <a:pt x="869639" y="23284"/>
                </a:lnTo>
                <a:cubicBezTo>
                  <a:pt x="869430" y="23703"/>
                  <a:pt x="868854" y="24016"/>
                  <a:pt x="868383" y="24016"/>
                </a:cubicBezTo>
                <a:lnTo>
                  <a:pt x="856611" y="24016"/>
                </a:lnTo>
                <a:cubicBezTo>
                  <a:pt x="856140" y="24016"/>
                  <a:pt x="855565" y="23703"/>
                  <a:pt x="855355" y="23284"/>
                </a:cubicBezTo>
                <a:lnTo>
                  <a:pt x="849443" y="13081"/>
                </a:lnTo>
                <a:cubicBezTo>
                  <a:pt x="849234" y="12663"/>
                  <a:pt x="849234" y="12035"/>
                  <a:pt x="849443" y="11616"/>
                </a:cubicBezTo>
                <a:lnTo>
                  <a:pt x="855355" y="1414"/>
                </a:lnTo>
                <a:cubicBezTo>
                  <a:pt x="855565" y="995"/>
                  <a:pt x="856140" y="681"/>
                  <a:pt x="856611" y="681"/>
                </a:cubicBezTo>
                <a:close/>
                <a:moveTo>
                  <a:pt x="1104511" y="472"/>
                </a:moveTo>
                <a:lnTo>
                  <a:pt x="1116493" y="472"/>
                </a:lnTo>
                <a:cubicBezTo>
                  <a:pt x="1116964" y="472"/>
                  <a:pt x="1117539" y="785"/>
                  <a:pt x="1117801" y="1205"/>
                </a:cubicBezTo>
                <a:lnTo>
                  <a:pt x="1123818" y="11617"/>
                </a:lnTo>
                <a:cubicBezTo>
                  <a:pt x="1124080" y="11982"/>
                  <a:pt x="1124080" y="12663"/>
                  <a:pt x="1123818" y="13081"/>
                </a:cubicBezTo>
                <a:lnTo>
                  <a:pt x="1117801" y="23493"/>
                </a:lnTo>
                <a:cubicBezTo>
                  <a:pt x="1117539" y="23911"/>
                  <a:pt x="1116964" y="24226"/>
                  <a:pt x="1116493" y="24226"/>
                </a:cubicBezTo>
                <a:lnTo>
                  <a:pt x="1104511" y="24226"/>
                </a:lnTo>
                <a:cubicBezTo>
                  <a:pt x="1104041" y="24226"/>
                  <a:pt x="1103465" y="23911"/>
                  <a:pt x="1103203" y="23493"/>
                </a:cubicBezTo>
                <a:lnTo>
                  <a:pt x="1097186" y="13081"/>
                </a:lnTo>
                <a:cubicBezTo>
                  <a:pt x="1096925" y="12714"/>
                  <a:pt x="1096925" y="12035"/>
                  <a:pt x="1097186" y="11617"/>
                </a:cubicBezTo>
                <a:lnTo>
                  <a:pt x="1103203" y="1205"/>
                </a:lnTo>
                <a:cubicBezTo>
                  <a:pt x="1103465" y="785"/>
                  <a:pt x="1104041" y="472"/>
                  <a:pt x="1104511" y="472"/>
                </a:cubicBezTo>
                <a:close/>
                <a:moveTo>
                  <a:pt x="939175" y="368"/>
                </a:moveTo>
                <a:lnTo>
                  <a:pt x="951261" y="368"/>
                </a:lnTo>
                <a:cubicBezTo>
                  <a:pt x="951732" y="368"/>
                  <a:pt x="952308" y="682"/>
                  <a:pt x="952569" y="1101"/>
                </a:cubicBezTo>
                <a:lnTo>
                  <a:pt x="958638" y="11565"/>
                </a:lnTo>
                <a:cubicBezTo>
                  <a:pt x="958900" y="11983"/>
                  <a:pt x="958900" y="12664"/>
                  <a:pt x="958638" y="13082"/>
                </a:cubicBezTo>
                <a:lnTo>
                  <a:pt x="952569" y="23547"/>
                </a:lnTo>
                <a:cubicBezTo>
                  <a:pt x="952308" y="23965"/>
                  <a:pt x="951732" y="24279"/>
                  <a:pt x="951261" y="24279"/>
                </a:cubicBezTo>
                <a:lnTo>
                  <a:pt x="939175" y="24279"/>
                </a:lnTo>
                <a:cubicBezTo>
                  <a:pt x="938704" y="24279"/>
                  <a:pt x="938128" y="23965"/>
                  <a:pt x="937867" y="23547"/>
                </a:cubicBezTo>
                <a:lnTo>
                  <a:pt x="931797" y="13082"/>
                </a:lnTo>
                <a:cubicBezTo>
                  <a:pt x="931536" y="12664"/>
                  <a:pt x="931536" y="11983"/>
                  <a:pt x="931797" y="11565"/>
                </a:cubicBezTo>
                <a:lnTo>
                  <a:pt x="937867" y="1101"/>
                </a:lnTo>
                <a:cubicBezTo>
                  <a:pt x="938128" y="682"/>
                  <a:pt x="938704" y="368"/>
                  <a:pt x="939175" y="368"/>
                </a:cubicBezTo>
                <a:close/>
                <a:moveTo>
                  <a:pt x="1021634" y="1"/>
                </a:moveTo>
                <a:lnTo>
                  <a:pt x="1034086" y="1"/>
                </a:lnTo>
                <a:cubicBezTo>
                  <a:pt x="1034610" y="1"/>
                  <a:pt x="1035185" y="367"/>
                  <a:pt x="1035447" y="786"/>
                </a:cubicBezTo>
                <a:lnTo>
                  <a:pt x="1041673" y="11564"/>
                </a:lnTo>
                <a:cubicBezTo>
                  <a:pt x="1041935" y="11983"/>
                  <a:pt x="1041935" y="12663"/>
                  <a:pt x="1041673" y="13080"/>
                </a:cubicBezTo>
                <a:lnTo>
                  <a:pt x="1035447" y="23860"/>
                </a:lnTo>
                <a:cubicBezTo>
                  <a:pt x="1035185" y="24277"/>
                  <a:pt x="1034557" y="24644"/>
                  <a:pt x="1034086" y="24644"/>
                </a:cubicBezTo>
                <a:lnTo>
                  <a:pt x="1021634" y="24644"/>
                </a:lnTo>
                <a:cubicBezTo>
                  <a:pt x="1021110" y="24644"/>
                  <a:pt x="1020535" y="24277"/>
                  <a:pt x="1020273" y="23860"/>
                </a:cubicBezTo>
                <a:lnTo>
                  <a:pt x="1014047" y="13080"/>
                </a:lnTo>
                <a:cubicBezTo>
                  <a:pt x="1013786" y="12663"/>
                  <a:pt x="1013786" y="11983"/>
                  <a:pt x="1014047" y="11564"/>
                </a:cubicBezTo>
                <a:lnTo>
                  <a:pt x="1020273" y="786"/>
                </a:lnTo>
                <a:cubicBezTo>
                  <a:pt x="1020535" y="367"/>
                  <a:pt x="1021163" y="1"/>
                  <a:pt x="1021634" y="1"/>
                </a:cubicBezTo>
                <a:close/>
                <a:moveTo>
                  <a:pt x="1434924" y="0"/>
                </a:moveTo>
                <a:lnTo>
                  <a:pt x="1447376" y="0"/>
                </a:lnTo>
                <a:cubicBezTo>
                  <a:pt x="1447900" y="0"/>
                  <a:pt x="1448475" y="366"/>
                  <a:pt x="1448737" y="785"/>
                </a:cubicBezTo>
                <a:lnTo>
                  <a:pt x="1454963" y="11563"/>
                </a:lnTo>
                <a:cubicBezTo>
                  <a:pt x="1455225" y="11982"/>
                  <a:pt x="1455225" y="12662"/>
                  <a:pt x="1454963" y="13080"/>
                </a:cubicBezTo>
                <a:lnTo>
                  <a:pt x="1448737" y="23859"/>
                </a:lnTo>
                <a:cubicBezTo>
                  <a:pt x="1448475" y="24277"/>
                  <a:pt x="1447847" y="24644"/>
                  <a:pt x="1447376" y="24644"/>
                </a:cubicBezTo>
                <a:lnTo>
                  <a:pt x="1434924" y="24644"/>
                </a:lnTo>
                <a:cubicBezTo>
                  <a:pt x="1434400" y="24644"/>
                  <a:pt x="1433825" y="24277"/>
                  <a:pt x="1433563" y="23859"/>
                </a:cubicBezTo>
                <a:lnTo>
                  <a:pt x="1427337" y="13080"/>
                </a:lnTo>
                <a:cubicBezTo>
                  <a:pt x="1427076" y="12662"/>
                  <a:pt x="1427076" y="11982"/>
                  <a:pt x="1427337" y="11563"/>
                </a:cubicBezTo>
                <a:lnTo>
                  <a:pt x="1433563" y="785"/>
                </a:lnTo>
                <a:cubicBezTo>
                  <a:pt x="1433825" y="366"/>
                  <a:pt x="1434453" y="0"/>
                  <a:pt x="1434924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28491265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ekst og innho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35F385EF-2711-9F14-ACD3-C2A3F334BD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b-NO"/>
              <a:t>Klikk for å redigere tittelstil</a:t>
            </a:r>
          </a:p>
        </p:txBody>
      </p:sp>
      <p:sp>
        <p:nvSpPr>
          <p:cNvPr id="3" name="Plassholder for innhold 2">
            <a:extLst>
              <a:ext uri="{FF2B5EF4-FFF2-40B4-BE49-F238E27FC236}">
                <a16:creationId xmlns:a16="http://schemas.microsoft.com/office/drawing/2014/main" id="{3FD4F14D-D648-7991-94A5-36CBBCBFC9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nb-NO" dirty="0"/>
          </a:p>
        </p:txBody>
      </p:sp>
    </p:spTree>
    <p:extLst>
      <p:ext uri="{BB962C8B-B14F-4D97-AF65-F5344CB8AC3E}">
        <p14:creationId xmlns:p14="http://schemas.microsoft.com/office/powerpoint/2010/main" val="40417585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 innholdsdel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innhold 2">
            <a:extLst>
              <a:ext uri="{FF2B5EF4-FFF2-40B4-BE49-F238E27FC236}">
                <a16:creationId xmlns:a16="http://schemas.microsoft.com/office/drawing/2014/main" id="{E3E299F6-C8D4-6A90-5CEC-E23B81BEF02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28606" y="1314415"/>
            <a:ext cx="4000331" cy="3171739"/>
          </a:xfrm>
        </p:spPr>
        <p:txBody>
          <a:bodyPr/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nb-NO" dirty="0"/>
          </a:p>
        </p:txBody>
      </p:sp>
      <p:sp>
        <p:nvSpPr>
          <p:cNvPr id="4" name="Plassholder for innhold 3">
            <a:extLst>
              <a:ext uri="{FF2B5EF4-FFF2-40B4-BE49-F238E27FC236}">
                <a16:creationId xmlns:a16="http://schemas.microsoft.com/office/drawing/2014/main" id="{0C22B6B9-9406-7659-5B04-038440A5F71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15260" y="1314415"/>
            <a:ext cx="4000331" cy="3171739"/>
          </a:xfrm>
        </p:spPr>
        <p:txBody>
          <a:bodyPr/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nb-NO" dirty="0"/>
          </a:p>
        </p:txBody>
      </p:sp>
      <p:sp>
        <p:nvSpPr>
          <p:cNvPr id="9" name="Tittel 8">
            <a:extLst>
              <a:ext uri="{FF2B5EF4-FFF2-40B4-BE49-F238E27FC236}">
                <a16:creationId xmlns:a16="http://schemas.microsoft.com/office/drawing/2014/main" id="{08D473BC-F5F1-3635-CC95-C769FAB7AC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23724072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515">
          <p15:clr>
            <a:srgbClr val="FBAE40"/>
          </p15:clr>
        </p15:guide>
        <p15:guide id="2" pos="3742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, innhold og bil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innhold 2">
            <a:extLst>
              <a:ext uri="{FF2B5EF4-FFF2-40B4-BE49-F238E27FC236}">
                <a16:creationId xmlns:a16="http://schemas.microsoft.com/office/drawing/2014/main" id="{E3E299F6-C8D4-6A90-5CEC-E23B81BEF02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28606" y="1314416"/>
            <a:ext cx="3857998" cy="3172235"/>
          </a:xfrm>
        </p:spPr>
        <p:txBody>
          <a:bodyPr/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nb-NO" dirty="0"/>
          </a:p>
        </p:txBody>
      </p:sp>
      <p:sp>
        <p:nvSpPr>
          <p:cNvPr id="13" name="Plassholder for bilde 12">
            <a:extLst>
              <a:ext uri="{FF2B5EF4-FFF2-40B4-BE49-F238E27FC236}">
                <a16:creationId xmlns:a16="http://schemas.microsoft.com/office/drawing/2014/main" id="{154456DF-522C-F3E5-576B-F4A06DA9571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71370" y="1314415"/>
            <a:ext cx="4572630" cy="3172236"/>
          </a:xfrm>
          <a:prstGeom prst="rect">
            <a:avLst/>
          </a:prstGeom>
        </p:spPr>
        <p:txBody>
          <a:bodyPr wrap="square" tIns="72000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952"/>
            </a:lvl1pPr>
          </a:lstStyle>
          <a:p>
            <a:r>
              <a:rPr lang="nb-NO"/>
              <a:t>Klikk på ikonet for å legge til et bilde</a:t>
            </a:r>
            <a:endParaRPr lang="nb-NO" dirty="0"/>
          </a:p>
        </p:txBody>
      </p:sp>
      <p:sp>
        <p:nvSpPr>
          <p:cNvPr id="9" name="Tittel 8">
            <a:extLst>
              <a:ext uri="{FF2B5EF4-FFF2-40B4-BE49-F238E27FC236}">
                <a16:creationId xmlns:a16="http://schemas.microsoft.com/office/drawing/2014/main" id="{DB4C1118-F012-7A5B-3735-EBC24F996F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42374963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402">
          <p15:clr>
            <a:srgbClr val="FBAE40"/>
          </p15:clr>
        </p15:guide>
        <p15:guide id="2" pos="4377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, innhold og bil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bilde 2">
            <a:extLst>
              <a:ext uri="{FF2B5EF4-FFF2-40B4-BE49-F238E27FC236}">
                <a16:creationId xmlns:a16="http://schemas.microsoft.com/office/drawing/2014/main" id="{1134AB6A-9DBD-6B64-B35D-EA7F351C672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870578" y="1314415"/>
            <a:ext cx="3615262" cy="3172790"/>
          </a:xfrm>
          <a:custGeom>
            <a:avLst/>
            <a:gdLst>
              <a:gd name="connsiteX0" fmla="*/ 1239783 w 4554854"/>
              <a:gd name="connsiteY0" fmla="*/ 0 h 3997324"/>
              <a:gd name="connsiteX1" fmla="*/ 3315097 w 4554854"/>
              <a:gd name="connsiteY1" fmla="*/ 0 h 3997324"/>
              <a:gd name="connsiteX2" fmla="*/ 3489411 w 4554854"/>
              <a:gd name="connsiteY2" fmla="*/ 100680 h 3997324"/>
              <a:gd name="connsiteX3" fmla="*/ 4527806 w 4554854"/>
              <a:gd name="connsiteY3" fmla="*/ 1897993 h 3997324"/>
              <a:gd name="connsiteX4" fmla="*/ 4527806 w 4554854"/>
              <a:gd name="connsiteY4" fmla="*/ 2099357 h 3997324"/>
              <a:gd name="connsiteX5" fmla="*/ 3489411 w 4554854"/>
              <a:gd name="connsiteY5" fmla="*/ 3896644 h 3997324"/>
              <a:gd name="connsiteX6" fmla="*/ 3315097 w 4554854"/>
              <a:gd name="connsiteY6" fmla="*/ 3997324 h 3997324"/>
              <a:gd name="connsiteX7" fmla="*/ 1239783 w 4554854"/>
              <a:gd name="connsiteY7" fmla="*/ 3997324 h 3997324"/>
              <a:gd name="connsiteX8" fmla="*/ 1065446 w 4554854"/>
              <a:gd name="connsiteY8" fmla="*/ 3896644 h 3997324"/>
              <a:gd name="connsiteX9" fmla="*/ 27051 w 4554854"/>
              <a:gd name="connsiteY9" fmla="*/ 2099357 h 3997324"/>
              <a:gd name="connsiteX10" fmla="*/ 27051 w 4554854"/>
              <a:gd name="connsiteY10" fmla="*/ 1897993 h 3997324"/>
              <a:gd name="connsiteX11" fmla="*/ 1065446 w 4554854"/>
              <a:gd name="connsiteY11" fmla="*/ 100680 h 3997324"/>
              <a:gd name="connsiteX12" fmla="*/ 1239783 w 4554854"/>
              <a:gd name="connsiteY12" fmla="*/ 0 h 3997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554854" h="3997324">
                <a:moveTo>
                  <a:pt x="1239783" y="0"/>
                </a:moveTo>
                <a:lnTo>
                  <a:pt x="3315097" y="0"/>
                </a:lnTo>
                <a:cubicBezTo>
                  <a:pt x="3387225" y="0"/>
                  <a:pt x="3453343" y="37570"/>
                  <a:pt x="3489411" y="100680"/>
                </a:cubicBezTo>
                <a:lnTo>
                  <a:pt x="4527806" y="1897993"/>
                </a:lnTo>
                <a:cubicBezTo>
                  <a:pt x="4563870" y="1959606"/>
                  <a:pt x="4563870" y="2036243"/>
                  <a:pt x="4527806" y="2099357"/>
                </a:cubicBezTo>
                <a:lnTo>
                  <a:pt x="3489411" y="3896644"/>
                </a:lnTo>
                <a:cubicBezTo>
                  <a:pt x="3453343" y="3958279"/>
                  <a:pt x="3387225" y="3997324"/>
                  <a:pt x="3315097" y="3997324"/>
                </a:cubicBezTo>
                <a:lnTo>
                  <a:pt x="1239783" y="3997324"/>
                </a:lnTo>
                <a:cubicBezTo>
                  <a:pt x="1167654" y="3997324"/>
                  <a:pt x="1101537" y="3959758"/>
                  <a:pt x="1065446" y="3896644"/>
                </a:cubicBezTo>
                <a:lnTo>
                  <a:pt x="27051" y="2099357"/>
                </a:lnTo>
                <a:cubicBezTo>
                  <a:pt x="-9017" y="2037745"/>
                  <a:pt x="-9017" y="1961108"/>
                  <a:pt x="27051" y="1897993"/>
                </a:cubicBezTo>
                <a:lnTo>
                  <a:pt x="1065446" y="100680"/>
                </a:lnTo>
                <a:cubicBezTo>
                  <a:pt x="1101537" y="39072"/>
                  <a:pt x="1167654" y="0"/>
                  <a:pt x="1239783" y="0"/>
                </a:cubicBezTo>
                <a:close/>
              </a:path>
            </a:pathLst>
          </a:custGeom>
        </p:spPr>
        <p:txBody>
          <a:bodyPr wrap="square" tIns="180000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952"/>
            </a:lvl1pPr>
          </a:lstStyle>
          <a:p>
            <a:r>
              <a:rPr lang="nb-NO"/>
              <a:t>Klikk på ikonet for å legge til et bilde</a:t>
            </a:r>
            <a:endParaRPr lang="nb-NO" dirty="0"/>
          </a:p>
        </p:txBody>
      </p:sp>
      <p:sp>
        <p:nvSpPr>
          <p:cNvPr id="13" name="Plassholder for innhold 12">
            <a:extLst>
              <a:ext uri="{FF2B5EF4-FFF2-40B4-BE49-F238E27FC236}">
                <a16:creationId xmlns:a16="http://schemas.microsoft.com/office/drawing/2014/main" id="{18DA5707-60A8-49B0-D6BF-F637F1DC13C4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28606" y="1314415"/>
            <a:ext cx="3857998" cy="3172791"/>
          </a:xfrm>
        </p:spPr>
        <p:txBody>
          <a:bodyPr/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nb-NO" dirty="0"/>
          </a:p>
        </p:txBody>
      </p:sp>
      <p:sp>
        <p:nvSpPr>
          <p:cNvPr id="8" name="Tittel 7">
            <a:extLst>
              <a:ext uri="{FF2B5EF4-FFF2-40B4-BE49-F238E27FC236}">
                <a16:creationId xmlns:a16="http://schemas.microsoft.com/office/drawing/2014/main" id="{64A77A55-549C-3CA4-11FC-E0B72A78E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38831988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402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idebil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lassholder for bilde 5">
            <a:extLst>
              <a:ext uri="{FF2B5EF4-FFF2-40B4-BE49-F238E27FC236}">
                <a16:creationId xmlns:a16="http://schemas.microsoft.com/office/drawing/2014/main" id="{B4972B2B-44EC-99E0-1A97-12535E1DF52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1"/>
            <a:ext cx="9144000" cy="5143499"/>
          </a:xfrm>
          <a:custGeom>
            <a:avLst/>
            <a:gdLst>
              <a:gd name="connsiteX0" fmla="*/ 1400626 w 11520488"/>
              <a:gd name="connsiteY0" fmla="*/ 6179179 h 6480174"/>
              <a:gd name="connsiteX1" fmla="*/ 1400011 w 11520488"/>
              <a:gd name="connsiteY1" fmla="*/ 6179538 h 6480174"/>
              <a:gd name="connsiteX2" fmla="*/ 1396472 w 11520488"/>
              <a:gd name="connsiteY2" fmla="*/ 6185690 h 6480174"/>
              <a:gd name="connsiteX3" fmla="*/ 1396472 w 11520488"/>
              <a:gd name="connsiteY3" fmla="*/ 6186356 h 6480174"/>
              <a:gd name="connsiteX4" fmla="*/ 1400011 w 11520488"/>
              <a:gd name="connsiteY4" fmla="*/ 6192508 h 6480174"/>
              <a:gd name="connsiteX5" fmla="*/ 1400626 w 11520488"/>
              <a:gd name="connsiteY5" fmla="*/ 6192867 h 6480174"/>
              <a:gd name="connsiteX6" fmla="*/ 1407700 w 11520488"/>
              <a:gd name="connsiteY6" fmla="*/ 6192867 h 6480174"/>
              <a:gd name="connsiteX7" fmla="*/ 1408315 w 11520488"/>
              <a:gd name="connsiteY7" fmla="*/ 6192508 h 6480174"/>
              <a:gd name="connsiteX8" fmla="*/ 1411853 w 11520488"/>
              <a:gd name="connsiteY8" fmla="*/ 6186356 h 6480174"/>
              <a:gd name="connsiteX9" fmla="*/ 1411853 w 11520488"/>
              <a:gd name="connsiteY9" fmla="*/ 6185690 h 6480174"/>
              <a:gd name="connsiteX10" fmla="*/ 1408315 w 11520488"/>
              <a:gd name="connsiteY10" fmla="*/ 6179538 h 6480174"/>
              <a:gd name="connsiteX11" fmla="*/ 1407700 w 11520488"/>
              <a:gd name="connsiteY11" fmla="*/ 6179179 h 6480174"/>
              <a:gd name="connsiteX12" fmla="*/ 1996304 w 11520488"/>
              <a:gd name="connsiteY12" fmla="*/ 6178974 h 6480174"/>
              <a:gd name="connsiteX13" fmla="*/ 1995689 w 11520488"/>
              <a:gd name="connsiteY13" fmla="*/ 6179333 h 6480174"/>
              <a:gd name="connsiteX14" fmla="*/ 1992151 w 11520488"/>
              <a:gd name="connsiteY14" fmla="*/ 6185485 h 6480174"/>
              <a:gd name="connsiteX15" fmla="*/ 1992151 w 11520488"/>
              <a:gd name="connsiteY15" fmla="*/ 6186151 h 6480174"/>
              <a:gd name="connsiteX16" fmla="*/ 1995689 w 11520488"/>
              <a:gd name="connsiteY16" fmla="*/ 6192303 h 6480174"/>
              <a:gd name="connsiteX17" fmla="*/ 1996304 w 11520488"/>
              <a:gd name="connsiteY17" fmla="*/ 6192662 h 6480174"/>
              <a:gd name="connsiteX18" fmla="*/ 2003379 w 11520488"/>
              <a:gd name="connsiteY18" fmla="*/ 6192662 h 6480174"/>
              <a:gd name="connsiteX19" fmla="*/ 2003994 w 11520488"/>
              <a:gd name="connsiteY19" fmla="*/ 6192303 h 6480174"/>
              <a:gd name="connsiteX20" fmla="*/ 2007532 w 11520488"/>
              <a:gd name="connsiteY20" fmla="*/ 6186151 h 6480174"/>
              <a:gd name="connsiteX21" fmla="*/ 2007532 w 11520488"/>
              <a:gd name="connsiteY21" fmla="*/ 6185485 h 6480174"/>
              <a:gd name="connsiteX22" fmla="*/ 2003994 w 11520488"/>
              <a:gd name="connsiteY22" fmla="*/ 6179333 h 6480174"/>
              <a:gd name="connsiteX23" fmla="*/ 2003379 w 11520488"/>
              <a:gd name="connsiteY23" fmla="*/ 6178974 h 6480174"/>
              <a:gd name="connsiteX24" fmla="*/ 1797745 w 11520488"/>
              <a:gd name="connsiteY24" fmla="*/ 6178974 h 6480174"/>
              <a:gd name="connsiteX25" fmla="*/ 1797130 w 11520488"/>
              <a:gd name="connsiteY25" fmla="*/ 6179333 h 6480174"/>
              <a:gd name="connsiteX26" fmla="*/ 1793591 w 11520488"/>
              <a:gd name="connsiteY26" fmla="*/ 6185485 h 6480174"/>
              <a:gd name="connsiteX27" fmla="*/ 1793591 w 11520488"/>
              <a:gd name="connsiteY27" fmla="*/ 6186151 h 6480174"/>
              <a:gd name="connsiteX28" fmla="*/ 1797130 w 11520488"/>
              <a:gd name="connsiteY28" fmla="*/ 6192303 h 6480174"/>
              <a:gd name="connsiteX29" fmla="*/ 1797745 w 11520488"/>
              <a:gd name="connsiteY29" fmla="*/ 6192662 h 6480174"/>
              <a:gd name="connsiteX30" fmla="*/ 1804819 w 11520488"/>
              <a:gd name="connsiteY30" fmla="*/ 6192662 h 6480174"/>
              <a:gd name="connsiteX31" fmla="*/ 1805434 w 11520488"/>
              <a:gd name="connsiteY31" fmla="*/ 6192303 h 6480174"/>
              <a:gd name="connsiteX32" fmla="*/ 1808972 w 11520488"/>
              <a:gd name="connsiteY32" fmla="*/ 6186151 h 6480174"/>
              <a:gd name="connsiteX33" fmla="*/ 1808972 w 11520488"/>
              <a:gd name="connsiteY33" fmla="*/ 6185485 h 6480174"/>
              <a:gd name="connsiteX34" fmla="*/ 1805434 w 11520488"/>
              <a:gd name="connsiteY34" fmla="*/ 6179333 h 6480174"/>
              <a:gd name="connsiteX35" fmla="*/ 1804819 w 11520488"/>
              <a:gd name="connsiteY35" fmla="*/ 6178974 h 6480174"/>
              <a:gd name="connsiteX36" fmla="*/ 1599184 w 11520488"/>
              <a:gd name="connsiteY36" fmla="*/ 6178974 h 6480174"/>
              <a:gd name="connsiteX37" fmla="*/ 1598569 w 11520488"/>
              <a:gd name="connsiteY37" fmla="*/ 6179333 h 6480174"/>
              <a:gd name="connsiteX38" fmla="*/ 1595031 w 11520488"/>
              <a:gd name="connsiteY38" fmla="*/ 6185485 h 6480174"/>
              <a:gd name="connsiteX39" fmla="*/ 1595031 w 11520488"/>
              <a:gd name="connsiteY39" fmla="*/ 6186151 h 6480174"/>
              <a:gd name="connsiteX40" fmla="*/ 1598569 w 11520488"/>
              <a:gd name="connsiteY40" fmla="*/ 6192303 h 6480174"/>
              <a:gd name="connsiteX41" fmla="*/ 1599184 w 11520488"/>
              <a:gd name="connsiteY41" fmla="*/ 6192662 h 6480174"/>
              <a:gd name="connsiteX42" fmla="*/ 1606259 w 11520488"/>
              <a:gd name="connsiteY42" fmla="*/ 6192662 h 6480174"/>
              <a:gd name="connsiteX43" fmla="*/ 1606874 w 11520488"/>
              <a:gd name="connsiteY43" fmla="*/ 6192303 h 6480174"/>
              <a:gd name="connsiteX44" fmla="*/ 1610412 w 11520488"/>
              <a:gd name="connsiteY44" fmla="*/ 6186151 h 6480174"/>
              <a:gd name="connsiteX45" fmla="*/ 1610412 w 11520488"/>
              <a:gd name="connsiteY45" fmla="*/ 6185485 h 6480174"/>
              <a:gd name="connsiteX46" fmla="*/ 1606874 w 11520488"/>
              <a:gd name="connsiteY46" fmla="*/ 6179333 h 6480174"/>
              <a:gd name="connsiteX47" fmla="*/ 1606259 w 11520488"/>
              <a:gd name="connsiteY47" fmla="*/ 6178974 h 6480174"/>
              <a:gd name="connsiteX48" fmla="*/ 1202014 w 11520488"/>
              <a:gd name="connsiteY48" fmla="*/ 6178974 h 6480174"/>
              <a:gd name="connsiteX49" fmla="*/ 1201399 w 11520488"/>
              <a:gd name="connsiteY49" fmla="*/ 6179333 h 6480174"/>
              <a:gd name="connsiteX50" fmla="*/ 1197860 w 11520488"/>
              <a:gd name="connsiteY50" fmla="*/ 6185485 h 6480174"/>
              <a:gd name="connsiteX51" fmla="*/ 1197860 w 11520488"/>
              <a:gd name="connsiteY51" fmla="*/ 6186151 h 6480174"/>
              <a:gd name="connsiteX52" fmla="*/ 1201399 w 11520488"/>
              <a:gd name="connsiteY52" fmla="*/ 6192303 h 6480174"/>
              <a:gd name="connsiteX53" fmla="*/ 1202014 w 11520488"/>
              <a:gd name="connsiteY53" fmla="*/ 6192662 h 6480174"/>
              <a:gd name="connsiteX54" fmla="*/ 1209088 w 11520488"/>
              <a:gd name="connsiteY54" fmla="*/ 6192662 h 6480174"/>
              <a:gd name="connsiteX55" fmla="*/ 1209703 w 11520488"/>
              <a:gd name="connsiteY55" fmla="*/ 6192303 h 6480174"/>
              <a:gd name="connsiteX56" fmla="*/ 1213241 w 11520488"/>
              <a:gd name="connsiteY56" fmla="*/ 6186151 h 6480174"/>
              <a:gd name="connsiteX57" fmla="*/ 1213241 w 11520488"/>
              <a:gd name="connsiteY57" fmla="*/ 6185485 h 6480174"/>
              <a:gd name="connsiteX58" fmla="*/ 1209703 w 11520488"/>
              <a:gd name="connsiteY58" fmla="*/ 6179333 h 6480174"/>
              <a:gd name="connsiteX59" fmla="*/ 1209088 w 11520488"/>
              <a:gd name="connsiteY59" fmla="*/ 6178974 h 6480174"/>
              <a:gd name="connsiteX60" fmla="*/ 804895 w 11520488"/>
              <a:gd name="connsiteY60" fmla="*/ 6178974 h 6480174"/>
              <a:gd name="connsiteX61" fmla="*/ 804279 w 11520488"/>
              <a:gd name="connsiteY61" fmla="*/ 6179333 h 6480174"/>
              <a:gd name="connsiteX62" fmla="*/ 800741 w 11520488"/>
              <a:gd name="connsiteY62" fmla="*/ 6185485 h 6480174"/>
              <a:gd name="connsiteX63" fmla="*/ 800741 w 11520488"/>
              <a:gd name="connsiteY63" fmla="*/ 6186151 h 6480174"/>
              <a:gd name="connsiteX64" fmla="*/ 804279 w 11520488"/>
              <a:gd name="connsiteY64" fmla="*/ 6192303 h 6480174"/>
              <a:gd name="connsiteX65" fmla="*/ 804895 w 11520488"/>
              <a:gd name="connsiteY65" fmla="*/ 6192662 h 6480174"/>
              <a:gd name="connsiteX66" fmla="*/ 811969 w 11520488"/>
              <a:gd name="connsiteY66" fmla="*/ 6192662 h 6480174"/>
              <a:gd name="connsiteX67" fmla="*/ 812584 w 11520488"/>
              <a:gd name="connsiteY67" fmla="*/ 6192303 h 6480174"/>
              <a:gd name="connsiteX68" fmla="*/ 816122 w 11520488"/>
              <a:gd name="connsiteY68" fmla="*/ 6186151 h 6480174"/>
              <a:gd name="connsiteX69" fmla="*/ 816122 w 11520488"/>
              <a:gd name="connsiteY69" fmla="*/ 6185485 h 6480174"/>
              <a:gd name="connsiteX70" fmla="*/ 812584 w 11520488"/>
              <a:gd name="connsiteY70" fmla="*/ 6179333 h 6480174"/>
              <a:gd name="connsiteX71" fmla="*/ 811969 w 11520488"/>
              <a:gd name="connsiteY71" fmla="*/ 6178974 h 6480174"/>
              <a:gd name="connsiteX72" fmla="*/ 606335 w 11520488"/>
              <a:gd name="connsiteY72" fmla="*/ 6178974 h 6480174"/>
              <a:gd name="connsiteX73" fmla="*/ 605719 w 11520488"/>
              <a:gd name="connsiteY73" fmla="*/ 6179333 h 6480174"/>
              <a:gd name="connsiteX74" fmla="*/ 602181 w 11520488"/>
              <a:gd name="connsiteY74" fmla="*/ 6185485 h 6480174"/>
              <a:gd name="connsiteX75" fmla="*/ 602181 w 11520488"/>
              <a:gd name="connsiteY75" fmla="*/ 6186151 h 6480174"/>
              <a:gd name="connsiteX76" fmla="*/ 605719 w 11520488"/>
              <a:gd name="connsiteY76" fmla="*/ 6192303 h 6480174"/>
              <a:gd name="connsiteX77" fmla="*/ 606335 w 11520488"/>
              <a:gd name="connsiteY77" fmla="*/ 6192662 h 6480174"/>
              <a:gd name="connsiteX78" fmla="*/ 613409 w 11520488"/>
              <a:gd name="connsiteY78" fmla="*/ 6192662 h 6480174"/>
              <a:gd name="connsiteX79" fmla="*/ 614024 w 11520488"/>
              <a:gd name="connsiteY79" fmla="*/ 6192303 h 6480174"/>
              <a:gd name="connsiteX80" fmla="*/ 617562 w 11520488"/>
              <a:gd name="connsiteY80" fmla="*/ 6186151 h 6480174"/>
              <a:gd name="connsiteX81" fmla="*/ 617562 w 11520488"/>
              <a:gd name="connsiteY81" fmla="*/ 6185485 h 6480174"/>
              <a:gd name="connsiteX82" fmla="*/ 614024 w 11520488"/>
              <a:gd name="connsiteY82" fmla="*/ 6179333 h 6480174"/>
              <a:gd name="connsiteX83" fmla="*/ 613409 w 11520488"/>
              <a:gd name="connsiteY83" fmla="*/ 6178974 h 6480174"/>
              <a:gd name="connsiteX84" fmla="*/ 982333 w 11520488"/>
              <a:gd name="connsiteY84" fmla="*/ 6162670 h 6480174"/>
              <a:gd name="connsiteX85" fmla="*/ 996227 w 11520488"/>
              <a:gd name="connsiteY85" fmla="*/ 6162670 h 6480174"/>
              <a:gd name="connsiteX86" fmla="*/ 1007967 w 11520488"/>
              <a:gd name="connsiteY86" fmla="*/ 6200404 h 6480174"/>
              <a:gd name="connsiteX87" fmla="*/ 1019399 w 11520488"/>
              <a:gd name="connsiteY87" fmla="*/ 6162670 h 6480174"/>
              <a:gd name="connsiteX88" fmla="*/ 1033447 w 11520488"/>
              <a:gd name="connsiteY88" fmla="*/ 6162670 h 6480174"/>
              <a:gd name="connsiteX89" fmla="*/ 1033447 w 11520488"/>
              <a:gd name="connsiteY89" fmla="*/ 6211118 h 6480174"/>
              <a:gd name="connsiteX90" fmla="*/ 1024578 w 11520488"/>
              <a:gd name="connsiteY90" fmla="*/ 6211118 h 6480174"/>
              <a:gd name="connsiteX91" fmla="*/ 1024578 w 11520488"/>
              <a:gd name="connsiteY91" fmla="*/ 6174719 h 6480174"/>
              <a:gd name="connsiteX92" fmla="*/ 1012683 w 11520488"/>
              <a:gd name="connsiteY92" fmla="*/ 6211118 h 6480174"/>
              <a:gd name="connsiteX93" fmla="*/ 1003199 w 11520488"/>
              <a:gd name="connsiteY93" fmla="*/ 6211118 h 6480174"/>
              <a:gd name="connsiteX94" fmla="*/ 991253 w 11520488"/>
              <a:gd name="connsiteY94" fmla="*/ 6174719 h 6480174"/>
              <a:gd name="connsiteX95" fmla="*/ 991202 w 11520488"/>
              <a:gd name="connsiteY95" fmla="*/ 6174719 h 6480174"/>
              <a:gd name="connsiteX96" fmla="*/ 991202 w 11520488"/>
              <a:gd name="connsiteY96" fmla="*/ 6211118 h 6480174"/>
              <a:gd name="connsiteX97" fmla="*/ 982333 w 11520488"/>
              <a:gd name="connsiteY97" fmla="*/ 6211118 h 6480174"/>
              <a:gd name="connsiteX98" fmla="*/ 971567 w 11520488"/>
              <a:gd name="connsiteY98" fmla="*/ 6117760 h 6480174"/>
              <a:gd name="connsiteX99" fmla="*/ 965619 w 11520488"/>
              <a:gd name="connsiteY99" fmla="*/ 6121195 h 6480174"/>
              <a:gd name="connsiteX100" fmla="*/ 930194 w 11520488"/>
              <a:gd name="connsiteY100" fmla="*/ 6182511 h 6480174"/>
              <a:gd name="connsiteX101" fmla="*/ 930194 w 11520488"/>
              <a:gd name="connsiteY101" fmla="*/ 6189381 h 6480174"/>
              <a:gd name="connsiteX102" fmla="*/ 965619 w 11520488"/>
              <a:gd name="connsiteY102" fmla="*/ 6250697 h 6480174"/>
              <a:gd name="connsiteX103" fmla="*/ 971567 w 11520488"/>
              <a:gd name="connsiteY103" fmla="*/ 6254132 h 6480174"/>
              <a:gd name="connsiteX104" fmla="*/ 1042368 w 11520488"/>
              <a:gd name="connsiteY104" fmla="*/ 6254132 h 6480174"/>
              <a:gd name="connsiteX105" fmla="*/ 1048315 w 11520488"/>
              <a:gd name="connsiteY105" fmla="*/ 6250697 h 6480174"/>
              <a:gd name="connsiteX106" fmla="*/ 1083740 w 11520488"/>
              <a:gd name="connsiteY106" fmla="*/ 6189381 h 6480174"/>
              <a:gd name="connsiteX107" fmla="*/ 1083740 w 11520488"/>
              <a:gd name="connsiteY107" fmla="*/ 6182511 h 6480174"/>
              <a:gd name="connsiteX108" fmla="*/ 1048315 w 11520488"/>
              <a:gd name="connsiteY108" fmla="*/ 6121195 h 6480174"/>
              <a:gd name="connsiteX109" fmla="*/ 1042368 w 11520488"/>
              <a:gd name="connsiteY109" fmla="*/ 6117760 h 6480174"/>
              <a:gd name="connsiteX110" fmla="*/ 1996355 w 11520488"/>
              <a:gd name="connsiteY110" fmla="*/ 6009790 h 6480174"/>
              <a:gd name="connsiteX111" fmla="*/ 1995740 w 11520488"/>
              <a:gd name="connsiteY111" fmla="*/ 6010149 h 6480174"/>
              <a:gd name="connsiteX112" fmla="*/ 1992202 w 11520488"/>
              <a:gd name="connsiteY112" fmla="*/ 6016301 h 6480174"/>
              <a:gd name="connsiteX113" fmla="*/ 1992202 w 11520488"/>
              <a:gd name="connsiteY113" fmla="*/ 6016967 h 6480174"/>
              <a:gd name="connsiteX114" fmla="*/ 1995740 w 11520488"/>
              <a:gd name="connsiteY114" fmla="*/ 6023119 h 6480174"/>
              <a:gd name="connsiteX115" fmla="*/ 1996355 w 11520488"/>
              <a:gd name="connsiteY115" fmla="*/ 6023478 h 6480174"/>
              <a:gd name="connsiteX116" fmla="*/ 2003430 w 11520488"/>
              <a:gd name="connsiteY116" fmla="*/ 6023478 h 6480174"/>
              <a:gd name="connsiteX117" fmla="*/ 2004045 w 11520488"/>
              <a:gd name="connsiteY117" fmla="*/ 6023119 h 6480174"/>
              <a:gd name="connsiteX118" fmla="*/ 2007583 w 11520488"/>
              <a:gd name="connsiteY118" fmla="*/ 6016967 h 6480174"/>
              <a:gd name="connsiteX119" fmla="*/ 2007583 w 11520488"/>
              <a:gd name="connsiteY119" fmla="*/ 6016301 h 6480174"/>
              <a:gd name="connsiteX120" fmla="*/ 2004045 w 11520488"/>
              <a:gd name="connsiteY120" fmla="*/ 6010149 h 6480174"/>
              <a:gd name="connsiteX121" fmla="*/ 2003430 w 11520488"/>
              <a:gd name="connsiteY121" fmla="*/ 6009790 h 6480174"/>
              <a:gd name="connsiteX122" fmla="*/ 1797745 w 11520488"/>
              <a:gd name="connsiteY122" fmla="*/ 6009790 h 6480174"/>
              <a:gd name="connsiteX123" fmla="*/ 1797130 w 11520488"/>
              <a:gd name="connsiteY123" fmla="*/ 6010149 h 6480174"/>
              <a:gd name="connsiteX124" fmla="*/ 1793591 w 11520488"/>
              <a:gd name="connsiteY124" fmla="*/ 6016301 h 6480174"/>
              <a:gd name="connsiteX125" fmla="*/ 1793591 w 11520488"/>
              <a:gd name="connsiteY125" fmla="*/ 6016967 h 6480174"/>
              <a:gd name="connsiteX126" fmla="*/ 1797130 w 11520488"/>
              <a:gd name="connsiteY126" fmla="*/ 6023119 h 6480174"/>
              <a:gd name="connsiteX127" fmla="*/ 1797745 w 11520488"/>
              <a:gd name="connsiteY127" fmla="*/ 6023478 h 6480174"/>
              <a:gd name="connsiteX128" fmla="*/ 1804819 w 11520488"/>
              <a:gd name="connsiteY128" fmla="*/ 6023478 h 6480174"/>
              <a:gd name="connsiteX129" fmla="*/ 1805434 w 11520488"/>
              <a:gd name="connsiteY129" fmla="*/ 6023119 h 6480174"/>
              <a:gd name="connsiteX130" fmla="*/ 1808972 w 11520488"/>
              <a:gd name="connsiteY130" fmla="*/ 6016967 h 6480174"/>
              <a:gd name="connsiteX131" fmla="*/ 1808972 w 11520488"/>
              <a:gd name="connsiteY131" fmla="*/ 6016301 h 6480174"/>
              <a:gd name="connsiteX132" fmla="*/ 1805434 w 11520488"/>
              <a:gd name="connsiteY132" fmla="*/ 6010149 h 6480174"/>
              <a:gd name="connsiteX133" fmla="*/ 1804819 w 11520488"/>
              <a:gd name="connsiteY133" fmla="*/ 6009790 h 6480174"/>
              <a:gd name="connsiteX134" fmla="*/ 1400625 w 11520488"/>
              <a:gd name="connsiteY134" fmla="*/ 6009790 h 6480174"/>
              <a:gd name="connsiteX135" fmla="*/ 1400010 w 11520488"/>
              <a:gd name="connsiteY135" fmla="*/ 6010149 h 6480174"/>
              <a:gd name="connsiteX136" fmla="*/ 1396472 w 11520488"/>
              <a:gd name="connsiteY136" fmla="*/ 6016301 h 6480174"/>
              <a:gd name="connsiteX137" fmla="*/ 1396472 w 11520488"/>
              <a:gd name="connsiteY137" fmla="*/ 6016967 h 6480174"/>
              <a:gd name="connsiteX138" fmla="*/ 1400010 w 11520488"/>
              <a:gd name="connsiteY138" fmla="*/ 6023119 h 6480174"/>
              <a:gd name="connsiteX139" fmla="*/ 1400625 w 11520488"/>
              <a:gd name="connsiteY139" fmla="*/ 6023478 h 6480174"/>
              <a:gd name="connsiteX140" fmla="*/ 1407700 w 11520488"/>
              <a:gd name="connsiteY140" fmla="*/ 6023478 h 6480174"/>
              <a:gd name="connsiteX141" fmla="*/ 1408315 w 11520488"/>
              <a:gd name="connsiteY141" fmla="*/ 6023119 h 6480174"/>
              <a:gd name="connsiteX142" fmla="*/ 1411853 w 11520488"/>
              <a:gd name="connsiteY142" fmla="*/ 6016967 h 6480174"/>
              <a:gd name="connsiteX143" fmla="*/ 1411853 w 11520488"/>
              <a:gd name="connsiteY143" fmla="*/ 6016301 h 6480174"/>
              <a:gd name="connsiteX144" fmla="*/ 1408315 w 11520488"/>
              <a:gd name="connsiteY144" fmla="*/ 6010149 h 6480174"/>
              <a:gd name="connsiteX145" fmla="*/ 1407700 w 11520488"/>
              <a:gd name="connsiteY145" fmla="*/ 6009790 h 6480174"/>
              <a:gd name="connsiteX146" fmla="*/ 1202013 w 11520488"/>
              <a:gd name="connsiteY146" fmla="*/ 6009790 h 6480174"/>
              <a:gd name="connsiteX147" fmla="*/ 1201398 w 11520488"/>
              <a:gd name="connsiteY147" fmla="*/ 6010149 h 6480174"/>
              <a:gd name="connsiteX148" fmla="*/ 1197860 w 11520488"/>
              <a:gd name="connsiteY148" fmla="*/ 6016301 h 6480174"/>
              <a:gd name="connsiteX149" fmla="*/ 1197860 w 11520488"/>
              <a:gd name="connsiteY149" fmla="*/ 6016967 h 6480174"/>
              <a:gd name="connsiteX150" fmla="*/ 1201398 w 11520488"/>
              <a:gd name="connsiteY150" fmla="*/ 6023119 h 6480174"/>
              <a:gd name="connsiteX151" fmla="*/ 1202013 w 11520488"/>
              <a:gd name="connsiteY151" fmla="*/ 6023478 h 6480174"/>
              <a:gd name="connsiteX152" fmla="*/ 1209088 w 11520488"/>
              <a:gd name="connsiteY152" fmla="*/ 6023478 h 6480174"/>
              <a:gd name="connsiteX153" fmla="*/ 1209703 w 11520488"/>
              <a:gd name="connsiteY153" fmla="*/ 6023119 h 6480174"/>
              <a:gd name="connsiteX154" fmla="*/ 1213241 w 11520488"/>
              <a:gd name="connsiteY154" fmla="*/ 6016967 h 6480174"/>
              <a:gd name="connsiteX155" fmla="*/ 1213241 w 11520488"/>
              <a:gd name="connsiteY155" fmla="*/ 6016301 h 6480174"/>
              <a:gd name="connsiteX156" fmla="*/ 1209703 w 11520488"/>
              <a:gd name="connsiteY156" fmla="*/ 6010149 h 6480174"/>
              <a:gd name="connsiteX157" fmla="*/ 1209088 w 11520488"/>
              <a:gd name="connsiteY157" fmla="*/ 6009790 h 6480174"/>
              <a:gd name="connsiteX158" fmla="*/ 1003454 w 11520488"/>
              <a:gd name="connsiteY158" fmla="*/ 6009585 h 6480174"/>
              <a:gd name="connsiteX159" fmla="*/ 1002838 w 11520488"/>
              <a:gd name="connsiteY159" fmla="*/ 6009944 h 6480174"/>
              <a:gd name="connsiteX160" fmla="*/ 999300 w 11520488"/>
              <a:gd name="connsiteY160" fmla="*/ 6016096 h 6480174"/>
              <a:gd name="connsiteX161" fmla="*/ 999300 w 11520488"/>
              <a:gd name="connsiteY161" fmla="*/ 6016762 h 6480174"/>
              <a:gd name="connsiteX162" fmla="*/ 1002838 w 11520488"/>
              <a:gd name="connsiteY162" fmla="*/ 6022915 h 6480174"/>
              <a:gd name="connsiteX163" fmla="*/ 1003454 w 11520488"/>
              <a:gd name="connsiteY163" fmla="*/ 6023273 h 6480174"/>
              <a:gd name="connsiteX164" fmla="*/ 1010528 w 11520488"/>
              <a:gd name="connsiteY164" fmla="*/ 6023273 h 6480174"/>
              <a:gd name="connsiteX165" fmla="*/ 1011143 w 11520488"/>
              <a:gd name="connsiteY165" fmla="*/ 6022915 h 6480174"/>
              <a:gd name="connsiteX166" fmla="*/ 1014681 w 11520488"/>
              <a:gd name="connsiteY166" fmla="*/ 6016762 h 6480174"/>
              <a:gd name="connsiteX167" fmla="*/ 1014681 w 11520488"/>
              <a:gd name="connsiteY167" fmla="*/ 6016096 h 6480174"/>
              <a:gd name="connsiteX168" fmla="*/ 1011143 w 11520488"/>
              <a:gd name="connsiteY168" fmla="*/ 6009944 h 6480174"/>
              <a:gd name="connsiteX169" fmla="*/ 1010528 w 11520488"/>
              <a:gd name="connsiteY169" fmla="*/ 6009585 h 6480174"/>
              <a:gd name="connsiteX170" fmla="*/ 804895 w 11520488"/>
              <a:gd name="connsiteY170" fmla="*/ 6009585 h 6480174"/>
              <a:gd name="connsiteX171" fmla="*/ 804279 w 11520488"/>
              <a:gd name="connsiteY171" fmla="*/ 6009944 h 6480174"/>
              <a:gd name="connsiteX172" fmla="*/ 800741 w 11520488"/>
              <a:gd name="connsiteY172" fmla="*/ 6016096 h 6480174"/>
              <a:gd name="connsiteX173" fmla="*/ 800741 w 11520488"/>
              <a:gd name="connsiteY173" fmla="*/ 6016762 h 6480174"/>
              <a:gd name="connsiteX174" fmla="*/ 804279 w 11520488"/>
              <a:gd name="connsiteY174" fmla="*/ 6022915 h 6480174"/>
              <a:gd name="connsiteX175" fmla="*/ 804895 w 11520488"/>
              <a:gd name="connsiteY175" fmla="*/ 6023273 h 6480174"/>
              <a:gd name="connsiteX176" fmla="*/ 811969 w 11520488"/>
              <a:gd name="connsiteY176" fmla="*/ 6023273 h 6480174"/>
              <a:gd name="connsiteX177" fmla="*/ 812584 w 11520488"/>
              <a:gd name="connsiteY177" fmla="*/ 6022915 h 6480174"/>
              <a:gd name="connsiteX178" fmla="*/ 816122 w 11520488"/>
              <a:gd name="connsiteY178" fmla="*/ 6016762 h 6480174"/>
              <a:gd name="connsiteX179" fmla="*/ 816122 w 11520488"/>
              <a:gd name="connsiteY179" fmla="*/ 6016096 h 6480174"/>
              <a:gd name="connsiteX180" fmla="*/ 812584 w 11520488"/>
              <a:gd name="connsiteY180" fmla="*/ 6009944 h 6480174"/>
              <a:gd name="connsiteX181" fmla="*/ 811969 w 11520488"/>
              <a:gd name="connsiteY181" fmla="*/ 6009585 h 6480174"/>
              <a:gd name="connsiteX182" fmla="*/ 1598954 w 11520488"/>
              <a:gd name="connsiteY182" fmla="*/ 6000765 h 6480174"/>
              <a:gd name="connsiteX183" fmla="*/ 1598954 w 11520488"/>
              <a:gd name="connsiteY183" fmla="*/ 6017274 h 6480174"/>
              <a:gd name="connsiteX184" fmla="*/ 1606850 w 11520488"/>
              <a:gd name="connsiteY184" fmla="*/ 6017274 h 6480174"/>
              <a:gd name="connsiteX185" fmla="*/ 1617462 w 11520488"/>
              <a:gd name="connsiteY185" fmla="*/ 6009379 h 6480174"/>
              <a:gd name="connsiteX186" fmla="*/ 1606183 w 11520488"/>
              <a:gd name="connsiteY186" fmla="*/ 6000765 h 6480174"/>
              <a:gd name="connsiteX187" fmla="*/ 598696 w 11520488"/>
              <a:gd name="connsiteY187" fmla="*/ 5999843 h 6480174"/>
              <a:gd name="connsiteX188" fmla="*/ 598696 w 11520488"/>
              <a:gd name="connsiteY188" fmla="*/ 6033322 h 6480174"/>
              <a:gd name="connsiteX189" fmla="*/ 603106 w 11520488"/>
              <a:gd name="connsiteY189" fmla="*/ 6033322 h 6480174"/>
              <a:gd name="connsiteX190" fmla="*/ 620536 w 11520488"/>
              <a:gd name="connsiteY190" fmla="*/ 6016557 h 6480174"/>
              <a:gd name="connsiteX191" fmla="*/ 603106 w 11520488"/>
              <a:gd name="connsiteY191" fmla="*/ 5999843 h 6480174"/>
              <a:gd name="connsiteX192" fmla="*/ 1589419 w 11520488"/>
              <a:gd name="connsiteY192" fmla="*/ 5993281 h 6480174"/>
              <a:gd name="connsiteX193" fmla="*/ 1605978 w 11520488"/>
              <a:gd name="connsiteY193" fmla="*/ 5993281 h 6480174"/>
              <a:gd name="connsiteX194" fmla="*/ 1627305 w 11520488"/>
              <a:gd name="connsiteY194" fmla="*/ 6009328 h 6480174"/>
              <a:gd name="connsiteX195" fmla="*/ 1627254 w 11520488"/>
              <a:gd name="connsiteY195" fmla="*/ 6009328 h 6480174"/>
              <a:gd name="connsiteX196" fmla="*/ 1606235 w 11520488"/>
              <a:gd name="connsiteY196" fmla="*/ 6024708 h 6480174"/>
              <a:gd name="connsiteX197" fmla="*/ 1598954 w 11520488"/>
              <a:gd name="connsiteY197" fmla="*/ 6024708 h 6480174"/>
              <a:gd name="connsiteX198" fmla="*/ 1598954 w 11520488"/>
              <a:gd name="connsiteY198" fmla="*/ 6041729 h 6480174"/>
              <a:gd name="connsiteX199" fmla="*/ 1589419 w 11520488"/>
              <a:gd name="connsiteY199" fmla="*/ 6041729 h 6480174"/>
              <a:gd name="connsiteX200" fmla="*/ 589161 w 11520488"/>
              <a:gd name="connsiteY200" fmla="*/ 5992358 h 6480174"/>
              <a:gd name="connsiteX201" fmla="*/ 603516 w 11520488"/>
              <a:gd name="connsiteY201" fmla="*/ 5992358 h 6480174"/>
              <a:gd name="connsiteX202" fmla="*/ 630431 w 11520488"/>
              <a:gd name="connsiteY202" fmla="*/ 6016557 h 6480174"/>
              <a:gd name="connsiteX203" fmla="*/ 603516 w 11520488"/>
              <a:gd name="connsiteY203" fmla="*/ 6040806 h 6480174"/>
              <a:gd name="connsiteX204" fmla="*/ 589161 w 11520488"/>
              <a:gd name="connsiteY204" fmla="*/ 6040806 h 6480174"/>
              <a:gd name="connsiteX205" fmla="*/ 1567322 w 11520488"/>
              <a:gd name="connsiteY205" fmla="*/ 5948370 h 6480174"/>
              <a:gd name="connsiteX206" fmla="*/ 1561375 w 11520488"/>
              <a:gd name="connsiteY206" fmla="*/ 5951805 h 6480174"/>
              <a:gd name="connsiteX207" fmla="*/ 1525949 w 11520488"/>
              <a:gd name="connsiteY207" fmla="*/ 6013122 h 6480174"/>
              <a:gd name="connsiteX208" fmla="*/ 1525949 w 11520488"/>
              <a:gd name="connsiteY208" fmla="*/ 6019992 h 6480174"/>
              <a:gd name="connsiteX209" fmla="*/ 1561375 w 11520488"/>
              <a:gd name="connsiteY209" fmla="*/ 6081308 h 6480174"/>
              <a:gd name="connsiteX210" fmla="*/ 1567322 w 11520488"/>
              <a:gd name="connsiteY210" fmla="*/ 6084743 h 6480174"/>
              <a:gd name="connsiteX211" fmla="*/ 1638123 w 11520488"/>
              <a:gd name="connsiteY211" fmla="*/ 6084743 h 6480174"/>
              <a:gd name="connsiteX212" fmla="*/ 1644070 w 11520488"/>
              <a:gd name="connsiteY212" fmla="*/ 6081308 h 6480174"/>
              <a:gd name="connsiteX213" fmla="*/ 1679495 w 11520488"/>
              <a:gd name="connsiteY213" fmla="*/ 6019992 h 6480174"/>
              <a:gd name="connsiteX214" fmla="*/ 1679495 w 11520488"/>
              <a:gd name="connsiteY214" fmla="*/ 6013122 h 6480174"/>
              <a:gd name="connsiteX215" fmla="*/ 1644070 w 11520488"/>
              <a:gd name="connsiteY215" fmla="*/ 5951805 h 6480174"/>
              <a:gd name="connsiteX216" fmla="*/ 1638123 w 11520488"/>
              <a:gd name="connsiteY216" fmla="*/ 5948370 h 6480174"/>
              <a:gd name="connsiteX217" fmla="*/ 574396 w 11520488"/>
              <a:gd name="connsiteY217" fmla="*/ 5948370 h 6480174"/>
              <a:gd name="connsiteX218" fmla="*/ 568448 w 11520488"/>
              <a:gd name="connsiteY218" fmla="*/ 5951805 h 6480174"/>
              <a:gd name="connsiteX219" fmla="*/ 533023 w 11520488"/>
              <a:gd name="connsiteY219" fmla="*/ 6013122 h 6480174"/>
              <a:gd name="connsiteX220" fmla="*/ 533023 w 11520488"/>
              <a:gd name="connsiteY220" fmla="*/ 6019991 h 6480174"/>
              <a:gd name="connsiteX221" fmla="*/ 568448 w 11520488"/>
              <a:gd name="connsiteY221" fmla="*/ 6081307 h 6480174"/>
              <a:gd name="connsiteX222" fmla="*/ 574396 w 11520488"/>
              <a:gd name="connsiteY222" fmla="*/ 6084742 h 6480174"/>
              <a:gd name="connsiteX223" fmla="*/ 645197 w 11520488"/>
              <a:gd name="connsiteY223" fmla="*/ 6084742 h 6480174"/>
              <a:gd name="connsiteX224" fmla="*/ 651144 w 11520488"/>
              <a:gd name="connsiteY224" fmla="*/ 6081307 h 6480174"/>
              <a:gd name="connsiteX225" fmla="*/ 686569 w 11520488"/>
              <a:gd name="connsiteY225" fmla="*/ 6019991 h 6480174"/>
              <a:gd name="connsiteX226" fmla="*/ 686569 w 11520488"/>
              <a:gd name="connsiteY226" fmla="*/ 6013122 h 6480174"/>
              <a:gd name="connsiteX227" fmla="*/ 651144 w 11520488"/>
              <a:gd name="connsiteY227" fmla="*/ 5951805 h 6480174"/>
              <a:gd name="connsiteX228" fmla="*/ 645197 w 11520488"/>
              <a:gd name="connsiteY228" fmla="*/ 5948370 h 6480174"/>
              <a:gd name="connsiteX229" fmla="*/ 0 w 11520488"/>
              <a:gd name="connsiteY229" fmla="*/ 0 h 6480174"/>
              <a:gd name="connsiteX230" fmla="*/ 11520488 w 11520488"/>
              <a:gd name="connsiteY230" fmla="*/ 0 h 6480174"/>
              <a:gd name="connsiteX231" fmla="*/ 11520488 w 11520488"/>
              <a:gd name="connsiteY231" fmla="*/ 6480174 h 6480174"/>
              <a:gd name="connsiteX232" fmla="*/ 0 w 11520488"/>
              <a:gd name="connsiteY232" fmla="*/ 6480174 h 6480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</a:cxnLst>
            <a:rect l="l" t="t" r="r" b="b"/>
            <a:pathLst>
              <a:path w="11520488" h="6480174">
                <a:moveTo>
                  <a:pt x="1400626" y="6179179"/>
                </a:moveTo>
                <a:cubicBezTo>
                  <a:pt x="1400626" y="6179179"/>
                  <a:pt x="1400164" y="6179333"/>
                  <a:pt x="1400011" y="6179538"/>
                </a:cubicBezTo>
                <a:lnTo>
                  <a:pt x="1396472" y="6185690"/>
                </a:lnTo>
                <a:cubicBezTo>
                  <a:pt x="1396472" y="6185690"/>
                  <a:pt x="1396370" y="6186151"/>
                  <a:pt x="1396472" y="6186356"/>
                </a:cubicBezTo>
                <a:lnTo>
                  <a:pt x="1400011" y="6192508"/>
                </a:lnTo>
                <a:cubicBezTo>
                  <a:pt x="1400011" y="6192508"/>
                  <a:pt x="1400369" y="6192867"/>
                  <a:pt x="1400626" y="6192867"/>
                </a:cubicBezTo>
                <a:lnTo>
                  <a:pt x="1407700" y="6192867"/>
                </a:lnTo>
                <a:cubicBezTo>
                  <a:pt x="1407700" y="6192867"/>
                  <a:pt x="1408162" y="6192714"/>
                  <a:pt x="1408315" y="6192508"/>
                </a:cubicBezTo>
                <a:lnTo>
                  <a:pt x="1411853" y="6186356"/>
                </a:lnTo>
                <a:cubicBezTo>
                  <a:pt x="1411853" y="6186356"/>
                  <a:pt x="1411955" y="6185895"/>
                  <a:pt x="1411853" y="6185690"/>
                </a:cubicBezTo>
                <a:lnTo>
                  <a:pt x="1408315" y="6179538"/>
                </a:lnTo>
                <a:cubicBezTo>
                  <a:pt x="1408315" y="6179538"/>
                  <a:pt x="1407957" y="6179179"/>
                  <a:pt x="1407700" y="6179179"/>
                </a:cubicBezTo>
                <a:close/>
                <a:moveTo>
                  <a:pt x="1996304" y="6178974"/>
                </a:moveTo>
                <a:cubicBezTo>
                  <a:pt x="1996304" y="6178974"/>
                  <a:pt x="1995842" y="6179128"/>
                  <a:pt x="1995689" y="6179333"/>
                </a:cubicBezTo>
                <a:lnTo>
                  <a:pt x="1992151" y="6185485"/>
                </a:lnTo>
                <a:cubicBezTo>
                  <a:pt x="1992151" y="6185485"/>
                  <a:pt x="1992049" y="6185946"/>
                  <a:pt x="1992151" y="6186151"/>
                </a:cubicBezTo>
                <a:lnTo>
                  <a:pt x="1995689" y="6192303"/>
                </a:lnTo>
                <a:cubicBezTo>
                  <a:pt x="1995689" y="6192303"/>
                  <a:pt x="1996048" y="6192662"/>
                  <a:pt x="1996304" y="6192662"/>
                </a:cubicBezTo>
                <a:lnTo>
                  <a:pt x="2003379" y="6192662"/>
                </a:lnTo>
                <a:cubicBezTo>
                  <a:pt x="2003379" y="6192662"/>
                  <a:pt x="2003841" y="6192508"/>
                  <a:pt x="2003994" y="6192303"/>
                </a:cubicBezTo>
                <a:lnTo>
                  <a:pt x="2007532" y="6186151"/>
                </a:lnTo>
                <a:cubicBezTo>
                  <a:pt x="2007532" y="6186151"/>
                  <a:pt x="2007634" y="6185690"/>
                  <a:pt x="2007532" y="6185485"/>
                </a:cubicBezTo>
                <a:lnTo>
                  <a:pt x="2003994" y="6179333"/>
                </a:lnTo>
                <a:cubicBezTo>
                  <a:pt x="2003994" y="6179333"/>
                  <a:pt x="2003636" y="6178974"/>
                  <a:pt x="2003379" y="6178974"/>
                </a:cubicBezTo>
                <a:close/>
                <a:moveTo>
                  <a:pt x="1797745" y="6178974"/>
                </a:moveTo>
                <a:cubicBezTo>
                  <a:pt x="1797745" y="6178974"/>
                  <a:pt x="1797283" y="6179128"/>
                  <a:pt x="1797130" y="6179333"/>
                </a:cubicBezTo>
                <a:lnTo>
                  <a:pt x="1793591" y="6185485"/>
                </a:lnTo>
                <a:cubicBezTo>
                  <a:pt x="1793591" y="6185485"/>
                  <a:pt x="1793489" y="6185946"/>
                  <a:pt x="1793591" y="6186151"/>
                </a:cubicBezTo>
                <a:lnTo>
                  <a:pt x="1797130" y="6192303"/>
                </a:lnTo>
                <a:cubicBezTo>
                  <a:pt x="1797130" y="6192303"/>
                  <a:pt x="1797488" y="6192662"/>
                  <a:pt x="1797745" y="6192662"/>
                </a:cubicBezTo>
                <a:lnTo>
                  <a:pt x="1804819" y="6192662"/>
                </a:lnTo>
                <a:cubicBezTo>
                  <a:pt x="1804819" y="6192662"/>
                  <a:pt x="1805281" y="6192508"/>
                  <a:pt x="1805434" y="6192303"/>
                </a:cubicBezTo>
                <a:lnTo>
                  <a:pt x="1808972" y="6186151"/>
                </a:lnTo>
                <a:cubicBezTo>
                  <a:pt x="1808972" y="6186151"/>
                  <a:pt x="1809074" y="6185690"/>
                  <a:pt x="1808972" y="6185485"/>
                </a:cubicBezTo>
                <a:lnTo>
                  <a:pt x="1805434" y="6179333"/>
                </a:lnTo>
                <a:cubicBezTo>
                  <a:pt x="1805434" y="6179333"/>
                  <a:pt x="1805076" y="6178974"/>
                  <a:pt x="1804819" y="6178974"/>
                </a:cubicBezTo>
                <a:close/>
                <a:moveTo>
                  <a:pt x="1599184" y="6178974"/>
                </a:moveTo>
                <a:cubicBezTo>
                  <a:pt x="1599184" y="6178974"/>
                  <a:pt x="1598722" y="6179128"/>
                  <a:pt x="1598569" y="6179333"/>
                </a:cubicBezTo>
                <a:lnTo>
                  <a:pt x="1595031" y="6185485"/>
                </a:lnTo>
                <a:cubicBezTo>
                  <a:pt x="1595031" y="6185485"/>
                  <a:pt x="1594929" y="6185946"/>
                  <a:pt x="1595031" y="6186151"/>
                </a:cubicBezTo>
                <a:lnTo>
                  <a:pt x="1598569" y="6192303"/>
                </a:lnTo>
                <a:cubicBezTo>
                  <a:pt x="1598569" y="6192303"/>
                  <a:pt x="1598928" y="6192662"/>
                  <a:pt x="1599184" y="6192662"/>
                </a:cubicBezTo>
                <a:lnTo>
                  <a:pt x="1606259" y="6192662"/>
                </a:lnTo>
                <a:cubicBezTo>
                  <a:pt x="1606259" y="6192662"/>
                  <a:pt x="1606721" y="6192508"/>
                  <a:pt x="1606874" y="6192303"/>
                </a:cubicBezTo>
                <a:lnTo>
                  <a:pt x="1610412" y="6186151"/>
                </a:lnTo>
                <a:cubicBezTo>
                  <a:pt x="1610412" y="6186151"/>
                  <a:pt x="1610514" y="6185690"/>
                  <a:pt x="1610412" y="6185485"/>
                </a:cubicBezTo>
                <a:lnTo>
                  <a:pt x="1606874" y="6179333"/>
                </a:lnTo>
                <a:cubicBezTo>
                  <a:pt x="1606874" y="6179333"/>
                  <a:pt x="1606516" y="6178974"/>
                  <a:pt x="1606259" y="6178974"/>
                </a:cubicBezTo>
                <a:close/>
                <a:moveTo>
                  <a:pt x="1202014" y="6178974"/>
                </a:moveTo>
                <a:cubicBezTo>
                  <a:pt x="1202014" y="6178974"/>
                  <a:pt x="1201552" y="6179128"/>
                  <a:pt x="1201399" y="6179333"/>
                </a:cubicBezTo>
                <a:lnTo>
                  <a:pt x="1197860" y="6185485"/>
                </a:lnTo>
                <a:cubicBezTo>
                  <a:pt x="1197860" y="6185485"/>
                  <a:pt x="1197758" y="6185946"/>
                  <a:pt x="1197860" y="6186151"/>
                </a:cubicBezTo>
                <a:lnTo>
                  <a:pt x="1201399" y="6192303"/>
                </a:lnTo>
                <a:cubicBezTo>
                  <a:pt x="1201399" y="6192303"/>
                  <a:pt x="1201757" y="6192662"/>
                  <a:pt x="1202014" y="6192662"/>
                </a:cubicBezTo>
                <a:lnTo>
                  <a:pt x="1209088" y="6192662"/>
                </a:lnTo>
                <a:cubicBezTo>
                  <a:pt x="1209088" y="6192662"/>
                  <a:pt x="1209550" y="6192508"/>
                  <a:pt x="1209703" y="6192303"/>
                </a:cubicBezTo>
                <a:lnTo>
                  <a:pt x="1213241" y="6186151"/>
                </a:lnTo>
                <a:cubicBezTo>
                  <a:pt x="1213241" y="6186151"/>
                  <a:pt x="1213343" y="6185690"/>
                  <a:pt x="1213241" y="6185485"/>
                </a:cubicBezTo>
                <a:lnTo>
                  <a:pt x="1209703" y="6179333"/>
                </a:lnTo>
                <a:cubicBezTo>
                  <a:pt x="1209703" y="6179333"/>
                  <a:pt x="1209345" y="6178974"/>
                  <a:pt x="1209088" y="6178974"/>
                </a:cubicBezTo>
                <a:close/>
                <a:moveTo>
                  <a:pt x="804895" y="6178974"/>
                </a:moveTo>
                <a:cubicBezTo>
                  <a:pt x="804895" y="6178974"/>
                  <a:pt x="804432" y="6179128"/>
                  <a:pt x="804279" y="6179333"/>
                </a:cubicBezTo>
                <a:lnTo>
                  <a:pt x="800741" y="6185485"/>
                </a:lnTo>
                <a:cubicBezTo>
                  <a:pt x="800741" y="6185485"/>
                  <a:pt x="800639" y="6185946"/>
                  <a:pt x="800741" y="6186151"/>
                </a:cubicBezTo>
                <a:lnTo>
                  <a:pt x="804279" y="6192303"/>
                </a:lnTo>
                <a:cubicBezTo>
                  <a:pt x="804279" y="6192303"/>
                  <a:pt x="804637" y="6192662"/>
                  <a:pt x="804895" y="6192662"/>
                </a:cubicBezTo>
                <a:lnTo>
                  <a:pt x="811969" y="6192662"/>
                </a:lnTo>
                <a:cubicBezTo>
                  <a:pt x="811969" y="6192662"/>
                  <a:pt x="812431" y="6192508"/>
                  <a:pt x="812584" y="6192303"/>
                </a:cubicBezTo>
                <a:lnTo>
                  <a:pt x="816122" y="6186151"/>
                </a:lnTo>
                <a:cubicBezTo>
                  <a:pt x="816122" y="6186151"/>
                  <a:pt x="816224" y="6185690"/>
                  <a:pt x="816122" y="6185485"/>
                </a:cubicBezTo>
                <a:lnTo>
                  <a:pt x="812584" y="6179333"/>
                </a:lnTo>
                <a:cubicBezTo>
                  <a:pt x="812584" y="6179333"/>
                  <a:pt x="812226" y="6178974"/>
                  <a:pt x="811969" y="6178974"/>
                </a:cubicBezTo>
                <a:close/>
                <a:moveTo>
                  <a:pt x="606335" y="6178974"/>
                </a:moveTo>
                <a:cubicBezTo>
                  <a:pt x="606335" y="6178974"/>
                  <a:pt x="605872" y="6179128"/>
                  <a:pt x="605719" y="6179333"/>
                </a:cubicBezTo>
                <a:lnTo>
                  <a:pt x="602181" y="6185485"/>
                </a:lnTo>
                <a:cubicBezTo>
                  <a:pt x="602181" y="6185485"/>
                  <a:pt x="602079" y="6185946"/>
                  <a:pt x="602181" y="6186151"/>
                </a:cubicBezTo>
                <a:lnTo>
                  <a:pt x="605719" y="6192303"/>
                </a:lnTo>
                <a:cubicBezTo>
                  <a:pt x="605719" y="6192303"/>
                  <a:pt x="606077" y="6192662"/>
                  <a:pt x="606335" y="6192662"/>
                </a:cubicBezTo>
                <a:lnTo>
                  <a:pt x="613409" y="6192662"/>
                </a:lnTo>
                <a:cubicBezTo>
                  <a:pt x="613409" y="6192662"/>
                  <a:pt x="613871" y="6192508"/>
                  <a:pt x="614024" y="6192303"/>
                </a:cubicBezTo>
                <a:lnTo>
                  <a:pt x="617562" y="6186151"/>
                </a:lnTo>
                <a:cubicBezTo>
                  <a:pt x="617562" y="6186151"/>
                  <a:pt x="617664" y="6185690"/>
                  <a:pt x="617562" y="6185485"/>
                </a:cubicBezTo>
                <a:lnTo>
                  <a:pt x="614024" y="6179333"/>
                </a:lnTo>
                <a:cubicBezTo>
                  <a:pt x="614024" y="6179333"/>
                  <a:pt x="613666" y="6178974"/>
                  <a:pt x="613409" y="6178974"/>
                </a:cubicBezTo>
                <a:close/>
                <a:moveTo>
                  <a:pt x="982333" y="6162670"/>
                </a:moveTo>
                <a:lnTo>
                  <a:pt x="996227" y="6162670"/>
                </a:lnTo>
                <a:lnTo>
                  <a:pt x="1007967" y="6200404"/>
                </a:lnTo>
                <a:lnTo>
                  <a:pt x="1019399" y="6162670"/>
                </a:lnTo>
                <a:lnTo>
                  <a:pt x="1033447" y="6162670"/>
                </a:lnTo>
                <a:lnTo>
                  <a:pt x="1033447" y="6211118"/>
                </a:lnTo>
                <a:lnTo>
                  <a:pt x="1024578" y="6211118"/>
                </a:lnTo>
                <a:lnTo>
                  <a:pt x="1024578" y="6174719"/>
                </a:lnTo>
                <a:lnTo>
                  <a:pt x="1012683" y="6211118"/>
                </a:lnTo>
                <a:lnTo>
                  <a:pt x="1003199" y="6211118"/>
                </a:lnTo>
                <a:lnTo>
                  <a:pt x="991253" y="6174719"/>
                </a:lnTo>
                <a:lnTo>
                  <a:pt x="991202" y="6174719"/>
                </a:lnTo>
                <a:lnTo>
                  <a:pt x="991202" y="6211118"/>
                </a:lnTo>
                <a:lnTo>
                  <a:pt x="982333" y="6211118"/>
                </a:lnTo>
                <a:close/>
                <a:moveTo>
                  <a:pt x="971567" y="6117760"/>
                </a:moveTo>
                <a:cubicBezTo>
                  <a:pt x="969106" y="6117760"/>
                  <a:pt x="966851" y="6119093"/>
                  <a:pt x="965619" y="6121195"/>
                </a:cubicBezTo>
                <a:lnTo>
                  <a:pt x="930194" y="6182511"/>
                </a:lnTo>
                <a:cubicBezTo>
                  <a:pt x="928963" y="6184665"/>
                  <a:pt x="928963" y="6187280"/>
                  <a:pt x="930194" y="6189381"/>
                </a:cubicBezTo>
                <a:lnTo>
                  <a:pt x="965619" y="6250697"/>
                </a:lnTo>
                <a:cubicBezTo>
                  <a:pt x="966851" y="6252851"/>
                  <a:pt x="969106" y="6254132"/>
                  <a:pt x="971567" y="6254132"/>
                </a:cubicBezTo>
                <a:lnTo>
                  <a:pt x="1042368" y="6254132"/>
                </a:lnTo>
                <a:cubicBezTo>
                  <a:pt x="1044829" y="6254132"/>
                  <a:pt x="1047084" y="6252799"/>
                  <a:pt x="1048315" y="6250697"/>
                </a:cubicBezTo>
                <a:lnTo>
                  <a:pt x="1083740" y="6189381"/>
                </a:lnTo>
                <a:cubicBezTo>
                  <a:pt x="1084971" y="6187228"/>
                  <a:pt x="1084971" y="6184614"/>
                  <a:pt x="1083740" y="6182511"/>
                </a:cubicBezTo>
                <a:lnTo>
                  <a:pt x="1048315" y="6121195"/>
                </a:lnTo>
                <a:cubicBezTo>
                  <a:pt x="1047084" y="6119042"/>
                  <a:pt x="1044829" y="6117760"/>
                  <a:pt x="1042368" y="6117760"/>
                </a:cubicBezTo>
                <a:close/>
                <a:moveTo>
                  <a:pt x="1996355" y="6009790"/>
                </a:moveTo>
                <a:cubicBezTo>
                  <a:pt x="1996355" y="6009790"/>
                  <a:pt x="1995893" y="6009944"/>
                  <a:pt x="1995740" y="6010149"/>
                </a:cubicBezTo>
                <a:lnTo>
                  <a:pt x="1992202" y="6016301"/>
                </a:lnTo>
                <a:cubicBezTo>
                  <a:pt x="1992202" y="6016301"/>
                  <a:pt x="1992100" y="6016762"/>
                  <a:pt x="1992202" y="6016967"/>
                </a:cubicBezTo>
                <a:lnTo>
                  <a:pt x="1995740" y="6023119"/>
                </a:lnTo>
                <a:cubicBezTo>
                  <a:pt x="1995740" y="6023119"/>
                  <a:pt x="1996099" y="6023478"/>
                  <a:pt x="1996355" y="6023478"/>
                </a:cubicBezTo>
                <a:lnTo>
                  <a:pt x="2003430" y="6023478"/>
                </a:lnTo>
                <a:cubicBezTo>
                  <a:pt x="2003430" y="6023478"/>
                  <a:pt x="2003892" y="6023324"/>
                  <a:pt x="2004045" y="6023119"/>
                </a:cubicBezTo>
                <a:lnTo>
                  <a:pt x="2007583" y="6016967"/>
                </a:lnTo>
                <a:cubicBezTo>
                  <a:pt x="2007583" y="6016967"/>
                  <a:pt x="2007685" y="6016506"/>
                  <a:pt x="2007583" y="6016301"/>
                </a:cubicBezTo>
                <a:lnTo>
                  <a:pt x="2004045" y="6010149"/>
                </a:lnTo>
                <a:cubicBezTo>
                  <a:pt x="2004045" y="6010149"/>
                  <a:pt x="2003687" y="6009790"/>
                  <a:pt x="2003430" y="6009790"/>
                </a:cubicBezTo>
                <a:close/>
                <a:moveTo>
                  <a:pt x="1797745" y="6009790"/>
                </a:moveTo>
                <a:cubicBezTo>
                  <a:pt x="1797745" y="6009790"/>
                  <a:pt x="1797283" y="6009944"/>
                  <a:pt x="1797130" y="6010149"/>
                </a:cubicBezTo>
                <a:lnTo>
                  <a:pt x="1793591" y="6016301"/>
                </a:lnTo>
                <a:cubicBezTo>
                  <a:pt x="1793591" y="6016301"/>
                  <a:pt x="1793489" y="6016762"/>
                  <a:pt x="1793591" y="6016967"/>
                </a:cubicBezTo>
                <a:lnTo>
                  <a:pt x="1797130" y="6023119"/>
                </a:lnTo>
                <a:cubicBezTo>
                  <a:pt x="1797130" y="6023119"/>
                  <a:pt x="1797488" y="6023478"/>
                  <a:pt x="1797745" y="6023478"/>
                </a:cubicBezTo>
                <a:lnTo>
                  <a:pt x="1804819" y="6023478"/>
                </a:lnTo>
                <a:cubicBezTo>
                  <a:pt x="1804819" y="6023478"/>
                  <a:pt x="1805281" y="6023324"/>
                  <a:pt x="1805434" y="6023119"/>
                </a:cubicBezTo>
                <a:lnTo>
                  <a:pt x="1808972" y="6016967"/>
                </a:lnTo>
                <a:cubicBezTo>
                  <a:pt x="1808972" y="6016967"/>
                  <a:pt x="1809074" y="6016506"/>
                  <a:pt x="1808972" y="6016301"/>
                </a:cubicBezTo>
                <a:lnTo>
                  <a:pt x="1805434" y="6010149"/>
                </a:lnTo>
                <a:cubicBezTo>
                  <a:pt x="1805434" y="6010149"/>
                  <a:pt x="1805076" y="6009790"/>
                  <a:pt x="1804819" y="6009790"/>
                </a:cubicBezTo>
                <a:close/>
                <a:moveTo>
                  <a:pt x="1400625" y="6009790"/>
                </a:moveTo>
                <a:cubicBezTo>
                  <a:pt x="1400625" y="6009790"/>
                  <a:pt x="1400163" y="6009944"/>
                  <a:pt x="1400010" y="6010149"/>
                </a:cubicBezTo>
                <a:lnTo>
                  <a:pt x="1396472" y="6016301"/>
                </a:lnTo>
                <a:cubicBezTo>
                  <a:pt x="1396472" y="6016301"/>
                  <a:pt x="1396370" y="6016762"/>
                  <a:pt x="1396472" y="6016967"/>
                </a:cubicBezTo>
                <a:lnTo>
                  <a:pt x="1400010" y="6023119"/>
                </a:lnTo>
                <a:cubicBezTo>
                  <a:pt x="1400010" y="6023119"/>
                  <a:pt x="1400369" y="6023478"/>
                  <a:pt x="1400625" y="6023478"/>
                </a:cubicBezTo>
                <a:lnTo>
                  <a:pt x="1407700" y="6023478"/>
                </a:lnTo>
                <a:cubicBezTo>
                  <a:pt x="1407700" y="6023478"/>
                  <a:pt x="1408162" y="6023324"/>
                  <a:pt x="1408315" y="6023119"/>
                </a:cubicBezTo>
                <a:lnTo>
                  <a:pt x="1411853" y="6016967"/>
                </a:lnTo>
                <a:cubicBezTo>
                  <a:pt x="1411853" y="6016967"/>
                  <a:pt x="1411955" y="6016506"/>
                  <a:pt x="1411853" y="6016301"/>
                </a:cubicBezTo>
                <a:lnTo>
                  <a:pt x="1408315" y="6010149"/>
                </a:lnTo>
                <a:cubicBezTo>
                  <a:pt x="1408315" y="6010149"/>
                  <a:pt x="1407957" y="6009790"/>
                  <a:pt x="1407700" y="6009790"/>
                </a:cubicBezTo>
                <a:close/>
                <a:moveTo>
                  <a:pt x="1202013" y="6009790"/>
                </a:moveTo>
                <a:cubicBezTo>
                  <a:pt x="1202013" y="6009790"/>
                  <a:pt x="1201551" y="6009944"/>
                  <a:pt x="1201398" y="6010149"/>
                </a:cubicBezTo>
                <a:lnTo>
                  <a:pt x="1197860" y="6016301"/>
                </a:lnTo>
                <a:cubicBezTo>
                  <a:pt x="1197860" y="6016301"/>
                  <a:pt x="1197758" y="6016762"/>
                  <a:pt x="1197860" y="6016967"/>
                </a:cubicBezTo>
                <a:lnTo>
                  <a:pt x="1201398" y="6023119"/>
                </a:lnTo>
                <a:cubicBezTo>
                  <a:pt x="1201398" y="6023119"/>
                  <a:pt x="1201757" y="6023478"/>
                  <a:pt x="1202013" y="6023478"/>
                </a:cubicBezTo>
                <a:lnTo>
                  <a:pt x="1209088" y="6023478"/>
                </a:lnTo>
                <a:cubicBezTo>
                  <a:pt x="1209088" y="6023478"/>
                  <a:pt x="1209550" y="6023324"/>
                  <a:pt x="1209703" y="6023119"/>
                </a:cubicBezTo>
                <a:lnTo>
                  <a:pt x="1213241" y="6016967"/>
                </a:lnTo>
                <a:cubicBezTo>
                  <a:pt x="1213241" y="6016967"/>
                  <a:pt x="1213343" y="6016506"/>
                  <a:pt x="1213241" y="6016301"/>
                </a:cubicBezTo>
                <a:lnTo>
                  <a:pt x="1209703" y="6010149"/>
                </a:lnTo>
                <a:cubicBezTo>
                  <a:pt x="1209703" y="6010149"/>
                  <a:pt x="1209345" y="6009790"/>
                  <a:pt x="1209088" y="6009790"/>
                </a:cubicBezTo>
                <a:close/>
                <a:moveTo>
                  <a:pt x="1003454" y="6009585"/>
                </a:moveTo>
                <a:cubicBezTo>
                  <a:pt x="1003454" y="6009585"/>
                  <a:pt x="1002992" y="6009739"/>
                  <a:pt x="1002838" y="6009944"/>
                </a:cubicBezTo>
                <a:lnTo>
                  <a:pt x="999300" y="6016096"/>
                </a:lnTo>
                <a:cubicBezTo>
                  <a:pt x="999300" y="6016096"/>
                  <a:pt x="999198" y="6016557"/>
                  <a:pt x="999300" y="6016762"/>
                </a:cubicBezTo>
                <a:lnTo>
                  <a:pt x="1002838" y="6022915"/>
                </a:lnTo>
                <a:cubicBezTo>
                  <a:pt x="1002838" y="6022915"/>
                  <a:pt x="1003196" y="6023273"/>
                  <a:pt x="1003454" y="6023273"/>
                </a:cubicBezTo>
                <a:lnTo>
                  <a:pt x="1010528" y="6023273"/>
                </a:lnTo>
                <a:cubicBezTo>
                  <a:pt x="1010528" y="6023273"/>
                  <a:pt x="1010990" y="6023120"/>
                  <a:pt x="1011143" y="6022915"/>
                </a:cubicBezTo>
                <a:lnTo>
                  <a:pt x="1014681" y="6016762"/>
                </a:lnTo>
                <a:cubicBezTo>
                  <a:pt x="1014681" y="6016762"/>
                  <a:pt x="1014783" y="6016301"/>
                  <a:pt x="1014681" y="6016096"/>
                </a:cubicBezTo>
                <a:lnTo>
                  <a:pt x="1011143" y="6009944"/>
                </a:lnTo>
                <a:cubicBezTo>
                  <a:pt x="1011143" y="6009944"/>
                  <a:pt x="1010785" y="6009585"/>
                  <a:pt x="1010528" y="6009585"/>
                </a:cubicBezTo>
                <a:close/>
                <a:moveTo>
                  <a:pt x="804895" y="6009585"/>
                </a:moveTo>
                <a:cubicBezTo>
                  <a:pt x="804895" y="6009585"/>
                  <a:pt x="804432" y="6009739"/>
                  <a:pt x="804279" y="6009944"/>
                </a:cubicBezTo>
                <a:lnTo>
                  <a:pt x="800741" y="6016096"/>
                </a:lnTo>
                <a:cubicBezTo>
                  <a:pt x="800741" y="6016096"/>
                  <a:pt x="800639" y="6016557"/>
                  <a:pt x="800741" y="6016762"/>
                </a:cubicBezTo>
                <a:lnTo>
                  <a:pt x="804279" y="6022915"/>
                </a:lnTo>
                <a:cubicBezTo>
                  <a:pt x="804279" y="6022915"/>
                  <a:pt x="804637" y="6023273"/>
                  <a:pt x="804895" y="6023273"/>
                </a:cubicBezTo>
                <a:lnTo>
                  <a:pt x="811969" y="6023273"/>
                </a:lnTo>
                <a:cubicBezTo>
                  <a:pt x="811969" y="6023273"/>
                  <a:pt x="812431" y="6023120"/>
                  <a:pt x="812584" y="6022915"/>
                </a:cubicBezTo>
                <a:lnTo>
                  <a:pt x="816122" y="6016762"/>
                </a:lnTo>
                <a:cubicBezTo>
                  <a:pt x="816122" y="6016762"/>
                  <a:pt x="816224" y="6016301"/>
                  <a:pt x="816122" y="6016096"/>
                </a:cubicBezTo>
                <a:lnTo>
                  <a:pt x="812584" y="6009944"/>
                </a:lnTo>
                <a:cubicBezTo>
                  <a:pt x="812584" y="6009944"/>
                  <a:pt x="812226" y="6009585"/>
                  <a:pt x="811969" y="6009585"/>
                </a:cubicBezTo>
                <a:close/>
                <a:moveTo>
                  <a:pt x="1598954" y="6000765"/>
                </a:moveTo>
                <a:lnTo>
                  <a:pt x="1598954" y="6017274"/>
                </a:lnTo>
                <a:lnTo>
                  <a:pt x="1606850" y="6017274"/>
                </a:lnTo>
                <a:cubicBezTo>
                  <a:pt x="1612797" y="6017274"/>
                  <a:pt x="1617462" y="6015788"/>
                  <a:pt x="1617462" y="6009379"/>
                </a:cubicBezTo>
                <a:cubicBezTo>
                  <a:pt x="1617462" y="6001432"/>
                  <a:pt x="1611361" y="6000765"/>
                  <a:pt x="1606183" y="6000765"/>
                </a:cubicBezTo>
                <a:close/>
                <a:moveTo>
                  <a:pt x="598696" y="5999843"/>
                </a:moveTo>
                <a:lnTo>
                  <a:pt x="598696" y="6033322"/>
                </a:lnTo>
                <a:lnTo>
                  <a:pt x="603106" y="6033322"/>
                </a:lnTo>
                <a:cubicBezTo>
                  <a:pt x="611924" y="6033322"/>
                  <a:pt x="620536" y="6031117"/>
                  <a:pt x="620536" y="6016557"/>
                </a:cubicBezTo>
                <a:cubicBezTo>
                  <a:pt x="620536" y="6001996"/>
                  <a:pt x="611924" y="5999843"/>
                  <a:pt x="603106" y="5999843"/>
                </a:cubicBezTo>
                <a:close/>
                <a:moveTo>
                  <a:pt x="1589419" y="5993281"/>
                </a:moveTo>
                <a:lnTo>
                  <a:pt x="1605978" y="5993281"/>
                </a:lnTo>
                <a:cubicBezTo>
                  <a:pt x="1615924" y="5993281"/>
                  <a:pt x="1627305" y="5994665"/>
                  <a:pt x="1627305" y="6009328"/>
                </a:cubicBezTo>
                <a:lnTo>
                  <a:pt x="1627254" y="6009328"/>
                </a:lnTo>
                <a:cubicBezTo>
                  <a:pt x="1627254" y="6021683"/>
                  <a:pt x="1617359" y="6024708"/>
                  <a:pt x="1606235" y="6024708"/>
                </a:cubicBezTo>
                <a:lnTo>
                  <a:pt x="1598954" y="6024708"/>
                </a:lnTo>
                <a:lnTo>
                  <a:pt x="1598954" y="6041729"/>
                </a:lnTo>
                <a:lnTo>
                  <a:pt x="1589419" y="6041729"/>
                </a:lnTo>
                <a:close/>
                <a:moveTo>
                  <a:pt x="589161" y="5992358"/>
                </a:moveTo>
                <a:lnTo>
                  <a:pt x="603516" y="5992358"/>
                </a:lnTo>
                <a:cubicBezTo>
                  <a:pt x="618896" y="5992358"/>
                  <a:pt x="630431" y="5997382"/>
                  <a:pt x="630431" y="6016557"/>
                </a:cubicBezTo>
                <a:cubicBezTo>
                  <a:pt x="630431" y="6035782"/>
                  <a:pt x="618896" y="6040806"/>
                  <a:pt x="603516" y="6040806"/>
                </a:cubicBezTo>
                <a:lnTo>
                  <a:pt x="589161" y="6040806"/>
                </a:lnTo>
                <a:close/>
                <a:moveTo>
                  <a:pt x="1567322" y="5948370"/>
                </a:moveTo>
                <a:cubicBezTo>
                  <a:pt x="1564861" y="5948370"/>
                  <a:pt x="1562606" y="5949703"/>
                  <a:pt x="1561375" y="5951805"/>
                </a:cubicBezTo>
                <a:lnTo>
                  <a:pt x="1525949" y="6013122"/>
                </a:lnTo>
                <a:cubicBezTo>
                  <a:pt x="1524718" y="6015275"/>
                  <a:pt x="1524718" y="6017890"/>
                  <a:pt x="1525949" y="6019992"/>
                </a:cubicBezTo>
                <a:lnTo>
                  <a:pt x="1561375" y="6081308"/>
                </a:lnTo>
                <a:cubicBezTo>
                  <a:pt x="1562606" y="6083462"/>
                  <a:pt x="1564861" y="6084743"/>
                  <a:pt x="1567322" y="6084743"/>
                </a:cubicBezTo>
                <a:lnTo>
                  <a:pt x="1638123" y="6084743"/>
                </a:lnTo>
                <a:cubicBezTo>
                  <a:pt x="1640584" y="6084743"/>
                  <a:pt x="1642839" y="6083410"/>
                  <a:pt x="1644070" y="6081308"/>
                </a:cubicBezTo>
                <a:lnTo>
                  <a:pt x="1679495" y="6019992"/>
                </a:lnTo>
                <a:cubicBezTo>
                  <a:pt x="1680726" y="6017838"/>
                  <a:pt x="1680726" y="6015224"/>
                  <a:pt x="1679495" y="6013122"/>
                </a:cubicBezTo>
                <a:lnTo>
                  <a:pt x="1644070" y="5951805"/>
                </a:lnTo>
                <a:cubicBezTo>
                  <a:pt x="1642839" y="5949651"/>
                  <a:pt x="1640584" y="5948370"/>
                  <a:pt x="1638123" y="5948370"/>
                </a:cubicBezTo>
                <a:close/>
                <a:moveTo>
                  <a:pt x="574396" y="5948370"/>
                </a:moveTo>
                <a:cubicBezTo>
                  <a:pt x="571935" y="5948370"/>
                  <a:pt x="569680" y="5949703"/>
                  <a:pt x="568448" y="5951805"/>
                </a:cubicBezTo>
                <a:lnTo>
                  <a:pt x="533023" y="6013122"/>
                </a:lnTo>
                <a:cubicBezTo>
                  <a:pt x="531792" y="6015275"/>
                  <a:pt x="531792" y="6017890"/>
                  <a:pt x="533023" y="6019991"/>
                </a:cubicBezTo>
                <a:lnTo>
                  <a:pt x="568448" y="6081307"/>
                </a:lnTo>
                <a:cubicBezTo>
                  <a:pt x="569680" y="6083461"/>
                  <a:pt x="571935" y="6084742"/>
                  <a:pt x="574396" y="6084742"/>
                </a:cubicBezTo>
                <a:lnTo>
                  <a:pt x="645197" y="6084742"/>
                </a:lnTo>
                <a:cubicBezTo>
                  <a:pt x="647658" y="6084742"/>
                  <a:pt x="649913" y="6083410"/>
                  <a:pt x="651144" y="6081307"/>
                </a:cubicBezTo>
                <a:lnTo>
                  <a:pt x="686569" y="6019991"/>
                </a:lnTo>
                <a:cubicBezTo>
                  <a:pt x="687800" y="6017838"/>
                  <a:pt x="687800" y="6015224"/>
                  <a:pt x="686569" y="6013122"/>
                </a:cubicBezTo>
                <a:lnTo>
                  <a:pt x="651144" y="5951805"/>
                </a:lnTo>
                <a:cubicBezTo>
                  <a:pt x="649913" y="5949651"/>
                  <a:pt x="647658" y="5948370"/>
                  <a:pt x="645197" y="5948370"/>
                </a:cubicBezTo>
                <a:close/>
                <a:moveTo>
                  <a:pt x="0" y="0"/>
                </a:moveTo>
                <a:lnTo>
                  <a:pt x="11520488" y="0"/>
                </a:lnTo>
                <a:lnTo>
                  <a:pt x="11520488" y="6480174"/>
                </a:lnTo>
                <a:lnTo>
                  <a:pt x="0" y="6480174"/>
                </a:lnTo>
                <a:close/>
              </a:path>
            </a:pathLst>
          </a:custGeom>
        </p:spPr>
        <p:txBody>
          <a:bodyPr wrap="square" tIns="1800000" anchor="t">
            <a:noAutofit/>
          </a:bodyPr>
          <a:lstStyle>
            <a:lvl1pPr marL="0" indent="0" algn="ctr">
              <a:buNone/>
              <a:defRPr sz="952"/>
            </a:lvl1pPr>
          </a:lstStyle>
          <a:p>
            <a:r>
              <a:rPr lang="nb-NO"/>
              <a:t>Klikk på ikonet for å legge til et bilde</a:t>
            </a:r>
            <a:endParaRPr lang="nb-NO" dirty="0"/>
          </a:p>
        </p:txBody>
      </p:sp>
      <p:sp>
        <p:nvSpPr>
          <p:cNvPr id="11" name="Friform 10" hidden="1">
            <a:extLst>
              <a:ext uri="{FF2B5EF4-FFF2-40B4-BE49-F238E27FC236}">
                <a16:creationId xmlns:a16="http://schemas.microsoft.com/office/drawing/2014/main" id="{AD492AE7-5653-9BF3-DF86-91FBA49F22D7}"/>
              </a:ext>
            </a:extLst>
          </p:cNvPr>
          <p:cNvSpPr/>
          <p:nvPr/>
        </p:nvSpPr>
        <p:spPr>
          <a:xfrm>
            <a:off x="632918" y="4261473"/>
            <a:ext cx="1179186" cy="251653"/>
          </a:xfrm>
          <a:custGeom>
            <a:avLst/>
            <a:gdLst>
              <a:gd name="connsiteX0" fmla="*/ 1000716 w 1485652"/>
              <a:gd name="connsiteY0" fmla="*/ 223569 h 317052"/>
              <a:gd name="connsiteX1" fmla="*/ 978516 w 1485652"/>
              <a:gd name="connsiteY1" fmla="*/ 251950 h 317052"/>
              <a:gd name="connsiteX2" fmla="*/ 1000716 w 1485652"/>
              <a:gd name="connsiteY2" fmla="*/ 280211 h 317052"/>
              <a:gd name="connsiteX3" fmla="*/ 1023097 w 1485652"/>
              <a:gd name="connsiteY3" fmla="*/ 251950 h 317052"/>
              <a:gd name="connsiteX4" fmla="*/ 1000716 w 1485652"/>
              <a:gd name="connsiteY4" fmla="*/ 223569 h 317052"/>
              <a:gd name="connsiteX5" fmla="*/ 1088139 w 1485652"/>
              <a:gd name="connsiteY5" fmla="*/ 223448 h 317052"/>
              <a:gd name="connsiteX6" fmla="*/ 1066779 w 1485652"/>
              <a:gd name="connsiteY6" fmla="*/ 251829 h 317052"/>
              <a:gd name="connsiteX7" fmla="*/ 1088139 w 1485652"/>
              <a:gd name="connsiteY7" fmla="*/ 280390 h 317052"/>
              <a:gd name="connsiteX8" fmla="*/ 1109920 w 1485652"/>
              <a:gd name="connsiteY8" fmla="*/ 251829 h 317052"/>
              <a:gd name="connsiteX9" fmla="*/ 1088139 w 1485652"/>
              <a:gd name="connsiteY9" fmla="*/ 223448 h 317052"/>
              <a:gd name="connsiteX10" fmla="*/ 253270 w 1485652"/>
              <a:gd name="connsiteY10" fmla="*/ 223448 h 317052"/>
              <a:gd name="connsiteX11" fmla="*/ 231909 w 1485652"/>
              <a:gd name="connsiteY11" fmla="*/ 251829 h 317052"/>
              <a:gd name="connsiteX12" fmla="*/ 253270 w 1485652"/>
              <a:gd name="connsiteY12" fmla="*/ 280390 h 317052"/>
              <a:gd name="connsiteX13" fmla="*/ 275051 w 1485652"/>
              <a:gd name="connsiteY13" fmla="*/ 251829 h 317052"/>
              <a:gd name="connsiteX14" fmla="*/ 253270 w 1485652"/>
              <a:gd name="connsiteY14" fmla="*/ 223448 h 317052"/>
              <a:gd name="connsiteX15" fmla="*/ 860731 w 1485652"/>
              <a:gd name="connsiteY15" fmla="*/ 223388 h 317052"/>
              <a:gd name="connsiteX16" fmla="*/ 838950 w 1485652"/>
              <a:gd name="connsiteY16" fmla="*/ 251770 h 317052"/>
              <a:gd name="connsiteX17" fmla="*/ 860731 w 1485652"/>
              <a:gd name="connsiteY17" fmla="*/ 280330 h 317052"/>
              <a:gd name="connsiteX18" fmla="*/ 882092 w 1485652"/>
              <a:gd name="connsiteY18" fmla="*/ 251770 h 317052"/>
              <a:gd name="connsiteX19" fmla="*/ 860731 w 1485652"/>
              <a:gd name="connsiteY19" fmla="*/ 223388 h 317052"/>
              <a:gd name="connsiteX20" fmla="*/ 1391809 w 1485652"/>
              <a:gd name="connsiteY20" fmla="*/ 223089 h 317052"/>
              <a:gd name="connsiteX21" fmla="*/ 1369008 w 1485652"/>
              <a:gd name="connsiteY21" fmla="*/ 244270 h 317052"/>
              <a:gd name="connsiteX22" fmla="*/ 1413170 w 1485652"/>
              <a:gd name="connsiteY22" fmla="*/ 244270 h 317052"/>
              <a:gd name="connsiteX23" fmla="*/ 1391809 w 1485652"/>
              <a:gd name="connsiteY23" fmla="*/ 223089 h 317052"/>
              <a:gd name="connsiteX24" fmla="*/ 730166 w 1485652"/>
              <a:gd name="connsiteY24" fmla="*/ 223089 h 317052"/>
              <a:gd name="connsiteX25" fmla="*/ 707366 w 1485652"/>
              <a:gd name="connsiteY25" fmla="*/ 244270 h 317052"/>
              <a:gd name="connsiteX26" fmla="*/ 751527 w 1485652"/>
              <a:gd name="connsiteY26" fmla="*/ 244270 h 317052"/>
              <a:gd name="connsiteX27" fmla="*/ 730166 w 1485652"/>
              <a:gd name="connsiteY27" fmla="*/ 223089 h 317052"/>
              <a:gd name="connsiteX28" fmla="*/ 167167 w 1485652"/>
              <a:gd name="connsiteY28" fmla="*/ 223089 h 317052"/>
              <a:gd name="connsiteX29" fmla="*/ 144367 w 1485652"/>
              <a:gd name="connsiteY29" fmla="*/ 244270 h 317052"/>
              <a:gd name="connsiteX30" fmla="*/ 188528 w 1485652"/>
              <a:gd name="connsiteY30" fmla="*/ 244270 h 317052"/>
              <a:gd name="connsiteX31" fmla="*/ 167167 w 1485652"/>
              <a:gd name="connsiteY31" fmla="*/ 223089 h 317052"/>
              <a:gd name="connsiteX32" fmla="*/ 423676 w 1485652"/>
              <a:gd name="connsiteY32" fmla="*/ 212108 h 317052"/>
              <a:gd name="connsiteX33" fmla="*/ 438977 w 1485652"/>
              <a:gd name="connsiteY33" fmla="*/ 212108 h 317052"/>
              <a:gd name="connsiteX34" fmla="*/ 438977 w 1485652"/>
              <a:gd name="connsiteY34" fmla="*/ 291251 h 317052"/>
              <a:gd name="connsiteX35" fmla="*/ 423676 w 1485652"/>
              <a:gd name="connsiteY35" fmla="*/ 291251 h 317052"/>
              <a:gd name="connsiteX36" fmla="*/ 309972 w 1485652"/>
              <a:gd name="connsiteY36" fmla="*/ 212108 h 317052"/>
              <a:gd name="connsiteX37" fmla="*/ 325273 w 1485652"/>
              <a:gd name="connsiteY37" fmla="*/ 212108 h 317052"/>
              <a:gd name="connsiteX38" fmla="*/ 325273 w 1485652"/>
              <a:gd name="connsiteY38" fmla="*/ 291251 h 317052"/>
              <a:gd name="connsiteX39" fmla="*/ 309972 w 1485652"/>
              <a:gd name="connsiteY39" fmla="*/ 291251 h 317052"/>
              <a:gd name="connsiteX40" fmla="*/ 1144181 w 1485652"/>
              <a:gd name="connsiteY40" fmla="*/ 212048 h 317052"/>
              <a:gd name="connsiteX41" fmla="*/ 1159482 w 1485652"/>
              <a:gd name="connsiteY41" fmla="*/ 212048 h 317052"/>
              <a:gd name="connsiteX42" fmla="*/ 1159482 w 1485652"/>
              <a:gd name="connsiteY42" fmla="*/ 258250 h 317052"/>
              <a:gd name="connsiteX43" fmla="*/ 1175202 w 1485652"/>
              <a:gd name="connsiteY43" fmla="*/ 280151 h 317052"/>
              <a:gd name="connsiteX44" fmla="*/ 1194343 w 1485652"/>
              <a:gd name="connsiteY44" fmla="*/ 255010 h 317052"/>
              <a:gd name="connsiteX45" fmla="*/ 1194343 w 1485652"/>
              <a:gd name="connsiteY45" fmla="*/ 212048 h 317052"/>
              <a:gd name="connsiteX46" fmla="*/ 1209643 w 1485652"/>
              <a:gd name="connsiteY46" fmla="*/ 212048 h 317052"/>
              <a:gd name="connsiteX47" fmla="*/ 1209643 w 1485652"/>
              <a:gd name="connsiteY47" fmla="*/ 291191 h 317052"/>
              <a:gd name="connsiteX48" fmla="*/ 1194223 w 1485652"/>
              <a:gd name="connsiteY48" fmla="*/ 291191 h 317052"/>
              <a:gd name="connsiteX49" fmla="*/ 1194223 w 1485652"/>
              <a:gd name="connsiteY49" fmla="*/ 280030 h 317052"/>
              <a:gd name="connsiteX50" fmla="*/ 1170102 w 1485652"/>
              <a:gd name="connsiteY50" fmla="*/ 293111 h 317052"/>
              <a:gd name="connsiteX51" fmla="*/ 1170102 w 1485652"/>
              <a:gd name="connsiteY51" fmla="*/ 293171 h 317052"/>
              <a:gd name="connsiteX52" fmla="*/ 1144181 w 1485652"/>
              <a:gd name="connsiteY52" fmla="*/ 262390 h 317052"/>
              <a:gd name="connsiteX53" fmla="*/ 1481392 w 1485652"/>
              <a:gd name="connsiteY53" fmla="*/ 211808 h 317052"/>
              <a:gd name="connsiteX54" fmla="*/ 1485652 w 1485652"/>
              <a:gd name="connsiteY54" fmla="*/ 211928 h 317052"/>
              <a:gd name="connsiteX55" fmla="*/ 1485652 w 1485652"/>
              <a:gd name="connsiteY55" fmla="*/ 227828 h 317052"/>
              <a:gd name="connsiteX56" fmla="*/ 1477732 w 1485652"/>
              <a:gd name="connsiteY56" fmla="*/ 227408 h 317052"/>
              <a:gd name="connsiteX57" fmla="*/ 1477732 w 1485652"/>
              <a:gd name="connsiteY57" fmla="*/ 227349 h 317052"/>
              <a:gd name="connsiteX58" fmla="*/ 1459791 w 1485652"/>
              <a:gd name="connsiteY58" fmla="*/ 249729 h 317052"/>
              <a:gd name="connsiteX59" fmla="*/ 1459791 w 1485652"/>
              <a:gd name="connsiteY59" fmla="*/ 291251 h 317052"/>
              <a:gd name="connsiteX60" fmla="*/ 1444491 w 1485652"/>
              <a:gd name="connsiteY60" fmla="*/ 291251 h 317052"/>
              <a:gd name="connsiteX61" fmla="*/ 1444491 w 1485652"/>
              <a:gd name="connsiteY61" fmla="*/ 212108 h 317052"/>
              <a:gd name="connsiteX62" fmla="*/ 1459492 w 1485652"/>
              <a:gd name="connsiteY62" fmla="*/ 212108 h 317052"/>
              <a:gd name="connsiteX63" fmla="*/ 1459492 w 1485652"/>
              <a:gd name="connsiteY63" fmla="*/ 226089 h 317052"/>
              <a:gd name="connsiteX64" fmla="*/ 1481392 w 1485652"/>
              <a:gd name="connsiteY64" fmla="*/ 211808 h 317052"/>
              <a:gd name="connsiteX65" fmla="*/ 951094 w 1485652"/>
              <a:gd name="connsiteY65" fmla="*/ 211808 h 317052"/>
              <a:gd name="connsiteX66" fmla="*/ 955354 w 1485652"/>
              <a:gd name="connsiteY66" fmla="*/ 211928 h 317052"/>
              <a:gd name="connsiteX67" fmla="*/ 955354 w 1485652"/>
              <a:gd name="connsiteY67" fmla="*/ 227828 h 317052"/>
              <a:gd name="connsiteX68" fmla="*/ 947434 w 1485652"/>
              <a:gd name="connsiteY68" fmla="*/ 227408 h 317052"/>
              <a:gd name="connsiteX69" fmla="*/ 947434 w 1485652"/>
              <a:gd name="connsiteY69" fmla="*/ 227349 h 317052"/>
              <a:gd name="connsiteX70" fmla="*/ 929493 w 1485652"/>
              <a:gd name="connsiteY70" fmla="*/ 249729 h 317052"/>
              <a:gd name="connsiteX71" fmla="*/ 929493 w 1485652"/>
              <a:gd name="connsiteY71" fmla="*/ 291251 h 317052"/>
              <a:gd name="connsiteX72" fmla="*/ 914193 w 1485652"/>
              <a:gd name="connsiteY72" fmla="*/ 291251 h 317052"/>
              <a:gd name="connsiteX73" fmla="*/ 914193 w 1485652"/>
              <a:gd name="connsiteY73" fmla="*/ 212108 h 317052"/>
              <a:gd name="connsiteX74" fmla="*/ 929194 w 1485652"/>
              <a:gd name="connsiteY74" fmla="*/ 212108 h 317052"/>
              <a:gd name="connsiteX75" fmla="*/ 929194 w 1485652"/>
              <a:gd name="connsiteY75" fmla="*/ 226089 h 317052"/>
              <a:gd name="connsiteX76" fmla="*/ 951094 w 1485652"/>
              <a:gd name="connsiteY76" fmla="*/ 211808 h 317052"/>
              <a:gd name="connsiteX77" fmla="*/ 1000716 w 1485652"/>
              <a:gd name="connsiteY77" fmla="*/ 210608 h 317052"/>
              <a:gd name="connsiteX78" fmla="*/ 1039238 w 1485652"/>
              <a:gd name="connsiteY78" fmla="*/ 251950 h 317052"/>
              <a:gd name="connsiteX79" fmla="*/ 1000716 w 1485652"/>
              <a:gd name="connsiteY79" fmla="*/ 293171 h 317052"/>
              <a:gd name="connsiteX80" fmla="*/ 962315 w 1485652"/>
              <a:gd name="connsiteY80" fmla="*/ 251950 h 317052"/>
              <a:gd name="connsiteX81" fmla="*/ 1000716 w 1485652"/>
              <a:gd name="connsiteY81" fmla="*/ 210608 h 317052"/>
              <a:gd name="connsiteX82" fmla="*/ 864271 w 1485652"/>
              <a:gd name="connsiteY82" fmla="*/ 210608 h 317052"/>
              <a:gd name="connsiteX83" fmla="*/ 898412 w 1485652"/>
              <a:gd name="connsiteY83" fmla="*/ 251829 h 317052"/>
              <a:gd name="connsiteX84" fmla="*/ 864271 w 1485652"/>
              <a:gd name="connsiteY84" fmla="*/ 293171 h 317052"/>
              <a:gd name="connsiteX85" fmla="*/ 839550 w 1485652"/>
              <a:gd name="connsiteY85" fmla="*/ 280091 h 317052"/>
              <a:gd name="connsiteX86" fmla="*/ 839550 w 1485652"/>
              <a:gd name="connsiteY86" fmla="*/ 317052 h 317052"/>
              <a:gd name="connsiteX87" fmla="*/ 824250 w 1485652"/>
              <a:gd name="connsiteY87" fmla="*/ 317052 h 317052"/>
              <a:gd name="connsiteX88" fmla="*/ 824250 w 1485652"/>
              <a:gd name="connsiteY88" fmla="*/ 212168 h 317052"/>
              <a:gd name="connsiteX89" fmla="*/ 839550 w 1485652"/>
              <a:gd name="connsiteY89" fmla="*/ 212168 h 317052"/>
              <a:gd name="connsiteX90" fmla="*/ 839550 w 1485652"/>
              <a:gd name="connsiteY90" fmla="*/ 223688 h 317052"/>
              <a:gd name="connsiteX91" fmla="*/ 864271 w 1485652"/>
              <a:gd name="connsiteY91" fmla="*/ 210608 h 317052"/>
              <a:gd name="connsiteX92" fmla="*/ 499158 w 1485652"/>
              <a:gd name="connsiteY92" fmla="*/ 210608 h 317052"/>
              <a:gd name="connsiteX93" fmla="*/ 499218 w 1485652"/>
              <a:gd name="connsiteY93" fmla="*/ 210608 h 317052"/>
              <a:gd name="connsiteX94" fmla="*/ 525679 w 1485652"/>
              <a:gd name="connsiteY94" fmla="*/ 241389 h 317052"/>
              <a:gd name="connsiteX95" fmla="*/ 525679 w 1485652"/>
              <a:gd name="connsiteY95" fmla="*/ 291251 h 317052"/>
              <a:gd name="connsiteX96" fmla="*/ 510379 w 1485652"/>
              <a:gd name="connsiteY96" fmla="*/ 291251 h 317052"/>
              <a:gd name="connsiteX97" fmla="*/ 510379 w 1485652"/>
              <a:gd name="connsiteY97" fmla="*/ 245469 h 317052"/>
              <a:gd name="connsiteX98" fmla="*/ 494058 w 1485652"/>
              <a:gd name="connsiteY98" fmla="*/ 223388 h 317052"/>
              <a:gd name="connsiteX99" fmla="*/ 474318 w 1485652"/>
              <a:gd name="connsiteY99" fmla="*/ 248710 h 317052"/>
              <a:gd name="connsiteX100" fmla="*/ 474318 w 1485652"/>
              <a:gd name="connsiteY100" fmla="*/ 291251 h 317052"/>
              <a:gd name="connsiteX101" fmla="*/ 459017 w 1485652"/>
              <a:gd name="connsiteY101" fmla="*/ 291251 h 317052"/>
              <a:gd name="connsiteX102" fmla="*/ 459017 w 1485652"/>
              <a:gd name="connsiteY102" fmla="*/ 212108 h 317052"/>
              <a:gd name="connsiteX103" fmla="*/ 474318 w 1485652"/>
              <a:gd name="connsiteY103" fmla="*/ 212108 h 317052"/>
              <a:gd name="connsiteX104" fmla="*/ 474318 w 1485652"/>
              <a:gd name="connsiteY104" fmla="*/ 223569 h 317052"/>
              <a:gd name="connsiteX105" fmla="*/ 499158 w 1485652"/>
              <a:gd name="connsiteY105" fmla="*/ 210608 h 317052"/>
              <a:gd name="connsiteX106" fmla="*/ 38702 w 1485652"/>
              <a:gd name="connsiteY106" fmla="*/ 210608 h 317052"/>
              <a:gd name="connsiteX107" fmla="*/ 61683 w 1485652"/>
              <a:gd name="connsiteY107" fmla="*/ 224589 h 317052"/>
              <a:gd name="connsiteX108" fmla="*/ 87844 w 1485652"/>
              <a:gd name="connsiteY108" fmla="*/ 210608 h 317052"/>
              <a:gd name="connsiteX109" fmla="*/ 113585 w 1485652"/>
              <a:gd name="connsiteY109" fmla="*/ 241389 h 317052"/>
              <a:gd name="connsiteX110" fmla="*/ 113585 w 1485652"/>
              <a:gd name="connsiteY110" fmla="*/ 291251 h 317052"/>
              <a:gd name="connsiteX111" fmla="*/ 98284 w 1485652"/>
              <a:gd name="connsiteY111" fmla="*/ 291251 h 317052"/>
              <a:gd name="connsiteX112" fmla="*/ 98284 w 1485652"/>
              <a:gd name="connsiteY112" fmla="*/ 245469 h 317052"/>
              <a:gd name="connsiteX113" fmla="*/ 82684 w 1485652"/>
              <a:gd name="connsiteY113" fmla="*/ 223388 h 317052"/>
              <a:gd name="connsiteX114" fmla="*/ 64443 w 1485652"/>
              <a:gd name="connsiteY114" fmla="*/ 248710 h 317052"/>
              <a:gd name="connsiteX115" fmla="*/ 64443 w 1485652"/>
              <a:gd name="connsiteY115" fmla="*/ 291251 h 317052"/>
              <a:gd name="connsiteX116" fmla="*/ 49143 w 1485652"/>
              <a:gd name="connsiteY116" fmla="*/ 291251 h 317052"/>
              <a:gd name="connsiteX117" fmla="*/ 49143 w 1485652"/>
              <a:gd name="connsiteY117" fmla="*/ 245469 h 317052"/>
              <a:gd name="connsiteX118" fmla="*/ 33542 w 1485652"/>
              <a:gd name="connsiteY118" fmla="*/ 223388 h 317052"/>
              <a:gd name="connsiteX119" fmla="*/ 15302 w 1485652"/>
              <a:gd name="connsiteY119" fmla="*/ 248710 h 317052"/>
              <a:gd name="connsiteX120" fmla="*/ 15302 w 1485652"/>
              <a:gd name="connsiteY120" fmla="*/ 291251 h 317052"/>
              <a:gd name="connsiteX121" fmla="*/ 1 w 1485652"/>
              <a:gd name="connsiteY121" fmla="*/ 291251 h 317052"/>
              <a:gd name="connsiteX122" fmla="*/ 1 w 1485652"/>
              <a:gd name="connsiteY122" fmla="*/ 212108 h 317052"/>
              <a:gd name="connsiteX123" fmla="*/ 15302 w 1485652"/>
              <a:gd name="connsiteY123" fmla="*/ 212108 h 317052"/>
              <a:gd name="connsiteX124" fmla="*/ 15302 w 1485652"/>
              <a:gd name="connsiteY124" fmla="*/ 223569 h 317052"/>
              <a:gd name="connsiteX125" fmla="*/ 38702 w 1485652"/>
              <a:gd name="connsiteY125" fmla="*/ 210608 h 317052"/>
              <a:gd name="connsiteX126" fmla="*/ 1392049 w 1485652"/>
              <a:gd name="connsiteY126" fmla="*/ 210548 h 317052"/>
              <a:gd name="connsiteX127" fmla="*/ 1429131 w 1485652"/>
              <a:gd name="connsiteY127" fmla="*/ 256330 h 317052"/>
              <a:gd name="connsiteX128" fmla="*/ 1368828 w 1485652"/>
              <a:gd name="connsiteY128" fmla="*/ 256330 h 317052"/>
              <a:gd name="connsiteX129" fmla="*/ 1391929 w 1485652"/>
              <a:gd name="connsiteY129" fmla="*/ 280031 h 317052"/>
              <a:gd name="connsiteX130" fmla="*/ 1412690 w 1485652"/>
              <a:gd name="connsiteY130" fmla="*/ 267970 h 317052"/>
              <a:gd name="connsiteX131" fmla="*/ 1428051 w 1485652"/>
              <a:gd name="connsiteY131" fmla="*/ 267970 h 317052"/>
              <a:gd name="connsiteX132" fmla="*/ 1392469 w 1485652"/>
              <a:gd name="connsiteY132" fmla="*/ 293111 h 317052"/>
              <a:gd name="connsiteX133" fmla="*/ 1353048 w 1485652"/>
              <a:gd name="connsiteY133" fmla="*/ 251469 h 317052"/>
              <a:gd name="connsiteX134" fmla="*/ 1392049 w 1485652"/>
              <a:gd name="connsiteY134" fmla="*/ 210548 h 317052"/>
              <a:gd name="connsiteX135" fmla="*/ 730406 w 1485652"/>
              <a:gd name="connsiteY135" fmla="*/ 210548 h 317052"/>
              <a:gd name="connsiteX136" fmla="*/ 767488 w 1485652"/>
              <a:gd name="connsiteY136" fmla="*/ 256330 h 317052"/>
              <a:gd name="connsiteX137" fmla="*/ 707186 w 1485652"/>
              <a:gd name="connsiteY137" fmla="*/ 256330 h 317052"/>
              <a:gd name="connsiteX138" fmla="*/ 730286 w 1485652"/>
              <a:gd name="connsiteY138" fmla="*/ 280031 h 317052"/>
              <a:gd name="connsiteX139" fmla="*/ 751047 w 1485652"/>
              <a:gd name="connsiteY139" fmla="*/ 267970 h 317052"/>
              <a:gd name="connsiteX140" fmla="*/ 766408 w 1485652"/>
              <a:gd name="connsiteY140" fmla="*/ 267970 h 317052"/>
              <a:gd name="connsiteX141" fmla="*/ 730826 w 1485652"/>
              <a:gd name="connsiteY141" fmla="*/ 293111 h 317052"/>
              <a:gd name="connsiteX142" fmla="*/ 691405 w 1485652"/>
              <a:gd name="connsiteY142" fmla="*/ 251469 h 317052"/>
              <a:gd name="connsiteX143" fmla="*/ 730406 w 1485652"/>
              <a:gd name="connsiteY143" fmla="*/ 210548 h 317052"/>
              <a:gd name="connsiteX144" fmla="*/ 167407 w 1485652"/>
              <a:gd name="connsiteY144" fmla="*/ 210548 h 317052"/>
              <a:gd name="connsiteX145" fmla="*/ 204489 w 1485652"/>
              <a:gd name="connsiteY145" fmla="*/ 256330 h 317052"/>
              <a:gd name="connsiteX146" fmla="*/ 144187 w 1485652"/>
              <a:gd name="connsiteY146" fmla="*/ 256330 h 317052"/>
              <a:gd name="connsiteX147" fmla="*/ 167287 w 1485652"/>
              <a:gd name="connsiteY147" fmla="*/ 280031 h 317052"/>
              <a:gd name="connsiteX148" fmla="*/ 188048 w 1485652"/>
              <a:gd name="connsiteY148" fmla="*/ 267970 h 317052"/>
              <a:gd name="connsiteX149" fmla="*/ 203409 w 1485652"/>
              <a:gd name="connsiteY149" fmla="*/ 267970 h 317052"/>
              <a:gd name="connsiteX150" fmla="*/ 167827 w 1485652"/>
              <a:gd name="connsiteY150" fmla="*/ 293111 h 317052"/>
              <a:gd name="connsiteX151" fmla="*/ 128406 w 1485652"/>
              <a:gd name="connsiteY151" fmla="*/ 251469 h 317052"/>
              <a:gd name="connsiteX152" fmla="*/ 167407 w 1485652"/>
              <a:gd name="connsiteY152" fmla="*/ 210548 h 317052"/>
              <a:gd name="connsiteX153" fmla="*/ 573921 w 1485652"/>
              <a:gd name="connsiteY153" fmla="*/ 210428 h 317052"/>
              <a:gd name="connsiteX154" fmla="*/ 605542 w 1485652"/>
              <a:gd name="connsiteY154" fmla="*/ 234129 h 317052"/>
              <a:gd name="connsiteX155" fmla="*/ 590362 w 1485652"/>
              <a:gd name="connsiteY155" fmla="*/ 234129 h 317052"/>
              <a:gd name="connsiteX156" fmla="*/ 572450 w 1485652"/>
              <a:gd name="connsiteY156" fmla="*/ 222807 h 317052"/>
              <a:gd name="connsiteX157" fmla="*/ 572481 w 1485652"/>
              <a:gd name="connsiteY157" fmla="*/ 222788 h 317052"/>
              <a:gd name="connsiteX158" fmla="*/ 572421 w 1485652"/>
              <a:gd name="connsiteY158" fmla="*/ 222788 h 317052"/>
              <a:gd name="connsiteX159" fmla="*/ 572450 w 1485652"/>
              <a:gd name="connsiteY159" fmla="*/ 222807 h 317052"/>
              <a:gd name="connsiteX160" fmla="*/ 556881 w 1485652"/>
              <a:gd name="connsiteY160" fmla="*/ 232329 h 317052"/>
              <a:gd name="connsiteX161" fmla="*/ 567921 w 1485652"/>
              <a:gd name="connsiteY161" fmla="*/ 242169 h 317052"/>
              <a:gd name="connsiteX162" fmla="*/ 579261 w 1485652"/>
              <a:gd name="connsiteY162" fmla="*/ 244389 h 317052"/>
              <a:gd name="connsiteX163" fmla="*/ 607342 w 1485652"/>
              <a:gd name="connsiteY163" fmla="*/ 267910 h 317052"/>
              <a:gd name="connsiteX164" fmla="*/ 574101 w 1485652"/>
              <a:gd name="connsiteY164" fmla="*/ 293051 h 317052"/>
              <a:gd name="connsiteX165" fmla="*/ 539960 w 1485652"/>
              <a:gd name="connsiteY165" fmla="*/ 266590 h 317052"/>
              <a:gd name="connsiteX166" fmla="*/ 555560 w 1485652"/>
              <a:gd name="connsiteY166" fmla="*/ 266590 h 317052"/>
              <a:gd name="connsiteX167" fmla="*/ 574521 w 1485652"/>
              <a:gd name="connsiteY167" fmla="*/ 280870 h 317052"/>
              <a:gd name="connsiteX168" fmla="*/ 592042 w 1485652"/>
              <a:gd name="connsiteY168" fmla="*/ 269710 h 317052"/>
              <a:gd name="connsiteX169" fmla="*/ 576861 w 1485652"/>
              <a:gd name="connsiteY169" fmla="*/ 257770 h 317052"/>
              <a:gd name="connsiteX170" fmla="*/ 564921 w 1485652"/>
              <a:gd name="connsiteY170" fmla="*/ 255430 h 317052"/>
              <a:gd name="connsiteX171" fmla="*/ 541820 w 1485652"/>
              <a:gd name="connsiteY171" fmla="*/ 232929 h 317052"/>
              <a:gd name="connsiteX172" fmla="*/ 573921 w 1485652"/>
              <a:gd name="connsiteY172" fmla="*/ 210428 h 317052"/>
              <a:gd name="connsiteX173" fmla="*/ 374474 w 1485652"/>
              <a:gd name="connsiteY173" fmla="*/ 210428 h 317052"/>
              <a:gd name="connsiteX174" fmla="*/ 406095 w 1485652"/>
              <a:gd name="connsiteY174" fmla="*/ 234129 h 317052"/>
              <a:gd name="connsiteX175" fmla="*/ 390915 w 1485652"/>
              <a:gd name="connsiteY175" fmla="*/ 234129 h 317052"/>
              <a:gd name="connsiteX176" fmla="*/ 373003 w 1485652"/>
              <a:gd name="connsiteY176" fmla="*/ 222807 h 317052"/>
              <a:gd name="connsiteX177" fmla="*/ 373034 w 1485652"/>
              <a:gd name="connsiteY177" fmla="*/ 222788 h 317052"/>
              <a:gd name="connsiteX178" fmla="*/ 372974 w 1485652"/>
              <a:gd name="connsiteY178" fmla="*/ 222788 h 317052"/>
              <a:gd name="connsiteX179" fmla="*/ 373003 w 1485652"/>
              <a:gd name="connsiteY179" fmla="*/ 222807 h 317052"/>
              <a:gd name="connsiteX180" fmla="*/ 357434 w 1485652"/>
              <a:gd name="connsiteY180" fmla="*/ 232329 h 317052"/>
              <a:gd name="connsiteX181" fmla="*/ 368474 w 1485652"/>
              <a:gd name="connsiteY181" fmla="*/ 242169 h 317052"/>
              <a:gd name="connsiteX182" fmla="*/ 379814 w 1485652"/>
              <a:gd name="connsiteY182" fmla="*/ 244389 h 317052"/>
              <a:gd name="connsiteX183" fmla="*/ 407895 w 1485652"/>
              <a:gd name="connsiteY183" fmla="*/ 267910 h 317052"/>
              <a:gd name="connsiteX184" fmla="*/ 374654 w 1485652"/>
              <a:gd name="connsiteY184" fmla="*/ 293051 h 317052"/>
              <a:gd name="connsiteX185" fmla="*/ 340513 w 1485652"/>
              <a:gd name="connsiteY185" fmla="*/ 266590 h 317052"/>
              <a:gd name="connsiteX186" fmla="*/ 356114 w 1485652"/>
              <a:gd name="connsiteY186" fmla="*/ 266590 h 317052"/>
              <a:gd name="connsiteX187" fmla="*/ 375074 w 1485652"/>
              <a:gd name="connsiteY187" fmla="*/ 280870 h 317052"/>
              <a:gd name="connsiteX188" fmla="*/ 392595 w 1485652"/>
              <a:gd name="connsiteY188" fmla="*/ 269710 h 317052"/>
              <a:gd name="connsiteX189" fmla="*/ 377414 w 1485652"/>
              <a:gd name="connsiteY189" fmla="*/ 257770 h 317052"/>
              <a:gd name="connsiteX190" fmla="*/ 365474 w 1485652"/>
              <a:gd name="connsiteY190" fmla="*/ 255430 h 317052"/>
              <a:gd name="connsiteX191" fmla="*/ 342373 w 1485652"/>
              <a:gd name="connsiteY191" fmla="*/ 232929 h 317052"/>
              <a:gd name="connsiteX192" fmla="*/ 374474 w 1485652"/>
              <a:gd name="connsiteY192" fmla="*/ 210428 h 317052"/>
              <a:gd name="connsiteX193" fmla="*/ 1315126 w 1485652"/>
              <a:gd name="connsiteY193" fmla="*/ 191828 h 317052"/>
              <a:gd name="connsiteX194" fmla="*/ 1330367 w 1485652"/>
              <a:gd name="connsiteY194" fmla="*/ 191828 h 317052"/>
              <a:gd name="connsiteX195" fmla="*/ 1330367 w 1485652"/>
              <a:gd name="connsiteY195" fmla="*/ 212048 h 317052"/>
              <a:gd name="connsiteX196" fmla="*/ 1345967 w 1485652"/>
              <a:gd name="connsiteY196" fmla="*/ 212048 h 317052"/>
              <a:gd name="connsiteX197" fmla="*/ 1345967 w 1485652"/>
              <a:gd name="connsiteY197" fmla="*/ 223689 h 317052"/>
              <a:gd name="connsiteX198" fmla="*/ 1330367 w 1485652"/>
              <a:gd name="connsiteY198" fmla="*/ 223689 h 317052"/>
              <a:gd name="connsiteX199" fmla="*/ 1330367 w 1485652"/>
              <a:gd name="connsiteY199" fmla="*/ 268871 h 317052"/>
              <a:gd name="connsiteX200" fmla="*/ 1339367 w 1485652"/>
              <a:gd name="connsiteY200" fmla="*/ 279011 h 317052"/>
              <a:gd name="connsiteX201" fmla="*/ 1345848 w 1485652"/>
              <a:gd name="connsiteY201" fmla="*/ 279011 h 317052"/>
              <a:gd name="connsiteX202" fmla="*/ 1345848 w 1485652"/>
              <a:gd name="connsiteY202" fmla="*/ 291251 h 317052"/>
              <a:gd name="connsiteX203" fmla="*/ 1334687 w 1485652"/>
              <a:gd name="connsiteY203" fmla="*/ 291251 h 317052"/>
              <a:gd name="connsiteX204" fmla="*/ 1315126 w 1485652"/>
              <a:gd name="connsiteY204" fmla="*/ 270970 h 317052"/>
              <a:gd name="connsiteX205" fmla="*/ 1315126 w 1485652"/>
              <a:gd name="connsiteY205" fmla="*/ 223749 h 317052"/>
              <a:gd name="connsiteX206" fmla="*/ 1303066 w 1485652"/>
              <a:gd name="connsiteY206" fmla="*/ 223749 h 317052"/>
              <a:gd name="connsiteX207" fmla="*/ 1303066 w 1485652"/>
              <a:gd name="connsiteY207" fmla="*/ 212108 h 317052"/>
              <a:gd name="connsiteX208" fmla="*/ 1315126 w 1485652"/>
              <a:gd name="connsiteY208" fmla="*/ 212108 h 317052"/>
              <a:gd name="connsiteX209" fmla="*/ 1330367 w 1485652"/>
              <a:gd name="connsiteY209" fmla="*/ 191768 h 317052"/>
              <a:gd name="connsiteX210" fmla="*/ 1330427 w 1485652"/>
              <a:gd name="connsiteY210" fmla="*/ 191828 h 317052"/>
              <a:gd name="connsiteX211" fmla="*/ 1330367 w 1485652"/>
              <a:gd name="connsiteY211" fmla="*/ 191828 h 317052"/>
              <a:gd name="connsiteX212" fmla="*/ 1109320 w 1485652"/>
              <a:gd name="connsiteY212" fmla="*/ 184567 h 317052"/>
              <a:gd name="connsiteX213" fmla="*/ 1124621 w 1485652"/>
              <a:gd name="connsiteY213" fmla="*/ 184567 h 317052"/>
              <a:gd name="connsiteX214" fmla="*/ 1124621 w 1485652"/>
              <a:gd name="connsiteY214" fmla="*/ 291251 h 317052"/>
              <a:gd name="connsiteX215" fmla="*/ 1109320 w 1485652"/>
              <a:gd name="connsiteY215" fmla="*/ 291251 h 317052"/>
              <a:gd name="connsiteX216" fmla="*/ 1109320 w 1485652"/>
              <a:gd name="connsiteY216" fmla="*/ 280090 h 317052"/>
              <a:gd name="connsiteX217" fmla="*/ 1084599 w 1485652"/>
              <a:gd name="connsiteY217" fmla="*/ 293171 h 317052"/>
              <a:gd name="connsiteX218" fmla="*/ 1050458 w 1485652"/>
              <a:gd name="connsiteY218" fmla="*/ 251829 h 317052"/>
              <a:gd name="connsiteX219" fmla="*/ 1084599 w 1485652"/>
              <a:gd name="connsiteY219" fmla="*/ 210608 h 317052"/>
              <a:gd name="connsiteX220" fmla="*/ 1109320 w 1485652"/>
              <a:gd name="connsiteY220" fmla="*/ 223688 h 317052"/>
              <a:gd name="connsiteX221" fmla="*/ 423676 w 1485652"/>
              <a:gd name="connsiteY221" fmla="*/ 184567 h 317052"/>
              <a:gd name="connsiteX222" fmla="*/ 438977 w 1485652"/>
              <a:gd name="connsiteY222" fmla="*/ 184567 h 317052"/>
              <a:gd name="connsiteX223" fmla="*/ 438977 w 1485652"/>
              <a:gd name="connsiteY223" fmla="*/ 201488 h 317052"/>
              <a:gd name="connsiteX224" fmla="*/ 423676 w 1485652"/>
              <a:gd name="connsiteY224" fmla="*/ 201488 h 317052"/>
              <a:gd name="connsiteX225" fmla="*/ 309972 w 1485652"/>
              <a:gd name="connsiteY225" fmla="*/ 184567 h 317052"/>
              <a:gd name="connsiteX226" fmla="*/ 325273 w 1485652"/>
              <a:gd name="connsiteY226" fmla="*/ 184567 h 317052"/>
              <a:gd name="connsiteX227" fmla="*/ 325273 w 1485652"/>
              <a:gd name="connsiteY227" fmla="*/ 201488 h 317052"/>
              <a:gd name="connsiteX228" fmla="*/ 309972 w 1485652"/>
              <a:gd name="connsiteY228" fmla="*/ 201488 h 317052"/>
              <a:gd name="connsiteX229" fmla="*/ 274451 w 1485652"/>
              <a:gd name="connsiteY229" fmla="*/ 184567 h 317052"/>
              <a:gd name="connsiteX230" fmla="*/ 289751 w 1485652"/>
              <a:gd name="connsiteY230" fmla="*/ 184567 h 317052"/>
              <a:gd name="connsiteX231" fmla="*/ 289751 w 1485652"/>
              <a:gd name="connsiteY231" fmla="*/ 291251 h 317052"/>
              <a:gd name="connsiteX232" fmla="*/ 274451 w 1485652"/>
              <a:gd name="connsiteY232" fmla="*/ 291251 h 317052"/>
              <a:gd name="connsiteX233" fmla="*/ 274451 w 1485652"/>
              <a:gd name="connsiteY233" fmla="*/ 280090 h 317052"/>
              <a:gd name="connsiteX234" fmla="*/ 249730 w 1485652"/>
              <a:gd name="connsiteY234" fmla="*/ 293171 h 317052"/>
              <a:gd name="connsiteX235" fmla="*/ 215589 w 1485652"/>
              <a:gd name="connsiteY235" fmla="*/ 251829 h 317052"/>
              <a:gd name="connsiteX236" fmla="*/ 249730 w 1485652"/>
              <a:gd name="connsiteY236" fmla="*/ 210608 h 317052"/>
              <a:gd name="connsiteX237" fmla="*/ 274451 w 1485652"/>
              <a:gd name="connsiteY237" fmla="*/ 223688 h 317052"/>
              <a:gd name="connsiteX238" fmla="*/ 1229864 w 1485652"/>
              <a:gd name="connsiteY238" fmla="*/ 184507 h 317052"/>
              <a:gd name="connsiteX239" fmla="*/ 1245165 w 1485652"/>
              <a:gd name="connsiteY239" fmla="*/ 184507 h 317052"/>
              <a:gd name="connsiteX240" fmla="*/ 1245165 w 1485652"/>
              <a:gd name="connsiteY240" fmla="*/ 245889 h 317052"/>
              <a:gd name="connsiteX241" fmla="*/ 1245225 w 1485652"/>
              <a:gd name="connsiteY241" fmla="*/ 245889 h 317052"/>
              <a:gd name="connsiteX242" fmla="*/ 1276726 w 1485652"/>
              <a:gd name="connsiteY242" fmla="*/ 212048 h 317052"/>
              <a:gd name="connsiteX243" fmla="*/ 1295386 w 1485652"/>
              <a:gd name="connsiteY243" fmla="*/ 212048 h 317052"/>
              <a:gd name="connsiteX244" fmla="*/ 1264605 w 1485652"/>
              <a:gd name="connsiteY244" fmla="*/ 244689 h 317052"/>
              <a:gd name="connsiteX245" fmla="*/ 1297547 w 1485652"/>
              <a:gd name="connsiteY245" fmla="*/ 291191 h 317052"/>
              <a:gd name="connsiteX246" fmla="*/ 1279306 w 1485652"/>
              <a:gd name="connsiteY246" fmla="*/ 291191 h 317052"/>
              <a:gd name="connsiteX247" fmla="*/ 1254165 w 1485652"/>
              <a:gd name="connsiteY247" fmla="*/ 255729 h 317052"/>
              <a:gd name="connsiteX248" fmla="*/ 1245165 w 1485652"/>
              <a:gd name="connsiteY248" fmla="*/ 265270 h 317052"/>
              <a:gd name="connsiteX249" fmla="*/ 1245165 w 1485652"/>
              <a:gd name="connsiteY249" fmla="*/ 291191 h 317052"/>
              <a:gd name="connsiteX250" fmla="*/ 1229864 w 1485652"/>
              <a:gd name="connsiteY250" fmla="*/ 291191 h 317052"/>
              <a:gd name="connsiteX251" fmla="*/ 622883 w 1485652"/>
              <a:gd name="connsiteY251" fmla="*/ 184507 h 317052"/>
              <a:gd name="connsiteX252" fmla="*/ 638184 w 1485652"/>
              <a:gd name="connsiteY252" fmla="*/ 184507 h 317052"/>
              <a:gd name="connsiteX253" fmla="*/ 638184 w 1485652"/>
              <a:gd name="connsiteY253" fmla="*/ 245889 h 317052"/>
              <a:gd name="connsiteX254" fmla="*/ 638244 w 1485652"/>
              <a:gd name="connsiteY254" fmla="*/ 245889 h 317052"/>
              <a:gd name="connsiteX255" fmla="*/ 669745 w 1485652"/>
              <a:gd name="connsiteY255" fmla="*/ 212048 h 317052"/>
              <a:gd name="connsiteX256" fmla="*/ 688405 w 1485652"/>
              <a:gd name="connsiteY256" fmla="*/ 212048 h 317052"/>
              <a:gd name="connsiteX257" fmla="*/ 657624 w 1485652"/>
              <a:gd name="connsiteY257" fmla="*/ 244689 h 317052"/>
              <a:gd name="connsiteX258" fmla="*/ 690565 w 1485652"/>
              <a:gd name="connsiteY258" fmla="*/ 291191 h 317052"/>
              <a:gd name="connsiteX259" fmla="*/ 672325 w 1485652"/>
              <a:gd name="connsiteY259" fmla="*/ 291191 h 317052"/>
              <a:gd name="connsiteX260" fmla="*/ 647184 w 1485652"/>
              <a:gd name="connsiteY260" fmla="*/ 255729 h 317052"/>
              <a:gd name="connsiteX261" fmla="*/ 638184 w 1485652"/>
              <a:gd name="connsiteY261" fmla="*/ 265270 h 317052"/>
              <a:gd name="connsiteX262" fmla="*/ 638184 w 1485652"/>
              <a:gd name="connsiteY262" fmla="*/ 291191 h 317052"/>
              <a:gd name="connsiteX263" fmla="*/ 622883 w 1485652"/>
              <a:gd name="connsiteY263" fmla="*/ 291191 h 317052"/>
              <a:gd name="connsiteX264" fmla="*/ 600081 w 1485652"/>
              <a:gd name="connsiteY264" fmla="*/ 69002 h 317052"/>
              <a:gd name="connsiteX265" fmla="*/ 562580 w 1485652"/>
              <a:gd name="connsiteY265" fmla="*/ 85022 h 317052"/>
              <a:gd name="connsiteX266" fmla="*/ 562580 w 1485652"/>
              <a:gd name="connsiteY266" fmla="*/ 85082 h 317052"/>
              <a:gd name="connsiteX267" fmla="*/ 577580 w 1485652"/>
              <a:gd name="connsiteY267" fmla="*/ 96843 h 317052"/>
              <a:gd name="connsiteX268" fmla="*/ 600081 w 1485652"/>
              <a:gd name="connsiteY268" fmla="*/ 74762 h 317052"/>
              <a:gd name="connsiteX269" fmla="*/ 934292 w 1485652"/>
              <a:gd name="connsiteY269" fmla="*/ 39062 h 317052"/>
              <a:gd name="connsiteX270" fmla="*/ 912091 w 1485652"/>
              <a:gd name="connsiteY270" fmla="*/ 67443 h 317052"/>
              <a:gd name="connsiteX271" fmla="*/ 934292 w 1485652"/>
              <a:gd name="connsiteY271" fmla="*/ 95704 h 317052"/>
              <a:gd name="connsiteX272" fmla="*/ 956673 w 1485652"/>
              <a:gd name="connsiteY272" fmla="*/ 67443 h 317052"/>
              <a:gd name="connsiteX273" fmla="*/ 934292 w 1485652"/>
              <a:gd name="connsiteY273" fmla="*/ 39062 h 317052"/>
              <a:gd name="connsiteX274" fmla="*/ 443235 w 1485652"/>
              <a:gd name="connsiteY274" fmla="*/ 39062 h 317052"/>
              <a:gd name="connsiteX275" fmla="*/ 421035 w 1485652"/>
              <a:gd name="connsiteY275" fmla="*/ 67443 h 317052"/>
              <a:gd name="connsiteX276" fmla="*/ 443235 w 1485652"/>
              <a:gd name="connsiteY276" fmla="*/ 95704 h 317052"/>
              <a:gd name="connsiteX277" fmla="*/ 465616 w 1485652"/>
              <a:gd name="connsiteY277" fmla="*/ 67443 h 317052"/>
              <a:gd name="connsiteX278" fmla="*/ 443235 w 1485652"/>
              <a:gd name="connsiteY278" fmla="*/ 39062 h 317052"/>
              <a:gd name="connsiteX279" fmla="*/ 713725 w 1485652"/>
              <a:gd name="connsiteY279" fmla="*/ 38581 h 317052"/>
              <a:gd name="connsiteX280" fmla="*/ 690924 w 1485652"/>
              <a:gd name="connsiteY280" fmla="*/ 59762 h 317052"/>
              <a:gd name="connsiteX281" fmla="*/ 735086 w 1485652"/>
              <a:gd name="connsiteY281" fmla="*/ 59762 h 317052"/>
              <a:gd name="connsiteX282" fmla="*/ 713725 w 1485652"/>
              <a:gd name="connsiteY282" fmla="*/ 38581 h 317052"/>
              <a:gd name="connsiteX283" fmla="*/ 228308 w 1485652"/>
              <a:gd name="connsiteY283" fmla="*/ 38581 h 317052"/>
              <a:gd name="connsiteX284" fmla="*/ 205508 w 1485652"/>
              <a:gd name="connsiteY284" fmla="*/ 59762 h 317052"/>
              <a:gd name="connsiteX285" fmla="*/ 249669 w 1485652"/>
              <a:gd name="connsiteY285" fmla="*/ 59762 h 317052"/>
              <a:gd name="connsiteX286" fmla="*/ 228308 w 1485652"/>
              <a:gd name="connsiteY286" fmla="*/ 38581 h 317052"/>
              <a:gd name="connsiteX287" fmla="*/ 106085 w 1485652"/>
              <a:gd name="connsiteY287" fmla="*/ 27602 h 317052"/>
              <a:gd name="connsiteX288" fmla="*/ 121385 w 1485652"/>
              <a:gd name="connsiteY288" fmla="*/ 27602 h 317052"/>
              <a:gd name="connsiteX289" fmla="*/ 121385 w 1485652"/>
              <a:gd name="connsiteY289" fmla="*/ 106745 h 317052"/>
              <a:gd name="connsiteX290" fmla="*/ 106085 w 1485652"/>
              <a:gd name="connsiteY290" fmla="*/ 106745 h 317052"/>
              <a:gd name="connsiteX291" fmla="*/ 1025617 w 1485652"/>
              <a:gd name="connsiteY291" fmla="*/ 27302 h 317052"/>
              <a:gd name="connsiteX292" fmla="*/ 1029877 w 1485652"/>
              <a:gd name="connsiteY292" fmla="*/ 27422 h 317052"/>
              <a:gd name="connsiteX293" fmla="*/ 1029877 w 1485652"/>
              <a:gd name="connsiteY293" fmla="*/ 43322 h 317052"/>
              <a:gd name="connsiteX294" fmla="*/ 1021957 w 1485652"/>
              <a:gd name="connsiteY294" fmla="*/ 42902 h 317052"/>
              <a:gd name="connsiteX295" fmla="*/ 1021957 w 1485652"/>
              <a:gd name="connsiteY295" fmla="*/ 42843 h 317052"/>
              <a:gd name="connsiteX296" fmla="*/ 1004016 w 1485652"/>
              <a:gd name="connsiteY296" fmla="*/ 65223 h 317052"/>
              <a:gd name="connsiteX297" fmla="*/ 1004016 w 1485652"/>
              <a:gd name="connsiteY297" fmla="*/ 106745 h 317052"/>
              <a:gd name="connsiteX298" fmla="*/ 988716 w 1485652"/>
              <a:gd name="connsiteY298" fmla="*/ 106745 h 317052"/>
              <a:gd name="connsiteX299" fmla="*/ 988716 w 1485652"/>
              <a:gd name="connsiteY299" fmla="*/ 27602 h 317052"/>
              <a:gd name="connsiteX300" fmla="*/ 1003717 w 1485652"/>
              <a:gd name="connsiteY300" fmla="*/ 27602 h 317052"/>
              <a:gd name="connsiteX301" fmla="*/ 1003717 w 1485652"/>
              <a:gd name="connsiteY301" fmla="*/ 41583 h 317052"/>
              <a:gd name="connsiteX302" fmla="*/ 1025617 w 1485652"/>
              <a:gd name="connsiteY302" fmla="*/ 27302 h 317052"/>
              <a:gd name="connsiteX303" fmla="*/ 534559 w 1485652"/>
              <a:gd name="connsiteY303" fmla="*/ 27302 h 317052"/>
              <a:gd name="connsiteX304" fmla="*/ 538819 w 1485652"/>
              <a:gd name="connsiteY304" fmla="*/ 27422 h 317052"/>
              <a:gd name="connsiteX305" fmla="*/ 538819 w 1485652"/>
              <a:gd name="connsiteY305" fmla="*/ 43322 h 317052"/>
              <a:gd name="connsiteX306" fmla="*/ 530899 w 1485652"/>
              <a:gd name="connsiteY306" fmla="*/ 42902 h 317052"/>
              <a:gd name="connsiteX307" fmla="*/ 530899 w 1485652"/>
              <a:gd name="connsiteY307" fmla="*/ 42843 h 317052"/>
              <a:gd name="connsiteX308" fmla="*/ 512959 w 1485652"/>
              <a:gd name="connsiteY308" fmla="*/ 65223 h 317052"/>
              <a:gd name="connsiteX309" fmla="*/ 512959 w 1485652"/>
              <a:gd name="connsiteY309" fmla="*/ 106745 h 317052"/>
              <a:gd name="connsiteX310" fmla="*/ 497658 w 1485652"/>
              <a:gd name="connsiteY310" fmla="*/ 106745 h 317052"/>
              <a:gd name="connsiteX311" fmla="*/ 497658 w 1485652"/>
              <a:gd name="connsiteY311" fmla="*/ 27602 h 317052"/>
              <a:gd name="connsiteX312" fmla="*/ 512659 w 1485652"/>
              <a:gd name="connsiteY312" fmla="*/ 27602 h 317052"/>
              <a:gd name="connsiteX313" fmla="*/ 512659 w 1485652"/>
              <a:gd name="connsiteY313" fmla="*/ 41583 h 317052"/>
              <a:gd name="connsiteX314" fmla="*/ 534559 w 1485652"/>
              <a:gd name="connsiteY314" fmla="*/ 27302 h 317052"/>
              <a:gd name="connsiteX315" fmla="*/ 178386 w 1485652"/>
              <a:gd name="connsiteY315" fmla="*/ 27301 h 317052"/>
              <a:gd name="connsiteX316" fmla="*/ 182646 w 1485652"/>
              <a:gd name="connsiteY316" fmla="*/ 27421 h 317052"/>
              <a:gd name="connsiteX317" fmla="*/ 182646 w 1485652"/>
              <a:gd name="connsiteY317" fmla="*/ 43321 h 317052"/>
              <a:gd name="connsiteX318" fmla="*/ 174726 w 1485652"/>
              <a:gd name="connsiteY318" fmla="*/ 42901 h 317052"/>
              <a:gd name="connsiteX319" fmla="*/ 174726 w 1485652"/>
              <a:gd name="connsiteY319" fmla="*/ 42842 h 317052"/>
              <a:gd name="connsiteX320" fmla="*/ 156786 w 1485652"/>
              <a:gd name="connsiteY320" fmla="*/ 65222 h 317052"/>
              <a:gd name="connsiteX321" fmla="*/ 156786 w 1485652"/>
              <a:gd name="connsiteY321" fmla="*/ 106744 h 317052"/>
              <a:gd name="connsiteX322" fmla="*/ 141485 w 1485652"/>
              <a:gd name="connsiteY322" fmla="*/ 106744 h 317052"/>
              <a:gd name="connsiteX323" fmla="*/ 141485 w 1485652"/>
              <a:gd name="connsiteY323" fmla="*/ 27601 h 317052"/>
              <a:gd name="connsiteX324" fmla="*/ 156486 w 1485652"/>
              <a:gd name="connsiteY324" fmla="*/ 27601 h 317052"/>
              <a:gd name="connsiteX325" fmla="*/ 156486 w 1485652"/>
              <a:gd name="connsiteY325" fmla="*/ 41582 h 317052"/>
              <a:gd name="connsiteX326" fmla="*/ 178386 w 1485652"/>
              <a:gd name="connsiteY326" fmla="*/ 27301 h 317052"/>
              <a:gd name="connsiteX327" fmla="*/ 934292 w 1485652"/>
              <a:gd name="connsiteY327" fmla="*/ 26101 h 317052"/>
              <a:gd name="connsiteX328" fmla="*/ 972814 w 1485652"/>
              <a:gd name="connsiteY328" fmla="*/ 67443 h 317052"/>
              <a:gd name="connsiteX329" fmla="*/ 934292 w 1485652"/>
              <a:gd name="connsiteY329" fmla="*/ 108664 h 317052"/>
              <a:gd name="connsiteX330" fmla="*/ 895891 w 1485652"/>
              <a:gd name="connsiteY330" fmla="*/ 67443 h 317052"/>
              <a:gd name="connsiteX331" fmla="*/ 934292 w 1485652"/>
              <a:gd name="connsiteY331" fmla="*/ 26101 h 317052"/>
              <a:gd name="connsiteX332" fmla="*/ 443235 w 1485652"/>
              <a:gd name="connsiteY332" fmla="*/ 26101 h 317052"/>
              <a:gd name="connsiteX333" fmla="*/ 481757 w 1485652"/>
              <a:gd name="connsiteY333" fmla="*/ 67443 h 317052"/>
              <a:gd name="connsiteX334" fmla="*/ 443235 w 1485652"/>
              <a:gd name="connsiteY334" fmla="*/ 108664 h 317052"/>
              <a:gd name="connsiteX335" fmla="*/ 404834 w 1485652"/>
              <a:gd name="connsiteY335" fmla="*/ 67443 h 317052"/>
              <a:gd name="connsiteX336" fmla="*/ 443235 w 1485652"/>
              <a:gd name="connsiteY336" fmla="*/ 26101 h 317052"/>
              <a:gd name="connsiteX337" fmla="*/ 713965 w 1485652"/>
              <a:gd name="connsiteY337" fmla="*/ 26040 h 317052"/>
              <a:gd name="connsiteX338" fmla="*/ 751047 w 1485652"/>
              <a:gd name="connsiteY338" fmla="*/ 71822 h 317052"/>
              <a:gd name="connsiteX339" fmla="*/ 690744 w 1485652"/>
              <a:gd name="connsiteY339" fmla="*/ 71822 h 317052"/>
              <a:gd name="connsiteX340" fmla="*/ 713845 w 1485652"/>
              <a:gd name="connsiteY340" fmla="*/ 95523 h 317052"/>
              <a:gd name="connsiteX341" fmla="*/ 734606 w 1485652"/>
              <a:gd name="connsiteY341" fmla="*/ 83462 h 317052"/>
              <a:gd name="connsiteX342" fmla="*/ 749967 w 1485652"/>
              <a:gd name="connsiteY342" fmla="*/ 83462 h 317052"/>
              <a:gd name="connsiteX343" fmla="*/ 714385 w 1485652"/>
              <a:gd name="connsiteY343" fmla="*/ 108603 h 317052"/>
              <a:gd name="connsiteX344" fmla="*/ 674964 w 1485652"/>
              <a:gd name="connsiteY344" fmla="*/ 66961 h 317052"/>
              <a:gd name="connsiteX345" fmla="*/ 713965 w 1485652"/>
              <a:gd name="connsiteY345" fmla="*/ 26040 h 317052"/>
              <a:gd name="connsiteX346" fmla="*/ 228548 w 1485652"/>
              <a:gd name="connsiteY346" fmla="*/ 26040 h 317052"/>
              <a:gd name="connsiteX347" fmla="*/ 265630 w 1485652"/>
              <a:gd name="connsiteY347" fmla="*/ 71822 h 317052"/>
              <a:gd name="connsiteX348" fmla="*/ 205328 w 1485652"/>
              <a:gd name="connsiteY348" fmla="*/ 71822 h 317052"/>
              <a:gd name="connsiteX349" fmla="*/ 228428 w 1485652"/>
              <a:gd name="connsiteY349" fmla="*/ 95523 h 317052"/>
              <a:gd name="connsiteX350" fmla="*/ 249189 w 1485652"/>
              <a:gd name="connsiteY350" fmla="*/ 83462 h 317052"/>
              <a:gd name="connsiteX351" fmla="*/ 264550 w 1485652"/>
              <a:gd name="connsiteY351" fmla="*/ 83462 h 317052"/>
              <a:gd name="connsiteX352" fmla="*/ 228968 w 1485652"/>
              <a:gd name="connsiteY352" fmla="*/ 108603 h 317052"/>
              <a:gd name="connsiteX353" fmla="*/ 189547 w 1485652"/>
              <a:gd name="connsiteY353" fmla="*/ 66961 h 317052"/>
              <a:gd name="connsiteX354" fmla="*/ 228548 w 1485652"/>
              <a:gd name="connsiteY354" fmla="*/ 26040 h 317052"/>
              <a:gd name="connsiteX355" fmla="*/ 582920 w 1485652"/>
              <a:gd name="connsiteY355" fmla="*/ 25680 h 317052"/>
              <a:gd name="connsiteX356" fmla="*/ 614841 w 1485652"/>
              <a:gd name="connsiteY356" fmla="*/ 59221 h 317052"/>
              <a:gd name="connsiteX357" fmla="*/ 614541 w 1485652"/>
              <a:gd name="connsiteY357" fmla="*/ 78182 h 317052"/>
              <a:gd name="connsiteX358" fmla="*/ 616761 w 1485652"/>
              <a:gd name="connsiteY358" fmla="*/ 106743 h 317052"/>
              <a:gd name="connsiteX359" fmla="*/ 602061 w 1485652"/>
              <a:gd name="connsiteY359" fmla="*/ 106743 h 317052"/>
              <a:gd name="connsiteX360" fmla="*/ 600741 w 1485652"/>
              <a:gd name="connsiteY360" fmla="*/ 96303 h 317052"/>
              <a:gd name="connsiteX361" fmla="*/ 574280 w 1485652"/>
              <a:gd name="connsiteY361" fmla="*/ 108663 h 317052"/>
              <a:gd name="connsiteX362" fmla="*/ 546019 w 1485652"/>
              <a:gd name="connsiteY362" fmla="*/ 85442 h 317052"/>
              <a:gd name="connsiteX363" fmla="*/ 599421 w 1485652"/>
              <a:gd name="connsiteY363" fmla="*/ 57781 h 317052"/>
              <a:gd name="connsiteX364" fmla="*/ 599361 w 1485652"/>
              <a:gd name="connsiteY364" fmla="*/ 57721 h 317052"/>
              <a:gd name="connsiteX365" fmla="*/ 599361 w 1485652"/>
              <a:gd name="connsiteY365" fmla="*/ 56101 h 317052"/>
              <a:gd name="connsiteX366" fmla="*/ 582320 w 1485652"/>
              <a:gd name="connsiteY366" fmla="*/ 37441 h 317052"/>
              <a:gd name="connsiteX367" fmla="*/ 565100 w 1485652"/>
              <a:gd name="connsiteY367" fmla="*/ 52621 h 317052"/>
              <a:gd name="connsiteX368" fmla="*/ 549679 w 1485652"/>
              <a:gd name="connsiteY368" fmla="*/ 52621 h 317052"/>
              <a:gd name="connsiteX369" fmla="*/ 582920 w 1485652"/>
              <a:gd name="connsiteY369" fmla="*/ 25680 h 317052"/>
              <a:gd name="connsiteX370" fmla="*/ 16801 w 1485652"/>
              <a:gd name="connsiteY370" fmla="*/ 13920 h 317052"/>
              <a:gd name="connsiteX371" fmla="*/ 16801 w 1485652"/>
              <a:gd name="connsiteY371" fmla="*/ 92943 h 317052"/>
              <a:gd name="connsiteX372" fmla="*/ 28441 w 1485652"/>
              <a:gd name="connsiteY372" fmla="*/ 92943 h 317052"/>
              <a:gd name="connsiteX373" fmla="*/ 70682 w 1485652"/>
              <a:gd name="connsiteY373" fmla="*/ 53342 h 317052"/>
              <a:gd name="connsiteX374" fmla="*/ 28441 w 1485652"/>
              <a:gd name="connsiteY374" fmla="*/ 13920 h 317052"/>
              <a:gd name="connsiteX375" fmla="*/ 768988 w 1485652"/>
              <a:gd name="connsiteY375" fmla="*/ 7321 h 317052"/>
              <a:gd name="connsiteX376" fmla="*/ 784229 w 1485652"/>
              <a:gd name="connsiteY376" fmla="*/ 7321 h 317052"/>
              <a:gd name="connsiteX377" fmla="*/ 784229 w 1485652"/>
              <a:gd name="connsiteY377" fmla="*/ 27541 h 317052"/>
              <a:gd name="connsiteX378" fmla="*/ 799829 w 1485652"/>
              <a:gd name="connsiteY378" fmla="*/ 27541 h 317052"/>
              <a:gd name="connsiteX379" fmla="*/ 799829 w 1485652"/>
              <a:gd name="connsiteY379" fmla="*/ 39182 h 317052"/>
              <a:gd name="connsiteX380" fmla="*/ 784229 w 1485652"/>
              <a:gd name="connsiteY380" fmla="*/ 39182 h 317052"/>
              <a:gd name="connsiteX381" fmla="*/ 784229 w 1485652"/>
              <a:gd name="connsiteY381" fmla="*/ 84364 h 317052"/>
              <a:gd name="connsiteX382" fmla="*/ 793229 w 1485652"/>
              <a:gd name="connsiteY382" fmla="*/ 94504 h 317052"/>
              <a:gd name="connsiteX383" fmla="*/ 799710 w 1485652"/>
              <a:gd name="connsiteY383" fmla="*/ 94504 h 317052"/>
              <a:gd name="connsiteX384" fmla="*/ 799710 w 1485652"/>
              <a:gd name="connsiteY384" fmla="*/ 106744 h 317052"/>
              <a:gd name="connsiteX385" fmla="*/ 788549 w 1485652"/>
              <a:gd name="connsiteY385" fmla="*/ 106744 h 317052"/>
              <a:gd name="connsiteX386" fmla="*/ 768988 w 1485652"/>
              <a:gd name="connsiteY386" fmla="*/ 86463 h 317052"/>
              <a:gd name="connsiteX387" fmla="*/ 768988 w 1485652"/>
              <a:gd name="connsiteY387" fmla="*/ 39242 h 317052"/>
              <a:gd name="connsiteX388" fmla="*/ 756928 w 1485652"/>
              <a:gd name="connsiteY388" fmla="*/ 39242 h 317052"/>
              <a:gd name="connsiteX389" fmla="*/ 756928 w 1485652"/>
              <a:gd name="connsiteY389" fmla="*/ 27601 h 317052"/>
              <a:gd name="connsiteX390" fmla="*/ 768988 w 1485652"/>
              <a:gd name="connsiteY390" fmla="*/ 27601 h 317052"/>
              <a:gd name="connsiteX391" fmla="*/ 636443 w 1485652"/>
              <a:gd name="connsiteY391" fmla="*/ 7321 h 317052"/>
              <a:gd name="connsiteX392" fmla="*/ 651684 w 1485652"/>
              <a:gd name="connsiteY392" fmla="*/ 7321 h 317052"/>
              <a:gd name="connsiteX393" fmla="*/ 651684 w 1485652"/>
              <a:gd name="connsiteY393" fmla="*/ 27541 h 317052"/>
              <a:gd name="connsiteX394" fmla="*/ 667285 w 1485652"/>
              <a:gd name="connsiteY394" fmla="*/ 27541 h 317052"/>
              <a:gd name="connsiteX395" fmla="*/ 667285 w 1485652"/>
              <a:gd name="connsiteY395" fmla="*/ 39182 h 317052"/>
              <a:gd name="connsiteX396" fmla="*/ 651684 w 1485652"/>
              <a:gd name="connsiteY396" fmla="*/ 39182 h 317052"/>
              <a:gd name="connsiteX397" fmla="*/ 651684 w 1485652"/>
              <a:gd name="connsiteY397" fmla="*/ 84364 h 317052"/>
              <a:gd name="connsiteX398" fmla="*/ 660684 w 1485652"/>
              <a:gd name="connsiteY398" fmla="*/ 94504 h 317052"/>
              <a:gd name="connsiteX399" fmla="*/ 667165 w 1485652"/>
              <a:gd name="connsiteY399" fmla="*/ 94504 h 317052"/>
              <a:gd name="connsiteX400" fmla="*/ 667165 w 1485652"/>
              <a:gd name="connsiteY400" fmla="*/ 106744 h 317052"/>
              <a:gd name="connsiteX401" fmla="*/ 656004 w 1485652"/>
              <a:gd name="connsiteY401" fmla="*/ 106744 h 317052"/>
              <a:gd name="connsiteX402" fmla="*/ 636443 w 1485652"/>
              <a:gd name="connsiteY402" fmla="*/ 86463 h 317052"/>
              <a:gd name="connsiteX403" fmla="*/ 636443 w 1485652"/>
              <a:gd name="connsiteY403" fmla="*/ 39242 h 317052"/>
              <a:gd name="connsiteX404" fmla="*/ 624383 w 1485652"/>
              <a:gd name="connsiteY404" fmla="*/ 39242 h 317052"/>
              <a:gd name="connsiteX405" fmla="*/ 624383 w 1485652"/>
              <a:gd name="connsiteY405" fmla="*/ 27601 h 317052"/>
              <a:gd name="connsiteX406" fmla="*/ 636443 w 1485652"/>
              <a:gd name="connsiteY406" fmla="*/ 27601 h 317052"/>
              <a:gd name="connsiteX407" fmla="*/ 366193 w 1485652"/>
              <a:gd name="connsiteY407" fmla="*/ 7321 h 317052"/>
              <a:gd name="connsiteX408" fmla="*/ 381434 w 1485652"/>
              <a:gd name="connsiteY408" fmla="*/ 7321 h 317052"/>
              <a:gd name="connsiteX409" fmla="*/ 381434 w 1485652"/>
              <a:gd name="connsiteY409" fmla="*/ 27541 h 317052"/>
              <a:gd name="connsiteX410" fmla="*/ 397034 w 1485652"/>
              <a:gd name="connsiteY410" fmla="*/ 27541 h 317052"/>
              <a:gd name="connsiteX411" fmla="*/ 397034 w 1485652"/>
              <a:gd name="connsiteY411" fmla="*/ 39182 h 317052"/>
              <a:gd name="connsiteX412" fmla="*/ 381434 w 1485652"/>
              <a:gd name="connsiteY412" fmla="*/ 39182 h 317052"/>
              <a:gd name="connsiteX413" fmla="*/ 381434 w 1485652"/>
              <a:gd name="connsiteY413" fmla="*/ 84364 h 317052"/>
              <a:gd name="connsiteX414" fmla="*/ 390434 w 1485652"/>
              <a:gd name="connsiteY414" fmla="*/ 94504 h 317052"/>
              <a:gd name="connsiteX415" fmla="*/ 396914 w 1485652"/>
              <a:gd name="connsiteY415" fmla="*/ 94504 h 317052"/>
              <a:gd name="connsiteX416" fmla="*/ 396914 w 1485652"/>
              <a:gd name="connsiteY416" fmla="*/ 106744 h 317052"/>
              <a:gd name="connsiteX417" fmla="*/ 385754 w 1485652"/>
              <a:gd name="connsiteY417" fmla="*/ 106744 h 317052"/>
              <a:gd name="connsiteX418" fmla="*/ 366193 w 1485652"/>
              <a:gd name="connsiteY418" fmla="*/ 86463 h 317052"/>
              <a:gd name="connsiteX419" fmla="*/ 366193 w 1485652"/>
              <a:gd name="connsiteY419" fmla="*/ 39242 h 317052"/>
              <a:gd name="connsiteX420" fmla="*/ 354133 w 1485652"/>
              <a:gd name="connsiteY420" fmla="*/ 39242 h 317052"/>
              <a:gd name="connsiteX421" fmla="*/ 354133 w 1485652"/>
              <a:gd name="connsiteY421" fmla="*/ 27601 h 317052"/>
              <a:gd name="connsiteX422" fmla="*/ 366193 w 1485652"/>
              <a:gd name="connsiteY422" fmla="*/ 27601 h 317052"/>
              <a:gd name="connsiteX423" fmla="*/ 784229 w 1485652"/>
              <a:gd name="connsiteY423" fmla="*/ 7261 h 317052"/>
              <a:gd name="connsiteX424" fmla="*/ 784289 w 1485652"/>
              <a:gd name="connsiteY424" fmla="*/ 7321 h 317052"/>
              <a:gd name="connsiteX425" fmla="*/ 784229 w 1485652"/>
              <a:gd name="connsiteY425" fmla="*/ 7321 h 317052"/>
              <a:gd name="connsiteX426" fmla="*/ 651684 w 1485652"/>
              <a:gd name="connsiteY426" fmla="*/ 7261 h 317052"/>
              <a:gd name="connsiteX427" fmla="*/ 651744 w 1485652"/>
              <a:gd name="connsiteY427" fmla="*/ 7321 h 317052"/>
              <a:gd name="connsiteX428" fmla="*/ 651684 w 1485652"/>
              <a:gd name="connsiteY428" fmla="*/ 7321 h 317052"/>
              <a:gd name="connsiteX429" fmla="*/ 381434 w 1485652"/>
              <a:gd name="connsiteY429" fmla="*/ 7261 h 317052"/>
              <a:gd name="connsiteX430" fmla="*/ 381494 w 1485652"/>
              <a:gd name="connsiteY430" fmla="*/ 7321 h 317052"/>
              <a:gd name="connsiteX431" fmla="*/ 381434 w 1485652"/>
              <a:gd name="connsiteY431" fmla="*/ 7321 h 317052"/>
              <a:gd name="connsiteX432" fmla="*/ 106085 w 1485652"/>
              <a:gd name="connsiteY432" fmla="*/ 61 h 317052"/>
              <a:gd name="connsiteX433" fmla="*/ 121385 w 1485652"/>
              <a:gd name="connsiteY433" fmla="*/ 61 h 317052"/>
              <a:gd name="connsiteX434" fmla="*/ 121385 w 1485652"/>
              <a:gd name="connsiteY434" fmla="*/ 16982 h 317052"/>
              <a:gd name="connsiteX435" fmla="*/ 106085 w 1485652"/>
              <a:gd name="connsiteY435" fmla="*/ 16982 h 317052"/>
              <a:gd name="connsiteX436" fmla="*/ 882931 w 1485652"/>
              <a:gd name="connsiteY436" fmla="*/ 60 h 317052"/>
              <a:gd name="connsiteX437" fmla="*/ 889831 w 1485652"/>
              <a:gd name="connsiteY437" fmla="*/ 60 h 317052"/>
              <a:gd name="connsiteX438" fmla="*/ 889831 w 1485652"/>
              <a:gd name="connsiteY438" fmla="*/ 12300 h 317052"/>
              <a:gd name="connsiteX439" fmla="*/ 883951 w 1485652"/>
              <a:gd name="connsiteY439" fmla="*/ 12300 h 317052"/>
              <a:gd name="connsiteX440" fmla="*/ 874531 w 1485652"/>
              <a:gd name="connsiteY440" fmla="*/ 22141 h 317052"/>
              <a:gd name="connsiteX441" fmla="*/ 874531 w 1485652"/>
              <a:gd name="connsiteY441" fmla="*/ 27601 h 317052"/>
              <a:gd name="connsiteX442" fmla="*/ 889831 w 1485652"/>
              <a:gd name="connsiteY442" fmla="*/ 27601 h 317052"/>
              <a:gd name="connsiteX443" fmla="*/ 889831 w 1485652"/>
              <a:gd name="connsiteY443" fmla="*/ 39241 h 317052"/>
              <a:gd name="connsiteX444" fmla="*/ 874531 w 1485652"/>
              <a:gd name="connsiteY444" fmla="*/ 39241 h 317052"/>
              <a:gd name="connsiteX445" fmla="*/ 874531 w 1485652"/>
              <a:gd name="connsiteY445" fmla="*/ 106804 h 317052"/>
              <a:gd name="connsiteX446" fmla="*/ 859230 w 1485652"/>
              <a:gd name="connsiteY446" fmla="*/ 106804 h 317052"/>
              <a:gd name="connsiteX447" fmla="*/ 859230 w 1485652"/>
              <a:gd name="connsiteY447" fmla="*/ 39241 h 317052"/>
              <a:gd name="connsiteX448" fmla="*/ 848190 w 1485652"/>
              <a:gd name="connsiteY448" fmla="*/ 39241 h 317052"/>
              <a:gd name="connsiteX449" fmla="*/ 848190 w 1485652"/>
              <a:gd name="connsiteY449" fmla="*/ 27601 h 317052"/>
              <a:gd name="connsiteX450" fmla="*/ 859230 w 1485652"/>
              <a:gd name="connsiteY450" fmla="*/ 27601 h 317052"/>
              <a:gd name="connsiteX451" fmla="*/ 859230 w 1485652"/>
              <a:gd name="connsiteY451" fmla="*/ 22321 h 317052"/>
              <a:gd name="connsiteX452" fmla="*/ 882931 w 1485652"/>
              <a:gd name="connsiteY452" fmla="*/ 120 h 317052"/>
              <a:gd name="connsiteX453" fmla="*/ 0 w 1485652"/>
              <a:gd name="connsiteY453" fmla="*/ 60 h 317052"/>
              <a:gd name="connsiteX454" fmla="*/ 29161 w 1485652"/>
              <a:gd name="connsiteY454" fmla="*/ 60 h 317052"/>
              <a:gd name="connsiteX455" fmla="*/ 88023 w 1485652"/>
              <a:gd name="connsiteY455" fmla="*/ 53342 h 317052"/>
              <a:gd name="connsiteX456" fmla="*/ 29161 w 1485652"/>
              <a:gd name="connsiteY456" fmla="*/ 106744 h 317052"/>
              <a:gd name="connsiteX457" fmla="*/ 0 w 1485652"/>
              <a:gd name="connsiteY457" fmla="*/ 106744 h 317052"/>
              <a:gd name="connsiteX458" fmla="*/ 280930 w 1485652"/>
              <a:gd name="connsiteY458" fmla="*/ 0 h 317052"/>
              <a:gd name="connsiteX459" fmla="*/ 296230 w 1485652"/>
              <a:gd name="connsiteY459" fmla="*/ 0 h 317052"/>
              <a:gd name="connsiteX460" fmla="*/ 296230 w 1485652"/>
              <a:gd name="connsiteY460" fmla="*/ 61382 h 317052"/>
              <a:gd name="connsiteX461" fmla="*/ 296291 w 1485652"/>
              <a:gd name="connsiteY461" fmla="*/ 61382 h 317052"/>
              <a:gd name="connsiteX462" fmla="*/ 327792 w 1485652"/>
              <a:gd name="connsiteY462" fmla="*/ 27541 h 317052"/>
              <a:gd name="connsiteX463" fmla="*/ 346452 w 1485652"/>
              <a:gd name="connsiteY463" fmla="*/ 27541 h 317052"/>
              <a:gd name="connsiteX464" fmla="*/ 315671 w 1485652"/>
              <a:gd name="connsiteY464" fmla="*/ 60182 h 317052"/>
              <a:gd name="connsiteX465" fmla="*/ 348612 w 1485652"/>
              <a:gd name="connsiteY465" fmla="*/ 106684 h 317052"/>
              <a:gd name="connsiteX466" fmla="*/ 330372 w 1485652"/>
              <a:gd name="connsiteY466" fmla="*/ 106684 h 317052"/>
              <a:gd name="connsiteX467" fmla="*/ 305231 w 1485652"/>
              <a:gd name="connsiteY467" fmla="*/ 71222 h 317052"/>
              <a:gd name="connsiteX468" fmla="*/ 296230 w 1485652"/>
              <a:gd name="connsiteY468" fmla="*/ 80763 h 317052"/>
              <a:gd name="connsiteX469" fmla="*/ 296230 w 1485652"/>
              <a:gd name="connsiteY469" fmla="*/ 106684 h 317052"/>
              <a:gd name="connsiteX470" fmla="*/ 280930 w 1485652"/>
              <a:gd name="connsiteY470" fmla="*/ 106684 h 3170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</a:cxnLst>
            <a:rect l="l" t="t" r="r" b="b"/>
            <a:pathLst>
              <a:path w="1485652" h="317052">
                <a:moveTo>
                  <a:pt x="1000716" y="223569"/>
                </a:moveTo>
                <a:cubicBezTo>
                  <a:pt x="989076" y="223569"/>
                  <a:pt x="978516" y="231969"/>
                  <a:pt x="978516" y="251950"/>
                </a:cubicBezTo>
                <a:cubicBezTo>
                  <a:pt x="978516" y="271930"/>
                  <a:pt x="989256" y="280211"/>
                  <a:pt x="1000716" y="280211"/>
                </a:cubicBezTo>
                <a:cubicBezTo>
                  <a:pt x="1012177" y="280211"/>
                  <a:pt x="1023097" y="271210"/>
                  <a:pt x="1023097" y="251950"/>
                </a:cubicBezTo>
                <a:cubicBezTo>
                  <a:pt x="1023097" y="232209"/>
                  <a:pt x="1012357" y="223569"/>
                  <a:pt x="1000716" y="223569"/>
                </a:cubicBezTo>
                <a:close/>
                <a:moveTo>
                  <a:pt x="1088139" y="223448"/>
                </a:moveTo>
                <a:cubicBezTo>
                  <a:pt x="1075479" y="223448"/>
                  <a:pt x="1066779" y="234069"/>
                  <a:pt x="1066779" y="251829"/>
                </a:cubicBezTo>
                <a:cubicBezTo>
                  <a:pt x="1066779" y="269650"/>
                  <a:pt x="1075479" y="280390"/>
                  <a:pt x="1088139" y="280390"/>
                </a:cubicBezTo>
                <a:cubicBezTo>
                  <a:pt x="1099900" y="280390"/>
                  <a:pt x="1109920" y="271390"/>
                  <a:pt x="1109920" y="251829"/>
                </a:cubicBezTo>
                <a:cubicBezTo>
                  <a:pt x="1109920" y="232269"/>
                  <a:pt x="1099900" y="223448"/>
                  <a:pt x="1088139" y="223448"/>
                </a:cubicBezTo>
                <a:close/>
                <a:moveTo>
                  <a:pt x="253270" y="223448"/>
                </a:moveTo>
                <a:cubicBezTo>
                  <a:pt x="240610" y="223448"/>
                  <a:pt x="231909" y="234069"/>
                  <a:pt x="231909" y="251829"/>
                </a:cubicBezTo>
                <a:cubicBezTo>
                  <a:pt x="231909" y="269650"/>
                  <a:pt x="240610" y="280390"/>
                  <a:pt x="253270" y="280390"/>
                </a:cubicBezTo>
                <a:cubicBezTo>
                  <a:pt x="265031" y="280390"/>
                  <a:pt x="275051" y="271390"/>
                  <a:pt x="275051" y="251829"/>
                </a:cubicBezTo>
                <a:cubicBezTo>
                  <a:pt x="275051" y="232269"/>
                  <a:pt x="265031" y="223448"/>
                  <a:pt x="253270" y="223448"/>
                </a:cubicBezTo>
                <a:close/>
                <a:moveTo>
                  <a:pt x="860731" y="223388"/>
                </a:moveTo>
                <a:cubicBezTo>
                  <a:pt x="848971" y="223388"/>
                  <a:pt x="838950" y="232209"/>
                  <a:pt x="838950" y="251770"/>
                </a:cubicBezTo>
                <a:cubicBezTo>
                  <a:pt x="838950" y="271330"/>
                  <a:pt x="848971" y="280330"/>
                  <a:pt x="860731" y="280330"/>
                </a:cubicBezTo>
                <a:cubicBezTo>
                  <a:pt x="873392" y="280330"/>
                  <a:pt x="882092" y="269590"/>
                  <a:pt x="882092" y="251770"/>
                </a:cubicBezTo>
                <a:cubicBezTo>
                  <a:pt x="882092" y="233949"/>
                  <a:pt x="873392" y="223388"/>
                  <a:pt x="860731" y="223388"/>
                </a:cubicBezTo>
                <a:close/>
                <a:moveTo>
                  <a:pt x="1391809" y="223089"/>
                </a:moveTo>
                <a:cubicBezTo>
                  <a:pt x="1379869" y="223089"/>
                  <a:pt x="1371049" y="229269"/>
                  <a:pt x="1369008" y="244270"/>
                </a:cubicBezTo>
                <a:lnTo>
                  <a:pt x="1413170" y="244270"/>
                </a:lnTo>
                <a:cubicBezTo>
                  <a:pt x="1412750" y="232509"/>
                  <a:pt x="1404470" y="223089"/>
                  <a:pt x="1391809" y="223089"/>
                </a:cubicBezTo>
                <a:close/>
                <a:moveTo>
                  <a:pt x="730166" y="223089"/>
                </a:moveTo>
                <a:cubicBezTo>
                  <a:pt x="718226" y="223089"/>
                  <a:pt x="709406" y="229269"/>
                  <a:pt x="707366" y="244270"/>
                </a:cubicBezTo>
                <a:lnTo>
                  <a:pt x="751527" y="244270"/>
                </a:lnTo>
                <a:cubicBezTo>
                  <a:pt x="751107" y="232509"/>
                  <a:pt x="742827" y="223089"/>
                  <a:pt x="730166" y="223089"/>
                </a:cubicBezTo>
                <a:close/>
                <a:moveTo>
                  <a:pt x="167167" y="223089"/>
                </a:moveTo>
                <a:cubicBezTo>
                  <a:pt x="155227" y="223089"/>
                  <a:pt x="146407" y="229269"/>
                  <a:pt x="144367" y="244270"/>
                </a:cubicBezTo>
                <a:lnTo>
                  <a:pt x="188528" y="244270"/>
                </a:lnTo>
                <a:cubicBezTo>
                  <a:pt x="188108" y="232509"/>
                  <a:pt x="179828" y="223089"/>
                  <a:pt x="167167" y="223089"/>
                </a:cubicBezTo>
                <a:close/>
                <a:moveTo>
                  <a:pt x="423676" y="212108"/>
                </a:moveTo>
                <a:lnTo>
                  <a:pt x="438977" y="212108"/>
                </a:lnTo>
                <a:lnTo>
                  <a:pt x="438977" y="291251"/>
                </a:lnTo>
                <a:lnTo>
                  <a:pt x="423676" y="291251"/>
                </a:lnTo>
                <a:close/>
                <a:moveTo>
                  <a:pt x="309972" y="212108"/>
                </a:moveTo>
                <a:lnTo>
                  <a:pt x="325273" y="212108"/>
                </a:lnTo>
                <a:lnTo>
                  <a:pt x="325273" y="291251"/>
                </a:lnTo>
                <a:lnTo>
                  <a:pt x="309972" y="291251"/>
                </a:lnTo>
                <a:close/>
                <a:moveTo>
                  <a:pt x="1144181" y="212048"/>
                </a:moveTo>
                <a:lnTo>
                  <a:pt x="1159482" y="212048"/>
                </a:lnTo>
                <a:lnTo>
                  <a:pt x="1159482" y="258250"/>
                </a:lnTo>
                <a:cubicBezTo>
                  <a:pt x="1159482" y="269710"/>
                  <a:pt x="1161402" y="280151"/>
                  <a:pt x="1175202" y="280151"/>
                </a:cubicBezTo>
                <a:cubicBezTo>
                  <a:pt x="1187983" y="280151"/>
                  <a:pt x="1194343" y="270610"/>
                  <a:pt x="1194343" y="255010"/>
                </a:cubicBezTo>
                <a:lnTo>
                  <a:pt x="1194343" y="212048"/>
                </a:lnTo>
                <a:lnTo>
                  <a:pt x="1209643" y="212048"/>
                </a:lnTo>
                <a:lnTo>
                  <a:pt x="1209643" y="291191"/>
                </a:lnTo>
                <a:lnTo>
                  <a:pt x="1194223" y="291191"/>
                </a:lnTo>
                <a:lnTo>
                  <a:pt x="1194223" y="280030"/>
                </a:lnTo>
                <a:cubicBezTo>
                  <a:pt x="1189663" y="287951"/>
                  <a:pt x="1181982" y="293111"/>
                  <a:pt x="1170102" y="293111"/>
                </a:cubicBezTo>
                <a:lnTo>
                  <a:pt x="1170102" y="293171"/>
                </a:lnTo>
                <a:cubicBezTo>
                  <a:pt x="1151441" y="293171"/>
                  <a:pt x="1144181" y="281531"/>
                  <a:pt x="1144181" y="262390"/>
                </a:cubicBezTo>
                <a:close/>
                <a:moveTo>
                  <a:pt x="1481392" y="211808"/>
                </a:moveTo>
                <a:cubicBezTo>
                  <a:pt x="1482712" y="211808"/>
                  <a:pt x="1484332" y="211808"/>
                  <a:pt x="1485652" y="211928"/>
                </a:cubicBezTo>
                <a:lnTo>
                  <a:pt x="1485652" y="227828"/>
                </a:lnTo>
                <a:cubicBezTo>
                  <a:pt x="1482832" y="227529"/>
                  <a:pt x="1480192" y="227408"/>
                  <a:pt x="1477732" y="227408"/>
                </a:cubicBezTo>
                <a:lnTo>
                  <a:pt x="1477732" y="227349"/>
                </a:lnTo>
                <a:cubicBezTo>
                  <a:pt x="1465972" y="227349"/>
                  <a:pt x="1459791" y="233109"/>
                  <a:pt x="1459791" y="249729"/>
                </a:cubicBezTo>
                <a:lnTo>
                  <a:pt x="1459791" y="291251"/>
                </a:lnTo>
                <a:lnTo>
                  <a:pt x="1444491" y="291251"/>
                </a:lnTo>
                <a:lnTo>
                  <a:pt x="1444491" y="212108"/>
                </a:lnTo>
                <a:lnTo>
                  <a:pt x="1459492" y="212108"/>
                </a:lnTo>
                <a:lnTo>
                  <a:pt x="1459492" y="226089"/>
                </a:lnTo>
                <a:cubicBezTo>
                  <a:pt x="1463632" y="217088"/>
                  <a:pt x="1471552" y="211988"/>
                  <a:pt x="1481392" y="211808"/>
                </a:cubicBezTo>
                <a:close/>
                <a:moveTo>
                  <a:pt x="951094" y="211808"/>
                </a:moveTo>
                <a:cubicBezTo>
                  <a:pt x="952414" y="211808"/>
                  <a:pt x="954034" y="211808"/>
                  <a:pt x="955354" y="211928"/>
                </a:cubicBezTo>
                <a:lnTo>
                  <a:pt x="955354" y="227828"/>
                </a:lnTo>
                <a:cubicBezTo>
                  <a:pt x="952534" y="227529"/>
                  <a:pt x="949894" y="227408"/>
                  <a:pt x="947434" y="227408"/>
                </a:cubicBezTo>
                <a:lnTo>
                  <a:pt x="947434" y="227349"/>
                </a:lnTo>
                <a:cubicBezTo>
                  <a:pt x="935674" y="227349"/>
                  <a:pt x="929493" y="233109"/>
                  <a:pt x="929493" y="249729"/>
                </a:cubicBezTo>
                <a:lnTo>
                  <a:pt x="929493" y="291251"/>
                </a:lnTo>
                <a:lnTo>
                  <a:pt x="914193" y="291251"/>
                </a:lnTo>
                <a:lnTo>
                  <a:pt x="914193" y="212108"/>
                </a:lnTo>
                <a:lnTo>
                  <a:pt x="929194" y="212108"/>
                </a:lnTo>
                <a:lnTo>
                  <a:pt x="929194" y="226089"/>
                </a:lnTo>
                <a:cubicBezTo>
                  <a:pt x="933334" y="217088"/>
                  <a:pt x="941254" y="211988"/>
                  <a:pt x="951094" y="211808"/>
                </a:cubicBezTo>
                <a:close/>
                <a:moveTo>
                  <a:pt x="1000716" y="210608"/>
                </a:moveTo>
                <a:cubicBezTo>
                  <a:pt x="1019377" y="210608"/>
                  <a:pt x="1039238" y="223269"/>
                  <a:pt x="1039238" y="251950"/>
                </a:cubicBezTo>
                <a:cubicBezTo>
                  <a:pt x="1039238" y="280631"/>
                  <a:pt x="1019497" y="293171"/>
                  <a:pt x="1000716" y="293171"/>
                </a:cubicBezTo>
                <a:cubicBezTo>
                  <a:pt x="982056" y="293171"/>
                  <a:pt x="962315" y="280511"/>
                  <a:pt x="962315" y="251950"/>
                </a:cubicBezTo>
                <a:cubicBezTo>
                  <a:pt x="962315" y="223388"/>
                  <a:pt x="982056" y="210608"/>
                  <a:pt x="1000716" y="210608"/>
                </a:cubicBezTo>
                <a:close/>
                <a:moveTo>
                  <a:pt x="864271" y="210608"/>
                </a:moveTo>
                <a:cubicBezTo>
                  <a:pt x="882692" y="210608"/>
                  <a:pt x="898412" y="226029"/>
                  <a:pt x="898412" y="251829"/>
                </a:cubicBezTo>
                <a:cubicBezTo>
                  <a:pt x="898412" y="277631"/>
                  <a:pt x="882692" y="293171"/>
                  <a:pt x="864271" y="293171"/>
                </a:cubicBezTo>
                <a:cubicBezTo>
                  <a:pt x="852631" y="293171"/>
                  <a:pt x="844411" y="288191"/>
                  <a:pt x="839550" y="280091"/>
                </a:cubicBezTo>
                <a:lnTo>
                  <a:pt x="839550" y="317052"/>
                </a:lnTo>
                <a:lnTo>
                  <a:pt x="824250" y="317052"/>
                </a:lnTo>
                <a:lnTo>
                  <a:pt x="824250" y="212168"/>
                </a:lnTo>
                <a:lnTo>
                  <a:pt x="839550" y="212168"/>
                </a:lnTo>
                <a:lnTo>
                  <a:pt x="839550" y="223688"/>
                </a:lnTo>
                <a:cubicBezTo>
                  <a:pt x="844411" y="215588"/>
                  <a:pt x="852631" y="210608"/>
                  <a:pt x="864271" y="210608"/>
                </a:cubicBezTo>
                <a:close/>
                <a:moveTo>
                  <a:pt x="499158" y="210608"/>
                </a:moveTo>
                <a:lnTo>
                  <a:pt x="499218" y="210608"/>
                </a:lnTo>
                <a:cubicBezTo>
                  <a:pt x="518359" y="210608"/>
                  <a:pt x="525679" y="222968"/>
                  <a:pt x="525679" y="241389"/>
                </a:cubicBezTo>
                <a:lnTo>
                  <a:pt x="525679" y="291251"/>
                </a:lnTo>
                <a:lnTo>
                  <a:pt x="510379" y="291251"/>
                </a:lnTo>
                <a:lnTo>
                  <a:pt x="510379" y="245469"/>
                </a:lnTo>
                <a:cubicBezTo>
                  <a:pt x="510379" y="234009"/>
                  <a:pt x="508459" y="223388"/>
                  <a:pt x="494058" y="223388"/>
                </a:cubicBezTo>
                <a:cubicBezTo>
                  <a:pt x="480798" y="223388"/>
                  <a:pt x="474318" y="232929"/>
                  <a:pt x="474318" y="248710"/>
                </a:cubicBezTo>
                <a:lnTo>
                  <a:pt x="474318" y="291251"/>
                </a:lnTo>
                <a:lnTo>
                  <a:pt x="459017" y="291251"/>
                </a:lnTo>
                <a:lnTo>
                  <a:pt x="459017" y="212108"/>
                </a:lnTo>
                <a:lnTo>
                  <a:pt x="474318" y="212108"/>
                </a:lnTo>
                <a:lnTo>
                  <a:pt x="474318" y="223569"/>
                </a:lnTo>
                <a:cubicBezTo>
                  <a:pt x="478878" y="215768"/>
                  <a:pt x="486798" y="210608"/>
                  <a:pt x="499158" y="210608"/>
                </a:cubicBezTo>
                <a:close/>
                <a:moveTo>
                  <a:pt x="38702" y="210608"/>
                </a:moveTo>
                <a:cubicBezTo>
                  <a:pt x="50943" y="210608"/>
                  <a:pt x="58143" y="215768"/>
                  <a:pt x="61683" y="224589"/>
                </a:cubicBezTo>
                <a:cubicBezTo>
                  <a:pt x="68283" y="214748"/>
                  <a:pt x="77584" y="210608"/>
                  <a:pt x="87844" y="210608"/>
                </a:cubicBezTo>
                <a:cubicBezTo>
                  <a:pt x="106385" y="210608"/>
                  <a:pt x="113585" y="222968"/>
                  <a:pt x="113585" y="241389"/>
                </a:cubicBezTo>
                <a:lnTo>
                  <a:pt x="113585" y="291251"/>
                </a:lnTo>
                <a:lnTo>
                  <a:pt x="98284" y="291251"/>
                </a:lnTo>
                <a:lnTo>
                  <a:pt x="98284" y="245469"/>
                </a:lnTo>
                <a:cubicBezTo>
                  <a:pt x="98284" y="234009"/>
                  <a:pt x="96544" y="223388"/>
                  <a:pt x="82684" y="223388"/>
                </a:cubicBezTo>
                <a:cubicBezTo>
                  <a:pt x="70623" y="223388"/>
                  <a:pt x="64443" y="232929"/>
                  <a:pt x="64443" y="248710"/>
                </a:cubicBezTo>
                <a:lnTo>
                  <a:pt x="64443" y="291251"/>
                </a:lnTo>
                <a:lnTo>
                  <a:pt x="49143" y="291251"/>
                </a:lnTo>
                <a:lnTo>
                  <a:pt x="49143" y="245469"/>
                </a:lnTo>
                <a:cubicBezTo>
                  <a:pt x="49143" y="234009"/>
                  <a:pt x="47403" y="223388"/>
                  <a:pt x="33542" y="223388"/>
                </a:cubicBezTo>
                <a:cubicBezTo>
                  <a:pt x="21302" y="223388"/>
                  <a:pt x="15302" y="232929"/>
                  <a:pt x="15302" y="248710"/>
                </a:cubicBezTo>
                <a:lnTo>
                  <a:pt x="15302" y="291251"/>
                </a:lnTo>
                <a:lnTo>
                  <a:pt x="1" y="291251"/>
                </a:lnTo>
                <a:lnTo>
                  <a:pt x="1" y="212108"/>
                </a:lnTo>
                <a:lnTo>
                  <a:pt x="15302" y="212108"/>
                </a:lnTo>
                <a:lnTo>
                  <a:pt x="15302" y="223569"/>
                </a:lnTo>
                <a:cubicBezTo>
                  <a:pt x="19862" y="215768"/>
                  <a:pt x="27362" y="210608"/>
                  <a:pt x="38702" y="210608"/>
                </a:cubicBezTo>
                <a:close/>
                <a:moveTo>
                  <a:pt x="1392049" y="210548"/>
                </a:moveTo>
                <a:cubicBezTo>
                  <a:pt x="1416470" y="210548"/>
                  <a:pt x="1430751" y="230589"/>
                  <a:pt x="1429131" y="256330"/>
                </a:cubicBezTo>
                <a:lnTo>
                  <a:pt x="1368828" y="256330"/>
                </a:lnTo>
                <a:cubicBezTo>
                  <a:pt x="1370328" y="270910"/>
                  <a:pt x="1379569" y="280031"/>
                  <a:pt x="1391929" y="280031"/>
                </a:cubicBezTo>
                <a:cubicBezTo>
                  <a:pt x="1402970" y="280031"/>
                  <a:pt x="1409450" y="275470"/>
                  <a:pt x="1412690" y="267970"/>
                </a:cubicBezTo>
                <a:lnTo>
                  <a:pt x="1428051" y="267970"/>
                </a:lnTo>
                <a:cubicBezTo>
                  <a:pt x="1424390" y="281050"/>
                  <a:pt x="1412630" y="293111"/>
                  <a:pt x="1392469" y="293111"/>
                </a:cubicBezTo>
                <a:cubicBezTo>
                  <a:pt x="1366848" y="293111"/>
                  <a:pt x="1353048" y="274450"/>
                  <a:pt x="1353048" y="251469"/>
                </a:cubicBezTo>
                <a:cubicBezTo>
                  <a:pt x="1353048" y="226869"/>
                  <a:pt x="1369549" y="210548"/>
                  <a:pt x="1392049" y="210548"/>
                </a:cubicBezTo>
                <a:close/>
                <a:moveTo>
                  <a:pt x="730406" y="210548"/>
                </a:moveTo>
                <a:cubicBezTo>
                  <a:pt x="754827" y="210548"/>
                  <a:pt x="769108" y="230589"/>
                  <a:pt x="767488" y="256330"/>
                </a:cubicBezTo>
                <a:lnTo>
                  <a:pt x="707186" y="256330"/>
                </a:lnTo>
                <a:cubicBezTo>
                  <a:pt x="708686" y="270910"/>
                  <a:pt x="717926" y="280031"/>
                  <a:pt x="730286" y="280031"/>
                </a:cubicBezTo>
                <a:cubicBezTo>
                  <a:pt x="741327" y="280031"/>
                  <a:pt x="747807" y="275470"/>
                  <a:pt x="751047" y="267970"/>
                </a:cubicBezTo>
                <a:lnTo>
                  <a:pt x="766408" y="267970"/>
                </a:lnTo>
                <a:cubicBezTo>
                  <a:pt x="762748" y="281050"/>
                  <a:pt x="750987" y="293111"/>
                  <a:pt x="730826" y="293111"/>
                </a:cubicBezTo>
                <a:cubicBezTo>
                  <a:pt x="705205" y="293111"/>
                  <a:pt x="691405" y="274450"/>
                  <a:pt x="691405" y="251469"/>
                </a:cubicBezTo>
                <a:cubicBezTo>
                  <a:pt x="691405" y="226869"/>
                  <a:pt x="707906" y="210548"/>
                  <a:pt x="730406" y="210548"/>
                </a:cubicBezTo>
                <a:close/>
                <a:moveTo>
                  <a:pt x="167407" y="210548"/>
                </a:moveTo>
                <a:cubicBezTo>
                  <a:pt x="191828" y="210548"/>
                  <a:pt x="206109" y="230589"/>
                  <a:pt x="204489" y="256330"/>
                </a:cubicBezTo>
                <a:lnTo>
                  <a:pt x="144187" y="256330"/>
                </a:lnTo>
                <a:cubicBezTo>
                  <a:pt x="145687" y="270910"/>
                  <a:pt x="154927" y="280031"/>
                  <a:pt x="167287" y="280031"/>
                </a:cubicBezTo>
                <a:cubicBezTo>
                  <a:pt x="178328" y="280031"/>
                  <a:pt x="184808" y="275470"/>
                  <a:pt x="188048" y="267970"/>
                </a:cubicBezTo>
                <a:lnTo>
                  <a:pt x="203409" y="267970"/>
                </a:lnTo>
                <a:cubicBezTo>
                  <a:pt x="199748" y="281050"/>
                  <a:pt x="187988" y="293111"/>
                  <a:pt x="167827" y="293111"/>
                </a:cubicBezTo>
                <a:cubicBezTo>
                  <a:pt x="142206" y="293111"/>
                  <a:pt x="128406" y="274450"/>
                  <a:pt x="128406" y="251469"/>
                </a:cubicBezTo>
                <a:cubicBezTo>
                  <a:pt x="128406" y="226869"/>
                  <a:pt x="144907" y="210548"/>
                  <a:pt x="167407" y="210548"/>
                </a:cubicBezTo>
                <a:close/>
                <a:moveTo>
                  <a:pt x="573921" y="210428"/>
                </a:moveTo>
                <a:cubicBezTo>
                  <a:pt x="589822" y="210428"/>
                  <a:pt x="602602" y="218828"/>
                  <a:pt x="605542" y="234129"/>
                </a:cubicBezTo>
                <a:lnTo>
                  <a:pt x="590362" y="234129"/>
                </a:lnTo>
                <a:lnTo>
                  <a:pt x="572450" y="222807"/>
                </a:lnTo>
                <a:lnTo>
                  <a:pt x="572481" y="222788"/>
                </a:lnTo>
                <a:lnTo>
                  <a:pt x="572421" y="222788"/>
                </a:lnTo>
                <a:lnTo>
                  <a:pt x="572450" y="222807"/>
                </a:lnTo>
                <a:lnTo>
                  <a:pt x="556881" y="232329"/>
                </a:lnTo>
                <a:cubicBezTo>
                  <a:pt x="556881" y="238209"/>
                  <a:pt x="560721" y="240729"/>
                  <a:pt x="567921" y="242169"/>
                </a:cubicBezTo>
                <a:lnTo>
                  <a:pt x="579261" y="244389"/>
                </a:lnTo>
                <a:cubicBezTo>
                  <a:pt x="594262" y="247329"/>
                  <a:pt x="607342" y="252490"/>
                  <a:pt x="607342" y="267910"/>
                </a:cubicBezTo>
                <a:cubicBezTo>
                  <a:pt x="607342" y="283330"/>
                  <a:pt x="592342" y="293051"/>
                  <a:pt x="574101" y="293051"/>
                </a:cubicBezTo>
                <a:cubicBezTo>
                  <a:pt x="554060" y="293051"/>
                  <a:pt x="541880" y="281410"/>
                  <a:pt x="539960" y="266590"/>
                </a:cubicBezTo>
                <a:lnTo>
                  <a:pt x="555560" y="266590"/>
                </a:lnTo>
                <a:cubicBezTo>
                  <a:pt x="557601" y="275590"/>
                  <a:pt x="563481" y="280870"/>
                  <a:pt x="574521" y="280870"/>
                </a:cubicBezTo>
                <a:cubicBezTo>
                  <a:pt x="584362" y="280870"/>
                  <a:pt x="592042" y="276730"/>
                  <a:pt x="592042" y="269710"/>
                </a:cubicBezTo>
                <a:cubicBezTo>
                  <a:pt x="592042" y="262690"/>
                  <a:pt x="585142" y="259390"/>
                  <a:pt x="576861" y="257770"/>
                </a:cubicBezTo>
                <a:lnTo>
                  <a:pt x="564921" y="255430"/>
                </a:lnTo>
                <a:cubicBezTo>
                  <a:pt x="552980" y="253089"/>
                  <a:pt x="541820" y="247749"/>
                  <a:pt x="541820" y="232929"/>
                </a:cubicBezTo>
                <a:cubicBezTo>
                  <a:pt x="541820" y="218948"/>
                  <a:pt x="556521" y="210428"/>
                  <a:pt x="573921" y="210428"/>
                </a:cubicBezTo>
                <a:close/>
                <a:moveTo>
                  <a:pt x="374474" y="210428"/>
                </a:moveTo>
                <a:cubicBezTo>
                  <a:pt x="390375" y="210428"/>
                  <a:pt x="403155" y="218828"/>
                  <a:pt x="406095" y="234129"/>
                </a:cubicBezTo>
                <a:lnTo>
                  <a:pt x="390915" y="234129"/>
                </a:lnTo>
                <a:lnTo>
                  <a:pt x="373003" y="222807"/>
                </a:lnTo>
                <a:lnTo>
                  <a:pt x="373034" y="222788"/>
                </a:lnTo>
                <a:lnTo>
                  <a:pt x="372974" y="222788"/>
                </a:lnTo>
                <a:lnTo>
                  <a:pt x="373003" y="222807"/>
                </a:lnTo>
                <a:lnTo>
                  <a:pt x="357434" y="232329"/>
                </a:lnTo>
                <a:cubicBezTo>
                  <a:pt x="357434" y="238209"/>
                  <a:pt x="361274" y="240729"/>
                  <a:pt x="368474" y="242169"/>
                </a:cubicBezTo>
                <a:lnTo>
                  <a:pt x="379814" y="244389"/>
                </a:lnTo>
                <a:cubicBezTo>
                  <a:pt x="394815" y="247329"/>
                  <a:pt x="407895" y="252490"/>
                  <a:pt x="407895" y="267910"/>
                </a:cubicBezTo>
                <a:cubicBezTo>
                  <a:pt x="407895" y="283330"/>
                  <a:pt x="392895" y="293051"/>
                  <a:pt x="374654" y="293051"/>
                </a:cubicBezTo>
                <a:cubicBezTo>
                  <a:pt x="354614" y="293051"/>
                  <a:pt x="342433" y="281410"/>
                  <a:pt x="340513" y="266590"/>
                </a:cubicBezTo>
                <a:lnTo>
                  <a:pt x="356114" y="266590"/>
                </a:lnTo>
                <a:cubicBezTo>
                  <a:pt x="358154" y="275590"/>
                  <a:pt x="364034" y="280870"/>
                  <a:pt x="375074" y="280870"/>
                </a:cubicBezTo>
                <a:cubicBezTo>
                  <a:pt x="384915" y="280870"/>
                  <a:pt x="392595" y="276730"/>
                  <a:pt x="392595" y="269710"/>
                </a:cubicBezTo>
                <a:cubicBezTo>
                  <a:pt x="392595" y="262690"/>
                  <a:pt x="385695" y="259390"/>
                  <a:pt x="377414" y="257770"/>
                </a:cubicBezTo>
                <a:lnTo>
                  <a:pt x="365474" y="255430"/>
                </a:lnTo>
                <a:cubicBezTo>
                  <a:pt x="353533" y="253089"/>
                  <a:pt x="342373" y="247749"/>
                  <a:pt x="342373" y="232929"/>
                </a:cubicBezTo>
                <a:cubicBezTo>
                  <a:pt x="342373" y="218948"/>
                  <a:pt x="357074" y="210428"/>
                  <a:pt x="374474" y="210428"/>
                </a:cubicBezTo>
                <a:close/>
                <a:moveTo>
                  <a:pt x="1315126" y="191828"/>
                </a:moveTo>
                <a:lnTo>
                  <a:pt x="1330367" y="191828"/>
                </a:lnTo>
                <a:lnTo>
                  <a:pt x="1330367" y="212048"/>
                </a:lnTo>
                <a:lnTo>
                  <a:pt x="1345967" y="212048"/>
                </a:lnTo>
                <a:lnTo>
                  <a:pt x="1345967" y="223689"/>
                </a:lnTo>
                <a:lnTo>
                  <a:pt x="1330367" y="223689"/>
                </a:lnTo>
                <a:lnTo>
                  <a:pt x="1330367" y="268871"/>
                </a:lnTo>
                <a:cubicBezTo>
                  <a:pt x="1330367" y="276971"/>
                  <a:pt x="1331687" y="279011"/>
                  <a:pt x="1339367" y="279011"/>
                </a:cubicBezTo>
                <a:lnTo>
                  <a:pt x="1345848" y="279011"/>
                </a:lnTo>
                <a:lnTo>
                  <a:pt x="1345848" y="291251"/>
                </a:lnTo>
                <a:lnTo>
                  <a:pt x="1334687" y="291251"/>
                </a:lnTo>
                <a:cubicBezTo>
                  <a:pt x="1318667" y="291251"/>
                  <a:pt x="1315126" y="287291"/>
                  <a:pt x="1315126" y="270970"/>
                </a:cubicBezTo>
                <a:lnTo>
                  <a:pt x="1315126" y="223749"/>
                </a:lnTo>
                <a:lnTo>
                  <a:pt x="1303066" y="223749"/>
                </a:lnTo>
                <a:lnTo>
                  <a:pt x="1303066" y="212108"/>
                </a:lnTo>
                <a:lnTo>
                  <a:pt x="1315126" y="212108"/>
                </a:lnTo>
                <a:close/>
                <a:moveTo>
                  <a:pt x="1330367" y="191768"/>
                </a:moveTo>
                <a:lnTo>
                  <a:pt x="1330427" y="191828"/>
                </a:lnTo>
                <a:lnTo>
                  <a:pt x="1330367" y="191828"/>
                </a:lnTo>
                <a:close/>
                <a:moveTo>
                  <a:pt x="1109320" y="184567"/>
                </a:moveTo>
                <a:lnTo>
                  <a:pt x="1124621" y="184567"/>
                </a:lnTo>
                <a:lnTo>
                  <a:pt x="1124621" y="291251"/>
                </a:lnTo>
                <a:lnTo>
                  <a:pt x="1109320" y="291251"/>
                </a:lnTo>
                <a:lnTo>
                  <a:pt x="1109320" y="280090"/>
                </a:lnTo>
                <a:cubicBezTo>
                  <a:pt x="1104460" y="288190"/>
                  <a:pt x="1096240" y="293171"/>
                  <a:pt x="1084599" y="293171"/>
                </a:cubicBezTo>
                <a:cubicBezTo>
                  <a:pt x="1066179" y="293171"/>
                  <a:pt x="1050458" y="277750"/>
                  <a:pt x="1050458" y="251829"/>
                </a:cubicBezTo>
                <a:cubicBezTo>
                  <a:pt x="1050458" y="225908"/>
                  <a:pt x="1066179" y="210608"/>
                  <a:pt x="1084599" y="210608"/>
                </a:cubicBezTo>
                <a:cubicBezTo>
                  <a:pt x="1096240" y="210608"/>
                  <a:pt x="1104460" y="215588"/>
                  <a:pt x="1109320" y="223688"/>
                </a:cubicBezTo>
                <a:close/>
                <a:moveTo>
                  <a:pt x="423676" y="184567"/>
                </a:moveTo>
                <a:lnTo>
                  <a:pt x="438977" y="184567"/>
                </a:lnTo>
                <a:lnTo>
                  <a:pt x="438977" y="201488"/>
                </a:lnTo>
                <a:lnTo>
                  <a:pt x="423676" y="201488"/>
                </a:lnTo>
                <a:close/>
                <a:moveTo>
                  <a:pt x="309972" y="184567"/>
                </a:moveTo>
                <a:lnTo>
                  <a:pt x="325273" y="184567"/>
                </a:lnTo>
                <a:lnTo>
                  <a:pt x="325273" y="201488"/>
                </a:lnTo>
                <a:lnTo>
                  <a:pt x="309972" y="201488"/>
                </a:lnTo>
                <a:close/>
                <a:moveTo>
                  <a:pt x="274451" y="184567"/>
                </a:moveTo>
                <a:lnTo>
                  <a:pt x="289751" y="184567"/>
                </a:lnTo>
                <a:lnTo>
                  <a:pt x="289751" y="291251"/>
                </a:lnTo>
                <a:lnTo>
                  <a:pt x="274451" y="291251"/>
                </a:lnTo>
                <a:lnTo>
                  <a:pt x="274451" y="280090"/>
                </a:lnTo>
                <a:cubicBezTo>
                  <a:pt x="269591" y="288190"/>
                  <a:pt x="261371" y="293171"/>
                  <a:pt x="249730" y="293171"/>
                </a:cubicBezTo>
                <a:cubicBezTo>
                  <a:pt x="231310" y="293171"/>
                  <a:pt x="215589" y="277750"/>
                  <a:pt x="215589" y="251829"/>
                </a:cubicBezTo>
                <a:cubicBezTo>
                  <a:pt x="215589" y="225908"/>
                  <a:pt x="231310" y="210608"/>
                  <a:pt x="249730" y="210608"/>
                </a:cubicBezTo>
                <a:cubicBezTo>
                  <a:pt x="261371" y="210608"/>
                  <a:pt x="269591" y="215588"/>
                  <a:pt x="274451" y="223688"/>
                </a:cubicBezTo>
                <a:close/>
                <a:moveTo>
                  <a:pt x="1229864" y="184507"/>
                </a:moveTo>
                <a:lnTo>
                  <a:pt x="1245165" y="184507"/>
                </a:lnTo>
                <a:lnTo>
                  <a:pt x="1245165" y="245889"/>
                </a:lnTo>
                <a:lnTo>
                  <a:pt x="1245225" y="245889"/>
                </a:lnTo>
                <a:lnTo>
                  <a:pt x="1276726" y="212048"/>
                </a:lnTo>
                <a:lnTo>
                  <a:pt x="1295386" y="212048"/>
                </a:lnTo>
                <a:lnTo>
                  <a:pt x="1264605" y="244689"/>
                </a:lnTo>
                <a:lnTo>
                  <a:pt x="1297547" y="291191"/>
                </a:lnTo>
                <a:lnTo>
                  <a:pt x="1279306" y="291191"/>
                </a:lnTo>
                <a:lnTo>
                  <a:pt x="1254165" y="255729"/>
                </a:lnTo>
                <a:lnTo>
                  <a:pt x="1245165" y="265270"/>
                </a:lnTo>
                <a:lnTo>
                  <a:pt x="1245165" y="291191"/>
                </a:lnTo>
                <a:lnTo>
                  <a:pt x="1229864" y="291191"/>
                </a:lnTo>
                <a:close/>
                <a:moveTo>
                  <a:pt x="622883" y="184507"/>
                </a:moveTo>
                <a:lnTo>
                  <a:pt x="638184" y="184507"/>
                </a:lnTo>
                <a:lnTo>
                  <a:pt x="638184" y="245889"/>
                </a:lnTo>
                <a:lnTo>
                  <a:pt x="638244" y="245889"/>
                </a:lnTo>
                <a:lnTo>
                  <a:pt x="669745" y="212048"/>
                </a:lnTo>
                <a:lnTo>
                  <a:pt x="688405" y="212048"/>
                </a:lnTo>
                <a:lnTo>
                  <a:pt x="657624" y="244689"/>
                </a:lnTo>
                <a:lnTo>
                  <a:pt x="690565" y="291191"/>
                </a:lnTo>
                <a:lnTo>
                  <a:pt x="672325" y="291191"/>
                </a:lnTo>
                <a:lnTo>
                  <a:pt x="647184" y="255729"/>
                </a:lnTo>
                <a:lnTo>
                  <a:pt x="638184" y="265270"/>
                </a:lnTo>
                <a:lnTo>
                  <a:pt x="638184" y="291191"/>
                </a:lnTo>
                <a:lnTo>
                  <a:pt x="622883" y="291191"/>
                </a:lnTo>
                <a:close/>
                <a:moveTo>
                  <a:pt x="600081" y="69002"/>
                </a:moveTo>
                <a:cubicBezTo>
                  <a:pt x="575480" y="71342"/>
                  <a:pt x="562580" y="74762"/>
                  <a:pt x="562580" y="85022"/>
                </a:cubicBezTo>
                <a:lnTo>
                  <a:pt x="562580" y="85082"/>
                </a:lnTo>
                <a:cubicBezTo>
                  <a:pt x="562580" y="92283"/>
                  <a:pt x="568340" y="96843"/>
                  <a:pt x="577580" y="96843"/>
                </a:cubicBezTo>
                <a:cubicBezTo>
                  <a:pt x="590241" y="96843"/>
                  <a:pt x="600081" y="90542"/>
                  <a:pt x="600081" y="74762"/>
                </a:cubicBezTo>
                <a:close/>
                <a:moveTo>
                  <a:pt x="934292" y="39062"/>
                </a:moveTo>
                <a:cubicBezTo>
                  <a:pt x="922652" y="39062"/>
                  <a:pt x="912091" y="47462"/>
                  <a:pt x="912091" y="67443"/>
                </a:cubicBezTo>
                <a:cubicBezTo>
                  <a:pt x="912091" y="87423"/>
                  <a:pt x="922832" y="95704"/>
                  <a:pt x="934292" y="95704"/>
                </a:cubicBezTo>
                <a:cubicBezTo>
                  <a:pt x="945753" y="95704"/>
                  <a:pt x="956673" y="86703"/>
                  <a:pt x="956673" y="67443"/>
                </a:cubicBezTo>
                <a:cubicBezTo>
                  <a:pt x="956673" y="47702"/>
                  <a:pt x="945933" y="39062"/>
                  <a:pt x="934292" y="39062"/>
                </a:cubicBezTo>
                <a:close/>
                <a:moveTo>
                  <a:pt x="443235" y="39062"/>
                </a:moveTo>
                <a:cubicBezTo>
                  <a:pt x="431595" y="39062"/>
                  <a:pt x="421035" y="47462"/>
                  <a:pt x="421035" y="67443"/>
                </a:cubicBezTo>
                <a:cubicBezTo>
                  <a:pt x="421035" y="87423"/>
                  <a:pt x="431775" y="95704"/>
                  <a:pt x="443235" y="95704"/>
                </a:cubicBezTo>
                <a:cubicBezTo>
                  <a:pt x="454696" y="95704"/>
                  <a:pt x="465616" y="86703"/>
                  <a:pt x="465616" y="67443"/>
                </a:cubicBezTo>
                <a:cubicBezTo>
                  <a:pt x="465616" y="47702"/>
                  <a:pt x="454876" y="39062"/>
                  <a:pt x="443235" y="39062"/>
                </a:cubicBezTo>
                <a:close/>
                <a:moveTo>
                  <a:pt x="713725" y="38581"/>
                </a:moveTo>
                <a:cubicBezTo>
                  <a:pt x="701785" y="38581"/>
                  <a:pt x="692965" y="44761"/>
                  <a:pt x="690924" y="59762"/>
                </a:cubicBezTo>
                <a:lnTo>
                  <a:pt x="735086" y="59762"/>
                </a:lnTo>
                <a:cubicBezTo>
                  <a:pt x="734666" y="48001"/>
                  <a:pt x="726386" y="38581"/>
                  <a:pt x="713725" y="38581"/>
                </a:cubicBezTo>
                <a:close/>
                <a:moveTo>
                  <a:pt x="228308" y="38581"/>
                </a:moveTo>
                <a:cubicBezTo>
                  <a:pt x="216368" y="38581"/>
                  <a:pt x="207548" y="44761"/>
                  <a:pt x="205508" y="59762"/>
                </a:cubicBezTo>
                <a:lnTo>
                  <a:pt x="249669" y="59762"/>
                </a:lnTo>
                <a:cubicBezTo>
                  <a:pt x="249249" y="48001"/>
                  <a:pt x="240969" y="38581"/>
                  <a:pt x="228308" y="38581"/>
                </a:cubicBezTo>
                <a:close/>
                <a:moveTo>
                  <a:pt x="106085" y="27602"/>
                </a:moveTo>
                <a:lnTo>
                  <a:pt x="121385" y="27602"/>
                </a:lnTo>
                <a:lnTo>
                  <a:pt x="121385" y="106745"/>
                </a:lnTo>
                <a:lnTo>
                  <a:pt x="106085" y="106745"/>
                </a:lnTo>
                <a:close/>
                <a:moveTo>
                  <a:pt x="1025617" y="27302"/>
                </a:moveTo>
                <a:cubicBezTo>
                  <a:pt x="1026937" y="27302"/>
                  <a:pt x="1028557" y="27302"/>
                  <a:pt x="1029877" y="27422"/>
                </a:cubicBezTo>
                <a:lnTo>
                  <a:pt x="1029877" y="43322"/>
                </a:lnTo>
                <a:cubicBezTo>
                  <a:pt x="1027057" y="43023"/>
                  <a:pt x="1024417" y="42902"/>
                  <a:pt x="1021957" y="42902"/>
                </a:cubicBezTo>
                <a:lnTo>
                  <a:pt x="1021957" y="42843"/>
                </a:lnTo>
                <a:cubicBezTo>
                  <a:pt x="1010197" y="42843"/>
                  <a:pt x="1004016" y="48603"/>
                  <a:pt x="1004016" y="65223"/>
                </a:cubicBezTo>
                <a:lnTo>
                  <a:pt x="1004016" y="106745"/>
                </a:lnTo>
                <a:lnTo>
                  <a:pt x="988716" y="106745"/>
                </a:lnTo>
                <a:lnTo>
                  <a:pt x="988716" y="27602"/>
                </a:lnTo>
                <a:lnTo>
                  <a:pt x="1003717" y="27602"/>
                </a:lnTo>
                <a:lnTo>
                  <a:pt x="1003717" y="41583"/>
                </a:lnTo>
                <a:cubicBezTo>
                  <a:pt x="1007856" y="32582"/>
                  <a:pt x="1015777" y="27482"/>
                  <a:pt x="1025617" y="27302"/>
                </a:cubicBezTo>
                <a:close/>
                <a:moveTo>
                  <a:pt x="534559" y="27302"/>
                </a:moveTo>
                <a:cubicBezTo>
                  <a:pt x="535879" y="27302"/>
                  <a:pt x="537499" y="27302"/>
                  <a:pt x="538819" y="27422"/>
                </a:cubicBezTo>
                <a:lnTo>
                  <a:pt x="538819" y="43322"/>
                </a:lnTo>
                <a:cubicBezTo>
                  <a:pt x="535999" y="43023"/>
                  <a:pt x="533359" y="42902"/>
                  <a:pt x="530899" y="42902"/>
                </a:cubicBezTo>
                <a:lnTo>
                  <a:pt x="530899" y="42843"/>
                </a:lnTo>
                <a:cubicBezTo>
                  <a:pt x="519139" y="42843"/>
                  <a:pt x="512959" y="48603"/>
                  <a:pt x="512959" y="65223"/>
                </a:cubicBezTo>
                <a:lnTo>
                  <a:pt x="512959" y="106745"/>
                </a:lnTo>
                <a:lnTo>
                  <a:pt x="497658" y="106745"/>
                </a:lnTo>
                <a:lnTo>
                  <a:pt x="497658" y="27602"/>
                </a:lnTo>
                <a:lnTo>
                  <a:pt x="512659" y="27602"/>
                </a:lnTo>
                <a:lnTo>
                  <a:pt x="512659" y="41583"/>
                </a:lnTo>
                <a:cubicBezTo>
                  <a:pt x="516799" y="32582"/>
                  <a:pt x="524719" y="27482"/>
                  <a:pt x="534559" y="27302"/>
                </a:cubicBezTo>
                <a:close/>
                <a:moveTo>
                  <a:pt x="178386" y="27301"/>
                </a:moveTo>
                <a:cubicBezTo>
                  <a:pt x="179706" y="27301"/>
                  <a:pt x="181326" y="27301"/>
                  <a:pt x="182646" y="27421"/>
                </a:cubicBezTo>
                <a:lnTo>
                  <a:pt x="182646" y="43321"/>
                </a:lnTo>
                <a:cubicBezTo>
                  <a:pt x="179826" y="43022"/>
                  <a:pt x="177186" y="42901"/>
                  <a:pt x="174726" y="42901"/>
                </a:cubicBezTo>
                <a:lnTo>
                  <a:pt x="174726" y="42842"/>
                </a:lnTo>
                <a:cubicBezTo>
                  <a:pt x="162966" y="42842"/>
                  <a:pt x="156786" y="48602"/>
                  <a:pt x="156786" y="65222"/>
                </a:cubicBezTo>
                <a:lnTo>
                  <a:pt x="156786" y="106744"/>
                </a:lnTo>
                <a:lnTo>
                  <a:pt x="141485" y="106744"/>
                </a:lnTo>
                <a:lnTo>
                  <a:pt x="141485" y="27601"/>
                </a:lnTo>
                <a:lnTo>
                  <a:pt x="156486" y="27601"/>
                </a:lnTo>
                <a:lnTo>
                  <a:pt x="156486" y="41582"/>
                </a:lnTo>
                <a:cubicBezTo>
                  <a:pt x="160626" y="32581"/>
                  <a:pt x="168546" y="27481"/>
                  <a:pt x="178386" y="27301"/>
                </a:cubicBezTo>
                <a:close/>
                <a:moveTo>
                  <a:pt x="934292" y="26101"/>
                </a:moveTo>
                <a:cubicBezTo>
                  <a:pt x="952953" y="26101"/>
                  <a:pt x="972814" y="38762"/>
                  <a:pt x="972814" y="67443"/>
                </a:cubicBezTo>
                <a:cubicBezTo>
                  <a:pt x="972814" y="96124"/>
                  <a:pt x="953073" y="108664"/>
                  <a:pt x="934292" y="108664"/>
                </a:cubicBezTo>
                <a:cubicBezTo>
                  <a:pt x="915632" y="108664"/>
                  <a:pt x="895891" y="96004"/>
                  <a:pt x="895891" y="67443"/>
                </a:cubicBezTo>
                <a:cubicBezTo>
                  <a:pt x="895891" y="38881"/>
                  <a:pt x="915632" y="26101"/>
                  <a:pt x="934292" y="26101"/>
                </a:cubicBezTo>
                <a:close/>
                <a:moveTo>
                  <a:pt x="443235" y="26101"/>
                </a:moveTo>
                <a:cubicBezTo>
                  <a:pt x="461896" y="26101"/>
                  <a:pt x="481757" y="38762"/>
                  <a:pt x="481757" y="67443"/>
                </a:cubicBezTo>
                <a:cubicBezTo>
                  <a:pt x="481757" y="96124"/>
                  <a:pt x="462016" y="108664"/>
                  <a:pt x="443235" y="108664"/>
                </a:cubicBezTo>
                <a:cubicBezTo>
                  <a:pt x="424575" y="108664"/>
                  <a:pt x="404834" y="96004"/>
                  <a:pt x="404834" y="67443"/>
                </a:cubicBezTo>
                <a:cubicBezTo>
                  <a:pt x="404834" y="38881"/>
                  <a:pt x="424575" y="26101"/>
                  <a:pt x="443235" y="26101"/>
                </a:cubicBezTo>
                <a:close/>
                <a:moveTo>
                  <a:pt x="713965" y="26040"/>
                </a:moveTo>
                <a:cubicBezTo>
                  <a:pt x="738386" y="26040"/>
                  <a:pt x="752667" y="46081"/>
                  <a:pt x="751047" y="71822"/>
                </a:cubicBezTo>
                <a:lnTo>
                  <a:pt x="690744" y="71822"/>
                </a:lnTo>
                <a:cubicBezTo>
                  <a:pt x="692245" y="86402"/>
                  <a:pt x="701485" y="95523"/>
                  <a:pt x="713845" y="95523"/>
                </a:cubicBezTo>
                <a:cubicBezTo>
                  <a:pt x="724886" y="95523"/>
                  <a:pt x="731366" y="90962"/>
                  <a:pt x="734606" y="83462"/>
                </a:cubicBezTo>
                <a:lnTo>
                  <a:pt x="749967" y="83462"/>
                </a:lnTo>
                <a:cubicBezTo>
                  <a:pt x="746306" y="96542"/>
                  <a:pt x="734546" y="108603"/>
                  <a:pt x="714385" y="108603"/>
                </a:cubicBezTo>
                <a:cubicBezTo>
                  <a:pt x="688764" y="108603"/>
                  <a:pt x="674964" y="89942"/>
                  <a:pt x="674964" y="66961"/>
                </a:cubicBezTo>
                <a:cubicBezTo>
                  <a:pt x="674964" y="42361"/>
                  <a:pt x="691465" y="26040"/>
                  <a:pt x="713965" y="26040"/>
                </a:cubicBezTo>
                <a:close/>
                <a:moveTo>
                  <a:pt x="228548" y="26040"/>
                </a:moveTo>
                <a:cubicBezTo>
                  <a:pt x="252969" y="26040"/>
                  <a:pt x="267250" y="46081"/>
                  <a:pt x="265630" y="71822"/>
                </a:cubicBezTo>
                <a:lnTo>
                  <a:pt x="205328" y="71822"/>
                </a:lnTo>
                <a:cubicBezTo>
                  <a:pt x="206828" y="86402"/>
                  <a:pt x="216068" y="95523"/>
                  <a:pt x="228428" y="95523"/>
                </a:cubicBezTo>
                <a:cubicBezTo>
                  <a:pt x="239469" y="95523"/>
                  <a:pt x="245949" y="90962"/>
                  <a:pt x="249189" y="83462"/>
                </a:cubicBezTo>
                <a:lnTo>
                  <a:pt x="264550" y="83462"/>
                </a:lnTo>
                <a:cubicBezTo>
                  <a:pt x="260889" y="96542"/>
                  <a:pt x="249129" y="108603"/>
                  <a:pt x="228968" y="108603"/>
                </a:cubicBezTo>
                <a:cubicBezTo>
                  <a:pt x="203347" y="108603"/>
                  <a:pt x="189547" y="89942"/>
                  <a:pt x="189547" y="66961"/>
                </a:cubicBezTo>
                <a:cubicBezTo>
                  <a:pt x="189547" y="42361"/>
                  <a:pt x="206048" y="26040"/>
                  <a:pt x="228548" y="26040"/>
                </a:cubicBezTo>
                <a:close/>
                <a:moveTo>
                  <a:pt x="582920" y="25680"/>
                </a:moveTo>
                <a:cubicBezTo>
                  <a:pt x="603381" y="25680"/>
                  <a:pt x="615141" y="35520"/>
                  <a:pt x="614841" y="59221"/>
                </a:cubicBezTo>
                <a:cubicBezTo>
                  <a:pt x="614841" y="61141"/>
                  <a:pt x="614541" y="74822"/>
                  <a:pt x="614541" y="78182"/>
                </a:cubicBezTo>
                <a:cubicBezTo>
                  <a:pt x="614541" y="89942"/>
                  <a:pt x="615261" y="99663"/>
                  <a:pt x="616761" y="106743"/>
                </a:cubicBezTo>
                <a:lnTo>
                  <a:pt x="602061" y="106743"/>
                </a:lnTo>
                <a:cubicBezTo>
                  <a:pt x="601461" y="103683"/>
                  <a:pt x="601041" y="101283"/>
                  <a:pt x="600741" y="96303"/>
                </a:cubicBezTo>
                <a:cubicBezTo>
                  <a:pt x="596061" y="104223"/>
                  <a:pt x="587060" y="108663"/>
                  <a:pt x="574280" y="108663"/>
                </a:cubicBezTo>
                <a:cubicBezTo>
                  <a:pt x="558259" y="108663"/>
                  <a:pt x="546019" y="99843"/>
                  <a:pt x="546019" y="85442"/>
                </a:cubicBezTo>
                <a:cubicBezTo>
                  <a:pt x="546019" y="66181"/>
                  <a:pt x="568700" y="61021"/>
                  <a:pt x="599421" y="57781"/>
                </a:cubicBezTo>
                <a:lnTo>
                  <a:pt x="599361" y="57721"/>
                </a:lnTo>
                <a:lnTo>
                  <a:pt x="599361" y="56101"/>
                </a:lnTo>
                <a:cubicBezTo>
                  <a:pt x="599361" y="42121"/>
                  <a:pt x="591981" y="37441"/>
                  <a:pt x="582320" y="37441"/>
                </a:cubicBezTo>
                <a:cubicBezTo>
                  <a:pt x="571700" y="37441"/>
                  <a:pt x="565700" y="42901"/>
                  <a:pt x="565100" y="52621"/>
                </a:cubicBezTo>
                <a:lnTo>
                  <a:pt x="549679" y="52621"/>
                </a:lnTo>
                <a:cubicBezTo>
                  <a:pt x="550999" y="35820"/>
                  <a:pt x="564860" y="25680"/>
                  <a:pt x="582920" y="25680"/>
                </a:cubicBezTo>
                <a:close/>
                <a:moveTo>
                  <a:pt x="16801" y="13920"/>
                </a:moveTo>
                <a:lnTo>
                  <a:pt x="16801" y="92943"/>
                </a:lnTo>
                <a:lnTo>
                  <a:pt x="28441" y="92943"/>
                </a:lnTo>
                <a:cubicBezTo>
                  <a:pt x="49802" y="92943"/>
                  <a:pt x="70682" y="88503"/>
                  <a:pt x="70682" y="53342"/>
                </a:cubicBezTo>
                <a:cubicBezTo>
                  <a:pt x="70682" y="18180"/>
                  <a:pt x="49802" y="13920"/>
                  <a:pt x="28441" y="13920"/>
                </a:cubicBezTo>
                <a:close/>
                <a:moveTo>
                  <a:pt x="768988" y="7321"/>
                </a:moveTo>
                <a:lnTo>
                  <a:pt x="784229" y="7321"/>
                </a:lnTo>
                <a:lnTo>
                  <a:pt x="784229" y="27541"/>
                </a:lnTo>
                <a:lnTo>
                  <a:pt x="799829" y="27541"/>
                </a:lnTo>
                <a:lnTo>
                  <a:pt x="799829" y="39182"/>
                </a:lnTo>
                <a:lnTo>
                  <a:pt x="784229" y="39182"/>
                </a:lnTo>
                <a:lnTo>
                  <a:pt x="784229" y="84364"/>
                </a:lnTo>
                <a:cubicBezTo>
                  <a:pt x="784229" y="92464"/>
                  <a:pt x="785549" y="94504"/>
                  <a:pt x="793229" y="94504"/>
                </a:cubicBezTo>
                <a:lnTo>
                  <a:pt x="799710" y="94504"/>
                </a:lnTo>
                <a:lnTo>
                  <a:pt x="799710" y="106744"/>
                </a:lnTo>
                <a:lnTo>
                  <a:pt x="788549" y="106744"/>
                </a:lnTo>
                <a:cubicBezTo>
                  <a:pt x="772529" y="106744"/>
                  <a:pt x="768988" y="102784"/>
                  <a:pt x="768988" y="86463"/>
                </a:cubicBezTo>
                <a:lnTo>
                  <a:pt x="768988" y="39242"/>
                </a:lnTo>
                <a:lnTo>
                  <a:pt x="756928" y="39242"/>
                </a:lnTo>
                <a:lnTo>
                  <a:pt x="756928" y="27601"/>
                </a:lnTo>
                <a:lnTo>
                  <a:pt x="768988" y="27601"/>
                </a:lnTo>
                <a:close/>
                <a:moveTo>
                  <a:pt x="636443" y="7321"/>
                </a:moveTo>
                <a:lnTo>
                  <a:pt x="651684" y="7321"/>
                </a:lnTo>
                <a:lnTo>
                  <a:pt x="651684" y="27541"/>
                </a:lnTo>
                <a:lnTo>
                  <a:pt x="667285" y="27541"/>
                </a:lnTo>
                <a:lnTo>
                  <a:pt x="667285" y="39182"/>
                </a:lnTo>
                <a:lnTo>
                  <a:pt x="651684" y="39182"/>
                </a:lnTo>
                <a:lnTo>
                  <a:pt x="651684" y="84364"/>
                </a:lnTo>
                <a:cubicBezTo>
                  <a:pt x="651684" y="92464"/>
                  <a:pt x="653004" y="94504"/>
                  <a:pt x="660684" y="94504"/>
                </a:cubicBezTo>
                <a:lnTo>
                  <a:pt x="667165" y="94504"/>
                </a:lnTo>
                <a:lnTo>
                  <a:pt x="667165" y="106744"/>
                </a:lnTo>
                <a:lnTo>
                  <a:pt x="656004" y="106744"/>
                </a:lnTo>
                <a:cubicBezTo>
                  <a:pt x="639984" y="106744"/>
                  <a:pt x="636443" y="102784"/>
                  <a:pt x="636443" y="86463"/>
                </a:cubicBezTo>
                <a:lnTo>
                  <a:pt x="636443" y="39242"/>
                </a:lnTo>
                <a:lnTo>
                  <a:pt x="624383" y="39242"/>
                </a:lnTo>
                <a:lnTo>
                  <a:pt x="624383" y="27601"/>
                </a:lnTo>
                <a:lnTo>
                  <a:pt x="636443" y="27601"/>
                </a:lnTo>
                <a:close/>
                <a:moveTo>
                  <a:pt x="366193" y="7321"/>
                </a:moveTo>
                <a:lnTo>
                  <a:pt x="381434" y="7321"/>
                </a:lnTo>
                <a:lnTo>
                  <a:pt x="381434" y="27541"/>
                </a:lnTo>
                <a:lnTo>
                  <a:pt x="397034" y="27541"/>
                </a:lnTo>
                <a:lnTo>
                  <a:pt x="397034" y="39182"/>
                </a:lnTo>
                <a:lnTo>
                  <a:pt x="381434" y="39182"/>
                </a:lnTo>
                <a:lnTo>
                  <a:pt x="381434" y="84364"/>
                </a:lnTo>
                <a:cubicBezTo>
                  <a:pt x="381434" y="92464"/>
                  <a:pt x="382754" y="94504"/>
                  <a:pt x="390434" y="94504"/>
                </a:cubicBezTo>
                <a:lnTo>
                  <a:pt x="396914" y="94504"/>
                </a:lnTo>
                <a:lnTo>
                  <a:pt x="396914" y="106744"/>
                </a:lnTo>
                <a:lnTo>
                  <a:pt x="385754" y="106744"/>
                </a:lnTo>
                <a:cubicBezTo>
                  <a:pt x="369733" y="106744"/>
                  <a:pt x="366193" y="102784"/>
                  <a:pt x="366193" y="86463"/>
                </a:cubicBezTo>
                <a:lnTo>
                  <a:pt x="366193" y="39242"/>
                </a:lnTo>
                <a:lnTo>
                  <a:pt x="354133" y="39242"/>
                </a:lnTo>
                <a:lnTo>
                  <a:pt x="354133" y="27601"/>
                </a:lnTo>
                <a:lnTo>
                  <a:pt x="366193" y="27601"/>
                </a:lnTo>
                <a:close/>
                <a:moveTo>
                  <a:pt x="784229" y="7261"/>
                </a:moveTo>
                <a:lnTo>
                  <a:pt x="784289" y="7321"/>
                </a:lnTo>
                <a:lnTo>
                  <a:pt x="784229" y="7321"/>
                </a:lnTo>
                <a:close/>
                <a:moveTo>
                  <a:pt x="651684" y="7261"/>
                </a:moveTo>
                <a:lnTo>
                  <a:pt x="651744" y="7321"/>
                </a:lnTo>
                <a:lnTo>
                  <a:pt x="651684" y="7321"/>
                </a:lnTo>
                <a:close/>
                <a:moveTo>
                  <a:pt x="381434" y="7261"/>
                </a:moveTo>
                <a:lnTo>
                  <a:pt x="381494" y="7321"/>
                </a:lnTo>
                <a:lnTo>
                  <a:pt x="381434" y="7321"/>
                </a:lnTo>
                <a:close/>
                <a:moveTo>
                  <a:pt x="106085" y="61"/>
                </a:moveTo>
                <a:lnTo>
                  <a:pt x="121385" y="61"/>
                </a:lnTo>
                <a:lnTo>
                  <a:pt x="121385" y="16982"/>
                </a:lnTo>
                <a:lnTo>
                  <a:pt x="106085" y="16982"/>
                </a:lnTo>
                <a:close/>
                <a:moveTo>
                  <a:pt x="882931" y="60"/>
                </a:moveTo>
                <a:lnTo>
                  <a:pt x="889831" y="60"/>
                </a:lnTo>
                <a:lnTo>
                  <a:pt x="889831" y="12300"/>
                </a:lnTo>
                <a:lnTo>
                  <a:pt x="883951" y="12300"/>
                </a:lnTo>
                <a:cubicBezTo>
                  <a:pt x="876151" y="12300"/>
                  <a:pt x="874531" y="13920"/>
                  <a:pt x="874531" y="22141"/>
                </a:cubicBezTo>
                <a:lnTo>
                  <a:pt x="874531" y="27601"/>
                </a:lnTo>
                <a:lnTo>
                  <a:pt x="889831" y="27601"/>
                </a:lnTo>
                <a:lnTo>
                  <a:pt x="889831" y="39241"/>
                </a:lnTo>
                <a:lnTo>
                  <a:pt x="874531" y="39241"/>
                </a:lnTo>
                <a:lnTo>
                  <a:pt x="874531" y="106804"/>
                </a:lnTo>
                <a:lnTo>
                  <a:pt x="859230" y="106804"/>
                </a:lnTo>
                <a:lnTo>
                  <a:pt x="859230" y="39241"/>
                </a:lnTo>
                <a:lnTo>
                  <a:pt x="848190" y="39241"/>
                </a:lnTo>
                <a:lnTo>
                  <a:pt x="848190" y="27601"/>
                </a:lnTo>
                <a:lnTo>
                  <a:pt x="859230" y="27601"/>
                </a:lnTo>
                <a:lnTo>
                  <a:pt x="859230" y="22321"/>
                </a:lnTo>
                <a:cubicBezTo>
                  <a:pt x="859230" y="4800"/>
                  <a:pt x="864391" y="120"/>
                  <a:pt x="882931" y="120"/>
                </a:cubicBezTo>
                <a:close/>
                <a:moveTo>
                  <a:pt x="0" y="60"/>
                </a:moveTo>
                <a:lnTo>
                  <a:pt x="29161" y="60"/>
                </a:lnTo>
                <a:cubicBezTo>
                  <a:pt x="63002" y="60"/>
                  <a:pt x="88023" y="12300"/>
                  <a:pt x="88023" y="53342"/>
                </a:cubicBezTo>
                <a:cubicBezTo>
                  <a:pt x="88023" y="94563"/>
                  <a:pt x="63002" y="106744"/>
                  <a:pt x="29161" y="106744"/>
                </a:cubicBezTo>
                <a:lnTo>
                  <a:pt x="0" y="106744"/>
                </a:lnTo>
                <a:close/>
                <a:moveTo>
                  <a:pt x="280930" y="0"/>
                </a:moveTo>
                <a:lnTo>
                  <a:pt x="296230" y="0"/>
                </a:lnTo>
                <a:lnTo>
                  <a:pt x="296230" y="61382"/>
                </a:lnTo>
                <a:lnTo>
                  <a:pt x="296291" y="61382"/>
                </a:lnTo>
                <a:lnTo>
                  <a:pt x="327792" y="27541"/>
                </a:lnTo>
                <a:lnTo>
                  <a:pt x="346452" y="27541"/>
                </a:lnTo>
                <a:lnTo>
                  <a:pt x="315671" y="60182"/>
                </a:lnTo>
                <a:lnTo>
                  <a:pt x="348612" y="106684"/>
                </a:lnTo>
                <a:lnTo>
                  <a:pt x="330372" y="106684"/>
                </a:lnTo>
                <a:lnTo>
                  <a:pt x="305231" y="71222"/>
                </a:lnTo>
                <a:lnTo>
                  <a:pt x="296230" y="80763"/>
                </a:lnTo>
                <a:lnTo>
                  <a:pt x="296230" y="106684"/>
                </a:lnTo>
                <a:lnTo>
                  <a:pt x="280930" y="106684"/>
                </a:lnTo>
                <a:close/>
              </a:path>
            </a:pathLst>
          </a:custGeom>
          <a:solidFill>
            <a:schemeClr val="accent2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27196471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idebilde - positi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lassholder for bilde 5">
            <a:extLst>
              <a:ext uri="{FF2B5EF4-FFF2-40B4-BE49-F238E27FC236}">
                <a16:creationId xmlns:a16="http://schemas.microsoft.com/office/drawing/2014/main" id="{CD4FD0C2-F53C-1A76-D3FD-AA091DD21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1"/>
            <a:ext cx="9144000" cy="5143499"/>
          </a:xfrm>
          <a:custGeom>
            <a:avLst/>
            <a:gdLst>
              <a:gd name="connsiteX0" fmla="*/ 1400626 w 11520488"/>
              <a:gd name="connsiteY0" fmla="*/ 6179179 h 6480174"/>
              <a:gd name="connsiteX1" fmla="*/ 1400011 w 11520488"/>
              <a:gd name="connsiteY1" fmla="*/ 6179538 h 6480174"/>
              <a:gd name="connsiteX2" fmla="*/ 1396472 w 11520488"/>
              <a:gd name="connsiteY2" fmla="*/ 6185690 h 6480174"/>
              <a:gd name="connsiteX3" fmla="*/ 1396472 w 11520488"/>
              <a:gd name="connsiteY3" fmla="*/ 6186356 h 6480174"/>
              <a:gd name="connsiteX4" fmla="*/ 1400011 w 11520488"/>
              <a:gd name="connsiteY4" fmla="*/ 6192508 h 6480174"/>
              <a:gd name="connsiteX5" fmla="*/ 1400626 w 11520488"/>
              <a:gd name="connsiteY5" fmla="*/ 6192867 h 6480174"/>
              <a:gd name="connsiteX6" fmla="*/ 1407700 w 11520488"/>
              <a:gd name="connsiteY6" fmla="*/ 6192867 h 6480174"/>
              <a:gd name="connsiteX7" fmla="*/ 1408315 w 11520488"/>
              <a:gd name="connsiteY7" fmla="*/ 6192508 h 6480174"/>
              <a:gd name="connsiteX8" fmla="*/ 1411853 w 11520488"/>
              <a:gd name="connsiteY8" fmla="*/ 6186356 h 6480174"/>
              <a:gd name="connsiteX9" fmla="*/ 1411853 w 11520488"/>
              <a:gd name="connsiteY9" fmla="*/ 6185690 h 6480174"/>
              <a:gd name="connsiteX10" fmla="*/ 1408315 w 11520488"/>
              <a:gd name="connsiteY10" fmla="*/ 6179538 h 6480174"/>
              <a:gd name="connsiteX11" fmla="*/ 1407700 w 11520488"/>
              <a:gd name="connsiteY11" fmla="*/ 6179179 h 6480174"/>
              <a:gd name="connsiteX12" fmla="*/ 1996304 w 11520488"/>
              <a:gd name="connsiteY12" fmla="*/ 6178974 h 6480174"/>
              <a:gd name="connsiteX13" fmla="*/ 1995689 w 11520488"/>
              <a:gd name="connsiteY13" fmla="*/ 6179333 h 6480174"/>
              <a:gd name="connsiteX14" fmla="*/ 1992151 w 11520488"/>
              <a:gd name="connsiteY14" fmla="*/ 6185485 h 6480174"/>
              <a:gd name="connsiteX15" fmla="*/ 1992151 w 11520488"/>
              <a:gd name="connsiteY15" fmla="*/ 6186151 h 6480174"/>
              <a:gd name="connsiteX16" fmla="*/ 1995689 w 11520488"/>
              <a:gd name="connsiteY16" fmla="*/ 6192303 h 6480174"/>
              <a:gd name="connsiteX17" fmla="*/ 1996304 w 11520488"/>
              <a:gd name="connsiteY17" fmla="*/ 6192662 h 6480174"/>
              <a:gd name="connsiteX18" fmla="*/ 2003379 w 11520488"/>
              <a:gd name="connsiteY18" fmla="*/ 6192662 h 6480174"/>
              <a:gd name="connsiteX19" fmla="*/ 2003994 w 11520488"/>
              <a:gd name="connsiteY19" fmla="*/ 6192303 h 6480174"/>
              <a:gd name="connsiteX20" fmla="*/ 2007532 w 11520488"/>
              <a:gd name="connsiteY20" fmla="*/ 6186151 h 6480174"/>
              <a:gd name="connsiteX21" fmla="*/ 2007532 w 11520488"/>
              <a:gd name="connsiteY21" fmla="*/ 6185485 h 6480174"/>
              <a:gd name="connsiteX22" fmla="*/ 2003994 w 11520488"/>
              <a:gd name="connsiteY22" fmla="*/ 6179333 h 6480174"/>
              <a:gd name="connsiteX23" fmla="*/ 2003379 w 11520488"/>
              <a:gd name="connsiteY23" fmla="*/ 6178974 h 6480174"/>
              <a:gd name="connsiteX24" fmla="*/ 1797745 w 11520488"/>
              <a:gd name="connsiteY24" fmla="*/ 6178974 h 6480174"/>
              <a:gd name="connsiteX25" fmla="*/ 1797130 w 11520488"/>
              <a:gd name="connsiteY25" fmla="*/ 6179333 h 6480174"/>
              <a:gd name="connsiteX26" fmla="*/ 1793591 w 11520488"/>
              <a:gd name="connsiteY26" fmla="*/ 6185485 h 6480174"/>
              <a:gd name="connsiteX27" fmla="*/ 1793591 w 11520488"/>
              <a:gd name="connsiteY27" fmla="*/ 6186151 h 6480174"/>
              <a:gd name="connsiteX28" fmla="*/ 1797130 w 11520488"/>
              <a:gd name="connsiteY28" fmla="*/ 6192303 h 6480174"/>
              <a:gd name="connsiteX29" fmla="*/ 1797745 w 11520488"/>
              <a:gd name="connsiteY29" fmla="*/ 6192662 h 6480174"/>
              <a:gd name="connsiteX30" fmla="*/ 1804819 w 11520488"/>
              <a:gd name="connsiteY30" fmla="*/ 6192662 h 6480174"/>
              <a:gd name="connsiteX31" fmla="*/ 1805434 w 11520488"/>
              <a:gd name="connsiteY31" fmla="*/ 6192303 h 6480174"/>
              <a:gd name="connsiteX32" fmla="*/ 1808972 w 11520488"/>
              <a:gd name="connsiteY32" fmla="*/ 6186151 h 6480174"/>
              <a:gd name="connsiteX33" fmla="*/ 1808972 w 11520488"/>
              <a:gd name="connsiteY33" fmla="*/ 6185485 h 6480174"/>
              <a:gd name="connsiteX34" fmla="*/ 1805434 w 11520488"/>
              <a:gd name="connsiteY34" fmla="*/ 6179333 h 6480174"/>
              <a:gd name="connsiteX35" fmla="*/ 1804819 w 11520488"/>
              <a:gd name="connsiteY35" fmla="*/ 6178974 h 6480174"/>
              <a:gd name="connsiteX36" fmla="*/ 1599184 w 11520488"/>
              <a:gd name="connsiteY36" fmla="*/ 6178974 h 6480174"/>
              <a:gd name="connsiteX37" fmla="*/ 1598569 w 11520488"/>
              <a:gd name="connsiteY37" fmla="*/ 6179333 h 6480174"/>
              <a:gd name="connsiteX38" fmla="*/ 1595031 w 11520488"/>
              <a:gd name="connsiteY38" fmla="*/ 6185485 h 6480174"/>
              <a:gd name="connsiteX39" fmla="*/ 1595031 w 11520488"/>
              <a:gd name="connsiteY39" fmla="*/ 6186151 h 6480174"/>
              <a:gd name="connsiteX40" fmla="*/ 1598569 w 11520488"/>
              <a:gd name="connsiteY40" fmla="*/ 6192303 h 6480174"/>
              <a:gd name="connsiteX41" fmla="*/ 1599184 w 11520488"/>
              <a:gd name="connsiteY41" fmla="*/ 6192662 h 6480174"/>
              <a:gd name="connsiteX42" fmla="*/ 1606259 w 11520488"/>
              <a:gd name="connsiteY42" fmla="*/ 6192662 h 6480174"/>
              <a:gd name="connsiteX43" fmla="*/ 1606874 w 11520488"/>
              <a:gd name="connsiteY43" fmla="*/ 6192303 h 6480174"/>
              <a:gd name="connsiteX44" fmla="*/ 1610412 w 11520488"/>
              <a:gd name="connsiteY44" fmla="*/ 6186151 h 6480174"/>
              <a:gd name="connsiteX45" fmla="*/ 1610412 w 11520488"/>
              <a:gd name="connsiteY45" fmla="*/ 6185485 h 6480174"/>
              <a:gd name="connsiteX46" fmla="*/ 1606874 w 11520488"/>
              <a:gd name="connsiteY46" fmla="*/ 6179333 h 6480174"/>
              <a:gd name="connsiteX47" fmla="*/ 1606259 w 11520488"/>
              <a:gd name="connsiteY47" fmla="*/ 6178974 h 6480174"/>
              <a:gd name="connsiteX48" fmla="*/ 1202014 w 11520488"/>
              <a:gd name="connsiteY48" fmla="*/ 6178974 h 6480174"/>
              <a:gd name="connsiteX49" fmla="*/ 1201399 w 11520488"/>
              <a:gd name="connsiteY49" fmla="*/ 6179333 h 6480174"/>
              <a:gd name="connsiteX50" fmla="*/ 1197860 w 11520488"/>
              <a:gd name="connsiteY50" fmla="*/ 6185485 h 6480174"/>
              <a:gd name="connsiteX51" fmla="*/ 1197860 w 11520488"/>
              <a:gd name="connsiteY51" fmla="*/ 6186151 h 6480174"/>
              <a:gd name="connsiteX52" fmla="*/ 1201399 w 11520488"/>
              <a:gd name="connsiteY52" fmla="*/ 6192303 h 6480174"/>
              <a:gd name="connsiteX53" fmla="*/ 1202014 w 11520488"/>
              <a:gd name="connsiteY53" fmla="*/ 6192662 h 6480174"/>
              <a:gd name="connsiteX54" fmla="*/ 1209088 w 11520488"/>
              <a:gd name="connsiteY54" fmla="*/ 6192662 h 6480174"/>
              <a:gd name="connsiteX55" fmla="*/ 1209703 w 11520488"/>
              <a:gd name="connsiteY55" fmla="*/ 6192303 h 6480174"/>
              <a:gd name="connsiteX56" fmla="*/ 1213241 w 11520488"/>
              <a:gd name="connsiteY56" fmla="*/ 6186151 h 6480174"/>
              <a:gd name="connsiteX57" fmla="*/ 1213241 w 11520488"/>
              <a:gd name="connsiteY57" fmla="*/ 6185485 h 6480174"/>
              <a:gd name="connsiteX58" fmla="*/ 1209703 w 11520488"/>
              <a:gd name="connsiteY58" fmla="*/ 6179333 h 6480174"/>
              <a:gd name="connsiteX59" fmla="*/ 1209088 w 11520488"/>
              <a:gd name="connsiteY59" fmla="*/ 6178974 h 6480174"/>
              <a:gd name="connsiteX60" fmla="*/ 804895 w 11520488"/>
              <a:gd name="connsiteY60" fmla="*/ 6178974 h 6480174"/>
              <a:gd name="connsiteX61" fmla="*/ 804279 w 11520488"/>
              <a:gd name="connsiteY61" fmla="*/ 6179333 h 6480174"/>
              <a:gd name="connsiteX62" fmla="*/ 800741 w 11520488"/>
              <a:gd name="connsiteY62" fmla="*/ 6185485 h 6480174"/>
              <a:gd name="connsiteX63" fmla="*/ 800741 w 11520488"/>
              <a:gd name="connsiteY63" fmla="*/ 6186151 h 6480174"/>
              <a:gd name="connsiteX64" fmla="*/ 804279 w 11520488"/>
              <a:gd name="connsiteY64" fmla="*/ 6192303 h 6480174"/>
              <a:gd name="connsiteX65" fmla="*/ 804895 w 11520488"/>
              <a:gd name="connsiteY65" fmla="*/ 6192662 h 6480174"/>
              <a:gd name="connsiteX66" fmla="*/ 811969 w 11520488"/>
              <a:gd name="connsiteY66" fmla="*/ 6192662 h 6480174"/>
              <a:gd name="connsiteX67" fmla="*/ 812584 w 11520488"/>
              <a:gd name="connsiteY67" fmla="*/ 6192303 h 6480174"/>
              <a:gd name="connsiteX68" fmla="*/ 816122 w 11520488"/>
              <a:gd name="connsiteY68" fmla="*/ 6186151 h 6480174"/>
              <a:gd name="connsiteX69" fmla="*/ 816122 w 11520488"/>
              <a:gd name="connsiteY69" fmla="*/ 6185485 h 6480174"/>
              <a:gd name="connsiteX70" fmla="*/ 812584 w 11520488"/>
              <a:gd name="connsiteY70" fmla="*/ 6179333 h 6480174"/>
              <a:gd name="connsiteX71" fmla="*/ 811969 w 11520488"/>
              <a:gd name="connsiteY71" fmla="*/ 6178974 h 6480174"/>
              <a:gd name="connsiteX72" fmla="*/ 606335 w 11520488"/>
              <a:gd name="connsiteY72" fmla="*/ 6178974 h 6480174"/>
              <a:gd name="connsiteX73" fmla="*/ 605719 w 11520488"/>
              <a:gd name="connsiteY73" fmla="*/ 6179333 h 6480174"/>
              <a:gd name="connsiteX74" fmla="*/ 602181 w 11520488"/>
              <a:gd name="connsiteY74" fmla="*/ 6185485 h 6480174"/>
              <a:gd name="connsiteX75" fmla="*/ 602181 w 11520488"/>
              <a:gd name="connsiteY75" fmla="*/ 6186151 h 6480174"/>
              <a:gd name="connsiteX76" fmla="*/ 605719 w 11520488"/>
              <a:gd name="connsiteY76" fmla="*/ 6192303 h 6480174"/>
              <a:gd name="connsiteX77" fmla="*/ 606335 w 11520488"/>
              <a:gd name="connsiteY77" fmla="*/ 6192662 h 6480174"/>
              <a:gd name="connsiteX78" fmla="*/ 613409 w 11520488"/>
              <a:gd name="connsiteY78" fmla="*/ 6192662 h 6480174"/>
              <a:gd name="connsiteX79" fmla="*/ 614024 w 11520488"/>
              <a:gd name="connsiteY79" fmla="*/ 6192303 h 6480174"/>
              <a:gd name="connsiteX80" fmla="*/ 617562 w 11520488"/>
              <a:gd name="connsiteY80" fmla="*/ 6186151 h 6480174"/>
              <a:gd name="connsiteX81" fmla="*/ 617562 w 11520488"/>
              <a:gd name="connsiteY81" fmla="*/ 6185485 h 6480174"/>
              <a:gd name="connsiteX82" fmla="*/ 614024 w 11520488"/>
              <a:gd name="connsiteY82" fmla="*/ 6179333 h 6480174"/>
              <a:gd name="connsiteX83" fmla="*/ 613409 w 11520488"/>
              <a:gd name="connsiteY83" fmla="*/ 6178974 h 6480174"/>
              <a:gd name="connsiteX84" fmla="*/ 982333 w 11520488"/>
              <a:gd name="connsiteY84" fmla="*/ 6162670 h 6480174"/>
              <a:gd name="connsiteX85" fmla="*/ 996227 w 11520488"/>
              <a:gd name="connsiteY85" fmla="*/ 6162670 h 6480174"/>
              <a:gd name="connsiteX86" fmla="*/ 1007967 w 11520488"/>
              <a:gd name="connsiteY86" fmla="*/ 6200404 h 6480174"/>
              <a:gd name="connsiteX87" fmla="*/ 1019399 w 11520488"/>
              <a:gd name="connsiteY87" fmla="*/ 6162670 h 6480174"/>
              <a:gd name="connsiteX88" fmla="*/ 1033447 w 11520488"/>
              <a:gd name="connsiteY88" fmla="*/ 6162670 h 6480174"/>
              <a:gd name="connsiteX89" fmla="*/ 1033447 w 11520488"/>
              <a:gd name="connsiteY89" fmla="*/ 6211118 h 6480174"/>
              <a:gd name="connsiteX90" fmla="*/ 1024578 w 11520488"/>
              <a:gd name="connsiteY90" fmla="*/ 6211118 h 6480174"/>
              <a:gd name="connsiteX91" fmla="*/ 1024578 w 11520488"/>
              <a:gd name="connsiteY91" fmla="*/ 6174719 h 6480174"/>
              <a:gd name="connsiteX92" fmla="*/ 1012683 w 11520488"/>
              <a:gd name="connsiteY92" fmla="*/ 6211118 h 6480174"/>
              <a:gd name="connsiteX93" fmla="*/ 1003199 w 11520488"/>
              <a:gd name="connsiteY93" fmla="*/ 6211118 h 6480174"/>
              <a:gd name="connsiteX94" fmla="*/ 991253 w 11520488"/>
              <a:gd name="connsiteY94" fmla="*/ 6174719 h 6480174"/>
              <a:gd name="connsiteX95" fmla="*/ 991202 w 11520488"/>
              <a:gd name="connsiteY95" fmla="*/ 6174719 h 6480174"/>
              <a:gd name="connsiteX96" fmla="*/ 991202 w 11520488"/>
              <a:gd name="connsiteY96" fmla="*/ 6211118 h 6480174"/>
              <a:gd name="connsiteX97" fmla="*/ 982333 w 11520488"/>
              <a:gd name="connsiteY97" fmla="*/ 6211118 h 6480174"/>
              <a:gd name="connsiteX98" fmla="*/ 971567 w 11520488"/>
              <a:gd name="connsiteY98" fmla="*/ 6117760 h 6480174"/>
              <a:gd name="connsiteX99" fmla="*/ 965619 w 11520488"/>
              <a:gd name="connsiteY99" fmla="*/ 6121195 h 6480174"/>
              <a:gd name="connsiteX100" fmla="*/ 930194 w 11520488"/>
              <a:gd name="connsiteY100" fmla="*/ 6182511 h 6480174"/>
              <a:gd name="connsiteX101" fmla="*/ 930194 w 11520488"/>
              <a:gd name="connsiteY101" fmla="*/ 6189381 h 6480174"/>
              <a:gd name="connsiteX102" fmla="*/ 965619 w 11520488"/>
              <a:gd name="connsiteY102" fmla="*/ 6250697 h 6480174"/>
              <a:gd name="connsiteX103" fmla="*/ 971567 w 11520488"/>
              <a:gd name="connsiteY103" fmla="*/ 6254132 h 6480174"/>
              <a:gd name="connsiteX104" fmla="*/ 1042368 w 11520488"/>
              <a:gd name="connsiteY104" fmla="*/ 6254132 h 6480174"/>
              <a:gd name="connsiteX105" fmla="*/ 1048315 w 11520488"/>
              <a:gd name="connsiteY105" fmla="*/ 6250697 h 6480174"/>
              <a:gd name="connsiteX106" fmla="*/ 1083740 w 11520488"/>
              <a:gd name="connsiteY106" fmla="*/ 6189381 h 6480174"/>
              <a:gd name="connsiteX107" fmla="*/ 1083740 w 11520488"/>
              <a:gd name="connsiteY107" fmla="*/ 6182511 h 6480174"/>
              <a:gd name="connsiteX108" fmla="*/ 1048315 w 11520488"/>
              <a:gd name="connsiteY108" fmla="*/ 6121195 h 6480174"/>
              <a:gd name="connsiteX109" fmla="*/ 1042368 w 11520488"/>
              <a:gd name="connsiteY109" fmla="*/ 6117760 h 6480174"/>
              <a:gd name="connsiteX110" fmla="*/ 1996355 w 11520488"/>
              <a:gd name="connsiteY110" fmla="*/ 6009790 h 6480174"/>
              <a:gd name="connsiteX111" fmla="*/ 1995740 w 11520488"/>
              <a:gd name="connsiteY111" fmla="*/ 6010149 h 6480174"/>
              <a:gd name="connsiteX112" fmla="*/ 1992202 w 11520488"/>
              <a:gd name="connsiteY112" fmla="*/ 6016301 h 6480174"/>
              <a:gd name="connsiteX113" fmla="*/ 1992202 w 11520488"/>
              <a:gd name="connsiteY113" fmla="*/ 6016967 h 6480174"/>
              <a:gd name="connsiteX114" fmla="*/ 1995740 w 11520488"/>
              <a:gd name="connsiteY114" fmla="*/ 6023119 h 6480174"/>
              <a:gd name="connsiteX115" fmla="*/ 1996355 w 11520488"/>
              <a:gd name="connsiteY115" fmla="*/ 6023478 h 6480174"/>
              <a:gd name="connsiteX116" fmla="*/ 2003430 w 11520488"/>
              <a:gd name="connsiteY116" fmla="*/ 6023478 h 6480174"/>
              <a:gd name="connsiteX117" fmla="*/ 2004045 w 11520488"/>
              <a:gd name="connsiteY117" fmla="*/ 6023119 h 6480174"/>
              <a:gd name="connsiteX118" fmla="*/ 2007583 w 11520488"/>
              <a:gd name="connsiteY118" fmla="*/ 6016967 h 6480174"/>
              <a:gd name="connsiteX119" fmla="*/ 2007583 w 11520488"/>
              <a:gd name="connsiteY119" fmla="*/ 6016301 h 6480174"/>
              <a:gd name="connsiteX120" fmla="*/ 2004045 w 11520488"/>
              <a:gd name="connsiteY120" fmla="*/ 6010149 h 6480174"/>
              <a:gd name="connsiteX121" fmla="*/ 2003430 w 11520488"/>
              <a:gd name="connsiteY121" fmla="*/ 6009790 h 6480174"/>
              <a:gd name="connsiteX122" fmla="*/ 1797745 w 11520488"/>
              <a:gd name="connsiteY122" fmla="*/ 6009790 h 6480174"/>
              <a:gd name="connsiteX123" fmla="*/ 1797130 w 11520488"/>
              <a:gd name="connsiteY123" fmla="*/ 6010149 h 6480174"/>
              <a:gd name="connsiteX124" fmla="*/ 1793591 w 11520488"/>
              <a:gd name="connsiteY124" fmla="*/ 6016301 h 6480174"/>
              <a:gd name="connsiteX125" fmla="*/ 1793591 w 11520488"/>
              <a:gd name="connsiteY125" fmla="*/ 6016967 h 6480174"/>
              <a:gd name="connsiteX126" fmla="*/ 1797130 w 11520488"/>
              <a:gd name="connsiteY126" fmla="*/ 6023119 h 6480174"/>
              <a:gd name="connsiteX127" fmla="*/ 1797745 w 11520488"/>
              <a:gd name="connsiteY127" fmla="*/ 6023478 h 6480174"/>
              <a:gd name="connsiteX128" fmla="*/ 1804819 w 11520488"/>
              <a:gd name="connsiteY128" fmla="*/ 6023478 h 6480174"/>
              <a:gd name="connsiteX129" fmla="*/ 1805434 w 11520488"/>
              <a:gd name="connsiteY129" fmla="*/ 6023119 h 6480174"/>
              <a:gd name="connsiteX130" fmla="*/ 1808972 w 11520488"/>
              <a:gd name="connsiteY130" fmla="*/ 6016967 h 6480174"/>
              <a:gd name="connsiteX131" fmla="*/ 1808972 w 11520488"/>
              <a:gd name="connsiteY131" fmla="*/ 6016301 h 6480174"/>
              <a:gd name="connsiteX132" fmla="*/ 1805434 w 11520488"/>
              <a:gd name="connsiteY132" fmla="*/ 6010149 h 6480174"/>
              <a:gd name="connsiteX133" fmla="*/ 1804819 w 11520488"/>
              <a:gd name="connsiteY133" fmla="*/ 6009790 h 6480174"/>
              <a:gd name="connsiteX134" fmla="*/ 1400625 w 11520488"/>
              <a:gd name="connsiteY134" fmla="*/ 6009790 h 6480174"/>
              <a:gd name="connsiteX135" fmla="*/ 1400010 w 11520488"/>
              <a:gd name="connsiteY135" fmla="*/ 6010149 h 6480174"/>
              <a:gd name="connsiteX136" fmla="*/ 1396472 w 11520488"/>
              <a:gd name="connsiteY136" fmla="*/ 6016301 h 6480174"/>
              <a:gd name="connsiteX137" fmla="*/ 1396472 w 11520488"/>
              <a:gd name="connsiteY137" fmla="*/ 6016967 h 6480174"/>
              <a:gd name="connsiteX138" fmla="*/ 1400010 w 11520488"/>
              <a:gd name="connsiteY138" fmla="*/ 6023119 h 6480174"/>
              <a:gd name="connsiteX139" fmla="*/ 1400625 w 11520488"/>
              <a:gd name="connsiteY139" fmla="*/ 6023478 h 6480174"/>
              <a:gd name="connsiteX140" fmla="*/ 1407700 w 11520488"/>
              <a:gd name="connsiteY140" fmla="*/ 6023478 h 6480174"/>
              <a:gd name="connsiteX141" fmla="*/ 1408315 w 11520488"/>
              <a:gd name="connsiteY141" fmla="*/ 6023119 h 6480174"/>
              <a:gd name="connsiteX142" fmla="*/ 1411853 w 11520488"/>
              <a:gd name="connsiteY142" fmla="*/ 6016967 h 6480174"/>
              <a:gd name="connsiteX143" fmla="*/ 1411853 w 11520488"/>
              <a:gd name="connsiteY143" fmla="*/ 6016301 h 6480174"/>
              <a:gd name="connsiteX144" fmla="*/ 1408315 w 11520488"/>
              <a:gd name="connsiteY144" fmla="*/ 6010149 h 6480174"/>
              <a:gd name="connsiteX145" fmla="*/ 1407700 w 11520488"/>
              <a:gd name="connsiteY145" fmla="*/ 6009790 h 6480174"/>
              <a:gd name="connsiteX146" fmla="*/ 1202013 w 11520488"/>
              <a:gd name="connsiteY146" fmla="*/ 6009790 h 6480174"/>
              <a:gd name="connsiteX147" fmla="*/ 1201398 w 11520488"/>
              <a:gd name="connsiteY147" fmla="*/ 6010149 h 6480174"/>
              <a:gd name="connsiteX148" fmla="*/ 1197860 w 11520488"/>
              <a:gd name="connsiteY148" fmla="*/ 6016301 h 6480174"/>
              <a:gd name="connsiteX149" fmla="*/ 1197860 w 11520488"/>
              <a:gd name="connsiteY149" fmla="*/ 6016967 h 6480174"/>
              <a:gd name="connsiteX150" fmla="*/ 1201398 w 11520488"/>
              <a:gd name="connsiteY150" fmla="*/ 6023119 h 6480174"/>
              <a:gd name="connsiteX151" fmla="*/ 1202013 w 11520488"/>
              <a:gd name="connsiteY151" fmla="*/ 6023478 h 6480174"/>
              <a:gd name="connsiteX152" fmla="*/ 1209088 w 11520488"/>
              <a:gd name="connsiteY152" fmla="*/ 6023478 h 6480174"/>
              <a:gd name="connsiteX153" fmla="*/ 1209703 w 11520488"/>
              <a:gd name="connsiteY153" fmla="*/ 6023119 h 6480174"/>
              <a:gd name="connsiteX154" fmla="*/ 1213241 w 11520488"/>
              <a:gd name="connsiteY154" fmla="*/ 6016967 h 6480174"/>
              <a:gd name="connsiteX155" fmla="*/ 1213241 w 11520488"/>
              <a:gd name="connsiteY155" fmla="*/ 6016301 h 6480174"/>
              <a:gd name="connsiteX156" fmla="*/ 1209703 w 11520488"/>
              <a:gd name="connsiteY156" fmla="*/ 6010149 h 6480174"/>
              <a:gd name="connsiteX157" fmla="*/ 1209088 w 11520488"/>
              <a:gd name="connsiteY157" fmla="*/ 6009790 h 6480174"/>
              <a:gd name="connsiteX158" fmla="*/ 1003454 w 11520488"/>
              <a:gd name="connsiteY158" fmla="*/ 6009585 h 6480174"/>
              <a:gd name="connsiteX159" fmla="*/ 1002838 w 11520488"/>
              <a:gd name="connsiteY159" fmla="*/ 6009944 h 6480174"/>
              <a:gd name="connsiteX160" fmla="*/ 999300 w 11520488"/>
              <a:gd name="connsiteY160" fmla="*/ 6016096 h 6480174"/>
              <a:gd name="connsiteX161" fmla="*/ 999300 w 11520488"/>
              <a:gd name="connsiteY161" fmla="*/ 6016762 h 6480174"/>
              <a:gd name="connsiteX162" fmla="*/ 1002838 w 11520488"/>
              <a:gd name="connsiteY162" fmla="*/ 6022915 h 6480174"/>
              <a:gd name="connsiteX163" fmla="*/ 1003454 w 11520488"/>
              <a:gd name="connsiteY163" fmla="*/ 6023273 h 6480174"/>
              <a:gd name="connsiteX164" fmla="*/ 1010528 w 11520488"/>
              <a:gd name="connsiteY164" fmla="*/ 6023273 h 6480174"/>
              <a:gd name="connsiteX165" fmla="*/ 1011143 w 11520488"/>
              <a:gd name="connsiteY165" fmla="*/ 6022915 h 6480174"/>
              <a:gd name="connsiteX166" fmla="*/ 1014681 w 11520488"/>
              <a:gd name="connsiteY166" fmla="*/ 6016762 h 6480174"/>
              <a:gd name="connsiteX167" fmla="*/ 1014681 w 11520488"/>
              <a:gd name="connsiteY167" fmla="*/ 6016096 h 6480174"/>
              <a:gd name="connsiteX168" fmla="*/ 1011143 w 11520488"/>
              <a:gd name="connsiteY168" fmla="*/ 6009944 h 6480174"/>
              <a:gd name="connsiteX169" fmla="*/ 1010528 w 11520488"/>
              <a:gd name="connsiteY169" fmla="*/ 6009585 h 6480174"/>
              <a:gd name="connsiteX170" fmla="*/ 804895 w 11520488"/>
              <a:gd name="connsiteY170" fmla="*/ 6009585 h 6480174"/>
              <a:gd name="connsiteX171" fmla="*/ 804279 w 11520488"/>
              <a:gd name="connsiteY171" fmla="*/ 6009944 h 6480174"/>
              <a:gd name="connsiteX172" fmla="*/ 800741 w 11520488"/>
              <a:gd name="connsiteY172" fmla="*/ 6016096 h 6480174"/>
              <a:gd name="connsiteX173" fmla="*/ 800741 w 11520488"/>
              <a:gd name="connsiteY173" fmla="*/ 6016762 h 6480174"/>
              <a:gd name="connsiteX174" fmla="*/ 804279 w 11520488"/>
              <a:gd name="connsiteY174" fmla="*/ 6022915 h 6480174"/>
              <a:gd name="connsiteX175" fmla="*/ 804895 w 11520488"/>
              <a:gd name="connsiteY175" fmla="*/ 6023273 h 6480174"/>
              <a:gd name="connsiteX176" fmla="*/ 811969 w 11520488"/>
              <a:gd name="connsiteY176" fmla="*/ 6023273 h 6480174"/>
              <a:gd name="connsiteX177" fmla="*/ 812584 w 11520488"/>
              <a:gd name="connsiteY177" fmla="*/ 6022915 h 6480174"/>
              <a:gd name="connsiteX178" fmla="*/ 816122 w 11520488"/>
              <a:gd name="connsiteY178" fmla="*/ 6016762 h 6480174"/>
              <a:gd name="connsiteX179" fmla="*/ 816122 w 11520488"/>
              <a:gd name="connsiteY179" fmla="*/ 6016096 h 6480174"/>
              <a:gd name="connsiteX180" fmla="*/ 812584 w 11520488"/>
              <a:gd name="connsiteY180" fmla="*/ 6009944 h 6480174"/>
              <a:gd name="connsiteX181" fmla="*/ 811969 w 11520488"/>
              <a:gd name="connsiteY181" fmla="*/ 6009585 h 6480174"/>
              <a:gd name="connsiteX182" fmla="*/ 1598954 w 11520488"/>
              <a:gd name="connsiteY182" fmla="*/ 6000765 h 6480174"/>
              <a:gd name="connsiteX183" fmla="*/ 1598954 w 11520488"/>
              <a:gd name="connsiteY183" fmla="*/ 6017274 h 6480174"/>
              <a:gd name="connsiteX184" fmla="*/ 1606850 w 11520488"/>
              <a:gd name="connsiteY184" fmla="*/ 6017274 h 6480174"/>
              <a:gd name="connsiteX185" fmla="*/ 1617462 w 11520488"/>
              <a:gd name="connsiteY185" fmla="*/ 6009379 h 6480174"/>
              <a:gd name="connsiteX186" fmla="*/ 1606183 w 11520488"/>
              <a:gd name="connsiteY186" fmla="*/ 6000765 h 6480174"/>
              <a:gd name="connsiteX187" fmla="*/ 598696 w 11520488"/>
              <a:gd name="connsiteY187" fmla="*/ 5999843 h 6480174"/>
              <a:gd name="connsiteX188" fmla="*/ 598696 w 11520488"/>
              <a:gd name="connsiteY188" fmla="*/ 6033322 h 6480174"/>
              <a:gd name="connsiteX189" fmla="*/ 603106 w 11520488"/>
              <a:gd name="connsiteY189" fmla="*/ 6033322 h 6480174"/>
              <a:gd name="connsiteX190" fmla="*/ 620536 w 11520488"/>
              <a:gd name="connsiteY190" fmla="*/ 6016557 h 6480174"/>
              <a:gd name="connsiteX191" fmla="*/ 603106 w 11520488"/>
              <a:gd name="connsiteY191" fmla="*/ 5999843 h 6480174"/>
              <a:gd name="connsiteX192" fmla="*/ 1589419 w 11520488"/>
              <a:gd name="connsiteY192" fmla="*/ 5993281 h 6480174"/>
              <a:gd name="connsiteX193" fmla="*/ 1605978 w 11520488"/>
              <a:gd name="connsiteY193" fmla="*/ 5993281 h 6480174"/>
              <a:gd name="connsiteX194" fmla="*/ 1627305 w 11520488"/>
              <a:gd name="connsiteY194" fmla="*/ 6009328 h 6480174"/>
              <a:gd name="connsiteX195" fmla="*/ 1627254 w 11520488"/>
              <a:gd name="connsiteY195" fmla="*/ 6009328 h 6480174"/>
              <a:gd name="connsiteX196" fmla="*/ 1606235 w 11520488"/>
              <a:gd name="connsiteY196" fmla="*/ 6024708 h 6480174"/>
              <a:gd name="connsiteX197" fmla="*/ 1598954 w 11520488"/>
              <a:gd name="connsiteY197" fmla="*/ 6024708 h 6480174"/>
              <a:gd name="connsiteX198" fmla="*/ 1598954 w 11520488"/>
              <a:gd name="connsiteY198" fmla="*/ 6041729 h 6480174"/>
              <a:gd name="connsiteX199" fmla="*/ 1589419 w 11520488"/>
              <a:gd name="connsiteY199" fmla="*/ 6041729 h 6480174"/>
              <a:gd name="connsiteX200" fmla="*/ 589161 w 11520488"/>
              <a:gd name="connsiteY200" fmla="*/ 5992358 h 6480174"/>
              <a:gd name="connsiteX201" fmla="*/ 603516 w 11520488"/>
              <a:gd name="connsiteY201" fmla="*/ 5992358 h 6480174"/>
              <a:gd name="connsiteX202" fmla="*/ 630431 w 11520488"/>
              <a:gd name="connsiteY202" fmla="*/ 6016557 h 6480174"/>
              <a:gd name="connsiteX203" fmla="*/ 603516 w 11520488"/>
              <a:gd name="connsiteY203" fmla="*/ 6040806 h 6480174"/>
              <a:gd name="connsiteX204" fmla="*/ 589161 w 11520488"/>
              <a:gd name="connsiteY204" fmla="*/ 6040806 h 6480174"/>
              <a:gd name="connsiteX205" fmla="*/ 1567322 w 11520488"/>
              <a:gd name="connsiteY205" fmla="*/ 5948370 h 6480174"/>
              <a:gd name="connsiteX206" fmla="*/ 1561375 w 11520488"/>
              <a:gd name="connsiteY206" fmla="*/ 5951805 h 6480174"/>
              <a:gd name="connsiteX207" fmla="*/ 1525949 w 11520488"/>
              <a:gd name="connsiteY207" fmla="*/ 6013122 h 6480174"/>
              <a:gd name="connsiteX208" fmla="*/ 1525949 w 11520488"/>
              <a:gd name="connsiteY208" fmla="*/ 6019992 h 6480174"/>
              <a:gd name="connsiteX209" fmla="*/ 1561375 w 11520488"/>
              <a:gd name="connsiteY209" fmla="*/ 6081308 h 6480174"/>
              <a:gd name="connsiteX210" fmla="*/ 1567322 w 11520488"/>
              <a:gd name="connsiteY210" fmla="*/ 6084743 h 6480174"/>
              <a:gd name="connsiteX211" fmla="*/ 1638123 w 11520488"/>
              <a:gd name="connsiteY211" fmla="*/ 6084743 h 6480174"/>
              <a:gd name="connsiteX212" fmla="*/ 1644070 w 11520488"/>
              <a:gd name="connsiteY212" fmla="*/ 6081308 h 6480174"/>
              <a:gd name="connsiteX213" fmla="*/ 1679495 w 11520488"/>
              <a:gd name="connsiteY213" fmla="*/ 6019992 h 6480174"/>
              <a:gd name="connsiteX214" fmla="*/ 1679495 w 11520488"/>
              <a:gd name="connsiteY214" fmla="*/ 6013122 h 6480174"/>
              <a:gd name="connsiteX215" fmla="*/ 1644070 w 11520488"/>
              <a:gd name="connsiteY215" fmla="*/ 5951805 h 6480174"/>
              <a:gd name="connsiteX216" fmla="*/ 1638123 w 11520488"/>
              <a:gd name="connsiteY216" fmla="*/ 5948370 h 6480174"/>
              <a:gd name="connsiteX217" fmla="*/ 574396 w 11520488"/>
              <a:gd name="connsiteY217" fmla="*/ 5948370 h 6480174"/>
              <a:gd name="connsiteX218" fmla="*/ 568448 w 11520488"/>
              <a:gd name="connsiteY218" fmla="*/ 5951805 h 6480174"/>
              <a:gd name="connsiteX219" fmla="*/ 533023 w 11520488"/>
              <a:gd name="connsiteY219" fmla="*/ 6013122 h 6480174"/>
              <a:gd name="connsiteX220" fmla="*/ 533023 w 11520488"/>
              <a:gd name="connsiteY220" fmla="*/ 6019991 h 6480174"/>
              <a:gd name="connsiteX221" fmla="*/ 568448 w 11520488"/>
              <a:gd name="connsiteY221" fmla="*/ 6081307 h 6480174"/>
              <a:gd name="connsiteX222" fmla="*/ 574396 w 11520488"/>
              <a:gd name="connsiteY222" fmla="*/ 6084742 h 6480174"/>
              <a:gd name="connsiteX223" fmla="*/ 645197 w 11520488"/>
              <a:gd name="connsiteY223" fmla="*/ 6084742 h 6480174"/>
              <a:gd name="connsiteX224" fmla="*/ 651144 w 11520488"/>
              <a:gd name="connsiteY224" fmla="*/ 6081307 h 6480174"/>
              <a:gd name="connsiteX225" fmla="*/ 686569 w 11520488"/>
              <a:gd name="connsiteY225" fmla="*/ 6019991 h 6480174"/>
              <a:gd name="connsiteX226" fmla="*/ 686569 w 11520488"/>
              <a:gd name="connsiteY226" fmla="*/ 6013122 h 6480174"/>
              <a:gd name="connsiteX227" fmla="*/ 651144 w 11520488"/>
              <a:gd name="connsiteY227" fmla="*/ 5951805 h 6480174"/>
              <a:gd name="connsiteX228" fmla="*/ 645197 w 11520488"/>
              <a:gd name="connsiteY228" fmla="*/ 5948370 h 6480174"/>
              <a:gd name="connsiteX229" fmla="*/ 0 w 11520488"/>
              <a:gd name="connsiteY229" fmla="*/ 0 h 6480174"/>
              <a:gd name="connsiteX230" fmla="*/ 11520488 w 11520488"/>
              <a:gd name="connsiteY230" fmla="*/ 0 h 6480174"/>
              <a:gd name="connsiteX231" fmla="*/ 11520488 w 11520488"/>
              <a:gd name="connsiteY231" fmla="*/ 6480174 h 6480174"/>
              <a:gd name="connsiteX232" fmla="*/ 0 w 11520488"/>
              <a:gd name="connsiteY232" fmla="*/ 6480174 h 6480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</a:cxnLst>
            <a:rect l="l" t="t" r="r" b="b"/>
            <a:pathLst>
              <a:path w="11520488" h="6480174">
                <a:moveTo>
                  <a:pt x="1400626" y="6179179"/>
                </a:moveTo>
                <a:cubicBezTo>
                  <a:pt x="1400626" y="6179179"/>
                  <a:pt x="1400164" y="6179333"/>
                  <a:pt x="1400011" y="6179538"/>
                </a:cubicBezTo>
                <a:lnTo>
                  <a:pt x="1396472" y="6185690"/>
                </a:lnTo>
                <a:cubicBezTo>
                  <a:pt x="1396472" y="6185690"/>
                  <a:pt x="1396370" y="6186151"/>
                  <a:pt x="1396472" y="6186356"/>
                </a:cubicBezTo>
                <a:lnTo>
                  <a:pt x="1400011" y="6192508"/>
                </a:lnTo>
                <a:cubicBezTo>
                  <a:pt x="1400011" y="6192508"/>
                  <a:pt x="1400369" y="6192867"/>
                  <a:pt x="1400626" y="6192867"/>
                </a:cubicBezTo>
                <a:lnTo>
                  <a:pt x="1407700" y="6192867"/>
                </a:lnTo>
                <a:cubicBezTo>
                  <a:pt x="1407700" y="6192867"/>
                  <a:pt x="1408162" y="6192714"/>
                  <a:pt x="1408315" y="6192508"/>
                </a:cubicBezTo>
                <a:lnTo>
                  <a:pt x="1411853" y="6186356"/>
                </a:lnTo>
                <a:cubicBezTo>
                  <a:pt x="1411853" y="6186356"/>
                  <a:pt x="1411955" y="6185895"/>
                  <a:pt x="1411853" y="6185690"/>
                </a:cubicBezTo>
                <a:lnTo>
                  <a:pt x="1408315" y="6179538"/>
                </a:lnTo>
                <a:cubicBezTo>
                  <a:pt x="1408315" y="6179538"/>
                  <a:pt x="1407957" y="6179179"/>
                  <a:pt x="1407700" y="6179179"/>
                </a:cubicBezTo>
                <a:close/>
                <a:moveTo>
                  <a:pt x="1996304" y="6178974"/>
                </a:moveTo>
                <a:cubicBezTo>
                  <a:pt x="1996304" y="6178974"/>
                  <a:pt x="1995842" y="6179128"/>
                  <a:pt x="1995689" y="6179333"/>
                </a:cubicBezTo>
                <a:lnTo>
                  <a:pt x="1992151" y="6185485"/>
                </a:lnTo>
                <a:cubicBezTo>
                  <a:pt x="1992151" y="6185485"/>
                  <a:pt x="1992049" y="6185946"/>
                  <a:pt x="1992151" y="6186151"/>
                </a:cubicBezTo>
                <a:lnTo>
                  <a:pt x="1995689" y="6192303"/>
                </a:lnTo>
                <a:cubicBezTo>
                  <a:pt x="1995689" y="6192303"/>
                  <a:pt x="1996048" y="6192662"/>
                  <a:pt x="1996304" y="6192662"/>
                </a:cubicBezTo>
                <a:lnTo>
                  <a:pt x="2003379" y="6192662"/>
                </a:lnTo>
                <a:cubicBezTo>
                  <a:pt x="2003379" y="6192662"/>
                  <a:pt x="2003841" y="6192508"/>
                  <a:pt x="2003994" y="6192303"/>
                </a:cubicBezTo>
                <a:lnTo>
                  <a:pt x="2007532" y="6186151"/>
                </a:lnTo>
                <a:cubicBezTo>
                  <a:pt x="2007532" y="6186151"/>
                  <a:pt x="2007634" y="6185690"/>
                  <a:pt x="2007532" y="6185485"/>
                </a:cubicBezTo>
                <a:lnTo>
                  <a:pt x="2003994" y="6179333"/>
                </a:lnTo>
                <a:cubicBezTo>
                  <a:pt x="2003994" y="6179333"/>
                  <a:pt x="2003636" y="6178974"/>
                  <a:pt x="2003379" y="6178974"/>
                </a:cubicBezTo>
                <a:close/>
                <a:moveTo>
                  <a:pt x="1797745" y="6178974"/>
                </a:moveTo>
                <a:cubicBezTo>
                  <a:pt x="1797745" y="6178974"/>
                  <a:pt x="1797283" y="6179128"/>
                  <a:pt x="1797130" y="6179333"/>
                </a:cubicBezTo>
                <a:lnTo>
                  <a:pt x="1793591" y="6185485"/>
                </a:lnTo>
                <a:cubicBezTo>
                  <a:pt x="1793591" y="6185485"/>
                  <a:pt x="1793489" y="6185946"/>
                  <a:pt x="1793591" y="6186151"/>
                </a:cubicBezTo>
                <a:lnTo>
                  <a:pt x="1797130" y="6192303"/>
                </a:lnTo>
                <a:cubicBezTo>
                  <a:pt x="1797130" y="6192303"/>
                  <a:pt x="1797488" y="6192662"/>
                  <a:pt x="1797745" y="6192662"/>
                </a:cubicBezTo>
                <a:lnTo>
                  <a:pt x="1804819" y="6192662"/>
                </a:lnTo>
                <a:cubicBezTo>
                  <a:pt x="1804819" y="6192662"/>
                  <a:pt x="1805281" y="6192508"/>
                  <a:pt x="1805434" y="6192303"/>
                </a:cubicBezTo>
                <a:lnTo>
                  <a:pt x="1808972" y="6186151"/>
                </a:lnTo>
                <a:cubicBezTo>
                  <a:pt x="1808972" y="6186151"/>
                  <a:pt x="1809074" y="6185690"/>
                  <a:pt x="1808972" y="6185485"/>
                </a:cubicBezTo>
                <a:lnTo>
                  <a:pt x="1805434" y="6179333"/>
                </a:lnTo>
                <a:cubicBezTo>
                  <a:pt x="1805434" y="6179333"/>
                  <a:pt x="1805076" y="6178974"/>
                  <a:pt x="1804819" y="6178974"/>
                </a:cubicBezTo>
                <a:close/>
                <a:moveTo>
                  <a:pt x="1599184" y="6178974"/>
                </a:moveTo>
                <a:cubicBezTo>
                  <a:pt x="1599184" y="6178974"/>
                  <a:pt x="1598722" y="6179128"/>
                  <a:pt x="1598569" y="6179333"/>
                </a:cubicBezTo>
                <a:lnTo>
                  <a:pt x="1595031" y="6185485"/>
                </a:lnTo>
                <a:cubicBezTo>
                  <a:pt x="1595031" y="6185485"/>
                  <a:pt x="1594929" y="6185946"/>
                  <a:pt x="1595031" y="6186151"/>
                </a:cubicBezTo>
                <a:lnTo>
                  <a:pt x="1598569" y="6192303"/>
                </a:lnTo>
                <a:cubicBezTo>
                  <a:pt x="1598569" y="6192303"/>
                  <a:pt x="1598928" y="6192662"/>
                  <a:pt x="1599184" y="6192662"/>
                </a:cubicBezTo>
                <a:lnTo>
                  <a:pt x="1606259" y="6192662"/>
                </a:lnTo>
                <a:cubicBezTo>
                  <a:pt x="1606259" y="6192662"/>
                  <a:pt x="1606721" y="6192508"/>
                  <a:pt x="1606874" y="6192303"/>
                </a:cubicBezTo>
                <a:lnTo>
                  <a:pt x="1610412" y="6186151"/>
                </a:lnTo>
                <a:cubicBezTo>
                  <a:pt x="1610412" y="6186151"/>
                  <a:pt x="1610514" y="6185690"/>
                  <a:pt x="1610412" y="6185485"/>
                </a:cubicBezTo>
                <a:lnTo>
                  <a:pt x="1606874" y="6179333"/>
                </a:lnTo>
                <a:cubicBezTo>
                  <a:pt x="1606874" y="6179333"/>
                  <a:pt x="1606516" y="6178974"/>
                  <a:pt x="1606259" y="6178974"/>
                </a:cubicBezTo>
                <a:close/>
                <a:moveTo>
                  <a:pt x="1202014" y="6178974"/>
                </a:moveTo>
                <a:cubicBezTo>
                  <a:pt x="1202014" y="6178974"/>
                  <a:pt x="1201552" y="6179128"/>
                  <a:pt x="1201399" y="6179333"/>
                </a:cubicBezTo>
                <a:lnTo>
                  <a:pt x="1197860" y="6185485"/>
                </a:lnTo>
                <a:cubicBezTo>
                  <a:pt x="1197860" y="6185485"/>
                  <a:pt x="1197758" y="6185946"/>
                  <a:pt x="1197860" y="6186151"/>
                </a:cubicBezTo>
                <a:lnTo>
                  <a:pt x="1201399" y="6192303"/>
                </a:lnTo>
                <a:cubicBezTo>
                  <a:pt x="1201399" y="6192303"/>
                  <a:pt x="1201757" y="6192662"/>
                  <a:pt x="1202014" y="6192662"/>
                </a:cubicBezTo>
                <a:lnTo>
                  <a:pt x="1209088" y="6192662"/>
                </a:lnTo>
                <a:cubicBezTo>
                  <a:pt x="1209088" y="6192662"/>
                  <a:pt x="1209550" y="6192508"/>
                  <a:pt x="1209703" y="6192303"/>
                </a:cubicBezTo>
                <a:lnTo>
                  <a:pt x="1213241" y="6186151"/>
                </a:lnTo>
                <a:cubicBezTo>
                  <a:pt x="1213241" y="6186151"/>
                  <a:pt x="1213343" y="6185690"/>
                  <a:pt x="1213241" y="6185485"/>
                </a:cubicBezTo>
                <a:lnTo>
                  <a:pt x="1209703" y="6179333"/>
                </a:lnTo>
                <a:cubicBezTo>
                  <a:pt x="1209703" y="6179333"/>
                  <a:pt x="1209345" y="6178974"/>
                  <a:pt x="1209088" y="6178974"/>
                </a:cubicBezTo>
                <a:close/>
                <a:moveTo>
                  <a:pt x="804895" y="6178974"/>
                </a:moveTo>
                <a:cubicBezTo>
                  <a:pt x="804895" y="6178974"/>
                  <a:pt x="804432" y="6179128"/>
                  <a:pt x="804279" y="6179333"/>
                </a:cubicBezTo>
                <a:lnTo>
                  <a:pt x="800741" y="6185485"/>
                </a:lnTo>
                <a:cubicBezTo>
                  <a:pt x="800741" y="6185485"/>
                  <a:pt x="800639" y="6185946"/>
                  <a:pt x="800741" y="6186151"/>
                </a:cubicBezTo>
                <a:lnTo>
                  <a:pt x="804279" y="6192303"/>
                </a:lnTo>
                <a:cubicBezTo>
                  <a:pt x="804279" y="6192303"/>
                  <a:pt x="804637" y="6192662"/>
                  <a:pt x="804895" y="6192662"/>
                </a:cubicBezTo>
                <a:lnTo>
                  <a:pt x="811969" y="6192662"/>
                </a:lnTo>
                <a:cubicBezTo>
                  <a:pt x="811969" y="6192662"/>
                  <a:pt x="812431" y="6192508"/>
                  <a:pt x="812584" y="6192303"/>
                </a:cubicBezTo>
                <a:lnTo>
                  <a:pt x="816122" y="6186151"/>
                </a:lnTo>
                <a:cubicBezTo>
                  <a:pt x="816122" y="6186151"/>
                  <a:pt x="816224" y="6185690"/>
                  <a:pt x="816122" y="6185485"/>
                </a:cubicBezTo>
                <a:lnTo>
                  <a:pt x="812584" y="6179333"/>
                </a:lnTo>
                <a:cubicBezTo>
                  <a:pt x="812584" y="6179333"/>
                  <a:pt x="812226" y="6178974"/>
                  <a:pt x="811969" y="6178974"/>
                </a:cubicBezTo>
                <a:close/>
                <a:moveTo>
                  <a:pt x="606335" y="6178974"/>
                </a:moveTo>
                <a:cubicBezTo>
                  <a:pt x="606335" y="6178974"/>
                  <a:pt x="605872" y="6179128"/>
                  <a:pt x="605719" y="6179333"/>
                </a:cubicBezTo>
                <a:lnTo>
                  <a:pt x="602181" y="6185485"/>
                </a:lnTo>
                <a:cubicBezTo>
                  <a:pt x="602181" y="6185485"/>
                  <a:pt x="602079" y="6185946"/>
                  <a:pt x="602181" y="6186151"/>
                </a:cubicBezTo>
                <a:lnTo>
                  <a:pt x="605719" y="6192303"/>
                </a:lnTo>
                <a:cubicBezTo>
                  <a:pt x="605719" y="6192303"/>
                  <a:pt x="606077" y="6192662"/>
                  <a:pt x="606335" y="6192662"/>
                </a:cubicBezTo>
                <a:lnTo>
                  <a:pt x="613409" y="6192662"/>
                </a:lnTo>
                <a:cubicBezTo>
                  <a:pt x="613409" y="6192662"/>
                  <a:pt x="613871" y="6192508"/>
                  <a:pt x="614024" y="6192303"/>
                </a:cubicBezTo>
                <a:lnTo>
                  <a:pt x="617562" y="6186151"/>
                </a:lnTo>
                <a:cubicBezTo>
                  <a:pt x="617562" y="6186151"/>
                  <a:pt x="617664" y="6185690"/>
                  <a:pt x="617562" y="6185485"/>
                </a:cubicBezTo>
                <a:lnTo>
                  <a:pt x="614024" y="6179333"/>
                </a:lnTo>
                <a:cubicBezTo>
                  <a:pt x="614024" y="6179333"/>
                  <a:pt x="613666" y="6178974"/>
                  <a:pt x="613409" y="6178974"/>
                </a:cubicBezTo>
                <a:close/>
                <a:moveTo>
                  <a:pt x="982333" y="6162670"/>
                </a:moveTo>
                <a:lnTo>
                  <a:pt x="996227" y="6162670"/>
                </a:lnTo>
                <a:lnTo>
                  <a:pt x="1007967" y="6200404"/>
                </a:lnTo>
                <a:lnTo>
                  <a:pt x="1019399" y="6162670"/>
                </a:lnTo>
                <a:lnTo>
                  <a:pt x="1033447" y="6162670"/>
                </a:lnTo>
                <a:lnTo>
                  <a:pt x="1033447" y="6211118"/>
                </a:lnTo>
                <a:lnTo>
                  <a:pt x="1024578" y="6211118"/>
                </a:lnTo>
                <a:lnTo>
                  <a:pt x="1024578" y="6174719"/>
                </a:lnTo>
                <a:lnTo>
                  <a:pt x="1012683" y="6211118"/>
                </a:lnTo>
                <a:lnTo>
                  <a:pt x="1003199" y="6211118"/>
                </a:lnTo>
                <a:lnTo>
                  <a:pt x="991253" y="6174719"/>
                </a:lnTo>
                <a:lnTo>
                  <a:pt x="991202" y="6174719"/>
                </a:lnTo>
                <a:lnTo>
                  <a:pt x="991202" y="6211118"/>
                </a:lnTo>
                <a:lnTo>
                  <a:pt x="982333" y="6211118"/>
                </a:lnTo>
                <a:close/>
                <a:moveTo>
                  <a:pt x="971567" y="6117760"/>
                </a:moveTo>
                <a:cubicBezTo>
                  <a:pt x="969106" y="6117760"/>
                  <a:pt x="966851" y="6119093"/>
                  <a:pt x="965619" y="6121195"/>
                </a:cubicBezTo>
                <a:lnTo>
                  <a:pt x="930194" y="6182511"/>
                </a:lnTo>
                <a:cubicBezTo>
                  <a:pt x="928963" y="6184665"/>
                  <a:pt x="928963" y="6187280"/>
                  <a:pt x="930194" y="6189381"/>
                </a:cubicBezTo>
                <a:lnTo>
                  <a:pt x="965619" y="6250697"/>
                </a:lnTo>
                <a:cubicBezTo>
                  <a:pt x="966851" y="6252851"/>
                  <a:pt x="969106" y="6254132"/>
                  <a:pt x="971567" y="6254132"/>
                </a:cubicBezTo>
                <a:lnTo>
                  <a:pt x="1042368" y="6254132"/>
                </a:lnTo>
                <a:cubicBezTo>
                  <a:pt x="1044829" y="6254132"/>
                  <a:pt x="1047084" y="6252799"/>
                  <a:pt x="1048315" y="6250697"/>
                </a:cubicBezTo>
                <a:lnTo>
                  <a:pt x="1083740" y="6189381"/>
                </a:lnTo>
                <a:cubicBezTo>
                  <a:pt x="1084971" y="6187228"/>
                  <a:pt x="1084971" y="6184614"/>
                  <a:pt x="1083740" y="6182511"/>
                </a:cubicBezTo>
                <a:lnTo>
                  <a:pt x="1048315" y="6121195"/>
                </a:lnTo>
                <a:cubicBezTo>
                  <a:pt x="1047084" y="6119042"/>
                  <a:pt x="1044829" y="6117760"/>
                  <a:pt x="1042368" y="6117760"/>
                </a:cubicBezTo>
                <a:close/>
                <a:moveTo>
                  <a:pt x="1996355" y="6009790"/>
                </a:moveTo>
                <a:cubicBezTo>
                  <a:pt x="1996355" y="6009790"/>
                  <a:pt x="1995893" y="6009944"/>
                  <a:pt x="1995740" y="6010149"/>
                </a:cubicBezTo>
                <a:lnTo>
                  <a:pt x="1992202" y="6016301"/>
                </a:lnTo>
                <a:cubicBezTo>
                  <a:pt x="1992202" y="6016301"/>
                  <a:pt x="1992100" y="6016762"/>
                  <a:pt x="1992202" y="6016967"/>
                </a:cubicBezTo>
                <a:lnTo>
                  <a:pt x="1995740" y="6023119"/>
                </a:lnTo>
                <a:cubicBezTo>
                  <a:pt x="1995740" y="6023119"/>
                  <a:pt x="1996099" y="6023478"/>
                  <a:pt x="1996355" y="6023478"/>
                </a:cubicBezTo>
                <a:lnTo>
                  <a:pt x="2003430" y="6023478"/>
                </a:lnTo>
                <a:cubicBezTo>
                  <a:pt x="2003430" y="6023478"/>
                  <a:pt x="2003892" y="6023324"/>
                  <a:pt x="2004045" y="6023119"/>
                </a:cubicBezTo>
                <a:lnTo>
                  <a:pt x="2007583" y="6016967"/>
                </a:lnTo>
                <a:cubicBezTo>
                  <a:pt x="2007583" y="6016967"/>
                  <a:pt x="2007685" y="6016506"/>
                  <a:pt x="2007583" y="6016301"/>
                </a:cubicBezTo>
                <a:lnTo>
                  <a:pt x="2004045" y="6010149"/>
                </a:lnTo>
                <a:cubicBezTo>
                  <a:pt x="2004045" y="6010149"/>
                  <a:pt x="2003687" y="6009790"/>
                  <a:pt x="2003430" y="6009790"/>
                </a:cubicBezTo>
                <a:close/>
                <a:moveTo>
                  <a:pt x="1797745" y="6009790"/>
                </a:moveTo>
                <a:cubicBezTo>
                  <a:pt x="1797745" y="6009790"/>
                  <a:pt x="1797283" y="6009944"/>
                  <a:pt x="1797130" y="6010149"/>
                </a:cubicBezTo>
                <a:lnTo>
                  <a:pt x="1793591" y="6016301"/>
                </a:lnTo>
                <a:cubicBezTo>
                  <a:pt x="1793591" y="6016301"/>
                  <a:pt x="1793489" y="6016762"/>
                  <a:pt x="1793591" y="6016967"/>
                </a:cubicBezTo>
                <a:lnTo>
                  <a:pt x="1797130" y="6023119"/>
                </a:lnTo>
                <a:cubicBezTo>
                  <a:pt x="1797130" y="6023119"/>
                  <a:pt x="1797488" y="6023478"/>
                  <a:pt x="1797745" y="6023478"/>
                </a:cubicBezTo>
                <a:lnTo>
                  <a:pt x="1804819" y="6023478"/>
                </a:lnTo>
                <a:cubicBezTo>
                  <a:pt x="1804819" y="6023478"/>
                  <a:pt x="1805281" y="6023324"/>
                  <a:pt x="1805434" y="6023119"/>
                </a:cubicBezTo>
                <a:lnTo>
                  <a:pt x="1808972" y="6016967"/>
                </a:lnTo>
                <a:cubicBezTo>
                  <a:pt x="1808972" y="6016967"/>
                  <a:pt x="1809074" y="6016506"/>
                  <a:pt x="1808972" y="6016301"/>
                </a:cubicBezTo>
                <a:lnTo>
                  <a:pt x="1805434" y="6010149"/>
                </a:lnTo>
                <a:cubicBezTo>
                  <a:pt x="1805434" y="6010149"/>
                  <a:pt x="1805076" y="6009790"/>
                  <a:pt x="1804819" y="6009790"/>
                </a:cubicBezTo>
                <a:close/>
                <a:moveTo>
                  <a:pt x="1400625" y="6009790"/>
                </a:moveTo>
                <a:cubicBezTo>
                  <a:pt x="1400625" y="6009790"/>
                  <a:pt x="1400163" y="6009944"/>
                  <a:pt x="1400010" y="6010149"/>
                </a:cubicBezTo>
                <a:lnTo>
                  <a:pt x="1396472" y="6016301"/>
                </a:lnTo>
                <a:cubicBezTo>
                  <a:pt x="1396472" y="6016301"/>
                  <a:pt x="1396370" y="6016762"/>
                  <a:pt x="1396472" y="6016967"/>
                </a:cubicBezTo>
                <a:lnTo>
                  <a:pt x="1400010" y="6023119"/>
                </a:lnTo>
                <a:cubicBezTo>
                  <a:pt x="1400010" y="6023119"/>
                  <a:pt x="1400369" y="6023478"/>
                  <a:pt x="1400625" y="6023478"/>
                </a:cubicBezTo>
                <a:lnTo>
                  <a:pt x="1407700" y="6023478"/>
                </a:lnTo>
                <a:cubicBezTo>
                  <a:pt x="1407700" y="6023478"/>
                  <a:pt x="1408162" y="6023324"/>
                  <a:pt x="1408315" y="6023119"/>
                </a:cubicBezTo>
                <a:lnTo>
                  <a:pt x="1411853" y="6016967"/>
                </a:lnTo>
                <a:cubicBezTo>
                  <a:pt x="1411853" y="6016967"/>
                  <a:pt x="1411955" y="6016506"/>
                  <a:pt x="1411853" y="6016301"/>
                </a:cubicBezTo>
                <a:lnTo>
                  <a:pt x="1408315" y="6010149"/>
                </a:lnTo>
                <a:cubicBezTo>
                  <a:pt x="1408315" y="6010149"/>
                  <a:pt x="1407957" y="6009790"/>
                  <a:pt x="1407700" y="6009790"/>
                </a:cubicBezTo>
                <a:close/>
                <a:moveTo>
                  <a:pt x="1202013" y="6009790"/>
                </a:moveTo>
                <a:cubicBezTo>
                  <a:pt x="1202013" y="6009790"/>
                  <a:pt x="1201551" y="6009944"/>
                  <a:pt x="1201398" y="6010149"/>
                </a:cubicBezTo>
                <a:lnTo>
                  <a:pt x="1197860" y="6016301"/>
                </a:lnTo>
                <a:cubicBezTo>
                  <a:pt x="1197860" y="6016301"/>
                  <a:pt x="1197758" y="6016762"/>
                  <a:pt x="1197860" y="6016967"/>
                </a:cubicBezTo>
                <a:lnTo>
                  <a:pt x="1201398" y="6023119"/>
                </a:lnTo>
                <a:cubicBezTo>
                  <a:pt x="1201398" y="6023119"/>
                  <a:pt x="1201757" y="6023478"/>
                  <a:pt x="1202013" y="6023478"/>
                </a:cubicBezTo>
                <a:lnTo>
                  <a:pt x="1209088" y="6023478"/>
                </a:lnTo>
                <a:cubicBezTo>
                  <a:pt x="1209088" y="6023478"/>
                  <a:pt x="1209550" y="6023324"/>
                  <a:pt x="1209703" y="6023119"/>
                </a:cubicBezTo>
                <a:lnTo>
                  <a:pt x="1213241" y="6016967"/>
                </a:lnTo>
                <a:cubicBezTo>
                  <a:pt x="1213241" y="6016967"/>
                  <a:pt x="1213343" y="6016506"/>
                  <a:pt x="1213241" y="6016301"/>
                </a:cubicBezTo>
                <a:lnTo>
                  <a:pt x="1209703" y="6010149"/>
                </a:lnTo>
                <a:cubicBezTo>
                  <a:pt x="1209703" y="6010149"/>
                  <a:pt x="1209345" y="6009790"/>
                  <a:pt x="1209088" y="6009790"/>
                </a:cubicBezTo>
                <a:close/>
                <a:moveTo>
                  <a:pt x="1003454" y="6009585"/>
                </a:moveTo>
                <a:cubicBezTo>
                  <a:pt x="1003454" y="6009585"/>
                  <a:pt x="1002992" y="6009739"/>
                  <a:pt x="1002838" y="6009944"/>
                </a:cubicBezTo>
                <a:lnTo>
                  <a:pt x="999300" y="6016096"/>
                </a:lnTo>
                <a:cubicBezTo>
                  <a:pt x="999300" y="6016096"/>
                  <a:pt x="999198" y="6016557"/>
                  <a:pt x="999300" y="6016762"/>
                </a:cubicBezTo>
                <a:lnTo>
                  <a:pt x="1002838" y="6022915"/>
                </a:lnTo>
                <a:cubicBezTo>
                  <a:pt x="1002838" y="6022915"/>
                  <a:pt x="1003196" y="6023273"/>
                  <a:pt x="1003454" y="6023273"/>
                </a:cubicBezTo>
                <a:lnTo>
                  <a:pt x="1010528" y="6023273"/>
                </a:lnTo>
                <a:cubicBezTo>
                  <a:pt x="1010528" y="6023273"/>
                  <a:pt x="1010990" y="6023120"/>
                  <a:pt x="1011143" y="6022915"/>
                </a:cubicBezTo>
                <a:lnTo>
                  <a:pt x="1014681" y="6016762"/>
                </a:lnTo>
                <a:cubicBezTo>
                  <a:pt x="1014681" y="6016762"/>
                  <a:pt x="1014783" y="6016301"/>
                  <a:pt x="1014681" y="6016096"/>
                </a:cubicBezTo>
                <a:lnTo>
                  <a:pt x="1011143" y="6009944"/>
                </a:lnTo>
                <a:cubicBezTo>
                  <a:pt x="1011143" y="6009944"/>
                  <a:pt x="1010785" y="6009585"/>
                  <a:pt x="1010528" y="6009585"/>
                </a:cubicBezTo>
                <a:close/>
                <a:moveTo>
                  <a:pt x="804895" y="6009585"/>
                </a:moveTo>
                <a:cubicBezTo>
                  <a:pt x="804895" y="6009585"/>
                  <a:pt x="804432" y="6009739"/>
                  <a:pt x="804279" y="6009944"/>
                </a:cubicBezTo>
                <a:lnTo>
                  <a:pt x="800741" y="6016096"/>
                </a:lnTo>
                <a:cubicBezTo>
                  <a:pt x="800741" y="6016096"/>
                  <a:pt x="800639" y="6016557"/>
                  <a:pt x="800741" y="6016762"/>
                </a:cubicBezTo>
                <a:lnTo>
                  <a:pt x="804279" y="6022915"/>
                </a:lnTo>
                <a:cubicBezTo>
                  <a:pt x="804279" y="6022915"/>
                  <a:pt x="804637" y="6023273"/>
                  <a:pt x="804895" y="6023273"/>
                </a:cubicBezTo>
                <a:lnTo>
                  <a:pt x="811969" y="6023273"/>
                </a:lnTo>
                <a:cubicBezTo>
                  <a:pt x="811969" y="6023273"/>
                  <a:pt x="812431" y="6023120"/>
                  <a:pt x="812584" y="6022915"/>
                </a:cubicBezTo>
                <a:lnTo>
                  <a:pt x="816122" y="6016762"/>
                </a:lnTo>
                <a:cubicBezTo>
                  <a:pt x="816122" y="6016762"/>
                  <a:pt x="816224" y="6016301"/>
                  <a:pt x="816122" y="6016096"/>
                </a:cubicBezTo>
                <a:lnTo>
                  <a:pt x="812584" y="6009944"/>
                </a:lnTo>
                <a:cubicBezTo>
                  <a:pt x="812584" y="6009944"/>
                  <a:pt x="812226" y="6009585"/>
                  <a:pt x="811969" y="6009585"/>
                </a:cubicBezTo>
                <a:close/>
                <a:moveTo>
                  <a:pt x="1598954" y="6000765"/>
                </a:moveTo>
                <a:lnTo>
                  <a:pt x="1598954" y="6017274"/>
                </a:lnTo>
                <a:lnTo>
                  <a:pt x="1606850" y="6017274"/>
                </a:lnTo>
                <a:cubicBezTo>
                  <a:pt x="1612797" y="6017274"/>
                  <a:pt x="1617462" y="6015788"/>
                  <a:pt x="1617462" y="6009379"/>
                </a:cubicBezTo>
                <a:cubicBezTo>
                  <a:pt x="1617462" y="6001432"/>
                  <a:pt x="1611361" y="6000765"/>
                  <a:pt x="1606183" y="6000765"/>
                </a:cubicBezTo>
                <a:close/>
                <a:moveTo>
                  <a:pt x="598696" y="5999843"/>
                </a:moveTo>
                <a:lnTo>
                  <a:pt x="598696" y="6033322"/>
                </a:lnTo>
                <a:lnTo>
                  <a:pt x="603106" y="6033322"/>
                </a:lnTo>
                <a:cubicBezTo>
                  <a:pt x="611924" y="6033322"/>
                  <a:pt x="620536" y="6031117"/>
                  <a:pt x="620536" y="6016557"/>
                </a:cubicBezTo>
                <a:cubicBezTo>
                  <a:pt x="620536" y="6001996"/>
                  <a:pt x="611924" y="5999843"/>
                  <a:pt x="603106" y="5999843"/>
                </a:cubicBezTo>
                <a:close/>
                <a:moveTo>
                  <a:pt x="1589419" y="5993281"/>
                </a:moveTo>
                <a:lnTo>
                  <a:pt x="1605978" y="5993281"/>
                </a:lnTo>
                <a:cubicBezTo>
                  <a:pt x="1615924" y="5993281"/>
                  <a:pt x="1627305" y="5994665"/>
                  <a:pt x="1627305" y="6009328"/>
                </a:cubicBezTo>
                <a:lnTo>
                  <a:pt x="1627254" y="6009328"/>
                </a:lnTo>
                <a:cubicBezTo>
                  <a:pt x="1627254" y="6021683"/>
                  <a:pt x="1617359" y="6024708"/>
                  <a:pt x="1606235" y="6024708"/>
                </a:cubicBezTo>
                <a:lnTo>
                  <a:pt x="1598954" y="6024708"/>
                </a:lnTo>
                <a:lnTo>
                  <a:pt x="1598954" y="6041729"/>
                </a:lnTo>
                <a:lnTo>
                  <a:pt x="1589419" y="6041729"/>
                </a:lnTo>
                <a:close/>
                <a:moveTo>
                  <a:pt x="589161" y="5992358"/>
                </a:moveTo>
                <a:lnTo>
                  <a:pt x="603516" y="5992358"/>
                </a:lnTo>
                <a:cubicBezTo>
                  <a:pt x="618896" y="5992358"/>
                  <a:pt x="630431" y="5997382"/>
                  <a:pt x="630431" y="6016557"/>
                </a:cubicBezTo>
                <a:cubicBezTo>
                  <a:pt x="630431" y="6035782"/>
                  <a:pt x="618896" y="6040806"/>
                  <a:pt x="603516" y="6040806"/>
                </a:cubicBezTo>
                <a:lnTo>
                  <a:pt x="589161" y="6040806"/>
                </a:lnTo>
                <a:close/>
                <a:moveTo>
                  <a:pt x="1567322" y="5948370"/>
                </a:moveTo>
                <a:cubicBezTo>
                  <a:pt x="1564861" y="5948370"/>
                  <a:pt x="1562606" y="5949703"/>
                  <a:pt x="1561375" y="5951805"/>
                </a:cubicBezTo>
                <a:lnTo>
                  <a:pt x="1525949" y="6013122"/>
                </a:lnTo>
                <a:cubicBezTo>
                  <a:pt x="1524718" y="6015275"/>
                  <a:pt x="1524718" y="6017890"/>
                  <a:pt x="1525949" y="6019992"/>
                </a:cubicBezTo>
                <a:lnTo>
                  <a:pt x="1561375" y="6081308"/>
                </a:lnTo>
                <a:cubicBezTo>
                  <a:pt x="1562606" y="6083462"/>
                  <a:pt x="1564861" y="6084743"/>
                  <a:pt x="1567322" y="6084743"/>
                </a:cubicBezTo>
                <a:lnTo>
                  <a:pt x="1638123" y="6084743"/>
                </a:lnTo>
                <a:cubicBezTo>
                  <a:pt x="1640584" y="6084743"/>
                  <a:pt x="1642839" y="6083410"/>
                  <a:pt x="1644070" y="6081308"/>
                </a:cubicBezTo>
                <a:lnTo>
                  <a:pt x="1679495" y="6019992"/>
                </a:lnTo>
                <a:cubicBezTo>
                  <a:pt x="1680726" y="6017838"/>
                  <a:pt x="1680726" y="6015224"/>
                  <a:pt x="1679495" y="6013122"/>
                </a:cubicBezTo>
                <a:lnTo>
                  <a:pt x="1644070" y="5951805"/>
                </a:lnTo>
                <a:cubicBezTo>
                  <a:pt x="1642839" y="5949651"/>
                  <a:pt x="1640584" y="5948370"/>
                  <a:pt x="1638123" y="5948370"/>
                </a:cubicBezTo>
                <a:close/>
                <a:moveTo>
                  <a:pt x="574396" y="5948370"/>
                </a:moveTo>
                <a:cubicBezTo>
                  <a:pt x="571935" y="5948370"/>
                  <a:pt x="569680" y="5949703"/>
                  <a:pt x="568448" y="5951805"/>
                </a:cubicBezTo>
                <a:lnTo>
                  <a:pt x="533023" y="6013122"/>
                </a:lnTo>
                <a:cubicBezTo>
                  <a:pt x="531792" y="6015275"/>
                  <a:pt x="531792" y="6017890"/>
                  <a:pt x="533023" y="6019991"/>
                </a:cubicBezTo>
                <a:lnTo>
                  <a:pt x="568448" y="6081307"/>
                </a:lnTo>
                <a:cubicBezTo>
                  <a:pt x="569680" y="6083461"/>
                  <a:pt x="571935" y="6084742"/>
                  <a:pt x="574396" y="6084742"/>
                </a:cubicBezTo>
                <a:lnTo>
                  <a:pt x="645197" y="6084742"/>
                </a:lnTo>
                <a:cubicBezTo>
                  <a:pt x="647658" y="6084742"/>
                  <a:pt x="649913" y="6083410"/>
                  <a:pt x="651144" y="6081307"/>
                </a:cubicBezTo>
                <a:lnTo>
                  <a:pt x="686569" y="6019991"/>
                </a:lnTo>
                <a:cubicBezTo>
                  <a:pt x="687800" y="6017838"/>
                  <a:pt x="687800" y="6015224"/>
                  <a:pt x="686569" y="6013122"/>
                </a:cubicBezTo>
                <a:lnTo>
                  <a:pt x="651144" y="5951805"/>
                </a:lnTo>
                <a:cubicBezTo>
                  <a:pt x="649913" y="5949651"/>
                  <a:pt x="647658" y="5948370"/>
                  <a:pt x="645197" y="5948370"/>
                </a:cubicBezTo>
                <a:close/>
                <a:moveTo>
                  <a:pt x="0" y="0"/>
                </a:moveTo>
                <a:lnTo>
                  <a:pt x="11520488" y="0"/>
                </a:lnTo>
                <a:lnTo>
                  <a:pt x="11520488" y="6480174"/>
                </a:lnTo>
                <a:lnTo>
                  <a:pt x="0" y="6480174"/>
                </a:lnTo>
                <a:close/>
              </a:path>
            </a:pathLst>
          </a:custGeom>
        </p:spPr>
        <p:txBody>
          <a:bodyPr wrap="square" tIns="1800000" anchor="t">
            <a:noAutofit/>
          </a:bodyPr>
          <a:lstStyle>
            <a:lvl1pPr marL="0" indent="0" algn="ctr">
              <a:buNone/>
              <a:defRPr sz="952"/>
            </a:lvl1pPr>
          </a:lstStyle>
          <a:p>
            <a:r>
              <a:rPr lang="nb-NO"/>
              <a:t>Klikk på ikonet for å legge til et bilde</a:t>
            </a:r>
            <a:endParaRPr lang="nb-NO" dirty="0"/>
          </a:p>
        </p:txBody>
      </p:sp>
    </p:spTree>
    <p:extLst>
      <p:ext uri="{BB962C8B-B14F-4D97-AF65-F5344CB8AC3E}">
        <p14:creationId xmlns:p14="http://schemas.microsoft.com/office/powerpoint/2010/main" val="113145352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ølg oss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lassholder for dato 3">
            <a:extLst>
              <a:ext uri="{FF2B5EF4-FFF2-40B4-BE49-F238E27FC236}">
                <a16:creationId xmlns:a16="http://schemas.microsoft.com/office/drawing/2014/main" id="{2369545E-40A9-B17C-5006-A63C1DE6F01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7530723" y="7855190"/>
            <a:ext cx="966760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30.11.2023</a:t>
            </a:r>
          </a:p>
        </p:txBody>
      </p:sp>
      <p:sp>
        <p:nvSpPr>
          <p:cNvPr id="5" name="Plassholder for bunntekst 4">
            <a:extLst>
              <a:ext uri="{FF2B5EF4-FFF2-40B4-BE49-F238E27FC236}">
                <a16:creationId xmlns:a16="http://schemas.microsoft.com/office/drawing/2014/main" id="{61DFE73F-38C9-58B7-7CC1-4045FA9535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177556" y="7855190"/>
            <a:ext cx="5272944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Eksempel på bunntekst</a:t>
            </a:r>
          </a:p>
        </p:txBody>
      </p:sp>
      <p:sp>
        <p:nvSpPr>
          <p:cNvPr id="6" name="Plassholder for lysbildenummer 5">
            <a:extLst>
              <a:ext uri="{FF2B5EF4-FFF2-40B4-BE49-F238E27FC236}">
                <a16:creationId xmlns:a16="http://schemas.microsoft.com/office/drawing/2014/main" id="{FB4DD541-EC0D-9CCA-71D9-61FB0554EC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511353" y="7855679"/>
            <a:ext cx="303780" cy="127328"/>
          </a:xfrm>
          <a:prstGeom prst="rect">
            <a:avLst/>
          </a:prstGeom>
        </p:spPr>
        <p:txBody>
          <a:bodyPr/>
          <a:lstStyle/>
          <a:p>
            <a:fld id="{29865669-F740-E64B-B728-E368EA3FB96D}" type="slidenum">
              <a:rPr lang="nb-NO" smtClean="0"/>
              <a:t>‹#›</a:t>
            </a:fld>
            <a:endParaRPr lang="nb-NO"/>
          </a:p>
        </p:txBody>
      </p:sp>
      <p:grpSp>
        <p:nvGrpSpPr>
          <p:cNvPr id="49" name="Logo topp venstre">
            <a:extLst>
              <a:ext uri="{FF2B5EF4-FFF2-40B4-BE49-F238E27FC236}">
                <a16:creationId xmlns:a16="http://schemas.microsoft.com/office/drawing/2014/main" id="{C31E7F01-B7ED-FE84-EF41-872E7F5F56DF}"/>
              </a:ext>
            </a:extLst>
          </p:cNvPr>
          <p:cNvGrpSpPr/>
          <p:nvPr userDrawn="1"/>
        </p:nvGrpSpPr>
        <p:grpSpPr>
          <a:xfrm>
            <a:off x="6816330" y="3990484"/>
            <a:ext cx="1904157" cy="765410"/>
            <a:chOff x="352360" y="350051"/>
            <a:chExt cx="2191629" cy="880951"/>
          </a:xfrm>
          <a:solidFill>
            <a:schemeClr val="tx1"/>
          </a:solidFill>
        </p:grpSpPr>
        <p:grpSp>
          <p:nvGrpSpPr>
            <p:cNvPr id="50" name="Logo topp venstre">
              <a:extLst>
                <a:ext uri="{FF2B5EF4-FFF2-40B4-BE49-F238E27FC236}">
                  <a16:creationId xmlns:a16="http://schemas.microsoft.com/office/drawing/2014/main" id="{502D6B94-45E9-1A27-6487-8FF46F0563D7}"/>
                </a:ext>
              </a:extLst>
            </p:cNvPr>
            <p:cNvGrpSpPr/>
            <p:nvPr/>
          </p:nvGrpSpPr>
          <p:grpSpPr>
            <a:xfrm>
              <a:off x="352360" y="350051"/>
              <a:ext cx="1959367" cy="740067"/>
              <a:chOff x="352360" y="350051"/>
              <a:chExt cx="1959367" cy="740067"/>
            </a:xfrm>
            <a:grpFill/>
          </p:grpSpPr>
          <p:grpSp>
            <p:nvGrpSpPr>
              <p:cNvPr id="52" name="Gruppe 51">
                <a:extLst>
                  <a:ext uri="{FF2B5EF4-FFF2-40B4-BE49-F238E27FC236}">
                    <a16:creationId xmlns:a16="http://schemas.microsoft.com/office/drawing/2014/main" id="{CC6E4672-BE2E-7FF1-493F-DC5EF3B3FBB4}"/>
                  </a:ext>
                </a:extLst>
              </p:cNvPr>
              <p:cNvGrpSpPr/>
              <p:nvPr/>
            </p:nvGrpSpPr>
            <p:grpSpPr>
              <a:xfrm>
                <a:off x="352360" y="350051"/>
                <a:ext cx="1343926" cy="357853"/>
                <a:chOff x="352360" y="350051"/>
                <a:chExt cx="1343926" cy="357853"/>
              </a:xfrm>
              <a:grpFill/>
            </p:grpSpPr>
            <p:sp>
              <p:nvSpPr>
                <p:cNvPr id="54" name="Friform 53">
                  <a:extLst>
                    <a:ext uri="{FF2B5EF4-FFF2-40B4-BE49-F238E27FC236}">
                      <a16:creationId xmlns:a16="http://schemas.microsoft.com/office/drawing/2014/main" id="{C4870828-0FA8-857A-57B6-5770010C99C2}"/>
                    </a:ext>
                  </a:extLst>
                </p:cNvPr>
                <p:cNvSpPr/>
                <p:nvPr/>
              </p:nvSpPr>
              <p:spPr>
                <a:xfrm>
                  <a:off x="352360" y="548298"/>
                  <a:ext cx="181866" cy="159606"/>
                </a:xfrm>
                <a:custGeom>
                  <a:avLst/>
                  <a:gdLst>
                    <a:gd name="connsiteX0" fmla="*/ 77942 w 181866"/>
                    <a:gd name="connsiteY0" fmla="*/ 60241 h 159606"/>
                    <a:gd name="connsiteX1" fmla="*/ 83103 w 181866"/>
                    <a:gd name="connsiteY1" fmla="*/ 60241 h 159606"/>
                    <a:gd name="connsiteX2" fmla="*/ 103503 w 181866"/>
                    <a:gd name="connsiteY2" fmla="*/ 79802 h 159606"/>
                    <a:gd name="connsiteX3" fmla="*/ 83103 w 181866"/>
                    <a:gd name="connsiteY3" fmla="*/ 99423 h 159606"/>
                    <a:gd name="connsiteX4" fmla="*/ 77942 w 181866"/>
                    <a:gd name="connsiteY4" fmla="*/ 99423 h 159606"/>
                    <a:gd name="connsiteX5" fmla="*/ 66782 w 181866"/>
                    <a:gd name="connsiteY5" fmla="*/ 51481 h 159606"/>
                    <a:gd name="connsiteX6" fmla="*/ 66782 w 181866"/>
                    <a:gd name="connsiteY6" fmla="*/ 108183 h 159606"/>
                    <a:gd name="connsiteX7" fmla="*/ 83583 w 181866"/>
                    <a:gd name="connsiteY7" fmla="*/ 108183 h 159606"/>
                    <a:gd name="connsiteX8" fmla="*/ 115084 w 181866"/>
                    <a:gd name="connsiteY8" fmla="*/ 79802 h 159606"/>
                    <a:gd name="connsiteX9" fmla="*/ 83583 w 181866"/>
                    <a:gd name="connsiteY9" fmla="*/ 51481 h 159606"/>
                    <a:gd name="connsiteX10" fmla="*/ 49502 w 181866"/>
                    <a:gd name="connsiteY10" fmla="*/ 0 h 159606"/>
                    <a:gd name="connsiteX11" fmla="*/ 132365 w 181866"/>
                    <a:gd name="connsiteY11" fmla="*/ 0 h 159606"/>
                    <a:gd name="connsiteX12" fmla="*/ 139325 w 181866"/>
                    <a:gd name="connsiteY12" fmla="*/ 4020 h 159606"/>
                    <a:gd name="connsiteX13" fmla="*/ 180786 w 181866"/>
                    <a:gd name="connsiteY13" fmla="*/ 75783 h 159606"/>
                    <a:gd name="connsiteX14" fmla="*/ 180786 w 181866"/>
                    <a:gd name="connsiteY14" fmla="*/ 83823 h 159606"/>
                    <a:gd name="connsiteX15" fmla="*/ 139325 w 181866"/>
                    <a:gd name="connsiteY15" fmla="*/ 155585 h 159606"/>
                    <a:gd name="connsiteX16" fmla="*/ 132365 w 181866"/>
                    <a:gd name="connsiteY16" fmla="*/ 159606 h 159606"/>
                    <a:gd name="connsiteX17" fmla="*/ 49502 w 181866"/>
                    <a:gd name="connsiteY17" fmla="*/ 159606 h 159606"/>
                    <a:gd name="connsiteX18" fmla="*/ 42541 w 181866"/>
                    <a:gd name="connsiteY18" fmla="*/ 155585 h 159606"/>
                    <a:gd name="connsiteX19" fmla="*/ 1080 w 181866"/>
                    <a:gd name="connsiteY19" fmla="*/ 83823 h 159606"/>
                    <a:gd name="connsiteX20" fmla="*/ 1080 w 181866"/>
                    <a:gd name="connsiteY20" fmla="*/ 75783 h 159606"/>
                    <a:gd name="connsiteX21" fmla="*/ 42541 w 181866"/>
                    <a:gd name="connsiteY21" fmla="*/ 4020 h 159606"/>
                    <a:gd name="connsiteX22" fmla="*/ 49502 w 181866"/>
                    <a:gd name="connsiteY22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81866" h="159606">
                      <a:moveTo>
                        <a:pt x="77942" y="60241"/>
                      </a:moveTo>
                      <a:lnTo>
                        <a:pt x="83103" y="60241"/>
                      </a:lnTo>
                      <a:cubicBezTo>
                        <a:pt x="93423" y="60241"/>
                        <a:pt x="103503" y="62761"/>
                        <a:pt x="103503" y="79802"/>
                      </a:cubicBezTo>
                      <a:cubicBezTo>
                        <a:pt x="103503" y="96843"/>
                        <a:pt x="93423" y="99423"/>
                        <a:pt x="83103" y="99423"/>
                      </a:cubicBezTo>
                      <a:lnTo>
                        <a:pt x="77942" y="99423"/>
                      </a:lnTo>
                      <a:close/>
                      <a:moveTo>
                        <a:pt x="66782" y="51481"/>
                      </a:moveTo>
                      <a:lnTo>
                        <a:pt x="66782" y="108183"/>
                      </a:lnTo>
                      <a:lnTo>
                        <a:pt x="83583" y="108183"/>
                      </a:lnTo>
                      <a:cubicBezTo>
                        <a:pt x="101583" y="108183"/>
                        <a:pt x="115084" y="102303"/>
                        <a:pt x="115084" y="79802"/>
                      </a:cubicBezTo>
                      <a:cubicBezTo>
                        <a:pt x="115084" y="57361"/>
                        <a:pt x="101583" y="51481"/>
                        <a:pt x="83583" y="5148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5" name="Friform 54">
                  <a:extLst>
                    <a:ext uri="{FF2B5EF4-FFF2-40B4-BE49-F238E27FC236}">
                      <a16:creationId xmlns:a16="http://schemas.microsoft.com/office/drawing/2014/main" id="{93E531FE-596E-1348-1AB0-738637FE8CA9}"/>
                    </a:ext>
                  </a:extLst>
                </p:cNvPr>
                <p:cNvSpPr/>
                <p:nvPr/>
              </p:nvSpPr>
              <p:spPr>
                <a:xfrm>
                  <a:off x="1049584" y="350051"/>
                  <a:ext cx="181866" cy="159606"/>
                </a:xfrm>
                <a:custGeom>
                  <a:avLst/>
                  <a:gdLst>
                    <a:gd name="connsiteX0" fmla="*/ 62162 w 181866"/>
                    <a:gd name="connsiteY0" fmla="*/ 52501 h 159606"/>
                    <a:gd name="connsiteX1" fmla="*/ 62162 w 181866"/>
                    <a:gd name="connsiteY1" fmla="*/ 109203 h 159606"/>
                    <a:gd name="connsiteX2" fmla="*/ 72542 w 181866"/>
                    <a:gd name="connsiteY2" fmla="*/ 109203 h 159606"/>
                    <a:gd name="connsiteX3" fmla="*/ 72542 w 181866"/>
                    <a:gd name="connsiteY3" fmla="*/ 66602 h 159606"/>
                    <a:gd name="connsiteX4" fmla="*/ 72602 w 181866"/>
                    <a:gd name="connsiteY4" fmla="*/ 66602 h 159606"/>
                    <a:gd name="connsiteX5" fmla="*/ 86583 w 181866"/>
                    <a:gd name="connsiteY5" fmla="*/ 109203 h 159606"/>
                    <a:gd name="connsiteX6" fmla="*/ 97683 w 181866"/>
                    <a:gd name="connsiteY6" fmla="*/ 109203 h 159606"/>
                    <a:gd name="connsiteX7" fmla="*/ 111604 w 181866"/>
                    <a:gd name="connsiteY7" fmla="*/ 66602 h 159606"/>
                    <a:gd name="connsiteX8" fmla="*/ 111604 w 181866"/>
                    <a:gd name="connsiteY8" fmla="*/ 109203 h 159606"/>
                    <a:gd name="connsiteX9" fmla="*/ 121984 w 181866"/>
                    <a:gd name="connsiteY9" fmla="*/ 109203 h 159606"/>
                    <a:gd name="connsiteX10" fmla="*/ 121984 w 181866"/>
                    <a:gd name="connsiteY10" fmla="*/ 52501 h 159606"/>
                    <a:gd name="connsiteX11" fmla="*/ 105543 w 181866"/>
                    <a:gd name="connsiteY11" fmla="*/ 52501 h 159606"/>
                    <a:gd name="connsiteX12" fmla="*/ 92163 w 181866"/>
                    <a:gd name="connsiteY12" fmla="*/ 96663 h 159606"/>
                    <a:gd name="connsiteX13" fmla="*/ 78423 w 181866"/>
                    <a:gd name="connsiteY13" fmla="*/ 52501 h 159606"/>
                    <a:gd name="connsiteX14" fmla="*/ 49502 w 181866"/>
                    <a:gd name="connsiteY14" fmla="*/ 0 h 159606"/>
                    <a:gd name="connsiteX15" fmla="*/ 132365 w 181866"/>
                    <a:gd name="connsiteY15" fmla="*/ 0 h 159606"/>
                    <a:gd name="connsiteX16" fmla="*/ 139325 w 181866"/>
                    <a:gd name="connsiteY16" fmla="*/ 4020 h 159606"/>
                    <a:gd name="connsiteX17" fmla="*/ 180786 w 181866"/>
                    <a:gd name="connsiteY17" fmla="*/ 75783 h 159606"/>
                    <a:gd name="connsiteX18" fmla="*/ 180786 w 181866"/>
                    <a:gd name="connsiteY18" fmla="*/ 83823 h 159606"/>
                    <a:gd name="connsiteX19" fmla="*/ 139325 w 181866"/>
                    <a:gd name="connsiteY19" fmla="*/ 155585 h 159606"/>
                    <a:gd name="connsiteX20" fmla="*/ 132365 w 181866"/>
                    <a:gd name="connsiteY20" fmla="*/ 159606 h 159606"/>
                    <a:gd name="connsiteX21" fmla="*/ 49502 w 181866"/>
                    <a:gd name="connsiteY21" fmla="*/ 159606 h 159606"/>
                    <a:gd name="connsiteX22" fmla="*/ 42541 w 181866"/>
                    <a:gd name="connsiteY22" fmla="*/ 155585 h 159606"/>
                    <a:gd name="connsiteX23" fmla="*/ 1080 w 181866"/>
                    <a:gd name="connsiteY23" fmla="*/ 83823 h 159606"/>
                    <a:gd name="connsiteX24" fmla="*/ 1080 w 181866"/>
                    <a:gd name="connsiteY24" fmla="*/ 75783 h 159606"/>
                    <a:gd name="connsiteX25" fmla="*/ 42541 w 181866"/>
                    <a:gd name="connsiteY25" fmla="*/ 4020 h 159606"/>
                    <a:gd name="connsiteX26" fmla="*/ 49502 w 181866"/>
                    <a:gd name="connsiteY26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1866" h="159606">
                      <a:moveTo>
                        <a:pt x="62162" y="52501"/>
                      </a:moveTo>
                      <a:lnTo>
                        <a:pt x="62162" y="109203"/>
                      </a:lnTo>
                      <a:lnTo>
                        <a:pt x="72542" y="109203"/>
                      </a:lnTo>
                      <a:lnTo>
                        <a:pt x="72542" y="66602"/>
                      </a:lnTo>
                      <a:lnTo>
                        <a:pt x="72602" y="66602"/>
                      </a:lnTo>
                      <a:lnTo>
                        <a:pt x="86583" y="109203"/>
                      </a:lnTo>
                      <a:lnTo>
                        <a:pt x="97683" y="109203"/>
                      </a:lnTo>
                      <a:lnTo>
                        <a:pt x="111604" y="66602"/>
                      </a:lnTo>
                      <a:lnTo>
                        <a:pt x="111604" y="109203"/>
                      </a:lnTo>
                      <a:lnTo>
                        <a:pt x="121984" y="109203"/>
                      </a:lnTo>
                      <a:lnTo>
                        <a:pt x="121984" y="52501"/>
                      </a:lnTo>
                      <a:lnTo>
                        <a:pt x="105543" y="52501"/>
                      </a:lnTo>
                      <a:lnTo>
                        <a:pt x="92163" y="96663"/>
                      </a:lnTo>
                      <a:lnTo>
                        <a:pt x="78423" y="52501"/>
                      </a:ln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5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6" name="Friform 55">
                  <a:extLst>
                    <a:ext uri="{FF2B5EF4-FFF2-40B4-BE49-F238E27FC236}">
                      <a16:creationId xmlns:a16="http://schemas.microsoft.com/office/drawing/2014/main" id="{EABC20B8-9847-C011-52F7-54E02E21190B}"/>
                    </a:ext>
                  </a:extLst>
                </p:cNvPr>
                <p:cNvSpPr/>
                <p:nvPr/>
              </p:nvSpPr>
              <p:spPr>
                <a:xfrm>
                  <a:off x="1514420" y="548298"/>
                  <a:ext cx="181866" cy="159606"/>
                </a:xfrm>
                <a:custGeom>
                  <a:avLst/>
                  <a:gdLst>
                    <a:gd name="connsiteX0" fmla="*/ 86583 w 181866"/>
                    <a:gd name="connsiteY0" fmla="*/ 61321 h 159606"/>
                    <a:gd name="connsiteX1" fmla="*/ 95044 w 181866"/>
                    <a:gd name="connsiteY1" fmla="*/ 61321 h 159606"/>
                    <a:gd name="connsiteX2" fmla="*/ 108244 w 181866"/>
                    <a:gd name="connsiteY2" fmla="*/ 71402 h 159606"/>
                    <a:gd name="connsiteX3" fmla="*/ 95824 w 181866"/>
                    <a:gd name="connsiteY3" fmla="*/ 80642 h 159606"/>
                    <a:gd name="connsiteX4" fmla="*/ 86583 w 181866"/>
                    <a:gd name="connsiteY4" fmla="*/ 80642 h 159606"/>
                    <a:gd name="connsiteX5" fmla="*/ 75423 w 181866"/>
                    <a:gd name="connsiteY5" fmla="*/ 52561 h 159606"/>
                    <a:gd name="connsiteX6" fmla="*/ 75423 w 181866"/>
                    <a:gd name="connsiteY6" fmla="*/ 109263 h 159606"/>
                    <a:gd name="connsiteX7" fmla="*/ 86583 w 181866"/>
                    <a:gd name="connsiteY7" fmla="*/ 109263 h 159606"/>
                    <a:gd name="connsiteX8" fmla="*/ 86583 w 181866"/>
                    <a:gd name="connsiteY8" fmla="*/ 89342 h 159606"/>
                    <a:gd name="connsiteX9" fmla="*/ 95104 w 181866"/>
                    <a:gd name="connsiteY9" fmla="*/ 89342 h 159606"/>
                    <a:gd name="connsiteX10" fmla="*/ 119704 w 181866"/>
                    <a:gd name="connsiteY10" fmla="*/ 71342 h 159606"/>
                    <a:gd name="connsiteX11" fmla="*/ 119764 w 181866"/>
                    <a:gd name="connsiteY11" fmla="*/ 71342 h 159606"/>
                    <a:gd name="connsiteX12" fmla="*/ 94804 w 181866"/>
                    <a:gd name="connsiteY12" fmla="*/ 52561 h 159606"/>
                    <a:gd name="connsiteX13" fmla="*/ 49502 w 181866"/>
                    <a:gd name="connsiteY13" fmla="*/ 0 h 159606"/>
                    <a:gd name="connsiteX14" fmla="*/ 132365 w 181866"/>
                    <a:gd name="connsiteY14" fmla="*/ 0 h 159606"/>
                    <a:gd name="connsiteX15" fmla="*/ 139325 w 181866"/>
                    <a:gd name="connsiteY15" fmla="*/ 4020 h 159606"/>
                    <a:gd name="connsiteX16" fmla="*/ 180786 w 181866"/>
                    <a:gd name="connsiteY16" fmla="*/ 75783 h 159606"/>
                    <a:gd name="connsiteX17" fmla="*/ 180786 w 181866"/>
                    <a:gd name="connsiteY17" fmla="*/ 83823 h 159606"/>
                    <a:gd name="connsiteX18" fmla="*/ 139325 w 181866"/>
                    <a:gd name="connsiteY18" fmla="*/ 155585 h 159606"/>
                    <a:gd name="connsiteX19" fmla="*/ 132365 w 181866"/>
                    <a:gd name="connsiteY19" fmla="*/ 159606 h 159606"/>
                    <a:gd name="connsiteX20" fmla="*/ 49502 w 181866"/>
                    <a:gd name="connsiteY20" fmla="*/ 159606 h 159606"/>
                    <a:gd name="connsiteX21" fmla="*/ 42541 w 181866"/>
                    <a:gd name="connsiteY21" fmla="*/ 155585 h 159606"/>
                    <a:gd name="connsiteX22" fmla="*/ 1080 w 181866"/>
                    <a:gd name="connsiteY22" fmla="*/ 83823 h 159606"/>
                    <a:gd name="connsiteX23" fmla="*/ 1080 w 181866"/>
                    <a:gd name="connsiteY23" fmla="*/ 75783 h 159606"/>
                    <a:gd name="connsiteX24" fmla="*/ 42541 w 181866"/>
                    <a:gd name="connsiteY24" fmla="*/ 4020 h 159606"/>
                    <a:gd name="connsiteX25" fmla="*/ 49502 w 181866"/>
                    <a:gd name="connsiteY25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81866" h="159606">
                      <a:moveTo>
                        <a:pt x="86583" y="61321"/>
                      </a:moveTo>
                      <a:lnTo>
                        <a:pt x="95044" y="61321"/>
                      </a:lnTo>
                      <a:cubicBezTo>
                        <a:pt x="101104" y="61321"/>
                        <a:pt x="108244" y="62101"/>
                        <a:pt x="108244" y="71402"/>
                      </a:cubicBezTo>
                      <a:cubicBezTo>
                        <a:pt x="108244" y="78902"/>
                        <a:pt x="102784" y="80642"/>
                        <a:pt x="95824" y="80642"/>
                      </a:cubicBezTo>
                      <a:lnTo>
                        <a:pt x="86583" y="80642"/>
                      </a:lnTo>
                      <a:close/>
                      <a:moveTo>
                        <a:pt x="75423" y="52561"/>
                      </a:moveTo>
                      <a:lnTo>
                        <a:pt x="75423" y="109263"/>
                      </a:lnTo>
                      <a:lnTo>
                        <a:pt x="86583" y="109263"/>
                      </a:lnTo>
                      <a:lnTo>
                        <a:pt x="86583" y="89342"/>
                      </a:lnTo>
                      <a:lnTo>
                        <a:pt x="95104" y="89342"/>
                      </a:lnTo>
                      <a:cubicBezTo>
                        <a:pt x="108124" y="89342"/>
                        <a:pt x="119704" y="85802"/>
                        <a:pt x="119704" y="71342"/>
                      </a:cubicBezTo>
                      <a:lnTo>
                        <a:pt x="119764" y="71342"/>
                      </a:lnTo>
                      <a:cubicBezTo>
                        <a:pt x="119764" y="54181"/>
                        <a:pt x="106444" y="52561"/>
                        <a:pt x="94804" y="5256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1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1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</p:grpSp>
          <p:sp>
            <p:nvSpPr>
              <p:cNvPr id="53" name="Friform 52">
                <a:extLst>
                  <a:ext uri="{FF2B5EF4-FFF2-40B4-BE49-F238E27FC236}">
                    <a16:creationId xmlns:a16="http://schemas.microsoft.com/office/drawing/2014/main" id="{B91D63F5-16E7-E88E-3983-319D88BC77F1}"/>
                  </a:ext>
                </a:extLst>
              </p:cNvPr>
              <p:cNvSpPr/>
              <p:nvPr/>
            </p:nvSpPr>
            <p:spPr>
              <a:xfrm>
                <a:off x="825955" y="773066"/>
                <a:ext cx="1485772" cy="317052"/>
              </a:xfrm>
              <a:custGeom>
                <a:avLst/>
                <a:gdLst>
                  <a:gd name="connsiteX0" fmla="*/ 1000775 w 1485772"/>
                  <a:gd name="connsiteY0" fmla="*/ 223508 h 317052"/>
                  <a:gd name="connsiteX1" fmla="*/ 978575 w 1485772"/>
                  <a:gd name="connsiteY1" fmla="*/ 251890 h 317052"/>
                  <a:gd name="connsiteX2" fmla="*/ 1000775 w 1485772"/>
                  <a:gd name="connsiteY2" fmla="*/ 280150 h 317052"/>
                  <a:gd name="connsiteX3" fmla="*/ 1023156 w 1485772"/>
                  <a:gd name="connsiteY3" fmla="*/ 251890 h 317052"/>
                  <a:gd name="connsiteX4" fmla="*/ 1000775 w 1485772"/>
                  <a:gd name="connsiteY4" fmla="*/ 223508 h 317052"/>
                  <a:gd name="connsiteX5" fmla="*/ 1088198 w 1485772"/>
                  <a:gd name="connsiteY5" fmla="*/ 223448 h 317052"/>
                  <a:gd name="connsiteX6" fmla="*/ 1066838 w 1485772"/>
                  <a:gd name="connsiteY6" fmla="*/ 251829 h 317052"/>
                  <a:gd name="connsiteX7" fmla="*/ 1088198 w 1485772"/>
                  <a:gd name="connsiteY7" fmla="*/ 280390 h 317052"/>
                  <a:gd name="connsiteX8" fmla="*/ 1109979 w 1485772"/>
                  <a:gd name="connsiteY8" fmla="*/ 251829 h 317052"/>
                  <a:gd name="connsiteX9" fmla="*/ 1088198 w 1485772"/>
                  <a:gd name="connsiteY9" fmla="*/ 223448 h 317052"/>
                  <a:gd name="connsiteX10" fmla="*/ 253269 w 1485772"/>
                  <a:gd name="connsiteY10" fmla="*/ 223448 h 317052"/>
                  <a:gd name="connsiteX11" fmla="*/ 231908 w 1485772"/>
                  <a:gd name="connsiteY11" fmla="*/ 251829 h 317052"/>
                  <a:gd name="connsiteX12" fmla="*/ 253269 w 1485772"/>
                  <a:gd name="connsiteY12" fmla="*/ 280390 h 317052"/>
                  <a:gd name="connsiteX13" fmla="*/ 275050 w 1485772"/>
                  <a:gd name="connsiteY13" fmla="*/ 251829 h 317052"/>
                  <a:gd name="connsiteX14" fmla="*/ 253269 w 1485772"/>
                  <a:gd name="connsiteY14" fmla="*/ 223448 h 317052"/>
                  <a:gd name="connsiteX15" fmla="*/ 860790 w 1485772"/>
                  <a:gd name="connsiteY15" fmla="*/ 223388 h 317052"/>
                  <a:gd name="connsiteX16" fmla="*/ 839010 w 1485772"/>
                  <a:gd name="connsiteY16" fmla="*/ 251769 h 317052"/>
                  <a:gd name="connsiteX17" fmla="*/ 860790 w 1485772"/>
                  <a:gd name="connsiteY17" fmla="*/ 280330 h 317052"/>
                  <a:gd name="connsiteX18" fmla="*/ 882151 w 1485772"/>
                  <a:gd name="connsiteY18" fmla="*/ 251769 h 317052"/>
                  <a:gd name="connsiteX19" fmla="*/ 860790 w 1485772"/>
                  <a:gd name="connsiteY19" fmla="*/ 223388 h 317052"/>
                  <a:gd name="connsiteX20" fmla="*/ 1391868 w 1485772"/>
                  <a:gd name="connsiteY20" fmla="*/ 223089 h 317052"/>
                  <a:gd name="connsiteX21" fmla="*/ 1369068 w 1485772"/>
                  <a:gd name="connsiteY21" fmla="*/ 244269 h 317052"/>
                  <a:gd name="connsiteX22" fmla="*/ 1413229 w 1485772"/>
                  <a:gd name="connsiteY22" fmla="*/ 244269 h 317052"/>
                  <a:gd name="connsiteX23" fmla="*/ 1391868 w 1485772"/>
                  <a:gd name="connsiteY23" fmla="*/ 223089 h 317052"/>
                  <a:gd name="connsiteX24" fmla="*/ 730225 w 1485772"/>
                  <a:gd name="connsiteY24" fmla="*/ 223089 h 317052"/>
                  <a:gd name="connsiteX25" fmla="*/ 707424 w 1485772"/>
                  <a:gd name="connsiteY25" fmla="*/ 244269 h 317052"/>
                  <a:gd name="connsiteX26" fmla="*/ 751586 w 1485772"/>
                  <a:gd name="connsiteY26" fmla="*/ 244269 h 317052"/>
                  <a:gd name="connsiteX27" fmla="*/ 730225 w 1485772"/>
                  <a:gd name="connsiteY27" fmla="*/ 223089 h 317052"/>
                  <a:gd name="connsiteX28" fmla="*/ 167226 w 1485772"/>
                  <a:gd name="connsiteY28" fmla="*/ 223089 h 317052"/>
                  <a:gd name="connsiteX29" fmla="*/ 144426 w 1485772"/>
                  <a:gd name="connsiteY29" fmla="*/ 244269 h 317052"/>
                  <a:gd name="connsiteX30" fmla="*/ 188587 w 1485772"/>
                  <a:gd name="connsiteY30" fmla="*/ 244269 h 317052"/>
                  <a:gd name="connsiteX31" fmla="*/ 167226 w 1485772"/>
                  <a:gd name="connsiteY31" fmla="*/ 223089 h 317052"/>
                  <a:gd name="connsiteX32" fmla="*/ 423735 w 1485772"/>
                  <a:gd name="connsiteY32" fmla="*/ 212108 h 317052"/>
                  <a:gd name="connsiteX33" fmla="*/ 439036 w 1485772"/>
                  <a:gd name="connsiteY33" fmla="*/ 212108 h 317052"/>
                  <a:gd name="connsiteX34" fmla="*/ 439036 w 1485772"/>
                  <a:gd name="connsiteY34" fmla="*/ 291251 h 317052"/>
                  <a:gd name="connsiteX35" fmla="*/ 423735 w 1485772"/>
                  <a:gd name="connsiteY35" fmla="*/ 291251 h 317052"/>
                  <a:gd name="connsiteX36" fmla="*/ 310031 w 1485772"/>
                  <a:gd name="connsiteY36" fmla="*/ 212108 h 317052"/>
                  <a:gd name="connsiteX37" fmla="*/ 325332 w 1485772"/>
                  <a:gd name="connsiteY37" fmla="*/ 212108 h 317052"/>
                  <a:gd name="connsiteX38" fmla="*/ 325332 w 1485772"/>
                  <a:gd name="connsiteY38" fmla="*/ 291251 h 317052"/>
                  <a:gd name="connsiteX39" fmla="*/ 310031 w 1485772"/>
                  <a:gd name="connsiteY39" fmla="*/ 291251 h 317052"/>
                  <a:gd name="connsiteX40" fmla="*/ 1144300 w 1485772"/>
                  <a:gd name="connsiteY40" fmla="*/ 211988 h 317052"/>
                  <a:gd name="connsiteX41" fmla="*/ 1159600 w 1485772"/>
                  <a:gd name="connsiteY41" fmla="*/ 211988 h 317052"/>
                  <a:gd name="connsiteX42" fmla="*/ 1159600 w 1485772"/>
                  <a:gd name="connsiteY42" fmla="*/ 258190 h 317052"/>
                  <a:gd name="connsiteX43" fmla="*/ 1175321 w 1485772"/>
                  <a:gd name="connsiteY43" fmla="*/ 280090 h 317052"/>
                  <a:gd name="connsiteX44" fmla="*/ 1194462 w 1485772"/>
                  <a:gd name="connsiteY44" fmla="*/ 254950 h 317052"/>
                  <a:gd name="connsiteX45" fmla="*/ 1194462 w 1485772"/>
                  <a:gd name="connsiteY45" fmla="*/ 211988 h 317052"/>
                  <a:gd name="connsiteX46" fmla="*/ 1209762 w 1485772"/>
                  <a:gd name="connsiteY46" fmla="*/ 211988 h 317052"/>
                  <a:gd name="connsiteX47" fmla="*/ 1209762 w 1485772"/>
                  <a:gd name="connsiteY47" fmla="*/ 291131 h 317052"/>
                  <a:gd name="connsiteX48" fmla="*/ 1194342 w 1485772"/>
                  <a:gd name="connsiteY48" fmla="*/ 291131 h 317052"/>
                  <a:gd name="connsiteX49" fmla="*/ 1194342 w 1485772"/>
                  <a:gd name="connsiteY49" fmla="*/ 279970 h 317052"/>
                  <a:gd name="connsiteX50" fmla="*/ 1170221 w 1485772"/>
                  <a:gd name="connsiteY50" fmla="*/ 293051 h 317052"/>
                  <a:gd name="connsiteX51" fmla="*/ 1170221 w 1485772"/>
                  <a:gd name="connsiteY51" fmla="*/ 293111 h 317052"/>
                  <a:gd name="connsiteX52" fmla="*/ 1144300 w 1485772"/>
                  <a:gd name="connsiteY52" fmla="*/ 262330 h 317052"/>
                  <a:gd name="connsiteX53" fmla="*/ 1481511 w 1485772"/>
                  <a:gd name="connsiteY53" fmla="*/ 211808 h 317052"/>
                  <a:gd name="connsiteX54" fmla="*/ 1485772 w 1485772"/>
                  <a:gd name="connsiteY54" fmla="*/ 211928 h 317052"/>
                  <a:gd name="connsiteX55" fmla="*/ 1485772 w 1485772"/>
                  <a:gd name="connsiteY55" fmla="*/ 227829 h 317052"/>
                  <a:gd name="connsiteX56" fmla="*/ 1477851 w 1485772"/>
                  <a:gd name="connsiteY56" fmla="*/ 227409 h 317052"/>
                  <a:gd name="connsiteX57" fmla="*/ 1477851 w 1485772"/>
                  <a:gd name="connsiteY57" fmla="*/ 227349 h 317052"/>
                  <a:gd name="connsiteX58" fmla="*/ 1459911 w 1485772"/>
                  <a:gd name="connsiteY58" fmla="*/ 249729 h 317052"/>
                  <a:gd name="connsiteX59" fmla="*/ 1459911 w 1485772"/>
                  <a:gd name="connsiteY59" fmla="*/ 291251 h 317052"/>
                  <a:gd name="connsiteX60" fmla="*/ 1444610 w 1485772"/>
                  <a:gd name="connsiteY60" fmla="*/ 291251 h 317052"/>
                  <a:gd name="connsiteX61" fmla="*/ 1444610 w 1485772"/>
                  <a:gd name="connsiteY61" fmla="*/ 212108 h 317052"/>
                  <a:gd name="connsiteX62" fmla="*/ 1459611 w 1485772"/>
                  <a:gd name="connsiteY62" fmla="*/ 212108 h 317052"/>
                  <a:gd name="connsiteX63" fmla="*/ 1459611 w 1485772"/>
                  <a:gd name="connsiteY63" fmla="*/ 226089 h 317052"/>
                  <a:gd name="connsiteX64" fmla="*/ 1481511 w 1485772"/>
                  <a:gd name="connsiteY64" fmla="*/ 211808 h 317052"/>
                  <a:gd name="connsiteX65" fmla="*/ 951153 w 1485772"/>
                  <a:gd name="connsiteY65" fmla="*/ 211808 h 317052"/>
                  <a:gd name="connsiteX66" fmla="*/ 955413 w 1485772"/>
                  <a:gd name="connsiteY66" fmla="*/ 211928 h 317052"/>
                  <a:gd name="connsiteX67" fmla="*/ 955413 w 1485772"/>
                  <a:gd name="connsiteY67" fmla="*/ 227829 h 317052"/>
                  <a:gd name="connsiteX68" fmla="*/ 947493 w 1485772"/>
                  <a:gd name="connsiteY68" fmla="*/ 227409 h 317052"/>
                  <a:gd name="connsiteX69" fmla="*/ 947493 w 1485772"/>
                  <a:gd name="connsiteY69" fmla="*/ 227349 h 317052"/>
                  <a:gd name="connsiteX70" fmla="*/ 929552 w 1485772"/>
                  <a:gd name="connsiteY70" fmla="*/ 249729 h 317052"/>
                  <a:gd name="connsiteX71" fmla="*/ 929552 w 1485772"/>
                  <a:gd name="connsiteY71" fmla="*/ 291251 h 317052"/>
                  <a:gd name="connsiteX72" fmla="*/ 914252 w 1485772"/>
                  <a:gd name="connsiteY72" fmla="*/ 291251 h 317052"/>
                  <a:gd name="connsiteX73" fmla="*/ 914252 w 1485772"/>
                  <a:gd name="connsiteY73" fmla="*/ 212108 h 317052"/>
                  <a:gd name="connsiteX74" fmla="*/ 929253 w 1485772"/>
                  <a:gd name="connsiteY74" fmla="*/ 212108 h 317052"/>
                  <a:gd name="connsiteX75" fmla="*/ 929253 w 1485772"/>
                  <a:gd name="connsiteY75" fmla="*/ 226089 h 317052"/>
                  <a:gd name="connsiteX76" fmla="*/ 951153 w 1485772"/>
                  <a:gd name="connsiteY76" fmla="*/ 211808 h 317052"/>
                  <a:gd name="connsiteX77" fmla="*/ 864330 w 1485772"/>
                  <a:gd name="connsiteY77" fmla="*/ 210608 h 317052"/>
                  <a:gd name="connsiteX78" fmla="*/ 898472 w 1485772"/>
                  <a:gd name="connsiteY78" fmla="*/ 251829 h 317052"/>
                  <a:gd name="connsiteX79" fmla="*/ 864330 w 1485772"/>
                  <a:gd name="connsiteY79" fmla="*/ 293171 h 317052"/>
                  <a:gd name="connsiteX80" fmla="*/ 839610 w 1485772"/>
                  <a:gd name="connsiteY80" fmla="*/ 280090 h 317052"/>
                  <a:gd name="connsiteX81" fmla="*/ 839610 w 1485772"/>
                  <a:gd name="connsiteY81" fmla="*/ 317052 h 317052"/>
                  <a:gd name="connsiteX82" fmla="*/ 824309 w 1485772"/>
                  <a:gd name="connsiteY82" fmla="*/ 317052 h 317052"/>
                  <a:gd name="connsiteX83" fmla="*/ 824309 w 1485772"/>
                  <a:gd name="connsiteY83" fmla="*/ 212108 h 317052"/>
                  <a:gd name="connsiteX84" fmla="*/ 839610 w 1485772"/>
                  <a:gd name="connsiteY84" fmla="*/ 212108 h 317052"/>
                  <a:gd name="connsiteX85" fmla="*/ 839610 w 1485772"/>
                  <a:gd name="connsiteY85" fmla="*/ 223688 h 317052"/>
                  <a:gd name="connsiteX86" fmla="*/ 864330 w 1485772"/>
                  <a:gd name="connsiteY86" fmla="*/ 210608 h 317052"/>
                  <a:gd name="connsiteX87" fmla="*/ 499217 w 1485772"/>
                  <a:gd name="connsiteY87" fmla="*/ 210608 h 317052"/>
                  <a:gd name="connsiteX88" fmla="*/ 499277 w 1485772"/>
                  <a:gd name="connsiteY88" fmla="*/ 210608 h 317052"/>
                  <a:gd name="connsiteX89" fmla="*/ 525738 w 1485772"/>
                  <a:gd name="connsiteY89" fmla="*/ 241389 h 317052"/>
                  <a:gd name="connsiteX90" fmla="*/ 525738 w 1485772"/>
                  <a:gd name="connsiteY90" fmla="*/ 291251 h 317052"/>
                  <a:gd name="connsiteX91" fmla="*/ 510438 w 1485772"/>
                  <a:gd name="connsiteY91" fmla="*/ 291251 h 317052"/>
                  <a:gd name="connsiteX92" fmla="*/ 510438 w 1485772"/>
                  <a:gd name="connsiteY92" fmla="*/ 245469 h 317052"/>
                  <a:gd name="connsiteX93" fmla="*/ 494117 w 1485772"/>
                  <a:gd name="connsiteY93" fmla="*/ 223388 h 317052"/>
                  <a:gd name="connsiteX94" fmla="*/ 474377 w 1485772"/>
                  <a:gd name="connsiteY94" fmla="*/ 248709 h 317052"/>
                  <a:gd name="connsiteX95" fmla="*/ 474377 w 1485772"/>
                  <a:gd name="connsiteY95" fmla="*/ 291251 h 317052"/>
                  <a:gd name="connsiteX96" fmla="*/ 459076 w 1485772"/>
                  <a:gd name="connsiteY96" fmla="*/ 291251 h 317052"/>
                  <a:gd name="connsiteX97" fmla="*/ 459076 w 1485772"/>
                  <a:gd name="connsiteY97" fmla="*/ 212108 h 317052"/>
                  <a:gd name="connsiteX98" fmla="*/ 474377 w 1485772"/>
                  <a:gd name="connsiteY98" fmla="*/ 212108 h 317052"/>
                  <a:gd name="connsiteX99" fmla="*/ 474377 w 1485772"/>
                  <a:gd name="connsiteY99" fmla="*/ 223568 h 317052"/>
                  <a:gd name="connsiteX100" fmla="*/ 499217 w 1485772"/>
                  <a:gd name="connsiteY100" fmla="*/ 210608 h 317052"/>
                  <a:gd name="connsiteX101" fmla="*/ 1392108 w 1485772"/>
                  <a:gd name="connsiteY101" fmla="*/ 210548 h 317052"/>
                  <a:gd name="connsiteX102" fmla="*/ 1429190 w 1485772"/>
                  <a:gd name="connsiteY102" fmla="*/ 256330 h 317052"/>
                  <a:gd name="connsiteX103" fmla="*/ 1368888 w 1485772"/>
                  <a:gd name="connsiteY103" fmla="*/ 256330 h 317052"/>
                  <a:gd name="connsiteX104" fmla="*/ 1391988 w 1485772"/>
                  <a:gd name="connsiteY104" fmla="*/ 280030 h 317052"/>
                  <a:gd name="connsiteX105" fmla="*/ 1412749 w 1485772"/>
                  <a:gd name="connsiteY105" fmla="*/ 267970 h 317052"/>
                  <a:gd name="connsiteX106" fmla="*/ 1428110 w 1485772"/>
                  <a:gd name="connsiteY106" fmla="*/ 267970 h 317052"/>
                  <a:gd name="connsiteX107" fmla="*/ 1392528 w 1485772"/>
                  <a:gd name="connsiteY107" fmla="*/ 293111 h 317052"/>
                  <a:gd name="connsiteX108" fmla="*/ 1353107 w 1485772"/>
                  <a:gd name="connsiteY108" fmla="*/ 251469 h 317052"/>
                  <a:gd name="connsiteX109" fmla="*/ 1392108 w 1485772"/>
                  <a:gd name="connsiteY109" fmla="*/ 210548 h 317052"/>
                  <a:gd name="connsiteX110" fmla="*/ 1000775 w 1485772"/>
                  <a:gd name="connsiteY110" fmla="*/ 210548 h 317052"/>
                  <a:gd name="connsiteX111" fmla="*/ 1039357 w 1485772"/>
                  <a:gd name="connsiteY111" fmla="*/ 251890 h 317052"/>
                  <a:gd name="connsiteX112" fmla="*/ 1000775 w 1485772"/>
                  <a:gd name="connsiteY112" fmla="*/ 293111 h 317052"/>
                  <a:gd name="connsiteX113" fmla="*/ 962374 w 1485772"/>
                  <a:gd name="connsiteY113" fmla="*/ 251890 h 317052"/>
                  <a:gd name="connsiteX114" fmla="*/ 1000775 w 1485772"/>
                  <a:gd name="connsiteY114" fmla="*/ 210548 h 317052"/>
                  <a:gd name="connsiteX115" fmla="*/ 730465 w 1485772"/>
                  <a:gd name="connsiteY115" fmla="*/ 210548 h 317052"/>
                  <a:gd name="connsiteX116" fmla="*/ 767547 w 1485772"/>
                  <a:gd name="connsiteY116" fmla="*/ 256330 h 317052"/>
                  <a:gd name="connsiteX117" fmla="*/ 707244 w 1485772"/>
                  <a:gd name="connsiteY117" fmla="*/ 256330 h 317052"/>
                  <a:gd name="connsiteX118" fmla="*/ 730345 w 1485772"/>
                  <a:gd name="connsiteY118" fmla="*/ 280030 h 317052"/>
                  <a:gd name="connsiteX119" fmla="*/ 751106 w 1485772"/>
                  <a:gd name="connsiteY119" fmla="*/ 267970 h 317052"/>
                  <a:gd name="connsiteX120" fmla="*/ 766467 w 1485772"/>
                  <a:gd name="connsiteY120" fmla="*/ 267970 h 317052"/>
                  <a:gd name="connsiteX121" fmla="*/ 730885 w 1485772"/>
                  <a:gd name="connsiteY121" fmla="*/ 293111 h 317052"/>
                  <a:gd name="connsiteX122" fmla="*/ 691464 w 1485772"/>
                  <a:gd name="connsiteY122" fmla="*/ 251469 h 317052"/>
                  <a:gd name="connsiteX123" fmla="*/ 730465 w 1485772"/>
                  <a:gd name="connsiteY123" fmla="*/ 210548 h 317052"/>
                  <a:gd name="connsiteX124" fmla="*/ 167466 w 1485772"/>
                  <a:gd name="connsiteY124" fmla="*/ 210548 h 317052"/>
                  <a:gd name="connsiteX125" fmla="*/ 204548 w 1485772"/>
                  <a:gd name="connsiteY125" fmla="*/ 256330 h 317052"/>
                  <a:gd name="connsiteX126" fmla="*/ 144245 w 1485772"/>
                  <a:gd name="connsiteY126" fmla="*/ 256330 h 317052"/>
                  <a:gd name="connsiteX127" fmla="*/ 167346 w 1485772"/>
                  <a:gd name="connsiteY127" fmla="*/ 280030 h 317052"/>
                  <a:gd name="connsiteX128" fmla="*/ 188107 w 1485772"/>
                  <a:gd name="connsiteY128" fmla="*/ 267970 h 317052"/>
                  <a:gd name="connsiteX129" fmla="*/ 203468 w 1485772"/>
                  <a:gd name="connsiteY129" fmla="*/ 267970 h 317052"/>
                  <a:gd name="connsiteX130" fmla="*/ 167886 w 1485772"/>
                  <a:gd name="connsiteY130" fmla="*/ 293111 h 317052"/>
                  <a:gd name="connsiteX131" fmla="*/ 128465 w 1485772"/>
                  <a:gd name="connsiteY131" fmla="*/ 251469 h 317052"/>
                  <a:gd name="connsiteX132" fmla="*/ 167466 w 1485772"/>
                  <a:gd name="connsiteY132" fmla="*/ 210548 h 317052"/>
                  <a:gd name="connsiteX133" fmla="*/ 38761 w 1485772"/>
                  <a:gd name="connsiteY133" fmla="*/ 210548 h 317052"/>
                  <a:gd name="connsiteX134" fmla="*/ 61742 w 1485772"/>
                  <a:gd name="connsiteY134" fmla="*/ 224528 h 317052"/>
                  <a:gd name="connsiteX135" fmla="*/ 87963 w 1485772"/>
                  <a:gd name="connsiteY135" fmla="*/ 210548 h 317052"/>
                  <a:gd name="connsiteX136" fmla="*/ 113704 w 1485772"/>
                  <a:gd name="connsiteY136" fmla="*/ 241329 h 317052"/>
                  <a:gd name="connsiteX137" fmla="*/ 113704 w 1485772"/>
                  <a:gd name="connsiteY137" fmla="*/ 291191 h 317052"/>
                  <a:gd name="connsiteX138" fmla="*/ 98403 w 1485772"/>
                  <a:gd name="connsiteY138" fmla="*/ 291191 h 317052"/>
                  <a:gd name="connsiteX139" fmla="*/ 98403 w 1485772"/>
                  <a:gd name="connsiteY139" fmla="*/ 245409 h 317052"/>
                  <a:gd name="connsiteX140" fmla="*/ 82803 w 1485772"/>
                  <a:gd name="connsiteY140" fmla="*/ 223328 h 317052"/>
                  <a:gd name="connsiteX141" fmla="*/ 64562 w 1485772"/>
                  <a:gd name="connsiteY141" fmla="*/ 248649 h 317052"/>
                  <a:gd name="connsiteX142" fmla="*/ 64562 w 1485772"/>
                  <a:gd name="connsiteY142" fmla="*/ 291191 h 317052"/>
                  <a:gd name="connsiteX143" fmla="*/ 49262 w 1485772"/>
                  <a:gd name="connsiteY143" fmla="*/ 291191 h 317052"/>
                  <a:gd name="connsiteX144" fmla="*/ 49262 w 1485772"/>
                  <a:gd name="connsiteY144" fmla="*/ 245409 h 317052"/>
                  <a:gd name="connsiteX145" fmla="*/ 33661 w 1485772"/>
                  <a:gd name="connsiteY145" fmla="*/ 223328 h 317052"/>
                  <a:gd name="connsiteX146" fmla="*/ 15421 w 1485772"/>
                  <a:gd name="connsiteY146" fmla="*/ 248649 h 317052"/>
                  <a:gd name="connsiteX147" fmla="*/ 15421 w 1485772"/>
                  <a:gd name="connsiteY147" fmla="*/ 291191 h 317052"/>
                  <a:gd name="connsiteX148" fmla="*/ 120 w 1485772"/>
                  <a:gd name="connsiteY148" fmla="*/ 291191 h 317052"/>
                  <a:gd name="connsiteX149" fmla="*/ 60 w 1485772"/>
                  <a:gd name="connsiteY149" fmla="*/ 291191 h 317052"/>
                  <a:gd name="connsiteX150" fmla="*/ 60 w 1485772"/>
                  <a:gd name="connsiteY150" fmla="*/ 212048 h 317052"/>
                  <a:gd name="connsiteX151" fmla="*/ 15361 w 1485772"/>
                  <a:gd name="connsiteY151" fmla="*/ 212048 h 317052"/>
                  <a:gd name="connsiteX152" fmla="*/ 15361 w 1485772"/>
                  <a:gd name="connsiteY152" fmla="*/ 223508 h 317052"/>
                  <a:gd name="connsiteX153" fmla="*/ 38761 w 1485772"/>
                  <a:gd name="connsiteY153" fmla="*/ 210548 h 317052"/>
                  <a:gd name="connsiteX154" fmla="*/ 573980 w 1485772"/>
                  <a:gd name="connsiteY154" fmla="*/ 210428 h 317052"/>
                  <a:gd name="connsiteX155" fmla="*/ 605601 w 1485772"/>
                  <a:gd name="connsiteY155" fmla="*/ 234129 h 317052"/>
                  <a:gd name="connsiteX156" fmla="*/ 590421 w 1485772"/>
                  <a:gd name="connsiteY156" fmla="*/ 234129 h 317052"/>
                  <a:gd name="connsiteX157" fmla="*/ 572509 w 1485772"/>
                  <a:gd name="connsiteY157" fmla="*/ 222807 h 317052"/>
                  <a:gd name="connsiteX158" fmla="*/ 572540 w 1485772"/>
                  <a:gd name="connsiteY158" fmla="*/ 222788 h 317052"/>
                  <a:gd name="connsiteX159" fmla="*/ 572480 w 1485772"/>
                  <a:gd name="connsiteY159" fmla="*/ 222788 h 317052"/>
                  <a:gd name="connsiteX160" fmla="*/ 572509 w 1485772"/>
                  <a:gd name="connsiteY160" fmla="*/ 222807 h 317052"/>
                  <a:gd name="connsiteX161" fmla="*/ 556940 w 1485772"/>
                  <a:gd name="connsiteY161" fmla="*/ 232329 h 317052"/>
                  <a:gd name="connsiteX162" fmla="*/ 567980 w 1485772"/>
                  <a:gd name="connsiteY162" fmla="*/ 242169 h 317052"/>
                  <a:gd name="connsiteX163" fmla="*/ 579320 w 1485772"/>
                  <a:gd name="connsiteY163" fmla="*/ 244389 h 317052"/>
                  <a:gd name="connsiteX164" fmla="*/ 607401 w 1485772"/>
                  <a:gd name="connsiteY164" fmla="*/ 267910 h 317052"/>
                  <a:gd name="connsiteX165" fmla="*/ 574160 w 1485772"/>
                  <a:gd name="connsiteY165" fmla="*/ 293051 h 317052"/>
                  <a:gd name="connsiteX166" fmla="*/ 540019 w 1485772"/>
                  <a:gd name="connsiteY166" fmla="*/ 266590 h 317052"/>
                  <a:gd name="connsiteX167" fmla="*/ 555620 w 1485772"/>
                  <a:gd name="connsiteY167" fmla="*/ 266590 h 317052"/>
                  <a:gd name="connsiteX168" fmla="*/ 574580 w 1485772"/>
                  <a:gd name="connsiteY168" fmla="*/ 280870 h 317052"/>
                  <a:gd name="connsiteX169" fmla="*/ 592101 w 1485772"/>
                  <a:gd name="connsiteY169" fmla="*/ 269710 h 317052"/>
                  <a:gd name="connsiteX170" fmla="*/ 576920 w 1485772"/>
                  <a:gd name="connsiteY170" fmla="*/ 257770 h 317052"/>
                  <a:gd name="connsiteX171" fmla="*/ 564980 w 1485772"/>
                  <a:gd name="connsiteY171" fmla="*/ 255430 h 317052"/>
                  <a:gd name="connsiteX172" fmla="*/ 541879 w 1485772"/>
                  <a:gd name="connsiteY172" fmla="*/ 232929 h 317052"/>
                  <a:gd name="connsiteX173" fmla="*/ 573980 w 1485772"/>
                  <a:gd name="connsiteY173" fmla="*/ 210428 h 317052"/>
                  <a:gd name="connsiteX174" fmla="*/ 374533 w 1485772"/>
                  <a:gd name="connsiteY174" fmla="*/ 210428 h 317052"/>
                  <a:gd name="connsiteX175" fmla="*/ 406154 w 1485772"/>
                  <a:gd name="connsiteY175" fmla="*/ 234129 h 317052"/>
                  <a:gd name="connsiteX176" fmla="*/ 390974 w 1485772"/>
                  <a:gd name="connsiteY176" fmla="*/ 234129 h 317052"/>
                  <a:gd name="connsiteX177" fmla="*/ 373062 w 1485772"/>
                  <a:gd name="connsiteY177" fmla="*/ 222807 h 317052"/>
                  <a:gd name="connsiteX178" fmla="*/ 373093 w 1485772"/>
                  <a:gd name="connsiteY178" fmla="*/ 222788 h 317052"/>
                  <a:gd name="connsiteX179" fmla="*/ 373033 w 1485772"/>
                  <a:gd name="connsiteY179" fmla="*/ 222788 h 317052"/>
                  <a:gd name="connsiteX180" fmla="*/ 373062 w 1485772"/>
                  <a:gd name="connsiteY180" fmla="*/ 222807 h 317052"/>
                  <a:gd name="connsiteX181" fmla="*/ 357493 w 1485772"/>
                  <a:gd name="connsiteY181" fmla="*/ 232329 h 317052"/>
                  <a:gd name="connsiteX182" fmla="*/ 368533 w 1485772"/>
                  <a:gd name="connsiteY182" fmla="*/ 242169 h 317052"/>
                  <a:gd name="connsiteX183" fmla="*/ 379873 w 1485772"/>
                  <a:gd name="connsiteY183" fmla="*/ 244389 h 317052"/>
                  <a:gd name="connsiteX184" fmla="*/ 407954 w 1485772"/>
                  <a:gd name="connsiteY184" fmla="*/ 267910 h 317052"/>
                  <a:gd name="connsiteX185" fmla="*/ 374713 w 1485772"/>
                  <a:gd name="connsiteY185" fmla="*/ 293051 h 317052"/>
                  <a:gd name="connsiteX186" fmla="*/ 340572 w 1485772"/>
                  <a:gd name="connsiteY186" fmla="*/ 266590 h 317052"/>
                  <a:gd name="connsiteX187" fmla="*/ 356173 w 1485772"/>
                  <a:gd name="connsiteY187" fmla="*/ 266590 h 317052"/>
                  <a:gd name="connsiteX188" fmla="*/ 375133 w 1485772"/>
                  <a:gd name="connsiteY188" fmla="*/ 280870 h 317052"/>
                  <a:gd name="connsiteX189" fmla="*/ 392654 w 1485772"/>
                  <a:gd name="connsiteY189" fmla="*/ 269710 h 317052"/>
                  <a:gd name="connsiteX190" fmla="*/ 377473 w 1485772"/>
                  <a:gd name="connsiteY190" fmla="*/ 257770 h 317052"/>
                  <a:gd name="connsiteX191" fmla="*/ 365533 w 1485772"/>
                  <a:gd name="connsiteY191" fmla="*/ 255430 h 317052"/>
                  <a:gd name="connsiteX192" fmla="*/ 342432 w 1485772"/>
                  <a:gd name="connsiteY192" fmla="*/ 232929 h 317052"/>
                  <a:gd name="connsiteX193" fmla="*/ 374533 w 1485772"/>
                  <a:gd name="connsiteY193" fmla="*/ 210428 h 317052"/>
                  <a:gd name="connsiteX194" fmla="*/ 1315245 w 1485772"/>
                  <a:gd name="connsiteY194" fmla="*/ 191827 h 317052"/>
                  <a:gd name="connsiteX195" fmla="*/ 1330486 w 1485772"/>
                  <a:gd name="connsiteY195" fmla="*/ 191827 h 317052"/>
                  <a:gd name="connsiteX196" fmla="*/ 1330486 w 1485772"/>
                  <a:gd name="connsiteY196" fmla="*/ 212048 h 317052"/>
                  <a:gd name="connsiteX197" fmla="*/ 1346087 w 1485772"/>
                  <a:gd name="connsiteY197" fmla="*/ 212048 h 317052"/>
                  <a:gd name="connsiteX198" fmla="*/ 1346087 w 1485772"/>
                  <a:gd name="connsiteY198" fmla="*/ 223688 h 317052"/>
                  <a:gd name="connsiteX199" fmla="*/ 1330486 w 1485772"/>
                  <a:gd name="connsiteY199" fmla="*/ 223688 h 317052"/>
                  <a:gd name="connsiteX200" fmla="*/ 1330486 w 1485772"/>
                  <a:gd name="connsiteY200" fmla="*/ 268870 h 317052"/>
                  <a:gd name="connsiteX201" fmla="*/ 1339486 w 1485772"/>
                  <a:gd name="connsiteY201" fmla="*/ 279010 h 317052"/>
                  <a:gd name="connsiteX202" fmla="*/ 1345967 w 1485772"/>
                  <a:gd name="connsiteY202" fmla="*/ 279010 h 317052"/>
                  <a:gd name="connsiteX203" fmla="*/ 1345967 w 1485772"/>
                  <a:gd name="connsiteY203" fmla="*/ 291250 h 317052"/>
                  <a:gd name="connsiteX204" fmla="*/ 1334806 w 1485772"/>
                  <a:gd name="connsiteY204" fmla="*/ 291250 h 317052"/>
                  <a:gd name="connsiteX205" fmla="*/ 1315245 w 1485772"/>
                  <a:gd name="connsiteY205" fmla="*/ 270970 h 317052"/>
                  <a:gd name="connsiteX206" fmla="*/ 1315245 w 1485772"/>
                  <a:gd name="connsiteY206" fmla="*/ 223748 h 317052"/>
                  <a:gd name="connsiteX207" fmla="*/ 1303185 w 1485772"/>
                  <a:gd name="connsiteY207" fmla="*/ 223748 h 317052"/>
                  <a:gd name="connsiteX208" fmla="*/ 1303185 w 1485772"/>
                  <a:gd name="connsiteY208" fmla="*/ 212108 h 317052"/>
                  <a:gd name="connsiteX209" fmla="*/ 1315245 w 1485772"/>
                  <a:gd name="connsiteY209" fmla="*/ 212108 h 317052"/>
                  <a:gd name="connsiteX210" fmla="*/ 1330486 w 1485772"/>
                  <a:gd name="connsiteY210" fmla="*/ 191767 h 317052"/>
                  <a:gd name="connsiteX211" fmla="*/ 1330546 w 1485772"/>
                  <a:gd name="connsiteY211" fmla="*/ 191827 h 317052"/>
                  <a:gd name="connsiteX212" fmla="*/ 1330486 w 1485772"/>
                  <a:gd name="connsiteY212" fmla="*/ 191827 h 317052"/>
                  <a:gd name="connsiteX213" fmla="*/ 1109379 w 1485772"/>
                  <a:gd name="connsiteY213" fmla="*/ 184567 h 317052"/>
                  <a:gd name="connsiteX214" fmla="*/ 1124679 w 1485772"/>
                  <a:gd name="connsiteY214" fmla="*/ 184567 h 317052"/>
                  <a:gd name="connsiteX215" fmla="*/ 1124679 w 1485772"/>
                  <a:gd name="connsiteY215" fmla="*/ 291251 h 317052"/>
                  <a:gd name="connsiteX216" fmla="*/ 1109379 w 1485772"/>
                  <a:gd name="connsiteY216" fmla="*/ 291251 h 317052"/>
                  <a:gd name="connsiteX217" fmla="*/ 1109379 w 1485772"/>
                  <a:gd name="connsiteY217" fmla="*/ 280090 h 317052"/>
                  <a:gd name="connsiteX218" fmla="*/ 1084658 w 1485772"/>
                  <a:gd name="connsiteY218" fmla="*/ 293171 h 317052"/>
                  <a:gd name="connsiteX219" fmla="*/ 1050517 w 1485772"/>
                  <a:gd name="connsiteY219" fmla="*/ 251829 h 317052"/>
                  <a:gd name="connsiteX220" fmla="*/ 1084658 w 1485772"/>
                  <a:gd name="connsiteY220" fmla="*/ 210608 h 317052"/>
                  <a:gd name="connsiteX221" fmla="*/ 1109379 w 1485772"/>
                  <a:gd name="connsiteY221" fmla="*/ 223688 h 317052"/>
                  <a:gd name="connsiteX222" fmla="*/ 423735 w 1485772"/>
                  <a:gd name="connsiteY222" fmla="*/ 184567 h 317052"/>
                  <a:gd name="connsiteX223" fmla="*/ 439036 w 1485772"/>
                  <a:gd name="connsiteY223" fmla="*/ 184567 h 317052"/>
                  <a:gd name="connsiteX224" fmla="*/ 439036 w 1485772"/>
                  <a:gd name="connsiteY224" fmla="*/ 201488 h 317052"/>
                  <a:gd name="connsiteX225" fmla="*/ 423735 w 1485772"/>
                  <a:gd name="connsiteY225" fmla="*/ 201488 h 317052"/>
                  <a:gd name="connsiteX226" fmla="*/ 310031 w 1485772"/>
                  <a:gd name="connsiteY226" fmla="*/ 184567 h 317052"/>
                  <a:gd name="connsiteX227" fmla="*/ 325332 w 1485772"/>
                  <a:gd name="connsiteY227" fmla="*/ 184567 h 317052"/>
                  <a:gd name="connsiteX228" fmla="*/ 325332 w 1485772"/>
                  <a:gd name="connsiteY228" fmla="*/ 201488 h 317052"/>
                  <a:gd name="connsiteX229" fmla="*/ 310031 w 1485772"/>
                  <a:gd name="connsiteY229" fmla="*/ 201488 h 317052"/>
                  <a:gd name="connsiteX230" fmla="*/ 274450 w 1485772"/>
                  <a:gd name="connsiteY230" fmla="*/ 184567 h 317052"/>
                  <a:gd name="connsiteX231" fmla="*/ 289750 w 1485772"/>
                  <a:gd name="connsiteY231" fmla="*/ 184567 h 317052"/>
                  <a:gd name="connsiteX232" fmla="*/ 289750 w 1485772"/>
                  <a:gd name="connsiteY232" fmla="*/ 291251 h 317052"/>
                  <a:gd name="connsiteX233" fmla="*/ 274450 w 1485772"/>
                  <a:gd name="connsiteY233" fmla="*/ 291251 h 317052"/>
                  <a:gd name="connsiteX234" fmla="*/ 274450 w 1485772"/>
                  <a:gd name="connsiteY234" fmla="*/ 280090 h 317052"/>
                  <a:gd name="connsiteX235" fmla="*/ 249729 w 1485772"/>
                  <a:gd name="connsiteY235" fmla="*/ 293171 h 317052"/>
                  <a:gd name="connsiteX236" fmla="*/ 215588 w 1485772"/>
                  <a:gd name="connsiteY236" fmla="*/ 251829 h 317052"/>
                  <a:gd name="connsiteX237" fmla="*/ 249729 w 1485772"/>
                  <a:gd name="connsiteY237" fmla="*/ 210608 h 317052"/>
                  <a:gd name="connsiteX238" fmla="*/ 274450 w 1485772"/>
                  <a:gd name="connsiteY238" fmla="*/ 223688 h 317052"/>
                  <a:gd name="connsiteX239" fmla="*/ 1229923 w 1485772"/>
                  <a:gd name="connsiteY239" fmla="*/ 184507 h 317052"/>
                  <a:gd name="connsiteX240" fmla="*/ 1245224 w 1485772"/>
                  <a:gd name="connsiteY240" fmla="*/ 184507 h 317052"/>
                  <a:gd name="connsiteX241" fmla="*/ 1245224 w 1485772"/>
                  <a:gd name="connsiteY241" fmla="*/ 245889 h 317052"/>
                  <a:gd name="connsiteX242" fmla="*/ 1245284 w 1485772"/>
                  <a:gd name="connsiteY242" fmla="*/ 245889 h 317052"/>
                  <a:gd name="connsiteX243" fmla="*/ 1276785 w 1485772"/>
                  <a:gd name="connsiteY243" fmla="*/ 212048 h 317052"/>
                  <a:gd name="connsiteX244" fmla="*/ 1295445 w 1485772"/>
                  <a:gd name="connsiteY244" fmla="*/ 212048 h 317052"/>
                  <a:gd name="connsiteX245" fmla="*/ 1264664 w 1485772"/>
                  <a:gd name="connsiteY245" fmla="*/ 244689 h 317052"/>
                  <a:gd name="connsiteX246" fmla="*/ 1297605 w 1485772"/>
                  <a:gd name="connsiteY246" fmla="*/ 291191 h 317052"/>
                  <a:gd name="connsiteX247" fmla="*/ 1279365 w 1485772"/>
                  <a:gd name="connsiteY247" fmla="*/ 291191 h 317052"/>
                  <a:gd name="connsiteX248" fmla="*/ 1254224 w 1485772"/>
                  <a:gd name="connsiteY248" fmla="*/ 255730 h 317052"/>
                  <a:gd name="connsiteX249" fmla="*/ 1245224 w 1485772"/>
                  <a:gd name="connsiteY249" fmla="*/ 265270 h 317052"/>
                  <a:gd name="connsiteX250" fmla="*/ 1245224 w 1485772"/>
                  <a:gd name="connsiteY250" fmla="*/ 291191 h 317052"/>
                  <a:gd name="connsiteX251" fmla="*/ 1229923 w 1485772"/>
                  <a:gd name="connsiteY251" fmla="*/ 291191 h 317052"/>
                  <a:gd name="connsiteX252" fmla="*/ 622942 w 1485772"/>
                  <a:gd name="connsiteY252" fmla="*/ 184507 h 317052"/>
                  <a:gd name="connsiteX253" fmla="*/ 638242 w 1485772"/>
                  <a:gd name="connsiteY253" fmla="*/ 184507 h 317052"/>
                  <a:gd name="connsiteX254" fmla="*/ 638242 w 1485772"/>
                  <a:gd name="connsiteY254" fmla="*/ 245889 h 317052"/>
                  <a:gd name="connsiteX255" fmla="*/ 638303 w 1485772"/>
                  <a:gd name="connsiteY255" fmla="*/ 245889 h 317052"/>
                  <a:gd name="connsiteX256" fmla="*/ 669804 w 1485772"/>
                  <a:gd name="connsiteY256" fmla="*/ 212048 h 317052"/>
                  <a:gd name="connsiteX257" fmla="*/ 688464 w 1485772"/>
                  <a:gd name="connsiteY257" fmla="*/ 212048 h 317052"/>
                  <a:gd name="connsiteX258" fmla="*/ 657683 w 1485772"/>
                  <a:gd name="connsiteY258" fmla="*/ 244689 h 317052"/>
                  <a:gd name="connsiteX259" fmla="*/ 690624 w 1485772"/>
                  <a:gd name="connsiteY259" fmla="*/ 291191 h 317052"/>
                  <a:gd name="connsiteX260" fmla="*/ 672384 w 1485772"/>
                  <a:gd name="connsiteY260" fmla="*/ 291191 h 317052"/>
                  <a:gd name="connsiteX261" fmla="*/ 647243 w 1485772"/>
                  <a:gd name="connsiteY261" fmla="*/ 255730 h 317052"/>
                  <a:gd name="connsiteX262" fmla="*/ 638242 w 1485772"/>
                  <a:gd name="connsiteY262" fmla="*/ 265270 h 317052"/>
                  <a:gd name="connsiteX263" fmla="*/ 638242 w 1485772"/>
                  <a:gd name="connsiteY263" fmla="*/ 291191 h 317052"/>
                  <a:gd name="connsiteX264" fmla="*/ 622942 w 1485772"/>
                  <a:gd name="connsiteY264" fmla="*/ 291191 h 317052"/>
                  <a:gd name="connsiteX265" fmla="*/ 600141 w 1485772"/>
                  <a:gd name="connsiteY265" fmla="*/ 69003 h 317052"/>
                  <a:gd name="connsiteX266" fmla="*/ 562640 w 1485772"/>
                  <a:gd name="connsiteY266" fmla="*/ 85023 h 317052"/>
                  <a:gd name="connsiteX267" fmla="*/ 562640 w 1485772"/>
                  <a:gd name="connsiteY267" fmla="*/ 85083 h 317052"/>
                  <a:gd name="connsiteX268" fmla="*/ 577640 w 1485772"/>
                  <a:gd name="connsiteY268" fmla="*/ 96843 h 317052"/>
                  <a:gd name="connsiteX269" fmla="*/ 600141 w 1485772"/>
                  <a:gd name="connsiteY269" fmla="*/ 74763 h 317052"/>
                  <a:gd name="connsiteX270" fmla="*/ 934352 w 1485772"/>
                  <a:gd name="connsiteY270" fmla="*/ 39001 h 317052"/>
                  <a:gd name="connsiteX271" fmla="*/ 912152 w 1485772"/>
                  <a:gd name="connsiteY271" fmla="*/ 67383 h 317052"/>
                  <a:gd name="connsiteX272" fmla="*/ 934352 w 1485772"/>
                  <a:gd name="connsiteY272" fmla="*/ 95643 h 317052"/>
                  <a:gd name="connsiteX273" fmla="*/ 956733 w 1485772"/>
                  <a:gd name="connsiteY273" fmla="*/ 67383 h 317052"/>
                  <a:gd name="connsiteX274" fmla="*/ 934352 w 1485772"/>
                  <a:gd name="connsiteY274" fmla="*/ 39001 h 317052"/>
                  <a:gd name="connsiteX275" fmla="*/ 443295 w 1485772"/>
                  <a:gd name="connsiteY275" fmla="*/ 39001 h 317052"/>
                  <a:gd name="connsiteX276" fmla="*/ 421095 w 1485772"/>
                  <a:gd name="connsiteY276" fmla="*/ 67383 h 317052"/>
                  <a:gd name="connsiteX277" fmla="*/ 443295 w 1485772"/>
                  <a:gd name="connsiteY277" fmla="*/ 95643 h 317052"/>
                  <a:gd name="connsiteX278" fmla="*/ 465676 w 1485772"/>
                  <a:gd name="connsiteY278" fmla="*/ 67383 h 317052"/>
                  <a:gd name="connsiteX279" fmla="*/ 443295 w 1485772"/>
                  <a:gd name="connsiteY279" fmla="*/ 39001 h 317052"/>
                  <a:gd name="connsiteX280" fmla="*/ 713785 w 1485772"/>
                  <a:gd name="connsiteY280" fmla="*/ 38582 h 317052"/>
                  <a:gd name="connsiteX281" fmla="*/ 690985 w 1485772"/>
                  <a:gd name="connsiteY281" fmla="*/ 59762 h 317052"/>
                  <a:gd name="connsiteX282" fmla="*/ 735146 w 1485772"/>
                  <a:gd name="connsiteY282" fmla="*/ 59762 h 317052"/>
                  <a:gd name="connsiteX283" fmla="*/ 713785 w 1485772"/>
                  <a:gd name="connsiteY283" fmla="*/ 38582 h 317052"/>
                  <a:gd name="connsiteX284" fmla="*/ 228308 w 1485772"/>
                  <a:gd name="connsiteY284" fmla="*/ 38582 h 317052"/>
                  <a:gd name="connsiteX285" fmla="*/ 205508 w 1485772"/>
                  <a:gd name="connsiteY285" fmla="*/ 59762 h 317052"/>
                  <a:gd name="connsiteX286" fmla="*/ 249669 w 1485772"/>
                  <a:gd name="connsiteY286" fmla="*/ 59762 h 317052"/>
                  <a:gd name="connsiteX287" fmla="*/ 228308 w 1485772"/>
                  <a:gd name="connsiteY287" fmla="*/ 38582 h 317052"/>
                  <a:gd name="connsiteX288" fmla="*/ 106144 w 1485772"/>
                  <a:gd name="connsiteY288" fmla="*/ 27541 h 317052"/>
                  <a:gd name="connsiteX289" fmla="*/ 121445 w 1485772"/>
                  <a:gd name="connsiteY289" fmla="*/ 27541 h 317052"/>
                  <a:gd name="connsiteX290" fmla="*/ 121445 w 1485772"/>
                  <a:gd name="connsiteY290" fmla="*/ 106684 h 317052"/>
                  <a:gd name="connsiteX291" fmla="*/ 106144 w 1485772"/>
                  <a:gd name="connsiteY291" fmla="*/ 106684 h 317052"/>
                  <a:gd name="connsiteX292" fmla="*/ 1025675 w 1485772"/>
                  <a:gd name="connsiteY292" fmla="*/ 27301 h 317052"/>
                  <a:gd name="connsiteX293" fmla="*/ 1029936 w 1485772"/>
                  <a:gd name="connsiteY293" fmla="*/ 27421 h 317052"/>
                  <a:gd name="connsiteX294" fmla="*/ 1029936 w 1485772"/>
                  <a:gd name="connsiteY294" fmla="*/ 43322 h 317052"/>
                  <a:gd name="connsiteX295" fmla="*/ 1022015 w 1485772"/>
                  <a:gd name="connsiteY295" fmla="*/ 42902 h 317052"/>
                  <a:gd name="connsiteX296" fmla="*/ 1022015 w 1485772"/>
                  <a:gd name="connsiteY296" fmla="*/ 42842 h 317052"/>
                  <a:gd name="connsiteX297" fmla="*/ 1004075 w 1485772"/>
                  <a:gd name="connsiteY297" fmla="*/ 65222 h 317052"/>
                  <a:gd name="connsiteX298" fmla="*/ 1004075 w 1485772"/>
                  <a:gd name="connsiteY298" fmla="*/ 106744 h 317052"/>
                  <a:gd name="connsiteX299" fmla="*/ 988774 w 1485772"/>
                  <a:gd name="connsiteY299" fmla="*/ 106744 h 317052"/>
                  <a:gd name="connsiteX300" fmla="*/ 988774 w 1485772"/>
                  <a:gd name="connsiteY300" fmla="*/ 27601 h 317052"/>
                  <a:gd name="connsiteX301" fmla="*/ 1003775 w 1485772"/>
                  <a:gd name="connsiteY301" fmla="*/ 27601 h 317052"/>
                  <a:gd name="connsiteX302" fmla="*/ 1003775 w 1485772"/>
                  <a:gd name="connsiteY302" fmla="*/ 41582 h 317052"/>
                  <a:gd name="connsiteX303" fmla="*/ 1025675 w 1485772"/>
                  <a:gd name="connsiteY303" fmla="*/ 27301 h 317052"/>
                  <a:gd name="connsiteX304" fmla="*/ 534558 w 1485772"/>
                  <a:gd name="connsiteY304" fmla="*/ 27301 h 317052"/>
                  <a:gd name="connsiteX305" fmla="*/ 538818 w 1485772"/>
                  <a:gd name="connsiteY305" fmla="*/ 27421 h 317052"/>
                  <a:gd name="connsiteX306" fmla="*/ 538818 w 1485772"/>
                  <a:gd name="connsiteY306" fmla="*/ 43322 h 317052"/>
                  <a:gd name="connsiteX307" fmla="*/ 530898 w 1485772"/>
                  <a:gd name="connsiteY307" fmla="*/ 42902 h 317052"/>
                  <a:gd name="connsiteX308" fmla="*/ 530898 w 1485772"/>
                  <a:gd name="connsiteY308" fmla="*/ 42842 h 317052"/>
                  <a:gd name="connsiteX309" fmla="*/ 512958 w 1485772"/>
                  <a:gd name="connsiteY309" fmla="*/ 65222 h 317052"/>
                  <a:gd name="connsiteX310" fmla="*/ 512958 w 1485772"/>
                  <a:gd name="connsiteY310" fmla="*/ 106744 h 317052"/>
                  <a:gd name="connsiteX311" fmla="*/ 497657 w 1485772"/>
                  <a:gd name="connsiteY311" fmla="*/ 106744 h 317052"/>
                  <a:gd name="connsiteX312" fmla="*/ 497657 w 1485772"/>
                  <a:gd name="connsiteY312" fmla="*/ 27601 h 317052"/>
                  <a:gd name="connsiteX313" fmla="*/ 512658 w 1485772"/>
                  <a:gd name="connsiteY313" fmla="*/ 27601 h 317052"/>
                  <a:gd name="connsiteX314" fmla="*/ 512658 w 1485772"/>
                  <a:gd name="connsiteY314" fmla="*/ 41582 h 317052"/>
                  <a:gd name="connsiteX315" fmla="*/ 534558 w 1485772"/>
                  <a:gd name="connsiteY315" fmla="*/ 27301 h 317052"/>
                  <a:gd name="connsiteX316" fmla="*/ 178446 w 1485772"/>
                  <a:gd name="connsiteY316" fmla="*/ 27301 h 317052"/>
                  <a:gd name="connsiteX317" fmla="*/ 182706 w 1485772"/>
                  <a:gd name="connsiteY317" fmla="*/ 27421 h 317052"/>
                  <a:gd name="connsiteX318" fmla="*/ 182706 w 1485772"/>
                  <a:gd name="connsiteY318" fmla="*/ 43322 h 317052"/>
                  <a:gd name="connsiteX319" fmla="*/ 174786 w 1485772"/>
                  <a:gd name="connsiteY319" fmla="*/ 42902 h 317052"/>
                  <a:gd name="connsiteX320" fmla="*/ 174786 w 1485772"/>
                  <a:gd name="connsiteY320" fmla="*/ 42842 h 317052"/>
                  <a:gd name="connsiteX321" fmla="*/ 156846 w 1485772"/>
                  <a:gd name="connsiteY321" fmla="*/ 65222 h 317052"/>
                  <a:gd name="connsiteX322" fmla="*/ 156846 w 1485772"/>
                  <a:gd name="connsiteY322" fmla="*/ 106744 h 317052"/>
                  <a:gd name="connsiteX323" fmla="*/ 141545 w 1485772"/>
                  <a:gd name="connsiteY323" fmla="*/ 106744 h 317052"/>
                  <a:gd name="connsiteX324" fmla="*/ 141545 w 1485772"/>
                  <a:gd name="connsiteY324" fmla="*/ 27601 h 317052"/>
                  <a:gd name="connsiteX325" fmla="*/ 156546 w 1485772"/>
                  <a:gd name="connsiteY325" fmla="*/ 27601 h 317052"/>
                  <a:gd name="connsiteX326" fmla="*/ 156546 w 1485772"/>
                  <a:gd name="connsiteY326" fmla="*/ 41582 h 317052"/>
                  <a:gd name="connsiteX327" fmla="*/ 178446 w 1485772"/>
                  <a:gd name="connsiteY327" fmla="*/ 27301 h 317052"/>
                  <a:gd name="connsiteX328" fmla="*/ 934352 w 1485772"/>
                  <a:gd name="connsiteY328" fmla="*/ 26041 h 317052"/>
                  <a:gd name="connsiteX329" fmla="*/ 972934 w 1485772"/>
                  <a:gd name="connsiteY329" fmla="*/ 67383 h 317052"/>
                  <a:gd name="connsiteX330" fmla="*/ 934352 w 1485772"/>
                  <a:gd name="connsiteY330" fmla="*/ 108604 h 317052"/>
                  <a:gd name="connsiteX331" fmla="*/ 895951 w 1485772"/>
                  <a:gd name="connsiteY331" fmla="*/ 67383 h 317052"/>
                  <a:gd name="connsiteX332" fmla="*/ 934352 w 1485772"/>
                  <a:gd name="connsiteY332" fmla="*/ 26041 h 317052"/>
                  <a:gd name="connsiteX333" fmla="*/ 714025 w 1485772"/>
                  <a:gd name="connsiteY333" fmla="*/ 26041 h 317052"/>
                  <a:gd name="connsiteX334" fmla="*/ 751107 w 1485772"/>
                  <a:gd name="connsiteY334" fmla="*/ 71823 h 317052"/>
                  <a:gd name="connsiteX335" fmla="*/ 690805 w 1485772"/>
                  <a:gd name="connsiteY335" fmla="*/ 71823 h 317052"/>
                  <a:gd name="connsiteX336" fmla="*/ 713905 w 1485772"/>
                  <a:gd name="connsiteY336" fmla="*/ 95523 h 317052"/>
                  <a:gd name="connsiteX337" fmla="*/ 734666 w 1485772"/>
                  <a:gd name="connsiteY337" fmla="*/ 83463 h 317052"/>
                  <a:gd name="connsiteX338" fmla="*/ 750027 w 1485772"/>
                  <a:gd name="connsiteY338" fmla="*/ 83463 h 317052"/>
                  <a:gd name="connsiteX339" fmla="*/ 714445 w 1485772"/>
                  <a:gd name="connsiteY339" fmla="*/ 108604 h 317052"/>
                  <a:gd name="connsiteX340" fmla="*/ 675024 w 1485772"/>
                  <a:gd name="connsiteY340" fmla="*/ 66962 h 317052"/>
                  <a:gd name="connsiteX341" fmla="*/ 714025 w 1485772"/>
                  <a:gd name="connsiteY341" fmla="*/ 26041 h 317052"/>
                  <a:gd name="connsiteX342" fmla="*/ 443295 w 1485772"/>
                  <a:gd name="connsiteY342" fmla="*/ 26041 h 317052"/>
                  <a:gd name="connsiteX343" fmla="*/ 481877 w 1485772"/>
                  <a:gd name="connsiteY343" fmla="*/ 67383 h 317052"/>
                  <a:gd name="connsiteX344" fmla="*/ 443295 w 1485772"/>
                  <a:gd name="connsiteY344" fmla="*/ 108604 h 317052"/>
                  <a:gd name="connsiteX345" fmla="*/ 404894 w 1485772"/>
                  <a:gd name="connsiteY345" fmla="*/ 67383 h 317052"/>
                  <a:gd name="connsiteX346" fmla="*/ 443295 w 1485772"/>
                  <a:gd name="connsiteY346" fmla="*/ 26041 h 317052"/>
                  <a:gd name="connsiteX347" fmla="*/ 228548 w 1485772"/>
                  <a:gd name="connsiteY347" fmla="*/ 26041 h 317052"/>
                  <a:gd name="connsiteX348" fmla="*/ 265630 w 1485772"/>
                  <a:gd name="connsiteY348" fmla="*/ 71823 h 317052"/>
                  <a:gd name="connsiteX349" fmla="*/ 205328 w 1485772"/>
                  <a:gd name="connsiteY349" fmla="*/ 71823 h 317052"/>
                  <a:gd name="connsiteX350" fmla="*/ 228428 w 1485772"/>
                  <a:gd name="connsiteY350" fmla="*/ 95523 h 317052"/>
                  <a:gd name="connsiteX351" fmla="*/ 249189 w 1485772"/>
                  <a:gd name="connsiteY351" fmla="*/ 83463 h 317052"/>
                  <a:gd name="connsiteX352" fmla="*/ 264550 w 1485772"/>
                  <a:gd name="connsiteY352" fmla="*/ 83463 h 317052"/>
                  <a:gd name="connsiteX353" fmla="*/ 228968 w 1485772"/>
                  <a:gd name="connsiteY353" fmla="*/ 108604 h 317052"/>
                  <a:gd name="connsiteX354" fmla="*/ 189547 w 1485772"/>
                  <a:gd name="connsiteY354" fmla="*/ 66962 h 317052"/>
                  <a:gd name="connsiteX355" fmla="*/ 228548 w 1485772"/>
                  <a:gd name="connsiteY355" fmla="*/ 26041 h 317052"/>
                  <a:gd name="connsiteX356" fmla="*/ 582980 w 1485772"/>
                  <a:gd name="connsiteY356" fmla="*/ 25681 h 317052"/>
                  <a:gd name="connsiteX357" fmla="*/ 614901 w 1485772"/>
                  <a:gd name="connsiteY357" fmla="*/ 59222 h 317052"/>
                  <a:gd name="connsiteX358" fmla="*/ 614601 w 1485772"/>
                  <a:gd name="connsiteY358" fmla="*/ 78183 h 317052"/>
                  <a:gd name="connsiteX359" fmla="*/ 616822 w 1485772"/>
                  <a:gd name="connsiteY359" fmla="*/ 106744 h 317052"/>
                  <a:gd name="connsiteX360" fmla="*/ 602121 w 1485772"/>
                  <a:gd name="connsiteY360" fmla="*/ 106744 h 317052"/>
                  <a:gd name="connsiteX361" fmla="*/ 600801 w 1485772"/>
                  <a:gd name="connsiteY361" fmla="*/ 96303 h 317052"/>
                  <a:gd name="connsiteX362" fmla="*/ 574340 w 1485772"/>
                  <a:gd name="connsiteY362" fmla="*/ 108664 h 317052"/>
                  <a:gd name="connsiteX363" fmla="*/ 546079 w 1485772"/>
                  <a:gd name="connsiteY363" fmla="*/ 85443 h 317052"/>
                  <a:gd name="connsiteX364" fmla="*/ 599481 w 1485772"/>
                  <a:gd name="connsiteY364" fmla="*/ 57782 h 317052"/>
                  <a:gd name="connsiteX365" fmla="*/ 599421 w 1485772"/>
                  <a:gd name="connsiteY365" fmla="*/ 57722 h 317052"/>
                  <a:gd name="connsiteX366" fmla="*/ 599421 w 1485772"/>
                  <a:gd name="connsiteY366" fmla="*/ 56102 h 317052"/>
                  <a:gd name="connsiteX367" fmla="*/ 582380 w 1485772"/>
                  <a:gd name="connsiteY367" fmla="*/ 37441 h 317052"/>
                  <a:gd name="connsiteX368" fmla="*/ 565160 w 1485772"/>
                  <a:gd name="connsiteY368" fmla="*/ 52622 h 317052"/>
                  <a:gd name="connsiteX369" fmla="*/ 549739 w 1485772"/>
                  <a:gd name="connsiteY369" fmla="*/ 52622 h 317052"/>
                  <a:gd name="connsiteX370" fmla="*/ 582980 w 1485772"/>
                  <a:gd name="connsiteY370" fmla="*/ 25681 h 317052"/>
                  <a:gd name="connsiteX371" fmla="*/ 16801 w 1485772"/>
                  <a:gd name="connsiteY371" fmla="*/ 13860 h 317052"/>
                  <a:gd name="connsiteX372" fmla="*/ 16801 w 1485772"/>
                  <a:gd name="connsiteY372" fmla="*/ 92883 h 317052"/>
                  <a:gd name="connsiteX373" fmla="*/ 28441 w 1485772"/>
                  <a:gd name="connsiteY373" fmla="*/ 92883 h 317052"/>
                  <a:gd name="connsiteX374" fmla="*/ 70682 w 1485772"/>
                  <a:gd name="connsiteY374" fmla="*/ 53282 h 317052"/>
                  <a:gd name="connsiteX375" fmla="*/ 28441 w 1485772"/>
                  <a:gd name="connsiteY375" fmla="*/ 13860 h 317052"/>
                  <a:gd name="connsiteX376" fmla="*/ 769046 w 1485772"/>
                  <a:gd name="connsiteY376" fmla="*/ 7321 h 317052"/>
                  <a:gd name="connsiteX377" fmla="*/ 784287 w 1485772"/>
                  <a:gd name="connsiteY377" fmla="*/ 7321 h 317052"/>
                  <a:gd name="connsiteX378" fmla="*/ 784287 w 1485772"/>
                  <a:gd name="connsiteY378" fmla="*/ 27542 h 317052"/>
                  <a:gd name="connsiteX379" fmla="*/ 799888 w 1485772"/>
                  <a:gd name="connsiteY379" fmla="*/ 27542 h 317052"/>
                  <a:gd name="connsiteX380" fmla="*/ 799888 w 1485772"/>
                  <a:gd name="connsiteY380" fmla="*/ 39182 h 317052"/>
                  <a:gd name="connsiteX381" fmla="*/ 784287 w 1485772"/>
                  <a:gd name="connsiteY381" fmla="*/ 39182 h 317052"/>
                  <a:gd name="connsiteX382" fmla="*/ 784287 w 1485772"/>
                  <a:gd name="connsiteY382" fmla="*/ 84364 h 317052"/>
                  <a:gd name="connsiteX383" fmla="*/ 793287 w 1485772"/>
                  <a:gd name="connsiteY383" fmla="*/ 94504 h 317052"/>
                  <a:gd name="connsiteX384" fmla="*/ 799768 w 1485772"/>
                  <a:gd name="connsiteY384" fmla="*/ 94504 h 317052"/>
                  <a:gd name="connsiteX385" fmla="*/ 799768 w 1485772"/>
                  <a:gd name="connsiteY385" fmla="*/ 106744 h 317052"/>
                  <a:gd name="connsiteX386" fmla="*/ 788607 w 1485772"/>
                  <a:gd name="connsiteY386" fmla="*/ 106744 h 317052"/>
                  <a:gd name="connsiteX387" fmla="*/ 769046 w 1485772"/>
                  <a:gd name="connsiteY387" fmla="*/ 86464 h 317052"/>
                  <a:gd name="connsiteX388" fmla="*/ 769046 w 1485772"/>
                  <a:gd name="connsiteY388" fmla="*/ 39242 h 317052"/>
                  <a:gd name="connsiteX389" fmla="*/ 756986 w 1485772"/>
                  <a:gd name="connsiteY389" fmla="*/ 39242 h 317052"/>
                  <a:gd name="connsiteX390" fmla="*/ 756986 w 1485772"/>
                  <a:gd name="connsiteY390" fmla="*/ 27602 h 317052"/>
                  <a:gd name="connsiteX391" fmla="*/ 769046 w 1485772"/>
                  <a:gd name="connsiteY391" fmla="*/ 27602 h 317052"/>
                  <a:gd name="connsiteX392" fmla="*/ 636502 w 1485772"/>
                  <a:gd name="connsiteY392" fmla="*/ 7321 h 317052"/>
                  <a:gd name="connsiteX393" fmla="*/ 651743 w 1485772"/>
                  <a:gd name="connsiteY393" fmla="*/ 7321 h 317052"/>
                  <a:gd name="connsiteX394" fmla="*/ 651743 w 1485772"/>
                  <a:gd name="connsiteY394" fmla="*/ 27542 h 317052"/>
                  <a:gd name="connsiteX395" fmla="*/ 667343 w 1485772"/>
                  <a:gd name="connsiteY395" fmla="*/ 27542 h 317052"/>
                  <a:gd name="connsiteX396" fmla="*/ 667343 w 1485772"/>
                  <a:gd name="connsiteY396" fmla="*/ 39182 h 317052"/>
                  <a:gd name="connsiteX397" fmla="*/ 651743 w 1485772"/>
                  <a:gd name="connsiteY397" fmla="*/ 39182 h 317052"/>
                  <a:gd name="connsiteX398" fmla="*/ 651743 w 1485772"/>
                  <a:gd name="connsiteY398" fmla="*/ 84364 h 317052"/>
                  <a:gd name="connsiteX399" fmla="*/ 660743 w 1485772"/>
                  <a:gd name="connsiteY399" fmla="*/ 94504 h 317052"/>
                  <a:gd name="connsiteX400" fmla="*/ 667223 w 1485772"/>
                  <a:gd name="connsiteY400" fmla="*/ 94504 h 317052"/>
                  <a:gd name="connsiteX401" fmla="*/ 667223 w 1485772"/>
                  <a:gd name="connsiteY401" fmla="*/ 106744 h 317052"/>
                  <a:gd name="connsiteX402" fmla="*/ 656063 w 1485772"/>
                  <a:gd name="connsiteY402" fmla="*/ 106744 h 317052"/>
                  <a:gd name="connsiteX403" fmla="*/ 636502 w 1485772"/>
                  <a:gd name="connsiteY403" fmla="*/ 86464 h 317052"/>
                  <a:gd name="connsiteX404" fmla="*/ 636502 w 1485772"/>
                  <a:gd name="connsiteY404" fmla="*/ 39242 h 317052"/>
                  <a:gd name="connsiteX405" fmla="*/ 624442 w 1485772"/>
                  <a:gd name="connsiteY405" fmla="*/ 39242 h 317052"/>
                  <a:gd name="connsiteX406" fmla="*/ 624442 w 1485772"/>
                  <a:gd name="connsiteY406" fmla="*/ 27602 h 317052"/>
                  <a:gd name="connsiteX407" fmla="*/ 636502 w 1485772"/>
                  <a:gd name="connsiteY407" fmla="*/ 27602 h 317052"/>
                  <a:gd name="connsiteX408" fmla="*/ 366252 w 1485772"/>
                  <a:gd name="connsiteY408" fmla="*/ 7321 h 317052"/>
                  <a:gd name="connsiteX409" fmla="*/ 381493 w 1485772"/>
                  <a:gd name="connsiteY409" fmla="*/ 7321 h 317052"/>
                  <a:gd name="connsiteX410" fmla="*/ 381493 w 1485772"/>
                  <a:gd name="connsiteY410" fmla="*/ 27542 h 317052"/>
                  <a:gd name="connsiteX411" fmla="*/ 397094 w 1485772"/>
                  <a:gd name="connsiteY411" fmla="*/ 27542 h 317052"/>
                  <a:gd name="connsiteX412" fmla="*/ 397094 w 1485772"/>
                  <a:gd name="connsiteY412" fmla="*/ 39182 h 317052"/>
                  <a:gd name="connsiteX413" fmla="*/ 381493 w 1485772"/>
                  <a:gd name="connsiteY413" fmla="*/ 39182 h 317052"/>
                  <a:gd name="connsiteX414" fmla="*/ 381493 w 1485772"/>
                  <a:gd name="connsiteY414" fmla="*/ 84364 h 317052"/>
                  <a:gd name="connsiteX415" fmla="*/ 390493 w 1485772"/>
                  <a:gd name="connsiteY415" fmla="*/ 94504 h 317052"/>
                  <a:gd name="connsiteX416" fmla="*/ 396974 w 1485772"/>
                  <a:gd name="connsiteY416" fmla="*/ 94504 h 317052"/>
                  <a:gd name="connsiteX417" fmla="*/ 396974 w 1485772"/>
                  <a:gd name="connsiteY417" fmla="*/ 106744 h 317052"/>
                  <a:gd name="connsiteX418" fmla="*/ 385813 w 1485772"/>
                  <a:gd name="connsiteY418" fmla="*/ 106744 h 317052"/>
                  <a:gd name="connsiteX419" fmla="*/ 366252 w 1485772"/>
                  <a:gd name="connsiteY419" fmla="*/ 86464 h 317052"/>
                  <a:gd name="connsiteX420" fmla="*/ 366252 w 1485772"/>
                  <a:gd name="connsiteY420" fmla="*/ 39242 h 317052"/>
                  <a:gd name="connsiteX421" fmla="*/ 354192 w 1485772"/>
                  <a:gd name="connsiteY421" fmla="*/ 39242 h 317052"/>
                  <a:gd name="connsiteX422" fmla="*/ 354192 w 1485772"/>
                  <a:gd name="connsiteY422" fmla="*/ 27602 h 317052"/>
                  <a:gd name="connsiteX423" fmla="*/ 366252 w 1485772"/>
                  <a:gd name="connsiteY423" fmla="*/ 27602 h 317052"/>
                  <a:gd name="connsiteX424" fmla="*/ 784287 w 1485772"/>
                  <a:gd name="connsiteY424" fmla="*/ 7261 h 317052"/>
                  <a:gd name="connsiteX425" fmla="*/ 784347 w 1485772"/>
                  <a:gd name="connsiteY425" fmla="*/ 7321 h 317052"/>
                  <a:gd name="connsiteX426" fmla="*/ 784287 w 1485772"/>
                  <a:gd name="connsiteY426" fmla="*/ 7321 h 317052"/>
                  <a:gd name="connsiteX427" fmla="*/ 651743 w 1485772"/>
                  <a:gd name="connsiteY427" fmla="*/ 7261 h 317052"/>
                  <a:gd name="connsiteX428" fmla="*/ 651803 w 1485772"/>
                  <a:gd name="connsiteY428" fmla="*/ 7321 h 317052"/>
                  <a:gd name="connsiteX429" fmla="*/ 651743 w 1485772"/>
                  <a:gd name="connsiteY429" fmla="*/ 7321 h 317052"/>
                  <a:gd name="connsiteX430" fmla="*/ 381493 w 1485772"/>
                  <a:gd name="connsiteY430" fmla="*/ 7261 h 317052"/>
                  <a:gd name="connsiteX431" fmla="*/ 381553 w 1485772"/>
                  <a:gd name="connsiteY431" fmla="*/ 7321 h 317052"/>
                  <a:gd name="connsiteX432" fmla="*/ 381493 w 1485772"/>
                  <a:gd name="connsiteY432" fmla="*/ 7321 h 317052"/>
                  <a:gd name="connsiteX433" fmla="*/ 883051 w 1485772"/>
                  <a:gd name="connsiteY433" fmla="*/ 0 h 317052"/>
                  <a:gd name="connsiteX434" fmla="*/ 889951 w 1485772"/>
                  <a:gd name="connsiteY434" fmla="*/ 0 h 317052"/>
                  <a:gd name="connsiteX435" fmla="*/ 889951 w 1485772"/>
                  <a:gd name="connsiteY435" fmla="*/ 12240 h 317052"/>
                  <a:gd name="connsiteX436" fmla="*/ 884071 w 1485772"/>
                  <a:gd name="connsiteY436" fmla="*/ 12240 h 317052"/>
                  <a:gd name="connsiteX437" fmla="*/ 874651 w 1485772"/>
                  <a:gd name="connsiteY437" fmla="*/ 22081 h 317052"/>
                  <a:gd name="connsiteX438" fmla="*/ 874651 w 1485772"/>
                  <a:gd name="connsiteY438" fmla="*/ 27541 h 317052"/>
                  <a:gd name="connsiteX439" fmla="*/ 889951 w 1485772"/>
                  <a:gd name="connsiteY439" fmla="*/ 27541 h 317052"/>
                  <a:gd name="connsiteX440" fmla="*/ 889951 w 1485772"/>
                  <a:gd name="connsiteY440" fmla="*/ 39181 h 317052"/>
                  <a:gd name="connsiteX441" fmla="*/ 874651 w 1485772"/>
                  <a:gd name="connsiteY441" fmla="*/ 39181 h 317052"/>
                  <a:gd name="connsiteX442" fmla="*/ 874651 w 1485772"/>
                  <a:gd name="connsiteY442" fmla="*/ 106744 h 317052"/>
                  <a:gd name="connsiteX443" fmla="*/ 859350 w 1485772"/>
                  <a:gd name="connsiteY443" fmla="*/ 106744 h 317052"/>
                  <a:gd name="connsiteX444" fmla="*/ 859350 w 1485772"/>
                  <a:gd name="connsiteY444" fmla="*/ 39181 h 317052"/>
                  <a:gd name="connsiteX445" fmla="*/ 848310 w 1485772"/>
                  <a:gd name="connsiteY445" fmla="*/ 39181 h 317052"/>
                  <a:gd name="connsiteX446" fmla="*/ 848310 w 1485772"/>
                  <a:gd name="connsiteY446" fmla="*/ 27541 h 317052"/>
                  <a:gd name="connsiteX447" fmla="*/ 859350 w 1485772"/>
                  <a:gd name="connsiteY447" fmla="*/ 27541 h 317052"/>
                  <a:gd name="connsiteX448" fmla="*/ 859350 w 1485772"/>
                  <a:gd name="connsiteY448" fmla="*/ 22261 h 317052"/>
                  <a:gd name="connsiteX449" fmla="*/ 883051 w 1485772"/>
                  <a:gd name="connsiteY449" fmla="*/ 60 h 317052"/>
                  <a:gd name="connsiteX450" fmla="*/ 280990 w 1485772"/>
                  <a:gd name="connsiteY450" fmla="*/ 0 h 317052"/>
                  <a:gd name="connsiteX451" fmla="*/ 296291 w 1485772"/>
                  <a:gd name="connsiteY451" fmla="*/ 0 h 317052"/>
                  <a:gd name="connsiteX452" fmla="*/ 296291 w 1485772"/>
                  <a:gd name="connsiteY452" fmla="*/ 61382 h 317052"/>
                  <a:gd name="connsiteX453" fmla="*/ 296351 w 1485772"/>
                  <a:gd name="connsiteY453" fmla="*/ 61382 h 317052"/>
                  <a:gd name="connsiteX454" fmla="*/ 327852 w 1485772"/>
                  <a:gd name="connsiteY454" fmla="*/ 27541 h 317052"/>
                  <a:gd name="connsiteX455" fmla="*/ 346512 w 1485772"/>
                  <a:gd name="connsiteY455" fmla="*/ 27541 h 317052"/>
                  <a:gd name="connsiteX456" fmla="*/ 315731 w 1485772"/>
                  <a:gd name="connsiteY456" fmla="*/ 60182 h 317052"/>
                  <a:gd name="connsiteX457" fmla="*/ 348672 w 1485772"/>
                  <a:gd name="connsiteY457" fmla="*/ 106684 h 317052"/>
                  <a:gd name="connsiteX458" fmla="*/ 330432 w 1485772"/>
                  <a:gd name="connsiteY458" fmla="*/ 106684 h 317052"/>
                  <a:gd name="connsiteX459" fmla="*/ 305291 w 1485772"/>
                  <a:gd name="connsiteY459" fmla="*/ 71223 h 317052"/>
                  <a:gd name="connsiteX460" fmla="*/ 296291 w 1485772"/>
                  <a:gd name="connsiteY460" fmla="*/ 80763 h 317052"/>
                  <a:gd name="connsiteX461" fmla="*/ 296291 w 1485772"/>
                  <a:gd name="connsiteY461" fmla="*/ 106684 h 317052"/>
                  <a:gd name="connsiteX462" fmla="*/ 280990 w 1485772"/>
                  <a:gd name="connsiteY462" fmla="*/ 106684 h 317052"/>
                  <a:gd name="connsiteX463" fmla="*/ 106144 w 1485772"/>
                  <a:gd name="connsiteY463" fmla="*/ 0 h 317052"/>
                  <a:gd name="connsiteX464" fmla="*/ 121445 w 1485772"/>
                  <a:gd name="connsiteY464" fmla="*/ 0 h 317052"/>
                  <a:gd name="connsiteX465" fmla="*/ 121445 w 1485772"/>
                  <a:gd name="connsiteY465" fmla="*/ 16921 h 317052"/>
                  <a:gd name="connsiteX466" fmla="*/ 106144 w 1485772"/>
                  <a:gd name="connsiteY466" fmla="*/ 16921 h 317052"/>
                  <a:gd name="connsiteX467" fmla="*/ 0 w 1485772"/>
                  <a:gd name="connsiteY467" fmla="*/ 0 h 317052"/>
                  <a:gd name="connsiteX468" fmla="*/ 29161 w 1485772"/>
                  <a:gd name="connsiteY468" fmla="*/ 0 h 317052"/>
                  <a:gd name="connsiteX469" fmla="*/ 88023 w 1485772"/>
                  <a:gd name="connsiteY469" fmla="*/ 53282 h 317052"/>
                  <a:gd name="connsiteX470" fmla="*/ 29161 w 1485772"/>
                  <a:gd name="connsiteY470" fmla="*/ 106684 h 317052"/>
                  <a:gd name="connsiteX471" fmla="*/ 0 w 1485772"/>
                  <a:gd name="connsiteY471" fmla="*/ 106684 h 31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</a:cxnLst>
                <a:rect l="l" t="t" r="r" b="b"/>
                <a:pathLst>
                  <a:path w="1485772" h="317052">
                    <a:moveTo>
                      <a:pt x="1000775" y="223508"/>
                    </a:moveTo>
                    <a:cubicBezTo>
                      <a:pt x="989135" y="223508"/>
                      <a:pt x="978575" y="231909"/>
                      <a:pt x="978575" y="251890"/>
                    </a:cubicBezTo>
                    <a:cubicBezTo>
                      <a:pt x="978575" y="271870"/>
                      <a:pt x="989315" y="280150"/>
                      <a:pt x="1000775" y="280150"/>
                    </a:cubicBezTo>
                    <a:cubicBezTo>
                      <a:pt x="1012236" y="280150"/>
                      <a:pt x="1023156" y="271150"/>
                      <a:pt x="1023156" y="251890"/>
                    </a:cubicBezTo>
                    <a:cubicBezTo>
                      <a:pt x="1023156" y="232149"/>
                      <a:pt x="1012416" y="223508"/>
                      <a:pt x="1000775" y="223508"/>
                    </a:cubicBezTo>
                    <a:close/>
                    <a:moveTo>
                      <a:pt x="1088198" y="223448"/>
                    </a:moveTo>
                    <a:cubicBezTo>
                      <a:pt x="1075538" y="223448"/>
                      <a:pt x="1066838" y="234069"/>
                      <a:pt x="1066838" y="251829"/>
                    </a:cubicBezTo>
                    <a:cubicBezTo>
                      <a:pt x="1066838" y="269650"/>
                      <a:pt x="1075538" y="280390"/>
                      <a:pt x="1088198" y="280390"/>
                    </a:cubicBezTo>
                    <a:cubicBezTo>
                      <a:pt x="1099959" y="280390"/>
                      <a:pt x="1109979" y="271390"/>
                      <a:pt x="1109979" y="251829"/>
                    </a:cubicBezTo>
                    <a:cubicBezTo>
                      <a:pt x="1109979" y="232269"/>
                      <a:pt x="1099959" y="223448"/>
                      <a:pt x="1088198" y="223448"/>
                    </a:cubicBezTo>
                    <a:close/>
                    <a:moveTo>
                      <a:pt x="253269" y="223448"/>
                    </a:moveTo>
                    <a:cubicBezTo>
                      <a:pt x="240609" y="223448"/>
                      <a:pt x="231908" y="234069"/>
                      <a:pt x="231908" y="251829"/>
                    </a:cubicBezTo>
                    <a:cubicBezTo>
                      <a:pt x="231908" y="269650"/>
                      <a:pt x="240609" y="280390"/>
                      <a:pt x="253269" y="280390"/>
                    </a:cubicBezTo>
                    <a:cubicBezTo>
                      <a:pt x="265030" y="280390"/>
                      <a:pt x="275050" y="271390"/>
                      <a:pt x="275050" y="251829"/>
                    </a:cubicBezTo>
                    <a:cubicBezTo>
                      <a:pt x="275050" y="232269"/>
                      <a:pt x="265030" y="223448"/>
                      <a:pt x="253269" y="223448"/>
                    </a:cubicBezTo>
                    <a:close/>
                    <a:moveTo>
                      <a:pt x="860790" y="223388"/>
                    </a:moveTo>
                    <a:cubicBezTo>
                      <a:pt x="849030" y="223388"/>
                      <a:pt x="839010" y="232209"/>
                      <a:pt x="839010" y="251769"/>
                    </a:cubicBezTo>
                    <a:cubicBezTo>
                      <a:pt x="839010" y="271330"/>
                      <a:pt x="849030" y="280330"/>
                      <a:pt x="860790" y="280330"/>
                    </a:cubicBezTo>
                    <a:cubicBezTo>
                      <a:pt x="873451" y="280330"/>
                      <a:pt x="882151" y="269590"/>
                      <a:pt x="882151" y="251769"/>
                    </a:cubicBezTo>
                    <a:cubicBezTo>
                      <a:pt x="882151" y="233949"/>
                      <a:pt x="873451" y="223388"/>
                      <a:pt x="860790" y="223388"/>
                    </a:cubicBezTo>
                    <a:close/>
                    <a:moveTo>
                      <a:pt x="1391868" y="223089"/>
                    </a:moveTo>
                    <a:cubicBezTo>
                      <a:pt x="1379928" y="223089"/>
                      <a:pt x="1371108" y="229269"/>
                      <a:pt x="1369068" y="244269"/>
                    </a:cubicBezTo>
                    <a:lnTo>
                      <a:pt x="1413229" y="244269"/>
                    </a:lnTo>
                    <a:cubicBezTo>
                      <a:pt x="1412809" y="232509"/>
                      <a:pt x="1404529" y="223089"/>
                      <a:pt x="1391868" y="223089"/>
                    </a:cubicBezTo>
                    <a:close/>
                    <a:moveTo>
                      <a:pt x="730225" y="223089"/>
                    </a:moveTo>
                    <a:cubicBezTo>
                      <a:pt x="718285" y="223089"/>
                      <a:pt x="709465" y="229269"/>
                      <a:pt x="707424" y="244269"/>
                    </a:cubicBezTo>
                    <a:lnTo>
                      <a:pt x="751586" y="244269"/>
                    </a:lnTo>
                    <a:cubicBezTo>
                      <a:pt x="751166" y="232509"/>
                      <a:pt x="742886" y="223089"/>
                      <a:pt x="730225" y="223089"/>
                    </a:cubicBezTo>
                    <a:close/>
                    <a:moveTo>
                      <a:pt x="167226" y="223089"/>
                    </a:moveTo>
                    <a:cubicBezTo>
                      <a:pt x="155286" y="223089"/>
                      <a:pt x="146466" y="229269"/>
                      <a:pt x="144426" y="244269"/>
                    </a:cubicBezTo>
                    <a:lnTo>
                      <a:pt x="188587" y="244269"/>
                    </a:lnTo>
                    <a:cubicBezTo>
                      <a:pt x="188167" y="232509"/>
                      <a:pt x="179887" y="223089"/>
                      <a:pt x="167226" y="223089"/>
                    </a:cubicBezTo>
                    <a:close/>
                    <a:moveTo>
                      <a:pt x="423735" y="212108"/>
                    </a:moveTo>
                    <a:lnTo>
                      <a:pt x="439036" y="212108"/>
                    </a:lnTo>
                    <a:lnTo>
                      <a:pt x="439036" y="291251"/>
                    </a:lnTo>
                    <a:lnTo>
                      <a:pt x="423735" y="291251"/>
                    </a:lnTo>
                    <a:close/>
                    <a:moveTo>
                      <a:pt x="310031" y="212108"/>
                    </a:moveTo>
                    <a:lnTo>
                      <a:pt x="325332" y="212108"/>
                    </a:lnTo>
                    <a:lnTo>
                      <a:pt x="325332" y="291251"/>
                    </a:lnTo>
                    <a:lnTo>
                      <a:pt x="310031" y="291251"/>
                    </a:lnTo>
                    <a:close/>
                    <a:moveTo>
                      <a:pt x="1144300" y="211988"/>
                    </a:moveTo>
                    <a:lnTo>
                      <a:pt x="1159600" y="211988"/>
                    </a:lnTo>
                    <a:lnTo>
                      <a:pt x="1159600" y="258190"/>
                    </a:lnTo>
                    <a:cubicBezTo>
                      <a:pt x="1159600" y="269650"/>
                      <a:pt x="1161521" y="280090"/>
                      <a:pt x="1175321" y="280090"/>
                    </a:cubicBezTo>
                    <a:cubicBezTo>
                      <a:pt x="1188101" y="280090"/>
                      <a:pt x="1194462" y="270550"/>
                      <a:pt x="1194462" y="254950"/>
                    </a:cubicBezTo>
                    <a:lnTo>
                      <a:pt x="1194462" y="211988"/>
                    </a:lnTo>
                    <a:lnTo>
                      <a:pt x="1209762" y="211988"/>
                    </a:lnTo>
                    <a:lnTo>
                      <a:pt x="1209762" y="291131"/>
                    </a:lnTo>
                    <a:lnTo>
                      <a:pt x="1194342" y="291131"/>
                    </a:lnTo>
                    <a:lnTo>
                      <a:pt x="1194342" y="279970"/>
                    </a:lnTo>
                    <a:cubicBezTo>
                      <a:pt x="1189782" y="287891"/>
                      <a:pt x="1182101" y="293051"/>
                      <a:pt x="1170221" y="293051"/>
                    </a:cubicBezTo>
                    <a:lnTo>
                      <a:pt x="1170221" y="293111"/>
                    </a:lnTo>
                    <a:cubicBezTo>
                      <a:pt x="1151560" y="293111"/>
                      <a:pt x="1144300" y="281470"/>
                      <a:pt x="1144300" y="262330"/>
                    </a:cubicBezTo>
                    <a:close/>
                    <a:moveTo>
                      <a:pt x="1481511" y="211808"/>
                    </a:moveTo>
                    <a:cubicBezTo>
                      <a:pt x="1482831" y="211808"/>
                      <a:pt x="1484451" y="211808"/>
                      <a:pt x="1485772" y="211928"/>
                    </a:cubicBezTo>
                    <a:lnTo>
                      <a:pt x="1485772" y="227829"/>
                    </a:lnTo>
                    <a:cubicBezTo>
                      <a:pt x="1482951" y="227529"/>
                      <a:pt x="1480311" y="227409"/>
                      <a:pt x="1477851" y="227409"/>
                    </a:cubicBezTo>
                    <a:lnTo>
                      <a:pt x="1477851" y="227349"/>
                    </a:lnTo>
                    <a:cubicBezTo>
                      <a:pt x="1466091" y="227349"/>
                      <a:pt x="1459911" y="233109"/>
                      <a:pt x="1459911" y="249729"/>
                    </a:cubicBezTo>
                    <a:lnTo>
                      <a:pt x="1459911" y="291251"/>
                    </a:lnTo>
                    <a:lnTo>
                      <a:pt x="1444610" y="291251"/>
                    </a:lnTo>
                    <a:lnTo>
                      <a:pt x="1444610" y="212108"/>
                    </a:lnTo>
                    <a:lnTo>
                      <a:pt x="1459611" y="212108"/>
                    </a:lnTo>
                    <a:lnTo>
                      <a:pt x="1459611" y="226089"/>
                    </a:lnTo>
                    <a:cubicBezTo>
                      <a:pt x="1463751" y="217088"/>
                      <a:pt x="1471671" y="211988"/>
                      <a:pt x="1481511" y="211808"/>
                    </a:cubicBezTo>
                    <a:close/>
                    <a:moveTo>
                      <a:pt x="951153" y="211808"/>
                    </a:moveTo>
                    <a:cubicBezTo>
                      <a:pt x="952473" y="211808"/>
                      <a:pt x="954093" y="211808"/>
                      <a:pt x="955413" y="211928"/>
                    </a:cubicBezTo>
                    <a:lnTo>
                      <a:pt x="955413" y="227829"/>
                    </a:lnTo>
                    <a:cubicBezTo>
                      <a:pt x="952593" y="227529"/>
                      <a:pt x="949953" y="227409"/>
                      <a:pt x="947493" y="227409"/>
                    </a:cubicBezTo>
                    <a:lnTo>
                      <a:pt x="947493" y="227349"/>
                    </a:lnTo>
                    <a:cubicBezTo>
                      <a:pt x="935733" y="227349"/>
                      <a:pt x="929552" y="233109"/>
                      <a:pt x="929552" y="249729"/>
                    </a:cubicBezTo>
                    <a:lnTo>
                      <a:pt x="929552" y="291251"/>
                    </a:lnTo>
                    <a:lnTo>
                      <a:pt x="914252" y="291251"/>
                    </a:lnTo>
                    <a:lnTo>
                      <a:pt x="914252" y="212108"/>
                    </a:lnTo>
                    <a:lnTo>
                      <a:pt x="929253" y="212108"/>
                    </a:lnTo>
                    <a:lnTo>
                      <a:pt x="929253" y="226089"/>
                    </a:lnTo>
                    <a:cubicBezTo>
                      <a:pt x="933393" y="217088"/>
                      <a:pt x="941313" y="211988"/>
                      <a:pt x="951153" y="211808"/>
                    </a:cubicBezTo>
                    <a:close/>
                    <a:moveTo>
                      <a:pt x="864330" y="210608"/>
                    </a:moveTo>
                    <a:cubicBezTo>
                      <a:pt x="882751" y="210608"/>
                      <a:pt x="898472" y="226028"/>
                      <a:pt x="898472" y="251829"/>
                    </a:cubicBezTo>
                    <a:cubicBezTo>
                      <a:pt x="898472" y="277630"/>
                      <a:pt x="882751" y="293171"/>
                      <a:pt x="864330" y="293171"/>
                    </a:cubicBezTo>
                    <a:cubicBezTo>
                      <a:pt x="852690" y="293171"/>
                      <a:pt x="844470" y="288191"/>
                      <a:pt x="839610" y="280090"/>
                    </a:cubicBezTo>
                    <a:lnTo>
                      <a:pt x="839610" y="317052"/>
                    </a:lnTo>
                    <a:lnTo>
                      <a:pt x="824309" y="317052"/>
                    </a:lnTo>
                    <a:lnTo>
                      <a:pt x="824309" y="212108"/>
                    </a:lnTo>
                    <a:lnTo>
                      <a:pt x="839610" y="212108"/>
                    </a:lnTo>
                    <a:lnTo>
                      <a:pt x="839610" y="223688"/>
                    </a:lnTo>
                    <a:cubicBezTo>
                      <a:pt x="844470" y="215588"/>
                      <a:pt x="852690" y="210608"/>
                      <a:pt x="864330" y="210608"/>
                    </a:cubicBezTo>
                    <a:close/>
                    <a:moveTo>
                      <a:pt x="499217" y="210608"/>
                    </a:moveTo>
                    <a:lnTo>
                      <a:pt x="499277" y="210608"/>
                    </a:lnTo>
                    <a:cubicBezTo>
                      <a:pt x="518418" y="210608"/>
                      <a:pt x="525738" y="222968"/>
                      <a:pt x="525738" y="241389"/>
                    </a:cubicBezTo>
                    <a:lnTo>
                      <a:pt x="525738" y="291251"/>
                    </a:lnTo>
                    <a:lnTo>
                      <a:pt x="510438" y="291251"/>
                    </a:lnTo>
                    <a:lnTo>
                      <a:pt x="510438" y="245469"/>
                    </a:lnTo>
                    <a:cubicBezTo>
                      <a:pt x="510438" y="234009"/>
                      <a:pt x="508518" y="223388"/>
                      <a:pt x="494117" y="223388"/>
                    </a:cubicBezTo>
                    <a:cubicBezTo>
                      <a:pt x="480857" y="223388"/>
                      <a:pt x="474377" y="232929"/>
                      <a:pt x="474377" y="248709"/>
                    </a:cubicBezTo>
                    <a:lnTo>
                      <a:pt x="474377" y="291251"/>
                    </a:lnTo>
                    <a:lnTo>
                      <a:pt x="459076" y="291251"/>
                    </a:lnTo>
                    <a:lnTo>
                      <a:pt x="459076" y="212108"/>
                    </a:lnTo>
                    <a:lnTo>
                      <a:pt x="474377" y="212108"/>
                    </a:lnTo>
                    <a:lnTo>
                      <a:pt x="474377" y="223568"/>
                    </a:lnTo>
                    <a:cubicBezTo>
                      <a:pt x="478937" y="215768"/>
                      <a:pt x="486857" y="210608"/>
                      <a:pt x="499217" y="210608"/>
                    </a:cubicBezTo>
                    <a:close/>
                    <a:moveTo>
                      <a:pt x="1392108" y="210548"/>
                    </a:moveTo>
                    <a:cubicBezTo>
                      <a:pt x="1416529" y="210548"/>
                      <a:pt x="1430810" y="230589"/>
                      <a:pt x="1429190" y="256330"/>
                    </a:cubicBezTo>
                    <a:lnTo>
                      <a:pt x="1368888" y="256330"/>
                    </a:lnTo>
                    <a:cubicBezTo>
                      <a:pt x="1370388" y="270910"/>
                      <a:pt x="1379628" y="280030"/>
                      <a:pt x="1391988" y="280030"/>
                    </a:cubicBezTo>
                    <a:cubicBezTo>
                      <a:pt x="1403029" y="280030"/>
                      <a:pt x="1409509" y="275470"/>
                      <a:pt x="1412749" y="267970"/>
                    </a:cubicBezTo>
                    <a:lnTo>
                      <a:pt x="1428110" y="267970"/>
                    </a:lnTo>
                    <a:cubicBezTo>
                      <a:pt x="1424450" y="281050"/>
                      <a:pt x="1412689" y="293111"/>
                      <a:pt x="1392528" y="293111"/>
                    </a:cubicBezTo>
                    <a:cubicBezTo>
                      <a:pt x="1366908" y="293111"/>
                      <a:pt x="1353107" y="274450"/>
                      <a:pt x="1353107" y="251469"/>
                    </a:cubicBezTo>
                    <a:cubicBezTo>
                      <a:pt x="1353107" y="226869"/>
                      <a:pt x="1369608" y="210548"/>
                      <a:pt x="1392108" y="210548"/>
                    </a:cubicBezTo>
                    <a:close/>
                    <a:moveTo>
                      <a:pt x="1000775" y="210548"/>
                    </a:moveTo>
                    <a:cubicBezTo>
                      <a:pt x="1019436" y="210548"/>
                      <a:pt x="1039357" y="223208"/>
                      <a:pt x="1039357" y="251890"/>
                    </a:cubicBezTo>
                    <a:cubicBezTo>
                      <a:pt x="1039357" y="280571"/>
                      <a:pt x="1019616" y="293111"/>
                      <a:pt x="1000775" y="293111"/>
                    </a:cubicBezTo>
                    <a:cubicBezTo>
                      <a:pt x="982115" y="293111"/>
                      <a:pt x="962374" y="280450"/>
                      <a:pt x="962374" y="251890"/>
                    </a:cubicBezTo>
                    <a:cubicBezTo>
                      <a:pt x="962374" y="223328"/>
                      <a:pt x="982115" y="210548"/>
                      <a:pt x="1000775" y="210548"/>
                    </a:cubicBezTo>
                    <a:close/>
                    <a:moveTo>
                      <a:pt x="730465" y="210548"/>
                    </a:moveTo>
                    <a:cubicBezTo>
                      <a:pt x="754886" y="210548"/>
                      <a:pt x="769167" y="230589"/>
                      <a:pt x="767547" y="256330"/>
                    </a:cubicBezTo>
                    <a:lnTo>
                      <a:pt x="707244" y="256330"/>
                    </a:lnTo>
                    <a:cubicBezTo>
                      <a:pt x="708745" y="270910"/>
                      <a:pt x="717985" y="280030"/>
                      <a:pt x="730345" y="280030"/>
                    </a:cubicBezTo>
                    <a:cubicBezTo>
                      <a:pt x="741386" y="280030"/>
                      <a:pt x="747866" y="275470"/>
                      <a:pt x="751106" y="267970"/>
                    </a:cubicBezTo>
                    <a:lnTo>
                      <a:pt x="766467" y="267970"/>
                    </a:lnTo>
                    <a:cubicBezTo>
                      <a:pt x="762806" y="281050"/>
                      <a:pt x="751046" y="293111"/>
                      <a:pt x="730885" y="293111"/>
                    </a:cubicBezTo>
                    <a:cubicBezTo>
                      <a:pt x="705264" y="293111"/>
                      <a:pt x="691464" y="274450"/>
                      <a:pt x="691464" y="251469"/>
                    </a:cubicBezTo>
                    <a:cubicBezTo>
                      <a:pt x="691464" y="226869"/>
                      <a:pt x="707965" y="210548"/>
                      <a:pt x="730465" y="210548"/>
                    </a:cubicBezTo>
                    <a:close/>
                    <a:moveTo>
                      <a:pt x="167466" y="210548"/>
                    </a:moveTo>
                    <a:cubicBezTo>
                      <a:pt x="191887" y="210548"/>
                      <a:pt x="206168" y="230589"/>
                      <a:pt x="204548" y="256330"/>
                    </a:cubicBezTo>
                    <a:lnTo>
                      <a:pt x="144245" y="256330"/>
                    </a:lnTo>
                    <a:cubicBezTo>
                      <a:pt x="145746" y="270910"/>
                      <a:pt x="154986" y="280030"/>
                      <a:pt x="167346" y="280030"/>
                    </a:cubicBezTo>
                    <a:cubicBezTo>
                      <a:pt x="178387" y="280030"/>
                      <a:pt x="184867" y="275470"/>
                      <a:pt x="188107" y="267970"/>
                    </a:cubicBezTo>
                    <a:lnTo>
                      <a:pt x="203468" y="267970"/>
                    </a:lnTo>
                    <a:cubicBezTo>
                      <a:pt x="199807" y="281050"/>
                      <a:pt x="188047" y="293111"/>
                      <a:pt x="167886" y="293111"/>
                    </a:cubicBezTo>
                    <a:cubicBezTo>
                      <a:pt x="142265" y="293111"/>
                      <a:pt x="128465" y="274450"/>
                      <a:pt x="128465" y="251469"/>
                    </a:cubicBezTo>
                    <a:cubicBezTo>
                      <a:pt x="128465" y="226869"/>
                      <a:pt x="144966" y="210548"/>
                      <a:pt x="167466" y="210548"/>
                    </a:cubicBezTo>
                    <a:close/>
                    <a:moveTo>
                      <a:pt x="38761" y="210548"/>
                    </a:moveTo>
                    <a:cubicBezTo>
                      <a:pt x="51002" y="210548"/>
                      <a:pt x="58202" y="215708"/>
                      <a:pt x="61742" y="224528"/>
                    </a:cubicBezTo>
                    <a:cubicBezTo>
                      <a:pt x="68342" y="214688"/>
                      <a:pt x="77643" y="210548"/>
                      <a:pt x="87963" y="210548"/>
                    </a:cubicBezTo>
                    <a:cubicBezTo>
                      <a:pt x="106504" y="210548"/>
                      <a:pt x="113704" y="222909"/>
                      <a:pt x="113704" y="241329"/>
                    </a:cubicBezTo>
                    <a:lnTo>
                      <a:pt x="113704" y="291191"/>
                    </a:lnTo>
                    <a:lnTo>
                      <a:pt x="98403" y="291191"/>
                    </a:lnTo>
                    <a:lnTo>
                      <a:pt x="98403" y="245409"/>
                    </a:lnTo>
                    <a:cubicBezTo>
                      <a:pt x="98403" y="233949"/>
                      <a:pt x="96663" y="223328"/>
                      <a:pt x="82803" y="223328"/>
                    </a:cubicBezTo>
                    <a:cubicBezTo>
                      <a:pt x="70742" y="223328"/>
                      <a:pt x="64562" y="232869"/>
                      <a:pt x="64562" y="248649"/>
                    </a:cubicBezTo>
                    <a:lnTo>
                      <a:pt x="64562" y="291191"/>
                    </a:lnTo>
                    <a:lnTo>
                      <a:pt x="49262" y="291191"/>
                    </a:lnTo>
                    <a:lnTo>
                      <a:pt x="49262" y="245409"/>
                    </a:lnTo>
                    <a:cubicBezTo>
                      <a:pt x="49262" y="233949"/>
                      <a:pt x="47522" y="223328"/>
                      <a:pt x="33661" y="223328"/>
                    </a:cubicBezTo>
                    <a:cubicBezTo>
                      <a:pt x="21421" y="223328"/>
                      <a:pt x="15421" y="232869"/>
                      <a:pt x="15421" y="248649"/>
                    </a:cubicBezTo>
                    <a:lnTo>
                      <a:pt x="15421" y="291191"/>
                    </a:lnTo>
                    <a:lnTo>
                      <a:pt x="120" y="291191"/>
                    </a:lnTo>
                    <a:lnTo>
                      <a:pt x="60" y="291191"/>
                    </a:lnTo>
                    <a:lnTo>
                      <a:pt x="60" y="212048"/>
                    </a:lnTo>
                    <a:lnTo>
                      <a:pt x="15361" y="212048"/>
                    </a:lnTo>
                    <a:lnTo>
                      <a:pt x="15361" y="223508"/>
                    </a:lnTo>
                    <a:cubicBezTo>
                      <a:pt x="19921" y="215708"/>
                      <a:pt x="27421" y="210548"/>
                      <a:pt x="38761" y="210548"/>
                    </a:cubicBezTo>
                    <a:close/>
                    <a:moveTo>
                      <a:pt x="573980" y="210428"/>
                    </a:moveTo>
                    <a:cubicBezTo>
                      <a:pt x="589881" y="210428"/>
                      <a:pt x="602661" y="218828"/>
                      <a:pt x="605601" y="234129"/>
                    </a:cubicBezTo>
                    <a:lnTo>
                      <a:pt x="590421" y="234129"/>
                    </a:lnTo>
                    <a:lnTo>
                      <a:pt x="572509" y="222807"/>
                    </a:lnTo>
                    <a:lnTo>
                      <a:pt x="572540" y="222788"/>
                    </a:lnTo>
                    <a:lnTo>
                      <a:pt x="572480" y="222788"/>
                    </a:lnTo>
                    <a:lnTo>
                      <a:pt x="572509" y="222807"/>
                    </a:lnTo>
                    <a:lnTo>
                      <a:pt x="556940" y="232329"/>
                    </a:lnTo>
                    <a:cubicBezTo>
                      <a:pt x="556940" y="238209"/>
                      <a:pt x="560780" y="240729"/>
                      <a:pt x="567980" y="242169"/>
                    </a:cubicBezTo>
                    <a:lnTo>
                      <a:pt x="579320" y="244389"/>
                    </a:lnTo>
                    <a:cubicBezTo>
                      <a:pt x="594321" y="247329"/>
                      <a:pt x="607401" y="252489"/>
                      <a:pt x="607401" y="267910"/>
                    </a:cubicBezTo>
                    <a:cubicBezTo>
                      <a:pt x="607401" y="283330"/>
                      <a:pt x="592401" y="293051"/>
                      <a:pt x="574160" y="293051"/>
                    </a:cubicBezTo>
                    <a:cubicBezTo>
                      <a:pt x="554120" y="293051"/>
                      <a:pt x="541939" y="281410"/>
                      <a:pt x="540019" y="266590"/>
                    </a:cubicBezTo>
                    <a:lnTo>
                      <a:pt x="555620" y="266590"/>
                    </a:lnTo>
                    <a:cubicBezTo>
                      <a:pt x="557660" y="275590"/>
                      <a:pt x="563540" y="280870"/>
                      <a:pt x="574580" y="280870"/>
                    </a:cubicBezTo>
                    <a:cubicBezTo>
                      <a:pt x="584421" y="280870"/>
                      <a:pt x="592101" y="276730"/>
                      <a:pt x="592101" y="269710"/>
                    </a:cubicBezTo>
                    <a:cubicBezTo>
                      <a:pt x="592101" y="262690"/>
                      <a:pt x="585201" y="259390"/>
                      <a:pt x="576920" y="257770"/>
                    </a:cubicBezTo>
                    <a:lnTo>
                      <a:pt x="564980" y="255430"/>
                    </a:lnTo>
                    <a:cubicBezTo>
                      <a:pt x="553039" y="253089"/>
                      <a:pt x="541879" y="247749"/>
                      <a:pt x="541879" y="232929"/>
                    </a:cubicBezTo>
                    <a:cubicBezTo>
                      <a:pt x="541879" y="218948"/>
                      <a:pt x="556580" y="210428"/>
                      <a:pt x="573980" y="210428"/>
                    </a:cubicBezTo>
                    <a:close/>
                    <a:moveTo>
                      <a:pt x="374533" y="210428"/>
                    </a:moveTo>
                    <a:cubicBezTo>
                      <a:pt x="390434" y="210428"/>
                      <a:pt x="403214" y="218828"/>
                      <a:pt x="406154" y="234129"/>
                    </a:cubicBezTo>
                    <a:lnTo>
                      <a:pt x="390974" y="234129"/>
                    </a:lnTo>
                    <a:lnTo>
                      <a:pt x="373062" y="222807"/>
                    </a:lnTo>
                    <a:lnTo>
                      <a:pt x="373093" y="222788"/>
                    </a:lnTo>
                    <a:lnTo>
                      <a:pt x="373033" y="222788"/>
                    </a:lnTo>
                    <a:lnTo>
                      <a:pt x="373062" y="222807"/>
                    </a:lnTo>
                    <a:lnTo>
                      <a:pt x="357493" y="232329"/>
                    </a:lnTo>
                    <a:cubicBezTo>
                      <a:pt x="357493" y="238209"/>
                      <a:pt x="361333" y="240729"/>
                      <a:pt x="368533" y="242169"/>
                    </a:cubicBezTo>
                    <a:lnTo>
                      <a:pt x="379873" y="244389"/>
                    </a:lnTo>
                    <a:cubicBezTo>
                      <a:pt x="394874" y="247329"/>
                      <a:pt x="407954" y="252489"/>
                      <a:pt x="407954" y="267910"/>
                    </a:cubicBezTo>
                    <a:cubicBezTo>
                      <a:pt x="407954" y="283330"/>
                      <a:pt x="392954" y="293051"/>
                      <a:pt x="374713" y="293051"/>
                    </a:cubicBezTo>
                    <a:cubicBezTo>
                      <a:pt x="354673" y="293051"/>
                      <a:pt x="342492" y="281410"/>
                      <a:pt x="340572" y="266590"/>
                    </a:cubicBezTo>
                    <a:lnTo>
                      <a:pt x="356173" y="266590"/>
                    </a:lnTo>
                    <a:cubicBezTo>
                      <a:pt x="358213" y="275590"/>
                      <a:pt x="364093" y="280870"/>
                      <a:pt x="375133" y="280870"/>
                    </a:cubicBezTo>
                    <a:cubicBezTo>
                      <a:pt x="384974" y="280870"/>
                      <a:pt x="392654" y="276730"/>
                      <a:pt x="392654" y="269710"/>
                    </a:cubicBezTo>
                    <a:cubicBezTo>
                      <a:pt x="392654" y="262690"/>
                      <a:pt x="385754" y="259390"/>
                      <a:pt x="377473" y="257770"/>
                    </a:cubicBezTo>
                    <a:lnTo>
                      <a:pt x="365533" y="255430"/>
                    </a:lnTo>
                    <a:cubicBezTo>
                      <a:pt x="353593" y="253089"/>
                      <a:pt x="342432" y="247749"/>
                      <a:pt x="342432" y="232929"/>
                    </a:cubicBezTo>
                    <a:cubicBezTo>
                      <a:pt x="342432" y="218948"/>
                      <a:pt x="357133" y="210428"/>
                      <a:pt x="374533" y="210428"/>
                    </a:cubicBezTo>
                    <a:close/>
                    <a:moveTo>
                      <a:pt x="1315245" y="191827"/>
                    </a:moveTo>
                    <a:lnTo>
                      <a:pt x="1330486" y="191827"/>
                    </a:lnTo>
                    <a:lnTo>
                      <a:pt x="1330486" y="212048"/>
                    </a:lnTo>
                    <a:lnTo>
                      <a:pt x="1346087" y="212048"/>
                    </a:lnTo>
                    <a:lnTo>
                      <a:pt x="1346087" y="223688"/>
                    </a:lnTo>
                    <a:lnTo>
                      <a:pt x="1330486" y="223688"/>
                    </a:lnTo>
                    <a:lnTo>
                      <a:pt x="1330486" y="268870"/>
                    </a:lnTo>
                    <a:cubicBezTo>
                      <a:pt x="1330486" y="276970"/>
                      <a:pt x="1331806" y="279010"/>
                      <a:pt x="1339486" y="279010"/>
                    </a:cubicBezTo>
                    <a:lnTo>
                      <a:pt x="1345967" y="279010"/>
                    </a:lnTo>
                    <a:lnTo>
                      <a:pt x="1345967" y="291250"/>
                    </a:lnTo>
                    <a:lnTo>
                      <a:pt x="1334806" y="291250"/>
                    </a:lnTo>
                    <a:cubicBezTo>
                      <a:pt x="1318786" y="291250"/>
                      <a:pt x="1315245" y="287290"/>
                      <a:pt x="1315245" y="270970"/>
                    </a:cubicBezTo>
                    <a:lnTo>
                      <a:pt x="1315245" y="223748"/>
                    </a:lnTo>
                    <a:lnTo>
                      <a:pt x="1303185" y="223748"/>
                    </a:lnTo>
                    <a:lnTo>
                      <a:pt x="1303185" y="212108"/>
                    </a:lnTo>
                    <a:lnTo>
                      <a:pt x="1315245" y="212108"/>
                    </a:lnTo>
                    <a:close/>
                    <a:moveTo>
                      <a:pt x="1330486" y="191767"/>
                    </a:moveTo>
                    <a:lnTo>
                      <a:pt x="1330546" y="191827"/>
                    </a:lnTo>
                    <a:lnTo>
                      <a:pt x="1330486" y="191827"/>
                    </a:lnTo>
                    <a:close/>
                    <a:moveTo>
                      <a:pt x="1109379" y="184567"/>
                    </a:moveTo>
                    <a:lnTo>
                      <a:pt x="1124679" y="184567"/>
                    </a:lnTo>
                    <a:lnTo>
                      <a:pt x="1124679" y="291251"/>
                    </a:lnTo>
                    <a:lnTo>
                      <a:pt x="1109379" y="291251"/>
                    </a:lnTo>
                    <a:lnTo>
                      <a:pt x="1109379" y="280090"/>
                    </a:lnTo>
                    <a:cubicBezTo>
                      <a:pt x="1104519" y="288191"/>
                      <a:pt x="1096299" y="293171"/>
                      <a:pt x="1084658" y="293171"/>
                    </a:cubicBezTo>
                    <a:cubicBezTo>
                      <a:pt x="1066238" y="293171"/>
                      <a:pt x="1050517" y="277750"/>
                      <a:pt x="1050517" y="251829"/>
                    </a:cubicBezTo>
                    <a:cubicBezTo>
                      <a:pt x="1050517" y="225908"/>
                      <a:pt x="1066238" y="210608"/>
                      <a:pt x="1084658" y="210608"/>
                    </a:cubicBezTo>
                    <a:cubicBezTo>
                      <a:pt x="1096299" y="210608"/>
                      <a:pt x="1104519" y="215588"/>
                      <a:pt x="1109379" y="223688"/>
                    </a:cubicBezTo>
                    <a:close/>
                    <a:moveTo>
                      <a:pt x="423735" y="184567"/>
                    </a:moveTo>
                    <a:lnTo>
                      <a:pt x="439036" y="184567"/>
                    </a:lnTo>
                    <a:lnTo>
                      <a:pt x="439036" y="201488"/>
                    </a:lnTo>
                    <a:lnTo>
                      <a:pt x="423735" y="201488"/>
                    </a:lnTo>
                    <a:close/>
                    <a:moveTo>
                      <a:pt x="310031" y="184567"/>
                    </a:moveTo>
                    <a:lnTo>
                      <a:pt x="325332" y="184567"/>
                    </a:lnTo>
                    <a:lnTo>
                      <a:pt x="325332" y="201488"/>
                    </a:lnTo>
                    <a:lnTo>
                      <a:pt x="310031" y="201488"/>
                    </a:lnTo>
                    <a:close/>
                    <a:moveTo>
                      <a:pt x="274450" y="184567"/>
                    </a:moveTo>
                    <a:lnTo>
                      <a:pt x="289750" y="184567"/>
                    </a:lnTo>
                    <a:lnTo>
                      <a:pt x="289750" y="291251"/>
                    </a:lnTo>
                    <a:lnTo>
                      <a:pt x="274450" y="291251"/>
                    </a:lnTo>
                    <a:lnTo>
                      <a:pt x="274450" y="280090"/>
                    </a:lnTo>
                    <a:cubicBezTo>
                      <a:pt x="269590" y="288191"/>
                      <a:pt x="261370" y="293171"/>
                      <a:pt x="249729" y="293171"/>
                    </a:cubicBezTo>
                    <a:cubicBezTo>
                      <a:pt x="231309" y="293171"/>
                      <a:pt x="215588" y="277750"/>
                      <a:pt x="215588" y="251829"/>
                    </a:cubicBezTo>
                    <a:cubicBezTo>
                      <a:pt x="215588" y="225908"/>
                      <a:pt x="231309" y="210608"/>
                      <a:pt x="249729" y="210608"/>
                    </a:cubicBezTo>
                    <a:cubicBezTo>
                      <a:pt x="261370" y="210608"/>
                      <a:pt x="269590" y="215588"/>
                      <a:pt x="274450" y="223688"/>
                    </a:cubicBezTo>
                    <a:close/>
                    <a:moveTo>
                      <a:pt x="1229923" y="184507"/>
                    </a:moveTo>
                    <a:lnTo>
                      <a:pt x="1245224" y="184507"/>
                    </a:lnTo>
                    <a:lnTo>
                      <a:pt x="1245224" y="245889"/>
                    </a:lnTo>
                    <a:lnTo>
                      <a:pt x="1245284" y="245889"/>
                    </a:lnTo>
                    <a:lnTo>
                      <a:pt x="1276785" y="212048"/>
                    </a:lnTo>
                    <a:lnTo>
                      <a:pt x="1295445" y="212048"/>
                    </a:lnTo>
                    <a:lnTo>
                      <a:pt x="1264664" y="244689"/>
                    </a:lnTo>
                    <a:lnTo>
                      <a:pt x="1297605" y="291191"/>
                    </a:lnTo>
                    <a:lnTo>
                      <a:pt x="1279365" y="291191"/>
                    </a:lnTo>
                    <a:lnTo>
                      <a:pt x="1254224" y="255730"/>
                    </a:lnTo>
                    <a:lnTo>
                      <a:pt x="1245224" y="265270"/>
                    </a:lnTo>
                    <a:lnTo>
                      <a:pt x="1245224" y="291191"/>
                    </a:lnTo>
                    <a:lnTo>
                      <a:pt x="1229923" y="291191"/>
                    </a:lnTo>
                    <a:close/>
                    <a:moveTo>
                      <a:pt x="622942" y="184507"/>
                    </a:moveTo>
                    <a:lnTo>
                      <a:pt x="638242" y="184507"/>
                    </a:lnTo>
                    <a:lnTo>
                      <a:pt x="638242" y="245889"/>
                    </a:lnTo>
                    <a:lnTo>
                      <a:pt x="638303" y="245889"/>
                    </a:lnTo>
                    <a:lnTo>
                      <a:pt x="669804" y="212048"/>
                    </a:lnTo>
                    <a:lnTo>
                      <a:pt x="688464" y="212048"/>
                    </a:lnTo>
                    <a:lnTo>
                      <a:pt x="657683" y="244689"/>
                    </a:lnTo>
                    <a:lnTo>
                      <a:pt x="690624" y="291191"/>
                    </a:lnTo>
                    <a:lnTo>
                      <a:pt x="672384" y="291191"/>
                    </a:lnTo>
                    <a:lnTo>
                      <a:pt x="647243" y="255730"/>
                    </a:lnTo>
                    <a:lnTo>
                      <a:pt x="638242" y="265270"/>
                    </a:lnTo>
                    <a:lnTo>
                      <a:pt x="638242" y="291191"/>
                    </a:lnTo>
                    <a:lnTo>
                      <a:pt x="622942" y="291191"/>
                    </a:lnTo>
                    <a:close/>
                    <a:moveTo>
                      <a:pt x="600141" y="69003"/>
                    </a:moveTo>
                    <a:cubicBezTo>
                      <a:pt x="575540" y="71343"/>
                      <a:pt x="562640" y="74763"/>
                      <a:pt x="562640" y="85023"/>
                    </a:cubicBezTo>
                    <a:lnTo>
                      <a:pt x="562640" y="85083"/>
                    </a:lnTo>
                    <a:cubicBezTo>
                      <a:pt x="562640" y="92283"/>
                      <a:pt x="568400" y="96843"/>
                      <a:pt x="577640" y="96843"/>
                    </a:cubicBezTo>
                    <a:cubicBezTo>
                      <a:pt x="590301" y="96843"/>
                      <a:pt x="600141" y="90543"/>
                      <a:pt x="600141" y="74763"/>
                    </a:cubicBezTo>
                    <a:close/>
                    <a:moveTo>
                      <a:pt x="934352" y="39001"/>
                    </a:moveTo>
                    <a:cubicBezTo>
                      <a:pt x="922712" y="39001"/>
                      <a:pt x="912152" y="47402"/>
                      <a:pt x="912152" y="67383"/>
                    </a:cubicBezTo>
                    <a:cubicBezTo>
                      <a:pt x="912152" y="87363"/>
                      <a:pt x="922892" y="95643"/>
                      <a:pt x="934352" y="95643"/>
                    </a:cubicBezTo>
                    <a:cubicBezTo>
                      <a:pt x="945813" y="95643"/>
                      <a:pt x="956733" y="86643"/>
                      <a:pt x="956733" y="67383"/>
                    </a:cubicBezTo>
                    <a:cubicBezTo>
                      <a:pt x="956733" y="47642"/>
                      <a:pt x="945993" y="39001"/>
                      <a:pt x="934352" y="39001"/>
                    </a:cubicBezTo>
                    <a:close/>
                    <a:moveTo>
                      <a:pt x="443295" y="39001"/>
                    </a:moveTo>
                    <a:cubicBezTo>
                      <a:pt x="431655" y="39001"/>
                      <a:pt x="421095" y="47402"/>
                      <a:pt x="421095" y="67383"/>
                    </a:cubicBezTo>
                    <a:cubicBezTo>
                      <a:pt x="421095" y="87363"/>
                      <a:pt x="431835" y="95643"/>
                      <a:pt x="443295" y="95643"/>
                    </a:cubicBezTo>
                    <a:cubicBezTo>
                      <a:pt x="454756" y="95643"/>
                      <a:pt x="465676" y="86643"/>
                      <a:pt x="465676" y="67383"/>
                    </a:cubicBezTo>
                    <a:cubicBezTo>
                      <a:pt x="465676" y="47642"/>
                      <a:pt x="454936" y="39001"/>
                      <a:pt x="443295" y="39001"/>
                    </a:cubicBezTo>
                    <a:close/>
                    <a:moveTo>
                      <a:pt x="713785" y="38582"/>
                    </a:moveTo>
                    <a:cubicBezTo>
                      <a:pt x="701845" y="38582"/>
                      <a:pt x="693025" y="44762"/>
                      <a:pt x="690985" y="59762"/>
                    </a:cubicBezTo>
                    <a:lnTo>
                      <a:pt x="735146" y="59762"/>
                    </a:lnTo>
                    <a:cubicBezTo>
                      <a:pt x="734726" y="48002"/>
                      <a:pt x="726446" y="38582"/>
                      <a:pt x="713785" y="38582"/>
                    </a:cubicBezTo>
                    <a:close/>
                    <a:moveTo>
                      <a:pt x="228308" y="38582"/>
                    </a:moveTo>
                    <a:cubicBezTo>
                      <a:pt x="216368" y="38582"/>
                      <a:pt x="207548" y="44762"/>
                      <a:pt x="205508" y="59762"/>
                    </a:cubicBezTo>
                    <a:lnTo>
                      <a:pt x="249669" y="59762"/>
                    </a:lnTo>
                    <a:cubicBezTo>
                      <a:pt x="249249" y="48002"/>
                      <a:pt x="240969" y="38582"/>
                      <a:pt x="228308" y="38582"/>
                    </a:cubicBezTo>
                    <a:close/>
                    <a:moveTo>
                      <a:pt x="106144" y="27541"/>
                    </a:moveTo>
                    <a:lnTo>
                      <a:pt x="121445" y="27541"/>
                    </a:lnTo>
                    <a:lnTo>
                      <a:pt x="121445" y="106684"/>
                    </a:lnTo>
                    <a:lnTo>
                      <a:pt x="106144" y="106684"/>
                    </a:lnTo>
                    <a:close/>
                    <a:moveTo>
                      <a:pt x="1025675" y="27301"/>
                    </a:moveTo>
                    <a:cubicBezTo>
                      <a:pt x="1026995" y="27301"/>
                      <a:pt x="1028615" y="27301"/>
                      <a:pt x="1029936" y="27421"/>
                    </a:cubicBezTo>
                    <a:lnTo>
                      <a:pt x="1029936" y="43322"/>
                    </a:lnTo>
                    <a:cubicBezTo>
                      <a:pt x="1027115" y="43022"/>
                      <a:pt x="1024475" y="42902"/>
                      <a:pt x="1022015" y="42902"/>
                    </a:cubicBezTo>
                    <a:lnTo>
                      <a:pt x="1022015" y="42842"/>
                    </a:lnTo>
                    <a:cubicBezTo>
                      <a:pt x="1010255" y="42842"/>
                      <a:pt x="1004075" y="48602"/>
                      <a:pt x="1004075" y="65222"/>
                    </a:cubicBezTo>
                    <a:lnTo>
                      <a:pt x="1004075" y="106744"/>
                    </a:lnTo>
                    <a:lnTo>
                      <a:pt x="988774" y="106744"/>
                    </a:lnTo>
                    <a:lnTo>
                      <a:pt x="988774" y="27601"/>
                    </a:lnTo>
                    <a:lnTo>
                      <a:pt x="1003775" y="27601"/>
                    </a:lnTo>
                    <a:lnTo>
                      <a:pt x="1003775" y="41582"/>
                    </a:lnTo>
                    <a:cubicBezTo>
                      <a:pt x="1007915" y="32581"/>
                      <a:pt x="1015835" y="27481"/>
                      <a:pt x="1025675" y="27301"/>
                    </a:cubicBezTo>
                    <a:close/>
                    <a:moveTo>
                      <a:pt x="534558" y="27301"/>
                    </a:moveTo>
                    <a:cubicBezTo>
                      <a:pt x="535878" y="27301"/>
                      <a:pt x="537498" y="27301"/>
                      <a:pt x="538818" y="27421"/>
                    </a:cubicBezTo>
                    <a:lnTo>
                      <a:pt x="538818" y="43322"/>
                    </a:lnTo>
                    <a:cubicBezTo>
                      <a:pt x="535998" y="43022"/>
                      <a:pt x="533358" y="42902"/>
                      <a:pt x="530898" y="42902"/>
                    </a:cubicBezTo>
                    <a:lnTo>
                      <a:pt x="530898" y="42842"/>
                    </a:lnTo>
                    <a:cubicBezTo>
                      <a:pt x="519138" y="42842"/>
                      <a:pt x="512958" y="48602"/>
                      <a:pt x="512958" y="65222"/>
                    </a:cubicBezTo>
                    <a:lnTo>
                      <a:pt x="512958" y="106744"/>
                    </a:lnTo>
                    <a:lnTo>
                      <a:pt x="497657" y="106744"/>
                    </a:lnTo>
                    <a:lnTo>
                      <a:pt x="497657" y="27601"/>
                    </a:lnTo>
                    <a:lnTo>
                      <a:pt x="512658" y="27601"/>
                    </a:lnTo>
                    <a:lnTo>
                      <a:pt x="512658" y="41582"/>
                    </a:lnTo>
                    <a:cubicBezTo>
                      <a:pt x="516798" y="32581"/>
                      <a:pt x="524718" y="27481"/>
                      <a:pt x="534558" y="27301"/>
                    </a:cubicBezTo>
                    <a:close/>
                    <a:moveTo>
                      <a:pt x="178446" y="27301"/>
                    </a:moveTo>
                    <a:cubicBezTo>
                      <a:pt x="179766" y="27301"/>
                      <a:pt x="181386" y="27301"/>
                      <a:pt x="182706" y="27421"/>
                    </a:cubicBezTo>
                    <a:lnTo>
                      <a:pt x="182706" y="43322"/>
                    </a:lnTo>
                    <a:cubicBezTo>
                      <a:pt x="179886" y="43022"/>
                      <a:pt x="177246" y="42902"/>
                      <a:pt x="174786" y="42902"/>
                    </a:cubicBezTo>
                    <a:lnTo>
                      <a:pt x="174786" y="42842"/>
                    </a:lnTo>
                    <a:cubicBezTo>
                      <a:pt x="163026" y="42842"/>
                      <a:pt x="156846" y="48602"/>
                      <a:pt x="156846" y="65222"/>
                    </a:cubicBezTo>
                    <a:lnTo>
                      <a:pt x="156846" y="106744"/>
                    </a:lnTo>
                    <a:lnTo>
                      <a:pt x="141545" y="106744"/>
                    </a:lnTo>
                    <a:lnTo>
                      <a:pt x="141545" y="27601"/>
                    </a:lnTo>
                    <a:lnTo>
                      <a:pt x="156546" y="27601"/>
                    </a:lnTo>
                    <a:lnTo>
                      <a:pt x="156546" y="41582"/>
                    </a:lnTo>
                    <a:cubicBezTo>
                      <a:pt x="160686" y="32581"/>
                      <a:pt x="168606" y="27481"/>
                      <a:pt x="178446" y="27301"/>
                    </a:cubicBezTo>
                    <a:close/>
                    <a:moveTo>
                      <a:pt x="934352" y="26041"/>
                    </a:moveTo>
                    <a:cubicBezTo>
                      <a:pt x="953013" y="26041"/>
                      <a:pt x="972934" y="38701"/>
                      <a:pt x="972934" y="67383"/>
                    </a:cubicBezTo>
                    <a:cubicBezTo>
                      <a:pt x="972934" y="96064"/>
                      <a:pt x="953193" y="108604"/>
                      <a:pt x="934352" y="108604"/>
                    </a:cubicBezTo>
                    <a:cubicBezTo>
                      <a:pt x="915692" y="108604"/>
                      <a:pt x="895951" y="95943"/>
                      <a:pt x="895951" y="67383"/>
                    </a:cubicBezTo>
                    <a:cubicBezTo>
                      <a:pt x="895951" y="38821"/>
                      <a:pt x="915692" y="26041"/>
                      <a:pt x="934352" y="26041"/>
                    </a:cubicBezTo>
                    <a:close/>
                    <a:moveTo>
                      <a:pt x="714025" y="26041"/>
                    </a:moveTo>
                    <a:cubicBezTo>
                      <a:pt x="738446" y="26041"/>
                      <a:pt x="752727" y="46082"/>
                      <a:pt x="751107" y="71823"/>
                    </a:cubicBezTo>
                    <a:lnTo>
                      <a:pt x="690805" y="71823"/>
                    </a:lnTo>
                    <a:cubicBezTo>
                      <a:pt x="692305" y="86403"/>
                      <a:pt x="701545" y="95523"/>
                      <a:pt x="713905" y="95523"/>
                    </a:cubicBezTo>
                    <a:cubicBezTo>
                      <a:pt x="724946" y="95523"/>
                      <a:pt x="731426" y="90963"/>
                      <a:pt x="734666" y="83463"/>
                    </a:cubicBezTo>
                    <a:lnTo>
                      <a:pt x="750027" y="83463"/>
                    </a:lnTo>
                    <a:cubicBezTo>
                      <a:pt x="746366" y="96543"/>
                      <a:pt x="734606" y="108604"/>
                      <a:pt x="714445" y="108604"/>
                    </a:cubicBezTo>
                    <a:cubicBezTo>
                      <a:pt x="688824" y="108604"/>
                      <a:pt x="675024" y="89943"/>
                      <a:pt x="675024" y="66962"/>
                    </a:cubicBezTo>
                    <a:cubicBezTo>
                      <a:pt x="675024" y="42362"/>
                      <a:pt x="691525" y="26041"/>
                      <a:pt x="714025" y="26041"/>
                    </a:cubicBezTo>
                    <a:close/>
                    <a:moveTo>
                      <a:pt x="443295" y="26041"/>
                    </a:moveTo>
                    <a:cubicBezTo>
                      <a:pt x="461956" y="26041"/>
                      <a:pt x="481877" y="38701"/>
                      <a:pt x="481877" y="67383"/>
                    </a:cubicBezTo>
                    <a:cubicBezTo>
                      <a:pt x="481877" y="96064"/>
                      <a:pt x="462136" y="108604"/>
                      <a:pt x="443295" y="108604"/>
                    </a:cubicBezTo>
                    <a:cubicBezTo>
                      <a:pt x="424635" y="108604"/>
                      <a:pt x="404894" y="95943"/>
                      <a:pt x="404894" y="67383"/>
                    </a:cubicBezTo>
                    <a:cubicBezTo>
                      <a:pt x="404894" y="38821"/>
                      <a:pt x="424635" y="26041"/>
                      <a:pt x="443295" y="26041"/>
                    </a:cubicBezTo>
                    <a:close/>
                    <a:moveTo>
                      <a:pt x="228548" y="26041"/>
                    </a:moveTo>
                    <a:cubicBezTo>
                      <a:pt x="252969" y="26041"/>
                      <a:pt x="267250" y="46082"/>
                      <a:pt x="265630" y="71823"/>
                    </a:cubicBezTo>
                    <a:lnTo>
                      <a:pt x="205328" y="71823"/>
                    </a:lnTo>
                    <a:cubicBezTo>
                      <a:pt x="206828" y="86403"/>
                      <a:pt x="216068" y="95523"/>
                      <a:pt x="228428" y="95523"/>
                    </a:cubicBezTo>
                    <a:cubicBezTo>
                      <a:pt x="239469" y="95523"/>
                      <a:pt x="245949" y="90963"/>
                      <a:pt x="249189" y="83463"/>
                    </a:cubicBezTo>
                    <a:lnTo>
                      <a:pt x="264550" y="83463"/>
                    </a:lnTo>
                    <a:cubicBezTo>
                      <a:pt x="260889" y="96543"/>
                      <a:pt x="249129" y="108604"/>
                      <a:pt x="228968" y="108604"/>
                    </a:cubicBezTo>
                    <a:cubicBezTo>
                      <a:pt x="203347" y="108604"/>
                      <a:pt x="189547" y="89943"/>
                      <a:pt x="189547" y="66962"/>
                    </a:cubicBezTo>
                    <a:cubicBezTo>
                      <a:pt x="189547" y="42362"/>
                      <a:pt x="206048" y="26041"/>
                      <a:pt x="228548" y="26041"/>
                    </a:cubicBezTo>
                    <a:close/>
                    <a:moveTo>
                      <a:pt x="582980" y="25681"/>
                    </a:moveTo>
                    <a:cubicBezTo>
                      <a:pt x="603441" y="25681"/>
                      <a:pt x="615201" y="35521"/>
                      <a:pt x="614901" y="59222"/>
                    </a:cubicBezTo>
                    <a:cubicBezTo>
                      <a:pt x="614901" y="61142"/>
                      <a:pt x="614601" y="74823"/>
                      <a:pt x="614601" y="78183"/>
                    </a:cubicBezTo>
                    <a:cubicBezTo>
                      <a:pt x="614601" y="89943"/>
                      <a:pt x="615321" y="99664"/>
                      <a:pt x="616822" y="106744"/>
                    </a:cubicBezTo>
                    <a:lnTo>
                      <a:pt x="602121" y="106744"/>
                    </a:lnTo>
                    <a:cubicBezTo>
                      <a:pt x="601521" y="103624"/>
                      <a:pt x="601101" y="101284"/>
                      <a:pt x="600801" y="96303"/>
                    </a:cubicBezTo>
                    <a:cubicBezTo>
                      <a:pt x="596121" y="104224"/>
                      <a:pt x="587120" y="108664"/>
                      <a:pt x="574340" y="108664"/>
                    </a:cubicBezTo>
                    <a:cubicBezTo>
                      <a:pt x="558319" y="108664"/>
                      <a:pt x="546079" y="99844"/>
                      <a:pt x="546079" y="85443"/>
                    </a:cubicBezTo>
                    <a:cubicBezTo>
                      <a:pt x="546079" y="66182"/>
                      <a:pt x="568760" y="61022"/>
                      <a:pt x="599481" y="57782"/>
                    </a:cubicBezTo>
                    <a:lnTo>
                      <a:pt x="599421" y="57722"/>
                    </a:lnTo>
                    <a:lnTo>
                      <a:pt x="599421" y="56102"/>
                    </a:lnTo>
                    <a:cubicBezTo>
                      <a:pt x="599421" y="42122"/>
                      <a:pt x="592041" y="37441"/>
                      <a:pt x="582380" y="37441"/>
                    </a:cubicBezTo>
                    <a:cubicBezTo>
                      <a:pt x="571760" y="37441"/>
                      <a:pt x="565760" y="42902"/>
                      <a:pt x="565160" y="52622"/>
                    </a:cubicBezTo>
                    <a:lnTo>
                      <a:pt x="549739" y="52622"/>
                    </a:lnTo>
                    <a:cubicBezTo>
                      <a:pt x="551059" y="35821"/>
                      <a:pt x="564920" y="25681"/>
                      <a:pt x="582980" y="25681"/>
                    </a:cubicBezTo>
                    <a:close/>
                    <a:moveTo>
                      <a:pt x="16801" y="13860"/>
                    </a:moveTo>
                    <a:lnTo>
                      <a:pt x="16801" y="92883"/>
                    </a:lnTo>
                    <a:lnTo>
                      <a:pt x="28441" y="92883"/>
                    </a:lnTo>
                    <a:cubicBezTo>
                      <a:pt x="49802" y="92883"/>
                      <a:pt x="70682" y="88443"/>
                      <a:pt x="70682" y="53282"/>
                    </a:cubicBezTo>
                    <a:cubicBezTo>
                      <a:pt x="70682" y="18121"/>
                      <a:pt x="49802" y="13860"/>
                      <a:pt x="28441" y="13860"/>
                    </a:cubicBezTo>
                    <a:close/>
                    <a:moveTo>
                      <a:pt x="769046" y="7321"/>
                    </a:moveTo>
                    <a:lnTo>
                      <a:pt x="784287" y="7321"/>
                    </a:lnTo>
                    <a:lnTo>
                      <a:pt x="784287" y="27542"/>
                    </a:lnTo>
                    <a:lnTo>
                      <a:pt x="799888" y="27542"/>
                    </a:lnTo>
                    <a:lnTo>
                      <a:pt x="799888" y="39182"/>
                    </a:lnTo>
                    <a:lnTo>
                      <a:pt x="784287" y="39182"/>
                    </a:lnTo>
                    <a:lnTo>
                      <a:pt x="784287" y="84364"/>
                    </a:lnTo>
                    <a:cubicBezTo>
                      <a:pt x="784287" y="92464"/>
                      <a:pt x="785607" y="94504"/>
                      <a:pt x="793287" y="94504"/>
                    </a:cubicBezTo>
                    <a:lnTo>
                      <a:pt x="799768" y="94504"/>
                    </a:lnTo>
                    <a:lnTo>
                      <a:pt x="799768" y="106744"/>
                    </a:lnTo>
                    <a:lnTo>
                      <a:pt x="788607" y="106744"/>
                    </a:lnTo>
                    <a:cubicBezTo>
                      <a:pt x="772587" y="106744"/>
                      <a:pt x="769046" y="102784"/>
                      <a:pt x="769046" y="86464"/>
                    </a:cubicBezTo>
                    <a:lnTo>
                      <a:pt x="769046" y="39242"/>
                    </a:lnTo>
                    <a:lnTo>
                      <a:pt x="756986" y="39242"/>
                    </a:lnTo>
                    <a:lnTo>
                      <a:pt x="756986" y="27602"/>
                    </a:lnTo>
                    <a:lnTo>
                      <a:pt x="769046" y="27602"/>
                    </a:lnTo>
                    <a:close/>
                    <a:moveTo>
                      <a:pt x="636502" y="7321"/>
                    </a:moveTo>
                    <a:lnTo>
                      <a:pt x="651743" y="7321"/>
                    </a:lnTo>
                    <a:lnTo>
                      <a:pt x="651743" y="27542"/>
                    </a:lnTo>
                    <a:lnTo>
                      <a:pt x="667343" y="27542"/>
                    </a:lnTo>
                    <a:lnTo>
                      <a:pt x="667343" y="39182"/>
                    </a:lnTo>
                    <a:lnTo>
                      <a:pt x="651743" y="39182"/>
                    </a:lnTo>
                    <a:lnTo>
                      <a:pt x="651743" y="84364"/>
                    </a:lnTo>
                    <a:cubicBezTo>
                      <a:pt x="651743" y="92464"/>
                      <a:pt x="653063" y="94504"/>
                      <a:pt x="660743" y="94504"/>
                    </a:cubicBezTo>
                    <a:lnTo>
                      <a:pt x="667223" y="94504"/>
                    </a:lnTo>
                    <a:lnTo>
                      <a:pt x="667223" y="106744"/>
                    </a:lnTo>
                    <a:lnTo>
                      <a:pt x="656063" y="106744"/>
                    </a:lnTo>
                    <a:cubicBezTo>
                      <a:pt x="640042" y="106744"/>
                      <a:pt x="636502" y="102784"/>
                      <a:pt x="636502" y="86464"/>
                    </a:cubicBezTo>
                    <a:lnTo>
                      <a:pt x="636502" y="39242"/>
                    </a:lnTo>
                    <a:lnTo>
                      <a:pt x="624442" y="39242"/>
                    </a:lnTo>
                    <a:lnTo>
                      <a:pt x="624442" y="27602"/>
                    </a:lnTo>
                    <a:lnTo>
                      <a:pt x="636502" y="27602"/>
                    </a:lnTo>
                    <a:close/>
                    <a:moveTo>
                      <a:pt x="366252" y="7321"/>
                    </a:moveTo>
                    <a:lnTo>
                      <a:pt x="381493" y="7321"/>
                    </a:lnTo>
                    <a:lnTo>
                      <a:pt x="381493" y="27542"/>
                    </a:lnTo>
                    <a:lnTo>
                      <a:pt x="397094" y="27542"/>
                    </a:lnTo>
                    <a:lnTo>
                      <a:pt x="397094" y="39182"/>
                    </a:lnTo>
                    <a:lnTo>
                      <a:pt x="381493" y="39182"/>
                    </a:lnTo>
                    <a:lnTo>
                      <a:pt x="381493" y="84364"/>
                    </a:lnTo>
                    <a:cubicBezTo>
                      <a:pt x="381493" y="92464"/>
                      <a:pt x="382813" y="94504"/>
                      <a:pt x="390493" y="94504"/>
                    </a:cubicBezTo>
                    <a:lnTo>
                      <a:pt x="396974" y="94504"/>
                    </a:lnTo>
                    <a:lnTo>
                      <a:pt x="396974" y="106744"/>
                    </a:lnTo>
                    <a:lnTo>
                      <a:pt x="385813" y="106744"/>
                    </a:lnTo>
                    <a:cubicBezTo>
                      <a:pt x="369793" y="106744"/>
                      <a:pt x="366252" y="102784"/>
                      <a:pt x="366252" y="86464"/>
                    </a:cubicBezTo>
                    <a:lnTo>
                      <a:pt x="366252" y="39242"/>
                    </a:lnTo>
                    <a:lnTo>
                      <a:pt x="354192" y="39242"/>
                    </a:lnTo>
                    <a:lnTo>
                      <a:pt x="354192" y="27602"/>
                    </a:lnTo>
                    <a:lnTo>
                      <a:pt x="366252" y="27602"/>
                    </a:lnTo>
                    <a:close/>
                    <a:moveTo>
                      <a:pt x="784287" y="7261"/>
                    </a:moveTo>
                    <a:lnTo>
                      <a:pt x="784347" y="7321"/>
                    </a:lnTo>
                    <a:lnTo>
                      <a:pt x="784287" y="7321"/>
                    </a:lnTo>
                    <a:close/>
                    <a:moveTo>
                      <a:pt x="651743" y="7261"/>
                    </a:moveTo>
                    <a:lnTo>
                      <a:pt x="651803" y="7321"/>
                    </a:lnTo>
                    <a:lnTo>
                      <a:pt x="651743" y="7321"/>
                    </a:lnTo>
                    <a:close/>
                    <a:moveTo>
                      <a:pt x="381493" y="7261"/>
                    </a:moveTo>
                    <a:lnTo>
                      <a:pt x="381553" y="7321"/>
                    </a:lnTo>
                    <a:lnTo>
                      <a:pt x="381493" y="7321"/>
                    </a:lnTo>
                    <a:close/>
                    <a:moveTo>
                      <a:pt x="883051" y="0"/>
                    </a:moveTo>
                    <a:lnTo>
                      <a:pt x="889951" y="0"/>
                    </a:lnTo>
                    <a:lnTo>
                      <a:pt x="889951" y="12240"/>
                    </a:lnTo>
                    <a:lnTo>
                      <a:pt x="884071" y="12240"/>
                    </a:lnTo>
                    <a:cubicBezTo>
                      <a:pt x="876271" y="12240"/>
                      <a:pt x="874651" y="13860"/>
                      <a:pt x="874651" y="22081"/>
                    </a:cubicBezTo>
                    <a:lnTo>
                      <a:pt x="874651" y="27541"/>
                    </a:lnTo>
                    <a:lnTo>
                      <a:pt x="889951" y="27541"/>
                    </a:lnTo>
                    <a:lnTo>
                      <a:pt x="889951" y="39181"/>
                    </a:lnTo>
                    <a:lnTo>
                      <a:pt x="874651" y="39181"/>
                    </a:lnTo>
                    <a:lnTo>
                      <a:pt x="874651" y="106744"/>
                    </a:lnTo>
                    <a:lnTo>
                      <a:pt x="859350" y="106744"/>
                    </a:lnTo>
                    <a:lnTo>
                      <a:pt x="859350" y="39181"/>
                    </a:lnTo>
                    <a:lnTo>
                      <a:pt x="848310" y="39181"/>
                    </a:lnTo>
                    <a:lnTo>
                      <a:pt x="848310" y="27541"/>
                    </a:lnTo>
                    <a:lnTo>
                      <a:pt x="859350" y="27541"/>
                    </a:lnTo>
                    <a:lnTo>
                      <a:pt x="859350" y="22261"/>
                    </a:lnTo>
                    <a:cubicBezTo>
                      <a:pt x="859350" y="4740"/>
                      <a:pt x="864511" y="60"/>
                      <a:pt x="883051" y="60"/>
                    </a:cubicBezTo>
                    <a:close/>
                    <a:moveTo>
                      <a:pt x="280990" y="0"/>
                    </a:moveTo>
                    <a:lnTo>
                      <a:pt x="296291" y="0"/>
                    </a:lnTo>
                    <a:lnTo>
                      <a:pt x="296291" y="61382"/>
                    </a:lnTo>
                    <a:lnTo>
                      <a:pt x="296351" y="61382"/>
                    </a:lnTo>
                    <a:lnTo>
                      <a:pt x="327852" y="27541"/>
                    </a:lnTo>
                    <a:lnTo>
                      <a:pt x="346512" y="27541"/>
                    </a:lnTo>
                    <a:lnTo>
                      <a:pt x="315731" y="60182"/>
                    </a:lnTo>
                    <a:lnTo>
                      <a:pt x="348672" y="106684"/>
                    </a:lnTo>
                    <a:lnTo>
                      <a:pt x="330432" y="106684"/>
                    </a:lnTo>
                    <a:lnTo>
                      <a:pt x="305291" y="71223"/>
                    </a:lnTo>
                    <a:lnTo>
                      <a:pt x="296291" y="80763"/>
                    </a:lnTo>
                    <a:lnTo>
                      <a:pt x="296291" y="106684"/>
                    </a:lnTo>
                    <a:lnTo>
                      <a:pt x="280990" y="106684"/>
                    </a:lnTo>
                    <a:close/>
                    <a:moveTo>
                      <a:pt x="106144" y="0"/>
                    </a:moveTo>
                    <a:lnTo>
                      <a:pt x="121445" y="0"/>
                    </a:lnTo>
                    <a:lnTo>
                      <a:pt x="121445" y="16921"/>
                    </a:lnTo>
                    <a:lnTo>
                      <a:pt x="106144" y="16921"/>
                    </a:lnTo>
                    <a:close/>
                    <a:moveTo>
                      <a:pt x="0" y="0"/>
                    </a:moveTo>
                    <a:lnTo>
                      <a:pt x="29161" y="0"/>
                    </a:lnTo>
                    <a:cubicBezTo>
                      <a:pt x="63002" y="0"/>
                      <a:pt x="88023" y="12240"/>
                      <a:pt x="88023" y="53282"/>
                    </a:cubicBezTo>
                    <a:cubicBezTo>
                      <a:pt x="88023" y="94503"/>
                      <a:pt x="63002" y="106684"/>
                      <a:pt x="29161" y="106684"/>
                    </a:cubicBezTo>
                    <a:lnTo>
                      <a:pt x="0" y="106684"/>
                    </a:lnTo>
                    <a:close/>
                  </a:path>
                </a:pathLst>
              </a:custGeom>
              <a:grp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sz="1429"/>
              </a:p>
            </p:txBody>
          </p:sp>
        </p:grpSp>
        <p:sp>
          <p:nvSpPr>
            <p:cNvPr id="51" name="Friform 50">
              <a:extLst>
                <a:ext uri="{FF2B5EF4-FFF2-40B4-BE49-F238E27FC236}">
                  <a16:creationId xmlns:a16="http://schemas.microsoft.com/office/drawing/2014/main" id="{33846F9C-0E5B-9A82-F3AE-9D3BBEF3D303}"/>
                </a:ext>
              </a:extLst>
            </p:cNvPr>
            <p:cNvSpPr/>
            <p:nvPr/>
          </p:nvSpPr>
          <p:spPr>
            <a:xfrm>
              <a:off x="2525882" y="1214982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1"/>
                    <a:pt x="4913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24" name="Friform 23">
            <a:extLst>
              <a:ext uri="{FF2B5EF4-FFF2-40B4-BE49-F238E27FC236}">
                <a16:creationId xmlns:a16="http://schemas.microsoft.com/office/drawing/2014/main" id="{952EF09F-CA62-D2E8-B874-063324493DA0}"/>
              </a:ext>
            </a:extLst>
          </p:cNvPr>
          <p:cNvSpPr>
            <a:spLocks/>
          </p:cNvSpPr>
          <p:nvPr userDrawn="1"/>
        </p:nvSpPr>
        <p:spPr>
          <a:xfrm>
            <a:off x="426046" y="429411"/>
            <a:ext cx="8294441" cy="4326483"/>
          </a:xfrm>
          <a:custGeom>
            <a:avLst/>
            <a:gdLst>
              <a:gd name="connsiteX0" fmla="*/ 2294981 w 10450132"/>
              <a:gd name="connsiteY0" fmla="*/ 5433298 h 5450835"/>
              <a:gd name="connsiteX1" fmla="*/ 2304046 w 10450132"/>
              <a:gd name="connsiteY1" fmla="*/ 5433298 h 5450835"/>
              <a:gd name="connsiteX2" fmla="*/ 2304834 w 10450132"/>
              <a:gd name="connsiteY2" fmla="*/ 5433758 h 5450835"/>
              <a:gd name="connsiteX3" fmla="*/ 2309366 w 10450132"/>
              <a:gd name="connsiteY3" fmla="*/ 5441639 h 5450835"/>
              <a:gd name="connsiteX4" fmla="*/ 2309366 w 10450132"/>
              <a:gd name="connsiteY4" fmla="*/ 5442493 h 5450835"/>
              <a:gd name="connsiteX5" fmla="*/ 2304834 w 10450132"/>
              <a:gd name="connsiteY5" fmla="*/ 5450375 h 5450835"/>
              <a:gd name="connsiteX6" fmla="*/ 2304046 w 10450132"/>
              <a:gd name="connsiteY6" fmla="*/ 5450835 h 5450835"/>
              <a:gd name="connsiteX7" fmla="*/ 2294981 w 10450132"/>
              <a:gd name="connsiteY7" fmla="*/ 5450835 h 5450835"/>
              <a:gd name="connsiteX8" fmla="*/ 2294193 w 10450132"/>
              <a:gd name="connsiteY8" fmla="*/ 5450375 h 5450835"/>
              <a:gd name="connsiteX9" fmla="*/ 2289662 w 10450132"/>
              <a:gd name="connsiteY9" fmla="*/ 5442493 h 5450835"/>
              <a:gd name="connsiteX10" fmla="*/ 2289662 w 10450132"/>
              <a:gd name="connsiteY10" fmla="*/ 5441639 h 5450835"/>
              <a:gd name="connsiteX11" fmla="*/ 2294193 w 10450132"/>
              <a:gd name="connsiteY11" fmla="*/ 5433758 h 5450835"/>
              <a:gd name="connsiteX12" fmla="*/ 2294981 w 10450132"/>
              <a:gd name="connsiteY12" fmla="*/ 5433298 h 5450835"/>
              <a:gd name="connsiteX13" fmla="*/ 10435623 w 10450132"/>
              <a:gd name="connsiteY13" fmla="*/ 5425804 h 5450835"/>
              <a:gd name="connsiteX14" fmla="*/ 10444687 w 10450132"/>
              <a:gd name="connsiteY14" fmla="*/ 5425804 h 5450835"/>
              <a:gd name="connsiteX15" fmla="*/ 10445475 w 10450132"/>
              <a:gd name="connsiteY15" fmla="*/ 5426264 h 5450835"/>
              <a:gd name="connsiteX16" fmla="*/ 10450008 w 10450132"/>
              <a:gd name="connsiteY16" fmla="*/ 5434145 h 5450835"/>
              <a:gd name="connsiteX17" fmla="*/ 10450008 w 10450132"/>
              <a:gd name="connsiteY17" fmla="*/ 5434999 h 5450835"/>
              <a:gd name="connsiteX18" fmla="*/ 10445475 w 10450132"/>
              <a:gd name="connsiteY18" fmla="*/ 5442880 h 5450835"/>
              <a:gd name="connsiteX19" fmla="*/ 10444687 w 10450132"/>
              <a:gd name="connsiteY19" fmla="*/ 5443340 h 5450835"/>
              <a:gd name="connsiteX20" fmla="*/ 10435623 w 10450132"/>
              <a:gd name="connsiteY20" fmla="*/ 5443340 h 5450835"/>
              <a:gd name="connsiteX21" fmla="*/ 10434835 w 10450132"/>
              <a:gd name="connsiteY21" fmla="*/ 5442880 h 5450835"/>
              <a:gd name="connsiteX22" fmla="*/ 10430303 w 10450132"/>
              <a:gd name="connsiteY22" fmla="*/ 5434999 h 5450835"/>
              <a:gd name="connsiteX23" fmla="*/ 10430303 w 10450132"/>
              <a:gd name="connsiteY23" fmla="*/ 5434145 h 5450835"/>
              <a:gd name="connsiteX24" fmla="*/ 10434835 w 10450132"/>
              <a:gd name="connsiteY24" fmla="*/ 5426264 h 5450835"/>
              <a:gd name="connsiteX25" fmla="*/ 10435623 w 10450132"/>
              <a:gd name="connsiteY25" fmla="*/ 5425804 h 5450835"/>
              <a:gd name="connsiteX26" fmla="*/ 10181243 w 10450132"/>
              <a:gd name="connsiteY26" fmla="*/ 5425804 h 5450835"/>
              <a:gd name="connsiteX27" fmla="*/ 10190306 w 10450132"/>
              <a:gd name="connsiteY27" fmla="*/ 5425804 h 5450835"/>
              <a:gd name="connsiteX28" fmla="*/ 10191094 w 10450132"/>
              <a:gd name="connsiteY28" fmla="*/ 5426264 h 5450835"/>
              <a:gd name="connsiteX29" fmla="*/ 10195627 w 10450132"/>
              <a:gd name="connsiteY29" fmla="*/ 5434145 h 5450835"/>
              <a:gd name="connsiteX30" fmla="*/ 10195627 w 10450132"/>
              <a:gd name="connsiteY30" fmla="*/ 5434999 h 5450835"/>
              <a:gd name="connsiteX31" fmla="*/ 10191094 w 10450132"/>
              <a:gd name="connsiteY31" fmla="*/ 5442880 h 5450835"/>
              <a:gd name="connsiteX32" fmla="*/ 10190306 w 10450132"/>
              <a:gd name="connsiteY32" fmla="*/ 5443340 h 5450835"/>
              <a:gd name="connsiteX33" fmla="*/ 10181243 w 10450132"/>
              <a:gd name="connsiteY33" fmla="*/ 5443340 h 5450835"/>
              <a:gd name="connsiteX34" fmla="*/ 10180455 w 10450132"/>
              <a:gd name="connsiteY34" fmla="*/ 5442880 h 5450835"/>
              <a:gd name="connsiteX35" fmla="*/ 10175923 w 10450132"/>
              <a:gd name="connsiteY35" fmla="*/ 5434999 h 5450835"/>
              <a:gd name="connsiteX36" fmla="*/ 10175923 w 10450132"/>
              <a:gd name="connsiteY36" fmla="*/ 5434145 h 5450835"/>
              <a:gd name="connsiteX37" fmla="*/ 10180455 w 10450132"/>
              <a:gd name="connsiteY37" fmla="*/ 5426264 h 5450835"/>
              <a:gd name="connsiteX38" fmla="*/ 10181243 w 10450132"/>
              <a:gd name="connsiteY38" fmla="*/ 5425804 h 5450835"/>
              <a:gd name="connsiteX39" fmla="*/ 9926862 w 10450132"/>
              <a:gd name="connsiteY39" fmla="*/ 5425804 h 5450835"/>
              <a:gd name="connsiteX40" fmla="*/ 9935926 w 10450132"/>
              <a:gd name="connsiteY40" fmla="*/ 5425804 h 5450835"/>
              <a:gd name="connsiteX41" fmla="*/ 9936714 w 10450132"/>
              <a:gd name="connsiteY41" fmla="*/ 5426264 h 5450835"/>
              <a:gd name="connsiteX42" fmla="*/ 9941247 w 10450132"/>
              <a:gd name="connsiteY42" fmla="*/ 5434145 h 5450835"/>
              <a:gd name="connsiteX43" fmla="*/ 9941247 w 10450132"/>
              <a:gd name="connsiteY43" fmla="*/ 5434999 h 5450835"/>
              <a:gd name="connsiteX44" fmla="*/ 9936714 w 10450132"/>
              <a:gd name="connsiteY44" fmla="*/ 5442880 h 5450835"/>
              <a:gd name="connsiteX45" fmla="*/ 9935926 w 10450132"/>
              <a:gd name="connsiteY45" fmla="*/ 5443340 h 5450835"/>
              <a:gd name="connsiteX46" fmla="*/ 9926862 w 10450132"/>
              <a:gd name="connsiteY46" fmla="*/ 5443340 h 5450835"/>
              <a:gd name="connsiteX47" fmla="*/ 9926074 w 10450132"/>
              <a:gd name="connsiteY47" fmla="*/ 5442880 h 5450835"/>
              <a:gd name="connsiteX48" fmla="*/ 9921542 w 10450132"/>
              <a:gd name="connsiteY48" fmla="*/ 5434999 h 5450835"/>
              <a:gd name="connsiteX49" fmla="*/ 9921542 w 10450132"/>
              <a:gd name="connsiteY49" fmla="*/ 5434145 h 5450835"/>
              <a:gd name="connsiteX50" fmla="*/ 9926074 w 10450132"/>
              <a:gd name="connsiteY50" fmla="*/ 5426264 h 5450835"/>
              <a:gd name="connsiteX51" fmla="*/ 9926862 w 10450132"/>
              <a:gd name="connsiteY51" fmla="*/ 5425804 h 5450835"/>
              <a:gd name="connsiteX52" fmla="*/ 9672482 w 10450132"/>
              <a:gd name="connsiteY52" fmla="*/ 5425804 h 5450835"/>
              <a:gd name="connsiteX53" fmla="*/ 9681546 w 10450132"/>
              <a:gd name="connsiteY53" fmla="*/ 5425804 h 5450835"/>
              <a:gd name="connsiteX54" fmla="*/ 9682334 w 10450132"/>
              <a:gd name="connsiteY54" fmla="*/ 5426264 h 5450835"/>
              <a:gd name="connsiteX55" fmla="*/ 9686866 w 10450132"/>
              <a:gd name="connsiteY55" fmla="*/ 5434145 h 5450835"/>
              <a:gd name="connsiteX56" fmla="*/ 9686866 w 10450132"/>
              <a:gd name="connsiteY56" fmla="*/ 5434999 h 5450835"/>
              <a:gd name="connsiteX57" fmla="*/ 9682334 w 10450132"/>
              <a:gd name="connsiteY57" fmla="*/ 5442880 h 5450835"/>
              <a:gd name="connsiteX58" fmla="*/ 9681546 w 10450132"/>
              <a:gd name="connsiteY58" fmla="*/ 5443340 h 5450835"/>
              <a:gd name="connsiteX59" fmla="*/ 9672482 w 10450132"/>
              <a:gd name="connsiteY59" fmla="*/ 5443340 h 5450835"/>
              <a:gd name="connsiteX60" fmla="*/ 9671694 w 10450132"/>
              <a:gd name="connsiteY60" fmla="*/ 5442880 h 5450835"/>
              <a:gd name="connsiteX61" fmla="*/ 9667161 w 10450132"/>
              <a:gd name="connsiteY61" fmla="*/ 5434999 h 5450835"/>
              <a:gd name="connsiteX62" fmla="*/ 9667161 w 10450132"/>
              <a:gd name="connsiteY62" fmla="*/ 5434145 h 5450835"/>
              <a:gd name="connsiteX63" fmla="*/ 9671694 w 10450132"/>
              <a:gd name="connsiteY63" fmla="*/ 5426264 h 5450835"/>
              <a:gd name="connsiteX64" fmla="*/ 9672482 w 10450132"/>
              <a:gd name="connsiteY64" fmla="*/ 5425804 h 5450835"/>
              <a:gd name="connsiteX65" fmla="*/ 9418035 w 10450132"/>
              <a:gd name="connsiteY65" fmla="*/ 5425804 h 5450835"/>
              <a:gd name="connsiteX66" fmla="*/ 9427099 w 10450132"/>
              <a:gd name="connsiteY66" fmla="*/ 5425804 h 5450835"/>
              <a:gd name="connsiteX67" fmla="*/ 9427887 w 10450132"/>
              <a:gd name="connsiteY67" fmla="*/ 5426264 h 5450835"/>
              <a:gd name="connsiteX68" fmla="*/ 9432419 w 10450132"/>
              <a:gd name="connsiteY68" fmla="*/ 5434145 h 5450835"/>
              <a:gd name="connsiteX69" fmla="*/ 9432419 w 10450132"/>
              <a:gd name="connsiteY69" fmla="*/ 5434999 h 5450835"/>
              <a:gd name="connsiteX70" fmla="*/ 9427887 w 10450132"/>
              <a:gd name="connsiteY70" fmla="*/ 5442880 h 5450835"/>
              <a:gd name="connsiteX71" fmla="*/ 9427099 w 10450132"/>
              <a:gd name="connsiteY71" fmla="*/ 5443340 h 5450835"/>
              <a:gd name="connsiteX72" fmla="*/ 9418035 w 10450132"/>
              <a:gd name="connsiteY72" fmla="*/ 5443340 h 5450835"/>
              <a:gd name="connsiteX73" fmla="*/ 9417247 w 10450132"/>
              <a:gd name="connsiteY73" fmla="*/ 5442880 h 5450835"/>
              <a:gd name="connsiteX74" fmla="*/ 9412714 w 10450132"/>
              <a:gd name="connsiteY74" fmla="*/ 5434999 h 5450835"/>
              <a:gd name="connsiteX75" fmla="*/ 9412714 w 10450132"/>
              <a:gd name="connsiteY75" fmla="*/ 5434145 h 5450835"/>
              <a:gd name="connsiteX76" fmla="*/ 9417247 w 10450132"/>
              <a:gd name="connsiteY76" fmla="*/ 5426264 h 5450835"/>
              <a:gd name="connsiteX77" fmla="*/ 9418035 w 10450132"/>
              <a:gd name="connsiteY77" fmla="*/ 5425804 h 5450835"/>
              <a:gd name="connsiteX78" fmla="*/ 9163654 w 10450132"/>
              <a:gd name="connsiteY78" fmla="*/ 5425804 h 5450835"/>
              <a:gd name="connsiteX79" fmla="*/ 9172718 w 10450132"/>
              <a:gd name="connsiteY79" fmla="*/ 5425804 h 5450835"/>
              <a:gd name="connsiteX80" fmla="*/ 9173506 w 10450132"/>
              <a:gd name="connsiteY80" fmla="*/ 5426264 h 5450835"/>
              <a:gd name="connsiteX81" fmla="*/ 9178038 w 10450132"/>
              <a:gd name="connsiteY81" fmla="*/ 5434145 h 5450835"/>
              <a:gd name="connsiteX82" fmla="*/ 9178038 w 10450132"/>
              <a:gd name="connsiteY82" fmla="*/ 5434999 h 5450835"/>
              <a:gd name="connsiteX83" fmla="*/ 9173506 w 10450132"/>
              <a:gd name="connsiteY83" fmla="*/ 5442880 h 5450835"/>
              <a:gd name="connsiteX84" fmla="*/ 9172718 w 10450132"/>
              <a:gd name="connsiteY84" fmla="*/ 5443340 h 5450835"/>
              <a:gd name="connsiteX85" fmla="*/ 9163654 w 10450132"/>
              <a:gd name="connsiteY85" fmla="*/ 5443340 h 5450835"/>
              <a:gd name="connsiteX86" fmla="*/ 9162866 w 10450132"/>
              <a:gd name="connsiteY86" fmla="*/ 5442880 h 5450835"/>
              <a:gd name="connsiteX87" fmla="*/ 9158333 w 10450132"/>
              <a:gd name="connsiteY87" fmla="*/ 5434999 h 5450835"/>
              <a:gd name="connsiteX88" fmla="*/ 9158333 w 10450132"/>
              <a:gd name="connsiteY88" fmla="*/ 5434145 h 5450835"/>
              <a:gd name="connsiteX89" fmla="*/ 9162866 w 10450132"/>
              <a:gd name="connsiteY89" fmla="*/ 5426264 h 5450835"/>
              <a:gd name="connsiteX90" fmla="*/ 9163654 w 10450132"/>
              <a:gd name="connsiteY90" fmla="*/ 5425804 h 5450835"/>
              <a:gd name="connsiteX91" fmla="*/ 8909274 w 10450132"/>
              <a:gd name="connsiteY91" fmla="*/ 5425804 h 5450835"/>
              <a:gd name="connsiteX92" fmla="*/ 8918336 w 10450132"/>
              <a:gd name="connsiteY92" fmla="*/ 5425804 h 5450835"/>
              <a:gd name="connsiteX93" fmla="*/ 8919125 w 10450132"/>
              <a:gd name="connsiteY93" fmla="*/ 5426264 h 5450835"/>
              <a:gd name="connsiteX94" fmla="*/ 8923657 w 10450132"/>
              <a:gd name="connsiteY94" fmla="*/ 5434145 h 5450835"/>
              <a:gd name="connsiteX95" fmla="*/ 8923657 w 10450132"/>
              <a:gd name="connsiteY95" fmla="*/ 5434999 h 5450835"/>
              <a:gd name="connsiteX96" fmla="*/ 8919125 w 10450132"/>
              <a:gd name="connsiteY96" fmla="*/ 5442880 h 5450835"/>
              <a:gd name="connsiteX97" fmla="*/ 8918336 w 10450132"/>
              <a:gd name="connsiteY97" fmla="*/ 5443340 h 5450835"/>
              <a:gd name="connsiteX98" fmla="*/ 8909274 w 10450132"/>
              <a:gd name="connsiteY98" fmla="*/ 5443340 h 5450835"/>
              <a:gd name="connsiteX99" fmla="*/ 8908484 w 10450132"/>
              <a:gd name="connsiteY99" fmla="*/ 5442880 h 5450835"/>
              <a:gd name="connsiteX100" fmla="*/ 8903953 w 10450132"/>
              <a:gd name="connsiteY100" fmla="*/ 5434999 h 5450835"/>
              <a:gd name="connsiteX101" fmla="*/ 8903953 w 10450132"/>
              <a:gd name="connsiteY101" fmla="*/ 5434145 h 5450835"/>
              <a:gd name="connsiteX102" fmla="*/ 8908484 w 10450132"/>
              <a:gd name="connsiteY102" fmla="*/ 5426264 h 5450835"/>
              <a:gd name="connsiteX103" fmla="*/ 8909274 w 10450132"/>
              <a:gd name="connsiteY103" fmla="*/ 5425804 h 5450835"/>
              <a:gd name="connsiteX104" fmla="*/ 8654892 w 10450132"/>
              <a:gd name="connsiteY104" fmla="*/ 5425804 h 5450835"/>
              <a:gd name="connsiteX105" fmla="*/ 8663955 w 10450132"/>
              <a:gd name="connsiteY105" fmla="*/ 5425804 h 5450835"/>
              <a:gd name="connsiteX106" fmla="*/ 8664744 w 10450132"/>
              <a:gd name="connsiteY106" fmla="*/ 5426264 h 5450835"/>
              <a:gd name="connsiteX107" fmla="*/ 8669277 w 10450132"/>
              <a:gd name="connsiteY107" fmla="*/ 5434145 h 5450835"/>
              <a:gd name="connsiteX108" fmla="*/ 8669277 w 10450132"/>
              <a:gd name="connsiteY108" fmla="*/ 5434999 h 5450835"/>
              <a:gd name="connsiteX109" fmla="*/ 8664744 w 10450132"/>
              <a:gd name="connsiteY109" fmla="*/ 5442880 h 5450835"/>
              <a:gd name="connsiteX110" fmla="*/ 8663955 w 10450132"/>
              <a:gd name="connsiteY110" fmla="*/ 5443340 h 5450835"/>
              <a:gd name="connsiteX111" fmla="*/ 8654892 w 10450132"/>
              <a:gd name="connsiteY111" fmla="*/ 5443340 h 5450835"/>
              <a:gd name="connsiteX112" fmla="*/ 8654104 w 10450132"/>
              <a:gd name="connsiteY112" fmla="*/ 5442880 h 5450835"/>
              <a:gd name="connsiteX113" fmla="*/ 8649572 w 10450132"/>
              <a:gd name="connsiteY113" fmla="*/ 5434999 h 5450835"/>
              <a:gd name="connsiteX114" fmla="*/ 8649572 w 10450132"/>
              <a:gd name="connsiteY114" fmla="*/ 5434145 h 5450835"/>
              <a:gd name="connsiteX115" fmla="*/ 8654104 w 10450132"/>
              <a:gd name="connsiteY115" fmla="*/ 5426264 h 5450835"/>
              <a:gd name="connsiteX116" fmla="*/ 8654892 w 10450132"/>
              <a:gd name="connsiteY116" fmla="*/ 5425804 h 5450835"/>
              <a:gd name="connsiteX117" fmla="*/ 8400511 w 10450132"/>
              <a:gd name="connsiteY117" fmla="*/ 5425804 h 5450835"/>
              <a:gd name="connsiteX118" fmla="*/ 8409575 w 10450132"/>
              <a:gd name="connsiteY118" fmla="*/ 5425804 h 5450835"/>
              <a:gd name="connsiteX119" fmla="*/ 8410363 w 10450132"/>
              <a:gd name="connsiteY119" fmla="*/ 5426264 h 5450835"/>
              <a:gd name="connsiteX120" fmla="*/ 8414896 w 10450132"/>
              <a:gd name="connsiteY120" fmla="*/ 5434145 h 5450835"/>
              <a:gd name="connsiteX121" fmla="*/ 8414896 w 10450132"/>
              <a:gd name="connsiteY121" fmla="*/ 5434999 h 5450835"/>
              <a:gd name="connsiteX122" fmla="*/ 8410363 w 10450132"/>
              <a:gd name="connsiteY122" fmla="*/ 5442880 h 5450835"/>
              <a:gd name="connsiteX123" fmla="*/ 8409575 w 10450132"/>
              <a:gd name="connsiteY123" fmla="*/ 5443340 h 5450835"/>
              <a:gd name="connsiteX124" fmla="*/ 8400511 w 10450132"/>
              <a:gd name="connsiteY124" fmla="*/ 5443340 h 5450835"/>
              <a:gd name="connsiteX125" fmla="*/ 8399723 w 10450132"/>
              <a:gd name="connsiteY125" fmla="*/ 5442880 h 5450835"/>
              <a:gd name="connsiteX126" fmla="*/ 8395191 w 10450132"/>
              <a:gd name="connsiteY126" fmla="*/ 5434999 h 5450835"/>
              <a:gd name="connsiteX127" fmla="*/ 8395191 w 10450132"/>
              <a:gd name="connsiteY127" fmla="*/ 5434145 h 5450835"/>
              <a:gd name="connsiteX128" fmla="*/ 8399723 w 10450132"/>
              <a:gd name="connsiteY128" fmla="*/ 5426264 h 5450835"/>
              <a:gd name="connsiteX129" fmla="*/ 8400511 w 10450132"/>
              <a:gd name="connsiteY129" fmla="*/ 5425804 h 5450835"/>
              <a:gd name="connsiteX130" fmla="*/ 8146065 w 10450132"/>
              <a:gd name="connsiteY130" fmla="*/ 5425804 h 5450835"/>
              <a:gd name="connsiteX131" fmla="*/ 8155129 w 10450132"/>
              <a:gd name="connsiteY131" fmla="*/ 5425804 h 5450835"/>
              <a:gd name="connsiteX132" fmla="*/ 8155917 w 10450132"/>
              <a:gd name="connsiteY132" fmla="*/ 5426264 h 5450835"/>
              <a:gd name="connsiteX133" fmla="*/ 8160449 w 10450132"/>
              <a:gd name="connsiteY133" fmla="*/ 5434145 h 5450835"/>
              <a:gd name="connsiteX134" fmla="*/ 8160449 w 10450132"/>
              <a:gd name="connsiteY134" fmla="*/ 5434999 h 5450835"/>
              <a:gd name="connsiteX135" fmla="*/ 8155917 w 10450132"/>
              <a:gd name="connsiteY135" fmla="*/ 5442880 h 5450835"/>
              <a:gd name="connsiteX136" fmla="*/ 8155129 w 10450132"/>
              <a:gd name="connsiteY136" fmla="*/ 5443340 h 5450835"/>
              <a:gd name="connsiteX137" fmla="*/ 8146065 w 10450132"/>
              <a:gd name="connsiteY137" fmla="*/ 5443340 h 5450835"/>
              <a:gd name="connsiteX138" fmla="*/ 8145277 w 10450132"/>
              <a:gd name="connsiteY138" fmla="*/ 5442880 h 5450835"/>
              <a:gd name="connsiteX139" fmla="*/ 8140745 w 10450132"/>
              <a:gd name="connsiteY139" fmla="*/ 5434999 h 5450835"/>
              <a:gd name="connsiteX140" fmla="*/ 8140745 w 10450132"/>
              <a:gd name="connsiteY140" fmla="*/ 5434145 h 5450835"/>
              <a:gd name="connsiteX141" fmla="*/ 8145277 w 10450132"/>
              <a:gd name="connsiteY141" fmla="*/ 5426264 h 5450835"/>
              <a:gd name="connsiteX142" fmla="*/ 8146065 w 10450132"/>
              <a:gd name="connsiteY142" fmla="*/ 5425804 h 5450835"/>
              <a:gd name="connsiteX143" fmla="*/ 7891684 w 10450132"/>
              <a:gd name="connsiteY143" fmla="*/ 5425804 h 5450835"/>
              <a:gd name="connsiteX144" fmla="*/ 7900748 w 10450132"/>
              <a:gd name="connsiteY144" fmla="*/ 5425804 h 5450835"/>
              <a:gd name="connsiteX145" fmla="*/ 7901536 w 10450132"/>
              <a:gd name="connsiteY145" fmla="*/ 5426264 h 5450835"/>
              <a:gd name="connsiteX146" fmla="*/ 7906067 w 10450132"/>
              <a:gd name="connsiteY146" fmla="*/ 5434145 h 5450835"/>
              <a:gd name="connsiteX147" fmla="*/ 7906067 w 10450132"/>
              <a:gd name="connsiteY147" fmla="*/ 5434999 h 5450835"/>
              <a:gd name="connsiteX148" fmla="*/ 7901536 w 10450132"/>
              <a:gd name="connsiteY148" fmla="*/ 5442880 h 5450835"/>
              <a:gd name="connsiteX149" fmla="*/ 7900748 w 10450132"/>
              <a:gd name="connsiteY149" fmla="*/ 5443340 h 5450835"/>
              <a:gd name="connsiteX150" fmla="*/ 7891684 w 10450132"/>
              <a:gd name="connsiteY150" fmla="*/ 5443340 h 5450835"/>
              <a:gd name="connsiteX151" fmla="*/ 7890896 w 10450132"/>
              <a:gd name="connsiteY151" fmla="*/ 5442880 h 5450835"/>
              <a:gd name="connsiteX152" fmla="*/ 7886363 w 10450132"/>
              <a:gd name="connsiteY152" fmla="*/ 5434999 h 5450835"/>
              <a:gd name="connsiteX153" fmla="*/ 7886363 w 10450132"/>
              <a:gd name="connsiteY153" fmla="*/ 5434145 h 5450835"/>
              <a:gd name="connsiteX154" fmla="*/ 7890896 w 10450132"/>
              <a:gd name="connsiteY154" fmla="*/ 5426264 h 5450835"/>
              <a:gd name="connsiteX155" fmla="*/ 7891684 w 10450132"/>
              <a:gd name="connsiteY155" fmla="*/ 5425804 h 5450835"/>
              <a:gd name="connsiteX156" fmla="*/ 7637304 w 10450132"/>
              <a:gd name="connsiteY156" fmla="*/ 5425804 h 5450835"/>
              <a:gd name="connsiteX157" fmla="*/ 7646367 w 10450132"/>
              <a:gd name="connsiteY157" fmla="*/ 5425804 h 5450835"/>
              <a:gd name="connsiteX158" fmla="*/ 7647156 w 10450132"/>
              <a:gd name="connsiteY158" fmla="*/ 5426264 h 5450835"/>
              <a:gd name="connsiteX159" fmla="*/ 7651687 w 10450132"/>
              <a:gd name="connsiteY159" fmla="*/ 5434145 h 5450835"/>
              <a:gd name="connsiteX160" fmla="*/ 7651687 w 10450132"/>
              <a:gd name="connsiteY160" fmla="*/ 5434999 h 5450835"/>
              <a:gd name="connsiteX161" fmla="*/ 7647156 w 10450132"/>
              <a:gd name="connsiteY161" fmla="*/ 5442880 h 5450835"/>
              <a:gd name="connsiteX162" fmla="*/ 7646367 w 10450132"/>
              <a:gd name="connsiteY162" fmla="*/ 5443340 h 5450835"/>
              <a:gd name="connsiteX163" fmla="*/ 7637304 w 10450132"/>
              <a:gd name="connsiteY163" fmla="*/ 5443340 h 5450835"/>
              <a:gd name="connsiteX164" fmla="*/ 7636516 w 10450132"/>
              <a:gd name="connsiteY164" fmla="*/ 5442880 h 5450835"/>
              <a:gd name="connsiteX165" fmla="*/ 7631983 w 10450132"/>
              <a:gd name="connsiteY165" fmla="*/ 5434999 h 5450835"/>
              <a:gd name="connsiteX166" fmla="*/ 7631983 w 10450132"/>
              <a:gd name="connsiteY166" fmla="*/ 5434145 h 5450835"/>
              <a:gd name="connsiteX167" fmla="*/ 7636516 w 10450132"/>
              <a:gd name="connsiteY167" fmla="*/ 5426264 h 5450835"/>
              <a:gd name="connsiteX168" fmla="*/ 7637304 w 10450132"/>
              <a:gd name="connsiteY168" fmla="*/ 5425804 h 5450835"/>
              <a:gd name="connsiteX169" fmla="*/ 7382923 w 10450132"/>
              <a:gd name="connsiteY169" fmla="*/ 5425804 h 5450835"/>
              <a:gd name="connsiteX170" fmla="*/ 7391987 w 10450132"/>
              <a:gd name="connsiteY170" fmla="*/ 5425804 h 5450835"/>
              <a:gd name="connsiteX171" fmla="*/ 7392775 w 10450132"/>
              <a:gd name="connsiteY171" fmla="*/ 5426264 h 5450835"/>
              <a:gd name="connsiteX172" fmla="*/ 7397307 w 10450132"/>
              <a:gd name="connsiteY172" fmla="*/ 5434145 h 5450835"/>
              <a:gd name="connsiteX173" fmla="*/ 7397307 w 10450132"/>
              <a:gd name="connsiteY173" fmla="*/ 5434999 h 5450835"/>
              <a:gd name="connsiteX174" fmla="*/ 7392775 w 10450132"/>
              <a:gd name="connsiteY174" fmla="*/ 5442880 h 5450835"/>
              <a:gd name="connsiteX175" fmla="*/ 7391987 w 10450132"/>
              <a:gd name="connsiteY175" fmla="*/ 5443340 h 5450835"/>
              <a:gd name="connsiteX176" fmla="*/ 7382923 w 10450132"/>
              <a:gd name="connsiteY176" fmla="*/ 5443340 h 5450835"/>
              <a:gd name="connsiteX177" fmla="*/ 7382135 w 10450132"/>
              <a:gd name="connsiteY177" fmla="*/ 5442880 h 5450835"/>
              <a:gd name="connsiteX178" fmla="*/ 7377602 w 10450132"/>
              <a:gd name="connsiteY178" fmla="*/ 5434999 h 5450835"/>
              <a:gd name="connsiteX179" fmla="*/ 7377602 w 10450132"/>
              <a:gd name="connsiteY179" fmla="*/ 5434145 h 5450835"/>
              <a:gd name="connsiteX180" fmla="*/ 7382135 w 10450132"/>
              <a:gd name="connsiteY180" fmla="*/ 5426264 h 5450835"/>
              <a:gd name="connsiteX181" fmla="*/ 7382923 w 10450132"/>
              <a:gd name="connsiteY181" fmla="*/ 5425804 h 5450835"/>
              <a:gd name="connsiteX182" fmla="*/ 7128477 w 10450132"/>
              <a:gd name="connsiteY182" fmla="*/ 5425804 h 5450835"/>
              <a:gd name="connsiteX183" fmla="*/ 7137540 w 10450132"/>
              <a:gd name="connsiteY183" fmla="*/ 5425804 h 5450835"/>
              <a:gd name="connsiteX184" fmla="*/ 7138328 w 10450132"/>
              <a:gd name="connsiteY184" fmla="*/ 5426264 h 5450835"/>
              <a:gd name="connsiteX185" fmla="*/ 7142860 w 10450132"/>
              <a:gd name="connsiteY185" fmla="*/ 5434145 h 5450835"/>
              <a:gd name="connsiteX186" fmla="*/ 7142860 w 10450132"/>
              <a:gd name="connsiteY186" fmla="*/ 5434999 h 5450835"/>
              <a:gd name="connsiteX187" fmla="*/ 7138328 w 10450132"/>
              <a:gd name="connsiteY187" fmla="*/ 5442880 h 5450835"/>
              <a:gd name="connsiteX188" fmla="*/ 7137540 w 10450132"/>
              <a:gd name="connsiteY188" fmla="*/ 5443340 h 5450835"/>
              <a:gd name="connsiteX189" fmla="*/ 7128477 w 10450132"/>
              <a:gd name="connsiteY189" fmla="*/ 5443340 h 5450835"/>
              <a:gd name="connsiteX190" fmla="*/ 7127689 w 10450132"/>
              <a:gd name="connsiteY190" fmla="*/ 5442880 h 5450835"/>
              <a:gd name="connsiteX191" fmla="*/ 7123156 w 10450132"/>
              <a:gd name="connsiteY191" fmla="*/ 5434999 h 5450835"/>
              <a:gd name="connsiteX192" fmla="*/ 7123156 w 10450132"/>
              <a:gd name="connsiteY192" fmla="*/ 5434145 h 5450835"/>
              <a:gd name="connsiteX193" fmla="*/ 7127689 w 10450132"/>
              <a:gd name="connsiteY193" fmla="*/ 5426264 h 5450835"/>
              <a:gd name="connsiteX194" fmla="*/ 7128477 w 10450132"/>
              <a:gd name="connsiteY194" fmla="*/ 5425804 h 5450835"/>
              <a:gd name="connsiteX195" fmla="*/ 6874095 w 10450132"/>
              <a:gd name="connsiteY195" fmla="*/ 5425804 h 5450835"/>
              <a:gd name="connsiteX196" fmla="*/ 6883159 w 10450132"/>
              <a:gd name="connsiteY196" fmla="*/ 5425804 h 5450835"/>
              <a:gd name="connsiteX197" fmla="*/ 6883947 w 10450132"/>
              <a:gd name="connsiteY197" fmla="*/ 5426264 h 5450835"/>
              <a:gd name="connsiteX198" fmla="*/ 6888480 w 10450132"/>
              <a:gd name="connsiteY198" fmla="*/ 5434145 h 5450835"/>
              <a:gd name="connsiteX199" fmla="*/ 6888480 w 10450132"/>
              <a:gd name="connsiteY199" fmla="*/ 5434999 h 5450835"/>
              <a:gd name="connsiteX200" fmla="*/ 6883947 w 10450132"/>
              <a:gd name="connsiteY200" fmla="*/ 5442880 h 5450835"/>
              <a:gd name="connsiteX201" fmla="*/ 6883159 w 10450132"/>
              <a:gd name="connsiteY201" fmla="*/ 5443340 h 5450835"/>
              <a:gd name="connsiteX202" fmla="*/ 6874095 w 10450132"/>
              <a:gd name="connsiteY202" fmla="*/ 5443340 h 5450835"/>
              <a:gd name="connsiteX203" fmla="*/ 6873307 w 10450132"/>
              <a:gd name="connsiteY203" fmla="*/ 5442880 h 5450835"/>
              <a:gd name="connsiteX204" fmla="*/ 6868775 w 10450132"/>
              <a:gd name="connsiteY204" fmla="*/ 5434999 h 5450835"/>
              <a:gd name="connsiteX205" fmla="*/ 6868775 w 10450132"/>
              <a:gd name="connsiteY205" fmla="*/ 5434145 h 5450835"/>
              <a:gd name="connsiteX206" fmla="*/ 6873307 w 10450132"/>
              <a:gd name="connsiteY206" fmla="*/ 5426264 h 5450835"/>
              <a:gd name="connsiteX207" fmla="*/ 6874095 w 10450132"/>
              <a:gd name="connsiteY207" fmla="*/ 5425804 h 5450835"/>
              <a:gd name="connsiteX208" fmla="*/ 6619714 w 10450132"/>
              <a:gd name="connsiteY208" fmla="*/ 5425804 h 5450835"/>
              <a:gd name="connsiteX209" fmla="*/ 6628778 w 10450132"/>
              <a:gd name="connsiteY209" fmla="*/ 5425804 h 5450835"/>
              <a:gd name="connsiteX210" fmla="*/ 6629566 w 10450132"/>
              <a:gd name="connsiteY210" fmla="*/ 5426264 h 5450835"/>
              <a:gd name="connsiteX211" fmla="*/ 6634099 w 10450132"/>
              <a:gd name="connsiteY211" fmla="*/ 5434145 h 5450835"/>
              <a:gd name="connsiteX212" fmla="*/ 6634099 w 10450132"/>
              <a:gd name="connsiteY212" fmla="*/ 5434999 h 5450835"/>
              <a:gd name="connsiteX213" fmla="*/ 6629566 w 10450132"/>
              <a:gd name="connsiteY213" fmla="*/ 5442880 h 5450835"/>
              <a:gd name="connsiteX214" fmla="*/ 6628778 w 10450132"/>
              <a:gd name="connsiteY214" fmla="*/ 5443340 h 5450835"/>
              <a:gd name="connsiteX215" fmla="*/ 6619714 w 10450132"/>
              <a:gd name="connsiteY215" fmla="*/ 5443340 h 5450835"/>
              <a:gd name="connsiteX216" fmla="*/ 6618926 w 10450132"/>
              <a:gd name="connsiteY216" fmla="*/ 5442880 h 5450835"/>
              <a:gd name="connsiteX217" fmla="*/ 6614394 w 10450132"/>
              <a:gd name="connsiteY217" fmla="*/ 5434999 h 5450835"/>
              <a:gd name="connsiteX218" fmla="*/ 6614394 w 10450132"/>
              <a:gd name="connsiteY218" fmla="*/ 5434145 h 5450835"/>
              <a:gd name="connsiteX219" fmla="*/ 6618926 w 10450132"/>
              <a:gd name="connsiteY219" fmla="*/ 5426264 h 5450835"/>
              <a:gd name="connsiteX220" fmla="*/ 6619714 w 10450132"/>
              <a:gd name="connsiteY220" fmla="*/ 5425804 h 5450835"/>
              <a:gd name="connsiteX221" fmla="*/ 6365334 w 10450132"/>
              <a:gd name="connsiteY221" fmla="*/ 5425804 h 5450835"/>
              <a:gd name="connsiteX222" fmla="*/ 6374397 w 10450132"/>
              <a:gd name="connsiteY222" fmla="*/ 5425804 h 5450835"/>
              <a:gd name="connsiteX223" fmla="*/ 6375186 w 10450132"/>
              <a:gd name="connsiteY223" fmla="*/ 5426264 h 5450835"/>
              <a:gd name="connsiteX224" fmla="*/ 6379718 w 10450132"/>
              <a:gd name="connsiteY224" fmla="*/ 5434145 h 5450835"/>
              <a:gd name="connsiteX225" fmla="*/ 6379718 w 10450132"/>
              <a:gd name="connsiteY225" fmla="*/ 5434999 h 5450835"/>
              <a:gd name="connsiteX226" fmla="*/ 6375186 w 10450132"/>
              <a:gd name="connsiteY226" fmla="*/ 5442880 h 5450835"/>
              <a:gd name="connsiteX227" fmla="*/ 6374397 w 10450132"/>
              <a:gd name="connsiteY227" fmla="*/ 5443340 h 5450835"/>
              <a:gd name="connsiteX228" fmla="*/ 6365334 w 10450132"/>
              <a:gd name="connsiteY228" fmla="*/ 5443340 h 5450835"/>
              <a:gd name="connsiteX229" fmla="*/ 6364546 w 10450132"/>
              <a:gd name="connsiteY229" fmla="*/ 5442880 h 5450835"/>
              <a:gd name="connsiteX230" fmla="*/ 6360014 w 10450132"/>
              <a:gd name="connsiteY230" fmla="*/ 5434999 h 5450835"/>
              <a:gd name="connsiteX231" fmla="*/ 6360014 w 10450132"/>
              <a:gd name="connsiteY231" fmla="*/ 5434145 h 5450835"/>
              <a:gd name="connsiteX232" fmla="*/ 6364546 w 10450132"/>
              <a:gd name="connsiteY232" fmla="*/ 5426264 h 5450835"/>
              <a:gd name="connsiteX233" fmla="*/ 6365334 w 10450132"/>
              <a:gd name="connsiteY233" fmla="*/ 5425804 h 5450835"/>
              <a:gd name="connsiteX234" fmla="*/ 6110888 w 10450132"/>
              <a:gd name="connsiteY234" fmla="*/ 5425804 h 5450835"/>
              <a:gd name="connsiteX235" fmla="*/ 6119953 w 10450132"/>
              <a:gd name="connsiteY235" fmla="*/ 5425804 h 5450835"/>
              <a:gd name="connsiteX236" fmla="*/ 6120740 w 10450132"/>
              <a:gd name="connsiteY236" fmla="*/ 5426264 h 5450835"/>
              <a:gd name="connsiteX237" fmla="*/ 6125272 w 10450132"/>
              <a:gd name="connsiteY237" fmla="*/ 5434145 h 5450835"/>
              <a:gd name="connsiteX238" fmla="*/ 6125272 w 10450132"/>
              <a:gd name="connsiteY238" fmla="*/ 5434999 h 5450835"/>
              <a:gd name="connsiteX239" fmla="*/ 6120740 w 10450132"/>
              <a:gd name="connsiteY239" fmla="*/ 5442880 h 5450835"/>
              <a:gd name="connsiteX240" fmla="*/ 6119953 w 10450132"/>
              <a:gd name="connsiteY240" fmla="*/ 5443340 h 5450835"/>
              <a:gd name="connsiteX241" fmla="*/ 6110888 w 10450132"/>
              <a:gd name="connsiteY241" fmla="*/ 5443340 h 5450835"/>
              <a:gd name="connsiteX242" fmla="*/ 6110101 w 10450132"/>
              <a:gd name="connsiteY242" fmla="*/ 5442880 h 5450835"/>
              <a:gd name="connsiteX243" fmla="*/ 6105567 w 10450132"/>
              <a:gd name="connsiteY243" fmla="*/ 5434999 h 5450835"/>
              <a:gd name="connsiteX244" fmla="*/ 6105567 w 10450132"/>
              <a:gd name="connsiteY244" fmla="*/ 5434145 h 5450835"/>
              <a:gd name="connsiteX245" fmla="*/ 6110101 w 10450132"/>
              <a:gd name="connsiteY245" fmla="*/ 5426264 h 5450835"/>
              <a:gd name="connsiteX246" fmla="*/ 6110888 w 10450132"/>
              <a:gd name="connsiteY246" fmla="*/ 5425804 h 5450835"/>
              <a:gd name="connsiteX247" fmla="*/ 5856508 w 10450132"/>
              <a:gd name="connsiteY247" fmla="*/ 5425804 h 5450835"/>
              <a:gd name="connsiteX248" fmla="*/ 5865571 w 10450132"/>
              <a:gd name="connsiteY248" fmla="*/ 5425804 h 5450835"/>
              <a:gd name="connsiteX249" fmla="*/ 5866359 w 10450132"/>
              <a:gd name="connsiteY249" fmla="*/ 5426264 h 5450835"/>
              <a:gd name="connsiteX250" fmla="*/ 5870891 w 10450132"/>
              <a:gd name="connsiteY250" fmla="*/ 5434145 h 5450835"/>
              <a:gd name="connsiteX251" fmla="*/ 5870891 w 10450132"/>
              <a:gd name="connsiteY251" fmla="*/ 5434999 h 5450835"/>
              <a:gd name="connsiteX252" fmla="*/ 5866359 w 10450132"/>
              <a:gd name="connsiteY252" fmla="*/ 5442880 h 5450835"/>
              <a:gd name="connsiteX253" fmla="*/ 5865571 w 10450132"/>
              <a:gd name="connsiteY253" fmla="*/ 5443340 h 5450835"/>
              <a:gd name="connsiteX254" fmla="*/ 5856508 w 10450132"/>
              <a:gd name="connsiteY254" fmla="*/ 5443340 h 5450835"/>
              <a:gd name="connsiteX255" fmla="*/ 5855720 w 10450132"/>
              <a:gd name="connsiteY255" fmla="*/ 5442880 h 5450835"/>
              <a:gd name="connsiteX256" fmla="*/ 5851187 w 10450132"/>
              <a:gd name="connsiteY256" fmla="*/ 5434999 h 5450835"/>
              <a:gd name="connsiteX257" fmla="*/ 5851187 w 10450132"/>
              <a:gd name="connsiteY257" fmla="*/ 5434145 h 5450835"/>
              <a:gd name="connsiteX258" fmla="*/ 5855720 w 10450132"/>
              <a:gd name="connsiteY258" fmla="*/ 5426264 h 5450835"/>
              <a:gd name="connsiteX259" fmla="*/ 5856508 w 10450132"/>
              <a:gd name="connsiteY259" fmla="*/ 5425804 h 5450835"/>
              <a:gd name="connsiteX260" fmla="*/ 5602126 w 10450132"/>
              <a:gd name="connsiteY260" fmla="*/ 5425804 h 5450835"/>
              <a:gd name="connsiteX261" fmla="*/ 5611191 w 10450132"/>
              <a:gd name="connsiteY261" fmla="*/ 5425804 h 5450835"/>
              <a:gd name="connsiteX262" fmla="*/ 5611979 w 10450132"/>
              <a:gd name="connsiteY262" fmla="*/ 5426264 h 5450835"/>
              <a:gd name="connsiteX263" fmla="*/ 5616511 w 10450132"/>
              <a:gd name="connsiteY263" fmla="*/ 5434145 h 5450835"/>
              <a:gd name="connsiteX264" fmla="*/ 5616511 w 10450132"/>
              <a:gd name="connsiteY264" fmla="*/ 5434999 h 5450835"/>
              <a:gd name="connsiteX265" fmla="*/ 5611979 w 10450132"/>
              <a:gd name="connsiteY265" fmla="*/ 5442880 h 5450835"/>
              <a:gd name="connsiteX266" fmla="*/ 5611191 w 10450132"/>
              <a:gd name="connsiteY266" fmla="*/ 5443340 h 5450835"/>
              <a:gd name="connsiteX267" fmla="*/ 5602126 w 10450132"/>
              <a:gd name="connsiteY267" fmla="*/ 5443340 h 5450835"/>
              <a:gd name="connsiteX268" fmla="*/ 5601338 w 10450132"/>
              <a:gd name="connsiteY268" fmla="*/ 5442880 h 5450835"/>
              <a:gd name="connsiteX269" fmla="*/ 5596807 w 10450132"/>
              <a:gd name="connsiteY269" fmla="*/ 5434999 h 5450835"/>
              <a:gd name="connsiteX270" fmla="*/ 5596807 w 10450132"/>
              <a:gd name="connsiteY270" fmla="*/ 5434145 h 5450835"/>
              <a:gd name="connsiteX271" fmla="*/ 5601338 w 10450132"/>
              <a:gd name="connsiteY271" fmla="*/ 5426264 h 5450835"/>
              <a:gd name="connsiteX272" fmla="*/ 5602126 w 10450132"/>
              <a:gd name="connsiteY272" fmla="*/ 5425804 h 5450835"/>
              <a:gd name="connsiteX273" fmla="*/ 5347746 w 10450132"/>
              <a:gd name="connsiteY273" fmla="*/ 5425804 h 5450835"/>
              <a:gd name="connsiteX274" fmla="*/ 5356810 w 10450132"/>
              <a:gd name="connsiteY274" fmla="*/ 5425804 h 5450835"/>
              <a:gd name="connsiteX275" fmla="*/ 5357598 w 10450132"/>
              <a:gd name="connsiteY275" fmla="*/ 5426264 h 5450835"/>
              <a:gd name="connsiteX276" fmla="*/ 5362130 w 10450132"/>
              <a:gd name="connsiteY276" fmla="*/ 5434145 h 5450835"/>
              <a:gd name="connsiteX277" fmla="*/ 5362130 w 10450132"/>
              <a:gd name="connsiteY277" fmla="*/ 5434999 h 5450835"/>
              <a:gd name="connsiteX278" fmla="*/ 5357598 w 10450132"/>
              <a:gd name="connsiteY278" fmla="*/ 5442880 h 5450835"/>
              <a:gd name="connsiteX279" fmla="*/ 5356810 w 10450132"/>
              <a:gd name="connsiteY279" fmla="*/ 5443340 h 5450835"/>
              <a:gd name="connsiteX280" fmla="*/ 5347746 w 10450132"/>
              <a:gd name="connsiteY280" fmla="*/ 5443340 h 5450835"/>
              <a:gd name="connsiteX281" fmla="*/ 5346958 w 10450132"/>
              <a:gd name="connsiteY281" fmla="*/ 5442880 h 5450835"/>
              <a:gd name="connsiteX282" fmla="*/ 5342425 w 10450132"/>
              <a:gd name="connsiteY282" fmla="*/ 5434999 h 5450835"/>
              <a:gd name="connsiteX283" fmla="*/ 5342425 w 10450132"/>
              <a:gd name="connsiteY283" fmla="*/ 5434145 h 5450835"/>
              <a:gd name="connsiteX284" fmla="*/ 5346958 w 10450132"/>
              <a:gd name="connsiteY284" fmla="*/ 5426264 h 5450835"/>
              <a:gd name="connsiteX285" fmla="*/ 5347746 w 10450132"/>
              <a:gd name="connsiteY285" fmla="*/ 5425804 h 5450835"/>
              <a:gd name="connsiteX286" fmla="*/ 5093300 w 10450132"/>
              <a:gd name="connsiteY286" fmla="*/ 5425804 h 5450835"/>
              <a:gd name="connsiteX287" fmla="*/ 5102364 w 10450132"/>
              <a:gd name="connsiteY287" fmla="*/ 5425804 h 5450835"/>
              <a:gd name="connsiteX288" fmla="*/ 5103153 w 10450132"/>
              <a:gd name="connsiteY288" fmla="*/ 5426264 h 5450835"/>
              <a:gd name="connsiteX289" fmla="*/ 5107684 w 10450132"/>
              <a:gd name="connsiteY289" fmla="*/ 5434145 h 5450835"/>
              <a:gd name="connsiteX290" fmla="*/ 5107684 w 10450132"/>
              <a:gd name="connsiteY290" fmla="*/ 5434999 h 5450835"/>
              <a:gd name="connsiteX291" fmla="*/ 5103153 w 10450132"/>
              <a:gd name="connsiteY291" fmla="*/ 5442880 h 5450835"/>
              <a:gd name="connsiteX292" fmla="*/ 5102364 w 10450132"/>
              <a:gd name="connsiteY292" fmla="*/ 5443340 h 5450835"/>
              <a:gd name="connsiteX293" fmla="*/ 5093300 w 10450132"/>
              <a:gd name="connsiteY293" fmla="*/ 5443340 h 5450835"/>
              <a:gd name="connsiteX294" fmla="*/ 5092512 w 10450132"/>
              <a:gd name="connsiteY294" fmla="*/ 5442880 h 5450835"/>
              <a:gd name="connsiteX295" fmla="*/ 5087979 w 10450132"/>
              <a:gd name="connsiteY295" fmla="*/ 5434999 h 5450835"/>
              <a:gd name="connsiteX296" fmla="*/ 5087979 w 10450132"/>
              <a:gd name="connsiteY296" fmla="*/ 5434145 h 5450835"/>
              <a:gd name="connsiteX297" fmla="*/ 5092512 w 10450132"/>
              <a:gd name="connsiteY297" fmla="*/ 5426264 h 5450835"/>
              <a:gd name="connsiteX298" fmla="*/ 5093300 w 10450132"/>
              <a:gd name="connsiteY298" fmla="*/ 5425804 h 5450835"/>
              <a:gd name="connsiteX299" fmla="*/ 4838919 w 10450132"/>
              <a:gd name="connsiteY299" fmla="*/ 5425804 h 5450835"/>
              <a:gd name="connsiteX300" fmla="*/ 4847982 w 10450132"/>
              <a:gd name="connsiteY300" fmla="*/ 5425804 h 5450835"/>
              <a:gd name="connsiteX301" fmla="*/ 4848772 w 10450132"/>
              <a:gd name="connsiteY301" fmla="*/ 5426264 h 5450835"/>
              <a:gd name="connsiteX302" fmla="*/ 4853303 w 10450132"/>
              <a:gd name="connsiteY302" fmla="*/ 5434145 h 5450835"/>
              <a:gd name="connsiteX303" fmla="*/ 4853303 w 10450132"/>
              <a:gd name="connsiteY303" fmla="*/ 5434999 h 5450835"/>
              <a:gd name="connsiteX304" fmla="*/ 4848772 w 10450132"/>
              <a:gd name="connsiteY304" fmla="*/ 5442880 h 5450835"/>
              <a:gd name="connsiteX305" fmla="*/ 4847982 w 10450132"/>
              <a:gd name="connsiteY305" fmla="*/ 5443340 h 5450835"/>
              <a:gd name="connsiteX306" fmla="*/ 4838919 w 10450132"/>
              <a:gd name="connsiteY306" fmla="*/ 5443340 h 5450835"/>
              <a:gd name="connsiteX307" fmla="*/ 4838132 w 10450132"/>
              <a:gd name="connsiteY307" fmla="*/ 5442880 h 5450835"/>
              <a:gd name="connsiteX308" fmla="*/ 4833598 w 10450132"/>
              <a:gd name="connsiteY308" fmla="*/ 5434999 h 5450835"/>
              <a:gd name="connsiteX309" fmla="*/ 4833598 w 10450132"/>
              <a:gd name="connsiteY309" fmla="*/ 5434145 h 5450835"/>
              <a:gd name="connsiteX310" fmla="*/ 4838132 w 10450132"/>
              <a:gd name="connsiteY310" fmla="*/ 5426264 h 5450835"/>
              <a:gd name="connsiteX311" fmla="*/ 4838919 w 10450132"/>
              <a:gd name="connsiteY311" fmla="*/ 5425804 h 5450835"/>
              <a:gd name="connsiteX312" fmla="*/ 4584538 w 10450132"/>
              <a:gd name="connsiteY312" fmla="*/ 5425804 h 5450835"/>
              <a:gd name="connsiteX313" fmla="*/ 4593603 w 10450132"/>
              <a:gd name="connsiteY313" fmla="*/ 5425804 h 5450835"/>
              <a:gd name="connsiteX314" fmla="*/ 4594390 w 10450132"/>
              <a:gd name="connsiteY314" fmla="*/ 5426264 h 5450835"/>
              <a:gd name="connsiteX315" fmla="*/ 4598922 w 10450132"/>
              <a:gd name="connsiteY315" fmla="*/ 5434145 h 5450835"/>
              <a:gd name="connsiteX316" fmla="*/ 4598922 w 10450132"/>
              <a:gd name="connsiteY316" fmla="*/ 5434999 h 5450835"/>
              <a:gd name="connsiteX317" fmla="*/ 4594390 w 10450132"/>
              <a:gd name="connsiteY317" fmla="*/ 5442880 h 5450835"/>
              <a:gd name="connsiteX318" fmla="*/ 4593603 w 10450132"/>
              <a:gd name="connsiteY318" fmla="*/ 5443340 h 5450835"/>
              <a:gd name="connsiteX319" fmla="*/ 4584538 w 10450132"/>
              <a:gd name="connsiteY319" fmla="*/ 5443340 h 5450835"/>
              <a:gd name="connsiteX320" fmla="*/ 4583749 w 10450132"/>
              <a:gd name="connsiteY320" fmla="*/ 5442880 h 5450835"/>
              <a:gd name="connsiteX321" fmla="*/ 4579218 w 10450132"/>
              <a:gd name="connsiteY321" fmla="*/ 5434999 h 5450835"/>
              <a:gd name="connsiteX322" fmla="*/ 4579218 w 10450132"/>
              <a:gd name="connsiteY322" fmla="*/ 5434145 h 5450835"/>
              <a:gd name="connsiteX323" fmla="*/ 4583749 w 10450132"/>
              <a:gd name="connsiteY323" fmla="*/ 5426264 h 5450835"/>
              <a:gd name="connsiteX324" fmla="*/ 4584538 w 10450132"/>
              <a:gd name="connsiteY324" fmla="*/ 5425804 h 5450835"/>
              <a:gd name="connsiteX325" fmla="*/ 4330157 w 10450132"/>
              <a:gd name="connsiteY325" fmla="*/ 5425804 h 5450835"/>
              <a:gd name="connsiteX326" fmla="*/ 4339222 w 10450132"/>
              <a:gd name="connsiteY326" fmla="*/ 5425804 h 5450835"/>
              <a:gd name="connsiteX327" fmla="*/ 4340010 w 10450132"/>
              <a:gd name="connsiteY327" fmla="*/ 5426264 h 5450835"/>
              <a:gd name="connsiteX328" fmla="*/ 4344540 w 10450132"/>
              <a:gd name="connsiteY328" fmla="*/ 5434145 h 5450835"/>
              <a:gd name="connsiteX329" fmla="*/ 4344540 w 10450132"/>
              <a:gd name="connsiteY329" fmla="*/ 5434999 h 5450835"/>
              <a:gd name="connsiteX330" fmla="*/ 4340010 w 10450132"/>
              <a:gd name="connsiteY330" fmla="*/ 5442880 h 5450835"/>
              <a:gd name="connsiteX331" fmla="*/ 4339222 w 10450132"/>
              <a:gd name="connsiteY331" fmla="*/ 5443340 h 5450835"/>
              <a:gd name="connsiteX332" fmla="*/ 4330157 w 10450132"/>
              <a:gd name="connsiteY332" fmla="*/ 5443340 h 5450835"/>
              <a:gd name="connsiteX333" fmla="*/ 4329369 w 10450132"/>
              <a:gd name="connsiteY333" fmla="*/ 5442880 h 5450835"/>
              <a:gd name="connsiteX334" fmla="*/ 4324836 w 10450132"/>
              <a:gd name="connsiteY334" fmla="*/ 5434999 h 5450835"/>
              <a:gd name="connsiteX335" fmla="*/ 4324836 w 10450132"/>
              <a:gd name="connsiteY335" fmla="*/ 5434145 h 5450835"/>
              <a:gd name="connsiteX336" fmla="*/ 4329369 w 10450132"/>
              <a:gd name="connsiteY336" fmla="*/ 5426264 h 5450835"/>
              <a:gd name="connsiteX337" fmla="*/ 4330157 w 10450132"/>
              <a:gd name="connsiteY337" fmla="*/ 5425804 h 5450835"/>
              <a:gd name="connsiteX338" fmla="*/ 4075973 w 10450132"/>
              <a:gd name="connsiteY338" fmla="*/ 5425804 h 5450835"/>
              <a:gd name="connsiteX339" fmla="*/ 4085038 w 10450132"/>
              <a:gd name="connsiteY339" fmla="*/ 5425804 h 5450835"/>
              <a:gd name="connsiteX340" fmla="*/ 4085825 w 10450132"/>
              <a:gd name="connsiteY340" fmla="*/ 5426264 h 5450835"/>
              <a:gd name="connsiteX341" fmla="*/ 4090358 w 10450132"/>
              <a:gd name="connsiteY341" fmla="*/ 5434145 h 5450835"/>
              <a:gd name="connsiteX342" fmla="*/ 4090358 w 10450132"/>
              <a:gd name="connsiteY342" fmla="*/ 5434999 h 5450835"/>
              <a:gd name="connsiteX343" fmla="*/ 4085825 w 10450132"/>
              <a:gd name="connsiteY343" fmla="*/ 5442880 h 5450835"/>
              <a:gd name="connsiteX344" fmla="*/ 4085038 w 10450132"/>
              <a:gd name="connsiteY344" fmla="*/ 5443340 h 5450835"/>
              <a:gd name="connsiteX345" fmla="*/ 4075973 w 10450132"/>
              <a:gd name="connsiteY345" fmla="*/ 5443340 h 5450835"/>
              <a:gd name="connsiteX346" fmla="*/ 4075184 w 10450132"/>
              <a:gd name="connsiteY346" fmla="*/ 5442880 h 5450835"/>
              <a:gd name="connsiteX347" fmla="*/ 4070652 w 10450132"/>
              <a:gd name="connsiteY347" fmla="*/ 5434999 h 5450835"/>
              <a:gd name="connsiteX348" fmla="*/ 4070652 w 10450132"/>
              <a:gd name="connsiteY348" fmla="*/ 5434145 h 5450835"/>
              <a:gd name="connsiteX349" fmla="*/ 4075184 w 10450132"/>
              <a:gd name="connsiteY349" fmla="*/ 5426264 h 5450835"/>
              <a:gd name="connsiteX350" fmla="*/ 4075973 w 10450132"/>
              <a:gd name="connsiteY350" fmla="*/ 5425804 h 5450835"/>
              <a:gd name="connsiteX351" fmla="*/ 3821357 w 10450132"/>
              <a:gd name="connsiteY351" fmla="*/ 5425804 h 5450835"/>
              <a:gd name="connsiteX352" fmla="*/ 3830422 w 10450132"/>
              <a:gd name="connsiteY352" fmla="*/ 5425804 h 5450835"/>
              <a:gd name="connsiteX353" fmla="*/ 3831211 w 10450132"/>
              <a:gd name="connsiteY353" fmla="*/ 5426264 h 5450835"/>
              <a:gd name="connsiteX354" fmla="*/ 3835743 w 10450132"/>
              <a:gd name="connsiteY354" fmla="*/ 5434145 h 5450835"/>
              <a:gd name="connsiteX355" fmla="*/ 3835743 w 10450132"/>
              <a:gd name="connsiteY355" fmla="*/ 5434999 h 5450835"/>
              <a:gd name="connsiteX356" fmla="*/ 3831211 w 10450132"/>
              <a:gd name="connsiteY356" fmla="*/ 5442880 h 5450835"/>
              <a:gd name="connsiteX357" fmla="*/ 3830422 w 10450132"/>
              <a:gd name="connsiteY357" fmla="*/ 5443340 h 5450835"/>
              <a:gd name="connsiteX358" fmla="*/ 3821357 w 10450132"/>
              <a:gd name="connsiteY358" fmla="*/ 5443340 h 5450835"/>
              <a:gd name="connsiteX359" fmla="*/ 3820571 w 10450132"/>
              <a:gd name="connsiteY359" fmla="*/ 5442880 h 5450835"/>
              <a:gd name="connsiteX360" fmla="*/ 3816037 w 10450132"/>
              <a:gd name="connsiteY360" fmla="*/ 5434999 h 5450835"/>
              <a:gd name="connsiteX361" fmla="*/ 3816037 w 10450132"/>
              <a:gd name="connsiteY361" fmla="*/ 5434145 h 5450835"/>
              <a:gd name="connsiteX362" fmla="*/ 3820571 w 10450132"/>
              <a:gd name="connsiteY362" fmla="*/ 5426264 h 5450835"/>
              <a:gd name="connsiteX363" fmla="*/ 3821357 w 10450132"/>
              <a:gd name="connsiteY363" fmla="*/ 5425804 h 5450835"/>
              <a:gd name="connsiteX364" fmla="*/ 3566988 w 10450132"/>
              <a:gd name="connsiteY364" fmla="*/ 5425804 h 5450835"/>
              <a:gd name="connsiteX365" fmla="*/ 3576051 w 10450132"/>
              <a:gd name="connsiteY365" fmla="*/ 5425804 h 5450835"/>
              <a:gd name="connsiteX366" fmla="*/ 3576838 w 10450132"/>
              <a:gd name="connsiteY366" fmla="*/ 5426264 h 5450835"/>
              <a:gd name="connsiteX367" fmla="*/ 3581371 w 10450132"/>
              <a:gd name="connsiteY367" fmla="*/ 5434145 h 5450835"/>
              <a:gd name="connsiteX368" fmla="*/ 3581371 w 10450132"/>
              <a:gd name="connsiteY368" fmla="*/ 5434999 h 5450835"/>
              <a:gd name="connsiteX369" fmla="*/ 3576838 w 10450132"/>
              <a:gd name="connsiteY369" fmla="*/ 5442880 h 5450835"/>
              <a:gd name="connsiteX370" fmla="*/ 3576051 w 10450132"/>
              <a:gd name="connsiteY370" fmla="*/ 5443340 h 5450835"/>
              <a:gd name="connsiteX371" fmla="*/ 3566988 w 10450132"/>
              <a:gd name="connsiteY371" fmla="*/ 5443340 h 5450835"/>
              <a:gd name="connsiteX372" fmla="*/ 3566198 w 10450132"/>
              <a:gd name="connsiteY372" fmla="*/ 5442880 h 5450835"/>
              <a:gd name="connsiteX373" fmla="*/ 3561666 w 10450132"/>
              <a:gd name="connsiteY373" fmla="*/ 5434999 h 5450835"/>
              <a:gd name="connsiteX374" fmla="*/ 3561666 w 10450132"/>
              <a:gd name="connsiteY374" fmla="*/ 5434145 h 5450835"/>
              <a:gd name="connsiteX375" fmla="*/ 3566198 w 10450132"/>
              <a:gd name="connsiteY375" fmla="*/ 5426264 h 5450835"/>
              <a:gd name="connsiteX376" fmla="*/ 3566988 w 10450132"/>
              <a:gd name="connsiteY376" fmla="*/ 5425804 h 5450835"/>
              <a:gd name="connsiteX377" fmla="*/ 3312699 w 10450132"/>
              <a:gd name="connsiteY377" fmla="*/ 5425804 h 5450835"/>
              <a:gd name="connsiteX378" fmla="*/ 3321763 w 10450132"/>
              <a:gd name="connsiteY378" fmla="*/ 5425804 h 5450835"/>
              <a:gd name="connsiteX379" fmla="*/ 3322551 w 10450132"/>
              <a:gd name="connsiteY379" fmla="*/ 5426264 h 5450835"/>
              <a:gd name="connsiteX380" fmla="*/ 3327083 w 10450132"/>
              <a:gd name="connsiteY380" fmla="*/ 5434145 h 5450835"/>
              <a:gd name="connsiteX381" fmla="*/ 3327083 w 10450132"/>
              <a:gd name="connsiteY381" fmla="*/ 5434999 h 5450835"/>
              <a:gd name="connsiteX382" fmla="*/ 3322551 w 10450132"/>
              <a:gd name="connsiteY382" fmla="*/ 5442880 h 5450835"/>
              <a:gd name="connsiteX383" fmla="*/ 3321763 w 10450132"/>
              <a:gd name="connsiteY383" fmla="*/ 5443340 h 5450835"/>
              <a:gd name="connsiteX384" fmla="*/ 3312699 w 10450132"/>
              <a:gd name="connsiteY384" fmla="*/ 5443340 h 5450835"/>
              <a:gd name="connsiteX385" fmla="*/ 3311911 w 10450132"/>
              <a:gd name="connsiteY385" fmla="*/ 5442880 h 5450835"/>
              <a:gd name="connsiteX386" fmla="*/ 3307378 w 10450132"/>
              <a:gd name="connsiteY386" fmla="*/ 5434999 h 5450835"/>
              <a:gd name="connsiteX387" fmla="*/ 3307378 w 10450132"/>
              <a:gd name="connsiteY387" fmla="*/ 5434145 h 5450835"/>
              <a:gd name="connsiteX388" fmla="*/ 3311911 w 10450132"/>
              <a:gd name="connsiteY388" fmla="*/ 5426264 h 5450835"/>
              <a:gd name="connsiteX389" fmla="*/ 3312699 w 10450132"/>
              <a:gd name="connsiteY389" fmla="*/ 5425804 h 5450835"/>
              <a:gd name="connsiteX390" fmla="*/ 3058374 w 10450132"/>
              <a:gd name="connsiteY390" fmla="*/ 5425804 h 5450835"/>
              <a:gd name="connsiteX391" fmla="*/ 3067440 w 10450132"/>
              <a:gd name="connsiteY391" fmla="*/ 5425804 h 5450835"/>
              <a:gd name="connsiteX392" fmla="*/ 3068227 w 10450132"/>
              <a:gd name="connsiteY392" fmla="*/ 5426264 h 5450835"/>
              <a:gd name="connsiteX393" fmla="*/ 3072759 w 10450132"/>
              <a:gd name="connsiteY393" fmla="*/ 5434145 h 5450835"/>
              <a:gd name="connsiteX394" fmla="*/ 3072759 w 10450132"/>
              <a:gd name="connsiteY394" fmla="*/ 5434999 h 5450835"/>
              <a:gd name="connsiteX395" fmla="*/ 3068227 w 10450132"/>
              <a:gd name="connsiteY395" fmla="*/ 5442880 h 5450835"/>
              <a:gd name="connsiteX396" fmla="*/ 3067440 w 10450132"/>
              <a:gd name="connsiteY396" fmla="*/ 5443340 h 5450835"/>
              <a:gd name="connsiteX397" fmla="*/ 3058374 w 10450132"/>
              <a:gd name="connsiteY397" fmla="*/ 5443340 h 5450835"/>
              <a:gd name="connsiteX398" fmla="*/ 3057586 w 10450132"/>
              <a:gd name="connsiteY398" fmla="*/ 5442880 h 5450835"/>
              <a:gd name="connsiteX399" fmla="*/ 3053055 w 10450132"/>
              <a:gd name="connsiteY399" fmla="*/ 5434999 h 5450835"/>
              <a:gd name="connsiteX400" fmla="*/ 3053055 w 10450132"/>
              <a:gd name="connsiteY400" fmla="*/ 5434145 h 5450835"/>
              <a:gd name="connsiteX401" fmla="*/ 3057586 w 10450132"/>
              <a:gd name="connsiteY401" fmla="*/ 5426264 h 5450835"/>
              <a:gd name="connsiteX402" fmla="*/ 3058374 w 10450132"/>
              <a:gd name="connsiteY402" fmla="*/ 5425804 h 5450835"/>
              <a:gd name="connsiteX403" fmla="*/ 2803884 w 10450132"/>
              <a:gd name="connsiteY403" fmla="*/ 5425804 h 5450835"/>
              <a:gd name="connsiteX404" fmla="*/ 2812947 w 10450132"/>
              <a:gd name="connsiteY404" fmla="*/ 5425804 h 5450835"/>
              <a:gd name="connsiteX405" fmla="*/ 2813736 w 10450132"/>
              <a:gd name="connsiteY405" fmla="*/ 5426264 h 5450835"/>
              <a:gd name="connsiteX406" fmla="*/ 2818268 w 10450132"/>
              <a:gd name="connsiteY406" fmla="*/ 5434145 h 5450835"/>
              <a:gd name="connsiteX407" fmla="*/ 2818268 w 10450132"/>
              <a:gd name="connsiteY407" fmla="*/ 5434999 h 5450835"/>
              <a:gd name="connsiteX408" fmla="*/ 2813736 w 10450132"/>
              <a:gd name="connsiteY408" fmla="*/ 5442880 h 5450835"/>
              <a:gd name="connsiteX409" fmla="*/ 2812947 w 10450132"/>
              <a:gd name="connsiteY409" fmla="*/ 5443340 h 5450835"/>
              <a:gd name="connsiteX410" fmla="*/ 2803884 w 10450132"/>
              <a:gd name="connsiteY410" fmla="*/ 5443340 h 5450835"/>
              <a:gd name="connsiteX411" fmla="*/ 2803094 w 10450132"/>
              <a:gd name="connsiteY411" fmla="*/ 5442880 h 5450835"/>
              <a:gd name="connsiteX412" fmla="*/ 2798562 w 10450132"/>
              <a:gd name="connsiteY412" fmla="*/ 5434999 h 5450835"/>
              <a:gd name="connsiteX413" fmla="*/ 2798562 w 10450132"/>
              <a:gd name="connsiteY413" fmla="*/ 5434145 h 5450835"/>
              <a:gd name="connsiteX414" fmla="*/ 2803094 w 10450132"/>
              <a:gd name="connsiteY414" fmla="*/ 5426264 h 5450835"/>
              <a:gd name="connsiteX415" fmla="*/ 2803884 w 10450132"/>
              <a:gd name="connsiteY415" fmla="*/ 5425804 h 5450835"/>
              <a:gd name="connsiteX416" fmla="*/ 2549364 w 10450132"/>
              <a:gd name="connsiteY416" fmla="*/ 5425804 h 5450835"/>
              <a:gd name="connsiteX417" fmla="*/ 2558429 w 10450132"/>
              <a:gd name="connsiteY417" fmla="*/ 5425804 h 5450835"/>
              <a:gd name="connsiteX418" fmla="*/ 2559217 w 10450132"/>
              <a:gd name="connsiteY418" fmla="*/ 5426264 h 5450835"/>
              <a:gd name="connsiteX419" fmla="*/ 2563749 w 10450132"/>
              <a:gd name="connsiteY419" fmla="*/ 5434145 h 5450835"/>
              <a:gd name="connsiteX420" fmla="*/ 2563749 w 10450132"/>
              <a:gd name="connsiteY420" fmla="*/ 5434999 h 5450835"/>
              <a:gd name="connsiteX421" fmla="*/ 2559217 w 10450132"/>
              <a:gd name="connsiteY421" fmla="*/ 5442880 h 5450835"/>
              <a:gd name="connsiteX422" fmla="*/ 2558429 w 10450132"/>
              <a:gd name="connsiteY422" fmla="*/ 5443340 h 5450835"/>
              <a:gd name="connsiteX423" fmla="*/ 2549364 w 10450132"/>
              <a:gd name="connsiteY423" fmla="*/ 5443340 h 5450835"/>
              <a:gd name="connsiteX424" fmla="*/ 2548576 w 10450132"/>
              <a:gd name="connsiteY424" fmla="*/ 5442880 h 5450835"/>
              <a:gd name="connsiteX425" fmla="*/ 2544044 w 10450132"/>
              <a:gd name="connsiteY425" fmla="*/ 5434999 h 5450835"/>
              <a:gd name="connsiteX426" fmla="*/ 2544044 w 10450132"/>
              <a:gd name="connsiteY426" fmla="*/ 5434145 h 5450835"/>
              <a:gd name="connsiteX427" fmla="*/ 2548576 w 10450132"/>
              <a:gd name="connsiteY427" fmla="*/ 5426264 h 5450835"/>
              <a:gd name="connsiteX428" fmla="*/ 2549364 w 10450132"/>
              <a:gd name="connsiteY428" fmla="*/ 5425804 h 5450835"/>
              <a:gd name="connsiteX429" fmla="*/ 2040698 w 10450132"/>
              <a:gd name="connsiteY429" fmla="*/ 5425804 h 5450835"/>
              <a:gd name="connsiteX430" fmla="*/ 2049763 w 10450132"/>
              <a:gd name="connsiteY430" fmla="*/ 5425804 h 5450835"/>
              <a:gd name="connsiteX431" fmla="*/ 2050552 w 10450132"/>
              <a:gd name="connsiteY431" fmla="*/ 5426264 h 5450835"/>
              <a:gd name="connsiteX432" fmla="*/ 2055083 w 10450132"/>
              <a:gd name="connsiteY432" fmla="*/ 5434145 h 5450835"/>
              <a:gd name="connsiteX433" fmla="*/ 2055083 w 10450132"/>
              <a:gd name="connsiteY433" fmla="*/ 5434999 h 5450835"/>
              <a:gd name="connsiteX434" fmla="*/ 2055001 w 10450132"/>
              <a:gd name="connsiteY434" fmla="*/ 5435140 h 5450835"/>
              <a:gd name="connsiteX435" fmla="*/ 2055001 w 10450132"/>
              <a:gd name="connsiteY435" fmla="*/ 5435196 h 5450835"/>
              <a:gd name="connsiteX436" fmla="*/ 2050470 w 10450132"/>
              <a:gd name="connsiteY436" fmla="*/ 5443078 h 5450835"/>
              <a:gd name="connsiteX437" fmla="*/ 2049682 w 10450132"/>
              <a:gd name="connsiteY437" fmla="*/ 5443537 h 5450835"/>
              <a:gd name="connsiteX438" fmla="*/ 2040617 w 10450132"/>
              <a:gd name="connsiteY438" fmla="*/ 5443537 h 5450835"/>
              <a:gd name="connsiteX439" fmla="*/ 2039829 w 10450132"/>
              <a:gd name="connsiteY439" fmla="*/ 5443078 h 5450835"/>
              <a:gd name="connsiteX440" fmla="*/ 2035297 w 10450132"/>
              <a:gd name="connsiteY440" fmla="*/ 5435196 h 5450835"/>
              <a:gd name="connsiteX441" fmla="*/ 2035297 w 10450132"/>
              <a:gd name="connsiteY441" fmla="*/ 5434342 h 5450835"/>
              <a:gd name="connsiteX442" fmla="*/ 2035377 w 10450132"/>
              <a:gd name="connsiteY442" fmla="*/ 5434202 h 5450835"/>
              <a:gd name="connsiteX443" fmla="*/ 2035377 w 10450132"/>
              <a:gd name="connsiteY443" fmla="*/ 5434145 h 5450835"/>
              <a:gd name="connsiteX444" fmla="*/ 2039910 w 10450132"/>
              <a:gd name="connsiteY444" fmla="*/ 5426264 h 5450835"/>
              <a:gd name="connsiteX445" fmla="*/ 2040698 w 10450132"/>
              <a:gd name="connsiteY445" fmla="*/ 5425804 h 5450835"/>
              <a:gd name="connsiteX446" fmla="*/ 1786299 w 10450132"/>
              <a:gd name="connsiteY446" fmla="*/ 5425804 h 5450835"/>
              <a:gd name="connsiteX447" fmla="*/ 1795363 w 10450132"/>
              <a:gd name="connsiteY447" fmla="*/ 5425804 h 5450835"/>
              <a:gd name="connsiteX448" fmla="*/ 1796152 w 10450132"/>
              <a:gd name="connsiteY448" fmla="*/ 5426264 h 5450835"/>
              <a:gd name="connsiteX449" fmla="*/ 1800682 w 10450132"/>
              <a:gd name="connsiteY449" fmla="*/ 5434145 h 5450835"/>
              <a:gd name="connsiteX450" fmla="*/ 1800682 w 10450132"/>
              <a:gd name="connsiteY450" fmla="*/ 5434248 h 5450835"/>
              <a:gd name="connsiteX451" fmla="*/ 1800737 w 10450132"/>
              <a:gd name="connsiteY451" fmla="*/ 5434342 h 5450835"/>
              <a:gd name="connsiteX452" fmla="*/ 1800737 w 10450132"/>
              <a:gd name="connsiteY452" fmla="*/ 5435196 h 5450835"/>
              <a:gd name="connsiteX453" fmla="*/ 1796205 w 10450132"/>
              <a:gd name="connsiteY453" fmla="*/ 5443078 h 5450835"/>
              <a:gd name="connsiteX454" fmla="*/ 1795417 w 10450132"/>
              <a:gd name="connsiteY454" fmla="*/ 5443537 h 5450835"/>
              <a:gd name="connsiteX455" fmla="*/ 1786353 w 10450132"/>
              <a:gd name="connsiteY455" fmla="*/ 5443537 h 5450835"/>
              <a:gd name="connsiteX456" fmla="*/ 1785564 w 10450132"/>
              <a:gd name="connsiteY456" fmla="*/ 5443078 h 5450835"/>
              <a:gd name="connsiteX457" fmla="*/ 1781033 w 10450132"/>
              <a:gd name="connsiteY457" fmla="*/ 5435196 h 5450835"/>
              <a:gd name="connsiteX458" fmla="*/ 1781033 w 10450132"/>
              <a:gd name="connsiteY458" fmla="*/ 5435092 h 5450835"/>
              <a:gd name="connsiteX459" fmla="*/ 1780980 w 10450132"/>
              <a:gd name="connsiteY459" fmla="*/ 5434999 h 5450835"/>
              <a:gd name="connsiteX460" fmla="*/ 1780980 w 10450132"/>
              <a:gd name="connsiteY460" fmla="*/ 5434145 h 5450835"/>
              <a:gd name="connsiteX461" fmla="*/ 1785511 w 10450132"/>
              <a:gd name="connsiteY461" fmla="*/ 5426264 h 5450835"/>
              <a:gd name="connsiteX462" fmla="*/ 1786299 w 10450132"/>
              <a:gd name="connsiteY462" fmla="*/ 5425804 h 5450835"/>
              <a:gd name="connsiteX463" fmla="*/ 1531775 w 10450132"/>
              <a:gd name="connsiteY463" fmla="*/ 5425804 h 5450835"/>
              <a:gd name="connsiteX464" fmla="*/ 1540838 w 10450132"/>
              <a:gd name="connsiteY464" fmla="*/ 5425804 h 5450835"/>
              <a:gd name="connsiteX465" fmla="*/ 1541627 w 10450132"/>
              <a:gd name="connsiteY465" fmla="*/ 5426264 h 5450835"/>
              <a:gd name="connsiteX466" fmla="*/ 1546158 w 10450132"/>
              <a:gd name="connsiteY466" fmla="*/ 5434145 h 5450835"/>
              <a:gd name="connsiteX467" fmla="*/ 1546158 w 10450132"/>
              <a:gd name="connsiteY467" fmla="*/ 5434999 h 5450835"/>
              <a:gd name="connsiteX468" fmla="*/ 1541627 w 10450132"/>
              <a:gd name="connsiteY468" fmla="*/ 5442880 h 5450835"/>
              <a:gd name="connsiteX469" fmla="*/ 1540838 w 10450132"/>
              <a:gd name="connsiteY469" fmla="*/ 5443340 h 5450835"/>
              <a:gd name="connsiteX470" fmla="*/ 1531775 w 10450132"/>
              <a:gd name="connsiteY470" fmla="*/ 5443340 h 5450835"/>
              <a:gd name="connsiteX471" fmla="*/ 1530987 w 10450132"/>
              <a:gd name="connsiteY471" fmla="*/ 5442880 h 5450835"/>
              <a:gd name="connsiteX472" fmla="*/ 1526454 w 10450132"/>
              <a:gd name="connsiteY472" fmla="*/ 5434999 h 5450835"/>
              <a:gd name="connsiteX473" fmla="*/ 1526454 w 10450132"/>
              <a:gd name="connsiteY473" fmla="*/ 5434145 h 5450835"/>
              <a:gd name="connsiteX474" fmla="*/ 1530987 w 10450132"/>
              <a:gd name="connsiteY474" fmla="*/ 5426264 h 5450835"/>
              <a:gd name="connsiteX475" fmla="*/ 1531775 w 10450132"/>
              <a:gd name="connsiteY475" fmla="*/ 5425804 h 5450835"/>
              <a:gd name="connsiteX476" fmla="*/ 1277393 w 10450132"/>
              <a:gd name="connsiteY476" fmla="*/ 5425804 h 5450835"/>
              <a:gd name="connsiteX477" fmla="*/ 1286458 w 10450132"/>
              <a:gd name="connsiteY477" fmla="*/ 5425804 h 5450835"/>
              <a:gd name="connsiteX478" fmla="*/ 1287246 w 10450132"/>
              <a:gd name="connsiteY478" fmla="*/ 5426264 h 5450835"/>
              <a:gd name="connsiteX479" fmla="*/ 1291778 w 10450132"/>
              <a:gd name="connsiteY479" fmla="*/ 5434145 h 5450835"/>
              <a:gd name="connsiteX480" fmla="*/ 1291778 w 10450132"/>
              <a:gd name="connsiteY480" fmla="*/ 5434999 h 5450835"/>
              <a:gd name="connsiteX481" fmla="*/ 1287246 w 10450132"/>
              <a:gd name="connsiteY481" fmla="*/ 5442880 h 5450835"/>
              <a:gd name="connsiteX482" fmla="*/ 1286458 w 10450132"/>
              <a:gd name="connsiteY482" fmla="*/ 5443340 h 5450835"/>
              <a:gd name="connsiteX483" fmla="*/ 1277393 w 10450132"/>
              <a:gd name="connsiteY483" fmla="*/ 5443340 h 5450835"/>
              <a:gd name="connsiteX484" fmla="*/ 1276605 w 10450132"/>
              <a:gd name="connsiteY484" fmla="*/ 5442880 h 5450835"/>
              <a:gd name="connsiteX485" fmla="*/ 1272073 w 10450132"/>
              <a:gd name="connsiteY485" fmla="*/ 5434999 h 5450835"/>
              <a:gd name="connsiteX486" fmla="*/ 1272073 w 10450132"/>
              <a:gd name="connsiteY486" fmla="*/ 5434145 h 5450835"/>
              <a:gd name="connsiteX487" fmla="*/ 1276605 w 10450132"/>
              <a:gd name="connsiteY487" fmla="*/ 5426264 h 5450835"/>
              <a:gd name="connsiteX488" fmla="*/ 1277393 w 10450132"/>
              <a:gd name="connsiteY488" fmla="*/ 5425804 h 5450835"/>
              <a:gd name="connsiteX489" fmla="*/ 1023014 w 10450132"/>
              <a:gd name="connsiteY489" fmla="*/ 5425804 h 5450835"/>
              <a:gd name="connsiteX490" fmla="*/ 1032077 w 10450132"/>
              <a:gd name="connsiteY490" fmla="*/ 5425804 h 5450835"/>
              <a:gd name="connsiteX491" fmla="*/ 1032865 w 10450132"/>
              <a:gd name="connsiteY491" fmla="*/ 5426264 h 5450835"/>
              <a:gd name="connsiteX492" fmla="*/ 1037397 w 10450132"/>
              <a:gd name="connsiteY492" fmla="*/ 5434145 h 5450835"/>
              <a:gd name="connsiteX493" fmla="*/ 1037397 w 10450132"/>
              <a:gd name="connsiteY493" fmla="*/ 5434999 h 5450835"/>
              <a:gd name="connsiteX494" fmla="*/ 1032865 w 10450132"/>
              <a:gd name="connsiteY494" fmla="*/ 5442880 h 5450835"/>
              <a:gd name="connsiteX495" fmla="*/ 1032077 w 10450132"/>
              <a:gd name="connsiteY495" fmla="*/ 5443340 h 5450835"/>
              <a:gd name="connsiteX496" fmla="*/ 1023014 w 10450132"/>
              <a:gd name="connsiteY496" fmla="*/ 5443340 h 5450835"/>
              <a:gd name="connsiteX497" fmla="*/ 1022225 w 10450132"/>
              <a:gd name="connsiteY497" fmla="*/ 5442880 h 5450835"/>
              <a:gd name="connsiteX498" fmla="*/ 1017692 w 10450132"/>
              <a:gd name="connsiteY498" fmla="*/ 5434999 h 5450835"/>
              <a:gd name="connsiteX499" fmla="*/ 1017692 w 10450132"/>
              <a:gd name="connsiteY499" fmla="*/ 5434145 h 5450835"/>
              <a:gd name="connsiteX500" fmla="*/ 1022225 w 10450132"/>
              <a:gd name="connsiteY500" fmla="*/ 5426264 h 5450835"/>
              <a:gd name="connsiteX501" fmla="*/ 1023014 w 10450132"/>
              <a:gd name="connsiteY501" fmla="*/ 5425804 h 5450835"/>
              <a:gd name="connsiteX502" fmla="*/ 768566 w 10450132"/>
              <a:gd name="connsiteY502" fmla="*/ 5425804 h 5450835"/>
              <a:gd name="connsiteX503" fmla="*/ 777630 w 10450132"/>
              <a:gd name="connsiteY503" fmla="*/ 5425804 h 5450835"/>
              <a:gd name="connsiteX504" fmla="*/ 778418 w 10450132"/>
              <a:gd name="connsiteY504" fmla="*/ 5426264 h 5450835"/>
              <a:gd name="connsiteX505" fmla="*/ 782949 w 10450132"/>
              <a:gd name="connsiteY505" fmla="*/ 5434145 h 5450835"/>
              <a:gd name="connsiteX506" fmla="*/ 782949 w 10450132"/>
              <a:gd name="connsiteY506" fmla="*/ 5434999 h 5450835"/>
              <a:gd name="connsiteX507" fmla="*/ 778418 w 10450132"/>
              <a:gd name="connsiteY507" fmla="*/ 5442880 h 5450835"/>
              <a:gd name="connsiteX508" fmla="*/ 777630 w 10450132"/>
              <a:gd name="connsiteY508" fmla="*/ 5443340 h 5450835"/>
              <a:gd name="connsiteX509" fmla="*/ 768566 w 10450132"/>
              <a:gd name="connsiteY509" fmla="*/ 5443340 h 5450835"/>
              <a:gd name="connsiteX510" fmla="*/ 767778 w 10450132"/>
              <a:gd name="connsiteY510" fmla="*/ 5442880 h 5450835"/>
              <a:gd name="connsiteX511" fmla="*/ 763245 w 10450132"/>
              <a:gd name="connsiteY511" fmla="*/ 5434999 h 5450835"/>
              <a:gd name="connsiteX512" fmla="*/ 763245 w 10450132"/>
              <a:gd name="connsiteY512" fmla="*/ 5434145 h 5450835"/>
              <a:gd name="connsiteX513" fmla="*/ 767778 w 10450132"/>
              <a:gd name="connsiteY513" fmla="*/ 5426264 h 5450835"/>
              <a:gd name="connsiteX514" fmla="*/ 768566 w 10450132"/>
              <a:gd name="connsiteY514" fmla="*/ 5425804 h 5450835"/>
              <a:gd name="connsiteX515" fmla="*/ 514185 w 10450132"/>
              <a:gd name="connsiteY515" fmla="*/ 5425804 h 5450835"/>
              <a:gd name="connsiteX516" fmla="*/ 523249 w 10450132"/>
              <a:gd name="connsiteY516" fmla="*/ 5425804 h 5450835"/>
              <a:gd name="connsiteX517" fmla="*/ 524037 w 10450132"/>
              <a:gd name="connsiteY517" fmla="*/ 5426264 h 5450835"/>
              <a:gd name="connsiteX518" fmla="*/ 528569 w 10450132"/>
              <a:gd name="connsiteY518" fmla="*/ 5434145 h 5450835"/>
              <a:gd name="connsiteX519" fmla="*/ 528569 w 10450132"/>
              <a:gd name="connsiteY519" fmla="*/ 5434999 h 5450835"/>
              <a:gd name="connsiteX520" fmla="*/ 524037 w 10450132"/>
              <a:gd name="connsiteY520" fmla="*/ 5442880 h 5450835"/>
              <a:gd name="connsiteX521" fmla="*/ 523249 w 10450132"/>
              <a:gd name="connsiteY521" fmla="*/ 5443340 h 5450835"/>
              <a:gd name="connsiteX522" fmla="*/ 514185 w 10450132"/>
              <a:gd name="connsiteY522" fmla="*/ 5443340 h 5450835"/>
              <a:gd name="connsiteX523" fmla="*/ 513397 w 10450132"/>
              <a:gd name="connsiteY523" fmla="*/ 5442880 h 5450835"/>
              <a:gd name="connsiteX524" fmla="*/ 508864 w 10450132"/>
              <a:gd name="connsiteY524" fmla="*/ 5434999 h 5450835"/>
              <a:gd name="connsiteX525" fmla="*/ 508864 w 10450132"/>
              <a:gd name="connsiteY525" fmla="*/ 5434145 h 5450835"/>
              <a:gd name="connsiteX526" fmla="*/ 513397 w 10450132"/>
              <a:gd name="connsiteY526" fmla="*/ 5426264 h 5450835"/>
              <a:gd name="connsiteX527" fmla="*/ 514185 w 10450132"/>
              <a:gd name="connsiteY527" fmla="*/ 5425804 h 5450835"/>
              <a:gd name="connsiteX528" fmla="*/ 259890 w 10450132"/>
              <a:gd name="connsiteY528" fmla="*/ 5425804 h 5450835"/>
              <a:gd name="connsiteX529" fmla="*/ 268954 w 10450132"/>
              <a:gd name="connsiteY529" fmla="*/ 5425804 h 5450835"/>
              <a:gd name="connsiteX530" fmla="*/ 269742 w 10450132"/>
              <a:gd name="connsiteY530" fmla="*/ 5426264 h 5450835"/>
              <a:gd name="connsiteX531" fmla="*/ 274273 w 10450132"/>
              <a:gd name="connsiteY531" fmla="*/ 5434145 h 5450835"/>
              <a:gd name="connsiteX532" fmla="*/ 274273 w 10450132"/>
              <a:gd name="connsiteY532" fmla="*/ 5434999 h 5450835"/>
              <a:gd name="connsiteX533" fmla="*/ 274187 w 10450132"/>
              <a:gd name="connsiteY533" fmla="*/ 5435148 h 5450835"/>
              <a:gd name="connsiteX534" fmla="*/ 274187 w 10450132"/>
              <a:gd name="connsiteY534" fmla="*/ 5435196 h 5450835"/>
              <a:gd name="connsiteX535" fmla="*/ 269655 w 10450132"/>
              <a:gd name="connsiteY535" fmla="*/ 5443078 h 5450835"/>
              <a:gd name="connsiteX536" fmla="*/ 268867 w 10450132"/>
              <a:gd name="connsiteY536" fmla="*/ 5443537 h 5450835"/>
              <a:gd name="connsiteX537" fmla="*/ 259804 w 10450132"/>
              <a:gd name="connsiteY537" fmla="*/ 5443537 h 5450835"/>
              <a:gd name="connsiteX538" fmla="*/ 259014 w 10450132"/>
              <a:gd name="connsiteY538" fmla="*/ 5443078 h 5450835"/>
              <a:gd name="connsiteX539" fmla="*/ 254482 w 10450132"/>
              <a:gd name="connsiteY539" fmla="*/ 5435196 h 5450835"/>
              <a:gd name="connsiteX540" fmla="*/ 254482 w 10450132"/>
              <a:gd name="connsiteY540" fmla="*/ 5434342 h 5450835"/>
              <a:gd name="connsiteX541" fmla="*/ 254569 w 10450132"/>
              <a:gd name="connsiteY541" fmla="*/ 5434192 h 5450835"/>
              <a:gd name="connsiteX542" fmla="*/ 254569 w 10450132"/>
              <a:gd name="connsiteY542" fmla="*/ 5434145 h 5450835"/>
              <a:gd name="connsiteX543" fmla="*/ 259101 w 10450132"/>
              <a:gd name="connsiteY543" fmla="*/ 5426264 h 5450835"/>
              <a:gd name="connsiteX544" fmla="*/ 259890 w 10450132"/>
              <a:gd name="connsiteY544" fmla="*/ 5425804 h 5450835"/>
              <a:gd name="connsiteX545" fmla="*/ 5475 w 10450132"/>
              <a:gd name="connsiteY545" fmla="*/ 5425804 h 5450835"/>
              <a:gd name="connsiteX546" fmla="*/ 14539 w 10450132"/>
              <a:gd name="connsiteY546" fmla="*/ 5425804 h 5450835"/>
              <a:gd name="connsiteX547" fmla="*/ 15327 w 10450132"/>
              <a:gd name="connsiteY547" fmla="*/ 5426264 h 5450835"/>
              <a:gd name="connsiteX548" fmla="*/ 19859 w 10450132"/>
              <a:gd name="connsiteY548" fmla="*/ 5434145 h 5450835"/>
              <a:gd name="connsiteX549" fmla="*/ 19859 w 10450132"/>
              <a:gd name="connsiteY549" fmla="*/ 5434999 h 5450835"/>
              <a:gd name="connsiteX550" fmla="*/ 19794 w 10450132"/>
              <a:gd name="connsiteY550" fmla="*/ 5435110 h 5450835"/>
              <a:gd name="connsiteX551" fmla="*/ 19794 w 10450132"/>
              <a:gd name="connsiteY551" fmla="*/ 5435196 h 5450835"/>
              <a:gd name="connsiteX552" fmla="*/ 15262 w 10450132"/>
              <a:gd name="connsiteY552" fmla="*/ 5443078 h 5450835"/>
              <a:gd name="connsiteX553" fmla="*/ 14474 w 10450132"/>
              <a:gd name="connsiteY553" fmla="*/ 5443537 h 5450835"/>
              <a:gd name="connsiteX554" fmla="*/ 5411 w 10450132"/>
              <a:gd name="connsiteY554" fmla="*/ 5443537 h 5450835"/>
              <a:gd name="connsiteX555" fmla="*/ 4623 w 10450132"/>
              <a:gd name="connsiteY555" fmla="*/ 5443078 h 5450835"/>
              <a:gd name="connsiteX556" fmla="*/ 90 w 10450132"/>
              <a:gd name="connsiteY556" fmla="*/ 5435196 h 5450835"/>
              <a:gd name="connsiteX557" fmla="*/ 90 w 10450132"/>
              <a:gd name="connsiteY557" fmla="*/ 5434342 h 5450835"/>
              <a:gd name="connsiteX558" fmla="*/ 154 w 10450132"/>
              <a:gd name="connsiteY558" fmla="*/ 5434229 h 5450835"/>
              <a:gd name="connsiteX559" fmla="*/ 154 w 10450132"/>
              <a:gd name="connsiteY559" fmla="*/ 5434145 h 5450835"/>
              <a:gd name="connsiteX560" fmla="*/ 4686 w 10450132"/>
              <a:gd name="connsiteY560" fmla="*/ 5426264 h 5450835"/>
              <a:gd name="connsiteX561" fmla="*/ 5475 w 10450132"/>
              <a:gd name="connsiteY561" fmla="*/ 5425804 h 5450835"/>
              <a:gd name="connsiteX562" fmla="*/ 10435622 w 10450132"/>
              <a:gd name="connsiteY562" fmla="*/ 5208795 h 5450835"/>
              <a:gd name="connsiteX563" fmla="*/ 10444686 w 10450132"/>
              <a:gd name="connsiteY563" fmla="*/ 5208795 h 5450835"/>
              <a:gd name="connsiteX564" fmla="*/ 10445474 w 10450132"/>
              <a:gd name="connsiteY564" fmla="*/ 5209255 h 5450835"/>
              <a:gd name="connsiteX565" fmla="*/ 10450007 w 10450132"/>
              <a:gd name="connsiteY565" fmla="*/ 5217136 h 5450835"/>
              <a:gd name="connsiteX566" fmla="*/ 10450007 w 10450132"/>
              <a:gd name="connsiteY566" fmla="*/ 5217990 h 5450835"/>
              <a:gd name="connsiteX567" fmla="*/ 10445474 w 10450132"/>
              <a:gd name="connsiteY567" fmla="*/ 5225873 h 5450835"/>
              <a:gd name="connsiteX568" fmla="*/ 10444686 w 10450132"/>
              <a:gd name="connsiteY568" fmla="*/ 5226332 h 5450835"/>
              <a:gd name="connsiteX569" fmla="*/ 10435622 w 10450132"/>
              <a:gd name="connsiteY569" fmla="*/ 5226332 h 5450835"/>
              <a:gd name="connsiteX570" fmla="*/ 10434834 w 10450132"/>
              <a:gd name="connsiteY570" fmla="*/ 5225873 h 5450835"/>
              <a:gd name="connsiteX571" fmla="*/ 10430302 w 10450132"/>
              <a:gd name="connsiteY571" fmla="*/ 5217990 h 5450835"/>
              <a:gd name="connsiteX572" fmla="*/ 10430302 w 10450132"/>
              <a:gd name="connsiteY572" fmla="*/ 5217136 h 5450835"/>
              <a:gd name="connsiteX573" fmla="*/ 10434834 w 10450132"/>
              <a:gd name="connsiteY573" fmla="*/ 5209255 h 5450835"/>
              <a:gd name="connsiteX574" fmla="*/ 10435622 w 10450132"/>
              <a:gd name="connsiteY574" fmla="*/ 5208795 h 5450835"/>
              <a:gd name="connsiteX575" fmla="*/ 8400511 w 10450132"/>
              <a:gd name="connsiteY575" fmla="*/ 5208795 h 5450835"/>
              <a:gd name="connsiteX576" fmla="*/ 8409575 w 10450132"/>
              <a:gd name="connsiteY576" fmla="*/ 5208795 h 5450835"/>
              <a:gd name="connsiteX577" fmla="*/ 8410363 w 10450132"/>
              <a:gd name="connsiteY577" fmla="*/ 5209255 h 5450835"/>
              <a:gd name="connsiteX578" fmla="*/ 8414896 w 10450132"/>
              <a:gd name="connsiteY578" fmla="*/ 5217136 h 5450835"/>
              <a:gd name="connsiteX579" fmla="*/ 8414896 w 10450132"/>
              <a:gd name="connsiteY579" fmla="*/ 5217990 h 5450835"/>
              <a:gd name="connsiteX580" fmla="*/ 8410363 w 10450132"/>
              <a:gd name="connsiteY580" fmla="*/ 5225873 h 5450835"/>
              <a:gd name="connsiteX581" fmla="*/ 8409575 w 10450132"/>
              <a:gd name="connsiteY581" fmla="*/ 5226332 h 5450835"/>
              <a:gd name="connsiteX582" fmla="*/ 8400511 w 10450132"/>
              <a:gd name="connsiteY582" fmla="*/ 5226332 h 5450835"/>
              <a:gd name="connsiteX583" fmla="*/ 8399723 w 10450132"/>
              <a:gd name="connsiteY583" fmla="*/ 5225873 h 5450835"/>
              <a:gd name="connsiteX584" fmla="*/ 8395191 w 10450132"/>
              <a:gd name="connsiteY584" fmla="*/ 5217990 h 5450835"/>
              <a:gd name="connsiteX585" fmla="*/ 8395191 w 10450132"/>
              <a:gd name="connsiteY585" fmla="*/ 5217136 h 5450835"/>
              <a:gd name="connsiteX586" fmla="*/ 8399723 w 10450132"/>
              <a:gd name="connsiteY586" fmla="*/ 5209255 h 5450835"/>
              <a:gd name="connsiteX587" fmla="*/ 8400511 w 10450132"/>
              <a:gd name="connsiteY587" fmla="*/ 5208795 h 5450835"/>
              <a:gd name="connsiteX588" fmla="*/ 8146065 w 10450132"/>
              <a:gd name="connsiteY588" fmla="*/ 5208795 h 5450835"/>
              <a:gd name="connsiteX589" fmla="*/ 8155129 w 10450132"/>
              <a:gd name="connsiteY589" fmla="*/ 5208795 h 5450835"/>
              <a:gd name="connsiteX590" fmla="*/ 8155917 w 10450132"/>
              <a:gd name="connsiteY590" fmla="*/ 5209255 h 5450835"/>
              <a:gd name="connsiteX591" fmla="*/ 8160449 w 10450132"/>
              <a:gd name="connsiteY591" fmla="*/ 5217136 h 5450835"/>
              <a:gd name="connsiteX592" fmla="*/ 8160449 w 10450132"/>
              <a:gd name="connsiteY592" fmla="*/ 5217990 h 5450835"/>
              <a:gd name="connsiteX593" fmla="*/ 8155917 w 10450132"/>
              <a:gd name="connsiteY593" fmla="*/ 5225873 h 5450835"/>
              <a:gd name="connsiteX594" fmla="*/ 8155129 w 10450132"/>
              <a:gd name="connsiteY594" fmla="*/ 5226332 h 5450835"/>
              <a:gd name="connsiteX595" fmla="*/ 8146065 w 10450132"/>
              <a:gd name="connsiteY595" fmla="*/ 5226332 h 5450835"/>
              <a:gd name="connsiteX596" fmla="*/ 8145277 w 10450132"/>
              <a:gd name="connsiteY596" fmla="*/ 5225873 h 5450835"/>
              <a:gd name="connsiteX597" fmla="*/ 8140745 w 10450132"/>
              <a:gd name="connsiteY597" fmla="*/ 5217990 h 5450835"/>
              <a:gd name="connsiteX598" fmla="*/ 8140745 w 10450132"/>
              <a:gd name="connsiteY598" fmla="*/ 5217136 h 5450835"/>
              <a:gd name="connsiteX599" fmla="*/ 8145277 w 10450132"/>
              <a:gd name="connsiteY599" fmla="*/ 5209255 h 5450835"/>
              <a:gd name="connsiteX600" fmla="*/ 8146065 w 10450132"/>
              <a:gd name="connsiteY600" fmla="*/ 5208795 h 5450835"/>
              <a:gd name="connsiteX601" fmla="*/ 7891684 w 10450132"/>
              <a:gd name="connsiteY601" fmla="*/ 5208795 h 5450835"/>
              <a:gd name="connsiteX602" fmla="*/ 7900748 w 10450132"/>
              <a:gd name="connsiteY602" fmla="*/ 5208795 h 5450835"/>
              <a:gd name="connsiteX603" fmla="*/ 7901536 w 10450132"/>
              <a:gd name="connsiteY603" fmla="*/ 5209255 h 5450835"/>
              <a:gd name="connsiteX604" fmla="*/ 7906067 w 10450132"/>
              <a:gd name="connsiteY604" fmla="*/ 5217136 h 5450835"/>
              <a:gd name="connsiteX605" fmla="*/ 7906067 w 10450132"/>
              <a:gd name="connsiteY605" fmla="*/ 5217990 h 5450835"/>
              <a:gd name="connsiteX606" fmla="*/ 7901536 w 10450132"/>
              <a:gd name="connsiteY606" fmla="*/ 5225873 h 5450835"/>
              <a:gd name="connsiteX607" fmla="*/ 7900748 w 10450132"/>
              <a:gd name="connsiteY607" fmla="*/ 5226332 h 5450835"/>
              <a:gd name="connsiteX608" fmla="*/ 7891684 w 10450132"/>
              <a:gd name="connsiteY608" fmla="*/ 5226332 h 5450835"/>
              <a:gd name="connsiteX609" fmla="*/ 7890896 w 10450132"/>
              <a:gd name="connsiteY609" fmla="*/ 5225873 h 5450835"/>
              <a:gd name="connsiteX610" fmla="*/ 7886363 w 10450132"/>
              <a:gd name="connsiteY610" fmla="*/ 5217990 h 5450835"/>
              <a:gd name="connsiteX611" fmla="*/ 7886363 w 10450132"/>
              <a:gd name="connsiteY611" fmla="*/ 5217136 h 5450835"/>
              <a:gd name="connsiteX612" fmla="*/ 7890896 w 10450132"/>
              <a:gd name="connsiteY612" fmla="*/ 5209255 h 5450835"/>
              <a:gd name="connsiteX613" fmla="*/ 7891684 w 10450132"/>
              <a:gd name="connsiteY613" fmla="*/ 5208795 h 5450835"/>
              <a:gd name="connsiteX614" fmla="*/ 7637304 w 10450132"/>
              <a:gd name="connsiteY614" fmla="*/ 5208795 h 5450835"/>
              <a:gd name="connsiteX615" fmla="*/ 7646367 w 10450132"/>
              <a:gd name="connsiteY615" fmla="*/ 5208795 h 5450835"/>
              <a:gd name="connsiteX616" fmla="*/ 7647156 w 10450132"/>
              <a:gd name="connsiteY616" fmla="*/ 5209255 h 5450835"/>
              <a:gd name="connsiteX617" fmla="*/ 7651687 w 10450132"/>
              <a:gd name="connsiteY617" fmla="*/ 5217136 h 5450835"/>
              <a:gd name="connsiteX618" fmla="*/ 7651687 w 10450132"/>
              <a:gd name="connsiteY618" fmla="*/ 5217990 h 5450835"/>
              <a:gd name="connsiteX619" fmla="*/ 7647156 w 10450132"/>
              <a:gd name="connsiteY619" fmla="*/ 5225873 h 5450835"/>
              <a:gd name="connsiteX620" fmla="*/ 7646367 w 10450132"/>
              <a:gd name="connsiteY620" fmla="*/ 5226332 h 5450835"/>
              <a:gd name="connsiteX621" fmla="*/ 7637304 w 10450132"/>
              <a:gd name="connsiteY621" fmla="*/ 5226332 h 5450835"/>
              <a:gd name="connsiteX622" fmla="*/ 7636516 w 10450132"/>
              <a:gd name="connsiteY622" fmla="*/ 5225873 h 5450835"/>
              <a:gd name="connsiteX623" fmla="*/ 7631983 w 10450132"/>
              <a:gd name="connsiteY623" fmla="*/ 5217990 h 5450835"/>
              <a:gd name="connsiteX624" fmla="*/ 7631983 w 10450132"/>
              <a:gd name="connsiteY624" fmla="*/ 5217136 h 5450835"/>
              <a:gd name="connsiteX625" fmla="*/ 7636516 w 10450132"/>
              <a:gd name="connsiteY625" fmla="*/ 5209255 h 5450835"/>
              <a:gd name="connsiteX626" fmla="*/ 7637304 w 10450132"/>
              <a:gd name="connsiteY626" fmla="*/ 5208795 h 5450835"/>
              <a:gd name="connsiteX627" fmla="*/ 7382923 w 10450132"/>
              <a:gd name="connsiteY627" fmla="*/ 5208795 h 5450835"/>
              <a:gd name="connsiteX628" fmla="*/ 7391987 w 10450132"/>
              <a:gd name="connsiteY628" fmla="*/ 5208795 h 5450835"/>
              <a:gd name="connsiteX629" fmla="*/ 7392775 w 10450132"/>
              <a:gd name="connsiteY629" fmla="*/ 5209255 h 5450835"/>
              <a:gd name="connsiteX630" fmla="*/ 7397307 w 10450132"/>
              <a:gd name="connsiteY630" fmla="*/ 5217136 h 5450835"/>
              <a:gd name="connsiteX631" fmla="*/ 7397307 w 10450132"/>
              <a:gd name="connsiteY631" fmla="*/ 5217990 h 5450835"/>
              <a:gd name="connsiteX632" fmla="*/ 7392775 w 10450132"/>
              <a:gd name="connsiteY632" fmla="*/ 5225873 h 5450835"/>
              <a:gd name="connsiteX633" fmla="*/ 7391987 w 10450132"/>
              <a:gd name="connsiteY633" fmla="*/ 5226332 h 5450835"/>
              <a:gd name="connsiteX634" fmla="*/ 7382923 w 10450132"/>
              <a:gd name="connsiteY634" fmla="*/ 5226332 h 5450835"/>
              <a:gd name="connsiteX635" fmla="*/ 7382135 w 10450132"/>
              <a:gd name="connsiteY635" fmla="*/ 5225873 h 5450835"/>
              <a:gd name="connsiteX636" fmla="*/ 7377602 w 10450132"/>
              <a:gd name="connsiteY636" fmla="*/ 5217990 h 5450835"/>
              <a:gd name="connsiteX637" fmla="*/ 7377602 w 10450132"/>
              <a:gd name="connsiteY637" fmla="*/ 5217136 h 5450835"/>
              <a:gd name="connsiteX638" fmla="*/ 7382135 w 10450132"/>
              <a:gd name="connsiteY638" fmla="*/ 5209255 h 5450835"/>
              <a:gd name="connsiteX639" fmla="*/ 7382923 w 10450132"/>
              <a:gd name="connsiteY639" fmla="*/ 5208795 h 5450835"/>
              <a:gd name="connsiteX640" fmla="*/ 7128477 w 10450132"/>
              <a:gd name="connsiteY640" fmla="*/ 5208795 h 5450835"/>
              <a:gd name="connsiteX641" fmla="*/ 7137540 w 10450132"/>
              <a:gd name="connsiteY641" fmla="*/ 5208795 h 5450835"/>
              <a:gd name="connsiteX642" fmla="*/ 7138328 w 10450132"/>
              <a:gd name="connsiteY642" fmla="*/ 5209255 h 5450835"/>
              <a:gd name="connsiteX643" fmla="*/ 7142860 w 10450132"/>
              <a:gd name="connsiteY643" fmla="*/ 5217136 h 5450835"/>
              <a:gd name="connsiteX644" fmla="*/ 7142860 w 10450132"/>
              <a:gd name="connsiteY644" fmla="*/ 5217990 h 5450835"/>
              <a:gd name="connsiteX645" fmla="*/ 7138328 w 10450132"/>
              <a:gd name="connsiteY645" fmla="*/ 5225873 h 5450835"/>
              <a:gd name="connsiteX646" fmla="*/ 7137540 w 10450132"/>
              <a:gd name="connsiteY646" fmla="*/ 5226332 h 5450835"/>
              <a:gd name="connsiteX647" fmla="*/ 7128477 w 10450132"/>
              <a:gd name="connsiteY647" fmla="*/ 5226332 h 5450835"/>
              <a:gd name="connsiteX648" fmla="*/ 7127689 w 10450132"/>
              <a:gd name="connsiteY648" fmla="*/ 5225873 h 5450835"/>
              <a:gd name="connsiteX649" fmla="*/ 7123156 w 10450132"/>
              <a:gd name="connsiteY649" fmla="*/ 5217990 h 5450835"/>
              <a:gd name="connsiteX650" fmla="*/ 7123156 w 10450132"/>
              <a:gd name="connsiteY650" fmla="*/ 5217136 h 5450835"/>
              <a:gd name="connsiteX651" fmla="*/ 7127689 w 10450132"/>
              <a:gd name="connsiteY651" fmla="*/ 5209255 h 5450835"/>
              <a:gd name="connsiteX652" fmla="*/ 7128477 w 10450132"/>
              <a:gd name="connsiteY652" fmla="*/ 5208795 h 5450835"/>
              <a:gd name="connsiteX653" fmla="*/ 6874095 w 10450132"/>
              <a:gd name="connsiteY653" fmla="*/ 5208795 h 5450835"/>
              <a:gd name="connsiteX654" fmla="*/ 6883159 w 10450132"/>
              <a:gd name="connsiteY654" fmla="*/ 5208795 h 5450835"/>
              <a:gd name="connsiteX655" fmla="*/ 6883947 w 10450132"/>
              <a:gd name="connsiteY655" fmla="*/ 5209255 h 5450835"/>
              <a:gd name="connsiteX656" fmla="*/ 6888480 w 10450132"/>
              <a:gd name="connsiteY656" fmla="*/ 5217136 h 5450835"/>
              <a:gd name="connsiteX657" fmla="*/ 6888480 w 10450132"/>
              <a:gd name="connsiteY657" fmla="*/ 5217990 h 5450835"/>
              <a:gd name="connsiteX658" fmla="*/ 6883947 w 10450132"/>
              <a:gd name="connsiteY658" fmla="*/ 5225873 h 5450835"/>
              <a:gd name="connsiteX659" fmla="*/ 6883159 w 10450132"/>
              <a:gd name="connsiteY659" fmla="*/ 5226332 h 5450835"/>
              <a:gd name="connsiteX660" fmla="*/ 6874095 w 10450132"/>
              <a:gd name="connsiteY660" fmla="*/ 5226332 h 5450835"/>
              <a:gd name="connsiteX661" fmla="*/ 6873307 w 10450132"/>
              <a:gd name="connsiteY661" fmla="*/ 5225873 h 5450835"/>
              <a:gd name="connsiteX662" fmla="*/ 6868775 w 10450132"/>
              <a:gd name="connsiteY662" fmla="*/ 5217990 h 5450835"/>
              <a:gd name="connsiteX663" fmla="*/ 6868775 w 10450132"/>
              <a:gd name="connsiteY663" fmla="*/ 5217136 h 5450835"/>
              <a:gd name="connsiteX664" fmla="*/ 6873307 w 10450132"/>
              <a:gd name="connsiteY664" fmla="*/ 5209255 h 5450835"/>
              <a:gd name="connsiteX665" fmla="*/ 6874095 w 10450132"/>
              <a:gd name="connsiteY665" fmla="*/ 5208795 h 5450835"/>
              <a:gd name="connsiteX666" fmla="*/ 6619714 w 10450132"/>
              <a:gd name="connsiteY666" fmla="*/ 5208795 h 5450835"/>
              <a:gd name="connsiteX667" fmla="*/ 6628778 w 10450132"/>
              <a:gd name="connsiteY667" fmla="*/ 5208795 h 5450835"/>
              <a:gd name="connsiteX668" fmla="*/ 6629566 w 10450132"/>
              <a:gd name="connsiteY668" fmla="*/ 5209255 h 5450835"/>
              <a:gd name="connsiteX669" fmla="*/ 6634099 w 10450132"/>
              <a:gd name="connsiteY669" fmla="*/ 5217136 h 5450835"/>
              <a:gd name="connsiteX670" fmla="*/ 6634099 w 10450132"/>
              <a:gd name="connsiteY670" fmla="*/ 5217990 h 5450835"/>
              <a:gd name="connsiteX671" fmla="*/ 6629566 w 10450132"/>
              <a:gd name="connsiteY671" fmla="*/ 5225873 h 5450835"/>
              <a:gd name="connsiteX672" fmla="*/ 6628778 w 10450132"/>
              <a:gd name="connsiteY672" fmla="*/ 5226332 h 5450835"/>
              <a:gd name="connsiteX673" fmla="*/ 6619714 w 10450132"/>
              <a:gd name="connsiteY673" fmla="*/ 5226332 h 5450835"/>
              <a:gd name="connsiteX674" fmla="*/ 6618926 w 10450132"/>
              <a:gd name="connsiteY674" fmla="*/ 5225873 h 5450835"/>
              <a:gd name="connsiteX675" fmla="*/ 6614394 w 10450132"/>
              <a:gd name="connsiteY675" fmla="*/ 5217990 h 5450835"/>
              <a:gd name="connsiteX676" fmla="*/ 6614394 w 10450132"/>
              <a:gd name="connsiteY676" fmla="*/ 5217136 h 5450835"/>
              <a:gd name="connsiteX677" fmla="*/ 6618926 w 10450132"/>
              <a:gd name="connsiteY677" fmla="*/ 5209255 h 5450835"/>
              <a:gd name="connsiteX678" fmla="*/ 6619714 w 10450132"/>
              <a:gd name="connsiteY678" fmla="*/ 5208795 h 5450835"/>
              <a:gd name="connsiteX679" fmla="*/ 6365334 w 10450132"/>
              <a:gd name="connsiteY679" fmla="*/ 5208795 h 5450835"/>
              <a:gd name="connsiteX680" fmla="*/ 6374397 w 10450132"/>
              <a:gd name="connsiteY680" fmla="*/ 5208795 h 5450835"/>
              <a:gd name="connsiteX681" fmla="*/ 6375186 w 10450132"/>
              <a:gd name="connsiteY681" fmla="*/ 5209255 h 5450835"/>
              <a:gd name="connsiteX682" fmla="*/ 6379718 w 10450132"/>
              <a:gd name="connsiteY682" fmla="*/ 5217136 h 5450835"/>
              <a:gd name="connsiteX683" fmla="*/ 6379718 w 10450132"/>
              <a:gd name="connsiteY683" fmla="*/ 5217990 h 5450835"/>
              <a:gd name="connsiteX684" fmla="*/ 6375186 w 10450132"/>
              <a:gd name="connsiteY684" fmla="*/ 5225873 h 5450835"/>
              <a:gd name="connsiteX685" fmla="*/ 6374397 w 10450132"/>
              <a:gd name="connsiteY685" fmla="*/ 5226332 h 5450835"/>
              <a:gd name="connsiteX686" fmla="*/ 6365334 w 10450132"/>
              <a:gd name="connsiteY686" fmla="*/ 5226332 h 5450835"/>
              <a:gd name="connsiteX687" fmla="*/ 6364546 w 10450132"/>
              <a:gd name="connsiteY687" fmla="*/ 5225873 h 5450835"/>
              <a:gd name="connsiteX688" fmla="*/ 6360014 w 10450132"/>
              <a:gd name="connsiteY688" fmla="*/ 5217990 h 5450835"/>
              <a:gd name="connsiteX689" fmla="*/ 6360014 w 10450132"/>
              <a:gd name="connsiteY689" fmla="*/ 5217136 h 5450835"/>
              <a:gd name="connsiteX690" fmla="*/ 6364546 w 10450132"/>
              <a:gd name="connsiteY690" fmla="*/ 5209255 h 5450835"/>
              <a:gd name="connsiteX691" fmla="*/ 6365334 w 10450132"/>
              <a:gd name="connsiteY691" fmla="*/ 5208795 h 5450835"/>
              <a:gd name="connsiteX692" fmla="*/ 6110888 w 10450132"/>
              <a:gd name="connsiteY692" fmla="*/ 5208795 h 5450835"/>
              <a:gd name="connsiteX693" fmla="*/ 6119953 w 10450132"/>
              <a:gd name="connsiteY693" fmla="*/ 5208795 h 5450835"/>
              <a:gd name="connsiteX694" fmla="*/ 6120740 w 10450132"/>
              <a:gd name="connsiteY694" fmla="*/ 5209255 h 5450835"/>
              <a:gd name="connsiteX695" fmla="*/ 6125272 w 10450132"/>
              <a:gd name="connsiteY695" fmla="*/ 5217136 h 5450835"/>
              <a:gd name="connsiteX696" fmla="*/ 6125272 w 10450132"/>
              <a:gd name="connsiteY696" fmla="*/ 5217990 h 5450835"/>
              <a:gd name="connsiteX697" fmla="*/ 6120740 w 10450132"/>
              <a:gd name="connsiteY697" fmla="*/ 5225873 h 5450835"/>
              <a:gd name="connsiteX698" fmla="*/ 6119953 w 10450132"/>
              <a:gd name="connsiteY698" fmla="*/ 5226332 h 5450835"/>
              <a:gd name="connsiteX699" fmla="*/ 6110888 w 10450132"/>
              <a:gd name="connsiteY699" fmla="*/ 5226332 h 5450835"/>
              <a:gd name="connsiteX700" fmla="*/ 6110101 w 10450132"/>
              <a:gd name="connsiteY700" fmla="*/ 5225873 h 5450835"/>
              <a:gd name="connsiteX701" fmla="*/ 6105567 w 10450132"/>
              <a:gd name="connsiteY701" fmla="*/ 5217990 h 5450835"/>
              <a:gd name="connsiteX702" fmla="*/ 6105567 w 10450132"/>
              <a:gd name="connsiteY702" fmla="*/ 5217136 h 5450835"/>
              <a:gd name="connsiteX703" fmla="*/ 6110101 w 10450132"/>
              <a:gd name="connsiteY703" fmla="*/ 5209255 h 5450835"/>
              <a:gd name="connsiteX704" fmla="*/ 6110888 w 10450132"/>
              <a:gd name="connsiteY704" fmla="*/ 5208795 h 5450835"/>
              <a:gd name="connsiteX705" fmla="*/ 5856508 w 10450132"/>
              <a:gd name="connsiteY705" fmla="*/ 5208795 h 5450835"/>
              <a:gd name="connsiteX706" fmla="*/ 5865571 w 10450132"/>
              <a:gd name="connsiteY706" fmla="*/ 5208795 h 5450835"/>
              <a:gd name="connsiteX707" fmla="*/ 5866359 w 10450132"/>
              <a:gd name="connsiteY707" fmla="*/ 5209255 h 5450835"/>
              <a:gd name="connsiteX708" fmla="*/ 5870891 w 10450132"/>
              <a:gd name="connsiteY708" fmla="*/ 5217136 h 5450835"/>
              <a:gd name="connsiteX709" fmla="*/ 5870891 w 10450132"/>
              <a:gd name="connsiteY709" fmla="*/ 5217990 h 5450835"/>
              <a:gd name="connsiteX710" fmla="*/ 5866359 w 10450132"/>
              <a:gd name="connsiteY710" fmla="*/ 5225873 h 5450835"/>
              <a:gd name="connsiteX711" fmla="*/ 5865571 w 10450132"/>
              <a:gd name="connsiteY711" fmla="*/ 5226332 h 5450835"/>
              <a:gd name="connsiteX712" fmla="*/ 5856508 w 10450132"/>
              <a:gd name="connsiteY712" fmla="*/ 5226332 h 5450835"/>
              <a:gd name="connsiteX713" fmla="*/ 5855720 w 10450132"/>
              <a:gd name="connsiteY713" fmla="*/ 5225873 h 5450835"/>
              <a:gd name="connsiteX714" fmla="*/ 5851187 w 10450132"/>
              <a:gd name="connsiteY714" fmla="*/ 5217990 h 5450835"/>
              <a:gd name="connsiteX715" fmla="*/ 5851187 w 10450132"/>
              <a:gd name="connsiteY715" fmla="*/ 5217136 h 5450835"/>
              <a:gd name="connsiteX716" fmla="*/ 5855720 w 10450132"/>
              <a:gd name="connsiteY716" fmla="*/ 5209255 h 5450835"/>
              <a:gd name="connsiteX717" fmla="*/ 5856508 w 10450132"/>
              <a:gd name="connsiteY717" fmla="*/ 5208795 h 5450835"/>
              <a:gd name="connsiteX718" fmla="*/ 5602126 w 10450132"/>
              <a:gd name="connsiteY718" fmla="*/ 5208795 h 5450835"/>
              <a:gd name="connsiteX719" fmla="*/ 5611191 w 10450132"/>
              <a:gd name="connsiteY719" fmla="*/ 5208795 h 5450835"/>
              <a:gd name="connsiteX720" fmla="*/ 5611979 w 10450132"/>
              <a:gd name="connsiteY720" fmla="*/ 5209255 h 5450835"/>
              <a:gd name="connsiteX721" fmla="*/ 5616511 w 10450132"/>
              <a:gd name="connsiteY721" fmla="*/ 5217136 h 5450835"/>
              <a:gd name="connsiteX722" fmla="*/ 5616511 w 10450132"/>
              <a:gd name="connsiteY722" fmla="*/ 5217990 h 5450835"/>
              <a:gd name="connsiteX723" fmla="*/ 5611979 w 10450132"/>
              <a:gd name="connsiteY723" fmla="*/ 5225873 h 5450835"/>
              <a:gd name="connsiteX724" fmla="*/ 5611191 w 10450132"/>
              <a:gd name="connsiteY724" fmla="*/ 5226332 h 5450835"/>
              <a:gd name="connsiteX725" fmla="*/ 5602126 w 10450132"/>
              <a:gd name="connsiteY725" fmla="*/ 5226332 h 5450835"/>
              <a:gd name="connsiteX726" fmla="*/ 5601338 w 10450132"/>
              <a:gd name="connsiteY726" fmla="*/ 5225873 h 5450835"/>
              <a:gd name="connsiteX727" fmla="*/ 5596807 w 10450132"/>
              <a:gd name="connsiteY727" fmla="*/ 5217990 h 5450835"/>
              <a:gd name="connsiteX728" fmla="*/ 5596807 w 10450132"/>
              <a:gd name="connsiteY728" fmla="*/ 5217136 h 5450835"/>
              <a:gd name="connsiteX729" fmla="*/ 5601338 w 10450132"/>
              <a:gd name="connsiteY729" fmla="*/ 5209255 h 5450835"/>
              <a:gd name="connsiteX730" fmla="*/ 5602126 w 10450132"/>
              <a:gd name="connsiteY730" fmla="*/ 5208795 h 5450835"/>
              <a:gd name="connsiteX731" fmla="*/ 5347746 w 10450132"/>
              <a:gd name="connsiteY731" fmla="*/ 5208795 h 5450835"/>
              <a:gd name="connsiteX732" fmla="*/ 5356810 w 10450132"/>
              <a:gd name="connsiteY732" fmla="*/ 5208795 h 5450835"/>
              <a:gd name="connsiteX733" fmla="*/ 5357598 w 10450132"/>
              <a:gd name="connsiteY733" fmla="*/ 5209255 h 5450835"/>
              <a:gd name="connsiteX734" fmla="*/ 5362130 w 10450132"/>
              <a:gd name="connsiteY734" fmla="*/ 5217136 h 5450835"/>
              <a:gd name="connsiteX735" fmla="*/ 5362130 w 10450132"/>
              <a:gd name="connsiteY735" fmla="*/ 5217990 h 5450835"/>
              <a:gd name="connsiteX736" fmla="*/ 5357598 w 10450132"/>
              <a:gd name="connsiteY736" fmla="*/ 5225873 h 5450835"/>
              <a:gd name="connsiteX737" fmla="*/ 5356810 w 10450132"/>
              <a:gd name="connsiteY737" fmla="*/ 5226332 h 5450835"/>
              <a:gd name="connsiteX738" fmla="*/ 5347746 w 10450132"/>
              <a:gd name="connsiteY738" fmla="*/ 5226332 h 5450835"/>
              <a:gd name="connsiteX739" fmla="*/ 5346958 w 10450132"/>
              <a:gd name="connsiteY739" fmla="*/ 5225873 h 5450835"/>
              <a:gd name="connsiteX740" fmla="*/ 5342425 w 10450132"/>
              <a:gd name="connsiteY740" fmla="*/ 5217990 h 5450835"/>
              <a:gd name="connsiteX741" fmla="*/ 5342425 w 10450132"/>
              <a:gd name="connsiteY741" fmla="*/ 5217136 h 5450835"/>
              <a:gd name="connsiteX742" fmla="*/ 5346958 w 10450132"/>
              <a:gd name="connsiteY742" fmla="*/ 5209255 h 5450835"/>
              <a:gd name="connsiteX743" fmla="*/ 5347746 w 10450132"/>
              <a:gd name="connsiteY743" fmla="*/ 5208795 h 5450835"/>
              <a:gd name="connsiteX744" fmla="*/ 5093300 w 10450132"/>
              <a:gd name="connsiteY744" fmla="*/ 5208795 h 5450835"/>
              <a:gd name="connsiteX745" fmla="*/ 5102364 w 10450132"/>
              <a:gd name="connsiteY745" fmla="*/ 5208795 h 5450835"/>
              <a:gd name="connsiteX746" fmla="*/ 5103153 w 10450132"/>
              <a:gd name="connsiteY746" fmla="*/ 5209255 h 5450835"/>
              <a:gd name="connsiteX747" fmla="*/ 5107684 w 10450132"/>
              <a:gd name="connsiteY747" fmla="*/ 5217136 h 5450835"/>
              <a:gd name="connsiteX748" fmla="*/ 5107684 w 10450132"/>
              <a:gd name="connsiteY748" fmla="*/ 5217990 h 5450835"/>
              <a:gd name="connsiteX749" fmla="*/ 5103153 w 10450132"/>
              <a:gd name="connsiteY749" fmla="*/ 5225873 h 5450835"/>
              <a:gd name="connsiteX750" fmla="*/ 5102364 w 10450132"/>
              <a:gd name="connsiteY750" fmla="*/ 5226332 h 5450835"/>
              <a:gd name="connsiteX751" fmla="*/ 5093300 w 10450132"/>
              <a:gd name="connsiteY751" fmla="*/ 5226332 h 5450835"/>
              <a:gd name="connsiteX752" fmla="*/ 5092512 w 10450132"/>
              <a:gd name="connsiteY752" fmla="*/ 5225873 h 5450835"/>
              <a:gd name="connsiteX753" fmla="*/ 5087979 w 10450132"/>
              <a:gd name="connsiteY753" fmla="*/ 5217990 h 5450835"/>
              <a:gd name="connsiteX754" fmla="*/ 5087979 w 10450132"/>
              <a:gd name="connsiteY754" fmla="*/ 5217136 h 5450835"/>
              <a:gd name="connsiteX755" fmla="*/ 5092512 w 10450132"/>
              <a:gd name="connsiteY755" fmla="*/ 5209255 h 5450835"/>
              <a:gd name="connsiteX756" fmla="*/ 5093300 w 10450132"/>
              <a:gd name="connsiteY756" fmla="*/ 5208795 h 5450835"/>
              <a:gd name="connsiteX757" fmla="*/ 4838919 w 10450132"/>
              <a:gd name="connsiteY757" fmla="*/ 5208795 h 5450835"/>
              <a:gd name="connsiteX758" fmla="*/ 4847982 w 10450132"/>
              <a:gd name="connsiteY758" fmla="*/ 5208795 h 5450835"/>
              <a:gd name="connsiteX759" fmla="*/ 4848772 w 10450132"/>
              <a:gd name="connsiteY759" fmla="*/ 5209255 h 5450835"/>
              <a:gd name="connsiteX760" fmla="*/ 4853303 w 10450132"/>
              <a:gd name="connsiteY760" fmla="*/ 5217136 h 5450835"/>
              <a:gd name="connsiteX761" fmla="*/ 4853303 w 10450132"/>
              <a:gd name="connsiteY761" fmla="*/ 5217990 h 5450835"/>
              <a:gd name="connsiteX762" fmla="*/ 4848772 w 10450132"/>
              <a:gd name="connsiteY762" fmla="*/ 5225873 h 5450835"/>
              <a:gd name="connsiteX763" fmla="*/ 4847982 w 10450132"/>
              <a:gd name="connsiteY763" fmla="*/ 5226332 h 5450835"/>
              <a:gd name="connsiteX764" fmla="*/ 4838919 w 10450132"/>
              <a:gd name="connsiteY764" fmla="*/ 5226332 h 5450835"/>
              <a:gd name="connsiteX765" fmla="*/ 4838132 w 10450132"/>
              <a:gd name="connsiteY765" fmla="*/ 5225873 h 5450835"/>
              <a:gd name="connsiteX766" fmla="*/ 4833598 w 10450132"/>
              <a:gd name="connsiteY766" fmla="*/ 5217990 h 5450835"/>
              <a:gd name="connsiteX767" fmla="*/ 4833598 w 10450132"/>
              <a:gd name="connsiteY767" fmla="*/ 5217136 h 5450835"/>
              <a:gd name="connsiteX768" fmla="*/ 4838132 w 10450132"/>
              <a:gd name="connsiteY768" fmla="*/ 5209255 h 5450835"/>
              <a:gd name="connsiteX769" fmla="*/ 4838919 w 10450132"/>
              <a:gd name="connsiteY769" fmla="*/ 5208795 h 5450835"/>
              <a:gd name="connsiteX770" fmla="*/ 4584538 w 10450132"/>
              <a:gd name="connsiteY770" fmla="*/ 5208795 h 5450835"/>
              <a:gd name="connsiteX771" fmla="*/ 4593603 w 10450132"/>
              <a:gd name="connsiteY771" fmla="*/ 5208795 h 5450835"/>
              <a:gd name="connsiteX772" fmla="*/ 4594390 w 10450132"/>
              <a:gd name="connsiteY772" fmla="*/ 5209255 h 5450835"/>
              <a:gd name="connsiteX773" fmla="*/ 4598922 w 10450132"/>
              <a:gd name="connsiteY773" fmla="*/ 5217136 h 5450835"/>
              <a:gd name="connsiteX774" fmla="*/ 4598922 w 10450132"/>
              <a:gd name="connsiteY774" fmla="*/ 5217990 h 5450835"/>
              <a:gd name="connsiteX775" fmla="*/ 4594390 w 10450132"/>
              <a:gd name="connsiteY775" fmla="*/ 5225873 h 5450835"/>
              <a:gd name="connsiteX776" fmla="*/ 4593603 w 10450132"/>
              <a:gd name="connsiteY776" fmla="*/ 5226332 h 5450835"/>
              <a:gd name="connsiteX777" fmla="*/ 4584538 w 10450132"/>
              <a:gd name="connsiteY777" fmla="*/ 5226332 h 5450835"/>
              <a:gd name="connsiteX778" fmla="*/ 4583749 w 10450132"/>
              <a:gd name="connsiteY778" fmla="*/ 5225873 h 5450835"/>
              <a:gd name="connsiteX779" fmla="*/ 4579218 w 10450132"/>
              <a:gd name="connsiteY779" fmla="*/ 5217990 h 5450835"/>
              <a:gd name="connsiteX780" fmla="*/ 4579218 w 10450132"/>
              <a:gd name="connsiteY780" fmla="*/ 5217136 h 5450835"/>
              <a:gd name="connsiteX781" fmla="*/ 4583749 w 10450132"/>
              <a:gd name="connsiteY781" fmla="*/ 5209255 h 5450835"/>
              <a:gd name="connsiteX782" fmla="*/ 4584538 w 10450132"/>
              <a:gd name="connsiteY782" fmla="*/ 5208795 h 5450835"/>
              <a:gd name="connsiteX783" fmla="*/ 4330157 w 10450132"/>
              <a:gd name="connsiteY783" fmla="*/ 5208795 h 5450835"/>
              <a:gd name="connsiteX784" fmla="*/ 4339222 w 10450132"/>
              <a:gd name="connsiteY784" fmla="*/ 5208795 h 5450835"/>
              <a:gd name="connsiteX785" fmla="*/ 4340010 w 10450132"/>
              <a:gd name="connsiteY785" fmla="*/ 5209255 h 5450835"/>
              <a:gd name="connsiteX786" fmla="*/ 4344540 w 10450132"/>
              <a:gd name="connsiteY786" fmla="*/ 5217136 h 5450835"/>
              <a:gd name="connsiteX787" fmla="*/ 4344540 w 10450132"/>
              <a:gd name="connsiteY787" fmla="*/ 5217990 h 5450835"/>
              <a:gd name="connsiteX788" fmla="*/ 4340010 w 10450132"/>
              <a:gd name="connsiteY788" fmla="*/ 5225873 h 5450835"/>
              <a:gd name="connsiteX789" fmla="*/ 4339222 w 10450132"/>
              <a:gd name="connsiteY789" fmla="*/ 5226332 h 5450835"/>
              <a:gd name="connsiteX790" fmla="*/ 4330157 w 10450132"/>
              <a:gd name="connsiteY790" fmla="*/ 5226332 h 5450835"/>
              <a:gd name="connsiteX791" fmla="*/ 4329369 w 10450132"/>
              <a:gd name="connsiteY791" fmla="*/ 5225873 h 5450835"/>
              <a:gd name="connsiteX792" fmla="*/ 4324836 w 10450132"/>
              <a:gd name="connsiteY792" fmla="*/ 5217990 h 5450835"/>
              <a:gd name="connsiteX793" fmla="*/ 4324836 w 10450132"/>
              <a:gd name="connsiteY793" fmla="*/ 5217136 h 5450835"/>
              <a:gd name="connsiteX794" fmla="*/ 4329369 w 10450132"/>
              <a:gd name="connsiteY794" fmla="*/ 5209255 h 5450835"/>
              <a:gd name="connsiteX795" fmla="*/ 4330157 w 10450132"/>
              <a:gd name="connsiteY795" fmla="*/ 5208795 h 5450835"/>
              <a:gd name="connsiteX796" fmla="*/ 4076028 w 10450132"/>
              <a:gd name="connsiteY796" fmla="*/ 5208795 h 5450835"/>
              <a:gd name="connsiteX797" fmla="*/ 4085093 w 10450132"/>
              <a:gd name="connsiteY797" fmla="*/ 5208795 h 5450835"/>
              <a:gd name="connsiteX798" fmla="*/ 4085880 w 10450132"/>
              <a:gd name="connsiteY798" fmla="*/ 5209255 h 5450835"/>
              <a:gd name="connsiteX799" fmla="*/ 4090413 w 10450132"/>
              <a:gd name="connsiteY799" fmla="*/ 5217136 h 5450835"/>
              <a:gd name="connsiteX800" fmla="*/ 4090413 w 10450132"/>
              <a:gd name="connsiteY800" fmla="*/ 5217990 h 5450835"/>
              <a:gd name="connsiteX801" fmla="*/ 4085880 w 10450132"/>
              <a:gd name="connsiteY801" fmla="*/ 5225873 h 5450835"/>
              <a:gd name="connsiteX802" fmla="*/ 4085093 w 10450132"/>
              <a:gd name="connsiteY802" fmla="*/ 5226332 h 5450835"/>
              <a:gd name="connsiteX803" fmla="*/ 4076028 w 10450132"/>
              <a:gd name="connsiteY803" fmla="*/ 5226332 h 5450835"/>
              <a:gd name="connsiteX804" fmla="*/ 4075240 w 10450132"/>
              <a:gd name="connsiteY804" fmla="*/ 5225873 h 5450835"/>
              <a:gd name="connsiteX805" fmla="*/ 4070708 w 10450132"/>
              <a:gd name="connsiteY805" fmla="*/ 5217990 h 5450835"/>
              <a:gd name="connsiteX806" fmla="*/ 4070708 w 10450132"/>
              <a:gd name="connsiteY806" fmla="*/ 5217136 h 5450835"/>
              <a:gd name="connsiteX807" fmla="*/ 4075240 w 10450132"/>
              <a:gd name="connsiteY807" fmla="*/ 5209255 h 5450835"/>
              <a:gd name="connsiteX808" fmla="*/ 4076028 w 10450132"/>
              <a:gd name="connsiteY808" fmla="*/ 5208795 h 5450835"/>
              <a:gd name="connsiteX809" fmla="*/ 3821479 w 10450132"/>
              <a:gd name="connsiteY809" fmla="*/ 5208795 h 5450835"/>
              <a:gd name="connsiteX810" fmla="*/ 3830543 w 10450132"/>
              <a:gd name="connsiteY810" fmla="*/ 5208795 h 5450835"/>
              <a:gd name="connsiteX811" fmla="*/ 3831333 w 10450132"/>
              <a:gd name="connsiteY811" fmla="*/ 5209255 h 5450835"/>
              <a:gd name="connsiteX812" fmla="*/ 3835865 w 10450132"/>
              <a:gd name="connsiteY812" fmla="*/ 5217136 h 5450835"/>
              <a:gd name="connsiteX813" fmla="*/ 3835865 w 10450132"/>
              <a:gd name="connsiteY813" fmla="*/ 5217990 h 5450835"/>
              <a:gd name="connsiteX814" fmla="*/ 3831333 w 10450132"/>
              <a:gd name="connsiteY814" fmla="*/ 5225873 h 5450835"/>
              <a:gd name="connsiteX815" fmla="*/ 3830543 w 10450132"/>
              <a:gd name="connsiteY815" fmla="*/ 5226332 h 5450835"/>
              <a:gd name="connsiteX816" fmla="*/ 3821479 w 10450132"/>
              <a:gd name="connsiteY816" fmla="*/ 5226332 h 5450835"/>
              <a:gd name="connsiteX817" fmla="*/ 3820691 w 10450132"/>
              <a:gd name="connsiteY817" fmla="*/ 5225873 h 5450835"/>
              <a:gd name="connsiteX818" fmla="*/ 3816158 w 10450132"/>
              <a:gd name="connsiteY818" fmla="*/ 5217990 h 5450835"/>
              <a:gd name="connsiteX819" fmla="*/ 3816158 w 10450132"/>
              <a:gd name="connsiteY819" fmla="*/ 5217136 h 5450835"/>
              <a:gd name="connsiteX820" fmla="*/ 3820691 w 10450132"/>
              <a:gd name="connsiteY820" fmla="*/ 5209255 h 5450835"/>
              <a:gd name="connsiteX821" fmla="*/ 3821479 w 10450132"/>
              <a:gd name="connsiteY821" fmla="*/ 5208795 h 5450835"/>
              <a:gd name="connsiteX822" fmla="*/ 3567110 w 10450132"/>
              <a:gd name="connsiteY822" fmla="*/ 5208795 h 5450835"/>
              <a:gd name="connsiteX823" fmla="*/ 3576174 w 10450132"/>
              <a:gd name="connsiteY823" fmla="*/ 5208795 h 5450835"/>
              <a:gd name="connsiteX824" fmla="*/ 3576963 w 10450132"/>
              <a:gd name="connsiteY824" fmla="*/ 5209255 h 5450835"/>
              <a:gd name="connsiteX825" fmla="*/ 3581495 w 10450132"/>
              <a:gd name="connsiteY825" fmla="*/ 5217136 h 5450835"/>
              <a:gd name="connsiteX826" fmla="*/ 3581495 w 10450132"/>
              <a:gd name="connsiteY826" fmla="*/ 5217990 h 5450835"/>
              <a:gd name="connsiteX827" fmla="*/ 3576963 w 10450132"/>
              <a:gd name="connsiteY827" fmla="*/ 5225873 h 5450835"/>
              <a:gd name="connsiteX828" fmla="*/ 3576174 w 10450132"/>
              <a:gd name="connsiteY828" fmla="*/ 5226332 h 5450835"/>
              <a:gd name="connsiteX829" fmla="*/ 3567110 w 10450132"/>
              <a:gd name="connsiteY829" fmla="*/ 5226332 h 5450835"/>
              <a:gd name="connsiteX830" fmla="*/ 3566322 w 10450132"/>
              <a:gd name="connsiteY830" fmla="*/ 5225873 h 5450835"/>
              <a:gd name="connsiteX831" fmla="*/ 3561788 w 10450132"/>
              <a:gd name="connsiteY831" fmla="*/ 5217990 h 5450835"/>
              <a:gd name="connsiteX832" fmla="*/ 3561788 w 10450132"/>
              <a:gd name="connsiteY832" fmla="*/ 5217136 h 5450835"/>
              <a:gd name="connsiteX833" fmla="*/ 3566322 w 10450132"/>
              <a:gd name="connsiteY833" fmla="*/ 5209255 h 5450835"/>
              <a:gd name="connsiteX834" fmla="*/ 3567110 w 10450132"/>
              <a:gd name="connsiteY834" fmla="*/ 5208795 h 5450835"/>
              <a:gd name="connsiteX835" fmla="*/ 3312607 w 10450132"/>
              <a:gd name="connsiteY835" fmla="*/ 5208795 h 5450835"/>
              <a:gd name="connsiteX836" fmla="*/ 3321671 w 10450132"/>
              <a:gd name="connsiteY836" fmla="*/ 5208795 h 5450835"/>
              <a:gd name="connsiteX837" fmla="*/ 3322459 w 10450132"/>
              <a:gd name="connsiteY837" fmla="*/ 5209255 h 5450835"/>
              <a:gd name="connsiteX838" fmla="*/ 3326991 w 10450132"/>
              <a:gd name="connsiteY838" fmla="*/ 5217136 h 5450835"/>
              <a:gd name="connsiteX839" fmla="*/ 3326991 w 10450132"/>
              <a:gd name="connsiteY839" fmla="*/ 5217990 h 5450835"/>
              <a:gd name="connsiteX840" fmla="*/ 3322459 w 10450132"/>
              <a:gd name="connsiteY840" fmla="*/ 5225873 h 5450835"/>
              <a:gd name="connsiteX841" fmla="*/ 3321671 w 10450132"/>
              <a:gd name="connsiteY841" fmla="*/ 5226332 h 5450835"/>
              <a:gd name="connsiteX842" fmla="*/ 3312607 w 10450132"/>
              <a:gd name="connsiteY842" fmla="*/ 5226332 h 5450835"/>
              <a:gd name="connsiteX843" fmla="*/ 3311819 w 10450132"/>
              <a:gd name="connsiteY843" fmla="*/ 5225873 h 5450835"/>
              <a:gd name="connsiteX844" fmla="*/ 3307286 w 10450132"/>
              <a:gd name="connsiteY844" fmla="*/ 5217990 h 5450835"/>
              <a:gd name="connsiteX845" fmla="*/ 3307286 w 10450132"/>
              <a:gd name="connsiteY845" fmla="*/ 5217136 h 5450835"/>
              <a:gd name="connsiteX846" fmla="*/ 3311819 w 10450132"/>
              <a:gd name="connsiteY846" fmla="*/ 5209255 h 5450835"/>
              <a:gd name="connsiteX847" fmla="*/ 3312607 w 10450132"/>
              <a:gd name="connsiteY847" fmla="*/ 5208795 h 5450835"/>
              <a:gd name="connsiteX848" fmla="*/ 3058377 w 10450132"/>
              <a:gd name="connsiteY848" fmla="*/ 5208795 h 5450835"/>
              <a:gd name="connsiteX849" fmla="*/ 3067441 w 10450132"/>
              <a:gd name="connsiteY849" fmla="*/ 5208795 h 5450835"/>
              <a:gd name="connsiteX850" fmla="*/ 3068230 w 10450132"/>
              <a:gd name="connsiteY850" fmla="*/ 5209255 h 5450835"/>
              <a:gd name="connsiteX851" fmla="*/ 3072762 w 10450132"/>
              <a:gd name="connsiteY851" fmla="*/ 5217136 h 5450835"/>
              <a:gd name="connsiteX852" fmla="*/ 3072762 w 10450132"/>
              <a:gd name="connsiteY852" fmla="*/ 5217990 h 5450835"/>
              <a:gd name="connsiteX853" fmla="*/ 3068230 w 10450132"/>
              <a:gd name="connsiteY853" fmla="*/ 5225873 h 5450835"/>
              <a:gd name="connsiteX854" fmla="*/ 3067441 w 10450132"/>
              <a:gd name="connsiteY854" fmla="*/ 5226332 h 5450835"/>
              <a:gd name="connsiteX855" fmla="*/ 3058377 w 10450132"/>
              <a:gd name="connsiteY855" fmla="*/ 5226332 h 5450835"/>
              <a:gd name="connsiteX856" fmla="*/ 3057589 w 10450132"/>
              <a:gd name="connsiteY856" fmla="*/ 5225873 h 5450835"/>
              <a:gd name="connsiteX857" fmla="*/ 3053056 w 10450132"/>
              <a:gd name="connsiteY857" fmla="*/ 5217990 h 5450835"/>
              <a:gd name="connsiteX858" fmla="*/ 3053056 w 10450132"/>
              <a:gd name="connsiteY858" fmla="*/ 5217136 h 5450835"/>
              <a:gd name="connsiteX859" fmla="*/ 3057589 w 10450132"/>
              <a:gd name="connsiteY859" fmla="*/ 5209255 h 5450835"/>
              <a:gd name="connsiteX860" fmla="*/ 3058377 w 10450132"/>
              <a:gd name="connsiteY860" fmla="*/ 5208795 h 5450835"/>
              <a:gd name="connsiteX861" fmla="*/ 2803834 w 10450132"/>
              <a:gd name="connsiteY861" fmla="*/ 5208795 h 5450835"/>
              <a:gd name="connsiteX862" fmla="*/ 2812898 w 10450132"/>
              <a:gd name="connsiteY862" fmla="*/ 5208795 h 5450835"/>
              <a:gd name="connsiteX863" fmla="*/ 2813685 w 10450132"/>
              <a:gd name="connsiteY863" fmla="*/ 5209255 h 5450835"/>
              <a:gd name="connsiteX864" fmla="*/ 2818217 w 10450132"/>
              <a:gd name="connsiteY864" fmla="*/ 5217136 h 5450835"/>
              <a:gd name="connsiteX865" fmla="*/ 2818217 w 10450132"/>
              <a:gd name="connsiteY865" fmla="*/ 5217990 h 5450835"/>
              <a:gd name="connsiteX866" fmla="*/ 2813685 w 10450132"/>
              <a:gd name="connsiteY866" fmla="*/ 5225873 h 5450835"/>
              <a:gd name="connsiteX867" fmla="*/ 2812898 w 10450132"/>
              <a:gd name="connsiteY867" fmla="*/ 5226332 h 5450835"/>
              <a:gd name="connsiteX868" fmla="*/ 2803834 w 10450132"/>
              <a:gd name="connsiteY868" fmla="*/ 5226332 h 5450835"/>
              <a:gd name="connsiteX869" fmla="*/ 2803044 w 10450132"/>
              <a:gd name="connsiteY869" fmla="*/ 5225873 h 5450835"/>
              <a:gd name="connsiteX870" fmla="*/ 2798513 w 10450132"/>
              <a:gd name="connsiteY870" fmla="*/ 5217990 h 5450835"/>
              <a:gd name="connsiteX871" fmla="*/ 2798513 w 10450132"/>
              <a:gd name="connsiteY871" fmla="*/ 5217136 h 5450835"/>
              <a:gd name="connsiteX872" fmla="*/ 2803044 w 10450132"/>
              <a:gd name="connsiteY872" fmla="*/ 5209255 h 5450835"/>
              <a:gd name="connsiteX873" fmla="*/ 2803834 w 10450132"/>
              <a:gd name="connsiteY873" fmla="*/ 5208795 h 5450835"/>
              <a:gd name="connsiteX874" fmla="*/ 2549481 w 10450132"/>
              <a:gd name="connsiteY874" fmla="*/ 5208795 h 5450835"/>
              <a:gd name="connsiteX875" fmla="*/ 2558547 w 10450132"/>
              <a:gd name="connsiteY875" fmla="*/ 5208795 h 5450835"/>
              <a:gd name="connsiteX876" fmla="*/ 2559334 w 10450132"/>
              <a:gd name="connsiteY876" fmla="*/ 5209255 h 5450835"/>
              <a:gd name="connsiteX877" fmla="*/ 2563866 w 10450132"/>
              <a:gd name="connsiteY877" fmla="*/ 5217136 h 5450835"/>
              <a:gd name="connsiteX878" fmla="*/ 2563866 w 10450132"/>
              <a:gd name="connsiteY878" fmla="*/ 5217990 h 5450835"/>
              <a:gd name="connsiteX879" fmla="*/ 2559334 w 10450132"/>
              <a:gd name="connsiteY879" fmla="*/ 5225873 h 5450835"/>
              <a:gd name="connsiteX880" fmla="*/ 2558547 w 10450132"/>
              <a:gd name="connsiteY880" fmla="*/ 5226332 h 5450835"/>
              <a:gd name="connsiteX881" fmla="*/ 2549481 w 10450132"/>
              <a:gd name="connsiteY881" fmla="*/ 5226332 h 5450835"/>
              <a:gd name="connsiteX882" fmla="*/ 2548693 w 10450132"/>
              <a:gd name="connsiteY882" fmla="*/ 5225873 h 5450835"/>
              <a:gd name="connsiteX883" fmla="*/ 2544162 w 10450132"/>
              <a:gd name="connsiteY883" fmla="*/ 5217990 h 5450835"/>
              <a:gd name="connsiteX884" fmla="*/ 2544162 w 10450132"/>
              <a:gd name="connsiteY884" fmla="*/ 5217136 h 5450835"/>
              <a:gd name="connsiteX885" fmla="*/ 2548693 w 10450132"/>
              <a:gd name="connsiteY885" fmla="*/ 5209255 h 5450835"/>
              <a:gd name="connsiteX886" fmla="*/ 2549481 w 10450132"/>
              <a:gd name="connsiteY886" fmla="*/ 5208795 h 5450835"/>
              <a:gd name="connsiteX887" fmla="*/ 2294981 w 10450132"/>
              <a:gd name="connsiteY887" fmla="*/ 5208795 h 5450835"/>
              <a:gd name="connsiteX888" fmla="*/ 2304046 w 10450132"/>
              <a:gd name="connsiteY888" fmla="*/ 5208795 h 5450835"/>
              <a:gd name="connsiteX889" fmla="*/ 2304834 w 10450132"/>
              <a:gd name="connsiteY889" fmla="*/ 5209255 h 5450835"/>
              <a:gd name="connsiteX890" fmla="*/ 2309366 w 10450132"/>
              <a:gd name="connsiteY890" fmla="*/ 5217136 h 5450835"/>
              <a:gd name="connsiteX891" fmla="*/ 2309366 w 10450132"/>
              <a:gd name="connsiteY891" fmla="*/ 5217990 h 5450835"/>
              <a:gd name="connsiteX892" fmla="*/ 2304834 w 10450132"/>
              <a:gd name="connsiteY892" fmla="*/ 5225872 h 5450835"/>
              <a:gd name="connsiteX893" fmla="*/ 2304046 w 10450132"/>
              <a:gd name="connsiteY893" fmla="*/ 5226331 h 5450835"/>
              <a:gd name="connsiteX894" fmla="*/ 2294981 w 10450132"/>
              <a:gd name="connsiteY894" fmla="*/ 5226331 h 5450835"/>
              <a:gd name="connsiteX895" fmla="*/ 2294193 w 10450132"/>
              <a:gd name="connsiteY895" fmla="*/ 5225872 h 5450835"/>
              <a:gd name="connsiteX896" fmla="*/ 2289662 w 10450132"/>
              <a:gd name="connsiteY896" fmla="*/ 5217990 h 5450835"/>
              <a:gd name="connsiteX897" fmla="*/ 2289662 w 10450132"/>
              <a:gd name="connsiteY897" fmla="*/ 5217136 h 5450835"/>
              <a:gd name="connsiteX898" fmla="*/ 2294193 w 10450132"/>
              <a:gd name="connsiteY898" fmla="*/ 5209255 h 5450835"/>
              <a:gd name="connsiteX899" fmla="*/ 2294981 w 10450132"/>
              <a:gd name="connsiteY899" fmla="*/ 5208795 h 5450835"/>
              <a:gd name="connsiteX900" fmla="*/ 2040691 w 10450132"/>
              <a:gd name="connsiteY900" fmla="*/ 5208795 h 5450835"/>
              <a:gd name="connsiteX901" fmla="*/ 2049755 w 10450132"/>
              <a:gd name="connsiteY901" fmla="*/ 5208795 h 5450835"/>
              <a:gd name="connsiteX902" fmla="*/ 2050543 w 10450132"/>
              <a:gd name="connsiteY902" fmla="*/ 5209255 h 5450835"/>
              <a:gd name="connsiteX903" fmla="*/ 2055074 w 10450132"/>
              <a:gd name="connsiteY903" fmla="*/ 5217136 h 5450835"/>
              <a:gd name="connsiteX904" fmla="*/ 2055074 w 10450132"/>
              <a:gd name="connsiteY904" fmla="*/ 5217990 h 5450835"/>
              <a:gd name="connsiteX905" fmla="*/ 2050543 w 10450132"/>
              <a:gd name="connsiteY905" fmla="*/ 5225873 h 5450835"/>
              <a:gd name="connsiteX906" fmla="*/ 2049755 w 10450132"/>
              <a:gd name="connsiteY906" fmla="*/ 5226332 h 5450835"/>
              <a:gd name="connsiteX907" fmla="*/ 2040691 w 10450132"/>
              <a:gd name="connsiteY907" fmla="*/ 5226332 h 5450835"/>
              <a:gd name="connsiteX908" fmla="*/ 2039902 w 10450132"/>
              <a:gd name="connsiteY908" fmla="*/ 5225873 h 5450835"/>
              <a:gd name="connsiteX909" fmla="*/ 2035368 w 10450132"/>
              <a:gd name="connsiteY909" fmla="*/ 5217990 h 5450835"/>
              <a:gd name="connsiteX910" fmla="*/ 2035368 w 10450132"/>
              <a:gd name="connsiteY910" fmla="*/ 5217136 h 5450835"/>
              <a:gd name="connsiteX911" fmla="*/ 2039902 w 10450132"/>
              <a:gd name="connsiteY911" fmla="*/ 5209255 h 5450835"/>
              <a:gd name="connsiteX912" fmla="*/ 2040691 w 10450132"/>
              <a:gd name="connsiteY912" fmla="*/ 5208795 h 5450835"/>
              <a:gd name="connsiteX913" fmla="*/ 1786206 w 10450132"/>
              <a:gd name="connsiteY913" fmla="*/ 5208795 h 5450835"/>
              <a:gd name="connsiteX914" fmla="*/ 1795271 w 10450132"/>
              <a:gd name="connsiteY914" fmla="*/ 5208795 h 5450835"/>
              <a:gd name="connsiteX915" fmla="*/ 1796059 w 10450132"/>
              <a:gd name="connsiteY915" fmla="*/ 5209255 h 5450835"/>
              <a:gd name="connsiteX916" fmla="*/ 1800590 w 10450132"/>
              <a:gd name="connsiteY916" fmla="*/ 5217136 h 5450835"/>
              <a:gd name="connsiteX917" fmla="*/ 1800590 w 10450132"/>
              <a:gd name="connsiteY917" fmla="*/ 5217990 h 5450835"/>
              <a:gd name="connsiteX918" fmla="*/ 1796059 w 10450132"/>
              <a:gd name="connsiteY918" fmla="*/ 5225873 h 5450835"/>
              <a:gd name="connsiteX919" fmla="*/ 1795271 w 10450132"/>
              <a:gd name="connsiteY919" fmla="*/ 5226332 h 5450835"/>
              <a:gd name="connsiteX920" fmla="*/ 1786206 w 10450132"/>
              <a:gd name="connsiteY920" fmla="*/ 5226332 h 5450835"/>
              <a:gd name="connsiteX921" fmla="*/ 1785418 w 10450132"/>
              <a:gd name="connsiteY921" fmla="*/ 5225873 h 5450835"/>
              <a:gd name="connsiteX922" fmla="*/ 1780886 w 10450132"/>
              <a:gd name="connsiteY922" fmla="*/ 5217990 h 5450835"/>
              <a:gd name="connsiteX923" fmla="*/ 1780886 w 10450132"/>
              <a:gd name="connsiteY923" fmla="*/ 5217136 h 5450835"/>
              <a:gd name="connsiteX924" fmla="*/ 1785418 w 10450132"/>
              <a:gd name="connsiteY924" fmla="*/ 5209255 h 5450835"/>
              <a:gd name="connsiteX925" fmla="*/ 1786206 w 10450132"/>
              <a:gd name="connsiteY925" fmla="*/ 5208795 h 5450835"/>
              <a:gd name="connsiteX926" fmla="*/ 1531849 w 10450132"/>
              <a:gd name="connsiteY926" fmla="*/ 5208795 h 5450835"/>
              <a:gd name="connsiteX927" fmla="*/ 1540912 w 10450132"/>
              <a:gd name="connsiteY927" fmla="*/ 5208795 h 5450835"/>
              <a:gd name="connsiteX928" fmla="*/ 1541701 w 10450132"/>
              <a:gd name="connsiteY928" fmla="*/ 5209255 h 5450835"/>
              <a:gd name="connsiteX929" fmla="*/ 1546233 w 10450132"/>
              <a:gd name="connsiteY929" fmla="*/ 5217136 h 5450835"/>
              <a:gd name="connsiteX930" fmla="*/ 1546233 w 10450132"/>
              <a:gd name="connsiteY930" fmla="*/ 5217990 h 5450835"/>
              <a:gd name="connsiteX931" fmla="*/ 1541701 w 10450132"/>
              <a:gd name="connsiteY931" fmla="*/ 5225873 h 5450835"/>
              <a:gd name="connsiteX932" fmla="*/ 1540912 w 10450132"/>
              <a:gd name="connsiteY932" fmla="*/ 5226332 h 5450835"/>
              <a:gd name="connsiteX933" fmla="*/ 1531849 w 10450132"/>
              <a:gd name="connsiteY933" fmla="*/ 5226332 h 5450835"/>
              <a:gd name="connsiteX934" fmla="*/ 1531061 w 10450132"/>
              <a:gd name="connsiteY934" fmla="*/ 5225873 h 5450835"/>
              <a:gd name="connsiteX935" fmla="*/ 1526528 w 10450132"/>
              <a:gd name="connsiteY935" fmla="*/ 5217990 h 5450835"/>
              <a:gd name="connsiteX936" fmla="*/ 1526528 w 10450132"/>
              <a:gd name="connsiteY936" fmla="*/ 5217136 h 5450835"/>
              <a:gd name="connsiteX937" fmla="*/ 1531061 w 10450132"/>
              <a:gd name="connsiteY937" fmla="*/ 5209255 h 5450835"/>
              <a:gd name="connsiteX938" fmla="*/ 1531849 w 10450132"/>
              <a:gd name="connsiteY938" fmla="*/ 5208795 h 5450835"/>
              <a:gd name="connsiteX939" fmla="*/ 1277530 w 10450132"/>
              <a:gd name="connsiteY939" fmla="*/ 5208795 h 5450835"/>
              <a:gd name="connsiteX940" fmla="*/ 1286594 w 10450132"/>
              <a:gd name="connsiteY940" fmla="*/ 5208795 h 5450835"/>
              <a:gd name="connsiteX941" fmla="*/ 1287384 w 10450132"/>
              <a:gd name="connsiteY941" fmla="*/ 5209255 h 5450835"/>
              <a:gd name="connsiteX942" fmla="*/ 1291914 w 10450132"/>
              <a:gd name="connsiteY942" fmla="*/ 5217136 h 5450835"/>
              <a:gd name="connsiteX943" fmla="*/ 1291914 w 10450132"/>
              <a:gd name="connsiteY943" fmla="*/ 5217990 h 5450835"/>
              <a:gd name="connsiteX944" fmla="*/ 1287384 w 10450132"/>
              <a:gd name="connsiteY944" fmla="*/ 5225873 h 5450835"/>
              <a:gd name="connsiteX945" fmla="*/ 1286594 w 10450132"/>
              <a:gd name="connsiteY945" fmla="*/ 5226332 h 5450835"/>
              <a:gd name="connsiteX946" fmla="*/ 1277530 w 10450132"/>
              <a:gd name="connsiteY946" fmla="*/ 5226332 h 5450835"/>
              <a:gd name="connsiteX947" fmla="*/ 1276743 w 10450132"/>
              <a:gd name="connsiteY947" fmla="*/ 5225873 h 5450835"/>
              <a:gd name="connsiteX948" fmla="*/ 1272211 w 10450132"/>
              <a:gd name="connsiteY948" fmla="*/ 5217990 h 5450835"/>
              <a:gd name="connsiteX949" fmla="*/ 1272211 w 10450132"/>
              <a:gd name="connsiteY949" fmla="*/ 5217136 h 5450835"/>
              <a:gd name="connsiteX950" fmla="*/ 1276743 w 10450132"/>
              <a:gd name="connsiteY950" fmla="*/ 5209255 h 5450835"/>
              <a:gd name="connsiteX951" fmla="*/ 1277530 w 10450132"/>
              <a:gd name="connsiteY951" fmla="*/ 5208795 h 5450835"/>
              <a:gd name="connsiteX952" fmla="*/ 1023075 w 10450132"/>
              <a:gd name="connsiteY952" fmla="*/ 5208795 h 5450835"/>
              <a:gd name="connsiteX953" fmla="*/ 1032138 w 10450132"/>
              <a:gd name="connsiteY953" fmla="*/ 5208795 h 5450835"/>
              <a:gd name="connsiteX954" fmla="*/ 1032926 w 10450132"/>
              <a:gd name="connsiteY954" fmla="*/ 5209255 h 5450835"/>
              <a:gd name="connsiteX955" fmla="*/ 1037458 w 10450132"/>
              <a:gd name="connsiteY955" fmla="*/ 5217136 h 5450835"/>
              <a:gd name="connsiteX956" fmla="*/ 1037458 w 10450132"/>
              <a:gd name="connsiteY956" fmla="*/ 5217990 h 5450835"/>
              <a:gd name="connsiteX957" fmla="*/ 1032926 w 10450132"/>
              <a:gd name="connsiteY957" fmla="*/ 5225873 h 5450835"/>
              <a:gd name="connsiteX958" fmla="*/ 1032138 w 10450132"/>
              <a:gd name="connsiteY958" fmla="*/ 5226332 h 5450835"/>
              <a:gd name="connsiteX959" fmla="*/ 1023075 w 10450132"/>
              <a:gd name="connsiteY959" fmla="*/ 5226332 h 5450835"/>
              <a:gd name="connsiteX960" fmla="*/ 1022288 w 10450132"/>
              <a:gd name="connsiteY960" fmla="*/ 5225873 h 5450835"/>
              <a:gd name="connsiteX961" fmla="*/ 1017753 w 10450132"/>
              <a:gd name="connsiteY961" fmla="*/ 5217990 h 5450835"/>
              <a:gd name="connsiteX962" fmla="*/ 1017753 w 10450132"/>
              <a:gd name="connsiteY962" fmla="*/ 5217136 h 5450835"/>
              <a:gd name="connsiteX963" fmla="*/ 1022288 w 10450132"/>
              <a:gd name="connsiteY963" fmla="*/ 5209255 h 5450835"/>
              <a:gd name="connsiteX964" fmla="*/ 1023075 w 10450132"/>
              <a:gd name="connsiteY964" fmla="*/ 5208795 h 5450835"/>
              <a:gd name="connsiteX965" fmla="*/ 768610 w 10450132"/>
              <a:gd name="connsiteY965" fmla="*/ 5208795 h 5450835"/>
              <a:gd name="connsiteX966" fmla="*/ 777673 w 10450132"/>
              <a:gd name="connsiteY966" fmla="*/ 5208795 h 5450835"/>
              <a:gd name="connsiteX967" fmla="*/ 778461 w 10450132"/>
              <a:gd name="connsiteY967" fmla="*/ 5209255 h 5450835"/>
              <a:gd name="connsiteX968" fmla="*/ 782993 w 10450132"/>
              <a:gd name="connsiteY968" fmla="*/ 5217136 h 5450835"/>
              <a:gd name="connsiteX969" fmla="*/ 782993 w 10450132"/>
              <a:gd name="connsiteY969" fmla="*/ 5217990 h 5450835"/>
              <a:gd name="connsiteX970" fmla="*/ 778461 w 10450132"/>
              <a:gd name="connsiteY970" fmla="*/ 5225873 h 5450835"/>
              <a:gd name="connsiteX971" fmla="*/ 777673 w 10450132"/>
              <a:gd name="connsiteY971" fmla="*/ 5226332 h 5450835"/>
              <a:gd name="connsiteX972" fmla="*/ 768610 w 10450132"/>
              <a:gd name="connsiteY972" fmla="*/ 5226332 h 5450835"/>
              <a:gd name="connsiteX973" fmla="*/ 767822 w 10450132"/>
              <a:gd name="connsiteY973" fmla="*/ 5225873 h 5450835"/>
              <a:gd name="connsiteX974" fmla="*/ 763289 w 10450132"/>
              <a:gd name="connsiteY974" fmla="*/ 5217990 h 5450835"/>
              <a:gd name="connsiteX975" fmla="*/ 763289 w 10450132"/>
              <a:gd name="connsiteY975" fmla="*/ 5217136 h 5450835"/>
              <a:gd name="connsiteX976" fmla="*/ 767822 w 10450132"/>
              <a:gd name="connsiteY976" fmla="*/ 5209255 h 5450835"/>
              <a:gd name="connsiteX977" fmla="*/ 768610 w 10450132"/>
              <a:gd name="connsiteY977" fmla="*/ 5208795 h 5450835"/>
              <a:gd name="connsiteX978" fmla="*/ 514340 w 10450132"/>
              <a:gd name="connsiteY978" fmla="*/ 5208795 h 5450835"/>
              <a:gd name="connsiteX979" fmla="*/ 523403 w 10450132"/>
              <a:gd name="connsiteY979" fmla="*/ 5208795 h 5450835"/>
              <a:gd name="connsiteX980" fmla="*/ 524191 w 10450132"/>
              <a:gd name="connsiteY980" fmla="*/ 5209255 h 5450835"/>
              <a:gd name="connsiteX981" fmla="*/ 528723 w 10450132"/>
              <a:gd name="connsiteY981" fmla="*/ 5217136 h 5450835"/>
              <a:gd name="connsiteX982" fmla="*/ 528723 w 10450132"/>
              <a:gd name="connsiteY982" fmla="*/ 5217990 h 5450835"/>
              <a:gd name="connsiteX983" fmla="*/ 524191 w 10450132"/>
              <a:gd name="connsiteY983" fmla="*/ 5225873 h 5450835"/>
              <a:gd name="connsiteX984" fmla="*/ 523403 w 10450132"/>
              <a:gd name="connsiteY984" fmla="*/ 5226332 h 5450835"/>
              <a:gd name="connsiteX985" fmla="*/ 514340 w 10450132"/>
              <a:gd name="connsiteY985" fmla="*/ 5226332 h 5450835"/>
              <a:gd name="connsiteX986" fmla="*/ 513553 w 10450132"/>
              <a:gd name="connsiteY986" fmla="*/ 5225873 h 5450835"/>
              <a:gd name="connsiteX987" fmla="*/ 509020 w 10450132"/>
              <a:gd name="connsiteY987" fmla="*/ 5217990 h 5450835"/>
              <a:gd name="connsiteX988" fmla="*/ 509020 w 10450132"/>
              <a:gd name="connsiteY988" fmla="*/ 5217136 h 5450835"/>
              <a:gd name="connsiteX989" fmla="*/ 513553 w 10450132"/>
              <a:gd name="connsiteY989" fmla="*/ 5209255 h 5450835"/>
              <a:gd name="connsiteX990" fmla="*/ 514340 w 10450132"/>
              <a:gd name="connsiteY990" fmla="*/ 5208795 h 5450835"/>
              <a:gd name="connsiteX991" fmla="*/ 259963 w 10450132"/>
              <a:gd name="connsiteY991" fmla="*/ 5208795 h 5450835"/>
              <a:gd name="connsiteX992" fmla="*/ 269027 w 10450132"/>
              <a:gd name="connsiteY992" fmla="*/ 5208795 h 5450835"/>
              <a:gd name="connsiteX993" fmla="*/ 269815 w 10450132"/>
              <a:gd name="connsiteY993" fmla="*/ 5209255 h 5450835"/>
              <a:gd name="connsiteX994" fmla="*/ 274346 w 10450132"/>
              <a:gd name="connsiteY994" fmla="*/ 5217136 h 5450835"/>
              <a:gd name="connsiteX995" fmla="*/ 274346 w 10450132"/>
              <a:gd name="connsiteY995" fmla="*/ 5217990 h 5450835"/>
              <a:gd name="connsiteX996" fmla="*/ 269815 w 10450132"/>
              <a:gd name="connsiteY996" fmla="*/ 5225873 h 5450835"/>
              <a:gd name="connsiteX997" fmla="*/ 269027 w 10450132"/>
              <a:gd name="connsiteY997" fmla="*/ 5226332 h 5450835"/>
              <a:gd name="connsiteX998" fmla="*/ 259963 w 10450132"/>
              <a:gd name="connsiteY998" fmla="*/ 5226332 h 5450835"/>
              <a:gd name="connsiteX999" fmla="*/ 259174 w 10450132"/>
              <a:gd name="connsiteY999" fmla="*/ 5225873 h 5450835"/>
              <a:gd name="connsiteX1000" fmla="*/ 254642 w 10450132"/>
              <a:gd name="connsiteY1000" fmla="*/ 5217990 h 5450835"/>
              <a:gd name="connsiteX1001" fmla="*/ 254642 w 10450132"/>
              <a:gd name="connsiteY1001" fmla="*/ 5217136 h 5450835"/>
              <a:gd name="connsiteX1002" fmla="*/ 259174 w 10450132"/>
              <a:gd name="connsiteY1002" fmla="*/ 5209255 h 5450835"/>
              <a:gd name="connsiteX1003" fmla="*/ 259963 w 10450132"/>
              <a:gd name="connsiteY1003" fmla="*/ 5208795 h 5450835"/>
              <a:gd name="connsiteX1004" fmla="*/ 5521 w 10450132"/>
              <a:gd name="connsiteY1004" fmla="*/ 5208795 h 5450835"/>
              <a:gd name="connsiteX1005" fmla="*/ 14585 w 10450132"/>
              <a:gd name="connsiteY1005" fmla="*/ 5208795 h 5450835"/>
              <a:gd name="connsiteX1006" fmla="*/ 15373 w 10450132"/>
              <a:gd name="connsiteY1006" fmla="*/ 5209255 h 5450835"/>
              <a:gd name="connsiteX1007" fmla="*/ 19905 w 10450132"/>
              <a:gd name="connsiteY1007" fmla="*/ 5217136 h 5450835"/>
              <a:gd name="connsiteX1008" fmla="*/ 19905 w 10450132"/>
              <a:gd name="connsiteY1008" fmla="*/ 5217990 h 5450835"/>
              <a:gd name="connsiteX1009" fmla="*/ 15373 w 10450132"/>
              <a:gd name="connsiteY1009" fmla="*/ 5225873 h 5450835"/>
              <a:gd name="connsiteX1010" fmla="*/ 14585 w 10450132"/>
              <a:gd name="connsiteY1010" fmla="*/ 5226332 h 5450835"/>
              <a:gd name="connsiteX1011" fmla="*/ 5521 w 10450132"/>
              <a:gd name="connsiteY1011" fmla="*/ 5226332 h 5450835"/>
              <a:gd name="connsiteX1012" fmla="*/ 4732 w 10450132"/>
              <a:gd name="connsiteY1012" fmla="*/ 5225873 h 5450835"/>
              <a:gd name="connsiteX1013" fmla="*/ 200 w 10450132"/>
              <a:gd name="connsiteY1013" fmla="*/ 5217990 h 5450835"/>
              <a:gd name="connsiteX1014" fmla="*/ 200 w 10450132"/>
              <a:gd name="connsiteY1014" fmla="*/ 5217136 h 5450835"/>
              <a:gd name="connsiteX1015" fmla="*/ 4732 w 10450132"/>
              <a:gd name="connsiteY1015" fmla="*/ 5209255 h 5450835"/>
              <a:gd name="connsiteX1016" fmla="*/ 5521 w 10450132"/>
              <a:gd name="connsiteY1016" fmla="*/ 5208795 h 5450835"/>
              <a:gd name="connsiteX1017" fmla="*/ 10435622 w 10450132"/>
              <a:gd name="connsiteY1017" fmla="*/ 4991788 h 5450835"/>
              <a:gd name="connsiteX1018" fmla="*/ 10444686 w 10450132"/>
              <a:gd name="connsiteY1018" fmla="*/ 4991788 h 5450835"/>
              <a:gd name="connsiteX1019" fmla="*/ 10445474 w 10450132"/>
              <a:gd name="connsiteY1019" fmla="*/ 4992247 h 5450835"/>
              <a:gd name="connsiteX1020" fmla="*/ 10450007 w 10450132"/>
              <a:gd name="connsiteY1020" fmla="*/ 5000129 h 5450835"/>
              <a:gd name="connsiteX1021" fmla="*/ 10450007 w 10450132"/>
              <a:gd name="connsiteY1021" fmla="*/ 5000983 h 5450835"/>
              <a:gd name="connsiteX1022" fmla="*/ 10445474 w 10450132"/>
              <a:gd name="connsiteY1022" fmla="*/ 5008864 h 5450835"/>
              <a:gd name="connsiteX1023" fmla="*/ 10444686 w 10450132"/>
              <a:gd name="connsiteY1023" fmla="*/ 5009324 h 5450835"/>
              <a:gd name="connsiteX1024" fmla="*/ 10435622 w 10450132"/>
              <a:gd name="connsiteY1024" fmla="*/ 5009324 h 5450835"/>
              <a:gd name="connsiteX1025" fmla="*/ 10434834 w 10450132"/>
              <a:gd name="connsiteY1025" fmla="*/ 5008864 h 5450835"/>
              <a:gd name="connsiteX1026" fmla="*/ 10430302 w 10450132"/>
              <a:gd name="connsiteY1026" fmla="*/ 5000983 h 5450835"/>
              <a:gd name="connsiteX1027" fmla="*/ 10430302 w 10450132"/>
              <a:gd name="connsiteY1027" fmla="*/ 5000129 h 5450835"/>
              <a:gd name="connsiteX1028" fmla="*/ 10434834 w 10450132"/>
              <a:gd name="connsiteY1028" fmla="*/ 4992247 h 5450835"/>
              <a:gd name="connsiteX1029" fmla="*/ 10435622 w 10450132"/>
              <a:gd name="connsiteY1029" fmla="*/ 4991788 h 5450835"/>
              <a:gd name="connsiteX1030" fmla="*/ 10181242 w 10450132"/>
              <a:gd name="connsiteY1030" fmla="*/ 4991788 h 5450835"/>
              <a:gd name="connsiteX1031" fmla="*/ 10190305 w 10450132"/>
              <a:gd name="connsiteY1031" fmla="*/ 4991788 h 5450835"/>
              <a:gd name="connsiteX1032" fmla="*/ 10191093 w 10450132"/>
              <a:gd name="connsiteY1032" fmla="*/ 4992247 h 5450835"/>
              <a:gd name="connsiteX1033" fmla="*/ 10195626 w 10450132"/>
              <a:gd name="connsiteY1033" fmla="*/ 5000129 h 5450835"/>
              <a:gd name="connsiteX1034" fmla="*/ 10195626 w 10450132"/>
              <a:gd name="connsiteY1034" fmla="*/ 5000983 h 5450835"/>
              <a:gd name="connsiteX1035" fmla="*/ 10191093 w 10450132"/>
              <a:gd name="connsiteY1035" fmla="*/ 5008864 h 5450835"/>
              <a:gd name="connsiteX1036" fmla="*/ 10190305 w 10450132"/>
              <a:gd name="connsiteY1036" fmla="*/ 5009324 h 5450835"/>
              <a:gd name="connsiteX1037" fmla="*/ 10181242 w 10450132"/>
              <a:gd name="connsiteY1037" fmla="*/ 5009324 h 5450835"/>
              <a:gd name="connsiteX1038" fmla="*/ 10180453 w 10450132"/>
              <a:gd name="connsiteY1038" fmla="*/ 5008864 h 5450835"/>
              <a:gd name="connsiteX1039" fmla="*/ 10175922 w 10450132"/>
              <a:gd name="connsiteY1039" fmla="*/ 5000983 h 5450835"/>
              <a:gd name="connsiteX1040" fmla="*/ 10175922 w 10450132"/>
              <a:gd name="connsiteY1040" fmla="*/ 5000129 h 5450835"/>
              <a:gd name="connsiteX1041" fmla="*/ 10180453 w 10450132"/>
              <a:gd name="connsiteY1041" fmla="*/ 4992247 h 5450835"/>
              <a:gd name="connsiteX1042" fmla="*/ 10181242 w 10450132"/>
              <a:gd name="connsiteY1042" fmla="*/ 4991788 h 5450835"/>
              <a:gd name="connsiteX1043" fmla="*/ 9926861 w 10450132"/>
              <a:gd name="connsiteY1043" fmla="*/ 4991788 h 5450835"/>
              <a:gd name="connsiteX1044" fmla="*/ 9935924 w 10450132"/>
              <a:gd name="connsiteY1044" fmla="*/ 4991788 h 5450835"/>
              <a:gd name="connsiteX1045" fmla="*/ 9936713 w 10450132"/>
              <a:gd name="connsiteY1045" fmla="*/ 4992247 h 5450835"/>
              <a:gd name="connsiteX1046" fmla="*/ 9941246 w 10450132"/>
              <a:gd name="connsiteY1046" fmla="*/ 5000129 h 5450835"/>
              <a:gd name="connsiteX1047" fmla="*/ 9941246 w 10450132"/>
              <a:gd name="connsiteY1047" fmla="*/ 5000983 h 5450835"/>
              <a:gd name="connsiteX1048" fmla="*/ 9936713 w 10450132"/>
              <a:gd name="connsiteY1048" fmla="*/ 5008864 h 5450835"/>
              <a:gd name="connsiteX1049" fmla="*/ 9935924 w 10450132"/>
              <a:gd name="connsiteY1049" fmla="*/ 5009324 h 5450835"/>
              <a:gd name="connsiteX1050" fmla="*/ 9926861 w 10450132"/>
              <a:gd name="connsiteY1050" fmla="*/ 5009324 h 5450835"/>
              <a:gd name="connsiteX1051" fmla="*/ 9926073 w 10450132"/>
              <a:gd name="connsiteY1051" fmla="*/ 5008864 h 5450835"/>
              <a:gd name="connsiteX1052" fmla="*/ 9921541 w 10450132"/>
              <a:gd name="connsiteY1052" fmla="*/ 5000983 h 5450835"/>
              <a:gd name="connsiteX1053" fmla="*/ 9921541 w 10450132"/>
              <a:gd name="connsiteY1053" fmla="*/ 5000129 h 5450835"/>
              <a:gd name="connsiteX1054" fmla="*/ 9926073 w 10450132"/>
              <a:gd name="connsiteY1054" fmla="*/ 4992247 h 5450835"/>
              <a:gd name="connsiteX1055" fmla="*/ 9926861 w 10450132"/>
              <a:gd name="connsiteY1055" fmla="*/ 4991788 h 5450835"/>
              <a:gd name="connsiteX1056" fmla="*/ 8400511 w 10450132"/>
              <a:gd name="connsiteY1056" fmla="*/ 4991788 h 5450835"/>
              <a:gd name="connsiteX1057" fmla="*/ 8409575 w 10450132"/>
              <a:gd name="connsiteY1057" fmla="*/ 4991788 h 5450835"/>
              <a:gd name="connsiteX1058" fmla="*/ 8410363 w 10450132"/>
              <a:gd name="connsiteY1058" fmla="*/ 4992247 h 5450835"/>
              <a:gd name="connsiteX1059" fmla="*/ 8414896 w 10450132"/>
              <a:gd name="connsiteY1059" fmla="*/ 5000129 h 5450835"/>
              <a:gd name="connsiteX1060" fmla="*/ 8414896 w 10450132"/>
              <a:gd name="connsiteY1060" fmla="*/ 5000983 h 5450835"/>
              <a:gd name="connsiteX1061" fmla="*/ 8410363 w 10450132"/>
              <a:gd name="connsiteY1061" fmla="*/ 5008864 h 5450835"/>
              <a:gd name="connsiteX1062" fmla="*/ 8409575 w 10450132"/>
              <a:gd name="connsiteY1062" fmla="*/ 5009324 h 5450835"/>
              <a:gd name="connsiteX1063" fmla="*/ 8400511 w 10450132"/>
              <a:gd name="connsiteY1063" fmla="*/ 5009324 h 5450835"/>
              <a:gd name="connsiteX1064" fmla="*/ 8399723 w 10450132"/>
              <a:gd name="connsiteY1064" fmla="*/ 5008864 h 5450835"/>
              <a:gd name="connsiteX1065" fmla="*/ 8395191 w 10450132"/>
              <a:gd name="connsiteY1065" fmla="*/ 5000983 h 5450835"/>
              <a:gd name="connsiteX1066" fmla="*/ 8395191 w 10450132"/>
              <a:gd name="connsiteY1066" fmla="*/ 5000129 h 5450835"/>
              <a:gd name="connsiteX1067" fmla="*/ 8399723 w 10450132"/>
              <a:gd name="connsiteY1067" fmla="*/ 4992247 h 5450835"/>
              <a:gd name="connsiteX1068" fmla="*/ 8400511 w 10450132"/>
              <a:gd name="connsiteY1068" fmla="*/ 4991788 h 5450835"/>
              <a:gd name="connsiteX1069" fmla="*/ 8146065 w 10450132"/>
              <a:gd name="connsiteY1069" fmla="*/ 4991788 h 5450835"/>
              <a:gd name="connsiteX1070" fmla="*/ 8155129 w 10450132"/>
              <a:gd name="connsiteY1070" fmla="*/ 4991788 h 5450835"/>
              <a:gd name="connsiteX1071" fmla="*/ 8155917 w 10450132"/>
              <a:gd name="connsiteY1071" fmla="*/ 4992247 h 5450835"/>
              <a:gd name="connsiteX1072" fmla="*/ 8160449 w 10450132"/>
              <a:gd name="connsiteY1072" fmla="*/ 5000129 h 5450835"/>
              <a:gd name="connsiteX1073" fmla="*/ 8160449 w 10450132"/>
              <a:gd name="connsiteY1073" fmla="*/ 5000983 h 5450835"/>
              <a:gd name="connsiteX1074" fmla="*/ 8155917 w 10450132"/>
              <a:gd name="connsiteY1074" fmla="*/ 5008864 h 5450835"/>
              <a:gd name="connsiteX1075" fmla="*/ 8155129 w 10450132"/>
              <a:gd name="connsiteY1075" fmla="*/ 5009324 h 5450835"/>
              <a:gd name="connsiteX1076" fmla="*/ 8146065 w 10450132"/>
              <a:gd name="connsiteY1076" fmla="*/ 5009324 h 5450835"/>
              <a:gd name="connsiteX1077" fmla="*/ 8145277 w 10450132"/>
              <a:gd name="connsiteY1077" fmla="*/ 5008864 h 5450835"/>
              <a:gd name="connsiteX1078" fmla="*/ 8140745 w 10450132"/>
              <a:gd name="connsiteY1078" fmla="*/ 5000983 h 5450835"/>
              <a:gd name="connsiteX1079" fmla="*/ 8140745 w 10450132"/>
              <a:gd name="connsiteY1079" fmla="*/ 5000129 h 5450835"/>
              <a:gd name="connsiteX1080" fmla="*/ 8145277 w 10450132"/>
              <a:gd name="connsiteY1080" fmla="*/ 4992247 h 5450835"/>
              <a:gd name="connsiteX1081" fmla="*/ 8146065 w 10450132"/>
              <a:gd name="connsiteY1081" fmla="*/ 4991788 h 5450835"/>
              <a:gd name="connsiteX1082" fmla="*/ 7891684 w 10450132"/>
              <a:gd name="connsiteY1082" fmla="*/ 4991788 h 5450835"/>
              <a:gd name="connsiteX1083" fmla="*/ 7900748 w 10450132"/>
              <a:gd name="connsiteY1083" fmla="*/ 4991788 h 5450835"/>
              <a:gd name="connsiteX1084" fmla="*/ 7901536 w 10450132"/>
              <a:gd name="connsiteY1084" fmla="*/ 4992247 h 5450835"/>
              <a:gd name="connsiteX1085" fmla="*/ 7906067 w 10450132"/>
              <a:gd name="connsiteY1085" fmla="*/ 5000129 h 5450835"/>
              <a:gd name="connsiteX1086" fmla="*/ 7906067 w 10450132"/>
              <a:gd name="connsiteY1086" fmla="*/ 5000983 h 5450835"/>
              <a:gd name="connsiteX1087" fmla="*/ 7901536 w 10450132"/>
              <a:gd name="connsiteY1087" fmla="*/ 5008864 h 5450835"/>
              <a:gd name="connsiteX1088" fmla="*/ 7900748 w 10450132"/>
              <a:gd name="connsiteY1088" fmla="*/ 5009324 h 5450835"/>
              <a:gd name="connsiteX1089" fmla="*/ 7891684 w 10450132"/>
              <a:gd name="connsiteY1089" fmla="*/ 5009324 h 5450835"/>
              <a:gd name="connsiteX1090" fmla="*/ 7890896 w 10450132"/>
              <a:gd name="connsiteY1090" fmla="*/ 5008864 h 5450835"/>
              <a:gd name="connsiteX1091" fmla="*/ 7886363 w 10450132"/>
              <a:gd name="connsiteY1091" fmla="*/ 5000983 h 5450835"/>
              <a:gd name="connsiteX1092" fmla="*/ 7886363 w 10450132"/>
              <a:gd name="connsiteY1092" fmla="*/ 5000129 h 5450835"/>
              <a:gd name="connsiteX1093" fmla="*/ 7890896 w 10450132"/>
              <a:gd name="connsiteY1093" fmla="*/ 4992247 h 5450835"/>
              <a:gd name="connsiteX1094" fmla="*/ 7891684 w 10450132"/>
              <a:gd name="connsiteY1094" fmla="*/ 4991788 h 5450835"/>
              <a:gd name="connsiteX1095" fmla="*/ 7637304 w 10450132"/>
              <a:gd name="connsiteY1095" fmla="*/ 4991788 h 5450835"/>
              <a:gd name="connsiteX1096" fmla="*/ 7646367 w 10450132"/>
              <a:gd name="connsiteY1096" fmla="*/ 4991788 h 5450835"/>
              <a:gd name="connsiteX1097" fmla="*/ 7647156 w 10450132"/>
              <a:gd name="connsiteY1097" fmla="*/ 4992247 h 5450835"/>
              <a:gd name="connsiteX1098" fmla="*/ 7651687 w 10450132"/>
              <a:gd name="connsiteY1098" fmla="*/ 5000129 h 5450835"/>
              <a:gd name="connsiteX1099" fmla="*/ 7651687 w 10450132"/>
              <a:gd name="connsiteY1099" fmla="*/ 5000983 h 5450835"/>
              <a:gd name="connsiteX1100" fmla="*/ 7647156 w 10450132"/>
              <a:gd name="connsiteY1100" fmla="*/ 5008864 h 5450835"/>
              <a:gd name="connsiteX1101" fmla="*/ 7646367 w 10450132"/>
              <a:gd name="connsiteY1101" fmla="*/ 5009324 h 5450835"/>
              <a:gd name="connsiteX1102" fmla="*/ 7637304 w 10450132"/>
              <a:gd name="connsiteY1102" fmla="*/ 5009324 h 5450835"/>
              <a:gd name="connsiteX1103" fmla="*/ 7636516 w 10450132"/>
              <a:gd name="connsiteY1103" fmla="*/ 5008864 h 5450835"/>
              <a:gd name="connsiteX1104" fmla="*/ 7631983 w 10450132"/>
              <a:gd name="connsiteY1104" fmla="*/ 5000983 h 5450835"/>
              <a:gd name="connsiteX1105" fmla="*/ 7631983 w 10450132"/>
              <a:gd name="connsiteY1105" fmla="*/ 5000129 h 5450835"/>
              <a:gd name="connsiteX1106" fmla="*/ 7636516 w 10450132"/>
              <a:gd name="connsiteY1106" fmla="*/ 4992247 h 5450835"/>
              <a:gd name="connsiteX1107" fmla="*/ 7637304 w 10450132"/>
              <a:gd name="connsiteY1107" fmla="*/ 4991788 h 5450835"/>
              <a:gd name="connsiteX1108" fmla="*/ 7382923 w 10450132"/>
              <a:gd name="connsiteY1108" fmla="*/ 4991788 h 5450835"/>
              <a:gd name="connsiteX1109" fmla="*/ 7391987 w 10450132"/>
              <a:gd name="connsiteY1109" fmla="*/ 4991788 h 5450835"/>
              <a:gd name="connsiteX1110" fmla="*/ 7392775 w 10450132"/>
              <a:gd name="connsiteY1110" fmla="*/ 4992247 h 5450835"/>
              <a:gd name="connsiteX1111" fmla="*/ 7397307 w 10450132"/>
              <a:gd name="connsiteY1111" fmla="*/ 5000129 h 5450835"/>
              <a:gd name="connsiteX1112" fmla="*/ 7397307 w 10450132"/>
              <a:gd name="connsiteY1112" fmla="*/ 5000983 h 5450835"/>
              <a:gd name="connsiteX1113" fmla="*/ 7392775 w 10450132"/>
              <a:gd name="connsiteY1113" fmla="*/ 5008864 h 5450835"/>
              <a:gd name="connsiteX1114" fmla="*/ 7391987 w 10450132"/>
              <a:gd name="connsiteY1114" fmla="*/ 5009324 h 5450835"/>
              <a:gd name="connsiteX1115" fmla="*/ 7382923 w 10450132"/>
              <a:gd name="connsiteY1115" fmla="*/ 5009324 h 5450835"/>
              <a:gd name="connsiteX1116" fmla="*/ 7382135 w 10450132"/>
              <a:gd name="connsiteY1116" fmla="*/ 5008864 h 5450835"/>
              <a:gd name="connsiteX1117" fmla="*/ 7377602 w 10450132"/>
              <a:gd name="connsiteY1117" fmla="*/ 5000983 h 5450835"/>
              <a:gd name="connsiteX1118" fmla="*/ 7377602 w 10450132"/>
              <a:gd name="connsiteY1118" fmla="*/ 5000129 h 5450835"/>
              <a:gd name="connsiteX1119" fmla="*/ 7382135 w 10450132"/>
              <a:gd name="connsiteY1119" fmla="*/ 4992247 h 5450835"/>
              <a:gd name="connsiteX1120" fmla="*/ 7382923 w 10450132"/>
              <a:gd name="connsiteY1120" fmla="*/ 4991788 h 5450835"/>
              <a:gd name="connsiteX1121" fmla="*/ 7128477 w 10450132"/>
              <a:gd name="connsiteY1121" fmla="*/ 4991788 h 5450835"/>
              <a:gd name="connsiteX1122" fmla="*/ 7137540 w 10450132"/>
              <a:gd name="connsiteY1122" fmla="*/ 4991788 h 5450835"/>
              <a:gd name="connsiteX1123" fmla="*/ 7138328 w 10450132"/>
              <a:gd name="connsiteY1123" fmla="*/ 4992247 h 5450835"/>
              <a:gd name="connsiteX1124" fmla="*/ 7142860 w 10450132"/>
              <a:gd name="connsiteY1124" fmla="*/ 5000129 h 5450835"/>
              <a:gd name="connsiteX1125" fmla="*/ 7142860 w 10450132"/>
              <a:gd name="connsiteY1125" fmla="*/ 5000983 h 5450835"/>
              <a:gd name="connsiteX1126" fmla="*/ 7138328 w 10450132"/>
              <a:gd name="connsiteY1126" fmla="*/ 5008864 h 5450835"/>
              <a:gd name="connsiteX1127" fmla="*/ 7137540 w 10450132"/>
              <a:gd name="connsiteY1127" fmla="*/ 5009324 h 5450835"/>
              <a:gd name="connsiteX1128" fmla="*/ 7128477 w 10450132"/>
              <a:gd name="connsiteY1128" fmla="*/ 5009324 h 5450835"/>
              <a:gd name="connsiteX1129" fmla="*/ 7127689 w 10450132"/>
              <a:gd name="connsiteY1129" fmla="*/ 5008864 h 5450835"/>
              <a:gd name="connsiteX1130" fmla="*/ 7123156 w 10450132"/>
              <a:gd name="connsiteY1130" fmla="*/ 5000983 h 5450835"/>
              <a:gd name="connsiteX1131" fmla="*/ 7123156 w 10450132"/>
              <a:gd name="connsiteY1131" fmla="*/ 5000129 h 5450835"/>
              <a:gd name="connsiteX1132" fmla="*/ 7127689 w 10450132"/>
              <a:gd name="connsiteY1132" fmla="*/ 4992247 h 5450835"/>
              <a:gd name="connsiteX1133" fmla="*/ 7128477 w 10450132"/>
              <a:gd name="connsiteY1133" fmla="*/ 4991788 h 5450835"/>
              <a:gd name="connsiteX1134" fmla="*/ 6874095 w 10450132"/>
              <a:gd name="connsiteY1134" fmla="*/ 4991788 h 5450835"/>
              <a:gd name="connsiteX1135" fmla="*/ 6883159 w 10450132"/>
              <a:gd name="connsiteY1135" fmla="*/ 4991788 h 5450835"/>
              <a:gd name="connsiteX1136" fmla="*/ 6883947 w 10450132"/>
              <a:gd name="connsiteY1136" fmla="*/ 4992247 h 5450835"/>
              <a:gd name="connsiteX1137" fmla="*/ 6888480 w 10450132"/>
              <a:gd name="connsiteY1137" fmla="*/ 5000129 h 5450835"/>
              <a:gd name="connsiteX1138" fmla="*/ 6888480 w 10450132"/>
              <a:gd name="connsiteY1138" fmla="*/ 5000983 h 5450835"/>
              <a:gd name="connsiteX1139" fmla="*/ 6883947 w 10450132"/>
              <a:gd name="connsiteY1139" fmla="*/ 5008864 h 5450835"/>
              <a:gd name="connsiteX1140" fmla="*/ 6883159 w 10450132"/>
              <a:gd name="connsiteY1140" fmla="*/ 5009324 h 5450835"/>
              <a:gd name="connsiteX1141" fmla="*/ 6874095 w 10450132"/>
              <a:gd name="connsiteY1141" fmla="*/ 5009324 h 5450835"/>
              <a:gd name="connsiteX1142" fmla="*/ 6873307 w 10450132"/>
              <a:gd name="connsiteY1142" fmla="*/ 5008864 h 5450835"/>
              <a:gd name="connsiteX1143" fmla="*/ 6868775 w 10450132"/>
              <a:gd name="connsiteY1143" fmla="*/ 5000983 h 5450835"/>
              <a:gd name="connsiteX1144" fmla="*/ 6868775 w 10450132"/>
              <a:gd name="connsiteY1144" fmla="*/ 5000129 h 5450835"/>
              <a:gd name="connsiteX1145" fmla="*/ 6873307 w 10450132"/>
              <a:gd name="connsiteY1145" fmla="*/ 4992247 h 5450835"/>
              <a:gd name="connsiteX1146" fmla="*/ 6874095 w 10450132"/>
              <a:gd name="connsiteY1146" fmla="*/ 4991788 h 5450835"/>
              <a:gd name="connsiteX1147" fmla="*/ 6619714 w 10450132"/>
              <a:gd name="connsiteY1147" fmla="*/ 4991788 h 5450835"/>
              <a:gd name="connsiteX1148" fmla="*/ 6628778 w 10450132"/>
              <a:gd name="connsiteY1148" fmla="*/ 4991788 h 5450835"/>
              <a:gd name="connsiteX1149" fmla="*/ 6629566 w 10450132"/>
              <a:gd name="connsiteY1149" fmla="*/ 4992247 h 5450835"/>
              <a:gd name="connsiteX1150" fmla="*/ 6634099 w 10450132"/>
              <a:gd name="connsiteY1150" fmla="*/ 5000129 h 5450835"/>
              <a:gd name="connsiteX1151" fmla="*/ 6634099 w 10450132"/>
              <a:gd name="connsiteY1151" fmla="*/ 5000983 h 5450835"/>
              <a:gd name="connsiteX1152" fmla="*/ 6629566 w 10450132"/>
              <a:gd name="connsiteY1152" fmla="*/ 5008864 h 5450835"/>
              <a:gd name="connsiteX1153" fmla="*/ 6628778 w 10450132"/>
              <a:gd name="connsiteY1153" fmla="*/ 5009324 h 5450835"/>
              <a:gd name="connsiteX1154" fmla="*/ 6619714 w 10450132"/>
              <a:gd name="connsiteY1154" fmla="*/ 5009324 h 5450835"/>
              <a:gd name="connsiteX1155" fmla="*/ 6618926 w 10450132"/>
              <a:gd name="connsiteY1155" fmla="*/ 5008864 h 5450835"/>
              <a:gd name="connsiteX1156" fmla="*/ 6614394 w 10450132"/>
              <a:gd name="connsiteY1156" fmla="*/ 5000983 h 5450835"/>
              <a:gd name="connsiteX1157" fmla="*/ 6614394 w 10450132"/>
              <a:gd name="connsiteY1157" fmla="*/ 5000129 h 5450835"/>
              <a:gd name="connsiteX1158" fmla="*/ 6618926 w 10450132"/>
              <a:gd name="connsiteY1158" fmla="*/ 4992247 h 5450835"/>
              <a:gd name="connsiteX1159" fmla="*/ 6619714 w 10450132"/>
              <a:gd name="connsiteY1159" fmla="*/ 4991788 h 5450835"/>
              <a:gd name="connsiteX1160" fmla="*/ 6365334 w 10450132"/>
              <a:gd name="connsiteY1160" fmla="*/ 4991788 h 5450835"/>
              <a:gd name="connsiteX1161" fmla="*/ 6374397 w 10450132"/>
              <a:gd name="connsiteY1161" fmla="*/ 4991788 h 5450835"/>
              <a:gd name="connsiteX1162" fmla="*/ 6375186 w 10450132"/>
              <a:gd name="connsiteY1162" fmla="*/ 4992247 h 5450835"/>
              <a:gd name="connsiteX1163" fmla="*/ 6379718 w 10450132"/>
              <a:gd name="connsiteY1163" fmla="*/ 5000129 h 5450835"/>
              <a:gd name="connsiteX1164" fmla="*/ 6379718 w 10450132"/>
              <a:gd name="connsiteY1164" fmla="*/ 5000983 h 5450835"/>
              <a:gd name="connsiteX1165" fmla="*/ 6375186 w 10450132"/>
              <a:gd name="connsiteY1165" fmla="*/ 5008864 h 5450835"/>
              <a:gd name="connsiteX1166" fmla="*/ 6374397 w 10450132"/>
              <a:gd name="connsiteY1166" fmla="*/ 5009324 h 5450835"/>
              <a:gd name="connsiteX1167" fmla="*/ 6365334 w 10450132"/>
              <a:gd name="connsiteY1167" fmla="*/ 5009324 h 5450835"/>
              <a:gd name="connsiteX1168" fmla="*/ 6364546 w 10450132"/>
              <a:gd name="connsiteY1168" fmla="*/ 5008864 h 5450835"/>
              <a:gd name="connsiteX1169" fmla="*/ 6360014 w 10450132"/>
              <a:gd name="connsiteY1169" fmla="*/ 5000983 h 5450835"/>
              <a:gd name="connsiteX1170" fmla="*/ 6360014 w 10450132"/>
              <a:gd name="connsiteY1170" fmla="*/ 5000129 h 5450835"/>
              <a:gd name="connsiteX1171" fmla="*/ 6364546 w 10450132"/>
              <a:gd name="connsiteY1171" fmla="*/ 4992247 h 5450835"/>
              <a:gd name="connsiteX1172" fmla="*/ 6365334 w 10450132"/>
              <a:gd name="connsiteY1172" fmla="*/ 4991788 h 5450835"/>
              <a:gd name="connsiteX1173" fmla="*/ 6110888 w 10450132"/>
              <a:gd name="connsiteY1173" fmla="*/ 4991788 h 5450835"/>
              <a:gd name="connsiteX1174" fmla="*/ 6119953 w 10450132"/>
              <a:gd name="connsiteY1174" fmla="*/ 4991788 h 5450835"/>
              <a:gd name="connsiteX1175" fmla="*/ 6120740 w 10450132"/>
              <a:gd name="connsiteY1175" fmla="*/ 4992247 h 5450835"/>
              <a:gd name="connsiteX1176" fmla="*/ 6125272 w 10450132"/>
              <a:gd name="connsiteY1176" fmla="*/ 5000129 h 5450835"/>
              <a:gd name="connsiteX1177" fmla="*/ 6125272 w 10450132"/>
              <a:gd name="connsiteY1177" fmla="*/ 5000983 h 5450835"/>
              <a:gd name="connsiteX1178" fmla="*/ 6120740 w 10450132"/>
              <a:gd name="connsiteY1178" fmla="*/ 5008864 h 5450835"/>
              <a:gd name="connsiteX1179" fmla="*/ 6119953 w 10450132"/>
              <a:gd name="connsiteY1179" fmla="*/ 5009324 h 5450835"/>
              <a:gd name="connsiteX1180" fmla="*/ 6110888 w 10450132"/>
              <a:gd name="connsiteY1180" fmla="*/ 5009324 h 5450835"/>
              <a:gd name="connsiteX1181" fmla="*/ 6110101 w 10450132"/>
              <a:gd name="connsiteY1181" fmla="*/ 5008864 h 5450835"/>
              <a:gd name="connsiteX1182" fmla="*/ 6105567 w 10450132"/>
              <a:gd name="connsiteY1182" fmla="*/ 5000983 h 5450835"/>
              <a:gd name="connsiteX1183" fmla="*/ 6105567 w 10450132"/>
              <a:gd name="connsiteY1183" fmla="*/ 5000129 h 5450835"/>
              <a:gd name="connsiteX1184" fmla="*/ 6110101 w 10450132"/>
              <a:gd name="connsiteY1184" fmla="*/ 4992247 h 5450835"/>
              <a:gd name="connsiteX1185" fmla="*/ 6110888 w 10450132"/>
              <a:gd name="connsiteY1185" fmla="*/ 4991788 h 5450835"/>
              <a:gd name="connsiteX1186" fmla="*/ 5856508 w 10450132"/>
              <a:gd name="connsiteY1186" fmla="*/ 4991788 h 5450835"/>
              <a:gd name="connsiteX1187" fmla="*/ 5865571 w 10450132"/>
              <a:gd name="connsiteY1187" fmla="*/ 4991788 h 5450835"/>
              <a:gd name="connsiteX1188" fmla="*/ 5866359 w 10450132"/>
              <a:gd name="connsiteY1188" fmla="*/ 4992247 h 5450835"/>
              <a:gd name="connsiteX1189" fmla="*/ 5870891 w 10450132"/>
              <a:gd name="connsiteY1189" fmla="*/ 5000129 h 5450835"/>
              <a:gd name="connsiteX1190" fmla="*/ 5870891 w 10450132"/>
              <a:gd name="connsiteY1190" fmla="*/ 5000983 h 5450835"/>
              <a:gd name="connsiteX1191" fmla="*/ 5866359 w 10450132"/>
              <a:gd name="connsiteY1191" fmla="*/ 5008864 h 5450835"/>
              <a:gd name="connsiteX1192" fmla="*/ 5865571 w 10450132"/>
              <a:gd name="connsiteY1192" fmla="*/ 5009324 h 5450835"/>
              <a:gd name="connsiteX1193" fmla="*/ 5856508 w 10450132"/>
              <a:gd name="connsiteY1193" fmla="*/ 5009324 h 5450835"/>
              <a:gd name="connsiteX1194" fmla="*/ 5855720 w 10450132"/>
              <a:gd name="connsiteY1194" fmla="*/ 5008864 h 5450835"/>
              <a:gd name="connsiteX1195" fmla="*/ 5851187 w 10450132"/>
              <a:gd name="connsiteY1195" fmla="*/ 5000983 h 5450835"/>
              <a:gd name="connsiteX1196" fmla="*/ 5851187 w 10450132"/>
              <a:gd name="connsiteY1196" fmla="*/ 5000129 h 5450835"/>
              <a:gd name="connsiteX1197" fmla="*/ 5855720 w 10450132"/>
              <a:gd name="connsiteY1197" fmla="*/ 4992247 h 5450835"/>
              <a:gd name="connsiteX1198" fmla="*/ 5856508 w 10450132"/>
              <a:gd name="connsiteY1198" fmla="*/ 4991788 h 5450835"/>
              <a:gd name="connsiteX1199" fmla="*/ 5602126 w 10450132"/>
              <a:gd name="connsiteY1199" fmla="*/ 4991788 h 5450835"/>
              <a:gd name="connsiteX1200" fmla="*/ 5611191 w 10450132"/>
              <a:gd name="connsiteY1200" fmla="*/ 4991788 h 5450835"/>
              <a:gd name="connsiteX1201" fmla="*/ 5611979 w 10450132"/>
              <a:gd name="connsiteY1201" fmla="*/ 4992247 h 5450835"/>
              <a:gd name="connsiteX1202" fmla="*/ 5616511 w 10450132"/>
              <a:gd name="connsiteY1202" fmla="*/ 5000129 h 5450835"/>
              <a:gd name="connsiteX1203" fmla="*/ 5616511 w 10450132"/>
              <a:gd name="connsiteY1203" fmla="*/ 5000983 h 5450835"/>
              <a:gd name="connsiteX1204" fmla="*/ 5611979 w 10450132"/>
              <a:gd name="connsiteY1204" fmla="*/ 5008864 h 5450835"/>
              <a:gd name="connsiteX1205" fmla="*/ 5611191 w 10450132"/>
              <a:gd name="connsiteY1205" fmla="*/ 5009324 h 5450835"/>
              <a:gd name="connsiteX1206" fmla="*/ 5602126 w 10450132"/>
              <a:gd name="connsiteY1206" fmla="*/ 5009324 h 5450835"/>
              <a:gd name="connsiteX1207" fmla="*/ 5601338 w 10450132"/>
              <a:gd name="connsiteY1207" fmla="*/ 5008864 h 5450835"/>
              <a:gd name="connsiteX1208" fmla="*/ 5596807 w 10450132"/>
              <a:gd name="connsiteY1208" fmla="*/ 5000983 h 5450835"/>
              <a:gd name="connsiteX1209" fmla="*/ 5596807 w 10450132"/>
              <a:gd name="connsiteY1209" fmla="*/ 5000129 h 5450835"/>
              <a:gd name="connsiteX1210" fmla="*/ 5601338 w 10450132"/>
              <a:gd name="connsiteY1210" fmla="*/ 4992247 h 5450835"/>
              <a:gd name="connsiteX1211" fmla="*/ 5602126 w 10450132"/>
              <a:gd name="connsiteY1211" fmla="*/ 4991788 h 5450835"/>
              <a:gd name="connsiteX1212" fmla="*/ 5347746 w 10450132"/>
              <a:gd name="connsiteY1212" fmla="*/ 4991788 h 5450835"/>
              <a:gd name="connsiteX1213" fmla="*/ 5356810 w 10450132"/>
              <a:gd name="connsiteY1213" fmla="*/ 4991788 h 5450835"/>
              <a:gd name="connsiteX1214" fmla="*/ 5357598 w 10450132"/>
              <a:gd name="connsiteY1214" fmla="*/ 4992247 h 5450835"/>
              <a:gd name="connsiteX1215" fmla="*/ 5362130 w 10450132"/>
              <a:gd name="connsiteY1215" fmla="*/ 5000129 h 5450835"/>
              <a:gd name="connsiteX1216" fmla="*/ 5362130 w 10450132"/>
              <a:gd name="connsiteY1216" fmla="*/ 5000983 h 5450835"/>
              <a:gd name="connsiteX1217" fmla="*/ 5357598 w 10450132"/>
              <a:gd name="connsiteY1217" fmla="*/ 5008864 h 5450835"/>
              <a:gd name="connsiteX1218" fmla="*/ 5356810 w 10450132"/>
              <a:gd name="connsiteY1218" fmla="*/ 5009324 h 5450835"/>
              <a:gd name="connsiteX1219" fmla="*/ 5347746 w 10450132"/>
              <a:gd name="connsiteY1219" fmla="*/ 5009324 h 5450835"/>
              <a:gd name="connsiteX1220" fmla="*/ 5346958 w 10450132"/>
              <a:gd name="connsiteY1220" fmla="*/ 5008864 h 5450835"/>
              <a:gd name="connsiteX1221" fmla="*/ 5342425 w 10450132"/>
              <a:gd name="connsiteY1221" fmla="*/ 5000983 h 5450835"/>
              <a:gd name="connsiteX1222" fmla="*/ 5342425 w 10450132"/>
              <a:gd name="connsiteY1222" fmla="*/ 5000129 h 5450835"/>
              <a:gd name="connsiteX1223" fmla="*/ 5346958 w 10450132"/>
              <a:gd name="connsiteY1223" fmla="*/ 4992247 h 5450835"/>
              <a:gd name="connsiteX1224" fmla="*/ 5347746 w 10450132"/>
              <a:gd name="connsiteY1224" fmla="*/ 4991788 h 5450835"/>
              <a:gd name="connsiteX1225" fmla="*/ 5093300 w 10450132"/>
              <a:gd name="connsiteY1225" fmla="*/ 4991788 h 5450835"/>
              <a:gd name="connsiteX1226" fmla="*/ 5102364 w 10450132"/>
              <a:gd name="connsiteY1226" fmla="*/ 4991788 h 5450835"/>
              <a:gd name="connsiteX1227" fmla="*/ 5103153 w 10450132"/>
              <a:gd name="connsiteY1227" fmla="*/ 4992247 h 5450835"/>
              <a:gd name="connsiteX1228" fmla="*/ 5107684 w 10450132"/>
              <a:gd name="connsiteY1228" fmla="*/ 5000129 h 5450835"/>
              <a:gd name="connsiteX1229" fmla="*/ 5107684 w 10450132"/>
              <a:gd name="connsiteY1229" fmla="*/ 5000983 h 5450835"/>
              <a:gd name="connsiteX1230" fmla="*/ 5103153 w 10450132"/>
              <a:gd name="connsiteY1230" fmla="*/ 5008864 h 5450835"/>
              <a:gd name="connsiteX1231" fmla="*/ 5102364 w 10450132"/>
              <a:gd name="connsiteY1231" fmla="*/ 5009324 h 5450835"/>
              <a:gd name="connsiteX1232" fmla="*/ 5093300 w 10450132"/>
              <a:gd name="connsiteY1232" fmla="*/ 5009324 h 5450835"/>
              <a:gd name="connsiteX1233" fmla="*/ 5092512 w 10450132"/>
              <a:gd name="connsiteY1233" fmla="*/ 5008864 h 5450835"/>
              <a:gd name="connsiteX1234" fmla="*/ 5087979 w 10450132"/>
              <a:gd name="connsiteY1234" fmla="*/ 5000983 h 5450835"/>
              <a:gd name="connsiteX1235" fmla="*/ 5087979 w 10450132"/>
              <a:gd name="connsiteY1235" fmla="*/ 5000129 h 5450835"/>
              <a:gd name="connsiteX1236" fmla="*/ 5092512 w 10450132"/>
              <a:gd name="connsiteY1236" fmla="*/ 4992247 h 5450835"/>
              <a:gd name="connsiteX1237" fmla="*/ 5093300 w 10450132"/>
              <a:gd name="connsiteY1237" fmla="*/ 4991788 h 5450835"/>
              <a:gd name="connsiteX1238" fmla="*/ 4838919 w 10450132"/>
              <a:gd name="connsiteY1238" fmla="*/ 4991788 h 5450835"/>
              <a:gd name="connsiteX1239" fmla="*/ 4847982 w 10450132"/>
              <a:gd name="connsiteY1239" fmla="*/ 4991788 h 5450835"/>
              <a:gd name="connsiteX1240" fmla="*/ 4848772 w 10450132"/>
              <a:gd name="connsiteY1240" fmla="*/ 4992247 h 5450835"/>
              <a:gd name="connsiteX1241" fmla="*/ 4853303 w 10450132"/>
              <a:gd name="connsiteY1241" fmla="*/ 5000129 h 5450835"/>
              <a:gd name="connsiteX1242" fmla="*/ 4853303 w 10450132"/>
              <a:gd name="connsiteY1242" fmla="*/ 5000983 h 5450835"/>
              <a:gd name="connsiteX1243" fmla="*/ 4848772 w 10450132"/>
              <a:gd name="connsiteY1243" fmla="*/ 5008864 h 5450835"/>
              <a:gd name="connsiteX1244" fmla="*/ 4847982 w 10450132"/>
              <a:gd name="connsiteY1244" fmla="*/ 5009324 h 5450835"/>
              <a:gd name="connsiteX1245" fmla="*/ 4838919 w 10450132"/>
              <a:gd name="connsiteY1245" fmla="*/ 5009324 h 5450835"/>
              <a:gd name="connsiteX1246" fmla="*/ 4838132 w 10450132"/>
              <a:gd name="connsiteY1246" fmla="*/ 5008864 h 5450835"/>
              <a:gd name="connsiteX1247" fmla="*/ 4833598 w 10450132"/>
              <a:gd name="connsiteY1247" fmla="*/ 5000983 h 5450835"/>
              <a:gd name="connsiteX1248" fmla="*/ 4833598 w 10450132"/>
              <a:gd name="connsiteY1248" fmla="*/ 5000129 h 5450835"/>
              <a:gd name="connsiteX1249" fmla="*/ 4838132 w 10450132"/>
              <a:gd name="connsiteY1249" fmla="*/ 4992247 h 5450835"/>
              <a:gd name="connsiteX1250" fmla="*/ 4838919 w 10450132"/>
              <a:gd name="connsiteY1250" fmla="*/ 4991788 h 5450835"/>
              <a:gd name="connsiteX1251" fmla="*/ 4584538 w 10450132"/>
              <a:gd name="connsiteY1251" fmla="*/ 4991788 h 5450835"/>
              <a:gd name="connsiteX1252" fmla="*/ 4593603 w 10450132"/>
              <a:gd name="connsiteY1252" fmla="*/ 4991788 h 5450835"/>
              <a:gd name="connsiteX1253" fmla="*/ 4594390 w 10450132"/>
              <a:gd name="connsiteY1253" fmla="*/ 4992247 h 5450835"/>
              <a:gd name="connsiteX1254" fmla="*/ 4598922 w 10450132"/>
              <a:gd name="connsiteY1254" fmla="*/ 5000129 h 5450835"/>
              <a:gd name="connsiteX1255" fmla="*/ 4598922 w 10450132"/>
              <a:gd name="connsiteY1255" fmla="*/ 5000983 h 5450835"/>
              <a:gd name="connsiteX1256" fmla="*/ 4594390 w 10450132"/>
              <a:gd name="connsiteY1256" fmla="*/ 5008864 h 5450835"/>
              <a:gd name="connsiteX1257" fmla="*/ 4593603 w 10450132"/>
              <a:gd name="connsiteY1257" fmla="*/ 5009324 h 5450835"/>
              <a:gd name="connsiteX1258" fmla="*/ 4584538 w 10450132"/>
              <a:gd name="connsiteY1258" fmla="*/ 5009324 h 5450835"/>
              <a:gd name="connsiteX1259" fmla="*/ 4583749 w 10450132"/>
              <a:gd name="connsiteY1259" fmla="*/ 5008864 h 5450835"/>
              <a:gd name="connsiteX1260" fmla="*/ 4579218 w 10450132"/>
              <a:gd name="connsiteY1260" fmla="*/ 5000983 h 5450835"/>
              <a:gd name="connsiteX1261" fmla="*/ 4579218 w 10450132"/>
              <a:gd name="connsiteY1261" fmla="*/ 5000129 h 5450835"/>
              <a:gd name="connsiteX1262" fmla="*/ 4583749 w 10450132"/>
              <a:gd name="connsiteY1262" fmla="*/ 4992247 h 5450835"/>
              <a:gd name="connsiteX1263" fmla="*/ 4584538 w 10450132"/>
              <a:gd name="connsiteY1263" fmla="*/ 4991788 h 5450835"/>
              <a:gd name="connsiteX1264" fmla="*/ 4330157 w 10450132"/>
              <a:gd name="connsiteY1264" fmla="*/ 4991788 h 5450835"/>
              <a:gd name="connsiteX1265" fmla="*/ 4339222 w 10450132"/>
              <a:gd name="connsiteY1265" fmla="*/ 4991788 h 5450835"/>
              <a:gd name="connsiteX1266" fmla="*/ 4340010 w 10450132"/>
              <a:gd name="connsiteY1266" fmla="*/ 4992247 h 5450835"/>
              <a:gd name="connsiteX1267" fmla="*/ 4344540 w 10450132"/>
              <a:gd name="connsiteY1267" fmla="*/ 5000129 h 5450835"/>
              <a:gd name="connsiteX1268" fmla="*/ 4344540 w 10450132"/>
              <a:gd name="connsiteY1268" fmla="*/ 5000983 h 5450835"/>
              <a:gd name="connsiteX1269" fmla="*/ 4340010 w 10450132"/>
              <a:gd name="connsiteY1269" fmla="*/ 5008864 h 5450835"/>
              <a:gd name="connsiteX1270" fmla="*/ 4339222 w 10450132"/>
              <a:gd name="connsiteY1270" fmla="*/ 5009324 h 5450835"/>
              <a:gd name="connsiteX1271" fmla="*/ 4330157 w 10450132"/>
              <a:gd name="connsiteY1271" fmla="*/ 5009324 h 5450835"/>
              <a:gd name="connsiteX1272" fmla="*/ 4329369 w 10450132"/>
              <a:gd name="connsiteY1272" fmla="*/ 5008864 h 5450835"/>
              <a:gd name="connsiteX1273" fmla="*/ 4324836 w 10450132"/>
              <a:gd name="connsiteY1273" fmla="*/ 5000983 h 5450835"/>
              <a:gd name="connsiteX1274" fmla="*/ 4324836 w 10450132"/>
              <a:gd name="connsiteY1274" fmla="*/ 5000129 h 5450835"/>
              <a:gd name="connsiteX1275" fmla="*/ 4329369 w 10450132"/>
              <a:gd name="connsiteY1275" fmla="*/ 4992247 h 5450835"/>
              <a:gd name="connsiteX1276" fmla="*/ 4330157 w 10450132"/>
              <a:gd name="connsiteY1276" fmla="*/ 4991788 h 5450835"/>
              <a:gd name="connsiteX1277" fmla="*/ 4075860 w 10450132"/>
              <a:gd name="connsiteY1277" fmla="*/ 4991788 h 5450835"/>
              <a:gd name="connsiteX1278" fmla="*/ 4084924 w 10450132"/>
              <a:gd name="connsiteY1278" fmla="*/ 4991788 h 5450835"/>
              <a:gd name="connsiteX1279" fmla="*/ 4085713 w 10450132"/>
              <a:gd name="connsiteY1279" fmla="*/ 4992247 h 5450835"/>
              <a:gd name="connsiteX1280" fmla="*/ 4090242 w 10450132"/>
              <a:gd name="connsiteY1280" fmla="*/ 5000129 h 5450835"/>
              <a:gd name="connsiteX1281" fmla="*/ 4090242 w 10450132"/>
              <a:gd name="connsiteY1281" fmla="*/ 5000983 h 5450835"/>
              <a:gd name="connsiteX1282" fmla="*/ 4085713 w 10450132"/>
              <a:gd name="connsiteY1282" fmla="*/ 5008864 h 5450835"/>
              <a:gd name="connsiteX1283" fmla="*/ 4084924 w 10450132"/>
              <a:gd name="connsiteY1283" fmla="*/ 5009324 h 5450835"/>
              <a:gd name="connsiteX1284" fmla="*/ 4075860 w 10450132"/>
              <a:gd name="connsiteY1284" fmla="*/ 5009324 h 5450835"/>
              <a:gd name="connsiteX1285" fmla="*/ 4075070 w 10450132"/>
              <a:gd name="connsiteY1285" fmla="*/ 5008864 h 5450835"/>
              <a:gd name="connsiteX1286" fmla="*/ 4070539 w 10450132"/>
              <a:gd name="connsiteY1286" fmla="*/ 5000983 h 5450835"/>
              <a:gd name="connsiteX1287" fmla="*/ 4070539 w 10450132"/>
              <a:gd name="connsiteY1287" fmla="*/ 5000129 h 5450835"/>
              <a:gd name="connsiteX1288" fmla="*/ 4075070 w 10450132"/>
              <a:gd name="connsiteY1288" fmla="*/ 4992247 h 5450835"/>
              <a:gd name="connsiteX1289" fmla="*/ 4075860 w 10450132"/>
              <a:gd name="connsiteY1289" fmla="*/ 4991788 h 5450835"/>
              <a:gd name="connsiteX1290" fmla="*/ 3821406 w 10450132"/>
              <a:gd name="connsiteY1290" fmla="*/ 4991788 h 5450835"/>
              <a:gd name="connsiteX1291" fmla="*/ 3830474 w 10450132"/>
              <a:gd name="connsiteY1291" fmla="*/ 4991788 h 5450835"/>
              <a:gd name="connsiteX1292" fmla="*/ 3831260 w 10450132"/>
              <a:gd name="connsiteY1292" fmla="*/ 4992247 h 5450835"/>
              <a:gd name="connsiteX1293" fmla="*/ 3835794 w 10450132"/>
              <a:gd name="connsiteY1293" fmla="*/ 5000129 h 5450835"/>
              <a:gd name="connsiteX1294" fmla="*/ 3835794 w 10450132"/>
              <a:gd name="connsiteY1294" fmla="*/ 5000983 h 5450835"/>
              <a:gd name="connsiteX1295" fmla="*/ 3831260 w 10450132"/>
              <a:gd name="connsiteY1295" fmla="*/ 5008864 h 5450835"/>
              <a:gd name="connsiteX1296" fmla="*/ 3830474 w 10450132"/>
              <a:gd name="connsiteY1296" fmla="*/ 5009324 h 5450835"/>
              <a:gd name="connsiteX1297" fmla="*/ 3821406 w 10450132"/>
              <a:gd name="connsiteY1297" fmla="*/ 5009324 h 5450835"/>
              <a:gd name="connsiteX1298" fmla="*/ 3820618 w 10450132"/>
              <a:gd name="connsiteY1298" fmla="*/ 5008864 h 5450835"/>
              <a:gd name="connsiteX1299" fmla="*/ 3816087 w 10450132"/>
              <a:gd name="connsiteY1299" fmla="*/ 5000983 h 5450835"/>
              <a:gd name="connsiteX1300" fmla="*/ 3816087 w 10450132"/>
              <a:gd name="connsiteY1300" fmla="*/ 5000129 h 5450835"/>
              <a:gd name="connsiteX1301" fmla="*/ 3820618 w 10450132"/>
              <a:gd name="connsiteY1301" fmla="*/ 4992247 h 5450835"/>
              <a:gd name="connsiteX1302" fmla="*/ 3821406 w 10450132"/>
              <a:gd name="connsiteY1302" fmla="*/ 4991788 h 5450835"/>
              <a:gd name="connsiteX1303" fmla="*/ 3567142 w 10450132"/>
              <a:gd name="connsiteY1303" fmla="*/ 4991788 h 5450835"/>
              <a:gd name="connsiteX1304" fmla="*/ 3576205 w 10450132"/>
              <a:gd name="connsiteY1304" fmla="*/ 4991788 h 5450835"/>
              <a:gd name="connsiteX1305" fmla="*/ 3576994 w 10450132"/>
              <a:gd name="connsiteY1305" fmla="*/ 4992247 h 5450835"/>
              <a:gd name="connsiteX1306" fmla="*/ 3581526 w 10450132"/>
              <a:gd name="connsiteY1306" fmla="*/ 5000129 h 5450835"/>
              <a:gd name="connsiteX1307" fmla="*/ 3581526 w 10450132"/>
              <a:gd name="connsiteY1307" fmla="*/ 5000983 h 5450835"/>
              <a:gd name="connsiteX1308" fmla="*/ 3576994 w 10450132"/>
              <a:gd name="connsiteY1308" fmla="*/ 5008864 h 5450835"/>
              <a:gd name="connsiteX1309" fmla="*/ 3576205 w 10450132"/>
              <a:gd name="connsiteY1309" fmla="*/ 5009324 h 5450835"/>
              <a:gd name="connsiteX1310" fmla="*/ 3567142 w 10450132"/>
              <a:gd name="connsiteY1310" fmla="*/ 5009324 h 5450835"/>
              <a:gd name="connsiteX1311" fmla="*/ 3566354 w 10450132"/>
              <a:gd name="connsiteY1311" fmla="*/ 5008864 h 5450835"/>
              <a:gd name="connsiteX1312" fmla="*/ 3561819 w 10450132"/>
              <a:gd name="connsiteY1312" fmla="*/ 5000983 h 5450835"/>
              <a:gd name="connsiteX1313" fmla="*/ 3561819 w 10450132"/>
              <a:gd name="connsiteY1313" fmla="*/ 5000129 h 5450835"/>
              <a:gd name="connsiteX1314" fmla="*/ 3566354 w 10450132"/>
              <a:gd name="connsiteY1314" fmla="*/ 4992247 h 5450835"/>
              <a:gd name="connsiteX1315" fmla="*/ 3567142 w 10450132"/>
              <a:gd name="connsiteY1315" fmla="*/ 4991788 h 5450835"/>
              <a:gd name="connsiteX1316" fmla="*/ 3312748 w 10450132"/>
              <a:gd name="connsiteY1316" fmla="*/ 4991788 h 5450835"/>
              <a:gd name="connsiteX1317" fmla="*/ 3321812 w 10450132"/>
              <a:gd name="connsiteY1317" fmla="*/ 4991788 h 5450835"/>
              <a:gd name="connsiteX1318" fmla="*/ 3322600 w 10450132"/>
              <a:gd name="connsiteY1318" fmla="*/ 4992247 h 5450835"/>
              <a:gd name="connsiteX1319" fmla="*/ 3327132 w 10450132"/>
              <a:gd name="connsiteY1319" fmla="*/ 5000129 h 5450835"/>
              <a:gd name="connsiteX1320" fmla="*/ 3327132 w 10450132"/>
              <a:gd name="connsiteY1320" fmla="*/ 5000983 h 5450835"/>
              <a:gd name="connsiteX1321" fmla="*/ 3322600 w 10450132"/>
              <a:gd name="connsiteY1321" fmla="*/ 5008864 h 5450835"/>
              <a:gd name="connsiteX1322" fmla="*/ 3321812 w 10450132"/>
              <a:gd name="connsiteY1322" fmla="*/ 5009324 h 5450835"/>
              <a:gd name="connsiteX1323" fmla="*/ 3312748 w 10450132"/>
              <a:gd name="connsiteY1323" fmla="*/ 5009324 h 5450835"/>
              <a:gd name="connsiteX1324" fmla="*/ 3311960 w 10450132"/>
              <a:gd name="connsiteY1324" fmla="*/ 5008864 h 5450835"/>
              <a:gd name="connsiteX1325" fmla="*/ 3307426 w 10450132"/>
              <a:gd name="connsiteY1325" fmla="*/ 5000983 h 5450835"/>
              <a:gd name="connsiteX1326" fmla="*/ 3307426 w 10450132"/>
              <a:gd name="connsiteY1326" fmla="*/ 5000129 h 5450835"/>
              <a:gd name="connsiteX1327" fmla="*/ 3311960 w 10450132"/>
              <a:gd name="connsiteY1327" fmla="*/ 4992247 h 5450835"/>
              <a:gd name="connsiteX1328" fmla="*/ 3312748 w 10450132"/>
              <a:gd name="connsiteY1328" fmla="*/ 4991788 h 5450835"/>
              <a:gd name="connsiteX1329" fmla="*/ 3058399 w 10450132"/>
              <a:gd name="connsiteY1329" fmla="*/ 4991788 h 5450835"/>
              <a:gd name="connsiteX1330" fmla="*/ 3067465 w 10450132"/>
              <a:gd name="connsiteY1330" fmla="*/ 4991788 h 5450835"/>
              <a:gd name="connsiteX1331" fmla="*/ 3068253 w 10450132"/>
              <a:gd name="connsiteY1331" fmla="*/ 4992247 h 5450835"/>
              <a:gd name="connsiteX1332" fmla="*/ 3072785 w 10450132"/>
              <a:gd name="connsiteY1332" fmla="*/ 5000129 h 5450835"/>
              <a:gd name="connsiteX1333" fmla="*/ 3072785 w 10450132"/>
              <a:gd name="connsiteY1333" fmla="*/ 5000983 h 5450835"/>
              <a:gd name="connsiteX1334" fmla="*/ 3068253 w 10450132"/>
              <a:gd name="connsiteY1334" fmla="*/ 5008864 h 5450835"/>
              <a:gd name="connsiteX1335" fmla="*/ 3067465 w 10450132"/>
              <a:gd name="connsiteY1335" fmla="*/ 5009324 h 5450835"/>
              <a:gd name="connsiteX1336" fmla="*/ 3058399 w 10450132"/>
              <a:gd name="connsiteY1336" fmla="*/ 5009324 h 5450835"/>
              <a:gd name="connsiteX1337" fmla="*/ 3057611 w 10450132"/>
              <a:gd name="connsiteY1337" fmla="*/ 5008864 h 5450835"/>
              <a:gd name="connsiteX1338" fmla="*/ 3053079 w 10450132"/>
              <a:gd name="connsiteY1338" fmla="*/ 5000983 h 5450835"/>
              <a:gd name="connsiteX1339" fmla="*/ 3053079 w 10450132"/>
              <a:gd name="connsiteY1339" fmla="*/ 5000129 h 5450835"/>
              <a:gd name="connsiteX1340" fmla="*/ 3057611 w 10450132"/>
              <a:gd name="connsiteY1340" fmla="*/ 4992247 h 5450835"/>
              <a:gd name="connsiteX1341" fmla="*/ 3058399 w 10450132"/>
              <a:gd name="connsiteY1341" fmla="*/ 4991788 h 5450835"/>
              <a:gd name="connsiteX1342" fmla="*/ 2803975 w 10450132"/>
              <a:gd name="connsiteY1342" fmla="*/ 4991788 h 5450835"/>
              <a:gd name="connsiteX1343" fmla="*/ 2813040 w 10450132"/>
              <a:gd name="connsiteY1343" fmla="*/ 4991788 h 5450835"/>
              <a:gd name="connsiteX1344" fmla="*/ 2813829 w 10450132"/>
              <a:gd name="connsiteY1344" fmla="*/ 4992247 h 5450835"/>
              <a:gd name="connsiteX1345" fmla="*/ 2818361 w 10450132"/>
              <a:gd name="connsiteY1345" fmla="*/ 5000129 h 5450835"/>
              <a:gd name="connsiteX1346" fmla="*/ 2818361 w 10450132"/>
              <a:gd name="connsiteY1346" fmla="*/ 5000983 h 5450835"/>
              <a:gd name="connsiteX1347" fmla="*/ 2813829 w 10450132"/>
              <a:gd name="connsiteY1347" fmla="*/ 5008864 h 5450835"/>
              <a:gd name="connsiteX1348" fmla="*/ 2813040 w 10450132"/>
              <a:gd name="connsiteY1348" fmla="*/ 5009324 h 5450835"/>
              <a:gd name="connsiteX1349" fmla="*/ 2803975 w 10450132"/>
              <a:gd name="connsiteY1349" fmla="*/ 5009324 h 5450835"/>
              <a:gd name="connsiteX1350" fmla="*/ 2803187 w 10450132"/>
              <a:gd name="connsiteY1350" fmla="*/ 5008864 h 5450835"/>
              <a:gd name="connsiteX1351" fmla="*/ 2798654 w 10450132"/>
              <a:gd name="connsiteY1351" fmla="*/ 5000983 h 5450835"/>
              <a:gd name="connsiteX1352" fmla="*/ 2798654 w 10450132"/>
              <a:gd name="connsiteY1352" fmla="*/ 5000129 h 5450835"/>
              <a:gd name="connsiteX1353" fmla="*/ 2803187 w 10450132"/>
              <a:gd name="connsiteY1353" fmla="*/ 4992247 h 5450835"/>
              <a:gd name="connsiteX1354" fmla="*/ 2803975 w 10450132"/>
              <a:gd name="connsiteY1354" fmla="*/ 4991788 h 5450835"/>
              <a:gd name="connsiteX1355" fmla="*/ 2549406 w 10450132"/>
              <a:gd name="connsiteY1355" fmla="*/ 4991788 h 5450835"/>
              <a:gd name="connsiteX1356" fmla="*/ 2558471 w 10450132"/>
              <a:gd name="connsiteY1356" fmla="*/ 4991788 h 5450835"/>
              <a:gd name="connsiteX1357" fmla="*/ 2559259 w 10450132"/>
              <a:gd name="connsiteY1357" fmla="*/ 4992247 h 5450835"/>
              <a:gd name="connsiteX1358" fmla="*/ 2563791 w 10450132"/>
              <a:gd name="connsiteY1358" fmla="*/ 5000129 h 5450835"/>
              <a:gd name="connsiteX1359" fmla="*/ 2563791 w 10450132"/>
              <a:gd name="connsiteY1359" fmla="*/ 5000983 h 5450835"/>
              <a:gd name="connsiteX1360" fmla="*/ 2559259 w 10450132"/>
              <a:gd name="connsiteY1360" fmla="*/ 5008864 h 5450835"/>
              <a:gd name="connsiteX1361" fmla="*/ 2558471 w 10450132"/>
              <a:gd name="connsiteY1361" fmla="*/ 5009324 h 5450835"/>
              <a:gd name="connsiteX1362" fmla="*/ 2549406 w 10450132"/>
              <a:gd name="connsiteY1362" fmla="*/ 5009324 h 5450835"/>
              <a:gd name="connsiteX1363" fmla="*/ 2548618 w 10450132"/>
              <a:gd name="connsiteY1363" fmla="*/ 5008864 h 5450835"/>
              <a:gd name="connsiteX1364" fmla="*/ 2544086 w 10450132"/>
              <a:gd name="connsiteY1364" fmla="*/ 5000983 h 5450835"/>
              <a:gd name="connsiteX1365" fmla="*/ 2544086 w 10450132"/>
              <a:gd name="connsiteY1365" fmla="*/ 5000129 h 5450835"/>
              <a:gd name="connsiteX1366" fmla="*/ 2548618 w 10450132"/>
              <a:gd name="connsiteY1366" fmla="*/ 4992247 h 5450835"/>
              <a:gd name="connsiteX1367" fmla="*/ 2549406 w 10450132"/>
              <a:gd name="connsiteY1367" fmla="*/ 4991788 h 5450835"/>
              <a:gd name="connsiteX1368" fmla="*/ 2295020 w 10450132"/>
              <a:gd name="connsiteY1368" fmla="*/ 4991788 h 5450835"/>
              <a:gd name="connsiteX1369" fmla="*/ 2304084 w 10450132"/>
              <a:gd name="connsiteY1369" fmla="*/ 4991788 h 5450835"/>
              <a:gd name="connsiteX1370" fmla="*/ 2304873 w 10450132"/>
              <a:gd name="connsiteY1370" fmla="*/ 4992247 h 5450835"/>
              <a:gd name="connsiteX1371" fmla="*/ 2309404 w 10450132"/>
              <a:gd name="connsiteY1371" fmla="*/ 5000129 h 5450835"/>
              <a:gd name="connsiteX1372" fmla="*/ 2309404 w 10450132"/>
              <a:gd name="connsiteY1372" fmla="*/ 5000983 h 5450835"/>
              <a:gd name="connsiteX1373" fmla="*/ 2304873 w 10450132"/>
              <a:gd name="connsiteY1373" fmla="*/ 5008864 h 5450835"/>
              <a:gd name="connsiteX1374" fmla="*/ 2304084 w 10450132"/>
              <a:gd name="connsiteY1374" fmla="*/ 5009324 h 5450835"/>
              <a:gd name="connsiteX1375" fmla="*/ 2295020 w 10450132"/>
              <a:gd name="connsiteY1375" fmla="*/ 5009324 h 5450835"/>
              <a:gd name="connsiteX1376" fmla="*/ 2294231 w 10450132"/>
              <a:gd name="connsiteY1376" fmla="*/ 5008864 h 5450835"/>
              <a:gd name="connsiteX1377" fmla="*/ 2289700 w 10450132"/>
              <a:gd name="connsiteY1377" fmla="*/ 5000983 h 5450835"/>
              <a:gd name="connsiteX1378" fmla="*/ 2289700 w 10450132"/>
              <a:gd name="connsiteY1378" fmla="*/ 5000129 h 5450835"/>
              <a:gd name="connsiteX1379" fmla="*/ 2294231 w 10450132"/>
              <a:gd name="connsiteY1379" fmla="*/ 4992247 h 5450835"/>
              <a:gd name="connsiteX1380" fmla="*/ 2295020 w 10450132"/>
              <a:gd name="connsiteY1380" fmla="*/ 4991788 h 5450835"/>
              <a:gd name="connsiteX1381" fmla="*/ 2040735 w 10450132"/>
              <a:gd name="connsiteY1381" fmla="*/ 4991788 h 5450835"/>
              <a:gd name="connsiteX1382" fmla="*/ 2049800 w 10450132"/>
              <a:gd name="connsiteY1382" fmla="*/ 4991788 h 5450835"/>
              <a:gd name="connsiteX1383" fmla="*/ 2050589 w 10450132"/>
              <a:gd name="connsiteY1383" fmla="*/ 4992247 h 5450835"/>
              <a:gd name="connsiteX1384" fmla="*/ 2055121 w 10450132"/>
              <a:gd name="connsiteY1384" fmla="*/ 5000129 h 5450835"/>
              <a:gd name="connsiteX1385" fmla="*/ 2055121 w 10450132"/>
              <a:gd name="connsiteY1385" fmla="*/ 5000983 h 5450835"/>
              <a:gd name="connsiteX1386" fmla="*/ 2050589 w 10450132"/>
              <a:gd name="connsiteY1386" fmla="*/ 5008864 h 5450835"/>
              <a:gd name="connsiteX1387" fmla="*/ 2049800 w 10450132"/>
              <a:gd name="connsiteY1387" fmla="*/ 5009324 h 5450835"/>
              <a:gd name="connsiteX1388" fmla="*/ 2040735 w 10450132"/>
              <a:gd name="connsiteY1388" fmla="*/ 5009324 h 5450835"/>
              <a:gd name="connsiteX1389" fmla="*/ 2039947 w 10450132"/>
              <a:gd name="connsiteY1389" fmla="*/ 5008864 h 5450835"/>
              <a:gd name="connsiteX1390" fmla="*/ 2035414 w 10450132"/>
              <a:gd name="connsiteY1390" fmla="*/ 5000983 h 5450835"/>
              <a:gd name="connsiteX1391" fmla="*/ 2035414 w 10450132"/>
              <a:gd name="connsiteY1391" fmla="*/ 5000129 h 5450835"/>
              <a:gd name="connsiteX1392" fmla="*/ 2039947 w 10450132"/>
              <a:gd name="connsiteY1392" fmla="*/ 4992247 h 5450835"/>
              <a:gd name="connsiteX1393" fmla="*/ 2040735 w 10450132"/>
              <a:gd name="connsiteY1393" fmla="*/ 4991788 h 5450835"/>
              <a:gd name="connsiteX1394" fmla="*/ 1786240 w 10450132"/>
              <a:gd name="connsiteY1394" fmla="*/ 4991788 h 5450835"/>
              <a:gd name="connsiteX1395" fmla="*/ 1795304 w 10450132"/>
              <a:gd name="connsiteY1395" fmla="*/ 4991788 h 5450835"/>
              <a:gd name="connsiteX1396" fmla="*/ 1796092 w 10450132"/>
              <a:gd name="connsiteY1396" fmla="*/ 4992247 h 5450835"/>
              <a:gd name="connsiteX1397" fmla="*/ 1800624 w 10450132"/>
              <a:gd name="connsiteY1397" fmla="*/ 5000129 h 5450835"/>
              <a:gd name="connsiteX1398" fmla="*/ 1800624 w 10450132"/>
              <a:gd name="connsiteY1398" fmla="*/ 5000983 h 5450835"/>
              <a:gd name="connsiteX1399" fmla="*/ 1796092 w 10450132"/>
              <a:gd name="connsiteY1399" fmla="*/ 5008864 h 5450835"/>
              <a:gd name="connsiteX1400" fmla="*/ 1795304 w 10450132"/>
              <a:gd name="connsiteY1400" fmla="*/ 5009324 h 5450835"/>
              <a:gd name="connsiteX1401" fmla="*/ 1786240 w 10450132"/>
              <a:gd name="connsiteY1401" fmla="*/ 5009324 h 5450835"/>
              <a:gd name="connsiteX1402" fmla="*/ 1785452 w 10450132"/>
              <a:gd name="connsiteY1402" fmla="*/ 5008864 h 5450835"/>
              <a:gd name="connsiteX1403" fmla="*/ 1780920 w 10450132"/>
              <a:gd name="connsiteY1403" fmla="*/ 5000983 h 5450835"/>
              <a:gd name="connsiteX1404" fmla="*/ 1780920 w 10450132"/>
              <a:gd name="connsiteY1404" fmla="*/ 5000129 h 5450835"/>
              <a:gd name="connsiteX1405" fmla="*/ 1785452 w 10450132"/>
              <a:gd name="connsiteY1405" fmla="*/ 4992247 h 5450835"/>
              <a:gd name="connsiteX1406" fmla="*/ 1786240 w 10450132"/>
              <a:gd name="connsiteY1406" fmla="*/ 4991788 h 5450835"/>
              <a:gd name="connsiteX1407" fmla="*/ 1531853 w 10450132"/>
              <a:gd name="connsiteY1407" fmla="*/ 4991788 h 5450835"/>
              <a:gd name="connsiteX1408" fmla="*/ 1540916 w 10450132"/>
              <a:gd name="connsiteY1408" fmla="*/ 4991788 h 5450835"/>
              <a:gd name="connsiteX1409" fmla="*/ 1541703 w 10450132"/>
              <a:gd name="connsiteY1409" fmla="*/ 4992247 h 5450835"/>
              <a:gd name="connsiteX1410" fmla="*/ 1546236 w 10450132"/>
              <a:gd name="connsiteY1410" fmla="*/ 5000129 h 5450835"/>
              <a:gd name="connsiteX1411" fmla="*/ 1546236 w 10450132"/>
              <a:gd name="connsiteY1411" fmla="*/ 5000983 h 5450835"/>
              <a:gd name="connsiteX1412" fmla="*/ 1541703 w 10450132"/>
              <a:gd name="connsiteY1412" fmla="*/ 5008864 h 5450835"/>
              <a:gd name="connsiteX1413" fmla="*/ 1540916 w 10450132"/>
              <a:gd name="connsiteY1413" fmla="*/ 5009324 h 5450835"/>
              <a:gd name="connsiteX1414" fmla="*/ 1531853 w 10450132"/>
              <a:gd name="connsiteY1414" fmla="*/ 5009324 h 5450835"/>
              <a:gd name="connsiteX1415" fmla="*/ 1531064 w 10450132"/>
              <a:gd name="connsiteY1415" fmla="*/ 5008864 h 5450835"/>
              <a:gd name="connsiteX1416" fmla="*/ 1526532 w 10450132"/>
              <a:gd name="connsiteY1416" fmla="*/ 5000983 h 5450835"/>
              <a:gd name="connsiteX1417" fmla="*/ 1526532 w 10450132"/>
              <a:gd name="connsiteY1417" fmla="*/ 5000129 h 5450835"/>
              <a:gd name="connsiteX1418" fmla="*/ 1531064 w 10450132"/>
              <a:gd name="connsiteY1418" fmla="*/ 4992247 h 5450835"/>
              <a:gd name="connsiteX1419" fmla="*/ 1531853 w 10450132"/>
              <a:gd name="connsiteY1419" fmla="*/ 4991788 h 5450835"/>
              <a:gd name="connsiteX1420" fmla="*/ 1277438 w 10450132"/>
              <a:gd name="connsiteY1420" fmla="*/ 4991788 h 5450835"/>
              <a:gd name="connsiteX1421" fmla="*/ 1286504 w 10450132"/>
              <a:gd name="connsiteY1421" fmla="*/ 4991788 h 5450835"/>
              <a:gd name="connsiteX1422" fmla="*/ 1287292 w 10450132"/>
              <a:gd name="connsiteY1422" fmla="*/ 4992247 h 5450835"/>
              <a:gd name="connsiteX1423" fmla="*/ 1291824 w 10450132"/>
              <a:gd name="connsiteY1423" fmla="*/ 5000129 h 5450835"/>
              <a:gd name="connsiteX1424" fmla="*/ 1291824 w 10450132"/>
              <a:gd name="connsiteY1424" fmla="*/ 5000983 h 5450835"/>
              <a:gd name="connsiteX1425" fmla="*/ 1287292 w 10450132"/>
              <a:gd name="connsiteY1425" fmla="*/ 5008864 h 5450835"/>
              <a:gd name="connsiteX1426" fmla="*/ 1286504 w 10450132"/>
              <a:gd name="connsiteY1426" fmla="*/ 5009324 h 5450835"/>
              <a:gd name="connsiteX1427" fmla="*/ 1277438 w 10450132"/>
              <a:gd name="connsiteY1427" fmla="*/ 5009324 h 5450835"/>
              <a:gd name="connsiteX1428" fmla="*/ 1276650 w 10450132"/>
              <a:gd name="connsiteY1428" fmla="*/ 5008864 h 5450835"/>
              <a:gd name="connsiteX1429" fmla="*/ 1272119 w 10450132"/>
              <a:gd name="connsiteY1429" fmla="*/ 5000983 h 5450835"/>
              <a:gd name="connsiteX1430" fmla="*/ 1272119 w 10450132"/>
              <a:gd name="connsiteY1430" fmla="*/ 5000129 h 5450835"/>
              <a:gd name="connsiteX1431" fmla="*/ 1276650 w 10450132"/>
              <a:gd name="connsiteY1431" fmla="*/ 4992247 h 5450835"/>
              <a:gd name="connsiteX1432" fmla="*/ 1277438 w 10450132"/>
              <a:gd name="connsiteY1432" fmla="*/ 4991788 h 5450835"/>
              <a:gd name="connsiteX1433" fmla="*/ 1023011 w 10450132"/>
              <a:gd name="connsiteY1433" fmla="*/ 4991788 h 5450835"/>
              <a:gd name="connsiteX1434" fmla="*/ 1032075 w 10450132"/>
              <a:gd name="connsiteY1434" fmla="*/ 4991788 h 5450835"/>
              <a:gd name="connsiteX1435" fmla="*/ 1032863 w 10450132"/>
              <a:gd name="connsiteY1435" fmla="*/ 4992247 h 5450835"/>
              <a:gd name="connsiteX1436" fmla="*/ 1037395 w 10450132"/>
              <a:gd name="connsiteY1436" fmla="*/ 5000129 h 5450835"/>
              <a:gd name="connsiteX1437" fmla="*/ 1037395 w 10450132"/>
              <a:gd name="connsiteY1437" fmla="*/ 5000983 h 5450835"/>
              <a:gd name="connsiteX1438" fmla="*/ 1032863 w 10450132"/>
              <a:gd name="connsiteY1438" fmla="*/ 5008864 h 5450835"/>
              <a:gd name="connsiteX1439" fmla="*/ 1032075 w 10450132"/>
              <a:gd name="connsiteY1439" fmla="*/ 5009324 h 5450835"/>
              <a:gd name="connsiteX1440" fmla="*/ 1023011 w 10450132"/>
              <a:gd name="connsiteY1440" fmla="*/ 5009324 h 5450835"/>
              <a:gd name="connsiteX1441" fmla="*/ 1022223 w 10450132"/>
              <a:gd name="connsiteY1441" fmla="*/ 5008864 h 5450835"/>
              <a:gd name="connsiteX1442" fmla="*/ 1017690 w 10450132"/>
              <a:gd name="connsiteY1442" fmla="*/ 5000983 h 5450835"/>
              <a:gd name="connsiteX1443" fmla="*/ 1017690 w 10450132"/>
              <a:gd name="connsiteY1443" fmla="*/ 5000129 h 5450835"/>
              <a:gd name="connsiteX1444" fmla="*/ 1022223 w 10450132"/>
              <a:gd name="connsiteY1444" fmla="*/ 4992247 h 5450835"/>
              <a:gd name="connsiteX1445" fmla="*/ 1023011 w 10450132"/>
              <a:gd name="connsiteY1445" fmla="*/ 4991788 h 5450835"/>
              <a:gd name="connsiteX1446" fmla="*/ 768631 w 10450132"/>
              <a:gd name="connsiteY1446" fmla="*/ 4991788 h 5450835"/>
              <a:gd name="connsiteX1447" fmla="*/ 777694 w 10450132"/>
              <a:gd name="connsiteY1447" fmla="*/ 4991788 h 5450835"/>
              <a:gd name="connsiteX1448" fmla="*/ 778482 w 10450132"/>
              <a:gd name="connsiteY1448" fmla="*/ 4992247 h 5450835"/>
              <a:gd name="connsiteX1449" fmla="*/ 783014 w 10450132"/>
              <a:gd name="connsiteY1449" fmla="*/ 5000129 h 5450835"/>
              <a:gd name="connsiteX1450" fmla="*/ 783014 w 10450132"/>
              <a:gd name="connsiteY1450" fmla="*/ 5000983 h 5450835"/>
              <a:gd name="connsiteX1451" fmla="*/ 778482 w 10450132"/>
              <a:gd name="connsiteY1451" fmla="*/ 5008864 h 5450835"/>
              <a:gd name="connsiteX1452" fmla="*/ 777694 w 10450132"/>
              <a:gd name="connsiteY1452" fmla="*/ 5009324 h 5450835"/>
              <a:gd name="connsiteX1453" fmla="*/ 768631 w 10450132"/>
              <a:gd name="connsiteY1453" fmla="*/ 5009324 h 5450835"/>
              <a:gd name="connsiteX1454" fmla="*/ 767842 w 10450132"/>
              <a:gd name="connsiteY1454" fmla="*/ 5008864 h 5450835"/>
              <a:gd name="connsiteX1455" fmla="*/ 763311 w 10450132"/>
              <a:gd name="connsiteY1455" fmla="*/ 5000983 h 5450835"/>
              <a:gd name="connsiteX1456" fmla="*/ 763311 w 10450132"/>
              <a:gd name="connsiteY1456" fmla="*/ 5000129 h 5450835"/>
              <a:gd name="connsiteX1457" fmla="*/ 767842 w 10450132"/>
              <a:gd name="connsiteY1457" fmla="*/ 4992247 h 5450835"/>
              <a:gd name="connsiteX1458" fmla="*/ 768631 w 10450132"/>
              <a:gd name="connsiteY1458" fmla="*/ 4991788 h 5450835"/>
              <a:gd name="connsiteX1459" fmla="*/ 514388 w 10450132"/>
              <a:gd name="connsiteY1459" fmla="*/ 4991788 h 5450835"/>
              <a:gd name="connsiteX1460" fmla="*/ 523450 w 10450132"/>
              <a:gd name="connsiteY1460" fmla="*/ 4991788 h 5450835"/>
              <a:gd name="connsiteX1461" fmla="*/ 524239 w 10450132"/>
              <a:gd name="connsiteY1461" fmla="*/ 4992247 h 5450835"/>
              <a:gd name="connsiteX1462" fmla="*/ 528771 w 10450132"/>
              <a:gd name="connsiteY1462" fmla="*/ 5000129 h 5450835"/>
              <a:gd name="connsiteX1463" fmla="*/ 528771 w 10450132"/>
              <a:gd name="connsiteY1463" fmla="*/ 5000983 h 5450835"/>
              <a:gd name="connsiteX1464" fmla="*/ 524239 w 10450132"/>
              <a:gd name="connsiteY1464" fmla="*/ 5008864 h 5450835"/>
              <a:gd name="connsiteX1465" fmla="*/ 523450 w 10450132"/>
              <a:gd name="connsiteY1465" fmla="*/ 5009324 h 5450835"/>
              <a:gd name="connsiteX1466" fmla="*/ 514388 w 10450132"/>
              <a:gd name="connsiteY1466" fmla="*/ 5009324 h 5450835"/>
              <a:gd name="connsiteX1467" fmla="*/ 513600 w 10450132"/>
              <a:gd name="connsiteY1467" fmla="*/ 5008864 h 5450835"/>
              <a:gd name="connsiteX1468" fmla="*/ 509067 w 10450132"/>
              <a:gd name="connsiteY1468" fmla="*/ 5000983 h 5450835"/>
              <a:gd name="connsiteX1469" fmla="*/ 509067 w 10450132"/>
              <a:gd name="connsiteY1469" fmla="*/ 5000129 h 5450835"/>
              <a:gd name="connsiteX1470" fmla="*/ 513600 w 10450132"/>
              <a:gd name="connsiteY1470" fmla="*/ 4992247 h 5450835"/>
              <a:gd name="connsiteX1471" fmla="*/ 514388 w 10450132"/>
              <a:gd name="connsiteY1471" fmla="*/ 4991788 h 5450835"/>
              <a:gd name="connsiteX1472" fmla="*/ 259919 w 10450132"/>
              <a:gd name="connsiteY1472" fmla="*/ 4991788 h 5450835"/>
              <a:gd name="connsiteX1473" fmla="*/ 268982 w 10450132"/>
              <a:gd name="connsiteY1473" fmla="*/ 4991788 h 5450835"/>
              <a:gd name="connsiteX1474" fmla="*/ 269770 w 10450132"/>
              <a:gd name="connsiteY1474" fmla="*/ 4992247 h 5450835"/>
              <a:gd name="connsiteX1475" fmla="*/ 274302 w 10450132"/>
              <a:gd name="connsiteY1475" fmla="*/ 5000129 h 5450835"/>
              <a:gd name="connsiteX1476" fmla="*/ 274302 w 10450132"/>
              <a:gd name="connsiteY1476" fmla="*/ 5000983 h 5450835"/>
              <a:gd name="connsiteX1477" fmla="*/ 269770 w 10450132"/>
              <a:gd name="connsiteY1477" fmla="*/ 5008864 h 5450835"/>
              <a:gd name="connsiteX1478" fmla="*/ 268982 w 10450132"/>
              <a:gd name="connsiteY1478" fmla="*/ 5009324 h 5450835"/>
              <a:gd name="connsiteX1479" fmla="*/ 259919 w 10450132"/>
              <a:gd name="connsiteY1479" fmla="*/ 5009324 h 5450835"/>
              <a:gd name="connsiteX1480" fmla="*/ 259129 w 10450132"/>
              <a:gd name="connsiteY1480" fmla="*/ 5008864 h 5450835"/>
              <a:gd name="connsiteX1481" fmla="*/ 254597 w 10450132"/>
              <a:gd name="connsiteY1481" fmla="*/ 5000983 h 5450835"/>
              <a:gd name="connsiteX1482" fmla="*/ 254597 w 10450132"/>
              <a:gd name="connsiteY1482" fmla="*/ 5000129 h 5450835"/>
              <a:gd name="connsiteX1483" fmla="*/ 259129 w 10450132"/>
              <a:gd name="connsiteY1483" fmla="*/ 4992247 h 5450835"/>
              <a:gd name="connsiteX1484" fmla="*/ 259919 w 10450132"/>
              <a:gd name="connsiteY1484" fmla="*/ 4991788 h 5450835"/>
              <a:gd name="connsiteX1485" fmla="*/ 5471 w 10450132"/>
              <a:gd name="connsiteY1485" fmla="*/ 4991788 h 5450835"/>
              <a:gd name="connsiteX1486" fmla="*/ 14535 w 10450132"/>
              <a:gd name="connsiteY1486" fmla="*/ 4991788 h 5450835"/>
              <a:gd name="connsiteX1487" fmla="*/ 15323 w 10450132"/>
              <a:gd name="connsiteY1487" fmla="*/ 4992247 h 5450835"/>
              <a:gd name="connsiteX1488" fmla="*/ 19855 w 10450132"/>
              <a:gd name="connsiteY1488" fmla="*/ 5000129 h 5450835"/>
              <a:gd name="connsiteX1489" fmla="*/ 19855 w 10450132"/>
              <a:gd name="connsiteY1489" fmla="*/ 5000983 h 5450835"/>
              <a:gd name="connsiteX1490" fmla="*/ 15323 w 10450132"/>
              <a:gd name="connsiteY1490" fmla="*/ 5008864 h 5450835"/>
              <a:gd name="connsiteX1491" fmla="*/ 14535 w 10450132"/>
              <a:gd name="connsiteY1491" fmla="*/ 5009324 h 5450835"/>
              <a:gd name="connsiteX1492" fmla="*/ 5471 w 10450132"/>
              <a:gd name="connsiteY1492" fmla="*/ 5009324 h 5450835"/>
              <a:gd name="connsiteX1493" fmla="*/ 4682 w 10450132"/>
              <a:gd name="connsiteY1493" fmla="*/ 5008864 h 5450835"/>
              <a:gd name="connsiteX1494" fmla="*/ 150 w 10450132"/>
              <a:gd name="connsiteY1494" fmla="*/ 5000983 h 5450835"/>
              <a:gd name="connsiteX1495" fmla="*/ 150 w 10450132"/>
              <a:gd name="connsiteY1495" fmla="*/ 5000129 h 5450835"/>
              <a:gd name="connsiteX1496" fmla="*/ 4682 w 10450132"/>
              <a:gd name="connsiteY1496" fmla="*/ 4992247 h 5450835"/>
              <a:gd name="connsiteX1497" fmla="*/ 5471 w 10450132"/>
              <a:gd name="connsiteY1497" fmla="*/ 4991788 h 5450835"/>
              <a:gd name="connsiteX1498" fmla="*/ 10435622 w 10450132"/>
              <a:gd name="connsiteY1498" fmla="*/ 4774713 h 5450835"/>
              <a:gd name="connsiteX1499" fmla="*/ 10444686 w 10450132"/>
              <a:gd name="connsiteY1499" fmla="*/ 4774713 h 5450835"/>
              <a:gd name="connsiteX1500" fmla="*/ 10445474 w 10450132"/>
              <a:gd name="connsiteY1500" fmla="*/ 4775173 h 5450835"/>
              <a:gd name="connsiteX1501" fmla="*/ 10450007 w 10450132"/>
              <a:gd name="connsiteY1501" fmla="*/ 4783055 h 5450835"/>
              <a:gd name="connsiteX1502" fmla="*/ 10450007 w 10450132"/>
              <a:gd name="connsiteY1502" fmla="*/ 4783908 h 5450835"/>
              <a:gd name="connsiteX1503" fmla="*/ 10445474 w 10450132"/>
              <a:gd name="connsiteY1503" fmla="*/ 4791790 h 5450835"/>
              <a:gd name="connsiteX1504" fmla="*/ 10444686 w 10450132"/>
              <a:gd name="connsiteY1504" fmla="*/ 4792249 h 5450835"/>
              <a:gd name="connsiteX1505" fmla="*/ 10435622 w 10450132"/>
              <a:gd name="connsiteY1505" fmla="*/ 4792249 h 5450835"/>
              <a:gd name="connsiteX1506" fmla="*/ 10434834 w 10450132"/>
              <a:gd name="connsiteY1506" fmla="*/ 4791790 h 5450835"/>
              <a:gd name="connsiteX1507" fmla="*/ 10430302 w 10450132"/>
              <a:gd name="connsiteY1507" fmla="*/ 4783908 h 5450835"/>
              <a:gd name="connsiteX1508" fmla="*/ 10430302 w 10450132"/>
              <a:gd name="connsiteY1508" fmla="*/ 4783055 h 5450835"/>
              <a:gd name="connsiteX1509" fmla="*/ 10434834 w 10450132"/>
              <a:gd name="connsiteY1509" fmla="*/ 4775173 h 5450835"/>
              <a:gd name="connsiteX1510" fmla="*/ 10435622 w 10450132"/>
              <a:gd name="connsiteY1510" fmla="*/ 4774713 h 5450835"/>
              <a:gd name="connsiteX1511" fmla="*/ 10181242 w 10450132"/>
              <a:gd name="connsiteY1511" fmla="*/ 4774713 h 5450835"/>
              <a:gd name="connsiteX1512" fmla="*/ 10190305 w 10450132"/>
              <a:gd name="connsiteY1512" fmla="*/ 4774713 h 5450835"/>
              <a:gd name="connsiteX1513" fmla="*/ 10191093 w 10450132"/>
              <a:gd name="connsiteY1513" fmla="*/ 4775173 h 5450835"/>
              <a:gd name="connsiteX1514" fmla="*/ 10195626 w 10450132"/>
              <a:gd name="connsiteY1514" fmla="*/ 4783055 h 5450835"/>
              <a:gd name="connsiteX1515" fmla="*/ 10195626 w 10450132"/>
              <a:gd name="connsiteY1515" fmla="*/ 4783908 h 5450835"/>
              <a:gd name="connsiteX1516" fmla="*/ 10191093 w 10450132"/>
              <a:gd name="connsiteY1516" fmla="*/ 4791790 h 5450835"/>
              <a:gd name="connsiteX1517" fmla="*/ 10190305 w 10450132"/>
              <a:gd name="connsiteY1517" fmla="*/ 4792249 h 5450835"/>
              <a:gd name="connsiteX1518" fmla="*/ 10181242 w 10450132"/>
              <a:gd name="connsiteY1518" fmla="*/ 4792249 h 5450835"/>
              <a:gd name="connsiteX1519" fmla="*/ 10180453 w 10450132"/>
              <a:gd name="connsiteY1519" fmla="*/ 4791790 h 5450835"/>
              <a:gd name="connsiteX1520" fmla="*/ 10175922 w 10450132"/>
              <a:gd name="connsiteY1520" fmla="*/ 4783908 h 5450835"/>
              <a:gd name="connsiteX1521" fmla="*/ 10175922 w 10450132"/>
              <a:gd name="connsiteY1521" fmla="*/ 4783055 h 5450835"/>
              <a:gd name="connsiteX1522" fmla="*/ 10180453 w 10450132"/>
              <a:gd name="connsiteY1522" fmla="*/ 4775173 h 5450835"/>
              <a:gd name="connsiteX1523" fmla="*/ 10181242 w 10450132"/>
              <a:gd name="connsiteY1523" fmla="*/ 4774713 h 5450835"/>
              <a:gd name="connsiteX1524" fmla="*/ 9926861 w 10450132"/>
              <a:gd name="connsiteY1524" fmla="*/ 4774713 h 5450835"/>
              <a:gd name="connsiteX1525" fmla="*/ 9935924 w 10450132"/>
              <a:gd name="connsiteY1525" fmla="*/ 4774713 h 5450835"/>
              <a:gd name="connsiteX1526" fmla="*/ 9936713 w 10450132"/>
              <a:gd name="connsiteY1526" fmla="*/ 4775173 h 5450835"/>
              <a:gd name="connsiteX1527" fmla="*/ 9941246 w 10450132"/>
              <a:gd name="connsiteY1527" fmla="*/ 4783055 h 5450835"/>
              <a:gd name="connsiteX1528" fmla="*/ 9941246 w 10450132"/>
              <a:gd name="connsiteY1528" fmla="*/ 4783908 h 5450835"/>
              <a:gd name="connsiteX1529" fmla="*/ 9936713 w 10450132"/>
              <a:gd name="connsiteY1529" fmla="*/ 4791790 h 5450835"/>
              <a:gd name="connsiteX1530" fmla="*/ 9935924 w 10450132"/>
              <a:gd name="connsiteY1530" fmla="*/ 4792249 h 5450835"/>
              <a:gd name="connsiteX1531" fmla="*/ 9926861 w 10450132"/>
              <a:gd name="connsiteY1531" fmla="*/ 4792249 h 5450835"/>
              <a:gd name="connsiteX1532" fmla="*/ 9926073 w 10450132"/>
              <a:gd name="connsiteY1532" fmla="*/ 4791790 h 5450835"/>
              <a:gd name="connsiteX1533" fmla="*/ 9921541 w 10450132"/>
              <a:gd name="connsiteY1533" fmla="*/ 4783908 h 5450835"/>
              <a:gd name="connsiteX1534" fmla="*/ 9921541 w 10450132"/>
              <a:gd name="connsiteY1534" fmla="*/ 4783055 h 5450835"/>
              <a:gd name="connsiteX1535" fmla="*/ 9926073 w 10450132"/>
              <a:gd name="connsiteY1535" fmla="*/ 4775173 h 5450835"/>
              <a:gd name="connsiteX1536" fmla="*/ 9926861 w 10450132"/>
              <a:gd name="connsiteY1536" fmla="*/ 4774713 h 5450835"/>
              <a:gd name="connsiteX1537" fmla="*/ 9672481 w 10450132"/>
              <a:gd name="connsiteY1537" fmla="*/ 4774713 h 5450835"/>
              <a:gd name="connsiteX1538" fmla="*/ 9681545 w 10450132"/>
              <a:gd name="connsiteY1538" fmla="*/ 4774713 h 5450835"/>
              <a:gd name="connsiteX1539" fmla="*/ 9682333 w 10450132"/>
              <a:gd name="connsiteY1539" fmla="*/ 4775173 h 5450835"/>
              <a:gd name="connsiteX1540" fmla="*/ 9686865 w 10450132"/>
              <a:gd name="connsiteY1540" fmla="*/ 4783055 h 5450835"/>
              <a:gd name="connsiteX1541" fmla="*/ 9686865 w 10450132"/>
              <a:gd name="connsiteY1541" fmla="*/ 4783908 h 5450835"/>
              <a:gd name="connsiteX1542" fmla="*/ 9682333 w 10450132"/>
              <a:gd name="connsiteY1542" fmla="*/ 4791790 h 5450835"/>
              <a:gd name="connsiteX1543" fmla="*/ 9681545 w 10450132"/>
              <a:gd name="connsiteY1543" fmla="*/ 4792249 h 5450835"/>
              <a:gd name="connsiteX1544" fmla="*/ 9672481 w 10450132"/>
              <a:gd name="connsiteY1544" fmla="*/ 4792249 h 5450835"/>
              <a:gd name="connsiteX1545" fmla="*/ 9671693 w 10450132"/>
              <a:gd name="connsiteY1545" fmla="*/ 4791790 h 5450835"/>
              <a:gd name="connsiteX1546" fmla="*/ 9667160 w 10450132"/>
              <a:gd name="connsiteY1546" fmla="*/ 4783908 h 5450835"/>
              <a:gd name="connsiteX1547" fmla="*/ 9667160 w 10450132"/>
              <a:gd name="connsiteY1547" fmla="*/ 4783055 h 5450835"/>
              <a:gd name="connsiteX1548" fmla="*/ 9671693 w 10450132"/>
              <a:gd name="connsiteY1548" fmla="*/ 4775173 h 5450835"/>
              <a:gd name="connsiteX1549" fmla="*/ 9672481 w 10450132"/>
              <a:gd name="connsiteY1549" fmla="*/ 4774713 h 5450835"/>
              <a:gd name="connsiteX1550" fmla="*/ 9163654 w 10450132"/>
              <a:gd name="connsiteY1550" fmla="*/ 4774713 h 5450835"/>
              <a:gd name="connsiteX1551" fmla="*/ 9172718 w 10450132"/>
              <a:gd name="connsiteY1551" fmla="*/ 4774713 h 5450835"/>
              <a:gd name="connsiteX1552" fmla="*/ 9173506 w 10450132"/>
              <a:gd name="connsiteY1552" fmla="*/ 4775173 h 5450835"/>
              <a:gd name="connsiteX1553" fmla="*/ 9178038 w 10450132"/>
              <a:gd name="connsiteY1553" fmla="*/ 4783055 h 5450835"/>
              <a:gd name="connsiteX1554" fmla="*/ 9178038 w 10450132"/>
              <a:gd name="connsiteY1554" fmla="*/ 4783908 h 5450835"/>
              <a:gd name="connsiteX1555" fmla="*/ 9173506 w 10450132"/>
              <a:gd name="connsiteY1555" fmla="*/ 4791790 h 5450835"/>
              <a:gd name="connsiteX1556" fmla="*/ 9172718 w 10450132"/>
              <a:gd name="connsiteY1556" fmla="*/ 4792249 h 5450835"/>
              <a:gd name="connsiteX1557" fmla="*/ 9163654 w 10450132"/>
              <a:gd name="connsiteY1557" fmla="*/ 4792249 h 5450835"/>
              <a:gd name="connsiteX1558" fmla="*/ 9162866 w 10450132"/>
              <a:gd name="connsiteY1558" fmla="*/ 4791790 h 5450835"/>
              <a:gd name="connsiteX1559" fmla="*/ 9158333 w 10450132"/>
              <a:gd name="connsiteY1559" fmla="*/ 4783908 h 5450835"/>
              <a:gd name="connsiteX1560" fmla="*/ 9158333 w 10450132"/>
              <a:gd name="connsiteY1560" fmla="*/ 4783055 h 5450835"/>
              <a:gd name="connsiteX1561" fmla="*/ 9162866 w 10450132"/>
              <a:gd name="connsiteY1561" fmla="*/ 4775173 h 5450835"/>
              <a:gd name="connsiteX1562" fmla="*/ 9163654 w 10450132"/>
              <a:gd name="connsiteY1562" fmla="*/ 4774713 h 5450835"/>
              <a:gd name="connsiteX1563" fmla="*/ 8909274 w 10450132"/>
              <a:gd name="connsiteY1563" fmla="*/ 4774713 h 5450835"/>
              <a:gd name="connsiteX1564" fmla="*/ 8918336 w 10450132"/>
              <a:gd name="connsiteY1564" fmla="*/ 4774713 h 5450835"/>
              <a:gd name="connsiteX1565" fmla="*/ 8919125 w 10450132"/>
              <a:gd name="connsiteY1565" fmla="*/ 4775173 h 5450835"/>
              <a:gd name="connsiteX1566" fmla="*/ 8923657 w 10450132"/>
              <a:gd name="connsiteY1566" fmla="*/ 4783055 h 5450835"/>
              <a:gd name="connsiteX1567" fmla="*/ 8923657 w 10450132"/>
              <a:gd name="connsiteY1567" fmla="*/ 4783908 h 5450835"/>
              <a:gd name="connsiteX1568" fmla="*/ 8919125 w 10450132"/>
              <a:gd name="connsiteY1568" fmla="*/ 4791790 h 5450835"/>
              <a:gd name="connsiteX1569" fmla="*/ 8918336 w 10450132"/>
              <a:gd name="connsiteY1569" fmla="*/ 4792249 h 5450835"/>
              <a:gd name="connsiteX1570" fmla="*/ 8909274 w 10450132"/>
              <a:gd name="connsiteY1570" fmla="*/ 4792249 h 5450835"/>
              <a:gd name="connsiteX1571" fmla="*/ 8908484 w 10450132"/>
              <a:gd name="connsiteY1571" fmla="*/ 4791790 h 5450835"/>
              <a:gd name="connsiteX1572" fmla="*/ 8903953 w 10450132"/>
              <a:gd name="connsiteY1572" fmla="*/ 4783908 h 5450835"/>
              <a:gd name="connsiteX1573" fmla="*/ 8903953 w 10450132"/>
              <a:gd name="connsiteY1573" fmla="*/ 4783055 h 5450835"/>
              <a:gd name="connsiteX1574" fmla="*/ 8908484 w 10450132"/>
              <a:gd name="connsiteY1574" fmla="*/ 4775173 h 5450835"/>
              <a:gd name="connsiteX1575" fmla="*/ 8909274 w 10450132"/>
              <a:gd name="connsiteY1575" fmla="*/ 4774713 h 5450835"/>
              <a:gd name="connsiteX1576" fmla="*/ 8654892 w 10450132"/>
              <a:gd name="connsiteY1576" fmla="*/ 4774713 h 5450835"/>
              <a:gd name="connsiteX1577" fmla="*/ 8663955 w 10450132"/>
              <a:gd name="connsiteY1577" fmla="*/ 4774713 h 5450835"/>
              <a:gd name="connsiteX1578" fmla="*/ 8664744 w 10450132"/>
              <a:gd name="connsiteY1578" fmla="*/ 4775173 h 5450835"/>
              <a:gd name="connsiteX1579" fmla="*/ 8669277 w 10450132"/>
              <a:gd name="connsiteY1579" fmla="*/ 4783055 h 5450835"/>
              <a:gd name="connsiteX1580" fmla="*/ 8669277 w 10450132"/>
              <a:gd name="connsiteY1580" fmla="*/ 4783908 h 5450835"/>
              <a:gd name="connsiteX1581" fmla="*/ 8664744 w 10450132"/>
              <a:gd name="connsiteY1581" fmla="*/ 4791790 h 5450835"/>
              <a:gd name="connsiteX1582" fmla="*/ 8663955 w 10450132"/>
              <a:gd name="connsiteY1582" fmla="*/ 4792249 h 5450835"/>
              <a:gd name="connsiteX1583" fmla="*/ 8654892 w 10450132"/>
              <a:gd name="connsiteY1583" fmla="*/ 4792249 h 5450835"/>
              <a:gd name="connsiteX1584" fmla="*/ 8654104 w 10450132"/>
              <a:gd name="connsiteY1584" fmla="*/ 4791790 h 5450835"/>
              <a:gd name="connsiteX1585" fmla="*/ 8649572 w 10450132"/>
              <a:gd name="connsiteY1585" fmla="*/ 4783908 h 5450835"/>
              <a:gd name="connsiteX1586" fmla="*/ 8649572 w 10450132"/>
              <a:gd name="connsiteY1586" fmla="*/ 4783055 h 5450835"/>
              <a:gd name="connsiteX1587" fmla="*/ 8654104 w 10450132"/>
              <a:gd name="connsiteY1587" fmla="*/ 4775173 h 5450835"/>
              <a:gd name="connsiteX1588" fmla="*/ 8654892 w 10450132"/>
              <a:gd name="connsiteY1588" fmla="*/ 4774713 h 5450835"/>
              <a:gd name="connsiteX1589" fmla="*/ 8400511 w 10450132"/>
              <a:gd name="connsiteY1589" fmla="*/ 4774713 h 5450835"/>
              <a:gd name="connsiteX1590" fmla="*/ 8409575 w 10450132"/>
              <a:gd name="connsiteY1590" fmla="*/ 4774713 h 5450835"/>
              <a:gd name="connsiteX1591" fmla="*/ 8410363 w 10450132"/>
              <a:gd name="connsiteY1591" fmla="*/ 4775173 h 5450835"/>
              <a:gd name="connsiteX1592" fmla="*/ 8414896 w 10450132"/>
              <a:gd name="connsiteY1592" fmla="*/ 4783055 h 5450835"/>
              <a:gd name="connsiteX1593" fmla="*/ 8414896 w 10450132"/>
              <a:gd name="connsiteY1593" fmla="*/ 4783908 h 5450835"/>
              <a:gd name="connsiteX1594" fmla="*/ 8410363 w 10450132"/>
              <a:gd name="connsiteY1594" fmla="*/ 4791790 h 5450835"/>
              <a:gd name="connsiteX1595" fmla="*/ 8409575 w 10450132"/>
              <a:gd name="connsiteY1595" fmla="*/ 4792249 h 5450835"/>
              <a:gd name="connsiteX1596" fmla="*/ 8400511 w 10450132"/>
              <a:gd name="connsiteY1596" fmla="*/ 4792249 h 5450835"/>
              <a:gd name="connsiteX1597" fmla="*/ 8399723 w 10450132"/>
              <a:gd name="connsiteY1597" fmla="*/ 4791790 h 5450835"/>
              <a:gd name="connsiteX1598" fmla="*/ 8395191 w 10450132"/>
              <a:gd name="connsiteY1598" fmla="*/ 4783908 h 5450835"/>
              <a:gd name="connsiteX1599" fmla="*/ 8395191 w 10450132"/>
              <a:gd name="connsiteY1599" fmla="*/ 4783055 h 5450835"/>
              <a:gd name="connsiteX1600" fmla="*/ 8399723 w 10450132"/>
              <a:gd name="connsiteY1600" fmla="*/ 4775173 h 5450835"/>
              <a:gd name="connsiteX1601" fmla="*/ 8400511 w 10450132"/>
              <a:gd name="connsiteY1601" fmla="*/ 4774713 h 5450835"/>
              <a:gd name="connsiteX1602" fmla="*/ 7891684 w 10450132"/>
              <a:gd name="connsiteY1602" fmla="*/ 4774713 h 5450835"/>
              <a:gd name="connsiteX1603" fmla="*/ 7900748 w 10450132"/>
              <a:gd name="connsiteY1603" fmla="*/ 4774713 h 5450835"/>
              <a:gd name="connsiteX1604" fmla="*/ 7901536 w 10450132"/>
              <a:gd name="connsiteY1604" fmla="*/ 4775173 h 5450835"/>
              <a:gd name="connsiteX1605" fmla="*/ 7906067 w 10450132"/>
              <a:gd name="connsiteY1605" fmla="*/ 4783055 h 5450835"/>
              <a:gd name="connsiteX1606" fmla="*/ 7906067 w 10450132"/>
              <a:gd name="connsiteY1606" fmla="*/ 4783908 h 5450835"/>
              <a:gd name="connsiteX1607" fmla="*/ 7901536 w 10450132"/>
              <a:gd name="connsiteY1607" fmla="*/ 4791790 h 5450835"/>
              <a:gd name="connsiteX1608" fmla="*/ 7900748 w 10450132"/>
              <a:gd name="connsiteY1608" fmla="*/ 4792249 h 5450835"/>
              <a:gd name="connsiteX1609" fmla="*/ 7891684 w 10450132"/>
              <a:gd name="connsiteY1609" fmla="*/ 4792249 h 5450835"/>
              <a:gd name="connsiteX1610" fmla="*/ 7890896 w 10450132"/>
              <a:gd name="connsiteY1610" fmla="*/ 4791790 h 5450835"/>
              <a:gd name="connsiteX1611" fmla="*/ 7886363 w 10450132"/>
              <a:gd name="connsiteY1611" fmla="*/ 4783908 h 5450835"/>
              <a:gd name="connsiteX1612" fmla="*/ 7886363 w 10450132"/>
              <a:gd name="connsiteY1612" fmla="*/ 4783055 h 5450835"/>
              <a:gd name="connsiteX1613" fmla="*/ 7890896 w 10450132"/>
              <a:gd name="connsiteY1613" fmla="*/ 4775173 h 5450835"/>
              <a:gd name="connsiteX1614" fmla="*/ 7891684 w 10450132"/>
              <a:gd name="connsiteY1614" fmla="*/ 4774713 h 5450835"/>
              <a:gd name="connsiteX1615" fmla="*/ 7637304 w 10450132"/>
              <a:gd name="connsiteY1615" fmla="*/ 4774713 h 5450835"/>
              <a:gd name="connsiteX1616" fmla="*/ 7646367 w 10450132"/>
              <a:gd name="connsiteY1616" fmla="*/ 4774713 h 5450835"/>
              <a:gd name="connsiteX1617" fmla="*/ 7647156 w 10450132"/>
              <a:gd name="connsiteY1617" fmla="*/ 4775173 h 5450835"/>
              <a:gd name="connsiteX1618" fmla="*/ 7651687 w 10450132"/>
              <a:gd name="connsiteY1618" fmla="*/ 4783055 h 5450835"/>
              <a:gd name="connsiteX1619" fmla="*/ 7651687 w 10450132"/>
              <a:gd name="connsiteY1619" fmla="*/ 4783908 h 5450835"/>
              <a:gd name="connsiteX1620" fmla="*/ 7647156 w 10450132"/>
              <a:gd name="connsiteY1620" fmla="*/ 4791790 h 5450835"/>
              <a:gd name="connsiteX1621" fmla="*/ 7646367 w 10450132"/>
              <a:gd name="connsiteY1621" fmla="*/ 4792249 h 5450835"/>
              <a:gd name="connsiteX1622" fmla="*/ 7637304 w 10450132"/>
              <a:gd name="connsiteY1622" fmla="*/ 4792249 h 5450835"/>
              <a:gd name="connsiteX1623" fmla="*/ 7636516 w 10450132"/>
              <a:gd name="connsiteY1623" fmla="*/ 4791790 h 5450835"/>
              <a:gd name="connsiteX1624" fmla="*/ 7631983 w 10450132"/>
              <a:gd name="connsiteY1624" fmla="*/ 4783908 h 5450835"/>
              <a:gd name="connsiteX1625" fmla="*/ 7631983 w 10450132"/>
              <a:gd name="connsiteY1625" fmla="*/ 4783055 h 5450835"/>
              <a:gd name="connsiteX1626" fmla="*/ 7636516 w 10450132"/>
              <a:gd name="connsiteY1626" fmla="*/ 4775173 h 5450835"/>
              <a:gd name="connsiteX1627" fmla="*/ 7637304 w 10450132"/>
              <a:gd name="connsiteY1627" fmla="*/ 4774713 h 5450835"/>
              <a:gd name="connsiteX1628" fmla="*/ 7382923 w 10450132"/>
              <a:gd name="connsiteY1628" fmla="*/ 4774713 h 5450835"/>
              <a:gd name="connsiteX1629" fmla="*/ 7391987 w 10450132"/>
              <a:gd name="connsiteY1629" fmla="*/ 4774713 h 5450835"/>
              <a:gd name="connsiteX1630" fmla="*/ 7392775 w 10450132"/>
              <a:gd name="connsiteY1630" fmla="*/ 4775173 h 5450835"/>
              <a:gd name="connsiteX1631" fmla="*/ 7397307 w 10450132"/>
              <a:gd name="connsiteY1631" fmla="*/ 4783055 h 5450835"/>
              <a:gd name="connsiteX1632" fmla="*/ 7397307 w 10450132"/>
              <a:gd name="connsiteY1632" fmla="*/ 4783908 h 5450835"/>
              <a:gd name="connsiteX1633" fmla="*/ 7392775 w 10450132"/>
              <a:gd name="connsiteY1633" fmla="*/ 4791790 h 5450835"/>
              <a:gd name="connsiteX1634" fmla="*/ 7391987 w 10450132"/>
              <a:gd name="connsiteY1634" fmla="*/ 4792249 h 5450835"/>
              <a:gd name="connsiteX1635" fmla="*/ 7382923 w 10450132"/>
              <a:gd name="connsiteY1635" fmla="*/ 4792249 h 5450835"/>
              <a:gd name="connsiteX1636" fmla="*/ 7382135 w 10450132"/>
              <a:gd name="connsiteY1636" fmla="*/ 4791790 h 5450835"/>
              <a:gd name="connsiteX1637" fmla="*/ 7377602 w 10450132"/>
              <a:gd name="connsiteY1637" fmla="*/ 4783908 h 5450835"/>
              <a:gd name="connsiteX1638" fmla="*/ 7377602 w 10450132"/>
              <a:gd name="connsiteY1638" fmla="*/ 4783055 h 5450835"/>
              <a:gd name="connsiteX1639" fmla="*/ 7382135 w 10450132"/>
              <a:gd name="connsiteY1639" fmla="*/ 4775173 h 5450835"/>
              <a:gd name="connsiteX1640" fmla="*/ 7382923 w 10450132"/>
              <a:gd name="connsiteY1640" fmla="*/ 4774713 h 5450835"/>
              <a:gd name="connsiteX1641" fmla="*/ 7128477 w 10450132"/>
              <a:gd name="connsiteY1641" fmla="*/ 4774713 h 5450835"/>
              <a:gd name="connsiteX1642" fmla="*/ 7137540 w 10450132"/>
              <a:gd name="connsiteY1642" fmla="*/ 4774713 h 5450835"/>
              <a:gd name="connsiteX1643" fmla="*/ 7138328 w 10450132"/>
              <a:gd name="connsiteY1643" fmla="*/ 4775173 h 5450835"/>
              <a:gd name="connsiteX1644" fmla="*/ 7142860 w 10450132"/>
              <a:gd name="connsiteY1644" fmla="*/ 4783055 h 5450835"/>
              <a:gd name="connsiteX1645" fmla="*/ 7142860 w 10450132"/>
              <a:gd name="connsiteY1645" fmla="*/ 4783908 h 5450835"/>
              <a:gd name="connsiteX1646" fmla="*/ 7138328 w 10450132"/>
              <a:gd name="connsiteY1646" fmla="*/ 4791790 h 5450835"/>
              <a:gd name="connsiteX1647" fmla="*/ 7137540 w 10450132"/>
              <a:gd name="connsiteY1647" fmla="*/ 4792249 h 5450835"/>
              <a:gd name="connsiteX1648" fmla="*/ 7128477 w 10450132"/>
              <a:gd name="connsiteY1648" fmla="*/ 4792249 h 5450835"/>
              <a:gd name="connsiteX1649" fmla="*/ 7127689 w 10450132"/>
              <a:gd name="connsiteY1649" fmla="*/ 4791790 h 5450835"/>
              <a:gd name="connsiteX1650" fmla="*/ 7123156 w 10450132"/>
              <a:gd name="connsiteY1650" fmla="*/ 4783908 h 5450835"/>
              <a:gd name="connsiteX1651" fmla="*/ 7123156 w 10450132"/>
              <a:gd name="connsiteY1651" fmla="*/ 4783055 h 5450835"/>
              <a:gd name="connsiteX1652" fmla="*/ 7127689 w 10450132"/>
              <a:gd name="connsiteY1652" fmla="*/ 4775173 h 5450835"/>
              <a:gd name="connsiteX1653" fmla="*/ 7128477 w 10450132"/>
              <a:gd name="connsiteY1653" fmla="*/ 4774713 h 5450835"/>
              <a:gd name="connsiteX1654" fmla="*/ 6874095 w 10450132"/>
              <a:gd name="connsiteY1654" fmla="*/ 4774713 h 5450835"/>
              <a:gd name="connsiteX1655" fmla="*/ 6883159 w 10450132"/>
              <a:gd name="connsiteY1655" fmla="*/ 4774713 h 5450835"/>
              <a:gd name="connsiteX1656" fmla="*/ 6883947 w 10450132"/>
              <a:gd name="connsiteY1656" fmla="*/ 4775173 h 5450835"/>
              <a:gd name="connsiteX1657" fmla="*/ 6888480 w 10450132"/>
              <a:gd name="connsiteY1657" fmla="*/ 4783055 h 5450835"/>
              <a:gd name="connsiteX1658" fmla="*/ 6888480 w 10450132"/>
              <a:gd name="connsiteY1658" fmla="*/ 4783908 h 5450835"/>
              <a:gd name="connsiteX1659" fmla="*/ 6883947 w 10450132"/>
              <a:gd name="connsiteY1659" fmla="*/ 4791790 h 5450835"/>
              <a:gd name="connsiteX1660" fmla="*/ 6883159 w 10450132"/>
              <a:gd name="connsiteY1660" fmla="*/ 4792249 h 5450835"/>
              <a:gd name="connsiteX1661" fmla="*/ 6874095 w 10450132"/>
              <a:gd name="connsiteY1661" fmla="*/ 4792249 h 5450835"/>
              <a:gd name="connsiteX1662" fmla="*/ 6873307 w 10450132"/>
              <a:gd name="connsiteY1662" fmla="*/ 4791790 h 5450835"/>
              <a:gd name="connsiteX1663" fmla="*/ 6868775 w 10450132"/>
              <a:gd name="connsiteY1663" fmla="*/ 4783908 h 5450835"/>
              <a:gd name="connsiteX1664" fmla="*/ 6868775 w 10450132"/>
              <a:gd name="connsiteY1664" fmla="*/ 4783055 h 5450835"/>
              <a:gd name="connsiteX1665" fmla="*/ 6873307 w 10450132"/>
              <a:gd name="connsiteY1665" fmla="*/ 4775173 h 5450835"/>
              <a:gd name="connsiteX1666" fmla="*/ 6874095 w 10450132"/>
              <a:gd name="connsiteY1666" fmla="*/ 4774713 h 5450835"/>
              <a:gd name="connsiteX1667" fmla="*/ 6619714 w 10450132"/>
              <a:gd name="connsiteY1667" fmla="*/ 4774713 h 5450835"/>
              <a:gd name="connsiteX1668" fmla="*/ 6628778 w 10450132"/>
              <a:gd name="connsiteY1668" fmla="*/ 4774713 h 5450835"/>
              <a:gd name="connsiteX1669" fmla="*/ 6629566 w 10450132"/>
              <a:gd name="connsiteY1669" fmla="*/ 4775173 h 5450835"/>
              <a:gd name="connsiteX1670" fmla="*/ 6634099 w 10450132"/>
              <a:gd name="connsiteY1670" fmla="*/ 4783055 h 5450835"/>
              <a:gd name="connsiteX1671" fmla="*/ 6634099 w 10450132"/>
              <a:gd name="connsiteY1671" fmla="*/ 4783908 h 5450835"/>
              <a:gd name="connsiteX1672" fmla="*/ 6629566 w 10450132"/>
              <a:gd name="connsiteY1672" fmla="*/ 4791790 h 5450835"/>
              <a:gd name="connsiteX1673" fmla="*/ 6628778 w 10450132"/>
              <a:gd name="connsiteY1673" fmla="*/ 4792249 h 5450835"/>
              <a:gd name="connsiteX1674" fmla="*/ 6619714 w 10450132"/>
              <a:gd name="connsiteY1674" fmla="*/ 4792249 h 5450835"/>
              <a:gd name="connsiteX1675" fmla="*/ 6618926 w 10450132"/>
              <a:gd name="connsiteY1675" fmla="*/ 4791790 h 5450835"/>
              <a:gd name="connsiteX1676" fmla="*/ 6614394 w 10450132"/>
              <a:gd name="connsiteY1676" fmla="*/ 4783908 h 5450835"/>
              <a:gd name="connsiteX1677" fmla="*/ 6614394 w 10450132"/>
              <a:gd name="connsiteY1677" fmla="*/ 4783055 h 5450835"/>
              <a:gd name="connsiteX1678" fmla="*/ 6618926 w 10450132"/>
              <a:gd name="connsiteY1678" fmla="*/ 4775173 h 5450835"/>
              <a:gd name="connsiteX1679" fmla="*/ 6619714 w 10450132"/>
              <a:gd name="connsiteY1679" fmla="*/ 4774713 h 5450835"/>
              <a:gd name="connsiteX1680" fmla="*/ 6365334 w 10450132"/>
              <a:gd name="connsiteY1680" fmla="*/ 4774713 h 5450835"/>
              <a:gd name="connsiteX1681" fmla="*/ 6374397 w 10450132"/>
              <a:gd name="connsiteY1681" fmla="*/ 4774713 h 5450835"/>
              <a:gd name="connsiteX1682" fmla="*/ 6375186 w 10450132"/>
              <a:gd name="connsiteY1682" fmla="*/ 4775173 h 5450835"/>
              <a:gd name="connsiteX1683" fmla="*/ 6379718 w 10450132"/>
              <a:gd name="connsiteY1683" fmla="*/ 4783055 h 5450835"/>
              <a:gd name="connsiteX1684" fmla="*/ 6379718 w 10450132"/>
              <a:gd name="connsiteY1684" fmla="*/ 4783908 h 5450835"/>
              <a:gd name="connsiteX1685" fmla="*/ 6375186 w 10450132"/>
              <a:gd name="connsiteY1685" fmla="*/ 4791790 h 5450835"/>
              <a:gd name="connsiteX1686" fmla="*/ 6374397 w 10450132"/>
              <a:gd name="connsiteY1686" fmla="*/ 4792249 h 5450835"/>
              <a:gd name="connsiteX1687" fmla="*/ 6365334 w 10450132"/>
              <a:gd name="connsiteY1687" fmla="*/ 4792249 h 5450835"/>
              <a:gd name="connsiteX1688" fmla="*/ 6364546 w 10450132"/>
              <a:gd name="connsiteY1688" fmla="*/ 4791790 h 5450835"/>
              <a:gd name="connsiteX1689" fmla="*/ 6360014 w 10450132"/>
              <a:gd name="connsiteY1689" fmla="*/ 4783908 h 5450835"/>
              <a:gd name="connsiteX1690" fmla="*/ 6360014 w 10450132"/>
              <a:gd name="connsiteY1690" fmla="*/ 4783055 h 5450835"/>
              <a:gd name="connsiteX1691" fmla="*/ 6364546 w 10450132"/>
              <a:gd name="connsiteY1691" fmla="*/ 4775173 h 5450835"/>
              <a:gd name="connsiteX1692" fmla="*/ 6365334 w 10450132"/>
              <a:gd name="connsiteY1692" fmla="*/ 4774713 h 5450835"/>
              <a:gd name="connsiteX1693" fmla="*/ 6110888 w 10450132"/>
              <a:gd name="connsiteY1693" fmla="*/ 4774713 h 5450835"/>
              <a:gd name="connsiteX1694" fmla="*/ 6119953 w 10450132"/>
              <a:gd name="connsiteY1694" fmla="*/ 4774713 h 5450835"/>
              <a:gd name="connsiteX1695" fmla="*/ 6120740 w 10450132"/>
              <a:gd name="connsiteY1695" fmla="*/ 4775173 h 5450835"/>
              <a:gd name="connsiteX1696" fmla="*/ 6125272 w 10450132"/>
              <a:gd name="connsiteY1696" fmla="*/ 4783055 h 5450835"/>
              <a:gd name="connsiteX1697" fmla="*/ 6125272 w 10450132"/>
              <a:gd name="connsiteY1697" fmla="*/ 4783908 h 5450835"/>
              <a:gd name="connsiteX1698" fmla="*/ 6120740 w 10450132"/>
              <a:gd name="connsiteY1698" fmla="*/ 4791790 h 5450835"/>
              <a:gd name="connsiteX1699" fmla="*/ 6119953 w 10450132"/>
              <a:gd name="connsiteY1699" fmla="*/ 4792249 h 5450835"/>
              <a:gd name="connsiteX1700" fmla="*/ 6110888 w 10450132"/>
              <a:gd name="connsiteY1700" fmla="*/ 4792249 h 5450835"/>
              <a:gd name="connsiteX1701" fmla="*/ 6110101 w 10450132"/>
              <a:gd name="connsiteY1701" fmla="*/ 4791790 h 5450835"/>
              <a:gd name="connsiteX1702" fmla="*/ 6105567 w 10450132"/>
              <a:gd name="connsiteY1702" fmla="*/ 4783908 h 5450835"/>
              <a:gd name="connsiteX1703" fmla="*/ 6105567 w 10450132"/>
              <a:gd name="connsiteY1703" fmla="*/ 4783055 h 5450835"/>
              <a:gd name="connsiteX1704" fmla="*/ 6110101 w 10450132"/>
              <a:gd name="connsiteY1704" fmla="*/ 4775173 h 5450835"/>
              <a:gd name="connsiteX1705" fmla="*/ 6110888 w 10450132"/>
              <a:gd name="connsiteY1705" fmla="*/ 4774713 h 5450835"/>
              <a:gd name="connsiteX1706" fmla="*/ 5856508 w 10450132"/>
              <a:gd name="connsiteY1706" fmla="*/ 4774713 h 5450835"/>
              <a:gd name="connsiteX1707" fmla="*/ 5865571 w 10450132"/>
              <a:gd name="connsiteY1707" fmla="*/ 4774713 h 5450835"/>
              <a:gd name="connsiteX1708" fmla="*/ 5866359 w 10450132"/>
              <a:gd name="connsiteY1708" fmla="*/ 4775173 h 5450835"/>
              <a:gd name="connsiteX1709" fmla="*/ 5870891 w 10450132"/>
              <a:gd name="connsiteY1709" fmla="*/ 4783055 h 5450835"/>
              <a:gd name="connsiteX1710" fmla="*/ 5870891 w 10450132"/>
              <a:gd name="connsiteY1710" fmla="*/ 4783908 h 5450835"/>
              <a:gd name="connsiteX1711" fmla="*/ 5866359 w 10450132"/>
              <a:gd name="connsiteY1711" fmla="*/ 4791790 h 5450835"/>
              <a:gd name="connsiteX1712" fmla="*/ 5865571 w 10450132"/>
              <a:gd name="connsiteY1712" fmla="*/ 4792249 h 5450835"/>
              <a:gd name="connsiteX1713" fmla="*/ 5856508 w 10450132"/>
              <a:gd name="connsiteY1713" fmla="*/ 4792249 h 5450835"/>
              <a:gd name="connsiteX1714" fmla="*/ 5855720 w 10450132"/>
              <a:gd name="connsiteY1714" fmla="*/ 4791790 h 5450835"/>
              <a:gd name="connsiteX1715" fmla="*/ 5851187 w 10450132"/>
              <a:gd name="connsiteY1715" fmla="*/ 4783908 h 5450835"/>
              <a:gd name="connsiteX1716" fmla="*/ 5851187 w 10450132"/>
              <a:gd name="connsiteY1716" fmla="*/ 4783055 h 5450835"/>
              <a:gd name="connsiteX1717" fmla="*/ 5855720 w 10450132"/>
              <a:gd name="connsiteY1717" fmla="*/ 4775173 h 5450835"/>
              <a:gd name="connsiteX1718" fmla="*/ 5856508 w 10450132"/>
              <a:gd name="connsiteY1718" fmla="*/ 4774713 h 5450835"/>
              <a:gd name="connsiteX1719" fmla="*/ 5602126 w 10450132"/>
              <a:gd name="connsiteY1719" fmla="*/ 4774713 h 5450835"/>
              <a:gd name="connsiteX1720" fmla="*/ 5611191 w 10450132"/>
              <a:gd name="connsiteY1720" fmla="*/ 4774713 h 5450835"/>
              <a:gd name="connsiteX1721" fmla="*/ 5611979 w 10450132"/>
              <a:gd name="connsiteY1721" fmla="*/ 4775173 h 5450835"/>
              <a:gd name="connsiteX1722" fmla="*/ 5616511 w 10450132"/>
              <a:gd name="connsiteY1722" fmla="*/ 4783055 h 5450835"/>
              <a:gd name="connsiteX1723" fmla="*/ 5616511 w 10450132"/>
              <a:gd name="connsiteY1723" fmla="*/ 4783908 h 5450835"/>
              <a:gd name="connsiteX1724" fmla="*/ 5611979 w 10450132"/>
              <a:gd name="connsiteY1724" fmla="*/ 4791790 h 5450835"/>
              <a:gd name="connsiteX1725" fmla="*/ 5611191 w 10450132"/>
              <a:gd name="connsiteY1725" fmla="*/ 4792249 h 5450835"/>
              <a:gd name="connsiteX1726" fmla="*/ 5602126 w 10450132"/>
              <a:gd name="connsiteY1726" fmla="*/ 4792249 h 5450835"/>
              <a:gd name="connsiteX1727" fmla="*/ 5601338 w 10450132"/>
              <a:gd name="connsiteY1727" fmla="*/ 4791790 h 5450835"/>
              <a:gd name="connsiteX1728" fmla="*/ 5596807 w 10450132"/>
              <a:gd name="connsiteY1728" fmla="*/ 4783908 h 5450835"/>
              <a:gd name="connsiteX1729" fmla="*/ 5596807 w 10450132"/>
              <a:gd name="connsiteY1729" fmla="*/ 4783055 h 5450835"/>
              <a:gd name="connsiteX1730" fmla="*/ 5601338 w 10450132"/>
              <a:gd name="connsiteY1730" fmla="*/ 4775173 h 5450835"/>
              <a:gd name="connsiteX1731" fmla="*/ 5602126 w 10450132"/>
              <a:gd name="connsiteY1731" fmla="*/ 4774713 h 5450835"/>
              <a:gd name="connsiteX1732" fmla="*/ 5347746 w 10450132"/>
              <a:gd name="connsiteY1732" fmla="*/ 4774713 h 5450835"/>
              <a:gd name="connsiteX1733" fmla="*/ 5356810 w 10450132"/>
              <a:gd name="connsiteY1733" fmla="*/ 4774713 h 5450835"/>
              <a:gd name="connsiteX1734" fmla="*/ 5357598 w 10450132"/>
              <a:gd name="connsiteY1734" fmla="*/ 4775173 h 5450835"/>
              <a:gd name="connsiteX1735" fmla="*/ 5362130 w 10450132"/>
              <a:gd name="connsiteY1735" fmla="*/ 4783055 h 5450835"/>
              <a:gd name="connsiteX1736" fmla="*/ 5362130 w 10450132"/>
              <a:gd name="connsiteY1736" fmla="*/ 4783908 h 5450835"/>
              <a:gd name="connsiteX1737" fmla="*/ 5357598 w 10450132"/>
              <a:gd name="connsiteY1737" fmla="*/ 4791790 h 5450835"/>
              <a:gd name="connsiteX1738" fmla="*/ 5356810 w 10450132"/>
              <a:gd name="connsiteY1738" fmla="*/ 4792249 h 5450835"/>
              <a:gd name="connsiteX1739" fmla="*/ 5347746 w 10450132"/>
              <a:gd name="connsiteY1739" fmla="*/ 4792249 h 5450835"/>
              <a:gd name="connsiteX1740" fmla="*/ 5346958 w 10450132"/>
              <a:gd name="connsiteY1740" fmla="*/ 4791790 h 5450835"/>
              <a:gd name="connsiteX1741" fmla="*/ 5342425 w 10450132"/>
              <a:gd name="connsiteY1741" fmla="*/ 4783908 h 5450835"/>
              <a:gd name="connsiteX1742" fmla="*/ 5342425 w 10450132"/>
              <a:gd name="connsiteY1742" fmla="*/ 4783055 h 5450835"/>
              <a:gd name="connsiteX1743" fmla="*/ 5346958 w 10450132"/>
              <a:gd name="connsiteY1743" fmla="*/ 4775173 h 5450835"/>
              <a:gd name="connsiteX1744" fmla="*/ 5347746 w 10450132"/>
              <a:gd name="connsiteY1744" fmla="*/ 4774713 h 5450835"/>
              <a:gd name="connsiteX1745" fmla="*/ 5093300 w 10450132"/>
              <a:gd name="connsiteY1745" fmla="*/ 4774713 h 5450835"/>
              <a:gd name="connsiteX1746" fmla="*/ 5102364 w 10450132"/>
              <a:gd name="connsiteY1746" fmla="*/ 4774713 h 5450835"/>
              <a:gd name="connsiteX1747" fmla="*/ 5103153 w 10450132"/>
              <a:gd name="connsiteY1747" fmla="*/ 4775173 h 5450835"/>
              <a:gd name="connsiteX1748" fmla="*/ 5107684 w 10450132"/>
              <a:gd name="connsiteY1748" fmla="*/ 4783055 h 5450835"/>
              <a:gd name="connsiteX1749" fmla="*/ 5107684 w 10450132"/>
              <a:gd name="connsiteY1749" fmla="*/ 4783908 h 5450835"/>
              <a:gd name="connsiteX1750" fmla="*/ 5103153 w 10450132"/>
              <a:gd name="connsiteY1750" fmla="*/ 4791790 h 5450835"/>
              <a:gd name="connsiteX1751" fmla="*/ 5102364 w 10450132"/>
              <a:gd name="connsiteY1751" fmla="*/ 4792249 h 5450835"/>
              <a:gd name="connsiteX1752" fmla="*/ 5093300 w 10450132"/>
              <a:gd name="connsiteY1752" fmla="*/ 4792249 h 5450835"/>
              <a:gd name="connsiteX1753" fmla="*/ 5092512 w 10450132"/>
              <a:gd name="connsiteY1753" fmla="*/ 4791790 h 5450835"/>
              <a:gd name="connsiteX1754" fmla="*/ 5087979 w 10450132"/>
              <a:gd name="connsiteY1754" fmla="*/ 4783908 h 5450835"/>
              <a:gd name="connsiteX1755" fmla="*/ 5087979 w 10450132"/>
              <a:gd name="connsiteY1755" fmla="*/ 4783055 h 5450835"/>
              <a:gd name="connsiteX1756" fmla="*/ 5092512 w 10450132"/>
              <a:gd name="connsiteY1756" fmla="*/ 4775173 h 5450835"/>
              <a:gd name="connsiteX1757" fmla="*/ 5093300 w 10450132"/>
              <a:gd name="connsiteY1757" fmla="*/ 4774713 h 5450835"/>
              <a:gd name="connsiteX1758" fmla="*/ 4838919 w 10450132"/>
              <a:gd name="connsiteY1758" fmla="*/ 4774713 h 5450835"/>
              <a:gd name="connsiteX1759" fmla="*/ 4847982 w 10450132"/>
              <a:gd name="connsiteY1759" fmla="*/ 4774713 h 5450835"/>
              <a:gd name="connsiteX1760" fmla="*/ 4848772 w 10450132"/>
              <a:gd name="connsiteY1760" fmla="*/ 4775173 h 5450835"/>
              <a:gd name="connsiteX1761" fmla="*/ 4853303 w 10450132"/>
              <a:gd name="connsiteY1761" fmla="*/ 4783055 h 5450835"/>
              <a:gd name="connsiteX1762" fmla="*/ 4853303 w 10450132"/>
              <a:gd name="connsiteY1762" fmla="*/ 4783908 h 5450835"/>
              <a:gd name="connsiteX1763" fmla="*/ 4848772 w 10450132"/>
              <a:gd name="connsiteY1763" fmla="*/ 4791790 h 5450835"/>
              <a:gd name="connsiteX1764" fmla="*/ 4847982 w 10450132"/>
              <a:gd name="connsiteY1764" fmla="*/ 4792249 h 5450835"/>
              <a:gd name="connsiteX1765" fmla="*/ 4838919 w 10450132"/>
              <a:gd name="connsiteY1765" fmla="*/ 4792249 h 5450835"/>
              <a:gd name="connsiteX1766" fmla="*/ 4838132 w 10450132"/>
              <a:gd name="connsiteY1766" fmla="*/ 4791790 h 5450835"/>
              <a:gd name="connsiteX1767" fmla="*/ 4833598 w 10450132"/>
              <a:gd name="connsiteY1767" fmla="*/ 4783908 h 5450835"/>
              <a:gd name="connsiteX1768" fmla="*/ 4833598 w 10450132"/>
              <a:gd name="connsiteY1768" fmla="*/ 4783055 h 5450835"/>
              <a:gd name="connsiteX1769" fmla="*/ 4838132 w 10450132"/>
              <a:gd name="connsiteY1769" fmla="*/ 4775173 h 5450835"/>
              <a:gd name="connsiteX1770" fmla="*/ 4838919 w 10450132"/>
              <a:gd name="connsiteY1770" fmla="*/ 4774713 h 5450835"/>
              <a:gd name="connsiteX1771" fmla="*/ 4584538 w 10450132"/>
              <a:gd name="connsiteY1771" fmla="*/ 4774713 h 5450835"/>
              <a:gd name="connsiteX1772" fmla="*/ 4593603 w 10450132"/>
              <a:gd name="connsiteY1772" fmla="*/ 4774713 h 5450835"/>
              <a:gd name="connsiteX1773" fmla="*/ 4594390 w 10450132"/>
              <a:gd name="connsiteY1773" fmla="*/ 4775173 h 5450835"/>
              <a:gd name="connsiteX1774" fmla="*/ 4598922 w 10450132"/>
              <a:gd name="connsiteY1774" fmla="*/ 4783055 h 5450835"/>
              <a:gd name="connsiteX1775" fmla="*/ 4598922 w 10450132"/>
              <a:gd name="connsiteY1775" fmla="*/ 4783908 h 5450835"/>
              <a:gd name="connsiteX1776" fmla="*/ 4594390 w 10450132"/>
              <a:gd name="connsiteY1776" fmla="*/ 4791790 h 5450835"/>
              <a:gd name="connsiteX1777" fmla="*/ 4593603 w 10450132"/>
              <a:gd name="connsiteY1777" fmla="*/ 4792249 h 5450835"/>
              <a:gd name="connsiteX1778" fmla="*/ 4584538 w 10450132"/>
              <a:gd name="connsiteY1778" fmla="*/ 4792249 h 5450835"/>
              <a:gd name="connsiteX1779" fmla="*/ 4583749 w 10450132"/>
              <a:gd name="connsiteY1779" fmla="*/ 4791790 h 5450835"/>
              <a:gd name="connsiteX1780" fmla="*/ 4579218 w 10450132"/>
              <a:gd name="connsiteY1780" fmla="*/ 4783908 h 5450835"/>
              <a:gd name="connsiteX1781" fmla="*/ 4579218 w 10450132"/>
              <a:gd name="connsiteY1781" fmla="*/ 4783055 h 5450835"/>
              <a:gd name="connsiteX1782" fmla="*/ 4583749 w 10450132"/>
              <a:gd name="connsiteY1782" fmla="*/ 4775173 h 5450835"/>
              <a:gd name="connsiteX1783" fmla="*/ 4584538 w 10450132"/>
              <a:gd name="connsiteY1783" fmla="*/ 4774713 h 5450835"/>
              <a:gd name="connsiteX1784" fmla="*/ 4330157 w 10450132"/>
              <a:gd name="connsiteY1784" fmla="*/ 4774713 h 5450835"/>
              <a:gd name="connsiteX1785" fmla="*/ 4339222 w 10450132"/>
              <a:gd name="connsiteY1785" fmla="*/ 4774713 h 5450835"/>
              <a:gd name="connsiteX1786" fmla="*/ 4340010 w 10450132"/>
              <a:gd name="connsiteY1786" fmla="*/ 4775173 h 5450835"/>
              <a:gd name="connsiteX1787" fmla="*/ 4344540 w 10450132"/>
              <a:gd name="connsiteY1787" fmla="*/ 4783055 h 5450835"/>
              <a:gd name="connsiteX1788" fmla="*/ 4344540 w 10450132"/>
              <a:gd name="connsiteY1788" fmla="*/ 4783908 h 5450835"/>
              <a:gd name="connsiteX1789" fmla="*/ 4340010 w 10450132"/>
              <a:gd name="connsiteY1789" fmla="*/ 4791790 h 5450835"/>
              <a:gd name="connsiteX1790" fmla="*/ 4339222 w 10450132"/>
              <a:gd name="connsiteY1790" fmla="*/ 4792249 h 5450835"/>
              <a:gd name="connsiteX1791" fmla="*/ 4330157 w 10450132"/>
              <a:gd name="connsiteY1791" fmla="*/ 4792249 h 5450835"/>
              <a:gd name="connsiteX1792" fmla="*/ 4329369 w 10450132"/>
              <a:gd name="connsiteY1792" fmla="*/ 4791790 h 5450835"/>
              <a:gd name="connsiteX1793" fmla="*/ 4324836 w 10450132"/>
              <a:gd name="connsiteY1793" fmla="*/ 4783908 h 5450835"/>
              <a:gd name="connsiteX1794" fmla="*/ 4324836 w 10450132"/>
              <a:gd name="connsiteY1794" fmla="*/ 4783055 h 5450835"/>
              <a:gd name="connsiteX1795" fmla="*/ 4329369 w 10450132"/>
              <a:gd name="connsiteY1795" fmla="*/ 4775173 h 5450835"/>
              <a:gd name="connsiteX1796" fmla="*/ 4330157 w 10450132"/>
              <a:gd name="connsiteY1796" fmla="*/ 4774713 h 5450835"/>
              <a:gd name="connsiteX1797" fmla="*/ 4075851 w 10450132"/>
              <a:gd name="connsiteY1797" fmla="*/ 4774713 h 5450835"/>
              <a:gd name="connsiteX1798" fmla="*/ 4084913 w 10450132"/>
              <a:gd name="connsiteY1798" fmla="*/ 4774713 h 5450835"/>
              <a:gd name="connsiteX1799" fmla="*/ 4085703 w 10450132"/>
              <a:gd name="connsiteY1799" fmla="*/ 4775173 h 5450835"/>
              <a:gd name="connsiteX1800" fmla="*/ 4090235 w 10450132"/>
              <a:gd name="connsiteY1800" fmla="*/ 4783055 h 5450835"/>
              <a:gd name="connsiteX1801" fmla="*/ 4090235 w 10450132"/>
              <a:gd name="connsiteY1801" fmla="*/ 4783908 h 5450835"/>
              <a:gd name="connsiteX1802" fmla="*/ 4085703 w 10450132"/>
              <a:gd name="connsiteY1802" fmla="*/ 4791790 h 5450835"/>
              <a:gd name="connsiteX1803" fmla="*/ 4084913 w 10450132"/>
              <a:gd name="connsiteY1803" fmla="*/ 4792249 h 5450835"/>
              <a:gd name="connsiteX1804" fmla="*/ 4075851 w 10450132"/>
              <a:gd name="connsiteY1804" fmla="*/ 4792249 h 5450835"/>
              <a:gd name="connsiteX1805" fmla="*/ 4075061 w 10450132"/>
              <a:gd name="connsiteY1805" fmla="*/ 4791790 h 5450835"/>
              <a:gd name="connsiteX1806" fmla="*/ 4070528 w 10450132"/>
              <a:gd name="connsiteY1806" fmla="*/ 4783908 h 5450835"/>
              <a:gd name="connsiteX1807" fmla="*/ 4070528 w 10450132"/>
              <a:gd name="connsiteY1807" fmla="*/ 4783055 h 5450835"/>
              <a:gd name="connsiteX1808" fmla="*/ 4075061 w 10450132"/>
              <a:gd name="connsiteY1808" fmla="*/ 4775173 h 5450835"/>
              <a:gd name="connsiteX1809" fmla="*/ 4075851 w 10450132"/>
              <a:gd name="connsiteY1809" fmla="*/ 4774713 h 5450835"/>
              <a:gd name="connsiteX1810" fmla="*/ 3821532 w 10450132"/>
              <a:gd name="connsiteY1810" fmla="*/ 4774713 h 5450835"/>
              <a:gd name="connsiteX1811" fmla="*/ 3830597 w 10450132"/>
              <a:gd name="connsiteY1811" fmla="*/ 4774713 h 5450835"/>
              <a:gd name="connsiteX1812" fmla="*/ 3831386 w 10450132"/>
              <a:gd name="connsiteY1812" fmla="*/ 4775173 h 5450835"/>
              <a:gd name="connsiteX1813" fmla="*/ 3835918 w 10450132"/>
              <a:gd name="connsiteY1813" fmla="*/ 4783055 h 5450835"/>
              <a:gd name="connsiteX1814" fmla="*/ 3835918 w 10450132"/>
              <a:gd name="connsiteY1814" fmla="*/ 4783908 h 5450835"/>
              <a:gd name="connsiteX1815" fmla="*/ 3831386 w 10450132"/>
              <a:gd name="connsiteY1815" fmla="*/ 4791790 h 5450835"/>
              <a:gd name="connsiteX1816" fmla="*/ 3830597 w 10450132"/>
              <a:gd name="connsiteY1816" fmla="*/ 4792249 h 5450835"/>
              <a:gd name="connsiteX1817" fmla="*/ 3821532 w 10450132"/>
              <a:gd name="connsiteY1817" fmla="*/ 4792249 h 5450835"/>
              <a:gd name="connsiteX1818" fmla="*/ 3820745 w 10450132"/>
              <a:gd name="connsiteY1818" fmla="*/ 4791790 h 5450835"/>
              <a:gd name="connsiteX1819" fmla="*/ 3816213 w 10450132"/>
              <a:gd name="connsiteY1819" fmla="*/ 4783908 h 5450835"/>
              <a:gd name="connsiteX1820" fmla="*/ 3816213 w 10450132"/>
              <a:gd name="connsiteY1820" fmla="*/ 4783055 h 5450835"/>
              <a:gd name="connsiteX1821" fmla="*/ 3820745 w 10450132"/>
              <a:gd name="connsiteY1821" fmla="*/ 4775173 h 5450835"/>
              <a:gd name="connsiteX1822" fmla="*/ 3821532 w 10450132"/>
              <a:gd name="connsiteY1822" fmla="*/ 4774713 h 5450835"/>
              <a:gd name="connsiteX1823" fmla="*/ 3567131 w 10450132"/>
              <a:gd name="connsiteY1823" fmla="*/ 4774713 h 5450835"/>
              <a:gd name="connsiteX1824" fmla="*/ 3576197 w 10450132"/>
              <a:gd name="connsiteY1824" fmla="*/ 4774713 h 5450835"/>
              <a:gd name="connsiteX1825" fmla="*/ 3576985 w 10450132"/>
              <a:gd name="connsiteY1825" fmla="*/ 4775173 h 5450835"/>
              <a:gd name="connsiteX1826" fmla="*/ 3581517 w 10450132"/>
              <a:gd name="connsiteY1826" fmla="*/ 4783055 h 5450835"/>
              <a:gd name="connsiteX1827" fmla="*/ 3581517 w 10450132"/>
              <a:gd name="connsiteY1827" fmla="*/ 4783908 h 5450835"/>
              <a:gd name="connsiteX1828" fmla="*/ 3576985 w 10450132"/>
              <a:gd name="connsiteY1828" fmla="*/ 4791790 h 5450835"/>
              <a:gd name="connsiteX1829" fmla="*/ 3576197 w 10450132"/>
              <a:gd name="connsiteY1829" fmla="*/ 4792249 h 5450835"/>
              <a:gd name="connsiteX1830" fmla="*/ 3567131 w 10450132"/>
              <a:gd name="connsiteY1830" fmla="*/ 4792249 h 5450835"/>
              <a:gd name="connsiteX1831" fmla="*/ 3566344 w 10450132"/>
              <a:gd name="connsiteY1831" fmla="*/ 4791790 h 5450835"/>
              <a:gd name="connsiteX1832" fmla="*/ 3561811 w 10450132"/>
              <a:gd name="connsiteY1832" fmla="*/ 4783908 h 5450835"/>
              <a:gd name="connsiteX1833" fmla="*/ 3561811 w 10450132"/>
              <a:gd name="connsiteY1833" fmla="*/ 4783055 h 5450835"/>
              <a:gd name="connsiteX1834" fmla="*/ 3566344 w 10450132"/>
              <a:gd name="connsiteY1834" fmla="*/ 4775173 h 5450835"/>
              <a:gd name="connsiteX1835" fmla="*/ 3567131 w 10450132"/>
              <a:gd name="connsiteY1835" fmla="*/ 4774713 h 5450835"/>
              <a:gd name="connsiteX1836" fmla="*/ 3312732 w 10450132"/>
              <a:gd name="connsiteY1836" fmla="*/ 4774713 h 5450835"/>
              <a:gd name="connsiteX1837" fmla="*/ 3321795 w 10450132"/>
              <a:gd name="connsiteY1837" fmla="*/ 4774713 h 5450835"/>
              <a:gd name="connsiteX1838" fmla="*/ 3322584 w 10450132"/>
              <a:gd name="connsiteY1838" fmla="*/ 4775173 h 5450835"/>
              <a:gd name="connsiteX1839" fmla="*/ 3327116 w 10450132"/>
              <a:gd name="connsiteY1839" fmla="*/ 4783055 h 5450835"/>
              <a:gd name="connsiteX1840" fmla="*/ 3327116 w 10450132"/>
              <a:gd name="connsiteY1840" fmla="*/ 4783908 h 5450835"/>
              <a:gd name="connsiteX1841" fmla="*/ 3322584 w 10450132"/>
              <a:gd name="connsiteY1841" fmla="*/ 4791790 h 5450835"/>
              <a:gd name="connsiteX1842" fmla="*/ 3321795 w 10450132"/>
              <a:gd name="connsiteY1842" fmla="*/ 4792249 h 5450835"/>
              <a:gd name="connsiteX1843" fmla="*/ 3312732 w 10450132"/>
              <a:gd name="connsiteY1843" fmla="*/ 4792249 h 5450835"/>
              <a:gd name="connsiteX1844" fmla="*/ 3311944 w 10450132"/>
              <a:gd name="connsiteY1844" fmla="*/ 4791790 h 5450835"/>
              <a:gd name="connsiteX1845" fmla="*/ 3307411 w 10450132"/>
              <a:gd name="connsiteY1845" fmla="*/ 4783908 h 5450835"/>
              <a:gd name="connsiteX1846" fmla="*/ 3307411 w 10450132"/>
              <a:gd name="connsiteY1846" fmla="*/ 4783055 h 5450835"/>
              <a:gd name="connsiteX1847" fmla="*/ 3311944 w 10450132"/>
              <a:gd name="connsiteY1847" fmla="*/ 4775173 h 5450835"/>
              <a:gd name="connsiteX1848" fmla="*/ 3312732 w 10450132"/>
              <a:gd name="connsiteY1848" fmla="*/ 4774713 h 5450835"/>
              <a:gd name="connsiteX1849" fmla="*/ 3058203 w 10450132"/>
              <a:gd name="connsiteY1849" fmla="*/ 4774713 h 5450835"/>
              <a:gd name="connsiteX1850" fmla="*/ 3067268 w 10450132"/>
              <a:gd name="connsiteY1850" fmla="*/ 4774713 h 5450835"/>
              <a:gd name="connsiteX1851" fmla="*/ 3068056 w 10450132"/>
              <a:gd name="connsiteY1851" fmla="*/ 4775173 h 5450835"/>
              <a:gd name="connsiteX1852" fmla="*/ 3072588 w 10450132"/>
              <a:gd name="connsiteY1852" fmla="*/ 4783055 h 5450835"/>
              <a:gd name="connsiteX1853" fmla="*/ 3072588 w 10450132"/>
              <a:gd name="connsiteY1853" fmla="*/ 4783908 h 5450835"/>
              <a:gd name="connsiteX1854" fmla="*/ 3068056 w 10450132"/>
              <a:gd name="connsiteY1854" fmla="*/ 4791790 h 5450835"/>
              <a:gd name="connsiteX1855" fmla="*/ 3067268 w 10450132"/>
              <a:gd name="connsiteY1855" fmla="*/ 4792249 h 5450835"/>
              <a:gd name="connsiteX1856" fmla="*/ 3058203 w 10450132"/>
              <a:gd name="connsiteY1856" fmla="*/ 4792249 h 5450835"/>
              <a:gd name="connsiteX1857" fmla="*/ 3057415 w 10450132"/>
              <a:gd name="connsiteY1857" fmla="*/ 4791790 h 5450835"/>
              <a:gd name="connsiteX1858" fmla="*/ 3052883 w 10450132"/>
              <a:gd name="connsiteY1858" fmla="*/ 4783908 h 5450835"/>
              <a:gd name="connsiteX1859" fmla="*/ 3052883 w 10450132"/>
              <a:gd name="connsiteY1859" fmla="*/ 4783055 h 5450835"/>
              <a:gd name="connsiteX1860" fmla="*/ 3057415 w 10450132"/>
              <a:gd name="connsiteY1860" fmla="*/ 4775173 h 5450835"/>
              <a:gd name="connsiteX1861" fmla="*/ 3058203 w 10450132"/>
              <a:gd name="connsiteY1861" fmla="*/ 4774713 h 5450835"/>
              <a:gd name="connsiteX1862" fmla="*/ 2803967 w 10450132"/>
              <a:gd name="connsiteY1862" fmla="*/ 4774713 h 5450835"/>
              <a:gd name="connsiteX1863" fmla="*/ 2813032 w 10450132"/>
              <a:gd name="connsiteY1863" fmla="*/ 4774713 h 5450835"/>
              <a:gd name="connsiteX1864" fmla="*/ 2813820 w 10450132"/>
              <a:gd name="connsiteY1864" fmla="*/ 4775173 h 5450835"/>
              <a:gd name="connsiteX1865" fmla="*/ 2818352 w 10450132"/>
              <a:gd name="connsiteY1865" fmla="*/ 4783055 h 5450835"/>
              <a:gd name="connsiteX1866" fmla="*/ 2818352 w 10450132"/>
              <a:gd name="connsiteY1866" fmla="*/ 4783908 h 5450835"/>
              <a:gd name="connsiteX1867" fmla="*/ 2813820 w 10450132"/>
              <a:gd name="connsiteY1867" fmla="*/ 4791790 h 5450835"/>
              <a:gd name="connsiteX1868" fmla="*/ 2813032 w 10450132"/>
              <a:gd name="connsiteY1868" fmla="*/ 4792249 h 5450835"/>
              <a:gd name="connsiteX1869" fmla="*/ 2803967 w 10450132"/>
              <a:gd name="connsiteY1869" fmla="*/ 4792249 h 5450835"/>
              <a:gd name="connsiteX1870" fmla="*/ 2803178 w 10450132"/>
              <a:gd name="connsiteY1870" fmla="*/ 4791790 h 5450835"/>
              <a:gd name="connsiteX1871" fmla="*/ 2798646 w 10450132"/>
              <a:gd name="connsiteY1871" fmla="*/ 4783908 h 5450835"/>
              <a:gd name="connsiteX1872" fmla="*/ 2798646 w 10450132"/>
              <a:gd name="connsiteY1872" fmla="*/ 4783055 h 5450835"/>
              <a:gd name="connsiteX1873" fmla="*/ 2803178 w 10450132"/>
              <a:gd name="connsiteY1873" fmla="*/ 4775173 h 5450835"/>
              <a:gd name="connsiteX1874" fmla="*/ 2803967 w 10450132"/>
              <a:gd name="connsiteY1874" fmla="*/ 4774713 h 5450835"/>
              <a:gd name="connsiteX1875" fmla="*/ 2549548 w 10450132"/>
              <a:gd name="connsiteY1875" fmla="*/ 4774713 h 5450835"/>
              <a:gd name="connsiteX1876" fmla="*/ 2558613 w 10450132"/>
              <a:gd name="connsiteY1876" fmla="*/ 4774713 h 5450835"/>
              <a:gd name="connsiteX1877" fmla="*/ 2559402 w 10450132"/>
              <a:gd name="connsiteY1877" fmla="*/ 4775173 h 5450835"/>
              <a:gd name="connsiteX1878" fmla="*/ 2563935 w 10450132"/>
              <a:gd name="connsiteY1878" fmla="*/ 4783055 h 5450835"/>
              <a:gd name="connsiteX1879" fmla="*/ 2563935 w 10450132"/>
              <a:gd name="connsiteY1879" fmla="*/ 4783908 h 5450835"/>
              <a:gd name="connsiteX1880" fmla="*/ 2559402 w 10450132"/>
              <a:gd name="connsiteY1880" fmla="*/ 4791790 h 5450835"/>
              <a:gd name="connsiteX1881" fmla="*/ 2558613 w 10450132"/>
              <a:gd name="connsiteY1881" fmla="*/ 4792249 h 5450835"/>
              <a:gd name="connsiteX1882" fmla="*/ 2549548 w 10450132"/>
              <a:gd name="connsiteY1882" fmla="*/ 4792249 h 5450835"/>
              <a:gd name="connsiteX1883" fmla="*/ 2548760 w 10450132"/>
              <a:gd name="connsiteY1883" fmla="*/ 4791790 h 5450835"/>
              <a:gd name="connsiteX1884" fmla="*/ 2544228 w 10450132"/>
              <a:gd name="connsiteY1884" fmla="*/ 4783908 h 5450835"/>
              <a:gd name="connsiteX1885" fmla="*/ 2544228 w 10450132"/>
              <a:gd name="connsiteY1885" fmla="*/ 4783055 h 5450835"/>
              <a:gd name="connsiteX1886" fmla="*/ 2548760 w 10450132"/>
              <a:gd name="connsiteY1886" fmla="*/ 4775173 h 5450835"/>
              <a:gd name="connsiteX1887" fmla="*/ 2549548 w 10450132"/>
              <a:gd name="connsiteY1887" fmla="*/ 4774713 h 5450835"/>
              <a:gd name="connsiteX1888" fmla="*/ 2295018 w 10450132"/>
              <a:gd name="connsiteY1888" fmla="*/ 4774713 h 5450835"/>
              <a:gd name="connsiteX1889" fmla="*/ 2304082 w 10450132"/>
              <a:gd name="connsiteY1889" fmla="*/ 4774713 h 5450835"/>
              <a:gd name="connsiteX1890" fmla="*/ 2304872 w 10450132"/>
              <a:gd name="connsiteY1890" fmla="*/ 4775173 h 5450835"/>
              <a:gd name="connsiteX1891" fmla="*/ 2309403 w 10450132"/>
              <a:gd name="connsiteY1891" fmla="*/ 4783055 h 5450835"/>
              <a:gd name="connsiteX1892" fmla="*/ 2309403 w 10450132"/>
              <a:gd name="connsiteY1892" fmla="*/ 4783908 h 5450835"/>
              <a:gd name="connsiteX1893" fmla="*/ 2304872 w 10450132"/>
              <a:gd name="connsiteY1893" fmla="*/ 4791790 h 5450835"/>
              <a:gd name="connsiteX1894" fmla="*/ 2304082 w 10450132"/>
              <a:gd name="connsiteY1894" fmla="*/ 4792249 h 5450835"/>
              <a:gd name="connsiteX1895" fmla="*/ 2295018 w 10450132"/>
              <a:gd name="connsiteY1895" fmla="*/ 4792249 h 5450835"/>
              <a:gd name="connsiteX1896" fmla="*/ 2294231 w 10450132"/>
              <a:gd name="connsiteY1896" fmla="*/ 4791790 h 5450835"/>
              <a:gd name="connsiteX1897" fmla="*/ 2289698 w 10450132"/>
              <a:gd name="connsiteY1897" fmla="*/ 4783908 h 5450835"/>
              <a:gd name="connsiteX1898" fmla="*/ 2289698 w 10450132"/>
              <a:gd name="connsiteY1898" fmla="*/ 4783055 h 5450835"/>
              <a:gd name="connsiteX1899" fmla="*/ 2294231 w 10450132"/>
              <a:gd name="connsiteY1899" fmla="*/ 4775173 h 5450835"/>
              <a:gd name="connsiteX1900" fmla="*/ 2295018 w 10450132"/>
              <a:gd name="connsiteY1900" fmla="*/ 4774713 h 5450835"/>
              <a:gd name="connsiteX1901" fmla="*/ 2040623 w 10450132"/>
              <a:gd name="connsiteY1901" fmla="*/ 4774713 h 5450835"/>
              <a:gd name="connsiteX1902" fmla="*/ 2049686 w 10450132"/>
              <a:gd name="connsiteY1902" fmla="*/ 4774713 h 5450835"/>
              <a:gd name="connsiteX1903" fmla="*/ 2050474 w 10450132"/>
              <a:gd name="connsiteY1903" fmla="*/ 4775173 h 5450835"/>
              <a:gd name="connsiteX1904" fmla="*/ 2055006 w 10450132"/>
              <a:gd name="connsiteY1904" fmla="*/ 4783055 h 5450835"/>
              <a:gd name="connsiteX1905" fmla="*/ 2055006 w 10450132"/>
              <a:gd name="connsiteY1905" fmla="*/ 4783908 h 5450835"/>
              <a:gd name="connsiteX1906" fmla="*/ 2050474 w 10450132"/>
              <a:gd name="connsiteY1906" fmla="*/ 4791790 h 5450835"/>
              <a:gd name="connsiteX1907" fmla="*/ 2049686 w 10450132"/>
              <a:gd name="connsiteY1907" fmla="*/ 4792249 h 5450835"/>
              <a:gd name="connsiteX1908" fmla="*/ 2040623 w 10450132"/>
              <a:gd name="connsiteY1908" fmla="*/ 4792249 h 5450835"/>
              <a:gd name="connsiteX1909" fmla="*/ 2039833 w 10450132"/>
              <a:gd name="connsiteY1909" fmla="*/ 4791790 h 5450835"/>
              <a:gd name="connsiteX1910" fmla="*/ 2035302 w 10450132"/>
              <a:gd name="connsiteY1910" fmla="*/ 4783908 h 5450835"/>
              <a:gd name="connsiteX1911" fmla="*/ 2035302 w 10450132"/>
              <a:gd name="connsiteY1911" fmla="*/ 4783055 h 5450835"/>
              <a:gd name="connsiteX1912" fmla="*/ 2039833 w 10450132"/>
              <a:gd name="connsiteY1912" fmla="*/ 4775173 h 5450835"/>
              <a:gd name="connsiteX1913" fmla="*/ 2040623 w 10450132"/>
              <a:gd name="connsiteY1913" fmla="*/ 4774713 h 5450835"/>
              <a:gd name="connsiteX1914" fmla="*/ 1786207 w 10450132"/>
              <a:gd name="connsiteY1914" fmla="*/ 4774713 h 5450835"/>
              <a:gd name="connsiteX1915" fmla="*/ 1795272 w 10450132"/>
              <a:gd name="connsiteY1915" fmla="*/ 4774713 h 5450835"/>
              <a:gd name="connsiteX1916" fmla="*/ 1796060 w 10450132"/>
              <a:gd name="connsiteY1916" fmla="*/ 4775173 h 5450835"/>
              <a:gd name="connsiteX1917" fmla="*/ 1800592 w 10450132"/>
              <a:gd name="connsiteY1917" fmla="*/ 4783055 h 5450835"/>
              <a:gd name="connsiteX1918" fmla="*/ 1800592 w 10450132"/>
              <a:gd name="connsiteY1918" fmla="*/ 4783908 h 5450835"/>
              <a:gd name="connsiteX1919" fmla="*/ 1796060 w 10450132"/>
              <a:gd name="connsiteY1919" fmla="*/ 4791790 h 5450835"/>
              <a:gd name="connsiteX1920" fmla="*/ 1795272 w 10450132"/>
              <a:gd name="connsiteY1920" fmla="*/ 4792249 h 5450835"/>
              <a:gd name="connsiteX1921" fmla="*/ 1786207 w 10450132"/>
              <a:gd name="connsiteY1921" fmla="*/ 4792249 h 5450835"/>
              <a:gd name="connsiteX1922" fmla="*/ 1785419 w 10450132"/>
              <a:gd name="connsiteY1922" fmla="*/ 4791790 h 5450835"/>
              <a:gd name="connsiteX1923" fmla="*/ 1780887 w 10450132"/>
              <a:gd name="connsiteY1923" fmla="*/ 4783908 h 5450835"/>
              <a:gd name="connsiteX1924" fmla="*/ 1780887 w 10450132"/>
              <a:gd name="connsiteY1924" fmla="*/ 4783055 h 5450835"/>
              <a:gd name="connsiteX1925" fmla="*/ 1785419 w 10450132"/>
              <a:gd name="connsiteY1925" fmla="*/ 4775173 h 5450835"/>
              <a:gd name="connsiteX1926" fmla="*/ 1786207 w 10450132"/>
              <a:gd name="connsiteY1926" fmla="*/ 4774713 h 5450835"/>
              <a:gd name="connsiteX1927" fmla="*/ 1531965 w 10450132"/>
              <a:gd name="connsiteY1927" fmla="*/ 4774713 h 5450835"/>
              <a:gd name="connsiteX1928" fmla="*/ 1541028 w 10450132"/>
              <a:gd name="connsiteY1928" fmla="*/ 4774713 h 5450835"/>
              <a:gd name="connsiteX1929" fmla="*/ 1541817 w 10450132"/>
              <a:gd name="connsiteY1929" fmla="*/ 4775173 h 5450835"/>
              <a:gd name="connsiteX1930" fmla="*/ 1546348 w 10450132"/>
              <a:gd name="connsiteY1930" fmla="*/ 4783055 h 5450835"/>
              <a:gd name="connsiteX1931" fmla="*/ 1546348 w 10450132"/>
              <a:gd name="connsiteY1931" fmla="*/ 4783908 h 5450835"/>
              <a:gd name="connsiteX1932" fmla="*/ 1541817 w 10450132"/>
              <a:gd name="connsiteY1932" fmla="*/ 4791790 h 5450835"/>
              <a:gd name="connsiteX1933" fmla="*/ 1541028 w 10450132"/>
              <a:gd name="connsiteY1933" fmla="*/ 4792249 h 5450835"/>
              <a:gd name="connsiteX1934" fmla="*/ 1531965 w 10450132"/>
              <a:gd name="connsiteY1934" fmla="*/ 4792249 h 5450835"/>
              <a:gd name="connsiteX1935" fmla="*/ 1531177 w 10450132"/>
              <a:gd name="connsiteY1935" fmla="*/ 4791790 h 5450835"/>
              <a:gd name="connsiteX1936" fmla="*/ 1526642 w 10450132"/>
              <a:gd name="connsiteY1936" fmla="*/ 4783908 h 5450835"/>
              <a:gd name="connsiteX1937" fmla="*/ 1526642 w 10450132"/>
              <a:gd name="connsiteY1937" fmla="*/ 4783055 h 5450835"/>
              <a:gd name="connsiteX1938" fmla="*/ 1531177 w 10450132"/>
              <a:gd name="connsiteY1938" fmla="*/ 4775173 h 5450835"/>
              <a:gd name="connsiteX1939" fmla="*/ 1531965 w 10450132"/>
              <a:gd name="connsiteY1939" fmla="*/ 4774713 h 5450835"/>
              <a:gd name="connsiteX1940" fmla="*/ 1277399 w 10450132"/>
              <a:gd name="connsiteY1940" fmla="*/ 4774713 h 5450835"/>
              <a:gd name="connsiteX1941" fmla="*/ 1286463 w 10450132"/>
              <a:gd name="connsiteY1941" fmla="*/ 4774713 h 5450835"/>
              <a:gd name="connsiteX1942" fmla="*/ 1287252 w 10450132"/>
              <a:gd name="connsiteY1942" fmla="*/ 4775173 h 5450835"/>
              <a:gd name="connsiteX1943" fmla="*/ 1291783 w 10450132"/>
              <a:gd name="connsiteY1943" fmla="*/ 4783055 h 5450835"/>
              <a:gd name="connsiteX1944" fmla="*/ 1291783 w 10450132"/>
              <a:gd name="connsiteY1944" fmla="*/ 4783908 h 5450835"/>
              <a:gd name="connsiteX1945" fmla="*/ 1287252 w 10450132"/>
              <a:gd name="connsiteY1945" fmla="*/ 4791790 h 5450835"/>
              <a:gd name="connsiteX1946" fmla="*/ 1286463 w 10450132"/>
              <a:gd name="connsiteY1946" fmla="*/ 4792249 h 5450835"/>
              <a:gd name="connsiteX1947" fmla="*/ 1277399 w 10450132"/>
              <a:gd name="connsiteY1947" fmla="*/ 4792249 h 5450835"/>
              <a:gd name="connsiteX1948" fmla="*/ 1276610 w 10450132"/>
              <a:gd name="connsiteY1948" fmla="*/ 4791790 h 5450835"/>
              <a:gd name="connsiteX1949" fmla="*/ 1272079 w 10450132"/>
              <a:gd name="connsiteY1949" fmla="*/ 4783908 h 5450835"/>
              <a:gd name="connsiteX1950" fmla="*/ 1272079 w 10450132"/>
              <a:gd name="connsiteY1950" fmla="*/ 4783055 h 5450835"/>
              <a:gd name="connsiteX1951" fmla="*/ 1276610 w 10450132"/>
              <a:gd name="connsiteY1951" fmla="*/ 4775173 h 5450835"/>
              <a:gd name="connsiteX1952" fmla="*/ 1277399 w 10450132"/>
              <a:gd name="connsiteY1952" fmla="*/ 4774713 h 5450835"/>
              <a:gd name="connsiteX1953" fmla="*/ 1023061 w 10450132"/>
              <a:gd name="connsiteY1953" fmla="*/ 4774713 h 5450835"/>
              <a:gd name="connsiteX1954" fmla="*/ 1032125 w 10450132"/>
              <a:gd name="connsiteY1954" fmla="*/ 4774713 h 5450835"/>
              <a:gd name="connsiteX1955" fmla="*/ 1032912 w 10450132"/>
              <a:gd name="connsiteY1955" fmla="*/ 4775173 h 5450835"/>
              <a:gd name="connsiteX1956" fmla="*/ 1037445 w 10450132"/>
              <a:gd name="connsiteY1956" fmla="*/ 4783055 h 5450835"/>
              <a:gd name="connsiteX1957" fmla="*/ 1037445 w 10450132"/>
              <a:gd name="connsiteY1957" fmla="*/ 4783908 h 5450835"/>
              <a:gd name="connsiteX1958" fmla="*/ 1032912 w 10450132"/>
              <a:gd name="connsiteY1958" fmla="*/ 4791790 h 5450835"/>
              <a:gd name="connsiteX1959" fmla="*/ 1032125 w 10450132"/>
              <a:gd name="connsiteY1959" fmla="*/ 4792249 h 5450835"/>
              <a:gd name="connsiteX1960" fmla="*/ 1023061 w 10450132"/>
              <a:gd name="connsiteY1960" fmla="*/ 4792249 h 5450835"/>
              <a:gd name="connsiteX1961" fmla="*/ 1022272 w 10450132"/>
              <a:gd name="connsiteY1961" fmla="*/ 4791790 h 5450835"/>
              <a:gd name="connsiteX1962" fmla="*/ 1017740 w 10450132"/>
              <a:gd name="connsiteY1962" fmla="*/ 4783908 h 5450835"/>
              <a:gd name="connsiteX1963" fmla="*/ 1017740 w 10450132"/>
              <a:gd name="connsiteY1963" fmla="*/ 4783055 h 5450835"/>
              <a:gd name="connsiteX1964" fmla="*/ 1022272 w 10450132"/>
              <a:gd name="connsiteY1964" fmla="*/ 4775173 h 5450835"/>
              <a:gd name="connsiteX1965" fmla="*/ 1023061 w 10450132"/>
              <a:gd name="connsiteY1965" fmla="*/ 4774713 h 5450835"/>
              <a:gd name="connsiteX1966" fmla="*/ 768737 w 10450132"/>
              <a:gd name="connsiteY1966" fmla="*/ 4774713 h 5450835"/>
              <a:gd name="connsiteX1967" fmla="*/ 777799 w 10450132"/>
              <a:gd name="connsiteY1967" fmla="*/ 4774713 h 5450835"/>
              <a:gd name="connsiteX1968" fmla="*/ 778588 w 10450132"/>
              <a:gd name="connsiteY1968" fmla="*/ 4775173 h 5450835"/>
              <a:gd name="connsiteX1969" fmla="*/ 783120 w 10450132"/>
              <a:gd name="connsiteY1969" fmla="*/ 4783055 h 5450835"/>
              <a:gd name="connsiteX1970" fmla="*/ 783120 w 10450132"/>
              <a:gd name="connsiteY1970" fmla="*/ 4783908 h 5450835"/>
              <a:gd name="connsiteX1971" fmla="*/ 778588 w 10450132"/>
              <a:gd name="connsiteY1971" fmla="*/ 4791790 h 5450835"/>
              <a:gd name="connsiteX1972" fmla="*/ 777799 w 10450132"/>
              <a:gd name="connsiteY1972" fmla="*/ 4792249 h 5450835"/>
              <a:gd name="connsiteX1973" fmla="*/ 768737 w 10450132"/>
              <a:gd name="connsiteY1973" fmla="*/ 4792249 h 5450835"/>
              <a:gd name="connsiteX1974" fmla="*/ 767949 w 10450132"/>
              <a:gd name="connsiteY1974" fmla="*/ 4791790 h 5450835"/>
              <a:gd name="connsiteX1975" fmla="*/ 763416 w 10450132"/>
              <a:gd name="connsiteY1975" fmla="*/ 4783908 h 5450835"/>
              <a:gd name="connsiteX1976" fmla="*/ 763416 w 10450132"/>
              <a:gd name="connsiteY1976" fmla="*/ 4783055 h 5450835"/>
              <a:gd name="connsiteX1977" fmla="*/ 767949 w 10450132"/>
              <a:gd name="connsiteY1977" fmla="*/ 4775173 h 5450835"/>
              <a:gd name="connsiteX1978" fmla="*/ 768737 w 10450132"/>
              <a:gd name="connsiteY1978" fmla="*/ 4774713 h 5450835"/>
              <a:gd name="connsiteX1979" fmla="*/ 514331 w 10450132"/>
              <a:gd name="connsiteY1979" fmla="*/ 4774713 h 5450835"/>
              <a:gd name="connsiteX1980" fmla="*/ 523395 w 10450132"/>
              <a:gd name="connsiteY1980" fmla="*/ 4774713 h 5450835"/>
              <a:gd name="connsiteX1981" fmla="*/ 524183 w 10450132"/>
              <a:gd name="connsiteY1981" fmla="*/ 4775173 h 5450835"/>
              <a:gd name="connsiteX1982" fmla="*/ 528715 w 10450132"/>
              <a:gd name="connsiteY1982" fmla="*/ 4783055 h 5450835"/>
              <a:gd name="connsiteX1983" fmla="*/ 528715 w 10450132"/>
              <a:gd name="connsiteY1983" fmla="*/ 4783908 h 5450835"/>
              <a:gd name="connsiteX1984" fmla="*/ 524183 w 10450132"/>
              <a:gd name="connsiteY1984" fmla="*/ 4791790 h 5450835"/>
              <a:gd name="connsiteX1985" fmla="*/ 523395 w 10450132"/>
              <a:gd name="connsiteY1985" fmla="*/ 4792249 h 5450835"/>
              <a:gd name="connsiteX1986" fmla="*/ 514331 w 10450132"/>
              <a:gd name="connsiteY1986" fmla="*/ 4792249 h 5450835"/>
              <a:gd name="connsiteX1987" fmla="*/ 513543 w 10450132"/>
              <a:gd name="connsiteY1987" fmla="*/ 4791790 h 5450835"/>
              <a:gd name="connsiteX1988" fmla="*/ 509010 w 10450132"/>
              <a:gd name="connsiteY1988" fmla="*/ 4783908 h 5450835"/>
              <a:gd name="connsiteX1989" fmla="*/ 509010 w 10450132"/>
              <a:gd name="connsiteY1989" fmla="*/ 4783055 h 5450835"/>
              <a:gd name="connsiteX1990" fmla="*/ 513543 w 10450132"/>
              <a:gd name="connsiteY1990" fmla="*/ 4775173 h 5450835"/>
              <a:gd name="connsiteX1991" fmla="*/ 514331 w 10450132"/>
              <a:gd name="connsiteY1991" fmla="*/ 4774713 h 5450835"/>
              <a:gd name="connsiteX1992" fmla="*/ 259829 w 10450132"/>
              <a:gd name="connsiteY1992" fmla="*/ 4774713 h 5450835"/>
              <a:gd name="connsiteX1993" fmla="*/ 268892 w 10450132"/>
              <a:gd name="connsiteY1993" fmla="*/ 4774713 h 5450835"/>
              <a:gd name="connsiteX1994" fmla="*/ 269681 w 10450132"/>
              <a:gd name="connsiteY1994" fmla="*/ 4775173 h 5450835"/>
              <a:gd name="connsiteX1995" fmla="*/ 274212 w 10450132"/>
              <a:gd name="connsiteY1995" fmla="*/ 4783055 h 5450835"/>
              <a:gd name="connsiteX1996" fmla="*/ 274212 w 10450132"/>
              <a:gd name="connsiteY1996" fmla="*/ 4783908 h 5450835"/>
              <a:gd name="connsiteX1997" fmla="*/ 269681 w 10450132"/>
              <a:gd name="connsiteY1997" fmla="*/ 4791790 h 5450835"/>
              <a:gd name="connsiteX1998" fmla="*/ 268892 w 10450132"/>
              <a:gd name="connsiteY1998" fmla="*/ 4792249 h 5450835"/>
              <a:gd name="connsiteX1999" fmla="*/ 259829 w 10450132"/>
              <a:gd name="connsiteY1999" fmla="*/ 4792249 h 5450835"/>
              <a:gd name="connsiteX2000" fmla="*/ 259039 w 10450132"/>
              <a:gd name="connsiteY2000" fmla="*/ 4791790 h 5450835"/>
              <a:gd name="connsiteX2001" fmla="*/ 254508 w 10450132"/>
              <a:gd name="connsiteY2001" fmla="*/ 4783908 h 5450835"/>
              <a:gd name="connsiteX2002" fmla="*/ 254508 w 10450132"/>
              <a:gd name="connsiteY2002" fmla="*/ 4783055 h 5450835"/>
              <a:gd name="connsiteX2003" fmla="*/ 259039 w 10450132"/>
              <a:gd name="connsiteY2003" fmla="*/ 4775173 h 5450835"/>
              <a:gd name="connsiteX2004" fmla="*/ 259829 w 10450132"/>
              <a:gd name="connsiteY2004" fmla="*/ 4774713 h 5450835"/>
              <a:gd name="connsiteX2005" fmla="*/ 5582 w 10450132"/>
              <a:gd name="connsiteY2005" fmla="*/ 4774713 h 5450835"/>
              <a:gd name="connsiteX2006" fmla="*/ 14644 w 10450132"/>
              <a:gd name="connsiteY2006" fmla="*/ 4774713 h 5450835"/>
              <a:gd name="connsiteX2007" fmla="*/ 15432 w 10450132"/>
              <a:gd name="connsiteY2007" fmla="*/ 4775173 h 5450835"/>
              <a:gd name="connsiteX2008" fmla="*/ 19964 w 10450132"/>
              <a:gd name="connsiteY2008" fmla="*/ 4783055 h 5450835"/>
              <a:gd name="connsiteX2009" fmla="*/ 19964 w 10450132"/>
              <a:gd name="connsiteY2009" fmla="*/ 4783908 h 5450835"/>
              <a:gd name="connsiteX2010" fmla="*/ 15432 w 10450132"/>
              <a:gd name="connsiteY2010" fmla="*/ 4791790 h 5450835"/>
              <a:gd name="connsiteX2011" fmla="*/ 14644 w 10450132"/>
              <a:gd name="connsiteY2011" fmla="*/ 4792249 h 5450835"/>
              <a:gd name="connsiteX2012" fmla="*/ 5582 w 10450132"/>
              <a:gd name="connsiteY2012" fmla="*/ 4792249 h 5450835"/>
              <a:gd name="connsiteX2013" fmla="*/ 4792 w 10450132"/>
              <a:gd name="connsiteY2013" fmla="*/ 4791790 h 5450835"/>
              <a:gd name="connsiteX2014" fmla="*/ 261 w 10450132"/>
              <a:gd name="connsiteY2014" fmla="*/ 4783908 h 5450835"/>
              <a:gd name="connsiteX2015" fmla="*/ 261 w 10450132"/>
              <a:gd name="connsiteY2015" fmla="*/ 4783055 h 5450835"/>
              <a:gd name="connsiteX2016" fmla="*/ 4792 w 10450132"/>
              <a:gd name="connsiteY2016" fmla="*/ 4775173 h 5450835"/>
              <a:gd name="connsiteX2017" fmla="*/ 5582 w 10450132"/>
              <a:gd name="connsiteY2017" fmla="*/ 4774713 h 5450835"/>
              <a:gd name="connsiteX2018" fmla="*/ 10435622 w 10450132"/>
              <a:gd name="connsiteY2018" fmla="*/ 4557705 h 5450835"/>
              <a:gd name="connsiteX2019" fmla="*/ 10444686 w 10450132"/>
              <a:gd name="connsiteY2019" fmla="*/ 4557705 h 5450835"/>
              <a:gd name="connsiteX2020" fmla="*/ 10445474 w 10450132"/>
              <a:gd name="connsiteY2020" fmla="*/ 4558165 h 5450835"/>
              <a:gd name="connsiteX2021" fmla="*/ 10450007 w 10450132"/>
              <a:gd name="connsiteY2021" fmla="*/ 4566046 h 5450835"/>
              <a:gd name="connsiteX2022" fmla="*/ 10450007 w 10450132"/>
              <a:gd name="connsiteY2022" fmla="*/ 4566900 h 5450835"/>
              <a:gd name="connsiteX2023" fmla="*/ 10445474 w 10450132"/>
              <a:gd name="connsiteY2023" fmla="*/ 4574782 h 5450835"/>
              <a:gd name="connsiteX2024" fmla="*/ 10444686 w 10450132"/>
              <a:gd name="connsiteY2024" fmla="*/ 4575242 h 5450835"/>
              <a:gd name="connsiteX2025" fmla="*/ 10435622 w 10450132"/>
              <a:gd name="connsiteY2025" fmla="*/ 4575242 h 5450835"/>
              <a:gd name="connsiteX2026" fmla="*/ 10434834 w 10450132"/>
              <a:gd name="connsiteY2026" fmla="*/ 4574782 h 5450835"/>
              <a:gd name="connsiteX2027" fmla="*/ 10430302 w 10450132"/>
              <a:gd name="connsiteY2027" fmla="*/ 4566900 h 5450835"/>
              <a:gd name="connsiteX2028" fmla="*/ 10430302 w 10450132"/>
              <a:gd name="connsiteY2028" fmla="*/ 4566046 h 5450835"/>
              <a:gd name="connsiteX2029" fmla="*/ 10434834 w 10450132"/>
              <a:gd name="connsiteY2029" fmla="*/ 4558165 h 5450835"/>
              <a:gd name="connsiteX2030" fmla="*/ 10435622 w 10450132"/>
              <a:gd name="connsiteY2030" fmla="*/ 4557705 h 5450835"/>
              <a:gd name="connsiteX2031" fmla="*/ 10181242 w 10450132"/>
              <a:gd name="connsiteY2031" fmla="*/ 4557705 h 5450835"/>
              <a:gd name="connsiteX2032" fmla="*/ 10190305 w 10450132"/>
              <a:gd name="connsiteY2032" fmla="*/ 4557705 h 5450835"/>
              <a:gd name="connsiteX2033" fmla="*/ 10191093 w 10450132"/>
              <a:gd name="connsiteY2033" fmla="*/ 4558165 h 5450835"/>
              <a:gd name="connsiteX2034" fmla="*/ 10195626 w 10450132"/>
              <a:gd name="connsiteY2034" fmla="*/ 4566046 h 5450835"/>
              <a:gd name="connsiteX2035" fmla="*/ 10195626 w 10450132"/>
              <a:gd name="connsiteY2035" fmla="*/ 4566900 h 5450835"/>
              <a:gd name="connsiteX2036" fmla="*/ 10191093 w 10450132"/>
              <a:gd name="connsiteY2036" fmla="*/ 4574782 h 5450835"/>
              <a:gd name="connsiteX2037" fmla="*/ 10190305 w 10450132"/>
              <a:gd name="connsiteY2037" fmla="*/ 4575242 h 5450835"/>
              <a:gd name="connsiteX2038" fmla="*/ 10181242 w 10450132"/>
              <a:gd name="connsiteY2038" fmla="*/ 4575242 h 5450835"/>
              <a:gd name="connsiteX2039" fmla="*/ 10180453 w 10450132"/>
              <a:gd name="connsiteY2039" fmla="*/ 4574782 h 5450835"/>
              <a:gd name="connsiteX2040" fmla="*/ 10175922 w 10450132"/>
              <a:gd name="connsiteY2040" fmla="*/ 4566900 h 5450835"/>
              <a:gd name="connsiteX2041" fmla="*/ 10175922 w 10450132"/>
              <a:gd name="connsiteY2041" fmla="*/ 4566046 h 5450835"/>
              <a:gd name="connsiteX2042" fmla="*/ 10180453 w 10450132"/>
              <a:gd name="connsiteY2042" fmla="*/ 4558165 h 5450835"/>
              <a:gd name="connsiteX2043" fmla="*/ 10181242 w 10450132"/>
              <a:gd name="connsiteY2043" fmla="*/ 4557705 h 5450835"/>
              <a:gd name="connsiteX2044" fmla="*/ 9926861 w 10450132"/>
              <a:gd name="connsiteY2044" fmla="*/ 4557705 h 5450835"/>
              <a:gd name="connsiteX2045" fmla="*/ 9935924 w 10450132"/>
              <a:gd name="connsiteY2045" fmla="*/ 4557705 h 5450835"/>
              <a:gd name="connsiteX2046" fmla="*/ 9936713 w 10450132"/>
              <a:gd name="connsiteY2046" fmla="*/ 4558165 h 5450835"/>
              <a:gd name="connsiteX2047" fmla="*/ 9941246 w 10450132"/>
              <a:gd name="connsiteY2047" fmla="*/ 4566046 h 5450835"/>
              <a:gd name="connsiteX2048" fmla="*/ 9941246 w 10450132"/>
              <a:gd name="connsiteY2048" fmla="*/ 4566900 h 5450835"/>
              <a:gd name="connsiteX2049" fmla="*/ 9936713 w 10450132"/>
              <a:gd name="connsiteY2049" fmla="*/ 4574782 h 5450835"/>
              <a:gd name="connsiteX2050" fmla="*/ 9935924 w 10450132"/>
              <a:gd name="connsiteY2050" fmla="*/ 4575242 h 5450835"/>
              <a:gd name="connsiteX2051" fmla="*/ 9926861 w 10450132"/>
              <a:gd name="connsiteY2051" fmla="*/ 4575242 h 5450835"/>
              <a:gd name="connsiteX2052" fmla="*/ 9926073 w 10450132"/>
              <a:gd name="connsiteY2052" fmla="*/ 4574782 h 5450835"/>
              <a:gd name="connsiteX2053" fmla="*/ 9921541 w 10450132"/>
              <a:gd name="connsiteY2053" fmla="*/ 4566900 h 5450835"/>
              <a:gd name="connsiteX2054" fmla="*/ 9921541 w 10450132"/>
              <a:gd name="connsiteY2054" fmla="*/ 4566046 h 5450835"/>
              <a:gd name="connsiteX2055" fmla="*/ 9926073 w 10450132"/>
              <a:gd name="connsiteY2055" fmla="*/ 4558165 h 5450835"/>
              <a:gd name="connsiteX2056" fmla="*/ 9926861 w 10450132"/>
              <a:gd name="connsiteY2056" fmla="*/ 4557705 h 5450835"/>
              <a:gd name="connsiteX2057" fmla="*/ 9672481 w 10450132"/>
              <a:gd name="connsiteY2057" fmla="*/ 4557705 h 5450835"/>
              <a:gd name="connsiteX2058" fmla="*/ 9681545 w 10450132"/>
              <a:gd name="connsiteY2058" fmla="*/ 4557705 h 5450835"/>
              <a:gd name="connsiteX2059" fmla="*/ 9682333 w 10450132"/>
              <a:gd name="connsiteY2059" fmla="*/ 4558165 h 5450835"/>
              <a:gd name="connsiteX2060" fmla="*/ 9686865 w 10450132"/>
              <a:gd name="connsiteY2060" fmla="*/ 4566046 h 5450835"/>
              <a:gd name="connsiteX2061" fmla="*/ 9686865 w 10450132"/>
              <a:gd name="connsiteY2061" fmla="*/ 4566900 h 5450835"/>
              <a:gd name="connsiteX2062" fmla="*/ 9682333 w 10450132"/>
              <a:gd name="connsiteY2062" fmla="*/ 4574782 h 5450835"/>
              <a:gd name="connsiteX2063" fmla="*/ 9681545 w 10450132"/>
              <a:gd name="connsiteY2063" fmla="*/ 4575242 h 5450835"/>
              <a:gd name="connsiteX2064" fmla="*/ 9672481 w 10450132"/>
              <a:gd name="connsiteY2064" fmla="*/ 4575242 h 5450835"/>
              <a:gd name="connsiteX2065" fmla="*/ 9671693 w 10450132"/>
              <a:gd name="connsiteY2065" fmla="*/ 4574782 h 5450835"/>
              <a:gd name="connsiteX2066" fmla="*/ 9667160 w 10450132"/>
              <a:gd name="connsiteY2066" fmla="*/ 4566900 h 5450835"/>
              <a:gd name="connsiteX2067" fmla="*/ 9667160 w 10450132"/>
              <a:gd name="connsiteY2067" fmla="*/ 4566046 h 5450835"/>
              <a:gd name="connsiteX2068" fmla="*/ 9671693 w 10450132"/>
              <a:gd name="connsiteY2068" fmla="*/ 4558165 h 5450835"/>
              <a:gd name="connsiteX2069" fmla="*/ 9672481 w 10450132"/>
              <a:gd name="connsiteY2069" fmla="*/ 4557705 h 5450835"/>
              <a:gd name="connsiteX2070" fmla="*/ 9418035 w 10450132"/>
              <a:gd name="connsiteY2070" fmla="*/ 4557705 h 5450835"/>
              <a:gd name="connsiteX2071" fmla="*/ 9427099 w 10450132"/>
              <a:gd name="connsiteY2071" fmla="*/ 4557705 h 5450835"/>
              <a:gd name="connsiteX2072" fmla="*/ 9427887 w 10450132"/>
              <a:gd name="connsiteY2072" fmla="*/ 4558165 h 5450835"/>
              <a:gd name="connsiteX2073" fmla="*/ 9432419 w 10450132"/>
              <a:gd name="connsiteY2073" fmla="*/ 4566046 h 5450835"/>
              <a:gd name="connsiteX2074" fmla="*/ 9432419 w 10450132"/>
              <a:gd name="connsiteY2074" fmla="*/ 4566900 h 5450835"/>
              <a:gd name="connsiteX2075" fmla="*/ 9427887 w 10450132"/>
              <a:gd name="connsiteY2075" fmla="*/ 4574782 h 5450835"/>
              <a:gd name="connsiteX2076" fmla="*/ 9427099 w 10450132"/>
              <a:gd name="connsiteY2076" fmla="*/ 4575242 h 5450835"/>
              <a:gd name="connsiteX2077" fmla="*/ 9418035 w 10450132"/>
              <a:gd name="connsiteY2077" fmla="*/ 4575242 h 5450835"/>
              <a:gd name="connsiteX2078" fmla="*/ 9417247 w 10450132"/>
              <a:gd name="connsiteY2078" fmla="*/ 4574782 h 5450835"/>
              <a:gd name="connsiteX2079" fmla="*/ 9412714 w 10450132"/>
              <a:gd name="connsiteY2079" fmla="*/ 4566900 h 5450835"/>
              <a:gd name="connsiteX2080" fmla="*/ 9412714 w 10450132"/>
              <a:gd name="connsiteY2080" fmla="*/ 4566046 h 5450835"/>
              <a:gd name="connsiteX2081" fmla="*/ 9417247 w 10450132"/>
              <a:gd name="connsiteY2081" fmla="*/ 4558165 h 5450835"/>
              <a:gd name="connsiteX2082" fmla="*/ 9418035 w 10450132"/>
              <a:gd name="connsiteY2082" fmla="*/ 4557705 h 5450835"/>
              <a:gd name="connsiteX2083" fmla="*/ 9163654 w 10450132"/>
              <a:gd name="connsiteY2083" fmla="*/ 4557705 h 5450835"/>
              <a:gd name="connsiteX2084" fmla="*/ 9172718 w 10450132"/>
              <a:gd name="connsiteY2084" fmla="*/ 4557705 h 5450835"/>
              <a:gd name="connsiteX2085" fmla="*/ 9173506 w 10450132"/>
              <a:gd name="connsiteY2085" fmla="*/ 4558165 h 5450835"/>
              <a:gd name="connsiteX2086" fmla="*/ 9178038 w 10450132"/>
              <a:gd name="connsiteY2086" fmla="*/ 4566046 h 5450835"/>
              <a:gd name="connsiteX2087" fmla="*/ 9178038 w 10450132"/>
              <a:gd name="connsiteY2087" fmla="*/ 4566900 h 5450835"/>
              <a:gd name="connsiteX2088" fmla="*/ 9173506 w 10450132"/>
              <a:gd name="connsiteY2088" fmla="*/ 4574782 h 5450835"/>
              <a:gd name="connsiteX2089" fmla="*/ 9172718 w 10450132"/>
              <a:gd name="connsiteY2089" fmla="*/ 4575242 h 5450835"/>
              <a:gd name="connsiteX2090" fmla="*/ 9163654 w 10450132"/>
              <a:gd name="connsiteY2090" fmla="*/ 4575242 h 5450835"/>
              <a:gd name="connsiteX2091" fmla="*/ 9162866 w 10450132"/>
              <a:gd name="connsiteY2091" fmla="*/ 4574782 h 5450835"/>
              <a:gd name="connsiteX2092" fmla="*/ 9158333 w 10450132"/>
              <a:gd name="connsiteY2092" fmla="*/ 4566900 h 5450835"/>
              <a:gd name="connsiteX2093" fmla="*/ 9158333 w 10450132"/>
              <a:gd name="connsiteY2093" fmla="*/ 4566046 h 5450835"/>
              <a:gd name="connsiteX2094" fmla="*/ 9162866 w 10450132"/>
              <a:gd name="connsiteY2094" fmla="*/ 4558165 h 5450835"/>
              <a:gd name="connsiteX2095" fmla="*/ 9163654 w 10450132"/>
              <a:gd name="connsiteY2095" fmla="*/ 4557705 h 5450835"/>
              <a:gd name="connsiteX2096" fmla="*/ 8654892 w 10450132"/>
              <a:gd name="connsiteY2096" fmla="*/ 4557705 h 5450835"/>
              <a:gd name="connsiteX2097" fmla="*/ 8663955 w 10450132"/>
              <a:gd name="connsiteY2097" fmla="*/ 4557705 h 5450835"/>
              <a:gd name="connsiteX2098" fmla="*/ 8664744 w 10450132"/>
              <a:gd name="connsiteY2098" fmla="*/ 4558165 h 5450835"/>
              <a:gd name="connsiteX2099" fmla="*/ 8669277 w 10450132"/>
              <a:gd name="connsiteY2099" fmla="*/ 4566046 h 5450835"/>
              <a:gd name="connsiteX2100" fmla="*/ 8669277 w 10450132"/>
              <a:gd name="connsiteY2100" fmla="*/ 4566900 h 5450835"/>
              <a:gd name="connsiteX2101" fmla="*/ 8664744 w 10450132"/>
              <a:gd name="connsiteY2101" fmla="*/ 4574782 h 5450835"/>
              <a:gd name="connsiteX2102" fmla="*/ 8663955 w 10450132"/>
              <a:gd name="connsiteY2102" fmla="*/ 4575242 h 5450835"/>
              <a:gd name="connsiteX2103" fmla="*/ 8654892 w 10450132"/>
              <a:gd name="connsiteY2103" fmla="*/ 4575242 h 5450835"/>
              <a:gd name="connsiteX2104" fmla="*/ 8654104 w 10450132"/>
              <a:gd name="connsiteY2104" fmla="*/ 4574782 h 5450835"/>
              <a:gd name="connsiteX2105" fmla="*/ 8649572 w 10450132"/>
              <a:gd name="connsiteY2105" fmla="*/ 4566900 h 5450835"/>
              <a:gd name="connsiteX2106" fmla="*/ 8649572 w 10450132"/>
              <a:gd name="connsiteY2106" fmla="*/ 4566046 h 5450835"/>
              <a:gd name="connsiteX2107" fmla="*/ 8654104 w 10450132"/>
              <a:gd name="connsiteY2107" fmla="*/ 4558165 h 5450835"/>
              <a:gd name="connsiteX2108" fmla="*/ 8654892 w 10450132"/>
              <a:gd name="connsiteY2108" fmla="*/ 4557705 h 5450835"/>
              <a:gd name="connsiteX2109" fmla="*/ 8400511 w 10450132"/>
              <a:gd name="connsiteY2109" fmla="*/ 4557705 h 5450835"/>
              <a:gd name="connsiteX2110" fmla="*/ 8409575 w 10450132"/>
              <a:gd name="connsiteY2110" fmla="*/ 4557705 h 5450835"/>
              <a:gd name="connsiteX2111" fmla="*/ 8410363 w 10450132"/>
              <a:gd name="connsiteY2111" fmla="*/ 4558165 h 5450835"/>
              <a:gd name="connsiteX2112" fmla="*/ 8414896 w 10450132"/>
              <a:gd name="connsiteY2112" fmla="*/ 4566046 h 5450835"/>
              <a:gd name="connsiteX2113" fmla="*/ 8414896 w 10450132"/>
              <a:gd name="connsiteY2113" fmla="*/ 4566900 h 5450835"/>
              <a:gd name="connsiteX2114" fmla="*/ 8410363 w 10450132"/>
              <a:gd name="connsiteY2114" fmla="*/ 4574782 h 5450835"/>
              <a:gd name="connsiteX2115" fmla="*/ 8409575 w 10450132"/>
              <a:gd name="connsiteY2115" fmla="*/ 4575242 h 5450835"/>
              <a:gd name="connsiteX2116" fmla="*/ 8400511 w 10450132"/>
              <a:gd name="connsiteY2116" fmla="*/ 4575242 h 5450835"/>
              <a:gd name="connsiteX2117" fmla="*/ 8399723 w 10450132"/>
              <a:gd name="connsiteY2117" fmla="*/ 4574782 h 5450835"/>
              <a:gd name="connsiteX2118" fmla="*/ 8395191 w 10450132"/>
              <a:gd name="connsiteY2118" fmla="*/ 4566900 h 5450835"/>
              <a:gd name="connsiteX2119" fmla="*/ 8395191 w 10450132"/>
              <a:gd name="connsiteY2119" fmla="*/ 4566046 h 5450835"/>
              <a:gd name="connsiteX2120" fmla="*/ 8399723 w 10450132"/>
              <a:gd name="connsiteY2120" fmla="*/ 4558165 h 5450835"/>
              <a:gd name="connsiteX2121" fmla="*/ 8400511 w 10450132"/>
              <a:gd name="connsiteY2121" fmla="*/ 4557705 h 5450835"/>
              <a:gd name="connsiteX2122" fmla="*/ 8146065 w 10450132"/>
              <a:gd name="connsiteY2122" fmla="*/ 4557705 h 5450835"/>
              <a:gd name="connsiteX2123" fmla="*/ 8155129 w 10450132"/>
              <a:gd name="connsiteY2123" fmla="*/ 4557705 h 5450835"/>
              <a:gd name="connsiteX2124" fmla="*/ 8155917 w 10450132"/>
              <a:gd name="connsiteY2124" fmla="*/ 4558165 h 5450835"/>
              <a:gd name="connsiteX2125" fmla="*/ 8160449 w 10450132"/>
              <a:gd name="connsiteY2125" fmla="*/ 4566046 h 5450835"/>
              <a:gd name="connsiteX2126" fmla="*/ 8160449 w 10450132"/>
              <a:gd name="connsiteY2126" fmla="*/ 4566900 h 5450835"/>
              <a:gd name="connsiteX2127" fmla="*/ 8155917 w 10450132"/>
              <a:gd name="connsiteY2127" fmla="*/ 4574782 h 5450835"/>
              <a:gd name="connsiteX2128" fmla="*/ 8155129 w 10450132"/>
              <a:gd name="connsiteY2128" fmla="*/ 4575242 h 5450835"/>
              <a:gd name="connsiteX2129" fmla="*/ 8146065 w 10450132"/>
              <a:gd name="connsiteY2129" fmla="*/ 4575242 h 5450835"/>
              <a:gd name="connsiteX2130" fmla="*/ 8145277 w 10450132"/>
              <a:gd name="connsiteY2130" fmla="*/ 4574782 h 5450835"/>
              <a:gd name="connsiteX2131" fmla="*/ 8140745 w 10450132"/>
              <a:gd name="connsiteY2131" fmla="*/ 4566900 h 5450835"/>
              <a:gd name="connsiteX2132" fmla="*/ 8140745 w 10450132"/>
              <a:gd name="connsiteY2132" fmla="*/ 4566046 h 5450835"/>
              <a:gd name="connsiteX2133" fmla="*/ 8145277 w 10450132"/>
              <a:gd name="connsiteY2133" fmla="*/ 4558165 h 5450835"/>
              <a:gd name="connsiteX2134" fmla="*/ 8146065 w 10450132"/>
              <a:gd name="connsiteY2134" fmla="*/ 4557705 h 5450835"/>
              <a:gd name="connsiteX2135" fmla="*/ 7891684 w 10450132"/>
              <a:gd name="connsiteY2135" fmla="*/ 4557705 h 5450835"/>
              <a:gd name="connsiteX2136" fmla="*/ 7900748 w 10450132"/>
              <a:gd name="connsiteY2136" fmla="*/ 4557705 h 5450835"/>
              <a:gd name="connsiteX2137" fmla="*/ 7901536 w 10450132"/>
              <a:gd name="connsiteY2137" fmla="*/ 4558165 h 5450835"/>
              <a:gd name="connsiteX2138" fmla="*/ 7906067 w 10450132"/>
              <a:gd name="connsiteY2138" fmla="*/ 4566046 h 5450835"/>
              <a:gd name="connsiteX2139" fmla="*/ 7906067 w 10450132"/>
              <a:gd name="connsiteY2139" fmla="*/ 4566900 h 5450835"/>
              <a:gd name="connsiteX2140" fmla="*/ 7901536 w 10450132"/>
              <a:gd name="connsiteY2140" fmla="*/ 4574782 h 5450835"/>
              <a:gd name="connsiteX2141" fmla="*/ 7900748 w 10450132"/>
              <a:gd name="connsiteY2141" fmla="*/ 4575242 h 5450835"/>
              <a:gd name="connsiteX2142" fmla="*/ 7891684 w 10450132"/>
              <a:gd name="connsiteY2142" fmla="*/ 4575242 h 5450835"/>
              <a:gd name="connsiteX2143" fmla="*/ 7890896 w 10450132"/>
              <a:gd name="connsiteY2143" fmla="*/ 4574782 h 5450835"/>
              <a:gd name="connsiteX2144" fmla="*/ 7886363 w 10450132"/>
              <a:gd name="connsiteY2144" fmla="*/ 4566900 h 5450835"/>
              <a:gd name="connsiteX2145" fmla="*/ 7886363 w 10450132"/>
              <a:gd name="connsiteY2145" fmla="*/ 4566046 h 5450835"/>
              <a:gd name="connsiteX2146" fmla="*/ 7890896 w 10450132"/>
              <a:gd name="connsiteY2146" fmla="*/ 4558165 h 5450835"/>
              <a:gd name="connsiteX2147" fmla="*/ 7891684 w 10450132"/>
              <a:gd name="connsiteY2147" fmla="*/ 4557705 h 5450835"/>
              <a:gd name="connsiteX2148" fmla="*/ 7637304 w 10450132"/>
              <a:gd name="connsiteY2148" fmla="*/ 4557705 h 5450835"/>
              <a:gd name="connsiteX2149" fmla="*/ 7646367 w 10450132"/>
              <a:gd name="connsiteY2149" fmla="*/ 4557705 h 5450835"/>
              <a:gd name="connsiteX2150" fmla="*/ 7647156 w 10450132"/>
              <a:gd name="connsiteY2150" fmla="*/ 4558165 h 5450835"/>
              <a:gd name="connsiteX2151" fmla="*/ 7651687 w 10450132"/>
              <a:gd name="connsiteY2151" fmla="*/ 4566046 h 5450835"/>
              <a:gd name="connsiteX2152" fmla="*/ 7651687 w 10450132"/>
              <a:gd name="connsiteY2152" fmla="*/ 4566900 h 5450835"/>
              <a:gd name="connsiteX2153" fmla="*/ 7647156 w 10450132"/>
              <a:gd name="connsiteY2153" fmla="*/ 4574782 h 5450835"/>
              <a:gd name="connsiteX2154" fmla="*/ 7646367 w 10450132"/>
              <a:gd name="connsiteY2154" fmla="*/ 4575242 h 5450835"/>
              <a:gd name="connsiteX2155" fmla="*/ 7637304 w 10450132"/>
              <a:gd name="connsiteY2155" fmla="*/ 4575242 h 5450835"/>
              <a:gd name="connsiteX2156" fmla="*/ 7636516 w 10450132"/>
              <a:gd name="connsiteY2156" fmla="*/ 4574782 h 5450835"/>
              <a:gd name="connsiteX2157" fmla="*/ 7631983 w 10450132"/>
              <a:gd name="connsiteY2157" fmla="*/ 4566900 h 5450835"/>
              <a:gd name="connsiteX2158" fmla="*/ 7631983 w 10450132"/>
              <a:gd name="connsiteY2158" fmla="*/ 4566046 h 5450835"/>
              <a:gd name="connsiteX2159" fmla="*/ 7636516 w 10450132"/>
              <a:gd name="connsiteY2159" fmla="*/ 4558165 h 5450835"/>
              <a:gd name="connsiteX2160" fmla="*/ 7637304 w 10450132"/>
              <a:gd name="connsiteY2160" fmla="*/ 4557705 h 5450835"/>
              <a:gd name="connsiteX2161" fmla="*/ 7382923 w 10450132"/>
              <a:gd name="connsiteY2161" fmla="*/ 4557705 h 5450835"/>
              <a:gd name="connsiteX2162" fmla="*/ 7391987 w 10450132"/>
              <a:gd name="connsiteY2162" fmla="*/ 4557705 h 5450835"/>
              <a:gd name="connsiteX2163" fmla="*/ 7392775 w 10450132"/>
              <a:gd name="connsiteY2163" fmla="*/ 4558165 h 5450835"/>
              <a:gd name="connsiteX2164" fmla="*/ 7397307 w 10450132"/>
              <a:gd name="connsiteY2164" fmla="*/ 4566046 h 5450835"/>
              <a:gd name="connsiteX2165" fmla="*/ 7397307 w 10450132"/>
              <a:gd name="connsiteY2165" fmla="*/ 4566900 h 5450835"/>
              <a:gd name="connsiteX2166" fmla="*/ 7392775 w 10450132"/>
              <a:gd name="connsiteY2166" fmla="*/ 4574782 h 5450835"/>
              <a:gd name="connsiteX2167" fmla="*/ 7391987 w 10450132"/>
              <a:gd name="connsiteY2167" fmla="*/ 4575242 h 5450835"/>
              <a:gd name="connsiteX2168" fmla="*/ 7382923 w 10450132"/>
              <a:gd name="connsiteY2168" fmla="*/ 4575242 h 5450835"/>
              <a:gd name="connsiteX2169" fmla="*/ 7382135 w 10450132"/>
              <a:gd name="connsiteY2169" fmla="*/ 4574782 h 5450835"/>
              <a:gd name="connsiteX2170" fmla="*/ 7377602 w 10450132"/>
              <a:gd name="connsiteY2170" fmla="*/ 4566900 h 5450835"/>
              <a:gd name="connsiteX2171" fmla="*/ 7377602 w 10450132"/>
              <a:gd name="connsiteY2171" fmla="*/ 4566046 h 5450835"/>
              <a:gd name="connsiteX2172" fmla="*/ 7382135 w 10450132"/>
              <a:gd name="connsiteY2172" fmla="*/ 4558165 h 5450835"/>
              <a:gd name="connsiteX2173" fmla="*/ 7382923 w 10450132"/>
              <a:gd name="connsiteY2173" fmla="*/ 4557705 h 5450835"/>
              <a:gd name="connsiteX2174" fmla="*/ 7128477 w 10450132"/>
              <a:gd name="connsiteY2174" fmla="*/ 4557705 h 5450835"/>
              <a:gd name="connsiteX2175" fmla="*/ 7137540 w 10450132"/>
              <a:gd name="connsiteY2175" fmla="*/ 4557705 h 5450835"/>
              <a:gd name="connsiteX2176" fmla="*/ 7138328 w 10450132"/>
              <a:gd name="connsiteY2176" fmla="*/ 4558165 h 5450835"/>
              <a:gd name="connsiteX2177" fmla="*/ 7142860 w 10450132"/>
              <a:gd name="connsiteY2177" fmla="*/ 4566046 h 5450835"/>
              <a:gd name="connsiteX2178" fmla="*/ 7142860 w 10450132"/>
              <a:gd name="connsiteY2178" fmla="*/ 4566900 h 5450835"/>
              <a:gd name="connsiteX2179" fmla="*/ 7138328 w 10450132"/>
              <a:gd name="connsiteY2179" fmla="*/ 4574782 h 5450835"/>
              <a:gd name="connsiteX2180" fmla="*/ 7137540 w 10450132"/>
              <a:gd name="connsiteY2180" fmla="*/ 4575242 h 5450835"/>
              <a:gd name="connsiteX2181" fmla="*/ 7128477 w 10450132"/>
              <a:gd name="connsiteY2181" fmla="*/ 4575242 h 5450835"/>
              <a:gd name="connsiteX2182" fmla="*/ 7127689 w 10450132"/>
              <a:gd name="connsiteY2182" fmla="*/ 4574782 h 5450835"/>
              <a:gd name="connsiteX2183" fmla="*/ 7123156 w 10450132"/>
              <a:gd name="connsiteY2183" fmla="*/ 4566900 h 5450835"/>
              <a:gd name="connsiteX2184" fmla="*/ 7123156 w 10450132"/>
              <a:gd name="connsiteY2184" fmla="*/ 4566046 h 5450835"/>
              <a:gd name="connsiteX2185" fmla="*/ 7127689 w 10450132"/>
              <a:gd name="connsiteY2185" fmla="*/ 4558165 h 5450835"/>
              <a:gd name="connsiteX2186" fmla="*/ 7128477 w 10450132"/>
              <a:gd name="connsiteY2186" fmla="*/ 4557705 h 5450835"/>
              <a:gd name="connsiteX2187" fmla="*/ 6874095 w 10450132"/>
              <a:gd name="connsiteY2187" fmla="*/ 4557705 h 5450835"/>
              <a:gd name="connsiteX2188" fmla="*/ 6883159 w 10450132"/>
              <a:gd name="connsiteY2188" fmla="*/ 4557705 h 5450835"/>
              <a:gd name="connsiteX2189" fmla="*/ 6883947 w 10450132"/>
              <a:gd name="connsiteY2189" fmla="*/ 4558165 h 5450835"/>
              <a:gd name="connsiteX2190" fmla="*/ 6888480 w 10450132"/>
              <a:gd name="connsiteY2190" fmla="*/ 4566046 h 5450835"/>
              <a:gd name="connsiteX2191" fmla="*/ 6888480 w 10450132"/>
              <a:gd name="connsiteY2191" fmla="*/ 4566900 h 5450835"/>
              <a:gd name="connsiteX2192" fmla="*/ 6883947 w 10450132"/>
              <a:gd name="connsiteY2192" fmla="*/ 4574782 h 5450835"/>
              <a:gd name="connsiteX2193" fmla="*/ 6883159 w 10450132"/>
              <a:gd name="connsiteY2193" fmla="*/ 4575242 h 5450835"/>
              <a:gd name="connsiteX2194" fmla="*/ 6874095 w 10450132"/>
              <a:gd name="connsiteY2194" fmla="*/ 4575242 h 5450835"/>
              <a:gd name="connsiteX2195" fmla="*/ 6873307 w 10450132"/>
              <a:gd name="connsiteY2195" fmla="*/ 4574782 h 5450835"/>
              <a:gd name="connsiteX2196" fmla="*/ 6868775 w 10450132"/>
              <a:gd name="connsiteY2196" fmla="*/ 4566900 h 5450835"/>
              <a:gd name="connsiteX2197" fmla="*/ 6868775 w 10450132"/>
              <a:gd name="connsiteY2197" fmla="*/ 4566046 h 5450835"/>
              <a:gd name="connsiteX2198" fmla="*/ 6873307 w 10450132"/>
              <a:gd name="connsiteY2198" fmla="*/ 4558165 h 5450835"/>
              <a:gd name="connsiteX2199" fmla="*/ 6874095 w 10450132"/>
              <a:gd name="connsiteY2199" fmla="*/ 4557705 h 5450835"/>
              <a:gd name="connsiteX2200" fmla="*/ 6619714 w 10450132"/>
              <a:gd name="connsiteY2200" fmla="*/ 4557705 h 5450835"/>
              <a:gd name="connsiteX2201" fmla="*/ 6628778 w 10450132"/>
              <a:gd name="connsiteY2201" fmla="*/ 4557705 h 5450835"/>
              <a:gd name="connsiteX2202" fmla="*/ 6629566 w 10450132"/>
              <a:gd name="connsiteY2202" fmla="*/ 4558165 h 5450835"/>
              <a:gd name="connsiteX2203" fmla="*/ 6634099 w 10450132"/>
              <a:gd name="connsiteY2203" fmla="*/ 4566046 h 5450835"/>
              <a:gd name="connsiteX2204" fmla="*/ 6634099 w 10450132"/>
              <a:gd name="connsiteY2204" fmla="*/ 4566900 h 5450835"/>
              <a:gd name="connsiteX2205" fmla="*/ 6629566 w 10450132"/>
              <a:gd name="connsiteY2205" fmla="*/ 4574782 h 5450835"/>
              <a:gd name="connsiteX2206" fmla="*/ 6628778 w 10450132"/>
              <a:gd name="connsiteY2206" fmla="*/ 4575242 h 5450835"/>
              <a:gd name="connsiteX2207" fmla="*/ 6619714 w 10450132"/>
              <a:gd name="connsiteY2207" fmla="*/ 4575242 h 5450835"/>
              <a:gd name="connsiteX2208" fmla="*/ 6618926 w 10450132"/>
              <a:gd name="connsiteY2208" fmla="*/ 4574782 h 5450835"/>
              <a:gd name="connsiteX2209" fmla="*/ 6614394 w 10450132"/>
              <a:gd name="connsiteY2209" fmla="*/ 4566900 h 5450835"/>
              <a:gd name="connsiteX2210" fmla="*/ 6614394 w 10450132"/>
              <a:gd name="connsiteY2210" fmla="*/ 4566046 h 5450835"/>
              <a:gd name="connsiteX2211" fmla="*/ 6618926 w 10450132"/>
              <a:gd name="connsiteY2211" fmla="*/ 4558165 h 5450835"/>
              <a:gd name="connsiteX2212" fmla="*/ 6619714 w 10450132"/>
              <a:gd name="connsiteY2212" fmla="*/ 4557705 h 5450835"/>
              <a:gd name="connsiteX2213" fmla="*/ 6365334 w 10450132"/>
              <a:gd name="connsiteY2213" fmla="*/ 4557705 h 5450835"/>
              <a:gd name="connsiteX2214" fmla="*/ 6374397 w 10450132"/>
              <a:gd name="connsiteY2214" fmla="*/ 4557705 h 5450835"/>
              <a:gd name="connsiteX2215" fmla="*/ 6375186 w 10450132"/>
              <a:gd name="connsiteY2215" fmla="*/ 4558165 h 5450835"/>
              <a:gd name="connsiteX2216" fmla="*/ 6379718 w 10450132"/>
              <a:gd name="connsiteY2216" fmla="*/ 4566046 h 5450835"/>
              <a:gd name="connsiteX2217" fmla="*/ 6379718 w 10450132"/>
              <a:gd name="connsiteY2217" fmla="*/ 4566900 h 5450835"/>
              <a:gd name="connsiteX2218" fmla="*/ 6375186 w 10450132"/>
              <a:gd name="connsiteY2218" fmla="*/ 4574782 h 5450835"/>
              <a:gd name="connsiteX2219" fmla="*/ 6374397 w 10450132"/>
              <a:gd name="connsiteY2219" fmla="*/ 4575242 h 5450835"/>
              <a:gd name="connsiteX2220" fmla="*/ 6365334 w 10450132"/>
              <a:gd name="connsiteY2220" fmla="*/ 4575242 h 5450835"/>
              <a:gd name="connsiteX2221" fmla="*/ 6364546 w 10450132"/>
              <a:gd name="connsiteY2221" fmla="*/ 4574782 h 5450835"/>
              <a:gd name="connsiteX2222" fmla="*/ 6360014 w 10450132"/>
              <a:gd name="connsiteY2222" fmla="*/ 4566900 h 5450835"/>
              <a:gd name="connsiteX2223" fmla="*/ 6360014 w 10450132"/>
              <a:gd name="connsiteY2223" fmla="*/ 4566046 h 5450835"/>
              <a:gd name="connsiteX2224" fmla="*/ 6364546 w 10450132"/>
              <a:gd name="connsiteY2224" fmla="*/ 4558165 h 5450835"/>
              <a:gd name="connsiteX2225" fmla="*/ 6365334 w 10450132"/>
              <a:gd name="connsiteY2225" fmla="*/ 4557705 h 5450835"/>
              <a:gd name="connsiteX2226" fmla="*/ 6110888 w 10450132"/>
              <a:gd name="connsiteY2226" fmla="*/ 4557705 h 5450835"/>
              <a:gd name="connsiteX2227" fmla="*/ 6119953 w 10450132"/>
              <a:gd name="connsiteY2227" fmla="*/ 4557705 h 5450835"/>
              <a:gd name="connsiteX2228" fmla="*/ 6120740 w 10450132"/>
              <a:gd name="connsiteY2228" fmla="*/ 4558165 h 5450835"/>
              <a:gd name="connsiteX2229" fmla="*/ 6125272 w 10450132"/>
              <a:gd name="connsiteY2229" fmla="*/ 4566046 h 5450835"/>
              <a:gd name="connsiteX2230" fmla="*/ 6125272 w 10450132"/>
              <a:gd name="connsiteY2230" fmla="*/ 4566900 h 5450835"/>
              <a:gd name="connsiteX2231" fmla="*/ 6120740 w 10450132"/>
              <a:gd name="connsiteY2231" fmla="*/ 4574782 h 5450835"/>
              <a:gd name="connsiteX2232" fmla="*/ 6119953 w 10450132"/>
              <a:gd name="connsiteY2232" fmla="*/ 4575242 h 5450835"/>
              <a:gd name="connsiteX2233" fmla="*/ 6110888 w 10450132"/>
              <a:gd name="connsiteY2233" fmla="*/ 4575242 h 5450835"/>
              <a:gd name="connsiteX2234" fmla="*/ 6110101 w 10450132"/>
              <a:gd name="connsiteY2234" fmla="*/ 4574782 h 5450835"/>
              <a:gd name="connsiteX2235" fmla="*/ 6105567 w 10450132"/>
              <a:gd name="connsiteY2235" fmla="*/ 4566900 h 5450835"/>
              <a:gd name="connsiteX2236" fmla="*/ 6105567 w 10450132"/>
              <a:gd name="connsiteY2236" fmla="*/ 4566046 h 5450835"/>
              <a:gd name="connsiteX2237" fmla="*/ 6110101 w 10450132"/>
              <a:gd name="connsiteY2237" fmla="*/ 4558165 h 5450835"/>
              <a:gd name="connsiteX2238" fmla="*/ 6110888 w 10450132"/>
              <a:gd name="connsiteY2238" fmla="*/ 4557705 h 5450835"/>
              <a:gd name="connsiteX2239" fmla="*/ 5856508 w 10450132"/>
              <a:gd name="connsiteY2239" fmla="*/ 4557705 h 5450835"/>
              <a:gd name="connsiteX2240" fmla="*/ 5865571 w 10450132"/>
              <a:gd name="connsiteY2240" fmla="*/ 4557705 h 5450835"/>
              <a:gd name="connsiteX2241" fmla="*/ 5866359 w 10450132"/>
              <a:gd name="connsiteY2241" fmla="*/ 4558165 h 5450835"/>
              <a:gd name="connsiteX2242" fmla="*/ 5870891 w 10450132"/>
              <a:gd name="connsiteY2242" fmla="*/ 4566046 h 5450835"/>
              <a:gd name="connsiteX2243" fmla="*/ 5870891 w 10450132"/>
              <a:gd name="connsiteY2243" fmla="*/ 4566900 h 5450835"/>
              <a:gd name="connsiteX2244" fmla="*/ 5866359 w 10450132"/>
              <a:gd name="connsiteY2244" fmla="*/ 4574782 h 5450835"/>
              <a:gd name="connsiteX2245" fmla="*/ 5865571 w 10450132"/>
              <a:gd name="connsiteY2245" fmla="*/ 4575242 h 5450835"/>
              <a:gd name="connsiteX2246" fmla="*/ 5856508 w 10450132"/>
              <a:gd name="connsiteY2246" fmla="*/ 4575242 h 5450835"/>
              <a:gd name="connsiteX2247" fmla="*/ 5855720 w 10450132"/>
              <a:gd name="connsiteY2247" fmla="*/ 4574782 h 5450835"/>
              <a:gd name="connsiteX2248" fmla="*/ 5851187 w 10450132"/>
              <a:gd name="connsiteY2248" fmla="*/ 4566900 h 5450835"/>
              <a:gd name="connsiteX2249" fmla="*/ 5851187 w 10450132"/>
              <a:gd name="connsiteY2249" fmla="*/ 4566046 h 5450835"/>
              <a:gd name="connsiteX2250" fmla="*/ 5855720 w 10450132"/>
              <a:gd name="connsiteY2250" fmla="*/ 4558165 h 5450835"/>
              <a:gd name="connsiteX2251" fmla="*/ 5856508 w 10450132"/>
              <a:gd name="connsiteY2251" fmla="*/ 4557705 h 5450835"/>
              <a:gd name="connsiteX2252" fmla="*/ 5602126 w 10450132"/>
              <a:gd name="connsiteY2252" fmla="*/ 4557705 h 5450835"/>
              <a:gd name="connsiteX2253" fmla="*/ 5611191 w 10450132"/>
              <a:gd name="connsiteY2253" fmla="*/ 4557705 h 5450835"/>
              <a:gd name="connsiteX2254" fmla="*/ 5611979 w 10450132"/>
              <a:gd name="connsiteY2254" fmla="*/ 4558165 h 5450835"/>
              <a:gd name="connsiteX2255" fmla="*/ 5616511 w 10450132"/>
              <a:gd name="connsiteY2255" fmla="*/ 4566046 h 5450835"/>
              <a:gd name="connsiteX2256" fmla="*/ 5616511 w 10450132"/>
              <a:gd name="connsiteY2256" fmla="*/ 4566900 h 5450835"/>
              <a:gd name="connsiteX2257" fmla="*/ 5611979 w 10450132"/>
              <a:gd name="connsiteY2257" fmla="*/ 4574782 h 5450835"/>
              <a:gd name="connsiteX2258" fmla="*/ 5611191 w 10450132"/>
              <a:gd name="connsiteY2258" fmla="*/ 4575242 h 5450835"/>
              <a:gd name="connsiteX2259" fmla="*/ 5602126 w 10450132"/>
              <a:gd name="connsiteY2259" fmla="*/ 4575242 h 5450835"/>
              <a:gd name="connsiteX2260" fmla="*/ 5601338 w 10450132"/>
              <a:gd name="connsiteY2260" fmla="*/ 4574782 h 5450835"/>
              <a:gd name="connsiteX2261" fmla="*/ 5596807 w 10450132"/>
              <a:gd name="connsiteY2261" fmla="*/ 4566900 h 5450835"/>
              <a:gd name="connsiteX2262" fmla="*/ 5596807 w 10450132"/>
              <a:gd name="connsiteY2262" fmla="*/ 4566046 h 5450835"/>
              <a:gd name="connsiteX2263" fmla="*/ 5601338 w 10450132"/>
              <a:gd name="connsiteY2263" fmla="*/ 4558165 h 5450835"/>
              <a:gd name="connsiteX2264" fmla="*/ 5602126 w 10450132"/>
              <a:gd name="connsiteY2264" fmla="*/ 4557705 h 5450835"/>
              <a:gd name="connsiteX2265" fmla="*/ 5347746 w 10450132"/>
              <a:gd name="connsiteY2265" fmla="*/ 4557705 h 5450835"/>
              <a:gd name="connsiteX2266" fmla="*/ 5356810 w 10450132"/>
              <a:gd name="connsiteY2266" fmla="*/ 4557705 h 5450835"/>
              <a:gd name="connsiteX2267" fmla="*/ 5357598 w 10450132"/>
              <a:gd name="connsiteY2267" fmla="*/ 4558165 h 5450835"/>
              <a:gd name="connsiteX2268" fmla="*/ 5362130 w 10450132"/>
              <a:gd name="connsiteY2268" fmla="*/ 4566046 h 5450835"/>
              <a:gd name="connsiteX2269" fmla="*/ 5362130 w 10450132"/>
              <a:gd name="connsiteY2269" fmla="*/ 4566900 h 5450835"/>
              <a:gd name="connsiteX2270" fmla="*/ 5357598 w 10450132"/>
              <a:gd name="connsiteY2270" fmla="*/ 4574782 h 5450835"/>
              <a:gd name="connsiteX2271" fmla="*/ 5356810 w 10450132"/>
              <a:gd name="connsiteY2271" fmla="*/ 4575242 h 5450835"/>
              <a:gd name="connsiteX2272" fmla="*/ 5347746 w 10450132"/>
              <a:gd name="connsiteY2272" fmla="*/ 4575242 h 5450835"/>
              <a:gd name="connsiteX2273" fmla="*/ 5346958 w 10450132"/>
              <a:gd name="connsiteY2273" fmla="*/ 4574782 h 5450835"/>
              <a:gd name="connsiteX2274" fmla="*/ 5342425 w 10450132"/>
              <a:gd name="connsiteY2274" fmla="*/ 4566900 h 5450835"/>
              <a:gd name="connsiteX2275" fmla="*/ 5342425 w 10450132"/>
              <a:gd name="connsiteY2275" fmla="*/ 4566046 h 5450835"/>
              <a:gd name="connsiteX2276" fmla="*/ 5346958 w 10450132"/>
              <a:gd name="connsiteY2276" fmla="*/ 4558165 h 5450835"/>
              <a:gd name="connsiteX2277" fmla="*/ 5347746 w 10450132"/>
              <a:gd name="connsiteY2277" fmla="*/ 4557705 h 5450835"/>
              <a:gd name="connsiteX2278" fmla="*/ 5093300 w 10450132"/>
              <a:gd name="connsiteY2278" fmla="*/ 4557705 h 5450835"/>
              <a:gd name="connsiteX2279" fmla="*/ 5102364 w 10450132"/>
              <a:gd name="connsiteY2279" fmla="*/ 4557705 h 5450835"/>
              <a:gd name="connsiteX2280" fmla="*/ 5103153 w 10450132"/>
              <a:gd name="connsiteY2280" fmla="*/ 4558165 h 5450835"/>
              <a:gd name="connsiteX2281" fmla="*/ 5107684 w 10450132"/>
              <a:gd name="connsiteY2281" fmla="*/ 4566046 h 5450835"/>
              <a:gd name="connsiteX2282" fmla="*/ 5107684 w 10450132"/>
              <a:gd name="connsiteY2282" fmla="*/ 4566900 h 5450835"/>
              <a:gd name="connsiteX2283" fmla="*/ 5103153 w 10450132"/>
              <a:gd name="connsiteY2283" fmla="*/ 4574782 h 5450835"/>
              <a:gd name="connsiteX2284" fmla="*/ 5102364 w 10450132"/>
              <a:gd name="connsiteY2284" fmla="*/ 4575242 h 5450835"/>
              <a:gd name="connsiteX2285" fmla="*/ 5093300 w 10450132"/>
              <a:gd name="connsiteY2285" fmla="*/ 4575242 h 5450835"/>
              <a:gd name="connsiteX2286" fmla="*/ 5092512 w 10450132"/>
              <a:gd name="connsiteY2286" fmla="*/ 4574782 h 5450835"/>
              <a:gd name="connsiteX2287" fmla="*/ 5087979 w 10450132"/>
              <a:gd name="connsiteY2287" fmla="*/ 4566900 h 5450835"/>
              <a:gd name="connsiteX2288" fmla="*/ 5087979 w 10450132"/>
              <a:gd name="connsiteY2288" fmla="*/ 4566046 h 5450835"/>
              <a:gd name="connsiteX2289" fmla="*/ 5092512 w 10450132"/>
              <a:gd name="connsiteY2289" fmla="*/ 4558165 h 5450835"/>
              <a:gd name="connsiteX2290" fmla="*/ 5093300 w 10450132"/>
              <a:gd name="connsiteY2290" fmla="*/ 4557705 h 5450835"/>
              <a:gd name="connsiteX2291" fmla="*/ 4838919 w 10450132"/>
              <a:gd name="connsiteY2291" fmla="*/ 4557705 h 5450835"/>
              <a:gd name="connsiteX2292" fmla="*/ 4847982 w 10450132"/>
              <a:gd name="connsiteY2292" fmla="*/ 4557705 h 5450835"/>
              <a:gd name="connsiteX2293" fmla="*/ 4848772 w 10450132"/>
              <a:gd name="connsiteY2293" fmla="*/ 4558165 h 5450835"/>
              <a:gd name="connsiteX2294" fmla="*/ 4853303 w 10450132"/>
              <a:gd name="connsiteY2294" fmla="*/ 4566046 h 5450835"/>
              <a:gd name="connsiteX2295" fmla="*/ 4853303 w 10450132"/>
              <a:gd name="connsiteY2295" fmla="*/ 4566900 h 5450835"/>
              <a:gd name="connsiteX2296" fmla="*/ 4848772 w 10450132"/>
              <a:gd name="connsiteY2296" fmla="*/ 4574782 h 5450835"/>
              <a:gd name="connsiteX2297" fmla="*/ 4847982 w 10450132"/>
              <a:gd name="connsiteY2297" fmla="*/ 4575242 h 5450835"/>
              <a:gd name="connsiteX2298" fmla="*/ 4838919 w 10450132"/>
              <a:gd name="connsiteY2298" fmla="*/ 4575242 h 5450835"/>
              <a:gd name="connsiteX2299" fmla="*/ 4838132 w 10450132"/>
              <a:gd name="connsiteY2299" fmla="*/ 4574782 h 5450835"/>
              <a:gd name="connsiteX2300" fmla="*/ 4833598 w 10450132"/>
              <a:gd name="connsiteY2300" fmla="*/ 4566900 h 5450835"/>
              <a:gd name="connsiteX2301" fmla="*/ 4833598 w 10450132"/>
              <a:gd name="connsiteY2301" fmla="*/ 4566046 h 5450835"/>
              <a:gd name="connsiteX2302" fmla="*/ 4838132 w 10450132"/>
              <a:gd name="connsiteY2302" fmla="*/ 4558165 h 5450835"/>
              <a:gd name="connsiteX2303" fmla="*/ 4838919 w 10450132"/>
              <a:gd name="connsiteY2303" fmla="*/ 4557705 h 5450835"/>
              <a:gd name="connsiteX2304" fmla="*/ 4584538 w 10450132"/>
              <a:gd name="connsiteY2304" fmla="*/ 4557705 h 5450835"/>
              <a:gd name="connsiteX2305" fmla="*/ 4593603 w 10450132"/>
              <a:gd name="connsiteY2305" fmla="*/ 4557705 h 5450835"/>
              <a:gd name="connsiteX2306" fmla="*/ 4594390 w 10450132"/>
              <a:gd name="connsiteY2306" fmla="*/ 4558165 h 5450835"/>
              <a:gd name="connsiteX2307" fmla="*/ 4598922 w 10450132"/>
              <a:gd name="connsiteY2307" fmla="*/ 4566046 h 5450835"/>
              <a:gd name="connsiteX2308" fmla="*/ 4598922 w 10450132"/>
              <a:gd name="connsiteY2308" fmla="*/ 4566900 h 5450835"/>
              <a:gd name="connsiteX2309" fmla="*/ 4594390 w 10450132"/>
              <a:gd name="connsiteY2309" fmla="*/ 4574782 h 5450835"/>
              <a:gd name="connsiteX2310" fmla="*/ 4593603 w 10450132"/>
              <a:gd name="connsiteY2310" fmla="*/ 4575242 h 5450835"/>
              <a:gd name="connsiteX2311" fmla="*/ 4584538 w 10450132"/>
              <a:gd name="connsiteY2311" fmla="*/ 4575242 h 5450835"/>
              <a:gd name="connsiteX2312" fmla="*/ 4583749 w 10450132"/>
              <a:gd name="connsiteY2312" fmla="*/ 4574782 h 5450835"/>
              <a:gd name="connsiteX2313" fmla="*/ 4579218 w 10450132"/>
              <a:gd name="connsiteY2313" fmla="*/ 4566900 h 5450835"/>
              <a:gd name="connsiteX2314" fmla="*/ 4579218 w 10450132"/>
              <a:gd name="connsiteY2314" fmla="*/ 4566046 h 5450835"/>
              <a:gd name="connsiteX2315" fmla="*/ 4583749 w 10450132"/>
              <a:gd name="connsiteY2315" fmla="*/ 4558165 h 5450835"/>
              <a:gd name="connsiteX2316" fmla="*/ 4584538 w 10450132"/>
              <a:gd name="connsiteY2316" fmla="*/ 4557705 h 5450835"/>
              <a:gd name="connsiteX2317" fmla="*/ 4330157 w 10450132"/>
              <a:gd name="connsiteY2317" fmla="*/ 4557705 h 5450835"/>
              <a:gd name="connsiteX2318" fmla="*/ 4339222 w 10450132"/>
              <a:gd name="connsiteY2318" fmla="*/ 4557705 h 5450835"/>
              <a:gd name="connsiteX2319" fmla="*/ 4340010 w 10450132"/>
              <a:gd name="connsiteY2319" fmla="*/ 4558165 h 5450835"/>
              <a:gd name="connsiteX2320" fmla="*/ 4344540 w 10450132"/>
              <a:gd name="connsiteY2320" fmla="*/ 4566046 h 5450835"/>
              <a:gd name="connsiteX2321" fmla="*/ 4344540 w 10450132"/>
              <a:gd name="connsiteY2321" fmla="*/ 4566900 h 5450835"/>
              <a:gd name="connsiteX2322" fmla="*/ 4340010 w 10450132"/>
              <a:gd name="connsiteY2322" fmla="*/ 4574782 h 5450835"/>
              <a:gd name="connsiteX2323" fmla="*/ 4339222 w 10450132"/>
              <a:gd name="connsiteY2323" fmla="*/ 4575242 h 5450835"/>
              <a:gd name="connsiteX2324" fmla="*/ 4330157 w 10450132"/>
              <a:gd name="connsiteY2324" fmla="*/ 4575242 h 5450835"/>
              <a:gd name="connsiteX2325" fmla="*/ 4329369 w 10450132"/>
              <a:gd name="connsiteY2325" fmla="*/ 4574782 h 5450835"/>
              <a:gd name="connsiteX2326" fmla="*/ 4324836 w 10450132"/>
              <a:gd name="connsiteY2326" fmla="*/ 4566900 h 5450835"/>
              <a:gd name="connsiteX2327" fmla="*/ 4324836 w 10450132"/>
              <a:gd name="connsiteY2327" fmla="*/ 4566046 h 5450835"/>
              <a:gd name="connsiteX2328" fmla="*/ 4329369 w 10450132"/>
              <a:gd name="connsiteY2328" fmla="*/ 4558165 h 5450835"/>
              <a:gd name="connsiteX2329" fmla="*/ 4330157 w 10450132"/>
              <a:gd name="connsiteY2329" fmla="*/ 4557705 h 5450835"/>
              <a:gd name="connsiteX2330" fmla="*/ 4076017 w 10450132"/>
              <a:gd name="connsiteY2330" fmla="*/ 4557705 h 5450835"/>
              <a:gd name="connsiteX2331" fmla="*/ 4085082 w 10450132"/>
              <a:gd name="connsiteY2331" fmla="*/ 4557705 h 5450835"/>
              <a:gd name="connsiteX2332" fmla="*/ 4085872 w 10450132"/>
              <a:gd name="connsiteY2332" fmla="*/ 4558165 h 5450835"/>
              <a:gd name="connsiteX2333" fmla="*/ 4090404 w 10450132"/>
              <a:gd name="connsiteY2333" fmla="*/ 4566046 h 5450835"/>
              <a:gd name="connsiteX2334" fmla="*/ 4090404 w 10450132"/>
              <a:gd name="connsiteY2334" fmla="*/ 4566900 h 5450835"/>
              <a:gd name="connsiteX2335" fmla="*/ 4085872 w 10450132"/>
              <a:gd name="connsiteY2335" fmla="*/ 4574782 h 5450835"/>
              <a:gd name="connsiteX2336" fmla="*/ 4085082 w 10450132"/>
              <a:gd name="connsiteY2336" fmla="*/ 4575242 h 5450835"/>
              <a:gd name="connsiteX2337" fmla="*/ 4076017 w 10450132"/>
              <a:gd name="connsiteY2337" fmla="*/ 4575242 h 5450835"/>
              <a:gd name="connsiteX2338" fmla="*/ 4075230 w 10450132"/>
              <a:gd name="connsiteY2338" fmla="*/ 4574782 h 5450835"/>
              <a:gd name="connsiteX2339" fmla="*/ 4070697 w 10450132"/>
              <a:gd name="connsiteY2339" fmla="*/ 4566900 h 5450835"/>
              <a:gd name="connsiteX2340" fmla="*/ 4070697 w 10450132"/>
              <a:gd name="connsiteY2340" fmla="*/ 4566046 h 5450835"/>
              <a:gd name="connsiteX2341" fmla="*/ 4075230 w 10450132"/>
              <a:gd name="connsiteY2341" fmla="*/ 4558165 h 5450835"/>
              <a:gd name="connsiteX2342" fmla="*/ 4076017 w 10450132"/>
              <a:gd name="connsiteY2342" fmla="*/ 4557705 h 5450835"/>
              <a:gd name="connsiteX2343" fmla="*/ 3821427 w 10450132"/>
              <a:gd name="connsiteY2343" fmla="*/ 4557705 h 5450835"/>
              <a:gd name="connsiteX2344" fmla="*/ 3830490 w 10450132"/>
              <a:gd name="connsiteY2344" fmla="*/ 4557705 h 5450835"/>
              <a:gd name="connsiteX2345" fmla="*/ 3831279 w 10450132"/>
              <a:gd name="connsiteY2345" fmla="*/ 4558165 h 5450835"/>
              <a:gd name="connsiteX2346" fmla="*/ 3835811 w 10450132"/>
              <a:gd name="connsiteY2346" fmla="*/ 4566046 h 5450835"/>
              <a:gd name="connsiteX2347" fmla="*/ 3835811 w 10450132"/>
              <a:gd name="connsiteY2347" fmla="*/ 4566900 h 5450835"/>
              <a:gd name="connsiteX2348" fmla="*/ 3831279 w 10450132"/>
              <a:gd name="connsiteY2348" fmla="*/ 4574782 h 5450835"/>
              <a:gd name="connsiteX2349" fmla="*/ 3830490 w 10450132"/>
              <a:gd name="connsiteY2349" fmla="*/ 4575242 h 5450835"/>
              <a:gd name="connsiteX2350" fmla="*/ 3821427 w 10450132"/>
              <a:gd name="connsiteY2350" fmla="*/ 4575242 h 5450835"/>
              <a:gd name="connsiteX2351" fmla="*/ 3820638 w 10450132"/>
              <a:gd name="connsiteY2351" fmla="*/ 4574782 h 5450835"/>
              <a:gd name="connsiteX2352" fmla="*/ 3816104 w 10450132"/>
              <a:gd name="connsiteY2352" fmla="*/ 4566900 h 5450835"/>
              <a:gd name="connsiteX2353" fmla="*/ 3816104 w 10450132"/>
              <a:gd name="connsiteY2353" fmla="*/ 4566046 h 5450835"/>
              <a:gd name="connsiteX2354" fmla="*/ 3820638 w 10450132"/>
              <a:gd name="connsiteY2354" fmla="*/ 4558165 h 5450835"/>
              <a:gd name="connsiteX2355" fmla="*/ 3821427 w 10450132"/>
              <a:gd name="connsiteY2355" fmla="*/ 4557705 h 5450835"/>
              <a:gd name="connsiteX2356" fmla="*/ 3567049 w 10450132"/>
              <a:gd name="connsiteY2356" fmla="*/ 4557705 h 5450835"/>
              <a:gd name="connsiteX2357" fmla="*/ 3576115 w 10450132"/>
              <a:gd name="connsiteY2357" fmla="*/ 4557705 h 5450835"/>
              <a:gd name="connsiteX2358" fmla="*/ 3576903 w 10450132"/>
              <a:gd name="connsiteY2358" fmla="*/ 4558165 h 5450835"/>
              <a:gd name="connsiteX2359" fmla="*/ 3581435 w 10450132"/>
              <a:gd name="connsiteY2359" fmla="*/ 4566046 h 5450835"/>
              <a:gd name="connsiteX2360" fmla="*/ 3581435 w 10450132"/>
              <a:gd name="connsiteY2360" fmla="*/ 4566900 h 5450835"/>
              <a:gd name="connsiteX2361" fmla="*/ 3576903 w 10450132"/>
              <a:gd name="connsiteY2361" fmla="*/ 4574782 h 5450835"/>
              <a:gd name="connsiteX2362" fmla="*/ 3576115 w 10450132"/>
              <a:gd name="connsiteY2362" fmla="*/ 4575242 h 5450835"/>
              <a:gd name="connsiteX2363" fmla="*/ 3567049 w 10450132"/>
              <a:gd name="connsiteY2363" fmla="*/ 4575242 h 5450835"/>
              <a:gd name="connsiteX2364" fmla="*/ 3566263 w 10450132"/>
              <a:gd name="connsiteY2364" fmla="*/ 4574782 h 5450835"/>
              <a:gd name="connsiteX2365" fmla="*/ 3561729 w 10450132"/>
              <a:gd name="connsiteY2365" fmla="*/ 4566900 h 5450835"/>
              <a:gd name="connsiteX2366" fmla="*/ 3561729 w 10450132"/>
              <a:gd name="connsiteY2366" fmla="*/ 4566046 h 5450835"/>
              <a:gd name="connsiteX2367" fmla="*/ 3566263 w 10450132"/>
              <a:gd name="connsiteY2367" fmla="*/ 4558165 h 5450835"/>
              <a:gd name="connsiteX2368" fmla="*/ 3567049 w 10450132"/>
              <a:gd name="connsiteY2368" fmla="*/ 4557705 h 5450835"/>
              <a:gd name="connsiteX2369" fmla="*/ 3312600 w 10450132"/>
              <a:gd name="connsiteY2369" fmla="*/ 4557705 h 5450835"/>
              <a:gd name="connsiteX2370" fmla="*/ 3321664 w 10450132"/>
              <a:gd name="connsiteY2370" fmla="*/ 4557705 h 5450835"/>
              <a:gd name="connsiteX2371" fmla="*/ 3322452 w 10450132"/>
              <a:gd name="connsiteY2371" fmla="*/ 4558165 h 5450835"/>
              <a:gd name="connsiteX2372" fmla="*/ 3326984 w 10450132"/>
              <a:gd name="connsiteY2372" fmla="*/ 4566046 h 5450835"/>
              <a:gd name="connsiteX2373" fmla="*/ 3326984 w 10450132"/>
              <a:gd name="connsiteY2373" fmla="*/ 4566900 h 5450835"/>
              <a:gd name="connsiteX2374" fmla="*/ 3322452 w 10450132"/>
              <a:gd name="connsiteY2374" fmla="*/ 4574782 h 5450835"/>
              <a:gd name="connsiteX2375" fmla="*/ 3321664 w 10450132"/>
              <a:gd name="connsiteY2375" fmla="*/ 4575242 h 5450835"/>
              <a:gd name="connsiteX2376" fmla="*/ 3312600 w 10450132"/>
              <a:gd name="connsiteY2376" fmla="*/ 4575242 h 5450835"/>
              <a:gd name="connsiteX2377" fmla="*/ 3311812 w 10450132"/>
              <a:gd name="connsiteY2377" fmla="*/ 4574782 h 5450835"/>
              <a:gd name="connsiteX2378" fmla="*/ 3307279 w 10450132"/>
              <a:gd name="connsiteY2378" fmla="*/ 4566900 h 5450835"/>
              <a:gd name="connsiteX2379" fmla="*/ 3307279 w 10450132"/>
              <a:gd name="connsiteY2379" fmla="*/ 4566046 h 5450835"/>
              <a:gd name="connsiteX2380" fmla="*/ 3311812 w 10450132"/>
              <a:gd name="connsiteY2380" fmla="*/ 4558165 h 5450835"/>
              <a:gd name="connsiteX2381" fmla="*/ 3312600 w 10450132"/>
              <a:gd name="connsiteY2381" fmla="*/ 4557705 h 5450835"/>
              <a:gd name="connsiteX2382" fmla="*/ 3058221 w 10450132"/>
              <a:gd name="connsiteY2382" fmla="*/ 4557705 h 5450835"/>
              <a:gd name="connsiteX2383" fmla="*/ 3067286 w 10450132"/>
              <a:gd name="connsiteY2383" fmla="*/ 4557705 h 5450835"/>
              <a:gd name="connsiteX2384" fmla="*/ 3068074 w 10450132"/>
              <a:gd name="connsiteY2384" fmla="*/ 4558165 h 5450835"/>
              <a:gd name="connsiteX2385" fmla="*/ 3072606 w 10450132"/>
              <a:gd name="connsiteY2385" fmla="*/ 4566046 h 5450835"/>
              <a:gd name="connsiteX2386" fmla="*/ 3072606 w 10450132"/>
              <a:gd name="connsiteY2386" fmla="*/ 4566900 h 5450835"/>
              <a:gd name="connsiteX2387" fmla="*/ 3068074 w 10450132"/>
              <a:gd name="connsiteY2387" fmla="*/ 4574782 h 5450835"/>
              <a:gd name="connsiteX2388" fmla="*/ 3067286 w 10450132"/>
              <a:gd name="connsiteY2388" fmla="*/ 4575242 h 5450835"/>
              <a:gd name="connsiteX2389" fmla="*/ 3058221 w 10450132"/>
              <a:gd name="connsiteY2389" fmla="*/ 4575242 h 5450835"/>
              <a:gd name="connsiteX2390" fmla="*/ 3057433 w 10450132"/>
              <a:gd name="connsiteY2390" fmla="*/ 4574782 h 5450835"/>
              <a:gd name="connsiteX2391" fmla="*/ 3052901 w 10450132"/>
              <a:gd name="connsiteY2391" fmla="*/ 4566900 h 5450835"/>
              <a:gd name="connsiteX2392" fmla="*/ 3052901 w 10450132"/>
              <a:gd name="connsiteY2392" fmla="*/ 4566046 h 5450835"/>
              <a:gd name="connsiteX2393" fmla="*/ 3057433 w 10450132"/>
              <a:gd name="connsiteY2393" fmla="*/ 4558165 h 5450835"/>
              <a:gd name="connsiteX2394" fmla="*/ 3058221 w 10450132"/>
              <a:gd name="connsiteY2394" fmla="*/ 4557705 h 5450835"/>
              <a:gd name="connsiteX2395" fmla="*/ 2803919 w 10450132"/>
              <a:gd name="connsiteY2395" fmla="*/ 4557705 h 5450835"/>
              <a:gd name="connsiteX2396" fmla="*/ 2812983 w 10450132"/>
              <a:gd name="connsiteY2396" fmla="*/ 4557705 h 5450835"/>
              <a:gd name="connsiteX2397" fmla="*/ 2813771 w 10450132"/>
              <a:gd name="connsiteY2397" fmla="*/ 4558165 h 5450835"/>
              <a:gd name="connsiteX2398" fmla="*/ 2818303 w 10450132"/>
              <a:gd name="connsiteY2398" fmla="*/ 4566046 h 5450835"/>
              <a:gd name="connsiteX2399" fmla="*/ 2818303 w 10450132"/>
              <a:gd name="connsiteY2399" fmla="*/ 4566900 h 5450835"/>
              <a:gd name="connsiteX2400" fmla="*/ 2813771 w 10450132"/>
              <a:gd name="connsiteY2400" fmla="*/ 4574782 h 5450835"/>
              <a:gd name="connsiteX2401" fmla="*/ 2812983 w 10450132"/>
              <a:gd name="connsiteY2401" fmla="*/ 4575242 h 5450835"/>
              <a:gd name="connsiteX2402" fmla="*/ 2803919 w 10450132"/>
              <a:gd name="connsiteY2402" fmla="*/ 4575242 h 5450835"/>
              <a:gd name="connsiteX2403" fmla="*/ 2803129 w 10450132"/>
              <a:gd name="connsiteY2403" fmla="*/ 4574782 h 5450835"/>
              <a:gd name="connsiteX2404" fmla="*/ 2798597 w 10450132"/>
              <a:gd name="connsiteY2404" fmla="*/ 4566900 h 5450835"/>
              <a:gd name="connsiteX2405" fmla="*/ 2798597 w 10450132"/>
              <a:gd name="connsiteY2405" fmla="*/ 4566046 h 5450835"/>
              <a:gd name="connsiteX2406" fmla="*/ 2803129 w 10450132"/>
              <a:gd name="connsiteY2406" fmla="*/ 4558165 h 5450835"/>
              <a:gd name="connsiteX2407" fmla="*/ 2803919 w 10450132"/>
              <a:gd name="connsiteY2407" fmla="*/ 4557705 h 5450835"/>
              <a:gd name="connsiteX2408" fmla="*/ 2549520 w 10450132"/>
              <a:gd name="connsiteY2408" fmla="*/ 4557705 h 5450835"/>
              <a:gd name="connsiteX2409" fmla="*/ 2558584 w 10450132"/>
              <a:gd name="connsiteY2409" fmla="*/ 4557705 h 5450835"/>
              <a:gd name="connsiteX2410" fmla="*/ 2559373 w 10450132"/>
              <a:gd name="connsiteY2410" fmla="*/ 4558165 h 5450835"/>
              <a:gd name="connsiteX2411" fmla="*/ 2563904 w 10450132"/>
              <a:gd name="connsiteY2411" fmla="*/ 4566046 h 5450835"/>
              <a:gd name="connsiteX2412" fmla="*/ 2563904 w 10450132"/>
              <a:gd name="connsiteY2412" fmla="*/ 4566900 h 5450835"/>
              <a:gd name="connsiteX2413" fmla="*/ 2559373 w 10450132"/>
              <a:gd name="connsiteY2413" fmla="*/ 4574782 h 5450835"/>
              <a:gd name="connsiteX2414" fmla="*/ 2558584 w 10450132"/>
              <a:gd name="connsiteY2414" fmla="*/ 4575242 h 5450835"/>
              <a:gd name="connsiteX2415" fmla="*/ 2549520 w 10450132"/>
              <a:gd name="connsiteY2415" fmla="*/ 4575242 h 5450835"/>
              <a:gd name="connsiteX2416" fmla="*/ 2548732 w 10450132"/>
              <a:gd name="connsiteY2416" fmla="*/ 4574782 h 5450835"/>
              <a:gd name="connsiteX2417" fmla="*/ 2544200 w 10450132"/>
              <a:gd name="connsiteY2417" fmla="*/ 4566900 h 5450835"/>
              <a:gd name="connsiteX2418" fmla="*/ 2544200 w 10450132"/>
              <a:gd name="connsiteY2418" fmla="*/ 4566046 h 5450835"/>
              <a:gd name="connsiteX2419" fmla="*/ 2548732 w 10450132"/>
              <a:gd name="connsiteY2419" fmla="*/ 4558165 h 5450835"/>
              <a:gd name="connsiteX2420" fmla="*/ 2549520 w 10450132"/>
              <a:gd name="connsiteY2420" fmla="*/ 4557705 h 5450835"/>
              <a:gd name="connsiteX2421" fmla="*/ 2295038 w 10450132"/>
              <a:gd name="connsiteY2421" fmla="*/ 4557705 h 5450835"/>
              <a:gd name="connsiteX2422" fmla="*/ 2304103 w 10450132"/>
              <a:gd name="connsiteY2422" fmla="*/ 4557705 h 5450835"/>
              <a:gd name="connsiteX2423" fmla="*/ 2304891 w 10450132"/>
              <a:gd name="connsiteY2423" fmla="*/ 4558165 h 5450835"/>
              <a:gd name="connsiteX2424" fmla="*/ 2309422 w 10450132"/>
              <a:gd name="connsiteY2424" fmla="*/ 4566046 h 5450835"/>
              <a:gd name="connsiteX2425" fmla="*/ 2309422 w 10450132"/>
              <a:gd name="connsiteY2425" fmla="*/ 4566900 h 5450835"/>
              <a:gd name="connsiteX2426" fmla="*/ 2304891 w 10450132"/>
              <a:gd name="connsiteY2426" fmla="*/ 4574782 h 5450835"/>
              <a:gd name="connsiteX2427" fmla="*/ 2304103 w 10450132"/>
              <a:gd name="connsiteY2427" fmla="*/ 4575242 h 5450835"/>
              <a:gd name="connsiteX2428" fmla="*/ 2295038 w 10450132"/>
              <a:gd name="connsiteY2428" fmla="*/ 4575242 h 5450835"/>
              <a:gd name="connsiteX2429" fmla="*/ 2294250 w 10450132"/>
              <a:gd name="connsiteY2429" fmla="*/ 4574782 h 5450835"/>
              <a:gd name="connsiteX2430" fmla="*/ 2289717 w 10450132"/>
              <a:gd name="connsiteY2430" fmla="*/ 4566900 h 5450835"/>
              <a:gd name="connsiteX2431" fmla="*/ 2289717 w 10450132"/>
              <a:gd name="connsiteY2431" fmla="*/ 4566046 h 5450835"/>
              <a:gd name="connsiteX2432" fmla="*/ 2294250 w 10450132"/>
              <a:gd name="connsiteY2432" fmla="*/ 4558165 h 5450835"/>
              <a:gd name="connsiteX2433" fmla="*/ 2295038 w 10450132"/>
              <a:gd name="connsiteY2433" fmla="*/ 4557705 h 5450835"/>
              <a:gd name="connsiteX2434" fmla="*/ 2040711 w 10450132"/>
              <a:gd name="connsiteY2434" fmla="*/ 4557705 h 5450835"/>
              <a:gd name="connsiteX2435" fmla="*/ 2049775 w 10450132"/>
              <a:gd name="connsiteY2435" fmla="*/ 4557705 h 5450835"/>
              <a:gd name="connsiteX2436" fmla="*/ 2050562 w 10450132"/>
              <a:gd name="connsiteY2436" fmla="*/ 4558165 h 5450835"/>
              <a:gd name="connsiteX2437" fmla="*/ 2055095 w 10450132"/>
              <a:gd name="connsiteY2437" fmla="*/ 4566046 h 5450835"/>
              <a:gd name="connsiteX2438" fmla="*/ 2055095 w 10450132"/>
              <a:gd name="connsiteY2438" fmla="*/ 4566900 h 5450835"/>
              <a:gd name="connsiteX2439" fmla="*/ 2050562 w 10450132"/>
              <a:gd name="connsiteY2439" fmla="*/ 4574782 h 5450835"/>
              <a:gd name="connsiteX2440" fmla="*/ 2049775 w 10450132"/>
              <a:gd name="connsiteY2440" fmla="*/ 4575242 h 5450835"/>
              <a:gd name="connsiteX2441" fmla="*/ 2040711 w 10450132"/>
              <a:gd name="connsiteY2441" fmla="*/ 4575242 h 5450835"/>
              <a:gd name="connsiteX2442" fmla="*/ 2039922 w 10450132"/>
              <a:gd name="connsiteY2442" fmla="*/ 4574782 h 5450835"/>
              <a:gd name="connsiteX2443" fmla="*/ 2035389 w 10450132"/>
              <a:gd name="connsiteY2443" fmla="*/ 4566900 h 5450835"/>
              <a:gd name="connsiteX2444" fmla="*/ 2035389 w 10450132"/>
              <a:gd name="connsiteY2444" fmla="*/ 4566046 h 5450835"/>
              <a:gd name="connsiteX2445" fmla="*/ 2039922 w 10450132"/>
              <a:gd name="connsiteY2445" fmla="*/ 4558165 h 5450835"/>
              <a:gd name="connsiteX2446" fmla="*/ 2040711 w 10450132"/>
              <a:gd name="connsiteY2446" fmla="*/ 4557705 h 5450835"/>
              <a:gd name="connsiteX2447" fmla="*/ 1786212 w 10450132"/>
              <a:gd name="connsiteY2447" fmla="*/ 4557705 h 5450835"/>
              <a:gd name="connsiteX2448" fmla="*/ 1795277 w 10450132"/>
              <a:gd name="connsiteY2448" fmla="*/ 4557705 h 5450835"/>
              <a:gd name="connsiteX2449" fmla="*/ 1796065 w 10450132"/>
              <a:gd name="connsiteY2449" fmla="*/ 4558165 h 5450835"/>
              <a:gd name="connsiteX2450" fmla="*/ 1800597 w 10450132"/>
              <a:gd name="connsiteY2450" fmla="*/ 4566046 h 5450835"/>
              <a:gd name="connsiteX2451" fmla="*/ 1800597 w 10450132"/>
              <a:gd name="connsiteY2451" fmla="*/ 4566900 h 5450835"/>
              <a:gd name="connsiteX2452" fmla="*/ 1796065 w 10450132"/>
              <a:gd name="connsiteY2452" fmla="*/ 4574782 h 5450835"/>
              <a:gd name="connsiteX2453" fmla="*/ 1795277 w 10450132"/>
              <a:gd name="connsiteY2453" fmla="*/ 4575242 h 5450835"/>
              <a:gd name="connsiteX2454" fmla="*/ 1786212 w 10450132"/>
              <a:gd name="connsiteY2454" fmla="*/ 4575242 h 5450835"/>
              <a:gd name="connsiteX2455" fmla="*/ 1785424 w 10450132"/>
              <a:gd name="connsiteY2455" fmla="*/ 4574782 h 5450835"/>
              <a:gd name="connsiteX2456" fmla="*/ 1780894 w 10450132"/>
              <a:gd name="connsiteY2456" fmla="*/ 4566900 h 5450835"/>
              <a:gd name="connsiteX2457" fmla="*/ 1780894 w 10450132"/>
              <a:gd name="connsiteY2457" fmla="*/ 4566046 h 5450835"/>
              <a:gd name="connsiteX2458" fmla="*/ 1785424 w 10450132"/>
              <a:gd name="connsiteY2458" fmla="*/ 4558165 h 5450835"/>
              <a:gd name="connsiteX2459" fmla="*/ 1786212 w 10450132"/>
              <a:gd name="connsiteY2459" fmla="*/ 4557705 h 5450835"/>
              <a:gd name="connsiteX2460" fmla="*/ 1531980 w 10450132"/>
              <a:gd name="connsiteY2460" fmla="*/ 4557705 h 5450835"/>
              <a:gd name="connsiteX2461" fmla="*/ 1541044 w 10450132"/>
              <a:gd name="connsiteY2461" fmla="*/ 4557705 h 5450835"/>
              <a:gd name="connsiteX2462" fmla="*/ 1541832 w 10450132"/>
              <a:gd name="connsiteY2462" fmla="*/ 4558165 h 5450835"/>
              <a:gd name="connsiteX2463" fmla="*/ 1546365 w 10450132"/>
              <a:gd name="connsiteY2463" fmla="*/ 4566046 h 5450835"/>
              <a:gd name="connsiteX2464" fmla="*/ 1546365 w 10450132"/>
              <a:gd name="connsiteY2464" fmla="*/ 4566900 h 5450835"/>
              <a:gd name="connsiteX2465" fmla="*/ 1541832 w 10450132"/>
              <a:gd name="connsiteY2465" fmla="*/ 4574782 h 5450835"/>
              <a:gd name="connsiteX2466" fmla="*/ 1541044 w 10450132"/>
              <a:gd name="connsiteY2466" fmla="*/ 4575242 h 5450835"/>
              <a:gd name="connsiteX2467" fmla="*/ 1531980 w 10450132"/>
              <a:gd name="connsiteY2467" fmla="*/ 4575242 h 5450835"/>
              <a:gd name="connsiteX2468" fmla="*/ 1531194 w 10450132"/>
              <a:gd name="connsiteY2468" fmla="*/ 4574782 h 5450835"/>
              <a:gd name="connsiteX2469" fmla="*/ 1526661 w 10450132"/>
              <a:gd name="connsiteY2469" fmla="*/ 4566900 h 5450835"/>
              <a:gd name="connsiteX2470" fmla="*/ 1526661 w 10450132"/>
              <a:gd name="connsiteY2470" fmla="*/ 4566046 h 5450835"/>
              <a:gd name="connsiteX2471" fmla="*/ 1531194 w 10450132"/>
              <a:gd name="connsiteY2471" fmla="*/ 4558165 h 5450835"/>
              <a:gd name="connsiteX2472" fmla="*/ 1531980 w 10450132"/>
              <a:gd name="connsiteY2472" fmla="*/ 4557705 h 5450835"/>
              <a:gd name="connsiteX2473" fmla="*/ 1277510 w 10450132"/>
              <a:gd name="connsiteY2473" fmla="*/ 4557705 h 5450835"/>
              <a:gd name="connsiteX2474" fmla="*/ 1286575 w 10450132"/>
              <a:gd name="connsiteY2474" fmla="*/ 4557705 h 5450835"/>
              <a:gd name="connsiteX2475" fmla="*/ 1287364 w 10450132"/>
              <a:gd name="connsiteY2475" fmla="*/ 4558165 h 5450835"/>
              <a:gd name="connsiteX2476" fmla="*/ 1291897 w 10450132"/>
              <a:gd name="connsiteY2476" fmla="*/ 4566046 h 5450835"/>
              <a:gd name="connsiteX2477" fmla="*/ 1291897 w 10450132"/>
              <a:gd name="connsiteY2477" fmla="*/ 4566900 h 5450835"/>
              <a:gd name="connsiteX2478" fmla="*/ 1287364 w 10450132"/>
              <a:gd name="connsiteY2478" fmla="*/ 4574782 h 5450835"/>
              <a:gd name="connsiteX2479" fmla="*/ 1286575 w 10450132"/>
              <a:gd name="connsiteY2479" fmla="*/ 4575242 h 5450835"/>
              <a:gd name="connsiteX2480" fmla="*/ 1277510 w 10450132"/>
              <a:gd name="connsiteY2480" fmla="*/ 4575242 h 5450835"/>
              <a:gd name="connsiteX2481" fmla="*/ 1276722 w 10450132"/>
              <a:gd name="connsiteY2481" fmla="*/ 4574782 h 5450835"/>
              <a:gd name="connsiteX2482" fmla="*/ 1272192 w 10450132"/>
              <a:gd name="connsiteY2482" fmla="*/ 4566900 h 5450835"/>
              <a:gd name="connsiteX2483" fmla="*/ 1272192 w 10450132"/>
              <a:gd name="connsiteY2483" fmla="*/ 4566046 h 5450835"/>
              <a:gd name="connsiteX2484" fmla="*/ 1276722 w 10450132"/>
              <a:gd name="connsiteY2484" fmla="*/ 4558165 h 5450835"/>
              <a:gd name="connsiteX2485" fmla="*/ 1277510 w 10450132"/>
              <a:gd name="connsiteY2485" fmla="*/ 4557705 h 5450835"/>
              <a:gd name="connsiteX2486" fmla="*/ 1023202 w 10450132"/>
              <a:gd name="connsiteY2486" fmla="*/ 4557705 h 5450835"/>
              <a:gd name="connsiteX2487" fmla="*/ 1032265 w 10450132"/>
              <a:gd name="connsiteY2487" fmla="*/ 4557705 h 5450835"/>
              <a:gd name="connsiteX2488" fmla="*/ 1033053 w 10450132"/>
              <a:gd name="connsiteY2488" fmla="*/ 4558165 h 5450835"/>
              <a:gd name="connsiteX2489" fmla="*/ 1037585 w 10450132"/>
              <a:gd name="connsiteY2489" fmla="*/ 4566046 h 5450835"/>
              <a:gd name="connsiteX2490" fmla="*/ 1037585 w 10450132"/>
              <a:gd name="connsiteY2490" fmla="*/ 4566900 h 5450835"/>
              <a:gd name="connsiteX2491" fmla="*/ 1033053 w 10450132"/>
              <a:gd name="connsiteY2491" fmla="*/ 4574782 h 5450835"/>
              <a:gd name="connsiteX2492" fmla="*/ 1032265 w 10450132"/>
              <a:gd name="connsiteY2492" fmla="*/ 4575242 h 5450835"/>
              <a:gd name="connsiteX2493" fmla="*/ 1023202 w 10450132"/>
              <a:gd name="connsiteY2493" fmla="*/ 4575242 h 5450835"/>
              <a:gd name="connsiteX2494" fmla="*/ 1022413 w 10450132"/>
              <a:gd name="connsiteY2494" fmla="*/ 4574782 h 5450835"/>
              <a:gd name="connsiteX2495" fmla="*/ 1017882 w 10450132"/>
              <a:gd name="connsiteY2495" fmla="*/ 4566900 h 5450835"/>
              <a:gd name="connsiteX2496" fmla="*/ 1017882 w 10450132"/>
              <a:gd name="connsiteY2496" fmla="*/ 4566046 h 5450835"/>
              <a:gd name="connsiteX2497" fmla="*/ 1022413 w 10450132"/>
              <a:gd name="connsiteY2497" fmla="*/ 4558165 h 5450835"/>
              <a:gd name="connsiteX2498" fmla="*/ 1023202 w 10450132"/>
              <a:gd name="connsiteY2498" fmla="*/ 4557705 h 5450835"/>
              <a:gd name="connsiteX2499" fmla="*/ 768654 w 10450132"/>
              <a:gd name="connsiteY2499" fmla="*/ 4557705 h 5450835"/>
              <a:gd name="connsiteX2500" fmla="*/ 777717 w 10450132"/>
              <a:gd name="connsiteY2500" fmla="*/ 4557705 h 5450835"/>
              <a:gd name="connsiteX2501" fmla="*/ 778505 w 10450132"/>
              <a:gd name="connsiteY2501" fmla="*/ 4558165 h 5450835"/>
              <a:gd name="connsiteX2502" fmla="*/ 783037 w 10450132"/>
              <a:gd name="connsiteY2502" fmla="*/ 4566046 h 5450835"/>
              <a:gd name="connsiteX2503" fmla="*/ 783037 w 10450132"/>
              <a:gd name="connsiteY2503" fmla="*/ 4566900 h 5450835"/>
              <a:gd name="connsiteX2504" fmla="*/ 778505 w 10450132"/>
              <a:gd name="connsiteY2504" fmla="*/ 4574782 h 5450835"/>
              <a:gd name="connsiteX2505" fmla="*/ 777717 w 10450132"/>
              <a:gd name="connsiteY2505" fmla="*/ 4575242 h 5450835"/>
              <a:gd name="connsiteX2506" fmla="*/ 768654 w 10450132"/>
              <a:gd name="connsiteY2506" fmla="*/ 4575242 h 5450835"/>
              <a:gd name="connsiteX2507" fmla="*/ 767865 w 10450132"/>
              <a:gd name="connsiteY2507" fmla="*/ 4574782 h 5450835"/>
              <a:gd name="connsiteX2508" fmla="*/ 763333 w 10450132"/>
              <a:gd name="connsiteY2508" fmla="*/ 4566900 h 5450835"/>
              <a:gd name="connsiteX2509" fmla="*/ 763333 w 10450132"/>
              <a:gd name="connsiteY2509" fmla="*/ 4566046 h 5450835"/>
              <a:gd name="connsiteX2510" fmla="*/ 767865 w 10450132"/>
              <a:gd name="connsiteY2510" fmla="*/ 4558165 h 5450835"/>
              <a:gd name="connsiteX2511" fmla="*/ 768654 w 10450132"/>
              <a:gd name="connsiteY2511" fmla="*/ 4557705 h 5450835"/>
              <a:gd name="connsiteX2512" fmla="*/ 514201 w 10450132"/>
              <a:gd name="connsiteY2512" fmla="*/ 4557705 h 5450835"/>
              <a:gd name="connsiteX2513" fmla="*/ 523264 w 10450132"/>
              <a:gd name="connsiteY2513" fmla="*/ 4557705 h 5450835"/>
              <a:gd name="connsiteX2514" fmla="*/ 524052 w 10450132"/>
              <a:gd name="connsiteY2514" fmla="*/ 4558165 h 5450835"/>
              <a:gd name="connsiteX2515" fmla="*/ 528584 w 10450132"/>
              <a:gd name="connsiteY2515" fmla="*/ 4566046 h 5450835"/>
              <a:gd name="connsiteX2516" fmla="*/ 528584 w 10450132"/>
              <a:gd name="connsiteY2516" fmla="*/ 4566900 h 5450835"/>
              <a:gd name="connsiteX2517" fmla="*/ 524052 w 10450132"/>
              <a:gd name="connsiteY2517" fmla="*/ 4574782 h 5450835"/>
              <a:gd name="connsiteX2518" fmla="*/ 523264 w 10450132"/>
              <a:gd name="connsiteY2518" fmla="*/ 4575242 h 5450835"/>
              <a:gd name="connsiteX2519" fmla="*/ 514201 w 10450132"/>
              <a:gd name="connsiteY2519" fmla="*/ 4575242 h 5450835"/>
              <a:gd name="connsiteX2520" fmla="*/ 513412 w 10450132"/>
              <a:gd name="connsiteY2520" fmla="*/ 4574782 h 5450835"/>
              <a:gd name="connsiteX2521" fmla="*/ 508880 w 10450132"/>
              <a:gd name="connsiteY2521" fmla="*/ 4566900 h 5450835"/>
              <a:gd name="connsiteX2522" fmla="*/ 508880 w 10450132"/>
              <a:gd name="connsiteY2522" fmla="*/ 4566046 h 5450835"/>
              <a:gd name="connsiteX2523" fmla="*/ 513412 w 10450132"/>
              <a:gd name="connsiteY2523" fmla="*/ 4558165 h 5450835"/>
              <a:gd name="connsiteX2524" fmla="*/ 514201 w 10450132"/>
              <a:gd name="connsiteY2524" fmla="*/ 4557705 h 5450835"/>
              <a:gd name="connsiteX2525" fmla="*/ 259962 w 10450132"/>
              <a:gd name="connsiteY2525" fmla="*/ 4557705 h 5450835"/>
              <a:gd name="connsiteX2526" fmla="*/ 269026 w 10450132"/>
              <a:gd name="connsiteY2526" fmla="*/ 4557705 h 5450835"/>
              <a:gd name="connsiteX2527" fmla="*/ 269814 w 10450132"/>
              <a:gd name="connsiteY2527" fmla="*/ 4558165 h 5450835"/>
              <a:gd name="connsiteX2528" fmla="*/ 274346 w 10450132"/>
              <a:gd name="connsiteY2528" fmla="*/ 4566046 h 5450835"/>
              <a:gd name="connsiteX2529" fmla="*/ 274346 w 10450132"/>
              <a:gd name="connsiteY2529" fmla="*/ 4566900 h 5450835"/>
              <a:gd name="connsiteX2530" fmla="*/ 269814 w 10450132"/>
              <a:gd name="connsiteY2530" fmla="*/ 4574782 h 5450835"/>
              <a:gd name="connsiteX2531" fmla="*/ 269026 w 10450132"/>
              <a:gd name="connsiteY2531" fmla="*/ 4575242 h 5450835"/>
              <a:gd name="connsiteX2532" fmla="*/ 259962 w 10450132"/>
              <a:gd name="connsiteY2532" fmla="*/ 4575242 h 5450835"/>
              <a:gd name="connsiteX2533" fmla="*/ 259173 w 10450132"/>
              <a:gd name="connsiteY2533" fmla="*/ 4574782 h 5450835"/>
              <a:gd name="connsiteX2534" fmla="*/ 254642 w 10450132"/>
              <a:gd name="connsiteY2534" fmla="*/ 4566900 h 5450835"/>
              <a:gd name="connsiteX2535" fmla="*/ 254642 w 10450132"/>
              <a:gd name="connsiteY2535" fmla="*/ 4566046 h 5450835"/>
              <a:gd name="connsiteX2536" fmla="*/ 259173 w 10450132"/>
              <a:gd name="connsiteY2536" fmla="*/ 4558165 h 5450835"/>
              <a:gd name="connsiteX2537" fmla="*/ 259962 w 10450132"/>
              <a:gd name="connsiteY2537" fmla="*/ 4557705 h 5450835"/>
              <a:gd name="connsiteX2538" fmla="*/ 5635 w 10450132"/>
              <a:gd name="connsiteY2538" fmla="*/ 4557705 h 5450835"/>
              <a:gd name="connsiteX2539" fmla="*/ 14699 w 10450132"/>
              <a:gd name="connsiteY2539" fmla="*/ 4557705 h 5450835"/>
              <a:gd name="connsiteX2540" fmla="*/ 15487 w 10450132"/>
              <a:gd name="connsiteY2540" fmla="*/ 4558165 h 5450835"/>
              <a:gd name="connsiteX2541" fmla="*/ 20019 w 10450132"/>
              <a:gd name="connsiteY2541" fmla="*/ 4566046 h 5450835"/>
              <a:gd name="connsiteX2542" fmla="*/ 20019 w 10450132"/>
              <a:gd name="connsiteY2542" fmla="*/ 4566900 h 5450835"/>
              <a:gd name="connsiteX2543" fmla="*/ 15487 w 10450132"/>
              <a:gd name="connsiteY2543" fmla="*/ 4574782 h 5450835"/>
              <a:gd name="connsiteX2544" fmla="*/ 14699 w 10450132"/>
              <a:gd name="connsiteY2544" fmla="*/ 4575242 h 5450835"/>
              <a:gd name="connsiteX2545" fmla="*/ 5635 w 10450132"/>
              <a:gd name="connsiteY2545" fmla="*/ 4575242 h 5450835"/>
              <a:gd name="connsiteX2546" fmla="*/ 4846 w 10450132"/>
              <a:gd name="connsiteY2546" fmla="*/ 4574782 h 5450835"/>
              <a:gd name="connsiteX2547" fmla="*/ 314 w 10450132"/>
              <a:gd name="connsiteY2547" fmla="*/ 4566900 h 5450835"/>
              <a:gd name="connsiteX2548" fmla="*/ 314 w 10450132"/>
              <a:gd name="connsiteY2548" fmla="*/ 4566046 h 5450835"/>
              <a:gd name="connsiteX2549" fmla="*/ 4846 w 10450132"/>
              <a:gd name="connsiteY2549" fmla="*/ 4558165 h 5450835"/>
              <a:gd name="connsiteX2550" fmla="*/ 5635 w 10450132"/>
              <a:gd name="connsiteY2550" fmla="*/ 4557705 h 5450835"/>
              <a:gd name="connsiteX2551" fmla="*/ 10435622 w 10450132"/>
              <a:gd name="connsiteY2551" fmla="*/ 4340696 h 5450835"/>
              <a:gd name="connsiteX2552" fmla="*/ 10444686 w 10450132"/>
              <a:gd name="connsiteY2552" fmla="*/ 4340696 h 5450835"/>
              <a:gd name="connsiteX2553" fmla="*/ 10445474 w 10450132"/>
              <a:gd name="connsiteY2553" fmla="*/ 4341156 h 5450835"/>
              <a:gd name="connsiteX2554" fmla="*/ 10450007 w 10450132"/>
              <a:gd name="connsiteY2554" fmla="*/ 4349037 h 5450835"/>
              <a:gd name="connsiteX2555" fmla="*/ 10450007 w 10450132"/>
              <a:gd name="connsiteY2555" fmla="*/ 4349891 h 5450835"/>
              <a:gd name="connsiteX2556" fmla="*/ 10445474 w 10450132"/>
              <a:gd name="connsiteY2556" fmla="*/ 4357772 h 5450835"/>
              <a:gd name="connsiteX2557" fmla="*/ 10444686 w 10450132"/>
              <a:gd name="connsiteY2557" fmla="*/ 4358232 h 5450835"/>
              <a:gd name="connsiteX2558" fmla="*/ 10435622 w 10450132"/>
              <a:gd name="connsiteY2558" fmla="*/ 4358232 h 5450835"/>
              <a:gd name="connsiteX2559" fmla="*/ 10434834 w 10450132"/>
              <a:gd name="connsiteY2559" fmla="*/ 4357772 h 5450835"/>
              <a:gd name="connsiteX2560" fmla="*/ 10430302 w 10450132"/>
              <a:gd name="connsiteY2560" fmla="*/ 4349891 h 5450835"/>
              <a:gd name="connsiteX2561" fmla="*/ 10430302 w 10450132"/>
              <a:gd name="connsiteY2561" fmla="*/ 4349037 h 5450835"/>
              <a:gd name="connsiteX2562" fmla="*/ 10434834 w 10450132"/>
              <a:gd name="connsiteY2562" fmla="*/ 4341156 h 5450835"/>
              <a:gd name="connsiteX2563" fmla="*/ 10435622 w 10450132"/>
              <a:gd name="connsiteY2563" fmla="*/ 4340696 h 5450835"/>
              <a:gd name="connsiteX2564" fmla="*/ 10181242 w 10450132"/>
              <a:gd name="connsiteY2564" fmla="*/ 4340696 h 5450835"/>
              <a:gd name="connsiteX2565" fmla="*/ 10190305 w 10450132"/>
              <a:gd name="connsiteY2565" fmla="*/ 4340696 h 5450835"/>
              <a:gd name="connsiteX2566" fmla="*/ 10191093 w 10450132"/>
              <a:gd name="connsiteY2566" fmla="*/ 4341156 h 5450835"/>
              <a:gd name="connsiteX2567" fmla="*/ 10195626 w 10450132"/>
              <a:gd name="connsiteY2567" fmla="*/ 4349037 h 5450835"/>
              <a:gd name="connsiteX2568" fmla="*/ 10195626 w 10450132"/>
              <a:gd name="connsiteY2568" fmla="*/ 4349891 h 5450835"/>
              <a:gd name="connsiteX2569" fmla="*/ 10191093 w 10450132"/>
              <a:gd name="connsiteY2569" fmla="*/ 4357772 h 5450835"/>
              <a:gd name="connsiteX2570" fmla="*/ 10190305 w 10450132"/>
              <a:gd name="connsiteY2570" fmla="*/ 4358232 h 5450835"/>
              <a:gd name="connsiteX2571" fmla="*/ 10181242 w 10450132"/>
              <a:gd name="connsiteY2571" fmla="*/ 4358232 h 5450835"/>
              <a:gd name="connsiteX2572" fmla="*/ 10180453 w 10450132"/>
              <a:gd name="connsiteY2572" fmla="*/ 4357772 h 5450835"/>
              <a:gd name="connsiteX2573" fmla="*/ 10175922 w 10450132"/>
              <a:gd name="connsiteY2573" fmla="*/ 4349891 h 5450835"/>
              <a:gd name="connsiteX2574" fmla="*/ 10175922 w 10450132"/>
              <a:gd name="connsiteY2574" fmla="*/ 4349037 h 5450835"/>
              <a:gd name="connsiteX2575" fmla="*/ 10180453 w 10450132"/>
              <a:gd name="connsiteY2575" fmla="*/ 4341156 h 5450835"/>
              <a:gd name="connsiteX2576" fmla="*/ 10181242 w 10450132"/>
              <a:gd name="connsiteY2576" fmla="*/ 4340696 h 5450835"/>
              <a:gd name="connsiteX2577" fmla="*/ 9926861 w 10450132"/>
              <a:gd name="connsiteY2577" fmla="*/ 4340696 h 5450835"/>
              <a:gd name="connsiteX2578" fmla="*/ 9935924 w 10450132"/>
              <a:gd name="connsiteY2578" fmla="*/ 4340696 h 5450835"/>
              <a:gd name="connsiteX2579" fmla="*/ 9936713 w 10450132"/>
              <a:gd name="connsiteY2579" fmla="*/ 4341156 h 5450835"/>
              <a:gd name="connsiteX2580" fmla="*/ 9941246 w 10450132"/>
              <a:gd name="connsiteY2580" fmla="*/ 4349037 h 5450835"/>
              <a:gd name="connsiteX2581" fmla="*/ 9941246 w 10450132"/>
              <a:gd name="connsiteY2581" fmla="*/ 4349891 h 5450835"/>
              <a:gd name="connsiteX2582" fmla="*/ 9936713 w 10450132"/>
              <a:gd name="connsiteY2582" fmla="*/ 4357772 h 5450835"/>
              <a:gd name="connsiteX2583" fmla="*/ 9935924 w 10450132"/>
              <a:gd name="connsiteY2583" fmla="*/ 4358232 h 5450835"/>
              <a:gd name="connsiteX2584" fmla="*/ 9926861 w 10450132"/>
              <a:gd name="connsiteY2584" fmla="*/ 4358232 h 5450835"/>
              <a:gd name="connsiteX2585" fmla="*/ 9926073 w 10450132"/>
              <a:gd name="connsiteY2585" fmla="*/ 4357772 h 5450835"/>
              <a:gd name="connsiteX2586" fmla="*/ 9921541 w 10450132"/>
              <a:gd name="connsiteY2586" fmla="*/ 4349891 h 5450835"/>
              <a:gd name="connsiteX2587" fmla="*/ 9921541 w 10450132"/>
              <a:gd name="connsiteY2587" fmla="*/ 4349037 h 5450835"/>
              <a:gd name="connsiteX2588" fmla="*/ 9926073 w 10450132"/>
              <a:gd name="connsiteY2588" fmla="*/ 4341156 h 5450835"/>
              <a:gd name="connsiteX2589" fmla="*/ 9926861 w 10450132"/>
              <a:gd name="connsiteY2589" fmla="*/ 4340696 h 5450835"/>
              <a:gd name="connsiteX2590" fmla="*/ 9672481 w 10450132"/>
              <a:gd name="connsiteY2590" fmla="*/ 4340696 h 5450835"/>
              <a:gd name="connsiteX2591" fmla="*/ 9681545 w 10450132"/>
              <a:gd name="connsiteY2591" fmla="*/ 4340696 h 5450835"/>
              <a:gd name="connsiteX2592" fmla="*/ 9682333 w 10450132"/>
              <a:gd name="connsiteY2592" fmla="*/ 4341156 h 5450835"/>
              <a:gd name="connsiteX2593" fmla="*/ 9686865 w 10450132"/>
              <a:gd name="connsiteY2593" fmla="*/ 4349037 h 5450835"/>
              <a:gd name="connsiteX2594" fmla="*/ 9686865 w 10450132"/>
              <a:gd name="connsiteY2594" fmla="*/ 4349891 h 5450835"/>
              <a:gd name="connsiteX2595" fmla="*/ 9682333 w 10450132"/>
              <a:gd name="connsiteY2595" fmla="*/ 4357772 h 5450835"/>
              <a:gd name="connsiteX2596" fmla="*/ 9681545 w 10450132"/>
              <a:gd name="connsiteY2596" fmla="*/ 4358232 h 5450835"/>
              <a:gd name="connsiteX2597" fmla="*/ 9672481 w 10450132"/>
              <a:gd name="connsiteY2597" fmla="*/ 4358232 h 5450835"/>
              <a:gd name="connsiteX2598" fmla="*/ 9671693 w 10450132"/>
              <a:gd name="connsiteY2598" fmla="*/ 4357772 h 5450835"/>
              <a:gd name="connsiteX2599" fmla="*/ 9667160 w 10450132"/>
              <a:gd name="connsiteY2599" fmla="*/ 4349891 h 5450835"/>
              <a:gd name="connsiteX2600" fmla="*/ 9667160 w 10450132"/>
              <a:gd name="connsiteY2600" fmla="*/ 4349037 h 5450835"/>
              <a:gd name="connsiteX2601" fmla="*/ 9671693 w 10450132"/>
              <a:gd name="connsiteY2601" fmla="*/ 4341156 h 5450835"/>
              <a:gd name="connsiteX2602" fmla="*/ 9672481 w 10450132"/>
              <a:gd name="connsiteY2602" fmla="*/ 4340696 h 5450835"/>
              <a:gd name="connsiteX2603" fmla="*/ 9418035 w 10450132"/>
              <a:gd name="connsiteY2603" fmla="*/ 4340696 h 5450835"/>
              <a:gd name="connsiteX2604" fmla="*/ 9427099 w 10450132"/>
              <a:gd name="connsiteY2604" fmla="*/ 4340696 h 5450835"/>
              <a:gd name="connsiteX2605" fmla="*/ 9427887 w 10450132"/>
              <a:gd name="connsiteY2605" fmla="*/ 4341156 h 5450835"/>
              <a:gd name="connsiteX2606" fmla="*/ 9432419 w 10450132"/>
              <a:gd name="connsiteY2606" fmla="*/ 4349037 h 5450835"/>
              <a:gd name="connsiteX2607" fmla="*/ 9432419 w 10450132"/>
              <a:gd name="connsiteY2607" fmla="*/ 4349891 h 5450835"/>
              <a:gd name="connsiteX2608" fmla="*/ 9427887 w 10450132"/>
              <a:gd name="connsiteY2608" fmla="*/ 4357772 h 5450835"/>
              <a:gd name="connsiteX2609" fmla="*/ 9427099 w 10450132"/>
              <a:gd name="connsiteY2609" fmla="*/ 4358232 h 5450835"/>
              <a:gd name="connsiteX2610" fmla="*/ 9418035 w 10450132"/>
              <a:gd name="connsiteY2610" fmla="*/ 4358232 h 5450835"/>
              <a:gd name="connsiteX2611" fmla="*/ 9417247 w 10450132"/>
              <a:gd name="connsiteY2611" fmla="*/ 4357772 h 5450835"/>
              <a:gd name="connsiteX2612" fmla="*/ 9412714 w 10450132"/>
              <a:gd name="connsiteY2612" fmla="*/ 4349891 h 5450835"/>
              <a:gd name="connsiteX2613" fmla="*/ 9412714 w 10450132"/>
              <a:gd name="connsiteY2613" fmla="*/ 4349037 h 5450835"/>
              <a:gd name="connsiteX2614" fmla="*/ 9417247 w 10450132"/>
              <a:gd name="connsiteY2614" fmla="*/ 4341156 h 5450835"/>
              <a:gd name="connsiteX2615" fmla="*/ 9418035 w 10450132"/>
              <a:gd name="connsiteY2615" fmla="*/ 4340696 h 5450835"/>
              <a:gd name="connsiteX2616" fmla="*/ 9163654 w 10450132"/>
              <a:gd name="connsiteY2616" fmla="*/ 4340696 h 5450835"/>
              <a:gd name="connsiteX2617" fmla="*/ 9172718 w 10450132"/>
              <a:gd name="connsiteY2617" fmla="*/ 4340696 h 5450835"/>
              <a:gd name="connsiteX2618" fmla="*/ 9173506 w 10450132"/>
              <a:gd name="connsiteY2618" fmla="*/ 4341156 h 5450835"/>
              <a:gd name="connsiteX2619" fmla="*/ 9178038 w 10450132"/>
              <a:gd name="connsiteY2619" fmla="*/ 4349037 h 5450835"/>
              <a:gd name="connsiteX2620" fmla="*/ 9178038 w 10450132"/>
              <a:gd name="connsiteY2620" fmla="*/ 4349891 h 5450835"/>
              <a:gd name="connsiteX2621" fmla="*/ 9173506 w 10450132"/>
              <a:gd name="connsiteY2621" fmla="*/ 4357772 h 5450835"/>
              <a:gd name="connsiteX2622" fmla="*/ 9172718 w 10450132"/>
              <a:gd name="connsiteY2622" fmla="*/ 4358232 h 5450835"/>
              <a:gd name="connsiteX2623" fmla="*/ 9163654 w 10450132"/>
              <a:gd name="connsiteY2623" fmla="*/ 4358232 h 5450835"/>
              <a:gd name="connsiteX2624" fmla="*/ 9162866 w 10450132"/>
              <a:gd name="connsiteY2624" fmla="*/ 4357772 h 5450835"/>
              <a:gd name="connsiteX2625" fmla="*/ 9158333 w 10450132"/>
              <a:gd name="connsiteY2625" fmla="*/ 4349891 h 5450835"/>
              <a:gd name="connsiteX2626" fmla="*/ 9158333 w 10450132"/>
              <a:gd name="connsiteY2626" fmla="*/ 4349037 h 5450835"/>
              <a:gd name="connsiteX2627" fmla="*/ 9162866 w 10450132"/>
              <a:gd name="connsiteY2627" fmla="*/ 4341156 h 5450835"/>
              <a:gd name="connsiteX2628" fmla="*/ 9163654 w 10450132"/>
              <a:gd name="connsiteY2628" fmla="*/ 4340696 h 5450835"/>
              <a:gd name="connsiteX2629" fmla="*/ 8909274 w 10450132"/>
              <a:gd name="connsiteY2629" fmla="*/ 4340696 h 5450835"/>
              <a:gd name="connsiteX2630" fmla="*/ 8918336 w 10450132"/>
              <a:gd name="connsiteY2630" fmla="*/ 4340696 h 5450835"/>
              <a:gd name="connsiteX2631" fmla="*/ 8919125 w 10450132"/>
              <a:gd name="connsiteY2631" fmla="*/ 4341156 h 5450835"/>
              <a:gd name="connsiteX2632" fmla="*/ 8923657 w 10450132"/>
              <a:gd name="connsiteY2632" fmla="*/ 4349037 h 5450835"/>
              <a:gd name="connsiteX2633" fmla="*/ 8923657 w 10450132"/>
              <a:gd name="connsiteY2633" fmla="*/ 4349891 h 5450835"/>
              <a:gd name="connsiteX2634" fmla="*/ 8919125 w 10450132"/>
              <a:gd name="connsiteY2634" fmla="*/ 4357772 h 5450835"/>
              <a:gd name="connsiteX2635" fmla="*/ 8918336 w 10450132"/>
              <a:gd name="connsiteY2635" fmla="*/ 4358232 h 5450835"/>
              <a:gd name="connsiteX2636" fmla="*/ 8909274 w 10450132"/>
              <a:gd name="connsiteY2636" fmla="*/ 4358232 h 5450835"/>
              <a:gd name="connsiteX2637" fmla="*/ 8908484 w 10450132"/>
              <a:gd name="connsiteY2637" fmla="*/ 4357772 h 5450835"/>
              <a:gd name="connsiteX2638" fmla="*/ 8903953 w 10450132"/>
              <a:gd name="connsiteY2638" fmla="*/ 4349891 h 5450835"/>
              <a:gd name="connsiteX2639" fmla="*/ 8903953 w 10450132"/>
              <a:gd name="connsiteY2639" fmla="*/ 4349037 h 5450835"/>
              <a:gd name="connsiteX2640" fmla="*/ 8908484 w 10450132"/>
              <a:gd name="connsiteY2640" fmla="*/ 4341156 h 5450835"/>
              <a:gd name="connsiteX2641" fmla="*/ 8909274 w 10450132"/>
              <a:gd name="connsiteY2641" fmla="*/ 4340696 h 5450835"/>
              <a:gd name="connsiteX2642" fmla="*/ 8654892 w 10450132"/>
              <a:gd name="connsiteY2642" fmla="*/ 4340696 h 5450835"/>
              <a:gd name="connsiteX2643" fmla="*/ 8663955 w 10450132"/>
              <a:gd name="connsiteY2643" fmla="*/ 4340696 h 5450835"/>
              <a:gd name="connsiteX2644" fmla="*/ 8664744 w 10450132"/>
              <a:gd name="connsiteY2644" fmla="*/ 4341156 h 5450835"/>
              <a:gd name="connsiteX2645" fmla="*/ 8669277 w 10450132"/>
              <a:gd name="connsiteY2645" fmla="*/ 4349037 h 5450835"/>
              <a:gd name="connsiteX2646" fmla="*/ 8669277 w 10450132"/>
              <a:gd name="connsiteY2646" fmla="*/ 4349891 h 5450835"/>
              <a:gd name="connsiteX2647" fmla="*/ 8664744 w 10450132"/>
              <a:gd name="connsiteY2647" fmla="*/ 4357772 h 5450835"/>
              <a:gd name="connsiteX2648" fmla="*/ 8663955 w 10450132"/>
              <a:gd name="connsiteY2648" fmla="*/ 4358232 h 5450835"/>
              <a:gd name="connsiteX2649" fmla="*/ 8654892 w 10450132"/>
              <a:gd name="connsiteY2649" fmla="*/ 4358232 h 5450835"/>
              <a:gd name="connsiteX2650" fmla="*/ 8654104 w 10450132"/>
              <a:gd name="connsiteY2650" fmla="*/ 4357772 h 5450835"/>
              <a:gd name="connsiteX2651" fmla="*/ 8649572 w 10450132"/>
              <a:gd name="connsiteY2651" fmla="*/ 4349891 h 5450835"/>
              <a:gd name="connsiteX2652" fmla="*/ 8649572 w 10450132"/>
              <a:gd name="connsiteY2652" fmla="*/ 4349037 h 5450835"/>
              <a:gd name="connsiteX2653" fmla="*/ 8654104 w 10450132"/>
              <a:gd name="connsiteY2653" fmla="*/ 4341156 h 5450835"/>
              <a:gd name="connsiteX2654" fmla="*/ 8654892 w 10450132"/>
              <a:gd name="connsiteY2654" fmla="*/ 4340696 h 5450835"/>
              <a:gd name="connsiteX2655" fmla="*/ 8400511 w 10450132"/>
              <a:gd name="connsiteY2655" fmla="*/ 4340696 h 5450835"/>
              <a:gd name="connsiteX2656" fmla="*/ 8409575 w 10450132"/>
              <a:gd name="connsiteY2656" fmla="*/ 4340696 h 5450835"/>
              <a:gd name="connsiteX2657" fmla="*/ 8410363 w 10450132"/>
              <a:gd name="connsiteY2657" fmla="*/ 4341156 h 5450835"/>
              <a:gd name="connsiteX2658" fmla="*/ 8414896 w 10450132"/>
              <a:gd name="connsiteY2658" fmla="*/ 4349037 h 5450835"/>
              <a:gd name="connsiteX2659" fmla="*/ 8414896 w 10450132"/>
              <a:gd name="connsiteY2659" fmla="*/ 4349891 h 5450835"/>
              <a:gd name="connsiteX2660" fmla="*/ 8410363 w 10450132"/>
              <a:gd name="connsiteY2660" fmla="*/ 4357772 h 5450835"/>
              <a:gd name="connsiteX2661" fmla="*/ 8409575 w 10450132"/>
              <a:gd name="connsiteY2661" fmla="*/ 4358232 h 5450835"/>
              <a:gd name="connsiteX2662" fmla="*/ 8400511 w 10450132"/>
              <a:gd name="connsiteY2662" fmla="*/ 4358232 h 5450835"/>
              <a:gd name="connsiteX2663" fmla="*/ 8399723 w 10450132"/>
              <a:gd name="connsiteY2663" fmla="*/ 4357772 h 5450835"/>
              <a:gd name="connsiteX2664" fmla="*/ 8395191 w 10450132"/>
              <a:gd name="connsiteY2664" fmla="*/ 4349891 h 5450835"/>
              <a:gd name="connsiteX2665" fmla="*/ 8395191 w 10450132"/>
              <a:gd name="connsiteY2665" fmla="*/ 4349037 h 5450835"/>
              <a:gd name="connsiteX2666" fmla="*/ 8399723 w 10450132"/>
              <a:gd name="connsiteY2666" fmla="*/ 4341156 h 5450835"/>
              <a:gd name="connsiteX2667" fmla="*/ 8400511 w 10450132"/>
              <a:gd name="connsiteY2667" fmla="*/ 4340696 h 5450835"/>
              <a:gd name="connsiteX2668" fmla="*/ 8146065 w 10450132"/>
              <a:gd name="connsiteY2668" fmla="*/ 4340696 h 5450835"/>
              <a:gd name="connsiteX2669" fmla="*/ 8155129 w 10450132"/>
              <a:gd name="connsiteY2669" fmla="*/ 4340696 h 5450835"/>
              <a:gd name="connsiteX2670" fmla="*/ 8155917 w 10450132"/>
              <a:gd name="connsiteY2670" fmla="*/ 4341156 h 5450835"/>
              <a:gd name="connsiteX2671" fmla="*/ 8160449 w 10450132"/>
              <a:gd name="connsiteY2671" fmla="*/ 4349037 h 5450835"/>
              <a:gd name="connsiteX2672" fmla="*/ 8160449 w 10450132"/>
              <a:gd name="connsiteY2672" fmla="*/ 4349891 h 5450835"/>
              <a:gd name="connsiteX2673" fmla="*/ 8155917 w 10450132"/>
              <a:gd name="connsiteY2673" fmla="*/ 4357772 h 5450835"/>
              <a:gd name="connsiteX2674" fmla="*/ 8155129 w 10450132"/>
              <a:gd name="connsiteY2674" fmla="*/ 4358232 h 5450835"/>
              <a:gd name="connsiteX2675" fmla="*/ 8146065 w 10450132"/>
              <a:gd name="connsiteY2675" fmla="*/ 4358232 h 5450835"/>
              <a:gd name="connsiteX2676" fmla="*/ 8145277 w 10450132"/>
              <a:gd name="connsiteY2676" fmla="*/ 4357772 h 5450835"/>
              <a:gd name="connsiteX2677" fmla="*/ 8140745 w 10450132"/>
              <a:gd name="connsiteY2677" fmla="*/ 4349891 h 5450835"/>
              <a:gd name="connsiteX2678" fmla="*/ 8140745 w 10450132"/>
              <a:gd name="connsiteY2678" fmla="*/ 4349037 h 5450835"/>
              <a:gd name="connsiteX2679" fmla="*/ 8145277 w 10450132"/>
              <a:gd name="connsiteY2679" fmla="*/ 4341156 h 5450835"/>
              <a:gd name="connsiteX2680" fmla="*/ 8146065 w 10450132"/>
              <a:gd name="connsiteY2680" fmla="*/ 4340696 h 5450835"/>
              <a:gd name="connsiteX2681" fmla="*/ 7891684 w 10450132"/>
              <a:gd name="connsiteY2681" fmla="*/ 4340696 h 5450835"/>
              <a:gd name="connsiteX2682" fmla="*/ 7900748 w 10450132"/>
              <a:gd name="connsiteY2682" fmla="*/ 4340696 h 5450835"/>
              <a:gd name="connsiteX2683" fmla="*/ 7901536 w 10450132"/>
              <a:gd name="connsiteY2683" fmla="*/ 4341156 h 5450835"/>
              <a:gd name="connsiteX2684" fmla="*/ 7906067 w 10450132"/>
              <a:gd name="connsiteY2684" fmla="*/ 4349037 h 5450835"/>
              <a:gd name="connsiteX2685" fmla="*/ 7906067 w 10450132"/>
              <a:gd name="connsiteY2685" fmla="*/ 4349891 h 5450835"/>
              <a:gd name="connsiteX2686" fmla="*/ 7901536 w 10450132"/>
              <a:gd name="connsiteY2686" fmla="*/ 4357772 h 5450835"/>
              <a:gd name="connsiteX2687" fmla="*/ 7900748 w 10450132"/>
              <a:gd name="connsiteY2687" fmla="*/ 4358232 h 5450835"/>
              <a:gd name="connsiteX2688" fmla="*/ 7891684 w 10450132"/>
              <a:gd name="connsiteY2688" fmla="*/ 4358232 h 5450835"/>
              <a:gd name="connsiteX2689" fmla="*/ 7890896 w 10450132"/>
              <a:gd name="connsiteY2689" fmla="*/ 4357772 h 5450835"/>
              <a:gd name="connsiteX2690" fmla="*/ 7886363 w 10450132"/>
              <a:gd name="connsiteY2690" fmla="*/ 4349891 h 5450835"/>
              <a:gd name="connsiteX2691" fmla="*/ 7886363 w 10450132"/>
              <a:gd name="connsiteY2691" fmla="*/ 4349037 h 5450835"/>
              <a:gd name="connsiteX2692" fmla="*/ 7890896 w 10450132"/>
              <a:gd name="connsiteY2692" fmla="*/ 4341156 h 5450835"/>
              <a:gd name="connsiteX2693" fmla="*/ 7891684 w 10450132"/>
              <a:gd name="connsiteY2693" fmla="*/ 4340696 h 5450835"/>
              <a:gd name="connsiteX2694" fmla="*/ 7637304 w 10450132"/>
              <a:gd name="connsiteY2694" fmla="*/ 4340696 h 5450835"/>
              <a:gd name="connsiteX2695" fmla="*/ 7646367 w 10450132"/>
              <a:gd name="connsiteY2695" fmla="*/ 4340696 h 5450835"/>
              <a:gd name="connsiteX2696" fmla="*/ 7647156 w 10450132"/>
              <a:gd name="connsiteY2696" fmla="*/ 4341156 h 5450835"/>
              <a:gd name="connsiteX2697" fmla="*/ 7651687 w 10450132"/>
              <a:gd name="connsiteY2697" fmla="*/ 4349037 h 5450835"/>
              <a:gd name="connsiteX2698" fmla="*/ 7651687 w 10450132"/>
              <a:gd name="connsiteY2698" fmla="*/ 4349891 h 5450835"/>
              <a:gd name="connsiteX2699" fmla="*/ 7647156 w 10450132"/>
              <a:gd name="connsiteY2699" fmla="*/ 4357772 h 5450835"/>
              <a:gd name="connsiteX2700" fmla="*/ 7646367 w 10450132"/>
              <a:gd name="connsiteY2700" fmla="*/ 4358232 h 5450835"/>
              <a:gd name="connsiteX2701" fmla="*/ 7637304 w 10450132"/>
              <a:gd name="connsiteY2701" fmla="*/ 4358232 h 5450835"/>
              <a:gd name="connsiteX2702" fmla="*/ 7636516 w 10450132"/>
              <a:gd name="connsiteY2702" fmla="*/ 4357772 h 5450835"/>
              <a:gd name="connsiteX2703" fmla="*/ 7631983 w 10450132"/>
              <a:gd name="connsiteY2703" fmla="*/ 4349891 h 5450835"/>
              <a:gd name="connsiteX2704" fmla="*/ 7631983 w 10450132"/>
              <a:gd name="connsiteY2704" fmla="*/ 4349037 h 5450835"/>
              <a:gd name="connsiteX2705" fmla="*/ 7636516 w 10450132"/>
              <a:gd name="connsiteY2705" fmla="*/ 4341156 h 5450835"/>
              <a:gd name="connsiteX2706" fmla="*/ 7637304 w 10450132"/>
              <a:gd name="connsiteY2706" fmla="*/ 4340696 h 5450835"/>
              <a:gd name="connsiteX2707" fmla="*/ 7382923 w 10450132"/>
              <a:gd name="connsiteY2707" fmla="*/ 4340696 h 5450835"/>
              <a:gd name="connsiteX2708" fmla="*/ 7391987 w 10450132"/>
              <a:gd name="connsiteY2708" fmla="*/ 4340696 h 5450835"/>
              <a:gd name="connsiteX2709" fmla="*/ 7392775 w 10450132"/>
              <a:gd name="connsiteY2709" fmla="*/ 4341156 h 5450835"/>
              <a:gd name="connsiteX2710" fmla="*/ 7397307 w 10450132"/>
              <a:gd name="connsiteY2710" fmla="*/ 4349037 h 5450835"/>
              <a:gd name="connsiteX2711" fmla="*/ 7397307 w 10450132"/>
              <a:gd name="connsiteY2711" fmla="*/ 4349891 h 5450835"/>
              <a:gd name="connsiteX2712" fmla="*/ 7392775 w 10450132"/>
              <a:gd name="connsiteY2712" fmla="*/ 4357772 h 5450835"/>
              <a:gd name="connsiteX2713" fmla="*/ 7391987 w 10450132"/>
              <a:gd name="connsiteY2713" fmla="*/ 4358232 h 5450835"/>
              <a:gd name="connsiteX2714" fmla="*/ 7382923 w 10450132"/>
              <a:gd name="connsiteY2714" fmla="*/ 4358232 h 5450835"/>
              <a:gd name="connsiteX2715" fmla="*/ 7382135 w 10450132"/>
              <a:gd name="connsiteY2715" fmla="*/ 4357772 h 5450835"/>
              <a:gd name="connsiteX2716" fmla="*/ 7377602 w 10450132"/>
              <a:gd name="connsiteY2716" fmla="*/ 4349891 h 5450835"/>
              <a:gd name="connsiteX2717" fmla="*/ 7377602 w 10450132"/>
              <a:gd name="connsiteY2717" fmla="*/ 4349037 h 5450835"/>
              <a:gd name="connsiteX2718" fmla="*/ 7382135 w 10450132"/>
              <a:gd name="connsiteY2718" fmla="*/ 4341156 h 5450835"/>
              <a:gd name="connsiteX2719" fmla="*/ 7382923 w 10450132"/>
              <a:gd name="connsiteY2719" fmla="*/ 4340696 h 5450835"/>
              <a:gd name="connsiteX2720" fmla="*/ 7128477 w 10450132"/>
              <a:gd name="connsiteY2720" fmla="*/ 4340696 h 5450835"/>
              <a:gd name="connsiteX2721" fmla="*/ 7137540 w 10450132"/>
              <a:gd name="connsiteY2721" fmla="*/ 4340696 h 5450835"/>
              <a:gd name="connsiteX2722" fmla="*/ 7138328 w 10450132"/>
              <a:gd name="connsiteY2722" fmla="*/ 4341156 h 5450835"/>
              <a:gd name="connsiteX2723" fmla="*/ 7142860 w 10450132"/>
              <a:gd name="connsiteY2723" fmla="*/ 4349037 h 5450835"/>
              <a:gd name="connsiteX2724" fmla="*/ 7142860 w 10450132"/>
              <a:gd name="connsiteY2724" fmla="*/ 4349891 h 5450835"/>
              <a:gd name="connsiteX2725" fmla="*/ 7138328 w 10450132"/>
              <a:gd name="connsiteY2725" fmla="*/ 4357772 h 5450835"/>
              <a:gd name="connsiteX2726" fmla="*/ 7137540 w 10450132"/>
              <a:gd name="connsiteY2726" fmla="*/ 4358232 h 5450835"/>
              <a:gd name="connsiteX2727" fmla="*/ 7128477 w 10450132"/>
              <a:gd name="connsiteY2727" fmla="*/ 4358232 h 5450835"/>
              <a:gd name="connsiteX2728" fmla="*/ 7127689 w 10450132"/>
              <a:gd name="connsiteY2728" fmla="*/ 4357772 h 5450835"/>
              <a:gd name="connsiteX2729" fmla="*/ 7123156 w 10450132"/>
              <a:gd name="connsiteY2729" fmla="*/ 4349891 h 5450835"/>
              <a:gd name="connsiteX2730" fmla="*/ 7123156 w 10450132"/>
              <a:gd name="connsiteY2730" fmla="*/ 4349037 h 5450835"/>
              <a:gd name="connsiteX2731" fmla="*/ 7127689 w 10450132"/>
              <a:gd name="connsiteY2731" fmla="*/ 4341156 h 5450835"/>
              <a:gd name="connsiteX2732" fmla="*/ 7128477 w 10450132"/>
              <a:gd name="connsiteY2732" fmla="*/ 4340696 h 5450835"/>
              <a:gd name="connsiteX2733" fmla="*/ 6874095 w 10450132"/>
              <a:gd name="connsiteY2733" fmla="*/ 4340696 h 5450835"/>
              <a:gd name="connsiteX2734" fmla="*/ 6883159 w 10450132"/>
              <a:gd name="connsiteY2734" fmla="*/ 4340696 h 5450835"/>
              <a:gd name="connsiteX2735" fmla="*/ 6883947 w 10450132"/>
              <a:gd name="connsiteY2735" fmla="*/ 4341156 h 5450835"/>
              <a:gd name="connsiteX2736" fmla="*/ 6888480 w 10450132"/>
              <a:gd name="connsiteY2736" fmla="*/ 4349037 h 5450835"/>
              <a:gd name="connsiteX2737" fmla="*/ 6888480 w 10450132"/>
              <a:gd name="connsiteY2737" fmla="*/ 4349891 h 5450835"/>
              <a:gd name="connsiteX2738" fmla="*/ 6883947 w 10450132"/>
              <a:gd name="connsiteY2738" fmla="*/ 4357772 h 5450835"/>
              <a:gd name="connsiteX2739" fmla="*/ 6883159 w 10450132"/>
              <a:gd name="connsiteY2739" fmla="*/ 4358232 h 5450835"/>
              <a:gd name="connsiteX2740" fmla="*/ 6874095 w 10450132"/>
              <a:gd name="connsiteY2740" fmla="*/ 4358232 h 5450835"/>
              <a:gd name="connsiteX2741" fmla="*/ 6873307 w 10450132"/>
              <a:gd name="connsiteY2741" fmla="*/ 4357772 h 5450835"/>
              <a:gd name="connsiteX2742" fmla="*/ 6868775 w 10450132"/>
              <a:gd name="connsiteY2742" fmla="*/ 4349891 h 5450835"/>
              <a:gd name="connsiteX2743" fmla="*/ 6868775 w 10450132"/>
              <a:gd name="connsiteY2743" fmla="*/ 4349037 h 5450835"/>
              <a:gd name="connsiteX2744" fmla="*/ 6873307 w 10450132"/>
              <a:gd name="connsiteY2744" fmla="*/ 4341156 h 5450835"/>
              <a:gd name="connsiteX2745" fmla="*/ 6874095 w 10450132"/>
              <a:gd name="connsiteY2745" fmla="*/ 4340696 h 5450835"/>
              <a:gd name="connsiteX2746" fmla="*/ 6619714 w 10450132"/>
              <a:gd name="connsiteY2746" fmla="*/ 4340696 h 5450835"/>
              <a:gd name="connsiteX2747" fmla="*/ 6628778 w 10450132"/>
              <a:gd name="connsiteY2747" fmla="*/ 4340696 h 5450835"/>
              <a:gd name="connsiteX2748" fmla="*/ 6629566 w 10450132"/>
              <a:gd name="connsiteY2748" fmla="*/ 4341156 h 5450835"/>
              <a:gd name="connsiteX2749" fmla="*/ 6634099 w 10450132"/>
              <a:gd name="connsiteY2749" fmla="*/ 4349037 h 5450835"/>
              <a:gd name="connsiteX2750" fmla="*/ 6634099 w 10450132"/>
              <a:gd name="connsiteY2750" fmla="*/ 4349891 h 5450835"/>
              <a:gd name="connsiteX2751" fmla="*/ 6629566 w 10450132"/>
              <a:gd name="connsiteY2751" fmla="*/ 4357772 h 5450835"/>
              <a:gd name="connsiteX2752" fmla="*/ 6628778 w 10450132"/>
              <a:gd name="connsiteY2752" fmla="*/ 4358232 h 5450835"/>
              <a:gd name="connsiteX2753" fmla="*/ 6619714 w 10450132"/>
              <a:gd name="connsiteY2753" fmla="*/ 4358232 h 5450835"/>
              <a:gd name="connsiteX2754" fmla="*/ 6618926 w 10450132"/>
              <a:gd name="connsiteY2754" fmla="*/ 4357772 h 5450835"/>
              <a:gd name="connsiteX2755" fmla="*/ 6614394 w 10450132"/>
              <a:gd name="connsiteY2755" fmla="*/ 4349891 h 5450835"/>
              <a:gd name="connsiteX2756" fmla="*/ 6614394 w 10450132"/>
              <a:gd name="connsiteY2756" fmla="*/ 4349037 h 5450835"/>
              <a:gd name="connsiteX2757" fmla="*/ 6618926 w 10450132"/>
              <a:gd name="connsiteY2757" fmla="*/ 4341156 h 5450835"/>
              <a:gd name="connsiteX2758" fmla="*/ 6619714 w 10450132"/>
              <a:gd name="connsiteY2758" fmla="*/ 4340696 h 5450835"/>
              <a:gd name="connsiteX2759" fmla="*/ 6365334 w 10450132"/>
              <a:gd name="connsiteY2759" fmla="*/ 4340696 h 5450835"/>
              <a:gd name="connsiteX2760" fmla="*/ 6374397 w 10450132"/>
              <a:gd name="connsiteY2760" fmla="*/ 4340696 h 5450835"/>
              <a:gd name="connsiteX2761" fmla="*/ 6375186 w 10450132"/>
              <a:gd name="connsiteY2761" fmla="*/ 4341156 h 5450835"/>
              <a:gd name="connsiteX2762" fmla="*/ 6379718 w 10450132"/>
              <a:gd name="connsiteY2762" fmla="*/ 4349037 h 5450835"/>
              <a:gd name="connsiteX2763" fmla="*/ 6379718 w 10450132"/>
              <a:gd name="connsiteY2763" fmla="*/ 4349891 h 5450835"/>
              <a:gd name="connsiteX2764" fmla="*/ 6375186 w 10450132"/>
              <a:gd name="connsiteY2764" fmla="*/ 4357772 h 5450835"/>
              <a:gd name="connsiteX2765" fmla="*/ 6374397 w 10450132"/>
              <a:gd name="connsiteY2765" fmla="*/ 4358232 h 5450835"/>
              <a:gd name="connsiteX2766" fmla="*/ 6365334 w 10450132"/>
              <a:gd name="connsiteY2766" fmla="*/ 4358232 h 5450835"/>
              <a:gd name="connsiteX2767" fmla="*/ 6364546 w 10450132"/>
              <a:gd name="connsiteY2767" fmla="*/ 4357772 h 5450835"/>
              <a:gd name="connsiteX2768" fmla="*/ 6360014 w 10450132"/>
              <a:gd name="connsiteY2768" fmla="*/ 4349891 h 5450835"/>
              <a:gd name="connsiteX2769" fmla="*/ 6360014 w 10450132"/>
              <a:gd name="connsiteY2769" fmla="*/ 4349037 h 5450835"/>
              <a:gd name="connsiteX2770" fmla="*/ 6364546 w 10450132"/>
              <a:gd name="connsiteY2770" fmla="*/ 4341156 h 5450835"/>
              <a:gd name="connsiteX2771" fmla="*/ 6365334 w 10450132"/>
              <a:gd name="connsiteY2771" fmla="*/ 4340696 h 5450835"/>
              <a:gd name="connsiteX2772" fmla="*/ 6110888 w 10450132"/>
              <a:gd name="connsiteY2772" fmla="*/ 4340696 h 5450835"/>
              <a:gd name="connsiteX2773" fmla="*/ 6119953 w 10450132"/>
              <a:gd name="connsiteY2773" fmla="*/ 4340696 h 5450835"/>
              <a:gd name="connsiteX2774" fmla="*/ 6120740 w 10450132"/>
              <a:gd name="connsiteY2774" fmla="*/ 4341156 h 5450835"/>
              <a:gd name="connsiteX2775" fmla="*/ 6125272 w 10450132"/>
              <a:gd name="connsiteY2775" fmla="*/ 4349037 h 5450835"/>
              <a:gd name="connsiteX2776" fmla="*/ 6125272 w 10450132"/>
              <a:gd name="connsiteY2776" fmla="*/ 4349891 h 5450835"/>
              <a:gd name="connsiteX2777" fmla="*/ 6120740 w 10450132"/>
              <a:gd name="connsiteY2777" fmla="*/ 4357772 h 5450835"/>
              <a:gd name="connsiteX2778" fmla="*/ 6119953 w 10450132"/>
              <a:gd name="connsiteY2778" fmla="*/ 4358232 h 5450835"/>
              <a:gd name="connsiteX2779" fmla="*/ 6110888 w 10450132"/>
              <a:gd name="connsiteY2779" fmla="*/ 4358232 h 5450835"/>
              <a:gd name="connsiteX2780" fmla="*/ 6110101 w 10450132"/>
              <a:gd name="connsiteY2780" fmla="*/ 4357772 h 5450835"/>
              <a:gd name="connsiteX2781" fmla="*/ 6105567 w 10450132"/>
              <a:gd name="connsiteY2781" fmla="*/ 4349891 h 5450835"/>
              <a:gd name="connsiteX2782" fmla="*/ 6105567 w 10450132"/>
              <a:gd name="connsiteY2782" fmla="*/ 4349037 h 5450835"/>
              <a:gd name="connsiteX2783" fmla="*/ 6110101 w 10450132"/>
              <a:gd name="connsiteY2783" fmla="*/ 4341156 h 5450835"/>
              <a:gd name="connsiteX2784" fmla="*/ 6110888 w 10450132"/>
              <a:gd name="connsiteY2784" fmla="*/ 4340696 h 5450835"/>
              <a:gd name="connsiteX2785" fmla="*/ 5856508 w 10450132"/>
              <a:gd name="connsiteY2785" fmla="*/ 4340696 h 5450835"/>
              <a:gd name="connsiteX2786" fmla="*/ 5865571 w 10450132"/>
              <a:gd name="connsiteY2786" fmla="*/ 4340696 h 5450835"/>
              <a:gd name="connsiteX2787" fmla="*/ 5866359 w 10450132"/>
              <a:gd name="connsiteY2787" fmla="*/ 4341156 h 5450835"/>
              <a:gd name="connsiteX2788" fmla="*/ 5870891 w 10450132"/>
              <a:gd name="connsiteY2788" fmla="*/ 4349037 h 5450835"/>
              <a:gd name="connsiteX2789" fmla="*/ 5870891 w 10450132"/>
              <a:gd name="connsiteY2789" fmla="*/ 4349891 h 5450835"/>
              <a:gd name="connsiteX2790" fmla="*/ 5866359 w 10450132"/>
              <a:gd name="connsiteY2790" fmla="*/ 4357772 h 5450835"/>
              <a:gd name="connsiteX2791" fmla="*/ 5865571 w 10450132"/>
              <a:gd name="connsiteY2791" fmla="*/ 4358232 h 5450835"/>
              <a:gd name="connsiteX2792" fmla="*/ 5856508 w 10450132"/>
              <a:gd name="connsiteY2792" fmla="*/ 4358232 h 5450835"/>
              <a:gd name="connsiteX2793" fmla="*/ 5855720 w 10450132"/>
              <a:gd name="connsiteY2793" fmla="*/ 4357772 h 5450835"/>
              <a:gd name="connsiteX2794" fmla="*/ 5851187 w 10450132"/>
              <a:gd name="connsiteY2794" fmla="*/ 4349891 h 5450835"/>
              <a:gd name="connsiteX2795" fmla="*/ 5851187 w 10450132"/>
              <a:gd name="connsiteY2795" fmla="*/ 4349037 h 5450835"/>
              <a:gd name="connsiteX2796" fmla="*/ 5855720 w 10450132"/>
              <a:gd name="connsiteY2796" fmla="*/ 4341156 h 5450835"/>
              <a:gd name="connsiteX2797" fmla="*/ 5856508 w 10450132"/>
              <a:gd name="connsiteY2797" fmla="*/ 4340696 h 5450835"/>
              <a:gd name="connsiteX2798" fmla="*/ 5602126 w 10450132"/>
              <a:gd name="connsiteY2798" fmla="*/ 4340696 h 5450835"/>
              <a:gd name="connsiteX2799" fmla="*/ 5611191 w 10450132"/>
              <a:gd name="connsiteY2799" fmla="*/ 4340696 h 5450835"/>
              <a:gd name="connsiteX2800" fmla="*/ 5611979 w 10450132"/>
              <a:gd name="connsiteY2800" fmla="*/ 4341156 h 5450835"/>
              <a:gd name="connsiteX2801" fmla="*/ 5616511 w 10450132"/>
              <a:gd name="connsiteY2801" fmla="*/ 4349037 h 5450835"/>
              <a:gd name="connsiteX2802" fmla="*/ 5616511 w 10450132"/>
              <a:gd name="connsiteY2802" fmla="*/ 4349891 h 5450835"/>
              <a:gd name="connsiteX2803" fmla="*/ 5611979 w 10450132"/>
              <a:gd name="connsiteY2803" fmla="*/ 4357772 h 5450835"/>
              <a:gd name="connsiteX2804" fmla="*/ 5611191 w 10450132"/>
              <a:gd name="connsiteY2804" fmla="*/ 4358232 h 5450835"/>
              <a:gd name="connsiteX2805" fmla="*/ 5602126 w 10450132"/>
              <a:gd name="connsiteY2805" fmla="*/ 4358232 h 5450835"/>
              <a:gd name="connsiteX2806" fmla="*/ 5601338 w 10450132"/>
              <a:gd name="connsiteY2806" fmla="*/ 4357772 h 5450835"/>
              <a:gd name="connsiteX2807" fmla="*/ 5596807 w 10450132"/>
              <a:gd name="connsiteY2807" fmla="*/ 4349891 h 5450835"/>
              <a:gd name="connsiteX2808" fmla="*/ 5596807 w 10450132"/>
              <a:gd name="connsiteY2808" fmla="*/ 4349037 h 5450835"/>
              <a:gd name="connsiteX2809" fmla="*/ 5601338 w 10450132"/>
              <a:gd name="connsiteY2809" fmla="*/ 4341156 h 5450835"/>
              <a:gd name="connsiteX2810" fmla="*/ 5602126 w 10450132"/>
              <a:gd name="connsiteY2810" fmla="*/ 4340696 h 5450835"/>
              <a:gd name="connsiteX2811" fmla="*/ 5347746 w 10450132"/>
              <a:gd name="connsiteY2811" fmla="*/ 4340696 h 5450835"/>
              <a:gd name="connsiteX2812" fmla="*/ 5356810 w 10450132"/>
              <a:gd name="connsiteY2812" fmla="*/ 4340696 h 5450835"/>
              <a:gd name="connsiteX2813" fmla="*/ 5357598 w 10450132"/>
              <a:gd name="connsiteY2813" fmla="*/ 4341156 h 5450835"/>
              <a:gd name="connsiteX2814" fmla="*/ 5362130 w 10450132"/>
              <a:gd name="connsiteY2814" fmla="*/ 4349037 h 5450835"/>
              <a:gd name="connsiteX2815" fmla="*/ 5362130 w 10450132"/>
              <a:gd name="connsiteY2815" fmla="*/ 4349891 h 5450835"/>
              <a:gd name="connsiteX2816" fmla="*/ 5357598 w 10450132"/>
              <a:gd name="connsiteY2816" fmla="*/ 4357772 h 5450835"/>
              <a:gd name="connsiteX2817" fmla="*/ 5356810 w 10450132"/>
              <a:gd name="connsiteY2817" fmla="*/ 4358232 h 5450835"/>
              <a:gd name="connsiteX2818" fmla="*/ 5347746 w 10450132"/>
              <a:gd name="connsiteY2818" fmla="*/ 4358232 h 5450835"/>
              <a:gd name="connsiteX2819" fmla="*/ 5346958 w 10450132"/>
              <a:gd name="connsiteY2819" fmla="*/ 4357772 h 5450835"/>
              <a:gd name="connsiteX2820" fmla="*/ 5342425 w 10450132"/>
              <a:gd name="connsiteY2820" fmla="*/ 4349891 h 5450835"/>
              <a:gd name="connsiteX2821" fmla="*/ 5342425 w 10450132"/>
              <a:gd name="connsiteY2821" fmla="*/ 4349037 h 5450835"/>
              <a:gd name="connsiteX2822" fmla="*/ 5346958 w 10450132"/>
              <a:gd name="connsiteY2822" fmla="*/ 4341156 h 5450835"/>
              <a:gd name="connsiteX2823" fmla="*/ 5347746 w 10450132"/>
              <a:gd name="connsiteY2823" fmla="*/ 4340696 h 5450835"/>
              <a:gd name="connsiteX2824" fmla="*/ 5093300 w 10450132"/>
              <a:gd name="connsiteY2824" fmla="*/ 4340696 h 5450835"/>
              <a:gd name="connsiteX2825" fmla="*/ 5102364 w 10450132"/>
              <a:gd name="connsiteY2825" fmla="*/ 4340696 h 5450835"/>
              <a:gd name="connsiteX2826" fmla="*/ 5103153 w 10450132"/>
              <a:gd name="connsiteY2826" fmla="*/ 4341156 h 5450835"/>
              <a:gd name="connsiteX2827" fmla="*/ 5107684 w 10450132"/>
              <a:gd name="connsiteY2827" fmla="*/ 4349037 h 5450835"/>
              <a:gd name="connsiteX2828" fmla="*/ 5107684 w 10450132"/>
              <a:gd name="connsiteY2828" fmla="*/ 4349891 h 5450835"/>
              <a:gd name="connsiteX2829" fmla="*/ 5103153 w 10450132"/>
              <a:gd name="connsiteY2829" fmla="*/ 4357772 h 5450835"/>
              <a:gd name="connsiteX2830" fmla="*/ 5102364 w 10450132"/>
              <a:gd name="connsiteY2830" fmla="*/ 4358232 h 5450835"/>
              <a:gd name="connsiteX2831" fmla="*/ 5093300 w 10450132"/>
              <a:gd name="connsiteY2831" fmla="*/ 4358232 h 5450835"/>
              <a:gd name="connsiteX2832" fmla="*/ 5092512 w 10450132"/>
              <a:gd name="connsiteY2832" fmla="*/ 4357772 h 5450835"/>
              <a:gd name="connsiteX2833" fmla="*/ 5087979 w 10450132"/>
              <a:gd name="connsiteY2833" fmla="*/ 4349891 h 5450835"/>
              <a:gd name="connsiteX2834" fmla="*/ 5087979 w 10450132"/>
              <a:gd name="connsiteY2834" fmla="*/ 4349037 h 5450835"/>
              <a:gd name="connsiteX2835" fmla="*/ 5092512 w 10450132"/>
              <a:gd name="connsiteY2835" fmla="*/ 4341156 h 5450835"/>
              <a:gd name="connsiteX2836" fmla="*/ 5093300 w 10450132"/>
              <a:gd name="connsiteY2836" fmla="*/ 4340696 h 5450835"/>
              <a:gd name="connsiteX2837" fmla="*/ 4838919 w 10450132"/>
              <a:gd name="connsiteY2837" fmla="*/ 4340696 h 5450835"/>
              <a:gd name="connsiteX2838" fmla="*/ 4847982 w 10450132"/>
              <a:gd name="connsiteY2838" fmla="*/ 4340696 h 5450835"/>
              <a:gd name="connsiteX2839" fmla="*/ 4848772 w 10450132"/>
              <a:gd name="connsiteY2839" fmla="*/ 4341156 h 5450835"/>
              <a:gd name="connsiteX2840" fmla="*/ 4853303 w 10450132"/>
              <a:gd name="connsiteY2840" fmla="*/ 4349037 h 5450835"/>
              <a:gd name="connsiteX2841" fmla="*/ 4853303 w 10450132"/>
              <a:gd name="connsiteY2841" fmla="*/ 4349891 h 5450835"/>
              <a:gd name="connsiteX2842" fmla="*/ 4848772 w 10450132"/>
              <a:gd name="connsiteY2842" fmla="*/ 4357772 h 5450835"/>
              <a:gd name="connsiteX2843" fmla="*/ 4847982 w 10450132"/>
              <a:gd name="connsiteY2843" fmla="*/ 4358232 h 5450835"/>
              <a:gd name="connsiteX2844" fmla="*/ 4838919 w 10450132"/>
              <a:gd name="connsiteY2844" fmla="*/ 4358232 h 5450835"/>
              <a:gd name="connsiteX2845" fmla="*/ 4838132 w 10450132"/>
              <a:gd name="connsiteY2845" fmla="*/ 4357772 h 5450835"/>
              <a:gd name="connsiteX2846" fmla="*/ 4833598 w 10450132"/>
              <a:gd name="connsiteY2846" fmla="*/ 4349891 h 5450835"/>
              <a:gd name="connsiteX2847" fmla="*/ 4833598 w 10450132"/>
              <a:gd name="connsiteY2847" fmla="*/ 4349037 h 5450835"/>
              <a:gd name="connsiteX2848" fmla="*/ 4838132 w 10450132"/>
              <a:gd name="connsiteY2848" fmla="*/ 4341156 h 5450835"/>
              <a:gd name="connsiteX2849" fmla="*/ 4838919 w 10450132"/>
              <a:gd name="connsiteY2849" fmla="*/ 4340696 h 5450835"/>
              <a:gd name="connsiteX2850" fmla="*/ 4584538 w 10450132"/>
              <a:gd name="connsiteY2850" fmla="*/ 4340696 h 5450835"/>
              <a:gd name="connsiteX2851" fmla="*/ 4593603 w 10450132"/>
              <a:gd name="connsiteY2851" fmla="*/ 4340696 h 5450835"/>
              <a:gd name="connsiteX2852" fmla="*/ 4594390 w 10450132"/>
              <a:gd name="connsiteY2852" fmla="*/ 4341156 h 5450835"/>
              <a:gd name="connsiteX2853" fmla="*/ 4598922 w 10450132"/>
              <a:gd name="connsiteY2853" fmla="*/ 4349037 h 5450835"/>
              <a:gd name="connsiteX2854" fmla="*/ 4598922 w 10450132"/>
              <a:gd name="connsiteY2854" fmla="*/ 4349891 h 5450835"/>
              <a:gd name="connsiteX2855" fmla="*/ 4594390 w 10450132"/>
              <a:gd name="connsiteY2855" fmla="*/ 4357772 h 5450835"/>
              <a:gd name="connsiteX2856" fmla="*/ 4593603 w 10450132"/>
              <a:gd name="connsiteY2856" fmla="*/ 4358232 h 5450835"/>
              <a:gd name="connsiteX2857" fmla="*/ 4584538 w 10450132"/>
              <a:gd name="connsiteY2857" fmla="*/ 4358232 h 5450835"/>
              <a:gd name="connsiteX2858" fmla="*/ 4583749 w 10450132"/>
              <a:gd name="connsiteY2858" fmla="*/ 4357772 h 5450835"/>
              <a:gd name="connsiteX2859" fmla="*/ 4579218 w 10450132"/>
              <a:gd name="connsiteY2859" fmla="*/ 4349891 h 5450835"/>
              <a:gd name="connsiteX2860" fmla="*/ 4579218 w 10450132"/>
              <a:gd name="connsiteY2860" fmla="*/ 4349037 h 5450835"/>
              <a:gd name="connsiteX2861" fmla="*/ 4583749 w 10450132"/>
              <a:gd name="connsiteY2861" fmla="*/ 4341156 h 5450835"/>
              <a:gd name="connsiteX2862" fmla="*/ 4584538 w 10450132"/>
              <a:gd name="connsiteY2862" fmla="*/ 4340696 h 5450835"/>
              <a:gd name="connsiteX2863" fmla="*/ 4330157 w 10450132"/>
              <a:gd name="connsiteY2863" fmla="*/ 4340696 h 5450835"/>
              <a:gd name="connsiteX2864" fmla="*/ 4339222 w 10450132"/>
              <a:gd name="connsiteY2864" fmla="*/ 4340696 h 5450835"/>
              <a:gd name="connsiteX2865" fmla="*/ 4340010 w 10450132"/>
              <a:gd name="connsiteY2865" fmla="*/ 4341156 h 5450835"/>
              <a:gd name="connsiteX2866" fmla="*/ 4344540 w 10450132"/>
              <a:gd name="connsiteY2866" fmla="*/ 4349037 h 5450835"/>
              <a:gd name="connsiteX2867" fmla="*/ 4344540 w 10450132"/>
              <a:gd name="connsiteY2867" fmla="*/ 4349891 h 5450835"/>
              <a:gd name="connsiteX2868" fmla="*/ 4340010 w 10450132"/>
              <a:gd name="connsiteY2868" fmla="*/ 4357772 h 5450835"/>
              <a:gd name="connsiteX2869" fmla="*/ 4339222 w 10450132"/>
              <a:gd name="connsiteY2869" fmla="*/ 4358232 h 5450835"/>
              <a:gd name="connsiteX2870" fmla="*/ 4330157 w 10450132"/>
              <a:gd name="connsiteY2870" fmla="*/ 4358232 h 5450835"/>
              <a:gd name="connsiteX2871" fmla="*/ 4329369 w 10450132"/>
              <a:gd name="connsiteY2871" fmla="*/ 4357772 h 5450835"/>
              <a:gd name="connsiteX2872" fmla="*/ 4324836 w 10450132"/>
              <a:gd name="connsiteY2872" fmla="*/ 4349891 h 5450835"/>
              <a:gd name="connsiteX2873" fmla="*/ 4324836 w 10450132"/>
              <a:gd name="connsiteY2873" fmla="*/ 4349037 h 5450835"/>
              <a:gd name="connsiteX2874" fmla="*/ 4329369 w 10450132"/>
              <a:gd name="connsiteY2874" fmla="*/ 4341156 h 5450835"/>
              <a:gd name="connsiteX2875" fmla="*/ 4330157 w 10450132"/>
              <a:gd name="connsiteY2875" fmla="*/ 4340696 h 5450835"/>
              <a:gd name="connsiteX2876" fmla="*/ 4075847 w 10450132"/>
              <a:gd name="connsiteY2876" fmla="*/ 4340696 h 5450835"/>
              <a:gd name="connsiteX2877" fmla="*/ 4084912 w 10450132"/>
              <a:gd name="connsiteY2877" fmla="*/ 4340696 h 5450835"/>
              <a:gd name="connsiteX2878" fmla="*/ 4085699 w 10450132"/>
              <a:gd name="connsiteY2878" fmla="*/ 4341156 h 5450835"/>
              <a:gd name="connsiteX2879" fmla="*/ 4090232 w 10450132"/>
              <a:gd name="connsiteY2879" fmla="*/ 4349037 h 5450835"/>
              <a:gd name="connsiteX2880" fmla="*/ 4090232 w 10450132"/>
              <a:gd name="connsiteY2880" fmla="*/ 4349891 h 5450835"/>
              <a:gd name="connsiteX2881" fmla="*/ 4085699 w 10450132"/>
              <a:gd name="connsiteY2881" fmla="*/ 4357772 h 5450835"/>
              <a:gd name="connsiteX2882" fmla="*/ 4084912 w 10450132"/>
              <a:gd name="connsiteY2882" fmla="*/ 4358232 h 5450835"/>
              <a:gd name="connsiteX2883" fmla="*/ 4075847 w 10450132"/>
              <a:gd name="connsiteY2883" fmla="*/ 4358232 h 5450835"/>
              <a:gd name="connsiteX2884" fmla="*/ 4075060 w 10450132"/>
              <a:gd name="connsiteY2884" fmla="*/ 4357772 h 5450835"/>
              <a:gd name="connsiteX2885" fmla="*/ 4070526 w 10450132"/>
              <a:gd name="connsiteY2885" fmla="*/ 4349891 h 5450835"/>
              <a:gd name="connsiteX2886" fmla="*/ 4070526 w 10450132"/>
              <a:gd name="connsiteY2886" fmla="*/ 4349037 h 5450835"/>
              <a:gd name="connsiteX2887" fmla="*/ 4075060 w 10450132"/>
              <a:gd name="connsiteY2887" fmla="*/ 4341156 h 5450835"/>
              <a:gd name="connsiteX2888" fmla="*/ 4075847 w 10450132"/>
              <a:gd name="connsiteY2888" fmla="*/ 4340696 h 5450835"/>
              <a:gd name="connsiteX2889" fmla="*/ 3821622 w 10450132"/>
              <a:gd name="connsiteY2889" fmla="*/ 4340696 h 5450835"/>
              <a:gd name="connsiteX2890" fmla="*/ 3830689 w 10450132"/>
              <a:gd name="connsiteY2890" fmla="*/ 4340696 h 5450835"/>
              <a:gd name="connsiteX2891" fmla="*/ 3831475 w 10450132"/>
              <a:gd name="connsiteY2891" fmla="*/ 4341156 h 5450835"/>
              <a:gd name="connsiteX2892" fmla="*/ 3836008 w 10450132"/>
              <a:gd name="connsiteY2892" fmla="*/ 4349037 h 5450835"/>
              <a:gd name="connsiteX2893" fmla="*/ 3836008 w 10450132"/>
              <a:gd name="connsiteY2893" fmla="*/ 4349891 h 5450835"/>
              <a:gd name="connsiteX2894" fmla="*/ 3831475 w 10450132"/>
              <a:gd name="connsiteY2894" fmla="*/ 4357772 h 5450835"/>
              <a:gd name="connsiteX2895" fmla="*/ 3830689 w 10450132"/>
              <a:gd name="connsiteY2895" fmla="*/ 4358232 h 5450835"/>
              <a:gd name="connsiteX2896" fmla="*/ 3821622 w 10450132"/>
              <a:gd name="connsiteY2896" fmla="*/ 4358232 h 5450835"/>
              <a:gd name="connsiteX2897" fmla="*/ 3820834 w 10450132"/>
              <a:gd name="connsiteY2897" fmla="*/ 4357772 h 5450835"/>
              <a:gd name="connsiteX2898" fmla="*/ 3816300 w 10450132"/>
              <a:gd name="connsiteY2898" fmla="*/ 4349891 h 5450835"/>
              <a:gd name="connsiteX2899" fmla="*/ 3816300 w 10450132"/>
              <a:gd name="connsiteY2899" fmla="*/ 4349037 h 5450835"/>
              <a:gd name="connsiteX2900" fmla="*/ 3820834 w 10450132"/>
              <a:gd name="connsiteY2900" fmla="*/ 4341156 h 5450835"/>
              <a:gd name="connsiteX2901" fmla="*/ 3821622 w 10450132"/>
              <a:gd name="connsiteY2901" fmla="*/ 4340696 h 5450835"/>
              <a:gd name="connsiteX2902" fmla="*/ 3566979 w 10450132"/>
              <a:gd name="connsiteY2902" fmla="*/ 4340696 h 5450835"/>
              <a:gd name="connsiteX2903" fmla="*/ 3576043 w 10450132"/>
              <a:gd name="connsiteY2903" fmla="*/ 4340696 h 5450835"/>
              <a:gd name="connsiteX2904" fmla="*/ 3576831 w 10450132"/>
              <a:gd name="connsiteY2904" fmla="*/ 4341156 h 5450835"/>
              <a:gd name="connsiteX2905" fmla="*/ 3581362 w 10450132"/>
              <a:gd name="connsiteY2905" fmla="*/ 4349037 h 5450835"/>
              <a:gd name="connsiteX2906" fmla="*/ 3581362 w 10450132"/>
              <a:gd name="connsiteY2906" fmla="*/ 4349891 h 5450835"/>
              <a:gd name="connsiteX2907" fmla="*/ 3576831 w 10450132"/>
              <a:gd name="connsiteY2907" fmla="*/ 4357772 h 5450835"/>
              <a:gd name="connsiteX2908" fmla="*/ 3576043 w 10450132"/>
              <a:gd name="connsiteY2908" fmla="*/ 4358232 h 5450835"/>
              <a:gd name="connsiteX2909" fmla="*/ 3566979 w 10450132"/>
              <a:gd name="connsiteY2909" fmla="*/ 4358232 h 5450835"/>
              <a:gd name="connsiteX2910" fmla="*/ 3566191 w 10450132"/>
              <a:gd name="connsiteY2910" fmla="*/ 4357772 h 5450835"/>
              <a:gd name="connsiteX2911" fmla="*/ 3561658 w 10450132"/>
              <a:gd name="connsiteY2911" fmla="*/ 4349891 h 5450835"/>
              <a:gd name="connsiteX2912" fmla="*/ 3561658 w 10450132"/>
              <a:gd name="connsiteY2912" fmla="*/ 4349037 h 5450835"/>
              <a:gd name="connsiteX2913" fmla="*/ 3566191 w 10450132"/>
              <a:gd name="connsiteY2913" fmla="*/ 4341156 h 5450835"/>
              <a:gd name="connsiteX2914" fmla="*/ 3566979 w 10450132"/>
              <a:gd name="connsiteY2914" fmla="*/ 4340696 h 5450835"/>
              <a:gd name="connsiteX2915" fmla="*/ 3312773 w 10450132"/>
              <a:gd name="connsiteY2915" fmla="*/ 4340696 h 5450835"/>
              <a:gd name="connsiteX2916" fmla="*/ 3321836 w 10450132"/>
              <a:gd name="connsiteY2916" fmla="*/ 4340696 h 5450835"/>
              <a:gd name="connsiteX2917" fmla="*/ 3322625 w 10450132"/>
              <a:gd name="connsiteY2917" fmla="*/ 4341156 h 5450835"/>
              <a:gd name="connsiteX2918" fmla="*/ 3327157 w 10450132"/>
              <a:gd name="connsiteY2918" fmla="*/ 4349037 h 5450835"/>
              <a:gd name="connsiteX2919" fmla="*/ 3327157 w 10450132"/>
              <a:gd name="connsiteY2919" fmla="*/ 4349891 h 5450835"/>
              <a:gd name="connsiteX2920" fmla="*/ 3322625 w 10450132"/>
              <a:gd name="connsiteY2920" fmla="*/ 4357772 h 5450835"/>
              <a:gd name="connsiteX2921" fmla="*/ 3321836 w 10450132"/>
              <a:gd name="connsiteY2921" fmla="*/ 4358232 h 5450835"/>
              <a:gd name="connsiteX2922" fmla="*/ 3312773 w 10450132"/>
              <a:gd name="connsiteY2922" fmla="*/ 4358232 h 5450835"/>
              <a:gd name="connsiteX2923" fmla="*/ 3311985 w 10450132"/>
              <a:gd name="connsiteY2923" fmla="*/ 4357772 h 5450835"/>
              <a:gd name="connsiteX2924" fmla="*/ 3307451 w 10450132"/>
              <a:gd name="connsiteY2924" fmla="*/ 4349891 h 5450835"/>
              <a:gd name="connsiteX2925" fmla="*/ 3307451 w 10450132"/>
              <a:gd name="connsiteY2925" fmla="*/ 4349037 h 5450835"/>
              <a:gd name="connsiteX2926" fmla="*/ 3311985 w 10450132"/>
              <a:gd name="connsiteY2926" fmla="*/ 4341156 h 5450835"/>
              <a:gd name="connsiteX2927" fmla="*/ 3312773 w 10450132"/>
              <a:gd name="connsiteY2927" fmla="*/ 4340696 h 5450835"/>
              <a:gd name="connsiteX2928" fmla="*/ 3058290 w 10450132"/>
              <a:gd name="connsiteY2928" fmla="*/ 4340696 h 5450835"/>
              <a:gd name="connsiteX2929" fmla="*/ 3067355 w 10450132"/>
              <a:gd name="connsiteY2929" fmla="*/ 4340696 h 5450835"/>
              <a:gd name="connsiteX2930" fmla="*/ 3068143 w 10450132"/>
              <a:gd name="connsiteY2930" fmla="*/ 4341156 h 5450835"/>
              <a:gd name="connsiteX2931" fmla="*/ 3072676 w 10450132"/>
              <a:gd name="connsiteY2931" fmla="*/ 4349037 h 5450835"/>
              <a:gd name="connsiteX2932" fmla="*/ 3072676 w 10450132"/>
              <a:gd name="connsiteY2932" fmla="*/ 4349891 h 5450835"/>
              <a:gd name="connsiteX2933" fmla="*/ 3068143 w 10450132"/>
              <a:gd name="connsiteY2933" fmla="*/ 4357772 h 5450835"/>
              <a:gd name="connsiteX2934" fmla="*/ 3067355 w 10450132"/>
              <a:gd name="connsiteY2934" fmla="*/ 4358232 h 5450835"/>
              <a:gd name="connsiteX2935" fmla="*/ 3058290 w 10450132"/>
              <a:gd name="connsiteY2935" fmla="*/ 4358232 h 5450835"/>
              <a:gd name="connsiteX2936" fmla="*/ 3057501 w 10450132"/>
              <a:gd name="connsiteY2936" fmla="*/ 4357772 h 5450835"/>
              <a:gd name="connsiteX2937" fmla="*/ 3052970 w 10450132"/>
              <a:gd name="connsiteY2937" fmla="*/ 4349891 h 5450835"/>
              <a:gd name="connsiteX2938" fmla="*/ 3052970 w 10450132"/>
              <a:gd name="connsiteY2938" fmla="*/ 4349037 h 5450835"/>
              <a:gd name="connsiteX2939" fmla="*/ 3057501 w 10450132"/>
              <a:gd name="connsiteY2939" fmla="*/ 4341156 h 5450835"/>
              <a:gd name="connsiteX2940" fmla="*/ 3058290 w 10450132"/>
              <a:gd name="connsiteY2940" fmla="*/ 4340696 h 5450835"/>
              <a:gd name="connsiteX2941" fmla="*/ 2803829 w 10450132"/>
              <a:gd name="connsiteY2941" fmla="*/ 4340696 h 5450835"/>
              <a:gd name="connsiteX2942" fmla="*/ 2812894 w 10450132"/>
              <a:gd name="connsiteY2942" fmla="*/ 4340696 h 5450835"/>
              <a:gd name="connsiteX2943" fmla="*/ 2813682 w 10450132"/>
              <a:gd name="connsiteY2943" fmla="*/ 4341156 h 5450835"/>
              <a:gd name="connsiteX2944" fmla="*/ 2818213 w 10450132"/>
              <a:gd name="connsiteY2944" fmla="*/ 4349037 h 5450835"/>
              <a:gd name="connsiteX2945" fmla="*/ 2818213 w 10450132"/>
              <a:gd name="connsiteY2945" fmla="*/ 4349891 h 5450835"/>
              <a:gd name="connsiteX2946" fmla="*/ 2813682 w 10450132"/>
              <a:gd name="connsiteY2946" fmla="*/ 4357772 h 5450835"/>
              <a:gd name="connsiteX2947" fmla="*/ 2812894 w 10450132"/>
              <a:gd name="connsiteY2947" fmla="*/ 4358232 h 5450835"/>
              <a:gd name="connsiteX2948" fmla="*/ 2803829 w 10450132"/>
              <a:gd name="connsiteY2948" fmla="*/ 4358232 h 5450835"/>
              <a:gd name="connsiteX2949" fmla="*/ 2803041 w 10450132"/>
              <a:gd name="connsiteY2949" fmla="*/ 4357772 h 5450835"/>
              <a:gd name="connsiteX2950" fmla="*/ 2798509 w 10450132"/>
              <a:gd name="connsiteY2950" fmla="*/ 4349891 h 5450835"/>
              <a:gd name="connsiteX2951" fmla="*/ 2798509 w 10450132"/>
              <a:gd name="connsiteY2951" fmla="*/ 4349037 h 5450835"/>
              <a:gd name="connsiteX2952" fmla="*/ 2803041 w 10450132"/>
              <a:gd name="connsiteY2952" fmla="*/ 4341156 h 5450835"/>
              <a:gd name="connsiteX2953" fmla="*/ 2803829 w 10450132"/>
              <a:gd name="connsiteY2953" fmla="*/ 4340696 h 5450835"/>
              <a:gd name="connsiteX2954" fmla="*/ 2549448 w 10450132"/>
              <a:gd name="connsiteY2954" fmla="*/ 4340696 h 5450835"/>
              <a:gd name="connsiteX2955" fmla="*/ 2558512 w 10450132"/>
              <a:gd name="connsiteY2955" fmla="*/ 4340696 h 5450835"/>
              <a:gd name="connsiteX2956" fmla="*/ 2559300 w 10450132"/>
              <a:gd name="connsiteY2956" fmla="*/ 4341156 h 5450835"/>
              <a:gd name="connsiteX2957" fmla="*/ 2563833 w 10450132"/>
              <a:gd name="connsiteY2957" fmla="*/ 4349037 h 5450835"/>
              <a:gd name="connsiteX2958" fmla="*/ 2563833 w 10450132"/>
              <a:gd name="connsiteY2958" fmla="*/ 4349891 h 5450835"/>
              <a:gd name="connsiteX2959" fmla="*/ 2559300 w 10450132"/>
              <a:gd name="connsiteY2959" fmla="*/ 4357772 h 5450835"/>
              <a:gd name="connsiteX2960" fmla="*/ 2558512 w 10450132"/>
              <a:gd name="connsiteY2960" fmla="*/ 4358232 h 5450835"/>
              <a:gd name="connsiteX2961" fmla="*/ 2549448 w 10450132"/>
              <a:gd name="connsiteY2961" fmla="*/ 4358232 h 5450835"/>
              <a:gd name="connsiteX2962" fmla="*/ 2548659 w 10450132"/>
              <a:gd name="connsiteY2962" fmla="*/ 4357772 h 5450835"/>
              <a:gd name="connsiteX2963" fmla="*/ 2544127 w 10450132"/>
              <a:gd name="connsiteY2963" fmla="*/ 4349891 h 5450835"/>
              <a:gd name="connsiteX2964" fmla="*/ 2544127 w 10450132"/>
              <a:gd name="connsiteY2964" fmla="*/ 4349037 h 5450835"/>
              <a:gd name="connsiteX2965" fmla="*/ 2548659 w 10450132"/>
              <a:gd name="connsiteY2965" fmla="*/ 4341156 h 5450835"/>
              <a:gd name="connsiteX2966" fmla="*/ 2549448 w 10450132"/>
              <a:gd name="connsiteY2966" fmla="*/ 4340696 h 5450835"/>
              <a:gd name="connsiteX2967" fmla="*/ 2295044 w 10450132"/>
              <a:gd name="connsiteY2967" fmla="*/ 4340696 h 5450835"/>
              <a:gd name="connsiteX2968" fmla="*/ 2304108 w 10450132"/>
              <a:gd name="connsiteY2968" fmla="*/ 4340696 h 5450835"/>
              <a:gd name="connsiteX2969" fmla="*/ 2304898 w 10450132"/>
              <a:gd name="connsiteY2969" fmla="*/ 4341156 h 5450835"/>
              <a:gd name="connsiteX2970" fmla="*/ 2309429 w 10450132"/>
              <a:gd name="connsiteY2970" fmla="*/ 4349037 h 5450835"/>
              <a:gd name="connsiteX2971" fmla="*/ 2309429 w 10450132"/>
              <a:gd name="connsiteY2971" fmla="*/ 4349891 h 5450835"/>
              <a:gd name="connsiteX2972" fmla="*/ 2304898 w 10450132"/>
              <a:gd name="connsiteY2972" fmla="*/ 4357772 h 5450835"/>
              <a:gd name="connsiteX2973" fmla="*/ 2304108 w 10450132"/>
              <a:gd name="connsiteY2973" fmla="*/ 4358232 h 5450835"/>
              <a:gd name="connsiteX2974" fmla="*/ 2295044 w 10450132"/>
              <a:gd name="connsiteY2974" fmla="*/ 4358232 h 5450835"/>
              <a:gd name="connsiteX2975" fmla="*/ 2294256 w 10450132"/>
              <a:gd name="connsiteY2975" fmla="*/ 4357772 h 5450835"/>
              <a:gd name="connsiteX2976" fmla="*/ 2289724 w 10450132"/>
              <a:gd name="connsiteY2976" fmla="*/ 4349891 h 5450835"/>
              <a:gd name="connsiteX2977" fmla="*/ 2289724 w 10450132"/>
              <a:gd name="connsiteY2977" fmla="*/ 4349037 h 5450835"/>
              <a:gd name="connsiteX2978" fmla="*/ 2294256 w 10450132"/>
              <a:gd name="connsiteY2978" fmla="*/ 4341156 h 5450835"/>
              <a:gd name="connsiteX2979" fmla="*/ 2295044 w 10450132"/>
              <a:gd name="connsiteY2979" fmla="*/ 4340696 h 5450835"/>
              <a:gd name="connsiteX2980" fmla="*/ 2040630 w 10450132"/>
              <a:gd name="connsiteY2980" fmla="*/ 4340696 h 5450835"/>
              <a:gd name="connsiteX2981" fmla="*/ 2049694 w 10450132"/>
              <a:gd name="connsiteY2981" fmla="*/ 4340696 h 5450835"/>
              <a:gd name="connsiteX2982" fmla="*/ 2050482 w 10450132"/>
              <a:gd name="connsiteY2982" fmla="*/ 4341156 h 5450835"/>
              <a:gd name="connsiteX2983" fmla="*/ 2055014 w 10450132"/>
              <a:gd name="connsiteY2983" fmla="*/ 4349037 h 5450835"/>
              <a:gd name="connsiteX2984" fmla="*/ 2055014 w 10450132"/>
              <a:gd name="connsiteY2984" fmla="*/ 4349891 h 5450835"/>
              <a:gd name="connsiteX2985" fmla="*/ 2050482 w 10450132"/>
              <a:gd name="connsiteY2985" fmla="*/ 4357772 h 5450835"/>
              <a:gd name="connsiteX2986" fmla="*/ 2049694 w 10450132"/>
              <a:gd name="connsiteY2986" fmla="*/ 4358232 h 5450835"/>
              <a:gd name="connsiteX2987" fmla="*/ 2040630 w 10450132"/>
              <a:gd name="connsiteY2987" fmla="*/ 4358232 h 5450835"/>
              <a:gd name="connsiteX2988" fmla="*/ 2039842 w 10450132"/>
              <a:gd name="connsiteY2988" fmla="*/ 4357772 h 5450835"/>
              <a:gd name="connsiteX2989" fmla="*/ 2035309 w 10450132"/>
              <a:gd name="connsiteY2989" fmla="*/ 4349891 h 5450835"/>
              <a:gd name="connsiteX2990" fmla="*/ 2035309 w 10450132"/>
              <a:gd name="connsiteY2990" fmla="*/ 4349037 h 5450835"/>
              <a:gd name="connsiteX2991" fmla="*/ 2039842 w 10450132"/>
              <a:gd name="connsiteY2991" fmla="*/ 4341156 h 5450835"/>
              <a:gd name="connsiteX2992" fmla="*/ 2040630 w 10450132"/>
              <a:gd name="connsiteY2992" fmla="*/ 4340696 h 5450835"/>
              <a:gd name="connsiteX2993" fmla="*/ 1786207 w 10450132"/>
              <a:gd name="connsiteY2993" fmla="*/ 4340696 h 5450835"/>
              <a:gd name="connsiteX2994" fmla="*/ 1795272 w 10450132"/>
              <a:gd name="connsiteY2994" fmla="*/ 4340696 h 5450835"/>
              <a:gd name="connsiteX2995" fmla="*/ 1796061 w 10450132"/>
              <a:gd name="connsiteY2995" fmla="*/ 4341156 h 5450835"/>
              <a:gd name="connsiteX2996" fmla="*/ 1800593 w 10450132"/>
              <a:gd name="connsiteY2996" fmla="*/ 4349037 h 5450835"/>
              <a:gd name="connsiteX2997" fmla="*/ 1800593 w 10450132"/>
              <a:gd name="connsiteY2997" fmla="*/ 4349891 h 5450835"/>
              <a:gd name="connsiteX2998" fmla="*/ 1796061 w 10450132"/>
              <a:gd name="connsiteY2998" fmla="*/ 4357772 h 5450835"/>
              <a:gd name="connsiteX2999" fmla="*/ 1795272 w 10450132"/>
              <a:gd name="connsiteY2999" fmla="*/ 4358232 h 5450835"/>
              <a:gd name="connsiteX3000" fmla="*/ 1786207 w 10450132"/>
              <a:gd name="connsiteY3000" fmla="*/ 4358232 h 5450835"/>
              <a:gd name="connsiteX3001" fmla="*/ 1785419 w 10450132"/>
              <a:gd name="connsiteY3001" fmla="*/ 4357772 h 5450835"/>
              <a:gd name="connsiteX3002" fmla="*/ 1780888 w 10450132"/>
              <a:gd name="connsiteY3002" fmla="*/ 4349891 h 5450835"/>
              <a:gd name="connsiteX3003" fmla="*/ 1780888 w 10450132"/>
              <a:gd name="connsiteY3003" fmla="*/ 4349037 h 5450835"/>
              <a:gd name="connsiteX3004" fmla="*/ 1785419 w 10450132"/>
              <a:gd name="connsiteY3004" fmla="*/ 4341156 h 5450835"/>
              <a:gd name="connsiteX3005" fmla="*/ 1786207 w 10450132"/>
              <a:gd name="connsiteY3005" fmla="*/ 4340696 h 5450835"/>
              <a:gd name="connsiteX3006" fmla="*/ 1531944 w 10450132"/>
              <a:gd name="connsiteY3006" fmla="*/ 4340696 h 5450835"/>
              <a:gd name="connsiteX3007" fmla="*/ 1541009 w 10450132"/>
              <a:gd name="connsiteY3007" fmla="*/ 4340696 h 5450835"/>
              <a:gd name="connsiteX3008" fmla="*/ 1541796 w 10450132"/>
              <a:gd name="connsiteY3008" fmla="*/ 4341156 h 5450835"/>
              <a:gd name="connsiteX3009" fmla="*/ 1546330 w 10450132"/>
              <a:gd name="connsiteY3009" fmla="*/ 4349037 h 5450835"/>
              <a:gd name="connsiteX3010" fmla="*/ 1546330 w 10450132"/>
              <a:gd name="connsiteY3010" fmla="*/ 4349891 h 5450835"/>
              <a:gd name="connsiteX3011" fmla="*/ 1541796 w 10450132"/>
              <a:gd name="connsiteY3011" fmla="*/ 4357772 h 5450835"/>
              <a:gd name="connsiteX3012" fmla="*/ 1541009 w 10450132"/>
              <a:gd name="connsiteY3012" fmla="*/ 4358232 h 5450835"/>
              <a:gd name="connsiteX3013" fmla="*/ 1531944 w 10450132"/>
              <a:gd name="connsiteY3013" fmla="*/ 4358232 h 5450835"/>
              <a:gd name="connsiteX3014" fmla="*/ 1531156 w 10450132"/>
              <a:gd name="connsiteY3014" fmla="*/ 4357772 h 5450835"/>
              <a:gd name="connsiteX3015" fmla="*/ 1526623 w 10450132"/>
              <a:gd name="connsiteY3015" fmla="*/ 4349891 h 5450835"/>
              <a:gd name="connsiteX3016" fmla="*/ 1526623 w 10450132"/>
              <a:gd name="connsiteY3016" fmla="*/ 4349037 h 5450835"/>
              <a:gd name="connsiteX3017" fmla="*/ 1531156 w 10450132"/>
              <a:gd name="connsiteY3017" fmla="*/ 4341156 h 5450835"/>
              <a:gd name="connsiteX3018" fmla="*/ 1531944 w 10450132"/>
              <a:gd name="connsiteY3018" fmla="*/ 4340696 h 5450835"/>
              <a:gd name="connsiteX3019" fmla="*/ 1277461 w 10450132"/>
              <a:gd name="connsiteY3019" fmla="*/ 4340696 h 5450835"/>
              <a:gd name="connsiteX3020" fmla="*/ 1286526 w 10450132"/>
              <a:gd name="connsiteY3020" fmla="*/ 4340696 h 5450835"/>
              <a:gd name="connsiteX3021" fmla="*/ 1287315 w 10450132"/>
              <a:gd name="connsiteY3021" fmla="*/ 4341156 h 5450835"/>
              <a:gd name="connsiteX3022" fmla="*/ 1291847 w 10450132"/>
              <a:gd name="connsiteY3022" fmla="*/ 4349037 h 5450835"/>
              <a:gd name="connsiteX3023" fmla="*/ 1291847 w 10450132"/>
              <a:gd name="connsiteY3023" fmla="*/ 4349891 h 5450835"/>
              <a:gd name="connsiteX3024" fmla="*/ 1287315 w 10450132"/>
              <a:gd name="connsiteY3024" fmla="*/ 4357772 h 5450835"/>
              <a:gd name="connsiteX3025" fmla="*/ 1286526 w 10450132"/>
              <a:gd name="connsiteY3025" fmla="*/ 4358232 h 5450835"/>
              <a:gd name="connsiteX3026" fmla="*/ 1277461 w 10450132"/>
              <a:gd name="connsiteY3026" fmla="*/ 4358232 h 5450835"/>
              <a:gd name="connsiteX3027" fmla="*/ 1276673 w 10450132"/>
              <a:gd name="connsiteY3027" fmla="*/ 4357772 h 5450835"/>
              <a:gd name="connsiteX3028" fmla="*/ 1272141 w 10450132"/>
              <a:gd name="connsiteY3028" fmla="*/ 4349891 h 5450835"/>
              <a:gd name="connsiteX3029" fmla="*/ 1272141 w 10450132"/>
              <a:gd name="connsiteY3029" fmla="*/ 4349037 h 5450835"/>
              <a:gd name="connsiteX3030" fmla="*/ 1276673 w 10450132"/>
              <a:gd name="connsiteY3030" fmla="*/ 4341156 h 5450835"/>
              <a:gd name="connsiteX3031" fmla="*/ 1277461 w 10450132"/>
              <a:gd name="connsiteY3031" fmla="*/ 4340696 h 5450835"/>
              <a:gd name="connsiteX3032" fmla="*/ 1023172 w 10450132"/>
              <a:gd name="connsiteY3032" fmla="*/ 4340696 h 5450835"/>
              <a:gd name="connsiteX3033" fmla="*/ 1032236 w 10450132"/>
              <a:gd name="connsiteY3033" fmla="*/ 4340696 h 5450835"/>
              <a:gd name="connsiteX3034" fmla="*/ 1033024 w 10450132"/>
              <a:gd name="connsiteY3034" fmla="*/ 4341156 h 5450835"/>
              <a:gd name="connsiteX3035" fmla="*/ 1037555 w 10450132"/>
              <a:gd name="connsiteY3035" fmla="*/ 4349037 h 5450835"/>
              <a:gd name="connsiteX3036" fmla="*/ 1037555 w 10450132"/>
              <a:gd name="connsiteY3036" fmla="*/ 4349891 h 5450835"/>
              <a:gd name="connsiteX3037" fmla="*/ 1033024 w 10450132"/>
              <a:gd name="connsiteY3037" fmla="*/ 4357772 h 5450835"/>
              <a:gd name="connsiteX3038" fmla="*/ 1032236 w 10450132"/>
              <a:gd name="connsiteY3038" fmla="*/ 4358232 h 5450835"/>
              <a:gd name="connsiteX3039" fmla="*/ 1023172 w 10450132"/>
              <a:gd name="connsiteY3039" fmla="*/ 4358232 h 5450835"/>
              <a:gd name="connsiteX3040" fmla="*/ 1022384 w 10450132"/>
              <a:gd name="connsiteY3040" fmla="*/ 4357772 h 5450835"/>
              <a:gd name="connsiteX3041" fmla="*/ 1017848 w 10450132"/>
              <a:gd name="connsiteY3041" fmla="*/ 4349891 h 5450835"/>
              <a:gd name="connsiteX3042" fmla="*/ 1017848 w 10450132"/>
              <a:gd name="connsiteY3042" fmla="*/ 4349037 h 5450835"/>
              <a:gd name="connsiteX3043" fmla="*/ 1022384 w 10450132"/>
              <a:gd name="connsiteY3043" fmla="*/ 4341156 h 5450835"/>
              <a:gd name="connsiteX3044" fmla="*/ 1023172 w 10450132"/>
              <a:gd name="connsiteY3044" fmla="*/ 4340696 h 5450835"/>
              <a:gd name="connsiteX3045" fmla="*/ 768612 w 10450132"/>
              <a:gd name="connsiteY3045" fmla="*/ 4340696 h 5450835"/>
              <a:gd name="connsiteX3046" fmla="*/ 777675 w 10450132"/>
              <a:gd name="connsiteY3046" fmla="*/ 4340696 h 5450835"/>
              <a:gd name="connsiteX3047" fmla="*/ 778464 w 10450132"/>
              <a:gd name="connsiteY3047" fmla="*/ 4341156 h 5450835"/>
              <a:gd name="connsiteX3048" fmla="*/ 782995 w 10450132"/>
              <a:gd name="connsiteY3048" fmla="*/ 4349037 h 5450835"/>
              <a:gd name="connsiteX3049" fmla="*/ 782995 w 10450132"/>
              <a:gd name="connsiteY3049" fmla="*/ 4349891 h 5450835"/>
              <a:gd name="connsiteX3050" fmla="*/ 778464 w 10450132"/>
              <a:gd name="connsiteY3050" fmla="*/ 4357772 h 5450835"/>
              <a:gd name="connsiteX3051" fmla="*/ 777675 w 10450132"/>
              <a:gd name="connsiteY3051" fmla="*/ 4358232 h 5450835"/>
              <a:gd name="connsiteX3052" fmla="*/ 768612 w 10450132"/>
              <a:gd name="connsiteY3052" fmla="*/ 4358232 h 5450835"/>
              <a:gd name="connsiteX3053" fmla="*/ 767824 w 10450132"/>
              <a:gd name="connsiteY3053" fmla="*/ 4357772 h 5450835"/>
              <a:gd name="connsiteX3054" fmla="*/ 763291 w 10450132"/>
              <a:gd name="connsiteY3054" fmla="*/ 4349891 h 5450835"/>
              <a:gd name="connsiteX3055" fmla="*/ 763291 w 10450132"/>
              <a:gd name="connsiteY3055" fmla="*/ 4349037 h 5450835"/>
              <a:gd name="connsiteX3056" fmla="*/ 767824 w 10450132"/>
              <a:gd name="connsiteY3056" fmla="*/ 4341156 h 5450835"/>
              <a:gd name="connsiteX3057" fmla="*/ 768612 w 10450132"/>
              <a:gd name="connsiteY3057" fmla="*/ 4340696 h 5450835"/>
              <a:gd name="connsiteX3058" fmla="*/ 514311 w 10450132"/>
              <a:gd name="connsiteY3058" fmla="*/ 4340696 h 5450835"/>
              <a:gd name="connsiteX3059" fmla="*/ 523375 w 10450132"/>
              <a:gd name="connsiteY3059" fmla="*/ 4340696 h 5450835"/>
              <a:gd name="connsiteX3060" fmla="*/ 524163 w 10450132"/>
              <a:gd name="connsiteY3060" fmla="*/ 4341156 h 5450835"/>
              <a:gd name="connsiteX3061" fmla="*/ 528695 w 10450132"/>
              <a:gd name="connsiteY3061" fmla="*/ 4349037 h 5450835"/>
              <a:gd name="connsiteX3062" fmla="*/ 528695 w 10450132"/>
              <a:gd name="connsiteY3062" fmla="*/ 4349891 h 5450835"/>
              <a:gd name="connsiteX3063" fmla="*/ 524163 w 10450132"/>
              <a:gd name="connsiteY3063" fmla="*/ 4357772 h 5450835"/>
              <a:gd name="connsiteX3064" fmla="*/ 523375 w 10450132"/>
              <a:gd name="connsiteY3064" fmla="*/ 4358232 h 5450835"/>
              <a:gd name="connsiteX3065" fmla="*/ 514311 w 10450132"/>
              <a:gd name="connsiteY3065" fmla="*/ 4358232 h 5450835"/>
              <a:gd name="connsiteX3066" fmla="*/ 513523 w 10450132"/>
              <a:gd name="connsiteY3066" fmla="*/ 4357772 h 5450835"/>
              <a:gd name="connsiteX3067" fmla="*/ 508990 w 10450132"/>
              <a:gd name="connsiteY3067" fmla="*/ 4349891 h 5450835"/>
              <a:gd name="connsiteX3068" fmla="*/ 508990 w 10450132"/>
              <a:gd name="connsiteY3068" fmla="*/ 4349037 h 5450835"/>
              <a:gd name="connsiteX3069" fmla="*/ 513523 w 10450132"/>
              <a:gd name="connsiteY3069" fmla="*/ 4341156 h 5450835"/>
              <a:gd name="connsiteX3070" fmla="*/ 514311 w 10450132"/>
              <a:gd name="connsiteY3070" fmla="*/ 4340696 h 5450835"/>
              <a:gd name="connsiteX3071" fmla="*/ 259924 w 10450132"/>
              <a:gd name="connsiteY3071" fmla="*/ 4340696 h 5450835"/>
              <a:gd name="connsiteX3072" fmla="*/ 268988 w 10450132"/>
              <a:gd name="connsiteY3072" fmla="*/ 4340696 h 5450835"/>
              <a:gd name="connsiteX3073" fmla="*/ 269776 w 10450132"/>
              <a:gd name="connsiteY3073" fmla="*/ 4341156 h 5450835"/>
              <a:gd name="connsiteX3074" fmla="*/ 274307 w 10450132"/>
              <a:gd name="connsiteY3074" fmla="*/ 4349037 h 5450835"/>
              <a:gd name="connsiteX3075" fmla="*/ 274307 w 10450132"/>
              <a:gd name="connsiteY3075" fmla="*/ 4349891 h 5450835"/>
              <a:gd name="connsiteX3076" fmla="*/ 269776 w 10450132"/>
              <a:gd name="connsiteY3076" fmla="*/ 4357772 h 5450835"/>
              <a:gd name="connsiteX3077" fmla="*/ 268988 w 10450132"/>
              <a:gd name="connsiteY3077" fmla="*/ 4358232 h 5450835"/>
              <a:gd name="connsiteX3078" fmla="*/ 259924 w 10450132"/>
              <a:gd name="connsiteY3078" fmla="*/ 4358232 h 5450835"/>
              <a:gd name="connsiteX3079" fmla="*/ 259135 w 10450132"/>
              <a:gd name="connsiteY3079" fmla="*/ 4357772 h 5450835"/>
              <a:gd name="connsiteX3080" fmla="*/ 254603 w 10450132"/>
              <a:gd name="connsiteY3080" fmla="*/ 4349891 h 5450835"/>
              <a:gd name="connsiteX3081" fmla="*/ 254603 w 10450132"/>
              <a:gd name="connsiteY3081" fmla="*/ 4349037 h 5450835"/>
              <a:gd name="connsiteX3082" fmla="*/ 259135 w 10450132"/>
              <a:gd name="connsiteY3082" fmla="*/ 4341156 h 5450835"/>
              <a:gd name="connsiteX3083" fmla="*/ 259924 w 10450132"/>
              <a:gd name="connsiteY3083" fmla="*/ 4340696 h 5450835"/>
              <a:gd name="connsiteX3084" fmla="*/ 5532 w 10450132"/>
              <a:gd name="connsiteY3084" fmla="*/ 4340696 h 5450835"/>
              <a:gd name="connsiteX3085" fmla="*/ 14596 w 10450132"/>
              <a:gd name="connsiteY3085" fmla="*/ 4340696 h 5450835"/>
              <a:gd name="connsiteX3086" fmla="*/ 15384 w 10450132"/>
              <a:gd name="connsiteY3086" fmla="*/ 4341156 h 5450835"/>
              <a:gd name="connsiteX3087" fmla="*/ 19916 w 10450132"/>
              <a:gd name="connsiteY3087" fmla="*/ 4349037 h 5450835"/>
              <a:gd name="connsiteX3088" fmla="*/ 19916 w 10450132"/>
              <a:gd name="connsiteY3088" fmla="*/ 4349891 h 5450835"/>
              <a:gd name="connsiteX3089" fmla="*/ 15384 w 10450132"/>
              <a:gd name="connsiteY3089" fmla="*/ 4357772 h 5450835"/>
              <a:gd name="connsiteX3090" fmla="*/ 14596 w 10450132"/>
              <a:gd name="connsiteY3090" fmla="*/ 4358232 h 5450835"/>
              <a:gd name="connsiteX3091" fmla="*/ 5532 w 10450132"/>
              <a:gd name="connsiteY3091" fmla="*/ 4358232 h 5450835"/>
              <a:gd name="connsiteX3092" fmla="*/ 4743 w 10450132"/>
              <a:gd name="connsiteY3092" fmla="*/ 4357772 h 5450835"/>
              <a:gd name="connsiteX3093" fmla="*/ 211 w 10450132"/>
              <a:gd name="connsiteY3093" fmla="*/ 4349891 h 5450835"/>
              <a:gd name="connsiteX3094" fmla="*/ 211 w 10450132"/>
              <a:gd name="connsiteY3094" fmla="*/ 4349037 h 5450835"/>
              <a:gd name="connsiteX3095" fmla="*/ 4743 w 10450132"/>
              <a:gd name="connsiteY3095" fmla="*/ 4341156 h 5450835"/>
              <a:gd name="connsiteX3096" fmla="*/ 5532 w 10450132"/>
              <a:gd name="connsiteY3096" fmla="*/ 4340696 h 5450835"/>
              <a:gd name="connsiteX3097" fmla="*/ 10435622 w 10450132"/>
              <a:gd name="connsiteY3097" fmla="*/ 4123622 h 5450835"/>
              <a:gd name="connsiteX3098" fmla="*/ 10444686 w 10450132"/>
              <a:gd name="connsiteY3098" fmla="*/ 4123622 h 5450835"/>
              <a:gd name="connsiteX3099" fmla="*/ 10445474 w 10450132"/>
              <a:gd name="connsiteY3099" fmla="*/ 4124081 h 5450835"/>
              <a:gd name="connsiteX3100" fmla="*/ 10450007 w 10450132"/>
              <a:gd name="connsiteY3100" fmla="*/ 4131963 h 5450835"/>
              <a:gd name="connsiteX3101" fmla="*/ 10450007 w 10450132"/>
              <a:gd name="connsiteY3101" fmla="*/ 4132817 h 5450835"/>
              <a:gd name="connsiteX3102" fmla="*/ 10445474 w 10450132"/>
              <a:gd name="connsiteY3102" fmla="*/ 4140698 h 5450835"/>
              <a:gd name="connsiteX3103" fmla="*/ 10444686 w 10450132"/>
              <a:gd name="connsiteY3103" fmla="*/ 4141158 h 5450835"/>
              <a:gd name="connsiteX3104" fmla="*/ 10435622 w 10450132"/>
              <a:gd name="connsiteY3104" fmla="*/ 4141158 h 5450835"/>
              <a:gd name="connsiteX3105" fmla="*/ 10434834 w 10450132"/>
              <a:gd name="connsiteY3105" fmla="*/ 4140698 h 5450835"/>
              <a:gd name="connsiteX3106" fmla="*/ 10430302 w 10450132"/>
              <a:gd name="connsiteY3106" fmla="*/ 4132817 h 5450835"/>
              <a:gd name="connsiteX3107" fmla="*/ 10430302 w 10450132"/>
              <a:gd name="connsiteY3107" fmla="*/ 4131963 h 5450835"/>
              <a:gd name="connsiteX3108" fmla="*/ 10434834 w 10450132"/>
              <a:gd name="connsiteY3108" fmla="*/ 4124081 h 5450835"/>
              <a:gd name="connsiteX3109" fmla="*/ 10435622 w 10450132"/>
              <a:gd name="connsiteY3109" fmla="*/ 4123622 h 5450835"/>
              <a:gd name="connsiteX3110" fmla="*/ 10181242 w 10450132"/>
              <a:gd name="connsiteY3110" fmla="*/ 4123622 h 5450835"/>
              <a:gd name="connsiteX3111" fmla="*/ 10190305 w 10450132"/>
              <a:gd name="connsiteY3111" fmla="*/ 4123622 h 5450835"/>
              <a:gd name="connsiteX3112" fmla="*/ 10191093 w 10450132"/>
              <a:gd name="connsiteY3112" fmla="*/ 4124081 h 5450835"/>
              <a:gd name="connsiteX3113" fmla="*/ 10195626 w 10450132"/>
              <a:gd name="connsiteY3113" fmla="*/ 4131963 h 5450835"/>
              <a:gd name="connsiteX3114" fmla="*/ 10195626 w 10450132"/>
              <a:gd name="connsiteY3114" fmla="*/ 4132817 h 5450835"/>
              <a:gd name="connsiteX3115" fmla="*/ 10191093 w 10450132"/>
              <a:gd name="connsiteY3115" fmla="*/ 4140698 h 5450835"/>
              <a:gd name="connsiteX3116" fmla="*/ 10190305 w 10450132"/>
              <a:gd name="connsiteY3116" fmla="*/ 4141158 h 5450835"/>
              <a:gd name="connsiteX3117" fmla="*/ 10181242 w 10450132"/>
              <a:gd name="connsiteY3117" fmla="*/ 4141158 h 5450835"/>
              <a:gd name="connsiteX3118" fmla="*/ 10180453 w 10450132"/>
              <a:gd name="connsiteY3118" fmla="*/ 4140698 h 5450835"/>
              <a:gd name="connsiteX3119" fmla="*/ 10175922 w 10450132"/>
              <a:gd name="connsiteY3119" fmla="*/ 4132817 h 5450835"/>
              <a:gd name="connsiteX3120" fmla="*/ 10175922 w 10450132"/>
              <a:gd name="connsiteY3120" fmla="*/ 4131963 h 5450835"/>
              <a:gd name="connsiteX3121" fmla="*/ 10180453 w 10450132"/>
              <a:gd name="connsiteY3121" fmla="*/ 4124081 h 5450835"/>
              <a:gd name="connsiteX3122" fmla="*/ 10181242 w 10450132"/>
              <a:gd name="connsiteY3122" fmla="*/ 4123622 h 5450835"/>
              <a:gd name="connsiteX3123" fmla="*/ 9926861 w 10450132"/>
              <a:gd name="connsiteY3123" fmla="*/ 4123622 h 5450835"/>
              <a:gd name="connsiteX3124" fmla="*/ 9935924 w 10450132"/>
              <a:gd name="connsiteY3124" fmla="*/ 4123622 h 5450835"/>
              <a:gd name="connsiteX3125" fmla="*/ 9936713 w 10450132"/>
              <a:gd name="connsiteY3125" fmla="*/ 4124081 h 5450835"/>
              <a:gd name="connsiteX3126" fmla="*/ 9941246 w 10450132"/>
              <a:gd name="connsiteY3126" fmla="*/ 4131963 h 5450835"/>
              <a:gd name="connsiteX3127" fmla="*/ 9941246 w 10450132"/>
              <a:gd name="connsiteY3127" fmla="*/ 4132817 h 5450835"/>
              <a:gd name="connsiteX3128" fmla="*/ 9936713 w 10450132"/>
              <a:gd name="connsiteY3128" fmla="*/ 4140698 h 5450835"/>
              <a:gd name="connsiteX3129" fmla="*/ 9935924 w 10450132"/>
              <a:gd name="connsiteY3129" fmla="*/ 4141158 h 5450835"/>
              <a:gd name="connsiteX3130" fmla="*/ 9926861 w 10450132"/>
              <a:gd name="connsiteY3130" fmla="*/ 4141158 h 5450835"/>
              <a:gd name="connsiteX3131" fmla="*/ 9926073 w 10450132"/>
              <a:gd name="connsiteY3131" fmla="*/ 4140698 h 5450835"/>
              <a:gd name="connsiteX3132" fmla="*/ 9921541 w 10450132"/>
              <a:gd name="connsiteY3132" fmla="*/ 4132817 h 5450835"/>
              <a:gd name="connsiteX3133" fmla="*/ 9921541 w 10450132"/>
              <a:gd name="connsiteY3133" fmla="*/ 4131963 h 5450835"/>
              <a:gd name="connsiteX3134" fmla="*/ 9926073 w 10450132"/>
              <a:gd name="connsiteY3134" fmla="*/ 4124081 h 5450835"/>
              <a:gd name="connsiteX3135" fmla="*/ 9926861 w 10450132"/>
              <a:gd name="connsiteY3135" fmla="*/ 4123622 h 5450835"/>
              <a:gd name="connsiteX3136" fmla="*/ 9672481 w 10450132"/>
              <a:gd name="connsiteY3136" fmla="*/ 4123622 h 5450835"/>
              <a:gd name="connsiteX3137" fmla="*/ 9681545 w 10450132"/>
              <a:gd name="connsiteY3137" fmla="*/ 4123622 h 5450835"/>
              <a:gd name="connsiteX3138" fmla="*/ 9682333 w 10450132"/>
              <a:gd name="connsiteY3138" fmla="*/ 4124081 h 5450835"/>
              <a:gd name="connsiteX3139" fmla="*/ 9686865 w 10450132"/>
              <a:gd name="connsiteY3139" fmla="*/ 4131963 h 5450835"/>
              <a:gd name="connsiteX3140" fmla="*/ 9686865 w 10450132"/>
              <a:gd name="connsiteY3140" fmla="*/ 4132817 h 5450835"/>
              <a:gd name="connsiteX3141" fmla="*/ 9682333 w 10450132"/>
              <a:gd name="connsiteY3141" fmla="*/ 4140698 h 5450835"/>
              <a:gd name="connsiteX3142" fmla="*/ 9681545 w 10450132"/>
              <a:gd name="connsiteY3142" fmla="*/ 4141158 h 5450835"/>
              <a:gd name="connsiteX3143" fmla="*/ 9672481 w 10450132"/>
              <a:gd name="connsiteY3143" fmla="*/ 4141158 h 5450835"/>
              <a:gd name="connsiteX3144" fmla="*/ 9671693 w 10450132"/>
              <a:gd name="connsiteY3144" fmla="*/ 4140698 h 5450835"/>
              <a:gd name="connsiteX3145" fmla="*/ 9667160 w 10450132"/>
              <a:gd name="connsiteY3145" fmla="*/ 4132817 h 5450835"/>
              <a:gd name="connsiteX3146" fmla="*/ 9667160 w 10450132"/>
              <a:gd name="connsiteY3146" fmla="*/ 4131963 h 5450835"/>
              <a:gd name="connsiteX3147" fmla="*/ 9671693 w 10450132"/>
              <a:gd name="connsiteY3147" fmla="*/ 4124081 h 5450835"/>
              <a:gd name="connsiteX3148" fmla="*/ 9672481 w 10450132"/>
              <a:gd name="connsiteY3148" fmla="*/ 4123622 h 5450835"/>
              <a:gd name="connsiteX3149" fmla="*/ 9418035 w 10450132"/>
              <a:gd name="connsiteY3149" fmla="*/ 4123622 h 5450835"/>
              <a:gd name="connsiteX3150" fmla="*/ 9427099 w 10450132"/>
              <a:gd name="connsiteY3150" fmla="*/ 4123622 h 5450835"/>
              <a:gd name="connsiteX3151" fmla="*/ 9427887 w 10450132"/>
              <a:gd name="connsiteY3151" fmla="*/ 4124081 h 5450835"/>
              <a:gd name="connsiteX3152" fmla="*/ 9432419 w 10450132"/>
              <a:gd name="connsiteY3152" fmla="*/ 4131963 h 5450835"/>
              <a:gd name="connsiteX3153" fmla="*/ 9432419 w 10450132"/>
              <a:gd name="connsiteY3153" fmla="*/ 4132817 h 5450835"/>
              <a:gd name="connsiteX3154" fmla="*/ 9427887 w 10450132"/>
              <a:gd name="connsiteY3154" fmla="*/ 4140698 h 5450835"/>
              <a:gd name="connsiteX3155" fmla="*/ 9427099 w 10450132"/>
              <a:gd name="connsiteY3155" fmla="*/ 4141158 h 5450835"/>
              <a:gd name="connsiteX3156" fmla="*/ 9418035 w 10450132"/>
              <a:gd name="connsiteY3156" fmla="*/ 4141158 h 5450835"/>
              <a:gd name="connsiteX3157" fmla="*/ 9417247 w 10450132"/>
              <a:gd name="connsiteY3157" fmla="*/ 4140698 h 5450835"/>
              <a:gd name="connsiteX3158" fmla="*/ 9412714 w 10450132"/>
              <a:gd name="connsiteY3158" fmla="*/ 4132817 h 5450835"/>
              <a:gd name="connsiteX3159" fmla="*/ 9412714 w 10450132"/>
              <a:gd name="connsiteY3159" fmla="*/ 4131963 h 5450835"/>
              <a:gd name="connsiteX3160" fmla="*/ 9417247 w 10450132"/>
              <a:gd name="connsiteY3160" fmla="*/ 4124081 h 5450835"/>
              <a:gd name="connsiteX3161" fmla="*/ 9418035 w 10450132"/>
              <a:gd name="connsiteY3161" fmla="*/ 4123622 h 5450835"/>
              <a:gd name="connsiteX3162" fmla="*/ 9163654 w 10450132"/>
              <a:gd name="connsiteY3162" fmla="*/ 4123622 h 5450835"/>
              <a:gd name="connsiteX3163" fmla="*/ 9172718 w 10450132"/>
              <a:gd name="connsiteY3163" fmla="*/ 4123622 h 5450835"/>
              <a:gd name="connsiteX3164" fmla="*/ 9173506 w 10450132"/>
              <a:gd name="connsiteY3164" fmla="*/ 4124081 h 5450835"/>
              <a:gd name="connsiteX3165" fmla="*/ 9178038 w 10450132"/>
              <a:gd name="connsiteY3165" fmla="*/ 4131963 h 5450835"/>
              <a:gd name="connsiteX3166" fmla="*/ 9178038 w 10450132"/>
              <a:gd name="connsiteY3166" fmla="*/ 4132817 h 5450835"/>
              <a:gd name="connsiteX3167" fmla="*/ 9173506 w 10450132"/>
              <a:gd name="connsiteY3167" fmla="*/ 4140698 h 5450835"/>
              <a:gd name="connsiteX3168" fmla="*/ 9172718 w 10450132"/>
              <a:gd name="connsiteY3168" fmla="*/ 4141158 h 5450835"/>
              <a:gd name="connsiteX3169" fmla="*/ 9163654 w 10450132"/>
              <a:gd name="connsiteY3169" fmla="*/ 4141158 h 5450835"/>
              <a:gd name="connsiteX3170" fmla="*/ 9162866 w 10450132"/>
              <a:gd name="connsiteY3170" fmla="*/ 4140698 h 5450835"/>
              <a:gd name="connsiteX3171" fmla="*/ 9158333 w 10450132"/>
              <a:gd name="connsiteY3171" fmla="*/ 4132817 h 5450835"/>
              <a:gd name="connsiteX3172" fmla="*/ 9158333 w 10450132"/>
              <a:gd name="connsiteY3172" fmla="*/ 4131963 h 5450835"/>
              <a:gd name="connsiteX3173" fmla="*/ 9162866 w 10450132"/>
              <a:gd name="connsiteY3173" fmla="*/ 4124081 h 5450835"/>
              <a:gd name="connsiteX3174" fmla="*/ 9163654 w 10450132"/>
              <a:gd name="connsiteY3174" fmla="*/ 4123622 h 5450835"/>
              <a:gd name="connsiteX3175" fmla="*/ 8909274 w 10450132"/>
              <a:gd name="connsiteY3175" fmla="*/ 4123622 h 5450835"/>
              <a:gd name="connsiteX3176" fmla="*/ 8918336 w 10450132"/>
              <a:gd name="connsiteY3176" fmla="*/ 4123622 h 5450835"/>
              <a:gd name="connsiteX3177" fmla="*/ 8919125 w 10450132"/>
              <a:gd name="connsiteY3177" fmla="*/ 4124081 h 5450835"/>
              <a:gd name="connsiteX3178" fmla="*/ 8923657 w 10450132"/>
              <a:gd name="connsiteY3178" fmla="*/ 4131963 h 5450835"/>
              <a:gd name="connsiteX3179" fmla="*/ 8923657 w 10450132"/>
              <a:gd name="connsiteY3179" fmla="*/ 4132817 h 5450835"/>
              <a:gd name="connsiteX3180" fmla="*/ 8919125 w 10450132"/>
              <a:gd name="connsiteY3180" fmla="*/ 4140698 h 5450835"/>
              <a:gd name="connsiteX3181" fmla="*/ 8918336 w 10450132"/>
              <a:gd name="connsiteY3181" fmla="*/ 4141158 h 5450835"/>
              <a:gd name="connsiteX3182" fmla="*/ 8909274 w 10450132"/>
              <a:gd name="connsiteY3182" fmla="*/ 4141158 h 5450835"/>
              <a:gd name="connsiteX3183" fmla="*/ 8908484 w 10450132"/>
              <a:gd name="connsiteY3183" fmla="*/ 4140698 h 5450835"/>
              <a:gd name="connsiteX3184" fmla="*/ 8903953 w 10450132"/>
              <a:gd name="connsiteY3184" fmla="*/ 4132817 h 5450835"/>
              <a:gd name="connsiteX3185" fmla="*/ 8903953 w 10450132"/>
              <a:gd name="connsiteY3185" fmla="*/ 4131963 h 5450835"/>
              <a:gd name="connsiteX3186" fmla="*/ 8908484 w 10450132"/>
              <a:gd name="connsiteY3186" fmla="*/ 4124081 h 5450835"/>
              <a:gd name="connsiteX3187" fmla="*/ 8909274 w 10450132"/>
              <a:gd name="connsiteY3187" fmla="*/ 4123622 h 5450835"/>
              <a:gd name="connsiteX3188" fmla="*/ 8654892 w 10450132"/>
              <a:gd name="connsiteY3188" fmla="*/ 4123622 h 5450835"/>
              <a:gd name="connsiteX3189" fmla="*/ 8663955 w 10450132"/>
              <a:gd name="connsiteY3189" fmla="*/ 4123622 h 5450835"/>
              <a:gd name="connsiteX3190" fmla="*/ 8664744 w 10450132"/>
              <a:gd name="connsiteY3190" fmla="*/ 4124081 h 5450835"/>
              <a:gd name="connsiteX3191" fmla="*/ 8669277 w 10450132"/>
              <a:gd name="connsiteY3191" fmla="*/ 4131963 h 5450835"/>
              <a:gd name="connsiteX3192" fmla="*/ 8669277 w 10450132"/>
              <a:gd name="connsiteY3192" fmla="*/ 4132817 h 5450835"/>
              <a:gd name="connsiteX3193" fmla="*/ 8664744 w 10450132"/>
              <a:gd name="connsiteY3193" fmla="*/ 4140698 h 5450835"/>
              <a:gd name="connsiteX3194" fmla="*/ 8663955 w 10450132"/>
              <a:gd name="connsiteY3194" fmla="*/ 4141158 h 5450835"/>
              <a:gd name="connsiteX3195" fmla="*/ 8654892 w 10450132"/>
              <a:gd name="connsiteY3195" fmla="*/ 4141158 h 5450835"/>
              <a:gd name="connsiteX3196" fmla="*/ 8654104 w 10450132"/>
              <a:gd name="connsiteY3196" fmla="*/ 4140698 h 5450835"/>
              <a:gd name="connsiteX3197" fmla="*/ 8649572 w 10450132"/>
              <a:gd name="connsiteY3197" fmla="*/ 4132817 h 5450835"/>
              <a:gd name="connsiteX3198" fmla="*/ 8649572 w 10450132"/>
              <a:gd name="connsiteY3198" fmla="*/ 4131963 h 5450835"/>
              <a:gd name="connsiteX3199" fmla="*/ 8654104 w 10450132"/>
              <a:gd name="connsiteY3199" fmla="*/ 4124081 h 5450835"/>
              <a:gd name="connsiteX3200" fmla="*/ 8654892 w 10450132"/>
              <a:gd name="connsiteY3200" fmla="*/ 4123622 h 5450835"/>
              <a:gd name="connsiteX3201" fmla="*/ 8400511 w 10450132"/>
              <a:gd name="connsiteY3201" fmla="*/ 4123622 h 5450835"/>
              <a:gd name="connsiteX3202" fmla="*/ 8409575 w 10450132"/>
              <a:gd name="connsiteY3202" fmla="*/ 4123622 h 5450835"/>
              <a:gd name="connsiteX3203" fmla="*/ 8410363 w 10450132"/>
              <a:gd name="connsiteY3203" fmla="*/ 4124081 h 5450835"/>
              <a:gd name="connsiteX3204" fmla="*/ 8414896 w 10450132"/>
              <a:gd name="connsiteY3204" fmla="*/ 4131963 h 5450835"/>
              <a:gd name="connsiteX3205" fmla="*/ 8414896 w 10450132"/>
              <a:gd name="connsiteY3205" fmla="*/ 4132817 h 5450835"/>
              <a:gd name="connsiteX3206" fmla="*/ 8410363 w 10450132"/>
              <a:gd name="connsiteY3206" fmla="*/ 4140698 h 5450835"/>
              <a:gd name="connsiteX3207" fmla="*/ 8409575 w 10450132"/>
              <a:gd name="connsiteY3207" fmla="*/ 4141158 h 5450835"/>
              <a:gd name="connsiteX3208" fmla="*/ 8400511 w 10450132"/>
              <a:gd name="connsiteY3208" fmla="*/ 4141158 h 5450835"/>
              <a:gd name="connsiteX3209" fmla="*/ 8399723 w 10450132"/>
              <a:gd name="connsiteY3209" fmla="*/ 4140698 h 5450835"/>
              <a:gd name="connsiteX3210" fmla="*/ 8395191 w 10450132"/>
              <a:gd name="connsiteY3210" fmla="*/ 4132817 h 5450835"/>
              <a:gd name="connsiteX3211" fmla="*/ 8395191 w 10450132"/>
              <a:gd name="connsiteY3211" fmla="*/ 4131963 h 5450835"/>
              <a:gd name="connsiteX3212" fmla="*/ 8399723 w 10450132"/>
              <a:gd name="connsiteY3212" fmla="*/ 4124081 h 5450835"/>
              <a:gd name="connsiteX3213" fmla="*/ 8400511 w 10450132"/>
              <a:gd name="connsiteY3213" fmla="*/ 4123622 h 5450835"/>
              <a:gd name="connsiteX3214" fmla="*/ 8146065 w 10450132"/>
              <a:gd name="connsiteY3214" fmla="*/ 4123622 h 5450835"/>
              <a:gd name="connsiteX3215" fmla="*/ 8155129 w 10450132"/>
              <a:gd name="connsiteY3215" fmla="*/ 4123622 h 5450835"/>
              <a:gd name="connsiteX3216" fmla="*/ 8155917 w 10450132"/>
              <a:gd name="connsiteY3216" fmla="*/ 4124081 h 5450835"/>
              <a:gd name="connsiteX3217" fmla="*/ 8160449 w 10450132"/>
              <a:gd name="connsiteY3217" fmla="*/ 4131963 h 5450835"/>
              <a:gd name="connsiteX3218" fmla="*/ 8160449 w 10450132"/>
              <a:gd name="connsiteY3218" fmla="*/ 4132817 h 5450835"/>
              <a:gd name="connsiteX3219" fmla="*/ 8155917 w 10450132"/>
              <a:gd name="connsiteY3219" fmla="*/ 4140698 h 5450835"/>
              <a:gd name="connsiteX3220" fmla="*/ 8155129 w 10450132"/>
              <a:gd name="connsiteY3220" fmla="*/ 4141158 h 5450835"/>
              <a:gd name="connsiteX3221" fmla="*/ 8146065 w 10450132"/>
              <a:gd name="connsiteY3221" fmla="*/ 4141158 h 5450835"/>
              <a:gd name="connsiteX3222" fmla="*/ 8145277 w 10450132"/>
              <a:gd name="connsiteY3222" fmla="*/ 4140698 h 5450835"/>
              <a:gd name="connsiteX3223" fmla="*/ 8140745 w 10450132"/>
              <a:gd name="connsiteY3223" fmla="*/ 4132817 h 5450835"/>
              <a:gd name="connsiteX3224" fmla="*/ 8140745 w 10450132"/>
              <a:gd name="connsiteY3224" fmla="*/ 4131963 h 5450835"/>
              <a:gd name="connsiteX3225" fmla="*/ 8145277 w 10450132"/>
              <a:gd name="connsiteY3225" fmla="*/ 4124081 h 5450835"/>
              <a:gd name="connsiteX3226" fmla="*/ 8146065 w 10450132"/>
              <a:gd name="connsiteY3226" fmla="*/ 4123622 h 5450835"/>
              <a:gd name="connsiteX3227" fmla="*/ 7891684 w 10450132"/>
              <a:gd name="connsiteY3227" fmla="*/ 4123622 h 5450835"/>
              <a:gd name="connsiteX3228" fmla="*/ 7900748 w 10450132"/>
              <a:gd name="connsiteY3228" fmla="*/ 4123622 h 5450835"/>
              <a:gd name="connsiteX3229" fmla="*/ 7901536 w 10450132"/>
              <a:gd name="connsiteY3229" fmla="*/ 4124081 h 5450835"/>
              <a:gd name="connsiteX3230" fmla="*/ 7906067 w 10450132"/>
              <a:gd name="connsiteY3230" fmla="*/ 4131963 h 5450835"/>
              <a:gd name="connsiteX3231" fmla="*/ 7906067 w 10450132"/>
              <a:gd name="connsiteY3231" fmla="*/ 4132817 h 5450835"/>
              <a:gd name="connsiteX3232" fmla="*/ 7901536 w 10450132"/>
              <a:gd name="connsiteY3232" fmla="*/ 4140698 h 5450835"/>
              <a:gd name="connsiteX3233" fmla="*/ 7900748 w 10450132"/>
              <a:gd name="connsiteY3233" fmla="*/ 4141158 h 5450835"/>
              <a:gd name="connsiteX3234" fmla="*/ 7891684 w 10450132"/>
              <a:gd name="connsiteY3234" fmla="*/ 4141158 h 5450835"/>
              <a:gd name="connsiteX3235" fmla="*/ 7890896 w 10450132"/>
              <a:gd name="connsiteY3235" fmla="*/ 4140698 h 5450835"/>
              <a:gd name="connsiteX3236" fmla="*/ 7886363 w 10450132"/>
              <a:gd name="connsiteY3236" fmla="*/ 4132817 h 5450835"/>
              <a:gd name="connsiteX3237" fmla="*/ 7886363 w 10450132"/>
              <a:gd name="connsiteY3237" fmla="*/ 4131963 h 5450835"/>
              <a:gd name="connsiteX3238" fmla="*/ 7890896 w 10450132"/>
              <a:gd name="connsiteY3238" fmla="*/ 4124081 h 5450835"/>
              <a:gd name="connsiteX3239" fmla="*/ 7891684 w 10450132"/>
              <a:gd name="connsiteY3239" fmla="*/ 4123622 h 5450835"/>
              <a:gd name="connsiteX3240" fmla="*/ 7637304 w 10450132"/>
              <a:gd name="connsiteY3240" fmla="*/ 4123622 h 5450835"/>
              <a:gd name="connsiteX3241" fmla="*/ 7646367 w 10450132"/>
              <a:gd name="connsiteY3241" fmla="*/ 4123622 h 5450835"/>
              <a:gd name="connsiteX3242" fmla="*/ 7647156 w 10450132"/>
              <a:gd name="connsiteY3242" fmla="*/ 4124081 h 5450835"/>
              <a:gd name="connsiteX3243" fmla="*/ 7651687 w 10450132"/>
              <a:gd name="connsiteY3243" fmla="*/ 4131963 h 5450835"/>
              <a:gd name="connsiteX3244" fmla="*/ 7651687 w 10450132"/>
              <a:gd name="connsiteY3244" fmla="*/ 4132817 h 5450835"/>
              <a:gd name="connsiteX3245" fmla="*/ 7647156 w 10450132"/>
              <a:gd name="connsiteY3245" fmla="*/ 4140698 h 5450835"/>
              <a:gd name="connsiteX3246" fmla="*/ 7646367 w 10450132"/>
              <a:gd name="connsiteY3246" fmla="*/ 4141158 h 5450835"/>
              <a:gd name="connsiteX3247" fmla="*/ 7637304 w 10450132"/>
              <a:gd name="connsiteY3247" fmla="*/ 4141158 h 5450835"/>
              <a:gd name="connsiteX3248" fmla="*/ 7636516 w 10450132"/>
              <a:gd name="connsiteY3248" fmla="*/ 4140698 h 5450835"/>
              <a:gd name="connsiteX3249" fmla="*/ 7631983 w 10450132"/>
              <a:gd name="connsiteY3249" fmla="*/ 4132817 h 5450835"/>
              <a:gd name="connsiteX3250" fmla="*/ 7631983 w 10450132"/>
              <a:gd name="connsiteY3250" fmla="*/ 4131963 h 5450835"/>
              <a:gd name="connsiteX3251" fmla="*/ 7636516 w 10450132"/>
              <a:gd name="connsiteY3251" fmla="*/ 4124081 h 5450835"/>
              <a:gd name="connsiteX3252" fmla="*/ 7637304 w 10450132"/>
              <a:gd name="connsiteY3252" fmla="*/ 4123622 h 5450835"/>
              <a:gd name="connsiteX3253" fmla="*/ 7382923 w 10450132"/>
              <a:gd name="connsiteY3253" fmla="*/ 4123622 h 5450835"/>
              <a:gd name="connsiteX3254" fmla="*/ 7391987 w 10450132"/>
              <a:gd name="connsiteY3254" fmla="*/ 4123622 h 5450835"/>
              <a:gd name="connsiteX3255" fmla="*/ 7392775 w 10450132"/>
              <a:gd name="connsiteY3255" fmla="*/ 4124081 h 5450835"/>
              <a:gd name="connsiteX3256" fmla="*/ 7397307 w 10450132"/>
              <a:gd name="connsiteY3256" fmla="*/ 4131963 h 5450835"/>
              <a:gd name="connsiteX3257" fmla="*/ 7397307 w 10450132"/>
              <a:gd name="connsiteY3257" fmla="*/ 4132817 h 5450835"/>
              <a:gd name="connsiteX3258" fmla="*/ 7392775 w 10450132"/>
              <a:gd name="connsiteY3258" fmla="*/ 4140698 h 5450835"/>
              <a:gd name="connsiteX3259" fmla="*/ 7391987 w 10450132"/>
              <a:gd name="connsiteY3259" fmla="*/ 4141158 h 5450835"/>
              <a:gd name="connsiteX3260" fmla="*/ 7382923 w 10450132"/>
              <a:gd name="connsiteY3260" fmla="*/ 4141158 h 5450835"/>
              <a:gd name="connsiteX3261" fmla="*/ 7382135 w 10450132"/>
              <a:gd name="connsiteY3261" fmla="*/ 4140698 h 5450835"/>
              <a:gd name="connsiteX3262" fmla="*/ 7377602 w 10450132"/>
              <a:gd name="connsiteY3262" fmla="*/ 4132817 h 5450835"/>
              <a:gd name="connsiteX3263" fmla="*/ 7377602 w 10450132"/>
              <a:gd name="connsiteY3263" fmla="*/ 4131963 h 5450835"/>
              <a:gd name="connsiteX3264" fmla="*/ 7382135 w 10450132"/>
              <a:gd name="connsiteY3264" fmla="*/ 4124081 h 5450835"/>
              <a:gd name="connsiteX3265" fmla="*/ 7382923 w 10450132"/>
              <a:gd name="connsiteY3265" fmla="*/ 4123622 h 5450835"/>
              <a:gd name="connsiteX3266" fmla="*/ 7128477 w 10450132"/>
              <a:gd name="connsiteY3266" fmla="*/ 4123622 h 5450835"/>
              <a:gd name="connsiteX3267" fmla="*/ 7137540 w 10450132"/>
              <a:gd name="connsiteY3267" fmla="*/ 4123622 h 5450835"/>
              <a:gd name="connsiteX3268" fmla="*/ 7138328 w 10450132"/>
              <a:gd name="connsiteY3268" fmla="*/ 4124081 h 5450835"/>
              <a:gd name="connsiteX3269" fmla="*/ 7142860 w 10450132"/>
              <a:gd name="connsiteY3269" fmla="*/ 4131963 h 5450835"/>
              <a:gd name="connsiteX3270" fmla="*/ 7142860 w 10450132"/>
              <a:gd name="connsiteY3270" fmla="*/ 4132817 h 5450835"/>
              <a:gd name="connsiteX3271" fmla="*/ 7138328 w 10450132"/>
              <a:gd name="connsiteY3271" fmla="*/ 4140698 h 5450835"/>
              <a:gd name="connsiteX3272" fmla="*/ 7137540 w 10450132"/>
              <a:gd name="connsiteY3272" fmla="*/ 4141158 h 5450835"/>
              <a:gd name="connsiteX3273" fmla="*/ 7128477 w 10450132"/>
              <a:gd name="connsiteY3273" fmla="*/ 4141158 h 5450835"/>
              <a:gd name="connsiteX3274" fmla="*/ 7127689 w 10450132"/>
              <a:gd name="connsiteY3274" fmla="*/ 4140698 h 5450835"/>
              <a:gd name="connsiteX3275" fmla="*/ 7123156 w 10450132"/>
              <a:gd name="connsiteY3275" fmla="*/ 4132817 h 5450835"/>
              <a:gd name="connsiteX3276" fmla="*/ 7123156 w 10450132"/>
              <a:gd name="connsiteY3276" fmla="*/ 4131963 h 5450835"/>
              <a:gd name="connsiteX3277" fmla="*/ 7127689 w 10450132"/>
              <a:gd name="connsiteY3277" fmla="*/ 4124081 h 5450835"/>
              <a:gd name="connsiteX3278" fmla="*/ 7128477 w 10450132"/>
              <a:gd name="connsiteY3278" fmla="*/ 4123622 h 5450835"/>
              <a:gd name="connsiteX3279" fmla="*/ 6874095 w 10450132"/>
              <a:gd name="connsiteY3279" fmla="*/ 4123622 h 5450835"/>
              <a:gd name="connsiteX3280" fmla="*/ 6883159 w 10450132"/>
              <a:gd name="connsiteY3280" fmla="*/ 4123622 h 5450835"/>
              <a:gd name="connsiteX3281" fmla="*/ 6883947 w 10450132"/>
              <a:gd name="connsiteY3281" fmla="*/ 4124081 h 5450835"/>
              <a:gd name="connsiteX3282" fmla="*/ 6888480 w 10450132"/>
              <a:gd name="connsiteY3282" fmla="*/ 4131963 h 5450835"/>
              <a:gd name="connsiteX3283" fmla="*/ 6888480 w 10450132"/>
              <a:gd name="connsiteY3283" fmla="*/ 4132817 h 5450835"/>
              <a:gd name="connsiteX3284" fmla="*/ 6883947 w 10450132"/>
              <a:gd name="connsiteY3284" fmla="*/ 4140698 h 5450835"/>
              <a:gd name="connsiteX3285" fmla="*/ 6883159 w 10450132"/>
              <a:gd name="connsiteY3285" fmla="*/ 4141158 h 5450835"/>
              <a:gd name="connsiteX3286" fmla="*/ 6874095 w 10450132"/>
              <a:gd name="connsiteY3286" fmla="*/ 4141158 h 5450835"/>
              <a:gd name="connsiteX3287" fmla="*/ 6873307 w 10450132"/>
              <a:gd name="connsiteY3287" fmla="*/ 4140698 h 5450835"/>
              <a:gd name="connsiteX3288" fmla="*/ 6868775 w 10450132"/>
              <a:gd name="connsiteY3288" fmla="*/ 4132817 h 5450835"/>
              <a:gd name="connsiteX3289" fmla="*/ 6868775 w 10450132"/>
              <a:gd name="connsiteY3289" fmla="*/ 4131963 h 5450835"/>
              <a:gd name="connsiteX3290" fmla="*/ 6873307 w 10450132"/>
              <a:gd name="connsiteY3290" fmla="*/ 4124081 h 5450835"/>
              <a:gd name="connsiteX3291" fmla="*/ 6874095 w 10450132"/>
              <a:gd name="connsiteY3291" fmla="*/ 4123622 h 5450835"/>
              <a:gd name="connsiteX3292" fmla="*/ 6619714 w 10450132"/>
              <a:gd name="connsiteY3292" fmla="*/ 4123622 h 5450835"/>
              <a:gd name="connsiteX3293" fmla="*/ 6628778 w 10450132"/>
              <a:gd name="connsiteY3293" fmla="*/ 4123622 h 5450835"/>
              <a:gd name="connsiteX3294" fmla="*/ 6629566 w 10450132"/>
              <a:gd name="connsiteY3294" fmla="*/ 4124081 h 5450835"/>
              <a:gd name="connsiteX3295" fmla="*/ 6634099 w 10450132"/>
              <a:gd name="connsiteY3295" fmla="*/ 4131963 h 5450835"/>
              <a:gd name="connsiteX3296" fmla="*/ 6634099 w 10450132"/>
              <a:gd name="connsiteY3296" fmla="*/ 4132817 h 5450835"/>
              <a:gd name="connsiteX3297" fmla="*/ 6629566 w 10450132"/>
              <a:gd name="connsiteY3297" fmla="*/ 4140698 h 5450835"/>
              <a:gd name="connsiteX3298" fmla="*/ 6628778 w 10450132"/>
              <a:gd name="connsiteY3298" fmla="*/ 4141158 h 5450835"/>
              <a:gd name="connsiteX3299" fmla="*/ 6619714 w 10450132"/>
              <a:gd name="connsiteY3299" fmla="*/ 4141158 h 5450835"/>
              <a:gd name="connsiteX3300" fmla="*/ 6618926 w 10450132"/>
              <a:gd name="connsiteY3300" fmla="*/ 4140698 h 5450835"/>
              <a:gd name="connsiteX3301" fmla="*/ 6614394 w 10450132"/>
              <a:gd name="connsiteY3301" fmla="*/ 4132817 h 5450835"/>
              <a:gd name="connsiteX3302" fmla="*/ 6614394 w 10450132"/>
              <a:gd name="connsiteY3302" fmla="*/ 4131963 h 5450835"/>
              <a:gd name="connsiteX3303" fmla="*/ 6618926 w 10450132"/>
              <a:gd name="connsiteY3303" fmla="*/ 4124081 h 5450835"/>
              <a:gd name="connsiteX3304" fmla="*/ 6619714 w 10450132"/>
              <a:gd name="connsiteY3304" fmla="*/ 4123622 h 5450835"/>
              <a:gd name="connsiteX3305" fmla="*/ 6365334 w 10450132"/>
              <a:gd name="connsiteY3305" fmla="*/ 4123622 h 5450835"/>
              <a:gd name="connsiteX3306" fmla="*/ 6374397 w 10450132"/>
              <a:gd name="connsiteY3306" fmla="*/ 4123622 h 5450835"/>
              <a:gd name="connsiteX3307" fmla="*/ 6375186 w 10450132"/>
              <a:gd name="connsiteY3307" fmla="*/ 4124081 h 5450835"/>
              <a:gd name="connsiteX3308" fmla="*/ 6379718 w 10450132"/>
              <a:gd name="connsiteY3308" fmla="*/ 4131963 h 5450835"/>
              <a:gd name="connsiteX3309" fmla="*/ 6379718 w 10450132"/>
              <a:gd name="connsiteY3309" fmla="*/ 4132817 h 5450835"/>
              <a:gd name="connsiteX3310" fmla="*/ 6375186 w 10450132"/>
              <a:gd name="connsiteY3310" fmla="*/ 4140698 h 5450835"/>
              <a:gd name="connsiteX3311" fmla="*/ 6374397 w 10450132"/>
              <a:gd name="connsiteY3311" fmla="*/ 4141158 h 5450835"/>
              <a:gd name="connsiteX3312" fmla="*/ 6365334 w 10450132"/>
              <a:gd name="connsiteY3312" fmla="*/ 4141158 h 5450835"/>
              <a:gd name="connsiteX3313" fmla="*/ 6364546 w 10450132"/>
              <a:gd name="connsiteY3313" fmla="*/ 4140698 h 5450835"/>
              <a:gd name="connsiteX3314" fmla="*/ 6360014 w 10450132"/>
              <a:gd name="connsiteY3314" fmla="*/ 4132817 h 5450835"/>
              <a:gd name="connsiteX3315" fmla="*/ 6360014 w 10450132"/>
              <a:gd name="connsiteY3315" fmla="*/ 4131963 h 5450835"/>
              <a:gd name="connsiteX3316" fmla="*/ 6364546 w 10450132"/>
              <a:gd name="connsiteY3316" fmla="*/ 4124081 h 5450835"/>
              <a:gd name="connsiteX3317" fmla="*/ 6365334 w 10450132"/>
              <a:gd name="connsiteY3317" fmla="*/ 4123622 h 5450835"/>
              <a:gd name="connsiteX3318" fmla="*/ 6110888 w 10450132"/>
              <a:gd name="connsiteY3318" fmla="*/ 4123622 h 5450835"/>
              <a:gd name="connsiteX3319" fmla="*/ 6119953 w 10450132"/>
              <a:gd name="connsiteY3319" fmla="*/ 4123622 h 5450835"/>
              <a:gd name="connsiteX3320" fmla="*/ 6120740 w 10450132"/>
              <a:gd name="connsiteY3320" fmla="*/ 4124081 h 5450835"/>
              <a:gd name="connsiteX3321" fmla="*/ 6125272 w 10450132"/>
              <a:gd name="connsiteY3321" fmla="*/ 4131963 h 5450835"/>
              <a:gd name="connsiteX3322" fmla="*/ 6125272 w 10450132"/>
              <a:gd name="connsiteY3322" fmla="*/ 4132817 h 5450835"/>
              <a:gd name="connsiteX3323" fmla="*/ 6120740 w 10450132"/>
              <a:gd name="connsiteY3323" fmla="*/ 4140698 h 5450835"/>
              <a:gd name="connsiteX3324" fmla="*/ 6119953 w 10450132"/>
              <a:gd name="connsiteY3324" fmla="*/ 4141158 h 5450835"/>
              <a:gd name="connsiteX3325" fmla="*/ 6110888 w 10450132"/>
              <a:gd name="connsiteY3325" fmla="*/ 4141158 h 5450835"/>
              <a:gd name="connsiteX3326" fmla="*/ 6110101 w 10450132"/>
              <a:gd name="connsiteY3326" fmla="*/ 4140698 h 5450835"/>
              <a:gd name="connsiteX3327" fmla="*/ 6105567 w 10450132"/>
              <a:gd name="connsiteY3327" fmla="*/ 4132817 h 5450835"/>
              <a:gd name="connsiteX3328" fmla="*/ 6105567 w 10450132"/>
              <a:gd name="connsiteY3328" fmla="*/ 4131963 h 5450835"/>
              <a:gd name="connsiteX3329" fmla="*/ 6110101 w 10450132"/>
              <a:gd name="connsiteY3329" fmla="*/ 4124081 h 5450835"/>
              <a:gd name="connsiteX3330" fmla="*/ 6110888 w 10450132"/>
              <a:gd name="connsiteY3330" fmla="*/ 4123622 h 5450835"/>
              <a:gd name="connsiteX3331" fmla="*/ 5856508 w 10450132"/>
              <a:gd name="connsiteY3331" fmla="*/ 4123622 h 5450835"/>
              <a:gd name="connsiteX3332" fmla="*/ 5865571 w 10450132"/>
              <a:gd name="connsiteY3332" fmla="*/ 4123622 h 5450835"/>
              <a:gd name="connsiteX3333" fmla="*/ 5866359 w 10450132"/>
              <a:gd name="connsiteY3333" fmla="*/ 4124081 h 5450835"/>
              <a:gd name="connsiteX3334" fmla="*/ 5870891 w 10450132"/>
              <a:gd name="connsiteY3334" fmla="*/ 4131963 h 5450835"/>
              <a:gd name="connsiteX3335" fmla="*/ 5870891 w 10450132"/>
              <a:gd name="connsiteY3335" fmla="*/ 4132817 h 5450835"/>
              <a:gd name="connsiteX3336" fmla="*/ 5866359 w 10450132"/>
              <a:gd name="connsiteY3336" fmla="*/ 4140698 h 5450835"/>
              <a:gd name="connsiteX3337" fmla="*/ 5865571 w 10450132"/>
              <a:gd name="connsiteY3337" fmla="*/ 4141158 h 5450835"/>
              <a:gd name="connsiteX3338" fmla="*/ 5856508 w 10450132"/>
              <a:gd name="connsiteY3338" fmla="*/ 4141158 h 5450835"/>
              <a:gd name="connsiteX3339" fmla="*/ 5855720 w 10450132"/>
              <a:gd name="connsiteY3339" fmla="*/ 4140698 h 5450835"/>
              <a:gd name="connsiteX3340" fmla="*/ 5851187 w 10450132"/>
              <a:gd name="connsiteY3340" fmla="*/ 4132817 h 5450835"/>
              <a:gd name="connsiteX3341" fmla="*/ 5851187 w 10450132"/>
              <a:gd name="connsiteY3341" fmla="*/ 4131963 h 5450835"/>
              <a:gd name="connsiteX3342" fmla="*/ 5855720 w 10450132"/>
              <a:gd name="connsiteY3342" fmla="*/ 4124081 h 5450835"/>
              <a:gd name="connsiteX3343" fmla="*/ 5856508 w 10450132"/>
              <a:gd name="connsiteY3343" fmla="*/ 4123622 h 5450835"/>
              <a:gd name="connsiteX3344" fmla="*/ 5602126 w 10450132"/>
              <a:gd name="connsiteY3344" fmla="*/ 4123622 h 5450835"/>
              <a:gd name="connsiteX3345" fmla="*/ 5611191 w 10450132"/>
              <a:gd name="connsiteY3345" fmla="*/ 4123622 h 5450835"/>
              <a:gd name="connsiteX3346" fmla="*/ 5611979 w 10450132"/>
              <a:gd name="connsiteY3346" fmla="*/ 4124081 h 5450835"/>
              <a:gd name="connsiteX3347" fmla="*/ 5616511 w 10450132"/>
              <a:gd name="connsiteY3347" fmla="*/ 4131963 h 5450835"/>
              <a:gd name="connsiteX3348" fmla="*/ 5616511 w 10450132"/>
              <a:gd name="connsiteY3348" fmla="*/ 4132817 h 5450835"/>
              <a:gd name="connsiteX3349" fmla="*/ 5611979 w 10450132"/>
              <a:gd name="connsiteY3349" fmla="*/ 4140698 h 5450835"/>
              <a:gd name="connsiteX3350" fmla="*/ 5611191 w 10450132"/>
              <a:gd name="connsiteY3350" fmla="*/ 4141158 h 5450835"/>
              <a:gd name="connsiteX3351" fmla="*/ 5602126 w 10450132"/>
              <a:gd name="connsiteY3351" fmla="*/ 4141158 h 5450835"/>
              <a:gd name="connsiteX3352" fmla="*/ 5601338 w 10450132"/>
              <a:gd name="connsiteY3352" fmla="*/ 4140698 h 5450835"/>
              <a:gd name="connsiteX3353" fmla="*/ 5596807 w 10450132"/>
              <a:gd name="connsiteY3353" fmla="*/ 4132817 h 5450835"/>
              <a:gd name="connsiteX3354" fmla="*/ 5596807 w 10450132"/>
              <a:gd name="connsiteY3354" fmla="*/ 4131963 h 5450835"/>
              <a:gd name="connsiteX3355" fmla="*/ 5601338 w 10450132"/>
              <a:gd name="connsiteY3355" fmla="*/ 4124081 h 5450835"/>
              <a:gd name="connsiteX3356" fmla="*/ 5602126 w 10450132"/>
              <a:gd name="connsiteY3356" fmla="*/ 4123622 h 5450835"/>
              <a:gd name="connsiteX3357" fmla="*/ 5347746 w 10450132"/>
              <a:gd name="connsiteY3357" fmla="*/ 4123622 h 5450835"/>
              <a:gd name="connsiteX3358" fmla="*/ 5356810 w 10450132"/>
              <a:gd name="connsiteY3358" fmla="*/ 4123622 h 5450835"/>
              <a:gd name="connsiteX3359" fmla="*/ 5357598 w 10450132"/>
              <a:gd name="connsiteY3359" fmla="*/ 4124081 h 5450835"/>
              <a:gd name="connsiteX3360" fmla="*/ 5362130 w 10450132"/>
              <a:gd name="connsiteY3360" fmla="*/ 4131963 h 5450835"/>
              <a:gd name="connsiteX3361" fmla="*/ 5362130 w 10450132"/>
              <a:gd name="connsiteY3361" fmla="*/ 4132817 h 5450835"/>
              <a:gd name="connsiteX3362" fmla="*/ 5357598 w 10450132"/>
              <a:gd name="connsiteY3362" fmla="*/ 4140698 h 5450835"/>
              <a:gd name="connsiteX3363" fmla="*/ 5356810 w 10450132"/>
              <a:gd name="connsiteY3363" fmla="*/ 4141158 h 5450835"/>
              <a:gd name="connsiteX3364" fmla="*/ 5347746 w 10450132"/>
              <a:gd name="connsiteY3364" fmla="*/ 4141158 h 5450835"/>
              <a:gd name="connsiteX3365" fmla="*/ 5346958 w 10450132"/>
              <a:gd name="connsiteY3365" fmla="*/ 4140698 h 5450835"/>
              <a:gd name="connsiteX3366" fmla="*/ 5342425 w 10450132"/>
              <a:gd name="connsiteY3366" fmla="*/ 4132817 h 5450835"/>
              <a:gd name="connsiteX3367" fmla="*/ 5342425 w 10450132"/>
              <a:gd name="connsiteY3367" fmla="*/ 4131963 h 5450835"/>
              <a:gd name="connsiteX3368" fmla="*/ 5346958 w 10450132"/>
              <a:gd name="connsiteY3368" fmla="*/ 4124081 h 5450835"/>
              <a:gd name="connsiteX3369" fmla="*/ 5347746 w 10450132"/>
              <a:gd name="connsiteY3369" fmla="*/ 4123622 h 5450835"/>
              <a:gd name="connsiteX3370" fmla="*/ 5093300 w 10450132"/>
              <a:gd name="connsiteY3370" fmla="*/ 4123622 h 5450835"/>
              <a:gd name="connsiteX3371" fmla="*/ 5102364 w 10450132"/>
              <a:gd name="connsiteY3371" fmla="*/ 4123622 h 5450835"/>
              <a:gd name="connsiteX3372" fmla="*/ 5103153 w 10450132"/>
              <a:gd name="connsiteY3372" fmla="*/ 4124081 h 5450835"/>
              <a:gd name="connsiteX3373" fmla="*/ 5107684 w 10450132"/>
              <a:gd name="connsiteY3373" fmla="*/ 4131963 h 5450835"/>
              <a:gd name="connsiteX3374" fmla="*/ 5107684 w 10450132"/>
              <a:gd name="connsiteY3374" fmla="*/ 4132817 h 5450835"/>
              <a:gd name="connsiteX3375" fmla="*/ 5103153 w 10450132"/>
              <a:gd name="connsiteY3375" fmla="*/ 4140698 h 5450835"/>
              <a:gd name="connsiteX3376" fmla="*/ 5102364 w 10450132"/>
              <a:gd name="connsiteY3376" fmla="*/ 4141158 h 5450835"/>
              <a:gd name="connsiteX3377" fmla="*/ 5093300 w 10450132"/>
              <a:gd name="connsiteY3377" fmla="*/ 4141158 h 5450835"/>
              <a:gd name="connsiteX3378" fmla="*/ 5092512 w 10450132"/>
              <a:gd name="connsiteY3378" fmla="*/ 4140698 h 5450835"/>
              <a:gd name="connsiteX3379" fmla="*/ 5087979 w 10450132"/>
              <a:gd name="connsiteY3379" fmla="*/ 4132817 h 5450835"/>
              <a:gd name="connsiteX3380" fmla="*/ 5087979 w 10450132"/>
              <a:gd name="connsiteY3380" fmla="*/ 4131963 h 5450835"/>
              <a:gd name="connsiteX3381" fmla="*/ 5092512 w 10450132"/>
              <a:gd name="connsiteY3381" fmla="*/ 4124081 h 5450835"/>
              <a:gd name="connsiteX3382" fmla="*/ 5093300 w 10450132"/>
              <a:gd name="connsiteY3382" fmla="*/ 4123622 h 5450835"/>
              <a:gd name="connsiteX3383" fmla="*/ 4838919 w 10450132"/>
              <a:gd name="connsiteY3383" fmla="*/ 4123622 h 5450835"/>
              <a:gd name="connsiteX3384" fmla="*/ 4847982 w 10450132"/>
              <a:gd name="connsiteY3384" fmla="*/ 4123622 h 5450835"/>
              <a:gd name="connsiteX3385" fmla="*/ 4848772 w 10450132"/>
              <a:gd name="connsiteY3385" fmla="*/ 4124081 h 5450835"/>
              <a:gd name="connsiteX3386" fmla="*/ 4853303 w 10450132"/>
              <a:gd name="connsiteY3386" fmla="*/ 4131963 h 5450835"/>
              <a:gd name="connsiteX3387" fmla="*/ 4853303 w 10450132"/>
              <a:gd name="connsiteY3387" fmla="*/ 4132817 h 5450835"/>
              <a:gd name="connsiteX3388" fmla="*/ 4848772 w 10450132"/>
              <a:gd name="connsiteY3388" fmla="*/ 4140698 h 5450835"/>
              <a:gd name="connsiteX3389" fmla="*/ 4847982 w 10450132"/>
              <a:gd name="connsiteY3389" fmla="*/ 4141158 h 5450835"/>
              <a:gd name="connsiteX3390" fmla="*/ 4838919 w 10450132"/>
              <a:gd name="connsiteY3390" fmla="*/ 4141158 h 5450835"/>
              <a:gd name="connsiteX3391" fmla="*/ 4838132 w 10450132"/>
              <a:gd name="connsiteY3391" fmla="*/ 4140698 h 5450835"/>
              <a:gd name="connsiteX3392" fmla="*/ 4833598 w 10450132"/>
              <a:gd name="connsiteY3392" fmla="*/ 4132817 h 5450835"/>
              <a:gd name="connsiteX3393" fmla="*/ 4833598 w 10450132"/>
              <a:gd name="connsiteY3393" fmla="*/ 4131963 h 5450835"/>
              <a:gd name="connsiteX3394" fmla="*/ 4838132 w 10450132"/>
              <a:gd name="connsiteY3394" fmla="*/ 4124081 h 5450835"/>
              <a:gd name="connsiteX3395" fmla="*/ 4838919 w 10450132"/>
              <a:gd name="connsiteY3395" fmla="*/ 4123622 h 5450835"/>
              <a:gd name="connsiteX3396" fmla="*/ 4584538 w 10450132"/>
              <a:gd name="connsiteY3396" fmla="*/ 4123622 h 5450835"/>
              <a:gd name="connsiteX3397" fmla="*/ 4593603 w 10450132"/>
              <a:gd name="connsiteY3397" fmla="*/ 4123622 h 5450835"/>
              <a:gd name="connsiteX3398" fmla="*/ 4594390 w 10450132"/>
              <a:gd name="connsiteY3398" fmla="*/ 4124081 h 5450835"/>
              <a:gd name="connsiteX3399" fmla="*/ 4598922 w 10450132"/>
              <a:gd name="connsiteY3399" fmla="*/ 4131963 h 5450835"/>
              <a:gd name="connsiteX3400" fmla="*/ 4598922 w 10450132"/>
              <a:gd name="connsiteY3400" fmla="*/ 4132817 h 5450835"/>
              <a:gd name="connsiteX3401" fmla="*/ 4594390 w 10450132"/>
              <a:gd name="connsiteY3401" fmla="*/ 4140698 h 5450835"/>
              <a:gd name="connsiteX3402" fmla="*/ 4593603 w 10450132"/>
              <a:gd name="connsiteY3402" fmla="*/ 4141158 h 5450835"/>
              <a:gd name="connsiteX3403" fmla="*/ 4584538 w 10450132"/>
              <a:gd name="connsiteY3403" fmla="*/ 4141158 h 5450835"/>
              <a:gd name="connsiteX3404" fmla="*/ 4583749 w 10450132"/>
              <a:gd name="connsiteY3404" fmla="*/ 4140698 h 5450835"/>
              <a:gd name="connsiteX3405" fmla="*/ 4579218 w 10450132"/>
              <a:gd name="connsiteY3405" fmla="*/ 4132817 h 5450835"/>
              <a:gd name="connsiteX3406" fmla="*/ 4579218 w 10450132"/>
              <a:gd name="connsiteY3406" fmla="*/ 4131963 h 5450835"/>
              <a:gd name="connsiteX3407" fmla="*/ 4583749 w 10450132"/>
              <a:gd name="connsiteY3407" fmla="*/ 4124081 h 5450835"/>
              <a:gd name="connsiteX3408" fmla="*/ 4584538 w 10450132"/>
              <a:gd name="connsiteY3408" fmla="*/ 4123622 h 5450835"/>
              <a:gd name="connsiteX3409" fmla="*/ 4330157 w 10450132"/>
              <a:gd name="connsiteY3409" fmla="*/ 4123622 h 5450835"/>
              <a:gd name="connsiteX3410" fmla="*/ 4339222 w 10450132"/>
              <a:gd name="connsiteY3410" fmla="*/ 4123622 h 5450835"/>
              <a:gd name="connsiteX3411" fmla="*/ 4340010 w 10450132"/>
              <a:gd name="connsiteY3411" fmla="*/ 4124081 h 5450835"/>
              <a:gd name="connsiteX3412" fmla="*/ 4344540 w 10450132"/>
              <a:gd name="connsiteY3412" fmla="*/ 4131963 h 5450835"/>
              <a:gd name="connsiteX3413" fmla="*/ 4344540 w 10450132"/>
              <a:gd name="connsiteY3413" fmla="*/ 4132817 h 5450835"/>
              <a:gd name="connsiteX3414" fmla="*/ 4340010 w 10450132"/>
              <a:gd name="connsiteY3414" fmla="*/ 4140698 h 5450835"/>
              <a:gd name="connsiteX3415" fmla="*/ 4339222 w 10450132"/>
              <a:gd name="connsiteY3415" fmla="*/ 4141158 h 5450835"/>
              <a:gd name="connsiteX3416" fmla="*/ 4330157 w 10450132"/>
              <a:gd name="connsiteY3416" fmla="*/ 4141158 h 5450835"/>
              <a:gd name="connsiteX3417" fmla="*/ 4329369 w 10450132"/>
              <a:gd name="connsiteY3417" fmla="*/ 4140698 h 5450835"/>
              <a:gd name="connsiteX3418" fmla="*/ 4324836 w 10450132"/>
              <a:gd name="connsiteY3418" fmla="*/ 4132817 h 5450835"/>
              <a:gd name="connsiteX3419" fmla="*/ 4324836 w 10450132"/>
              <a:gd name="connsiteY3419" fmla="*/ 4131963 h 5450835"/>
              <a:gd name="connsiteX3420" fmla="*/ 4329369 w 10450132"/>
              <a:gd name="connsiteY3420" fmla="*/ 4124081 h 5450835"/>
              <a:gd name="connsiteX3421" fmla="*/ 4330157 w 10450132"/>
              <a:gd name="connsiteY3421" fmla="*/ 4123622 h 5450835"/>
              <a:gd name="connsiteX3422" fmla="*/ 4075790 w 10450132"/>
              <a:gd name="connsiteY3422" fmla="*/ 4123622 h 5450835"/>
              <a:gd name="connsiteX3423" fmla="*/ 4084855 w 10450132"/>
              <a:gd name="connsiteY3423" fmla="*/ 4123622 h 5450835"/>
              <a:gd name="connsiteX3424" fmla="*/ 4085642 w 10450132"/>
              <a:gd name="connsiteY3424" fmla="*/ 4124081 h 5450835"/>
              <a:gd name="connsiteX3425" fmla="*/ 4090176 w 10450132"/>
              <a:gd name="connsiteY3425" fmla="*/ 4131963 h 5450835"/>
              <a:gd name="connsiteX3426" fmla="*/ 4090176 w 10450132"/>
              <a:gd name="connsiteY3426" fmla="*/ 4132817 h 5450835"/>
              <a:gd name="connsiteX3427" fmla="*/ 4085642 w 10450132"/>
              <a:gd name="connsiteY3427" fmla="*/ 4140698 h 5450835"/>
              <a:gd name="connsiteX3428" fmla="*/ 4084855 w 10450132"/>
              <a:gd name="connsiteY3428" fmla="*/ 4141158 h 5450835"/>
              <a:gd name="connsiteX3429" fmla="*/ 4075790 w 10450132"/>
              <a:gd name="connsiteY3429" fmla="*/ 4141158 h 5450835"/>
              <a:gd name="connsiteX3430" fmla="*/ 4075002 w 10450132"/>
              <a:gd name="connsiteY3430" fmla="*/ 4140698 h 5450835"/>
              <a:gd name="connsiteX3431" fmla="*/ 4070469 w 10450132"/>
              <a:gd name="connsiteY3431" fmla="*/ 4132817 h 5450835"/>
              <a:gd name="connsiteX3432" fmla="*/ 4070469 w 10450132"/>
              <a:gd name="connsiteY3432" fmla="*/ 4131963 h 5450835"/>
              <a:gd name="connsiteX3433" fmla="*/ 4075002 w 10450132"/>
              <a:gd name="connsiteY3433" fmla="*/ 4124081 h 5450835"/>
              <a:gd name="connsiteX3434" fmla="*/ 4075790 w 10450132"/>
              <a:gd name="connsiteY3434" fmla="*/ 4123622 h 5450835"/>
              <a:gd name="connsiteX3435" fmla="*/ 3821346 w 10450132"/>
              <a:gd name="connsiteY3435" fmla="*/ 4123622 h 5450835"/>
              <a:gd name="connsiteX3436" fmla="*/ 3830412 w 10450132"/>
              <a:gd name="connsiteY3436" fmla="*/ 4123622 h 5450835"/>
              <a:gd name="connsiteX3437" fmla="*/ 3831200 w 10450132"/>
              <a:gd name="connsiteY3437" fmla="*/ 4124081 h 5450835"/>
              <a:gd name="connsiteX3438" fmla="*/ 3835732 w 10450132"/>
              <a:gd name="connsiteY3438" fmla="*/ 4131963 h 5450835"/>
              <a:gd name="connsiteX3439" fmla="*/ 3835732 w 10450132"/>
              <a:gd name="connsiteY3439" fmla="*/ 4132817 h 5450835"/>
              <a:gd name="connsiteX3440" fmla="*/ 3831200 w 10450132"/>
              <a:gd name="connsiteY3440" fmla="*/ 4140698 h 5450835"/>
              <a:gd name="connsiteX3441" fmla="*/ 3830412 w 10450132"/>
              <a:gd name="connsiteY3441" fmla="*/ 4141158 h 5450835"/>
              <a:gd name="connsiteX3442" fmla="*/ 3821346 w 10450132"/>
              <a:gd name="connsiteY3442" fmla="*/ 4141158 h 5450835"/>
              <a:gd name="connsiteX3443" fmla="*/ 3820558 w 10450132"/>
              <a:gd name="connsiteY3443" fmla="*/ 4140698 h 5450835"/>
              <a:gd name="connsiteX3444" fmla="*/ 3816026 w 10450132"/>
              <a:gd name="connsiteY3444" fmla="*/ 4132817 h 5450835"/>
              <a:gd name="connsiteX3445" fmla="*/ 3816026 w 10450132"/>
              <a:gd name="connsiteY3445" fmla="*/ 4131963 h 5450835"/>
              <a:gd name="connsiteX3446" fmla="*/ 3820558 w 10450132"/>
              <a:gd name="connsiteY3446" fmla="*/ 4124081 h 5450835"/>
              <a:gd name="connsiteX3447" fmla="*/ 3821346 w 10450132"/>
              <a:gd name="connsiteY3447" fmla="*/ 4123622 h 5450835"/>
              <a:gd name="connsiteX3448" fmla="*/ 3567004 w 10450132"/>
              <a:gd name="connsiteY3448" fmla="*/ 4123622 h 5450835"/>
              <a:gd name="connsiteX3449" fmla="*/ 3576068 w 10450132"/>
              <a:gd name="connsiteY3449" fmla="*/ 4123622 h 5450835"/>
              <a:gd name="connsiteX3450" fmla="*/ 3576856 w 10450132"/>
              <a:gd name="connsiteY3450" fmla="*/ 4124081 h 5450835"/>
              <a:gd name="connsiteX3451" fmla="*/ 3581388 w 10450132"/>
              <a:gd name="connsiteY3451" fmla="*/ 4131963 h 5450835"/>
              <a:gd name="connsiteX3452" fmla="*/ 3581388 w 10450132"/>
              <a:gd name="connsiteY3452" fmla="*/ 4132817 h 5450835"/>
              <a:gd name="connsiteX3453" fmla="*/ 3576856 w 10450132"/>
              <a:gd name="connsiteY3453" fmla="*/ 4140698 h 5450835"/>
              <a:gd name="connsiteX3454" fmla="*/ 3576068 w 10450132"/>
              <a:gd name="connsiteY3454" fmla="*/ 4141158 h 5450835"/>
              <a:gd name="connsiteX3455" fmla="*/ 3567004 w 10450132"/>
              <a:gd name="connsiteY3455" fmla="*/ 4141158 h 5450835"/>
              <a:gd name="connsiteX3456" fmla="*/ 3566215 w 10450132"/>
              <a:gd name="connsiteY3456" fmla="*/ 4140698 h 5450835"/>
              <a:gd name="connsiteX3457" fmla="*/ 3561682 w 10450132"/>
              <a:gd name="connsiteY3457" fmla="*/ 4132817 h 5450835"/>
              <a:gd name="connsiteX3458" fmla="*/ 3561682 w 10450132"/>
              <a:gd name="connsiteY3458" fmla="*/ 4131963 h 5450835"/>
              <a:gd name="connsiteX3459" fmla="*/ 3566215 w 10450132"/>
              <a:gd name="connsiteY3459" fmla="*/ 4124081 h 5450835"/>
              <a:gd name="connsiteX3460" fmla="*/ 3567004 w 10450132"/>
              <a:gd name="connsiteY3460" fmla="*/ 4123622 h 5450835"/>
              <a:gd name="connsiteX3461" fmla="*/ 3312668 w 10450132"/>
              <a:gd name="connsiteY3461" fmla="*/ 4123622 h 5450835"/>
              <a:gd name="connsiteX3462" fmla="*/ 3321732 w 10450132"/>
              <a:gd name="connsiteY3462" fmla="*/ 4123622 h 5450835"/>
              <a:gd name="connsiteX3463" fmla="*/ 3322520 w 10450132"/>
              <a:gd name="connsiteY3463" fmla="*/ 4124081 h 5450835"/>
              <a:gd name="connsiteX3464" fmla="*/ 3327052 w 10450132"/>
              <a:gd name="connsiteY3464" fmla="*/ 4131963 h 5450835"/>
              <a:gd name="connsiteX3465" fmla="*/ 3327052 w 10450132"/>
              <a:gd name="connsiteY3465" fmla="*/ 4132817 h 5450835"/>
              <a:gd name="connsiteX3466" fmla="*/ 3322520 w 10450132"/>
              <a:gd name="connsiteY3466" fmla="*/ 4140698 h 5450835"/>
              <a:gd name="connsiteX3467" fmla="*/ 3321732 w 10450132"/>
              <a:gd name="connsiteY3467" fmla="*/ 4141158 h 5450835"/>
              <a:gd name="connsiteX3468" fmla="*/ 3312668 w 10450132"/>
              <a:gd name="connsiteY3468" fmla="*/ 4141158 h 5450835"/>
              <a:gd name="connsiteX3469" fmla="*/ 3311880 w 10450132"/>
              <a:gd name="connsiteY3469" fmla="*/ 4140698 h 5450835"/>
              <a:gd name="connsiteX3470" fmla="*/ 3307347 w 10450132"/>
              <a:gd name="connsiteY3470" fmla="*/ 4132817 h 5450835"/>
              <a:gd name="connsiteX3471" fmla="*/ 3307347 w 10450132"/>
              <a:gd name="connsiteY3471" fmla="*/ 4131963 h 5450835"/>
              <a:gd name="connsiteX3472" fmla="*/ 3311880 w 10450132"/>
              <a:gd name="connsiteY3472" fmla="*/ 4124081 h 5450835"/>
              <a:gd name="connsiteX3473" fmla="*/ 3312668 w 10450132"/>
              <a:gd name="connsiteY3473" fmla="*/ 4123622 h 5450835"/>
              <a:gd name="connsiteX3474" fmla="*/ 3058346 w 10450132"/>
              <a:gd name="connsiteY3474" fmla="*/ 4123622 h 5450835"/>
              <a:gd name="connsiteX3475" fmla="*/ 3067411 w 10450132"/>
              <a:gd name="connsiteY3475" fmla="*/ 4123622 h 5450835"/>
              <a:gd name="connsiteX3476" fmla="*/ 3068199 w 10450132"/>
              <a:gd name="connsiteY3476" fmla="*/ 4124081 h 5450835"/>
              <a:gd name="connsiteX3477" fmla="*/ 3072730 w 10450132"/>
              <a:gd name="connsiteY3477" fmla="*/ 4131963 h 5450835"/>
              <a:gd name="connsiteX3478" fmla="*/ 3072730 w 10450132"/>
              <a:gd name="connsiteY3478" fmla="*/ 4132817 h 5450835"/>
              <a:gd name="connsiteX3479" fmla="*/ 3068199 w 10450132"/>
              <a:gd name="connsiteY3479" fmla="*/ 4140698 h 5450835"/>
              <a:gd name="connsiteX3480" fmla="*/ 3067411 w 10450132"/>
              <a:gd name="connsiteY3480" fmla="*/ 4141158 h 5450835"/>
              <a:gd name="connsiteX3481" fmla="*/ 3058346 w 10450132"/>
              <a:gd name="connsiteY3481" fmla="*/ 4141158 h 5450835"/>
              <a:gd name="connsiteX3482" fmla="*/ 3057558 w 10450132"/>
              <a:gd name="connsiteY3482" fmla="*/ 4140698 h 5450835"/>
              <a:gd name="connsiteX3483" fmla="*/ 3053027 w 10450132"/>
              <a:gd name="connsiteY3483" fmla="*/ 4132817 h 5450835"/>
              <a:gd name="connsiteX3484" fmla="*/ 3053027 w 10450132"/>
              <a:gd name="connsiteY3484" fmla="*/ 4131963 h 5450835"/>
              <a:gd name="connsiteX3485" fmla="*/ 3057558 w 10450132"/>
              <a:gd name="connsiteY3485" fmla="*/ 4124081 h 5450835"/>
              <a:gd name="connsiteX3486" fmla="*/ 3058346 w 10450132"/>
              <a:gd name="connsiteY3486" fmla="*/ 4123622 h 5450835"/>
              <a:gd name="connsiteX3487" fmla="*/ 2803926 w 10450132"/>
              <a:gd name="connsiteY3487" fmla="*/ 4123622 h 5450835"/>
              <a:gd name="connsiteX3488" fmla="*/ 2812990 w 10450132"/>
              <a:gd name="connsiteY3488" fmla="*/ 4123622 h 5450835"/>
              <a:gd name="connsiteX3489" fmla="*/ 2813777 w 10450132"/>
              <a:gd name="connsiteY3489" fmla="*/ 4124081 h 5450835"/>
              <a:gd name="connsiteX3490" fmla="*/ 2818309 w 10450132"/>
              <a:gd name="connsiteY3490" fmla="*/ 4131963 h 5450835"/>
              <a:gd name="connsiteX3491" fmla="*/ 2818309 w 10450132"/>
              <a:gd name="connsiteY3491" fmla="*/ 4132817 h 5450835"/>
              <a:gd name="connsiteX3492" fmla="*/ 2813777 w 10450132"/>
              <a:gd name="connsiteY3492" fmla="*/ 4140698 h 5450835"/>
              <a:gd name="connsiteX3493" fmla="*/ 2812990 w 10450132"/>
              <a:gd name="connsiteY3493" fmla="*/ 4141158 h 5450835"/>
              <a:gd name="connsiteX3494" fmla="*/ 2803926 w 10450132"/>
              <a:gd name="connsiteY3494" fmla="*/ 4141158 h 5450835"/>
              <a:gd name="connsiteX3495" fmla="*/ 2803135 w 10450132"/>
              <a:gd name="connsiteY3495" fmla="*/ 4140698 h 5450835"/>
              <a:gd name="connsiteX3496" fmla="*/ 2798603 w 10450132"/>
              <a:gd name="connsiteY3496" fmla="*/ 4132817 h 5450835"/>
              <a:gd name="connsiteX3497" fmla="*/ 2798603 w 10450132"/>
              <a:gd name="connsiteY3497" fmla="*/ 4131963 h 5450835"/>
              <a:gd name="connsiteX3498" fmla="*/ 2803135 w 10450132"/>
              <a:gd name="connsiteY3498" fmla="*/ 4124081 h 5450835"/>
              <a:gd name="connsiteX3499" fmla="*/ 2803926 w 10450132"/>
              <a:gd name="connsiteY3499" fmla="*/ 4123622 h 5450835"/>
              <a:gd name="connsiteX3500" fmla="*/ 2549431 w 10450132"/>
              <a:gd name="connsiteY3500" fmla="*/ 4123622 h 5450835"/>
              <a:gd name="connsiteX3501" fmla="*/ 2558497 w 10450132"/>
              <a:gd name="connsiteY3501" fmla="*/ 4123622 h 5450835"/>
              <a:gd name="connsiteX3502" fmla="*/ 2559284 w 10450132"/>
              <a:gd name="connsiteY3502" fmla="*/ 4124081 h 5450835"/>
              <a:gd name="connsiteX3503" fmla="*/ 2563817 w 10450132"/>
              <a:gd name="connsiteY3503" fmla="*/ 4131963 h 5450835"/>
              <a:gd name="connsiteX3504" fmla="*/ 2563817 w 10450132"/>
              <a:gd name="connsiteY3504" fmla="*/ 4132817 h 5450835"/>
              <a:gd name="connsiteX3505" fmla="*/ 2559284 w 10450132"/>
              <a:gd name="connsiteY3505" fmla="*/ 4140698 h 5450835"/>
              <a:gd name="connsiteX3506" fmla="*/ 2558497 w 10450132"/>
              <a:gd name="connsiteY3506" fmla="*/ 4141158 h 5450835"/>
              <a:gd name="connsiteX3507" fmla="*/ 2549431 w 10450132"/>
              <a:gd name="connsiteY3507" fmla="*/ 4141158 h 5450835"/>
              <a:gd name="connsiteX3508" fmla="*/ 2548643 w 10450132"/>
              <a:gd name="connsiteY3508" fmla="*/ 4140698 h 5450835"/>
              <a:gd name="connsiteX3509" fmla="*/ 2544111 w 10450132"/>
              <a:gd name="connsiteY3509" fmla="*/ 4132817 h 5450835"/>
              <a:gd name="connsiteX3510" fmla="*/ 2544111 w 10450132"/>
              <a:gd name="connsiteY3510" fmla="*/ 4131963 h 5450835"/>
              <a:gd name="connsiteX3511" fmla="*/ 2548643 w 10450132"/>
              <a:gd name="connsiteY3511" fmla="*/ 4124081 h 5450835"/>
              <a:gd name="connsiteX3512" fmla="*/ 2549431 w 10450132"/>
              <a:gd name="connsiteY3512" fmla="*/ 4123622 h 5450835"/>
              <a:gd name="connsiteX3513" fmla="*/ 2295042 w 10450132"/>
              <a:gd name="connsiteY3513" fmla="*/ 4123622 h 5450835"/>
              <a:gd name="connsiteX3514" fmla="*/ 2304107 w 10450132"/>
              <a:gd name="connsiteY3514" fmla="*/ 4123622 h 5450835"/>
              <a:gd name="connsiteX3515" fmla="*/ 2304895 w 10450132"/>
              <a:gd name="connsiteY3515" fmla="*/ 4124081 h 5450835"/>
              <a:gd name="connsiteX3516" fmla="*/ 2309426 w 10450132"/>
              <a:gd name="connsiteY3516" fmla="*/ 4131963 h 5450835"/>
              <a:gd name="connsiteX3517" fmla="*/ 2309426 w 10450132"/>
              <a:gd name="connsiteY3517" fmla="*/ 4132817 h 5450835"/>
              <a:gd name="connsiteX3518" fmla="*/ 2304895 w 10450132"/>
              <a:gd name="connsiteY3518" fmla="*/ 4140698 h 5450835"/>
              <a:gd name="connsiteX3519" fmla="*/ 2304107 w 10450132"/>
              <a:gd name="connsiteY3519" fmla="*/ 4141158 h 5450835"/>
              <a:gd name="connsiteX3520" fmla="*/ 2295042 w 10450132"/>
              <a:gd name="connsiteY3520" fmla="*/ 4141158 h 5450835"/>
              <a:gd name="connsiteX3521" fmla="*/ 2294254 w 10450132"/>
              <a:gd name="connsiteY3521" fmla="*/ 4140698 h 5450835"/>
              <a:gd name="connsiteX3522" fmla="*/ 2289722 w 10450132"/>
              <a:gd name="connsiteY3522" fmla="*/ 4132817 h 5450835"/>
              <a:gd name="connsiteX3523" fmla="*/ 2289722 w 10450132"/>
              <a:gd name="connsiteY3523" fmla="*/ 4131963 h 5450835"/>
              <a:gd name="connsiteX3524" fmla="*/ 2294254 w 10450132"/>
              <a:gd name="connsiteY3524" fmla="*/ 4124081 h 5450835"/>
              <a:gd name="connsiteX3525" fmla="*/ 2295042 w 10450132"/>
              <a:gd name="connsiteY3525" fmla="*/ 4123622 h 5450835"/>
              <a:gd name="connsiteX3526" fmla="*/ 2040669 w 10450132"/>
              <a:gd name="connsiteY3526" fmla="*/ 4123622 h 5450835"/>
              <a:gd name="connsiteX3527" fmla="*/ 2049732 w 10450132"/>
              <a:gd name="connsiteY3527" fmla="*/ 4123622 h 5450835"/>
              <a:gd name="connsiteX3528" fmla="*/ 2050520 w 10450132"/>
              <a:gd name="connsiteY3528" fmla="*/ 4124081 h 5450835"/>
              <a:gd name="connsiteX3529" fmla="*/ 2055053 w 10450132"/>
              <a:gd name="connsiteY3529" fmla="*/ 4131963 h 5450835"/>
              <a:gd name="connsiteX3530" fmla="*/ 2055053 w 10450132"/>
              <a:gd name="connsiteY3530" fmla="*/ 4132817 h 5450835"/>
              <a:gd name="connsiteX3531" fmla="*/ 2050520 w 10450132"/>
              <a:gd name="connsiteY3531" fmla="*/ 4140698 h 5450835"/>
              <a:gd name="connsiteX3532" fmla="*/ 2049732 w 10450132"/>
              <a:gd name="connsiteY3532" fmla="*/ 4141158 h 5450835"/>
              <a:gd name="connsiteX3533" fmla="*/ 2040669 w 10450132"/>
              <a:gd name="connsiteY3533" fmla="*/ 4141158 h 5450835"/>
              <a:gd name="connsiteX3534" fmla="*/ 2039880 w 10450132"/>
              <a:gd name="connsiteY3534" fmla="*/ 4140698 h 5450835"/>
              <a:gd name="connsiteX3535" fmla="*/ 2035346 w 10450132"/>
              <a:gd name="connsiteY3535" fmla="*/ 4132817 h 5450835"/>
              <a:gd name="connsiteX3536" fmla="*/ 2035346 w 10450132"/>
              <a:gd name="connsiteY3536" fmla="*/ 4131963 h 5450835"/>
              <a:gd name="connsiteX3537" fmla="*/ 2039880 w 10450132"/>
              <a:gd name="connsiteY3537" fmla="*/ 4124081 h 5450835"/>
              <a:gd name="connsiteX3538" fmla="*/ 2040669 w 10450132"/>
              <a:gd name="connsiteY3538" fmla="*/ 4123622 h 5450835"/>
              <a:gd name="connsiteX3539" fmla="*/ 1786280 w 10450132"/>
              <a:gd name="connsiteY3539" fmla="*/ 4123622 h 5450835"/>
              <a:gd name="connsiteX3540" fmla="*/ 1795344 w 10450132"/>
              <a:gd name="connsiteY3540" fmla="*/ 4123622 h 5450835"/>
              <a:gd name="connsiteX3541" fmla="*/ 1796133 w 10450132"/>
              <a:gd name="connsiteY3541" fmla="*/ 4124081 h 5450835"/>
              <a:gd name="connsiteX3542" fmla="*/ 1800664 w 10450132"/>
              <a:gd name="connsiteY3542" fmla="*/ 4131963 h 5450835"/>
              <a:gd name="connsiteX3543" fmla="*/ 1800664 w 10450132"/>
              <a:gd name="connsiteY3543" fmla="*/ 4132817 h 5450835"/>
              <a:gd name="connsiteX3544" fmla="*/ 1796133 w 10450132"/>
              <a:gd name="connsiteY3544" fmla="*/ 4140698 h 5450835"/>
              <a:gd name="connsiteX3545" fmla="*/ 1795344 w 10450132"/>
              <a:gd name="connsiteY3545" fmla="*/ 4141158 h 5450835"/>
              <a:gd name="connsiteX3546" fmla="*/ 1786280 w 10450132"/>
              <a:gd name="connsiteY3546" fmla="*/ 4141158 h 5450835"/>
              <a:gd name="connsiteX3547" fmla="*/ 1785492 w 10450132"/>
              <a:gd name="connsiteY3547" fmla="*/ 4140698 h 5450835"/>
              <a:gd name="connsiteX3548" fmla="*/ 1780960 w 10450132"/>
              <a:gd name="connsiteY3548" fmla="*/ 4132817 h 5450835"/>
              <a:gd name="connsiteX3549" fmla="*/ 1780960 w 10450132"/>
              <a:gd name="connsiteY3549" fmla="*/ 4131963 h 5450835"/>
              <a:gd name="connsiteX3550" fmla="*/ 1785492 w 10450132"/>
              <a:gd name="connsiteY3550" fmla="*/ 4124081 h 5450835"/>
              <a:gd name="connsiteX3551" fmla="*/ 1786280 w 10450132"/>
              <a:gd name="connsiteY3551" fmla="*/ 4123622 h 5450835"/>
              <a:gd name="connsiteX3552" fmla="*/ 1531980 w 10450132"/>
              <a:gd name="connsiteY3552" fmla="*/ 4123622 h 5450835"/>
              <a:gd name="connsiteX3553" fmla="*/ 1541042 w 10450132"/>
              <a:gd name="connsiteY3553" fmla="*/ 4123622 h 5450835"/>
              <a:gd name="connsiteX3554" fmla="*/ 1541828 w 10450132"/>
              <a:gd name="connsiteY3554" fmla="*/ 4124081 h 5450835"/>
              <a:gd name="connsiteX3555" fmla="*/ 1546363 w 10450132"/>
              <a:gd name="connsiteY3555" fmla="*/ 4131963 h 5450835"/>
              <a:gd name="connsiteX3556" fmla="*/ 1546363 w 10450132"/>
              <a:gd name="connsiteY3556" fmla="*/ 4132817 h 5450835"/>
              <a:gd name="connsiteX3557" fmla="*/ 1541828 w 10450132"/>
              <a:gd name="connsiteY3557" fmla="*/ 4140698 h 5450835"/>
              <a:gd name="connsiteX3558" fmla="*/ 1541042 w 10450132"/>
              <a:gd name="connsiteY3558" fmla="*/ 4141158 h 5450835"/>
              <a:gd name="connsiteX3559" fmla="*/ 1531980 w 10450132"/>
              <a:gd name="connsiteY3559" fmla="*/ 4141158 h 5450835"/>
              <a:gd name="connsiteX3560" fmla="*/ 1531191 w 10450132"/>
              <a:gd name="connsiteY3560" fmla="*/ 4140698 h 5450835"/>
              <a:gd name="connsiteX3561" fmla="*/ 1526658 w 10450132"/>
              <a:gd name="connsiteY3561" fmla="*/ 4132817 h 5450835"/>
              <a:gd name="connsiteX3562" fmla="*/ 1526658 w 10450132"/>
              <a:gd name="connsiteY3562" fmla="*/ 4131963 h 5450835"/>
              <a:gd name="connsiteX3563" fmla="*/ 1531191 w 10450132"/>
              <a:gd name="connsiteY3563" fmla="*/ 4124081 h 5450835"/>
              <a:gd name="connsiteX3564" fmla="*/ 1531980 w 10450132"/>
              <a:gd name="connsiteY3564" fmla="*/ 4123622 h 5450835"/>
              <a:gd name="connsiteX3565" fmla="*/ 1277596 w 10450132"/>
              <a:gd name="connsiteY3565" fmla="*/ 4123622 h 5450835"/>
              <a:gd name="connsiteX3566" fmla="*/ 1286660 w 10450132"/>
              <a:gd name="connsiteY3566" fmla="*/ 4123622 h 5450835"/>
              <a:gd name="connsiteX3567" fmla="*/ 1287448 w 10450132"/>
              <a:gd name="connsiteY3567" fmla="*/ 4124081 h 5450835"/>
              <a:gd name="connsiteX3568" fmla="*/ 1291981 w 10450132"/>
              <a:gd name="connsiteY3568" fmla="*/ 4131963 h 5450835"/>
              <a:gd name="connsiteX3569" fmla="*/ 1291981 w 10450132"/>
              <a:gd name="connsiteY3569" fmla="*/ 4132817 h 5450835"/>
              <a:gd name="connsiteX3570" fmla="*/ 1287448 w 10450132"/>
              <a:gd name="connsiteY3570" fmla="*/ 4140698 h 5450835"/>
              <a:gd name="connsiteX3571" fmla="*/ 1286660 w 10450132"/>
              <a:gd name="connsiteY3571" fmla="*/ 4141158 h 5450835"/>
              <a:gd name="connsiteX3572" fmla="*/ 1277596 w 10450132"/>
              <a:gd name="connsiteY3572" fmla="*/ 4141158 h 5450835"/>
              <a:gd name="connsiteX3573" fmla="*/ 1276805 w 10450132"/>
              <a:gd name="connsiteY3573" fmla="*/ 4140698 h 5450835"/>
              <a:gd name="connsiteX3574" fmla="*/ 1272274 w 10450132"/>
              <a:gd name="connsiteY3574" fmla="*/ 4132817 h 5450835"/>
              <a:gd name="connsiteX3575" fmla="*/ 1272274 w 10450132"/>
              <a:gd name="connsiteY3575" fmla="*/ 4131963 h 5450835"/>
              <a:gd name="connsiteX3576" fmla="*/ 1276805 w 10450132"/>
              <a:gd name="connsiteY3576" fmla="*/ 4124081 h 5450835"/>
              <a:gd name="connsiteX3577" fmla="*/ 1277596 w 10450132"/>
              <a:gd name="connsiteY3577" fmla="*/ 4123622 h 5450835"/>
              <a:gd name="connsiteX3578" fmla="*/ 1023219 w 10450132"/>
              <a:gd name="connsiteY3578" fmla="*/ 4123622 h 5450835"/>
              <a:gd name="connsiteX3579" fmla="*/ 1032284 w 10450132"/>
              <a:gd name="connsiteY3579" fmla="*/ 4123622 h 5450835"/>
              <a:gd name="connsiteX3580" fmla="*/ 1033072 w 10450132"/>
              <a:gd name="connsiteY3580" fmla="*/ 4124081 h 5450835"/>
              <a:gd name="connsiteX3581" fmla="*/ 1037606 w 10450132"/>
              <a:gd name="connsiteY3581" fmla="*/ 4131963 h 5450835"/>
              <a:gd name="connsiteX3582" fmla="*/ 1037606 w 10450132"/>
              <a:gd name="connsiteY3582" fmla="*/ 4132817 h 5450835"/>
              <a:gd name="connsiteX3583" fmla="*/ 1033072 w 10450132"/>
              <a:gd name="connsiteY3583" fmla="*/ 4140698 h 5450835"/>
              <a:gd name="connsiteX3584" fmla="*/ 1032284 w 10450132"/>
              <a:gd name="connsiteY3584" fmla="*/ 4141158 h 5450835"/>
              <a:gd name="connsiteX3585" fmla="*/ 1023219 w 10450132"/>
              <a:gd name="connsiteY3585" fmla="*/ 4141158 h 5450835"/>
              <a:gd name="connsiteX3586" fmla="*/ 1022432 w 10450132"/>
              <a:gd name="connsiteY3586" fmla="*/ 4140698 h 5450835"/>
              <a:gd name="connsiteX3587" fmla="*/ 1017898 w 10450132"/>
              <a:gd name="connsiteY3587" fmla="*/ 4132817 h 5450835"/>
              <a:gd name="connsiteX3588" fmla="*/ 1017898 w 10450132"/>
              <a:gd name="connsiteY3588" fmla="*/ 4131963 h 5450835"/>
              <a:gd name="connsiteX3589" fmla="*/ 1022432 w 10450132"/>
              <a:gd name="connsiteY3589" fmla="*/ 4124081 h 5450835"/>
              <a:gd name="connsiteX3590" fmla="*/ 1023219 w 10450132"/>
              <a:gd name="connsiteY3590" fmla="*/ 4123622 h 5450835"/>
              <a:gd name="connsiteX3591" fmla="*/ 768624 w 10450132"/>
              <a:gd name="connsiteY3591" fmla="*/ 4123622 h 5450835"/>
              <a:gd name="connsiteX3592" fmla="*/ 777687 w 10450132"/>
              <a:gd name="connsiteY3592" fmla="*/ 4123622 h 5450835"/>
              <a:gd name="connsiteX3593" fmla="*/ 778476 w 10450132"/>
              <a:gd name="connsiteY3593" fmla="*/ 4124081 h 5450835"/>
              <a:gd name="connsiteX3594" fmla="*/ 783007 w 10450132"/>
              <a:gd name="connsiteY3594" fmla="*/ 4131963 h 5450835"/>
              <a:gd name="connsiteX3595" fmla="*/ 783007 w 10450132"/>
              <a:gd name="connsiteY3595" fmla="*/ 4132817 h 5450835"/>
              <a:gd name="connsiteX3596" fmla="*/ 778476 w 10450132"/>
              <a:gd name="connsiteY3596" fmla="*/ 4140698 h 5450835"/>
              <a:gd name="connsiteX3597" fmla="*/ 777687 w 10450132"/>
              <a:gd name="connsiteY3597" fmla="*/ 4141158 h 5450835"/>
              <a:gd name="connsiteX3598" fmla="*/ 768624 w 10450132"/>
              <a:gd name="connsiteY3598" fmla="*/ 4141158 h 5450835"/>
              <a:gd name="connsiteX3599" fmla="*/ 767835 w 10450132"/>
              <a:gd name="connsiteY3599" fmla="*/ 4140698 h 5450835"/>
              <a:gd name="connsiteX3600" fmla="*/ 763303 w 10450132"/>
              <a:gd name="connsiteY3600" fmla="*/ 4132817 h 5450835"/>
              <a:gd name="connsiteX3601" fmla="*/ 763303 w 10450132"/>
              <a:gd name="connsiteY3601" fmla="*/ 4131963 h 5450835"/>
              <a:gd name="connsiteX3602" fmla="*/ 767835 w 10450132"/>
              <a:gd name="connsiteY3602" fmla="*/ 4124081 h 5450835"/>
              <a:gd name="connsiteX3603" fmla="*/ 768624 w 10450132"/>
              <a:gd name="connsiteY3603" fmla="*/ 4123622 h 5450835"/>
              <a:gd name="connsiteX3604" fmla="*/ 514266 w 10450132"/>
              <a:gd name="connsiteY3604" fmla="*/ 4123622 h 5450835"/>
              <a:gd name="connsiteX3605" fmla="*/ 523330 w 10450132"/>
              <a:gd name="connsiteY3605" fmla="*/ 4123622 h 5450835"/>
              <a:gd name="connsiteX3606" fmla="*/ 524118 w 10450132"/>
              <a:gd name="connsiteY3606" fmla="*/ 4124081 h 5450835"/>
              <a:gd name="connsiteX3607" fmla="*/ 528650 w 10450132"/>
              <a:gd name="connsiteY3607" fmla="*/ 4131963 h 5450835"/>
              <a:gd name="connsiteX3608" fmla="*/ 528650 w 10450132"/>
              <a:gd name="connsiteY3608" fmla="*/ 4132817 h 5450835"/>
              <a:gd name="connsiteX3609" fmla="*/ 524118 w 10450132"/>
              <a:gd name="connsiteY3609" fmla="*/ 4140698 h 5450835"/>
              <a:gd name="connsiteX3610" fmla="*/ 523330 w 10450132"/>
              <a:gd name="connsiteY3610" fmla="*/ 4141158 h 5450835"/>
              <a:gd name="connsiteX3611" fmla="*/ 514266 w 10450132"/>
              <a:gd name="connsiteY3611" fmla="*/ 4141158 h 5450835"/>
              <a:gd name="connsiteX3612" fmla="*/ 513478 w 10450132"/>
              <a:gd name="connsiteY3612" fmla="*/ 4140698 h 5450835"/>
              <a:gd name="connsiteX3613" fmla="*/ 508945 w 10450132"/>
              <a:gd name="connsiteY3613" fmla="*/ 4132817 h 5450835"/>
              <a:gd name="connsiteX3614" fmla="*/ 508945 w 10450132"/>
              <a:gd name="connsiteY3614" fmla="*/ 4131963 h 5450835"/>
              <a:gd name="connsiteX3615" fmla="*/ 513478 w 10450132"/>
              <a:gd name="connsiteY3615" fmla="*/ 4124081 h 5450835"/>
              <a:gd name="connsiteX3616" fmla="*/ 514266 w 10450132"/>
              <a:gd name="connsiteY3616" fmla="*/ 4123622 h 5450835"/>
              <a:gd name="connsiteX3617" fmla="*/ 259972 w 10450132"/>
              <a:gd name="connsiteY3617" fmla="*/ 4123622 h 5450835"/>
              <a:gd name="connsiteX3618" fmla="*/ 269036 w 10450132"/>
              <a:gd name="connsiteY3618" fmla="*/ 4123622 h 5450835"/>
              <a:gd name="connsiteX3619" fmla="*/ 269824 w 10450132"/>
              <a:gd name="connsiteY3619" fmla="*/ 4124081 h 5450835"/>
              <a:gd name="connsiteX3620" fmla="*/ 274356 w 10450132"/>
              <a:gd name="connsiteY3620" fmla="*/ 4131963 h 5450835"/>
              <a:gd name="connsiteX3621" fmla="*/ 274356 w 10450132"/>
              <a:gd name="connsiteY3621" fmla="*/ 4132817 h 5450835"/>
              <a:gd name="connsiteX3622" fmla="*/ 269824 w 10450132"/>
              <a:gd name="connsiteY3622" fmla="*/ 4140698 h 5450835"/>
              <a:gd name="connsiteX3623" fmla="*/ 269036 w 10450132"/>
              <a:gd name="connsiteY3623" fmla="*/ 4141158 h 5450835"/>
              <a:gd name="connsiteX3624" fmla="*/ 259972 w 10450132"/>
              <a:gd name="connsiteY3624" fmla="*/ 4141158 h 5450835"/>
              <a:gd name="connsiteX3625" fmla="*/ 259183 w 10450132"/>
              <a:gd name="connsiteY3625" fmla="*/ 4140698 h 5450835"/>
              <a:gd name="connsiteX3626" fmla="*/ 254651 w 10450132"/>
              <a:gd name="connsiteY3626" fmla="*/ 4132817 h 5450835"/>
              <a:gd name="connsiteX3627" fmla="*/ 254651 w 10450132"/>
              <a:gd name="connsiteY3627" fmla="*/ 4131963 h 5450835"/>
              <a:gd name="connsiteX3628" fmla="*/ 259183 w 10450132"/>
              <a:gd name="connsiteY3628" fmla="*/ 4124081 h 5450835"/>
              <a:gd name="connsiteX3629" fmla="*/ 259972 w 10450132"/>
              <a:gd name="connsiteY3629" fmla="*/ 4123622 h 5450835"/>
              <a:gd name="connsiteX3630" fmla="*/ 5550 w 10450132"/>
              <a:gd name="connsiteY3630" fmla="*/ 4123622 h 5450835"/>
              <a:gd name="connsiteX3631" fmla="*/ 14613 w 10450132"/>
              <a:gd name="connsiteY3631" fmla="*/ 4123622 h 5450835"/>
              <a:gd name="connsiteX3632" fmla="*/ 15402 w 10450132"/>
              <a:gd name="connsiteY3632" fmla="*/ 4124081 h 5450835"/>
              <a:gd name="connsiteX3633" fmla="*/ 19933 w 10450132"/>
              <a:gd name="connsiteY3633" fmla="*/ 4131963 h 5450835"/>
              <a:gd name="connsiteX3634" fmla="*/ 19933 w 10450132"/>
              <a:gd name="connsiteY3634" fmla="*/ 4132817 h 5450835"/>
              <a:gd name="connsiteX3635" fmla="*/ 15402 w 10450132"/>
              <a:gd name="connsiteY3635" fmla="*/ 4140698 h 5450835"/>
              <a:gd name="connsiteX3636" fmla="*/ 14613 w 10450132"/>
              <a:gd name="connsiteY3636" fmla="*/ 4141158 h 5450835"/>
              <a:gd name="connsiteX3637" fmla="*/ 5550 w 10450132"/>
              <a:gd name="connsiteY3637" fmla="*/ 4141158 h 5450835"/>
              <a:gd name="connsiteX3638" fmla="*/ 4761 w 10450132"/>
              <a:gd name="connsiteY3638" fmla="*/ 4140698 h 5450835"/>
              <a:gd name="connsiteX3639" fmla="*/ 229 w 10450132"/>
              <a:gd name="connsiteY3639" fmla="*/ 4132817 h 5450835"/>
              <a:gd name="connsiteX3640" fmla="*/ 229 w 10450132"/>
              <a:gd name="connsiteY3640" fmla="*/ 4131963 h 5450835"/>
              <a:gd name="connsiteX3641" fmla="*/ 4761 w 10450132"/>
              <a:gd name="connsiteY3641" fmla="*/ 4124081 h 5450835"/>
              <a:gd name="connsiteX3642" fmla="*/ 5550 w 10450132"/>
              <a:gd name="connsiteY3642" fmla="*/ 4123622 h 5450835"/>
              <a:gd name="connsiteX3643" fmla="*/ 10435622 w 10450132"/>
              <a:gd name="connsiteY3643" fmla="*/ 3906613 h 5450835"/>
              <a:gd name="connsiteX3644" fmla="*/ 10444686 w 10450132"/>
              <a:gd name="connsiteY3644" fmla="*/ 3906613 h 5450835"/>
              <a:gd name="connsiteX3645" fmla="*/ 10445474 w 10450132"/>
              <a:gd name="connsiteY3645" fmla="*/ 3907073 h 5450835"/>
              <a:gd name="connsiteX3646" fmla="*/ 10450007 w 10450132"/>
              <a:gd name="connsiteY3646" fmla="*/ 3914954 h 5450835"/>
              <a:gd name="connsiteX3647" fmla="*/ 10450007 w 10450132"/>
              <a:gd name="connsiteY3647" fmla="*/ 3915808 h 5450835"/>
              <a:gd name="connsiteX3648" fmla="*/ 10445474 w 10450132"/>
              <a:gd name="connsiteY3648" fmla="*/ 3923690 h 5450835"/>
              <a:gd name="connsiteX3649" fmla="*/ 10444686 w 10450132"/>
              <a:gd name="connsiteY3649" fmla="*/ 3924150 h 5450835"/>
              <a:gd name="connsiteX3650" fmla="*/ 10435622 w 10450132"/>
              <a:gd name="connsiteY3650" fmla="*/ 3924150 h 5450835"/>
              <a:gd name="connsiteX3651" fmla="*/ 10434834 w 10450132"/>
              <a:gd name="connsiteY3651" fmla="*/ 3923690 h 5450835"/>
              <a:gd name="connsiteX3652" fmla="*/ 10430302 w 10450132"/>
              <a:gd name="connsiteY3652" fmla="*/ 3915808 h 5450835"/>
              <a:gd name="connsiteX3653" fmla="*/ 10430302 w 10450132"/>
              <a:gd name="connsiteY3653" fmla="*/ 3914954 h 5450835"/>
              <a:gd name="connsiteX3654" fmla="*/ 10434834 w 10450132"/>
              <a:gd name="connsiteY3654" fmla="*/ 3907073 h 5450835"/>
              <a:gd name="connsiteX3655" fmla="*/ 10435622 w 10450132"/>
              <a:gd name="connsiteY3655" fmla="*/ 3906613 h 5450835"/>
              <a:gd name="connsiteX3656" fmla="*/ 10181242 w 10450132"/>
              <a:gd name="connsiteY3656" fmla="*/ 3906613 h 5450835"/>
              <a:gd name="connsiteX3657" fmla="*/ 10190305 w 10450132"/>
              <a:gd name="connsiteY3657" fmla="*/ 3906613 h 5450835"/>
              <a:gd name="connsiteX3658" fmla="*/ 10191093 w 10450132"/>
              <a:gd name="connsiteY3658" fmla="*/ 3907073 h 5450835"/>
              <a:gd name="connsiteX3659" fmla="*/ 10195626 w 10450132"/>
              <a:gd name="connsiteY3659" fmla="*/ 3914954 h 5450835"/>
              <a:gd name="connsiteX3660" fmla="*/ 10195626 w 10450132"/>
              <a:gd name="connsiteY3660" fmla="*/ 3915808 h 5450835"/>
              <a:gd name="connsiteX3661" fmla="*/ 10191093 w 10450132"/>
              <a:gd name="connsiteY3661" fmla="*/ 3923690 h 5450835"/>
              <a:gd name="connsiteX3662" fmla="*/ 10190305 w 10450132"/>
              <a:gd name="connsiteY3662" fmla="*/ 3924150 h 5450835"/>
              <a:gd name="connsiteX3663" fmla="*/ 10181242 w 10450132"/>
              <a:gd name="connsiteY3663" fmla="*/ 3924150 h 5450835"/>
              <a:gd name="connsiteX3664" fmla="*/ 10180453 w 10450132"/>
              <a:gd name="connsiteY3664" fmla="*/ 3923690 h 5450835"/>
              <a:gd name="connsiteX3665" fmla="*/ 10175922 w 10450132"/>
              <a:gd name="connsiteY3665" fmla="*/ 3915808 h 5450835"/>
              <a:gd name="connsiteX3666" fmla="*/ 10175922 w 10450132"/>
              <a:gd name="connsiteY3666" fmla="*/ 3914954 h 5450835"/>
              <a:gd name="connsiteX3667" fmla="*/ 10180453 w 10450132"/>
              <a:gd name="connsiteY3667" fmla="*/ 3907073 h 5450835"/>
              <a:gd name="connsiteX3668" fmla="*/ 10181242 w 10450132"/>
              <a:gd name="connsiteY3668" fmla="*/ 3906613 h 5450835"/>
              <a:gd name="connsiteX3669" fmla="*/ 9926861 w 10450132"/>
              <a:gd name="connsiteY3669" fmla="*/ 3906613 h 5450835"/>
              <a:gd name="connsiteX3670" fmla="*/ 9935924 w 10450132"/>
              <a:gd name="connsiteY3670" fmla="*/ 3906613 h 5450835"/>
              <a:gd name="connsiteX3671" fmla="*/ 9936713 w 10450132"/>
              <a:gd name="connsiteY3671" fmla="*/ 3907073 h 5450835"/>
              <a:gd name="connsiteX3672" fmla="*/ 9941246 w 10450132"/>
              <a:gd name="connsiteY3672" fmla="*/ 3914954 h 5450835"/>
              <a:gd name="connsiteX3673" fmla="*/ 9941246 w 10450132"/>
              <a:gd name="connsiteY3673" fmla="*/ 3915808 h 5450835"/>
              <a:gd name="connsiteX3674" fmla="*/ 9936713 w 10450132"/>
              <a:gd name="connsiteY3674" fmla="*/ 3923690 h 5450835"/>
              <a:gd name="connsiteX3675" fmla="*/ 9935924 w 10450132"/>
              <a:gd name="connsiteY3675" fmla="*/ 3924150 h 5450835"/>
              <a:gd name="connsiteX3676" fmla="*/ 9926861 w 10450132"/>
              <a:gd name="connsiteY3676" fmla="*/ 3924150 h 5450835"/>
              <a:gd name="connsiteX3677" fmla="*/ 9926073 w 10450132"/>
              <a:gd name="connsiteY3677" fmla="*/ 3923690 h 5450835"/>
              <a:gd name="connsiteX3678" fmla="*/ 9921541 w 10450132"/>
              <a:gd name="connsiteY3678" fmla="*/ 3915808 h 5450835"/>
              <a:gd name="connsiteX3679" fmla="*/ 9921541 w 10450132"/>
              <a:gd name="connsiteY3679" fmla="*/ 3914954 h 5450835"/>
              <a:gd name="connsiteX3680" fmla="*/ 9926073 w 10450132"/>
              <a:gd name="connsiteY3680" fmla="*/ 3907073 h 5450835"/>
              <a:gd name="connsiteX3681" fmla="*/ 9926861 w 10450132"/>
              <a:gd name="connsiteY3681" fmla="*/ 3906613 h 5450835"/>
              <a:gd name="connsiteX3682" fmla="*/ 9672481 w 10450132"/>
              <a:gd name="connsiteY3682" fmla="*/ 3906613 h 5450835"/>
              <a:gd name="connsiteX3683" fmla="*/ 9681545 w 10450132"/>
              <a:gd name="connsiteY3683" fmla="*/ 3906613 h 5450835"/>
              <a:gd name="connsiteX3684" fmla="*/ 9682333 w 10450132"/>
              <a:gd name="connsiteY3684" fmla="*/ 3907073 h 5450835"/>
              <a:gd name="connsiteX3685" fmla="*/ 9686865 w 10450132"/>
              <a:gd name="connsiteY3685" fmla="*/ 3914954 h 5450835"/>
              <a:gd name="connsiteX3686" fmla="*/ 9686865 w 10450132"/>
              <a:gd name="connsiteY3686" fmla="*/ 3915808 h 5450835"/>
              <a:gd name="connsiteX3687" fmla="*/ 9682333 w 10450132"/>
              <a:gd name="connsiteY3687" fmla="*/ 3923690 h 5450835"/>
              <a:gd name="connsiteX3688" fmla="*/ 9681545 w 10450132"/>
              <a:gd name="connsiteY3688" fmla="*/ 3924150 h 5450835"/>
              <a:gd name="connsiteX3689" fmla="*/ 9672481 w 10450132"/>
              <a:gd name="connsiteY3689" fmla="*/ 3924150 h 5450835"/>
              <a:gd name="connsiteX3690" fmla="*/ 9671693 w 10450132"/>
              <a:gd name="connsiteY3690" fmla="*/ 3923690 h 5450835"/>
              <a:gd name="connsiteX3691" fmla="*/ 9667160 w 10450132"/>
              <a:gd name="connsiteY3691" fmla="*/ 3915808 h 5450835"/>
              <a:gd name="connsiteX3692" fmla="*/ 9667160 w 10450132"/>
              <a:gd name="connsiteY3692" fmla="*/ 3914954 h 5450835"/>
              <a:gd name="connsiteX3693" fmla="*/ 9671693 w 10450132"/>
              <a:gd name="connsiteY3693" fmla="*/ 3907073 h 5450835"/>
              <a:gd name="connsiteX3694" fmla="*/ 9672481 w 10450132"/>
              <a:gd name="connsiteY3694" fmla="*/ 3906613 h 5450835"/>
              <a:gd name="connsiteX3695" fmla="*/ 9418035 w 10450132"/>
              <a:gd name="connsiteY3695" fmla="*/ 3906613 h 5450835"/>
              <a:gd name="connsiteX3696" fmla="*/ 9427099 w 10450132"/>
              <a:gd name="connsiteY3696" fmla="*/ 3906613 h 5450835"/>
              <a:gd name="connsiteX3697" fmla="*/ 9427887 w 10450132"/>
              <a:gd name="connsiteY3697" fmla="*/ 3907073 h 5450835"/>
              <a:gd name="connsiteX3698" fmla="*/ 9432419 w 10450132"/>
              <a:gd name="connsiteY3698" fmla="*/ 3914954 h 5450835"/>
              <a:gd name="connsiteX3699" fmla="*/ 9432419 w 10450132"/>
              <a:gd name="connsiteY3699" fmla="*/ 3915808 h 5450835"/>
              <a:gd name="connsiteX3700" fmla="*/ 9427887 w 10450132"/>
              <a:gd name="connsiteY3700" fmla="*/ 3923690 h 5450835"/>
              <a:gd name="connsiteX3701" fmla="*/ 9427099 w 10450132"/>
              <a:gd name="connsiteY3701" fmla="*/ 3924150 h 5450835"/>
              <a:gd name="connsiteX3702" fmla="*/ 9418035 w 10450132"/>
              <a:gd name="connsiteY3702" fmla="*/ 3924150 h 5450835"/>
              <a:gd name="connsiteX3703" fmla="*/ 9417247 w 10450132"/>
              <a:gd name="connsiteY3703" fmla="*/ 3923690 h 5450835"/>
              <a:gd name="connsiteX3704" fmla="*/ 9412714 w 10450132"/>
              <a:gd name="connsiteY3704" fmla="*/ 3915808 h 5450835"/>
              <a:gd name="connsiteX3705" fmla="*/ 9412714 w 10450132"/>
              <a:gd name="connsiteY3705" fmla="*/ 3914954 h 5450835"/>
              <a:gd name="connsiteX3706" fmla="*/ 9417247 w 10450132"/>
              <a:gd name="connsiteY3706" fmla="*/ 3907073 h 5450835"/>
              <a:gd name="connsiteX3707" fmla="*/ 9418035 w 10450132"/>
              <a:gd name="connsiteY3707" fmla="*/ 3906613 h 5450835"/>
              <a:gd name="connsiteX3708" fmla="*/ 9163654 w 10450132"/>
              <a:gd name="connsiteY3708" fmla="*/ 3906613 h 5450835"/>
              <a:gd name="connsiteX3709" fmla="*/ 9172718 w 10450132"/>
              <a:gd name="connsiteY3709" fmla="*/ 3906613 h 5450835"/>
              <a:gd name="connsiteX3710" fmla="*/ 9173506 w 10450132"/>
              <a:gd name="connsiteY3710" fmla="*/ 3907073 h 5450835"/>
              <a:gd name="connsiteX3711" fmla="*/ 9178038 w 10450132"/>
              <a:gd name="connsiteY3711" fmla="*/ 3914954 h 5450835"/>
              <a:gd name="connsiteX3712" fmla="*/ 9178038 w 10450132"/>
              <a:gd name="connsiteY3712" fmla="*/ 3915808 h 5450835"/>
              <a:gd name="connsiteX3713" fmla="*/ 9173506 w 10450132"/>
              <a:gd name="connsiteY3713" fmla="*/ 3923690 h 5450835"/>
              <a:gd name="connsiteX3714" fmla="*/ 9172718 w 10450132"/>
              <a:gd name="connsiteY3714" fmla="*/ 3924150 h 5450835"/>
              <a:gd name="connsiteX3715" fmla="*/ 9163654 w 10450132"/>
              <a:gd name="connsiteY3715" fmla="*/ 3924150 h 5450835"/>
              <a:gd name="connsiteX3716" fmla="*/ 9162866 w 10450132"/>
              <a:gd name="connsiteY3716" fmla="*/ 3923690 h 5450835"/>
              <a:gd name="connsiteX3717" fmla="*/ 9158333 w 10450132"/>
              <a:gd name="connsiteY3717" fmla="*/ 3915808 h 5450835"/>
              <a:gd name="connsiteX3718" fmla="*/ 9158333 w 10450132"/>
              <a:gd name="connsiteY3718" fmla="*/ 3914954 h 5450835"/>
              <a:gd name="connsiteX3719" fmla="*/ 9162866 w 10450132"/>
              <a:gd name="connsiteY3719" fmla="*/ 3907073 h 5450835"/>
              <a:gd name="connsiteX3720" fmla="*/ 9163654 w 10450132"/>
              <a:gd name="connsiteY3720" fmla="*/ 3906613 h 5450835"/>
              <a:gd name="connsiteX3721" fmla="*/ 8909274 w 10450132"/>
              <a:gd name="connsiteY3721" fmla="*/ 3906613 h 5450835"/>
              <a:gd name="connsiteX3722" fmla="*/ 8918336 w 10450132"/>
              <a:gd name="connsiteY3722" fmla="*/ 3906613 h 5450835"/>
              <a:gd name="connsiteX3723" fmla="*/ 8919125 w 10450132"/>
              <a:gd name="connsiteY3723" fmla="*/ 3907073 h 5450835"/>
              <a:gd name="connsiteX3724" fmla="*/ 8923657 w 10450132"/>
              <a:gd name="connsiteY3724" fmla="*/ 3914954 h 5450835"/>
              <a:gd name="connsiteX3725" fmla="*/ 8923657 w 10450132"/>
              <a:gd name="connsiteY3725" fmla="*/ 3915808 h 5450835"/>
              <a:gd name="connsiteX3726" fmla="*/ 8919125 w 10450132"/>
              <a:gd name="connsiteY3726" fmla="*/ 3923690 h 5450835"/>
              <a:gd name="connsiteX3727" fmla="*/ 8918336 w 10450132"/>
              <a:gd name="connsiteY3727" fmla="*/ 3924150 h 5450835"/>
              <a:gd name="connsiteX3728" fmla="*/ 8909274 w 10450132"/>
              <a:gd name="connsiteY3728" fmla="*/ 3924150 h 5450835"/>
              <a:gd name="connsiteX3729" fmla="*/ 8908484 w 10450132"/>
              <a:gd name="connsiteY3729" fmla="*/ 3923690 h 5450835"/>
              <a:gd name="connsiteX3730" fmla="*/ 8903953 w 10450132"/>
              <a:gd name="connsiteY3730" fmla="*/ 3915808 h 5450835"/>
              <a:gd name="connsiteX3731" fmla="*/ 8903953 w 10450132"/>
              <a:gd name="connsiteY3731" fmla="*/ 3914954 h 5450835"/>
              <a:gd name="connsiteX3732" fmla="*/ 8908484 w 10450132"/>
              <a:gd name="connsiteY3732" fmla="*/ 3907073 h 5450835"/>
              <a:gd name="connsiteX3733" fmla="*/ 8909274 w 10450132"/>
              <a:gd name="connsiteY3733" fmla="*/ 3906613 h 5450835"/>
              <a:gd name="connsiteX3734" fmla="*/ 8654892 w 10450132"/>
              <a:gd name="connsiteY3734" fmla="*/ 3906613 h 5450835"/>
              <a:gd name="connsiteX3735" fmla="*/ 8663955 w 10450132"/>
              <a:gd name="connsiteY3735" fmla="*/ 3906613 h 5450835"/>
              <a:gd name="connsiteX3736" fmla="*/ 8664744 w 10450132"/>
              <a:gd name="connsiteY3736" fmla="*/ 3907073 h 5450835"/>
              <a:gd name="connsiteX3737" fmla="*/ 8669277 w 10450132"/>
              <a:gd name="connsiteY3737" fmla="*/ 3914954 h 5450835"/>
              <a:gd name="connsiteX3738" fmla="*/ 8669277 w 10450132"/>
              <a:gd name="connsiteY3738" fmla="*/ 3915808 h 5450835"/>
              <a:gd name="connsiteX3739" fmla="*/ 8664744 w 10450132"/>
              <a:gd name="connsiteY3739" fmla="*/ 3923690 h 5450835"/>
              <a:gd name="connsiteX3740" fmla="*/ 8663955 w 10450132"/>
              <a:gd name="connsiteY3740" fmla="*/ 3924150 h 5450835"/>
              <a:gd name="connsiteX3741" fmla="*/ 8654892 w 10450132"/>
              <a:gd name="connsiteY3741" fmla="*/ 3924150 h 5450835"/>
              <a:gd name="connsiteX3742" fmla="*/ 8654104 w 10450132"/>
              <a:gd name="connsiteY3742" fmla="*/ 3923690 h 5450835"/>
              <a:gd name="connsiteX3743" fmla="*/ 8649572 w 10450132"/>
              <a:gd name="connsiteY3743" fmla="*/ 3915808 h 5450835"/>
              <a:gd name="connsiteX3744" fmla="*/ 8649572 w 10450132"/>
              <a:gd name="connsiteY3744" fmla="*/ 3914954 h 5450835"/>
              <a:gd name="connsiteX3745" fmla="*/ 8654104 w 10450132"/>
              <a:gd name="connsiteY3745" fmla="*/ 3907073 h 5450835"/>
              <a:gd name="connsiteX3746" fmla="*/ 8654892 w 10450132"/>
              <a:gd name="connsiteY3746" fmla="*/ 3906613 h 5450835"/>
              <a:gd name="connsiteX3747" fmla="*/ 8400511 w 10450132"/>
              <a:gd name="connsiteY3747" fmla="*/ 3906613 h 5450835"/>
              <a:gd name="connsiteX3748" fmla="*/ 8409575 w 10450132"/>
              <a:gd name="connsiteY3748" fmla="*/ 3906613 h 5450835"/>
              <a:gd name="connsiteX3749" fmla="*/ 8410363 w 10450132"/>
              <a:gd name="connsiteY3749" fmla="*/ 3907073 h 5450835"/>
              <a:gd name="connsiteX3750" fmla="*/ 8414896 w 10450132"/>
              <a:gd name="connsiteY3750" fmla="*/ 3914954 h 5450835"/>
              <a:gd name="connsiteX3751" fmla="*/ 8414896 w 10450132"/>
              <a:gd name="connsiteY3751" fmla="*/ 3915808 h 5450835"/>
              <a:gd name="connsiteX3752" fmla="*/ 8410363 w 10450132"/>
              <a:gd name="connsiteY3752" fmla="*/ 3923690 h 5450835"/>
              <a:gd name="connsiteX3753" fmla="*/ 8409575 w 10450132"/>
              <a:gd name="connsiteY3753" fmla="*/ 3924150 h 5450835"/>
              <a:gd name="connsiteX3754" fmla="*/ 8400511 w 10450132"/>
              <a:gd name="connsiteY3754" fmla="*/ 3924150 h 5450835"/>
              <a:gd name="connsiteX3755" fmla="*/ 8399723 w 10450132"/>
              <a:gd name="connsiteY3755" fmla="*/ 3923690 h 5450835"/>
              <a:gd name="connsiteX3756" fmla="*/ 8395191 w 10450132"/>
              <a:gd name="connsiteY3756" fmla="*/ 3915808 h 5450835"/>
              <a:gd name="connsiteX3757" fmla="*/ 8395191 w 10450132"/>
              <a:gd name="connsiteY3757" fmla="*/ 3914954 h 5450835"/>
              <a:gd name="connsiteX3758" fmla="*/ 8399723 w 10450132"/>
              <a:gd name="connsiteY3758" fmla="*/ 3907073 h 5450835"/>
              <a:gd name="connsiteX3759" fmla="*/ 8400511 w 10450132"/>
              <a:gd name="connsiteY3759" fmla="*/ 3906613 h 5450835"/>
              <a:gd name="connsiteX3760" fmla="*/ 8146065 w 10450132"/>
              <a:gd name="connsiteY3760" fmla="*/ 3906613 h 5450835"/>
              <a:gd name="connsiteX3761" fmla="*/ 8155129 w 10450132"/>
              <a:gd name="connsiteY3761" fmla="*/ 3906613 h 5450835"/>
              <a:gd name="connsiteX3762" fmla="*/ 8155917 w 10450132"/>
              <a:gd name="connsiteY3762" fmla="*/ 3907073 h 5450835"/>
              <a:gd name="connsiteX3763" fmla="*/ 8160449 w 10450132"/>
              <a:gd name="connsiteY3763" fmla="*/ 3914954 h 5450835"/>
              <a:gd name="connsiteX3764" fmla="*/ 8160449 w 10450132"/>
              <a:gd name="connsiteY3764" fmla="*/ 3915808 h 5450835"/>
              <a:gd name="connsiteX3765" fmla="*/ 8155917 w 10450132"/>
              <a:gd name="connsiteY3765" fmla="*/ 3923690 h 5450835"/>
              <a:gd name="connsiteX3766" fmla="*/ 8155129 w 10450132"/>
              <a:gd name="connsiteY3766" fmla="*/ 3924150 h 5450835"/>
              <a:gd name="connsiteX3767" fmla="*/ 8146065 w 10450132"/>
              <a:gd name="connsiteY3767" fmla="*/ 3924150 h 5450835"/>
              <a:gd name="connsiteX3768" fmla="*/ 8145277 w 10450132"/>
              <a:gd name="connsiteY3768" fmla="*/ 3923690 h 5450835"/>
              <a:gd name="connsiteX3769" fmla="*/ 8140745 w 10450132"/>
              <a:gd name="connsiteY3769" fmla="*/ 3915808 h 5450835"/>
              <a:gd name="connsiteX3770" fmla="*/ 8140745 w 10450132"/>
              <a:gd name="connsiteY3770" fmla="*/ 3914954 h 5450835"/>
              <a:gd name="connsiteX3771" fmla="*/ 8145277 w 10450132"/>
              <a:gd name="connsiteY3771" fmla="*/ 3907073 h 5450835"/>
              <a:gd name="connsiteX3772" fmla="*/ 8146065 w 10450132"/>
              <a:gd name="connsiteY3772" fmla="*/ 3906613 h 5450835"/>
              <a:gd name="connsiteX3773" fmla="*/ 7891684 w 10450132"/>
              <a:gd name="connsiteY3773" fmla="*/ 3906613 h 5450835"/>
              <a:gd name="connsiteX3774" fmla="*/ 7900748 w 10450132"/>
              <a:gd name="connsiteY3774" fmla="*/ 3906613 h 5450835"/>
              <a:gd name="connsiteX3775" fmla="*/ 7901536 w 10450132"/>
              <a:gd name="connsiteY3775" fmla="*/ 3907073 h 5450835"/>
              <a:gd name="connsiteX3776" fmla="*/ 7906067 w 10450132"/>
              <a:gd name="connsiteY3776" fmla="*/ 3914954 h 5450835"/>
              <a:gd name="connsiteX3777" fmla="*/ 7906067 w 10450132"/>
              <a:gd name="connsiteY3777" fmla="*/ 3915808 h 5450835"/>
              <a:gd name="connsiteX3778" fmla="*/ 7901536 w 10450132"/>
              <a:gd name="connsiteY3778" fmla="*/ 3923690 h 5450835"/>
              <a:gd name="connsiteX3779" fmla="*/ 7900748 w 10450132"/>
              <a:gd name="connsiteY3779" fmla="*/ 3924150 h 5450835"/>
              <a:gd name="connsiteX3780" fmla="*/ 7891684 w 10450132"/>
              <a:gd name="connsiteY3780" fmla="*/ 3924150 h 5450835"/>
              <a:gd name="connsiteX3781" fmla="*/ 7890896 w 10450132"/>
              <a:gd name="connsiteY3781" fmla="*/ 3923690 h 5450835"/>
              <a:gd name="connsiteX3782" fmla="*/ 7886363 w 10450132"/>
              <a:gd name="connsiteY3782" fmla="*/ 3915808 h 5450835"/>
              <a:gd name="connsiteX3783" fmla="*/ 7886363 w 10450132"/>
              <a:gd name="connsiteY3783" fmla="*/ 3914954 h 5450835"/>
              <a:gd name="connsiteX3784" fmla="*/ 7890896 w 10450132"/>
              <a:gd name="connsiteY3784" fmla="*/ 3907073 h 5450835"/>
              <a:gd name="connsiteX3785" fmla="*/ 7891684 w 10450132"/>
              <a:gd name="connsiteY3785" fmla="*/ 3906613 h 5450835"/>
              <a:gd name="connsiteX3786" fmla="*/ 7637304 w 10450132"/>
              <a:gd name="connsiteY3786" fmla="*/ 3906613 h 5450835"/>
              <a:gd name="connsiteX3787" fmla="*/ 7646367 w 10450132"/>
              <a:gd name="connsiteY3787" fmla="*/ 3906613 h 5450835"/>
              <a:gd name="connsiteX3788" fmla="*/ 7647156 w 10450132"/>
              <a:gd name="connsiteY3788" fmla="*/ 3907073 h 5450835"/>
              <a:gd name="connsiteX3789" fmla="*/ 7651687 w 10450132"/>
              <a:gd name="connsiteY3789" fmla="*/ 3914954 h 5450835"/>
              <a:gd name="connsiteX3790" fmla="*/ 7651687 w 10450132"/>
              <a:gd name="connsiteY3790" fmla="*/ 3915808 h 5450835"/>
              <a:gd name="connsiteX3791" fmla="*/ 7647156 w 10450132"/>
              <a:gd name="connsiteY3791" fmla="*/ 3923690 h 5450835"/>
              <a:gd name="connsiteX3792" fmla="*/ 7646367 w 10450132"/>
              <a:gd name="connsiteY3792" fmla="*/ 3924150 h 5450835"/>
              <a:gd name="connsiteX3793" fmla="*/ 7637304 w 10450132"/>
              <a:gd name="connsiteY3793" fmla="*/ 3924150 h 5450835"/>
              <a:gd name="connsiteX3794" fmla="*/ 7636516 w 10450132"/>
              <a:gd name="connsiteY3794" fmla="*/ 3923690 h 5450835"/>
              <a:gd name="connsiteX3795" fmla="*/ 7631983 w 10450132"/>
              <a:gd name="connsiteY3795" fmla="*/ 3915808 h 5450835"/>
              <a:gd name="connsiteX3796" fmla="*/ 7631983 w 10450132"/>
              <a:gd name="connsiteY3796" fmla="*/ 3914954 h 5450835"/>
              <a:gd name="connsiteX3797" fmla="*/ 7636516 w 10450132"/>
              <a:gd name="connsiteY3797" fmla="*/ 3907073 h 5450835"/>
              <a:gd name="connsiteX3798" fmla="*/ 7637304 w 10450132"/>
              <a:gd name="connsiteY3798" fmla="*/ 3906613 h 5450835"/>
              <a:gd name="connsiteX3799" fmla="*/ 7382923 w 10450132"/>
              <a:gd name="connsiteY3799" fmla="*/ 3906613 h 5450835"/>
              <a:gd name="connsiteX3800" fmla="*/ 7391987 w 10450132"/>
              <a:gd name="connsiteY3800" fmla="*/ 3906613 h 5450835"/>
              <a:gd name="connsiteX3801" fmla="*/ 7392775 w 10450132"/>
              <a:gd name="connsiteY3801" fmla="*/ 3907073 h 5450835"/>
              <a:gd name="connsiteX3802" fmla="*/ 7397307 w 10450132"/>
              <a:gd name="connsiteY3802" fmla="*/ 3914954 h 5450835"/>
              <a:gd name="connsiteX3803" fmla="*/ 7397307 w 10450132"/>
              <a:gd name="connsiteY3803" fmla="*/ 3915808 h 5450835"/>
              <a:gd name="connsiteX3804" fmla="*/ 7392775 w 10450132"/>
              <a:gd name="connsiteY3804" fmla="*/ 3923690 h 5450835"/>
              <a:gd name="connsiteX3805" fmla="*/ 7391987 w 10450132"/>
              <a:gd name="connsiteY3805" fmla="*/ 3924150 h 5450835"/>
              <a:gd name="connsiteX3806" fmla="*/ 7382923 w 10450132"/>
              <a:gd name="connsiteY3806" fmla="*/ 3924150 h 5450835"/>
              <a:gd name="connsiteX3807" fmla="*/ 7382135 w 10450132"/>
              <a:gd name="connsiteY3807" fmla="*/ 3923690 h 5450835"/>
              <a:gd name="connsiteX3808" fmla="*/ 7377602 w 10450132"/>
              <a:gd name="connsiteY3808" fmla="*/ 3915808 h 5450835"/>
              <a:gd name="connsiteX3809" fmla="*/ 7377602 w 10450132"/>
              <a:gd name="connsiteY3809" fmla="*/ 3914954 h 5450835"/>
              <a:gd name="connsiteX3810" fmla="*/ 7382135 w 10450132"/>
              <a:gd name="connsiteY3810" fmla="*/ 3907073 h 5450835"/>
              <a:gd name="connsiteX3811" fmla="*/ 7382923 w 10450132"/>
              <a:gd name="connsiteY3811" fmla="*/ 3906613 h 5450835"/>
              <a:gd name="connsiteX3812" fmla="*/ 7128477 w 10450132"/>
              <a:gd name="connsiteY3812" fmla="*/ 3906613 h 5450835"/>
              <a:gd name="connsiteX3813" fmla="*/ 7137540 w 10450132"/>
              <a:gd name="connsiteY3813" fmla="*/ 3906613 h 5450835"/>
              <a:gd name="connsiteX3814" fmla="*/ 7138328 w 10450132"/>
              <a:gd name="connsiteY3814" fmla="*/ 3907073 h 5450835"/>
              <a:gd name="connsiteX3815" fmla="*/ 7142860 w 10450132"/>
              <a:gd name="connsiteY3815" fmla="*/ 3914954 h 5450835"/>
              <a:gd name="connsiteX3816" fmla="*/ 7142860 w 10450132"/>
              <a:gd name="connsiteY3816" fmla="*/ 3915808 h 5450835"/>
              <a:gd name="connsiteX3817" fmla="*/ 7138328 w 10450132"/>
              <a:gd name="connsiteY3817" fmla="*/ 3923690 h 5450835"/>
              <a:gd name="connsiteX3818" fmla="*/ 7137540 w 10450132"/>
              <a:gd name="connsiteY3818" fmla="*/ 3924150 h 5450835"/>
              <a:gd name="connsiteX3819" fmla="*/ 7128477 w 10450132"/>
              <a:gd name="connsiteY3819" fmla="*/ 3924150 h 5450835"/>
              <a:gd name="connsiteX3820" fmla="*/ 7127689 w 10450132"/>
              <a:gd name="connsiteY3820" fmla="*/ 3923690 h 5450835"/>
              <a:gd name="connsiteX3821" fmla="*/ 7123156 w 10450132"/>
              <a:gd name="connsiteY3821" fmla="*/ 3915808 h 5450835"/>
              <a:gd name="connsiteX3822" fmla="*/ 7123156 w 10450132"/>
              <a:gd name="connsiteY3822" fmla="*/ 3914954 h 5450835"/>
              <a:gd name="connsiteX3823" fmla="*/ 7127689 w 10450132"/>
              <a:gd name="connsiteY3823" fmla="*/ 3907073 h 5450835"/>
              <a:gd name="connsiteX3824" fmla="*/ 7128477 w 10450132"/>
              <a:gd name="connsiteY3824" fmla="*/ 3906613 h 5450835"/>
              <a:gd name="connsiteX3825" fmla="*/ 6874095 w 10450132"/>
              <a:gd name="connsiteY3825" fmla="*/ 3906613 h 5450835"/>
              <a:gd name="connsiteX3826" fmla="*/ 6883159 w 10450132"/>
              <a:gd name="connsiteY3826" fmla="*/ 3906613 h 5450835"/>
              <a:gd name="connsiteX3827" fmla="*/ 6883947 w 10450132"/>
              <a:gd name="connsiteY3827" fmla="*/ 3907073 h 5450835"/>
              <a:gd name="connsiteX3828" fmla="*/ 6888480 w 10450132"/>
              <a:gd name="connsiteY3828" fmla="*/ 3914954 h 5450835"/>
              <a:gd name="connsiteX3829" fmla="*/ 6888480 w 10450132"/>
              <a:gd name="connsiteY3829" fmla="*/ 3915808 h 5450835"/>
              <a:gd name="connsiteX3830" fmla="*/ 6883947 w 10450132"/>
              <a:gd name="connsiteY3830" fmla="*/ 3923690 h 5450835"/>
              <a:gd name="connsiteX3831" fmla="*/ 6883159 w 10450132"/>
              <a:gd name="connsiteY3831" fmla="*/ 3924150 h 5450835"/>
              <a:gd name="connsiteX3832" fmla="*/ 6874095 w 10450132"/>
              <a:gd name="connsiteY3832" fmla="*/ 3924150 h 5450835"/>
              <a:gd name="connsiteX3833" fmla="*/ 6873307 w 10450132"/>
              <a:gd name="connsiteY3833" fmla="*/ 3923690 h 5450835"/>
              <a:gd name="connsiteX3834" fmla="*/ 6868775 w 10450132"/>
              <a:gd name="connsiteY3834" fmla="*/ 3915808 h 5450835"/>
              <a:gd name="connsiteX3835" fmla="*/ 6868775 w 10450132"/>
              <a:gd name="connsiteY3835" fmla="*/ 3914954 h 5450835"/>
              <a:gd name="connsiteX3836" fmla="*/ 6873307 w 10450132"/>
              <a:gd name="connsiteY3836" fmla="*/ 3907073 h 5450835"/>
              <a:gd name="connsiteX3837" fmla="*/ 6874095 w 10450132"/>
              <a:gd name="connsiteY3837" fmla="*/ 3906613 h 5450835"/>
              <a:gd name="connsiteX3838" fmla="*/ 6619714 w 10450132"/>
              <a:gd name="connsiteY3838" fmla="*/ 3906613 h 5450835"/>
              <a:gd name="connsiteX3839" fmla="*/ 6628778 w 10450132"/>
              <a:gd name="connsiteY3839" fmla="*/ 3906613 h 5450835"/>
              <a:gd name="connsiteX3840" fmla="*/ 6629566 w 10450132"/>
              <a:gd name="connsiteY3840" fmla="*/ 3907073 h 5450835"/>
              <a:gd name="connsiteX3841" fmla="*/ 6634099 w 10450132"/>
              <a:gd name="connsiteY3841" fmla="*/ 3914954 h 5450835"/>
              <a:gd name="connsiteX3842" fmla="*/ 6634099 w 10450132"/>
              <a:gd name="connsiteY3842" fmla="*/ 3915808 h 5450835"/>
              <a:gd name="connsiteX3843" fmla="*/ 6629566 w 10450132"/>
              <a:gd name="connsiteY3843" fmla="*/ 3923690 h 5450835"/>
              <a:gd name="connsiteX3844" fmla="*/ 6628778 w 10450132"/>
              <a:gd name="connsiteY3844" fmla="*/ 3924150 h 5450835"/>
              <a:gd name="connsiteX3845" fmla="*/ 6619714 w 10450132"/>
              <a:gd name="connsiteY3845" fmla="*/ 3924150 h 5450835"/>
              <a:gd name="connsiteX3846" fmla="*/ 6618926 w 10450132"/>
              <a:gd name="connsiteY3846" fmla="*/ 3923690 h 5450835"/>
              <a:gd name="connsiteX3847" fmla="*/ 6614394 w 10450132"/>
              <a:gd name="connsiteY3847" fmla="*/ 3915808 h 5450835"/>
              <a:gd name="connsiteX3848" fmla="*/ 6614394 w 10450132"/>
              <a:gd name="connsiteY3848" fmla="*/ 3914954 h 5450835"/>
              <a:gd name="connsiteX3849" fmla="*/ 6618926 w 10450132"/>
              <a:gd name="connsiteY3849" fmla="*/ 3907073 h 5450835"/>
              <a:gd name="connsiteX3850" fmla="*/ 6619714 w 10450132"/>
              <a:gd name="connsiteY3850" fmla="*/ 3906613 h 5450835"/>
              <a:gd name="connsiteX3851" fmla="*/ 6365334 w 10450132"/>
              <a:gd name="connsiteY3851" fmla="*/ 3906613 h 5450835"/>
              <a:gd name="connsiteX3852" fmla="*/ 6374397 w 10450132"/>
              <a:gd name="connsiteY3852" fmla="*/ 3906613 h 5450835"/>
              <a:gd name="connsiteX3853" fmla="*/ 6375186 w 10450132"/>
              <a:gd name="connsiteY3853" fmla="*/ 3907073 h 5450835"/>
              <a:gd name="connsiteX3854" fmla="*/ 6379718 w 10450132"/>
              <a:gd name="connsiteY3854" fmla="*/ 3914954 h 5450835"/>
              <a:gd name="connsiteX3855" fmla="*/ 6379718 w 10450132"/>
              <a:gd name="connsiteY3855" fmla="*/ 3915808 h 5450835"/>
              <a:gd name="connsiteX3856" fmla="*/ 6375186 w 10450132"/>
              <a:gd name="connsiteY3856" fmla="*/ 3923690 h 5450835"/>
              <a:gd name="connsiteX3857" fmla="*/ 6374397 w 10450132"/>
              <a:gd name="connsiteY3857" fmla="*/ 3924150 h 5450835"/>
              <a:gd name="connsiteX3858" fmla="*/ 6365334 w 10450132"/>
              <a:gd name="connsiteY3858" fmla="*/ 3924150 h 5450835"/>
              <a:gd name="connsiteX3859" fmla="*/ 6364546 w 10450132"/>
              <a:gd name="connsiteY3859" fmla="*/ 3923690 h 5450835"/>
              <a:gd name="connsiteX3860" fmla="*/ 6360014 w 10450132"/>
              <a:gd name="connsiteY3860" fmla="*/ 3915808 h 5450835"/>
              <a:gd name="connsiteX3861" fmla="*/ 6360014 w 10450132"/>
              <a:gd name="connsiteY3861" fmla="*/ 3914954 h 5450835"/>
              <a:gd name="connsiteX3862" fmla="*/ 6364546 w 10450132"/>
              <a:gd name="connsiteY3862" fmla="*/ 3907073 h 5450835"/>
              <a:gd name="connsiteX3863" fmla="*/ 6365334 w 10450132"/>
              <a:gd name="connsiteY3863" fmla="*/ 3906613 h 5450835"/>
              <a:gd name="connsiteX3864" fmla="*/ 6110888 w 10450132"/>
              <a:gd name="connsiteY3864" fmla="*/ 3906613 h 5450835"/>
              <a:gd name="connsiteX3865" fmla="*/ 6119953 w 10450132"/>
              <a:gd name="connsiteY3865" fmla="*/ 3906613 h 5450835"/>
              <a:gd name="connsiteX3866" fmla="*/ 6120740 w 10450132"/>
              <a:gd name="connsiteY3866" fmla="*/ 3907073 h 5450835"/>
              <a:gd name="connsiteX3867" fmla="*/ 6125272 w 10450132"/>
              <a:gd name="connsiteY3867" fmla="*/ 3914954 h 5450835"/>
              <a:gd name="connsiteX3868" fmla="*/ 6125272 w 10450132"/>
              <a:gd name="connsiteY3868" fmla="*/ 3915808 h 5450835"/>
              <a:gd name="connsiteX3869" fmla="*/ 6120740 w 10450132"/>
              <a:gd name="connsiteY3869" fmla="*/ 3923690 h 5450835"/>
              <a:gd name="connsiteX3870" fmla="*/ 6119953 w 10450132"/>
              <a:gd name="connsiteY3870" fmla="*/ 3924150 h 5450835"/>
              <a:gd name="connsiteX3871" fmla="*/ 6110888 w 10450132"/>
              <a:gd name="connsiteY3871" fmla="*/ 3924150 h 5450835"/>
              <a:gd name="connsiteX3872" fmla="*/ 6110101 w 10450132"/>
              <a:gd name="connsiteY3872" fmla="*/ 3923690 h 5450835"/>
              <a:gd name="connsiteX3873" fmla="*/ 6105567 w 10450132"/>
              <a:gd name="connsiteY3873" fmla="*/ 3915808 h 5450835"/>
              <a:gd name="connsiteX3874" fmla="*/ 6105567 w 10450132"/>
              <a:gd name="connsiteY3874" fmla="*/ 3914954 h 5450835"/>
              <a:gd name="connsiteX3875" fmla="*/ 6110101 w 10450132"/>
              <a:gd name="connsiteY3875" fmla="*/ 3907073 h 5450835"/>
              <a:gd name="connsiteX3876" fmla="*/ 6110888 w 10450132"/>
              <a:gd name="connsiteY3876" fmla="*/ 3906613 h 5450835"/>
              <a:gd name="connsiteX3877" fmla="*/ 5856508 w 10450132"/>
              <a:gd name="connsiteY3877" fmla="*/ 3906613 h 5450835"/>
              <a:gd name="connsiteX3878" fmla="*/ 5865571 w 10450132"/>
              <a:gd name="connsiteY3878" fmla="*/ 3906613 h 5450835"/>
              <a:gd name="connsiteX3879" fmla="*/ 5866359 w 10450132"/>
              <a:gd name="connsiteY3879" fmla="*/ 3907073 h 5450835"/>
              <a:gd name="connsiteX3880" fmla="*/ 5870891 w 10450132"/>
              <a:gd name="connsiteY3880" fmla="*/ 3914954 h 5450835"/>
              <a:gd name="connsiteX3881" fmla="*/ 5870891 w 10450132"/>
              <a:gd name="connsiteY3881" fmla="*/ 3915808 h 5450835"/>
              <a:gd name="connsiteX3882" fmla="*/ 5866359 w 10450132"/>
              <a:gd name="connsiteY3882" fmla="*/ 3923690 h 5450835"/>
              <a:gd name="connsiteX3883" fmla="*/ 5865571 w 10450132"/>
              <a:gd name="connsiteY3883" fmla="*/ 3924150 h 5450835"/>
              <a:gd name="connsiteX3884" fmla="*/ 5856508 w 10450132"/>
              <a:gd name="connsiteY3884" fmla="*/ 3924150 h 5450835"/>
              <a:gd name="connsiteX3885" fmla="*/ 5855720 w 10450132"/>
              <a:gd name="connsiteY3885" fmla="*/ 3923690 h 5450835"/>
              <a:gd name="connsiteX3886" fmla="*/ 5851187 w 10450132"/>
              <a:gd name="connsiteY3886" fmla="*/ 3915808 h 5450835"/>
              <a:gd name="connsiteX3887" fmla="*/ 5851187 w 10450132"/>
              <a:gd name="connsiteY3887" fmla="*/ 3914954 h 5450835"/>
              <a:gd name="connsiteX3888" fmla="*/ 5855720 w 10450132"/>
              <a:gd name="connsiteY3888" fmla="*/ 3907073 h 5450835"/>
              <a:gd name="connsiteX3889" fmla="*/ 5856508 w 10450132"/>
              <a:gd name="connsiteY3889" fmla="*/ 3906613 h 5450835"/>
              <a:gd name="connsiteX3890" fmla="*/ 5602126 w 10450132"/>
              <a:gd name="connsiteY3890" fmla="*/ 3906613 h 5450835"/>
              <a:gd name="connsiteX3891" fmla="*/ 5611191 w 10450132"/>
              <a:gd name="connsiteY3891" fmla="*/ 3906613 h 5450835"/>
              <a:gd name="connsiteX3892" fmla="*/ 5611979 w 10450132"/>
              <a:gd name="connsiteY3892" fmla="*/ 3907073 h 5450835"/>
              <a:gd name="connsiteX3893" fmla="*/ 5616511 w 10450132"/>
              <a:gd name="connsiteY3893" fmla="*/ 3914954 h 5450835"/>
              <a:gd name="connsiteX3894" fmla="*/ 5616511 w 10450132"/>
              <a:gd name="connsiteY3894" fmla="*/ 3915808 h 5450835"/>
              <a:gd name="connsiteX3895" fmla="*/ 5611979 w 10450132"/>
              <a:gd name="connsiteY3895" fmla="*/ 3923690 h 5450835"/>
              <a:gd name="connsiteX3896" fmla="*/ 5611191 w 10450132"/>
              <a:gd name="connsiteY3896" fmla="*/ 3924150 h 5450835"/>
              <a:gd name="connsiteX3897" fmla="*/ 5602126 w 10450132"/>
              <a:gd name="connsiteY3897" fmla="*/ 3924150 h 5450835"/>
              <a:gd name="connsiteX3898" fmla="*/ 5601338 w 10450132"/>
              <a:gd name="connsiteY3898" fmla="*/ 3923690 h 5450835"/>
              <a:gd name="connsiteX3899" fmla="*/ 5596807 w 10450132"/>
              <a:gd name="connsiteY3899" fmla="*/ 3915808 h 5450835"/>
              <a:gd name="connsiteX3900" fmla="*/ 5596807 w 10450132"/>
              <a:gd name="connsiteY3900" fmla="*/ 3914954 h 5450835"/>
              <a:gd name="connsiteX3901" fmla="*/ 5601338 w 10450132"/>
              <a:gd name="connsiteY3901" fmla="*/ 3907073 h 5450835"/>
              <a:gd name="connsiteX3902" fmla="*/ 5602126 w 10450132"/>
              <a:gd name="connsiteY3902" fmla="*/ 3906613 h 5450835"/>
              <a:gd name="connsiteX3903" fmla="*/ 5347746 w 10450132"/>
              <a:gd name="connsiteY3903" fmla="*/ 3906613 h 5450835"/>
              <a:gd name="connsiteX3904" fmla="*/ 5356810 w 10450132"/>
              <a:gd name="connsiteY3904" fmla="*/ 3906613 h 5450835"/>
              <a:gd name="connsiteX3905" fmla="*/ 5357598 w 10450132"/>
              <a:gd name="connsiteY3905" fmla="*/ 3907073 h 5450835"/>
              <a:gd name="connsiteX3906" fmla="*/ 5362130 w 10450132"/>
              <a:gd name="connsiteY3906" fmla="*/ 3914954 h 5450835"/>
              <a:gd name="connsiteX3907" fmla="*/ 5362130 w 10450132"/>
              <a:gd name="connsiteY3907" fmla="*/ 3915808 h 5450835"/>
              <a:gd name="connsiteX3908" fmla="*/ 5357598 w 10450132"/>
              <a:gd name="connsiteY3908" fmla="*/ 3923690 h 5450835"/>
              <a:gd name="connsiteX3909" fmla="*/ 5356810 w 10450132"/>
              <a:gd name="connsiteY3909" fmla="*/ 3924150 h 5450835"/>
              <a:gd name="connsiteX3910" fmla="*/ 5347746 w 10450132"/>
              <a:gd name="connsiteY3910" fmla="*/ 3924150 h 5450835"/>
              <a:gd name="connsiteX3911" fmla="*/ 5346958 w 10450132"/>
              <a:gd name="connsiteY3911" fmla="*/ 3923690 h 5450835"/>
              <a:gd name="connsiteX3912" fmla="*/ 5342425 w 10450132"/>
              <a:gd name="connsiteY3912" fmla="*/ 3915808 h 5450835"/>
              <a:gd name="connsiteX3913" fmla="*/ 5342425 w 10450132"/>
              <a:gd name="connsiteY3913" fmla="*/ 3914954 h 5450835"/>
              <a:gd name="connsiteX3914" fmla="*/ 5346958 w 10450132"/>
              <a:gd name="connsiteY3914" fmla="*/ 3907073 h 5450835"/>
              <a:gd name="connsiteX3915" fmla="*/ 5347746 w 10450132"/>
              <a:gd name="connsiteY3915" fmla="*/ 3906613 h 5450835"/>
              <a:gd name="connsiteX3916" fmla="*/ 5093300 w 10450132"/>
              <a:gd name="connsiteY3916" fmla="*/ 3906613 h 5450835"/>
              <a:gd name="connsiteX3917" fmla="*/ 5102364 w 10450132"/>
              <a:gd name="connsiteY3917" fmla="*/ 3906613 h 5450835"/>
              <a:gd name="connsiteX3918" fmla="*/ 5103153 w 10450132"/>
              <a:gd name="connsiteY3918" fmla="*/ 3907073 h 5450835"/>
              <a:gd name="connsiteX3919" fmla="*/ 5107684 w 10450132"/>
              <a:gd name="connsiteY3919" fmla="*/ 3914954 h 5450835"/>
              <a:gd name="connsiteX3920" fmla="*/ 5107684 w 10450132"/>
              <a:gd name="connsiteY3920" fmla="*/ 3915808 h 5450835"/>
              <a:gd name="connsiteX3921" fmla="*/ 5103153 w 10450132"/>
              <a:gd name="connsiteY3921" fmla="*/ 3923690 h 5450835"/>
              <a:gd name="connsiteX3922" fmla="*/ 5102364 w 10450132"/>
              <a:gd name="connsiteY3922" fmla="*/ 3924150 h 5450835"/>
              <a:gd name="connsiteX3923" fmla="*/ 5093300 w 10450132"/>
              <a:gd name="connsiteY3923" fmla="*/ 3924150 h 5450835"/>
              <a:gd name="connsiteX3924" fmla="*/ 5092512 w 10450132"/>
              <a:gd name="connsiteY3924" fmla="*/ 3923690 h 5450835"/>
              <a:gd name="connsiteX3925" fmla="*/ 5087979 w 10450132"/>
              <a:gd name="connsiteY3925" fmla="*/ 3915808 h 5450835"/>
              <a:gd name="connsiteX3926" fmla="*/ 5087979 w 10450132"/>
              <a:gd name="connsiteY3926" fmla="*/ 3914954 h 5450835"/>
              <a:gd name="connsiteX3927" fmla="*/ 5092512 w 10450132"/>
              <a:gd name="connsiteY3927" fmla="*/ 3907073 h 5450835"/>
              <a:gd name="connsiteX3928" fmla="*/ 5093300 w 10450132"/>
              <a:gd name="connsiteY3928" fmla="*/ 3906613 h 5450835"/>
              <a:gd name="connsiteX3929" fmla="*/ 4838919 w 10450132"/>
              <a:gd name="connsiteY3929" fmla="*/ 3906613 h 5450835"/>
              <a:gd name="connsiteX3930" fmla="*/ 4847982 w 10450132"/>
              <a:gd name="connsiteY3930" fmla="*/ 3906613 h 5450835"/>
              <a:gd name="connsiteX3931" fmla="*/ 4848772 w 10450132"/>
              <a:gd name="connsiteY3931" fmla="*/ 3907073 h 5450835"/>
              <a:gd name="connsiteX3932" fmla="*/ 4853303 w 10450132"/>
              <a:gd name="connsiteY3932" fmla="*/ 3914954 h 5450835"/>
              <a:gd name="connsiteX3933" fmla="*/ 4853303 w 10450132"/>
              <a:gd name="connsiteY3933" fmla="*/ 3915808 h 5450835"/>
              <a:gd name="connsiteX3934" fmla="*/ 4848772 w 10450132"/>
              <a:gd name="connsiteY3934" fmla="*/ 3923690 h 5450835"/>
              <a:gd name="connsiteX3935" fmla="*/ 4847982 w 10450132"/>
              <a:gd name="connsiteY3935" fmla="*/ 3924150 h 5450835"/>
              <a:gd name="connsiteX3936" fmla="*/ 4838919 w 10450132"/>
              <a:gd name="connsiteY3936" fmla="*/ 3924150 h 5450835"/>
              <a:gd name="connsiteX3937" fmla="*/ 4838132 w 10450132"/>
              <a:gd name="connsiteY3937" fmla="*/ 3923690 h 5450835"/>
              <a:gd name="connsiteX3938" fmla="*/ 4833598 w 10450132"/>
              <a:gd name="connsiteY3938" fmla="*/ 3915808 h 5450835"/>
              <a:gd name="connsiteX3939" fmla="*/ 4833598 w 10450132"/>
              <a:gd name="connsiteY3939" fmla="*/ 3914954 h 5450835"/>
              <a:gd name="connsiteX3940" fmla="*/ 4838132 w 10450132"/>
              <a:gd name="connsiteY3940" fmla="*/ 3907073 h 5450835"/>
              <a:gd name="connsiteX3941" fmla="*/ 4838919 w 10450132"/>
              <a:gd name="connsiteY3941" fmla="*/ 3906613 h 5450835"/>
              <a:gd name="connsiteX3942" fmla="*/ 4584538 w 10450132"/>
              <a:gd name="connsiteY3942" fmla="*/ 3906613 h 5450835"/>
              <a:gd name="connsiteX3943" fmla="*/ 4593603 w 10450132"/>
              <a:gd name="connsiteY3943" fmla="*/ 3906613 h 5450835"/>
              <a:gd name="connsiteX3944" fmla="*/ 4594390 w 10450132"/>
              <a:gd name="connsiteY3944" fmla="*/ 3907073 h 5450835"/>
              <a:gd name="connsiteX3945" fmla="*/ 4598922 w 10450132"/>
              <a:gd name="connsiteY3945" fmla="*/ 3914954 h 5450835"/>
              <a:gd name="connsiteX3946" fmla="*/ 4598922 w 10450132"/>
              <a:gd name="connsiteY3946" fmla="*/ 3915808 h 5450835"/>
              <a:gd name="connsiteX3947" fmla="*/ 4594390 w 10450132"/>
              <a:gd name="connsiteY3947" fmla="*/ 3923690 h 5450835"/>
              <a:gd name="connsiteX3948" fmla="*/ 4593603 w 10450132"/>
              <a:gd name="connsiteY3948" fmla="*/ 3924150 h 5450835"/>
              <a:gd name="connsiteX3949" fmla="*/ 4584538 w 10450132"/>
              <a:gd name="connsiteY3949" fmla="*/ 3924150 h 5450835"/>
              <a:gd name="connsiteX3950" fmla="*/ 4583749 w 10450132"/>
              <a:gd name="connsiteY3950" fmla="*/ 3923690 h 5450835"/>
              <a:gd name="connsiteX3951" fmla="*/ 4579218 w 10450132"/>
              <a:gd name="connsiteY3951" fmla="*/ 3915808 h 5450835"/>
              <a:gd name="connsiteX3952" fmla="*/ 4579218 w 10450132"/>
              <a:gd name="connsiteY3952" fmla="*/ 3914954 h 5450835"/>
              <a:gd name="connsiteX3953" fmla="*/ 4583749 w 10450132"/>
              <a:gd name="connsiteY3953" fmla="*/ 3907073 h 5450835"/>
              <a:gd name="connsiteX3954" fmla="*/ 4584538 w 10450132"/>
              <a:gd name="connsiteY3954" fmla="*/ 3906613 h 5450835"/>
              <a:gd name="connsiteX3955" fmla="*/ 4330157 w 10450132"/>
              <a:gd name="connsiteY3955" fmla="*/ 3906613 h 5450835"/>
              <a:gd name="connsiteX3956" fmla="*/ 4339222 w 10450132"/>
              <a:gd name="connsiteY3956" fmla="*/ 3906613 h 5450835"/>
              <a:gd name="connsiteX3957" fmla="*/ 4340010 w 10450132"/>
              <a:gd name="connsiteY3957" fmla="*/ 3907073 h 5450835"/>
              <a:gd name="connsiteX3958" fmla="*/ 4344540 w 10450132"/>
              <a:gd name="connsiteY3958" fmla="*/ 3914954 h 5450835"/>
              <a:gd name="connsiteX3959" fmla="*/ 4344540 w 10450132"/>
              <a:gd name="connsiteY3959" fmla="*/ 3915808 h 5450835"/>
              <a:gd name="connsiteX3960" fmla="*/ 4340010 w 10450132"/>
              <a:gd name="connsiteY3960" fmla="*/ 3923690 h 5450835"/>
              <a:gd name="connsiteX3961" fmla="*/ 4339222 w 10450132"/>
              <a:gd name="connsiteY3961" fmla="*/ 3924150 h 5450835"/>
              <a:gd name="connsiteX3962" fmla="*/ 4330157 w 10450132"/>
              <a:gd name="connsiteY3962" fmla="*/ 3924150 h 5450835"/>
              <a:gd name="connsiteX3963" fmla="*/ 4329369 w 10450132"/>
              <a:gd name="connsiteY3963" fmla="*/ 3923690 h 5450835"/>
              <a:gd name="connsiteX3964" fmla="*/ 4324836 w 10450132"/>
              <a:gd name="connsiteY3964" fmla="*/ 3915808 h 5450835"/>
              <a:gd name="connsiteX3965" fmla="*/ 4324836 w 10450132"/>
              <a:gd name="connsiteY3965" fmla="*/ 3914954 h 5450835"/>
              <a:gd name="connsiteX3966" fmla="*/ 4329369 w 10450132"/>
              <a:gd name="connsiteY3966" fmla="*/ 3907073 h 5450835"/>
              <a:gd name="connsiteX3967" fmla="*/ 4330157 w 10450132"/>
              <a:gd name="connsiteY3967" fmla="*/ 3906613 h 5450835"/>
              <a:gd name="connsiteX3968" fmla="*/ 4075834 w 10450132"/>
              <a:gd name="connsiteY3968" fmla="*/ 3906613 h 5450835"/>
              <a:gd name="connsiteX3969" fmla="*/ 4084899 w 10450132"/>
              <a:gd name="connsiteY3969" fmla="*/ 3906613 h 5450835"/>
              <a:gd name="connsiteX3970" fmla="*/ 4085687 w 10450132"/>
              <a:gd name="connsiteY3970" fmla="*/ 3907073 h 5450835"/>
              <a:gd name="connsiteX3971" fmla="*/ 4090218 w 10450132"/>
              <a:gd name="connsiteY3971" fmla="*/ 3914954 h 5450835"/>
              <a:gd name="connsiteX3972" fmla="*/ 4090218 w 10450132"/>
              <a:gd name="connsiteY3972" fmla="*/ 3915808 h 5450835"/>
              <a:gd name="connsiteX3973" fmla="*/ 4085687 w 10450132"/>
              <a:gd name="connsiteY3973" fmla="*/ 3923690 h 5450835"/>
              <a:gd name="connsiteX3974" fmla="*/ 4084899 w 10450132"/>
              <a:gd name="connsiteY3974" fmla="*/ 3924150 h 5450835"/>
              <a:gd name="connsiteX3975" fmla="*/ 4075834 w 10450132"/>
              <a:gd name="connsiteY3975" fmla="*/ 3924150 h 5450835"/>
              <a:gd name="connsiteX3976" fmla="*/ 4075046 w 10450132"/>
              <a:gd name="connsiteY3976" fmla="*/ 3923690 h 5450835"/>
              <a:gd name="connsiteX3977" fmla="*/ 4070513 w 10450132"/>
              <a:gd name="connsiteY3977" fmla="*/ 3915808 h 5450835"/>
              <a:gd name="connsiteX3978" fmla="*/ 4070513 w 10450132"/>
              <a:gd name="connsiteY3978" fmla="*/ 3914954 h 5450835"/>
              <a:gd name="connsiteX3979" fmla="*/ 4075046 w 10450132"/>
              <a:gd name="connsiteY3979" fmla="*/ 3907073 h 5450835"/>
              <a:gd name="connsiteX3980" fmla="*/ 4075834 w 10450132"/>
              <a:gd name="connsiteY3980" fmla="*/ 3906613 h 5450835"/>
              <a:gd name="connsiteX3981" fmla="*/ 3821440 w 10450132"/>
              <a:gd name="connsiteY3981" fmla="*/ 3906613 h 5450835"/>
              <a:gd name="connsiteX3982" fmla="*/ 3830507 w 10450132"/>
              <a:gd name="connsiteY3982" fmla="*/ 3906613 h 5450835"/>
              <a:gd name="connsiteX3983" fmla="*/ 3831294 w 10450132"/>
              <a:gd name="connsiteY3983" fmla="*/ 3907073 h 5450835"/>
              <a:gd name="connsiteX3984" fmla="*/ 3835828 w 10450132"/>
              <a:gd name="connsiteY3984" fmla="*/ 3914954 h 5450835"/>
              <a:gd name="connsiteX3985" fmla="*/ 3835828 w 10450132"/>
              <a:gd name="connsiteY3985" fmla="*/ 3915808 h 5450835"/>
              <a:gd name="connsiteX3986" fmla="*/ 3831294 w 10450132"/>
              <a:gd name="connsiteY3986" fmla="*/ 3923690 h 5450835"/>
              <a:gd name="connsiteX3987" fmla="*/ 3830507 w 10450132"/>
              <a:gd name="connsiteY3987" fmla="*/ 3924150 h 5450835"/>
              <a:gd name="connsiteX3988" fmla="*/ 3821440 w 10450132"/>
              <a:gd name="connsiteY3988" fmla="*/ 3924150 h 5450835"/>
              <a:gd name="connsiteX3989" fmla="*/ 3820653 w 10450132"/>
              <a:gd name="connsiteY3989" fmla="*/ 3923690 h 5450835"/>
              <a:gd name="connsiteX3990" fmla="*/ 3816120 w 10450132"/>
              <a:gd name="connsiteY3990" fmla="*/ 3915808 h 5450835"/>
              <a:gd name="connsiteX3991" fmla="*/ 3816120 w 10450132"/>
              <a:gd name="connsiteY3991" fmla="*/ 3914954 h 5450835"/>
              <a:gd name="connsiteX3992" fmla="*/ 3820653 w 10450132"/>
              <a:gd name="connsiteY3992" fmla="*/ 3907073 h 5450835"/>
              <a:gd name="connsiteX3993" fmla="*/ 3821440 w 10450132"/>
              <a:gd name="connsiteY3993" fmla="*/ 3906613 h 5450835"/>
              <a:gd name="connsiteX3994" fmla="*/ 3567185 w 10450132"/>
              <a:gd name="connsiteY3994" fmla="*/ 3906613 h 5450835"/>
              <a:gd name="connsiteX3995" fmla="*/ 3576249 w 10450132"/>
              <a:gd name="connsiteY3995" fmla="*/ 3906613 h 5450835"/>
              <a:gd name="connsiteX3996" fmla="*/ 3577036 w 10450132"/>
              <a:gd name="connsiteY3996" fmla="*/ 3907073 h 5450835"/>
              <a:gd name="connsiteX3997" fmla="*/ 3581569 w 10450132"/>
              <a:gd name="connsiteY3997" fmla="*/ 3914954 h 5450835"/>
              <a:gd name="connsiteX3998" fmla="*/ 3581569 w 10450132"/>
              <a:gd name="connsiteY3998" fmla="*/ 3915808 h 5450835"/>
              <a:gd name="connsiteX3999" fmla="*/ 3577036 w 10450132"/>
              <a:gd name="connsiteY3999" fmla="*/ 3923690 h 5450835"/>
              <a:gd name="connsiteX4000" fmla="*/ 3576249 w 10450132"/>
              <a:gd name="connsiteY4000" fmla="*/ 3924150 h 5450835"/>
              <a:gd name="connsiteX4001" fmla="*/ 3567185 w 10450132"/>
              <a:gd name="connsiteY4001" fmla="*/ 3924150 h 5450835"/>
              <a:gd name="connsiteX4002" fmla="*/ 3566396 w 10450132"/>
              <a:gd name="connsiteY4002" fmla="*/ 3923690 h 5450835"/>
              <a:gd name="connsiteX4003" fmla="*/ 3561863 w 10450132"/>
              <a:gd name="connsiteY4003" fmla="*/ 3915808 h 5450835"/>
              <a:gd name="connsiteX4004" fmla="*/ 3561863 w 10450132"/>
              <a:gd name="connsiteY4004" fmla="*/ 3914954 h 5450835"/>
              <a:gd name="connsiteX4005" fmla="*/ 3566396 w 10450132"/>
              <a:gd name="connsiteY4005" fmla="*/ 3907073 h 5450835"/>
              <a:gd name="connsiteX4006" fmla="*/ 3567185 w 10450132"/>
              <a:gd name="connsiteY4006" fmla="*/ 3906613 h 5450835"/>
              <a:gd name="connsiteX4007" fmla="*/ 3312664 w 10450132"/>
              <a:gd name="connsiteY4007" fmla="*/ 3906613 h 5450835"/>
              <a:gd name="connsiteX4008" fmla="*/ 3321728 w 10450132"/>
              <a:gd name="connsiteY4008" fmla="*/ 3906613 h 5450835"/>
              <a:gd name="connsiteX4009" fmla="*/ 3322515 w 10450132"/>
              <a:gd name="connsiteY4009" fmla="*/ 3907073 h 5450835"/>
              <a:gd name="connsiteX4010" fmla="*/ 3327049 w 10450132"/>
              <a:gd name="connsiteY4010" fmla="*/ 3914954 h 5450835"/>
              <a:gd name="connsiteX4011" fmla="*/ 3327049 w 10450132"/>
              <a:gd name="connsiteY4011" fmla="*/ 3915808 h 5450835"/>
              <a:gd name="connsiteX4012" fmla="*/ 3322515 w 10450132"/>
              <a:gd name="connsiteY4012" fmla="*/ 3923690 h 5450835"/>
              <a:gd name="connsiteX4013" fmla="*/ 3321728 w 10450132"/>
              <a:gd name="connsiteY4013" fmla="*/ 3924150 h 5450835"/>
              <a:gd name="connsiteX4014" fmla="*/ 3312664 w 10450132"/>
              <a:gd name="connsiteY4014" fmla="*/ 3924150 h 5450835"/>
              <a:gd name="connsiteX4015" fmla="*/ 3311877 w 10450132"/>
              <a:gd name="connsiteY4015" fmla="*/ 3923690 h 5450835"/>
              <a:gd name="connsiteX4016" fmla="*/ 3307343 w 10450132"/>
              <a:gd name="connsiteY4016" fmla="*/ 3915808 h 5450835"/>
              <a:gd name="connsiteX4017" fmla="*/ 3307343 w 10450132"/>
              <a:gd name="connsiteY4017" fmla="*/ 3914954 h 5450835"/>
              <a:gd name="connsiteX4018" fmla="*/ 3311877 w 10450132"/>
              <a:gd name="connsiteY4018" fmla="*/ 3907073 h 5450835"/>
              <a:gd name="connsiteX4019" fmla="*/ 3312664 w 10450132"/>
              <a:gd name="connsiteY4019" fmla="*/ 3906613 h 5450835"/>
              <a:gd name="connsiteX4020" fmla="*/ 3058287 w 10450132"/>
              <a:gd name="connsiteY4020" fmla="*/ 3906613 h 5450835"/>
              <a:gd name="connsiteX4021" fmla="*/ 3067351 w 10450132"/>
              <a:gd name="connsiteY4021" fmla="*/ 3906613 h 5450835"/>
              <a:gd name="connsiteX4022" fmla="*/ 3068139 w 10450132"/>
              <a:gd name="connsiteY4022" fmla="*/ 3907073 h 5450835"/>
              <a:gd name="connsiteX4023" fmla="*/ 3072671 w 10450132"/>
              <a:gd name="connsiteY4023" fmla="*/ 3914954 h 5450835"/>
              <a:gd name="connsiteX4024" fmla="*/ 3072671 w 10450132"/>
              <a:gd name="connsiteY4024" fmla="*/ 3915808 h 5450835"/>
              <a:gd name="connsiteX4025" fmla="*/ 3068139 w 10450132"/>
              <a:gd name="connsiteY4025" fmla="*/ 3923690 h 5450835"/>
              <a:gd name="connsiteX4026" fmla="*/ 3067351 w 10450132"/>
              <a:gd name="connsiteY4026" fmla="*/ 3924150 h 5450835"/>
              <a:gd name="connsiteX4027" fmla="*/ 3058287 w 10450132"/>
              <a:gd name="connsiteY4027" fmla="*/ 3924150 h 5450835"/>
              <a:gd name="connsiteX4028" fmla="*/ 3057498 w 10450132"/>
              <a:gd name="connsiteY4028" fmla="*/ 3923690 h 5450835"/>
              <a:gd name="connsiteX4029" fmla="*/ 3052966 w 10450132"/>
              <a:gd name="connsiteY4029" fmla="*/ 3915808 h 5450835"/>
              <a:gd name="connsiteX4030" fmla="*/ 3052966 w 10450132"/>
              <a:gd name="connsiteY4030" fmla="*/ 3914954 h 5450835"/>
              <a:gd name="connsiteX4031" fmla="*/ 3057498 w 10450132"/>
              <a:gd name="connsiteY4031" fmla="*/ 3907073 h 5450835"/>
              <a:gd name="connsiteX4032" fmla="*/ 3058287 w 10450132"/>
              <a:gd name="connsiteY4032" fmla="*/ 3906613 h 5450835"/>
              <a:gd name="connsiteX4033" fmla="*/ 2803942 w 10450132"/>
              <a:gd name="connsiteY4033" fmla="*/ 3906613 h 5450835"/>
              <a:gd name="connsiteX4034" fmla="*/ 2813007 w 10450132"/>
              <a:gd name="connsiteY4034" fmla="*/ 3906613 h 5450835"/>
              <a:gd name="connsiteX4035" fmla="*/ 2813794 w 10450132"/>
              <a:gd name="connsiteY4035" fmla="*/ 3907073 h 5450835"/>
              <a:gd name="connsiteX4036" fmla="*/ 2818327 w 10450132"/>
              <a:gd name="connsiteY4036" fmla="*/ 3914954 h 5450835"/>
              <a:gd name="connsiteX4037" fmla="*/ 2818327 w 10450132"/>
              <a:gd name="connsiteY4037" fmla="*/ 3915808 h 5450835"/>
              <a:gd name="connsiteX4038" fmla="*/ 2813794 w 10450132"/>
              <a:gd name="connsiteY4038" fmla="*/ 3923690 h 5450835"/>
              <a:gd name="connsiteX4039" fmla="*/ 2813007 w 10450132"/>
              <a:gd name="connsiteY4039" fmla="*/ 3924150 h 5450835"/>
              <a:gd name="connsiteX4040" fmla="*/ 2803942 w 10450132"/>
              <a:gd name="connsiteY4040" fmla="*/ 3924150 h 5450835"/>
              <a:gd name="connsiteX4041" fmla="*/ 2803152 w 10450132"/>
              <a:gd name="connsiteY4041" fmla="*/ 3923690 h 5450835"/>
              <a:gd name="connsiteX4042" fmla="*/ 2798621 w 10450132"/>
              <a:gd name="connsiteY4042" fmla="*/ 3915808 h 5450835"/>
              <a:gd name="connsiteX4043" fmla="*/ 2798621 w 10450132"/>
              <a:gd name="connsiteY4043" fmla="*/ 3914954 h 5450835"/>
              <a:gd name="connsiteX4044" fmla="*/ 2803152 w 10450132"/>
              <a:gd name="connsiteY4044" fmla="*/ 3907073 h 5450835"/>
              <a:gd name="connsiteX4045" fmla="*/ 2803942 w 10450132"/>
              <a:gd name="connsiteY4045" fmla="*/ 3906613 h 5450835"/>
              <a:gd name="connsiteX4046" fmla="*/ 2549573 w 10450132"/>
              <a:gd name="connsiteY4046" fmla="*/ 3906613 h 5450835"/>
              <a:gd name="connsiteX4047" fmla="*/ 2558638 w 10450132"/>
              <a:gd name="connsiteY4047" fmla="*/ 3906613 h 5450835"/>
              <a:gd name="connsiteX4048" fmla="*/ 2559427 w 10450132"/>
              <a:gd name="connsiteY4048" fmla="*/ 3907073 h 5450835"/>
              <a:gd name="connsiteX4049" fmla="*/ 2563960 w 10450132"/>
              <a:gd name="connsiteY4049" fmla="*/ 3914954 h 5450835"/>
              <a:gd name="connsiteX4050" fmla="*/ 2563960 w 10450132"/>
              <a:gd name="connsiteY4050" fmla="*/ 3915808 h 5450835"/>
              <a:gd name="connsiteX4051" fmla="*/ 2559427 w 10450132"/>
              <a:gd name="connsiteY4051" fmla="*/ 3923690 h 5450835"/>
              <a:gd name="connsiteX4052" fmla="*/ 2558638 w 10450132"/>
              <a:gd name="connsiteY4052" fmla="*/ 3924150 h 5450835"/>
              <a:gd name="connsiteX4053" fmla="*/ 2549573 w 10450132"/>
              <a:gd name="connsiteY4053" fmla="*/ 3924150 h 5450835"/>
              <a:gd name="connsiteX4054" fmla="*/ 2548784 w 10450132"/>
              <a:gd name="connsiteY4054" fmla="*/ 3923690 h 5450835"/>
              <a:gd name="connsiteX4055" fmla="*/ 2544253 w 10450132"/>
              <a:gd name="connsiteY4055" fmla="*/ 3915808 h 5450835"/>
              <a:gd name="connsiteX4056" fmla="*/ 2544253 w 10450132"/>
              <a:gd name="connsiteY4056" fmla="*/ 3914954 h 5450835"/>
              <a:gd name="connsiteX4057" fmla="*/ 2548784 w 10450132"/>
              <a:gd name="connsiteY4057" fmla="*/ 3907073 h 5450835"/>
              <a:gd name="connsiteX4058" fmla="*/ 2549573 w 10450132"/>
              <a:gd name="connsiteY4058" fmla="*/ 3906613 h 5450835"/>
              <a:gd name="connsiteX4059" fmla="*/ 2294995 w 10450132"/>
              <a:gd name="connsiteY4059" fmla="*/ 3906613 h 5450835"/>
              <a:gd name="connsiteX4060" fmla="*/ 2304059 w 10450132"/>
              <a:gd name="connsiteY4060" fmla="*/ 3906613 h 5450835"/>
              <a:gd name="connsiteX4061" fmla="*/ 2304847 w 10450132"/>
              <a:gd name="connsiteY4061" fmla="*/ 3907073 h 5450835"/>
              <a:gd name="connsiteX4062" fmla="*/ 2309379 w 10450132"/>
              <a:gd name="connsiteY4062" fmla="*/ 3914954 h 5450835"/>
              <a:gd name="connsiteX4063" fmla="*/ 2309379 w 10450132"/>
              <a:gd name="connsiteY4063" fmla="*/ 3915808 h 5450835"/>
              <a:gd name="connsiteX4064" fmla="*/ 2304847 w 10450132"/>
              <a:gd name="connsiteY4064" fmla="*/ 3923690 h 5450835"/>
              <a:gd name="connsiteX4065" fmla="*/ 2304059 w 10450132"/>
              <a:gd name="connsiteY4065" fmla="*/ 3924150 h 5450835"/>
              <a:gd name="connsiteX4066" fmla="*/ 2294995 w 10450132"/>
              <a:gd name="connsiteY4066" fmla="*/ 3924150 h 5450835"/>
              <a:gd name="connsiteX4067" fmla="*/ 2294206 w 10450132"/>
              <a:gd name="connsiteY4067" fmla="*/ 3923690 h 5450835"/>
              <a:gd name="connsiteX4068" fmla="*/ 2289675 w 10450132"/>
              <a:gd name="connsiteY4068" fmla="*/ 3915808 h 5450835"/>
              <a:gd name="connsiteX4069" fmla="*/ 2289675 w 10450132"/>
              <a:gd name="connsiteY4069" fmla="*/ 3914954 h 5450835"/>
              <a:gd name="connsiteX4070" fmla="*/ 2294206 w 10450132"/>
              <a:gd name="connsiteY4070" fmla="*/ 3907073 h 5450835"/>
              <a:gd name="connsiteX4071" fmla="*/ 2294995 w 10450132"/>
              <a:gd name="connsiteY4071" fmla="*/ 3906613 h 5450835"/>
              <a:gd name="connsiteX4072" fmla="*/ 2040770 w 10450132"/>
              <a:gd name="connsiteY4072" fmla="*/ 3906613 h 5450835"/>
              <a:gd name="connsiteX4073" fmla="*/ 2049835 w 10450132"/>
              <a:gd name="connsiteY4073" fmla="*/ 3906613 h 5450835"/>
              <a:gd name="connsiteX4074" fmla="*/ 2050623 w 10450132"/>
              <a:gd name="connsiteY4074" fmla="*/ 3907073 h 5450835"/>
              <a:gd name="connsiteX4075" fmla="*/ 2055154 w 10450132"/>
              <a:gd name="connsiteY4075" fmla="*/ 3914954 h 5450835"/>
              <a:gd name="connsiteX4076" fmla="*/ 2055154 w 10450132"/>
              <a:gd name="connsiteY4076" fmla="*/ 3915808 h 5450835"/>
              <a:gd name="connsiteX4077" fmla="*/ 2050623 w 10450132"/>
              <a:gd name="connsiteY4077" fmla="*/ 3923690 h 5450835"/>
              <a:gd name="connsiteX4078" fmla="*/ 2049835 w 10450132"/>
              <a:gd name="connsiteY4078" fmla="*/ 3924150 h 5450835"/>
              <a:gd name="connsiteX4079" fmla="*/ 2040770 w 10450132"/>
              <a:gd name="connsiteY4079" fmla="*/ 3924150 h 5450835"/>
              <a:gd name="connsiteX4080" fmla="*/ 2039981 w 10450132"/>
              <a:gd name="connsiteY4080" fmla="*/ 3923690 h 5450835"/>
              <a:gd name="connsiteX4081" fmla="*/ 2035449 w 10450132"/>
              <a:gd name="connsiteY4081" fmla="*/ 3915808 h 5450835"/>
              <a:gd name="connsiteX4082" fmla="*/ 2035449 w 10450132"/>
              <a:gd name="connsiteY4082" fmla="*/ 3914954 h 5450835"/>
              <a:gd name="connsiteX4083" fmla="*/ 2039981 w 10450132"/>
              <a:gd name="connsiteY4083" fmla="*/ 3907073 h 5450835"/>
              <a:gd name="connsiteX4084" fmla="*/ 2040770 w 10450132"/>
              <a:gd name="connsiteY4084" fmla="*/ 3906613 h 5450835"/>
              <a:gd name="connsiteX4085" fmla="*/ 1786153 w 10450132"/>
              <a:gd name="connsiteY4085" fmla="*/ 3906613 h 5450835"/>
              <a:gd name="connsiteX4086" fmla="*/ 1795218 w 10450132"/>
              <a:gd name="connsiteY4086" fmla="*/ 3906613 h 5450835"/>
              <a:gd name="connsiteX4087" fmla="*/ 1796006 w 10450132"/>
              <a:gd name="connsiteY4087" fmla="*/ 3907073 h 5450835"/>
              <a:gd name="connsiteX4088" fmla="*/ 1800538 w 10450132"/>
              <a:gd name="connsiteY4088" fmla="*/ 3914954 h 5450835"/>
              <a:gd name="connsiteX4089" fmla="*/ 1800538 w 10450132"/>
              <a:gd name="connsiteY4089" fmla="*/ 3915808 h 5450835"/>
              <a:gd name="connsiteX4090" fmla="*/ 1796006 w 10450132"/>
              <a:gd name="connsiteY4090" fmla="*/ 3923690 h 5450835"/>
              <a:gd name="connsiteX4091" fmla="*/ 1795218 w 10450132"/>
              <a:gd name="connsiteY4091" fmla="*/ 3924150 h 5450835"/>
              <a:gd name="connsiteX4092" fmla="*/ 1786153 w 10450132"/>
              <a:gd name="connsiteY4092" fmla="*/ 3924150 h 5450835"/>
              <a:gd name="connsiteX4093" fmla="*/ 1785365 w 10450132"/>
              <a:gd name="connsiteY4093" fmla="*/ 3923690 h 5450835"/>
              <a:gd name="connsiteX4094" fmla="*/ 1780833 w 10450132"/>
              <a:gd name="connsiteY4094" fmla="*/ 3915808 h 5450835"/>
              <a:gd name="connsiteX4095" fmla="*/ 1780833 w 10450132"/>
              <a:gd name="connsiteY4095" fmla="*/ 3914954 h 5450835"/>
              <a:gd name="connsiteX4096" fmla="*/ 1785365 w 10450132"/>
              <a:gd name="connsiteY4096" fmla="*/ 3907073 h 5450835"/>
              <a:gd name="connsiteX4097" fmla="*/ 1786153 w 10450132"/>
              <a:gd name="connsiteY4097" fmla="*/ 3906613 h 5450835"/>
              <a:gd name="connsiteX4098" fmla="*/ 1531837 w 10450132"/>
              <a:gd name="connsiteY4098" fmla="*/ 3906613 h 5450835"/>
              <a:gd name="connsiteX4099" fmla="*/ 1540900 w 10450132"/>
              <a:gd name="connsiteY4099" fmla="*/ 3906613 h 5450835"/>
              <a:gd name="connsiteX4100" fmla="*/ 1541689 w 10450132"/>
              <a:gd name="connsiteY4100" fmla="*/ 3907073 h 5450835"/>
              <a:gd name="connsiteX4101" fmla="*/ 1546220 w 10450132"/>
              <a:gd name="connsiteY4101" fmla="*/ 3914954 h 5450835"/>
              <a:gd name="connsiteX4102" fmla="*/ 1546220 w 10450132"/>
              <a:gd name="connsiteY4102" fmla="*/ 3915808 h 5450835"/>
              <a:gd name="connsiteX4103" fmla="*/ 1541689 w 10450132"/>
              <a:gd name="connsiteY4103" fmla="*/ 3923690 h 5450835"/>
              <a:gd name="connsiteX4104" fmla="*/ 1540900 w 10450132"/>
              <a:gd name="connsiteY4104" fmla="*/ 3924150 h 5450835"/>
              <a:gd name="connsiteX4105" fmla="*/ 1531837 w 10450132"/>
              <a:gd name="connsiteY4105" fmla="*/ 3924150 h 5450835"/>
              <a:gd name="connsiteX4106" fmla="*/ 1531049 w 10450132"/>
              <a:gd name="connsiteY4106" fmla="*/ 3923690 h 5450835"/>
              <a:gd name="connsiteX4107" fmla="*/ 1526515 w 10450132"/>
              <a:gd name="connsiteY4107" fmla="*/ 3915808 h 5450835"/>
              <a:gd name="connsiteX4108" fmla="*/ 1526515 w 10450132"/>
              <a:gd name="connsiteY4108" fmla="*/ 3914954 h 5450835"/>
              <a:gd name="connsiteX4109" fmla="*/ 1531049 w 10450132"/>
              <a:gd name="connsiteY4109" fmla="*/ 3907073 h 5450835"/>
              <a:gd name="connsiteX4110" fmla="*/ 1531837 w 10450132"/>
              <a:gd name="connsiteY4110" fmla="*/ 3906613 h 5450835"/>
              <a:gd name="connsiteX4111" fmla="*/ 1277436 w 10450132"/>
              <a:gd name="connsiteY4111" fmla="*/ 3906613 h 5450835"/>
              <a:gd name="connsiteX4112" fmla="*/ 1286500 w 10450132"/>
              <a:gd name="connsiteY4112" fmla="*/ 3906613 h 5450835"/>
              <a:gd name="connsiteX4113" fmla="*/ 1287289 w 10450132"/>
              <a:gd name="connsiteY4113" fmla="*/ 3907073 h 5450835"/>
              <a:gd name="connsiteX4114" fmla="*/ 1291820 w 10450132"/>
              <a:gd name="connsiteY4114" fmla="*/ 3914954 h 5450835"/>
              <a:gd name="connsiteX4115" fmla="*/ 1291820 w 10450132"/>
              <a:gd name="connsiteY4115" fmla="*/ 3915808 h 5450835"/>
              <a:gd name="connsiteX4116" fmla="*/ 1287289 w 10450132"/>
              <a:gd name="connsiteY4116" fmla="*/ 3923690 h 5450835"/>
              <a:gd name="connsiteX4117" fmla="*/ 1286500 w 10450132"/>
              <a:gd name="connsiteY4117" fmla="*/ 3924150 h 5450835"/>
              <a:gd name="connsiteX4118" fmla="*/ 1277436 w 10450132"/>
              <a:gd name="connsiteY4118" fmla="*/ 3924150 h 5450835"/>
              <a:gd name="connsiteX4119" fmla="*/ 1276648 w 10450132"/>
              <a:gd name="connsiteY4119" fmla="*/ 3923690 h 5450835"/>
              <a:gd name="connsiteX4120" fmla="*/ 1272117 w 10450132"/>
              <a:gd name="connsiteY4120" fmla="*/ 3915808 h 5450835"/>
              <a:gd name="connsiteX4121" fmla="*/ 1272117 w 10450132"/>
              <a:gd name="connsiteY4121" fmla="*/ 3914954 h 5450835"/>
              <a:gd name="connsiteX4122" fmla="*/ 1276648 w 10450132"/>
              <a:gd name="connsiteY4122" fmla="*/ 3907073 h 5450835"/>
              <a:gd name="connsiteX4123" fmla="*/ 1277436 w 10450132"/>
              <a:gd name="connsiteY4123" fmla="*/ 3906613 h 5450835"/>
              <a:gd name="connsiteX4124" fmla="*/ 1023161 w 10450132"/>
              <a:gd name="connsiteY4124" fmla="*/ 3906613 h 5450835"/>
              <a:gd name="connsiteX4125" fmla="*/ 1032224 w 10450132"/>
              <a:gd name="connsiteY4125" fmla="*/ 3906613 h 5450835"/>
              <a:gd name="connsiteX4126" fmla="*/ 1033011 w 10450132"/>
              <a:gd name="connsiteY4126" fmla="*/ 3907073 h 5450835"/>
              <a:gd name="connsiteX4127" fmla="*/ 1037544 w 10450132"/>
              <a:gd name="connsiteY4127" fmla="*/ 3914954 h 5450835"/>
              <a:gd name="connsiteX4128" fmla="*/ 1037544 w 10450132"/>
              <a:gd name="connsiteY4128" fmla="*/ 3915808 h 5450835"/>
              <a:gd name="connsiteX4129" fmla="*/ 1033011 w 10450132"/>
              <a:gd name="connsiteY4129" fmla="*/ 3923690 h 5450835"/>
              <a:gd name="connsiteX4130" fmla="*/ 1032224 w 10450132"/>
              <a:gd name="connsiteY4130" fmla="*/ 3924150 h 5450835"/>
              <a:gd name="connsiteX4131" fmla="*/ 1023161 w 10450132"/>
              <a:gd name="connsiteY4131" fmla="*/ 3924150 h 5450835"/>
              <a:gd name="connsiteX4132" fmla="*/ 1022373 w 10450132"/>
              <a:gd name="connsiteY4132" fmla="*/ 3923690 h 5450835"/>
              <a:gd name="connsiteX4133" fmla="*/ 1017838 w 10450132"/>
              <a:gd name="connsiteY4133" fmla="*/ 3915808 h 5450835"/>
              <a:gd name="connsiteX4134" fmla="*/ 1017838 w 10450132"/>
              <a:gd name="connsiteY4134" fmla="*/ 3914954 h 5450835"/>
              <a:gd name="connsiteX4135" fmla="*/ 1022373 w 10450132"/>
              <a:gd name="connsiteY4135" fmla="*/ 3907073 h 5450835"/>
              <a:gd name="connsiteX4136" fmla="*/ 1023161 w 10450132"/>
              <a:gd name="connsiteY4136" fmla="*/ 3906613 h 5450835"/>
              <a:gd name="connsiteX4137" fmla="*/ 768674 w 10450132"/>
              <a:gd name="connsiteY4137" fmla="*/ 3906613 h 5450835"/>
              <a:gd name="connsiteX4138" fmla="*/ 777737 w 10450132"/>
              <a:gd name="connsiteY4138" fmla="*/ 3906613 h 5450835"/>
              <a:gd name="connsiteX4139" fmla="*/ 778525 w 10450132"/>
              <a:gd name="connsiteY4139" fmla="*/ 3907073 h 5450835"/>
              <a:gd name="connsiteX4140" fmla="*/ 783058 w 10450132"/>
              <a:gd name="connsiteY4140" fmla="*/ 3914954 h 5450835"/>
              <a:gd name="connsiteX4141" fmla="*/ 783058 w 10450132"/>
              <a:gd name="connsiteY4141" fmla="*/ 3915808 h 5450835"/>
              <a:gd name="connsiteX4142" fmla="*/ 778525 w 10450132"/>
              <a:gd name="connsiteY4142" fmla="*/ 3923690 h 5450835"/>
              <a:gd name="connsiteX4143" fmla="*/ 777737 w 10450132"/>
              <a:gd name="connsiteY4143" fmla="*/ 3924150 h 5450835"/>
              <a:gd name="connsiteX4144" fmla="*/ 768674 w 10450132"/>
              <a:gd name="connsiteY4144" fmla="*/ 3924150 h 5450835"/>
              <a:gd name="connsiteX4145" fmla="*/ 767886 w 10450132"/>
              <a:gd name="connsiteY4145" fmla="*/ 3923690 h 5450835"/>
              <a:gd name="connsiteX4146" fmla="*/ 763353 w 10450132"/>
              <a:gd name="connsiteY4146" fmla="*/ 3915808 h 5450835"/>
              <a:gd name="connsiteX4147" fmla="*/ 763353 w 10450132"/>
              <a:gd name="connsiteY4147" fmla="*/ 3914954 h 5450835"/>
              <a:gd name="connsiteX4148" fmla="*/ 767886 w 10450132"/>
              <a:gd name="connsiteY4148" fmla="*/ 3907073 h 5450835"/>
              <a:gd name="connsiteX4149" fmla="*/ 768674 w 10450132"/>
              <a:gd name="connsiteY4149" fmla="*/ 3906613 h 5450835"/>
              <a:gd name="connsiteX4150" fmla="*/ 514312 w 10450132"/>
              <a:gd name="connsiteY4150" fmla="*/ 3906613 h 5450835"/>
              <a:gd name="connsiteX4151" fmla="*/ 523376 w 10450132"/>
              <a:gd name="connsiteY4151" fmla="*/ 3906613 h 5450835"/>
              <a:gd name="connsiteX4152" fmla="*/ 524164 w 10450132"/>
              <a:gd name="connsiteY4152" fmla="*/ 3907073 h 5450835"/>
              <a:gd name="connsiteX4153" fmla="*/ 528696 w 10450132"/>
              <a:gd name="connsiteY4153" fmla="*/ 3914954 h 5450835"/>
              <a:gd name="connsiteX4154" fmla="*/ 528696 w 10450132"/>
              <a:gd name="connsiteY4154" fmla="*/ 3915808 h 5450835"/>
              <a:gd name="connsiteX4155" fmla="*/ 524164 w 10450132"/>
              <a:gd name="connsiteY4155" fmla="*/ 3923690 h 5450835"/>
              <a:gd name="connsiteX4156" fmla="*/ 523376 w 10450132"/>
              <a:gd name="connsiteY4156" fmla="*/ 3924150 h 5450835"/>
              <a:gd name="connsiteX4157" fmla="*/ 514312 w 10450132"/>
              <a:gd name="connsiteY4157" fmla="*/ 3924150 h 5450835"/>
              <a:gd name="connsiteX4158" fmla="*/ 513524 w 10450132"/>
              <a:gd name="connsiteY4158" fmla="*/ 3923690 h 5450835"/>
              <a:gd name="connsiteX4159" fmla="*/ 508991 w 10450132"/>
              <a:gd name="connsiteY4159" fmla="*/ 3915808 h 5450835"/>
              <a:gd name="connsiteX4160" fmla="*/ 508991 w 10450132"/>
              <a:gd name="connsiteY4160" fmla="*/ 3914954 h 5450835"/>
              <a:gd name="connsiteX4161" fmla="*/ 513524 w 10450132"/>
              <a:gd name="connsiteY4161" fmla="*/ 3907073 h 5450835"/>
              <a:gd name="connsiteX4162" fmla="*/ 514312 w 10450132"/>
              <a:gd name="connsiteY4162" fmla="*/ 3906613 h 5450835"/>
              <a:gd name="connsiteX4163" fmla="*/ 259860 w 10450132"/>
              <a:gd name="connsiteY4163" fmla="*/ 3906613 h 5450835"/>
              <a:gd name="connsiteX4164" fmla="*/ 268924 w 10450132"/>
              <a:gd name="connsiteY4164" fmla="*/ 3906613 h 5450835"/>
              <a:gd name="connsiteX4165" fmla="*/ 269712 w 10450132"/>
              <a:gd name="connsiteY4165" fmla="*/ 3907073 h 5450835"/>
              <a:gd name="connsiteX4166" fmla="*/ 274244 w 10450132"/>
              <a:gd name="connsiteY4166" fmla="*/ 3914954 h 5450835"/>
              <a:gd name="connsiteX4167" fmla="*/ 274244 w 10450132"/>
              <a:gd name="connsiteY4167" fmla="*/ 3915808 h 5450835"/>
              <a:gd name="connsiteX4168" fmla="*/ 269712 w 10450132"/>
              <a:gd name="connsiteY4168" fmla="*/ 3923690 h 5450835"/>
              <a:gd name="connsiteX4169" fmla="*/ 268924 w 10450132"/>
              <a:gd name="connsiteY4169" fmla="*/ 3924150 h 5450835"/>
              <a:gd name="connsiteX4170" fmla="*/ 259860 w 10450132"/>
              <a:gd name="connsiteY4170" fmla="*/ 3924150 h 5450835"/>
              <a:gd name="connsiteX4171" fmla="*/ 259071 w 10450132"/>
              <a:gd name="connsiteY4171" fmla="*/ 3923690 h 5450835"/>
              <a:gd name="connsiteX4172" fmla="*/ 254539 w 10450132"/>
              <a:gd name="connsiteY4172" fmla="*/ 3915808 h 5450835"/>
              <a:gd name="connsiteX4173" fmla="*/ 254539 w 10450132"/>
              <a:gd name="connsiteY4173" fmla="*/ 3914954 h 5450835"/>
              <a:gd name="connsiteX4174" fmla="*/ 259071 w 10450132"/>
              <a:gd name="connsiteY4174" fmla="*/ 3907073 h 5450835"/>
              <a:gd name="connsiteX4175" fmla="*/ 259860 w 10450132"/>
              <a:gd name="connsiteY4175" fmla="*/ 3906613 h 5450835"/>
              <a:gd name="connsiteX4176" fmla="*/ 5563 w 10450132"/>
              <a:gd name="connsiteY4176" fmla="*/ 3906613 h 5450835"/>
              <a:gd name="connsiteX4177" fmla="*/ 14627 w 10450132"/>
              <a:gd name="connsiteY4177" fmla="*/ 3906613 h 5450835"/>
              <a:gd name="connsiteX4178" fmla="*/ 15415 w 10450132"/>
              <a:gd name="connsiteY4178" fmla="*/ 3907073 h 5450835"/>
              <a:gd name="connsiteX4179" fmla="*/ 19947 w 10450132"/>
              <a:gd name="connsiteY4179" fmla="*/ 3914954 h 5450835"/>
              <a:gd name="connsiteX4180" fmla="*/ 19947 w 10450132"/>
              <a:gd name="connsiteY4180" fmla="*/ 3915808 h 5450835"/>
              <a:gd name="connsiteX4181" fmla="*/ 15415 w 10450132"/>
              <a:gd name="connsiteY4181" fmla="*/ 3923690 h 5450835"/>
              <a:gd name="connsiteX4182" fmla="*/ 14627 w 10450132"/>
              <a:gd name="connsiteY4182" fmla="*/ 3924150 h 5450835"/>
              <a:gd name="connsiteX4183" fmla="*/ 5563 w 10450132"/>
              <a:gd name="connsiteY4183" fmla="*/ 3924150 h 5450835"/>
              <a:gd name="connsiteX4184" fmla="*/ 4774 w 10450132"/>
              <a:gd name="connsiteY4184" fmla="*/ 3923690 h 5450835"/>
              <a:gd name="connsiteX4185" fmla="*/ 242 w 10450132"/>
              <a:gd name="connsiteY4185" fmla="*/ 3915808 h 5450835"/>
              <a:gd name="connsiteX4186" fmla="*/ 242 w 10450132"/>
              <a:gd name="connsiteY4186" fmla="*/ 3914954 h 5450835"/>
              <a:gd name="connsiteX4187" fmla="*/ 4774 w 10450132"/>
              <a:gd name="connsiteY4187" fmla="*/ 3907073 h 5450835"/>
              <a:gd name="connsiteX4188" fmla="*/ 5563 w 10450132"/>
              <a:gd name="connsiteY4188" fmla="*/ 3906613 h 5450835"/>
              <a:gd name="connsiteX4189" fmla="*/ 10435622 w 10450132"/>
              <a:gd name="connsiteY4189" fmla="*/ 3689539 h 5450835"/>
              <a:gd name="connsiteX4190" fmla="*/ 10444686 w 10450132"/>
              <a:gd name="connsiteY4190" fmla="*/ 3689539 h 5450835"/>
              <a:gd name="connsiteX4191" fmla="*/ 10445474 w 10450132"/>
              <a:gd name="connsiteY4191" fmla="*/ 3689998 h 5450835"/>
              <a:gd name="connsiteX4192" fmla="*/ 10450007 w 10450132"/>
              <a:gd name="connsiteY4192" fmla="*/ 3697880 h 5450835"/>
              <a:gd name="connsiteX4193" fmla="*/ 10450007 w 10450132"/>
              <a:gd name="connsiteY4193" fmla="*/ 3698734 h 5450835"/>
              <a:gd name="connsiteX4194" fmla="*/ 10445474 w 10450132"/>
              <a:gd name="connsiteY4194" fmla="*/ 3706616 h 5450835"/>
              <a:gd name="connsiteX4195" fmla="*/ 10444686 w 10450132"/>
              <a:gd name="connsiteY4195" fmla="*/ 3707075 h 5450835"/>
              <a:gd name="connsiteX4196" fmla="*/ 10435622 w 10450132"/>
              <a:gd name="connsiteY4196" fmla="*/ 3707075 h 5450835"/>
              <a:gd name="connsiteX4197" fmla="*/ 10434834 w 10450132"/>
              <a:gd name="connsiteY4197" fmla="*/ 3706616 h 5450835"/>
              <a:gd name="connsiteX4198" fmla="*/ 10430302 w 10450132"/>
              <a:gd name="connsiteY4198" fmla="*/ 3698734 h 5450835"/>
              <a:gd name="connsiteX4199" fmla="*/ 10430302 w 10450132"/>
              <a:gd name="connsiteY4199" fmla="*/ 3697880 h 5450835"/>
              <a:gd name="connsiteX4200" fmla="*/ 10434834 w 10450132"/>
              <a:gd name="connsiteY4200" fmla="*/ 3689998 h 5450835"/>
              <a:gd name="connsiteX4201" fmla="*/ 10435622 w 10450132"/>
              <a:gd name="connsiteY4201" fmla="*/ 3689539 h 5450835"/>
              <a:gd name="connsiteX4202" fmla="*/ 10181242 w 10450132"/>
              <a:gd name="connsiteY4202" fmla="*/ 3689539 h 5450835"/>
              <a:gd name="connsiteX4203" fmla="*/ 10190305 w 10450132"/>
              <a:gd name="connsiteY4203" fmla="*/ 3689539 h 5450835"/>
              <a:gd name="connsiteX4204" fmla="*/ 10191093 w 10450132"/>
              <a:gd name="connsiteY4204" fmla="*/ 3689998 h 5450835"/>
              <a:gd name="connsiteX4205" fmla="*/ 10195626 w 10450132"/>
              <a:gd name="connsiteY4205" fmla="*/ 3697880 h 5450835"/>
              <a:gd name="connsiteX4206" fmla="*/ 10195626 w 10450132"/>
              <a:gd name="connsiteY4206" fmla="*/ 3698734 h 5450835"/>
              <a:gd name="connsiteX4207" fmla="*/ 10191093 w 10450132"/>
              <a:gd name="connsiteY4207" fmla="*/ 3706616 h 5450835"/>
              <a:gd name="connsiteX4208" fmla="*/ 10190305 w 10450132"/>
              <a:gd name="connsiteY4208" fmla="*/ 3707075 h 5450835"/>
              <a:gd name="connsiteX4209" fmla="*/ 10181242 w 10450132"/>
              <a:gd name="connsiteY4209" fmla="*/ 3707075 h 5450835"/>
              <a:gd name="connsiteX4210" fmla="*/ 10180453 w 10450132"/>
              <a:gd name="connsiteY4210" fmla="*/ 3706616 h 5450835"/>
              <a:gd name="connsiteX4211" fmla="*/ 10175922 w 10450132"/>
              <a:gd name="connsiteY4211" fmla="*/ 3698734 h 5450835"/>
              <a:gd name="connsiteX4212" fmla="*/ 10175922 w 10450132"/>
              <a:gd name="connsiteY4212" fmla="*/ 3697880 h 5450835"/>
              <a:gd name="connsiteX4213" fmla="*/ 10180453 w 10450132"/>
              <a:gd name="connsiteY4213" fmla="*/ 3689998 h 5450835"/>
              <a:gd name="connsiteX4214" fmla="*/ 10181242 w 10450132"/>
              <a:gd name="connsiteY4214" fmla="*/ 3689539 h 5450835"/>
              <a:gd name="connsiteX4215" fmla="*/ 9926861 w 10450132"/>
              <a:gd name="connsiteY4215" fmla="*/ 3689539 h 5450835"/>
              <a:gd name="connsiteX4216" fmla="*/ 9935924 w 10450132"/>
              <a:gd name="connsiteY4216" fmla="*/ 3689539 h 5450835"/>
              <a:gd name="connsiteX4217" fmla="*/ 9936713 w 10450132"/>
              <a:gd name="connsiteY4217" fmla="*/ 3689998 h 5450835"/>
              <a:gd name="connsiteX4218" fmla="*/ 9941246 w 10450132"/>
              <a:gd name="connsiteY4218" fmla="*/ 3697880 h 5450835"/>
              <a:gd name="connsiteX4219" fmla="*/ 9941246 w 10450132"/>
              <a:gd name="connsiteY4219" fmla="*/ 3698734 h 5450835"/>
              <a:gd name="connsiteX4220" fmla="*/ 9936713 w 10450132"/>
              <a:gd name="connsiteY4220" fmla="*/ 3706616 h 5450835"/>
              <a:gd name="connsiteX4221" fmla="*/ 9935924 w 10450132"/>
              <a:gd name="connsiteY4221" fmla="*/ 3707075 h 5450835"/>
              <a:gd name="connsiteX4222" fmla="*/ 9926861 w 10450132"/>
              <a:gd name="connsiteY4222" fmla="*/ 3707075 h 5450835"/>
              <a:gd name="connsiteX4223" fmla="*/ 9926073 w 10450132"/>
              <a:gd name="connsiteY4223" fmla="*/ 3706616 h 5450835"/>
              <a:gd name="connsiteX4224" fmla="*/ 9921541 w 10450132"/>
              <a:gd name="connsiteY4224" fmla="*/ 3698734 h 5450835"/>
              <a:gd name="connsiteX4225" fmla="*/ 9921541 w 10450132"/>
              <a:gd name="connsiteY4225" fmla="*/ 3697880 h 5450835"/>
              <a:gd name="connsiteX4226" fmla="*/ 9926073 w 10450132"/>
              <a:gd name="connsiteY4226" fmla="*/ 3689998 h 5450835"/>
              <a:gd name="connsiteX4227" fmla="*/ 9926861 w 10450132"/>
              <a:gd name="connsiteY4227" fmla="*/ 3689539 h 5450835"/>
              <a:gd name="connsiteX4228" fmla="*/ 9672481 w 10450132"/>
              <a:gd name="connsiteY4228" fmla="*/ 3689539 h 5450835"/>
              <a:gd name="connsiteX4229" fmla="*/ 9681545 w 10450132"/>
              <a:gd name="connsiteY4229" fmla="*/ 3689539 h 5450835"/>
              <a:gd name="connsiteX4230" fmla="*/ 9682333 w 10450132"/>
              <a:gd name="connsiteY4230" fmla="*/ 3689998 h 5450835"/>
              <a:gd name="connsiteX4231" fmla="*/ 9686865 w 10450132"/>
              <a:gd name="connsiteY4231" fmla="*/ 3697880 h 5450835"/>
              <a:gd name="connsiteX4232" fmla="*/ 9686865 w 10450132"/>
              <a:gd name="connsiteY4232" fmla="*/ 3698734 h 5450835"/>
              <a:gd name="connsiteX4233" fmla="*/ 9682333 w 10450132"/>
              <a:gd name="connsiteY4233" fmla="*/ 3706616 h 5450835"/>
              <a:gd name="connsiteX4234" fmla="*/ 9681545 w 10450132"/>
              <a:gd name="connsiteY4234" fmla="*/ 3707075 h 5450835"/>
              <a:gd name="connsiteX4235" fmla="*/ 9672481 w 10450132"/>
              <a:gd name="connsiteY4235" fmla="*/ 3707075 h 5450835"/>
              <a:gd name="connsiteX4236" fmla="*/ 9671693 w 10450132"/>
              <a:gd name="connsiteY4236" fmla="*/ 3706616 h 5450835"/>
              <a:gd name="connsiteX4237" fmla="*/ 9667160 w 10450132"/>
              <a:gd name="connsiteY4237" fmla="*/ 3698734 h 5450835"/>
              <a:gd name="connsiteX4238" fmla="*/ 9667160 w 10450132"/>
              <a:gd name="connsiteY4238" fmla="*/ 3697880 h 5450835"/>
              <a:gd name="connsiteX4239" fmla="*/ 9671693 w 10450132"/>
              <a:gd name="connsiteY4239" fmla="*/ 3689998 h 5450835"/>
              <a:gd name="connsiteX4240" fmla="*/ 9672481 w 10450132"/>
              <a:gd name="connsiteY4240" fmla="*/ 3689539 h 5450835"/>
              <a:gd name="connsiteX4241" fmla="*/ 9418035 w 10450132"/>
              <a:gd name="connsiteY4241" fmla="*/ 3689539 h 5450835"/>
              <a:gd name="connsiteX4242" fmla="*/ 9427099 w 10450132"/>
              <a:gd name="connsiteY4242" fmla="*/ 3689539 h 5450835"/>
              <a:gd name="connsiteX4243" fmla="*/ 9427887 w 10450132"/>
              <a:gd name="connsiteY4243" fmla="*/ 3689998 h 5450835"/>
              <a:gd name="connsiteX4244" fmla="*/ 9432419 w 10450132"/>
              <a:gd name="connsiteY4244" fmla="*/ 3697880 h 5450835"/>
              <a:gd name="connsiteX4245" fmla="*/ 9432419 w 10450132"/>
              <a:gd name="connsiteY4245" fmla="*/ 3698734 h 5450835"/>
              <a:gd name="connsiteX4246" fmla="*/ 9427887 w 10450132"/>
              <a:gd name="connsiteY4246" fmla="*/ 3706616 h 5450835"/>
              <a:gd name="connsiteX4247" fmla="*/ 9427099 w 10450132"/>
              <a:gd name="connsiteY4247" fmla="*/ 3707075 h 5450835"/>
              <a:gd name="connsiteX4248" fmla="*/ 9418035 w 10450132"/>
              <a:gd name="connsiteY4248" fmla="*/ 3707075 h 5450835"/>
              <a:gd name="connsiteX4249" fmla="*/ 9417247 w 10450132"/>
              <a:gd name="connsiteY4249" fmla="*/ 3706616 h 5450835"/>
              <a:gd name="connsiteX4250" fmla="*/ 9412714 w 10450132"/>
              <a:gd name="connsiteY4250" fmla="*/ 3698734 h 5450835"/>
              <a:gd name="connsiteX4251" fmla="*/ 9412714 w 10450132"/>
              <a:gd name="connsiteY4251" fmla="*/ 3697880 h 5450835"/>
              <a:gd name="connsiteX4252" fmla="*/ 9417247 w 10450132"/>
              <a:gd name="connsiteY4252" fmla="*/ 3689998 h 5450835"/>
              <a:gd name="connsiteX4253" fmla="*/ 9418035 w 10450132"/>
              <a:gd name="connsiteY4253" fmla="*/ 3689539 h 5450835"/>
              <a:gd name="connsiteX4254" fmla="*/ 9163654 w 10450132"/>
              <a:gd name="connsiteY4254" fmla="*/ 3689539 h 5450835"/>
              <a:gd name="connsiteX4255" fmla="*/ 9172718 w 10450132"/>
              <a:gd name="connsiteY4255" fmla="*/ 3689539 h 5450835"/>
              <a:gd name="connsiteX4256" fmla="*/ 9173506 w 10450132"/>
              <a:gd name="connsiteY4256" fmla="*/ 3689998 h 5450835"/>
              <a:gd name="connsiteX4257" fmla="*/ 9178038 w 10450132"/>
              <a:gd name="connsiteY4257" fmla="*/ 3697880 h 5450835"/>
              <a:gd name="connsiteX4258" fmla="*/ 9178038 w 10450132"/>
              <a:gd name="connsiteY4258" fmla="*/ 3698734 h 5450835"/>
              <a:gd name="connsiteX4259" fmla="*/ 9173506 w 10450132"/>
              <a:gd name="connsiteY4259" fmla="*/ 3706616 h 5450835"/>
              <a:gd name="connsiteX4260" fmla="*/ 9172718 w 10450132"/>
              <a:gd name="connsiteY4260" fmla="*/ 3707075 h 5450835"/>
              <a:gd name="connsiteX4261" fmla="*/ 9163654 w 10450132"/>
              <a:gd name="connsiteY4261" fmla="*/ 3707075 h 5450835"/>
              <a:gd name="connsiteX4262" fmla="*/ 9162866 w 10450132"/>
              <a:gd name="connsiteY4262" fmla="*/ 3706616 h 5450835"/>
              <a:gd name="connsiteX4263" fmla="*/ 9158333 w 10450132"/>
              <a:gd name="connsiteY4263" fmla="*/ 3698734 h 5450835"/>
              <a:gd name="connsiteX4264" fmla="*/ 9158333 w 10450132"/>
              <a:gd name="connsiteY4264" fmla="*/ 3697880 h 5450835"/>
              <a:gd name="connsiteX4265" fmla="*/ 9162866 w 10450132"/>
              <a:gd name="connsiteY4265" fmla="*/ 3689998 h 5450835"/>
              <a:gd name="connsiteX4266" fmla="*/ 9163654 w 10450132"/>
              <a:gd name="connsiteY4266" fmla="*/ 3689539 h 5450835"/>
              <a:gd name="connsiteX4267" fmla="*/ 8909274 w 10450132"/>
              <a:gd name="connsiteY4267" fmla="*/ 3689539 h 5450835"/>
              <a:gd name="connsiteX4268" fmla="*/ 8918336 w 10450132"/>
              <a:gd name="connsiteY4268" fmla="*/ 3689539 h 5450835"/>
              <a:gd name="connsiteX4269" fmla="*/ 8919125 w 10450132"/>
              <a:gd name="connsiteY4269" fmla="*/ 3689998 h 5450835"/>
              <a:gd name="connsiteX4270" fmla="*/ 8923657 w 10450132"/>
              <a:gd name="connsiteY4270" fmla="*/ 3697880 h 5450835"/>
              <a:gd name="connsiteX4271" fmla="*/ 8923657 w 10450132"/>
              <a:gd name="connsiteY4271" fmla="*/ 3698734 h 5450835"/>
              <a:gd name="connsiteX4272" fmla="*/ 8919125 w 10450132"/>
              <a:gd name="connsiteY4272" fmla="*/ 3706616 h 5450835"/>
              <a:gd name="connsiteX4273" fmla="*/ 8918336 w 10450132"/>
              <a:gd name="connsiteY4273" fmla="*/ 3707075 h 5450835"/>
              <a:gd name="connsiteX4274" fmla="*/ 8909274 w 10450132"/>
              <a:gd name="connsiteY4274" fmla="*/ 3707075 h 5450835"/>
              <a:gd name="connsiteX4275" fmla="*/ 8908484 w 10450132"/>
              <a:gd name="connsiteY4275" fmla="*/ 3706616 h 5450835"/>
              <a:gd name="connsiteX4276" fmla="*/ 8903953 w 10450132"/>
              <a:gd name="connsiteY4276" fmla="*/ 3698734 h 5450835"/>
              <a:gd name="connsiteX4277" fmla="*/ 8903953 w 10450132"/>
              <a:gd name="connsiteY4277" fmla="*/ 3697880 h 5450835"/>
              <a:gd name="connsiteX4278" fmla="*/ 8908484 w 10450132"/>
              <a:gd name="connsiteY4278" fmla="*/ 3689998 h 5450835"/>
              <a:gd name="connsiteX4279" fmla="*/ 8909274 w 10450132"/>
              <a:gd name="connsiteY4279" fmla="*/ 3689539 h 5450835"/>
              <a:gd name="connsiteX4280" fmla="*/ 8654892 w 10450132"/>
              <a:gd name="connsiteY4280" fmla="*/ 3689539 h 5450835"/>
              <a:gd name="connsiteX4281" fmla="*/ 8663955 w 10450132"/>
              <a:gd name="connsiteY4281" fmla="*/ 3689539 h 5450835"/>
              <a:gd name="connsiteX4282" fmla="*/ 8664744 w 10450132"/>
              <a:gd name="connsiteY4282" fmla="*/ 3689998 h 5450835"/>
              <a:gd name="connsiteX4283" fmla="*/ 8669277 w 10450132"/>
              <a:gd name="connsiteY4283" fmla="*/ 3697880 h 5450835"/>
              <a:gd name="connsiteX4284" fmla="*/ 8669277 w 10450132"/>
              <a:gd name="connsiteY4284" fmla="*/ 3698734 h 5450835"/>
              <a:gd name="connsiteX4285" fmla="*/ 8664744 w 10450132"/>
              <a:gd name="connsiteY4285" fmla="*/ 3706616 h 5450835"/>
              <a:gd name="connsiteX4286" fmla="*/ 8663955 w 10450132"/>
              <a:gd name="connsiteY4286" fmla="*/ 3707075 h 5450835"/>
              <a:gd name="connsiteX4287" fmla="*/ 8654892 w 10450132"/>
              <a:gd name="connsiteY4287" fmla="*/ 3707075 h 5450835"/>
              <a:gd name="connsiteX4288" fmla="*/ 8654104 w 10450132"/>
              <a:gd name="connsiteY4288" fmla="*/ 3706616 h 5450835"/>
              <a:gd name="connsiteX4289" fmla="*/ 8649572 w 10450132"/>
              <a:gd name="connsiteY4289" fmla="*/ 3698734 h 5450835"/>
              <a:gd name="connsiteX4290" fmla="*/ 8649572 w 10450132"/>
              <a:gd name="connsiteY4290" fmla="*/ 3697880 h 5450835"/>
              <a:gd name="connsiteX4291" fmla="*/ 8654104 w 10450132"/>
              <a:gd name="connsiteY4291" fmla="*/ 3689998 h 5450835"/>
              <a:gd name="connsiteX4292" fmla="*/ 8654892 w 10450132"/>
              <a:gd name="connsiteY4292" fmla="*/ 3689539 h 5450835"/>
              <a:gd name="connsiteX4293" fmla="*/ 8400511 w 10450132"/>
              <a:gd name="connsiteY4293" fmla="*/ 3689539 h 5450835"/>
              <a:gd name="connsiteX4294" fmla="*/ 8409575 w 10450132"/>
              <a:gd name="connsiteY4294" fmla="*/ 3689539 h 5450835"/>
              <a:gd name="connsiteX4295" fmla="*/ 8410363 w 10450132"/>
              <a:gd name="connsiteY4295" fmla="*/ 3689998 h 5450835"/>
              <a:gd name="connsiteX4296" fmla="*/ 8414896 w 10450132"/>
              <a:gd name="connsiteY4296" fmla="*/ 3697880 h 5450835"/>
              <a:gd name="connsiteX4297" fmla="*/ 8414896 w 10450132"/>
              <a:gd name="connsiteY4297" fmla="*/ 3698734 h 5450835"/>
              <a:gd name="connsiteX4298" fmla="*/ 8410363 w 10450132"/>
              <a:gd name="connsiteY4298" fmla="*/ 3706616 h 5450835"/>
              <a:gd name="connsiteX4299" fmla="*/ 8409575 w 10450132"/>
              <a:gd name="connsiteY4299" fmla="*/ 3707075 h 5450835"/>
              <a:gd name="connsiteX4300" fmla="*/ 8400511 w 10450132"/>
              <a:gd name="connsiteY4300" fmla="*/ 3707075 h 5450835"/>
              <a:gd name="connsiteX4301" fmla="*/ 8399723 w 10450132"/>
              <a:gd name="connsiteY4301" fmla="*/ 3706616 h 5450835"/>
              <a:gd name="connsiteX4302" fmla="*/ 8395191 w 10450132"/>
              <a:gd name="connsiteY4302" fmla="*/ 3698734 h 5450835"/>
              <a:gd name="connsiteX4303" fmla="*/ 8395191 w 10450132"/>
              <a:gd name="connsiteY4303" fmla="*/ 3697880 h 5450835"/>
              <a:gd name="connsiteX4304" fmla="*/ 8399723 w 10450132"/>
              <a:gd name="connsiteY4304" fmla="*/ 3689998 h 5450835"/>
              <a:gd name="connsiteX4305" fmla="*/ 8400511 w 10450132"/>
              <a:gd name="connsiteY4305" fmla="*/ 3689539 h 5450835"/>
              <a:gd name="connsiteX4306" fmla="*/ 8146065 w 10450132"/>
              <a:gd name="connsiteY4306" fmla="*/ 3689539 h 5450835"/>
              <a:gd name="connsiteX4307" fmla="*/ 8155129 w 10450132"/>
              <a:gd name="connsiteY4307" fmla="*/ 3689539 h 5450835"/>
              <a:gd name="connsiteX4308" fmla="*/ 8155917 w 10450132"/>
              <a:gd name="connsiteY4308" fmla="*/ 3689998 h 5450835"/>
              <a:gd name="connsiteX4309" fmla="*/ 8160449 w 10450132"/>
              <a:gd name="connsiteY4309" fmla="*/ 3697880 h 5450835"/>
              <a:gd name="connsiteX4310" fmla="*/ 8160449 w 10450132"/>
              <a:gd name="connsiteY4310" fmla="*/ 3698734 h 5450835"/>
              <a:gd name="connsiteX4311" fmla="*/ 8155917 w 10450132"/>
              <a:gd name="connsiteY4311" fmla="*/ 3706616 h 5450835"/>
              <a:gd name="connsiteX4312" fmla="*/ 8155129 w 10450132"/>
              <a:gd name="connsiteY4312" fmla="*/ 3707075 h 5450835"/>
              <a:gd name="connsiteX4313" fmla="*/ 8146065 w 10450132"/>
              <a:gd name="connsiteY4313" fmla="*/ 3707075 h 5450835"/>
              <a:gd name="connsiteX4314" fmla="*/ 8145277 w 10450132"/>
              <a:gd name="connsiteY4314" fmla="*/ 3706616 h 5450835"/>
              <a:gd name="connsiteX4315" fmla="*/ 8140745 w 10450132"/>
              <a:gd name="connsiteY4315" fmla="*/ 3698734 h 5450835"/>
              <a:gd name="connsiteX4316" fmla="*/ 8140745 w 10450132"/>
              <a:gd name="connsiteY4316" fmla="*/ 3697880 h 5450835"/>
              <a:gd name="connsiteX4317" fmla="*/ 8145277 w 10450132"/>
              <a:gd name="connsiteY4317" fmla="*/ 3689998 h 5450835"/>
              <a:gd name="connsiteX4318" fmla="*/ 8146065 w 10450132"/>
              <a:gd name="connsiteY4318" fmla="*/ 3689539 h 5450835"/>
              <a:gd name="connsiteX4319" fmla="*/ 7891684 w 10450132"/>
              <a:gd name="connsiteY4319" fmla="*/ 3689539 h 5450835"/>
              <a:gd name="connsiteX4320" fmla="*/ 7900748 w 10450132"/>
              <a:gd name="connsiteY4320" fmla="*/ 3689539 h 5450835"/>
              <a:gd name="connsiteX4321" fmla="*/ 7901536 w 10450132"/>
              <a:gd name="connsiteY4321" fmla="*/ 3689998 h 5450835"/>
              <a:gd name="connsiteX4322" fmla="*/ 7906067 w 10450132"/>
              <a:gd name="connsiteY4322" fmla="*/ 3697880 h 5450835"/>
              <a:gd name="connsiteX4323" fmla="*/ 7906067 w 10450132"/>
              <a:gd name="connsiteY4323" fmla="*/ 3698734 h 5450835"/>
              <a:gd name="connsiteX4324" fmla="*/ 7901536 w 10450132"/>
              <a:gd name="connsiteY4324" fmla="*/ 3706616 h 5450835"/>
              <a:gd name="connsiteX4325" fmla="*/ 7900748 w 10450132"/>
              <a:gd name="connsiteY4325" fmla="*/ 3707075 h 5450835"/>
              <a:gd name="connsiteX4326" fmla="*/ 7891684 w 10450132"/>
              <a:gd name="connsiteY4326" fmla="*/ 3707075 h 5450835"/>
              <a:gd name="connsiteX4327" fmla="*/ 7890896 w 10450132"/>
              <a:gd name="connsiteY4327" fmla="*/ 3706616 h 5450835"/>
              <a:gd name="connsiteX4328" fmla="*/ 7886363 w 10450132"/>
              <a:gd name="connsiteY4328" fmla="*/ 3698734 h 5450835"/>
              <a:gd name="connsiteX4329" fmla="*/ 7886363 w 10450132"/>
              <a:gd name="connsiteY4329" fmla="*/ 3697880 h 5450835"/>
              <a:gd name="connsiteX4330" fmla="*/ 7890896 w 10450132"/>
              <a:gd name="connsiteY4330" fmla="*/ 3689998 h 5450835"/>
              <a:gd name="connsiteX4331" fmla="*/ 7891684 w 10450132"/>
              <a:gd name="connsiteY4331" fmla="*/ 3689539 h 5450835"/>
              <a:gd name="connsiteX4332" fmla="*/ 7637304 w 10450132"/>
              <a:gd name="connsiteY4332" fmla="*/ 3689539 h 5450835"/>
              <a:gd name="connsiteX4333" fmla="*/ 7646367 w 10450132"/>
              <a:gd name="connsiteY4333" fmla="*/ 3689539 h 5450835"/>
              <a:gd name="connsiteX4334" fmla="*/ 7647156 w 10450132"/>
              <a:gd name="connsiteY4334" fmla="*/ 3689998 h 5450835"/>
              <a:gd name="connsiteX4335" fmla="*/ 7651687 w 10450132"/>
              <a:gd name="connsiteY4335" fmla="*/ 3697880 h 5450835"/>
              <a:gd name="connsiteX4336" fmla="*/ 7651687 w 10450132"/>
              <a:gd name="connsiteY4336" fmla="*/ 3698734 h 5450835"/>
              <a:gd name="connsiteX4337" fmla="*/ 7647156 w 10450132"/>
              <a:gd name="connsiteY4337" fmla="*/ 3706616 h 5450835"/>
              <a:gd name="connsiteX4338" fmla="*/ 7646367 w 10450132"/>
              <a:gd name="connsiteY4338" fmla="*/ 3707075 h 5450835"/>
              <a:gd name="connsiteX4339" fmla="*/ 7637304 w 10450132"/>
              <a:gd name="connsiteY4339" fmla="*/ 3707075 h 5450835"/>
              <a:gd name="connsiteX4340" fmla="*/ 7636516 w 10450132"/>
              <a:gd name="connsiteY4340" fmla="*/ 3706616 h 5450835"/>
              <a:gd name="connsiteX4341" fmla="*/ 7631983 w 10450132"/>
              <a:gd name="connsiteY4341" fmla="*/ 3698734 h 5450835"/>
              <a:gd name="connsiteX4342" fmla="*/ 7631983 w 10450132"/>
              <a:gd name="connsiteY4342" fmla="*/ 3697880 h 5450835"/>
              <a:gd name="connsiteX4343" fmla="*/ 7636516 w 10450132"/>
              <a:gd name="connsiteY4343" fmla="*/ 3689998 h 5450835"/>
              <a:gd name="connsiteX4344" fmla="*/ 7637304 w 10450132"/>
              <a:gd name="connsiteY4344" fmla="*/ 3689539 h 5450835"/>
              <a:gd name="connsiteX4345" fmla="*/ 7382923 w 10450132"/>
              <a:gd name="connsiteY4345" fmla="*/ 3689539 h 5450835"/>
              <a:gd name="connsiteX4346" fmla="*/ 7391987 w 10450132"/>
              <a:gd name="connsiteY4346" fmla="*/ 3689539 h 5450835"/>
              <a:gd name="connsiteX4347" fmla="*/ 7392775 w 10450132"/>
              <a:gd name="connsiteY4347" fmla="*/ 3689998 h 5450835"/>
              <a:gd name="connsiteX4348" fmla="*/ 7397307 w 10450132"/>
              <a:gd name="connsiteY4348" fmla="*/ 3697880 h 5450835"/>
              <a:gd name="connsiteX4349" fmla="*/ 7397307 w 10450132"/>
              <a:gd name="connsiteY4349" fmla="*/ 3698734 h 5450835"/>
              <a:gd name="connsiteX4350" fmla="*/ 7392775 w 10450132"/>
              <a:gd name="connsiteY4350" fmla="*/ 3706616 h 5450835"/>
              <a:gd name="connsiteX4351" fmla="*/ 7391987 w 10450132"/>
              <a:gd name="connsiteY4351" fmla="*/ 3707075 h 5450835"/>
              <a:gd name="connsiteX4352" fmla="*/ 7382923 w 10450132"/>
              <a:gd name="connsiteY4352" fmla="*/ 3707075 h 5450835"/>
              <a:gd name="connsiteX4353" fmla="*/ 7382135 w 10450132"/>
              <a:gd name="connsiteY4353" fmla="*/ 3706616 h 5450835"/>
              <a:gd name="connsiteX4354" fmla="*/ 7377602 w 10450132"/>
              <a:gd name="connsiteY4354" fmla="*/ 3698734 h 5450835"/>
              <a:gd name="connsiteX4355" fmla="*/ 7377602 w 10450132"/>
              <a:gd name="connsiteY4355" fmla="*/ 3697880 h 5450835"/>
              <a:gd name="connsiteX4356" fmla="*/ 7382135 w 10450132"/>
              <a:gd name="connsiteY4356" fmla="*/ 3689998 h 5450835"/>
              <a:gd name="connsiteX4357" fmla="*/ 7382923 w 10450132"/>
              <a:gd name="connsiteY4357" fmla="*/ 3689539 h 5450835"/>
              <a:gd name="connsiteX4358" fmla="*/ 7128477 w 10450132"/>
              <a:gd name="connsiteY4358" fmla="*/ 3689539 h 5450835"/>
              <a:gd name="connsiteX4359" fmla="*/ 7137540 w 10450132"/>
              <a:gd name="connsiteY4359" fmla="*/ 3689539 h 5450835"/>
              <a:gd name="connsiteX4360" fmla="*/ 7138328 w 10450132"/>
              <a:gd name="connsiteY4360" fmla="*/ 3689998 h 5450835"/>
              <a:gd name="connsiteX4361" fmla="*/ 7142860 w 10450132"/>
              <a:gd name="connsiteY4361" fmla="*/ 3697880 h 5450835"/>
              <a:gd name="connsiteX4362" fmla="*/ 7142860 w 10450132"/>
              <a:gd name="connsiteY4362" fmla="*/ 3698734 h 5450835"/>
              <a:gd name="connsiteX4363" fmla="*/ 7138328 w 10450132"/>
              <a:gd name="connsiteY4363" fmla="*/ 3706616 h 5450835"/>
              <a:gd name="connsiteX4364" fmla="*/ 7137540 w 10450132"/>
              <a:gd name="connsiteY4364" fmla="*/ 3707075 h 5450835"/>
              <a:gd name="connsiteX4365" fmla="*/ 7128477 w 10450132"/>
              <a:gd name="connsiteY4365" fmla="*/ 3707075 h 5450835"/>
              <a:gd name="connsiteX4366" fmla="*/ 7127689 w 10450132"/>
              <a:gd name="connsiteY4366" fmla="*/ 3706616 h 5450835"/>
              <a:gd name="connsiteX4367" fmla="*/ 7123156 w 10450132"/>
              <a:gd name="connsiteY4367" fmla="*/ 3698734 h 5450835"/>
              <a:gd name="connsiteX4368" fmla="*/ 7123156 w 10450132"/>
              <a:gd name="connsiteY4368" fmla="*/ 3697880 h 5450835"/>
              <a:gd name="connsiteX4369" fmla="*/ 7127689 w 10450132"/>
              <a:gd name="connsiteY4369" fmla="*/ 3689998 h 5450835"/>
              <a:gd name="connsiteX4370" fmla="*/ 7128477 w 10450132"/>
              <a:gd name="connsiteY4370" fmla="*/ 3689539 h 5450835"/>
              <a:gd name="connsiteX4371" fmla="*/ 6874095 w 10450132"/>
              <a:gd name="connsiteY4371" fmla="*/ 3689539 h 5450835"/>
              <a:gd name="connsiteX4372" fmla="*/ 6883159 w 10450132"/>
              <a:gd name="connsiteY4372" fmla="*/ 3689539 h 5450835"/>
              <a:gd name="connsiteX4373" fmla="*/ 6883947 w 10450132"/>
              <a:gd name="connsiteY4373" fmla="*/ 3689998 h 5450835"/>
              <a:gd name="connsiteX4374" fmla="*/ 6888480 w 10450132"/>
              <a:gd name="connsiteY4374" fmla="*/ 3697880 h 5450835"/>
              <a:gd name="connsiteX4375" fmla="*/ 6888480 w 10450132"/>
              <a:gd name="connsiteY4375" fmla="*/ 3698734 h 5450835"/>
              <a:gd name="connsiteX4376" fmla="*/ 6883947 w 10450132"/>
              <a:gd name="connsiteY4376" fmla="*/ 3706616 h 5450835"/>
              <a:gd name="connsiteX4377" fmla="*/ 6883159 w 10450132"/>
              <a:gd name="connsiteY4377" fmla="*/ 3707075 h 5450835"/>
              <a:gd name="connsiteX4378" fmla="*/ 6874095 w 10450132"/>
              <a:gd name="connsiteY4378" fmla="*/ 3707075 h 5450835"/>
              <a:gd name="connsiteX4379" fmla="*/ 6873307 w 10450132"/>
              <a:gd name="connsiteY4379" fmla="*/ 3706616 h 5450835"/>
              <a:gd name="connsiteX4380" fmla="*/ 6868775 w 10450132"/>
              <a:gd name="connsiteY4380" fmla="*/ 3698734 h 5450835"/>
              <a:gd name="connsiteX4381" fmla="*/ 6868775 w 10450132"/>
              <a:gd name="connsiteY4381" fmla="*/ 3697880 h 5450835"/>
              <a:gd name="connsiteX4382" fmla="*/ 6873307 w 10450132"/>
              <a:gd name="connsiteY4382" fmla="*/ 3689998 h 5450835"/>
              <a:gd name="connsiteX4383" fmla="*/ 6874095 w 10450132"/>
              <a:gd name="connsiteY4383" fmla="*/ 3689539 h 5450835"/>
              <a:gd name="connsiteX4384" fmla="*/ 6619714 w 10450132"/>
              <a:gd name="connsiteY4384" fmla="*/ 3689539 h 5450835"/>
              <a:gd name="connsiteX4385" fmla="*/ 6628778 w 10450132"/>
              <a:gd name="connsiteY4385" fmla="*/ 3689539 h 5450835"/>
              <a:gd name="connsiteX4386" fmla="*/ 6629566 w 10450132"/>
              <a:gd name="connsiteY4386" fmla="*/ 3689998 h 5450835"/>
              <a:gd name="connsiteX4387" fmla="*/ 6634099 w 10450132"/>
              <a:gd name="connsiteY4387" fmla="*/ 3697880 h 5450835"/>
              <a:gd name="connsiteX4388" fmla="*/ 6634099 w 10450132"/>
              <a:gd name="connsiteY4388" fmla="*/ 3698734 h 5450835"/>
              <a:gd name="connsiteX4389" fmla="*/ 6629566 w 10450132"/>
              <a:gd name="connsiteY4389" fmla="*/ 3706616 h 5450835"/>
              <a:gd name="connsiteX4390" fmla="*/ 6628778 w 10450132"/>
              <a:gd name="connsiteY4390" fmla="*/ 3707075 h 5450835"/>
              <a:gd name="connsiteX4391" fmla="*/ 6619714 w 10450132"/>
              <a:gd name="connsiteY4391" fmla="*/ 3707075 h 5450835"/>
              <a:gd name="connsiteX4392" fmla="*/ 6618926 w 10450132"/>
              <a:gd name="connsiteY4392" fmla="*/ 3706616 h 5450835"/>
              <a:gd name="connsiteX4393" fmla="*/ 6614394 w 10450132"/>
              <a:gd name="connsiteY4393" fmla="*/ 3698734 h 5450835"/>
              <a:gd name="connsiteX4394" fmla="*/ 6614394 w 10450132"/>
              <a:gd name="connsiteY4394" fmla="*/ 3697880 h 5450835"/>
              <a:gd name="connsiteX4395" fmla="*/ 6618926 w 10450132"/>
              <a:gd name="connsiteY4395" fmla="*/ 3689998 h 5450835"/>
              <a:gd name="connsiteX4396" fmla="*/ 6619714 w 10450132"/>
              <a:gd name="connsiteY4396" fmla="*/ 3689539 h 5450835"/>
              <a:gd name="connsiteX4397" fmla="*/ 6365334 w 10450132"/>
              <a:gd name="connsiteY4397" fmla="*/ 3689539 h 5450835"/>
              <a:gd name="connsiteX4398" fmla="*/ 6374397 w 10450132"/>
              <a:gd name="connsiteY4398" fmla="*/ 3689539 h 5450835"/>
              <a:gd name="connsiteX4399" fmla="*/ 6375186 w 10450132"/>
              <a:gd name="connsiteY4399" fmla="*/ 3689998 h 5450835"/>
              <a:gd name="connsiteX4400" fmla="*/ 6379718 w 10450132"/>
              <a:gd name="connsiteY4400" fmla="*/ 3697880 h 5450835"/>
              <a:gd name="connsiteX4401" fmla="*/ 6379718 w 10450132"/>
              <a:gd name="connsiteY4401" fmla="*/ 3698734 h 5450835"/>
              <a:gd name="connsiteX4402" fmla="*/ 6375186 w 10450132"/>
              <a:gd name="connsiteY4402" fmla="*/ 3706616 h 5450835"/>
              <a:gd name="connsiteX4403" fmla="*/ 6374397 w 10450132"/>
              <a:gd name="connsiteY4403" fmla="*/ 3707075 h 5450835"/>
              <a:gd name="connsiteX4404" fmla="*/ 6365334 w 10450132"/>
              <a:gd name="connsiteY4404" fmla="*/ 3707075 h 5450835"/>
              <a:gd name="connsiteX4405" fmla="*/ 6364546 w 10450132"/>
              <a:gd name="connsiteY4405" fmla="*/ 3706616 h 5450835"/>
              <a:gd name="connsiteX4406" fmla="*/ 6360014 w 10450132"/>
              <a:gd name="connsiteY4406" fmla="*/ 3698734 h 5450835"/>
              <a:gd name="connsiteX4407" fmla="*/ 6360014 w 10450132"/>
              <a:gd name="connsiteY4407" fmla="*/ 3697880 h 5450835"/>
              <a:gd name="connsiteX4408" fmla="*/ 6364546 w 10450132"/>
              <a:gd name="connsiteY4408" fmla="*/ 3689998 h 5450835"/>
              <a:gd name="connsiteX4409" fmla="*/ 6365334 w 10450132"/>
              <a:gd name="connsiteY4409" fmla="*/ 3689539 h 5450835"/>
              <a:gd name="connsiteX4410" fmla="*/ 6110888 w 10450132"/>
              <a:gd name="connsiteY4410" fmla="*/ 3689539 h 5450835"/>
              <a:gd name="connsiteX4411" fmla="*/ 6119953 w 10450132"/>
              <a:gd name="connsiteY4411" fmla="*/ 3689539 h 5450835"/>
              <a:gd name="connsiteX4412" fmla="*/ 6120740 w 10450132"/>
              <a:gd name="connsiteY4412" fmla="*/ 3689998 h 5450835"/>
              <a:gd name="connsiteX4413" fmla="*/ 6125272 w 10450132"/>
              <a:gd name="connsiteY4413" fmla="*/ 3697880 h 5450835"/>
              <a:gd name="connsiteX4414" fmla="*/ 6125272 w 10450132"/>
              <a:gd name="connsiteY4414" fmla="*/ 3698734 h 5450835"/>
              <a:gd name="connsiteX4415" fmla="*/ 6120740 w 10450132"/>
              <a:gd name="connsiteY4415" fmla="*/ 3706616 h 5450835"/>
              <a:gd name="connsiteX4416" fmla="*/ 6119953 w 10450132"/>
              <a:gd name="connsiteY4416" fmla="*/ 3707075 h 5450835"/>
              <a:gd name="connsiteX4417" fmla="*/ 6110888 w 10450132"/>
              <a:gd name="connsiteY4417" fmla="*/ 3707075 h 5450835"/>
              <a:gd name="connsiteX4418" fmla="*/ 6110101 w 10450132"/>
              <a:gd name="connsiteY4418" fmla="*/ 3706616 h 5450835"/>
              <a:gd name="connsiteX4419" fmla="*/ 6105567 w 10450132"/>
              <a:gd name="connsiteY4419" fmla="*/ 3698734 h 5450835"/>
              <a:gd name="connsiteX4420" fmla="*/ 6105567 w 10450132"/>
              <a:gd name="connsiteY4420" fmla="*/ 3697880 h 5450835"/>
              <a:gd name="connsiteX4421" fmla="*/ 6110101 w 10450132"/>
              <a:gd name="connsiteY4421" fmla="*/ 3689998 h 5450835"/>
              <a:gd name="connsiteX4422" fmla="*/ 6110888 w 10450132"/>
              <a:gd name="connsiteY4422" fmla="*/ 3689539 h 5450835"/>
              <a:gd name="connsiteX4423" fmla="*/ 5856508 w 10450132"/>
              <a:gd name="connsiteY4423" fmla="*/ 3689539 h 5450835"/>
              <a:gd name="connsiteX4424" fmla="*/ 5865571 w 10450132"/>
              <a:gd name="connsiteY4424" fmla="*/ 3689539 h 5450835"/>
              <a:gd name="connsiteX4425" fmla="*/ 5866359 w 10450132"/>
              <a:gd name="connsiteY4425" fmla="*/ 3689998 h 5450835"/>
              <a:gd name="connsiteX4426" fmla="*/ 5870891 w 10450132"/>
              <a:gd name="connsiteY4426" fmla="*/ 3697880 h 5450835"/>
              <a:gd name="connsiteX4427" fmla="*/ 5870891 w 10450132"/>
              <a:gd name="connsiteY4427" fmla="*/ 3698734 h 5450835"/>
              <a:gd name="connsiteX4428" fmla="*/ 5866359 w 10450132"/>
              <a:gd name="connsiteY4428" fmla="*/ 3706616 h 5450835"/>
              <a:gd name="connsiteX4429" fmla="*/ 5865571 w 10450132"/>
              <a:gd name="connsiteY4429" fmla="*/ 3707075 h 5450835"/>
              <a:gd name="connsiteX4430" fmla="*/ 5856508 w 10450132"/>
              <a:gd name="connsiteY4430" fmla="*/ 3707075 h 5450835"/>
              <a:gd name="connsiteX4431" fmla="*/ 5855720 w 10450132"/>
              <a:gd name="connsiteY4431" fmla="*/ 3706616 h 5450835"/>
              <a:gd name="connsiteX4432" fmla="*/ 5851187 w 10450132"/>
              <a:gd name="connsiteY4432" fmla="*/ 3698734 h 5450835"/>
              <a:gd name="connsiteX4433" fmla="*/ 5851187 w 10450132"/>
              <a:gd name="connsiteY4433" fmla="*/ 3697880 h 5450835"/>
              <a:gd name="connsiteX4434" fmla="*/ 5855720 w 10450132"/>
              <a:gd name="connsiteY4434" fmla="*/ 3689998 h 5450835"/>
              <a:gd name="connsiteX4435" fmla="*/ 5856508 w 10450132"/>
              <a:gd name="connsiteY4435" fmla="*/ 3689539 h 5450835"/>
              <a:gd name="connsiteX4436" fmla="*/ 5602126 w 10450132"/>
              <a:gd name="connsiteY4436" fmla="*/ 3689539 h 5450835"/>
              <a:gd name="connsiteX4437" fmla="*/ 5611191 w 10450132"/>
              <a:gd name="connsiteY4437" fmla="*/ 3689539 h 5450835"/>
              <a:gd name="connsiteX4438" fmla="*/ 5611979 w 10450132"/>
              <a:gd name="connsiteY4438" fmla="*/ 3689998 h 5450835"/>
              <a:gd name="connsiteX4439" fmla="*/ 5616511 w 10450132"/>
              <a:gd name="connsiteY4439" fmla="*/ 3697880 h 5450835"/>
              <a:gd name="connsiteX4440" fmla="*/ 5616511 w 10450132"/>
              <a:gd name="connsiteY4440" fmla="*/ 3698734 h 5450835"/>
              <a:gd name="connsiteX4441" fmla="*/ 5611979 w 10450132"/>
              <a:gd name="connsiteY4441" fmla="*/ 3706616 h 5450835"/>
              <a:gd name="connsiteX4442" fmla="*/ 5611191 w 10450132"/>
              <a:gd name="connsiteY4442" fmla="*/ 3707075 h 5450835"/>
              <a:gd name="connsiteX4443" fmla="*/ 5602126 w 10450132"/>
              <a:gd name="connsiteY4443" fmla="*/ 3707075 h 5450835"/>
              <a:gd name="connsiteX4444" fmla="*/ 5601338 w 10450132"/>
              <a:gd name="connsiteY4444" fmla="*/ 3706616 h 5450835"/>
              <a:gd name="connsiteX4445" fmla="*/ 5596807 w 10450132"/>
              <a:gd name="connsiteY4445" fmla="*/ 3698734 h 5450835"/>
              <a:gd name="connsiteX4446" fmla="*/ 5596807 w 10450132"/>
              <a:gd name="connsiteY4446" fmla="*/ 3697880 h 5450835"/>
              <a:gd name="connsiteX4447" fmla="*/ 5601338 w 10450132"/>
              <a:gd name="connsiteY4447" fmla="*/ 3689998 h 5450835"/>
              <a:gd name="connsiteX4448" fmla="*/ 5602126 w 10450132"/>
              <a:gd name="connsiteY4448" fmla="*/ 3689539 h 5450835"/>
              <a:gd name="connsiteX4449" fmla="*/ 5347746 w 10450132"/>
              <a:gd name="connsiteY4449" fmla="*/ 3689539 h 5450835"/>
              <a:gd name="connsiteX4450" fmla="*/ 5356810 w 10450132"/>
              <a:gd name="connsiteY4450" fmla="*/ 3689539 h 5450835"/>
              <a:gd name="connsiteX4451" fmla="*/ 5357598 w 10450132"/>
              <a:gd name="connsiteY4451" fmla="*/ 3689998 h 5450835"/>
              <a:gd name="connsiteX4452" fmla="*/ 5362130 w 10450132"/>
              <a:gd name="connsiteY4452" fmla="*/ 3697880 h 5450835"/>
              <a:gd name="connsiteX4453" fmla="*/ 5362130 w 10450132"/>
              <a:gd name="connsiteY4453" fmla="*/ 3698734 h 5450835"/>
              <a:gd name="connsiteX4454" fmla="*/ 5357598 w 10450132"/>
              <a:gd name="connsiteY4454" fmla="*/ 3706616 h 5450835"/>
              <a:gd name="connsiteX4455" fmla="*/ 5356810 w 10450132"/>
              <a:gd name="connsiteY4455" fmla="*/ 3707075 h 5450835"/>
              <a:gd name="connsiteX4456" fmla="*/ 5347746 w 10450132"/>
              <a:gd name="connsiteY4456" fmla="*/ 3707075 h 5450835"/>
              <a:gd name="connsiteX4457" fmla="*/ 5346958 w 10450132"/>
              <a:gd name="connsiteY4457" fmla="*/ 3706616 h 5450835"/>
              <a:gd name="connsiteX4458" fmla="*/ 5342425 w 10450132"/>
              <a:gd name="connsiteY4458" fmla="*/ 3698734 h 5450835"/>
              <a:gd name="connsiteX4459" fmla="*/ 5342425 w 10450132"/>
              <a:gd name="connsiteY4459" fmla="*/ 3697880 h 5450835"/>
              <a:gd name="connsiteX4460" fmla="*/ 5346958 w 10450132"/>
              <a:gd name="connsiteY4460" fmla="*/ 3689998 h 5450835"/>
              <a:gd name="connsiteX4461" fmla="*/ 5347746 w 10450132"/>
              <a:gd name="connsiteY4461" fmla="*/ 3689539 h 5450835"/>
              <a:gd name="connsiteX4462" fmla="*/ 5093300 w 10450132"/>
              <a:gd name="connsiteY4462" fmla="*/ 3689539 h 5450835"/>
              <a:gd name="connsiteX4463" fmla="*/ 5102364 w 10450132"/>
              <a:gd name="connsiteY4463" fmla="*/ 3689539 h 5450835"/>
              <a:gd name="connsiteX4464" fmla="*/ 5103153 w 10450132"/>
              <a:gd name="connsiteY4464" fmla="*/ 3689998 h 5450835"/>
              <a:gd name="connsiteX4465" fmla="*/ 5107684 w 10450132"/>
              <a:gd name="connsiteY4465" fmla="*/ 3697880 h 5450835"/>
              <a:gd name="connsiteX4466" fmla="*/ 5107684 w 10450132"/>
              <a:gd name="connsiteY4466" fmla="*/ 3698734 h 5450835"/>
              <a:gd name="connsiteX4467" fmla="*/ 5103153 w 10450132"/>
              <a:gd name="connsiteY4467" fmla="*/ 3706616 h 5450835"/>
              <a:gd name="connsiteX4468" fmla="*/ 5102364 w 10450132"/>
              <a:gd name="connsiteY4468" fmla="*/ 3707075 h 5450835"/>
              <a:gd name="connsiteX4469" fmla="*/ 5093300 w 10450132"/>
              <a:gd name="connsiteY4469" fmla="*/ 3707075 h 5450835"/>
              <a:gd name="connsiteX4470" fmla="*/ 5092512 w 10450132"/>
              <a:gd name="connsiteY4470" fmla="*/ 3706616 h 5450835"/>
              <a:gd name="connsiteX4471" fmla="*/ 5087979 w 10450132"/>
              <a:gd name="connsiteY4471" fmla="*/ 3698734 h 5450835"/>
              <a:gd name="connsiteX4472" fmla="*/ 5087979 w 10450132"/>
              <a:gd name="connsiteY4472" fmla="*/ 3697880 h 5450835"/>
              <a:gd name="connsiteX4473" fmla="*/ 5092512 w 10450132"/>
              <a:gd name="connsiteY4473" fmla="*/ 3689998 h 5450835"/>
              <a:gd name="connsiteX4474" fmla="*/ 5093300 w 10450132"/>
              <a:gd name="connsiteY4474" fmla="*/ 3689539 h 5450835"/>
              <a:gd name="connsiteX4475" fmla="*/ 4838919 w 10450132"/>
              <a:gd name="connsiteY4475" fmla="*/ 3689539 h 5450835"/>
              <a:gd name="connsiteX4476" fmla="*/ 4847982 w 10450132"/>
              <a:gd name="connsiteY4476" fmla="*/ 3689539 h 5450835"/>
              <a:gd name="connsiteX4477" fmla="*/ 4848772 w 10450132"/>
              <a:gd name="connsiteY4477" fmla="*/ 3689998 h 5450835"/>
              <a:gd name="connsiteX4478" fmla="*/ 4853303 w 10450132"/>
              <a:gd name="connsiteY4478" fmla="*/ 3697880 h 5450835"/>
              <a:gd name="connsiteX4479" fmla="*/ 4853303 w 10450132"/>
              <a:gd name="connsiteY4479" fmla="*/ 3698734 h 5450835"/>
              <a:gd name="connsiteX4480" fmla="*/ 4848772 w 10450132"/>
              <a:gd name="connsiteY4480" fmla="*/ 3706616 h 5450835"/>
              <a:gd name="connsiteX4481" fmla="*/ 4847982 w 10450132"/>
              <a:gd name="connsiteY4481" fmla="*/ 3707075 h 5450835"/>
              <a:gd name="connsiteX4482" fmla="*/ 4838919 w 10450132"/>
              <a:gd name="connsiteY4482" fmla="*/ 3707075 h 5450835"/>
              <a:gd name="connsiteX4483" fmla="*/ 4838132 w 10450132"/>
              <a:gd name="connsiteY4483" fmla="*/ 3706616 h 5450835"/>
              <a:gd name="connsiteX4484" fmla="*/ 4833598 w 10450132"/>
              <a:gd name="connsiteY4484" fmla="*/ 3698734 h 5450835"/>
              <a:gd name="connsiteX4485" fmla="*/ 4833598 w 10450132"/>
              <a:gd name="connsiteY4485" fmla="*/ 3697880 h 5450835"/>
              <a:gd name="connsiteX4486" fmla="*/ 4838132 w 10450132"/>
              <a:gd name="connsiteY4486" fmla="*/ 3689998 h 5450835"/>
              <a:gd name="connsiteX4487" fmla="*/ 4838919 w 10450132"/>
              <a:gd name="connsiteY4487" fmla="*/ 3689539 h 5450835"/>
              <a:gd name="connsiteX4488" fmla="*/ 4584538 w 10450132"/>
              <a:gd name="connsiteY4488" fmla="*/ 3689539 h 5450835"/>
              <a:gd name="connsiteX4489" fmla="*/ 4593603 w 10450132"/>
              <a:gd name="connsiteY4489" fmla="*/ 3689539 h 5450835"/>
              <a:gd name="connsiteX4490" fmla="*/ 4594390 w 10450132"/>
              <a:gd name="connsiteY4490" fmla="*/ 3689998 h 5450835"/>
              <a:gd name="connsiteX4491" fmla="*/ 4598922 w 10450132"/>
              <a:gd name="connsiteY4491" fmla="*/ 3697880 h 5450835"/>
              <a:gd name="connsiteX4492" fmla="*/ 4598922 w 10450132"/>
              <a:gd name="connsiteY4492" fmla="*/ 3698734 h 5450835"/>
              <a:gd name="connsiteX4493" fmla="*/ 4594390 w 10450132"/>
              <a:gd name="connsiteY4493" fmla="*/ 3706616 h 5450835"/>
              <a:gd name="connsiteX4494" fmla="*/ 4593603 w 10450132"/>
              <a:gd name="connsiteY4494" fmla="*/ 3707075 h 5450835"/>
              <a:gd name="connsiteX4495" fmla="*/ 4584538 w 10450132"/>
              <a:gd name="connsiteY4495" fmla="*/ 3707075 h 5450835"/>
              <a:gd name="connsiteX4496" fmla="*/ 4583749 w 10450132"/>
              <a:gd name="connsiteY4496" fmla="*/ 3706616 h 5450835"/>
              <a:gd name="connsiteX4497" fmla="*/ 4579218 w 10450132"/>
              <a:gd name="connsiteY4497" fmla="*/ 3698734 h 5450835"/>
              <a:gd name="connsiteX4498" fmla="*/ 4579218 w 10450132"/>
              <a:gd name="connsiteY4498" fmla="*/ 3697880 h 5450835"/>
              <a:gd name="connsiteX4499" fmla="*/ 4583749 w 10450132"/>
              <a:gd name="connsiteY4499" fmla="*/ 3689998 h 5450835"/>
              <a:gd name="connsiteX4500" fmla="*/ 4584538 w 10450132"/>
              <a:gd name="connsiteY4500" fmla="*/ 3689539 h 5450835"/>
              <a:gd name="connsiteX4501" fmla="*/ 4330157 w 10450132"/>
              <a:gd name="connsiteY4501" fmla="*/ 3689539 h 5450835"/>
              <a:gd name="connsiteX4502" fmla="*/ 4339222 w 10450132"/>
              <a:gd name="connsiteY4502" fmla="*/ 3689539 h 5450835"/>
              <a:gd name="connsiteX4503" fmla="*/ 4340010 w 10450132"/>
              <a:gd name="connsiteY4503" fmla="*/ 3689998 h 5450835"/>
              <a:gd name="connsiteX4504" fmla="*/ 4344540 w 10450132"/>
              <a:gd name="connsiteY4504" fmla="*/ 3697880 h 5450835"/>
              <a:gd name="connsiteX4505" fmla="*/ 4344540 w 10450132"/>
              <a:gd name="connsiteY4505" fmla="*/ 3698734 h 5450835"/>
              <a:gd name="connsiteX4506" fmla="*/ 4340010 w 10450132"/>
              <a:gd name="connsiteY4506" fmla="*/ 3706616 h 5450835"/>
              <a:gd name="connsiteX4507" fmla="*/ 4339222 w 10450132"/>
              <a:gd name="connsiteY4507" fmla="*/ 3707075 h 5450835"/>
              <a:gd name="connsiteX4508" fmla="*/ 4330157 w 10450132"/>
              <a:gd name="connsiteY4508" fmla="*/ 3707075 h 5450835"/>
              <a:gd name="connsiteX4509" fmla="*/ 4329369 w 10450132"/>
              <a:gd name="connsiteY4509" fmla="*/ 3706616 h 5450835"/>
              <a:gd name="connsiteX4510" fmla="*/ 4324836 w 10450132"/>
              <a:gd name="connsiteY4510" fmla="*/ 3698734 h 5450835"/>
              <a:gd name="connsiteX4511" fmla="*/ 4324836 w 10450132"/>
              <a:gd name="connsiteY4511" fmla="*/ 3697880 h 5450835"/>
              <a:gd name="connsiteX4512" fmla="*/ 4329369 w 10450132"/>
              <a:gd name="connsiteY4512" fmla="*/ 3689998 h 5450835"/>
              <a:gd name="connsiteX4513" fmla="*/ 4330157 w 10450132"/>
              <a:gd name="connsiteY4513" fmla="*/ 3689539 h 5450835"/>
              <a:gd name="connsiteX4514" fmla="*/ 4075763 w 10450132"/>
              <a:gd name="connsiteY4514" fmla="*/ 3689539 h 5450835"/>
              <a:gd name="connsiteX4515" fmla="*/ 4084828 w 10450132"/>
              <a:gd name="connsiteY4515" fmla="*/ 3689539 h 5450835"/>
              <a:gd name="connsiteX4516" fmla="*/ 4085617 w 10450132"/>
              <a:gd name="connsiteY4516" fmla="*/ 3689998 h 5450835"/>
              <a:gd name="connsiteX4517" fmla="*/ 4090147 w 10450132"/>
              <a:gd name="connsiteY4517" fmla="*/ 3697880 h 5450835"/>
              <a:gd name="connsiteX4518" fmla="*/ 4090147 w 10450132"/>
              <a:gd name="connsiteY4518" fmla="*/ 3698734 h 5450835"/>
              <a:gd name="connsiteX4519" fmla="*/ 4085617 w 10450132"/>
              <a:gd name="connsiteY4519" fmla="*/ 3706616 h 5450835"/>
              <a:gd name="connsiteX4520" fmla="*/ 4084828 w 10450132"/>
              <a:gd name="connsiteY4520" fmla="*/ 3707075 h 5450835"/>
              <a:gd name="connsiteX4521" fmla="*/ 4075763 w 10450132"/>
              <a:gd name="connsiteY4521" fmla="*/ 3707075 h 5450835"/>
              <a:gd name="connsiteX4522" fmla="*/ 4074975 w 10450132"/>
              <a:gd name="connsiteY4522" fmla="*/ 3706616 h 5450835"/>
              <a:gd name="connsiteX4523" fmla="*/ 4070442 w 10450132"/>
              <a:gd name="connsiteY4523" fmla="*/ 3698734 h 5450835"/>
              <a:gd name="connsiteX4524" fmla="*/ 4070442 w 10450132"/>
              <a:gd name="connsiteY4524" fmla="*/ 3697880 h 5450835"/>
              <a:gd name="connsiteX4525" fmla="*/ 4074975 w 10450132"/>
              <a:gd name="connsiteY4525" fmla="*/ 3689998 h 5450835"/>
              <a:gd name="connsiteX4526" fmla="*/ 4075763 w 10450132"/>
              <a:gd name="connsiteY4526" fmla="*/ 3689539 h 5450835"/>
              <a:gd name="connsiteX4527" fmla="*/ 3821532 w 10450132"/>
              <a:gd name="connsiteY4527" fmla="*/ 3689539 h 5450835"/>
              <a:gd name="connsiteX4528" fmla="*/ 3830597 w 10450132"/>
              <a:gd name="connsiteY4528" fmla="*/ 3689539 h 5450835"/>
              <a:gd name="connsiteX4529" fmla="*/ 3831386 w 10450132"/>
              <a:gd name="connsiteY4529" fmla="*/ 3689998 h 5450835"/>
              <a:gd name="connsiteX4530" fmla="*/ 3835918 w 10450132"/>
              <a:gd name="connsiteY4530" fmla="*/ 3697880 h 5450835"/>
              <a:gd name="connsiteX4531" fmla="*/ 3835918 w 10450132"/>
              <a:gd name="connsiteY4531" fmla="*/ 3698734 h 5450835"/>
              <a:gd name="connsiteX4532" fmla="*/ 3831386 w 10450132"/>
              <a:gd name="connsiteY4532" fmla="*/ 3706616 h 5450835"/>
              <a:gd name="connsiteX4533" fmla="*/ 3830597 w 10450132"/>
              <a:gd name="connsiteY4533" fmla="*/ 3707075 h 5450835"/>
              <a:gd name="connsiteX4534" fmla="*/ 3821532 w 10450132"/>
              <a:gd name="connsiteY4534" fmla="*/ 3707075 h 5450835"/>
              <a:gd name="connsiteX4535" fmla="*/ 3820745 w 10450132"/>
              <a:gd name="connsiteY4535" fmla="*/ 3706616 h 5450835"/>
              <a:gd name="connsiteX4536" fmla="*/ 3816213 w 10450132"/>
              <a:gd name="connsiteY4536" fmla="*/ 3698734 h 5450835"/>
              <a:gd name="connsiteX4537" fmla="*/ 3816213 w 10450132"/>
              <a:gd name="connsiteY4537" fmla="*/ 3697880 h 5450835"/>
              <a:gd name="connsiteX4538" fmla="*/ 3820745 w 10450132"/>
              <a:gd name="connsiteY4538" fmla="*/ 3689998 h 5450835"/>
              <a:gd name="connsiteX4539" fmla="*/ 3821532 w 10450132"/>
              <a:gd name="connsiteY4539" fmla="*/ 3689539 h 5450835"/>
              <a:gd name="connsiteX4540" fmla="*/ 3567119 w 10450132"/>
              <a:gd name="connsiteY4540" fmla="*/ 3689539 h 5450835"/>
              <a:gd name="connsiteX4541" fmla="*/ 3576184 w 10450132"/>
              <a:gd name="connsiteY4541" fmla="*/ 3689539 h 5450835"/>
              <a:gd name="connsiteX4542" fmla="*/ 3576971 w 10450132"/>
              <a:gd name="connsiteY4542" fmla="*/ 3689998 h 5450835"/>
              <a:gd name="connsiteX4543" fmla="*/ 3581503 w 10450132"/>
              <a:gd name="connsiteY4543" fmla="*/ 3697880 h 5450835"/>
              <a:gd name="connsiteX4544" fmla="*/ 3581503 w 10450132"/>
              <a:gd name="connsiteY4544" fmla="*/ 3698734 h 5450835"/>
              <a:gd name="connsiteX4545" fmla="*/ 3576971 w 10450132"/>
              <a:gd name="connsiteY4545" fmla="*/ 3706616 h 5450835"/>
              <a:gd name="connsiteX4546" fmla="*/ 3576184 w 10450132"/>
              <a:gd name="connsiteY4546" fmla="*/ 3707075 h 5450835"/>
              <a:gd name="connsiteX4547" fmla="*/ 3567119 w 10450132"/>
              <a:gd name="connsiteY4547" fmla="*/ 3707075 h 5450835"/>
              <a:gd name="connsiteX4548" fmla="*/ 3566331 w 10450132"/>
              <a:gd name="connsiteY4548" fmla="*/ 3706616 h 5450835"/>
              <a:gd name="connsiteX4549" fmla="*/ 3561797 w 10450132"/>
              <a:gd name="connsiteY4549" fmla="*/ 3698734 h 5450835"/>
              <a:gd name="connsiteX4550" fmla="*/ 3561797 w 10450132"/>
              <a:gd name="connsiteY4550" fmla="*/ 3697880 h 5450835"/>
              <a:gd name="connsiteX4551" fmla="*/ 3566331 w 10450132"/>
              <a:gd name="connsiteY4551" fmla="*/ 3689998 h 5450835"/>
              <a:gd name="connsiteX4552" fmla="*/ 3567119 w 10450132"/>
              <a:gd name="connsiteY4552" fmla="*/ 3689539 h 5450835"/>
              <a:gd name="connsiteX4553" fmla="*/ 3312716 w 10450132"/>
              <a:gd name="connsiteY4553" fmla="*/ 3689539 h 5450835"/>
              <a:gd name="connsiteX4554" fmla="*/ 3321780 w 10450132"/>
              <a:gd name="connsiteY4554" fmla="*/ 3689539 h 5450835"/>
              <a:gd name="connsiteX4555" fmla="*/ 3322567 w 10450132"/>
              <a:gd name="connsiteY4555" fmla="*/ 3689998 h 5450835"/>
              <a:gd name="connsiteX4556" fmla="*/ 3327100 w 10450132"/>
              <a:gd name="connsiteY4556" fmla="*/ 3697880 h 5450835"/>
              <a:gd name="connsiteX4557" fmla="*/ 3327100 w 10450132"/>
              <a:gd name="connsiteY4557" fmla="*/ 3698734 h 5450835"/>
              <a:gd name="connsiteX4558" fmla="*/ 3322567 w 10450132"/>
              <a:gd name="connsiteY4558" fmla="*/ 3706616 h 5450835"/>
              <a:gd name="connsiteX4559" fmla="*/ 3321780 w 10450132"/>
              <a:gd name="connsiteY4559" fmla="*/ 3707075 h 5450835"/>
              <a:gd name="connsiteX4560" fmla="*/ 3312716 w 10450132"/>
              <a:gd name="connsiteY4560" fmla="*/ 3707075 h 5450835"/>
              <a:gd name="connsiteX4561" fmla="*/ 3311927 w 10450132"/>
              <a:gd name="connsiteY4561" fmla="*/ 3706616 h 5450835"/>
              <a:gd name="connsiteX4562" fmla="*/ 3307394 w 10450132"/>
              <a:gd name="connsiteY4562" fmla="*/ 3698734 h 5450835"/>
              <a:gd name="connsiteX4563" fmla="*/ 3307394 w 10450132"/>
              <a:gd name="connsiteY4563" fmla="*/ 3697880 h 5450835"/>
              <a:gd name="connsiteX4564" fmla="*/ 3311927 w 10450132"/>
              <a:gd name="connsiteY4564" fmla="*/ 3689998 h 5450835"/>
              <a:gd name="connsiteX4565" fmla="*/ 3312716 w 10450132"/>
              <a:gd name="connsiteY4565" fmla="*/ 3689539 h 5450835"/>
              <a:gd name="connsiteX4566" fmla="*/ 3058437 w 10450132"/>
              <a:gd name="connsiteY4566" fmla="*/ 3689539 h 5450835"/>
              <a:gd name="connsiteX4567" fmla="*/ 3067508 w 10450132"/>
              <a:gd name="connsiteY4567" fmla="*/ 3689539 h 5450835"/>
              <a:gd name="connsiteX4568" fmla="*/ 3068295 w 10450132"/>
              <a:gd name="connsiteY4568" fmla="*/ 3689998 h 5450835"/>
              <a:gd name="connsiteX4569" fmla="*/ 3072826 w 10450132"/>
              <a:gd name="connsiteY4569" fmla="*/ 3697880 h 5450835"/>
              <a:gd name="connsiteX4570" fmla="*/ 3072826 w 10450132"/>
              <a:gd name="connsiteY4570" fmla="*/ 3698734 h 5450835"/>
              <a:gd name="connsiteX4571" fmla="*/ 3068295 w 10450132"/>
              <a:gd name="connsiteY4571" fmla="*/ 3706616 h 5450835"/>
              <a:gd name="connsiteX4572" fmla="*/ 3067508 w 10450132"/>
              <a:gd name="connsiteY4572" fmla="*/ 3707075 h 5450835"/>
              <a:gd name="connsiteX4573" fmla="*/ 3058437 w 10450132"/>
              <a:gd name="connsiteY4573" fmla="*/ 3707075 h 5450835"/>
              <a:gd name="connsiteX4574" fmla="*/ 3057652 w 10450132"/>
              <a:gd name="connsiteY4574" fmla="*/ 3706616 h 5450835"/>
              <a:gd name="connsiteX4575" fmla="*/ 3053119 w 10450132"/>
              <a:gd name="connsiteY4575" fmla="*/ 3698734 h 5450835"/>
              <a:gd name="connsiteX4576" fmla="*/ 3053119 w 10450132"/>
              <a:gd name="connsiteY4576" fmla="*/ 3697880 h 5450835"/>
              <a:gd name="connsiteX4577" fmla="*/ 3057652 w 10450132"/>
              <a:gd name="connsiteY4577" fmla="*/ 3689998 h 5450835"/>
              <a:gd name="connsiteX4578" fmla="*/ 3058437 w 10450132"/>
              <a:gd name="connsiteY4578" fmla="*/ 3689539 h 5450835"/>
              <a:gd name="connsiteX4579" fmla="*/ 2803837 w 10450132"/>
              <a:gd name="connsiteY4579" fmla="*/ 3689539 h 5450835"/>
              <a:gd name="connsiteX4580" fmla="*/ 2812900 w 10450132"/>
              <a:gd name="connsiteY4580" fmla="*/ 3689539 h 5450835"/>
              <a:gd name="connsiteX4581" fmla="*/ 2813689 w 10450132"/>
              <a:gd name="connsiteY4581" fmla="*/ 3689998 h 5450835"/>
              <a:gd name="connsiteX4582" fmla="*/ 2818220 w 10450132"/>
              <a:gd name="connsiteY4582" fmla="*/ 3697880 h 5450835"/>
              <a:gd name="connsiteX4583" fmla="*/ 2818220 w 10450132"/>
              <a:gd name="connsiteY4583" fmla="*/ 3698734 h 5450835"/>
              <a:gd name="connsiteX4584" fmla="*/ 2813689 w 10450132"/>
              <a:gd name="connsiteY4584" fmla="*/ 3706616 h 5450835"/>
              <a:gd name="connsiteX4585" fmla="*/ 2812900 w 10450132"/>
              <a:gd name="connsiteY4585" fmla="*/ 3707075 h 5450835"/>
              <a:gd name="connsiteX4586" fmla="*/ 2803837 w 10450132"/>
              <a:gd name="connsiteY4586" fmla="*/ 3707075 h 5450835"/>
              <a:gd name="connsiteX4587" fmla="*/ 2803048 w 10450132"/>
              <a:gd name="connsiteY4587" fmla="*/ 3706616 h 5450835"/>
              <a:gd name="connsiteX4588" fmla="*/ 2798515 w 10450132"/>
              <a:gd name="connsiteY4588" fmla="*/ 3698734 h 5450835"/>
              <a:gd name="connsiteX4589" fmla="*/ 2798515 w 10450132"/>
              <a:gd name="connsiteY4589" fmla="*/ 3697880 h 5450835"/>
              <a:gd name="connsiteX4590" fmla="*/ 2803048 w 10450132"/>
              <a:gd name="connsiteY4590" fmla="*/ 3689998 h 5450835"/>
              <a:gd name="connsiteX4591" fmla="*/ 2803837 w 10450132"/>
              <a:gd name="connsiteY4591" fmla="*/ 3689539 h 5450835"/>
              <a:gd name="connsiteX4592" fmla="*/ 2549554 w 10450132"/>
              <a:gd name="connsiteY4592" fmla="*/ 3689539 h 5450835"/>
              <a:gd name="connsiteX4593" fmla="*/ 2558619 w 10450132"/>
              <a:gd name="connsiteY4593" fmla="*/ 3689539 h 5450835"/>
              <a:gd name="connsiteX4594" fmla="*/ 2559407 w 10450132"/>
              <a:gd name="connsiteY4594" fmla="*/ 3689998 h 5450835"/>
              <a:gd name="connsiteX4595" fmla="*/ 2563941 w 10450132"/>
              <a:gd name="connsiteY4595" fmla="*/ 3697880 h 5450835"/>
              <a:gd name="connsiteX4596" fmla="*/ 2563941 w 10450132"/>
              <a:gd name="connsiteY4596" fmla="*/ 3698734 h 5450835"/>
              <a:gd name="connsiteX4597" fmla="*/ 2559407 w 10450132"/>
              <a:gd name="connsiteY4597" fmla="*/ 3706616 h 5450835"/>
              <a:gd name="connsiteX4598" fmla="*/ 2558619 w 10450132"/>
              <a:gd name="connsiteY4598" fmla="*/ 3707075 h 5450835"/>
              <a:gd name="connsiteX4599" fmla="*/ 2549554 w 10450132"/>
              <a:gd name="connsiteY4599" fmla="*/ 3707075 h 5450835"/>
              <a:gd name="connsiteX4600" fmla="*/ 2548767 w 10450132"/>
              <a:gd name="connsiteY4600" fmla="*/ 3706616 h 5450835"/>
              <a:gd name="connsiteX4601" fmla="*/ 2544235 w 10450132"/>
              <a:gd name="connsiteY4601" fmla="*/ 3698734 h 5450835"/>
              <a:gd name="connsiteX4602" fmla="*/ 2544235 w 10450132"/>
              <a:gd name="connsiteY4602" fmla="*/ 3697880 h 5450835"/>
              <a:gd name="connsiteX4603" fmla="*/ 2548767 w 10450132"/>
              <a:gd name="connsiteY4603" fmla="*/ 3689998 h 5450835"/>
              <a:gd name="connsiteX4604" fmla="*/ 2549554 w 10450132"/>
              <a:gd name="connsiteY4604" fmla="*/ 3689539 h 5450835"/>
              <a:gd name="connsiteX4605" fmla="*/ 2295138 w 10450132"/>
              <a:gd name="connsiteY4605" fmla="*/ 3689539 h 5450835"/>
              <a:gd name="connsiteX4606" fmla="*/ 2304204 w 10450132"/>
              <a:gd name="connsiteY4606" fmla="*/ 3689539 h 5450835"/>
              <a:gd name="connsiteX4607" fmla="*/ 2304992 w 10450132"/>
              <a:gd name="connsiteY4607" fmla="*/ 3689998 h 5450835"/>
              <a:gd name="connsiteX4608" fmla="*/ 2309523 w 10450132"/>
              <a:gd name="connsiteY4608" fmla="*/ 3697880 h 5450835"/>
              <a:gd name="connsiteX4609" fmla="*/ 2309523 w 10450132"/>
              <a:gd name="connsiteY4609" fmla="*/ 3698734 h 5450835"/>
              <a:gd name="connsiteX4610" fmla="*/ 2304992 w 10450132"/>
              <a:gd name="connsiteY4610" fmla="*/ 3706616 h 5450835"/>
              <a:gd name="connsiteX4611" fmla="*/ 2304204 w 10450132"/>
              <a:gd name="connsiteY4611" fmla="*/ 3707075 h 5450835"/>
              <a:gd name="connsiteX4612" fmla="*/ 2295138 w 10450132"/>
              <a:gd name="connsiteY4612" fmla="*/ 3707075 h 5450835"/>
              <a:gd name="connsiteX4613" fmla="*/ 2294350 w 10450132"/>
              <a:gd name="connsiteY4613" fmla="*/ 3706616 h 5450835"/>
              <a:gd name="connsiteX4614" fmla="*/ 2289819 w 10450132"/>
              <a:gd name="connsiteY4614" fmla="*/ 3698734 h 5450835"/>
              <a:gd name="connsiteX4615" fmla="*/ 2289819 w 10450132"/>
              <a:gd name="connsiteY4615" fmla="*/ 3697880 h 5450835"/>
              <a:gd name="connsiteX4616" fmla="*/ 2294350 w 10450132"/>
              <a:gd name="connsiteY4616" fmla="*/ 3689998 h 5450835"/>
              <a:gd name="connsiteX4617" fmla="*/ 2295138 w 10450132"/>
              <a:gd name="connsiteY4617" fmla="*/ 3689539 h 5450835"/>
              <a:gd name="connsiteX4618" fmla="*/ 2040623 w 10450132"/>
              <a:gd name="connsiteY4618" fmla="*/ 3689539 h 5450835"/>
              <a:gd name="connsiteX4619" fmla="*/ 2049686 w 10450132"/>
              <a:gd name="connsiteY4619" fmla="*/ 3689539 h 5450835"/>
              <a:gd name="connsiteX4620" fmla="*/ 2050474 w 10450132"/>
              <a:gd name="connsiteY4620" fmla="*/ 3689998 h 5450835"/>
              <a:gd name="connsiteX4621" fmla="*/ 2055006 w 10450132"/>
              <a:gd name="connsiteY4621" fmla="*/ 3697880 h 5450835"/>
              <a:gd name="connsiteX4622" fmla="*/ 2055006 w 10450132"/>
              <a:gd name="connsiteY4622" fmla="*/ 3698734 h 5450835"/>
              <a:gd name="connsiteX4623" fmla="*/ 2050474 w 10450132"/>
              <a:gd name="connsiteY4623" fmla="*/ 3706616 h 5450835"/>
              <a:gd name="connsiteX4624" fmla="*/ 2049686 w 10450132"/>
              <a:gd name="connsiteY4624" fmla="*/ 3707075 h 5450835"/>
              <a:gd name="connsiteX4625" fmla="*/ 2040623 w 10450132"/>
              <a:gd name="connsiteY4625" fmla="*/ 3707075 h 5450835"/>
              <a:gd name="connsiteX4626" fmla="*/ 2039833 w 10450132"/>
              <a:gd name="connsiteY4626" fmla="*/ 3706616 h 5450835"/>
              <a:gd name="connsiteX4627" fmla="*/ 2035302 w 10450132"/>
              <a:gd name="connsiteY4627" fmla="*/ 3698734 h 5450835"/>
              <a:gd name="connsiteX4628" fmla="*/ 2035302 w 10450132"/>
              <a:gd name="connsiteY4628" fmla="*/ 3697880 h 5450835"/>
              <a:gd name="connsiteX4629" fmla="*/ 2039833 w 10450132"/>
              <a:gd name="connsiteY4629" fmla="*/ 3689998 h 5450835"/>
              <a:gd name="connsiteX4630" fmla="*/ 2040623 w 10450132"/>
              <a:gd name="connsiteY4630" fmla="*/ 3689539 h 5450835"/>
              <a:gd name="connsiteX4631" fmla="*/ 1786229 w 10450132"/>
              <a:gd name="connsiteY4631" fmla="*/ 3689539 h 5450835"/>
              <a:gd name="connsiteX4632" fmla="*/ 1795292 w 10450132"/>
              <a:gd name="connsiteY4632" fmla="*/ 3689539 h 5450835"/>
              <a:gd name="connsiteX4633" fmla="*/ 1796082 w 10450132"/>
              <a:gd name="connsiteY4633" fmla="*/ 3689998 h 5450835"/>
              <a:gd name="connsiteX4634" fmla="*/ 1800613 w 10450132"/>
              <a:gd name="connsiteY4634" fmla="*/ 3697880 h 5450835"/>
              <a:gd name="connsiteX4635" fmla="*/ 1800613 w 10450132"/>
              <a:gd name="connsiteY4635" fmla="*/ 3698734 h 5450835"/>
              <a:gd name="connsiteX4636" fmla="*/ 1796082 w 10450132"/>
              <a:gd name="connsiteY4636" fmla="*/ 3706616 h 5450835"/>
              <a:gd name="connsiteX4637" fmla="*/ 1795292 w 10450132"/>
              <a:gd name="connsiteY4637" fmla="*/ 3707075 h 5450835"/>
              <a:gd name="connsiteX4638" fmla="*/ 1786229 w 10450132"/>
              <a:gd name="connsiteY4638" fmla="*/ 3707075 h 5450835"/>
              <a:gd name="connsiteX4639" fmla="*/ 1785441 w 10450132"/>
              <a:gd name="connsiteY4639" fmla="*/ 3706616 h 5450835"/>
              <a:gd name="connsiteX4640" fmla="*/ 1780909 w 10450132"/>
              <a:gd name="connsiteY4640" fmla="*/ 3698734 h 5450835"/>
              <a:gd name="connsiteX4641" fmla="*/ 1780909 w 10450132"/>
              <a:gd name="connsiteY4641" fmla="*/ 3697880 h 5450835"/>
              <a:gd name="connsiteX4642" fmla="*/ 1785441 w 10450132"/>
              <a:gd name="connsiteY4642" fmla="*/ 3689998 h 5450835"/>
              <a:gd name="connsiteX4643" fmla="*/ 1786229 w 10450132"/>
              <a:gd name="connsiteY4643" fmla="*/ 3689539 h 5450835"/>
              <a:gd name="connsiteX4644" fmla="*/ 1531943 w 10450132"/>
              <a:gd name="connsiteY4644" fmla="*/ 3689539 h 5450835"/>
              <a:gd name="connsiteX4645" fmla="*/ 1541008 w 10450132"/>
              <a:gd name="connsiteY4645" fmla="*/ 3689539 h 5450835"/>
              <a:gd name="connsiteX4646" fmla="*/ 1541795 w 10450132"/>
              <a:gd name="connsiteY4646" fmla="*/ 3689998 h 5450835"/>
              <a:gd name="connsiteX4647" fmla="*/ 1546328 w 10450132"/>
              <a:gd name="connsiteY4647" fmla="*/ 3697880 h 5450835"/>
              <a:gd name="connsiteX4648" fmla="*/ 1546328 w 10450132"/>
              <a:gd name="connsiteY4648" fmla="*/ 3698734 h 5450835"/>
              <a:gd name="connsiteX4649" fmla="*/ 1541795 w 10450132"/>
              <a:gd name="connsiteY4649" fmla="*/ 3706616 h 5450835"/>
              <a:gd name="connsiteX4650" fmla="*/ 1541008 w 10450132"/>
              <a:gd name="connsiteY4650" fmla="*/ 3707075 h 5450835"/>
              <a:gd name="connsiteX4651" fmla="*/ 1531943 w 10450132"/>
              <a:gd name="connsiteY4651" fmla="*/ 3707075 h 5450835"/>
              <a:gd name="connsiteX4652" fmla="*/ 1531156 w 10450132"/>
              <a:gd name="connsiteY4652" fmla="*/ 3706616 h 5450835"/>
              <a:gd name="connsiteX4653" fmla="*/ 1526622 w 10450132"/>
              <a:gd name="connsiteY4653" fmla="*/ 3698734 h 5450835"/>
              <a:gd name="connsiteX4654" fmla="*/ 1526622 w 10450132"/>
              <a:gd name="connsiteY4654" fmla="*/ 3697880 h 5450835"/>
              <a:gd name="connsiteX4655" fmla="*/ 1531156 w 10450132"/>
              <a:gd name="connsiteY4655" fmla="*/ 3689998 h 5450835"/>
              <a:gd name="connsiteX4656" fmla="*/ 1531943 w 10450132"/>
              <a:gd name="connsiteY4656" fmla="*/ 3689539 h 5450835"/>
              <a:gd name="connsiteX4657" fmla="*/ 1277466 w 10450132"/>
              <a:gd name="connsiteY4657" fmla="*/ 3689539 h 5450835"/>
              <a:gd name="connsiteX4658" fmla="*/ 1286530 w 10450132"/>
              <a:gd name="connsiteY4658" fmla="*/ 3689539 h 5450835"/>
              <a:gd name="connsiteX4659" fmla="*/ 1287319 w 10450132"/>
              <a:gd name="connsiteY4659" fmla="*/ 3689998 h 5450835"/>
              <a:gd name="connsiteX4660" fmla="*/ 1291852 w 10450132"/>
              <a:gd name="connsiteY4660" fmla="*/ 3697880 h 5450835"/>
              <a:gd name="connsiteX4661" fmla="*/ 1291852 w 10450132"/>
              <a:gd name="connsiteY4661" fmla="*/ 3698734 h 5450835"/>
              <a:gd name="connsiteX4662" fmla="*/ 1287319 w 10450132"/>
              <a:gd name="connsiteY4662" fmla="*/ 3706616 h 5450835"/>
              <a:gd name="connsiteX4663" fmla="*/ 1286530 w 10450132"/>
              <a:gd name="connsiteY4663" fmla="*/ 3707075 h 5450835"/>
              <a:gd name="connsiteX4664" fmla="*/ 1277466 w 10450132"/>
              <a:gd name="connsiteY4664" fmla="*/ 3707075 h 5450835"/>
              <a:gd name="connsiteX4665" fmla="*/ 1276678 w 10450132"/>
              <a:gd name="connsiteY4665" fmla="*/ 3706616 h 5450835"/>
              <a:gd name="connsiteX4666" fmla="*/ 1272145 w 10450132"/>
              <a:gd name="connsiteY4666" fmla="*/ 3698734 h 5450835"/>
              <a:gd name="connsiteX4667" fmla="*/ 1272145 w 10450132"/>
              <a:gd name="connsiteY4667" fmla="*/ 3697880 h 5450835"/>
              <a:gd name="connsiteX4668" fmla="*/ 1276678 w 10450132"/>
              <a:gd name="connsiteY4668" fmla="*/ 3689998 h 5450835"/>
              <a:gd name="connsiteX4669" fmla="*/ 1277466 w 10450132"/>
              <a:gd name="connsiteY4669" fmla="*/ 3689539 h 5450835"/>
              <a:gd name="connsiteX4670" fmla="*/ 1023078 w 10450132"/>
              <a:gd name="connsiteY4670" fmla="*/ 3689539 h 5450835"/>
              <a:gd name="connsiteX4671" fmla="*/ 1032143 w 10450132"/>
              <a:gd name="connsiteY4671" fmla="*/ 3689539 h 5450835"/>
              <a:gd name="connsiteX4672" fmla="*/ 1032930 w 10450132"/>
              <a:gd name="connsiteY4672" fmla="*/ 3689998 h 5450835"/>
              <a:gd name="connsiteX4673" fmla="*/ 1037463 w 10450132"/>
              <a:gd name="connsiteY4673" fmla="*/ 3697880 h 5450835"/>
              <a:gd name="connsiteX4674" fmla="*/ 1037463 w 10450132"/>
              <a:gd name="connsiteY4674" fmla="*/ 3698734 h 5450835"/>
              <a:gd name="connsiteX4675" fmla="*/ 1032930 w 10450132"/>
              <a:gd name="connsiteY4675" fmla="*/ 3706616 h 5450835"/>
              <a:gd name="connsiteX4676" fmla="*/ 1032143 w 10450132"/>
              <a:gd name="connsiteY4676" fmla="*/ 3707075 h 5450835"/>
              <a:gd name="connsiteX4677" fmla="*/ 1023078 w 10450132"/>
              <a:gd name="connsiteY4677" fmla="*/ 3707075 h 5450835"/>
              <a:gd name="connsiteX4678" fmla="*/ 1022291 w 10450132"/>
              <a:gd name="connsiteY4678" fmla="*/ 3706616 h 5450835"/>
              <a:gd name="connsiteX4679" fmla="*/ 1017757 w 10450132"/>
              <a:gd name="connsiteY4679" fmla="*/ 3698734 h 5450835"/>
              <a:gd name="connsiteX4680" fmla="*/ 1017757 w 10450132"/>
              <a:gd name="connsiteY4680" fmla="*/ 3697880 h 5450835"/>
              <a:gd name="connsiteX4681" fmla="*/ 1022291 w 10450132"/>
              <a:gd name="connsiteY4681" fmla="*/ 3689998 h 5450835"/>
              <a:gd name="connsiteX4682" fmla="*/ 1023078 w 10450132"/>
              <a:gd name="connsiteY4682" fmla="*/ 3689539 h 5450835"/>
              <a:gd name="connsiteX4683" fmla="*/ 768714 w 10450132"/>
              <a:gd name="connsiteY4683" fmla="*/ 3689539 h 5450835"/>
              <a:gd name="connsiteX4684" fmla="*/ 777777 w 10450132"/>
              <a:gd name="connsiteY4684" fmla="*/ 3689539 h 5450835"/>
              <a:gd name="connsiteX4685" fmla="*/ 778566 w 10450132"/>
              <a:gd name="connsiteY4685" fmla="*/ 3689998 h 5450835"/>
              <a:gd name="connsiteX4686" fmla="*/ 783097 w 10450132"/>
              <a:gd name="connsiteY4686" fmla="*/ 3697880 h 5450835"/>
              <a:gd name="connsiteX4687" fmla="*/ 783097 w 10450132"/>
              <a:gd name="connsiteY4687" fmla="*/ 3698734 h 5450835"/>
              <a:gd name="connsiteX4688" fmla="*/ 778566 w 10450132"/>
              <a:gd name="connsiteY4688" fmla="*/ 3706616 h 5450835"/>
              <a:gd name="connsiteX4689" fmla="*/ 777777 w 10450132"/>
              <a:gd name="connsiteY4689" fmla="*/ 3707075 h 5450835"/>
              <a:gd name="connsiteX4690" fmla="*/ 768714 w 10450132"/>
              <a:gd name="connsiteY4690" fmla="*/ 3707075 h 5450835"/>
              <a:gd name="connsiteX4691" fmla="*/ 767926 w 10450132"/>
              <a:gd name="connsiteY4691" fmla="*/ 3706616 h 5450835"/>
              <a:gd name="connsiteX4692" fmla="*/ 763394 w 10450132"/>
              <a:gd name="connsiteY4692" fmla="*/ 3698734 h 5450835"/>
              <a:gd name="connsiteX4693" fmla="*/ 763394 w 10450132"/>
              <a:gd name="connsiteY4693" fmla="*/ 3697880 h 5450835"/>
              <a:gd name="connsiteX4694" fmla="*/ 767926 w 10450132"/>
              <a:gd name="connsiteY4694" fmla="*/ 3689998 h 5450835"/>
              <a:gd name="connsiteX4695" fmla="*/ 768714 w 10450132"/>
              <a:gd name="connsiteY4695" fmla="*/ 3689539 h 5450835"/>
              <a:gd name="connsiteX4696" fmla="*/ 514239 w 10450132"/>
              <a:gd name="connsiteY4696" fmla="*/ 3689539 h 5450835"/>
              <a:gd name="connsiteX4697" fmla="*/ 523301 w 10450132"/>
              <a:gd name="connsiteY4697" fmla="*/ 3689539 h 5450835"/>
              <a:gd name="connsiteX4698" fmla="*/ 524091 w 10450132"/>
              <a:gd name="connsiteY4698" fmla="*/ 3689998 h 5450835"/>
              <a:gd name="connsiteX4699" fmla="*/ 528621 w 10450132"/>
              <a:gd name="connsiteY4699" fmla="*/ 3697880 h 5450835"/>
              <a:gd name="connsiteX4700" fmla="*/ 528621 w 10450132"/>
              <a:gd name="connsiteY4700" fmla="*/ 3698734 h 5450835"/>
              <a:gd name="connsiteX4701" fmla="*/ 524091 w 10450132"/>
              <a:gd name="connsiteY4701" fmla="*/ 3706616 h 5450835"/>
              <a:gd name="connsiteX4702" fmla="*/ 523301 w 10450132"/>
              <a:gd name="connsiteY4702" fmla="*/ 3707075 h 5450835"/>
              <a:gd name="connsiteX4703" fmla="*/ 514239 w 10450132"/>
              <a:gd name="connsiteY4703" fmla="*/ 3707075 h 5450835"/>
              <a:gd name="connsiteX4704" fmla="*/ 513451 w 10450132"/>
              <a:gd name="connsiteY4704" fmla="*/ 3706616 h 5450835"/>
              <a:gd name="connsiteX4705" fmla="*/ 508918 w 10450132"/>
              <a:gd name="connsiteY4705" fmla="*/ 3698734 h 5450835"/>
              <a:gd name="connsiteX4706" fmla="*/ 508918 w 10450132"/>
              <a:gd name="connsiteY4706" fmla="*/ 3697880 h 5450835"/>
              <a:gd name="connsiteX4707" fmla="*/ 513451 w 10450132"/>
              <a:gd name="connsiteY4707" fmla="*/ 3689998 h 5450835"/>
              <a:gd name="connsiteX4708" fmla="*/ 514239 w 10450132"/>
              <a:gd name="connsiteY4708" fmla="*/ 3689539 h 5450835"/>
              <a:gd name="connsiteX4709" fmla="*/ 259924 w 10450132"/>
              <a:gd name="connsiteY4709" fmla="*/ 3689539 h 5450835"/>
              <a:gd name="connsiteX4710" fmla="*/ 268988 w 10450132"/>
              <a:gd name="connsiteY4710" fmla="*/ 3689539 h 5450835"/>
              <a:gd name="connsiteX4711" fmla="*/ 269776 w 10450132"/>
              <a:gd name="connsiteY4711" fmla="*/ 3689998 h 5450835"/>
              <a:gd name="connsiteX4712" fmla="*/ 274306 w 10450132"/>
              <a:gd name="connsiteY4712" fmla="*/ 3697880 h 5450835"/>
              <a:gd name="connsiteX4713" fmla="*/ 274306 w 10450132"/>
              <a:gd name="connsiteY4713" fmla="*/ 3698734 h 5450835"/>
              <a:gd name="connsiteX4714" fmla="*/ 269776 w 10450132"/>
              <a:gd name="connsiteY4714" fmla="*/ 3706616 h 5450835"/>
              <a:gd name="connsiteX4715" fmla="*/ 268988 w 10450132"/>
              <a:gd name="connsiteY4715" fmla="*/ 3707075 h 5450835"/>
              <a:gd name="connsiteX4716" fmla="*/ 259924 w 10450132"/>
              <a:gd name="connsiteY4716" fmla="*/ 3707075 h 5450835"/>
              <a:gd name="connsiteX4717" fmla="*/ 259135 w 10450132"/>
              <a:gd name="connsiteY4717" fmla="*/ 3706616 h 5450835"/>
              <a:gd name="connsiteX4718" fmla="*/ 254603 w 10450132"/>
              <a:gd name="connsiteY4718" fmla="*/ 3698734 h 5450835"/>
              <a:gd name="connsiteX4719" fmla="*/ 254603 w 10450132"/>
              <a:gd name="connsiteY4719" fmla="*/ 3697880 h 5450835"/>
              <a:gd name="connsiteX4720" fmla="*/ 259135 w 10450132"/>
              <a:gd name="connsiteY4720" fmla="*/ 3689998 h 5450835"/>
              <a:gd name="connsiteX4721" fmla="*/ 259924 w 10450132"/>
              <a:gd name="connsiteY4721" fmla="*/ 3689539 h 5450835"/>
              <a:gd name="connsiteX4722" fmla="*/ 5476 w 10450132"/>
              <a:gd name="connsiteY4722" fmla="*/ 3689539 h 5450835"/>
              <a:gd name="connsiteX4723" fmla="*/ 14540 w 10450132"/>
              <a:gd name="connsiteY4723" fmla="*/ 3689539 h 5450835"/>
              <a:gd name="connsiteX4724" fmla="*/ 15328 w 10450132"/>
              <a:gd name="connsiteY4724" fmla="*/ 3689998 h 5450835"/>
              <a:gd name="connsiteX4725" fmla="*/ 19861 w 10450132"/>
              <a:gd name="connsiteY4725" fmla="*/ 3697880 h 5450835"/>
              <a:gd name="connsiteX4726" fmla="*/ 19861 w 10450132"/>
              <a:gd name="connsiteY4726" fmla="*/ 3698734 h 5450835"/>
              <a:gd name="connsiteX4727" fmla="*/ 15328 w 10450132"/>
              <a:gd name="connsiteY4727" fmla="*/ 3706616 h 5450835"/>
              <a:gd name="connsiteX4728" fmla="*/ 14540 w 10450132"/>
              <a:gd name="connsiteY4728" fmla="*/ 3707075 h 5450835"/>
              <a:gd name="connsiteX4729" fmla="*/ 5476 w 10450132"/>
              <a:gd name="connsiteY4729" fmla="*/ 3707075 h 5450835"/>
              <a:gd name="connsiteX4730" fmla="*/ 4688 w 10450132"/>
              <a:gd name="connsiteY4730" fmla="*/ 3706616 h 5450835"/>
              <a:gd name="connsiteX4731" fmla="*/ 155 w 10450132"/>
              <a:gd name="connsiteY4731" fmla="*/ 3698734 h 5450835"/>
              <a:gd name="connsiteX4732" fmla="*/ 155 w 10450132"/>
              <a:gd name="connsiteY4732" fmla="*/ 3697880 h 5450835"/>
              <a:gd name="connsiteX4733" fmla="*/ 4688 w 10450132"/>
              <a:gd name="connsiteY4733" fmla="*/ 3689998 h 5450835"/>
              <a:gd name="connsiteX4734" fmla="*/ 5476 w 10450132"/>
              <a:gd name="connsiteY4734" fmla="*/ 3689539 h 5450835"/>
              <a:gd name="connsiteX4735" fmla="*/ 10435622 w 10450132"/>
              <a:gd name="connsiteY4735" fmla="*/ 3472530 h 5450835"/>
              <a:gd name="connsiteX4736" fmla="*/ 10444686 w 10450132"/>
              <a:gd name="connsiteY4736" fmla="*/ 3472530 h 5450835"/>
              <a:gd name="connsiteX4737" fmla="*/ 10445474 w 10450132"/>
              <a:gd name="connsiteY4737" fmla="*/ 3472990 h 5450835"/>
              <a:gd name="connsiteX4738" fmla="*/ 10450007 w 10450132"/>
              <a:gd name="connsiteY4738" fmla="*/ 3480871 h 5450835"/>
              <a:gd name="connsiteX4739" fmla="*/ 10450007 w 10450132"/>
              <a:gd name="connsiteY4739" fmla="*/ 3481725 h 5450835"/>
              <a:gd name="connsiteX4740" fmla="*/ 10445474 w 10450132"/>
              <a:gd name="connsiteY4740" fmla="*/ 3489606 h 5450835"/>
              <a:gd name="connsiteX4741" fmla="*/ 10444686 w 10450132"/>
              <a:gd name="connsiteY4741" fmla="*/ 3490066 h 5450835"/>
              <a:gd name="connsiteX4742" fmla="*/ 10435622 w 10450132"/>
              <a:gd name="connsiteY4742" fmla="*/ 3490066 h 5450835"/>
              <a:gd name="connsiteX4743" fmla="*/ 10434834 w 10450132"/>
              <a:gd name="connsiteY4743" fmla="*/ 3489606 h 5450835"/>
              <a:gd name="connsiteX4744" fmla="*/ 10430302 w 10450132"/>
              <a:gd name="connsiteY4744" fmla="*/ 3481725 h 5450835"/>
              <a:gd name="connsiteX4745" fmla="*/ 10430302 w 10450132"/>
              <a:gd name="connsiteY4745" fmla="*/ 3480871 h 5450835"/>
              <a:gd name="connsiteX4746" fmla="*/ 10434834 w 10450132"/>
              <a:gd name="connsiteY4746" fmla="*/ 3472990 h 5450835"/>
              <a:gd name="connsiteX4747" fmla="*/ 10435622 w 10450132"/>
              <a:gd name="connsiteY4747" fmla="*/ 3472530 h 5450835"/>
              <a:gd name="connsiteX4748" fmla="*/ 10181242 w 10450132"/>
              <a:gd name="connsiteY4748" fmla="*/ 3472530 h 5450835"/>
              <a:gd name="connsiteX4749" fmla="*/ 10190305 w 10450132"/>
              <a:gd name="connsiteY4749" fmla="*/ 3472530 h 5450835"/>
              <a:gd name="connsiteX4750" fmla="*/ 10191093 w 10450132"/>
              <a:gd name="connsiteY4750" fmla="*/ 3472990 h 5450835"/>
              <a:gd name="connsiteX4751" fmla="*/ 10195626 w 10450132"/>
              <a:gd name="connsiteY4751" fmla="*/ 3480871 h 5450835"/>
              <a:gd name="connsiteX4752" fmla="*/ 10195626 w 10450132"/>
              <a:gd name="connsiteY4752" fmla="*/ 3481725 h 5450835"/>
              <a:gd name="connsiteX4753" fmla="*/ 10191093 w 10450132"/>
              <a:gd name="connsiteY4753" fmla="*/ 3489606 h 5450835"/>
              <a:gd name="connsiteX4754" fmla="*/ 10190305 w 10450132"/>
              <a:gd name="connsiteY4754" fmla="*/ 3490066 h 5450835"/>
              <a:gd name="connsiteX4755" fmla="*/ 10181242 w 10450132"/>
              <a:gd name="connsiteY4755" fmla="*/ 3490066 h 5450835"/>
              <a:gd name="connsiteX4756" fmla="*/ 10180453 w 10450132"/>
              <a:gd name="connsiteY4756" fmla="*/ 3489606 h 5450835"/>
              <a:gd name="connsiteX4757" fmla="*/ 10175922 w 10450132"/>
              <a:gd name="connsiteY4757" fmla="*/ 3481725 h 5450835"/>
              <a:gd name="connsiteX4758" fmla="*/ 10175922 w 10450132"/>
              <a:gd name="connsiteY4758" fmla="*/ 3480871 h 5450835"/>
              <a:gd name="connsiteX4759" fmla="*/ 10180453 w 10450132"/>
              <a:gd name="connsiteY4759" fmla="*/ 3472990 h 5450835"/>
              <a:gd name="connsiteX4760" fmla="*/ 10181242 w 10450132"/>
              <a:gd name="connsiteY4760" fmla="*/ 3472530 h 5450835"/>
              <a:gd name="connsiteX4761" fmla="*/ 9926861 w 10450132"/>
              <a:gd name="connsiteY4761" fmla="*/ 3472530 h 5450835"/>
              <a:gd name="connsiteX4762" fmla="*/ 9935924 w 10450132"/>
              <a:gd name="connsiteY4762" fmla="*/ 3472530 h 5450835"/>
              <a:gd name="connsiteX4763" fmla="*/ 9936713 w 10450132"/>
              <a:gd name="connsiteY4763" fmla="*/ 3472990 h 5450835"/>
              <a:gd name="connsiteX4764" fmla="*/ 9941246 w 10450132"/>
              <a:gd name="connsiteY4764" fmla="*/ 3480871 h 5450835"/>
              <a:gd name="connsiteX4765" fmla="*/ 9941246 w 10450132"/>
              <a:gd name="connsiteY4765" fmla="*/ 3481725 h 5450835"/>
              <a:gd name="connsiteX4766" fmla="*/ 9936713 w 10450132"/>
              <a:gd name="connsiteY4766" fmla="*/ 3489606 h 5450835"/>
              <a:gd name="connsiteX4767" fmla="*/ 9935924 w 10450132"/>
              <a:gd name="connsiteY4767" fmla="*/ 3490066 h 5450835"/>
              <a:gd name="connsiteX4768" fmla="*/ 9926861 w 10450132"/>
              <a:gd name="connsiteY4768" fmla="*/ 3490066 h 5450835"/>
              <a:gd name="connsiteX4769" fmla="*/ 9926073 w 10450132"/>
              <a:gd name="connsiteY4769" fmla="*/ 3489606 h 5450835"/>
              <a:gd name="connsiteX4770" fmla="*/ 9921541 w 10450132"/>
              <a:gd name="connsiteY4770" fmla="*/ 3481725 h 5450835"/>
              <a:gd name="connsiteX4771" fmla="*/ 9921541 w 10450132"/>
              <a:gd name="connsiteY4771" fmla="*/ 3480871 h 5450835"/>
              <a:gd name="connsiteX4772" fmla="*/ 9926073 w 10450132"/>
              <a:gd name="connsiteY4772" fmla="*/ 3472990 h 5450835"/>
              <a:gd name="connsiteX4773" fmla="*/ 9926861 w 10450132"/>
              <a:gd name="connsiteY4773" fmla="*/ 3472530 h 5450835"/>
              <a:gd name="connsiteX4774" fmla="*/ 9672481 w 10450132"/>
              <a:gd name="connsiteY4774" fmla="*/ 3472530 h 5450835"/>
              <a:gd name="connsiteX4775" fmla="*/ 9681545 w 10450132"/>
              <a:gd name="connsiteY4775" fmla="*/ 3472530 h 5450835"/>
              <a:gd name="connsiteX4776" fmla="*/ 9682333 w 10450132"/>
              <a:gd name="connsiteY4776" fmla="*/ 3472990 h 5450835"/>
              <a:gd name="connsiteX4777" fmla="*/ 9686865 w 10450132"/>
              <a:gd name="connsiteY4777" fmla="*/ 3480871 h 5450835"/>
              <a:gd name="connsiteX4778" fmla="*/ 9686865 w 10450132"/>
              <a:gd name="connsiteY4778" fmla="*/ 3481725 h 5450835"/>
              <a:gd name="connsiteX4779" fmla="*/ 9682333 w 10450132"/>
              <a:gd name="connsiteY4779" fmla="*/ 3489606 h 5450835"/>
              <a:gd name="connsiteX4780" fmla="*/ 9681545 w 10450132"/>
              <a:gd name="connsiteY4780" fmla="*/ 3490066 h 5450835"/>
              <a:gd name="connsiteX4781" fmla="*/ 9672481 w 10450132"/>
              <a:gd name="connsiteY4781" fmla="*/ 3490066 h 5450835"/>
              <a:gd name="connsiteX4782" fmla="*/ 9671693 w 10450132"/>
              <a:gd name="connsiteY4782" fmla="*/ 3489606 h 5450835"/>
              <a:gd name="connsiteX4783" fmla="*/ 9667160 w 10450132"/>
              <a:gd name="connsiteY4783" fmla="*/ 3481725 h 5450835"/>
              <a:gd name="connsiteX4784" fmla="*/ 9667160 w 10450132"/>
              <a:gd name="connsiteY4784" fmla="*/ 3480871 h 5450835"/>
              <a:gd name="connsiteX4785" fmla="*/ 9671693 w 10450132"/>
              <a:gd name="connsiteY4785" fmla="*/ 3472990 h 5450835"/>
              <a:gd name="connsiteX4786" fmla="*/ 9672481 w 10450132"/>
              <a:gd name="connsiteY4786" fmla="*/ 3472530 h 5450835"/>
              <a:gd name="connsiteX4787" fmla="*/ 9418035 w 10450132"/>
              <a:gd name="connsiteY4787" fmla="*/ 3472530 h 5450835"/>
              <a:gd name="connsiteX4788" fmla="*/ 9427099 w 10450132"/>
              <a:gd name="connsiteY4788" fmla="*/ 3472530 h 5450835"/>
              <a:gd name="connsiteX4789" fmla="*/ 9427887 w 10450132"/>
              <a:gd name="connsiteY4789" fmla="*/ 3472990 h 5450835"/>
              <a:gd name="connsiteX4790" fmla="*/ 9432419 w 10450132"/>
              <a:gd name="connsiteY4790" fmla="*/ 3480871 h 5450835"/>
              <a:gd name="connsiteX4791" fmla="*/ 9432419 w 10450132"/>
              <a:gd name="connsiteY4791" fmla="*/ 3481725 h 5450835"/>
              <a:gd name="connsiteX4792" fmla="*/ 9427887 w 10450132"/>
              <a:gd name="connsiteY4792" fmla="*/ 3489606 h 5450835"/>
              <a:gd name="connsiteX4793" fmla="*/ 9427099 w 10450132"/>
              <a:gd name="connsiteY4793" fmla="*/ 3490066 h 5450835"/>
              <a:gd name="connsiteX4794" fmla="*/ 9418035 w 10450132"/>
              <a:gd name="connsiteY4794" fmla="*/ 3490066 h 5450835"/>
              <a:gd name="connsiteX4795" fmla="*/ 9417247 w 10450132"/>
              <a:gd name="connsiteY4795" fmla="*/ 3489606 h 5450835"/>
              <a:gd name="connsiteX4796" fmla="*/ 9412714 w 10450132"/>
              <a:gd name="connsiteY4796" fmla="*/ 3481725 h 5450835"/>
              <a:gd name="connsiteX4797" fmla="*/ 9412714 w 10450132"/>
              <a:gd name="connsiteY4797" fmla="*/ 3480871 h 5450835"/>
              <a:gd name="connsiteX4798" fmla="*/ 9417247 w 10450132"/>
              <a:gd name="connsiteY4798" fmla="*/ 3472990 h 5450835"/>
              <a:gd name="connsiteX4799" fmla="*/ 9418035 w 10450132"/>
              <a:gd name="connsiteY4799" fmla="*/ 3472530 h 5450835"/>
              <a:gd name="connsiteX4800" fmla="*/ 9163654 w 10450132"/>
              <a:gd name="connsiteY4800" fmla="*/ 3472530 h 5450835"/>
              <a:gd name="connsiteX4801" fmla="*/ 9172718 w 10450132"/>
              <a:gd name="connsiteY4801" fmla="*/ 3472530 h 5450835"/>
              <a:gd name="connsiteX4802" fmla="*/ 9173506 w 10450132"/>
              <a:gd name="connsiteY4802" fmla="*/ 3472990 h 5450835"/>
              <a:gd name="connsiteX4803" fmla="*/ 9178038 w 10450132"/>
              <a:gd name="connsiteY4803" fmla="*/ 3480871 h 5450835"/>
              <a:gd name="connsiteX4804" fmla="*/ 9178038 w 10450132"/>
              <a:gd name="connsiteY4804" fmla="*/ 3481725 h 5450835"/>
              <a:gd name="connsiteX4805" fmla="*/ 9173506 w 10450132"/>
              <a:gd name="connsiteY4805" fmla="*/ 3489606 h 5450835"/>
              <a:gd name="connsiteX4806" fmla="*/ 9172718 w 10450132"/>
              <a:gd name="connsiteY4806" fmla="*/ 3490066 h 5450835"/>
              <a:gd name="connsiteX4807" fmla="*/ 9163654 w 10450132"/>
              <a:gd name="connsiteY4807" fmla="*/ 3490066 h 5450835"/>
              <a:gd name="connsiteX4808" fmla="*/ 9162866 w 10450132"/>
              <a:gd name="connsiteY4808" fmla="*/ 3489606 h 5450835"/>
              <a:gd name="connsiteX4809" fmla="*/ 9158333 w 10450132"/>
              <a:gd name="connsiteY4809" fmla="*/ 3481725 h 5450835"/>
              <a:gd name="connsiteX4810" fmla="*/ 9158333 w 10450132"/>
              <a:gd name="connsiteY4810" fmla="*/ 3480871 h 5450835"/>
              <a:gd name="connsiteX4811" fmla="*/ 9162866 w 10450132"/>
              <a:gd name="connsiteY4811" fmla="*/ 3472990 h 5450835"/>
              <a:gd name="connsiteX4812" fmla="*/ 9163654 w 10450132"/>
              <a:gd name="connsiteY4812" fmla="*/ 3472530 h 5450835"/>
              <a:gd name="connsiteX4813" fmla="*/ 8909274 w 10450132"/>
              <a:gd name="connsiteY4813" fmla="*/ 3472530 h 5450835"/>
              <a:gd name="connsiteX4814" fmla="*/ 8918336 w 10450132"/>
              <a:gd name="connsiteY4814" fmla="*/ 3472530 h 5450835"/>
              <a:gd name="connsiteX4815" fmla="*/ 8919125 w 10450132"/>
              <a:gd name="connsiteY4815" fmla="*/ 3472990 h 5450835"/>
              <a:gd name="connsiteX4816" fmla="*/ 8923657 w 10450132"/>
              <a:gd name="connsiteY4816" fmla="*/ 3480871 h 5450835"/>
              <a:gd name="connsiteX4817" fmla="*/ 8923657 w 10450132"/>
              <a:gd name="connsiteY4817" fmla="*/ 3481725 h 5450835"/>
              <a:gd name="connsiteX4818" fmla="*/ 8919125 w 10450132"/>
              <a:gd name="connsiteY4818" fmla="*/ 3489606 h 5450835"/>
              <a:gd name="connsiteX4819" fmla="*/ 8918336 w 10450132"/>
              <a:gd name="connsiteY4819" fmla="*/ 3490066 h 5450835"/>
              <a:gd name="connsiteX4820" fmla="*/ 8909274 w 10450132"/>
              <a:gd name="connsiteY4820" fmla="*/ 3490066 h 5450835"/>
              <a:gd name="connsiteX4821" fmla="*/ 8908484 w 10450132"/>
              <a:gd name="connsiteY4821" fmla="*/ 3489606 h 5450835"/>
              <a:gd name="connsiteX4822" fmla="*/ 8903953 w 10450132"/>
              <a:gd name="connsiteY4822" fmla="*/ 3481725 h 5450835"/>
              <a:gd name="connsiteX4823" fmla="*/ 8903953 w 10450132"/>
              <a:gd name="connsiteY4823" fmla="*/ 3480871 h 5450835"/>
              <a:gd name="connsiteX4824" fmla="*/ 8908484 w 10450132"/>
              <a:gd name="connsiteY4824" fmla="*/ 3472990 h 5450835"/>
              <a:gd name="connsiteX4825" fmla="*/ 8909274 w 10450132"/>
              <a:gd name="connsiteY4825" fmla="*/ 3472530 h 5450835"/>
              <a:gd name="connsiteX4826" fmla="*/ 8654892 w 10450132"/>
              <a:gd name="connsiteY4826" fmla="*/ 3472530 h 5450835"/>
              <a:gd name="connsiteX4827" fmla="*/ 8663955 w 10450132"/>
              <a:gd name="connsiteY4827" fmla="*/ 3472530 h 5450835"/>
              <a:gd name="connsiteX4828" fmla="*/ 8664744 w 10450132"/>
              <a:gd name="connsiteY4828" fmla="*/ 3472990 h 5450835"/>
              <a:gd name="connsiteX4829" fmla="*/ 8669277 w 10450132"/>
              <a:gd name="connsiteY4829" fmla="*/ 3480871 h 5450835"/>
              <a:gd name="connsiteX4830" fmla="*/ 8669277 w 10450132"/>
              <a:gd name="connsiteY4830" fmla="*/ 3481725 h 5450835"/>
              <a:gd name="connsiteX4831" fmla="*/ 8664744 w 10450132"/>
              <a:gd name="connsiteY4831" fmla="*/ 3489606 h 5450835"/>
              <a:gd name="connsiteX4832" fmla="*/ 8663955 w 10450132"/>
              <a:gd name="connsiteY4832" fmla="*/ 3490066 h 5450835"/>
              <a:gd name="connsiteX4833" fmla="*/ 8654892 w 10450132"/>
              <a:gd name="connsiteY4833" fmla="*/ 3490066 h 5450835"/>
              <a:gd name="connsiteX4834" fmla="*/ 8654104 w 10450132"/>
              <a:gd name="connsiteY4834" fmla="*/ 3489606 h 5450835"/>
              <a:gd name="connsiteX4835" fmla="*/ 8649572 w 10450132"/>
              <a:gd name="connsiteY4835" fmla="*/ 3481725 h 5450835"/>
              <a:gd name="connsiteX4836" fmla="*/ 8649572 w 10450132"/>
              <a:gd name="connsiteY4836" fmla="*/ 3480871 h 5450835"/>
              <a:gd name="connsiteX4837" fmla="*/ 8654104 w 10450132"/>
              <a:gd name="connsiteY4837" fmla="*/ 3472990 h 5450835"/>
              <a:gd name="connsiteX4838" fmla="*/ 8654892 w 10450132"/>
              <a:gd name="connsiteY4838" fmla="*/ 3472530 h 5450835"/>
              <a:gd name="connsiteX4839" fmla="*/ 8400511 w 10450132"/>
              <a:gd name="connsiteY4839" fmla="*/ 3472530 h 5450835"/>
              <a:gd name="connsiteX4840" fmla="*/ 8409575 w 10450132"/>
              <a:gd name="connsiteY4840" fmla="*/ 3472530 h 5450835"/>
              <a:gd name="connsiteX4841" fmla="*/ 8410363 w 10450132"/>
              <a:gd name="connsiteY4841" fmla="*/ 3472990 h 5450835"/>
              <a:gd name="connsiteX4842" fmla="*/ 8414896 w 10450132"/>
              <a:gd name="connsiteY4842" fmla="*/ 3480871 h 5450835"/>
              <a:gd name="connsiteX4843" fmla="*/ 8414896 w 10450132"/>
              <a:gd name="connsiteY4843" fmla="*/ 3481725 h 5450835"/>
              <a:gd name="connsiteX4844" fmla="*/ 8410363 w 10450132"/>
              <a:gd name="connsiteY4844" fmla="*/ 3489606 h 5450835"/>
              <a:gd name="connsiteX4845" fmla="*/ 8409575 w 10450132"/>
              <a:gd name="connsiteY4845" fmla="*/ 3490066 h 5450835"/>
              <a:gd name="connsiteX4846" fmla="*/ 8400511 w 10450132"/>
              <a:gd name="connsiteY4846" fmla="*/ 3490066 h 5450835"/>
              <a:gd name="connsiteX4847" fmla="*/ 8399723 w 10450132"/>
              <a:gd name="connsiteY4847" fmla="*/ 3489606 h 5450835"/>
              <a:gd name="connsiteX4848" fmla="*/ 8395191 w 10450132"/>
              <a:gd name="connsiteY4848" fmla="*/ 3481725 h 5450835"/>
              <a:gd name="connsiteX4849" fmla="*/ 8395191 w 10450132"/>
              <a:gd name="connsiteY4849" fmla="*/ 3480871 h 5450835"/>
              <a:gd name="connsiteX4850" fmla="*/ 8399723 w 10450132"/>
              <a:gd name="connsiteY4850" fmla="*/ 3472990 h 5450835"/>
              <a:gd name="connsiteX4851" fmla="*/ 8400511 w 10450132"/>
              <a:gd name="connsiteY4851" fmla="*/ 3472530 h 5450835"/>
              <a:gd name="connsiteX4852" fmla="*/ 8146065 w 10450132"/>
              <a:gd name="connsiteY4852" fmla="*/ 3472530 h 5450835"/>
              <a:gd name="connsiteX4853" fmla="*/ 8155129 w 10450132"/>
              <a:gd name="connsiteY4853" fmla="*/ 3472530 h 5450835"/>
              <a:gd name="connsiteX4854" fmla="*/ 8155917 w 10450132"/>
              <a:gd name="connsiteY4854" fmla="*/ 3472990 h 5450835"/>
              <a:gd name="connsiteX4855" fmla="*/ 8160449 w 10450132"/>
              <a:gd name="connsiteY4855" fmla="*/ 3480871 h 5450835"/>
              <a:gd name="connsiteX4856" fmla="*/ 8160449 w 10450132"/>
              <a:gd name="connsiteY4856" fmla="*/ 3481725 h 5450835"/>
              <a:gd name="connsiteX4857" fmla="*/ 8155917 w 10450132"/>
              <a:gd name="connsiteY4857" fmla="*/ 3489606 h 5450835"/>
              <a:gd name="connsiteX4858" fmla="*/ 8155129 w 10450132"/>
              <a:gd name="connsiteY4858" fmla="*/ 3490066 h 5450835"/>
              <a:gd name="connsiteX4859" fmla="*/ 8146065 w 10450132"/>
              <a:gd name="connsiteY4859" fmla="*/ 3490066 h 5450835"/>
              <a:gd name="connsiteX4860" fmla="*/ 8145277 w 10450132"/>
              <a:gd name="connsiteY4860" fmla="*/ 3489606 h 5450835"/>
              <a:gd name="connsiteX4861" fmla="*/ 8140745 w 10450132"/>
              <a:gd name="connsiteY4861" fmla="*/ 3481725 h 5450835"/>
              <a:gd name="connsiteX4862" fmla="*/ 8140745 w 10450132"/>
              <a:gd name="connsiteY4862" fmla="*/ 3480871 h 5450835"/>
              <a:gd name="connsiteX4863" fmla="*/ 8145277 w 10450132"/>
              <a:gd name="connsiteY4863" fmla="*/ 3472990 h 5450835"/>
              <a:gd name="connsiteX4864" fmla="*/ 8146065 w 10450132"/>
              <a:gd name="connsiteY4864" fmla="*/ 3472530 h 5450835"/>
              <a:gd name="connsiteX4865" fmla="*/ 7891684 w 10450132"/>
              <a:gd name="connsiteY4865" fmla="*/ 3472530 h 5450835"/>
              <a:gd name="connsiteX4866" fmla="*/ 7900748 w 10450132"/>
              <a:gd name="connsiteY4866" fmla="*/ 3472530 h 5450835"/>
              <a:gd name="connsiteX4867" fmla="*/ 7901536 w 10450132"/>
              <a:gd name="connsiteY4867" fmla="*/ 3472990 h 5450835"/>
              <a:gd name="connsiteX4868" fmla="*/ 7906067 w 10450132"/>
              <a:gd name="connsiteY4868" fmla="*/ 3480871 h 5450835"/>
              <a:gd name="connsiteX4869" fmla="*/ 7906067 w 10450132"/>
              <a:gd name="connsiteY4869" fmla="*/ 3481725 h 5450835"/>
              <a:gd name="connsiteX4870" fmla="*/ 7901536 w 10450132"/>
              <a:gd name="connsiteY4870" fmla="*/ 3489606 h 5450835"/>
              <a:gd name="connsiteX4871" fmla="*/ 7900748 w 10450132"/>
              <a:gd name="connsiteY4871" fmla="*/ 3490066 h 5450835"/>
              <a:gd name="connsiteX4872" fmla="*/ 7891684 w 10450132"/>
              <a:gd name="connsiteY4872" fmla="*/ 3490066 h 5450835"/>
              <a:gd name="connsiteX4873" fmla="*/ 7890896 w 10450132"/>
              <a:gd name="connsiteY4873" fmla="*/ 3489606 h 5450835"/>
              <a:gd name="connsiteX4874" fmla="*/ 7886363 w 10450132"/>
              <a:gd name="connsiteY4874" fmla="*/ 3481725 h 5450835"/>
              <a:gd name="connsiteX4875" fmla="*/ 7886363 w 10450132"/>
              <a:gd name="connsiteY4875" fmla="*/ 3480871 h 5450835"/>
              <a:gd name="connsiteX4876" fmla="*/ 7890896 w 10450132"/>
              <a:gd name="connsiteY4876" fmla="*/ 3472990 h 5450835"/>
              <a:gd name="connsiteX4877" fmla="*/ 7891684 w 10450132"/>
              <a:gd name="connsiteY4877" fmla="*/ 3472530 h 5450835"/>
              <a:gd name="connsiteX4878" fmla="*/ 7637304 w 10450132"/>
              <a:gd name="connsiteY4878" fmla="*/ 3472530 h 5450835"/>
              <a:gd name="connsiteX4879" fmla="*/ 7646367 w 10450132"/>
              <a:gd name="connsiteY4879" fmla="*/ 3472530 h 5450835"/>
              <a:gd name="connsiteX4880" fmla="*/ 7647156 w 10450132"/>
              <a:gd name="connsiteY4880" fmla="*/ 3472990 h 5450835"/>
              <a:gd name="connsiteX4881" fmla="*/ 7651687 w 10450132"/>
              <a:gd name="connsiteY4881" fmla="*/ 3480871 h 5450835"/>
              <a:gd name="connsiteX4882" fmla="*/ 7651687 w 10450132"/>
              <a:gd name="connsiteY4882" fmla="*/ 3481725 h 5450835"/>
              <a:gd name="connsiteX4883" fmla="*/ 7647156 w 10450132"/>
              <a:gd name="connsiteY4883" fmla="*/ 3489606 h 5450835"/>
              <a:gd name="connsiteX4884" fmla="*/ 7646367 w 10450132"/>
              <a:gd name="connsiteY4884" fmla="*/ 3490066 h 5450835"/>
              <a:gd name="connsiteX4885" fmla="*/ 7637304 w 10450132"/>
              <a:gd name="connsiteY4885" fmla="*/ 3490066 h 5450835"/>
              <a:gd name="connsiteX4886" fmla="*/ 7636516 w 10450132"/>
              <a:gd name="connsiteY4886" fmla="*/ 3489606 h 5450835"/>
              <a:gd name="connsiteX4887" fmla="*/ 7631983 w 10450132"/>
              <a:gd name="connsiteY4887" fmla="*/ 3481725 h 5450835"/>
              <a:gd name="connsiteX4888" fmla="*/ 7631983 w 10450132"/>
              <a:gd name="connsiteY4888" fmla="*/ 3480871 h 5450835"/>
              <a:gd name="connsiteX4889" fmla="*/ 7636516 w 10450132"/>
              <a:gd name="connsiteY4889" fmla="*/ 3472990 h 5450835"/>
              <a:gd name="connsiteX4890" fmla="*/ 7637304 w 10450132"/>
              <a:gd name="connsiteY4890" fmla="*/ 3472530 h 5450835"/>
              <a:gd name="connsiteX4891" fmla="*/ 7382923 w 10450132"/>
              <a:gd name="connsiteY4891" fmla="*/ 3472530 h 5450835"/>
              <a:gd name="connsiteX4892" fmla="*/ 7391987 w 10450132"/>
              <a:gd name="connsiteY4892" fmla="*/ 3472530 h 5450835"/>
              <a:gd name="connsiteX4893" fmla="*/ 7392775 w 10450132"/>
              <a:gd name="connsiteY4893" fmla="*/ 3472990 h 5450835"/>
              <a:gd name="connsiteX4894" fmla="*/ 7397307 w 10450132"/>
              <a:gd name="connsiteY4894" fmla="*/ 3480871 h 5450835"/>
              <a:gd name="connsiteX4895" fmla="*/ 7397307 w 10450132"/>
              <a:gd name="connsiteY4895" fmla="*/ 3481725 h 5450835"/>
              <a:gd name="connsiteX4896" fmla="*/ 7392775 w 10450132"/>
              <a:gd name="connsiteY4896" fmla="*/ 3489606 h 5450835"/>
              <a:gd name="connsiteX4897" fmla="*/ 7391987 w 10450132"/>
              <a:gd name="connsiteY4897" fmla="*/ 3490066 h 5450835"/>
              <a:gd name="connsiteX4898" fmla="*/ 7382923 w 10450132"/>
              <a:gd name="connsiteY4898" fmla="*/ 3490066 h 5450835"/>
              <a:gd name="connsiteX4899" fmla="*/ 7382135 w 10450132"/>
              <a:gd name="connsiteY4899" fmla="*/ 3489606 h 5450835"/>
              <a:gd name="connsiteX4900" fmla="*/ 7377602 w 10450132"/>
              <a:gd name="connsiteY4900" fmla="*/ 3481725 h 5450835"/>
              <a:gd name="connsiteX4901" fmla="*/ 7377602 w 10450132"/>
              <a:gd name="connsiteY4901" fmla="*/ 3480871 h 5450835"/>
              <a:gd name="connsiteX4902" fmla="*/ 7382135 w 10450132"/>
              <a:gd name="connsiteY4902" fmla="*/ 3472990 h 5450835"/>
              <a:gd name="connsiteX4903" fmla="*/ 7382923 w 10450132"/>
              <a:gd name="connsiteY4903" fmla="*/ 3472530 h 5450835"/>
              <a:gd name="connsiteX4904" fmla="*/ 7128477 w 10450132"/>
              <a:gd name="connsiteY4904" fmla="*/ 3472530 h 5450835"/>
              <a:gd name="connsiteX4905" fmla="*/ 7137540 w 10450132"/>
              <a:gd name="connsiteY4905" fmla="*/ 3472530 h 5450835"/>
              <a:gd name="connsiteX4906" fmla="*/ 7138328 w 10450132"/>
              <a:gd name="connsiteY4906" fmla="*/ 3472990 h 5450835"/>
              <a:gd name="connsiteX4907" fmla="*/ 7142860 w 10450132"/>
              <a:gd name="connsiteY4907" fmla="*/ 3480871 h 5450835"/>
              <a:gd name="connsiteX4908" fmla="*/ 7142860 w 10450132"/>
              <a:gd name="connsiteY4908" fmla="*/ 3481725 h 5450835"/>
              <a:gd name="connsiteX4909" fmla="*/ 7138328 w 10450132"/>
              <a:gd name="connsiteY4909" fmla="*/ 3489606 h 5450835"/>
              <a:gd name="connsiteX4910" fmla="*/ 7137540 w 10450132"/>
              <a:gd name="connsiteY4910" fmla="*/ 3490066 h 5450835"/>
              <a:gd name="connsiteX4911" fmla="*/ 7128477 w 10450132"/>
              <a:gd name="connsiteY4911" fmla="*/ 3490066 h 5450835"/>
              <a:gd name="connsiteX4912" fmla="*/ 7127689 w 10450132"/>
              <a:gd name="connsiteY4912" fmla="*/ 3489606 h 5450835"/>
              <a:gd name="connsiteX4913" fmla="*/ 7123156 w 10450132"/>
              <a:gd name="connsiteY4913" fmla="*/ 3481725 h 5450835"/>
              <a:gd name="connsiteX4914" fmla="*/ 7123156 w 10450132"/>
              <a:gd name="connsiteY4914" fmla="*/ 3480871 h 5450835"/>
              <a:gd name="connsiteX4915" fmla="*/ 7127689 w 10450132"/>
              <a:gd name="connsiteY4915" fmla="*/ 3472990 h 5450835"/>
              <a:gd name="connsiteX4916" fmla="*/ 7128477 w 10450132"/>
              <a:gd name="connsiteY4916" fmla="*/ 3472530 h 5450835"/>
              <a:gd name="connsiteX4917" fmla="*/ 6874095 w 10450132"/>
              <a:gd name="connsiteY4917" fmla="*/ 3472530 h 5450835"/>
              <a:gd name="connsiteX4918" fmla="*/ 6883159 w 10450132"/>
              <a:gd name="connsiteY4918" fmla="*/ 3472530 h 5450835"/>
              <a:gd name="connsiteX4919" fmla="*/ 6883947 w 10450132"/>
              <a:gd name="connsiteY4919" fmla="*/ 3472990 h 5450835"/>
              <a:gd name="connsiteX4920" fmla="*/ 6888480 w 10450132"/>
              <a:gd name="connsiteY4920" fmla="*/ 3480871 h 5450835"/>
              <a:gd name="connsiteX4921" fmla="*/ 6888480 w 10450132"/>
              <a:gd name="connsiteY4921" fmla="*/ 3481725 h 5450835"/>
              <a:gd name="connsiteX4922" fmla="*/ 6883947 w 10450132"/>
              <a:gd name="connsiteY4922" fmla="*/ 3489606 h 5450835"/>
              <a:gd name="connsiteX4923" fmla="*/ 6883159 w 10450132"/>
              <a:gd name="connsiteY4923" fmla="*/ 3490066 h 5450835"/>
              <a:gd name="connsiteX4924" fmla="*/ 6874095 w 10450132"/>
              <a:gd name="connsiteY4924" fmla="*/ 3490066 h 5450835"/>
              <a:gd name="connsiteX4925" fmla="*/ 6873307 w 10450132"/>
              <a:gd name="connsiteY4925" fmla="*/ 3489606 h 5450835"/>
              <a:gd name="connsiteX4926" fmla="*/ 6868775 w 10450132"/>
              <a:gd name="connsiteY4926" fmla="*/ 3481725 h 5450835"/>
              <a:gd name="connsiteX4927" fmla="*/ 6868775 w 10450132"/>
              <a:gd name="connsiteY4927" fmla="*/ 3480871 h 5450835"/>
              <a:gd name="connsiteX4928" fmla="*/ 6873307 w 10450132"/>
              <a:gd name="connsiteY4928" fmla="*/ 3472990 h 5450835"/>
              <a:gd name="connsiteX4929" fmla="*/ 6874095 w 10450132"/>
              <a:gd name="connsiteY4929" fmla="*/ 3472530 h 5450835"/>
              <a:gd name="connsiteX4930" fmla="*/ 6619714 w 10450132"/>
              <a:gd name="connsiteY4930" fmla="*/ 3472530 h 5450835"/>
              <a:gd name="connsiteX4931" fmla="*/ 6628778 w 10450132"/>
              <a:gd name="connsiteY4931" fmla="*/ 3472530 h 5450835"/>
              <a:gd name="connsiteX4932" fmla="*/ 6629566 w 10450132"/>
              <a:gd name="connsiteY4932" fmla="*/ 3472990 h 5450835"/>
              <a:gd name="connsiteX4933" fmla="*/ 6634099 w 10450132"/>
              <a:gd name="connsiteY4933" fmla="*/ 3480871 h 5450835"/>
              <a:gd name="connsiteX4934" fmla="*/ 6634099 w 10450132"/>
              <a:gd name="connsiteY4934" fmla="*/ 3481725 h 5450835"/>
              <a:gd name="connsiteX4935" fmla="*/ 6629566 w 10450132"/>
              <a:gd name="connsiteY4935" fmla="*/ 3489606 h 5450835"/>
              <a:gd name="connsiteX4936" fmla="*/ 6628778 w 10450132"/>
              <a:gd name="connsiteY4936" fmla="*/ 3490066 h 5450835"/>
              <a:gd name="connsiteX4937" fmla="*/ 6619714 w 10450132"/>
              <a:gd name="connsiteY4937" fmla="*/ 3490066 h 5450835"/>
              <a:gd name="connsiteX4938" fmla="*/ 6618926 w 10450132"/>
              <a:gd name="connsiteY4938" fmla="*/ 3489606 h 5450835"/>
              <a:gd name="connsiteX4939" fmla="*/ 6614394 w 10450132"/>
              <a:gd name="connsiteY4939" fmla="*/ 3481725 h 5450835"/>
              <a:gd name="connsiteX4940" fmla="*/ 6614394 w 10450132"/>
              <a:gd name="connsiteY4940" fmla="*/ 3480871 h 5450835"/>
              <a:gd name="connsiteX4941" fmla="*/ 6618926 w 10450132"/>
              <a:gd name="connsiteY4941" fmla="*/ 3472990 h 5450835"/>
              <a:gd name="connsiteX4942" fmla="*/ 6619714 w 10450132"/>
              <a:gd name="connsiteY4942" fmla="*/ 3472530 h 5450835"/>
              <a:gd name="connsiteX4943" fmla="*/ 6365334 w 10450132"/>
              <a:gd name="connsiteY4943" fmla="*/ 3472530 h 5450835"/>
              <a:gd name="connsiteX4944" fmla="*/ 6374397 w 10450132"/>
              <a:gd name="connsiteY4944" fmla="*/ 3472530 h 5450835"/>
              <a:gd name="connsiteX4945" fmla="*/ 6375186 w 10450132"/>
              <a:gd name="connsiteY4945" fmla="*/ 3472990 h 5450835"/>
              <a:gd name="connsiteX4946" fmla="*/ 6379718 w 10450132"/>
              <a:gd name="connsiteY4946" fmla="*/ 3480871 h 5450835"/>
              <a:gd name="connsiteX4947" fmla="*/ 6379718 w 10450132"/>
              <a:gd name="connsiteY4947" fmla="*/ 3481725 h 5450835"/>
              <a:gd name="connsiteX4948" fmla="*/ 6375186 w 10450132"/>
              <a:gd name="connsiteY4948" fmla="*/ 3489606 h 5450835"/>
              <a:gd name="connsiteX4949" fmla="*/ 6374397 w 10450132"/>
              <a:gd name="connsiteY4949" fmla="*/ 3490066 h 5450835"/>
              <a:gd name="connsiteX4950" fmla="*/ 6365334 w 10450132"/>
              <a:gd name="connsiteY4950" fmla="*/ 3490066 h 5450835"/>
              <a:gd name="connsiteX4951" fmla="*/ 6364546 w 10450132"/>
              <a:gd name="connsiteY4951" fmla="*/ 3489606 h 5450835"/>
              <a:gd name="connsiteX4952" fmla="*/ 6360014 w 10450132"/>
              <a:gd name="connsiteY4952" fmla="*/ 3481725 h 5450835"/>
              <a:gd name="connsiteX4953" fmla="*/ 6360014 w 10450132"/>
              <a:gd name="connsiteY4953" fmla="*/ 3480871 h 5450835"/>
              <a:gd name="connsiteX4954" fmla="*/ 6364546 w 10450132"/>
              <a:gd name="connsiteY4954" fmla="*/ 3472990 h 5450835"/>
              <a:gd name="connsiteX4955" fmla="*/ 6365334 w 10450132"/>
              <a:gd name="connsiteY4955" fmla="*/ 3472530 h 5450835"/>
              <a:gd name="connsiteX4956" fmla="*/ 6110888 w 10450132"/>
              <a:gd name="connsiteY4956" fmla="*/ 3472530 h 5450835"/>
              <a:gd name="connsiteX4957" fmla="*/ 6119953 w 10450132"/>
              <a:gd name="connsiteY4957" fmla="*/ 3472530 h 5450835"/>
              <a:gd name="connsiteX4958" fmla="*/ 6120740 w 10450132"/>
              <a:gd name="connsiteY4958" fmla="*/ 3472990 h 5450835"/>
              <a:gd name="connsiteX4959" fmla="*/ 6125272 w 10450132"/>
              <a:gd name="connsiteY4959" fmla="*/ 3480871 h 5450835"/>
              <a:gd name="connsiteX4960" fmla="*/ 6125272 w 10450132"/>
              <a:gd name="connsiteY4960" fmla="*/ 3481725 h 5450835"/>
              <a:gd name="connsiteX4961" fmla="*/ 6120740 w 10450132"/>
              <a:gd name="connsiteY4961" fmla="*/ 3489606 h 5450835"/>
              <a:gd name="connsiteX4962" fmla="*/ 6119953 w 10450132"/>
              <a:gd name="connsiteY4962" fmla="*/ 3490066 h 5450835"/>
              <a:gd name="connsiteX4963" fmla="*/ 6110888 w 10450132"/>
              <a:gd name="connsiteY4963" fmla="*/ 3490066 h 5450835"/>
              <a:gd name="connsiteX4964" fmla="*/ 6110101 w 10450132"/>
              <a:gd name="connsiteY4964" fmla="*/ 3489606 h 5450835"/>
              <a:gd name="connsiteX4965" fmla="*/ 6105567 w 10450132"/>
              <a:gd name="connsiteY4965" fmla="*/ 3481725 h 5450835"/>
              <a:gd name="connsiteX4966" fmla="*/ 6105567 w 10450132"/>
              <a:gd name="connsiteY4966" fmla="*/ 3480871 h 5450835"/>
              <a:gd name="connsiteX4967" fmla="*/ 6110101 w 10450132"/>
              <a:gd name="connsiteY4967" fmla="*/ 3472990 h 5450835"/>
              <a:gd name="connsiteX4968" fmla="*/ 6110888 w 10450132"/>
              <a:gd name="connsiteY4968" fmla="*/ 3472530 h 5450835"/>
              <a:gd name="connsiteX4969" fmla="*/ 5856508 w 10450132"/>
              <a:gd name="connsiteY4969" fmla="*/ 3472530 h 5450835"/>
              <a:gd name="connsiteX4970" fmla="*/ 5865571 w 10450132"/>
              <a:gd name="connsiteY4970" fmla="*/ 3472530 h 5450835"/>
              <a:gd name="connsiteX4971" fmla="*/ 5866359 w 10450132"/>
              <a:gd name="connsiteY4971" fmla="*/ 3472990 h 5450835"/>
              <a:gd name="connsiteX4972" fmla="*/ 5870891 w 10450132"/>
              <a:gd name="connsiteY4972" fmla="*/ 3480871 h 5450835"/>
              <a:gd name="connsiteX4973" fmla="*/ 5870891 w 10450132"/>
              <a:gd name="connsiteY4973" fmla="*/ 3481725 h 5450835"/>
              <a:gd name="connsiteX4974" fmla="*/ 5866359 w 10450132"/>
              <a:gd name="connsiteY4974" fmla="*/ 3489606 h 5450835"/>
              <a:gd name="connsiteX4975" fmla="*/ 5865571 w 10450132"/>
              <a:gd name="connsiteY4975" fmla="*/ 3490066 h 5450835"/>
              <a:gd name="connsiteX4976" fmla="*/ 5856508 w 10450132"/>
              <a:gd name="connsiteY4976" fmla="*/ 3490066 h 5450835"/>
              <a:gd name="connsiteX4977" fmla="*/ 5855720 w 10450132"/>
              <a:gd name="connsiteY4977" fmla="*/ 3489606 h 5450835"/>
              <a:gd name="connsiteX4978" fmla="*/ 5851187 w 10450132"/>
              <a:gd name="connsiteY4978" fmla="*/ 3481725 h 5450835"/>
              <a:gd name="connsiteX4979" fmla="*/ 5851187 w 10450132"/>
              <a:gd name="connsiteY4979" fmla="*/ 3480871 h 5450835"/>
              <a:gd name="connsiteX4980" fmla="*/ 5855720 w 10450132"/>
              <a:gd name="connsiteY4980" fmla="*/ 3472990 h 5450835"/>
              <a:gd name="connsiteX4981" fmla="*/ 5856508 w 10450132"/>
              <a:gd name="connsiteY4981" fmla="*/ 3472530 h 5450835"/>
              <a:gd name="connsiteX4982" fmla="*/ 5602126 w 10450132"/>
              <a:gd name="connsiteY4982" fmla="*/ 3472530 h 5450835"/>
              <a:gd name="connsiteX4983" fmla="*/ 5611191 w 10450132"/>
              <a:gd name="connsiteY4983" fmla="*/ 3472530 h 5450835"/>
              <a:gd name="connsiteX4984" fmla="*/ 5611979 w 10450132"/>
              <a:gd name="connsiteY4984" fmla="*/ 3472990 h 5450835"/>
              <a:gd name="connsiteX4985" fmla="*/ 5616511 w 10450132"/>
              <a:gd name="connsiteY4985" fmla="*/ 3480871 h 5450835"/>
              <a:gd name="connsiteX4986" fmla="*/ 5616511 w 10450132"/>
              <a:gd name="connsiteY4986" fmla="*/ 3481725 h 5450835"/>
              <a:gd name="connsiteX4987" fmla="*/ 5611979 w 10450132"/>
              <a:gd name="connsiteY4987" fmla="*/ 3489606 h 5450835"/>
              <a:gd name="connsiteX4988" fmla="*/ 5611191 w 10450132"/>
              <a:gd name="connsiteY4988" fmla="*/ 3490066 h 5450835"/>
              <a:gd name="connsiteX4989" fmla="*/ 5602126 w 10450132"/>
              <a:gd name="connsiteY4989" fmla="*/ 3490066 h 5450835"/>
              <a:gd name="connsiteX4990" fmla="*/ 5601338 w 10450132"/>
              <a:gd name="connsiteY4990" fmla="*/ 3489606 h 5450835"/>
              <a:gd name="connsiteX4991" fmla="*/ 5596807 w 10450132"/>
              <a:gd name="connsiteY4991" fmla="*/ 3481725 h 5450835"/>
              <a:gd name="connsiteX4992" fmla="*/ 5596807 w 10450132"/>
              <a:gd name="connsiteY4992" fmla="*/ 3480871 h 5450835"/>
              <a:gd name="connsiteX4993" fmla="*/ 5601338 w 10450132"/>
              <a:gd name="connsiteY4993" fmla="*/ 3472990 h 5450835"/>
              <a:gd name="connsiteX4994" fmla="*/ 5602126 w 10450132"/>
              <a:gd name="connsiteY4994" fmla="*/ 3472530 h 5450835"/>
              <a:gd name="connsiteX4995" fmla="*/ 5347746 w 10450132"/>
              <a:gd name="connsiteY4995" fmla="*/ 3472530 h 5450835"/>
              <a:gd name="connsiteX4996" fmla="*/ 5356810 w 10450132"/>
              <a:gd name="connsiteY4996" fmla="*/ 3472530 h 5450835"/>
              <a:gd name="connsiteX4997" fmla="*/ 5357598 w 10450132"/>
              <a:gd name="connsiteY4997" fmla="*/ 3472990 h 5450835"/>
              <a:gd name="connsiteX4998" fmla="*/ 5362130 w 10450132"/>
              <a:gd name="connsiteY4998" fmla="*/ 3480871 h 5450835"/>
              <a:gd name="connsiteX4999" fmla="*/ 5362130 w 10450132"/>
              <a:gd name="connsiteY4999" fmla="*/ 3481725 h 5450835"/>
              <a:gd name="connsiteX5000" fmla="*/ 5357598 w 10450132"/>
              <a:gd name="connsiteY5000" fmla="*/ 3489606 h 5450835"/>
              <a:gd name="connsiteX5001" fmla="*/ 5356810 w 10450132"/>
              <a:gd name="connsiteY5001" fmla="*/ 3490066 h 5450835"/>
              <a:gd name="connsiteX5002" fmla="*/ 5347746 w 10450132"/>
              <a:gd name="connsiteY5002" fmla="*/ 3490066 h 5450835"/>
              <a:gd name="connsiteX5003" fmla="*/ 5346958 w 10450132"/>
              <a:gd name="connsiteY5003" fmla="*/ 3489606 h 5450835"/>
              <a:gd name="connsiteX5004" fmla="*/ 5342425 w 10450132"/>
              <a:gd name="connsiteY5004" fmla="*/ 3481725 h 5450835"/>
              <a:gd name="connsiteX5005" fmla="*/ 5342425 w 10450132"/>
              <a:gd name="connsiteY5005" fmla="*/ 3480871 h 5450835"/>
              <a:gd name="connsiteX5006" fmla="*/ 5346958 w 10450132"/>
              <a:gd name="connsiteY5006" fmla="*/ 3472990 h 5450835"/>
              <a:gd name="connsiteX5007" fmla="*/ 5347746 w 10450132"/>
              <a:gd name="connsiteY5007" fmla="*/ 3472530 h 5450835"/>
              <a:gd name="connsiteX5008" fmla="*/ 5093300 w 10450132"/>
              <a:gd name="connsiteY5008" fmla="*/ 3472530 h 5450835"/>
              <a:gd name="connsiteX5009" fmla="*/ 5102364 w 10450132"/>
              <a:gd name="connsiteY5009" fmla="*/ 3472530 h 5450835"/>
              <a:gd name="connsiteX5010" fmla="*/ 5103153 w 10450132"/>
              <a:gd name="connsiteY5010" fmla="*/ 3472990 h 5450835"/>
              <a:gd name="connsiteX5011" fmla="*/ 5107684 w 10450132"/>
              <a:gd name="connsiteY5011" fmla="*/ 3480871 h 5450835"/>
              <a:gd name="connsiteX5012" fmla="*/ 5107684 w 10450132"/>
              <a:gd name="connsiteY5012" fmla="*/ 3481725 h 5450835"/>
              <a:gd name="connsiteX5013" fmla="*/ 5103153 w 10450132"/>
              <a:gd name="connsiteY5013" fmla="*/ 3489606 h 5450835"/>
              <a:gd name="connsiteX5014" fmla="*/ 5102364 w 10450132"/>
              <a:gd name="connsiteY5014" fmla="*/ 3490066 h 5450835"/>
              <a:gd name="connsiteX5015" fmla="*/ 5093300 w 10450132"/>
              <a:gd name="connsiteY5015" fmla="*/ 3490066 h 5450835"/>
              <a:gd name="connsiteX5016" fmla="*/ 5092512 w 10450132"/>
              <a:gd name="connsiteY5016" fmla="*/ 3489606 h 5450835"/>
              <a:gd name="connsiteX5017" fmla="*/ 5087979 w 10450132"/>
              <a:gd name="connsiteY5017" fmla="*/ 3481725 h 5450835"/>
              <a:gd name="connsiteX5018" fmla="*/ 5087979 w 10450132"/>
              <a:gd name="connsiteY5018" fmla="*/ 3480871 h 5450835"/>
              <a:gd name="connsiteX5019" fmla="*/ 5092512 w 10450132"/>
              <a:gd name="connsiteY5019" fmla="*/ 3472990 h 5450835"/>
              <a:gd name="connsiteX5020" fmla="*/ 5093300 w 10450132"/>
              <a:gd name="connsiteY5020" fmla="*/ 3472530 h 5450835"/>
              <a:gd name="connsiteX5021" fmla="*/ 4838919 w 10450132"/>
              <a:gd name="connsiteY5021" fmla="*/ 3472530 h 5450835"/>
              <a:gd name="connsiteX5022" fmla="*/ 4847982 w 10450132"/>
              <a:gd name="connsiteY5022" fmla="*/ 3472530 h 5450835"/>
              <a:gd name="connsiteX5023" fmla="*/ 4848772 w 10450132"/>
              <a:gd name="connsiteY5023" fmla="*/ 3472990 h 5450835"/>
              <a:gd name="connsiteX5024" fmla="*/ 4853303 w 10450132"/>
              <a:gd name="connsiteY5024" fmla="*/ 3480871 h 5450835"/>
              <a:gd name="connsiteX5025" fmla="*/ 4853303 w 10450132"/>
              <a:gd name="connsiteY5025" fmla="*/ 3481725 h 5450835"/>
              <a:gd name="connsiteX5026" fmla="*/ 4848772 w 10450132"/>
              <a:gd name="connsiteY5026" fmla="*/ 3489606 h 5450835"/>
              <a:gd name="connsiteX5027" fmla="*/ 4847982 w 10450132"/>
              <a:gd name="connsiteY5027" fmla="*/ 3490066 h 5450835"/>
              <a:gd name="connsiteX5028" fmla="*/ 4838919 w 10450132"/>
              <a:gd name="connsiteY5028" fmla="*/ 3490066 h 5450835"/>
              <a:gd name="connsiteX5029" fmla="*/ 4838132 w 10450132"/>
              <a:gd name="connsiteY5029" fmla="*/ 3489606 h 5450835"/>
              <a:gd name="connsiteX5030" fmla="*/ 4833598 w 10450132"/>
              <a:gd name="connsiteY5030" fmla="*/ 3481725 h 5450835"/>
              <a:gd name="connsiteX5031" fmla="*/ 4833598 w 10450132"/>
              <a:gd name="connsiteY5031" fmla="*/ 3480871 h 5450835"/>
              <a:gd name="connsiteX5032" fmla="*/ 4838132 w 10450132"/>
              <a:gd name="connsiteY5032" fmla="*/ 3472990 h 5450835"/>
              <a:gd name="connsiteX5033" fmla="*/ 4838919 w 10450132"/>
              <a:gd name="connsiteY5033" fmla="*/ 3472530 h 5450835"/>
              <a:gd name="connsiteX5034" fmla="*/ 4584538 w 10450132"/>
              <a:gd name="connsiteY5034" fmla="*/ 3472530 h 5450835"/>
              <a:gd name="connsiteX5035" fmla="*/ 4593603 w 10450132"/>
              <a:gd name="connsiteY5035" fmla="*/ 3472530 h 5450835"/>
              <a:gd name="connsiteX5036" fmla="*/ 4594390 w 10450132"/>
              <a:gd name="connsiteY5036" fmla="*/ 3472990 h 5450835"/>
              <a:gd name="connsiteX5037" fmla="*/ 4598922 w 10450132"/>
              <a:gd name="connsiteY5037" fmla="*/ 3480871 h 5450835"/>
              <a:gd name="connsiteX5038" fmla="*/ 4598922 w 10450132"/>
              <a:gd name="connsiteY5038" fmla="*/ 3481725 h 5450835"/>
              <a:gd name="connsiteX5039" fmla="*/ 4594390 w 10450132"/>
              <a:gd name="connsiteY5039" fmla="*/ 3489606 h 5450835"/>
              <a:gd name="connsiteX5040" fmla="*/ 4593603 w 10450132"/>
              <a:gd name="connsiteY5040" fmla="*/ 3490066 h 5450835"/>
              <a:gd name="connsiteX5041" fmla="*/ 4584538 w 10450132"/>
              <a:gd name="connsiteY5041" fmla="*/ 3490066 h 5450835"/>
              <a:gd name="connsiteX5042" fmla="*/ 4583749 w 10450132"/>
              <a:gd name="connsiteY5042" fmla="*/ 3489606 h 5450835"/>
              <a:gd name="connsiteX5043" fmla="*/ 4579218 w 10450132"/>
              <a:gd name="connsiteY5043" fmla="*/ 3481725 h 5450835"/>
              <a:gd name="connsiteX5044" fmla="*/ 4579218 w 10450132"/>
              <a:gd name="connsiteY5044" fmla="*/ 3480871 h 5450835"/>
              <a:gd name="connsiteX5045" fmla="*/ 4583749 w 10450132"/>
              <a:gd name="connsiteY5045" fmla="*/ 3472990 h 5450835"/>
              <a:gd name="connsiteX5046" fmla="*/ 4584538 w 10450132"/>
              <a:gd name="connsiteY5046" fmla="*/ 3472530 h 5450835"/>
              <a:gd name="connsiteX5047" fmla="*/ 4330157 w 10450132"/>
              <a:gd name="connsiteY5047" fmla="*/ 3472530 h 5450835"/>
              <a:gd name="connsiteX5048" fmla="*/ 4339222 w 10450132"/>
              <a:gd name="connsiteY5048" fmla="*/ 3472530 h 5450835"/>
              <a:gd name="connsiteX5049" fmla="*/ 4340010 w 10450132"/>
              <a:gd name="connsiteY5049" fmla="*/ 3472990 h 5450835"/>
              <a:gd name="connsiteX5050" fmla="*/ 4344540 w 10450132"/>
              <a:gd name="connsiteY5050" fmla="*/ 3480871 h 5450835"/>
              <a:gd name="connsiteX5051" fmla="*/ 4344540 w 10450132"/>
              <a:gd name="connsiteY5051" fmla="*/ 3481725 h 5450835"/>
              <a:gd name="connsiteX5052" fmla="*/ 4340010 w 10450132"/>
              <a:gd name="connsiteY5052" fmla="*/ 3489606 h 5450835"/>
              <a:gd name="connsiteX5053" fmla="*/ 4339222 w 10450132"/>
              <a:gd name="connsiteY5053" fmla="*/ 3490066 h 5450835"/>
              <a:gd name="connsiteX5054" fmla="*/ 4330157 w 10450132"/>
              <a:gd name="connsiteY5054" fmla="*/ 3490066 h 5450835"/>
              <a:gd name="connsiteX5055" fmla="*/ 4329369 w 10450132"/>
              <a:gd name="connsiteY5055" fmla="*/ 3489606 h 5450835"/>
              <a:gd name="connsiteX5056" fmla="*/ 4324836 w 10450132"/>
              <a:gd name="connsiteY5056" fmla="*/ 3481725 h 5450835"/>
              <a:gd name="connsiteX5057" fmla="*/ 4324836 w 10450132"/>
              <a:gd name="connsiteY5057" fmla="*/ 3480871 h 5450835"/>
              <a:gd name="connsiteX5058" fmla="*/ 4329369 w 10450132"/>
              <a:gd name="connsiteY5058" fmla="*/ 3472990 h 5450835"/>
              <a:gd name="connsiteX5059" fmla="*/ 4330157 w 10450132"/>
              <a:gd name="connsiteY5059" fmla="*/ 3472530 h 5450835"/>
              <a:gd name="connsiteX5060" fmla="*/ 4075772 w 10450132"/>
              <a:gd name="connsiteY5060" fmla="*/ 3472530 h 5450835"/>
              <a:gd name="connsiteX5061" fmla="*/ 4084835 w 10450132"/>
              <a:gd name="connsiteY5061" fmla="*/ 3472530 h 5450835"/>
              <a:gd name="connsiteX5062" fmla="*/ 4085622 w 10450132"/>
              <a:gd name="connsiteY5062" fmla="*/ 3472990 h 5450835"/>
              <a:gd name="connsiteX5063" fmla="*/ 4090154 w 10450132"/>
              <a:gd name="connsiteY5063" fmla="*/ 3480871 h 5450835"/>
              <a:gd name="connsiteX5064" fmla="*/ 4090154 w 10450132"/>
              <a:gd name="connsiteY5064" fmla="*/ 3481725 h 5450835"/>
              <a:gd name="connsiteX5065" fmla="*/ 4085622 w 10450132"/>
              <a:gd name="connsiteY5065" fmla="*/ 3489606 h 5450835"/>
              <a:gd name="connsiteX5066" fmla="*/ 4084835 w 10450132"/>
              <a:gd name="connsiteY5066" fmla="*/ 3490066 h 5450835"/>
              <a:gd name="connsiteX5067" fmla="*/ 4075772 w 10450132"/>
              <a:gd name="connsiteY5067" fmla="*/ 3490066 h 5450835"/>
              <a:gd name="connsiteX5068" fmla="*/ 4074983 w 10450132"/>
              <a:gd name="connsiteY5068" fmla="*/ 3489606 h 5450835"/>
              <a:gd name="connsiteX5069" fmla="*/ 4070451 w 10450132"/>
              <a:gd name="connsiteY5069" fmla="*/ 3481725 h 5450835"/>
              <a:gd name="connsiteX5070" fmla="*/ 4070451 w 10450132"/>
              <a:gd name="connsiteY5070" fmla="*/ 3480871 h 5450835"/>
              <a:gd name="connsiteX5071" fmla="*/ 4074983 w 10450132"/>
              <a:gd name="connsiteY5071" fmla="*/ 3472990 h 5450835"/>
              <a:gd name="connsiteX5072" fmla="*/ 4075772 w 10450132"/>
              <a:gd name="connsiteY5072" fmla="*/ 3472530 h 5450835"/>
              <a:gd name="connsiteX5073" fmla="*/ 3821358 w 10450132"/>
              <a:gd name="connsiteY5073" fmla="*/ 3472530 h 5450835"/>
              <a:gd name="connsiteX5074" fmla="*/ 3830423 w 10450132"/>
              <a:gd name="connsiteY5074" fmla="*/ 3472530 h 5450835"/>
              <a:gd name="connsiteX5075" fmla="*/ 3831212 w 10450132"/>
              <a:gd name="connsiteY5075" fmla="*/ 3472990 h 5450835"/>
              <a:gd name="connsiteX5076" fmla="*/ 3835745 w 10450132"/>
              <a:gd name="connsiteY5076" fmla="*/ 3480871 h 5450835"/>
              <a:gd name="connsiteX5077" fmla="*/ 3835745 w 10450132"/>
              <a:gd name="connsiteY5077" fmla="*/ 3481725 h 5450835"/>
              <a:gd name="connsiteX5078" fmla="*/ 3831212 w 10450132"/>
              <a:gd name="connsiteY5078" fmla="*/ 3489606 h 5450835"/>
              <a:gd name="connsiteX5079" fmla="*/ 3830423 w 10450132"/>
              <a:gd name="connsiteY5079" fmla="*/ 3490066 h 5450835"/>
              <a:gd name="connsiteX5080" fmla="*/ 3821358 w 10450132"/>
              <a:gd name="connsiteY5080" fmla="*/ 3490066 h 5450835"/>
              <a:gd name="connsiteX5081" fmla="*/ 3820571 w 10450132"/>
              <a:gd name="connsiteY5081" fmla="*/ 3489606 h 5450835"/>
              <a:gd name="connsiteX5082" fmla="*/ 3816038 w 10450132"/>
              <a:gd name="connsiteY5082" fmla="*/ 3481725 h 5450835"/>
              <a:gd name="connsiteX5083" fmla="*/ 3816038 w 10450132"/>
              <a:gd name="connsiteY5083" fmla="*/ 3480871 h 5450835"/>
              <a:gd name="connsiteX5084" fmla="*/ 3820571 w 10450132"/>
              <a:gd name="connsiteY5084" fmla="*/ 3472990 h 5450835"/>
              <a:gd name="connsiteX5085" fmla="*/ 3821358 w 10450132"/>
              <a:gd name="connsiteY5085" fmla="*/ 3472530 h 5450835"/>
              <a:gd name="connsiteX5086" fmla="*/ 3567111 w 10450132"/>
              <a:gd name="connsiteY5086" fmla="*/ 3472530 h 5450835"/>
              <a:gd name="connsiteX5087" fmla="*/ 3576176 w 10450132"/>
              <a:gd name="connsiteY5087" fmla="*/ 3472530 h 5450835"/>
              <a:gd name="connsiteX5088" fmla="*/ 3576964 w 10450132"/>
              <a:gd name="connsiteY5088" fmla="*/ 3472990 h 5450835"/>
              <a:gd name="connsiteX5089" fmla="*/ 3581496 w 10450132"/>
              <a:gd name="connsiteY5089" fmla="*/ 3480871 h 5450835"/>
              <a:gd name="connsiteX5090" fmla="*/ 3581496 w 10450132"/>
              <a:gd name="connsiteY5090" fmla="*/ 3481725 h 5450835"/>
              <a:gd name="connsiteX5091" fmla="*/ 3576964 w 10450132"/>
              <a:gd name="connsiteY5091" fmla="*/ 3489606 h 5450835"/>
              <a:gd name="connsiteX5092" fmla="*/ 3576176 w 10450132"/>
              <a:gd name="connsiteY5092" fmla="*/ 3490066 h 5450835"/>
              <a:gd name="connsiteX5093" fmla="*/ 3567111 w 10450132"/>
              <a:gd name="connsiteY5093" fmla="*/ 3490066 h 5450835"/>
              <a:gd name="connsiteX5094" fmla="*/ 3566322 w 10450132"/>
              <a:gd name="connsiteY5094" fmla="*/ 3489606 h 5450835"/>
              <a:gd name="connsiteX5095" fmla="*/ 3561790 w 10450132"/>
              <a:gd name="connsiteY5095" fmla="*/ 3481725 h 5450835"/>
              <a:gd name="connsiteX5096" fmla="*/ 3561790 w 10450132"/>
              <a:gd name="connsiteY5096" fmla="*/ 3480871 h 5450835"/>
              <a:gd name="connsiteX5097" fmla="*/ 3566322 w 10450132"/>
              <a:gd name="connsiteY5097" fmla="*/ 3472990 h 5450835"/>
              <a:gd name="connsiteX5098" fmla="*/ 3567111 w 10450132"/>
              <a:gd name="connsiteY5098" fmla="*/ 3472530 h 5450835"/>
              <a:gd name="connsiteX5099" fmla="*/ 3312632 w 10450132"/>
              <a:gd name="connsiteY5099" fmla="*/ 3472530 h 5450835"/>
              <a:gd name="connsiteX5100" fmla="*/ 3321696 w 10450132"/>
              <a:gd name="connsiteY5100" fmla="*/ 3472530 h 5450835"/>
              <a:gd name="connsiteX5101" fmla="*/ 3322484 w 10450132"/>
              <a:gd name="connsiteY5101" fmla="*/ 3472990 h 5450835"/>
              <a:gd name="connsiteX5102" fmla="*/ 3327016 w 10450132"/>
              <a:gd name="connsiteY5102" fmla="*/ 3480871 h 5450835"/>
              <a:gd name="connsiteX5103" fmla="*/ 3327016 w 10450132"/>
              <a:gd name="connsiteY5103" fmla="*/ 3481725 h 5450835"/>
              <a:gd name="connsiteX5104" fmla="*/ 3322484 w 10450132"/>
              <a:gd name="connsiteY5104" fmla="*/ 3489606 h 5450835"/>
              <a:gd name="connsiteX5105" fmla="*/ 3321696 w 10450132"/>
              <a:gd name="connsiteY5105" fmla="*/ 3490066 h 5450835"/>
              <a:gd name="connsiteX5106" fmla="*/ 3312632 w 10450132"/>
              <a:gd name="connsiteY5106" fmla="*/ 3490066 h 5450835"/>
              <a:gd name="connsiteX5107" fmla="*/ 3311844 w 10450132"/>
              <a:gd name="connsiteY5107" fmla="*/ 3489606 h 5450835"/>
              <a:gd name="connsiteX5108" fmla="*/ 3307311 w 10450132"/>
              <a:gd name="connsiteY5108" fmla="*/ 3481725 h 5450835"/>
              <a:gd name="connsiteX5109" fmla="*/ 3307311 w 10450132"/>
              <a:gd name="connsiteY5109" fmla="*/ 3480871 h 5450835"/>
              <a:gd name="connsiteX5110" fmla="*/ 3311844 w 10450132"/>
              <a:gd name="connsiteY5110" fmla="*/ 3472990 h 5450835"/>
              <a:gd name="connsiteX5111" fmla="*/ 3312632 w 10450132"/>
              <a:gd name="connsiteY5111" fmla="*/ 3472530 h 5450835"/>
              <a:gd name="connsiteX5112" fmla="*/ 3058270 w 10450132"/>
              <a:gd name="connsiteY5112" fmla="*/ 3472530 h 5450835"/>
              <a:gd name="connsiteX5113" fmla="*/ 3067335 w 10450132"/>
              <a:gd name="connsiteY5113" fmla="*/ 3472530 h 5450835"/>
              <a:gd name="connsiteX5114" fmla="*/ 3068123 w 10450132"/>
              <a:gd name="connsiteY5114" fmla="*/ 3472990 h 5450835"/>
              <a:gd name="connsiteX5115" fmla="*/ 3072655 w 10450132"/>
              <a:gd name="connsiteY5115" fmla="*/ 3480871 h 5450835"/>
              <a:gd name="connsiteX5116" fmla="*/ 3072655 w 10450132"/>
              <a:gd name="connsiteY5116" fmla="*/ 3481725 h 5450835"/>
              <a:gd name="connsiteX5117" fmla="*/ 3068123 w 10450132"/>
              <a:gd name="connsiteY5117" fmla="*/ 3489606 h 5450835"/>
              <a:gd name="connsiteX5118" fmla="*/ 3067335 w 10450132"/>
              <a:gd name="connsiteY5118" fmla="*/ 3490066 h 5450835"/>
              <a:gd name="connsiteX5119" fmla="*/ 3058270 w 10450132"/>
              <a:gd name="connsiteY5119" fmla="*/ 3490066 h 5450835"/>
              <a:gd name="connsiteX5120" fmla="*/ 3057482 w 10450132"/>
              <a:gd name="connsiteY5120" fmla="*/ 3489606 h 5450835"/>
              <a:gd name="connsiteX5121" fmla="*/ 3052949 w 10450132"/>
              <a:gd name="connsiteY5121" fmla="*/ 3481725 h 5450835"/>
              <a:gd name="connsiteX5122" fmla="*/ 3052949 w 10450132"/>
              <a:gd name="connsiteY5122" fmla="*/ 3480871 h 5450835"/>
              <a:gd name="connsiteX5123" fmla="*/ 3057482 w 10450132"/>
              <a:gd name="connsiteY5123" fmla="*/ 3472990 h 5450835"/>
              <a:gd name="connsiteX5124" fmla="*/ 3058270 w 10450132"/>
              <a:gd name="connsiteY5124" fmla="*/ 3472530 h 5450835"/>
              <a:gd name="connsiteX5125" fmla="*/ 2803819 w 10450132"/>
              <a:gd name="connsiteY5125" fmla="*/ 3472530 h 5450835"/>
              <a:gd name="connsiteX5126" fmla="*/ 2812884 w 10450132"/>
              <a:gd name="connsiteY5126" fmla="*/ 3472530 h 5450835"/>
              <a:gd name="connsiteX5127" fmla="*/ 2813670 w 10450132"/>
              <a:gd name="connsiteY5127" fmla="*/ 3472990 h 5450835"/>
              <a:gd name="connsiteX5128" fmla="*/ 2818203 w 10450132"/>
              <a:gd name="connsiteY5128" fmla="*/ 3480871 h 5450835"/>
              <a:gd name="connsiteX5129" fmla="*/ 2818203 w 10450132"/>
              <a:gd name="connsiteY5129" fmla="*/ 3481725 h 5450835"/>
              <a:gd name="connsiteX5130" fmla="*/ 2813670 w 10450132"/>
              <a:gd name="connsiteY5130" fmla="*/ 3489606 h 5450835"/>
              <a:gd name="connsiteX5131" fmla="*/ 2812884 w 10450132"/>
              <a:gd name="connsiteY5131" fmla="*/ 3490066 h 5450835"/>
              <a:gd name="connsiteX5132" fmla="*/ 2803819 w 10450132"/>
              <a:gd name="connsiteY5132" fmla="*/ 3490066 h 5450835"/>
              <a:gd name="connsiteX5133" fmla="*/ 2803029 w 10450132"/>
              <a:gd name="connsiteY5133" fmla="*/ 3489606 h 5450835"/>
              <a:gd name="connsiteX5134" fmla="*/ 2798497 w 10450132"/>
              <a:gd name="connsiteY5134" fmla="*/ 3481725 h 5450835"/>
              <a:gd name="connsiteX5135" fmla="*/ 2798497 w 10450132"/>
              <a:gd name="connsiteY5135" fmla="*/ 3480871 h 5450835"/>
              <a:gd name="connsiteX5136" fmla="*/ 2803029 w 10450132"/>
              <a:gd name="connsiteY5136" fmla="*/ 3472990 h 5450835"/>
              <a:gd name="connsiteX5137" fmla="*/ 2803819 w 10450132"/>
              <a:gd name="connsiteY5137" fmla="*/ 3472530 h 5450835"/>
              <a:gd name="connsiteX5138" fmla="*/ 2549484 w 10450132"/>
              <a:gd name="connsiteY5138" fmla="*/ 3472530 h 5450835"/>
              <a:gd name="connsiteX5139" fmla="*/ 2558549 w 10450132"/>
              <a:gd name="connsiteY5139" fmla="*/ 3472530 h 5450835"/>
              <a:gd name="connsiteX5140" fmla="*/ 2559338 w 10450132"/>
              <a:gd name="connsiteY5140" fmla="*/ 3472990 h 5450835"/>
              <a:gd name="connsiteX5141" fmla="*/ 2563870 w 10450132"/>
              <a:gd name="connsiteY5141" fmla="*/ 3480871 h 5450835"/>
              <a:gd name="connsiteX5142" fmla="*/ 2563870 w 10450132"/>
              <a:gd name="connsiteY5142" fmla="*/ 3481725 h 5450835"/>
              <a:gd name="connsiteX5143" fmla="*/ 2559338 w 10450132"/>
              <a:gd name="connsiteY5143" fmla="*/ 3489606 h 5450835"/>
              <a:gd name="connsiteX5144" fmla="*/ 2558549 w 10450132"/>
              <a:gd name="connsiteY5144" fmla="*/ 3490066 h 5450835"/>
              <a:gd name="connsiteX5145" fmla="*/ 2549484 w 10450132"/>
              <a:gd name="connsiteY5145" fmla="*/ 3490066 h 5450835"/>
              <a:gd name="connsiteX5146" fmla="*/ 2548695 w 10450132"/>
              <a:gd name="connsiteY5146" fmla="*/ 3489606 h 5450835"/>
              <a:gd name="connsiteX5147" fmla="*/ 2544165 w 10450132"/>
              <a:gd name="connsiteY5147" fmla="*/ 3481725 h 5450835"/>
              <a:gd name="connsiteX5148" fmla="*/ 2544165 w 10450132"/>
              <a:gd name="connsiteY5148" fmla="*/ 3480871 h 5450835"/>
              <a:gd name="connsiteX5149" fmla="*/ 2548695 w 10450132"/>
              <a:gd name="connsiteY5149" fmla="*/ 3472990 h 5450835"/>
              <a:gd name="connsiteX5150" fmla="*/ 2549484 w 10450132"/>
              <a:gd name="connsiteY5150" fmla="*/ 3472530 h 5450835"/>
              <a:gd name="connsiteX5151" fmla="*/ 2295159 w 10450132"/>
              <a:gd name="connsiteY5151" fmla="*/ 3472530 h 5450835"/>
              <a:gd name="connsiteX5152" fmla="*/ 2304223 w 10450132"/>
              <a:gd name="connsiteY5152" fmla="*/ 3472530 h 5450835"/>
              <a:gd name="connsiteX5153" fmla="*/ 2305011 w 10450132"/>
              <a:gd name="connsiteY5153" fmla="*/ 3472990 h 5450835"/>
              <a:gd name="connsiteX5154" fmla="*/ 2309543 w 10450132"/>
              <a:gd name="connsiteY5154" fmla="*/ 3480871 h 5450835"/>
              <a:gd name="connsiteX5155" fmla="*/ 2309543 w 10450132"/>
              <a:gd name="connsiteY5155" fmla="*/ 3481725 h 5450835"/>
              <a:gd name="connsiteX5156" fmla="*/ 2305011 w 10450132"/>
              <a:gd name="connsiteY5156" fmla="*/ 3489606 h 5450835"/>
              <a:gd name="connsiteX5157" fmla="*/ 2304223 w 10450132"/>
              <a:gd name="connsiteY5157" fmla="*/ 3490066 h 5450835"/>
              <a:gd name="connsiteX5158" fmla="*/ 2295159 w 10450132"/>
              <a:gd name="connsiteY5158" fmla="*/ 3490066 h 5450835"/>
              <a:gd name="connsiteX5159" fmla="*/ 2294370 w 10450132"/>
              <a:gd name="connsiteY5159" fmla="*/ 3489606 h 5450835"/>
              <a:gd name="connsiteX5160" fmla="*/ 2289838 w 10450132"/>
              <a:gd name="connsiteY5160" fmla="*/ 3481725 h 5450835"/>
              <a:gd name="connsiteX5161" fmla="*/ 2289838 w 10450132"/>
              <a:gd name="connsiteY5161" fmla="*/ 3480871 h 5450835"/>
              <a:gd name="connsiteX5162" fmla="*/ 2294370 w 10450132"/>
              <a:gd name="connsiteY5162" fmla="*/ 3472990 h 5450835"/>
              <a:gd name="connsiteX5163" fmla="*/ 2295159 w 10450132"/>
              <a:gd name="connsiteY5163" fmla="*/ 3472530 h 5450835"/>
              <a:gd name="connsiteX5164" fmla="*/ 2040723 w 10450132"/>
              <a:gd name="connsiteY5164" fmla="*/ 3472530 h 5450835"/>
              <a:gd name="connsiteX5165" fmla="*/ 2049788 w 10450132"/>
              <a:gd name="connsiteY5165" fmla="*/ 3472530 h 5450835"/>
              <a:gd name="connsiteX5166" fmla="*/ 2050576 w 10450132"/>
              <a:gd name="connsiteY5166" fmla="*/ 3472990 h 5450835"/>
              <a:gd name="connsiteX5167" fmla="*/ 2055108 w 10450132"/>
              <a:gd name="connsiteY5167" fmla="*/ 3480871 h 5450835"/>
              <a:gd name="connsiteX5168" fmla="*/ 2055108 w 10450132"/>
              <a:gd name="connsiteY5168" fmla="*/ 3481725 h 5450835"/>
              <a:gd name="connsiteX5169" fmla="*/ 2050576 w 10450132"/>
              <a:gd name="connsiteY5169" fmla="*/ 3489606 h 5450835"/>
              <a:gd name="connsiteX5170" fmla="*/ 2049788 w 10450132"/>
              <a:gd name="connsiteY5170" fmla="*/ 3490066 h 5450835"/>
              <a:gd name="connsiteX5171" fmla="*/ 2040723 w 10450132"/>
              <a:gd name="connsiteY5171" fmla="*/ 3490066 h 5450835"/>
              <a:gd name="connsiteX5172" fmla="*/ 2039937 w 10450132"/>
              <a:gd name="connsiteY5172" fmla="*/ 3489606 h 5450835"/>
              <a:gd name="connsiteX5173" fmla="*/ 2035402 w 10450132"/>
              <a:gd name="connsiteY5173" fmla="*/ 3481725 h 5450835"/>
              <a:gd name="connsiteX5174" fmla="*/ 2035402 w 10450132"/>
              <a:gd name="connsiteY5174" fmla="*/ 3480871 h 5450835"/>
              <a:gd name="connsiteX5175" fmla="*/ 2039937 w 10450132"/>
              <a:gd name="connsiteY5175" fmla="*/ 3472990 h 5450835"/>
              <a:gd name="connsiteX5176" fmla="*/ 2040723 w 10450132"/>
              <a:gd name="connsiteY5176" fmla="*/ 3472530 h 5450835"/>
              <a:gd name="connsiteX5177" fmla="*/ 1786223 w 10450132"/>
              <a:gd name="connsiteY5177" fmla="*/ 3472530 h 5450835"/>
              <a:gd name="connsiteX5178" fmla="*/ 1795287 w 10450132"/>
              <a:gd name="connsiteY5178" fmla="*/ 3472530 h 5450835"/>
              <a:gd name="connsiteX5179" fmla="*/ 1796075 w 10450132"/>
              <a:gd name="connsiteY5179" fmla="*/ 3472990 h 5450835"/>
              <a:gd name="connsiteX5180" fmla="*/ 1800607 w 10450132"/>
              <a:gd name="connsiteY5180" fmla="*/ 3480871 h 5450835"/>
              <a:gd name="connsiteX5181" fmla="*/ 1800607 w 10450132"/>
              <a:gd name="connsiteY5181" fmla="*/ 3481725 h 5450835"/>
              <a:gd name="connsiteX5182" fmla="*/ 1796075 w 10450132"/>
              <a:gd name="connsiteY5182" fmla="*/ 3489606 h 5450835"/>
              <a:gd name="connsiteX5183" fmla="*/ 1795287 w 10450132"/>
              <a:gd name="connsiteY5183" fmla="*/ 3490066 h 5450835"/>
              <a:gd name="connsiteX5184" fmla="*/ 1786223 w 10450132"/>
              <a:gd name="connsiteY5184" fmla="*/ 3490066 h 5450835"/>
              <a:gd name="connsiteX5185" fmla="*/ 1785434 w 10450132"/>
              <a:gd name="connsiteY5185" fmla="*/ 3489606 h 5450835"/>
              <a:gd name="connsiteX5186" fmla="*/ 1780902 w 10450132"/>
              <a:gd name="connsiteY5186" fmla="*/ 3481725 h 5450835"/>
              <a:gd name="connsiteX5187" fmla="*/ 1780902 w 10450132"/>
              <a:gd name="connsiteY5187" fmla="*/ 3480871 h 5450835"/>
              <a:gd name="connsiteX5188" fmla="*/ 1785434 w 10450132"/>
              <a:gd name="connsiteY5188" fmla="*/ 3472990 h 5450835"/>
              <a:gd name="connsiteX5189" fmla="*/ 1786223 w 10450132"/>
              <a:gd name="connsiteY5189" fmla="*/ 3472530 h 5450835"/>
              <a:gd name="connsiteX5190" fmla="*/ 1531893 w 10450132"/>
              <a:gd name="connsiteY5190" fmla="*/ 3472530 h 5450835"/>
              <a:gd name="connsiteX5191" fmla="*/ 1540956 w 10450132"/>
              <a:gd name="connsiteY5191" fmla="*/ 3472530 h 5450835"/>
              <a:gd name="connsiteX5192" fmla="*/ 1541744 w 10450132"/>
              <a:gd name="connsiteY5192" fmla="*/ 3472990 h 5450835"/>
              <a:gd name="connsiteX5193" fmla="*/ 1546275 w 10450132"/>
              <a:gd name="connsiteY5193" fmla="*/ 3480871 h 5450835"/>
              <a:gd name="connsiteX5194" fmla="*/ 1546275 w 10450132"/>
              <a:gd name="connsiteY5194" fmla="*/ 3481725 h 5450835"/>
              <a:gd name="connsiteX5195" fmla="*/ 1541744 w 10450132"/>
              <a:gd name="connsiteY5195" fmla="*/ 3489606 h 5450835"/>
              <a:gd name="connsiteX5196" fmla="*/ 1540956 w 10450132"/>
              <a:gd name="connsiteY5196" fmla="*/ 3490066 h 5450835"/>
              <a:gd name="connsiteX5197" fmla="*/ 1531893 w 10450132"/>
              <a:gd name="connsiteY5197" fmla="*/ 3490066 h 5450835"/>
              <a:gd name="connsiteX5198" fmla="*/ 1531104 w 10450132"/>
              <a:gd name="connsiteY5198" fmla="*/ 3489606 h 5450835"/>
              <a:gd name="connsiteX5199" fmla="*/ 1526571 w 10450132"/>
              <a:gd name="connsiteY5199" fmla="*/ 3481725 h 5450835"/>
              <a:gd name="connsiteX5200" fmla="*/ 1526571 w 10450132"/>
              <a:gd name="connsiteY5200" fmla="*/ 3480871 h 5450835"/>
              <a:gd name="connsiteX5201" fmla="*/ 1531104 w 10450132"/>
              <a:gd name="connsiteY5201" fmla="*/ 3472990 h 5450835"/>
              <a:gd name="connsiteX5202" fmla="*/ 1531893 w 10450132"/>
              <a:gd name="connsiteY5202" fmla="*/ 3472530 h 5450835"/>
              <a:gd name="connsiteX5203" fmla="*/ 1277531 w 10450132"/>
              <a:gd name="connsiteY5203" fmla="*/ 3472530 h 5450835"/>
              <a:gd name="connsiteX5204" fmla="*/ 1286596 w 10450132"/>
              <a:gd name="connsiteY5204" fmla="*/ 3472530 h 5450835"/>
              <a:gd name="connsiteX5205" fmla="*/ 1287385 w 10450132"/>
              <a:gd name="connsiteY5205" fmla="*/ 3472990 h 5450835"/>
              <a:gd name="connsiteX5206" fmla="*/ 1291918 w 10450132"/>
              <a:gd name="connsiteY5206" fmla="*/ 3480871 h 5450835"/>
              <a:gd name="connsiteX5207" fmla="*/ 1291918 w 10450132"/>
              <a:gd name="connsiteY5207" fmla="*/ 3481725 h 5450835"/>
              <a:gd name="connsiteX5208" fmla="*/ 1287385 w 10450132"/>
              <a:gd name="connsiteY5208" fmla="*/ 3489606 h 5450835"/>
              <a:gd name="connsiteX5209" fmla="*/ 1286596 w 10450132"/>
              <a:gd name="connsiteY5209" fmla="*/ 3490066 h 5450835"/>
              <a:gd name="connsiteX5210" fmla="*/ 1277531 w 10450132"/>
              <a:gd name="connsiteY5210" fmla="*/ 3490066 h 5450835"/>
              <a:gd name="connsiteX5211" fmla="*/ 1276743 w 10450132"/>
              <a:gd name="connsiteY5211" fmla="*/ 3489606 h 5450835"/>
              <a:gd name="connsiteX5212" fmla="*/ 1272212 w 10450132"/>
              <a:gd name="connsiteY5212" fmla="*/ 3481725 h 5450835"/>
              <a:gd name="connsiteX5213" fmla="*/ 1272212 w 10450132"/>
              <a:gd name="connsiteY5213" fmla="*/ 3480871 h 5450835"/>
              <a:gd name="connsiteX5214" fmla="*/ 1276743 w 10450132"/>
              <a:gd name="connsiteY5214" fmla="*/ 3472990 h 5450835"/>
              <a:gd name="connsiteX5215" fmla="*/ 1277531 w 10450132"/>
              <a:gd name="connsiteY5215" fmla="*/ 3472530 h 5450835"/>
              <a:gd name="connsiteX5216" fmla="*/ 1023117 w 10450132"/>
              <a:gd name="connsiteY5216" fmla="*/ 3472530 h 5450835"/>
              <a:gd name="connsiteX5217" fmla="*/ 1032183 w 10450132"/>
              <a:gd name="connsiteY5217" fmla="*/ 3472530 h 5450835"/>
              <a:gd name="connsiteX5218" fmla="*/ 1032970 w 10450132"/>
              <a:gd name="connsiteY5218" fmla="*/ 3472990 h 5450835"/>
              <a:gd name="connsiteX5219" fmla="*/ 1037502 w 10450132"/>
              <a:gd name="connsiteY5219" fmla="*/ 3480871 h 5450835"/>
              <a:gd name="connsiteX5220" fmla="*/ 1037502 w 10450132"/>
              <a:gd name="connsiteY5220" fmla="*/ 3481725 h 5450835"/>
              <a:gd name="connsiteX5221" fmla="*/ 1032970 w 10450132"/>
              <a:gd name="connsiteY5221" fmla="*/ 3489606 h 5450835"/>
              <a:gd name="connsiteX5222" fmla="*/ 1032183 w 10450132"/>
              <a:gd name="connsiteY5222" fmla="*/ 3490066 h 5450835"/>
              <a:gd name="connsiteX5223" fmla="*/ 1023117 w 10450132"/>
              <a:gd name="connsiteY5223" fmla="*/ 3490066 h 5450835"/>
              <a:gd name="connsiteX5224" fmla="*/ 1022330 w 10450132"/>
              <a:gd name="connsiteY5224" fmla="*/ 3489606 h 5450835"/>
              <a:gd name="connsiteX5225" fmla="*/ 1017796 w 10450132"/>
              <a:gd name="connsiteY5225" fmla="*/ 3481725 h 5450835"/>
              <a:gd name="connsiteX5226" fmla="*/ 1017796 w 10450132"/>
              <a:gd name="connsiteY5226" fmla="*/ 3480871 h 5450835"/>
              <a:gd name="connsiteX5227" fmla="*/ 1022330 w 10450132"/>
              <a:gd name="connsiteY5227" fmla="*/ 3472990 h 5450835"/>
              <a:gd name="connsiteX5228" fmla="*/ 1023117 w 10450132"/>
              <a:gd name="connsiteY5228" fmla="*/ 3472530 h 5450835"/>
              <a:gd name="connsiteX5229" fmla="*/ 768588 w 10450132"/>
              <a:gd name="connsiteY5229" fmla="*/ 3472530 h 5450835"/>
              <a:gd name="connsiteX5230" fmla="*/ 777651 w 10450132"/>
              <a:gd name="connsiteY5230" fmla="*/ 3472530 h 5450835"/>
              <a:gd name="connsiteX5231" fmla="*/ 778439 w 10450132"/>
              <a:gd name="connsiteY5231" fmla="*/ 3472990 h 5450835"/>
              <a:gd name="connsiteX5232" fmla="*/ 782971 w 10450132"/>
              <a:gd name="connsiteY5232" fmla="*/ 3480871 h 5450835"/>
              <a:gd name="connsiteX5233" fmla="*/ 782971 w 10450132"/>
              <a:gd name="connsiteY5233" fmla="*/ 3481725 h 5450835"/>
              <a:gd name="connsiteX5234" fmla="*/ 778439 w 10450132"/>
              <a:gd name="connsiteY5234" fmla="*/ 3489606 h 5450835"/>
              <a:gd name="connsiteX5235" fmla="*/ 777651 w 10450132"/>
              <a:gd name="connsiteY5235" fmla="*/ 3490066 h 5450835"/>
              <a:gd name="connsiteX5236" fmla="*/ 768588 w 10450132"/>
              <a:gd name="connsiteY5236" fmla="*/ 3490066 h 5450835"/>
              <a:gd name="connsiteX5237" fmla="*/ 767800 w 10450132"/>
              <a:gd name="connsiteY5237" fmla="*/ 3489606 h 5450835"/>
              <a:gd name="connsiteX5238" fmla="*/ 763266 w 10450132"/>
              <a:gd name="connsiteY5238" fmla="*/ 3481725 h 5450835"/>
              <a:gd name="connsiteX5239" fmla="*/ 763266 w 10450132"/>
              <a:gd name="connsiteY5239" fmla="*/ 3480871 h 5450835"/>
              <a:gd name="connsiteX5240" fmla="*/ 767800 w 10450132"/>
              <a:gd name="connsiteY5240" fmla="*/ 3472990 h 5450835"/>
              <a:gd name="connsiteX5241" fmla="*/ 768588 w 10450132"/>
              <a:gd name="connsiteY5241" fmla="*/ 3472530 h 5450835"/>
              <a:gd name="connsiteX5242" fmla="*/ 514286 w 10450132"/>
              <a:gd name="connsiteY5242" fmla="*/ 3472530 h 5450835"/>
              <a:gd name="connsiteX5243" fmla="*/ 523350 w 10450132"/>
              <a:gd name="connsiteY5243" fmla="*/ 3472530 h 5450835"/>
              <a:gd name="connsiteX5244" fmla="*/ 524138 w 10450132"/>
              <a:gd name="connsiteY5244" fmla="*/ 3472990 h 5450835"/>
              <a:gd name="connsiteX5245" fmla="*/ 528669 w 10450132"/>
              <a:gd name="connsiteY5245" fmla="*/ 3480871 h 5450835"/>
              <a:gd name="connsiteX5246" fmla="*/ 528669 w 10450132"/>
              <a:gd name="connsiteY5246" fmla="*/ 3481725 h 5450835"/>
              <a:gd name="connsiteX5247" fmla="*/ 524138 w 10450132"/>
              <a:gd name="connsiteY5247" fmla="*/ 3489606 h 5450835"/>
              <a:gd name="connsiteX5248" fmla="*/ 523350 w 10450132"/>
              <a:gd name="connsiteY5248" fmla="*/ 3490066 h 5450835"/>
              <a:gd name="connsiteX5249" fmla="*/ 514286 w 10450132"/>
              <a:gd name="connsiteY5249" fmla="*/ 3490066 h 5450835"/>
              <a:gd name="connsiteX5250" fmla="*/ 513498 w 10450132"/>
              <a:gd name="connsiteY5250" fmla="*/ 3489606 h 5450835"/>
              <a:gd name="connsiteX5251" fmla="*/ 508965 w 10450132"/>
              <a:gd name="connsiteY5251" fmla="*/ 3481725 h 5450835"/>
              <a:gd name="connsiteX5252" fmla="*/ 508965 w 10450132"/>
              <a:gd name="connsiteY5252" fmla="*/ 3480871 h 5450835"/>
              <a:gd name="connsiteX5253" fmla="*/ 513498 w 10450132"/>
              <a:gd name="connsiteY5253" fmla="*/ 3472990 h 5450835"/>
              <a:gd name="connsiteX5254" fmla="*/ 514286 w 10450132"/>
              <a:gd name="connsiteY5254" fmla="*/ 3472530 h 5450835"/>
              <a:gd name="connsiteX5255" fmla="*/ 259959 w 10450132"/>
              <a:gd name="connsiteY5255" fmla="*/ 3472530 h 5450835"/>
              <a:gd name="connsiteX5256" fmla="*/ 269023 w 10450132"/>
              <a:gd name="connsiteY5256" fmla="*/ 3472530 h 5450835"/>
              <a:gd name="connsiteX5257" fmla="*/ 269811 w 10450132"/>
              <a:gd name="connsiteY5257" fmla="*/ 3472990 h 5450835"/>
              <a:gd name="connsiteX5258" fmla="*/ 274343 w 10450132"/>
              <a:gd name="connsiteY5258" fmla="*/ 3480871 h 5450835"/>
              <a:gd name="connsiteX5259" fmla="*/ 274343 w 10450132"/>
              <a:gd name="connsiteY5259" fmla="*/ 3481725 h 5450835"/>
              <a:gd name="connsiteX5260" fmla="*/ 269811 w 10450132"/>
              <a:gd name="connsiteY5260" fmla="*/ 3489606 h 5450835"/>
              <a:gd name="connsiteX5261" fmla="*/ 269023 w 10450132"/>
              <a:gd name="connsiteY5261" fmla="*/ 3490066 h 5450835"/>
              <a:gd name="connsiteX5262" fmla="*/ 259959 w 10450132"/>
              <a:gd name="connsiteY5262" fmla="*/ 3490066 h 5450835"/>
              <a:gd name="connsiteX5263" fmla="*/ 259170 w 10450132"/>
              <a:gd name="connsiteY5263" fmla="*/ 3489606 h 5450835"/>
              <a:gd name="connsiteX5264" fmla="*/ 254638 w 10450132"/>
              <a:gd name="connsiteY5264" fmla="*/ 3481725 h 5450835"/>
              <a:gd name="connsiteX5265" fmla="*/ 254638 w 10450132"/>
              <a:gd name="connsiteY5265" fmla="*/ 3480871 h 5450835"/>
              <a:gd name="connsiteX5266" fmla="*/ 259170 w 10450132"/>
              <a:gd name="connsiteY5266" fmla="*/ 3472990 h 5450835"/>
              <a:gd name="connsiteX5267" fmla="*/ 259959 w 10450132"/>
              <a:gd name="connsiteY5267" fmla="*/ 3472530 h 5450835"/>
              <a:gd name="connsiteX5268" fmla="*/ 5523 w 10450132"/>
              <a:gd name="connsiteY5268" fmla="*/ 3472530 h 5450835"/>
              <a:gd name="connsiteX5269" fmla="*/ 14587 w 10450132"/>
              <a:gd name="connsiteY5269" fmla="*/ 3472530 h 5450835"/>
              <a:gd name="connsiteX5270" fmla="*/ 15375 w 10450132"/>
              <a:gd name="connsiteY5270" fmla="*/ 3472990 h 5450835"/>
              <a:gd name="connsiteX5271" fmla="*/ 19907 w 10450132"/>
              <a:gd name="connsiteY5271" fmla="*/ 3480871 h 5450835"/>
              <a:gd name="connsiteX5272" fmla="*/ 19907 w 10450132"/>
              <a:gd name="connsiteY5272" fmla="*/ 3481725 h 5450835"/>
              <a:gd name="connsiteX5273" fmla="*/ 15375 w 10450132"/>
              <a:gd name="connsiteY5273" fmla="*/ 3489606 h 5450835"/>
              <a:gd name="connsiteX5274" fmla="*/ 14587 w 10450132"/>
              <a:gd name="connsiteY5274" fmla="*/ 3490066 h 5450835"/>
              <a:gd name="connsiteX5275" fmla="*/ 5523 w 10450132"/>
              <a:gd name="connsiteY5275" fmla="*/ 3490066 h 5450835"/>
              <a:gd name="connsiteX5276" fmla="*/ 4734 w 10450132"/>
              <a:gd name="connsiteY5276" fmla="*/ 3489606 h 5450835"/>
              <a:gd name="connsiteX5277" fmla="*/ 202 w 10450132"/>
              <a:gd name="connsiteY5277" fmla="*/ 3481725 h 5450835"/>
              <a:gd name="connsiteX5278" fmla="*/ 202 w 10450132"/>
              <a:gd name="connsiteY5278" fmla="*/ 3480871 h 5450835"/>
              <a:gd name="connsiteX5279" fmla="*/ 4734 w 10450132"/>
              <a:gd name="connsiteY5279" fmla="*/ 3472990 h 5450835"/>
              <a:gd name="connsiteX5280" fmla="*/ 5523 w 10450132"/>
              <a:gd name="connsiteY5280" fmla="*/ 3472530 h 5450835"/>
              <a:gd name="connsiteX5281" fmla="*/ 10435622 w 10450132"/>
              <a:gd name="connsiteY5281" fmla="*/ 3255521 h 5450835"/>
              <a:gd name="connsiteX5282" fmla="*/ 10444686 w 10450132"/>
              <a:gd name="connsiteY5282" fmla="*/ 3255521 h 5450835"/>
              <a:gd name="connsiteX5283" fmla="*/ 10445474 w 10450132"/>
              <a:gd name="connsiteY5283" fmla="*/ 3255981 h 5450835"/>
              <a:gd name="connsiteX5284" fmla="*/ 10450007 w 10450132"/>
              <a:gd name="connsiteY5284" fmla="*/ 3263863 h 5450835"/>
              <a:gd name="connsiteX5285" fmla="*/ 10450007 w 10450132"/>
              <a:gd name="connsiteY5285" fmla="*/ 3264716 h 5450835"/>
              <a:gd name="connsiteX5286" fmla="*/ 10445474 w 10450132"/>
              <a:gd name="connsiteY5286" fmla="*/ 3272599 h 5450835"/>
              <a:gd name="connsiteX5287" fmla="*/ 10444686 w 10450132"/>
              <a:gd name="connsiteY5287" fmla="*/ 3273059 h 5450835"/>
              <a:gd name="connsiteX5288" fmla="*/ 10435622 w 10450132"/>
              <a:gd name="connsiteY5288" fmla="*/ 3273059 h 5450835"/>
              <a:gd name="connsiteX5289" fmla="*/ 10434834 w 10450132"/>
              <a:gd name="connsiteY5289" fmla="*/ 3272599 h 5450835"/>
              <a:gd name="connsiteX5290" fmla="*/ 10430302 w 10450132"/>
              <a:gd name="connsiteY5290" fmla="*/ 3264716 h 5450835"/>
              <a:gd name="connsiteX5291" fmla="*/ 10430302 w 10450132"/>
              <a:gd name="connsiteY5291" fmla="*/ 3263863 h 5450835"/>
              <a:gd name="connsiteX5292" fmla="*/ 10434834 w 10450132"/>
              <a:gd name="connsiteY5292" fmla="*/ 3255981 h 5450835"/>
              <a:gd name="connsiteX5293" fmla="*/ 10435622 w 10450132"/>
              <a:gd name="connsiteY5293" fmla="*/ 3255521 h 5450835"/>
              <a:gd name="connsiteX5294" fmla="*/ 10181242 w 10450132"/>
              <a:gd name="connsiteY5294" fmla="*/ 3255521 h 5450835"/>
              <a:gd name="connsiteX5295" fmla="*/ 10190305 w 10450132"/>
              <a:gd name="connsiteY5295" fmla="*/ 3255521 h 5450835"/>
              <a:gd name="connsiteX5296" fmla="*/ 10191093 w 10450132"/>
              <a:gd name="connsiteY5296" fmla="*/ 3255981 h 5450835"/>
              <a:gd name="connsiteX5297" fmla="*/ 10195626 w 10450132"/>
              <a:gd name="connsiteY5297" fmla="*/ 3263863 h 5450835"/>
              <a:gd name="connsiteX5298" fmla="*/ 10195626 w 10450132"/>
              <a:gd name="connsiteY5298" fmla="*/ 3264716 h 5450835"/>
              <a:gd name="connsiteX5299" fmla="*/ 10191093 w 10450132"/>
              <a:gd name="connsiteY5299" fmla="*/ 3272599 h 5450835"/>
              <a:gd name="connsiteX5300" fmla="*/ 10190305 w 10450132"/>
              <a:gd name="connsiteY5300" fmla="*/ 3273059 h 5450835"/>
              <a:gd name="connsiteX5301" fmla="*/ 10181242 w 10450132"/>
              <a:gd name="connsiteY5301" fmla="*/ 3273059 h 5450835"/>
              <a:gd name="connsiteX5302" fmla="*/ 10180453 w 10450132"/>
              <a:gd name="connsiteY5302" fmla="*/ 3272599 h 5450835"/>
              <a:gd name="connsiteX5303" fmla="*/ 10175922 w 10450132"/>
              <a:gd name="connsiteY5303" fmla="*/ 3264716 h 5450835"/>
              <a:gd name="connsiteX5304" fmla="*/ 10175922 w 10450132"/>
              <a:gd name="connsiteY5304" fmla="*/ 3263863 h 5450835"/>
              <a:gd name="connsiteX5305" fmla="*/ 10180453 w 10450132"/>
              <a:gd name="connsiteY5305" fmla="*/ 3255981 h 5450835"/>
              <a:gd name="connsiteX5306" fmla="*/ 10181242 w 10450132"/>
              <a:gd name="connsiteY5306" fmla="*/ 3255521 h 5450835"/>
              <a:gd name="connsiteX5307" fmla="*/ 9926861 w 10450132"/>
              <a:gd name="connsiteY5307" fmla="*/ 3255521 h 5450835"/>
              <a:gd name="connsiteX5308" fmla="*/ 9935924 w 10450132"/>
              <a:gd name="connsiteY5308" fmla="*/ 3255521 h 5450835"/>
              <a:gd name="connsiteX5309" fmla="*/ 9936713 w 10450132"/>
              <a:gd name="connsiteY5309" fmla="*/ 3255981 h 5450835"/>
              <a:gd name="connsiteX5310" fmla="*/ 9941246 w 10450132"/>
              <a:gd name="connsiteY5310" fmla="*/ 3263863 h 5450835"/>
              <a:gd name="connsiteX5311" fmla="*/ 9941246 w 10450132"/>
              <a:gd name="connsiteY5311" fmla="*/ 3264716 h 5450835"/>
              <a:gd name="connsiteX5312" fmla="*/ 9936713 w 10450132"/>
              <a:gd name="connsiteY5312" fmla="*/ 3272599 h 5450835"/>
              <a:gd name="connsiteX5313" fmla="*/ 9935924 w 10450132"/>
              <a:gd name="connsiteY5313" fmla="*/ 3273059 h 5450835"/>
              <a:gd name="connsiteX5314" fmla="*/ 9926861 w 10450132"/>
              <a:gd name="connsiteY5314" fmla="*/ 3273059 h 5450835"/>
              <a:gd name="connsiteX5315" fmla="*/ 9926073 w 10450132"/>
              <a:gd name="connsiteY5315" fmla="*/ 3272599 h 5450835"/>
              <a:gd name="connsiteX5316" fmla="*/ 9921541 w 10450132"/>
              <a:gd name="connsiteY5316" fmla="*/ 3264716 h 5450835"/>
              <a:gd name="connsiteX5317" fmla="*/ 9921541 w 10450132"/>
              <a:gd name="connsiteY5317" fmla="*/ 3263863 h 5450835"/>
              <a:gd name="connsiteX5318" fmla="*/ 9926073 w 10450132"/>
              <a:gd name="connsiteY5318" fmla="*/ 3255981 h 5450835"/>
              <a:gd name="connsiteX5319" fmla="*/ 9926861 w 10450132"/>
              <a:gd name="connsiteY5319" fmla="*/ 3255521 h 5450835"/>
              <a:gd name="connsiteX5320" fmla="*/ 9672481 w 10450132"/>
              <a:gd name="connsiteY5320" fmla="*/ 3255521 h 5450835"/>
              <a:gd name="connsiteX5321" fmla="*/ 9681545 w 10450132"/>
              <a:gd name="connsiteY5321" fmla="*/ 3255521 h 5450835"/>
              <a:gd name="connsiteX5322" fmla="*/ 9682333 w 10450132"/>
              <a:gd name="connsiteY5322" fmla="*/ 3255981 h 5450835"/>
              <a:gd name="connsiteX5323" fmla="*/ 9686865 w 10450132"/>
              <a:gd name="connsiteY5323" fmla="*/ 3263863 h 5450835"/>
              <a:gd name="connsiteX5324" fmla="*/ 9686865 w 10450132"/>
              <a:gd name="connsiteY5324" fmla="*/ 3264716 h 5450835"/>
              <a:gd name="connsiteX5325" fmla="*/ 9682333 w 10450132"/>
              <a:gd name="connsiteY5325" fmla="*/ 3272599 h 5450835"/>
              <a:gd name="connsiteX5326" fmla="*/ 9681545 w 10450132"/>
              <a:gd name="connsiteY5326" fmla="*/ 3273059 h 5450835"/>
              <a:gd name="connsiteX5327" fmla="*/ 9672481 w 10450132"/>
              <a:gd name="connsiteY5327" fmla="*/ 3273059 h 5450835"/>
              <a:gd name="connsiteX5328" fmla="*/ 9671693 w 10450132"/>
              <a:gd name="connsiteY5328" fmla="*/ 3272599 h 5450835"/>
              <a:gd name="connsiteX5329" fmla="*/ 9667160 w 10450132"/>
              <a:gd name="connsiteY5329" fmla="*/ 3264716 h 5450835"/>
              <a:gd name="connsiteX5330" fmla="*/ 9667160 w 10450132"/>
              <a:gd name="connsiteY5330" fmla="*/ 3263863 h 5450835"/>
              <a:gd name="connsiteX5331" fmla="*/ 9671693 w 10450132"/>
              <a:gd name="connsiteY5331" fmla="*/ 3255981 h 5450835"/>
              <a:gd name="connsiteX5332" fmla="*/ 9672481 w 10450132"/>
              <a:gd name="connsiteY5332" fmla="*/ 3255521 h 5450835"/>
              <a:gd name="connsiteX5333" fmla="*/ 9418035 w 10450132"/>
              <a:gd name="connsiteY5333" fmla="*/ 3255521 h 5450835"/>
              <a:gd name="connsiteX5334" fmla="*/ 9427099 w 10450132"/>
              <a:gd name="connsiteY5334" fmla="*/ 3255521 h 5450835"/>
              <a:gd name="connsiteX5335" fmla="*/ 9427887 w 10450132"/>
              <a:gd name="connsiteY5335" fmla="*/ 3255981 h 5450835"/>
              <a:gd name="connsiteX5336" fmla="*/ 9432419 w 10450132"/>
              <a:gd name="connsiteY5336" fmla="*/ 3263863 h 5450835"/>
              <a:gd name="connsiteX5337" fmla="*/ 9432419 w 10450132"/>
              <a:gd name="connsiteY5337" fmla="*/ 3264716 h 5450835"/>
              <a:gd name="connsiteX5338" fmla="*/ 9427887 w 10450132"/>
              <a:gd name="connsiteY5338" fmla="*/ 3272599 h 5450835"/>
              <a:gd name="connsiteX5339" fmla="*/ 9427099 w 10450132"/>
              <a:gd name="connsiteY5339" fmla="*/ 3273059 h 5450835"/>
              <a:gd name="connsiteX5340" fmla="*/ 9418035 w 10450132"/>
              <a:gd name="connsiteY5340" fmla="*/ 3273059 h 5450835"/>
              <a:gd name="connsiteX5341" fmla="*/ 9417247 w 10450132"/>
              <a:gd name="connsiteY5341" fmla="*/ 3272599 h 5450835"/>
              <a:gd name="connsiteX5342" fmla="*/ 9412714 w 10450132"/>
              <a:gd name="connsiteY5342" fmla="*/ 3264716 h 5450835"/>
              <a:gd name="connsiteX5343" fmla="*/ 9412714 w 10450132"/>
              <a:gd name="connsiteY5343" fmla="*/ 3263863 h 5450835"/>
              <a:gd name="connsiteX5344" fmla="*/ 9417247 w 10450132"/>
              <a:gd name="connsiteY5344" fmla="*/ 3255981 h 5450835"/>
              <a:gd name="connsiteX5345" fmla="*/ 9418035 w 10450132"/>
              <a:gd name="connsiteY5345" fmla="*/ 3255521 h 5450835"/>
              <a:gd name="connsiteX5346" fmla="*/ 9163654 w 10450132"/>
              <a:gd name="connsiteY5346" fmla="*/ 3255521 h 5450835"/>
              <a:gd name="connsiteX5347" fmla="*/ 9172718 w 10450132"/>
              <a:gd name="connsiteY5347" fmla="*/ 3255521 h 5450835"/>
              <a:gd name="connsiteX5348" fmla="*/ 9173506 w 10450132"/>
              <a:gd name="connsiteY5348" fmla="*/ 3255981 h 5450835"/>
              <a:gd name="connsiteX5349" fmla="*/ 9178038 w 10450132"/>
              <a:gd name="connsiteY5349" fmla="*/ 3263863 h 5450835"/>
              <a:gd name="connsiteX5350" fmla="*/ 9178038 w 10450132"/>
              <a:gd name="connsiteY5350" fmla="*/ 3264716 h 5450835"/>
              <a:gd name="connsiteX5351" fmla="*/ 9173506 w 10450132"/>
              <a:gd name="connsiteY5351" fmla="*/ 3272599 h 5450835"/>
              <a:gd name="connsiteX5352" fmla="*/ 9172718 w 10450132"/>
              <a:gd name="connsiteY5352" fmla="*/ 3273059 h 5450835"/>
              <a:gd name="connsiteX5353" fmla="*/ 9163654 w 10450132"/>
              <a:gd name="connsiteY5353" fmla="*/ 3273059 h 5450835"/>
              <a:gd name="connsiteX5354" fmla="*/ 9162866 w 10450132"/>
              <a:gd name="connsiteY5354" fmla="*/ 3272599 h 5450835"/>
              <a:gd name="connsiteX5355" fmla="*/ 9158333 w 10450132"/>
              <a:gd name="connsiteY5355" fmla="*/ 3264716 h 5450835"/>
              <a:gd name="connsiteX5356" fmla="*/ 9158333 w 10450132"/>
              <a:gd name="connsiteY5356" fmla="*/ 3263863 h 5450835"/>
              <a:gd name="connsiteX5357" fmla="*/ 9162866 w 10450132"/>
              <a:gd name="connsiteY5357" fmla="*/ 3255981 h 5450835"/>
              <a:gd name="connsiteX5358" fmla="*/ 9163654 w 10450132"/>
              <a:gd name="connsiteY5358" fmla="*/ 3255521 h 5450835"/>
              <a:gd name="connsiteX5359" fmla="*/ 8909274 w 10450132"/>
              <a:gd name="connsiteY5359" fmla="*/ 3255521 h 5450835"/>
              <a:gd name="connsiteX5360" fmla="*/ 8918336 w 10450132"/>
              <a:gd name="connsiteY5360" fmla="*/ 3255521 h 5450835"/>
              <a:gd name="connsiteX5361" fmla="*/ 8919125 w 10450132"/>
              <a:gd name="connsiteY5361" fmla="*/ 3255981 h 5450835"/>
              <a:gd name="connsiteX5362" fmla="*/ 8923657 w 10450132"/>
              <a:gd name="connsiteY5362" fmla="*/ 3263863 h 5450835"/>
              <a:gd name="connsiteX5363" fmla="*/ 8923657 w 10450132"/>
              <a:gd name="connsiteY5363" fmla="*/ 3264716 h 5450835"/>
              <a:gd name="connsiteX5364" fmla="*/ 8919125 w 10450132"/>
              <a:gd name="connsiteY5364" fmla="*/ 3272599 h 5450835"/>
              <a:gd name="connsiteX5365" fmla="*/ 8918336 w 10450132"/>
              <a:gd name="connsiteY5365" fmla="*/ 3273059 h 5450835"/>
              <a:gd name="connsiteX5366" fmla="*/ 8909274 w 10450132"/>
              <a:gd name="connsiteY5366" fmla="*/ 3273059 h 5450835"/>
              <a:gd name="connsiteX5367" fmla="*/ 8908484 w 10450132"/>
              <a:gd name="connsiteY5367" fmla="*/ 3272599 h 5450835"/>
              <a:gd name="connsiteX5368" fmla="*/ 8903953 w 10450132"/>
              <a:gd name="connsiteY5368" fmla="*/ 3264716 h 5450835"/>
              <a:gd name="connsiteX5369" fmla="*/ 8903953 w 10450132"/>
              <a:gd name="connsiteY5369" fmla="*/ 3263863 h 5450835"/>
              <a:gd name="connsiteX5370" fmla="*/ 8908484 w 10450132"/>
              <a:gd name="connsiteY5370" fmla="*/ 3255981 h 5450835"/>
              <a:gd name="connsiteX5371" fmla="*/ 8909274 w 10450132"/>
              <a:gd name="connsiteY5371" fmla="*/ 3255521 h 5450835"/>
              <a:gd name="connsiteX5372" fmla="*/ 8654892 w 10450132"/>
              <a:gd name="connsiteY5372" fmla="*/ 3255521 h 5450835"/>
              <a:gd name="connsiteX5373" fmla="*/ 8663955 w 10450132"/>
              <a:gd name="connsiteY5373" fmla="*/ 3255521 h 5450835"/>
              <a:gd name="connsiteX5374" fmla="*/ 8664744 w 10450132"/>
              <a:gd name="connsiteY5374" fmla="*/ 3255981 h 5450835"/>
              <a:gd name="connsiteX5375" fmla="*/ 8669277 w 10450132"/>
              <a:gd name="connsiteY5375" fmla="*/ 3263863 h 5450835"/>
              <a:gd name="connsiteX5376" fmla="*/ 8669277 w 10450132"/>
              <a:gd name="connsiteY5376" fmla="*/ 3264716 h 5450835"/>
              <a:gd name="connsiteX5377" fmla="*/ 8664744 w 10450132"/>
              <a:gd name="connsiteY5377" fmla="*/ 3272599 h 5450835"/>
              <a:gd name="connsiteX5378" fmla="*/ 8663955 w 10450132"/>
              <a:gd name="connsiteY5378" fmla="*/ 3273059 h 5450835"/>
              <a:gd name="connsiteX5379" fmla="*/ 8654892 w 10450132"/>
              <a:gd name="connsiteY5379" fmla="*/ 3273059 h 5450835"/>
              <a:gd name="connsiteX5380" fmla="*/ 8654104 w 10450132"/>
              <a:gd name="connsiteY5380" fmla="*/ 3272599 h 5450835"/>
              <a:gd name="connsiteX5381" fmla="*/ 8649572 w 10450132"/>
              <a:gd name="connsiteY5381" fmla="*/ 3264716 h 5450835"/>
              <a:gd name="connsiteX5382" fmla="*/ 8649572 w 10450132"/>
              <a:gd name="connsiteY5382" fmla="*/ 3263863 h 5450835"/>
              <a:gd name="connsiteX5383" fmla="*/ 8654104 w 10450132"/>
              <a:gd name="connsiteY5383" fmla="*/ 3255981 h 5450835"/>
              <a:gd name="connsiteX5384" fmla="*/ 8654892 w 10450132"/>
              <a:gd name="connsiteY5384" fmla="*/ 3255521 h 5450835"/>
              <a:gd name="connsiteX5385" fmla="*/ 8400511 w 10450132"/>
              <a:gd name="connsiteY5385" fmla="*/ 3255521 h 5450835"/>
              <a:gd name="connsiteX5386" fmla="*/ 8409575 w 10450132"/>
              <a:gd name="connsiteY5386" fmla="*/ 3255521 h 5450835"/>
              <a:gd name="connsiteX5387" fmla="*/ 8410363 w 10450132"/>
              <a:gd name="connsiteY5387" fmla="*/ 3255981 h 5450835"/>
              <a:gd name="connsiteX5388" fmla="*/ 8414896 w 10450132"/>
              <a:gd name="connsiteY5388" fmla="*/ 3263863 h 5450835"/>
              <a:gd name="connsiteX5389" fmla="*/ 8414896 w 10450132"/>
              <a:gd name="connsiteY5389" fmla="*/ 3264716 h 5450835"/>
              <a:gd name="connsiteX5390" fmla="*/ 8410363 w 10450132"/>
              <a:gd name="connsiteY5390" fmla="*/ 3272599 h 5450835"/>
              <a:gd name="connsiteX5391" fmla="*/ 8409575 w 10450132"/>
              <a:gd name="connsiteY5391" fmla="*/ 3273059 h 5450835"/>
              <a:gd name="connsiteX5392" fmla="*/ 8400511 w 10450132"/>
              <a:gd name="connsiteY5392" fmla="*/ 3273059 h 5450835"/>
              <a:gd name="connsiteX5393" fmla="*/ 8399723 w 10450132"/>
              <a:gd name="connsiteY5393" fmla="*/ 3272599 h 5450835"/>
              <a:gd name="connsiteX5394" fmla="*/ 8395191 w 10450132"/>
              <a:gd name="connsiteY5394" fmla="*/ 3264716 h 5450835"/>
              <a:gd name="connsiteX5395" fmla="*/ 8395191 w 10450132"/>
              <a:gd name="connsiteY5395" fmla="*/ 3263863 h 5450835"/>
              <a:gd name="connsiteX5396" fmla="*/ 8399723 w 10450132"/>
              <a:gd name="connsiteY5396" fmla="*/ 3255981 h 5450835"/>
              <a:gd name="connsiteX5397" fmla="*/ 8400511 w 10450132"/>
              <a:gd name="connsiteY5397" fmla="*/ 3255521 h 5450835"/>
              <a:gd name="connsiteX5398" fmla="*/ 8146065 w 10450132"/>
              <a:gd name="connsiteY5398" fmla="*/ 3255521 h 5450835"/>
              <a:gd name="connsiteX5399" fmla="*/ 8155129 w 10450132"/>
              <a:gd name="connsiteY5399" fmla="*/ 3255521 h 5450835"/>
              <a:gd name="connsiteX5400" fmla="*/ 8155917 w 10450132"/>
              <a:gd name="connsiteY5400" fmla="*/ 3255981 h 5450835"/>
              <a:gd name="connsiteX5401" fmla="*/ 8160449 w 10450132"/>
              <a:gd name="connsiteY5401" fmla="*/ 3263863 h 5450835"/>
              <a:gd name="connsiteX5402" fmla="*/ 8160449 w 10450132"/>
              <a:gd name="connsiteY5402" fmla="*/ 3264716 h 5450835"/>
              <a:gd name="connsiteX5403" fmla="*/ 8155917 w 10450132"/>
              <a:gd name="connsiteY5403" fmla="*/ 3272599 h 5450835"/>
              <a:gd name="connsiteX5404" fmla="*/ 8155129 w 10450132"/>
              <a:gd name="connsiteY5404" fmla="*/ 3273059 h 5450835"/>
              <a:gd name="connsiteX5405" fmla="*/ 8146065 w 10450132"/>
              <a:gd name="connsiteY5405" fmla="*/ 3273059 h 5450835"/>
              <a:gd name="connsiteX5406" fmla="*/ 8145277 w 10450132"/>
              <a:gd name="connsiteY5406" fmla="*/ 3272599 h 5450835"/>
              <a:gd name="connsiteX5407" fmla="*/ 8140745 w 10450132"/>
              <a:gd name="connsiteY5407" fmla="*/ 3264716 h 5450835"/>
              <a:gd name="connsiteX5408" fmla="*/ 8140745 w 10450132"/>
              <a:gd name="connsiteY5408" fmla="*/ 3263863 h 5450835"/>
              <a:gd name="connsiteX5409" fmla="*/ 8145277 w 10450132"/>
              <a:gd name="connsiteY5409" fmla="*/ 3255981 h 5450835"/>
              <a:gd name="connsiteX5410" fmla="*/ 8146065 w 10450132"/>
              <a:gd name="connsiteY5410" fmla="*/ 3255521 h 5450835"/>
              <a:gd name="connsiteX5411" fmla="*/ 7891684 w 10450132"/>
              <a:gd name="connsiteY5411" fmla="*/ 3255521 h 5450835"/>
              <a:gd name="connsiteX5412" fmla="*/ 7900748 w 10450132"/>
              <a:gd name="connsiteY5412" fmla="*/ 3255521 h 5450835"/>
              <a:gd name="connsiteX5413" fmla="*/ 7901536 w 10450132"/>
              <a:gd name="connsiteY5413" fmla="*/ 3255981 h 5450835"/>
              <a:gd name="connsiteX5414" fmla="*/ 7906067 w 10450132"/>
              <a:gd name="connsiteY5414" fmla="*/ 3263863 h 5450835"/>
              <a:gd name="connsiteX5415" fmla="*/ 7906067 w 10450132"/>
              <a:gd name="connsiteY5415" fmla="*/ 3264716 h 5450835"/>
              <a:gd name="connsiteX5416" fmla="*/ 7901536 w 10450132"/>
              <a:gd name="connsiteY5416" fmla="*/ 3272599 h 5450835"/>
              <a:gd name="connsiteX5417" fmla="*/ 7900748 w 10450132"/>
              <a:gd name="connsiteY5417" fmla="*/ 3273059 h 5450835"/>
              <a:gd name="connsiteX5418" fmla="*/ 7891684 w 10450132"/>
              <a:gd name="connsiteY5418" fmla="*/ 3273059 h 5450835"/>
              <a:gd name="connsiteX5419" fmla="*/ 7890896 w 10450132"/>
              <a:gd name="connsiteY5419" fmla="*/ 3272599 h 5450835"/>
              <a:gd name="connsiteX5420" fmla="*/ 7886363 w 10450132"/>
              <a:gd name="connsiteY5420" fmla="*/ 3264716 h 5450835"/>
              <a:gd name="connsiteX5421" fmla="*/ 7886363 w 10450132"/>
              <a:gd name="connsiteY5421" fmla="*/ 3263863 h 5450835"/>
              <a:gd name="connsiteX5422" fmla="*/ 7890896 w 10450132"/>
              <a:gd name="connsiteY5422" fmla="*/ 3255981 h 5450835"/>
              <a:gd name="connsiteX5423" fmla="*/ 7891684 w 10450132"/>
              <a:gd name="connsiteY5423" fmla="*/ 3255521 h 5450835"/>
              <a:gd name="connsiteX5424" fmla="*/ 7637304 w 10450132"/>
              <a:gd name="connsiteY5424" fmla="*/ 3255521 h 5450835"/>
              <a:gd name="connsiteX5425" fmla="*/ 7646367 w 10450132"/>
              <a:gd name="connsiteY5425" fmla="*/ 3255521 h 5450835"/>
              <a:gd name="connsiteX5426" fmla="*/ 7647156 w 10450132"/>
              <a:gd name="connsiteY5426" fmla="*/ 3255981 h 5450835"/>
              <a:gd name="connsiteX5427" fmla="*/ 7651687 w 10450132"/>
              <a:gd name="connsiteY5427" fmla="*/ 3263863 h 5450835"/>
              <a:gd name="connsiteX5428" fmla="*/ 7651687 w 10450132"/>
              <a:gd name="connsiteY5428" fmla="*/ 3264716 h 5450835"/>
              <a:gd name="connsiteX5429" fmla="*/ 7647156 w 10450132"/>
              <a:gd name="connsiteY5429" fmla="*/ 3272599 h 5450835"/>
              <a:gd name="connsiteX5430" fmla="*/ 7646367 w 10450132"/>
              <a:gd name="connsiteY5430" fmla="*/ 3273059 h 5450835"/>
              <a:gd name="connsiteX5431" fmla="*/ 7637304 w 10450132"/>
              <a:gd name="connsiteY5431" fmla="*/ 3273059 h 5450835"/>
              <a:gd name="connsiteX5432" fmla="*/ 7636516 w 10450132"/>
              <a:gd name="connsiteY5432" fmla="*/ 3272599 h 5450835"/>
              <a:gd name="connsiteX5433" fmla="*/ 7631983 w 10450132"/>
              <a:gd name="connsiteY5433" fmla="*/ 3264716 h 5450835"/>
              <a:gd name="connsiteX5434" fmla="*/ 7631983 w 10450132"/>
              <a:gd name="connsiteY5434" fmla="*/ 3263863 h 5450835"/>
              <a:gd name="connsiteX5435" fmla="*/ 7636516 w 10450132"/>
              <a:gd name="connsiteY5435" fmla="*/ 3255981 h 5450835"/>
              <a:gd name="connsiteX5436" fmla="*/ 7637304 w 10450132"/>
              <a:gd name="connsiteY5436" fmla="*/ 3255521 h 5450835"/>
              <a:gd name="connsiteX5437" fmla="*/ 7382923 w 10450132"/>
              <a:gd name="connsiteY5437" fmla="*/ 3255521 h 5450835"/>
              <a:gd name="connsiteX5438" fmla="*/ 7391987 w 10450132"/>
              <a:gd name="connsiteY5438" fmla="*/ 3255521 h 5450835"/>
              <a:gd name="connsiteX5439" fmla="*/ 7392775 w 10450132"/>
              <a:gd name="connsiteY5439" fmla="*/ 3255981 h 5450835"/>
              <a:gd name="connsiteX5440" fmla="*/ 7397307 w 10450132"/>
              <a:gd name="connsiteY5440" fmla="*/ 3263863 h 5450835"/>
              <a:gd name="connsiteX5441" fmla="*/ 7397307 w 10450132"/>
              <a:gd name="connsiteY5441" fmla="*/ 3264716 h 5450835"/>
              <a:gd name="connsiteX5442" fmla="*/ 7392775 w 10450132"/>
              <a:gd name="connsiteY5442" fmla="*/ 3272599 h 5450835"/>
              <a:gd name="connsiteX5443" fmla="*/ 7391987 w 10450132"/>
              <a:gd name="connsiteY5443" fmla="*/ 3273059 h 5450835"/>
              <a:gd name="connsiteX5444" fmla="*/ 7382923 w 10450132"/>
              <a:gd name="connsiteY5444" fmla="*/ 3273059 h 5450835"/>
              <a:gd name="connsiteX5445" fmla="*/ 7382135 w 10450132"/>
              <a:gd name="connsiteY5445" fmla="*/ 3272599 h 5450835"/>
              <a:gd name="connsiteX5446" fmla="*/ 7377602 w 10450132"/>
              <a:gd name="connsiteY5446" fmla="*/ 3264716 h 5450835"/>
              <a:gd name="connsiteX5447" fmla="*/ 7377602 w 10450132"/>
              <a:gd name="connsiteY5447" fmla="*/ 3263863 h 5450835"/>
              <a:gd name="connsiteX5448" fmla="*/ 7382135 w 10450132"/>
              <a:gd name="connsiteY5448" fmla="*/ 3255981 h 5450835"/>
              <a:gd name="connsiteX5449" fmla="*/ 7382923 w 10450132"/>
              <a:gd name="connsiteY5449" fmla="*/ 3255521 h 5450835"/>
              <a:gd name="connsiteX5450" fmla="*/ 7128477 w 10450132"/>
              <a:gd name="connsiteY5450" fmla="*/ 3255521 h 5450835"/>
              <a:gd name="connsiteX5451" fmla="*/ 7137540 w 10450132"/>
              <a:gd name="connsiteY5451" fmla="*/ 3255521 h 5450835"/>
              <a:gd name="connsiteX5452" fmla="*/ 7138328 w 10450132"/>
              <a:gd name="connsiteY5452" fmla="*/ 3255981 h 5450835"/>
              <a:gd name="connsiteX5453" fmla="*/ 7142860 w 10450132"/>
              <a:gd name="connsiteY5453" fmla="*/ 3263863 h 5450835"/>
              <a:gd name="connsiteX5454" fmla="*/ 7142860 w 10450132"/>
              <a:gd name="connsiteY5454" fmla="*/ 3264716 h 5450835"/>
              <a:gd name="connsiteX5455" fmla="*/ 7138328 w 10450132"/>
              <a:gd name="connsiteY5455" fmla="*/ 3272599 h 5450835"/>
              <a:gd name="connsiteX5456" fmla="*/ 7137540 w 10450132"/>
              <a:gd name="connsiteY5456" fmla="*/ 3273059 h 5450835"/>
              <a:gd name="connsiteX5457" fmla="*/ 7128477 w 10450132"/>
              <a:gd name="connsiteY5457" fmla="*/ 3273059 h 5450835"/>
              <a:gd name="connsiteX5458" fmla="*/ 7127689 w 10450132"/>
              <a:gd name="connsiteY5458" fmla="*/ 3272599 h 5450835"/>
              <a:gd name="connsiteX5459" fmla="*/ 7123156 w 10450132"/>
              <a:gd name="connsiteY5459" fmla="*/ 3264716 h 5450835"/>
              <a:gd name="connsiteX5460" fmla="*/ 7123156 w 10450132"/>
              <a:gd name="connsiteY5460" fmla="*/ 3263863 h 5450835"/>
              <a:gd name="connsiteX5461" fmla="*/ 7127689 w 10450132"/>
              <a:gd name="connsiteY5461" fmla="*/ 3255981 h 5450835"/>
              <a:gd name="connsiteX5462" fmla="*/ 7128477 w 10450132"/>
              <a:gd name="connsiteY5462" fmla="*/ 3255521 h 5450835"/>
              <a:gd name="connsiteX5463" fmla="*/ 6874095 w 10450132"/>
              <a:gd name="connsiteY5463" fmla="*/ 3255521 h 5450835"/>
              <a:gd name="connsiteX5464" fmla="*/ 6883159 w 10450132"/>
              <a:gd name="connsiteY5464" fmla="*/ 3255521 h 5450835"/>
              <a:gd name="connsiteX5465" fmla="*/ 6883947 w 10450132"/>
              <a:gd name="connsiteY5465" fmla="*/ 3255981 h 5450835"/>
              <a:gd name="connsiteX5466" fmla="*/ 6888480 w 10450132"/>
              <a:gd name="connsiteY5466" fmla="*/ 3263863 h 5450835"/>
              <a:gd name="connsiteX5467" fmla="*/ 6888480 w 10450132"/>
              <a:gd name="connsiteY5467" fmla="*/ 3264716 h 5450835"/>
              <a:gd name="connsiteX5468" fmla="*/ 6883947 w 10450132"/>
              <a:gd name="connsiteY5468" fmla="*/ 3272599 h 5450835"/>
              <a:gd name="connsiteX5469" fmla="*/ 6883159 w 10450132"/>
              <a:gd name="connsiteY5469" fmla="*/ 3273059 h 5450835"/>
              <a:gd name="connsiteX5470" fmla="*/ 6874095 w 10450132"/>
              <a:gd name="connsiteY5470" fmla="*/ 3273059 h 5450835"/>
              <a:gd name="connsiteX5471" fmla="*/ 6873307 w 10450132"/>
              <a:gd name="connsiteY5471" fmla="*/ 3272599 h 5450835"/>
              <a:gd name="connsiteX5472" fmla="*/ 6868775 w 10450132"/>
              <a:gd name="connsiteY5472" fmla="*/ 3264716 h 5450835"/>
              <a:gd name="connsiteX5473" fmla="*/ 6868775 w 10450132"/>
              <a:gd name="connsiteY5473" fmla="*/ 3263863 h 5450835"/>
              <a:gd name="connsiteX5474" fmla="*/ 6873307 w 10450132"/>
              <a:gd name="connsiteY5474" fmla="*/ 3255981 h 5450835"/>
              <a:gd name="connsiteX5475" fmla="*/ 6874095 w 10450132"/>
              <a:gd name="connsiteY5475" fmla="*/ 3255521 h 5450835"/>
              <a:gd name="connsiteX5476" fmla="*/ 6619714 w 10450132"/>
              <a:gd name="connsiteY5476" fmla="*/ 3255521 h 5450835"/>
              <a:gd name="connsiteX5477" fmla="*/ 6628778 w 10450132"/>
              <a:gd name="connsiteY5477" fmla="*/ 3255521 h 5450835"/>
              <a:gd name="connsiteX5478" fmla="*/ 6629566 w 10450132"/>
              <a:gd name="connsiteY5478" fmla="*/ 3255981 h 5450835"/>
              <a:gd name="connsiteX5479" fmla="*/ 6634099 w 10450132"/>
              <a:gd name="connsiteY5479" fmla="*/ 3263863 h 5450835"/>
              <a:gd name="connsiteX5480" fmla="*/ 6634099 w 10450132"/>
              <a:gd name="connsiteY5480" fmla="*/ 3264716 h 5450835"/>
              <a:gd name="connsiteX5481" fmla="*/ 6629566 w 10450132"/>
              <a:gd name="connsiteY5481" fmla="*/ 3272599 h 5450835"/>
              <a:gd name="connsiteX5482" fmla="*/ 6628778 w 10450132"/>
              <a:gd name="connsiteY5482" fmla="*/ 3273059 h 5450835"/>
              <a:gd name="connsiteX5483" fmla="*/ 6619714 w 10450132"/>
              <a:gd name="connsiteY5483" fmla="*/ 3273059 h 5450835"/>
              <a:gd name="connsiteX5484" fmla="*/ 6618926 w 10450132"/>
              <a:gd name="connsiteY5484" fmla="*/ 3272599 h 5450835"/>
              <a:gd name="connsiteX5485" fmla="*/ 6614394 w 10450132"/>
              <a:gd name="connsiteY5485" fmla="*/ 3264716 h 5450835"/>
              <a:gd name="connsiteX5486" fmla="*/ 6614394 w 10450132"/>
              <a:gd name="connsiteY5486" fmla="*/ 3263863 h 5450835"/>
              <a:gd name="connsiteX5487" fmla="*/ 6618926 w 10450132"/>
              <a:gd name="connsiteY5487" fmla="*/ 3255981 h 5450835"/>
              <a:gd name="connsiteX5488" fmla="*/ 6619714 w 10450132"/>
              <a:gd name="connsiteY5488" fmla="*/ 3255521 h 5450835"/>
              <a:gd name="connsiteX5489" fmla="*/ 6365334 w 10450132"/>
              <a:gd name="connsiteY5489" fmla="*/ 3255521 h 5450835"/>
              <a:gd name="connsiteX5490" fmla="*/ 6374397 w 10450132"/>
              <a:gd name="connsiteY5490" fmla="*/ 3255521 h 5450835"/>
              <a:gd name="connsiteX5491" fmla="*/ 6375186 w 10450132"/>
              <a:gd name="connsiteY5491" fmla="*/ 3255981 h 5450835"/>
              <a:gd name="connsiteX5492" fmla="*/ 6379718 w 10450132"/>
              <a:gd name="connsiteY5492" fmla="*/ 3263863 h 5450835"/>
              <a:gd name="connsiteX5493" fmla="*/ 6379718 w 10450132"/>
              <a:gd name="connsiteY5493" fmla="*/ 3264716 h 5450835"/>
              <a:gd name="connsiteX5494" fmla="*/ 6375186 w 10450132"/>
              <a:gd name="connsiteY5494" fmla="*/ 3272599 h 5450835"/>
              <a:gd name="connsiteX5495" fmla="*/ 6374397 w 10450132"/>
              <a:gd name="connsiteY5495" fmla="*/ 3273059 h 5450835"/>
              <a:gd name="connsiteX5496" fmla="*/ 6365334 w 10450132"/>
              <a:gd name="connsiteY5496" fmla="*/ 3273059 h 5450835"/>
              <a:gd name="connsiteX5497" fmla="*/ 6364546 w 10450132"/>
              <a:gd name="connsiteY5497" fmla="*/ 3272599 h 5450835"/>
              <a:gd name="connsiteX5498" fmla="*/ 6360014 w 10450132"/>
              <a:gd name="connsiteY5498" fmla="*/ 3264716 h 5450835"/>
              <a:gd name="connsiteX5499" fmla="*/ 6360014 w 10450132"/>
              <a:gd name="connsiteY5499" fmla="*/ 3263863 h 5450835"/>
              <a:gd name="connsiteX5500" fmla="*/ 6364546 w 10450132"/>
              <a:gd name="connsiteY5500" fmla="*/ 3255981 h 5450835"/>
              <a:gd name="connsiteX5501" fmla="*/ 6365334 w 10450132"/>
              <a:gd name="connsiteY5501" fmla="*/ 3255521 h 5450835"/>
              <a:gd name="connsiteX5502" fmla="*/ 6110888 w 10450132"/>
              <a:gd name="connsiteY5502" fmla="*/ 3255521 h 5450835"/>
              <a:gd name="connsiteX5503" fmla="*/ 6119953 w 10450132"/>
              <a:gd name="connsiteY5503" fmla="*/ 3255521 h 5450835"/>
              <a:gd name="connsiteX5504" fmla="*/ 6120740 w 10450132"/>
              <a:gd name="connsiteY5504" fmla="*/ 3255981 h 5450835"/>
              <a:gd name="connsiteX5505" fmla="*/ 6125272 w 10450132"/>
              <a:gd name="connsiteY5505" fmla="*/ 3263863 h 5450835"/>
              <a:gd name="connsiteX5506" fmla="*/ 6125272 w 10450132"/>
              <a:gd name="connsiteY5506" fmla="*/ 3264716 h 5450835"/>
              <a:gd name="connsiteX5507" fmla="*/ 6120740 w 10450132"/>
              <a:gd name="connsiteY5507" fmla="*/ 3272599 h 5450835"/>
              <a:gd name="connsiteX5508" fmla="*/ 6119953 w 10450132"/>
              <a:gd name="connsiteY5508" fmla="*/ 3273059 h 5450835"/>
              <a:gd name="connsiteX5509" fmla="*/ 6110888 w 10450132"/>
              <a:gd name="connsiteY5509" fmla="*/ 3273059 h 5450835"/>
              <a:gd name="connsiteX5510" fmla="*/ 6110101 w 10450132"/>
              <a:gd name="connsiteY5510" fmla="*/ 3272599 h 5450835"/>
              <a:gd name="connsiteX5511" fmla="*/ 6105567 w 10450132"/>
              <a:gd name="connsiteY5511" fmla="*/ 3264716 h 5450835"/>
              <a:gd name="connsiteX5512" fmla="*/ 6105567 w 10450132"/>
              <a:gd name="connsiteY5512" fmla="*/ 3263863 h 5450835"/>
              <a:gd name="connsiteX5513" fmla="*/ 6110101 w 10450132"/>
              <a:gd name="connsiteY5513" fmla="*/ 3255981 h 5450835"/>
              <a:gd name="connsiteX5514" fmla="*/ 6110888 w 10450132"/>
              <a:gd name="connsiteY5514" fmla="*/ 3255521 h 5450835"/>
              <a:gd name="connsiteX5515" fmla="*/ 5856508 w 10450132"/>
              <a:gd name="connsiteY5515" fmla="*/ 3255521 h 5450835"/>
              <a:gd name="connsiteX5516" fmla="*/ 5865571 w 10450132"/>
              <a:gd name="connsiteY5516" fmla="*/ 3255521 h 5450835"/>
              <a:gd name="connsiteX5517" fmla="*/ 5866359 w 10450132"/>
              <a:gd name="connsiteY5517" fmla="*/ 3255981 h 5450835"/>
              <a:gd name="connsiteX5518" fmla="*/ 5870891 w 10450132"/>
              <a:gd name="connsiteY5518" fmla="*/ 3263863 h 5450835"/>
              <a:gd name="connsiteX5519" fmla="*/ 5870891 w 10450132"/>
              <a:gd name="connsiteY5519" fmla="*/ 3264716 h 5450835"/>
              <a:gd name="connsiteX5520" fmla="*/ 5866359 w 10450132"/>
              <a:gd name="connsiteY5520" fmla="*/ 3272599 h 5450835"/>
              <a:gd name="connsiteX5521" fmla="*/ 5865571 w 10450132"/>
              <a:gd name="connsiteY5521" fmla="*/ 3273059 h 5450835"/>
              <a:gd name="connsiteX5522" fmla="*/ 5856508 w 10450132"/>
              <a:gd name="connsiteY5522" fmla="*/ 3273059 h 5450835"/>
              <a:gd name="connsiteX5523" fmla="*/ 5855720 w 10450132"/>
              <a:gd name="connsiteY5523" fmla="*/ 3272599 h 5450835"/>
              <a:gd name="connsiteX5524" fmla="*/ 5851187 w 10450132"/>
              <a:gd name="connsiteY5524" fmla="*/ 3264716 h 5450835"/>
              <a:gd name="connsiteX5525" fmla="*/ 5851187 w 10450132"/>
              <a:gd name="connsiteY5525" fmla="*/ 3263863 h 5450835"/>
              <a:gd name="connsiteX5526" fmla="*/ 5855720 w 10450132"/>
              <a:gd name="connsiteY5526" fmla="*/ 3255981 h 5450835"/>
              <a:gd name="connsiteX5527" fmla="*/ 5856508 w 10450132"/>
              <a:gd name="connsiteY5527" fmla="*/ 3255521 h 5450835"/>
              <a:gd name="connsiteX5528" fmla="*/ 5602126 w 10450132"/>
              <a:gd name="connsiteY5528" fmla="*/ 3255521 h 5450835"/>
              <a:gd name="connsiteX5529" fmla="*/ 5611191 w 10450132"/>
              <a:gd name="connsiteY5529" fmla="*/ 3255521 h 5450835"/>
              <a:gd name="connsiteX5530" fmla="*/ 5611979 w 10450132"/>
              <a:gd name="connsiteY5530" fmla="*/ 3255981 h 5450835"/>
              <a:gd name="connsiteX5531" fmla="*/ 5616511 w 10450132"/>
              <a:gd name="connsiteY5531" fmla="*/ 3263863 h 5450835"/>
              <a:gd name="connsiteX5532" fmla="*/ 5616511 w 10450132"/>
              <a:gd name="connsiteY5532" fmla="*/ 3264716 h 5450835"/>
              <a:gd name="connsiteX5533" fmla="*/ 5611979 w 10450132"/>
              <a:gd name="connsiteY5533" fmla="*/ 3272599 h 5450835"/>
              <a:gd name="connsiteX5534" fmla="*/ 5611191 w 10450132"/>
              <a:gd name="connsiteY5534" fmla="*/ 3273059 h 5450835"/>
              <a:gd name="connsiteX5535" fmla="*/ 5602126 w 10450132"/>
              <a:gd name="connsiteY5535" fmla="*/ 3273059 h 5450835"/>
              <a:gd name="connsiteX5536" fmla="*/ 5601338 w 10450132"/>
              <a:gd name="connsiteY5536" fmla="*/ 3272599 h 5450835"/>
              <a:gd name="connsiteX5537" fmla="*/ 5596807 w 10450132"/>
              <a:gd name="connsiteY5537" fmla="*/ 3264716 h 5450835"/>
              <a:gd name="connsiteX5538" fmla="*/ 5596807 w 10450132"/>
              <a:gd name="connsiteY5538" fmla="*/ 3263863 h 5450835"/>
              <a:gd name="connsiteX5539" fmla="*/ 5601338 w 10450132"/>
              <a:gd name="connsiteY5539" fmla="*/ 3255981 h 5450835"/>
              <a:gd name="connsiteX5540" fmla="*/ 5602126 w 10450132"/>
              <a:gd name="connsiteY5540" fmla="*/ 3255521 h 5450835"/>
              <a:gd name="connsiteX5541" fmla="*/ 5347746 w 10450132"/>
              <a:gd name="connsiteY5541" fmla="*/ 3255521 h 5450835"/>
              <a:gd name="connsiteX5542" fmla="*/ 5356810 w 10450132"/>
              <a:gd name="connsiteY5542" fmla="*/ 3255521 h 5450835"/>
              <a:gd name="connsiteX5543" fmla="*/ 5357598 w 10450132"/>
              <a:gd name="connsiteY5543" fmla="*/ 3255981 h 5450835"/>
              <a:gd name="connsiteX5544" fmla="*/ 5362130 w 10450132"/>
              <a:gd name="connsiteY5544" fmla="*/ 3263863 h 5450835"/>
              <a:gd name="connsiteX5545" fmla="*/ 5362130 w 10450132"/>
              <a:gd name="connsiteY5545" fmla="*/ 3264716 h 5450835"/>
              <a:gd name="connsiteX5546" fmla="*/ 5357598 w 10450132"/>
              <a:gd name="connsiteY5546" fmla="*/ 3272599 h 5450835"/>
              <a:gd name="connsiteX5547" fmla="*/ 5356810 w 10450132"/>
              <a:gd name="connsiteY5547" fmla="*/ 3273059 h 5450835"/>
              <a:gd name="connsiteX5548" fmla="*/ 5347746 w 10450132"/>
              <a:gd name="connsiteY5548" fmla="*/ 3273059 h 5450835"/>
              <a:gd name="connsiteX5549" fmla="*/ 5346958 w 10450132"/>
              <a:gd name="connsiteY5549" fmla="*/ 3272599 h 5450835"/>
              <a:gd name="connsiteX5550" fmla="*/ 5342425 w 10450132"/>
              <a:gd name="connsiteY5550" fmla="*/ 3264716 h 5450835"/>
              <a:gd name="connsiteX5551" fmla="*/ 5342425 w 10450132"/>
              <a:gd name="connsiteY5551" fmla="*/ 3263863 h 5450835"/>
              <a:gd name="connsiteX5552" fmla="*/ 5346958 w 10450132"/>
              <a:gd name="connsiteY5552" fmla="*/ 3255981 h 5450835"/>
              <a:gd name="connsiteX5553" fmla="*/ 5347746 w 10450132"/>
              <a:gd name="connsiteY5553" fmla="*/ 3255521 h 5450835"/>
              <a:gd name="connsiteX5554" fmla="*/ 5093300 w 10450132"/>
              <a:gd name="connsiteY5554" fmla="*/ 3255521 h 5450835"/>
              <a:gd name="connsiteX5555" fmla="*/ 5102364 w 10450132"/>
              <a:gd name="connsiteY5555" fmla="*/ 3255521 h 5450835"/>
              <a:gd name="connsiteX5556" fmla="*/ 5103153 w 10450132"/>
              <a:gd name="connsiteY5556" fmla="*/ 3255981 h 5450835"/>
              <a:gd name="connsiteX5557" fmla="*/ 5107684 w 10450132"/>
              <a:gd name="connsiteY5557" fmla="*/ 3263863 h 5450835"/>
              <a:gd name="connsiteX5558" fmla="*/ 5107684 w 10450132"/>
              <a:gd name="connsiteY5558" fmla="*/ 3264716 h 5450835"/>
              <a:gd name="connsiteX5559" fmla="*/ 5103153 w 10450132"/>
              <a:gd name="connsiteY5559" fmla="*/ 3272599 h 5450835"/>
              <a:gd name="connsiteX5560" fmla="*/ 5102364 w 10450132"/>
              <a:gd name="connsiteY5560" fmla="*/ 3273059 h 5450835"/>
              <a:gd name="connsiteX5561" fmla="*/ 5093300 w 10450132"/>
              <a:gd name="connsiteY5561" fmla="*/ 3273059 h 5450835"/>
              <a:gd name="connsiteX5562" fmla="*/ 5092512 w 10450132"/>
              <a:gd name="connsiteY5562" fmla="*/ 3272599 h 5450835"/>
              <a:gd name="connsiteX5563" fmla="*/ 5087979 w 10450132"/>
              <a:gd name="connsiteY5563" fmla="*/ 3264716 h 5450835"/>
              <a:gd name="connsiteX5564" fmla="*/ 5087979 w 10450132"/>
              <a:gd name="connsiteY5564" fmla="*/ 3263863 h 5450835"/>
              <a:gd name="connsiteX5565" fmla="*/ 5092512 w 10450132"/>
              <a:gd name="connsiteY5565" fmla="*/ 3255981 h 5450835"/>
              <a:gd name="connsiteX5566" fmla="*/ 5093300 w 10450132"/>
              <a:gd name="connsiteY5566" fmla="*/ 3255521 h 5450835"/>
              <a:gd name="connsiteX5567" fmla="*/ 4838919 w 10450132"/>
              <a:gd name="connsiteY5567" fmla="*/ 3255521 h 5450835"/>
              <a:gd name="connsiteX5568" fmla="*/ 4847982 w 10450132"/>
              <a:gd name="connsiteY5568" fmla="*/ 3255521 h 5450835"/>
              <a:gd name="connsiteX5569" fmla="*/ 4848772 w 10450132"/>
              <a:gd name="connsiteY5569" fmla="*/ 3255981 h 5450835"/>
              <a:gd name="connsiteX5570" fmla="*/ 4853303 w 10450132"/>
              <a:gd name="connsiteY5570" fmla="*/ 3263863 h 5450835"/>
              <a:gd name="connsiteX5571" fmla="*/ 4853303 w 10450132"/>
              <a:gd name="connsiteY5571" fmla="*/ 3264716 h 5450835"/>
              <a:gd name="connsiteX5572" fmla="*/ 4848772 w 10450132"/>
              <a:gd name="connsiteY5572" fmla="*/ 3272599 h 5450835"/>
              <a:gd name="connsiteX5573" fmla="*/ 4847982 w 10450132"/>
              <a:gd name="connsiteY5573" fmla="*/ 3273059 h 5450835"/>
              <a:gd name="connsiteX5574" fmla="*/ 4838919 w 10450132"/>
              <a:gd name="connsiteY5574" fmla="*/ 3273059 h 5450835"/>
              <a:gd name="connsiteX5575" fmla="*/ 4838132 w 10450132"/>
              <a:gd name="connsiteY5575" fmla="*/ 3272599 h 5450835"/>
              <a:gd name="connsiteX5576" fmla="*/ 4833598 w 10450132"/>
              <a:gd name="connsiteY5576" fmla="*/ 3264716 h 5450835"/>
              <a:gd name="connsiteX5577" fmla="*/ 4833598 w 10450132"/>
              <a:gd name="connsiteY5577" fmla="*/ 3263863 h 5450835"/>
              <a:gd name="connsiteX5578" fmla="*/ 4838132 w 10450132"/>
              <a:gd name="connsiteY5578" fmla="*/ 3255981 h 5450835"/>
              <a:gd name="connsiteX5579" fmla="*/ 4838919 w 10450132"/>
              <a:gd name="connsiteY5579" fmla="*/ 3255521 h 5450835"/>
              <a:gd name="connsiteX5580" fmla="*/ 4584538 w 10450132"/>
              <a:gd name="connsiteY5580" fmla="*/ 3255521 h 5450835"/>
              <a:gd name="connsiteX5581" fmla="*/ 4593603 w 10450132"/>
              <a:gd name="connsiteY5581" fmla="*/ 3255521 h 5450835"/>
              <a:gd name="connsiteX5582" fmla="*/ 4594390 w 10450132"/>
              <a:gd name="connsiteY5582" fmla="*/ 3255981 h 5450835"/>
              <a:gd name="connsiteX5583" fmla="*/ 4598922 w 10450132"/>
              <a:gd name="connsiteY5583" fmla="*/ 3263863 h 5450835"/>
              <a:gd name="connsiteX5584" fmla="*/ 4598922 w 10450132"/>
              <a:gd name="connsiteY5584" fmla="*/ 3264716 h 5450835"/>
              <a:gd name="connsiteX5585" fmla="*/ 4594390 w 10450132"/>
              <a:gd name="connsiteY5585" fmla="*/ 3272599 h 5450835"/>
              <a:gd name="connsiteX5586" fmla="*/ 4593603 w 10450132"/>
              <a:gd name="connsiteY5586" fmla="*/ 3273059 h 5450835"/>
              <a:gd name="connsiteX5587" fmla="*/ 4584538 w 10450132"/>
              <a:gd name="connsiteY5587" fmla="*/ 3273059 h 5450835"/>
              <a:gd name="connsiteX5588" fmla="*/ 4583749 w 10450132"/>
              <a:gd name="connsiteY5588" fmla="*/ 3272599 h 5450835"/>
              <a:gd name="connsiteX5589" fmla="*/ 4579218 w 10450132"/>
              <a:gd name="connsiteY5589" fmla="*/ 3264716 h 5450835"/>
              <a:gd name="connsiteX5590" fmla="*/ 4579218 w 10450132"/>
              <a:gd name="connsiteY5590" fmla="*/ 3263863 h 5450835"/>
              <a:gd name="connsiteX5591" fmla="*/ 4583749 w 10450132"/>
              <a:gd name="connsiteY5591" fmla="*/ 3255981 h 5450835"/>
              <a:gd name="connsiteX5592" fmla="*/ 4584538 w 10450132"/>
              <a:gd name="connsiteY5592" fmla="*/ 3255521 h 5450835"/>
              <a:gd name="connsiteX5593" fmla="*/ 4330157 w 10450132"/>
              <a:gd name="connsiteY5593" fmla="*/ 3255521 h 5450835"/>
              <a:gd name="connsiteX5594" fmla="*/ 4339222 w 10450132"/>
              <a:gd name="connsiteY5594" fmla="*/ 3255521 h 5450835"/>
              <a:gd name="connsiteX5595" fmla="*/ 4340010 w 10450132"/>
              <a:gd name="connsiteY5595" fmla="*/ 3255981 h 5450835"/>
              <a:gd name="connsiteX5596" fmla="*/ 4344540 w 10450132"/>
              <a:gd name="connsiteY5596" fmla="*/ 3263863 h 5450835"/>
              <a:gd name="connsiteX5597" fmla="*/ 4344540 w 10450132"/>
              <a:gd name="connsiteY5597" fmla="*/ 3264716 h 5450835"/>
              <a:gd name="connsiteX5598" fmla="*/ 4340010 w 10450132"/>
              <a:gd name="connsiteY5598" fmla="*/ 3272599 h 5450835"/>
              <a:gd name="connsiteX5599" fmla="*/ 4339222 w 10450132"/>
              <a:gd name="connsiteY5599" fmla="*/ 3273059 h 5450835"/>
              <a:gd name="connsiteX5600" fmla="*/ 4330157 w 10450132"/>
              <a:gd name="connsiteY5600" fmla="*/ 3273059 h 5450835"/>
              <a:gd name="connsiteX5601" fmla="*/ 4329369 w 10450132"/>
              <a:gd name="connsiteY5601" fmla="*/ 3272599 h 5450835"/>
              <a:gd name="connsiteX5602" fmla="*/ 4324836 w 10450132"/>
              <a:gd name="connsiteY5602" fmla="*/ 3264716 h 5450835"/>
              <a:gd name="connsiteX5603" fmla="*/ 4324836 w 10450132"/>
              <a:gd name="connsiteY5603" fmla="*/ 3263863 h 5450835"/>
              <a:gd name="connsiteX5604" fmla="*/ 4329369 w 10450132"/>
              <a:gd name="connsiteY5604" fmla="*/ 3255981 h 5450835"/>
              <a:gd name="connsiteX5605" fmla="*/ 4330157 w 10450132"/>
              <a:gd name="connsiteY5605" fmla="*/ 3255521 h 5450835"/>
              <a:gd name="connsiteX5606" fmla="*/ 4075825 w 10450132"/>
              <a:gd name="connsiteY5606" fmla="*/ 3255521 h 5450835"/>
              <a:gd name="connsiteX5607" fmla="*/ 4084889 w 10450132"/>
              <a:gd name="connsiteY5607" fmla="*/ 3255521 h 5450835"/>
              <a:gd name="connsiteX5608" fmla="*/ 4085677 w 10450132"/>
              <a:gd name="connsiteY5608" fmla="*/ 3255981 h 5450835"/>
              <a:gd name="connsiteX5609" fmla="*/ 4090210 w 10450132"/>
              <a:gd name="connsiteY5609" fmla="*/ 3263863 h 5450835"/>
              <a:gd name="connsiteX5610" fmla="*/ 4090210 w 10450132"/>
              <a:gd name="connsiteY5610" fmla="*/ 3264716 h 5450835"/>
              <a:gd name="connsiteX5611" fmla="*/ 4085677 w 10450132"/>
              <a:gd name="connsiteY5611" fmla="*/ 3272599 h 5450835"/>
              <a:gd name="connsiteX5612" fmla="*/ 4084889 w 10450132"/>
              <a:gd name="connsiteY5612" fmla="*/ 3273059 h 5450835"/>
              <a:gd name="connsiteX5613" fmla="*/ 4075825 w 10450132"/>
              <a:gd name="connsiteY5613" fmla="*/ 3273059 h 5450835"/>
              <a:gd name="connsiteX5614" fmla="*/ 4075038 w 10450132"/>
              <a:gd name="connsiteY5614" fmla="*/ 3272599 h 5450835"/>
              <a:gd name="connsiteX5615" fmla="*/ 4070503 w 10450132"/>
              <a:gd name="connsiteY5615" fmla="*/ 3264716 h 5450835"/>
              <a:gd name="connsiteX5616" fmla="*/ 4070503 w 10450132"/>
              <a:gd name="connsiteY5616" fmla="*/ 3263863 h 5450835"/>
              <a:gd name="connsiteX5617" fmla="*/ 4075038 w 10450132"/>
              <a:gd name="connsiteY5617" fmla="*/ 3255981 h 5450835"/>
              <a:gd name="connsiteX5618" fmla="*/ 4075825 w 10450132"/>
              <a:gd name="connsiteY5618" fmla="*/ 3255521 h 5450835"/>
              <a:gd name="connsiteX5619" fmla="*/ 3821617 w 10450132"/>
              <a:gd name="connsiteY5619" fmla="*/ 3255521 h 5450835"/>
              <a:gd name="connsiteX5620" fmla="*/ 3830678 w 10450132"/>
              <a:gd name="connsiteY5620" fmla="*/ 3255521 h 5450835"/>
              <a:gd name="connsiteX5621" fmla="*/ 3831467 w 10450132"/>
              <a:gd name="connsiteY5621" fmla="*/ 3255981 h 5450835"/>
              <a:gd name="connsiteX5622" fmla="*/ 3836001 w 10450132"/>
              <a:gd name="connsiteY5622" fmla="*/ 3263863 h 5450835"/>
              <a:gd name="connsiteX5623" fmla="*/ 3836001 w 10450132"/>
              <a:gd name="connsiteY5623" fmla="*/ 3264716 h 5450835"/>
              <a:gd name="connsiteX5624" fmla="*/ 3831467 w 10450132"/>
              <a:gd name="connsiteY5624" fmla="*/ 3272599 h 5450835"/>
              <a:gd name="connsiteX5625" fmla="*/ 3830678 w 10450132"/>
              <a:gd name="connsiteY5625" fmla="*/ 3273059 h 5450835"/>
              <a:gd name="connsiteX5626" fmla="*/ 3821617 w 10450132"/>
              <a:gd name="connsiteY5626" fmla="*/ 3273059 h 5450835"/>
              <a:gd name="connsiteX5627" fmla="*/ 3820826 w 10450132"/>
              <a:gd name="connsiteY5627" fmla="*/ 3272599 h 5450835"/>
              <a:gd name="connsiteX5628" fmla="*/ 3816294 w 10450132"/>
              <a:gd name="connsiteY5628" fmla="*/ 3264716 h 5450835"/>
              <a:gd name="connsiteX5629" fmla="*/ 3816294 w 10450132"/>
              <a:gd name="connsiteY5629" fmla="*/ 3263863 h 5450835"/>
              <a:gd name="connsiteX5630" fmla="*/ 3820826 w 10450132"/>
              <a:gd name="connsiteY5630" fmla="*/ 3255981 h 5450835"/>
              <a:gd name="connsiteX5631" fmla="*/ 3821617 w 10450132"/>
              <a:gd name="connsiteY5631" fmla="*/ 3255521 h 5450835"/>
              <a:gd name="connsiteX5632" fmla="*/ 3566958 w 10450132"/>
              <a:gd name="connsiteY5632" fmla="*/ 3255521 h 5450835"/>
              <a:gd name="connsiteX5633" fmla="*/ 3576023 w 10450132"/>
              <a:gd name="connsiteY5633" fmla="*/ 3255521 h 5450835"/>
              <a:gd name="connsiteX5634" fmla="*/ 3576811 w 10450132"/>
              <a:gd name="connsiteY5634" fmla="*/ 3255981 h 5450835"/>
              <a:gd name="connsiteX5635" fmla="*/ 3581342 w 10450132"/>
              <a:gd name="connsiteY5635" fmla="*/ 3263863 h 5450835"/>
              <a:gd name="connsiteX5636" fmla="*/ 3581342 w 10450132"/>
              <a:gd name="connsiteY5636" fmla="*/ 3264716 h 5450835"/>
              <a:gd name="connsiteX5637" fmla="*/ 3576811 w 10450132"/>
              <a:gd name="connsiteY5637" fmla="*/ 3272599 h 5450835"/>
              <a:gd name="connsiteX5638" fmla="*/ 3576023 w 10450132"/>
              <a:gd name="connsiteY5638" fmla="*/ 3273059 h 5450835"/>
              <a:gd name="connsiteX5639" fmla="*/ 3566958 w 10450132"/>
              <a:gd name="connsiteY5639" fmla="*/ 3273059 h 5450835"/>
              <a:gd name="connsiteX5640" fmla="*/ 3566170 w 10450132"/>
              <a:gd name="connsiteY5640" fmla="*/ 3272599 h 5450835"/>
              <a:gd name="connsiteX5641" fmla="*/ 3561638 w 10450132"/>
              <a:gd name="connsiteY5641" fmla="*/ 3264716 h 5450835"/>
              <a:gd name="connsiteX5642" fmla="*/ 3561638 w 10450132"/>
              <a:gd name="connsiteY5642" fmla="*/ 3263863 h 5450835"/>
              <a:gd name="connsiteX5643" fmla="*/ 3566170 w 10450132"/>
              <a:gd name="connsiteY5643" fmla="*/ 3255981 h 5450835"/>
              <a:gd name="connsiteX5644" fmla="*/ 3566958 w 10450132"/>
              <a:gd name="connsiteY5644" fmla="*/ 3255521 h 5450835"/>
              <a:gd name="connsiteX5645" fmla="*/ 3312606 w 10450132"/>
              <a:gd name="connsiteY5645" fmla="*/ 3255521 h 5450835"/>
              <a:gd name="connsiteX5646" fmla="*/ 3321670 w 10450132"/>
              <a:gd name="connsiteY5646" fmla="*/ 3255521 h 5450835"/>
              <a:gd name="connsiteX5647" fmla="*/ 3322458 w 10450132"/>
              <a:gd name="connsiteY5647" fmla="*/ 3255981 h 5450835"/>
              <a:gd name="connsiteX5648" fmla="*/ 3326989 w 10450132"/>
              <a:gd name="connsiteY5648" fmla="*/ 3263863 h 5450835"/>
              <a:gd name="connsiteX5649" fmla="*/ 3326989 w 10450132"/>
              <a:gd name="connsiteY5649" fmla="*/ 3264716 h 5450835"/>
              <a:gd name="connsiteX5650" fmla="*/ 3322458 w 10450132"/>
              <a:gd name="connsiteY5650" fmla="*/ 3272599 h 5450835"/>
              <a:gd name="connsiteX5651" fmla="*/ 3321670 w 10450132"/>
              <a:gd name="connsiteY5651" fmla="*/ 3273059 h 5450835"/>
              <a:gd name="connsiteX5652" fmla="*/ 3312606 w 10450132"/>
              <a:gd name="connsiteY5652" fmla="*/ 3273059 h 5450835"/>
              <a:gd name="connsiteX5653" fmla="*/ 3311818 w 10450132"/>
              <a:gd name="connsiteY5653" fmla="*/ 3272599 h 5450835"/>
              <a:gd name="connsiteX5654" fmla="*/ 3307285 w 10450132"/>
              <a:gd name="connsiteY5654" fmla="*/ 3264716 h 5450835"/>
              <a:gd name="connsiteX5655" fmla="*/ 3307285 w 10450132"/>
              <a:gd name="connsiteY5655" fmla="*/ 3263863 h 5450835"/>
              <a:gd name="connsiteX5656" fmla="*/ 3311818 w 10450132"/>
              <a:gd name="connsiteY5656" fmla="*/ 3255981 h 5450835"/>
              <a:gd name="connsiteX5657" fmla="*/ 3312606 w 10450132"/>
              <a:gd name="connsiteY5657" fmla="*/ 3255521 h 5450835"/>
              <a:gd name="connsiteX5658" fmla="*/ 3058220 w 10450132"/>
              <a:gd name="connsiteY5658" fmla="*/ 3255521 h 5450835"/>
              <a:gd name="connsiteX5659" fmla="*/ 3067285 w 10450132"/>
              <a:gd name="connsiteY5659" fmla="*/ 3255521 h 5450835"/>
              <a:gd name="connsiteX5660" fmla="*/ 3068072 w 10450132"/>
              <a:gd name="connsiteY5660" fmla="*/ 3255981 h 5450835"/>
              <a:gd name="connsiteX5661" fmla="*/ 3072604 w 10450132"/>
              <a:gd name="connsiteY5661" fmla="*/ 3263863 h 5450835"/>
              <a:gd name="connsiteX5662" fmla="*/ 3072604 w 10450132"/>
              <a:gd name="connsiteY5662" fmla="*/ 3264716 h 5450835"/>
              <a:gd name="connsiteX5663" fmla="*/ 3068072 w 10450132"/>
              <a:gd name="connsiteY5663" fmla="*/ 3272599 h 5450835"/>
              <a:gd name="connsiteX5664" fmla="*/ 3067285 w 10450132"/>
              <a:gd name="connsiteY5664" fmla="*/ 3273059 h 5450835"/>
              <a:gd name="connsiteX5665" fmla="*/ 3058220 w 10450132"/>
              <a:gd name="connsiteY5665" fmla="*/ 3273059 h 5450835"/>
              <a:gd name="connsiteX5666" fmla="*/ 3057432 w 10450132"/>
              <a:gd name="connsiteY5666" fmla="*/ 3272599 h 5450835"/>
              <a:gd name="connsiteX5667" fmla="*/ 3052900 w 10450132"/>
              <a:gd name="connsiteY5667" fmla="*/ 3264716 h 5450835"/>
              <a:gd name="connsiteX5668" fmla="*/ 3052900 w 10450132"/>
              <a:gd name="connsiteY5668" fmla="*/ 3263863 h 5450835"/>
              <a:gd name="connsiteX5669" fmla="*/ 3057432 w 10450132"/>
              <a:gd name="connsiteY5669" fmla="*/ 3255981 h 5450835"/>
              <a:gd name="connsiteX5670" fmla="*/ 3058220 w 10450132"/>
              <a:gd name="connsiteY5670" fmla="*/ 3255521 h 5450835"/>
              <a:gd name="connsiteX5671" fmla="*/ 2803911 w 10450132"/>
              <a:gd name="connsiteY5671" fmla="*/ 3255521 h 5450835"/>
              <a:gd name="connsiteX5672" fmla="*/ 2812976 w 10450132"/>
              <a:gd name="connsiteY5672" fmla="*/ 3255521 h 5450835"/>
              <a:gd name="connsiteX5673" fmla="*/ 2813764 w 10450132"/>
              <a:gd name="connsiteY5673" fmla="*/ 3255981 h 5450835"/>
              <a:gd name="connsiteX5674" fmla="*/ 2818296 w 10450132"/>
              <a:gd name="connsiteY5674" fmla="*/ 3263863 h 5450835"/>
              <a:gd name="connsiteX5675" fmla="*/ 2818296 w 10450132"/>
              <a:gd name="connsiteY5675" fmla="*/ 3264716 h 5450835"/>
              <a:gd name="connsiteX5676" fmla="*/ 2813764 w 10450132"/>
              <a:gd name="connsiteY5676" fmla="*/ 3272599 h 5450835"/>
              <a:gd name="connsiteX5677" fmla="*/ 2812976 w 10450132"/>
              <a:gd name="connsiteY5677" fmla="*/ 3273059 h 5450835"/>
              <a:gd name="connsiteX5678" fmla="*/ 2803911 w 10450132"/>
              <a:gd name="connsiteY5678" fmla="*/ 3273059 h 5450835"/>
              <a:gd name="connsiteX5679" fmla="*/ 2803123 w 10450132"/>
              <a:gd name="connsiteY5679" fmla="*/ 3272599 h 5450835"/>
              <a:gd name="connsiteX5680" fmla="*/ 2798591 w 10450132"/>
              <a:gd name="connsiteY5680" fmla="*/ 3264716 h 5450835"/>
              <a:gd name="connsiteX5681" fmla="*/ 2798591 w 10450132"/>
              <a:gd name="connsiteY5681" fmla="*/ 3263863 h 5450835"/>
              <a:gd name="connsiteX5682" fmla="*/ 2803123 w 10450132"/>
              <a:gd name="connsiteY5682" fmla="*/ 3255981 h 5450835"/>
              <a:gd name="connsiteX5683" fmla="*/ 2803911 w 10450132"/>
              <a:gd name="connsiteY5683" fmla="*/ 3255521 h 5450835"/>
              <a:gd name="connsiteX5684" fmla="*/ 2549529 w 10450132"/>
              <a:gd name="connsiteY5684" fmla="*/ 3255521 h 5450835"/>
              <a:gd name="connsiteX5685" fmla="*/ 2558594 w 10450132"/>
              <a:gd name="connsiteY5685" fmla="*/ 3255521 h 5450835"/>
              <a:gd name="connsiteX5686" fmla="*/ 2559382 w 10450132"/>
              <a:gd name="connsiteY5686" fmla="*/ 3255981 h 5450835"/>
              <a:gd name="connsiteX5687" fmla="*/ 2563914 w 10450132"/>
              <a:gd name="connsiteY5687" fmla="*/ 3263863 h 5450835"/>
              <a:gd name="connsiteX5688" fmla="*/ 2563914 w 10450132"/>
              <a:gd name="connsiteY5688" fmla="*/ 3264716 h 5450835"/>
              <a:gd name="connsiteX5689" fmla="*/ 2559382 w 10450132"/>
              <a:gd name="connsiteY5689" fmla="*/ 3272599 h 5450835"/>
              <a:gd name="connsiteX5690" fmla="*/ 2558594 w 10450132"/>
              <a:gd name="connsiteY5690" fmla="*/ 3273059 h 5450835"/>
              <a:gd name="connsiteX5691" fmla="*/ 2549529 w 10450132"/>
              <a:gd name="connsiteY5691" fmla="*/ 3273059 h 5450835"/>
              <a:gd name="connsiteX5692" fmla="*/ 2548740 w 10450132"/>
              <a:gd name="connsiteY5692" fmla="*/ 3272599 h 5450835"/>
              <a:gd name="connsiteX5693" fmla="*/ 2544210 w 10450132"/>
              <a:gd name="connsiteY5693" fmla="*/ 3264716 h 5450835"/>
              <a:gd name="connsiteX5694" fmla="*/ 2544210 w 10450132"/>
              <a:gd name="connsiteY5694" fmla="*/ 3263863 h 5450835"/>
              <a:gd name="connsiteX5695" fmla="*/ 2548740 w 10450132"/>
              <a:gd name="connsiteY5695" fmla="*/ 3255981 h 5450835"/>
              <a:gd name="connsiteX5696" fmla="*/ 2549529 w 10450132"/>
              <a:gd name="connsiteY5696" fmla="*/ 3255521 h 5450835"/>
              <a:gd name="connsiteX5697" fmla="*/ 2295036 w 10450132"/>
              <a:gd name="connsiteY5697" fmla="*/ 3255521 h 5450835"/>
              <a:gd name="connsiteX5698" fmla="*/ 2304101 w 10450132"/>
              <a:gd name="connsiteY5698" fmla="*/ 3255521 h 5450835"/>
              <a:gd name="connsiteX5699" fmla="*/ 2304889 w 10450132"/>
              <a:gd name="connsiteY5699" fmla="*/ 3255981 h 5450835"/>
              <a:gd name="connsiteX5700" fmla="*/ 2309419 w 10450132"/>
              <a:gd name="connsiteY5700" fmla="*/ 3263863 h 5450835"/>
              <a:gd name="connsiteX5701" fmla="*/ 2309419 w 10450132"/>
              <a:gd name="connsiteY5701" fmla="*/ 3264716 h 5450835"/>
              <a:gd name="connsiteX5702" fmla="*/ 2304889 w 10450132"/>
              <a:gd name="connsiteY5702" fmla="*/ 3272599 h 5450835"/>
              <a:gd name="connsiteX5703" fmla="*/ 2304101 w 10450132"/>
              <a:gd name="connsiteY5703" fmla="*/ 3273059 h 5450835"/>
              <a:gd name="connsiteX5704" fmla="*/ 2295036 w 10450132"/>
              <a:gd name="connsiteY5704" fmla="*/ 3273059 h 5450835"/>
              <a:gd name="connsiteX5705" fmla="*/ 2294247 w 10450132"/>
              <a:gd name="connsiteY5705" fmla="*/ 3272599 h 5450835"/>
              <a:gd name="connsiteX5706" fmla="*/ 2289716 w 10450132"/>
              <a:gd name="connsiteY5706" fmla="*/ 3264716 h 5450835"/>
              <a:gd name="connsiteX5707" fmla="*/ 2289716 w 10450132"/>
              <a:gd name="connsiteY5707" fmla="*/ 3263863 h 5450835"/>
              <a:gd name="connsiteX5708" fmla="*/ 2294247 w 10450132"/>
              <a:gd name="connsiteY5708" fmla="*/ 3255981 h 5450835"/>
              <a:gd name="connsiteX5709" fmla="*/ 2295036 w 10450132"/>
              <a:gd name="connsiteY5709" fmla="*/ 3255521 h 5450835"/>
              <a:gd name="connsiteX5710" fmla="*/ 2040652 w 10450132"/>
              <a:gd name="connsiteY5710" fmla="*/ 3255521 h 5450835"/>
              <a:gd name="connsiteX5711" fmla="*/ 2049716 w 10450132"/>
              <a:gd name="connsiteY5711" fmla="*/ 3255521 h 5450835"/>
              <a:gd name="connsiteX5712" fmla="*/ 2050504 w 10450132"/>
              <a:gd name="connsiteY5712" fmla="*/ 3255981 h 5450835"/>
              <a:gd name="connsiteX5713" fmla="*/ 2055037 w 10450132"/>
              <a:gd name="connsiteY5713" fmla="*/ 3263863 h 5450835"/>
              <a:gd name="connsiteX5714" fmla="*/ 2055037 w 10450132"/>
              <a:gd name="connsiteY5714" fmla="*/ 3264716 h 5450835"/>
              <a:gd name="connsiteX5715" fmla="*/ 2050504 w 10450132"/>
              <a:gd name="connsiteY5715" fmla="*/ 3272599 h 5450835"/>
              <a:gd name="connsiteX5716" fmla="*/ 2049716 w 10450132"/>
              <a:gd name="connsiteY5716" fmla="*/ 3273059 h 5450835"/>
              <a:gd name="connsiteX5717" fmla="*/ 2040652 w 10450132"/>
              <a:gd name="connsiteY5717" fmla="*/ 3273059 h 5450835"/>
              <a:gd name="connsiteX5718" fmla="*/ 2039864 w 10450132"/>
              <a:gd name="connsiteY5718" fmla="*/ 3272599 h 5450835"/>
              <a:gd name="connsiteX5719" fmla="*/ 2035330 w 10450132"/>
              <a:gd name="connsiteY5719" fmla="*/ 3264716 h 5450835"/>
              <a:gd name="connsiteX5720" fmla="*/ 2035330 w 10450132"/>
              <a:gd name="connsiteY5720" fmla="*/ 3263863 h 5450835"/>
              <a:gd name="connsiteX5721" fmla="*/ 2039864 w 10450132"/>
              <a:gd name="connsiteY5721" fmla="*/ 3255981 h 5450835"/>
              <a:gd name="connsiteX5722" fmla="*/ 2040652 w 10450132"/>
              <a:gd name="connsiteY5722" fmla="*/ 3255521 h 5450835"/>
              <a:gd name="connsiteX5723" fmla="*/ 1786338 w 10450132"/>
              <a:gd name="connsiteY5723" fmla="*/ 3255521 h 5450835"/>
              <a:gd name="connsiteX5724" fmla="*/ 1795401 w 10450132"/>
              <a:gd name="connsiteY5724" fmla="*/ 3255521 h 5450835"/>
              <a:gd name="connsiteX5725" fmla="*/ 1796189 w 10450132"/>
              <a:gd name="connsiteY5725" fmla="*/ 3255981 h 5450835"/>
              <a:gd name="connsiteX5726" fmla="*/ 1800721 w 10450132"/>
              <a:gd name="connsiteY5726" fmla="*/ 3263863 h 5450835"/>
              <a:gd name="connsiteX5727" fmla="*/ 1800721 w 10450132"/>
              <a:gd name="connsiteY5727" fmla="*/ 3264716 h 5450835"/>
              <a:gd name="connsiteX5728" fmla="*/ 1796189 w 10450132"/>
              <a:gd name="connsiteY5728" fmla="*/ 3272599 h 5450835"/>
              <a:gd name="connsiteX5729" fmla="*/ 1795401 w 10450132"/>
              <a:gd name="connsiteY5729" fmla="*/ 3273059 h 5450835"/>
              <a:gd name="connsiteX5730" fmla="*/ 1786338 w 10450132"/>
              <a:gd name="connsiteY5730" fmla="*/ 3273059 h 5450835"/>
              <a:gd name="connsiteX5731" fmla="*/ 1785549 w 10450132"/>
              <a:gd name="connsiteY5731" fmla="*/ 3272599 h 5450835"/>
              <a:gd name="connsiteX5732" fmla="*/ 1781017 w 10450132"/>
              <a:gd name="connsiteY5732" fmla="*/ 3264716 h 5450835"/>
              <a:gd name="connsiteX5733" fmla="*/ 1781017 w 10450132"/>
              <a:gd name="connsiteY5733" fmla="*/ 3263863 h 5450835"/>
              <a:gd name="connsiteX5734" fmla="*/ 1785549 w 10450132"/>
              <a:gd name="connsiteY5734" fmla="*/ 3255981 h 5450835"/>
              <a:gd name="connsiteX5735" fmla="*/ 1786338 w 10450132"/>
              <a:gd name="connsiteY5735" fmla="*/ 3255521 h 5450835"/>
              <a:gd name="connsiteX5736" fmla="*/ 1531859 w 10450132"/>
              <a:gd name="connsiteY5736" fmla="*/ 3255521 h 5450835"/>
              <a:gd name="connsiteX5737" fmla="*/ 1540925 w 10450132"/>
              <a:gd name="connsiteY5737" fmla="*/ 3255521 h 5450835"/>
              <a:gd name="connsiteX5738" fmla="*/ 1541711 w 10450132"/>
              <a:gd name="connsiteY5738" fmla="*/ 3255981 h 5450835"/>
              <a:gd name="connsiteX5739" fmla="*/ 1546244 w 10450132"/>
              <a:gd name="connsiteY5739" fmla="*/ 3263863 h 5450835"/>
              <a:gd name="connsiteX5740" fmla="*/ 1546244 w 10450132"/>
              <a:gd name="connsiteY5740" fmla="*/ 3264716 h 5450835"/>
              <a:gd name="connsiteX5741" fmla="*/ 1541711 w 10450132"/>
              <a:gd name="connsiteY5741" fmla="*/ 3272599 h 5450835"/>
              <a:gd name="connsiteX5742" fmla="*/ 1540925 w 10450132"/>
              <a:gd name="connsiteY5742" fmla="*/ 3273059 h 5450835"/>
              <a:gd name="connsiteX5743" fmla="*/ 1531859 w 10450132"/>
              <a:gd name="connsiteY5743" fmla="*/ 3273059 h 5450835"/>
              <a:gd name="connsiteX5744" fmla="*/ 1531072 w 10450132"/>
              <a:gd name="connsiteY5744" fmla="*/ 3272599 h 5450835"/>
              <a:gd name="connsiteX5745" fmla="*/ 1526539 w 10450132"/>
              <a:gd name="connsiteY5745" fmla="*/ 3264716 h 5450835"/>
              <a:gd name="connsiteX5746" fmla="*/ 1526539 w 10450132"/>
              <a:gd name="connsiteY5746" fmla="*/ 3263863 h 5450835"/>
              <a:gd name="connsiteX5747" fmla="*/ 1531072 w 10450132"/>
              <a:gd name="connsiteY5747" fmla="*/ 3255981 h 5450835"/>
              <a:gd name="connsiteX5748" fmla="*/ 1531859 w 10450132"/>
              <a:gd name="connsiteY5748" fmla="*/ 3255521 h 5450835"/>
              <a:gd name="connsiteX5749" fmla="*/ 1277597 w 10450132"/>
              <a:gd name="connsiteY5749" fmla="*/ 3255521 h 5450835"/>
              <a:gd name="connsiteX5750" fmla="*/ 1286661 w 10450132"/>
              <a:gd name="connsiteY5750" fmla="*/ 3255521 h 5450835"/>
              <a:gd name="connsiteX5751" fmla="*/ 1287450 w 10450132"/>
              <a:gd name="connsiteY5751" fmla="*/ 3255981 h 5450835"/>
              <a:gd name="connsiteX5752" fmla="*/ 1291983 w 10450132"/>
              <a:gd name="connsiteY5752" fmla="*/ 3263863 h 5450835"/>
              <a:gd name="connsiteX5753" fmla="*/ 1291983 w 10450132"/>
              <a:gd name="connsiteY5753" fmla="*/ 3264716 h 5450835"/>
              <a:gd name="connsiteX5754" fmla="*/ 1287450 w 10450132"/>
              <a:gd name="connsiteY5754" fmla="*/ 3272599 h 5450835"/>
              <a:gd name="connsiteX5755" fmla="*/ 1286661 w 10450132"/>
              <a:gd name="connsiteY5755" fmla="*/ 3273059 h 5450835"/>
              <a:gd name="connsiteX5756" fmla="*/ 1277597 w 10450132"/>
              <a:gd name="connsiteY5756" fmla="*/ 3273059 h 5450835"/>
              <a:gd name="connsiteX5757" fmla="*/ 1276808 w 10450132"/>
              <a:gd name="connsiteY5757" fmla="*/ 3272599 h 5450835"/>
              <a:gd name="connsiteX5758" fmla="*/ 1272280 w 10450132"/>
              <a:gd name="connsiteY5758" fmla="*/ 3264716 h 5450835"/>
              <a:gd name="connsiteX5759" fmla="*/ 1272280 w 10450132"/>
              <a:gd name="connsiteY5759" fmla="*/ 3263863 h 5450835"/>
              <a:gd name="connsiteX5760" fmla="*/ 1276808 w 10450132"/>
              <a:gd name="connsiteY5760" fmla="*/ 3255981 h 5450835"/>
              <a:gd name="connsiteX5761" fmla="*/ 1277597 w 10450132"/>
              <a:gd name="connsiteY5761" fmla="*/ 3255521 h 5450835"/>
              <a:gd name="connsiteX5762" fmla="*/ 1023111 w 10450132"/>
              <a:gd name="connsiteY5762" fmla="*/ 3255521 h 5450835"/>
              <a:gd name="connsiteX5763" fmla="*/ 1032175 w 10450132"/>
              <a:gd name="connsiteY5763" fmla="*/ 3255521 h 5450835"/>
              <a:gd name="connsiteX5764" fmla="*/ 1032964 w 10450132"/>
              <a:gd name="connsiteY5764" fmla="*/ 3255981 h 5450835"/>
              <a:gd name="connsiteX5765" fmla="*/ 1037495 w 10450132"/>
              <a:gd name="connsiteY5765" fmla="*/ 3263863 h 5450835"/>
              <a:gd name="connsiteX5766" fmla="*/ 1037495 w 10450132"/>
              <a:gd name="connsiteY5766" fmla="*/ 3264716 h 5450835"/>
              <a:gd name="connsiteX5767" fmla="*/ 1032964 w 10450132"/>
              <a:gd name="connsiteY5767" fmla="*/ 3272599 h 5450835"/>
              <a:gd name="connsiteX5768" fmla="*/ 1032175 w 10450132"/>
              <a:gd name="connsiteY5768" fmla="*/ 3273059 h 5450835"/>
              <a:gd name="connsiteX5769" fmla="*/ 1023111 w 10450132"/>
              <a:gd name="connsiteY5769" fmla="*/ 3273059 h 5450835"/>
              <a:gd name="connsiteX5770" fmla="*/ 1022323 w 10450132"/>
              <a:gd name="connsiteY5770" fmla="*/ 3272599 h 5450835"/>
              <a:gd name="connsiteX5771" fmla="*/ 1017790 w 10450132"/>
              <a:gd name="connsiteY5771" fmla="*/ 3264716 h 5450835"/>
              <a:gd name="connsiteX5772" fmla="*/ 1017790 w 10450132"/>
              <a:gd name="connsiteY5772" fmla="*/ 3263863 h 5450835"/>
              <a:gd name="connsiteX5773" fmla="*/ 1022323 w 10450132"/>
              <a:gd name="connsiteY5773" fmla="*/ 3255981 h 5450835"/>
              <a:gd name="connsiteX5774" fmla="*/ 1023111 w 10450132"/>
              <a:gd name="connsiteY5774" fmla="*/ 3255521 h 5450835"/>
              <a:gd name="connsiteX5775" fmla="*/ 768688 w 10450132"/>
              <a:gd name="connsiteY5775" fmla="*/ 3255521 h 5450835"/>
              <a:gd name="connsiteX5776" fmla="*/ 777751 w 10450132"/>
              <a:gd name="connsiteY5776" fmla="*/ 3255521 h 5450835"/>
              <a:gd name="connsiteX5777" fmla="*/ 778539 w 10450132"/>
              <a:gd name="connsiteY5777" fmla="*/ 3255981 h 5450835"/>
              <a:gd name="connsiteX5778" fmla="*/ 783071 w 10450132"/>
              <a:gd name="connsiteY5778" fmla="*/ 3263863 h 5450835"/>
              <a:gd name="connsiteX5779" fmla="*/ 783071 w 10450132"/>
              <a:gd name="connsiteY5779" fmla="*/ 3264716 h 5450835"/>
              <a:gd name="connsiteX5780" fmla="*/ 778539 w 10450132"/>
              <a:gd name="connsiteY5780" fmla="*/ 3272599 h 5450835"/>
              <a:gd name="connsiteX5781" fmla="*/ 777751 w 10450132"/>
              <a:gd name="connsiteY5781" fmla="*/ 3273059 h 5450835"/>
              <a:gd name="connsiteX5782" fmla="*/ 768688 w 10450132"/>
              <a:gd name="connsiteY5782" fmla="*/ 3273059 h 5450835"/>
              <a:gd name="connsiteX5783" fmla="*/ 767899 w 10450132"/>
              <a:gd name="connsiteY5783" fmla="*/ 3272599 h 5450835"/>
              <a:gd name="connsiteX5784" fmla="*/ 763367 w 10450132"/>
              <a:gd name="connsiteY5784" fmla="*/ 3264716 h 5450835"/>
              <a:gd name="connsiteX5785" fmla="*/ 763367 w 10450132"/>
              <a:gd name="connsiteY5785" fmla="*/ 3263863 h 5450835"/>
              <a:gd name="connsiteX5786" fmla="*/ 767899 w 10450132"/>
              <a:gd name="connsiteY5786" fmla="*/ 3255981 h 5450835"/>
              <a:gd name="connsiteX5787" fmla="*/ 768688 w 10450132"/>
              <a:gd name="connsiteY5787" fmla="*/ 3255521 h 5450835"/>
              <a:gd name="connsiteX5788" fmla="*/ 514328 w 10450132"/>
              <a:gd name="connsiteY5788" fmla="*/ 3255521 h 5450835"/>
              <a:gd name="connsiteX5789" fmla="*/ 523391 w 10450132"/>
              <a:gd name="connsiteY5789" fmla="*/ 3255521 h 5450835"/>
              <a:gd name="connsiteX5790" fmla="*/ 524179 w 10450132"/>
              <a:gd name="connsiteY5790" fmla="*/ 3255981 h 5450835"/>
              <a:gd name="connsiteX5791" fmla="*/ 528711 w 10450132"/>
              <a:gd name="connsiteY5791" fmla="*/ 3263863 h 5450835"/>
              <a:gd name="connsiteX5792" fmla="*/ 528711 w 10450132"/>
              <a:gd name="connsiteY5792" fmla="*/ 3264716 h 5450835"/>
              <a:gd name="connsiteX5793" fmla="*/ 524179 w 10450132"/>
              <a:gd name="connsiteY5793" fmla="*/ 3272599 h 5450835"/>
              <a:gd name="connsiteX5794" fmla="*/ 523391 w 10450132"/>
              <a:gd name="connsiteY5794" fmla="*/ 3273059 h 5450835"/>
              <a:gd name="connsiteX5795" fmla="*/ 514328 w 10450132"/>
              <a:gd name="connsiteY5795" fmla="*/ 3273059 h 5450835"/>
              <a:gd name="connsiteX5796" fmla="*/ 513539 w 10450132"/>
              <a:gd name="connsiteY5796" fmla="*/ 3272599 h 5450835"/>
              <a:gd name="connsiteX5797" fmla="*/ 509007 w 10450132"/>
              <a:gd name="connsiteY5797" fmla="*/ 3264716 h 5450835"/>
              <a:gd name="connsiteX5798" fmla="*/ 509007 w 10450132"/>
              <a:gd name="connsiteY5798" fmla="*/ 3263863 h 5450835"/>
              <a:gd name="connsiteX5799" fmla="*/ 513539 w 10450132"/>
              <a:gd name="connsiteY5799" fmla="*/ 3255981 h 5450835"/>
              <a:gd name="connsiteX5800" fmla="*/ 514328 w 10450132"/>
              <a:gd name="connsiteY5800" fmla="*/ 3255521 h 5450835"/>
              <a:gd name="connsiteX5801" fmla="*/ 259813 w 10450132"/>
              <a:gd name="connsiteY5801" fmla="*/ 3255521 h 5450835"/>
              <a:gd name="connsiteX5802" fmla="*/ 268878 w 10450132"/>
              <a:gd name="connsiteY5802" fmla="*/ 3255521 h 5450835"/>
              <a:gd name="connsiteX5803" fmla="*/ 269666 w 10450132"/>
              <a:gd name="connsiteY5803" fmla="*/ 3255981 h 5450835"/>
              <a:gd name="connsiteX5804" fmla="*/ 274197 w 10450132"/>
              <a:gd name="connsiteY5804" fmla="*/ 3263863 h 5450835"/>
              <a:gd name="connsiteX5805" fmla="*/ 274197 w 10450132"/>
              <a:gd name="connsiteY5805" fmla="*/ 3264716 h 5450835"/>
              <a:gd name="connsiteX5806" fmla="*/ 269666 w 10450132"/>
              <a:gd name="connsiteY5806" fmla="*/ 3272599 h 5450835"/>
              <a:gd name="connsiteX5807" fmla="*/ 268878 w 10450132"/>
              <a:gd name="connsiteY5807" fmla="*/ 3273059 h 5450835"/>
              <a:gd name="connsiteX5808" fmla="*/ 259813 w 10450132"/>
              <a:gd name="connsiteY5808" fmla="*/ 3273059 h 5450835"/>
              <a:gd name="connsiteX5809" fmla="*/ 259025 w 10450132"/>
              <a:gd name="connsiteY5809" fmla="*/ 3272599 h 5450835"/>
              <a:gd name="connsiteX5810" fmla="*/ 254494 w 10450132"/>
              <a:gd name="connsiteY5810" fmla="*/ 3264716 h 5450835"/>
              <a:gd name="connsiteX5811" fmla="*/ 254494 w 10450132"/>
              <a:gd name="connsiteY5811" fmla="*/ 3263863 h 5450835"/>
              <a:gd name="connsiteX5812" fmla="*/ 259025 w 10450132"/>
              <a:gd name="connsiteY5812" fmla="*/ 3255981 h 5450835"/>
              <a:gd name="connsiteX5813" fmla="*/ 259813 w 10450132"/>
              <a:gd name="connsiteY5813" fmla="*/ 3255521 h 5450835"/>
              <a:gd name="connsiteX5814" fmla="*/ 5481 w 10450132"/>
              <a:gd name="connsiteY5814" fmla="*/ 3255521 h 5450835"/>
              <a:gd name="connsiteX5815" fmla="*/ 14545 w 10450132"/>
              <a:gd name="connsiteY5815" fmla="*/ 3255521 h 5450835"/>
              <a:gd name="connsiteX5816" fmla="*/ 15333 w 10450132"/>
              <a:gd name="connsiteY5816" fmla="*/ 3255981 h 5450835"/>
              <a:gd name="connsiteX5817" fmla="*/ 19864 w 10450132"/>
              <a:gd name="connsiteY5817" fmla="*/ 3263863 h 5450835"/>
              <a:gd name="connsiteX5818" fmla="*/ 19864 w 10450132"/>
              <a:gd name="connsiteY5818" fmla="*/ 3264716 h 5450835"/>
              <a:gd name="connsiteX5819" fmla="*/ 15333 w 10450132"/>
              <a:gd name="connsiteY5819" fmla="*/ 3272599 h 5450835"/>
              <a:gd name="connsiteX5820" fmla="*/ 14545 w 10450132"/>
              <a:gd name="connsiteY5820" fmla="*/ 3273059 h 5450835"/>
              <a:gd name="connsiteX5821" fmla="*/ 5481 w 10450132"/>
              <a:gd name="connsiteY5821" fmla="*/ 3273059 h 5450835"/>
              <a:gd name="connsiteX5822" fmla="*/ 4692 w 10450132"/>
              <a:gd name="connsiteY5822" fmla="*/ 3272599 h 5450835"/>
              <a:gd name="connsiteX5823" fmla="*/ 160 w 10450132"/>
              <a:gd name="connsiteY5823" fmla="*/ 3264716 h 5450835"/>
              <a:gd name="connsiteX5824" fmla="*/ 160 w 10450132"/>
              <a:gd name="connsiteY5824" fmla="*/ 3263863 h 5450835"/>
              <a:gd name="connsiteX5825" fmla="*/ 4692 w 10450132"/>
              <a:gd name="connsiteY5825" fmla="*/ 3255981 h 5450835"/>
              <a:gd name="connsiteX5826" fmla="*/ 5481 w 10450132"/>
              <a:gd name="connsiteY5826" fmla="*/ 3255521 h 5450835"/>
              <a:gd name="connsiteX5827" fmla="*/ 10435622 w 10450132"/>
              <a:gd name="connsiteY5827" fmla="*/ 3038447 h 5450835"/>
              <a:gd name="connsiteX5828" fmla="*/ 10444686 w 10450132"/>
              <a:gd name="connsiteY5828" fmla="*/ 3038447 h 5450835"/>
              <a:gd name="connsiteX5829" fmla="*/ 10445474 w 10450132"/>
              <a:gd name="connsiteY5829" fmla="*/ 3038907 h 5450835"/>
              <a:gd name="connsiteX5830" fmla="*/ 10450007 w 10450132"/>
              <a:gd name="connsiteY5830" fmla="*/ 3046788 h 5450835"/>
              <a:gd name="connsiteX5831" fmla="*/ 10450007 w 10450132"/>
              <a:gd name="connsiteY5831" fmla="*/ 3047642 h 5450835"/>
              <a:gd name="connsiteX5832" fmla="*/ 10445474 w 10450132"/>
              <a:gd name="connsiteY5832" fmla="*/ 3055525 h 5450835"/>
              <a:gd name="connsiteX5833" fmla="*/ 10444686 w 10450132"/>
              <a:gd name="connsiteY5833" fmla="*/ 3055984 h 5450835"/>
              <a:gd name="connsiteX5834" fmla="*/ 10435622 w 10450132"/>
              <a:gd name="connsiteY5834" fmla="*/ 3055984 h 5450835"/>
              <a:gd name="connsiteX5835" fmla="*/ 10434834 w 10450132"/>
              <a:gd name="connsiteY5835" fmla="*/ 3055525 h 5450835"/>
              <a:gd name="connsiteX5836" fmla="*/ 10430302 w 10450132"/>
              <a:gd name="connsiteY5836" fmla="*/ 3047642 h 5450835"/>
              <a:gd name="connsiteX5837" fmla="*/ 10430302 w 10450132"/>
              <a:gd name="connsiteY5837" fmla="*/ 3046788 h 5450835"/>
              <a:gd name="connsiteX5838" fmla="*/ 10434834 w 10450132"/>
              <a:gd name="connsiteY5838" fmla="*/ 3038907 h 5450835"/>
              <a:gd name="connsiteX5839" fmla="*/ 10435622 w 10450132"/>
              <a:gd name="connsiteY5839" fmla="*/ 3038447 h 5450835"/>
              <a:gd name="connsiteX5840" fmla="*/ 10181242 w 10450132"/>
              <a:gd name="connsiteY5840" fmla="*/ 3038447 h 5450835"/>
              <a:gd name="connsiteX5841" fmla="*/ 10190305 w 10450132"/>
              <a:gd name="connsiteY5841" fmla="*/ 3038447 h 5450835"/>
              <a:gd name="connsiteX5842" fmla="*/ 10191093 w 10450132"/>
              <a:gd name="connsiteY5842" fmla="*/ 3038907 h 5450835"/>
              <a:gd name="connsiteX5843" fmla="*/ 10195626 w 10450132"/>
              <a:gd name="connsiteY5843" fmla="*/ 3046788 h 5450835"/>
              <a:gd name="connsiteX5844" fmla="*/ 10195626 w 10450132"/>
              <a:gd name="connsiteY5844" fmla="*/ 3047642 h 5450835"/>
              <a:gd name="connsiteX5845" fmla="*/ 10191093 w 10450132"/>
              <a:gd name="connsiteY5845" fmla="*/ 3055525 h 5450835"/>
              <a:gd name="connsiteX5846" fmla="*/ 10190305 w 10450132"/>
              <a:gd name="connsiteY5846" fmla="*/ 3055984 h 5450835"/>
              <a:gd name="connsiteX5847" fmla="*/ 10181242 w 10450132"/>
              <a:gd name="connsiteY5847" fmla="*/ 3055984 h 5450835"/>
              <a:gd name="connsiteX5848" fmla="*/ 10180453 w 10450132"/>
              <a:gd name="connsiteY5848" fmla="*/ 3055525 h 5450835"/>
              <a:gd name="connsiteX5849" fmla="*/ 10175922 w 10450132"/>
              <a:gd name="connsiteY5849" fmla="*/ 3047642 h 5450835"/>
              <a:gd name="connsiteX5850" fmla="*/ 10175922 w 10450132"/>
              <a:gd name="connsiteY5850" fmla="*/ 3046788 h 5450835"/>
              <a:gd name="connsiteX5851" fmla="*/ 10180453 w 10450132"/>
              <a:gd name="connsiteY5851" fmla="*/ 3038907 h 5450835"/>
              <a:gd name="connsiteX5852" fmla="*/ 10181242 w 10450132"/>
              <a:gd name="connsiteY5852" fmla="*/ 3038447 h 5450835"/>
              <a:gd name="connsiteX5853" fmla="*/ 9926861 w 10450132"/>
              <a:gd name="connsiteY5853" fmla="*/ 3038447 h 5450835"/>
              <a:gd name="connsiteX5854" fmla="*/ 9935924 w 10450132"/>
              <a:gd name="connsiteY5854" fmla="*/ 3038447 h 5450835"/>
              <a:gd name="connsiteX5855" fmla="*/ 9936713 w 10450132"/>
              <a:gd name="connsiteY5855" fmla="*/ 3038907 h 5450835"/>
              <a:gd name="connsiteX5856" fmla="*/ 9941246 w 10450132"/>
              <a:gd name="connsiteY5856" fmla="*/ 3046788 h 5450835"/>
              <a:gd name="connsiteX5857" fmla="*/ 9941246 w 10450132"/>
              <a:gd name="connsiteY5857" fmla="*/ 3047642 h 5450835"/>
              <a:gd name="connsiteX5858" fmla="*/ 9936713 w 10450132"/>
              <a:gd name="connsiteY5858" fmla="*/ 3055525 h 5450835"/>
              <a:gd name="connsiteX5859" fmla="*/ 9935924 w 10450132"/>
              <a:gd name="connsiteY5859" fmla="*/ 3055984 h 5450835"/>
              <a:gd name="connsiteX5860" fmla="*/ 9926861 w 10450132"/>
              <a:gd name="connsiteY5860" fmla="*/ 3055984 h 5450835"/>
              <a:gd name="connsiteX5861" fmla="*/ 9926073 w 10450132"/>
              <a:gd name="connsiteY5861" fmla="*/ 3055525 h 5450835"/>
              <a:gd name="connsiteX5862" fmla="*/ 9921541 w 10450132"/>
              <a:gd name="connsiteY5862" fmla="*/ 3047642 h 5450835"/>
              <a:gd name="connsiteX5863" fmla="*/ 9921541 w 10450132"/>
              <a:gd name="connsiteY5863" fmla="*/ 3046788 h 5450835"/>
              <a:gd name="connsiteX5864" fmla="*/ 9926073 w 10450132"/>
              <a:gd name="connsiteY5864" fmla="*/ 3038907 h 5450835"/>
              <a:gd name="connsiteX5865" fmla="*/ 9926861 w 10450132"/>
              <a:gd name="connsiteY5865" fmla="*/ 3038447 h 5450835"/>
              <a:gd name="connsiteX5866" fmla="*/ 9672481 w 10450132"/>
              <a:gd name="connsiteY5866" fmla="*/ 3038447 h 5450835"/>
              <a:gd name="connsiteX5867" fmla="*/ 9681545 w 10450132"/>
              <a:gd name="connsiteY5867" fmla="*/ 3038447 h 5450835"/>
              <a:gd name="connsiteX5868" fmla="*/ 9682333 w 10450132"/>
              <a:gd name="connsiteY5868" fmla="*/ 3038907 h 5450835"/>
              <a:gd name="connsiteX5869" fmla="*/ 9686865 w 10450132"/>
              <a:gd name="connsiteY5869" fmla="*/ 3046788 h 5450835"/>
              <a:gd name="connsiteX5870" fmla="*/ 9686865 w 10450132"/>
              <a:gd name="connsiteY5870" fmla="*/ 3047642 h 5450835"/>
              <a:gd name="connsiteX5871" fmla="*/ 9682333 w 10450132"/>
              <a:gd name="connsiteY5871" fmla="*/ 3055525 h 5450835"/>
              <a:gd name="connsiteX5872" fmla="*/ 9681545 w 10450132"/>
              <a:gd name="connsiteY5872" fmla="*/ 3055984 h 5450835"/>
              <a:gd name="connsiteX5873" fmla="*/ 9672481 w 10450132"/>
              <a:gd name="connsiteY5873" fmla="*/ 3055984 h 5450835"/>
              <a:gd name="connsiteX5874" fmla="*/ 9671693 w 10450132"/>
              <a:gd name="connsiteY5874" fmla="*/ 3055525 h 5450835"/>
              <a:gd name="connsiteX5875" fmla="*/ 9667160 w 10450132"/>
              <a:gd name="connsiteY5875" fmla="*/ 3047642 h 5450835"/>
              <a:gd name="connsiteX5876" fmla="*/ 9667160 w 10450132"/>
              <a:gd name="connsiteY5876" fmla="*/ 3046788 h 5450835"/>
              <a:gd name="connsiteX5877" fmla="*/ 9671693 w 10450132"/>
              <a:gd name="connsiteY5877" fmla="*/ 3038907 h 5450835"/>
              <a:gd name="connsiteX5878" fmla="*/ 9672481 w 10450132"/>
              <a:gd name="connsiteY5878" fmla="*/ 3038447 h 5450835"/>
              <a:gd name="connsiteX5879" fmla="*/ 9418035 w 10450132"/>
              <a:gd name="connsiteY5879" fmla="*/ 3038447 h 5450835"/>
              <a:gd name="connsiteX5880" fmla="*/ 9427099 w 10450132"/>
              <a:gd name="connsiteY5880" fmla="*/ 3038447 h 5450835"/>
              <a:gd name="connsiteX5881" fmla="*/ 9427887 w 10450132"/>
              <a:gd name="connsiteY5881" fmla="*/ 3038907 h 5450835"/>
              <a:gd name="connsiteX5882" fmla="*/ 9432419 w 10450132"/>
              <a:gd name="connsiteY5882" fmla="*/ 3046788 h 5450835"/>
              <a:gd name="connsiteX5883" fmla="*/ 9432419 w 10450132"/>
              <a:gd name="connsiteY5883" fmla="*/ 3047642 h 5450835"/>
              <a:gd name="connsiteX5884" fmla="*/ 9427887 w 10450132"/>
              <a:gd name="connsiteY5884" fmla="*/ 3055525 h 5450835"/>
              <a:gd name="connsiteX5885" fmla="*/ 9427099 w 10450132"/>
              <a:gd name="connsiteY5885" fmla="*/ 3055984 h 5450835"/>
              <a:gd name="connsiteX5886" fmla="*/ 9418035 w 10450132"/>
              <a:gd name="connsiteY5886" fmla="*/ 3055984 h 5450835"/>
              <a:gd name="connsiteX5887" fmla="*/ 9417247 w 10450132"/>
              <a:gd name="connsiteY5887" fmla="*/ 3055525 h 5450835"/>
              <a:gd name="connsiteX5888" fmla="*/ 9412714 w 10450132"/>
              <a:gd name="connsiteY5888" fmla="*/ 3047642 h 5450835"/>
              <a:gd name="connsiteX5889" fmla="*/ 9412714 w 10450132"/>
              <a:gd name="connsiteY5889" fmla="*/ 3046788 h 5450835"/>
              <a:gd name="connsiteX5890" fmla="*/ 9417247 w 10450132"/>
              <a:gd name="connsiteY5890" fmla="*/ 3038907 h 5450835"/>
              <a:gd name="connsiteX5891" fmla="*/ 9418035 w 10450132"/>
              <a:gd name="connsiteY5891" fmla="*/ 3038447 h 5450835"/>
              <a:gd name="connsiteX5892" fmla="*/ 9163654 w 10450132"/>
              <a:gd name="connsiteY5892" fmla="*/ 3038447 h 5450835"/>
              <a:gd name="connsiteX5893" fmla="*/ 9172718 w 10450132"/>
              <a:gd name="connsiteY5893" fmla="*/ 3038447 h 5450835"/>
              <a:gd name="connsiteX5894" fmla="*/ 9173506 w 10450132"/>
              <a:gd name="connsiteY5894" fmla="*/ 3038907 h 5450835"/>
              <a:gd name="connsiteX5895" fmla="*/ 9178038 w 10450132"/>
              <a:gd name="connsiteY5895" fmla="*/ 3046788 h 5450835"/>
              <a:gd name="connsiteX5896" fmla="*/ 9178038 w 10450132"/>
              <a:gd name="connsiteY5896" fmla="*/ 3047642 h 5450835"/>
              <a:gd name="connsiteX5897" fmla="*/ 9173506 w 10450132"/>
              <a:gd name="connsiteY5897" fmla="*/ 3055525 h 5450835"/>
              <a:gd name="connsiteX5898" fmla="*/ 9172718 w 10450132"/>
              <a:gd name="connsiteY5898" fmla="*/ 3055984 h 5450835"/>
              <a:gd name="connsiteX5899" fmla="*/ 9163654 w 10450132"/>
              <a:gd name="connsiteY5899" fmla="*/ 3055984 h 5450835"/>
              <a:gd name="connsiteX5900" fmla="*/ 9162866 w 10450132"/>
              <a:gd name="connsiteY5900" fmla="*/ 3055525 h 5450835"/>
              <a:gd name="connsiteX5901" fmla="*/ 9158333 w 10450132"/>
              <a:gd name="connsiteY5901" fmla="*/ 3047642 h 5450835"/>
              <a:gd name="connsiteX5902" fmla="*/ 9158333 w 10450132"/>
              <a:gd name="connsiteY5902" fmla="*/ 3046788 h 5450835"/>
              <a:gd name="connsiteX5903" fmla="*/ 9162866 w 10450132"/>
              <a:gd name="connsiteY5903" fmla="*/ 3038907 h 5450835"/>
              <a:gd name="connsiteX5904" fmla="*/ 9163654 w 10450132"/>
              <a:gd name="connsiteY5904" fmla="*/ 3038447 h 5450835"/>
              <a:gd name="connsiteX5905" fmla="*/ 8909274 w 10450132"/>
              <a:gd name="connsiteY5905" fmla="*/ 3038447 h 5450835"/>
              <a:gd name="connsiteX5906" fmla="*/ 8918336 w 10450132"/>
              <a:gd name="connsiteY5906" fmla="*/ 3038447 h 5450835"/>
              <a:gd name="connsiteX5907" fmla="*/ 8919125 w 10450132"/>
              <a:gd name="connsiteY5907" fmla="*/ 3038907 h 5450835"/>
              <a:gd name="connsiteX5908" fmla="*/ 8923657 w 10450132"/>
              <a:gd name="connsiteY5908" fmla="*/ 3046788 h 5450835"/>
              <a:gd name="connsiteX5909" fmla="*/ 8923657 w 10450132"/>
              <a:gd name="connsiteY5909" fmla="*/ 3047642 h 5450835"/>
              <a:gd name="connsiteX5910" fmla="*/ 8919125 w 10450132"/>
              <a:gd name="connsiteY5910" fmla="*/ 3055525 h 5450835"/>
              <a:gd name="connsiteX5911" fmla="*/ 8918336 w 10450132"/>
              <a:gd name="connsiteY5911" fmla="*/ 3055984 h 5450835"/>
              <a:gd name="connsiteX5912" fmla="*/ 8909274 w 10450132"/>
              <a:gd name="connsiteY5912" fmla="*/ 3055984 h 5450835"/>
              <a:gd name="connsiteX5913" fmla="*/ 8908484 w 10450132"/>
              <a:gd name="connsiteY5913" fmla="*/ 3055525 h 5450835"/>
              <a:gd name="connsiteX5914" fmla="*/ 8903953 w 10450132"/>
              <a:gd name="connsiteY5914" fmla="*/ 3047642 h 5450835"/>
              <a:gd name="connsiteX5915" fmla="*/ 8903953 w 10450132"/>
              <a:gd name="connsiteY5915" fmla="*/ 3046788 h 5450835"/>
              <a:gd name="connsiteX5916" fmla="*/ 8908484 w 10450132"/>
              <a:gd name="connsiteY5916" fmla="*/ 3038907 h 5450835"/>
              <a:gd name="connsiteX5917" fmla="*/ 8909274 w 10450132"/>
              <a:gd name="connsiteY5917" fmla="*/ 3038447 h 5450835"/>
              <a:gd name="connsiteX5918" fmla="*/ 8654892 w 10450132"/>
              <a:gd name="connsiteY5918" fmla="*/ 3038447 h 5450835"/>
              <a:gd name="connsiteX5919" fmla="*/ 8663955 w 10450132"/>
              <a:gd name="connsiteY5919" fmla="*/ 3038447 h 5450835"/>
              <a:gd name="connsiteX5920" fmla="*/ 8664744 w 10450132"/>
              <a:gd name="connsiteY5920" fmla="*/ 3038907 h 5450835"/>
              <a:gd name="connsiteX5921" fmla="*/ 8669277 w 10450132"/>
              <a:gd name="connsiteY5921" fmla="*/ 3046788 h 5450835"/>
              <a:gd name="connsiteX5922" fmla="*/ 8669277 w 10450132"/>
              <a:gd name="connsiteY5922" fmla="*/ 3047642 h 5450835"/>
              <a:gd name="connsiteX5923" fmla="*/ 8664744 w 10450132"/>
              <a:gd name="connsiteY5923" fmla="*/ 3055525 h 5450835"/>
              <a:gd name="connsiteX5924" fmla="*/ 8663955 w 10450132"/>
              <a:gd name="connsiteY5924" fmla="*/ 3055984 h 5450835"/>
              <a:gd name="connsiteX5925" fmla="*/ 8654892 w 10450132"/>
              <a:gd name="connsiteY5925" fmla="*/ 3055984 h 5450835"/>
              <a:gd name="connsiteX5926" fmla="*/ 8654104 w 10450132"/>
              <a:gd name="connsiteY5926" fmla="*/ 3055525 h 5450835"/>
              <a:gd name="connsiteX5927" fmla="*/ 8649572 w 10450132"/>
              <a:gd name="connsiteY5927" fmla="*/ 3047642 h 5450835"/>
              <a:gd name="connsiteX5928" fmla="*/ 8649572 w 10450132"/>
              <a:gd name="connsiteY5928" fmla="*/ 3046788 h 5450835"/>
              <a:gd name="connsiteX5929" fmla="*/ 8654104 w 10450132"/>
              <a:gd name="connsiteY5929" fmla="*/ 3038907 h 5450835"/>
              <a:gd name="connsiteX5930" fmla="*/ 8654892 w 10450132"/>
              <a:gd name="connsiteY5930" fmla="*/ 3038447 h 5450835"/>
              <a:gd name="connsiteX5931" fmla="*/ 8400511 w 10450132"/>
              <a:gd name="connsiteY5931" fmla="*/ 3038447 h 5450835"/>
              <a:gd name="connsiteX5932" fmla="*/ 8409575 w 10450132"/>
              <a:gd name="connsiteY5932" fmla="*/ 3038447 h 5450835"/>
              <a:gd name="connsiteX5933" fmla="*/ 8410363 w 10450132"/>
              <a:gd name="connsiteY5933" fmla="*/ 3038907 h 5450835"/>
              <a:gd name="connsiteX5934" fmla="*/ 8414896 w 10450132"/>
              <a:gd name="connsiteY5934" fmla="*/ 3046788 h 5450835"/>
              <a:gd name="connsiteX5935" fmla="*/ 8414896 w 10450132"/>
              <a:gd name="connsiteY5935" fmla="*/ 3047642 h 5450835"/>
              <a:gd name="connsiteX5936" fmla="*/ 8410363 w 10450132"/>
              <a:gd name="connsiteY5936" fmla="*/ 3055525 h 5450835"/>
              <a:gd name="connsiteX5937" fmla="*/ 8409575 w 10450132"/>
              <a:gd name="connsiteY5937" fmla="*/ 3055984 h 5450835"/>
              <a:gd name="connsiteX5938" fmla="*/ 8400511 w 10450132"/>
              <a:gd name="connsiteY5938" fmla="*/ 3055984 h 5450835"/>
              <a:gd name="connsiteX5939" fmla="*/ 8399723 w 10450132"/>
              <a:gd name="connsiteY5939" fmla="*/ 3055525 h 5450835"/>
              <a:gd name="connsiteX5940" fmla="*/ 8395191 w 10450132"/>
              <a:gd name="connsiteY5940" fmla="*/ 3047642 h 5450835"/>
              <a:gd name="connsiteX5941" fmla="*/ 8395191 w 10450132"/>
              <a:gd name="connsiteY5941" fmla="*/ 3046788 h 5450835"/>
              <a:gd name="connsiteX5942" fmla="*/ 8399723 w 10450132"/>
              <a:gd name="connsiteY5942" fmla="*/ 3038907 h 5450835"/>
              <a:gd name="connsiteX5943" fmla="*/ 8400511 w 10450132"/>
              <a:gd name="connsiteY5943" fmla="*/ 3038447 h 5450835"/>
              <a:gd name="connsiteX5944" fmla="*/ 8146065 w 10450132"/>
              <a:gd name="connsiteY5944" fmla="*/ 3038447 h 5450835"/>
              <a:gd name="connsiteX5945" fmla="*/ 8155129 w 10450132"/>
              <a:gd name="connsiteY5945" fmla="*/ 3038447 h 5450835"/>
              <a:gd name="connsiteX5946" fmla="*/ 8155917 w 10450132"/>
              <a:gd name="connsiteY5946" fmla="*/ 3038907 h 5450835"/>
              <a:gd name="connsiteX5947" fmla="*/ 8160449 w 10450132"/>
              <a:gd name="connsiteY5947" fmla="*/ 3046788 h 5450835"/>
              <a:gd name="connsiteX5948" fmla="*/ 8160449 w 10450132"/>
              <a:gd name="connsiteY5948" fmla="*/ 3047642 h 5450835"/>
              <a:gd name="connsiteX5949" fmla="*/ 8155917 w 10450132"/>
              <a:gd name="connsiteY5949" fmla="*/ 3055525 h 5450835"/>
              <a:gd name="connsiteX5950" fmla="*/ 8155129 w 10450132"/>
              <a:gd name="connsiteY5950" fmla="*/ 3055984 h 5450835"/>
              <a:gd name="connsiteX5951" fmla="*/ 8146065 w 10450132"/>
              <a:gd name="connsiteY5951" fmla="*/ 3055984 h 5450835"/>
              <a:gd name="connsiteX5952" fmla="*/ 8145277 w 10450132"/>
              <a:gd name="connsiteY5952" fmla="*/ 3055525 h 5450835"/>
              <a:gd name="connsiteX5953" fmla="*/ 8140745 w 10450132"/>
              <a:gd name="connsiteY5953" fmla="*/ 3047642 h 5450835"/>
              <a:gd name="connsiteX5954" fmla="*/ 8140745 w 10450132"/>
              <a:gd name="connsiteY5954" fmla="*/ 3046788 h 5450835"/>
              <a:gd name="connsiteX5955" fmla="*/ 8145277 w 10450132"/>
              <a:gd name="connsiteY5955" fmla="*/ 3038907 h 5450835"/>
              <a:gd name="connsiteX5956" fmla="*/ 8146065 w 10450132"/>
              <a:gd name="connsiteY5956" fmla="*/ 3038447 h 5450835"/>
              <a:gd name="connsiteX5957" fmla="*/ 7891684 w 10450132"/>
              <a:gd name="connsiteY5957" fmla="*/ 3038447 h 5450835"/>
              <a:gd name="connsiteX5958" fmla="*/ 7900748 w 10450132"/>
              <a:gd name="connsiteY5958" fmla="*/ 3038447 h 5450835"/>
              <a:gd name="connsiteX5959" fmla="*/ 7901536 w 10450132"/>
              <a:gd name="connsiteY5959" fmla="*/ 3038907 h 5450835"/>
              <a:gd name="connsiteX5960" fmla="*/ 7906067 w 10450132"/>
              <a:gd name="connsiteY5960" fmla="*/ 3046788 h 5450835"/>
              <a:gd name="connsiteX5961" fmla="*/ 7906067 w 10450132"/>
              <a:gd name="connsiteY5961" fmla="*/ 3047642 h 5450835"/>
              <a:gd name="connsiteX5962" fmla="*/ 7901536 w 10450132"/>
              <a:gd name="connsiteY5962" fmla="*/ 3055525 h 5450835"/>
              <a:gd name="connsiteX5963" fmla="*/ 7900748 w 10450132"/>
              <a:gd name="connsiteY5963" fmla="*/ 3055984 h 5450835"/>
              <a:gd name="connsiteX5964" fmla="*/ 7891684 w 10450132"/>
              <a:gd name="connsiteY5964" fmla="*/ 3055984 h 5450835"/>
              <a:gd name="connsiteX5965" fmla="*/ 7890896 w 10450132"/>
              <a:gd name="connsiteY5965" fmla="*/ 3055525 h 5450835"/>
              <a:gd name="connsiteX5966" fmla="*/ 7886363 w 10450132"/>
              <a:gd name="connsiteY5966" fmla="*/ 3047642 h 5450835"/>
              <a:gd name="connsiteX5967" fmla="*/ 7886363 w 10450132"/>
              <a:gd name="connsiteY5967" fmla="*/ 3046788 h 5450835"/>
              <a:gd name="connsiteX5968" fmla="*/ 7890896 w 10450132"/>
              <a:gd name="connsiteY5968" fmla="*/ 3038907 h 5450835"/>
              <a:gd name="connsiteX5969" fmla="*/ 7891684 w 10450132"/>
              <a:gd name="connsiteY5969" fmla="*/ 3038447 h 5450835"/>
              <a:gd name="connsiteX5970" fmla="*/ 7637304 w 10450132"/>
              <a:gd name="connsiteY5970" fmla="*/ 3038447 h 5450835"/>
              <a:gd name="connsiteX5971" fmla="*/ 7646367 w 10450132"/>
              <a:gd name="connsiteY5971" fmla="*/ 3038447 h 5450835"/>
              <a:gd name="connsiteX5972" fmla="*/ 7647156 w 10450132"/>
              <a:gd name="connsiteY5972" fmla="*/ 3038907 h 5450835"/>
              <a:gd name="connsiteX5973" fmla="*/ 7651687 w 10450132"/>
              <a:gd name="connsiteY5973" fmla="*/ 3046788 h 5450835"/>
              <a:gd name="connsiteX5974" fmla="*/ 7651687 w 10450132"/>
              <a:gd name="connsiteY5974" fmla="*/ 3047642 h 5450835"/>
              <a:gd name="connsiteX5975" fmla="*/ 7647156 w 10450132"/>
              <a:gd name="connsiteY5975" fmla="*/ 3055525 h 5450835"/>
              <a:gd name="connsiteX5976" fmla="*/ 7646367 w 10450132"/>
              <a:gd name="connsiteY5976" fmla="*/ 3055984 h 5450835"/>
              <a:gd name="connsiteX5977" fmla="*/ 7637304 w 10450132"/>
              <a:gd name="connsiteY5977" fmla="*/ 3055984 h 5450835"/>
              <a:gd name="connsiteX5978" fmla="*/ 7636516 w 10450132"/>
              <a:gd name="connsiteY5978" fmla="*/ 3055525 h 5450835"/>
              <a:gd name="connsiteX5979" fmla="*/ 7631983 w 10450132"/>
              <a:gd name="connsiteY5979" fmla="*/ 3047642 h 5450835"/>
              <a:gd name="connsiteX5980" fmla="*/ 7631983 w 10450132"/>
              <a:gd name="connsiteY5980" fmla="*/ 3046788 h 5450835"/>
              <a:gd name="connsiteX5981" fmla="*/ 7636516 w 10450132"/>
              <a:gd name="connsiteY5981" fmla="*/ 3038907 h 5450835"/>
              <a:gd name="connsiteX5982" fmla="*/ 7637304 w 10450132"/>
              <a:gd name="connsiteY5982" fmla="*/ 3038447 h 5450835"/>
              <a:gd name="connsiteX5983" fmla="*/ 7382923 w 10450132"/>
              <a:gd name="connsiteY5983" fmla="*/ 3038447 h 5450835"/>
              <a:gd name="connsiteX5984" fmla="*/ 7391987 w 10450132"/>
              <a:gd name="connsiteY5984" fmla="*/ 3038447 h 5450835"/>
              <a:gd name="connsiteX5985" fmla="*/ 7392775 w 10450132"/>
              <a:gd name="connsiteY5985" fmla="*/ 3038907 h 5450835"/>
              <a:gd name="connsiteX5986" fmla="*/ 7397307 w 10450132"/>
              <a:gd name="connsiteY5986" fmla="*/ 3046788 h 5450835"/>
              <a:gd name="connsiteX5987" fmla="*/ 7397307 w 10450132"/>
              <a:gd name="connsiteY5987" fmla="*/ 3047642 h 5450835"/>
              <a:gd name="connsiteX5988" fmla="*/ 7392775 w 10450132"/>
              <a:gd name="connsiteY5988" fmla="*/ 3055525 h 5450835"/>
              <a:gd name="connsiteX5989" fmla="*/ 7391987 w 10450132"/>
              <a:gd name="connsiteY5989" fmla="*/ 3055984 h 5450835"/>
              <a:gd name="connsiteX5990" fmla="*/ 7382923 w 10450132"/>
              <a:gd name="connsiteY5990" fmla="*/ 3055984 h 5450835"/>
              <a:gd name="connsiteX5991" fmla="*/ 7382135 w 10450132"/>
              <a:gd name="connsiteY5991" fmla="*/ 3055525 h 5450835"/>
              <a:gd name="connsiteX5992" fmla="*/ 7377602 w 10450132"/>
              <a:gd name="connsiteY5992" fmla="*/ 3047642 h 5450835"/>
              <a:gd name="connsiteX5993" fmla="*/ 7377602 w 10450132"/>
              <a:gd name="connsiteY5993" fmla="*/ 3046788 h 5450835"/>
              <a:gd name="connsiteX5994" fmla="*/ 7382135 w 10450132"/>
              <a:gd name="connsiteY5994" fmla="*/ 3038907 h 5450835"/>
              <a:gd name="connsiteX5995" fmla="*/ 7382923 w 10450132"/>
              <a:gd name="connsiteY5995" fmla="*/ 3038447 h 5450835"/>
              <a:gd name="connsiteX5996" fmla="*/ 7128477 w 10450132"/>
              <a:gd name="connsiteY5996" fmla="*/ 3038447 h 5450835"/>
              <a:gd name="connsiteX5997" fmla="*/ 7137540 w 10450132"/>
              <a:gd name="connsiteY5997" fmla="*/ 3038447 h 5450835"/>
              <a:gd name="connsiteX5998" fmla="*/ 7138328 w 10450132"/>
              <a:gd name="connsiteY5998" fmla="*/ 3038907 h 5450835"/>
              <a:gd name="connsiteX5999" fmla="*/ 7142860 w 10450132"/>
              <a:gd name="connsiteY5999" fmla="*/ 3046788 h 5450835"/>
              <a:gd name="connsiteX6000" fmla="*/ 7142860 w 10450132"/>
              <a:gd name="connsiteY6000" fmla="*/ 3047642 h 5450835"/>
              <a:gd name="connsiteX6001" fmla="*/ 7138328 w 10450132"/>
              <a:gd name="connsiteY6001" fmla="*/ 3055525 h 5450835"/>
              <a:gd name="connsiteX6002" fmla="*/ 7137540 w 10450132"/>
              <a:gd name="connsiteY6002" fmla="*/ 3055984 h 5450835"/>
              <a:gd name="connsiteX6003" fmla="*/ 7128477 w 10450132"/>
              <a:gd name="connsiteY6003" fmla="*/ 3055984 h 5450835"/>
              <a:gd name="connsiteX6004" fmla="*/ 7127689 w 10450132"/>
              <a:gd name="connsiteY6004" fmla="*/ 3055525 h 5450835"/>
              <a:gd name="connsiteX6005" fmla="*/ 7123156 w 10450132"/>
              <a:gd name="connsiteY6005" fmla="*/ 3047642 h 5450835"/>
              <a:gd name="connsiteX6006" fmla="*/ 7123156 w 10450132"/>
              <a:gd name="connsiteY6006" fmla="*/ 3046788 h 5450835"/>
              <a:gd name="connsiteX6007" fmla="*/ 7127689 w 10450132"/>
              <a:gd name="connsiteY6007" fmla="*/ 3038907 h 5450835"/>
              <a:gd name="connsiteX6008" fmla="*/ 7128477 w 10450132"/>
              <a:gd name="connsiteY6008" fmla="*/ 3038447 h 5450835"/>
              <a:gd name="connsiteX6009" fmla="*/ 6874095 w 10450132"/>
              <a:gd name="connsiteY6009" fmla="*/ 3038447 h 5450835"/>
              <a:gd name="connsiteX6010" fmla="*/ 6883159 w 10450132"/>
              <a:gd name="connsiteY6010" fmla="*/ 3038447 h 5450835"/>
              <a:gd name="connsiteX6011" fmla="*/ 6883947 w 10450132"/>
              <a:gd name="connsiteY6011" fmla="*/ 3038907 h 5450835"/>
              <a:gd name="connsiteX6012" fmla="*/ 6888480 w 10450132"/>
              <a:gd name="connsiteY6012" fmla="*/ 3046788 h 5450835"/>
              <a:gd name="connsiteX6013" fmla="*/ 6888480 w 10450132"/>
              <a:gd name="connsiteY6013" fmla="*/ 3047642 h 5450835"/>
              <a:gd name="connsiteX6014" fmla="*/ 6883947 w 10450132"/>
              <a:gd name="connsiteY6014" fmla="*/ 3055525 h 5450835"/>
              <a:gd name="connsiteX6015" fmla="*/ 6883159 w 10450132"/>
              <a:gd name="connsiteY6015" fmla="*/ 3055984 h 5450835"/>
              <a:gd name="connsiteX6016" fmla="*/ 6874095 w 10450132"/>
              <a:gd name="connsiteY6016" fmla="*/ 3055984 h 5450835"/>
              <a:gd name="connsiteX6017" fmla="*/ 6873307 w 10450132"/>
              <a:gd name="connsiteY6017" fmla="*/ 3055525 h 5450835"/>
              <a:gd name="connsiteX6018" fmla="*/ 6868775 w 10450132"/>
              <a:gd name="connsiteY6018" fmla="*/ 3047642 h 5450835"/>
              <a:gd name="connsiteX6019" fmla="*/ 6868775 w 10450132"/>
              <a:gd name="connsiteY6019" fmla="*/ 3046788 h 5450835"/>
              <a:gd name="connsiteX6020" fmla="*/ 6873307 w 10450132"/>
              <a:gd name="connsiteY6020" fmla="*/ 3038907 h 5450835"/>
              <a:gd name="connsiteX6021" fmla="*/ 6874095 w 10450132"/>
              <a:gd name="connsiteY6021" fmla="*/ 3038447 h 5450835"/>
              <a:gd name="connsiteX6022" fmla="*/ 6619714 w 10450132"/>
              <a:gd name="connsiteY6022" fmla="*/ 3038447 h 5450835"/>
              <a:gd name="connsiteX6023" fmla="*/ 6628778 w 10450132"/>
              <a:gd name="connsiteY6023" fmla="*/ 3038447 h 5450835"/>
              <a:gd name="connsiteX6024" fmla="*/ 6629566 w 10450132"/>
              <a:gd name="connsiteY6024" fmla="*/ 3038907 h 5450835"/>
              <a:gd name="connsiteX6025" fmla="*/ 6634099 w 10450132"/>
              <a:gd name="connsiteY6025" fmla="*/ 3046788 h 5450835"/>
              <a:gd name="connsiteX6026" fmla="*/ 6634099 w 10450132"/>
              <a:gd name="connsiteY6026" fmla="*/ 3047642 h 5450835"/>
              <a:gd name="connsiteX6027" fmla="*/ 6629566 w 10450132"/>
              <a:gd name="connsiteY6027" fmla="*/ 3055525 h 5450835"/>
              <a:gd name="connsiteX6028" fmla="*/ 6628778 w 10450132"/>
              <a:gd name="connsiteY6028" fmla="*/ 3055984 h 5450835"/>
              <a:gd name="connsiteX6029" fmla="*/ 6619714 w 10450132"/>
              <a:gd name="connsiteY6029" fmla="*/ 3055984 h 5450835"/>
              <a:gd name="connsiteX6030" fmla="*/ 6618926 w 10450132"/>
              <a:gd name="connsiteY6030" fmla="*/ 3055525 h 5450835"/>
              <a:gd name="connsiteX6031" fmla="*/ 6614394 w 10450132"/>
              <a:gd name="connsiteY6031" fmla="*/ 3047642 h 5450835"/>
              <a:gd name="connsiteX6032" fmla="*/ 6614394 w 10450132"/>
              <a:gd name="connsiteY6032" fmla="*/ 3046788 h 5450835"/>
              <a:gd name="connsiteX6033" fmla="*/ 6618926 w 10450132"/>
              <a:gd name="connsiteY6033" fmla="*/ 3038907 h 5450835"/>
              <a:gd name="connsiteX6034" fmla="*/ 6619714 w 10450132"/>
              <a:gd name="connsiteY6034" fmla="*/ 3038447 h 5450835"/>
              <a:gd name="connsiteX6035" fmla="*/ 6365334 w 10450132"/>
              <a:gd name="connsiteY6035" fmla="*/ 3038447 h 5450835"/>
              <a:gd name="connsiteX6036" fmla="*/ 6374397 w 10450132"/>
              <a:gd name="connsiteY6036" fmla="*/ 3038447 h 5450835"/>
              <a:gd name="connsiteX6037" fmla="*/ 6375186 w 10450132"/>
              <a:gd name="connsiteY6037" fmla="*/ 3038907 h 5450835"/>
              <a:gd name="connsiteX6038" fmla="*/ 6379718 w 10450132"/>
              <a:gd name="connsiteY6038" fmla="*/ 3046788 h 5450835"/>
              <a:gd name="connsiteX6039" fmla="*/ 6379718 w 10450132"/>
              <a:gd name="connsiteY6039" fmla="*/ 3047642 h 5450835"/>
              <a:gd name="connsiteX6040" fmla="*/ 6375186 w 10450132"/>
              <a:gd name="connsiteY6040" fmla="*/ 3055525 h 5450835"/>
              <a:gd name="connsiteX6041" fmla="*/ 6374397 w 10450132"/>
              <a:gd name="connsiteY6041" fmla="*/ 3055984 h 5450835"/>
              <a:gd name="connsiteX6042" fmla="*/ 6365334 w 10450132"/>
              <a:gd name="connsiteY6042" fmla="*/ 3055984 h 5450835"/>
              <a:gd name="connsiteX6043" fmla="*/ 6364546 w 10450132"/>
              <a:gd name="connsiteY6043" fmla="*/ 3055525 h 5450835"/>
              <a:gd name="connsiteX6044" fmla="*/ 6360014 w 10450132"/>
              <a:gd name="connsiteY6044" fmla="*/ 3047642 h 5450835"/>
              <a:gd name="connsiteX6045" fmla="*/ 6360014 w 10450132"/>
              <a:gd name="connsiteY6045" fmla="*/ 3046788 h 5450835"/>
              <a:gd name="connsiteX6046" fmla="*/ 6364546 w 10450132"/>
              <a:gd name="connsiteY6046" fmla="*/ 3038907 h 5450835"/>
              <a:gd name="connsiteX6047" fmla="*/ 6365334 w 10450132"/>
              <a:gd name="connsiteY6047" fmla="*/ 3038447 h 5450835"/>
              <a:gd name="connsiteX6048" fmla="*/ 6110888 w 10450132"/>
              <a:gd name="connsiteY6048" fmla="*/ 3038447 h 5450835"/>
              <a:gd name="connsiteX6049" fmla="*/ 6119953 w 10450132"/>
              <a:gd name="connsiteY6049" fmla="*/ 3038447 h 5450835"/>
              <a:gd name="connsiteX6050" fmla="*/ 6120740 w 10450132"/>
              <a:gd name="connsiteY6050" fmla="*/ 3038907 h 5450835"/>
              <a:gd name="connsiteX6051" fmla="*/ 6125272 w 10450132"/>
              <a:gd name="connsiteY6051" fmla="*/ 3046788 h 5450835"/>
              <a:gd name="connsiteX6052" fmla="*/ 6125272 w 10450132"/>
              <a:gd name="connsiteY6052" fmla="*/ 3047642 h 5450835"/>
              <a:gd name="connsiteX6053" fmla="*/ 6120740 w 10450132"/>
              <a:gd name="connsiteY6053" fmla="*/ 3055525 h 5450835"/>
              <a:gd name="connsiteX6054" fmla="*/ 6119953 w 10450132"/>
              <a:gd name="connsiteY6054" fmla="*/ 3055984 h 5450835"/>
              <a:gd name="connsiteX6055" fmla="*/ 6110888 w 10450132"/>
              <a:gd name="connsiteY6055" fmla="*/ 3055984 h 5450835"/>
              <a:gd name="connsiteX6056" fmla="*/ 6110101 w 10450132"/>
              <a:gd name="connsiteY6056" fmla="*/ 3055525 h 5450835"/>
              <a:gd name="connsiteX6057" fmla="*/ 6105567 w 10450132"/>
              <a:gd name="connsiteY6057" fmla="*/ 3047642 h 5450835"/>
              <a:gd name="connsiteX6058" fmla="*/ 6105567 w 10450132"/>
              <a:gd name="connsiteY6058" fmla="*/ 3046788 h 5450835"/>
              <a:gd name="connsiteX6059" fmla="*/ 6110101 w 10450132"/>
              <a:gd name="connsiteY6059" fmla="*/ 3038907 h 5450835"/>
              <a:gd name="connsiteX6060" fmla="*/ 6110888 w 10450132"/>
              <a:gd name="connsiteY6060" fmla="*/ 3038447 h 5450835"/>
              <a:gd name="connsiteX6061" fmla="*/ 5856508 w 10450132"/>
              <a:gd name="connsiteY6061" fmla="*/ 3038447 h 5450835"/>
              <a:gd name="connsiteX6062" fmla="*/ 5865571 w 10450132"/>
              <a:gd name="connsiteY6062" fmla="*/ 3038447 h 5450835"/>
              <a:gd name="connsiteX6063" fmla="*/ 5866359 w 10450132"/>
              <a:gd name="connsiteY6063" fmla="*/ 3038907 h 5450835"/>
              <a:gd name="connsiteX6064" fmla="*/ 5870891 w 10450132"/>
              <a:gd name="connsiteY6064" fmla="*/ 3046788 h 5450835"/>
              <a:gd name="connsiteX6065" fmla="*/ 5870891 w 10450132"/>
              <a:gd name="connsiteY6065" fmla="*/ 3047642 h 5450835"/>
              <a:gd name="connsiteX6066" fmla="*/ 5866359 w 10450132"/>
              <a:gd name="connsiteY6066" fmla="*/ 3055525 h 5450835"/>
              <a:gd name="connsiteX6067" fmla="*/ 5865571 w 10450132"/>
              <a:gd name="connsiteY6067" fmla="*/ 3055984 h 5450835"/>
              <a:gd name="connsiteX6068" fmla="*/ 5856508 w 10450132"/>
              <a:gd name="connsiteY6068" fmla="*/ 3055984 h 5450835"/>
              <a:gd name="connsiteX6069" fmla="*/ 5855720 w 10450132"/>
              <a:gd name="connsiteY6069" fmla="*/ 3055525 h 5450835"/>
              <a:gd name="connsiteX6070" fmla="*/ 5851187 w 10450132"/>
              <a:gd name="connsiteY6070" fmla="*/ 3047642 h 5450835"/>
              <a:gd name="connsiteX6071" fmla="*/ 5851187 w 10450132"/>
              <a:gd name="connsiteY6071" fmla="*/ 3046788 h 5450835"/>
              <a:gd name="connsiteX6072" fmla="*/ 5855720 w 10450132"/>
              <a:gd name="connsiteY6072" fmla="*/ 3038907 h 5450835"/>
              <a:gd name="connsiteX6073" fmla="*/ 5856508 w 10450132"/>
              <a:gd name="connsiteY6073" fmla="*/ 3038447 h 5450835"/>
              <a:gd name="connsiteX6074" fmla="*/ 5602126 w 10450132"/>
              <a:gd name="connsiteY6074" fmla="*/ 3038447 h 5450835"/>
              <a:gd name="connsiteX6075" fmla="*/ 5611191 w 10450132"/>
              <a:gd name="connsiteY6075" fmla="*/ 3038447 h 5450835"/>
              <a:gd name="connsiteX6076" fmla="*/ 5611979 w 10450132"/>
              <a:gd name="connsiteY6076" fmla="*/ 3038907 h 5450835"/>
              <a:gd name="connsiteX6077" fmla="*/ 5616511 w 10450132"/>
              <a:gd name="connsiteY6077" fmla="*/ 3046788 h 5450835"/>
              <a:gd name="connsiteX6078" fmla="*/ 5616511 w 10450132"/>
              <a:gd name="connsiteY6078" fmla="*/ 3047642 h 5450835"/>
              <a:gd name="connsiteX6079" fmla="*/ 5611979 w 10450132"/>
              <a:gd name="connsiteY6079" fmla="*/ 3055525 h 5450835"/>
              <a:gd name="connsiteX6080" fmla="*/ 5611191 w 10450132"/>
              <a:gd name="connsiteY6080" fmla="*/ 3055984 h 5450835"/>
              <a:gd name="connsiteX6081" fmla="*/ 5602126 w 10450132"/>
              <a:gd name="connsiteY6081" fmla="*/ 3055984 h 5450835"/>
              <a:gd name="connsiteX6082" fmla="*/ 5601338 w 10450132"/>
              <a:gd name="connsiteY6082" fmla="*/ 3055525 h 5450835"/>
              <a:gd name="connsiteX6083" fmla="*/ 5596807 w 10450132"/>
              <a:gd name="connsiteY6083" fmla="*/ 3047642 h 5450835"/>
              <a:gd name="connsiteX6084" fmla="*/ 5596807 w 10450132"/>
              <a:gd name="connsiteY6084" fmla="*/ 3046788 h 5450835"/>
              <a:gd name="connsiteX6085" fmla="*/ 5601338 w 10450132"/>
              <a:gd name="connsiteY6085" fmla="*/ 3038907 h 5450835"/>
              <a:gd name="connsiteX6086" fmla="*/ 5602126 w 10450132"/>
              <a:gd name="connsiteY6086" fmla="*/ 3038447 h 5450835"/>
              <a:gd name="connsiteX6087" fmla="*/ 5347746 w 10450132"/>
              <a:gd name="connsiteY6087" fmla="*/ 3038447 h 5450835"/>
              <a:gd name="connsiteX6088" fmla="*/ 5356810 w 10450132"/>
              <a:gd name="connsiteY6088" fmla="*/ 3038447 h 5450835"/>
              <a:gd name="connsiteX6089" fmla="*/ 5357598 w 10450132"/>
              <a:gd name="connsiteY6089" fmla="*/ 3038907 h 5450835"/>
              <a:gd name="connsiteX6090" fmla="*/ 5362130 w 10450132"/>
              <a:gd name="connsiteY6090" fmla="*/ 3046788 h 5450835"/>
              <a:gd name="connsiteX6091" fmla="*/ 5362130 w 10450132"/>
              <a:gd name="connsiteY6091" fmla="*/ 3047642 h 5450835"/>
              <a:gd name="connsiteX6092" fmla="*/ 5357598 w 10450132"/>
              <a:gd name="connsiteY6092" fmla="*/ 3055525 h 5450835"/>
              <a:gd name="connsiteX6093" fmla="*/ 5356810 w 10450132"/>
              <a:gd name="connsiteY6093" fmla="*/ 3055984 h 5450835"/>
              <a:gd name="connsiteX6094" fmla="*/ 5347746 w 10450132"/>
              <a:gd name="connsiteY6094" fmla="*/ 3055984 h 5450835"/>
              <a:gd name="connsiteX6095" fmla="*/ 5346958 w 10450132"/>
              <a:gd name="connsiteY6095" fmla="*/ 3055525 h 5450835"/>
              <a:gd name="connsiteX6096" fmla="*/ 5342425 w 10450132"/>
              <a:gd name="connsiteY6096" fmla="*/ 3047642 h 5450835"/>
              <a:gd name="connsiteX6097" fmla="*/ 5342425 w 10450132"/>
              <a:gd name="connsiteY6097" fmla="*/ 3046788 h 5450835"/>
              <a:gd name="connsiteX6098" fmla="*/ 5346958 w 10450132"/>
              <a:gd name="connsiteY6098" fmla="*/ 3038907 h 5450835"/>
              <a:gd name="connsiteX6099" fmla="*/ 5347746 w 10450132"/>
              <a:gd name="connsiteY6099" fmla="*/ 3038447 h 5450835"/>
              <a:gd name="connsiteX6100" fmla="*/ 5093300 w 10450132"/>
              <a:gd name="connsiteY6100" fmla="*/ 3038447 h 5450835"/>
              <a:gd name="connsiteX6101" fmla="*/ 5102364 w 10450132"/>
              <a:gd name="connsiteY6101" fmla="*/ 3038447 h 5450835"/>
              <a:gd name="connsiteX6102" fmla="*/ 5103153 w 10450132"/>
              <a:gd name="connsiteY6102" fmla="*/ 3038907 h 5450835"/>
              <a:gd name="connsiteX6103" fmla="*/ 5107684 w 10450132"/>
              <a:gd name="connsiteY6103" fmla="*/ 3046788 h 5450835"/>
              <a:gd name="connsiteX6104" fmla="*/ 5107684 w 10450132"/>
              <a:gd name="connsiteY6104" fmla="*/ 3047642 h 5450835"/>
              <a:gd name="connsiteX6105" fmla="*/ 5103153 w 10450132"/>
              <a:gd name="connsiteY6105" fmla="*/ 3055525 h 5450835"/>
              <a:gd name="connsiteX6106" fmla="*/ 5102364 w 10450132"/>
              <a:gd name="connsiteY6106" fmla="*/ 3055984 h 5450835"/>
              <a:gd name="connsiteX6107" fmla="*/ 5093300 w 10450132"/>
              <a:gd name="connsiteY6107" fmla="*/ 3055984 h 5450835"/>
              <a:gd name="connsiteX6108" fmla="*/ 5092512 w 10450132"/>
              <a:gd name="connsiteY6108" fmla="*/ 3055525 h 5450835"/>
              <a:gd name="connsiteX6109" fmla="*/ 5087979 w 10450132"/>
              <a:gd name="connsiteY6109" fmla="*/ 3047642 h 5450835"/>
              <a:gd name="connsiteX6110" fmla="*/ 5087979 w 10450132"/>
              <a:gd name="connsiteY6110" fmla="*/ 3046788 h 5450835"/>
              <a:gd name="connsiteX6111" fmla="*/ 5092512 w 10450132"/>
              <a:gd name="connsiteY6111" fmla="*/ 3038907 h 5450835"/>
              <a:gd name="connsiteX6112" fmla="*/ 5093300 w 10450132"/>
              <a:gd name="connsiteY6112" fmla="*/ 3038447 h 5450835"/>
              <a:gd name="connsiteX6113" fmla="*/ 4838919 w 10450132"/>
              <a:gd name="connsiteY6113" fmla="*/ 3038447 h 5450835"/>
              <a:gd name="connsiteX6114" fmla="*/ 4847982 w 10450132"/>
              <a:gd name="connsiteY6114" fmla="*/ 3038447 h 5450835"/>
              <a:gd name="connsiteX6115" fmla="*/ 4848772 w 10450132"/>
              <a:gd name="connsiteY6115" fmla="*/ 3038907 h 5450835"/>
              <a:gd name="connsiteX6116" fmla="*/ 4853303 w 10450132"/>
              <a:gd name="connsiteY6116" fmla="*/ 3046788 h 5450835"/>
              <a:gd name="connsiteX6117" fmla="*/ 4853303 w 10450132"/>
              <a:gd name="connsiteY6117" fmla="*/ 3047642 h 5450835"/>
              <a:gd name="connsiteX6118" fmla="*/ 4848772 w 10450132"/>
              <a:gd name="connsiteY6118" fmla="*/ 3055525 h 5450835"/>
              <a:gd name="connsiteX6119" fmla="*/ 4847982 w 10450132"/>
              <a:gd name="connsiteY6119" fmla="*/ 3055984 h 5450835"/>
              <a:gd name="connsiteX6120" fmla="*/ 4838919 w 10450132"/>
              <a:gd name="connsiteY6120" fmla="*/ 3055984 h 5450835"/>
              <a:gd name="connsiteX6121" fmla="*/ 4838132 w 10450132"/>
              <a:gd name="connsiteY6121" fmla="*/ 3055525 h 5450835"/>
              <a:gd name="connsiteX6122" fmla="*/ 4833598 w 10450132"/>
              <a:gd name="connsiteY6122" fmla="*/ 3047642 h 5450835"/>
              <a:gd name="connsiteX6123" fmla="*/ 4833598 w 10450132"/>
              <a:gd name="connsiteY6123" fmla="*/ 3046788 h 5450835"/>
              <a:gd name="connsiteX6124" fmla="*/ 4838132 w 10450132"/>
              <a:gd name="connsiteY6124" fmla="*/ 3038907 h 5450835"/>
              <a:gd name="connsiteX6125" fmla="*/ 4838919 w 10450132"/>
              <a:gd name="connsiteY6125" fmla="*/ 3038447 h 5450835"/>
              <a:gd name="connsiteX6126" fmla="*/ 4584538 w 10450132"/>
              <a:gd name="connsiteY6126" fmla="*/ 3038447 h 5450835"/>
              <a:gd name="connsiteX6127" fmla="*/ 4593603 w 10450132"/>
              <a:gd name="connsiteY6127" fmla="*/ 3038447 h 5450835"/>
              <a:gd name="connsiteX6128" fmla="*/ 4594390 w 10450132"/>
              <a:gd name="connsiteY6128" fmla="*/ 3038907 h 5450835"/>
              <a:gd name="connsiteX6129" fmla="*/ 4598922 w 10450132"/>
              <a:gd name="connsiteY6129" fmla="*/ 3046788 h 5450835"/>
              <a:gd name="connsiteX6130" fmla="*/ 4598922 w 10450132"/>
              <a:gd name="connsiteY6130" fmla="*/ 3047642 h 5450835"/>
              <a:gd name="connsiteX6131" fmla="*/ 4594390 w 10450132"/>
              <a:gd name="connsiteY6131" fmla="*/ 3055525 h 5450835"/>
              <a:gd name="connsiteX6132" fmla="*/ 4593603 w 10450132"/>
              <a:gd name="connsiteY6132" fmla="*/ 3055984 h 5450835"/>
              <a:gd name="connsiteX6133" fmla="*/ 4584538 w 10450132"/>
              <a:gd name="connsiteY6133" fmla="*/ 3055984 h 5450835"/>
              <a:gd name="connsiteX6134" fmla="*/ 4583749 w 10450132"/>
              <a:gd name="connsiteY6134" fmla="*/ 3055525 h 5450835"/>
              <a:gd name="connsiteX6135" fmla="*/ 4579218 w 10450132"/>
              <a:gd name="connsiteY6135" fmla="*/ 3047642 h 5450835"/>
              <a:gd name="connsiteX6136" fmla="*/ 4579218 w 10450132"/>
              <a:gd name="connsiteY6136" fmla="*/ 3046788 h 5450835"/>
              <a:gd name="connsiteX6137" fmla="*/ 4583749 w 10450132"/>
              <a:gd name="connsiteY6137" fmla="*/ 3038907 h 5450835"/>
              <a:gd name="connsiteX6138" fmla="*/ 4584538 w 10450132"/>
              <a:gd name="connsiteY6138" fmla="*/ 3038447 h 5450835"/>
              <a:gd name="connsiteX6139" fmla="*/ 4330157 w 10450132"/>
              <a:gd name="connsiteY6139" fmla="*/ 3038447 h 5450835"/>
              <a:gd name="connsiteX6140" fmla="*/ 4339222 w 10450132"/>
              <a:gd name="connsiteY6140" fmla="*/ 3038447 h 5450835"/>
              <a:gd name="connsiteX6141" fmla="*/ 4340010 w 10450132"/>
              <a:gd name="connsiteY6141" fmla="*/ 3038907 h 5450835"/>
              <a:gd name="connsiteX6142" fmla="*/ 4344540 w 10450132"/>
              <a:gd name="connsiteY6142" fmla="*/ 3046788 h 5450835"/>
              <a:gd name="connsiteX6143" fmla="*/ 4344540 w 10450132"/>
              <a:gd name="connsiteY6143" fmla="*/ 3047642 h 5450835"/>
              <a:gd name="connsiteX6144" fmla="*/ 4340010 w 10450132"/>
              <a:gd name="connsiteY6144" fmla="*/ 3055525 h 5450835"/>
              <a:gd name="connsiteX6145" fmla="*/ 4339222 w 10450132"/>
              <a:gd name="connsiteY6145" fmla="*/ 3055984 h 5450835"/>
              <a:gd name="connsiteX6146" fmla="*/ 4330157 w 10450132"/>
              <a:gd name="connsiteY6146" fmla="*/ 3055984 h 5450835"/>
              <a:gd name="connsiteX6147" fmla="*/ 4329369 w 10450132"/>
              <a:gd name="connsiteY6147" fmla="*/ 3055525 h 5450835"/>
              <a:gd name="connsiteX6148" fmla="*/ 4324836 w 10450132"/>
              <a:gd name="connsiteY6148" fmla="*/ 3047642 h 5450835"/>
              <a:gd name="connsiteX6149" fmla="*/ 4324836 w 10450132"/>
              <a:gd name="connsiteY6149" fmla="*/ 3046788 h 5450835"/>
              <a:gd name="connsiteX6150" fmla="*/ 4329369 w 10450132"/>
              <a:gd name="connsiteY6150" fmla="*/ 3038907 h 5450835"/>
              <a:gd name="connsiteX6151" fmla="*/ 4330157 w 10450132"/>
              <a:gd name="connsiteY6151" fmla="*/ 3038447 h 5450835"/>
              <a:gd name="connsiteX6152" fmla="*/ 4075895 w 10450132"/>
              <a:gd name="connsiteY6152" fmla="*/ 3038447 h 5450835"/>
              <a:gd name="connsiteX6153" fmla="*/ 4084959 w 10450132"/>
              <a:gd name="connsiteY6153" fmla="*/ 3038447 h 5450835"/>
              <a:gd name="connsiteX6154" fmla="*/ 4085745 w 10450132"/>
              <a:gd name="connsiteY6154" fmla="*/ 3038907 h 5450835"/>
              <a:gd name="connsiteX6155" fmla="*/ 4090279 w 10450132"/>
              <a:gd name="connsiteY6155" fmla="*/ 3046788 h 5450835"/>
              <a:gd name="connsiteX6156" fmla="*/ 4090279 w 10450132"/>
              <a:gd name="connsiteY6156" fmla="*/ 3047642 h 5450835"/>
              <a:gd name="connsiteX6157" fmla="*/ 4085745 w 10450132"/>
              <a:gd name="connsiteY6157" fmla="*/ 3055525 h 5450835"/>
              <a:gd name="connsiteX6158" fmla="*/ 4084959 w 10450132"/>
              <a:gd name="connsiteY6158" fmla="*/ 3055984 h 5450835"/>
              <a:gd name="connsiteX6159" fmla="*/ 4075895 w 10450132"/>
              <a:gd name="connsiteY6159" fmla="*/ 3055984 h 5450835"/>
              <a:gd name="connsiteX6160" fmla="*/ 4075105 w 10450132"/>
              <a:gd name="connsiteY6160" fmla="*/ 3055525 h 5450835"/>
              <a:gd name="connsiteX6161" fmla="*/ 4070574 w 10450132"/>
              <a:gd name="connsiteY6161" fmla="*/ 3047642 h 5450835"/>
              <a:gd name="connsiteX6162" fmla="*/ 4070574 w 10450132"/>
              <a:gd name="connsiteY6162" fmla="*/ 3046788 h 5450835"/>
              <a:gd name="connsiteX6163" fmla="*/ 4075105 w 10450132"/>
              <a:gd name="connsiteY6163" fmla="*/ 3038907 h 5450835"/>
              <a:gd name="connsiteX6164" fmla="*/ 4075895 w 10450132"/>
              <a:gd name="connsiteY6164" fmla="*/ 3038447 h 5450835"/>
              <a:gd name="connsiteX6165" fmla="*/ 3821481 w 10450132"/>
              <a:gd name="connsiteY6165" fmla="*/ 3038447 h 5450835"/>
              <a:gd name="connsiteX6166" fmla="*/ 3830546 w 10450132"/>
              <a:gd name="connsiteY6166" fmla="*/ 3038447 h 5450835"/>
              <a:gd name="connsiteX6167" fmla="*/ 3831334 w 10450132"/>
              <a:gd name="connsiteY6167" fmla="*/ 3038907 h 5450835"/>
              <a:gd name="connsiteX6168" fmla="*/ 3835867 w 10450132"/>
              <a:gd name="connsiteY6168" fmla="*/ 3046788 h 5450835"/>
              <a:gd name="connsiteX6169" fmla="*/ 3835867 w 10450132"/>
              <a:gd name="connsiteY6169" fmla="*/ 3047642 h 5450835"/>
              <a:gd name="connsiteX6170" fmla="*/ 3831334 w 10450132"/>
              <a:gd name="connsiteY6170" fmla="*/ 3055525 h 5450835"/>
              <a:gd name="connsiteX6171" fmla="*/ 3830546 w 10450132"/>
              <a:gd name="connsiteY6171" fmla="*/ 3055984 h 5450835"/>
              <a:gd name="connsiteX6172" fmla="*/ 3821481 w 10450132"/>
              <a:gd name="connsiteY6172" fmla="*/ 3055984 h 5450835"/>
              <a:gd name="connsiteX6173" fmla="*/ 3820693 w 10450132"/>
              <a:gd name="connsiteY6173" fmla="*/ 3055525 h 5450835"/>
              <a:gd name="connsiteX6174" fmla="*/ 3816160 w 10450132"/>
              <a:gd name="connsiteY6174" fmla="*/ 3047642 h 5450835"/>
              <a:gd name="connsiteX6175" fmla="*/ 3816160 w 10450132"/>
              <a:gd name="connsiteY6175" fmla="*/ 3046788 h 5450835"/>
              <a:gd name="connsiteX6176" fmla="*/ 3820693 w 10450132"/>
              <a:gd name="connsiteY6176" fmla="*/ 3038907 h 5450835"/>
              <a:gd name="connsiteX6177" fmla="*/ 3821481 w 10450132"/>
              <a:gd name="connsiteY6177" fmla="*/ 3038447 h 5450835"/>
              <a:gd name="connsiteX6178" fmla="*/ 3567018 w 10450132"/>
              <a:gd name="connsiteY6178" fmla="*/ 3038447 h 5450835"/>
              <a:gd name="connsiteX6179" fmla="*/ 3576083 w 10450132"/>
              <a:gd name="connsiteY6179" fmla="*/ 3038447 h 5450835"/>
              <a:gd name="connsiteX6180" fmla="*/ 3576871 w 10450132"/>
              <a:gd name="connsiteY6180" fmla="*/ 3038907 h 5450835"/>
              <a:gd name="connsiteX6181" fmla="*/ 3581403 w 10450132"/>
              <a:gd name="connsiteY6181" fmla="*/ 3046788 h 5450835"/>
              <a:gd name="connsiteX6182" fmla="*/ 3581403 w 10450132"/>
              <a:gd name="connsiteY6182" fmla="*/ 3047642 h 5450835"/>
              <a:gd name="connsiteX6183" fmla="*/ 3576871 w 10450132"/>
              <a:gd name="connsiteY6183" fmla="*/ 3055525 h 5450835"/>
              <a:gd name="connsiteX6184" fmla="*/ 3576083 w 10450132"/>
              <a:gd name="connsiteY6184" fmla="*/ 3055984 h 5450835"/>
              <a:gd name="connsiteX6185" fmla="*/ 3567018 w 10450132"/>
              <a:gd name="connsiteY6185" fmla="*/ 3055984 h 5450835"/>
              <a:gd name="connsiteX6186" fmla="*/ 3566231 w 10450132"/>
              <a:gd name="connsiteY6186" fmla="*/ 3055525 h 5450835"/>
              <a:gd name="connsiteX6187" fmla="*/ 3561697 w 10450132"/>
              <a:gd name="connsiteY6187" fmla="*/ 3047642 h 5450835"/>
              <a:gd name="connsiteX6188" fmla="*/ 3561697 w 10450132"/>
              <a:gd name="connsiteY6188" fmla="*/ 3046788 h 5450835"/>
              <a:gd name="connsiteX6189" fmla="*/ 3566231 w 10450132"/>
              <a:gd name="connsiteY6189" fmla="*/ 3038907 h 5450835"/>
              <a:gd name="connsiteX6190" fmla="*/ 3567018 w 10450132"/>
              <a:gd name="connsiteY6190" fmla="*/ 3038447 h 5450835"/>
              <a:gd name="connsiteX6191" fmla="*/ 3312589 w 10450132"/>
              <a:gd name="connsiteY6191" fmla="*/ 3038447 h 5450835"/>
              <a:gd name="connsiteX6192" fmla="*/ 3321653 w 10450132"/>
              <a:gd name="connsiteY6192" fmla="*/ 3038447 h 5450835"/>
              <a:gd name="connsiteX6193" fmla="*/ 3322441 w 10450132"/>
              <a:gd name="connsiteY6193" fmla="*/ 3038907 h 5450835"/>
              <a:gd name="connsiteX6194" fmla="*/ 3326973 w 10450132"/>
              <a:gd name="connsiteY6194" fmla="*/ 3046788 h 5450835"/>
              <a:gd name="connsiteX6195" fmla="*/ 3326973 w 10450132"/>
              <a:gd name="connsiteY6195" fmla="*/ 3047642 h 5450835"/>
              <a:gd name="connsiteX6196" fmla="*/ 3322441 w 10450132"/>
              <a:gd name="connsiteY6196" fmla="*/ 3055525 h 5450835"/>
              <a:gd name="connsiteX6197" fmla="*/ 3321653 w 10450132"/>
              <a:gd name="connsiteY6197" fmla="*/ 3055984 h 5450835"/>
              <a:gd name="connsiteX6198" fmla="*/ 3312589 w 10450132"/>
              <a:gd name="connsiteY6198" fmla="*/ 3055984 h 5450835"/>
              <a:gd name="connsiteX6199" fmla="*/ 3311801 w 10450132"/>
              <a:gd name="connsiteY6199" fmla="*/ 3055525 h 5450835"/>
              <a:gd name="connsiteX6200" fmla="*/ 3307268 w 10450132"/>
              <a:gd name="connsiteY6200" fmla="*/ 3047642 h 5450835"/>
              <a:gd name="connsiteX6201" fmla="*/ 3307268 w 10450132"/>
              <a:gd name="connsiteY6201" fmla="*/ 3046788 h 5450835"/>
              <a:gd name="connsiteX6202" fmla="*/ 3311801 w 10450132"/>
              <a:gd name="connsiteY6202" fmla="*/ 3038907 h 5450835"/>
              <a:gd name="connsiteX6203" fmla="*/ 3312589 w 10450132"/>
              <a:gd name="connsiteY6203" fmla="*/ 3038447 h 5450835"/>
              <a:gd name="connsiteX6204" fmla="*/ 3058329 w 10450132"/>
              <a:gd name="connsiteY6204" fmla="*/ 3038447 h 5450835"/>
              <a:gd name="connsiteX6205" fmla="*/ 3067394 w 10450132"/>
              <a:gd name="connsiteY6205" fmla="*/ 3038447 h 5450835"/>
              <a:gd name="connsiteX6206" fmla="*/ 3068182 w 10450132"/>
              <a:gd name="connsiteY6206" fmla="*/ 3038907 h 5450835"/>
              <a:gd name="connsiteX6207" fmla="*/ 3072714 w 10450132"/>
              <a:gd name="connsiteY6207" fmla="*/ 3046788 h 5450835"/>
              <a:gd name="connsiteX6208" fmla="*/ 3072714 w 10450132"/>
              <a:gd name="connsiteY6208" fmla="*/ 3047642 h 5450835"/>
              <a:gd name="connsiteX6209" fmla="*/ 3068182 w 10450132"/>
              <a:gd name="connsiteY6209" fmla="*/ 3055525 h 5450835"/>
              <a:gd name="connsiteX6210" fmla="*/ 3067394 w 10450132"/>
              <a:gd name="connsiteY6210" fmla="*/ 3055984 h 5450835"/>
              <a:gd name="connsiteX6211" fmla="*/ 3058329 w 10450132"/>
              <a:gd name="connsiteY6211" fmla="*/ 3055984 h 5450835"/>
              <a:gd name="connsiteX6212" fmla="*/ 3057541 w 10450132"/>
              <a:gd name="connsiteY6212" fmla="*/ 3055525 h 5450835"/>
              <a:gd name="connsiteX6213" fmla="*/ 3053008 w 10450132"/>
              <a:gd name="connsiteY6213" fmla="*/ 3047642 h 5450835"/>
              <a:gd name="connsiteX6214" fmla="*/ 3053008 w 10450132"/>
              <a:gd name="connsiteY6214" fmla="*/ 3046788 h 5450835"/>
              <a:gd name="connsiteX6215" fmla="*/ 3057541 w 10450132"/>
              <a:gd name="connsiteY6215" fmla="*/ 3038907 h 5450835"/>
              <a:gd name="connsiteX6216" fmla="*/ 3058329 w 10450132"/>
              <a:gd name="connsiteY6216" fmla="*/ 3038447 h 5450835"/>
              <a:gd name="connsiteX6217" fmla="*/ 2803914 w 10450132"/>
              <a:gd name="connsiteY6217" fmla="*/ 3038447 h 5450835"/>
              <a:gd name="connsiteX6218" fmla="*/ 2812976 w 10450132"/>
              <a:gd name="connsiteY6218" fmla="*/ 3038447 h 5450835"/>
              <a:gd name="connsiteX6219" fmla="*/ 2813765 w 10450132"/>
              <a:gd name="connsiteY6219" fmla="*/ 3038907 h 5450835"/>
              <a:gd name="connsiteX6220" fmla="*/ 2818297 w 10450132"/>
              <a:gd name="connsiteY6220" fmla="*/ 3046788 h 5450835"/>
              <a:gd name="connsiteX6221" fmla="*/ 2818297 w 10450132"/>
              <a:gd name="connsiteY6221" fmla="*/ 3047642 h 5450835"/>
              <a:gd name="connsiteX6222" fmla="*/ 2813765 w 10450132"/>
              <a:gd name="connsiteY6222" fmla="*/ 3055525 h 5450835"/>
              <a:gd name="connsiteX6223" fmla="*/ 2812976 w 10450132"/>
              <a:gd name="connsiteY6223" fmla="*/ 3055984 h 5450835"/>
              <a:gd name="connsiteX6224" fmla="*/ 2803914 w 10450132"/>
              <a:gd name="connsiteY6224" fmla="*/ 3055984 h 5450835"/>
              <a:gd name="connsiteX6225" fmla="*/ 2803123 w 10450132"/>
              <a:gd name="connsiteY6225" fmla="*/ 3055525 h 5450835"/>
              <a:gd name="connsiteX6226" fmla="*/ 2798591 w 10450132"/>
              <a:gd name="connsiteY6226" fmla="*/ 3047642 h 5450835"/>
              <a:gd name="connsiteX6227" fmla="*/ 2798591 w 10450132"/>
              <a:gd name="connsiteY6227" fmla="*/ 3046788 h 5450835"/>
              <a:gd name="connsiteX6228" fmla="*/ 2803123 w 10450132"/>
              <a:gd name="connsiteY6228" fmla="*/ 3038907 h 5450835"/>
              <a:gd name="connsiteX6229" fmla="*/ 2803914 w 10450132"/>
              <a:gd name="connsiteY6229" fmla="*/ 3038447 h 5450835"/>
              <a:gd name="connsiteX6230" fmla="*/ 2549393 w 10450132"/>
              <a:gd name="connsiteY6230" fmla="*/ 3038447 h 5450835"/>
              <a:gd name="connsiteX6231" fmla="*/ 2558457 w 10450132"/>
              <a:gd name="connsiteY6231" fmla="*/ 3038447 h 5450835"/>
              <a:gd name="connsiteX6232" fmla="*/ 2559246 w 10450132"/>
              <a:gd name="connsiteY6232" fmla="*/ 3038907 h 5450835"/>
              <a:gd name="connsiteX6233" fmla="*/ 2563777 w 10450132"/>
              <a:gd name="connsiteY6233" fmla="*/ 3046788 h 5450835"/>
              <a:gd name="connsiteX6234" fmla="*/ 2563777 w 10450132"/>
              <a:gd name="connsiteY6234" fmla="*/ 3047642 h 5450835"/>
              <a:gd name="connsiteX6235" fmla="*/ 2559246 w 10450132"/>
              <a:gd name="connsiteY6235" fmla="*/ 3055525 h 5450835"/>
              <a:gd name="connsiteX6236" fmla="*/ 2558457 w 10450132"/>
              <a:gd name="connsiteY6236" fmla="*/ 3055984 h 5450835"/>
              <a:gd name="connsiteX6237" fmla="*/ 2549393 w 10450132"/>
              <a:gd name="connsiteY6237" fmla="*/ 3055984 h 5450835"/>
              <a:gd name="connsiteX6238" fmla="*/ 2548605 w 10450132"/>
              <a:gd name="connsiteY6238" fmla="*/ 3055525 h 5450835"/>
              <a:gd name="connsiteX6239" fmla="*/ 2544073 w 10450132"/>
              <a:gd name="connsiteY6239" fmla="*/ 3047642 h 5450835"/>
              <a:gd name="connsiteX6240" fmla="*/ 2544073 w 10450132"/>
              <a:gd name="connsiteY6240" fmla="*/ 3046788 h 5450835"/>
              <a:gd name="connsiteX6241" fmla="*/ 2548605 w 10450132"/>
              <a:gd name="connsiteY6241" fmla="*/ 3038907 h 5450835"/>
              <a:gd name="connsiteX6242" fmla="*/ 2549393 w 10450132"/>
              <a:gd name="connsiteY6242" fmla="*/ 3038447 h 5450835"/>
              <a:gd name="connsiteX6243" fmla="*/ 2295179 w 10450132"/>
              <a:gd name="connsiteY6243" fmla="*/ 3038447 h 5450835"/>
              <a:gd name="connsiteX6244" fmla="*/ 2304243 w 10450132"/>
              <a:gd name="connsiteY6244" fmla="*/ 3038447 h 5450835"/>
              <a:gd name="connsiteX6245" fmla="*/ 2305030 w 10450132"/>
              <a:gd name="connsiteY6245" fmla="*/ 3038907 h 5450835"/>
              <a:gd name="connsiteX6246" fmla="*/ 2309563 w 10450132"/>
              <a:gd name="connsiteY6246" fmla="*/ 3046788 h 5450835"/>
              <a:gd name="connsiteX6247" fmla="*/ 2309563 w 10450132"/>
              <a:gd name="connsiteY6247" fmla="*/ 3047642 h 5450835"/>
              <a:gd name="connsiteX6248" fmla="*/ 2305030 w 10450132"/>
              <a:gd name="connsiteY6248" fmla="*/ 3055525 h 5450835"/>
              <a:gd name="connsiteX6249" fmla="*/ 2304243 w 10450132"/>
              <a:gd name="connsiteY6249" fmla="*/ 3055984 h 5450835"/>
              <a:gd name="connsiteX6250" fmla="*/ 2295179 w 10450132"/>
              <a:gd name="connsiteY6250" fmla="*/ 3055984 h 5450835"/>
              <a:gd name="connsiteX6251" fmla="*/ 2294390 w 10450132"/>
              <a:gd name="connsiteY6251" fmla="*/ 3055525 h 5450835"/>
              <a:gd name="connsiteX6252" fmla="*/ 2289857 w 10450132"/>
              <a:gd name="connsiteY6252" fmla="*/ 3047642 h 5450835"/>
              <a:gd name="connsiteX6253" fmla="*/ 2289857 w 10450132"/>
              <a:gd name="connsiteY6253" fmla="*/ 3046788 h 5450835"/>
              <a:gd name="connsiteX6254" fmla="*/ 2294390 w 10450132"/>
              <a:gd name="connsiteY6254" fmla="*/ 3038907 h 5450835"/>
              <a:gd name="connsiteX6255" fmla="*/ 2295179 w 10450132"/>
              <a:gd name="connsiteY6255" fmla="*/ 3038447 h 5450835"/>
              <a:gd name="connsiteX6256" fmla="*/ 2040696 w 10450132"/>
              <a:gd name="connsiteY6256" fmla="*/ 3038447 h 5450835"/>
              <a:gd name="connsiteX6257" fmla="*/ 2049761 w 10450132"/>
              <a:gd name="connsiteY6257" fmla="*/ 3038447 h 5450835"/>
              <a:gd name="connsiteX6258" fmla="*/ 2050550 w 10450132"/>
              <a:gd name="connsiteY6258" fmla="*/ 3038907 h 5450835"/>
              <a:gd name="connsiteX6259" fmla="*/ 2055082 w 10450132"/>
              <a:gd name="connsiteY6259" fmla="*/ 3046788 h 5450835"/>
              <a:gd name="connsiteX6260" fmla="*/ 2055082 w 10450132"/>
              <a:gd name="connsiteY6260" fmla="*/ 3047642 h 5450835"/>
              <a:gd name="connsiteX6261" fmla="*/ 2050550 w 10450132"/>
              <a:gd name="connsiteY6261" fmla="*/ 3055525 h 5450835"/>
              <a:gd name="connsiteX6262" fmla="*/ 2049761 w 10450132"/>
              <a:gd name="connsiteY6262" fmla="*/ 3055984 h 5450835"/>
              <a:gd name="connsiteX6263" fmla="*/ 2040696 w 10450132"/>
              <a:gd name="connsiteY6263" fmla="*/ 3055984 h 5450835"/>
              <a:gd name="connsiteX6264" fmla="*/ 2039908 w 10450132"/>
              <a:gd name="connsiteY6264" fmla="*/ 3055525 h 5450835"/>
              <a:gd name="connsiteX6265" fmla="*/ 2035375 w 10450132"/>
              <a:gd name="connsiteY6265" fmla="*/ 3047642 h 5450835"/>
              <a:gd name="connsiteX6266" fmla="*/ 2035375 w 10450132"/>
              <a:gd name="connsiteY6266" fmla="*/ 3046788 h 5450835"/>
              <a:gd name="connsiteX6267" fmla="*/ 2039908 w 10450132"/>
              <a:gd name="connsiteY6267" fmla="*/ 3038907 h 5450835"/>
              <a:gd name="connsiteX6268" fmla="*/ 2040696 w 10450132"/>
              <a:gd name="connsiteY6268" fmla="*/ 3038447 h 5450835"/>
              <a:gd name="connsiteX6269" fmla="*/ 1786170 w 10450132"/>
              <a:gd name="connsiteY6269" fmla="*/ 3038447 h 5450835"/>
              <a:gd name="connsiteX6270" fmla="*/ 1795234 w 10450132"/>
              <a:gd name="connsiteY6270" fmla="*/ 3038447 h 5450835"/>
              <a:gd name="connsiteX6271" fmla="*/ 1796023 w 10450132"/>
              <a:gd name="connsiteY6271" fmla="*/ 3038907 h 5450835"/>
              <a:gd name="connsiteX6272" fmla="*/ 1800554 w 10450132"/>
              <a:gd name="connsiteY6272" fmla="*/ 3046788 h 5450835"/>
              <a:gd name="connsiteX6273" fmla="*/ 1800554 w 10450132"/>
              <a:gd name="connsiteY6273" fmla="*/ 3047642 h 5450835"/>
              <a:gd name="connsiteX6274" fmla="*/ 1796023 w 10450132"/>
              <a:gd name="connsiteY6274" fmla="*/ 3055525 h 5450835"/>
              <a:gd name="connsiteX6275" fmla="*/ 1795234 w 10450132"/>
              <a:gd name="connsiteY6275" fmla="*/ 3055984 h 5450835"/>
              <a:gd name="connsiteX6276" fmla="*/ 1786170 w 10450132"/>
              <a:gd name="connsiteY6276" fmla="*/ 3055984 h 5450835"/>
              <a:gd name="connsiteX6277" fmla="*/ 1785382 w 10450132"/>
              <a:gd name="connsiteY6277" fmla="*/ 3055525 h 5450835"/>
              <a:gd name="connsiteX6278" fmla="*/ 1780850 w 10450132"/>
              <a:gd name="connsiteY6278" fmla="*/ 3047642 h 5450835"/>
              <a:gd name="connsiteX6279" fmla="*/ 1780850 w 10450132"/>
              <a:gd name="connsiteY6279" fmla="*/ 3046788 h 5450835"/>
              <a:gd name="connsiteX6280" fmla="*/ 1785382 w 10450132"/>
              <a:gd name="connsiteY6280" fmla="*/ 3038907 h 5450835"/>
              <a:gd name="connsiteX6281" fmla="*/ 1786170 w 10450132"/>
              <a:gd name="connsiteY6281" fmla="*/ 3038447 h 5450835"/>
              <a:gd name="connsiteX6282" fmla="*/ 1531969 w 10450132"/>
              <a:gd name="connsiteY6282" fmla="*/ 3038447 h 5450835"/>
              <a:gd name="connsiteX6283" fmla="*/ 1541032 w 10450132"/>
              <a:gd name="connsiteY6283" fmla="*/ 3038447 h 5450835"/>
              <a:gd name="connsiteX6284" fmla="*/ 1541820 w 10450132"/>
              <a:gd name="connsiteY6284" fmla="*/ 3038907 h 5450835"/>
              <a:gd name="connsiteX6285" fmla="*/ 1546354 w 10450132"/>
              <a:gd name="connsiteY6285" fmla="*/ 3046788 h 5450835"/>
              <a:gd name="connsiteX6286" fmla="*/ 1546354 w 10450132"/>
              <a:gd name="connsiteY6286" fmla="*/ 3047642 h 5450835"/>
              <a:gd name="connsiteX6287" fmla="*/ 1541820 w 10450132"/>
              <a:gd name="connsiteY6287" fmla="*/ 3055525 h 5450835"/>
              <a:gd name="connsiteX6288" fmla="*/ 1541032 w 10450132"/>
              <a:gd name="connsiteY6288" fmla="*/ 3055984 h 5450835"/>
              <a:gd name="connsiteX6289" fmla="*/ 1531969 w 10450132"/>
              <a:gd name="connsiteY6289" fmla="*/ 3055984 h 5450835"/>
              <a:gd name="connsiteX6290" fmla="*/ 1531181 w 10450132"/>
              <a:gd name="connsiteY6290" fmla="*/ 3055525 h 5450835"/>
              <a:gd name="connsiteX6291" fmla="*/ 1526649 w 10450132"/>
              <a:gd name="connsiteY6291" fmla="*/ 3047642 h 5450835"/>
              <a:gd name="connsiteX6292" fmla="*/ 1526649 w 10450132"/>
              <a:gd name="connsiteY6292" fmla="*/ 3046788 h 5450835"/>
              <a:gd name="connsiteX6293" fmla="*/ 1531181 w 10450132"/>
              <a:gd name="connsiteY6293" fmla="*/ 3038907 h 5450835"/>
              <a:gd name="connsiteX6294" fmla="*/ 1531969 w 10450132"/>
              <a:gd name="connsiteY6294" fmla="*/ 3038447 h 5450835"/>
              <a:gd name="connsiteX6295" fmla="*/ 1277464 w 10450132"/>
              <a:gd name="connsiteY6295" fmla="*/ 3038447 h 5450835"/>
              <a:gd name="connsiteX6296" fmla="*/ 1286529 w 10450132"/>
              <a:gd name="connsiteY6296" fmla="*/ 3038447 h 5450835"/>
              <a:gd name="connsiteX6297" fmla="*/ 1287316 w 10450132"/>
              <a:gd name="connsiteY6297" fmla="*/ 3038907 h 5450835"/>
              <a:gd name="connsiteX6298" fmla="*/ 1291849 w 10450132"/>
              <a:gd name="connsiteY6298" fmla="*/ 3046788 h 5450835"/>
              <a:gd name="connsiteX6299" fmla="*/ 1291849 w 10450132"/>
              <a:gd name="connsiteY6299" fmla="*/ 3047642 h 5450835"/>
              <a:gd name="connsiteX6300" fmla="*/ 1287316 w 10450132"/>
              <a:gd name="connsiteY6300" fmla="*/ 3055525 h 5450835"/>
              <a:gd name="connsiteX6301" fmla="*/ 1286529 w 10450132"/>
              <a:gd name="connsiteY6301" fmla="*/ 3055984 h 5450835"/>
              <a:gd name="connsiteX6302" fmla="*/ 1277464 w 10450132"/>
              <a:gd name="connsiteY6302" fmla="*/ 3055984 h 5450835"/>
              <a:gd name="connsiteX6303" fmla="*/ 1276675 w 10450132"/>
              <a:gd name="connsiteY6303" fmla="*/ 3055525 h 5450835"/>
              <a:gd name="connsiteX6304" fmla="*/ 1272145 w 10450132"/>
              <a:gd name="connsiteY6304" fmla="*/ 3047642 h 5450835"/>
              <a:gd name="connsiteX6305" fmla="*/ 1272145 w 10450132"/>
              <a:gd name="connsiteY6305" fmla="*/ 3046788 h 5450835"/>
              <a:gd name="connsiteX6306" fmla="*/ 1276675 w 10450132"/>
              <a:gd name="connsiteY6306" fmla="*/ 3038907 h 5450835"/>
              <a:gd name="connsiteX6307" fmla="*/ 1277464 w 10450132"/>
              <a:gd name="connsiteY6307" fmla="*/ 3038447 h 5450835"/>
              <a:gd name="connsiteX6308" fmla="*/ 1023195 w 10450132"/>
              <a:gd name="connsiteY6308" fmla="*/ 3038447 h 5450835"/>
              <a:gd name="connsiteX6309" fmla="*/ 1032260 w 10450132"/>
              <a:gd name="connsiteY6309" fmla="*/ 3038447 h 5450835"/>
              <a:gd name="connsiteX6310" fmla="*/ 1033047 w 10450132"/>
              <a:gd name="connsiteY6310" fmla="*/ 3038907 h 5450835"/>
              <a:gd name="connsiteX6311" fmla="*/ 1037579 w 10450132"/>
              <a:gd name="connsiteY6311" fmla="*/ 3046788 h 5450835"/>
              <a:gd name="connsiteX6312" fmla="*/ 1037579 w 10450132"/>
              <a:gd name="connsiteY6312" fmla="*/ 3047642 h 5450835"/>
              <a:gd name="connsiteX6313" fmla="*/ 1033047 w 10450132"/>
              <a:gd name="connsiteY6313" fmla="*/ 3055525 h 5450835"/>
              <a:gd name="connsiteX6314" fmla="*/ 1032260 w 10450132"/>
              <a:gd name="connsiteY6314" fmla="*/ 3055984 h 5450835"/>
              <a:gd name="connsiteX6315" fmla="*/ 1023195 w 10450132"/>
              <a:gd name="connsiteY6315" fmla="*/ 3055984 h 5450835"/>
              <a:gd name="connsiteX6316" fmla="*/ 1022407 w 10450132"/>
              <a:gd name="connsiteY6316" fmla="*/ 3055525 h 5450835"/>
              <a:gd name="connsiteX6317" fmla="*/ 1017873 w 10450132"/>
              <a:gd name="connsiteY6317" fmla="*/ 3047642 h 5450835"/>
              <a:gd name="connsiteX6318" fmla="*/ 1017873 w 10450132"/>
              <a:gd name="connsiteY6318" fmla="*/ 3046788 h 5450835"/>
              <a:gd name="connsiteX6319" fmla="*/ 1022407 w 10450132"/>
              <a:gd name="connsiteY6319" fmla="*/ 3038907 h 5450835"/>
              <a:gd name="connsiteX6320" fmla="*/ 1023195 w 10450132"/>
              <a:gd name="connsiteY6320" fmla="*/ 3038447 h 5450835"/>
              <a:gd name="connsiteX6321" fmla="*/ 768632 w 10450132"/>
              <a:gd name="connsiteY6321" fmla="*/ 3038447 h 5450835"/>
              <a:gd name="connsiteX6322" fmla="*/ 777695 w 10450132"/>
              <a:gd name="connsiteY6322" fmla="*/ 3038447 h 5450835"/>
              <a:gd name="connsiteX6323" fmla="*/ 778483 w 10450132"/>
              <a:gd name="connsiteY6323" fmla="*/ 3038907 h 5450835"/>
              <a:gd name="connsiteX6324" fmla="*/ 783015 w 10450132"/>
              <a:gd name="connsiteY6324" fmla="*/ 3046788 h 5450835"/>
              <a:gd name="connsiteX6325" fmla="*/ 783015 w 10450132"/>
              <a:gd name="connsiteY6325" fmla="*/ 3047642 h 5450835"/>
              <a:gd name="connsiteX6326" fmla="*/ 778483 w 10450132"/>
              <a:gd name="connsiteY6326" fmla="*/ 3055525 h 5450835"/>
              <a:gd name="connsiteX6327" fmla="*/ 777695 w 10450132"/>
              <a:gd name="connsiteY6327" fmla="*/ 3055984 h 5450835"/>
              <a:gd name="connsiteX6328" fmla="*/ 768632 w 10450132"/>
              <a:gd name="connsiteY6328" fmla="*/ 3055984 h 5450835"/>
              <a:gd name="connsiteX6329" fmla="*/ 767843 w 10450132"/>
              <a:gd name="connsiteY6329" fmla="*/ 3055525 h 5450835"/>
              <a:gd name="connsiteX6330" fmla="*/ 763311 w 10450132"/>
              <a:gd name="connsiteY6330" fmla="*/ 3047642 h 5450835"/>
              <a:gd name="connsiteX6331" fmla="*/ 763311 w 10450132"/>
              <a:gd name="connsiteY6331" fmla="*/ 3046788 h 5450835"/>
              <a:gd name="connsiteX6332" fmla="*/ 767843 w 10450132"/>
              <a:gd name="connsiteY6332" fmla="*/ 3038907 h 5450835"/>
              <a:gd name="connsiteX6333" fmla="*/ 768632 w 10450132"/>
              <a:gd name="connsiteY6333" fmla="*/ 3038447 h 5450835"/>
              <a:gd name="connsiteX6334" fmla="*/ 514208 w 10450132"/>
              <a:gd name="connsiteY6334" fmla="*/ 3038447 h 5450835"/>
              <a:gd name="connsiteX6335" fmla="*/ 523272 w 10450132"/>
              <a:gd name="connsiteY6335" fmla="*/ 3038447 h 5450835"/>
              <a:gd name="connsiteX6336" fmla="*/ 524060 w 10450132"/>
              <a:gd name="connsiteY6336" fmla="*/ 3038907 h 5450835"/>
              <a:gd name="connsiteX6337" fmla="*/ 528592 w 10450132"/>
              <a:gd name="connsiteY6337" fmla="*/ 3046788 h 5450835"/>
              <a:gd name="connsiteX6338" fmla="*/ 528592 w 10450132"/>
              <a:gd name="connsiteY6338" fmla="*/ 3047642 h 5450835"/>
              <a:gd name="connsiteX6339" fmla="*/ 524060 w 10450132"/>
              <a:gd name="connsiteY6339" fmla="*/ 3055525 h 5450835"/>
              <a:gd name="connsiteX6340" fmla="*/ 523272 w 10450132"/>
              <a:gd name="connsiteY6340" fmla="*/ 3055984 h 5450835"/>
              <a:gd name="connsiteX6341" fmla="*/ 514208 w 10450132"/>
              <a:gd name="connsiteY6341" fmla="*/ 3055984 h 5450835"/>
              <a:gd name="connsiteX6342" fmla="*/ 513420 w 10450132"/>
              <a:gd name="connsiteY6342" fmla="*/ 3055525 h 5450835"/>
              <a:gd name="connsiteX6343" fmla="*/ 508887 w 10450132"/>
              <a:gd name="connsiteY6343" fmla="*/ 3047642 h 5450835"/>
              <a:gd name="connsiteX6344" fmla="*/ 508887 w 10450132"/>
              <a:gd name="connsiteY6344" fmla="*/ 3046788 h 5450835"/>
              <a:gd name="connsiteX6345" fmla="*/ 513420 w 10450132"/>
              <a:gd name="connsiteY6345" fmla="*/ 3038907 h 5450835"/>
              <a:gd name="connsiteX6346" fmla="*/ 514208 w 10450132"/>
              <a:gd name="connsiteY6346" fmla="*/ 3038447 h 5450835"/>
              <a:gd name="connsiteX6347" fmla="*/ 259915 w 10450132"/>
              <a:gd name="connsiteY6347" fmla="*/ 3038447 h 5450835"/>
              <a:gd name="connsiteX6348" fmla="*/ 268979 w 10450132"/>
              <a:gd name="connsiteY6348" fmla="*/ 3038447 h 5450835"/>
              <a:gd name="connsiteX6349" fmla="*/ 269767 w 10450132"/>
              <a:gd name="connsiteY6349" fmla="*/ 3038907 h 5450835"/>
              <a:gd name="connsiteX6350" fmla="*/ 274299 w 10450132"/>
              <a:gd name="connsiteY6350" fmla="*/ 3046788 h 5450835"/>
              <a:gd name="connsiteX6351" fmla="*/ 274299 w 10450132"/>
              <a:gd name="connsiteY6351" fmla="*/ 3047642 h 5450835"/>
              <a:gd name="connsiteX6352" fmla="*/ 269767 w 10450132"/>
              <a:gd name="connsiteY6352" fmla="*/ 3055525 h 5450835"/>
              <a:gd name="connsiteX6353" fmla="*/ 268979 w 10450132"/>
              <a:gd name="connsiteY6353" fmla="*/ 3055984 h 5450835"/>
              <a:gd name="connsiteX6354" fmla="*/ 259915 w 10450132"/>
              <a:gd name="connsiteY6354" fmla="*/ 3055984 h 5450835"/>
              <a:gd name="connsiteX6355" fmla="*/ 259126 w 10450132"/>
              <a:gd name="connsiteY6355" fmla="*/ 3055525 h 5450835"/>
              <a:gd name="connsiteX6356" fmla="*/ 254594 w 10450132"/>
              <a:gd name="connsiteY6356" fmla="*/ 3047642 h 5450835"/>
              <a:gd name="connsiteX6357" fmla="*/ 254594 w 10450132"/>
              <a:gd name="connsiteY6357" fmla="*/ 3046788 h 5450835"/>
              <a:gd name="connsiteX6358" fmla="*/ 259126 w 10450132"/>
              <a:gd name="connsiteY6358" fmla="*/ 3038907 h 5450835"/>
              <a:gd name="connsiteX6359" fmla="*/ 259915 w 10450132"/>
              <a:gd name="connsiteY6359" fmla="*/ 3038447 h 5450835"/>
              <a:gd name="connsiteX6360" fmla="*/ 5499 w 10450132"/>
              <a:gd name="connsiteY6360" fmla="*/ 3038447 h 5450835"/>
              <a:gd name="connsiteX6361" fmla="*/ 14563 w 10450132"/>
              <a:gd name="connsiteY6361" fmla="*/ 3038447 h 5450835"/>
              <a:gd name="connsiteX6362" fmla="*/ 15351 w 10450132"/>
              <a:gd name="connsiteY6362" fmla="*/ 3038907 h 5450835"/>
              <a:gd name="connsiteX6363" fmla="*/ 19883 w 10450132"/>
              <a:gd name="connsiteY6363" fmla="*/ 3046788 h 5450835"/>
              <a:gd name="connsiteX6364" fmla="*/ 19883 w 10450132"/>
              <a:gd name="connsiteY6364" fmla="*/ 3047642 h 5450835"/>
              <a:gd name="connsiteX6365" fmla="*/ 15351 w 10450132"/>
              <a:gd name="connsiteY6365" fmla="*/ 3055525 h 5450835"/>
              <a:gd name="connsiteX6366" fmla="*/ 14563 w 10450132"/>
              <a:gd name="connsiteY6366" fmla="*/ 3055984 h 5450835"/>
              <a:gd name="connsiteX6367" fmla="*/ 5499 w 10450132"/>
              <a:gd name="connsiteY6367" fmla="*/ 3055984 h 5450835"/>
              <a:gd name="connsiteX6368" fmla="*/ 4710 w 10450132"/>
              <a:gd name="connsiteY6368" fmla="*/ 3055525 h 5450835"/>
              <a:gd name="connsiteX6369" fmla="*/ 179 w 10450132"/>
              <a:gd name="connsiteY6369" fmla="*/ 3047642 h 5450835"/>
              <a:gd name="connsiteX6370" fmla="*/ 179 w 10450132"/>
              <a:gd name="connsiteY6370" fmla="*/ 3046788 h 5450835"/>
              <a:gd name="connsiteX6371" fmla="*/ 4710 w 10450132"/>
              <a:gd name="connsiteY6371" fmla="*/ 3038907 h 5450835"/>
              <a:gd name="connsiteX6372" fmla="*/ 5499 w 10450132"/>
              <a:gd name="connsiteY6372" fmla="*/ 3038447 h 5450835"/>
              <a:gd name="connsiteX6373" fmla="*/ 10435622 w 10450132"/>
              <a:gd name="connsiteY6373" fmla="*/ 2821440 h 5450835"/>
              <a:gd name="connsiteX6374" fmla="*/ 10444686 w 10450132"/>
              <a:gd name="connsiteY6374" fmla="*/ 2821440 h 5450835"/>
              <a:gd name="connsiteX6375" fmla="*/ 10445474 w 10450132"/>
              <a:gd name="connsiteY6375" fmla="*/ 2821899 h 5450835"/>
              <a:gd name="connsiteX6376" fmla="*/ 10450007 w 10450132"/>
              <a:gd name="connsiteY6376" fmla="*/ 2829781 h 5450835"/>
              <a:gd name="connsiteX6377" fmla="*/ 10450007 w 10450132"/>
              <a:gd name="connsiteY6377" fmla="*/ 2830635 h 5450835"/>
              <a:gd name="connsiteX6378" fmla="*/ 10445474 w 10450132"/>
              <a:gd name="connsiteY6378" fmla="*/ 2838517 h 5450835"/>
              <a:gd name="connsiteX6379" fmla="*/ 10444686 w 10450132"/>
              <a:gd name="connsiteY6379" fmla="*/ 2838976 h 5450835"/>
              <a:gd name="connsiteX6380" fmla="*/ 10435622 w 10450132"/>
              <a:gd name="connsiteY6380" fmla="*/ 2838976 h 5450835"/>
              <a:gd name="connsiteX6381" fmla="*/ 10434834 w 10450132"/>
              <a:gd name="connsiteY6381" fmla="*/ 2838517 h 5450835"/>
              <a:gd name="connsiteX6382" fmla="*/ 10430302 w 10450132"/>
              <a:gd name="connsiteY6382" fmla="*/ 2830635 h 5450835"/>
              <a:gd name="connsiteX6383" fmla="*/ 10430302 w 10450132"/>
              <a:gd name="connsiteY6383" fmla="*/ 2829781 h 5450835"/>
              <a:gd name="connsiteX6384" fmla="*/ 10434834 w 10450132"/>
              <a:gd name="connsiteY6384" fmla="*/ 2821899 h 5450835"/>
              <a:gd name="connsiteX6385" fmla="*/ 10435622 w 10450132"/>
              <a:gd name="connsiteY6385" fmla="*/ 2821440 h 5450835"/>
              <a:gd name="connsiteX6386" fmla="*/ 10181242 w 10450132"/>
              <a:gd name="connsiteY6386" fmla="*/ 2821440 h 5450835"/>
              <a:gd name="connsiteX6387" fmla="*/ 10190305 w 10450132"/>
              <a:gd name="connsiteY6387" fmla="*/ 2821440 h 5450835"/>
              <a:gd name="connsiteX6388" fmla="*/ 10191093 w 10450132"/>
              <a:gd name="connsiteY6388" fmla="*/ 2821899 h 5450835"/>
              <a:gd name="connsiteX6389" fmla="*/ 10195626 w 10450132"/>
              <a:gd name="connsiteY6389" fmla="*/ 2829781 h 5450835"/>
              <a:gd name="connsiteX6390" fmla="*/ 10195626 w 10450132"/>
              <a:gd name="connsiteY6390" fmla="*/ 2830635 h 5450835"/>
              <a:gd name="connsiteX6391" fmla="*/ 10191093 w 10450132"/>
              <a:gd name="connsiteY6391" fmla="*/ 2838517 h 5450835"/>
              <a:gd name="connsiteX6392" fmla="*/ 10190305 w 10450132"/>
              <a:gd name="connsiteY6392" fmla="*/ 2838976 h 5450835"/>
              <a:gd name="connsiteX6393" fmla="*/ 10181242 w 10450132"/>
              <a:gd name="connsiteY6393" fmla="*/ 2838976 h 5450835"/>
              <a:gd name="connsiteX6394" fmla="*/ 10180453 w 10450132"/>
              <a:gd name="connsiteY6394" fmla="*/ 2838517 h 5450835"/>
              <a:gd name="connsiteX6395" fmla="*/ 10175922 w 10450132"/>
              <a:gd name="connsiteY6395" fmla="*/ 2830635 h 5450835"/>
              <a:gd name="connsiteX6396" fmla="*/ 10175922 w 10450132"/>
              <a:gd name="connsiteY6396" fmla="*/ 2829781 h 5450835"/>
              <a:gd name="connsiteX6397" fmla="*/ 10180453 w 10450132"/>
              <a:gd name="connsiteY6397" fmla="*/ 2821899 h 5450835"/>
              <a:gd name="connsiteX6398" fmla="*/ 10181242 w 10450132"/>
              <a:gd name="connsiteY6398" fmla="*/ 2821440 h 5450835"/>
              <a:gd name="connsiteX6399" fmla="*/ 9926861 w 10450132"/>
              <a:gd name="connsiteY6399" fmla="*/ 2821440 h 5450835"/>
              <a:gd name="connsiteX6400" fmla="*/ 9935924 w 10450132"/>
              <a:gd name="connsiteY6400" fmla="*/ 2821440 h 5450835"/>
              <a:gd name="connsiteX6401" fmla="*/ 9936713 w 10450132"/>
              <a:gd name="connsiteY6401" fmla="*/ 2821899 h 5450835"/>
              <a:gd name="connsiteX6402" fmla="*/ 9941246 w 10450132"/>
              <a:gd name="connsiteY6402" fmla="*/ 2829781 h 5450835"/>
              <a:gd name="connsiteX6403" fmla="*/ 9941246 w 10450132"/>
              <a:gd name="connsiteY6403" fmla="*/ 2830635 h 5450835"/>
              <a:gd name="connsiteX6404" fmla="*/ 9936713 w 10450132"/>
              <a:gd name="connsiteY6404" fmla="*/ 2838517 h 5450835"/>
              <a:gd name="connsiteX6405" fmla="*/ 9935924 w 10450132"/>
              <a:gd name="connsiteY6405" fmla="*/ 2838976 h 5450835"/>
              <a:gd name="connsiteX6406" fmla="*/ 9926861 w 10450132"/>
              <a:gd name="connsiteY6406" fmla="*/ 2838976 h 5450835"/>
              <a:gd name="connsiteX6407" fmla="*/ 9926073 w 10450132"/>
              <a:gd name="connsiteY6407" fmla="*/ 2838517 h 5450835"/>
              <a:gd name="connsiteX6408" fmla="*/ 9921541 w 10450132"/>
              <a:gd name="connsiteY6408" fmla="*/ 2830635 h 5450835"/>
              <a:gd name="connsiteX6409" fmla="*/ 9921541 w 10450132"/>
              <a:gd name="connsiteY6409" fmla="*/ 2829781 h 5450835"/>
              <a:gd name="connsiteX6410" fmla="*/ 9926073 w 10450132"/>
              <a:gd name="connsiteY6410" fmla="*/ 2821899 h 5450835"/>
              <a:gd name="connsiteX6411" fmla="*/ 9926861 w 10450132"/>
              <a:gd name="connsiteY6411" fmla="*/ 2821440 h 5450835"/>
              <a:gd name="connsiteX6412" fmla="*/ 9672481 w 10450132"/>
              <a:gd name="connsiteY6412" fmla="*/ 2821440 h 5450835"/>
              <a:gd name="connsiteX6413" fmla="*/ 9681545 w 10450132"/>
              <a:gd name="connsiteY6413" fmla="*/ 2821440 h 5450835"/>
              <a:gd name="connsiteX6414" fmla="*/ 9682333 w 10450132"/>
              <a:gd name="connsiteY6414" fmla="*/ 2821899 h 5450835"/>
              <a:gd name="connsiteX6415" fmla="*/ 9686865 w 10450132"/>
              <a:gd name="connsiteY6415" fmla="*/ 2829781 h 5450835"/>
              <a:gd name="connsiteX6416" fmla="*/ 9686865 w 10450132"/>
              <a:gd name="connsiteY6416" fmla="*/ 2830635 h 5450835"/>
              <a:gd name="connsiteX6417" fmla="*/ 9682333 w 10450132"/>
              <a:gd name="connsiteY6417" fmla="*/ 2838517 h 5450835"/>
              <a:gd name="connsiteX6418" fmla="*/ 9681545 w 10450132"/>
              <a:gd name="connsiteY6418" fmla="*/ 2838976 h 5450835"/>
              <a:gd name="connsiteX6419" fmla="*/ 9672481 w 10450132"/>
              <a:gd name="connsiteY6419" fmla="*/ 2838976 h 5450835"/>
              <a:gd name="connsiteX6420" fmla="*/ 9671693 w 10450132"/>
              <a:gd name="connsiteY6420" fmla="*/ 2838517 h 5450835"/>
              <a:gd name="connsiteX6421" fmla="*/ 9667160 w 10450132"/>
              <a:gd name="connsiteY6421" fmla="*/ 2830635 h 5450835"/>
              <a:gd name="connsiteX6422" fmla="*/ 9667160 w 10450132"/>
              <a:gd name="connsiteY6422" fmla="*/ 2829781 h 5450835"/>
              <a:gd name="connsiteX6423" fmla="*/ 9671693 w 10450132"/>
              <a:gd name="connsiteY6423" fmla="*/ 2821899 h 5450835"/>
              <a:gd name="connsiteX6424" fmla="*/ 9672481 w 10450132"/>
              <a:gd name="connsiteY6424" fmla="*/ 2821440 h 5450835"/>
              <a:gd name="connsiteX6425" fmla="*/ 9418035 w 10450132"/>
              <a:gd name="connsiteY6425" fmla="*/ 2821440 h 5450835"/>
              <a:gd name="connsiteX6426" fmla="*/ 9427099 w 10450132"/>
              <a:gd name="connsiteY6426" fmla="*/ 2821440 h 5450835"/>
              <a:gd name="connsiteX6427" fmla="*/ 9427887 w 10450132"/>
              <a:gd name="connsiteY6427" fmla="*/ 2821899 h 5450835"/>
              <a:gd name="connsiteX6428" fmla="*/ 9432419 w 10450132"/>
              <a:gd name="connsiteY6428" fmla="*/ 2829781 h 5450835"/>
              <a:gd name="connsiteX6429" fmla="*/ 9432419 w 10450132"/>
              <a:gd name="connsiteY6429" fmla="*/ 2830635 h 5450835"/>
              <a:gd name="connsiteX6430" fmla="*/ 9427887 w 10450132"/>
              <a:gd name="connsiteY6430" fmla="*/ 2838517 h 5450835"/>
              <a:gd name="connsiteX6431" fmla="*/ 9427099 w 10450132"/>
              <a:gd name="connsiteY6431" fmla="*/ 2838976 h 5450835"/>
              <a:gd name="connsiteX6432" fmla="*/ 9418035 w 10450132"/>
              <a:gd name="connsiteY6432" fmla="*/ 2838976 h 5450835"/>
              <a:gd name="connsiteX6433" fmla="*/ 9417247 w 10450132"/>
              <a:gd name="connsiteY6433" fmla="*/ 2838517 h 5450835"/>
              <a:gd name="connsiteX6434" fmla="*/ 9412714 w 10450132"/>
              <a:gd name="connsiteY6434" fmla="*/ 2830635 h 5450835"/>
              <a:gd name="connsiteX6435" fmla="*/ 9412714 w 10450132"/>
              <a:gd name="connsiteY6435" fmla="*/ 2829781 h 5450835"/>
              <a:gd name="connsiteX6436" fmla="*/ 9417247 w 10450132"/>
              <a:gd name="connsiteY6436" fmla="*/ 2821899 h 5450835"/>
              <a:gd name="connsiteX6437" fmla="*/ 9418035 w 10450132"/>
              <a:gd name="connsiteY6437" fmla="*/ 2821440 h 5450835"/>
              <a:gd name="connsiteX6438" fmla="*/ 9163654 w 10450132"/>
              <a:gd name="connsiteY6438" fmla="*/ 2821440 h 5450835"/>
              <a:gd name="connsiteX6439" fmla="*/ 9172718 w 10450132"/>
              <a:gd name="connsiteY6439" fmla="*/ 2821440 h 5450835"/>
              <a:gd name="connsiteX6440" fmla="*/ 9173506 w 10450132"/>
              <a:gd name="connsiteY6440" fmla="*/ 2821899 h 5450835"/>
              <a:gd name="connsiteX6441" fmla="*/ 9178038 w 10450132"/>
              <a:gd name="connsiteY6441" fmla="*/ 2829781 h 5450835"/>
              <a:gd name="connsiteX6442" fmla="*/ 9178038 w 10450132"/>
              <a:gd name="connsiteY6442" fmla="*/ 2830635 h 5450835"/>
              <a:gd name="connsiteX6443" fmla="*/ 9173506 w 10450132"/>
              <a:gd name="connsiteY6443" fmla="*/ 2838517 h 5450835"/>
              <a:gd name="connsiteX6444" fmla="*/ 9172718 w 10450132"/>
              <a:gd name="connsiteY6444" fmla="*/ 2838976 h 5450835"/>
              <a:gd name="connsiteX6445" fmla="*/ 9163654 w 10450132"/>
              <a:gd name="connsiteY6445" fmla="*/ 2838976 h 5450835"/>
              <a:gd name="connsiteX6446" fmla="*/ 9162866 w 10450132"/>
              <a:gd name="connsiteY6446" fmla="*/ 2838517 h 5450835"/>
              <a:gd name="connsiteX6447" fmla="*/ 9158333 w 10450132"/>
              <a:gd name="connsiteY6447" fmla="*/ 2830635 h 5450835"/>
              <a:gd name="connsiteX6448" fmla="*/ 9158333 w 10450132"/>
              <a:gd name="connsiteY6448" fmla="*/ 2829781 h 5450835"/>
              <a:gd name="connsiteX6449" fmla="*/ 9162866 w 10450132"/>
              <a:gd name="connsiteY6449" fmla="*/ 2821899 h 5450835"/>
              <a:gd name="connsiteX6450" fmla="*/ 9163654 w 10450132"/>
              <a:gd name="connsiteY6450" fmla="*/ 2821440 h 5450835"/>
              <a:gd name="connsiteX6451" fmla="*/ 8909274 w 10450132"/>
              <a:gd name="connsiteY6451" fmla="*/ 2821440 h 5450835"/>
              <a:gd name="connsiteX6452" fmla="*/ 8918336 w 10450132"/>
              <a:gd name="connsiteY6452" fmla="*/ 2821440 h 5450835"/>
              <a:gd name="connsiteX6453" fmla="*/ 8919125 w 10450132"/>
              <a:gd name="connsiteY6453" fmla="*/ 2821899 h 5450835"/>
              <a:gd name="connsiteX6454" fmla="*/ 8923657 w 10450132"/>
              <a:gd name="connsiteY6454" fmla="*/ 2829781 h 5450835"/>
              <a:gd name="connsiteX6455" fmla="*/ 8923657 w 10450132"/>
              <a:gd name="connsiteY6455" fmla="*/ 2830635 h 5450835"/>
              <a:gd name="connsiteX6456" fmla="*/ 8919125 w 10450132"/>
              <a:gd name="connsiteY6456" fmla="*/ 2838517 h 5450835"/>
              <a:gd name="connsiteX6457" fmla="*/ 8918336 w 10450132"/>
              <a:gd name="connsiteY6457" fmla="*/ 2838976 h 5450835"/>
              <a:gd name="connsiteX6458" fmla="*/ 8909274 w 10450132"/>
              <a:gd name="connsiteY6458" fmla="*/ 2838976 h 5450835"/>
              <a:gd name="connsiteX6459" fmla="*/ 8908484 w 10450132"/>
              <a:gd name="connsiteY6459" fmla="*/ 2838517 h 5450835"/>
              <a:gd name="connsiteX6460" fmla="*/ 8903953 w 10450132"/>
              <a:gd name="connsiteY6460" fmla="*/ 2830635 h 5450835"/>
              <a:gd name="connsiteX6461" fmla="*/ 8903953 w 10450132"/>
              <a:gd name="connsiteY6461" fmla="*/ 2829781 h 5450835"/>
              <a:gd name="connsiteX6462" fmla="*/ 8908484 w 10450132"/>
              <a:gd name="connsiteY6462" fmla="*/ 2821899 h 5450835"/>
              <a:gd name="connsiteX6463" fmla="*/ 8909274 w 10450132"/>
              <a:gd name="connsiteY6463" fmla="*/ 2821440 h 5450835"/>
              <a:gd name="connsiteX6464" fmla="*/ 8654892 w 10450132"/>
              <a:gd name="connsiteY6464" fmla="*/ 2821440 h 5450835"/>
              <a:gd name="connsiteX6465" fmla="*/ 8663955 w 10450132"/>
              <a:gd name="connsiteY6465" fmla="*/ 2821440 h 5450835"/>
              <a:gd name="connsiteX6466" fmla="*/ 8664744 w 10450132"/>
              <a:gd name="connsiteY6466" fmla="*/ 2821899 h 5450835"/>
              <a:gd name="connsiteX6467" fmla="*/ 8669277 w 10450132"/>
              <a:gd name="connsiteY6467" fmla="*/ 2829781 h 5450835"/>
              <a:gd name="connsiteX6468" fmla="*/ 8669277 w 10450132"/>
              <a:gd name="connsiteY6468" fmla="*/ 2830635 h 5450835"/>
              <a:gd name="connsiteX6469" fmla="*/ 8664744 w 10450132"/>
              <a:gd name="connsiteY6469" fmla="*/ 2838517 h 5450835"/>
              <a:gd name="connsiteX6470" fmla="*/ 8663955 w 10450132"/>
              <a:gd name="connsiteY6470" fmla="*/ 2838976 h 5450835"/>
              <a:gd name="connsiteX6471" fmla="*/ 8654892 w 10450132"/>
              <a:gd name="connsiteY6471" fmla="*/ 2838976 h 5450835"/>
              <a:gd name="connsiteX6472" fmla="*/ 8654104 w 10450132"/>
              <a:gd name="connsiteY6472" fmla="*/ 2838517 h 5450835"/>
              <a:gd name="connsiteX6473" fmla="*/ 8649572 w 10450132"/>
              <a:gd name="connsiteY6473" fmla="*/ 2830635 h 5450835"/>
              <a:gd name="connsiteX6474" fmla="*/ 8649572 w 10450132"/>
              <a:gd name="connsiteY6474" fmla="*/ 2829781 h 5450835"/>
              <a:gd name="connsiteX6475" fmla="*/ 8654104 w 10450132"/>
              <a:gd name="connsiteY6475" fmla="*/ 2821899 h 5450835"/>
              <a:gd name="connsiteX6476" fmla="*/ 8654892 w 10450132"/>
              <a:gd name="connsiteY6476" fmla="*/ 2821440 h 5450835"/>
              <a:gd name="connsiteX6477" fmla="*/ 8400511 w 10450132"/>
              <a:gd name="connsiteY6477" fmla="*/ 2821440 h 5450835"/>
              <a:gd name="connsiteX6478" fmla="*/ 8409575 w 10450132"/>
              <a:gd name="connsiteY6478" fmla="*/ 2821440 h 5450835"/>
              <a:gd name="connsiteX6479" fmla="*/ 8410363 w 10450132"/>
              <a:gd name="connsiteY6479" fmla="*/ 2821899 h 5450835"/>
              <a:gd name="connsiteX6480" fmla="*/ 8414896 w 10450132"/>
              <a:gd name="connsiteY6480" fmla="*/ 2829781 h 5450835"/>
              <a:gd name="connsiteX6481" fmla="*/ 8414896 w 10450132"/>
              <a:gd name="connsiteY6481" fmla="*/ 2830635 h 5450835"/>
              <a:gd name="connsiteX6482" fmla="*/ 8410363 w 10450132"/>
              <a:gd name="connsiteY6482" fmla="*/ 2838517 h 5450835"/>
              <a:gd name="connsiteX6483" fmla="*/ 8409575 w 10450132"/>
              <a:gd name="connsiteY6483" fmla="*/ 2838976 h 5450835"/>
              <a:gd name="connsiteX6484" fmla="*/ 8400511 w 10450132"/>
              <a:gd name="connsiteY6484" fmla="*/ 2838976 h 5450835"/>
              <a:gd name="connsiteX6485" fmla="*/ 8399723 w 10450132"/>
              <a:gd name="connsiteY6485" fmla="*/ 2838517 h 5450835"/>
              <a:gd name="connsiteX6486" fmla="*/ 8395191 w 10450132"/>
              <a:gd name="connsiteY6486" fmla="*/ 2830635 h 5450835"/>
              <a:gd name="connsiteX6487" fmla="*/ 8395191 w 10450132"/>
              <a:gd name="connsiteY6487" fmla="*/ 2829781 h 5450835"/>
              <a:gd name="connsiteX6488" fmla="*/ 8399723 w 10450132"/>
              <a:gd name="connsiteY6488" fmla="*/ 2821899 h 5450835"/>
              <a:gd name="connsiteX6489" fmla="*/ 8400511 w 10450132"/>
              <a:gd name="connsiteY6489" fmla="*/ 2821440 h 5450835"/>
              <a:gd name="connsiteX6490" fmla="*/ 8146065 w 10450132"/>
              <a:gd name="connsiteY6490" fmla="*/ 2821440 h 5450835"/>
              <a:gd name="connsiteX6491" fmla="*/ 8155129 w 10450132"/>
              <a:gd name="connsiteY6491" fmla="*/ 2821440 h 5450835"/>
              <a:gd name="connsiteX6492" fmla="*/ 8155917 w 10450132"/>
              <a:gd name="connsiteY6492" fmla="*/ 2821899 h 5450835"/>
              <a:gd name="connsiteX6493" fmla="*/ 8160449 w 10450132"/>
              <a:gd name="connsiteY6493" fmla="*/ 2829781 h 5450835"/>
              <a:gd name="connsiteX6494" fmla="*/ 8160449 w 10450132"/>
              <a:gd name="connsiteY6494" fmla="*/ 2830635 h 5450835"/>
              <a:gd name="connsiteX6495" fmla="*/ 8155917 w 10450132"/>
              <a:gd name="connsiteY6495" fmla="*/ 2838517 h 5450835"/>
              <a:gd name="connsiteX6496" fmla="*/ 8155129 w 10450132"/>
              <a:gd name="connsiteY6496" fmla="*/ 2838976 h 5450835"/>
              <a:gd name="connsiteX6497" fmla="*/ 8146065 w 10450132"/>
              <a:gd name="connsiteY6497" fmla="*/ 2838976 h 5450835"/>
              <a:gd name="connsiteX6498" fmla="*/ 8145277 w 10450132"/>
              <a:gd name="connsiteY6498" fmla="*/ 2838517 h 5450835"/>
              <a:gd name="connsiteX6499" fmla="*/ 8140745 w 10450132"/>
              <a:gd name="connsiteY6499" fmla="*/ 2830635 h 5450835"/>
              <a:gd name="connsiteX6500" fmla="*/ 8140745 w 10450132"/>
              <a:gd name="connsiteY6500" fmla="*/ 2829781 h 5450835"/>
              <a:gd name="connsiteX6501" fmla="*/ 8145277 w 10450132"/>
              <a:gd name="connsiteY6501" fmla="*/ 2821899 h 5450835"/>
              <a:gd name="connsiteX6502" fmla="*/ 8146065 w 10450132"/>
              <a:gd name="connsiteY6502" fmla="*/ 2821440 h 5450835"/>
              <a:gd name="connsiteX6503" fmla="*/ 7891684 w 10450132"/>
              <a:gd name="connsiteY6503" fmla="*/ 2821440 h 5450835"/>
              <a:gd name="connsiteX6504" fmla="*/ 7900748 w 10450132"/>
              <a:gd name="connsiteY6504" fmla="*/ 2821440 h 5450835"/>
              <a:gd name="connsiteX6505" fmla="*/ 7901536 w 10450132"/>
              <a:gd name="connsiteY6505" fmla="*/ 2821899 h 5450835"/>
              <a:gd name="connsiteX6506" fmla="*/ 7906067 w 10450132"/>
              <a:gd name="connsiteY6506" fmla="*/ 2829781 h 5450835"/>
              <a:gd name="connsiteX6507" fmla="*/ 7906067 w 10450132"/>
              <a:gd name="connsiteY6507" fmla="*/ 2830635 h 5450835"/>
              <a:gd name="connsiteX6508" fmla="*/ 7901536 w 10450132"/>
              <a:gd name="connsiteY6508" fmla="*/ 2838517 h 5450835"/>
              <a:gd name="connsiteX6509" fmla="*/ 7900748 w 10450132"/>
              <a:gd name="connsiteY6509" fmla="*/ 2838976 h 5450835"/>
              <a:gd name="connsiteX6510" fmla="*/ 7891684 w 10450132"/>
              <a:gd name="connsiteY6510" fmla="*/ 2838976 h 5450835"/>
              <a:gd name="connsiteX6511" fmla="*/ 7890896 w 10450132"/>
              <a:gd name="connsiteY6511" fmla="*/ 2838517 h 5450835"/>
              <a:gd name="connsiteX6512" fmla="*/ 7886363 w 10450132"/>
              <a:gd name="connsiteY6512" fmla="*/ 2830635 h 5450835"/>
              <a:gd name="connsiteX6513" fmla="*/ 7886363 w 10450132"/>
              <a:gd name="connsiteY6513" fmla="*/ 2829781 h 5450835"/>
              <a:gd name="connsiteX6514" fmla="*/ 7890896 w 10450132"/>
              <a:gd name="connsiteY6514" fmla="*/ 2821899 h 5450835"/>
              <a:gd name="connsiteX6515" fmla="*/ 7891684 w 10450132"/>
              <a:gd name="connsiteY6515" fmla="*/ 2821440 h 5450835"/>
              <a:gd name="connsiteX6516" fmla="*/ 7637304 w 10450132"/>
              <a:gd name="connsiteY6516" fmla="*/ 2821440 h 5450835"/>
              <a:gd name="connsiteX6517" fmla="*/ 7646367 w 10450132"/>
              <a:gd name="connsiteY6517" fmla="*/ 2821440 h 5450835"/>
              <a:gd name="connsiteX6518" fmla="*/ 7647156 w 10450132"/>
              <a:gd name="connsiteY6518" fmla="*/ 2821899 h 5450835"/>
              <a:gd name="connsiteX6519" fmla="*/ 7651687 w 10450132"/>
              <a:gd name="connsiteY6519" fmla="*/ 2829781 h 5450835"/>
              <a:gd name="connsiteX6520" fmla="*/ 7651687 w 10450132"/>
              <a:gd name="connsiteY6520" fmla="*/ 2830635 h 5450835"/>
              <a:gd name="connsiteX6521" fmla="*/ 7647156 w 10450132"/>
              <a:gd name="connsiteY6521" fmla="*/ 2838517 h 5450835"/>
              <a:gd name="connsiteX6522" fmla="*/ 7646367 w 10450132"/>
              <a:gd name="connsiteY6522" fmla="*/ 2838976 h 5450835"/>
              <a:gd name="connsiteX6523" fmla="*/ 7637304 w 10450132"/>
              <a:gd name="connsiteY6523" fmla="*/ 2838976 h 5450835"/>
              <a:gd name="connsiteX6524" fmla="*/ 7636516 w 10450132"/>
              <a:gd name="connsiteY6524" fmla="*/ 2838517 h 5450835"/>
              <a:gd name="connsiteX6525" fmla="*/ 7631983 w 10450132"/>
              <a:gd name="connsiteY6525" fmla="*/ 2830635 h 5450835"/>
              <a:gd name="connsiteX6526" fmla="*/ 7631983 w 10450132"/>
              <a:gd name="connsiteY6526" fmla="*/ 2829781 h 5450835"/>
              <a:gd name="connsiteX6527" fmla="*/ 7636516 w 10450132"/>
              <a:gd name="connsiteY6527" fmla="*/ 2821899 h 5450835"/>
              <a:gd name="connsiteX6528" fmla="*/ 7637304 w 10450132"/>
              <a:gd name="connsiteY6528" fmla="*/ 2821440 h 5450835"/>
              <a:gd name="connsiteX6529" fmla="*/ 7382923 w 10450132"/>
              <a:gd name="connsiteY6529" fmla="*/ 2821440 h 5450835"/>
              <a:gd name="connsiteX6530" fmla="*/ 7391987 w 10450132"/>
              <a:gd name="connsiteY6530" fmla="*/ 2821440 h 5450835"/>
              <a:gd name="connsiteX6531" fmla="*/ 7392775 w 10450132"/>
              <a:gd name="connsiteY6531" fmla="*/ 2821899 h 5450835"/>
              <a:gd name="connsiteX6532" fmla="*/ 7397307 w 10450132"/>
              <a:gd name="connsiteY6532" fmla="*/ 2829781 h 5450835"/>
              <a:gd name="connsiteX6533" fmla="*/ 7397307 w 10450132"/>
              <a:gd name="connsiteY6533" fmla="*/ 2830635 h 5450835"/>
              <a:gd name="connsiteX6534" fmla="*/ 7392775 w 10450132"/>
              <a:gd name="connsiteY6534" fmla="*/ 2838517 h 5450835"/>
              <a:gd name="connsiteX6535" fmla="*/ 7391987 w 10450132"/>
              <a:gd name="connsiteY6535" fmla="*/ 2838976 h 5450835"/>
              <a:gd name="connsiteX6536" fmla="*/ 7382923 w 10450132"/>
              <a:gd name="connsiteY6536" fmla="*/ 2838976 h 5450835"/>
              <a:gd name="connsiteX6537" fmla="*/ 7382135 w 10450132"/>
              <a:gd name="connsiteY6537" fmla="*/ 2838517 h 5450835"/>
              <a:gd name="connsiteX6538" fmla="*/ 7377602 w 10450132"/>
              <a:gd name="connsiteY6538" fmla="*/ 2830635 h 5450835"/>
              <a:gd name="connsiteX6539" fmla="*/ 7377602 w 10450132"/>
              <a:gd name="connsiteY6539" fmla="*/ 2829781 h 5450835"/>
              <a:gd name="connsiteX6540" fmla="*/ 7382135 w 10450132"/>
              <a:gd name="connsiteY6540" fmla="*/ 2821899 h 5450835"/>
              <a:gd name="connsiteX6541" fmla="*/ 7382923 w 10450132"/>
              <a:gd name="connsiteY6541" fmla="*/ 2821440 h 5450835"/>
              <a:gd name="connsiteX6542" fmla="*/ 7128477 w 10450132"/>
              <a:gd name="connsiteY6542" fmla="*/ 2821440 h 5450835"/>
              <a:gd name="connsiteX6543" fmla="*/ 7137540 w 10450132"/>
              <a:gd name="connsiteY6543" fmla="*/ 2821440 h 5450835"/>
              <a:gd name="connsiteX6544" fmla="*/ 7138328 w 10450132"/>
              <a:gd name="connsiteY6544" fmla="*/ 2821899 h 5450835"/>
              <a:gd name="connsiteX6545" fmla="*/ 7142860 w 10450132"/>
              <a:gd name="connsiteY6545" fmla="*/ 2829781 h 5450835"/>
              <a:gd name="connsiteX6546" fmla="*/ 7142860 w 10450132"/>
              <a:gd name="connsiteY6546" fmla="*/ 2830635 h 5450835"/>
              <a:gd name="connsiteX6547" fmla="*/ 7138328 w 10450132"/>
              <a:gd name="connsiteY6547" fmla="*/ 2838517 h 5450835"/>
              <a:gd name="connsiteX6548" fmla="*/ 7137540 w 10450132"/>
              <a:gd name="connsiteY6548" fmla="*/ 2838976 h 5450835"/>
              <a:gd name="connsiteX6549" fmla="*/ 7128477 w 10450132"/>
              <a:gd name="connsiteY6549" fmla="*/ 2838976 h 5450835"/>
              <a:gd name="connsiteX6550" fmla="*/ 7127689 w 10450132"/>
              <a:gd name="connsiteY6550" fmla="*/ 2838517 h 5450835"/>
              <a:gd name="connsiteX6551" fmla="*/ 7123156 w 10450132"/>
              <a:gd name="connsiteY6551" fmla="*/ 2830635 h 5450835"/>
              <a:gd name="connsiteX6552" fmla="*/ 7123156 w 10450132"/>
              <a:gd name="connsiteY6552" fmla="*/ 2829781 h 5450835"/>
              <a:gd name="connsiteX6553" fmla="*/ 7127689 w 10450132"/>
              <a:gd name="connsiteY6553" fmla="*/ 2821899 h 5450835"/>
              <a:gd name="connsiteX6554" fmla="*/ 7128477 w 10450132"/>
              <a:gd name="connsiteY6554" fmla="*/ 2821440 h 5450835"/>
              <a:gd name="connsiteX6555" fmla="*/ 6874095 w 10450132"/>
              <a:gd name="connsiteY6555" fmla="*/ 2821440 h 5450835"/>
              <a:gd name="connsiteX6556" fmla="*/ 6883159 w 10450132"/>
              <a:gd name="connsiteY6556" fmla="*/ 2821440 h 5450835"/>
              <a:gd name="connsiteX6557" fmla="*/ 6883947 w 10450132"/>
              <a:gd name="connsiteY6557" fmla="*/ 2821899 h 5450835"/>
              <a:gd name="connsiteX6558" fmla="*/ 6888480 w 10450132"/>
              <a:gd name="connsiteY6558" fmla="*/ 2829781 h 5450835"/>
              <a:gd name="connsiteX6559" fmla="*/ 6888480 w 10450132"/>
              <a:gd name="connsiteY6559" fmla="*/ 2830635 h 5450835"/>
              <a:gd name="connsiteX6560" fmla="*/ 6883947 w 10450132"/>
              <a:gd name="connsiteY6560" fmla="*/ 2838517 h 5450835"/>
              <a:gd name="connsiteX6561" fmla="*/ 6883159 w 10450132"/>
              <a:gd name="connsiteY6561" fmla="*/ 2838976 h 5450835"/>
              <a:gd name="connsiteX6562" fmla="*/ 6874095 w 10450132"/>
              <a:gd name="connsiteY6562" fmla="*/ 2838976 h 5450835"/>
              <a:gd name="connsiteX6563" fmla="*/ 6873307 w 10450132"/>
              <a:gd name="connsiteY6563" fmla="*/ 2838517 h 5450835"/>
              <a:gd name="connsiteX6564" fmla="*/ 6868775 w 10450132"/>
              <a:gd name="connsiteY6564" fmla="*/ 2830635 h 5450835"/>
              <a:gd name="connsiteX6565" fmla="*/ 6868775 w 10450132"/>
              <a:gd name="connsiteY6565" fmla="*/ 2829781 h 5450835"/>
              <a:gd name="connsiteX6566" fmla="*/ 6873307 w 10450132"/>
              <a:gd name="connsiteY6566" fmla="*/ 2821899 h 5450835"/>
              <a:gd name="connsiteX6567" fmla="*/ 6874095 w 10450132"/>
              <a:gd name="connsiteY6567" fmla="*/ 2821440 h 5450835"/>
              <a:gd name="connsiteX6568" fmla="*/ 6619714 w 10450132"/>
              <a:gd name="connsiteY6568" fmla="*/ 2821440 h 5450835"/>
              <a:gd name="connsiteX6569" fmla="*/ 6628778 w 10450132"/>
              <a:gd name="connsiteY6569" fmla="*/ 2821440 h 5450835"/>
              <a:gd name="connsiteX6570" fmla="*/ 6629566 w 10450132"/>
              <a:gd name="connsiteY6570" fmla="*/ 2821899 h 5450835"/>
              <a:gd name="connsiteX6571" fmla="*/ 6634099 w 10450132"/>
              <a:gd name="connsiteY6571" fmla="*/ 2829781 h 5450835"/>
              <a:gd name="connsiteX6572" fmla="*/ 6634099 w 10450132"/>
              <a:gd name="connsiteY6572" fmla="*/ 2830635 h 5450835"/>
              <a:gd name="connsiteX6573" fmla="*/ 6629566 w 10450132"/>
              <a:gd name="connsiteY6573" fmla="*/ 2838517 h 5450835"/>
              <a:gd name="connsiteX6574" fmla="*/ 6628778 w 10450132"/>
              <a:gd name="connsiteY6574" fmla="*/ 2838976 h 5450835"/>
              <a:gd name="connsiteX6575" fmla="*/ 6619714 w 10450132"/>
              <a:gd name="connsiteY6575" fmla="*/ 2838976 h 5450835"/>
              <a:gd name="connsiteX6576" fmla="*/ 6618926 w 10450132"/>
              <a:gd name="connsiteY6576" fmla="*/ 2838517 h 5450835"/>
              <a:gd name="connsiteX6577" fmla="*/ 6614394 w 10450132"/>
              <a:gd name="connsiteY6577" fmla="*/ 2830635 h 5450835"/>
              <a:gd name="connsiteX6578" fmla="*/ 6614394 w 10450132"/>
              <a:gd name="connsiteY6578" fmla="*/ 2829781 h 5450835"/>
              <a:gd name="connsiteX6579" fmla="*/ 6618926 w 10450132"/>
              <a:gd name="connsiteY6579" fmla="*/ 2821899 h 5450835"/>
              <a:gd name="connsiteX6580" fmla="*/ 6619714 w 10450132"/>
              <a:gd name="connsiteY6580" fmla="*/ 2821440 h 5450835"/>
              <a:gd name="connsiteX6581" fmla="*/ 6365334 w 10450132"/>
              <a:gd name="connsiteY6581" fmla="*/ 2821440 h 5450835"/>
              <a:gd name="connsiteX6582" fmla="*/ 6374397 w 10450132"/>
              <a:gd name="connsiteY6582" fmla="*/ 2821440 h 5450835"/>
              <a:gd name="connsiteX6583" fmla="*/ 6375186 w 10450132"/>
              <a:gd name="connsiteY6583" fmla="*/ 2821899 h 5450835"/>
              <a:gd name="connsiteX6584" fmla="*/ 6379718 w 10450132"/>
              <a:gd name="connsiteY6584" fmla="*/ 2829781 h 5450835"/>
              <a:gd name="connsiteX6585" fmla="*/ 6379718 w 10450132"/>
              <a:gd name="connsiteY6585" fmla="*/ 2830635 h 5450835"/>
              <a:gd name="connsiteX6586" fmla="*/ 6375186 w 10450132"/>
              <a:gd name="connsiteY6586" fmla="*/ 2838517 h 5450835"/>
              <a:gd name="connsiteX6587" fmla="*/ 6374397 w 10450132"/>
              <a:gd name="connsiteY6587" fmla="*/ 2838976 h 5450835"/>
              <a:gd name="connsiteX6588" fmla="*/ 6365334 w 10450132"/>
              <a:gd name="connsiteY6588" fmla="*/ 2838976 h 5450835"/>
              <a:gd name="connsiteX6589" fmla="*/ 6364546 w 10450132"/>
              <a:gd name="connsiteY6589" fmla="*/ 2838517 h 5450835"/>
              <a:gd name="connsiteX6590" fmla="*/ 6360014 w 10450132"/>
              <a:gd name="connsiteY6590" fmla="*/ 2830635 h 5450835"/>
              <a:gd name="connsiteX6591" fmla="*/ 6360014 w 10450132"/>
              <a:gd name="connsiteY6591" fmla="*/ 2829781 h 5450835"/>
              <a:gd name="connsiteX6592" fmla="*/ 6364546 w 10450132"/>
              <a:gd name="connsiteY6592" fmla="*/ 2821899 h 5450835"/>
              <a:gd name="connsiteX6593" fmla="*/ 6365334 w 10450132"/>
              <a:gd name="connsiteY6593" fmla="*/ 2821440 h 5450835"/>
              <a:gd name="connsiteX6594" fmla="*/ 6110888 w 10450132"/>
              <a:gd name="connsiteY6594" fmla="*/ 2821440 h 5450835"/>
              <a:gd name="connsiteX6595" fmla="*/ 6119953 w 10450132"/>
              <a:gd name="connsiteY6595" fmla="*/ 2821440 h 5450835"/>
              <a:gd name="connsiteX6596" fmla="*/ 6120740 w 10450132"/>
              <a:gd name="connsiteY6596" fmla="*/ 2821899 h 5450835"/>
              <a:gd name="connsiteX6597" fmla="*/ 6125272 w 10450132"/>
              <a:gd name="connsiteY6597" fmla="*/ 2829781 h 5450835"/>
              <a:gd name="connsiteX6598" fmla="*/ 6125272 w 10450132"/>
              <a:gd name="connsiteY6598" fmla="*/ 2830635 h 5450835"/>
              <a:gd name="connsiteX6599" fmla="*/ 6120740 w 10450132"/>
              <a:gd name="connsiteY6599" fmla="*/ 2838517 h 5450835"/>
              <a:gd name="connsiteX6600" fmla="*/ 6119953 w 10450132"/>
              <a:gd name="connsiteY6600" fmla="*/ 2838976 h 5450835"/>
              <a:gd name="connsiteX6601" fmla="*/ 6110888 w 10450132"/>
              <a:gd name="connsiteY6601" fmla="*/ 2838976 h 5450835"/>
              <a:gd name="connsiteX6602" fmla="*/ 6110101 w 10450132"/>
              <a:gd name="connsiteY6602" fmla="*/ 2838517 h 5450835"/>
              <a:gd name="connsiteX6603" fmla="*/ 6105567 w 10450132"/>
              <a:gd name="connsiteY6603" fmla="*/ 2830635 h 5450835"/>
              <a:gd name="connsiteX6604" fmla="*/ 6105567 w 10450132"/>
              <a:gd name="connsiteY6604" fmla="*/ 2829781 h 5450835"/>
              <a:gd name="connsiteX6605" fmla="*/ 6110101 w 10450132"/>
              <a:gd name="connsiteY6605" fmla="*/ 2821899 h 5450835"/>
              <a:gd name="connsiteX6606" fmla="*/ 6110888 w 10450132"/>
              <a:gd name="connsiteY6606" fmla="*/ 2821440 h 5450835"/>
              <a:gd name="connsiteX6607" fmla="*/ 5856508 w 10450132"/>
              <a:gd name="connsiteY6607" fmla="*/ 2821440 h 5450835"/>
              <a:gd name="connsiteX6608" fmla="*/ 5865571 w 10450132"/>
              <a:gd name="connsiteY6608" fmla="*/ 2821440 h 5450835"/>
              <a:gd name="connsiteX6609" fmla="*/ 5866359 w 10450132"/>
              <a:gd name="connsiteY6609" fmla="*/ 2821899 h 5450835"/>
              <a:gd name="connsiteX6610" fmla="*/ 5870891 w 10450132"/>
              <a:gd name="connsiteY6610" fmla="*/ 2829781 h 5450835"/>
              <a:gd name="connsiteX6611" fmla="*/ 5870891 w 10450132"/>
              <a:gd name="connsiteY6611" fmla="*/ 2830635 h 5450835"/>
              <a:gd name="connsiteX6612" fmla="*/ 5866359 w 10450132"/>
              <a:gd name="connsiteY6612" fmla="*/ 2838517 h 5450835"/>
              <a:gd name="connsiteX6613" fmla="*/ 5865571 w 10450132"/>
              <a:gd name="connsiteY6613" fmla="*/ 2838976 h 5450835"/>
              <a:gd name="connsiteX6614" fmla="*/ 5856508 w 10450132"/>
              <a:gd name="connsiteY6614" fmla="*/ 2838976 h 5450835"/>
              <a:gd name="connsiteX6615" fmla="*/ 5855720 w 10450132"/>
              <a:gd name="connsiteY6615" fmla="*/ 2838517 h 5450835"/>
              <a:gd name="connsiteX6616" fmla="*/ 5851187 w 10450132"/>
              <a:gd name="connsiteY6616" fmla="*/ 2830635 h 5450835"/>
              <a:gd name="connsiteX6617" fmla="*/ 5851187 w 10450132"/>
              <a:gd name="connsiteY6617" fmla="*/ 2829781 h 5450835"/>
              <a:gd name="connsiteX6618" fmla="*/ 5855720 w 10450132"/>
              <a:gd name="connsiteY6618" fmla="*/ 2821899 h 5450835"/>
              <a:gd name="connsiteX6619" fmla="*/ 5856508 w 10450132"/>
              <a:gd name="connsiteY6619" fmla="*/ 2821440 h 5450835"/>
              <a:gd name="connsiteX6620" fmla="*/ 5602126 w 10450132"/>
              <a:gd name="connsiteY6620" fmla="*/ 2821440 h 5450835"/>
              <a:gd name="connsiteX6621" fmla="*/ 5611191 w 10450132"/>
              <a:gd name="connsiteY6621" fmla="*/ 2821440 h 5450835"/>
              <a:gd name="connsiteX6622" fmla="*/ 5611979 w 10450132"/>
              <a:gd name="connsiteY6622" fmla="*/ 2821899 h 5450835"/>
              <a:gd name="connsiteX6623" fmla="*/ 5616511 w 10450132"/>
              <a:gd name="connsiteY6623" fmla="*/ 2829781 h 5450835"/>
              <a:gd name="connsiteX6624" fmla="*/ 5616511 w 10450132"/>
              <a:gd name="connsiteY6624" fmla="*/ 2830635 h 5450835"/>
              <a:gd name="connsiteX6625" fmla="*/ 5611979 w 10450132"/>
              <a:gd name="connsiteY6625" fmla="*/ 2838517 h 5450835"/>
              <a:gd name="connsiteX6626" fmla="*/ 5611191 w 10450132"/>
              <a:gd name="connsiteY6626" fmla="*/ 2838976 h 5450835"/>
              <a:gd name="connsiteX6627" fmla="*/ 5602126 w 10450132"/>
              <a:gd name="connsiteY6627" fmla="*/ 2838976 h 5450835"/>
              <a:gd name="connsiteX6628" fmla="*/ 5601338 w 10450132"/>
              <a:gd name="connsiteY6628" fmla="*/ 2838517 h 5450835"/>
              <a:gd name="connsiteX6629" fmla="*/ 5596807 w 10450132"/>
              <a:gd name="connsiteY6629" fmla="*/ 2830635 h 5450835"/>
              <a:gd name="connsiteX6630" fmla="*/ 5596807 w 10450132"/>
              <a:gd name="connsiteY6630" fmla="*/ 2829781 h 5450835"/>
              <a:gd name="connsiteX6631" fmla="*/ 5601338 w 10450132"/>
              <a:gd name="connsiteY6631" fmla="*/ 2821899 h 5450835"/>
              <a:gd name="connsiteX6632" fmla="*/ 5602126 w 10450132"/>
              <a:gd name="connsiteY6632" fmla="*/ 2821440 h 5450835"/>
              <a:gd name="connsiteX6633" fmla="*/ 5347746 w 10450132"/>
              <a:gd name="connsiteY6633" fmla="*/ 2821440 h 5450835"/>
              <a:gd name="connsiteX6634" fmla="*/ 5356810 w 10450132"/>
              <a:gd name="connsiteY6634" fmla="*/ 2821440 h 5450835"/>
              <a:gd name="connsiteX6635" fmla="*/ 5357598 w 10450132"/>
              <a:gd name="connsiteY6635" fmla="*/ 2821899 h 5450835"/>
              <a:gd name="connsiteX6636" fmla="*/ 5362130 w 10450132"/>
              <a:gd name="connsiteY6636" fmla="*/ 2829781 h 5450835"/>
              <a:gd name="connsiteX6637" fmla="*/ 5362130 w 10450132"/>
              <a:gd name="connsiteY6637" fmla="*/ 2830635 h 5450835"/>
              <a:gd name="connsiteX6638" fmla="*/ 5357598 w 10450132"/>
              <a:gd name="connsiteY6638" fmla="*/ 2838517 h 5450835"/>
              <a:gd name="connsiteX6639" fmla="*/ 5356810 w 10450132"/>
              <a:gd name="connsiteY6639" fmla="*/ 2838976 h 5450835"/>
              <a:gd name="connsiteX6640" fmla="*/ 5347746 w 10450132"/>
              <a:gd name="connsiteY6640" fmla="*/ 2838976 h 5450835"/>
              <a:gd name="connsiteX6641" fmla="*/ 5346958 w 10450132"/>
              <a:gd name="connsiteY6641" fmla="*/ 2838517 h 5450835"/>
              <a:gd name="connsiteX6642" fmla="*/ 5342425 w 10450132"/>
              <a:gd name="connsiteY6642" fmla="*/ 2830635 h 5450835"/>
              <a:gd name="connsiteX6643" fmla="*/ 5342425 w 10450132"/>
              <a:gd name="connsiteY6643" fmla="*/ 2829781 h 5450835"/>
              <a:gd name="connsiteX6644" fmla="*/ 5346958 w 10450132"/>
              <a:gd name="connsiteY6644" fmla="*/ 2821899 h 5450835"/>
              <a:gd name="connsiteX6645" fmla="*/ 5347746 w 10450132"/>
              <a:gd name="connsiteY6645" fmla="*/ 2821440 h 5450835"/>
              <a:gd name="connsiteX6646" fmla="*/ 5093300 w 10450132"/>
              <a:gd name="connsiteY6646" fmla="*/ 2821440 h 5450835"/>
              <a:gd name="connsiteX6647" fmla="*/ 5102364 w 10450132"/>
              <a:gd name="connsiteY6647" fmla="*/ 2821440 h 5450835"/>
              <a:gd name="connsiteX6648" fmla="*/ 5103153 w 10450132"/>
              <a:gd name="connsiteY6648" fmla="*/ 2821899 h 5450835"/>
              <a:gd name="connsiteX6649" fmla="*/ 5107684 w 10450132"/>
              <a:gd name="connsiteY6649" fmla="*/ 2829781 h 5450835"/>
              <a:gd name="connsiteX6650" fmla="*/ 5107684 w 10450132"/>
              <a:gd name="connsiteY6650" fmla="*/ 2830635 h 5450835"/>
              <a:gd name="connsiteX6651" fmla="*/ 5103153 w 10450132"/>
              <a:gd name="connsiteY6651" fmla="*/ 2838517 h 5450835"/>
              <a:gd name="connsiteX6652" fmla="*/ 5102364 w 10450132"/>
              <a:gd name="connsiteY6652" fmla="*/ 2838976 h 5450835"/>
              <a:gd name="connsiteX6653" fmla="*/ 5093300 w 10450132"/>
              <a:gd name="connsiteY6653" fmla="*/ 2838976 h 5450835"/>
              <a:gd name="connsiteX6654" fmla="*/ 5092512 w 10450132"/>
              <a:gd name="connsiteY6654" fmla="*/ 2838517 h 5450835"/>
              <a:gd name="connsiteX6655" fmla="*/ 5087979 w 10450132"/>
              <a:gd name="connsiteY6655" fmla="*/ 2830635 h 5450835"/>
              <a:gd name="connsiteX6656" fmla="*/ 5087979 w 10450132"/>
              <a:gd name="connsiteY6656" fmla="*/ 2829781 h 5450835"/>
              <a:gd name="connsiteX6657" fmla="*/ 5092512 w 10450132"/>
              <a:gd name="connsiteY6657" fmla="*/ 2821899 h 5450835"/>
              <a:gd name="connsiteX6658" fmla="*/ 5093300 w 10450132"/>
              <a:gd name="connsiteY6658" fmla="*/ 2821440 h 5450835"/>
              <a:gd name="connsiteX6659" fmla="*/ 4838919 w 10450132"/>
              <a:gd name="connsiteY6659" fmla="*/ 2821440 h 5450835"/>
              <a:gd name="connsiteX6660" fmla="*/ 4847982 w 10450132"/>
              <a:gd name="connsiteY6660" fmla="*/ 2821440 h 5450835"/>
              <a:gd name="connsiteX6661" fmla="*/ 4848772 w 10450132"/>
              <a:gd name="connsiteY6661" fmla="*/ 2821899 h 5450835"/>
              <a:gd name="connsiteX6662" fmla="*/ 4853303 w 10450132"/>
              <a:gd name="connsiteY6662" fmla="*/ 2829781 h 5450835"/>
              <a:gd name="connsiteX6663" fmla="*/ 4853303 w 10450132"/>
              <a:gd name="connsiteY6663" fmla="*/ 2830635 h 5450835"/>
              <a:gd name="connsiteX6664" fmla="*/ 4848772 w 10450132"/>
              <a:gd name="connsiteY6664" fmla="*/ 2838517 h 5450835"/>
              <a:gd name="connsiteX6665" fmla="*/ 4847982 w 10450132"/>
              <a:gd name="connsiteY6665" fmla="*/ 2838976 h 5450835"/>
              <a:gd name="connsiteX6666" fmla="*/ 4838919 w 10450132"/>
              <a:gd name="connsiteY6666" fmla="*/ 2838976 h 5450835"/>
              <a:gd name="connsiteX6667" fmla="*/ 4838132 w 10450132"/>
              <a:gd name="connsiteY6667" fmla="*/ 2838517 h 5450835"/>
              <a:gd name="connsiteX6668" fmla="*/ 4833598 w 10450132"/>
              <a:gd name="connsiteY6668" fmla="*/ 2830635 h 5450835"/>
              <a:gd name="connsiteX6669" fmla="*/ 4833598 w 10450132"/>
              <a:gd name="connsiteY6669" fmla="*/ 2829781 h 5450835"/>
              <a:gd name="connsiteX6670" fmla="*/ 4838132 w 10450132"/>
              <a:gd name="connsiteY6670" fmla="*/ 2821899 h 5450835"/>
              <a:gd name="connsiteX6671" fmla="*/ 4838919 w 10450132"/>
              <a:gd name="connsiteY6671" fmla="*/ 2821440 h 5450835"/>
              <a:gd name="connsiteX6672" fmla="*/ 4584538 w 10450132"/>
              <a:gd name="connsiteY6672" fmla="*/ 2821440 h 5450835"/>
              <a:gd name="connsiteX6673" fmla="*/ 4593603 w 10450132"/>
              <a:gd name="connsiteY6673" fmla="*/ 2821440 h 5450835"/>
              <a:gd name="connsiteX6674" fmla="*/ 4594390 w 10450132"/>
              <a:gd name="connsiteY6674" fmla="*/ 2821899 h 5450835"/>
              <a:gd name="connsiteX6675" fmla="*/ 4598922 w 10450132"/>
              <a:gd name="connsiteY6675" fmla="*/ 2829781 h 5450835"/>
              <a:gd name="connsiteX6676" fmla="*/ 4598922 w 10450132"/>
              <a:gd name="connsiteY6676" fmla="*/ 2830635 h 5450835"/>
              <a:gd name="connsiteX6677" fmla="*/ 4594390 w 10450132"/>
              <a:gd name="connsiteY6677" fmla="*/ 2838517 h 5450835"/>
              <a:gd name="connsiteX6678" fmla="*/ 4593603 w 10450132"/>
              <a:gd name="connsiteY6678" fmla="*/ 2838976 h 5450835"/>
              <a:gd name="connsiteX6679" fmla="*/ 4584538 w 10450132"/>
              <a:gd name="connsiteY6679" fmla="*/ 2838976 h 5450835"/>
              <a:gd name="connsiteX6680" fmla="*/ 4583749 w 10450132"/>
              <a:gd name="connsiteY6680" fmla="*/ 2838517 h 5450835"/>
              <a:gd name="connsiteX6681" fmla="*/ 4579218 w 10450132"/>
              <a:gd name="connsiteY6681" fmla="*/ 2830635 h 5450835"/>
              <a:gd name="connsiteX6682" fmla="*/ 4579218 w 10450132"/>
              <a:gd name="connsiteY6682" fmla="*/ 2829781 h 5450835"/>
              <a:gd name="connsiteX6683" fmla="*/ 4583749 w 10450132"/>
              <a:gd name="connsiteY6683" fmla="*/ 2821899 h 5450835"/>
              <a:gd name="connsiteX6684" fmla="*/ 4584538 w 10450132"/>
              <a:gd name="connsiteY6684" fmla="*/ 2821440 h 5450835"/>
              <a:gd name="connsiteX6685" fmla="*/ 4330157 w 10450132"/>
              <a:gd name="connsiteY6685" fmla="*/ 2821440 h 5450835"/>
              <a:gd name="connsiteX6686" fmla="*/ 4339222 w 10450132"/>
              <a:gd name="connsiteY6686" fmla="*/ 2821440 h 5450835"/>
              <a:gd name="connsiteX6687" fmla="*/ 4340010 w 10450132"/>
              <a:gd name="connsiteY6687" fmla="*/ 2821899 h 5450835"/>
              <a:gd name="connsiteX6688" fmla="*/ 4344540 w 10450132"/>
              <a:gd name="connsiteY6688" fmla="*/ 2829781 h 5450835"/>
              <a:gd name="connsiteX6689" fmla="*/ 4344540 w 10450132"/>
              <a:gd name="connsiteY6689" fmla="*/ 2830635 h 5450835"/>
              <a:gd name="connsiteX6690" fmla="*/ 4340010 w 10450132"/>
              <a:gd name="connsiteY6690" fmla="*/ 2838517 h 5450835"/>
              <a:gd name="connsiteX6691" fmla="*/ 4339222 w 10450132"/>
              <a:gd name="connsiteY6691" fmla="*/ 2838976 h 5450835"/>
              <a:gd name="connsiteX6692" fmla="*/ 4330157 w 10450132"/>
              <a:gd name="connsiteY6692" fmla="*/ 2838976 h 5450835"/>
              <a:gd name="connsiteX6693" fmla="*/ 4329369 w 10450132"/>
              <a:gd name="connsiteY6693" fmla="*/ 2838517 h 5450835"/>
              <a:gd name="connsiteX6694" fmla="*/ 4324836 w 10450132"/>
              <a:gd name="connsiteY6694" fmla="*/ 2830635 h 5450835"/>
              <a:gd name="connsiteX6695" fmla="*/ 4324836 w 10450132"/>
              <a:gd name="connsiteY6695" fmla="*/ 2829781 h 5450835"/>
              <a:gd name="connsiteX6696" fmla="*/ 4329369 w 10450132"/>
              <a:gd name="connsiteY6696" fmla="*/ 2821899 h 5450835"/>
              <a:gd name="connsiteX6697" fmla="*/ 4330157 w 10450132"/>
              <a:gd name="connsiteY6697" fmla="*/ 2821440 h 5450835"/>
              <a:gd name="connsiteX6698" fmla="*/ 4075935 w 10450132"/>
              <a:gd name="connsiteY6698" fmla="*/ 2821440 h 5450835"/>
              <a:gd name="connsiteX6699" fmla="*/ 4084998 w 10450132"/>
              <a:gd name="connsiteY6699" fmla="*/ 2821440 h 5450835"/>
              <a:gd name="connsiteX6700" fmla="*/ 4085787 w 10450132"/>
              <a:gd name="connsiteY6700" fmla="*/ 2821899 h 5450835"/>
              <a:gd name="connsiteX6701" fmla="*/ 4090317 w 10450132"/>
              <a:gd name="connsiteY6701" fmla="*/ 2829781 h 5450835"/>
              <a:gd name="connsiteX6702" fmla="*/ 4090317 w 10450132"/>
              <a:gd name="connsiteY6702" fmla="*/ 2830635 h 5450835"/>
              <a:gd name="connsiteX6703" fmla="*/ 4085787 w 10450132"/>
              <a:gd name="connsiteY6703" fmla="*/ 2838517 h 5450835"/>
              <a:gd name="connsiteX6704" fmla="*/ 4084998 w 10450132"/>
              <a:gd name="connsiteY6704" fmla="*/ 2838976 h 5450835"/>
              <a:gd name="connsiteX6705" fmla="*/ 4075935 w 10450132"/>
              <a:gd name="connsiteY6705" fmla="*/ 2838976 h 5450835"/>
              <a:gd name="connsiteX6706" fmla="*/ 4075147 w 10450132"/>
              <a:gd name="connsiteY6706" fmla="*/ 2838517 h 5450835"/>
              <a:gd name="connsiteX6707" fmla="*/ 4070614 w 10450132"/>
              <a:gd name="connsiteY6707" fmla="*/ 2830635 h 5450835"/>
              <a:gd name="connsiteX6708" fmla="*/ 4070614 w 10450132"/>
              <a:gd name="connsiteY6708" fmla="*/ 2829781 h 5450835"/>
              <a:gd name="connsiteX6709" fmla="*/ 4075147 w 10450132"/>
              <a:gd name="connsiteY6709" fmla="*/ 2821899 h 5450835"/>
              <a:gd name="connsiteX6710" fmla="*/ 4075935 w 10450132"/>
              <a:gd name="connsiteY6710" fmla="*/ 2821440 h 5450835"/>
              <a:gd name="connsiteX6711" fmla="*/ 3821423 w 10450132"/>
              <a:gd name="connsiteY6711" fmla="*/ 2821440 h 5450835"/>
              <a:gd name="connsiteX6712" fmla="*/ 3830488 w 10450132"/>
              <a:gd name="connsiteY6712" fmla="*/ 2821440 h 5450835"/>
              <a:gd name="connsiteX6713" fmla="*/ 3831274 w 10450132"/>
              <a:gd name="connsiteY6713" fmla="*/ 2821899 h 5450835"/>
              <a:gd name="connsiteX6714" fmla="*/ 3835806 w 10450132"/>
              <a:gd name="connsiteY6714" fmla="*/ 2829781 h 5450835"/>
              <a:gd name="connsiteX6715" fmla="*/ 3835806 w 10450132"/>
              <a:gd name="connsiteY6715" fmla="*/ 2830635 h 5450835"/>
              <a:gd name="connsiteX6716" fmla="*/ 3831274 w 10450132"/>
              <a:gd name="connsiteY6716" fmla="*/ 2838517 h 5450835"/>
              <a:gd name="connsiteX6717" fmla="*/ 3830488 w 10450132"/>
              <a:gd name="connsiteY6717" fmla="*/ 2838976 h 5450835"/>
              <a:gd name="connsiteX6718" fmla="*/ 3821423 w 10450132"/>
              <a:gd name="connsiteY6718" fmla="*/ 2838976 h 5450835"/>
              <a:gd name="connsiteX6719" fmla="*/ 3820635 w 10450132"/>
              <a:gd name="connsiteY6719" fmla="*/ 2838517 h 5450835"/>
              <a:gd name="connsiteX6720" fmla="*/ 3816104 w 10450132"/>
              <a:gd name="connsiteY6720" fmla="*/ 2830635 h 5450835"/>
              <a:gd name="connsiteX6721" fmla="*/ 3816104 w 10450132"/>
              <a:gd name="connsiteY6721" fmla="*/ 2829781 h 5450835"/>
              <a:gd name="connsiteX6722" fmla="*/ 3820635 w 10450132"/>
              <a:gd name="connsiteY6722" fmla="*/ 2821899 h 5450835"/>
              <a:gd name="connsiteX6723" fmla="*/ 3821423 w 10450132"/>
              <a:gd name="connsiteY6723" fmla="*/ 2821440 h 5450835"/>
              <a:gd name="connsiteX6724" fmla="*/ 3567049 w 10450132"/>
              <a:gd name="connsiteY6724" fmla="*/ 2821440 h 5450835"/>
              <a:gd name="connsiteX6725" fmla="*/ 3576114 w 10450132"/>
              <a:gd name="connsiteY6725" fmla="*/ 2821440 h 5450835"/>
              <a:gd name="connsiteX6726" fmla="*/ 3576902 w 10450132"/>
              <a:gd name="connsiteY6726" fmla="*/ 2821899 h 5450835"/>
              <a:gd name="connsiteX6727" fmla="*/ 3581432 w 10450132"/>
              <a:gd name="connsiteY6727" fmla="*/ 2829781 h 5450835"/>
              <a:gd name="connsiteX6728" fmla="*/ 3581432 w 10450132"/>
              <a:gd name="connsiteY6728" fmla="*/ 2830635 h 5450835"/>
              <a:gd name="connsiteX6729" fmla="*/ 3576902 w 10450132"/>
              <a:gd name="connsiteY6729" fmla="*/ 2838517 h 5450835"/>
              <a:gd name="connsiteX6730" fmla="*/ 3576114 w 10450132"/>
              <a:gd name="connsiteY6730" fmla="*/ 2838976 h 5450835"/>
              <a:gd name="connsiteX6731" fmla="*/ 3567049 w 10450132"/>
              <a:gd name="connsiteY6731" fmla="*/ 2838976 h 5450835"/>
              <a:gd name="connsiteX6732" fmla="*/ 3566261 w 10450132"/>
              <a:gd name="connsiteY6732" fmla="*/ 2838517 h 5450835"/>
              <a:gd name="connsiteX6733" fmla="*/ 3561728 w 10450132"/>
              <a:gd name="connsiteY6733" fmla="*/ 2830635 h 5450835"/>
              <a:gd name="connsiteX6734" fmla="*/ 3561728 w 10450132"/>
              <a:gd name="connsiteY6734" fmla="*/ 2829781 h 5450835"/>
              <a:gd name="connsiteX6735" fmla="*/ 3566261 w 10450132"/>
              <a:gd name="connsiteY6735" fmla="*/ 2821899 h 5450835"/>
              <a:gd name="connsiteX6736" fmla="*/ 3567049 w 10450132"/>
              <a:gd name="connsiteY6736" fmla="*/ 2821440 h 5450835"/>
              <a:gd name="connsiteX6737" fmla="*/ 3312652 w 10450132"/>
              <a:gd name="connsiteY6737" fmla="*/ 2821440 h 5450835"/>
              <a:gd name="connsiteX6738" fmla="*/ 3321716 w 10450132"/>
              <a:gd name="connsiteY6738" fmla="*/ 2821440 h 5450835"/>
              <a:gd name="connsiteX6739" fmla="*/ 3322504 w 10450132"/>
              <a:gd name="connsiteY6739" fmla="*/ 2821899 h 5450835"/>
              <a:gd name="connsiteX6740" fmla="*/ 3327035 w 10450132"/>
              <a:gd name="connsiteY6740" fmla="*/ 2829781 h 5450835"/>
              <a:gd name="connsiteX6741" fmla="*/ 3327035 w 10450132"/>
              <a:gd name="connsiteY6741" fmla="*/ 2830635 h 5450835"/>
              <a:gd name="connsiteX6742" fmla="*/ 3322504 w 10450132"/>
              <a:gd name="connsiteY6742" fmla="*/ 2838517 h 5450835"/>
              <a:gd name="connsiteX6743" fmla="*/ 3321716 w 10450132"/>
              <a:gd name="connsiteY6743" fmla="*/ 2838976 h 5450835"/>
              <a:gd name="connsiteX6744" fmla="*/ 3312652 w 10450132"/>
              <a:gd name="connsiteY6744" fmla="*/ 2838976 h 5450835"/>
              <a:gd name="connsiteX6745" fmla="*/ 3311864 w 10450132"/>
              <a:gd name="connsiteY6745" fmla="*/ 2838517 h 5450835"/>
              <a:gd name="connsiteX6746" fmla="*/ 3307331 w 10450132"/>
              <a:gd name="connsiteY6746" fmla="*/ 2830635 h 5450835"/>
              <a:gd name="connsiteX6747" fmla="*/ 3307331 w 10450132"/>
              <a:gd name="connsiteY6747" fmla="*/ 2829781 h 5450835"/>
              <a:gd name="connsiteX6748" fmla="*/ 3311864 w 10450132"/>
              <a:gd name="connsiteY6748" fmla="*/ 2821899 h 5450835"/>
              <a:gd name="connsiteX6749" fmla="*/ 3312652 w 10450132"/>
              <a:gd name="connsiteY6749" fmla="*/ 2821440 h 5450835"/>
              <a:gd name="connsiteX6750" fmla="*/ 3058343 w 10450132"/>
              <a:gd name="connsiteY6750" fmla="*/ 2821440 h 5450835"/>
              <a:gd name="connsiteX6751" fmla="*/ 3067409 w 10450132"/>
              <a:gd name="connsiteY6751" fmla="*/ 2821440 h 5450835"/>
              <a:gd name="connsiteX6752" fmla="*/ 3068197 w 10450132"/>
              <a:gd name="connsiteY6752" fmla="*/ 2821899 h 5450835"/>
              <a:gd name="connsiteX6753" fmla="*/ 3072729 w 10450132"/>
              <a:gd name="connsiteY6753" fmla="*/ 2829781 h 5450835"/>
              <a:gd name="connsiteX6754" fmla="*/ 3072729 w 10450132"/>
              <a:gd name="connsiteY6754" fmla="*/ 2830635 h 5450835"/>
              <a:gd name="connsiteX6755" fmla="*/ 3068197 w 10450132"/>
              <a:gd name="connsiteY6755" fmla="*/ 2838517 h 5450835"/>
              <a:gd name="connsiteX6756" fmla="*/ 3067409 w 10450132"/>
              <a:gd name="connsiteY6756" fmla="*/ 2838976 h 5450835"/>
              <a:gd name="connsiteX6757" fmla="*/ 3058343 w 10450132"/>
              <a:gd name="connsiteY6757" fmla="*/ 2838976 h 5450835"/>
              <a:gd name="connsiteX6758" fmla="*/ 3057556 w 10450132"/>
              <a:gd name="connsiteY6758" fmla="*/ 2838517 h 5450835"/>
              <a:gd name="connsiteX6759" fmla="*/ 3053025 w 10450132"/>
              <a:gd name="connsiteY6759" fmla="*/ 2830635 h 5450835"/>
              <a:gd name="connsiteX6760" fmla="*/ 3053025 w 10450132"/>
              <a:gd name="connsiteY6760" fmla="*/ 2829781 h 5450835"/>
              <a:gd name="connsiteX6761" fmla="*/ 3057556 w 10450132"/>
              <a:gd name="connsiteY6761" fmla="*/ 2821899 h 5450835"/>
              <a:gd name="connsiteX6762" fmla="*/ 3058343 w 10450132"/>
              <a:gd name="connsiteY6762" fmla="*/ 2821440 h 5450835"/>
              <a:gd name="connsiteX6763" fmla="*/ 2803756 w 10450132"/>
              <a:gd name="connsiteY6763" fmla="*/ 2821440 h 5450835"/>
              <a:gd name="connsiteX6764" fmla="*/ 2812820 w 10450132"/>
              <a:gd name="connsiteY6764" fmla="*/ 2821440 h 5450835"/>
              <a:gd name="connsiteX6765" fmla="*/ 2813608 w 10450132"/>
              <a:gd name="connsiteY6765" fmla="*/ 2821899 h 5450835"/>
              <a:gd name="connsiteX6766" fmla="*/ 2818139 w 10450132"/>
              <a:gd name="connsiteY6766" fmla="*/ 2829781 h 5450835"/>
              <a:gd name="connsiteX6767" fmla="*/ 2818139 w 10450132"/>
              <a:gd name="connsiteY6767" fmla="*/ 2830635 h 5450835"/>
              <a:gd name="connsiteX6768" fmla="*/ 2813608 w 10450132"/>
              <a:gd name="connsiteY6768" fmla="*/ 2838517 h 5450835"/>
              <a:gd name="connsiteX6769" fmla="*/ 2812820 w 10450132"/>
              <a:gd name="connsiteY6769" fmla="*/ 2838976 h 5450835"/>
              <a:gd name="connsiteX6770" fmla="*/ 2803756 w 10450132"/>
              <a:gd name="connsiteY6770" fmla="*/ 2838976 h 5450835"/>
              <a:gd name="connsiteX6771" fmla="*/ 2802967 w 10450132"/>
              <a:gd name="connsiteY6771" fmla="*/ 2838517 h 5450835"/>
              <a:gd name="connsiteX6772" fmla="*/ 2798435 w 10450132"/>
              <a:gd name="connsiteY6772" fmla="*/ 2830635 h 5450835"/>
              <a:gd name="connsiteX6773" fmla="*/ 2798435 w 10450132"/>
              <a:gd name="connsiteY6773" fmla="*/ 2829781 h 5450835"/>
              <a:gd name="connsiteX6774" fmla="*/ 2802967 w 10450132"/>
              <a:gd name="connsiteY6774" fmla="*/ 2821899 h 5450835"/>
              <a:gd name="connsiteX6775" fmla="*/ 2803756 w 10450132"/>
              <a:gd name="connsiteY6775" fmla="*/ 2821440 h 5450835"/>
              <a:gd name="connsiteX6776" fmla="*/ 2549476 w 10450132"/>
              <a:gd name="connsiteY6776" fmla="*/ 2821440 h 5450835"/>
              <a:gd name="connsiteX6777" fmla="*/ 2558541 w 10450132"/>
              <a:gd name="connsiteY6777" fmla="*/ 2821440 h 5450835"/>
              <a:gd name="connsiteX6778" fmla="*/ 2559330 w 10450132"/>
              <a:gd name="connsiteY6778" fmla="*/ 2821899 h 5450835"/>
              <a:gd name="connsiteX6779" fmla="*/ 2563862 w 10450132"/>
              <a:gd name="connsiteY6779" fmla="*/ 2829781 h 5450835"/>
              <a:gd name="connsiteX6780" fmla="*/ 2563862 w 10450132"/>
              <a:gd name="connsiteY6780" fmla="*/ 2830635 h 5450835"/>
              <a:gd name="connsiteX6781" fmla="*/ 2559330 w 10450132"/>
              <a:gd name="connsiteY6781" fmla="*/ 2838517 h 5450835"/>
              <a:gd name="connsiteX6782" fmla="*/ 2558541 w 10450132"/>
              <a:gd name="connsiteY6782" fmla="*/ 2838976 h 5450835"/>
              <a:gd name="connsiteX6783" fmla="*/ 2549476 w 10450132"/>
              <a:gd name="connsiteY6783" fmla="*/ 2838976 h 5450835"/>
              <a:gd name="connsiteX6784" fmla="*/ 2548688 w 10450132"/>
              <a:gd name="connsiteY6784" fmla="*/ 2838517 h 5450835"/>
              <a:gd name="connsiteX6785" fmla="*/ 2544156 w 10450132"/>
              <a:gd name="connsiteY6785" fmla="*/ 2830635 h 5450835"/>
              <a:gd name="connsiteX6786" fmla="*/ 2544156 w 10450132"/>
              <a:gd name="connsiteY6786" fmla="*/ 2829781 h 5450835"/>
              <a:gd name="connsiteX6787" fmla="*/ 2548688 w 10450132"/>
              <a:gd name="connsiteY6787" fmla="*/ 2821899 h 5450835"/>
              <a:gd name="connsiteX6788" fmla="*/ 2549476 w 10450132"/>
              <a:gd name="connsiteY6788" fmla="*/ 2821440 h 5450835"/>
              <a:gd name="connsiteX6789" fmla="*/ 2295027 w 10450132"/>
              <a:gd name="connsiteY6789" fmla="*/ 2821440 h 5450835"/>
              <a:gd name="connsiteX6790" fmla="*/ 2304092 w 10450132"/>
              <a:gd name="connsiteY6790" fmla="*/ 2821440 h 5450835"/>
              <a:gd name="connsiteX6791" fmla="*/ 2304881 w 10450132"/>
              <a:gd name="connsiteY6791" fmla="*/ 2821899 h 5450835"/>
              <a:gd name="connsiteX6792" fmla="*/ 2309412 w 10450132"/>
              <a:gd name="connsiteY6792" fmla="*/ 2829781 h 5450835"/>
              <a:gd name="connsiteX6793" fmla="*/ 2309412 w 10450132"/>
              <a:gd name="connsiteY6793" fmla="*/ 2830635 h 5450835"/>
              <a:gd name="connsiteX6794" fmla="*/ 2304881 w 10450132"/>
              <a:gd name="connsiteY6794" fmla="*/ 2838517 h 5450835"/>
              <a:gd name="connsiteX6795" fmla="*/ 2304092 w 10450132"/>
              <a:gd name="connsiteY6795" fmla="*/ 2838976 h 5450835"/>
              <a:gd name="connsiteX6796" fmla="*/ 2295027 w 10450132"/>
              <a:gd name="connsiteY6796" fmla="*/ 2838976 h 5450835"/>
              <a:gd name="connsiteX6797" fmla="*/ 2294239 w 10450132"/>
              <a:gd name="connsiteY6797" fmla="*/ 2838517 h 5450835"/>
              <a:gd name="connsiteX6798" fmla="*/ 2289707 w 10450132"/>
              <a:gd name="connsiteY6798" fmla="*/ 2830635 h 5450835"/>
              <a:gd name="connsiteX6799" fmla="*/ 2289707 w 10450132"/>
              <a:gd name="connsiteY6799" fmla="*/ 2829781 h 5450835"/>
              <a:gd name="connsiteX6800" fmla="*/ 2294239 w 10450132"/>
              <a:gd name="connsiteY6800" fmla="*/ 2821899 h 5450835"/>
              <a:gd name="connsiteX6801" fmla="*/ 2295027 w 10450132"/>
              <a:gd name="connsiteY6801" fmla="*/ 2821440 h 5450835"/>
              <a:gd name="connsiteX6802" fmla="*/ 2040609 w 10450132"/>
              <a:gd name="connsiteY6802" fmla="*/ 2821440 h 5450835"/>
              <a:gd name="connsiteX6803" fmla="*/ 2049673 w 10450132"/>
              <a:gd name="connsiteY6803" fmla="*/ 2821440 h 5450835"/>
              <a:gd name="connsiteX6804" fmla="*/ 2050461 w 10450132"/>
              <a:gd name="connsiteY6804" fmla="*/ 2821899 h 5450835"/>
              <a:gd name="connsiteX6805" fmla="*/ 2054993 w 10450132"/>
              <a:gd name="connsiteY6805" fmla="*/ 2829781 h 5450835"/>
              <a:gd name="connsiteX6806" fmla="*/ 2054993 w 10450132"/>
              <a:gd name="connsiteY6806" fmla="*/ 2830635 h 5450835"/>
              <a:gd name="connsiteX6807" fmla="*/ 2050461 w 10450132"/>
              <a:gd name="connsiteY6807" fmla="*/ 2838517 h 5450835"/>
              <a:gd name="connsiteX6808" fmla="*/ 2049673 w 10450132"/>
              <a:gd name="connsiteY6808" fmla="*/ 2838976 h 5450835"/>
              <a:gd name="connsiteX6809" fmla="*/ 2040609 w 10450132"/>
              <a:gd name="connsiteY6809" fmla="*/ 2838976 h 5450835"/>
              <a:gd name="connsiteX6810" fmla="*/ 2039821 w 10450132"/>
              <a:gd name="connsiteY6810" fmla="*/ 2838517 h 5450835"/>
              <a:gd name="connsiteX6811" fmla="*/ 2035288 w 10450132"/>
              <a:gd name="connsiteY6811" fmla="*/ 2830635 h 5450835"/>
              <a:gd name="connsiteX6812" fmla="*/ 2035288 w 10450132"/>
              <a:gd name="connsiteY6812" fmla="*/ 2829781 h 5450835"/>
              <a:gd name="connsiteX6813" fmla="*/ 2039821 w 10450132"/>
              <a:gd name="connsiteY6813" fmla="*/ 2821899 h 5450835"/>
              <a:gd name="connsiteX6814" fmla="*/ 2040609 w 10450132"/>
              <a:gd name="connsiteY6814" fmla="*/ 2821440 h 5450835"/>
              <a:gd name="connsiteX6815" fmla="*/ 1786361 w 10450132"/>
              <a:gd name="connsiteY6815" fmla="*/ 2821440 h 5450835"/>
              <a:gd name="connsiteX6816" fmla="*/ 1795426 w 10450132"/>
              <a:gd name="connsiteY6816" fmla="*/ 2821440 h 5450835"/>
              <a:gd name="connsiteX6817" fmla="*/ 1796214 w 10450132"/>
              <a:gd name="connsiteY6817" fmla="*/ 2821899 h 5450835"/>
              <a:gd name="connsiteX6818" fmla="*/ 1800745 w 10450132"/>
              <a:gd name="connsiteY6818" fmla="*/ 2829781 h 5450835"/>
              <a:gd name="connsiteX6819" fmla="*/ 1800745 w 10450132"/>
              <a:gd name="connsiteY6819" fmla="*/ 2830635 h 5450835"/>
              <a:gd name="connsiteX6820" fmla="*/ 1796214 w 10450132"/>
              <a:gd name="connsiteY6820" fmla="*/ 2838517 h 5450835"/>
              <a:gd name="connsiteX6821" fmla="*/ 1795426 w 10450132"/>
              <a:gd name="connsiteY6821" fmla="*/ 2838976 h 5450835"/>
              <a:gd name="connsiteX6822" fmla="*/ 1786361 w 10450132"/>
              <a:gd name="connsiteY6822" fmla="*/ 2838976 h 5450835"/>
              <a:gd name="connsiteX6823" fmla="*/ 1785574 w 10450132"/>
              <a:gd name="connsiteY6823" fmla="*/ 2838517 h 5450835"/>
              <a:gd name="connsiteX6824" fmla="*/ 1781042 w 10450132"/>
              <a:gd name="connsiteY6824" fmla="*/ 2830635 h 5450835"/>
              <a:gd name="connsiteX6825" fmla="*/ 1781042 w 10450132"/>
              <a:gd name="connsiteY6825" fmla="*/ 2829781 h 5450835"/>
              <a:gd name="connsiteX6826" fmla="*/ 1785574 w 10450132"/>
              <a:gd name="connsiteY6826" fmla="*/ 2821899 h 5450835"/>
              <a:gd name="connsiteX6827" fmla="*/ 1786361 w 10450132"/>
              <a:gd name="connsiteY6827" fmla="*/ 2821440 h 5450835"/>
              <a:gd name="connsiteX6828" fmla="*/ 1531882 w 10450132"/>
              <a:gd name="connsiteY6828" fmla="*/ 2821440 h 5450835"/>
              <a:gd name="connsiteX6829" fmla="*/ 1540946 w 10450132"/>
              <a:gd name="connsiteY6829" fmla="*/ 2821440 h 5450835"/>
              <a:gd name="connsiteX6830" fmla="*/ 1541735 w 10450132"/>
              <a:gd name="connsiteY6830" fmla="*/ 2821899 h 5450835"/>
              <a:gd name="connsiteX6831" fmla="*/ 1546267 w 10450132"/>
              <a:gd name="connsiteY6831" fmla="*/ 2829781 h 5450835"/>
              <a:gd name="connsiteX6832" fmla="*/ 1546267 w 10450132"/>
              <a:gd name="connsiteY6832" fmla="*/ 2830635 h 5450835"/>
              <a:gd name="connsiteX6833" fmla="*/ 1541735 w 10450132"/>
              <a:gd name="connsiteY6833" fmla="*/ 2838517 h 5450835"/>
              <a:gd name="connsiteX6834" fmla="*/ 1540946 w 10450132"/>
              <a:gd name="connsiteY6834" fmla="*/ 2838976 h 5450835"/>
              <a:gd name="connsiteX6835" fmla="*/ 1531882 w 10450132"/>
              <a:gd name="connsiteY6835" fmla="*/ 2838976 h 5450835"/>
              <a:gd name="connsiteX6836" fmla="*/ 1531093 w 10450132"/>
              <a:gd name="connsiteY6836" fmla="*/ 2838517 h 5450835"/>
              <a:gd name="connsiteX6837" fmla="*/ 1526561 w 10450132"/>
              <a:gd name="connsiteY6837" fmla="*/ 2830635 h 5450835"/>
              <a:gd name="connsiteX6838" fmla="*/ 1526561 w 10450132"/>
              <a:gd name="connsiteY6838" fmla="*/ 2829781 h 5450835"/>
              <a:gd name="connsiteX6839" fmla="*/ 1531093 w 10450132"/>
              <a:gd name="connsiteY6839" fmla="*/ 2821899 h 5450835"/>
              <a:gd name="connsiteX6840" fmla="*/ 1531882 w 10450132"/>
              <a:gd name="connsiteY6840" fmla="*/ 2821440 h 5450835"/>
              <a:gd name="connsiteX6841" fmla="*/ 1277510 w 10450132"/>
              <a:gd name="connsiteY6841" fmla="*/ 2821440 h 5450835"/>
              <a:gd name="connsiteX6842" fmla="*/ 1286575 w 10450132"/>
              <a:gd name="connsiteY6842" fmla="*/ 2821440 h 5450835"/>
              <a:gd name="connsiteX6843" fmla="*/ 1287363 w 10450132"/>
              <a:gd name="connsiteY6843" fmla="*/ 2821899 h 5450835"/>
              <a:gd name="connsiteX6844" fmla="*/ 1291896 w 10450132"/>
              <a:gd name="connsiteY6844" fmla="*/ 2829781 h 5450835"/>
              <a:gd name="connsiteX6845" fmla="*/ 1291896 w 10450132"/>
              <a:gd name="connsiteY6845" fmla="*/ 2830635 h 5450835"/>
              <a:gd name="connsiteX6846" fmla="*/ 1287363 w 10450132"/>
              <a:gd name="connsiteY6846" fmla="*/ 2838517 h 5450835"/>
              <a:gd name="connsiteX6847" fmla="*/ 1286575 w 10450132"/>
              <a:gd name="connsiteY6847" fmla="*/ 2838976 h 5450835"/>
              <a:gd name="connsiteX6848" fmla="*/ 1277510 w 10450132"/>
              <a:gd name="connsiteY6848" fmla="*/ 2838976 h 5450835"/>
              <a:gd name="connsiteX6849" fmla="*/ 1276722 w 10450132"/>
              <a:gd name="connsiteY6849" fmla="*/ 2838517 h 5450835"/>
              <a:gd name="connsiteX6850" fmla="*/ 1272191 w 10450132"/>
              <a:gd name="connsiteY6850" fmla="*/ 2830635 h 5450835"/>
              <a:gd name="connsiteX6851" fmla="*/ 1272191 w 10450132"/>
              <a:gd name="connsiteY6851" fmla="*/ 2829781 h 5450835"/>
              <a:gd name="connsiteX6852" fmla="*/ 1276722 w 10450132"/>
              <a:gd name="connsiteY6852" fmla="*/ 2821899 h 5450835"/>
              <a:gd name="connsiteX6853" fmla="*/ 1277510 w 10450132"/>
              <a:gd name="connsiteY6853" fmla="*/ 2821440 h 5450835"/>
              <a:gd name="connsiteX6854" fmla="*/ 1023071 w 10450132"/>
              <a:gd name="connsiteY6854" fmla="*/ 2821440 h 5450835"/>
              <a:gd name="connsiteX6855" fmla="*/ 1032136 w 10450132"/>
              <a:gd name="connsiteY6855" fmla="*/ 2821440 h 5450835"/>
              <a:gd name="connsiteX6856" fmla="*/ 1032923 w 10450132"/>
              <a:gd name="connsiteY6856" fmla="*/ 2821899 h 5450835"/>
              <a:gd name="connsiteX6857" fmla="*/ 1037456 w 10450132"/>
              <a:gd name="connsiteY6857" fmla="*/ 2829781 h 5450835"/>
              <a:gd name="connsiteX6858" fmla="*/ 1037456 w 10450132"/>
              <a:gd name="connsiteY6858" fmla="*/ 2830635 h 5450835"/>
              <a:gd name="connsiteX6859" fmla="*/ 1032923 w 10450132"/>
              <a:gd name="connsiteY6859" fmla="*/ 2838517 h 5450835"/>
              <a:gd name="connsiteX6860" fmla="*/ 1032136 w 10450132"/>
              <a:gd name="connsiteY6860" fmla="*/ 2838976 h 5450835"/>
              <a:gd name="connsiteX6861" fmla="*/ 1023071 w 10450132"/>
              <a:gd name="connsiteY6861" fmla="*/ 2838976 h 5450835"/>
              <a:gd name="connsiteX6862" fmla="*/ 1022283 w 10450132"/>
              <a:gd name="connsiteY6862" fmla="*/ 2838517 h 5450835"/>
              <a:gd name="connsiteX6863" fmla="*/ 1017750 w 10450132"/>
              <a:gd name="connsiteY6863" fmla="*/ 2830635 h 5450835"/>
              <a:gd name="connsiteX6864" fmla="*/ 1017750 w 10450132"/>
              <a:gd name="connsiteY6864" fmla="*/ 2829781 h 5450835"/>
              <a:gd name="connsiteX6865" fmla="*/ 1022283 w 10450132"/>
              <a:gd name="connsiteY6865" fmla="*/ 2821899 h 5450835"/>
              <a:gd name="connsiteX6866" fmla="*/ 1023071 w 10450132"/>
              <a:gd name="connsiteY6866" fmla="*/ 2821440 h 5450835"/>
              <a:gd name="connsiteX6867" fmla="*/ 768576 w 10450132"/>
              <a:gd name="connsiteY6867" fmla="*/ 2821440 h 5450835"/>
              <a:gd name="connsiteX6868" fmla="*/ 777640 w 10450132"/>
              <a:gd name="connsiteY6868" fmla="*/ 2821440 h 5450835"/>
              <a:gd name="connsiteX6869" fmla="*/ 778427 w 10450132"/>
              <a:gd name="connsiteY6869" fmla="*/ 2821899 h 5450835"/>
              <a:gd name="connsiteX6870" fmla="*/ 782959 w 10450132"/>
              <a:gd name="connsiteY6870" fmla="*/ 2829781 h 5450835"/>
              <a:gd name="connsiteX6871" fmla="*/ 782959 w 10450132"/>
              <a:gd name="connsiteY6871" fmla="*/ 2830635 h 5450835"/>
              <a:gd name="connsiteX6872" fmla="*/ 778427 w 10450132"/>
              <a:gd name="connsiteY6872" fmla="*/ 2838517 h 5450835"/>
              <a:gd name="connsiteX6873" fmla="*/ 777640 w 10450132"/>
              <a:gd name="connsiteY6873" fmla="*/ 2838976 h 5450835"/>
              <a:gd name="connsiteX6874" fmla="*/ 768576 w 10450132"/>
              <a:gd name="connsiteY6874" fmla="*/ 2838976 h 5450835"/>
              <a:gd name="connsiteX6875" fmla="*/ 767788 w 10450132"/>
              <a:gd name="connsiteY6875" fmla="*/ 2838517 h 5450835"/>
              <a:gd name="connsiteX6876" fmla="*/ 763255 w 10450132"/>
              <a:gd name="connsiteY6876" fmla="*/ 2830635 h 5450835"/>
              <a:gd name="connsiteX6877" fmla="*/ 763255 w 10450132"/>
              <a:gd name="connsiteY6877" fmla="*/ 2829781 h 5450835"/>
              <a:gd name="connsiteX6878" fmla="*/ 767788 w 10450132"/>
              <a:gd name="connsiteY6878" fmla="*/ 2821899 h 5450835"/>
              <a:gd name="connsiteX6879" fmla="*/ 768576 w 10450132"/>
              <a:gd name="connsiteY6879" fmla="*/ 2821440 h 5450835"/>
              <a:gd name="connsiteX6880" fmla="*/ 514312 w 10450132"/>
              <a:gd name="connsiteY6880" fmla="*/ 2821440 h 5450835"/>
              <a:gd name="connsiteX6881" fmla="*/ 523376 w 10450132"/>
              <a:gd name="connsiteY6881" fmla="*/ 2821440 h 5450835"/>
              <a:gd name="connsiteX6882" fmla="*/ 524164 w 10450132"/>
              <a:gd name="connsiteY6882" fmla="*/ 2821899 h 5450835"/>
              <a:gd name="connsiteX6883" fmla="*/ 528696 w 10450132"/>
              <a:gd name="connsiteY6883" fmla="*/ 2829781 h 5450835"/>
              <a:gd name="connsiteX6884" fmla="*/ 528696 w 10450132"/>
              <a:gd name="connsiteY6884" fmla="*/ 2830635 h 5450835"/>
              <a:gd name="connsiteX6885" fmla="*/ 524164 w 10450132"/>
              <a:gd name="connsiteY6885" fmla="*/ 2838517 h 5450835"/>
              <a:gd name="connsiteX6886" fmla="*/ 523376 w 10450132"/>
              <a:gd name="connsiteY6886" fmla="*/ 2838976 h 5450835"/>
              <a:gd name="connsiteX6887" fmla="*/ 514312 w 10450132"/>
              <a:gd name="connsiteY6887" fmla="*/ 2838976 h 5450835"/>
              <a:gd name="connsiteX6888" fmla="*/ 513524 w 10450132"/>
              <a:gd name="connsiteY6888" fmla="*/ 2838517 h 5450835"/>
              <a:gd name="connsiteX6889" fmla="*/ 508991 w 10450132"/>
              <a:gd name="connsiteY6889" fmla="*/ 2830635 h 5450835"/>
              <a:gd name="connsiteX6890" fmla="*/ 508991 w 10450132"/>
              <a:gd name="connsiteY6890" fmla="*/ 2829781 h 5450835"/>
              <a:gd name="connsiteX6891" fmla="*/ 513524 w 10450132"/>
              <a:gd name="connsiteY6891" fmla="*/ 2821899 h 5450835"/>
              <a:gd name="connsiteX6892" fmla="*/ 514312 w 10450132"/>
              <a:gd name="connsiteY6892" fmla="*/ 2821440 h 5450835"/>
              <a:gd name="connsiteX6893" fmla="*/ 259839 w 10450132"/>
              <a:gd name="connsiteY6893" fmla="*/ 2821440 h 5450835"/>
              <a:gd name="connsiteX6894" fmla="*/ 268902 w 10450132"/>
              <a:gd name="connsiteY6894" fmla="*/ 2821440 h 5450835"/>
              <a:gd name="connsiteX6895" fmla="*/ 269690 w 10450132"/>
              <a:gd name="connsiteY6895" fmla="*/ 2821899 h 5450835"/>
              <a:gd name="connsiteX6896" fmla="*/ 274222 w 10450132"/>
              <a:gd name="connsiteY6896" fmla="*/ 2829781 h 5450835"/>
              <a:gd name="connsiteX6897" fmla="*/ 274222 w 10450132"/>
              <a:gd name="connsiteY6897" fmla="*/ 2830635 h 5450835"/>
              <a:gd name="connsiteX6898" fmla="*/ 269690 w 10450132"/>
              <a:gd name="connsiteY6898" fmla="*/ 2838517 h 5450835"/>
              <a:gd name="connsiteX6899" fmla="*/ 268902 w 10450132"/>
              <a:gd name="connsiteY6899" fmla="*/ 2838976 h 5450835"/>
              <a:gd name="connsiteX6900" fmla="*/ 259839 w 10450132"/>
              <a:gd name="connsiteY6900" fmla="*/ 2838976 h 5450835"/>
              <a:gd name="connsiteX6901" fmla="*/ 259049 w 10450132"/>
              <a:gd name="connsiteY6901" fmla="*/ 2838517 h 5450835"/>
              <a:gd name="connsiteX6902" fmla="*/ 254518 w 10450132"/>
              <a:gd name="connsiteY6902" fmla="*/ 2830635 h 5450835"/>
              <a:gd name="connsiteX6903" fmla="*/ 254518 w 10450132"/>
              <a:gd name="connsiteY6903" fmla="*/ 2829781 h 5450835"/>
              <a:gd name="connsiteX6904" fmla="*/ 259049 w 10450132"/>
              <a:gd name="connsiteY6904" fmla="*/ 2821899 h 5450835"/>
              <a:gd name="connsiteX6905" fmla="*/ 259839 w 10450132"/>
              <a:gd name="connsiteY6905" fmla="*/ 2821440 h 5450835"/>
              <a:gd name="connsiteX6906" fmla="*/ 5575 w 10450132"/>
              <a:gd name="connsiteY6906" fmla="*/ 2821440 h 5450835"/>
              <a:gd name="connsiteX6907" fmla="*/ 14639 w 10450132"/>
              <a:gd name="connsiteY6907" fmla="*/ 2821440 h 5450835"/>
              <a:gd name="connsiteX6908" fmla="*/ 15427 w 10450132"/>
              <a:gd name="connsiteY6908" fmla="*/ 2821899 h 5450835"/>
              <a:gd name="connsiteX6909" fmla="*/ 19959 w 10450132"/>
              <a:gd name="connsiteY6909" fmla="*/ 2829781 h 5450835"/>
              <a:gd name="connsiteX6910" fmla="*/ 19959 w 10450132"/>
              <a:gd name="connsiteY6910" fmla="*/ 2830635 h 5450835"/>
              <a:gd name="connsiteX6911" fmla="*/ 15427 w 10450132"/>
              <a:gd name="connsiteY6911" fmla="*/ 2838517 h 5450835"/>
              <a:gd name="connsiteX6912" fmla="*/ 14639 w 10450132"/>
              <a:gd name="connsiteY6912" fmla="*/ 2838976 h 5450835"/>
              <a:gd name="connsiteX6913" fmla="*/ 5575 w 10450132"/>
              <a:gd name="connsiteY6913" fmla="*/ 2838976 h 5450835"/>
              <a:gd name="connsiteX6914" fmla="*/ 4786 w 10450132"/>
              <a:gd name="connsiteY6914" fmla="*/ 2838517 h 5450835"/>
              <a:gd name="connsiteX6915" fmla="*/ 254 w 10450132"/>
              <a:gd name="connsiteY6915" fmla="*/ 2830635 h 5450835"/>
              <a:gd name="connsiteX6916" fmla="*/ 254 w 10450132"/>
              <a:gd name="connsiteY6916" fmla="*/ 2829781 h 5450835"/>
              <a:gd name="connsiteX6917" fmla="*/ 4786 w 10450132"/>
              <a:gd name="connsiteY6917" fmla="*/ 2821899 h 5450835"/>
              <a:gd name="connsiteX6918" fmla="*/ 5575 w 10450132"/>
              <a:gd name="connsiteY6918" fmla="*/ 2821440 h 5450835"/>
              <a:gd name="connsiteX6919" fmla="*/ 10435622 w 10450132"/>
              <a:gd name="connsiteY6919" fmla="*/ 2604431 h 5450835"/>
              <a:gd name="connsiteX6920" fmla="*/ 10444686 w 10450132"/>
              <a:gd name="connsiteY6920" fmla="*/ 2604431 h 5450835"/>
              <a:gd name="connsiteX6921" fmla="*/ 10445474 w 10450132"/>
              <a:gd name="connsiteY6921" fmla="*/ 2604891 h 5450835"/>
              <a:gd name="connsiteX6922" fmla="*/ 10450007 w 10450132"/>
              <a:gd name="connsiteY6922" fmla="*/ 2612772 h 5450835"/>
              <a:gd name="connsiteX6923" fmla="*/ 10450007 w 10450132"/>
              <a:gd name="connsiteY6923" fmla="*/ 2613626 h 5450835"/>
              <a:gd name="connsiteX6924" fmla="*/ 10445474 w 10450132"/>
              <a:gd name="connsiteY6924" fmla="*/ 2621508 h 5450835"/>
              <a:gd name="connsiteX6925" fmla="*/ 10444686 w 10450132"/>
              <a:gd name="connsiteY6925" fmla="*/ 2621968 h 5450835"/>
              <a:gd name="connsiteX6926" fmla="*/ 10435622 w 10450132"/>
              <a:gd name="connsiteY6926" fmla="*/ 2621968 h 5450835"/>
              <a:gd name="connsiteX6927" fmla="*/ 10434834 w 10450132"/>
              <a:gd name="connsiteY6927" fmla="*/ 2621508 h 5450835"/>
              <a:gd name="connsiteX6928" fmla="*/ 10430302 w 10450132"/>
              <a:gd name="connsiteY6928" fmla="*/ 2613626 h 5450835"/>
              <a:gd name="connsiteX6929" fmla="*/ 10430302 w 10450132"/>
              <a:gd name="connsiteY6929" fmla="*/ 2612772 h 5450835"/>
              <a:gd name="connsiteX6930" fmla="*/ 10434834 w 10450132"/>
              <a:gd name="connsiteY6930" fmla="*/ 2604891 h 5450835"/>
              <a:gd name="connsiteX6931" fmla="*/ 10435622 w 10450132"/>
              <a:gd name="connsiteY6931" fmla="*/ 2604431 h 5450835"/>
              <a:gd name="connsiteX6932" fmla="*/ 10181242 w 10450132"/>
              <a:gd name="connsiteY6932" fmla="*/ 2604431 h 5450835"/>
              <a:gd name="connsiteX6933" fmla="*/ 10190305 w 10450132"/>
              <a:gd name="connsiteY6933" fmla="*/ 2604431 h 5450835"/>
              <a:gd name="connsiteX6934" fmla="*/ 10191093 w 10450132"/>
              <a:gd name="connsiteY6934" fmla="*/ 2604891 h 5450835"/>
              <a:gd name="connsiteX6935" fmla="*/ 10195626 w 10450132"/>
              <a:gd name="connsiteY6935" fmla="*/ 2612772 h 5450835"/>
              <a:gd name="connsiteX6936" fmla="*/ 10195626 w 10450132"/>
              <a:gd name="connsiteY6936" fmla="*/ 2613626 h 5450835"/>
              <a:gd name="connsiteX6937" fmla="*/ 10191093 w 10450132"/>
              <a:gd name="connsiteY6937" fmla="*/ 2621508 h 5450835"/>
              <a:gd name="connsiteX6938" fmla="*/ 10190305 w 10450132"/>
              <a:gd name="connsiteY6938" fmla="*/ 2621968 h 5450835"/>
              <a:gd name="connsiteX6939" fmla="*/ 10181242 w 10450132"/>
              <a:gd name="connsiteY6939" fmla="*/ 2621968 h 5450835"/>
              <a:gd name="connsiteX6940" fmla="*/ 10180453 w 10450132"/>
              <a:gd name="connsiteY6940" fmla="*/ 2621508 h 5450835"/>
              <a:gd name="connsiteX6941" fmla="*/ 10175922 w 10450132"/>
              <a:gd name="connsiteY6941" fmla="*/ 2613626 h 5450835"/>
              <a:gd name="connsiteX6942" fmla="*/ 10175922 w 10450132"/>
              <a:gd name="connsiteY6942" fmla="*/ 2612772 h 5450835"/>
              <a:gd name="connsiteX6943" fmla="*/ 10180453 w 10450132"/>
              <a:gd name="connsiteY6943" fmla="*/ 2604891 h 5450835"/>
              <a:gd name="connsiteX6944" fmla="*/ 10181242 w 10450132"/>
              <a:gd name="connsiteY6944" fmla="*/ 2604431 h 5450835"/>
              <a:gd name="connsiteX6945" fmla="*/ 9926861 w 10450132"/>
              <a:gd name="connsiteY6945" fmla="*/ 2604431 h 5450835"/>
              <a:gd name="connsiteX6946" fmla="*/ 9935924 w 10450132"/>
              <a:gd name="connsiteY6946" fmla="*/ 2604431 h 5450835"/>
              <a:gd name="connsiteX6947" fmla="*/ 9936713 w 10450132"/>
              <a:gd name="connsiteY6947" fmla="*/ 2604891 h 5450835"/>
              <a:gd name="connsiteX6948" fmla="*/ 9941246 w 10450132"/>
              <a:gd name="connsiteY6948" fmla="*/ 2612772 h 5450835"/>
              <a:gd name="connsiteX6949" fmla="*/ 9941246 w 10450132"/>
              <a:gd name="connsiteY6949" fmla="*/ 2613626 h 5450835"/>
              <a:gd name="connsiteX6950" fmla="*/ 9936713 w 10450132"/>
              <a:gd name="connsiteY6950" fmla="*/ 2621508 h 5450835"/>
              <a:gd name="connsiteX6951" fmla="*/ 9935924 w 10450132"/>
              <a:gd name="connsiteY6951" fmla="*/ 2621968 h 5450835"/>
              <a:gd name="connsiteX6952" fmla="*/ 9926861 w 10450132"/>
              <a:gd name="connsiteY6952" fmla="*/ 2621968 h 5450835"/>
              <a:gd name="connsiteX6953" fmla="*/ 9926073 w 10450132"/>
              <a:gd name="connsiteY6953" fmla="*/ 2621508 h 5450835"/>
              <a:gd name="connsiteX6954" fmla="*/ 9921541 w 10450132"/>
              <a:gd name="connsiteY6954" fmla="*/ 2613626 h 5450835"/>
              <a:gd name="connsiteX6955" fmla="*/ 9921541 w 10450132"/>
              <a:gd name="connsiteY6955" fmla="*/ 2612772 h 5450835"/>
              <a:gd name="connsiteX6956" fmla="*/ 9926073 w 10450132"/>
              <a:gd name="connsiteY6956" fmla="*/ 2604891 h 5450835"/>
              <a:gd name="connsiteX6957" fmla="*/ 9926861 w 10450132"/>
              <a:gd name="connsiteY6957" fmla="*/ 2604431 h 5450835"/>
              <a:gd name="connsiteX6958" fmla="*/ 9672481 w 10450132"/>
              <a:gd name="connsiteY6958" fmla="*/ 2604431 h 5450835"/>
              <a:gd name="connsiteX6959" fmla="*/ 9681545 w 10450132"/>
              <a:gd name="connsiteY6959" fmla="*/ 2604431 h 5450835"/>
              <a:gd name="connsiteX6960" fmla="*/ 9682333 w 10450132"/>
              <a:gd name="connsiteY6960" fmla="*/ 2604891 h 5450835"/>
              <a:gd name="connsiteX6961" fmla="*/ 9686865 w 10450132"/>
              <a:gd name="connsiteY6961" fmla="*/ 2612772 h 5450835"/>
              <a:gd name="connsiteX6962" fmla="*/ 9686865 w 10450132"/>
              <a:gd name="connsiteY6962" fmla="*/ 2613626 h 5450835"/>
              <a:gd name="connsiteX6963" fmla="*/ 9682333 w 10450132"/>
              <a:gd name="connsiteY6963" fmla="*/ 2621508 h 5450835"/>
              <a:gd name="connsiteX6964" fmla="*/ 9681545 w 10450132"/>
              <a:gd name="connsiteY6964" fmla="*/ 2621968 h 5450835"/>
              <a:gd name="connsiteX6965" fmla="*/ 9672481 w 10450132"/>
              <a:gd name="connsiteY6965" fmla="*/ 2621968 h 5450835"/>
              <a:gd name="connsiteX6966" fmla="*/ 9671693 w 10450132"/>
              <a:gd name="connsiteY6966" fmla="*/ 2621508 h 5450835"/>
              <a:gd name="connsiteX6967" fmla="*/ 9667160 w 10450132"/>
              <a:gd name="connsiteY6967" fmla="*/ 2613626 h 5450835"/>
              <a:gd name="connsiteX6968" fmla="*/ 9667160 w 10450132"/>
              <a:gd name="connsiteY6968" fmla="*/ 2612772 h 5450835"/>
              <a:gd name="connsiteX6969" fmla="*/ 9671693 w 10450132"/>
              <a:gd name="connsiteY6969" fmla="*/ 2604891 h 5450835"/>
              <a:gd name="connsiteX6970" fmla="*/ 9672481 w 10450132"/>
              <a:gd name="connsiteY6970" fmla="*/ 2604431 h 5450835"/>
              <a:gd name="connsiteX6971" fmla="*/ 9418035 w 10450132"/>
              <a:gd name="connsiteY6971" fmla="*/ 2604431 h 5450835"/>
              <a:gd name="connsiteX6972" fmla="*/ 9427099 w 10450132"/>
              <a:gd name="connsiteY6972" fmla="*/ 2604431 h 5450835"/>
              <a:gd name="connsiteX6973" fmla="*/ 9427887 w 10450132"/>
              <a:gd name="connsiteY6973" fmla="*/ 2604891 h 5450835"/>
              <a:gd name="connsiteX6974" fmla="*/ 9432419 w 10450132"/>
              <a:gd name="connsiteY6974" fmla="*/ 2612772 h 5450835"/>
              <a:gd name="connsiteX6975" fmla="*/ 9432419 w 10450132"/>
              <a:gd name="connsiteY6975" fmla="*/ 2613626 h 5450835"/>
              <a:gd name="connsiteX6976" fmla="*/ 9427887 w 10450132"/>
              <a:gd name="connsiteY6976" fmla="*/ 2621508 h 5450835"/>
              <a:gd name="connsiteX6977" fmla="*/ 9427099 w 10450132"/>
              <a:gd name="connsiteY6977" fmla="*/ 2621968 h 5450835"/>
              <a:gd name="connsiteX6978" fmla="*/ 9418035 w 10450132"/>
              <a:gd name="connsiteY6978" fmla="*/ 2621968 h 5450835"/>
              <a:gd name="connsiteX6979" fmla="*/ 9417247 w 10450132"/>
              <a:gd name="connsiteY6979" fmla="*/ 2621508 h 5450835"/>
              <a:gd name="connsiteX6980" fmla="*/ 9412714 w 10450132"/>
              <a:gd name="connsiteY6980" fmla="*/ 2613626 h 5450835"/>
              <a:gd name="connsiteX6981" fmla="*/ 9412714 w 10450132"/>
              <a:gd name="connsiteY6981" fmla="*/ 2612772 h 5450835"/>
              <a:gd name="connsiteX6982" fmla="*/ 9417247 w 10450132"/>
              <a:gd name="connsiteY6982" fmla="*/ 2604891 h 5450835"/>
              <a:gd name="connsiteX6983" fmla="*/ 9418035 w 10450132"/>
              <a:gd name="connsiteY6983" fmla="*/ 2604431 h 5450835"/>
              <a:gd name="connsiteX6984" fmla="*/ 9163654 w 10450132"/>
              <a:gd name="connsiteY6984" fmla="*/ 2604431 h 5450835"/>
              <a:gd name="connsiteX6985" fmla="*/ 9172718 w 10450132"/>
              <a:gd name="connsiteY6985" fmla="*/ 2604431 h 5450835"/>
              <a:gd name="connsiteX6986" fmla="*/ 9173506 w 10450132"/>
              <a:gd name="connsiteY6986" fmla="*/ 2604891 h 5450835"/>
              <a:gd name="connsiteX6987" fmla="*/ 9178038 w 10450132"/>
              <a:gd name="connsiteY6987" fmla="*/ 2612772 h 5450835"/>
              <a:gd name="connsiteX6988" fmla="*/ 9178038 w 10450132"/>
              <a:gd name="connsiteY6988" fmla="*/ 2613626 h 5450835"/>
              <a:gd name="connsiteX6989" fmla="*/ 9173506 w 10450132"/>
              <a:gd name="connsiteY6989" fmla="*/ 2621508 h 5450835"/>
              <a:gd name="connsiteX6990" fmla="*/ 9172718 w 10450132"/>
              <a:gd name="connsiteY6990" fmla="*/ 2621968 h 5450835"/>
              <a:gd name="connsiteX6991" fmla="*/ 9163654 w 10450132"/>
              <a:gd name="connsiteY6991" fmla="*/ 2621968 h 5450835"/>
              <a:gd name="connsiteX6992" fmla="*/ 9162866 w 10450132"/>
              <a:gd name="connsiteY6992" fmla="*/ 2621508 h 5450835"/>
              <a:gd name="connsiteX6993" fmla="*/ 9158333 w 10450132"/>
              <a:gd name="connsiteY6993" fmla="*/ 2613626 h 5450835"/>
              <a:gd name="connsiteX6994" fmla="*/ 9158333 w 10450132"/>
              <a:gd name="connsiteY6994" fmla="*/ 2612772 h 5450835"/>
              <a:gd name="connsiteX6995" fmla="*/ 9162866 w 10450132"/>
              <a:gd name="connsiteY6995" fmla="*/ 2604891 h 5450835"/>
              <a:gd name="connsiteX6996" fmla="*/ 9163654 w 10450132"/>
              <a:gd name="connsiteY6996" fmla="*/ 2604431 h 5450835"/>
              <a:gd name="connsiteX6997" fmla="*/ 8909274 w 10450132"/>
              <a:gd name="connsiteY6997" fmla="*/ 2604431 h 5450835"/>
              <a:gd name="connsiteX6998" fmla="*/ 8918336 w 10450132"/>
              <a:gd name="connsiteY6998" fmla="*/ 2604431 h 5450835"/>
              <a:gd name="connsiteX6999" fmla="*/ 8919125 w 10450132"/>
              <a:gd name="connsiteY6999" fmla="*/ 2604891 h 5450835"/>
              <a:gd name="connsiteX7000" fmla="*/ 8923657 w 10450132"/>
              <a:gd name="connsiteY7000" fmla="*/ 2612772 h 5450835"/>
              <a:gd name="connsiteX7001" fmla="*/ 8923657 w 10450132"/>
              <a:gd name="connsiteY7001" fmla="*/ 2613626 h 5450835"/>
              <a:gd name="connsiteX7002" fmla="*/ 8919125 w 10450132"/>
              <a:gd name="connsiteY7002" fmla="*/ 2621508 h 5450835"/>
              <a:gd name="connsiteX7003" fmla="*/ 8918336 w 10450132"/>
              <a:gd name="connsiteY7003" fmla="*/ 2621968 h 5450835"/>
              <a:gd name="connsiteX7004" fmla="*/ 8909274 w 10450132"/>
              <a:gd name="connsiteY7004" fmla="*/ 2621968 h 5450835"/>
              <a:gd name="connsiteX7005" fmla="*/ 8908484 w 10450132"/>
              <a:gd name="connsiteY7005" fmla="*/ 2621508 h 5450835"/>
              <a:gd name="connsiteX7006" fmla="*/ 8903953 w 10450132"/>
              <a:gd name="connsiteY7006" fmla="*/ 2613626 h 5450835"/>
              <a:gd name="connsiteX7007" fmla="*/ 8903953 w 10450132"/>
              <a:gd name="connsiteY7007" fmla="*/ 2612772 h 5450835"/>
              <a:gd name="connsiteX7008" fmla="*/ 8908484 w 10450132"/>
              <a:gd name="connsiteY7008" fmla="*/ 2604891 h 5450835"/>
              <a:gd name="connsiteX7009" fmla="*/ 8909274 w 10450132"/>
              <a:gd name="connsiteY7009" fmla="*/ 2604431 h 5450835"/>
              <a:gd name="connsiteX7010" fmla="*/ 8654892 w 10450132"/>
              <a:gd name="connsiteY7010" fmla="*/ 2604431 h 5450835"/>
              <a:gd name="connsiteX7011" fmla="*/ 8663955 w 10450132"/>
              <a:gd name="connsiteY7011" fmla="*/ 2604431 h 5450835"/>
              <a:gd name="connsiteX7012" fmla="*/ 8664744 w 10450132"/>
              <a:gd name="connsiteY7012" fmla="*/ 2604891 h 5450835"/>
              <a:gd name="connsiteX7013" fmla="*/ 8669277 w 10450132"/>
              <a:gd name="connsiteY7013" fmla="*/ 2612772 h 5450835"/>
              <a:gd name="connsiteX7014" fmla="*/ 8669277 w 10450132"/>
              <a:gd name="connsiteY7014" fmla="*/ 2613626 h 5450835"/>
              <a:gd name="connsiteX7015" fmla="*/ 8664744 w 10450132"/>
              <a:gd name="connsiteY7015" fmla="*/ 2621508 h 5450835"/>
              <a:gd name="connsiteX7016" fmla="*/ 8663955 w 10450132"/>
              <a:gd name="connsiteY7016" fmla="*/ 2621968 h 5450835"/>
              <a:gd name="connsiteX7017" fmla="*/ 8654892 w 10450132"/>
              <a:gd name="connsiteY7017" fmla="*/ 2621968 h 5450835"/>
              <a:gd name="connsiteX7018" fmla="*/ 8654104 w 10450132"/>
              <a:gd name="connsiteY7018" fmla="*/ 2621508 h 5450835"/>
              <a:gd name="connsiteX7019" fmla="*/ 8649572 w 10450132"/>
              <a:gd name="connsiteY7019" fmla="*/ 2613626 h 5450835"/>
              <a:gd name="connsiteX7020" fmla="*/ 8649572 w 10450132"/>
              <a:gd name="connsiteY7020" fmla="*/ 2612772 h 5450835"/>
              <a:gd name="connsiteX7021" fmla="*/ 8654104 w 10450132"/>
              <a:gd name="connsiteY7021" fmla="*/ 2604891 h 5450835"/>
              <a:gd name="connsiteX7022" fmla="*/ 8654892 w 10450132"/>
              <a:gd name="connsiteY7022" fmla="*/ 2604431 h 5450835"/>
              <a:gd name="connsiteX7023" fmla="*/ 8400511 w 10450132"/>
              <a:gd name="connsiteY7023" fmla="*/ 2604431 h 5450835"/>
              <a:gd name="connsiteX7024" fmla="*/ 8409575 w 10450132"/>
              <a:gd name="connsiteY7024" fmla="*/ 2604431 h 5450835"/>
              <a:gd name="connsiteX7025" fmla="*/ 8410363 w 10450132"/>
              <a:gd name="connsiteY7025" fmla="*/ 2604891 h 5450835"/>
              <a:gd name="connsiteX7026" fmla="*/ 8414896 w 10450132"/>
              <a:gd name="connsiteY7026" fmla="*/ 2612772 h 5450835"/>
              <a:gd name="connsiteX7027" fmla="*/ 8414896 w 10450132"/>
              <a:gd name="connsiteY7027" fmla="*/ 2613626 h 5450835"/>
              <a:gd name="connsiteX7028" fmla="*/ 8410363 w 10450132"/>
              <a:gd name="connsiteY7028" fmla="*/ 2621508 h 5450835"/>
              <a:gd name="connsiteX7029" fmla="*/ 8409575 w 10450132"/>
              <a:gd name="connsiteY7029" fmla="*/ 2621968 h 5450835"/>
              <a:gd name="connsiteX7030" fmla="*/ 8400511 w 10450132"/>
              <a:gd name="connsiteY7030" fmla="*/ 2621968 h 5450835"/>
              <a:gd name="connsiteX7031" fmla="*/ 8399723 w 10450132"/>
              <a:gd name="connsiteY7031" fmla="*/ 2621508 h 5450835"/>
              <a:gd name="connsiteX7032" fmla="*/ 8395191 w 10450132"/>
              <a:gd name="connsiteY7032" fmla="*/ 2613626 h 5450835"/>
              <a:gd name="connsiteX7033" fmla="*/ 8395191 w 10450132"/>
              <a:gd name="connsiteY7033" fmla="*/ 2612772 h 5450835"/>
              <a:gd name="connsiteX7034" fmla="*/ 8399723 w 10450132"/>
              <a:gd name="connsiteY7034" fmla="*/ 2604891 h 5450835"/>
              <a:gd name="connsiteX7035" fmla="*/ 8400511 w 10450132"/>
              <a:gd name="connsiteY7035" fmla="*/ 2604431 h 5450835"/>
              <a:gd name="connsiteX7036" fmla="*/ 8146065 w 10450132"/>
              <a:gd name="connsiteY7036" fmla="*/ 2604431 h 5450835"/>
              <a:gd name="connsiteX7037" fmla="*/ 8155129 w 10450132"/>
              <a:gd name="connsiteY7037" fmla="*/ 2604431 h 5450835"/>
              <a:gd name="connsiteX7038" fmla="*/ 8155917 w 10450132"/>
              <a:gd name="connsiteY7038" fmla="*/ 2604891 h 5450835"/>
              <a:gd name="connsiteX7039" fmla="*/ 8160449 w 10450132"/>
              <a:gd name="connsiteY7039" fmla="*/ 2612772 h 5450835"/>
              <a:gd name="connsiteX7040" fmla="*/ 8160449 w 10450132"/>
              <a:gd name="connsiteY7040" fmla="*/ 2613626 h 5450835"/>
              <a:gd name="connsiteX7041" fmla="*/ 8155917 w 10450132"/>
              <a:gd name="connsiteY7041" fmla="*/ 2621508 h 5450835"/>
              <a:gd name="connsiteX7042" fmla="*/ 8155129 w 10450132"/>
              <a:gd name="connsiteY7042" fmla="*/ 2621968 h 5450835"/>
              <a:gd name="connsiteX7043" fmla="*/ 8146065 w 10450132"/>
              <a:gd name="connsiteY7043" fmla="*/ 2621968 h 5450835"/>
              <a:gd name="connsiteX7044" fmla="*/ 8145277 w 10450132"/>
              <a:gd name="connsiteY7044" fmla="*/ 2621508 h 5450835"/>
              <a:gd name="connsiteX7045" fmla="*/ 8140745 w 10450132"/>
              <a:gd name="connsiteY7045" fmla="*/ 2613626 h 5450835"/>
              <a:gd name="connsiteX7046" fmla="*/ 8140745 w 10450132"/>
              <a:gd name="connsiteY7046" fmla="*/ 2612772 h 5450835"/>
              <a:gd name="connsiteX7047" fmla="*/ 8145277 w 10450132"/>
              <a:gd name="connsiteY7047" fmla="*/ 2604891 h 5450835"/>
              <a:gd name="connsiteX7048" fmla="*/ 8146065 w 10450132"/>
              <a:gd name="connsiteY7048" fmla="*/ 2604431 h 5450835"/>
              <a:gd name="connsiteX7049" fmla="*/ 7891684 w 10450132"/>
              <a:gd name="connsiteY7049" fmla="*/ 2604431 h 5450835"/>
              <a:gd name="connsiteX7050" fmla="*/ 7900748 w 10450132"/>
              <a:gd name="connsiteY7050" fmla="*/ 2604431 h 5450835"/>
              <a:gd name="connsiteX7051" fmla="*/ 7901536 w 10450132"/>
              <a:gd name="connsiteY7051" fmla="*/ 2604891 h 5450835"/>
              <a:gd name="connsiteX7052" fmla="*/ 7906067 w 10450132"/>
              <a:gd name="connsiteY7052" fmla="*/ 2612772 h 5450835"/>
              <a:gd name="connsiteX7053" fmla="*/ 7906067 w 10450132"/>
              <a:gd name="connsiteY7053" fmla="*/ 2613626 h 5450835"/>
              <a:gd name="connsiteX7054" fmla="*/ 7901536 w 10450132"/>
              <a:gd name="connsiteY7054" fmla="*/ 2621508 h 5450835"/>
              <a:gd name="connsiteX7055" fmla="*/ 7900748 w 10450132"/>
              <a:gd name="connsiteY7055" fmla="*/ 2621968 h 5450835"/>
              <a:gd name="connsiteX7056" fmla="*/ 7891684 w 10450132"/>
              <a:gd name="connsiteY7056" fmla="*/ 2621968 h 5450835"/>
              <a:gd name="connsiteX7057" fmla="*/ 7890896 w 10450132"/>
              <a:gd name="connsiteY7057" fmla="*/ 2621508 h 5450835"/>
              <a:gd name="connsiteX7058" fmla="*/ 7886363 w 10450132"/>
              <a:gd name="connsiteY7058" fmla="*/ 2613626 h 5450835"/>
              <a:gd name="connsiteX7059" fmla="*/ 7886363 w 10450132"/>
              <a:gd name="connsiteY7059" fmla="*/ 2612772 h 5450835"/>
              <a:gd name="connsiteX7060" fmla="*/ 7890896 w 10450132"/>
              <a:gd name="connsiteY7060" fmla="*/ 2604891 h 5450835"/>
              <a:gd name="connsiteX7061" fmla="*/ 7891684 w 10450132"/>
              <a:gd name="connsiteY7061" fmla="*/ 2604431 h 5450835"/>
              <a:gd name="connsiteX7062" fmla="*/ 7637304 w 10450132"/>
              <a:gd name="connsiteY7062" fmla="*/ 2604431 h 5450835"/>
              <a:gd name="connsiteX7063" fmla="*/ 7646367 w 10450132"/>
              <a:gd name="connsiteY7063" fmla="*/ 2604431 h 5450835"/>
              <a:gd name="connsiteX7064" fmla="*/ 7647156 w 10450132"/>
              <a:gd name="connsiteY7064" fmla="*/ 2604891 h 5450835"/>
              <a:gd name="connsiteX7065" fmla="*/ 7651687 w 10450132"/>
              <a:gd name="connsiteY7065" fmla="*/ 2612772 h 5450835"/>
              <a:gd name="connsiteX7066" fmla="*/ 7651687 w 10450132"/>
              <a:gd name="connsiteY7066" fmla="*/ 2613626 h 5450835"/>
              <a:gd name="connsiteX7067" fmla="*/ 7647156 w 10450132"/>
              <a:gd name="connsiteY7067" fmla="*/ 2621508 h 5450835"/>
              <a:gd name="connsiteX7068" fmla="*/ 7646367 w 10450132"/>
              <a:gd name="connsiteY7068" fmla="*/ 2621968 h 5450835"/>
              <a:gd name="connsiteX7069" fmla="*/ 7637304 w 10450132"/>
              <a:gd name="connsiteY7069" fmla="*/ 2621968 h 5450835"/>
              <a:gd name="connsiteX7070" fmla="*/ 7636516 w 10450132"/>
              <a:gd name="connsiteY7070" fmla="*/ 2621508 h 5450835"/>
              <a:gd name="connsiteX7071" fmla="*/ 7631983 w 10450132"/>
              <a:gd name="connsiteY7071" fmla="*/ 2613626 h 5450835"/>
              <a:gd name="connsiteX7072" fmla="*/ 7631983 w 10450132"/>
              <a:gd name="connsiteY7072" fmla="*/ 2612772 h 5450835"/>
              <a:gd name="connsiteX7073" fmla="*/ 7636516 w 10450132"/>
              <a:gd name="connsiteY7073" fmla="*/ 2604891 h 5450835"/>
              <a:gd name="connsiteX7074" fmla="*/ 7637304 w 10450132"/>
              <a:gd name="connsiteY7074" fmla="*/ 2604431 h 5450835"/>
              <a:gd name="connsiteX7075" fmla="*/ 7382923 w 10450132"/>
              <a:gd name="connsiteY7075" fmla="*/ 2604431 h 5450835"/>
              <a:gd name="connsiteX7076" fmla="*/ 7391987 w 10450132"/>
              <a:gd name="connsiteY7076" fmla="*/ 2604431 h 5450835"/>
              <a:gd name="connsiteX7077" fmla="*/ 7392775 w 10450132"/>
              <a:gd name="connsiteY7077" fmla="*/ 2604891 h 5450835"/>
              <a:gd name="connsiteX7078" fmla="*/ 7397307 w 10450132"/>
              <a:gd name="connsiteY7078" fmla="*/ 2612772 h 5450835"/>
              <a:gd name="connsiteX7079" fmla="*/ 7397307 w 10450132"/>
              <a:gd name="connsiteY7079" fmla="*/ 2613626 h 5450835"/>
              <a:gd name="connsiteX7080" fmla="*/ 7392775 w 10450132"/>
              <a:gd name="connsiteY7080" fmla="*/ 2621508 h 5450835"/>
              <a:gd name="connsiteX7081" fmla="*/ 7391987 w 10450132"/>
              <a:gd name="connsiteY7081" fmla="*/ 2621968 h 5450835"/>
              <a:gd name="connsiteX7082" fmla="*/ 7382923 w 10450132"/>
              <a:gd name="connsiteY7082" fmla="*/ 2621968 h 5450835"/>
              <a:gd name="connsiteX7083" fmla="*/ 7382135 w 10450132"/>
              <a:gd name="connsiteY7083" fmla="*/ 2621508 h 5450835"/>
              <a:gd name="connsiteX7084" fmla="*/ 7377602 w 10450132"/>
              <a:gd name="connsiteY7084" fmla="*/ 2613626 h 5450835"/>
              <a:gd name="connsiteX7085" fmla="*/ 7377602 w 10450132"/>
              <a:gd name="connsiteY7085" fmla="*/ 2612772 h 5450835"/>
              <a:gd name="connsiteX7086" fmla="*/ 7382135 w 10450132"/>
              <a:gd name="connsiteY7086" fmla="*/ 2604891 h 5450835"/>
              <a:gd name="connsiteX7087" fmla="*/ 7382923 w 10450132"/>
              <a:gd name="connsiteY7087" fmla="*/ 2604431 h 5450835"/>
              <a:gd name="connsiteX7088" fmla="*/ 7128477 w 10450132"/>
              <a:gd name="connsiteY7088" fmla="*/ 2604431 h 5450835"/>
              <a:gd name="connsiteX7089" fmla="*/ 7137540 w 10450132"/>
              <a:gd name="connsiteY7089" fmla="*/ 2604431 h 5450835"/>
              <a:gd name="connsiteX7090" fmla="*/ 7138328 w 10450132"/>
              <a:gd name="connsiteY7090" fmla="*/ 2604891 h 5450835"/>
              <a:gd name="connsiteX7091" fmla="*/ 7142860 w 10450132"/>
              <a:gd name="connsiteY7091" fmla="*/ 2612772 h 5450835"/>
              <a:gd name="connsiteX7092" fmla="*/ 7142860 w 10450132"/>
              <a:gd name="connsiteY7092" fmla="*/ 2613626 h 5450835"/>
              <a:gd name="connsiteX7093" fmla="*/ 7138328 w 10450132"/>
              <a:gd name="connsiteY7093" fmla="*/ 2621508 h 5450835"/>
              <a:gd name="connsiteX7094" fmla="*/ 7137540 w 10450132"/>
              <a:gd name="connsiteY7094" fmla="*/ 2621968 h 5450835"/>
              <a:gd name="connsiteX7095" fmla="*/ 7128477 w 10450132"/>
              <a:gd name="connsiteY7095" fmla="*/ 2621968 h 5450835"/>
              <a:gd name="connsiteX7096" fmla="*/ 7127689 w 10450132"/>
              <a:gd name="connsiteY7096" fmla="*/ 2621508 h 5450835"/>
              <a:gd name="connsiteX7097" fmla="*/ 7123156 w 10450132"/>
              <a:gd name="connsiteY7097" fmla="*/ 2613626 h 5450835"/>
              <a:gd name="connsiteX7098" fmla="*/ 7123156 w 10450132"/>
              <a:gd name="connsiteY7098" fmla="*/ 2612772 h 5450835"/>
              <a:gd name="connsiteX7099" fmla="*/ 7127689 w 10450132"/>
              <a:gd name="connsiteY7099" fmla="*/ 2604891 h 5450835"/>
              <a:gd name="connsiteX7100" fmla="*/ 7128477 w 10450132"/>
              <a:gd name="connsiteY7100" fmla="*/ 2604431 h 5450835"/>
              <a:gd name="connsiteX7101" fmla="*/ 6874095 w 10450132"/>
              <a:gd name="connsiteY7101" fmla="*/ 2604431 h 5450835"/>
              <a:gd name="connsiteX7102" fmla="*/ 6883159 w 10450132"/>
              <a:gd name="connsiteY7102" fmla="*/ 2604431 h 5450835"/>
              <a:gd name="connsiteX7103" fmla="*/ 6883947 w 10450132"/>
              <a:gd name="connsiteY7103" fmla="*/ 2604891 h 5450835"/>
              <a:gd name="connsiteX7104" fmla="*/ 6888480 w 10450132"/>
              <a:gd name="connsiteY7104" fmla="*/ 2612772 h 5450835"/>
              <a:gd name="connsiteX7105" fmla="*/ 6888480 w 10450132"/>
              <a:gd name="connsiteY7105" fmla="*/ 2613626 h 5450835"/>
              <a:gd name="connsiteX7106" fmla="*/ 6883947 w 10450132"/>
              <a:gd name="connsiteY7106" fmla="*/ 2621508 h 5450835"/>
              <a:gd name="connsiteX7107" fmla="*/ 6883159 w 10450132"/>
              <a:gd name="connsiteY7107" fmla="*/ 2621968 h 5450835"/>
              <a:gd name="connsiteX7108" fmla="*/ 6874095 w 10450132"/>
              <a:gd name="connsiteY7108" fmla="*/ 2621968 h 5450835"/>
              <a:gd name="connsiteX7109" fmla="*/ 6873307 w 10450132"/>
              <a:gd name="connsiteY7109" fmla="*/ 2621508 h 5450835"/>
              <a:gd name="connsiteX7110" fmla="*/ 6868775 w 10450132"/>
              <a:gd name="connsiteY7110" fmla="*/ 2613626 h 5450835"/>
              <a:gd name="connsiteX7111" fmla="*/ 6868775 w 10450132"/>
              <a:gd name="connsiteY7111" fmla="*/ 2612772 h 5450835"/>
              <a:gd name="connsiteX7112" fmla="*/ 6873307 w 10450132"/>
              <a:gd name="connsiteY7112" fmla="*/ 2604891 h 5450835"/>
              <a:gd name="connsiteX7113" fmla="*/ 6874095 w 10450132"/>
              <a:gd name="connsiteY7113" fmla="*/ 2604431 h 5450835"/>
              <a:gd name="connsiteX7114" fmla="*/ 6619714 w 10450132"/>
              <a:gd name="connsiteY7114" fmla="*/ 2604431 h 5450835"/>
              <a:gd name="connsiteX7115" fmla="*/ 6628778 w 10450132"/>
              <a:gd name="connsiteY7115" fmla="*/ 2604431 h 5450835"/>
              <a:gd name="connsiteX7116" fmla="*/ 6629566 w 10450132"/>
              <a:gd name="connsiteY7116" fmla="*/ 2604891 h 5450835"/>
              <a:gd name="connsiteX7117" fmla="*/ 6634099 w 10450132"/>
              <a:gd name="connsiteY7117" fmla="*/ 2612772 h 5450835"/>
              <a:gd name="connsiteX7118" fmla="*/ 6634099 w 10450132"/>
              <a:gd name="connsiteY7118" fmla="*/ 2613626 h 5450835"/>
              <a:gd name="connsiteX7119" fmla="*/ 6629566 w 10450132"/>
              <a:gd name="connsiteY7119" fmla="*/ 2621508 h 5450835"/>
              <a:gd name="connsiteX7120" fmla="*/ 6628778 w 10450132"/>
              <a:gd name="connsiteY7120" fmla="*/ 2621968 h 5450835"/>
              <a:gd name="connsiteX7121" fmla="*/ 6619714 w 10450132"/>
              <a:gd name="connsiteY7121" fmla="*/ 2621968 h 5450835"/>
              <a:gd name="connsiteX7122" fmla="*/ 6618926 w 10450132"/>
              <a:gd name="connsiteY7122" fmla="*/ 2621508 h 5450835"/>
              <a:gd name="connsiteX7123" fmla="*/ 6614394 w 10450132"/>
              <a:gd name="connsiteY7123" fmla="*/ 2613626 h 5450835"/>
              <a:gd name="connsiteX7124" fmla="*/ 6614394 w 10450132"/>
              <a:gd name="connsiteY7124" fmla="*/ 2612772 h 5450835"/>
              <a:gd name="connsiteX7125" fmla="*/ 6618926 w 10450132"/>
              <a:gd name="connsiteY7125" fmla="*/ 2604891 h 5450835"/>
              <a:gd name="connsiteX7126" fmla="*/ 6619714 w 10450132"/>
              <a:gd name="connsiteY7126" fmla="*/ 2604431 h 5450835"/>
              <a:gd name="connsiteX7127" fmla="*/ 6365334 w 10450132"/>
              <a:gd name="connsiteY7127" fmla="*/ 2604431 h 5450835"/>
              <a:gd name="connsiteX7128" fmla="*/ 6374397 w 10450132"/>
              <a:gd name="connsiteY7128" fmla="*/ 2604431 h 5450835"/>
              <a:gd name="connsiteX7129" fmla="*/ 6375186 w 10450132"/>
              <a:gd name="connsiteY7129" fmla="*/ 2604891 h 5450835"/>
              <a:gd name="connsiteX7130" fmla="*/ 6379718 w 10450132"/>
              <a:gd name="connsiteY7130" fmla="*/ 2612772 h 5450835"/>
              <a:gd name="connsiteX7131" fmla="*/ 6379718 w 10450132"/>
              <a:gd name="connsiteY7131" fmla="*/ 2613626 h 5450835"/>
              <a:gd name="connsiteX7132" fmla="*/ 6375186 w 10450132"/>
              <a:gd name="connsiteY7132" fmla="*/ 2621508 h 5450835"/>
              <a:gd name="connsiteX7133" fmla="*/ 6374397 w 10450132"/>
              <a:gd name="connsiteY7133" fmla="*/ 2621968 h 5450835"/>
              <a:gd name="connsiteX7134" fmla="*/ 6365334 w 10450132"/>
              <a:gd name="connsiteY7134" fmla="*/ 2621968 h 5450835"/>
              <a:gd name="connsiteX7135" fmla="*/ 6364546 w 10450132"/>
              <a:gd name="connsiteY7135" fmla="*/ 2621508 h 5450835"/>
              <a:gd name="connsiteX7136" fmla="*/ 6360014 w 10450132"/>
              <a:gd name="connsiteY7136" fmla="*/ 2613626 h 5450835"/>
              <a:gd name="connsiteX7137" fmla="*/ 6360014 w 10450132"/>
              <a:gd name="connsiteY7137" fmla="*/ 2612772 h 5450835"/>
              <a:gd name="connsiteX7138" fmla="*/ 6364546 w 10450132"/>
              <a:gd name="connsiteY7138" fmla="*/ 2604891 h 5450835"/>
              <a:gd name="connsiteX7139" fmla="*/ 6365334 w 10450132"/>
              <a:gd name="connsiteY7139" fmla="*/ 2604431 h 5450835"/>
              <a:gd name="connsiteX7140" fmla="*/ 6110888 w 10450132"/>
              <a:gd name="connsiteY7140" fmla="*/ 2604431 h 5450835"/>
              <a:gd name="connsiteX7141" fmla="*/ 6119953 w 10450132"/>
              <a:gd name="connsiteY7141" fmla="*/ 2604431 h 5450835"/>
              <a:gd name="connsiteX7142" fmla="*/ 6120740 w 10450132"/>
              <a:gd name="connsiteY7142" fmla="*/ 2604891 h 5450835"/>
              <a:gd name="connsiteX7143" fmla="*/ 6125272 w 10450132"/>
              <a:gd name="connsiteY7143" fmla="*/ 2612772 h 5450835"/>
              <a:gd name="connsiteX7144" fmla="*/ 6125272 w 10450132"/>
              <a:gd name="connsiteY7144" fmla="*/ 2613626 h 5450835"/>
              <a:gd name="connsiteX7145" fmla="*/ 6120740 w 10450132"/>
              <a:gd name="connsiteY7145" fmla="*/ 2621508 h 5450835"/>
              <a:gd name="connsiteX7146" fmla="*/ 6119953 w 10450132"/>
              <a:gd name="connsiteY7146" fmla="*/ 2621968 h 5450835"/>
              <a:gd name="connsiteX7147" fmla="*/ 6110888 w 10450132"/>
              <a:gd name="connsiteY7147" fmla="*/ 2621968 h 5450835"/>
              <a:gd name="connsiteX7148" fmla="*/ 6110101 w 10450132"/>
              <a:gd name="connsiteY7148" fmla="*/ 2621508 h 5450835"/>
              <a:gd name="connsiteX7149" fmla="*/ 6105567 w 10450132"/>
              <a:gd name="connsiteY7149" fmla="*/ 2613626 h 5450835"/>
              <a:gd name="connsiteX7150" fmla="*/ 6105567 w 10450132"/>
              <a:gd name="connsiteY7150" fmla="*/ 2612772 h 5450835"/>
              <a:gd name="connsiteX7151" fmla="*/ 6110101 w 10450132"/>
              <a:gd name="connsiteY7151" fmla="*/ 2604891 h 5450835"/>
              <a:gd name="connsiteX7152" fmla="*/ 6110888 w 10450132"/>
              <a:gd name="connsiteY7152" fmla="*/ 2604431 h 5450835"/>
              <a:gd name="connsiteX7153" fmla="*/ 5856508 w 10450132"/>
              <a:gd name="connsiteY7153" fmla="*/ 2604431 h 5450835"/>
              <a:gd name="connsiteX7154" fmla="*/ 5865571 w 10450132"/>
              <a:gd name="connsiteY7154" fmla="*/ 2604431 h 5450835"/>
              <a:gd name="connsiteX7155" fmla="*/ 5866359 w 10450132"/>
              <a:gd name="connsiteY7155" fmla="*/ 2604891 h 5450835"/>
              <a:gd name="connsiteX7156" fmla="*/ 5870891 w 10450132"/>
              <a:gd name="connsiteY7156" fmla="*/ 2612772 h 5450835"/>
              <a:gd name="connsiteX7157" fmla="*/ 5870891 w 10450132"/>
              <a:gd name="connsiteY7157" fmla="*/ 2613626 h 5450835"/>
              <a:gd name="connsiteX7158" fmla="*/ 5866359 w 10450132"/>
              <a:gd name="connsiteY7158" fmla="*/ 2621508 h 5450835"/>
              <a:gd name="connsiteX7159" fmla="*/ 5865571 w 10450132"/>
              <a:gd name="connsiteY7159" fmla="*/ 2621968 h 5450835"/>
              <a:gd name="connsiteX7160" fmla="*/ 5856508 w 10450132"/>
              <a:gd name="connsiteY7160" fmla="*/ 2621968 h 5450835"/>
              <a:gd name="connsiteX7161" fmla="*/ 5855720 w 10450132"/>
              <a:gd name="connsiteY7161" fmla="*/ 2621508 h 5450835"/>
              <a:gd name="connsiteX7162" fmla="*/ 5851187 w 10450132"/>
              <a:gd name="connsiteY7162" fmla="*/ 2613626 h 5450835"/>
              <a:gd name="connsiteX7163" fmla="*/ 5851187 w 10450132"/>
              <a:gd name="connsiteY7163" fmla="*/ 2612772 h 5450835"/>
              <a:gd name="connsiteX7164" fmla="*/ 5855720 w 10450132"/>
              <a:gd name="connsiteY7164" fmla="*/ 2604891 h 5450835"/>
              <a:gd name="connsiteX7165" fmla="*/ 5856508 w 10450132"/>
              <a:gd name="connsiteY7165" fmla="*/ 2604431 h 5450835"/>
              <a:gd name="connsiteX7166" fmla="*/ 5602126 w 10450132"/>
              <a:gd name="connsiteY7166" fmla="*/ 2604431 h 5450835"/>
              <a:gd name="connsiteX7167" fmla="*/ 5611191 w 10450132"/>
              <a:gd name="connsiteY7167" fmla="*/ 2604431 h 5450835"/>
              <a:gd name="connsiteX7168" fmla="*/ 5611979 w 10450132"/>
              <a:gd name="connsiteY7168" fmla="*/ 2604891 h 5450835"/>
              <a:gd name="connsiteX7169" fmla="*/ 5616511 w 10450132"/>
              <a:gd name="connsiteY7169" fmla="*/ 2612772 h 5450835"/>
              <a:gd name="connsiteX7170" fmla="*/ 5616511 w 10450132"/>
              <a:gd name="connsiteY7170" fmla="*/ 2613626 h 5450835"/>
              <a:gd name="connsiteX7171" fmla="*/ 5611979 w 10450132"/>
              <a:gd name="connsiteY7171" fmla="*/ 2621508 h 5450835"/>
              <a:gd name="connsiteX7172" fmla="*/ 5611191 w 10450132"/>
              <a:gd name="connsiteY7172" fmla="*/ 2621968 h 5450835"/>
              <a:gd name="connsiteX7173" fmla="*/ 5602126 w 10450132"/>
              <a:gd name="connsiteY7173" fmla="*/ 2621968 h 5450835"/>
              <a:gd name="connsiteX7174" fmla="*/ 5601338 w 10450132"/>
              <a:gd name="connsiteY7174" fmla="*/ 2621508 h 5450835"/>
              <a:gd name="connsiteX7175" fmla="*/ 5596807 w 10450132"/>
              <a:gd name="connsiteY7175" fmla="*/ 2613626 h 5450835"/>
              <a:gd name="connsiteX7176" fmla="*/ 5596807 w 10450132"/>
              <a:gd name="connsiteY7176" fmla="*/ 2612772 h 5450835"/>
              <a:gd name="connsiteX7177" fmla="*/ 5601338 w 10450132"/>
              <a:gd name="connsiteY7177" fmla="*/ 2604891 h 5450835"/>
              <a:gd name="connsiteX7178" fmla="*/ 5602126 w 10450132"/>
              <a:gd name="connsiteY7178" fmla="*/ 2604431 h 5450835"/>
              <a:gd name="connsiteX7179" fmla="*/ 5347746 w 10450132"/>
              <a:gd name="connsiteY7179" fmla="*/ 2604431 h 5450835"/>
              <a:gd name="connsiteX7180" fmla="*/ 5356810 w 10450132"/>
              <a:gd name="connsiteY7180" fmla="*/ 2604431 h 5450835"/>
              <a:gd name="connsiteX7181" fmla="*/ 5357598 w 10450132"/>
              <a:gd name="connsiteY7181" fmla="*/ 2604891 h 5450835"/>
              <a:gd name="connsiteX7182" fmla="*/ 5362130 w 10450132"/>
              <a:gd name="connsiteY7182" fmla="*/ 2612772 h 5450835"/>
              <a:gd name="connsiteX7183" fmla="*/ 5362130 w 10450132"/>
              <a:gd name="connsiteY7183" fmla="*/ 2613626 h 5450835"/>
              <a:gd name="connsiteX7184" fmla="*/ 5357598 w 10450132"/>
              <a:gd name="connsiteY7184" fmla="*/ 2621508 h 5450835"/>
              <a:gd name="connsiteX7185" fmla="*/ 5356810 w 10450132"/>
              <a:gd name="connsiteY7185" fmla="*/ 2621968 h 5450835"/>
              <a:gd name="connsiteX7186" fmla="*/ 5347746 w 10450132"/>
              <a:gd name="connsiteY7186" fmla="*/ 2621968 h 5450835"/>
              <a:gd name="connsiteX7187" fmla="*/ 5346958 w 10450132"/>
              <a:gd name="connsiteY7187" fmla="*/ 2621508 h 5450835"/>
              <a:gd name="connsiteX7188" fmla="*/ 5342425 w 10450132"/>
              <a:gd name="connsiteY7188" fmla="*/ 2613626 h 5450835"/>
              <a:gd name="connsiteX7189" fmla="*/ 5342425 w 10450132"/>
              <a:gd name="connsiteY7189" fmla="*/ 2612772 h 5450835"/>
              <a:gd name="connsiteX7190" fmla="*/ 5346958 w 10450132"/>
              <a:gd name="connsiteY7190" fmla="*/ 2604891 h 5450835"/>
              <a:gd name="connsiteX7191" fmla="*/ 5347746 w 10450132"/>
              <a:gd name="connsiteY7191" fmla="*/ 2604431 h 5450835"/>
              <a:gd name="connsiteX7192" fmla="*/ 5093300 w 10450132"/>
              <a:gd name="connsiteY7192" fmla="*/ 2604431 h 5450835"/>
              <a:gd name="connsiteX7193" fmla="*/ 5102364 w 10450132"/>
              <a:gd name="connsiteY7193" fmla="*/ 2604431 h 5450835"/>
              <a:gd name="connsiteX7194" fmla="*/ 5103153 w 10450132"/>
              <a:gd name="connsiteY7194" fmla="*/ 2604891 h 5450835"/>
              <a:gd name="connsiteX7195" fmla="*/ 5107684 w 10450132"/>
              <a:gd name="connsiteY7195" fmla="*/ 2612772 h 5450835"/>
              <a:gd name="connsiteX7196" fmla="*/ 5107684 w 10450132"/>
              <a:gd name="connsiteY7196" fmla="*/ 2613626 h 5450835"/>
              <a:gd name="connsiteX7197" fmla="*/ 5103153 w 10450132"/>
              <a:gd name="connsiteY7197" fmla="*/ 2621508 h 5450835"/>
              <a:gd name="connsiteX7198" fmla="*/ 5102364 w 10450132"/>
              <a:gd name="connsiteY7198" fmla="*/ 2621968 h 5450835"/>
              <a:gd name="connsiteX7199" fmla="*/ 5093300 w 10450132"/>
              <a:gd name="connsiteY7199" fmla="*/ 2621968 h 5450835"/>
              <a:gd name="connsiteX7200" fmla="*/ 5092512 w 10450132"/>
              <a:gd name="connsiteY7200" fmla="*/ 2621508 h 5450835"/>
              <a:gd name="connsiteX7201" fmla="*/ 5087979 w 10450132"/>
              <a:gd name="connsiteY7201" fmla="*/ 2613626 h 5450835"/>
              <a:gd name="connsiteX7202" fmla="*/ 5087979 w 10450132"/>
              <a:gd name="connsiteY7202" fmla="*/ 2612772 h 5450835"/>
              <a:gd name="connsiteX7203" fmla="*/ 5092512 w 10450132"/>
              <a:gd name="connsiteY7203" fmla="*/ 2604891 h 5450835"/>
              <a:gd name="connsiteX7204" fmla="*/ 5093300 w 10450132"/>
              <a:gd name="connsiteY7204" fmla="*/ 2604431 h 5450835"/>
              <a:gd name="connsiteX7205" fmla="*/ 4838919 w 10450132"/>
              <a:gd name="connsiteY7205" fmla="*/ 2604431 h 5450835"/>
              <a:gd name="connsiteX7206" fmla="*/ 4847982 w 10450132"/>
              <a:gd name="connsiteY7206" fmla="*/ 2604431 h 5450835"/>
              <a:gd name="connsiteX7207" fmla="*/ 4848772 w 10450132"/>
              <a:gd name="connsiteY7207" fmla="*/ 2604891 h 5450835"/>
              <a:gd name="connsiteX7208" fmla="*/ 4853303 w 10450132"/>
              <a:gd name="connsiteY7208" fmla="*/ 2612772 h 5450835"/>
              <a:gd name="connsiteX7209" fmla="*/ 4853303 w 10450132"/>
              <a:gd name="connsiteY7209" fmla="*/ 2613626 h 5450835"/>
              <a:gd name="connsiteX7210" fmla="*/ 4848772 w 10450132"/>
              <a:gd name="connsiteY7210" fmla="*/ 2621508 h 5450835"/>
              <a:gd name="connsiteX7211" fmla="*/ 4847982 w 10450132"/>
              <a:gd name="connsiteY7211" fmla="*/ 2621968 h 5450835"/>
              <a:gd name="connsiteX7212" fmla="*/ 4838919 w 10450132"/>
              <a:gd name="connsiteY7212" fmla="*/ 2621968 h 5450835"/>
              <a:gd name="connsiteX7213" fmla="*/ 4838132 w 10450132"/>
              <a:gd name="connsiteY7213" fmla="*/ 2621508 h 5450835"/>
              <a:gd name="connsiteX7214" fmla="*/ 4833598 w 10450132"/>
              <a:gd name="connsiteY7214" fmla="*/ 2613626 h 5450835"/>
              <a:gd name="connsiteX7215" fmla="*/ 4833598 w 10450132"/>
              <a:gd name="connsiteY7215" fmla="*/ 2612772 h 5450835"/>
              <a:gd name="connsiteX7216" fmla="*/ 4838132 w 10450132"/>
              <a:gd name="connsiteY7216" fmla="*/ 2604891 h 5450835"/>
              <a:gd name="connsiteX7217" fmla="*/ 4838919 w 10450132"/>
              <a:gd name="connsiteY7217" fmla="*/ 2604431 h 5450835"/>
              <a:gd name="connsiteX7218" fmla="*/ 4584538 w 10450132"/>
              <a:gd name="connsiteY7218" fmla="*/ 2604431 h 5450835"/>
              <a:gd name="connsiteX7219" fmla="*/ 4593603 w 10450132"/>
              <a:gd name="connsiteY7219" fmla="*/ 2604431 h 5450835"/>
              <a:gd name="connsiteX7220" fmla="*/ 4594390 w 10450132"/>
              <a:gd name="connsiteY7220" fmla="*/ 2604891 h 5450835"/>
              <a:gd name="connsiteX7221" fmla="*/ 4598922 w 10450132"/>
              <a:gd name="connsiteY7221" fmla="*/ 2612772 h 5450835"/>
              <a:gd name="connsiteX7222" fmla="*/ 4598922 w 10450132"/>
              <a:gd name="connsiteY7222" fmla="*/ 2613626 h 5450835"/>
              <a:gd name="connsiteX7223" fmla="*/ 4594390 w 10450132"/>
              <a:gd name="connsiteY7223" fmla="*/ 2621508 h 5450835"/>
              <a:gd name="connsiteX7224" fmla="*/ 4593603 w 10450132"/>
              <a:gd name="connsiteY7224" fmla="*/ 2621968 h 5450835"/>
              <a:gd name="connsiteX7225" fmla="*/ 4584538 w 10450132"/>
              <a:gd name="connsiteY7225" fmla="*/ 2621968 h 5450835"/>
              <a:gd name="connsiteX7226" fmla="*/ 4583749 w 10450132"/>
              <a:gd name="connsiteY7226" fmla="*/ 2621508 h 5450835"/>
              <a:gd name="connsiteX7227" fmla="*/ 4579218 w 10450132"/>
              <a:gd name="connsiteY7227" fmla="*/ 2613626 h 5450835"/>
              <a:gd name="connsiteX7228" fmla="*/ 4579218 w 10450132"/>
              <a:gd name="connsiteY7228" fmla="*/ 2612772 h 5450835"/>
              <a:gd name="connsiteX7229" fmla="*/ 4583749 w 10450132"/>
              <a:gd name="connsiteY7229" fmla="*/ 2604891 h 5450835"/>
              <a:gd name="connsiteX7230" fmla="*/ 4584538 w 10450132"/>
              <a:gd name="connsiteY7230" fmla="*/ 2604431 h 5450835"/>
              <a:gd name="connsiteX7231" fmla="*/ 4330157 w 10450132"/>
              <a:gd name="connsiteY7231" fmla="*/ 2604431 h 5450835"/>
              <a:gd name="connsiteX7232" fmla="*/ 4339222 w 10450132"/>
              <a:gd name="connsiteY7232" fmla="*/ 2604431 h 5450835"/>
              <a:gd name="connsiteX7233" fmla="*/ 4340010 w 10450132"/>
              <a:gd name="connsiteY7233" fmla="*/ 2604891 h 5450835"/>
              <a:gd name="connsiteX7234" fmla="*/ 4344540 w 10450132"/>
              <a:gd name="connsiteY7234" fmla="*/ 2612772 h 5450835"/>
              <a:gd name="connsiteX7235" fmla="*/ 4344540 w 10450132"/>
              <a:gd name="connsiteY7235" fmla="*/ 2613626 h 5450835"/>
              <a:gd name="connsiteX7236" fmla="*/ 4340010 w 10450132"/>
              <a:gd name="connsiteY7236" fmla="*/ 2621508 h 5450835"/>
              <a:gd name="connsiteX7237" fmla="*/ 4339222 w 10450132"/>
              <a:gd name="connsiteY7237" fmla="*/ 2621968 h 5450835"/>
              <a:gd name="connsiteX7238" fmla="*/ 4330157 w 10450132"/>
              <a:gd name="connsiteY7238" fmla="*/ 2621968 h 5450835"/>
              <a:gd name="connsiteX7239" fmla="*/ 4329369 w 10450132"/>
              <a:gd name="connsiteY7239" fmla="*/ 2621508 h 5450835"/>
              <a:gd name="connsiteX7240" fmla="*/ 4324836 w 10450132"/>
              <a:gd name="connsiteY7240" fmla="*/ 2613626 h 5450835"/>
              <a:gd name="connsiteX7241" fmla="*/ 4324836 w 10450132"/>
              <a:gd name="connsiteY7241" fmla="*/ 2612772 h 5450835"/>
              <a:gd name="connsiteX7242" fmla="*/ 4329369 w 10450132"/>
              <a:gd name="connsiteY7242" fmla="*/ 2604891 h 5450835"/>
              <a:gd name="connsiteX7243" fmla="*/ 4330157 w 10450132"/>
              <a:gd name="connsiteY7243" fmla="*/ 2604431 h 5450835"/>
              <a:gd name="connsiteX7244" fmla="*/ 4075728 w 10450132"/>
              <a:gd name="connsiteY7244" fmla="*/ 2604431 h 5450835"/>
              <a:gd name="connsiteX7245" fmla="*/ 4084791 w 10450132"/>
              <a:gd name="connsiteY7245" fmla="*/ 2604431 h 5450835"/>
              <a:gd name="connsiteX7246" fmla="*/ 4085580 w 10450132"/>
              <a:gd name="connsiteY7246" fmla="*/ 2604891 h 5450835"/>
              <a:gd name="connsiteX7247" fmla="*/ 4090110 w 10450132"/>
              <a:gd name="connsiteY7247" fmla="*/ 2612772 h 5450835"/>
              <a:gd name="connsiteX7248" fmla="*/ 4090110 w 10450132"/>
              <a:gd name="connsiteY7248" fmla="*/ 2613626 h 5450835"/>
              <a:gd name="connsiteX7249" fmla="*/ 4085580 w 10450132"/>
              <a:gd name="connsiteY7249" fmla="*/ 2621508 h 5450835"/>
              <a:gd name="connsiteX7250" fmla="*/ 4084791 w 10450132"/>
              <a:gd name="connsiteY7250" fmla="*/ 2621968 h 5450835"/>
              <a:gd name="connsiteX7251" fmla="*/ 4075728 w 10450132"/>
              <a:gd name="connsiteY7251" fmla="*/ 2621968 h 5450835"/>
              <a:gd name="connsiteX7252" fmla="*/ 4074939 w 10450132"/>
              <a:gd name="connsiteY7252" fmla="*/ 2621508 h 5450835"/>
              <a:gd name="connsiteX7253" fmla="*/ 4070407 w 10450132"/>
              <a:gd name="connsiteY7253" fmla="*/ 2613626 h 5450835"/>
              <a:gd name="connsiteX7254" fmla="*/ 4070407 w 10450132"/>
              <a:gd name="connsiteY7254" fmla="*/ 2612772 h 5450835"/>
              <a:gd name="connsiteX7255" fmla="*/ 4074939 w 10450132"/>
              <a:gd name="connsiteY7255" fmla="*/ 2604891 h 5450835"/>
              <a:gd name="connsiteX7256" fmla="*/ 4075728 w 10450132"/>
              <a:gd name="connsiteY7256" fmla="*/ 2604431 h 5450835"/>
              <a:gd name="connsiteX7257" fmla="*/ 3821398 w 10450132"/>
              <a:gd name="connsiteY7257" fmla="*/ 2604431 h 5450835"/>
              <a:gd name="connsiteX7258" fmla="*/ 3830462 w 10450132"/>
              <a:gd name="connsiteY7258" fmla="*/ 2604431 h 5450835"/>
              <a:gd name="connsiteX7259" fmla="*/ 3831251 w 10450132"/>
              <a:gd name="connsiteY7259" fmla="*/ 2604891 h 5450835"/>
              <a:gd name="connsiteX7260" fmla="*/ 3835782 w 10450132"/>
              <a:gd name="connsiteY7260" fmla="*/ 2612772 h 5450835"/>
              <a:gd name="connsiteX7261" fmla="*/ 3835782 w 10450132"/>
              <a:gd name="connsiteY7261" fmla="*/ 2613626 h 5450835"/>
              <a:gd name="connsiteX7262" fmla="*/ 3831251 w 10450132"/>
              <a:gd name="connsiteY7262" fmla="*/ 2621508 h 5450835"/>
              <a:gd name="connsiteX7263" fmla="*/ 3830462 w 10450132"/>
              <a:gd name="connsiteY7263" fmla="*/ 2621968 h 5450835"/>
              <a:gd name="connsiteX7264" fmla="*/ 3821398 w 10450132"/>
              <a:gd name="connsiteY7264" fmla="*/ 2621968 h 5450835"/>
              <a:gd name="connsiteX7265" fmla="*/ 3820611 w 10450132"/>
              <a:gd name="connsiteY7265" fmla="*/ 2621508 h 5450835"/>
              <a:gd name="connsiteX7266" fmla="*/ 3816079 w 10450132"/>
              <a:gd name="connsiteY7266" fmla="*/ 2613626 h 5450835"/>
              <a:gd name="connsiteX7267" fmla="*/ 3816079 w 10450132"/>
              <a:gd name="connsiteY7267" fmla="*/ 2612772 h 5450835"/>
              <a:gd name="connsiteX7268" fmla="*/ 3820611 w 10450132"/>
              <a:gd name="connsiteY7268" fmla="*/ 2604891 h 5450835"/>
              <a:gd name="connsiteX7269" fmla="*/ 3821398 w 10450132"/>
              <a:gd name="connsiteY7269" fmla="*/ 2604431 h 5450835"/>
              <a:gd name="connsiteX7270" fmla="*/ 3567032 w 10450132"/>
              <a:gd name="connsiteY7270" fmla="*/ 2604431 h 5450835"/>
              <a:gd name="connsiteX7271" fmla="*/ 3576097 w 10450132"/>
              <a:gd name="connsiteY7271" fmla="*/ 2604431 h 5450835"/>
              <a:gd name="connsiteX7272" fmla="*/ 3576887 w 10450132"/>
              <a:gd name="connsiteY7272" fmla="*/ 2604891 h 5450835"/>
              <a:gd name="connsiteX7273" fmla="*/ 3581417 w 10450132"/>
              <a:gd name="connsiteY7273" fmla="*/ 2612772 h 5450835"/>
              <a:gd name="connsiteX7274" fmla="*/ 3581417 w 10450132"/>
              <a:gd name="connsiteY7274" fmla="*/ 2613626 h 5450835"/>
              <a:gd name="connsiteX7275" fmla="*/ 3576887 w 10450132"/>
              <a:gd name="connsiteY7275" fmla="*/ 2621508 h 5450835"/>
              <a:gd name="connsiteX7276" fmla="*/ 3576097 w 10450132"/>
              <a:gd name="connsiteY7276" fmla="*/ 2621968 h 5450835"/>
              <a:gd name="connsiteX7277" fmla="*/ 3567032 w 10450132"/>
              <a:gd name="connsiteY7277" fmla="*/ 2621968 h 5450835"/>
              <a:gd name="connsiteX7278" fmla="*/ 3566246 w 10450132"/>
              <a:gd name="connsiteY7278" fmla="*/ 2621508 h 5450835"/>
              <a:gd name="connsiteX7279" fmla="*/ 3561713 w 10450132"/>
              <a:gd name="connsiteY7279" fmla="*/ 2613626 h 5450835"/>
              <a:gd name="connsiteX7280" fmla="*/ 3561713 w 10450132"/>
              <a:gd name="connsiteY7280" fmla="*/ 2612772 h 5450835"/>
              <a:gd name="connsiteX7281" fmla="*/ 3566246 w 10450132"/>
              <a:gd name="connsiteY7281" fmla="*/ 2604891 h 5450835"/>
              <a:gd name="connsiteX7282" fmla="*/ 3567032 w 10450132"/>
              <a:gd name="connsiteY7282" fmla="*/ 2604431 h 5450835"/>
              <a:gd name="connsiteX7283" fmla="*/ 3312819 w 10450132"/>
              <a:gd name="connsiteY7283" fmla="*/ 2604431 h 5450835"/>
              <a:gd name="connsiteX7284" fmla="*/ 3321883 w 10450132"/>
              <a:gd name="connsiteY7284" fmla="*/ 2604431 h 5450835"/>
              <a:gd name="connsiteX7285" fmla="*/ 3322672 w 10450132"/>
              <a:gd name="connsiteY7285" fmla="*/ 2604891 h 5450835"/>
              <a:gd name="connsiteX7286" fmla="*/ 3327204 w 10450132"/>
              <a:gd name="connsiteY7286" fmla="*/ 2612772 h 5450835"/>
              <a:gd name="connsiteX7287" fmla="*/ 3327204 w 10450132"/>
              <a:gd name="connsiteY7287" fmla="*/ 2613626 h 5450835"/>
              <a:gd name="connsiteX7288" fmla="*/ 3322672 w 10450132"/>
              <a:gd name="connsiteY7288" fmla="*/ 2621508 h 5450835"/>
              <a:gd name="connsiteX7289" fmla="*/ 3321883 w 10450132"/>
              <a:gd name="connsiteY7289" fmla="*/ 2621968 h 5450835"/>
              <a:gd name="connsiteX7290" fmla="*/ 3312819 w 10450132"/>
              <a:gd name="connsiteY7290" fmla="*/ 2621968 h 5450835"/>
              <a:gd name="connsiteX7291" fmla="*/ 3312031 w 10450132"/>
              <a:gd name="connsiteY7291" fmla="*/ 2621508 h 5450835"/>
              <a:gd name="connsiteX7292" fmla="*/ 3307496 w 10450132"/>
              <a:gd name="connsiteY7292" fmla="*/ 2613626 h 5450835"/>
              <a:gd name="connsiteX7293" fmla="*/ 3307496 w 10450132"/>
              <a:gd name="connsiteY7293" fmla="*/ 2612772 h 5450835"/>
              <a:gd name="connsiteX7294" fmla="*/ 3312031 w 10450132"/>
              <a:gd name="connsiteY7294" fmla="*/ 2604891 h 5450835"/>
              <a:gd name="connsiteX7295" fmla="*/ 3312819 w 10450132"/>
              <a:gd name="connsiteY7295" fmla="*/ 2604431 h 5450835"/>
              <a:gd name="connsiteX7296" fmla="*/ 3058421 w 10450132"/>
              <a:gd name="connsiteY7296" fmla="*/ 2604431 h 5450835"/>
              <a:gd name="connsiteX7297" fmla="*/ 3067487 w 10450132"/>
              <a:gd name="connsiteY7297" fmla="*/ 2604431 h 5450835"/>
              <a:gd name="connsiteX7298" fmla="*/ 3068275 w 10450132"/>
              <a:gd name="connsiteY7298" fmla="*/ 2604891 h 5450835"/>
              <a:gd name="connsiteX7299" fmla="*/ 3072807 w 10450132"/>
              <a:gd name="connsiteY7299" fmla="*/ 2612772 h 5450835"/>
              <a:gd name="connsiteX7300" fmla="*/ 3072807 w 10450132"/>
              <a:gd name="connsiteY7300" fmla="*/ 2613626 h 5450835"/>
              <a:gd name="connsiteX7301" fmla="*/ 3068275 w 10450132"/>
              <a:gd name="connsiteY7301" fmla="*/ 2621508 h 5450835"/>
              <a:gd name="connsiteX7302" fmla="*/ 3067487 w 10450132"/>
              <a:gd name="connsiteY7302" fmla="*/ 2621968 h 5450835"/>
              <a:gd name="connsiteX7303" fmla="*/ 3058421 w 10450132"/>
              <a:gd name="connsiteY7303" fmla="*/ 2621968 h 5450835"/>
              <a:gd name="connsiteX7304" fmla="*/ 3057633 w 10450132"/>
              <a:gd name="connsiteY7304" fmla="*/ 2621508 h 5450835"/>
              <a:gd name="connsiteX7305" fmla="*/ 3053100 w 10450132"/>
              <a:gd name="connsiteY7305" fmla="*/ 2613626 h 5450835"/>
              <a:gd name="connsiteX7306" fmla="*/ 3053100 w 10450132"/>
              <a:gd name="connsiteY7306" fmla="*/ 2612772 h 5450835"/>
              <a:gd name="connsiteX7307" fmla="*/ 3057633 w 10450132"/>
              <a:gd name="connsiteY7307" fmla="*/ 2604891 h 5450835"/>
              <a:gd name="connsiteX7308" fmla="*/ 3058421 w 10450132"/>
              <a:gd name="connsiteY7308" fmla="*/ 2604431 h 5450835"/>
              <a:gd name="connsiteX7309" fmla="*/ 2803841 w 10450132"/>
              <a:gd name="connsiteY7309" fmla="*/ 2604431 h 5450835"/>
              <a:gd name="connsiteX7310" fmla="*/ 2812906 w 10450132"/>
              <a:gd name="connsiteY7310" fmla="*/ 2604431 h 5450835"/>
              <a:gd name="connsiteX7311" fmla="*/ 2813693 w 10450132"/>
              <a:gd name="connsiteY7311" fmla="*/ 2604891 h 5450835"/>
              <a:gd name="connsiteX7312" fmla="*/ 2818225 w 10450132"/>
              <a:gd name="connsiteY7312" fmla="*/ 2612772 h 5450835"/>
              <a:gd name="connsiteX7313" fmla="*/ 2818225 w 10450132"/>
              <a:gd name="connsiteY7313" fmla="*/ 2613626 h 5450835"/>
              <a:gd name="connsiteX7314" fmla="*/ 2813693 w 10450132"/>
              <a:gd name="connsiteY7314" fmla="*/ 2621508 h 5450835"/>
              <a:gd name="connsiteX7315" fmla="*/ 2812906 w 10450132"/>
              <a:gd name="connsiteY7315" fmla="*/ 2621968 h 5450835"/>
              <a:gd name="connsiteX7316" fmla="*/ 2803841 w 10450132"/>
              <a:gd name="connsiteY7316" fmla="*/ 2621968 h 5450835"/>
              <a:gd name="connsiteX7317" fmla="*/ 2803053 w 10450132"/>
              <a:gd name="connsiteY7317" fmla="*/ 2621508 h 5450835"/>
              <a:gd name="connsiteX7318" fmla="*/ 2798521 w 10450132"/>
              <a:gd name="connsiteY7318" fmla="*/ 2613626 h 5450835"/>
              <a:gd name="connsiteX7319" fmla="*/ 2798521 w 10450132"/>
              <a:gd name="connsiteY7319" fmla="*/ 2612772 h 5450835"/>
              <a:gd name="connsiteX7320" fmla="*/ 2803053 w 10450132"/>
              <a:gd name="connsiteY7320" fmla="*/ 2604891 h 5450835"/>
              <a:gd name="connsiteX7321" fmla="*/ 2803841 w 10450132"/>
              <a:gd name="connsiteY7321" fmla="*/ 2604431 h 5450835"/>
              <a:gd name="connsiteX7322" fmla="*/ 2549516 w 10450132"/>
              <a:gd name="connsiteY7322" fmla="*/ 2604431 h 5450835"/>
              <a:gd name="connsiteX7323" fmla="*/ 2558580 w 10450132"/>
              <a:gd name="connsiteY7323" fmla="*/ 2604431 h 5450835"/>
              <a:gd name="connsiteX7324" fmla="*/ 2559369 w 10450132"/>
              <a:gd name="connsiteY7324" fmla="*/ 2604891 h 5450835"/>
              <a:gd name="connsiteX7325" fmla="*/ 2563902 w 10450132"/>
              <a:gd name="connsiteY7325" fmla="*/ 2612772 h 5450835"/>
              <a:gd name="connsiteX7326" fmla="*/ 2563902 w 10450132"/>
              <a:gd name="connsiteY7326" fmla="*/ 2613626 h 5450835"/>
              <a:gd name="connsiteX7327" fmla="*/ 2559369 w 10450132"/>
              <a:gd name="connsiteY7327" fmla="*/ 2621508 h 5450835"/>
              <a:gd name="connsiteX7328" fmla="*/ 2558580 w 10450132"/>
              <a:gd name="connsiteY7328" fmla="*/ 2621968 h 5450835"/>
              <a:gd name="connsiteX7329" fmla="*/ 2549516 w 10450132"/>
              <a:gd name="connsiteY7329" fmla="*/ 2621968 h 5450835"/>
              <a:gd name="connsiteX7330" fmla="*/ 2548727 w 10450132"/>
              <a:gd name="connsiteY7330" fmla="*/ 2621508 h 5450835"/>
              <a:gd name="connsiteX7331" fmla="*/ 2544195 w 10450132"/>
              <a:gd name="connsiteY7331" fmla="*/ 2613626 h 5450835"/>
              <a:gd name="connsiteX7332" fmla="*/ 2544195 w 10450132"/>
              <a:gd name="connsiteY7332" fmla="*/ 2612772 h 5450835"/>
              <a:gd name="connsiteX7333" fmla="*/ 2548727 w 10450132"/>
              <a:gd name="connsiteY7333" fmla="*/ 2604891 h 5450835"/>
              <a:gd name="connsiteX7334" fmla="*/ 2549516 w 10450132"/>
              <a:gd name="connsiteY7334" fmla="*/ 2604431 h 5450835"/>
              <a:gd name="connsiteX7335" fmla="*/ 2295000 w 10450132"/>
              <a:gd name="connsiteY7335" fmla="*/ 2604431 h 5450835"/>
              <a:gd name="connsiteX7336" fmla="*/ 2304065 w 10450132"/>
              <a:gd name="connsiteY7336" fmla="*/ 2604431 h 5450835"/>
              <a:gd name="connsiteX7337" fmla="*/ 2304853 w 10450132"/>
              <a:gd name="connsiteY7337" fmla="*/ 2604891 h 5450835"/>
              <a:gd name="connsiteX7338" fmla="*/ 2309386 w 10450132"/>
              <a:gd name="connsiteY7338" fmla="*/ 2612772 h 5450835"/>
              <a:gd name="connsiteX7339" fmla="*/ 2309386 w 10450132"/>
              <a:gd name="connsiteY7339" fmla="*/ 2613626 h 5450835"/>
              <a:gd name="connsiteX7340" fmla="*/ 2304853 w 10450132"/>
              <a:gd name="connsiteY7340" fmla="*/ 2621508 h 5450835"/>
              <a:gd name="connsiteX7341" fmla="*/ 2304065 w 10450132"/>
              <a:gd name="connsiteY7341" fmla="*/ 2621968 h 5450835"/>
              <a:gd name="connsiteX7342" fmla="*/ 2295000 w 10450132"/>
              <a:gd name="connsiteY7342" fmla="*/ 2621968 h 5450835"/>
              <a:gd name="connsiteX7343" fmla="*/ 2294212 w 10450132"/>
              <a:gd name="connsiteY7343" fmla="*/ 2621508 h 5450835"/>
              <a:gd name="connsiteX7344" fmla="*/ 2289680 w 10450132"/>
              <a:gd name="connsiteY7344" fmla="*/ 2613626 h 5450835"/>
              <a:gd name="connsiteX7345" fmla="*/ 2289680 w 10450132"/>
              <a:gd name="connsiteY7345" fmla="*/ 2612772 h 5450835"/>
              <a:gd name="connsiteX7346" fmla="*/ 2294212 w 10450132"/>
              <a:gd name="connsiteY7346" fmla="*/ 2604891 h 5450835"/>
              <a:gd name="connsiteX7347" fmla="*/ 2295000 w 10450132"/>
              <a:gd name="connsiteY7347" fmla="*/ 2604431 h 5450835"/>
              <a:gd name="connsiteX7348" fmla="*/ 2040756 w 10450132"/>
              <a:gd name="connsiteY7348" fmla="*/ 2604431 h 5450835"/>
              <a:gd name="connsiteX7349" fmla="*/ 2049821 w 10450132"/>
              <a:gd name="connsiteY7349" fmla="*/ 2604431 h 5450835"/>
              <a:gd name="connsiteX7350" fmla="*/ 2050609 w 10450132"/>
              <a:gd name="connsiteY7350" fmla="*/ 2604891 h 5450835"/>
              <a:gd name="connsiteX7351" fmla="*/ 2055141 w 10450132"/>
              <a:gd name="connsiteY7351" fmla="*/ 2612772 h 5450835"/>
              <a:gd name="connsiteX7352" fmla="*/ 2055141 w 10450132"/>
              <a:gd name="connsiteY7352" fmla="*/ 2613626 h 5450835"/>
              <a:gd name="connsiteX7353" fmla="*/ 2050609 w 10450132"/>
              <a:gd name="connsiteY7353" fmla="*/ 2621508 h 5450835"/>
              <a:gd name="connsiteX7354" fmla="*/ 2049821 w 10450132"/>
              <a:gd name="connsiteY7354" fmla="*/ 2621968 h 5450835"/>
              <a:gd name="connsiteX7355" fmla="*/ 2040756 w 10450132"/>
              <a:gd name="connsiteY7355" fmla="*/ 2621968 h 5450835"/>
              <a:gd name="connsiteX7356" fmla="*/ 2039968 w 10450132"/>
              <a:gd name="connsiteY7356" fmla="*/ 2621508 h 5450835"/>
              <a:gd name="connsiteX7357" fmla="*/ 2035435 w 10450132"/>
              <a:gd name="connsiteY7357" fmla="*/ 2613626 h 5450835"/>
              <a:gd name="connsiteX7358" fmla="*/ 2035435 w 10450132"/>
              <a:gd name="connsiteY7358" fmla="*/ 2612772 h 5450835"/>
              <a:gd name="connsiteX7359" fmla="*/ 2039968 w 10450132"/>
              <a:gd name="connsiteY7359" fmla="*/ 2604891 h 5450835"/>
              <a:gd name="connsiteX7360" fmla="*/ 2040756 w 10450132"/>
              <a:gd name="connsiteY7360" fmla="*/ 2604431 h 5450835"/>
              <a:gd name="connsiteX7361" fmla="*/ 1786201 w 10450132"/>
              <a:gd name="connsiteY7361" fmla="*/ 2604431 h 5450835"/>
              <a:gd name="connsiteX7362" fmla="*/ 1795266 w 10450132"/>
              <a:gd name="connsiteY7362" fmla="*/ 2604431 h 5450835"/>
              <a:gd name="connsiteX7363" fmla="*/ 1796055 w 10450132"/>
              <a:gd name="connsiteY7363" fmla="*/ 2604891 h 5450835"/>
              <a:gd name="connsiteX7364" fmla="*/ 1800586 w 10450132"/>
              <a:gd name="connsiteY7364" fmla="*/ 2612772 h 5450835"/>
              <a:gd name="connsiteX7365" fmla="*/ 1800586 w 10450132"/>
              <a:gd name="connsiteY7365" fmla="*/ 2613626 h 5450835"/>
              <a:gd name="connsiteX7366" fmla="*/ 1796055 w 10450132"/>
              <a:gd name="connsiteY7366" fmla="*/ 2621508 h 5450835"/>
              <a:gd name="connsiteX7367" fmla="*/ 1795266 w 10450132"/>
              <a:gd name="connsiteY7367" fmla="*/ 2621968 h 5450835"/>
              <a:gd name="connsiteX7368" fmla="*/ 1786201 w 10450132"/>
              <a:gd name="connsiteY7368" fmla="*/ 2621968 h 5450835"/>
              <a:gd name="connsiteX7369" fmla="*/ 1785414 w 10450132"/>
              <a:gd name="connsiteY7369" fmla="*/ 2621508 h 5450835"/>
              <a:gd name="connsiteX7370" fmla="*/ 1780882 w 10450132"/>
              <a:gd name="connsiteY7370" fmla="*/ 2613626 h 5450835"/>
              <a:gd name="connsiteX7371" fmla="*/ 1780882 w 10450132"/>
              <a:gd name="connsiteY7371" fmla="*/ 2612772 h 5450835"/>
              <a:gd name="connsiteX7372" fmla="*/ 1785414 w 10450132"/>
              <a:gd name="connsiteY7372" fmla="*/ 2604891 h 5450835"/>
              <a:gd name="connsiteX7373" fmla="*/ 1786201 w 10450132"/>
              <a:gd name="connsiteY7373" fmla="*/ 2604431 h 5450835"/>
              <a:gd name="connsiteX7374" fmla="*/ 1531885 w 10450132"/>
              <a:gd name="connsiteY7374" fmla="*/ 2604431 h 5450835"/>
              <a:gd name="connsiteX7375" fmla="*/ 1540949 w 10450132"/>
              <a:gd name="connsiteY7375" fmla="*/ 2604431 h 5450835"/>
              <a:gd name="connsiteX7376" fmla="*/ 1541737 w 10450132"/>
              <a:gd name="connsiteY7376" fmla="*/ 2604891 h 5450835"/>
              <a:gd name="connsiteX7377" fmla="*/ 1546269 w 10450132"/>
              <a:gd name="connsiteY7377" fmla="*/ 2612772 h 5450835"/>
              <a:gd name="connsiteX7378" fmla="*/ 1546269 w 10450132"/>
              <a:gd name="connsiteY7378" fmla="*/ 2613626 h 5450835"/>
              <a:gd name="connsiteX7379" fmla="*/ 1541737 w 10450132"/>
              <a:gd name="connsiteY7379" fmla="*/ 2621508 h 5450835"/>
              <a:gd name="connsiteX7380" fmla="*/ 1540949 w 10450132"/>
              <a:gd name="connsiteY7380" fmla="*/ 2621968 h 5450835"/>
              <a:gd name="connsiteX7381" fmla="*/ 1531885 w 10450132"/>
              <a:gd name="connsiteY7381" fmla="*/ 2621968 h 5450835"/>
              <a:gd name="connsiteX7382" fmla="*/ 1531098 w 10450132"/>
              <a:gd name="connsiteY7382" fmla="*/ 2621508 h 5450835"/>
              <a:gd name="connsiteX7383" fmla="*/ 1526565 w 10450132"/>
              <a:gd name="connsiteY7383" fmla="*/ 2613626 h 5450835"/>
              <a:gd name="connsiteX7384" fmla="*/ 1526565 w 10450132"/>
              <a:gd name="connsiteY7384" fmla="*/ 2612772 h 5450835"/>
              <a:gd name="connsiteX7385" fmla="*/ 1531098 w 10450132"/>
              <a:gd name="connsiteY7385" fmla="*/ 2604891 h 5450835"/>
              <a:gd name="connsiteX7386" fmla="*/ 1531885 w 10450132"/>
              <a:gd name="connsiteY7386" fmla="*/ 2604431 h 5450835"/>
              <a:gd name="connsiteX7387" fmla="*/ 1277494 w 10450132"/>
              <a:gd name="connsiteY7387" fmla="*/ 2604431 h 5450835"/>
              <a:gd name="connsiteX7388" fmla="*/ 1286560 w 10450132"/>
              <a:gd name="connsiteY7388" fmla="*/ 2604431 h 5450835"/>
              <a:gd name="connsiteX7389" fmla="*/ 1287348 w 10450132"/>
              <a:gd name="connsiteY7389" fmla="*/ 2604891 h 5450835"/>
              <a:gd name="connsiteX7390" fmla="*/ 1291879 w 10450132"/>
              <a:gd name="connsiteY7390" fmla="*/ 2612772 h 5450835"/>
              <a:gd name="connsiteX7391" fmla="*/ 1291879 w 10450132"/>
              <a:gd name="connsiteY7391" fmla="*/ 2613626 h 5450835"/>
              <a:gd name="connsiteX7392" fmla="*/ 1287348 w 10450132"/>
              <a:gd name="connsiteY7392" fmla="*/ 2621508 h 5450835"/>
              <a:gd name="connsiteX7393" fmla="*/ 1286560 w 10450132"/>
              <a:gd name="connsiteY7393" fmla="*/ 2621968 h 5450835"/>
              <a:gd name="connsiteX7394" fmla="*/ 1277494 w 10450132"/>
              <a:gd name="connsiteY7394" fmla="*/ 2621968 h 5450835"/>
              <a:gd name="connsiteX7395" fmla="*/ 1276707 w 10450132"/>
              <a:gd name="connsiteY7395" fmla="*/ 2621508 h 5450835"/>
              <a:gd name="connsiteX7396" fmla="*/ 1272176 w 10450132"/>
              <a:gd name="connsiteY7396" fmla="*/ 2613626 h 5450835"/>
              <a:gd name="connsiteX7397" fmla="*/ 1272176 w 10450132"/>
              <a:gd name="connsiteY7397" fmla="*/ 2612772 h 5450835"/>
              <a:gd name="connsiteX7398" fmla="*/ 1276707 w 10450132"/>
              <a:gd name="connsiteY7398" fmla="*/ 2604891 h 5450835"/>
              <a:gd name="connsiteX7399" fmla="*/ 1277494 w 10450132"/>
              <a:gd name="connsiteY7399" fmla="*/ 2604431 h 5450835"/>
              <a:gd name="connsiteX7400" fmla="*/ 1023121 w 10450132"/>
              <a:gd name="connsiteY7400" fmla="*/ 2604431 h 5450835"/>
              <a:gd name="connsiteX7401" fmla="*/ 1032185 w 10450132"/>
              <a:gd name="connsiteY7401" fmla="*/ 2604431 h 5450835"/>
              <a:gd name="connsiteX7402" fmla="*/ 1032973 w 10450132"/>
              <a:gd name="connsiteY7402" fmla="*/ 2604891 h 5450835"/>
              <a:gd name="connsiteX7403" fmla="*/ 1037505 w 10450132"/>
              <a:gd name="connsiteY7403" fmla="*/ 2612772 h 5450835"/>
              <a:gd name="connsiteX7404" fmla="*/ 1037505 w 10450132"/>
              <a:gd name="connsiteY7404" fmla="*/ 2613626 h 5450835"/>
              <a:gd name="connsiteX7405" fmla="*/ 1032973 w 10450132"/>
              <a:gd name="connsiteY7405" fmla="*/ 2621508 h 5450835"/>
              <a:gd name="connsiteX7406" fmla="*/ 1032185 w 10450132"/>
              <a:gd name="connsiteY7406" fmla="*/ 2621968 h 5450835"/>
              <a:gd name="connsiteX7407" fmla="*/ 1023121 w 10450132"/>
              <a:gd name="connsiteY7407" fmla="*/ 2621968 h 5450835"/>
              <a:gd name="connsiteX7408" fmla="*/ 1022334 w 10450132"/>
              <a:gd name="connsiteY7408" fmla="*/ 2621508 h 5450835"/>
              <a:gd name="connsiteX7409" fmla="*/ 1017801 w 10450132"/>
              <a:gd name="connsiteY7409" fmla="*/ 2613626 h 5450835"/>
              <a:gd name="connsiteX7410" fmla="*/ 1017801 w 10450132"/>
              <a:gd name="connsiteY7410" fmla="*/ 2612772 h 5450835"/>
              <a:gd name="connsiteX7411" fmla="*/ 1022334 w 10450132"/>
              <a:gd name="connsiteY7411" fmla="*/ 2604891 h 5450835"/>
              <a:gd name="connsiteX7412" fmla="*/ 1023121 w 10450132"/>
              <a:gd name="connsiteY7412" fmla="*/ 2604431 h 5450835"/>
              <a:gd name="connsiteX7413" fmla="*/ 768691 w 10450132"/>
              <a:gd name="connsiteY7413" fmla="*/ 2604431 h 5450835"/>
              <a:gd name="connsiteX7414" fmla="*/ 777753 w 10450132"/>
              <a:gd name="connsiteY7414" fmla="*/ 2604431 h 5450835"/>
              <a:gd name="connsiteX7415" fmla="*/ 778541 w 10450132"/>
              <a:gd name="connsiteY7415" fmla="*/ 2604891 h 5450835"/>
              <a:gd name="connsiteX7416" fmla="*/ 783074 w 10450132"/>
              <a:gd name="connsiteY7416" fmla="*/ 2612772 h 5450835"/>
              <a:gd name="connsiteX7417" fmla="*/ 783074 w 10450132"/>
              <a:gd name="connsiteY7417" fmla="*/ 2613626 h 5450835"/>
              <a:gd name="connsiteX7418" fmla="*/ 778541 w 10450132"/>
              <a:gd name="connsiteY7418" fmla="*/ 2621508 h 5450835"/>
              <a:gd name="connsiteX7419" fmla="*/ 777753 w 10450132"/>
              <a:gd name="connsiteY7419" fmla="*/ 2621968 h 5450835"/>
              <a:gd name="connsiteX7420" fmla="*/ 768691 w 10450132"/>
              <a:gd name="connsiteY7420" fmla="*/ 2621968 h 5450835"/>
              <a:gd name="connsiteX7421" fmla="*/ 767903 w 10450132"/>
              <a:gd name="connsiteY7421" fmla="*/ 2621508 h 5450835"/>
              <a:gd name="connsiteX7422" fmla="*/ 763369 w 10450132"/>
              <a:gd name="connsiteY7422" fmla="*/ 2613626 h 5450835"/>
              <a:gd name="connsiteX7423" fmla="*/ 763369 w 10450132"/>
              <a:gd name="connsiteY7423" fmla="*/ 2612772 h 5450835"/>
              <a:gd name="connsiteX7424" fmla="*/ 767903 w 10450132"/>
              <a:gd name="connsiteY7424" fmla="*/ 2604891 h 5450835"/>
              <a:gd name="connsiteX7425" fmla="*/ 768691 w 10450132"/>
              <a:gd name="connsiteY7425" fmla="*/ 2604431 h 5450835"/>
              <a:gd name="connsiteX7426" fmla="*/ 514184 w 10450132"/>
              <a:gd name="connsiteY7426" fmla="*/ 2604431 h 5450835"/>
              <a:gd name="connsiteX7427" fmla="*/ 523248 w 10450132"/>
              <a:gd name="connsiteY7427" fmla="*/ 2604431 h 5450835"/>
              <a:gd name="connsiteX7428" fmla="*/ 524037 w 10450132"/>
              <a:gd name="connsiteY7428" fmla="*/ 2604891 h 5450835"/>
              <a:gd name="connsiteX7429" fmla="*/ 528568 w 10450132"/>
              <a:gd name="connsiteY7429" fmla="*/ 2612772 h 5450835"/>
              <a:gd name="connsiteX7430" fmla="*/ 528568 w 10450132"/>
              <a:gd name="connsiteY7430" fmla="*/ 2613626 h 5450835"/>
              <a:gd name="connsiteX7431" fmla="*/ 524037 w 10450132"/>
              <a:gd name="connsiteY7431" fmla="*/ 2621508 h 5450835"/>
              <a:gd name="connsiteX7432" fmla="*/ 523248 w 10450132"/>
              <a:gd name="connsiteY7432" fmla="*/ 2621968 h 5450835"/>
              <a:gd name="connsiteX7433" fmla="*/ 514184 w 10450132"/>
              <a:gd name="connsiteY7433" fmla="*/ 2621968 h 5450835"/>
              <a:gd name="connsiteX7434" fmla="*/ 513396 w 10450132"/>
              <a:gd name="connsiteY7434" fmla="*/ 2621508 h 5450835"/>
              <a:gd name="connsiteX7435" fmla="*/ 508864 w 10450132"/>
              <a:gd name="connsiteY7435" fmla="*/ 2613626 h 5450835"/>
              <a:gd name="connsiteX7436" fmla="*/ 508864 w 10450132"/>
              <a:gd name="connsiteY7436" fmla="*/ 2612772 h 5450835"/>
              <a:gd name="connsiteX7437" fmla="*/ 513396 w 10450132"/>
              <a:gd name="connsiteY7437" fmla="*/ 2604891 h 5450835"/>
              <a:gd name="connsiteX7438" fmla="*/ 514184 w 10450132"/>
              <a:gd name="connsiteY7438" fmla="*/ 2604431 h 5450835"/>
              <a:gd name="connsiteX7439" fmla="*/ 259911 w 10450132"/>
              <a:gd name="connsiteY7439" fmla="*/ 2604431 h 5450835"/>
              <a:gd name="connsiteX7440" fmla="*/ 268974 w 10450132"/>
              <a:gd name="connsiteY7440" fmla="*/ 2604431 h 5450835"/>
              <a:gd name="connsiteX7441" fmla="*/ 269763 w 10450132"/>
              <a:gd name="connsiteY7441" fmla="*/ 2604891 h 5450835"/>
              <a:gd name="connsiteX7442" fmla="*/ 274294 w 10450132"/>
              <a:gd name="connsiteY7442" fmla="*/ 2612772 h 5450835"/>
              <a:gd name="connsiteX7443" fmla="*/ 274294 w 10450132"/>
              <a:gd name="connsiteY7443" fmla="*/ 2613626 h 5450835"/>
              <a:gd name="connsiteX7444" fmla="*/ 269763 w 10450132"/>
              <a:gd name="connsiteY7444" fmla="*/ 2621508 h 5450835"/>
              <a:gd name="connsiteX7445" fmla="*/ 268974 w 10450132"/>
              <a:gd name="connsiteY7445" fmla="*/ 2621968 h 5450835"/>
              <a:gd name="connsiteX7446" fmla="*/ 259911 w 10450132"/>
              <a:gd name="connsiteY7446" fmla="*/ 2621968 h 5450835"/>
              <a:gd name="connsiteX7447" fmla="*/ 259122 w 10450132"/>
              <a:gd name="connsiteY7447" fmla="*/ 2621508 h 5450835"/>
              <a:gd name="connsiteX7448" fmla="*/ 254590 w 10450132"/>
              <a:gd name="connsiteY7448" fmla="*/ 2613626 h 5450835"/>
              <a:gd name="connsiteX7449" fmla="*/ 254590 w 10450132"/>
              <a:gd name="connsiteY7449" fmla="*/ 2612772 h 5450835"/>
              <a:gd name="connsiteX7450" fmla="*/ 259122 w 10450132"/>
              <a:gd name="connsiteY7450" fmla="*/ 2604891 h 5450835"/>
              <a:gd name="connsiteX7451" fmla="*/ 259911 w 10450132"/>
              <a:gd name="connsiteY7451" fmla="*/ 2604431 h 5450835"/>
              <a:gd name="connsiteX7452" fmla="*/ 5483 w 10450132"/>
              <a:gd name="connsiteY7452" fmla="*/ 2604431 h 5450835"/>
              <a:gd name="connsiteX7453" fmla="*/ 14547 w 10450132"/>
              <a:gd name="connsiteY7453" fmla="*/ 2604431 h 5450835"/>
              <a:gd name="connsiteX7454" fmla="*/ 15335 w 10450132"/>
              <a:gd name="connsiteY7454" fmla="*/ 2604891 h 5450835"/>
              <a:gd name="connsiteX7455" fmla="*/ 19867 w 10450132"/>
              <a:gd name="connsiteY7455" fmla="*/ 2612772 h 5450835"/>
              <a:gd name="connsiteX7456" fmla="*/ 19867 w 10450132"/>
              <a:gd name="connsiteY7456" fmla="*/ 2613626 h 5450835"/>
              <a:gd name="connsiteX7457" fmla="*/ 15335 w 10450132"/>
              <a:gd name="connsiteY7457" fmla="*/ 2621508 h 5450835"/>
              <a:gd name="connsiteX7458" fmla="*/ 14547 w 10450132"/>
              <a:gd name="connsiteY7458" fmla="*/ 2621968 h 5450835"/>
              <a:gd name="connsiteX7459" fmla="*/ 5483 w 10450132"/>
              <a:gd name="connsiteY7459" fmla="*/ 2621968 h 5450835"/>
              <a:gd name="connsiteX7460" fmla="*/ 4694 w 10450132"/>
              <a:gd name="connsiteY7460" fmla="*/ 2621508 h 5450835"/>
              <a:gd name="connsiteX7461" fmla="*/ 162 w 10450132"/>
              <a:gd name="connsiteY7461" fmla="*/ 2613626 h 5450835"/>
              <a:gd name="connsiteX7462" fmla="*/ 162 w 10450132"/>
              <a:gd name="connsiteY7462" fmla="*/ 2612772 h 5450835"/>
              <a:gd name="connsiteX7463" fmla="*/ 4694 w 10450132"/>
              <a:gd name="connsiteY7463" fmla="*/ 2604891 h 5450835"/>
              <a:gd name="connsiteX7464" fmla="*/ 5483 w 10450132"/>
              <a:gd name="connsiteY7464" fmla="*/ 2604431 h 5450835"/>
              <a:gd name="connsiteX7465" fmla="*/ 10435622 w 10450132"/>
              <a:gd name="connsiteY7465" fmla="*/ 2387357 h 5450835"/>
              <a:gd name="connsiteX7466" fmla="*/ 10444686 w 10450132"/>
              <a:gd name="connsiteY7466" fmla="*/ 2387357 h 5450835"/>
              <a:gd name="connsiteX7467" fmla="*/ 10445474 w 10450132"/>
              <a:gd name="connsiteY7467" fmla="*/ 2387816 h 5450835"/>
              <a:gd name="connsiteX7468" fmla="*/ 10450007 w 10450132"/>
              <a:gd name="connsiteY7468" fmla="*/ 2395698 h 5450835"/>
              <a:gd name="connsiteX7469" fmla="*/ 10450007 w 10450132"/>
              <a:gd name="connsiteY7469" fmla="*/ 2396552 h 5450835"/>
              <a:gd name="connsiteX7470" fmla="*/ 10445474 w 10450132"/>
              <a:gd name="connsiteY7470" fmla="*/ 2404434 h 5450835"/>
              <a:gd name="connsiteX7471" fmla="*/ 10444686 w 10450132"/>
              <a:gd name="connsiteY7471" fmla="*/ 2404893 h 5450835"/>
              <a:gd name="connsiteX7472" fmla="*/ 10435622 w 10450132"/>
              <a:gd name="connsiteY7472" fmla="*/ 2404893 h 5450835"/>
              <a:gd name="connsiteX7473" fmla="*/ 10434834 w 10450132"/>
              <a:gd name="connsiteY7473" fmla="*/ 2404434 h 5450835"/>
              <a:gd name="connsiteX7474" fmla="*/ 10430302 w 10450132"/>
              <a:gd name="connsiteY7474" fmla="*/ 2396552 h 5450835"/>
              <a:gd name="connsiteX7475" fmla="*/ 10430302 w 10450132"/>
              <a:gd name="connsiteY7475" fmla="*/ 2395698 h 5450835"/>
              <a:gd name="connsiteX7476" fmla="*/ 10434834 w 10450132"/>
              <a:gd name="connsiteY7476" fmla="*/ 2387816 h 5450835"/>
              <a:gd name="connsiteX7477" fmla="*/ 10435622 w 10450132"/>
              <a:gd name="connsiteY7477" fmla="*/ 2387357 h 5450835"/>
              <a:gd name="connsiteX7478" fmla="*/ 10181242 w 10450132"/>
              <a:gd name="connsiteY7478" fmla="*/ 2387357 h 5450835"/>
              <a:gd name="connsiteX7479" fmla="*/ 10190305 w 10450132"/>
              <a:gd name="connsiteY7479" fmla="*/ 2387357 h 5450835"/>
              <a:gd name="connsiteX7480" fmla="*/ 10191093 w 10450132"/>
              <a:gd name="connsiteY7480" fmla="*/ 2387816 h 5450835"/>
              <a:gd name="connsiteX7481" fmla="*/ 10195626 w 10450132"/>
              <a:gd name="connsiteY7481" fmla="*/ 2395698 h 5450835"/>
              <a:gd name="connsiteX7482" fmla="*/ 10195626 w 10450132"/>
              <a:gd name="connsiteY7482" fmla="*/ 2396552 h 5450835"/>
              <a:gd name="connsiteX7483" fmla="*/ 10191093 w 10450132"/>
              <a:gd name="connsiteY7483" fmla="*/ 2404434 h 5450835"/>
              <a:gd name="connsiteX7484" fmla="*/ 10190305 w 10450132"/>
              <a:gd name="connsiteY7484" fmla="*/ 2404893 h 5450835"/>
              <a:gd name="connsiteX7485" fmla="*/ 10181242 w 10450132"/>
              <a:gd name="connsiteY7485" fmla="*/ 2404893 h 5450835"/>
              <a:gd name="connsiteX7486" fmla="*/ 10180453 w 10450132"/>
              <a:gd name="connsiteY7486" fmla="*/ 2404434 h 5450835"/>
              <a:gd name="connsiteX7487" fmla="*/ 10175922 w 10450132"/>
              <a:gd name="connsiteY7487" fmla="*/ 2396552 h 5450835"/>
              <a:gd name="connsiteX7488" fmla="*/ 10175922 w 10450132"/>
              <a:gd name="connsiteY7488" fmla="*/ 2395698 h 5450835"/>
              <a:gd name="connsiteX7489" fmla="*/ 10180453 w 10450132"/>
              <a:gd name="connsiteY7489" fmla="*/ 2387816 h 5450835"/>
              <a:gd name="connsiteX7490" fmla="*/ 10181242 w 10450132"/>
              <a:gd name="connsiteY7490" fmla="*/ 2387357 h 5450835"/>
              <a:gd name="connsiteX7491" fmla="*/ 9926861 w 10450132"/>
              <a:gd name="connsiteY7491" fmla="*/ 2387357 h 5450835"/>
              <a:gd name="connsiteX7492" fmla="*/ 9935924 w 10450132"/>
              <a:gd name="connsiteY7492" fmla="*/ 2387357 h 5450835"/>
              <a:gd name="connsiteX7493" fmla="*/ 9936713 w 10450132"/>
              <a:gd name="connsiteY7493" fmla="*/ 2387816 h 5450835"/>
              <a:gd name="connsiteX7494" fmla="*/ 9941246 w 10450132"/>
              <a:gd name="connsiteY7494" fmla="*/ 2395698 h 5450835"/>
              <a:gd name="connsiteX7495" fmla="*/ 9941246 w 10450132"/>
              <a:gd name="connsiteY7495" fmla="*/ 2396552 h 5450835"/>
              <a:gd name="connsiteX7496" fmla="*/ 9936713 w 10450132"/>
              <a:gd name="connsiteY7496" fmla="*/ 2404434 h 5450835"/>
              <a:gd name="connsiteX7497" fmla="*/ 9935924 w 10450132"/>
              <a:gd name="connsiteY7497" fmla="*/ 2404893 h 5450835"/>
              <a:gd name="connsiteX7498" fmla="*/ 9926861 w 10450132"/>
              <a:gd name="connsiteY7498" fmla="*/ 2404893 h 5450835"/>
              <a:gd name="connsiteX7499" fmla="*/ 9926073 w 10450132"/>
              <a:gd name="connsiteY7499" fmla="*/ 2404434 h 5450835"/>
              <a:gd name="connsiteX7500" fmla="*/ 9921541 w 10450132"/>
              <a:gd name="connsiteY7500" fmla="*/ 2396552 h 5450835"/>
              <a:gd name="connsiteX7501" fmla="*/ 9921541 w 10450132"/>
              <a:gd name="connsiteY7501" fmla="*/ 2395698 h 5450835"/>
              <a:gd name="connsiteX7502" fmla="*/ 9926073 w 10450132"/>
              <a:gd name="connsiteY7502" fmla="*/ 2387816 h 5450835"/>
              <a:gd name="connsiteX7503" fmla="*/ 9926861 w 10450132"/>
              <a:gd name="connsiteY7503" fmla="*/ 2387357 h 5450835"/>
              <a:gd name="connsiteX7504" fmla="*/ 9672481 w 10450132"/>
              <a:gd name="connsiteY7504" fmla="*/ 2387357 h 5450835"/>
              <a:gd name="connsiteX7505" fmla="*/ 9681545 w 10450132"/>
              <a:gd name="connsiteY7505" fmla="*/ 2387357 h 5450835"/>
              <a:gd name="connsiteX7506" fmla="*/ 9682333 w 10450132"/>
              <a:gd name="connsiteY7506" fmla="*/ 2387816 h 5450835"/>
              <a:gd name="connsiteX7507" fmla="*/ 9686865 w 10450132"/>
              <a:gd name="connsiteY7507" fmla="*/ 2395698 h 5450835"/>
              <a:gd name="connsiteX7508" fmla="*/ 9686865 w 10450132"/>
              <a:gd name="connsiteY7508" fmla="*/ 2396552 h 5450835"/>
              <a:gd name="connsiteX7509" fmla="*/ 9682333 w 10450132"/>
              <a:gd name="connsiteY7509" fmla="*/ 2404434 h 5450835"/>
              <a:gd name="connsiteX7510" fmla="*/ 9681545 w 10450132"/>
              <a:gd name="connsiteY7510" fmla="*/ 2404893 h 5450835"/>
              <a:gd name="connsiteX7511" fmla="*/ 9672481 w 10450132"/>
              <a:gd name="connsiteY7511" fmla="*/ 2404893 h 5450835"/>
              <a:gd name="connsiteX7512" fmla="*/ 9671693 w 10450132"/>
              <a:gd name="connsiteY7512" fmla="*/ 2404434 h 5450835"/>
              <a:gd name="connsiteX7513" fmla="*/ 9667160 w 10450132"/>
              <a:gd name="connsiteY7513" fmla="*/ 2396552 h 5450835"/>
              <a:gd name="connsiteX7514" fmla="*/ 9667160 w 10450132"/>
              <a:gd name="connsiteY7514" fmla="*/ 2395698 h 5450835"/>
              <a:gd name="connsiteX7515" fmla="*/ 9671693 w 10450132"/>
              <a:gd name="connsiteY7515" fmla="*/ 2387816 h 5450835"/>
              <a:gd name="connsiteX7516" fmla="*/ 9672481 w 10450132"/>
              <a:gd name="connsiteY7516" fmla="*/ 2387357 h 5450835"/>
              <a:gd name="connsiteX7517" fmla="*/ 9418035 w 10450132"/>
              <a:gd name="connsiteY7517" fmla="*/ 2387357 h 5450835"/>
              <a:gd name="connsiteX7518" fmla="*/ 9427099 w 10450132"/>
              <a:gd name="connsiteY7518" fmla="*/ 2387357 h 5450835"/>
              <a:gd name="connsiteX7519" fmla="*/ 9427887 w 10450132"/>
              <a:gd name="connsiteY7519" fmla="*/ 2387816 h 5450835"/>
              <a:gd name="connsiteX7520" fmla="*/ 9432419 w 10450132"/>
              <a:gd name="connsiteY7520" fmla="*/ 2395698 h 5450835"/>
              <a:gd name="connsiteX7521" fmla="*/ 9432419 w 10450132"/>
              <a:gd name="connsiteY7521" fmla="*/ 2396552 h 5450835"/>
              <a:gd name="connsiteX7522" fmla="*/ 9427887 w 10450132"/>
              <a:gd name="connsiteY7522" fmla="*/ 2404434 h 5450835"/>
              <a:gd name="connsiteX7523" fmla="*/ 9427099 w 10450132"/>
              <a:gd name="connsiteY7523" fmla="*/ 2404893 h 5450835"/>
              <a:gd name="connsiteX7524" fmla="*/ 9418035 w 10450132"/>
              <a:gd name="connsiteY7524" fmla="*/ 2404893 h 5450835"/>
              <a:gd name="connsiteX7525" fmla="*/ 9417247 w 10450132"/>
              <a:gd name="connsiteY7525" fmla="*/ 2404434 h 5450835"/>
              <a:gd name="connsiteX7526" fmla="*/ 9412714 w 10450132"/>
              <a:gd name="connsiteY7526" fmla="*/ 2396552 h 5450835"/>
              <a:gd name="connsiteX7527" fmla="*/ 9412714 w 10450132"/>
              <a:gd name="connsiteY7527" fmla="*/ 2395698 h 5450835"/>
              <a:gd name="connsiteX7528" fmla="*/ 9417247 w 10450132"/>
              <a:gd name="connsiteY7528" fmla="*/ 2387816 h 5450835"/>
              <a:gd name="connsiteX7529" fmla="*/ 9418035 w 10450132"/>
              <a:gd name="connsiteY7529" fmla="*/ 2387357 h 5450835"/>
              <a:gd name="connsiteX7530" fmla="*/ 9163654 w 10450132"/>
              <a:gd name="connsiteY7530" fmla="*/ 2387357 h 5450835"/>
              <a:gd name="connsiteX7531" fmla="*/ 9172718 w 10450132"/>
              <a:gd name="connsiteY7531" fmla="*/ 2387357 h 5450835"/>
              <a:gd name="connsiteX7532" fmla="*/ 9173506 w 10450132"/>
              <a:gd name="connsiteY7532" fmla="*/ 2387816 h 5450835"/>
              <a:gd name="connsiteX7533" fmla="*/ 9178038 w 10450132"/>
              <a:gd name="connsiteY7533" fmla="*/ 2395698 h 5450835"/>
              <a:gd name="connsiteX7534" fmla="*/ 9178038 w 10450132"/>
              <a:gd name="connsiteY7534" fmla="*/ 2396552 h 5450835"/>
              <a:gd name="connsiteX7535" fmla="*/ 9173506 w 10450132"/>
              <a:gd name="connsiteY7535" fmla="*/ 2404434 h 5450835"/>
              <a:gd name="connsiteX7536" fmla="*/ 9172718 w 10450132"/>
              <a:gd name="connsiteY7536" fmla="*/ 2404893 h 5450835"/>
              <a:gd name="connsiteX7537" fmla="*/ 9163654 w 10450132"/>
              <a:gd name="connsiteY7537" fmla="*/ 2404893 h 5450835"/>
              <a:gd name="connsiteX7538" fmla="*/ 9162866 w 10450132"/>
              <a:gd name="connsiteY7538" fmla="*/ 2404434 h 5450835"/>
              <a:gd name="connsiteX7539" fmla="*/ 9158333 w 10450132"/>
              <a:gd name="connsiteY7539" fmla="*/ 2396552 h 5450835"/>
              <a:gd name="connsiteX7540" fmla="*/ 9158333 w 10450132"/>
              <a:gd name="connsiteY7540" fmla="*/ 2395698 h 5450835"/>
              <a:gd name="connsiteX7541" fmla="*/ 9162866 w 10450132"/>
              <a:gd name="connsiteY7541" fmla="*/ 2387816 h 5450835"/>
              <a:gd name="connsiteX7542" fmla="*/ 9163654 w 10450132"/>
              <a:gd name="connsiteY7542" fmla="*/ 2387357 h 5450835"/>
              <a:gd name="connsiteX7543" fmla="*/ 8909274 w 10450132"/>
              <a:gd name="connsiteY7543" fmla="*/ 2387357 h 5450835"/>
              <a:gd name="connsiteX7544" fmla="*/ 8918336 w 10450132"/>
              <a:gd name="connsiteY7544" fmla="*/ 2387357 h 5450835"/>
              <a:gd name="connsiteX7545" fmla="*/ 8919125 w 10450132"/>
              <a:gd name="connsiteY7545" fmla="*/ 2387816 h 5450835"/>
              <a:gd name="connsiteX7546" fmla="*/ 8923657 w 10450132"/>
              <a:gd name="connsiteY7546" fmla="*/ 2395698 h 5450835"/>
              <a:gd name="connsiteX7547" fmla="*/ 8923657 w 10450132"/>
              <a:gd name="connsiteY7547" fmla="*/ 2396552 h 5450835"/>
              <a:gd name="connsiteX7548" fmla="*/ 8919125 w 10450132"/>
              <a:gd name="connsiteY7548" fmla="*/ 2404434 h 5450835"/>
              <a:gd name="connsiteX7549" fmla="*/ 8918336 w 10450132"/>
              <a:gd name="connsiteY7549" fmla="*/ 2404893 h 5450835"/>
              <a:gd name="connsiteX7550" fmla="*/ 8909274 w 10450132"/>
              <a:gd name="connsiteY7550" fmla="*/ 2404893 h 5450835"/>
              <a:gd name="connsiteX7551" fmla="*/ 8908484 w 10450132"/>
              <a:gd name="connsiteY7551" fmla="*/ 2404434 h 5450835"/>
              <a:gd name="connsiteX7552" fmla="*/ 8903953 w 10450132"/>
              <a:gd name="connsiteY7552" fmla="*/ 2396552 h 5450835"/>
              <a:gd name="connsiteX7553" fmla="*/ 8903953 w 10450132"/>
              <a:gd name="connsiteY7553" fmla="*/ 2395698 h 5450835"/>
              <a:gd name="connsiteX7554" fmla="*/ 8908484 w 10450132"/>
              <a:gd name="connsiteY7554" fmla="*/ 2387816 h 5450835"/>
              <a:gd name="connsiteX7555" fmla="*/ 8909274 w 10450132"/>
              <a:gd name="connsiteY7555" fmla="*/ 2387357 h 5450835"/>
              <a:gd name="connsiteX7556" fmla="*/ 8654892 w 10450132"/>
              <a:gd name="connsiteY7556" fmla="*/ 2387357 h 5450835"/>
              <a:gd name="connsiteX7557" fmla="*/ 8663955 w 10450132"/>
              <a:gd name="connsiteY7557" fmla="*/ 2387357 h 5450835"/>
              <a:gd name="connsiteX7558" fmla="*/ 8664744 w 10450132"/>
              <a:gd name="connsiteY7558" fmla="*/ 2387816 h 5450835"/>
              <a:gd name="connsiteX7559" fmla="*/ 8669277 w 10450132"/>
              <a:gd name="connsiteY7559" fmla="*/ 2395698 h 5450835"/>
              <a:gd name="connsiteX7560" fmla="*/ 8669277 w 10450132"/>
              <a:gd name="connsiteY7560" fmla="*/ 2396552 h 5450835"/>
              <a:gd name="connsiteX7561" fmla="*/ 8664744 w 10450132"/>
              <a:gd name="connsiteY7561" fmla="*/ 2404434 h 5450835"/>
              <a:gd name="connsiteX7562" fmla="*/ 8663955 w 10450132"/>
              <a:gd name="connsiteY7562" fmla="*/ 2404893 h 5450835"/>
              <a:gd name="connsiteX7563" fmla="*/ 8654892 w 10450132"/>
              <a:gd name="connsiteY7563" fmla="*/ 2404893 h 5450835"/>
              <a:gd name="connsiteX7564" fmla="*/ 8654104 w 10450132"/>
              <a:gd name="connsiteY7564" fmla="*/ 2404434 h 5450835"/>
              <a:gd name="connsiteX7565" fmla="*/ 8649572 w 10450132"/>
              <a:gd name="connsiteY7565" fmla="*/ 2396552 h 5450835"/>
              <a:gd name="connsiteX7566" fmla="*/ 8649572 w 10450132"/>
              <a:gd name="connsiteY7566" fmla="*/ 2395698 h 5450835"/>
              <a:gd name="connsiteX7567" fmla="*/ 8654104 w 10450132"/>
              <a:gd name="connsiteY7567" fmla="*/ 2387816 h 5450835"/>
              <a:gd name="connsiteX7568" fmla="*/ 8654892 w 10450132"/>
              <a:gd name="connsiteY7568" fmla="*/ 2387357 h 5450835"/>
              <a:gd name="connsiteX7569" fmla="*/ 8400511 w 10450132"/>
              <a:gd name="connsiteY7569" fmla="*/ 2387357 h 5450835"/>
              <a:gd name="connsiteX7570" fmla="*/ 8409575 w 10450132"/>
              <a:gd name="connsiteY7570" fmla="*/ 2387357 h 5450835"/>
              <a:gd name="connsiteX7571" fmla="*/ 8410363 w 10450132"/>
              <a:gd name="connsiteY7571" fmla="*/ 2387816 h 5450835"/>
              <a:gd name="connsiteX7572" fmla="*/ 8414896 w 10450132"/>
              <a:gd name="connsiteY7572" fmla="*/ 2395698 h 5450835"/>
              <a:gd name="connsiteX7573" fmla="*/ 8414896 w 10450132"/>
              <a:gd name="connsiteY7573" fmla="*/ 2396552 h 5450835"/>
              <a:gd name="connsiteX7574" fmla="*/ 8410363 w 10450132"/>
              <a:gd name="connsiteY7574" fmla="*/ 2404434 h 5450835"/>
              <a:gd name="connsiteX7575" fmla="*/ 8409575 w 10450132"/>
              <a:gd name="connsiteY7575" fmla="*/ 2404893 h 5450835"/>
              <a:gd name="connsiteX7576" fmla="*/ 8400511 w 10450132"/>
              <a:gd name="connsiteY7576" fmla="*/ 2404893 h 5450835"/>
              <a:gd name="connsiteX7577" fmla="*/ 8399723 w 10450132"/>
              <a:gd name="connsiteY7577" fmla="*/ 2404434 h 5450835"/>
              <a:gd name="connsiteX7578" fmla="*/ 8395191 w 10450132"/>
              <a:gd name="connsiteY7578" fmla="*/ 2396552 h 5450835"/>
              <a:gd name="connsiteX7579" fmla="*/ 8395191 w 10450132"/>
              <a:gd name="connsiteY7579" fmla="*/ 2395698 h 5450835"/>
              <a:gd name="connsiteX7580" fmla="*/ 8399723 w 10450132"/>
              <a:gd name="connsiteY7580" fmla="*/ 2387816 h 5450835"/>
              <a:gd name="connsiteX7581" fmla="*/ 8400511 w 10450132"/>
              <a:gd name="connsiteY7581" fmla="*/ 2387357 h 5450835"/>
              <a:gd name="connsiteX7582" fmla="*/ 8146065 w 10450132"/>
              <a:gd name="connsiteY7582" fmla="*/ 2387357 h 5450835"/>
              <a:gd name="connsiteX7583" fmla="*/ 8155129 w 10450132"/>
              <a:gd name="connsiteY7583" fmla="*/ 2387357 h 5450835"/>
              <a:gd name="connsiteX7584" fmla="*/ 8155917 w 10450132"/>
              <a:gd name="connsiteY7584" fmla="*/ 2387816 h 5450835"/>
              <a:gd name="connsiteX7585" fmla="*/ 8160449 w 10450132"/>
              <a:gd name="connsiteY7585" fmla="*/ 2395698 h 5450835"/>
              <a:gd name="connsiteX7586" fmla="*/ 8160449 w 10450132"/>
              <a:gd name="connsiteY7586" fmla="*/ 2396552 h 5450835"/>
              <a:gd name="connsiteX7587" fmla="*/ 8155917 w 10450132"/>
              <a:gd name="connsiteY7587" fmla="*/ 2404434 h 5450835"/>
              <a:gd name="connsiteX7588" fmla="*/ 8155129 w 10450132"/>
              <a:gd name="connsiteY7588" fmla="*/ 2404893 h 5450835"/>
              <a:gd name="connsiteX7589" fmla="*/ 8146065 w 10450132"/>
              <a:gd name="connsiteY7589" fmla="*/ 2404893 h 5450835"/>
              <a:gd name="connsiteX7590" fmla="*/ 8145277 w 10450132"/>
              <a:gd name="connsiteY7590" fmla="*/ 2404434 h 5450835"/>
              <a:gd name="connsiteX7591" fmla="*/ 8140745 w 10450132"/>
              <a:gd name="connsiteY7591" fmla="*/ 2396552 h 5450835"/>
              <a:gd name="connsiteX7592" fmla="*/ 8140745 w 10450132"/>
              <a:gd name="connsiteY7592" fmla="*/ 2395698 h 5450835"/>
              <a:gd name="connsiteX7593" fmla="*/ 8145277 w 10450132"/>
              <a:gd name="connsiteY7593" fmla="*/ 2387816 h 5450835"/>
              <a:gd name="connsiteX7594" fmla="*/ 8146065 w 10450132"/>
              <a:gd name="connsiteY7594" fmla="*/ 2387357 h 5450835"/>
              <a:gd name="connsiteX7595" fmla="*/ 7891684 w 10450132"/>
              <a:gd name="connsiteY7595" fmla="*/ 2387357 h 5450835"/>
              <a:gd name="connsiteX7596" fmla="*/ 7900748 w 10450132"/>
              <a:gd name="connsiteY7596" fmla="*/ 2387357 h 5450835"/>
              <a:gd name="connsiteX7597" fmla="*/ 7901536 w 10450132"/>
              <a:gd name="connsiteY7597" fmla="*/ 2387816 h 5450835"/>
              <a:gd name="connsiteX7598" fmla="*/ 7906067 w 10450132"/>
              <a:gd name="connsiteY7598" fmla="*/ 2395698 h 5450835"/>
              <a:gd name="connsiteX7599" fmla="*/ 7906067 w 10450132"/>
              <a:gd name="connsiteY7599" fmla="*/ 2396552 h 5450835"/>
              <a:gd name="connsiteX7600" fmla="*/ 7901536 w 10450132"/>
              <a:gd name="connsiteY7600" fmla="*/ 2404434 h 5450835"/>
              <a:gd name="connsiteX7601" fmla="*/ 7900748 w 10450132"/>
              <a:gd name="connsiteY7601" fmla="*/ 2404893 h 5450835"/>
              <a:gd name="connsiteX7602" fmla="*/ 7891684 w 10450132"/>
              <a:gd name="connsiteY7602" fmla="*/ 2404893 h 5450835"/>
              <a:gd name="connsiteX7603" fmla="*/ 7890896 w 10450132"/>
              <a:gd name="connsiteY7603" fmla="*/ 2404434 h 5450835"/>
              <a:gd name="connsiteX7604" fmla="*/ 7886363 w 10450132"/>
              <a:gd name="connsiteY7604" fmla="*/ 2396552 h 5450835"/>
              <a:gd name="connsiteX7605" fmla="*/ 7886363 w 10450132"/>
              <a:gd name="connsiteY7605" fmla="*/ 2395698 h 5450835"/>
              <a:gd name="connsiteX7606" fmla="*/ 7890896 w 10450132"/>
              <a:gd name="connsiteY7606" fmla="*/ 2387816 h 5450835"/>
              <a:gd name="connsiteX7607" fmla="*/ 7891684 w 10450132"/>
              <a:gd name="connsiteY7607" fmla="*/ 2387357 h 5450835"/>
              <a:gd name="connsiteX7608" fmla="*/ 7637304 w 10450132"/>
              <a:gd name="connsiteY7608" fmla="*/ 2387357 h 5450835"/>
              <a:gd name="connsiteX7609" fmla="*/ 7646367 w 10450132"/>
              <a:gd name="connsiteY7609" fmla="*/ 2387357 h 5450835"/>
              <a:gd name="connsiteX7610" fmla="*/ 7647156 w 10450132"/>
              <a:gd name="connsiteY7610" fmla="*/ 2387816 h 5450835"/>
              <a:gd name="connsiteX7611" fmla="*/ 7651687 w 10450132"/>
              <a:gd name="connsiteY7611" fmla="*/ 2395698 h 5450835"/>
              <a:gd name="connsiteX7612" fmla="*/ 7651687 w 10450132"/>
              <a:gd name="connsiteY7612" fmla="*/ 2396552 h 5450835"/>
              <a:gd name="connsiteX7613" fmla="*/ 7647156 w 10450132"/>
              <a:gd name="connsiteY7613" fmla="*/ 2404434 h 5450835"/>
              <a:gd name="connsiteX7614" fmla="*/ 7646367 w 10450132"/>
              <a:gd name="connsiteY7614" fmla="*/ 2404893 h 5450835"/>
              <a:gd name="connsiteX7615" fmla="*/ 7637304 w 10450132"/>
              <a:gd name="connsiteY7615" fmla="*/ 2404893 h 5450835"/>
              <a:gd name="connsiteX7616" fmla="*/ 7636516 w 10450132"/>
              <a:gd name="connsiteY7616" fmla="*/ 2404434 h 5450835"/>
              <a:gd name="connsiteX7617" fmla="*/ 7631983 w 10450132"/>
              <a:gd name="connsiteY7617" fmla="*/ 2396552 h 5450835"/>
              <a:gd name="connsiteX7618" fmla="*/ 7631983 w 10450132"/>
              <a:gd name="connsiteY7618" fmla="*/ 2395698 h 5450835"/>
              <a:gd name="connsiteX7619" fmla="*/ 7636516 w 10450132"/>
              <a:gd name="connsiteY7619" fmla="*/ 2387816 h 5450835"/>
              <a:gd name="connsiteX7620" fmla="*/ 7637304 w 10450132"/>
              <a:gd name="connsiteY7620" fmla="*/ 2387357 h 5450835"/>
              <a:gd name="connsiteX7621" fmla="*/ 7382923 w 10450132"/>
              <a:gd name="connsiteY7621" fmla="*/ 2387357 h 5450835"/>
              <a:gd name="connsiteX7622" fmla="*/ 7391987 w 10450132"/>
              <a:gd name="connsiteY7622" fmla="*/ 2387357 h 5450835"/>
              <a:gd name="connsiteX7623" fmla="*/ 7392775 w 10450132"/>
              <a:gd name="connsiteY7623" fmla="*/ 2387816 h 5450835"/>
              <a:gd name="connsiteX7624" fmla="*/ 7397307 w 10450132"/>
              <a:gd name="connsiteY7624" fmla="*/ 2395698 h 5450835"/>
              <a:gd name="connsiteX7625" fmla="*/ 7397307 w 10450132"/>
              <a:gd name="connsiteY7625" fmla="*/ 2396552 h 5450835"/>
              <a:gd name="connsiteX7626" fmla="*/ 7392775 w 10450132"/>
              <a:gd name="connsiteY7626" fmla="*/ 2404434 h 5450835"/>
              <a:gd name="connsiteX7627" fmla="*/ 7391987 w 10450132"/>
              <a:gd name="connsiteY7627" fmla="*/ 2404893 h 5450835"/>
              <a:gd name="connsiteX7628" fmla="*/ 7382923 w 10450132"/>
              <a:gd name="connsiteY7628" fmla="*/ 2404893 h 5450835"/>
              <a:gd name="connsiteX7629" fmla="*/ 7382135 w 10450132"/>
              <a:gd name="connsiteY7629" fmla="*/ 2404434 h 5450835"/>
              <a:gd name="connsiteX7630" fmla="*/ 7377602 w 10450132"/>
              <a:gd name="connsiteY7630" fmla="*/ 2396552 h 5450835"/>
              <a:gd name="connsiteX7631" fmla="*/ 7377602 w 10450132"/>
              <a:gd name="connsiteY7631" fmla="*/ 2395698 h 5450835"/>
              <a:gd name="connsiteX7632" fmla="*/ 7382135 w 10450132"/>
              <a:gd name="connsiteY7632" fmla="*/ 2387816 h 5450835"/>
              <a:gd name="connsiteX7633" fmla="*/ 7382923 w 10450132"/>
              <a:gd name="connsiteY7633" fmla="*/ 2387357 h 5450835"/>
              <a:gd name="connsiteX7634" fmla="*/ 7128477 w 10450132"/>
              <a:gd name="connsiteY7634" fmla="*/ 2387357 h 5450835"/>
              <a:gd name="connsiteX7635" fmla="*/ 7137540 w 10450132"/>
              <a:gd name="connsiteY7635" fmla="*/ 2387357 h 5450835"/>
              <a:gd name="connsiteX7636" fmla="*/ 7138328 w 10450132"/>
              <a:gd name="connsiteY7636" fmla="*/ 2387816 h 5450835"/>
              <a:gd name="connsiteX7637" fmla="*/ 7142860 w 10450132"/>
              <a:gd name="connsiteY7637" fmla="*/ 2395698 h 5450835"/>
              <a:gd name="connsiteX7638" fmla="*/ 7142860 w 10450132"/>
              <a:gd name="connsiteY7638" fmla="*/ 2396552 h 5450835"/>
              <a:gd name="connsiteX7639" fmla="*/ 7138328 w 10450132"/>
              <a:gd name="connsiteY7639" fmla="*/ 2404434 h 5450835"/>
              <a:gd name="connsiteX7640" fmla="*/ 7137540 w 10450132"/>
              <a:gd name="connsiteY7640" fmla="*/ 2404893 h 5450835"/>
              <a:gd name="connsiteX7641" fmla="*/ 7128477 w 10450132"/>
              <a:gd name="connsiteY7641" fmla="*/ 2404893 h 5450835"/>
              <a:gd name="connsiteX7642" fmla="*/ 7127689 w 10450132"/>
              <a:gd name="connsiteY7642" fmla="*/ 2404434 h 5450835"/>
              <a:gd name="connsiteX7643" fmla="*/ 7123156 w 10450132"/>
              <a:gd name="connsiteY7643" fmla="*/ 2396552 h 5450835"/>
              <a:gd name="connsiteX7644" fmla="*/ 7123156 w 10450132"/>
              <a:gd name="connsiteY7644" fmla="*/ 2395698 h 5450835"/>
              <a:gd name="connsiteX7645" fmla="*/ 7127689 w 10450132"/>
              <a:gd name="connsiteY7645" fmla="*/ 2387816 h 5450835"/>
              <a:gd name="connsiteX7646" fmla="*/ 7128477 w 10450132"/>
              <a:gd name="connsiteY7646" fmla="*/ 2387357 h 5450835"/>
              <a:gd name="connsiteX7647" fmla="*/ 6874095 w 10450132"/>
              <a:gd name="connsiteY7647" fmla="*/ 2387357 h 5450835"/>
              <a:gd name="connsiteX7648" fmla="*/ 6883159 w 10450132"/>
              <a:gd name="connsiteY7648" fmla="*/ 2387357 h 5450835"/>
              <a:gd name="connsiteX7649" fmla="*/ 6883947 w 10450132"/>
              <a:gd name="connsiteY7649" fmla="*/ 2387816 h 5450835"/>
              <a:gd name="connsiteX7650" fmla="*/ 6888480 w 10450132"/>
              <a:gd name="connsiteY7650" fmla="*/ 2395698 h 5450835"/>
              <a:gd name="connsiteX7651" fmla="*/ 6888480 w 10450132"/>
              <a:gd name="connsiteY7651" fmla="*/ 2396552 h 5450835"/>
              <a:gd name="connsiteX7652" fmla="*/ 6883947 w 10450132"/>
              <a:gd name="connsiteY7652" fmla="*/ 2404434 h 5450835"/>
              <a:gd name="connsiteX7653" fmla="*/ 6883159 w 10450132"/>
              <a:gd name="connsiteY7653" fmla="*/ 2404893 h 5450835"/>
              <a:gd name="connsiteX7654" fmla="*/ 6874095 w 10450132"/>
              <a:gd name="connsiteY7654" fmla="*/ 2404893 h 5450835"/>
              <a:gd name="connsiteX7655" fmla="*/ 6873307 w 10450132"/>
              <a:gd name="connsiteY7655" fmla="*/ 2404434 h 5450835"/>
              <a:gd name="connsiteX7656" fmla="*/ 6868775 w 10450132"/>
              <a:gd name="connsiteY7656" fmla="*/ 2396552 h 5450835"/>
              <a:gd name="connsiteX7657" fmla="*/ 6868775 w 10450132"/>
              <a:gd name="connsiteY7657" fmla="*/ 2395698 h 5450835"/>
              <a:gd name="connsiteX7658" fmla="*/ 6873307 w 10450132"/>
              <a:gd name="connsiteY7658" fmla="*/ 2387816 h 5450835"/>
              <a:gd name="connsiteX7659" fmla="*/ 6874095 w 10450132"/>
              <a:gd name="connsiteY7659" fmla="*/ 2387357 h 5450835"/>
              <a:gd name="connsiteX7660" fmla="*/ 6619714 w 10450132"/>
              <a:gd name="connsiteY7660" fmla="*/ 2387357 h 5450835"/>
              <a:gd name="connsiteX7661" fmla="*/ 6628778 w 10450132"/>
              <a:gd name="connsiteY7661" fmla="*/ 2387357 h 5450835"/>
              <a:gd name="connsiteX7662" fmla="*/ 6629566 w 10450132"/>
              <a:gd name="connsiteY7662" fmla="*/ 2387816 h 5450835"/>
              <a:gd name="connsiteX7663" fmla="*/ 6634099 w 10450132"/>
              <a:gd name="connsiteY7663" fmla="*/ 2395698 h 5450835"/>
              <a:gd name="connsiteX7664" fmla="*/ 6634099 w 10450132"/>
              <a:gd name="connsiteY7664" fmla="*/ 2396552 h 5450835"/>
              <a:gd name="connsiteX7665" fmla="*/ 6629566 w 10450132"/>
              <a:gd name="connsiteY7665" fmla="*/ 2404434 h 5450835"/>
              <a:gd name="connsiteX7666" fmla="*/ 6628778 w 10450132"/>
              <a:gd name="connsiteY7666" fmla="*/ 2404893 h 5450835"/>
              <a:gd name="connsiteX7667" fmla="*/ 6619714 w 10450132"/>
              <a:gd name="connsiteY7667" fmla="*/ 2404893 h 5450835"/>
              <a:gd name="connsiteX7668" fmla="*/ 6618926 w 10450132"/>
              <a:gd name="connsiteY7668" fmla="*/ 2404434 h 5450835"/>
              <a:gd name="connsiteX7669" fmla="*/ 6614394 w 10450132"/>
              <a:gd name="connsiteY7669" fmla="*/ 2396552 h 5450835"/>
              <a:gd name="connsiteX7670" fmla="*/ 6614394 w 10450132"/>
              <a:gd name="connsiteY7670" fmla="*/ 2395698 h 5450835"/>
              <a:gd name="connsiteX7671" fmla="*/ 6618926 w 10450132"/>
              <a:gd name="connsiteY7671" fmla="*/ 2387816 h 5450835"/>
              <a:gd name="connsiteX7672" fmla="*/ 6619714 w 10450132"/>
              <a:gd name="connsiteY7672" fmla="*/ 2387357 h 5450835"/>
              <a:gd name="connsiteX7673" fmla="*/ 6365334 w 10450132"/>
              <a:gd name="connsiteY7673" fmla="*/ 2387357 h 5450835"/>
              <a:gd name="connsiteX7674" fmla="*/ 6374397 w 10450132"/>
              <a:gd name="connsiteY7674" fmla="*/ 2387357 h 5450835"/>
              <a:gd name="connsiteX7675" fmla="*/ 6375186 w 10450132"/>
              <a:gd name="connsiteY7675" fmla="*/ 2387816 h 5450835"/>
              <a:gd name="connsiteX7676" fmla="*/ 6379718 w 10450132"/>
              <a:gd name="connsiteY7676" fmla="*/ 2395698 h 5450835"/>
              <a:gd name="connsiteX7677" fmla="*/ 6379718 w 10450132"/>
              <a:gd name="connsiteY7677" fmla="*/ 2396552 h 5450835"/>
              <a:gd name="connsiteX7678" fmla="*/ 6375186 w 10450132"/>
              <a:gd name="connsiteY7678" fmla="*/ 2404434 h 5450835"/>
              <a:gd name="connsiteX7679" fmla="*/ 6374397 w 10450132"/>
              <a:gd name="connsiteY7679" fmla="*/ 2404893 h 5450835"/>
              <a:gd name="connsiteX7680" fmla="*/ 6365334 w 10450132"/>
              <a:gd name="connsiteY7680" fmla="*/ 2404893 h 5450835"/>
              <a:gd name="connsiteX7681" fmla="*/ 6364546 w 10450132"/>
              <a:gd name="connsiteY7681" fmla="*/ 2404434 h 5450835"/>
              <a:gd name="connsiteX7682" fmla="*/ 6360014 w 10450132"/>
              <a:gd name="connsiteY7682" fmla="*/ 2396552 h 5450835"/>
              <a:gd name="connsiteX7683" fmla="*/ 6360014 w 10450132"/>
              <a:gd name="connsiteY7683" fmla="*/ 2395698 h 5450835"/>
              <a:gd name="connsiteX7684" fmla="*/ 6364546 w 10450132"/>
              <a:gd name="connsiteY7684" fmla="*/ 2387816 h 5450835"/>
              <a:gd name="connsiteX7685" fmla="*/ 6365334 w 10450132"/>
              <a:gd name="connsiteY7685" fmla="*/ 2387357 h 5450835"/>
              <a:gd name="connsiteX7686" fmla="*/ 6110888 w 10450132"/>
              <a:gd name="connsiteY7686" fmla="*/ 2387357 h 5450835"/>
              <a:gd name="connsiteX7687" fmla="*/ 6119953 w 10450132"/>
              <a:gd name="connsiteY7687" fmla="*/ 2387357 h 5450835"/>
              <a:gd name="connsiteX7688" fmla="*/ 6120740 w 10450132"/>
              <a:gd name="connsiteY7688" fmla="*/ 2387816 h 5450835"/>
              <a:gd name="connsiteX7689" fmla="*/ 6125272 w 10450132"/>
              <a:gd name="connsiteY7689" fmla="*/ 2395698 h 5450835"/>
              <a:gd name="connsiteX7690" fmla="*/ 6125272 w 10450132"/>
              <a:gd name="connsiteY7690" fmla="*/ 2396552 h 5450835"/>
              <a:gd name="connsiteX7691" fmla="*/ 6120740 w 10450132"/>
              <a:gd name="connsiteY7691" fmla="*/ 2404434 h 5450835"/>
              <a:gd name="connsiteX7692" fmla="*/ 6119953 w 10450132"/>
              <a:gd name="connsiteY7692" fmla="*/ 2404893 h 5450835"/>
              <a:gd name="connsiteX7693" fmla="*/ 6110888 w 10450132"/>
              <a:gd name="connsiteY7693" fmla="*/ 2404893 h 5450835"/>
              <a:gd name="connsiteX7694" fmla="*/ 6110101 w 10450132"/>
              <a:gd name="connsiteY7694" fmla="*/ 2404434 h 5450835"/>
              <a:gd name="connsiteX7695" fmla="*/ 6105567 w 10450132"/>
              <a:gd name="connsiteY7695" fmla="*/ 2396552 h 5450835"/>
              <a:gd name="connsiteX7696" fmla="*/ 6105567 w 10450132"/>
              <a:gd name="connsiteY7696" fmla="*/ 2395698 h 5450835"/>
              <a:gd name="connsiteX7697" fmla="*/ 6110101 w 10450132"/>
              <a:gd name="connsiteY7697" fmla="*/ 2387816 h 5450835"/>
              <a:gd name="connsiteX7698" fmla="*/ 6110888 w 10450132"/>
              <a:gd name="connsiteY7698" fmla="*/ 2387357 h 5450835"/>
              <a:gd name="connsiteX7699" fmla="*/ 5856508 w 10450132"/>
              <a:gd name="connsiteY7699" fmla="*/ 2387357 h 5450835"/>
              <a:gd name="connsiteX7700" fmla="*/ 5865571 w 10450132"/>
              <a:gd name="connsiteY7700" fmla="*/ 2387357 h 5450835"/>
              <a:gd name="connsiteX7701" fmla="*/ 5866359 w 10450132"/>
              <a:gd name="connsiteY7701" fmla="*/ 2387816 h 5450835"/>
              <a:gd name="connsiteX7702" fmla="*/ 5870891 w 10450132"/>
              <a:gd name="connsiteY7702" fmla="*/ 2395698 h 5450835"/>
              <a:gd name="connsiteX7703" fmla="*/ 5870891 w 10450132"/>
              <a:gd name="connsiteY7703" fmla="*/ 2396552 h 5450835"/>
              <a:gd name="connsiteX7704" fmla="*/ 5866359 w 10450132"/>
              <a:gd name="connsiteY7704" fmla="*/ 2404434 h 5450835"/>
              <a:gd name="connsiteX7705" fmla="*/ 5865571 w 10450132"/>
              <a:gd name="connsiteY7705" fmla="*/ 2404893 h 5450835"/>
              <a:gd name="connsiteX7706" fmla="*/ 5856508 w 10450132"/>
              <a:gd name="connsiteY7706" fmla="*/ 2404893 h 5450835"/>
              <a:gd name="connsiteX7707" fmla="*/ 5855720 w 10450132"/>
              <a:gd name="connsiteY7707" fmla="*/ 2404434 h 5450835"/>
              <a:gd name="connsiteX7708" fmla="*/ 5851187 w 10450132"/>
              <a:gd name="connsiteY7708" fmla="*/ 2396552 h 5450835"/>
              <a:gd name="connsiteX7709" fmla="*/ 5851187 w 10450132"/>
              <a:gd name="connsiteY7709" fmla="*/ 2395698 h 5450835"/>
              <a:gd name="connsiteX7710" fmla="*/ 5855720 w 10450132"/>
              <a:gd name="connsiteY7710" fmla="*/ 2387816 h 5450835"/>
              <a:gd name="connsiteX7711" fmla="*/ 5856508 w 10450132"/>
              <a:gd name="connsiteY7711" fmla="*/ 2387357 h 5450835"/>
              <a:gd name="connsiteX7712" fmla="*/ 5602126 w 10450132"/>
              <a:gd name="connsiteY7712" fmla="*/ 2387357 h 5450835"/>
              <a:gd name="connsiteX7713" fmla="*/ 5611191 w 10450132"/>
              <a:gd name="connsiteY7713" fmla="*/ 2387357 h 5450835"/>
              <a:gd name="connsiteX7714" fmla="*/ 5611979 w 10450132"/>
              <a:gd name="connsiteY7714" fmla="*/ 2387816 h 5450835"/>
              <a:gd name="connsiteX7715" fmla="*/ 5616511 w 10450132"/>
              <a:gd name="connsiteY7715" fmla="*/ 2395698 h 5450835"/>
              <a:gd name="connsiteX7716" fmla="*/ 5616511 w 10450132"/>
              <a:gd name="connsiteY7716" fmla="*/ 2396552 h 5450835"/>
              <a:gd name="connsiteX7717" fmla="*/ 5611979 w 10450132"/>
              <a:gd name="connsiteY7717" fmla="*/ 2404434 h 5450835"/>
              <a:gd name="connsiteX7718" fmla="*/ 5611191 w 10450132"/>
              <a:gd name="connsiteY7718" fmla="*/ 2404893 h 5450835"/>
              <a:gd name="connsiteX7719" fmla="*/ 5602126 w 10450132"/>
              <a:gd name="connsiteY7719" fmla="*/ 2404893 h 5450835"/>
              <a:gd name="connsiteX7720" fmla="*/ 5601338 w 10450132"/>
              <a:gd name="connsiteY7720" fmla="*/ 2404434 h 5450835"/>
              <a:gd name="connsiteX7721" fmla="*/ 5596807 w 10450132"/>
              <a:gd name="connsiteY7721" fmla="*/ 2396552 h 5450835"/>
              <a:gd name="connsiteX7722" fmla="*/ 5596807 w 10450132"/>
              <a:gd name="connsiteY7722" fmla="*/ 2395698 h 5450835"/>
              <a:gd name="connsiteX7723" fmla="*/ 5601338 w 10450132"/>
              <a:gd name="connsiteY7723" fmla="*/ 2387816 h 5450835"/>
              <a:gd name="connsiteX7724" fmla="*/ 5602126 w 10450132"/>
              <a:gd name="connsiteY7724" fmla="*/ 2387357 h 5450835"/>
              <a:gd name="connsiteX7725" fmla="*/ 5347746 w 10450132"/>
              <a:gd name="connsiteY7725" fmla="*/ 2387357 h 5450835"/>
              <a:gd name="connsiteX7726" fmla="*/ 5356810 w 10450132"/>
              <a:gd name="connsiteY7726" fmla="*/ 2387357 h 5450835"/>
              <a:gd name="connsiteX7727" fmla="*/ 5357598 w 10450132"/>
              <a:gd name="connsiteY7727" fmla="*/ 2387816 h 5450835"/>
              <a:gd name="connsiteX7728" fmla="*/ 5362130 w 10450132"/>
              <a:gd name="connsiteY7728" fmla="*/ 2395698 h 5450835"/>
              <a:gd name="connsiteX7729" fmla="*/ 5362130 w 10450132"/>
              <a:gd name="connsiteY7729" fmla="*/ 2396552 h 5450835"/>
              <a:gd name="connsiteX7730" fmla="*/ 5357598 w 10450132"/>
              <a:gd name="connsiteY7730" fmla="*/ 2404434 h 5450835"/>
              <a:gd name="connsiteX7731" fmla="*/ 5356810 w 10450132"/>
              <a:gd name="connsiteY7731" fmla="*/ 2404893 h 5450835"/>
              <a:gd name="connsiteX7732" fmla="*/ 5347746 w 10450132"/>
              <a:gd name="connsiteY7732" fmla="*/ 2404893 h 5450835"/>
              <a:gd name="connsiteX7733" fmla="*/ 5346958 w 10450132"/>
              <a:gd name="connsiteY7733" fmla="*/ 2404434 h 5450835"/>
              <a:gd name="connsiteX7734" fmla="*/ 5342425 w 10450132"/>
              <a:gd name="connsiteY7734" fmla="*/ 2396552 h 5450835"/>
              <a:gd name="connsiteX7735" fmla="*/ 5342425 w 10450132"/>
              <a:gd name="connsiteY7735" fmla="*/ 2395698 h 5450835"/>
              <a:gd name="connsiteX7736" fmla="*/ 5346958 w 10450132"/>
              <a:gd name="connsiteY7736" fmla="*/ 2387816 h 5450835"/>
              <a:gd name="connsiteX7737" fmla="*/ 5347746 w 10450132"/>
              <a:gd name="connsiteY7737" fmla="*/ 2387357 h 5450835"/>
              <a:gd name="connsiteX7738" fmla="*/ 5093300 w 10450132"/>
              <a:gd name="connsiteY7738" fmla="*/ 2387357 h 5450835"/>
              <a:gd name="connsiteX7739" fmla="*/ 5102364 w 10450132"/>
              <a:gd name="connsiteY7739" fmla="*/ 2387357 h 5450835"/>
              <a:gd name="connsiteX7740" fmla="*/ 5103153 w 10450132"/>
              <a:gd name="connsiteY7740" fmla="*/ 2387816 h 5450835"/>
              <a:gd name="connsiteX7741" fmla="*/ 5107684 w 10450132"/>
              <a:gd name="connsiteY7741" fmla="*/ 2395698 h 5450835"/>
              <a:gd name="connsiteX7742" fmla="*/ 5107684 w 10450132"/>
              <a:gd name="connsiteY7742" fmla="*/ 2396552 h 5450835"/>
              <a:gd name="connsiteX7743" fmla="*/ 5103153 w 10450132"/>
              <a:gd name="connsiteY7743" fmla="*/ 2404434 h 5450835"/>
              <a:gd name="connsiteX7744" fmla="*/ 5102364 w 10450132"/>
              <a:gd name="connsiteY7744" fmla="*/ 2404893 h 5450835"/>
              <a:gd name="connsiteX7745" fmla="*/ 5093300 w 10450132"/>
              <a:gd name="connsiteY7745" fmla="*/ 2404893 h 5450835"/>
              <a:gd name="connsiteX7746" fmla="*/ 5092512 w 10450132"/>
              <a:gd name="connsiteY7746" fmla="*/ 2404434 h 5450835"/>
              <a:gd name="connsiteX7747" fmla="*/ 5087979 w 10450132"/>
              <a:gd name="connsiteY7747" fmla="*/ 2396552 h 5450835"/>
              <a:gd name="connsiteX7748" fmla="*/ 5087979 w 10450132"/>
              <a:gd name="connsiteY7748" fmla="*/ 2395698 h 5450835"/>
              <a:gd name="connsiteX7749" fmla="*/ 5092512 w 10450132"/>
              <a:gd name="connsiteY7749" fmla="*/ 2387816 h 5450835"/>
              <a:gd name="connsiteX7750" fmla="*/ 5093300 w 10450132"/>
              <a:gd name="connsiteY7750" fmla="*/ 2387357 h 5450835"/>
              <a:gd name="connsiteX7751" fmla="*/ 4838919 w 10450132"/>
              <a:gd name="connsiteY7751" fmla="*/ 2387357 h 5450835"/>
              <a:gd name="connsiteX7752" fmla="*/ 4847982 w 10450132"/>
              <a:gd name="connsiteY7752" fmla="*/ 2387357 h 5450835"/>
              <a:gd name="connsiteX7753" fmla="*/ 4848772 w 10450132"/>
              <a:gd name="connsiteY7753" fmla="*/ 2387816 h 5450835"/>
              <a:gd name="connsiteX7754" fmla="*/ 4853303 w 10450132"/>
              <a:gd name="connsiteY7754" fmla="*/ 2395698 h 5450835"/>
              <a:gd name="connsiteX7755" fmla="*/ 4853303 w 10450132"/>
              <a:gd name="connsiteY7755" fmla="*/ 2396552 h 5450835"/>
              <a:gd name="connsiteX7756" fmla="*/ 4848772 w 10450132"/>
              <a:gd name="connsiteY7756" fmla="*/ 2404434 h 5450835"/>
              <a:gd name="connsiteX7757" fmla="*/ 4847982 w 10450132"/>
              <a:gd name="connsiteY7757" fmla="*/ 2404893 h 5450835"/>
              <a:gd name="connsiteX7758" fmla="*/ 4838919 w 10450132"/>
              <a:gd name="connsiteY7758" fmla="*/ 2404893 h 5450835"/>
              <a:gd name="connsiteX7759" fmla="*/ 4838132 w 10450132"/>
              <a:gd name="connsiteY7759" fmla="*/ 2404434 h 5450835"/>
              <a:gd name="connsiteX7760" fmla="*/ 4833598 w 10450132"/>
              <a:gd name="connsiteY7760" fmla="*/ 2396552 h 5450835"/>
              <a:gd name="connsiteX7761" fmla="*/ 4833598 w 10450132"/>
              <a:gd name="connsiteY7761" fmla="*/ 2395698 h 5450835"/>
              <a:gd name="connsiteX7762" fmla="*/ 4838132 w 10450132"/>
              <a:gd name="connsiteY7762" fmla="*/ 2387816 h 5450835"/>
              <a:gd name="connsiteX7763" fmla="*/ 4838919 w 10450132"/>
              <a:gd name="connsiteY7763" fmla="*/ 2387357 h 5450835"/>
              <a:gd name="connsiteX7764" fmla="*/ 4584538 w 10450132"/>
              <a:gd name="connsiteY7764" fmla="*/ 2387357 h 5450835"/>
              <a:gd name="connsiteX7765" fmla="*/ 4593603 w 10450132"/>
              <a:gd name="connsiteY7765" fmla="*/ 2387357 h 5450835"/>
              <a:gd name="connsiteX7766" fmla="*/ 4594390 w 10450132"/>
              <a:gd name="connsiteY7766" fmla="*/ 2387816 h 5450835"/>
              <a:gd name="connsiteX7767" fmla="*/ 4598922 w 10450132"/>
              <a:gd name="connsiteY7767" fmla="*/ 2395698 h 5450835"/>
              <a:gd name="connsiteX7768" fmla="*/ 4598922 w 10450132"/>
              <a:gd name="connsiteY7768" fmla="*/ 2396552 h 5450835"/>
              <a:gd name="connsiteX7769" fmla="*/ 4594390 w 10450132"/>
              <a:gd name="connsiteY7769" fmla="*/ 2404434 h 5450835"/>
              <a:gd name="connsiteX7770" fmla="*/ 4593603 w 10450132"/>
              <a:gd name="connsiteY7770" fmla="*/ 2404893 h 5450835"/>
              <a:gd name="connsiteX7771" fmla="*/ 4584538 w 10450132"/>
              <a:gd name="connsiteY7771" fmla="*/ 2404893 h 5450835"/>
              <a:gd name="connsiteX7772" fmla="*/ 4583749 w 10450132"/>
              <a:gd name="connsiteY7772" fmla="*/ 2404434 h 5450835"/>
              <a:gd name="connsiteX7773" fmla="*/ 4579218 w 10450132"/>
              <a:gd name="connsiteY7773" fmla="*/ 2396552 h 5450835"/>
              <a:gd name="connsiteX7774" fmla="*/ 4579218 w 10450132"/>
              <a:gd name="connsiteY7774" fmla="*/ 2395698 h 5450835"/>
              <a:gd name="connsiteX7775" fmla="*/ 4583749 w 10450132"/>
              <a:gd name="connsiteY7775" fmla="*/ 2387816 h 5450835"/>
              <a:gd name="connsiteX7776" fmla="*/ 4584538 w 10450132"/>
              <a:gd name="connsiteY7776" fmla="*/ 2387357 h 5450835"/>
              <a:gd name="connsiteX7777" fmla="*/ 4330157 w 10450132"/>
              <a:gd name="connsiteY7777" fmla="*/ 2387357 h 5450835"/>
              <a:gd name="connsiteX7778" fmla="*/ 4339222 w 10450132"/>
              <a:gd name="connsiteY7778" fmla="*/ 2387357 h 5450835"/>
              <a:gd name="connsiteX7779" fmla="*/ 4340010 w 10450132"/>
              <a:gd name="connsiteY7779" fmla="*/ 2387816 h 5450835"/>
              <a:gd name="connsiteX7780" fmla="*/ 4344540 w 10450132"/>
              <a:gd name="connsiteY7780" fmla="*/ 2395698 h 5450835"/>
              <a:gd name="connsiteX7781" fmla="*/ 4344540 w 10450132"/>
              <a:gd name="connsiteY7781" fmla="*/ 2396552 h 5450835"/>
              <a:gd name="connsiteX7782" fmla="*/ 4340010 w 10450132"/>
              <a:gd name="connsiteY7782" fmla="*/ 2404434 h 5450835"/>
              <a:gd name="connsiteX7783" fmla="*/ 4339222 w 10450132"/>
              <a:gd name="connsiteY7783" fmla="*/ 2404893 h 5450835"/>
              <a:gd name="connsiteX7784" fmla="*/ 4330157 w 10450132"/>
              <a:gd name="connsiteY7784" fmla="*/ 2404893 h 5450835"/>
              <a:gd name="connsiteX7785" fmla="*/ 4329369 w 10450132"/>
              <a:gd name="connsiteY7785" fmla="*/ 2404434 h 5450835"/>
              <a:gd name="connsiteX7786" fmla="*/ 4324836 w 10450132"/>
              <a:gd name="connsiteY7786" fmla="*/ 2396552 h 5450835"/>
              <a:gd name="connsiteX7787" fmla="*/ 4324836 w 10450132"/>
              <a:gd name="connsiteY7787" fmla="*/ 2395698 h 5450835"/>
              <a:gd name="connsiteX7788" fmla="*/ 4329369 w 10450132"/>
              <a:gd name="connsiteY7788" fmla="*/ 2387816 h 5450835"/>
              <a:gd name="connsiteX7789" fmla="*/ 4330157 w 10450132"/>
              <a:gd name="connsiteY7789" fmla="*/ 2387357 h 5450835"/>
              <a:gd name="connsiteX7790" fmla="*/ 4075960 w 10450132"/>
              <a:gd name="connsiteY7790" fmla="*/ 2387357 h 5450835"/>
              <a:gd name="connsiteX7791" fmla="*/ 4085024 w 10450132"/>
              <a:gd name="connsiteY7791" fmla="*/ 2387357 h 5450835"/>
              <a:gd name="connsiteX7792" fmla="*/ 4085812 w 10450132"/>
              <a:gd name="connsiteY7792" fmla="*/ 2387816 h 5450835"/>
              <a:gd name="connsiteX7793" fmla="*/ 4090345 w 10450132"/>
              <a:gd name="connsiteY7793" fmla="*/ 2395698 h 5450835"/>
              <a:gd name="connsiteX7794" fmla="*/ 4090345 w 10450132"/>
              <a:gd name="connsiteY7794" fmla="*/ 2396552 h 5450835"/>
              <a:gd name="connsiteX7795" fmla="*/ 4085812 w 10450132"/>
              <a:gd name="connsiteY7795" fmla="*/ 2404434 h 5450835"/>
              <a:gd name="connsiteX7796" fmla="*/ 4085024 w 10450132"/>
              <a:gd name="connsiteY7796" fmla="*/ 2404893 h 5450835"/>
              <a:gd name="connsiteX7797" fmla="*/ 4075960 w 10450132"/>
              <a:gd name="connsiteY7797" fmla="*/ 2404893 h 5450835"/>
              <a:gd name="connsiteX7798" fmla="*/ 4075171 w 10450132"/>
              <a:gd name="connsiteY7798" fmla="*/ 2404434 h 5450835"/>
              <a:gd name="connsiteX7799" fmla="*/ 4070639 w 10450132"/>
              <a:gd name="connsiteY7799" fmla="*/ 2396552 h 5450835"/>
              <a:gd name="connsiteX7800" fmla="*/ 4070639 w 10450132"/>
              <a:gd name="connsiteY7800" fmla="*/ 2395698 h 5450835"/>
              <a:gd name="connsiteX7801" fmla="*/ 4075171 w 10450132"/>
              <a:gd name="connsiteY7801" fmla="*/ 2387816 h 5450835"/>
              <a:gd name="connsiteX7802" fmla="*/ 4075960 w 10450132"/>
              <a:gd name="connsiteY7802" fmla="*/ 2387357 h 5450835"/>
              <a:gd name="connsiteX7803" fmla="*/ 3821617 w 10450132"/>
              <a:gd name="connsiteY7803" fmla="*/ 2387357 h 5450835"/>
              <a:gd name="connsiteX7804" fmla="*/ 3830683 w 10450132"/>
              <a:gd name="connsiteY7804" fmla="*/ 2387357 h 5450835"/>
              <a:gd name="connsiteX7805" fmla="*/ 3831470 w 10450132"/>
              <a:gd name="connsiteY7805" fmla="*/ 2387816 h 5450835"/>
              <a:gd name="connsiteX7806" fmla="*/ 3836003 w 10450132"/>
              <a:gd name="connsiteY7806" fmla="*/ 2395698 h 5450835"/>
              <a:gd name="connsiteX7807" fmla="*/ 3836003 w 10450132"/>
              <a:gd name="connsiteY7807" fmla="*/ 2396552 h 5450835"/>
              <a:gd name="connsiteX7808" fmla="*/ 3831470 w 10450132"/>
              <a:gd name="connsiteY7808" fmla="*/ 2404434 h 5450835"/>
              <a:gd name="connsiteX7809" fmla="*/ 3830683 w 10450132"/>
              <a:gd name="connsiteY7809" fmla="*/ 2404893 h 5450835"/>
              <a:gd name="connsiteX7810" fmla="*/ 3821617 w 10450132"/>
              <a:gd name="connsiteY7810" fmla="*/ 2404893 h 5450835"/>
              <a:gd name="connsiteX7811" fmla="*/ 3820828 w 10450132"/>
              <a:gd name="connsiteY7811" fmla="*/ 2404434 h 5450835"/>
              <a:gd name="connsiteX7812" fmla="*/ 3816298 w 10450132"/>
              <a:gd name="connsiteY7812" fmla="*/ 2396552 h 5450835"/>
              <a:gd name="connsiteX7813" fmla="*/ 3816298 w 10450132"/>
              <a:gd name="connsiteY7813" fmla="*/ 2395698 h 5450835"/>
              <a:gd name="connsiteX7814" fmla="*/ 3820828 w 10450132"/>
              <a:gd name="connsiteY7814" fmla="*/ 2387816 h 5450835"/>
              <a:gd name="connsiteX7815" fmla="*/ 3821617 w 10450132"/>
              <a:gd name="connsiteY7815" fmla="*/ 2387357 h 5450835"/>
              <a:gd name="connsiteX7816" fmla="*/ 3567079 w 10450132"/>
              <a:gd name="connsiteY7816" fmla="*/ 2387357 h 5450835"/>
              <a:gd name="connsiteX7817" fmla="*/ 3576143 w 10450132"/>
              <a:gd name="connsiteY7817" fmla="*/ 2387357 h 5450835"/>
              <a:gd name="connsiteX7818" fmla="*/ 3576931 w 10450132"/>
              <a:gd name="connsiteY7818" fmla="*/ 2387816 h 5450835"/>
              <a:gd name="connsiteX7819" fmla="*/ 3581463 w 10450132"/>
              <a:gd name="connsiteY7819" fmla="*/ 2395698 h 5450835"/>
              <a:gd name="connsiteX7820" fmla="*/ 3581463 w 10450132"/>
              <a:gd name="connsiteY7820" fmla="*/ 2396552 h 5450835"/>
              <a:gd name="connsiteX7821" fmla="*/ 3576931 w 10450132"/>
              <a:gd name="connsiteY7821" fmla="*/ 2404434 h 5450835"/>
              <a:gd name="connsiteX7822" fmla="*/ 3576143 w 10450132"/>
              <a:gd name="connsiteY7822" fmla="*/ 2404893 h 5450835"/>
              <a:gd name="connsiteX7823" fmla="*/ 3567079 w 10450132"/>
              <a:gd name="connsiteY7823" fmla="*/ 2404893 h 5450835"/>
              <a:gd name="connsiteX7824" fmla="*/ 3566290 w 10450132"/>
              <a:gd name="connsiteY7824" fmla="*/ 2404434 h 5450835"/>
              <a:gd name="connsiteX7825" fmla="*/ 3561758 w 10450132"/>
              <a:gd name="connsiteY7825" fmla="*/ 2396552 h 5450835"/>
              <a:gd name="connsiteX7826" fmla="*/ 3561758 w 10450132"/>
              <a:gd name="connsiteY7826" fmla="*/ 2395698 h 5450835"/>
              <a:gd name="connsiteX7827" fmla="*/ 3566290 w 10450132"/>
              <a:gd name="connsiteY7827" fmla="*/ 2387816 h 5450835"/>
              <a:gd name="connsiteX7828" fmla="*/ 3567079 w 10450132"/>
              <a:gd name="connsiteY7828" fmla="*/ 2387357 h 5450835"/>
              <a:gd name="connsiteX7829" fmla="*/ 3312804 w 10450132"/>
              <a:gd name="connsiteY7829" fmla="*/ 2387357 h 5450835"/>
              <a:gd name="connsiteX7830" fmla="*/ 3321868 w 10450132"/>
              <a:gd name="connsiteY7830" fmla="*/ 2387357 h 5450835"/>
              <a:gd name="connsiteX7831" fmla="*/ 3322657 w 10450132"/>
              <a:gd name="connsiteY7831" fmla="*/ 2387816 h 5450835"/>
              <a:gd name="connsiteX7832" fmla="*/ 3327189 w 10450132"/>
              <a:gd name="connsiteY7832" fmla="*/ 2395698 h 5450835"/>
              <a:gd name="connsiteX7833" fmla="*/ 3327189 w 10450132"/>
              <a:gd name="connsiteY7833" fmla="*/ 2396552 h 5450835"/>
              <a:gd name="connsiteX7834" fmla="*/ 3322657 w 10450132"/>
              <a:gd name="connsiteY7834" fmla="*/ 2404434 h 5450835"/>
              <a:gd name="connsiteX7835" fmla="*/ 3321868 w 10450132"/>
              <a:gd name="connsiteY7835" fmla="*/ 2404893 h 5450835"/>
              <a:gd name="connsiteX7836" fmla="*/ 3312804 w 10450132"/>
              <a:gd name="connsiteY7836" fmla="*/ 2404893 h 5450835"/>
              <a:gd name="connsiteX7837" fmla="*/ 3312016 w 10450132"/>
              <a:gd name="connsiteY7837" fmla="*/ 2404434 h 5450835"/>
              <a:gd name="connsiteX7838" fmla="*/ 3307483 w 10450132"/>
              <a:gd name="connsiteY7838" fmla="*/ 2396552 h 5450835"/>
              <a:gd name="connsiteX7839" fmla="*/ 3307483 w 10450132"/>
              <a:gd name="connsiteY7839" fmla="*/ 2395698 h 5450835"/>
              <a:gd name="connsiteX7840" fmla="*/ 3312016 w 10450132"/>
              <a:gd name="connsiteY7840" fmla="*/ 2387816 h 5450835"/>
              <a:gd name="connsiteX7841" fmla="*/ 3312804 w 10450132"/>
              <a:gd name="connsiteY7841" fmla="*/ 2387357 h 5450835"/>
              <a:gd name="connsiteX7842" fmla="*/ 3058437 w 10450132"/>
              <a:gd name="connsiteY7842" fmla="*/ 2387357 h 5450835"/>
              <a:gd name="connsiteX7843" fmla="*/ 3067503 w 10450132"/>
              <a:gd name="connsiteY7843" fmla="*/ 2387357 h 5450835"/>
              <a:gd name="connsiteX7844" fmla="*/ 3068292 w 10450132"/>
              <a:gd name="connsiteY7844" fmla="*/ 2387816 h 5450835"/>
              <a:gd name="connsiteX7845" fmla="*/ 3072824 w 10450132"/>
              <a:gd name="connsiteY7845" fmla="*/ 2395698 h 5450835"/>
              <a:gd name="connsiteX7846" fmla="*/ 3072824 w 10450132"/>
              <a:gd name="connsiteY7846" fmla="*/ 2396552 h 5450835"/>
              <a:gd name="connsiteX7847" fmla="*/ 3068292 w 10450132"/>
              <a:gd name="connsiteY7847" fmla="*/ 2404434 h 5450835"/>
              <a:gd name="connsiteX7848" fmla="*/ 3067503 w 10450132"/>
              <a:gd name="connsiteY7848" fmla="*/ 2404893 h 5450835"/>
              <a:gd name="connsiteX7849" fmla="*/ 3058437 w 10450132"/>
              <a:gd name="connsiteY7849" fmla="*/ 2404893 h 5450835"/>
              <a:gd name="connsiteX7850" fmla="*/ 3057649 w 10450132"/>
              <a:gd name="connsiteY7850" fmla="*/ 2404434 h 5450835"/>
              <a:gd name="connsiteX7851" fmla="*/ 3053119 w 10450132"/>
              <a:gd name="connsiteY7851" fmla="*/ 2396552 h 5450835"/>
              <a:gd name="connsiteX7852" fmla="*/ 3053119 w 10450132"/>
              <a:gd name="connsiteY7852" fmla="*/ 2395698 h 5450835"/>
              <a:gd name="connsiteX7853" fmla="*/ 3057649 w 10450132"/>
              <a:gd name="connsiteY7853" fmla="*/ 2387816 h 5450835"/>
              <a:gd name="connsiteX7854" fmla="*/ 3058437 w 10450132"/>
              <a:gd name="connsiteY7854" fmla="*/ 2387357 h 5450835"/>
              <a:gd name="connsiteX7855" fmla="*/ 2803838 w 10450132"/>
              <a:gd name="connsiteY7855" fmla="*/ 2387357 h 5450835"/>
              <a:gd name="connsiteX7856" fmla="*/ 2812903 w 10450132"/>
              <a:gd name="connsiteY7856" fmla="*/ 2387357 h 5450835"/>
              <a:gd name="connsiteX7857" fmla="*/ 2813691 w 10450132"/>
              <a:gd name="connsiteY7857" fmla="*/ 2387816 h 5450835"/>
              <a:gd name="connsiteX7858" fmla="*/ 2818223 w 10450132"/>
              <a:gd name="connsiteY7858" fmla="*/ 2395698 h 5450835"/>
              <a:gd name="connsiteX7859" fmla="*/ 2818223 w 10450132"/>
              <a:gd name="connsiteY7859" fmla="*/ 2396552 h 5450835"/>
              <a:gd name="connsiteX7860" fmla="*/ 2813691 w 10450132"/>
              <a:gd name="connsiteY7860" fmla="*/ 2404434 h 5450835"/>
              <a:gd name="connsiteX7861" fmla="*/ 2812903 w 10450132"/>
              <a:gd name="connsiteY7861" fmla="*/ 2404893 h 5450835"/>
              <a:gd name="connsiteX7862" fmla="*/ 2803838 w 10450132"/>
              <a:gd name="connsiteY7862" fmla="*/ 2404893 h 5450835"/>
              <a:gd name="connsiteX7863" fmla="*/ 2803049 w 10450132"/>
              <a:gd name="connsiteY7863" fmla="*/ 2404434 h 5450835"/>
              <a:gd name="connsiteX7864" fmla="*/ 2798517 w 10450132"/>
              <a:gd name="connsiteY7864" fmla="*/ 2396552 h 5450835"/>
              <a:gd name="connsiteX7865" fmla="*/ 2798517 w 10450132"/>
              <a:gd name="connsiteY7865" fmla="*/ 2395698 h 5450835"/>
              <a:gd name="connsiteX7866" fmla="*/ 2803049 w 10450132"/>
              <a:gd name="connsiteY7866" fmla="*/ 2387816 h 5450835"/>
              <a:gd name="connsiteX7867" fmla="*/ 2803838 w 10450132"/>
              <a:gd name="connsiteY7867" fmla="*/ 2387357 h 5450835"/>
              <a:gd name="connsiteX7868" fmla="*/ 2549521 w 10450132"/>
              <a:gd name="connsiteY7868" fmla="*/ 2387357 h 5450835"/>
              <a:gd name="connsiteX7869" fmla="*/ 2558587 w 10450132"/>
              <a:gd name="connsiteY7869" fmla="*/ 2387357 h 5450835"/>
              <a:gd name="connsiteX7870" fmla="*/ 2559375 w 10450132"/>
              <a:gd name="connsiteY7870" fmla="*/ 2387816 h 5450835"/>
              <a:gd name="connsiteX7871" fmla="*/ 2563905 w 10450132"/>
              <a:gd name="connsiteY7871" fmla="*/ 2395698 h 5450835"/>
              <a:gd name="connsiteX7872" fmla="*/ 2563905 w 10450132"/>
              <a:gd name="connsiteY7872" fmla="*/ 2396552 h 5450835"/>
              <a:gd name="connsiteX7873" fmla="*/ 2559375 w 10450132"/>
              <a:gd name="connsiteY7873" fmla="*/ 2404434 h 5450835"/>
              <a:gd name="connsiteX7874" fmla="*/ 2558587 w 10450132"/>
              <a:gd name="connsiteY7874" fmla="*/ 2404893 h 5450835"/>
              <a:gd name="connsiteX7875" fmla="*/ 2549521 w 10450132"/>
              <a:gd name="connsiteY7875" fmla="*/ 2404893 h 5450835"/>
              <a:gd name="connsiteX7876" fmla="*/ 2548733 w 10450132"/>
              <a:gd name="connsiteY7876" fmla="*/ 2404434 h 5450835"/>
              <a:gd name="connsiteX7877" fmla="*/ 2544202 w 10450132"/>
              <a:gd name="connsiteY7877" fmla="*/ 2396552 h 5450835"/>
              <a:gd name="connsiteX7878" fmla="*/ 2544202 w 10450132"/>
              <a:gd name="connsiteY7878" fmla="*/ 2395698 h 5450835"/>
              <a:gd name="connsiteX7879" fmla="*/ 2548733 w 10450132"/>
              <a:gd name="connsiteY7879" fmla="*/ 2387816 h 5450835"/>
              <a:gd name="connsiteX7880" fmla="*/ 2549521 w 10450132"/>
              <a:gd name="connsiteY7880" fmla="*/ 2387357 h 5450835"/>
              <a:gd name="connsiteX7881" fmla="*/ 2295138 w 10450132"/>
              <a:gd name="connsiteY7881" fmla="*/ 2387357 h 5450835"/>
              <a:gd name="connsiteX7882" fmla="*/ 2304204 w 10450132"/>
              <a:gd name="connsiteY7882" fmla="*/ 2387357 h 5450835"/>
              <a:gd name="connsiteX7883" fmla="*/ 2304992 w 10450132"/>
              <a:gd name="connsiteY7883" fmla="*/ 2387816 h 5450835"/>
              <a:gd name="connsiteX7884" fmla="*/ 2309523 w 10450132"/>
              <a:gd name="connsiteY7884" fmla="*/ 2395698 h 5450835"/>
              <a:gd name="connsiteX7885" fmla="*/ 2309523 w 10450132"/>
              <a:gd name="connsiteY7885" fmla="*/ 2396552 h 5450835"/>
              <a:gd name="connsiteX7886" fmla="*/ 2304992 w 10450132"/>
              <a:gd name="connsiteY7886" fmla="*/ 2404434 h 5450835"/>
              <a:gd name="connsiteX7887" fmla="*/ 2304204 w 10450132"/>
              <a:gd name="connsiteY7887" fmla="*/ 2404893 h 5450835"/>
              <a:gd name="connsiteX7888" fmla="*/ 2295138 w 10450132"/>
              <a:gd name="connsiteY7888" fmla="*/ 2404893 h 5450835"/>
              <a:gd name="connsiteX7889" fmla="*/ 2294350 w 10450132"/>
              <a:gd name="connsiteY7889" fmla="*/ 2404434 h 5450835"/>
              <a:gd name="connsiteX7890" fmla="*/ 2289819 w 10450132"/>
              <a:gd name="connsiteY7890" fmla="*/ 2396552 h 5450835"/>
              <a:gd name="connsiteX7891" fmla="*/ 2289819 w 10450132"/>
              <a:gd name="connsiteY7891" fmla="*/ 2395698 h 5450835"/>
              <a:gd name="connsiteX7892" fmla="*/ 2294350 w 10450132"/>
              <a:gd name="connsiteY7892" fmla="*/ 2387816 h 5450835"/>
              <a:gd name="connsiteX7893" fmla="*/ 2295138 w 10450132"/>
              <a:gd name="connsiteY7893" fmla="*/ 2387357 h 5450835"/>
              <a:gd name="connsiteX7894" fmla="*/ 2040693 w 10450132"/>
              <a:gd name="connsiteY7894" fmla="*/ 2387357 h 5450835"/>
              <a:gd name="connsiteX7895" fmla="*/ 2049755 w 10450132"/>
              <a:gd name="connsiteY7895" fmla="*/ 2387357 h 5450835"/>
              <a:gd name="connsiteX7896" fmla="*/ 2050543 w 10450132"/>
              <a:gd name="connsiteY7896" fmla="*/ 2387816 h 5450835"/>
              <a:gd name="connsiteX7897" fmla="*/ 2055075 w 10450132"/>
              <a:gd name="connsiteY7897" fmla="*/ 2395698 h 5450835"/>
              <a:gd name="connsiteX7898" fmla="*/ 2055075 w 10450132"/>
              <a:gd name="connsiteY7898" fmla="*/ 2396552 h 5450835"/>
              <a:gd name="connsiteX7899" fmla="*/ 2050543 w 10450132"/>
              <a:gd name="connsiteY7899" fmla="*/ 2404434 h 5450835"/>
              <a:gd name="connsiteX7900" fmla="*/ 2049755 w 10450132"/>
              <a:gd name="connsiteY7900" fmla="*/ 2404893 h 5450835"/>
              <a:gd name="connsiteX7901" fmla="*/ 2040693 w 10450132"/>
              <a:gd name="connsiteY7901" fmla="*/ 2404893 h 5450835"/>
              <a:gd name="connsiteX7902" fmla="*/ 2039905 w 10450132"/>
              <a:gd name="connsiteY7902" fmla="*/ 2404434 h 5450835"/>
              <a:gd name="connsiteX7903" fmla="*/ 2035368 w 10450132"/>
              <a:gd name="connsiteY7903" fmla="*/ 2396552 h 5450835"/>
              <a:gd name="connsiteX7904" fmla="*/ 2035368 w 10450132"/>
              <a:gd name="connsiteY7904" fmla="*/ 2395698 h 5450835"/>
              <a:gd name="connsiteX7905" fmla="*/ 2039905 w 10450132"/>
              <a:gd name="connsiteY7905" fmla="*/ 2387816 h 5450835"/>
              <a:gd name="connsiteX7906" fmla="*/ 2040693 w 10450132"/>
              <a:gd name="connsiteY7906" fmla="*/ 2387357 h 5450835"/>
              <a:gd name="connsiteX7907" fmla="*/ 1786336 w 10450132"/>
              <a:gd name="connsiteY7907" fmla="*/ 2387357 h 5450835"/>
              <a:gd name="connsiteX7908" fmla="*/ 1795401 w 10450132"/>
              <a:gd name="connsiteY7908" fmla="*/ 2387357 h 5450835"/>
              <a:gd name="connsiteX7909" fmla="*/ 1796188 w 10450132"/>
              <a:gd name="connsiteY7909" fmla="*/ 2387816 h 5450835"/>
              <a:gd name="connsiteX7910" fmla="*/ 1800721 w 10450132"/>
              <a:gd name="connsiteY7910" fmla="*/ 2395698 h 5450835"/>
              <a:gd name="connsiteX7911" fmla="*/ 1800721 w 10450132"/>
              <a:gd name="connsiteY7911" fmla="*/ 2396552 h 5450835"/>
              <a:gd name="connsiteX7912" fmla="*/ 1796188 w 10450132"/>
              <a:gd name="connsiteY7912" fmla="*/ 2404434 h 5450835"/>
              <a:gd name="connsiteX7913" fmla="*/ 1795401 w 10450132"/>
              <a:gd name="connsiteY7913" fmla="*/ 2404893 h 5450835"/>
              <a:gd name="connsiteX7914" fmla="*/ 1786336 w 10450132"/>
              <a:gd name="connsiteY7914" fmla="*/ 2404893 h 5450835"/>
              <a:gd name="connsiteX7915" fmla="*/ 1785548 w 10450132"/>
              <a:gd name="connsiteY7915" fmla="*/ 2404434 h 5450835"/>
              <a:gd name="connsiteX7916" fmla="*/ 1781016 w 10450132"/>
              <a:gd name="connsiteY7916" fmla="*/ 2396552 h 5450835"/>
              <a:gd name="connsiteX7917" fmla="*/ 1781016 w 10450132"/>
              <a:gd name="connsiteY7917" fmla="*/ 2395698 h 5450835"/>
              <a:gd name="connsiteX7918" fmla="*/ 1785548 w 10450132"/>
              <a:gd name="connsiteY7918" fmla="*/ 2387816 h 5450835"/>
              <a:gd name="connsiteX7919" fmla="*/ 1786336 w 10450132"/>
              <a:gd name="connsiteY7919" fmla="*/ 2387357 h 5450835"/>
              <a:gd name="connsiteX7920" fmla="*/ 1531890 w 10450132"/>
              <a:gd name="connsiteY7920" fmla="*/ 2387357 h 5450835"/>
              <a:gd name="connsiteX7921" fmla="*/ 1540953 w 10450132"/>
              <a:gd name="connsiteY7921" fmla="*/ 2387357 h 5450835"/>
              <a:gd name="connsiteX7922" fmla="*/ 1541741 w 10450132"/>
              <a:gd name="connsiteY7922" fmla="*/ 2387816 h 5450835"/>
              <a:gd name="connsiteX7923" fmla="*/ 1546273 w 10450132"/>
              <a:gd name="connsiteY7923" fmla="*/ 2395698 h 5450835"/>
              <a:gd name="connsiteX7924" fmla="*/ 1546273 w 10450132"/>
              <a:gd name="connsiteY7924" fmla="*/ 2396552 h 5450835"/>
              <a:gd name="connsiteX7925" fmla="*/ 1541741 w 10450132"/>
              <a:gd name="connsiteY7925" fmla="*/ 2404434 h 5450835"/>
              <a:gd name="connsiteX7926" fmla="*/ 1540953 w 10450132"/>
              <a:gd name="connsiteY7926" fmla="*/ 2404893 h 5450835"/>
              <a:gd name="connsiteX7927" fmla="*/ 1531890 w 10450132"/>
              <a:gd name="connsiteY7927" fmla="*/ 2404893 h 5450835"/>
              <a:gd name="connsiteX7928" fmla="*/ 1531103 w 10450132"/>
              <a:gd name="connsiteY7928" fmla="*/ 2404434 h 5450835"/>
              <a:gd name="connsiteX7929" fmla="*/ 1526569 w 10450132"/>
              <a:gd name="connsiteY7929" fmla="*/ 2396552 h 5450835"/>
              <a:gd name="connsiteX7930" fmla="*/ 1526569 w 10450132"/>
              <a:gd name="connsiteY7930" fmla="*/ 2395698 h 5450835"/>
              <a:gd name="connsiteX7931" fmla="*/ 1531103 w 10450132"/>
              <a:gd name="connsiteY7931" fmla="*/ 2387816 h 5450835"/>
              <a:gd name="connsiteX7932" fmla="*/ 1531890 w 10450132"/>
              <a:gd name="connsiteY7932" fmla="*/ 2387357 h 5450835"/>
              <a:gd name="connsiteX7933" fmla="*/ 1277563 w 10450132"/>
              <a:gd name="connsiteY7933" fmla="*/ 2387357 h 5450835"/>
              <a:gd name="connsiteX7934" fmla="*/ 1286627 w 10450132"/>
              <a:gd name="connsiteY7934" fmla="*/ 2387357 h 5450835"/>
              <a:gd name="connsiteX7935" fmla="*/ 1287417 w 10450132"/>
              <a:gd name="connsiteY7935" fmla="*/ 2387816 h 5450835"/>
              <a:gd name="connsiteX7936" fmla="*/ 1291948 w 10450132"/>
              <a:gd name="connsiteY7936" fmla="*/ 2395698 h 5450835"/>
              <a:gd name="connsiteX7937" fmla="*/ 1291948 w 10450132"/>
              <a:gd name="connsiteY7937" fmla="*/ 2396552 h 5450835"/>
              <a:gd name="connsiteX7938" fmla="*/ 1287417 w 10450132"/>
              <a:gd name="connsiteY7938" fmla="*/ 2404434 h 5450835"/>
              <a:gd name="connsiteX7939" fmla="*/ 1286627 w 10450132"/>
              <a:gd name="connsiteY7939" fmla="*/ 2404893 h 5450835"/>
              <a:gd name="connsiteX7940" fmla="*/ 1277563 w 10450132"/>
              <a:gd name="connsiteY7940" fmla="*/ 2404893 h 5450835"/>
              <a:gd name="connsiteX7941" fmla="*/ 1276775 w 10450132"/>
              <a:gd name="connsiteY7941" fmla="*/ 2404434 h 5450835"/>
              <a:gd name="connsiteX7942" fmla="*/ 1272243 w 10450132"/>
              <a:gd name="connsiteY7942" fmla="*/ 2396552 h 5450835"/>
              <a:gd name="connsiteX7943" fmla="*/ 1272243 w 10450132"/>
              <a:gd name="connsiteY7943" fmla="*/ 2395698 h 5450835"/>
              <a:gd name="connsiteX7944" fmla="*/ 1276775 w 10450132"/>
              <a:gd name="connsiteY7944" fmla="*/ 2387816 h 5450835"/>
              <a:gd name="connsiteX7945" fmla="*/ 1277563 w 10450132"/>
              <a:gd name="connsiteY7945" fmla="*/ 2387357 h 5450835"/>
              <a:gd name="connsiteX7946" fmla="*/ 1023071 w 10450132"/>
              <a:gd name="connsiteY7946" fmla="*/ 2387357 h 5450835"/>
              <a:gd name="connsiteX7947" fmla="*/ 1032135 w 10450132"/>
              <a:gd name="connsiteY7947" fmla="*/ 2387357 h 5450835"/>
              <a:gd name="connsiteX7948" fmla="*/ 1032923 w 10450132"/>
              <a:gd name="connsiteY7948" fmla="*/ 2387816 h 5450835"/>
              <a:gd name="connsiteX7949" fmla="*/ 1037455 w 10450132"/>
              <a:gd name="connsiteY7949" fmla="*/ 2395698 h 5450835"/>
              <a:gd name="connsiteX7950" fmla="*/ 1037455 w 10450132"/>
              <a:gd name="connsiteY7950" fmla="*/ 2396552 h 5450835"/>
              <a:gd name="connsiteX7951" fmla="*/ 1032923 w 10450132"/>
              <a:gd name="connsiteY7951" fmla="*/ 2404434 h 5450835"/>
              <a:gd name="connsiteX7952" fmla="*/ 1032135 w 10450132"/>
              <a:gd name="connsiteY7952" fmla="*/ 2404893 h 5450835"/>
              <a:gd name="connsiteX7953" fmla="*/ 1023071 w 10450132"/>
              <a:gd name="connsiteY7953" fmla="*/ 2404893 h 5450835"/>
              <a:gd name="connsiteX7954" fmla="*/ 1022283 w 10450132"/>
              <a:gd name="connsiteY7954" fmla="*/ 2404434 h 5450835"/>
              <a:gd name="connsiteX7955" fmla="*/ 1017750 w 10450132"/>
              <a:gd name="connsiteY7955" fmla="*/ 2396552 h 5450835"/>
              <a:gd name="connsiteX7956" fmla="*/ 1017750 w 10450132"/>
              <a:gd name="connsiteY7956" fmla="*/ 2395698 h 5450835"/>
              <a:gd name="connsiteX7957" fmla="*/ 1022283 w 10450132"/>
              <a:gd name="connsiteY7957" fmla="*/ 2387816 h 5450835"/>
              <a:gd name="connsiteX7958" fmla="*/ 1023071 w 10450132"/>
              <a:gd name="connsiteY7958" fmla="*/ 2387357 h 5450835"/>
              <a:gd name="connsiteX7959" fmla="*/ 768604 w 10450132"/>
              <a:gd name="connsiteY7959" fmla="*/ 2387357 h 5450835"/>
              <a:gd name="connsiteX7960" fmla="*/ 777668 w 10450132"/>
              <a:gd name="connsiteY7960" fmla="*/ 2387357 h 5450835"/>
              <a:gd name="connsiteX7961" fmla="*/ 778456 w 10450132"/>
              <a:gd name="connsiteY7961" fmla="*/ 2387816 h 5450835"/>
              <a:gd name="connsiteX7962" fmla="*/ 782988 w 10450132"/>
              <a:gd name="connsiteY7962" fmla="*/ 2395698 h 5450835"/>
              <a:gd name="connsiteX7963" fmla="*/ 782988 w 10450132"/>
              <a:gd name="connsiteY7963" fmla="*/ 2396552 h 5450835"/>
              <a:gd name="connsiteX7964" fmla="*/ 778456 w 10450132"/>
              <a:gd name="connsiteY7964" fmla="*/ 2404434 h 5450835"/>
              <a:gd name="connsiteX7965" fmla="*/ 777668 w 10450132"/>
              <a:gd name="connsiteY7965" fmla="*/ 2404893 h 5450835"/>
              <a:gd name="connsiteX7966" fmla="*/ 768604 w 10450132"/>
              <a:gd name="connsiteY7966" fmla="*/ 2404893 h 5450835"/>
              <a:gd name="connsiteX7967" fmla="*/ 767816 w 10450132"/>
              <a:gd name="connsiteY7967" fmla="*/ 2404434 h 5450835"/>
              <a:gd name="connsiteX7968" fmla="*/ 763283 w 10450132"/>
              <a:gd name="connsiteY7968" fmla="*/ 2396552 h 5450835"/>
              <a:gd name="connsiteX7969" fmla="*/ 763283 w 10450132"/>
              <a:gd name="connsiteY7969" fmla="*/ 2395698 h 5450835"/>
              <a:gd name="connsiteX7970" fmla="*/ 767816 w 10450132"/>
              <a:gd name="connsiteY7970" fmla="*/ 2387816 h 5450835"/>
              <a:gd name="connsiteX7971" fmla="*/ 768604 w 10450132"/>
              <a:gd name="connsiteY7971" fmla="*/ 2387357 h 5450835"/>
              <a:gd name="connsiteX7972" fmla="*/ 514313 w 10450132"/>
              <a:gd name="connsiteY7972" fmla="*/ 2387357 h 5450835"/>
              <a:gd name="connsiteX7973" fmla="*/ 523377 w 10450132"/>
              <a:gd name="connsiteY7973" fmla="*/ 2387357 h 5450835"/>
              <a:gd name="connsiteX7974" fmla="*/ 524165 w 10450132"/>
              <a:gd name="connsiteY7974" fmla="*/ 2387816 h 5450835"/>
              <a:gd name="connsiteX7975" fmla="*/ 528697 w 10450132"/>
              <a:gd name="connsiteY7975" fmla="*/ 2395698 h 5450835"/>
              <a:gd name="connsiteX7976" fmla="*/ 528697 w 10450132"/>
              <a:gd name="connsiteY7976" fmla="*/ 2396552 h 5450835"/>
              <a:gd name="connsiteX7977" fmla="*/ 524165 w 10450132"/>
              <a:gd name="connsiteY7977" fmla="*/ 2404434 h 5450835"/>
              <a:gd name="connsiteX7978" fmla="*/ 523377 w 10450132"/>
              <a:gd name="connsiteY7978" fmla="*/ 2404893 h 5450835"/>
              <a:gd name="connsiteX7979" fmla="*/ 514313 w 10450132"/>
              <a:gd name="connsiteY7979" fmla="*/ 2404893 h 5450835"/>
              <a:gd name="connsiteX7980" fmla="*/ 513526 w 10450132"/>
              <a:gd name="connsiteY7980" fmla="*/ 2404434 h 5450835"/>
              <a:gd name="connsiteX7981" fmla="*/ 508992 w 10450132"/>
              <a:gd name="connsiteY7981" fmla="*/ 2396552 h 5450835"/>
              <a:gd name="connsiteX7982" fmla="*/ 508992 w 10450132"/>
              <a:gd name="connsiteY7982" fmla="*/ 2395698 h 5450835"/>
              <a:gd name="connsiteX7983" fmla="*/ 513526 w 10450132"/>
              <a:gd name="connsiteY7983" fmla="*/ 2387816 h 5450835"/>
              <a:gd name="connsiteX7984" fmla="*/ 514313 w 10450132"/>
              <a:gd name="connsiteY7984" fmla="*/ 2387357 h 5450835"/>
              <a:gd name="connsiteX7985" fmla="*/ 259899 w 10450132"/>
              <a:gd name="connsiteY7985" fmla="*/ 2387357 h 5450835"/>
              <a:gd name="connsiteX7986" fmla="*/ 268962 w 10450132"/>
              <a:gd name="connsiteY7986" fmla="*/ 2387357 h 5450835"/>
              <a:gd name="connsiteX7987" fmla="*/ 269751 w 10450132"/>
              <a:gd name="connsiteY7987" fmla="*/ 2387816 h 5450835"/>
              <a:gd name="connsiteX7988" fmla="*/ 274282 w 10450132"/>
              <a:gd name="connsiteY7988" fmla="*/ 2395698 h 5450835"/>
              <a:gd name="connsiteX7989" fmla="*/ 274282 w 10450132"/>
              <a:gd name="connsiteY7989" fmla="*/ 2396552 h 5450835"/>
              <a:gd name="connsiteX7990" fmla="*/ 269751 w 10450132"/>
              <a:gd name="connsiteY7990" fmla="*/ 2404434 h 5450835"/>
              <a:gd name="connsiteX7991" fmla="*/ 268962 w 10450132"/>
              <a:gd name="connsiteY7991" fmla="*/ 2404893 h 5450835"/>
              <a:gd name="connsiteX7992" fmla="*/ 259899 w 10450132"/>
              <a:gd name="connsiteY7992" fmla="*/ 2404893 h 5450835"/>
              <a:gd name="connsiteX7993" fmla="*/ 259110 w 10450132"/>
              <a:gd name="connsiteY7993" fmla="*/ 2404434 h 5450835"/>
              <a:gd name="connsiteX7994" fmla="*/ 254578 w 10450132"/>
              <a:gd name="connsiteY7994" fmla="*/ 2396552 h 5450835"/>
              <a:gd name="connsiteX7995" fmla="*/ 254578 w 10450132"/>
              <a:gd name="connsiteY7995" fmla="*/ 2395698 h 5450835"/>
              <a:gd name="connsiteX7996" fmla="*/ 259110 w 10450132"/>
              <a:gd name="connsiteY7996" fmla="*/ 2387816 h 5450835"/>
              <a:gd name="connsiteX7997" fmla="*/ 259899 w 10450132"/>
              <a:gd name="connsiteY7997" fmla="*/ 2387357 h 5450835"/>
              <a:gd name="connsiteX7998" fmla="*/ 5451 w 10450132"/>
              <a:gd name="connsiteY7998" fmla="*/ 2387357 h 5450835"/>
              <a:gd name="connsiteX7999" fmla="*/ 14515 w 10450132"/>
              <a:gd name="connsiteY7999" fmla="*/ 2387357 h 5450835"/>
              <a:gd name="connsiteX8000" fmla="*/ 15302 w 10450132"/>
              <a:gd name="connsiteY8000" fmla="*/ 2387816 h 5450835"/>
              <a:gd name="connsiteX8001" fmla="*/ 19835 w 10450132"/>
              <a:gd name="connsiteY8001" fmla="*/ 2395698 h 5450835"/>
              <a:gd name="connsiteX8002" fmla="*/ 19835 w 10450132"/>
              <a:gd name="connsiteY8002" fmla="*/ 2396552 h 5450835"/>
              <a:gd name="connsiteX8003" fmla="*/ 15302 w 10450132"/>
              <a:gd name="connsiteY8003" fmla="*/ 2404434 h 5450835"/>
              <a:gd name="connsiteX8004" fmla="*/ 14515 w 10450132"/>
              <a:gd name="connsiteY8004" fmla="*/ 2404893 h 5450835"/>
              <a:gd name="connsiteX8005" fmla="*/ 5451 w 10450132"/>
              <a:gd name="connsiteY8005" fmla="*/ 2404893 h 5450835"/>
              <a:gd name="connsiteX8006" fmla="*/ 4662 w 10450132"/>
              <a:gd name="connsiteY8006" fmla="*/ 2404434 h 5450835"/>
              <a:gd name="connsiteX8007" fmla="*/ 129 w 10450132"/>
              <a:gd name="connsiteY8007" fmla="*/ 2396552 h 5450835"/>
              <a:gd name="connsiteX8008" fmla="*/ 129 w 10450132"/>
              <a:gd name="connsiteY8008" fmla="*/ 2395698 h 5450835"/>
              <a:gd name="connsiteX8009" fmla="*/ 4662 w 10450132"/>
              <a:gd name="connsiteY8009" fmla="*/ 2387816 h 5450835"/>
              <a:gd name="connsiteX8010" fmla="*/ 5451 w 10450132"/>
              <a:gd name="connsiteY8010" fmla="*/ 2387357 h 5450835"/>
              <a:gd name="connsiteX8011" fmla="*/ 10435622 w 10450132"/>
              <a:gd name="connsiteY8011" fmla="*/ 2170348 h 5450835"/>
              <a:gd name="connsiteX8012" fmla="*/ 10444686 w 10450132"/>
              <a:gd name="connsiteY8012" fmla="*/ 2170348 h 5450835"/>
              <a:gd name="connsiteX8013" fmla="*/ 10445474 w 10450132"/>
              <a:gd name="connsiteY8013" fmla="*/ 2170808 h 5450835"/>
              <a:gd name="connsiteX8014" fmla="*/ 10450007 w 10450132"/>
              <a:gd name="connsiteY8014" fmla="*/ 2178689 h 5450835"/>
              <a:gd name="connsiteX8015" fmla="*/ 10450007 w 10450132"/>
              <a:gd name="connsiteY8015" fmla="*/ 2179543 h 5450835"/>
              <a:gd name="connsiteX8016" fmla="*/ 10445474 w 10450132"/>
              <a:gd name="connsiteY8016" fmla="*/ 2187426 h 5450835"/>
              <a:gd name="connsiteX8017" fmla="*/ 10444686 w 10450132"/>
              <a:gd name="connsiteY8017" fmla="*/ 2187886 h 5450835"/>
              <a:gd name="connsiteX8018" fmla="*/ 10435622 w 10450132"/>
              <a:gd name="connsiteY8018" fmla="*/ 2187886 h 5450835"/>
              <a:gd name="connsiteX8019" fmla="*/ 10434834 w 10450132"/>
              <a:gd name="connsiteY8019" fmla="*/ 2187426 h 5450835"/>
              <a:gd name="connsiteX8020" fmla="*/ 10430302 w 10450132"/>
              <a:gd name="connsiteY8020" fmla="*/ 2179543 h 5450835"/>
              <a:gd name="connsiteX8021" fmla="*/ 10430302 w 10450132"/>
              <a:gd name="connsiteY8021" fmla="*/ 2178689 h 5450835"/>
              <a:gd name="connsiteX8022" fmla="*/ 10434834 w 10450132"/>
              <a:gd name="connsiteY8022" fmla="*/ 2170808 h 5450835"/>
              <a:gd name="connsiteX8023" fmla="*/ 10435622 w 10450132"/>
              <a:gd name="connsiteY8023" fmla="*/ 2170348 h 5450835"/>
              <a:gd name="connsiteX8024" fmla="*/ 10181242 w 10450132"/>
              <a:gd name="connsiteY8024" fmla="*/ 2170348 h 5450835"/>
              <a:gd name="connsiteX8025" fmla="*/ 10190305 w 10450132"/>
              <a:gd name="connsiteY8025" fmla="*/ 2170348 h 5450835"/>
              <a:gd name="connsiteX8026" fmla="*/ 10191093 w 10450132"/>
              <a:gd name="connsiteY8026" fmla="*/ 2170808 h 5450835"/>
              <a:gd name="connsiteX8027" fmla="*/ 10195626 w 10450132"/>
              <a:gd name="connsiteY8027" fmla="*/ 2178689 h 5450835"/>
              <a:gd name="connsiteX8028" fmla="*/ 10195626 w 10450132"/>
              <a:gd name="connsiteY8028" fmla="*/ 2179543 h 5450835"/>
              <a:gd name="connsiteX8029" fmla="*/ 10191093 w 10450132"/>
              <a:gd name="connsiteY8029" fmla="*/ 2187426 h 5450835"/>
              <a:gd name="connsiteX8030" fmla="*/ 10190305 w 10450132"/>
              <a:gd name="connsiteY8030" fmla="*/ 2187886 h 5450835"/>
              <a:gd name="connsiteX8031" fmla="*/ 10181242 w 10450132"/>
              <a:gd name="connsiteY8031" fmla="*/ 2187886 h 5450835"/>
              <a:gd name="connsiteX8032" fmla="*/ 10180453 w 10450132"/>
              <a:gd name="connsiteY8032" fmla="*/ 2187426 h 5450835"/>
              <a:gd name="connsiteX8033" fmla="*/ 10175922 w 10450132"/>
              <a:gd name="connsiteY8033" fmla="*/ 2179543 h 5450835"/>
              <a:gd name="connsiteX8034" fmla="*/ 10175922 w 10450132"/>
              <a:gd name="connsiteY8034" fmla="*/ 2178689 h 5450835"/>
              <a:gd name="connsiteX8035" fmla="*/ 10180453 w 10450132"/>
              <a:gd name="connsiteY8035" fmla="*/ 2170808 h 5450835"/>
              <a:gd name="connsiteX8036" fmla="*/ 10181242 w 10450132"/>
              <a:gd name="connsiteY8036" fmla="*/ 2170348 h 5450835"/>
              <a:gd name="connsiteX8037" fmla="*/ 9926861 w 10450132"/>
              <a:gd name="connsiteY8037" fmla="*/ 2170348 h 5450835"/>
              <a:gd name="connsiteX8038" fmla="*/ 9935924 w 10450132"/>
              <a:gd name="connsiteY8038" fmla="*/ 2170348 h 5450835"/>
              <a:gd name="connsiteX8039" fmla="*/ 9936713 w 10450132"/>
              <a:gd name="connsiteY8039" fmla="*/ 2170808 h 5450835"/>
              <a:gd name="connsiteX8040" fmla="*/ 9941246 w 10450132"/>
              <a:gd name="connsiteY8040" fmla="*/ 2178689 h 5450835"/>
              <a:gd name="connsiteX8041" fmla="*/ 9941246 w 10450132"/>
              <a:gd name="connsiteY8041" fmla="*/ 2179543 h 5450835"/>
              <a:gd name="connsiteX8042" fmla="*/ 9936713 w 10450132"/>
              <a:gd name="connsiteY8042" fmla="*/ 2187426 h 5450835"/>
              <a:gd name="connsiteX8043" fmla="*/ 9935924 w 10450132"/>
              <a:gd name="connsiteY8043" fmla="*/ 2187886 h 5450835"/>
              <a:gd name="connsiteX8044" fmla="*/ 9926861 w 10450132"/>
              <a:gd name="connsiteY8044" fmla="*/ 2187886 h 5450835"/>
              <a:gd name="connsiteX8045" fmla="*/ 9926073 w 10450132"/>
              <a:gd name="connsiteY8045" fmla="*/ 2187426 h 5450835"/>
              <a:gd name="connsiteX8046" fmla="*/ 9921541 w 10450132"/>
              <a:gd name="connsiteY8046" fmla="*/ 2179543 h 5450835"/>
              <a:gd name="connsiteX8047" fmla="*/ 9921541 w 10450132"/>
              <a:gd name="connsiteY8047" fmla="*/ 2178689 h 5450835"/>
              <a:gd name="connsiteX8048" fmla="*/ 9926073 w 10450132"/>
              <a:gd name="connsiteY8048" fmla="*/ 2170808 h 5450835"/>
              <a:gd name="connsiteX8049" fmla="*/ 9926861 w 10450132"/>
              <a:gd name="connsiteY8049" fmla="*/ 2170348 h 5450835"/>
              <a:gd name="connsiteX8050" fmla="*/ 9672481 w 10450132"/>
              <a:gd name="connsiteY8050" fmla="*/ 2170348 h 5450835"/>
              <a:gd name="connsiteX8051" fmla="*/ 9681545 w 10450132"/>
              <a:gd name="connsiteY8051" fmla="*/ 2170348 h 5450835"/>
              <a:gd name="connsiteX8052" fmla="*/ 9682333 w 10450132"/>
              <a:gd name="connsiteY8052" fmla="*/ 2170808 h 5450835"/>
              <a:gd name="connsiteX8053" fmla="*/ 9686865 w 10450132"/>
              <a:gd name="connsiteY8053" fmla="*/ 2178689 h 5450835"/>
              <a:gd name="connsiteX8054" fmla="*/ 9686865 w 10450132"/>
              <a:gd name="connsiteY8054" fmla="*/ 2179543 h 5450835"/>
              <a:gd name="connsiteX8055" fmla="*/ 9682333 w 10450132"/>
              <a:gd name="connsiteY8055" fmla="*/ 2187426 h 5450835"/>
              <a:gd name="connsiteX8056" fmla="*/ 9681545 w 10450132"/>
              <a:gd name="connsiteY8056" fmla="*/ 2187886 h 5450835"/>
              <a:gd name="connsiteX8057" fmla="*/ 9672481 w 10450132"/>
              <a:gd name="connsiteY8057" fmla="*/ 2187886 h 5450835"/>
              <a:gd name="connsiteX8058" fmla="*/ 9671693 w 10450132"/>
              <a:gd name="connsiteY8058" fmla="*/ 2187426 h 5450835"/>
              <a:gd name="connsiteX8059" fmla="*/ 9667160 w 10450132"/>
              <a:gd name="connsiteY8059" fmla="*/ 2179543 h 5450835"/>
              <a:gd name="connsiteX8060" fmla="*/ 9667160 w 10450132"/>
              <a:gd name="connsiteY8060" fmla="*/ 2178689 h 5450835"/>
              <a:gd name="connsiteX8061" fmla="*/ 9671693 w 10450132"/>
              <a:gd name="connsiteY8061" fmla="*/ 2170808 h 5450835"/>
              <a:gd name="connsiteX8062" fmla="*/ 9672481 w 10450132"/>
              <a:gd name="connsiteY8062" fmla="*/ 2170348 h 5450835"/>
              <a:gd name="connsiteX8063" fmla="*/ 9418035 w 10450132"/>
              <a:gd name="connsiteY8063" fmla="*/ 2170348 h 5450835"/>
              <a:gd name="connsiteX8064" fmla="*/ 9427099 w 10450132"/>
              <a:gd name="connsiteY8064" fmla="*/ 2170348 h 5450835"/>
              <a:gd name="connsiteX8065" fmla="*/ 9427887 w 10450132"/>
              <a:gd name="connsiteY8065" fmla="*/ 2170808 h 5450835"/>
              <a:gd name="connsiteX8066" fmla="*/ 9432419 w 10450132"/>
              <a:gd name="connsiteY8066" fmla="*/ 2178689 h 5450835"/>
              <a:gd name="connsiteX8067" fmla="*/ 9432419 w 10450132"/>
              <a:gd name="connsiteY8067" fmla="*/ 2179543 h 5450835"/>
              <a:gd name="connsiteX8068" fmla="*/ 9427887 w 10450132"/>
              <a:gd name="connsiteY8068" fmla="*/ 2187426 h 5450835"/>
              <a:gd name="connsiteX8069" fmla="*/ 9427099 w 10450132"/>
              <a:gd name="connsiteY8069" fmla="*/ 2187886 h 5450835"/>
              <a:gd name="connsiteX8070" fmla="*/ 9418035 w 10450132"/>
              <a:gd name="connsiteY8070" fmla="*/ 2187886 h 5450835"/>
              <a:gd name="connsiteX8071" fmla="*/ 9417247 w 10450132"/>
              <a:gd name="connsiteY8071" fmla="*/ 2187426 h 5450835"/>
              <a:gd name="connsiteX8072" fmla="*/ 9412714 w 10450132"/>
              <a:gd name="connsiteY8072" fmla="*/ 2179543 h 5450835"/>
              <a:gd name="connsiteX8073" fmla="*/ 9412714 w 10450132"/>
              <a:gd name="connsiteY8073" fmla="*/ 2178689 h 5450835"/>
              <a:gd name="connsiteX8074" fmla="*/ 9417247 w 10450132"/>
              <a:gd name="connsiteY8074" fmla="*/ 2170808 h 5450835"/>
              <a:gd name="connsiteX8075" fmla="*/ 9418035 w 10450132"/>
              <a:gd name="connsiteY8075" fmla="*/ 2170348 h 5450835"/>
              <a:gd name="connsiteX8076" fmla="*/ 9163654 w 10450132"/>
              <a:gd name="connsiteY8076" fmla="*/ 2170348 h 5450835"/>
              <a:gd name="connsiteX8077" fmla="*/ 9172718 w 10450132"/>
              <a:gd name="connsiteY8077" fmla="*/ 2170348 h 5450835"/>
              <a:gd name="connsiteX8078" fmla="*/ 9173506 w 10450132"/>
              <a:gd name="connsiteY8078" fmla="*/ 2170808 h 5450835"/>
              <a:gd name="connsiteX8079" fmla="*/ 9178038 w 10450132"/>
              <a:gd name="connsiteY8079" fmla="*/ 2178689 h 5450835"/>
              <a:gd name="connsiteX8080" fmla="*/ 9178038 w 10450132"/>
              <a:gd name="connsiteY8080" fmla="*/ 2179543 h 5450835"/>
              <a:gd name="connsiteX8081" fmla="*/ 9173506 w 10450132"/>
              <a:gd name="connsiteY8081" fmla="*/ 2187426 h 5450835"/>
              <a:gd name="connsiteX8082" fmla="*/ 9172718 w 10450132"/>
              <a:gd name="connsiteY8082" fmla="*/ 2187886 h 5450835"/>
              <a:gd name="connsiteX8083" fmla="*/ 9163654 w 10450132"/>
              <a:gd name="connsiteY8083" fmla="*/ 2187886 h 5450835"/>
              <a:gd name="connsiteX8084" fmla="*/ 9162866 w 10450132"/>
              <a:gd name="connsiteY8084" fmla="*/ 2187426 h 5450835"/>
              <a:gd name="connsiteX8085" fmla="*/ 9158333 w 10450132"/>
              <a:gd name="connsiteY8085" fmla="*/ 2179543 h 5450835"/>
              <a:gd name="connsiteX8086" fmla="*/ 9158333 w 10450132"/>
              <a:gd name="connsiteY8086" fmla="*/ 2178689 h 5450835"/>
              <a:gd name="connsiteX8087" fmla="*/ 9162866 w 10450132"/>
              <a:gd name="connsiteY8087" fmla="*/ 2170808 h 5450835"/>
              <a:gd name="connsiteX8088" fmla="*/ 9163654 w 10450132"/>
              <a:gd name="connsiteY8088" fmla="*/ 2170348 h 5450835"/>
              <a:gd name="connsiteX8089" fmla="*/ 8909274 w 10450132"/>
              <a:gd name="connsiteY8089" fmla="*/ 2170348 h 5450835"/>
              <a:gd name="connsiteX8090" fmla="*/ 8918336 w 10450132"/>
              <a:gd name="connsiteY8090" fmla="*/ 2170348 h 5450835"/>
              <a:gd name="connsiteX8091" fmla="*/ 8919125 w 10450132"/>
              <a:gd name="connsiteY8091" fmla="*/ 2170808 h 5450835"/>
              <a:gd name="connsiteX8092" fmla="*/ 8923657 w 10450132"/>
              <a:gd name="connsiteY8092" fmla="*/ 2178689 h 5450835"/>
              <a:gd name="connsiteX8093" fmla="*/ 8923657 w 10450132"/>
              <a:gd name="connsiteY8093" fmla="*/ 2179543 h 5450835"/>
              <a:gd name="connsiteX8094" fmla="*/ 8919125 w 10450132"/>
              <a:gd name="connsiteY8094" fmla="*/ 2187426 h 5450835"/>
              <a:gd name="connsiteX8095" fmla="*/ 8918336 w 10450132"/>
              <a:gd name="connsiteY8095" fmla="*/ 2187886 h 5450835"/>
              <a:gd name="connsiteX8096" fmla="*/ 8909274 w 10450132"/>
              <a:gd name="connsiteY8096" fmla="*/ 2187886 h 5450835"/>
              <a:gd name="connsiteX8097" fmla="*/ 8908484 w 10450132"/>
              <a:gd name="connsiteY8097" fmla="*/ 2187426 h 5450835"/>
              <a:gd name="connsiteX8098" fmla="*/ 8903953 w 10450132"/>
              <a:gd name="connsiteY8098" fmla="*/ 2179543 h 5450835"/>
              <a:gd name="connsiteX8099" fmla="*/ 8903953 w 10450132"/>
              <a:gd name="connsiteY8099" fmla="*/ 2178689 h 5450835"/>
              <a:gd name="connsiteX8100" fmla="*/ 8908484 w 10450132"/>
              <a:gd name="connsiteY8100" fmla="*/ 2170808 h 5450835"/>
              <a:gd name="connsiteX8101" fmla="*/ 8909274 w 10450132"/>
              <a:gd name="connsiteY8101" fmla="*/ 2170348 h 5450835"/>
              <a:gd name="connsiteX8102" fmla="*/ 8654892 w 10450132"/>
              <a:gd name="connsiteY8102" fmla="*/ 2170348 h 5450835"/>
              <a:gd name="connsiteX8103" fmla="*/ 8663955 w 10450132"/>
              <a:gd name="connsiteY8103" fmla="*/ 2170348 h 5450835"/>
              <a:gd name="connsiteX8104" fmla="*/ 8664744 w 10450132"/>
              <a:gd name="connsiteY8104" fmla="*/ 2170808 h 5450835"/>
              <a:gd name="connsiteX8105" fmla="*/ 8669277 w 10450132"/>
              <a:gd name="connsiteY8105" fmla="*/ 2178689 h 5450835"/>
              <a:gd name="connsiteX8106" fmla="*/ 8669277 w 10450132"/>
              <a:gd name="connsiteY8106" fmla="*/ 2179543 h 5450835"/>
              <a:gd name="connsiteX8107" fmla="*/ 8664744 w 10450132"/>
              <a:gd name="connsiteY8107" fmla="*/ 2187426 h 5450835"/>
              <a:gd name="connsiteX8108" fmla="*/ 8663955 w 10450132"/>
              <a:gd name="connsiteY8108" fmla="*/ 2187886 h 5450835"/>
              <a:gd name="connsiteX8109" fmla="*/ 8654892 w 10450132"/>
              <a:gd name="connsiteY8109" fmla="*/ 2187886 h 5450835"/>
              <a:gd name="connsiteX8110" fmla="*/ 8654104 w 10450132"/>
              <a:gd name="connsiteY8110" fmla="*/ 2187426 h 5450835"/>
              <a:gd name="connsiteX8111" fmla="*/ 8649572 w 10450132"/>
              <a:gd name="connsiteY8111" fmla="*/ 2179543 h 5450835"/>
              <a:gd name="connsiteX8112" fmla="*/ 8649572 w 10450132"/>
              <a:gd name="connsiteY8112" fmla="*/ 2178689 h 5450835"/>
              <a:gd name="connsiteX8113" fmla="*/ 8654104 w 10450132"/>
              <a:gd name="connsiteY8113" fmla="*/ 2170808 h 5450835"/>
              <a:gd name="connsiteX8114" fmla="*/ 8654892 w 10450132"/>
              <a:gd name="connsiteY8114" fmla="*/ 2170348 h 5450835"/>
              <a:gd name="connsiteX8115" fmla="*/ 8400511 w 10450132"/>
              <a:gd name="connsiteY8115" fmla="*/ 2170348 h 5450835"/>
              <a:gd name="connsiteX8116" fmla="*/ 8409575 w 10450132"/>
              <a:gd name="connsiteY8116" fmla="*/ 2170348 h 5450835"/>
              <a:gd name="connsiteX8117" fmla="*/ 8410363 w 10450132"/>
              <a:gd name="connsiteY8117" fmla="*/ 2170808 h 5450835"/>
              <a:gd name="connsiteX8118" fmla="*/ 8414896 w 10450132"/>
              <a:gd name="connsiteY8118" fmla="*/ 2178689 h 5450835"/>
              <a:gd name="connsiteX8119" fmla="*/ 8414896 w 10450132"/>
              <a:gd name="connsiteY8119" fmla="*/ 2179543 h 5450835"/>
              <a:gd name="connsiteX8120" fmla="*/ 8410363 w 10450132"/>
              <a:gd name="connsiteY8120" fmla="*/ 2187426 h 5450835"/>
              <a:gd name="connsiteX8121" fmla="*/ 8409575 w 10450132"/>
              <a:gd name="connsiteY8121" fmla="*/ 2187886 h 5450835"/>
              <a:gd name="connsiteX8122" fmla="*/ 8400511 w 10450132"/>
              <a:gd name="connsiteY8122" fmla="*/ 2187886 h 5450835"/>
              <a:gd name="connsiteX8123" fmla="*/ 8399723 w 10450132"/>
              <a:gd name="connsiteY8123" fmla="*/ 2187426 h 5450835"/>
              <a:gd name="connsiteX8124" fmla="*/ 8395191 w 10450132"/>
              <a:gd name="connsiteY8124" fmla="*/ 2179543 h 5450835"/>
              <a:gd name="connsiteX8125" fmla="*/ 8395191 w 10450132"/>
              <a:gd name="connsiteY8125" fmla="*/ 2178689 h 5450835"/>
              <a:gd name="connsiteX8126" fmla="*/ 8399723 w 10450132"/>
              <a:gd name="connsiteY8126" fmla="*/ 2170808 h 5450835"/>
              <a:gd name="connsiteX8127" fmla="*/ 8400511 w 10450132"/>
              <a:gd name="connsiteY8127" fmla="*/ 2170348 h 5450835"/>
              <a:gd name="connsiteX8128" fmla="*/ 8146065 w 10450132"/>
              <a:gd name="connsiteY8128" fmla="*/ 2170348 h 5450835"/>
              <a:gd name="connsiteX8129" fmla="*/ 8155129 w 10450132"/>
              <a:gd name="connsiteY8129" fmla="*/ 2170348 h 5450835"/>
              <a:gd name="connsiteX8130" fmla="*/ 8155917 w 10450132"/>
              <a:gd name="connsiteY8130" fmla="*/ 2170808 h 5450835"/>
              <a:gd name="connsiteX8131" fmla="*/ 8160449 w 10450132"/>
              <a:gd name="connsiteY8131" fmla="*/ 2178689 h 5450835"/>
              <a:gd name="connsiteX8132" fmla="*/ 8160449 w 10450132"/>
              <a:gd name="connsiteY8132" fmla="*/ 2179543 h 5450835"/>
              <a:gd name="connsiteX8133" fmla="*/ 8155917 w 10450132"/>
              <a:gd name="connsiteY8133" fmla="*/ 2187426 h 5450835"/>
              <a:gd name="connsiteX8134" fmla="*/ 8155129 w 10450132"/>
              <a:gd name="connsiteY8134" fmla="*/ 2187886 h 5450835"/>
              <a:gd name="connsiteX8135" fmla="*/ 8146065 w 10450132"/>
              <a:gd name="connsiteY8135" fmla="*/ 2187886 h 5450835"/>
              <a:gd name="connsiteX8136" fmla="*/ 8145277 w 10450132"/>
              <a:gd name="connsiteY8136" fmla="*/ 2187426 h 5450835"/>
              <a:gd name="connsiteX8137" fmla="*/ 8140745 w 10450132"/>
              <a:gd name="connsiteY8137" fmla="*/ 2179543 h 5450835"/>
              <a:gd name="connsiteX8138" fmla="*/ 8140745 w 10450132"/>
              <a:gd name="connsiteY8138" fmla="*/ 2178689 h 5450835"/>
              <a:gd name="connsiteX8139" fmla="*/ 8145277 w 10450132"/>
              <a:gd name="connsiteY8139" fmla="*/ 2170808 h 5450835"/>
              <a:gd name="connsiteX8140" fmla="*/ 8146065 w 10450132"/>
              <a:gd name="connsiteY8140" fmla="*/ 2170348 h 5450835"/>
              <a:gd name="connsiteX8141" fmla="*/ 7891684 w 10450132"/>
              <a:gd name="connsiteY8141" fmla="*/ 2170348 h 5450835"/>
              <a:gd name="connsiteX8142" fmla="*/ 7900748 w 10450132"/>
              <a:gd name="connsiteY8142" fmla="*/ 2170348 h 5450835"/>
              <a:gd name="connsiteX8143" fmla="*/ 7901536 w 10450132"/>
              <a:gd name="connsiteY8143" fmla="*/ 2170808 h 5450835"/>
              <a:gd name="connsiteX8144" fmla="*/ 7906067 w 10450132"/>
              <a:gd name="connsiteY8144" fmla="*/ 2178689 h 5450835"/>
              <a:gd name="connsiteX8145" fmla="*/ 7906067 w 10450132"/>
              <a:gd name="connsiteY8145" fmla="*/ 2179543 h 5450835"/>
              <a:gd name="connsiteX8146" fmla="*/ 7901536 w 10450132"/>
              <a:gd name="connsiteY8146" fmla="*/ 2187426 h 5450835"/>
              <a:gd name="connsiteX8147" fmla="*/ 7900748 w 10450132"/>
              <a:gd name="connsiteY8147" fmla="*/ 2187886 h 5450835"/>
              <a:gd name="connsiteX8148" fmla="*/ 7891684 w 10450132"/>
              <a:gd name="connsiteY8148" fmla="*/ 2187886 h 5450835"/>
              <a:gd name="connsiteX8149" fmla="*/ 7890896 w 10450132"/>
              <a:gd name="connsiteY8149" fmla="*/ 2187426 h 5450835"/>
              <a:gd name="connsiteX8150" fmla="*/ 7886363 w 10450132"/>
              <a:gd name="connsiteY8150" fmla="*/ 2179543 h 5450835"/>
              <a:gd name="connsiteX8151" fmla="*/ 7886363 w 10450132"/>
              <a:gd name="connsiteY8151" fmla="*/ 2178689 h 5450835"/>
              <a:gd name="connsiteX8152" fmla="*/ 7890896 w 10450132"/>
              <a:gd name="connsiteY8152" fmla="*/ 2170808 h 5450835"/>
              <a:gd name="connsiteX8153" fmla="*/ 7891684 w 10450132"/>
              <a:gd name="connsiteY8153" fmla="*/ 2170348 h 5450835"/>
              <a:gd name="connsiteX8154" fmla="*/ 7637304 w 10450132"/>
              <a:gd name="connsiteY8154" fmla="*/ 2170348 h 5450835"/>
              <a:gd name="connsiteX8155" fmla="*/ 7646367 w 10450132"/>
              <a:gd name="connsiteY8155" fmla="*/ 2170348 h 5450835"/>
              <a:gd name="connsiteX8156" fmla="*/ 7647156 w 10450132"/>
              <a:gd name="connsiteY8156" fmla="*/ 2170808 h 5450835"/>
              <a:gd name="connsiteX8157" fmla="*/ 7651687 w 10450132"/>
              <a:gd name="connsiteY8157" fmla="*/ 2178689 h 5450835"/>
              <a:gd name="connsiteX8158" fmla="*/ 7651687 w 10450132"/>
              <a:gd name="connsiteY8158" fmla="*/ 2179543 h 5450835"/>
              <a:gd name="connsiteX8159" fmla="*/ 7647156 w 10450132"/>
              <a:gd name="connsiteY8159" fmla="*/ 2187426 h 5450835"/>
              <a:gd name="connsiteX8160" fmla="*/ 7646367 w 10450132"/>
              <a:gd name="connsiteY8160" fmla="*/ 2187886 h 5450835"/>
              <a:gd name="connsiteX8161" fmla="*/ 7637304 w 10450132"/>
              <a:gd name="connsiteY8161" fmla="*/ 2187886 h 5450835"/>
              <a:gd name="connsiteX8162" fmla="*/ 7636516 w 10450132"/>
              <a:gd name="connsiteY8162" fmla="*/ 2187426 h 5450835"/>
              <a:gd name="connsiteX8163" fmla="*/ 7631983 w 10450132"/>
              <a:gd name="connsiteY8163" fmla="*/ 2179543 h 5450835"/>
              <a:gd name="connsiteX8164" fmla="*/ 7631983 w 10450132"/>
              <a:gd name="connsiteY8164" fmla="*/ 2178689 h 5450835"/>
              <a:gd name="connsiteX8165" fmla="*/ 7636516 w 10450132"/>
              <a:gd name="connsiteY8165" fmla="*/ 2170808 h 5450835"/>
              <a:gd name="connsiteX8166" fmla="*/ 7637304 w 10450132"/>
              <a:gd name="connsiteY8166" fmla="*/ 2170348 h 5450835"/>
              <a:gd name="connsiteX8167" fmla="*/ 7382923 w 10450132"/>
              <a:gd name="connsiteY8167" fmla="*/ 2170348 h 5450835"/>
              <a:gd name="connsiteX8168" fmla="*/ 7391987 w 10450132"/>
              <a:gd name="connsiteY8168" fmla="*/ 2170348 h 5450835"/>
              <a:gd name="connsiteX8169" fmla="*/ 7392775 w 10450132"/>
              <a:gd name="connsiteY8169" fmla="*/ 2170808 h 5450835"/>
              <a:gd name="connsiteX8170" fmla="*/ 7397307 w 10450132"/>
              <a:gd name="connsiteY8170" fmla="*/ 2178689 h 5450835"/>
              <a:gd name="connsiteX8171" fmla="*/ 7397307 w 10450132"/>
              <a:gd name="connsiteY8171" fmla="*/ 2179543 h 5450835"/>
              <a:gd name="connsiteX8172" fmla="*/ 7392775 w 10450132"/>
              <a:gd name="connsiteY8172" fmla="*/ 2187426 h 5450835"/>
              <a:gd name="connsiteX8173" fmla="*/ 7391987 w 10450132"/>
              <a:gd name="connsiteY8173" fmla="*/ 2187886 h 5450835"/>
              <a:gd name="connsiteX8174" fmla="*/ 7382923 w 10450132"/>
              <a:gd name="connsiteY8174" fmla="*/ 2187886 h 5450835"/>
              <a:gd name="connsiteX8175" fmla="*/ 7382135 w 10450132"/>
              <a:gd name="connsiteY8175" fmla="*/ 2187426 h 5450835"/>
              <a:gd name="connsiteX8176" fmla="*/ 7377602 w 10450132"/>
              <a:gd name="connsiteY8176" fmla="*/ 2179543 h 5450835"/>
              <a:gd name="connsiteX8177" fmla="*/ 7377602 w 10450132"/>
              <a:gd name="connsiteY8177" fmla="*/ 2178689 h 5450835"/>
              <a:gd name="connsiteX8178" fmla="*/ 7382135 w 10450132"/>
              <a:gd name="connsiteY8178" fmla="*/ 2170808 h 5450835"/>
              <a:gd name="connsiteX8179" fmla="*/ 7382923 w 10450132"/>
              <a:gd name="connsiteY8179" fmla="*/ 2170348 h 5450835"/>
              <a:gd name="connsiteX8180" fmla="*/ 7128477 w 10450132"/>
              <a:gd name="connsiteY8180" fmla="*/ 2170348 h 5450835"/>
              <a:gd name="connsiteX8181" fmla="*/ 7137540 w 10450132"/>
              <a:gd name="connsiteY8181" fmla="*/ 2170348 h 5450835"/>
              <a:gd name="connsiteX8182" fmla="*/ 7138328 w 10450132"/>
              <a:gd name="connsiteY8182" fmla="*/ 2170808 h 5450835"/>
              <a:gd name="connsiteX8183" fmla="*/ 7142860 w 10450132"/>
              <a:gd name="connsiteY8183" fmla="*/ 2178689 h 5450835"/>
              <a:gd name="connsiteX8184" fmla="*/ 7142860 w 10450132"/>
              <a:gd name="connsiteY8184" fmla="*/ 2179543 h 5450835"/>
              <a:gd name="connsiteX8185" fmla="*/ 7138328 w 10450132"/>
              <a:gd name="connsiteY8185" fmla="*/ 2187426 h 5450835"/>
              <a:gd name="connsiteX8186" fmla="*/ 7137540 w 10450132"/>
              <a:gd name="connsiteY8186" fmla="*/ 2187886 h 5450835"/>
              <a:gd name="connsiteX8187" fmla="*/ 7128477 w 10450132"/>
              <a:gd name="connsiteY8187" fmla="*/ 2187886 h 5450835"/>
              <a:gd name="connsiteX8188" fmla="*/ 7127689 w 10450132"/>
              <a:gd name="connsiteY8188" fmla="*/ 2187426 h 5450835"/>
              <a:gd name="connsiteX8189" fmla="*/ 7123156 w 10450132"/>
              <a:gd name="connsiteY8189" fmla="*/ 2179543 h 5450835"/>
              <a:gd name="connsiteX8190" fmla="*/ 7123156 w 10450132"/>
              <a:gd name="connsiteY8190" fmla="*/ 2178689 h 5450835"/>
              <a:gd name="connsiteX8191" fmla="*/ 7127689 w 10450132"/>
              <a:gd name="connsiteY8191" fmla="*/ 2170808 h 5450835"/>
              <a:gd name="connsiteX8192" fmla="*/ 7128477 w 10450132"/>
              <a:gd name="connsiteY8192" fmla="*/ 2170348 h 5450835"/>
              <a:gd name="connsiteX8193" fmla="*/ 6874095 w 10450132"/>
              <a:gd name="connsiteY8193" fmla="*/ 2170348 h 5450835"/>
              <a:gd name="connsiteX8194" fmla="*/ 6883159 w 10450132"/>
              <a:gd name="connsiteY8194" fmla="*/ 2170348 h 5450835"/>
              <a:gd name="connsiteX8195" fmla="*/ 6883947 w 10450132"/>
              <a:gd name="connsiteY8195" fmla="*/ 2170808 h 5450835"/>
              <a:gd name="connsiteX8196" fmla="*/ 6888480 w 10450132"/>
              <a:gd name="connsiteY8196" fmla="*/ 2178689 h 5450835"/>
              <a:gd name="connsiteX8197" fmla="*/ 6888480 w 10450132"/>
              <a:gd name="connsiteY8197" fmla="*/ 2179543 h 5450835"/>
              <a:gd name="connsiteX8198" fmla="*/ 6883947 w 10450132"/>
              <a:gd name="connsiteY8198" fmla="*/ 2187426 h 5450835"/>
              <a:gd name="connsiteX8199" fmla="*/ 6883159 w 10450132"/>
              <a:gd name="connsiteY8199" fmla="*/ 2187886 h 5450835"/>
              <a:gd name="connsiteX8200" fmla="*/ 6874095 w 10450132"/>
              <a:gd name="connsiteY8200" fmla="*/ 2187886 h 5450835"/>
              <a:gd name="connsiteX8201" fmla="*/ 6873307 w 10450132"/>
              <a:gd name="connsiteY8201" fmla="*/ 2187426 h 5450835"/>
              <a:gd name="connsiteX8202" fmla="*/ 6868775 w 10450132"/>
              <a:gd name="connsiteY8202" fmla="*/ 2179543 h 5450835"/>
              <a:gd name="connsiteX8203" fmla="*/ 6868775 w 10450132"/>
              <a:gd name="connsiteY8203" fmla="*/ 2178689 h 5450835"/>
              <a:gd name="connsiteX8204" fmla="*/ 6873307 w 10450132"/>
              <a:gd name="connsiteY8204" fmla="*/ 2170808 h 5450835"/>
              <a:gd name="connsiteX8205" fmla="*/ 6874095 w 10450132"/>
              <a:gd name="connsiteY8205" fmla="*/ 2170348 h 5450835"/>
              <a:gd name="connsiteX8206" fmla="*/ 6619714 w 10450132"/>
              <a:gd name="connsiteY8206" fmla="*/ 2170348 h 5450835"/>
              <a:gd name="connsiteX8207" fmla="*/ 6628778 w 10450132"/>
              <a:gd name="connsiteY8207" fmla="*/ 2170348 h 5450835"/>
              <a:gd name="connsiteX8208" fmla="*/ 6629566 w 10450132"/>
              <a:gd name="connsiteY8208" fmla="*/ 2170808 h 5450835"/>
              <a:gd name="connsiteX8209" fmla="*/ 6634099 w 10450132"/>
              <a:gd name="connsiteY8209" fmla="*/ 2178689 h 5450835"/>
              <a:gd name="connsiteX8210" fmla="*/ 6634099 w 10450132"/>
              <a:gd name="connsiteY8210" fmla="*/ 2179543 h 5450835"/>
              <a:gd name="connsiteX8211" fmla="*/ 6629566 w 10450132"/>
              <a:gd name="connsiteY8211" fmla="*/ 2187426 h 5450835"/>
              <a:gd name="connsiteX8212" fmla="*/ 6628778 w 10450132"/>
              <a:gd name="connsiteY8212" fmla="*/ 2187886 h 5450835"/>
              <a:gd name="connsiteX8213" fmla="*/ 6619714 w 10450132"/>
              <a:gd name="connsiteY8213" fmla="*/ 2187886 h 5450835"/>
              <a:gd name="connsiteX8214" fmla="*/ 6618926 w 10450132"/>
              <a:gd name="connsiteY8214" fmla="*/ 2187426 h 5450835"/>
              <a:gd name="connsiteX8215" fmla="*/ 6614394 w 10450132"/>
              <a:gd name="connsiteY8215" fmla="*/ 2179543 h 5450835"/>
              <a:gd name="connsiteX8216" fmla="*/ 6614394 w 10450132"/>
              <a:gd name="connsiteY8216" fmla="*/ 2178689 h 5450835"/>
              <a:gd name="connsiteX8217" fmla="*/ 6618926 w 10450132"/>
              <a:gd name="connsiteY8217" fmla="*/ 2170808 h 5450835"/>
              <a:gd name="connsiteX8218" fmla="*/ 6619714 w 10450132"/>
              <a:gd name="connsiteY8218" fmla="*/ 2170348 h 5450835"/>
              <a:gd name="connsiteX8219" fmla="*/ 6365334 w 10450132"/>
              <a:gd name="connsiteY8219" fmla="*/ 2170348 h 5450835"/>
              <a:gd name="connsiteX8220" fmla="*/ 6374397 w 10450132"/>
              <a:gd name="connsiteY8220" fmla="*/ 2170348 h 5450835"/>
              <a:gd name="connsiteX8221" fmla="*/ 6375186 w 10450132"/>
              <a:gd name="connsiteY8221" fmla="*/ 2170808 h 5450835"/>
              <a:gd name="connsiteX8222" fmla="*/ 6379718 w 10450132"/>
              <a:gd name="connsiteY8222" fmla="*/ 2178689 h 5450835"/>
              <a:gd name="connsiteX8223" fmla="*/ 6379718 w 10450132"/>
              <a:gd name="connsiteY8223" fmla="*/ 2179543 h 5450835"/>
              <a:gd name="connsiteX8224" fmla="*/ 6375186 w 10450132"/>
              <a:gd name="connsiteY8224" fmla="*/ 2187426 h 5450835"/>
              <a:gd name="connsiteX8225" fmla="*/ 6374397 w 10450132"/>
              <a:gd name="connsiteY8225" fmla="*/ 2187886 h 5450835"/>
              <a:gd name="connsiteX8226" fmla="*/ 6365334 w 10450132"/>
              <a:gd name="connsiteY8226" fmla="*/ 2187886 h 5450835"/>
              <a:gd name="connsiteX8227" fmla="*/ 6364546 w 10450132"/>
              <a:gd name="connsiteY8227" fmla="*/ 2187426 h 5450835"/>
              <a:gd name="connsiteX8228" fmla="*/ 6360014 w 10450132"/>
              <a:gd name="connsiteY8228" fmla="*/ 2179543 h 5450835"/>
              <a:gd name="connsiteX8229" fmla="*/ 6360014 w 10450132"/>
              <a:gd name="connsiteY8229" fmla="*/ 2178689 h 5450835"/>
              <a:gd name="connsiteX8230" fmla="*/ 6364546 w 10450132"/>
              <a:gd name="connsiteY8230" fmla="*/ 2170808 h 5450835"/>
              <a:gd name="connsiteX8231" fmla="*/ 6365334 w 10450132"/>
              <a:gd name="connsiteY8231" fmla="*/ 2170348 h 5450835"/>
              <a:gd name="connsiteX8232" fmla="*/ 6110888 w 10450132"/>
              <a:gd name="connsiteY8232" fmla="*/ 2170348 h 5450835"/>
              <a:gd name="connsiteX8233" fmla="*/ 6119953 w 10450132"/>
              <a:gd name="connsiteY8233" fmla="*/ 2170348 h 5450835"/>
              <a:gd name="connsiteX8234" fmla="*/ 6120740 w 10450132"/>
              <a:gd name="connsiteY8234" fmla="*/ 2170808 h 5450835"/>
              <a:gd name="connsiteX8235" fmla="*/ 6125272 w 10450132"/>
              <a:gd name="connsiteY8235" fmla="*/ 2178689 h 5450835"/>
              <a:gd name="connsiteX8236" fmla="*/ 6125272 w 10450132"/>
              <a:gd name="connsiteY8236" fmla="*/ 2179543 h 5450835"/>
              <a:gd name="connsiteX8237" fmla="*/ 6120740 w 10450132"/>
              <a:gd name="connsiteY8237" fmla="*/ 2187426 h 5450835"/>
              <a:gd name="connsiteX8238" fmla="*/ 6119953 w 10450132"/>
              <a:gd name="connsiteY8238" fmla="*/ 2187886 h 5450835"/>
              <a:gd name="connsiteX8239" fmla="*/ 6110888 w 10450132"/>
              <a:gd name="connsiteY8239" fmla="*/ 2187886 h 5450835"/>
              <a:gd name="connsiteX8240" fmla="*/ 6110101 w 10450132"/>
              <a:gd name="connsiteY8240" fmla="*/ 2187426 h 5450835"/>
              <a:gd name="connsiteX8241" fmla="*/ 6105567 w 10450132"/>
              <a:gd name="connsiteY8241" fmla="*/ 2179543 h 5450835"/>
              <a:gd name="connsiteX8242" fmla="*/ 6105567 w 10450132"/>
              <a:gd name="connsiteY8242" fmla="*/ 2178689 h 5450835"/>
              <a:gd name="connsiteX8243" fmla="*/ 6110101 w 10450132"/>
              <a:gd name="connsiteY8243" fmla="*/ 2170808 h 5450835"/>
              <a:gd name="connsiteX8244" fmla="*/ 6110888 w 10450132"/>
              <a:gd name="connsiteY8244" fmla="*/ 2170348 h 5450835"/>
              <a:gd name="connsiteX8245" fmla="*/ 5856508 w 10450132"/>
              <a:gd name="connsiteY8245" fmla="*/ 2170348 h 5450835"/>
              <a:gd name="connsiteX8246" fmla="*/ 5865571 w 10450132"/>
              <a:gd name="connsiteY8246" fmla="*/ 2170348 h 5450835"/>
              <a:gd name="connsiteX8247" fmla="*/ 5866359 w 10450132"/>
              <a:gd name="connsiteY8247" fmla="*/ 2170808 h 5450835"/>
              <a:gd name="connsiteX8248" fmla="*/ 5870891 w 10450132"/>
              <a:gd name="connsiteY8248" fmla="*/ 2178689 h 5450835"/>
              <a:gd name="connsiteX8249" fmla="*/ 5870891 w 10450132"/>
              <a:gd name="connsiteY8249" fmla="*/ 2179543 h 5450835"/>
              <a:gd name="connsiteX8250" fmla="*/ 5866359 w 10450132"/>
              <a:gd name="connsiteY8250" fmla="*/ 2187426 h 5450835"/>
              <a:gd name="connsiteX8251" fmla="*/ 5865571 w 10450132"/>
              <a:gd name="connsiteY8251" fmla="*/ 2187886 h 5450835"/>
              <a:gd name="connsiteX8252" fmla="*/ 5856508 w 10450132"/>
              <a:gd name="connsiteY8252" fmla="*/ 2187886 h 5450835"/>
              <a:gd name="connsiteX8253" fmla="*/ 5855720 w 10450132"/>
              <a:gd name="connsiteY8253" fmla="*/ 2187426 h 5450835"/>
              <a:gd name="connsiteX8254" fmla="*/ 5851187 w 10450132"/>
              <a:gd name="connsiteY8254" fmla="*/ 2179543 h 5450835"/>
              <a:gd name="connsiteX8255" fmla="*/ 5851187 w 10450132"/>
              <a:gd name="connsiteY8255" fmla="*/ 2178689 h 5450835"/>
              <a:gd name="connsiteX8256" fmla="*/ 5855720 w 10450132"/>
              <a:gd name="connsiteY8256" fmla="*/ 2170808 h 5450835"/>
              <a:gd name="connsiteX8257" fmla="*/ 5856508 w 10450132"/>
              <a:gd name="connsiteY8257" fmla="*/ 2170348 h 5450835"/>
              <a:gd name="connsiteX8258" fmla="*/ 5602126 w 10450132"/>
              <a:gd name="connsiteY8258" fmla="*/ 2170348 h 5450835"/>
              <a:gd name="connsiteX8259" fmla="*/ 5611191 w 10450132"/>
              <a:gd name="connsiteY8259" fmla="*/ 2170348 h 5450835"/>
              <a:gd name="connsiteX8260" fmla="*/ 5611979 w 10450132"/>
              <a:gd name="connsiteY8260" fmla="*/ 2170808 h 5450835"/>
              <a:gd name="connsiteX8261" fmla="*/ 5616511 w 10450132"/>
              <a:gd name="connsiteY8261" fmla="*/ 2178689 h 5450835"/>
              <a:gd name="connsiteX8262" fmla="*/ 5616511 w 10450132"/>
              <a:gd name="connsiteY8262" fmla="*/ 2179543 h 5450835"/>
              <a:gd name="connsiteX8263" fmla="*/ 5611979 w 10450132"/>
              <a:gd name="connsiteY8263" fmla="*/ 2187426 h 5450835"/>
              <a:gd name="connsiteX8264" fmla="*/ 5611191 w 10450132"/>
              <a:gd name="connsiteY8264" fmla="*/ 2187886 h 5450835"/>
              <a:gd name="connsiteX8265" fmla="*/ 5602126 w 10450132"/>
              <a:gd name="connsiteY8265" fmla="*/ 2187886 h 5450835"/>
              <a:gd name="connsiteX8266" fmla="*/ 5601338 w 10450132"/>
              <a:gd name="connsiteY8266" fmla="*/ 2187426 h 5450835"/>
              <a:gd name="connsiteX8267" fmla="*/ 5596807 w 10450132"/>
              <a:gd name="connsiteY8267" fmla="*/ 2179543 h 5450835"/>
              <a:gd name="connsiteX8268" fmla="*/ 5596807 w 10450132"/>
              <a:gd name="connsiteY8268" fmla="*/ 2178689 h 5450835"/>
              <a:gd name="connsiteX8269" fmla="*/ 5601338 w 10450132"/>
              <a:gd name="connsiteY8269" fmla="*/ 2170808 h 5450835"/>
              <a:gd name="connsiteX8270" fmla="*/ 5602126 w 10450132"/>
              <a:gd name="connsiteY8270" fmla="*/ 2170348 h 5450835"/>
              <a:gd name="connsiteX8271" fmla="*/ 5347746 w 10450132"/>
              <a:gd name="connsiteY8271" fmla="*/ 2170348 h 5450835"/>
              <a:gd name="connsiteX8272" fmla="*/ 5356810 w 10450132"/>
              <a:gd name="connsiteY8272" fmla="*/ 2170348 h 5450835"/>
              <a:gd name="connsiteX8273" fmla="*/ 5357598 w 10450132"/>
              <a:gd name="connsiteY8273" fmla="*/ 2170808 h 5450835"/>
              <a:gd name="connsiteX8274" fmla="*/ 5362130 w 10450132"/>
              <a:gd name="connsiteY8274" fmla="*/ 2178689 h 5450835"/>
              <a:gd name="connsiteX8275" fmla="*/ 5362130 w 10450132"/>
              <a:gd name="connsiteY8275" fmla="*/ 2179543 h 5450835"/>
              <a:gd name="connsiteX8276" fmla="*/ 5357598 w 10450132"/>
              <a:gd name="connsiteY8276" fmla="*/ 2187426 h 5450835"/>
              <a:gd name="connsiteX8277" fmla="*/ 5356810 w 10450132"/>
              <a:gd name="connsiteY8277" fmla="*/ 2187886 h 5450835"/>
              <a:gd name="connsiteX8278" fmla="*/ 5347746 w 10450132"/>
              <a:gd name="connsiteY8278" fmla="*/ 2187886 h 5450835"/>
              <a:gd name="connsiteX8279" fmla="*/ 5346958 w 10450132"/>
              <a:gd name="connsiteY8279" fmla="*/ 2187426 h 5450835"/>
              <a:gd name="connsiteX8280" fmla="*/ 5342425 w 10450132"/>
              <a:gd name="connsiteY8280" fmla="*/ 2179543 h 5450835"/>
              <a:gd name="connsiteX8281" fmla="*/ 5342425 w 10450132"/>
              <a:gd name="connsiteY8281" fmla="*/ 2178689 h 5450835"/>
              <a:gd name="connsiteX8282" fmla="*/ 5346958 w 10450132"/>
              <a:gd name="connsiteY8282" fmla="*/ 2170808 h 5450835"/>
              <a:gd name="connsiteX8283" fmla="*/ 5347746 w 10450132"/>
              <a:gd name="connsiteY8283" fmla="*/ 2170348 h 5450835"/>
              <a:gd name="connsiteX8284" fmla="*/ 5093300 w 10450132"/>
              <a:gd name="connsiteY8284" fmla="*/ 2170348 h 5450835"/>
              <a:gd name="connsiteX8285" fmla="*/ 5102364 w 10450132"/>
              <a:gd name="connsiteY8285" fmla="*/ 2170348 h 5450835"/>
              <a:gd name="connsiteX8286" fmla="*/ 5103153 w 10450132"/>
              <a:gd name="connsiteY8286" fmla="*/ 2170808 h 5450835"/>
              <a:gd name="connsiteX8287" fmla="*/ 5107684 w 10450132"/>
              <a:gd name="connsiteY8287" fmla="*/ 2178689 h 5450835"/>
              <a:gd name="connsiteX8288" fmla="*/ 5107684 w 10450132"/>
              <a:gd name="connsiteY8288" fmla="*/ 2179543 h 5450835"/>
              <a:gd name="connsiteX8289" fmla="*/ 5103153 w 10450132"/>
              <a:gd name="connsiteY8289" fmla="*/ 2187426 h 5450835"/>
              <a:gd name="connsiteX8290" fmla="*/ 5102364 w 10450132"/>
              <a:gd name="connsiteY8290" fmla="*/ 2187886 h 5450835"/>
              <a:gd name="connsiteX8291" fmla="*/ 5093300 w 10450132"/>
              <a:gd name="connsiteY8291" fmla="*/ 2187886 h 5450835"/>
              <a:gd name="connsiteX8292" fmla="*/ 5092512 w 10450132"/>
              <a:gd name="connsiteY8292" fmla="*/ 2187426 h 5450835"/>
              <a:gd name="connsiteX8293" fmla="*/ 5087979 w 10450132"/>
              <a:gd name="connsiteY8293" fmla="*/ 2179543 h 5450835"/>
              <a:gd name="connsiteX8294" fmla="*/ 5087979 w 10450132"/>
              <a:gd name="connsiteY8294" fmla="*/ 2178689 h 5450835"/>
              <a:gd name="connsiteX8295" fmla="*/ 5092512 w 10450132"/>
              <a:gd name="connsiteY8295" fmla="*/ 2170808 h 5450835"/>
              <a:gd name="connsiteX8296" fmla="*/ 5093300 w 10450132"/>
              <a:gd name="connsiteY8296" fmla="*/ 2170348 h 5450835"/>
              <a:gd name="connsiteX8297" fmla="*/ 4838919 w 10450132"/>
              <a:gd name="connsiteY8297" fmla="*/ 2170348 h 5450835"/>
              <a:gd name="connsiteX8298" fmla="*/ 4847982 w 10450132"/>
              <a:gd name="connsiteY8298" fmla="*/ 2170348 h 5450835"/>
              <a:gd name="connsiteX8299" fmla="*/ 4848772 w 10450132"/>
              <a:gd name="connsiteY8299" fmla="*/ 2170808 h 5450835"/>
              <a:gd name="connsiteX8300" fmla="*/ 4853303 w 10450132"/>
              <a:gd name="connsiteY8300" fmla="*/ 2178689 h 5450835"/>
              <a:gd name="connsiteX8301" fmla="*/ 4853303 w 10450132"/>
              <a:gd name="connsiteY8301" fmla="*/ 2179543 h 5450835"/>
              <a:gd name="connsiteX8302" fmla="*/ 4848772 w 10450132"/>
              <a:gd name="connsiteY8302" fmla="*/ 2187426 h 5450835"/>
              <a:gd name="connsiteX8303" fmla="*/ 4847982 w 10450132"/>
              <a:gd name="connsiteY8303" fmla="*/ 2187886 h 5450835"/>
              <a:gd name="connsiteX8304" fmla="*/ 4838919 w 10450132"/>
              <a:gd name="connsiteY8304" fmla="*/ 2187886 h 5450835"/>
              <a:gd name="connsiteX8305" fmla="*/ 4838132 w 10450132"/>
              <a:gd name="connsiteY8305" fmla="*/ 2187426 h 5450835"/>
              <a:gd name="connsiteX8306" fmla="*/ 4833598 w 10450132"/>
              <a:gd name="connsiteY8306" fmla="*/ 2179543 h 5450835"/>
              <a:gd name="connsiteX8307" fmla="*/ 4833598 w 10450132"/>
              <a:gd name="connsiteY8307" fmla="*/ 2178689 h 5450835"/>
              <a:gd name="connsiteX8308" fmla="*/ 4838132 w 10450132"/>
              <a:gd name="connsiteY8308" fmla="*/ 2170808 h 5450835"/>
              <a:gd name="connsiteX8309" fmla="*/ 4838919 w 10450132"/>
              <a:gd name="connsiteY8309" fmla="*/ 2170348 h 5450835"/>
              <a:gd name="connsiteX8310" fmla="*/ 4584538 w 10450132"/>
              <a:gd name="connsiteY8310" fmla="*/ 2170348 h 5450835"/>
              <a:gd name="connsiteX8311" fmla="*/ 4593603 w 10450132"/>
              <a:gd name="connsiteY8311" fmla="*/ 2170348 h 5450835"/>
              <a:gd name="connsiteX8312" fmla="*/ 4594390 w 10450132"/>
              <a:gd name="connsiteY8312" fmla="*/ 2170808 h 5450835"/>
              <a:gd name="connsiteX8313" fmla="*/ 4598922 w 10450132"/>
              <a:gd name="connsiteY8313" fmla="*/ 2178689 h 5450835"/>
              <a:gd name="connsiteX8314" fmla="*/ 4598922 w 10450132"/>
              <a:gd name="connsiteY8314" fmla="*/ 2179543 h 5450835"/>
              <a:gd name="connsiteX8315" fmla="*/ 4594390 w 10450132"/>
              <a:gd name="connsiteY8315" fmla="*/ 2187426 h 5450835"/>
              <a:gd name="connsiteX8316" fmla="*/ 4593603 w 10450132"/>
              <a:gd name="connsiteY8316" fmla="*/ 2187886 h 5450835"/>
              <a:gd name="connsiteX8317" fmla="*/ 4584538 w 10450132"/>
              <a:gd name="connsiteY8317" fmla="*/ 2187886 h 5450835"/>
              <a:gd name="connsiteX8318" fmla="*/ 4583749 w 10450132"/>
              <a:gd name="connsiteY8318" fmla="*/ 2187426 h 5450835"/>
              <a:gd name="connsiteX8319" fmla="*/ 4579218 w 10450132"/>
              <a:gd name="connsiteY8319" fmla="*/ 2179543 h 5450835"/>
              <a:gd name="connsiteX8320" fmla="*/ 4579218 w 10450132"/>
              <a:gd name="connsiteY8320" fmla="*/ 2178689 h 5450835"/>
              <a:gd name="connsiteX8321" fmla="*/ 4583749 w 10450132"/>
              <a:gd name="connsiteY8321" fmla="*/ 2170808 h 5450835"/>
              <a:gd name="connsiteX8322" fmla="*/ 4584538 w 10450132"/>
              <a:gd name="connsiteY8322" fmla="*/ 2170348 h 5450835"/>
              <a:gd name="connsiteX8323" fmla="*/ 4330157 w 10450132"/>
              <a:gd name="connsiteY8323" fmla="*/ 2170348 h 5450835"/>
              <a:gd name="connsiteX8324" fmla="*/ 4339222 w 10450132"/>
              <a:gd name="connsiteY8324" fmla="*/ 2170348 h 5450835"/>
              <a:gd name="connsiteX8325" fmla="*/ 4340010 w 10450132"/>
              <a:gd name="connsiteY8325" fmla="*/ 2170808 h 5450835"/>
              <a:gd name="connsiteX8326" fmla="*/ 4344540 w 10450132"/>
              <a:gd name="connsiteY8326" fmla="*/ 2178689 h 5450835"/>
              <a:gd name="connsiteX8327" fmla="*/ 4344540 w 10450132"/>
              <a:gd name="connsiteY8327" fmla="*/ 2179543 h 5450835"/>
              <a:gd name="connsiteX8328" fmla="*/ 4340010 w 10450132"/>
              <a:gd name="connsiteY8328" fmla="*/ 2187426 h 5450835"/>
              <a:gd name="connsiteX8329" fmla="*/ 4339222 w 10450132"/>
              <a:gd name="connsiteY8329" fmla="*/ 2187886 h 5450835"/>
              <a:gd name="connsiteX8330" fmla="*/ 4330157 w 10450132"/>
              <a:gd name="connsiteY8330" fmla="*/ 2187886 h 5450835"/>
              <a:gd name="connsiteX8331" fmla="*/ 4329369 w 10450132"/>
              <a:gd name="connsiteY8331" fmla="*/ 2187426 h 5450835"/>
              <a:gd name="connsiteX8332" fmla="*/ 4324836 w 10450132"/>
              <a:gd name="connsiteY8332" fmla="*/ 2179543 h 5450835"/>
              <a:gd name="connsiteX8333" fmla="*/ 4324836 w 10450132"/>
              <a:gd name="connsiteY8333" fmla="*/ 2178689 h 5450835"/>
              <a:gd name="connsiteX8334" fmla="*/ 4329369 w 10450132"/>
              <a:gd name="connsiteY8334" fmla="*/ 2170808 h 5450835"/>
              <a:gd name="connsiteX8335" fmla="*/ 4330157 w 10450132"/>
              <a:gd name="connsiteY8335" fmla="*/ 2170348 h 5450835"/>
              <a:gd name="connsiteX8336" fmla="*/ 4075987 w 10450132"/>
              <a:gd name="connsiteY8336" fmla="*/ 2170348 h 5450835"/>
              <a:gd name="connsiteX8337" fmla="*/ 4085051 w 10450132"/>
              <a:gd name="connsiteY8337" fmla="*/ 2170348 h 5450835"/>
              <a:gd name="connsiteX8338" fmla="*/ 4085839 w 10450132"/>
              <a:gd name="connsiteY8338" fmla="*/ 2170808 h 5450835"/>
              <a:gd name="connsiteX8339" fmla="*/ 4090371 w 10450132"/>
              <a:gd name="connsiteY8339" fmla="*/ 2178689 h 5450835"/>
              <a:gd name="connsiteX8340" fmla="*/ 4090371 w 10450132"/>
              <a:gd name="connsiteY8340" fmla="*/ 2179543 h 5450835"/>
              <a:gd name="connsiteX8341" fmla="*/ 4085839 w 10450132"/>
              <a:gd name="connsiteY8341" fmla="*/ 2187426 h 5450835"/>
              <a:gd name="connsiteX8342" fmla="*/ 4085051 w 10450132"/>
              <a:gd name="connsiteY8342" fmla="*/ 2187886 h 5450835"/>
              <a:gd name="connsiteX8343" fmla="*/ 4075987 w 10450132"/>
              <a:gd name="connsiteY8343" fmla="*/ 2187886 h 5450835"/>
              <a:gd name="connsiteX8344" fmla="*/ 4075198 w 10450132"/>
              <a:gd name="connsiteY8344" fmla="*/ 2187426 h 5450835"/>
              <a:gd name="connsiteX8345" fmla="*/ 4070667 w 10450132"/>
              <a:gd name="connsiteY8345" fmla="*/ 2179543 h 5450835"/>
              <a:gd name="connsiteX8346" fmla="*/ 4070667 w 10450132"/>
              <a:gd name="connsiteY8346" fmla="*/ 2178689 h 5450835"/>
              <a:gd name="connsiteX8347" fmla="*/ 4075198 w 10450132"/>
              <a:gd name="connsiteY8347" fmla="*/ 2170808 h 5450835"/>
              <a:gd name="connsiteX8348" fmla="*/ 4075987 w 10450132"/>
              <a:gd name="connsiteY8348" fmla="*/ 2170348 h 5450835"/>
              <a:gd name="connsiteX8349" fmla="*/ 3821399 w 10450132"/>
              <a:gd name="connsiteY8349" fmla="*/ 2170348 h 5450835"/>
              <a:gd name="connsiteX8350" fmla="*/ 3830464 w 10450132"/>
              <a:gd name="connsiteY8350" fmla="*/ 2170348 h 5450835"/>
              <a:gd name="connsiteX8351" fmla="*/ 3831253 w 10450132"/>
              <a:gd name="connsiteY8351" fmla="*/ 2170808 h 5450835"/>
              <a:gd name="connsiteX8352" fmla="*/ 3835785 w 10450132"/>
              <a:gd name="connsiteY8352" fmla="*/ 2178689 h 5450835"/>
              <a:gd name="connsiteX8353" fmla="*/ 3835785 w 10450132"/>
              <a:gd name="connsiteY8353" fmla="*/ 2179543 h 5450835"/>
              <a:gd name="connsiteX8354" fmla="*/ 3831253 w 10450132"/>
              <a:gd name="connsiteY8354" fmla="*/ 2187426 h 5450835"/>
              <a:gd name="connsiteX8355" fmla="*/ 3830464 w 10450132"/>
              <a:gd name="connsiteY8355" fmla="*/ 2187886 h 5450835"/>
              <a:gd name="connsiteX8356" fmla="*/ 3821399 w 10450132"/>
              <a:gd name="connsiteY8356" fmla="*/ 2187886 h 5450835"/>
              <a:gd name="connsiteX8357" fmla="*/ 3820612 w 10450132"/>
              <a:gd name="connsiteY8357" fmla="*/ 2187426 h 5450835"/>
              <a:gd name="connsiteX8358" fmla="*/ 3816080 w 10450132"/>
              <a:gd name="connsiteY8358" fmla="*/ 2179543 h 5450835"/>
              <a:gd name="connsiteX8359" fmla="*/ 3816080 w 10450132"/>
              <a:gd name="connsiteY8359" fmla="*/ 2178689 h 5450835"/>
              <a:gd name="connsiteX8360" fmla="*/ 3820612 w 10450132"/>
              <a:gd name="connsiteY8360" fmla="*/ 2170808 h 5450835"/>
              <a:gd name="connsiteX8361" fmla="*/ 3821399 w 10450132"/>
              <a:gd name="connsiteY8361" fmla="*/ 2170348 h 5450835"/>
              <a:gd name="connsiteX8362" fmla="*/ 3567155 w 10450132"/>
              <a:gd name="connsiteY8362" fmla="*/ 2170348 h 5450835"/>
              <a:gd name="connsiteX8363" fmla="*/ 3576220 w 10450132"/>
              <a:gd name="connsiteY8363" fmla="*/ 2170348 h 5450835"/>
              <a:gd name="connsiteX8364" fmla="*/ 3577008 w 10450132"/>
              <a:gd name="connsiteY8364" fmla="*/ 2170808 h 5450835"/>
              <a:gd name="connsiteX8365" fmla="*/ 3581540 w 10450132"/>
              <a:gd name="connsiteY8365" fmla="*/ 2178689 h 5450835"/>
              <a:gd name="connsiteX8366" fmla="*/ 3581540 w 10450132"/>
              <a:gd name="connsiteY8366" fmla="*/ 2179543 h 5450835"/>
              <a:gd name="connsiteX8367" fmla="*/ 3577008 w 10450132"/>
              <a:gd name="connsiteY8367" fmla="*/ 2187426 h 5450835"/>
              <a:gd name="connsiteX8368" fmla="*/ 3576220 w 10450132"/>
              <a:gd name="connsiteY8368" fmla="*/ 2187886 h 5450835"/>
              <a:gd name="connsiteX8369" fmla="*/ 3567155 w 10450132"/>
              <a:gd name="connsiteY8369" fmla="*/ 2187886 h 5450835"/>
              <a:gd name="connsiteX8370" fmla="*/ 3566367 w 10450132"/>
              <a:gd name="connsiteY8370" fmla="*/ 2187426 h 5450835"/>
              <a:gd name="connsiteX8371" fmla="*/ 3561834 w 10450132"/>
              <a:gd name="connsiteY8371" fmla="*/ 2179543 h 5450835"/>
              <a:gd name="connsiteX8372" fmla="*/ 3561834 w 10450132"/>
              <a:gd name="connsiteY8372" fmla="*/ 2178689 h 5450835"/>
              <a:gd name="connsiteX8373" fmla="*/ 3566367 w 10450132"/>
              <a:gd name="connsiteY8373" fmla="*/ 2170808 h 5450835"/>
              <a:gd name="connsiteX8374" fmla="*/ 3567155 w 10450132"/>
              <a:gd name="connsiteY8374" fmla="*/ 2170348 h 5450835"/>
              <a:gd name="connsiteX8375" fmla="*/ 3312696 w 10450132"/>
              <a:gd name="connsiteY8375" fmla="*/ 2170348 h 5450835"/>
              <a:gd name="connsiteX8376" fmla="*/ 3321758 w 10450132"/>
              <a:gd name="connsiteY8376" fmla="*/ 2170348 h 5450835"/>
              <a:gd name="connsiteX8377" fmla="*/ 3322546 w 10450132"/>
              <a:gd name="connsiteY8377" fmla="*/ 2170808 h 5450835"/>
              <a:gd name="connsiteX8378" fmla="*/ 3327079 w 10450132"/>
              <a:gd name="connsiteY8378" fmla="*/ 2178689 h 5450835"/>
              <a:gd name="connsiteX8379" fmla="*/ 3327079 w 10450132"/>
              <a:gd name="connsiteY8379" fmla="*/ 2179543 h 5450835"/>
              <a:gd name="connsiteX8380" fmla="*/ 3322546 w 10450132"/>
              <a:gd name="connsiteY8380" fmla="*/ 2187426 h 5450835"/>
              <a:gd name="connsiteX8381" fmla="*/ 3321758 w 10450132"/>
              <a:gd name="connsiteY8381" fmla="*/ 2187886 h 5450835"/>
              <a:gd name="connsiteX8382" fmla="*/ 3312696 w 10450132"/>
              <a:gd name="connsiteY8382" fmla="*/ 2187886 h 5450835"/>
              <a:gd name="connsiteX8383" fmla="*/ 3311906 w 10450132"/>
              <a:gd name="connsiteY8383" fmla="*/ 2187426 h 5450835"/>
              <a:gd name="connsiteX8384" fmla="*/ 3307374 w 10450132"/>
              <a:gd name="connsiteY8384" fmla="*/ 2179543 h 5450835"/>
              <a:gd name="connsiteX8385" fmla="*/ 3307374 w 10450132"/>
              <a:gd name="connsiteY8385" fmla="*/ 2178689 h 5450835"/>
              <a:gd name="connsiteX8386" fmla="*/ 3311906 w 10450132"/>
              <a:gd name="connsiteY8386" fmla="*/ 2170808 h 5450835"/>
              <a:gd name="connsiteX8387" fmla="*/ 3312696 w 10450132"/>
              <a:gd name="connsiteY8387" fmla="*/ 2170348 h 5450835"/>
              <a:gd name="connsiteX8388" fmla="*/ 3058419 w 10450132"/>
              <a:gd name="connsiteY8388" fmla="*/ 2170348 h 5450835"/>
              <a:gd name="connsiteX8389" fmla="*/ 3067485 w 10450132"/>
              <a:gd name="connsiteY8389" fmla="*/ 2170348 h 5450835"/>
              <a:gd name="connsiteX8390" fmla="*/ 3068274 w 10450132"/>
              <a:gd name="connsiteY8390" fmla="*/ 2170808 h 5450835"/>
              <a:gd name="connsiteX8391" fmla="*/ 3072805 w 10450132"/>
              <a:gd name="connsiteY8391" fmla="*/ 2178689 h 5450835"/>
              <a:gd name="connsiteX8392" fmla="*/ 3072805 w 10450132"/>
              <a:gd name="connsiteY8392" fmla="*/ 2179543 h 5450835"/>
              <a:gd name="connsiteX8393" fmla="*/ 3068274 w 10450132"/>
              <a:gd name="connsiteY8393" fmla="*/ 2187426 h 5450835"/>
              <a:gd name="connsiteX8394" fmla="*/ 3067485 w 10450132"/>
              <a:gd name="connsiteY8394" fmla="*/ 2187886 h 5450835"/>
              <a:gd name="connsiteX8395" fmla="*/ 3058419 w 10450132"/>
              <a:gd name="connsiteY8395" fmla="*/ 2187886 h 5450835"/>
              <a:gd name="connsiteX8396" fmla="*/ 3057632 w 10450132"/>
              <a:gd name="connsiteY8396" fmla="*/ 2187426 h 5450835"/>
              <a:gd name="connsiteX8397" fmla="*/ 3053099 w 10450132"/>
              <a:gd name="connsiteY8397" fmla="*/ 2179543 h 5450835"/>
              <a:gd name="connsiteX8398" fmla="*/ 3053099 w 10450132"/>
              <a:gd name="connsiteY8398" fmla="*/ 2178689 h 5450835"/>
              <a:gd name="connsiteX8399" fmla="*/ 3057632 w 10450132"/>
              <a:gd name="connsiteY8399" fmla="*/ 2170808 h 5450835"/>
              <a:gd name="connsiteX8400" fmla="*/ 3058419 w 10450132"/>
              <a:gd name="connsiteY8400" fmla="*/ 2170348 h 5450835"/>
              <a:gd name="connsiteX8401" fmla="*/ 2803955 w 10450132"/>
              <a:gd name="connsiteY8401" fmla="*/ 2170348 h 5450835"/>
              <a:gd name="connsiteX8402" fmla="*/ 2813020 w 10450132"/>
              <a:gd name="connsiteY8402" fmla="*/ 2170348 h 5450835"/>
              <a:gd name="connsiteX8403" fmla="*/ 2813807 w 10450132"/>
              <a:gd name="connsiteY8403" fmla="*/ 2170808 h 5450835"/>
              <a:gd name="connsiteX8404" fmla="*/ 2818340 w 10450132"/>
              <a:gd name="connsiteY8404" fmla="*/ 2178689 h 5450835"/>
              <a:gd name="connsiteX8405" fmla="*/ 2818340 w 10450132"/>
              <a:gd name="connsiteY8405" fmla="*/ 2179543 h 5450835"/>
              <a:gd name="connsiteX8406" fmla="*/ 2813807 w 10450132"/>
              <a:gd name="connsiteY8406" fmla="*/ 2187426 h 5450835"/>
              <a:gd name="connsiteX8407" fmla="*/ 2813020 w 10450132"/>
              <a:gd name="connsiteY8407" fmla="*/ 2187886 h 5450835"/>
              <a:gd name="connsiteX8408" fmla="*/ 2803955 w 10450132"/>
              <a:gd name="connsiteY8408" fmla="*/ 2187886 h 5450835"/>
              <a:gd name="connsiteX8409" fmla="*/ 2803164 w 10450132"/>
              <a:gd name="connsiteY8409" fmla="*/ 2187426 h 5450835"/>
              <a:gd name="connsiteX8410" fmla="*/ 2798634 w 10450132"/>
              <a:gd name="connsiteY8410" fmla="*/ 2179543 h 5450835"/>
              <a:gd name="connsiteX8411" fmla="*/ 2798634 w 10450132"/>
              <a:gd name="connsiteY8411" fmla="*/ 2178689 h 5450835"/>
              <a:gd name="connsiteX8412" fmla="*/ 2803164 w 10450132"/>
              <a:gd name="connsiteY8412" fmla="*/ 2170808 h 5450835"/>
              <a:gd name="connsiteX8413" fmla="*/ 2803955 w 10450132"/>
              <a:gd name="connsiteY8413" fmla="*/ 2170348 h 5450835"/>
              <a:gd name="connsiteX8414" fmla="*/ 2549558 w 10450132"/>
              <a:gd name="connsiteY8414" fmla="*/ 2170348 h 5450835"/>
              <a:gd name="connsiteX8415" fmla="*/ 2558623 w 10450132"/>
              <a:gd name="connsiteY8415" fmla="*/ 2170348 h 5450835"/>
              <a:gd name="connsiteX8416" fmla="*/ 2559412 w 10450132"/>
              <a:gd name="connsiteY8416" fmla="*/ 2170808 h 5450835"/>
              <a:gd name="connsiteX8417" fmla="*/ 2563944 w 10450132"/>
              <a:gd name="connsiteY8417" fmla="*/ 2178689 h 5450835"/>
              <a:gd name="connsiteX8418" fmla="*/ 2563944 w 10450132"/>
              <a:gd name="connsiteY8418" fmla="*/ 2179543 h 5450835"/>
              <a:gd name="connsiteX8419" fmla="*/ 2559412 w 10450132"/>
              <a:gd name="connsiteY8419" fmla="*/ 2187426 h 5450835"/>
              <a:gd name="connsiteX8420" fmla="*/ 2558623 w 10450132"/>
              <a:gd name="connsiteY8420" fmla="*/ 2187886 h 5450835"/>
              <a:gd name="connsiteX8421" fmla="*/ 2549558 w 10450132"/>
              <a:gd name="connsiteY8421" fmla="*/ 2187886 h 5450835"/>
              <a:gd name="connsiteX8422" fmla="*/ 2548770 w 10450132"/>
              <a:gd name="connsiteY8422" fmla="*/ 2187426 h 5450835"/>
              <a:gd name="connsiteX8423" fmla="*/ 2544238 w 10450132"/>
              <a:gd name="connsiteY8423" fmla="*/ 2179543 h 5450835"/>
              <a:gd name="connsiteX8424" fmla="*/ 2544238 w 10450132"/>
              <a:gd name="connsiteY8424" fmla="*/ 2178689 h 5450835"/>
              <a:gd name="connsiteX8425" fmla="*/ 2548770 w 10450132"/>
              <a:gd name="connsiteY8425" fmla="*/ 2170808 h 5450835"/>
              <a:gd name="connsiteX8426" fmla="*/ 2549558 w 10450132"/>
              <a:gd name="connsiteY8426" fmla="*/ 2170348 h 5450835"/>
              <a:gd name="connsiteX8427" fmla="*/ 2295176 w 10450132"/>
              <a:gd name="connsiteY8427" fmla="*/ 2170348 h 5450835"/>
              <a:gd name="connsiteX8428" fmla="*/ 2304242 w 10450132"/>
              <a:gd name="connsiteY8428" fmla="*/ 2170348 h 5450835"/>
              <a:gd name="connsiteX8429" fmla="*/ 2305030 w 10450132"/>
              <a:gd name="connsiteY8429" fmla="*/ 2170808 h 5450835"/>
              <a:gd name="connsiteX8430" fmla="*/ 2309562 w 10450132"/>
              <a:gd name="connsiteY8430" fmla="*/ 2178689 h 5450835"/>
              <a:gd name="connsiteX8431" fmla="*/ 2309562 w 10450132"/>
              <a:gd name="connsiteY8431" fmla="*/ 2179543 h 5450835"/>
              <a:gd name="connsiteX8432" fmla="*/ 2305030 w 10450132"/>
              <a:gd name="connsiteY8432" fmla="*/ 2187426 h 5450835"/>
              <a:gd name="connsiteX8433" fmla="*/ 2304242 w 10450132"/>
              <a:gd name="connsiteY8433" fmla="*/ 2187886 h 5450835"/>
              <a:gd name="connsiteX8434" fmla="*/ 2295176 w 10450132"/>
              <a:gd name="connsiteY8434" fmla="*/ 2187886 h 5450835"/>
              <a:gd name="connsiteX8435" fmla="*/ 2294388 w 10450132"/>
              <a:gd name="connsiteY8435" fmla="*/ 2187426 h 5450835"/>
              <a:gd name="connsiteX8436" fmla="*/ 2289857 w 10450132"/>
              <a:gd name="connsiteY8436" fmla="*/ 2179543 h 5450835"/>
              <a:gd name="connsiteX8437" fmla="*/ 2289857 w 10450132"/>
              <a:gd name="connsiteY8437" fmla="*/ 2178689 h 5450835"/>
              <a:gd name="connsiteX8438" fmla="*/ 2294388 w 10450132"/>
              <a:gd name="connsiteY8438" fmla="*/ 2170808 h 5450835"/>
              <a:gd name="connsiteX8439" fmla="*/ 2295176 w 10450132"/>
              <a:gd name="connsiteY8439" fmla="*/ 2170348 h 5450835"/>
              <a:gd name="connsiteX8440" fmla="*/ 2040660 w 10450132"/>
              <a:gd name="connsiteY8440" fmla="*/ 2170348 h 5450835"/>
              <a:gd name="connsiteX8441" fmla="*/ 2049725 w 10450132"/>
              <a:gd name="connsiteY8441" fmla="*/ 2170348 h 5450835"/>
              <a:gd name="connsiteX8442" fmla="*/ 2050513 w 10450132"/>
              <a:gd name="connsiteY8442" fmla="*/ 2170808 h 5450835"/>
              <a:gd name="connsiteX8443" fmla="*/ 2055044 w 10450132"/>
              <a:gd name="connsiteY8443" fmla="*/ 2178689 h 5450835"/>
              <a:gd name="connsiteX8444" fmla="*/ 2055044 w 10450132"/>
              <a:gd name="connsiteY8444" fmla="*/ 2179543 h 5450835"/>
              <a:gd name="connsiteX8445" fmla="*/ 2050513 w 10450132"/>
              <a:gd name="connsiteY8445" fmla="*/ 2187426 h 5450835"/>
              <a:gd name="connsiteX8446" fmla="*/ 2049725 w 10450132"/>
              <a:gd name="connsiteY8446" fmla="*/ 2187886 h 5450835"/>
              <a:gd name="connsiteX8447" fmla="*/ 2040660 w 10450132"/>
              <a:gd name="connsiteY8447" fmla="*/ 2187886 h 5450835"/>
              <a:gd name="connsiteX8448" fmla="*/ 2039873 w 10450132"/>
              <a:gd name="connsiteY8448" fmla="*/ 2187426 h 5450835"/>
              <a:gd name="connsiteX8449" fmla="*/ 2035339 w 10450132"/>
              <a:gd name="connsiteY8449" fmla="*/ 2179543 h 5450835"/>
              <a:gd name="connsiteX8450" fmla="*/ 2035339 w 10450132"/>
              <a:gd name="connsiteY8450" fmla="*/ 2178689 h 5450835"/>
              <a:gd name="connsiteX8451" fmla="*/ 2039873 w 10450132"/>
              <a:gd name="connsiteY8451" fmla="*/ 2170808 h 5450835"/>
              <a:gd name="connsiteX8452" fmla="*/ 2040660 w 10450132"/>
              <a:gd name="connsiteY8452" fmla="*/ 2170348 h 5450835"/>
              <a:gd name="connsiteX8453" fmla="*/ 1786362 w 10450132"/>
              <a:gd name="connsiteY8453" fmla="*/ 2170348 h 5450835"/>
              <a:gd name="connsiteX8454" fmla="*/ 1795426 w 10450132"/>
              <a:gd name="connsiteY8454" fmla="*/ 2170348 h 5450835"/>
              <a:gd name="connsiteX8455" fmla="*/ 1796214 w 10450132"/>
              <a:gd name="connsiteY8455" fmla="*/ 2170808 h 5450835"/>
              <a:gd name="connsiteX8456" fmla="*/ 1800746 w 10450132"/>
              <a:gd name="connsiteY8456" fmla="*/ 2178689 h 5450835"/>
              <a:gd name="connsiteX8457" fmla="*/ 1800746 w 10450132"/>
              <a:gd name="connsiteY8457" fmla="*/ 2179543 h 5450835"/>
              <a:gd name="connsiteX8458" fmla="*/ 1796214 w 10450132"/>
              <a:gd name="connsiteY8458" fmla="*/ 2187426 h 5450835"/>
              <a:gd name="connsiteX8459" fmla="*/ 1795426 w 10450132"/>
              <a:gd name="connsiteY8459" fmla="*/ 2187886 h 5450835"/>
              <a:gd name="connsiteX8460" fmla="*/ 1786362 w 10450132"/>
              <a:gd name="connsiteY8460" fmla="*/ 2187886 h 5450835"/>
              <a:gd name="connsiteX8461" fmla="*/ 1785574 w 10450132"/>
              <a:gd name="connsiteY8461" fmla="*/ 2187426 h 5450835"/>
              <a:gd name="connsiteX8462" fmla="*/ 1781042 w 10450132"/>
              <a:gd name="connsiteY8462" fmla="*/ 2179543 h 5450835"/>
              <a:gd name="connsiteX8463" fmla="*/ 1781042 w 10450132"/>
              <a:gd name="connsiteY8463" fmla="*/ 2178689 h 5450835"/>
              <a:gd name="connsiteX8464" fmla="*/ 1785574 w 10450132"/>
              <a:gd name="connsiteY8464" fmla="*/ 2170808 h 5450835"/>
              <a:gd name="connsiteX8465" fmla="*/ 1786362 w 10450132"/>
              <a:gd name="connsiteY8465" fmla="*/ 2170348 h 5450835"/>
              <a:gd name="connsiteX8466" fmla="*/ 1531980 w 10450132"/>
              <a:gd name="connsiteY8466" fmla="*/ 2170348 h 5450835"/>
              <a:gd name="connsiteX8467" fmla="*/ 1541043 w 10450132"/>
              <a:gd name="connsiteY8467" fmla="*/ 2170348 h 5450835"/>
              <a:gd name="connsiteX8468" fmla="*/ 1541831 w 10450132"/>
              <a:gd name="connsiteY8468" fmla="*/ 2170808 h 5450835"/>
              <a:gd name="connsiteX8469" fmla="*/ 1546364 w 10450132"/>
              <a:gd name="connsiteY8469" fmla="*/ 2178689 h 5450835"/>
              <a:gd name="connsiteX8470" fmla="*/ 1546364 w 10450132"/>
              <a:gd name="connsiteY8470" fmla="*/ 2179543 h 5450835"/>
              <a:gd name="connsiteX8471" fmla="*/ 1541831 w 10450132"/>
              <a:gd name="connsiteY8471" fmla="*/ 2187426 h 5450835"/>
              <a:gd name="connsiteX8472" fmla="*/ 1541043 w 10450132"/>
              <a:gd name="connsiteY8472" fmla="*/ 2187886 h 5450835"/>
              <a:gd name="connsiteX8473" fmla="*/ 1531980 w 10450132"/>
              <a:gd name="connsiteY8473" fmla="*/ 2187886 h 5450835"/>
              <a:gd name="connsiteX8474" fmla="*/ 1531194 w 10450132"/>
              <a:gd name="connsiteY8474" fmla="*/ 2187426 h 5450835"/>
              <a:gd name="connsiteX8475" fmla="*/ 1526658 w 10450132"/>
              <a:gd name="connsiteY8475" fmla="*/ 2179543 h 5450835"/>
              <a:gd name="connsiteX8476" fmla="*/ 1526658 w 10450132"/>
              <a:gd name="connsiteY8476" fmla="*/ 2178689 h 5450835"/>
              <a:gd name="connsiteX8477" fmla="*/ 1531194 w 10450132"/>
              <a:gd name="connsiteY8477" fmla="*/ 2170808 h 5450835"/>
              <a:gd name="connsiteX8478" fmla="*/ 1531980 w 10450132"/>
              <a:gd name="connsiteY8478" fmla="*/ 2170348 h 5450835"/>
              <a:gd name="connsiteX8479" fmla="*/ 1277607 w 10450132"/>
              <a:gd name="connsiteY8479" fmla="*/ 2170348 h 5450835"/>
              <a:gd name="connsiteX8480" fmla="*/ 1286671 w 10450132"/>
              <a:gd name="connsiteY8480" fmla="*/ 2170348 h 5450835"/>
              <a:gd name="connsiteX8481" fmla="*/ 1287460 w 10450132"/>
              <a:gd name="connsiteY8481" fmla="*/ 2170808 h 5450835"/>
              <a:gd name="connsiteX8482" fmla="*/ 1291992 w 10450132"/>
              <a:gd name="connsiteY8482" fmla="*/ 2178689 h 5450835"/>
              <a:gd name="connsiteX8483" fmla="*/ 1291992 w 10450132"/>
              <a:gd name="connsiteY8483" fmla="*/ 2179543 h 5450835"/>
              <a:gd name="connsiteX8484" fmla="*/ 1287460 w 10450132"/>
              <a:gd name="connsiteY8484" fmla="*/ 2187426 h 5450835"/>
              <a:gd name="connsiteX8485" fmla="*/ 1286671 w 10450132"/>
              <a:gd name="connsiteY8485" fmla="*/ 2187886 h 5450835"/>
              <a:gd name="connsiteX8486" fmla="*/ 1277607 w 10450132"/>
              <a:gd name="connsiteY8486" fmla="*/ 2187886 h 5450835"/>
              <a:gd name="connsiteX8487" fmla="*/ 1276817 w 10450132"/>
              <a:gd name="connsiteY8487" fmla="*/ 2187426 h 5450835"/>
              <a:gd name="connsiteX8488" fmla="*/ 1272288 w 10450132"/>
              <a:gd name="connsiteY8488" fmla="*/ 2179543 h 5450835"/>
              <a:gd name="connsiteX8489" fmla="*/ 1272288 w 10450132"/>
              <a:gd name="connsiteY8489" fmla="*/ 2178689 h 5450835"/>
              <a:gd name="connsiteX8490" fmla="*/ 1276817 w 10450132"/>
              <a:gd name="connsiteY8490" fmla="*/ 2170808 h 5450835"/>
              <a:gd name="connsiteX8491" fmla="*/ 1277607 w 10450132"/>
              <a:gd name="connsiteY8491" fmla="*/ 2170348 h 5450835"/>
              <a:gd name="connsiteX8492" fmla="*/ 1023155 w 10450132"/>
              <a:gd name="connsiteY8492" fmla="*/ 2170348 h 5450835"/>
              <a:gd name="connsiteX8493" fmla="*/ 1032219 w 10450132"/>
              <a:gd name="connsiteY8493" fmla="*/ 2170348 h 5450835"/>
              <a:gd name="connsiteX8494" fmla="*/ 1033005 w 10450132"/>
              <a:gd name="connsiteY8494" fmla="*/ 2170808 h 5450835"/>
              <a:gd name="connsiteX8495" fmla="*/ 1037539 w 10450132"/>
              <a:gd name="connsiteY8495" fmla="*/ 2178689 h 5450835"/>
              <a:gd name="connsiteX8496" fmla="*/ 1037539 w 10450132"/>
              <a:gd name="connsiteY8496" fmla="*/ 2179543 h 5450835"/>
              <a:gd name="connsiteX8497" fmla="*/ 1033005 w 10450132"/>
              <a:gd name="connsiteY8497" fmla="*/ 2187426 h 5450835"/>
              <a:gd name="connsiteX8498" fmla="*/ 1032219 w 10450132"/>
              <a:gd name="connsiteY8498" fmla="*/ 2187886 h 5450835"/>
              <a:gd name="connsiteX8499" fmla="*/ 1023155 w 10450132"/>
              <a:gd name="connsiteY8499" fmla="*/ 2187886 h 5450835"/>
              <a:gd name="connsiteX8500" fmla="*/ 1022366 w 10450132"/>
              <a:gd name="connsiteY8500" fmla="*/ 2187426 h 5450835"/>
              <a:gd name="connsiteX8501" fmla="*/ 1017831 w 10450132"/>
              <a:gd name="connsiteY8501" fmla="*/ 2179543 h 5450835"/>
              <a:gd name="connsiteX8502" fmla="*/ 1017831 w 10450132"/>
              <a:gd name="connsiteY8502" fmla="*/ 2178689 h 5450835"/>
              <a:gd name="connsiteX8503" fmla="*/ 1022366 w 10450132"/>
              <a:gd name="connsiteY8503" fmla="*/ 2170808 h 5450835"/>
              <a:gd name="connsiteX8504" fmla="*/ 1023155 w 10450132"/>
              <a:gd name="connsiteY8504" fmla="*/ 2170348 h 5450835"/>
              <a:gd name="connsiteX8505" fmla="*/ 768589 w 10450132"/>
              <a:gd name="connsiteY8505" fmla="*/ 2170348 h 5450835"/>
              <a:gd name="connsiteX8506" fmla="*/ 777652 w 10450132"/>
              <a:gd name="connsiteY8506" fmla="*/ 2170348 h 5450835"/>
              <a:gd name="connsiteX8507" fmla="*/ 778441 w 10450132"/>
              <a:gd name="connsiteY8507" fmla="*/ 2170808 h 5450835"/>
              <a:gd name="connsiteX8508" fmla="*/ 782972 w 10450132"/>
              <a:gd name="connsiteY8508" fmla="*/ 2178689 h 5450835"/>
              <a:gd name="connsiteX8509" fmla="*/ 782972 w 10450132"/>
              <a:gd name="connsiteY8509" fmla="*/ 2179543 h 5450835"/>
              <a:gd name="connsiteX8510" fmla="*/ 778441 w 10450132"/>
              <a:gd name="connsiteY8510" fmla="*/ 2187426 h 5450835"/>
              <a:gd name="connsiteX8511" fmla="*/ 777652 w 10450132"/>
              <a:gd name="connsiteY8511" fmla="*/ 2187886 h 5450835"/>
              <a:gd name="connsiteX8512" fmla="*/ 768589 w 10450132"/>
              <a:gd name="connsiteY8512" fmla="*/ 2187886 h 5450835"/>
              <a:gd name="connsiteX8513" fmla="*/ 767801 w 10450132"/>
              <a:gd name="connsiteY8513" fmla="*/ 2187426 h 5450835"/>
              <a:gd name="connsiteX8514" fmla="*/ 763268 w 10450132"/>
              <a:gd name="connsiteY8514" fmla="*/ 2179543 h 5450835"/>
              <a:gd name="connsiteX8515" fmla="*/ 763268 w 10450132"/>
              <a:gd name="connsiteY8515" fmla="*/ 2178689 h 5450835"/>
              <a:gd name="connsiteX8516" fmla="*/ 767801 w 10450132"/>
              <a:gd name="connsiteY8516" fmla="*/ 2170808 h 5450835"/>
              <a:gd name="connsiteX8517" fmla="*/ 768589 w 10450132"/>
              <a:gd name="connsiteY8517" fmla="*/ 2170348 h 5450835"/>
              <a:gd name="connsiteX8518" fmla="*/ 514283 w 10450132"/>
              <a:gd name="connsiteY8518" fmla="*/ 2170348 h 5450835"/>
              <a:gd name="connsiteX8519" fmla="*/ 523346 w 10450132"/>
              <a:gd name="connsiteY8519" fmla="*/ 2170348 h 5450835"/>
              <a:gd name="connsiteX8520" fmla="*/ 524134 w 10450132"/>
              <a:gd name="connsiteY8520" fmla="*/ 2170808 h 5450835"/>
              <a:gd name="connsiteX8521" fmla="*/ 528666 w 10450132"/>
              <a:gd name="connsiteY8521" fmla="*/ 2178689 h 5450835"/>
              <a:gd name="connsiteX8522" fmla="*/ 528666 w 10450132"/>
              <a:gd name="connsiteY8522" fmla="*/ 2179543 h 5450835"/>
              <a:gd name="connsiteX8523" fmla="*/ 524134 w 10450132"/>
              <a:gd name="connsiteY8523" fmla="*/ 2187426 h 5450835"/>
              <a:gd name="connsiteX8524" fmla="*/ 523346 w 10450132"/>
              <a:gd name="connsiteY8524" fmla="*/ 2187886 h 5450835"/>
              <a:gd name="connsiteX8525" fmla="*/ 514283 w 10450132"/>
              <a:gd name="connsiteY8525" fmla="*/ 2187886 h 5450835"/>
              <a:gd name="connsiteX8526" fmla="*/ 513495 w 10450132"/>
              <a:gd name="connsiteY8526" fmla="*/ 2187426 h 5450835"/>
              <a:gd name="connsiteX8527" fmla="*/ 508963 w 10450132"/>
              <a:gd name="connsiteY8527" fmla="*/ 2179543 h 5450835"/>
              <a:gd name="connsiteX8528" fmla="*/ 508963 w 10450132"/>
              <a:gd name="connsiteY8528" fmla="*/ 2178689 h 5450835"/>
              <a:gd name="connsiteX8529" fmla="*/ 513495 w 10450132"/>
              <a:gd name="connsiteY8529" fmla="*/ 2170808 h 5450835"/>
              <a:gd name="connsiteX8530" fmla="*/ 514283 w 10450132"/>
              <a:gd name="connsiteY8530" fmla="*/ 2170348 h 5450835"/>
              <a:gd name="connsiteX8531" fmla="*/ 259976 w 10450132"/>
              <a:gd name="connsiteY8531" fmla="*/ 2170348 h 5450835"/>
              <a:gd name="connsiteX8532" fmla="*/ 269039 w 10450132"/>
              <a:gd name="connsiteY8532" fmla="*/ 2170348 h 5450835"/>
              <a:gd name="connsiteX8533" fmla="*/ 269827 w 10450132"/>
              <a:gd name="connsiteY8533" fmla="*/ 2170808 h 5450835"/>
              <a:gd name="connsiteX8534" fmla="*/ 274359 w 10450132"/>
              <a:gd name="connsiteY8534" fmla="*/ 2178689 h 5450835"/>
              <a:gd name="connsiteX8535" fmla="*/ 274359 w 10450132"/>
              <a:gd name="connsiteY8535" fmla="*/ 2179543 h 5450835"/>
              <a:gd name="connsiteX8536" fmla="*/ 269827 w 10450132"/>
              <a:gd name="connsiteY8536" fmla="*/ 2187426 h 5450835"/>
              <a:gd name="connsiteX8537" fmla="*/ 269039 w 10450132"/>
              <a:gd name="connsiteY8537" fmla="*/ 2187886 h 5450835"/>
              <a:gd name="connsiteX8538" fmla="*/ 259976 w 10450132"/>
              <a:gd name="connsiteY8538" fmla="*/ 2187886 h 5450835"/>
              <a:gd name="connsiteX8539" fmla="*/ 259187 w 10450132"/>
              <a:gd name="connsiteY8539" fmla="*/ 2187426 h 5450835"/>
              <a:gd name="connsiteX8540" fmla="*/ 254655 w 10450132"/>
              <a:gd name="connsiteY8540" fmla="*/ 2179543 h 5450835"/>
              <a:gd name="connsiteX8541" fmla="*/ 254655 w 10450132"/>
              <a:gd name="connsiteY8541" fmla="*/ 2178689 h 5450835"/>
              <a:gd name="connsiteX8542" fmla="*/ 259187 w 10450132"/>
              <a:gd name="connsiteY8542" fmla="*/ 2170808 h 5450835"/>
              <a:gd name="connsiteX8543" fmla="*/ 259976 w 10450132"/>
              <a:gd name="connsiteY8543" fmla="*/ 2170348 h 5450835"/>
              <a:gd name="connsiteX8544" fmla="*/ 5449 w 10450132"/>
              <a:gd name="connsiteY8544" fmla="*/ 2170348 h 5450835"/>
              <a:gd name="connsiteX8545" fmla="*/ 14513 w 10450132"/>
              <a:gd name="connsiteY8545" fmla="*/ 2170348 h 5450835"/>
              <a:gd name="connsiteX8546" fmla="*/ 15301 w 10450132"/>
              <a:gd name="connsiteY8546" fmla="*/ 2170808 h 5450835"/>
              <a:gd name="connsiteX8547" fmla="*/ 19833 w 10450132"/>
              <a:gd name="connsiteY8547" fmla="*/ 2178689 h 5450835"/>
              <a:gd name="connsiteX8548" fmla="*/ 19833 w 10450132"/>
              <a:gd name="connsiteY8548" fmla="*/ 2179543 h 5450835"/>
              <a:gd name="connsiteX8549" fmla="*/ 15301 w 10450132"/>
              <a:gd name="connsiteY8549" fmla="*/ 2187426 h 5450835"/>
              <a:gd name="connsiteX8550" fmla="*/ 14513 w 10450132"/>
              <a:gd name="connsiteY8550" fmla="*/ 2187886 h 5450835"/>
              <a:gd name="connsiteX8551" fmla="*/ 5449 w 10450132"/>
              <a:gd name="connsiteY8551" fmla="*/ 2187886 h 5450835"/>
              <a:gd name="connsiteX8552" fmla="*/ 4660 w 10450132"/>
              <a:gd name="connsiteY8552" fmla="*/ 2187426 h 5450835"/>
              <a:gd name="connsiteX8553" fmla="*/ 128 w 10450132"/>
              <a:gd name="connsiteY8553" fmla="*/ 2179543 h 5450835"/>
              <a:gd name="connsiteX8554" fmla="*/ 128 w 10450132"/>
              <a:gd name="connsiteY8554" fmla="*/ 2178689 h 5450835"/>
              <a:gd name="connsiteX8555" fmla="*/ 4660 w 10450132"/>
              <a:gd name="connsiteY8555" fmla="*/ 2170808 h 5450835"/>
              <a:gd name="connsiteX8556" fmla="*/ 5449 w 10450132"/>
              <a:gd name="connsiteY8556" fmla="*/ 2170348 h 5450835"/>
              <a:gd name="connsiteX8557" fmla="*/ 10435622 w 10450132"/>
              <a:gd name="connsiteY8557" fmla="*/ 1953340 h 5450835"/>
              <a:gd name="connsiteX8558" fmla="*/ 10444686 w 10450132"/>
              <a:gd name="connsiteY8558" fmla="*/ 1953340 h 5450835"/>
              <a:gd name="connsiteX8559" fmla="*/ 10445474 w 10450132"/>
              <a:gd name="connsiteY8559" fmla="*/ 1953799 h 5450835"/>
              <a:gd name="connsiteX8560" fmla="*/ 10450007 w 10450132"/>
              <a:gd name="connsiteY8560" fmla="*/ 1961681 h 5450835"/>
              <a:gd name="connsiteX8561" fmla="*/ 10450007 w 10450132"/>
              <a:gd name="connsiteY8561" fmla="*/ 1962535 h 5450835"/>
              <a:gd name="connsiteX8562" fmla="*/ 10445474 w 10450132"/>
              <a:gd name="connsiteY8562" fmla="*/ 1970417 h 5450835"/>
              <a:gd name="connsiteX8563" fmla="*/ 10444686 w 10450132"/>
              <a:gd name="connsiteY8563" fmla="*/ 1970877 h 5450835"/>
              <a:gd name="connsiteX8564" fmla="*/ 10435622 w 10450132"/>
              <a:gd name="connsiteY8564" fmla="*/ 1970877 h 5450835"/>
              <a:gd name="connsiteX8565" fmla="*/ 10434834 w 10450132"/>
              <a:gd name="connsiteY8565" fmla="*/ 1970417 h 5450835"/>
              <a:gd name="connsiteX8566" fmla="*/ 10430302 w 10450132"/>
              <a:gd name="connsiteY8566" fmla="*/ 1962535 h 5450835"/>
              <a:gd name="connsiteX8567" fmla="*/ 10430302 w 10450132"/>
              <a:gd name="connsiteY8567" fmla="*/ 1961681 h 5450835"/>
              <a:gd name="connsiteX8568" fmla="*/ 10434834 w 10450132"/>
              <a:gd name="connsiteY8568" fmla="*/ 1953799 h 5450835"/>
              <a:gd name="connsiteX8569" fmla="*/ 10435622 w 10450132"/>
              <a:gd name="connsiteY8569" fmla="*/ 1953340 h 5450835"/>
              <a:gd name="connsiteX8570" fmla="*/ 10181242 w 10450132"/>
              <a:gd name="connsiteY8570" fmla="*/ 1953340 h 5450835"/>
              <a:gd name="connsiteX8571" fmla="*/ 10190305 w 10450132"/>
              <a:gd name="connsiteY8571" fmla="*/ 1953340 h 5450835"/>
              <a:gd name="connsiteX8572" fmla="*/ 10191093 w 10450132"/>
              <a:gd name="connsiteY8572" fmla="*/ 1953799 h 5450835"/>
              <a:gd name="connsiteX8573" fmla="*/ 10195626 w 10450132"/>
              <a:gd name="connsiteY8573" fmla="*/ 1961681 h 5450835"/>
              <a:gd name="connsiteX8574" fmla="*/ 10195626 w 10450132"/>
              <a:gd name="connsiteY8574" fmla="*/ 1962535 h 5450835"/>
              <a:gd name="connsiteX8575" fmla="*/ 10191093 w 10450132"/>
              <a:gd name="connsiteY8575" fmla="*/ 1970417 h 5450835"/>
              <a:gd name="connsiteX8576" fmla="*/ 10190305 w 10450132"/>
              <a:gd name="connsiteY8576" fmla="*/ 1970877 h 5450835"/>
              <a:gd name="connsiteX8577" fmla="*/ 10181242 w 10450132"/>
              <a:gd name="connsiteY8577" fmla="*/ 1970877 h 5450835"/>
              <a:gd name="connsiteX8578" fmla="*/ 10180453 w 10450132"/>
              <a:gd name="connsiteY8578" fmla="*/ 1970417 h 5450835"/>
              <a:gd name="connsiteX8579" fmla="*/ 10175922 w 10450132"/>
              <a:gd name="connsiteY8579" fmla="*/ 1962535 h 5450835"/>
              <a:gd name="connsiteX8580" fmla="*/ 10175922 w 10450132"/>
              <a:gd name="connsiteY8580" fmla="*/ 1961681 h 5450835"/>
              <a:gd name="connsiteX8581" fmla="*/ 10180453 w 10450132"/>
              <a:gd name="connsiteY8581" fmla="*/ 1953799 h 5450835"/>
              <a:gd name="connsiteX8582" fmla="*/ 10181242 w 10450132"/>
              <a:gd name="connsiteY8582" fmla="*/ 1953340 h 5450835"/>
              <a:gd name="connsiteX8583" fmla="*/ 9926861 w 10450132"/>
              <a:gd name="connsiteY8583" fmla="*/ 1953340 h 5450835"/>
              <a:gd name="connsiteX8584" fmla="*/ 9935924 w 10450132"/>
              <a:gd name="connsiteY8584" fmla="*/ 1953340 h 5450835"/>
              <a:gd name="connsiteX8585" fmla="*/ 9936713 w 10450132"/>
              <a:gd name="connsiteY8585" fmla="*/ 1953799 h 5450835"/>
              <a:gd name="connsiteX8586" fmla="*/ 9941246 w 10450132"/>
              <a:gd name="connsiteY8586" fmla="*/ 1961681 h 5450835"/>
              <a:gd name="connsiteX8587" fmla="*/ 9941246 w 10450132"/>
              <a:gd name="connsiteY8587" fmla="*/ 1962535 h 5450835"/>
              <a:gd name="connsiteX8588" fmla="*/ 9936713 w 10450132"/>
              <a:gd name="connsiteY8588" fmla="*/ 1970417 h 5450835"/>
              <a:gd name="connsiteX8589" fmla="*/ 9935924 w 10450132"/>
              <a:gd name="connsiteY8589" fmla="*/ 1970877 h 5450835"/>
              <a:gd name="connsiteX8590" fmla="*/ 9926861 w 10450132"/>
              <a:gd name="connsiteY8590" fmla="*/ 1970877 h 5450835"/>
              <a:gd name="connsiteX8591" fmla="*/ 9926073 w 10450132"/>
              <a:gd name="connsiteY8591" fmla="*/ 1970417 h 5450835"/>
              <a:gd name="connsiteX8592" fmla="*/ 9921541 w 10450132"/>
              <a:gd name="connsiteY8592" fmla="*/ 1962535 h 5450835"/>
              <a:gd name="connsiteX8593" fmla="*/ 9921541 w 10450132"/>
              <a:gd name="connsiteY8593" fmla="*/ 1961681 h 5450835"/>
              <a:gd name="connsiteX8594" fmla="*/ 9926073 w 10450132"/>
              <a:gd name="connsiteY8594" fmla="*/ 1953799 h 5450835"/>
              <a:gd name="connsiteX8595" fmla="*/ 9926861 w 10450132"/>
              <a:gd name="connsiteY8595" fmla="*/ 1953340 h 5450835"/>
              <a:gd name="connsiteX8596" fmla="*/ 9672481 w 10450132"/>
              <a:gd name="connsiteY8596" fmla="*/ 1953340 h 5450835"/>
              <a:gd name="connsiteX8597" fmla="*/ 9681545 w 10450132"/>
              <a:gd name="connsiteY8597" fmla="*/ 1953340 h 5450835"/>
              <a:gd name="connsiteX8598" fmla="*/ 9682333 w 10450132"/>
              <a:gd name="connsiteY8598" fmla="*/ 1953799 h 5450835"/>
              <a:gd name="connsiteX8599" fmla="*/ 9686865 w 10450132"/>
              <a:gd name="connsiteY8599" fmla="*/ 1961681 h 5450835"/>
              <a:gd name="connsiteX8600" fmla="*/ 9686865 w 10450132"/>
              <a:gd name="connsiteY8600" fmla="*/ 1962535 h 5450835"/>
              <a:gd name="connsiteX8601" fmla="*/ 9682333 w 10450132"/>
              <a:gd name="connsiteY8601" fmla="*/ 1970417 h 5450835"/>
              <a:gd name="connsiteX8602" fmla="*/ 9681545 w 10450132"/>
              <a:gd name="connsiteY8602" fmla="*/ 1970877 h 5450835"/>
              <a:gd name="connsiteX8603" fmla="*/ 9672481 w 10450132"/>
              <a:gd name="connsiteY8603" fmla="*/ 1970877 h 5450835"/>
              <a:gd name="connsiteX8604" fmla="*/ 9671693 w 10450132"/>
              <a:gd name="connsiteY8604" fmla="*/ 1970417 h 5450835"/>
              <a:gd name="connsiteX8605" fmla="*/ 9667160 w 10450132"/>
              <a:gd name="connsiteY8605" fmla="*/ 1962535 h 5450835"/>
              <a:gd name="connsiteX8606" fmla="*/ 9667160 w 10450132"/>
              <a:gd name="connsiteY8606" fmla="*/ 1961681 h 5450835"/>
              <a:gd name="connsiteX8607" fmla="*/ 9671693 w 10450132"/>
              <a:gd name="connsiteY8607" fmla="*/ 1953799 h 5450835"/>
              <a:gd name="connsiteX8608" fmla="*/ 9672481 w 10450132"/>
              <a:gd name="connsiteY8608" fmla="*/ 1953340 h 5450835"/>
              <a:gd name="connsiteX8609" fmla="*/ 9418035 w 10450132"/>
              <a:gd name="connsiteY8609" fmla="*/ 1953340 h 5450835"/>
              <a:gd name="connsiteX8610" fmla="*/ 9427099 w 10450132"/>
              <a:gd name="connsiteY8610" fmla="*/ 1953340 h 5450835"/>
              <a:gd name="connsiteX8611" fmla="*/ 9427887 w 10450132"/>
              <a:gd name="connsiteY8611" fmla="*/ 1953799 h 5450835"/>
              <a:gd name="connsiteX8612" fmla="*/ 9432419 w 10450132"/>
              <a:gd name="connsiteY8612" fmla="*/ 1961681 h 5450835"/>
              <a:gd name="connsiteX8613" fmla="*/ 9432419 w 10450132"/>
              <a:gd name="connsiteY8613" fmla="*/ 1962535 h 5450835"/>
              <a:gd name="connsiteX8614" fmla="*/ 9427887 w 10450132"/>
              <a:gd name="connsiteY8614" fmla="*/ 1970417 h 5450835"/>
              <a:gd name="connsiteX8615" fmla="*/ 9427099 w 10450132"/>
              <a:gd name="connsiteY8615" fmla="*/ 1970877 h 5450835"/>
              <a:gd name="connsiteX8616" fmla="*/ 9418035 w 10450132"/>
              <a:gd name="connsiteY8616" fmla="*/ 1970877 h 5450835"/>
              <a:gd name="connsiteX8617" fmla="*/ 9417247 w 10450132"/>
              <a:gd name="connsiteY8617" fmla="*/ 1970417 h 5450835"/>
              <a:gd name="connsiteX8618" fmla="*/ 9412714 w 10450132"/>
              <a:gd name="connsiteY8618" fmla="*/ 1962535 h 5450835"/>
              <a:gd name="connsiteX8619" fmla="*/ 9412714 w 10450132"/>
              <a:gd name="connsiteY8619" fmla="*/ 1961681 h 5450835"/>
              <a:gd name="connsiteX8620" fmla="*/ 9417247 w 10450132"/>
              <a:gd name="connsiteY8620" fmla="*/ 1953799 h 5450835"/>
              <a:gd name="connsiteX8621" fmla="*/ 9418035 w 10450132"/>
              <a:gd name="connsiteY8621" fmla="*/ 1953340 h 5450835"/>
              <a:gd name="connsiteX8622" fmla="*/ 9163654 w 10450132"/>
              <a:gd name="connsiteY8622" fmla="*/ 1953340 h 5450835"/>
              <a:gd name="connsiteX8623" fmla="*/ 9172718 w 10450132"/>
              <a:gd name="connsiteY8623" fmla="*/ 1953340 h 5450835"/>
              <a:gd name="connsiteX8624" fmla="*/ 9173506 w 10450132"/>
              <a:gd name="connsiteY8624" fmla="*/ 1953799 h 5450835"/>
              <a:gd name="connsiteX8625" fmla="*/ 9178038 w 10450132"/>
              <a:gd name="connsiteY8625" fmla="*/ 1961681 h 5450835"/>
              <a:gd name="connsiteX8626" fmla="*/ 9178038 w 10450132"/>
              <a:gd name="connsiteY8626" fmla="*/ 1962535 h 5450835"/>
              <a:gd name="connsiteX8627" fmla="*/ 9173506 w 10450132"/>
              <a:gd name="connsiteY8627" fmla="*/ 1970417 h 5450835"/>
              <a:gd name="connsiteX8628" fmla="*/ 9172718 w 10450132"/>
              <a:gd name="connsiteY8628" fmla="*/ 1970877 h 5450835"/>
              <a:gd name="connsiteX8629" fmla="*/ 9163654 w 10450132"/>
              <a:gd name="connsiteY8629" fmla="*/ 1970877 h 5450835"/>
              <a:gd name="connsiteX8630" fmla="*/ 9162866 w 10450132"/>
              <a:gd name="connsiteY8630" fmla="*/ 1970417 h 5450835"/>
              <a:gd name="connsiteX8631" fmla="*/ 9158333 w 10450132"/>
              <a:gd name="connsiteY8631" fmla="*/ 1962535 h 5450835"/>
              <a:gd name="connsiteX8632" fmla="*/ 9158333 w 10450132"/>
              <a:gd name="connsiteY8632" fmla="*/ 1961681 h 5450835"/>
              <a:gd name="connsiteX8633" fmla="*/ 9162866 w 10450132"/>
              <a:gd name="connsiteY8633" fmla="*/ 1953799 h 5450835"/>
              <a:gd name="connsiteX8634" fmla="*/ 9163654 w 10450132"/>
              <a:gd name="connsiteY8634" fmla="*/ 1953340 h 5450835"/>
              <a:gd name="connsiteX8635" fmla="*/ 8909274 w 10450132"/>
              <a:gd name="connsiteY8635" fmla="*/ 1953340 h 5450835"/>
              <a:gd name="connsiteX8636" fmla="*/ 8918336 w 10450132"/>
              <a:gd name="connsiteY8636" fmla="*/ 1953340 h 5450835"/>
              <a:gd name="connsiteX8637" fmla="*/ 8919125 w 10450132"/>
              <a:gd name="connsiteY8637" fmla="*/ 1953799 h 5450835"/>
              <a:gd name="connsiteX8638" fmla="*/ 8923657 w 10450132"/>
              <a:gd name="connsiteY8638" fmla="*/ 1961681 h 5450835"/>
              <a:gd name="connsiteX8639" fmla="*/ 8923657 w 10450132"/>
              <a:gd name="connsiteY8639" fmla="*/ 1962535 h 5450835"/>
              <a:gd name="connsiteX8640" fmla="*/ 8919125 w 10450132"/>
              <a:gd name="connsiteY8640" fmla="*/ 1970417 h 5450835"/>
              <a:gd name="connsiteX8641" fmla="*/ 8918336 w 10450132"/>
              <a:gd name="connsiteY8641" fmla="*/ 1970877 h 5450835"/>
              <a:gd name="connsiteX8642" fmla="*/ 8909274 w 10450132"/>
              <a:gd name="connsiteY8642" fmla="*/ 1970877 h 5450835"/>
              <a:gd name="connsiteX8643" fmla="*/ 8908484 w 10450132"/>
              <a:gd name="connsiteY8643" fmla="*/ 1970417 h 5450835"/>
              <a:gd name="connsiteX8644" fmla="*/ 8903953 w 10450132"/>
              <a:gd name="connsiteY8644" fmla="*/ 1962535 h 5450835"/>
              <a:gd name="connsiteX8645" fmla="*/ 8903953 w 10450132"/>
              <a:gd name="connsiteY8645" fmla="*/ 1961681 h 5450835"/>
              <a:gd name="connsiteX8646" fmla="*/ 8908484 w 10450132"/>
              <a:gd name="connsiteY8646" fmla="*/ 1953799 h 5450835"/>
              <a:gd name="connsiteX8647" fmla="*/ 8909274 w 10450132"/>
              <a:gd name="connsiteY8647" fmla="*/ 1953340 h 5450835"/>
              <a:gd name="connsiteX8648" fmla="*/ 8654892 w 10450132"/>
              <a:gd name="connsiteY8648" fmla="*/ 1953340 h 5450835"/>
              <a:gd name="connsiteX8649" fmla="*/ 8663955 w 10450132"/>
              <a:gd name="connsiteY8649" fmla="*/ 1953340 h 5450835"/>
              <a:gd name="connsiteX8650" fmla="*/ 8664744 w 10450132"/>
              <a:gd name="connsiteY8650" fmla="*/ 1953799 h 5450835"/>
              <a:gd name="connsiteX8651" fmla="*/ 8669277 w 10450132"/>
              <a:gd name="connsiteY8651" fmla="*/ 1961681 h 5450835"/>
              <a:gd name="connsiteX8652" fmla="*/ 8669277 w 10450132"/>
              <a:gd name="connsiteY8652" fmla="*/ 1962535 h 5450835"/>
              <a:gd name="connsiteX8653" fmla="*/ 8664744 w 10450132"/>
              <a:gd name="connsiteY8653" fmla="*/ 1970417 h 5450835"/>
              <a:gd name="connsiteX8654" fmla="*/ 8663955 w 10450132"/>
              <a:gd name="connsiteY8654" fmla="*/ 1970877 h 5450835"/>
              <a:gd name="connsiteX8655" fmla="*/ 8654892 w 10450132"/>
              <a:gd name="connsiteY8655" fmla="*/ 1970877 h 5450835"/>
              <a:gd name="connsiteX8656" fmla="*/ 8654104 w 10450132"/>
              <a:gd name="connsiteY8656" fmla="*/ 1970417 h 5450835"/>
              <a:gd name="connsiteX8657" fmla="*/ 8649572 w 10450132"/>
              <a:gd name="connsiteY8657" fmla="*/ 1962535 h 5450835"/>
              <a:gd name="connsiteX8658" fmla="*/ 8649572 w 10450132"/>
              <a:gd name="connsiteY8658" fmla="*/ 1961681 h 5450835"/>
              <a:gd name="connsiteX8659" fmla="*/ 8654104 w 10450132"/>
              <a:gd name="connsiteY8659" fmla="*/ 1953799 h 5450835"/>
              <a:gd name="connsiteX8660" fmla="*/ 8654892 w 10450132"/>
              <a:gd name="connsiteY8660" fmla="*/ 1953340 h 5450835"/>
              <a:gd name="connsiteX8661" fmla="*/ 8400511 w 10450132"/>
              <a:gd name="connsiteY8661" fmla="*/ 1953340 h 5450835"/>
              <a:gd name="connsiteX8662" fmla="*/ 8409575 w 10450132"/>
              <a:gd name="connsiteY8662" fmla="*/ 1953340 h 5450835"/>
              <a:gd name="connsiteX8663" fmla="*/ 8410363 w 10450132"/>
              <a:gd name="connsiteY8663" fmla="*/ 1953799 h 5450835"/>
              <a:gd name="connsiteX8664" fmla="*/ 8414896 w 10450132"/>
              <a:gd name="connsiteY8664" fmla="*/ 1961681 h 5450835"/>
              <a:gd name="connsiteX8665" fmla="*/ 8414896 w 10450132"/>
              <a:gd name="connsiteY8665" fmla="*/ 1962535 h 5450835"/>
              <a:gd name="connsiteX8666" fmla="*/ 8410363 w 10450132"/>
              <a:gd name="connsiteY8666" fmla="*/ 1970417 h 5450835"/>
              <a:gd name="connsiteX8667" fmla="*/ 8409575 w 10450132"/>
              <a:gd name="connsiteY8667" fmla="*/ 1970877 h 5450835"/>
              <a:gd name="connsiteX8668" fmla="*/ 8400511 w 10450132"/>
              <a:gd name="connsiteY8668" fmla="*/ 1970877 h 5450835"/>
              <a:gd name="connsiteX8669" fmla="*/ 8399723 w 10450132"/>
              <a:gd name="connsiteY8669" fmla="*/ 1970417 h 5450835"/>
              <a:gd name="connsiteX8670" fmla="*/ 8395191 w 10450132"/>
              <a:gd name="connsiteY8670" fmla="*/ 1962535 h 5450835"/>
              <a:gd name="connsiteX8671" fmla="*/ 8395191 w 10450132"/>
              <a:gd name="connsiteY8671" fmla="*/ 1961681 h 5450835"/>
              <a:gd name="connsiteX8672" fmla="*/ 8399723 w 10450132"/>
              <a:gd name="connsiteY8672" fmla="*/ 1953799 h 5450835"/>
              <a:gd name="connsiteX8673" fmla="*/ 8400511 w 10450132"/>
              <a:gd name="connsiteY8673" fmla="*/ 1953340 h 5450835"/>
              <a:gd name="connsiteX8674" fmla="*/ 8146065 w 10450132"/>
              <a:gd name="connsiteY8674" fmla="*/ 1953340 h 5450835"/>
              <a:gd name="connsiteX8675" fmla="*/ 8155129 w 10450132"/>
              <a:gd name="connsiteY8675" fmla="*/ 1953340 h 5450835"/>
              <a:gd name="connsiteX8676" fmla="*/ 8155917 w 10450132"/>
              <a:gd name="connsiteY8676" fmla="*/ 1953799 h 5450835"/>
              <a:gd name="connsiteX8677" fmla="*/ 8160449 w 10450132"/>
              <a:gd name="connsiteY8677" fmla="*/ 1961681 h 5450835"/>
              <a:gd name="connsiteX8678" fmla="*/ 8160449 w 10450132"/>
              <a:gd name="connsiteY8678" fmla="*/ 1962535 h 5450835"/>
              <a:gd name="connsiteX8679" fmla="*/ 8155917 w 10450132"/>
              <a:gd name="connsiteY8679" fmla="*/ 1970417 h 5450835"/>
              <a:gd name="connsiteX8680" fmla="*/ 8155129 w 10450132"/>
              <a:gd name="connsiteY8680" fmla="*/ 1970877 h 5450835"/>
              <a:gd name="connsiteX8681" fmla="*/ 8146065 w 10450132"/>
              <a:gd name="connsiteY8681" fmla="*/ 1970877 h 5450835"/>
              <a:gd name="connsiteX8682" fmla="*/ 8145277 w 10450132"/>
              <a:gd name="connsiteY8682" fmla="*/ 1970417 h 5450835"/>
              <a:gd name="connsiteX8683" fmla="*/ 8140745 w 10450132"/>
              <a:gd name="connsiteY8683" fmla="*/ 1962535 h 5450835"/>
              <a:gd name="connsiteX8684" fmla="*/ 8140745 w 10450132"/>
              <a:gd name="connsiteY8684" fmla="*/ 1961681 h 5450835"/>
              <a:gd name="connsiteX8685" fmla="*/ 8145277 w 10450132"/>
              <a:gd name="connsiteY8685" fmla="*/ 1953799 h 5450835"/>
              <a:gd name="connsiteX8686" fmla="*/ 8146065 w 10450132"/>
              <a:gd name="connsiteY8686" fmla="*/ 1953340 h 5450835"/>
              <a:gd name="connsiteX8687" fmla="*/ 7891684 w 10450132"/>
              <a:gd name="connsiteY8687" fmla="*/ 1953340 h 5450835"/>
              <a:gd name="connsiteX8688" fmla="*/ 7900748 w 10450132"/>
              <a:gd name="connsiteY8688" fmla="*/ 1953340 h 5450835"/>
              <a:gd name="connsiteX8689" fmla="*/ 7901536 w 10450132"/>
              <a:gd name="connsiteY8689" fmla="*/ 1953799 h 5450835"/>
              <a:gd name="connsiteX8690" fmla="*/ 7906067 w 10450132"/>
              <a:gd name="connsiteY8690" fmla="*/ 1961681 h 5450835"/>
              <a:gd name="connsiteX8691" fmla="*/ 7906067 w 10450132"/>
              <a:gd name="connsiteY8691" fmla="*/ 1962535 h 5450835"/>
              <a:gd name="connsiteX8692" fmla="*/ 7901536 w 10450132"/>
              <a:gd name="connsiteY8692" fmla="*/ 1970417 h 5450835"/>
              <a:gd name="connsiteX8693" fmla="*/ 7900748 w 10450132"/>
              <a:gd name="connsiteY8693" fmla="*/ 1970877 h 5450835"/>
              <a:gd name="connsiteX8694" fmla="*/ 7891684 w 10450132"/>
              <a:gd name="connsiteY8694" fmla="*/ 1970877 h 5450835"/>
              <a:gd name="connsiteX8695" fmla="*/ 7890896 w 10450132"/>
              <a:gd name="connsiteY8695" fmla="*/ 1970417 h 5450835"/>
              <a:gd name="connsiteX8696" fmla="*/ 7886363 w 10450132"/>
              <a:gd name="connsiteY8696" fmla="*/ 1962535 h 5450835"/>
              <a:gd name="connsiteX8697" fmla="*/ 7886363 w 10450132"/>
              <a:gd name="connsiteY8697" fmla="*/ 1961681 h 5450835"/>
              <a:gd name="connsiteX8698" fmla="*/ 7890896 w 10450132"/>
              <a:gd name="connsiteY8698" fmla="*/ 1953799 h 5450835"/>
              <a:gd name="connsiteX8699" fmla="*/ 7891684 w 10450132"/>
              <a:gd name="connsiteY8699" fmla="*/ 1953340 h 5450835"/>
              <a:gd name="connsiteX8700" fmla="*/ 7637304 w 10450132"/>
              <a:gd name="connsiteY8700" fmla="*/ 1953340 h 5450835"/>
              <a:gd name="connsiteX8701" fmla="*/ 7646367 w 10450132"/>
              <a:gd name="connsiteY8701" fmla="*/ 1953340 h 5450835"/>
              <a:gd name="connsiteX8702" fmla="*/ 7647156 w 10450132"/>
              <a:gd name="connsiteY8702" fmla="*/ 1953799 h 5450835"/>
              <a:gd name="connsiteX8703" fmla="*/ 7651687 w 10450132"/>
              <a:gd name="connsiteY8703" fmla="*/ 1961681 h 5450835"/>
              <a:gd name="connsiteX8704" fmla="*/ 7651687 w 10450132"/>
              <a:gd name="connsiteY8704" fmla="*/ 1962535 h 5450835"/>
              <a:gd name="connsiteX8705" fmla="*/ 7647156 w 10450132"/>
              <a:gd name="connsiteY8705" fmla="*/ 1970417 h 5450835"/>
              <a:gd name="connsiteX8706" fmla="*/ 7646367 w 10450132"/>
              <a:gd name="connsiteY8706" fmla="*/ 1970877 h 5450835"/>
              <a:gd name="connsiteX8707" fmla="*/ 7637304 w 10450132"/>
              <a:gd name="connsiteY8707" fmla="*/ 1970877 h 5450835"/>
              <a:gd name="connsiteX8708" fmla="*/ 7636516 w 10450132"/>
              <a:gd name="connsiteY8708" fmla="*/ 1970417 h 5450835"/>
              <a:gd name="connsiteX8709" fmla="*/ 7631983 w 10450132"/>
              <a:gd name="connsiteY8709" fmla="*/ 1962535 h 5450835"/>
              <a:gd name="connsiteX8710" fmla="*/ 7631983 w 10450132"/>
              <a:gd name="connsiteY8710" fmla="*/ 1961681 h 5450835"/>
              <a:gd name="connsiteX8711" fmla="*/ 7636516 w 10450132"/>
              <a:gd name="connsiteY8711" fmla="*/ 1953799 h 5450835"/>
              <a:gd name="connsiteX8712" fmla="*/ 7637304 w 10450132"/>
              <a:gd name="connsiteY8712" fmla="*/ 1953340 h 5450835"/>
              <a:gd name="connsiteX8713" fmla="*/ 7382923 w 10450132"/>
              <a:gd name="connsiteY8713" fmla="*/ 1953340 h 5450835"/>
              <a:gd name="connsiteX8714" fmla="*/ 7391987 w 10450132"/>
              <a:gd name="connsiteY8714" fmla="*/ 1953340 h 5450835"/>
              <a:gd name="connsiteX8715" fmla="*/ 7392775 w 10450132"/>
              <a:gd name="connsiteY8715" fmla="*/ 1953799 h 5450835"/>
              <a:gd name="connsiteX8716" fmla="*/ 7397307 w 10450132"/>
              <a:gd name="connsiteY8716" fmla="*/ 1961681 h 5450835"/>
              <a:gd name="connsiteX8717" fmla="*/ 7397307 w 10450132"/>
              <a:gd name="connsiteY8717" fmla="*/ 1962535 h 5450835"/>
              <a:gd name="connsiteX8718" fmla="*/ 7392775 w 10450132"/>
              <a:gd name="connsiteY8718" fmla="*/ 1970417 h 5450835"/>
              <a:gd name="connsiteX8719" fmla="*/ 7391987 w 10450132"/>
              <a:gd name="connsiteY8719" fmla="*/ 1970877 h 5450835"/>
              <a:gd name="connsiteX8720" fmla="*/ 7382923 w 10450132"/>
              <a:gd name="connsiteY8720" fmla="*/ 1970877 h 5450835"/>
              <a:gd name="connsiteX8721" fmla="*/ 7382135 w 10450132"/>
              <a:gd name="connsiteY8721" fmla="*/ 1970417 h 5450835"/>
              <a:gd name="connsiteX8722" fmla="*/ 7377602 w 10450132"/>
              <a:gd name="connsiteY8722" fmla="*/ 1962535 h 5450835"/>
              <a:gd name="connsiteX8723" fmla="*/ 7377602 w 10450132"/>
              <a:gd name="connsiteY8723" fmla="*/ 1961681 h 5450835"/>
              <a:gd name="connsiteX8724" fmla="*/ 7382135 w 10450132"/>
              <a:gd name="connsiteY8724" fmla="*/ 1953799 h 5450835"/>
              <a:gd name="connsiteX8725" fmla="*/ 7382923 w 10450132"/>
              <a:gd name="connsiteY8725" fmla="*/ 1953340 h 5450835"/>
              <a:gd name="connsiteX8726" fmla="*/ 7128477 w 10450132"/>
              <a:gd name="connsiteY8726" fmla="*/ 1953340 h 5450835"/>
              <a:gd name="connsiteX8727" fmla="*/ 7137540 w 10450132"/>
              <a:gd name="connsiteY8727" fmla="*/ 1953340 h 5450835"/>
              <a:gd name="connsiteX8728" fmla="*/ 7138328 w 10450132"/>
              <a:gd name="connsiteY8728" fmla="*/ 1953799 h 5450835"/>
              <a:gd name="connsiteX8729" fmla="*/ 7142860 w 10450132"/>
              <a:gd name="connsiteY8729" fmla="*/ 1961681 h 5450835"/>
              <a:gd name="connsiteX8730" fmla="*/ 7142860 w 10450132"/>
              <a:gd name="connsiteY8730" fmla="*/ 1962535 h 5450835"/>
              <a:gd name="connsiteX8731" fmla="*/ 7138328 w 10450132"/>
              <a:gd name="connsiteY8731" fmla="*/ 1970417 h 5450835"/>
              <a:gd name="connsiteX8732" fmla="*/ 7137540 w 10450132"/>
              <a:gd name="connsiteY8732" fmla="*/ 1970877 h 5450835"/>
              <a:gd name="connsiteX8733" fmla="*/ 7128477 w 10450132"/>
              <a:gd name="connsiteY8733" fmla="*/ 1970877 h 5450835"/>
              <a:gd name="connsiteX8734" fmla="*/ 7127689 w 10450132"/>
              <a:gd name="connsiteY8734" fmla="*/ 1970417 h 5450835"/>
              <a:gd name="connsiteX8735" fmla="*/ 7123156 w 10450132"/>
              <a:gd name="connsiteY8735" fmla="*/ 1962535 h 5450835"/>
              <a:gd name="connsiteX8736" fmla="*/ 7123156 w 10450132"/>
              <a:gd name="connsiteY8736" fmla="*/ 1961681 h 5450835"/>
              <a:gd name="connsiteX8737" fmla="*/ 7127689 w 10450132"/>
              <a:gd name="connsiteY8737" fmla="*/ 1953799 h 5450835"/>
              <a:gd name="connsiteX8738" fmla="*/ 7128477 w 10450132"/>
              <a:gd name="connsiteY8738" fmla="*/ 1953340 h 5450835"/>
              <a:gd name="connsiteX8739" fmla="*/ 6874095 w 10450132"/>
              <a:gd name="connsiteY8739" fmla="*/ 1953340 h 5450835"/>
              <a:gd name="connsiteX8740" fmla="*/ 6883159 w 10450132"/>
              <a:gd name="connsiteY8740" fmla="*/ 1953340 h 5450835"/>
              <a:gd name="connsiteX8741" fmla="*/ 6883947 w 10450132"/>
              <a:gd name="connsiteY8741" fmla="*/ 1953799 h 5450835"/>
              <a:gd name="connsiteX8742" fmla="*/ 6888480 w 10450132"/>
              <a:gd name="connsiteY8742" fmla="*/ 1961681 h 5450835"/>
              <a:gd name="connsiteX8743" fmla="*/ 6888480 w 10450132"/>
              <a:gd name="connsiteY8743" fmla="*/ 1962535 h 5450835"/>
              <a:gd name="connsiteX8744" fmla="*/ 6883947 w 10450132"/>
              <a:gd name="connsiteY8744" fmla="*/ 1970417 h 5450835"/>
              <a:gd name="connsiteX8745" fmla="*/ 6883159 w 10450132"/>
              <a:gd name="connsiteY8745" fmla="*/ 1970877 h 5450835"/>
              <a:gd name="connsiteX8746" fmla="*/ 6874095 w 10450132"/>
              <a:gd name="connsiteY8746" fmla="*/ 1970877 h 5450835"/>
              <a:gd name="connsiteX8747" fmla="*/ 6873307 w 10450132"/>
              <a:gd name="connsiteY8747" fmla="*/ 1970417 h 5450835"/>
              <a:gd name="connsiteX8748" fmla="*/ 6868775 w 10450132"/>
              <a:gd name="connsiteY8748" fmla="*/ 1962535 h 5450835"/>
              <a:gd name="connsiteX8749" fmla="*/ 6868775 w 10450132"/>
              <a:gd name="connsiteY8749" fmla="*/ 1961681 h 5450835"/>
              <a:gd name="connsiteX8750" fmla="*/ 6873307 w 10450132"/>
              <a:gd name="connsiteY8750" fmla="*/ 1953799 h 5450835"/>
              <a:gd name="connsiteX8751" fmla="*/ 6874095 w 10450132"/>
              <a:gd name="connsiteY8751" fmla="*/ 1953340 h 5450835"/>
              <a:gd name="connsiteX8752" fmla="*/ 6619714 w 10450132"/>
              <a:gd name="connsiteY8752" fmla="*/ 1953340 h 5450835"/>
              <a:gd name="connsiteX8753" fmla="*/ 6628778 w 10450132"/>
              <a:gd name="connsiteY8753" fmla="*/ 1953340 h 5450835"/>
              <a:gd name="connsiteX8754" fmla="*/ 6629566 w 10450132"/>
              <a:gd name="connsiteY8754" fmla="*/ 1953799 h 5450835"/>
              <a:gd name="connsiteX8755" fmla="*/ 6634099 w 10450132"/>
              <a:gd name="connsiteY8755" fmla="*/ 1961681 h 5450835"/>
              <a:gd name="connsiteX8756" fmla="*/ 6634099 w 10450132"/>
              <a:gd name="connsiteY8756" fmla="*/ 1962535 h 5450835"/>
              <a:gd name="connsiteX8757" fmla="*/ 6629566 w 10450132"/>
              <a:gd name="connsiteY8757" fmla="*/ 1970417 h 5450835"/>
              <a:gd name="connsiteX8758" fmla="*/ 6628778 w 10450132"/>
              <a:gd name="connsiteY8758" fmla="*/ 1970877 h 5450835"/>
              <a:gd name="connsiteX8759" fmla="*/ 6619714 w 10450132"/>
              <a:gd name="connsiteY8759" fmla="*/ 1970877 h 5450835"/>
              <a:gd name="connsiteX8760" fmla="*/ 6618926 w 10450132"/>
              <a:gd name="connsiteY8760" fmla="*/ 1970417 h 5450835"/>
              <a:gd name="connsiteX8761" fmla="*/ 6614394 w 10450132"/>
              <a:gd name="connsiteY8761" fmla="*/ 1962535 h 5450835"/>
              <a:gd name="connsiteX8762" fmla="*/ 6614394 w 10450132"/>
              <a:gd name="connsiteY8762" fmla="*/ 1961681 h 5450835"/>
              <a:gd name="connsiteX8763" fmla="*/ 6618926 w 10450132"/>
              <a:gd name="connsiteY8763" fmla="*/ 1953799 h 5450835"/>
              <a:gd name="connsiteX8764" fmla="*/ 6619714 w 10450132"/>
              <a:gd name="connsiteY8764" fmla="*/ 1953340 h 5450835"/>
              <a:gd name="connsiteX8765" fmla="*/ 6365334 w 10450132"/>
              <a:gd name="connsiteY8765" fmla="*/ 1953340 h 5450835"/>
              <a:gd name="connsiteX8766" fmla="*/ 6374397 w 10450132"/>
              <a:gd name="connsiteY8766" fmla="*/ 1953340 h 5450835"/>
              <a:gd name="connsiteX8767" fmla="*/ 6375186 w 10450132"/>
              <a:gd name="connsiteY8767" fmla="*/ 1953799 h 5450835"/>
              <a:gd name="connsiteX8768" fmla="*/ 6379718 w 10450132"/>
              <a:gd name="connsiteY8768" fmla="*/ 1961681 h 5450835"/>
              <a:gd name="connsiteX8769" fmla="*/ 6379718 w 10450132"/>
              <a:gd name="connsiteY8769" fmla="*/ 1962535 h 5450835"/>
              <a:gd name="connsiteX8770" fmla="*/ 6375186 w 10450132"/>
              <a:gd name="connsiteY8770" fmla="*/ 1970417 h 5450835"/>
              <a:gd name="connsiteX8771" fmla="*/ 6374397 w 10450132"/>
              <a:gd name="connsiteY8771" fmla="*/ 1970877 h 5450835"/>
              <a:gd name="connsiteX8772" fmla="*/ 6365334 w 10450132"/>
              <a:gd name="connsiteY8772" fmla="*/ 1970877 h 5450835"/>
              <a:gd name="connsiteX8773" fmla="*/ 6364546 w 10450132"/>
              <a:gd name="connsiteY8773" fmla="*/ 1970417 h 5450835"/>
              <a:gd name="connsiteX8774" fmla="*/ 6360014 w 10450132"/>
              <a:gd name="connsiteY8774" fmla="*/ 1962535 h 5450835"/>
              <a:gd name="connsiteX8775" fmla="*/ 6360014 w 10450132"/>
              <a:gd name="connsiteY8775" fmla="*/ 1961681 h 5450835"/>
              <a:gd name="connsiteX8776" fmla="*/ 6364546 w 10450132"/>
              <a:gd name="connsiteY8776" fmla="*/ 1953799 h 5450835"/>
              <a:gd name="connsiteX8777" fmla="*/ 6365334 w 10450132"/>
              <a:gd name="connsiteY8777" fmla="*/ 1953340 h 5450835"/>
              <a:gd name="connsiteX8778" fmla="*/ 6110888 w 10450132"/>
              <a:gd name="connsiteY8778" fmla="*/ 1953340 h 5450835"/>
              <a:gd name="connsiteX8779" fmla="*/ 6119953 w 10450132"/>
              <a:gd name="connsiteY8779" fmla="*/ 1953340 h 5450835"/>
              <a:gd name="connsiteX8780" fmla="*/ 6120740 w 10450132"/>
              <a:gd name="connsiteY8780" fmla="*/ 1953799 h 5450835"/>
              <a:gd name="connsiteX8781" fmla="*/ 6125272 w 10450132"/>
              <a:gd name="connsiteY8781" fmla="*/ 1961681 h 5450835"/>
              <a:gd name="connsiteX8782" fmla="*/ 6125272 w 10450132"/>
              <a:gd name="connsiteY8782" fmla="*/ 1962535 h 5450835"/>
              <a:gd name="connsiteX8783" fmla="*/ 6120740 w 10450132"/>
              <a:gd name="connsiteY8783" fmla="*/ 1970417 h 5450835"/>
              <a:gd name="connsiteX8784" fmla="*/ 6119953 w 10450132"/>
              <a:gd name="connsiteY8784" fmla="*/ 1970877 h 5450835"/>
              <a:gd name="connsiteX8785" fmla="*/ 6110888 w 10450132"/>
              <a:gd name="connsiteY8785" fmla="*/ 1970877 h 5450835"/>
              <a:gd name="connsiteX8786" fmla="*/ 6110101 w 10450132"/>
              <a:gd name="connsiteY8786" fmla="*/ 1970417 h 5450835"/>
              <a:gd name="connsiteX8787" fmla="*/ 6105567 w 10450132"/>
              <a:gd name="connsiteY8787" fmla="*/ 1962535 h 5450835"/>
              <a:gd name="connsiteX8788" fmla="*/ 6105567 w 10450132"/>
              <a:gd name="connsiteY8788" fmla="*/ 1961681 h 5450835"/>
              <a:gd name="connsiteX8789" fmla="*/ 6110101 w 10450132"/>
              <a:gd name="connsiteY8789" fmla="*/ 1953799 h 5450835"/>
              <a:gd name="connsiteX8790" fmla="*/ 6110888 w 10450132"/>
              <a:gd name="connsiteY8790" fmla="*/ 1953340 h 5450835"/>
              <a:gd name="connsiteX8791" fmla="*/ 5856508 w 10450132"/>
              <a:gd name="connsiteY8791" fmla="*/ 1953340 h 5450835"/>
              <a:gd name="connsiteX8792" fmla="*/ 5865571 w 10450132"/>
              <a:gd name="connsiteY8792" fmla="*/ 1953340 h 5450835"/>
              <a:gd name="connsiteX8793" fmla="*/ 5866359 w 10450132"/>
              <a:gd name="connsiteY8793" fmla="*/ 1953799 h 5450835"/>
              <a:gd name="connsiteX8794" fmla="*/ 5870891 w 10450132"/>
              <a:gd name="connsiteY8794" fmla="*/ 1961681 h 5450835"/>
              <a:gd name="connsiteX8795" fmla="*/ 5870891 w 10450132"/>
              <a:gd name="connsiteY8795" fmla="*/ 1962535 h 5450835"/>
              <a:gd name="connsiteX8796" fmla="*/ 5866359 w 10450132"/>
              <a:gd name="connsiteY8796" fmla="*/ 1970417 h 5450835"/>
              <a:gd name="connsiteX8797" fmla="*/ 5865571 w 10450132"/>
              <a:gd name="connsiteY8797" fmla="*/ 1970877 h 5450835"/>
              <a:gd name="connsiteX8798" fmla="*/ 5856508 w 10450132"/>
              <a:gd name="connsiteY8798" fmla="*/ 1970877 h 5450835"/>
              <a:gd name="connsiteX8799" fmla="*/ 5855720 w 10450132"/>
              <a:gd name="connsiteY8799" fmla="*/ 1970417 h 5450835"/>
              <a:gd name="connsiteX8800" fmla="*/ 5851187 w 10450132"/>
              <a:gd name="connsiteY8800" fmla="*/ 1962535 h 5450835"/>
              <a:gd name="connsiteX8801" fmla="*/ 5851187 w 10450132"/>
              <a:gd name="connsiteY8801" fmla="*/ 1961681 h 5450835"/>
              <a:gd name="connsiteX8802" fmla="*/ 5855720 w 10450132"/>
              <a:gd name="connsiteY8802" fmla="*/ 1953799 h 5450835"/>
              <a:gd name="connsiteX8803" fmla="*/ 5856508 w 10450132"/>
              <a:gd name="connsiteY8803" fmla="*/ 1953340 h 5450835"/>
              <a:gd name="connsiteX8804" fmla="*/ 5602126 w 10450132"/>
              <a:gd name="connsiteY8804" fmla="*/ 1953340 h 5450835"/>
              <a:gd name="connsiteX8805" fmla="*/ 5611191 w 10450132"/>
              <a:gd name="connsiteY8805" fmla="*/ 1953340 h 5450835"/>
              <a:gd name="connsiteX8806" fmla="*/ 5611979 w 10450132"/>
              <a:gd name="connsiteY8806" fmla="*/ 1953799 h 5450835"/>
              <a:gd name="connsiteX8807" fmla="*/ 5616511 w 10450132"/>
              <a:gd name="connsiteY8807" fmla="*/ 1961681 h 5450835"/>
              <a:gd name="connsiteX8808" fmla="*/ 5616511 w 10450132"/>
              <a:gd name="connsiteY8808" fmla="*/ 1962535 h 5450835"/>
              <a:gd name="connsiteX8809" fmla="*/ 5611979 w 10450132"/>
              <a:gd name="connsiteY8809" fmla="*/ 1970417 h 5450835"/>
              <a:gd name="connsiteX8810" fmla="*/ 5611191 w 10450132"/>
              <a:gd name="connsiteY8810" fmla="*/ 1970877 h 5450835"/>
              <a:gd name="connsiteX8811" fmla="*/ 5602126 w 10450132"/>
              <a:gd name="connsiteY8811" fmla="*/ 1970877 h 5450835"/>
              <a:gd name="connsiteX8812" fmla="*/ 5601338 w 10450132"/>
              <a:gd name="connsiteY8812" fmla="*/ 1970417 h 5450835"/>
              <a:gd name="connsiteX8813" fmla="*/ 5596807 w 10450132"/>
              <a:gd name="connsiteY8813" fmla="*/ 1962535 h 5450835"/>
              <a:gd name="connsiteX8814" fmla="*/ 5596807 w 10450132"/>
              <a:gd name="connsiteY8814" fmla="*/ 1961681 h 5450835"/>
              <a:gd name="connsiteX8815" fmla="*/ 5601338 w 10450132"/>
              <a:gd name="connsiteY8815" fmla="*/ 1953799 h 5450835"/>
              <a:gd name="connsiteX8816" fmla="*/ 5602126 w 10450132"/>
              <a:gd name="connsiteY8816" fmla="*/ 1953340 h 5450835"/>
              <a:gd name="connsiteX8817" fmla="*/ 5347746 w 10450132"/>
              <a:gd name="connsiteY8817" fmla="*/ 1953340 h 5450835"/>
              <a:gd name="connsiteX8818" fmla="*/ 5356810 w 10450132"/>
              <a:gd name="connsiteY8818" fmla="*/ 1953340 h 5450835"/>
              <a:gd name="connsiteX8819" fmla="*/ 5357598 w 10450132"/>
              <a:gd name="connsiteY8819" fmla="*/ 1953799 h 5450835"/>
              <a:gd name="connsiteX8820" fmla="*/ 5362130 w 10450132"/>
              <a:gd name="connsiteY8820" fmla="*/ 1961681 h 5450835"/>
              <a:gd name="connsiteX8821" fmla="*/ 5362130 w 10450132"/>
              <a:gd name="connsiteY8821" fmla="*/ 1962535 h 5450835"/>
              <a:gd name="connsiteX8822" fmla="*/ 5357598 w 10450132"/>
              <a:gd name="connsiteY8822" fmla="*/ 1970417 h 5450835"/>
              <a:gd name="connsiteX8823" fmla="*/ 5356810 w 10450132"/>
              <a:gd name="connsiteY8823" fmla="*/ 1970877 h 5450835"/>
              <a:gd name="connsiteX8824" fmla="*/ 5347746 w 10450132"/>
              <a:gd name="connsiteY8824" fmla="*/ 1970877 h 5450835"/>
              <a:gd name="connsiteX8825" fmla="*/ 5346958 w 10450132"/>
              <a:gd name="connsiteY8825" fmla="*/ 1970417 h 5450835"/>
              <a:gd name="connsiteX8826" fmla="*/ 5342425 w 10450132"/>
              <a:gd name="connsiteY8826" fmla="*/ 1962535 h 5450835"/>
              <a:gd name="connsiteX8827" fmla="*/ 5342425 w 10450132"/>
              <a:gd name="connsiteY8827" fmla="*/ 1961681 h 5450835"/>
              <a:gd name="connsiteX8828" fmla="*/ 5346958 w 10450132"/>
              <a:gd name="connsiteY8828" fmla="*/ 1953799 h 5450835"/>
              <a:gd name="connsiteX8829" fmla="*/ 5347746 w 10450132"/>
              <a:gd name="connsiteY8829" fmla="*/ 1953340 h 5450835"/>
              <a:gd name="connsiteX8830" fmla="*/ 5093300 w 10450132"/>
              <a:gd name="connsiteY8830" fmla="*/ 1953340 h 5450835"/>
              <a:gd name="connsiteX8831" fmla="*/ 5102364 w 10450132"/>
              <a:gd name="connsiteY8831" fmla="*/ 1953340 h 5450835"/>
              <a:gd name="connsiteX8832" fmla="*/ 5103153 w 10450132"/>
              <a:gd name="connsiteY8832" fmla="*/ 1953799 h 5450835"/>
              <a:gd name="connsiteX8833" fmla="*/ 5107684 w 10450132"/>
              <a:gd name="connsiteY8833" fmla="*/ 1961681 h 5450835"/>
              <a:gd name="connsiteX8834" fmla="*/ 5107684 w 10450132"/>
              <a:gd name="connsiteY8834" fmla="*/ 1962535 h 5450835"/>
              <a:gd name="connsiteX8835" fmla="*/ 5103153 w 10450132"/>
              <a:gd name="connsiteY8835" fmla="*/ 1970417 h 5450835"/>
              <a:gd name="connsiteX8836" fmla="*/ 5102364 w 10450132"/>
              <a:gd name="connsiteY8836" fmla="*/ 1970877 h 5450835"/>
              <a:gd name="connsiteX8837" fmla="*/ 5093300 w 10450132"/>
              <a:gd name="connsiteY8837" fmla="*/ 1970877 h 5450835"/>
              <a:gd name="connsiteX8838" fmla="*/ 5092512 w 10450132"/>
              <a:gd name="connsiteY8838" fmla="*/ 1970417 h 5450835"/>
              <a:gd name="connsiteX8839" fmla="*/ 5087979 w 10450132"/>
              <a:gd name="connsiteY8839" fmla="*/ 1962535 h 5450835"/>
              <a:gd name="connsiteX8840" fmla="*/ 5087979 w 10450132"/>
              <a:gd name="connsiteY8840" fmla="*/ 1961681 h 5450835"/>
              <a:gd name="connsiteX8841" fmla="*/ 5092512 w 10450132"/>
              <a:gd name="connsiteY8841" fmla="*/ 1953799 h 5450835"/>
              <a:gd name="connsiteX8842" fmla="*/ 5093300 w 10450132"/>
              <a:gd name="connsiteY8842" fmla="*/ 1953340 h 5450835"/>
              <a:gd name="connsiteX8843" fmla="*/ 4838919 w 10450132"/>
              <a:gd name="connsiteY8843" fmla="*/ 1953340 h 5450835"/>
              <a:gd name="connsiteX8844" fmla="*/ 4847982 w 10450132"/>
              <a:gd name="connsiteY8844" fmla="*/ 1953340 h 5450835"/>
              <a:gd name="connsiteX8845" fmla="*/ 4848772 w 10450132"/>
              <a:gd name="connsiteY8845" fmla="*/ 1953799 h 5450835"/>
              <a:gd name="connsiteX8846" fmla="*/ 4853303 w 10450132"/>
              <a:gd name="connsiteY8846" fmla="*/ 1961681 h 5450835"/>
              <a:gd name="connsiteX8847" fmla="*/ 4853303 w 10450132"/>
              <a:gd name="connsiteY8847" fmla="*/ 1962535 h 5450835"/>
              <a:gd name="connsiteX8848" fmla="*/ 4848772 w 10450132"/>
              <a:gd name="connsiteY8848" fmla="*/ 1970417 h 5450835"/>
              <a:gd name="connsiteX8849" fmla="*/ 4847982 w 10450132"/>
              <a:gd name="connsiteY8849" fmla="*/ 1970877 h 5450835"/>
              <a:gd name="connsiteX8850" fmla="*/ 4838919 w 10450132"/>
              <a:gd name="connsiteY8850" fmla="*/ 1970877 h 5450835"/>
              <a:gd name="connsiteX8851" fmla="*/ 4838132 w 10450132"/>
              <a:gd name="connsiteY8851" fmla="*/ 1970417 h 5450835"/>
              <a:gd name="connsiteX8852" fmla="*/ 4833598 w 10450132"/>
              <a:gd name="connsiteY8852" fmla="*/ 1962535 h 5450835"/>
              <a:gd name="connsiteX8853" fmla="*/ 4833598 w 10450132"/>
              <a:gd name="connsiteY8853" fmla="*/ 1961681 h 5450835"/>
              <a:gd name="connsiteX8854" fmla="*/ 4838132 w 10450132"/>
              <a:gd name="connsiteY8854" fmla="*/ 1953799 h 5450835"/>
              <a:gd name="connsiteX8855" fmla="*/ 4838919 w 10450132"/>
              <a:gd name="connsiteY8855" fmla="*/ 1953340 h 5450835"/>
              <a:gd name="connsiteX8856" fmla="*/ 4584538 w 10450132"/>
              <a:gd name="connsiteY8856" fmla="*/ 1953340 h 5450835"/>
              <a:gd name="connsiteX8857" fmla="*/ 4593603 w 10450132"/>
              <a:gd name="connsiteY8857" fmla="*/ 1953340 h 5450835"/>
              <a:gd name="connsiteX8858" fmla="*/ 4594390 w 10450132"/>
              <a:gd name="connsiteY8858" fmla="*/ 1953799 h 5450835"/>
              <a:gd name="connsiteX8859" fmla="*/ 4598922 w 10450132"/>
              <a:gd name="connsiteY8859" fmla="*/ 1961681 h 5450835"/>
              <a:gd name="connsiteX8860" fmla="*/ 4598922 w 10450132"/>
              <a:gd name="connsiteY8860" fmla="*/ 1962535 h 5450835"/>
              <a:gd name="connsiteX8861" fmla="*/ 4594390 w 10450132"/>
              <a:gd name="connsiteY8861" fmla="*/ 1970417 h 5450835"/>
              <a:gd name="connsiteX8862" fmla="*/ 4593603 w 10450132"/>
              <a:gd name="connsiteY8862" fmla="*/ 1970877 h 5450835"/>
              <a:gd name="connsiteX8863" fmla="*/ 4584538 w 10450132"/>
              <a:gd name="connsiteY8863" fmla="*/ 1970877 h 5450835"/>
              <a:gd name="connsiteX8864" fmla="*/ 4583749 w 10450132"/>
              <a:gd name="connsiteY8864" fmla="*/ 1970417 h 5450835"/>
              <a:gd name="connsiteX8865" fmla="*/ 4579218 w 10450132"/>
              <a:gd name="connsiteY8865" fmla="*/ 1962535 h 5450835"/>
              <a:gd name="connsiteX8866" fmla="*/ 4579218 w 10450132"/>
              <a:gd name="connsiteY8866" fmla="*/ 1961681 h 5450835"/>
              <a:gd name="connsiteX8867" fmla="*/ 4583749 w 10450132"/>
              <a:gd name="connsiteY8867" fmla="*/ 1953799 h 5450835"/>
              <a:gd name="connsiteX8868" fmla="*/ 4584538 w 10450132"/>
              <a:gd name="connsiteY8868" fmla="*/ 1953340 h 5450835"/>
              <a:gd name="connsiteX8869" fmla="*/ 4330157 w 10450132"/>
              <a:gd name="connsiteY8869" fmla="*/ 1953340 h 5450835"/>
              <a:gd name="connsiteX8870" fmla="*/ 4339222 w 10450132"/>
              <a:gd name="connsiteY8870" fmla="*/ 1953340 h 5450835"/>
              <a:gd name="connsiteX8871" fmla="*/ 4340010 w 10450132"/>
              <a:gd name="connsiteY8871" fmla="*/ 1953799 h 5450835"/>
              <a:gd name="connsiteX8872" fmla="*/ 4344540 w 10450132"/>
              <a:gd name="connsiteY8872" fmla="*/ 1961681 h 5450835"/>
              <a:gd name="connsiteX8873" fmla="*/ 4344540 w 10450132"/>
              <a:gd name="connsiteY8873" fmla="*/ 1962535 h 5450835"/>
              <a:gd name="connsiteX8874" fmla="*/ 4340010 w 10450132"/>
              <a:gd name="connsiteY8874" fmla="*/ 1970417 h 5450835"/>
              <a:gd name="connsiteX8875" fmla="*/ 4339222 w 10450132"/>
              <a:gd name="connsiteY8875" fmla="*/ 1970877 h 5450835"/>
              <a:gd name="connsiteX8876" fmla="*/ 4330157 w 10450132"/>
              <a:gd name="connsiteY8876" fmla="*/ 1970877 h 5450835"/>
              <a:gd name="connsiteX8877" fmla="*/ 4329369 w 10450132"/>
              <a:gd name="connsiteY8877" fmla="*/ 1970417 h 5450835"/>
              <a:gd name="connsiteX8878" fmla="*/ 4324836 w 10450132"/>
              <a:gd name="connsiteY8878" fmla="*/ 1962535 h 5450835"/>
              <a:gd name="connsiteX8879" fmla="*/ 4324836 w 10450132"/>
              <a:gd name="connsiteY8879" fmla="*/ 1961681 h 5450835"/>
              <a:gd name="connsiteX8880" fmla="*/ 4329369 w 10450132"/>
              <a:gd name="connsiteY8880" fmla="*/ 1953799 h 5450835"/>
              <a:gd name="connsiteX8881" fmla="*/ 4330157 w 10450132"/>
              <a:gd name="connsiteY8881" fmla="*/ 1953340 h 5450835"/>
              <a:gd name="connsiteX8882" fmla="*/ 4075985 w 10450132"/>
              <a:gd name="connsiteY8882" fmla="*/ 1953340 h 5450835"/>
              <a:gd name="connsiteX8883" fmla="*/ 4085050 w 10450132"/>
              <a:gd name="connsiteY8883" fmla="*/ 1953340 h 5450835"/>
              <a:gd name="connsiteX8884" fmla="*/ 4085839 w 10450132"/>
              <a:gd name="connsiteY8884" fmla="*/ 1953799 h 5450835"/>
              <a:gd name="connsiteX8885" fmla="*/ 4090370 w 10450132"/>
              <a:gd name="connsiteY8885" fmla="*/ 1961681 h 5450835"/>
              <a:gd name="connsiteX8886" fmla="*/ 4090370 w 10450132"/>
              <a:gd name="connsiteY8886" fmla="*/ 1962535 h 5450835"/>
              <a:gd name="connsiteX8887" fmla="*/ 4085839 w 10450132"/>
              <a:gd name="connsiteY8887" fmla="*/ 1970417 h 5450835"/>
              <a:gd name="connsiteX8888" fmla="*/ 4085050 w 10450132"/>
              <a:gd name="connsiteY8888" fmla="*/ 1970877 h 5450835"/>
              <a:gd name="connsiteX8889" fmla="*/ 4075985 w 10450132"/>
              <a:gd name="connsiteY8889" fmla="*/ 1970877 h 5450835"/>
              <a:gd name="connsiteX8890" fmla="*/ 4075197 w 10450132"/>
              <a:gd name="connsiteY8890" fmla="*/ 1970417 h 5450835"/>
              <a:gd name="connsiteX8891" fmla="*/ 4070667 w 10450132"/>
              <a:gd name="connsiteY8891" fmla="*/ 1962535 h 5450835"/>
              <a:gd name="connsiteX8892" fmla="*/ 4070667 w 10450132"/>
              <a:gd name="connsiteY8892" fmla="*/ 1961681 h 5450835"/>
              <a:gd name="connsiteX8893" fmla="*/ 4075197 w 10450132"/>
              <a:gd name="connsiteY8893" fmla="*/ 1953799 h 5450835"/>
              <a:gd name="connsiteX8894" fmla="*/ 4075985 w 10450132"/>
              <a:gd name="connsiteY8894" fmla="*/ 1953340 h 5450835"/>
              <a:gd name="connsiteX8895" fmla="*/ 3821334 w 10450132"/>
              <a:gd name="connsiteY8895" fmla="*/ 1953340 h 5450835"/>
              <a:gd name="connsiteX8896" fmla="*/ 3830399 w 10450132"/>
              <a:gd name="connsiteY8896" fmla="*/ 1953340 h 5450835"/>
              <a:gd name="connsiteX8897" fmla="*/ 3831189 w 10450132"/>
              <a:gd name="connsiteY8897" fmla="*/ 1953799 h 5450835"/>
              <a:gd name="connsiteX8898" fmla="*/ 3835720 w 10450132"/>
              <a:gd name="connsiteY8898" fmla="*/ 1961681 h 5450835"/>
              <a:gd name="connsiteX8899" fmla="*/ 3835720 w 10450132"/>
              <a:gd name="connsiteY8899" fmla="*/ 1962535 h 5450835"/>
              <a:gd name="connsiteX8900" fmla="*/ 3831189 w 10450132"/>
              <a:gd name="connsiteY8900" fmla="*/ 1970417 h 5450835"/>
              <a:gd name="connsiteX8901" fmla="*/ 3830399 w 10450132"/>
              <a:gd name="connsiteY8901" fmla="*/ 1970877 h 5450835"/>
              <a:gd name="connsiteX8902" fmla="*/ 3821334 w 10450132"/>
              <a:gd name="connsiteY8902" fmla="*/ 1970877 h 5450835"/>
              <a:gd name="connsiteX8903" fmla="*/ 3820547 w 10450132"/>
              <a:gd name="connsiteY8903" fmla="*/ 1970417 h 5450835"/>
              <a:gd name="connsiteX8904" fmla="*/ 3816014 w 10450132"/>
              <a:gd name="connsiteY8904" fmla="*/ 1962535 h 5450835"/>
              <a:gd name="connsiteX8905" fmla="*/ 3816014 w 10450132"/>
              <a:gd name="connsiteY8905" fmla="*/ 1961681 h 5450835"/>
              <a:gd name="connsiteX8906" fmla="*/ 3820547 w 10450132"/>
              <a:gd name="connsiteY8906" fmla="*/ 1953799 h 5450835"/>
              <a:gd name="connsiteX8907" fmla="*/ 3821334 w 10450132"/>
              <a:gd name="connsiteY8907" fmla="*/ 1953340 h 5450835"/>
              <a:gd name="connsiteX8908" fmla="*/ 2295060 w 10450132"/>
              <a:gd name="connsiteY8908" fmla="*/ 1953340 h 5450835"/>
              <a:gd name="connsiteX8909" fmla="*/ 2304125 w 10450132"/>
              <a:gd name="connsiteY8909" fmla="*/ 1953340 h 5450835"/>
              <a:gd name="connsiteX8910" fmla="*/ 2304914 w 10450132"/>
              <a:gd name="connsiteY8910" fmla="*/ 1953799 h 5450835"/>
              <a:gd name="connsiteX8911" fmla="*/ 2309446 w 10450132"/>
              <a:gd name="connsiteY8911" fmla="*/ 1961681 h 5450835"/>
              <a:gd name="connsiteX8912" fmla="*/ 2309446 w 10450132"/>
              <a:gd name="connsiteY8912" fmla="*/ 1962535 h 5450835"/>
              <a:gd name="connsiteX8913" fmla="*/ 2307501 w 10450132"/>
              <a:gd name="connsiteY8913" fmla="*/ 1965919 h 5450835"/>
              <a:gd name="connsiteX8914" fmla="*/ 2309335 w 10450132"/>
              <a:gd name="connsiteY8914" fmla="*/ 1969109 h 5450835"/>
              <a:gd name="connsiteX8915" fmla="*/ 2309335 w 10450132"/>
              <a:gd name="connsiteY8915" fmla="*/ 1969963 h 5450835"/>
              <a:gd name="connsiteX8916" fmla="*/ 2304803 w 10450132"/>
              <a:gd name="connsiteY8916" fmla="*/ 1977845 h 5450835"/>
              <a:gd name="connsiteX8917" fmla="*/ 2304015 w 10450132"/>
              <a:gd name="connsiteY8917" fmla="*/ 1978305 h 5450835"/>
              <a:gd name="connsiteX8918" fmla="*/ 2294950 w 10450132"/>
              <a:gd name="connsiteY8918" fmla="*/ 1978305 h 5450835"/>
              <a:gd name="connsiteX8919" fmla="*/ 2294162 w 10450132"/>
              <a:gd name="connsiteY8919" fmla="*/ 1977845 h 5450835"/>
              <a:gd name="connsiteX8920" fmla="*/ 2289631 w 10450132"/>
              <a:gd name="connsiteY8920" fmla="*/ 1969963 h 5450835"/>
              <a:gd name="connsiteX8921" fmla="*/ 2289631 w 10450132"/>
              <a:gd name="connsiteY8921" fmla="*/ 1969109 h 5450835"/>
              <a:gd name="connsiteX8922" fmla="*/ 2291576 w 10450132"/>
              <a:gd name="connsiteY8922" fmla="*/ 1965727 h 5450835"/>
              <a:gd name="connsiteX8923" fmla="*/ 2289740 w 10450132"/>
              <a:gd name="connsiteY8923" fmla="*/ 1962535 h 5450835"/>
              <a:gd name="connsiteX8924" fmla="*/ 2289740 w 10450132"/>
              <a:gd name="connsiteY8924" fmla="*/ 1961681 h 5450835"/>
              <a:gd name="connsiteX8925" fmla="*/ 2294273 w 10450132"/>
              <a:gd name="connsiteY8925" fmla="*/ 1953799 h 5450835"/>
              <a:gd name="connsiteX8926" fmla="*/ 2295060 w 10450132"/>
              <a:gd name="connsiteY8926" fmla="*/ 1953340 h 5450835"/>
              <a:gd name="connsiteX8927" fmla="*/ 3566957 w 10450132"/>
              <a:gd name="connsiteY8927" fmla="*/ 1953274 h 5450835"/>
              <a:gd name="connsiteX8928" fmla="*/ 3576020 w 10450132"/>
              <a:gd name="connsiteY8928" fmla="*/ 1953274 h 5450835"/>
              <a:gd name="connsiteX8929" fmla="*/ 3576807 w 10450132"/>
              <a:gd name="connsiteY8929" fmla="*/ 1953734 h 5450835"/>
              <a:gd name="connsiteX8930" fmla="*/ 3576814 w 10450132"/>
              <a:gd name="connsiteY8930" fmla="*/ 1953746 h 5450835"/>
              <a:gd name="connsiteX8931" fmla="*/ 3576905 w 10450132"/>
              <a:gd name="connsiteY8931" fmla="*/ 1953799 h 5450835"/>
              <a:gd name="connsiteX8932" fmla="*/ 3581437 w 10450132"/>
              <a:gd name="connsiteY8932" fmla="*/ 1961681 h 5450835"/>
              <a:gd name="connsiteX8933" fmla="*/ 3581437 w 10450132"/>
              <a:gd name="connsiteY8933" fmla="*/ 1962535 h 5450835"/>
              <a:gd name="connsiteX8934" fmla="*/ 3576905 w 10450132"/>
              <a:gd name="connsiteY8934" fmla="*/ 1970417 h 5450835"/>
              <a:gd name="connsiteX8935" fmla="*/ 3576117 w 10450132"/>
              <a:gd name="connsiteY8935" fmla="*/ 1970877 h 5450835"/>
              <a:gd name="connsiteX8936" fmla="*/ 3567051 w 10450132"/>
              <a:gd name="connsiteY8936" fmla="*/ 1970877 h 5450835"/>
              <a:gd name="connsiteX8937" fmla="*/ 3566264 w 10450132"/>
              <a:gd name="connsiteY8937" fmla="*/ 1970417 h 5450835"/>
              <a:gd name="connsiteX8938" fmla="*/ 3566255 w 10450132"/>
              <a:gd name="connsiteY8938" fmla="*/ 1970401 h 5450835"/>
              <a:gd name="connsiteX8939" fmla="*/ 3566167 w 10450132"/>
              <a:gd name="connsiteY8939" fmla="*/ 1970350 h 5450835"/>
              <a:gd name="connsiteX8940" fmla="*/ 3561635 w 10450132"/>
              <a:gd name="connsiteY8940" fmla="*/ 1962469 h 5450835"/>
              <a:gd name="connsiteX8941" fmla="*/ 3561635 w 10450132"/>
              <a:gd name="connsiteY8941" fmla="*/ 1961615 h 5450835"/>
              <a:gd name="connsiteX8942" fmla="*/ 3566167 w 10450132"/>
              <a:gd name="connsiteY8942" fmla="*/ 1953734 h 5450835"/>
              <a:gd name="connsiteX8943" fmla="*/ 3566957 w 10450132"/>
              <a:gd name="connsiteY8943" fmla="*/ 1953274 h 5450835"/>
              <a:gd name="connsiteX8944" fmla="*/ 3312668 w 10450132"/>
              <a:gd name="connsiteY8944" fmla="*/ 1953274 h 5450835"/>
              <a:gd name="connsiteX8945" fmla="*/ 3321732 w 10450132"/>
              <a:gd name="connsiteY8945" fmla="*/ 1953274 h 5450835"/>
              <a:gd name="connsiteX8946" fmla="*/ 3322520 w 10450132"/>
              <a:gd name="connsiteY8946" fmla="*/ 1953734 h 5450835"/>
              <a:gd name="connsiteX8947" fmla="*/ 3327052 w 10450132"/>
              <a:gd name="connsiteY8947" fmla="*/ 1961615 h 5450835"/>
              <a:gd name="connsiteX8948" fmla="*/ 3327052 w 10450132"/>
              <a:gd name="connsiteY8948" fmla="*/ 1961671 h 5450835"/>
              <a:gd name="connsiteX8949" fmla="*/ 3327058 w 10450132"/>
              <a:gd name="connsiteY8949" fmla="*/ 1961681 h 5450835"/>
              <a:gd name="connsiteX8950" fmla="*/ 3327058 w 10450132"/>
              <a:gd name="connsiteY8950" fmla="*/ 1962535 h 5450835"/>
              <a:gd name="connsiteX8951" fmla="*/ 3322527 w 10450132"/>
              <a:gd name="connsiteY8951" fmla="*/ 1970417 h 5450835"/>
              <a:gd name="connsiteX8952" fmla="*/ 3321739 w 10450132"/>
              <a:gd name="connsiteY8952" fmla="*/ 1970877 h 5450835"/>
              <a:gd name="connsiteX8953" fmla="*/ 3312675 w 10450132"/>
              <a:gd name="connsiteY8953" fmla="*/ 1970877 h 5450835"/>
              <a:gd name="connsiteX8954" fmla="*/ 3311887 w 10450132"/>
              <a:gd name="connsiteY8954" fmla="*/ 1970417 h 5450835"/>
              <a:gd name="connsiteX8955" fmla="*/ 3307354 w 10450132"/>
              <a:gd name="connsiteY8955" fmla="*/ 1962535 h 5450835"/>
              <a:gd name="connsiteX8956" fmla="*/ 3307354 w 10450132"/>
              <a:gd name="connsiteY8956" fmla="*/ 1962481 h 5450835"/>
              <a:gd name="connsiteX8957" fmla="*/ 3307347 w 10450132"/>
              <a:gd name="connsiteY8957" fmla="*/ 1962469 h 5450835"/>
              <a:gd name="connsiteX8958" fmla="*/ 3307347 w 10450132"/>
              <a:gd name="connsiteY8958" fmla="*/ 1961615 h 5450835"/>
              <a:gd name="connsiteX8959" fmla="*/ 3311880 w 10450132"/>
              <a:gd name="connsiteY8959" fmla="*/ 1953734 h 5450835"/>
              <a:gd name="connsiteX8960" fmla="*/ 3312668 w 10450132"/>
              <a:gd name="connsiteY8960" fmla="*/ 1953274 h 5450835"/>
              <a:gd name="connsiteX8961" fmla="*/ 3058343 w 10450132"/>
              <a:gd name="connsiteY8961" fmla="*/ 1953274 h 5450835"/>
              <a:gd name="connsiteX8962" fmla="*/ 3067409 w 10450132"/>
              <a:gd name="connsiteY8962" fmla="*/ 1953274 h 5450835"/>
              <a:gd name="connsiteX8963" fmla="*/ 3068196 w 10450132"/>
              <a:gd name="connsiteY8963" fmla="*/ 1953734 h 5450835"/>
              <a:gd name="connsiteX8964" fmla="*/ 3068219 w 10450132"/>
              <a:gd name="connsiteY8964" fmla="*/ 1953773 h 5450835"/>
              <a:gd name="connsiteX8965" fmla="*/ 3068263 w 10450132"/>
              <a:gd name="connsiteY8965" fmla="*/ 1953799 h 5450835"/>
              <a:gd name="connsiteX8966" fmla="*/ 3072795 w 10450132"/>
              <a:gd name="connsiteY8966" fmla="*/ 1961681 h 5450835"/>
              <a:gd name="connsiteX8967" fmla="*/ 3072795 w 10450132"/>
              <a:gd name="connsiteY8967" fmla="*/ 1962535 h 5450835"/>
              <a:gd name="connsiteX8968" fmla="*/ 3068263 w 10450132"/>
              <a:gd name="connsiteY8968" fmla="*/ 1970417 h 5450835"/>
              <a:gd name="connsiteX8969" fmla="*/ 3067475 w 10450132"/>
              <a:gd name="connsiteY8969" fmla="*/ 1970877 h 5450835"/>
              <a:gd name="connsiteX8970" fmla="*/ 3058409 w 10450132"/>
              <a:gd name="connsiteY8970" fmla="*/ 1970877 h 5450835"/>
              <a:gd name="connsiteX8971" fmla="*/ 3057623 w 10450132"/>
              <a:gd name="connsiteY8971" fmla="*/ 1970417 h 5450835"/>
              <a:gd name="connsiteX8972" fmla="*/ 3057600 w 10450132"/>
              <a:gd name="connsiteY8972" fmla="*/ 1970376 h 5450835"/>
              <a:gd name="connsiteX8973" fmla="*/ 3057555 w 10450132"/>
              <a:gd name="connsiteY8973" fmla="*/ 1970350 h 5450835"/>
              <a:gd name="connsiteX8974" fmla="*/ 3053024 w 10450132"/>
              <a:gd name="connsiteY8974" fmla="*/ 1962469 h 5450835"/>
              <a:gd name="connsiteX8975" fmla="*/ 3053024 w 10450132"/>
              <a:gd name="connsiteY8975" fmla="*/ 1961615 h 5450835"/>
              <a:gd name="connsiteX8976" fmla="*/ 3057555 w 10450132"/>
              <a:gd name="connsiteY8976" fmla="*/ 1953734 h 5450835"/>
              <a:gd name="connsiteX8977" fmla="*/ 3058343 w 10450132"/>
              <a:gd name="connsiteY8977" fmla="*/ 1953274 h 5450835"/>
              <a:gd name="connsiteX8978" fmla="*/ 2803853 w 10450132"/>
              <a:gd name="connsiteY8978" fmla="*/ 1953274 h 5450835"/>
              <a:gd name="connsiteX8979" fmla="*/ 2812916 w 10450132"/>
              <a:gd name="connsiteY8979" fmla="*/ 1953274 h 5450835"/>
              <a:gd name="connsiteX8980" fmla="*/ 2813705 w 10450132"/>
              <a:gd name="connsiteY8980" fmla="*/ 1953734 h 5450835"/>
              <a:gd name="connsiteX8981" fmla="*/ 2813732 w 10450132"/>
              <a:gd name="connsiteY8981" fmla="*/ 1953780 h 5450835"/>
              <a:gd name="connsiteX8982" fmla="*/ 2813764 w 10450132"/>
              <a:gd name="connsiteY8982" fmla="*/ 1953799 h 5450835"/>
              <a:gd name="connsiteX8983" fmla="*/ 2818296 w 10450132"/>
              <a:gd name="connsiteY8983" fmla="*/ 1961681 h 5450835"/>
              <a:gd name="connsiteX8984" fmla="*/ 2818296 w 10450132"/>
              <a:gd name="connsiteY8984" fmla="*/ 1962535 h 5450835"/>
              <a:gd name="connsiteX8985" fmla="*/ 2813764 w 10450132"/>
              <a:gd name="connsiteY8985" fmla="*/ 1970417 h 5450835"/>
              <a:gd name="connsiteX8986" fmla="*/ 2812976 w 10450132"/>
              <a:gd name="connsiteY8986" fmla="*/ 1970877 h 5450835"/>
              <a:gd name="connsiteX8987" fmla="*/ 2803911 w 10450132"/>
              <a:gd name="connsiteY8987" fmla="*/ 1970877 h 5450835"/>
              <a:gd name="connsiteX8988" fmla="*/ 2803123 w 10450132"/>
              <a:gd name="connsiteY8988" fmla="*/ 1970417 h 5450835"/>
              <a:gd name="connsiteX8989" fmla="*/ 2803096 w 10450132"/>
              <a:gd name="connsiteY8989" fmla="*/ 1970369 h 5450835"/>
              <a:gd name="connsiteX8990" fmla="*/ 2803063 w 10450132"/>
              <a:gd name="connsiteY8990" fmla="*/ 1970350 h 5450835"/>
              <a:gd name="connsiteX8991" fmla="*/ 2798531 w 10450132"/>
              <a:gd name="connsiteY8991" fmla="*/ 1962469 h 5450835"/>
              <a:gd name="connsiteX8992" fmla="*/ 2798531 w 10450132"/>
              <a:gd name="connsiteY8992" fmla="*/ 1961615 h 5450835"/>
              <a:gd name="connsiteX8993" fmla="*/ 2803063 w 10450132"/>
              <a:gd name="connsiteY8993" fmla="*/ 1953734 h 5450835"/>
              <a:gd name="connsiteX8994" fmla="*/ 2803853 w 10450132"/>
              <a:gd name="connsiteY8994" fmla="*/ 1953274 h 5450835"/>
              <a:gd name="connsiteX8995" fmla="*/ 2549333 w 10450132"/>
              <a:gd name="connsiteY8995" fmla="*/ 1953274 h 5450835"/>
              <a:gd name="connsiteX8996" fmla="*/ 2558398 w 10450132"/>
              <a:gd name="connsiteY8996" fmla="*/ 1953274 h 5450835"/>
              <a:gd name="connsiteX8997" fmla="*/ 2559186 w 10450132"/>
              <a:gd name="connsiteY8997" fmla="*/ 1953734 h 5450835"/>
              <a:gd name="connsiteX8998" fmla="*/ 2559214 w 10450132"/>
              <a:gd name="connsiteY8998" fmla="*/ 1953783 h 5450835"/>
              <a:gd name="connsiteX8999" fmla="*/ 2559242 w 10450132"/>
              <a:gd name="connsiteY8999" fmla="*/ 1953799 h 5450835"/>
              <a:gd name="connsiteX9000" fmla="*/ 2563775 w 10450132"/>
              <a:gd name="connsiteY9000" fmla="*/ 1961681 h 5450835"/>
              <a:gd name="connsiteX9001" fmla="*/ 2563775 w 10450132"/>
              <a:gd name="connsiteY9001" fmla="*/ 1962535 h 5450835"/>
              <a:gd name="connsiteX9002" fmla="*/ 2559242 w 10450132"/>
              <a:gd name="connsiteY9002" fmla="*/ 1970417 h 5450835"/>
              <a:gd name="connsiteX9003" fmla="*/ 2558454 w 10450132"/>
              <a:gd name="connsiteY9003" fmla="*/ 1970877 h 5450835"/>
              <a:gd name="connsiteX9004" fmla="*/ 2549390 w 10450132"/>
              <a:gd name="connsiteY9004" fmla="*/ 1970877 h 5450835"/>
              <a:gd name="connsiteX9005" fmla="*/ 2548601 w 10450132"/>
              <a:gd name="connsiteY9005" fmla="*/ 1970417 h 5450835"/>
              <a:gd name="connsiteX9006" fmla="*/ 2548572 w 10450132"/>
              <a:gd name="connsiteY9006" fmla="*/ 1970366 h 5450835"/>
              <a:gd name="connsiteX9007" fmla="*/ 2548545 w 10450132"/>
              <a:gd name="connsiteY9007" fmla="*/ 1970350 h 5450835"/>
              <a:gd name="connsiteX9008" fmla="*/ 2544013 w 10450132"/>
              <a:gd name="connsiteY9008" fmla="*/ 1962469 h 5450835"/>
              <a:gd name="connsiteX9009" fmla="*/ 2544013 w 10450132"/>
              <a:gd name="connsiteY9009" fmla="*/ 1961615 h 5450835"/>
              <a:gd name="connsiteX9010" fmla="*/ 2548545 w 10450132"/>
              <a:gd name="connsiteY9010" fmla="*/ 1953734 h 5450835"/>
              <a:gd name="connsiteX9011" fmla="*/ 2549333 w 10450132"/>
              <a:gd name="connsiteY9011" fmla="*/ 1953274 h 5450835"/>
              <a:gd name="connsiteX9012" fmla="*/ 2040667 w 10450132"/>
              <a:gd name="connsiteY9012" fmla="*/ 1953274 h 5450835"/>
              <a:gd name="connsiteX9013" fmla="*/ 2049732 w 10450132"/>
              <a:gd name="connsiteY9013" fmla="*/ 1953274 h 5450835"/>
              <a:gd name="connsiteX9014" fmla="*/ 2050521 w 10450132"/>
              <a:gd name="connsiteY9014" fmla="*/ 1953734 h 5450835"/>
              <a:gd name="connsiteX9015" fmla="*/ 2055052 w 10450132"/>
              <a:gd name="connsiteY9015" fmla="*/ 1961615 h 5450835"/>
              <a:gd name="connsiteX9016" fmla="*/ 2055052 w 10450132"/>
              <a:gd name="connsiteY9016" fmla="*/ 1962469 h 5450835"/>
              <a:gd name="connsiteX9017" fmla="*/ 2055050 w 10450132"/>
              <a:gd name="connsiteY9017" fmla="*/ 1962473 h 5450835"/>
              <a:gd name="connsiteX9018" fmla="*/ 2055050 w 10450132"/>
              <a:gd name="connsiteY9018" fmla="*/ 1962535 h 5450835"/>
              <a:gd name="connsiteX9019" fmla="*/ 2050518 w 10450132"/>
              <a:gd name="connsiteY9019" fmla="*/ 1970417 h 5450835"/>
              <a:gd name="connsiteX9020" fmla="*/ 2050513 w 10450132"/>
              <a:gd name="connsiteY9020" fmla="*/ 1970420 h 5450835"/>
              <a:gd name="connsiteX9021" fmla="*/ 2050439 w 10450132"/>
              <a:gd name="connsiteY9021" fmla="*/ 1970548 h 5450835"/>
              <a:gd name="connsiteX9022" fmla="*/ 2049651 w 10450132"/>
              <a:gd name="connsiteY9022" fmla="*/ 1971007 h 5450835"/>
              <a:gd name="connsiteX9023" fmla="*/ 2040586 w 10450132"/>
              <a:gd name="connsiteY9023" fmla="*/ 1971007 h 5450835"/>
              <a:gd name="connsiteX9024" fmla="*/ 2039798 w 10450132"/>
              <a:gd name="connsiteY9024" fmla="*/ 1970548 h 5450835"/>
              <a:gd name="connsiteX9025" fmla="*/ 2035266 w 10450132"/>
              <a:gd name="connsiteY9025" fmla="*/ 1962666 h 5450835"/>
              <a:gd name="connsiteX9026" fmla="*/ 2035266 w 10450132"/>
              <a:gd name="connsiteY9026" fmla="*/ 1961812 h 5450835"/>
              <a:gd name="connsiteX9027" fmla="*/ 2035346 w 10450132"/>
              <a:gd name="connsiteY9027" fmla="*/ 1961672 h 5450835"/>
              <a:gd name="connsiteX9028" fmla="*/ 2035346 w 10450132"/>
              <a:gd name="connsiteY9028" fmla="*/ 1961615 h 5450835"/>
              <a:gd name="connsiteX9029" fmla="*/ 2039879 w 10450132"/>
              <a:gd name="connsiteY9029" fmla="*/ 1953734 h 5450835"/>
              <a:gd name="connsiteX9030" fmla="*/ 2040667 w 10450132"/>
              <a:gd name="connsiteY9030" fmla="*/ 1953274 h 5450835"/>
              <a:gd name="connsiteX9031" fmla="*/ 1786268 w 10450132"/>
              <a:gd name="connsiteY9031" fmla="*/ 1953274 h 5450835"/>
              <a:gd name="connsiteX9032" fmla="*/ 1795332 w 10450132"/>
              <a:gd name="connsiteY9032" fmla="*/ 1953274 h 5450835"/>
              <a:gd name="connsiteX9033" fmla="*/ 1796121 w 10450132"/>
              <a:gd name="connsiteY9033" fmla="*/ 1953734 h 5450835"/>
              <a:gd name="connsiteX9034" fmla="*/ 1800651 w 10450132"/>
              <a:gd name="connsiteY9034" fmla="*/ 1961615 h 5450835"/>
              <a:gd name="connsiteX9035" fmla="*/ 1800651 w 10450132"/>
              <a:gd name="connsiteY9035" fmla="*/ 1961718 h 5450835"/>
              <a:gd name="connsiteX9036" fmla="*/ 1800706 w 10450132"/>
              <a:gd name="connsiteY9036" fmla="*/ 1961812 h 5450835"/>
              <a:gd name="connsiteX9037" fmla="*/ 1800706 w 10450132"/>
              <a:gd name="connsiteY9037" fmla="*/ 1962666 h 5450835"/>
              <a:gd name="connsiteX9038" fmla="*/ 1796174 w 10450132"/>
              <a:gd name="connsiteY9038" fmla="*/ 1970548 h 5450835"/>
              <a:gd name="connsiteX9039" fmla="*/ 1795386 w 10450132"/>
              <a:gd name="connsiteY9039" fmla="*/ 1971007 h 5450835"/>
              <a:gd name="connsiteX9040" fmla="*/ 1786322 w 10450132"/>
              <a:gd name="connsiteY9040" fmla="*/ 1971007 h 5450835"/>
              <a:gd name="connsiteX9041" fmla="*/ 1785533 w 10450132"/>
              <a:gd name="connsiteY9041" fmla="*/ 1970548 h 5450835"/>
              <a:gd name="connsiteX9042" fmla="*/ 1785474 w 10450132"/>
              <a:gd name="connsiteY9042" fmla="*/ 1970445 h 5450835"/>
              <a:gd name="connsiteX9043" fmla="*/ 1785426 w 10450132"/>
              <a:gd name="connsiteY9043" fmla="*/ 1970417 h 5450835"/>
              <a:gd name="connsiteX9044" fmla="*/ 1780895 w 10450132"/>
              <a:gd name="connsiteY9044" fmla="*/ 1962535 h 5450835"/>
              <a:gd name="connsiteX9045" fmla="*/ 1780895 w 10450132"/>
              <a:gd name="connsiteY9045" fmla="*/ 1961681 h 5450835"/>
              <a:gd name="connsiteX9046" fmla="*/ 1785426 w 10450132"/>
              <a:gd name="connsiteY9046" fmla="*/ 1953799 h 5450835"/>
              <a:gd name="connsiteX9047" fmla="*/ 1785451 w 10450132"/>
              <a:gd name="connsiteY9047" fmla="*/ 1953785 h 5450835"/>
              <a:gd name="connsiteX9048" fmla="*/ 1785480 w 10450132"/>
              <a:gd name="connsiteY9048" fmla="*/ 1953734 h 5450835"/>
              <a:gd name="connsiteX9049" fmla="*/ 1786268 w 10450132"/>
              <a:gd name="connsiteY9049" fmla="*/ 1953274 h 5450835"/>
              <a:gd name="connsiteX9050" fmla="*/ 1531744 w 10450132"/>
              <a:gd name="connsiteY9050" fmla="*/ 1953274 h 5450835"/>
              <a:gd name="connsiteX9051" fmla="*/ 1540807 w 10450132"/>
              <a:gd name="connsiteY9051" fmla="*/ 1953274 h 5450835"/>
              <a:gd name="connsiteX9052" fmla="*/ 1540920 w 10450132"/>
              <a:gd name="connsiteY9052" fmla="*/ 1953340 h 5450835"/>
              <a:gd name="connsiteX9053" fmla="*/ 1541042 w 10450132"/>
              <a:gd name="connsiteY9053" fmla="*/ 1953340 h 5450835"/>
              <a:gd name="connsiteX9054" fmla="*/ 1541831 w 10450132"/>
              <a:gd name="connsiteY9054" fmla="*/ 1953799 h 5450835"/>
              <a:gd name="connsiteX9055" fmla="*/ 1546363 w 10450132"/>
              <a:gd name="connsiteY9055" fmla="*/ 1961681 h 5450835"/>
              <a:gd name="connsiteX9056" fmla="*/ 1546363 w 10450132"/>
              <a:gd name="connsiteY9056" fmla="*/ 1962535 h 5450835"/>
              <a:gd name="connsiteX9057" fmla="*/ 1541831 w 10450132"/>
              <a:gd name="connsiteY9057" fmla="*/ 1970417 h 5450835"/>
              <a:gd name="connsiteX9058" fmla="*/ 1541042 w 10450132"/>
              <a:gd name="connsiteY9058" fmla="*/ 1970877 h 5450835"/>
              <a:gd name="connsiteX9059" fmla="*/ 1531980 w 10450132"/>
              <a:gd name="connsiteY9059" fmla="*/ 1970877 h 5450835"/>
              <a:gd name="connsiteX9060" fmla="*/ 1531865 w 10450132"/>
              <a:gd name="connsiteY9060" fmla="*/ 1970810 h 5450835"/>
              <a:gd name="connsiteX9061" fmla="*/ 1531744 w 10450132"/>
              <a:gd name="connsiteY9061" fmla="*/ 1970810 h 5450835"/>
              <a:gd name="connsiteX9062" fmla="*/ 1530956 w 10450132"/>
              <a:gd name="connsiteY9062" fmla="*/ 1970350 h 5450835"/>
              <a:gd name="connsiteX9063" fmla="*/ 1526423 w 10450132"/>
              <a:gd name="connsiteY9063" fmla="*/ 1962469 h 5450835"/>
              <a:gd name="connsiteX9064" fmla="*/ 1526423 w 10450132"/>
              <a:gd name="connsiteY9064" fmla="*/ 1961615 h 5450835"/>
              <a:gd name="connsiteX9065" fmla="*/ 1530956 w 10450132"/>
              <a:gd name="connsiteY9065" fmla="*/ 1953734 h 5450835"/>
              <a:gd name="connsiteX9066" fmla="*/ 1531744 w 10450132"/>
              <a:gd name="connsiteY9066" fmla="*/ 1953274 h 5450835"/>
              <a:gd name="connsiteX9067" fmla="*/ 1277362 w 10450132"/>
              <a:gd name="connsiteY9067" fmla="*/ 1953274 h 5450835"/>
              <a:gd name="connsiteX9068" fmla="*/ 1286427 w 10450132"/>
              <a:gd name="connsiteY9068" fmla="*/ 1953274 h 5450835"/>
              <a:gd name="connsiteX9069" fmla="*/ 1287215 w 10450132"/>
              <a:gd name="connsiteY9069" fmla="*/ 1953734 h 5450835"/>
              <a:gd name="connsiteX9070" fmla="*/ 1287224 w 10450132"/>
              <a:gd name="connsiteY9070" fmla="*/ 1953749 h 5450835"/>
              <a:gd name="connsiteX9071" fmla="*/ 1287310 w 10450132"/>
              <a:gd name="connsiteY9071" fmla="*/ 1953799 h 5450835"/>
              <a:gd name="connsiteX9072" fmla="*/ 1291842 w 10450132"/>
              <a:gd name="connsiteY9072" fmla="*/ 1961681 h 5450835"/>
              <a:gd name="connsiteX9073" fmla="*/ 1291842 w 10450132"/>
              <a:gd name="connsiteY9073" fmla="*/ 1962535 h 5450835"/>
              <a:gd name="connsiteX9074" fmla="*/ 1287310 w 10450132"/>
              <a:gd name="connsiteY9074" fmla="*/ 1970417 h 5450835"/>
              <a:gd name="connsiteX9075" fmla="*/ 1286522 w 10450132"/>
              <a:gd name="connsiteY9075" fmla="*/ 1970877 h 5450835"/>
              <a:gd name="connsiteX9076" fmla="*/ 1277458 w 10450132"/>
              <a:gd name="connsiteY9076" fmla="*/ 1970877 h 5450835"/>
              <a:gd name="connsiteX9077" fmla="*/ 1276668 w 10450132"/>
              <a:gd name="connsiteY9077" fmla="*/ 1970417 h 5450835"/>
              <a:gd name="connsiteX9078" fmla="*/ 1276658 w 10450132"/>
              <a:gd name="connsiteY9078" fmla="*/ 1970399 h 5450835"/>
              <a:gd name="connsiteX9079" fmla="*/ 1276574 w 10450132"/>
              <a:gd name="connsiteY9079" fmla="*/ 1970350 h 5450835"/>
              <a:gd name="connsiteX9080" fmla="*/ 1272042 w 10450132"/>
              <a:gd name="connsiteY9080" fmla="*/ 1962469 h 5450835"/>
              <a:gd name="connsiteX9081" fmla="*/ 1272042 w 10450132"/>
              <a:gd name="connsiteY9081" fmla="*/ 1961615 h 5450835"/>
              <a:gd name="connsiteX9082" fmla="*/ 1276574 w 10450132"/>
              <a:gd name="connsiteY9082" fmla="*/ 1953734 h 5450835"/>
              <a:gd name="connsiteX9083" fmla="*/ 1277362 w 10450132"/>
              <a:gd name="connsiteY9083" fmla="*/ 1953274 h 5450835"/>
              <a:gd name="connsiteX9084" fmla="*/ 1022983 w 10450132"/>
              <a:gd name="connsiteY9084" fmla="*/ 1953274 h 5450835"/>
              <a:gd name="connsiteX9085" fmla="*/ 1032046 w 10450132"/>
              <a:gd name="connsiteY9085" fmla="*/ 1953274 h 5450835"/>
              <a:gd name="connsiteX9086" fmla="*/ 1032834 w 10450132"/>
              <a:gd name="connsiteY9086" fmla="*/ 1953734 h 5450835"/>
              <a:gd name="connsiteX9087" fmla="*/ 1032868 w 10450132"/>
              <a:gd name="connsiteY9087" fmla="*/ 1953793 h 5450835"/>
              <a:gd name="connsiteX9088" fmla="*/ 1032879 w 10450132"/>
              <a:gd name="connsiteY9088" fmla="*/ 1953799 h 5450835"/>
              <a:gd name="connsiteX9089" fmla="*/ 1037411 w 10450132"/>
              <a:gd name="connsiteY9089" fmla="*/ 1961681 h 5450835"/>
              <a:gd name="connsiteX9090" fmla="*/ 1037411 w 10450132"/>
              <a:gd name="connsiteY9090" fmla="*/ 1962535 h 5450835"/>
              <a:gd name="connsiteX9091" fmla="*/ 1032879 w 10450132"/>
              <a:gd name="connsiteY9091" fmla="*/ 1970417 h 5450835"/>
              <a:gd name="connsiteX9092" fmla="*/ 1032091 w 10450132"/>
              <a:gd name="connsiteY9092" fmla="*/ 1970877 h 5450835"/>
              <a:gd name="connsiteX9093" fmla="*/ 1023028 w 10450132"/>
              <a:gd name="connsiteY9093" fmla="*/ 1970877 h 5450835"/>
              <a:gd name="connsiteX9094" fmla="*/ 1022239 w 10450132"/>
              <a:gd name="connsiteY9094" fmla="*/ 1970417 h 5450835"/>
              <a:gd name="connsiteX9095" fmla="*/ 1022204 w 10450132"/>
              <a:gd name="connsiteY9095" fmla="*/ 1970356 h 5450835"/>
              <a:gd name="connsiteX9096" fmla="*/ 1022194 w 10450132"/>
              <a:gd name="connsiteY9096" fmla="*/ 1970350 h 5450835"/>
              <a:gd name="connsiteX9097" fmla="*/ 1017661 w 10450132"/>
              <a:gd name="connsiteY9097" fmla="*/ 1962469 h 5450835"/>
              <a:gd name="connsiteX9098" fmla="*/ 1017661 w 10450132"/>
              <a:gd name="connsiteY9098" fmla="*/ 1961615 h 5450835"/>
              <a:gd name="connsiteX9099" fmla="*/ 1022194 w 10450132"/>
              <a:gd name="connsiteY9099" fmla="*/ 1953734 h 5450835"/>
              <a:gd name="connsiteX9100" fmla="*/ 1022983 w 10450132"/>
              <a:gd name="connsiteY9100" fmla="*/ 1953274 h 5450835"/>
              <a:gd name="connsiteX9101" fmla="*/ 768535 w 10450132"/>
              <a:gd name="connsiteY9101" fmla="*/ 1953274 h 5450835"/>
              <a:gd name="connsiteX9102" fmla="*/ 777599 w 10450132"/>
              <a:gd name="connsiteY9102" fmla="*/ 1953274 h 5450835"/>
              <a:gd name="connsiteX9103" fmla="*/ 777712 w 10450132"/>
              <a:gd name="connsiteY9103" fmla="*/ 1953340 h 5450835"/>
              <a:gd name="connsiteX9104" fmla="*/ 777774 w 10450132"/>
              <a:gd name="connsiteY9104" fmla="*/ 1953340 h 5450835"/>
              <a:gd name="connsiteX9105" fmla="*/ 778562 w 10450132"/>
              <a:gd name="connsiteY9105" fmla="*/ 1953799 h 5450835"/>
              <a:gd name="connsiteX9106" fmla="*/ 783093 w 10450132"/>
              <a:gd name="connsiteY9106" fmla="*/ 1961681 h 5450835"/>
              <a:gd name="connsiteX9107" fmla="*/ 783093 w 10450132"/>
              <a:gd name="connsiteY9107" fmla="*/ 1962535 h 5450835"/>
              <a:gd name="connsiteX9108" fmla="*/ 778562 w 10450132"/>
              <a:gd name="connsiteY9108" fmla="*/ 1970417 h 5450835"/>
              <a:gd name="connsiteX9109" fmla="*/ 777774 w 10450132"/>
              <a:gd name="connsiteY9109" fmla="*/ 1970877 h 5450835"/>
              <a:gd name="connsiteX9110" fmla="*/ 768711 w 10450132"/>
              <a:gd name="connsiteY9110" fmla="*/ 1970877 h 5450835"/>
              <a:gd name="connsiteX9111" fmla="*/ 768596 w 10450132"/>
              <a:gd name="connsiteY9111" fmla="*/ 1970810 h 5450835"/>
              <a:gd name="connsiteX9112" fmla="*/ 768535 w 10450132"/>
              <a:gd name="connsiteY9112" fmla="*/ 1970810 h 5450835"/>
              <a:gd name="connsiteX9113" fmla="*/ 767747 w 10450132"/>
              <a:gd name="connsiteY9113" fmla="*/ 1970350 h 5450835"/>
              <a:gd name="connsiteX9114" fmla="*/ 763214 w 10450132"/>
              <a:gd name="connsiteY9114" fmla="*/ 1962469 h 5450835"/>
              <a:gd name="connsiteX9115" fmla="*/ 763214 w 10450132"/>
              <a:gd name="connsiteY9115" fmla="*/ 1961615 h 5450835"/>
              <a:gd name="connsiteX9116" fmla="*/ 767747 w 10450132"/>
              <a:gd name="connsiteY9116" fmla="*/ 1953734 h 5450835"/>
              <a:gd name="connsiteX9117" fmla="*/ 768535 w 10450132"/>
              <a:gd name="connsiteY9117" fmla="*/ 1953274 h 5450835"/>
              <a:gd name="connsiteX9118" fmla="*/ 514154 w 10450132"/>
              <a:gd name="connsiteY9118" fmla="*/ 1953274 h 5450835"/>
              <a:gd name="connsiteX9119" fmla="*/ 523218 w 10450132"/>
              <a:gd name="connsiteY9119" fmla="*/ 1953274 h 5450835"/>
              <a:gd name="connsiteX9120" fmla="*/ 524006 w 10450132"/>
              <a:gd name="connsiteY9120" fmla="*/ 1953734 h 5450835"/>
              <a:gd name="connsiteX9121" fmla="*/ 524022 w 10450132"/>
              <a:gd name="connsiteY9121" fmla="*/ 1953762 h 5450835"/>
              <a:gd name="connsiteX9122" fmla="*/ 524086 w 10450132"/>
              <a:gd name="connsiteY9122" fmla="*/ 1953799 h 5450835"/>
              <a:gd name="connsiteX9123" fmla="*/ 528619 w 10450132"/>
              <a:gd name="connsiteY9123" fmla="*/ 1961681 h 5450835"/>
              <a:gd name="connsiteX9124" fmla="*/ 528619 w 10450132"/>
              <a:gd name="connsiteY9124" fmla="*/ 1962535 h 5450835"/>
              <a:gd name="connsiteX9125" fmla="*/ 524086 w 10450132"/>
              <a:gd name="connsiteY9125" fmla="*/ 1970417 h 5450835"/>
              <a:gd name="connsiteX9126" fmla="*/ 523298 w 10450132"/>
              <a:gd name="connsiteY9126" fmla="*/ 1970877 h 5450835"/>
              <a:gd name="connsiteX9127" fmla="*/ 514236 w 10450132"/>
              <a:gd name="connsiteY9127" fmla="*/ 1970877 h 5450835"/>
              <a:gd name="connsiteX9128" fmla="*/ 513447 w 10450132"/>
              <a:gd name="connsiteY9128" fmla="*/ 1970417 h 5450835"/>
              <a:gd name="connsiteX9129" fmla="*/ 513430 w 10450132"/>
              <a:gd name="connsiteY9129" fmla="*/ 1970388 h 5450835"/>
              <a:gd name="connsiteX9130" fmla="*/ 513366 w 10450132"/>
              <a:gd name="connsiteY9130" fmla="*/ 1970350 h 5450835"/>
              <a:gd name="connsiteX9131" fmla="*/ 508833 w 10450132"/>
              <a:gd name="connsiteY9131" fmla="*/ 1962469 h 5450835"/>
              <a:gd name="connsiteX9132" fmla="*/ 508833 w 10450132"/>
              <a:gd name="connsiteY9132" fmla="*/ 1961615 h 5450835"/>
              <a:gd name="connsiteX9133" fmla="*/ 513366 w 10450132"/>
              <a:gd name="connsiteY9133" fmla="*/ 1953734 h 5450835"/>
              <a:gd name="connsiteX9134" fmla="*/ 514154 w 10450132"/>
              <a:gd name="connsiteY9134" fmla="*/ 1953274 h 5450835"/>
              <a:gd name="connsiteX9135" fmla="*/ 259859 w 10450132"/>
              <a:gd name="connsiteY9135" fmla="*/ 1953274 h 5450835"/>
              <a:gd name="connsiteX9136" fmla="*/ 268923 w 10450132"/>
              <a:gd name="connsiteY9136" fmla="*/ 1953274 h 5450835"/>
              <a:gd name="connsiteX9137" fmla="*/ 269711 w 10450132"/>
              <a:gd name="connsiteY9137" fmla="*/ 1953734 h 5450835"/>
              <a:gd name="connsiteX9138" fmla="*/ 269719 w 10450132"/>
              <a:gd name="connsiteY9138" fmla="*/ 1953749 h 5450835"/>
              <a:gd name="connsiteX9139" fmla="*/ 269806 w 10450132"/>
              <a:gd name="connsiteY9139" fmla="*/ 1953799 h 5450835"/>
              <a:gd name="connsiteX9140" fmla="*/ 274338 w 10450132"/>
              <a:gd name="connsiteY9140" fmla="*/ 1961681 h 5450835"/>
              <a:gd name="connsiteX9141" fmla="*/ 274338 w 10450132"/>
              <a:gd name="connsiteY9141" fmla="*/ 1962535 h 5450835"/>
              <a:gd name="connsiteX9142" fmla="*/ 269806 w 10450132"/>
              <a:gd name="connsiteY9142" fmla="*/ 1970417 h 5450835"/>
              <a:gd name="connsiteX9143" fmla="*/ 269646 w 10450132"/>
              <a:gd name="connsiteY9143" fmla="*/ 1970511 h 5450835"/>
              <a:gd name="connsiteX9144" fmla="*/ 269624 w 10450132"/>
              <a:gd name="connsiteY9144" fmla="*/ 1970548 h 5450835"/>
              <a:gd name="connsiteX9145" fmla="*/ 268836 w 10450132"/>
              <a:gd name="connsiteY9145" fmla="*/ 1971007 h 5450835"/>
              <a:gd name="connsiteX9146" fmla="*/ 259773 w 10450132"/>
              <a:gd name="connsiteY9146" fmla="*/ 1971007 h 5450835"/>
              <a:gd name="connsiteX9147" fmla="*/ 258983 w 10450132"/>
              <a:gd name="connsiteY9147" fmla="*/ 1970548 h 5450835"/>
              <a:gd name="connsiteX9148" fmla="*/ 254451 w 10450132"/>
              <a:gd name="connsiteY9148" fmla="*/ 1962666 h 5450835"/>
              <a:gd name="connsiteX9149" fmla="*/ 254451 w 10450132"/>
              <a:gd name="connsiteY9149" fmla="*/ 1961812 h 5450835"/>
              <a:gd name="connsiteX9150" fmla="*/ 254538 w 10450132"/>
              <a:gd name="connsiteY9150" fmla="*/ 1961662 h 5450835"/>
              <a:gd name="connsiteX9151" fmla="*/ 254538 w 10450132"/>
              <a:gd name="connsiteY9151" fmla="*/ 1961615 h 5450835"/>
              <a:gd name="connsiteX9152" fmla="*/ 259070 w 10450132"/>
              <a:gd name="connsiteY9152" fmla="*/ 1953734 h 5450835"/>
              <a:gd name="connsiteX9153" fmla="*/ 259859 w 10450132"/>
              <a:gd name="connsiteY9153" fmla="*/ 1953274 h 5450835"/>
              <a:gd name="connsiteX9154" fmla="*/ 5444 w 10450132"/>
              <a:gd name="connsiteY9154" fmla="*/ 1953274 h 5450835"/>
              <a:gd name="connsiteX9155" fmla="*/ 14508 w 10450132"/>
              <a:gd name="connsiteY9155" fmla="*/ 1953274 h 5450835"/>
              <a:gd name="connsiteX9156" fmla="*/ 15296 w 10450132"/>
              <a:gd name="connsiteY9156" fmla="*/ 1953734 h 5450835"/>
              <a:gd name="connsiteX9157" fmla="*/ 15303 w 10450132"/>
              <a:gd name="connsiteY9157" fmla="*/ 1953746 h 5450835"/>
              <a:gd name="connsiteX9158" fmla="*/ 15394 w 10450132"/>
              <a:gd name="connsiteY9158" fmla="*/ 1953799 h 5450835"/>
              <a:gd name="connsiteX9159" fmla="*/ 19926 w 10450132"/>
              <a:gd name="connsiteY9159" fmla="*/ 1961681 h 5450835"/>
              <a:gd name="connsiteX9160" fmla="*/ 19926 w 10450132"/>
              <a:gd name="connsiteY9160" fmla="*/ 1962535 h 5450835"/>
              <a:gd name="connsiteX9161" fmla="*/ 15394 w 10450132"/>
              <a:gd name="connsiteY9161" fmla="*/ 1970417 h 5450835"/>
              <a:gd name="connsiteX9162" fmla="*/ 15262 w 10450132"/>
              <a:gd name="connsiteY9162" fmla="*/ 1970494 h 5450835"/>
              <a:gd name="connsiteX9163" fmla="*/ 15231 w 10450132"/>
              <a:gd name="connsiteY9163" fmla="*/ 1970548 h 5450835"/>
              <a:gd name="connsiteX9164" fmla="*/ 14443 w 10450132"/>
              <a:gd name="connsiteY9164" fmla="*/ 1971007 h 5450835"/>
              <a:gd name="connsiteX9165" fmla="*/ 5380 w 10450132"/>
              <a:gd name="connsiteY9165" fmla="*/ 1971007 h 5450835"/>
              <a:gd name="connsiteX9166" fmla="*/ 4592 w 10450132"/>
              <a:gd name="connsiteY9166" fmla="*/ 1970548 h 5450835"/>
              <a:gd name="connsiteX9167" fmla="*/ 59 w 10450132"/>
              <a:gd name="connsiteY9167" fmla="*/ 1962666 h 5450835"/>
              <a:gd name="connsiteX9168" fmla="*/ 59 w 10450132"/>
              <a:gd name="connsiteY9168" fmla="*/ 1961812 h 5450835"/>
              <a:gd name="connsiteX9169" fmla="*/ 123 w 10450132"/>
              <a:gd name="connsiteY9169" fmla="*/ 1961699 h 5450835"/>
              <a:gd name="connsiteX9170" fmla="*/ 123 w 10450132"/>
              <a:gd name="connsiteY9170" fmla="*/ 1961615 h 5450835"/>
              <a:gd name="connsiteX9171" fmla="*/ 4655 w 10450132"/>
              <a:gd name="connsiteY9171" fmla="*/ 1953734 h 5450835"/>
              <a:gd name="connsiteX9172" fmla="*/ 5444 w 10450132"/>
              <a:gd name="connsiteY9172" fmla="*/ 1953274 h 5450835"/>
              <a:gd name="connsiteX9173" fmla="*/ 10181242 w 10450132"/>
              <a:gd name="connsiteY9173" fmla="*/ 1736398 h 5450835"/>
              <a:gd name="connsiteX9174" fmla="*/ 10190305 w 10450132"/>
              <a:gd name="connsiteY9174" fmla="*/ 1736398 h 5450835"/>
              <a:gd name="connsiteX9175" fmla="*/ 10191093 w 10450132"/>
              <a:gd name="connsiteY9175" fmla="*/ 1736856 h 5450835"/>
              <a:gd name="connsiteX9176" fmla="*/ 10195626 w 10450132"/>
              <a:gd name="connsiteY9176" fmla="*/ 1744739 h 5450835"/>
              <a:gd name="connsiteX9177" fmla="*/ 10195626 w 10450132"/>
              <a:gd name="connsiteY9177" fmla="*/ 1745593 h 5450835"/>
              <a:gd name="connsiteX9178" fmla="*/ 10191093 w 10450132"/>
              <a:gd name="connsiteY9178" fmla="*/ 1753475 h 5450835"/>
              <a:gd name="connsiteX9179" fmla="*/ 10190305 w 10450132"/>
              <a:gd name="connsiteY9179" fmla="*/ 1753934 h 5450835"/>
              <a:gd name="connsiteX9180" fmla="*/ 10181242 w 10450132"/>
              <a:gd name="connsiteY9180" fmla="*/ 1753934 h 5450835"/>
              <a:gd name="connsiteX9181" fmla="*/ 10180453 w 10450132"/>
              <a:gd name="connsiteY9181" fmla="*/ 1753475 h 5450835"/>
              <a:gd name="connsiteX9182" fmla="*/ 10175922 w 10450132"/>
              <a:gd name="connsiteY9182" fmla="*/ 1745593 h 5450835"/>
              <a:gd name="connsiteX9183" fmla="*/ 10175922 w 10450132"/>
              <a:gd name="connsiteY9183" fmla="*/ 1744739 h 5450835"/>
              <a:gd name="connsiteX9184" fmla="*/ 10180453 w 10450132"/>
              <a:gd name="connsiteY9184" fmla="*/ 1736856 h 5450835"/>
              <a:gd name="connsiteX9185" fmla="*/ 10181242 w 10450132"/>
              <a:gd name="connsiteY9185" fmla="*/ 1736398 h 5450835"/>
              <a:gd name="connsiteX9186" fmla="*/ 4584538 w 10450132"/>
              <a:gd name="connsiteY9186" fmla="*/ 1736392 h 5450835"/>
              <a:gd name="connsiteX9187" fmla="*/ 4593603 w 10450132"/>
              <a:gd name="connsiteY9187" fmla="*/ 1736392 h 5450835"/>
              <a:gd name="connsiteX9188" fmla="*/ 4594390 w 10450132"/>
              <a:gd name="connsiteY9188" fmla="*/ 1736852 h 5450835"/>
              <a:gd name="connsiteX9189" fmla="*/ 4598922 w 10450132"/>
              <a:gd name="connsiteY9189" fmla="*/ 1744733 h 5450835"/>
              <a:gd name="connsiteX9190" fmla="*/ 4598922 w 10450132"/>
              <a:gd name="connsiteY9190" fmla="*/ 1745588 h 5450835"/>
              <a:gd name="connsiteX9191" fmla="*/ 4594390 w 10450132"/>
              <a:gd name="connsiteY9191" fmla="*/ 1753471 h 5450835"/>
              <a:gd name="connsiteX9192" fmla="*/ 4593603 w 10450132"/>
              <a:gd name="connsiteY9192" fmla="*/ 1753928 h 5450835"/>
              <a:gd name="connsiteX9193" fmla="*/ 4584538 w 10450132"/>
              <a:gd name="connsiteY9193" fmla="*/ 1753928 h 5450835"/>
              <a:gd name="connsiteX9194" fmla="*/ 4583749 w 10450132"/>
              <a:gd name="connsiteY9194" fmla="*/ 1753471 h 5450835"/>
              <a:gd name="connsiteX9195" fmla="*/ 4579218 w 10450132"/>
              <a:gd name="connsiteY9195" fmla="*/ 1745588 h 5450835"/>
              <a:gd name="connsiteX9196" fmla="*/ 4579218 w 10450132"/>
              <a:gd name="connsiteY9196" fmla="*/ 1744733 h 5450835"/>
              <a:gd name="connsiteX9197" fmla="*/ 4583749 w 10450132"/>
              <a:gd name="connsiteY9197" fmla="*/ 1736852 h 5450835"/>
              <a:gd name="connsiteX9198" fmla="*/ 4584538 w 10450132"/>
              <a:gd name="connsiteY9198" fmla="*/ 1736392 h 5450835"/>
              <a:gd name="connsiteX9199" fmla="*/ 3821624 w 10450132"/>
              <a:gd name="connsiteY9199" fmla="*/ 1736390 h 5450835"/>
              <a:gd name="connsiteX9200" fmla="*/ 3830689 w 10450132"/>
              <a:gd name="connsiteY9200" fmla="*/ 1736390 h 5450835"/>
              <a:gd name="connsiteX9201" fmla="*/ 3831475 w 10450132"/>
              <a:gd name="connsiteY9201" fmla="*/ 1736851 h 5450835"/>
              <a:gd name="connsiteX9202" fmla="*/ 3836011 w 10450132"/>
              <a:gd name="connsiteY9202" fmla="*/ 1744732 h 5450835"/>
              <a:gd name="connsiteX9203" fmla="*/ 3836011 w 10450132"/>
              <a:gd name="connsiteY9203" fmla="*/ 1745586 h 5450835"/>
              <a:gd name="connsiteX9204" fmla="*/ 3831475 w 10450132"/>
              <a:gd name="connsiteY9204" fmla="*/ 1753470 h 5450835"/>
              <a:gd name="connsiteX9205" fmla="*/ 3830689 w 10450132"/>
              <a:gd name="connsiteY9205" fmla="*/ 1753928 h 5450835"/>
              <a:gd name="connsiteX9206" fmla="*/ 3821624 w 10450132"/>
              <a:gd name="connsiteY9206" fmla="*/ 1753928 h 5450835"/>
              <a:gd name="connsiteX9207" fmla="*/ 3820835 w 10450132"/>
              <a:gd name="connsiteY9207" fmla="*/ 1753470 h 5450835"/>
              <a:gd name="connsiteX9208" fmla="*/ 3816303 w 10450132"/>
              <a:gd name="connsiteY9208" fmla="*/ 1745586 h 5450835"/>
              <a:gd name="connsiteX9209" fmla="*/ 3816303 w 10450132"/>
              <a:gd name="connsiteY9209" fmla="*/ 1744732 h 5450835"/>
              <a:gd name="connsiteX9210" fmla="*/ 3820835 w 10450132"/>
              <a:gd name="connsiteY9210" fmla="*/ 1736851 h 5450835"/>
              <a:gd name="connsiteX9211" fmla="*/ 3821624 w 10450132"/>
              <a:gd name="connsiteY9211" fmla="*/ 1736390 h 5450835"/>
              <a:gd name="connsiteX9212" fmla="*/ 8909274 w 10450132"/>
              <a:gd name="connsiteY9212" fmla="*/ 1736382 h 5450835"/>
              <a:gd name="connsiteX9213" fmla="*/ 8918336 w 10450132"/>
              <a:gd name="connsiteY9213" fmla="*/ 1736382 h 5450835"/>
              <a:gd name="connsiteX9214" fmla="*/ 8919125 w 10450132"/>
              <a:gd name="connsiteY9214" fmla="*/ 1736842 h 5450835"/>
              <a:gd name="connsiteX9215" fmla="*/ 8923657 w 10450132"/>
              <a:gd name="connsiteY9215" fmla="*/ 1744722 h 5450835"/>
              <a:gd name="connsiteX9216" fmla="*/ 8923657 w 10450132"/>
              <a:gd name="connsiteY9216" fmla="*/ 1745577 h 5450835"/>
              <a:gd name="connsiteX9217" fmla="*/ 8919125 w 10450132"/>
              <a:gd name="connsiteY9217" fmla="*/ 1753460 h 5450835"/>
              <a:gd name="connsiteX9218" fmla="*/ 8918336 w 10450132"/>
              <a:gd name="connsiteY9218" fmla="*/ 1753918 h 5450835"/>
              <a:gd name="connsiteX9219" fmla="*/ 8909274 w 10450132"/>
              <a:gd name="connsiteY9219" fmla="*/ 1753918 h 5450835"/>
              <a:gd name="connsiteX9220" fmla="*/ 8908484 w 10450132"/>
              <a:gd name="connsiteY9220" fmla="*/ 1753460 h 5450835"/>
              <a:gd name="connsiteX9221" fmla="*/ 8903953 w 10450132"/>
              <a:gd name="connsiteY9221" fmla="*/ 1745577 h 5450835"/>
              <a:gd name="connsiteX9222" fmla="*/ 8903953 w 10450132"/>
              <a:gd name="connsiteY9222" fmla="*/ 1744722 h 5450835"/>
              <a:gd name="connsiteX9223" fmla="*/ 8908484 w 10450132"/>
              <a:gd name="connsiteY9223" fmla="*/ 1736842 h 5450835"/>
              <a:gd name="connsiteX9224" fmla="*/ 8909274 w 10450132"/>
              <a:gd name="connsiteY9224" fmla="*/ 1736382 h 5450835"/>
              <a:gd name="connsiteX9225" fmla="*/ 6619714 w 10450132"/>
              <a:gd name="connsiteY9225" fmla="*/ 1736382 h 5450835"/>
              <a:gd name="connsiteX9226" fmla="*/ 6628778 w 10450132"/>
              <a:gd name="connsiteY9226" fmla="*/ 1736382 h 5450835"/>
              <a:gd name="connsiteX9227" fmla="*/ 6629566 w 10450132"/>
              <a:gd name="connsiteY9227" fmla="*/ 1736843 h 5450835"/>
              <a:gd name="connsiteX9228" fmla="*/ 6634099 w 10450132"/>
              <a:gd name="connsiteY9228" fmla="*/ 1744725 h 5450835"/>
              <a:gd name="connsiteX9229" fmla="*/ 6634099 w 10450132"/>
              <a:gd name="connsiteY9229" fmla="*/ 1745578 h 5450835"/>
              <a:gd name="connsiteX9230" fmla="*/ 6629566 w 10450132"/>
              <a:gd name="connsiteY9230" fmla="*/ 1753461 h 5450835"/>
              <a:gd name="connsiteX9231" fmla="*/ 6628778 w 10450132"/>
              <a:gd name="connsiteY9231" fmla="*/ 1753919 h 5450835"/>
              <a:gd name="connsiteX9232" fmla="*/ 6619714 w 10450132"/>
              <a:gd name="connsiteY9232" fmla="*/ 1753919 h 5450835"/>
              <a:gd name="connsiteX9233" fmla="*/ 6618926 w 10450132"/>
              <a:gd name="connsiteY9233" fmla="*/ 1753461 h 5450835"/>
              <a:gd name="connsiteX9234" fmla="*/ 6614394 w 10450132"/>
              <a:gd name="connsiteY9234" fmla="*/ 1745578 h 5450835"/>
              <a:gd name="connsiteX9235" fmla="*/ 6614394 w 10450132"/>
              <a:gd name="connsiteY9235" fmla="*/ 1744725 h 5450835"/>
              <a:gd name="connsiteX9236" fmla="*/ 6618926 w 10450132"/>
              <a:gd name="connsiteY9236" fmla="*/ 1736843 h 5450835"/>
              <a:gd name="connsiteX9237" fmla="*/ 6619714 w 10450132"/>
              <a:gd name="connsiteY9237" fmla="*/ 1736382 h 5450835"/>
              <a:gd name="connsiteX9238" fmla="*/ 5856508 w 10450132"/>
              <a:gd name="connsiteY9238" fmla="*/ 1736371 h 5450835"/>
              <a:gd name="connsiteX9239" fmla="*/ 5865571 w 10450132"/>
              <a:gd name="connsiteY9239" fmla="*/ 1736371 h 5450835"/>
              <a:gd name="connsiteX9240" fmla="*/ 5866359 w 10450132"/>
              <a:gd name="connsiteY9240" fmla="*/ 1736830 h 5450835"/>
              <a:gd name="connsiteX9241" fmla="*/ 5870891 w 10450132"/>
              <a:gd name="connsiteY9241" fmla="*/ 1744713 h 5450835"/>
              <a:gd name="connsiteX9242" fmla="*/ 5870891 w 10450132"/>
              <a:gd name="connsiteY9242" fmla="*/ 1745566 h 5450835"/>
              <a:gd name="connsiteX9243" fmla="*/ 5866359 w 10450132"/>
              <a:gd name="connsiteY9243" fmla="*/ 1753450 h 5450835"/>
              <a:gd name="connsiteX9244" fmla="*/ 5865571 w 10450132"/>
              <a:gd name="connsiteY9244" fmla="*/ 1753908 h 5450835"/>
              <a:gd name="connsiteX9245" fmla="*/ 5856508 w 10450132"/>
              <a:gd name="connsiteY9245" fmla="*/ 1753908 h 5450835"/>
              <a:gd name="connsiteX9246" fmla="*/ 5855720 w 10450132"/>
              <a:gd name="connsiteY9246" fmla="*/ 1753450 h 5450835"/>
              <a:gd name="connsiteX9247" fmla="*/ 5851187 w 10450132"/>
              <a:gd name="connsiteY9247" fmla="*/ 1745566 h 5450835"/>
              <a:gd name="connsiteX9248" fmla="*/ 5851187 w 10450132"/>
              <a:gd name="connsiteY9248" fmla="*/ 1744713 h 5450835"/>
              <a:gd name="connsiteX9249" fmla="*/ 5855720 w 10450132"/>
              <a:gd name="connsiteY9249" fmla="*/ 1736830 h 5450835"/>
              <a:gd name="connsiteX9250" fmla="*/ 5856508 w 10450132"/>
              <a:gd name="connsiteY9250" fmla="*/ 1736371 h 5450835"/>
              <a:gd name="connsiteX9251" fmla="*/ 6110888 w 10450132"/>
              <a:gd name="connsiteY9251" fmla="*/ 1736362 h 5450835"/>
              <a:gd name="connsiteX9252" fmla="*/ 6119953 w 10450132"/>
              <a:gd name="connsiteY9252" fmla="*/ 1736362 h 5450835"/>
              <a:gd name="connsiteX9253" fmla="*/ 6120740 w 10450132"/>
              <a:gd name="connsiteY9253" fmla="*/ 1736822 h 5450835"/>
              <a:gd name="connsiteX9254" fmla="*/ 6125272 w 10450132"/>
              <a:gd name="connsiteY9254" fmla="*/ 1744703 h 5450835"/>
              <a:gd name="connsiteX9255" fmla="*/ 6125272 w 10450132"/>
              <a:gd name="connsiteY9255" fmla="*/ 1745558 h 5450835"/>
              <a:gd name="connsiteX9256" fmla="*/ 6120740 w 10450132"/>
              <a:gd name="connsiteY9256" fmla="*/ 1753440 h 5450835"/>
              <a:gd name="connsiteX9257" fmla="*/ 6119953 w 10450132"/>
              <a:gd name="connsiteY9257" fmla="*/ 1753898 h 5450835"/>
              <a:gd name="connsiteX9258" fmla="*/ 6110888 w 10450132"/>
              <a:gd name="connsiteY9258" fmla="*/ 1753898 h 5450835"/>
              <a:gd name="connsiteX9259" fmla="*/ 6110101 w 10450132"/>
              <a:gd name="connsiteY9259" fmla="*/ 1753440 h 5450835"/>
              <a:gd name="connsiteX9260" fmla="*/ 6105567 w 10450132"/>
              <a:gd name="connsiteY9260" fmla="*/ 1745558 h 5450835"/>
              <a:gd name="connsiteX9261" fmla="*/ 6105567 w 10450132"/>
              <a:gd name="connsiteY9261" fmla="*/ 1744703 h 5450835"/>
              <a:gd name="connsiteX9262" fmla="*/ 6110101 w 10450132"/>
              <a:gd name="connsiteY9262" fmla="*/ 1736822 h 5450835"/>
              <a:gd name="connsiteX9263" fmla="*/ 6110888 w 10450132"/>
              <a:gd name="connsiteY9263" fmla="*/ 1736362 h 5450835"/>
              <a:gd name="connsiteX9264" fmla="*/ 4075937 w 10450132"/>
              <a:gd name="connsiteY9264" fmla="*/ 1736357 h 5450835"/>
              <a:gd name="connsiteX9265" fmla="*/ 4085001 w 10450132"/>
              <a:gd name="connsiteY9265" fmla="*/ 1736357 h 5450835"/>
              <a:gd name="connsiteX9266" fmla="*/ 4085791 w 10450132"/>
              <a:gd name="connsiteY9266" fmla="*/ 1736816 h 5450835"/>
              <a:gd name="connsiteX9267" fmla="*/ 4090321 w 10450132"/>
              <a:gd name="connsiteY9267" fmla="*/ 1744698 h 5450835"/>
              <a:gd name="connsiteX9268" fmla="*/ 4090321 w 10450132"/>
              <a:gd name="connsiteY9268" fmla="*/ 1745553 h 5450835"/>
              <a:gd name="connsiteX9269" fmla="*/ 4085791 w 10450132"/>
              <a:gd name="connsiteY9269" fmla="*/ 1753435 h 5450835"/>
              <a:gd name="connsiteX9270" fmla="*/ 4085001 w 10450132"/>
              <a:gd name="connsiteY9270" fmla="*/ 1753893 h 5450835"/>
              <a:gd name="connsiteX9271" fmla="*/ 4075937 w 10450132"/>
              <a:gd name="connsiteY9271" fmla="*/ 1753893 h 5450835"/>
              <a:gd name="connsiteX9272" fmla="*/ 4075151 w 10450132"/>
              <a:gd name="connsiteY9272" fmla="*/ 1753435 h 5450835"/>
              <a:gd name="connsiteX9273" fmla="*/ 4070616 w 10450132"/>
              <a:gd name="connsiteY9273" fmla="*/ 1745553 h 5450835"/>
              <a:gd name="connsiteX9274" fmla="*/ 4070616 w 10450132"/>
              <a:gd name="connsiteY9274" fmla="*/ 1744698 h 5450835"/>
              <a:gd name="connsiteX9275" fmla="*/ 4075151 w 10450132"/>
              <a:gd name="connsiteY9275" fmla="*/ 1736816 h 5450835"/>
              <a:gd name="connsiteX9276" fmla="*/ 4075937 w 10450132"/>
              <a:gd name="connsiteY9276" fmla="*/ 1736357 h 5450835"/>
              <a:gd name="connsiteX9277" fmla="*/ 8654892 w 10450132"/>
              <a:gd name="connsiteY9277" fmla="*/ 1736352 h 5450835"/>
              <a:gd name="connsiteX9278" fmla="*/ 8663955 w 10450132"/>
              <a:gd name="connsiteY9278" fmla="*/ 1736352 h 5450835"/>
              <a:gd name="connsiteX9279" fmla="*/ 8664744 w 10450132"/>
              <a:gd name="connsiteY9279" fmla="*/ 1736813 h 5450835"/>
              <a:gd name="connsiteX9280" fmla="*/ 8669277 w 10450132"/>
              <a:gd name="connsiteY9280" fmla="*/ 1744693 h 5450835"/>
              <a:gd name="connsiteX9281" fmla="*/ 8669277 w 10450132"/>
              <a:gd name="connsiteY9281" fmla="*/ 1745547 h 5450835"/>
              <a:gd name="connsiteX9282" fmla="*/ 8664744 w 10450132"/>
              <a:gd name="connsiteY9282" fmla="*/ 1753430 h 5450835"/>
              <a:gd name="connsiteX9283" fmla="*/ 8663955 w 10450132"/>
              <a:gd name="connsiteY9283" fmla="*/ 1753888 h 5450835"/>
              <a:gd name="connsiteX9284" fmla="*/ 8654892 w 10450132"/>
              <a:gd name="connsiteY9284" fmla="*/ 1753888 h 5450835"/>
              <a:gd name="connsiteX9285" fmla="*/ 8654104 w 10450132"/>
              <a:gd name="connsiteY9285" fmla="*/ 1753430 h 5450835"/>
              <a:gd name="connsiteX9286" fmla="*/ 8649572 w 10450132"/>
              <a:gd name="connsiteY9286" fmla="*/ 1745547 h 5450835"/>
              <a:gd name="connsiteX9287" fmla="*/ 8649572 w 10450132"/>
              <a:gd name="connsiteY9287" fmla="*/ 1744693 h 5450835"/>
              <a:gd name="connsiteX9288" fmla="*/ 8654104 w 10450132"/>
              <a:gd name="connsiteY9288" fmla="*/ 1736813 h 5450835"/>
              <a:gd name="connsiteX9289" fmla="*/ 8654892 w 10450132"/>
              <a:gd name="connsiteY9289" fmla="*/ 1736352 h 5450835"/>
              <a:gd name="connsiteX9290" fmla="*/ 10435622 w 10450132"/>
              <a:gd name="connsiteY9290" fmla="*/ 1736349 h 5450835"/>
              <a:gd name="connsiteX9291" fmla="*/ 10444686 w 10450132"/>
              <a:gd name="connsiteY9291" fmla="*/ 1736349 h 5450835"/>
              <a:gd name="connsiteX9292" fmla="*/ 10445474 w 10450132"/>
              <a:gd name="connsiteY9292" fmla="*/ 1736808 h 5450835"/>
              <a:gd name="connsiteX9293" fmla="*/ 10450007 w 10450132"/>
              <a:gd name="connsiteY9293" fmla="*/ 1744690 h 5450835"/>
              <a:gd name="connsiteX9294" fmla="*/ 10450007 w 10450132"/>
              <a:gd name="connsiteY9294" fmla="*/ 1745543 h 5450835"/>
              <a:gd name="connsiteX9295" fmla="*/ 10445474 w 10450132"/>
              <a:gd name="connsiteY9295" fmla="*/ 1753426 h 5450835"/>
              <a:gd name="connsiteX9296" fmla="*/ 10444686 w 10450132"/>
              <a:gd name="connsiteY9296" fmla="*/ 1753884 h 5450835"/>
              <a:gd name="connsiteX9297" fmla="*/ 10435622 w 10450132"/>
              <a:gd name="connsiteY9297" fmla="*/ 1753884 h 5450835"/>
              <a:gd name="connsiteX9298" fmla="*/ 10434834 w 10450132"/>
              <a:gd name="connsiteY9298" fmla="*/ 1753426 h 5450835"/>
              <a:gd name="connsiteX9299" fmla="*/ 10430302 w 10450132"/>
              <a:gd name="connsiteY9299" fmla="*/ 1745543 h 5450835"/>
              <a:gd name="connsiteX9300" fmla="*/ 10430302 w 10450132"/>
              <a:gd name="connsiteY9300" fmla="*/ 1744690 h 5450835"/>
              <a:gd name="connsiteX9301" fmla="*/ 10434834 w 10450132"/>
              <a:gd name="connsiteY9301" fmla="*/ 1736808 h 5450835"/>
              <a:gd name="connsiteX9302" fmla="*/ 10435622 w 10450132"/>
              <a:gd name="connsiteY9302" fmla="*/ 1736349 h 5450835"/>
              <a:gd name="connsiteX9303" fmla="*/ 9418035 w 10450132"/>
              <a:gd name="connsiteY9303" fmla="*/ 1736349 h 5450835"/>
              <a:gd name="connsiteX9304" fmla="*/ 9427099 w 10450132"/>
              <a:gd name="connsiteY9304" fmla="*/ 1736349 h 5450835"/>
              <a:gd name="connsiteX9305" fmla="*/ 9427887 w 10450132"/>
              <a:gd name="connsiteY9305" fmla="*/ 1736808 h 5450835"/>
              <a:gd name="connsiteX9306" fmla="*/ 9432419 w 10450132"/>
              <a:gd name="connsiteY9306" fmla="*/ 1744691 h 5450835"/>
              <a:gd name="connsiteX9307" fmla="*/ 9432419 w 10450132"/>
              <a:gd name="connsiteY9307" fmla="*/ 1745543 h 5450835"/>
              <a:gd name="connsiteX9308" fmla="*/ 9427887 w 10450132"/>
              <a:gd name="connsiteY9308" fmla="*/ 1753427 h 5450835"/>
              <a:gd name="connsiteX9309" fmla="*/ 9427099 w 10450132"/>
              <a:gd name="connsiteY9309" fmla="*/ 1753886 h 5450835"/>
              <a:gd name="connsiteX9310" fmla="*/ 9418035 w 10450132"/>
              <a:gd name="connsiteY9310" fmla="*/ 1753886 h 5450835"/>
              <a:gd name="connsiteX9311" fmla="*/ 9417247 w 10450132"/>
              <a:gd name="connsiteY9311" fmla="*/ 1753427 h 5450835"/>
              <a:gd name="connsiteX9312" fmla="*/ 9412714 w 10450132"/>
              <a:gd name="connsiteY9312" fmla="*/ 1745543 h 5450835"/>
              <a:gd name="connsiteX9313" fmla="*/ 9412714 w 10450132"/>
              <a:gd name="connsiteY9313" fmla="*/ 1744691 h 5450835"/>
              <a:gd name="connsiteX9314" fmla="*/ 9417247 w 10450132"/>
              <a:gd name="connsiteY9314" fmla="*/ 1736808 h 5450835"/>
              <a:gd name="connsiteX9315" fmla="*/ 9418035 w 10450132"/>
              <a:gd name="connsiteY9315" fmla="*/ 1736349 h 5450835"/>
              <a:gd name="connsiteX9316" fmla="*/ 4330157 w 10450132"/>
              <a:gd name="connsiteY9316" fmla="*/ 1736346 h 5450835"/>
              <a:gd name="connsiteX9317" fmla="*/ 4339222 w 10450132"/>
              <a:gd name="connsiteY9317" fmla="*/ 1736346 h 5450835"/>
              <a:gd name="connsiteX9318" fmla="*/ 4340010 w 10450132"/>
              <a:gd name="connsiteY9318" fmla="*/ 1736805 h 5450835"/>
              <a:gd name="connsiteX9319" fmla="*/ 4344540 w 10450132"/>
              <a:gd name="connsiteY9319" fmla="*/ 1744688 h 5450835"/>
              <a:gd name="connsiteX9320" fmla="*/ 4344540 w 10450132"/>
              <a:gd name="connsiteY9320" fmla="*/ 1745541 h 5450835"/>
              <a:gd name="connsiteX9321" fmla="*/ 4340010 w 10450132"/>
              <a:gd name="connsiteY9321" fmla="*/ 1753424 h 5450835"/>
              <a:gd name="connsiteX9322" fmla="*/ 4339222 w 10450132"/>
              <a:gd name="connsiteY9322" fmla="*/ 1753882 h 5450835"/>
              <a:gd name="connsiteX9323" fmla="*/ 4330157 w 10450132"/>
              <a:gd name="connsiteY9323" fmla="*/ 1753882 h 5450835"/>
              <a:gd name="connsiteX9324" fmla="*/ 4329369 w 10450132"/>
              <a:gd name="connsiteY9324" fmla="*/ 1753424 h 5450835"/>
              <a:gd name="connsiteX9325" fmla="*/ 4324836 w 10450132"/>
              <a:gd name="connsiteY9325" fmla="*/ 1745541 h 5450835"/>
              <a:gd name="connsiteX9326" fmla="*/ 4324836 w 10450132"/>
              <a:gd name="connsiteY9326" fmla="*/ 1744688 h 5450835"/>
              <a:gd name="connsiteX9327" fmla="*/ 4329369 w 10450132"/>
              <a:gd name="connsiteY9327" fmla="*/ 1736805 h 5450835"/>
              <a:gd name="connsiteX9328" fmla="*/ 4330157 w 10450132"/>
              <a:gd name="connsiteY9328" fmla="*/ 1736346 h 5450835"/>
              <a:gd name="connsiteX9329" fmla="*/ 9672481 w 10450132"/>
              <a:gd name="connsiteY9329" fmla="*/ 1736342 h 5450835"/>
              <a:gd name="connsiteX9330" fmla="*/ 9681545 w 10450132"/>
              <a:gd name="connsiteY9330" fmla="*/ 1736342 h 5450835"/>
              <a:gd name="connsiteX9331" fmla="*/ 9682333 w 10450132"/>
              <a:gd name="connsiteY9331" fmla="*/ 1736801 h 5450835"/>
              <a:gd name="connsiteX9332" fmla="*/ 9686865 w 10450132"/>
              <a:gd name="connsiteY9332" fmla="*/ 1744682 h 5450835"/>
              <a:gd name="connsiteX9333" fmla="*/ 9686865 w 10450132"/>
              <a:gd name="connsiteY9333" fmla="*/ 1745537 h 5450835"/>
              <a:gd name="connsiteX9334" fmla="*/ 9682333 w 10450132"/>
              <a:gd name="connsiteY9334" fmla="*/ 1753419 h 5450835"/>
              <a:gd name="connsiteX9335" fmla="*/ 9681545 w 10450132"/>
              <a:gd name="connsiteY9335" fmla="*/ 1753878 h 5450835"/>
              <a:gd name="connsiteX9336" fmla="*/ 9672481 w 10450132"/>
              <a:gd name="connsiteY9336" fmla="*/ 1753878 h 5450835"/>
              <a:gd name="connsiteX9337" fmla="*/ 9671693 w 10450132"/>
              <a:gd name="connsiteY9337" fmla="*/ 1753419 h 5450835"/>
              <a:gd name="connsiteX9338" fmla="*/ 9667160 w 10450132"/>
              <a:gd name="connsiteY9338" fmla="*/ 1745537 h 5450835"/>
              <a:gd name="connsiteX9339" fmla="*/ 9667160 w 10450132"/>
              <a:gd name="connsiteY9339" fmla="*/ 1744682 h 5450835"/>
              <a:gd name="connsiteX9340" fmla="*/ 9671693 w 10450132"/>
              <a:gd name="connsiteY9340" fmla="*/ 1736801 h 5450835"/>
              <a:gd name="connsiteX9341" fmla="*/ 9672481 w 10450132"/>
              <a:gd name="connsiteY9341" fmla="*/ 1736342 h 5450835"/>
              <a:gd name="connsiteX9342" fmla="*/ 5347746 w 10450132"/>
              <a:gd name="connsiteY9342" fmla="*/ 1736339 h 5450835"/>
              <a:gd name="connsiteX9343" fmla="*/ 5356810 w 10450132"/>
              <a:gd name="connsiteY9343" fmla="*/ 1736339 h 5450835"/>
              <a:gd name="connsiteX9344" fmla="*/ 5357598 w 10450132"/>
              <a:gd name="connsiteY9344" fmla="*/ 1736798 h 5450835"/>
              <a:gd name="connsiteX9345" fmla="*/ 5362130 w 10450132"/>
              <a:gd name="connsiteY9345" fmla="*/ 1744680 h 5450835"/>
              <a:gd name="connsiteX9346" fmla="*/ 5362130 w 10450132"/>
              <a:gd name="connsiteY9346" fmla="*/ 1745533 h 5450835"/>
              <a:gd name="connsiteX9347" fmla="*/ 5357598 w 10450132"/>
              <a:gd name="connsiteY9347" fmla="*/ 1753416 h 5450835"/>
              <a:gd name="connsiteX9348" fmla="*/ 5356810 w 10450132"/>
              <a:gd name="connsiteY9348" fmla="*/ 1753875 h 5450835"/>
              <a:gd name="connsiteX9349" fmla="*/ 5347746 w 10450132"/>
              <a:gd name="connsiteY9349" fmla="*/ 1753875 h 5450835"/>
              <a:gd name="connsiteX9350" fmla="*/ 5346958 w 10450132"/>
              <a:gd name="connsiteY9350" fmla="*/ 1753416 h 5450835"/>
              <a:gd name="connsiteX9351" fmla="*/ 5342425 w 10450132"/>
              <a:gd name="connsiteY9351" fmla="*/ 1745533 h 5450835"/>
              <a:gd name="connsiteX9352" fmla="*/ 5342425 w 10450132"/>
              <a:gd name="connsiteY9352" fmla="*/ 1744680 h 5450835"/>
              <a:gd name="connsiteX9353" fmla="*/ 5346958 w 10450132"/>
              <a:gd name="connsiteY9353" fmla="*/ 1736798 h 5450835"/>
              <a:gd name="connsiteX9354" fmla="*/ 5347746 w 10450132"/>
              <a:gd name="connsiteY9354" fmla="*/ 1736339 h 5450835"/>
              <a:gd name="connsiteX9355" fmla="*/ 7382923 w 10450132"/>
              <a:gd name="connsiteY9355" fmla="*/ 1736331 h 5450835"/>
              <a:gd name="connsiteX9356" fmla="*/ 7391987 w 10450132"/>
              <a:gd name="connsiteY9356" fmla="*/ 1736331 h 5450835"/>
              <a:gd name="connsiteX9357" fmla="*/ 7392775 w 10450132"/>
              <a:gd name="connsiteY9357" fmla="*/ 1736791 h 5450835"/>
              <a:gd name="connsiteX9358" fmla="*/ 7397307 w 10450132"/>
              <a:gd name="connsiteY9358" fmla="*/ 1744672 h 5450835"/>
              <a:gd name="connsiteX9359" fmla="*/ 7397307 w 10450132"/>
              <a:gd name="connsiteY9359" fmla="*/ 1745526 h 5450835"/>
              <a:gd name="connsiteX9360" fmla="*/ 7392775 w 10450132"/>
              <a:gd name="connsiteY9360" fmla="*/ 1753408 h 5450835"/>
              <a:gd name="connsiteX9361" fmla="*/ 7391987 w 10450132"/>
              <a:gd name="connsiteY9361" fmla="*/ 1753867 h 5450835"/>
              <a:gd name="connsiteX9362" fmla="*/ 7382923 w 10450132"/>
              <a:gd name="connsiteY9362" fmla="*/ 1753867 h 5450835"/>
              <a:gd name="connsiteX9363" fmla="*/ 7382135 w 10450132"/>
              <a:gd name="connsiteY9363" fmla="*/ 1753408 h 5450835"/>
              <a:gd name="connsiteX9364" fmla="*/ 7377602 w 10450132"/>
              <a:gd name="connsiteY9364" fmla="*/ 1745526 h 5450835"/>
              <a:gd name="connsiteX9365" fmla="*/ 7377602 w 10450132"/>
              <a:gd name="connsiteY9365" fmla="*/ 1744672 h 5450835"/>
              <a:gd name="connsiteX9366" fmla="*/ 7382135 w 10450132"/>
              <a:gd name="connsiteY9366" fmla="*/ 1736791 h 5450835"/>
              <a:gd name="connsiteX9367" fmla="*/ 7382923 w 10450132"/>
              <a:gd name="connsiteY9367" fmla="*/ 1736331 h 5450835"/>
              <a:gd name="connsiteX9368" fmla="*/ 5093300 w 10450132"/>
              <a:gd name="connsiteY9368" fmla="*/ 1736331 h 5450835"/>
              <a:gd name="connsiteX9369" fmla="*/ 5102364 w 10450132"/>
              <a:gd name="connsiteY9369" fmla="*/ 1736331 h 5450835"/>
              <a:gd name="connsiteX9370" fmla="*/ 5103153 w 10450132"/>
              <a:gd name="connsiteY9370" fmla="*/ 1736791 h 5450835"/>
              <a:gd name="connsiteX9371" fmla="*/ 5107684 w 10450132"/>
              <a:gd name="connsiteY9371" fmla="*/ 1744672 h 5450835"/>
              <a:gd name="connsiteX9372" fmla="*/ 5107684 w 10450132"/>
              <a:gd name="connsiteY9372" fmla="*/ 1745527 h 5450835"/>
              <a:gd name="connsiteX9373" fmla="*/ 5103153 w 10450132"/>
              <a:gd name="connsiteY9373" fmla="*/ 1753408 h 5450835"/>
              <a:gd name="connsiteX9374" fmla="*/ 5102364 w 10450132"/>
              <a:gd name="connsiteY9374" fmla="*/ 1753867 h 5450835"/>
              <a:gd name="connsiteX9375" fmla="*/ 5093300 w 10450132"/>
              <a:gd name="connsiteY9375" fmla="*/ 1753867 h 5450835"/>
              <a:gd name="connsiteX9376" fmla="*/ 5092512 w 10450132"/>
              <a:gd name="connsiteY9376" fmla="*/ 1753408 h 5450835"/>
              <a:gd name="connsiteX9377" fmla="*/ 5087979 w 10450132"/>
              <a:gd name="connsiteY9377" fmla="*/ 1745527 h 5450835"/>
              <a:gd name="connsiteX9378" fmla="*/ 5087979 w 10450132"/>
              <a:gd name="connsiteY9378" fmla="*/ 1744672 h 5450835"/>
              <a:gd name="connsiteX9379" fmla="*/ 5092512 w 10450132"/>
              <a:gd name="connsiteY9379" fmla="*/ 1736791 h 5450835"/>
              <a:gd name="connsiteX9380" fmla="*/ 5093300 w 10450132"/>
              <a:gd name="connsiteY9380" fmla="*/ 1736331 h 5450835"/>
              <a:gd name="connsiteX9381" fmla="*/ 4838919 w 10450132"/>
              <a:gd name="connsiteY9381" fmla="*/ 1736330 h 5450835"/>
              <a:gd name="connsiteX9382" fmla="*/ 4847982 w 10450132"/>
              <a:gd name="connsiteY9382" fmla="*/ 1736330 h 5450835"/>
              <a:gd name="connsiteX9383" fmla="*/ 4848772 w 10450132"/>
              <a:gd name="connsiteY9383" fmla="*/ 1736788 h 5450835"/>
              <a:gd name="connsiteX9384" fmla="*/ 4853303 w 10450132"/>
              <a:gd name="connsiteY9384" fmla="*/ 1744671 h 5450835"/>
              <a:gd name="connsiteX9385" fmla="*/ 4853303 w 10450132"/>
              <a:gd name="connsiteY9385" fmla="*/ 1745525 h 5450835"/>
              <a:gd name="connsiteX9386" fmla="*/ 4848772 w 10450132"/>
              <a:gd name="connsiteY9386" fmla="*/ 1753407 h 5450835"/>
              <a:gd name="connsiteX9387" fmla="*/ 4847982 w 10450132"/>
              <a:gd name="connsiteY9387" fmla="*/ 1753866 h 5450835"/>
              <a:gd name="connsiteX9388" fmla="*/ 4838919 w 10450132"/>
              <a:gd name="connsiteY9388" fmla="*/ 1753866 h 5450835"/>
              <a:gd name="connsiteX9389" fmla="*/ 4838132 w 10450132"/>
              <a:gd name="connsiteY9389" fmla="*/ 1753407 h 5450835"/>
              <a:gd name="connsiteX9390" fmla="*/ 4833598 w 10450132"/>
              <a:gd name="connsiteY9390" fmla="*/ 1745525 h 5450835"/>
              <a:gd name="connsiteX9391" fmla="*/ 4833598 w 10450132"/>
              <a:gd name="connsiteY9391" fmla="*/ 1744671 h 5450835"/>
              <a:gd name="connsiteX9392" fmla="*/ 4838132 w 10450132"/>
              <a:gd name="connsiteY9392" fmla="*/ 1736788 h 5450835"/>
              <a:gd name="connsiteX9393" fmla="*/ 4838919 w 10450132"/>
              <a:gd name="connsiteY9393" fmla="*/ 1736330 h 5450835"/>
              <a:gd name="connsiteX9394" fmla="*/ 8400511 w 10450132"/>
              <a:gd name="connsiteY9394" fmla="*/ 1736321 h 5450835"/>
              <a:gd name="connsiteX9395" fmla="*/ 8409575 w 10450132"/>
              <a:gd name="connsiteY9395" fmla="*/ 1736321 h 5450835"/>
              <a:gd name="connsiteX9396" fmla="*/ 8410363 w 10450132"/>
              <a:gd name="connsiteY9396" fmla="*/ 1736781 h 5450835"/>
              <a:gd name="connsiteX9397" fmla="*/ 8414896 w 10450132"/>
              <a:gd name="connsiteY9397" fmla="*/ 1744662 h 5450835"/>
              <a:gd name="connsiteX9398" fmla="*/ 8414896 w 10450132"/>
              <a:gd name="connsiteY9398" fmla="*/ 1745517 h 5450835"/>
              <a:gd name="connsiteX9399" fmla="*/ 8410363 w 10450132"/>
              <a:gd name="connsiteY9399" fmla="*/ 1753400 h 5450835"/>
              <a:gd name="connsiteX9400" fmla="*/ 8409575 w 10450132"/>
              <a:gd name="connsiteY9400" fmla="*/ 1753857 h 5450835"/>
              <a:gd name="connsiteX9401" fmla="*/ 8400511 w 10450132"/>
              <a:gd name="connsiteY9401" fmla="*/ 1753857 h 5450835"/>
              <a:gd name="connsiteX9402" fmla="*/ 8399723 w 10450132"/>
              <a:gd name="connsiteY9402" fmla="*/ 1753400 h 5450835"/>
              <a:gd name="connsiteX9403" fmla="*/ 8395191 w 10450132"/>
              <a:gd name="connsiteY9403" fmla="*/ 1745517 h 5450835"/>
              <a:gd name="connsiteX9404" fmla="*/ 8395191 w 10450132"/>
              <a:gd name="connsiteY9404" fmla="*/ 1744662 h 5450835"/>
              <a:gd name="connsiteX9405" fmla="*/ 8399723 w 10450132"/>
              <a:gd name="connsiteY9405" fmla="*/ 1736781 h 5450835"/>
              <a:gd name="connsiteX9406" fmla="*/ 8400511 w 10450132"/>
              <a:gd name="connsiteY9406" fmla="*/ 1736321 h 5450835"/>
              <a:gd name="connsiteX9407" fmla="*/ 7128477 w 10450132"/>
              <a:gd name="connsiteY9407" fmla="*/ 1736310 h 5450835"/>
              <a:gd name="connsiteX9408" fmla="*/ 7137540 w 10450132"/>
              <a:gd name="connsiteY9408" fmla="*/ 1736310 h 5450835"/>
              <a:gd name="connsiteX9409" fmla="*/ 7138328 w 10450132"/>
              <a:gd name="connsiteY9409" fmla="*/ 1736770 h 5450835"/>
              <a:gd name="connsiteX9410" fmla="*/ 7142860 w 10450132"/>
              <a:gd name="connsiteY9410" fmla="*/ 1744651 h 5450835"/>
              <a:gd name="connsiteX9411" fmla="*/ 7142860 w 10450132"/>
              <a:gd name="connsiteY9411" fmla="*/ 1745505 h 5450835"/>
              <a:gd name="connsiteX9412" fmla="*/ 7138328 w 10450132"/>
              <a:gd name="connsiteY9412" fmla="*/ 1753389 h 5450835"/>
              <a:gd name="connsiteX9413" fmla="*/ 7137540 w 10450132"/>
              <a:gd name="connsiteY9413" fmla="*/ 1753846 h 5450835"/>
              <a:gd name="connsiteX9414" fmla="*/ 7128477 w 10450132"/>
              <a:gd name="connsiteY9414" fmla="*/ 1753846 h 5450835"/>
              <a:gd name="connsiteX9415" fmla="*/ 7127689 w 10450132"/>
              <a:gd name="connsiteY9415" fmla="*/ 1753389 h 5450835"/>
              <a:gd name="connsiteX9416" fmla="*/ 7123156 w 10450132"/>
              <a:gd name="connsiteY9416" fmla="*/ 1745505 h 5450835"/>
              <a:gd name="connsiteX9417" fmla="*/ 7123156 w 10450132"/>
              <a:gd name="connsiteY9417" fmla="*/ 1744651 h 5450835"/>
              <a:gd name="connsiteX9418" fmla="*/ 7127689 w 10450132"/>
              <a:gd name="connsiteY9418" fmla="*/ 1736770 h 5450835"/>
              <a:gd name="connsiteX9419" fmla="*/ 7128477 w 10450132"/>
              <a:gd name="connsiteY9419" fmla="*/ 1736310 h 5450835"/>
              <a:gd name="connsiteX9420" fmla="*/ 6874095 w 10450132"/>
              <a:gd name="connsiteY9420" fmla="*/ 1736310 h 5450835"/>
              <a:gd name="connsiteX9421" fmla="*/ 6883159 w 10450132"/>
              <a:gd name="connsiteY9421" fmla="*/ 1736310 h 5450835"/>
              <a:gd name="connsiteX9422" fmla="*/ 6883947 w 10450132"/>
              <a:gd name="connsiteY9422" fmla="*/ 1736770 h 5450835"/>
              <a:gd name="connsiteX9423" fmla="*/ 6888480 w 10450132"/>
              <a:gd name="connsiteY9423" fmla="*/ 1744651 h 5450835"/>
              <a:gd name="connsiteX9424" fmla="*/ 6888480 w 10450132"/>
              <a:gd name="connsiteY9424" fmla="*/ 1745505 h 5450835"/>
              <a:gd name="connsiteX9425" fmla="*/ 6883947 w 10450132"/>
              <a:gd name="connsiteY9425" fmla="*/ 1753389 h 5450835"/>
              <a:gd name="connsiteX9426" fmla="*/ 6883159 w 10450132"/>
              <a:gd name="connsiteY9426" fmla="*/ 1753846 h 5450835"/>
              <a:gd name="connsiteX9427" fmla="*/ 6874095 w 10450132"/>
              <a:gd name="connsiteY9427" fmla="*/ 1753846 h 5450835"/>
              <a:gd name="connsiteX9428" fmla="*/ 6873307 w 10450132"/>
              <a:gd name="connsiteY9428" fmla="*/ 1753389 h 5450835"/>
              <a:gd name="connsiteX9429" fmla="*/ 6868775 w 10450132"/>
              <a:gd name="connsiteY9429" fmla="*/ 1745505 h 5450835"/>
              <a:gd name="connsiteX9430" fmla="*/ 6868775 w 10450132"/>
              <a:gd name="connsiteY9430" fmla="*/ 1744651 h 5450835"/>
              <a:gd name="connsiteX9431" fmla="*/ 6873307 w 10450132"/>
              <a:gd name="connsiteY9431" fmla="*/ 1736770 h 5450835"/>
              <a:gd name="connsiteX9432" fmla="*/ 6874095 w 10450132"/>
              <a:gd name="connsiteY9432" fmla="*/ 1736310 h 5450835"/>
              <a:gd name="connsiteX9433" fmla="*/ 9926861 w 10450132"/>
              <a:gd name="connsiteY9433" fmla="*/ 1736307 h 5450835"/>
              <a:gd name="connsiteX9434" fmla="*/ 9935924 w 10450132"/>
              <a:gd name="connsiteY9434" fmla="*/ 1736307 h 5450835"/>
              <a:gd name="connsiteX9435" fmla="*/ 9936713 w 10450132"/>
              <a:gd name="connsiteY9435" fmla="*/ 1736767 h 5450835"/>
              <a:gd name="connsiteX9436" fmla="*/ 9941246 w 10450132"/>
              <a:gd name="connsiteY9436" fmla="*/ 1744649 h 5450835"/>
              <a:gd name="connsiteX9437" fmla="*/ 9941246 w 10450132"/>
              <a:gd name="connsiteY9437" fmla="*/ 1745503 h 5450835"/>
              <a:gd name="connsiteX9438" fmla="*/ 9936713 w 10450132"/>
              <a:gd name="connsiteY9438" fmla="*/ 1753385 h 5450835"/>
              <a:gd name="connsiteX9439" fmla="*/ 9935924 w 10450132"/>
              <a:gd name="connsiteY9439" fmla="*/ 1753844 h 5450835"/>
              <a:gd name="connsiteX9440" fmla="*/ 9926861 w 10450132"/>
              <a:gd name="connsiteY9440" fmla="*/ 1753844 h 5450835"/>
              <a:gd name="connsiteX9441" fmla="*/ 9926073 w 10450132"/>
              <a:gd name="connsiteY9441" fmla="*/ 1753385 h 5450835"/>
              <a:gd name="connsiteX9442" fmla="*/ 9921541 w 10450132"/>
              <a:gd name="connsiteY9442" fmla="*/ 1745503 h 5450835"/>
              <a:gd name="connsiteX9443" fmla="*/ 9921541 w 10450132"/>
              <a:gd name="connsiteY9443" fmla="*/ 1744649 h 5450835"/>
              <a:gd name="connsiteX9444" fmla="*/ 9926073 w 10450132"/>
              <a:gd name="connsiteY9444" fmla="*/ 1736767 h 5450835"/>
              <a:gd name="connsiteX9445" fmla="*/ 9926861 w 10450132"/>
              <a:gd name="connsiteY9445" fmla="*/ 1736307 h 5450835"/>
              <a:gd name="connsiteX9446" fmla="*/ 6365334 w 10450132"/>
              <a:gd name="connsiteY9446" fmla="*/ 1736292 h 5450835"/>
              <a:gd name="connsiteX9447" fmla="*/ 6374397 w 10450132"/>
              <a:gd name="connsiteY9447" fmla="*/ 1736292 h 5450835"/>
              <a:gd name="connsiteX9448" fmla="*/ 6375186 w 10450132"/>
              <a:gd name="connsiteY9448" fmla="*/ 1736751 h 5450835"/>
              <a:gd name="connsiteX9449" fmla="*/ 6379718 w 10450132"/>
              <a:gd name="connsiteY9449" fmla="*/ 1744633 h 5450835"/>
              <a:gd name="connsiteX9450" fmla="*/ 6379718 w 10450132"/>
              <a:gd name="connsiteY9450" fmla="*/ 1745487 h 5450835"/>
              <a:gd name="connsiteX9451" fmla="*/ 6375186 w 10450132"/>
              <a:gd name="connsiteY9451" fmla="*/ 1753369 h 5450835"/>
              <a:gd name="connsiteX9452" fmla="*/ 6374397 w 10450132"/>
              <a:gd name="connsiteY9452" fmla="*/ 1753828 h 5450835"/>
              <a:gd name="connsiteX9453" fmla="*/ 6365334 w 10450132"/>
              <a:gd name="connsiteY9453" fmla="*/ 1753828 h 5450835"/>
              <a:gd name="connsiteX9454" fmla="*/ 6364546 w 10450132"/>
              <a:gd name="connsiteY9454" fmla="*/ 1753369 h 5450835"/>
              <a:gd name="connsiteX9455" fmla="*/ 6360014 w 10450132"/>
              <a:gd name="connsiteY9455" fmla="*/ 1745487 h 5450835"/>
              <a:gd name="connsiteX9456" fmla="*/ 6360014 w 10450132"/>
              <a:gd name="connsiteY9456" fmla="*/ 1744633 h 5450835"/>
              <a:gd name="connsiteX9457" fmla="*/ 6364546 w 10450132"/>
              <a:gd name="connsiteY9457" fmla="*/ 1736751 h 5450835"/>
              <a:gd name="connsiteX9458" fmla="*/ 6365334 w 10450132"/>
              <a:gd name="connsiteY9458" fmla="*/ 1736292 h 5450835"/>
              <a:gd name="connsiteX9459" fmla="*/ 7891684 w 10450132"/>
              <a:gd name="connsiteY9459" fmla="*/ 1736287 h 5450835"/>
              <a:gd name="connsiteX9460" fmla="*/ 7900748 w 10450132"/>
              <a:gd name="connsiteY9460" fmla="*/ 1736287 h 5450835"/>
              <a:gd name="connsiteX9461" fmla="*/ 7901536 w 10450132"/>
              <a:gd name="connsiteY9461" fmla="*/ 1736747 h 5450835"/>
              <a:gd name="connsiteX9462" fmla="*/ 7906067 w 10450132"/>
              <a:gd name="connsiteY9462" fmla="*/ 1744628 h 5450835"/>
              <a:gd name="connsiteX9463" fmla="*/ 7906067 w 10450132"/>
              <a:gd name="connsiteY9463" fmla="*/ 1745482 h 5450835"/>
              <a:gd name="connsiteX9464" fmla="*/ 7901536 w 10450132"/>
              <a:gd name="connsiteY9464" fmla="*/ 1753365 h 5450835"/>
              <a:gd name="connsiteX9465" fmla="*/ 7900748 w 10450132"/>
              <a:gd name="connsiteY9465" fmla="*/ 1753823 h 5450835"/>
              <a:gd name="connsiteX9466" fmla="*/ 7891684 w 10450132"/>
              <a:gd name="connsiteY9466" fmla="*/ 1753823 h 5450835"/>
              <a:gd name="connsiteX9467" fmla="*/ 7890896 w 10450132"/>
              <a:gd name="connsiteY9467" fmla="*/ 1753365 h 5450835"/>
              <a:gd name="connsiteX9468" fmla="*/ 7886363 w 10450132"/>
              <a:gd name="connsiteY9468" fmla="*/ 1745482 h 5450835"/>
              <a:gd name="connsiteX9469" fmla="*/ 7886363 w 10450132"/>
              <a:gd name="connsiteY9469" fmla="*/ 1744628 h 5450835"/>
              <a:gd name="connsiteX9470" fmla="*/ 7890896 w 10450132"/>
              <a:gd name="connsiteY9470" fmla="*/ 1736747 h 5450835"/>
              <a:gd name="connsiteX9471" fmla="*/ 7891684 w 10450132"/>
              <a:gd name="connsiteY9471" fmla="*/ 1736287 h 5450835"/>
              <a:gd name="connsiteX9472" fmla="*/ 8146065 w 10450132"/>
              <a:gd name="connsiteY9472" fmla="*/ 1736284 h 5450835"/>
              <a:gd name="connsiteX9473" fmla="*/ 8155129 w 10450132"/>
              <a:gd name="connsiteY9473" fmla="*/ 1736284 h 5450835"/>
              <a:gd name="connsiteX9474" fmla="*/ 8155917 w 10450132"/>
              <a:gd name="connsiteY9474" fmla="*/ 1736744 h 5450835"/>
              <a:gd name="connsiteX9475" fmla="*/ 8160449 w 10450132"/>
              <a:gd name="connsiteY9475" fmla="*/ 1744626 h 5450835"/>
              <a:gd name="connsiteX9476" fmla="*/ 8160449 w 10450132"/>
              <a:gd name="connsiteY9476" fmla="*/ 1745479 h 5450835"/>
              <a:gd name="connsiteX9477" fmla="*/ 8155917 w 10450132"/>
              <a:gd name="connsiteY9477" fmla="*/ 1753362 h 5450835"/>
              <a:gd name="connsiteX9478" fmla="*/ 8155129 w 10450132"/>
              <a:gd name="connsiteY9478" fmla="*/ 1753821 h 5450835"/>
              <a:gd name="connsiteX9479" fmla="*/ 8146065 w 10450132"/>
              <a:gd name="connsiteY9479" fmla="*/ 1753821 h 5450835"/>
              <a:gd name="connsiteX9480" fmla="*/ 8145277 w 10450132"/>
              <a:gd name="connsiteY9480" fmla="*/ 1753362 h 5450835"/>
              <a:gd name="connsiteX9481" fmla="*/ 8140745 w 10450132"/>
              <a:gd name="connsiteY9481" fmla="*/ 1745479 h 5450835"/>
              <a:gd name="connsiteX9482" fmla="*/ 8140745 w 10450132"/>
              <a:gd name="connsiteY9482" fmla="*/ 1744626 h 5450835"/>
              <a:gd name="connsiteX9483" fmla="*/ 8145277 w 10450132"/>
              <a:gd name="connsiteY9483" fmla="*/ 1736744 h 5450835"/>
              <a:gd name="connsiteX9484" fmla="*/ 8146065 w 10450132"/>
              <a:gd name="connsiteY9484" fmla="*/ 1736284 h 5450835"/>
              <a:gd name="connsiteX9485" fmla="*/ 5602126 w 10450132"/>
              <a:gd name="connsiteY9485" fmla="*/ 1736284 h 5450835"/>
              <a:gd name="connsiteX9486" fmla="*/ 5611191 w 10450132"/>
              <a:gd name="connsiteY9486" fmla="*/ 1736284 h 5450835"/>
              <a:gd name="connsiteX9487" fmla="*/ 5611979 w 10450132"/>
              <a:gd name="connsiteY9487" fmla="*/ 1736744 h 5450835"/>
              <a:gd name="connsiteX9488" fmla="*/ 5616511 w 10450132"/>
              <a:gd name="connsiteY9488" fmla="*/ 1744626 h 5450835"/>
              <a:gd name="connsiteX9489" fmla="*/ 5616511 w 10450132"/>
              <a:gd name="connsiteY9489" fmla="*/ 1745479 h 5450835"/>
              <a:gd name="connsiteX9490" fmla="*/ 5611979 w 10450132"/>
              <a:gd name="connsiteY9490" fmla="*/ 1753362 h 5450835"/>
              <a:gd name="connsiteX9491" fmla="*/ 5611191 w 10450132"/>
              <a:gd name="connsiteY9491" fmla="*/ 1753821 h 5450835"/>
              <a:gd name="connsiteX9492" fmla="*/ 5602126 w 10450132"/>
              <a:gd name="connsiteY9492" fmla="*/ 1753821 h 5450835"/>
              <a:gd name="connsiteX9493" fmla="*/ 5601338 w 10450132"/>
              <a:gd name="connsiteY9493" fmla="*/ 1753362 h 5450835"/>
              <a:gd name="connsiteX9494" fmla="*/ 5596807 w 10450132"/>
              <a:gd name="connsiteY9494" fmla="*/ 1745479 h 5450835"/>
              <a:gd name="connsiteX9495" fmla="*/ 5596807 w 10450132"/>
              <a:gd name="connsiteY9495" fmla="*/ 1744626 h 5450835"/>
              <a:gd name="connsiteX9496" fmla="*/ 5601338 w 10450132"/>
              <a:gd name="connsiteY9496" fmla="*/ 1736744 h 5450835"/>
              <a:gd name="connsiteX9497" fmla="*/ 5602126 w 10450132"/>
              <a:gd name="connsiteY9497" fmla="*/ 1736284 h 5450835"/>
              <a:gd name="connsiteX9498" fmla="*/ 9163654 w 10450132"/>
              <a:gd name="connsiteY9498" fmla="*/ 1736273 h 5450835"/>
              <a:gd name="connsiteX9499" fmla="*/ 9172718 w 10450132"/>
              <a:gd name="connsiteY9499" fmla="*/ 1736273 h 5450835"/>
              <a:gd name="connsiteX9500" fmla="*/ 9173506 w 10450132"/>
              <a:gd name="connsiteY9500" fmla="*/ 1736733 h 5450835"/>
              <a:gd name="connsiteX9501" fmla="*/ 9178038 w 10450132"/>
              <a:gd name="connsiteY9501" fmla="*/ 1744614 h 5450835"/>
              <a:gd name="connsiteX9502" fmla="*/ 9178038 w 10450132"/>
              <a:gd name="connsiteY9502" fmla="*/ 1745468 h 5450835"/>
              <a:gd name="connsiteX9503" fmla="*/ 9173506 w 10450132"/>
              <a:gd name="connsiteY9503" fmla="*/ 1753350 h 5450835"/>
              <a:gd name="connsiteX9504" fmla="*/ 9172718 w 10450132"/>
              <a:gd name="connsiteY9504" fmla="*/ 1753809 h 5450835"/>
              <a:gd name="connsiteX9505" fmla="*/ 9163654 w 10450132"/>
              <a:gd name="connsiteY9505" fmla="*/ 1753809 h 5450835"/>
              <a:gd name="connsiteX9506" fmla="*/ 9162866 w 10450132"/>
              <a:gd name="connsiteY9506" fmla="*/ 1753350 h 5450835"/>
              <a:gd name="connsiteX9507" fmla="*/ 9158333 w 10450132"/>
              <a:gd name="connsiteY9507" fmla="*/ 1745468 h 5450835"/>
              <a:gd name="connsiteX9508" fmla="*/ 9158333 w 10450132"/>
              <a:gd name="connsiteY9508" fmla="*/ 1744614 h 5450835"/>
              <a:gd name="connsiteX9509" fmla="*/ 9162866 w 10450132"/>
              <a:gd name="connsiteY9509" fmla="*/ 1736733 h 5450835"/>
              <a:gd name="connsiteX9510" fmla="*/ 9163654 w 10450132"/>
              <a:gd name="connsiteY9510" fmla="*/ 1736273 h 5450835"/>
              <a:gd name="connsiteX9511" fmla="*/ 7637304 w 10450132"/>
              <a:gd name="connsiteY9511" fmla="*/ 1736266 h 5450835"/>
              <a:gd name="connsiteX9512" fmla="*/ 7646367 w 10450132"/>
              <a:gd name="connsiteY9512" fmla="*/ 1736266 h 5450835"/>
              <a:gd name="connsiteX9513" fmla="*/ 7647156 w 10450132"/>
              <a:gd name="connsiteY9513" fmla="*/ 1736726 h 5450835"/>
              <a:gd name="connsiteX9514" fmla="*/ 7651687 w 10450132"/>
              <a:gd name="connsiteY9514" fmla="*/ 1744607 h 5450835"/>
              <a:gd name="connsiteX9515" fmla="*/ 7651687 w 10450132"/>
              <a:gd name="connsiteY9515" fmla="*/ 1745461 h 5450835"/>
              <a:gd name="connsiteX9516" fmla="*/ 7647156 w 10450132"/>
              <a:gd name="connsiteY9516" fmla="*/ 1753344 h 5450835"/>
              <a:gd name="connsiteX9517" fmla="*/ 7646367 w 10450132"/>
              <a:gd name="connsiteY9517" fmla="*/ 1753802 h 5450835"/>
              <a:gd name="connsiteX9518" fmla="*/ 7637304 w 10450132"/>
              <a:gd name="connsiteY9518" fmla="*/ 1753802 h 5450835"/>
              <a:gd name="connsiteX9519" fmla="*/ 7636516 w 10450132"/>
              <a:gd name="connsiteY9519" fmla="*/ 1753344 h 5450835"/>
              <a:gd name="connsiteX9520" fmla="*/ 7631983 w 10450132"/>
              <a:gd name="connsiteY9520" fmla="*/ 1745461 h 5450835"/>
              <a:gd name="connsiteX9521" fmla="*/ 7631983 w 10450132"/>
              <a:gd name="connsiteY9521" fmla="*/ 1744607 h 5450835"/>
              <a:gd name="connsiteX9522" fmla="*/ 7636516 w 10450132"/>
              <a:gd name="connsiteY9522" fmla="*/ 1736726 h 5450835"/>
              <a:gd name="connsiteX9523" fmla="*/ 7637304 w 10450132"/>
              <a:gd name="connsiteY9523" fmla="*/ 1736266 h 5450835"/>
              <a:gd name="connsiteX9524" fmla="*/ 3567079 w 10450132"/>
              <a:gd name="connsiteY9524" fmla="*/ 1736265 h 5450835"/>
              <a:gd name="connsiteX9525" fmla="*/ 3576143 w 10450132"/>
              <a:gd name="connsiteY9525" fmla="*/ 1736265 h 5450835"/>
              <a:gd name="connsiteX9526" fmla="*/ 3576932 w 10450132"/>
              <a:gd name="connsiteY9526" fmla="*/ 1736725 h 5450835"/>
              <a:gd name="connsiteX9527" fmla="*/ 3581464 w 10450132"/>
              <a:gd name="connsiteY9527" fmla="*/ 1744606 h 5450835"/>
              <a:gd name="connsiteX9528" fmla="*/ 3581464 w 10450132"/>
              <a:gd name="connsiteY9528" fmla="*/ 1745460 h 5450835"/>
              <a:gd name="connsiteX9529" fmla="*/ 3581446 w 10450132"/>
              <a:gd name="connsiteY9529" fmla="*/ 1745491 h 5450835"/>
              <a:gd name="connsiteX9530" fmla="*/ 3581446 w 10450132"/>
              <a:gd name="connsiteY9530" fmla="*/ 1745510 h 5450835"/>
              <a:gd name="connsiteX9531" fmla="*/ 3576914 w 10450132"/>
              <a:gd name="connsiteY9531" fmla="*/ 1753393 h 5450835"/>
              <a:gd name="connsiteX9532" fmla="*/ 3576125 w 10450132"/>
              <a:gd name="connsiteY9532" fmla="*/ 1753853 h 5450835"/>
              <a:gd name="connsiteX9533" fmla="*/ 3567061 w 10450132"/>
              <a:gd name="connsiteY9533" fmla="*/ 1753853 h 5450835"/>
              <a:gd name="connsiteX9534" fmla="*/ 3566273 w 10450132"/>
              <a:gd name="connsiteY9534" fmla="*/ 1753393 h 5450835"/>
              <a:gd name="connsiteX9535" fmla="*/ 3561739 w 10450132"/>
              <a:gd name="connsiteY9535" fmla="*/ 1745510 h 5450835"/>
              <a:gd name="connsiteX9536" fmla="*/ 3561739 w 10450132"/>
              <a:gd name="connsiteY9536" fmla="*/ 1744658 h 5450835"/>
              <a:gd name="connsiteX9537" fmla="*/ 3561757 w 10450132"/>
              <a:gd name="connsiteY9537" fmla="*/ 1744627 h 5450835"/>
              <a:gd name="connsiteX9538" fmla="*/ 3561757 w 10450132"/>
              <a:gd name="connsiteY9538" fmla="*/ 1744606 h 5450835"/>
              <a:gd name="connsiteX9539" fmla="*/ 3566291 w 10450132"/>
              <a:gd name="connsiteY9539" fmla="*/ 1736725 h 5450835"/>
              <a:gd name="connsiteX9540" fmla="*/ 3567079 w 10450132"/>
              <a:gd name="connsiteY9540" fmla="*/ 1736265 h 5450835"/>
              <a:gd name="connsiteX9541" fmla="*/ 3312576 w 10450132"/>
              <a:gd name="connsiteY9541" fmla="*/ 1736265 h 5450835"/>
              <a:gd name="connsiteX9542" fmla="*/ 3321640 w 10450132"/>
              <a:gd name="connsiteY9542" fmla="*/ 1736265 h 5450835"/>
              <a:gd name="connsiteX9543" fmla="*/ 3321724 w 10450132"/>
              <a:gd name="connsiteY9543" fmla="*/ 1736314 h 5450835"/>
              <a:gd name="connsiteX9544" fmla="*/ 3321733 w 10450132"/>
              <a:gd name="connsiteY9544" fmla="*/ 1736314 h 5450835"/>
              <a:gd name="connsiteX9545" fmla="*/ 3322522 w 10450132"/>
              <a:gd name="connsiteY9545" fmla="*/ 1736774 h 5450835"/>
              <a:gd name="connsiteX9546" fmla="*/ 3327053 w 10450132"/>
              <a:gd name="connsiteY9546" fmla="*/ 1744654 h 5450835"/>
              <a:gd name="connsiteX9547" fmla="*/ 3327053 w 10450132"/>
              <a:gd name="connsiteY9547" fmla="*/ 1745509 h 5450835"/>
              <a:gd name="connsiteX9548" fmla="*/ 3322522 w 10450132"/>
              <a:gd name="connsiteY9548" fmla="*/ 1753392 h 5450835"/>
              <a:gd name="connsiteX9549" fmla="*/ 3321733 w 10450132"/>
              <a:gd name="connsiteY9549" fmla="*/ 1753851 h 5450835"/>
              <a:gd name="connsiteX9550" fmla="*/ 3312668 w 10450132"/>
              <a:gd name="connsiteY9550" fmla="*/ 1753851 h 5450835"/>
              <a:gd name="connsiteX9551" fmla="*/ 3312584 w 10450132"/>
              <a:gd name="connsiteY9551" fmla="*/ 1753802 h 5450835"/>
              <a:gd name="connsiteX9552" fmla="*/ 3312576 w 10450132"/>
              <a:gd name="connsiteY9552" fmla="*/ 1753802 h 5450835"/>
              <a:gd name="connsiteX9553" fmla="*/ 3311788 w 10450132"/>
              <a:gd name="connsiteY9553" fmla="*/ 1753343 h 5450835"/>
              <a:gd name="connsiteX9554" fmla="*/ 3307255 w 10450132"/>
              <a:gd name="connsiteY9554" fmla="*/ 1745460 h 5450835"/>
              <a:gd name="connsiteX9555" fmla="*/ 3307255 w 10450132"/>
              <a:gd name="connsiteY9555" fmla="*/ 1744606 h 5450835"/>
              <a:gd name="connsiteX9556" fmla="*/ 3311788 w 10450132"/>
              <a:gd name="connsiteY9556" fmla="*/ 1736725 h 5450835"/>
              <a:gd name="connsiteX9557" fmla="*/ 3312576 w 10450132"/>
              <a:gd name="connsiteY9557" fmla="*/ 1736265 h 5450835"/>
              <a:gd name="connsiteX9558" fmla="*/ 3058346 w 10450132"/>
              <a:gd name="connsiteY9558" fmla="*/ 1736265 h 5450835"/>
              <a:gd name="connsiteX9559" fmla="*/ 3067410 w 10450132"/>
              <a:gd name="connsiteY9559" fmla="*/ 1736265 h 5450835"/>
              <a:gd name="connsiteX9560" fmla="*/ 3068199 w 10450132"/>
              <a:gd name="connsiteY9560" fmla="*/ 1736725 h 5450835"/>
              <a:gd name="connsiteX9561" fmla="*/ 3072731 w 10450132"/>
              <a:gd name="connsiteY9561" fmla="*/ 1744606 h 5450835"/>
              <a:gd name="connsiteX9562" fmla="*/ 3072731 w 10450132"/>
              <a:gd name="connsiteY9562" fmla="*/ 1745460 h 5450835"/>
              <a:gd name="connsiteX9563" fmla="*/ 3072708 w 10450132"/>
              <a:gd name="connsiteY9563" fmla="*/ 1745500 h 5450835"/>
              <a:gd name="connsiteX9564" fmla="*/ 3072708 w 10450132"/>
              <a:gd name="connsiteY9564" fmla="*/ 1745530 h 5450835"/>
              <a:gd name="connsiteX9565" fmla="*/ 3068176 w 10450132"/>
              <a:gd name="connsiteY9565" fmla="*/ 1753414 h 5450835"/>
              <a:gd name="connsiteX9566" fmla="*/ 3067388 w 10450132"/>
              <a:gd name="connsiteY9566" fmla="*/ 1753873 h 5450835"/>
              <a:gd name="connsiteX9567" fmla="*/ 3058323 w 10450132"/>
              <a:gd name="connsiteY9567" fmla="*/ 1753873 h 5450835"/>
              <a:gd name="connsiteX9568" fmla="*/ 3057534 w 10450132"/>
              <a:gd name="connsiteY9568" fmla="*/ 1753414 h 5450835"/>
              <a:gd name="connsiteX9569" fmla="*/ 3053003 w 10450132"/>
              <a:gd name="connsiteY9569" fmla="*/ 1745530 h 5450835"/>
              <a:gd name="connsiteX9570" fmla="*/ 3053003 w 10450132"/>
              <a:gd name="connsiteY9570" fmla="*/ 1744678 h 5450835"/>
              <a:gd name="connsiteX9571" fmla="*/ 3053025 w 10450132"/>
              <a:gd name="connsiteY9571" fmla="*/ 1744640 h 5450835"/>
              <a:gd name="connsiteX9572" fmla="*/ 3053025 w 10450132"/>
              <a:gd name="connsiteY9572" fmla="*/ 1744606 h 5450835"/>
              <a:gd name="connsiteX9573" fmla="*/ 3057558 w 10450132"/>
              <a:gd name="connsiteY9573" fmla="*/ 1736725 h 5450835"/>
              <a:gd name="connsiteX9574" fmla="*/ 3058346 w 10450132"/>
              <a:gd name="connsiteY9574" fmla="*/ 1736265 h 5450835"/>
              <a:gd name="connsiteX9575" fmla="*/ 2803803 w 10450132"/>
              <a:gd name="connsiteY9575" fmla="*/ 1736265 h 5450835"/>
              <a:gd name="connsiteX9576" fmla="*/ 2812867 w 10450132"/>
              <a:gd name="connsiteY9576" fmla="*/ 1736265 h 5450835"/>
              <a:gd name="connsiteX9577" fmla="*/ 2813654 w 10450132"/>
              <a:gd name="connsiteY9577" fmla="*/ 1736725 h 5450835"/>
              <a:gd name="connsiteX9578" fmla="*/ 2813682 w 10450132"/>
              <a:gd name="connsiteY9578" fmla="*/ 1736774 h 5450835"/>
              <a:gd name="connsiteX9579" fmla="*/ 2813705 w 10450132"/>
              <a:gd name="connsiteY9579" fmla="*/ 1736787 h 5450835"/>
              <a:gd name="connsiteX9580" fmla="*/ 2818237 w 10450132"/>
              <a:gd name="connsiteY9580" fmla="*/ 1744669 h 5450835"/>
              <a:gd name="connsiteX9581" fmla="*/ 2818237 w 10450132"/>
              <a:gd name="connsiteY9581" fmla="*/ 1745523 h 5450835"/>
              <a:gd name="connsiteX9582" fmla="*/ 2813705 w 10450132"/>
              <a:gd name="connsiteY9582" fmla="*/ 1753405 h 5450835"/>
              <a:gd name="connsiteX9583" fmla="*/ 2812917 w 10450132"/>
              <a:gd name="connsiteY9583" fmla="*/ 1753864 h 5450835"/>
              <a:gd name="connsiteX9584" fmla="*/ 2803852 w 10450132"/>
              <a:gd name="connsiteY9584" fmla="*/ 1753864 h 5450835"/>
              <a:gd name="connsiteX9585" fmla="*/ 2803063 w 10450132"/>
              <a:gd name="connsiteY9585" fmla="*/ 1753405 h 5450835"/>
              <a:gd name="connsiteX9586" fmla="*/ 2803035 w 10450132"/>
              <a:gd name="connsiteY9586" fmla="*/ 1753356 h 5450835"/>
              <a:gd name="connsiteX9587" fmla="*/ 2803013 w 10450132"/>
              <a:gd name="connsiteY9587" fmla="*/ 1753343 h 5450835"/>
              <a:gd name="connsiteX9588" fmla="*/ 2798482 w 10450132"/>
              <a:gd name="connsiteY9588" fmla="*/ 1745460 h 5450835"/>
              <a:gd name="connsiteX9589" fmla="*/ 2798482 w 10450132"/>
              <a:gd name="connsiteY9589" fmla="*/ 1744606 h 5450835"/>
              <a:gd name="connsiteX9590" fmla="*/ 2803013 w 10450132"/>
              <a:gd name="connsiteY9590" fmla="*/ 1736725 h 5450835"/>
              <a:gd name="connsiteX9591" fmla="*/ 2803803 w 10450132"/>
              <a:gd name="connsiteY9591" fmla="*/ 1736265 h 5450835"/>
              <a:gd name="connsiteX9592" fmla="*/ 2549450 w 10450132"/>
              <a:gd name="connsiteY9592" fmla="*/ 1736265 h 5450835"/>
              <a:gd name="connsiteX9593" fmla="*/ 2558516 w 10450132"/>
              <a:gd name="connsiteY9593" fmla="*/ 1736265 h 5450835"/>
              <a:gd name="connsiteX9594" fmla="*/ 2559303 w 10450132"/>
              <a:gd name="connsiteY9594" fmla="*/ 1736725 h 5450835"/>
              <a:gd name="connsiteX9595" fmla="*/ 2563835 w 10450132"/>
              <a:gd name="connsiteY9595" fmla="*/ 1744606 h 5450835"/>
              <a:gd name="connsiteX9596" fmla="*/ 2563835 w 10450132"/>
              <a:gd name="connsiteY9596" fmla="*/ 1745460 h 5450835"/>
              <a:gd name="connsiteX9597" fmla="*/ 2563831 w 10450132"/>
              <a:gd name="connsiteY9597" fmla="*/ 1745467 h 5450835"/>
              <a:gd name="connsiteX9598" fmla="*/ 2563831 w 10450132"/>
              <a:gd name="connsiteY9598" fmla="*/ 1745514 h 5450835"/>
              <a:gd name="connsiteX9599" fmla="*/ 2559300 w 10450132"/>
              <a:gd name="connsiteY9599" fmla="*/ 1753395 h 5450835"/>
              <a:gd name="connsiteX9600" fmla="*/ 2558512 w 10450132"/>
              <a:gd name="connsiteY9600" fmla="*/ 1753855 h 5450835"/>
              <a:gd name="connsiteX9601" fmla="*/ 2549446 w 10450132"/>
              <a:gd name="connsiteY9601" fmla="*/ 1753855 h 5450835"/>
              <a:gd name="connsiteX9602" fmla="*/ 2548658 w 10450132"/>
              <a:gd name="connsiteY9602" fmla="*/ 1753395 h 5450835"/>
              <a:gd name="connsiteX9603" fmla="*/ 2544126 w 10450132"/>
              <a:gd name="connsiteY9603" fmla="*/ 1745514 h 5450835"/>
              <a:gd name="connsiteX9604" fmla="*/ 2544126 w 10450132"/>
              <a:gd name="connsiteY9604" fmla="*/ 1744660 h 5450835"/>
              <a:gd name="connsiteX9605" fmla="*/ 2544131 w 10450132"/>
              <a:gd name="connsiteY9605" fmla="*/ 1744652 h 5450835"/>
              <a:gd name="connsiteX9606" fmla="*/ 2544131 w 10450132"/>
              <a:gd name="connsiteY9606" fmla="*/ 1744606 h 5450835"/>
              <a:gd name="connsiteX9607" fmla="*/ 2548662 w 10450132"/>
              <a:gd name="connsiteY9607" fmla="*/ 1736725 h 5450835"/>
              <a:gd name="connsiteX9608" fmla="*/ 2549450 w 10450132"/>
              <a:gd name="connsiteY9608" fmla="*/ 1736265 h 5450835"/>
              <a:gd name="connsiteX9609" fmla="*/ 2294950 w 10450132"/>
              <a:gd name="connsiteY9609" fmla="*/ 1736265 h 5450835"/>
              <a:gd name="connsiteX9610" fmla="*/ 2304015 w 10450132"/>
              <a:gd name="connsiteY9610" fmla="*/ 1736265 h 5450835"/>
              <a:gd name="connsiteX9611" fmla="*/ 2304207 w 10450132"/>
              <a:gd name="connsiteY9611" fmla="*/ 1736377 h 5450835"/>
              <a:gd name="connsiteX9612" fmla="*/ 2304214 w 10450132"/>
              <a:gd name="connsiteY9612" fmla="*/ 1736377 h 5450835"/>
              <a:gd name="connsiteX9613" fmla="*/ 2305003 w 10450132"/>
              <a:gd name="connsiteY9613" fmla="*/ 1736837 h 5450835"/>
              <a:gd name="connsiteX9614" fmla="*/ 2309535 w 10450132"/>
              <a:gd name="connsiteY9614" fmla="*/ 1744719 h 5450835"/>
              <a:gd name="connsiteX9615" fmla="*/ 2309535 w 10450132"/>
              <a:gd name="connsiteY9615" fmla="*/ 1745573 h 5450835"/>
              <a:gd name="connsiteX9616" fmla="*/ 2305003 w 10450132"/>
              <a:gd name="connsiteY9616" fmla="*/ 1753455 h 5450835"/>
              <a:gd name="connsiteX9617" fmla="*/ 2304214 w 10450132"/>
              <a:gd name="connsiteY9617" fmla="*/ 1753914 h 5450835"/>
              <a:gd name="connsiteX9618" fmla="*/ 2295149 w 10450132"/>
              <a:gd name="connsiteY9618" fmla="*/ 1753914 h 5450835"/>
              <a:gd name="connsiteX9619" fmla="*/ 2294955 w 10450132"/>
              <a:gd name="connsiteY9619" fmla="*/ 1753801 h 5450835"/>
              <a:gd name="connsiteX9620" fmla="*/ 2294950 w 10450132"/>
              <a:gd name="connsiteY9620" fmla="*/ 1753801 h 5450835"/>
              <a:gd name="connsiteX9621" fmla="*/ 2294162 w 10450132"/>
              <a:gd name="connsiteY9621" fmla="*/ 1753342 h 5450835"/>
              <a:gd name="connsiteX9622" fmla="*/ 2289631 w 10450132"/>
              <a:gd name="connsiteY9622" fmla="*/ 1745460 h 5450835"/>
              <a:gd name="connsiteX9623" fmla="*/ 2289631 w 10450132"/>
              <a:gd name="connsiteY9623" fmla="*/ 1744606 h 5450835"/>
              <a:gd name="connsiteX9624" fmla="*/ 2294162 w 10450132"/>
              <a:gd name="connsiteY9624" fmla="*/ 1736725 h 5450835"/>
              <a:gd name="connsiteX9625" fmla="*/ 2294950 w 10450132"/>
              <a:gd name="connsiteY9625" fmla="*/ 1736265 h 5450835"/>
              <a:gd name="connsiteX9626" fmla="*/ 2040660 w 10450132"/>
              <a:gd name="connsiteY9626" fmla="*/ 1736265 h 5450835"/>
              <a:gd name="connsiteX9627" fmla="*/ 2049724 w 10450132"/>
              <a:gd name="connsiteY9627" fmla="*/ 1736265 h 5450835"/>
              <a:gd name="connsiteX9628" fmla="*/ 2050512 w 10450132"/>
              <a:gd name="connsiteY9628" fmla="*/ 1736725 h 5450835"/>
              <a:gd name="connsiteX9629" fmla="*/ 2050563 w 10450132"/>
              <a:gd name="connsiteY9629" fmla="*/ 1736814 h 5450835"/>
              <a:gd name="connsiteX9630" fmla="*/ 2050636 w 10450132"/>
              <a:gd name="connsiteY9630" fmla="*/ 1736856 h 5450835"/>
              <a:gd name="connsiteX9631" fmla="*/ 2055168 w 10450132"/>
              <a:gd name="connsiteY9631" fmla="*/ 1744738 h 5450835"/>
              <a:gd name="connsiteX9632" fmla="*/ 2055168 w 10450132"/>
              <a:gd name="connsiteY9632" fmla="*/ 1745591 h 5450835"/>
              <a:gd name="connsiteX9633" fmla="*/ 2050636 w 10450132"/>
              <a:gd name="connsiteY9633" fmla="*/ 1753474 h 5450835"/>
              <a:gd name="connsiteX9634" fmla="*/ 2049847 w 10450132"/>
              <a:gd name="connsiteY9634" fmla="*/ 1753934 h 5450835"/>
              <a:gd name="connsiteX9635" fmla="*/ 2040784 w 10450132"/>
              <a:gd name="connsiteY9635" fmla="*/ 1753934 h 5450835"/>
              <a:gd name="connsiteX9636" fmla="*/ 2039994 w 10450132"/>
              <a:gd name="connsiteY9636" fmla="*/ 1753474 h 5450835"/>
              <a:gd name="connsiteX9637" fmla="*/ 2039943 w 10450132"/>
              <a:gd name="connsiteY9637" fmla="*/ 1753385 h 5450835"/>
              <a:gd name="connsiteX9638" fmla="*/ 2039871 w 10450132"/>
              <a:gd name="connsiteY9638" fmla="*/ 1753343 h 5450835"/>
              <a:gd name="connsiteX9639" fmla="*/ 2035337 w 10450132"/>
              <a:gd name="connsiteY9639" fmla="*/ 1745460 h 5450835"/>
              <a:gd name="connsiteX9640" fmla="*/ 2035337 w 10450132"/>
              <a:gd name="connsiteY9640" fmla="*/ 1744606 h 5450835"/>
              <a:gd name="connsiteX9641" fmla="*/ 2039871 w 10450132"/>
              <a:gd name="connsiteY9641" fmla="*/ 1736725 h 5450835"/>
              <a:gd name="connsiteX9642" fmla="*/ 2040660 w 10450132"/>
              <a:gd name="connsiteY9642" fmla="*/ 1736265 h 5450835"/>
              <a:gd name="connsiteX9643" fmla="*/ 1786175 w 10450132"/>
              <a:gd name="connsiteY9643" fmla="*/ 1736265 h 5450835"/>
              <a:gd name="connsiteX9644" fmla="*/ 1795240 w 10450132"/>
              <a:gd name="connsiteY9644" fmla="*/ 1736265 h 5450835"/>
              <a:gd name="connsiteX9645" fmla="*/ 1796028 w 10450132"/>
              <a:gd name="connsiteY9645" fmla="*/ 1736725 h 5450835"/>
              <a:gd name="connsiteX9646" fmla="*/ 1800559 w 10450132"/>
              <a:gd name="connsiteY9646" fmla="*/ 1744606 h 5450835"/>
              <a:gd name="connsiteX9647" fmla="*/ 1800559 w 10450132"/>
              <a:gd name="connsiteY9647" fmla="*/ 1745460 h 5450835"/>
              <a:gd name="connsiteX9648" fmla="*/ 1796028 w 10450132"/>
              <a:gd name="connsiteY9648" fmla="*/ 1753343 h 5450835"/>
              <a:gd name="connsiteX9649" fmla="*/ 1795240 w 10450132"/>
              <a:gd name="connsiteY9649" fmla="*/ 1753802 h 5450835"/>
              <a:gd name="connsiteX9650" fmla="*/ 1795236 w 10450132"/>
              <a:gd name="connsiteY9650" fmla="*/ 1753802 h 5450835"/>
              <a:gd name="connsiteX9651" fmla="*/ 1795227 w 10450132"/>
              <a:gd name="connsiteY9651" fmla="*/ 1753807 h 5450835"/>
              <a:gd name="connsiteX9652" fmla="*/ 1786162 w 10450132"/>
              <a:gd name="connsiteY9652" fmla="*/ 1753807 h 5450835"/>
              <a:gd name="connsiteX9653" fmla="*/ 1785374 w 10450132"/>
              <a:gd name="connsiteY9653" fmla="*/ 1753349 h 5450835"/>
              <a:gd name="connsiteX9654" fmla="*/ 1780842 w 10450132"/>
              <a:gd name="connsiteY9654" fmla="*/ 1745466 h 5450835"/>
              <a:gd name="connsiteX9655" fmla="*/ 1780842 w 10450132"/>
              <a:gd name="connsiteY9655" fmla="*/ 1744612 h 5450835"/>
              <a:gd name="connsiteX9656" fmla="*/ 1785374 w 10450132"/>
              <a:gd name="connsiteY9656" fmla="*/ 1736731 h 5450835"/>
              <a:gd name="connsiteX9657" fmla="*/ 1786162 w 10450132"/>
              <a:gd name="connsiteY9657" fmla="*/ 1736271 h 5450835"/>
              <a:gd name="connsiteX9658" fmla="*/ 1786165 w 10450132"/>
              <a:gd name="connsiteY9658" fmla="*/ 1736271 h 5450835"/>
              <a:gd name="connsiteX9659" fmla="*/ 1531818 w 10450132"/>
              <a:gd name="connsiteY9659" fmla="*/ 1736265 h 5450835"/>
              <a:gd name="connsiteX9660" fmla="*/ 1540881 w 10450132"/>
              <a:gd name="connsiteY9660" fmla="*/ 1736265 h 5450835"/>
              <a:gd name="connsiteX9661" fmla="*/ 1541670 w 10450132"/>
              <a:gd name="connsiteY9661" fmla="*/ 1736725 h 5450835"/>
              <a:gd name="connsiteX9662" fmla="*/ 1541694 w 10450132"/>
              <a:gd name="connsiteY9662" fmla="*/ 1736767 h 5450835"/>
              <a:gd name="connsiteX9663" fmla="*/ 1541748 w 10450132"/>
              <a:gd name="connsiteY9663" fmla="*/ 1736798 h 5450835"/>
              <a:gd name="connsiteX9664" fmla="*/ 1546279 w 10450132"/>
              <a:gd name="connsiteY9664" fmla="*/ 1744680 h 5450835"/>
              <a:gd name="connsiteX9665" fmla="*/ 1546279 w 10450132"/>
              <a:gd name="connsiteY9665" fmla="*/ 1745533 h 5450835"/>
              <a:gd name="connsiteX9666" fmla="*/ 1541748 w 10450132"/>
              <a:gd name="connsiteY9666" fmla="*/ 1753416 h 5450835"/>
              <a:gd name="connsiteX9667" fmla="*/ 1540959 w 10450132"/>
              <a:gd name="connsiteY9667" fmla="*/ 1753875 h 5450835"/>
              <a:gd name="connsiteX9668" fmla="*/ 1531895 w 10450132"/>
              <a:gd name="connsiteY9668" fmla="*/ 1753875 h 5450835"/>
              <a:gd name="connsiteX9669" fmla="*/ 1531107 w 10450132"/>
              <a:gd name="connsiteY9669" fmla="*/ 1753416 h 5450835"/>
              <a:gd name="connsiteX9670" fmla="*/ 1531083 w 10450132"/>
              <a:gd name="connsiteY9670" fmla="*/ 1753374 h 5450835"/>
              <a:gd name="connsiteX9671" fmla="*/ 1531030 w 10450132"/>
              <a:gd name="connsiteY9671" fmla="*/ 1753343 h 5450835"/>
              <a:gd name="connsiteX9672" fmla="*/ 1526497 w 10450132"/>
              <a:gd name="connsiteY9672" fmla="*/ 1745460 h 5450835"/>
              <a:gd name="connsiteX9673" fmla="*/ 1526497 w 10450132"/>
              <a:gd name="connsiteY9673" fmla="*/ 1744606 h 5450835"/>
              <a:gd name="connsiteX9674" fmla="*/ 1531030 w 10450132"/>
              <a:gd name="connsiteY9674" fmla="*/ 1736725 h 5450835"/>
              <a:gd name="connsiteX9675" fmla="*/ 1531818 w 10450132"/>
              <a:gd name="connsiteY9675" fmla="*/ 1736265 h 5450835"/>
              <a:gd name="connsiteX9676" fmla="*/ 1277499 w 10450132"/>
              <a:gd name="connsiteY9676" fmla="*/ 1736265 h 5450835"/>
              <a:gd name="connsiteX9677" fmla="*/ 1286563 w 10450132"/>
              <a:gd name="connsiteY9677" fmla="*/ 1736265 h 5450835"/>
              <a:gd name="connsiteX9678" fmla="*/ 1287353 w 10450132"/>
              <a:gd name="connsiteY9678" fmla="*/ 1736725 h 5450835"/>
              <a:gd name="connsiteX9679" fmla="*/ 1291883 w 10450132"/>
              <a:gd name="connsiteY9679" fmla="*/ 1744606 h 5450835"/>
              <a:gd name="connsiteX9680" fmla="*/ 1291883 w 10450132"/>
              <a:gd name="connsiteY9680" fmla="*/ 1745460 h 5450835"/>
              <a:gd name="connsiteX9681" fmla="*/ 1291879 w 10450132"/>
              <a:gd name="connsiteY9681" fmla="*/ 1745467 h 5450835"/>
              <a:gd name="connsiteX9682" fmla="*/ 1291879 w 10450132"/>
              <a:gd name="connsiteY9682" fmla="*/ 1745523 h 5450835"/>
              <a:gd name="connsiteX9683" fmla="*/ 1287346 w 10450132"/>
              <a:gd name="connsiteY9683" fmla="*/ 1753404 h 5450835"/>
              <a:gd name="connsiteX9684" fmla="*/ 1286560 w 10450132"/>
              <a:gd name="connsiteY9684" fmla="*/ 1753864 h 5450835"/>
              <a:gd name="connsiteX9685" fmla="*/ 1277494 w 10450132"/>
              <a:gd name="connsiteY9685" fmla="*/ 1753864 h 5450835"/>
              <a:gd name="connsiteX9686" fmla="*/ 1276706 w 10450132"/>
              <a:gd name="connsiteY9686" fmla="*/ 1753404 h 5450835"/>
              <a:gd name="connsiteX9687" fmla="*/ 1272175 w 10450132"/>
              <a:gd name="connsiteY9687" fmla="*/ 1745523 h 5450835"/>
              <a:gd name="connsiteX9688" fmla="*/ 1272175 w 10450132"/>
              <a:gd name="connsiteY9688" fmla="*/ 1744668 h 5450835"/>
              <a:gd name="connsiteX9689" fmla="*/ 1272180 w 10450132"/>
              <a:gd name="connsiteY9689" fmla="*/ 1744660 h 5450835"/>
              <a:gd name="connsiteX9690" fmla="*/ 1272180 w 10450132"/>
              <a:gd name="connsiteY9690" fmla="*/ 1744606 h 5450835"/>
              <a:gd name="connsiteX9691" fmla="*/ 1276712 w 10450132"/>
              <a:gd name="connsiteY9691" fmla="*/ 1736725 h 5450835"/>
              <a:gd name="connsiteX9692" fmla="*/ 1277499 w 10450132"/>
              <a:gd name="connsiteY9692" fmla="*/ 1736265 h 5450835"/>
              <a:gd name="connsiteX9693" fmla="*/ 1023044 w 10450132"/>
              <a:gd name="connsiteY9693" fmla="*/ 1736265 h 5450835"/>
              <a:gd name="connsiteX9694" fmla="*/ 1032107 w 10450132"/>
              <a:gd name="connsiteY9694" fmla="*/ 1736265 h 5450835"/>
              <a:gd name="connsiteX9695" fmla="*/ 1032895 w 10450132"/>
              <a:gd name="connsiteY9695" fmla="*/ 1736725 h 5450835"/>
              <a:gd name="connsiteX9696" fmla="*/ 1032913 w 10450132"/>
              <a:gd name="connsiteY9696" fmla="*/ 1736757 h 5450835"/>
              <a:gd name="connsiteX9697" fmla="*/ 1033003 w 10450132"/>
              <a:gd name="connsiteY9697" fmla="*/ 1736809 h 5450835"/>
              <a:gd name="connsiteX9698" fmla="*/ 1037535 w 10450132"/>
              <a:gd name="connsiteY9698" fmla="*/ 1744692 h 5450835"/>
              <a:gd name="connsiteX9699" fmla="*/ 1037535 w 10450132"/>
              <a:gd name="connsiteY9699" fmla="*/ 1745544 h 5450835"/>
              <a:gd name="connsiteX9700" fmla="*/ 1033003 w 10450132"/>
              <a:gd name="connsiteY9700" fmla="*/ 1753428 h 5450835"/>
              <a:gd name="connsiteX9701" fmla="*/ 1032214 w 10450132"/>
              <a:gd name="connsiteY9701" fmla="*/ 1753887 h 5450835"/>
              <a:gd name="connsiteX9702" fmla="*/ 1023151 w 10450132"/>
              <a:gd name="connsiteY9702" fmla="*/ 1753887 h 5450835"/>
              <a:gd name="connsiteX9703" fmla="*/ 1022362 w 10450132"/>
              <a:gd name="connsiteY9703" fmla="*/ 1753428 h 5450835"/>
              <a:gd name="connsiteX9704" fmla="*/ 1022342 w 10450132"/>
              <a:gd name="connsiteY9704" fmla="*/ 1753392 h 5450835"/>
              <a:gd name="connsiteX9705" fmla="*/ 1022257 w 10450132"/>
              <a:gd name="connsiteY9705" fmla="*/ 1753343 h 5450835"/>
              <a:gd name="connsiteX9706" fmla="*/ 1017722 w 10450132"/>
              <a:gd name="connsiteY9706" fmla="*/ 1745460 h 5450835"/>
              <a:gd name="connsiteX9707" fmla="*/ 1017722 w 10450132"/>
              <a:gd name="connsiteY9707" fmla="*/ 1744606 h 5450835"/>
              <a:gd name="connsiteX9708" fmla="*/ 1022257 w 10450132"/>
              <a:gd name="connsiteY9708" fmla="*/ 1736725 h 5450835"/>
              <a:gd name="connsiteX9709" fmla="*/ 1023044 w 10450132"/>
              <a:gd name="connsiteY9709" fmla="*/ 1736265 h 5450835"/>
              <a:gd name="connsiteX9710" fmla="*/ 768579 w 10450132"/>
              <a:gd name="connsiteY9710" fmla="*/ 1736265 h 5450835"/>
              <a:gd name="connsiteX9711" fmla="*/ 777642 w 10450132"/>
              <a:gd name="connsiteY9711" fmla="*/ 1736265 h 5450835"/>
              <a:gd name="connsiteX9712" fmla="*/ 778430 w 10450132"/>
              <a:gd name="connsiteY9712" fmla="*/ 1736725 h 5450835"/>
              <a:gd name="connsiteX9713" fmla="*/ 778439 w 10450132"/>
              <a:gd name="connsiteY9713" fmla="*/ 1736741 h 5450835"/>
              <a:gd name="connsiteX9714" fmla="*/ 778557 w 10450132"/>
              <a:gd name="connsiteY9714" fmla="*/ 1736809 h 5450835"/>
              <a:gd name="connsiteX9715" fmla="*/ 783088 w 10450132"/>
              <a:gd name="connsiteY9715" fmla="*/ 1744692 h 5450835"/>
              <a:gd name="connsiteX9716" fmla="*/ 783088 w 10450132"/>
              <a:gd name="connsiteY9716" fmla="*/ 1745546 h 5450835"/>
              <a:gd name="connsiteX9717" fmla="*/ 778557 w 10450132"/>
              <a:gd name="connsiteY9717" fmla="*/ 1753429 h 5450835"/>
              <a:gd name="connsiteX9718" fmla="*/ 777768 w 10450132"/>
              <a:gd name="connsiteY9718" fmla="*/ 1753887 h 5450835"/>
              <a:gd name="connsiteX9719" fmla="*/ 768704 w 10450132"/>
              <a:gd name="connsiteY9719" fmla="*/ 1753887 h 5450835"/>
              <a:gd name="connsiteX9720" fmla="*/ 767916 w 10450132"/>
              <a:gd name="connsiteY9720" fmla="*/ 1753429 h 5450835"/>
              <a:gd name="connsiteX9721" fmla="*/ 767905 w 10450132"/>
              <a:gd name="connsiteY9721" fmla="*/ 1753409 h 5450835"/>
              <a:gd name="connsiteX9722" fmla="*/ 767791 w 10450132"/>
              <a:gd name="connsiteY9722" fmla="*/ 1753343 h 5450835"/>
              <a:gd name="connsiteX9723" fmla="*/ 763258 w 10450132"/>
              <a:gd name="connsiteY9723" fmla="*/ 1745460 h 5450835"/>
              <a:gd name="connsiteX9724" fmla="*/ 763258 w 10450132"/>
              <a:gd name="connsiteY9724" fmla="*/ 1744606 h 5450835"/>
              <a:gd name="connsiteX9725" fmla="*/ 767791 w 10450132"/>
              <a:gd name="connsiteY9725" fmla="*/ 1736725 h 5450835"/>
              <a:gd name="connsiteX9726" fmla="*/ 768579 w 10450132"/>
              <a:gd name="connsiteY9726" fmla="*/ 1736265 h 5450835"/>
              <a:gd name="connsiteX9727" fmla="*/ 514309 w 10450132"/>
              <a:gd name="connsiteY9727" fmla="*/ 1736265 h 5450835"/>
              <a:gd name="connsiteX9728" fmla="*/ 523372 w 10450132"/>
              <a:gd name="connsiteY9728" fmla="*/ 1736265 h 5450835"/>
              <a:gd name="connsiteX9729" fmla="*/ 524160 w 10450132"/>
              <a:gd name="connsiteY9729" fmla="*/ 1736725 h 5450835"/>
              <a:gd name="connsiteX9730" fmla="*/ 528692 w 10450132"/>
              <a:gd name="connsiteY9730" fmla="*/ 1744606 h 5450835"/>
              <a:gd name="connsiteX9731" fmla="*/ 528692 w 10450132"/>
              <a:gd name="connsiteY9731" fmla="*/ 1745460 h 5450835"/>
              <a:gd name="connsiteX9732" fmla="*/ 528676 w 10450132"/>
              <a:gd name="connsiteY9732" fmla="*/ 1745488 h 5450835"/>
              <a:gd name="connsiteX9733" fmla="*/ 528676 w 10450132"/>
              <a:gd name="connsiteY9733" fmla="*/ 1745525 h 5450835"/>
              <a:gd name="connsiteX9734" fmla="*/ 524144 w 10450132"/>
              <a:gd name="connsiteY9734" fmla="*/ 1753408 h 5450835"/>
              <a:gd name="connsiteX9735" fmla="*/ 523356 w 10450132"/>
              <a:gd name="connsiteY9735" fmla="*/ 1753867 h 5450835"/>
              <a:gd name="connsiteX9736" fmla="*/ 514293 w 10450132"/>
              <a:gd name="connsiteY9736" fmla="*/ 1753867 h 5450835"/>
              <a:gd name="connsiteX9737" fmla="*/ 513505 w 10450132"/>
              <a:gd name="connsiteY9737" fmla="*/ 1753408 h 5450835"/>
              <a:gd name="connsiteX9738" fmla="*/ 508971 w 10450132"/>
              <a:gd name="connsiteY9738" fmla="*/ 1745525 h 5450835"/>
              <a:gd name="connsiteX9739" fmla="*/ 508971 w 10450132"/>
              <a:gd name="connsiteY9739" fmla="*/ 1744671 h 5450835"/>
              <a:gd name="connsiteX9740" fmla="*/ 508989 w 10450132"/>
              <a:gd name="connsiteY9740" fmla="*/ 1744640 h 5450835"/>
              <a:gd name="connsiteX9741" fmla="*/ 508989 w 10450132"/>
              <a:gd name="connsiteY9741" fmla="*/ 1744606 h 5450835"/>
              <a:gd name="connsiteX9742" fmla="*/ 513522 w 10450132"/>
              <a:gd name="connsiteY9742" fmla="*/ 1736725 h 5450835"/>
              <a:gd name="connsiteX9743" fmla="*/ 514309 w 10450132"/>
              <a:gd name="connsiteY9743" fmla="*/ 1736265 h 5450835"/>
              <a:gd name="connsiteX9744" fmla="*/ 259932 w 10450132"/>
              <a:gd name="connsiteY9744" fmla="*/ 1736265 h 5450835"/>
              <a:gd name="connsiteX9745" fmla="*/ 268996 w 10450132"/>
              <a:gd name="connsiteY9745" fmla="*/ 1736265 h 5450835"/>
              <a:gd name="connsiteX9746" fmla="*/ 269784 w 10450132"/>
              <a:gd name="connsiteY9746" fmla="*/ 1736725 h 5450835"/>
              <a:gd name="connsiteX9747" fmla="*/ 273754 w 10450132"/>
              <a:gd name="connsiteY9747" fmla="*/ 1743631 h 5450835"/>
              <a:gd name="connsiteX9748" fmla="*/ 274379 w 10450132"/>
              <a:gd name="connsiteY9748" fmla="*/ 1744717 h 5450835"/>
              <a:gd name="connsiteX9749" fmla="*/ 274379 w 10450132"/>
              <a:gd name="connsiteY9749" fmla="*/ 1745572 h 5450835"/>
              <a:gd name="connsiteX9750" fmla="*/ 269847 w 10450132"/>
              <a:gd name="connsiteY9750" fmla="*/ 1753454 h 5450835"/>
              <a:gd name="connsiteX9751" fmla="*/ 269059 w 10450132"/>
              <a:gd name="connsiteY9751" fmla="*/ 1753914 h 5450835"/>
              <a:gd name="connsiteX9752" fmla="*/ 259995 w 10450132"/>
              <a:gd name="connsiteY9752" fmla="*/ 1753914 h 5450835"/>
              <a:gd name="connsiteX9753" fmla="*/ 259206 w 10450132"/>
              <a:gd name="connsiteY9753" fmla="*/ 1753454 h 5450835"/>
              <a:gd name="connsiteX9754" fmla="*/ 254675 w 10450132"/>
              <a:gd name="connsiteY9754" fmla="*/ 1745572 h 5450835"/>
              <a:gd name="connsiteX9755" fmla="*/ 254611 w 10450132"/>
              <a:gd name="connsiteY9755" fmla="*/ 1745460 h 5450835"/>
              <a:gd name="connsiteX9756" fmla="*/ 254611 w 10450132"/>
              <a:gd name="connsiteY9756" fmla="*/ 1744606 h 5450835"/>
              <a:gd name="connsiteX9757" fmla="*/ 259143 w 10450132"/>
              <a:gd name="connsiteY9757" fmla="*/ 1736725 h 5450835"/>
              <a:gd name="connsiteX9758" fmla="*/ 259932 w 10450132"/>
              <a:gd name="connsiteY9758" fmla="*/ 1736265 h 5450835"/>
              <a:gd name="connsiteX9759" fmla="*/ 5490 w 10450132"/>
              <a:gd name="connsiteY9759" fmla="*/ 1736265 h 5450835"/>
              <a:gd name="connsiteX9760" fmla="*/ 14554 w 10450132"/>
              <a:gd name="connsiteY9760" fmla="*/ 1736265 h 5450835"/>
              <a:gd name="connsiteX9761" fmla="*/ 15342 w 10450132"/>
              <a:gd name="connsiteY9761" fmla="*/ 1736725 h 5450835"/>
              <a:gd name="connsiteX9762" fmla="*/ 15374 w 10450132"/>
              <a:gd name="connsiteY9762" fmla="*/ 1736780 h 5450835"/>
              <a:gd name="connsiteX9763" fmla="*/ 15448 w 10450132"/>
              <a:gd name="connsiteY9763" fmla="*/ 1736823 h 5450835"/>
              <a:gd name="connsiteX9764" fmla="*/ 19979 w 10450132"/>
              <a:gd name="connsiteY9764" fmla="*/ 1744706 h 5450835"/>
              <a:gd name="connsiteX9765" fmla="*/ 19979 w 10450132"/>
              <a:gd name="connsiteY9765" fmla="*/ 1745559 h 5450835"/>
              <a:gd name="connsiteX9766" fmla="*/ 15448 w 10450132"/>
              <a:gd name="connsiteY9766" fmla="*/ 1753441 h 5450835"/>
              <a:gd name="connsiteX9767" fmla="*/ 14659 w 10450132"/>
              <a:gd name="connsiteY9767" fmla="*/ 1753901 h 5450835"/>
              <a:gd name="connsiteX9768" fmla="*/ 5596 w 10450132"/>
              <a:gd name="connsiteY9768" fmla="*/ 1753901 h 5450835"/>
              <a:gd name="connsiteX9769" fmla="*/ 4807 w 10450132"/>
              <a:gd name="connsiteY9769" fmla="*/ 1753441 h 5450835"/>
              <a:gd name="connsiteX9770" fmla="*/ 4776 w 10450132"/>
              <a:gd name="connsiteY9770" fmla="*/ 1753387 h 5450835"/>
              <a:gd name="connsiteX9771" fmla="*/ 4701 w 10450132"/>
              <a:gd name="connsiteY9771" fmla="*/ 1753343 h 5450835"/>
              <a:gd name="connsiteX9772" fmla="*/ 169 w 10450132"/>
              <a:gd name="connsiteY9772" fmla="*/ 1745460 h 5450835"/>
              <a:gd name="connsiteX9773" fmla="*/ 169 w 10450132"/>
              <a:gd name="connsiteY9773" fmla="*/ 1744606 h 5450835"/>
              <a:gd name="connsiteX9774" fmla="*/ 4701 w 10450132"/>
              <a:gd name="connsiteY9774" fmla="*/ 1736725 h 5450835"/>
              <a:gd name="connsiteX9775" fmla="*/ 5490 w 10450132"/>
              <a:gd name="connsiteY9775" fmla="*/ 1736265 h 5450835"/>
              <a:gd name="connsiteX9776" fmla="*/ 9672481 w 10450132"/>
              <a:gd name="connsiteY9776" fmla="*/ 1519370 h 5450835"/>
              <a:gd name="connsiteX9777" fmla="*/ 9681545 w 10450132"/>
              <a:gd name="connsiteY9777" fmla="*/ 1519370 h 5450835"/>
              <a:gd name="connsiteX9778" fmla="*/ 9682333 w 10450132"/>
              <a:gd name="connsiteY9778" fmla="*/ 1519830 h 5450835"/>
              <a:gd name="connsiteX9779" fmla="*/ 9686865 w 10450132"/>
              <a:gd name="connsiteY9779" fmla="*/ 1527710 h 5450835"/>
              <a:gd name="connsiteX9780" fmla="*/ 9686865 w 10450132"/>
              <a:gd name="connsiteY9780" fmla="*/ 1528565 h 5450835"/>
              <a:gd name="connsiteX9781" fmla="*/ 9682333 w 10450132"/>
              <a:gd name="connsiteY9781" fmla="*/ 1536448 h 5450835"/>
              <a:gd name="connsiteX9782" fmla="*/ 9681545 w 10450132"/>
              <a:gd name="connsiteY9782" fmla="*/ 1536906 h 5450835"/>
              <a:gd name="connsiteX9783" fmla="*/ 9672481 w 10450132"/>
              <a:gd name="connsiteY9783" fmla="*/ 1536906 h 5450835"/>
              <a:gd name="connsiteX9784" fmla="*/ 9671693 w 10450132"/>
              <a:gd name="connsiteY9784" fmla="*/ 1536448 h 5450835"/>
              <a:gd name="connsiteX9785" fmla="*/ 9667160 w 10450132"/>
              <a:gd name="connsiteY9785" fmla="*/ 1528565 h 5450835"/>
              <a:gd name="connsiteX9786" fmla="*/ 9667160 w 10450132"/>
              <a:gd name="connsiteY9786" fmla="*/ 1527710 h 5450835"/>
              <a:gd name="connsiteX9787" fmla="*/ 9671693 w 10450132"/>
              <a:gd name="connsiteY9787" fmla="*/ 1519830 h 5450835"/>
              <a:gd name="connsiteX9788" fmla="*/ 9672481 w 10450132"/>
              <a:gd name="connsiteY9788" fmla="*/ 1519370 h 5450835"/>
              <a:gd name="connsiteX9789" fmla="*/ 7891684 w 10450132"/>
              <a:gd name="connsiteY9789" fmla="*/ 1519367 h 5450835"/>
              <a:gd name="connsiteX9790" fmla="*/ 7900748 w 10450132"/>
              <a:gd name="connsiteY9790" fmla="*/ 1519367 h 5450835"/>
              <a:gd name="connsiteX9791" fmla="*/ 7901536 w 10450132"/>
              <a:gd name="connsiteY9791" fmla="*/ 1519826 h 5450835"/>
              <a:gd name="connsiteX9792" fmla="*/ 7906067 w 10450132"/>
              <a:gd name="connsiteY9792" fmla="*/ 1527709 h 5450835"/>
              <a:gd name="connsiteX9793" fmla="*/ 7906067 w 10450132"/>
              <a:gd name="connsiteY9793" fmla="*/ 1528562 h 5450835"/>
              <a:gd name="connsiteX9794" fmla="*/ 7901536 w 10450132"/>
              <a:gd name="connsiteY9794" fmla="*/ 1536445 h 5450835"/>
              <a:gd name="connsiteX9795" fmla="*/ 7900748 w 10450132"/>
              <a:gd name="connsiteY9795" fmla="*/ 1536905 h 5450835"/>
              <a:gd name="connsiteX9796" fmla="*/ 7891684 w 10450132"/>
              <a:gd name="connsiteY9796" fmla="*/ 1536905 h 5450835"/>
              <a:gd name="connsiteX9797" fmla="*/ 7890896 w 10450132"/>
              <a:gd name="connsiteY9797" fmla="*/ 1536445 h 5450835"/>
              <a:gd name="connsiteX9798" fmla="*/ 7886363 w 10450132"/>
              <a:gd name="connsiteY9798" fmla="*/ 1528562 h 5450835"/>
              <a:gd name="connsiteX9799" fmla="*/ 7886363 w 10450132"/>
              <a:gd name="connsiteY9799" fmla="*/ 1527709 h 5450835"/>
              <a:gd name="connsiteX9800" fmla="*/ 7890896 w 10450132"/>
              <a:gd name="connsiteY9800" fmla="*/ 1519826 h 5450835"/>
              <a:gd name="connsiteX9801" fmla="*/ 7891684 w 10450132"/>
              <a:gd name="connsiteY9801" fmla="*/ 1519367 h 5450835"/>
              <a:gd name="connsiteX9802" fmla="*/ 8400511 w 10450132"/>
              <a:gd name="connsiteY9802" fmla="*/ 1519365 h 5450835"/>
              <a:gd name="connsiteX9803" fmla="*/ 8409575 w 10450132"/>
              <a:gd name="connsiteY9803" fmla="*/ 1519365 h 5450835"/>
              <a:gd name="connsiteX9804" fmla="*/ 8410363 w 10450132"/>
              <a:gd name="connsiteY9804" fmla="*/ 1519824 h 5450835"/>
              <a:gd name="connsiteX9805" fmla="*/ 8414896 w 10450132"/>
              <a:gd name="connsiteY9805" fmla="*/ 1527707 h 5450835"/>
              <a:gd name="connsiteX9806" fmla="*/ 8414896 w 10450132"/>
              <a:gd name="connsiteY9806" fmla="*/ 1528560 h 5450835"/>
              <a:gd name="connsiteX9807" fmla="*/ 8410363 w 10450132"/>
              <a:gd name="connsiteY9807" fmla="*/ 1536443 h 5450835"/>
              <a:gd name="connsiteX9808" fmla="*/ 8409575 w 10450132"/>
              <a:gd name="connsiteY9808" fmla="*/ 1536904 h 5450835"/>
              <a:gd name="connsiteX9809" fmla="*/ 8400511 w 10450132"/>
              <a:gd name="connsiteY9809" fmla="*/ 1536904 h 5450835"/>
              <a:gd name="connsiteX9810" fmla="*/ 8399723 w 10450132"/>
              <a:gd name="connsiteY9810" fmla="*/ 1536443 h 5450835"/>
              <a:gd name="connsiteX9811" fmla="*/ 8395191 w 10450132"/>
              <a:gd name="connsiteY9811" fmla="*/ 1528560 h 5450835"/>
              <a:gd name="connsiteX9812" fmla="*/ 8395191 w 10450132"/>
              <a:gd name="connsiteY9812" fmla="*/ 1527707 h 5450835"/>
              <a:gd name="connsiteX9813" fmla="*/ 8399723 w 10450132"/>
              <a:gd name="connsiteY9813" fmla="*/ 1519824 h 5450835"/>
              <a:gd name="connsiteX9814" fmla="*/ 8400511 w 10450132"/>
              <a:gd name="connsiteY9814" fmla="*/ 1519365 h 5450835"/>
              <a:gd name="connsiteX9815" fmla="*/ 9163654 w 10450132"/>
              <a:gd name="connsiteY9815" fmla="*/ 1519363 h 5450835"/>
              <a:gd name="connsiteX9816" fmla="*/ 9172718 w 10450132"/>
              <a:gd name="connsiteY9816" fmla="*/ 1519363 h 5450835"/>
              <a:gd name="connsiteX9817" fmla="*/ 9173506 w 10450132"/>
              <a:gd name="connsiteY9817" fmla="*/ 1519824 h 5450835"/>
              <a:gd name="connsiteX9818" fmla="*/ 9178038 w 10450132"/>
              <a:gd name="connsiteY9818" fmla="*/ 1527705 h 5450835"/>
              <a:gd name="connsiteX9819" fmla="*/ 9178038 w 10450132"/>
              <a:gd name="connsiteY9819" fmla="*/ 1528559 h 5450835"/>
              <a:gd name="connsiteX9820" fmla="*/ 9173506 w 10450132"/>
              <a:gd name="connsiteY9820" fmla="*/ 1536441 h 5450835"/>
              <a:gd name="connsiteX9821" fmla="*/ 9172718 w 10450132"/>
              <a:gd name="connsiteY9821" fmla="*/ 1536901 h 5450835"/>
              <a:gd name="connsiteX9822" fmla="*/ 9163654 w 10450132"/>
              <a:gd name="connsiteY9822" fmla="*/ 1536901 h 5450835"/>
              <a:gd name="connsiteX9823" fmla="*/ 9162866 w 10450132"/>
              <a:gd name="connsiteY9823" fmla="*/ 1536441 h 5450835"/>
              <a:gd name="connsiteX9824" fmla="*/ 9158333 w 10450132"/>
              <a:gd name="connsiteY9824" fmla="*/ 1528559 h 5450835"/>
              <a:gd name="connsiteX9825" fmla="*/ 9158333 w 10450132"/>
              <a:gd name="connsiteY9825" fmla="*/ 1527705 h 5450835"/>
              <a:gd name="connsiteX9826" fmla="*/ 9162866 w 10450132"/>
              <a:gd name="connsiteY9826" fmla="*/ 1519824 h 5450835"/>
              <a:gd name="connsiteX9827" fmla="*/ 9163654 w 10450132"/>
              <a:gd name="connsiteY9827" fmla="*/ 1519363 h 5450835"/>
              <a:gd name="connsiteX9828" fmla="*/ 9418035 w 10450132"/>
              <a:gd name="connsiteY9828" fmla="*/ 1519362 h 5450835"/>
              <a:gd name="connsiteX9829" fmla="*/ 9427099 w 10450132"/>
              <a:gd name="connsiteY9829" fmla="*/ 1519362 h 5450835"/>
              <a:gd name="connsiteX9830" fmla="*/ 9427887 w 10450132"/>
              <a:gd name="connsiteY9830" fmla="*/ 1519824 h 5450835"/>
              <a:gd name="connsiteX9831" fmla="*/ 9432419 w 10450132"/>
              <a:gd name="connsiteY9831" fmla="*/ 1527704 h 5450835"/>
              <a:gd name="connsiteX9832" fmla="*/ 9432419 w 10450132"/>
              <a:gd name="connsiteY9832" fmla="*/ 1528558 h 5450835"/>
              <a:gd name="connsiteX9833" fmla="*/ 9427887 w 10450132"/>
              <a:gd name="connsiteY9833" fmla="*/ 1536441 h 5450835"/>
              <a:gd name="connsiteX9834" fmla="*/ 9427099 w 10450132"/>
              <a:gd name="connsiteY9834" fmla="*/ 1536900 h 5450835"/>
              <a:gd name="connsiteX9835" fmla="*/ 9418035 w 10450132"/>
              <a:gd name="connsiteY9835" fmla="*/ 1536900 h 5450835"/>
              <a:gd name="connsiteX9836" fmla="*/ 9417247 w 10450132"/>
              <a:gd name="connsiteY9836" fmla="*/ 1536441 h 5450835"/>
              <a:gd name="connsiteX9837" fmla="*/ 9412714 w 10450132"/>
              <a:gd name="connsiteY9837" fmla="*/ 1528558 h 5450835"/>
              <a:gd name="connsiteX9838" fmla="*/ 9412714 w 10450132"/>
              <a:gd name="connsiteY9838" fmla="*/ 1527704 h 5450835"/>
              <a:gd name="connsiteX9839" fmla="*/ 9417247 w 10450132"/>
              <a:gd name="connsiteY9839" fmla="*/ 1519824 h 5450835"/>
              <a:gd name="connsiteX9840" fmla="*/ 9418035 w 10450132"/>
              <a:gd name="connsiteY9840" fmla="*/ 1519362 h 5450835"/>
              <a:gd name="connsiteX9841" fmla="*/ 5602126 w 10450132"/>
              <a:gd name="connsiteY9841" fmla="*/ 1519362 h 5450835"/>
              <a:gd name="connsiteX9842" fmla="*/ 5611191 w 10450132"/>
              <a:gd name="connsiteY9842" fmla="*/ 1519362 h 5450835"/>
              <a:gd name="connsiteX9843" fmla="*/ 5611979 w 10450132"/>
              <a:gd name="connsiteY9843" fmla="*/ 1519822 h 5450835"/>
              <a:gd name="connsiteX9844" fmla="*/ 5616511 w 10450132"/>
              <a:gd name="connsiteY9844" fmla="*/ 1527703 h 5450835"/>
              <a:gd name="connsiteX9845" fmla="*/ 5616511 w 10450132"/>
              <a:gd name="connsiteY9845" fmla="*/ 1528557 h 5450835"/>
              <a:gd name="connsiteX9846" fmla="*/ 5611979 w 10450132"/>
              <a:gd name="connsiteY9846" fmla="*/ 1536440 h 5450835"/>
              <a:gd name="connsiteX9847" fmla="*/ 5611191 w 10450132"/>
              <a:gd name="connsiteY9847" fmla="*/ 1536900 h 5450835"/>
              <a:gd name="connsiteX9848" fmla="*/ 5602126 w 10450132"/>
              <a:gd name="connsiteY9848" fmla="*/ 1536900 h 5450835"/>
              <a:gd name="connsiteX9849" fmla="*/ 5601338 w 10450132"/>
              <a:gd name="connsiteY9849" fmla="*/ 1536440 h 5450835"/>
              <a:gd name="connsiteX9850" fmla="*/ 5596807 w 10450132"/>
              <a:gd name="connsiteY9850" fmla="*/ 1528557 h 5450835"/>
              <a:gd name="connsiteX9851" fmla="*/ 5596807 w 10450132"/>
              <a:gd name="connsiteY9851" fmla="*/ 1527703 h 5450835"/>
              <a:gd name="connsiteX9852" fmla="*/ 5601338 w 10450132"/>
              <a:gd name="connsiteY9852" fmla="*/ 1519822 h 5450835"/>
              <a:gd name="connsiteX9853" fmla="*/ 5602126 w 10450132"/>
              <a:gd name="connsiteY9853" fmla="*/ 1519362 h 5450835"/>
              <a:gd name="connsiteX9854" fmla="*/ 4584538 w 10450132"/>
              <a:gd name="connsiteY9854" fmla="*/ 1519344 h 5450835"/>
              <a:gd name="connsiteX9855" fmla="*/ 4593603 w 10450132"/>
              <a:gd name="connsiteY9855" fmla="*/ 1519344 h 5450835"/>
              <a:gd name="connsiteX9856" fmla="*/ 4594390 w 10450132"/>
              <a:gd name="connsiteY9856" fmla="*/ 1519804 h 5450835"/>
              <a:gd name="connsiteX9857" fmla="*/ 4598922 w 10450132"/>
              <a:gd name="connsiteY9857" fmla="*/ 1527687 h 5450835"/>
              <a:gd name="connsiteX9858" fmla="*/ 4598922 w 10450132"/>
              <a:gd name="connsiteY9858" fmla="*/ 1528540 h 5450835"/>
              <a:gd name="connsiteX9859" fmla="*/ 4594390 w 10450132"/>
              <a:gd name="connsiteY9859" fmla="*/ 1536423 h 5450835"/>
              <a:gd name="connsiteX9860" fmla="*/ 4593603 w 10450132"/>
              <a:gd name="connsiteY9860" fmla="*/ 1536884 h 5450835"/>
              <a:gd name="connsiteX9861" fmla="*/ 4584538 w 10450132"/>
              <a:gd name="connsiteY9861" fmla="*/ 1536884 h 5450835"/>
              <a:gd name="connsiteX9862" fmla="*/ 4583749 w 10450132"/>
              <a:gd name="connsiteY9862" fmla="*/ 1536423 h 5450835"/>
              <a:gd name="connsiteX9863" fmla="*/ 4579218 w 10450132"/>
              <a:gd name="connsiteY9863" fmla="*/ 1528540 h 5450835"/>
              <a:gd name="connsiteX9864" fmla="*/ 4579218 w 10450132"/>
              <a:gd name="connsiteY9864" fmla="*/ 1527687 h 5450835"/>
              <a:gd name="connsiteX9865" fmla="*/ 4583749 w 10450132"/>
              <a:gd name="connsiteY9865" fmla="*/ 1519804 h 5450835"/>
              <a:gd name="connsiteX9866" fmla="*/ 4584538 w 10450132"/>
              <a:gd name="connsiteY9866" fmla="*/ 1519344 h 5450835"/>
              <a:gd name="connsiteX9867" fmla="*/ 6110888 w 10450132"/>
              <a:gd name="connsiteY9867" fmla="*/ 1519343 h 5450835"/>
              <a:gd name="connsiteX9868" fmla="*/ 6119953 w 10450132"/>
              <a:gd name="connsiteY9868" fmla="*/ 1519343 h 5450835"/>
              <a:gd name="connsiteX9869" fmla="*/ 6120740 w 10450132"/>
              <a:gd name="connsiteY9869" fmla="*/ 1519803 h 5450835"/>
              <a:gd name="connsiteX9870" fmla="*/ 6125272 w 10450132"/>
              <a:gd name="connsiteY9870" fmla="*/ 1527684 h 5450835"/>
              <a:gd name="connsiteX9871" fmla="*/ 6125272 w 10450132"/>
              <a:gd name="connsiteY9871" fmla="*/ 1528537 h 5450835"/>
              <a:gd name="connsiteX9872" fmla="*/ 6120740 w 10450132"/>
              <a:gd name="connsiteY9872" fmla="*/ 1536420 h 5450835"/>
              <a:gd name="connsiteX9873" fmla="*/ 6119953 w 10450132"/>
              <a:gd name="connsiteY9873" fmla="*/ 1536880 h 5450835"/>
              <a:gd name="connsiteX9874" fmla="*/ 6110888 w 10450132"/>
              <a:gd name="connsiteY9874" fmla="*/ 1536880 h 5450835"/>
              <a:gd name="connsiteX9875" fmla="*/ 6110101 w 10450132"/>
              <a:gd name="connsiteY9875" fmla="*/ 1536420 h 5450835"/>
              <a:gd name="connsiteX9876" fmla="*/ 6105567 w 10450132"/>
              <a:gd name="connsiteY9876" fmla="*/ 1528537 h 5450835"/>
              <a:gd name="connsiteX9877" fmla="*/ 6105567 w 10450132"/>
              <a:gd name="connsiteY9877" fmla="*/ 1527684 h 5450835"/>
              <a:gd name="connsiteX9878" fmla="*/ 6110101 w 10450132"/>
              <a:gd name="connsiteY9878" fmla="*/ 1519803 h 5450835"/>
              <a:gd name="connsiteX9879" fmla="*/ 6110888 w 10450132"/>
              <a:gd name="connsiteY9879" fmla="*/ 1519343 h 5450835"/>
              <a:gd name="connsiteX9880" fmla="*/ 4838919 w 10450132"/>
              <a:gd name="connsiteY9880" fmla="*/ 1519342 h 5450835"/>
              <a:gd name="connsiteX9881" fmla="*/ 4847982 w 10450132"/>
              <a:gd name="connsiteY9881" fmla="*/ 1519342 h 5450835"/>
              <a:gd name="connsiteX9882" fmla="*/ 4848772 w 10450132"/>
              <a:gd name="connsiteY9882" fmla="*/ 1519803 h 5450835"/>
              <a:gd name="connsiteX9883" fmla="*/ 4853303 w 10450132"/>
              <a:gd name="connsiteY9883" fmla="*/ 1527683 h 5450835"/>
              <a:gd name="connsiteX9884" fmla="*/ 4853303 w 10450132"/>
              <a:gd name="connsiteY9884" fmla="*/ 1528537 h 5450835"/>
              <a:gd name="connsiteX9885" fmla="*/ 4848772 w 10450132"/>
              <a:gd name="connsiteY9885" fmla="*/ 1536420 h 5450835"/>
              <a:gd name="connsiteX9886" fmla="*/ 4847982 w 10450132"/>
              <a:gd name="connsiteY9886" fmla="*/ 1536879 h 5450835"/>
              <a:gd name="connsiteX9887" fmla="*/ 4838919 w 10450132"/>
              <a:gd name="connsiteY9887" fmla="*/ 1536879 h 5450835"/>
              <a:gd name="connsiteX9888" fmla="*/ 4838132 w 10450132"/>
              <a:gd name="connsiteY9888" fmla="*/ 1536420 h 5450835"/>
              <a:gd name="connsiteX9889" fmla="*/ 4833598 w 10450132"/>
              <a:gd name="connsiteY9889" fmla="*/ 1528537 h 5450835"/>
              <a:gd name="connsiteX9890" fmla="*/ 4833598 w 10450132"/>
              <a:gd name="connsiteY9890" fmla="*/ 1527683 h 5450835"/>
              <a:gd name="connsiteX9891" fmla="*/ 4838132 w 10450132"/>
              <a:gd name="connsiteY9891" fmla="*/ 1519803 h 5450835"/>
              <a:gd name="connsiteX9892" fmla="*/ 4838919 w 10450132"/>
              <a:gd name="connsiteY9892" fmla="*/ 1519342 h 5450835"/>
              <a:gd name="connsiteX9893" fmla="*/ 7128477 w 10450132"/>
              <a:gd name="connsiteY9893" fmla="*/ 1519338 h 5450835"/>
              <a:gd name="connsiteX9894" fmla="*/ 7137540 w 10450132"/>
              <a:gd name="connsiteY9894" fmla="*/ 1519338 h 5450835"/>
              <a:gd name="connsiteX9895" fmla="*/ 7138328 w 10450132"/>
              <a:gd name="connsiteY9895" fmla="*/ 1519797 h 5450835"/>
              <a:gd name="connsiteX9896" fmla="*/ 7142860 w 10450132"/>
              <a:gd name="connsiteY9896" fmla="*/ 1527679 h 5450835"/>
              <a:gd name="connsiteX9897" fmla="*/ 7142860 w 10450132"/>
              <a:gd name="connsiteY9897" fmla="*/ 1528534 h 5450835"/>
              <a:gd name="connsiteX9898" fmla="*/ 7138328 w 10450132"/>
              <a:gd name="connsiteY9898" fmla="*/ 1536416 h 5450835"/>
              <a:gd name="connsiteX9899" fmla="*/ 7137540 w 10450132"/>
              <a:gd name="connsiteY9899" fmla="*/ 1536875 h 5450835"/>
              <a:gd name="connsiteX9900" fmla="*/ 7128477 w 10450132"/>
              <a:gd name="connsiteY9900" fmla="*/ 1536875 h 5450835"/>
              <a:gd name="connsiteX9901" fmla="*/ 7127689 w 10450132"/>
              <a:gd name="connsiteY9901" fmla="*/ 1536416 h 5450835"/>
              <a:gd name="connsiteX9902" fmla="*/ 7123156 w 10450132"/>
              <a:gd name="connsiteY9902" fmla="*/ 1528534 h 5450835"/>
              <a:gd name="connsiteX9903" fmla="*/ 7123156 w 10450132"/>
              <a:gd name="connsiteY9903" fmla="*/ 1527679 h 5450835"/>
              <a:gd name="connsiteX9904" fmla="*/ 7127689 w 10450132"/>
              <a:gd name="connsiteY9904" fmla="*/ 1519797 h 5450835"/>
              <a:gd name="connsiteX9905" fmla="*/ 7128477 w 10450132"/>
              <a:gd name="connsiteY9905" fmla="*/ 1519338 h 5450835"/>
              <a:gd name="connsiteX9906" fmla="*/ 4330157 w 10450132"/>
              <a:gd name="connsiteY9906" fmla="*/ 1519333 h 5450835"/>
              <a:gd name="connsiteX9907" fmla="*/ 4339222 w 10450132"/>
              <a:gd name="connsiteY9907" fmla="*/ 1519333 h 5450835"/>
              <a:gd name="connsiteX9908" fmla="*/ 4340010 w 10450132"/>
              <a:gd name="connsiteY9908" fmla="*/ 1519793 h 5450835"/>
              <a:gd name="connsiteX9909" fmla="*/ 4344540 w 10450132"/>
              <a:gd name="connsiteY9909" fmla="*/ 1527674 h 5450835"/>
              <a:gd name="connsiteX9910" fmla="*/ 4344540 w 10450132"/>
              <a:gd name="connsiteY9910" fmla="*/ 1528528 h 5450835"/>
              <a:gd name="connsiteX9911" fmla="*/ 4340010 w 10450132"/>
              <a:gd name="connsiteY9911" fmla="*/ 1536411 h 5450835"/>
              <a:gd name="connsiteX9912" fmla="*/ 4339222 w 10450132"/>
              <a:gd name="connsiteY9912" fmla="*/ 1536870 h 5450835"/>
              <a:gd name="connsiteX9913" fmla="*/ 4330157 w 10450132"/>
              <a:gd name="connsiteY9913" fmla="*/ 1536870 h 5450835"/>
              <a:gd name="connsiteX9914" fmla="*/ 4329369 w 10450132"/>
              <a:gd name="connsiteY9914" fmla="*/ 1536411 h 5450835"/>
              <a:gd name="connsiteX9915" fmla="*/ 4324836 w 10450132"/>
              <a:gd name="connsiteY9915" fmla="*/ 1528528 h 5450835"/>
              <a:gd name="connsiteX9916" fmla="*/ 4324836 w 10450132"/>
              <a:gd name="connsiteY9916" fmla="*/ 1527674 h 5450835"/>
              <a:gd name="connsiteX9917" fmla="*/ 4329369 w 10450132"/>
              <a:gd name="connsiteY9917" fmla="*/ 1519793 h 5450835"/>
              <a:gd name="connsiteX9918" fmla="*/ 4330157 w 10450132"/>
              <a:gd name="connsiteY9918" fmla="*/ 1519333 h 5450835"/>
              <a:gd name="connsiteX9919" fmla="*/ 7382923 w 10450132"/>
              <a:gd name="connsiteY9919" fmla="*/ 1519329 h 5450835"/>
              <a:gd name="connsiteX9920" fmla="*/ 7391987 w 10450132"/>
              <a:gd name="connsiteY9920" fmla="*/ 1519329 h 5450835"/>
              <a:gd name="connsiteX9921" fmla="*/ 7392775 w 10450132"/>
              <a:gd name="connsiteY9921" fmla="*/ 1519790 h 5450835"/>
              <a:gd name="connsiteX9922" fmla="*/ 7397307 w 10450132"/>
              <a:gd name="connsiteY9922" fmla="*/ 1527671 h 5450835"/>
              <a:gd name="connsiteX9923" fmla="*/ 7397307 w 10450132"/>
              <a:gd name="connsiteY9923" fmla="*/ 1528525 h 5450835"/>
              <a:gd name="connsiteX9924" fmla="*/ 7392775 w 10450132"/>
              <a:gd name="connsiteY9924" fmla="*/ 1536407 h 5450835"/>
              <a:gd name="connsiteX9925" fmla="*/ 7391987 w 10450132"/>
              <a:gd name="connsiteY9925" fmla="*/ 1536866 h 5450835"/>
              <a:gd name="connsiteX9926" fmla="*/ 7382923 w 10450132"/>
              <a:gd name="connsiteY9926" fmla="*/ 1536866 h 5450835"/>
              <a:gd name="connsiteX9927" fmla="*/ 7382135 w 10450132"/>
              <a:gd name="connsiteY9927" fmla="*/ 1536407 h 5450835"/>
              <a:gd name="connsiteX9928" fmla="*/ 7377602 w 10450132"/>
              <a:gd name="connsiteY9928" fmla="*/ 1528525 h 5450835"/>
              <a:gd name="connsiteX9929" fmla="*/ 7377602 w 10450132"/>
              <a:gd name="connsiteY9929" fmla="*/ 1527671 h 5450835"/>
              <a:gd name="connsiteX9930" fmla="*/ 7382135 w 10450132"/>
              <a:gd name="connsiteY9930" fmla="*/ 1519790 h 5450835"/>
              <a:gd name="connsiteX9931" fmla="*/ 7382923 w 10450132"/>
              <a:gd name="connsiteY9931" fmla="*/ 1519329 h 5450835"/>
              <a:gd name="connsiteX9932" fmla="*/ 5347746 w 10450132"/>
              <a:gd name="connsiteY9932" fmla="*/ 1519329 h 5450835"/>
              <a:gd name="connsiteX9933" fmla="*/ 5356810 w 10450132"/>
              <a:gd name="connsiteY9933" fmla="*/ 1519329 h 5450835"/>
              <a:gd name="connsiteX9934" fmla="*/ 5357598 w 10450132"/>
              <a:gd name="connsiteY9934" fmla="*/ 1519790 h 5450835"/>
              <a:gd name="connsiteX9935" fmla="*/ 5362130 w 10450132"/>
              <a:gd name="connsiteY9935" fmla="*/ 1527670 h 5450835"/>
              <a:gd name="connsiteX9936" fmla="*/ 5362130 w 10450132"/>
              <a:gd name="connsiteY9936" fmla="*/ 1528524 h 5450835"/>
              <a:gd name="connsiteX9937" fmla="*/ 5357598 w 10450132"/>
              <a:gd name="connsiteY9937" fmla="*/ 1536407 h 5450835"/>
              <a:gd name="connsiteX9938" fmla="*/ 5356810 w 10450132"/>
              <a:gd name="connsiteY9938" fmla="*/ 1536866 h 5450835"/>
              <a:gd name="connsiteX9939" fmla="*/ 5347746 w 10450132"/>
              <a:gd name="connsiteY9939" fmla="*/ 1536866 h 5450835"/>
              <a:gd name="connsiteX9940" fmla="*/ 5346958 w 10450132"/>
              <a:gd name="connsiteY9940" fmla="*/ 1536407 h 5450835"/>
              <a:gd name="connsiteX9941" fmla="*/ 5342425 w 10450132"/>
              <a:gd name="connsiteY9941" fmla="*/ 1528524 h 5450835"/>
              <a:gd name="connsiteX9942" fmla="*/ 5342425 w 10450132"/>
              <a:gd name="connsiteY9942" fmla="*/ 1527670 h 5450835"/>
              <a:gd name="connsiteX9943" fmla="*/ 5346958 w 10450132"/>
              <a:gd name="connsiteY9943" fmla="*/ 1519790 h 5450835"/>
              <a:gd name="connsiteX9944" fmla="*/ 5347746 w 10450132"/>
              <a:gd name="connsiteY9944" fmla="*/ 1519329 h 5450835"/>
              <a:gd name="connsiteX9945" fmla="*/ 10435622 w 10450132"/>
              <a:gd name="connsiteY9945" fmla="*/ 1519319 h 5450835"/>
              <a:gd name="connsiteX9946" fmla="*/ 10444686 w 10450132"/>
              <a:gd name="connsiteY9946" fmla="*/ 1519319 h 5450835"/>
              <a:gd name="connsiteX9947" fmla="*/ 10445474 w 10450132"/>
              <a:gd name="connsiteY9947" fmla="*/ 1519779 h 5450835"/>
              <a:gd name="connsiteX9948" fmla="*/ 10450007 w 10450132"/>
              <a:gd name="connsiteY9948" fmla="*/ 1527660 h 5450835"/>
              <a:gd name="connsiteX9949" fmla="*/ 10450007 w 10450132"/>
              <a:gd name="connsiteY9949" fmla="*/ 1528514 h 5450835"/>
              <a:gd name="connsiteX9950" fmla="*/ 10445474 w 10450132"/>
              <a:gd name="connsiteY9950" fmla="*/ 1536397 h 5450835"/>
              <a:gd name="connsiteX9951" fmla="*/ 10444686 w 10450132"/>
              <a:gd name="connsiteY9951" fmla="*/ 1536856 h 5450835"/>
              <a:gd name="connsiteX9952" fmla="*/ 10435622 w 10450132"/>
              <a:gd name="connsiteY9952" fmla="*/ 1536856 h 5450835"/>
              <a:gd name="connsiteX9953" fmla="*/ 10434834 w 10450132"/>
              <a:gd name="connsiteY9953" fmla="*/ 1536397 h 5450835"/>
              <a:gd name="connsiteX9954" fmla="*/ 10430302 w 10450132"/>
              <a:gd name="connsiteY9954" fmla="*/ 1528514 h 5450835"/>
              <a:gd name="connsiteX9955" fmla="*/ 10430302 w 10450132"/>
              <a:gd name="connsiteY9955" fmla="*/ 1527660 h 5450835"/>
              <a:gd name="connsiteX9956" fmla="*/ 10434834 w 10450132"/>
              <a:gd name="connsiteY9956" fmla="*/ 1519779 h 5450835"/>
              <a:gd name="connsiteX9957" fmla="*/ 10435622 w 10450132"/>
              <a:gd name="connsiteY9957" fmla="*/ 1519319 h 5450835"/>
              <a:gd name="connsiteX9958" fmla="*/ 8909274 w 10450132"/>
              <a:gd name="connsiteY9958" fmla="*/ 1519308 h 5450835"/>
              <a:gd name="connsiteX9959" fmla="*/ 8918336 w 10450132"/>
              <a:gd name="connsiteY9959" fmla="*/ 1519308 h 5450835"/>
              <a:gd name="connsiteX9960" fmla="*/ 8919125 w 10450132"/>
              <a:gd name="connsiteY9960" fmla="*/ 1519769 h 5450835"/>
              <a:gd name="connsiteX9961" fmla="*/ 8923657 w 10450132"/>
              <a:gd name="connsiteY9961" fmla="*/ 1527649 h 5450835"/>
              <a:gd name="connsiteX9962" fmla="*/ 8923657 w 10450132"/>
              <a:gd name="connsiteY9962" fmla="*/ 1528503 h 5450835"/>
              <a:gd name="connsiteX9963" fmla="*/ 8919125 w 10450132"/>
              <a:gd name="connsiteY9963" fmla="*/ 1536387 h 5450835"/>
              <a:gd name="connsiteX9964" fmla="*/ 8918336 w 10450132"/>
              <a:gd name="connsiteY9964" fmla="*/ 1536845 h 5450835"/>
              <a:gd name="connsiteX9965" fmla="*/ 8909274 w 10450132"/>
              <a:gd name="connsiteY9965" fmla="*/ 1536845 h 5450835"/>
              <a:gd name="connsiteX9966" fmla="*/ 8908484 w 10450132"/>
              <a:gd name="connsiteY9966" fmla="*/ 1536387 h 5450835"/>
              <a:gd name="connsiteX9967" fmla="*/ 8903953 w 10450132"/>
              <a:gd name="connsiteY9967" fmla="*/ 1528503 h 5450835"/>
              <a:gd name="connsiteX9968" fmla="*/ 8903953 w 10450132"/>
              <a:gd name="connsiteY9968" fmla="*/ 1527649 h 5450835"/>
              <a:gd name="connsiteX9969" fmla="*/ 8908484 w 10450132"/>
              <a:gd name="connsiteY9969" fmla="*/ 1519769 h 5450835"/>
              <a:gd name="connsiteX9970" fmla="*/ 8909274 w 10450132"/>
              <a:gd name="connsiteY9970" fmla="*/ 1519308 h 5450835"/>
              <a:gd name="connsiteX9971" fmla="*/ 9926861 w 10450132"/>
              <a:gd name="connsiteY9971" fmla="*/ 1519304 h 5450835"/>
              <a:gd name="connsiteX9972" fmla="*/ 9935924 w 10450132"/>
              <a:gd name="connsiteY9972" fmla="*/ 1519304 h 5450835"/>
              <a:gd name="connsiteX9973" fmla="*/ 9936713 w 10450132"/>
              <a:gd name="connsiteY9973" fmla="*/ 1519763 h 5450835"/>
              <a:gd name="connsiteX9974" fmla="*/ 9941246 w 10450132"/>
              <a:gd name="connsiteY9974" fmla="*/ 1527645 h 5450835"/>
              <a:gd name="connsiteX9975" fmla="*/ 9941246 w 10450132"/>
              <a:gd name="connsiteY9975" fmla="*/ 1528499 h 5450835"/>
              <a:gd name="connsiteX9976" fmla="*/ 9936713 w 10450132"/>
              <a:gd name="connsiteY9976" fmla="*/ 1536382 h 5450835"/>
              <a:gd name="connsiteX9977" fmla="*/ 9935924 w 10450132"/>
              <a:gd name="connsiteY9977" fmla="*/ 1536842 h 5450835"/>
              <a:gd name="connsiteX9978" fmla="*/ 9926861 w 10450132"/>
              <a:gd name="connsiteY9978" fmla="*/ 1536842 h 5450835"/>
              <a:gd name="connsiteX9979" fmla="*/ 9926073 w 10450132"/>
              <a:gd name="connsiteY9979" fmla="*/ 1536382 h 5450835"/>
              <a:gd name="connsiteX9980" fmla="*/ 9921541 w 10450132"/>
              <a:gd name="connsiteY9980" fmla="*/ 1528499 h 5450835"/>
              <a:gd name="connsiteX9981" fmla="*/ 9921541 w 10450132"/>
              <a:gd name="connsiteY9981" fmla="*/ 1527645 h 5450835"/>
              <a:gd name="connsiteX9982" fmla="*/ 9926073 w 10450132"/>
              <a:gd name="connsiteY9982" fmla="*/ 1519763 h 5450835"/>
              <a:gd name="connsiteX9983" fmla="*/ 9926861 w 10450132"/>
              <a:gd name="connsiteY9983" fmla="*/ 1519304 h 5450835"/>
              <a:gd name="connsiteX9984" fmla="*/ 6874095 w 10450132"/>
              <a:gd name="connsiteY9984" fmla="*/ 1519296 h 5450835"/>
              <a:gd name="connsiteX9985" fmla="*/ 6883159 w 10450132"/>
              <a:gd name="connsiteY9985" fmla="*/ 1519296 h 5450835"/>
              <a:gd name="connsiteX9986" fmla="*/ 6883947 w 10450132"/>
              <a:gd name="connsiteY9986" fmla="*/ 1519756 h 5450835"/>
              <a:gd name="connsiteX9987" fmla="*/ 6888480 w 10450132"/>
              <a:gd name="connsiteY9987" fmla="*/ 1527637 h 5450835"/>
              <a:gd name="connsiteX9988" fmla="*/ 6888480 w 10450132"/>
              <a:gd name="connsiteY9988" fmla="*/ 1528491 h 5450835"/>
              <a:gd name="connsiteX9989" fmla="*/ 6883947 w 10450132"/>
              <a:gd name="connsiteY9989" fmla="*/ 1536373 h 5450835"/>
              <a:gd name="connsiteX9990" fmla="*/ 6883159 w 10450132"/>
              <a:gd name="connsiteY9990" fmla="*/ 1536833 h 5450835"/>
              <a:gd name="connsiteX9991" fmla="*/ 6874095 w 10450132"/>
              <a:gd name="connsiteY9991" fmla="*/ 1536833 h 5450835"/>
              <a:gd name="connsiteX9992" fmla="*/ 6873307 w 10450132"/>
              <a:gd name="connsiteY9992" fmla="*/ 1536373 h 5450835"/>
              <a:gd name="connsiteX9993" fmla="*/ 6868775 w 10450132"/>
              <a:gd name="connsiteY9993" fmla="*/ 1528491 h 5450835"/>
              <a:gd name="connsiteX9994" fmla="*/ 6868775 w 10450132"/>
              <a:gd name="connsiteY9994" fmla="*/ 1527637 h 5450835"/>
              <a:gd name="connsiteX9995" fmla="*/ 6873307 w 10450132"/>
              <a:gd name="connsiteY9995" fmla="*/ 1519756 h 5450835"/>
              <a:gd name="connsiteX9996" fmla="*/ 6874095 w 10450132"/>
              <a:gd name="connsiteY9996" fmla="*/ 1519296 h 5450835"/>
              <a:gd name="connsiteX9997" fmla="*/ 8654892 w 10450132"/>
              <a:gd name="connsiteY9997" fmla="*/ 1519288 h 5450835"/>
              <a:gd name="connsiteX9998" fmla="*/ 8663955 w 10450132"/>
              <a:gd name="connsiteY9998" fmla="*/ 1519288 h 5450835"/>
              <a:gd name="connsiteX9999" fmla="*/ 8664744 w 10450132"/>
              <a:gd name="connsiteY9999" fmla="*/ 1519749 h 5450835"/>
              <a:gd name="connsiteX10000" fmla="*/ 8669277 w 10450132"/>
              <a:gd name="connsiteY10000" fmla="*/ 1527629 h 5450835"/>
              <a:gd name="connsiteX10001" fmla="*/ 8669277 w 10450132"/>
              <a:gd name="connsiteY10001" fmla="*/ 1528484 h 5450835"/>
              <a:gd name="connsiteX10002" fmla="*/ 8664744 w 10450132"/>
              <a:gd name="connsiteY10002" fmla="*/ 1536367 h 5450835"/>
              <a:gd name="connsiteX10003" fmla="*/ 8663955 w 10450132"/>
              <a:gd name="connsiteY10003" fmla="*/ 1536827 h 5450835"/>
              <a:gd name="connsiteX10004" fmla="*/ 8654892 w 10450132"/>
              <a:gd name="connsiteY10004" fmla="*/ 1536827 h 5450835"/>
              <a:gd name="connsiteX10005" fmla="*/ 8654104 w 10450132"/>
              <a:gd name="connsiteY10005" fmla="*/ 1536367 h 5450835"/>
              <a:gd name="connsiteX10006" fmla="*/ 8649572 w 10450132"/>
              <a:gd name="connsiteY10006" fmla="*/ 1528484 h 5450835"/>
              <a:gd name="connsiteX10007" fmla="*/ 8649572 w 10450132"/>
              <a:gd name="connsiteY10007" fmla="*/ 1527629 h 5450835"/>
              <a:gd name="connsiteX10008" fmla="*/ 8654104 w 10450132"/>
              <a:gd name="connsiteY10008" fmla="*/ 1519749 h 5450835"/>
              <a:gd name="connsiteX10009" fmla="*/ 8654892 w 10450132"/>
              <a:gd name="connsiteY10009" fmla="*/ 1519288 h 5450835"/>
              <a:gd name="connsiteX10010" fmla="*/ 6365334 w 10450132"/>
              <a:gd name="connsiteY10010" fmla="*/ 1519282 h 5450835"/>
              <a:gd name="connsiteX10011" fmla="*/ 6374397 w 10450132"/>
              <a:gd name="connsiteY10011" fmla="*/ 1519282 h 5450835"/>
              <a:gd name="connsiteX10012" fmla="*/ 6375186 w 10450132"/>
              <a:gd name="connsiteY10012" fmla="*/ 1519741 h 5450835"/>
              <a:gd name="connsiteX10013" fmla="*/ 6379718 w 10450132"/>
              <a:gd name="connsiteY10013" fmla="*/ 1527623 h 5450835"/>
              <a:gd name="connsiteX10014" fmla="*/ 6379718 w 10450132"/>
              <a:gd name="connsiteY10014" fmla="*/ 1528477 h 5450835"/>
              <a:gd name="connsiteX10015" fmla="*/ 6375186 w 10450132"/>
              <a:gd name="connsiteY10015" fmla="*/ 1536359 h 5450835"/>
              <a:gd name="connsiteX10016" fmla="*/ 6374397 w 10450132"/>
              <a:gd name="connsiteY10016" fmla="*/ 1536819 h 5450835"/>
              <a:gd name="connsiteX10017" fmla="*/ 6365334 w 10450132"/>
              <a:gd name="connsiteY10017" fmla="*/ 1536819 h 5450835"/>
              <a:gd name="connsiteX10018" fmla="*/ 6364546 w 10450132"/>
              <a:gd name="connsiteY10018" fmla="*/ 1536359 h 5450835"/>
              <a:gd name="connsiteX10019" fmla="*/ 6360014 w 10450132"/>
              <a:gd name="connsiteY10019" fmla="*/ 1528477 h 5450835"/>
              <a:gd name="connsiteX10020" fmla="*/ 6360014 w 10450132"/>
              <a:gd name="connsiteY10020" fmla="*/ 1527623 h 5450835"/>
              <a:gd name="connsiteX10021" fmla="*/ 6364546 w 10450132"/>
              <a:gd name="connsiteY10021" fmla="*/ 1519741 h 5450835"/>
              <a:gd name="connsiteX10022" fmla="*/ 6365334 w 10450132"/>
              <a:gd name="connsiteY10022" fmla="*/ 1519282 h 5450835"/>
              <a:gd name="connsiteX10023" fmla="*/ 7637304 w 10450132"/>
              <a:gd name="connsiteY10023" fmla="*/ 1519281 h 5450835"/>
              <a:gd name="connsiteX10024" fmla="*/ 7646367 w 10450132"/>
              <a:gd name="connsiteY10024" fmla="*/ 1519281 h 5450835"/>
              <a:gd name="connsiteX10025" fmla="*/ 7647156 w 10450132"/>
              <a:gd name="connsiteY10025" fmla="*/ 1519740 h 5450835"/>
              <a:gd name="connsiteX10026" fmla="*/ 7651687 w 10450132"/>
              <a:gd name="connsiteY10026" fmla="*/ 1527622 h 5450835"/>
              <a:gd name="connsiteX10027" fmla="*/ 7651687 w 10450132"/>
              <a:gd name="connsiteY10027" fmla="*/ 1528476 h 5450835"/>
              <a:gd name="connsiteX10028" fmla="*/ 7647156 w 10450132"/>
              <a:gd name="connsiteY10028" fmla="*/ 1536358 h 5450835"/>
              <a:gd name="connsiteX10029" fmla="*/ 7646367 w 10450132"/>
              <a:gd name="connsiteY10029" fmla="*/ 1536819 h 5450835"/>
              <a:gd name="connsiteX10030" fmla="*/ 7637304 w 10450132"/>
              <a:gd name="connsiteY10030" fmla="*/ 1536819 h 5450835"/>
              <a:gd name="connsiteX10031" fmla="*/ 7636516 w 10450132"/>
              <a:gd name="connsiteY10031" fmla="*/ 1536358 h 5450835"/>
              <a:gd name="connsiteX10032" fmla="*/ 7631983 w 10450132"/>
              <a:gd name="connsiteY10032" fmla="*/ 1528476 h 5450835"/>
              <a:gd name="connsiteX10033" fmla="*/ 7631983 w 10450132"/>
              <a:gd name="connsiteY10033" fmla="*/ 1527622 h 5450835"/>
              <a:gd name="connsiteX10034" fmla="*/ 7636516 w 10450132"/>
              <a:gd name="connsiteY10034" fmla="*/ 1519740 h 5450835"/>
              <a:gd name="connsiteX10035" fmla="*/ 7637304 w 10450132"/>
              <a:gd name="connsiteY10035" fmla="*/ 1519281 h 5450835"/>
              <a:gd name="connsiteX10036" fmla="*/ 3821390 w 10450132"/>
              <a:gd name="connsiteY10036" fmla="*/ 1519280 h 5450835"/>
              <a:gd name="connsiteX10037" fmla="*/ 3830453 w 10450132"/>
              <a:gd name="connsiteY10037" fmla="*/ 1519280 h 5450835"/>
              <a:gd name="connsiteX10038" fmla="*/ 3831241 w 10450132"/>
              <a:gd name="connsiteY10038" fmla="*/ 1519739 h 5450835"/>
              <a:gd name="connsiteX10039" fmla="*/ 3835772 w 10450132"/>
              <a:gd name="connsiteY10039" fmla="*/ 1527621 h 5450835"/>
              <a:gd name="connsiteX10040" fmla="*/ 3835772 w 10450132"/>
              <a:gd name="connsiteY10040" fmla="*/ 1528474 h 5450835"/>
              <a:gd name="connsiteX10041" fmla="*/ 3831241 w 10450132"/>
              <a:gd name="connsiteY10041" fmla="*/ 1536357 h 5450835"/>
              <a:gd name="connsiteX10042" fmla="*/ 3830453 w 10450132"/>
              <a:gd name="connsiteY10042" fmla="*/ 1536818 h 5450835"/>
              <a:gd name="connsiteX10043" fmla="*/ 3821390 w 10450132"/>
              <a:gd name="connsiteY10043" fmla="*/ 1536818 h 5450835"/>
              <a:gd name="connsiteX10044" fmla="*/ 3820601 w 10450132"/>
              <a:gd name="connsiteY10044" fmla="*/ 1536357 h 5450835"/>
              <a:gd name="connsiteX10045" fmla="*/ 3816068 w 10450132"/>
              <a:gd name="connsiteY10045" fmla="*/ 1528474 h 5450835"/>
              <a:gd name="connsiteX10046" fmla="*/ 3816068 w 10450132"/>
              <a:gd name="connsiteY10046" fmla="*/ 1527621 h 5450835"/>
              <a:gd name="connsiteX10047" fmla="*/ 3820601 w 10450132"/>
              <a:gd name="connsiteY10047" fmla="*/ 1519739 h 5450835"/>
              <a:gd name="connsiteX10048" fmla="*/ 3821390 w 10450132"/>
              <a:gd name="connsiteY10048" fmla="*/ 1519280 h 5450835"/>
              <a:gd name="connsiteX10049" fmla="*/ 10181242 w 10450132"/>
              <a:gd name="connsiteY10049" fmla="*/ 1519277 h 5450835"/>
              <a:gd name="connsiteX10050" fmla="*/ 10190305 w 10450132"/>
              <a:gd name="connsiteY10050" fmla="*/ 1519277 h 5450835"/>
              <a:gd name="connsiteX10051" fmla="*/ 10191093 w 10450132"/>
              <a:gd name="connsiteY10051" fmla="*/ 1519738 h 5450835"/>
              <a:gd name="connsiteX10052" fmla="*/ 10195626 w 10450132"/>
              <a:gd name="connsiteY10052" fmla="*/ 1527618 h 5450835"/>
              <a:gd name="connsiteX10053" fmla="*/ 10195626 w 10450132"/>
              <a:gd name="connsiteY10053" fmla="*/ 1528472 h 5450835"/>
              <a:gd name="connsiteX10054" fmla="*/ 10191093 w 10450132"/>
              <a:gd name="connsiteY10054" fmla="*/ 1536356 h 5450835"/>
              <a:gd name="connsiteX10055" fmla="*/ 10190305 w 10450132"/>
              <a:gd name="connsiteY10055" fmla="*/ 1536814 h 5450835"/>
              <a:gd name="connsiteX10056" fmla="*/ 10181242 w 10450132"/>
              <a:gd name="connsiteY10056" fmla="*/ 1536814 h 5450835"/>
              <a:gd name="connsiteX10057" fmla="*/ 10180453 w 10450132"/>
              <a:gd name="connsiteY10057" fmla="*/ 1536356 h 5450835"/>
              <a:gd name="connsiteX10058" fmla="*/ 10175922 w 10450132"/>
              <a:gd name="connsiteY10058" fmla="*/ 1528472 h 5450835"/>
              <a:gd name="connsiteX10059" fmla="*/ 10175922 w 10450132"/>
              <a:gd name="connsiteY10059" fmla="*/ 1527618 h 5450835"/>
              <a:gd name="connsiteX10060" fmla="*/ 10180453 w 10450132"/>
              <a:gd name="connsiteY10060" fmla="*/ 1519738 h 5450835"/>
              <a:gd name="connsiteX10061" fmla="*/ 10181242 w 10450132"/>
              <a:gd name="connsiteY10061" fmla="*/ 1519277 h 5450835"/>
              <a:gd name="connsiteX10062" fmla="*/ 5093300 w 10450132"/>
              <a:gd name="connsiteY10062" fmla="*/ 1519277 h 5450835"/>
              <a:gd name="connsiteX10063" fmla="*/ 5102364 w 10450132"/>
              <a:gd name="connsiteY10063" fmla="*/ 1519277 h 5450835"/>
              <a:gd name="connsiteX10064" fmla="*/ 5103153 w 10450132"/>
              <a:gd name="connsiteY10064" fmla="*/ 1519737 h 5450835"/>
              <a:gd name="connsiteX10065" fmla="*/ 5107684 w 10450132"/>
              <a:gd name="connsiteY10065" fmla="*/ 1527618 h 5450835"/>
              <a:gd name="connsiteX10066" fmla="*/ 5107684 w 10450132"/>
              <a:gd name="connsiteY10066" fmla="*/ 1528472 h 5450835"/>
              <a:gd name="connsiteX10067" fmla="*/ 5103153 w 10450132"/>
              <a:gd name="connsiteY10067" fmla="*/ 1536355 h 5450835"/>
              <a:gd name="connsiteX10068" fmla="*/ 5102364 w 10450132"/>
              <a:gd name="connsiteY10068" fmla="*/ 1536814 h 5450835"/>
              <a:gd name="connsiteX10069" fmla="*/ 5093300 w 10450132"/>
              <a:gd name="connsiteY10069" fmla="*/ 1536814 h 5450835"/>
              <a:gd name="connsiteX10070" fmla="*/ 5092512 w 10450132"/>
              <a:gd name="connsiteY10070" fmla="*/ 1536355 h 5450835"/>
              <a:gd name="connsiteX10071" fmla="*/ 5087979 w 10450132"/>
              <a:gd name="connsiteY10071" fmla="*/ 1528472 h 5450835"/>
              <a:gd name="connsiteX10072" fmla="*/ 5087979 w 10450132"/>
              <a:gd name="connsiteY10072" fmla="*/ 1527618 h 5450835"/>
              <a:gd name="connsiteX10073" fmla="*/ 5092512 w 10450132"/>
              <a:gd name="connsiteY10073" fmla="*/ 1519737 h 5450835"/>
              <a:gd name="connsiteX10074" fmla="*/ 5093300 w 10450132"/>
              <a:gd name="connsiteY10074" fmla="*/ 1519277 h 5450835"/>
              <a:gd name="connsiteX10075" fmla="*/ 4075766 w 10450132"/>
              <a:gd name="connsiteY10075" fmla="*/ 1519277 h 5450835"/>
              <a:gd name="connsiteX10076" fmla="*/ 4084832 w 10450132"/>
              <a:gd name="connsiteY10076" fmla="*/ 1519277 h 5450835"/>
              <a:gd name="connsiteX10077" fmla="*/ 4085618 w 10450132"/>
              <a:gd name="connsiteY10077" fmla="*/ 1519736 h 5450835"/>
              <a:gd name="connsiteX10078" fmla="*/ 4090151 w 10450132"/>
              <a:gd name="connsiteY10078" fmla="*/ 1527618 h 5450835"/>
              <a:gd name="connsiteX10079" fmla="*/ 4090151 w 10450132"/>
              <a:gd name="connsiteY10079" fmla="*/ 1528472 h 5450835"/>
              <a:gd name="connsiteX10080" fmla="*/ 4085618 w 10450132"/>
              <a:gd name="connsiteY10080" fmla="*/ 1536355 h 5450835"/>
              <a:gd name="connsiteX10081" fmla="*/ 4084832 w 10450132"/>
              <a:gd name="connsiteY10081" fmla="*/ 1536814 h 5450835"/>
              <a:gd name="connsiteX10082" fmla="*/ 4075766 w 10450132"/>
              <a:gd name="connsiteY10082" fmla="*/ 1536814 h 5450835"/>
              <a:gd name="connsiteX10083" fmla="*/ 4074978 w 10450132"/>
              <a:gd name="connsiteY10083" fmla="*/ 1536355 h 5450835"/>
              <a:gd name="connsiteX10084" fmla="*/ 4070445 w 10450132"/>
              <a:gd name="connsiteY10084" fmla="*/ 1528472 h 5450835"/>
              <a:gd name="connsiteX10085" fmla="*/ 4070445 w 10450132"/>
              <a:gd name="connsiteY10085" fmla="*/ 1527618 h 5450835"/>
              <a:gd name="connsiteX10086" fmla="*/ 4074978 w 10450132"/>
              <a:gd name="connsiteY10086" fmla="*/ 1519736 h 5450835"/>
              <a:gd name="connsiteX10087" fmla="*/ 4075766 w 10450132"/>
              <a:gd name="connsiteY10087" fmla="*/ 1519277 h 5450835"/>
              <a:gd name="connsiteX10088" fmla="*/ 8146065 w 10450132"/>
              <a:gd name="connsiteY10088" fmla="*/ 1519275 h 5450835"/>
              <a:gd name="connsiteX10089" fmla="*/ 8155129 w 10450132"/>
              <a:gd name="connsiteY10089" fmla="*/ 1519275 h 5450835"/>
              <a:gd name="connsiteX10090" fmla="*/ 8155917 w 10450132"/>
              <a:gd name="connsiteY10090" fmla="*/ 1519735 h 5450835"/>
              <a:gd name="connsiteX10091" fmla="*/ 8160449 w 10450132"/>
              <a:gd name="connsiteY10091" fmla="*/ 1527616 h 5450835"/>
              <a:gd name="connsiteX10092" fmla="*/ 8160449 w 10450132"/>
              <a:gd name="connsiteY10092" fmla="*/ 1528470 h 5450835"/>
              <a:gd name="connsiteX10093" fmla="*/ 8155917 w 10450132"/>
              <a:gd name="connsiteY10093" fmla="*/ 1536353 h 5450835"/>
              <a:gd name="connsiteX10094" fmla="*/ 8155129 w 10450132"/>
              <a:gd name="connsiteY10094" fmla="*/ 1536812 h 5450835"/>
              <a:gd name="connsiteX10095" fmla="*/ 8146065 w 10450132"/>
              <a:gd name="connsiteY10095" fmla="*/ 1536812 h 5450835"/>
              <a:gd name="connsiteX10096" fmla="*/ 8145277 w 10450132"/>
              <a:gd name="connsiteY10096" fmla="*/ 1536353 h 5450835"/>
              <a:gd name="connsiteX10097" fmla="*/ 8140745 w 10450132"/>
              <a:gd name="connsiteY10097" fmla="*/ 1528470 h 5450835"/>
              <a:gd name="connsiteX10098" fmla="*/ 8140745 w 10450132"/>
              <a:gd name="connsiteY10098" fmla="*/ 1527616 h 5450835"/>
              <a:gd name="connsiteX10099" fmla="*/ 8145277 w 10450132"/>
              <a:gd name="connsiteY10099" fmla="*/ 1519735 h 5450835"/>
              <a:gd name="connsiteX10100" fmla="*/ 8146065 w 10450132"/>
              <a:gd name="connsiteY10100" fmla="*/ 1519275 h 5450835"/>
              <a:gd name="connsiteX10101" fmla="*/ 5856508 w 10450132"/>
              <a:gd name="connsiteY10101" fmla="*/ 1519265 h 5450835"/>
              <a:gd name="connsiteX10102" fmla="*/ 5865571 w 10450132"/>
              <a:gd name="connsiteY10102" fmla="*/ 1519265 h 5450835"/>
              <a:gd name="connsiteX10103" fmla="*/ 5866359 w 10450132"/>
              <a:gd name="connsiteY10103" fmla="*/ 1519725 h 5450835"/>
              <a:gd name="connsiteX10104" fmla="*/ 5870891 w 10450132"/>
              <a:gd name="connsiteY10104" fmla="*/ 1527606 h 5450835"/>
              <a:gd name="connsiteX10105" fmla="*/ 5870891 w 10450132"/>
              <a:gd name="connsiteY10105" fmla="*/ 1528460 h 5450835"/>
              <a:gd name="connsiteX10106" fmla="*/ 5866359 w 10450132"/>
              <a:gd name="connsiteY10106" fmla="*/ 1536343 h 5450835"/>
              <a:gd name="connsiteX10107" fmla="*/ 5865571 w 10450132"/>
              <a:gd name="connsiteY10107" fmla="*/ 1536802 h 5450835"/>
              <a:gd name="connsiteX10108" fmla="*/ 5856508 w 10450132"/>
              <a:gd name="connsiteY10108" fmla="*/ 1536802 h 5450835"/>
              <a:gd name="connsiteX10109" fmla="*/ 5855720 w 10450132"/>
              <a:gd name="connsiteY10109" fmla="*/ 1536343 h 5450835"/>
              <a:gd name="connsiteX10110" fmla="*/ 5851187 w 10450132"/>
              <a:gd name="connsiteY10110" fmla="*/ 1528460 h 5450835"/>
              <a:gd name="connsiteX10111" fmla="*/ 5851187 w 10450132"/>
              <a:gd name="connsiteY10111" fmla="*/ 1527606 h 5450835"/>
              <a:gd name="connsiteX10112" fmla="*/ 5855720 w 10450132"/>
              <a:gd name="connsiteY10112" fmla="*/ 1519725 h 5450835"/>
              <a:gd name="connsiteX10113" fmla="*/ 5856508 w 10450132"/>
              <a:gd name="connsiteY10113" fmla="*/ 1519265 h 5450835"/>
              <a:gd name="connsiteX10114" fmla="*/ 6619714 w 10450132"/>
              <a:gd name="connsiteY10114" fmla="*/ 1519261 h 5450835"/>
              <a:gd name="connsiteX10115" fmla="*/ 6628778 w 10450132"/>
              <a:gd name="connsiteY10115" fmla="*/ 1519261 h 5450835"/>
              <a:gd name="connsiteX10116" fmla="*/ 6629566 w 10450132"/>
              <a:gd name="connsiteY10116" fmla="*/ 1519721 h 5450835"/>
              <a:gd name="connsiteX10117" fmla="*/ 6634099 w 10450132"/>
              <a:gd name="connsiteY10117" fmla="*/ 1527602 h 5450835"/>
              <a:gd name="connsiteX10118" fmla="*/ 6634099 w 10450132"/>
              <a:gd name="connsiteY10118" fmla="*/ 1528456 h 5450835"/>
              <a:gd name="connsiteX10119" fmla="*/ 6629566 w 10450132"/>
              <a:gd name="connsiteY10119" fmla="*/ 1536338 h 5450835"/>
              <a:gd name="connsiteX10120" fmla="*/ 6628778 w 10450132"/>
              <a:gd name="connsiteY10120" fmla="*/ 1536798 h 5450835"/>
              <a:gd name="connsiteX10121" fmla="*/ 6619714 w 10450132"/>
              <a:gd name="connsiteY10121" fmla="*/ 1536798 h 5450835"/>
              <a:gd name="connsiteX10122" fmla="*/ 6618926 w 10450132"/>
              <a:gd name="connsiteY10122" fmla="*/ 1536338 h 5450835"/>
              <a:gd name="connsiteX10123" fmla="*/ 6614394 w 10450132"/>
              <a:gd name="connsiteY10123" fmla="*/ 1528456 h 5450835"/>
              <a:gd name="connsiteX10124" fmla="*/ 6614394 w 10450132"/>
              <a:gd name="connsiteY10124" fmla="*/ 1527602 h 5450835"/>
              <a:gd name="connsiteX10125" fmla="*/ 6618926 w 10450132"/>
              <a:gd name="connsiteY10125" fmla="*/ 1519721 h 5450835"/>
              <a:gd name="connsiteX10126" fmla="*/ 6619714 w 10450132"/>
              <a:gd name="connsiteY10126" fmla="*/ 1519261 h 5450835"/>
              <a:gd name="connsiteX10127" fmla="*/ 3567111 w 10450132"/>
              <a:gd name="connsiteY10127" fmla="*/ 1519258 h 5450835"/>
              <a:gd name="connsiteX10128" fmla="*/ 3576174 w 10450132"/>
              <a:gd name="connsiteY10128" fmla="*/ 1519258 h 5450835"/>
              <a:gd name="connsiteX10129" fmla="*/ 3576963 w 10450132"/>
              <a:gd name="connsiteY10129" fmla="*/ 1519717 h 5450835"/>
              <a:gd name="connsiteX10130" fmla="*/ 3581495 w 10450132"/>
              <a:gd name="connsiteY10130" fmla="*/ 1527599 h 5450835"/>
              <a:gd name="connsiteX10131" fmla="*/ 3581495 w 10450132"/>
              <a:gd name="connsiteY10131" fmla="*/ 1528453 h 5450835"/>
              <a:gd name="connsiteX10132" fmla="*/ 3581486 w 10450132"/>
              <a:gd name="connsiteY10132" fmla="*/ 1528469 h 5450835"/>
              <a:gd name="connsiteX10133" fmla="*/ 3581486 w 10450132"/>
              <a:gd name="connsiteY10133" fmla="*/ 1528514 h 5450835"/>
              <a:gd name="connsiteX10134" fmla="*/ 3576953 w 10450132"/>
              <a:gd name="connsiteY10134" fmla="*/ 1536396 h 5450835"/>
              <a:gd name="connsiteX10135" fmla="*/ 3576165 w 10450132"/>
              <a:gd name="connsiteY10135" fmla="*/ 1536856 h 5450835"/>
              <a:gd name="connsiteX10136" fmla="*/ 3567100 w 10450132"/>
              <a:gd name="connsiteY10136" fmla="*/ 1536856 h 5450835"/>
              <a:gd name="connsiteX10137" fmla="*/ 3566312 w 10450132"/>
              <a:gd name="connsiteY10137" fmla="*/ 1536396 h 5450835"/>
              <a:gd name="connsiteX10138" fmla="*/ 3561779 w 10450132"/>
              <a:gd name="connsiteY10138" fmla="*/ 1528514 h 5450835"/>
              <a:gd name="connsiteX10139" fmla="*/ 3561779 w 10450132"/>
              <a:gd name="connsiteY10139" fmla="*/ 1527660 h 5450835"/>
              <a:gd name="connsiteX10140" fmla="*/ 3561788 w 10450132"/>
              <a:gd name="connsiteY10140" fmla="*/ 1527644 h 5450835"/>
              <a:gd name="connsiteX10141" fmla="*/ 3561788 w 10450132"/>
              <a:gd name="connsiteY10141" fmla="*/ 1527599 h 5450835"/>
              <a:gd name="connsiteX10142" fmla="*/ 3566323 w 10450132"/>
              <a:gd name="connsiteY10142" fmla="*/ 1519717 h 5450835"/>
              <a:gd name="connsiteX10143" fmla="*/ 3567111 w 10450132"/>
              <a:gd name="connsiteY10143" fmla="*/ 1519258 h 5450835"/>
              <a:gd name="connsiteX10144" fmla="*/ 3312717 w 10450132"/>
              <a:gd name="connsiteY10144" fmla="*/ 1519258 h 5450835"/>
              <a:gd name="connsiteX10145" fmla="*/ 3321781 w 10450132"/>
              <a:gd name="connsiteY10145" fmla="*/ 1519258 h 5450835"/>
              <a:gd name="connsiteX10146" fmla="*/ 3322569 w 10450132"/>
              <a:gd name="connsiteY10146" fmla="*/ 1519717 h 5450835"/>
              <a:gd name="connsiteX10147" fmla="*/ 3322611 w 10450132"/>
              <a:gd name="connsiteY10147" fmla="*/ 1519789 h 5450835"/>
              <a:gd name="connsiteX10148" fmla="*/ 3322689 w 10450132"/>
              <a:gd name="connsiteY10148" fmla="*/ 1519835 h 5450835"/>
              <a:gd name="connsiteX10149" fmla="*/ 3327222 w 10450132"/>
              <a:gd name="connsiteY10149" fmla="*/ 1527714 h 5450835"/>
              <a:gd name="connsiteX10150" fmla="*/ 3327222 w 10450132"/>
              <a:gd name="connsiteY10150" fmla="*/ 1528568 h 5450835"/>
              <a:gd name="connsiteX10151" fmla="*/ 3322689 w 10450132"/>
              <a:gd name="connsiteY10151" fmla="*/ 1536452 h 5450835"/>
              <a:gd name="connsiteX10152" fmla="*/ 3321901 w 10450132"/>
              <a:gd name="connsiteY10152" fmla="*/ 1536911 h 5450835"/>
              <a:gd name="connsiteX10153" fmla="*/ 3312837 w 10450132"/>
              <a:gd name="connsiteY10153" fmla="*/ 1536911 h 5450835"/>
              <a:gd name="connsiteX10154" fmla="*/ 3312048 w 10450132"/>
              <a:gd name="connsiteY10154" fmla="*/ 1536452 h 5450835"/>
              <a:gd name="connsiteX10155" fmla="*/ 3312006 w 10450132"/>
              <a:gd name="connsiteY10155" fmla="*/ 1536379 h 5450835"/>
              <a:gd name="connsiteX10156" fmla="*/ 3311929 w 10450132"/>
              <a:gd name="connsiteY10156" fmla="*/ 1536334 h 5450835"/>
              <a:gd name="connsiteX10157" fmla="*/ 3307395 w 10450132"/>
              <a:gd name="connsiteY10157" fmla="*/ 1528453 h 5450835"/>
              <a:gd name="connsiteX10158" fmla="*/ 3307395 w 10450132"/>
              <a:gd name="connsiteY10158" fmla="*/ 1527599 h 5450835"/>
              <a:gd name="connsiteX10159" fmla="*/ 3311929 w 10450132"/>
              <a:gd name="connsiteY10159" fmla="*/ 1519717 h 5450835"/>
              <a:gd name="connsiteX10160" fmla="*/ 3312717 w 10450132"/>
              <a:gd name="connsiteY10160" fmla="*/ 1519258 h 5450835"/>
              <a:gd name="connsiteX10161" fmla="*/ 3058368 w 10450132"/>
              <a:gd name="connsiteY10161" fmla="*/ 1519258 h 5450835"/>
              <a:gd name="connsiteX10162" fmla="*/ 3067434 w 10450132"/>
              <a:gd name="connsiteY10162" fmla="*/ 1519258 h 5450835"/>
              <a:gd name="connsiteX10163" fmla="*/ 3068222 w 10450132"/>
              <a:gd name="connsiteY10163" fmla="*/ 1519717 h 5450835"/>
              <a:gd name="connsiteX10164" fmla="*/ 3072754 w 10450132"/>
              <a:gd name="connsiteY10164" fmla="*/ 1527599 h 5450835"/>
              <a:gd name="connsiteX10165" fmla="*/ 3072754 w 10450132"/>
              <a:gd name="connsiteY10165" fmla="*/ 1528453 h 5450835"/>
              <a:gd name="connsiteX10166" fmla="*/ 3072725 w 10450132"/>
              <a:gd name="connsiteY10166" fmla="*/ 1528504 h 5450835"/>
              <a:gd name="connsiteX10167" fmla="*/ 3072725 w 10450132"/>
              <a:gd name="connsiteY10167" fmla="*/ 1528524 h 5450835"/>
              <a:gd name="connsiteX10168" fmla="*/ 3068192 w 10450132"/>
              <a:gd name="connsiteY10168" fmla="*/ 1536406 h 5450835"/>
              <a:gd name="connsiteX10169" fmla="*/ 3067405 w 10450132"/>
              <a:gd name="connsiteY10169" fmla="*/ 1536866 h 5450835"/>
              <a:gd name="connsiteX10170" fmla="*/ 3058339 w 10450132"/>
              <a:gd name="connsiteY10170" fmla="*/ 1536866 h 5450835"/>
              <a:gd name="connsiteX10171" fmla="*/ 3057551 w 10450132"/>
              <a:gd name="connsiteY10171" fmla="*/ 1536406 h 5450835"/>
              <a:gd name="connsiteX10172" fmla="*/ 3053019 w 10450132"/>
              <a:gd name="connsiteY10172" fmla="*/ 1528524 h 5450835"/>
              <a:gd name="connsiteX10173" fmla="*/ 3053019 w 10450132"/>
              <a:gd name="connsiteY10173" fmla="*/ 1527670 h 5450835"/>
              <a:gd name="connsiteX10174" fmla="*/ 3053048 w 10450132"/>
              <a:gd name="connsiteY10174" fmla="*/ 1527620 h 5450835"/>
              <a:gd name="connsiteX10175" fmla="*/ 3053048 w 10450132"/>
              <a:gd name="connsiteY10175" fmla="*/ 1527599 h 5450835"/>
              <a:gd name="connsiteX10176" fmla="*/ 3057580 w 10450132"/>
              <a:gd name="connsiteY10176" fmla="*/ 1519717 h 5450835"/>
              <a:gd name="connsiteX10177" fmla="*/ 3058368 w 10450132"/>
              <a:gd name="connsiteY10177" fmla="*/ 1519258 h 5450835"/>
              <a:gd name="connsiteX10178" fmla="*/ 2803944 w 10450132"/>
              <a:gd name="connsiteY10178" fmla="*/ 1519258 h 5450835"/>
              <a:gd name="connsiteX10179" fmla="*/ 2813009 w 10450132"/>
              <a:gd name="connsiteY10179" fmla="*/ 1519258 h 5450835"/>
              <a:gd name="connsiteX10180" fmla="*/ 2813798 w 10450132"/>
              <a:gd name="connsiteY10180" fmla="*/ 1519717 h 5450835"/>
              <a:gd name="connsiteX10181" fmla="*/ 2818330 w 10450132"/>
              <a:gd name="connsiteY10181" fmla="*/ 1527599 h 5450835"/>
              <a:gd name="connsiteX10182" fmla="*/ 2818330 w 10450132"/>
              <a:gd name="connsiteY10182" fmla="*/ 1528453 h 5450835"/>
              <a:gd name="connsiteX10183" fmla="*/ 2818296 w 10450132"/>
              <a:gd name="connsiteY10183" fmla="*/ 1528512 h 5450835"/>
              <a:gd name="connsiteX10184" fmla="*/ 2818296 w 10450132"/>
              <a:gd name="connsiteY10184" fmla="*/ 1528539 h 5450835"/>
              <a:gd name="connsiteX10185" fmla="*/ 2813764 w 10450132"/>
              <a:gd name="connsiteY10185" fmla="*/ 1536421 h 5450835"/>
              <a:gd name="connsiteX10186" fmla="*/ 2812976 w 10450132"/>
              <a:gd name="connsiteY10186" fmla="*/ 1536881 h 5450835"/>
              <a:gd name="connsiteX10187" fmla="*/ 2803911 w 10450132"/>
              <a:gd name="connsiteY10187" fmla="*/ 1536881 h 5450835"/>
              <a:gd name="connsiteX10188" fmla="*/ 2803123 w 10450132"/>
              <a:gd name="connsiteY10188" fmla="*/ 1536421 h 5450835"/>
              <a:gd name="connsiteX10189" fmla="*/ 2798591 w 10450132"/>
              <a:gd name="connsiteY10189" fmla="*/ 1528539 h 5450835"/>
              <a:gd name="connsiteX10190" fmla="*/ 2798591 w 10450132"/>
              <a:gd name="connsiteY10190" fmla="*/ 1527685 h 5450835"/>
              <a:gd name="connsiteX10191" fmla="*/ 2798623 w 10450132"/>
              <a:gd name="connsiteY10191" fmla="*/ 1527629 h 5450835"/>
              <a:gd name="connsiteX10192" fmla="*/ 2798623 w 10450132"/>
              <a:gd name="connsiteY10192" fmla="*/ 1527599 h 5450835"/>
              <a:gd name="connsiteX10193" fmla="*/ 2803156 w 10450132"/>
              <a:gd name="connsiteY10193" fmla="*/ 1519717 h 5450835"/>
              <a:gd name="connsiteX10194" fmla="*/ 2803944 w 10450132"/>
              <a:gd name="connsiteY10194" fmla="*/ 1519258 h 5450835"/>
              <a:gd name="connsiteX10195" fmla="*/ 2549375 w 10450132"/>
              <a:gd name="connsiteY10195" fmla="*/ 1519258 h 5450835"/>
              <a:gd name="connsiteX10196" fmla="*/ 2558440 w 10450132"/>
              <a:gd name="connsiteY10196" fmla="*/ 1519258 h 5450835"/>
              <a:gd name="connsiteX10197" fmla="*/ 2559228 w 10450132"/>
              <a:gd name="connsiteY10197" fmla="*/ 1519717 h 5450835"/>
              <a:gd name="connsiteX10198" fmla="*/ 2563760 w 10450132"/>
              <a:gd name="connsiteY10198" fmla="*/ 1527599 h 5450835"/>
              <a:gd name="connsiteX10199" fmla="*/ 2563760 w 10450132"/>
              <a:gd name="connsiteY10199" fmla="*/ 1528453 h 5450835"/>
              <a:gd name="connsiteX10200" fmla="*/ 2559228 w 10450132"/>
              <a:gd name="connsiteY10200" fmla="*/ 1536334 h 5450835"/>
              <a:gd name="connsiteX10201" fmla="*/ 2558440 w 10450132"/>
              <a:gd name="connsiteY10201" fmla="*/ 1536794 h 5450835"/>
              <a:gd name="connsiteX10202" fmla="*/ 2558434 w 10450132"/>
              <a:gd name="connsiteY10202" fmla="*/ 1536794 h 5450835"/>
              <a:gd name="connsiteX10203" fmla="*/ 2558429 w 10450132"/>
              <a:gd name="connsiteY10203" fmla="*/ 1536797 h 5450835"/>
              <a:gd name="connsiteX10204" fmla="*/ 2549364 w 10450132"/>
              <a:gd name="connsiteY10204" fmla="*/ 1536797 h 5450835"/>
              <a:gd name="connsiteX10205" fmla="*/ 2548576 w 10450132"/>
              <a:gd name="connsiteY10205" fmla="*/ 1536336 h 5450835"/>
              <a:gd name="connsiteX10206" fmla="*/ 2544044 w 10450132"/>
              <a:gd name="connsiteY10206" fmla="*/ 1528454 h 5450835"/>
              <a:gd name="connsiteX10207" fmla="*/ 2544044 w 10450132"/>
              <a:gd name="connsiteY10207" fmla="*/ 1527601 h 5450835"/>
              <a:gd name="connsiteX10208" fmla="*/ 2548576 w 10450132"/>
              <a:gd name="connsiteY10208" fmla="*/ 1519718 h 5450835"/>
              <a:gd name="connsiteX10209" fmla="*/ 2549364 w 10450132"/>
              <a:gd name="connsiteY10209" fmla="*/ 1519259 h 5450835"/>
              <a:gd name="connsiteX10210" fmla="*/ 2549374 w 10450132"/>
              <a:gd name="connsiteY10210" fmla="*/ 1519259 h 5450835"/>
              <a:gd name="connsiteX10211" fmla="*/ 2294989 w 10450132"/>
              <a:gd name="connsiteY10211" fmla="*/ 1519258 h 5450835"/>
              <a:gd name="connsiteX10212" fmla="*/ 2304053 w 10450132"/>
              <a:gd name="connsiteY10212" fmla="*/ 1519258 h 5450835"/>
              <a:gd name="connsiteX10213" fmla="*/ 2304842 w 10450132"/>
              <a:gd name="connsiteY10213" fmla="*/ 1519717 h 5450835"/>
              <a:gd name="connsiteX10214" fmla="*/ 2304847 w 10450132"/>
              <a:gd name="connsiteY10214" fmla="*/ 1519725 h 5450835"/>
              <a:gd name="connsiteX10215" fmla="*/ 2304910 w 10450132"/>
              <a:gd name="connsiteY10215" fmla="*/ 1519762 h 5450835"/>
              <a:gd name="connsiteX10216" fmla="*/ 2309441 w 10450132"/>
              <a:gd name="connsiteY10216" fmla="*/ 1527644 h 5450835"/>
              <a:gd name="connsiteX10217" fmla="*/ 2309441 w 10450132"/>
              <a:gd name="connsiteY10217" fmla="*/ 1528499 h 5450835"/>
              <a:gd name="connsiteX10218" fmla="*/ 2304910 w 10450132"/>
              <a:gd name="connsiteY10218" fmla="*/ 1536380 h 5450835"/>
              <a:gd name="connsiteX10219" fmla="*/ 2304122 w 10450132"/>
              <a:gd name="connsiteY10219" fmla="*/ 1536840 h 5450835"/>
              <a:gd name="connsiteX10220" fmla="*/ 2295056 w 10450132"/>
              <a:gd name="connsiteY10220" fmla="*/ 1536840 h 5450835"/>
              <a:gd name="connsiteX10221" fmla="*/ 2294268 w 10450132"/>
              <a:gd name="connsiteY10221" fmla="*/ 1536380 h 5450835"/>
              <a:gd name="connsiteX10222" fmla="*/ 2294263 w 10450132"/>
              <a:gd name="connsiteY10222" fmla="*/ 1536371 h 5450835"/>
              <a:gd name="connsiteX10223" fmla="*/ 2294200 w 10450132"/>
              <a:gd name="connsiteY10223" fmla="*/ 1536334 h 5450835"/>
              <a:gd name="connsiteX10224" fmla="*/ 2289669 w 10450132"/>
              <a:gd name="connsiteY10224" fmla="*/ 1528453 h 5450835"/>
              <a:gd name="connsiteX10225" fmla="*/ 2289669 w 10450132"/>
              <a:gd name="connsiteY10225" fmla="*/ 1527599 h 5450835"/>
              <a:gd name="connsiteX10226" fmla="*/ 2294200 w 10450132"/>
              <a:gd name="connsiteY10226" fmla="*/ 1519717 h 5450835"/>
              <a:gd name="connsiteX10227" fmla="*/ 2294989 w 10450132"/>
              <a:gd name="connsiteY10227" fmla="*/ 1519258 h 5450835"/>
              <a:gd name="connsiteX10228" fmla="*/ 2040704 w 10450132"/>
              <a:gd name="connsiteY10228" fmla="*/ 1519258 h 5450835"/>
              <a:gd name="connsiteX10229" fmla="*/ 2049769 w 10450132"/>
              <a:gd name="connsiteY10229" fmla="*/ 1519258 h 5450835"/>
              <a:gd name="connsiteX10230" fmla="*/ 2050558 w 10450132"/>
              <a:gd name="connsiteY10230" fmla="*/ 1519717 h 5450835"/>
              <a:gd name="connsiteX10231" fmla="*/ 2055090 w 10450132"/>
              <a:gd name="connsiteY10231" fmla="*/ 1527599 h 5450835"/>
              <a:gd name="connsiteX10232" fmla="*/ 2055090 w 10450132"/>
              <a:gd name="connsiteY10232" fmla="*/ 1528453 h 5450835"/>
              <a:gd name="connsiteX10233" fmla="*/ 2050558 w 10450132"/>
              <a:gd name="connsiteY10233" fmla="*/ 1536334 h 5450835"/>
              <a:gd name="connsiteX10234" fmla="*/ 2049769 w 10450132"/>
              <a:gd name="connsiteY10234" fmla="*/ 1536794 h 5450835"/>
              <a:gd name="connsiteX10235" fmla="*/ 2049673 w 10450132"/>
              <a:gd name="connsiteY10235" fmla="*/ 1536794 h 5450835"/>
              <a:gd name="connsiteX10236" fmla="*/ 2049668 w 10450132"/>
              <a:gd name="connsiteY10236" fmla="*/ 1536797 h 5450835"/>
              <a:gd name="connsiteX10237" fmla="*/ 2040604 w 10450132"/>
              <a:gd name="connsiteY10237" fmla="*/ 1536797 h 5450835"/>
              <a:gd name="connsiteX10238" fmla="*/ 2039816 w 10450132"/>
              <a:gd name="connsiteY10238" fmla="*/ 1536337 h 5450835"/>
              <a:gd name="connsiteX10239" fmla="*/ 2035283 w 10450132"/>
              <a:gd name="connsiteY10239" fmla="*/ 1528455 h 5450835"/>
              <a:gd name="connsiteX10240" fmla="*/ 2035283 w 10450132"/>
              <a:gd name="connsiteY10240" fmla="*/ 1527601 h 5450835"/>
              <a:gd name="connsiteX10241" fmla="*/ 2039816 w 10450132"/>
              <a:gd name="connsiteY10241" fmla="*/ 1519720 h 5450835"/>
              <a:gd name="connsiteX10242" fmla="*/ 2040604 w 10450132"/>
              <a:gd name="connsiteY10242" fmla="*/ 1519260 h 5450835"/>
              <a:gd name="connsiteX10243" fmla="*/ 2040701 w 10450132"/>
              <a:gd name="connsiteY10243" fmla="*/ 1519260 h 5450835"/>
              <a:gd name="connsiteX10244" fmla="*/ 1786209 w 10450132"/>
              <a:gd name="connsiteY10244" fmla="*/ 1519258 h 5450835"/>
              <a:gd name="connsiteX10245" fmla="*/ 1795273 w 10450132"/>
              <a:gd name="connsiteY10245" fmla="*/ 1519258 h 5450835"/>
              <a:gd name="connsiteX10246" fmla="*/ 1796061 w 10450132"/>
              <a:gd name="connsiteY10246" fmla="*/ 1519717 h 5450835"/>
              <a:gd name="connsiteX10247" fmla="*/ 1800593 w 10450132"/>
              <a:gd name="connsiteY10247" fmla="*/ 1527599 h 5450835"/>
              <a:gd name="connsiteX10248" fmla="*/ 1800593 w 10450132"/>
              <a:gd name="connsiteY10248" fmla="*/ 1527625 h 5450835"/>
              <a:gd name="connsiteX10249" fmla="*/ 1800597 w 10450132"/>
              <a:gd name="connsiteY10249" fmla="*/ 1527632 h 5450835"/>
              <a:gd name="connsiteX10250" fmla="*/ 1800597 w 10450132"/>
              <a:gd name="connsiteY10250" fmla="*/ 1528487 h 5450835"/>
              <a:gd name="connsiteX10251" fmla="*/ 1796066 w 10450132"/>
              <a:gd name="connsiteY10251" fmla="*/ 1536369 h 5450835"/>
              <a:gd name="connsiteX10252" fmla="*/ 1795278 w 10450132"/>
              <a:gd name="connsiteY10252" fmla="*/ 1536829 h 5450835"/>
              <a:gd name="connsiteX10253" fmla="*/ 1786214 w 10450132"/>
              <a:gd name="connsiteY10253" fmla="*/ 1536829 h 5450835"/>
              <a:gd name="connsiteX10254" fmla="*/ 1785424 w 10450132"/>
              <a:gd name="connsiteY10254" fmla="*/ 1536369 h 5450835"/>
              <a:gd name="connsiteX10255" fmla="*/ 1780894 w 10450132"/>
              <a:gd name="connsiteY10255" fmla="*/ 1528487 h 5450835"/>
              <a:gd name="connsiteX10256" fmla="*/ 1780894 w 10450132"/>
              <a:gd name="connsiteY10256" fmla="*/ 1528462 h 5450835"/>
              <a:gd name="connsiteX10257" fmla="*/ 1780889 w 10450132"/>
              <a:gd name="connsiteY10257" fmla="*/ 1528453 h 5450835"/>
              <a:gd name="connsiteX10258" fmla="*/ 1780889 w 10450132"/>
              <a:gd name="connsiteY10258" fmla="*/ 1527599 h 5450835"/>
              <a:gd name="connsiteX10259" fmla="*/ 1785421 w 10450132"/>
              <a:gd name="connsiteY10259" fmla="*/ 1519717 h 5450835"/>
              <a:gd name="connsiteX10260" fmla="*/ 1786209 w 10450132"/>
              <a:gd name="connsiteY10260" fmla="*/ 1519258 h 5450835"/>
              <a:gd name="connsiteX10261" fmla="*/ 1531822 w 10450132"/>
              <a:gd name="connsiteY10261" fmla="*/ 1519258 h 5450835"/>
              <a:gd name="connsiteX10262" fmla="*/ 1540885 w 10450132"/>
              <a:gd name="connsiteY10262" fmla="*/ 1519258 h 5450835"/>
              <a:gd name="connsiteX10263" fmla="*/ 1541672 w 10450132"/>
              <a:gd name="connsiteY10263" fmla="*/ 1519717 h 5450835"/>
              <a:gd name="connsiteX10264" fmla="*/ 1541687 w 10450132"/>
              <a:gd name="connsiteY10264" fmla="*/ 1519744 h 5450835"/>
              <a:gd name="connsiteX10265" fmla="*/ 1541831 w 10450132"/>
              <a:gd name="connsiteY10265" fmla="*/ 1519827 h 5450835"/>
              <a:gd name="connsiteX10266" fmla="*/ 1546364 w 10450132"/>
              <a:gd name="connsiteY10266" fmla="*/ 1527710 h 5450835"/>
              <a:gd name="connsiteX10267" fmla="*/ 1546364 w 10450132"/>
              <a:gd name="connsiteY10267" fmla="*/ 1528564 h 5450835"/>
              <a:gd name="connsiteX10268" fmla="*/ 1541831 w 10450132"/>
              <a:gd name="connsiteY10268" fmla="*/ 1536447 h 5450835"/>
              <a:gd name="connsiteX10269" fmla="*/ 1541043 w 10450132"/>
              <a:gd name="connsiteY10269" fmla="*/ 1536906 h 5450835"/>
              <a:gd name="connsiteX10270" fmla="*/ 1531980 w 10450132"/>
              <a:gd name="connsiteY10270" fmla="*/ 1536906 h 5450835"/>
              <a:gd name="connsiteX10271" fmla="*/ 1531194 w 10450132"/>
              <a:gd name="connsiteY10271" fmla="*/ 1536447 h 5450835"/>
              <a:gd name="connsiteX10272" fmla="*/ 1531178 w 10450132"/>
              <a:gd name="connsiteY10272" fmla="*/ 1536418 h 5450835"/>
              <a:gd name="connsiteX10273" fmla="*/ 1531033 w 10450132"/>
              <a:gd name="connsiteY10273" fmla="*/ 1536334 h 5450835"/>
              <a:gd name="connsiteX10274" fmla="*/ 1526501 w 10450132"/>
              <a:gd name="connsiteY10274" fmla="*/ 1528453 h 5450835"/>
              <a:gd name="connsiteX10275" fmla="*/ 1526501 w 10450132"/>
              <a:gd name="connsiteY10275" fmla="*/ 1527599 h 5450835"/>
              <a:gd name="connsiteX10276" fmla="*/ 1531033 w 10450132"/>
              <a:gd name="connsiteY10276" fmla="*/ 1519717 h 5450835"/>
              <a:gd name="connsiteX10277" fmla="*/ 1531822 w 10450132"/>
              <a:gd name="connsiteY10277" fmla="*/ 1519258 h 5450835"/>
              <a:gd name="connsiteX10278" fmla="*/ 1277407 w 10450132"/>
              <a:gd name="connsiteY10278" fmla="*/ 1519258 h 5450835"/>
              <a:gd name="connsiteX10279" fmla="*/ 1286473 w 10450132"/>
              <a:gd name="connsiteY10279" fmla="*/ 1519258 h 5450835"/>
              <a:gd name="connsiteX10280" fmla="*/ 1287261 w 10450132"/>
              <a:gd name="connsiteY10280" fmla="*/ 1519717 h 5450835"/>
              <a:gd name="connsiteX10281" fmla="*/ 1287266 w 10450132"/>
              <a:gd name="connsiteY10281" fmla="*/ 1519725 h 5450835"/>
              <a:gd name="connsiteX10282" fmla="*/ 1287359 w 10450132"/>
              <a:gd name="connsiteY10282" fmla="*/ 1519779 h 5450835"/>
              <a:gd name="connsiteX10283" fmla="*/ 1291890 w 10450132"/>
              <a:gd name="connsiteY10283" fmla="*/ 1527660 h 5450835"/>
              <a:gd name="connsiteX10284" fmla="*/ 1291890 w 10450132"/>
              <a:gd name="connsiteY10284" fmla="*/ 1528514 h 5450835"/>
              <a:gd name="connsiteX10285" fmla="*/ 1287359 w 10450132"/>
              <a:gd name="connsiteY10285" fmla="*/ 1536396 h 5450835"/>
              <a:gd name="connsiteX10286" fmla="*/ 1286569 w 10450132"/>
              <a:gd name="connsiteY10286" fmla="*/ 1536856 h 5450835"/>
              <a:gd name="connsiteX10287" fmla="*/ 1277506 w 10450132"/>
              <a:gd name="connsiteY10287" fmla="*/ 1536856 h 5450835"/>
              <a:gd name="connsiteX10288" fmla="*/ 1276717 w 10450132"/>
              <a:gd name="connsiteY10288" fmla="*/ 1536396 h 5450835"/>
              <a:gd name="connsiteX10289" fmla="*/ 1276713 w 10450132"/>
              <a:gd name="connsiteY10289" fmla="*/ 1536389 h 5450835"/>
              <a:gd name="connsiteX10290" fmla="*/ 1276619 w 10450132"/>
              <a:gd name="connsiteY10290" fmla="*/ 1536334 h 5450835"/>
              <a:gd name="connsiteX10291" fmla="*/ 1272088 w 10450132"/>
              <a:gd name="connsiteY10291" fmla="*/ 1528453 h 5450835"/>
              <a:gd name="connsiteX10292" fmla="*/ 1272088 w 10450132"/>
              <a:gd name="connsiteY10292" fmla="*/ 1527599 h 5450835"/>
              <a:gd name="connsiteX10293" fmla="*/ 1276619 w 10450132"/>
              <a:gd name="connsiteY10293" fmla="*/ 1519717 h 5450835"/>
              <a:gd name="connsiteX10294" fmla="*/ 1277407 w 10450132"/>
              <a:gd name="connsiteY10294" fmla="*/ 1519258 h 5450835"/>
              <a:gd name="connsiteX10295" fmla="*/ 1022980 w 10450132"/>
              <a:gd name="connsiteY10295" fmla="*/ 1519258 h 5450835"/>
              <a:gd name="connsiteX10296" fmla="*/ 1032044 w 10450132"/>
              <a:gd name="connsiteY10296" fmla="*/ 1519258 h 5450835"/>
              <a:gd name="connsiteX10297" fmla="*/ 1032221 w 10450132"/>
              <a:gd name="connsiteY10297" fmla="*/ 1519361 h 5450835"/>
              <a:gd name="connsiteX10298" fmla="*/ 1032268 w 10450132"/>
              <a:gd name="connsiteY10298" fmla="*/ 1519361 h 5450835"/>
              <a:gd name="connsiteX10299" fmla="*/ 1033053 w 10450132"/>
              <a:gd name="connsiteY10299" fmla="*/ 1519821 h 5450835"/>
              <a:gd name="connsiteX10300" fmla="*/ 1037585 w 10450132"/>
              <a:gd name="connsiteY10300" fmla="*/ 1527702 h 5450835"/>
              <a:gd name="connsiteX10301" fmla="*/ 1037585 w 10450132"/>
              <a:gd name="connsiteY10301" fmla="*/ 1528557 h 5450835"/>
              <a:gd name="connsiteX10302" fmla="*/ 1033053 w 10450132"/>
              <a:gd name="connsiteY10302" fmla="*/ 1536440 h 5450835"/>
              <a:gd name="connsiteX10303" fmla="*/ 1032268 w 10450132"/>
              <a:gd name="connsiteY10303" fmla="*/ 1536899 h 5450835"/>
              <a:gd name="connsiteX10304" fmla="*/ 1023202 w 10450132"/>
              <a:gd name="connsiteY10304" fmla="*/ 1536899 h 5450835"/>
              <a:gd name="connsiteX10305" fmla="*/ 1023022 w 10450132"/>
              <a:gd name="connsiteY10305" fmla="*/ 1536794 h 5450835"/>
              <a:gd name="connsiteX10306" fmla="*/ 1022980 w 10450132"/>
              <a:gd name="connsiteY10306" fmla="*/ 1536794 h 5450835"/>
              <a:gd name="connsiteX10307" fmla="*/ 1022192 w 10450132"/>
              <a:gd name="connsiteY10307" fmla="*/ 1536334 h 5450835"/>
              <a:gd name="connsiteX10308" fmla="*/ 1017659 w 10450132"/>
              <a:gd name="connsiteY10308" fmla="*/ 1528453 h 5450835"/>
              <a:gd name="connsiteX10309" fmla="*/ 1017659 w 10450132"/>
              <a:gd name="connsiteY10309" fmla="*/ 1527599 h 5450835"/>
              <a:gd name="connsiteX10310" fmla="*/ 1022192 w 10450132"/>
              <a:gd name="connsiteY10310" fmla="*/ 1519717 h 5450835"/>
              <a:gd name="connsiteX10311" fmla="*/ 1022980 w 10450132"/>
              <a:gd name="connsiteY10311" fmla="*/ 1519258 h 5450835"/>
              <a:gd name="connsiteX10312" fmla="*/ 768600 w 10450132"/>
              <a:gd name="connsiteY10312" fmla="*/ 1519258 h 5450835"/>
              <a:gd name="connsiteX10313" fmla="*/ 777663 w 10450132"/>
              <a:gd name="connsiteY10313" fmla="*/ 1519258 h 5450835"/>
              <a:gd name="connsiteX10314" fmla="*/ 778451 w 10450132"/>
              <a:gd name="connsiteY10314" fmla="*/ 1519717 h 5450835"/>
              <a:gd name="connsiteX10315" fmla="*/ 778464 w 10450132"/>
              <a:gd name="connsiteY10315" fmla="*/ 1519739 h 5450835"/>
              <a:gd name="connsiteX10316" fmla="*/ 778546 w 10450132"/>
              <a:gd name="connsiteY10316" fmla="*/ 1519787 h 5450835"/>
              <a:gd name="connsiteX10317" fmla="*/ 783078 w 10450132"/>
              <a:gd name="connsiteY10317" fmla="*/ 1527669 h 5450835"/>
              <a:gd name="connsiteX10318" fmla="*/ 783078 w 10450132"/>
              <a:gd name="connsiteY10318" fmla="*/ 1528524 h 5450835"/>
              <a:gd name="connsiteX10319" fmla="*/ 778546 w 10450132"/>
              <a:gd name="connsiteY10319" fmla="*/ 1536406 h 5450835"/>
              <a:gd name="connsiteX10320" fmla="*/ 777758 w 10450132"/>
              <a:gd name="connsiteY10320" fmla="*/ 1536865 h 5450835"/>
              <a:gd name="connsiteX10321" fmla="*/ 768694 w 10450132"/>
              <a:gd name="connsiteY10321" fmla="*/ 1536865 h 5450835"/>
              <a:gd name="connsiteX10322" fmla="*/ 767906 w 10450132"/>
              <a:gd name="connsiteY10322" fmla="*/ 1536406 h 5450835"/>
              <a:gd name="connsiteX10323" fmla="*/ 767892 w 10450132"/>
              <a:gd name="connsiteY10323" fmla="*/ 1536381 h 5450835"/>
              <a:gd name="connsiteX10324" fmla="*/ 767811 w 10450132"/>
              <a:gd name="connsiteY10324" fmla="*/ 1536334 h 5450835"/>
              <a:gd name="connsiteX10325" fmla="*/ 763280 w 10450132"/>
              <a:gd name="connsiteY10325" fmla="*/ 1528453 h 5450835"/>
              <a:gd name="connsiteX10326" fmla="*/ 763280 w 10450132"/>
              <a:gd name="connsiteY10326" fmla="*/ 1527599 h 5450835"/>
              <a:gd name="connsiteX10327" fmla="*/ 767811 w 10450132"/>
              <a:gd name="connsiteY10327" fmla="*/ 1519717 h 5450835"/>
              <a:gd name="connsiteX10328" fmla="*/ 768600 w 10450132"/>
              <a:gd name="connsiteY10328" fmla="*/ 1519258 h 5450835"/>
              <a:gd name="connsiteX10329" fmla="*/ 514357 w 10450132"/>
              <a:gd name="connsiteY10329" fmla="*/ 1519258 h 5450835"/>
              <a:gd name="connsiteX10330" fmla="*/ 523419 w 10450132"/>
              <a:gd name="connsiteY10330" fmla="*/ 1519258 h 5450835"/>
              <a:gd name="connsiteX10331" fmla="*/ 524208 w 10450132"/>
              <a:gd name="connsiteY10331" fmla="*/ 1519717 h 5450835"/>
              <a:gd name="connsiteX10332" fmla="*/ 528740 w 10450132"/>
              <a:gd name="connsiteY10332" fmla="*/ 1527599 h 5450835"/>
              <a:gd name="connsiteX10333" fmla="*/ 528740 w 10450132"/>
              <a:gd name="connsiteY10333" fmla="*/ 1527676 h 5450835"/>
              <a:gd name="connsiteX10334" fmla="*/ 528753 w 10450132"/>
              <a:gd name="connsiteY10334" fmla="*/ 1527698 h 5450835"/>
              <a:gd name="connsiteX10335" fmla="*/ 528753 w 10450132"/>
              <a:gd name="connsiteY10335" fmla="*/ 1528552 h 5450835"/>
              <a:gd name="connsiteX10336" fmla="*/ 524222 w 10450132"/>
              <a:gd name="connsiteY10336" fmla="*/ 1536434 h 5450835"/>
              <a:gd name="connsiteX10337" fmla="*/ 523433 w 10450132"/>
              <a:gd name="connsiteY10337" fmla="*/ 1536894 h 5450835"/>
              <a:gd name="connsiteX10338" fmla="*/ 514370 w 10450132"/>
              <a:gd name="connsiteY10338" fmla="*/ 1536894 h 5450835"/>
              <a:gd name="connsiteX10339" fmla="*/ 513582 w 10450132"/>
              <a:gd name="connsiteY10339" fmla="*/ 1536434 h 5450835"/>
              <a:gd name="connsiteX10340" fmla="*/ 509049 w 10450132"/>
              <a:gd name="connsiteY10340" fmla="*/ 1528552 h 5450835"/>
              <a:gd name="connsiteX10341" fmla="*/ 509049 w 10450132"/>
              <a:gd name="connsiteY10341" fmla="*/ 1528476 h 5450835"/>
              <a:gd name="connsiteX10342" fmla="*/ 509036 w 10450132"/>
              <a:gd name="connsiteY10342" fmla="*/ 1528453 h 5450835"/>
              <a:gd name="connsiteX10343" fmla="*/ 509036 w 10450132"/>
              <a:gd name="connsiteY10343" fmla="*/ 1527599 h 5450835"/>
              <a:gd name="connsiteX10344" fmla="*/ 513569 w 10450132"/>
              <a:gd name="connsiteY10344" fmla="*/ 1519717 h 5450835"/>
              <a:gd name="connsiteX10345" fmla="*/ 514357 w 10450132"/>
              <a:gd name="connsiteY10345" fmla="*/ 1519258 h 5450835"/>
              <a:gd name="connsiteX10346" fmla="*/ 259888 w 10450132"/>
              <a:gd name="connsiteY10346" fmla="*/ 1519258 h 5450835"/>
              <a:gd name="connsiteX10347" fmla="*/ 268951 w 10450132"/>
              <a:gd name="connsiteY10347" fmla="*/ 1519258 h 5450835"/>
              <a:gd name="connsiteX10348" fmla="*/ 269739 w 10450132"/>
              <a:gd name="connsiteY10348" fmla="*/ 1519717 h 5450835"/>
              <a:gd name="connsiteX10349" fmla="*/ 274271 w 10450132"/>
              <a:gd name="connsiteY10349" fmla="*/ 1527599 h 5450835"/>
              <a:gd name="connsiteX10350" fmla="*/ 274271 w 10450132"/>
              <a:gd name="connsiteY10350" fmla="*/ 1528453 h 5450835"/>
              <a:gd name="connsiteX10351" fmla="*/ 274262 w 10450132"/>
              <a:gd name="connsiteY10351" fmla="*/ 1528469 h 5450835"/>
              <a:gd name="connsiteX10352" fmla="*/ 274262 w 10450132"/>
              <a:gd name="connsiteY10352" fmla="*/ 1528492 h 5450835"/>
              <a:gd name="connsiteX10353" fmla="*/ 269730 w 10450132"/>
              <a:gd name="connsiteY10353" fmla="*/ 1536374 h 5450835"/>
              <a:gd name="connsiteX10354" fmla="*/ 268942 w 10450132"/>
              <a:gd name="connsiteY10354" fmla="*/ 1536833 h 5450835"/>
              <a:gd name="connsiteX10355" fmla="*/ 259879 w 10450132"/>
              <a:gd name="connsiteY10355" fmla="*/ 1536833 h 5450835"/>
              <a:gd name="connsiteX10356" fmla="*/ 259089 w 10450132"/>
              <a:gd name="connsiteY10356" fmla="*/ 1536374 h 5450835"/>
              <a:gd name="connsiteX10357" fmla="*/ 254558 w 10450132"/>
              <a:gd name="connsiteY10357" fmla="*/ 1528492 h 5450835"/>
              <a:gd name="connsiteX10358" fmla="*/ 254558 w 10450132"/>
              <a:gd name="connsiteY10358" fmla="*/ 1527637 h 5450835"/>
              <a:gd name="connsiteX10359" fmla="*/ 254566 w 10450132"/>
              <a:gd name="connsiteY10359" fmla="*/ 1527623 h 5450835"/>
              <a:gd name="connsiteX10360" fmla="*/ 254566 w 10450132"/>
              <a:gd name="connsiteY10360" fmla="*/ 1527599 h 5450835"/>
              <a:gd name="connsiteX10361" fmla="*/ 259098 w 10450132"/>
              <a:gd name="connsiteY10361" fmla="*/ 1519717 h 5450835"/>
              <a:gd name="connsiteX10362" fmla="*/ 259888 w 10450132"/>
              <a:gd name="connsiteY10362" fmla="*/ 1519258 h 5450835"/>
              <a:gd name="connsiteX10363" fmla="*/ 5440 w 10450132"/>
              <a:gd name="connsiteY10363" fmla="*/ 1519258 h 5450835"/>
              <a:gd name="connsiteX10364" fmla="*/ 14504 w 10450132"/>
              <a:gd name="connsiteY10364" fmla="*/ 1519258 h 5450835"/>
              <a:gd name="connsiteX10365" fmla="*/ 14645 w 10450132"/>
              <a:gd name="connsiteY10365" fmla="*/ 1519340 h 5450835"/>
              <a:gd name="connsiteX10366" fmla="*/ 15433 w 10450132"/>
              <a:gd name="connsiteY10366" fmla="*/ 1519798 h 5450835"/>
              <a:gd name="connsiteX10367" fmla="*/ 19965 w 10450132"/>
              <a:gd name="connsiteY10367" fmla="*/ 1527680 h 5450835"/>
              <a:gd name="connsiteX10368" fmla="*/ 19965 w 10450132"/>
              <a:gd name="connsiteY10368" fmla="*/ 1528535 h 5450835"/>
              <a:gd name="connsiteX10369" fmla="*/ 15433 w 10450132"/>
              <a:gd name="connsiteY10369" fmla="*/ 1536416 h 5450835"/>
              <a:gd name="connsiteX10370" fmla="*/ 14645 w 10450132"/>
              <a:gd name="connsiteY10370" fmla="*/ 1536877 h 5450835"/>
              <a:gd name="connsiteX10371" fmla="*/ 5583 w 10450132"/>
              <a:gd name="connsiteY10371" fmla="*/ 1536877 h 5450835"/>
              <a:gd name="connsiteX10372" fmla="*/ 5441 w 10450132"/>
              <a:gd name="connsiteY10372" fmla="*/ 1536794 h 5450835"/>
              <a:gd name="connsiteX10373" fmla="*/ 5440 w 10450132"/>
              <a:gd name="connsiteY10373" fmla="*/ 1536794 h 5450835"/>
              <a:gd name="connsiteX10374" fmla="*/ 4651 w 10450132"/>
              <a:gd name="connsiteY10374" fmla="*/ 1536334 h 5450835"/>
              <a:gd name="connsiteX10375" fmla="*/ 119 w 10450132"/>
              <a:gd name="connsiteY10375" fmla="*/ 1528453 h 5450835"/>
              <a:gd name="connsiteX10376" fmla="*/ 119 w 10450132"/>
              <a:gd name="connsiteY10376" fmla="*/ 1527599 h 5450835"/>
              <a:gd name="connsiteX10377" fmla="*/ 4651 w 10450132"/>
              <a:gd name="connsiteY10377" fmla="*/ 1519717 h 5450835"/>
              <a:gd name="connsiteX10378" fmla="*/ 5440 w 10450132"/>
              <a:gd name="connsiteY10378" fmla="*/ 1519258 h 5450835"/>
              <a:gd name="connsiteX10379" fmla="*/ 8654892 w 10450132"/>
              <a:gd name="connsiteY10379" fmla="*/ 1302363 h 5450835"/>
              <a:gd name="connsiteX10380" fmla="*/ 8663955 w 10450132"/>
              <a:gd name="connsiteY10380" fmla="*/ 1302363 h 5450835"/>
              <a:gd name="connsiteX10381" fmla="*/ 8664744 w 10450132"/>
              <a:gd name="connsiteY10381" fmla="*/ 1302819 h 5450835"/>
              <a:gd name="connsiteX10382" fmla="*/ 8669277 w 10450132"/>
              <a:gd name="connsiteY10382" fmla="*/ 1310701 h 5450835"/>
              <a:gd name="connsiteX10383" fmla="*/ 8669277 w 10450132"/>
              <a:gd name="connsiteY10383" fmla="*/ 1311555 h 5450835"/>
              <a:gd name="connsiteX10384" fmla="*/ 8664744 w 10450132"/>
              <a:gd name="connsiteY10384" fmla="*/ 1319435 h 5450835"/>
              <a:gd name="connsiteX10385" fmla="*/ 8663955 w 10450132"/>
              <a:gd name="connsiteY10385" fmla="*/ 1319895 h 5450835"/>
              <a:gd name="connsiteX10386" fmla="*/ 8654892 w 10450132"/>
              <a:gd name="connsiteY10386" fmla="*/ 1319895 h 5450835"/>
              <a:gd name="connsiteX10387" fmla="*/ 8654104 w 10450132"/>
              <a:gd name="connsiteY10387" fmla="*/ 1319435 h 5450835"/>
              <a:gd name="connsiteX10388" fmla="*/ 8649572 w 10450132"/>
              <a:gd name="connsiteY10388" fmla="*/ 1311555 h 5450835"/>
              <a:gd name="connsiteX10389" fmla="*/ 8649572 w 10450132"/>
              <a:gd name="connsiteY10389" fmla="*/ 1310701 h 5450835"/>
              <a:gd name="connsiteX10390" fmla="*/ 8654104 w 10450132"/>
              <a:gd name="connsiteY10390" fmla="*/ 1302819 h 5450835"/>
              <a:gd name="connsiteX10391" fmla="*/ 8654892 w 10450132"/>
              <a:gd name="connsiteY10391" fmla="*/ 1302363 h 5450835"/>
              <a:gd name="connsiteX10392" fmla="*/ 5602126 w 10450132"/>
              <a:gd name="connsiteY10392" fmla="*/ 1302362 h 5450835"/>
              <a:gd name="connsiteX10393" fmla="*/ 5611191 w 10450132"/>
              <a:gd name="connsiteY10393" fmla="*/ 1302362 h 5450835"/>
              <a:gd name="connsiteX10394" fmla="*/ 5611979 w 10450132"/>
              <a:gd name="connsiteY10394" fmla="*/ 1302818 h 5450835"/>
              <a:gd name="connsiteX10395" fmla="*/ 5616511 w 10450132"/>
              <a:gd name="connsiteY10395" fmla="*/ 1310700 h 5450835"/>
              <a:gd name="connsiteX10396" fmla="*/ 5616511 w 10450132"/>
              <a:gd name="connsiteY10396" fmla="*/ 1311550 h 5450835"/>
              <a:gd name="connsiteX10397" fmla="*/ 5611979 w 10450132"/>
              <a:gd name="connsiteY10397" fmla="*/ 1319435 h 5450835"/>
              <a:gd name="connsiteX10398" fmla="*/ 5611191 w 10450132"/>
              <a:gd name="connsiteY10398" fmla="*/ 1319895 h 5450835"/>
              <a:gd name="connsiteX10399" fmla="*/ 5602126 w 10450132"/>
              <a:gd name="connsiteY10399" fmla="*/ 1319895 h 5450835"/>
              <a:gd name="connsiteX10400" fmla="*/ 5601338 w 10450132"/>
              <a:gd name="connsiteY10400" fmla="*/ 1319435 h 5450835"/>
              <a:gd name="connsiteX10401" fmla="*/ 5596807 w 10450132"/>
              <a:gd name="connsiteY10401" fmla="*/ 1311550 h 5450835"/>
              <a:gd name="connsiteX10402" fmla="*/ 5596807 w 10450132"/>
              <a:gd name="connsiteY10402" fmla="*/ 1310700 h 5450835"/>
              <a:gd name="connsiteX10403" fmla="*/ 5601338 w 10450132"/>
              <a:gd name="connsiteY10403" fmla="*/ 1302818 h 5450835"/>
              <a:gd name="connsiteX10404" fmla="*/ 5602126 w 10450132"/>
              <a:gd name="connsiteY10404" fmla="*/ 1302362 h 5450835"/>
              <a:gd name="connsiteX10405" fmla="*/ 3821617 w 10450132"/>
              <a:gd name="connsiteY10405" fmla="*/ 1302358 h 5450835"/>
              <a:gd name="connsiteX10406" fmla="*/ 3830685 w 10450132"/>
              <a:gd name="connsiteY10406" fmla="*/ 1302358 h 5450835"/>
              <a:gd name="connsiteX10407" fmla="*/ 3831471 w 10450132"/>
              <a:gd name="connsiteY10407" fmla="*/ 1302818 h 5450835"/>
              <a:gd name="connsiteX10408" fmla="*/ 3836006 w 10450132"/>
              <a:gd name="connsiteY10408" fmla="*/ 1310694 h 5450835"/>
              <a:gd name="connsiteX10409" fmla="*/ 3836006 w 10450132"/>
              <a:gd name="connsiteY10409" fmla="*/ 1311549 h 5450835"/>
              <a:gd name="connsiteX10410" fmla="*/ 3831471 w 10450132"/>
              <a:gd name="connsiteY10410" fmla="*/ 1319430 h 5450835"/>
              <a:gd name="connsiteX10411" fmla="*/ 3830685 w 10450132"/>
              <a:gd name="connsiteY10411" fmla="*/ 1319890 h 5450835"/>
              <a:gd name="connsiteX10412" fmla="*/ 3821617 w 10450132"/>
              <a:gd name="connsiteY10412" fmla="*/ 1319890 h 5450835"/>
              <a:gd name="connsiteX10413" fmla="*/ 3820830 w 10450132"/>
              <a:gd name="connsiteY10413" fmla="*/ 1319430 h 5450835"/>
              <a:gd name="connsiteX10414" fmla="*/ 3816298 w 10450132"/>
              <a:gd name="connsiteY10414" fmla="*/ 1311549 h 5450835"/>
              <a:gd name="connsiteX10415" fmla="*/ 3816298 w 10450132"/>
              <a:gd name="connsiteY10415" fmla="*/ 1310694 h 5450835"/>
              <a:gd name="connsiteX10416" fmla="*/ 3820830 w 10450132"/>
              <a:gd name="connsiteY10416" fmla="*/ 1302818 h 5450835"/>
              <a:gd name="connsiteX10417" fmla="*/ 3821617 w 10450132"/>
              <a:gd name="connsiteY10417" fmla="*/ 1302358 h 5450835"/>
              <a:gd name="connsiteX10418" fmla="*/ 8909274 w 10450132"/>
              <a:gd name="connsiteY10418" fmla="*/ 1302346 h 5450835"/>
              <a:gd name="connsiteX10419" fmla="*/ 8918336 w 10450132"/>
              <a:gd name="connsiteY10419" fmla="*/ 1302346 h 5450835"/>
              <a:gd name="connsiteX10420" fmla="*/ 8919125 w 10450132"/>
              <a:gd name="connsiteY10420" fmla="*/ 1302806 h 5450835"/>
              <a:gd name="connsiteX10421" fmla="*/ 8923657 w 10450132"/>
              <a:gd name="connsiteY10421" fmla="*/ 1310684 h 5450835"/>
              <a:gd name="connsiteX10422" fmla="*/ 8923657 w 10450132"/>
              <a:gd name="connsiteY10422" fmla="*/ 1311538 h 5450835"/>
              <a:gd name="connsiteX10423" fmla="*/ 8919125 w 10450132"/>
              <a:gd name="connsiteY10423" fmla="*/ 1319421 h 5450835"/>
              <a:gd name="connsiteX10424" fmla="*/ 8918336 w 10450132"/>
              <a:gd name="connsiteY10424" fmla="*/ 1319879 h 5450835"/>
              <a:gd name="connsiteX10425" fmla="*/ 8909274 w 10450132"/>
              <a:gd name="connsiteY10425" fmla="*/ 1319879 h 5450835"/>
              <a:gd name="connsiteX10426" fmla="*/ 8908484 w 10450132"/>
              <a:gd name="connsiteY10426" fmla="*/ 1319421 h 5450835"/>
              <a:gd name="connsiteX10427" fmla="*/ 8903953 w 10450132"/>
              <a:gd name="connsiteY10427" fmla="*/ 1311538 h 5450835"/>
              <a:gd name="connsiteX10428" fmla="*/ 8903953 w 10450132"/>
              <a:gd name="connsiteY10428" fmla="*/ 1310684 h 5450835"/>
              <a:gd name="connsiteX10429" fmla="*/ 8908484 w 10450132"/>
              <a:gd name="connsiteY10429" fmla="*/ 1302806 h 5450835"/>
              <a:gd name="connsiteX10430" fmla="*/ 8909274 w 10450132"/>
              <a:gd name="connsiteY10430" fmla="*/ 1302346 h 5450835"/>
              <a:gd name="connsiteX10431" fmla="*/ 6619714 w 10450132"/>
              <a:gd name="connsiteY10431" fmla="*/ 1302346 h 5450835"/>
              <a:gd name="connsiteX10432" fmla="*/ 6628778 w 10450132"/>
              <a:gd name="connsiteY10432" fmla="*/ 1302346 h 5450835"/>
              <a:gd name="connsiteX10433" fmla="*/ 6629566 w 10450132"/>
              <a:gd name="connsiteY10433" fmla="*/ 1302809 h 5450835"/>
              <a:gd name="connsiteX10434" fmla="*/ 6634099 w 10450132"/>
              <a:gd name="connsiteY10434" fmla="*/ 1310689 h 5450835"/>
              <a:gd name="connsiteX10435" fmla="*/ 6634099 w 10450132"/>
              <a:gd name="connsiteY10435" fmla="*/ 1311538 h 5450835"/>
              <a:gd name="connsiteX10436" fmla="*/ 6629566 w 10450132"/>
              <a:gd name="connsiteY10436" fmla="*/ 1319422 h 5450835"/>
              <a:gd name="connsiteX10437" fmla="*/ 6628778 w 10450132"/>
              <a:gd name="connsiteY10437" fmla="*/ 1319881 h 5450835"/>
              <a:gd name="connsiteX10438" fmla="*/ 6619714 w 10450132"/>
              <a:gd name="connsiteY10438" fmla="*/ 1319881 h 5450835"/>
              <a:gd name="connsiteX10439" fmla="*/ 6618926 w 10450132"/>
              <a:gd name="connsiteY10439" fmla="*/ 1319422 h 5450835"/>
              <a:gd name="connsiteX10440" fmla="*/ 6614394 w 10450132"/>
              <a:gd name="connsiteY10440" fmla="*/ 1311538 h 5450835"/>
              <a:gd name="connsiteX10441" fmla="*/ 6614394 w 10450132"/>
              <a:gd name="connsiteY10441" fmla="*/ 1310689 h 5450835"/>
              <a:gd name="connsiteX10442" fmla="*/ 6618926 w 10450132"/>
              <a:gd name="connsiteY10442" fmla="*/ 1302809 h 5450835"/>
              <a:gd name="connsiteX10443" fmla="*/ 6619714 w 10450132"/>
              <a:gd name="connsiteY10443" fmla="*/ 1302346 h 5450835"/>
              <a:gd name="connsiteX10444" fmla="*/ 7128477 w 10450132"/>
              <a:gd name="connsiteY10444" fmla="*/ 1302344 h 5450835"/>
              <a:gd name="connsiteX10445" fmla="*/ 7137540 w 10450132"/>
              <a:gd name="connsiteY10445" fmla="*/ 1302344 h 5450835"/>
              <a:gd name="connsiteX10446" fmla="*/ 7138328 w 10450132"/>
              <a:gd name="connsiteY10446" fmla="*/ 1302803 h 5450835"/>
              <a:gd name="connsiteX10447" fmla="*/ 7142860 w 10450132"/>
              <a:gd name="connsiteY10447" fmla="*/ 1310681 h 5450835"/>
              <a:gd name="connsiteX10448" fmla="*/ 7142860 w 10450132"/>
              <a:gd name="connsiteY10448" fmla="*/ 1311534 h 5450835"/>
              <a:gd name="connsiteX10449" fmla="*/ 7138328 w 10450132"/>
              <a:gd name="connsiteY10449" fmla="*/ 1319415 h 5450835"/>
              <a:gd name="connsiteX10450" fmla="*/ 7137540 w 10450132"/>
              <a:gd name="connsiteY10450" fmla="*/ 1319878 h 5450835"/>
              <a:gd name="connsiteX10451" fmla="*/ 7128477 w 10450132"/>
              <a:gd name="connsiteY10451" fmla="*/ 1319878 h 5450835"/>
              <a:gd name="connsiteX10452" fmla="*/ 7127689 w 10450132"/>
              <a:gd name="connsiteY10452" fmla="*/ 1319415 h 5450835"/>
              <a:gd name="connsiteX10453" fmla="*/ 7123156 w 10450132"/>
              <a:gd name="connsiteY10453" fmla="*/ 1311534 h 5450835"/>
              <a:gd name="connsiteX10454" fmla="*/ 7123156 w 10450132"/>
              <a:gd name="connsiteY10454" fmla="*/ 1310681 h 5450835"/>
              <a:gd name="connsiteX10455" fmla="*/ 7127689 w 10450132"/>
              <a:gd name="connsiteY10455" fmla="*/ 1302803 h 5450835"/>
              <a:gd name="connsiteX10456" fmla="*/ 7128477 w 10450132"/>
              <a:gd name="connsiteY10456" fmla="*/ 1302344 h 5450835"/>
              <a:gd name="connsiteX10457" fmla="*/ 9418035 w 10450132"/>
              <a:gd name="connsiteY10457" fmla="*/ 1302339 h 5450835"/>
              <a:gd name="connsiteX10458" fmla="*/ 9427099 w 10450132"/>
              <a:gd name="connsiteY10458" fmla="*/ 1302339 h 5450835"/>
              <a:gd name="connsiteX10459" fmla="*/ 9427887 w 10450132"/>
              <a:gd name="connsiteY10459" fmla="*/ 1302800 h 5450835"/>
              <a:gd name="connsiteX10460" fmla="*/ 9432419 w 10450132"/>
              <a:gd name="connsiteY10460" fmla="*/ 1310679 h 5450835"/>
              <a:gd name="connsiteX10461" fmla="*/ 9432419 w 10450132"/>
              <a:gd name="connsiteY10461" fmla="*/ 1311534 h 5450835"/>
              <a:gd name="connsiteX10462" fmla="*/ 9427887 w 10450132"/>
              <a:gd name="connsiteY10462" fmla="*/ 1319413 h 5450835"/>
              <a:gd name="connsiteX10463" fmla="*/ 9427099 w 10450132"/>
              <a:gd name="connsiteY10463" fmla="*/ 1319872 h 5450835"/>
              <a:gd name="connsiteX10464" fmla="*/ 9418035 w 10450132"/>
              <a:gd name="connsiteY10464" fmla="*/ 1319872 h 5450835"/>
              <a:gd name="connsiteX10465" fmla="*/ 9417247 w 10450132"/>
              <a:gd name="connsiteY10465" fmla="*/ 1319413 h 5450835"/>
              <a:gd name="connsiteX10466" fmla="*/ 9412714 w 10450132"/>
              <a:gd name="connsiteY10466" fmla="*/ 1311534 h 5450835"/>
              <a:gd name="connsiteX10467" fmla="*/ 9412714 w 10450132"/>
              <a:gd name="connsiteY10467" fmla="*/ 1310679 h 5450835"/>
              <a:gd name="connsiteX10468" fmla="*/ 9417247 w 10450132"/>
              <a:gd name="connsiteY10468" fmla="*/ 1302800 h 5450835"/>
              <a:gd name="connsiteX10469" fmla="*/ 9418035 w 10450132"/>
              <a:gd name="connsiteY10469" fmla="*/ 1302339 h 5450835"/>
              <a:gd name="connsiteX10470" fmla="*/ 5093300 w 10450132"/>
              <a:gd name="connsiteY10470" fmla="*/ 1302325 h 5450835"/>
              <a:gd name="connsiteX10471" fmla="*/ 5102364 w 10450132"/>
              <a:gd name="connsiteY10471" fmla="*/ 1302325 h 5450835"/>
              <a:gd name="connsiteX10472" fmla="*/ 5103153 w 10450132"/>
              <a:gd name="connsiteY10472" fmla="*/ 1302786 h 5450835"/>
              <a:gd name="connsiteX10473" fmla="*/ 5107684 w 10450132"/>
              <a:gd name="connsiteY10473" fmla="*/ 1310663 h 5450835"/>
              <a:gd name="connsiteX10474" fmla="*/ 5107684 w 10450132"/>
              <a:gd name="connsiteY10474" fmla="*/ 1311517 h 5450835"/>
              <a:gd name="connsiteX10475" fmla="*/ 5103153 w 10450132"/>
              <a:gd name="connsiteY10475" fmla="*/ 1319400 h 5450835"/>
              <a:gd name="connsiteX10476" fmla="*/ 5102364 w 10450132"/>
              <a:gd name="connsiteY10476" fmla="*/ 1319860 h 5450835"/>
              <a:gd name="connsiteX10477" fmla="*/ 5093300 w 10450132"/>
              <a:gd name="connsiteY10477" fmla="*/ 1319860 h 5450835"/>
              <a:gd name="connsiteX10478" fmla="*/ 5092512 w 10450132"/>
              <a:gd name="connsiteY10478" fmla="*/ 1319400 h 5450835"/>
              <a:gd name="connsiteX10479" fmla="*/ 5087979 w 10450132"/>
              <a:gd name="connsiteY10479" fmla="*/ 1311517 h 5450835"/>
              <a:gd name="connsiteX10480" fmla="*/ 5087979 w 10450132"/>
              <a:gd name="connsiteY10480" fmla="*/ 1310663 h 5450835"/>
              <a:gd name="connsiteX10481" fmla="*/ 5092512 w 10450132"/>
              <a:gd name="connsiteY10481" fmla="*/ 1302786 h 5450835"/>
              <a:gd name="connsiteX10482" fmla="*/ 5093300 w 10450132"/>
              <a:gd name="connsiteY10482" fmla="*/ 1302325 h 5450835"/>
              <a:gd name="connsiteX10483" fmla="*/ 9672481 w 10450132"/>
              <a:gd name="connsiteY10483" fmla="*/ 1302321 h 5450835"/>
              <a:gd name="connsiteX10484" fmla="*/ 9681545 w 10450132"/>
              <a:gd name="connsiteY10484" fmla="*/ 1302321 h 5450835"/>
              <a:gd name="connsiteX10485" fmla="*/ 9682333 w 10450132"/>
              <a:gd name="connsiteY10485" fmla="*/ 1302781 h 5450835"/>
              <a:gd name="connsiteX10486" fmla="*/ 9686865 w 10450132"/>
              <a:gd name="connsiteY10486" fmla="*/ 1310661 h 5450835"/>
              <a:gd name="connsiteX10487" fmla="*/ 9686865 w 10450132"/>
              <a:gd name="connsiteY10487" fmla="*/ 1311514 h 5450835"/>
              <a:gd name="connsiteX10488" fmla="*/ 9682333 w 10450132"/>
              <a:gd name="connsiteY10488" fmla="*/ 1319395 h 5450835"/>
              <a:gd name="connsiteX10489" fmla="*/ 9681545 w 10450132"/>
              <a:gd name="connsiteY10489" fmla="*/ 1319854 h 5450835"/>
              <a:gd name="connsiteX10490" fmla="*/ 9672481 w 10450132"/>
              <a:gd name="connsiteY10490" fmla="*/ 1319854 h 5450835"/>
              <a:gd name="connsiteX10491" fmla="*/ 9671693 w 10450132"/>
              <a:gd name="connsiteY10491" fmla="*/ 1319395 h 5450835"/>
              <a:gd name="connsiteX10492" fmla="*/ 9667160 w 10450132"/>
              <a:gd name="connsiteY10492" fmla="*/ 1311514 h 5450835"/>
              <a:gd name="connsiteX10493" fmla="*/ 9667160 w 10450132"/>
              <a:gd name="connsiteY10493" fmla="*/ 1310661 h 5450835"/>
              <a:gd name="connsiteX10494" fmla="*/ 9671693 w 10450132"/>
              <a:gd name="connsiteY10494" fmla="*/ 1302781 h 5450835"/>
              <a:gd name="connsiteX10495" fmla="*/ 9672481 w 10450132"/>
              <a:gd name="connsiteY10495" fmla="*/ 1302321 h 5450835"/>
              <a:gd name="connsiteX10496" fmla="*/ 7637304 w 10450132"/>
              <a:gd name="connsiteY10496" fmla="*/ 1302317 h 5450835"/>
              <a:gd name="connsiteX10497" fmla="*/ 7646367 w 10450132"/>
              <a:gd name="connsiteY10497" fmla="*/ 1302317 h 5450835"/>
              <a:gd name="connsiteX10498" fmla="*/ 7647156 w 10450132"/>
              <a:gd name="connsiteY10498" fmla="*/ 1302777 h 5450835"/>
              <a:gd name="connsiteX10499" fmla="*/ 7651687 w 10450132"/>
              <a:gd name="connsiteY10499" fmla="*/ 1310656 h 5450835"/>
              <a:gd name="connsiteX10500" fmla="*/ 7651687 w 10450132"/>
              <a:gd name="connsiteY10500" fmla="*/ 1311509 h 5450835"/>
              <a:gd name="connsiteX10501" fmla="*/ 7647156 w 10450132"/>
              <a:gd name="connsiteY10501" fmla="*/ 1319393 h 5450835"/>
              <a:gd name="connsiteX10502" fmla="*/ 7646367 w 10450132"/>
              <a:gd name="connsiteY10502" fmla="*/ 1319852 h 5450835"/>
              <a:gd name="connsiteX10503" fmla="*/ 7637304 w 10450132"/>
              <a:gd name="connsiteY10503" fmla="*/ 1319852 h 5450835"/>
              <a:gd name="connsiteX10504" fmla="*/ 7636516 w 10450132"/>
              <a:gd name="connsiteY10504" fmla="*/ 1319393 h 5450835"/>
              <a:gd name="connsiteX10505" fmla="*/ 7631983 w 10450132"/>
              <a:gd name="connsiteY10505" fmla="*/ 1311509 h 5450835"/>
              <a:gd name="connsiteX10506" fmla="*/ 7631983 w 10450132"/>
              <a:gd name="connsiteY10506" fmla="*/ 1310656 h 5450835"/>
              <a:gd name="connsiteX10507" fmla="*/ 7636516 w 10450132"/>
              <a:gd name="connsiteY10507" fmla="*/ 1302777 h 5450835"/>
              <a:gd name="connsiteX10508" fmla="*/ 7637304 w 10450132"/>
              <a:gd name="connsiteY10508" fmla="*/ 1302317 h 5450835"/>
              <a:gd name="connsiteX10509" fmla="*/ 10181242 w 10450132"/>
              <a:gd name="connsiteY10509" fmla="*/ 1302308 h 5450835"/>
              <a:gd name="connsiteX10510" fmla="*/ 10190305 w 10450132"/>
              <a:gd name="connsiteY10510" fmla="*/ 1302308 h 5450835"/>
              <a:gd name="connsiteX10511" fmla="*/ 10191093 w 10450132"/>
              <a:gd name="connsiteY10511" fmla="*/ 1302769 h 5450835"/>
              <a:gd name="connsiteX10512" fmla="*/ 10195626 w 10450132"/>
              <a:gd name="connsiteY10512" fmla="*/ 1310648 h 5450835"/>
              <a:gd name="connsiteX10513" fmla="*/ 10195626 w 10450132"/>
              <a:gd name="connsiteY10513" fmla="*/ 1311502 h 5450835"/>
              <a:gd name="connsiteX10514" fmla="*/ 10191093 w 10450132"/>
              <a:gd name="connsiteY10514" fmla="*/ 1319383 h 5450835"/>
              <a:gd name="connsiteX10515" fmla="*/ 10190305 w 10450132"/>
              <a:gd name="connsiteY10515" fmla="*/ 1319843 h 5450835"/>
              <a:gd name="connsiteX10516" fmla="*/ 10181242 w 10450132"/>
              <a:gd name="connsiteY10516" fmla="*/ 1319843 h 5450835"/>
              <a:gd name="connsiteX10517" fmla="*/ 10180453 w 10450132"/>
              <a:gd name="connsiteY10517" fmla="*/ 1319383 h 5450835"/>
              <a:gd name="connsiteX10518" fmla="*/ 10175922 w 10450132"/>
              <a:gd name="connsiteY10518" fmla="*/ 1311502 h 5450835"/>
              <a:gd name="connsiteX10519" fmla="*/ 10175922 w 10450132"/>
              <a:gd name="connsiteY10519" fmla="*/ 1310648 h 5450835"/>
              <a:gd name="connsiteX10520" fmla="*/ 10180453 w 10450132"/>
              <a:gd name="connsiteY10520" fmla="*/ 1302769 h 5450835"/>
              <a:gd name="connsiteX10521" fmla="*/ 10181242 w 10450132"/>
              <a:gd name="connsiteY10521" fmla="*/ 1302308 h 5450835"/>
              <a:gd name="connsiteX10522" fmla="*/ 4584538 w 10450132"/>
              <a:gd name="connsiteY10522" fmla="*/ 1302308 h 5450835"/>
              <a:gd name="connsiteX10523" fmla="*/ 4593603 w 10450132"/>
              <a:gd name="connsiteY10523" fmla="*/ 1302308 h 5450835"/>
              <a:gd name="connsiteX10524" fmla="*/ 4594390 w 10450132"/>
              <a:gd name="connsiteY10524" fmla="*/ 1302769 h 5450835"/>
              <a:gd name="connsiteX10525" fmla="*/ 4598922 w 10450132"/>
              <a:gd name="connsiteY10525" fmla="*/ 1310648 h 5450835"/>
              <a:gd name="connsiteX10526" fmla="*/ 4598922 w 10450132"/>
              <a:gd name="connsiteY10526" fmla="*/ 1311502 h 5450835"/>
              <a:gd name="connsiteX10527" fmla="*/ 4594390 w 10450132"/>
              <a:gd name="connsiteY10527" fmla="*/ 1319383 h 5450835"/>
              <a:gd name="connsiteX10528" fmla="*/ 4593603 w 10450132"/>
              <a:gd name="connsiteY10528" fmla="*/ 1319843 h 5450835"/>
              <a:gd name="connsiteX10529" fmla="*/ 4584538 w 10450132"/>
              <a:gd name="connsiteY10529" fmla="*/ 1319843 h 5450835"/>
              <a:gd name="connsiteX10530" fmla="*/ 4583749 w 10450132"/>
              <a:gd name="connsiteY10530" fmla="*/ 1319383 h 5450835"/>
              <a:gd name="connsiteX10531" fmla="*/ 4579218 w 10450132"/>
              <a:gd name="connsiteY10531" fmla="*/ 1311502 h 5450835"/>
              <a:gd name="connsiteX10532" fmla="*/ 4579218 w 10450132"/>
              <a:gd name="connsiteY10532" fmla="*/ 1310648 h 5450835"/>
              <a:gd name="connsiteX10533" fmla="*/ 4583749 w 10450132"/>
              <a:gd name="connsiteY10533" fmla="*/ 1302769 h 5450835"/>
              <a:gd name="connsiteX10534" fmla="*/ 4584538 w 10450132"/>
              <a:gd name="connsiteY10534" fmla="*/ 1302308 h 5450835"/>
              <a:gd name="connsiteX10535" fmla="*/ 7891684 w 10450132"/>
              <a:gd name="connsiteY10535" fmla="*/ 1302305 h 5450835"/>
              <a:gd name="connsiteX10536" fmla="*/ 7900748 w 10450132"/>
              <a:gd name="connsiteY10536" fmla="*/ 1302305 h 5450835"/>
              <a:gd name="connsiteX10537" fmla="*/ 7901536 w 10450132"/>
              <a:gd name="connsiteY10537" fmla="*/ 1302767 h 5450835"/>
              <a:gd name="connsiteX10538" fmla="*/ 7906067 w 10450132"/>
              <a:gd name="connsiteY10538" fmla="*/ 1310644 h 5450835"/>
              <a:gd name="connsiteX10539" fmla="*/ 7906067 w 10450132"/>
              <a:gd name="connsiteY10539" fmla="*/ 1311499 h 5450835"/>
              <a:gd name="connsiteX10540" fmla="*/ 7901536 w 10450132"/>
              <a:gd name="connsiteY10540" fmla="*/ 1319380 h 5450835"/>
              <a:gd name="connsiteX10541" fmla="*/ 7900748 w 10450132"/>
              <a:gd name="connsiteY10541" fmla="*/ 1319839 h 5450835"/>
              <a:gd name="connsiteX10542" fmla="*/ 7891684 w 10450132"/>
              <a:gd name="connsiteY10542" fmla="*/ 1319839 h 5450835"/>
              <a:gd name="connsiteX10543" fmla="*/ 7890896 w 10450132"/>
              <a:gd name="connsiteY10543" fmla="*/ 1319380 h 5450835"/>
              <a:gd name="connsiteX10544" fmla="*/ 7886363 w 10450132"/>
              <a:gd name="connsiteY10544" fmla="*/ 1311499 h 5450835"/>
              <a:gd name="connsiteX10545" fmla="*/ 7886363 w 10450132"/>
              <a:gd name="connsiteY10545" fmla="*/ 1310644 h 5450835"/>
              <a:gd name="connsiteX10546" fmla="*/ 7890896 w 10450132"/>
              <a:gd name="connsiteY10546" fmla="*/ 1302767 h 5450835"/>
              <a:gd name="connsiteX10547" fmla="*/ 7891684 w 10450132"/>
              <a:gd name="connsiteY10547" fmla="*/ 1302305 h 5450835"/>
              <a:gd name="connsiteX10548" fmla="*/ 5856508 w 10450132"/>
              <a:gd name="connsiteY10548" fmla="*/ 1302303 h 5450835"/>
              <a:gd name="connsiteX10549" fmla="*/ 5865571 w 10450132"/>
              <a:gd name="connsiteY10549" fmla="*/ 1302303 h 5450835"/>
              <a:gd name="connsiteX10550" fmla="*/ 5866359 w 10450132"/>
              <a:gd name="connsiteY10550" fmla="*/ 1302761 h 5450835"/>
              <a:gd name="connsiteX10551" fmla="*/ 5870891 w 10450132"/>
              <a:gd name="connsiteY10551" fmla="*/ 1310643 h 5450835"/>
              <a:gd name="connsiteX10552" fmla="*/ 5870891 w 10450132"/>
              <a:gd name="connsiteY10552" fmla="*/ 1311497 h 5450835"/>
              <a:gd name="connsiteX10553" fmla="*/ 5866359 w 10450132"/>
              <a:gd name="connsiteY10553" fmla="*/ 1319377 h 5450835"/>
              <a:gd name="connsiteX10554" fmla="*/ 5865571 w 10450132"/>
              <a:gd name="connsiteY10554" fmla="*/ 1319838 h 5450835"/>
              <a:gd name="connsiteX10555" fmla="*/ 5856508 w 10450132"/>
              <a:gd name="connsiteY10555" fmla="*/ 1319838 h 5450835"/>
              <a:gd name="connsiteX10556" fmla="*/ 5855720 w 10450132"/>
              <a:gd name="connsiteY10556" fmla="*/ 1319377 h 5450835"/>
              <a:gd name="connsiteX10557" fmla="*/ 5851187 w 10450132"/>
              <a:gd name="connsiteY10557" fmla="*/ 1311497 h 5450835"/>
              <a:gd name="connsiteX10558" fmla="*/ 5851187 w 10450132"/>
              <a:gd name="connsiteY10558" fmla="*/ 1310643 h 5450835"/>
              <a:gd name="connsiteX10559" fmla="*/ 5855720 w 10450132"/>
              <a:gd name="connsiteY10559" fmla="*/ 1302761 h 5450835"/>
              <a:gd name="connsiteX10560" fmla="*/ 5856508 w 10450132"/>
              <a:gd name="connsiteY10560" fmla="*/ 1302303 h 5450835"/>
              <a:gd name="connsiteX10561" fmla="*/ 8400511 w 10450132"/>
              <a:gd name="connsiteY10561" fmla="*/ 1302301 h 5450835"/>
              <a:gd name="connsiteX10562" fmla="*/ 8409575 w 10450132"/>
              <a:gd name="connsiteY10562" fmla="*/ 1302301 h 5450835"/>
              <a:gd name="connsiteX10563" fmla="*/ 8410363 w 10450132"/>
              <a:gd name="connsiteY10563" fmla="*/ 1302758 h 5450835"/>
              <a:gd name="connsiteX10564" fmla="*/ 8414896 w 10450132"/>
              <a:gd name="connsiteY10564" fmla="*/ 1310642 h 5450835"/>
              <a:gd name="connsiteX10565" fmla="*/ 8414896 w 10450132"/>
              <a:gd name="connsiteY10565" fmla="*/ 1311494 h 5450835"/>
              <a:gd name="connsiteX10566" fmla="*/ 8410363 w 10450132"/>
              <a:gd name="connsiteY10566" fmla="*/ 1319377 h 5450835"/>
              <a:gd name="connsiteX10567" fmla="*/ 8409575 w 10450132"/>
              <a:gd name="connsiteY10567" fmla="*/ 1319835 h 5450835"/>
              <a:gd name="connsiteX10568" fmla="*/ 8400511 w 10450132"/>
              <a:gd name="connsiteY10568" fmla="*/ 1319835 h 5450835"/>
              <a:gd name="connsiteX10569" fmla="*/ 8399723 w 10450132"/>
              <a:gd name="connsiteY10569" fmla="*/ 1319377 h 5450835"/>
              <a:gd name="connsiteX10570" fmla="*/ 8395191 w 10450132"/>
              <a:gd name="connsiteY10570" fmla="*/ 1311494 h 5450835"/>
              <a:gd name="connsiteX10571" fmla="*/ 8395191 w 10450132"/>
              <a:gd name="connsiteY10571" fmla="*/ 1310642 h 5450835"/>
              <a:gd name="connsiteX10572" fmla="*/ 8399723 w 10450132"/>
              <a:gd name="connsiteY10572" fmla="*/ 1302758 h 5450835"/>
              <a:gd name="connsiteX10573" fmla="*/ 8400511 w 10450132"/>
              <a:gd name="connsiteY10573" fmla="*/ 1302301 h 5450835"/>
              <a:gd name="connsiteX10574" fmla="*/ 10435622 w 10450132"/>
              <a:gd name="connsiteY10574" fmla="*/ 1302299 h 5450835"/>
              <a:gd name="connsiteX10575" fmla="*/ 10444686 w 10450132"/>
              <a:gd name="connsiteY10575" fmla="*/ 1302299 h 5450835"/>
              <a:gd name="connsiteX10576" fmla="*/ 10445474 w 10450132"/>
              <a:gd name="connsiteY10576" fmla="*/ 1302757 h 5450835"/>
              <a:gd name="connsiteX10577" fmla="*/ 10450007 w 10450132"/>
              <a:gd name="connsiteY10577" fmla="*/ 1310638 h 5450835"/>
              <a:gd name="connsiteX10578" fmla="*/ 10450007 w 10450132"/>
              <a:gd name="connsiteY10578" fmla="*/ 1311492 h 5450835"/>
              <a:gd name="connsiteX10579" fmla="*/ 10445474 w 10450132"/>
              <a:gd name="connsiteY10579" fmla="*/ 1319375 h 5450835"/>
              <a:gd name="connsiteX10580" fmla="*/ 10444686 w 10450132"/>
              <a:gd name="connsiteY10580" fmla="*/ 1319833 h 5450835"/>
              <a:gd name="connsiteX10581" fmla="*/ 10435622 w 10450132"/>
              <a:gd name="connsiteY10581" fmla="*/ 1319833 h 5450835"/>
              <a:gd name="connsiteX10582" fmla="*/ 10434834 w 10450132"/>
              <a:gd name="connsiteY10582" fmla="*/ 1319375 h 5450835"/>
              <a:gd name="connsiteX10583" fmla="*/ 10430302 w 10450132"/>
              <a:gd name="connsiteY10583" fmla="*/ 1311492 h 5450835"/>
              <a:gd name="connsiteX10584" fmla="*/ 10430302 w 10450132"/>
              <a:gd name="connsiteY10584" fmla="*/ 1310638 h 5450835"/>
              <a:gd name="connsiteX10585" fmla="*/ 10434834 w 10450132"/>
              <a:gd name="connsiteY10585" fmla="*/ 1302757 h 5450835"/>
              <a:gd name="connsiteX10586" fmla="*/ 10435622 w 10450132"/>
              <a:gd name="connsiteY10586" fmla="*/ 1302299 h 5450835"/>
              <a:gd name="connsiteX10587" fmla="*/ 6874095 w 10450132"/>
              <a:gd name="connsiteY10587" fmla="*/ 1302296 h 5450835"/>
              <a:gd name="connsiteX10588" fmla="*/ 6883159 w 10450132"/>
              <a:gd name="connsiteY10588" fmla="*/ 1302296 h 5450835"/>
              <a:gd name="connsiteX10589" fmla="*/ 6883947 w 10450132"/>
              <a:gd name="connsiteY10589" fmla="*/ 1302757 h 5450835"/>
              <a:gd name="connsiteX10590" fmla="*/ 6888480 w 10450132"/>
              <a:gd name="connsiteY10590" fmla="*/ 1310638 h 5450835"/>
              <a:gd name="connsiteX10591" fmla="*/ 6888480 w 10450132"/>
              <a:gd name="connsiteY10591" fmla="*/ 1311488 h 5450835"/>
              <a:gd name="connsiteX10592" fmla="*/ 6883947 w 10450132"/>
              <a:gd name="connsiteY10592" fmla="*/ 1319372 h 5450835"/>
              <a:gd name="connsiteX10593" fmla="*/ 6883159 w 10450132"/>
              <a:gd name="connsiteY10593" fmla="*/ 1319833 h 5450835"/>
              <a:gd name="connsiteX10594" fmla="*/ 6874095 w 10450132"/>
              <a:gd name="connsiteY10594" fmla="*/ 1319833 h 5450835"/>
              <a:gd name="connsiteX10595" fmla="*/ 6873307 w 10450132"/>
              <a:gd name="connsiteY10595" fmla="*/ 1319372 h 5450835"/>
              <a:gd name="connsiteX10596" fmla="*/ 6868775 w 10450132"/>
              <a:gd name="connsiteY10596" fmla="*/ 1311488 h 5450835"/>
              <a:gd name="connsiteX10597" fmla="*/ 6868775 w 10450132"/>
              <a:gd name="connsiteY10597" fmla="*/ 1310638 h 5450835"/>
              <a:gd name="connsiteX10598" fmla="*/ 6873307 w 10450132"/>
              <a:gd name="connsiteY10598" fmla="*/ 1302757 h 5450835"/>
              <a:gd name="connsiteX10599" fmla="*/ 6874095 w 10450132"/>
              <a:gd name="connsiteY10599" fmla="*/ 1302296 h 5450835"/>
              <a:gd name="connsiteX10600" fmla="*/ 6110888 w 10450132"/>
              <a:gd name="connsiteY10600" fmla="*/ 1302295 h 5450835"/>
              <a:gd name="connsiteX10601" fmla="*/ 6119953 w 10450132"/>
              <a:gd name="connsiteY10601" fmla="*/ 1302295 h 5450835"/>
              <a:gd name="connsiteX10602" fmla="*/ 6120740 w 10450132"/>
              <a:gd name="connsiteY10602" fmla="*/ 1302755 h 5450835"/>
              <a:gd name="connsiteX10603" fmla="*/ 6125272 w 10450132"/>
              <a:gd name="connsiteY10603" fmla="*/ 1310633 h 5450835"/>
              <a:gd name="connsiteX10604" fmla="*/ 6125272 w 10450132"/>
              <a:gd name="connsiteY10604" fmla="*/ 1311488 h 5450835"/>
              <a:gd name="connsiteX10605" fmla="*/ 6120740 w 10450132"/>
              <a:gd name="connsiteY10605" fmla="*/ 1319370 h 5450835"/>
              <a:gd name="connsiteX10606" fmla="*/ 6119953 w 10450132"/>
              <a:gd name="connsiteY10606" fmla="*/ 1319830 h 5450835"/>
              <a:gd name="connsiteX10607" fmla="*/ 6110888 w 10450132"/>
              <a:gd name="connsiteY10607" fmla="*/ 1319830 h 5450835"/>
              <a:gd name="connsiteX10608" fmla="*/ 6110101 w 10450132"/>
              <a:gd name="connsiteY10608" fmla="*/ 1319370 h 5450835"/>
              <a:gd name="connsiteX10609" fmla="*/ 6105567 w 10450132"/>
              <a:gd name="connsiteY10609" fmla="*/ 1311488 h 5450835"/>
              <a:gd name="connsiteX10610" fmla="*/ 6105567 w 10450132"/>
              <a:gd name="connsiteY10610" fmla="*/ 1310633 h 5450835"/>
              <a:gd name="connsiteX10611" fmla="*/ 6110101 w 10450132"/>
              <a:gd name="connsiteY10611" fmla="*/ 1302755 h 5450835"/>
              <a:gd name="connsiteX10612" fmla="*/ 6110888 w 10450132"/>
              <a:gd name="connsiteY10612" fmla="*/ 1302295 h 5450835"/>
              <a:gd name="connsiteX10613" fmla="*/ 7382923 w 10450132"/>
              <a:gd name="connsiteY10613" fmla="*/ 1302290 h 5450835"/>
              <a:gd name="connsiteX10614" fmla="*/ 7391987 w 10450132"/>
              <a:gd name="connsiteY10614" fmla="*/ 1302290 h 5450835"/>
              <a:gd name="connsiteX10615" fmla="*/ 7392775 w 10450132"/>
              <a:gd name="connsiteY10615" fmla="*/ 1302749 h 5450835"/>
              <a:gd name="connsiteX10616" fmla="*/ 7397307 w 10450132"/>
              <a:gd name="connsiteY10616" fmla="*/ 1310631 h 5450835"/>
              <a:gd name="connsiteX10617" fmla="*/ 7397307 w 10450132"/>
              <a:gd name="connsiteY10617" fmla="*/ 1311482 h 5450835"/>
              <a:gd name="connsiteX10618" fmla="*/ 7392775 w 10450132"/>
              <a:gd name="connsiteY10618" fmla="*/ 1319365 h 5450835"/>
              <a:gd name="connsiteX10619" fmla="*/ 7391987 w 10450132"/>
              <a:gd name="connsiteY10619" fmla="*/ 1319825 h 5450835"/>
              <a:gd name="connsiteX10620" fmla="*/ 7382923 w 10450132"/>
              <a:gd name="connsiteY10620" fmla="*/ 1319825 h 5450835"/>
              <a:gd name="connsiteX10621" fmla="*/ 7382135 w 10450132"/>
              <a:gd name="connsiteY10621" fmla="*/ 1319365 h 5450835"/>
              <a:gd name="connsiteX10622" fmla="*/ 7377602 w 10450132"/>
              <a:gd name="connsiteY10622" fmla="*/ 1311482 h 5450835"/>
              <a:gd name="connsiteX10623" fmla="*/ 7377602 w 10450132"/>
              <a:gd name="connsiteY10623" fmla="*/ 1310631 h 5450835"/>
              <a:gd name="connsiteX10624" fmla="*/ 7382135 w 10450132"/>
              <a:gd name="connsiteY10624" fmla="*/ 1302749 h 5450835"/>
              <a:gd name="connsiteX10625" fmla="*/ 7382923 w 10450132"/>
              <a:gd name="connsiteY10625" fmla="*/ 1302290 h 5450835"/>
              <a:gd name="connsiteX10626" fmla="*/ 9163654 w 10450132"/>
              <a:gd name="connsiteY10626" fmla="*/ 1302280 h 5450835"/>
              <a:gd name="connsiteX10627" fmla="*/ 9172718 w 10450132"/>
              <a:gd name="connsiteY10627" fmla="*/ 1302280 h 5450835"/>
              <a:gd name="connsiteX10628" fmla="*/ 9173506 w 10450132"/>
              <a:gd name="connsiteY10628" fmla="*/ 1302742 h 5450835"/>
              <a:gd name="connsiteX10629" fmla="*/ 9178038 w 10450132"/>
              <a:gd name="connsiteY10629" fmla="*/ 1310621 h 5450835"/>
              <a:gd name="connsiteX10630" fmla="*/ 9178038 w 10450132"/>
              <a:gd name="connsiteY10630" fmla="*/ 1311474 h 5450835"/>
              <a:gd name="connsiteX10631" fmla="*/ 9173506 w 10450132"/>
              <a:gd name="connsiteY10631" fmla="*/ 1319357 h 5450835"/>
              <a:gd name="connsiteX10632" fmla="*/ 9172718 w 10450132"/>
              <a:gd name="connsiteY10632" fmla="*/ 1319816 h 5450835"/>
              <a:gd name="connsiteX10633" fmla="*/ 9163654 w 10450132"/>
              <a:gd name="connsiteY10633" fmla="*/ 1319816 h 5450835"/>
              <a:gd name="connsiteX10634" fmla="*/ 9162866 w 10450132"/>
              <a:gd name="connsiteY10634" fmla="*/ 1319357 h 5450835"/>
              <a:gd name="connsiteX10635" fmla="*/ 9158333 w 10450132"/>
              <a:gd name="connsiteY10635" fmla="*/ 1311474 h 5450835"/>
              <a:gd name="connsiteX10636" fmla="*/ 9158333 w 10450132"/>
              <a:gd name="connsiteY10636" fmla="*/ 1310621 h 5450835"/>
              <a:gd name="connsiteX10637" fmla="*/ 9162866 w 10450132"/>
              <a:gd name="connsiteY10637" fmla="*/ 1302742 h 5450835"/>
              <a:gd name="connsiteX10638" fmla="*/ 9163654 w 10450132"/>
              <a:gd name="connsiteY10638" fmla="*/ 1302280 h 5450835"/>
              <a:gd name="connsiteX10639" fmla="*/ 5347746 w 10450132"/>
              <a:gd name="connsiteY10639" fmla="*/ 1302274 h 5450835"/>
              <a:gd name="connsiteX10640" fmla="*/ 5356810 w 10450132"/>
              <a:gd name="connsiteY10640" fmla="*/ 1302274 h 5450835"/>
              <a:gd name="connsiteX10641" fmla="*/ 5357598 w 10450132"/>
              <a:gd name="connsiteY10641" fmla="*/ 1302735 h 5450835"/>
              <a:gd name="connsiteX10642" fmla="*/ 5362130 w 10450132"/>
              <a:gd name="connsiteY10642" fmla="*/ 1310615 h 5450835"/>
              <a:gd name="connsiteX10643" fmla="*/ 5362130 w 10450132"/>
              <a:gd name="connsiteY10643" fmla="*/ 1311469 h 5450835"/>
              <a:gd name="connsiteX10644" fmla="*/ 5357598 w 10450132"/>
              <a:gd name="connsiteY10644" fmla="*/ 1319349 h 5450835"/>
              <a:gd name="connsiteX10645" fmla="*/ 5356810 w 10450132"/>
              <a:gd name="connsiteY10645" fmla="*/ 1319810 h 5450835"/>
              <a:gd name="connsiteX10646" fmla="*/ 5347746 w 10450132"/>
              <a:gd name="connsiteY10646" fmla="*/ 1319810 h 5450835"/>
              <a:gd name="connsiteX10647" fmla="*/ 5346958 w 10450132"/>
              <a:gd name="connsiteY10647" fmla="*/ 1319349 h 5450835"/>
              <a:gd name="connsiteX10648" fmla="*/ 5342425 w 10450132"/>
              <a:gd name="connsiteY10648" fmla="*/ 1311469 h 5450835"/>
              <a:gd name="connsiteX10649" fmla="*/ 5342425 w 10450132"/>
              <a:gd name="connsiteY10649" fmla="*/ 1310615 h 5450835"/>
              <a:gd name="connsiteX10650" fmla="*/ 5346958 w 10450132"/>
              <a:gd name="connsiteY10650" fmla="*/ 1302735 h 5450835"/>
              <a:gd name="connsiteX10651" fmla="*/ 5347746 w 10450132"/>
              <a:gd name="connsiteY10651" fmla="*/ 1302274 h 5450835"/>
              <a:gd name="connsiteX10652" fmla="*/ 8146065 w 10450132"/>
              <a:gd name="connsiteY10652" fmla="*/ 1302270 h 5450835"/>
              <a:gd name="connsiteX10653" fmla="*/ 8155129 w 10450132"/>
              <a:gd name="connsiteY10653" fmla="*/ 1302270 h 5450835"/>
              <a:gd name="connsiteX10654" fmla="*/ 8155917 w 10450132"/>
              <a:gd name="connsiteY10654" fmla="*/ 1302730 h 5450835"/>
              <a:gd name="connsiteX10655" fmla="*/ 8160449 w 10450132"/>
              <a:gd name="connsiteY10655" fmla="*/ 1310610 h 5450835"/>
              <a:gd name="connsiteX10656" fmla="*/ 8160449 w 10450132"/>
              <a:gd name="connsiteY10656" fmla="*/ 1311464 h 5450835"/>
              <a:gd name="connsiteX10657" fmla="*/ 8155917 w 10450132"/>
              <a:gd name="connsiteY10657" fmla="*/ 1319346 h 5450835"/>
              <a:gd name="connsiteX10658" fmla="*/ 8155129 w 10450132"/>
              <a:gd name="connsiteY10658" fmla="*/ 1319806 h 5450835"/>
              <a:gd name="connsiteX10659" fmla="*/ 8146065 w 10450132"/>
              <a:gd name="connsiteY10659" fmla="*/ 1319806 h 5450835"/>
              <a:gd name="connsiteX10660" fmla="*/ 8145277 w 10450132"/>
              <a:gd name="connsiteY10660" fmla="*/ 1319346 h 5450835"/>
              <a:gd name="connsiteX10661" fmla="*/ 8140745 w 10450132"/>
              <a:gd name="connsiteY10661" fmla="*/ 1311464 h 5450835"/>
              <a:gd name="connsiteX10662" fmla="*/ 8140745 w 10450132"/>
              <a:gd name="connsiteY10662" fmla="*/ 1310610 h 5450835"/>
              <a:gd name="connsiteX10663" fmla="*/ 8145277 w 10450132"/>
              <a:gd name="connsiteY10663" fmla="*/ 1302730 h 5450835"/>
              <a:gd name="connsiteX10664" fmla="*/ 8146065 w 10450132"/>
              <a:gd name="connsiteY10664" fmla="*/ 1302270 h 5450835"/>
              <a:gd name="connsiteX10665" fmla="*/ 4330157 w 10450132"/>
              <a:gd name="connsiteY10665" fmla="*/ 1302267 h 5450835"/>
              <a:gd name="connsiteX10666" fmla="*/ 4339222 w 10450132"/>
              <a:gd name="connsiteY10666" fmla="*/ 1302267 h 5450835"/>
              <a:gd name="connsiteX10667" fmla="*/ 4340010 w 10450132"/>
              <a:gd name="connsiteY10667" fmla="*/ 1302726 h 5450835"/>
              <a:gd name="connsiteX10668" fmla="*/ 4344540 w 10450132"/>
              <a:gd name="connsiteY10668" fmla="*/ 1310607 h 5450835"/>
              <a:gd name="connsiteX10669" fmla="*/ 4344540 w 10450132"/>
              <a:gd name="connsiteY10669" fmla="*/ 1311461 h 5450835"/>
              <a:gd name="connsiteX10670" fmla="*/ 4340010 w 10450132"/>
              <a:gd name="connsiteY10670" fmla="*/ 1319343 h 5450835"/>
              <a:gd name="connsiteX10671" fmla="*/ 4339222 w 10450132"/>
              <a:gd name="connsiteY10671" fmla="*/ 1319803 h 5450835"/>
              <a:gd name="connsiteX10672" fmla="*/ 4330157 w 10450132"/>
              <a:gd name="connsiteY10672" fmla="*/ 1319803 h 5450835"/>
              <a:gd name="connsiteX10673" fmla="*/ 4329369 w 10450132"/>
              <a:gd name="connsiteY10673" fmla="*/ 1319343 h 5450835"/>
              <a:gd name="connsiteX10674" fmla="*/ 4324836 w 10450132"/>
              <a:gd name="connsiteY10674" fmla="*/ 1311461 h 5450835"/>
              <a:gd name="connsiteX10675" fmla="*/ 4324836 w 10450132"/>
              <a:gd name="connsiteY10675" fmla="*/ 1310607 h 5450835"/>
              <a:gd name="connsiteX10676" fmla="*/ 4329369 w 10450132"/>
              <a:gd name="connsiteY10676" fmla="*/ 1302726 h 5450835"/>
              <a:gd name="connsiteX10677" fmla="*/ 4330157 w 10450132"/>
              <a:gd name="connsiteY10677" fmla="*/ 1302267 h 5450835"/>
              <a:gd name="connsiteX10678" fmla="*/ 4838919 w 10450132"/>
              <a:gd name="connsiteY10678" fmla="*/ 1302263 h 5450835"/>
              <a:gd name="connsiteX10679" fmla="*/ 4847982 w 10450132"/>
              <a:gd name="connsiteY10679" fmla="*/ 1302263 h 5450835"/>
              <a:gd name="connsiteX10680" fmla="*/ 4848772 w 10450132"/>
              <a:gd name="connsiteY10680" fmla="*/ 1302723 h 5450835"/>
              <a:gd name="connsiteX10681" fmla="*/ 4853303 w 10450132"/>
              <a:gd name="connsiteY10681" fmla="*/ 1310604 h 5450835"/>
              <a:gd name="connsiteX10682" fmla="*/ 4853303 w 10450132"/>
              <a:gd name="connsiteY10682" fmla="*/ 1311457 h 5450835"/>
              <a:gd name="connsiteX10683" fmla="*/ 4848772 w 10450132"/>
              <a:gd name="connsiteY10683" fmla="*/ 1319341 h 5450835"/>
              <a:gd name="connsiteX10684" fmla="*/ 4847982 w 10450132"/>
              <a:gd name="connsiteY10684" fmla="*/ 1319800 h 5450835"/>
              <a:gd name="connsiteX10685" fmla="*/ 4838919 w 10450132"/>
              <a:gd name="connsiteY10685" fmla="*/ 1319800 h 5450835"/>
              <a:gd name="connsiteX10686" fmla="*/ 4838132 w 10450132"/>
              <a:gd name="connsiteY10686" fmla="*/ 1319341 h 5450835"/>
              <a:gd name="connsiteX10687" fmla="*/ 4833598 w 10450132"/>
              <a:gd name="connsiteY10687" fmla="*/ 1311457 h 5450835"/>
              <a:gd name="connsiteX10688" fmla="*/ 4833598 w 10450132"/>
              <a:gd name="connsiteY10688" fmla="*/ 1310604 h 5450835"/>
              <a:gd name="connsiteX10689" fmla="*/ 4838132 w 10450132"/>
              <a:gd name="connsiteY10689" fmla="*/ 1302723 h 5450835"/>
              <a:gd name="connsiteX10690" fmla="*/ 4838919 w 10450132"/>
              <a:gd name="connsiteY10690" fmla="*/ 1302263 h 5450835"/>
              <a:gd name="connsiteX10691" fmla="*/ 9926861 w 10450132"/>
              <a:gd name="connsiteY10691" fmla="*/ 1302261 h 5450835"/>
              <a:gd name="connsiteX10692" fmla="*/ 9935924 w 10450132"/>
              <a:gd name="connsiteY10692" fmla="*/ 1302261 h 5450835"/>
              <a:gd name="connsiteX10693" fmla="*/ 9936713 w 10450132"/>
              <a:gd name="connsiteY10693" fmla="*/ 1302721 h 5450835"/>
              <a:gd name="connsiteX10694" fmla="*/ 9941246 w 10450132"/>
              <a:gd name="connsiteY10694" fmla="*/ 1310601 h 5450835"/>
              <a:gd name="connsiteX10695" fmla="*/ 9941246 w 10450132"/>
              <a:gd name="connsiteY10695" fmla="*/ 1311455 h 5450835"/>
              <a:gd name="connsiteX10696" fmla="*/ 9936713 w 10450132"/>
              <a:gd name="connsiteY10696" fmla="*/ 1319337 h 5450835"/>
              <a:gd name="connsiteX10697" fmla="*/ 9935924 w 10450132"/>
              <a:gd name="connsiteY10697" fmla="*/ 1319797 h 5450835"/>
              <a:gd name="connsiteX10698" fmla="*/ 9926861 w 10450132"/>
              <a:gd name="connsiteY10698" fmla="*/ 1319797 h 5450835"/>
              <a:gd name="connsiteX10699" fmla="*/ 9926073 w 10450132"/>
              <a:gd name="connsiteY10699" fmla="*/ 1319337 h 5450835"/>
              <a:gd name="connsiteX10700" fmla="*/ 9921541 w 10450132"/>
              <a:gd name="connsiteY10700" fmla="*/ 1311455 h 5450835"/>
              <a:gd name="connsiteX10701" fmla="*/ 9921541 w 10450132"/>
              <a:gd name="connsiteY10701" fmla="*/ 1310601 h 5450835"/>
              <a:gd name="connsiteX10702" fmla="*/ 9926073 w 10450132"/>
              <a:gd name="connsiteY10702" fmla="*/ 1302721 h 5450835"/>
              <a:gd name="connsiteX10703" fmla="*/ 9926861 w 10450132"/>
              <a:gd name="connsiteY10703" fmla="*/ 1302261 h 5450835"/>
              <a:gd name="connsiteX10704" fmla="*/ 6365334 w 10450132"/>
              <a:gd name="connsiteY10704" fmla="*/ 1302260 h 5450835"/>
              <a:gd name="connsiteX10705" fmla="*/ 6374397 w 10450132"/>
              <a:gd name="connsiteY10705" fmla="*/ 1302260 h 5450835"/>
              <a:gd name="connsiteX10706" fmla="*/ 6375186 w 10450132"/>
              <a:gd name="connsiteY10706" fmla="*/ 1302720 h 5450835"/>
              <a:gd name="connsiteX10707" fmla="*/ 6379718 w 10450132"/>
              <a:gd name="connsiteY10707" fmla="*/ 1310601 h 5450835"/>
              <a:gd name="connsiteX10708" fmla="*/ 6379718 w 10450132"/>
              <a:gd name="connsiteY10708" fmla="*/ 1311455 h 5450835"/>
              <a:gd name="connsiteX10709" fmla="*/ 6375186 w 10450132"/>
              <a:gd name="connsiteY10709" fmla="*/ 1319337 h 5450835"/>
              <a:gd name="connsiteX10710" fmla="*/ 6374397 w 10450132"/>
              <a:gd name="connsiteY10710" fmla="*/ 1319797 h 5450835"/>
              <a:gd name="connsiteX10711" fmla="*/ 6365334 w 10450132"/>
              <a:gd name="connsiteY10711" fmla="*/ 1319797 h 5450835"/>
              <a:gd name="connsiteX10712" fmla="*/ 6364546 w 10450132"/>
              <a:gd name="connsiteY10712" fmla="*/ 1319337 h 5450835"/>
              <a:gd name="connsiteX10713" fmla="*/ 6360014 w 10450132"/>
              <a:gd name="connsiteY10713" fmla="*/ 1311455 h 5450835"/>
              <a:gd name="connsiteX10714" fmla="*/ 6360014 w 10450132"/>
              <a:gd name="connsiteY10714" fmla="*/ 1310601 h 5450835"/>
              <a:gd name="connsiteX10715" fmla="*/ 6364546 w 10450132"/>
              <a:gd name="connsiteY10715" fmla="*/ 1302720 h 5450835"/>
              <a:gd name="connsiteX10716" fmla="*/ 6365334 w 10450132"/>
              <a:gd name="connsiteY10716" fmla="*/ 1302260 h 5450835"/>
              <a:gd name="connsiteX10717" fmla="*/ 4075714 w 10450132"/>
              <a:gd name="connsiteY10717" fmla="*/ 1302249 h 5450835"/>
              <a:gd name="connsiteX10718" fmla="*/ 4084777 w 10450132"/>
              <a:gd name="connsiteY10718" fmla="*/ 1302249 h 5450835"/>
              <a:gd name="connsiteX10719" fmla="*/ 4085565 w 10450132"/>
              <a:gd name="connsiteY10719" fmla="*/ 1302709 h 5450835"/>
              <a:gd name="connsiteX10720" fmla="*/ 4090098 w 10450132"/>
              <a:gd name="connsiteY10720" fmla="*/ 1310590 h 5450835"/>
              <a:gd name="connsiteX10721" fmla="*/ 4090098 w 10450132"/>
              <a:gd name="connsiteY10721" fmla="*/ 1311444 h 5450835"/>
              <a:gd name="connsiteX10722" fmla="*/ 4085565 w 10450132"/>
              <a:gd name="connsiteY10722" fmla="*/ 1319326 h 5450835"/>
              <a:gd name="connsiteX10723" fmla="*/ 4084777 w 10450132"/>
              <a:gd name="connsiteY10723" fmla="*/ 1319786 h 5450835"/>
              <a:gd name="connsiteX10724" fmla="*/ 4075714 w 10450132"/>
              <a:gd name="connsiteY10724" fmla="*/ 1319786 h 5450835"/>
              <a:gd name="connsiteX10725" fmla="*/ 4074925 w 10450132"/>
              <a:gd name="connsiteY10725" fmla="*/ 1319326 h 5450835"/>
              <a:gd name="connsiteX10726" fmla="*/ 4070392 w 10450132"/>
              <a:gd name="connsiteY10726" fmla="*/ 1311444 h 5450835"/>
              <a:gd name="connsiteX10727" fmla="*/ 4070392 w 10450132"/>
              <a:gd name="connsiteY10727" fmla="*/ 1310590 h 5450835"/>
              <a:gd name="connsiteX10728" fmla="*/ 4074925 w 10450132"/>
              <a:gd name="connsiteY10728" fmla="*/ 1302709 h 5450835"/>
              <a:gd name="connsiteX10729" fmla="*/ 4075714 w 10450132"/>
              <a:gd name="connsiteY10729" fmla="*/ 1302249 h 5450835"/>
              <a:gd name="connsiteX10730" fmla="*/ 3567100 w 10450132"/>
              <a:gd name="connsiteY10730" fmla="*/ 1302183 h 5450835"/>
              <a:gd name="connsiteX10731" fmla="*/ 3576166 w 10450132"/>
              <a:gd name="connsiteY10731" fmla="*/ 1302183 h 5450835"/>
              <a:gd name="connsiteX10732" fmla="*/ 3576954 w 10450132"/>
              <a:gd name="connsiteY10732" fmla="*/ 1302643 h 5450835"/>
              <a:gd name="connsiteX10733" fmla="*/ 3581486 w 10450132"/>
              <a:gd name="connsiteY10733" fmla="*/ 1310525 h 5450835"/>
              <a:gd name="connsiteX10734" fmla="*/ 3581486 w 10450132"/>
              <a:gd name="connsiteY10734" fmla="*/ 1310559 h 5450835"/>
              <a:gd name="connsiteX10735" fmla="*/ 3581555 w 10450132"/>
              <a:gd name="connsiteY10735" fmla="*/ 1310679 h 5450835"/>
              <a:gd name="connsiteX10736" fmla="*/ 3581555 w 10450132"/>
              <a:gd name="connsiteY10736" fmla="*/ 1311529 h 5450835"/>
              <a:gd name="connsiteX10737" fmla="*/ 3577024 w 10450132"/>
              <a:gd name="connsiteY10737" fmla="*/ 1319412 h 5450835"/>
              <a:gd name="connsiteX10738" fmla="*/ 3576235 w 10450132"/>
              <a:gd name="connsiteY10738" fmla="*/ 1319872 h 5450835"/>
              <a:gd name="connsiteX10739" fmla="*/ 3567171 w 10450132"/>
              <a:gd name="connsiteY10739" fmla="*/ 1319872 h 5450835"/>
              <a:gd name="connsiteX10740" fmla="*/ 3566382 w 10450132"/>
              <a:gd name="connsiteY10740" fmla="*/ 1319412 h 5450835"/>
              <a:gd name="connsiteX10741" fmla="*/ 3561851 w 10450132"/>
              <a:gd name="connsiteY10741" fmla="*/ 1311529 h 5450835"/>
              <a:gd name="connsiteX10742" fmla="*/ 3561851 w 10450132"/>
              <a:gd name="connsiteY10742" fmla="*/ 1311502 h 5450835"/>
              <a:gd name="connsiteX10743" fmla="*/ 3561780 w 10450132"/>
              <a:gd name="connsiteY10743" fmla="*/ 1311378 h 5450835"/>
              <a:gd name="connsiteX10744" fmla="*/ 3561780 w 10450132"/>
              <a:gd name="connsiteY10744" fmla="*/ 1310525 h 5450835"/>
              <a:gd name="connsiteX10745" fmla="*/ 3566313 w 10450132"/>
              <a:gd name="connsiteY10745" fmla="*/ 1302643 h 5450835"/>
              <a:gd name="connsiteX10746" fmla="*/ 3567100 w 10450132"/>
              <a:gd name="connsiteY10746" fmla="*/ 1302183 h 5450835"/>
              <a:gd name="connsiteX10747" fmla="*/ 3312701 w 10450132"/>
              <a:gd name="connsiteY10747" fmla="*/ 1302183 h 5450835"/>
              <a:gd name="connsiteX10748" fmla="*/ 3321764 w 10450132"/>
              <a:gd name="connsiteY10748" fmla="*/ 1302183 h 5450835"/>
              <a:gd name="connsiteX10749" fmla="*/ 3322553 w 10450132"/>
              <a:gd name="connsiteY10749" fmla="*/ 1302643 h 5450835"/>
              <a:gd name="connsiteX10750" fmla="*/ 3327085 w 10450132"/>
              <a:gd name="connsiteY10750" fmla="*/ 1310525 h 5450835"/>
              <a:gd name="connsiteX10751" fmla="*/ 3327085 w 10450132"/>
              <a:gd name="connsiteY10751" fmla="*/ 1311378 h 5450835"/>
              <a:gd name="connsiteX10752" fmla="*/ 3327083 w 10450132"/>
              <a:gd name="connsiteY10752" fmla="*/ 1311382 h 5450835"/>
              <a:gd name="connsiteX10753" fmla="*/ 3327083 w 10450132"/>
              <a:gd name="connsiteY10753" fmla="*/ 1311497 h 5450835"/>
              <a:gd name="connsiteX10754" fmla="*/ 3322551 w 10450132"/>
              <a:gd name="connsiteY10754" fmla="*/ 1319380 h 5450835"/>
              <a:gd name="connsiteX10755" fmla="*/ 3321764 w 10450132"/>
              <a:gd name="connsiteY10755" fmla="*/ 1319839 h 5450835"/>
              <a:gd name="connsiteX10756" fmla="*/ 3312699 w 10450132"/>
              <a:gd name="connsiteY10756" fmla="*/ 1319839 h 5450835"/>
              <a:gd name="connsiteX10757" fmla="*/ 3311911 w 10450132"/>
              <a:gd name="connsiteY10757" fmla="*/ 1319380 h 5450835"/>
              <a:gd name="connsiteX10758" fmla="*/ 3307378 w 10450132"/>
              <a:gd name="connsiteY10758" fmla="*/ 1311497 h 5450835"/>
              <a:gd name="connsiteX10759" fmla="*/ 3307378 w 10450132"/>
              <a:gd name="connsiteY10759" fmla="*/ 1310643 h 5450835"/>
              <a:gd name="connsiteX10760" fmla="*/ 3307380 w 10450132"/>
              <a:gd name="connsiteY10760" fmla="*/ 1310640 h 5450835"/>
              <a:gd name="connsiteX10761" fmla="*/ 3307380 w 10450132"/>
              <a:gd name="connsiteY10761" fmla="*/ 1310525 h 5450835"/>
              <a:gd name="connsiteX10762" fmla="*/ 3311913 w 10450132"/>
              <a:gd name="connsiteY10762" fmla="*/ 1302643 h 5450835"/>
              <a:gd name="connsiteX10763" fmla="*/ 3312701 w 10450132"/>
              <a:gd name="connsiteY10763" fmla="*/ 1302183 h 5450835"/>
              <a:gd name="connsiteX10764" fmla="*/ 3058172 w 10450132"/>
              <a:gd name="connsiteY10764" fmla="*/ 1302183 h 5450835"/>
              <a:gd name="connsiteX10765" fmla="*/ 3067237 w 10450132"/>
              <a:gd name="connsiteY10765" fmla="*/ 1302183 h 5450835"/>
              <a:gd name="connsiteX10766" fmla="*/ 3068025 w 10450132"/>
              <a:gd name="connsiteY10766" fmla="*/ 1302643 h 5450835"/>
              <a:gd name="connsiteX10767" fmla="*/ 3068060 w 10450132"/>
              <a:gd name="connsiteY10767" fmla="*/ 1302703 h 5450835"/>
              <a:gd name="connsiteX10768" fmla="*/ 3068172 w 10450132"/>
              <a:gd name="connsiteY10768" fmla="*/ 1302769 h 5450835"/>
              <a:gd name="connsiteX10769" fmla="*/ 3072704 w 10450132"/>
              <a:gd name="connsiteY10769" fmla="*/ 1310648 h 5450835"/>
              <a:gd name="connsiteX10770" fmla="*/ 3072704 w 10450132"/>
              <a:gd name="connsiteY10770" fmla="*/ 1311503 h 5450835"/>
              <a:gd name="connsiteX10771" fmla="*/ 3068172 w 10450132"/>
              <a:gd name="connsiteY10771" fmla="*/ 1319384 h 5450835"/>
              <a:gd name="connsiteX10772" fmla="*/ 3067384 w 10450132"/>
              <a:gd name="connsiteY10772" fmla="*/ 1319843 h 5450835"/>
              <a:gd name="connsiteX10773" fmla="*/ 3058319 w 10450132"/>
              <a:gd name="connsiteY10773" fmla="*/ 1319843 h 5450835"/>
              <a:gd name="connsiteX10774" fmla="*/ 3057531 w 10450132"/>
              <a:gd name="connsiteY10774" fmla="*/ 1319384 h 5450835"/>
              <a:gd name="connsiteX10775" fmla="*/ 3057498 w 10450132"/>
              <a:gd name="connsiteY10775" fmla="*/ 1319326 h 5450835"/>
              <a:gd name="connsiteX10776" fmla="*/ 3057384 w 10450132"/>
              <a:gd name="connsiteY10776" fmla="*/ 1319260 h 5450835"/>
              <a:gd name="connsiteX10777" fmla="*/ 3052852 w 10450132"/>
              <a:gd name="connsiteY10777" fmla="*/ 1311378 h 5450835"/>
              <a:gd name="connsiteX10778" fmla="*/ 3052852 w 10450132"/>
              <a:gd name="connsiteY10778" fmla="*/ 1310525 h 5450835"/>
              <a:gd name="connsiteX10779" fmla="*/ 3057384 w 10450132"/>
              <a:gd name="connsiteY10779" fmla="*/ 1302643 h 5450835"/>
              <a:gd name="connsiteX10780" fmla="*/ 3058172 w 10450132"/>
              <a:gd name="connsiteY10780" fmla="*/ 1302183 h 5450835"/>
              <a:gd name="connsiteX10781" fmla="*/ 2803936 w 10450132"/>
              <a:gd name="connsiteY10781" fmla="*/ 1302183 h 5450835"/>
              <a:gd name="connsiteX10782" fmla="*/ 2813001 w 10450132"/>
              <a:gd name="connsiteY10782" fmla="*/ 1302183 h 5450835"/>
              <a:gd name="connsiteX10783" fmla="*/ 2813789 w 10450132"/>
              <a:gd name="connsiteY10783" fmla="*/ 1302643 h 5450835"/>
              <a:gd name="connsiteX10784" fmla="*/ 2818321 w 10450132"/>
              <a:gd name="connsiteY10784" fmla="*/ 1310525 h 5450835"/>
              <a:gd name="connsiteX10785" fmla="*/ 2818321 w 10450132"/>
              <a:gd name="connsiteY10785" fmla="*/ 1310646 h 5450835"/>
              <a:gd name="connsiteX10786" fmla="*/ 2818352 w 10450132"/>
              <a:gd name="connsiteY10786" fmla="*/ 1310700 h 5450835"/>
              <a:gd name="connsiteX10787" fmla="*/ 2818352 w 10450132"/>
              <a:gd name="connsiteY10787" fmla="*/ 1311553 h 5450835"/>
              <a:gd name="connsiteX10788" fmla="*/ 2813820 w 10450132"/>
              <a:gd name="connsiteY10788" fmla="*/ 1319435 h 5450835"/>
              <a:gd name="connsiteX10789" fmla="*/ 2813034 w 10450132"/>
              <a:gd name="connsiteY10789" fmla="*/ 1319895 h 5450835"/>
              <a:gd name="connsiteX10790" fmla="*/ 2803967 w 10450132"/>
              <a:gd name="connsiteY10790" fmla="*/ 1319895 h 5450835"/>
              <a:gd name="connsiteX10791" fmla="*/ 2803179 w 10450132"/>
              <a:gd name="connsiteY10791" fmla="*/ 1319435 h 5450835"/>
              <a:gd name="connsiteX10792" fmla="*/ 2798648 w 10450132"/>
              <a:gd name="connsiteY10792" fmla="*/ 1311553 h 5450835"/>
              <a:gd name="connsiteX10793" fmla="*/ 2798648 w 10450132"/>
              <a:gd name="connsiteY10793" fmla="*/ 1311436 h 5450835"/>
              <a:gd name="connsiteX10794" fmla="*/ 2798615 w 10450132"/>
              <a:gd name="connsiteY10794" fmla="*/ 1311378 h 5450835"/>
              <a:gd name="connsiteX10795" fmla="*/ 2798615 w 10450132"/>
              <a:gd name="connsiteY10795" fmla="*/ 1310525 h 5450835"/>
              <a:gd name="connsiteX10796" fmla="*/ 2803147 w 10450132"/>
              <a:gd name="connsiteY10796" fmla="*/ 1302643 h 5450835"/>
              <a:gd name="connsiteX10797" fmla="*/ 2803936 w 10450132"/>
              <a:gd name="connsiteY10797" fmla="*/ 1302183 h 5450835"/>
              <a:gd name="connsiteX10798" fmla="*/ 2549517 w 10450132"/>
              <a:gd name="connsiteY10798" fmla="*/ 1302183 h 5450835"/>
              <a:gd name="connsiteX10799" fmla="*/ 2558582 w 10450132"/>
              <a:gd name="connsiteY10799" fmla="*/ 1302183 h 5450835"/>
              <a:gd name="connsiteX10800" fmla="*/ 2559371 w 10450132"/>
              <a:gd name="connsiteY10800" fmla="*/ 1302643 h 5450835"/>
              <a:gd name="connsiteX10801" fmla="*/ 2563904 w 10450132"/>
              <a:gd name="connsiteY10801" fmla="*/ 1310525 h 5450835"/>
              <a:gd name="connsiteX10802" fmla="*/ 2563904 w 10450132"/>
              <a:gd name="connsiteY10802" fmla="*/ 1311378 h 5450835"/>
              <a:gd name="connsiteX10803" fmla="*/ 2563903 w 10450132"/>
              <a:gd name="connsiteY10803" fmla="*/ 1311380 h 5450835"/>
              <a:gd name="connsiteX10804" fmla="*/ 2563903 w 10450132"/>
              <a:gd name="connsiteY10804" fmla="*/ 1311527 h 5450835"/>
              <a:gd name="connsiteX10805" fmla="*/ 2559370 w 10450132"/>
              <a:gd name="connsiteY10805" fmla="*/ 1319409 h 5450835"/>
              <a:gd name="connsiteX10806" fmla="*/ 2558582 w 10450132"/>
              <a:gd name="connsiteY10806" fmla="*/ 1319867 h 5450835"/>
              <a:gd name="connsiteX10807" fmla="*/ 2549516 w 10450132"/>
              <a:gd name="connsiteY10807" fmla="*/ 1319867 h 5450835"/>
              <a:gd name="connsiteX10808" fmla="*/ 2548728 w 10450132"/>
              <a:gd name="connsiteY10808" fmla="*/ 1319409 h 5450835"/>
              <a:gd name="connsiteX10809" fmla="*/ 2544197 w 10450132"/>
              <a:gd name="connsiteY10809" fmla="*/ 1311527 h 5450835"/>
              <a:gd name="connsiteX10810" fmla="*/ 2544197 w 10450132"/>
              <a:gd name="connsiteY10810" fmla="*/ 1311378 h 5450835"/>
              <a:gd name="connsiteX10811" fmla="*/ 2544197 w 10450132"/>
              <a:gd name="connsiteY10811" fmla="*/ 1310672 h 5450835"/>
              <a:gd name="connsiteX10812" fmla="*/ 2544197 w 10450132"/>
              <a:gd name="connsiteY10812" fmla="*/ 1310525 h 5450835"/>
              <a:gd name="connsiteX10813" fmla="*/ 2548729 w 10450132"/>
              <a:gd name="connsiteY10813" fmla="*/ 1302643 h 5450835"/>
              <a:gd name="connsiteX10814" fmla="*/ 2549517 w 10450132"/>
              <a:gd name="connsiteY10814" fmla="*/ 1302183 h 5450835"/>
              <a:gd name="connsiteX10815" fmla="*/ 2294987 w 10450132"/>
              <a:gd name="connsiteY10815" fmla="*/ 1302183 h 5450835"/>
              <a:gd name="connsiteX10816" fmla="*/ 2304051 w 10450132"/>
              <a:gd name="connsiteY10816" fmla="*/ 1302183 h 5450835"/>
              <a:gd name="connsiteX10817" fmla="*/ 2304841 w 10450132"/>
              <a:gd name="connsiteY10817" fmla="*/ 1302643 h 5450835"/>
              <a:gd name="connsiteX10818" fmla="*/ 2309372 w 10450132"/>
              <a:gd name="connsiteY10818" fmla="*/ 1310525 h 5450835"/>
              <a:gd name="connsiteX10819" fmla="*/ 2309372 w 10450132"/>
              <a:gd name="connsiteY10819" fmla="*/ 1310561 h 5450835"/>
              <a:gd name="connsiteX10820" fmla="*/ 2309400 w 10450132"/>
              <a:gd name="connsiteY10820" fmla="*/ 1310610 h 5450835"/>
              <a:gd name="connsiteX10821" fmla="*/ 2309400 w 10450132"/>
              <a:gd name="connsiteY10821" fmla="*/ 1311464 h 5450835"/>
              <a:gd name="connsiteX10822" fmla="*/ 2304868 w 10450132"/>
              <a:gd name="connsiteY10822" fmla="*/ 1319346 h 5450835"/>
              <a:gd name="connsiteX10823" fmla="*/ 2304080 w 10450132"/>
              <a:gd name="connsiteY10823" fmla="*/ 1319806 h 5450835"/>
              <a:gd name="connsiteX10824" fmla="*/ 2295015 w 10450132"/>
              <a:gd name="connsiteY10824" fmla="*/ 1319806 h 5450835"/>
              <a:gd name="connsiteX10825" fmla="*/ 2294227 w 10450132"/>
              <a:gd name="connsiteY10825" fmla="*/ 1319346 h 5450835"/>
              <a:gd name="connsiteX10826" fmla="*/ 2289695 w 10450132"/>
              <a:gd name="connsiteY10826" fmla="*/ 1311464 h 5450835"/>
              <a:gd name="connsiteX10827" fmla="*/ 2289695 w 10450132"/>
              <a:gd name="connsiteY10827" fmla="*/ 1311427 h 5450835"/>
              <a:gd name="connsiteX10828" fmla="*/ 2289667 w 10450132"/>
              <a:gd name="connsiteY10828" fmla="*/ 1311378 h 5450835"/>
              <a:gd name="connsiteX10829" fmla="*/ 2289667 w 10450132"/>
              <a:gd name="connsiteY10829" fmla="*/ 1310525 h 5450835"/>
              <a:gd name="connsiteX10830" fmla="*/ 2294200 w 10450132"/>
              <a:gd name="connsiteY10830" fmla="*/ 1302643 h 5450835"/>
              <a:gd name="connsiteX10831" fmla="*/ 2294987 w 10450132"/>
              <a:gd name="connsiteY10831" fmla="*/ 1302183 h 5450835"/>
              <a:gd name="connsiteX10832" fmla="*/ 2040592 w 10450132"/>
              <a:gd name="connsiteY10832" fmla="*/ 1302183 h 5450835"/>
              <a:gd name="connsiteX10833" fmla="*/ 2049655 w 10450132"/>
              <a:gd name="connsiteY10833" fmla="*/ 1302183 h 5450835"/>
              <a:gd name="connsiteX10834" fmla="*/ 2050443 w 10450132"/>
              <a:gd name="connsiteY10834" fmla="*/ 1302643 h 5450835"/>
              <a:gd name="connsiteX10835" fmla="*/ 2050497 w 10450132"/>
              <a:gd name="connsiteY10835" fmla="*/ 1302737 h 5450835"/>
              <a:gd name="connsiteX10836" fmla="*/ 2050531 w 10450132"/>
              <a:gd name="connsiteY10836" fmla="*/ 1302757 h 5450835"/>
              <a:gd name="connsiteX10837" fmla="*/ 2055063 w 10450132"/>
              <a:gd name="connsiteY10837" fmla="*/ 1310638 h 5450835"/>
              <a:gd name="connsiteX10838" fmla="*/ 2055063 w 10450132"/>
              <a:gd name="connsiteY10838" fmla="*/ 1311492 h 5450835"/>
              <a:gd name="connsiteX10839" fmla="*/ 2050531 w 10450132"/>
              <a:gd name="connsiteY10839" fmla="*/ 1319375 h 5450835"/>
              <a:gd name="connsiteX10840" fmla="*/ 2049743 w 10450132"/>
              <a:gd name="connsiteY10840" fmla="*/ 1319834 h 5450835"/>
              <a:gd name="connsiteX10841" fmla="*/ 2040678 w 10450132"/>
              <a:gd name="connsiteY10841" fmla="*/ 1319834 h 5450835"/>
              <a:gd name="connsiteX10842" fmla="*/ 2039890 w 10450132"/>
              <a:gd name="connsiteY10842" fmla="*/ 1319375 h 5450835"/>
              <a:gd name="connsiteX10843" fmla="*/ 2039835 w 10450132"/>
              <a:gd name="connsiteY10843" fmla="*/ 1319279 h 5450835"/>
              <a:gd name="connsiteX10844" fmla="*/ 2039802 w 10450132"/>
              <a:gd name="connsiteY10844" fmla="*/ 1319260 h 5450835"/>
              <a:gd name="connsiteX10845" fmla="*/ 2035271 w 10450132"/>
              <a:gd name="connsiteY10845" fmla="*/ 1311378 h 5450835"/>
              <a:gd name="connsiteX10846" fmla="*/ 2035271 w 10450132"/>
              <a:gd name="connsiteY10846" fmla="*/ 1310525 h 5450835"/>
              <a:gd name="connsiteX10847" fmla="*/ 2039802 w 10450132"/>
              <a:gd name="connsiteY10847" fmla="*/ 1302643 h 5450835"/>
              <a:gd name="connsiteX10848" fmla="*/ 2040592 w 10450132"/>
              <a:gd name="connsiteY10848" fmla="*/ 1302183 h 5450835"/>
              <a:gd name="connsiteX10849" fmla="*/ 1786176 w 10450132"/>
              <a:gd name="connsiteY10849" fmla="*/ 1302183 h 5450835"/>
              <a:gd name="connsiteX10850" fmla="*/ 1795241 w 10450132"/>
              <a:gd name="connsiteY10850" fmla="*/ 1302183 h 5450835"/>
              <a:gd name="connsiteX10851" fmla="*/ 1796029 w 10450132"/>
              <a:gd name="connsiteY10851" fmla="*/ 1302643 h 5450835"/>
              <a:gd name="connsiteX10852" fmla="*/ 1796094 w 10450132"/>
              <a:gd name="connsiteY10852" fmla="*/ 1302755 h 5450835"/>
              <a:gd name="connsiteX10853" fmla="*/ 1796183 w 10450132"/>
              <a:gd name="connsiteY10853" fmla="*/ 1302807 h 5450835"/>
              <a:gd name="connsiteX10854" fmla="*/ 1800715 w 10450132"/>
              <a:gd name="connsiteY10854" fmla="*/ 1310684 h 5450835"/>
              <a:gd name="connsiteX10855" fmla="*/ 1800715 w 10450132"/>
              <a:gd name="connsiteY10855" fmla="*/ 1311538 h 5450835"/>
              <a:gd name="connsiteX10856" fmla="*/ 1796183 w 10450132"/>
              <a:gd name="connsiteY10856" fmla="*/ 1319421 h 5450835"/>
              <a:gd name="connsiteX10857" fmla="*/ 1795394 w 10450132"/>
              <a:gd name="connsiteY10857" fmla="*/ 1319880 h 5450835"/>
              <a:gd name="connsiteX10858" fmla="*/ 1786331 w 10450132"/>
              <a:gd name="connsiteY10858" fmla="*/ 1319880 h 5450835"/>
              <a:gd name="connsiteX10859" fmla="*/ 1785542 w 10450132"/>
              <a:gd name="connsiteY10859" fmla="*/ 1319421 h 5450835"/>
              <a:gd name="connsiteX10860" fmla="*/ 1785481 w 10450132"/>
              <a:gd name="connsiteY10860" fmla="*/ 1319314 h 5450835"/>
              <a:gd name="connsiteX10861" fmla="*/ 1785388 w 10450132"/>
              <a:gd name="connsiteY10861" fmla="*/ 1319260 h 5450835"/>
              <a:gd name="connsiteX10862" fmla="*/ 1780856 w 10450132"/>
              <a:gd name="connsiteY10862" fmla="*/ 1311378 h 5450835"/>
              <a:gd name="connsiteX10863" fmla="*/ 1780856 w 10450132"/>
              <a:gd name="connsiteY10863" fmla="*/ 1310525 h 5450835"/>
              <a:gd name="connsiteX10864" fmla="*/ 1785388 w 10450132"/>
              <a:gd name="connsiteY10864" fmla="*/ 1302643 h 5450835"/>
              <a:gd name="connsiteX10865" fmla="*/ 1786176 w 10450132"/>
              <a:gd name="connsiteY10865" fmla="*/ 1302183 h 5450835"/>
              <a:gd name="connsiteX10866" fmla="*/ 1531934 w 10450132"/>
              <a:gd name="connsiteY10866" fmla="*/ 1302183 h 5450835"/>
              <a:gd name="connsiteX10867" fmla="*/ 1540997 w 10450132"/>
              <a:gd name="connsiteY10867" fmla="*/ 1302183 h 5450835"/>
              <a:gd name="connsiteX10868" fmla="*/ 1541786 w 10450132"/>
              <a:gd name="connsiteY10868" fmla="*/ 1302643 h 5450835"/>
              <a:gd name="connsiteX10869" fmla="*/ 1546317 w 10450132"/>
              <a:gd name="connsiteY10869" fmla="*/ 1310525 h 5450835"/>
              <a:gd name="connsiteX10870" fmla="*/ 1546317 w 10450132"/>
              <a:gd name="connsiteY10870" fmla="*/ 1311378 h 5450835"/>
              <a:gd name="connsiteX10871" fmla="*/ 1541786 w 10450132"/>
              <a:gd name="connsiteY10871" fmla="*/ 1319260 h 5450835"/>
              <a:gd name="connsiteX10872" fmla="*/ 1541755 w 10450132"/>
              <a:gd name="connsiteY10872" fmla="*/ 1319279 h 5450835"/>
              <a:gd name="connsiteX10873" fmla="*/ 1541704 w 10450132"/>
              <a:gd name="connsiteY10873" fmla="*/ 1319366 h 5450835"/>
              <a:gd name="connsiteX10874" fmla="*/ 1540916 w 10450132"/>
              <a:gd name="connsiteY10874" fmla="*/ 1319825 h 5450835"/>
              <a:gd name="connsiteX10875" fmla="*/ 1531853 w 10450132"/>
              <a:gd name="connsiteY10875" fmla="*/ 1319825 h 5450835"/>
              <a:gd name="connsiteX10876" fmla="*/ 1531064 w 10450132"/>
              <a:gd name="connsiteY10876" fmla="*/ 1319366 h 5450835"/>
              <a:gd name="connsiteX10877" fmla="*/ 1526532 w 10450132"/>
              <a:gd name="connsiteY10877" fmla="*/ 1311484 h 5450835"/>
              <a:gd name="connsiteX10878" fmla="*/ 1526532 w 10450132"/>
              <a:gd name="connsiteY10878" fmla="*/ 1310631 h 5450835"/>
              <a:gd name="connsiteX10879" fmla="*/ 1531064 w 10450132"/>
              <a:gd name="connsiteY10879" fmla="*/ 1302749 h 5450835"/>
              <a:gd name="connsiteX10880" fmla="*/ 1531096 w 10450132"/>
              <a:gd name="connsiteY10880" fmla="*/ 1302731 h 5450835"/>
              <a:gd name="connsiteX10881" fmla="*/ 1531146 w 10450132"/>
              <a:gd name="connsiteY10881" fmla="*/ 1302643 h 5450835"/>
              <a:gd name="connsiteX10882" fmla="*/ 1531934 w 10450132"/>
              <a:gd name="connsiteY10882" fmla="*/ 1302183 h 5450835"/>
              <a:gd name="connsiteX10883" fmla="*/ 1277368 w 10450132"/>
              <a:gd name="connsiteY10883" fmla="*/ 1302183 h 5450835"/>
              <a:gd name="connsiteX10884" fmla="*/ 1286432 w 10450132"/>
              <a:gd name="connsiteY10884" fmla="*/ 1302183 h 5450835"/>
              <a:gd name="connsiteX10885" fmla="*/ 1287221 w 10450132"/>
              <a:gd name="connsiteY10885" fmla="*/ 1302643 h 5450835"/>
              <a:gd name="connsiteX10886" fmla="*/ 1287260 w 10450132"/>
              <a:gd name="connsiteY10886" fmla="*/ 1302710 h 5450835"/>
              <a:gd name="connsiteX10887" fmla="*/ 1287414 w 10450132"/>
              <a:gd name="connsiteY10887" fmla="*/ 1302800 h 5450835"/>
              <a:gd name="connsiteX10888" fmla="*/ 1291946 w 10450132"/>
              <a:gd name="connsiteY10888" fmla="*/ 1310679 h 5450835"/>
              <a:gd name="connsiteX10889" fmla="*/ 1291946 w 10450132"/>
              <a:gd name="connsiteY10889" fmla="*/ 1311529 h 5450835"/>
              <a:gd name="connsiteX10890" fmla="*/ 1287414 w 10450132"/>
              <a:gd name="connsiteY10890" fmla="*/ 1319412 h 5450835"/>
              <a:gd name="connsiteX10891" fmla="*/ 1286623 w 10450132"/>
              <a:gd name="connsiteY10891" fmla="*/ 1319872 h 5450835"/>
              <a:gd name="connsiteX10892" fmla="*/ 1277559 w 10450132"/>
              <a:gd name="connsiteY10892" fmla="*/ 1319872 h 5450835"/>
              <a:gd name="connsiteX10893" fmla="*/ 1276772 w 10450132"/>
              <a:gd name="connsiteY10893" fmla="*/ 1319412 h 5450835"/>
              <a:gd name="connsiteX10894" fmla="*/ 1276738 w 10450132"/>
              <a:gd name="connsiteY10894" fmla="*/ 1319352 h 5450835"/>
              <a:gd name="connsiteX10895" fmla="*/ 1276579 w 10450132"/>
              <a:gd name="connsiteY10895" fmla="*/ 1319260 h 5450835"/>
              <a:gd name="connsiteX10896" fmla="*/ 1272048 w 10450132"/>
              <a:gd name="connsiteY10896" fmla="*/ 1311378 h 5450835"/>
              <a:gd name="connsiteX10897" fmla="*/ 1272048 w 10450132"/>
              <a:gd name="connsiteY10897" fmla="*/ 1310525 h 5450835"/>
              <a:gd name="connsiteX10898" fmla="*/ 1276579 w 10450132"/>
              <a:gd name="connsiteY10898" fmla="*/ 1302643 h 5450835"/>
              <a:gd name="connsiteX10899" fmla="*/ 1277368 w 10450132"/>
              <a:gd name="connsiteY10899" fmla="*/ 1302183 h 5450835"/>
              <a:gd name="connsiteX10900" fmla="*/ 1023030 w 10450132"/>
              <a:gd name="connsiteY10900" fmla="*/ 1302183 h 5450835"/>
              <a:gd name="connsiteX10901" fmla="*/ 1032094 w 10450132"/>
              <a:gd name="connsiteY10901" fmla="*/ 1302183 h 5450835"/>
              <a:gd name="connsiteX10902" fmla="*/ 1032881 w 10450132"/>
              <a:gd name="connsiteY10902" fmla="*/ 1302643 h 5450835"/>
              <a:gd name="connsiteX10903" fmla="*/ 1037414 w 10450132"/>
              <a:gd name="connsiteY10903" fmla="*/ 1310525 h 5450835"/>
              <a:gd name="connsiteX10904" fmla="*/ 1037414 w 10450132"/>
              <a:gd name="connsiteY10904" fmla="*/ 1310531 h 5450835"/>
              <a:gd name="connsiteX10905" fmla="*/ 1037470 w 10450132"/>
              <a:gd name="connsiteY10905" fmla="*/ 1310628 h 5450835"/>
              <a:gd name="connsiteX10906" fmla="*/ 1037470 w 10450132"/>
              <a:gd name="connsiteY10906" fmla="*/ 1311482 h 5450835"/>
              <a:gd name="connsiteX10907" fmla="*/ 1032940 w 10450132"/>
              <a:gd name="connsiteY10907" fmla="*/ 1319365 h 5450835"/>
              <a:gd name="connsiteX10908" fmla="*/ 1032150 w 10450132"/>
              <a:gd name="connsiteY10908" fmla="*/ 1319823 h 5450835"/>
              <a:gd name="connsiteX10909" fmla="*/ 1023087 w 10450132"/>
              <a:gd name="connsiteY10909" fmla="*/ 1319823 h 5450835"/>
              <a:gd name="connsiteX10910" fmla="*/ 1022299 w 10450132"/>
              <a:gd name="connsiteY10910" fmla="*/ 1319365 h 5450835"/>
              <a:gd name="connsiteX10911" fmla="*/ 1017766 w 10450132"/>
              <a:gd name="connsiteY10911" fmla="*/ 1311482 h 5450835"/>
              <a:gd name="connsiteX10912" fmla="*/ 1017766 w 10450132"/>
              <a:gd name="connsiteY10912" fmla="*/ 1311477 h 5450835"/>
              <a:gd name="connsiteX10913" fmla="*/ 1017709 w 10450132"/>
              <a:gd name="connsiteY10913" fmla="*/ 1311378 h 5450835"/>
              <a:gd name="connsiteX10914" fmla="*/ 1017709 w 10450132"/>
              <a:gd name="connsiteY10914" fmla="*/ 1310525 h 5450835"/>
              <a:gd name="connsiteX10915" fmla="*/ 1022241 w 10450132"/>
              <a:gd name="connsiteY10915" fmla="*/ 1302643 h 5450835"/>
              <a:gd name="connsiteX10916" fmla="*/ 1023030 w 10450132"/>
              <a:gd name="connsiteY10916" fmla="*/ 1302183 h 5450835"/>
              <a:gd name="connsiteX10917" fmla="*/ 768706 w 10450132"/>
              <a:gd name="connsiteY10917" fmla="*/ 1302183 h 5450835"/>
              <a:gd name="connsiteX10918" fmla="*/ 777768 w 10450132"/>
              <a:gd name="connsiteY10918" fmla="*/ 1302183 h 5450835"/>
              <a:gd name="connsiteX10919" fmla="*/ 778557 w 10450132"/>
              <a:gd name="connsiteY10919" fmla="*/ 1302643 h 5450835"/>
              <a:gd name="connsiteX10920" fmla="*/ 783089 w 10450132"/>
              <a:gd name="connsiteY10920" fmla="*/ 1310525 h 5450835"/>
              <a:gd name="connsiteX10921" fmla="*/ 783089 w 10450132"/>
              <a:gd name="connsiteY10921" fmla="*/ 1311378 h 5450835"/>
              <a:gd name="connsiteX10922" fmla="*/ 778557 w 10450132"/>
              <a:gd name="connsiteY10922" fmla="*/ 1319260 h 5450835"/>
              <a:gd name="connsiteX10923" fmla="*/ 778437 w 10450132"/>
              <a:gd name="connsiteY10923" fmla="*/ 1319330 h 5450835"/>
              <a:gd name="connsiteX10924" fmla="*/ 778434 w 10450132"/>
              <a:gd name="connsiteY10924" fmla="*/ 1319335 h 5450835"/>
              <a:gd name="connsiteX10925" fmla="*/ 777646 w 10450132"/>
              <a:gd name="connsiteY10925" fmla="*/ 1319795 h 5450835"/>
              <a:gd name="connsiteX10926" fmla="*/ 768582 w 10450132"/>
              <a:gd name="connsiteY10926" fmla="*/ 1319795 h 5450835"/>
              <a:gd name="connsiteX10927" fmla="*/ 767794 w 10450132"/>
              <a:gd name="connsiteY10927" fmla="*/ 1319335 h 5450835"/>
              <a:gd name="connsiteX10928" fmla="*/ 763263 w 10450132"/>
              <a:gd name="connsiteY10928" fmla="*/ 1311453 h 5450835"/>
              <a:gd name="connsiteX10929" fmla="*/ 763263 w 10450132"/>
              <a:gd name="connsiteY10929" fmla="*/ 1310600 h 5450835"/>
              <a:gd name="connsiteX10930" fmla="*/ 767794 w 10450132"/>
              <a:gd name="connsiteY10930" fmla="*/ 1302720 h 5450835"/>
              <a:gd name="connsiteX10931" fmla="*/ 767914 w 10450132"/>
              <a:gd name="connsiteY10931" fmla="*/ 1302650 h 5450835"/>
              <a:gd name="connsiteX10932" fmla="*/ 767918 w 10450132"/>
              <a:gd name="connsiteY10932" fmla="*/ 1302643 h 5450835"/>
              <a:gd name="connsiteX10933" fmla="*/ 768706 w 10450132"/>
              <a:gd name="connsiteY10933" fmla="*/ 1302183 h 5450835"/>
              <a:gd name="connsiteX10934" fmla="*/ 514300 w 10450132"/>
              <a:gd name="connsiteY10934" fmla="*/ 1302183 h 5450835"/>
              <a:gd name="connsiteX10935" fmla="*/ 523364 w 10450132"/>
              <a:gd name="connsiteY10935" fmla="*/ 1302183 h 5450835"/>
              <a:gd name="connsiteX10936" fmla="*/ 524152 w 10450132"/>
              <a:gd name="connsiteY10936" fmla="*/ 1302643 h 5450835"/>
              <a:gd name="connsiteX10937" fmla="*/ 528684 w 10450132"/>
              <a:gd name="connsiteY10937" fmla="*/ 1310525 h 5450835"/>
              <a:gd name="connsiteX10938" fmla="*/ 528684 w 10450132"/>
              <a:gd name="connsiteY10938" fmla="*/ 1310570 h 5450835"/>
              <a:gd name="connsiteX10939" fmla="*/ 528749 w 10450132"/>
              <a:gd name="connsiteY10939" fmla="*/ 1310683 h 5450835"/>
              <a:gd name="connsiteX10940" fmla="*/ 528749 w 10450132"/>
              <a:gd name="connsiteY10940" fmla="*/ 1311538 h 5450835"/>
              <a:gd name="connsiteX10941" fmla="*/ 524218 w 10450132"/>
              <a:gd name="connsiteY10941" fmla="*/ 1319418 h 5450835"/>
              <a:gd name="connsiteX10942" fmla="*/ 523429 w 10450132"/>
              <a:gd name="connsiteY10942" fmla="*/ 1319878 h 5450835"/>
              <a:gd name="connsiteX10943" fmla="*/ 514366 w 10450132"/>
              <a:gd name="connsiteY10943" fmla="*/ 1319878 h 5450835"/>
              <a:gd name="connsiteX10944" fmla="*/ 513578 w 10450132"/>
              <a:gd name="connsiteY10944" fmla="*/ 1319418 h 5450835"/>
              <a:gd name="connsiteX10945" fmla="*/ 509045 w 10450132"/>
              <a:gd name="connsiteY10945" fmla="*/ 1311538 h 5450835"/>
              <a:gd name="connsiteX10946" fmla="*/ 509045 w 10450132"/>
              <a:gd name="connsiteY10946" fmla="*/ 1311493 h 5450835"/>
              <a:gd name="connsiteX10947" fmla="*/ 508979 w 10450132"/>
              <a:gd name="connsiteY10947" fmla="*/ 1311378 h 5450835"/>
              <a:gd name="connsiteX10948" fmla="*/ 508979 w 10450132"/>
              <a:gd name="connsiteY10948" fmla="*/ 1310525 h 5450835"/>
              <a:gd name="connsiteX10949" fmla="*/ 513512 w 10450132"/>
              <a:gd name="connsiteY10949" fmla="*/ 1302643 h 5450835"/>
              <a:gd name="connsiteX10950" fmla="*/ 514300 w 10450132"/>
              <a:gd name="connsiteY10950" fmla="*/ 1302183 h 5450835"/>
              <a:gd name="connsiteX10951" fmla="*/ 259798 w 10450132"/>
              <a:gd name="connsiteY10951" fmla="*/ 1302183 h 5450835"/>
              <a:gd name="connsiteX10952" fmla="*/ 268861 w 10450132"/>
              <a:gd name="connsiteY10952" fmla="*/ 1302183 h 5450835"/>
              <a:gd name="connsiteX10953" fmla="*/ 269650 w 10450132"/>
              <a:gd name="connsiteY10953" fmla="*/ 1302643 h 5450835"/>
              <a:gd name="connsiteX10954" fmla="*/ 274181 w 10450132"/>
              <a:gd name="connsiteY10954" fmla="*/ 1310525 h 5450835"/>
              <a:gd name="connsiteX10955" fmla="*/ 274181 w 10450132"/>
              <a:gd name="connsiteY10955" fmla="*/ 1310553 h 5450835"/>
              <a:gd name="connsiteX10956" fmla="*/ 274208 w 10450132"/>
              <a:gd name="connsiteY10956" fmla="*/ 1310600 h 5450835"/>
              <a:gd name="connsiteX10957" fmla="*/ 274208 w 10450132"/>
              <a:gd name="connsiteY10957" fmla="*/ 1311454 h 5450835"/>
              <a:gd name="connsiteX10958" fmla="*/ 269676 w 10450132"/>
              <a:gd name="connsiteY10958" fmla="*/ 1319336 h 5450835"/>
              <a:gd name="connsiteX10959" fmla="*/ 268888 w 10450132"/>
              <a:gd name="connsiteY10959" fmla="*/ 1319796 h 5450835"/>
              <a:gd name="connsiteX10960" fmla="*/ 259824 w 10450132"/>
              <a:gd name="connsiteY10960" fmla="*/ 1319796 h 5450835"/>
              <a:gd name="connsiteX10961" fmla="*/ 259035 w 10450132"/>
              <a:gd name="connsiteY10961" fmla="*/ 1319336 h 5450835"/>
              <a:gd name="connsiteX10962" fmla="*/ 254503 w 10450132"/>
              <a:gd name="connsiteY10962" fmla="*/ 1311454 h 5450835"/>
              <a:gd name="connsiteX10963" fmla="*/ 254503 w 10450132"/>
              <a:gd name="connsiteY10963" fmla="*/ 1311423 h 5450835"/>
              <a:gd name="connsiteX10964" fmla="*/ 254477 w 10450132"/>
              <a:gd name="connsiteY10964" fmla="*/ 1311378 h 5450835"/>
              <a:gd name="connsiteX10965" fmla="*/ 254477 w 10450132"/>
              <a:gd name="connsiteY10965" fmla="*/ 1310525 h 5450835"/>
              <a:gd name="connsiteX10966" fmla="*/ 259008 w 10450132"/>
              <a:gd name="connsiteY10966" fmla="*/ 1302643 h 5450835"/>
              <a:gd name="connsiteX10967" fmla="*/ 259798 w 10450132"/>
              <a:gd name="connsiteY10967" fmla="*/ 1302183 h 5450835"/>
              <a:gd name="connsiteX10968" fmla="*/ 5551 w 10450132"/>
              <a:gd name="connsiteY10968" fmla="*/ 1302183 h 5450835"/>
              <a:gd name="connsiteX10969" fmla="*/ 14613 w 10450132"/>
              <a:gd name="connsiteY10969" fmla="*/ 1302183 h 5450835"/>
              <a:gd name="connsiteX10970" fmla="*/ 15401 w 10450132"/>
              <a:gd name="connsiteY10970" fmla="*/ 1302643 h 5450835"/>
              <a:gd name="connsiteX10971" fmla="*/ 19933 w 10450132"/>
              <a:gd name="connsiteY10971" fmla="*/ 1310525 h 5450835"/>
              <a:gd name="connsiteX10972" fmla="*/ 19933 w 10450132"/>
              <a:gd name="connsiteY10972" fmla="*/ 1310575 h 5450835"/>
              <a:gd name="connsiteX10973" fmla="*/ 19994 w 10450132"/>
              <a:gd name="connsiteY10973" fmla="*/ 1310681 h 5450835"/>
              <a:gd name="connsiteX10974" fmla="*/ 19994 w 10450132"/>
              <a:gd name="connsiteY10974" fmla="*/ 1311534 h 5450835"/>
              <a:gd name="connsiteX10975" fmla="*/ 15462 w 10450132"/>
              <a:gd name="connsiteY10975" fmla="*/ 1319415 h 5450835"/>
              <a:gd name="connsiteX10976" fmla="*/ 14674 w 10450132"/>
              <a:gd name="connsiteY10976" fmla="*/ 1319877 h 5450835"/>
              <a:gd name="connsiteX10977" fmla="*/ 5610 w 10450132"/>
              <a:gd name="connsiteY10977" fmla="*/ 1319877 h 5450835"/>
              <a:gd name="connsiteX10978" fmla="*/ 4821 w 10450132"/>
              <a:gd name="connsiteY10978" fmla="*/ 1319415 h 5450835"/>
              <a:gd name="connsiteX10979" fmla="*/ 289 w 10450132"/>
              <a:gd name="connsiteY10979" fmla="*/ 1311534 h 5450835"/>
              <a:gd name="connsiteX10980" fmla="*/ 289 w 10450132"/>
              <a:gd name="connsiteY10980" fmla="*/ 1311481 h 5450835"/>
              <a:gd name="connsiteX10981" fmla="*/ 230 w 10450132"/>
              <a:gd name="connsiteY10981" fmla="*/ 1311378 h 5450835"/>
              <a:gd name="connsiteX10982" fmla="*/ 230 w 10450132"/>
              <a:gd name="connsiteY10982" fmla="*/ 1310525 h 5450835"/>
              <a:gd name="connsiteX10983" fmla="*/ 4761 w 10450132"/>
              <a:gd name="connsiteY10983" fmla="*/ 1302643 h 5450835"/>
              <a:gd name="connsiteX10984" fmla="*/ 5551 w 10450132"/>
              <a:gd name="connsiteY10984" fmla="*/ 1302183 h 5450835"/>
              <a:gd name="connsiteX10985" fmla="*/ 8654892 w 10450132"/>
              <a:gd name="connsiteY10985" fmla="*/ 1085274 h 5450835"/>
              <a:gd name="connsiteX10986" fmla="*/ 8663955 w 10450132"/>
              <a:gd name="connsiteY10986" fmla="*/ 1085274 h 5450835"/>
              <a:gd name="connsiteX10987" fmla="*/ 8664744 w 10450132"/>
              <a:gd name="connsiteY10987" fmla="*/ 1085734 h 5450835"/>
              <a:gd name="connsiteX10988" fmla="*/ 8669277 w 10450132"/>
              <a:gd name="connsiteY10988" fmla="*/ 1093612 h 5450835"/>
              <a:gd name="connsiteX10989" fmla="*/ 8669277 w 10450132"/>
              <a:gd name="connsiteY10989" fmla="*/ 1094466 h 5450835"/>
              <a:gd name="connsiteX10990" fmla="*/ 8664744 w 10450132"/>
              <a:gd name="connsiteY10990" fmla="*/ 1102352 h 5450835"/>
              <a:gd name="connsiteX10991" fmla="*/ 8663955 w 10450132"/>
              <a:gd name="connsiteY10991" fmla="*/ 1102808 h 5450835"/>
              <a:gd name="connsiteX10992" fmla="*/ 8654892 w 10450132"/>
              <a:gd name="connsiteY10992" fmla="*/ 1102808 h 5450835"/>
              <a:gd name="connsiteX10993" fmla="*/ 8654104 w 10450132"/>
              <a:gd name="connsiteY10993" fmla="*/ 1102352 h 5450835"/>
              <a:gd name="connsiteX10994" fmla="*/ 8649572 w 10450132"/>
              <a:gd name="connsiteY10994" fmla="*/ 1094466 h 5450835"/>
              <a:gd name="connsiteX10995" fmla="*/ 8649572 w 10450132"/>
              <a:gd name="connsiteY10995" fmla="*/ 1093612 h 5450835"/>
              <a:gd name="connsiteX10996" fmla="*/ 8654104 w 10450132"/>
              <a:gd name="connsiteY10996" fmla="*/ 1085734 h 5450835"/>
              <a:gd name="connsiteX10997" fmla="*/ 8654892 w 10450132"/>
              <a:gd name="connsiteY10997" fmla="*/ 1085274 h 5450835"/>
              <a:gd name="connsiteX10998" fmla="*/ 9163654 w 10450132"/>
              <a:gd name="connsiteY10998" fmla="*/ 1085272 h 5450835"/>
              <a:gd name="connsiteX10999" fmla="*/ 9172718 w 10450132"/>
              <a:gd name="connsiteY10999" fmla="*/ 1085272 h 5450835"/>
              <a:gd name="connsiteX11000" fmla="*/ 9173506 w 10450132"/>
              <a:gd name="connsiteY11000" fmla="*/ 1085732 h 5450835"/>
              <a:gd name="connsiteX11001" fmla="*/ 9178038 w 10450132"/>
              <a:gd name="connsiteY11001" fmla="*/ 1093612 h 5450835"/>
              <a:gd name="connsiteX11002" fmla="*/ 9178038 w 10450132"/>
              <a:gd name="connsiteY11002" fmla="*/ 1094466 h 5450835"/>
              <a:gd name="connsiteX11003" fmla="*/ 9173506 w 10450132"/>
              <a:gd name="connsiteY11003" fmla="*/ 1102352 h 5450835"/>
              <a:gd name="connsiteX11004" fmla="*/ 9172718 w 10450132"/>
              <a:gd name="connsiteY11004" fmla="*/ 1102808 h 5450835"/>
              <a:gd name="connsiteX11005" fmla="*/ 9163654 w 10450132"/>
              <a:gd name="connsiteY11005" fmla="*/ 1102808 h 5450835"/>
              <a:gd name="connsiteX11006" fmla="*/ 9162866 w 10450132"/>
              <a:gd name="connsiteY11006" fmla="*/ 1102352 h 5450835"/>
              <a:gd name="connsiteX11007" fmla="*/ 9158333 w 10450132"/>
              <a:gd name="connsiteY11007" fmla="*/ 1094466 h 5450835"/>
              <a:gd name="connsiteX11008" fmla="*/ 9158333 w 10450132"/>
              <a:gd name="connsiteY11008" fmla="*/ 1093612 h 5450835"/>
              <a:gd name="connsiteX11009" fmla="*/ 9162866 w 10450132"/>
              <a:gd name="connsiteY11009" fmla="*/ 1085732 h 5450835"/>
              <a:gd name="connsiteX11010" fmla="*/ 9163654 w 10450132"/>
              <a:gd name="connsiteY11010" fmla="*/ 1085272 h 5450835"/>
              <a:gd name="connsiteX11011" fmla="*/ 8400511 w 10450132"/>
              <a:gd name="connsiteY11011" fmla="*/ 1085269 h 5450835"/>
              <a:gd name="connsiteX11012" fmla="*/ 8409575 w 10450132"/>
              <a:gd name="connsiteY11012" fmla="*/ 1085269 h 5450835"/>
              <a:gd name="connsiteX11013" fmla="*/ 8410363 w 10450132"/>
              <a:gd name="connsiteY11013" fmla="*/ 1085729 h 5450835"/>
              <a:gd name="connsiteX11014" fmla="*/ 8414896 w 10450132"/>
              <a:gd name="connsiteY11014" fmla="*/ 1093607 h 5450835"/>
              <a:gd name="connsiteX11015" fmla="*/ 8414896 w 10450132"/>
              <a:gd name="connsiteY11015" fmla="*/ 1094461 h 5450835"/>
              <a:gd name="connsiteX11016" fmla="*/ 8410363 w 10450132"/>
              <a:gd name="connsiteY11016" fmla="*/ 1102344 h 5450835"/>
              <a:gd name="connsiteX11017" fmla="*/ 8409575 w 10450132"/>
              <a:gd name="connsiteY11017" fmla="*/ 1102805 h 5450835"/>
              <a:gd name="connsiteX11018" fmla="*/ 8400511 w 10450132"/>
              <a:gd name="connsiteY11018" fmla="*/ 1102805 h 5450835"/>
              <a:gd name="connsiteX11019" fmla="*/ 8399723 w 10450132"/>
              <a:gd name="connsiteY11019" fmla="*/ 1102344 h 5450835"/>
              <a:gd name="connsiteX11020" fmla="*/ 8395191 w 10450132"/>
              <a:gd name="connsiteY11020" fmla="*/ 1094461 h 5450835"/>
              <a:gd name="connsiteX11021" fmla="*/ 8395191 w 10450132"/>
              <a:gd name="connsiteY11021" fmla="*/ 1093607 h 5450835"/>
              <a:gd name="connsiteX11022" fmla="*/ 8399723 w 10450132"/>
              <a:gd name="connsiteY11022" fmla="*/ 1085729 h 5450835"/>
              <a:gd name="connsiteX11023" fmla="*/ 8400511 w 10450132"/>
              <a:gd name="connsiteY11023" fmla="*/ 1085269 h 5450835"/>
              <a:gd name="connsiteX11024" fmla="*/ 8909274 w 10450132"/>
              <a:gd name="connsiteY11024" fmla="*/ 1085268 h 5450835"/>
              <a:gd name="connsiteX11025" fmla="*/ 8918336 w 10450132"/>
              <a:gd name="connsiteY11025" fmla="*/ 1085268 h 5450835"/>
              <a:gd name="connsiteX11026" fmla="*/ 8919125 w 10450132"/>
              <a:gd name="connsiteY11026" fmla="*/ 1085725 h 5450835"/>
              <a:gd name="connsiteX11027" fmla="*/ 8923657 w 10450132"/>
              <a:gd name="connsiteY11027" fmla="*/ 1093605 h 5450835"/>
              <a:gd name="connsiteX11028" fmla="*/ 8923657 w 10450132"/>
              <a:gd name="connsiteY11028" fmla="*/ 1094457 h 5450835"/>
              <a:gd name="connsiteX11029" fmla="*/ 8919125 w 10450132"/>
              <a:gd name="connsiteY11029" fmla="*/ 1102342 h 5450835"/>
              <a:gd name="connsiteX11030" fmla="*/ 8918336 w 10450132"/>
              <a:gd name="connsiteY11030" fmla="*/ 1102798 h 5450835"/>
              <a:gd name="connsiteX11031" fmla="*/ 8909274 w 10450132"/>
              <a:gd name="connsiteY11031" fmla="*/ 1102798 h 5450835"/>
              <a:gd name="connsiteX11032" fmla="*/ 8908484 w 10450132"/>
              <a:gd name="connsiteY11032" fmla="*/ 1102342 h 5450835"/>
              <a:gd name="connsiteX11033" fmla="*/ 8903953 w 10450132"/>
              <a:gd name="connsiteY11033" fmla="*/ 1094457 h 5450835"/>
              <a:gd name="connsiteX11034" fmla="*/ 8903953 w 10450132"/>
              <a:gd name="connsiteY11034" fmla="*/ 1093605 h 5450835"/>
              <a:gd name="connsiteX11035" fmla="*/ 8908484 w 10450132"/>
              <a:gd name="connsiteY11035" fmla="*/ 1085725 h 5450835"/>
              <a:gd name="connsiteX11036" fmla="*/ 8909274 w 10450132"/>
              <a:gd name="connsiteY11036" fmla="*/ 1085268 h 5450835"/>
              <a:gd name="connsiteX11037" fmla="*/ 8146065 w 10450132"/>
              <a:gd name="connsiteY11037" fmla="*/ 1085268 h 5450835"/>
              <a:gd name="connsiteX11038" fmla="*/ 8155129 w 10450132"/>
              <a:gd name="connsiteY11038" fmla="*/ 1085268 h 5450835"/>
              <a:gd name="connsiteX11039" fmla="*/ 8155917 w 10450132"/>
              <a:gd name="connsiteY11039" fmla="*/ 1085725 h 5450835"/>
              <a:gd name="connsiteX11040" fmla="*/ 8160449 w 10450132"/>
              <a:gd name="connsiteY11040" fmla="*/ 1093605 h 5450835"/>
              <a:gd name="connsiteX11041" fmla="*/ 8160449 w 10450132"/>
              <a:gd name="connsiteY11041" fmla="*/ 1094457 h 5450835"/>
              <a:gd name="connsiteX11042" fmla="*/ 8155917 w 10450132"/>
              <a:gd name="connsiteY11042" fmla="*/ 1102342 h 5450835"/>
              <a:gd name="connsiteX11043" fmla="*/ 8155129 w 10450132"/>
              <a:gd name="connsiteY11043" fmla="*/ 1102798 h 5450835"/>
              <a:gd name="connsiteX11044" fmla="*/ 8146065 w 10450132"/>
              <a:gd name="connsiteY11044" fmla="*/ 1102798 h 5450835"/>
              <a:gd name="connsiteX11045" fmla="*/ 8145277 w 10450132"/>
              <a:gd name="connsiteY11045" fmla="*/ 1102342 h 5450835"/>
              <a:gd name="connsiteX11046" fmla="*/ 8140745 w 10450132"/>
              <a:gd name="connsiteY11046" fmla="*/ 1094457 h 5450835"/>
              <a:gd name="connsiteX11047" fmla="*/ 8140745 w 10450132"/>
              <a:gd name="connsiteY11047" fmla="*/ 1093605 h 5450835"/>
              <a:gd name="connsiteX11048" fmla="*/ 8145277 w 10450132"/>
              <a:gd name="connsiteY11048" fmla="*/ 1085725 h 5450835"/>
              <a:gd name="connsiteX11049" fmla="*/ 8146065 w 10450132"/>
              <a:gd name="connsiteY11049" fmla="*/ 1085268 h 5450835"/>
              <a:gd name="connsiteX11050" fmla="*/ 6110888 w 10450132"/>
              <a:gd name="connsiteY11050" fmla="*/ 1085268 h 5450835"/>
              <a:gd name="connsiteX11051" fmla="*/ 6119953 w 10450132"/>
              <a:gd name="connsiteY11051" fmla="*/ 1085268 h 5450835"/>
              <a:gd name="connsiteX11052" fmla="*/ 6120740 w 10450132"/>
              <a:gd name="connsiteY11052" fmla="*/ 1085726 h 5450835"/>
              <a:gd name="connsiteX11053" fmla="*/ 6125272 w 10450132"/>
              <a:gd name="connsiteY11053" fmla="*/ 1093606 h 5450835"/>
              <a:gd name="connsiteX11054" fmla="*/ 6125272 w 10450132"/>
              <a:gd name="connsiteY11054" fmla="*/ 1094457 h 5450835"/>
              <a:gd name="connsiteX11055" fmla="*/ 6120740 w 10450132"/>
              <a:gd name="connsiteY11055" fmla="*/ 1102344 h 5450835"/>
              <a:gd name="connsiteX11056" fmla="*/ 6119953 w 10450132"/>
              <a:gd name="connsiteY11056" fmla="*/ 1102798 h 5450835"/>
              <a:gd name="connsiteX11057" fmla="*/ 6110888 w 10450132"/>
              <a:gd name="connsiteY11057" fmla="*/ 1102798 h 5450835"/>
              <a:gd name="connsiteX11058" fmla="*/ 6110101 w 10450132"/>
              <a:gd name="connsiteY11058" fmla="*/ 1102344 h 5450835"/>
              <a:gd name="connsiteX11059" fmla="*/ 6105567 w 10450132"/>
              <a:gd name="connsiteY11059" fmla="*/ 1094457 h 5450835"/>
              <a:gd name="connsiteX11060" fmla="*/ 6105567 w 10450132"/>
              <a:gd name="connsiteY11060" fmla="*/ 1093606 h 5450835"/>
              <a:gd name="connsiteX11061" fmla="*/ 6110101 w 10450132"/>
              <a:gd name="connsiteY11061" fmla="*/ 1085726 h 5450835"/>
              <a:gd name="connsiteX11062" fmla="*/ 6110888 w 10450132"/>
              <a:gd name="connsiteY11062" fmla="*/ 1085268 h 5450835"/>
              <a:gd name="connsiteX11063" fmla="*/ 4838919 w 10450132"/>
              <a:gd name="connsiteY11063" fmla="*/ 1085268 h 5450835"/>
              <a:gd name="connsiteX11064" fmla="*/ 4847982 w 10450132"/>
              <a:gd name="connsiteY11064" fmla="*/ 1085268 h 5450835"/>
              <a:gd name="connsiteX11065" fmla="*/ 4848772 w 10450132"/>
              <a:gd name="connsiteY11065" fmla="*/ 1085726 h 5450835"/>
              <a:gd name="connsiteX11066" fmla="*/ 4853303 w 10450132"/>
              <a:gd name="connsiteY11066" fmla="*/ 1093606 h 5450835"/>
              <a:gd name="connsiteX11067" fmla="*/ 4853303 w 10450132"/>
              <a:gd name="connsiteY11067" fmla="*/ 1094457 h 5450835"/>
              <a:gd name="connsiteX11068" fmla="*/ 4848772 w 10450132"/>
              <a:gd name="connsiteY11068" fmla="*/ 1102344 h 5450835"/>
              <a:gd name="connsiteX11069" fmla="*/ 4847982 w 10450132"/>
              <a:gd name="connsiteY11069" fmla="*/ 1102798 h 5450835"/>
              <a:gd name="connsiteX11070" fmla="*/ 4838919 w 10450132"/>
              <a:gd name="connsiteY11070" fmla="*/ 1102798 h 5450835"/>
              <a:gd name="connsiteX11071" fmla="*/ 4838132 w 10450132"/>
              <a:gd name="connsiteY11071" fmla="*/ 1102344 h 5450835"/>
              <a:gd name="connsiteX11072" fmla="*/ 4833598 w 10450132"/>
              <a:gd name="connsiteY11072" fmla="*/ 1094457 h 5450835"/>
              <a:gd name="connsiteX11073" fmla="*/ 4833598 w 10450132"/>
              <a:gd name="connsiteY11073" fmla="*/ 1093606 h 5450835"/>
              <a:gd name="connsiteX11074" fmla="*/ 4838132 w 10450132"/>
              <a:gd name="connsiteY11074" fmla="*/ 1085726 h 5450835"/>
              <a:gd name="connsiteX11075" fmla="*/ 4838919 w 10450132"/>
              <a:gd name="connsiteY11075" fmla="*/ 1085268 h 5450835"/>
              <a:gd name="connsiteX11076" fmla="*/ 6365334 w 10450132"/>
              <a:gd name="connsiteY11076" fmla="*/ 1085264 h 5450835"/>
              <a:gd name="connsiteX11077" fmla="*/ 6374397 w 10450132"/>
              <a:gd name="connsiteY11077" fmla="*/ 1085264 h 5450835"/>
              <a:gd name="connsiteX11078" fmla="*/ 6375186 w 10450132"/>
              <a:gd name="connsiteY11078" fmla="*/ 1085722 h 5450835"/>
              <a:gd name="connsiteX11079" fmla="*/ 6379718 w 10450132"/>
              <a:gd name="connsiteY11079" fmla="*/ 1093602 h 5450835"/>
              <a:gd name="connsiteX11080" fmla="*/ 6379718 w 10450132"/>
              <a:gd name="connsiteY11080" fmla="*/ 1094457 h 5450835"/>
              <a:gd name="connsiteX11081" fmla="*/ 6375186 w 10450132"/>
              <a:gd name="connsiteY11081" fmla="*/ 1102338 h 5450835"/>
              <a:gd name="connsiteX11082" fmla="*/ 6374397 w 10450132"/>
              <a:gd name="connsiteY11082" fmla="*/ 1102798 h 5450835"/>
              <a:gd name="connsiteX11083" fmla="*/ 6365334 w 10450132"/>
              <a:gd name="connsiteY11083" fmla="*/ 1102798 h 5450835"/>
              <a:gd name="connsiteX11084" fmla="*/ 6364546 w 10450132"/>
              <a:gd name="connsiteY11084" fmla="*/ 1102338 h 5450835"/>
              <a:gd name="connsiteX11085" fmla="*/ 6360014 w 10450132"/>
              <a:gd name="connsiteY11085" fmla="*/ 1094457 h 5450835"/>
              <a:gd name="connsiteX11086" fmla="*/ 6360014 w 10450132"/>
              <a:gd name="connsiteY11086" fmla="*/ 1093602 h 5450835"/>
              <a:gd name="connsiteX11087" fmla="*/ 6364546 w 10450132"/>
              <a:gd name="connsiteY11087" fmla="*/ 1085722 h 5450835"/>
              <a:gd name="connsiteX11088" fmla="*/ 6365334 w 10450132"/>
              <a:gd name="connsiteY11088" fmla="*/ 1085264 h 5450835"/>
              <a:gd name="connsiteX11089" fmla="*/ 5856508 w 10450132"/>
              <a:gd name="connsiteY11089" fmla="*/ 1085257 h 5450835"/>
              <a:gd name="connsiteX11090" fmla="*/ 5865571 w 10450132"/>
              <a:gd name="connsiteY11090" fmla="*/ 1085257 h 5450835"/>
              <a:gd name="connsiteX11091" fmla="*/ 5866359 w 10450132"/>
              <a:gd name="connsiteY11091" fmla="*/ 1085719 h 5450835"/>
              <a:gd name="connsiteX11092" fmla="*/ 5870891 w 10450132"/>
              <a:gd name="connsiteY11092" fmla="*/ 1093595 h 5450835"/>
              <a:gd name="connsiteX11093" fmla="*/ 5870891 w 10450132"/>
              <a:gd name="connsiteY11093" fmla="*/ 1094447 h 5450835"/>
              <a:gd name="connsiteX11094" fmla="*/ 5866359 w 10450132"/>
              <a:gd name="connsiteY11094" fmla="*/ 1102333 h 5450835"/>
              <a:gd name="connsiteX11095" fmla="*/ 5865571 w 10450132"/>
              <a:gd name="connsiteY11095" fmla="*/ 1102792 h 5450835"/>
              <a:gd name="connsiteX11096" fmla="*/ 5856508 w 10450132"/>
              <a:gd name="connsiteY11096" fmla="*/ 1102792 h 5450835"/>
              <a:gd name="connsiteX11097" fmla="*/ 5855720 w 10450132"/>
              <a:gd name="connsiteY11097" fmla="*/ 1102333 h 5450835"/>
              <a:gd name="connsiteX11098" fmla="*/ 5851187 w 10450132"/>
              <a:gd name="connsiteY11098" fmla="*/ 1094447 h 5450835"/>
              <a:gd name="connsiteX11099" fmla="*/ 5851187 w 10450132"/>
              <a:gd name="connsiteY11099" fmla="*/ 1093595 h 5450835"/>
              <a:gd name="connsiteX11100" fmla="*/ 5855720 w 10450132"/>
              <a:gd name="connsiteY11100" fmla="*/ 1085719 h 5450835"/>
              <a:gd name="connsiteX11101" fmla="*/ 5856508 w 10450132"/>
              <a:gd name="connsiteY11101" fmla="*/ 1085257 h 5450835"/>
              <a:gd name="connsiteX11102" fmla="*/ 7128477 w 10450132"/>
              <a:gd name="connsiteY11102" fmla="*/ 1085248 h 5450835"/>
              <a:gd name="connsiteX11103" fmla="*/ 7137540 w 10450132"/>
              <a:gd name="connsiteY11103" fmla="*/ 1085248 h 5450835"/>
              <a:gd name="connsiteX11104" fmla="*/ 7138328 w 10450132"/>
              <a:gd name="connsiteY11104" fmla="*/ 1085710 h 5450835"/>
              <a:gd name="connsiteX11105" fmla="*/ 7142860 w 10450132"/>
              <a:gd name="connsiteY11105" fmla="*/ 1093589 h 5450835"/>
              <a:gd name="connsiteX11106" fmla="*/ 7142860 w 10450132"/>
              <a:gd name="connsiteY11106" fmla="*/ 1094441 h 5450835"/>
              <a:gd name="connsiteX11107" fmla="*/ 7138328 w 10450132"/>
              <a:gd name="connsiteY11107" fmla="*/ 1102324 h 5450835"/>
              <a:gd name="connsiteX11108" fmla="*/ 7137540 w 10450132"/>
              <a:gd name="connsiteY11108" fmla="*/ 1102787 h 5450835"/>
              <a:gd name="connsiteX11109" fmla="*/ 7128477 w 10450132"/>
              <a:gd name="connsiteY11109" fmla="*/ 1102787 h 5450835"/>
              <a:gd name="connsiteX11110" fmla="*/ 7127689 w 10450132"/>
              <a:gd name="connsiteY11110" fmla="*/ 1102324 h 5450835"/>
              <a:gd name="connsiteX11111" fmla="*/ 7123156 w 10450132"/>
              <a:gd name="connsiteY11111" fmla="*/ 1094441 h 5450835"/>
              <a:gd name="connsiteX11112" fmla="*/ 7123156 w 10450132"/>
              <a:gd name="connsiteY11112" fmla="*/ 1093589 h 5450835"/>
              <a:gd name="connsiteX11113" fmla="*/ 7127689 w 10450132"/>
              <a:gd name="connsiteY11113" fmla="*/ 1085710 h 5450835"/>
              <a:gd name="connsiteX11114" fmla="*/ 7128477 w 10450132"/>
              <a:gd name="connsiteY11114" fmla="*/ 1085248 h 5450835"/>
              <a:gd name="connsiteX11115" fmla="*/ 5093300 w 10450132"/>
              <a:gd name="connsiteY11115" fmla="*/ 1085248 h 5450835"/>
              <a:gd name="connsiteX11116" fmla="*/ 5102364 w 10450132"/>
              <a:gd name="connsiteY11116" fmla="*/ 1085248 h 5450835"/>
              <a:gd name="connsiteX11117" fmla="*/ 5103153 w 10450132"/>
              <a:gd name="connsiteY11117" fmla="*/ 1085710 h 5450835"/>
              <a:gd name="connsiteX11118" fmla="*/ 5107684 w 10450132"/>
              <a:gd name="connsiteY11118" fmla="*/ 1093589 h 5450835"/>
              <a:gd name="connsiteX11119" fmla="*/ 5107684 w 10450132"/>
              <a:gd name="connsiteY11119" fmla="*/ 1094441 h 5450835"/>
              <a:gd name="connsiteX11120" fmla="*/ 5103153 w 10450132"/>
              <a:gd name="connsiteY11120" fmla="*/ 1102324 h 5450835"/>
              <a:gd name="connsiteX11121" fmla="*/ 5102364 w 10450132"/>
              <a:gd name="connsiteY11121" fmla="*/ 1102787 h 5450835"/>
              <a:gd name="connsiteX11122" fmla="*/ 5093300 w 10450132"/>
              <a:gd name="connsiteY11122" fmla="*/ 1102787 h 5450835"/>
              <a:gd name="connsiteX11123" fmla="*/ 5092512 w 10450132"/>
              <a:gd name="connsiteY11123" fmla="*/ 1102324 h 5450835"/>
              <a:gd name="connsiteX11124" fmla="*/ 5087979 w 10450132"/>
              <a:gd name="connsiteY11124" fmla="*/ 1094441 h 5450835"/>
              <a:gd name="connsiteX11125" fmla="*/ 5087979 w 10450132"/>
              <a:gd name="connsiteY11125" fmla="*/ 1093589 h 5450835"/>
              <a:gd name="connsiteX11126" fmla="*/ 5092512 w 10450132"/>
              <a:gd name="connsiteY11126" fmla="*/ 1085710 h 5450835"/>
              <a:gd name="connsiteX11127" fmla="*/ 5093300 w 10450132"/>
              <a:gd name="connsiteY11127" fmla="*/ 1085248 h 5450835"/>
              <a:gd name="connsiteX11128" fmla="*/ 6874095 w 10450132"/>
              <a:gd name="connsiteY11128" fmla="*/ 1085241 h 5450835"/>
              <a:gd name="connsiteX11129" fmla="*/ 6883159 w 10450132"/>
              <a:gd name="connsiteY11129" fmla="*/ 1085241 h 5450835"/>
              <a:gd name="connsiteX11130" fmla="*/ 6883947 w 10450132"/>
              <a:gd name="connsiteY11130" fmla="*/ 1085700 h 5450835"/>
              <a:gd name="connsiteX11131" fmla="*/ 6888480 w 10450132"/>
              <a:gd name="connsiteY11131" fmla="*/ 1093579 h 5450835"/>
              <a:gd name="connsiteX11132" fmla="*/ 6888480 w 10450132"/>
              <a:gd name="connsiteY11132" fmla="*/ 1094434 h 5450835"/>
              <a:gd name="connsiteX11133" fmla="*/ 6883947 w 10450132"/>
              <a:gd name="connsiteY11133" fmla="*/ 1102318 h 5450835"/>
              <a:gd name="connsiteX11134" fmla="*/ 6883159 w 10450132"/>
              <a:gd name="connsiteY11134" fmla="*/ 1102777 h 5450835"/>
              <a:gd name="connsiteX11135" fmla="*/ 6874095 w 10450132"/>
              <a:gd name="connsiteY11135" fmla="*/ 1102777 h 5450835"/>
              <a:gd name="connsiteX11136" fmla="*/ 6873307 w 10450132"/>
              <a:gd name="connsiteY11136" fmla="*/ 1102318 h 5450835"/>
              <a:gd name="connsiteX11137" fmla="*/ 6868775 w 10450132"/>
              <a:gd name="connsiteY11137" fmla="*/ 1094434 h 5450835"/>
              <a:gd name="connsiteX11138" fmla="*/ 6868775 w 10450132"/>
              <a:gd name="connsiteY11138" fmla="*/ 1093579 h 5450835"/>
              <a:gd name="connsiteX11139" fmla="*/ 6873307 w 10450132"/>
              <a:gd name="connsiteY11139" fmla="*/ 1085700 h 5450835"/>
              <a:gd name="connsiteX11140" fmla="*/ 6874095 w 10450132"/>
              <a:gd name="connsiteY11140" fmla="*/ 1085241 h 5450835"/>
              <a:gd name="connsiteX11141" fmla="*/ 4584538 w 10450132"/>
              <a:gd name="connsiteY11141" fmla="*/ 1085241 h 5450835"/>
              <a:gd name="connsiteX11142" fmla="*/ 4593603 w 10450132"/>
              <a:gd name="connsiteY11142" fmla="*/ 1085241 h 5450835"/>
              <a:gd name="connsiteX11143" fmla="*/ 4594390 w 10450132"/>
              <a:gd name="connsiteY11143" fmla="*/ 1085700 h 5450835"/>
              <a:gd name="connsiteX11144" fmla="*/ 4598922 w 10450132"/>
              <a:gd name="connsiteY11144" fmla="*/ 1093582 h 5450835"/>
              <a:gd name="connsiteX11145" fmla="*/ 4598922 w 10450132"/>
              <a:gd name="connsiteY11145" fmla="*/ 1094434 h 5450835"/>
              <a:gd name="connsiteX11146" fmla="*/ 4594390 w 10450132"/>
              <a:gd name="connsiteY11146" fmla="*/ 1102318 h 5450835"/>
              <a:gd name="connsiteX11147" fmla="*/ 4593603 w 10450132"/>
              <a:gd name="connsiteY11147" fmla="*/ 1102777 h 5450835"/>
              <a:gd name="connsiteX11148" fmla="*/ 4584538 w 10450132"/>
              <a:gd name="connsiteY11148" fmla="*/ 1102777 h 5450835"/>
              <a:gd name="connsiteX11149" fmla="*/ 4583749 w 10450132"/>
              <a:gd name="connsiteY11149" fmla="*/ 1102318 h 5450835"/>
              <a:gd name="connsiteX11150" fmla="*/ 4579218 w 10450132"/>
              <a:gd name="connsiteY11150" fmla="*/ 1094434 h 5450835"/>
              <a:gd name="connsiteX11151" fmla="*/ 4579218 w 10450132"/>
              <a:gd name="connsiteY11151" fmla="*/ 1093582 h 5450835"/>
              <a:gd name="connsiteX11152" fmla="*/ 4583749 w 10450132"/>
              <a:gd name="connsiteY11152" fmla="*/ 1085700 h 5450835"/>
              <a:gd name="connsiteX11153" fmla="*/ 4584538 w 10450132"/>
              <a:gd name="connsiteY11153" fmla="*/ 1085241 h 5450835"/>
              <a:gd name="connsiteX11154" fmla="*/ 6619714 w 10450132"/>
              <a:gd name="connsiteY11154" fmla="*/ 1085236 h 5450835"/>
              <a:gd name="connsiteX11155" fmla="*/ 6628778 w 10450132"/>
              <a:gd name="connsiteY11155" fmla="*/ 1085236 h 5450835"/>
              <a:gd name="connsiteX11156" fmla="*/ 6629566 w 10450132"/>
              <a:gd name="connsiteY11156" fmla="*/ 1085695 h 5450835"/>
              <a:gd name="connsiteX11157" fmla="*/ 6634099 w 10450132"/>
              <a:gd name="connsiteY11157" fmla="*/ 1093574 h 5450835"/>
              <a:gd name="connsiteX11158" fmla="*/ 6634099 w 10450132"/>
              <a:gd name="connsiteY11158" fmla="*/ 1094428 h 5450835"/>
              <a:gd name="connsiteX11159" fmla="*/ 6629566 w 10450132"/>
              <a:gd name="connsiteY11159" fmla="*/ 1102313 h 5450835"/>
              <a:gd name="connsiteX11160" fmla="*/ 6628778 w 10450132"/>
              <a:gd name="connsiteY11160" fmla="*/ 1102770 h 5450835"/>
              <a:gd name="connsiteX11161" fmla="*/ 6619714 w 10450132"/>
              <a:gd name="connsiteY11161" fmla="*/ 1102770 h 5450835"/>
              <a:gd name="connsiteX11162" fmla="*/ 6618926 w 10450132"/>
              <a:gd name="connsiteY11162" fmla="*/ 1102313 h 5450835"/>
              <a:gd name="connsiteX11163" fmla="*/ 6614394 w 10450132"/>
              <a:gd name="connsiteY11163" fmla="*/ 1094428 h 5450835"/>
              <a:gd name="connsiteX11164" fmla="*/ 6614394 w 10450132"/>
              <a:gd name="connsiteY11164" fmla="*/ 1093574 h 5450835"/>
              <a:gd name="connsiteX11165" fmla="*/ 6618926 w 10450132"/>
              <a:gd name="connsiteY11165" fmla="*/ 1085695 h 5450835"/>
              <a:gd name="connsiteX11166" fmla="*/ 6619714 w 10450132"/>
              <a:gd name="connsiteY11166" fmla="*/ 1085236 h 5450835"/>
              <a:gd name="connsiteX11167" fmla="*/ 3821513 w 10450132"/>
              <a:gd name="connsiteY11167" fmla="*/ 1085236 h 5450835"/>
              <a:gd name="connsiteX11168" fmla="*/ 3830578 w 10450132"/>
              <a:gd name="connsiteY11168" fmla="*/ 1085236 h 5450835"/>
              <a:gd name="connsiteX11169" fmla="*/ 3831365 w 10450132"/>
              <a:gd name="connsiteY11169" fmla="*/ 1085698 h 5450835"/>
              <a:gd name="connsiteX11170" fmla="*/ 3835899 w 10450132"/>
              <a:gd name="connsiteY11170" fmla="*/ 1093575 h 5450835"/>
              <a:gd name="connsiteX11171" fmla="*/ 3835899 w 10450132"/>
              <a:gd name="connsiteY11171" fmla="*/ 1094430 h 5450835"/>
              <a:gd name="connsiteX11172" fmla="*/ 3831365 w 10450132"/>
              <a:gd name="connsiteY11172" fmla="*/ 1102313 h 5450835"/>
              <a:gd name="connsiteX11173" fmla="*/ 3830578 w 10450132"/>
              <a:gd name="connsiteY11173" fmla="*/ 1102775 h 5450835"/>
              <a:gd name="connsiteX11174" fmla="*/ 3821513 w 10450132"/>
              <a:gd name="connsiteY11174" fmla="*/ 1102775 h 5450835"/>
              <a:gd name="connsiteX11175" fmla="*/ 3820723 w 10450132"/>
              <a:gd name="connsiteY11175" fmla="*/ 1102313 h 5450835"/>
              <a:gd name="connsiteX11176" fmla="*/ 3816193 w 10450132"/>
              <a:gd name="connsiteY11176" fmla="*/ 1094430 h 5450835"/>
              <a:gd name="connsiteX11177" fmla="*/ 3816193 w 10450132"/>
              <a:gd name="connsiteY11177" fmla="*/ 1093575 h 5450835"/>
              <a:gd name="connsiteX11178" fmla="*/ 3820723 w 10450132"/>
              <a:gd name="connsiteY11178" fmla="*/ 1085698 h 5450835"/>
              <a:gd name="connsiteX11179" fmla="*/ 3821513 w 10450132"/>
              <a:gd name="connsiteY11179" fmla="*/ 1085236 h 5450835"/>
              <a:gd name="connsiteX11180" fmla="*/ 5602126 w 10450132"/>
              <a:gd name="connsiteY11180" fmla="*/ 1085234 h 5450835"/>
              <a:gd name="connsiteX11181" fmla="*/ 5611191 w 10450132"/>
              <a:gd name="connsiteY11181" fmla="*/ 1085234 h 5450835"/>
              <a:gd name="connsiteX11182" fmla="*/ 5611979 w 10450132"/>
              <a:gd name="connsiteY11182" fmla="*/ 1085692 h 5450835"/>
              <a:gd name="connsiteX11183" fmla="*/ 5616511 w 10450132"/>
              <a:gd name="connsiteY11183" fmla="*/ 1093574 h 5450835"/>
              <a:gd name="connsiteX11184" fmla="*/ 5616511 w 10450132"/>
              <a:gd name="connsiteY11184" fmla="*/ 1094427 h 5450835"/>
              <a:gd name="connsiteX11185" fmla="*/ 5611979 w 10450132"/>
              <a:gd name="connsiteY11185" fmla="*/ 1102310 h 5450835"/>
              <a:gd name="connsiteX11186" fmla="*/ 5611191 w 10450132"/>
              <a:gd name="connsiteY11186" fmla="*/ 1102769 h 5450835"/>
              <a:gd name="connsiteX11187" fmla="*/ 5602126 w 10450132"/>
              <a:gd name="connsiteY11187" fmla="*/ 1102769 h 5450835"/>
              <a:gd name="connsiteX11188" fmla="*/ 5601338 w 10450132"/>
              <a:gd name="connsiteY11188" fmla="*/ 1102310 h 5450835"/>
              <a:gd name="connsiteX11189" fmla="*/ 5596807 w 10450132"/>
              <a:gd name="connsiteY11189" fmla="*/ 1094427 h 5450835"/>
              <a:gd name="connsiteX11190" fmla="*/ 5596807 w 10450132"/>
              <a:gd name="connsiteY11190" fmla="*/ 1093574 h 5450835"/>
              <a:gd name="connsiteX11191" fmla="*/ 5601338 w 10450132"/>
              <a:gd name="connsiteY11191" fmla="*/ 1085692 h 5450835"/>
              <a:gd name="connsiteX11192" fmla="*/ 5602126 w 10450132"/>
              <a:gd name="connsiteY11192" fmla="*/ 1085234 h 5450835"/>
              <a:gd name="connsiteX11193" fmla="*/ 9418035 w 10450132"/>
              <a:gd name="connsiteY11193" fmla="*/ 1085221 h 5450835"/>
              <a:gd name="connsiteX11194" fmla="*/ 9427099 w 10450132"/>
              <a:gd name="connsiteY11194" fmla="*/ 1085221 h 5450835"/>
              <a:gd name="connsiteX11195" fmla="*/ 9427887 w 10450132"/>
              <a:gd name="connsiteY11195" fmla="*/ 1085680 h 5450835"/>
              <a:gd name="connsiteX11196" fmla="*/ 9432419 w 10450132"/>
              <a:gd name="connsiteY11196" fmla="*/ 1093561 h 5450835"/>
              <a:gd name="connsiteX11197" fmla="*/ 9432419 w 10450132"/>
              <a:gd name="connsiteY11197" fmla="*/ 1094415 h 5450835"/>
              <a:gd name="connsiteX11198" fmla="*/ 9427887 w 10450132"/>
              <a:gd name="connsiteY11198" fmla="*/ 1102297 h 5450835"/>
              <a:gd name="connsiteX11199" fmla="*/ 9427099 w 10450132"/>
              <a:gd name="connsiteY11199" fmla="*/ 1102759 h 5450835"/>
              <a:gd name="connsiteX11200" fmla="*/ 9418035 w 10450132"/>
              <a:gd name="connsiteY11200" fmla="*/ 1102759 h 5450835"/>
              <a:gd name="connsiteX11201" fmla="*/ 9417247 w 10450132"/>
              <a:gd name="connsiteY11201" fmla="*/ 1102297 h 5450835"/>
              <a:gd name="connsiteX11202" fmla="*/ 9412714 w 10450132"/>
              <a:gd name="connsiteY11202" fmla="*/ 1094415 h 5450835"/>
              <a:gd name="connsiteX11203" fmla="*/ 9412714 w 10450132"/>
              <a:gd name="connsiteY11203" fmla="*/ 1093561 h 5450835"/>
              <a:gd name="connsiteX11204" fmla="*/ 9417247 w 10450132"/>
              <a:gd name="connsiteY11204" fmla="*/ 1085680 h 5450835"/>
              <a:gd name="connsiteX11205" fmla="*/ 9418035 w 10450132"/>
              <a:gd name="connsiteY11205" fmla="*/ 1085221 h 5450835"/>
              <a:gd name="connsiteX11206" fmla="*/ 7382923 w 10450132"/>
              <a:gd name="connsiteY11206" fmla="*/ 1085211 h 5450835"/>
              <a:gd name="connsiteX11207" fmla="*/ 7391987 w 10450132"/>
              <a:gd name="connsiteY11207" fmla="*/ 1085211 h 5450835"/>
              <a:gd name="connsiteX11208" fmla="*/ 7392775 w 10450132"/>
              <a:gd name="connsiteY11208" fmla="*/ 1085671 h 5450835"/>
              <a:gd name="connsiteX11209" fmla="*/ 7397307 w 10450132"/>
              <a:gd name="connsiteY11209" fmla="*/ 1093553 h 5450835"/>
              <a:gd name="connsiteX11210" fmla="*/ 7397307 w 10450132"/>
              <a:gd name="connsiteY11210" fmla="*/ 1094406 h 5450835"/>
              <a:gd name="connsiteX11211" fmla="*/ 7392775 w 10450132"/>
              <a:gd name="connsiteY11211" fmla="*/ 1102286 h 5450835"/>
              <a:gd name="connsiteX11212" fmla="*/ 7391987 w 10450132"/>
              <a:gd name="connsiteY11212" fmla="*/ 1102747 h 5450835"/>
              <a:gd name="connsiteX11213" fmla="*/ 7382923 w 10450132"/>
              <a:gd name="connsiteY11213" fmla="*/ 1102747 h 5450835"/>
              <a:gd name="connsiteX11214" fmla="*/ 7382135 w 10450132"/>
              <a:gd name="connsiteY11214" fmla="*/ 1102286 h 5450835"/>
              <a:gd name="connsiteX11215" fmla="*/ 7377602 w 10450132"/>
              <a:gd name="connsiteY11215" fmla="*/ 1094406 h 5450835"/>
              <a:gd name="connsiteX11216" fmla="*/ 7377602 w 10450132"/>
              <a:gd name="connsiteY11216" fmla="*/ 1093553 h 5450835"/>
              <a:gd name="connsiteX11217" fmla="*/ 7382135 w 10450132"/>
              <a:gd name="connsiteY11217" fmla="*/ 1085671 h 5450835"/>
              <a:gd name="connsiteX11218" fmla="*/ 7382923 w 10450132"/>
              <a:gd name="connsiteY11218" fmla="*/ 1085211 h 5450835"/>
              <a:gd name="connsiteX11219" fmla="*/ 10435622 w 10450132"/>
              <a:gd name="connsiteY11219" fmla="*/ 1085203 h 5450835"/>
              <a:gd name="connsiteX11220" fmla="*/ 10444686 w 10450132"/>
              <a:gd name="connsiteY11220" fmla="*/ 1085203 h 5450835"/>
              <a:gd name="connsiteX11221" fmla="*/ 10445474 w 10450132"/>
              <a:gd name="connsiteY11221" fmla="*/ 1085663 h 5450835"/>
              <a:gd name="connsiteX11222" fmla="*/ 10450007 w 10450132"/>
              <a:gd name="connsiteY11222" fmla="*/ 1093543 h 5450835"/>
              <a:gd name="connsiteX11223" fmla="*/ 10450007 w 10450132"/>
              <a:gd name="connsiteY11223" fmla="*/ 1094396 h 5450835"/>
              <a:gd name="connsiteX11224" fmla="*/ 10445474 w 10450132"/>
              <a:gd name="connsiteY11224" fmla="*/ 1102281 h 5450835"/>
              <a:gd name="connsiteX11225" fmla="*/ 10444686 w 10450132"/>
              <a:gd name="connsiteY11225" fmla="*/ 1102740 h 5450835"/>
              <a:gd name="connsiteX11226" fmla="*/ 10435622 w 10450132"/>
              <a:gd name="connsiteY11226" fmla="*/ 1102740 h 5450835"/>
              <a:gd name="connsiteX11227" fmla="*/ 10434834 w 10450132"/>
              <a:gd name="connsiteY11227" fmla="*/ 1102281 h 5450835"/>
              <a:gd name="connsiteX11228" fmla="*/ 10430302 w 10450132"/>
              <a:gd name="connsiteY11228" fmla="*/ 1094396 h 5450835"/>
              <a:gd name="connsiteX11229" fmla="*/ 10430302 w 10450132"/>
              <a:gd name="connsiteY11229" fmla="*/ 1093543 h 5450835"/>
              <a:gd name="connsiteX11230" fmla="*/ 10434834 w 10450132"/>
              <a:gd name="connsiteY11230" fmla="*/ 1085663 h 5450835"/>
              <a:gd name="connsiteX11231" fmla="*/ 10435622 w 10450132"/>
              <a:gd name="connsiteY11231" fmla="*/ 1085203 h 5450835"/>
              <a:gd name="connsiteX11232" fmla="*/ 9672481 w 10450132"/>
              <a:gd name="connsiteY11232" fmla="*/ 1085203 h 5450835"/>
              <a:gd name="connsiteX11233" fmla="*/ 9681545 w 10450132"/>
              <a:gd name="connsiteY11233" fmla="*/ 1085203 h 5450835"/>
              <a:gd name="connsiteX11234" fmla="*/ 9682333 w 10450132"/>
              <a:gd name="connsiteY11234" fmla="*/ 1085663 h 5450835"/>
              <a:gd name="connsiteX11235" fmla="*/ 9686865 w 10450132"/>
              <a:gd name="connsiteY11235" fmla="*/ 1093543 h 5450835"/>
              <a:gd name="connsiteX11236" fmla="*/ 9686865 w 10450132"/>
              <a:gd name="connsiteY11236" fmla="*/ 1094396 h 5450835"/>
              <a:gd name="connsiteX11237" fmla="*/ 9682333 w 10450132"/>
              <a:gd name="connsiteY11237" fmla="*/ 1102278 h 5450835"/>
              <a:gd name="connsiteX11238" fmla="*/ 9681545 w 10450132"/>
              <a:gd name="connsiteY11238" fmla="*/ 1102740 h 5450835"/>
              <a:gd name="connsiteX11239" fmla="*/ 9672481 w 10450132"/>
              <a:gd name="connsiteY11239" fmla="*/ 1102740 h 5450835"/>
              <a:gd name="connsiteX11240" fmla="*/ 9671693 w 10450132"/>
              <a:gd name="connsiteY11240" fmla="*/ 1102278 h 5450835"/>
              <a:gd name="connsiteX11241" fmla="*/ 9667160 w 10450132"/>
              <a:gd name="connsiteY11241" fmla="*/ 1094396 h 5450835"/>
              <a:gd name="connsiteX11242" fmla="*/ 9667160 w 10450132"/>
              <a:gd name="connsiteY11242" fmla="*/ 1093543 h 5450835"/>
              <a:gd name="connsiteX11243" fmla="*/ 9671693 w 10450132"/>
              <a:gd name="connsiteY11243" fmla="*/ 1085663 h 5450835"/>
              <a:gd name="connsiteX11244" fmla="*/ 9672481 w 10450132"/>
              <a:gd name="connsiteY11244" fmla="*/ 1085203 h 5450835"/>
              <a:gd name="connsiteX11245" fmla="*/ 4330157 w 10450132"/>
              <a:gd name="connsiteY11245" fmla="*/ 1085198 h 5450835"/>
              <a:gd name="connsiteX11246" fmla="*/ 4339222 w 10450132"/>
              <a:gd name="connsiteY11246" fmla="*/ 1085198 h 5450835"/>
              <a:gd name="connsiteX11247" fmla="*/ 4340010 w 10450132"/>
              <a:gd name="connsiteY11247" fmla="*/ 1085656 h 5450835"/>
              <a:gd name="connsiteX11248" fmla="*/ 4344540 w 10450132"/>
              <a:gd name="connsiteY11248" fmla="*/ 1093538 h 5450835"/>
              <a:gd name="connsiteX11249" fmla="*/ 4344540 w 10450132"/>
              <a:gd name="connsiteY11249" fmla="*/ 1094392 h 5450835"/>
              <a:gd name="connsiteX11250" fmla="*/ 4340010 w 10450132"/>
              <a:gd name="connsiteY11250" fmla="*/ 1102274 h 5450835"/>
              <a:gd name="connsiteX11251" fmla="*/ 4339222 w 10450132"/>
              <a:gd name="connsiteY11251" fmla="*/ 1102734 h 5450835"/>
              <a:gd name="connsiteX11252" fmla="*/ 4330157 w 10450132"/>
              <a:gd name="connsiteY11252" fmla="*/ 1102734 h 5450835"/>
              <a:gd name="connsiteX11253" fmla="*/ 4329369 w 10450132"/>
              <a:gd name="connsiteY11253" fmla="*/ 1102274 h 5450835"/>
              <a:gd name="connsiteX11254" fmla="*/ 4324836 w 10450132"/>
              <a:gd name="connsiteY11254" fmla="*/ 1094392 h 5450835"/>
              <a:gd name="connsiteX11255" fmla="*/ 4324836 w 10450132"/>
              <a:gd name="connsiteY11255" fmla="*/ 1093538 h 5450835"/>
              <a:gd name="connsiteX11256" fmla="*/ 4329369 w 10450132"/>
              <a:gd name="connsiteY11256" fmla="*/ 1085656 h 5450835"/>
              <a:gd name="connsiteX11257" fmla="*/ 4330157 w 10450132"/>
              <a:gd name="connsiteY11257" fmla="*/ 1085198 h 5450835"/>
              <a:gd name="connsiteX11258" fmla="*/ 7637304 w 10450132"/>
              <a:gd name="connsiteY11258" fmla="*/ 1085194 h 5450835"/>
              <a:gd name="connsiteX11259" fmla="*/ 7646367 w 10450132"/>
              <a:gd name="connsiteY11259" fmla="*/ 1085194 h 5450835"/>
              <a:gd name="connsiteX11260" fmla="*/ 7647156 w 10450132"/>
              <a:gd name="connsiteY11260" fmla="*/ 1085653 h 5450835"/>
              <a:gd name="connsiteX11261" fmla="*/ 7651687 w 10450132"/>
              <a:gd name="connsiteY11261" fmla="*/ 1093536 h 5450835"/>
              <a:gd name="connsiteX11262" fmla="*/ 7651687 w 10450132"/>
              <a:gd name="connsiteY11262" fmla="*/ 1094388 h 5450835"/>
              <a:gd name="connsiteX11263" fmla="*/ 7647156 w 10450132"/>
              <a:gd name="connsiteY11263" fmla="*/ 1102272 h 5450835"/>
              <a:gd name="connsiteX11264" fmla="*/ 7646367 w 10450132"/>
              <a:gd name="connsiteY11264" fmla="*/ 1102732 h 5450835"/>
              <a:gd name="connsiteX11265" fmla="*/ 7637304 w 10450132"/>
              <a:gd name="connsiteY11265" fmla="*/ 1102732 h 5450835"/>
              <a:gd name="connsiteX11266" fmla="*/ 7636516 w 10450132"/>
              <a:gd name="connsiteY11266" fmla="*/ 1102272 h 5450835"/>
              <a:gd name="connsiteX11267" fmla="*/ 7631983 w 10450132"/>
              <a:gd name="connsiteY11267" fmla="*/ 1094388 h 5450835"/>
              <a:gd name="connsiteX11268" fmla="*/ 7631983 w 10450132"/>
              <a:gd name="connsiteY11268" fmla="*/ 1093536 h 5450835"/>
              <a:gd name="connsiteX11269" fmla="*/ 7636516 w 10450132"/>
              <a:gd name="connsiteY11269" fmla="*/ 1085653 h 5450835"/>
              <a:gd name="connsiteX11270" fmla="*/ 7637304 w 10450132"/>
              <a:gd name="connsiteY11270" fmla="*/ 1085194 h 5450835"/>
              <a:gd name="connsiteX11271" fmla="*/ 10181242 w 10450132"/>
              <a:gd name="connsiteY11271" fmla="*/ 1085190 h 5450835"/>
              <a:gd name="connsiteX11272" fmla="*/ 10190305 w 10450132"/>
              <a:gd name="connsiteY11272" fmla="*/ 1085190 h 5450835"/>
              <a:gd name="connsiteX11273" fmla="*/ 10191093 w 10450132"/>
              <a:gd name="connsiteY11273" fmla="*/ 1085649 h 5450835"/>
              <a:gd name="connsiteX11274" fmla="*/ 10195626 w 10450132"/>
              <a:gd name="connsiteY11274" fmla="*/ 1093530 h 5450835"/>
              <a:gd name="connsiteX11275" fmla="*/ 10195626 w 10450132"/>
              <a:gd name="connsiteY11275" fmla="*/ 1094383 h 5450835"/>
              <a:gd name="connsiteX11276" fmla="*/ 10191093 w 10450132"/>
              <a:gd name="connsiteY11276" fmla="*/ 1102265 h 5450835"/>
              <a:gd name="connsiteX11277" fmla="*/ 10190305 w 10450132"/>
              <a:gd name="connsiteY11277" fmla="*/ 1102725 h 5450835"/>
              <a:gd name="connsiteX11278" fmla="*/ 10181242 w 10450132"/>
              <a:gd name="connsiteY11278" fmla="*/ 1102725 h 5450835"/>
              <a:gd name="connsiteX11279" fmla="*/ 10180453 w 10450132"/>
              <a:gd name="connsiteY11279" fmla="*/ 1102265 h 5450835"/>
              <a:gd name="connsiteX11280" fmla="*/ 10175922 w 10450132"/>
              <a:gd name="connsiteY11280" fmla="*/ 1094383 h 5450835"/>
              <a:gd name="connsiteX11281" fmla="*/ 10175922 w 10450132"/>
              <a:gd name="connsiteY11281" fmla="*/ 1093530 h 5450835"/>
              <a:gd name="connsiteX11282" fmla="*/ 10180453 w 10450132"/>
              <a:gd name="connsiteY11282" fmla="*/ 1085649 h 5450835"/>
              <a:gd name="connsiteX11283" fmla="*/ 10181242 w 10450132"/>
              <a:gd name="connsiteY11283" fmla="*/ 1085190 h 5450835"/>
              <a:gd name="connsiteX11284" fmla="*/ 9926861 w 10450132"/>
              <a:gd name="connsiteY11284" fmla="*/ 1085185 h 5450835"/>
              <a:gd name="connsiteX11285" fmla="*/ 9935924 w 10450132"/>
              <a:gd name="connsiteY11285" fmla="*/ 1085185 h 5450835"/>
              <a:gd name="connsiteX11286" fmla="*/ 9936713 w 10450132"/>
              <a:gd name="connsiteY11286" fmla="*/ 1085644 h 5450835"/>
              <a:gd name="connsiteX11287" fmla="*/ 9941246 w 10450132"/>
              <a:gd name="connsiteY11287" fmla="*/ 1093526 h 5450835"/>
              <a:gd name="connsiteX11288" fmla="*/ 9941246 w 10450132"/>
              <a:gd name="connsiteY11288" fmla="*/ 1094381 h 5450835"/>
              <a:gd name="connsiteX11289" fmla="*/ 9936713 w 10450132"/>
              <a:gd name="connsiteY11289" fmla="*/ 1102262 h 5450835"/>
              <a:gd name="connsiteX11290" fmla="*/ 9935924 w 10450132"/>
              <a:gd name="connsiteY11290" fmla="*/ 1102722 h 5450835"/>
              <a:gd name="connsiteX11291" fmla="*/ 9926861 w 10450132"/>
              <a:gd name="connsiteY11291" fmla="*/ 1102722 h 5450835"/>
              <a:gd name="connsiteX11292" fmla="*/ 9926073 w 10450132"/>
              <a:gd name="connsiteY11292" fmla="*/ 1102262 h 5450835"/>
              <a:gd name="connsiteX11293" fmla="*/ 9921541 w 10450132"/>
              <a:gd name="connsiteY11293" fmla="*/ 1094381 h 5450835"/>
              <a:gd name="connsiteX11294" fmla="*/ 9921541 w 10450132"/>
              <a:gd name="connsiteY11294" fmla="*/ 1093526 h 5450835"/>
              <a:gd name="connsiteX11295" fmla="*/ 9926073 w 10450132"/>
              <a:gd name="connsiteY11295" fmla="*/ 1085644 h 5450835"/>
              <a:gd name="connsiteX11296" fmla="*/ 9926861 w 10450132"/>
              <a:gd name="connsiteY11296" fmla="*/ 1085185 h 5450835"/>
              <a:gd name="connsiteX11297" fmla="*/ 5347746 w 10450132"/>
              <a:gd name="connsiteY11297" fmla="*/ 1085182 h 5450835"/>
              <a:gd name="connsiteX11298" fmla="*/ 5356810 w 10450132"/>
              <a:gd name="connsiteY11298" fmla="*/ 1085182 h 5450835"/>
              <a:gd name="connsiteX11299" fmla="*/ 5357598 w 10450132"/>
              <a:gd name="connsiteY11299" fmla="*/ 1085641 h 5450835"/>
              <a:gd name="connsiteX11300" fmla="*/ 5362130 w 10450132"/>
              <a:gd name="connsiteY11300" fmla="*/ 1093524 h 5450835"/>
              <a:gd name="connsiteX11301" fmla="*/ 5362130 w 10450132"/>
              <a:gd name="connsiteY11301" fmla="*/ 1094377 h 5450835"/>
              <a:gd name="connsiteX11302" fmla="*/ 5357598 w 10450132"/>
              <a:gd name="connsiteY11302" fmla="*/ 1102260 h 5450835"/>
              <a:gd name="connsiteX11303" fmla="*/ 5356810 w 10450132"/>
              <a:gd name="connsiteY11303" fmla="*/ 1102720 h 5450835"/>
              <a:gd name="connsiteX11304" fmla="*/ 5347746 w 10450132"/>
              <a:gd name="connsiteY11304" fmla="*/ 1102720 h 5450835"/>
              <a:gd name="connsiteX11305" fmla="*/ 5346958 w 10450132"/>
              <a:gd name="connsiteY11305" fmla="*/ 1102260 h 5450835"/>
              <a:gd name="connsiteX11306" fmla="*/ 5342425 w 10450132"/>
              <a:gd name="connsiteY11306" fmla="*/ 1094377 h 5450835"/>
              <a:gd name="connsiteX11307" fmla="*/ 5342425 w 10450132"/>
              <a:gd name="connsiteY11307" fmla="*/ 1093524 h 5450835"/>
              <a:gd name="connsiteX11308" fmla="*/ 5346958 w 10450132"/>
              <a:gd name="connsiteY11308" fmla="*/ 1085641 h 5450835"/>
              <a:gd name="connsiteX11309" fmla="*/ 5347746 w 10450132"/>
              <a:gd name="connsiteY11309" fmla="*/ 1085182 h 5450835"/>
              <a:gd name="connsiteX11310" fmla="*/ 4075734 w 10450132"/>
              <a:gd name="connsiteY11310" fmla="*/ 1085182 h 5450835"/>
              <a:gd name="connsiteX11311" fmla="*/ 4084796 w 10450132"/>
              <a:gd name="connsiteY11311" fmla="*/ 1085182 h 5450835"/>
              <a:gd name="connsiteX11312" fmla="*/ 4085584 w 10450132"/>
              <a:gd name="connsiteY11312" fmla="*/ 1085641 h 5450835"/>
              <a:gd name="connsiteX11313" fmla="*/ 4090116 w 10450132"/>
              <a:gd name="connsiteY11313" fmla="*/ 1093522 h 5450835"/>
              <a:gd name="connsiteX11314" fmla="*/ 4090116 w 10450132"/>
              <a:gd name="connsiteY11314" fmla="*/ 1094377 h 5450835"/>
              <a:gd name="connsiteX11315" fmla="*/ 4085584 w 10450132"/>
              <a:gd name="connsiteY11315" fmla="*/ 1102259 h 5450835"/>
              <a:gd name="connsiteX11316" fmla="*/ 4084796 w 10450132"/>
              <a:gd name="connsiteY11316" fmla="*/ 1102720 h 5450835"/>
              <a:gd name="connsiteX11317" fmla="*/ 4075734 w 10450132"/>
              <a:gd name="connsiteY11317" fmla="*/ 1102720 h 5450835"/>
              <a:gd name="connsiteX11318" fmla="*/ 4074945 w 10450132"/>
              <a:gd name="connsiteY11318" fmla="*/ 1102259 h 5450835"/>
              <a:gd name="connsiteX11319" fmla="*/ 4070413 w 10450132"/>
              <a:gd name="connsiteY11319" fmla="*/ 1094377 h 5450835"/>
              <a:gd name="connsiteX11320" fmla="*/ 4070413 w 10450132"/>
              <a:gd name="connsiteY11320" fmla="*/ 1093522 h 5450835"/>
              <a:gd name="connsiteX11321" fmla="*/ 4074945 w 10450132"/>
              <a:gd name="connsiteY11321" fmla="*/ 1085641 h 5450835"/>
              <a:gd name="connsiteX11322" fmla="*/ 4075734 w 10450132"/>
              <a:gd name="connsiteY11322" fmla="*/ 1085182 h 5450835"/>
              <a:gd name="connsiteX11323" fmla="*/ 7891684 w 10450132"/>
              <a:gd name="connsiteY11323" fmla="*/ 1085178 h 5450835"/>
              <a:gd name="connsiteX11324" fmla="*/ 7900748 w 10450132"/>
              <a:gd name="connsiteY11324" fmla="*/ 1085178 h 5450835"/>
              <a:gd name="connsiteX11325" fmla="*/ 7901536 w 10450132"/>
              <a:gd name="connsiteY11325" fmla="*/ 1085639 h 5450835"/>
              <a:gd name="connsiteX11326" fmla="*/ 7906067 w 10450132"/>
              <a:gd name="connsiteY11326" fmla="*/ 1093520 h 5450835"/>
              <a:gd name="connsiteX11327" fmla="*/ 7906067 w 10450132"/>
              <a:gd name="connsiteY11327" fmla="*/ 1094373 h 5450835"/>
              <a:gd name="connsiteX11328" fmla="*/ 7901536 w 10450132"/>
              <a:gd name="connsiteY11328" fmla="*/ 1102257 h 5450835"/>
              <a:gd name="connsiteX11329" fmla="*/ 7900748 w 10450132"/>
              <a:gd name="connsiteY11329" fmla="*/ 1102716 h 5450835"/>
              <a:gd name="connsiteX11330" fmla="*/ 7891684 w 10450132"/>
              <a:gd name="connsiteY11330" fmla="*/ 1102716 h 5450835"/>
              <a:gd name="connsiteX11331" fmla="*/ 7890896 w 10450132"/>
              <a:gd name="connsiteY11331" fmla="*/ 1102257 h 5450835"/>
              <a:gd name="connsiteX11332" fmla="*/ 7886363 w 10450132"/>
              <a:gd name="connsiteY11332" fmla="*/ 1094373 h 5450835"/>
              <a:gd name="connsiteX11333" fmla="*/ 7886363 w 10450132"/>
              <a:gd name="connsiteY11333" fmla="*/ 1093520 h 5450835"/>
              <a:gd name="connsiteX11334" fmla="*/ 7890896 w 10450132"/>
              <a:gd name="connsiteY11334" fmla="*/ 1085639 h 5450835"/>
              <a:gd name="connsiteX11335" fmla="*/ 7891684 w 10450132"/>
              <a:gd name="connsiteY11335" fmla="*/ 1085178 h 5450835"/>
              <a:gd name="connsiteX11336" fmla="*/ 3567018 w 10450132"/>
              <a:gd name="connsiteY11336" fmla="*/ 1085175 h 5450835"/>
              <a:gd name="connsiteX11337" fmla="*/ 3576084 w 10450132"/>
              <a:gd name="connsiteY11337" fmla="*/ 1085175 h 5450835"/>
              <a:gd name="connsiteX11338" fmla="*/ 3576872 w 10450132"/>
              <a:gd name="connsiteY11338" fmla="*/ 1085635 h 5450835"/>
              <a:gd name="connsiteX11339" fmla="*/ 3581404 w 10450132"/>
              <a:gd name="connsiteY11339" fmla="*/ 1093516 h 5450835"/>
              <a:gd name="connsiteX11340" fmla="*/ 3581404 w 10450132"/>
              <a:gd name="connsiteY11340" fmla="*/ 1094370 h 5450835"/>
              <a:gd name="connsiteX11341" fmla="*/ 3576872 w 10450132"/>
              <a:gd name="connsiteY11341" fmla="*/ 1102252 h 5450835"/>
              <a:gd name="connsiteX11342" fmla="*/ 3576084 w 10450132"/>
              <a:gd name="connsiteY11342" fmla="*/ 1102712 h 5450835"/>
              <a:gd name="connsiteX11343" fmla="*/ 3576028 w 10450132"/>
              <a:gd name="connsiteY11343" fmla="*/ 1102712 h 5450835"/>
              <a:gd name="connsiteX11344" fmla="*/ 3576023 w 10450132"/>
              <a:gd name="connsiteY11344" fmla="*/ 1102715 h 5450835"/>
              <a:gd name="connsiteX11345" fmla="*/ 3566959 w 10450132"/>
              <a:gd name="connsiteY11345" fmla="*/ 1102715 h 5450835"/>
              <a:gd name="connsiteX11346" fmla="*/ 3566171 w 10450132"/>
              <a:gd name="connsiteY11346" fmla="*/ 1102255 h 5450835"/>
              <a:gd name="connsiteX11347" fmla="*/ 3561638 w 10450132"/>
              <a:gd name="connsiteY11347" fmla="*/ 1094373 h 5450835"/>
              <a:gd name="connsiteX11348" fmla="*/ 3561638 w 10450132"/>
              <a:gd name="connsiteY11348" fmla="*/ 1093519 h 5450835"/>
              <a:gd name="connsiteX11349" fmla="*/ 3566171 w 10450132"/>
              <a:gd name="connsiteY11349" fmla="*/ 1085639 h 5450835"/>
              <a:gd name="connsiteX11350" fmla="*/ 3566959 w 10450132"/>
              <a:gd name="connsiteY11350" fmla="*/ 1085178 h 5450835"/>
              <a:gd name="connsiteX11351" fmla="*/ 3567013 w 10450132"/>
              <a:gd name="connsiteY11351" fmla="*/ 1085178 h 5450835"/>
              <a:gd name="connsiteX11352" fmla="*/ 3312569 w 10450132"/>
              <a:gd name="connsiteY11352" fmla="*/ 1085175 h 5450835"/>
              <a:gd name="connsiteX11353" fmla="*/ 3321633 w 10450132"/>
              <a:gd name="connsiteY11353" fmla="*/ 1085175 h 5450835"/>
              <a:gd name="connsiteX11354" fmla="*/ 3321757 w 10450132"/>
              <a:gd name="connsiteY11354" fmla="*/ 1085247 h 5450835"/>
              <a:gd name="connsiteX11355" fmla="*/ 3321814 w 10450132"/>
              <a:gd name="connsiteY11355" fmla="*/ 1085247 h 5450835"/>
              <a:gd name="connsiteX11356" fmla="*/ 3322602 w 10450132"/>
              <a:gd name="connsiteY11356" fmla="*/ 1085705 h 5450835"/>
              <a:gd name="connsiteX11357" fmla="*/ 3327134 w 10450132"/>
              <a:gd name="connsiteY11357" fmla="*/ 1093583 h 5450835"/>
              <a:gd name="connsiteX11358" fmla="*/ 3327134 w 10450132"/>
              <a:gd name="connsiteY11358" fmla="*/ 1094438 h 5450835"/>
              <a:gd name="connsiteX11359" fmla="*/ 3322602 w 10450132"/>
              <a:gd name="connsiteY11359" fmla="*/ 1102321 h 5450835"/>
              <a:gd name="connsiteX11360" fmla="*/ 3321814 w 10450132"/>
              <a:gd name="connsiteY11360" fmla="*/ 1102780 h 5450835"/>
              <a:gd name="connsiteX11361" fmla="*/ 3312750 w 10450132"/>
              <a:gd name="connsiteY11361" fmla="*/ 1102780 h 5450835"/>
              <a:gd name="connsiteX11362" fmla="*/ 3312633 w 10450132"/>
              <a:gd name="connsiteY11362" fmla="*/ 1102712 h 5450835"/>
              <a:gd name="connsiteX11363" fmla="*/ 3312569 w 10450132"/>
              <a:gd name="connsiteY11363" fmla="*/ 1102712 h 5450835"/>
              <a:gd name="connsiteX11364" fmla="*/ 3311781 w 10450132"/>
              <a:gd name="connsiteY11364" fmla="*/ 1102252 h 5450835"/>
              <a:gd name="connsiteX11365" fmla="*/ 3307248 w 10450132"/>
              <a:gd name="connsiteY11365" fmla="*/ 1094370 h 5450835"/>
              <a:gd name="connsiteX11366" fmla="*/ 3307248 w 10450132"/>
              <a:gd name="connsiteY11366" fmla="*/ 1093516 h 5450835"/>
              <a:gd name="connsiteX11367" fmla="*/ 3311781 w 10450132"/>
              <a:gd name="connsiteY11367" fmla="*/ 1085635 h 5450835"/>
              <a:gd name="connsiteX11368" fmla="*/ 3312569 w 10450132"/>
              <a:gd name="connsiteY11368" fmla="*/ 1085175 h 5450835"/>
              <a:gd name="connsiteX11369" fmla="*/ 3058190 w 10450132"/>
              <a:gd name="connsiteY11369" fmla="*/ 1085175 h 5450835"/>
              <a:gd name="connsiteX11370" fmla="*/ 3067255 w 10450132"/>
              <a:gd name="connsiteY11370" fmla="*/ 1085175 h 5450835"/>
              <a:gd name="connsiteX11371" fmla="*/ 3067368 w 10450132"/>
              <a:gd name="connsiteY11371" fmla="*/ 1085241 h 5450835"/>
              <a:gd name="connsiteX11372" fmla="*/ 3067410 w 10450132"/>
              <a:gd name="connsiteY11372" fmla="*/ 1085241 h 5450835"/>
              <a:gd name="connsiteX11373" fmla="*/ 3068199 w 10450132"/>
              <a:gd name="connsiteY11373" fmla="*/ 1085700 h 5450835"/>
              <a:gd name="connsiteX11374" fmla="*/ 3072730 w 10450132"/>
              <a:gd name="connsiteY11374" fmla="*/ 1093579 h 5450835"/>
              <a:gd name="connsiteX11375" fmla="*/ 3072730 w 10450132"/>
              <a:gd name="connsiteY11375" fmla="*/ 1094432 h 5450835"/>
              <a:gd name="connsiteX11376" fmla="*/ 3068199 w 10450132"/>
              <a:gd name="connsiteY11376" fmla="*/ 1102313 h 5450835"/>
              <a:gd name="connsiteX11377" fmla="*/ 3067410 w 10450132"/>
              <a:gd name="connsiteY11377" fmla="*/ 1102777 h 5450835"/>
              <a:gd name="connsiteX11378" fmla="*/ 3058346 w 10450132"/>
              <a:gd name="connsiteY11378" fmla="*/ 1102777 h 5450835"/>
              <a:gd name="connsiteX11379" fmla="*/ 3058236 w 10450132"/>
              <a:gd name="connsiteY11379" fmla="*/ 1102712 h 5450835"/>
              <a:gd name="connsiteX11380" fmla="*/ 3058190 w 10450132"/>
              <a:gd name="connsiteY11380" fmla="*/ 1102712 h 5450835"/>
              <a:gd name="connsiteX11381" fmla="*/ 3057402 w 10450132"/>
              <a:gd name="connsiteY11381" fmla="*/ 1102252 h 5450835"/>
              <a:gd name="connsiteX11382" fmla="*/ 3052870 w 10450132"/>
              <a:gd name="connsiteY11382" fmla="*/ 1094370 h 5450835"/>
              <a:gd name="connsiteX11383" fmla="*/ 3052870 w 10450132"/>
              <a:gd name="connsiteY11383" fmla="*/ 1093516 h 5450835"/>
              <a:gd name="connsiteX11384" fmla="*/ 3057402 w 10450132"/>
              <a:gd name="connsiteY11384" fmla="*/ 1085635 h 5450835"/>
              <a:gd name="connsiteX11385" fmla="*/ 3058190 w 10450132"/>
              <a:gd name="connsiteY11385" fmla="*/ 1085175 h 5450835"/>
              <a:gd name="connsiteX11386" fmla="*/ 2803888 w 10450132"/>
              <a:gd name="connsiteY11386" fmla="*/ 1085175 h 5450835"/>
              <a:gd name="connsiteX11387" fmla="*/ 2812952 w 10450132"/>
              <a:gd name="connsiteY11387" fmla="*/ 1085175 h 5450835"/>
              <a:gd name="connsiteX11388" fmla="*/ 2813740 w 10450132"/>
              <a:gd name="connsiteY11388" fmla="*/ 1085635 h 5450835"/>
              <a:gd name="connsiteX11389" fmla="*/ 2818272 w 10450132"/>
              <a:gd name="connsiteY11389" fmla="*/ 1093516 h 5450835"/>
              <a:gd name="connsiteX11390" fmla="*/ 2818272 w 10450132"/>
              <a:gd name="connsiteY11390" fmla="*/ 1094370 h 5450835"/>
              <a:gd name="connsiteX11391" fmla="*/ 2813740 w 10450132"/>
              <a:gd name="connsiteY11391" fmla="*/ 1102252 h 5450835"/>
              <a:gd name="connsiteX11392" fmla="*/ 2812952 w 10450132"/>
              <a:gd name="connsiteY11392" fmla="*/ 1102712 h 5450835"/>
              <a:gd name="connsiteX11393" fmla="*/ 2812859 w 10450132"/>
              <a:gd name="connsiteY11393" fmla="*/ 1102712 h 5450835"/>
              <a:gd name="connsiteX11394" fmla="*/ 2812836 w 10450132"/>
              <a:gd name="connsiteY11394" fmla="*/ 1102725 h 5450835"/>
              <a:gd name="connsiteX11395" fmla="*/ 2803772 w 10450132"/>
              <a:gd name="connsiteY11395" fmla="*/ 1102725 h 5450835"/>
              <a:gd name="connsiteX11396" fmla="*/ 2802983 w 10450132"/>
              <a:gd name="connsiteY11396" fmla="*/ 1102265 h 5450835"/>
              <a:gd name="connsiteX11397" fmla="*/ 2798451 w 10450132"/>
              <a:gd name="connsiteY11397" fmla="*/ 1094383 h 5450835"/>
              <a:gd name="connsiteX11398" fmla="*/ 2798451 w 10450132"/>
              <a:gd name="connsiteY11398" fmla="*/ 1093530 h 5450835"/>
              <a:gd name="connsiteX11399" fmla="*/ 2802983 w 10450132"/>
              <a:gd name="connsiteY11399" fmla="*/ 1085649 h 5450835"/>
              <a:gd name="connsiteX11400" fmla="*/ 2803772 w 10450132"/>
              <a:gd name="connsiteY11400" fmla="*/ 1085190 h 5450835"/>
              <a:gd name="connsiteX11401" fmla="*/ 2803862 w 10450132"/>
              <a:gd name="connsiteY11401" fmla="*/ 1085190 h 5450835"/>
              <a:gd name="connsiteX11402" fmla="*/ 2549489 w 10450132"/>
              <a:gd name="connsiteY11402" fmla="*/ 1085175 h 5450835"/>
              <a:gd name="connsiteX11403" fmla="*/ 2558553 w 10450132"/>
              <a:gd name="connsiteY11403" fmla="*/ 1085175 h 5450835"/>
              <a:gd name="connsiteX11404" fmla="*/ 2559342 w 10450132"/>
              <a:gd name="connsiteY11404" fmla="*/ 1085635 h 5450835"/>
              <a:gd name="connsiteX11405" fmla="*/ 2559386 w 10450132"/>
              <a:gd name="connsiteY11405" fmla="*/ 1085712 h 5450835"/>
              <a:gd name="connsiteX11406" fmla="*/ 2559425 w 10450132"/>
              <a:gd name="connsiteY11406" fmla="*/ 1085734 h 5450835"/>
              <a:gd name="connsiteX11407" fmla="*/ 2563957 w 10450132"/>
              <a:gd name="connsiteY11407" fmla="*/ 1093615 h 5450835"/>
              <a:gd name="connsiteX11408" fmla="*/ 2563957 w 10450132"/>
              <a:gd name="connsiteY11408" fmla="*/ 1094469 h 5450835"/>
              <a:gd name="connsiteX11409" fmla="*/ 2559425 w 10450132"/>
              <a:gd name="connsiteY11409" fmla="*/ 1102352 h 5450835"/>
              <a:gd name="connsiteX11410" fmla="*/ 2558636 w 10450132"/>
              <a:gd name="connsiteY11410" fmla="*/ 1102808 h 5450835"/>
              <a:gd name="connsiteX11411" fmla="*/ 2549570 w 10450132"/>
              <a:gd name="connsiteY11411" fmla="*/ 1102808 h 5450835"/>
              <a:gd name="connsiteX11412" fmla="*/ 2548783 w 10450132"/>
              <a:gd name="connsiteY11412" fmla="*/ 1102352 h 5450835"/>
              <a:gd name="connsiteX11413" fmla="*/ 2548738 w 10450132"/>
              <a:gd name="connsiteY11413" fmla="*/ 1102274 h 5450835"/>
              <a:gd name="connsiteX11414" fmla="*/ 2548701 w 10450132"/>
              <a:gd name="connsiteY11414" fmla="*/ 1102252 h 5450835"/>
              <a:gd name="connsiteX11415" fmla="*/ 2544169 w 10450132"/>
              <a:gd name="connsiteY11415" fmla="*/ 1094370 h 5450835"/>
              <a:gd name="connsiteX11416" fmla="*/ 2544169 w 10450132"/>
              <a:gd name="connsiteY11416" fmla="*/ 1093516 h 5450835"/>
              <a:gd name="connsiteX11417" fmla="*/ 2548701 w 10450132"/>
              <a:gd name="connsiteY11417" fmla="*/ 1085635 h 5450835"/>
              <a:gd name="connsiteX11418" fmla="*/ 2549489 w 10450132"/>
              <a:gd name="connsiteY11418" fmla="*/ 1085175 h 5450835"/>
              <a:gd name="connsiteX11419" fmla="*/ 2295007 w 10450132"/>
              <a:gd name="connsiteY11419" fmla="*/ 1085175 h 5450835"/>
              <a:gd name="connsiteX11420" fmla="*/ 2304072 w 10450132"/>
              <a:gd name="connsiteY11420" fmla="*/ 1085175 h 5450835"/>
              <a:gd name="connsiteX11421" fmla="*/ 2304860 w 10450132"/>
              <a:gd name="connsiteY11421" fmla="*/ 1085635 h 5450835"/>
              <a:gd name="connsiteX11422" fmla="*/ 2304869 w 10450132"/>
              <a:gd name="connsiteY11422" fmla="*/ 1085651 h 5450835"/>
              <a:gd name="connsiteX11423" fmla="*/ 2304940 w 10450132"/>
              <a:gd name="connsiteY11423" fmla="*/ 1085692 h 5450835"/>
              <a:gd name="connsiteX11424" fmla="*/ 2309472 w 10450132"/>
              <a:gd name="connsiteY11424" fmla="*/ 1093571 h 5450835"/>
              <a:gd name="connsiteX11425" fmla="*/ 2309472 w 10450132"/>
              <a:gd name="connsiteY11425" fmla="*/ 1094427 h 5450835"/>
              <a:gd name="connsiteX11426" fmla="*/ 2304940 w 10450132"/>
              <a:gd name="connsiteY11426" fmla="*/ 1102307 h 5450835"/>
              <a:gd name="connsiteX11427" fmla="*/ 2304152 w 10450132"/>
              <a:gd name="connsiteY11427" fmla="*/ 1102769 h 5450835"/>
              <a:gd name="connsiteX11428" fmla="*/ 2295088 w 10450132"/>
              <a:gd name="connsiteY11428" fmla="*/ 1102769 h 5450835"/>
              <a:gd name="connsiteX11429" fmla="*/ 2294299 w 10450132"/>
              <a:gd name="connsiteY11429" fmla="*/ 1102307 h 5450835"/>
              <a:gd name="connsiteX11430" fmla="*/ 2294292 w 10450132"/>
              <a:gd name="connsiteY11430" fmla="*/ 1102295 h 5450835"/>
              <a:gd name="connsiteX11431" fmla="*/ 2294219 w 10450132"/>
              <a:gd name="connsiteY11431" fmla="*/ 1102252 h 5450835"/>
              <a:gd name="connsiteX11432" fmla="*/ 2289686 w 10450132"/>
              <a:gd name="connsiteY11432" fmla="*/ 1094370 h 5450835"/>
              <a:gd name="connsiteX11433" fmla="*/ 2289686 w 10450132"/>
              <a:gd name="connsiteY11433" fmla="*/ 1093516 h 5450835"/>
              <a:gd name="connsiteX11434" fmla="*/ 2294219 w 10450132"/>
              <a:gd name="connsiteY11434" fmla="*/ 1085635 h 5450835"/>
              <a:gd name="connsiteX11435" fmla="*/ 2295007 w 10450132"/>
              <a:gd name="connsiteY11435" fmla="*/ 1085175 h 5450835"/>
              <a:gd name="connsiteX11436" fmla="*/ 2040680 w 10450132"/>
              <a:gd name="connsiteY11436" fmla="*/ 1085175 h 5450835"/>
              <a:gd name="connsiteX11437" fmla="*/ 2049744 w 10450132"/>
              <a:gd name="connsiteY11437" fmla="*/ 1085175 h 5450835"/>
              <a:gd name="connsiteX11438" fmla="*/ 2050531 w 10450132"/>
              <a:gd name="connsiteY11438" fmla="*/ 1085635 h 5450835"/>
              <a:gd name="connsiteX11439" fmla="*/ 2050572 w 10450132"/>
              <a:gd name="connsiteY11439" fmla="*/ 1085705 h 5450835"/>
              <a:gd name="connsiteX11440" fmla="*/ 2050599 w 10450132"/>
              <a:gd name="connsiteY11440" fmla="*/ 1085721 h 5450835"/>
              <a:gd name="connsiteX11441" fmla="*/ 2055131 w 10450132"/>
              <a:gd name="connsiteY11441" fmla="*/ 1093600 h 5450835"/>
              <a:gd name="connsiteX11442" fmla="*/ 2055131 w 10450132"/>
              <a:gd name="connsiteY11442" fmla="*/ 1094453 h 5450835"/>
              <a:gd name="connsiteX11443" fmla="*/ 2050599 w 10450132"/>
              <a:gd name="connsiteY11443" fmla="*/ 1102336 h 5450835"/>
              <a:gd name="connsiteX11444" fmla="*/ 2049810 w 10450132"/>
              <a:gd name="connsiteY11444" fmla="*/ 1102795 h 5450835"/>
              <a:gd name="connsiteX11445" fmla="*/ 2040745 w 10450132"/>
              <a:gd name="connsiteY11445" fmla="*/ 1102795 h 5450835"/>
              <a:gd name="connsiteX11446" fmla="*/ 2039957 w 10450132"/>
              <a:gd name="connsiteY11446" fmla="*/ 1102336 h 5450835"/>
              <a:gd name="connsiteX11447" fmla="*/ 2039918 w 10450132"/>
              <a:gd name="connsiteY11447" fmla="*/ 1102268 h 5450835"/>
              <a:gd name="connsiteX11448" fmla="*/ 2039891 w 10450132"/>
              <a:gd name="connsiteY11448" fmla="*/ 1102252 h 5450835"/>
              <a:gd name="connsiteX11449" fmla="*/ 2035358 w 10450132"/>
              <a:gd name="connsiteY11449" fmla="*/ 1094370 h 5450835"/>
              <a:gd name="connsiteX11450" fmla="*/ 2035358 w 10450132"/>
              <a:gd name="connsiteY11450" fmla="*/ 1093516 h 5450835"/>
              <a:gd name="connsiteX11451" fmla="*/ 2039891 w 10450132"/>
              <a:gd name="connsiteY11451" fmla="*/ 1085635 h 5450835"/>
              <a:gd name="connsiteX11452" fmla="*/ 2040680 w 10450132"/>
              <a:gd name="connsiteY11452" fmla="*/ 1085175 h 5450835"/>
              <a:gd name="connsiteX11453" fmla="*/ 1786181 w 10450132"/>
              <a:gd name="connsiteY11453" fmla="*/ 1085175 h 5450835"/>
              <a:gd name="connsiteX11454" fmla="*/ 1795246 w 10450132"/>
              <a:gd name="connsiteY11454" fmla="*/ 1085175 h 5450835"/>
              <a:gd name="connsiteX11455" fmla="*/ 1796034 w 10450132"/>
              <a:gd name="connsiteY11455" fmla="*/ 1085635 h 5450835"/>
              <a:gd name="connsiteX11456" fmla="*/ 1800566 w 10450132"/>
              <a:gd name="connsiteY11456" fmla="*/ 1093516 h 5450835"/>
              <a:gd name="connsiteX11457" fmla="*/ 1800566 w 10450132"/>
              <a:gd name="connsiteY11457" fmla="*/ 1093530 h 5450835"/>
              <a:gd name="connsiteX11458" fmla="*/ 1800566 w 10450132"/>
              <a:gd name="connsiteY11458" fmla="*/ 1094370 h 5450835"/>
              <a:gd name="connsiteX11459" fmla="*/ 1800566 w 10450132"/>
              <a:gd name="connsiteY11459" fmla="*/ 1094383 h 5450835"/>
              <a:gd name="connsiteX11460" fmla="*/ 1796034 w 10450132"/>
              <a:gd name="connsiteY11460" fmla="*/ 1102265 h 5450835"/>
              <a:gd name="connsiteX11461" fmla="*/ 1795245 w 10450132"/>
              <a:gd name="connsiteY11461" fmla="*/ 1102725 h 5450835"/>
              <a:gd name="connsiteX11462" fmla="*/ 1786182 w 10450132"/>
              <a:gd name="connsiteY11462" fmla="*/ 1102725 h 5450835"/>
              <a:gd name="connsiteX11463" fmla="*/ 1785394 w 10450132"/>
              <a:gd name="connsiteY11463" fmla="*/ 1102265 h 5450835"/>
              <a:gd name="connsiteX11464" fmla="*/ 1780862 w 10450132"/>
              <a:gd name="connsiteY11464" fmla="*/ 1094383 h 5450835"/>
              <a:gd name="connsiteX11465" fmla="*/ 1780862 w 10450132"/>
              <a:gd name="connsiteY11465" fmla="*/ 1093530 h 5450835"/>
              <a:gd name="connsiteX11466" fmla="*/ 1780863 w 10450132"/>
              <a:gd name="connsiteY11466" fmla="*/ 1093529 h 5450835"/>
              <a:gd name="connsiteX11467" fmla="*/ 1780863 w 10450132"/>
              <a:gd name="connsiteY11467" fmla="*/ 1093516 h 5450835"/>
              <a:gd name="connsiteX11468" fmla="*/ 1785393 w 10450132"/>
              <a:gd name="connsiteY11468" fmla="*/ 1085635 h 5450835"/>
              <a:gd name="connsiteX11469" fmla="*/ 1786181 w 10450132"/>
              <a:gd name="connsiteY11469" fmla="*/ 1085175 h 5450835"/>
              <a:gd name="connsiteX11470" fmla="*/ 1531949 w 10450132"/>
              <a:gd name="connsiteY11470" fmla="*/ 1085175 h 5450835"/>
              <a:gd name="connsiteX11471" fmla="*/ 1541013 w 10450132"/>
              <a:gd name="connsiteY11471" fmla="*/ 1085175 h 5450835"/>
              <a:gd name="connsiteX11472" fmla="*/ 1541801 w 10450132"/>
              <a:gd name="connsiteY11472" fmla="*/ 1085635 h 5450835"/>
              <a:gd name="connsiteX11473" fmla="*/ 1546334 w 10450132"/>
              <a:gd name="connsiteY11473" fmla="*/ 1093516 h 5450835"/>
              <a:gd name="connsiteX11474" fmla="*/ 1546334 w 10450132"/>
              <a:gd name="connsiteY11474" fmla="*/ 1094370 h 5450835"/>
              <a:gd name="connsiteX11475" fmla="*/ 1546314 w 10450132"/>
              <a:gd name="connsiteY11475" fmla="*/ 1094405 h 5450835"/>
              <a:gd name="connsiteX11476" fmla="*/ 1546314 w 10450132"/>
              <a:gd name="connsiteY11476" fmla="*/ 1094441 h 5450835"/>
              <a:gd name="connsiteX11477" fmla="*/ 1541781 w 10450132"/>
              <a:gd name="connsiteY11477" fmla="*/ 1102324 h 5450835"/>
              <a:gd name="connsiteX11478" fmla="*/ 1540993 w 10450132"/>
              <a:gd name="connsiteY11478" fmla="*/ 1102787 h 5450835"/>
              <a:gd name="connsiteX11479" fmla="*/ 1531929 w 10450132"/>
              <a:gd name="connsiteY11479" fmla="*/ 1102787 h 5450835"/>
              <a:gd name="connsiteX11480" fmla="*/ 1531141 w 10450132"/>
              <a:gd name="connsiteY11480" fmla="*/ 1102324 h 5450835"/>
              <a:gd name="connsiteX11481" fmla="*/ 1526609 w 10450132"/>
              <a:gd name="connsiteY11481" fmla="*/ 1094441 h 5450835"/>
              <a:gd name="connsiteX11482" fmla="*/ 1526609 w 10450132"/>
              <a:gd name="connsiteY11482" fmla="*/ 1093589 h 5450835"/>
              <a:gd name="connsiteX11483" fmla="*/ 1526630 w 10450132"/>
              <a:gd name="connsiteY11483" fmla="*/ 1093553 h 5450835"/>
              <a:gd name="connsiteX11484" fmla="*/ 1526630 w 10450132"/>
              <a:gd name="connsiteY11484" fmla="*/ 1093516 h 5450835"/>
              <a:gd name="connsiteX11485" fmla="*/ 1531163 w 10450132"/>
              <a:gd name="connsiteY11485" fmla="*/ 1085635 h 5450835"/>
              <a:gd name="connsiteX11486" fmla="*/ 1531949 w 10450132"/>
              <a:gd name="connsiteY11486" fmla="*/ 1085175 h 5450835"/>
              <a:gd name="connsiteX11487" fmla="*/ 1277479 w 10450132"/>
              <a:gd name="connsiteY11487" fmla="*/ 1085175 h 5450835"/>
              <a:gd name="connsiteX11488" fmla="*/ 1286544 w 10450132"/>
              <a:gd name="connsiteY11488" fmla="*/ 1085175 h 5450835"/>
              <a:gd name="connsiteX11489" fmla="*/ 1287333 w 10450132"/>
              <a:gd name="connsiteY11489" fmla="*/ 1085635 h 5450835"/>
              <a:gd name="connsiteX11490" fmla="*/ 1287367 w 10450132"/>
              <a:gd name="connsiteY11490" fmla="*/ 1085694 h 5450835"/>
              <a:gd name="connsiteX11491" fmla="*/ 1287369 w 10450132"/>
              <a:gd name="connsiteY11491" fmla="*/ 1085695 h 5450835"/>
              <a:gd name="connsiteX11492" fmla="*/ 1291901 w 10450132"/>
              <a:gd name="connsiteY11492" fmla="*/ 1093574 h 5450835"/>
              <a:gd name="connsiteX11493" fmla="*/ 1291901 w 10450132"/>
              <a:gd name="connsiteY11493" fmla="*/ 1094427 h 5450835"/>
              <a:gd name="connsiteX11494" fmla="*/ 1287369 w 10450132"/>
              <a:gd name="connsiteY11494" fmla="*/ 1102310 h 5450835"/>
              <a:gd name="connsiteX11495" fmla="*/ 1286580 w 10450132"/>
              <a:gd name="connsiteY11495" fmla="*/ 1102769 h 5450835"/>
              <a:gd name="connsiteX11496" fmla="*/ 1277516 w 10450132"/>
              <a:gd name="connsiteY11496" fmla="*/ 1102769 h 5450835"/>
              <a:gd name="connsiteX11497" fmla="*/ 1276726 w 10450132"/>
              <a:gd name="connsiteY11497" fmla="*/ 1102310 h 5450835"/>
              <a:gd name="connsiteX11498" fmla="*/ 1276694 w 10450132"/>
              <a:gd name="connsiteY11498" fmla="*/ 1102254 h 5450835"/>
              <a:gd name="connsiteX11499" fmla="*/ 1276691 w 10450132"/>
              <a:gd name="connsiteY11499" fmla="*/ 1102252 h 5450835"/>
              <a:gd name="connsiteX11500" fmla="*/ 1272161 w 10450132"/>
              <a:gd name="connsiteY11500" fmla="*/ 1094370 h 5450835"/>
              <a:gd name="connsiteX11501" fmla="*/ 1272161 w 10450132"/>
              <a:gd name="connsiteY11501" fmla="*/ 1093516 h 5450835"/>
              <a:gd name="connsiteX11502" fmla="*/ 1276691 w 10450132"/>
              <a:gd name="connsiteY11502" fmla="*/ 1085635 h 5450835"/>
              <a:gd name="connsiteX11503" fmla="*/ 1277479 w 10450132"/>
              <a:gd name="connsiteY11503" fmla="*/ 1085175 h 5450835"/>
              <a:gd name="connsiteX11504" fmla="*/ 1023171 w 10450132"/>
              <a:gd name="connsiteY11504" fmla="*/ 1085175 h 5450835"/>
              <a:gd name="connsiteX11505" fmla="*/ 1032234 w 10450132"/>
              <a:gd name="connsiteY11505" fmla="*/ 1085175 h 5450835"/>
              <a:gd name="connsiteX11506" fmla="*/ 1033022 w 10450132"/>
              <a:gd name="connsiteY11506" fmla="*/ 1085635 h 5450835"/>
              <a:gd name="connsiteX11507" fmla="*/ 1037554 w 10450132"/>
              <a:gd name="connsiteY11507" fmla="*/ 1093516 h 5450835"/>
              <a:gd name="connsiteX11508" fmla="*/ 1037554 w 10450132"/>
              <a:gd name="connsiteY11508" fmla="*/ 1093569 h 5450835"/>
              <a:gd name="connsiteX11509" fmla="*/ 1037572 w 10450132"/>
              <a:gd name="connsiteY11509" fmla="*/ 1093600 h 5450835"/>
              <a:gd name="connsiteX11510" fmla="*/ 1037572 w 10450132"/>
              <a:gd name="connsiteY11510" fmla="*/ 1094453 h 5450835"/>
              <a:gd name="connsiteX11511" fmla="*/ 1033039 w 10450132"/>
              <a:gd name="connsiteY11511" fmla="*/ 1102336 h 5450835"/>
              <a:gd name="connsiteX11512" fmla="*/ 1032252 w 10450132"/>
              <a:gd name="connsiteY11512" fmla="*/ 1102795 h 5450835"/>
              <a:gd name="connsiteX11513" fmla="*/ 1023188 w 10450132"/>
              <a:gd name="connsiteY11513" fmla="*/ 1102795 h 5450835"/>
              <a:gd name="connsiteX11514" fmla="*/ 1022399 w 10450132"/>
              <a:gd name="connsiteY11514" fmla="*/ 1102336 h 5450835"/>
              <a:gd name="connsiteX11515" fmla="*/ 1017865 w 10450132"/>
              <a:gd name="connsiteY11515" fmla="*/ 1094453 h 5450835"/>
              <a:gd name="connsiteX11516" fmla="*/ 1017865 w 10450132"/>
              <a:gd name="connsiteY11516" fmla="*/ 1094395 h 5450835"/>
              <a:gd name="connsiteX11517" fmla="*/ 1017851 w 10450132"/>
              <a:gd name="connsiteY11517" fmla="*/ 1094370 h 5450835"/>
              <a:gd name="connsiteX11518" fmla="*/ 1017851 w 10450132"/>
              <a:gd name="connsiteY11518" fmla="*/ 1093516 h 5450835"/>
              <a:gd name="connsiteX11519" fmla="*/ 1022382 w 10450132"/>
              <a:gd name="connsiteY11519" fmla="*/ 1085635 h 5450835"/>
              <a:gd name="connsiteX11520" fmla="*/ 1023171 w 10450132"/>
              <a:gd name="connsiteY11520" fmla="*/ 1085175 h 5450835"/>
              <a:gd name="connsiteX11521" fmla="*/ 768623 w 10450132"/>
              <a:gd name="connsiteY11521" fmla="*/ 1085175 h 5450835"/>
              <a:gd name="connsiteX11522" fmla="*/ 777686 w 10450132"/>
              <a:gd name="connsiteY11522" fmla="*/ 1085175 h 5450835"/>
              <a:gd name="connsiteX11523" fmla="*/ 778474 w 10450132"/>
              <a:gd name="connsiteY11523" fmla="*/ 1085635 h 5450835"/>
              <a:gd name="connsiteX11524" fmla="*/ 783006 w 10450132"/>
              <a:gd name="connsiteY11524" fmla="*/ 1093516 h 5450835"/>
              <a:gd name="connsiteX11525" fmla="*/ 783006 w 10450132"/>
              <a:gd name="connsiteY11525" fmla="*/ 1093518 h 5450835"/>
              <a:gd name="connsiteX11526" fmla="*/ 783026 w 10450132"/>
              <a:gd name="connsiteY11526" fmla="*/ 1093553 h 5450835"/>
              <a:gd name="connsiteX11527" fmla="*/ 783026 w 10450132"/>
              <a:gd name="connsiteY11527" fmla="*/ 1094406 h 5450835"/>
              <a:gd name="connsiteX11528" fmla="*/ 778494 w 10450132"/>
              <a:gd name="connsiteY11528" fmla="*/ 1102290 h 5450835"/>
              <a:gd name="connsiteX11529" fmla="*/ 777705 w 10450132"/>
              <a:gd name="connsiteY11529" fmla="*/ 1102750 h 5450835"/>
              <a:gd name="connsiteX11530" fmla="*/ 768643 w 10450132"/>
              <a:gd name="connsiteY11530" fmla="*/ 1102750 h 5450835"/>
              <a:gd name="connsiteX11531" fmla="*/ 767855 w 10450132"/>
              <a:gd name="connsiteY11531" fmla="*/ 1102290 h 5450835"/>
              <a:gd name="connsiteX11532" fmla="*/ 763321 w 10450132"/>
              <a:gd name="connsiteY11532" fmla="*/ 1094406 h 5450835"/>
              <a:gd name="connsiteX11533" fmla="*/ 763321 w 10450132"/>
              <a:gd name="connsiteY11533" fmla="*/ 1094403 h 5450835"/>
              <a:gd name="connsiteX11534" fmla="*/ 763302 w 10450132"/>
              <a:gd name="connsiteY11534" fmla="*/ 1094370 h 5450835"/>
              <a:gd name="connsiteX11535" fmla="*/ 763302 w 10450132"/>
              <a:gd name="connsiteY11535" fmla="*/ 1093516 h 5450835"/>
              <a:gd name="connsiteX11536" fmla="*/ 767834 w 10450132"/>
              <a:gd name="connsiteY11536" fmla="*/ 1085635 h 5450835"/>
              <a:gd name="connsiteX11537" fmla="*/ 768623 w 10450132"/>
              <a:gd name="connsiteY11537" fmla="*/ 1085175 h 5450835"/>
              <a:gd name="connsiteX11538" fmla="*/ 514170 w 10450132"/>
              <a:gd name="connsiteY11538" fmla="*/ 1085175 h 5450835"/>
              <a:gd name="connsiteX11539" fmla="*/ 523233 w 10450132"/>
              <a:gd name="connsiteY11539" fmla="*/ 1085175 h 5450835"/>
              <a:gd name="connsiteX11540" fmla="*/ 523339 w 10450132"/>
              <a:gd name="connsiteY11540" fmla="*/ 1085237 h 5450835"/>
              <a:gd name="connsiteX11541" fmla="*/ 523382 w 10450132"/>
              <a:gd name="connsiteY11541" fmla="*/ 1085237 h 5450835"/>
              <a:gd name="connsiteX11542" fmla="*/ 524171 w 10450132"/>
              <a:gd name="connsiteY11542" fmla="*/ 1085700 h 5450835"/>
              <a:gd name="connsiteX11543" fmla="*/ 528701 w 10450132"/>
              <a:gd name="connsiteY11543" fmla="*/ 1093575 h 5450835"/>
              <a:gd name="connsiteX11544" fmla="*/ 528701 w 10450132"/>
              <a:gd name="connsiteY11544" fmla="*/ 1094430 h 5450835"/>
              <a:gd name="connsiteX11545" fmla="*/ 524171 w 10450132"/>
              <a:gd name="connsiteY11545" fmla="*/ 1102313 h 5450835"/>
              <a:gd name="connsiteX11546" fmla="*/ 523382 w 10450132"/>
              <a:gd name="connsiteY11546" fmla="*/ 1102775 h 5450835"/>
              <a:gd name="connsiteX11547" fmla="*/ 514319 w 10450132"/>
              <a:gd name="connsiteY11547" fmla="*/ 1102775 h 5450835"/>
              <a:gd name="connsiteX11548" fmla="*/ 514212 w 10450132"/>
              <a:gd name="connsiteY11548" fmla="*/ 1102712 h 5450835"/>
              <a:gd name="connsiteX11549" fmla="*/ 514170 w 10450132"/>
              <a:gd name="connsiteY11549" fmla="*/ 1102712 h 5450835"/>
              <a:gd name="connsiteX11550" fmla="*/ 513381 w 10450132"/>
              <a:gd name="connsiteY11550" fmla="*/ 1102252 h 5450835"/>
              <a:gd name="connsiteX11551" fmla="*/ 508849 w 10450132"/>
              <a:gd name="connsiteY11551" fmla="*/ 1094370 h 5450835"/>
              <a:gd name="connsiteX11552" fmla="*/ 508849 w 10450132"/>
              <a:gd name="connsiteY11552" fmla="*/ 1093516 h 5450835"/>
              <a:gd name="connsiteX11553" fmla="*/ 513381 w 10450132"/>
              <a:gd name="connsiteY11553" fmla="*/ 1085635 h 5450835"/>
              <a:gd name="connsiteX11554" fmla="*/ 514170 w 10450132"/>
              <a:gd name="connsiteY11554" fmla="*/ 1085175 h 5450835"/>
              <a:gd name="connsiteX11555" fmla="*/ 259931 w 10450132"/>
              <a:gd name="connsiteY11555" fmla="*/ 1085175 h 5450835"/>
              <a:gd name="connsiteX11556" fmla="*/ 268995 w 10450132"/>
              <a:gd name="connsiteY11556" fmla="*/ 1085175 h 5450835"/>
              <a:gd name="connsiteX11557" fmla="*/ 269783 w 10450132"/>
              <a:gd name="connsiteY11557" fmla="*/ 1085635 h 5450835"/>
              <a:gd name="connsiteX11558" fmla="*/ 274315 w 10450132"/>
              <a:gd name="connsiteY11558" fmla="*/ 1093516 h 5450835"/>
              <a:gd name="connsiteX11559" fmla="*/ 274315 w 10450132"/>
              <a:gd name="connsiteY11559" fmla="*/ 1094370 h 5450835"/>
              <a:gd name="connsiteX11560" fmla="*/ 269783 w 10450132"/>
              <a:gd name="connsiteY11560" fmla="*/ 1102252 h 5450835"/>
              <a:gd name="connsiteX11561" fmla="*/ 269739 w 10450132"/>
              <a:gd name="connsiteY11561" fmla="*/ 1102278 h 5450835"/>
              <a:gd name="connsiteX11562" fmla="*/ 269734 w 10450132"/>
              <a:gd name="connsiteY11562" fmla="*/ 1102286 h 5450835"/>
              <a:gd name="connsiteX11563" fmla="*/ 268946 w 10450132"/>
              <a:gd name="connsiteY11563" fmla="*/ 1102747 h 5450835"/>
              <a:gd name="connsiteX11564" fmla="*/ 259881 w 10450132"/>
              <a:gd name="connsiteY11564" fmla="*/ 1102747 h 5450835"/>
              <a:gd name="connsiteX11565" fmla="*/ 259093 w 10450132"/>
              <a:gd name="connsiteY11565" fmla="*/ 1102286 h 5450835"/>
              <a:gd name="connsiteX11566" fmla="*/ 254561 w 10450132"/>
              <a:gd name="connsiteY11566" fmla="*/ 1094406 h 5450835"/>
              <a:gd name="connsiteX11567" fmla="*/ 254561 w 10450132"/>
              <a:gd name="connsiteY11567" fmla="*/ 1093553 h 5450835"/>
              <a:gd name="connsiteX11568" fmla="*/ 259093 w 10450132"/>
              <a:gd name="connsiteY11568" fmla="*/ 1085671 h 5450835"/>
              <a:gd name="connsiteX11569" fmla="*/ 259136 w 10450132"/>
              <a:gd name="connsiteY11569" fmla="*/ 1085646 h 5450835"/>
              <a:gd name="connsiteX11570" fmla="*/ 259142 w 10450132"/>
              <a:gd name="connsiteY11570" fmla="*/ 1085635 h 5450835"/>
              <a:gd name="connsiteX11571" fmla="*/ 259931 w 10450132"/>
              <a:gd name="connsiteY11571" fmla="*/ 1085175 h 5450835"/>
              <a:gd name="connsiteX11572" fmla="*/ 5604 w 10450132"/>
              <a:gd name="connsiteY11572" fmla="*/ 1085175 h 5450835"/>
              <a:gd name="connsiteX11573" fmla="*/ 14668 w 10450132"/>
              <a:gd name="connsiteY11573" fmla="*/ 1085175 h 5450835"/>
              <a:gd name="connsiteX11574" fmla="*/ 15456 w 10450132"/>
              <a:gd name="connsiteY11574" fmla="*/ 1085635 h 5450835"/>
              <a:gd name="connsiteX11575" fmla="*/ 19988 w 10450132"/>
              <a:gd name="connsiteY11575" fmla="*/ 1093516 h 5450835"/>
              <a:gd name="connsiteX11576" fmla="*/ 19988 w 10450132"/>
              <a:gd name="connsiteY11576" fmla="*/ 1094370 h 5450835"/>
              <a:gd name="connsiteX11577" fmla="*/ 15456 w 10450132"/>
              <a:gd name="connsiteY11577" fmla="*/ 1102252 h 5450835"/>
              <a:gd name="connsiteX11578" fmla="*/ 15393 w 10450132"/>
              <a:gd name="connsiteY11578" fmla="*/ 1102289 h 5450835"/>
              <a:gd name="connsiteX11579" fmla="*/ 15385 w 10450132"/>
              <a:gd name="connsiteY11579" fmla="*/ 1102302 h 5450835"/>
              <a:gd name="connsiteX11580" fmla="*/ 14597 w 10450132"/>
              <a:gd name="connsiteY11580" fmla="*/ 1102760 h 5450835"/>
              <a:gd name="connsiteX11581" fmla="*/ 5535 w 10450132"/>
              <a:gd name="connsiteY11581" fmla="*/ 1102760 h 5450835"/>
              <a:gd name="connsiteX11582" fmla="*/ 4745 w 10450132"/>
              <a:gd name="connsiteY11582" fmla="*/ 1102302 h 5450835"/>
              <a:gd name="connsiteX11583" fmla="*/ 213 w 10450132"/>
              <a:gd name="connsiteY11583" fmla="*/ 1094419 h 5450835"/>
              <a:gd name="connsiteX11584" fmla="*/ 213 w 10450132"/>
              <a:gd name="connsiteY11584" fmla="*/ 1093564 h 5450835"/>
              <a:gd name="connsiteX11585" fmla="*/ 4745 w 10450132"/>
              <a:gd name="connsiteY11585" fmla="*/ 1085685 h 5450835"/>
              <a:gd name="connsiteX11586" fmla="*/ 4807 w 10450132"/>
              <a:gd name="connsiteY11586" fmla="*/ 1085649 h 5450835"/>
              <a:gd name="connsiteX11587" fmla="*/ 4815 w 10450132"/>
              <a:gd name="connsiteY11587" fmla="*/ 1085635 h 5450835"/>
              <a:gd name="connsiteX11588" fmla="*/ 5604 w 10450132"/>
              <a:gd name="connsiteY11588" fmla="*/ 1085175 h 5450835"/>
              <a:gd name="connsiteX11589" fmla="*/ 5602126 w 10450132"/>
              <a:gd name="connsiteY11589" fmla="*/ 868278 h 5450835"/>
              <a:gd name="connsiteX11590" fmla="*/ 5611191 w 10450132"/>
              <a:gd name="connsiteY11590" fmla="*/ 868278 h 5450835"/>
              <a:gd name="connsiteX11591" fmla="*/ 5611979 w 10450132"/>
              <a:gd name="connsiteY11591" fmla="*/ 868735 h 5450835"/>
              <a:gd name="connsiteX11592" fmla="*/ 5616511 w 10450132"/>
              <a:gd name="connsiteY11592" fmla="*/ 876618 h 5450835"/>
              <a:gd name="connsiteX11593" fmla="*/ 5616511 w 10450132"/>
              <a:gd name="connsiteY11593" fmla="*/ 877469 h 5450835"/>
              <a:gd name="connsiteX11594" fmla="*/ 5611979 w 10450132"/>
              <a:gd name="connsiteY11594" fmla="*/ 885352 h 5450835"/>
              <a:gd name="connsiteX11595" fmla="*/ 5611191 w 10450132"/>
              <a:gd name="connsiteY11595" fmla="*/ 885814 h 5450835"/>
              <a:gd name="connsiteX11596" fmla="*/ 5602126 w 10450132"/>
              <a:gd name="connsiteY11596" fmla="*/ 885814 h 5450835"/>
              <a:gd name="connsiteX11597" fmla="*/ 5601338 w 10450132"/>
              <a:gd name="connsiteY11597" fmla="*/ 885352 h 5450835"/>
              <a:gd name="connsiteX11598" fmla="*/ 5596807 w 10450132"/>
              <a:gd name="connsiteY11598" fmla="*/ 877469 h 5450835"/>
              <a:gd name="connsiteX11599" fmla="*/ 5596807 w 10450132"/>
              <a:gd name="connsiteY11599" fmla="*/ 876618 h 5450835"/>
              <a:gd name="connsiteX11600" fmla="*/ 5601338 w 10450132"/>
              <a:gd name="connsiteY11600" fmla="*/ 868735 h 5450835"/>
              <a:gd name="connsiteX11601" fmla="*/ 5602126 w 10450132"/>
              <a:gd name="connsiteY11601" fmla="*/ 868278 h 5450835"/>
              <a:gd name="connsiteX11602" fmla="*/ 9926861 w 10450132"/>
              <a:gd name="connsiteY11602" fmla="*/ 868276 h 5450835"/>
              <a:gd name="connsiteX11603" fmla="*/ 9935924 w 10450132"/>
              <a:gd name="connsiteY11603" fmla="*/ 868276 h 5450835"/>
              <a:gd name="connsiteX11604" fmla="*/ 9936713 w 10450132"/>
              <a:gd name="connsiteY11604" fmla="*/ 868733 h 5450835"/>
              <a:gd name="connsiteX11605" fmla="*/ 9941246 w 10450132"/>
              <a:gd name="connsiteY11605" fmla="*/ 876616 h 5450835"/>
              <a:gd name="connsiteX11606" fmla="*/ 9941246 w 10450132"/>
              <a:gd name="connsiteY11606" fmla="*/ 877469 h 5450835"/>
              <a:gd name="connsiteX11607" fmla="*/ 9936713 w 10450132"/>
              <a:gd name="connsiteY11607" fmla="*/ 885350 h 5450835"/>
              <a:gd name="connsiteX11608" fmla="*/ 9935924 w 10450132"/>
              <a:gd name="connsiteY11608" fmla="*/ 885812 h 5450835"/>
              <a:gd name="connsiteX11609" fmla="*/ 9926861 w 10450132"/>
              <a:gd name="connsiteY11609" fmla="*/ 885812 h 5450835"/>
              <a:gd name="connsiteX11610" fmla="*/ 9926073 w 10450132"/>
              <a:gd name="connsiteY11610" fmla="*/ 885350 h 5450835"/>
              <a:gd name="connsiteX11611" fmla="*/ 9921541 w 10450132"/>
              <a:gd name="connsiteY11611" fmla="*/ 877469 h 5450835"/>
              <a:gd name="connsiteX11612" fmla="*/ 9921541 w 10450132"/>
              <a:gd name="connsiteY11612" fmla="*/ 876616 h 5450835"/>
              <a:gd name="connsiteX11613" fmla="*/ 9926073 w 10450132"/>
              <a:gd name="connsiteY11613" fmla="*/ 868733 h 5450835"/>
              <a:gd name="connsiteX11614" fmla="*/ 9926861 w 10450132"/>
              <a:gd name="connsiteY11614" fmla="*/ 868276 h 5450835"/>
              <a:gd name="connsiteX11615" fmla="*/ 7891684 w 10450132"/>
              <a:gd name="connsiteY11615" fmla="*/ 868271 h 5450835"/>
              <a:gd name="connsiteX11616" fmla="*/ 7900748 w 10450132"/>
              <a:gd name="connsiteY11616" fmla="*/ 868271 h 5450835"/>
              <a:gd name="connsiteX11617" fmla="*/ 7901536 w 10450132"/>
              <a:gd name="connsiteY11617" fmla="*/ 868733 h 5450835"/>
              <a:gd name="connsiteX11618" fmla="*/ 7906067 w 10450132"/>
              <a:gd name="connsiteY11618" fmla="*/ 876613 h 5450835"/>
              <a:gd name="connsiteX11619" fmla="*/ 7906067 w 10450132"/>
              <a:gd name="connsiteY11619" fmla="*/ 877465 h 5450835"/>
              <a:gd name="connsiteX11620" fmla="*/ 7901536 w 10450132"/>
              <a:gd name="connsiteY11620" fmla="*/ 885349 h 5450835"/>
              <a:gd name="connsiteX11621" fmla="*/ 7900748 w 10450132"/>
              <a:gd name="connsiteY11621" fmla="*/ 885809 h 5450835"/>
              <a:gd name="connsiteX11622" fmla="*/ 7891684 w 10450132"/>
              <a:gd name="connsiteY11622" fmla="*/ 885809 h 5450835"/>
              <a:gd name="connsiteX11623" fmla="*/ 7890896 w 10450132"/>
              <a:gd name="connsiteY11623" fmla="*/ 885349 h 5450835"/>
              <a:gd name="connsiteX11624" fmla="*/ 7886363 w 10450132"/>
              <a:gd name="connsiteY11624" fmla="*/ 877465 h 5450835"/>
              <a:gd name="connsiteX11625" fmla="*/ 7886363 w 10450132"/>
              <a:gd name="connsiteY11625" fmla="*/ 876613 h 5450835"/>
              <a:gd name="connsiteX11626" fmla="*/ 7890896 w 10450132"/>
              <a:gd name="connsiteY11626" fmla="*/ 868733 h 5450835"/>
              <a:gd name="connsiteX11627" fmla="*/ 7891684 w 10450132"/>
              <a:gd name="connsiteY11627" fmla="*/ 868271 h 5450835"/>
              <a:gd name="connsiteX11628" fmla="*/ 7382923 w 10450132"/>
              <a:gd name="connsiteY11628" fmla="*/ 868271 h 5450835"/>
              <a:gd name="connsiteX11629" fmla="*/ 7391987 w 10450132"/>
              <a:gd name="connsiteY11629" fmla="*/ 868271 h 5450835"/>
              <a:gd name="connsiteX11630" fmla="*/ 7392775 w 10450132"/>
              <a:gd name="connsiteY11630" fmla="*/ 868733 h 5450835"/>
              <a:gd name="connsiteX11631" fmla="*/ 7397307 w 10450132"/>
              <a:gd name="connsiteY11631" fmla="*/ 876613 h 5450835"/>
              <a:gd name="connsiteX11632" fmla="*/ 7397307 w 10450132"/>
              <a:gd name="connsiteY11632" fmla="*/ 877466 h 5450835"/>
              <a:gd name="connsiteX11633" fmla="*/ 7392775 w 10450132"/>
              <a:gd name="connsiteY11633" fmla="*/ 885350 h 5450835"/>
              <a:gd name="connsiteX11634" fmla="*/ 7391987 w 10450132"/>
              <a:gd name="connsiteY11634" fmla="*/ 885809 h 5450835"/>
              <a:gd name="connsiteX11635" fmla="*/ 7382923 w 10450132"/>
              <a:gd name="connsiteY11635" fmla="*/ 885809 h 5450835"/>
              <a:gd name="connsiteX11636" fmla="*/ 7382135 w 10450132"/>
              <a:gd name="connsiteY11636" fmla="*/ 885350 h 5450835"/>
              <a:gd name="connsiteX11637" fmla="*/ 7377602 w 10450132"/>
              <a:gd name="connsiteY11637" fmla="*/ 877466 h 5450835"/>
              <a:gd name="connsiteX11638" fmla="*/ 7377602 w 10450132"/>
              <a:gd name="connsiteY11638" fmla="*/ 876613 h 5450835"/>
              <a:gd name="connsiteX11639" fmla="*/ 7382135 w 10450132"/>
              <a:gd name="connsiteY11639" fmla="*/ 868733 h 5450835"/>
              <a:gd name="connsiteX11640" fmla="*/ 7382923 w 10450132"/>
              <a:gd name="connsiteY11640" fmla="*/ 868271 h 5450835"/>
              <a:gd name="connsiteX11641" fmla="*/ 10181242 w 10450132"/>
              <a:gd name="connsiteY11641" fmla="*/ 868269 h 5450835"/>
              <a:gd name="connsiteX11642" fmla="*/ 10190305 w 10450132"/>
              <a:gd name="connsiteY11642" fmla="*/ 868269 h 5450835"/>
              <a:gd name="connsiteX11643" fmla="*/ 10191093 w 10450132"/>
              <a:gd name="connsiteY11643" fmla="*/ 868730 h 5450835"/>
              <a:gd name="connsiteX11644" fmla="*/ 10195626 w 10450132"/>
              <a:gd name="connsiteY11644" fmla="*/ 876609 h 5450835"/>
              <a:gd name="connsiteX11645" fmla="*/ 10195626 w 10450132"/>
              <a:gd name="connsiteY11645" fmla="*/ 877463 h 5450835"/>
              <a:gd name="connsiteX11646" fmla="*/ 10191093 w 10450132"/>
              <a:gd name="connsiteY11646" fmla="*/ 885343 h 5450835"/>
              <a:gd name="connsiteX11647" fmla="*/ 10190305 w 10450132"/>
              <a:gd name="connsiteY11647" fmla="*/ 885804 h 5450835"/>
              <a:gd name="connsiteX11648" fmla="*/ 10181242 w 10450132"/>
              <a:gd name="connsiteY11648" fmla="*/ 885804 h 5450835"/>
              <a:gd name="connsiteX11649" fmla="*/ 10180453 w 10450132"/>
              <a:gd name="connsiteY11649" fmla="*/ 885343 h 5450835"/>
              <a:gd name="connsiteX11650" fmla="*/ 10175922 w 10450132"/>
              <a:gd name="connsiteY11650" fmla="*/ 877463 h 5450835"/>
              <a:gd name="connsiteX11651" fmla="*/ 10175922 w 10450132"/>
              <a:gd name="connsiteY11651" fmla="*/ 876609 h 5450835"/>
              <a:gd name="connsiteX11652" fmla="*/ 10180453 w 10450132"/>
              <a:gd name="connsiteY11652" fmla="*/ 868730 h 5450835"/>
              <a:gd name="connsiteX11653" fmla="*/ 10181242 w 10450132"/>
              <a:gd name="connsiteY11653" fmla="*/ 868269 h 5450835"/>
              <a:gd name="connsiteX11654" fmla="*/ 9672481 w 10450132"/>
              <a:gd name="connsiteY11654" fmla="*/ 868265 h 5450835"/>
              <a:gd name="connsiteX11655" fmla="*/ 9681545 w 10450132"/>
              <a:gd name="connsiteY11655" fmla="*/ 868265 h 5450835"/>
              <a:gd name="connsiteX11656" fmla="*/ 9682333 w 10450132"/>
              <a:gd name="connsiteY11656" fmla="*/ 868724 h 5450835"/>
              <a:gd name="connsiteX11657" fmla="*/ 9686865 w 10450132"/>
              <a:gd name="connsiteY11657" fmla="*/ 876605 h 5450835"/>
              <a:gd name="connsiteX11658" fmla="*/ 9686865 w 10450132"/>
              <a:gd name="connsiteY11658" fmla="*/ 877458 h 5450835"/>
              <a:gd name="connsiteX11659" fmla="*/ 9682333 w 10450132"/>
              <a:gd name="connsiteY11659" fmla="*/ 885342 h 5450835"/>
              <a:gd name="connsiteX11660" fmla="*/ 9681545 w 10450132"/>
              <a:gd name="connsiteY11660" fmla="*/ 885801 h 5450835"/>
              <a:gd name="connsiteX11661" fmla="*/ 9672481 w 10450132"/>
              <a:gd name="connsiteY11661" fmla="*/ 885801 h 5450835"/>
              <a:gd name="connsiteX11662" fmla="*/ 9671693 w 10450132"/>
              <a:gd name="connsiteY11662" fmla="*/ 885342 h 5450835"/>
              <a:gd name="connsiteX11663" fmla="*/ 9667160 w 10450132"/>
              <a:gd name="connsiteY11663" fmla="*/ 877458 h 5450835"/>
              <a:gd name="connsiteX11664" fmla="*/ 9667160 w 10450132"/>
              <a:gd name="connsiteY11664" fmla="*/ 876605 h 5450835"/>
              <a:gd name="connsiteX11665" fmla="*/ 9671693 w 10450132"/>
              <a:gd name="connsiteY11665" fmla="*/ 868724 h 5450835"/>
              <a:gd name="connsiteX11666" fmla="*/ 9672481 w 10450132"/>
              <a:gd name="connsiteY11666" fmla="*/ 868265 h 5450835"/>
              <a:gd name="connsiteX11667" fmla="*/ 8654892 w 10450132"/>
              <a:gd name="connsiteY11667" fmla="*/ 868265 h 5450835"/>
              <a:gd name="connsiteX11668" fmla="*/ 8663955 w 10450132"/>
              <a:gd name="connsiteY11668" fmla="*/ 868265 h 5450835"/>
              <a:gd name="connsiteX11669" fmla="*/ 8664744 w 10450132"/>
              <a:gd name="connsiteY11669" fmla="*/ 868724 h 5450835"/>
              <a:gd name="connsiteX11670" fmla="*/ 8669277 w 10450132"/>
              <a:gd name="connsiteY11670" fmla="*/ 876605 h 5450835"/>
              <a:gd name="connsiteX11671" fmla="*/ 8669277 w 10450132"/>
              <a:gd name="connsiteY11671" fmla="*/ 877458 h 5450835"/>
              <a:gd name="connsiteX11672" fmla="*/ 8664744 w 10450132"/>
              <a:gd name="connsiteY11672" fmla="*/ 885342 h 5450835"/>
              <a:gd name="connsiteX11673" fmla="*/ 8663955 w 10450132"/>
              <a:gd name="connsiteY11673" fmla="*/ 885802 h 5450835"/>
              <a:gd name="connsiteX11674" fmla="*/ 8654892 w 10450132"/>
              <a:gd name="connsiteY11674" fmla="*/ 885802 h 5450835"/>
              <a:gd name="connsiteX11675" fmla="*/ 8654104 w 10450132"/>
              <a:gd name="connsiteY11675" fmla="*/ 885342 h 5450835"/>
              <a:gd name="connsiteX11676" fmla="*/ 8649572 w 10450132"/>
              <a:gd name="connsiteY11676" fmla="*/ 877458 h 5450835"/>
              <a:gd name="connsiteX11677" fmla="*/ 8649572 w 10450132"/>
              <a:gd name="connsiteY11677" fmla="*/ 876605 h 5450835"/>
              <a:gd name="connsiteX11678" fmla="*/ 8654104 w 10450132"/>
              <a:gd name="connsiteY11678" fmla="*/ 868724 h 5450835"/>
              <a:gd name="connsiteX11679" fmla="*/ 8654892 w 10450132"/>
              <a:gd name="connsiteY11679" fmla="*/ 868265 h 5450835"/>
              <a:gd name="connsiteX11680" fmla="*/ 6365334 w 10450132"/>
              <a:gd name="connsiteY11680" fmla="*/ 868265 h 5450835"/>
              <a:gd name="connsiteX11681" fmla="*/ 6374397 w 10450132"/>
              <a:gd name="connsiteY11681" fmla="*/ 868265 h 5450835"/>
              <a:gd name="connsiteX11682" fmla="*/ 6375186 w 10450132"/>
              <a:gd name="connsiteY11682" fmla="*/ 868724 h 5450835"/>
              <a:gd name="connsiteX11683" fmla="*/ 6379718 w 10450132"/>
              <a:gd name="connsiteY11683" fmla="*/ 876604 h 5450835"/>
              <a:gd name="connsiteX11684" fmla="*/ 6379718 w 10450132"/>
              <a:gd name="connsiteY11684" fmla="*/ 877458 h 5450835"/>
              <a:gd name="connsiteX11685" fmla="*/ 6375186 w 10450132"/>
              <a:gd name="connsiteY11685" fmla="*/ 885339 h 5450835"/>
              <a:gd name="connsiteX11686" fmla="*/ 6374397 w 10450132"/>
              <a:gd name="connsiteY11686" fmla="*/ 885798 h 5450835"/>
              <a:gd name="connsiteX11687" fmla="*/ 6365334 w 10450132"/>
              <a:gd name="connsiteY11687" fmla="*/ 885798 h 5450835"/>
              <a:gd name="connsiteX11688" fmla="*/ 6364546 w 10450132"/>
              <a:gd name="connsiteY11688" fmla="*/ 885339 h 5450835"/>
              <a:gd name="connsiteX11689" fmla="*/ 6360014 w 10450132"/>
              <a:gd name="connsiteY11689" fmla="*/ 877458 h 5450835"/>
              <a:gd name="connsiteX11690" fmla="*/ 6360014 w 10450132"/>
              <a:gd name="connsiteY11690" fmla="*/ 876604 h 5450835"/>
              <a:gd name="connsiteX11691" fmla="*/ 6364546 w 10450132"/>
              <a:gd name="connsiteY11691" fmla="*/ 868724 h 5450835"/>
              <a:gd name="connsiteX11692" fmla="*/ 6365334 w 10450132"/>
              <a:gd name="connsiteY11692" fmla="*/ 868265 h 5450835"/>
              <a:gd name="connsiteX11693" fmla="*/ 4075999 w 10450132"/>
              <a:gd name="connsiteY11693" fmla="*/ 868265 h 5450835"/>
              <a:gd name="connsiteX11694" fmla="*/ 4085064 w 10450132"/>
              <a:gd name="connsiteY11694" fmla="*/ 868265 h 5450835"/>
              <a:gd name="connsiteX11695" fmla="*/ 4085852 w 10450132"/>
              <a:gd name="connsiteY11695" fmla="*/ 868724 h 5450835"/>
              <a:gd name="connsiteX11696" fmla="*/ 4090383 w 10450132"/>
              <a:gd name="connsiteY11696" fmla="*/ 876605 h 5450835"/>
              <a:gd name="connsiteX11697" fmla="*/ 4090383 w 10450132"/>
              <a:gd name="connsiteY11697" fmla="*/ 877458 h 5450835"/>
              <a:gd name="connsiteX11698" fmla="*/ 4085852 w 10450132"/>
              <a:gd name="connsiteY11698" fmla="*/ 885340 h 5450835"/>
              <a:gd name="connsiteX11699" fmla="*/ 4085064 w 10450132"/>
              <a:gd name="connsiteY11699" fmla="*/ 885801 h 5450835"/>
              <a:gd name="connsiteX11700" fmla="*/ 4075999 w 10450132"/>
              <a:gd name="connsiteY11700" fmla="*/ 885801 h 5450835"/>
              <a:gd name="connsiteX11701" fmla="*/ 4075214 w 10450132"/>
              <a:gd name="connsiteY11701" fmla="*/ 885340 h 5450835"/>
              <a:gd name="connsiteX11702" fmla="*/ 4070679 w 10450132"/>
              <a:gd name="connsiteY11702" fmla="*/ 877458 h 5450835"/>
              <a:gd name="connsiteX11703" fmla="*/ 4070679 w 10450132"/>
              <a:gd name="connsiteY11703" fmla="*/ 876605 h 5450835"/>
              <a:gd name="connsiteX11704" fmla="*/ 4075214 w 10450132"/>
              <a:gd name="connsiteY11704" fmla="*/ 868724 h 5450835"/>
              <a:gd name="connsiteX11705" fmla="*/ 4075999 w 10450132"/>
              <a:gd name="connsiteY11705" fmla="*/ 868265 h 5450835"/>
              <a:gd name="connsiteX11706" fmla="*/ 5093300 w 10450132"/>
              <a:gd name="connsiteY11706" fmla="*/ 868259 h 5450835"/>
              <a:gd name="connsiteX11707" fmla="*/ 5102364 w 10450132"/>
              <a:gd name="connsiteY11707" fmla="*/ 868259 h 5450835"/>
              <a:gd name="connsiteX11708" fmla="*/ 5103153 w 10450132"/>
              <a:gd name="connsiteY11708" fmla="*/ 868720 h 5450835"/>
              <a:gd name="connsiteX11709" fmla="*/ 5107684 w 10450132"/>
              <a:gd name="connsiteY11709" fmla="*/ 876600 h 5450835"/>
              <a:gd name="connsiteX11710" fmla="*/ 5107684 w 10450132"/>
              <a:gd name="connsiteY11710" fmla="*/ 877455 h 5450835"/>
              <a:gd name="connsiteX11711" fmla="*/ 5103153 w 10450132"/>
              <a:gd name="connsiteY11711" fmla="*/ 885334 h 5450835"/>
              <a:gd name="connsiteX11712" fmla="*/ 5102364 w 10450132"/>
              <a:gd name="connsiteY11712" fmla="*/ 885796 h 5450835"/>
              <a:gd name="connsiteX11713" fmla="*/ 5093300 w 10450132"/>
              <a:gd name="connsiteY11713" fmla="*/ 885796 h 5450835"/>
              <a:gd name="connsiteX11714" fmla="*/ 5092512 w 10450132"/>
              <a:gd name="connsiteY11714" fmla="*/ 885334 h 5450835"/>
              <a:gd name="connsiteX11715" fmla="*/ 5087979 w 10450132"/>
              <a:gd name="connsiteY11715" fmla="*/ 877455 h 5450835"/>
              <a:gd name="connsiteX11716" fmla="*/ 5087979 w 10450132"/>
              <a:gd name="connsiteY11716" fmla="*/ 876600 h 5450835"/>
              <a:gd name="connsiteX11717" fmla="*/ 5092512 w 10450132"/>
              <a:gd name="connsiteY11717" fmla="*/ 868720 h 5450835"/>
              <a:gd name="connsiteX11718" fmla="*/ 5093300 w 10450132"/>
              <a:gd name="connsiteY11718" fmla="*/ 868259 h 5450835"/>
              <a:gd name="connsiteX11719" fmla="*/ 7128477 w 10450132"/>
              <a:gd name="connsiteY11719" fmla="*/ 868250 h 5450835"/>
              <a:gd name="connsiteX11720" fmla="*/ 7137540 w 10450132"/>
              <a:gd name="connsiteY11720" fmla="*/ 868250 h 5450835"/>
              <a:gd name="connsiteX11721" fmla="*/ 7138328 w 10450132"/>
              <a:gd name="connsiteY11721" fmla="*/ 868712 h 5450835"/>
              <a:gd name="connsiteX11722" fmla="*/ 7142860 w 10450132"/>
              <a:gd name="connsiteY11722" fmla="*/ 876594 h 5450835"/>
              <a:gd name="connsiteX11723" fmla="*/ 7142860 w 10450132"/>
              <a:gd name="connsiteY11723" fmla="*/ 877446 h 5450835"/>
              <a:gd name="connsiteX11724" fmla="*/ 7138328 w 10450132"/>
              <a:gd name="connsiteY11724" fmla="*/ 885328 h 5450835"/>
              <a:gd name="connsiteX11725" fmla="*/ 7137540 w 10450132"/>
              <a:gd name="connsiteY11725" fmla="*/ 885789 h 5450835"/>
              <a:gd name="connsiteX11726" fmla="*/ 7128477 w 10450132"/>
              <a:gd name="connsiteY11726" fmla="*/ 885789 h 5450835"/>
              <a:gd name="connsiteX11727" fmla="*/ 7127689 w 10450132"/>
              <a:gd name="connsiteY11727" fmla="*/ 885328 h 5450835"/>
              <a:gd name="connsiteX11728" fmla="*/ 7123156 w 10450132"/>
              <a:gd name="connsiteY11728" fmla="*/ 877446 h 5450835"/>
              <a:gd name="connsiteX11729" fmla="*/ 7123156 w 10450132"/>
              <a:gd name="connsiteY11729" fmla="*/ 876594 h 5450835"/>
              <a:gd name="connsiteX11730" fmla="*/ 7127689 w 10450132"/>
              <a:gd name="connsiteY11730" fmla="*/ 868712 h 5450835"/>
              <a:gd name="connsiteX11731" fmla="*/ 7128477 w 10450132"/>
              <a:gd name="connsiteY11731" fmla="*/ 868250 h 5450835"/>
              <a:gd name="connsiteX11732" fmla="*/ 4584538 w 10450132"/>
              <a:gd name="connsiteY11732" fmla="*/ 868247 h 5450835"/>
              <a:gd name="connsiteX11733" fmla="*/ 4593603 w 10450132"/>
              <a:gd name="connsiteY11733" fmla="*/ 868247 h 5450835"/>
              <a:gd name="connsiteX11734" fmla="*/ 4594390 w 10450132"/>
              <a:gd name="connsiteY11734" fmla="*/ 868705 h 5450835"/>
              <a:gd name="connsiteX11735" fmla="*/ 4598922 w 10450132"/>
              <a:gd name="connsiteY11735" fmla="*/ 876587 h 5450835"/>
              <a:gd name="connsiteX11736" fmla="*/ 4598922 w 10450132"/>
              <a:gd name="connsiteY11736" fmla="*/ 877440 h 5450835"/>
              <a:gd name="connsiteX11737" fmla="*/ 4594390 w 10450132"/>
              <a:gd name="connsiteY11737" fmla="*/ 885321 h 5450835"/>
              <a:gd name="connsiteX11738" fmla="*/ 4593603 w 10450132"/>
              <a:gd name="connsiteY11738" fmla="*/ 885782 h 5450835"/>
              <a:gd name="connsiteX11739" fmla="*/ 4584538 w 10450132"/>
              <a:gd name="connsiteY11739" fmla="*/ 885782 h 5450835"/>
              <a:gd name="connsiteX11740" fmla="*/ 4583749 w 10450132"/>
              <a:gd name="connsiteY11740" fmla="*/ 885321 h 5450835"/>
              <a:gd name="connsiteX11741" fmla="*/ 4579218 w 10450132"/>
              <a:gd name="connsiteY11741" fmla="*/ 877440 h 5450835"/>
              <a:gd name="connsiteX11742" fmla="*/ 4579218 w 10450132"/>
              <a:gd name="connsiteY11742" fmla="*/ 876587 h 5450835"/>
              <a:gd name="connsiteX11743" fmla="*/ 4583749 w 10450132"/>
              <a:gd name="connsiteY11743" fmla="*/ 868705 h 5450835"/>
              <a:gd name="connsiteX11744" fmla="*/ 4584538 w 10450132"/>
              <a:gd name="connsiteY11744" fmla="*/ 868247 h 5450835"/>
              <a:gd name="connsiteX11745" fmla="*/ 6110888 w 10450132"/>
              <a:gd name="connsiteY11745" fmla="*/ 868238 h 5450835"/>
              <a:gd name="connsiteX11746" fmla="*/ 6119953 w 10450132"/>
              <a:gd name="connsiteY11746" fmla="*/ 868238 h 5450835"/>
              <a:gd name="connsiteX11747" fmla="*/ 6120740 w 10450132"/>
              <a:gd name="connsiteY11747" fmla="*/ 868698 h 5450835"/>
              <a:gd name="connsiteX11748" fmla="*/ 6125272 w 10450132"/>
              <a:gd name="connsiteY11748" fmla="*/ 876578 h 5450835"/>
              <a:gd name="connsiteX11749" fmla="*/ 6125272 w 10450132"/>
              <a:gd name="connsiteY11749" fmla="*/ 877432 h 5450835"/>
              <a:gd name="connsiteX11750" fmla="*/ 6120740 w 10450132"/>
              <a:gd name="connsiteY11750" fmla="*/ 885315 h 5450835"/>
              <a:gd name="connsiteX11751" fmla="*/ 6119953 w 10450132"/>
              <a:gd name="connsiteY11751" fmla="*/ 885774 h 5450835"/>
              <a:gd name="connsiteX11752" fmla="*/ 6110888 w 10450132"/>
              <a:gd name="connsiteY11752" fmla="*/ 885774 h 5450835"/>
              <a:gd name="connsiteX11753" fmla="*/ 6110101 w 10450132"/>
              <a:gd name="connsiteY11753" fmla="*/ 885315 h 5450835"/>
              <a:gd name="connsiteX11754" fmla="*/ 6105567 w 10450132"/>
              <a:gd name="connsiteY11754" fmla="*/ 877432 h 5450835"/>
              <a:gd name="connsiteX11755" fmla="*/ 6105567 w 10450132"/>
              <a:gd name="connsiteY11755" fmla="*/ 876578 h 5450835"/>
              <a:gd name="connsiteX11756" fmla="*/ 6110101 w 10450132"/>
              <a:gd name="connsiteY11756" fmla="*/ 868698 h 5450835"/>
              <a:gd name="connsiteX11757" fmla="*/ 6110888 w 10450132"/>
              <a:gd name="connsiteY11757" fmla="*/ 868238 h 5450835"/>
              <a:gd name="connsiteX11758" fmla="*/ 10435622 w 10450132"/>
              <a:gd name="connsiteY11758" fmla="*/ 868231 h 5450835"/>
              <a:gd name="connsiteX11759" fmla="*/ 10444686 w 10450132"/>
              <a:gd name="connsiteY11759" fmla="*/ 868231 h 5450835"/>
              <a:gd name="connsiteX11760" fmla="*/ 10445474 w 10450132"/>
              <a:gd name="connsiteY11760" fmla="*/ 868693 h 5450835"/>
              <a:gd name="connsiteX11761" fmla="*/ 10450007 w 10450132"/>
              <a:gd name="connsiteY11761" fmla="*/ 876574 h 5450835"/>
              <a:gd name="connsiteX11762" fmla="*/ 10450007 w 10450132"/>
              <a:gd name="connsiteY11762" fmla="*/ 877426 h 5450835"/>
              <a:gd name="connsiteX11763" fmla="*/ 10445474 w 10450132"/>
              <a:gd name="connsiteY11763" fmla="*/ 885308 h 5450835"/>
              <a:gd name="connsiteX11764" fmla="*/ 10444686 w 10450132"/>
              <a:gd name="connsiteY11764" fmla="*/ 885771 h 5450835"/>
              <a:gd name="connsiteX11765" fmla="*/ 10435622 w 10450132"/>
              <a:gd name="connsiteY11765" fmla="*/ 885771 h 5450835"/>
              <a:gd name="connsiteX11766" fmla="*/ 10434834 w 10450132"/>
              <a:gd name="connsiteY11766" fmla="*/ 885308 h 5450835"/>
              <a:gd name="connsiteX11767" fmla="*/ 10430302 w 10450132"/>
              <a:gd name="connsiteY11767" fmla="*/ 877426 h 5450835"/>
              <a:gd name="connsiteX11768" fmla="*/ 10430302 w 10450132"/>
              <a:gd name="connsiteY11768" fmla="*/ 876574 h 5450835"/>
              <a:gd name="connsiteX11769" fmla="*/ 10434834 w 10450132"/>
              <a:gd name="connsiteY11769" fmla="*/ 868693 h 5450835"/>
              <a:gd name="connsiteX11770" fmla="*/ 10435622 w 10450132"/>
              <a:gd name="connsiteY11770" fmla="*/ 868231 h 5450835"/>
              <a:gd name="connsiteX11771" fmla="*/ 8400511 w 10450132"/>
              <a:gd name="connsiteY11771" fmla="*/ 868228 h 5450835"/>
              <a:gd name="connsiteX11772" fmla="*/ 8409575 w 10450132"/>
              <a:gd name="connsiteY11772" fmla="*/ 868228 h 5450835"/>
              <a:gd name="connsiteX11773" fmla="*/ 8410363 w 10450132"/>
              <a:gd name="connsiteY11773" fmla="*/ 868691 h 5450835"/>
              <a:gd name="connsiteX11774" fmla="*/ 8414896 w 10450132"/>
              <a:gd name="connsiteY11774" fmla="*/ 876570 h 5450835"/>
              <a:gd name="connsiteX11775" fmla="*/ 8414896 w 10450132"/>
              <a:gd name="connsiteY11775" fmla="*/ 877424 h 5450835"/>
              <a:gd name="connsiteX11776" fmla="*/ 8410363 w 10450132"/>
              <a:gd name="connsiteY11776" fmla="*/ 885307 h 5450835"/>
              <a:gd name="connsiteX11777" fmla="*/ 8409575 w 10450132"/>
              <a:gd name="connsiteY11777" fmla="*/ 885766 h 5450835"/>
              <a:gd name="connsiteX11778" fmla="*/ 8400511 w 10450132"/>
              <a:gd name="connsiteY11778" fmla="*/ 885766 h 5450835"/>
              <a:gd name="connsiteX11779" fmla="*/ 8399723 w 10450132"/>
              <a:gd name="connsiteY11779" fmla="*/ 885307 h 5450835"/>
              <a:gd name="connsiteX11780" fmla="*/ 8395191 w 10450132"/>
              <a:gd name="connsiteY11780" fmla="*/ 877424 h 5450835"/>
              <a:gd name="connsiteX11781" fmla="*/ 8395191 w 10450132"/>
              <a:gd name="connsiteY11781" fmla="*/ 876570 h 5450835"/>
              <a:gd name="connsiteX11782" fmla="*/ 8399723 w 10450132"/>
              <a:gd name="connsiteY11782" fmla="*/ 868691 h 5450835"/>
              <a:gd name="connsiteX11783" fmla="*/ 8400511 w 10450132"/>
              <a:gd name="connsiteY11783" fmla="*/ 868228 h 5450835"/>
              <a:gd name="connsiteX11784" fmla="*/ 4330157 w 10450132"/>
              <a:gd name="connsiteY11784" fmla="*/ 868228 h 5450835"/>
              <a:gd name="connsiteX11785" fmla="*/ 4339222 w 10450132"/>
              <a:gd name="connsiteY11785" fmla="*/ 868228 h 5450835"/>
              <a:gd name="connsiteX11786" fmla="*/ 4340010 w 10450132"/>
              <a:gd name="connsiteY11786" fmla="*/ 868688 h 5450835"/>
              <a:gd name="connsiteX11787" fmla="*/ 4344540 w 10450132"/>
              <a:gd name="connsiteY11787" fmla="*/ 876567 h 5450835"/>
              <a:gd name="connsiteX11788" fmla="*/ 4344540 w 10450132"/>
              <a:gd name="connsiteY11788" fmla="*/ 877422 h 5450835"/>
              <a:gd name="connsiteX11789" fmla="*/ 4340010 w 10450132"/>
              <a:gd name="connsiteY11789" fmla="*/ 885304 h 5450835"/>
              <a:gd name="connsiteX11790" fmla="*/ 4339222 w 10450132"/>
              <a:gd name="connsiteY11790" fmla="*/ 885765 h 5450835"/>
              <a:gd name="connsiteX11791" fmla="*/ 4330157 w 10450132"/>
              <a:gd name="connsiteY11791" fmla="*/ 885765 h 5450835"/>
              <a:gd name="connsiteX11792" fmla="*/ 4329369 w 10450132"/>
              <a:gd name="connsiteY11792" fmla="*/ 885304 h 5450835"/>
              <a:gd name="connsiteX11793" fmla="*/ 4324836 w 10450132"/>
              <a:gd name="connsiteY11793" fmla="*/ 877422 h 5450835"/>
              <a:gd name="connsiteX11794" fmla="*/ 4324836 w 10450132"/>
              <a:gd name="connsiteY11794" fmla="*/ 876567 h 5450835"/>
              <a:gd name="connsiteX11795" fmla="*/ 4329369 w 10450132"/>
              <a:gd name="connsiteY11795" fmla="*/ 868688 h 5450835"/>
              <a:gd name="connsiteX11796" fmla="*/ 4330157 w 10450132"/>
              <a:gd name="connsiteY11796" fmla="*/ 868228 h 5450835"/>
              <a:gd name="connsiteX11797" fmla="*/ 9418035 w 10450132"/>
              <a:gd name="connsiteY11797" fmla="*/ 868224 h 5450835"/>
              <a:gd name="connsiteX11798" fmla="*/ 9427099 w 10450132"/>
              <a:gd name="connsiteY11798" fmla="*/ 868224 h 5450835"/>
              <a:gd name="connsiteX11799" fmla="*/ 9427887 w 10450132"/>
              <a:gd name="connsiteY11799" fmla="*/ 868682 h 5450835"/>
              <a:gd name="connsiteX11800" fmla="*/ 9432419 w 10450132"/>
              <a:gd name="connsiteY11800" fmla="*/ 876564 h 5450835"/>
              <a:gd name="connsiteX11801" fmla="*/ 9432419 w 10450132"/>
              <a:gd name="connsiteY11801" fmla="*/ 877417 h 5450835"/>
              <a:gd name="connsiteX11802" fmla="*/ 9427887 w 10450132"/>
              <a:gd name="connsiteY11802" fmla="*/ 885298 h 5450835"/>
              <a:gd name="connsiteX11803" fmla="*/ 9427099 w 10450132"/>
              <a:gd name="connsiteY11803" fmla="*/ 885761 h 5450835"/>
              <a:gd name="connsiteX11804" fmla="*/ 9418035 w 10450132"/>
              <a:gd name="connsiteY11804" fmla="*/ 885761 h 5450835"/>
              <a:gd name="connsiteX11805" fmla="*/ 9417247 w 10450132"/>
              <a:gd name="connsiteY11805" fmla="*/ 885298 h 5450835"/>
              <a:gd name="connsiteX11806" fmla="*/ 9412714 w 10450132"/>
              <a:gd name="connsiteY11806" fmla="*/ 877417 h 5450835"/>
              <a:gd name="connsiteX11807" fmla="*/ 9412714 w 10450132"/>
              <a:gd name="connsiteY11807" fmla="*/ 876564 h 5450835"/>
              <a:gd name="connsiteX11808" fmla="*/ 9417247 w 10450132"/>
              <a:gd name="connsiteY11808" fmla="*/ 868682 h 5450835"/>
              <a:gd name="connsiteX11809" fmla="*/ 9418035 w 10450132"/>
              <a:gd name="connsiteY11809" fmla="*/ 868224 h 5450835"/>
              <a:gd name="connsiteX11810" fmla="*/ 5347746 w 10450132"/>
              <a:gd name="connsiteY11810" fmla="*/ 868217 h 5450835"/>
              <a:gd name="connsiteX11811" fmla="*/ 5356810 w 10450132"/>
              <a:gd name="connsiteY11811" fmla="*/ 868217 h 5450835"/>
              <a:gd name="connsiteX11812" fmla="*/ 5357598 w 10450132"/>
              <a:gd name="connsiteY11812" fmla="*/ 868675 h 5450835"/>
              <a:gd name="connsiteX11813" fmla="*/ 5362130 w 10450132"/>
              <a:gd name="connsiteY11813" fmla="*/ 876558 h 5450835"/>
              <a:gd name="connsiteX11814" fmla="*/ 5362130 w 10450132"/>
              <a:gd name="connsiteY11814" fmla="*/ 877411 h 5450835"/>
              <a:gd name="connsiteX11815" fmla="*/ 5357598 w 10450132"/>
              <a:gd name="connsiteY11815" fmla="*/ 885291 h 5450835"/>
              <a:gd name="connsiteX11816" fmla="*/ 5356810 w 10450132"/>
              <a:gd name="connsiteY11816" fmla="*/ 885752 h 5450835"/>
              <a:gd name="connsiteX11817" fmla="*/ 5347746 w 10450132"/>
              <a:gd name="connsiteY11817" fmla="*/ 885752 h 5450835"/>
              <a:gd name="connsiteX11818" fmla="*/ 5346958 w 10450132"/>
              <a:gd name="connsiteY11818" fmla="*/ 885291 h 5450835"/>
              <a:gd name="connsiteX11819" fmla="*/ 5342425 w 10450132"/>
              <a:gd name="connsiteY11819" fmla="*/ 877411 h 5450835"/>
              <a:gd name="connsiteX11820" fmla="*/ 5342425 w 10450132"/>
              <a:gd name="connsiteY11820" fmla="*/ 876558 h 5450835"/>
              <a:gd name="connsiteX11821" fmla="*/ 5346958 w 10450132"/>
              <a:gd name="connsiteY11821" fmla="*/ 868675 h 5450835"/>
              <a:gd name="connsiteX11822" fmla="*/ 5347746 w 10450132"/>
              <a:gd name="connsiteY11822" fmla="*/ 868217 h 5450835"/>
              <a:gd name="connsiteX11823" fmla="*/ 8146065 w 10450132"/>
              <a:gd name="connsiteY11823" fmla="*/ 868208 h 5450835"/>
              <a:gd name="connsiteX11824" fmla="*/ 8155129 w 10450132"/>
              <a:gd name="connsiteY11824" fmla="*/ 868208 h 5450835"/>
              <a:gd name="connsiteX11825" fmla="*/ 8155917 w 10450132"/>
              <a:gd name="connsiteY11825" fmla="*/ 868667 h 5450835"/>
              <a:gd name="connsiteX11826" fmla="*/ 8160449 w 10450132"/>
              <a:gd name="connsiteY11826" fmla="*/ 876547 h 5450835"/>
              <a:gd name="connsiteX11827" fmla="*/ 8160449 w 10450132"/>
              <a:gd name="connsiteY11827" fmla="*/ 877401 h 5450835"/>
              <a:gd name="connsiteX11828" fmla="*/ 8155917 w 10450132"/>
              <a:gd name="connsiteY11828" fmla="*/ 885283 h 5450835"/>
              <a:gd name="connsiteX11829" fmla="*/ 8155129 w 10450132"/>
              <a:gd name="connsiteY11829" fmla="*/ 885744 h 5450835"/>
              <a:gd name="connsiteX11830" fmla="*/ 8146065 w 10450132"/>
              <a:gd name="connsiteY11830" fmla="*/ 885744 h 5450835"/>
              <a:gd name="connsiteX11831" fmla="*/ 8145277 w 10450132"/>
              <a:gd name="connsiteY11831" fmla="*/ 885283 h 5450835"/>
              <a:gd name="connsiteX11832" fmla="*/ 8140745 w 10450132"/>
              <a:gd name="connsiteY11832" fmla="*/ 877401 h 5450835"/>
              <a:gd name="connsiteX11833" fmla="*/ 8140745 w 10450132"/>
              <a:gd name="connsiteY11833" fmla="*/ 876547 h 5450835"/>
              <a:gd name="connsiteX11834" fmla="*/ 8145277 w 10450132"/>
              <a:gd name="connsiteY11834" fmla="*/ 868667 h 5450835"/>
              <a:gd name="connsiteX11835" fmla="*/ 8146065 w 10450132"/>
              <a:gd name="connsiteY11835" fmla="*/ 868208 h 5450835"/>
              <a:gd name="connsiteX11836" fmla="*/ 7637304 w 10450132"/>
              <a:gd name="connsiteY11836" fmla="*/ 868208 h 5450835"/>
              <a:gd name="connsiteX11837" fmla="*/ 7646367 w 10450132"/>
              <a:gd name="connsiteY11837" fmla="*/ 868208 h 5450835"/>
              <a:gd name="connsiteX11838" fmla="*/ 7647156 w 10450132"/>
              <a:gd name="connsiteY11838" fmla="*/ 868667 h 5450835"/>
              <a:gd name="connsiteX11839" fmla="*/ 7651687 w 10450132"/>
              <a:gd name="connsiteY11839" fmla="*/ 876548 h 5450835"/>
              <a:gd name="connsiteX11840" fmla="*/ 7651687 w 10450132"/>
              <a:gd name="connsiteY11840" fmla="*/ 877403 h 5450835"/>
              <a:gd name="connsiteX11841" fmla="*/ 7647156 w 10450132"/>
              <a:gd name="connsiteY11841" fmla="*/ 885284 h 5450835"/>
              <a:gd name="connsiteX11842" fmla="*/ 7646367 w 10450132"/>
              <a:gd name="connsiteY11842" fmla="*/ 885744 h 5450835"/>
              <a:gd name="connsiteX11843" fmla="*/ 7637304 w 10450132"/>
              <a:gd name="connsiteY11843" fmla="*/ 885744 h 5450835"/>
              <a:gd name="connsiteX11844" fmla="*/ 7636516 w 10450132"/>
              <a:gd name="connsiteY11844" fmla="*/ 885284 h 5450835"/>
              <a:gd name="connsiteX11845" fmla="*/ 7631983 w 10450132"/>
              <a:gd name="connsiteY11845" fmla="*/ 877403 h 5450835"/>
              <a:gd name="connsiteX11846" fmla="*/ 7631983 w 10450132"/>
              <a:gd name="connsiteY11846" fmla="*/ 876548 h 5450835"/>
              <a:gd name="connsiteX11847" fmla="*/ 7636516 w 10450132"/>
              <a:gd name="connsiteY11847" fmla="*/ 868667 h 5450835"/>
              <a:gd name="connsiteX11848" fmla="*/ 7637304 w 10450132"/>
              <a:gd name="connsiteY11848" fmla="*/ 868208 h 5450835"/>
              <a:gd name="connsiteX11849" fmla="*/ 5856508 w 10450132"/>
              <a:gd name="connsiteY11849" fmla="*/ 868193 h 5450835"/>
              <a:gd name="connsiteX11850" fmla="*/ 5865571 w 10450132"/>
              <a:gd name="connsiteY11850" fmla="*/ 868193 h 5450835"/>
              <a:gd name="connsiteX11851" fmla="*/ 5866359 w 10450132"/>
              <a:gd name="connsiteY11851" fmla="*/ 868653 h 5450835"/>
              <a:gd name="connsiteX11852" fmla="*/ 5870891 w 10450132"/>
              <a:gd name="connsiteY11852" fmla="*/ 876535 h 5450835"/>
              <a:gd name="connsiteX11853" fmla="*/ 5870891 w 10450132"/>
              <a:gd name="connsiteY11853" fmla="*/ 877386 h 5450835"/>
              <a:gd name="connsiteX11854" fmla="*/ 5866359 w 10450132"/>
              <a:gd name="connsiteY11854" fmla="*/ 885269 h 5450835"/>
              <a:gd name="connsiteX11855" fmla="*/ 5865571 w 10450132"/>
              <a:gd name="connsiteY11855" fmla="*/ 885731 h 5450835"/>
              <a:gd name="connsiteX11856" fmla="*/ 5856508 w 10450132"/>
              <a:gd name="connsiteY11856" fmla="*/ 885731 h 5450835"/>
              <a:gd name="connsiteX11857" fmla="*/ 5855720 w 10450132"/>
              <a:gd name="connsiteY11857" fmla="*/ 885269 h 5450835"/>
              <a:gd name="connsiteX11858" fmla="*/ 5851187 w 10450132"/>
              <a:gd name="connsiteY11858" fmla="*/ 877386 h 5450835"/>
              <a:gd name="connsiteX11859" fmla="*/ 5851187 w 10450132"/>
              <a:gd name="connsiteY11859" fmla="*/ 876535 h 5450835"/>
              <a:gd name="connsiteX11860" fmla="*/ 5855720 w 10450132"/>
              <a:gd name="connsiteY11860" fmla="*/ 868653 h 5450835"/>
              <a:gd name="connsiteX11861" fmla="*/ 5856508 w 10450132"/>
              <a:gd name="connsiteY11861" fmla="*/ 868193 h 5450835"/>
              <a:gd name="connsiteX11862" fmla="*/ 4838919 w 10450132"/>
              <a:gd name="connsiteY11862" fmla="*/ 868187 h 5450835"/>
              <a:gd name="connsiteX11863" fmla="*/ 4847982 w 10450132"/>
              <a:gd name="connsiteY11863" fmla="*/ 868187 h 5450835"/>
              <a:gd name="connsiteX11864" fmla="*/ 4848772 w 10450132"/>
              <a:gd name="connsiteY11864" fmla="*/ 868649 h 5450835"/>
              <a:gd name="connsiteX11865" fmla="*/ 4853303 w 10450132"/>
              <a:gd name="connsiteY11865" fmla="*/ 876529 h 5450835"/>
              <a:gd name="connsiteX11866" fmla="*/ 4853303 w 10450132"/>
              <a:gd name="connsiteY11866" fmla="*/ 877383 h 5450835"/>
              <a:gd name="connsiteX11867" fmla="*/ 4848772 w 10450132"/>
              <a:gd name="connsiteY11867" fmla="*/ 885265 h 5450835"/>
              <a:gd name="connsiteX11868" fmla="*/ 4847982 w 10450132"/>
              <a:gd name="connsiteY11868" fmla="*/ 885724 h 5450835"/>
              <a:gd name="connsiteX11869" fmla="*/ 4838919 w 10450132"/>
              <a:gd name="connsiteY11869" fmla="*/ 885724 h 5450835"/>
              <a:gd name="connsiteX11870" fmla="*/ 4838132 w 10450132"/>
              <a:gd name="connsiteY11870" fmla="*/ 885265 h 5450835"/>
              <a:gd name="connsiteX11871" fmla="*/ 4833598 w 10450132"/>
              <a:gd name="connsiteY11871" fmla="*/ 877383 h 5450835"/>
              <a:gd name="connsiteX11872" fmla="*/ 4833598 w 10450132"/>
              <a:gd name="connsiteY11872" fmla="*/ 876529 h 5450835"/>
              <a:gd name="connsiteX11873" fmla="*/ 4838132 w 10450132"/>
              <a:gd name="connsiteY11873" fmla="*/ 868649 h 5450835"/>
              <a:gd name="connsiteX11874" fmla="*/ 4838919 w 10450132"/>
              <a:gd name="connsiteY11874" fmla="*/ 868187 h 5450835"/>
              <a:gd name="connsiteX11875" fmla="*/ 3821382 w 10450132"/>
              <a:gd name="connsiteY11875" fmla="*/ 868186 h 5450835"/>
              <a:gd name="connsiteX11876" fmla="*/ 3830447 w 10450132"/>
              <a:gd name="connsiteY11876" fmla="*/ 868186 h 5450835"/>
              <a:gd name="connsiteX11877" fmla="*/ 3831236 w 10450132"/>
              <a:gd name="connsiteY11877" fmla="*/ 868644 h 5450835"/>
              <a:gd name="connsiteX11878" fmla="*/ 3835768 w 10450132"/>
              <a:gd name="connsiteY11878" fmla="*/ 876527 h 5450835"/>
              <a:gd name="connsiteX11879" fmla="*/ 3835768 w 10450132"/>
              <a:gd name="connsiteY11879" fmla="*/ 877381 h 5450835"/>
              <a:gd name="connsiteX11880" fmla="*/ 3831236 w 10450132"/>
              <a:gd name="connsiteY11880" fmla="*/ 885261 h 5450835"/>
              <a:gd name="connsiteX11881" fmla="*/ 3830447 w 10450132"/>
              <a:gd name="connsiteY11881" fmla="*/ 885722 h 5450835"/>
              <a:gd name="connsiteX11882" fmla="*/ 3821382 w 10450132"/>
              <a:gd name="connsiteY11882" fmla="*/ 885722 h 5450835"/>
              <a:gd name="connsiteX11883" fmla="*/ 3820594 w 10450132"/>
              <a:gd name="connsiteY11883" fmla="*/ 885261 h 5450835"/>
              <a:gd name="connsiteX11884" fmla="*/ 3816063 w 10450132"/>
              <a:gd name="connsiteY11884" fmla="*/ 877381 h 5450835"/>
              <a:gd name="connsiteX11885" fmla="*/ 3816063 w 10450132"/>
              <a:gd name="connsiteY11885" fmla="*/ 876527 h 5450835"/>
              <a:gd name="connsiteX11886" fmla="*/ 3820594 w 10450132"/>
              <a:gd name="connsiteY11886" fmla="*/ 868644 h 5450835"/>
              <a:gd name="connsiteX11887" fmla="*/ 3821382 w 10450132"/>
              <a:gd name="connsiteY11887" fmla="*/ 868186 h 5450835"/>
              <a:gd name="connsiteX11888" fmla="*/ 8909274 w 10450132"/>
              <a:gd name="connsiteY11888" fmla="*/ 868180 h 5450835"/>
              <a:gd name="connsiteX11889" fmla="*/ 8918336 w 10450132"/>
              <a:gd name="connsiteY11889" fmla="*/ 868180 h 5450835"/>
              <a:gd name="connsiteX11890" fmla="*/ 8919125 w 10450132"/>
              <a:gd name="connsiteY11890" fmla="*/ 868641 h 5450835"/>
              <a:gd name="connsiteX11891" fmla="*/ 8923657 w 10450132"/>
              <a:gd name="connsiteY11891" fmla="*/ 876521 h 5450835"/>
              <a:gd name="connsiteX11892" fmla="*/ 8923657 w 10450132"/>
              <a:gd name="connsiteY11892" fmla="*/ 877375 h 5450835"/>
              <a:gd name="connsiteX11893" fmla="*/ 8919125 w 10450132"/>
              <a:gd name="connsiteY11893" fmla="*/ 885258 h 5450835"/>
              <a:gd name="connsiteX11894" fmla="*/ 8918336 w 10450132"/>
              <a:gd name="connsiteY11894" fmla="*/ 885717 h 5450835"/>
              <a:gd name="connsiteX11895" fmla="*/ 8909274 w 10450132"/>
              <a:gd name="connsiteY11895" fmla="*/ 885717 h 5450835"/>
              <a:gd name="connsiteX11896" fmla="*/ 8908484 w 10450132"/>
              <a:gd name="connsiteY11896" fmla="*/ 885258 h 5450835"/>
              <a:gd name="connsiteX11897" fmla="*/ 8903953 w 10450132"/>
              <a:gd name="connsiteY11897" fmla="*/ 877375 h 5450835"/>
              <a:gd name="connsiteX11898" fmla="*/ 8903953 w 10450132"/>
              <a:gd name="connsiteY11898" fmla="*/ 876521 h 5450835"/>
              <a:gd name="connsiteX11899" fmla="*/ 8908484 w 10450132"/>
              <a:gd name="connsiteY11899" fmla="*/ 868641 h 5450835"/>
              <a:gd name="connsiteX11900" fmla="*/ 8909274 w 10450132"/>
              <a:gd name="connsiteY11900" fmla="*/ 868180 h 5450835"/>
              <a:gd name="connsiteX11901" fmla="*/ 6619714 w 10450132"/>
              <a:gd name="connsiteY11901" fmla="*/ 868175 h 5450835"/>
              <a:gd name="connsiteX11902" fmla="*/ 6628778 w 10450132"/>
              <a:gd name="connsiteY11902" fmla="*/ 868175 h 5450835"/>
              <a:gd name="connsiteX11903" fmla="*/ 6629566 w 10450132"/>
              <a:gd name="connsiteY11903" fmla="*/ 868635 h 5450835"/>
              <a:gd name="connsiteX11904" fmla="*/ 6634099 w 10450132"/>
              <a:gd name="connsiteY11904" fmla="*/ 876515 h 5450835"/>
              <a:gd name="connsiteX11905" fmla="*/ 6634099 w 10450132"/>
              <a:gd name="connsiteY11905" fmla="*/ 877370 h 5450835"/>
              <a:gd name="connsiteX11906" fmla="*/ 6629566 w 10450132"/>
              <a:gd name="connsiteY11906" fmla="*/ 885250 h 5450835"/>
              <a:gd name="connsiteX11907" fmla="*/ 6628778 w 10450132"/>
              <a:gd name="connsiteY11907" fmla="*/ 885711 h 5450835"/>
              <a:gd name="connsiteX11908" fmla="*/ 6619714 w 10450132"/>
              <a:gd name="connsiteY11908" fmla="*/ 885711 h 5450835"/>
              <a:gd name="connsiteX11909" fmla="*/ 6618926 w 10450132"/>
              <a:gd name="connsiteY11909" fmla="*/ 885250 h 5450835"/>
              <a:gd name="connsiteX11910" fmla="*/ 6614394 w 10450132"/>
              <a:gd name="connsiteY11910" fmla="*/ 877370 h 5450835"/>
              <a:gd name="connsiteX11911" fmla="*/ 6614394 w 10450132"/>
              <a:gd name="connsiteY11911" fmla="*/ 876515 h 5450835"/>
              <a:gd name="connsiteX11912" fmla="*/ 6618926 w 10450132"/>
              <a:gd name="connsiteY11912" fmla="*/ 868635 h 5450835"/>
              <a:gd name="connsiteX11913" fmla="*/ 6619714 w 10450132"/>
              <a:gd name="connsiteY11913" fmla="*/ 868175 h 5450835"/>
              <a:gd name="connsiteX11914" fmla="*/ 6874095 w 10450132"/>
              <a:gd name="connsiteY11914" fmla="*/ 868173 h 5450835"/>
              <a:gd name="connsiteX11915" fmla="*/ 6883159 w 10450132"/>
              <a:gd name="connsiteY11915" fmla="*/ 868173 h 5450835"/>
              <a:gd name="connsiteX11916" fmla="*/ 6883947 w 10450132"/>
              <a:gd name="connsiteY11916" fmla="*/ 868632 h 5450835"/>
              <a:gd name="connsiteX11917" fmla="*/ 6888480 w 10450132"/>
              <a:gd name="connsiteY11917" fmla="*/ 876514 h 5450835"/>
              <a:gd name="connsiteX11918" fmla="*/ 6888480 w 10450132"/>
              <a:gd name="connsiteY11918" fmla="*/ 877368 h 5450835"/>
              <a:gd name="connsiteX11919" fmla="*/ 6883947 w 10450132"/>
              <a:gd name="connsiteY11919" fmla="*/ 885250 h 5450835"/>
              <a:gd name="connsiteX11920" fmla="*/ 6883159 w 10450132"/>
              <a:gd name="connsiteY11920" fmla="*/ 885710 h 5450835"/>
              <a:gd name="connsiteX11921" fmla="*/ 6874095 w 10450132"/>
              <a:gd name="connsiteY11921" fmla="*/ 885710 h 5450835"/>
              <a:gd name="connsiteX11922" fmla="*/ 6873307 w 10450132"/>
              <a:gd name="connsiteY11922" fmla="*/ 885250 h 5450835"/>
              <a:gd name="connsiteX11923" fmla="*/ 6868775 w 10450132"/>
              <a:gd name="connsiteY11923" fmla="*/ 877368 h 5450835"/>
              <a:gd name="connsiteX11924" fmla="*/ 6868775 w 10450132"/>
              <a:gd name="connsiteY11924" fmla="*/ 876514 h 5450835"/>
              <a:gd name="connsiteX11925" fmla="*/ 6873307 w 10450132"/>
              <a:gd name="connsiteY11925" fmla="*/ 868632 h 5450835"/>
              <a:gd name="connsiteX11926" fmla="*/ 6874095 w 10450132"/>
              <a:gd name="connsiteY11926" fmla="*/ 868173 h 5450835"/>
              <a:gd name="connsiteX11927" fmla="*/ 9163654 w 10450132"/>
              <a:gd name="connsiteY11927" fmla="*/ 868170 h 5450835"/>
              <a:gd name="connsiteX11928" fmla="*/ 9172718 w 10450132"/>
              <a:gd name="connsiteY11928" fmla="*/ 868170 h 5450835"/>
              <a:gd name="connsiteX11929" fmla="*/ 9173506 w 10450132"/>
              <a:gd name="connsiteY11929" fmla="*/ 868631 h 5450835"/>
              <a:gd name="connsiteX11930" fmla="*/ 9178038 w 10450132"/>
              <a:gd name="connsiteY11930" fmla="*/ 876512 h 5450835"/>
              <a:gd name="connsiteX11931" fmla="*/ 9178038 w 10450132"/>
              <a:gd name="connsiteY11931" fmla="*/ 877365 h 5450835"/>
              <a:gd name="connsiteX11932" fmla="*/ 9173506 w 10450132"/>
              <a:gd name="connsiteY11932" fmla="*/ 885247 h 5450835"/>
              <a:gd name="connsiteX11933" fmla="*/ 9172718 w 10450132"/>
              <a:gd name="connsiteY11933" fmla="*/ 885708 h 5450835"/>
              <a:gd name="connsiteX11934" fmla="*/ 9163654 w 10450132"/>
              <a:gd name="connsiteY11934" fmla="*/ 885708 h 5450835"/>
              <a:gd name="connsiteX11935" fmla="*/ 9162866 w 10450132"/>
              <a:gd name="connsiteY11935" fmla="*/ 885247 h 5450835"/>
              <a:gd name="connsiteX11936" fmla="*/ 9158333 w 10450132"/>
              <a:gd name="connsiteY11936" fmla="*/ 877365 h 5450835"/>
              <a:gd name="connsiteX11937" fmla="*/ 9158333 w 10450132"/>
              <a:gd name="connsiteY11937" fmla="*/ 876512 h 5450835"/>
              <a:gd name="connsiteX11938" fmla="*/ 9162866 w 10450132"/>
              <a:gd name="connsiteY11938" fmla="*/ 868631 h 5450835"/>
              <a:gd name="connsiteX11939" fmla="*/ 9163654 w 10450132"/>
              <a:gd name="connsiteY11939" fmla="*/ 868170 h 5450835"/>
              <a:gd name="connsiteX11940" fmla="*/ 3566948 w 10450132"/>
              <a:gd name="connsiteY11940" fmla="*/ 868166 h 5450835"/>
              <a:gd name="connsiteX11941" fmla="*/ 3576012 w 10450132"/>
              <a:gd name="connsiteY11941" fmla="*/ 868166 h 5450835"/>
              <a:gd name="connsiteX11942" fmla="*/ 3576201 w 10450132"/>
              <a:gd name="connsiteY11942" fmla="*/ 868276 h 5450835"/>
              <a:gd name="connsiteX11943" fmla="*/ 3576295 w 10450132"/>
              <a:gd name="connsiteY11943" fmla="*/ 868276 h 5450835"/>
              <a:gd name="connsiteX11944" fmla="*/ 3577084 w 10450132"/>
              <a:gd name="connsiteY11944" fmla="*/ 868733 h 5450835"/>
              <a:gd name="connsiteX11945" fmla="*/ 3581615 w 10450132"/>
              <a:gd name="connsiteY11945" fmla="*/ 876613 h 5450835"/>
              <a:gd name="connsiteX11946" fmla="*/ 3581615 w 10450132"/>
              <a:gd name="connsiteY11946" fmla="*/ 877467 h 5450835"/>
              <a:gd name="connsiteX11947" fmla="*/ 3577084 w 10450132"/>
              <a:gd name="connsiteY11947" fmla="*/ 885350 h 5450835"/>
              <a:gd name="connsiteX11948" fmla="*/ 3576295 w 10450132"/>
              <a:gd name="connsiteY11948" fmla="*/ 885809 h 5450835"/>
              <a:gd name="connsiteX11949" fmla="*/ 3567229 w 10450132"/>
              <a:gd name="connsiteY11949" fmla="*/ 885809 h 5450835"/>
              <a:gd name="connsiteX11950" fmla="*/ 3567046 w 10450132"/>
              <a:gd name="connsiteY11950" fmla="*/ 885702 h 5450835"/>
              <a:gd name="connsiteX11951" fmla="*/ 3566948 w 10450132"/>
              <a:gd name="connsiteY11951" fmla="*/ 885702 h 5450835"/>
              <a:gd name="connsiteX11952" fmla="*/ 3566160 w 10450132"/>
              <a:gd name="connsiteY11952" fmla="*/ 885242 h 5450835"/>
              <a:gd name="connsiteX11953" fmla="*/ 3561627 w 10450132"/>
              <a:gd name="connsiteY11953" fmla="*/ 877361 h 5450835"/>
              <a:gd name="connsiteX11954" fmla="*/ 3561627 w 10450132"/>
              <a:gd name="connsiteY11954" fmla="*/ 876507 h 5450835"/>
              <a:gd name="connsiteX11955" fmla="*/ 3566160 w 10450132"/>
              <a:gd name="connsiteY11955" fmla="*/ 868626 h 5450835"/>
              <a:gd name="connsiteX11956" fmla="*/ 3566948 w 10450132"/>
              <a:gd name="connsiteY11956" fmla="*/ 868166 h 5450835"/>
              <a:gd name="connsiteX11957" fmla="*/ 3312742 w 10450132"/>
              <a:gd name="connsiteY11957" fmla="*/ 868166 h 5450835"/>
              <a:gd name="connsiteX11958" fmla="*/ 3321805 w 10450132"/>
              <a:gd name="connsiteY11958" fmla="*/ 868166 h 5450835"/>
              <a:gd name="connsiteX11959" fmla="*/ 3322594 w 10450132"/>
              <a:gd name="connsiteY11959" fmla="*/ 868626 h 5450835"/>
              <a:gd name="connsiteX11960" fmla="*/ 3322642 w 10450132"/>
              <a:gd name="connsiteY11960" fmla="*/ 868709 h 5450835"/>
              <a:gd name="connsiteX11961" fmla="*/ 3322683 w 10450132"/>
              <a:gd name="connsiteY11961" fmla="*/ 868733 h 5450835"/>
              <a:gd name="connsiteX11962" fmla="*/ 3327215 w 10450132"/>
              <a:gd name="connsiteY11962" fmla="*/ 876613 h 5450835"/>
              <a:gd name="connsiteX11963" fmla="*/ 3327215 w 10450132"/>
              <a:gd name="connsiteY11963" fmla="*/ 877466 h 5450835"/>
              <a:gd name="connsiteX11964" fmla="*/ 3322683 w 10450132"/>
              <a:gd name="connsiteY11964" fmla="*/ 885350 h 5450835"/>
              <a:gd name="connsiteX11965" fmla="*/ 3321896 w 10450132"/>
              <a:gd name="connsiteY11965" fmla="*/ 885809 h 5450835"/>
              <a:gd name="connsiteX11966" fmla="*/ 3312831 w 10450132"/>
              <a:gd name="connsiteY11966" fmla="*/ 885809 h 5450835"/>
              <a:gd name="connsiteX11967" fmla="*/ 3312042 w 10450132"/>
              <a:gd name="connsiteY11967" fmla="*/ 885350 h 5450835"/>
              <a:gd name="connsiteX11968" fmla="*/ 3311993 w 10450132"/>
              <a:gd name="connsiteY11968" fmla="*/ 885265 h 5450835"/>
              <a:gd name="connsiteX11969" fmla="*/ 3311954 w 10450132"/>
              <a:gd name="connsiteY11969" fmla="*/ 885242 h 5450835"/>
              <a:gd name="connsiteX11970" fmla="*/ 3307420 w 10450132"/>
              <a:gd name="connsiteY11970" fmla="*/ 877361 h 5450835"/>
              <a:gd name="connsiteX11971" fmla="*/ 3307420 w 10450132"/>
              <a:gd name="connsiteY11971" fmla="*/ 876507 h 5450835"/>
              <a:gd name="connsiteX11972" fmla="*/ 3311954 w 10450132"/>
              <a:gd name="connsiteY11972" fmla="*/ 868626 h 5450835"/>
              <a:gd name="connsiteX11973" fmla="*/ 3312742 w 10450132"/>
              <a:gd name="connsiteY11973" fmla="*/ 868166 h 5450835"/>
              <a:gd name="connsiteX11974" fmla="*/ 3058259 w 10450132"/>
              <a:gd name="connsiteY11974" fmla="*/ 868166 h 5450835"/>
              <a:gd name="connsiteX11975" fmla="*/ 3067324 w 10450132"/>
              <a:gd name="connsiteY11975" fmla="*/ 868166 h 5450835"/>
              <a:gd name="connsiteX11976" fmla="*/ 3068112 w 10450132"/>
              <a:gd name="connsiteY11976" fmla="*/ 868626 h 5450835"/>
              <a:gd name="connsiteX11977" fmla="*/ 3068127 w 10450132"/>
              <a:gd name="connsiteY11977" fmla="*/ 868653 h 5450835"/>
              <a:gd name="connsiteX11978" fmla="*/ 3068199 w 10450132"/>
              <a:gd name="connsiteY11978" fmla="*/ 868694 h 5450835"/>
              <a:gd name="connsiteX11979" fmla="*/ 3072730 w 10450132"/>
              <a:gd name="connsiteY11979" fmla="*/ 876577 h 5450835"/>
              <a:gd name="connsiteX11980" fmla="*/ 3072730 w 10450132"/>
              <a:gd name="connsiteY11980" fmla="*/ 877430 h 5450835"/>
              <a:gd name="connsiteX11981" fmla="*/ 3068199 w 10450132"/>
              <a:gd name="connsiteY11981" fmla="*/ 885311 h 5450835"/>
              <a:gd name="connsiteX11982" fmla="*/ 3067410 w 10450132"/>
              <a:gd name="connsiteY11982" fmla="*/ 885772 h 5450835"/>
              <a:gd name="connsiteX11983" fmla="*/ 3058346 w 10450132"/>
              <a:gd name="connsiteY11983" fmla="*/ 885772 h 5450835"/>
              <a:gd name="connsiteX11984" fmla="*/ 3057558 w 10450132"/>
              <a:gd name="connsiteY11984" fmla="*/ 885311 h 5450835"/>
              <a:gd name="connsiteX11985" fmla="*/ 3057543 w 10450132"/>
              <a:gd name="connsiteY11985" fmla="*/ 885284 h 5450835"/>
              <a:gd name="connsiteX11986" fmla="*/ 3057470 w 10450132"/>
              <a:gd name="connsiteY11986" fmla="*/ 885242 h 5450835"/>
              <a:gd name="connsiteX11987" fmla="*/ 3052939 w 10450132"/>
              <a:gd name="connsiteY11987" fmla="*/ 877361 h 5450835"/>
              <a:gd name="connsiteX11988" fmla="*/ 3052939 w 10450132"/>
              <a:gd name="connsiteY11988" fmla="*/ 876507 h 5450835"/>
              <a:gd name="connsiteX11989" fmla="*/ 3057470 w 10450132"/>
              <a:gd name="connsiteY11989" fmla="*/ 868626 h 5450835"/>
              <a:gd name="connsiteX11990" fmla="*/ 3058259 w 10450132"/>
              <a:gd name="connsiteY11990" fmla="*/ 868166 h 5450835"/>
              <a:gd name="connsiteX11991" fmla="*/ 2803798 w 10450132"/>
              <a:gd name="connsiteY11991" fmla="*/ 868166 h 5450835"/>
              <a:gd name="connsiteX11992" fmla="*/ 2812863 w 10450132"/>
              <a:gd name="connsiteY11992" fmla="*/ 868166 h 5450835"/>
              <a:gd name="connsiteX11993" fmla="*/ 2813651 w 10450132"/>
              <a:gd name="connsiteY11993" fmla="*/ 868626 h 5450835"/>
              <a:gd name="connsiteX11994" fmla="*/ 2813663 w 10450132"/>
              <a:gd name="connsiteY11994" fmla="*/ 868647 h 5450835"/>
              <a:gd name="connsiteX11995" fmla="*/ 2813763 w 10450132"/>
              <a:gd name="connsiteY11995" fmla="*/ 868705 h 5450835"/>
              <a:gd name="connsiteX11996" fmla="*/ 2818293 w 10450132"/>
              <a:gd name="connsiteY11996" fmla="*/ 876587 h 5450835"/>
              <a:gd name="connsiteX11997" fmla="*/ 2818293 w 10450132"/>
              <a:gd name="connsiteY11997" fmla="*/ 877440 h 5450835"/>
              <a:gd name="connsiteX11998" fmla="*/ 2813763 w 10450132"/>
              <a:gd name="connsiteY11998" fmla="*/ 885321 h 5450835"/>
              <a:gd name="connsiteX11999" fmla="*/ 2812974 w 10450132"/>
              <a:gd name="connsiteY11999" fmla="*/ 885782 h 5450835"/>
              <a:gd name="connsiteX12000" fmla="*/ 2803909 w 10450132"/>
              <a:gd name="connsiteY12000" fmla="*/ 885782 h 5450835"/>
              <a:gd name="connsiteX12001" fmla="*/ 2803120 w 10450132"/>
              <a:gd name="connsiteY12001" fmla="*/ 885321 h 5450835"/>
              <a:gd name="connsiteX12002" fmla="*/ 2803107 w 10450132"/>
              <a:gd name="connsiteY12002" fmla="*/ 885299 h 5450835"/>
              <a:gd name="connsiteX12003" fmla="*/ 2803010 w 10450132"/>
              <a:gd name="connsiteY12003" fmla="*/ 885242 h 5450835"/>
              <a:gd name="connsiteX12004" fmla="*/ 2798478 w 10450132"/>
              <a:gd name="connsiteY12004" fmla="*/ 877361 h 5450835"/>
              <a:gd name="connsiteX12005" fmla="*/ 2798478 w 10450132"/>
              <a:gd name="connsiteY12005" fmla="*/ 876507 h 5450835"/>
              <a:gd name="connsiteX12006" fmla="*/ 2803010 w 10450132"/>
              <a:gd name="connsiteY12006" fmla="*/ 868626 h 5450835"/>
              <a:gd name="connsiteX12007" fmla="*/ 2803798 w 10450132"/>
              <a:gd name="connsiteY12007" fmla="*/ 868166 h 5450835"/>
              <a:gd name="connsiteX12008" fmla="*/ 2549417 w 10450132"/>
              <a:gd name="connsiteY12008" fmla="*/ 868166 h 5450835"/>
              <a:gd name="connsiteX12009" fmla="*/ 2558481 w 10450132"/>
              <a:gd name="connsiteY12009" fmla="*/ 868166 h 5450835"/>
              <a:gd name="connsiteX12010" fmla="*/ 2559269 w 10450132"/>
              <a:gd name="connsiteY12010" fmla="*/ 868626 h 5450835"/>
              <a:gd name="connsiteX12011" fmla="*/ 2563802 w 10450132"/>
              <a:gd name="connsiteY12011" fmla="*/ 876507 h 5450835"/>
              <a:gd name="connsiteX12012" fmla="*/ 2563802 w 10450132"/>
              <a:gd name="connsiteY12012" fmla="*/ 877361 h 5450835"/>
              <a:gd name="connsiteX12013" fmla="*/ 2559269 w 10450132"/>
              <a:gd name="connsiteY12013" fmla="*/ 885242 h 5450835"/>
              <a:gd name="connsiteX12014" fmla="*/ 2558481 w 10450132"/>
              <a:gd name="connsiteY12014" fmla="*/ 885702 h 5450835"/>
              <a:gd name="connsiteX12015" fmla="*/ 2558441 w 10450132"/>
              <a:gd name="connsiteY12015" fmla="*/ 885702 h 5450835"/>
              <a:gd name="connsiteX12016" fmla="*/ 2558432 w 10450132"/>
              <a:gd name="connsiteY12016" fmla="*/ 885707 h 5450835"/>
              <a:gd name="connsiteX12017" fmla="*/ 2549368 w 10450132"/>
              <a:gd name="connsiteY12017" fmla="*/ 885707 h 5450835"/>
              <a:gd name="connsiteX12018" fmla="*/ 2548579 w 10450132"/>
              <a:gd name="connsiteY12018" fmla="*/ 885247 h 5450835"/>
              <a:gd name="connsiteX12019" fmla="*/ 2544047 w 10450132"/>
              <a:gd name="connsiteY12019" fmla="*/ 877364 h 5450835"/>
              <a:gd name="connsiteX12020" fmla="*/ 2544047 w 10450132"/>
              <a:gd name="connsiteY12020" fmla="*/ 876510 h 5450835"/>
              <a:gd name="connsiteX12021" fmla="*/ 2548579 w 10450132"/>
              <a:gd name="connsiteY12021" fmla="*/ 868630 h 5450835"/>
              <a:gd name="connsiteX12022" fmla="*/ 2549368 w 10450132"/>
              <a:gd name="connsiteY12022" fmla="*/ 868169 h 5450835"/>
              <a:gd name="connsiteX12023" fmla="*/ 2549412 w 10450132"/>
              <a:gd name="connsiteY12023" fmla="*/ 868169 h 5450835"/>
              <a:gd name="connsiteX12024" fmla="*/ 2295013 w 10450132"/>
              <a:gd name="connsiteY12024" fmla="*/ 868166 h 5450835"/>
              <a:gd name="connsiteX12025" fmla="*/ 2304077 w 10450132"/>
              <a:gd name="connsiteY12025" fmla="*/ 868166 h 5450835"/>
              <a:gd name="connsiteX12026" fmla="*/ 2304867 w 10450132"/>
              <a:gd name="connsiteY12026" fmla="*/ 868626 h 5450835"/>
              <a:gd name="connsiteX12027" fmla="*/ 2304882 w 10450132"/>
              <a:gd name="connsiteY12027" fmla="*/ 868652 h 5450835"/>
              <a:gd name="connsiteX12028" fmla="*/ 2305020 w 10450132"/>
              <a:gd name="connsiteY12028" fmla="*/ 868733 h 5450835"/>
              <a:gd name="connsiteX12029" fmla="*/ 2309551 w 10450132"/>
              <a:gd name="connsiteY12029" fmla="*/ 876611 h 5450835"/>
              <a:gd name="connsiteX12030" fmla="*/ 2309551 w 10450132"/>
              <a:gd name="connsiteY12030" fmla="*/ 877465 h 5450835"/>
              <a:gd name="connsiteX12031" fmla="*/ 2305020 w 10450132"/>
              <a:gd name="connsiteY12031" fmla="*/ 885349 h 5450835"/>
              <a:gd name="connsiteX12032" fmla="*/ 2304232 w 10450132"/>
              <a:gd name="connsiteY12032" fmla="*/ 885807 h 5450835"/>
              <a:gd name="connsiteX12033" fmla="*/ 2295169 w 10450132"/>
              <a:gd name="connsiteY12033" fmla="*/ 885807 h 5450835"/>
              <a:gd name="connsiteX12034" fmla="*/ 2294379 w 10450132"/>
              <a:gd name="connsiteY12034" fmla="*/ 885349 h 5450835"/>
              <a:gd name="connsiteX12035" fmla="*/ 2294364 w 10450132"/>
              <a:gd name="connsiteY12035" fmla="*/ 885323 h 5450835"/>
              <a:gd name="connsiteX12036" fmla="*/ 2294225 w 10450132"/>
              <a:gd name="connsiteY12036" fmla="*/ 885242 h 5450835"/>
              <a:gd name="connsiteX12037" fmla="*/ 2289693 w 10450132"/>
              <a:gd name="connsiteY12037" fmla="*/ 877361 h 5450835"/>
              <a:gd name="connsiteX12038" fmla="*/ 2289693 w 10450132"/>
              <a:gd name="connsiteY12038" fmla="*/ 876507 h 5450835"/>
              <a:gd name="connsiteX12039" fmla="*/ 2294225 w 10450132"/>
              <a:gd name="connsiteY12039" fmla="*/ 868626 h 5450835"/>
              <a:gd name="connsiteX12040" fmla="*/ 2295013 w 10450132"/>
              <a:gd name="connsiteY12040" fmla="*/ 868166 h 5450835"/>
              <a:gd name="connsiteX12041" fmla="*/ 2040599 w 10450132"/>
              <a:gd name="connsiteY12041" fmla="*/ 868166 h 5450835"/>
              <a:gd name="connsiteX12042" fmla="*/ 2049663 w 10450132"/>
              <a:gd name="connsiteY12042" fmla="*/ 868166 h 5450835"/>
              <a:gd name="connsiteX12043" fmla="*/ 2050451 w 10450132"/>
              <a:gd name="connsiteY12043" fmla="*/ 868626 h 5450835"/>
              <a:gd name="connsiteX12044" fmla="*/ 2050453 w 10450132"/>
              <a:gd name="connsiteY12044" fmla="*/ 868629 h 5450835"/>
              <a:gd name="connsiteX12045" fmla="*/ 2050503 w 10450132"/>
              <a:gd name="connsiteY12045" fmla="*/ 868658 h 5450835"/>
              <a:gd name="connsiteX12046" fmla="*/ 2055035 w 10450132"/>
              <a:gd name="connsiteY12046" fmla="*/ 876538 h 5450835"/>
              <a:gd name="connsiteX12047" fmla="*/ 2055035 w 10450132"/>
              <a:gd name="connsiteY12047" fmla="*/ 877393 h 5450835"/>
              <a:gd name="connsiteX12048" fmla="*/ 2050503 w 10450132"/>
              <a:gd name="connsiteY12048" fmla="*/ 885273 h 5450835"/>
              <a:gd name="connsiteX12049" fmla="*/ 2049715 w 10450132"/>
              <a:gd name="connsiteY12049" fmla="*/ 885734 h 5450835"/>
              <a:gd name="connsiteX12050" fmla="*/ 2040651 w 10450132"/>
              <a:gd name="connsiteY12050" fmla="*/ 885734 h 5450835"/>
              <a:gd name="connsiteX12051" fmla="*/ 2039863 w 10450132"/>
              <a:gd name="connsiteY12051" fmla="*/ 885273 h 5450835"/>
              <a:gd name="connsiteX12052" fmla="*/ 2039863 w 10450132"/>
              <a:gd name="connsiteY12052" fmla="*/ 885272 h 5450835"/>
              <a:gd name="connsiteX12053" fmla="*/ 2039811 w 10450132"/>
              <a:gd name="connsiteY12053" fmla="*/ 885242 h 5450835"/>
              <a:gd name="connsiteX12054" fmla="*/ 2035278 w 10450132"/>
              <a:gd name="connsiteY12054" fmla="*/ 877361 h 5450835"/>
              <a:gd name="connsiteX12055" fmla="*/ 2035278 w 10450132"/>
              <a:gd name="connsiteY12055" fmla="*/ 876507 h 5450835"/>
              <a:gd name="connsiteX12056" fmla="*/ 2039811 w 10450132"/>
              <a:gd name="connsiteY12056" fmla="*/ 868626 h 5450835"/>
              <a:gd name="connsiteX12057" fmla="*/ 2040599 w 10450132"/>
              <a:gd name="connsiteY12057" fmla="*/ 868166 h 5450835"/>
              <a:gd name="connsiteX12058" fmla="*/ 1786176 w 10450132"/>
              <a:gd name="connsiteY12058" fmla="*/ 868166 h 5450835"/>
              <a:gd name="connsiteX12059" fmla="*/ 1795241 w 10450132"/>
              <a:gd name="connsiteY12059" fmla="*/ 868166 h 5450835"/>
              <a:gd name="connsiteX12060" fmla="*/ 1796030 w 10450132"/>
              <a:gd name="connsiteY12060" fmla="*/ 868626 h 5450835"/>
              <a:gd name="connsiteX12061" fmla="*/ 1796034 w 10450132"/>
              <a:gd name="connsiteY12061" fmla="*/ 868633 h 5450835"/>
              <a:gd name="connsiteX12062" fmla="*/ 1796185 w 10450132"/>
              <a:gd name="connsiteY12062" fmla="*/ 868721 h 5450835"/>
              <a:gd name="connsiteX12063" fmla="*/ 1800716 w 10450132"/>
              <a:gd name="connsiteY12063" fmla="*/ 876600 h 5450835"/>
              <a:gd name="connsiteX12064" fmla="*/ 1800716 w 10450132"/>
              <a:gd name="connsiteY12064" fmla="*/ 877456 h 5450835"/>
              <a:gd name="connsiteX12065" fmla="*/ 1796185 w 10450132"/>
              <a:gd name="connsiteY12065" fmla="*/ 885334 h 5450835"/>
              <a:gd name="connsiteX12066" fmla="*/ 1795396 w 10450132"/>
              <a:gd name="connsiteY12066" fmla="*/ 885797 h 5450835"/>
              <a:gd name="connsiteX12067" fmla="*/ 1786333 w 10450132"/>
              <a:gd name="connsiteY12067" fmla="*/ 885797 h 5450835"/>
              <a:gd name="connsiteX12068" fmla="*/ 1785545 w 10450132"/>
              <a:gd name="connsiteY12068" fmla="*/ 885334 h 5450835"/>
              <a:gd name="connsiteX12069" fmla="*/ 1785388 w 10450132"/>
              <a:gd name="connsiteY12069" fmla="*/ 885242 h 5450835"/>
              <a:gd name="connsiteX12070" fmla="*/ 1780857 w 10450132"/>
              <a:gd name="connsiteY12070" fmla="*/ 877361 h 5450835"/>
              <a:gd name="connsiteX12071" fmla="*/ 1780857 w 10450132"/>
              <a:gd name="connsiteY12071" fmla="*/ 876507 h 5450835"/>
              <a:gd name="connsiteX12072" fmla="*/ 1785388 w 10450132"/>
              <a:gd name="connsiteY12072" fmla="*/ 868626 h 5450835"/>
              <a:gd name="connsiteX12073" fmla="*/ 1786176 w 10450132"/>
              <a:gd name="connsiteY12073" fmla="*/ 868166 h 5450835"/>
              <a:gd name="connsiteX12074" fmla="*/ 1531913 w 10450132"/>
              <a:gd name="connsiteY12074" fmla="*/ 868166 h 5450835"/>
              <a:gd name="connsiteX12075" fmla="*/ 1540978 w 10450132"/>
              <a:gd name="connsiteY12075" fmla="*/ 868166 h 5450835"/>
              <a:gd name="connsiteX12076" fmla="*/ 1541765 w 10450132"/>
              <a:gd name="connsiteY12076" fmla="*/ 868626 h 5450835"/>
              <a:gd name="connsiteX12077" fmla="*/ 1541821 w 10450132"/>
              <a:gd name="connsiteY12077" fmla="*/ 868724 h 5450835"/>
              <a:gd name="connsiteX12078" fmla="*/ 1541822 w 10450132"/>
              <a:gd name="connsiteY12078" fmla="*/ 868724 h 5450835"/>
              <a:gd name="connsiteX12079" fmla="*/ 1544776 w 10450132"/>
              <a:gd name="connsiteY12079" fmla="*/ 873860 h 5450835"/>
              <a:gd name="connsiteX12080" fmla="*/ 1546299 w 10450132"/>
              <a:gd name="connsiteY12080" fmla="*/ 876507 h 5450835"/>
              <a:gd name="connsiteX12081" fmla="*/ 1546299 w 10450132"/>
              <a:gd name="connsiteY12081" fmla="*/ 876508 h 5450835"/>
              <a:gd name="connsiteX12082" fmla="*/ 1546355 w 10450132"/>
              <a:gd name="connsiteY12082" fmla="*/ 876605 h 5450835"/>
              <a:gd name="connsiteX12083" fmla="*/ 1546355 w 10450132"/>
              <a:gd name="connsiteY12083" fmla="*/ 877458 h 5450835"/>
              <a:gd name="connsiteX12084" fmla="*/ 1541822 w 10450132"/>
              <a:gd name="connsiteY12084" fmla="*/ 885342 h 5450835"/>
              <a:gd name="connsiteX12085" fmla="*/ 1541034 w 10450132"/>
              <a:gd name="connsiteY12085" fmla="*/ 885802 h 5450835"/>
              <a:gd name="connsiteX12086" fmla="*/ 1531971 w 10450132"/>
              <a:gd name="connsiteY12086" fmla="*/ 885802 h 5450835"/>
              <a:gd name="connsiteX12087" fmla="*/ 1531181 w 10450132"/>
              <a:gd name="connsiteY12087" fmla="*/ 885342 h 5450835"/>
              <a:gd name="connsiteX12088" fmla="*/ 1529209 w 10450132"/>
              <a:gd name="connsiteY12088" fmla="*/ 881911 h 5450835"/>
              <a:gd name="connsiteX12089" fmla="*/ 1526592 w 10450132"/>
              <a:gd name="connsiteY12089" fmla="*/ 877361 h 5450835"/>
              <a:gd name="connsiteX12090" fmla="*/ 1526592 w 10450132"/>
              <a:gd name="connsiteY12090" fmla="*/ 876507 h 5450835"/>
              <a:gd name="connsiteX12091" fmla="*/ 1531125 w 10450132"/>
              <a:gd name="connsiteY12091" fmla="*/ 868626 h 5450835"/>
              <a:gd name="connsiteX12092" fmla="*/ 1531913 w 10450132"/>
              <a:gd name="connsiteY12092" fmla="*/ 868166 h 5450835"/>
              <a:gd name="connsiteX12093" fmla="*/ 1277430 w 10450132"/>
              <a:gd name="connsiteY12093" fmla="*/ 868166 h 5450835"/>
              <a:gd name="connsiteX12094" fmla="*/ 1286495 w 10450132"/>
              <a:gd name="connsiteY12094" fmla="*/ 868166 h 5450835"/>
              <a:gd name="connsiteX12095" fmla="*/ 1287284 w 10450132"/>
              <a:gd name="connsiteY12095" fmla="*/ 868626 h 5450835"/>
              <a:gd name="connsiteX12096" fmla="*/ 1287299 w 10450132"/>
              <a:gd name="connsiteY12096" fmla="*/ 868652 h 5450835"/>
              <a:gd name="connsiteX12097" fmla="*/ 1287315 w 10450132"/>
              <a:gd name="connsiteY12097" fmla="*/ 868661 h 5450835"/>
              <a:gd name="connsiteX12098" fmla="*/ 1291847 w 10450132"/>
              <a:gd name="connsiteY12098" fmla="*/ 876543 h 5450835"/>
              <a:gd name="connsiteX12099" fmla="*/ 1291847 w 10450132"/>
              <a:gd name="connsiteY12099" fmla="*/ 877397 h 5450835"/>
              <a:gd name="connsiteX12100" fmla="*/ 1287315 w 10450132"/>
              <a:gd name="connsiteY12100" fmla="*/ 885278 h 5450835"/>
              <a:gd name="connsiteX12101" fmla="*/ 1286526 w 10450132"/>
              <a:gd name="connsiteY12101" fmla="*/ 885739 h 5450835"/>
              <a:gd name="connsiteX12102" fmla="*/ 1277462 w 10450132"/>
              <a:gd name="connsiteY12102" fmla="*/ 885739 h 5450835"/>
              <a:gd name="connsiteX12103" fmla="*/ 1276673 w 10450132"/>
              <a:gd name="connsiteY12103" fmla="*/ 885278 h 5450835"/>
              <a:gd name="connsiteX12104" fmla="*/ 1276658 w 10450132"/>
              <a:gd name="connsiteY12104" fmla="*/ 885251 h 5450835"/>
              <a:gd name="connsiteX12105" fmla="*/ 1276642 w 10450132"/>
              <a:gd name="connsiteY12105" fmla="*/ 885242 h 5450835"/>
              <a:gd name="connsiteX12106" fmla="*/ 1272110 w 10450132"/>
              <a:gd name="connsiteY12106" fmla="*/ 877361 h 5450835"/>
              <a:gd name="connsiteX12107" fmla="*/ 1272110 w 10450132"/>
              <a:gd name="connsiteY12107" fmla="*/ 876507 h 5450835"/>
              <a:gd name="connsiteX12108" fmla="*/ 1276642 w 10450132"/>
              <a:gd name="connsiteY12108" fmla="*/ 868626 h 5450835"/>
              <a:gd name="connsiteX12109" fmla="*/ 1277430 w 10450132"/>
              <a:gd name="connsiteY12109" fmla="*/ 868166 h 5450835"/>
              <a:gd name="connsiteX12110" fmla="*/ 1023141 w 10450132"/>
              <a:gd name="connsiteY12110" fmla="*/ 868166 h 5450835"/>
              <a:gd name="connsiteX12111" fmla="*/ 1032205 w 10450132"/>
              <a:gd name="connsiteY12111" fmla="*/ 868166 h 5450835"/>
              <a:gd name="connsiteX12112" fmla="*/ 1032993 w 10450132"/>
              <a:gd name="connsiteY12112" fmla="*/ 868626 h 5450835"/>
              <a:gd name="connsiteX12113" fmla="*/ 1037524 w 10450132"/>
              <a:gd name="connsiteY12113" fmla="*/ 876507 h 5450835"/>
              <a:gd name="connsiteX12114" fmla="*/ 1037524 w 10450132"/>
              <a:gd name="connsiteY12114" fmla="*/ 877361 h 5450835"/>
              <a:gd name="connsiteX12115" fmla="*/ 1037495 w 10450132"/>
              <a:gd name="connsiteY12115" fmla="*/ 877412 h 5450835"/>
              <a:gd name="connsiteX12116" fmla="*/ 1032965 w 10450132"/>
              <a:gd name="connsiteY12116" fmla="*/ 885294 h 5450835"/>
              <a:gd name="connsiteX12117" fmla="*/ 1032177 w 10450132"/>
              <a:gd name="connsiteY12117" fmla="*/ 885754 h 5450835"/>
              <a:gd name="connsiteX12118" fmla="*/ 1023112 w 10450132"/>
              <a:gd name="connsiteY12118" fmla="*/ 885754 h 5450835"/>
              <a:gd name="connsiteX12119" fmla="*/ 1022325 w 10450132"/>
              <a:gd name="connsiteY12119" fmla="*/ 885294 h 5450835"/>
              <a:gd name="connsiteX12120" fmla="*/ 1017790 w 10450132"/>
              <a:gd name="connsiteY12120" fmla="*/ 877412 h 5450835"/>
              <a:gd name="connsiteX12121" fmla="*/ 1017790 w 10450132"/>
              <a:gd name="connsiteY12121" fmla="*/ 876559 h 5450835"/>
              <a:gd name="connsiteX12122" fmla="*/ 1017817 w 10450132"/>
              <a:gd name="connsiteY12122" fmla="*/ 876512 h 5450835"/>
              <a:gd name="connsiteX12123" fmla="*/ 1017817 w 10450132"/>
              <a:gd name="connsiteY12123" fmla="*/ 876507 h 5450835"/>
              <a:gd name="connsiteX12124" fmla="*/ 1022353 w 10450132"/>
              <a:gd name="connsiteY12124" fmla="*/ 868626 h 5450835"/>
              <a:gd name="connsiteX12125" fmla="*/ 1023141 w 10450132"/>
              <a:gd name="connsiteY12125" fmla="*/ 868166 h 5450835"/>
              <a:gd name="connsiteX12126" fmla="*/ 768581 w 10450132"/>
              <a:gd name="connsiteY12126" fmla="*/ 868166 h 5450835"/>
              <a:gd name="connsiteX12127" fmla="*/ 777644 w 10450132"/>
              <a:gd name="connsiteY12127" fmla="*/ 868166 h 5450835"/>
              <a:gd name="connsiteX12128" fmla="*/ 778433 w 10450132"/>
              <a:gd name="connsiteY12128" fmla="*/ 868626 h 5450835"/>
              <a:gd name="connsiteX12129" fmla="*/ 778435 w 10450132"/>
              <a:gd name="connsiteY12129" fmla="*/ 868629 h 5450835"/>
              <a:gd name="connsiteX12130" fmla="*/ 778512 w 10450132"/>
              <a:gd name="connsiteY12130" fmla="*/ 868674 h 5450835"/>
              <a:gd name="connsiteX12131" fmla="*/ 783044 w 10450132"/>
              <a:gd name="connsiteY12131" fmla="*/ 876556 h 5450835"/>
              <a:gd name="connsiteX12132" fmla="*/ 783044 w 10450132"/>
              <a:gd name="connsiteY12132" fmla="*/ 877409 h 5450835"/>
              <a:gd name="connsiteX12133" fmla="*/ 778512 w 10450132"/>
              <a:gd name="connsiteY12133" fmla="*/ 885291 h 5450835"/>
              <a:gd name="connsiteX12134" fmla="*/ 777724 w 10450132"/>
              <a:gd name="connsiteY12134" fmla="*/ 885751 h 5450835"/>
              <a:gd name="connsiteX12135" fmla="*/ 768660 w 10450132"/>
              <a:gd name="connsiteY12135" fmla="*/ 885751 h 5450835"/>
              <a:gd name="connsiteX12136" fmla="*/ 767872 w 10450132"/>
              <a:gd name="connsiteY12136" fmla="*/ 885291 h 5450835"/>
              <a:gd name="connsiteX12137" fmla="*/ 767870 w 10450132"/>
              <a:gd name="connsiteY12137" fmla="*/ 885287 h 5450835"/>
              <a:gd name="connsiteX12138" fmla="*/ 767793 w 10450132"/>
              <a:gd name="connsiteY12138" fmla="*/ 885242 h 5450835"/>
              <a:gd name="connsiteX12139" fmla="*/ 763260 w 10450132"/>
              <a:gd name="connsiteY12139" fmla="*/ 877361 h 5450835"/>
              <a:gd name="connsiteX12140" fmla="*/ 763260 w 10450132"/>
              <a:gd name="connsiteY12140" fmla="*/ 876507 h 5450835"/>
              <a:gd name="connsiteX12141" fmla="*/ 767793 w 10450132"/>
              <a:gd name="connsiteY12141" fmla="*/ 868626 h 5450835"/>
              <a:gd name="connsiteX12142" fmla="*/ 768581 w 10450132"/>
              <a:gd name="connsiteY12142" fmla="*/ 868166 h 5450835"/>
              <a:gd name="connsiteX12143" fmla="*/ 514280 w 10450132"/>
              <a:gd name="connsiteY12143" fmla="*/ 868166 h 5450835"/>
              <a:gd name="connsiteX12144" fmla="*/ 523344 w 10450132"/>
              <a:gd name="connsiteY12144" fmla="*/ 868166 h 5450835"/>
              <a:gd name="connsiteX12145" fmla="*/ 524132 w 10450132"/>
              <a:gd name="connsiteY12145" fmla="*/ 868626 h 5450835"/>
              <a:gd name="connsiteX12146" fmla="*/ 528664 w 10450132"/>
              <a:gd name="connsiteY12146" fmla="*/ 876507 h 5450835"/>
              <a:gd name="connsiteX12147" fmla="*/ 528664 w 10450132"/>
              <a:gd name="connsiteY12147" fmla="*/ 877361 h 5450835"/>
              <a:gd name="connsiteX12148" fmla="*/ 524132 w 10450132"/>
              <a:gd name="connsiteY12148" fmla="*/ 885242 h 5450835"/>
              <a:gd name="connsiteX12149" fmla="*/ 524114 w 10450132"/>
              <a:gd name="connsiteY12149" fmla="*/ 885253 h 5450835"/>
              <a:gd name="connsiteX12150" fmla="*/ 524101 w 10450132"/>
              <a:gd name="connsiteY12150" fmla="*/ 885275 h 5450835"/>
              <a:gd name="connsiteX12151" fmla="*/ 523311 w 10450132"/>
              <a:gd name="connsiteY12151" fmla="*/ 885734 h 5450835"/>
              <a:gd name="connsiteX12152" fmla="*/ 514249 w 10450132"/>
              <a:gd name="connsiteY12152" fmla="*/ 885734 h 5450835"/>
              <a:gd name="connsiteX12153" fmla="*/ 513461 w 10450132"/>
              <a:gd name="connsiteY12153" fmla="*/ 885275 h 5450835"/>
              <a:gd name="connsiteX12154" fmla="*/ 508928 w 10450132"/>
              <a:gd name="connsiteY12154" fmla="*/ 877393 h 5450835"/>
              <a:gd name="connsiteX12155" fmla="*/ 508928 w 10450132"/>
              <a:gd name="connsiteY12155" fmla="*/ 876539 h 5450835"/>
              <a:gd name="connsiteX12156" fmla="*/ 513461 w 10450132"/>
              <a:gd name="connsiteY12156" fmla="*/ 868659 h 5450835"/>
              <a:gd name="connsiteX12157" fmla="*/ 513479 w 10450132"/>
              <a:gd name="connsiteY12157" fmla="*/ 868649 h 5450835"/>
              <a:gd name="connsiteX12158" fmla="*/ 513492 w 10450132"/>
              <a:gd name="connsiteY12158" fmla="*/ 868626 h 5450835"/>
              <a:gd name="connsiteX12159" fmla="*/ 514280 w 10450132"/>
              <a:gd name="connsiteY12159" fmla="*/ 868166 h 5450835"/>
              <a:gd name="connsiteX12160" fmla="*/ 259893 w 10450132"/>
              <a:gd name="connsiteY12160" fmla="*/ 868166 h 5450835"/>
              <a:gd name="connsiteX12161" fmla="*/ 268957 w 10450132"/>
              <a:gd name="connsiteY12161" fmla="*/ 868166 h 5450835"/>
              <a:gd name="connsiteX12162" fmla="*/ 269745 w 10450132"/>
              <a:gd name="connsiteY12162" fmla="*/ 868626 h 5450835"/>
              <a:gd name="connsiteX12163" fmla="*/ 274276 w 10450132"/>
              <a:gd name="connsiteY12163" fmla="*/ 876507 h 5450835"/>
              <a:gd name="connsiteX12164" fmla="*/ 274276 w 10450132"/>
              <a:gd name="connsiteY12164" fmla="*/ 877361 h 5450835"/>
              <a:gd name="connsiteX12165" fmla="*/ 269745 w 10450132"/>
              <a:gd name="connsiteY12165" fmla="*/ 885242 h 5450835"/>
              <a:gd name="connsiteX12166" fmla="*/ 269744 w 10450132"/>
              <a:gd name="connsiteY12166" fmla="*/ 885243 h 5450835"/>
              <a:gd name="connsiteX12167" fmla="*/ 269724 w 10450132"/>
              <a:gd name="connsiteY12167" fmla="*/ 885277 h 5450835"/>
              <a:gd name="connsiteX12168" fmla="*/ 268936 w 10450132"/>
              <a:gd name="connsiteY12168" fmla="*/ 885737 h 5450835"/>
              <a:gd name="connsiteX12169" fmla="*/ 259872 w 10450132"/>
              <a:gd name="connsiteY12169" fmla="*/ 885737 h 5450835"/>
              <a:gd name="connsiteX12170" fmla="*/ 259083 w 10450132"/>
              <a:gd name="connsiteY12170" fmla="*/ 885277 h 5450835"/>
              <a:gd name="connsiteX12171" fmla="*/ 254552 w 10450132"/>
              <a:gd name="connsiteY12171" fmla="*/ 877394 h 5450835"/>
              <a:gd name="connsiteX12172" fmla="*/ 254552 w 10450132"/>
              <a:gd name="connsiteY12172" fmla="*/ 876541 h 5450835"/>
              <a:gd name="connsiteX12173" fmla="*/ 259083 w 10450132"/>
              <a:gd name="connsiteY12173" fmla="*/ 868661 h 5450835"/>
              <a:gd name="connsiteX12174" fmla="*/ 259084 w 10450132"/>
              <a:gd name="connsiteY12174" fmla="*/ 868660 h 5450835"/>
              <a:gd name="connsiteX12175" fmla="*/ 259104 w 10450132"/>
              <a:gd name="connsiteY12175" fmla="*/ 868626 h 5450835"/>
              <a:gd name="connsiteX12176" fmla="*/ 259893 w 10450132"/>
              <a:gd name="connsiteY12176" fmla="*/ 868166 h 5450835"/>
              <a:gd name="connsiteX12177" fmla="*/ 5501 w 10450132"/>
              <a:gd name="connsiteY12177" fmla="*/ 868166 h 5450835"/>
              <a:gd name="connsiteX12178" fmla="*/ 14565 w 10450132"/>
              <a:gd name="connsiteY12178" fmla="*/ 868166 h 5450835"/>
              <a:gd name="connsiteX12179" fmla="*/ 15353 w 10450132"/>
              <a:gd name="connsiteY12179" fmla="*/ 868626 h 5450835"/>
              <a:gd name="connsiteX12180" fmla="*/ 19885 w 10450132"/>
              <a:gd name="connsiteY12180" fmla="*/ 876507 h 5450835"/>
              <a:gd name="connsiteX12181" fmla="*/ 19885 w 10450132"/>
              <a:gd name="connsiteY12181" fmla="*/ 877361 h 5450835"/>
              <a:gd name="connsiteX12182" fmla="*/ 15353 w 10450132"/>
              <a:gd name="connsiteY12182" fmla="*/ 885242 h 5450835"/>
              <a:gd name="connsiteX12183" fmla="*/ 14565 w 10450132"/>
              <a:gd name="connsiteY12183" fmla="*/ 885702 h 5450835"/>
              <a:gd name="connsiteX12184" fmla="*/ 14508 w 10450132"/>
              <a:gd name="connsiteY12184" fmla="*/ 885702 h 5450835"/>
              <a:gd name="connsiteX12185" fmla="*/ 14496 w 10450132"/>
              <a:gd name="connsiteY12185" fmla="*/ 885709 h 5450835"/>
              <a:gd name="connsiteX12186" fmla="*/ 5433 w 10450132"/>
              <a:gd name="connsiteY12186" fmla="*/ 885709 h 5450835"/>
              <a:gd name="connsiteX12187" fmla="*/ 4643 w 10450132"/>
              <a:gd name="connsiteY12187" fmla="*/ 885248 h 5450835"/>
              <a:gd name="connsiteX12188" fmla="*/ 112 w 10450132"/>
              <a:gd name="connsiteY12188" fmla="*/ 877365 h 5450835"/>
              <a:gd name="connsiteX12189" fmla="*/ 112 w 10450132"/>
              <a:gd name="connsiteY12189" fmla="*/ 876513 h 5450835"/>
              <a:gd name="connsiteX12190" fmla="*/ 4643 w 10450132"/>
              <a:gd name="connsiteY12190" fmla="*/ 868631 h 5450835"/>
              <a:gd name="connsiteX12191" fmla="*/ 5433 w 10450132"/>
              <a:gd name="connsiteY12191" fmla="*/ 868170 h 5450835"/>
              <a:gd name="connsiteX12192" fmla="*/ 5494 w 10450132"/>
              <a:gd name="connsiteY12192" fmla="*/ 868170 h 5450835"/>
              <a:gd name="connsiteX12193" fmla="*/ 5602126 w 10450132"/>
              <a:gd name="connsiteY12193" fmla="*/ 651266 h 5450835"/>
              <a:gd name="connsiteX12194" fmla="*/ 5611191 w 10450132"/>
              <a:gd name="connsiteY12194" fmla="*/ 651266 h 5450835"/>
              <a:gd name="connsiteX12195" fmla="*/ 5611979 w 10450132"/>
              <a:gd name="connsiteY12195" fmla="*/ 651729 h 5450835"/>
              <a:gd name="connsiteX12196" fmla="*/ 5616511 w 10450132"/>
              <a:gd name="connsiteY12196" fmla="*/ 659606 h 5450835"/>
              <a:gd name="connsiteX12197" fmla="*/ 5616511 w 10450132"/>
              <a:gd name="connsiteY12197" fmla="*/ 660464 h 5450835"/>
              <a:gd name="connsiteX12198" fmla="*/ 5611979 w 10450132"/>
              <a:gd name="connsiteY12198" fmla="*/ 668349 h 5450835"/>
              <a:gd name="connsiteX12199" fmla="*/ 5611191 w 10450132"/>
              <a:gd name="connsiteY12199" fmla="*/ 668806 h 5450835"/>
              <a:gd name="connsiteX12200" fmla="*/ 5602126 w 10450132"/>
              <a:gd name="connsiteY12200" fmla="*/ 668806 h 5450835"/>
              <a:gd name="connsiteX12201" fmla="*/ 5601338 w 10450132"/>
              <a:gd name="connsiteY12201" fmla="*/ 668349 h 5450835"/>
              <a:gd name="connsiteX12202" fmla="*/ 5596807 w 10450132"/>
              <a:gd name="connsiteY12202" fmla="*/ 660464 h 5450835"/>
              <a:gd name="connsiteX12203" fmla="*/ 5596807 w 10450132"/>
              <a:gd name="connsiteY12203" fmla="*/ 659606 h 5450835"/>
              <a:gd name="connsiteX12204" fmla="*/ 5601338 w 10450132"/>
              <a:gd name="connsiteY12204" fmla="*/ 651729 h 5450835"/>
              <a:gd name="connsiteX12205" fmla="*/ 5602126 w 10450132"/>
              <a:gd name="connsiteY12205" fmla="*/ 651266 h 5450835"/>
              <a:gd name="connsiteX12206" fmla="*/ 4330157 w 10450132"/>
              <a:gd name="connsiteY12206" fmla="*/ 651262 h 5450835"/>
              <a:gd name="connsiteX12207" fmla="*/ 4339222 w 10450132"/>
              <a:gd name="connsiteY12207" fmla="*/ 651262 h 5450835"/>
              <a:gd name="connsiteX12208" fmla="*/ 4340010 w 10450132"/>
              <a:gd name="connsiteY12208" fmla="*/ 651720 h 5450835"/>
              <a:gd name="connsiteX12209" fmla="*/ 4344540 w 10450132"/>
              <a:gd name="connsiteY12209" fmla="*/ 659604 h 5450835"/>
              <a:gd name="connsiteX12210" fmla="*/ 4344540 w 10450132"/>
              <a:gd name="connsiteY12210" fmla="*/ 660459 h 5450835"/>
              <a:gd name="connsiteX12211" fmla="*/ 4340010 w 10450132"/>
              <a:gd name="connsiteY12211" fmla="*/ 668342 h 5450835"/>
              <a:gd name="connsiteX12212" fmla="*/ 4339222 w 10450132"/>
              <a:gd name="connsiteY12212" fmla="*/ 668802 h 5450835"/>
              <a:gd name="connsiteX12213" fmla="*/ 4330157 w 10450132"/>
              <a:gd name="connsiteY12213" fmla="*/ 668802 h 5450835"/>
              <a:gd name="connsiteX12214" fmla="*/ 4329369 w 10450132"/>
              <a:gd name="connsiteY12214" fmla="*/ 668342 h 5450835"/>
              <a:gd name="connsiteX12215" fmla="*/ 4324836 w 10450132"/>
              <a:gd name="connsiteY12215" fmla="*/ 660459 h 5450835"/>
              <a:gd name="connsiteX12216" fmla="*/ 4324836 w 10450132"/>
              <a:gd name="connsiteY12216" fmla="*/ 659604 h 5450835"/>
              <a:gd name="connsiteX12217" fmla="*/ 4329369 w 10450132"/>
              <a:gd name="connsiteY12217" fmla="*/ 651720 h 5450835"/>
              <a:gd name="connsiteX12218" fmla="*/ 4330157 w 10450132"/>
              <a:gd name="connsiteY12218" fmla="*/ 651262 h 5450835"/>
              <a:gd name="connsiteX12219" fmla="*/ 7382923 w 10450132"/>
              <a:gd name="connsiteY12219" fmla="*/ 651256 h 5450835"/>
              <a:gd name="connsiteX12220" fmla="*/ 7391987 w 10450132"/>
              <a:gd name="connsiteY12220" fmla="*/ 651256 h 5450835"/>
              <a:gd name="connsiteX12221" fmla="*/ 7392775 w 10450132"/>
              <a:gd name="connsiteY12221" fmla="*/ 651718 h 5450835"/>
              <a:gd name="connsiteX12222" fmla="*/ 7397307 w 10450132"/>
              <a:gd name="connsiteY12222" fmla="*/ 659601 h 5450835"/>
              <a:gd name="connsiteX12223" fmla="*/ 7397307 w 10450132"/>
              <a:gd name="connsiteY12223" fmla="*/ 660454 h 5450835"/>
              <a:gd name="connsiteX12224" fmla="*/ 7392775 w 10450132"/>
              <a:gd name="connsiteY12224" fmla="*/ 668340 h 5450835"/>
              <a:gd name="connsiteX12225" fmla="*/ 7391987 w 10450132"/>
              <a:gd name="connsiteY12225" fmla="*/ 668797 h 5450835"/>
              <a:gd name="connsiteX12226" fmla="*/ 7382923 w 10450132"/>
              <a:gd name="connsiteY12226" fmla="*/ 668797 h 5450835"/>
              <a:gd name="connsiteX12227" fmla="*/ 7382135 w 10450132"/>
              <a:gd name="connsiteY12227" fmla="*/ 668340 h 5450835"/>
              <a:gd name="connsiteX12228" fmla="*/ 7377602 w 10450132"/>
              <a:gd name="connsiteY12228" fmla="*/ 660454 h 5450835"/>
              <a:gd name="connsiteX12229" fmla="*/ 7377602 w 10450132"/>
              <a:gd name="connsiteY12229" fmla="*/ 659601 h 5450835"/>
              <a:gd name="connsiteX12230" fmla="*/ 7382135 w 10450132"/>
              <a:gd name="connsiteY12230" fmla="*/ 651718 h 5450835"/>
              <a:gd name="connsiteX12231" fmla="*/ 7382923 w 10450132"/>
              <a:gd name="connsiteY12231" fmla="*/ 651256 h 5450835"/>
              <a:gd name="connsiteX12232" fmla="*/ 5856508 w 10450132"/>
              <a:gd name="connsiteY12232" fmla="*/ 651255 h 5450835"/>
              <a:gd name="connsiteX12233" fmla="*/ 5865571 w 10450132"/>
              <a:gd name="connsiteY12233" fmla="*/ 651255 h 5450835"/>
              <a:gd name="connsiteX12234" fmla="*/ 5866359 w 10450132"/>
              <a:gd name="connsiteY12234" fmla="*/ 651709 h 5450835"/>
              <a:gd name="connsiteX12235" fmla="*/ 5870891 w 10450132"/>
              <a:gd name="connsiteY12235" fmla="*/ 659596 h 5450835"/>
              <a:gd name="connsiteX12236" fmla="*/ 5870891 w 10450132"/>
              <a:gd name="connsiteY12236" fmla="*/ 660451 h 5450835"/>
              <a:gd name="connsiteX12237" fmla="*/ 5866359 w 10450132"/>
              <a:gd name="connsiteY12237" fmla="*/ 668332 h 5450835"/>
              <a:gd name="connsiteX12238" fmla="*/ 5865571 w 10450132"/>
              <a:gd name="connsiteY12238" fmla="*/ 668793 h 5450835"/>
              <a:gd name="connsiteX12239" fmla="*/ 5856508 w 10450132"/>
              <a:gd name="connsiteY12239" fmla="*/ 668793 h 5450835"/>
              <a:gd name="connsiteX12240" fmla="*/ 5855720 w 10450132"/>
              <a:gd name="connsiteY12240" fmla="*/ 668332 h 5450835"/>
              <a:gd name="connsiteX12241" fmla="*/ 5851187 w 10450132"/>
              <a:gd name="connsiteY12241" fmla="*/ 660451 h 5450835"/>
              <a:gd name="connsiteX12242" fmla="*/ 5851187 w 10450132"/>
              <a:gd name="connsiteY12242" fmla="*/ 659596 h 5450835"/>
              <a:gd name="connsiteX12243" fmla="*/ 5855720 w 10450132"/>
              <a:gd name="connsiteY12243" fmla="*/ 651709 h 5450835"/>
              <a:gd name="connsiteX12244" fmla="*/ 5856508 w 10450132"/>
              <a:gd name="connsiteY12244" fmla="*/ 651255 h 5450835"/>
              <a:gd name="connsiteX12245" fmla="*/ 7891684 w 10450132"/>
              <a:gd name="connsiteY12245" fmla="*/ 651245 h 5450835"/>
              <a:gd name="connsiteX12246" fmla="*/ 7900748 w 10450132"/>
              <a:gd name="connsiteY12246" fmla="*/ 651245 h 5450835"/>
              <a:gd name="connsiteX12247" fmla="*/ 7901536 w 10450132"/>
              <a:gd name="connsiteY12247" fmla="*/ 651699 h 5450835"/>
              <a:gd name="connsiteX12248" fmla="*/ 7906067 w 10450132"/>
              <a:gd name="connsiteY12248" fmla="*/ 659583 h 5450835"/>
              <a:gd name="connsiteX12249" fmla="*/ 7906067 w 10450132"/>
              <a:gd name="connsiteY12249" fmla="*/ 660438 h 5450835"/>
              <a:gd name="connsiteX12250" fmla="*/ 7901536 w 10450132"/>
              <a:gd name="connsiteY12250" fmla="*/ 668321 h 5450835"/>
              <a:gd name="connsiteX12251" fmla="*/ 7900748 w 10450132"/>
              <a:gd name="connsiteY12251" fmla="*/ 668781 h 5450835"/>
              <a:gd name="connsiteX12252" fmla="*/ 7891684 w 10450132"/>
              <a:gd name="connsiteY12252" fmla="*/ 668781 h 5450835"/>
              <a:gd name="connsiteX12253" fmla="*/ 7890896 w 10450132"/>
              <a:gd name="connsiteY12253" fmla="*/ 668321 h 5450835"/>
              <a:gd name="connsiteX12254" fmla="*/ 7886363 w 10450132"/>
              <a:gd name="connsiteY12254" fmla="*/ 660438 h 5450835"/>
              <a:gd name="connsiteX12255" fmla="*/ 7886363 w 10450132"/>
              <a:gd name="connsiteY12255" fmla="*/ 659583 h 5450835"/>
              <a:gd name="connsiteX12256" fmla="*/ 7890896 w 10450132"/>
              <a:gd name="connsiteY12256" fmla="*/ 651699 h 5450835"/>
              <a:gd name="connsiteX12257" fmla="*/ 7891684 w 10450132"/>
              <a:gd name="connsiteY12257" fmla="*/ 651245 h 5450835"/>
              <a:gd name="connsiteX12258" fmla="*/ 3821551 w 10450132"/>
              <a:gd name="connsiteY12258" fmla="*/ 651241 h 5450835"/>
              <a:gd name="connsiteX12259" fmla="*/ 3830617 w 10450132"/>
              <a:gd name="connsiteY12259" fmla="*/ 651241 h 5450835"/>
              <a:gd name="connsiteX12260" fmla="*/ 3831407 w 10450132"/>
              <a:gd name="connsiteY12260" fmla="*/ 651699 h 5450835"/>
              <a:gd name="connsiteX12261" fmla="*/ 3835939 w 10450132"/>
              <a:gd name="connsiteY12261" fmla="*/ 659583 h 5450835"/>
              <a:gd name="connsiteX12262" fmla="*/ 3835939 w 10450132"/>
              <a:gd name="connsiteY12262" fmla="*/ 660431 h 5450835"/>
              <a:gd name="connsiteX12263" fmla="*/ 3831407 w 10450132"/>
              <a:gd name="connsiteY12263" fmla="*/ 668318 h 5450835"/>
              <a:gd name="connsiteX12264" fmla="*/ 3830617 w 10450132"/>
              <a:gd name="connsiteY12264" fmla="*/ 668778 h 5450835"/>
              <a:gd name="connsiteX12265" fmla="*/ 3821551 w 10450132"/>
              <a:gd name="connsiteY12265" fmla="*/ 668778 h 5450835"/>
              <a:gd name="connsiteX12266" fmla="*/ 3820764 w 10450132"/>
              <a:gd name="connsiteY12266" fmla="*/ 668318 h 5450835"/>
              <a:gd name="connsiteX12267" fmla="*/ 3816231 w 10450132"/>
              <a:gd name="connsiteY12267" fmla="*/ 660431 h 5450835"/>
              <a:gd name="connsiteX12268" fmla="*/ 3816231 w 10450132"/>
              <a:gd name="connsiteY12268" fmla="*/ 659583 h 5450835"/>
              <a:gd name="connsiteX12269" fmla="*/ 3820764 w 10450132"/>
              <a:gd name="connsiteY12269" fmla="*/ 651699 h 5450835"/>
              <a:gd name="connsiteX12270" fmla="*/ 3821551 w 10450132"/>
              <a:gd name="connsiteY12270" fmla="*/ 651241 h 5450835"/>
              <a:gd name="connsiteX12271" fmla="*/ 8909274 w 10450132"/>
              <a:gd name="connsiteY12271" fmla="*/ 651233 h 5450835"/>
              <a:gd name="connsiteX12272" fmla="*/ 8918336 w 10450132"/>
              <a:gd name="connsiteY12272" fmla="*/ 651233 h 5450835"/>
              <a:gd name="connsiteX12273" fmla="*/ 8919125 w 10450132"/>
              <a:gd name="connsiteY12273" fmla="*/ 651695 h 5450835"/>
              <a:gd name="connsiteX12274" fmla="*/ 8923657 w 10450132"/>
              <a:gd name="connsiteY12274" fmla="*/ 659575 h 5450835"/>
              <a:gd name="connsiteX12275" fmla="*/ 8923657 w 10450132"/>
              <a:gd name="connsiteY12275" fmla="*/ 660428 h 5450835"/>
              <a:gd name="connsiteX12276" fmla="*/ 8919125 w 10450132"/>
              <a:gd name="connsiteY12276" fmla="*/ 668314 h 5450835"/>
              <a:gd name="connsiteX12277" fmla="*/ 8918336 w 10450132"/>
              <a:gd name="connsiteY12277" fmla="*/ 668773 h 5450835"/>
              <a:gd name="connsiteX12278" fmla="*/ 8909274 w 10450132"/>
              <a:gd name="connsiteY12278" fmla="*/ 668773 h 5450835"/>
              <a:gd name="connsiteX12279" fmla="*/ 8908484 w 10450132"/>
              <a:gd name="connsiteY12279" fmla="*/ 668314 h 5450835"/>
              <a:gd name="connsiteX12280" fmla="*/ 8903953 w 10450132"/>
              <a:gd name="connsiteY12280" fmla="*/ 660428 h 5450835"/>
              <a:gd name="connsiteX12281" fmla="*/ 8903953 w 10450132"/>
              <a:gd name="connsiteY12281" fmla="*/ 659575 h 5450835"/>
              <a:gd name="connsiteX12282" fmla="*/ 8908484 w 10450132"/>
              <a:gd name="connsiteY12282" fmla="*/ 651695 h 5450835"/>
              <a:gd name="connsiteX12283" fmla="*/ 8909274 w 10450132"/>
              <a:gd name="connsiteY12283" fmla="*/ 651233 h 5450835"/>
              <a:gd name="connsiteX12284" fmla="*/ 6110888 w 10450132"/>
              <a:gd name="connsiteY12284" fmla="*/ 651233 h 5450835"/>
              <a:gd name="connsiteX12285" fmla="*/ 6119953 w 10450132"/>
              <a:gd name="connsiteY12285" fmla="*/ 651233 h 5450835"/>
              <a:gd name="connsiteX12286" fmla="*/ 6120740 w 10450132"/>
              <a:gd name="connsiteY12286" fmla="*/ 651692 h 5450835"/>
              <a:gd name="connsiteX12287" fmla="*/ 6125272 w 10450132"/>
              <a:gd name="connsiteY12287" fmla="*/ 659575 h 5450835"/>
              <a:gd name="connsiteX12288" fmla="*/ 6125272 w 10450132"/>
              <a:gd name="connsiteY12288" fmla="*/ 660428 h 5450835"/>
              <a:gd name="connsiteX12289" fmla="*/ 6120740 w 10450132"/>
              <a:gd name="connsiteY12289" fmla="*/ 668311 h 5450835"/>
              <a:gd name="connsiteX12290" fmla="*/ 6119953 w 10450132"/>
              <a:gd name="connsiteY12290" fmla="*/ 668773 h 5450835"/>
              <a:gd name="connsiteX12291" fmla="*/ 6110888 w 10450132"/>
              <a:gd name="connsiteY12291" fmla="*/ 668773 h 5450835"/>
              <a:gd name="connsiteX12292" fmla="*/ 6110101 w 10450132"/>
              <a:gd name="connsiteY12292" fmla="*/ 668311 h 5450835"/>
              <a:gd name="connsiteX12293" fmla="*/ 6105567 w 10450132"/>
              <a:gd name="connsiteY12293" fmla="*/ 660428 h 5450835"/>
              <a:gd name="connsiteX12294" fmla="*/ 6105567 w 10450132"/>
              <a:gd name="connsiteY12294" fmla="*/ 659575 h 5450835"/>
              <a:gd name="connsiteX12295" fmla="*/ 6110101 w 10450132"/>
              <a:gd name="connsiteY12295" fmla="*/ 651692 h 5450835"/>
              <a:gd name="connsiteX12296" fmla="*/ 6110888 w 10450132"/>
              <a:gd name="connsiteY12296" fmla="*/ 651233 h 5450835"/>
              <a:gd name="connsiteX12297" fmla="*/ 5347746 w 10450132"/>
              <a:gd name="connsiteY12297" fmla="*/ 651233 h 5450835"/>
              <a:gd name="connsiteX12298" fmla="*/ 5356810 w 10450132"/>
              <a:gd name="connsiteY12298" fmla="*/ 651233 h 5450835"/>
              <a:gd name="connsiteX12299" fmla="*/ 5357598 w 10450132"/>
              <a:gd name="connsiteY12299" fmla="*/ 651695 h 5450835"/>
              <a:gd name="connsiteX12300" fmla="*/ 5362130 w 10450132"/>
              <a:gd name="connsiteY12300" fmla="*/ 659575 h 5450835"/>
              <a:gd name="connsiteX12301" fmla="*/ 5362130 w 10450132"/>
              <a:gd name="connsiteY12301" fmla="*/ 660428 h 5450835"/>
              <a:gd name="connsiteX12302" fmla="*/ 5357598 w 10450132"/>
              <a:gd name="connsiteY12302" fmla="*/ 668314 h 5450835"/>
              <a:gd name="connsiteX12303" fmla="*/ 5356810 w 10450132"/>
              <a:gd name="connsiteY12303" fmla="*/ 668773 h 5450835"/>
              <a:gd name="connsiteX12304" fmla="*/ 5347746 w 10450132"/>
              <a:gd name="connsiteY12304" fmla="*/ 668773 h 5450835"/>
              <a:gd name="connsiteX12305" fmla="*/ 5346958 w 10450132"/>
              <a:gd name="connsiteY12305" fmla="*/ 668314 h 5450835"/>
              <a:gd name="connsiteX12306" fmla="*/ 5342425 w 10450132"/>
              <a:gd name="connsiteY12306" fmla="*/ 660428 h 5450835"/>
              <a:gd name="connsiteX12307" fmla="*/ 5342425 w 10450132"/>
              <a:gd name="connsiteY12307" fmla="*/ 659575 h 5450835"/>
              <a:gd name="connsiteX12308" fmla="*/ 5346958 w 10450132"/>
              <a:gd name="connsiteY12308" fmla="*/ 651695 h 5450835"/>
              <a:gd name="connsiteX12309" fmla="*/ 5347746 w 10450132"/>
              <a:gd name="connsiteY12309" fmla="*/ 651233 h 5450835"/>
              <a:gd name="connsiteX12310" fmla="*/ 8654892 w 10450132"/>
              <a:gd name="connsiteY12310" fmla="*/ 651223 h 5450835"/>
              <a:gd name="connsiteX12311" fmla="*/ 8663955 w 10450132"/>
              <a:gd name="connsiteY12311" fmla="*/ 651223 h 5450835"/>
              <a:gd name="connsiteX12312" fmla="*/ 8664744 w 10450132"/>
              <a:gd name="connsiteY12312" fmla="*/ 651685 h 5450835"/>
              <a:gd name="connsiteX12313" fmla="*/ 8669277 w 10450132"/>
              <a:gd name="connsiteY12313" fmla="*/ 659565 h 5450835"/>
              <a:gd name="connsiteX12314" fmla="*/ 8669277 w 10450132"/>
              <a:gd name="connsiteY12314" fmla="*/ 660421 h 5450835"/>
              <a:gd name="connsiteX12315" fmla="*/ 8664744 w 10450132"/>
              <a:gd name="connsiteY12315" fmla="*/ 668304 h 5450835"/>
              <a:gd name="connsiteX12316" fmla="*/ 8663955 w 10450132"/>
              <a:gd name="connsiteY12316" fmla="*/ 668764 h 5450835"/>
              <a:gd name="connsiteX12317" fmla="*/ 8654892 w 10450132"/>
              <a:gd name="connsiteY12317" fmla="*/ 668764 h 5450835"/>
              <a:gd name="connsiteX12318" fmla="*/ 8654104 w 10450132"/>
              <a:gd name="connsiteY12318" fmla="*/ 668304 h 5450835"/>
              <a:gd name="connsiteX12319" fmla="*/ 8649572 w 10450132"/>
              <a:gd name="connsiteY12319" fmla="*/ 660421 h 5450835"/>
              <a:gd name="connsiteX12320" fmla="*/ 8649572 w 10450132"/>
              <a:gd name="connsiteY12320" fmla="*/ 659565 h 5450835"/>
              <a:gd name="connsiteX12321" fmla="*/ 8654104 w 10450132"/>
              <a:gd name="connsiteY12321" fmla="*/ 651685 h 5450835"/>
              <a:gd name="connsiteX12322" fmla="*/ 8654892 w 10450132"/>
              <a:gd name="connsiteY12322" fmla="*/ 651223 h 5450835"/>
              <a:gd name="connsiteX12323" fmla="*/ 7637304 w 10450132"/>
              <a:gd name="connsiteY12323" fmla="*/ 651214 h 5450835"/>
              <a:gd name="connsiteX12324" fmla="*/ 7646367 w 10450132"/>
              <a:gd name="connsiteY12324" fmla="*/ 651214 h 5450835"/>
              <a:gd name="connsiteX12325" fmla="*/ 7647156 w 10450132"/>
              <a:gd name="connsiteY12325" fmla="*/ 651678 h 5450835"/>
              <a:gd name="connsiteX12326" fmla="*/ 7651687 w 10450132"/>
              <a:gd name="connsiteY12326" fmla="*/ 659557 h 5450835"/>
              <a:gd name="connsiteX12327" fmla="*/ 7651687 w 10450132"/>
              <a:gd name="connsiteY12327" fmla="*/ 660410 h 5450835"/>
              <a:gd name="connsiteX12328" fmla="*/ 7647156 w 10450132"/>
              <a:gd name="connsiteY12328" fmla="*/ 668297 h 5450835"/>
              <a:gd name="connsiteX12329" fmla="*/ 7646367 w 10450132"/>
              <a:gd name="connsiteY12329" fmla="*/ 668755 h 5450835"/>
              <a:gd name="connsiteX12330" fmla="*/ 7637304 w 10450132"/>
              <a:gd name="connsiteY12330" fmla="*/ 668755 h 5450835"/>
              <a:gd name="connsiteX12331" fmla="*/ 7636516 w 10450132"/>
              <a:gd name="connsiteY12331" fmla="*/ 668297 h 5450835"/>
              <a:gd name="connsiteX12332" fmla="*/ 7631983 w 10450132"/>
              <a:gd name="connsiteY12332" fmla="*/ 660410 h 5450835"/>
              <a:gd name="connsiteX12333" fmla="*/ 7631983 w 10450132"/>
              <a:gd name="connsiteY12333" fmla="*/ 659557 h 5450835"/>
              <a:gd name="connsiteX12334" fmla="*/ 7636516 w 10450132"/>
              <a:gd name="connsiteY12334" fmla="*/ 651678 h 5450835"/>
              <a:gd name="connsiteX12335" fmla="*/ 7637304 w 10450132"/>
              <a:gd name="connsiteY12335" fmla="*/ 651214 h 5450835"/>
              <a:gd name="connsiteX12336" fmla="*/ 4075880 w 10450132"/>
              <a:gd name="connsiteY12336" fmla="*/ 651214 h 5450835"/>
              <a:gd name="connsiteX12337" fmla="*/ 4084943 w 10450132"/>
              <a:gd name="connsiteY12337" fmla="*/ 651214 h 5450835"/>
              <a:gd name="connsiteX12338" fmla="*/ 4085730 w 10450132"/>
              <a:gd name="connsiteY12338" fmla="*/ 651678 h 5450835"/>
              <a:gd name="connsiteX12339" fmla="*/ 4090262 w 10450132"/>
              <a:gd name="connsiteY12339" fmla="*/ 659555 h 5450835"/>
              <a:gd name="connsiteX12340" fmla="*/ 4090262 w 10450132"/>
              <a:gd name="connsiteY12340" fmla="*/ 660410 h 5450835"/>
              <a:gd name="connsiteX12341" fmla="*/ 4085730 w 10450132"/>
              <a:gd name="connsiteY12341" fmla="*/ 668294 h 5450835"/>
              <a:gd name="connsiteX12342" fmla="*/ 4084943 w 10450132"/>
              <a:gd name="connsiteY12342" fmla="*/ 668755 h 5450835"/>
              <a:gd name="connsiteX12343" fmla="*/ 4075880 w 10450132"/>
              <a:gd name="connsiteY12343" fmla="*/ 668755 h 5450835"/>
              <a:gd name="connsiteX12344" fmla="*/ 4075092 w 10450132"/>
              <a:gd name="connsiteY12344" fmla="*/ 668294 h 5450835"/>
              <a:gd name="connsiteX12345" fmla="*/ 4070560 w 10450132"/>
              <a:gd name="connsiteY12345" fmla="*/ 660410 h 5450835"/>
              <a:gd name="connsiteX12346" fmla="*/ 4070560 w 10450132"/>
              <a:gd name="connsiteY12346" fmla="*/ 659555 h 5450835"/>
              <a:gd name="connsiteX12347" fmla="*/ 4075092 w 10450132"/>
              <a:gd name="connsiteY12347" fmla="*/ 651678 h 5450835"/>
              <a:gd name="connsiteX12348" fmla="*/ 4075880 w 10450132"/>
              <a:gd name="connsiteY12348" fmla="*/ 651214 h 5450835"/>
              <a:gd name="connsiteX12349" fmla="*/ 4838919 w 10450132"/>
              <a:gd name="connsiteY12349" fmla="*/ 651208 h 5450835"/>
              <a:gd name="connsiteX12350" fmla="*/ 4847982 w 10450132"/>
              <a:gd name="connsiteY12350" fmla="*/ 651208 h 5450835"/>
              <a:gd name="connsiteX12351" fmla="*/ 4848772 w 10450132"/>
              <a:gd name="connsiteY12351" fmla="*/ 651668 h 5450835"/>
              <a:gd name="connsiteX12352" fmla="*/ 4853303 w 10450132"/>
              <a:gd name="connsiteY12352" fmla="*/ 659552 h 5450835"/>
              <a:gd name="connsiteX12353" fmla="*/ 4853303 w 10450132"/>
              <a:gd name="connsiteY12353" fmla="*/ 660405 h 5450835"/>
              <a:gd name="connsiteX12354" fmla="*/ 4848772 w 10450132"/>
              <a:gd name="connsiteY12354" fmla="*/ 668286 h 5450835"/>
              <a:gd name="connsiteX12355" fmla="*/ 4847982 w 10450132"/>
              <a:gd name="connsiteY12355" fmla="*/ 668746 h 5450835"/>
              <a:gd name="connsiteX12356" fmla="*/ 4838919 w 10450132"/>
              <a:gd name="connsiteY12356" fmla="*/ 668746 h 5450835"/>
              <a:gd name="connsiteX12357" fmla="*/ 4838132 w 10450132"/>
              <a:gd name="connsiteY12357" fmla="*/ 668286 h 5450835"/>
              <a:gd name="connsiteX12358" fmla="*/ 4833598 w 10450132"/>
              <a:gd name="connsiteY12358" fmla="*/ 660405 h 5450835"/>
              <a:gd name="connsiteX12359" fmla="*/ 4833598 w 10450132"/>
              <a:gd name="connsiteY12359" fmla="*/ 659552 h 5450835"/>
              <a:gd name="connsiteX12360" fmla="*/ 4838132 w 10450132"/>
              <a:gd name="connsiteY12360" fmla="*/ 651668 h 5450835"/>
              <a:gd name="connsiteX12361" fmla="*/ 4838919 w 10450132"/>
              <a:gd name="connsiteY12361" fmla="*/ 651208 h 5450835"/>
              <a:gd name="connsiteX12362" fmla="*/ 6365334 w 10450132"/>
              <a:gd name="connsiteY12362" fmla="*/ 651204 h 5450835"/>
              <a:gd name="connsiteX12363" fmla="*/ 6374397 w 10450132"/>
              <a:gd name="connsiteY12363" fmla="*/ 651204 h 5450835"/>
              <a:gd name="connsiteX12364" fmla="*/ 6375186 w 10450132"/>
              <a:gd name="connsiteY12364" fmla="*/ 651668 h 5450835"/>
              <a:gd name="connsiteX12365" fmla="*/ 6379718 w 10450132"/>
              <a:gd name="connsiteY12365" fmla="*/ 659548 h 5450835"/>
              <a:gd name="connsiteX12366" fmla="*/ 6379718 w 10450132"/>
              <a:gd name="connsiteY12366" fmla="*/ 660401 h 5450835"/>
              <a:gd name="connsiteX12367" fmla="*/ 6375186 w 10450132"/>
              <a:gd name="connsiteY12367" fmla="*/ 668282 h 5450835"/>
              <a:gd name="connsiteX12368" fmla="*/ 6374397 w 10450132"/>
              <a:gd name="connsiteY12368" fmla="*/ 668745 h 5450835"/>
              <a:gd name="connsiteX12369" fmla="*/ 6365334 w 10450132"/>
              <a:gd name="connsiteY12369" fmla="*/ 668745 h 5450835"/>
              <a:gd name="connsiteX12370" fmla="*/ 6364546 w 10450132"/>
              <a:gd name="connsiteY12370" fmla="*/ 668282 h 5450835"/>
              <a:gd name="connsiteX12371" fmla="*/ 6360014 w 10450132"/>
              <a:gd name="connsiteY12371" fmla="*/ 660401 h 5450835"/>
              <a:gd name="connsiteX12372" fmla="*/ 6360014 w 10450132"/>
              <a:gd name="connsiteY12372" fmla="*/ 659548 h 5450835"/>
              <a:gd name="connsiteX12373" fmla="*/ 6364546 w 10450132"/>
              <a:gd name="connsiteY12373" fmla="*/ 651668 h 5450835"/>
              <a:gd name="connsiteX12374" fmla="*/ 6365334 w 10450132"/>
              <a:gd name="connsiteY12374" fmla="*/ 651204 h 5450835"/>
              <a:gd name="connsiteX12375" fmla="*/ 5093300 w 10450132"/>
              <a:gd name="connsiteY12375" fmla="*/ 651202 h 5450835"/>
              <a:gd name="connsiteX12376" fmla="*/ 5102364 w 10450132"/>
              <a:gd name="connsiteY12376" fmla="*/ 651202 h 5450835"/>
              <a:gd name="connsiteX12377" fmla="*/ 5103153 w 10450132"/>
              <a:gd name="connsiteY12377" fmla="*/ 651660 h 5450835"/>
              <a:gd name="connsiteX12378" fmla="*/ 5107684 w 10450132"/>
              <a:gd name="connsiteY12378" fmla="*/ 659540 h 5450835"/>
              <a:gd name="connsiteX12379" fmla="*/ 5107684 w 10450132"/>
              <a:gd name="connsiteY12379" fmla="*/ 660397 h 5450835"/>
              <a:gd name="connsiteX12380" fmla="*/ 5103153 w 10450132"/>
              <a:gd name="connsiteY12380" fmla="*/ 668279 h 5450835"/>
              <a:gd name="connsiteX12381" fmla="*/ 5102364 w 10450132"/>
              <a:gd name="connsiteY12381" fmla="*/ 668739 h 5450835"/>
              <a:gd name="connsiteX12382" fmla="*/ 5093300 w 10450132"/>
              <a:gd name="connsiteY12382" fmla="*/ 668739 h 5450835"/>
              <a:gd name="connsiteX12383" fmla="*/ 5092512 w 10450132"/>
              <a:gd name="connsiteY12383" fmla="*/ 668279 h 5450835"/>
              <a:gd name="connsiteX12384" fmla="*/ 5087979 w 10450132"/>
              <a:gd name="connsiteY12384" fmla="*/ 660397 h 5450835"/>
              <a:gd name="connsiteX12385" fmla="*/ 5087979 w 10450132"/>
              <a:gd name="connsiteY12385" fmla="*/ 659540 h 5450835"/>
              <a:gd name="connsiteX12386" fmla="*/ 5092512 w 10450132"/>
              <a:gd name="connsiteY12386" fmla="*/ 651660 h 5450835"/>
              <a:gd name="connsiteX12387" fmla="*/ 5093300 w 10450132"/>
              <a:gd name="connsiteY12387" fmla="*/ 651202 h 5450835"/>
              <a:gd name="connsiteX12388" fmla="*/ 9163654 w 10450132"/>
              <a:gd name="connsiteY12388" fmla="*/ 651192 h 5450835"/>
              <a:gd name="connsiteX12389" fmla="*/ 9172718 w 10450132"/>
              <a:gd name="connsiteY12389" fmla="*/ 651192 h 5450835"/>
              <a:gd name="connsiteX12390" fmla="*/ 9173506 w 10450132"/>
              <a:gd name="connsiteY12390" fmla="*/ 651651 h 5450835"/>
              <a:gd name="connsiteX12391" fmla="*/ 9178038 w 10450132"/>
              <a:gd name="connsiteY12391" fmla="*/ 659535 h 5450835"/>
              <a:gd name="connsiteX12392" fmla="*/ 9178038 w 10450132"/>
              <a:gd name="connsiteY12392" fmla="*/ 660387 h 5450835"/>
              <a:gd name="connsiteX12393" fmla="*/ 9173506 w 10450132"/>
              <a:gd name="connsiteY12393" fmla="*/ 668270 h 5450835"/>
              <a:gd name="connsiteX12394" fmla="*/ 9172718 w 10450132"/>
              <a:gd name="connsiteY12394" fmla="*/ 668732 h 5450835"/>
              <a:gd name="connsiteX12395" fmla="*/ 9163654 w 10450132"/>
              <a:gd name="connsiteY12395" fmla="*/ 668732 h 5450835"/>
              <a:gd name="connsiteX12396" fmla="*/ 9162866 w 10450132"/>
              <a:gd name="connsiteY12396" fmla="*/ 668270 h 5450835"/>
              <a:gd name="connsiteX12397" fmla="*/ 9158333 w 10450132"/>
              <a:gd name="connsiteY12397" fmla="*/ 660387 h 5450835"/>
              <a:gd name="connsiteX12398" fmla="*/ 9158333 w 10450132"/>
              <a:gd name="connsiteY12398" fmla="*/ 659535 h 5450835"/>
              <a:gd name="connsiteX12399" fmla="*/ 9162866 w 10450132"/>
              <a:gd name="connsiteY12399" fmla="*/ 651651 h 5450835"/>
              <a:gd name="connsiteX12400" fmla="*/ 9163654 w 10450132"/>
              <a:gd name="connsiteY12400" fmla="*/ 651192 h 5450835"/>
              <a:gd name="connsiteX12401" fmla="*/ 8400511 w 10450132"/>
              <a:gd name="connsiteY12401" fmla="*/ 651192 h 5450835"/>
              <a:gd name="connsiteX12402" fmla="*/ 8409575 w 10450132"/>
              <a:gd name="connsiteY12402" fmla="*/ 651192 h 5450835"/>
              <a:gd name="connsiteX12403" fmla="*/ 8410363 w 10450132"/>
              <a:gd name="connsiteY12403" fmla="*/ 651654 h 5450835"/>
              <a:gd name="connsiteX12404" fmla="*/ 8414896 w 10450132"/>
              <a:gd name="connsiteY12404" fmla="*/ 659535 h 5450835"/>
              <a:gd name="connsiteX12405" fmla="*/ 8414896 w 10450132"/>
              <a:gd name="connsiteY12405" fmla="*/ 660390 h 5450835"/>
              <a:gd name="connsiteX12406" fmla="*/ 8410363 w 10450132"/>
              <a:gd name="connsiteY12406" fmla="*/ 668272 h 5450835"/>
              <a:gd name="connsiteX12407" fmla="*/ 8409575 w 10450132"/>
              <a:gd name="connsiteY12407" fmla="*/ 668732 h 5450835"/>
              <a:gd name="connsiteX12408" fmla="*/ 8400511 w 10450132"/>
              <a:gd name="connsiteY12408" fmla="*/ 668732 h 5450835"/>
              <a:gd name="connsiteX12409" fmla="*/ 8399723 w 10450132"/>
              <a:gd name="connsiteY12409" fmla="*/ 668272 h 5450835"/>
              <a:gd name="connsiteX12410" fmla="*/ 8395191 w 10450132"/>
              <a:gd name="connsiteY12410" fmla="*/ 660390 h 5450835"/>
              <a:gd name="connsiteX12411" fmla="*/ 8395191 w 10450132"/>
              <a:gd name="connsiteY12411" fmla="*/ 659535 h 5450835"/>
              <a:gd name="connsiteX12412" fmla="*/ 8399723 w 10450132"/>
              <a:gd name="connsiteY12412" fmla="*/ 651654 h 5450835"/>
              <a:gd name="connsiteX12413" fmla="*/ 8400511 w 10450132"/>
              <a:gd name="connsiteY12413" fmla="*/ 651192 h 5450835"/>
              <a:gd name="connsiteX12414" fmla="*/ 6619714 w 10450132"/>
              <a:gd name="connsiteY12414" fmla="*/ 651181 h 5450835"/>
              <a:gd name="connsiteX12415" fmla="*/ 6628778 w 10450132"/>
              <a:gd name="connsiteY12415" fmla="*/ 651181 h 5450835"/>
              <a:gd name="connsiteX12416" fmla="*/ 6629566 w 10450132"/>
              <a:gd name="connsiteY12416" fmla="*/ 651639 h 5450835"/>
              <a:gd name="connsiteX12417" fmla="*/ 6634099 w 10450132"/>
              <a:gd name="connsiteY12417" fmla="*/ 659524 h 5450835"/>
              <a:gd name="connsiteX12418" fmla="*/ 6634099 w 10450132"/>
              <a:gd name="connsiteY12418" fmla="*/ 660376 h 5450835"/>
              <a:gd name="connsiteX12419" fmla="*/ 6629566 w 10450132"/>
              <a:gd name="connsiteY12419" fmla="*/ 668258 h 5450835"/>
              <a:gd name="connsiteX12420" fmla="*/ 6628778 w 10450132"/>
              <a:gd name="connsiteY12420" fmla="*/ 668720 h 5450835"/>
              <a:gd name="connsiteX12421" fmla="*/ 6619714 w 10450132"/>
              <a:gd name="connsiteY12421" fmla="*/ 668720 h 5450835"/>
              <a:gd name="connsiteX12422" fmla="*/ 6618926 w 10450132"/>
              <a:gd name="connsiteY12422" fmla="*/ 668258 h 5450835"/>
              <a:gd name="connsiteX12423" fmla="*/ 6614394 w 10450132"/>
              <a:gd name="connsiteY12423" fmla="*/ 660376 h 5450835"/>
              <a:gd name="connsiteX12424" fmla="*/ 6614394 w 10450132"/>
              <a:gd name="connsiteY12424" fmla="*/ 659524 h 5450835"/>
              <a:gd name="connsiteX12425" fmla="*/ 6618926 w 10450132"/>
              <a:gd name="connsiteY12425" fmla="*/ 651639 h 5450835"/>
              <a:gd name="connsiteX12426" fmla="*/ 6619714 w 10450132"/>
              <a:gd name="connsiteY12426" fmla="*/ 651181 h 5450835"/>
              <a:gd name="connsiteX12427" fmla="*/ 7128477 w 10450132"/>
              <a:gd name="connsiteY12427" fmla="*/ 651167 h 5450835"/>
              <a:gd name="connsiteX12428" fmla="*/ 7137540 w 10450132"/>
              <a:gd name="connsiteY12428" fmla="*/ 651167 h 5450835"/>
              <a:gd name="connsiteX12429" fmla="*/ 7138328 w 10450132"/>
              <a:gd name="connsiteY12429" fmla="*/ 651628 h 5450835"/>
              <a:gd name="connsiteX12430" fmla="*/ 7142860 w 10450132"/>
              <a:gd name="connsiteY12430" fmla="*/ 659508 h 5450835"/>
              <a:gd name="connsiteX12431" fmla="*/ 7142860 w 10450132"/>
              <a:gd name="connsiteY12431" fmla="*/ 660362 h 5450835"/>
              <a:gd name="connsiteX12432" fmla="*/ 7138328 w 10450132"/>
              <a:gd name="connsiteY12432" fmla="*/ 668246 h 5450835"/>
              <a:gd name="connsiteX12433" fmla="*/ 7137540 w 10450132"/>
              <a:gd name="connsiteY12433" fmla="*/ 668704 h 5450835"/>
              <a:gd name="connsiteX12434" fmla="*/ 7128477 w 10450132"/>
              <a:gd name="connsiteY12434" fmla="*/ 668704 h 5450835"/>
              <a:gd name="connsiteX12435" fmla="*/ 7127689 w 10450132"/>
              <a:gd name="connsiteY12435" fmla="*/ 668246 h 5450835"/>
              <a:gd name="connsiteX12436" fmla="*/ 7123156 w 10450132"/>
              <a:gd name="connsiteY12436" fmla="*/ 660362 h 5450835"/>
              <a:gd name="connsiteX12437" fmla="*/ 7123156 w 10450132"/>
              <a:gd name="connsiteY12437" fmla="*/ 659508 h 5450835"/>
              <a:gd name="connsiteX12438" fmla="*/ 7127689 w 10450132"/>
              <a:gd name="connsiteY12438" fmla="*/ 651628 h 5450835"/>
              <a:gd name="connsiteX12439" fmla="*/ 7128477 w 10450132"/>
              <a:gd name="connsiteY12439" fmla="*/ 651167 h 5450835"/>
              <a:gd name="connsiteX12440" fmla="*/ 4584538 w 10450132"/>
              <a:gd name="connsiteY12440" fmla="*/ 651167 h 5450835"/>
              <a:gd name="connsiteX12441" fmla="*/ 4593603 w 10450132"/>
              <a:gd name="connsiteY12441" fmla="*/ 651167 h 5450835"/>
              <a:gd name="connsiteX12442" fmla="*/ 4594390 w 10450132"/>
              <a:gd name="connsiteY12442" fmla="*/ 651628 h 5450835"/>
              <a:gd name="connsiteX12443" fmla="*/ 4598922 w 10450132"/>
              <a:gd name="connsiteY12443" fmla="*/ 659508 h 5450835"/>
              <a:gd name="connsiteX12444" fmla="*/ 4598922 w 10450132"/>
              <a:gd name="connsiteY12444" fmla="*/ 660362 h 5450835"/>
              <a:gd name="connsiteX12445" fmla="*/ 4594390 w 10450132"/>
              <a:gd name="connsiteY12445" fmla="*/ 668246 h 5450835"/>
              <a:gd name="connsiteX12446" fmla="*/ 4593603 w 10450132"/>
              <a:gd name="connsiteY12446" fmla="*/ 668704 h 5450835"/>
              <a:gd name="connsiteX12447" fmla="*/ 4584538 w 10450132"/>
              <a:gd name="connsiteY12447" fmla="*/ 668704 h 5450835"/>
              <a:gd name="connsiteX12448" fmla="*/ 4583749 w 10450132"/>
              <a:gd name="connsiteY12448" fmla="*/ 668246 h 5450835"/>
              <a:gd name="connsiteX12449" fmla="*/ 4579218 w 10450132"/>
              <a:gd name="connsiteY12449" fmla="*/ 660362 h 5450835"/>
              <a:gd name="connsiteX12450" fmla="*/ 4579218 w 10450132"/>
              <a:gd name="connsiteY12450" fmla="*/ 659508 h 5450835"/>
              <a:gd name="connsiteX12451" fmla="*/ 4583749 w 10450132"/>
              <a:gd name="connsiteY12451" fmla="*/ 651628 h 5450835"/>
              <a:gd name="connsiteX12452" fmla="*/ 4584538 w 10450132"/>
              <a:gd name="connsiteY12452" fmla="*/ 651167 h 5450835"/>
              <a:gd name="connsiteX12453" fmla="*/ 9418035 w 10450132"/>
              <a:gd name="connsiteY12453" fmla="*/ 651165 h 5450835"/>
              <a:gd name="connsiteX12454" fmla="*/ 9427099 w 10450132"/>
              <a:gd name="connsiteY12454" fmla="*/ 651165 h 5450835"/>
              <a:gd name="connsiteX12455" fmla="*/ 9427887 w 10450132"/>
              <a:gd name="connsiteY12455" fmla="*/ 651626 h 5450835"/>
              <a:gd name="connsiteX12456" fmla="*/ 9432419 w 10450132"/>
              <a:gd name="connsiteY12456" fmla="*/ 659507 h 5450835"/>
              <a:gd name="connsiteX12457" fmla="*/ 9432419 w 10450132"/>
              <a:gd name="connsiteY12457" fmla="*/ 660361 h 5450835"/>
              <a:gd name="connsiteX12458" fmla="*/ 9427887 w 10450132"/>
              <a:gd name="connsiteY12458" fmla="*/ 668244 h 5450835"/>
              <a:gd name="connsiteX12459" fmla="*/ 9427099 w 10450132"/>
              <a:gd name="connsiteY12459" fmla="*/ 668703 h 5450835"/>
              <a:gd name="connsiteX12460" fmla="*/ 9418035 w 10450132"/>
              <a:gd name="connsiteY12460" fmla="*/ 668703 h 5450835"/>
              <a:gd name="connsiteX12461" fmla="*/ 9417247 w 10450132"/>
              <a:gd name="connsiteY12461" fmla="*/ 668244 h 5450835"/>
              <a:gd name="connsiteX12462" fmla="*/ 9412714 w 10450132"/>
              <a:gd name="connsiteY12462" fmla="*/ 660361 h 5450835"/>
              <a:gd name="connsiteX12463" fmla="*/ 9412714 w 10450132"/>
              <a:gd name="connsiteY12463" fmla="*/ 659507 h 5450835"/>
              <a:gd name="connsiteX12464" fmla="*/ 9417247 w 10450132"/>
              <a:gd name="connsiteY12464" fmla="*/ 651626 h 5450835"/>
              <a:gd name="connsiteX12465" fmla="*/ 9418035 w 10450132"/>
              <a:gd name="connsiteY12465" fmla="*/ 651165 h 5450835"/>
              <a:gd name="connsiteX12466" fmla="*/ 6874095 w 10450132"/>
              <a:gd name="connsiteY12466" fmla="*/ 651165 h 5450835"/>
              <a:gd name="connsiteX12467" fmla="*/ 6883159 w 10450132"/>
              <a:gd name="connsiteY12467" fmla="*/ 651165 h 5450835"/>
              <a:gd name="connsiteX12468" fmla="*/ 6883947 w 10450132"/>
              <a:gd name="connsiteY12468" fmla="*/ 651625 h 5450835"/>
              <a:gd name="connsiteX12469" fmla="*/ 6888480 w 10450132"/>
              <a:gd name="connsiteY12469" fmla="*/ 659505 h 5450835"/>
              <a:gd name="connsiteX12470" fmla="*/ 6888480 w 10450132"/>
              <a:gd name="connsiteY12470" fmla="*/ 660360 h 5450835"/>
              <a:gd name="connsiteX12471" fmla="*/ 6883947 w 10450132"/>
              <a:gd name="connsiteY12471" fmla="*/ 668243 h 5450835"/>
              <a:gd name="connsiteX12472" fmla="*/ 6883159 w 10450132"/>
              <a:gd name="connsiteY12472" fmla="*/ 668701 h 5450835"/>
              <a:gd name="connsiteX12473" fmla="*/ 6874095 w 10450132"/>
              <a:gd name="connsiteY12473" fmla="*/ 668701 h 5450835"/>
              <a:gd name="connsiteX12474" fmla="*/ 6873307 w 10450132"/>
              <a:gd name="connsiteY12474" fmla="*/ 668243 h 5450835"/>
              <a:gd name="connsiteX12475" fmla="*/ 6868775 w 10450132"/>
              <a:gd name="connsiteY12475" fmla="*/ 660360 h 5450835"/>
              <a:gd name="connsiteX12476" fmla="*/ 6868775 w 10450132"/>
              <a:gd name="connsiteY12476" fmla="*/ 659505 h 5450835"/>
              <a:gd name="connsiteX12477" fmla="*/ 6873307 w 10450132"/>
              <a:gd name="connsiteY12477" fmla="*/ 651625 h 5450835"/>
              <a:gd name="connsiteX12478" fmla="*/ 6874095 w 10450132"/>
              <a:gd name="connsiteY12478" fmla="*/ 651165 h 5450835"/>
              <a:gd name="connsiteX12479" fmla="*/ 8146065 w 10450132"/>
              <a:gd name="connsiteY12479" fmla="*/ 651158 h 5450835"/>
              <a:gd name="connsiteX12480" fmla="*/ 8155129 w 10450132"/>
              <a:gd name="connsiteY12480" fmla="*/ 651158 h 5450835"/>
              <a:gd name="connsiteX12481" fmla="*/ 8155917 w 10450132"/>
              <a:gd name="connsiteY12481" fmla="*/ 651618 h 5450835"/>
              <a:gd name="connsiteX12482" fmla="*/ 8160449 w 10450132"/>
              <a:gd name="connsiteY12482" fmla="*/ 659500 h 5450835"/>
              <a:gd name="connsiteX12483" fmla="*/ 8160449 w 10450132"/>
              <a:gd name="connsiteY12483" fmla="*/ 660353 h 5450835"/>
              <a:gd name="connsiteX12484" fmla="*/ 8155917 w 10450132"/>
              <a:gd name="connsiteY12484" fmla="*/ 668236 h 5450835"/>
              <a:gd name="connsiteX12485" fmla="*/ 8155129 w 10450132"/>
              <a:gd name="connsiteY12485" fmla="*/ 668696 h 5450835"/>
              <a:gd name="connsiteX12486" fmla="*/ 8146065 w 10450132"/>
              <a:gd name="connsiteY12486" fmla="*/ 668696 h 5450835"/>
              <a:gd name="connsiteX12487" fmla="*/ 8145277 w 10450132"/>
              <a:gd name="connsiteY12487" fmla="*/ 668236 h 5450835"/>
              <a:gd name="connsiteX12488" fmla="*/ 8140745 w 10450132"/>
              <a:gd name="connsiteY12488" fmla="*/ 660353 h 5450835"/>
              <a:gd name="connsiteX12489" fmla="*/ 8140745 w 10450132"/>
              <a:gd name="connsiteY12489" fmla="*/ 659500 h 5450835"/>
              <a:gd name="connsiteX12490" fmla="*/ 8145277 w 10450132"/>
              <a:gd name="connsiteY12490" fmla="*/ 651618 h 5450835"/>
              <a:gd name="connsiteX12491" fmla="*/ 8146065 w 10450132"/>
              <a:gd name="connsiteY12491" fmla="*/ 651158 h 5450835"/>
              <a:gd name="connsiteX12492" fmla="*/ 10435623 w 10450132"/>
              <a:gd name="connsiteY12492" fmla="*/ 651157 h 5450835"/>
              <a:gd name="connsiteX12493" fmla="*/ 10444687 w 10450132"/>
              <a:gd name="connsiteY12493" fmla="*/ 651157 h 5450835"/>
              <a:gd name="connsiteX12494" fmla="*/ 10445475 w 10450132"/>
              <a:gd name="connsiteY12494" fmla="*/ 651617 h 5450835"/>
              <a:gd name="connsiteX12495" fmla="*/ 10450008 w 10450132"/>
              <a:gd name="connsiteY12495" fmla="*/ 659499 h 5450835"/>
              <a:gd name="connsiteX12496" fmla="*/ 10450008 w 10450132"/>
              <a:gd name="connsiteY12496" fmla="*/ 660352 h 5450835"/>
              <a:gd name="connsiteX12497" fmla="*/ 10445475 w 10450132"/>
              <a:gd name="connsiteY12497" fmla="*/ 668235 h 5450835"/>
              <a:gd name="connsiteX12498" fmla="*/ 10444687 w 10450132"/>
              <a:gd name="connsiteY12498" fmla="*/ 668695 h 5450835"/>
              <a:gd name="connsiteX12499" fmla="*/ 10435623 w 10450132"/>
              <a:gd name="connsiteY12499" fmla="*/ 668695 h 5450835"/>
              <a:gd name="connsiteX12500" fmla="*/ 10434835 w 10450132"/>
              <a:gd name="connsiteY12500" fmla="*/ 668235 h 5450835"/>
              <a:gd name="connsiteX12501" fmla="*/ 10430303 w 10450132"/>
              <a:gd name="connsiteY12501" fmla="*/ 660352 h 5450835"/>
              <a:gd name="connsiteX12502" fmla="*/ 10430303 w 10450132"/>
              <a:gd name="connsiteY12502" fmla="*/ 659499 h 5450835"/>
              <a:gd name="connsiteX12503" fmla="*/ 10434835 w 10450132"/>
              <a:gd name="connsiteY12503" fmla="*/ 651617 h 5450835"/>
              <a:gd name="connsiteX12504" fmla="*/ 10435623 w 10450132"/>
              <a:gd name="connsiteY12504" fmla="*/ 651157 h 5450835"/>
              <a:gd name="connsiteX12505" fmla="*/ 10181243 w 10450132"/>
              <a:gd name="connsiteY12505" fmla="*/ 651157 h 5450835"/>
              <a:gd name="connsiteX12506" fmla="*/ 10190306 w 10450132"/>
              <a:gd name="connsiteY12506" fmla="*/ 651157 h 5450835"/>
              <a:gd name="connsiteX12507" fmla="*/ 10191094 w 10450132"/>
              <a:gd name="connsiteY12507" fmla="*/ 651617 h 5450835"/>
              <a:gd name="connsiteX12508" fmla="*/ 10195627 w 10450132"/>
              <a:gd name="connsiteY12508" fmla="*/ 659499 h 5450835"/>
              <a:gd name="connsiteX12509" fmla="*/ 10195627 w 10450132"/>
              <a:gd name="connsiteY12509" fmla="*/ 660352 h 5450835"/>
              <a:gd name="connsiteX12510" fmla="*/ 10191094 w 10450132"/>
              <a:gd name="connsiteY12510" fmla="*/ 668235 h 5450835"/>
              <a:gd name="connsiteX12511" fmla="*/ 10190306 w 10450132"/>
              <a:gd name="connsiteY12511" fmla="*/ 668695 h 5450835"/>
              <a:gd name="connsiteX12512" fmla="*/ 10181243 w 10450132"/>
              <a:gd name="connsiteY12512" fmla="*/ 668695 h 5450835"/>
              <a:gd name="connsiteX12513" fmla="*/ 10180455 w 10450132"/>
              <a:gd name="connsiteY12513" fmla="*/ 668235 h 5450835"/>
              <a:gd name="connsiteX12514" fmla="*/ 10175923 w 10450132"/>
              <a:gd name="connsiteY12514" fmla="*/ 660352 h 5450835"/>
              <a:gd name="connsiteX12515" fmla="*/ 10175923 w 10450132"/>
              <a:gd name="connsiteY12515" fmla="*/ 659499 h 5450835"/>
              <a:gd name="connsiteX12516" fmla="*/ 10180455 w 10450132"/>
              <a:gd name="connsiteY12516" fmla="*/ 651617 h 5450835"/>
              <a:gd name="connsiteX12517" fmla="*/ 10181243 w 10450132"/>
              <a:gd name="connsiteY12517" fmla="*/ 651157 h 5450835"/>
              <a:gd name="connsiteX12518" fmla="*/ 9926862 w 10450132"/>
              <a:gd name="connsiteY12518" fmla="*/ 651157 h 5450835"/>
              <a:gd name="connsiteX12519" fmla="*/ 9935926 w 10450132"/>
              <a:gd name="connsiteY12519" fmla="*/ 651157 h 5450835"/>
              <a:gd name="connsiteX12520" fmla="*/ 9936714 w 10450132"/>
              <a:gd name="connsiteY12520" fmla="*/ 651617 h 5450835"/>
              <a:gd name="connsiteX12521" fmla="*/ 9941247 w 10450132"/>
              <a:gd name="connsiteY12521" fmla="*/ 659499 h 5450835"/>
              <a:gd name="connsiteX12522" fmla="*/ 9941247 w 10450132"/>
              <a:gd name="connsiteY12522" fmla="*/ 660352 h 5450835"/>
              <a:gd name="connsiteX12523" fmla="*/ 9936714 w 10450132"/>
              <a:gd name="connsiteY12523" fmla="*/ 668235 h 5450835"/>
              <a:gd name="connsiteX12524" fmla="*/ 9935926 w 10450132"/>
              <a:gd name="connsiteY12524" fmla="*/ 668695 h 5450835"/>
              <a:gd name="connsiteX12525" fmla="*/ 9926862 w 10450132"/>
              <a:gd name="connsiteY12525" fmla="*/ 668695 h 5450835"/>
              <a:gd name="connsiteX12526" fmla="*/ 9926074 w 10450132"/>
              <a:gd name="connsiteY12526" fmla="*/ 668235 h 5450835"/>
              <a:gd name="connsiteX12527" fmla="*/ 9921542 w 10450132"/>
              <a:gd name="connsiteY12527" fmla="*/ 660352 h 5450835"/>
              <a:gd name="connsiteX12528" fmla="*/ 9921542 w 10450132"/>
              <a:gd name="connsiteY12528" fmla="*/ 659499 h 5450835"/>
              <a:gd name="connsiteX12529" fmla="*/ 9926074 w 10450132"/>
              <a:gd name="connsiteY12529" fmla="*/ 651617 h 5450835"/>
              <a:gd name="connsiteX12530" fmla="*/ 9926862 w 10450132"/>
              <a:gd name="connsiteY12530" fmla="*/ 651157 h 5450835"/>
              <a:gd name="connsiteX12531" fmla="*/ 9672482 w 10450132"/>
              <a:gd name="connsiteY12531" fmla="*/ 651157 h 5450835"/>
              <a:gd name="connsiteX12532" fmla="*/ 9681546 w 10450132"/>
              <a:gd name="connsiteY12532" fmla="*/ 651157 h 5450835"/>
              <a:gd name="connsiteX12533" fmla="*/ 9682334 w 10450132"/>
              <a:gd name="connsiteY12533" fmla="*/ 651617 h 5450835"/>
              <a:gd name="connsiteX12534" fmla="*/ 9686866 w 10450132"/>
              <a:gd name="connsiteY12534" fmla="*/ 659499 h 5450835"/>
              <a:gd name="connsiteX12535" fmla="*/ 9686866 w 10450132"/>
              <a:gd name="connsiteY12535" fmla="*/ 660352 h 5450835"/>
              <a:gd name="connsiteX12536" fmla="*/ 9682334 w 10450132"/>
              <a:gd name="connsiteY12536" fmla="*/ 668235 h 5450835"/>
              <a:gd name="connsiteX12537" fmla="*/ 9681546 w 10450132"/>
              <a:gd name="connsiteY12537" fmla="*/ 668695 h 5450835"/>
              <a:gd name="connsiteX12538" fmla="*/ 9672482 w 10450132"/>
              <a:gd name="connsiteY12538" fmla="*/ 668695 h 5450835"/>
              <a:gd name="connsiteX12539" fmla="*/ 9671694 w 10450132"/>
              <a:gd name="connsiteY12539" fmla="*/ 668235 h 5450835"/>
              <a:gd name="connsiteX12540" fmla="*/ 9667161 w 10450132"/>
              <a:gd name="connsiteY12540" fmla="*/ 660352 h 5450835"/>
              <a:gd name="connsiteX12541" fmla="*/ 9667161 w 10450132"/>
              <a:gd name="connsiteY12541" fmla="*/ 659499 h 5450835"/>
              <a:gd name="connsiteX12542" fmla="*/ 9671694 w 10450132"/>
              <a:gd name="connsiteY12542" fmla="*/ 651617 h 5450835"/>
              <a:gd name="connsiteX12543" fmla="*/ 9672482 w 10450132"/>
              <a:gd name="connsiteY12543" fmla="*/ 651157 h 5450835"/>
              <a:gd name="connsiteX12544" fmla="*/ 3566973 w 10450132"/>
              <a:gd name="connsiteY12544" fmla="*/ 651092 h 5450835"/>
              <a:gd name="connsiteX12545" fmla="*/ 3576037 w 10450132"/>
              <a:gd name="connsiteY12545" fmla="*/ 651092 h 5450835"/>
              <a:gd name="connsiteX12546" fmla="*/ 3576825 w 10450132"/>
              <a:gd name="connsiteY12546" fmla="*/ 651551 h 5450835"/>
              <a:gd name="connsiteX12547" fmla="*/ 3576865 w 10450132"/>
              <a:gd name="connsiteY12547" fmla="*/ 651620 h 5450835"/>
              <a:gd name="connsiteX12548" fmla="*/ 3576971 w 10450132"/>
              <a:gd name="connsiteY12548" fmla="*/ 651682 h 5450835"/>
              <a:gd name="connsiteX12549" fmla="*/ 3581503 w 10450132"/>
              <a:gd name="connsiteY12549" fmla="*/ 659565 h 5450835"/>
              <a:gd name="connsiteX12550" fmla="*/ 3581503 w 10450132"/>
              <a:gd name="connsiteY12550" fmla="*/ 660421 h 5450835"/>
              <a:gd name="connsiteX12551" fmla="*/ 3576971 w 10450132"/>
              <a:gd name="connsiteY12551" fmla="*/ 668302 h 5450835"/>
              <a:gd name="connsiteX12552" fmla="*/ 3576182 w 10450132"/>
              <a:gd name="connsiteY12552" fmla="*/ 668764 h 5450835"/>
              <a:gd name="connsiteX12553" fmla="*/ 3567119 w 10450132"/>
              <a:gd name="connsiteY12553" fmla="*/ 668764 h 5450835"/>
              <a:gd name="connsiteX12554" fmla="*/ 3566331 w 10450132"/>
              <a:gd name="connsiteY12554" fmla="*/ 668302 h 5450835"/>
              <a:gd name="connsiteX12555" fmla="*/ 3566290 w 10450132"/>
              <a:gd name="connsiteY12555" fmla="*/ 668230 h 5450835"/>
              <a:gd name="connsiteX12556" fmla="*/ 3566184 w 10450132"/>
              <a:gd name="connsiteY12556" fmla="*/ 668168 h 5450835"/>
              <a:gd name="connsiteX12557" fmla="*/ 3561651 w 10450132"/>
              <a:gd name="connsiteY12557" fmla="*/ 660287 h 5450835"/>
              <a:gd name="connsiteX12558" fmla="*/ 3561651 w 10450132"/>
              <a:gd name="connsiteY12558" fmla="*/ 659433 h 5450835"/>
              <a:gd name="connsiteX12559" fmla="*/ 3566184 w 10450132"/>
              <a:gd name="connsiteY12559" fmla="*/ 651551 h 5450835"/>
              <a:gd name="connsiteX12560" fmla="*/ 3566973 w 10450132"/>
              <a:gd name="connsiteY12560" fmla="*/ 651092 h 5450835"/>
              <a:gd name="connsiteX12561" fmla="*/ 3312637 w 10450132"/>
              <a:gd name="connsiteY12561" fmla="*/ 651092 h 5450835"/>
              <a:gd name="connsiteX12562" fmla="*/ 3321701 w 10450132"/>
              <a:gd name="connsiteY12562" fmla="*/ 651092 h 5450835"/>
              <a:gd name="connsiteX12563" fmla="*/ 3322489 w 10450132"/>
              <a:gd name="connsiteY12563" fmla="*/ 651551 h 5450835"/>
              <a:gd name="connsiteX12564" fmla="*/ 3327021 w 10450132"/>
              <a:gd name="connsiteY12564" fmla="*/ 659433 h 5450835"/>
              <a:gd name="connsiteX12565" fmla="*/ 3327021 w 10450132"/>
              <a:gd name="connsiteY12565" fmla="*/ 659479 h 5450835"/>
              <a:gd name="connsiteX12566" fmla="*/ 3327056 w 10450132"/>
              <a:gd name="connsiteY12566" fmla="*/ 659540 h 5450835"/>
              <a:gd name="connsiteX12567" fmla="*/ 3327056 w 10450132"/>
              <a:gd name="connsiteY12567" fmla="*/ 660397 h 5450835"/>
              <a:gd name="connsiteX12568" fmla="*/ 3322524 w 10450132"/>
              <a:gd name="connsiteY12568" fmla="*/ 668279 h 5450835"/>
              <a:gd name="connsiteX12569" fmla="*/ 3321735 w 10450132"/>
              <a:gd name="connsiteY12569" fmla="*/ 668736 h 5450835"/>
              <a:gd name="connsiteX12570" fmla="*/ 3312672 w 10450132"/>
              <a:gd name="connsiteY12570" fmla="*/ 668736 h 5450835"/>
              <a:gd name="connsiteX12571" fmla="*/ 3311883 w 10450132"/>
              <a:gd name="connsiteY12571" fmla="*/ 668279 h 5450835"/>
              <a:gd name="connsiteX12572" fmla="*/ 3307351 w 10450132"/>
              <a:gd name="connsiteY12572" fmla="*/ 660397 h 5450835"/>
              <a:gd name="connsiteX12573" fmla="*/ 3307351 w 10450132"/>
              <a:gd name="connsiteY12573" fmla="*/ 660348 h 5450835"/>
              <a:gd name="connsiteX12574" fmla="*/ 3307316 w 10450132"/>
              <a:gd name="connsiteY12574" fmla="*/ 660287 h 5450835"/>
              <a:gd name="connsiteX12575" fmla="*/ 3307316 w 10450132"/>
              <a:gd name="connsiteY12575" fmla="*/ 659433 h 5450835"/>
              <a:gd name="connsiteX12576" fmla="*/ 3311849 w 10450132"/>
              <a:gd name="connsiteY12576" fmla="*/ 651551 h 5450835"/>
              <a:gd name="connsiteX12577" fmla="*/ 3312637 w 10450132"/>
              <a:gd name="connsiteY12577" fmla="*/ 651092 h 5450835"/>
              <a:gd name="connsiteX12578" fmla="*/ 3058315 w 10450132"/>
              <a:gd name="connsiteY12578" fmla="*/ 651092 h 5450835"/>
              <a:gd name="connsiteX12579" fmla="*/ 3067380 w 10450132"/>
              <a:gd name="connsiteY12579" fmla="*/ 651092 h 5450835"/>
              <a:gd name="connsiteX12580" fmla="*/ 3068168 w 10450132"/>
              <a:gd name="connsiteY12580" fmla="*/ 651551 h 5450835"/>
              <a:gd name="connsiteX12581" fmla="*/ 3072699 w 10450132"/>
              <a:gd name="connsiteY12581" fmla="*/ 659433 h 5450835"/>
              <a:gd name="connsiteX12582" fmla="*/ 3072699 w 10450132"/>
              <a:gd name="connsiteY12582" fmla="*/ 660287 h 5450835"/>
              <a:gd name="connsiteX12583" fmla="*/ 3072695 w 10450132"/>
              <a:gd name="connsiteY12583" fmla="*/ 660294 h 5450835"/>
              <a:gd name="connsiteX12584" fmla="*/ 3072695 w 10450132"/>
              <a:gd name="connsiteY12584" fmla="*/ 660408 h 5450835"/>
              <a:gd name="connsiteX12585" fmla="*/ 3068163 w 10450132"/>
              <a:gd name="connsiteY12585" fmla="*/ 668291 h 5450835"/>
              <a:gd name="connsiteX12586" fmla="*/ 3067374 w 10450132"/>
              <a:gd name="connsiteY12586" fmla="*/ 668750 h 5450835"/>
              <a:gd name="connsiteX12587" fmla="*/ 3058310 w 10450132"/>
              <a:gd name="connsiteY12587" fmla="*/ 668750 h 5450835"/>
              <a:gd name="connsiteX12588" fmla="*/ 3057521 w 10450132"/>
              <a:gd name="connsiteY12588" fmla="*/ 668291 h 5450835"/>
              <a:gd name="connsiteX12589" fmla="*/ 3052991 w 10450132"/>
              <a:gd name="connsiteY12589" fmla="*/ 660408 h 5450835"/>
              <a:gd name="connsiteX12590" fmla="*/ 3052991 w 10450132"/>
              <a:gd name="connsiteY12590" fmla="*/ 659552 h 5450835"/>
              <a:gd name="connsiteX12591" fmla="*/ 3052996 w 10450132"/>
              <a:gd name="connsiteY12591" fmla="*/ 659543 h 5450835"/>
              <a:gd name="connsiteX12592" fmla="*/ 3052996 w 10450132"/>
              <a:gd name="connsiteY12592" fmla="*/ 659433 h 5450835"/>
              <a:gd name="connsiteX12593" fmla="*/ 3057527 w 10450132"/>
              <a:gd name="connsiteY12593" fmla="*/ 651551 h 5450835"/>
              <a:gd name="connsiteX12594" fmla="*/ 3058315 w 10450132"/>
              <a:gd name="connsiteY12594" fmla="*/ 651092 h 5450835"/>
              <a:gd name="connsiteX12595" fmla="*/ 2803895 w 10450132"/>
              <a:gd name="connsiteY12595" fmla="*/ 651092 h 5450835"/>
              <a:gd name="connsiteX12596" fmla="*/ 2812959 w 10450132"/>
              <a:gd name="connsiteY12596" fmla="*/ 651092 h 5450835"/>
              <a:gd name="connsiteX12597" fmla="*/ 2813746 w 10450132"/>
              <a:gd name="connsiteY12597" fmla="*/ 651551 h 5450835"/>
              <a:gd name="connsiteX12598" fmla="*/ 2818278 w 10450132"/>
              <a:gd name="connsiteY12598" fmla="*/ 659433 h 5450835"/>
              <a:gd name="connsiteX12599" fmla="*/ 2818278 w 10450132"/>
              <a:gd name="connsiteY12599" fmla="*/ 660287 h 5450835"/>
              <a:gd name="connsiteX12600" fmla="*/ 2818223 w 10450132"/>
              <a:gd name="connsiteY12600" fmla="*/ 660383 h 5450835"/>
              <a:gd name="connsiteX12601" fmla="*/ 2818223 w 10450132"/>
              <a:gd name="connsiteY12601" fmla="*/ 660399 h 5450835"/>
              <a:gd name="connsiteX12602" fmla="*/ 2813691 w 10450132"/>
              <a:gd name="connsiteY12602" fmla="*/ 668282 h 5450835"/>
              <a:gd name="connsiteX12603" fmla="*/ 2812903 w 10450132"/>
              <a:gd name="connsiteY12603" fmla="*/ 668743 h 5450835"/>
              <a:gd name="connsiteX12604" fmla="*/ 2803838 w 10450132"/>
              <a:gd name="connsiteY12604" fmla="*/ 668743 h 5450835"/>
              <a:gd name="connsiteX12605" fmla="*/ 2803049 w 10450132"/>
              <a:gd name="connsiteY12605" fmla="*/ 668282 h 5450835"/>
              <a:gd name="connsiteX12606" fmla="*/ 2798517 w 10450132"/>
              <a:gd name="connsiteY12606" fmla="*/ 660399 h 5450835"/>
              <a:gd name="connsiteX12607" fmla="*/ 2798517 w 10450132"/>
              <a:gd name="connsiteY12607" fmla="*/ 659544 h 5450835"/>
              <a:gd name="connsiteX12608" fmla="*/ 2798572 w 10450132"/>
              <a:gd name="connsiteY12608" fmla="*/ 659449 h 5450835"/>
              <a:gd name="connsiteX12609" fmla="*/ 2798572 w 10450132"/>
              <a:gd name="connsiteY12609" fmla="*/ 659433 h 5450835"/>
              <a:gd name="connsiteX12610" fmla="*/ 2803104 w 10450132"/>
              <a:gd name="connsiteY12610" fmla="*/ 651551 h 5450835"/>
              <a:gd name="connsiteX12611" fmla="*/ 2803895 w 10450132"/>
              <a:gd name="connsiteY12611" fmla="*/ 651092 h 5450835"/>
              <a:gd name="connsiteX12612" fmla="*/ 2549400 w 10450132"/>
              <a:gd name="connsiteY12612" fmla="*/ 651092 h 5450835"/>
              <a:gd name="connsiteX12613" fmla="*/ 2558466 w 10450132"/>
              <a:gd name="connsiteY12613" fmla="*/ 651092 h 5450835"/>
              <a:gd name="connsiteX12614" fmla="*/ 2559253 w 10450132"/>
              <a:gd name="connsiteY12614" fmla="*/ 651551 h 5450835"/>
              <a:gd name="connsiteX12615" fmla="*/ 2563786 w 10450132"/>
              <a:gd name="connsiteY12615" fmla="*/ 659433 h 5450835"/>
              <a:gd name="connsiteX12616" fmla="*/ 2563786 w 10450132"/>
              <a:gd name="connsiteY12616" fmla="*/ 660287 h 5450835"/>
              <a:gd name="connsiteX12617" fmla="*/ 2563768 w 10450132"/>
              <a:gd name="connsiteY12617" fmla="*/ 660319 h 5450835"/>
              <a:gd name="connsiteX12618" fmla="*/ 2563768 w 10450132"/>
              <a:gd name="connsiteY12618" fmla="*/ 660364 h 5450835"/>
              <a:gd name="connsiteX12619" fmla="*/ 2559236 w 10450132"/>
              <a:gd name="connsiteY12619" fmla="*/ 668247 h 5450835"/>
              <a:gd name="connsiteX12620" fmla="*/ 2558448 w 10450132"/>
              <a:gd name="connsiteY12620" fmla="*/ 668708 h 5450835"/>
              <a:gd name="connsiteX12621" fmla="*/ 2549382 w 10450132"/>
              <a:gd name="connsiteY12621" fmla="*/ 668708 h 5450835"/>
              <a:gd name="connsiteX12622" fmla="*/ 2548594 w 10450132"/>
              <a:gd name="connsiteY12622" fmla="*/ 668247 h 5450835"/>
              <a:gd name="connsiteX12623" fmla="*/ 2544063 w 10450132"/>
              <a:gd name="connsiteY12623" fmla="*/ 660364 h 5450835"/>
              <a:gd name="connsiteX12624" fmla="*/ 2544063 w 10450132"/>
              <a:gd name="connsiteY12624" fmla="*/ 659511 h 5450835"/>
              <a:gd name="connsiteX12625" fmla="*/ 2544080 w 10450132"/>
              <a:gd name="connsiteY12625" fmla="*/ 659482 h 5450835"/>
              <a:gd name="connsiteX12626" fmla="*/ 2544080 w 10450132"/>
              <a:gd name="connsiteY12626" fmla="*/ 659433 h 5450835"/>
              <a:gd name="connsiteX12627" fmla="*/ 2548612 w 10450132"/>
              <a:gd name="connsiteY12627" fmla="*/ 651551 h 5450835"/>
              <a:gd name="connsiteX12628" fmla="*/ 2549400 w 10450132"/>
              <a:gd name="connsiteY12628" fmla="*/ 651092 h 5450835"/>
              <a:gd name="connsiteX12629" fmla="*/ 2295011 w 10450132"/>
              <a:gd name="connsiteY12629" fmla="*/ 651092 h 5450835"/>
              <a:gd name="connsiteX12630" fmla="*/ 2304076 w 10450132"/>
              <a:gd name="connsiteY12630" fmla="*/ 651092 h 5450835"/>
              <a:gd name="connsiteX12631" fmla="*/ 2304864 w 10450132"/>
              <a:gd name="connsiteY12631" fmla="*/ 651551 h 5450835"/>
              <a:gd name="connsiteX12632" fmla="*/ 2304933 w 10450132"/>
              <a:gd name="connsiteY12632" fmla="*/ 651671 h 5450835"/>
              <a:gd name="connsiteX12633" fmla="*/ 2305017 w 10450132"/>
              <a:gd name="connsiteY12633" fmla="*/ 651720 h 5450835"/>
              <a:gd name="connsiteX12634" fmla="*/ 2309548 w 10450132"/>
              <a:gd name="connsiteY12634" fmla="*/ 659604 h 5450835"/>
              <a:gd name="connsiteX12635" fmla="*/ 2309548 w 10450132"/>
              <a:gd name="connsiteY12635" fmla="*/ 660459 h 5450835"/>
              <a:gd name="connsiteX12636" fmla="*/ 2305017 w 10450132"/>
              <a:gd name="connsiteY12636" fmla="*/ 668342 h 5450835"/>
              <a:gd name="connsiteX12637" fmla="*/ 2304228 w 10450132"/>
              <a:gd name="connsiteY12637" fmla="*/ 668802 h 5450835"/>
              <a:gd name="connsiteX12638" fmla="*/ 2295163 w 10450132"/>
              <a:gd name="connsiteY12638" fmla="*/ 668802 h 5450835"/>
              <a:gd name="connsiteX12639" fmla="*/ 2294376 w 10450132"/>
              <a:gd name="connsiteY12639" fmla="*/ 668342 h 5450835"/>
              <a:gd name="connsiteX12640" fmla="*/ 2294303 w 10450132"/>
              <a:gd name="connsiteY12640" fmla="*/ 668215 h 5450835"/>
              <a:gd name="connsiteX12641" fmla="*/ 2294223 w 10450132"/>
              <a:gd name="connsiteY12641" fmla="*/ 668168 h 5450835"/>
              <a:gd name="connsiteX12642" fmla="*/ 2289691 w 10450132"/>
              <a:gd name="connsiteY12642" fmla="*/ 660287 h 5450835"/>
              <a:gd name="connsiteX12643" fmla="*/ 2289691 w 10450132"/>
              <a:gd name="connsiteY12643" fmla="*/ 659433 h 5450835"/>
              <a:gd name="connsiteX12644" fmla="*/ 2294223 w 10450132"/>
              <a:gd name="connsiteY12644" fmla="*/ 651551 h 5450835"/>
              <a:gd name="connsiteX12645" fmla="*/ 2295011 w 10450132"/>
              <a:gd name="connsiteY12645" fmla="*/ 651092 h 5450835"/>
              <a:gd name="connsiteX12646" fmla="*/ 2040638 w 10450132"/>
              <a:gd name="connsiteY12646" fmla="*/ 651092 h 5450835"/>
              <a:gd name="connsiteX12647" fmla="*/ 2049701 w 10450132"/>
              <a:gd name="connsiteY12647" fmla="*/ 651092 h 5450835"/>
              <a:gd name="connsiteX12648" fmla="*/ 2050489 w 10450132"/>
              <a:gd name="connsiteY12648" fmla="*/ 651551 h 5450835"/>
              <a:gd name="connsiteX12649" fmla="*/ 2055022 w 10450132"/>
              <a:gd name="connsiteY12649" fmla="*/ 659433 h 5450835"/>
              <a:gd name="connsiteX12650" fmla="*/ 2055022 w 10450132"/>
              <a:gd name="connsiteY12650" fmla="*/ 660287 h 5450835"/>
              <a:gd name="connsiteX12651" fmla="*/ 2050489 w 10450132"/>
              <a:gd name="connsiteY12651" fmla="*/ 668168 h 5450835"/>
              <a:gd name="connsiteX12652" fmla="*/ 2049701 w 10450132"/>
              <a:gd name="connsiteY12652" fmla="*/ 668628 h 5450835"/>
              <a:gd name="connsiteX12653" fmla="*/ 2040638 w 10450132"/>
              <a:gd name="connsiteY12653" fmla="*/ 668628 h 5450835"/>
              <a:gd name="connsiteX12654" fmla="*/ 2039849 w 10450132"/>
              <a:gd name="connsiteY12654" fmla="*/ 668168 h 5450835"/>
              <a:gd name="connsiteX12655" fmla="*/ 2035315 w 10450132"/>
              <a:gd name="connsiteY12655" fmla="*/ 660287 h 5450835"/>
              <a:gd name="connsiteX12656" fmla="*/ 2035315 w 10450132"/>
              <a:gd name="connsiteY12656" fmla="*/ 659433 h 5450835"/>
              <a:gd name="connsiteX12657" fmla="*/ 2039849 w 10450132"/>
              <a:gd name="connsiteY12657" fmla="*/ 651551 h 5450835"/>
              <a:gd name="connsiteX12658" fmla="*/ 2040638 w 10450132"/>
              <a:gd name="connsiteY12658" fmla="*/ 651092 h 5450835"/>
              <a:gd name="connsiteX12659" fmla="*/ 1786249 w 10450132"/>
              <a:gd name="connsiteY12659" fmla="*/ 651092 h 5450835"/>
              <a:gd name="connsiteX12660" fmla="*/ 1795313 w 10450132"/>
              <a:gd name="connsiteY12660" fmla="*/ 651092 h 5450835"/>
              <a:gd name="connsiteX12661" fmla="*/ 1796102 w 10450132"/>
              <a:gd name="connsiteY12661" fmla="*/ 651551 h 5450835"/>
              <a:gd name="connsiteX12662" fmla="*/ 1800633 w 10450132"/>
              <a:gd name="connsiteY12662" fmla="*/ 659433 h 5450835"/>
              <a:gd name="connsiteX12663" fmla="*/ 1800633 w 10450132"/>
              <a:gd name="connsiteY12663" fmla="*/ 660287 h 5450835"/>
              <a:gd name="connsiteX12664" fmla="*/ 1796102 w 10450132"/>
              <a:gd name="connsiteY12664" fmla="*/ 668168 h 5450835"/>
              <a:gd name="connsiteX12665" fmla="*/ 1795313 w 10450132"/>
              <a:gd name="connsiteY12665" fmla="*/ 668628 h 5450835"/>
              <a:gd name="connsiteX12666" fmla="*/ 1786249 w 10450132"/>
              <a:gd name="connsiteY12666" fmla="*/ 668628 h 5450835"/>
              <a:gd name="connsiteX12667" fmla="*/ 1785461 w 10450132"/>
              <a:gd name="connsiteY12667" fmla="*/ 668168 h 5450835"/>
              <a:gd name="connsiteX12668" fmla="*/ 1780929 w 10450132"/>
              <a:gd name="connsiteY12668" fmla="*/ 660287 h 5450835"/>
              <a:gd name="connsiteX12669" fmla="*/ 1780929 w 10450132"/>
              <a:gd name="connsiteY12669" fmla="*/ 659433 h 5450835"/>
              <a:gd name="connsiteX12670" fmla="*/ 1785461 w 10450132"/>
              <a:gd name="connsiteY12670" fmla="*/ 651551 h 5450835"/>
              <a:gd name="connsiteX12671" fmla="*/ 1786249 w 10450132"/>
              <a:gd name="connsiteY12671" fmla="*/ 651092 h 5450835"/>
              <a:gd name="connsiteX12672" fmla="*/ 1531949 w 10450132"/>
              <a:gd name="connsiteY12672" fmla="*/ 651092 h 5450835"/>
              <a:gd name="connsiteX12673" fmla="*/ 1541011 w 10450132"/>
              <a:gd name="connsiteY12673" fmla="*/ 651092 h 5450835"/>
              <a:gd name="connsiteX12674" fmla="*/ 1541797 w 10450132"/>
              <a:gd name="connsiteY12674" fmla="*/ 651551 h 5450835"/>
              <a:gd name="connsiteX12675" fmla="*/ 1546332 w 10450132"/>
              <a:gd name="connsiteY12675" fmla="*/ 659433 h 5450835"/>
              <a:gd name="connsiteX12676" fmla="*/ 1546332 w 10450132"/>
              <a:gd name="connsiteY12676" fmla="*/ 660287 h 5450835"/>
              <a:gd name="connsiteX12677" fmla="*/ 1541797 w 10450132"/>
              <a:gd name="connsiteY12677" fmla="*/ 668168 h 5450835"/>
              <a:gd name="connsiteX12678" fmla="*/ 1541011 w 10450132"/>
              <a:gd name="connsiteY12678" fmla="*/ 668628 h 5450835"/>
              <a:gd name="connsiteX12679" fmla="*/ 1531949 w 10450132"/>
              <a:gd name="connsiteY12679" fmla="*/ 668628 h 5450835"/>
              <a:gd name="connsiteX12680" fmla="*/ 1531160 w 10450132"/>
              <a:gd name="connsiteY12680" fmla="*/ 668168 h 5450835"/>
              <a:gd name="connsiteX12681" fmla="*/ 1526627 w 10450132"/>
              <a:gd name="connsiteY12681" fmla="*/ 660287 h 5450835"/>
              <a:gd name="connsiteX12682" fmla="*/ 1526627 w 10450132"/>
              <a:gd name="connsiteY12682" fmla="*/ 659433 h 5450835"/>
              <a:gd name="connsiteX12683" fmla="*/ 1531160 w 10450132"/>
              <a:gd name="connsiteY12683" fmla="*/ 651551 h 5450835"/>
              <a:gd name="connsiteX12684" fmla="*/ 1531949 w 10450132"/>
              <a:gd name="connsiteY12684" fmla="*/ 651092 h 5450835"/>
              <a:gd name="connsiteX12685" fmla="*/ 1277565 w 10450132"/>
              <a:gd name="connsiteY12685" fmla="*/ 651092 h 5450835"/>
              <a:gd name="connsiteX12686" fmla="*/ 1286629 w 10450132"/>
              <a:gd name="connsiteY12686" fmla="*/ 651092 h 5450835"/>
              <a:gd name="connsiteX12687" fmla="*/ 1287417 w 10450132"/>
              <a:gd name="connsiteY12687" fmla="*/ 651551 h 5450835"/>
              <a:gd name="connsiteX12688" fmla="*/ 1291950 w 10450132"/>
              <a:gd name="connsiteY12688" fmla="*/ 659433 h 5450835"/>
              <a:gd name="connsiteX12689" fmla="*/ 1291950 w 10450132"/>
              <a:gd name="connsiteY12689" fmla="*/ 660287 h 5450835"/>
              <a:gd name="connsiteX12690" fmla="*/ 1287417 w 10450132"/>
              <a:gd name="connsiteY12690" fmla="*/ 668168 h 5450835"/>
              <a:gd name="connsiteX12691" fmla="*/ 1286629 w 10450132"/>
              <a:gd name="connsiteY12691" fmla="*/ 668628 h 5450835"/>
              <a:gd name="connsiteX12692" fmla="*/ 1277565 w 10450132"/>
              <a:gd name="connsiteY12692" fmla="*/ 668628 h 5450835"/>
              <a:gd name="connsiteX12693" fmla="*/ 1276774 w 10450132"/>
              <a:gd name="connsiteY12693" fmla="*/ 668168 h 5450835"/>
              <a:gd name="connsiteX12694" fmla="*/ 1272243 w 10450132"/>
              <a:gd name="connsiteY12694" fmla="*/ 660287 h 5450835"/>
              <a:gd name="connsiteX12695" fmla="*/ 1272243 w 10450132"/>
              <a:gd name="connsiteY12695" fmla="*/ 659433 h 5450835"/>
              <a:gd name="connsiteX12696" fmla="*/ 1276774 w 10450132"/>
              <a:gd name="connsiteY12696" fmla="*/ 651551 h 5450835"/>
              <a:gd name="connsiteX12697" fmla="*/ 1277565 w 10450132"/>
              <a:gd name="connsiteY12697" fmla="*/ 651092 h 5450835"/>
              <a:gd name="connsiteX12698" fmla="*/ 1023188 w 10450132"/>
              <a:gd name="connsiteY12698" fmla="*/ 651092 h 5450835"/>
              <a:gd name="connsiteX12699" fmla="*/ 1032253 w 10450132"/>
              <a:gd name="connsiteY12699" fmla="*/ 651092 h 5450835"/>
              <a:gd name="connsiteX12700" fmla="*/ 1033041 w 10450132"/>
              <a:gd name="connsiteY12700" fmla="*/ 651551 h 5450835"/>
              <a:gd name="connsiteX12701" fmla="*/ 1037575 w 10450132"/>
              <a:gd name="connsiteY12701" fmla="*/ 659433 h 5450835"/>
              <a:gd name="connsiteX12702" fmla="*/ 1037575 w 10450132"/>
              <a:gd name="connsiteY12702" fmla="*/ 660287 h 5450835"/>
              <a:gd name="connsiteX12703" fmla="*/ 1033041 w 10450132"/>
              <a:gd name="connsiteY12703" fmla="*/ 668168 h 5450835"/>
              <a:gd name="connsiteX12704" fmla="*/ 1032253 w 10450132"/>
              <a:gd name="connsiteY12704" fmla="*/ 668628 h 5450835"/>
              <a:gd name="connsiteX12705" fmla="*/ 1023188 w 10450132"/>
              <a:gd name="connsiteY12705" fmla="*/ 668628 h 5450835"/>
              <a:gd name="connsiteX12706" fmla="*/ 1022401 w 10450132"/>
              <a:gd name="connsiteY12706" fmla="*/ 668168 h 5450835"/>
              <a:gd name="connsiteX12707" fmla="*/ 1017867 w 10450132"/>
              <a:gd name="connsiteY12707" fmla="*/ 660287 h 5450835"/>
              <a:gd name="connsiteX12708" fmla="*/ 1017867 w 10450132"/>
              <a:gd name="connsiteY12708" fmla="*/ 659433 h 5450835"/>
              <a:gd name="connsiteX12709" fmla="*/ 1022401 w 10450132"/>
              <a:gd name="connsiteY12709" fmla="*/ 651551 h 5450835"/>
              <a:gd name="connsiteX12710" fmla="*/ 1023188 w 10450132"/>
              <a:gd name="connsiteY12710" fmla="*/ 651092 h 5450835"/>
              <a:gd name="connsiteX12711" fmla="*/ 768593 w 10450132"/>
              <a:gd name="connsiteY12711" fmla="*/ 651092 h 5450835"/>
              <a:gd name="connsiteX12712" fmla="*/ 777656 w 10450132"/>
              <a:gd name="connsiteY12712" fmla="*/ 651092 h 5450835"/>
              <a:gd name="connsiteX12713" fmla="*/ 778445 w 10450132"/>
              <a:gd name="connsiteY12713" fmla="*/ 651551 h 5450835"/>
              <a:gd name="connsiteX12714" fmla="*/ 782976 w 10450132"/>
              <a:gd name="connsiteY12714" fmla="*/ 659433 h 5450835"/>
              <a:gd name="connsiteX12715" fmla="*/ 782976 w 10450132"/>
              <a:gd name="connsiteY12715" fmla="*/ 660287 h 5450835"/>
              <a:gd name="connsiteX12716" fmla="*/ 778445 w 10450132"/>
              <a:gd name="connsiteY12716" fmla="*/ 668168 h 5450835"/>
              <a:gd name="connsiteX12717" fmla="*/ 777656 w 10450132"/>
              <a:gd name="connsiteY12717" fmla="*/ 668628 h 5450835"/>
              <a:gd name="connsiteX12718" fmla="*/ 768593 w 10450132"/>
              <a:gd name="connsiteY12718" fmla="*/ 668628 h 5450835"/>
              <a:gd name="connsiteX12719" fmla="*/ 767804 w 10450132"/>
              <a:gd name="connsiteY12719" fmla="*/ 668168 h 5450835"/>
              <a:gd name="connsiteX12720" fmla="*/ 763272 w 10450132"/>
              <a:gd name="connsiteY12720" fmla="*/ 660287 h 5450835"/>
              <a:gd name="connsiteX12721" fmla="*/ 763272 w 10450132"/>
              <a:gd name="connsiteY12721" fmla="*/ 659433 h 5450835"/>
              <a:gd name="connsiteX12722" fmla="*/ 767804 w 10450132"/>
              <a:gd name="connsiteY12722" fmla="*/ 651551 h 5450835"/>
              <a:gd name="connsiteX12723" fmla="*/ 768593 w 10450132"/>
              <a:gd name="connsiteY12723" fmla="*/ 651092 h 5450835"/>
              <a:gd name="connsiteX12724" fmla="*/ 514235 w 10450132"/>
              <a:gd name="connsiteY12724" fmla="*/ 651092 h 5450835"/>
              <a:gd name="connsiteX12725" fmla="*/ 523299 w 10450132"/>
              <a:gd name="connsiteY12725" fmla="*/ 651092 h 5450835"/>
              <a:gd name="connsiteX12726" fmla="*/ 524087 w 10450132"/>
              <a:gd name="connsiteY12726" fmla="*/ 651551 h 5450835"/>
              <a:gd name="connsiteX12727" fmla="*/ 528619 w 10450132"/>
              <a:gd name="connsiteY12727" fmla="*/ 659433 h 5450835"/>
              <a:gd name="connsiteX12728" fmla="*/ 528619 w 10450132"/>
              <a:gd name="connsiteY12728" fmla="*/ 660287 h 5450835"/>
              <a:gd name="connsiteX12729" fmla="*/ 524087 w 10450132"/>
              <a:gd name="connsiteY12729" fmla="*/ 668168 h 5450835"/>
              <a:gd name="connsiteX12730" fmla="*/ 523299 w 10450132"/>
              <a:gd name="connsiteY12730" fmla="*/ 668628 h 5450835"/>
              <a:gd name="connsiteX12731" fmla="*/ 514235 w 10450132"/>
              <a:gd name="connsiteY12731" fmla="*/ 668628 h 5450835"/>
              <a:gd name="connsiteX12732" fmla="*/ 513447 w 10450132"/>
              <a:gd name="connsiteY12732" fmla="*/ 668168 h 5450835"/>
              <a:gd name="connsiteX12733" fmla="*/ 508914 w 10450132"/>
              <a:gd name="connsiteY12733" fmla="*/ 660287 h 5450835"/>
              <a:gd name="connsiteX12734" fmla="*/ 508914 w 10450132"/>
              <a:gd name="connsiteY12734" fmla="*/ 659433 h 5450835"/>
              <a:gd name="connsiteX12735" fmla="*/ 513447 w 10450132"/>
              <a:gd name="connsiteY12735" fmla="*/ 651551 h 5450835"/>
              <a:gd name="connsiteX12736" fmla="*/ 514235 w 10450132"/>
              <a:gd name="connsiteY12736" fmla="*/ 651092 h 5450835"/>
              <a:gd name="connsiteX12737" fmla="*/ 259941 w 10450132"/>
              <a:gd name="connsiteY12737" fmla="*/ 651092 h 5450835"/>
              <a:gd name="connsiteX12738" fmla="*/ 269005 w 10450132"/>
              <a:gd name="connsiteY12738" fmla="*/ 651092 h 5450835"/>
              <a:gd name="connsiteX12739" fmla="*/ 269793 w 10450132"/>
              <a:gd name="connsiteY12739" fmla="*/ 651551 h 5450835"/>
              <a:gd name="connsiteX12740" fmla="*/ 274325 w 10450132"/>
              <a:gd name="connsiteY12740" fmla="*/ 659433 h 5450835"/>
              <a:gd name="connsiteX12741" fmla="*/ 274325 w 10450132"/>
              <a:gd name="connsiteY12741" fmla="*/ 659511 h 5450835"/>
              <a:gd name="connsiteX12742" fmla="*/ 274368 w 10450132"/>
              <a:gd name="connsiteY12742" fmla="*/ 659586 h 5450835"/>
              <a:gd name="connsiteX12743" fmla="*/ 274368 w 10450132"/>
              <a:gd name="connsiteY12743" fmla="*/ 660441 h 5450835"/>
              <a:gd name="connsiteX12744" fmla="*/ 269836 w 10450132"/>
              <a:gd name="connsiteY12744" fmla="*/ 668328 h 5450835"/>
              <a:gd name="connsiteX12745" fmla="*/ 269048 w 10450132"/>
              <a:gd name="connsiteY12745" fmla="*/ 668785 h 5450835"/>
              <a:gd name="connsiteX12746" fmla="*/ 259984 w 10450132"/>
              <a:gd name="connsiteY12746" fmla="*/ 668785 h 5450835"/>
              <a:gd name="connsiteX12747" fmla="*/ 259979 w 10450132"/>
              <a:gd name="connsiteY12747" fmla="*/ 668781 h 5450835"/>
              <a:gd name="connsiteX12748" fmla="*/ 259189 w 10450132"/>
              <a:gd name="connsiteY12748" fmla="*/ 668324 h 5450835"/>
              <a:gd name="connsiteX12749" fmla="*/ 254658 w 10450132"/>
              <a:gd name="connsiteY12749" fmla="*/ 660438 h 5450835"/>
              <a:gd name="connsiteX12750" fmla="*/ 254658 w 10450132"/>
              <a:gd name="connsiteY12750" fmla="*/ 660353 h 5450835"/>
              <a:gd name="connsiteX12751" fmla="*/ 254620 w 10450132"/>
              <a:gd name="connsiteY12751" fmla="*/ 660287 h 5450835"/>
              <a:gd name="connsiteX12752" fmla="*/ 254620 w 10450132"/>
              <a:gd name="connsiteY12752" fmla="*/ 659433 h 5450835"/>
              <a:gd name="connsiteX12753" fmla="*/ 259152 w 10450132"/>
              <a:gd name="connsiteY12753" fmla="*/ 651551 h 5450835"/>
              <a:gd name="connsiteX12754" fmla="*/ 259941 w 10450132"/>
              <a:gd name="connsiteY12754" fmla="*/ 651092 h 5450835"/>
              <a:gd name="connsiteX12755" fmla="*/ 5519 w 10450132"/>
              <a:gd name="connsiteY12755" fmla="*/ 651092 h 5450835"/>
              <a:gd name="connsiteX12756" fmla="*/ 14582 w 10450132"/>
              <a:gd name="connsiteY12756" fmla="*/ 651092 h 5450835"/>
              <a:gd name="connsiteX12757" fmla="*/ 15371 w 10450132"/>
              <a:gd name="connsiteY12757" fmla="*/ 651551 h 5450835"/>
              <a:gd name="connsiteX12758" fmla="*/ 19902 w 10450132"/>
              <a:gd name="connsiteY12758" fmla="*/ 659433 h 5450835"/>
              <a:gd name="connsiteX12759" fmla="*/ 19902 w 10450132"/>
              <a:gd name="connsiteY12759" fmla="*/ 659492 h 5450835"/>
              <a:gd name="connsiteX12760" fmla="*/ 19944 w 10450132"/>
              <a:gd name="connsiteY12760" fmla="*/ 659565 h 5450835"/>
              <a:gd name="connsiteX12761" fmla="*/ 19944 w 10450132"/>
              <a:gd name="connsiteY12761" fmla="*/ 660421 h 5450835"/>
              <a:gd name="connsiteX12762" fmla="*/ 15412 w 10450132"/>
              <a:gd name="connsiteY12762" fmla="*/ 668304 h 5450835"/>
              <a:gd name="connsiteX12763" fmla="*/ 14624 w 10450132"/>
              <a:gd name="connsiteY12763" fmla="*/ 668764 h 5450835"/>
              <a:gd name="connsiteX12764" fmla="*/ 5561 w 10450132"/>
              <a:gd name="connsiteY12764" fmla="*/ 668764 h 5450835"/>
              <a:gd name="connsiteX12765" fmla="*/ 5559 w 10450132"/>
              <a:gd name="connsiteY12765" fmla="*/ 668764 h 5450835"/>
              <a:gd name="connsiteX12766" fmla="*/ 5493 w 10450132"/>
              <a:gd name="connsiteY12766" fmla="*/ 668764 h 5450835"/>
              <a:gd name="connsiteX12767" fmla="*/ 4705 w 10450132"/>
              <a:gd name="connsiteY12767" fmla="*/ 668304 h 5450835"/>
              <a:gd name="connsiteX12768" fmla="*/ 173 w 10450132"/>
              <a:gd name="connsiteY12768" fmla="*/ 660421 h 5450835"/>
              <a:gd name="connsiteX12769" fmla="*/ 173 w 10450132"/>
              <a:gd name="connsiteY12769" fmla="*/ 659565 h 5450835"/>
              <a:gd name="connsiteX12770" fmla="*/ 198 w 10450132"/>
              <a:gd name="connsiteY12770" fmla="*/ 659522 h 5450835"/>
              <a:gd name="connsiteX12771" fmla="*/ 198 w 10450132"/>
              <a:gd name="connsiteY12771" fmla="*/ 659433 h 5450835"/>
              <a:gd name="connsiteX12772" fmla="*/ 4730 w 10450132"/>
              <a:gd name="connsiteY12772" fmla="*/ 651551 h 5450835"/>
              <a:gd name="connsiteX12773" fmla="*/ 5519 w 10450132"/>
              <a:gd name="connsiteY12773" fmla="*/ 651092 h 5450835"/>
              <a:gd name="connsiteX12774" fmla="*/ 4076004 w 10450132"/>
              <a:gd name="connsiteY12774" fmla="*/ 434184 h 5450835"/>
              <a:gd name="connsiteX12775" fmla="*/ 4085071 w 10450132"/>
              <a:gd name="connsiteY12775" fmla="*/ 434184 h 5450835"/>
              <a:gd name="connsiteX12776" fmla="*/ 4085856 w 10450132"/>
              <a:gd name="connsiteY12776" fmla="*/ 434644 h 5450835"/>
              <a:gd name="connsiteX12777" fmla="*/ 4090390 w 10450132"/>
              <a:gd name="connsiteY12777" fmla="*/ 442524 h 5450835"/>
              <a:gd name="connsiteX12778" fmla="*/ 4090390 w 10450132"/>
              <a:gd name="connsiteY12778" fmla="*/ 443378 h 5450835"/>
              <a:gd name="connsiteX12779" fmla="*/ 4085856 w 10450132"/>
              <a:gd name="connsiteY12779" fmla="*/ 451261 h 5450835"/>
              <a:gd name="connsiteX12780" fmla="*/ 4085071 w 10450132"/>
              <a:gd name="connsiteY12780" fmla="*/ 451720 h 5450835"/>
              <a:gd name="connsiteX12781" fmla="*/ 4076004 w 10450132"/>
              <a:gd name="connsiteY12781" fmla="*/ 451720 h 5450835"/>
              <a:gd name="connsiteX12782" fmla="*/ 4075216 w 10450132"/>
              <a:gd name="connsiteY12782" fmla="*/ 451261 h 5450835"/>
              <a:gd name="connsiteX12783" fmla="*/ 4070683 w 10450132"/>
              <a:gd name="connsiteY12783" fmla="*/ 443378 h 5450835"/>
              <a:gd name="connsiteX12784" fmla="*/ 4070683 w 10450132"/>
              <a:gd name="connsiteY12784" fmla="*/ 442524 h 5450835"/>
              <a:gd name="connsiteX12785" fmla="*/ 4075216 w 10450132"/>
              <a:gd name="connsiteY12785" fmla="*/ 434644 h 5450835"/>
              <a:gd name="connsiteX12786" fmla="*/ 4076004 w 10450132"/>
              <a:gd name="connsiteY12786" fmla="*/ 434184 h 5450835"/>
              <a:gd name="connsiteX12787" fmla="*/ 5602126 w 10450132"/>
              <a:gd name="connsiteY12787" fmla="*/ 434183 h 5450835"/>
              <a:gd name="connsiteX12788" fmla="*/ 5611191 w 10450132"/>
              <a:gd name="connsiteY12788" fmla="*/ 434183 h 5450835"/>
              <a:gd name="connsiteX12789" fmla="*/ 5611979 w 10450132"/>
              <a:gd name="connsiteY12789" fmla="*/ 434642 h 5450835"/>
              <a:gd name="connsiteX12790" fmla="*/ 5616511 w 10450132"/>
              <a:gd name="connsiteY12790" fmla="*/ 442523 h 5450835"/>
              <a:gd name="connsiteX12791" fmla="*/ 5616511 w 10450132"/>
              <a:gd name="connsiteY12791" fmla="*/ 443377 h 5450835"/>
              <a:gd name="connsiteX12792" fmla="*/ 5611979 w 10450132"/>
              <a:gd name="connsiteY12792" fmla="*/ 451259 h 5450835"/>
              <a:gd name="connsiteX12793" fmla="*/ 5611191 w 10450132"/>
              <a:gd name="connsiteY12793" fmla="*/ 451719 h 5450835"/>
              <a:gd name="connsiteX12794" fmla="*/ 5602126 w 10450132"/>
              <a:gd name="connsiteY12794" fmla="*/ 451719 h 5450835"/>
              <a:gd name="connsiteX12795" fmla="*/ 5601338 w 10450132"/>
              <a:gd name="connsiteY12795" fmla="*/ 451259 h 5450835"/>
              <a:gd name="connsiteX12796" fmla="*/ 5596807 w 10450132"/>
              <a:gd name="connsiteY12796" fmla="*/ 443377 h 5450835"/>
              <a:gd name="connsiteX12797" fmla="*/ 5596807 w 10450132"/>
              <a:gd name="connsiteY12797" fmla="*/ 442523 h 5450835"/>
              <a:gd name="connsiteX12798" fmla="*/ 5601338 w 10450132"/>
              <a:gd name="connsiteY12798" fmla="*/ 434642 h 5450835"/>
              <a:gd name="connsiteX12799" fmla="*/ 5602126 w 10450132"/>
              <a:gd name="connsiteY12799" fmla="*/ 434183 h 5450835"/>
              <a:gd name="connsiteX12800" fmla="*/ 9418035 w 10450132"/>
              <a:gd name="connsiteY12800" fmla="*/ 434176 h 5450835"/>
              <a:gd name="connsiteX12801" fmla="*/ 9427099 w 10450132"/>
              <a:gd name="connsiteY12801" fmla="*/ 434176 h 5450835"/>
              <a:gd name="connsiteX12802" fmla="*/ 9427887 w 10450132"/>
              <a:gd name="connsiteY12802" fmla="*/ 434636 h 5450835"/>
              <a:gd name="connsiteX12803" fmla="*/ 9432419 w 10450132"/>
              <a:gd name="connsiteY12803" fmla="*/ 442517 h 5450835"/>
              <a:gd name="connsiteX12804" fmla="*/ 9432419 w 10450132"/>
              <a:gd name="connsiteY12804" fmla="*/ 443371 h 5450835"/>
              <a:gd name="connsiteX12805" fmla="*/ 9427887 w 10450132"/>
              <a:gd name="connsiteY12805" fmla="*/ 451254 h 5450835"/>
              <a:gd name="connsiteX12806" fmla="*/ 9427099 w 10450132"/>
              <a:gd name="connsiteY12806" fmla="*/ 451712 h 5450835"/>
              <a:gd name="connsiteX12807" fmla="*/ 9418035 w 10450132"/>
              <a:gd name="connsiteY12807" fmla="*/ 451712 h 5450835"/>
              <a:gd name="connsiteX12808" fmla="*/ 9417247 w 10450132"/>
              <a:gd name="connsiteY12808" fmla="*/ 451254 h 5450835"/>
              <a:gd name="connsiteX12809" fmla="*/ 9412714 w 10450132"/>
              <a:gd name="connsiteY12809" fmla="*/ 443371 h 5450835"/>
              <a:gd name="connsiteX12810" fmla="*/ 9412714 w 10450132"/>
              <a:gd name="connsiteY12810" fmla="*/ 442517 h 5450835"/>
              <a:gd name="connsiteX12811" fmla="*/ 9417247 w 10450132"/>
              <a:gd name="connsiteY12811" fmla="*/ 434636 h 5450835"/>
              <a:gd name="connsiteX12812" fmla="*/ 9418035 w 10450132"/>
              <a:gd name="connsiteY12812" fmla="*/ 434176 h 5450835"/>
              <a:gd name="connsiteX12813" fmla="*/ 3821544 w 10450132"/>
              <a:gd name="connsiteY12813" fmla="*/ 434162 h 5450835"/>
              <a:gd name="connsiteX12814" fmla="*/ 3830611 w 10450132"/>
              <a:gd name="connsiteY12814" fmla="*/ 434162 h 5450835"/>
              <a:gd name="connsiteX12815" fmla="*/ 3831397 w 10450132"/>
              <a:gd name="connsiteY12815" fmla="*/ 434622 h 5450835"/>
              <a:gd name="connsiteX12816" fmla="*/ 3835931 w 10450132"/>
              <a:gd name="connsiteY12816" fmla="*/ 442503 h 5450835"/>
              <a:gd name="connsiteX12817" fmla="*/ 3835931 w 10450132"/>
              <a:gd name="connsiteY12817" fmla="*/ 443356 h 5450835"/>
              <a:gd name="connsiteX12818" fmla="*/ 3831397 w 10450132"/>
              <a:gd name="connsiteY12818" fmla="*/ 451238 h 5450835"/>
              <a:gd name="connsiteX12819" fmla="*/ 3830611 w 10450132"/>
              <a:gd name="connsiteY12819" fmla="*/ 451699 h 5450835"/>
              <a:gd name="connsiteX12820" fmla="*/ 3821544 w 10450132"/>
              <a:gd name="connsiteY12820" fmla="*/ 451699 h 5450835"/>
              <a:gd name="connsiteX12821" fmla="*/ 3820758 w 10450132"/>
              <a:gd name="connsiteY12821" fmla="*/ 451238 h 5450835"/>
              <a:gd name="connsiteX12822" fmla="*/ 3816227 w 10450132"/>
              <a:gd name="connsiteY12822" fmla="*/ 443356 h 5450835"/>
              <a:gd name="connsiteX12823" fmla="*/ 3816227 w 10450132"/>
              <a:gd name="connsiteY12823" fmla="*/ 442503 h 5450835"/>
              <a:gd name="connsiteX12824" fmla="*/ 3820758 w 10450132"/>
              <a:gd name="connsiteY12824" fmla="*/ 434622 h 5450835"/>
              <a:gd name="connsiteX12825" fmla="*/ 3821544 w 10450132"/>
              <a:gd name="connsiteY12825" fmla="*/ 434162 h 5450835"/>
              <a:gd name="connsiteX12826" fmla="*/ 6619714 w 10450132"/>
              <a:gd name="connsiteY12826" fmla="*/ 434154 h 5450835"/>
              <a:gd name="connsiteX12827" fmla="*/ 6628778 w 10450132"/>
              <a:gd name="connsiteY12827" fmla="*/ 434154 h 5450835"/>
              <a:gd name="connsiteX12828" fmla="*/ 6629566 w 10450132"/>
              <a:gd name="connsiteY12828" fmla="*/ 434614 h 5450835"/>
              <a:gd name="connsiteX12829" fmla="*/ 6634099 w 10450132"/>
              <a:gd name="connsiteY12829" fmla="*/ 442495 h 5450835"/>
              <a:gd name="connsiteX12830" fmla="*/ 6634099 w 10450132"/>
              <a:gd name="connsiteY12830" fmla="*/ 443349 h 5450835"/>
              <a:gd name="connsiteX12831" fmla="*/ 6629566 w 10450132"/>
              <a:gd name="connsiteY12831" fmla="*/ 451231 h 5450835"/>
              <a:gd name="connsiteX12832" fmla="*/ 6628778 w 10450132"/>
              <a:gd name="connsiteY12832" fmla="*/ 451691 h 5450835"/>
              <a:gd name="connsiteX12833" fmla="*/ 6619714 w 10450132"/>
              <a:gd name="connsiteY12833" fmla="*/ 451691 h 5450835"/>
              <a:gd name="connsiteX12834" fmla="*/ 6618926 w 10450132"/>
              <a:gd name="connsiteY12834" fmla="*/ 451231 h 5450835"/>
              <a:gd name="connsiteX12835" fmla="*/ 6614394 w 10450132"/>
              <a:gd name="connsiteY12835" fmla="*/ 443349 h 5450835"/>
              <a:gd name="connsiteX12836" fmla="*/ 6614394 w 10450132"/>
              <a:gd name="connsiteY12836" fmla="*/ 442495 h 5450835"/>
              <a:gd name="connsiteX12837" fmla="*/ 6618926 w 10450132"/>
              <a:gd name="connsiteY12837" fmla="*/ 434614 h 5450835"/>
              <a:gd name="connsiteX12838" fmla="*/ 6619714 w 10450132"/>
              <a:gd name="connsiteY12838" fmla="*/ 434154 h 5450835"/>
              <a:gd name="connsiteX12839" fmla="*/ 7128477 w 10450132"/>
              <a:gd name="connsiteY12839" fmla="*/ 434152 h 5450835"/>
              <a:gd name="connsiteX12840" fmla="*/ 7137540 w 10450132"/>
              <a:gd name="connsiteY12840" fmla="*/ 434152 h 5450835"/>
              <a:gd name="connsiteX12841" fmla="*/ 7138328 w 10450132"/>
              <a:gd name="connsiteY12841" fmla="*/ 434612 h 5450835"/>
              <a:gd name="connsiteX12842" fmla="*/ 7142860 w 10450132"/>
              <a:gd name="connsiteY12842" fmla="*/ 442494 h 5450835"/>
              <a:gd name="connsiteX12843" fmla="*/ 7142860 w 10450132"/>
              <a:gd name="connsiteY12843" fmla="*/ 443347 h 5450835"/>
              <a:gd name="connsiteX12844" fmla="*/ 7138328 w 10450132"/>
              <a:gd name="connsiteY12844" fmla="*/ 451230 h 5450835"/>
              <a:gd name="connsiteX12845" fmla="*/ 7137540 w 10450132"/>
              <a:gd name="connsiteY12845" fmla="*/ 451689 h 5450835"/>
              <a:gd name="connsiteX12846" fmla="*/ 7128477 w 10450132"/>
              <a:gd name="connsiteY12846" fmla="*/ 451689 h 5450835"/>
              <a:gd name="connsiteX12847" fmla="*/ 7127689 w 10450132"/>
              <a:gd name="connsiteY12847" fmla="*/ 451230 h 5450835"/>
              <a:gd name="connsiteX12848" fmla="*/ 7123156 w 10450132"/>
              <a:gd name="connsiteY12848" fmla="*/ 443347 h 5450835"/>
              <a:gd name="connsiteX12849" fmla="*/ 7123156 w 10450132"/>
              <a:gd name="connsiteY12849" fmla="*/ 442494 h 5450835"/>
              <a:gd name="connsiteX12850" fmla="*/ 7127689 w 10450132"/>
              <a:gd name="connsiteY12850" fmla="*/ 434612 h 5450835"/>
              <a:gd name="connsiteX12851" fmla="*/ 7128477 w 10450132"/>
              <a:gd name="connsiteY12851" fmla="*/ 434152 h 5450835"/>
              <a:gd name="connsiteX12852" fmla="*/ 8909274 w 10450132"/>
              <a:gd name="connsiteY12852" fmla="*/ 434148 h 5450835"/>
              <a:gd name="connsiteX12853" fmla="*/ 8918336 w 10450132"/>
              <a:gd name="connsiteY12853" fmla="*/ 434148 h 5450835"/>
              <a:gd name="connsiteX12854" fmla="*/ 8919125 w 10450132"/>
              <a:gd name="connsiteY12854" fmla="*/ 434607 h 5450835"/>
              <a:gd name="connsiteX12855" fmla="*/ 8923657 w 10450132"/>
              <a:gd name="connsiteY12855" fmla="*/ 442489 h 5450835"/>
              <a:gd name="connsiteX12856" fmla="*/ 8923657 w 10450132"/>
              <a:gd name="connsiteY12856" fmla="*/ 443344 h 5450835"/>
              <a:gd name="connsiteX12857" fmla="*/ 8919125 w 10450132"/>
              <a:gd name="connsiteY12857" fmla="*/ 451225 h 5450835"/>
              <a:gd name="connsiteX12858" fmla="*/ 8918336 w 10450132"/>
              <a:gd name="connsiteY12858" fmla="*/ 451685 h 5450835"/>
              <a:gd name="connsiteX12859" fmla="*/ 8909274 w 10450132"/>
              <a:gd name="connsiteY12859" fmla="*/ 451685 h 5450835"/>
              <a:gd name="connsiteX12860" fmla="*/ 8908484 w 10450132"/>
              <a:gd name="connsiteY12860" fmla="*/ 451225 h 5450835"/>
              <a:gd name="connsiteX12861" fmla="*/ 8903953 w 10450132"/>
              <a:gd name="connsiteY12861" fmla="*/ 443344 h 5450835"/>
              <a:gd name="connsiteX12862" fmla="*/ 8903953 w 10450132"/>
              <a:gd name="connsiteY12862" fmla="*/ 442489 h 5450835"/>
              <a:gd name="connsiteX12863" fmla="*/ 8908484 w 10450132"/>
              <a:gd name="connsiteY12863" fmla="*/ 434607 h 5450835"/>
              <a:gd name="connsiteX12864" fmla="*/ 8909274 w 10450132"/>
              <a:gd name="connsiteY12864" fmla="*/ 434148 h 5450835"/>
              <a:gd name="connsiteX12865" fmla="*/ 6110888 w 10450132"/>
              <a:gd name="connsiteY12865" fmla="*/ 434146 h 5450835"/>
              <a:gd name="connsiteX12866" fmla="*/ 6119953 w 10450132"/>
              <a:gd name="connsiteY12866" fmla="*/ 434146 h 5450835"/>
              <a:gd name="connsiteX12867" fmla="*/ 6120740 w 10450132"/>
              <a:gd name="connsiteY12867" fmla="*/ 434605 h 5450835"/>
              <a:gd name="connsiteX12868" fmla="*/ 6125272 w 10450132"/>
              <a:gd name="connsiteY12868" fmla="*/ 442487 h 5450835"/>
              <a:gd name="connsiteX12869" fmla="*/ 6125272 w 10450132"/>
              <a:gd name="connsiteY12869" fmla="*/ 443340 h 5450835"/>
              <a:gd name="connsiteX12870" fmla="*/ 6120740 w 10450132"/>
              <a:gd name="connsiteY12870" fmla="*/ 451223 h 5450835"/>
              <a:gd name="connsiteX12871" fmla="*/ 6119953 w 10450132"/>
              <a:gd name="connsiteY12871" fmla="*/ 451683 h 5450835"/>
              <a:gd name="connsiteX12872" fmla="*/ 6110888 w 10450132"/>
              <a:gd name="connsiteY12872" fmla="*/ 451683 h 5450835"/>
              <a:gd name="connsiteX12873" fmla="*/ 6110101 w 10450132"/>
              <a:gd name="connsiteY12873" fmla="*/ 451223 h 5450835"/>
              <a:gd name="connsiteX12874" fmla="*/ 6105567 w 10450132"/>
              <a:gd name="connsiteY12874" fmla="*/ 443340 h 5450835"/>
              <a:gd name="connsiteX12875" fmla="*/ 6105567 w 10450132"/>
              <a:gd name="connsiteY12875" fmla="*/ 442487 h 5450835"/>
              <a:gd name="connsiteX12876" fmla="*/ 6110101 w 10450132"/>
              <a:gd name="connsiteY12876" fmla="*/ 434605 h 5450835"/>
              <a:gd name="connsiteX12877" fmla="*/ 6110888 w 10450132"/>
              <a:gd name="connsiteY12877" fmla="*/ 434146 h 5450835"/>
              <a:gd name="connsiteX12878" fmla="*/ 6365334 w 10450132"/>
              <a:gd name="connsiteY12878" fmla="*/ 434130 h 5450835"/>
              <a:gd name="connsiteX12879" fmla="*/ 6374397 w 10450132"/>
              <a:gd name="connsiteY12879" fmla="*/ 434130 h 5450835"/>
              <a:gd name="connsiteX12880" fmla="*/ 6375186 w 10450132"/>
              <a:gd name="connsiteY12880" fmla="*/ 434590 h 5450835"/>
              <a:gd name="connsiteX12881" fmla="*/ 6379718 w 10450132"/>
              <a:gd name="connsiteY12881" fmla="*/ 442471 h 5450835"/>
              <a:gd name="connsiteX12882" fmla="*/ 6379718 w 10450132"/>
              <a:gd name="connsiteY12882" fmla="*/ 443324 h 5450835"/>
              <a:gd name="connsiteX12883" fmla="*/ 6375186 w 10450132"/>
              <a:gd name="connsiteY12883" fmla="*/ 451208 h 5450835"/>
              <a:gd name="connsiteX12884" fmla="*/ 6374397 w 10450132"/>
              <a:gd name="connsiteY12884" fmla="*/ 451667 h 5450835"/>
              <a:gd name="connsiteX12885" fmla="*/ 6365334 w 10450132"/>
              <a:gd name="connsiteY12885" fmla="*/ 451667 h 5450835"/>
              <a:gd name="connsiteX12886" fmla="*/ 6364546 w 10450132"/>
              <a:gd name="connsiteY12886" fmla="*/ 451208 h 5450835"/>
              <a:gd name="connsiteX12887" fmla="*/ 6360014 w 10450132"/>
              <a:gd name="connsiteY12887" fmla="*/ 443324 h 5450835"/>
              <a:gd name="connsiteX12888" fmla="*/ 6360014 w 10450132"/>
              <a:gd name="connsiteY12888" fmla="*/ 442471 h 5450835"/>
              <a:gd name="connsiteX12889" fmla="*/ 6364546 w 10450132"/>
              <a:gd name="connsiteY12889" fmla="*/ 434590 h 5450835"/>
              <a:gd name="connsiteX12890" fmla="*/ 6365334 w 10450132"/>
              <a:gd name="connsiteY12890" fmla="*/ 434130 h 5450835"/>
              <a:gd name="connsiteX12891" fmla="*/ 8654892 w 10450132"/>
              <a:gd name="connsiteY12891" fmla="*/ 434127 h 5450835"/>
              <a:gd name="connsiteX12892" fmla="*/ 8663955 w 10450132"/>
              <a:gd name="connsiteY12892" fmla="*/ 434127 h 5450835"/>
              <a:gd name="connsiteX12893" fmla="*/ 8664744 w 10450132"/>
              <a:gd name="connsiteY12893" fmla="*/ 434585 h 5450835"/>
              <a:gd name="connsiteX12894" fmla="*/ 8669277 w 10450132"/>
              <a:gd name="connsiteY12894" fmla="*/ 442467 h 5450835"/>
              <a:gd name="connsiteX12895" fmla="*/ 8669277 w 10450132"/>
              <a:gd name="connsiteY12895" fmla="*/ 443322 h 5450835"/>
              <a:gd name="connsiteX12896" fmla="*/ 8664744 w 10450132"/>
              <a:gd name="connsiteY12896" fmla="*/ 451203 h 5450835"/>
              <a:gd name="connsiteX12897" fmla="*/ 8663955 w 10450132"/>
              <a:gd name="connsiteY12897" fmla="*/ 451664 h 5450835"/>
              <a:gd name="connsiteX12898" fmla="*/ 8654892 w 10450132"/>
              <a:gd name="connsiteY12898" fmla="*/ 451664 h 5450835"/>
              <a:gd name="connsiteX12899" fmla="*/ 8654104 w 10450132"/>
              <a:gd name="connsiteY12899" fmla="*/ 451203 h 5450835"/>
              <a:gd name="connsiteX12900" fmla="*/ 8649572 w 10450132"/>
              <a:gd name="connsiteY12900" fmla="*/ 443322 h 5450835"/>
              <a:gd name="connsiteX12901" fmla="*/ 8649572 w 10450132"/>
              <a:gd name="connsiteY12901" fmla="*/ 442467 h 5450835"/>
              <a:gd name="connsiteX12902" fmla="*/ 8654104 w 10450132"/>
              <a:gd name="connsiteY12902" fmla="*/ 434585 h 5450835"/>
              <a:gd name="connsiteX12903" fmla="*/ 8654892 w 10450132"/>
              <a:gd name="connsiteY12903" fmla="*/ 434127 h 5450835"/>
              <a:gd name="connsiteX12904" fmla="*/ 5856508 w 10450132"/>
              <a:gd name="connsiteY12904" fmla="*/ 434126 h 5450835"/>
              <a:gd name="connsiteX12905" fmla="*/ 5865571 w 10450132"/>
              <a:gd name="connsiteY12905" fmla="*/ 434126 h 5450835"/>
              <a:gd name="connsiteX12906" fmla="*/ 5866359 w 10450132"/>
              <a:gd name="connsiteY12906" fmla="*/ 434585 h 5450835"/>
              <a:gd name="connsiteX12907" fmla="*/ 5870891 w 10450132"/>
              <a:gd name="connsiteY12907" fmla="*/ 442466 h 5450835"/>
              <a:gd name="connsiteX12908" fmla="*/ 5870891 w 10450132"/>
              <a:gd name="connsiteY12908" fmla="*/ 443320 h 5450835"/>
              <a:gd name="connsiteX12909" fmla="*/ 5866359 w 10450132"/>
              <a:gd name="connsiteY12909" fmla="*/ 451202 h 5450835"/>
              <a:gd name="connsiteX12910" fmla="*/ 5865571 w 10450132"/>
              <a:gd name="connsiteY12910" fmla="*/ 451662 h 5450835"/>
              <a:gd name="connsiteX12911" fmla="*/ 5856508 w 10450132"/>
              <a:gd name="connsiteY12911" fmla="*/ 451662 h 5450835"/>
              <a:gd name="connsiteX12912" fmla="*/ 5855720 w 10450132"/>
              <a:gd name="connsiteY12912" fmla="*/ 451202 h 5450835"/>
              <a:gd name="connsiteX12913" fmla="*/ 5851187 w 10450132"/>
              <a:gd name="connsiteY12913" fmla="*/ 443320 h 5450835"/>
              <a:gd name="connsiteX12914" fmla="*/ 5851187 w 10450132"/>
              <a:gd name="connsiteY12914" fmla="*/ 442466 h 5450835"/>
              <a:gd name="connsiteX12915" fmla="*/ 5855720 w 10450132"/>
              <a:gd name="connsiteY12915" fmla="*/ 434585 h 5450835"/>
              <a:gd name="connsiteX12916" fmla="*/ 5856508 w 10450132"/>
              <a:gd name="connsiteY12916" fmla="*/ 434126 h 5450835"/>
              <a:gd name="connsiteX12917" fmla="*/ 4330157 w 10450132"/>
              <a:gd name="connsiteY12917" fmla="*/ 434117 h 5450835"/>
              <a:gd name="connsiteX12918" fmla="*/ 4339222 w 10450132"/>
              <a:gd name="connsiteY12918" fmla="*/ 434117 h 5450835"/>
              <a:gd name="connsiteX12919" fmla="*/ 4340010 w 10450132"/>
              <a:gd name="connsiteY12919" fmla="*/ 434576 h 5450835"/>
              <a:gd name="connsiteX12920" fmla="*/ 4344540 w 10450132"/>
              <a:gd name="connsiteY12920" fmla="*/ 442458 h 5450835"/>
              <a:gd name="connsiteX12921" fmla="*/ 4344540 w 10450132"/>
              <a:gd name="connsiteY12921" fmla="*/ 443311 h 5450835"/>
              <a:gd name="connsiteX12922" fmla="*/ 4340010 w 10450132"/>
              <a:gd name="connsiteY12922" fmla="*/ 451193 h 5450835"/>
              <a:gd name="connsiteX12923" fmla="*/ 4339222 w 10450132"/>
              <a:gd name="connsiteY12923" fmla="*/ 451653 h 5450835"/>
              <a:gd name="connsiteX12924" fmla="*/ 4330157 w 10450132"/>
              <a:gd name="connsiteY12924" fmla="*/ 451653 h 5450835"/>
              <a:gd name="connsiteX12925" fmla="*/ 4329369 w 10450132"/>
              <a:gd name="connsiteY12925" fmla="*/ 451193 h 5450835"/>
              <a:gd name="connsiteX12926" fmla="*/ 4324836 w 10450132"/>
              <a:gd name="connsiteY12926" fmla="*/ 443311 h 5450835"/>
              <a:gd name="connsiteX12927" fmla="*/ 4324836 w 10450132"/>
              <a:gd name="connsiteY12927" fmla="*/ 442458 h 5450835"/>
              <a:gd name="connsiteX12928" fmla="*/ 4329369 w 10450132"/>
              <a:gd name="connsiteY12928" fmla="*/ 434576 h 5450835"/>
              <a:gd name="connsiteX12929" fmla="*/ 4330157 w 10450132"/>
              <a:gd name="connsiteY12929" fmla="*/ 434117 h 5450835"/>
              <a:gd name="connsiteX12930" fmla="*/ 9163654 w 10450132"/>
              <a:gd name="connsiteY12930" fmla="*/ 434113 h 5450835"/>
              <a:gd name="connsiteX12931" fmla="*/ 9172718 w 10450132"/>
              <a:gd name="connsiteY12931" fmla="*/ 434113 h 5450835"/>
              <a:gd name="connsiteX12932" fmla="*/ 9173506 w 10450132"/>
              <a:gd name="connsiteY12932" fmla="*/ 434572 h 5450835"/>
              <a:gd name="connsiteX12933" fmla="*/ 9178038 w 10450132"/>
              <a:gd name="connsiteY12933" fmla="*/ 442454 h 5450835"/>
              <a:gd name="connsiteX12934" fmla="*/ 9178038 w 10450132"/>
              <a:gd name="connsiteY12934" fmla="*/ 443308 h 5450835"/>
              <a:gd name="connsiteX12935" fmla="*/ 9173506 w 10450132"/>
              <a:gd name="connsiteY12935" fmla="*/ 451190 h 5450835"/>
              <a:gd name="connsiteX12936" fmla="*/ 9172718 w 10450132"/>
              <a:gd name="connsiteY12936" fmla="*/ 451650 h 5450835"/>
              <a:gd name="connsiteX12937" fmla="*/ 9163654 w 10450132"/>
              <a:gd name="connsiteY12937" fmla="*/ 451650 h 5450835"/>
              <a:gd name="connsiteX12938" fmla="*/ 9162866 w 10450132"/>
              <a:gd name="connsiteY12938" fmla="*/ 451190 h 5450835"/>
              <a:gd name="connsiteX12939" fmla="*/ 9158333 w 10450132"/>
              <a:gd name="connsiteY12939" fmla="*/ 443308 h 5450835"/>
              <a:gd name="connsiteX12940" fmla="*/ 9158333 w 10450132"/>
              <a:gd name="connsiteY12940" fmla="*/ 442454 h 5450835"/>
              <a:gd name="connsiteX12941" fmla="*/ 9162866 w 10450132"/>
              <a:gd name="connsiteY12941" fmla="*/ 434572 h 5450835"/>
              <a:gd name="connsiteX12942" fmla="*/ 9163654 w 10450132"/>
              <a:gd name="connsiteY12942" fmla="*/ 434113 h 5450835"/>
              <a:gd name="connsiteX12943" fmla="*/ 5347746 w 10450132"/>
              <a:gd name="connsiteY12943" fmla="*/ 434113 h 5450835"/>
              <a:gd name="connsiteX12944" fmla="*/ 5356810 w 10450132"/>
              <a:gd name="connsiteY12944" fmla="*/ 434113 h 5450835"/>
              <a:gd name="connsiteX12945" fmla="*/ 5357598 w 10450132"/>
              <a:gd name="connsiteY12945" fmla="*/ 434572 h 5450835"/>
              <a:gd name="connsiteX12946" fmla="*/ 5362130 w 10450132"/>
              <a:gd name="connsiteY12946" fmla="*/ 442454 h 5450835"/>
              <a:gd name="connsiteX12947" fmla="*/ 5362130 w 10450132"/>
              <a:gd name="connsiteY12947" fmla="*/ 443308 h 5450835"/>
              <a:gd name="connsiteX12948" fmla="*/ 5357598 w 10450132"/>
              <a:gd name="connsiteY12948" fmla="*/ 451190 h 5450835"/>
              <a:gd name="connsiteX12949" fmla="*/ 5356810 w 10450132"/>
              <a:gd name="connsiteY12949" fmla="*/ 451649 h 5450835"/>
              <a:gd name="connsiteX12950" fmla="*/ 5347746 w 10450132"/>
              <a:gd name="connsiteY12950" fmla="*/ 451649 h 5450835"/>
              <a:gd name="connsiteX12951" fmla="*/ 5346958 w 10450132"/>
              <a:gd name="connsiteY12951" fmla="*/ 451190 h 5450835"/>
              <a:gd name="connsiteX12952" fmla="*/ 5342425 w 10450132"/>
              <a:gd name="connsiteY12952" fmla="*/ 443308 h 5450835"/>
              <a:gd name="connsiteX12953" fmla="*/ 5342425 w 10450132"/>
              <a:gd name="connsiteY12953" fmla="*/ 442454 h 5450835"/>
              <a:gd name="connsiteX12954" fmla="*/ 5346958 w 10450132"/>
              <a:gd name="connsiteY12954" fmla="*/ 434572 h 5450835"/>
              <a:gd name="connsiteX12955" fmla="*/ 5347746 w 10450132"/>
              <a:gd name="connsiteY12955" fmla="*/ 434113 h 5450835"/>
              <a:gd name="connsiteX12956" fmla="*/ 4838919 w 10450132"/>
              <a:gd name="connsiteY12956" fmla="*/ 434113 h 5450835"/>
              <a:gd name="connsiteX12957" fmla="*/ 4847982 w 10450132"/>
              <a:gd name="connsiteY12957" fmla="*/ 434113 h 5450835"/>
              <a:gd name="connsiteX12958" fmla="*/ 4848772 w 10450132"/>
              <a:gd name="connsiteY12958" fmla="*/ 434572 h 5450835"/>
              <a:gd name="connsiteX12959" fmla="*/ 4853303 w 10450132"/>
              <a:gd name="connsiteY12959" fmla="*/ 442454 h 5450835"/>
              <a:gd name="connsiteX12960" fmla="*/ 4853303 w 10450132"/>
              <a:gd name="connsiteY12960" fmla="*/ 443308 h 5450835"/>
              <a:gd name="connsiteX12961" fmla="*/ 4848772 w 10450132"/>
              <a:gd name="connsiteY12961" fmla="*/ 451190 h 5450835"/>
              <a:gd name="connsiteX12962" fmla="*/ 4847982 w 10450132"/>
              <a:gd name="connsiteY12962" fmla="*/ 451649 h 5450835"/>
              <a:gd name="connsiteX12963" fmla="*/ 4838919 w 10450132"/>
              <a:gd name="connsiteY12963" fmla="*/ 451649 h 5450835"/>
              <a:gd name="connsiteX12964" fmla="*/ 4838132 w 10450132"/>
              <a:gd name="connsiteY12964" fmla="*/ 451190 h 5450835"/>
              <a:gd name="connsiteX12965" fmla="*/ 4833598 w 10450132"/>
              <a:gd name="connsiteY12965" fmla="*/ 443308 h 5450835"/>
              <a:gd name="connsiteX12966" fmla="*/ 4833598 w 10450132"/>
              <a:gd name="connsiteY12966" fmla="*/ 442454 h 5450835"/>
              <a:gd name="connsiteX12967" fmla="*/ 4838132 w 10450132"/>
              <a:gd name="connsiteY12967" fmla="*/ 434572 h 5450835"/>
              <a:gd name="connsiteX12968" fmla="*/ 4838919 w 10450132"/>
              <a:gd name="connsiteY12968" fmla="*/ 434113 h 5450835"/>
              <a:gd name="connsiteX12969" fmla="*/ 4584538 w 10450132"/>
              <a:gd name="connsiteY12969" fmla="*/ 434113 h 5450835"/>
              <a:gd name="connsiteX12970" fmla="*/ 4593603 w 10450132"/>
              <a:gd name="connsiteY12970" fmla="*/ 434113 h 5450835"/>
              <a:gd name="connsiteX12971" fmla="*/ 4594390 w 10450132"/>
              <a:gd name="connsiteY12971" fmla="*/ 434571 h 5450835"/>
              <a:gd name="connsiteX12972" fmla="*/ 4598922 w 10450132"/>
              <a:gd name="connsiteY12972" fmla="*/ 442453 h 5450835"/>
              <a:gd name="connsiteX12973" fmla="*/ 4598922 w 10450132"/>
              <a:gd name="connsiteY12973" fmla="*/ 443308 h 5450835"/>
              <a:gd name="connsiteX12974" fmla="*/ 4594390 w 10450132"/>
              <a:gd name="connsiteY12974" fmla="*/ 451189 h 5450835"/>
              <a:gd name="connsiteX12975" fmla="*/ 4593603 w 10450132"/>
              <a:gd name="connsiteY12975" fmla="*/ 451649 h 5450835"/>
              <a:gd name="connsiteX12976" fmla="*/ 4584538 w 10450132"/>
              <a:gd name="connsiteY12976" fmla="*/ 451649 h 5450835"/>
              <a:gd name="connsiteX12977" fmla="*/ 4583749 w 10450132"/>
              <a:gd name="connsiteY12977" fmla="*/ 451189 h 5450835"/>
              <a:gd name="connsiteX12978" fmla="*/ 4579218 w 10450132"/>
              <a:gd name="connsiteY12978" fmla="*/ 443308 h 5450835"/>
              <a:gd name="connsiteX12979" fmla="*/ 4579218 w 10450132"/>
              <a:gd name="connsiteY12979" fmla="*/ 442453 h 5450835"/>
              <a:gd name="connsiteX12980" fmla="*/ 4583749 w 10450132"/>
              <a:gd name="connsiteY12980" fmla="*/ 434571 h 5450835"/>
              <a:gd name="connsiteX12981" fmla="*/ 4584538 w 10450132"/>
              <a:gd name="connsiteY12981" fmla="*/ 434113 h 5450835"/>
              <a:gd name="connsiteX12982" fmla="*/ 7891684 w 10450132"/>
              <a:gd name="connsiteY12982" fmla="*/ 434112 h 5450835"/>
              <a:gd name="connsiteX12983" fmla="*/ 7900748 w 10450132"/>
              <a:gd name="connsiteY12983" fmla="*/ 434112 h 5450835"/>
              <a:gd name="connsiteX12984" fmla="*/ 7901536 w 10450132"/>
              <a:gd name="connsiteY12984" fmla="*/ 434571 h 5450835"/>
              <a:gd name="connsiteX12985" fmla="*/ 7906067 w 10450132"/>
              <a:gd name="connsiteY12985" fmla="*/ 442453 h 5450835"/>
              <a:gd name="connsiteX12986" fmla="*/ 7906067 w 10450132"/>
              <a:gd name="connsiteY12986" fmla="*/ 443305 h 5450835"/>
              <a:gd name="connsiteX12987" fmla="*/ 7901536 w 10450132"/>
              <a:gd name="connsiteY12987" fmla="*/ 451189 h 5450835"/>
              <a:gd name="connsiteX12988" fmla="*/ 7900748 w 10450132"/>
              <a:gd name="connsiteY12988" fmla="*/ 451649 h 5450835"/>
              <a:gd name="connsiteX12989" fmla="*/ 7891684 w 10450132"/>
              <a:gd name="connsiteY12989" fmla="*/ 451649 h 5450835"/>
              <a:gd name="connsiteX12990" fmla="*/ 7890896 w 10450132"/>
              <a:gd name="connsiteY12990" fmla="*/ 451189 h 5450835"/>
              <a:gd name="connsiteX12991" fmla="*/ 7886363 w 10450132"/>
              <a:gd name="connsiteY12991" fmla="*/ 443305 h 5450835"/>
              <a:gd name="connsiteX12992" fmla="*/ 7886363 w 10450132"/>
              <a:gd name="connsiteY12992" fmla="*/ 442453 h 5450835"/>
              <a:gd name="connsiteX12993" fmla="*/ 7890896 w 10450132"/>
              <a:gd name="connsiteY12993" fmla="*/ 434571 h 5450835"/>
              <a:gd name="connsiteX12994" fmla="*/ 7891684 w 10450132"/>
              <a:gd name="connsiteY12994" fmla="*/ 434112 h 5450835"/>
              <a:gd name="connsiteX12995" fmla="*/ 8400511 w 10450132"/>
              <a:gd name="connsiteY12995" fmla="*/ 434108 h 5450835"/>
              <a:gd name="connsiteX12996" fmla="*/ 8409575 w 10450132"/>
              <a:gd name="connsiteY12996" fmla="*/ 434108 h 5450835"/>
              <a:gd name="connsiteX12997" fmla="*/ 8410363 w 10450132"/>
              <a:gd name="connsiteY12997" fmla="*/ 434568 h 5450835"/>
              <a:gd name="connsiteX12998" fmla="*/ 8414896 w 10450132"/>
              <a:gd name="connsiteY12998" fmla="*/ 442449 h 5450835"/>
              <a:gd name="connsiteX12999" fmla="*/ 8414896 w 10450132"/>
              <a:gd name="connsiteY12999" fmla="*/ 443302 h 5450835"/>
              <a:gd name="connsiteX13000" fmla="*/ 8410363 w 10450132"/>
              <a:gd name="connsiteY13000" fmla="*/ 451185 h 5450835"/>
              <a:gd name="connsiteX13001" fmla="*/ 8409575 w 10450132"/>
              <a:gd name="connsiteY13001" fmla="*/ 451644 h 5450835"/>
              <a:gd name="connsiteX13002" fmla="*/ 8400511 w 10450132"/>
              <a:gd name="connsiteY13002" fmla="*/ 451644 h 5450835"/>
              <a:gd name="connsiteX13003" fmla="*/ 8399723 w 10450132"/>
              <a:gd name="connsiteY13003" fmla="*/ 451185 h 5450835"/>
              <a:gd name="connsiteX13004" fmla="*/ 8395191 w 10450132"/>
              <a:gd name="connsiteY13004" fmla="*/ 443302 h 5450835"/>
              <a:gd name="connsiteX13005" fmla="*/ 8395191 w 10450132"/>
              <a:gd name="connsiteY13005" fmla="*/ 442449 h 5450835"/>
              <a:gd name="connsiteX13006" fmla="*/ 8399723 w 10450132"/>
              <a:gd name="connsiteY13006" fmla="*/ 434568 h 5450835"/>
              <a:gd name="connsiteX13007" fmla="*/ 8400511 w 10450132"/>
              <a:gd name="connsiteY13007" fmla="*/ 434108 h 5450835"/>
              <a:gd name="connsiteX13008" fmla="*/ 5093300 w 10450132"/>
              <a:gd name="connsiteY13008" fmla="*/ 434106 h 5450835"/>
              <a:gd name="connsiteX13009" fmla="*/ 5102364 w 10450132"/>
              <a:gd name="connsiteY13009" fmla="*/ 434106 h 5450835"/>
              <a:gd name="connsiteX13010" fmla="*/ 5103153 w 10450132"/>
              <a:gd name="connsiteY13010" fmla="*/ 434566 h 5450835"/>
              <a:gd name="connsiteX13011" fmla="*/ 5107684 w 10450132"/>
              <a:gd name="connsiteY13011" fmla="*/ 442447 h 5450835"/>
              <a:gd name="connsiteX13012" fmla="*/ 5107684 w 10450132"/>
              <a:gd name="connsiteY13012" fmla="*/ 443301 h 5450835"/>
              <a:gd name="connsiteX13013" fmla="*/ 5103153 w 10450132"/>
              <a:gd name="connsiteY13013" fmla="*/ 451183 h 5450835"/>
              <a:gd name="connsiteX13014" fmla="*/ 5102364 w 10450132"/>
              <a:gd name="connsiteY13014" fmla="*/ 451643 h 5450835"/>
              <a:gd name="connsiteX13015" fmla="*/ 5093300 w 10450132"/>
              <a:gd name="connsiteY13015" fmla="*/ 451643 h 5450835"/>
              <a:gd name="connsiteX13016" fmla="*/ 5092512 w 10450132"/>
              <a:gd name="connsiteY13016" fmla="*/ 451183 h 5450835"/>
              <a:gd name="connsiteX13017" fmla="*/ 5087979 w 10450132"/>
              <a:gd name="connsiteY13017" fmla="*/ 443301 h 5450835"/>
              <a:gd name="connsiteX13018" fmla="*/ 5087979 w 10450132"/>
              <a:gd name="connsiteY13018" fmla="*/ 442447 h 5450835"/>
              <a:gd name="connsiteX13019" fmla="*/ 5092512 w 10450132"/>
              <a:gd name="connsiteY13019" fmla="*/ 434566 h 5450835"/>
              <a:gd name="connsiteX13020" fmla="*/ 5093300 w 10450132"/>
              <a:gd name="connsiteY13020" fmla="*/ 434106 h 5450835"/>
              <a:gd name="connsiteX13021" fmla="*/ 6874095 w 10450132"/>
              <a:gd name="connsiteY13021" fmla="*/ 434105 h 5450835"/>
              <a:gd name="connsiteX13022" fmla="*/ 6883159 w 10450132"/>
              <a:gd name="connsiteY13022" fmla="*/ 434105 h 5450835"/>
              <a:gd name="connsiteX13023" fmla="*/ 6883947 w 10450132"/>
              <a:gd name="connsiteY13023" fmla="*/ 434565 h 5450835"/>
              <a:gd name="connsiteX13024" fmla="*/ 6888480 w 10450132"/>
              <a:gd name="connsiteY13024" fmla="*/ 442446 h 5450835"/>
              <a:gd name="connsiteX13025" fmla="*/ 6888480 w 10450132"/>
              <a:gd name="connsiteY13025" fmla="*/ 443300 h 5450835"/>
              <a:gd name="connsiteX13026" fmla="*/ 6883947 w 10450132"/>
              <a:gd name="connsiteY13026" fmla="*/ 451182 h 5450835"/>
              <a:gd name="connsiteX13027" fmla="*/ 6883159 w 10450132"/>
              <a:gd name="connsiteY13027" fmla="*/ 451642 h 5450835"/>
              <a:gd name="connsiteX13028" fmla="*/ 6874095 w 10450132"/>
              <a:gd name="connsiteY13028" fmla="*/ 451642 h 5450835"/>
              <a:gd name="connsiteX13029" fmla="*/ 6873307 w 10450132"/>
              <a:gd name="connsiteY13029" fmla="*/ 451182 h 5450835"/>
              <a:gd name="connsiteX13030" fmla="*/ 6868775 w 10450132"/>
              <a:gd name="connsiteY13030" fmla="*/ 443300 h 5450835"/>
              <a:gd name="connsiteX13031" fmla="*/ 6868775 w 10450132"/>
              <a:gd name="connsiteY13031" fmla="*/ 442446 h 5450835"/>
              <a:gd name="connsiteX13032" fmla="*/ 6873307 w 10450132"/>
              <a:gd name="connsiteY13032" fmla="*/ 434565 h 5450835"/>
              <a:gd name="connsiteX13033" fmla="*/ 6874095 w 10450132"/>
              <a:gd name="connsiteY13033" fmla="*/ 434105 h 5450835"/>
              <a:gd name="connsiteX13034" fmla="*/ 7382923 w 10450132"/>
              <a:gd name="connsiteY13034" fmla="*/ 434094 h 5450835"/>
              <a:gd name="connsiteX13035" fmla="*/ 7391987 w 10450132"/>
              <a:gd name="connsiteY13035" fmla="*/ 434094 h 5450835"/>
              <a:gd name="connsiteX13036" fmla="*/ 7392775 w 10450132"/>
              <a:gd name="connsiteY13036" fmla="*/ 434554 h 5450835"/>
              <a:gd name="connsiteX13037" fmla="*/ 7397307 w 10450132"/>
              <a:gd name="connsiteY13037" fmla="*/ 442435 h 5450835"/>
              <a:gd name="connsiteX13038" fmla="*/ 7397307 w 10450132"/>
              <a:gd name="connsiteY13038" fmla="*/ 443289 h 5450835"/>
              <a:gd name="connsiteX13039" fmla="*/ 7392775 w 10450132"/>
              <a:gd name="connsiteY13039" fmla="*/ 451172 h 5450835"/>
              <a:gd name="connsiteX13040" fmla="*/ 7391987 w 10450132"/>
              <a:gd name="connsiteY13040" fmla="*/ 451631 h 5450835"/>
              <a:gd name="connsiteX13041" fmla="*/ 7382923 w 10450132"/>
              <a:gd name="connsiteY13041" fmla="*/ 451631 h 5450835"/>
              <a:gd name="connsiteX13042" fmla="*/ 7382135 w 10450132"/>
              <a:gd name="connsiteY13042" fmla="*/ 451172 h 5450835"/>
              <a:gd name="connsiteX13043" fmla="*/ 7377602 w 10450132"/>
              <a:gd name="connsiteY13043" fmla="*/ 443289 h 5450835"/>
              <a:gd name="connsiteX13044" fmla="*/ 7377602 w 10450132"/>
              <a:gd name="connsiteY13044" fmla="*/ 442435 h 5450835"/>
              <a:gd name="connsiteX13045" fmla="*/ 7382135 w 10450132"/>
              <a:gd name="connsiteY13045" fmla="*/ 434554 h 5450835"/>
              <a:gd name="connsiteX13046" fmla="*/ 7382923 w 10450132"/>
              <a:gd name="connsiteY13046" fmla="*/ 434094 h 5450835"/>
              <a:gd name="connsiteX13047" fmla="*/ 8146065 w 10450132"/>
              <a:gd name="connsiteY13047" fmla="*/ 434093 h 5450835"/>
              <a:gd name="connsiteX13048" fmla="*/ 8155129 w 10450132"/>
              <a:gd name="connsiteY13048" fmla="*/ 434093 h 5450835"/>
              <a:gd name="connsiteX13049" fmla="*/ 8155917 w 10450132"/>
              <a:gd name="connsiteY13049" fmla="*/ 434553 h 5450835"/>
              <a:gd name="connsiteX13050" fmla="*/ 8160449 w 10450132"/>
              <a:gd name="connsiteY13050" fmla="*/ 442434 h 5450835"/>
              <a:gd name="connsiteX13051" fmla="*/ 8160449 w 10450132"/>
              <a:gd name="connsiteY13051" fmla="*/ 443288 h 5450835"/>
              <a:gd name="connsiteX13052" fmla="*/ 8155917 w 10450132"/>
              <a:gd name="connsiteY13052" fmla="*/ 451169 h 5450835"/>
              <a:gd name="connsiteX13053" fmla="*/ 8155129 w 10450132"/>
              <a:gd name="connsiteY13053" fmla="*/ 451630 h 5450835"/>
              <a:gd name="connsiteX13054" fmla="*/ 8146065 w 10450132"/>
              <a:gd name="connsiteY13054" fmla="*/ 451630 h 5450835"/>
              <a:gd name="connsiteX13055" fmla="*/ 8145277 w 10450132"/>
              <a:gd name="connsiteY13055" fmla="*/ 451169 h 5450835"/>
              <a:gd name="connsiteX13056" fmla="*/ 8140745 w 10450132"/>
              <a:gd name="connsiteY13056" fmla="*/ 443288 h 5450835"/>
              <a:gd name="connsiteX13057" fmla="*/ 8140745 w 10450132"/>
              <a:gd name="connsiteY13057" fmla="*/ 442434 h 5450835"/>
              <a:gd name="connsiteX13058" fmla="*/ 8145277 w 10450132"/>
              <a:gd name="connsiteY13058" fmla="*/ 434553 h 5450835"/>
              <a:gd name="connsiteX13059" fmla="*/ 8146065 w 10450132"/>
              <a:gd name="connsiteY13059" fmla="*/ 434093 h 5450835"/>
              <a:gd name="connsiteX13060" fmla="*/ 7637304 w 10450132"/>
              <a:gd name="connsiteY13060" fmla="*/ 434089 h 5450835"/>
              <a:gd name="connsiteX13061" fmla="*/ 7646367 w 10450132"/>
              <a:gd name="connsiteY13061" fmla="*/ 434089 h 5450835"/>
              <a:gd name="connsiteX13062" fmla="*/ 7647156 w 10450132"/>
              <a:gd name="connsiteY13062" fmla="*/ 434548 h 5450835"/>
              <a:gd name="connsiteX13063" fmla="*/ 7651687 w 10450132"/>
              <a:gd name="connsiteY13063" fmla="*/ 442430 h 5450835"/>
              <a:gd name="connsiteX13064" fmla="*/ 7651687 w 10450132"/>
              <a:gd name="connsiteY13064" fmla="*/ 443284 h 5450835"/>
              <a:gd name="connsiteX13065" fmla="*/ 7647156 w 10450132"/>
              <a:gd name="connsiteY13065" fmla="*/ 451166 h 5450835"/>
              <a:gd name="connsiteX13066" fmla="*/ 7646367 w 10450132"/>
              <a:gd name="connsiteY13066" fmla="*/ 451626 h 5450835"/>
              <a:gd name="connsiteX13067" fmla="*/ 7637304 w 10450132"/>
              <a:gd name="connsiteY13067" fmla="*/ 451626 h 5450835"/>
              <a:gd name="connsiteX13068" fmla="*/ 7636516 w 10450132"/>
              <a:gd name="connsiteY13068" fmla="*/ 451166 h 5450835"/>
              <a:gd name="connsiteX13069" fmla="*/ 7631983 w 10450132"/>
              <a:gd name="connsiteY13069" fmla="*/ 443284 h 5450835"/>
              <a:gd name="connsiteX13070" fmla="*/ 7631983 w 10450132"/>
              <a:gd name="connsiteY13070" fmla="*/ 442430 h 5450835"/>
              <a:gd name="connsiteX13071" fmla="*/ 7636516 w 10450132"/>
              <a:gd name="connsiteY13071" fmla="*/ 434548 h 5450835"/>
              <a:gd name="connsiteX13072" fmla="*/ 7637304 w 10450132"/>
              <a:gd name="connsiteY13072" fmla="*/ 434089 h 5450835"/>
              <a:gd name="connsiteX13073" fmla="*/ 10435623 w 10450132"/>
              <a:gd name="connsiteY13073" fmla="*/ 434083 h 5450835"/>
              <a:gd name="connsiteX13074" fmla="*/ 10444687 w 10450132"/>
              <a:gd name="connsiteY13074" fmla="*/ 434083 h 5450835"/>
              <a:gd name="connsiteX13075" fmla="*/ 10445475 w 10450132"/>
              <a:gd name="connsiteY13075" fmla="*/ 434543 h 5450835"/>
              <a:gd name="connsiteX13076" fmla="*/ 10450008 w 10450132"/>
              <a:gd name="connsiteY13076" fmla="*/ 442424 h 5450835"/>
              <a:gd name="connsiteX13077" fmla="*/ 10450008 w 10450132"/>
              <a:gd name="connsiteY13077" fmla="*/ 443278 h 5450835"/>
              <a:gd name="connsiteX13078" fmla="*/ 10445475 w 10450132"/>
              <a:gd name="connsiteY13078" fmla="*/ 451161 h 5450835"/>
              <a:gd name="connsiteX13079" fmla="*/ 10444687 w 10450132"/>
              <a:gd name="connsiteY13079" fmla="*/ 451620 h 5450835"/>
              <a:gd name="connsiteX13080" fmla="*/ 10435623 w 10450132"/>
              <a:gd name="connsiteY13080" fmla="*/ 451620 h 5450835"/>
              <a:gd name="connsiteX13081" fmla="*/ 10434835 w 10450132"/>
              <a:gd name="connsiteY13081" fmla="*/ 451161 h 5450835"/>
              <a:gd name="connsiteX13082" fmla="*/ 10430303 w 10450132"/>
              <a:gd name="connsiteY13082" fmla="*/ 443278 h 5450835"/>
              <a:gd name="connsiteX13083" fmla="*/ 10430303 w 10450132"/>
              <a:gd name="connsiteY13083" fmla="*/ 442424 h 5450835"/>
              <a:gd name="connsiteX13084" fmla="*/ 10434835 w 10450132"/>
              <a:gd name="connsiteY13084" fmla="*/ 434543 h 5450835"/>
              <a:gd name="connsiteX13085" fmla="*/ 10435623 w 10450132"/>
              <a:gd name="connsiteY13085" fmla="*/ 434083 h 5450835"/>
              <a:gd name="connsiteX13086" fmla="*/ 10181243 w 10450132"/>
              <a:gd name="connsiteY13086" fmla="*/ 434083 h 5450835"/>
              <a:gd name="connsiteX13087" fmla="*/ 10190306 w 10450132"/>
              <a:gd name="connsiteY13087" fmla="*/ 434083 h 5450835"/>
              <a:gd name="connsiteX13088" fmla="*/ 10191094 w 10450132"/>
              <a:gd name="connsiteY13088" fmla="*/ 434543 h 5450835"/>
              <a:gd name="connsiteX13089" fmla="*/ 10195627 w 10450132"/>
              <a:gd name="connsiteY13089" fmla="*/ 442424 h 5450835"/>
              <a:gd name="connsiteX13090" fmla="*/ 10195627 w 10450132"/>
              <a:gd name="connsiteY13090" fmla="*/ 443278 h 5450835"/>
              <a:gd name="connsiteX13091" fmla="*/ 10191094 w 10450132"/>
              <a:gd name="connsiteY13091" fmla="*/ 451161 h 5450835"/>
              <a:gd name="connsiteX13092" fmla="*/ 10190306 w 10450132"/>
              <a:gd name="connsiteY13092" fmla="*/ 451620 h 5450835"/>
              <a:gd name="connsiteX13093" fmla="*/ 10181243 w 10450132"/>
              <a:gd name="connsiteY13093" fmla="*/ 451620 h 5450835"/>
              <a:gd name="connsiteX13094" fmla="*/ 10180455 w 10450132"/>
              <a:gd name="connsiteY13094" fmla="*/ 451161 h 5450835"/>
              <a:gd name="connsiteX13095" fmla="*/ 10175923 w 10450132"/>
              <a:gd name="connsiteY13095" fmla="*/ 443278 h 5450835"/>
              <a:gd name="connsiteX13096" fmla="*/ 10175923 w 10450132"/>
              <a:gd name="connsiteY13096" fmla="*/ 442424 h 5450835"/>
              <a:gd name="connsiteX13097" fmla="*/ 10180455 w 10450132"/>
              <a:gd name="connsiteY13097" fmla="*/ 434543 h 5450835"/>
              <a:gd name="connsiteX13098" fmla="*/ 10181243 w 10450132"/>
              <a:gd name="connsiteY13098" fmla="*/ 434083 h 5450835"/>
              <a:gd name="connsiteX13099" fmla="*/ 9926862 w 10450132"/>
              <a:gd name="connsiteY13099" fmla="*/ 434083 h 5450835"/>
              <a:gd name="connsiteX13100" fmla="*/ 9935926 w 10450132"/>
              <a:gd name="connsiteY13100" fmla="*/ 434083 h 5450835"/>
              <a:gd name="connsiteX13101" fmla="*/ 9936714 w 10450132"/>
              <a:gd name="connsiteY13101" fmla="*/ 434543 h 5450835"/>
              <a:gd name="connsiteX13102" fmla="*/ 9941247 w 10450132"/>
              <a:gd name="connsiteY13102" fmla="*/ 442424 h 5450835"/>
              <a:gd name="connsiteX13103" fmla="*/ 9941247 w 10450132"/>
              <a:gd name="connsiteY13103" fmla="*/ 443278 h 5450835"/>
              <a:gd name="connsiteX13104" fmla="*/ 9936714 w 10450132"/>
              <a:gd name="connsiteY13104" fmla="*/ 451161 h 5450835"/>
              <a:gd name="connsiteX13105" fmla="*/ 9935926 w 10450132"/>
              <a:gd name="connsiteY13105" fmla="*/ 451620 h 5450835"/>
              <a:gd name="connsiteX13106" fmla="*/ 9926862 w 10450132"/>
              <a:gd name="connsiteY13106" fmla="*/ 451620 h 5450835"/>
              <a:gd name="connsiteX13107" fmla="*/ 9926074 w 10450132"/>
              <a:gd name="connsiteY13107" fmla="*/ 451161 h 5450835"/>
              <a:gd name="connsiteX13108" fmla="*/ 9921542 w 10450132"/>
              <a:gd name="connsiteY13108" fmla="*/ 443278 h 5450835"/>
              <a:gd name="connsiteX13109" fmla="*/ 9921542 w 10450132"/>
              <a:gd name="connsiteY13109" fmla="*/ 442424 h 5450835"/>
              <a:gd name="connsiteX13110" fmla="*/ 9926074 w 10450132"/>
              <a:gd name="connsiteY13110" fmla="*/ 434543 h 5450835"/>
              <a:gd name="connsiteX13111" fmla="*/ 9926862 w 10450132"/>
              <a:gd name="connsiteY13111" fmla="*/ 434083 h 5450835"/>
              <a:gd name="connsiteX13112" fmla="*/ 9672482 w 10450132"/>
              <a:gd name="connsiteY13112" fmla="*/ 434083 h 5450835"/>
              <a:gd name="connsiteX13113" fmla="*/ 9681546 w 10450132"/>
              <a:gd name="connsiteY13113" fmla="*/ 434083 h 5450835"/>
              <a:gd name="connsiteX13114" fmla="*/ 9682334 w 10450132"/>
              <a:gd name="connsiteY13114" fmla="*/ 434543 h 5450835"/>
              <a:gd name="connsiteX13115" fmla="*/ 9686866 w 10450132"/>
              <a:gd name="connsiteY13115" fmla="*/ 442424 h 5450835"/>
              <a:gd name="connsiteX13116" fmla="*/ 9686866 w 10450132"/>
              <a:gd name="connsiteY13116" fmla="*/ 443278 h 5450835"/>
              <a:gd name="connsiteX13117" fmla="*/ 9682334 w 10450132"/>
              <a:gd name="connsiteY13117" fmla="*/ 451161 h 5450835"/>
              <a:gd name="connsiteX13118" fmla="*/ 9681546 w 10450132"/>
              <a:gd name="connsiteY13118" fmla="*/ 451620 h 5450835"/>
              <a:gd name="connsiteX13119" fmla="*/ 9672482 w 10450132"/>
              <a:gd name="connsiteY13119" fmla="*/ 451620 h 5450835"/>
              <a:gd name="connsiteX13120" fmla="*/ 9671694 w 10450132"/>
              <a:gd name="connsiteY13120" fmla="*/ 451161 h 5450835"/>
              <a:gd name="connsiteX13121" fmla="*/ 9667161 w 10450132"/>
              <a:gd name="connsiteY13121" fmla="*/ 443278 h 5450835"/>
              <a:gd name="connsiteX13122" fmla="*/ 9667161 w 10450132"/>
              <a:gd name="connsiteY13122" fmla="*/ 442424 h 5450835"/>
              <a:gd name="connsiteX13123" fmla="*/ 9671694 w 10450132"/>
              <a:gd name="connsiteY13123" fmla="*/ 434543 h 5450835"/>
              <a:gd name="connsiteX13124" fmla="*/ 9672482 w 10450132"/>
              <a:gd name="connsiteY13124" fmla="*/ 434083 h 5450835"/>
              <a:gd name="connsiteX13125" fmla="*/ 3567154 w 10450132"/>
              <a:gd name="connsiteY13125" fmla="*/ 434083 h 5450835"/>
              <a:gd name="connsiteX13126" fmla="*/ 3576218 w 10450132"/>
              <a:gd name="connsiteY13126" fmla="*/ 434083 h 5450835"/>
              <a:gd name="connsiteX13127" fmla="*/ 3577005 w 10450132"/>
              <a:gd name="connsiteY13127" fmla="*/ 434543 h 5450835"/>
              <a:gd name="connsiteX13128" fmla="*/ 3577058 w 10450132"/>
              <a:gd name="connsiteY13128" fmla="*/ 434636 h 5450835"/>
              <a:gd name="connsiteX13129" fmla="*/ 3577088 w 10450132"/>
              <a:gd name="connsiteY13129" fmla="*/ 434653 h 5450835"/>
              <a:gd name="connsiteX13130" fmla="*/ 3581619 w 10450132"/>
              <a:gd name="connsiteY13130" fmla="*/ 442534 h 5450835"/>
              <a:gd name="connsiteX13131" fmla="*/ 3581619 w 10450132"/>
              <a:gd name="connsiteY13131" fmla="*/ 443388 h 5450835"/>
              <a:gd name="connsiteX13132" fmla="*/ 3577088 w 10450132"/>
              <a:gd name="connsiteY13132" fmla="*/ 451269 h 5450835"/>
              <a:gd name="connsiteX13133" fmla="*/ 3576300 w 10450132"/>
              <a:gd name="connsiteY13133" fmla="*/ 451730 h 5450835"/>
              <a:gd name="connsiteX13134" fmla="*/ 3567234 w 10450132"/>
              <a:gd name="connsiteY13134" fmla="*/ 451730 h 5450835"/>
              <a:gd name="connsiteX13135" fmla="*/ 3566446 w 10450132"/>
              <a:gd name="connsiteY13135" fmla="*/ 451269 h 5450835"/>
              <a:gd name="connsiteX13136" fmla="*/ 3566393 w 10450132"/>
              <a:gd name="connsiteY13136" fmla="*/ 451176 h 5450835"/>
              <a:gd name="connsiteX13137" fmla="*/ 3566365 w 10450132"/>
              <a:gd name="connsiteY13137" fmla="*/ 451160 h 5450835"/>
              <a:gd name="connsiteX13138" fmla="*/ 3561832 w 10450132"/>
              <a:gd name="connsiteY13138" fmla="*/ 443278 h 5450835"/>
              <a:gd name="connsiteX13139" fmla="*/ 3561832 w 10450132"/>
              <a:gd name="connsiteY13139" fmla="*/ 442424 h 5450835"/>
              <a:gd name="connsiteX13140" fmla="*/ 3566365 w 10450132"/>
              <a:gd name="connsiteY13140" fmla="*/ 434543 h 5450835"/>
              <a:gd name="connsiteX13141" fmla="*/ 3567154 w 10450132"/>
              <a:gd name="connsiteY13141" fmla="*/ 434083 h 5450835"/>
              <a:gd name="connsiteX13142" fmla="*/ 3312633 w 10450132"/>
              <a:gd name="connsiteY13142" fmla="*/ 434083 h 5450835"/>
              <a:gd name="connsiteX13143" fmla="*/ 3321697 w 10450132"/>
              <a:gd name="connsiteY13143" fmla="*/ 434083 h 5450835"/>
              <a:gd name="connsiteX13144" fmla="*/ 3322313 w 10450132"/>
              <a:gd name="connsiteY13144" fmla="*/ 434443 h 5450835"/>
              <a:gd name="connsiteX13145" fmla="*/ 3322637 w 10450132"/>
              <a:gd name="connsiteY13145" fmla="*/ 434632 h 5450835"/>
              <a:gd name="connsiteX13146" fmla="*/ 3327168 w 10450132"/>
              <a:gd name="connsiteY13146" fmla="*/ 442512 h 5450835"/>
              <a:gd name="connsiteX13147" fmla="*/ 3327168 w 10450132"/>
              <a:gd name="connsiteY13147" fmla="*/ 443366 h 5450835"/>
              <a:gd name="connsiteX13148" fmla="*/ 3322637 w 10450132"/>
              <a:gd name="connsiteY13148" fmla="*/ 451248 h 5450835"/>
              <a:gd name="connsiteX13149" fmla="*/ 3321848 w 10450132"/>
              <a:gd name="connsiteY13149" fmla="*/ 451709 h 5450835"/>
              <a:gd name="connsiteX13150" fmla="*/ 3312784 w 10450132"/>
              <a:gd name="connsiteY13150" fmla="*/ 451709 h 5450835"/>
              <a:gd name="connsiteX13151" fmla="*/ 3311996 w 10450132"/>
              <a:gd name="connsiteY13151" fmla="*/ 451248 h 5450835"/>
              <a:gd name="connsiteX13152" fmla="*/ 3311846 w 10450132"/>
              <a:gd name="connsiteY13152" fmla="*/ 451160 h 5450835"/>
              <a:gd name="connsiteX13153" fmla="*/ 3307312 w 10450132"/>
              <a:gd name="connsiteY13153" fmla="*/ 443278 h 5450835"/>
              <a:gd name="connsiteX13154" fmla="*/ 3307312 w 10450132"/>
              <a:gd name="connsiteY13154" fmla="*/ 442424 h 5450835"/>
              <a:gd name="connsiteX13155" fmla="*/ 3311846 w 10450132"/>
              <a:gd name="connsiteY13155" fmla="*/ 434543 h 5450835"/>
              <a:gd name="connsiteX13156" fmla="*/ 3312633 w 10450132"/>
              <a:gd name="connsiteY13156" fmla="*/ 434083 h 5450835"/>
              <a:gd name="connsiteX13157" fmla="*/ 3058256 w 10450132"/>
              <a:gd name="connsiteY13157" fmla="*/ 434083 h 5450835"/>
              <a:gd name="connsiteX13158" fmla="*/ 3067320 w 10450132"/>
              <a:gd name="connsiteY13158" fmla="*/ 434083 h 5450835"/>
              <a:gd name="connsiteX13159" fmla="*/ 3068108 w 10450132"/>
              <a:gd name="connsiteY13159" fmla="*/ 434543 h 5450835"/>
              <a:gd name="connsiteX13160" fmla="*/ 3072640 w 10450132"/>
              <a:gd name="connsiteY13160" fmla="*/ 442424 h 5450835"/>
              <a:gd name="connsiteX13161" fmla="*/ 3072640 w 10450132"/>
              <a:gd name="connsiteY13161" fmla="*/ 443278 h 5450835"/>
              <a:gd name="connsiteX13162" fmla="*/ 3072627 w 10450132"/>
              <a:gd name="connsiteY13162" fmla="*/ 443301 h 5450835"/>
              <a:gd name="connsiteX13163" fmla="*/ 3072627 w 10450132"/>
              <a:gd name="connsiteY13163" fmla="*/ 443303 h 5450835"/>
              <a:gd name="connsiteX13164" fmla="*/ 3068097 w 10450132"/>
              <a:gd name="connsiteY13164" fmla="*/ 451185 h 5450835"/>
              <a:gd name="connsiteX13165" fmla="*/ 3067307 w 10450132"/>
              <a:gd name="connsiteY13165" fmla="*/ 451645 h 5450835"/>
              <a:gd name="connsiteX13166" fmla="*/ 3058243 w 10450132"/>
              <a:gd name="connsiteY13166" fmla="*/ 451645 h 5450835"/>
              <a:gd name="connsiteX13167" fmla="*/ 3057454 w 10450132"/>
              <a:gd name="connsiteY13167" fmla="*/ 451185 h 5450835"/>
              <a:gd name="connsiteX13168" fmla="*/ 3052923 w 10450132"/>
              <a:gd name="connsiteY13168" fmla="*/ 443303 h 5450835"/>
              <a:gd name="connsiteX13169" fmla="*/ 3052923 w 10450132"/>
              <a:gd name="connsiteY13169" fmla="*/ 442449 h 5450835"/>
              <a:gd name="connsiteX13170" fmla="*/ 3052935 w 10450132"/>
              <a:gd name="connsiteY13170" fmla="*/ 442428 h 5450835"/>
              <a:gd name="connsiteX13171" fmla="*/ 3052935 w 10450132"/>
              <a:gd name="connsiteY13171" fmla="*/ 442424 h 5450835"/>
              <a:gd name="connsiteX13172" fmla="*/ 3057467 w 10450132"/>
              <a:gd name="connsiteY13172" fmla="*/ 434543 h 5450835"/>
              <a:gd name="connsiteX13173" fmla="*/ 3058256 w 10450132"/>
              <a:gd name="connsiteY13173" fmla="*/ 434083 h 5450835"/>
              <a:gd name="connsiteX13174" fmla="*/ 2803911 w 10450132"/>
              <a:gd name="connsiteY13174" fmla="*/ 434083 h 5450835"/>
              <a:gd name="connsiteX13175" fmla="*/ 2812976 w 10450132"/>
              <a:gd name="connsiteY13175" fmla="*/ 434083 h 5450835"/>
              <a:gd name="connsiteX13176" fmla="*/ 2813763 w 10450132"/>
              <a:gd name="connsiteY13176" fmla="*/ 434543 h 5450835"/>
              <a:gd name="connsiteX13177" fmla="*/ 2818296 w 10450132"/>
              <a:gd name="connsiteY13177" fmla="*/ 442424 h 5450835"/>
              <a:gd name="connsiteX13178" fmla="*/ 2818296 w 10450132"/>
              <a:gd name="connsiteY13178" fmla="*/ 443278 h 5450835"/>
              <a:gd name="connsiteX13179" fmla="*/ 2818286 w 10450132"/>
              <a:gd name="connsiteY13179" fmla="*/ 443295 h 5450835"/>
              <a:gd name="connsiteX13180" fmla="*/ 2818286 w 10450132"/>
              <a:gd name="connsiteY13180" fmla="*/ 443355 h 5450835"/>
              <a:gd name="connsiteX13181" fmla="*/ 2813754 w 10450132"/>
              <a:gd name="connsiteY13181" fmla="*/ 451236 h 5450835"/>
              <a:gd name="connsiteX13182" fmla="*/ 2812966 w 10450132"/>
              <a:gd name="connsiteY13182" fmla="*/ 451697 h 5450835"/>
              <a:gd name="connsiteX13183" fmla="*/ 2803903 w 10450132"/>
              <a:gd name="connsiteY13183" fmla="*/ 451697 h 5450835"/>
              <a:gd name="connsiteX13184" fmla="*/ 2803112 w 10450132"/>
              <a:gd name="connsiteY13184" fmla="*/ 451236 h 5450835"/>
              <a:gd name="connsiteX13185" fmla="*/ 2798580 w 10450132"/>
              <a:gd name="connsiteY13185" fmla="*/ 443355 h 5450835"/>
              <a:gd name="connsiteX13186" fmla="*/ 2798580 w 10450132"/>
              <a:gd name="connsiteY13186" fmla="*/ 442500 h 5450835"/>
              <a:gd name="connsiteX13187" fmla="*/ 2798590 w 10450132"/>
              <a:gd name="connsiteY13187" fmla="*/ 442482 h 5450835"/>
              <a:gd name="connsiteX13188" fmla="*/ 2798590 w 10450132"/>
              <a:gd name="connsiteY13188" fmla="*/ 442424 h 5450835"/>
              <a:gd name="connsiteX13189" fmla="*/ 2803121 w 10450132"/>
              <a:gd name="connsiteY13189" fmla="*/ 434543 h 5450835"/>
              <a:gd name="connsiteX13190" fmla="*/ 2803911 w 10450132"/>
              <a:gd name="connsiteY13190" fmla="*/ 434083 h 5450835"/>
              <a:gd name="connsiteX13191" fmla="*/ 2549542 w 10450132"/>
              <a:gd name="connsiteY13191" fmla="*/ 434083 h 5450835"/>
              <a:gd name="connsiteX13192" fmla="*/ 2558607 w 10450132"/>
              <a:gd name="connsiteY13192" fmla="*/ 434083 h 5450835"/>
              <a:gd name="connsiteX13193" fmla="*/ 2559396 w 10450132"/>
              <a:gd name="connsiteY13193" fmla="*/ 434543 h 5450835"/>
              <a:gd name="connsiteX13194" fmla="*/ 2563929 w 10450132"/>
              <a:gd name="connsiteY13194" fmla="*/ 442424 h 5450835"/>
              <a:gd name="connsiteX13195" fmla="*/ 2563929 w 10450132"/>
              <a:gd name="connsiteY13195" fmla="*/ 443278 h 5450835"/>
              <a:gd name="connsiteX13196" fmla="*/ 2559396 w 10450132"/>
              <a:gd name="connsiteY13196" fmla="*/ 451160 h 5450835"/>
              <a:gd name="connsiteX13197" fmla="*/ 2558607 w 10450132"/>
              <a:gd name="connsiteY13197" fmla="*/ 451620 h 5450835"/>
              <a:gd name="connsiteX13198" fmla="*/ 2558510 w 10450132"/>
              <a:gd name="connsiteY13198" fmla="*/ 451620 h 5450835"/>
              <a:gd name="connsiteX13199" fmla="*/ 2558470 w 10450132"/>
              <a:gd name="connsiteY13199" fmla="*/ 451643 h 5450835"/>
              <a:gd name="connsiteX13200" fmla="*/ 2549404 w 10450132"/>
              <a:gd name="connsiteY13200" fmla="*/ 451643 h 5450835"/>
              <a:gd name="connsiteX13201" fmla="*/ 2548615 w 10450132"/>
              <a:gd name="connsiteY13201" fmla="*/ 451183 h 5450835"/>
              <a:gd name="connsiteX13202" fmla="*/ 2544084 w 10450132"/>
              <a:gd name="connsiteY13202" fmla="*/ 443301 h 5450835"/>
              <a:gd name="connsiteX13203" fmla="*/ 2544084 w 10450132"/>
              <a:gd name="connsiteY13203" fmla="*/ 442447 h 5450835"/>
              <a:gd name="connsiteX13204" fmla="*/ 2548615 w 10450132"/>
              <a:gd name="connsiteY13204" fmla="*/ 434566 h 5450835"/>
              <a:gd name="connsiteX13205" fmla="*/ 2549404 w 10450132"/>
              <a:gd name="connsiteY13205" fmla="*/ 434106 h 5450835"/>
              <a:gd name="connsiteX13206" fmla="*/ 2549503 w 10450132"/>
              <a:gd name="connsiteY13206" fmla="*/ 434106 h 5450835"/>
              <a:gd name="connsiteX13207" fmla="*/ 2294964 w 10450132"/>
              <a:gd name="connsiteY13207" fmla="*/ 434083 h 5450835"/>
              <a:gd name="connsiteX13208" fmla="*/ 2304028 w 10450132"/>
              <a:gd name="connsiteY13208" fmla="*/ 434083 h 5450835"/>
              <a:gd name="connsiteX13209" fmla="*/ 2304159 w 10450132"/>
              <a:gd name="connsiteY13209" fmla="*/ 434159 h 5450835"/>
              <a:gd name="connsiteX13210" fmla="*/ 2304179 w 10450132"/>
              <a:gd name="connsiteY13210" fmla="*/ 434159 h 5450835"/>
              <a:gd name="connsiteX13211" fmla="*/ 2304968 w 10450132"/>
              <a:gd name="connsiteY13211" fmla="*/ 434618 h 5450835"/>
              <a:gd name="connsiteX13212" fmla="*/ 2309499 w 10450132"/>
              <a:gd name="connsiteY13212" fmla="*/ 442500 h 5450835"/>
              <a:gd name="connsiteX13213" fmla="*/ 2309499 w 10450132"/>
              <a:gd name="connsiteY13213" fmla="*/ 443354 h 5450835"/>
              <a:gd name="connsiteX13214" fmla="*/ 2304968 w 10450132"/>
              <a:gd name="connsiteY13214" fmla="*/ 451236 h 5450835"/>
              <a:gd name="connsiteX13215" fmla="*/ 2304179 w 10450132"/>
              <a:gd name="connsiteY13215" fmla="*/ 451695 h 5450835"/>
              <a:gd name="connsiteX13216" fmla="*/ 2295114 w 10450132"/>
              <a:gd name="connsiteY13216" fmla="*/ 451695 h 5450835"/>
              <a:gd name="connsiteX13217" fmla="*/ 2294985 w 10450132"/>
              <a:gd name="connsiteY13217" fmla="*/ 451620 h 5450835"/>
              <a:gd name="connsiteX13218" fmla="*/ 2294964 w 10450132"/>
              <a:gd name="connsiteY13218" fmla="*/ 451620 h 5450835"/>
              <a:gd name="connsiteX13219" fmla="*/ 2294175 w 10450132"/>
              <a:gd name="connsiteY13219" fmla="*/ 451160 h 5450835"/>
              <a:gd name="connsiteX13220" fmla="*/ 2289644 w 10450132"/>
              <a:gd name="connsiteY13220" fmla="*/ 443278 h 5450835"/>
              <a:gd name="connsiteX13221" fmla="*/ 2289644 w 10450132"/>
              <a:gd name="connsiteY13221" fmla="*/ 442424 h 5450835"/>
              <a:gd name="connsiteX13222" fmla="*/ 2294175 w 10450132"/>
              <a:gd name="connsiteY13222" fmla="*/ 434543 h 5450835"/>
              <a:gd name="connsiteX13223" fmla="*/ 2294964 w 10450132"/>
              <a:gd name="connsiteY13223" fmla="*/ 434083 h 5450835"/>
              <a:gd name="connsiteX13224" fmla="*/ 2040739 w 10450132"/>
              <a:gd name="connsiteY13224" fmla="*/ 434083 h 5450835"/>
              <a:gd name="connsiteX13225" fmla="*/ 2049804 w 10450132"/>
              <a:gd name="connsiteY13225" fmla="*/ 434083 h 5450835"/>
              <a:gd name="connsiteX13226" fmla="*/ 2050592 w 10450132"/>
              <a:gd name="connsiteY13226" fmla="*/ 434543 h 5450835"/>
              <a:gd name="connsiteX13227" fmla="*/ 2050633 w 10450132"/>
              <a:gd name="connsiteY13227" fmla="*/ 434614 h 5450835"/>
              <a:gd name="connsiteX13228" fmla="*/ 2050660 w 10450132"/>
              <a:gd name="connsiteY13228" fmla="*/ 434630 h 5450835"/>
              <a:gd name="connsiteX13229" fmla="*/ 2055191 w 10450132"/>
              <a:gd name="connsiteY13229" fmla="*/ 442511 h 5450835"/>
              <a:gd name="connsiteX13230" fmla="*/ 2055191 w 10450132"/>
              <a:gd name="connsiteY13230" fmla="*/ 443366 h 5450835"/>
              <a:gd name="connsiteX13231" fmla="*/ 2050660 w 10450132"/>
              <a:gd name="connsiteY13231" fmla="*/ 451248 h 5450835"/>
              <a:gd name="connsiteX13232" fmla="*/ 2049872 w 10450132"/>
              <a:gd name="connsiteY13232" fmla="*/ 451707 h 5450835"/>
              <a:gd name="connsiteX13233" fmla="*/ 2040805 w 10450132"/>
              <a:gd name="connsiteY13233" fmla="*/ 451707 h 5450835"/>
              <a:gd name="connsiteX13234" fmla="*/ 2040706 w 10450132"/>
              <a:gd name="connsiteY13234" fmla="*/ 451649 h 5450835"/>
              <a:gd name="connsiteX13235" fmla="*/ 2040647 w 10450132"/>
              <a:gd name="connsiteY13235" fmla="*/ 451649 h 5450835"/>
              <a:gd name="connsiteX13236" fmla="*/ 2039859 w 10450132"/>
              <a:gd name="connsiteY13236" fmla="*/ 451189 h 5450835"/>
              <a:gd name="connsiteX13237" fmla="*/ 2035323 w 10450132"/>
              <a:gd name="connsiteY13237" fmla="*/ 443306 h 5450835"/>
              <a:gd name="connsiteX13238" fmla="*/ 2035323 w 10450132"/>
              <a:gd name="connsiteY13238" fmla="*/ 442453 h 5450835"/>
              <a:gd name="connsiteX13239" fmla="*/ 2039859 w 10450132"/>
              <a:gd name="connsiteY13239" fmla="*/ 434571 h 5450835"/>
              <a:gd name="connsiteX13240" fmla="*/ 2040647 w 10450132"/>
              <a:gd name="connsiteY13240" fmla="*/ 434112 h 5450835"/>
              <a:gd name="connsiteX13241" fmla="*/ 2040690 w 10450132"/>
              <a:gd name="connsiteY13241" fmla="*/ 434112 h 5450835"/>
              <a:gd name="connsiteX13242" fmla="*/ 1786122 w 10450132"/>
              <a:gd name="connsiteY13242" fmla="*/ 434083 h 5450835"/>
              <a:gd name="connsiteX13243" fmla="*/ 1795187 w 10450132"/>
              <a:gd name="connsiteY13243" fmla="*/ 434083 h 5450835"/>
              <a:gd name="connsiteX13244" fmla="*/ 1795266 w 10450132"/>
              <a:gd name="connsiteY13244" fmla="*/ 434129 h 5450835"/>
              <a:gd name="connsiteX13245" fmla="*/ 1795434 w 10450132"/>
              <a:gd name="connsiteY13245" fmla="*/ 434129 h 5450835"/>
              <a:gd name="connsiteX13246" fmla="*/ 1796222 w 10450132"/>
              <a:gd name="connsiteY13246" fmla="*/ 434588 h 5450835"/>
              <a:gd name="connsiteX13247" fmla="*/ 1800754 w 10450132"/>
              <a:gd name="connsiteY13247" fmla="*/ 442469 h 5450835"/>
              <a:gd name="connsiteX13248" fmla="*/ 1800754 w 10450132"/>
              <a:gd name="connsiteY13248" fmla="*/ 443323 h 5450835"/>
              <a:gd name="connsiteX13249" fmla="*/ 1796222 w 10450132"/>
              <a:gd name="connsiteY13249" fmla="*/ 451205 h 5450835"/>
              <a:gd name="connsiteX13250" fmla="*/ 1795434 w 10450132"/>
              <a:gd name="connsiteY13250" fmla="*/ 451665 h 5450835"/>
              <a:gd name="connsiteX13251" fmla="*/ 1795395 w 10450132"/>
              <a:gd name="connsiteY13251" fmla="*/ 451665 h 5450835"/>
              <a:gd name="connsiteX13252" fmla="*/ 1795352 w 10450132"/>
              <a:gd name="connsiteY13252" fmla="*/ 451691 h 5450835"/>
              <a:gd name="connsiteX13253" fmla="*/ 1786287 w 10450132"/>
              <a:gd name="connsiteY13253" fmla="*/ 451691 h 5450835"/>
              <a:gd name="connsiteX13254" fmla="*/ 1786166 w 10450132"/>
              <a:gd name="connsiteY13254" fmla="*/ 451620 h 5450835"/>
              <a:gd name="connsiteX13255" fmla="*/ 1786122 w 10450132"/>
              <a:gd name="connsiteY13255" fmla="*/ 451620 h 5450835"/>
              <a:gd name="connsiteX13256" fmla="*/ 1785334 w 10450132"/>
              <a:gd name="connsiteY13256" fmla="*/ 451160 h 5450835"/>
              <a:gd name="connsiteX13257" fmla="*/ 1780802 w 10450132"/>
              <a:gd name="connsiteY13257" fmla="*/ 443278 h 5450835"/>
              <a:gd name="connsiteX13258" fmla="*/ 1780802 w 10450132"/>
              <a:gd name="connsiteY13258" fmla="*/ 442424 h 5450835"/>
              <a:gd name="connsiteX13259" fmla="*/ 1785334 w 10450132"/>
              <a:gd name="connsiteY13259" fmla="*/ 434543 h 5450835"/>
              <a:gd name="connsiteX13260" fmla="*/ 1786122 w 10450132"/>
              <a:gd name="connsiteY13260" fmla="*/ 434083 h 5450835"/>
              <a:gd name="connsiteX13261" fmla="*/ 1531806 w 10450132"/>
              <a:gd name="connsiteY13261" fmla="*/ 434083 h 5450835"/>
              <a:gd name="connsiteX13262" fmla="*/ 1540869 w 10450132"/>
              <a:gd name="connsiteY13262" fmla="*/ 434083 h 5450835"/>
              <a:gd name="connsiteX13263" fmla="*/ 1541658 w 10450132"/>
              <a:gd name="connsiteY13263" fmla="*/ 434543 h 5450835"/>
              <a:gd name="connsiteX13264" fmla="*/ 1546189 w 10450132"/>
              <a:gd name="connsiteY13264" fmla="*/ 442424 h 5450835"/>
              <a:gd name="connsiteX13265" fmla="*/ 1546189 w 10450132"/>
              <a:gd name="connsiteY13265" fmla="*/ 443278 h 5450835"/>
              <a:gd name="connsiteX13266" fmla="*/ 1541658 w 10450132"/>
              <a:gd name="connsiteY13266" fmla="*/ 451160 h 5450835"/>
              <a:gd name="connsiteX13267" fmla="*/ 1540869 w 10450132"/>
              <a:gd name="connsiteY13267" fmla="*/ 451620 h 5450835"/>
              <a:gd name="connsiteX13268" fmla="*/ 1531806 w 10450132"/>
              <a:gd name="connsiteY13268" fmla="*/ 451620 h 5450835"/>
              <a:gd name="connsiteX13269" fmla="*/ 1531018 w 10450132"/>
              <a:gd name="connsiteY13269" fmla="*/ 451160 h 5450835"/>
              <a:gd name="connsiteX13270" fmla="*/ 1526484 w 10450132"/>
              <a:gd name="connsiteY13270" fmla="*/ 443278 h 5450835"/>
              <a:gd name="connsiteX13271" fmla="*/ 1526484 w 10450132"/>
              <a:gd name="connsiteY13271" fmla="*/ 442424 h 5450835"/>
              <a:gd name="connsiteX13272" fmla="*/ 1531018 w 10450132"/>
              <a:gd name="connsiteY13272" fmla="*/ 434543 h 5450835"/>
              <a:gd name="connsiteX13273" fmla="*/ 1531806 w 10450132"/>
              <a:gd name="connsiteY13273" fmla="*/ 434083 h 5450835"/>
              <a:gd name="connsiteX13274" fmla="*/ 1277405 w 10450132"/>
              <a:gd name="connsiteY13274" fmla="*/ 434083 h 5450835"/>
              <a:gd name="connsiteX13275" fmla="*/ 1286469 w 10450132"/>
              <a:gd name="connsiteY13275" fmla="*/ 434083 h 5450835"/>
              <a:gd name="connsiteX13276" fmla="*/ 1287258 w 10450132"/>
              <a:gd name="connsiteY13276" fmla="*/ 434543 h 5450835"/>
              <a:gd name="connsiteX13277" fmla="*/ 1291789 w 10450132"/>
              <a:gd name="connsiteY13277" fmla="*/ 442424 h 5450835"/>
              <a:gd name="connsiteX13278" fmla="*/ 1291789 w 10450132"/>
              <a:gd name="connsiteY13278" fmla="*/ 443278 h 5450835"/>
              <a:gd name="connsiteX13279" fmla="*/ 1287258 w 10450132"/>
              <a:gd name="connsiteY13279" fmla="*/ 451160 h 5450835"/>
              <a:gd name="connsiteX13280" fmla="*/ 1286469 w 10450132"/>
              <a:gd name="connsiteY13280" fmla="*/ 451620 h 5450835"/>
              <a:gd name="connsiteX13281" fmla="*/ 1277405 w 10450132"/>
              <a:gd name="connsiteY13281" fmla="*/ 451620 h 5450835"/>
              <a:gd name="connsiteX13282" fmla="*/ 1276617 w 10450132"/>
              <a:gd name="connsiteY13282" fmla="*/ 451160 h 5450835"/>
              <a:gd name="connsiteX13283" fmla="*/ 1272086 w 10450132"/>
              <a:gd name="connsiteY13283" fmla="*/ 443278 h 5450835"/>
              <a:gd name="connsiteX13284" fmla="*/ 1272086 w 10450132"/>
              <a:gd name="connsiteY13284" fmla="*/ 442424 h 5450835"/>
              <a:gd name="connsiteX13285" fmla="*/ 1276617 w 10450132"/>
              <a:gd name="connsiteY13285" fmla="*/ 434543 h 5450835"/>
              <a:gd name="connsiteX13286" fmla="*/ 1277405 w 10450132"/>
              <a:gd name="connsiteY13286" fmla="*/ 434083 h 5450835"/>
              <a:gd name="connsiteX13287" fmla="*/ 1023130 w 10450132"/>
              <a:gd name="connsiteY13287" fmla="*/ 434083 h 5450835"/>
              <a:gd name="connsiteX13288" fmla="*/ 1032193 w 10450132"/>
              <a:gd name="connsiteY13288" fmla="*/ 434083 h 5450835"/>
              <a:gd name="connsiteX13289" fmla="*/ 1032980 w 10450132"/>
              <a:gd name="connsiteY13289" fmla="*/ 434543 h 5450835"/>
              <a:gd name="connsiteX13290" fmla="*/ 1037513 w 10450132"/>
              <a:gd name="connsiteY13290" fmla="*/ 442424 h 5450835"/>
              <a:gd name="connsiteX13291" fmla="*/ 1037513 w 10450132"/>
              <a:gd name="connsiteY13291" fmla="*/ 443278 h 5450835"/>
              <a:gd name="connsiteX13292" fmla="*/ 1032980 w 10450132"/>
              <a:gd name="connsiteY13292" fmla="*/ 451160 h 5450835"/>
              <a:gd name="connsiteX13293" fmla="*/ 1032193 w 10450132"/>
              <a:gd name="connsiteY13293" fmla="*/ 451620 h 5450835"/>
              <a:gd name="connsiteX13294" fmla="*/ 1023130 w 10450132"/>
              <a:gd name="connsiteY13294" fmla="*/ 451620 h 5450835"/>
              <a:gd name="connsiteX13295" fmla="*/ 1022342 w 10450132"/>
              <a:gd name="connsiteY13295" fmla="*/ 451160 h 5450835"/>
              <a:gd name="connsiteX13296" fmla="*/ 1017807 w 10450132"/>
              <a:gd name="connsiteY13296" fmla="*/ 443278 h 5450835"/>
              <a:gd name="connsiteX13297" fmla="*/ 1017807 w 10450132"/>
              <a:gd name="connsiteY13297" fmla="*/ 442424 h 5450835"/>
              <a:gd name="connsiteX13298" fmla="*/ 1022342 w 10450132"/>
              <a:gd name="connsiteY13298" fmla="*/ 434543 h 5450835"/>
              <a:gd name="connsiteX13299" fmla="*/ 1023130 w 10450132"/>
              <a:gd name="connsiteY13299" fmla="*/ 434083 h 5450835"/>
              <a:gd name="connsiteX13300" fmla="*/ 768643 w 10450132"/>
              <a:gd name="connsiteY13300" fmla="*/ 434083 h 5450835"/>
              <a:gd name="connsiteX13301" fmla="*/ 777706 w 10450132"/>
              <a:gd name="connsiteY13301" fmla="*/ 434083 h 5450835"/>
              <a:gd name="connsiteX13302" fmla="*/ 778494 w 10450132"/>
              <a:gd name="connsiteY13302" fmla="*/ 434543 h 5450835"/>
              <a:gd name="connsiteX13303" fmla="*/ 783027 w 10450132"/>
              <a:gd name="connsiteY13303" fmla="*/ 442424 h 5450835"/>
              <a:gd name="connsiteX13304" fmla="*/ 783027 w 10450132"/>
              <a:gd name="connsiteY13304" fmla="*/ 443278 h 5450835"/>
              <a:gd name="connsiteX13305" fmla="*/ 778494 w 10450132"/>
              <a:gd name="connsiteY13305" fmla="*/ 451160 h 5450835"/>
              <a:gd name="connsiteX13306" fmla="*/ 777706 w 10450132"/>
              <a:gd name="connsiteY13306" fmla="*/ 451620 h 5450835"/>
              <a:gd name="connsiteX13307" fmla="*/ 768643 w 10450132"/>
              <a:gd name="connsiteY13307" fmla="*/ 451620 h 5450835"/>
              <a:gd name="connsiteX13308" fmla="*/ 767855 w 10450132"/>
              <a:gd name="connsiteY13308" fmla="*/ 451160 h 5450835"/>
              <a:gd name="connsiteX13309" fmla="*/ 763322 w 10450132"/>
              <a:gd name="connsiteY13309" fmla="*/ 443278 h 5450835"/>
              <a:gd name="connsiteX13310" fmla="*/ 763322 w 10450132"/>
              <a:gd name="connsiteY13310" fmla="*/ 442424 h 5450835"/>
              <a:gd name="connsiteX13311" fmla="*/ 767855 w 10450132"/>
              <a:gd name="connsiteY13311" fmla="*/ 434543 h 5450835"/>
              <a:gd name="connsiteX13312" fmla="*/ 768643 w 10450132"/>
              <a:gd name="connsiteY13312" fmla="*/ 434083 h 5450835"/>
              <a:gd name="connsiteX13313" fmla="*/ 514281 w 10450132"/>
              <a:gd name="connsiteY13313" fmla="*/ 434083 h 5450835"/>
              <a:gd name="connsiteX13314" fmla="*/ 523345 w 10450132"/>
              <a:gd name="connsiteY13314" fmla="*/ 434083 h 5450835"/>
              <a:gd name="connsiteX13315" fmla="*/ 524133 w 10450132"/>
              <a:gd name="connsiteY13315" fmla="*/ 434543 h 5450835"/>
              <a:gd name="connsiteX13316" fmla="*/ 528665 w 10450132"/>
              <a:gd name="connsiteY13316" fmla="*/ 442424 h 5450835"/>
              <a:gd name="connsiteX13317" fmla="*/ 528665 w 10450132"/>
              <a:gd name="connsiteY13317" fmla="*/ 443278 h 5450835"/>
              <a:gd name="connsiteX13318" fmla="*/ 524133 w 10450132"/>
              <a:gd name="connsiteY13318" fmla="*/ 451160 h 5450835"/>
              <a:gd name="connsiteX13319" fmla="*/ 523345 w 10450132"/>
              <a:gd name="connsiteY13319" fmla="*/ 451620 h 5450835"/>
              <a:gd name="connsiteX13320" fmla="*/ 514281 w 10450132"/>
              <a:gd name="connsiteY13320" fmla="*/ 451620 h 5450835"/>
              <a:gd name="connsiteX13321" fmla="*/ 513493 w 10450132"/>
              <a:gd name="connsiteY13321" fmla="*/ 451160 h 5450835"/>
              <a:gd name="connsiteX13322" fmla="*/ 508960 w 10450132"/>
              <a:gd name="connsiteY13322" fmla="*/ 443278 h 5450835"/>
              <a:gd name="connsiteX13323" fmla="*/ 508960 w 10450132"/>
              <a:gd name="connsiteY13323" fmla="*/ 442424 h 5450835"/>
              <a:gd name="connsiteX13324" fmla="*/ 513493 w 10450132"/>
              <a:gd name="connsiteY13324" fmla="*/ 434543 h 5450835"/>
              <a:gd name="connsiteX13325" fmla="*/ 514281 w 10450132"/>
              <a:gd name="connsiteY13325" fmla="*/ 434083 h 5450835"/>
              <a:gd name="connsiteX13326" fmla="*/ 259829 w 10450132"/>
              <a:gd name="connsiteY13326" fmla="*/ 434083 h 5450835"/>
              <a:gd name="connsiteX13327" fmla="*/ 268893 w 10450132"/>
              <a:gd name="connsiteY13327" fmla="*/ 434083 h 5450835"/>
              <a:gd name="connsiteX13328" fmla="*/ 269044 w 10450132"/>
              <a:gd name="connsiteY13328" fmla="*/ 434171 h 5450835"/>
              <a:gd name="connsiteX13329" fmla="*/ 269046 w 10450132"/>
              <a:gd name="connsiteY13329" fmla="*/ 434171 h 5450835"/>
              <a:gd name="connsiteX13330" fmla="*/ 269047 w 10450132"/>
              <a:gd name="connsiteY13330" fmla="*/ 434171 h 5450835"/>
              <a:gd name="connsiteX13331" fmla="*/ 269835 w 10450132"/>
              <a:gd name="connsiteY13331" fmla="*/ 434632 h 5450835"/>
              <a:gd name="connsiteX13332" fmla="*/ 274367 w 10450132"/>
              <a:gd name="connsiteY13332" fmla="*/ 442512 h 5450835"/>
              <a:gd name="connsiteX13333" fmla="*/ 274367 w 10450132"/>
              <a:gd name="connsiteY13333" fmla="*/ 443366 h 5450835"/>
              <a:gd name="connsiteX13334" fmla="*/ 269835 w 10450132"/>
              <a:gd name="connsiteY13334" fmla="*/ 451248 h 5450835"/>
              <a:gd name="connsiteX13335" fmla="*/ 269047 w 10450132"/>
              <a:gd name="connsiteY13335" fmla="*/ 451709 h 5450835"/>
              <a:gd name="connsiteX13336" fmla="*/ 259983 w 10450132"/>
              <a:gd name="connsiteY13336" fmla="*/ 451709 h 5450835"/>
              <a:gd name="connsiteX13337" fmla="*/ 259982 w 10450132"/>
              <a:gd name="connsiteY13337" fmla="*/ 451707 h 5450835"/>
              <a:gd name="connsiteX13338" fmla="*/ 259833 w 10450132"/>
              <a:gd name="connsiteY13338" fmla="*/ 451620 h 5450835"/>
              <a:gd name="connsiteX13339" fmla="*/ 259829 w 10450132"/>
              <a:gd name="connsiteY13339" fmla="*/ 451620 h 5450835"/>
              <a:gd name="connsiteX13340" fmla="*/ 259040 w 10450132"/>
              <a:gd name="connsiteY13340" fmla="*/ 451160 h 5450835"/>
              <a:gd name="connsiteX13341" fmla="*/ 254508 w 10450132"/>
              <a:gd name="connsiteY13341" fmla="*/ 443278 h 5450835"/>
              <a:gd name="connsiteX13342" fmla="*/ 254508 w 10450132"/>
              <a:gd name="connsiteY13342" fmla="*/ 442424 h 5450835"/>
              <a:gd name="connsiteX13343" fmla="*/ 259040 w 10450132"/>
              <a:gd name="connsiteY13343" fmla="*/ 434543 h 5450835"/>
              <a:gd name="connsiteX13344" fmla="*/ 259829 w 10450132"/>
              <a:gd name="connsiteY13344" fmla="*/ 434083 h 5450835"/>
              <a:gd name="connsiteX13345" fmla="*/ 5532 w 10450132"/>
              <a:gd name="connsiteY13345" fmla="*/ 434083 h 5450835"/>
              <a:gd name="connsiteX13346" fmla="*/ 14596 w 10450132"/>
              <a:gd name="connsiteY13346" fmla="*/ 434083 h 5450835"/>
              <a:gd name="connsiteX13347" fmla="*/ 15384 w 10450132"/>
              <a:gd name="connsiteY13347" fmla="*/ 434543 h 5450835"/>
              <a:gd name="connsiteX13348" fmla="*/ 15423 w 10450132"/>
              <a:gd name="connsiteY13348" fmla="*/ 434611 h 5450835"/>
              <a:gd name="connsiteX13349" fmla="*/ 15456 w 10450132"/>
              <a:gd name="connsiteY13349" fmla="*/ 434630 h 5450835"/>
              <a:gd name="connsiteX13350" fmla="*/ 19988 w 10450132"/>
              <a:gd name="connsiteY13350" fmla="*/ 442511 h 5450835"/>
              <a:gd name="connsiteX13351" fmla="*/ 19988 w 10450132"/>
              <a:gd name="connsiteY13351" fmla="*/ 443366 h 5450835"/>
              <a:gd name="connsiteX13352" fmla="*/ 15456 w 10450132"/>
              <a:gd name="connsiteY13352" fmla="*/ 451248 h 5450835"/>
              <a:gd name="connsiteX13353" fmla="*/ 14668 w 10450132"/>
              <a:gd name="connsiteY13353" fmla="*/ 451707 h 5450835"/>
              <a:gd name="connsiteX13354" fmla="*/ 5605 w 10450132"/>
              <a:gd name="connsiteY13354" fmla="*/ 451707 h 5450835"/>
              <a:gd name="connsiteX13355" fmla="*/ 5475 w 10450132"/>
              <a:gd name="connsiteY13355" fmla="*/ 451632 h 5450835"/>
              <a:gd name="connsiteX13356" fmla="*/ 5380 w 10450132"/>
              <a:gd name="connsiteY13356" fmla="*/ 451632 h 5450835"/>
              <a:gd name="connsiteX13357" fmla="*/ 4592 w 10450132"/>
              <a:gd name="connsiteY13357" fmla="*/ 451173 h 5450835"/>
              <a:gd name="connsiteX13358" fmla="*/ 59 w 10450132"/>
              <a:gd name="connsiteY13358" fmla="*/ 443289 h 5450835"/>
              <a:gd name="connsiteX13359" fmla="*/ 59 w 10450132"/>
              <a:gd name="connsiteY13359" fmla="*/ 442435 h 5450835"/>
              <a:gd name="connsiteX13360" fmla="*/ 4592 w 10450132"/>
              <a:gd name="connsiteY13360" fmla="*/ 434555 h 5450835"/>
              <a:gd name="connsiteX13361" fmla="*/ 5380 w 10450132"/>
              <a:gd name="connsiteY13361" fmla="*/ 434094 h 5450835"/>
              <a:gd name="connsiteX13362" fmla="*/ 5513 w 10450132"/>
              <a:gd name="connsiteY13362" fmla="*/ 434094 h 5450835"/>
              <a:gd name="connsiteX13363" fmla="*/ 8654892 w 10450132"/>
              <a:gd name="connsiteY13363" fmla="*/ 217187 h 5450835"/>
              <a:gd name="connsiteX13364" fmla="*/ 8663955 w 10450132"/>
              <a:gd name="connsiteY13364" fmla="*/ 217187 h 5450835"/>
              <a:gd name="connsiteX13365" fmla="*/ 8664744 w 10450132"/>
              <a:gd name="connsiteY13365" fmla="*/ 217647 h 5450835"/>
              <a:gd name="connsiteX13366" fmla="*/ 8669277 w 10450132"/>
              <a:gd name="connsiteY13366" fmla="*/ 225528 h 5450835"/>
              <a:gd name="connsiteX13367" fmla="*/ 8669277 w 10450132"/>
              <a:gd name="connsiteY13367" fmla="*/ 226382 h 5450835"/>
              <a:gd name="connsiteX13368" fmla="*/ 8664744 w 10450132"/>
              <a:gd name="connsiteY13368" fmla="*/ 234265 h 5450835"/>
              <a:gd name="connsiteX13369" fmla="*/ 8663955 w 10450132"/>
              <a:gd name="connsiteY13369" fmla="*/ 234724 h 5450835"/>
              <a:gd name="connsiteX13370" fmla="*/ 8654892 w 10450132"/>
              <a:gd name="connsiteY13370" fmla="*/ 234724 h 5450835"/>
              <a:gd name="connsiteX13371" fmla="*/ 8654104 w 10450132"/>
              <a:gd name="connsiteY13371" fmla="*/ 234265 h 5450835"/>
              <a:gd name="connsiteX13372" fmla="*/ 8649572 w 10450132"/>
              <a:gd name="connsiteY13372" fmla="*/ 226382 h 5450835"/>
              <a:gd name="connsiteX13373" fmla="*/ 8649572 w 10450132"/>
              <a:gd name="connsiteY13373" fmla="*/ 225528 h 5450835"/>
              <a:gd name="connsiteX13374" fmla="*/ 8654104 w 10450132"/>
              <a:gd name="connsiteY13374" fmla="*/ 217647 h 5450835"/>
              <a:gd name="connsiteX13375" fmla="*/ 8654892 w 10450132"/>
              <a:gd name="connsiteY13375" fmla="*/ 217187 h 5450835"/>
              <a:gd name="connsiteX13376" fmla="*/ 5093300 w 10450132"/>
              <a:gd name="connsiteY13376" fmla="*/ 217186 h 5450835"/>
              <a:gd name="connsiteX13377" fmla="*/ 5102364 w 10450132"/>
              <a:gd name="connsiteY13377" fmla="*/ 217186 h 5450835"/>
              <a:gd name="connsiteX13378" fmla="*/ 5103153 w 10450132"/>
              <a:gd name="connsiteY13378" fmla="*/ 217645 h 5450835"/>
              <a:gd name="connsiteX13379" fmla="*/ 5107684 w 10450132"/>
              <a:gd name="connsiteY13379" fmla="*/ 225526 h 5450835"/>
              <a:gd name="connsiteX13380" fmla="*/ 5107684 w 10450132"/>
              <a:gd name="connsiteY13380" fmla="*/ 226380 h 5450835"/>
              <a:gd name="connsiteX13381" fmla="*/ 5103153 w 10450132"/>
              <a:gd name="connsiteY13381" fmla="*/ 234262 h 5450835"/>
              <a:gd name="connsiteX13382" fmla="*/ 5102364 w 10450132"/>
              <a:gd name="connsiteY13382" fmla="*/ 234722 h 5450835"/>
              <a:gd name="connsiteX13383" fmla="*/ 5093300 w 10450132"/>
              <a:gd name="connsiteY13383" fmla="*/ 234722 h 5450835"/>
              <a:gd name="connsiteX13384" fmla="*/ 5092512 w 10450132"/>
              <a:gd name="connsiteY13384" fmla="*/ 234262 h 5450835"/>
              <a:gd name="connsiteX13385" fmla="*/ 5087979 w 10450132"/>
              <a:gd name="connsiteY13385" fmla="*/ 226380 h 5450835"/>
              <a:gd name="connsiteX13386" fmla="*/ 5087979 w 10450132"/>
              <a:gd name="connsiteY13386" fmla="*/ 225526 h 5450835"/>
              <a:gd name="connsiteX13387" fmla="*/ 5092512 w 10450132"/>
              <a:gd name="connsiteY13387" fmla="*/ 217645 h 5450835"/>
              <a:gd name="connsiteX13388" fmla="*/ 5093300 w 10450132"/>
              <a:gd name="connsiteY13388" fmla="*/ 217186 h 5450835"/>
              <a:gd name="connsiteX13389" fmla="*/ 8400511 w 10450132"/>
              <a:gd name="connsiteY13389" fmla="*/ 217184 h 5450835"/>
              <a:gd name="connsiteX13390" fmla="*/ 8409575 w 10450132"/>
              <a:gd name="connsiteY13390" fmla="*/ 217184 h 5450835"/>
              <a:gd name="connsiteX13391" fmla="*/ 8410363 w 10450132"/>
              <a:gd name="connsiteY13391" fmla="*/ 217643 h 5450835"/>
              <a:gd name="connsiteX13392" fmla="*/ 8414896 w 10450132"/>
              <a:gd name="connsiteY13392" fmla="*/ 225524 h 5450835"/>
              <a:gd name="connsiteX13393" fmla="*/ 8414896 w 10450132"/>
              <a:gd name="connsiteY13393" fmla="*/ 226378 h 5450835"/>
              <a:gd name="connsiteX13394" fmla="*/ 8410363 w 10450132"/>
              <a:gd name="connsiteY13394" fmla="*/ 234260 h 5450835"/>
              <a:gd name="connsiteX13395" fmla="*/ 8409575 w 10450132"/>
              <a:gd name="connsiteY13395" fmla="*/ 234721 h 5450835"/>
              <a:gd name="connsiteX13396" fmla="*/ 8400511 w 10450132"/>
              <a:gd name="connsiteY13396" fmla="*/ 234721 h 5450835"/>
              <a:gd name="connsiteX13397" fmla="*/ 8399723 w 10450132"/>
              <a:gd name="connsiteY13397" fmla="*/ 234260 h 5450835"/>
              <a:gd name="connsiteX13398" fmla="*/ 8395191 w 10450132"/>
              <a:gd name="connsiteY13398" fmla="*/ 226378 h 5450835"/>
              <a:gd name="connsiteX13399" fmla="*/ 8395191 w 10450132"/>
              <a:gd name="connsiteY13399" fmla="*/ 225524 h 5450835"/>
              <a:gd name="connsiteX13400" fmla="*/ 8399723 w 10450132"/>
              <a:gd name="connsiteY13400" fmla="*/ 217643 h 5450835"/>
              <a:gd name="connsiteX13401" fmla="*/ 8400511 w 10450132"/>
              <a:gd name="connsiteY13401" fmla="*/ 217184 h 5450835"/>
              <a:gd name="connsiteX13402" fmla="*/ 6110888 w 10450132"/>
              <a:gd name="connsiteY13402" fmla="*/ 217169 h 5450835"/>
              <a:gd name="connsiteX13403" fmla="*/ 6119953 w 10450132"/>
              <a:gd name="connsiteY13403" fmla="*/ 217169 h 5450835"/>
              <a:gd name="connsiteX13404" fmla="*/ 6120740 w 10450132"/>
              <a:gd name="connsiteY13404" fmla="*/ 217628 h 5450835"/>
              <a:gd name="connsiteX13405" fmla="*/ 6125272 w 10450132"/>
              <a:gd name="connsiteY13405" fmla="*/ 225509 h 5450835"/>
              <a:gd name="connsiteX13406" fmla="*/ 6125272 w 10450132"/>
              <a:gd name="connsiteY13406" fmla="*/ 226364 h 5450835"/>
              <a:gd name="connsiteX13407" fmla="*/ 6120740 w 10450132"/>
              <a:gd name="connsiteY13407" fmla="*/ 234246 h 5450835"/>
              <a:gd name="connsiteX13408" fmla="*/ 6119953 w 10450132"/>
              <a:gd name="connsiteY13408" fmla="*/ 234706 h 5450835"/>
              <a:gd name="connsiteX13409" fmla="*/ 6110888 w 10450132"/>
              <a:gd name="connsiteY13409" fmla="*/ 234706 h 5450835"/>
              <a:gd name="connsiteX13410" fmla="*/ 6110101 w 10450132"/>
              <a:gd name="connsiteY13410" fmla="*/ 234246 h 5450835"/>
              <a:gd name="connsiteX13411" fmla="*/ 6105567 w 10450132"/>
              <a:gd name="connsiteY13411" fmla="*/ 226364 h 5450835"/>
              <a:gd name="connsiteX13412" fmla="*/ 6105567 w 10450132"/>
              <a:gd name="connsiteY13412" fmla="*/ 225509 h 5450835"/>
              <a:gd name="connsiteX13413" fmla="*/ 6110101 w 10450132"/>
              <a:gd name="connsiteY13413" fmla="*/ 217628 h 5450835"/>
              <a:gd name="connsiteX13414" fmla="*/ 6110888 w 10450132"/>
              <a:gd name="connsiteY13414" fmla="*/ 217169 h 5450835"/>
              <a:gd name="connsiteX13415" fmla="*/ 7891684 w 10450132"/>
              <a:gd name="connsiteY13415" fmla="*/ 217163 h 5450835"/>
              <a:gd name="connsiteX13416" fmla="*/ 7900748 w 10450132"/>
              <a:gd name="connsiteY13416" fmla="*/ 217163 h 5450835"/>
              <a:gd name="connsiteX13417" fmla="*/ 7901536 w 10450132"/>
              <a:gd name="connsiteY13417" fmla="*/ 217624 h 5450835"/>
              <a:gd name="connsiteX13418" fmla="*/ 7906067 w 10450132"/>
              <a:gd name="connsiteY13418" fmla="*/ 225504 h 5450835"/>
              <a:gd name="connsiteX13419" fmla="*/ 7906067 w 10450132"/>
              <a:gd name="connsiteY13419" fmla="*/ 226358 h 5450835"/>
              <a:gd name="connsiteX13420" fmla="*/ 7901536 w 10450132"/>
              <a:gd name="connsiteY13420" fmla="*/ 234239 h 5450835"/>
              <a:gd name="connsiteX13421" fmla="*/ 7900748 w 10450132"/>
              <a:gd name="connsiteY13421" fmla="*/ 234700 h 5450835"/>
              <a:gd name="connsiteX13422" fmla="*/ 7891684 w 10450132"/>
              <a:gd name="connsiteY13422" fmla="*/ 234700 h 5450835"/>
              <a:gd name="connsiteX13423" fmla="*/ 7890896 w 10450132"/>
              <a:gd name="connsiteY13423" fmla="*/ 234239 h 5450835"/>
              <a:gd name="connsiteX13424" fmla="*/ 7886363 w 10450132"/>
              <a:gd name="connsiteY13424" fmla="*/ 226358 h 5450835"/>
              <a:gd name="connsiteX13425" fmla="*/ 7886363 w 10450132"/>
              <a:gd name="connsiteY13425" fmla="*/ 225504 h 5450835"/>
              <a:gd name="connsiteX13426" fmla="*/ 7890896 w 10450132"/>
              <a:gd name="connsiteY13426" fmla="*/ 217624 h 5450835"/>
              <a:gd name="connsiteX13427" fmla="*/ 7891684 w 10450132"/>
              <a:gd name="connsiteY13427" fmla="*/ 217163 h 5450835"/>
              <a:gd name="connsiteX13428" fmla="*/ 4838919 w 10450132"/>
              <a:gd name="connsiteY13428" fmla="*/ 217163 h 5450835"/>
              <a:gd name="connsiteX13429" fmla="*/ 4847982 w 10450132"/>
              <a:gd name="connsiteY13429" fmla="*/ 217163 h 5450835"/>
              <a:gd name="connsiteX13430" fmla="*/ 4848772 w 10450132"/>
              <a:gd name="connsiteY13430" fmla="*/ 217624 h 5450835"/>
              <a:gd name="connsiteX13431" fmla="*/ 4853303 w 10450132"/>
              <a:gd name="connsiteY13431" fmla="*/ 225504 h 5450835"/>
              <a:gd name="connsiteX13432" fmla="*/ 4853303 w 10450132"/>
              <a:gd name="connsiteY13432" fmla="*/ 226358 h 5450835"/>
              <a:gd name="connsiteX13433" fmla="*/ 4848772 w 10450132"/>
              <a:gd name="connsiteY13433" fmla="*/ 234239 h 5450835"/>
              <a:gd name="connsiteX13434" fmla="*/ 4847982 w 10450132"/>
              <a:gd name="connsiteY13434" fmla="*/ 234701 h 5450835"/>
              <a:gd name="connsiteX13435" fmla="*/ 4838919 w 10450132"/>
              <a:gd name="connsiteY13435" fmla="*/ 234701 h 5450835"/>
              <a:gd name="connsiteX13436" fmla="*/ 4838132 w 10450132"/>
              <a:gd name="connsiteY13436" fmla="*/ 234239 h 5450835"/>
              <a:gd name="connsiteX13437" fmla="*/ 4833598 w 10450132"/>
              <a:gd name="connsiteY13437" fmla="*/ 226358 h 5450835"/>
              <a:gd name="connsiteX13438" fmla="*/ 4833598 w 10450132"/>
              <a:gd name="connsiteY13438" fmla="*/ 225504 h 5450835"/>
              <a:gd name="connsiteX13439" fmla="*/ 4838132 w 10450132"/>
              <a:gd name="connsiteY13439" fmla="*/ 217624 h 5450835"/>
              <a:gd name="connsiteX13440" fmla="*/ 4838919 w 10450132"/>
              <a:gd name="connsiteY13440" fmla="*/ 217163 h 5450835"/>
              <a:gd name="connsiteX13441" fmla="*/ 7637304 w 10450132"/>
              <a:gd name="connsiteY13441" fmla="*/ 217162 h 5450835"/>
              <a:gd name="connsiteX13442" fmla="*/ 7646367 w 10450132"/>
              <a:gd name="connsiteY13442" fmla="*/ 217162 h 5450835"/>
              <a:gd name="connsiteX13443" fmla="*/ 7647156 w 10450132"/>
              <a:gd name="connsiteY13443" fmla="*/ 217622 h 5450835"/>
              <a:gd name="connsiteX13444" fmla="*/ 7651687 w 10450132"/>
              <a:gd name="connsiteY13444" fmla="*/ 225502 h 5450835"/>
              <a:gd name="connsiteX13445" fmla="*/ 7651687 w 10450132"/>
              <a:gd name="connsiteY13445" fmla="*/ 226357 h 5450835"/>
              <a:gd name="connsiteX13446" fmla="*/ 7647156 w 10450132"/>
              <a:gd name="connsiteY13446" fmla="*/ 234239 h 5450835"/>
              <a:gd name="connsiteX13447" fmla="*/ 7646367 w 10450132"/>
              <a:gd name="connsiteY13447" fmla="*/ 234699 h 5450835"/>
              <a:gd name="connsiteX13448" fmla="*/ 7637304 w 10450132"/>
              <a:gd name="connsiteY13448" fmla="*/ 234699 h 5450835"/>
              <a:gd name="connsiteX13449" fmla="*/ 7636516 w 10450132"/>
              <a:gd name="connsiteY13449" fmla="*/ 234239 h 5450835"/>
              <a:gd name="connsiteX13450" fmla="*/ 7631983 w 10450132"/>
              <a:gd name="connsiteY13450" fmla="*/ 226357 h 5450835"/>
              <a:gd name="connsiteX13451" fmla="*/ 7631983 w 10450132"/>
              <a:gd name="connsiteY13451" fmla="*/ 225502 h 5450835"/>
              <a:gd name="connsiteX13452" fmla="*/ 7636516 w 10450132"/>
              <a:gd name="connsiteY13452" fmla="*/ 217622 h 5450835"/>
              <a:gd name="connsiteX13453" fmla="*/ 7637304 w 10450132"/>
              <a:gd name="connsiteY13453" fmla="*/ 217162 h 5450835"/>
              <a:gd name="connsiteX13454" fmla="*/ 9926861 w 10450132"/>
              <a:gd name="connsiteY13454" fmla="*/ 217155 h 5450835"/>
              <a:gd name="connsiteX13455" fmla="*/ 9935924 w 10450132"/>
              <a:gd name="connsiteY13455" fmla="*/ 217155 h 5450835"/>
              <a:gd name="connsiteX13456" fmla="*/ 9936713 w 10450132"/>
              <a:gd name="connsiteY13456" fmla="*/ 217615 h 5450835"/>
              <a:gd name="connsiteX13457" fmla="*/ 9941246 w 10450132"/>
              <a:gd name="connsiteY13457" fmla="*/ 225497 h 5450835"/>
              <a:gd name="connsiteX13458" fmla="*/ 9941246 w 10450132"/>
              <a:gd name="connsiteY13458" fmla="*/ 225506 h 5450835"/>
              <a:gd name="connsiteX13459" fmla="*/ 9941246 w 10450132"/>
              <a:gd name="connsiteY13459" fmla="*/ 226350 h 5450835"/>
              <a:gd name="connsiteX13460" fmla="*/ 9941246 w 10450132"/>
              <a:gd name="connsiteY13460" fmla="*/ 226360 h 5450835"/>
              <a:gd name="connsiteX13461" fmla="*/ 9936713 w 10450132"/>
              <a:gd name="connsiteY13461" fmla="*/ 234244 h 5450835"/>
              <a:gd name="connsiteX13462" fmla="*/ 9935924 w 10450132"/>
              <a:gd name="connsiteY13462" fmla="*/ 234702 h 5450835"/>
              <a:gd name="connsiteX13463" fmla="*/ 9926861 w 10450132"/>
              <a:gd name="connsiteY13463" fmla="*/ 234702 h 5450835"/>
              <a:gd name="connsiteX13464" fmla="*/ 9926073 w 10450132"/>
              <a:gd name="connsiteY13464" fmla="*/ 234244 h 5450835"/>
              <a:gd name="connsiteX13465" fmla="*/ 9921541 w 10450132"/>
              <a:gd name="connsiteY13465" fmla="*/ 226360 h 5450835"/>
              <a:gd name="connsiteX13466" fmla="*/ 9921541 w 10450132"/>
              <a:gd name="connsiteY13466" fmla="*/ 226350 h 5450835"/>
              <a:gd name="connsiteX13467" fmla="*/ 9921541 w 10450132"/>
              <a:gd name="connsiteY13467" fmla="*/ 225506 h 5450835"/>
              <a:gd name="connsiteX13468" fmla="*/ 9921541 w 10450132"/>
              <a:gd name="connsiteY13468" fmla="*/ 225497 h 5450835"/>
              <a:gd name="connsiteX13469" fmla="*/ 9926073 w 10450132"/>
              <a:gd name="connsiteY13469" fmla="*/ 217615 h 5450835"/>
              <a:gd name="connsiteX13470" fmla="*/ 9926861 w 10450132"/>
              <a:gd name="connsiteY13470" fmla="*/ 217155 h 5450835"/>
              <a:gd name="connsiteX13471" fmla="*/ 3821543 w 10450132"/>
              <a:gd name="connsiteY13471" fmla="*/ 217153 h 5450835"/>
              <a:gd name="connsiteX13472" fmla="*/ 3830608 w 10450132"/>
              <a:gd name="connsiteY13472" fmla="*/ 217153 h 5450835"/>
              <a:gd name="connsiteX13473" fmla="*/ 3831395 w 10450132"/>
              <a:gd name="connsiteY13473" fmla="*/ 217613 h 5450835"/>
              <a:gd name="connsiteX13474" fmla="*/ 3835928 w 10450132"/>
              <a:gd name="connsiteY13474" fmla="*/ 225494 h 5450835"/>
              <a:gd name="connsiteX13475" fmla="*/ 3835928 w 10450132"/>
              <a:gd name="connsiteY13475" fmla="*/ 226348 h 5450835"/>
              <a:gd name="connsiteX13476" fmla="*/ 3831395 w 10450132"/>
              <a:gd name="connsiteY13476" fmla="*/ 234231 h 5450835"/>
              <a:gd name="connsiteX13477" fmla="*/ 3830608 w 10450132"/>
              <a:gd name="connsiteY13477" fmla="*/ 234690 h 5450835"/>
              <a:gd name="connsiteX13478" fmla="*/ 3821543 w 10450132"/>
              <a:gd name="connsiteY13478" fmla="*/ 234690 h 5450835"/>
              <a:gd name="connsiteX13479" fmla="*/ 3820754 w 10450132"/>
              <a:gd name="connsiteY13479" fmla="*/ 234231 h 5450835"/>
              <a:gd name="connsiteX13480" fmla="*/ 3816221 w 10450132"/>
              <a:gd name="connsiteY13480" fmla="*/ 226348 h 5450835"/>
              <a:gd name="connsiteX13481" fmla="*/ 3816221 w 10450132"/>
              <a:gd name="connsiteY13481" fmla="*/ 225494 h 5450835"/>
              <a:gd name="connsiteX13482" fmla="*/ 3820754 w 10450132"/>
              <a:gd name="connsiteY13482" fmla="*/ 217613 h 5450835"/>
              <a:gd name="connsiteX13483" fmla="*/ 3821543 w 10450132"/>
              <a:gd name="connsiteY13483" fmla="*/ 217153 h 5450835"/>
              <a:gd name="connsiteX13484" fmla="*/ 8909274 w 10450132"/>
              <a:gd name="connsiteY13484" fmla="*/ 217150 h 5450835"/>
              <a:gd name="connsiteX13485" fmla="*/ 8918336 w 10450132"/>
              <a:gd name="connsiteY13485" fmla="*/ 217150 h 5450835"/>
              <a:gd name="connsiteX13486" fmla="*/ 8919125 w 10450132"/>
              <a:gd name="connsiteY13486" fmla="*/ 217610 h 5450835"/>
              <a:gd name="connsiteX13487" fmla="*/ 8923657 w 10450132"/>
              <a:gd name="connsiteY13487" fmla="*/ 225491 h 5450835"/>
              <a:gd name="connsiteX13488" fmla="*/ 8923657 w 10450132"/>
              <a:gd name="connsiteY13488" fmla="*/ 226345 h 5450835"/>
              <a:gd name="connsiteX13489" fmla="*/ 8919125 w 10450132"/>
              <a:gd name="connsiteY13489" fmla="*/ 234227 h 5450835"/>
              <a:gd name="connsiteX13490" fmla="*/ 8918336 w 10450132"/>
              <a:gd name="connsiteY13490" fmla="*/ 234687 h 5450835"/>
              <a:gd name="connsiteX13491" fmla="*/ 8909274 w 10450132"/>
              <a:gd name="connsiteY13491" fmla="*/ 234687 h 5450835"/>
              <a:gd name="connsiteX13492" fmla="*/ 8908484 w 10450132"/>
              <a:gd name="connsiteY13492" fmla="*/ 234227 h 5450835"/>
              <a:gd name="connsiteX13493" fmla="*/ 8903953 w 10450132"/>
              <a:gd name="connsiteY13493" fmla="*/ 226345 h 5450835"/>
              <a:gd name="connsiteX13494" fmla="*/ 8903953 w 10450132"/>
              <a:gd name="connsiteY13494" fmla="*/ 225491 h 5450835"/>
              <a:gd name="connsiteX13495" fmla="*/ 8908484 w 10450132"/>
              <a:gd name="connsiteY13495" fmla="*/ 217610 h 5450835"/>
              <a:gd name="connsiteX13496" fmla="*/ 8909274 w 10450132"/>
              <a:gd name="connsiteY13496" fmla="*/ 217150 h 5450835"/>
              <a:gd name="connsiteX13497" fmla="*/ 9163654 w 10450132"/>
              <a:gd name="connsiteY13497" fmla="*/ 217149 h 5450835"/>
              <a:gd name="connsiteX13498" fmla="*/ 9172718 w 10450132"/>
              <a:gd name="connsiteY13498" fmla="*/ 217149 h 5450835"/>
              <a:gd name="connsiteX13499" fmla="*/ 9173506 w 10450132"/>
              <a:gd name="connsiteY13499" fmla="*/ 217609 h 5450835"/>
              <a:gd name="connsiteX13500" fmla="*/ 9178038 w 10450132"/>
              <a:gd name="connsiteY13500" fmla="*/ 225490 h 5450835"/>
              <a:gd name="connsiteX13501" fmla="*/ 9178038 w 10450132"/>
              <a:gd name="connsiteY13501" fmla="*/ 226344 h 5450835"/>
              <a:gd name="connsiteX13502" fmla="*/ 9173506 w 10450132"/>
              <a:gd name="connsiteY13502" fmla="*/ 234226 h 5450835"/>
              <a:gd name="connsiteX13503" fmla="*/ 9172718 w 10450132"/>
              <a:gd name="connsiteY13503" fmla="*/ 234686 h 5450835"/>
              <a:gd name="connsiteX13504" fmla="*/ 9163654 w 10450132"/>
              <a:gd name="connsiteY13504" fmla="*/ 234686 h 5450835"/>
              <a:gd name="connsiteX13505" fmla="*/ 9162866 w 10450132"/>
              <a:gd name="connsiteY13505" fmla="*/ 234226 h 5450835"/>
              <a:gd name="connsiteX13506" fmla="*/ 9158333 w 10450132"/>
              <a:gd name="connsiteY13506" fmla="*/ 226344 h 5450835"/>
              <a:gd name="connsiteX13507" fmla="*/ 9158333 w 10450132"/>
              <a:gd name="connsiteY13507" fmla="*/ 225490 h 5450835"/>
              <a:gd name="connsiteX13508" fmla="*/ 9162866 w 10450132"/>
              <a:gd name="connsiteY13508" fmla="*/ 217609 h 5450835"/>
              <a:gd name="connsiteX13509" fmla="*/ 9163654 w 10450132"/>
              <a:gd name="connsiteY13509" fmla="*/ 217149 h 5450835"/>
              <a:gd name="connsiteX13510" fmla="*/ 6874095 w 10450132"/>
              <a:gd name="connsiteY13510" fmla="*/ 217148 h 5450835"/>
              <a:gd name="connsiteX13511" fmla="*/ 6883159 w 10450132"/>
              <a:gd name="connsiteY13511" fmla="*/ 217148 h 5450835"/>
              <a:gd name="connsiteX13512" fmla="*/ 6883947 w 10450132"/>
              <a:gd name="connsiteY13512" fmla="*/ 217606 h 5450835"/>
              <a:gd name="connsiteX13513" fmla="*/ 6888480 w 10450132"/>
              <a:gd name="connsiteY13513" fmla="*/ 225488 h 5450835"/>
              <a:gd name="connsiteX13514" fmla="*/ 6888480 w 10450132"/>
              <a:gd name="connsiteY13514" fmla="*/ 226342 h 5450835"/>
              <a:gd name="connsiteX13515" fmla="*/ 6883947 w 10450132"/>
              <a:gd name="connsiteY13515" fmla="*/ 234224 h 5450835"/>
              <a:gd name="connsiteX13516" fmla="*/ 6883159 w 10450132"/>
              <a:gd name="connsiteY13516" fmla="*/ 234685 h 5450835"/>
              <a:gd name="connsiteX13517" fmla="*/ 6874095 w 10450132"/>
              <a:gd name="connsiteY13517" fmla="*/ 234685 h 5450835"/>
              <a:gd name="connsiteX13518" fmla="*/ 6873307 w 10450132"/>
              <a:gd name="connsiteY13518" fmla="*/ 234224 h 5450835"/>
              <a:gd name="connsiteX13519" fmla="*/ 6868775 w 10450132"/>
              <a:gd name="connsiteY13519" fmla="*/ 226342 h 5450835"/>
              <a:gd name="connsiteX13520" fmla="*/ 6868775 w 10450132"/>
              <a:gd name="connsiteY13520" fmla="*/ 225488 h 5450835"/>
              <a:gd name="connsiteX13521" fmla="*/ 6873307 w 10450132"/>
              <a:gd name="connsiteY13521" fmla="*/ 217606 h 5450835"/>
              <a:gd name="connsiteX13522" fmla="*/ 6874095 w 10450132"/>
              <a:gd name="connsiteY13522" fmla="*/ 217148 h 5450835"/>
              <a:gd name="connsiteX13523" fmla="*/ 5347746 w 10450132"/>
              <a:gd name="connsiteY13523" fmla="*/ 217137 h 5450835"/>
              <a:gd name="connsiteX13524" fmla="*/ 5356810 w 10450132"/>
              <a:gd name="connsiteY13524" fmla="*/ 217137 h 5450835"/>
              <a:gd name="connsiteX13525" fmla="*/ 5357598 w 10450132"/>
              <a:gd name="connsiteY13525" fmla="*/ 217597 h 5450835"/>
              <a:gd name="connsiteX13526" fmla="*/ 5362130 w 10450132"/>
              <a:gd name="connsiteY13526" fmla="*/ 225478 h 5450835"/>
              <a:gd name="connsiteX13527" fmla="*/ 5362130 w 10450132"/>
              <a:gd name="connsiteY13527" fmla="*/ 226332 h 5450835"/>
              <a:gd name="connsiteX13528" fmla="*/ 5357598 w 10450132"/>
              <a:gd name="connsiteY13528" fmla="*/ 234214 h 5450835"/>
              <a:gd name="connsiteX13529" fmla="*/ 5356810 w 10450132"/>
              <a:gd name="connsiteY13529" fmla="*/ 234674 h 5450835"/>
              <a:gd name="connsiteX13530" fmla="*/ 5347746 w 10450132"/>
              <a:gd name="connsiteY13530" fmla="*/ 234674 h 5450835"/>
              <a:gd name="connsiteX13531" fmla="*/ 5346958 w 10450132"/>
              <a:gd name="connsiteY13531" fmla="*/ 234214 h 5450835"/>
              <a:gd name="connsiteX13532" fmla="*/ 5342425 w 10450132"/>
              <a:gd name="connsiteY13532" fmla="*/ 226332 h 5450835"/>
              <a:gd name="connsiteX13533" fmla="*/ 5342425 w 10450132"/>
              <a:gd name="connsiteY13533" fmla="*/ 225478 h 5450835"/>
              <a:gd name="connsiteX13534" fmla="*/ 5346958 w 10450132"/>
              <a:gd name="connsiteY13534" fmla="*/ 217597 h 5450835"/>
              <a:gd name="connsiteX13535" fmla="*/ 5347746 w 10450132"/>
              <a:gd name="connsiteY13535" fmla="*/ 217137 h 5450835"/>
              <a:gd name="connsiteX13536" fmla="*/ 4330157 w 10450132"/>
              <a:gd name="connsiteY13536" fmla="*/ 217136 h 5450835"/>
              <a:gd name="connsiteX13537" fmla="*/ 4339222 w 10450132"/>
              <a:gd name="connsiteY13537" fmla="*/ 217136 h 5450835"/>
              <a:gd name="connsiteX13538" fmla="*/ 4340010 w 10450132"/>
              <a:gd name="connsiteY13538" fmla="*/ 217596 h 5450835"/>
              <a:gd name="connsiteX13539" fmla="*/ 4344540 w 10450132"/>
              <a:gd name="connsiteY13539" fmla="*/ 225477 h 5450835"/>
              <a:gd name="connsiteX13540" fmla="*/ 4344540 w 10450132"/>
              <a:gd name="connsiteY13540" fmla="*/ 226331 h 5450835"/>
              <a:gd name="connsiteX13541" fmla="*/ 4340010 w 10450132"/>
              <a:gd name="connsiteY13541" fmla="*/ 234213 h 5450835"/>
              <a:gd name="connsiteX13542" fmla="*/ 4339222 w 10450132"/>
              <a:gd name="connsiteY13542" fmla="*/ 234673 h 5450835"/>
              <a:gd name="connsiteX13543" fmla="*/ 4330157 w 10450132"/>
              <a:gd name="connsiteY13543" fmla="*/ 234673 h 5450835"/>
              <a:gd name="connsiteX13544" fmla="*/ 4329369 w 10450132"/>
              <a:gd name="connsiteY13544" fmla="*/ 234213 h 5450835"/>
              <a:gd name="connsiteX13545" fmla="*/ 4324836 w 10450132"/>
              <a:gd name="connsiteY13545" fmla="*/ 226331 h 5450835"/>
              <a:gd name="connsiteX13546" fmla="*/ 4324836 w 10450132"/>
              <a:gd name="connsiteY13546" fmla="*/ 225477 h 5450835"/>
              <a:gd name="connsiteX13547" fmla="*/ 4329369 w 10450132"/>
              <a:gd name="connsiteY13547" fmla="*/ 217596 h 5450835"/>
              <a:gd name="connsiteX13548" fmla="*/ 4330157 w 10450132"/>
              <a:gd name="connsiteY13548" fmla="*/ 217136 h 5450835"/>
              <a:gd name="connsiteX13549" fmla="*/ 5856508 w 10450132"/>
              <a:gd name="connsiteY13549" fmla="*/ 217135 h 5450835"/>
              <a:gd name="connsiteX13550" fmla="*/ 5865571 w 10450132"/>
              <a:gd name="connsiteY13550" fmla="*/ 217135 h 5450835"/>
              <a:gd name="connsiteX13551" fmla="*/ 5866359 w 10450132"/>
              <a:gd name="connsiteY13551" fmla="*/ 217594 h 5450835"/>
              <a:gd name="connsiteX13552" fmla="*/ 5870891 w 10450132"/>
              <a:gd name="connsiteY13552" fmla="*/ 225476 h 5450835"/>
              <a:gd name="connsiteX13553" fmla="*/ 5870891 w 10450132"/>
              <a:gd name="connsiteY13553" fmla="*/ 226330 h 5450835"/>
              <a:gd name="connsiteX13554" fmla="*/ 5866359 w 10450132"/>
              <a:gd name="connsiteY13554" fmla="*/ 234212 h 5450835"/>
              <a:gd name="connsiteX13555" fmla="*/ 5865571 w 10450132"/>
              <a:gd name="connsiteY13555" fmla="*/ 234672 h 5450835"/>
              <a:gd name="connsiteX13556" fmla="*/ 5856508 w 10450132"/>
              <a:gd name="connsiteY13556" fmla="*/ 234672 h 5450835"/>
              <a:gd name="connsiteX13557" fmla="*/ 5855720 w 10450132"/>
              <a:gd name="connsiteY13557" fmla="*/ 234212 h 5450835"/>
              <a:gd name="connsiteX13558" fmla="*/ 5851187 w 10450132"/>
              <a:gd name="connsiteY13558" fmla="*/ 226330 h 5450835"/>
              <a:gd name="connsiteX13559" fmla="*/ 5851187 w 10450132"/>
              <a:gd name="connsiteY13559" fmla="*/ 225476 h 5450835"/>
              <a:gd name="connsiteX13560" fmla="*/ 5855720 w 10450132"/>
              <a:gd name="connsiteY13560" fmla="*/ 217594 h 5450835"/>
              <a:gd name="connsiteX13561" fmla="*/ 5856508 w 10450132"/>
              <a:gd name="connsiteY13561" fmla="*/ 217135 h 5450835"/>
              <a:gd name="connsiteX13562" fmla="*/ 6365334 w 10450132"/>
              <a:gd name="connsiteY13562" fmla="*/ 217130 h 5450835"/>
              <a:gd name="connsiteX13563" fmla="*/ 6374397 w 10450132"/>
              <a:gd name="connsiteY13563" fmla="*/ 217130 h 5450835"/>
              <a:gd name="connsiteX13564" fmla="*/ 6375186 w 10450132"/>
              <a:gd name="connsiteY13564" fmla="*/ 217589 h 5450835"/>
              <a:gd name="connsiteX13565" fmla="*/ 6379718 w 10450132"/>
              <a:gd name="connsiteY13565" fmla="*/ 225470 h 5450835"/>
              <a:gd name="connsiteX13566" fmla="*/ 6379718 w 10450132"/>
              <a:gd name="connsiteY13566" fmla="*/ 226324 h 5450835"/>
              <a:gd name="connsiteX13567" fmla="*/ 6375186 w 10450132"/>
              <a:gd name="connsiteY13567" fmla="*/ 234207 h 5450835"/>
              <a:gd name="connsiteX13568" fmla="*/ 6374397 w 10450132"/>
              <a:gd name="connsiteY13568" fmla="*/ 234666 h 5450835"/>
              <a:gd name="connsiteX13569" fmla="*/ 6365334 w 10450132"/>
              <a:gd name="connsiteY13569" fmla="*/ 234666 h 5450835"/>
              <a:gd name="connsiteX13570" fmla="*/ 6364546 w 10450132"/>
              <a:gd name="connsiteY13570" fmla="*/ 234207 h 5450835"/>
              <a:gd name="connsiteX13571" fmla="*/ 6360014 w 10450132"/>
              <a:gd name="connsiteY13571" fmla="*/ 226324 h 5450835"/>
              <a:gd name="connsiteX13572" fmla="*/ 6360014 w 10450132"/>
              <a:gd name="connsiteY13572" fmla="*/ 225470 h 5450835"/>
              <a:gd name="connsiteX13573" fmla="*/ 6364546 w 10450132"/>
              <a:gd name="connsiteY13573" fmla="*/ 217589 h 5450835"/>
              <a:gd name="connsiteX13574" fmla="*/ 6365334 w 10450132"/>
              <a:gd name="connsiteY13574" fmla="*/ 217130 h 5450835"/>
              <a:gd name="connsiteX13575" fmla="*/ 7382923 w 10450132"/>
              <a:gd name="connsiteY13575" fmla="*/ 217123 h 5450835"/>
              <a:gd name="connsiteX13576" fmla="*/ 7391987 w 10450132"/>
              <a:gd name="connsiteY13576" fmla="*/ 217123 h 5450835"/>
              <a:gd name="connsiteX13577" fmla="*/ 7392775 w 10450132"/>
              <a:gd name="connsiteY13577" fmla="*/ 217583 h 5450835"/>
              <a:gd name="connsiteX13578" fmla="*/ 7397307 w 10450132"/>
              <a:gd name="connsiteY13578" fmla="*/ 225464 h 5450835"/>
              <a:gd name="connsiteX13579" fmla="*/ 7397307 w 10450132"/>
              <a:gd name="connsiteY13579" fmla="*/ 226318 h 5450835"/>
              <a:gd name="connsiteX13580" fmla="*/ 7392775 w 10450132"/>
              <a:gd name="connsiteY13580" fmla="*/ 234201 h 5450835"/>
              <a:gd name="connsiteX13581" fmla="*/ 7391987 w 10450132"/>
              <a:gd name="connsiteY13581" fmla="*/ 234660 h 5450835"/>
              <a:gd name="connsiteX13582" fmla="*/ 7382923 w 10450132"/>
              <a:gd name="connsiteY13582" fmla="*/ 234660 h 5450835"/>
              <a:gd name="connsiteX13583" fmla="*/ 7382135 w 10450132"/>
              <a:gd name="connsiteY13583" fmla="*/ 234201 h 5450835"/>
              <a:gd name="connsiteX13584" fmla="*/ 7377602 w 10450132"/>
              <a:gd name="connsiteY13584" fmla="*/ 226318 h 5450835"/>
              <a:gd name="connsiteX13585" fmla="*/ 7377602 w 10450132"/>
              <a:gd name="connsiteY13585" fmla="*/ 225464 h 5450835"/>
              <a:gd name="connsiteX13586" fmla="*/ 7382135 w 10450132"/>
              <a:gd name="connsiteY13586" fmla="*/ 217583 h 5450835"/>
              <a:gd name="connsiteX13587" fmla="*/ 7382923 w 10450132"/>
              <a:gd name="connsiteY13587" fmla="*/ 217123 h 5450835"/>
              <a:gd name="connsiteX13588" fmla="*/ 6619714 w 10450132"/>
              <a:gd name="connsiteY13588" fmla="*/ 217123 h 5450835"/>
              <a:gd name="connsiteX13589" fmla="*/ 6628778 w 10450132"/>
              <a:gd name="connsiteY13589" fmla="*/ 217123 h 5450835"/>
              <a:gd name="connsiteX13590" fmla="*/ 6629566 w 10450132"/>
              <a:gd name="connsiteY13590" fmla="*/ 217582 h 5450835"/>
              <a:gd name="connsiteX13591" fmla="*/ 6634099 w 10450132"/>
              <a:gd name="connsiteY13591" fmla="*/ 225464 h 5450835"/>
              <a:gd name="connsiteX13592" fmla="*/ 6634099 w 10450132"/>
              <a:gd name="connsiteY13592" fmla="*/ 226318 h 5450835"/>
              <a:gd name="connsiteX13593" fmla="*/ 6629566 w 10450132"/>
              <a:gd name="connsiteY13593" fmla="*/ 234200 h 5450835"/>
              <a:gd name="connsiteX13594" fmla="*/ 6628778 w 10450132"/>
              <a:gd name="connsiteY13594" fmla="*/ 234660 h 5450835"/>
              <a:gd name="connsiteX13595" fmla="*/ 6619714 w 10450132"/>
              <a:gd name="connsiteY13595" fmla="*/ 234660 h 5450835"/>
              <a:gd name="connsiteX13596" fmla="*/ 6618926 w 10450132"/>
              <a:gd name="connsiteY13596" fmla="*/ 234200 h 5450835"/>
              <a:gd name="connsiteX13597" fmla="*/ 6614394 w 10450132"/>
              <a:gd name="connsiteY13597" fmla="*/ 226318 h 5450835"/>
              <a:gd name="connsiteX13598" fmla="*/ 6614394 w 10450132"/>
              <a:gd name="connsiteY13598" fmla="*/ 225464 h 5450835"/>
              <a:gd name="connsiteX13599" fmla="*/ 6618926 w 10450132"/>
              <a:gd name="connsiteY13599" fmla="*/ 217582 h 5450835"/>
              <a:gd name="connsiteX13600" fmla="*/ 6619714 w 10450132"/>
              <a:gd name="connsiteY13600" fmla="*/ 217123 h 5450835"/>
              <a:gd name="connsiteX13601" fmla="*/ 9672481 w 10450132"/>
              <a:gd name="connsiteY13601" fmla="*/ 217117 h 5450835"/>
              <a:gd name="connsiteX13602" fmla="*/ 9681545 w 10450132"/>
              <a:gd name="connsiteY13602" fmla="*/ 217117 h 5450835"/>
              <a:gd name="connsiteX13603" fmla="*/ 9682333 w 10450132"/>
              <a:gd name="connsiteY13603" fmla="*/ 217578 h 5450835"/>
              <a:gd name="connsiteX13604" fmla="*/ 9686865 w 10450132"/>
              <a:gd name="connsiteY13604" fmla="*/ 225459 h 5450835"/>
              <a:gd name="connsiteX13605" fmla="*/ 9686865 w 10450132"/>
              <a:gd name="connsiteY13605" fmla="*/ 226312 h 5450835"/>
              <a:gd name="connsiteX13606" fmla="*/ 9682333 w 10450132"/>
              <a:gd name="connsiteY13606" fmla="*/ 234195 h 5450835"/>
              <a:gd name="connsiteX13607" fmla="*/ 9681545 w 10450132"/>
              <a:gd name="connsiteY13607" fmla="*/ 234654 h 5450835"/>
              <a:gd name="connsiteX13608" fmla="*/ 9681518 w 10450132"/>
              <a:gd name="connsiteY13608" fmla="*/ 234654 h 5450835"/>
              <a:gd name="connsiteX13609" fmla="*/ 9681479 w 10450132"/>
              <a:gd name="connsiteY13609" fmla="*/ 234677 h 5450835"/>
              <a:gd name="connsiteX13610" fmla="*/ 9672416 w 10450132"/>
              <a:gd name="connsiteY13610" fmla="*/ 234677 h 5450835"/>
              <a:gd name="connsiteX13611" fmla="*/ 9671627 w 10450132"/>
              <a:gd name="connsiteY13611" fmla="*/ 234218 h 5450835"/>
              <a:gd name="connsiteX13612" fmla="*/ 9667095 w 10450132"/>
              <a:gd name="connsiteY13612" fmla="*/ 226335 h 5450835"/>
              <a:gd name="connsiteX13613" fmla="*/ 9667095 w 10450132"/>
              <a:gd name="connsiteY13613" fmla="*/ 225481 h 5450835"/>
              <a:gd name="connsiteX13614" fmla="*/ 9671627 w 10450132"/>
              <a:gd name="connsiteY13614" fmla="*/ 217601 h 5450835"/>
              <a:gd name="connsiteX13615" fmla="*/ 9672416 w 10450132"/>
              <a:gd name="connsiteY13615" fmla="*/ 217140 h 5450835"/>
              <a:gd name="connsiteX13616" fmla="*/ 9672442 w 10450132"/>
              <a:gd name="connsiteY13616" fmla="*/ 217140 h 5450835"/>
              <a:gd name="connsiteX13617" fmla="*/ 5602126 w 10450132"/>
              <a:gd name="connsiteY13617" fmla="*/ 217110 h 5450835"/>
              <a:gd name="connsiteX13618" fmla="*/ 5611191 w 10450132"/>
              <a:gd name="connsiteY13618" fmla="*/ 217110 h 5450835"/>
              <a:gd name="connsiteX13619" fmla="*/ 5611979 w 10450132"/>
              <a:gd name="connsiteY13619" fmla="*/ 217569 h 5450835"/>
              <a:gd name="connsiteX13620" fmla="*/ 5616511 w 10450132"/>
              <a:gd name="connsiteY13620" fmla="*/ 225451 h 5450835"/>
              <a:gd name="connsiteX13621" fmla="*/ 5616511 w 10450132"/>
              <a:gd name="connsiteY13621" fmla="*/ 226304 h 5450835"/>
              <a:gd name="connsiteX13622" fmla="*/ 5611979 w 10450132"/>
              <a:gd name="connsiteY13622" fmla="*/ 234187 h 5450835"/>
              <a:gd name="connsiteX13623" fmla="*/ 5611191 w 10450132"/>
              <a:gd name="connsiteY13623" fmla="*/ 234647 h 5450835"/>
              <a:gd name="connsiteX13624" fmla="*/ 5602126 w 10450132"/>
              <a:gd name="connsiteY13624" fmla="*/ 234647 h 5450835"/>
              <a:gd name="connsiteX13625" fmla="*/ 5601338 w 10450132"/>
              <a:gd name="connsiteY13625" fmla="*/ 234187 h 5450835"/>
              <a:gd name="connsiteX13626" fmla="*/ 5596807 w 10450132"/>
              <a:gd name="connsiteY13626" fmla="*/ 226304 h 5450835"/>
              <a:gd name="connsiteX13627" fmla="*/ 5596807 w 10450132"/>
              <a:gd name="connsiteY13627" fmla="*/ 225451 h 5450835"/>
              <a:gd name="connsiteX13628" fmla="*/ 5601338 w 10450132"/>
              <a:gd name="connsiteY13628" fmla="*/ 217569 h 5450835"/>
              <a:gd name="connsiteX13629" fmla="*/ 5602126 w 10450132"/>
              <a:gd name="connsiteY13629" fmla="*/ 217110 h 5450835"/>
              <a:gd name="connsiteX13630" fmla="*/ 8146065 w 10450132"/>
              <a:gd name="connsiteY13630" fmla="*/ 217102 h 5450835"/>
              <a:gd name="connsiteX13631" fmla="*/ 8155129 w 10450132"/>
              <a:gd name="connsiteY13631" fmla="*/ 217102 h 5450835"/>
              <a:gd name="connsiteX13632" fmla="*/ 8155917 w 10450132"/>
              <a:gd name="connsiteY13632" fmla="*/ 217562 h 5450835"/>
              <a:gd name="connsiteX13633" fmla="*/ 8160449 w 10450132"/>
              <a:gd name="connsiteY13633" fmla="*/ 225443 h 5450835"/>
              <a:gd name="connsiteX13634" fmla="*/ 8160449 w 10450132"/>
              <a:gd name="connsiteY13634" fmla="*/ 226297 h 5450835"/>
              <a:gd name="connsiteX13635" fmla="*/ 8155917 w 10450132"/>
              <a:gd name="connsiteY13635" fmla="*/ 234179 h 5450835"/>
              <a:gd name="connsiteX13636" fmla="*/ 8155129 w 10450132"/>
              <a:gd name="connsiteY13636" fmla="*/ 234639 h 5450835"/>
              <a:gd name="connsiteX13637" fmla="*/ 8146065 w 10450132"/>
              <a:gd name="connsiteY13637" fmla="*/ 234639 h 5450835"/>
              <a:gd name="connsiteX13638" fmla="*/ 8145277 w 10450132"/>
              <a:gd name="connsiteY13638" fmla="*/ 234179 h 5450835"/>
              <a:gd name="connsiteX13639" fmla="*/ 8140745 w 10450132"/>
              <a:gd name="connsiteY13639" fmla="*/ 226297 h 5450835"/>
              <a:gd name="connsiteX13640" fmla="*/ 8140745 w 10450132"/>
              <a:gd name="connsiteY13640" fmla="*/ 225443 h 5450835"/>
              <a:gd name="connsiteX13641" fmla="*/ 8145277 w 10450132"/>
              <a:gd name="connsiteY13641" fmla="*/ 217562 h 5450835"/>
              <a:gd name="connsiteX13642" fmla="*/ 8146065 w 10450132"/>
              <a:gd name="connsiteY13642" fmla="*/ 217102 h 5450835"/>
              <a:gd name="connsiteX13643" fmla="*/ 7128477 w 10450132"/>
              <a:gd name="connsiteY13643" fmla="*/ 217099 h 5450835"/>
              <a:gd name="connsiteX13644" fmla="*/ 7137540 w 10450132"/>
              <a:gd name="connsiteY13644" fmla="*/ 217099 h 5450835"/>
              <a:gd name="connsiteX13645" fmla="*/ 7138328 w 10450132"/>
              <a:gd name="connsiteY13645" fmla="*/ 217558 h 5450835"/>
              <a:gd name="connsiteX13646" fmla="*/ 7142860 w 10450132"/>
              <a:gd name="connsiteY13646" fmla="*/ 225440 h 5450835"/>
              <a:gd name="connsiteX13647" fmla="*/ 7142860 w 10450132"/>
              <a:gd name="connsiteY13647" fmla="*/ 226293 h 5450835"/>
              <a:gd name="connsiteX13648" fmla="*/ 7138328 w 10450132"/>
              <a:gd name="connsiteY13648" fmla="*/ 234176 h 5450835"/>
              <a:gd name="connsiteX13649" fmla="*/ 7137540 w 10450132"/>
              <a:gd name="connsiteY13649" fmla="*/ 234636 h 5450835"/>
              <a:gd name="connsiteX13650" fmla="*/ 7128477 w 10450132"/>
              <a:gd name="connsiteY13650" fmla="*/ 234636 h 5450835"/>
              <a:gd name="connsiteX13651" fmla="*/ 7127689 w 10450132"/>
              <a:gd name="connsiteY13651" fmla="*/ 234176 h 5450835"/>
              <a:gd name="connsiteX13652" fmla="*/ 7123156 w 10450132"/>
              <a:gd name="connsiteY13652" fmla="*/ 226293 h 5450835"/>
              <a:gd name="connsiteX13653" fmla="*/ 7123156 w 10450132"/>
              <a:gd name="connsiteY13653" fmla="*/ 225440 h 5450835"/>
              <a:gd name="connsiteX13654" fmla="*/ 7127689 w 10450132"/>
              <a:gd name="connsiteY13654" fmla="*/ 217558 h 5450835"/>
              <a:gd name="connsiteX13655" fmla="*/ 7128477 w 10450132"/>
              <a:gd name="connsiteY13655" fmla="*/ 217099 h 5450835"/>
              <a:gd name="connsiteX13656" fmla="*/ 9418035 w 10450132"/>
              <a:gd name="connsiteY13656" fmla="*/ 217095 h 5450835"/>
              <a:gd name="connsiteX13657" fmla="*/ 9427099 w 10450132"/>
              <a:gd name="connsiteY13657" fmla="*/ 217095 h 5450835"/>
              <a:gd name="connsiteX13658" fmla="*/ 9427887 w 10450132"/>
              <a:gd name="connsiteY13658" fmla="*/ 217555 h 5450835"/>
              <a:gd name="connsiteX13659" fmla="*/ 9432419 w 10450132"/>
              <a:gd name="connsiteY13659" fmla="*/ 225436 h 5450835"/>
              <a:gd name="connsiteX13660" fmla="*/ 9432419 w 10450132"/>
              <a:gd name="connsiteY13660" fmla="*/ 226290 h 5450835"/>
              <a:gd name="connsiteX13661" fmla="*/ 9427887 w 10450132"/>
              <a:gd name="connsiteY13661" fmla="*/ 234173 h 5450835"/>
              <a:gd name="connsiteX13662" fmla="*/ 9427099 w 10450132"/>
              <a:gd name="connsiteY13662" fmla="*/ 234632 h 5450835"/>
              <a:gd name="connsiteX13663" fmla="*/ 9418035 w 10450132"/>
              <a:gd name="connsiteY13663" fmla="*/ 234632 h 5450835"/>
              <a:gd name="connsiteX13664" fmla="*/ 9417247 w 10450132"/>
              <a:gd name="connsiteY13664" fmla="*/ 234173 h 5450835"/>
              <a:gd name="connsiteX13665" fmla="*/ 9412714 w 10450132"/>
              <a:gd name="connsiteY13665" fmla="*/ 226290 h 5450835"/>
              <a:gd name="connsiteX13666" fmla="*/ 9412714 w 10450132"/>
              <a:gd name="connsiteY13666" fmla="*/ 225436 h 5450835"/>
              <a:gd name="connsiteX13667" fmla="*/ 9417247 w 10450132"/>
              <a:gd name="connsiteY13667" fmla="*/ 217555 h 5450835"/>
              <a:gd name="connsiteX13668" fmla="*/ 9418035 w 10450132"/>
              <a:gd name="connsiteY13668" fmla="*/ 217095 h 5450835"/>
              <a:gd name="connsiteX13669" fmla="*/ 4584538 w 10450132"/>
              <a:gd name="connsiteY13669" fmla="*/ 217084 h 5450835"/>
              <a:gd name="connsiteX13670" fmla="*/ 4593603 w 10450132"/>
              <a:gd name="connsiteY13670" fmla="*/ 217084 h 5450835"/>
              <a:gd name="connsiteX13671" fmla="*/ 4594390 w 10450132"/>
              <a:gd name="connsiteY13671" fmla="*/ 217544 h 5450835"/>
              <a:gd name="connsiteX13672" fmla="*/ 4598922 w 10450132"/>
              <a:gd name="connsiteY13672" fmla="*/ 225425 h 5450835"/>
              <a:gd name="connsiteX13673" fmla="*/ 4598922 w 10450132"/>
              <a:gd name="connsiteY13673" fmla="*/ 226279 h 5450835"/>
              <a:gd name="connsiteX13674" fmla="*/ 4594390 w 10450132"/>
              <a:gd name="connsiteY13674" fmla="*/ 234162 h 5450835"/>
              <a:gd name="connsiteX13675" fmla="*/ 4593603 w 10450132"/>
              <a:gd name="connsiteY13675" fmla="*/ 234622 h 5450835"/>
              <a:gd name="connsiteX13676" fmla="*/ 4584538 w 10450132"/>
              <a:gd name="connsiteY13676" fmla="*/ 234622 h 5450835"/>
              <a:gd name="connsiteX13677" fmla="*/ 4583749 w 10450132"/>
              <a:gd name="connsiteY13677" fmla="*/ 234162 h 5450835"/>
              <a:gd name="connsiteX13678" fmla="*/ 4579218 w 10450132"/>
              <a:gd name="connsiteY13678" fmla="*/ 226279 h 5450835"/>
              <a:gd name="connsiteX13679" fmla="*/ 4579218 w 10450132"/>
              <a:gd name="connsiteY13679" fmla="*/ 225425 h 5450835"/>
              <a:gd name="connsiteX13680" fmla="*/ 4583749 w 10450132"/>
              <a:gd name="connsiteY13680" fmla="*/ 217544 h 5450835"/>
              <a:gd name="connsiteX13681" fmla="*/ 4584538 w 10450132"/>
              <a:gd name="connsiteY13681" fmla="*/ 217084 h 5450835"/>
              <a:gd name="connsiteX13682" fmla="*/ 10181242 w 10450132"/>
              <a:gd name="connsiteY13682" fmla="*/ 217081 h 5450835"/>
              <a:gd name="connsiteX13683" fmla="*/ 10190305 w 10450132"/>
              <a:gd name="connsiteY13683" fmla="*/ 217081 h 5450835"/>
              <a:gd name="connsiteX13684" fmla="*/ 10191093 w 10450132"/>
              <a:gd name="connsiteY13684" fmla="*/ 217541 h 5450835"/>
              <a:gd name="connsiteX13685" fmla="*/ 10195626 w 10450132"/>
              <a:gd name="connsiteY13685" fmla="*/ 225422 h 5450835"/>
              <a:gd name="connsiteX13686" fmla="*/ 10195626 w 10450132"/>
              <a:gd name="connsiteY13686" fmla="*/ 225502 h 5450835"/>
              <a:gd name="connsiteX13687" fmla="*/ 10195626 w 10450132"/>
              <a:gd name="connsiteY13687" fmla="*/ 226276 h 5450835"/>
              <a:gd name="connsiteX13688" fmla="*/ 10195626 w 10450132"/>
              <a:gd name="connsiteY13688" fmla="*/ 226356 h 5450835"/>
              <a:gd name="connsiteX13689" fmla="*/ 10191093 w 10450132"/>
              <a:gd name="connsiteY13689" fmla="*/ 234238 h 5450835"/>
              <a:gd name="connsiteX13690" fmla="*/ 10190305 w 10450132"/>
              <a:gd name="connsiteY13690" fmla="*/ 234698 h 5450835"/>
              <a:gd name="connsiteX13691" fmla="*/ 10181242 w 10450132"/>
              <a:gd name="connsiteY13691" fmla="*/ 234698 h 5450835"/>
              <a:gd name="connsiteX13692" fmla="*/ 10180453 w 10450132"/>
              <a:gd name="connsiteY13692" fmla="*/ 234238 h 5450835"/>
              <a:gd name="connsiteX13693" fmla="*/ 10175922 w 10450132"/>
              <a:gd name="connsiteY13693" fmla="*/ 226356 h 5450835"/>
              <a:gd name="connsiteX13694" fmla="*/ 10175922 w 10450132"/>
              <a:gd name="connsiteY13694" fmla="*/ 226276 h 5450835"/>
              <a:gd name="connsiteX13695" fmla="*/ 10175922 w 10450132"/>
              <a:gd name="connsiteY13695" fmla="*/ 225502 h 5450835"/>
              <a:gd name="connsiteX13696" fmla="*/ 10175922 w 10450132"/>
              <a:gd name="connsiteY13696" fmla="*/ 225422 h 5450835"/>
              <a:gd name="connsiteX13697" fmla="*/ 10180453 w 10450132"/>
              <a:gd name="connsiteY13697" fmla="*/ 217541 h 5450835"/>
              <a:gd name="connsiteX13698" fmla="*/ 10181242 w 10450132"/>
              <a:gd name="connsiteY13698" fmla="*/ 217081 h 5450835"/>
              <a:gd name="connsiteX13699" fmla="*/ 10435623 w 10450132"/>
              <a:gd name="connsiteY13699" fmla="*/ 217074 h 5450835"/>
              <a:gd name="connsiteX13700" fmla="*/ 10435689 w 10450132"/>
              <a:gd name="connsiteY13700" fmla="*/ 217074 h 5450835"/>
              <a:gd name="connsiteX13701" fmla="*/ 10444687 w 10450132"/>
              <a:gd name="connsiteY13701" fmla="*/ 217074 h 5450835"/>
              <a:gd name="connsiteX13702" fmla="*/ 10444753 w 10450132"/>
              <a:gd name="connsiteY13702" fmla="*/ 217074 h 5450835"/>
              <a:gd name="connsiteX13703" fmla="*/ 10445541 w 10450132"/>
              <a:gd name="connsiteY13703" fmla="*/ 217534 h 5450835"/>
              <a:gd name="connsiteX13704" fmla="*/ 10450074 w 10450132"/>
              <a:gd name="connsiteY13704" fmla="*/ 225416 h 5450835"/>
              <a:gd name="connsiteX13705" fmla="*/ 10450074 w 10450132"/>
              <a:gd name="connsiteY13705" fmla="*/ 226269 h 5450835"/>
              <a:gd name="connsiteX13706" fmla="*/ 10445541 w 10450132"/>
              <a:gd name="connsiteY13706" fmla="*/ 234152 h 5450835"/>
              <a:gd name="connsiteX13707" fmla="*/ 10444753 w 10450132"/>
              <a:gd name="connsiteY13707" fmla="*/ 234612 h 5450835"/>
              <a:gd name="connsiteX13708" fmla="*/ 10444687 w 10450132"/>
              <a:gd name="connsiteY13708" fmla="*/ 234612 h 5450835"/>
              <a:gd name="connsiteX13709" fmla="*/ 10435689 w 10450132"/>
              <a:gd name="connsiteY13709" fmla="*/ 234612 h 5450835"/>
              <a:gd name="connsiteX13710" fmla="*/ 10435623 w 10450132"/>
              <a:gd name="connsiteY13710" fmla="*/ 234612 h 5450835"/>
              <a:gd name="connsiteX13711" fmla="*/ 10434835 w 10450132"/>
              <a:gd name="connsiteY13711" fmla="*/ 234152 h 5450835"/>
              <a:gd name="connsiteX13712" fmla="*/ 10430303 w 10450132"/>
              <a:gd name="connsiteY13712" fmla="*/ 226269 h 5450835"/>
              <a:gd name="connsiteX13713" fmla="*/ 10430303 w 10450132"/>
              <a:gd name="connsiteY13713" fmla="*/ 225416 h 5450835"/>
              <a:gd name="connsiteX13714" fmla="*/ 10434835 w 10450132"/>
              <a:gd name="connsiteY13714" fmla="*/ 217534 h 5450835"/>
              <a:gd name="connsiteX13715" fmla="*/ 10435623 w 10450132"/>
              <a:gd name="connsiteY13715" fmla="*/ 217074 h 5450835"/>
              <a:gd name="connsiteX13716" fmla="*/ 4075712 w 10450132"/>
              <a:gd name="connsiteY13716" fmla="*/ 217074 h 5450835"/>
              <a:gd name="connsiteX13717" fmla="*/ 4084775 w 10450132"/>
              <a:gd name="connsiteY13717" fmla="*/ 217074 h 5450835"/>
              <a:gd name="connsiteX13718" fmla="*/ 4085564 w 10450132"/>
              <a:gd name="connsiteY13718" fmla="*/ 217534 h 5450835"/>
              <a:gd name="connsiteX13719" fmla="*/ 4090096 w 10450132"/>
              <a:gd name="connsiteY13719" fmla="*/ 225416 h 5450835"/>
              <a:gd name="connsiteX13720" fmla="*/ 4090096 w 10450132"/>
              <a:gd name="connsiteY13720" fmla="*/ 226269 h 5450835"/>
              <a:gd name="connsiteX13721" fmla="*/ 4085564 w 10450132"/>
              <a:gd name="connsiteY13721" fmla="*/ 234152 h 5450835"/>
              <a:gd name="connsiteX13722" fmla="*/ 4084775 w 10450132"/>
              <a:gd name="connsiteY13722" fmla="*/ 234612 h 5450835"/>
              <a:gd name="connsiteX13723" fmla="*/ 4075712 w 10450132"/>
              <a:gd name="connsiteY13723" fmla="*/ 234612 h 5450835"/>
              <a:gd name="connsiteX13724" fmla="*/ 4074924 w 10450132"/>
              <a:gd name="connsiteY13724" fmla="*/ 234152 h 5450835"/>
              <a:gd name="connsiteX13725" fmla="*/ 4070391 w 10450132"/>
              <a:gd name="connsiteY13725" fmla="*/ 226269 h 5450835"/>
              <a:gd name="connsiteX13726" fmla="*/ 4070391 w 10450132"/>
              <a:gd name="connsiteY13726" fmla="*/ 225416 h 5450835"/>
              <a:gd name="connsiteX13727" fmla="*/ 4074924 w 10450132"/>
              <a:gd name="connsiteY13727" fmla="*/ 217534 h 5450835"/>
              <a:gd name="connsiteX13728" fmla="*/ 4075712 w 10450132"/>
              <a:gd name="connsiteY13728" fmla="*/ 217074 h 5450835"/>
              <a:gd name="connsiteX13729" fmla="*/ 3567088 w 10450132"/>
              <a:gd name="connsiteY13729" fmla="*/ 217009 h 5450835"/>
              <a:gd name="connsiteX13730" fmla="*/ 3576153 w 10450132"/>
              <a:gd name="connsiteY13730" fmla="*/ 217009 h 5450835"/>
              <a:gd name="connsiteX13731" fmla="*/ 3576940 w 10450132"/>
              <a:gd name="connsiteY13731" fmla="*/ 217468 h 5450835"/>
              <a:gd name="connsiteX13732" fmla="*/ 3581472 w 10450132"/>
              <a:gd name="connsiteY13732" fmla="*/ 225350 h 5450835"/>
              <a:gd name="connsiteX13733" fmla="*/ 3581472 w 10450132"/>
              <a:gd name="connsiteY13733" fmla="*/ 226204 h 5450835"/>
              <a:gd name="connsiteX13734" fmla="*/ 3581469 w 10450132"/>
              <a:gd name="connsiteY13734" fmla="*/ 226210 h 5450835"/>
              <a:gd name="connsiteX13735" fmla="*/ 3581469 w 10450132"/>
              <a:gd name="connsiteY13735" fmla="*/ 226322 h 5450835"/>
              <a:gd name="connsiteX13736" fmla="*/ 3576937 w 10450132"/>
              <a:gd name="connsiteY13736" fmla="*/ 234204 h 5450835"/>
              <a:gd name="connsiteX13737" fmla="*/ 3576149 w 10450132"/>
              <a:gd name="connsiteY13737" fmla="*/ 234664 h 5450835"/>
              <a:gd name="connsiteX13738" fmla="*/ 3567083 w 10450132"/>
              <a:gd name="connsiteY13738" fmla="*/ 234664 h 5450835"/>
              <a:gd name="connsiteX13739" fmla="*/ 3566297 w 10450132"/>
              <a:gd name="connsiteY13739" fmla="*/ 234204 h 5450835"/>
              <a:gd name="connsiteX13740" fmla="*/ 3561763 w 10450132"/>
              <a:gd name="connsiteY13740" fmla="*/ 226322 h 5450835"/>
              <a:gd name="connsiteX13741" fmla="*/ 3561763 w 10450132"/>
              <a:gd name="connsiteY13741" fmla="*/ 225468 h 5450835"/>
              <a:gd name="connsiteX13742" fmla="*/ 3561766 w 10450132"/>
              <a:gd name="connsiteY13742" fmla="*/ 225463 h 5450835"/>
              <a:gd name="connsiteX13743" fmla="*/ 3561766 w 10450132"/>
              <a:gd name="connsiteY13743" fmla="*/ 225350 h 5450835"/>
              <a:gd name="connsiteX13744" fmla="*/ 3566300 w 10450132"/>
              <a:gd name="connsiteY13744" fmla="*/ 217468 h 5450835"/>
              <a:gd name="connsiteX13745" fmla="*/ 3567088 w 10450132"/>
              <a:gd name="connsiteY13745" fmla="*/ 217009 h 5450835"/>
              <a:gd name="connsiteX13746" fmla="*/ 3312685 w 10450132"/>
              <a:gd name="connsiteY13746" fmla="*/ 217009 h 5450835"/>
              <a:gd name="connsiteX13747" fmla="*/ 3321749 w 10450132"/>
              <a:gd name="connsiteY13747" fmla="*/ 217009 h 5450835"/>
              <a:gd name="connsiteX13748" fmla="*/ 3322536 w 10450132"/>
              <a:gd name="connsiteY13748" fmla="*/ 217468 h 5450835"/>
              <a:gd name="connsiteX13749" fmla="*/ 3327069 w 10450132"/>
              <a:gd name="connsiteY13749" fmla="*/ 225350 h 5450835"/>
              <a:gd name="connsiteX13750" fmla="*/ 3327069 w 10450132"/>
              <a:gd name="connsiteY13750" fmla="*/ 225363 h 5450835"/>
              <a:gd name="connsiteX13751" fmla="*/ 3327146 w 10450132"/>
              <a:gd name="connsiteY13751" fmla="*/ 225497 h 5450835"/>
              <a:gd name="connsiteX13752" fmla="*/ 3327146 w 10450132"/>
              <a:gd name="connsiteY13752" fmla="*/ 226350 h 5450835"/>
              <a:gd name="connsiteX13753" fmla="*/ 3322614 w 10450132"/>
              <a:gd name="connsiteY13753" fmla="*/ 234233 h 5450835"/>
              <a:gd name="connsiteX13754" fmla="*/ 3321826 w 10450132"/>
              <a:gd name="connsiteY13754" fmla="*/ 234693 h 5450835"/>
              <a:gd name="connsiteX13755" fmla="*/ 3312761 w 10450132"/>
              <a:gd name="connsiteY13755" fmla="*/ 234693 h 5450835"/>
              <a:gd name="connsiteX13756" fmla="*/ 3311973 w 10450132"/>
              <a:gd name="connsiteY13756" fmla="*/ 234233 h 5450835"/>
              <a:gd name="connsiteX13757" fmla="*/ 3307440 w 10450132"/>
              <a:gd name="connsiteY13757" fmla="*/ 226350 h 5450835"/>
              <a:gd name="connsiteX13758" fmla="*/ 3307440 w 10450132"/>
              <a:gd name="connsiteY13758" fmla="*/ 226338 h 5450835"/>
              <a:gd name="connsiteX13759" fmla="*/ 3307363 w 10450132"/>
              <a:gd name="connsiteY13759" fmla="*/ 226204 h 5450835"/>
              <a:gd name="connsiteX13760" fmla="*/ 3307363 w 10450132"/>
              <a:gd name="connsiteY13760" fmla="*/ 225350 h 5450835"/>
              <a:gd name="connsiteX13761" fmla="*/ 3311896 w 10450132"/>
              <a:gd name="connsiteY13761" fmla="*/ 217468 h 5450835"/>
              <a:gd name="connsiteX13762" fmla="*/ 3312685 w 10450132"/>
              <a:gd name="connsiteY13762" fmla="*/ 217009 h 5450835"/>
              <a:gd name="connsiteX13763" fmla="*/ 3058406 w 10450132"/>
              <a:gd name="connsiteY13763" fmla="*/ 217009 h 5450835"/>
              <a:gd name="connsiteX13764" fmla="*/ 3067477 w 10450132"/>
              <a:gd name="connsiteY13764" fmla="*/ 217009 h 5450835"/>
              <a:gd name="connsiteX13765" fmla="*/ 3068264 w 10450132"/>
              <a:gd name="connsiteY13765" fmla="*/ 217468 h 5450835"/>
              <a:gd name="connsiteX13766" fmla="*/ 3072795 w 10450132"/>
              <a:gd name="connsiteY13766" fmla="*/ 225350 h 5450835"/>
              <a:gd name="connsiteX13767" fmla="*/ 3072795 w 10450132"/>
              <a:gd name="connsiteY13767" fmla="*/ 226204 h 5450835"/>
              <a:gd name="connsiteX13768" fmla="*/ 3068264 w 10450132"/>
              <a:gd name="connsiteY13768" fmla="*/ 234086 h 5450835"/>
              <a:gd name="connsiteX13769" fmla="*/ 3068188 w 10450132"/>
              <a:gd name="connsiteY13769" fmla="*/ 234130 h 5450835"/>
              <a:gd name="connsiteX13770" fmla="*/ 3068148 w 10450132"/>
              <a:gd name="connsiteY13770" fmla="*/ 234200 h 5450835"/>
              <a:gd name="connsiteX13771" fmla="*/ 3067360 w 10450132"/>
              <a:gd name="connsiteY13771" fmla="*/ 234660 h 5450835"/>
              <a:gd name="connsiteX13772" fmla="*/ 3058295 w 10450132"/>
              <a:gd name="connsiteY13772" fmla="*/ 234660 h 5450835"/>
              <a:gd name="connsiteX13773" fmla="*/ 3057507 w 10450132"/>
              <a:gd name="connsiteY13773" fmla="*/ 234200 h 5450835"/>
              <a:gd name="connsiteX13774" fmla="*/ 3052974 w 10450132"/>
              <a:gd name="connsiteY13774" fmla="*/ 226318 h 5450835"/>
              <a:gd name="connsiteX13775" fmla="*/ 3052974 w 10450132"/>
              <a:gd name="connsiteY13775" fmla="*/ 225464 h 5450835"/>
              <a:gd name="connsiteX13776" fmla="*/ 3057507 w 10450132"/>
              <a:gd name="connsiteY13776" fmla="*/ 217582 h 5450835"/>
              <a:gd name="connsiteX13777" fmla="*/ 3057580 w 10450132"/>
              <a:gd name="connsiteY13777" fmla="*/ 217540 h 5450835"/>
              <a:gd name="connsiteX13778" fmla="*/ 3057621 w 10450132"/>
              <a:gd name="connsiteY13778" fmla="*/ 217468 h 5450835"/>
              <a:gd name="connsiteX13779" fmla="*/ 3058406 w 10450132"/>
              <a:gd name="connsiteY13779" fmla="*/ 217009 h 5450835"/>
              <a:gd name="connsiteX13780" fmla="*/ 2803806 w 10450132"/>
              <a:gd name="connsiteY13780" fmla="*/ 217009 h 5450835"/>
              <a:gd name="connsiteX13781" fmla="*/ 2812869 w 10450132"/>
              <a:gd name="connsiteY13781" fmla="*/ 217009 h 5450835"/>
              <a:gd name="connsiteX13782" fmla="*/ 2813658 w 10450132"/>
              <a:gd name="connsiteY13782" fmla="*/ 217468 h 5450835"/>
              <a:gd name="connsiteX13783" fmla="*/ 2818189 w 10450132"/>
              <a:gd name="connsiteY13783" fmla="*/ 225350 h 5450835"/>
              <a:gd name="connsiteX13784" fmla="*/ 2818189 w 10450132"/>
              <a:gd name="connsiteY13784" fmla="*/ 226204 h 5450835"/>
              <a:gd name="connsiteX13785" fmla="*/ 2813658 w 10450132"/>
              <a:gd name="connsiteY13785" fmla="*/ 234086 h 5450835"/>
              <a:gd name="connsiteX13786" fmla="*/ 2813623 w 10450132"/>
              <a:gd name="connsiteY13786" fmla="*/ 234107 h 5450835"/>
              <a:gd name="connsiteX13787" fmla="*/ 2813596 w 10450132"/>
              <a:gd name="connsiteY13787" fmla="*/ 234153 h 5450835"/>
              <a:gd name="connsiteX13788" fmla="*/ 2812808 w 10450132"/>
              <a:gd name="connsiteY13788" fmla="*/ 234613 h 5450835"/>
              <a:gd name="connsiteX13789" fmla="*/ 2803744 w 10450132"/>
              <a:gd name="connsiteY13789" fmla="*/ 234613 h 5450835"/>
              <a:gd name="connsiteX13790" fmla="*/ 2802955 w 10450132"/>
              <a:gd name="connsiteY13790" fmla="*/ 234153 h 5450835"/>
              <a:gd name="connsiteX13791" fmla="*/ 2798423 w 10450132"/>
              <a:gd name="connsiteY13791" fmla="*/ 226271 h 5450835"/>
              <a:gd name="connsiteX13792" fmla="*/ 2798423 w 10450132"/>
              <a:gd name="connsiteY13792" fmla="*/ 225417 h 5450835"/>
              <a:gd name="connsiteX13793" fmla="*/ 2802955 w 10450132"/>
              <a:gd name="connsiteY13793" fmla="*/ 217535 h 5450835"/>
              <a:gd name="connsiteX13794" fmla="*/ 2802991 w 10450132"/>
              <a:gd name="connsiteY13794" fmla="*/ 217515 h 5450835"/>
              <a:gd name="connsiteX13795" fmla="*/ 2803017 w 10450132"/>
              <a:gd name="connsiteY13795" fmla="*/ 217468 h 5450835"/>
              <a:gd name="connsiteX13796" fmla="*/ 2803806 w 10450132"/>
              <a:gd name="connsiteY13796" fmla="*/ 217009 h 5450835"/>
              <a:gd name="connsiteX13797" fmla="*/ 2549523 w 10450132"/>
              <a:gd name="connsiteY13797" fmla="*/ 217009 h 5450835"/>
              <a:gd name="connsiteX13798" fmla="*/ 2558588 w 10450132"/>
              <a:gd name="connsiteY13798" fmla="*/ 217009 h 5450835"/>
              <a:gd name="connsiteX13799" fmla="*/ 2559376 w 10450132"/>
              <a:gd name="connsiteY13799" fmla="*/ 217468 h 5450835"/>
              <a:gd name="connsiteX13800" fmla="*/ 2563910 w 10450132"/>
              <a:gd name="connsiteY13800" fmla="*/ 225350 h 5450835"/>
              <a:gd name="connsiteX13801" fmla="*/ 2563910 w 10450132"/>
              <a:gd name="connsiteY13801" fmla="*/ 225500 h 5450835"/>
              <a:gd name="connsiteX13802" fmla="*/ 2563911 w 10450132"/>
              <a:gd name="connsiteY13802" fmla="*/ 225502 h 5450835"/>
              <a:gd name="connsiteX13803" fmla="*/ 2563911 w 10450132"/>
              <a:gd name="connsiteY13803" fmla="*/ 226356 h 5450835"/>
              <a:gd name="connsiteX13804" fmla="*/ 2559377 w 10450132"/>
              <a:gd name="connsiteY13804" fmla="*/ 234238 h 5450835"/>
              <a:gd name="connsiteX13805" fmla="*/ 2558590 w 10450132"/>
              <a:gd name="connsiteY13805" fmla="*/ 234698 h 5450835"/>
              <a:gd name="connsiteX13806" fmla="*/ 2549524 w 10450132"/>
              <a:gd name="connsiteY13806" fmla="*/ 234698 h 5450835"/>
              <a:gd name="connsiteX13807" fmla="*/ 2548736 w 10450132"/>
              <a:gd name="connsiteY13807" fmla="*/ 234238 h 5450835"/>
              <a:gd name="connsiteX13808" fmla="*/ 2544204 w 10450132"/>
              <a:gd name="connsiteY13808" fmla="*/ 226356 h 5450835"/>
              <a:gd name="connsiteX13809" fmla="*/ 2544204 w 10450132"/>
              <a:gd name="connsiteY13809" fmla="*/ 226204 h 5450835"/>
              <a:gd name="connsiteX13810" fmla="*/ 2544204 w 10450132"/>
              <a:gd name="connsiteY13810" fmla="*/ 225502 h 5450835"/>
              <a:gd name="connsiteX13811" fmla="*/ 2544204 w 10450132"/>
              <a:gd name="connsiteY13811" fmla="*/ 225350 h 5450835"/>
              <a:gd name="connsiteX13812" fmla="*/ 2548736 w 10450132"/>
              <a:gd name="connsiteY13812" fmla="*/ 217468 h 5450835"/>
              <a:gd name="connsiteX13813" fmla="*/ 2549523 w 10450132"/>
              <a:gd name="connsiteY13813" fmla="*/ 217009 h 5450835"/>
              <a:gd name="connsiteX13814" fmla="*/ 2295107 w 10450132"/>
              <a:gd name="connsiteY13814" fmla="*/ 217009 h 5450835"/>
              <a:gd name="connsiteX13815" fmla="*/ 2304173 w 10450132"/>
              <a:gd name="connsiteY13815" fmla="*/ 217009 h 5450835"/>
              <a:gd name="connsiteX13816" fmla="*/ 2304961 w 10450132"/>
              <a:gd name="connsiteY13816" fmla="*/ 217468 h 5450835"/>
              <a:gd name="connsiteX13817" fmla="*/ 2309492 w 10450132"/>
              <a:gd name="connsiteY13817" fmla="*/ 225350 h 5450835"/>
              <a:gd name="connsiteX13818" fmla="*/ 2309492 w 10450132"/>
              <a:gd name="connsiteY13818" fmla="*/ 225416 h 5450835"/>
              <a:gd name="connsiteX13819" fmla="*/ 2309554 w 10450132"/>
              <a:gd name="connsiteY13819" fmla="*/ 225524 h 5450835"/>
              <a:gd name="connsiteX13820" fmla="*/ 2309554 w 10450132"/>
              <a:gd name="connsiteY13820" fmla="*/ 226378 h 5450835"/>
              <a:gd name="connsiteX13821" fmla="*/ 2305023 w 10450132"/>
              <a:gd name="connsiteY13821" fmla="*/ 234260 h 5450835"/>
              <a:gd name="connsiteX13822" fmla="*/ 2304234 w 10450132"/>
              <a:gd name="connsiteY13822" fmla="*/ 234720 h 5450835"/>
              <a:gd name="connsiteX13823" fmla="*/ 2295170 w 10450132"/>
              <a:gd name="connsiteY13823" fmla="*/ 234720 h 5450835"/>
              <a:gd name="connsiteX13824" fmla="*/ 2294383 w 10450132"/>
              <a:gd name="connsiteY13824" fmla="*/ 234260 h 5450835"/>
              <a:gd name="connsiteX13825" fmla="*/ 2289850 w 10450132"/>
              <a:gd name="connsiteY13825" fmla="*/ 226378 h 5450835"/>
              <a:gd name="connsiteX13826" fmla="*/ 2289850 w 10450132"/>
              <a:gd name="connsiteY13826" fmla="*/ 226312 h 5450835"/>
              <a:gd name="connsiteX13827" fmla="*/ 2289788 w 10450132"/>
              <a:gd name="connsiteY13827" fmla="*/ 226204 h 5450835"/>
              <a:gd name="connsiteX13828" fmla="*/ 2289788 w 10450132"/>
              <a:gd name="connsiteY13828" fmla="*/ 225350 h 5450835"/>
              <a:gd name="connsiteX13829" fmla="*/ 2294319 w 10450132"/>
              <a:gd name="connsiteY13829" fmla="*/ 217468 h 5450835"/>
              <a:gd name="connsiteX13830" fmla="*/ 2295107 w 10450132"/>
              <a:gd name="connsiteY13830" fmla="*/ 217009 h 5450835"/>
              <a:gd name="connsiteX13831" fmla="*/ 2040592 w 10450132"/>
              <a:gd name="connsiteY13831" fmla="*/ 217009 h 5450835"/>
              <a:gd name="connsiteX13832" fmla="*/ 2049655 w 10450132"/>
              <a:gd name="connsiteY13832" fmla="*/ 217009 h 5450835"/>
              <a:gd name="connsiteX13833" fmla="*/ 2050443 w 10450132"/>
              <a:gd name="connsiteY13833" fmla="*/ 217468 h 5450835"/>
              <a:gd name="connsiteX13834" fmla="*/ 2050469 w 10450132"/>
              <a:gd name="connsiteY13834" fmla="*/ 217513 h 5450835"/>
              <a:gd name="connsiteX13835" fmla="*/ 2050681 w 10450132"/>
              <a:gd name="connsiteY13835" fmla="*/ 217637 h 5450835"/>
              <a:gd name="connsiteX13836" fmla="*/ 2055213 w 10450132"/>
              <a:gd name="connsiteY13836" fmla="*/ 225517 h 5450835"/>
              <a:gd name="connsiteX13837" fmla="*/ 2055213 w 10450132"/>
              <a:gd name="connsiteY13837" fmla="*/ 226372 h 5450835"/>
              <a:gd name="connsiteX13838" fmla="*/ 2050681 w 10450132"/>
              <a:gd name="connsiteY13838" fmla="*/ 234254 h 5450835"/>
              <a:gd name="connsiteX13839" fmla="*/ 2049893 w 10450132"/>
              <a:gd name="connsiteY13839" fmla="*/ 234715 h 5450835"/>
              <a:gd name="connsiteX13840" fmla="*/ 2040827 w 10450132"/>
              <a:gd name="connsiteY13840" fmla="*/ 234715 h 5450835"/>
              <a:gd name="connsiteX13841" fmla="*/ 2040752 w 10450132"/>
              <a:gd name="connsiteY13841" fmla="*/ 234671 h 5450835"/>
              <a:gd name="connsiteX13842" fmla="*/ 2040693 w 10450132"/>
              <a:gd name="connsiteY13842" fmla="*/ 234671 h 5450835"/>
              <a:gd name="connsiteX13843" fmla="*/ 2039905 w 10450132"/>
              <a:gd name="connsiteY13843" fmla="*/ 234210 h 5450835"/>
              <a:gd name="connsiteX13844" fmla="*/ 2039850 w 10450132"/>
              <a:gd name="connsiteY13844" fmla="*/ 234114 h 5450835"/>
              <a:gd name="connsiteX13845" fmla="*/ 2039802 w 10450132"/>
              <a:gd name="connsiteY13845" fmla="*/ 234086 h 5450835"/>
              <a:gd name="connsiteX13846" fmla="*/ 2035271 w 10450132"/>
              <a:gd name="connsiteY13846" fmla="*/ 226204 h 5450835"/>
              <a:gd name="connsiteX13847" fmla="*/ 2035271 w 10450132"/>
              <a:gd name="connsiteY13847" fmla="*/ 225350 h 5450835"/>
              <a:gd name="connsiteX13848" fmla="*/ 2039802 w 10450132"/>
              <a:gd name="connsiteY13848" fmla="*/ 217468 h 5450835"/>
              <a:gd name="connsiteX13849" fmla="*/ 2040592 w 10450132"/>
              <a:gd name="connsiteY13849" fmla="*/ 217009 h 5450835"/>
              <a:gd name="connsiteX13850" fmla="*/ 1786198 w 10450132"/>
              <a:gd name="connsiteY13850" fmla="*/ 217009 h 5450835"/>
              <a:gd name="connsiteX13851" fmla="*/ 1795261 w 10450132"/>
              <a:gd name="connsiteY13851" fmla="*/ 217009 h 5450835"/>
              <a:gd name="connsiteX13852" fmla="*/ 1796051 w 10450132"/>
              <a:gd name="connsiteY13852" fmla="*/ 217468 h 5450835"/>
              <a:gd name="connsiteX13853" fmla="*/ 1796058 w 10450132"/>
              <a:gd name="connsiteY13853" fmla="*/ 217479 h 5450835"/>
              <a:gd name="connsiteX13854" fmla="*/ 1796329 w 10450132"/>
              <a:gd name="connsiteY13854" fmla="*/ 217637 h 5450835"/>
              <a:gd name="connsiteX13855" fmla="*/ 1800861 w 10450132"/>
              <a:gd name="connsiteY13855" fmla="*/ 225519 h 5450835"/>
              <a:gd name="connsiteX13856" fmla="*/ 1800861 w 10450132"/>
              <a:gd name="connsiteY13856" fmla="*/ 226372 h 5450835"/>
              <a:gd name="connsiteX13857" fmla="*/ 1796329 w 10450132"/>
              <a:gd name="connsiteY13857" fmla="*/ 234256 h 5450835"/>
              <a:gd name="connsiteX13858" fmla="*/ 1795540 w 10450132"/>
              <a:gd name="connsiteY13858" fmla="*/ 234716 h 5450835"/>
              <a:gd name="connsiteX13859" fmla="*/ 1786477 w 10450132"/>
              <a:gd name="connsiteY13859" fmla="*/ 234716 h 5450835"/>
              <a:gd name="connsiteX13860" fmla="*/ 1786333 w 10450132"/>
              <a:gd name="connsiteY13860" fmla="*/ 234631 h 5450835"/>
              <a:gd name="connsiteX13861" fmla="*/ 1786188 w 10450132"/>
              <a:gd name="connsiteY13861" fmla="*/ 234631 h 5450835"/>
              <a:gd name="connsiteX13862" fmla="*/ 1785400 w 10450132"/>
              <a:gd name="connsiteY13862" fmla="*/ 234171 h 5450835"/>
              <a:gd name="connsiteX13863" fmla="*/ 1780868 w 10450132"/>
              <a:gd name="connsiteY13863" fmla="*/ 226288 h 5450835"/>
              <a:gd name="connsiteX13864" fmla="*/ 1780868 w 10450132"/>
              <a:gd name="connsiteY13864" fmla="*/ 225435 h 5450835"/>
              <a:gd name="connsiteX13865" fmla="*/ 1780878 w 10450132"/>
              <a:gd name="connsiteY13865" fmla="*/ 225418 h 5450835"/>
              <a:gd name="connsiteX13866" fmla="*/ 1780878 w 10450132"/>
              <a:gd name="connsiteY13866" fmla="*/ 225350 h 5450835"/>
              <a:gd name="connsiteX13867" fmla="*/ 1785410 w 10450132"/>
              <a:gd name="connsiteY13867" fmla="*/ 217468 h 5450835"/>
              <a:gd name="connsiteX13868" fmla="*/ 1786198 w 10450132"/>
              <a:gd name="connsiteY13868" fmla="*/ 217009 h 5450835"/>
              <a:gd name="connsiteX13869" fmla="*/ 1531912 w 10450132"/>
              <a:gd name="connsiteY13869" fmla="*/ 217009 h 5450835"/>
              <a:gd name="connsiteX13870" fmla="*/ 1540977 w 10450132"/>
              <a:gd name="connsiteY13870" fmla="*/ 217009 h 5450835"/>
              <a:gd name="connsiteX13871" fmla="*/ 1541764 w 10450132"/>
              <a:gd name="connsiteY13871" fmla="*/ 217468 h 5450835"/>
              <a:gd name="connsiteX13872" fmla="*/ 1546297 w 10450132"/>
              <a:gd name="connsiteY13872" fmla="*/ 225350 h 5450835"/>
              <a:gd name="connsiteX13873" fmla="*/ 1546297 w 10450132"/>
              <a:gd name="connsiteY13873" fmla="*/ 226204 h 5450835"/>
              <a:gd name="connsiteX13874" fmla="*/ 1541764 w 10450132"/>
              <a:gd name="connsiteY13874" fmla="*/ 234086 h 5450835"/>
              <a:gd name="connsiteX13875" fmla="*/ 1541725 w 10450132"/>
              <a:gd name="connsiteY13875" fmla="*/ 234109 h 5450835"/>
              <a:gd name="connsiteX13876" fmla="*/ 1541698 w 10450132"/>
              <a:gd name="connsiteY13876" fmla="*/ 234155 h 5450835"/>
              <a:gd name="connsiteX13877" fmla="*/ 1540908 w 10450132"/>
              <a:gd name="connsiteY13877" fmla="*/ 234615 h 5450835"/>
              <a:gd name="connsiteX13878" fmla="*/ 1540866 w 10450132"/>
              <a:gd name="connsiteY13878" fmla="*/ 234615 h 5450835"/>
              <a:gd name="connsiteX13879" fmla="*/ 1540856 w 10450132"/>
              <a:gd name="connsiteY13879" fmla="*/ 234622 h 5450835"/>
              <a:gd name="connsiteX13880" fmla="*/ 1531792 w 10450132"/>
              <a:gd name="connsiteY13880" fmla="*/ 234622 h 5450835"/>
              <a:gd name="connsiteX13881" fmla="*/ 1531003 w 10450132"/>
              <a:gd name="connsiteY13881" fmla="*/ 234162 h 5450835"/>
              <a:gd name="connsiteX13882" fmla="*/ 1526470 w 10450132"/>
              <a:gd name="connsiteY13882" fmla="*/ 226279 h 5450835"/>
              <a:gd name="connsiteX13883" fmla="*/ 1526470 w 10450132"/>
              <a:gd name="connsiteY13883" fmla="*/ 225425 h 5450835"/>
              <a:gd name="connsiteX13884" fmla="*/ 1531003 w 10450132"/>
              <a:gd name="connsiteY13884" fmla="*/ 217544 h 5450835"/>
              <a:gd name="connsiteX13885" fmla="*/ 1531121 w 10450132"/>
              <a:gd name="connsiteY13885" fmla="*/ 217475 h 5450835"/>
              <a:gd name="connsiteX13886" fmla="*/ 1531125 w 10450132"/>
              <a:gd name="connsiteY13886" fmla="*/ 217468 h 5450835"/>
              <a:gd name="connsiteX13887" fmla="*/ 1531912 w 10450132"/>
              <a:gd name="connsiteY13887" fmla="*/ 217009 h 5450835"/>
              <a:gd name="connsiteX13888" fmla="*/ 1277435 w 10450132"/>
              <a:gd name="connsiteY13888" fmla="*/ 217009 h 5450835"/>
              <a:gd name="connsiteX13889" fmla="*/ 1286499 w 10450132"/>
              <a:gd name="connsiteY13889" fmla="*/ 217009 h 5450835"/>
              <a:gd name="connsiteX13890" fmla="*/ 1287288 w 10450132"/>
              <a:gd name="connsiteY13890" fmla="*/ 217468 h 5450835"/>
              <a:gd name="connsiteX13891" fmla="*/ 1291821 w 10450132"/>
              <a:gd name="connsiteY13891" fmla="*/ 225350 h 5450835"/>
              <a:gd name="connsiteX13892" fmla="*/ 1291821 w 10450132"/>
              <a:gd name="connsiteY13892" fmla="*/ 226204 h 5450835"/>
              <a:gd name="connsiteX13893" fmla="*/ 1287288 w 10450132"/>
              <a:gd name="connsiteY13893" fmla="*/ 234086 h 5450835"/>
              <a:gd name="connsiteX13894" fmla="*/ 1286499 w 10450132"/>
              <a:gd name="connsiteY13894" fmla="*/ 234545 h 5450835"/>
              <a:gd name="connsiteX13895" fmla="*/ 1277435 w 10450132"/>
              <a:gd name="connsiteY13895" fmla="*/ 234545 h 5450835"/>
              <a:gd name="connsiteX13896" fmla="*/ 1276647 w 10450132"/>
              <a:gd name="connsiteY13896" fmla="*/ 234086 h 5450835"/>
              <a:gd name="connsiteX13897" fmla="*/ 1272114 w 10450132"/>
              <a:gd name="connsiteY13897" fmla="*/ 226204 h 5450835"/>
              <a:gd name="connsiteX13898" fmla="*/ 1272114 w 10450132"/>
              <a:gd name="connsiteY13898" fmla="*/ 225350 h 5450835"/>
              <a:gd name="connsiteX13899" fmla="*/ 1276647 w 10450132"/>
              <a:gd name="connsiteY13899" fmla="*/ 217468 h 5450835"/>
              <a:gd name="connsiteX13900" fmla="*/ 1277435 w 10450132"/>
              <a:gd name="connsiteY13900" fmla="*/ 217009 h 5450835"/>
              <a:gd name="connsiteX13901" fmla="*/ 1023047 w 10450132"/>
              <a:gd name="connsiteY13901" fmla="*/ 217009 h 5450835"/>
              <a:gd name="connsiteX13902" fmla="*/ 1032112 w 10450132"/>
              <a:gd name="connsiteY13902" fmla="*/ 217009 h 5450835"/>
              <a:gd name="connsiteX13903" fmla="*/ 1032899 w 10450132"/>
              <a:gd name="connsiteY13903" fmla="*/ 217468 h 5450835"/>
              <a:gd name="connsiteX13904" fmla="*/ 1032962 w 10450132"/>
              <a:gd name="connsiteY13904" fmla="*/ 217578 h 5450835"/>
              <a:gd name="connsiteX13905" fmla="*/ 1033081 w 10450132"/>
              <a:gd name="connsiteY13905" fmla="*/ 217647 h 5450835"/>
              <a:gd name="connsiteX13906" fmla="*/ 1037612 w 10450132"/>
              <a:gd name="connsiteY13906" fmla="*/ 225527 h 5450835"/>
              <a:gd name="connsiteX13907" fmla="*/ 1037612 w 10450132"/>
              <a:gd name="connsiteY13907" fmla="*/ 226381 h 5450835"/>
              <a:gd name="connsiteX13908" fmla="*/ 1033081 w 10450132"/>
              <a:gd name="connsiteY13908" fmla="*/ 234265 h 5450835"/>
              <a:gd name="connsiteX13909" fmla="*/ 1032291 w 10450132"/>
              <a:gd name="connsiteY13909" fmla="*/ 234723 h 5450835"/>
              <a:gd name="connsiteX13910" fmla="*/ 1023227 w 10450132"/>
              <a:gd name="connsiteY13910" fmla="*/ 234723 h 5450835"/>
              <a:gd name="connsiteX13911" fmla="*/ 1023097 w 10450132"/>
              <a:gd name="connsiteY13911" fmla="*/ 234647 h 5450835"/>
              <a:gd name="connsiteX13912" fmla="*/ 1023079 w 10450132"/>
              <a:gd name="connsiteY13912" fmla="*/ 234647 h 5450835"/>
              <a:gd name="connsiteX13913" fmla="*/ 1022292 w 10450132"/>
              <a:gd name="connsiteY13913" fmla="*/ 234187 h 5450835"/>
              <a:gd name="connsiteX13914" fmla="*/ 1017759 w 10450132"/>
              <a:gd name="connsiteY13914" fmla="*/ 226304 h 5450835"/>
              <a:gd name="connsiteX13915" fmla="*/ 1017759 w 10450132"/>
              <a:gd name="connsiteY13915" fmla="*/ 226261 h 5450835"/>
              <a:gd name="connsiteX13916" fmla="*/ 1017726 w 10450132"/>
              <a:gd name="connsiteY13916" fmla="*/ 226204 h 5450835"/>
              <a:gd name="connsiteX13917" fmla="*/ 1017726 w 10450132"/>
              <a:gd name="connsiteY13917" fmla="*/ 225350 h 5450835"/>
              <a:gd name="connsiteX13918" fmla="*/ 1022260 w 10450132"/>
              <a:gd name="connsiteY13918" fmla="*/ 217468 h 5450835"/>
              <a:gd name="connsiteX13919" fmla="*/ 1023047 w 10450132"/>
              <a:gd name="connsiteY13919" fmla="*/ 217009 h 5450835"/>
              <a:gd name="connsiteX13920" fmla="*/ 768683 w 10450132"/>
              <a:gd name="connsiteY13920" fmla="*/ 217009 h 5450835"/>
              <a:gd name="connsiteX13921" fmla="*/ 777746 w 10450132"/>
              <a:gd name="connsiteY13921" fmla="*/ 217009 h 5450835"/>
              <a:gd name="connsiteX13922" fmla="*/ 778535 w 10450132"/>
              <a:gd name="connsiteY13922" fmla="*/ 217468 h 5450835"/>
              <a:gd name="connsiteX13923" fmla="*/ 778610 w 10450132"/>
              <a:gd name="connsiteY13923" fmla="*/ 217598 h 5450835"/>
              <a:gd name="connsiteX13924" fmla="*/ 778670 w 10450132"/>
              <a:gd name="connsiteY13924" fmla="*/ 217633 h 5450835"/>
              <a:gd name="connsiteX13925" fmla="*/ 783201 w 10450132"/>
              <a:gd name="connsiteY13925" fmla="*/ 225513 h 5450835"/>
              <a:gd name="connsiteX13926" fmla="*/ 783201 w 10450132"/>
              <a:gd name="connsiteY13926" fmla="*/ 226368 h 5450835"/>
              <a:gd name="connsiteX13927" fmla="*/ 778670 w 10450132"/>
              <a:gd name="connsiteY13927" fmla="*/ 234250 h 5450835"/>
              <a:gd name="connsiteX13928" fmla="*/ 777881 w 10450132"/>
              <a:gd name="connsiteY13928" fmla="*/ 234710 h 5450835"/>
              <a:gd name="connsiteX13929" fmla="*/ 768818 w 10450132"/>
              <a:gd name="connsiteY13929" fmla="*/ 234710 h 5450835"/>
              <a:gd name="connsiteX13930" fmla="*/ 768755 w 10450132"/>
              <a:gd name="connsiteY13930" fmla="*/ 234674 h 5450835"/>
              <a:gd name="connsiteX13931" fmla="*/ 768683 w 10450132"/>
              <a:gd name="connsiteY13931" fmla="*/ 234674 h 5450835"/>
              <a:gd name="connsiteX13932" fmla="*/ 767895 w 10450132"/>
              <a:gd name="connsiteY13932" fmla="*/ 234214 h 5450835"/>
              <a:gd name="connsiteX13933" fmla="*/ 763362 w 10450132"/>
              <a:gd name="connsiteY13933" fmla="*/ 226332 h 5450835"/>
              <a:gd name="connsiteX13934" fmla="*/ 763362 w 10450132"/>
              <a:gd name="connsiteY13934" fmla="*/ 225478 h 5450835"/>
              <a:gd name="connsiteX13935" fmla="*/ 763363 w 10450132"/>
              <a:gd name="connsiteY13935" fmla="*/ 225476 h 5450835"/>
              <a:gd name="connsiteX13936" fmla="*/ 763363 w 10450132"/>
              <a:gd name="connsiteY13936" fmla="*/ 225350 h 5450835"/>
              <a:gd name="connsiteX13937" fmla="*/ 767895 w 10450132"/>
              <a:gd name="connsiteY13937" fmla="*/ 217468 h 5450835"/>
              <a:gd name="connsiteX13938" fmla="*/ 768683 w 10450132"/>
              <a:gd name="connsiteY13938" fmla="*/ 217009 h 5450835"/>
              <a:gd name="connsiteX13939" fmla="*/ 514208 w 10450132"/>
              <a:gd name="connsiteY13939" fmla="*/ 217009 h 5450835"/>
              <a:gd name="connsiteX13940" fmla="*/ 523270 w 10450132"/>
              <a:gd name="connsiteY13940" fmla="*/ 217009 h 5450835"/>
              <a:gd name="connsiteX13941" fmla="*/ 524060 w 10450132"/>
              <a:gd name="connsiteY13941" fmla="*/ 217468 h 5450835"/>
              <a:gd name="connsiteX13942" fmla="*/ 524122 w 10450132"/>
              <a:gd name="connsiteY13942" fmla="*/ 217575 h 5450835"/>
              <a:gd name="connsiteX13943" fmla="*/ 524166 w 10450132"/>
              <a:gd name="connsiteY13943" fmla="*/ 217601 h 5450835"/>
              <a:gd name="connsiteX13944" fmla="*/ 528698 w 10450132"/>
              <a:gd name="connsiteY13944" fmla="*/ 225482 h 5450835"/>
              <a:gd name="connsiteX13945" fmla="*/ 528698 w 10450132"/>
              <a:gd name="connsiteY13945" fmla="*/ 226336 h 5450835"/>
              <a:gd name="connsiteX13946" fmla="*/ 524166 w 10450132"/>
              <a:gd name="connsiteY13946" fmla="*/ 234219 h 5450835"/>
              <a:gd name="connsiteX13947" fmla="*/ 523378 w 10450132"/>
              <a:gd name="connsiteY13947" fmla="*/ 234678 h 5450835"/>
              <a:gd name="connsiteX13948" fmla="*/ 514315 w 10450132"/>
              <a:gd name="connsiteY13948" fmla="*/ 234678 h 5450835"/>
              <a:gd name="connsiteX13949" fmla="*/ 514286 w 10450132"/>
              <a:gd name="connsiteY13949" fmla="*/ 234662 h 5450835"/>
              <a:gd name="connsiteX13950" fmla="*/ 514282 w 10450132"/>
              <a:gd name="connsiteY13950" fmla="*/ 234662 h 5450835"/>
              <a:gd name="connsiteX13951" fmla="*/ 513493 w 10450132"/>
              <a:gd name="connsiteY13951" fmla="*/ 234202 h 5450835"/>
              <a:gd name="connsiteX13952" fmla="*/ 513430 w 10450132"/>
              <a:gd name="connsiteY13952" fmla="*/ 234092 h 5450835"/>
              <a:gd name="connsiteX13953" fmla="*/ 513420 w 10450132"/>
              <a:gd name="connsiteY13953" fmla="*/ 234086 h 5450835"/>
              <a:gd name="connsiteX13954" fmla="*/ 508887 w 10450132"/>
              <a:gd name="connsiteY13954" fmla="*/ 226204 h 5450835"/>
              <a:gd name="connsiteX13955" fmla="*/ 508887 w 10450132"/>
              <a:gd name="connsiteY13955" fmla="*/ 225350 h 5450835"/>
              <a:gd name="connsiteX13956" fmla="*/ 513420 w 10450132"/>
              <a:gd name="connsiteY13956" fmla="*/ 217468 h 5450835"/>
              <a:gd name="connsiteX13957" fmla="*/ 514208 w 10450132"/>
              <a:gd name="connsiteY13957" fmla="*/ 217009 h 5450835"/>
              <a:gd name="connsiteX13958" fmla="*/ 259893 w 10450132"/>
              <a:gd name="connsiteY13958" fmla="*/ 217009 h 5450835"/>
              <a:gd name="connsiteX13959" fmla="*/ 268957 w 10450132"/>
              <a:gd name="connsiteY13959" fmla="*/ 217009 h 5450835"/>
              <a:gd name="connsiteX13960" fmla="*/ 269745 w 10450132"/>
              <a:gd name="connsiteY13960" fmla="*/ 217468 h 5450835"/>
              <a:gd name="connsiteX13961" fmla="*/ 269832 w 10450132"/>
              <a:gd name="connsiteY13961" fmla="*/ 217619 h 5450835"/>
              <a:gd name="connsiteX13962" fmla="*/ 269878 w 10450132"/>
              <a:gd name="connsiteY13962" fmla="*/ 217646 h 5450835"/>
              <a:gd name="connsiteX13963" fmla="*/ 274409 w 10450132"/>
              <a:gd name="connsiteY13963" fmla="*/ 225527 h 5450835"/>
              <a:gd name="connsiteX13964" fmla="*/ 274409 w 10450132"/>
              <a:gd name="connsiteY13964" fmla="*/ 226381 h 5450835"/>
              <a:gd name="connsiteX13965" fmla="*/ 269878 w 10450132"/>
              <a:gd name="connsiteY13965" fmla="*/ 234264 h 5450835"/>
              <a:gd name="connsiteX13966" fmla="*/ 269089 w 10450132"/>
              <a:gd name="connsiteY13966" fmla="*/ 234723 h 5450835"/>
              <a:gd name="connsiteX13967" fmla="*/ 260026 w 10450132"/>
              <a:gd name="connsiteY13967" fmla="*/ 234723 h 5450835"/>
              <a:gd name="connsiteX13968" fmla="*/ 260010 w 10450132"/>
              <a:gd name="connsiteY13968" fmla="*/ 234715 h 5450835"/>
              <a:gd name="connsiteX13969" fmla="*/ 260009 w 10450132"/>
              <a:gd name="connsiteY13969" fmla="*/ 234715 h 5450835"/>
              <a:gd name="connsiteX13970" fmla="*/ 259220 w 10450132"/>
              <a:gd name="connsiteY13970" fmla="*/ 234255 h 5450835"/>
              <a:gd name="connsiteX13971" fmla="*/ 259133 w 10450132"/>
              <a:gd name="connsiteY13971" fmla="*/ 234103 h 5450835"/>
              <a:gd name="connsiteX13972" fmla="*/ 259104 w 10450132"/>
              <a:gd name="connsiteY13972" fmla="*/ 234086 h 5450835"/>
              <a:gd name="connsiteX13973" fmla="*/ 254572 w 10450132"/>
              <a:gd name="connsiteY13973" fmla="*/ 226204 h 5450835"/>
              <a:gd name="connsiteX13974" fmla="*/ 254572 w 10450132"/>
              <a:gd name="connsiteY13974" fmla="*/ 225350 h 5450835"/>
              <a:gd name="connsiteX13975" fmla="*/ 259104 w 10450132"/>
              <a:gd name="connsiteY13975" fmla="*/ 217468 h 5450835"/>
              <a:gd name="connsiteX13976" fmla="*/ 259893 w 10450132"/>
              <a:gd name="connsiteY13976" fmla="*/ 217009 h 5450835"/>
              <a:gd name="connsiteX13977" fmla="*/ 5445 w 10450132"/>
              <a:gd name="connsiteY13977" fmla="*/ 217009 h 5450835"/>
              <a:gd name="connsiteX13978" fmla="*/ 14509 w 10450132"/>
              <a:gd name="connsiteY13978" fmla="*/ 217009 h 5450835"/>
              <a:gd name="connsiteX13979" fmla="*/ 15297 w 10450132"/>
              <a:gd name="connsiteY13979" fmla="*/ 217468 h 5450835"/>
              <a:gd name="connsiteX13980" fmla="*/ 19830 w 10450132"/>
              <a:gd name="connsiteY13980" fmla="*/ 225350 h 5450835"/>
              <a:gd name="connsiteX13981" fmla="*/ 19830 w 10450132"/>
              <a:gd name="connsiteY13981" fmla="*/ 226204 h 5450835"/>
              <a:gd name="connsiteX13982" fmla="*/ 15297 w 10450132"/>
              <a:gd name="connsiteY13982" fmla="*/ 234086 h 5450835"/>
              <a:gd name="connsiteX13983" fmla="*/ 14509 w 10450132"/>
              <a:gd name="connsiteY13983" fmla="*/ 234545 h 5450835"/>
              <a:gd name="connsiteX13984" fmla="*/ 5445 w 10450132"/>
              <a:gd name="connsiteY13984" fmla="*/ 234545 h 5450835"/>
              <a:gd name="connsiteX13985" fmla="*/ 4657 w 10450132"/>
              <a:gd name="connsiteY13985" fmla="*/ 234086 h 5450835"/>
              <a:gd name="connsiteX13986" fmla="*/ 124 w 10450132"/>
              <a:gd name="connsiteY13986" fmla="*/ 226204 h 5450835"/>
              <a:gd name="connsiteX13987" fmla="*/ 124 w 10450132"/>
              <a:gd name="connsiteY13987" fmla="*/ 225350 h 5450835"/>
              <a:gd name="connsiteX13988" fmla="*/ 4657 w 10450132"/>
              <a:gd name="connsiteY13988" fmla="*/ 217468 h 5450835"/>
              <a:gd name="connsiteX13989" fmla="*/ 5445 w 10450132"/>
              <a:gd name="connsiteY13989" fmla="*/ 217009 h 5450835"/>
              <a:gd name="connsiteX13990" fmla="*/ 8909274 w 10450132"/>
              <a:gd name="connsiteY13990" fmla="*/ 116 h 5450835"/>
              <a:gd name="connsiteX13991" fmla="*/ 8918336 w 10450132"/>
              <a:gd name="connsiteY13991" fmla="*/ 116 h 5450835"/>
              <a:gd name="connsiteX13992" fmla="*/ 8919125 w 10450132"/>
              <a:gd name="connsiteY13992" fmla="*/ 575 h 5450835"/>
              <a:gd name="connsiteX13993" fmla="*/ 8923657 w 10450132"/>
              <a:gd name="connsiteY13993" fmla="*/ 8456 h 5450835"/>
              <a:gd name="connsiteX13994" fmla="*/ 8923657 w 10450132"/>
              <a:gd name="connsiteY13994" fmla="*/ 9311 h 5450835"/>
              <a:gd name="connsiteX13995" fmla="*/ 8919125 w 10450132"/>
              <a:gd name="connsiteY13995" fmla="*/ 17194 h 5450835"/>
              <a:gd name="connsiteX13996" fmla="*/ 8918336 w 10450132"/>
              <a:gd name="connsiteY13996" fmla="*/ 17652 h 5450835"/>
              <a:gd name="connsiteX13997" fmla="*/ 8909274 w 10450132"/>
              <a:gd name="connsiteY13997" fmla="*/ 17652 h 5450835"/>
              <a:gd name="connsiteX13998" fmla="*/ 8908484 w 10450132"/>
              <a:gd name="connsiteY13998" fmla="*/ 17194 h 5450835"/>
              <a:gd name="connsiteX13999" fmla="*/ 8903953 w 10450132"/>
              <a:gd name="connsiteY13999" fmla="*/ 9311 h 5450835"/>
              <a:gd name="connsiteX14000" fmla="*/ 8903953 w 10450132"/>
              <a:gd name="connsiteY14000" fmla="*/ 8456 h 5450835"/>
              <a:gd name="connsiteX14001" fmla="*/ 8908484 w 10450132"/>
              <a:gd name="connsiteY14001" fmla="*/ 575 h 5450835"/>
              <a:gd name="connsiteX14002" fmla="*/ 8909274 w 10450132"/>
              <a:gd name="connsiteY14002" fmla="*/ 116 h 5450835"/>
              <a:gd name="connsiteX14003" fmla="*/ 5856508 w 10450132"/>
              <a:gd name="connsiteY14003" fmla="*/ 116 h 5450835"/>
              <a:gd name="connsiteX14004" fmla="*/ 5865571 w 10450132"/>
              <a:gd name="connsiteY14004" fmla="*/ 116 h 5450835"/>
              <a:gd name="connsiteX14005" fmla="*/ 5866359 w 10450132"/>
              <a:gd name="connsiteY14005" fmla="*/ 577 h 5450835"/>
              <a:gd name="connsiteX14006" fmla="*/ 5870891 w 10450132"/>
              <a:gd name="connsiteY14006" fmla="*/ 8457 h 5450835"/>
              <a:gd name="connsiteX14007" fmla="*/ 5870891 w 10450132"/>
              <a:gd name="connsiteY14007" fmla="*/ 9311 h 5450835"/>
              <a:gd name="connsiteX14008" fmla="*/ 5866359 w 10450132"/>
              <a:gd name="connsiteY14008" fmla="*/ 17194 h 5450835"/>
              <a:gd name="connsiteX14009" fmla="*/ 5865571 w 10450132"/>
              <a:gd name="connsiteY14009" fmla="*/ 17653 h 5450835"/>
              <a:gd name="connsiteX14010" fmla="*/ 5856508 w 10450132"/>
              <a:gd name="connsiteY14010" fmla="*/ 17653 h 5450835"/>
              <a:gd name="connsiteX14011" fmla="*/ 5855720 w 10450132"/>
              <a:gd name="connsiteY14011" fmla="*/ 17194 h 5450835"/>
              <a:gd name="connsiteX14012" fmla="*/ 5851187 w 10450132"/>
              <a:gd name="connsiteY14012" fmla="*/ 9311 h 5450835"/>
              <a:gd name="connsiteX14013" fmla="*/ 5851187 w 10450132"/>
              <a:gd name="connsiteY14013" fmla="*/ 8457 h 5450835"/>
              <a:gd name="connsiteX14014" fmla="*/ 5855720 w 10450132"/>
              <a:gd name="connsiteY14014" fmla="*/ 577 h 5450835"/>
              <a:gd name="connsiteX14015" fmla="*/ 5856508 w 10450132"/>
              <a:gd name="connsiteY14015" fmla="*/ 116 h 5450835"/>
              <a:gd name="connsiteX14016" fmla="*/ 7128477 w 10450132"/>
              <a:gd name="connsiteY14016" fmla="*/ 115 h 5450835"/>
              <a:gd name="connsiteX14017" fmla="*/ 7137540 w 10450132"/>
              <a:gd name="connsiteY14017" fmla="*/ 115 h 5450835"/>
              <a:gd name="connsiteX14018" fmla="*/ 7138328 w 10450132"/>
              <a:gd name="connsiteY14018" fmla="*/ 575 h 5450835"/>
              <a:gd name="connsiteX14019" fmla="*/ 7142860 w 10450132"/>
              <a:gd name="connsiteY14019" fmla="*/ 8456 h 5450835"/>
              <a:gd name="connsiteX14020" fmla="*/ 7142860 w 10450132"/>
              <a:gd name="connsiteY14020" fmla="*/ 9310 h 5450835"/>
              <a:gd name="connsiteX14021" fmla="*/ 7138328 w 10450132"/>
              <a:gd name="connsiteY14021" fmla="*/ 17191 h 5450835"/>
              <a:gd name="connsiteX14022" fmla="*/ 7137540 w 10450132"/>
              <a:gd name="connsiteY14022" fmla="*/ 17652 h 5450835"/>
              <a:gd name="connsiteX14023" fmla="*/ 7128477 w 10450132"/>
              <a:gd name="connsiteY14023" fmla="*/ 17652 h 5450835"/>
              <a:gd name="connsiteX14024" fmla="*/ 7127689 w 10450132"/>
              <a:gd name="connsiteY14024" fmla="*/ 17191 h 5450835"/>
              <a:gd name="connsiteX14025" fmla="*/ 7123156 w 10450132"/>
              <a:gd name="connsiteY14025" fmla="*/ 9310 h 5450835"/>
              <a:gd name="connsiteX14026" fmla="*/ 7123156 w 10450132"/>
              <a:gd name="connsiteY14026" fmla="*/ 8456 h 5450835"/>
              <a:gd name="connsiteX14027" fmla="*/ 7127689 w 10450132"/>
              <a:gd name="connsiteY14027" fmla="*/ 575 h 5450835"/>
              <a:gd name="connsiteX14028" fmla="*/ 7128477 w 10450132"/>
              <a:gd name="connsiteY14028" fmla="*/ 115 h 5450835"/>
              <a:gd name="connsiteX14029" fmla="*/ 4584538 w 10450132"/>
              <a:gd name="connsiteY14029" fmla="*/ 109 h 5450835"/>
              <a:gd name="connsiteX14030" fmla="*/ 4593603 w 10450132"/>
              <a:gd name="connsiteY14030" fmla="*/ 109 h 5450835"/>
              <a:gd name="connsiteX14031" fmla="*/ 4594390 w 10450132"/>
              <a:gd name="connsiteY14031" fmla="*/ 569 h 5450835"/>
              <a:gd name="connsiteX14032" fmla="*/ 4598922 w 10450132"/>
              <a:gd name="connsiteY14032" fmla="*/ 8450 h 5450835"/>
              <a:gd name="connsiteX14033" fmla="*/ 4598922 w 10450132"/>
              <a:gd name="connsiteY14033" fmla="*/ 9303 h 5450835"/>
              <a:gd name="connsiteX14034" fmla="*/ 4594390 w 10450132"/>
              <a:gd name="connsiteY14034" fmla="*/ 17186 h 5450835"/>
              <a:gd name="connsiteX14035" fmla="*/ 4593603 w 10450132"/>
              <a:gd name="connsiteY14035" fmla="*/ 17646 h 5450835"/>
              <a:gd name="connsiteX14036" fmla="*/ 4584538 w 10450132"/>
              <a:gd name="connsiteY14036" fmla="*/ 17646 h 5450835"/>
              <a:gd name="connsiteX14037" fmla="*/ 4583749 w 10450132"/>
              <a:gd name="connsiteY14037" fmla="*/ 17186 h 5450835"/>
              <a:gd name="connsiteX14038" fmla="*/ 4579218 w 10450132"/>
              <a:gd name="connsiteY14038" fmla="*/ 9303 h 5450835"/>
              <a:gd name="connsiteX14039" fmla="*/ 4579218 w 10450132"/>
              <a:gd name="connsiteY14039" fmla="*/ 8450 h 5450835"/>
              <a:gd name="connsiteX14040" fmla="*/ 4583749 w 10450132"/>
              <a:gd name="connsiteY14040" fmla="*/ 569 h 5450835"/>
              <a:gd name="connsiteX14041" fmla="*/ 4584538 w 10450132"/>
              <a:gd name="connsiteY14041" fmla="*/ 109 h 5450835"/>
              <a:gd name="connsiteX14042" fmla="*/ 4076010 w 10450132"/>
              <a:gd name="connsiteY14042" fmla="*/ 109 h 5450835"/>
              <a:gd name="connsiteX14043" fmla="*/ 4085076 w 10450132"/>
              <a:gd name="connsiteY14043" fmla="*/ 109 h 5450835"/>
              <a:gd name="connsiteX14044" fmla="*/ 4085863 w 10450132"/>
              <a:gd name="connsiteY14044" fmla="*/ 567 h 5450835"/>
              <a:gd name="connsiteX14045" fmla="*/ 4090397 w 10450132"/>
              <a:gd name="connsiteY14045" fmla="*/ 8449 h 5450835"/>
              <a:gd name="connsiteX14046" fmla="*/ 4090397 w 10450132"/>
              <a:gd name="connsiteY14046" fmla="*/ 9302 h 5450835"/>
              <a:gd name="connsiteX14047" fmla="*/ 4085863 w 10450132"/>
              <a:gd name="connsiteY14047" fmla="*/ 17185 h 5450835"/>
              <a:gd name="connsiteX14048" fmla="*/ 4085076 w 10450132"/>
              <a:gd name="connsiteY14048" fmla="*/ 17645 h 5450835"/>
              <a:gd name="connsiteX14049" fmla="*/ 4076010 w 10450132"/>
              <a:gd name="connsiteY14049" fmla="*/ 17645 h 5450835"/>
              <a:gd name="connsiteX14050" fmla="*/ 4075224 w 10450132"/>
              <a:gd name="connsiteY14050" fmla="*/ 17185 h 5450835"/>
              <a:gd name="connsiteX14051" fmla="*/ 4070691 w 10450132"/>
              <a:gd name="connsiteY14051" fmla="*/ 9302 h 5450835"/>
              <a:gd name="connsiteX14052" fmla="*/ 4070691 w 10450132"/>
              <a:gd name="connsiteY14052" fmla="*/ 8449 h 5450835"/>
              <a:gd name="connsiteX14053" fmla="*/ 4075224 w 10450132"/>
              <a:gd name="connsiteY14053" fmla="*/ 567 h 5450835"/>
              <a:gd name="connsiteX14054" fmla="*/ 4076010 w 10450132"/>
              <a:gd name="connsiteY14054" fmla="*/ 109 h 5450835"/>
              <a:gd name="connsiteX14055" fmla="*/ 7891684 w 10450132"/>
              <a:gd name="connsiteY14055" fmla="*/ 103 h 5450835"/>
              <a:gd name="connsiteX14056" fmla="*/ 7900748 w 10450132"/>
              <a:gd name="connsiteY14056" fmla="*/ 103 h 5450835"/>
              <a:gd name="connsiteX14057" fmla="*/ 7901536 w 10450132"/>
              <a:gd name="connsiteY14057" fmla="*/ 563 h 5450835"/>
              <a:gd name="connsiteX14058" fmla="*/ 7906067 w 10450132"/>
              <a:gd name="connsiteY14058" fmla="*/ 8444 h 5450835"/>
              <a:gd name="connsiteX14059" fmla="*/ 7906067 w 10450132"/>
              <a:gd name="connsiteY14059" fmla="*/ 9298 h 5450835"/>
              <a:gd name="connsiteX14060" fmla="*/ 7901536 w 10450132"/>
              <a:gd name="connsiteY14060" fmla="*/ 17180 h 5450835"/>
              <a:gd name="connsiteX14061" fmla="*/ 7900748 w 10450132"/>
              <a:gd name="connsiteY14061" fmla="*/ 17640 h 5450835"/>
              <a:gd name="connsiteX14062" fmla="*/ 7891684 w 10450132"/>
              <a:gd name="connsiteY14062" fmla="*/ 17640 h 5450835"/>
              <a:gd name="connsiteX14063" fmla="*/ 7890896 w 10450132"/>
              <a:gd name="connsiteY14063" fmla="*/ 17180 h 5450835"/>
              <a:gd name="connsiteX14064" fmla="*/ 7886363 w 10450132"/>
              <a:gd name="connsiteY14064" fmla="*/ 9298 h 5450835"/>
              <a:gd name="connsiteX14065" fmla="*/ 7886363 w 10450132"/>
              <a:gd name="connsiteY14065" fmla="*/ 8444 h 5450835"/>
              <a:gd name="connsiteX14066" fmla="*/ 7890896 w 10450132"/>
              <a:gd name="connsiteY14066" fmla="*/ 563 h 5450835"/>
              <a:gd name="connsiteX14067" fmla="*/ 7891684 w 10450132"/>
              <a:gd name="connsiteY14067" fmla="*/ 103 h 5450835"/>
              <a:gd name="connsiteX14068" fmla="*/ 9672481 w 10450132"/>
              <a:gd name="connsiteY14068" fmla="*/ 98 h 5450835"/>
              <a:gd name="connsiteX14069" fmla="*/ 9681545 w 10450132"/>
              <a:gd name="connsiteY14069" fmla="*/ 98 h 5450835"/>
              <a:gd name="connsiteX14070" fmla="*/ 9682333 w 10450132"/>
              <a:gd name="connsiteY14070" fmla="*/ 557 h 5450835"/>
              <a:gd name="connsiteX14071" fmla="*/ 9686865 w 10450132"/>
              <a:gd name="connsiteY14071" fmla="*/ 8439 h 5450835"/>
              <a:gd name="connsiteX14072" fmla="*/ 9686865 w 10450132"/>
              <a:gd name="connsiteY14072" fmla="*/ 9293 h 5450835"/>
              <a:gd name="connsiteX14073" fmla="*/ 9682333 w 10450132"/>
              <a:gd name="connsiteY14073" fmla="*/ 17175 h 5450835"/>
              <a:gd name="connsiteX14074" fmla="*/ 9681545 w 10450132"/>
              <a:gd name="connsiteY14074" fmla="*/ 17635 h 5450835"/>
              <a:gd name="connsiteX14075" fmla="*/ 9681495 w 10450132"/>
              <a:gd name="connsiteY14075" fmla="*/ 17635 h 5450835"/>
              <a:gd name="connsiteX14076" fmla="*/ 9681479 w 10450132"/>
              <a:gd name="connsiteY14076" fmla="*/ 17644 h 5450835"/>
              <a:gd name="connsiteX14077" fmla="*/ 9672416 w 10450132"/>
              <a:gd name="connsiteY14077" fmla="*/ 17644 h 5450835"/>
              <a:gd name="connsiteX14078" fmla="*/ 9671627 w 10450132"/>
              <a:gd name="connsiteY14078" fmla="*/ 17184 h 5450835"/>
              <a:gd name="connsiteX14079" fmla="*/ 9667095 w 10450132"/>
              <a:gd name="connsiteY14079" fmla="*/ 9301 h 5450835"/>
              <a:gd name="connsiteX14080" fmla="*/ 9667095 w 10450132"/>
              <a:gd name="connsiteY14080" fmla="*/ 8447 h 5450835"/>
              <a:gd name="connsiteX14081" fmla="*/ 9671627 w 10450132"/>
              <a:gd name="connsiteY14081" fmla="*/ 566 h 5450835"/>
              <a:gd name="connsiteX14082" fmla="*/ 9672416 w 10450132"/>
              <a:gd name="connsiteY14082" fmla="*/ 106 h 5450835"/>
              <a:gd name="connsiteX14083" fmla="*/ 9672466 w 10450132"/>
              <a:gd name="connsiteY14083" fmla="*/ 106 h 5450835"/>
              <a:gd name="connsiteX14084" fmla="*/ 8654892 w 10450132"/>
              <a:gd name="connsiteY14084" fmla="*/ 80 h 5450835"/>
              <a:gd name="connsiteX14085" fmla="*/ 8663955 w 10450132"/>
              <a:gd name="connsiteY14085" fmla="*/ 80 h 5450835"/>
              <a:gd name="connsiteX14086" fmla="*/ 8664744 w 10450132"/>
              <a:gd name="connsiteY14086" fmla="*/ 540 h 5450835"/>
              <a:gd name="connsiteX14087" fmla="*/ 8669277 w 10450132"/>
              <a:gd name="connsiteY14087" fmla="*/ 8421 h 5450835"/>
              <a:gd name="connsiteX14088" fmla="*/ 8669277 w 10450132"/>
              <a:gd name="connsiteY14088" fmla="*/ 9275 h 5450835"/>
              <a:gd name="connsiteX14089" fmla="*/ 8664744 w 10450132"/>
              <a:gd name="connsiteY14089" fmla="*/ 17158 h 5450835"/>
              <a:gd name="connsiteX14090" fmla="*/ 8663955 w 10450132"/>
              <a:gd name="connsiteY14090" fmla="*/ 17617 h 5450835"/>
              <a:gd name="connsiteX14091" fmla="*/ 8654892 w 10450132"/>
              <a:gd name="connsiteY14091" fmla="*/ 17617 h 5450835"/>
              <a:gd name="connsiteX14092" fmla="*/ 8654104 w 10450132"/>
              <a:gd name="connsiteY14092" fmla="*/ 17158 h 5450835"/>
              <a:gd name="connsiteX14093" fmla="*/ 8649572 w 10450132"/>
              <a:gd name="connsiteY14093" fmla="*/ 9275 h 5450835"/>
              <a:gd name="connsiteX14094" fmla="*/ 8649572 w 10450132"/>
              <a:gd name="connsiteY14094" fmla="*/ 8421 h 5450835"/>
              <a:gd name="connsiteX14095" fmla="*/ 8654104 w 10450132"/>
              <a:gd name="connsiteY14095" fmla="*/ 540 h 5450835"/>
              <a:gd name="connsiteX14096" fmla="*/ 8654892 w 10450132"/>
              <a:gd name="connsiteY14096" fmla="*/ 80 h 5450835"/>
              <a:gd name="connsiteX14097" fmla="*/ 8400511 w 10450132"/>
              <a:gd name="connsiteY14097" fmla="*/ 80 h 5450835"/>
              <a:gd name="connsiteX14098" fmla="*/ 8409575 w 10450132"/>
              <a:gd name="connsiteY14098" fmla="*/ 80 h 5450835"/>
              <a:gd name="connsiteX14099" fmla="*/ 8410363 w 10450132"/>
              <a:gd name="connsiteY14099" fmla="*/ 539 h 5450835"/>
              <a:gd name="connsiteX14100" fmla="*/ 8414896 w 10450132"/>
              <a:gd name="connsiteY14100" fmla="*/ 8420 h 5450835"/>
              <a:gd name="connsiteX14101" fmla="*/ 8414896 w 10450132"/>
              <a:gd name="connsiteY14101" fmla="*/ 9274 h 5450835"/>
              <a:gd name="connsiteX14102" fmla="*/ 8410363 w 10450132"/>
              <a:gd name="connsiteY14102" fmla="*/ 17156 h 5450835"/>
              <a:gd name="connsiteX14103" fmla="*/ 8409575 w 10450132"/>
              <a:gd name="connsiteY14103" fmla="*/ 17616 h 5450835"/>
              <a:gd name="connsiteX14104" fmla="*/ 8400511 w 10450132"/>
              <a:gd name="connsiteY14104" fmla="*/ 17616 h 5450835"/>
              <a:gd name="connsiteX14105" fmla="*/ 8399723 w 10450132"/>
              <a:gd name="connsiteY14105" fmla="*/ 17156 h 5450835"/>
              <a:gd name="connsiteX14106" fmla="*/ 8395191 w 10450132"/>
              <a:gd name="connsiteY14106" fmla="*/ 9274 h 5450835"/>
              <a:gd name="connsiteX14107" fmla="*/ 8395191 w 10450132"/>
              <a:gd name="connsiteY14107" fmla="*/ 8420 h 5450835"/>
              <a:gd name="connsiteX14108" fmla="*/ 8399723 w 10450132"/>
              <a:gd name="connsiteY14108" fmla="*/ 539 h 5450835"/>
              <a:gd name="connsiteX14109" fmla="*/ 8400511 w 10450132"/>
              <a:gd name="connsiteY14109" fmla="*/ 80 h 5450835"/>
              <a:gd name="connsiteX14110" fmla="*/ 4330157 w 10450132"/>
              <a:gd name="connsiteY14110" fmla="*/ 79 h 5450835"/>
              <a:gd name="connsiteX14111" fmla="*/ 4339222 w 10450132"/>
              <a:gd name="connsiteY14111" fmla="*/ 79 h 5450835"/>
              <a:gd name="connsiteX14112" fmla="*/ 4340010 w 10450132"/>
              <a:gd name="connsiteY14112" fmla="*/ 539 h 5450835"/>
              <a:gd name="connsiteX14113" fmla="*/ 4344540 w 10450132"/>
              <a:gd name="connsiteY14113" fmla="*/ 8420 h 5450835"/>
              <a:gd name="connsiteX14114" fmla="*/ 4344540 w 10450132"/>
              <a:gd name="connsiteY14114" fmla="*/ 9273 h 5450835"/>
              <a:gd name="connsiteX14115" fmla="*/ 4340010 w 10450132"/>
              <a:gd name="connsiteY14115" fmla="*/ 17155 h 5450835"/>
              <a:gd name="connsiteX14116" fmla="*/ 4339222 w 10450132"/>
              <a:gd name="connsiteY14116" fmla="*/ 17615 h 5450835"/>
              <a:gd name="connsiteX14117" fmla="*/ 4330157 w 10450132"/>
              <a:gd name="connsiteY14117" fmla="*/ 17615 h 5450835"/>
              <a:gd name="connsiteX14118" fmla="*/ 4329369 w 10450132"/>
              <a:gd name="connsiteY14118" fmla="*/ 17155 h 5450835"/>
              <a:gd name="connsiteX14119" fmla="*/ 4324836 w 10450132"/>
              <a:gd name="connsiteY14119" fmla="*/ 9273 h 5450835"/>
              <a:gd name="connsiteX14120" fmla="*/ 4324836 w 10450132"/>
              <a:gd name="connsiteY14120" fmla="*/ 8420 h 5450835"/>
              <a:gd name="connsiteX14121" fmla="*/ 4329369 w 10450132"/>
              <a:gd name="connsiteY14121" fmla="*/ 539 h 5450835"/>
              <a:gd name="connsiteX14122" fmla="*/ 4330157 w 10450132"/>
              <a:gd name="connsiteY14122" fmla="*/ 79 h 5450835"/>
              <a:gd name="connsiteX14123" fmla="*/ 6874095 w 10450132"/>
              <a:gd name="connsiteY14123" fmla="*/ 77 h 5450835"/>
              <a:gd name="connsiteX14124" fmla="*/ 6883159 w 10450132"/>
              <a:gd name="connsiteY14124" fmla="*/ 77 h 5450835"/>
              <a:gd name="connsiteX14125" fmla="*/ 6883947 w 10450132"/>
              <a:gd name="connsiteY14125" fmla="*/ 537 h 5450835"/>
              <a:gd name="connsiteX14126" fmla="*/ 6888480 w 10450132"/>
              <a:gd name="connsiteY14126" fmla="*/ 8418 h 5450835"/>
              <a:gd name="connsiteX14127" fmla="*/ 6888480 w 10450132"/>
              <a:gd name="connsiteY14127" fmla="*/ 9272 h 5450835"/>
              <a:gd name="connsiteX14128" fmla="*/ 6883947 w 10450132"/>
              <a:gd name="connsiteY14128" fmla="*/ 17154 h 5450835"/>
              <a:gd name="connsiteX14129" fmla="*/ 6883159 w 10450132"/>
              <a:gd name="connsiteY14129" fmla="*/ 17614 h 5450835"/>
              <a:gd name="connsiteX14130" fmla="*/ 6874095 w 10450132"/>
              <a:gd name="connsiteY14130" fmla="*/ 17614 h 5450835"/>
              <a:gd name="connsiteX14131" fmla="*/ 6873307 w 10450132"/>
              <a:gd name="connsiteY14131" fmla="*/ 17154 h 5450835"/>
              <a:gd name="connsiteX14132" fmla="*/ 6868775 w 10450132"/>
              <a:gd name="connsiteY14132" fmla="*/ 9272 h 5450835"/>
              <a:gd name="connsiteX14133" fmla="*/ 6868775 w 10450132"/>
              <a:gd name="connsiteY14133" fmla="*/ 8418 h 5450835"/>
              <a:gd name="connsiteX14134" fmla="*/ 6873307 w 10450132"/>
              <a:gd name="connsiteY14134" fmla="*/ 537 h 5450835"/>
              <a:gd name="connsiteX14135" fmla="*/ 6874095 w 10450132"/>
              <a:gd name="connsiteY14135" fmla="*/ 77 h 5450835"/>
              <a:gd name="connsiteX14136" fmla="*/ 9163654 w 10450132"/>
              <a:gd name="connsiteY14136" fmla="*/ 72 h 5450835"/>
              <a:gd name="connsiteX14137" fmla="*/ 9172718 w 10450132"/>
              <a:gd name="connsiteY14137" fmla="*/ 72 h 5450835"/>
              <a:gd name="connsiteX14138" fmla="*/ 9173506 w 10450132"/>
              <a:gd name="connsiteY14138" fmla="*/ 533 h 5450835"/>
              <a:gd name="connsiteX14139" fmla="*/ 9178038 w 10450132"/>
              <a:gd name="connsiteY14139" fmla="*/ 8414 h 5450835"/>
              <a:gd name="connsiteX14140" fmla="*/ 9178038 w 10450132"/>
              <a:gd name="connsiteY14140" fmla="*/ 9267 h 5450835"/>
              <a:gd name="connsiteX14141" fmla="*/ 9173506 w 10450132"/>
              <a:gd name="connsiteY14141" fmla="*/ 17151 h 5450835"/>
              <a:gd name="connsiteX14142" fmla="*/ 9172718 w 10450132"/>
              <a:gd name="connsiteY14142" fmla="*/ 17610 h 5450835"/>
              <a:gd name="connsiteX14143" fmla="*/ 9163654 w 10450132"/>
              <a:gd name="connsiteY14143" fmla="*/ 17610 h 5450835"/>
              <a:gd name="connsiteX14144" fmla="*/ 9162866 w 10450132"/>
              <a:gd name="connsiteY14144" fmla="*/ 17151 h 5450835"/>
              <a:gd name="connsiteX14145" fmla="*/ 9158333 w 10450132"/>
              <a:gd name="connsiteY14145" fmla="*/ 9267 h 5450835"/>
              <a:gd name="connsiteX14146" fmla="*/ 9158333 w 10450132"/>
              <a:gd name="connsiteY14146" fmla="*/ 8414 h 5450835"/>
              <a:gd name="connsiteX14147" fmla="*/ 9162866 w 10450132"/>
              <a:gd name="connsiteY14147" fmla="*/ 533 h 5450835"/>
              <a:gd name="connsiteX14148" fmla="*/ 9163654 w 10450132"/>
              <a:gd name="connsiteY14148" fmla="*/ 72 h 5450835"/>
              <a:gd name="connsiteX14149" fmla="*/ 8146065 w 10450132"/>
              <a:gd name="connsiteY14149" fmla="*/ 72 h 5450835"/>
              <a:gd name="connsiteX14150" fmla="*/ 8155129 w 10450132"/>
              <a:gd name="connsiteY14150" fmla="*/ 72 h 5450835"/>
              <a:gd name="connsiteX14151" fmla="*/ 8155917 w 10450132"/>
              <a:gd name="connsiteY14151" fmla="*/ 532 h 5450835"/>
              <a:gd name="connsiteX14152" fmla="*/ 8160449 w 10450132"/>
              <a:gd name="connsiteY14152" fmla="*/ 8414 h 5450835"/>
              <a:gd name="connsiteX14153" fmla="*/ 8160449 w 10450132"/>
              <a:gd name="connsiteY14153" fmla="*/ 9267 h 5450835"/>
              <a:gd name="connsiteX14154" fmla="*/ 8155917 w 10450132"/>
              <a:gd name="connsiteY14154" fmla="*/ 17150 h 5450835"/>
              <a:gd name="connsiteX14155" fmla="*/ 8155129 w 10450132"/>
              <a:gd name="connsiteY14155" fmla="*/ 17610 h 5450835"/>
              <a:gd name="connsiteX14156" fmla="*/ 8146065 w 10450132"/>
              <a:gd name="connsiteY14156" fmla="*/ 17610 h 5450835"/>
              <a:gd name="connsiteX14157" fmla="*/ 8145277 w 10450132"/>
              <a:gd name="connsiteY14157" fmla="*/ 17150 h 5450835"/>
              <a:gd name="connsiteX14158" fmla="*/ 8140745 w 10450132"/>
              <a:gd name="connsiteY14158" fmla="*/ 9267 h 5450835"/>
              <a:gd name="connsiteX14159" fmla="*/ 8140745 w 10450132"/>
              <a:gd name="connsiteY14159" fmla="*/ 8414 h 5450835"/>
              <a:gd name="connsiteX14160" fmla="*/ 8145277 w 10450132"/>
              <a:gd name="connsiteY14160" fmla="*/ 532 h 5450835"/>
              <a:gd name="connsiteX14161" fmla="*/ 8146065 w 10450132"/>
              <a:gd name="connsiteY14161" fmla="*/ 72 h 5450835"/>
              <a:gd name="connsiteX14162" fmla="*/ 7637304 w 10450132"/>
              <a:gd name="connsiteY14162" fmla="*/ 67 h 5450835"/>
              <a:gd name="connsiteX14163" fmla="*/ 7646367 w 10450132"/>
              <a:gd name="connsiteY14163" fmla="*/ 67 h 5450835"/>
              <a:gd name="connsiteX14164" fmla="*/ 7647156 w 10450132"/>
              <a:gd name="connsiteY14164" fmla="*/ 527 h 5450835"/>
              <a:gd name="connsiteX14165" fmla="*/ 7651687 w 10450132"/>
              <a:gd name="connsiteY14165" fmla="*/ 8408 h 5450835"/>
              <a:gd name="connsiteX14166" fmla="*/ 7651687 w 10450132"/>
              <a:gd name="connsiteY14166" fmla="*/ 9262 h 5450835"/>
              <a:gd name="connsiteX14167" fmla="*/ 7647156 w 10450132"/>
              <a:gd name="connsiteY14167" fmla="*/ 17144 h 5450835"/>
              <a:gd name="connsiteX14168" fmla="*/ 7646367 w 10450132"/>
              <a:gd name="connsiteY14168" fmla="*/ 17604 h 5450835"/>
              <a:gd name="connsiteX14169" fmla="*/ 7637304 w 10450132"/>
              <a:gd name="connsiteY14169" fmla="*/ 17604 h 5450835"/>
              <a:gd name="connsiteX14170" fmla="*/ 7636516 w 10450132"/>
              <a:gd name="connsiteY14170" fmla="*/ 17144 h 5450835"/>
              <a:gd name="connsiteX14171" fmla="*/ 7631983 w 10450132"/>
              <a:gd name="connsiteY14171" fmla="*/ 9262 h 5450835"/>
              <a:gd name="connsiteX14172" fmla="*/ 7631983 w 10450132"/>
              <a:gd name="connsiteY14172" fmla="*/ 8408 h 5450835"/>
              <a:gd name="connsiteX14173" fmla="*/ 7636516 w 10450132"/>
              <a:gd name="connsiteY14173" fmla="*/ 527 h 5450835"/>
              <a:gd name="connsiteX14174" fmla="*/ 7637304 w 10450132"/>
              <a:gd name="connsiteY14174" fmla="*/ 67 h 5450835"/>
              <a:gd name="connsiteX14175" fmla="*/ 6110888 w 10450132"/>
              <a:gd name="connsiteY14175" fmla="*/ 56 h 5450835"/>
              <a:gd name="connsiteX14176" fmla="*/ 6119953 w 10450132"/>
              <a:gd name="connsiteY14176" fmla="*/ 56 h 5450835"/>
              <a:gd name="connsiteX14177" fmla="*/ 6120740 w 10450132"/>
              <a:gd name="connsiteY14177" fmla="*/ 516 h 5450835"/>
              <a:gd name="connsiteX14178" fmla="*/ 6125272 w 10450132"/>
              <a:gd name="connsiteY14178" fmla="*/ 8397 h 5450835"/>
              <a:gd name="connsiteX14179" fmla="*/ 6125272 w 10450132"/>
              <a:gd name="connsiteY14179" fmla="*/ 9251 h 5450835"/>
              <a:gd name="connsiteX14180" fmla="*/ 6120740 w 10450132"/>
              <a:gd name="connsiteY14180" fmla="*/ 17133 h 5450835"/>
              <a:gd name="connsiteX14181" fmla="*/ 6119953 w 10450132"/>
              <a:gd name="connsiteY14181" fmla="*/ 17593 h 5450835"/>
              <a:gd name="connsiteX14182" fmla="*/ 6110888 w 10450132"/>
              <a:gd name="connsiteY14182" fmla="*/ 17593 h 5450835"/>
              <a:gd name="connsiteX14183" fmla="*/ 6110101 w 10450132"/>
              <a:gd name="connsiteY14183" fmla="*/ 17133 h 5450835"/>
              <a:gd name="connsiteX14184" fmla="*/ 6105567 w 10450132"/>
              <a:gd name="connsiteY14184" fmla="*/ 9251 h 5450835"/>
              <a:gd name="connsiteX14185" fmla="*/ 6105567 w 10450132"/>
              <a:gd name="connsiteY14185" fmla="*/ 8397 h 5450835"/>
              <a:gd name="connsiteX14186" fmla="*/ 6110101 w 10450132"/>
              <a:gd name="connsiteY14186" fmla="*/ 516 h 5450835"/>
              <a:gd name="connsiteX14187" fmla="*/ 6110888 w 10450132"/>
              <a:gd name="connsiteY14187" fmla="*/ 56 h 5450835"/>
              <a:gd name="connsiteX14188" fmla="*/ 3821474 w 10450132"/>
              <a:gd name="connsiteY14188" fmla="*/ 55 h 5450835"/>
              <a:gd name="connsiteX14189" fmla="*/ 3830539 w 10450132"/>
              <a:gd name="connsiteY14189" fmla="*/ 55 h 5450835"/>
              <a:gd name="connsiteX14190" fmla="*/ 3831326 w 10450132"/>
              <a:gd name="connsiteY14190" fmla="*/ 515 h 5450835"/>
              <a:gd name="connsiteX14191" fmla="*/ 3835860 w 10450132"/>
              <a:gd name="connsiteY14191" fmla="*/ 8396 h 5450835"/>
              <a:gd name="connsiteX14192" fmla="*/ 3835860 w 10450132"/>
              <a:gd name="connsiteY14192" fmla="*/ 9250 h 5450835"/>
              <a:gd name="connsiteX14193" fmla="*/ 3831326 w 10450132"/>
              <a:gd name="connsiteY14193" fmla="*/ 17132 h 5450835"/>
              <a:gd name="connsiteX14194" fmla="*/ 3830539 w 10450132"/>
              <a:gd name="connsiteY14194" fmla="*/ 17592 h 5450835"/>
              <a:gd name="connsiteX14195" fmla="*/ 3821474 w 10450132"/>
              <a:gd name="connsiteY14195" fmla="*/ 17592 h 5450835"/>
              <a:gd name="connsiteX14196" fmla="*/ 3820685 w 10450132"/>
              <a:gd name="connsiteY14196" fmla="*/ 17132 h 5450835"/>
              <a:gd name="connsiteX14197" fmla="*/ 3816153 w 10450132"/>
              <a:gd name="connsiteY14197" fmla="*/ 9250 h 5450835"/>
              <a:gd name="connsiteX14198" fmla="*/ 3816153 w 10450132"/>
              <a:gd name="connsiteY14198" fmla="*/ 8396 h 5450835"/>
              <a:gd name="connsiteX14199" fmla="*/ 3820685 w 10450132"/>
              <a:gd name="connsiteY14199" fmla="*/ 515 h 5450835"/>
              <a:gd name="connsiteX14200" fmla="*/ 3821474 w 10450132"/>
              <a:gd name="connsiteY14200" fmla="*/ 55 h 5450835"/>
              <a:gd name="connsiteX14201" fmla="*/ 7382923 w 10450132"/>
              <a:gd name="connsiteY14201" fmla="*/ 54 h 5450835"/>
              <a:gd name="connsiteX14202" fmla="*/ 7391987 w 10450132"/>
              <a:gd name="connsiteY14202" fmla="*/ 54 h 5450835"/>
              <a:gd name="connsiteX14203" fmla="*/ 7392775 w 10450132"/>
              <a:gd name="connsiteY14203" fmla="*/ 514 h 5450835"/>
              <a:gd name="connsiteX14204" fmla="*/ 7397307 w 10450132"/>
              <a:gd name="connsiteY14204" fmla="*/ 8395 h 5450835"/>
              <a:gd name="connsiteX14205" fmla="*/ 7397307 w 10450132"/>
              <a:gd name="connsiteY14205" fmla="*/ 9249 h 5450835"/>
              <a:gd name="connsiteX14206" fmla="*/ 7392775 w 10450132"/>
              <a:gd name="connsiteY14206" fmla="*/ 17131 h 5450835"/>
              <a:gd name="connsiteX14207" fmla="*/ 7391987 w 10450132"/>
              <a:gd name="connsiteY14207" fmla="*/ 17591 h 5450835"/>
              <a:gd name="connsiteX14208" fmla="*/ 7382923 w 10450132"/>
              <a:gd name="connsiteY14208" fmla="*/ 17591 h 5450835"/>
              <a:gd name="connsiteX14209" fmla="*/ 7382135 w 10450132"/>
              <a:gd name="connsiteY14209" fmla="*/ 17131 h 5450835"/>
              <a:gd name="connsiteX14210" fmla="*/ 7377602 w 10450132"/>
              <a:gd name="connsiteY14210" fmla="*/ 9249 h 5450835"/>
              <a:gd name="connsiteX14211" fmla="*/ 7377602 w 10450132"/>
              <a:gd name="connsiteY14211" fmla="*/ 8395 h 5450835"/>
              <a:gd name="connsiteX14212" fmla="*/ 7382135 w 10450132"/>
              <a:gd name="connsiteY14212" fmla="*/ 514 h 5450835"/>
              <a:gd name="connsiteX14213" fmla="*/ 7382923 w 10450132"/>
              <a:gd name="connsiteY14213" fmla="*/ 54 h 5450835"/>
              <a:gd name="connsiteX14214" fmla="*/ 10181242 w 10450132"/>
              <a:gd name="connsiteY14214" fmla="*/ 46 h 5450835"/>
              <a:gd name="connsiteX14215" fmla="*/ 10190305 w 10450132"/>
              <a:gd name="connsiteY14215" fmla="*/ 46 h 5450835"/>
              <a:gd name="connsiteX14216" fmla="*/ 10191093 w 10450132"/>
              <a:gd name="connsiteY14216" fmla="*/ 506 h 5450835"/>
              <a:gd name="connsiteX14217" fmla="*/ 10195626 w 10450132"/>
              <a:gd name="connsiteY14217" fmla="*/ 8387 h 5450835"/>
              <a:gd name="connsiteX14218" fmla="*/ 10195626 w 10450132"/>
              <a:gd name="connsiteY14218" fmla="*/ 8398 h 5450835"/>
              <a:gd name="connsiteX14219" fmla="*/ 10195626 w 10450132"/>
              <a:gd name="connsiteY14219" fmla="*/ 9241 h 5450835"/>
              <a:gd name="connsiteX14220" fmla="*/ 10195626 w 10450132"/>
              <a:gd name="connsiteY14220" fmla="*/ 9251 h 5450835"/>
              <a:gd name="connsiteX14221" fmla="*/ 10191093 w 10450132"/>
              <a:gd name="connsiteY14221" fmla="*/ 17135 h 5450835"/>
              <a:gd name="connsiteX14222" fmla="*/ 10190305 w 10450132"/>
              <a:gd name="connsiteY14222" fmla="*/ 17593 h 5450835"/>
              <a:gd name="connsiteX14223" fmla="*/ 10181242 w 10450132"/>
              <a:gd name="connsiteY14223" fmla="*/ 17593 h 5450835"/>
              <a:gd name="connsiteX14224" fmla="*/ 10180453 w 10450132"/>
              <a:gd name="connsiteY14224" fmla="*/ 17135 h 5450835"/>
              <a:gd name="connsiteX14225" fmla="*/ 10175922 w 10450132"/>
              <a:gd name="connsiteY14225" fmla="*/ 9251 h 5450835"/>
              <a:gd name="connsiteX14226" fmla="*/ 10175922 w 10450132"/>
              <a:gd name="connsiteY14226" fmla="*/ 9241 h 5450835"/>
              <a:gd name="connsiteX14227" fmla="*/ 10175922 w 10450132"/>
              <a:gd name="connsiteY14227" fmla="*/ 8398 h 5450835"/>
              <a:gd name="connsiteX14228" fmla="*/ 10175922 w 10450132"/>
              <a:gd name="connsiteY14228" fmla="*/ 8387 h 5450835"/>
              <a:gd name="connsiteX14229" fmla="*/ 10180453 w 10450132"/>
              <a:gd name="connsiteY14229" fmla="*/ 506 h 5450835"/>
              <a:gd name="connsiteX14230" fmla="*/ 10181242 w 10450132"/>
              <a:gd name="connsiteY14230" fmla="*/ 46 h 5450835"/>
              <a:gd name="connsiteX14231" fmla="*/ 4838919 w 10450132"/>
              <a:gd name="connsiteY14231" fmla="*/ 40 h 5450835"/>
              <a:gd name="connsiteX14232" fmla="*/ 4847982 w 10450132"/>
              <a:gd name="connsiteY14232" fmla="*/ 40 h 5450835"/>
              <a:gd name="connsiteX14233" fmla="*/ 4848772 w 10450132"/>
              <a:gd name="connsiteY14233" fmla="*/ 499 h 5450835"/>
              <a:gd name="connsiteX14234" fmla="*/ 4853303 w 10450132"/>
              <a:gd name="connsiteY14234" fmla="*/ 8381 h 5450835"/>
              <a:gd name="connsiteX14235" fmla="*/ 4853303 w 10450132"/>
              <a:gd name="connsiteY14235" fmla="*/ 9235 h 5450835"/>
              <a:gd name="connsiteX14236" fmla="*/ 4848772 w 10450132"/>
              <a:gd name="connsiteY14236" fmla="*/ 17117 h 5450835"/>
              <a:gd name="connsiteX14237" fmla="*/ 4847982 w 10450132"/>
              <a:gd name="connsiteY14237" fmla="*/ 17577 h 5450835"/>
              <a:gd name="connsiteX14238" fmla="*/ 4838919 w 10450132"/>
              <a:gd name="connsiteY14238" fmla="*/ 17577 h 5450835"/>
              <a:gd name="connsiteX14239" fmla="*/ 4838132 w 10450132"/>
              <a:gd name="connsiteY14239" fmla="*/ 17117 h 5450835"/>
              <a:gd name="connsiteX14240" fmla="*/ 4833598 w 10450132"/>
              <a:gd name="connsiteY14240" fmla="*/ 9235 h 5450835"/>
              <a:gd name="connsiteX14241" fmla="*/ 4833598 w 10450132"/>
              <a:gd name="connsiteY14241" fmla="*/ 8381 h 5450835"/>
              <a:gd name="connsiteX14242" fmla="*/ 4838132 w 10450132"/>
              <a:gd name="connsiteY14242" fmla="*/ 499 h 5450835"/>
              <a:gd name="connsiteX14243" fmla="*/ 4838919 w 10450132"/>
              <a:gd name="connsiteY14243" fmla="*/ 40 h 5450835"/>
              <a:gd name="connsiteX14244" fmla="*/ 5602126 w 10450132"/>
              <a:gd name="connsiteY14244" fmla="*/ 35 h 5450835"/>
              <a:gd name="connsiteX14245" fmla="*/ 5611191 w 10450132"/>
              <a:gd name="connsiteY14245" fmla="*/ 35 h 5450835"/>
              <a:gd name="connsiteX14246" fmla="*/ 5611979 w 10450132"/>
              <a:gd name="connsiteY14246" fmla="*/ 495 h 5450835"/>
              <a:gd name="connsiteX14247" fmla="*/ 5616511 w 10450132"/>
              <a:gd name="connsiteY14247" fmla="*/ 8376 h 5450835"/>
              <a:gd name="connsiteX14248" fmla="*/ 5616511 w 10450132"/>
              <a:gd name="connsiteY14248" fmla="*/ 9230 h 5450835"/>
              <a:gd name="connsiteX14249" fmla="*/ 5611979 w 10450132"/>
              <a:gd name="connsiteY14249" fmla="*/ 17113 h 5450835"/>
              <a:gd name="connsiteX14250" fmla="*/ 5611191 w 10450132"/>
              <a:gd name="connsiteY14250" fmla="*/ 17572 h 5450835"/>
              <a:gd name="connsiteX14251" fmla="*/ 5602126 w 10450132"/>
              <a:gd name="connsiteY14251" fmla="*/ 17572 h 5450835"/>
              <a:gd name="connsiteX14252" fmla="*/ 5601338 w 10450132"/>
              <a:gd name="connsiteY14252" fmla="*/ 17113 h 5450835"/>
              <a:gd name="connsiteX14253" fmla="*/ 5596807 w 10450132"/>
              <a:gd name="connsiteY14253" fmla="*/ 9230 h 5450835"/>
              <a:gd name="connsiteX14254" fmla="*/ 5596807 w 10450132"/>
              <a:gd name="connsiteY14254" fmla="*/ 8376 h 5450835"/>
              <a:gd name="connsiteX14255" fmla="*/ 5601338 w 10450132"/>
              <a:gd name="connsiteY14255" fmla="*/ 495 h 5450835"/>
              <a:gd name="connsiteX14256" fmla="*/ 5602126 w 10450132"/>
              <a:gd name="connsiteY14256" fmla="*/ 35 h 5450835"/>
              <a:gd name="connsiteX14257" fmla="*/ 5347746 w 10450132"/>
              <a:gd name="connsiteY14257" fmla="*/ 32 h 5450835"/>
              <a:gd name="connsiteX14258" fmla="*/ 5356810 w 10450132"/>
              <a:gd name="connsiteY14258" fmla="*/ 32 h 5450835"/>
              <a:gd name="connsiteX14259" fmla="*/ 5357598 w 10450132"/>
              <a:gd name="connsiteY14259" fmla="*/ 492 h 5450835"/>
              <a:gd name="connsiteX14260" fmla="*/ 5362130 w 10450132"/>
              <a:gd name="connsiteY14260" fmla="*/ 8373 h 5450835"/>
              <a:gd name="connsiteX14261" fmla="*/ 5362130 w 10450132"/>
              <a:gd name="connsiteY14261" fmla="*/ 9227 h 5450835"/>
              <a:gd name="connsiteX14262" fmla="*/ 5357598 w 10450132"/>
              <a:gd name="connsiteY14262" fmla="*/ 17109 h 5450835"/>
              <a:gd name="connsiteX14263" fmla="*/ 5356810 w 10450132"/>
              <a:gd name="connsiteY14263" fmla="*/ 17569 h 5450835"/>
              <a:gd name="connsiteX14264" fmla="*/ 5347746 w 10450132"/>
              <a:gd name="connsiteY14264" fmla="*/ 17569 h 5450835"/>
              <a:gd name="connsiteX14265" fmla="*/ 5346958 w 10450132"/>
              <a:gd name="connsiteY14265" fmla="*/ 17109 h 5450835"/>
              <a:gd name="connsiteX14266" fmla="*/ 5342425 w 10450132"/>
              <a:gd name="connsiteY14266" fmla="*/ 9227 h 5450835"/>
              <a:gd name="connsiteX14267" fmla="*/ 5342425 w 10450132"/>
              <a:gd name="connsiteY14267" fmla="*/ 8373 h 5450835"/>
              <a:gd name="connsiteX14268" fmla="*/ 5346958 w 10450132"/>
              <a:gd name="connsiteY14268" fmla="*/ 492 h 5450835"/>
              <a:gd name="connsiteX14269" fmla="*/ 5347746 w 10450132"/>
              <a:gd name="connsiteY14269" fmla="*/ 32 h 5450835"/>
              <a:gd name="connsiteX14270" fmla="*/ 10435622 w 10450132"/>
              <a:gd name="connsiteY14270" fmla="*/ 20 h 5450835"/>
              <a:gd name="connsiteX14271" fmla="*/ 10444686 w 10450132"/>
              <a:gd name="connsiteY14271" fmla="*/ 20 h 5450835"/>
              <a:gd name="connsiteX14272" fmla="*/ 10445474 w 10450132"/>
              <a:gd name="connsiteY14272" fmla="*/ 480 h 5450835"/>
              <a:gd name="connsiteX14273" fmla="*/ 10445481 w 10450132"/>
              <a:gd name="connsiteY14273" fmla="*/ 492 h 5450835"/>
              <a:gd name="connsiteX14274" fmla="*/ 10445540 w 10450132"/>
              <a:gd name="connsiteY14274" fmla="*/ 527 h 5450835"/>
              <a:gd name="connsiteX14275" fmla="*/ 10450073 w 10450132"/>
              <a:gd name="connsiteY14275" fmla="*/ 8408 h 5450835"/>
              <a:gd name="connsiteX14276" fmla="*/ 10450073 w 10450132"/>
              <a:gd name="connsiteY14276" fmla="*/ 9262 h 5450835"/>
              <a:gd name="connsiteX14277" fmla="*/ 10445540 w 10450132"/>
              <a:gd name="connsiteY14277" fmla="*/ 17144 h 5450835"/>
              <a:gd name="connsiteX14278" fmla="*/ 10444752 w 10450132"/>
              <a:gd name="connsiteY14278" fmla="*/ 17604 h 5450835"/>
              <a:gd name="connsiteX14279" fmla="*/ 10435688 w 10450132"/>
              <a:gd name="connsiteY14279" fmla="*/ 17604 h 5450835"/>
              <a:gd name="connsiteX14280" fmla="*/ 10434900 w 10450132"/>
              <a:gd name="connsiteY14280" fmla="*/ 17144 h 5450835"/>
              <a:gd name="connsiteX14281" fmla="*/ 10434893 w 10450132"/>
              <a:gd name="connsiteY14281" fmla="*/ 17132 h 5450835"/>
              <a:gd name="connsiteX14282" fmla="*/ 10434834 w 10450132"/>
              <a:gd name="connsiteY14282" fmla="*/ 17097 h 5450835"/>
              <a:gd name="connsiteX14283" fmla="*/ 10430302 w 10450132"/>
              <a:gd name="connsiteY14283" fmla="*/ 9215 h 5450835"/>
              <a:gd name="connsiteX14284" fmla="*/ 10430302 w 10450132"/>
              <a:gd name="connsiteY14284" fmla="*/ 8361 h 5450835"/>
              <a:gd name="connsiteX14285" fmla="*/ 10434834 w 10450132"/>
              <a:gd name="connsiteY14285" fmla="*/ 480 h 5450835"/>
              <a:gd name="connsiteX14286" fmla="*/ 10435622 w 10450132"/>
              <a:gd name="connsiteY14286" fmla="*/ 20 h 5450835"/>
              <a:gd name="connsiteX14287" fmla="*/ 9418035 w 10450132"/>
              <a:gd name="connsiteY14287" fmla="*/ 20 h 5450835"/>
              <a:gd name="connsiteX14288" fmla="*/ 9427099 w 10450132"/>
              <a:gd name="connsiteY14288" fmla="*/ 20 h 5450835"/>
              <a:gd name="connsiteX14289" fmla="*/ 9427887 w 10450132"/>
              <a:gd name="connsiteY14289" fmla="*/ 480 h 5450835"/>
              <a:gd name="connsiteX14290" fmla="*/ 9432419 w 10450132"/>
              <a:gd name="connsiteY14290" fmla="*/ 8361 h 5450835"/>
              <a:gd name="connsiteX14291" fmla="*/ 9432419 w 10450132"/>
              <a:gd name="connsiteY14291" fmla="*/ 9215 h 5450835"/>
              <a:gd name="connsiteX14292" fmla="*/ 9427887 w 10450132"/>
              <a:gd name="connsiteY14292" fmla="*/ 17097 h 5450835"/>
              <a:gd name="connsiteX14293" fmla="*/ 9427099 w 10450132"/>
              <a:gd name="connsiteY14293" fmla="*/ 17557 h 5450835"/>
              <a:gd name="connsiteX14294" fmla="*/ 9418035 w 10450132"/>
              <a:gd name="connsiteY14294" fmla="*/ 17557 h 5450835"/>
              <a:gd name="connsiteX14295" fmla="*/ 9417247 w 10450132"/>
              <a:gd name="connsiteY14295" fmla="*/ 17097 h 5450835"/>
              <a:gd name="connsiteX14296" fmla="*/ 9412714 w 10450132"/>
              <a:gd name="connsiteY14296" fmla="*/ 9215 h 5450835"/>
              <a:gd name="connsiteX14297" fmla="*/ 9412714 w 10450132"/>
              <a:gd name="connsiteY14297" fmla="*/ 8361 h 5450835"/>
              <a:gd name="connsiteX14298" fmla="*/ 9417247 w 10450132"/>
              <a:gd name="connsiteY14298" fmla="*/ 480 h 5450835"/>
              <a:gd name="connsiteX14299" fmla="*/ 9418035 w 10450132"/>
              <a:gd name="connsiteY14299" fmla="*/ 20 h 5450835"/>
              <a:gd name="connsiteX14300" fmla="*/ 6365334 w 10450132"/>
              <a:gd name="connsiteY14300" fmla="*/ 14 h 5450835"/>
              <a:gd name="connsiteX14301" fmla="*/ 6374397 w 10450132"/>
              <a:gd name="connsiteY14301" fmla="*/ 14 h 5450835"/>
              <a:gd name="connsiteX14302" fmla="*/ 6375186 w 10450132"/>
              <a:gd name="connsiteY14302" fmla="*/ 474 h 5450835"/>
              <a:gd name="connsiteX14303" fmla="*/ 6379718 w 10450132"/>
              <a:gd name="connsiteY14303" fmla="*/ 8356 h 5450835"/>
              <a:gd name="connsiteX14304" fmla="*/ 6379718 w 10450132"/>
              <a:gd name="connsiteY14304" fmla="*/ 9209 h 5450835"/>
              <a:gd name="connsiteX14305" fmla="*/ 6375186 w 10450132"/>
              <a:gd name="connsiteY14305" fmla="*/ 17092 h 5450835"/>
              <a:gd name="connsiteX14306" fmla="*/ 6374397 w 10450132"/>
              <a:gd name="connsiteY14306" fmla="*/ 17552 h 5450835"/>
              <a:gd name="connsiteX14307" fmla="*/ 6365334 w 10450132"/>
              <a:gd name="connsiteY14307" fmla="*/ 17552 h 5450835"/>
              <a:gd name="connsiteX14308" fmla="*/ 6364546 w 10450132"/>
              <a:gd name="connsiteY14308" fmla="*/ 17092 h 5450835"/>
              <a:gd name="connsiteX14309" fmla="*/ 6360014 w 10450132"/>
              <a:gd name="connsiteY14309" fmla="*/ 9209 h 5450835"/>
              <a:gd name="connsiteX14310" fmla="*/ 6360014 w 10450132"/>
              <a:gd name="connsiteY14310" fmla="*/ 8356 h 5450835"/>
              <a:gd name="connsiteX14311" fmla="*/ 6364546 w 10450132"/>
              <a:gd name="connsiteY14311" fmla="*/ 474 h 5450835"/>
              <a:gd name="connsiteX14312" fmla="*/ 6365334 w 10450132"/>
              <a:gd name="connsiteY14312" fmla="*/ 14 h 5450835"/>
              <a:gd name="connsiteX14313" fmla="*/ 6619714 w 10450132"/>
              <a:gd name="connsiteY14313" fmla="*/ 11 h 5450835"/>
              <a:gd name="connsiteX14314" fmla="*/ 6628778 w 10450132"/>
              <a:gd name="connsiteY14314" fmla="*/ 11 h 5450835"/>
              <a:gd name="connsiteX14315" fmla="*/ 6629566 w 10450132"/>
              <a:gd name="connsiteY14315" fmla="*/ 471 h 5450835"/>
              <a:gd name="connsiteX14316" fmla="*/ 6634099 w 10450132"/>
              <a:gd name="connsiteY14316" fmla="*/ 8352 h 5450835"/>
              <a:gd name="connsiteX14317" fmla="*/ 6634099 w 10450132"/>
              <a:gd name="connsiteY14317" fmla="*/ 9206 h 5450835"/>
              <a:gd name="connsiteX14318" fmla="*/ 6629566 w 10450132"/>
              <a:gd name="connsiteY14318" fmla="*/ 17089 h 5450835"/>
              <a:gd name="connsiteX14319" fmla="*/ 6628778 w 10450132"/>
              <a:gd name="connsiteY14319" fmla="*/ 17548 h 5450835"/>
              <a:gd name="connsiteX14320" fmla="*/ 6619714 w 10450132"/>
              <a:gd name="connsiteY14320" fmla="*/ 17548 h 5450835"/>
              <a:gd name="connsiteX14321" fmla="*/ 6618926 w 10450132"/>
              <a:gd name="connsiteY14321" fmla="*/ 17089 h 5450835"/>
              <a:gd name="connsiteX14322" fmla="*/ 6614394 w 10450132"/>
              <a:gd name="connsiteY14322" fmla="*/ 9206 h 5450835"/>
              <a:gd name="connsiteX14323" fmla="*/ 6614394 w 10450132"/>
              <a:gd name="connsiteY14323" fmla="*/ 8352 h 5450835"/>
              <a:gd name="connsiteX14324" fmla="*/ 6618926 w 10450132"/>
              <a:gd name="connsiteY14324" fmla="*/ 471 h 5450835"/>
              <a:gd name="connsiteX14325" fmla="*/ 6619714 w 10450132"/>
              <a:gd name="connsiteY14325" fmla="*/ 11 h 5450835"/>
              <a:gd name="connsiteX14326" fmla="*/ 5093300 w 10450132"/>
              <a:gd name="connsiteY14326" fmla="*/ 7 h 5450835"/>
              <a:gd name="connsiteX14327" fmla="*/ 5102364 w 10450132"/>
              <a:gd name="connsiteY14327" fmla="*/ 7 h 5450835"/>
              <a:gd name="connsiteX14328" fmla="*/ 5103153 w 10450132"/>
              <a:gd name="connsiteY14328" fmla="*/ 468 h 5450835"/>
              <a:gd name="connsiteX14329" fmla="*/ 5107684 w 10450132"/>
              <a:gd name="connsiteY14329" fmla="*/ 8349 h 5450835"/>
              <a:gd name="connsiteX14330" fmla="*/ 5107684 w 10450132"/>
              <a:gd name="connsiteY14330" fmla="*/ 9202 h 5450835"/>
              <a:gd name="connsiteX14331" fmla="*/ 5103153 w 10450132"/>
              <a:gd name="connsiteY14331" fmla="*/ 17085 h 5450835"/>
              <a:gd name="connsiteX14332" fmla="*/ 5102364 w 10450132"/>
              <a:gd name="connsiteY14332" fmla="*/ 17545 h 5450835"/>
              <a:gd name="connsiteX14333" fmla="*/ 5093300 w 10450132"/>
              <a:gd name="connsiteY14333" fmla="*/ 17545 h 5450835"/>
              <a:gd name="connsiteX14334" fmla="*/ 5092512 w 10450132"/>
              <a:gd name="connsiteY14334" fmla="*/ 17085 h 5450835"/>
              <a:gd name="connsiteX14335" fmla="*/ 5087979 w 10450132"/>
              <a:gd name="connsiteY14335" fmla="*/ 9202 h 5450835"/>
              <a:gd name="connsiteX14336" fmla="*/ 5087979 w 10450132"/>
              <a:gd name="connsiteY14336" fmla="*/ 8349 h 5450835"/>
              <a:gd name="connsiteX14337" fmla="*/ 5092512 w 10450132"/>
              <a:gd name="connsiteY14337" fmla="*/ 468 h 5450835"/>
              <a:gd name="connsiteX14338" fmla="*/ 5093300 w 10450132"/>
              <a:gd name="connsiteY14338" fmla="*/ 7 h 5450835"/>
              <a:gd name="connsiteX14339" fmla="*/ 9926862 w 10450132"/>
              <a:gd name="connsiteY14339" fmla="*/ 0 h 5450835"/>
              <a:gd name="connsiteX14340" fmla="*/ 9935926 w 10450132"/>
              <a:gd name="connsiteY14340" fmla="*/ 0 h 5450835"/>
              <a:gd name="connsiteX14341" fmla="*/ 9936714 w 10450132"/>
              <a:gd name="connsiteY14341" fmla="*/ 460 h 5450835"/>
              <a:gd name="connsiteX14342" fmla="*/ 9941247 w 10450132"/>
              <a:gd name="connsiteY14342" fmla="*/ 8341 h 5450835"/>
              <a:gd name="connsiteX14343" fmla="*/ 9941247 w 10450132"/>
              <a:gd name="connsiteY14343" fmla="*/ 9195 h 5450835"/>
              <a:gd name="connsiteX14344" fmla="*/ 9936714 w 10450132"/>
              <a:gd name="connsiteY14344" fmla="*/ 17078 h 5450835"/>
              <a:gd name="connsiteX14345" fmla="*/ 9935926 w 10450132"/>
              <a:gd name="connsiteY14345" fmla="*/ 17537 h 5450835"/>
              <a:gd name="connsiteX14346" fmla="*/ 9926862 w 10450132"/>
              <a:gd name="connsiteY14346" fmla="*/ 17537 h 5450835"/>
              <a:gd name="connsiteX14347" fmla="*/ 9926074 w 10450132"/>
              <a:gd name="connsiteY14347" fmla="*/ 17078 h 5450835"/>
              <a:gd name="connsiteX14348" fmla="*/ 9921542 w 10450132"/>
              <a:gd name="connsiteY14348" fmla="*/ 9195 h 5450835"/>
              <a:gd name="connsiteX14349" fmla="*/ 9921542 w 10450132"/>
              <a:gd name="connsiteY14349" fmla="*/ 8341 h 5450835"/>
              <a:gd name="connsiteX14350" fmla="*/ 9926074 w 10450132"/>
              <a:gd name="connsiteY14350" fmla="*/ 460 h 5450835"/>
              <a:gd name="connsiteX14351" fmla="*/ 9926862 w 10450132"/>
              <a:gd name="connsiteY14351" fmla="*/ 0 h 5450835"/>
              <a:gd name="connsiteX14352" fmla="*/ 3567080 w 10450132"/>
              <a:gd name="connsiteY14352" fmla="*/ 0 h 5450835"/>
              <a:gd name="connsiteX14353" fmla="*/ 3576145 w 10450132"/>
              <a:gd name="connsiteY14353" fmla="*/ 0 h 5450835"/>
              <a:gd name="connsiteX14354" fmla="*/ 3576933 w 10450132"/>
              <a:gd name="connsiteY14354" fmla="*/ 460 h 5450835"/>
              <a:gd name="connsiteX14355" fmla="*/ 3576967 w 10450132"/>
              <a:gd name="connsiteY14355" fmla="*/ 519 h 5450835"/>
              <a:gd name="connsiteX14356" fmla="*/ 3577006 w 10450132"/>
              <a:gd name="connsiteY14356" fmla="*/ 542 h 5450835"/>
              <a:gd name="connsiteX14357" fmla="*/ 3581538 w 10450132"/>
              <a:gd name="connsiteY14357" fmla="*/ 8423 h 5450835"/>
              <a:gd name="connsiteX14358" fmla="*/ 3581538 w 10450132"/>
              <a:gd name="connsiteY14358" fmla="*/ 9277 h 5450835"/>
              <a:gd name="connsiteX14359" fmla="*/ 3577006 w 10450132"/>
              <a:gd name="connsiteY14359" fmla="*/ 17160 h 5450835"/>
              <a:gd name="connsiteX14360" fmla="*/ 3576217 w 10450132"/>
              <a:gd name="connsiteY14360" fmla="*/ 17619 h 5450835"/>
              <a:gd name="connsiteX14361" fmla="*/ 3567152 w 10450132"/>
              <a:gd name="connsiteY14361" fmla="*/ 17619 h 5450835"/>
              <a:gd name="connsiteX14362" fmla="*/ 3566365 w 10450132"/>
              <a:gd name="connsiteY14362" fmla="*/ 17160 h 5450835"/>
              <a:gd name="connsiteX14363" fmla="*/ 3566330 w 10450132"/>
              <a:gd name="connsiteY14363" fmla="*/ 17099 h 5450835"/>
              <a:gd name="connsiteX14364" fmla="*/ 3566291 w 10450132"/>
              <a:gd name="connsiteY14364" fmla="*/ 17076 h 5450835"/>
              <a:gd name="connsiteX14365" fmla="*/ 3561759 w 10450132"/>
              <a:gd name="connsiteY14365" fmla="*/ 9195 h 5450835"/>
              <a:gd name="connsiteX14366" fmla="*/ 3561759 w 10450132"/>
              <a:gd name="connsiteY14366" fmla="*/ 8341 h 5450835"/>
              <a:gd name="connsiteX14367" fmla="*/ 3566291 w 10450132"/>
              <a:gd name="connsiteY14367" fmla="*/ 460 h 5450835"/>
              <a:gd name="connsiteX14368" fmla="*/ 3567080 w 10450132"/>
              <a:gd name="connsiteY14368" fmla="*/ 0 h 5450835"/>
              <a:gd name="connsiteX14369" fmla="*/ 3312601 w 10450132"/>
              <a:gd name="connsiteY14369" fmla="*/ 0 h 5450835"/>
              <a:gd name="connsiteX14370" fmla="*/ 3321665 w 10450132"/>
              <a:gd name="connsiteY14370" fmla="*/ 0 h 5450835"/>
              <a:gd name="connsiteX14371" fmla="*/ 3321807 w 10450132"/>
              <a:gd name="connsiteY14371" fmla="*/ 83 h 5450835"/>
              <a:gd name="connsiteX14372" fmla="*/ 3321826 w 10450132"/>
              <a:gd name="connsiteY14372" fmla="*/ 83 h 5450835"/>
              <a:gd name="connsiteX14373" fmla="*/ 3322616 w 10450132"/>
              <a:gd name="connsiteY14373" fmla="*/ 543 h 5450835"/>
              <a:gd name="connsiteX14374" fmla="*/ 3327147 w 10450132"/>
              <a:gd name="connsiteY14374" fmla="*/ 8424 h 5450835"/>
              <a:gd name="connsiteX14375" fmla="*/ 3327147 w 10450132"/>
              <a:gd name="connsiteY14375" fmla="*/ 9278 h 5450835"/>
              <a:gd name="connsiteX14376" fmla="*/ 3322616 w 10450132"/>
              <a:gd name="connsiteY14376" fmla="*/ 17161 h 5450835"/>
              <a:gd name="connsiteX14377" fmla="*/ 3321826 w 10450132"/>
              <a:gd name="connsiteY14377" fmla="*/ 17620 h 5450835"/>
              <a:gd name="connsiteX14378" fmla="*/ 3312762 w 10450132"/>
              <a:gd name="connsiteY14378" fmla="*/ 17620 h 5450835"/>
              <a:gd name="connsiteX14379" fmla="*/ 3312618 w 10450132"/>
              <a:gd name="connsiteY14379" fmla="*/ 17536 h 5450835"/>
              <a:gd name="connsiteX14380" fmla="*/ 3312601 w 10450132"/>
              <a:gd name="connsiteY14380" fmla="*/ 17536 h 5450835"/>
              <a:gd name="connsiteX14381" fmla="*/ 3311813 w 10450132"/>
              <a:gd name="connsiteY14381" fmla="*/ 17076 h 5450835"/>
              <a:gd name="connsiteX14382" fmla="*/ 3307280 w 10450132"/>
              <a:gd name="connsiteY14382" fmla="*/ 9195 h 5450835"/>
              <a:gd name="connsiteX14383" fmla="*/ 3307280 w 10450132"/>
              <a:gd name="connsiteY14383" fmla="*/ 8341 h 5450835"/>
              <a:gd name="connsiteX14384" fmla="*/ 3311813 w 10450132"/>
              <a:gd name="connsiteY14384" fmla="*/ 460 h 5450835"/>
              <a:gd name="connsiteX14385" fmla="*/ 3312601 w 10450132"/>
              <a:gd name="connsiteY14385" fmla="*/ 0 h 5450835"/>
              <a:gd name="connsiteX14386" fmla="*/ 3058239 w 10450132"/>
              <a:gd name="connsiteY14386" fmla="*/ 0 h 5450835"/>
              <a:gd name="connsiteX14387" fmla="*/ 3067304 w 10450132"/>
              <a:gd name="connsiteY14387" fmla="*/ 0 h 5450835"/>
              <a:gd name="connsiteX14388" fmla="*/ 3068092 w 10450132"/>
              <a:gd name="connsiteY14388" fmla="*/ 460 h 5450835"/>
              <a:gd name="connsiteX14389" fmla="*/ 3068096 w 10450132"/>
              <a:gd name="connsiteY14389" fmla="*/ 466 h 5450835"/>
              <a:gd name="connsiteX14390" fmla="*/ 3068253 w 10450132"/>
              <a:gd name="connsiteY14390" fmla="*/ 558 h 5450835"/>
              <a:gd name="connsiteX14391" fmla="*/ 3072786 w 10450132"/>
              <a:gd name="connsiteY14391" fmla="*/ 8440 h 5450835"/>
              <a:gd name="connsiteX14392" fmla="*/ 3072786 w 10450132"/>
              <a:gd name="connsiteY14392" fmla="*/ 9294 h 5450835"/>
              <a:gd name="connsiteX14393" fmla="*/ 3068253 w 10450132"/>
              <a:gd name="connsiteY14393" fmla="*/ 17176 h 5450835"/>
              <a:gd name="connsiteX14394" fmla="*/ 3067466 w 10450132"/>
              <a:gd name="connsiteY14394" fmla="*/ 17636 h 5450835"/>
              <a:gd name="connsiteX14395" fmla="*/ 3058400 w 10450132"/>
              <a:gd name="connsiteY14395" fmla="*/ 17636 h 5450835"/>
              <a:gd name="connsiteX14396" fmla="*/ 3057611 w 10450132"/>
              <a:gd name="connsiteY14396" fmla="*/ 17176 h 5450835"/>
              <a:gd name="connsiteX14397" fmla="*/ 3057606 w 10450132"/>
              <a:gd name="connsiteY14397" fmla="*/ 17166 h 5450835"/>
              <a:gd name="connsiteX14398" fmla="*/ 3057451 w 10450132"/>
              <a:gd name="connsiteY14398" fmla="*/ 17076 h 5450835"/>
              <a:gd name="connsiteX14399" fmla="*/ 3052918 w 10450132"/>
              <a:gd name="connsiteY14399" fmla="*/ 9195 h 5450835"/>
              <a:gd name="connsiteX14400" fmla="*/ 3052918 w 10450132"/>
              <a:gd name="connsiteY14400" fmla="*/ 8341 h 5450835"/>
              <a:gd name="connsiteX14401" fmla="*/ 3057451 w 10450132"/>
              <a:gd name="connsiteY14401" fmla="*/ 460 h 5450835"/>
              <a:gd name="connsiteX14402" fmla="*/ 3058239 w 10450132"/>
              <a:gd name="connsiteY14402" fmla="*/ 0 h 5450835"/>
              <a:gd name="connsiteX14403" fmla="*/ 2803788 w 10450132"/>
              <a:gd name="connsiteY14403" fmla="*/ 0 h 5450835"/>
              <a:gd name="connsiteX14404" fmla="*/ 2812853 w 10450132"/>
              <a:gd name="connsiteY14404" fmla="*/ 0 h 5450835"/>
              <a:gd name="connsiteX14405" fmla="*/ 2813639 w 10450132"/>
              <a:gd name="connsiteY14405" fmla="*/ 460 h 5450835"/>
              <a:gd name="connsiteX14406" fmla="*/ 2818172 w 10450132"/>
              <a:gd name="connsiteY14406" fmla="*/ 8341 h 5450835"/>
              <a:gd name="connsiteX14407" fmla="*/ 2818172 w 10450132"/>
              <a:gd name="connsiteY14407" fmla="*/ 9195 h 5450835"/>
              <a:gd name="connsiteX14408" fmla="*/ 2813639 w 10450132"/>
              <a:gd name="connsiteY14408" fmla="*/ 17076 h 5450835"/>
              <a:gd name="connsiteX14409" fmla="*/ 2812853 w 10450132"/>
              <a:gd name="connsiteY14409" fmla="*/ 17536 h 5450835"/>
              <a:gd name="connsiteX14410" fmla="*/ 2812820 w 10450132"/>
              <a:gd name="connsiteY14410" fmla="*/ 17536 h 5450835"/>
              <a:gd name="connsiteX14411" fmla="*/ 2812811 w 10450132"/>
              <a:gd name="connsiteY14411" fmla="*/ 17541 h 5450835"/>
              <a:gd name="connsiteX14412" fmla="*/ 2803747 w 10450132"/>
              <a:gd name="connsiteY14412" fmla="*/ 17541 h 5450835"/>
              <a:gd name="connsiteX14413" fmla="*/ 2802958 w 10450132"/>
              <a:gd name="connsiteY14413" fmla="*/ 17081 h 5450835"/>
              <a:gd name="connsiteX14414" fmla="*/ 2798426 w 10450132"/>
              <a:gd name="connsiteY14414" fmla="*/ 9198 h 5450835"/>
              <a:gd name="connsiteX14415" fmla="*/ 2798426 w 10450132"/>
              <a:gd name="connsiteY14415" fmla="*/ 8345 h 5450835"/>
              <a:gd name="connsiteX14416" fmla="*/ 2802958 w 10450132"/>
              <a:gd name="connsiteY14416" fmla="*/ 463 h 5450835"/>
              <a:gd name="connsiteX14417" fmla="*/ 2803747 w 10450132"/>
              <a:gd name="connsiteY14417" fmla="*/ 3 h 5450835"/>
              <a:gd name="connsiteX14418" fmla="*/ 2803783 w 10450132"/>
              <a:gd name="connsiteY14418" fmla="*/ 3 h 5450835"/>
              <a:gd name="connsiteX14419" fmla="*/ 2549453 w 10450132"/>
              <a:gd name="connsiteY14419" fmla="*/ 0 h 5450835"/>
              <a:gd name="connsiteX14420" fmla="*/ 2558518 w 10450132"/>
              <a:gd name="connsiteY14420" fmla="*/ 0 h 5450835"/>
              <a:gd name="connsiteX14421" fmla="*/ 2559307 w 10450132"/>
              <a:gd name="connsiteY14421" fmla="*/ 460 h 5450835"/>
              <a:gd name="connsiteX14422" fmla="*/ 2563839 w 10450132"/>
              <a:gd name="connsiteY14422" fmla="*/ 8341 h 5450835"/>
              <a:gd name="connsiteX14423" fmla="*/ 2563839 w 10450132"/>
              <a:gd name="connsiteY14423" fmla="*/ 9195 h 5450835"/>
              <a:gd name="connsiteX14424" fmla="*/ 2559307 w 10450132"/>
              <a:gd name="connsiteY14424" fmla="*/ 17076 h 5450835"/>
              <a:gd name="connsiteX14425" fmla="*/ 2559305 w 10450132"/>
              <a:gd name="connsiteY14425" fmla="*/ 17077 h 5450835"/>
              <a:gd name="connsiteX14426" fmla="*/ 2559283 w 10450132"/>
              <a:gd name="connsiteY14426" fmla="*/ 17115 h 5450835"/>
              <a:gd name="connsiteX14427" fmla="*/ 2558495 w 10450132"/>
              <a:gd name="connsiteY14427" fmla="*/ 17575 h 5450835"/>
              <a:gd name="connsiteX14428" fmla="*/ 2549430 w 10450132"/>
              <a:gd name="connsiteY14428" fmla="*/ 17575 h 5450835"/>
              <a:gd name="connsiteX14429" fmla="*/ 2548642 w 10450132"/>
              <a:gd name="connsiteY14429" fmla="*/ 17115 h 5450835"/>
              <a:gd name="connsiteX14430" fmla="*/ 2544110 w 10450132"/>
              <a:gd name="connsiteY14430" fmla="*/ 9232 h 5450835"/>
              <a:gd name="connsiteX14431" fmla="*/ 2544110 w 10450132"/>
              <a:gd name="connsiteY14431" fmla="*/ 8379 h 5450835"/>
              <a:gd name="connsiteX14432" fmla="*/ 2548642 w 10450132"/>
              <a:gd name="connsiteY14432" fmla="*/ 497 h 5450835"/>
              <a:gd name="connsiteX14433" fmla="*/ 2548643 w 10450132"/>
              <a:gd name="connsiteY14433" fmla="*/ 497 h 5450835"/>
              <a:gd name="connsiteX14434" fmla="*/ 2548664 w 10450132"/>
              <a:gd name="connsiteY14434" fmla="*/ 460 h 5450835"/>
              <a:gd name="connsiteX14435" fmla="*/ 2549453 w 10450132"/>
              <a:gd name="connsiteY14435" fmla="*/ 0 h 5450835"/>
              <a:gd name="connsiteX14436" fmla="*/ 2295128 w 10450132"/>
              <a:gd name="connsiteY14436" fmla="*/ 0 h 5450835"/>
              <a:gd name="connsiteX14437" fmla="*/ 2304192 w 10450132"/>
              <a:gd name="connsiteY14437" fmla="*/ 0 h 5450835"/>
              <a:gd name="connsiteX14438" fmla="*/ 2304980 w 10450132"/>
              <a:gd name="connsiteY14438" fmla="*/ 460 h 5450835"/>
              <a:gd name="connsiteX14439" fmla="*/ 2309512 w 10450132"/>
              <a:gd name="connsiteY14439" fmla="*/ 8341 h 5450835"/>
              <a:gd name="connsiteX14440" fmla="*/ 2309512 w 10450132"/>
              <a:gd name="connsiteY14440" fmla="*/ 9195 h 5450835"/>
              <a:gd name="connsiteX14441" fmla="*/ 2309481 w 10450132"/>
              <a:gd name="connsiteY14441" fmla="*/ 9249 h 5450835"/>
              <a:gd name="connsiteX14442" fmla="*/ 2309481 w 10450132"/>
              <a:gd name="connsiteY14442" fmla="*/ 9264 h 5450835"/>
              <a:gd name="connsiteX14443" fmla="*/ 2304949 w 10450132"/>
              <a:gd name="connsiteY14443" fmla="*/ 17146 h 5450835"/>
              <a:gd name="connsiteX14444" fmla="*/ 2304161 w 10450132"/>
              <a:gd name="connsiteY14444" fmla="*/ 17606 h 5450835"/>
              <a:gd name="connsiteX14445" fmla="*/ 2295096 w 10450132"/>
              <a:gd name="connsiteY14445" fmla="*/ 17606 h 5450835"/>
              <a:gd name="connsiteX14446" fmla="*/ 2294308 w 10450132"/>
              <a:gd name="connsiteY14446" fmla="*/ 17146 h 5450835"/>
              <a:gd name="connsiteX14447" fmla="*/ 2289775 w 10450132"/>
              <a:gd name="connsiteY14447" fmla="*/ 9264 h 5450835"/>
              <a:gd name="connsiteX14448" fmla="*/ 2289775 w 10450132"/>
              <a:gd name="connsiteY14448" fmla="*/ 8410 h 5450835"/>
              <a:gd name="connsiteX14449" fmla="*/ 2289807 w 10450132"/>
              <a:gd name="connsiteY14449" fmla="*/ 8354 h 5450835"/>
              <a:gd name="connsiteX14450" fmla="*/ 2289807 w 10450132"/>
              <a:gd name="connsiteY14450" fmla="*/ 8341 h 5450835"/>
              <a:gd name="connsiteX14451" fmla="*/ 2294339 w 10450132"/>
              <a:gd name="connsiteY14451" fmla="*/ 460 h 5450835"/>
              <a:gd name="connsiteX14452" fmla="*/ 2295128 w 10450132"/>
              <a:gd name="connsiteY14452" fmla="*/ 0 h 5450835"/>
              <a:gd name="connsiteX14453" fmla="*/ 2040692 w 10450132"/>
              <a:gd name="connsiteY14453" fmla="*/ 0 h 5450835"/>
              <a:gd name="connsiteX14454" fmla="*/ 2049757 w 10450132"/>
              <a:gd name="connsiteY14454" fmla="*/ 0 h 5450835"/>
              <a:gd name="connsiteX14455" fmla="*/ 2050545 w 10450132"/>
              <a:gd name="connsiteY14455" fmla="*/ 460 h 5450835"/>
              <a:gd name="connsiteX14456" fmla="*/ 2050566 w 10450132"/>
              <a:gd name="connsiteY14456" fmla="*/ 496 h 5450835"/>
              <a:gd name="connsiteX14457" fmla="*/ 2050646 w 10450132"/>
              <a:gd name="connsiteY14457" fmla="*/ 543 h 5450835"/>
              <a:gd name="connsiteX14458" fmla="*/ 2055178 w 10450132"/>
              <a:gd name="connsiteY14458" fmla="*/ 8424 h 5450835"/>
              <a:gd name="connsiteX14459" fmla="*/ 2055178 w 10450132"/>
              <a:gd name="connsiteY14459" fmla="*/ 9278 h 5450835"/>
              <a:gd name="connsiteX14460" fmla="*/ 2050646 w 10450132"/>
              <a:gd name="connsiteY14460" fmla="*/ 17161 h 5450835"/>
              <a:gd name="connsiteX14461" fmla="*/ 2049858 w 10450132"/>
              <a:gd name="connsiteY14461" fmla="*/ 17620 h 5450835"/>
              <a:gd name="connsiteX14462" fmla="*/ 2040793 w 10450132"/>
              <a:gd name="connsiteY14462" fmla="*/ 17620 h 5450835"/>
              <a:gd name="connsiteX14463" fmla="*/ 2040699 w 10450132"/>
              <a:gd name="connsiteY14463" fmla="*/ 17565 h 5450835"/>
              <a:gd name="connsiteX14464" fmla="*/ 2040642 w 10450132"/>
              <a:gd name="connsiteY14464" fmla="*/ 17565 h 5450835"/>
              <a:gd name="connsiteX14465" fmla="*/ 2039855 w 10450132"/>
              <a:gd name="connsiteY14465" fmla="*/ 17105 h 5450835"/>
              <a:gd name="connsiteX14466" fmla="*/ 2035321 w 10450132"/>
              <a:gd name="connsiteY14466" fmla="*/ 9222 h 5450835"/>
              <a:gd name="connsiteX14467" fmla="*/ 2035321 w 10450132"/>
              <a:gd name="connsiteY14467" fmla="*/ 8369 h 5450835"/>
              <a:gd name="connsiteX14468" fmla="*/ 2039855 w 10450132"/>
              <a:gd name="connsiteY14468" fmla="*/ 487 h 5450835"/>
              <a:gd name="connsiteX14469" fmla="*/ 2040642 w 10450132"/>
              <a:gd name="connsiteY14469" fmla="*/ 28 h 5450835"/>
              <a:gd name="connsiteX14470" fmla="*/ 2040644 w 10450132"/>
              <a:gd name="connsiteY14470" fmla="*/ 28 h 5450835"/>
              <a:gd name="connsiteX14471" fmla="*/ 1786192 w 10450132"/>
              <a:gd name="connsiteY14471" fmla="*/ 0 h 5450835"/>
              <a:gd name="connsiteX14472" fmla="*/ 1795256 w 10450132"/>
              <a:gd name="connsiteY14472" fmla="*/ 0 h 5450835"/>
              <a:gd name="connsiteX14473" fmla="*/ 1795357 w 10450132"/>
              <a:gd name="connsiteY14473" fmla="*/ 59 h 5450835"/>
              <a:gd name="connsiteX14474" fmla="*/ 1795454 w 10450132"/>
              <a:gd name="connsiteY14474" fmla="*/ 59 h 5450835"/>
              <a:gd name="connsiteX14475" fmla="*/ 1796243 w 10450132"/>
              <a:gd name="connsiteY14475" fmla="*/ 519 h 5450835"/>
              <a:gd name="connsiteX14476" fmla="*/ 1800774 w 10450132"/>
              <a:gd name="connsiteY14476" fmla="*/ 8399 h 5450835"/>
              <a:gd name="connsiteX14477" fmla="*/ 1800774 w 10450132"/>
              <a:gd name="connsiteY14477" fmla="*/ 9254 h 5450835"/>
              <a:gd name="connsiteX14478" fmla="*/ 1796243 w 10450132"/>
              <a:gd name="connsiteY14478" fmla="*/ 17137 h 5450835"/>
              <a:gd name="connsiteX14479" fmla="*/ 1795454 w 10450132"/>
              <a:gd name="connsiteY14479" fmla="*/ 17595 h 5450835"/>
              <a:gd name="connsiteX14480" fmla="*/ 1795355 w 10450132"/>
              <a:gd name="connsiteY14480" fmla="*/ 17595 h 5450835"/>
              <a:gd name="connsiteX14481" fmla="*/ 1795339 w 10450132"/>
              <a:gd name="connsiteY14481" fmla="*/ 17605 h 5450835"/>
              <a:gd name="connsiteX14482" fmla="*/ 1786275 w 10450132"/>
              <a:gd name="connsiteY14482" fmla="*/ 17605 h 5450835"/>
              <a:gd name="connsiteX14483" fmla="*/ 1785487 w 10450132"/>
              <a:gd name="connsiteY14483" fmla="*/ 17145 h 5450835"/>
              <a:gd name="connsiteX14484" fmla="*/ 1785470 w 10450132"/>
              <a:gd name="connsiteY14484" fmla="*/ 17115 h 5450835"/>
              <a:gd name="connsiteX14485" fmla="*/ 1785403 w 10450132"/>
              <a:gd name="connsiteY14485" fmla="*/ 17076 h 5450835"/>
              <a:gd name="connsiteX14486" fmla="*/ 1780871 w 10450132"/>
              <a:gd name="connsiteY14486" fmla="*/ 9195 h 5450835"/>
              <a:gd name="connsiteX14487" fmla="*/ 1780871 w 10450132"/>
              <a:gd name="connsiteY14487" fmla="*/ 8341 h 5450835"/>
              <a:gd name="connsiteX14488" fmla="*/ 1785403 w 10450132"/>
              <a:gd name="connsiteY14488" fmla="*/ 460 h 5450835"/>
              <a:gd name="connsiteX14489" fmla="*/ 1786192 w 10450132"/>
              <a:gd name="connsiteY14489" fmla="*/ 0 h 5450835"/>
              <a:gd name="connsiteX14490" fmla="*/ 1531862 w 10450132"/>
              <a:gd name="connsiteY14490" fmla="*/ 0 h 5450835"/>
              <a:gd name="connsiteX14491" fmla="*/ 1540925 w 10450132"/>
              <a:gd name="connsiteY14491" fmla="*/ 0 h 5450835"/>
              <a:gd name="connsiteX14492" fmla="*/ 1541713 w 10450132"/>
              <a:gd name="connsiteY14492" fmla="*/ 460 h 5450835"/>
              <a:gd name="connsiteX14493" fmla="*/ 1541721 w 10450132"/>
              <a:gd name="connsiteY14493" fmla="*/ 474 h 5450835"/>
              <a:gd name="connsiteX14494" fmla="*/ 1541772 w 10450132"/>
              <a:gd name="connsiteY14494" fmla="*/ 504 h 5450835"/>
              <a:gd name="connsiteX14495" fmla="*/ 1546305 w 10450132"/>
              <a:gd name="connsiteY14495" fmla="*/ 8385 h 5450835"/>
              <a:gd name="connsiteX14496" fmla="*/ 1546305 w 10450132"/>
              <a:gd name="connsiteY14496" fmla="*/ 9239 h 5450835"/>
              <a:gd name="connsiteX14497" fmla="*/ 1541772 w 10450132"/>
              <a:gd name="connsiteY14497" fmla="*/ 17121 h 5450835"/>
              <a:gd name="connsiteX14498" fmla="*/ 1540985 w 10450132"/>
              <a:gd name="connsiteY14498" fmla="*/ 17581 h 5450835"/>
              <a:gd name="connsiteX14499" fmla="*/ 1531920 w 10450132"/>
              <a:gd name="connsiteY14499" fmla="*/ 17581 h 5450835"/>
              <a:gd name="connsiteX14500" fmla="*/ 1531909 w 10450132"/>
              <a:gd name="connsiteY14500" fmla="*/ 17575 h 5450835"/>
              <a:gd name="connsiteX14501" fmla="*/ 1531844 w 10450132"/>
              <a:gd name="connsiteY14501" fmla="*/ 17575 h 5450835"/>
              <a:gd name="connsiteX14502" fmla="*/ 1531054 w 10450132"/>
              <a:gd name="connsiteY14502" fmla="*/ 17115 h 5450835"/>
              <a:gd name="connsiteX14503" fmla="*/ 1526522 w 10450132"/>
              <a:gd name="connsiteY14503" fmla="*/ 9232 h 5450835"/>
              <a:gd name="connsiteX14504" fmla="*/ 1526522 w 10450132"/>
              <a:gd name="connsiteY14504" fmla="*/ 8379 h 5450835"/>
              <a:gd name="connsiteX14505" fmla="*/ 1526540 w 10450132"/>
              <a:gd name="connsiteY14505" fmla="*/ 8348 h 5450835"/>
              <a:gd name="connsiteX14506" fmla="*/ 1526540 w 10450132"/>
              <a:gd name="connsiteY14506" fmla="*/ 8341 h 5450835"/>
              <a:gd name="connsiteX14507" fmla="*/ 1531073 w 10450132"/>
              <a:gd name="connsiteY14507" fmla="*/ 460 h 5450835"/>
              <a:gd name="connsiteX14508" fmla="*/ 1531862 w 10450132"/>
              <a:gd name="connsiteY14508" fmla="*/ 0 h 5450835"/>
              <a:gd name="connsiteX14509" fmla="*/ 1277500 w 10450132"/>
              <a:gd name="connsiteY14509" fmla="*/ 0 h 5450835"/>
              <a:gd name="connsiteX14510" fmla="*/ 1286565 w 10450132"/>
              <a:gd name="connsiteY14510" fmla="*/ 0 h 5450835"/>
              <a:gd name="connsiteX14511" fmla="*/ 1287354 w 10450132"/>
              <a:gd name="connsiteY14511" fmla="*/ 460 h 5450835"/>
              <a:gd name="connsiteX14512" fmla="*/ 1291887 w 10450132"/>
              <a:gd name="connsiteY14512" fmla="*/ 8341 h 5450835"/>
              <a:gd name="connsiteX14513" fmla="*/ 1291887 w 10450132"/>
              <a:gd name="connsiteY14513" fmla="*/ 9195 h 5450835"/>
              <a:gd name="connsiteX14514" fmla="*/ 1291879 w 10450132"/>
              <a:gd name="connsiteY14514" fmla="*/ 9209 h 5450835"/>
              <a:gd name="connsiteX14515" fmla="*/ 1291879 w 10450132"/>
              <a:gd name="connsiteY14515" fmla="*/ 9216 h 5450835"/>
              <a:gd name="connsiteX14516" fmla="*/ 1287349 w 10450132"/>
              <a:gd name="connsiteY14516" fmla="*/ 17098 h 5450835"/>
              <a:gd name="connsiteX14517" fmla="*/ 1286560 w 10450132"/>
              <a:gd name="connsiteY14517" fmla="*/ 17558 h 5450835"/>
              <a:gd name="connsiteX14518" fmla="*/ 1286509 w 10450132"/>
              <a:gd name="connsiteY14518" fmla="*/ 17558 h 5450835"/>
              <a:gd name="connsiteX14519" fmla="*/ 1286504 w 10450132"/>
              <a:gd name="connsiteY14519" fmla="*/ 17562 h 5450835"/>
              <a:gd name="connsiteX14520" fmla="*/ 1277438 w 10450132"/>
              <a:gd name="connsiteY14520" fmla="*/ 17562 h 5450835"/>
              <a:gd name="connsiteX14521" fmla="*/ 1276650 w 10450132"/>
              <a:gd name="connsiteY14521" fmla="*/ 17103 h 5450835"/>
              <a:gd name="connsiteX14522" fmla="*/ 1272119 w 10450132"/>
              <a:gd name="connsiteY14522" fmla="*/ 9220 h 5450835"/>
              <a:gd name="connsiteX14523" fmla="*/ 1272119 w 10450132"/>
              <a:gd name="connsiteY14523" fmla="*/ 8366 h 5450835"/>
              <a:gd name="connsiteX14524" fmla="*/ 1276650 w 10450132"/>
              <a:gd name="connsiteY14524" fmla="*/ 485 h 5450835"/>
              <a:gd name="connsiteX14525" fmla="*/ 1277438 w 10450132"/>
              <a:gd name="connsiteY14525" fmla="*/ 25 h 5450835"/>
              <a:gd name="connsiteX14526" fmla="*/ 1277457 w 10450132"/>
              <a:gd name="connsiteY14526" fmla="*/ 25 h 5450835"/>
              <a:gd name="connsiteX14527" fmla="*/ 1023086 w 10450132"/>
              <a:gd name="connsiteY14527" fmla="*/ 0 h 5450835"/>
              <a:gd name="connsiteX14528" fmla="*/ 1032152 w 10450132"/>
              <a:gd name="connsiteY14528" fmla="*/ 0 h 5450835"/>
              <a:gd name="connsiteX14529" fmla="*/ 1032939 w 10450132"/>
              <a:gd name="connsiteY14529" fmla="*/ 460 h 5450835"/>
              <a:gd name="connsiteX14530" fmla="*/ 1037471 w 10450132"/>
              <a:gd name="connsiteY14530" fmla="*/ 8341 h 5450835"/>
              <a:gd name="connsiteX14531" fmla="*/ 1037471 w 10450132"/>
              <a:gd name="connsiteY14531" fmla="*/ 9195 h 5450835"/>
              <a:gd name="connsiteX14532" fmla="*/ 1037465 w 10450132"/>
              <a:gd name="connsiteY14532" fmla="*/ 9206 h 5450835"/>
              <a:gd name="connsiteX14533" fmla="*/ 1037465 w 10450132"/>
              <a:gd name="connsiteY14533" fmla="*/ 9232 h 5450835"/>
              <a:gd name="connsiteX14534" fmla="*/ 1032934 w 10450132"/>
              <a:gd name="connsiteY14534" fmla="*/ 17115 h 5450835"/>
              <a:gd name="connsiteX14535" fmla="*/ 1032145 w 10450132"/>
              <a:gd name="connsiteY14535" fmla="*/ 17575 h 5450835"/>
              <a:gd name="connsiteX14536" fmla="*/ 1023082 w 10450132"/>
              <a:gd name="connsiteY14536" fmla="*/ 17575 h 5450835"/>
              <a:gd name="connsiteX14537" fmla="*/ 1023020 w 10450132"/>
              <a:gd name="connsiteY14537" fmla="*/ 17538 h 5450835"/>
              <a:gd name="connsiteX14538" fmla="*/ 1023014 w 10450132"/>
              <a:gd name="connsiteY14538" fmla="*/ 17538 h 5450835"/>
              <a:gd name="connsiteX14539" fmla="*/ 1022225 w 10450132"/>
              <a:gd name="connsiteY14539" fmla="*/ 17079 h 5450835"/>
              <a:gd name="connsiteX14540" fmla="*/ 1017693 w 10450132"/>
              <a:gd name="connsiteY14540" fmla="*/ 9196 h 5450835"/>
              <a:gd name="connsiteX14541" fmla="*/ 1017693 w 10450132"/>
              <a:gd name="connsiteY14541" fmla="*/ 8342 h 5450835"/>
              <a:gd name="connsiteX14542" fmla="*/ 1022225 w 10450132"/>
              <a:gd name="connsiteY14542" fmla="*/ 461 h 5450835"/>
              <a:gd name="connsiteX14543" fmla="*/ 1023014 w 10450132"/>
              <a:gd name="connsiteY14543" fmla="*/ 1 h 5450835"/>
              <a:gd name="connsiteX14544" fmla="*/ 1023085 w 10450132"/>
              <a:gd name="connsiteY14544" fmla="*/ 1 h 5450835"/>
              <a:gd name="connsiteX14545" fmla="*/ 768557 w 10450132"/>
              <a:gd name="connsiteY14545" fmla="*/ 0 h 5450835"/>
              <a:gd name="connsiteX14546" fmla="*/ 777620 w 10450132"/>
              <a:gd name="connsiteY14546" fmla="*/ 0 h 5450835"/>
              <a:gd name="connsiteX14547" fmla="*/ 778408 w 10450132"/>
              <a:gd name="connsiteY14547" fmla="*/ 460 h 5450835"/>
              <a:gd name="connsiteX14548" fmla="*/ 782940 w 10450132"/>
              <a:gd name="connsiteY14548" fmla="*/ 8341 h 5450835"/>
              <a:gd name="connsiteX14549" fmla="*/ 782940 w 10450132"/>
              <a:gd name="connsiteY14549" fmla="*/ 9195 h 5450835"/>
              <a:gd name="connsiteX14550" fmla="*/ 778408 w 10450132"/>
              <a:gd name="connsiteY14550" fmla="*/ 17076 h 5450835"/>
              <a:gd name="connsiteX14551" fmla="*/ 777620 w 10450132"/>
              <a:gd name="connsiteY14551" fmla="*/ 17536 h 5450835"/>
              <a:gd name="connsiteX14552" fmla="*/ 768557 w 10450132"/>
              <a:gd name="connsiteY14552" fmla="*/ 17536 h 5450835"/>
              <a:gd name="connsiteX14553" fmla="*/ 767769 w 10450132"/>
              <a:gd name="connsiteY14553" fmla="*/ 17076 h 5450835"/>
              <a:gd name="connsiteX14554" fmla="*/ 763235 w 10450132"/>
              <a:gd name="connsiteY14554" fmla="*/ 9195 h 5450835"/>
              <a:gd name="connsiteX14555" fmla="*/ 763235 w 10450132"/>
              <a:gd name="connsiteY14555" fmla="*/ 8341 h 5450835"/>
              <a:gd name="connsiteX14556" fmla="*/ 767769 w 10450132"/>
              <a:gd name="connsiteY14556" fmla="*/ 460 h 5450835"/>
              <a:gd name="connsiteX14557" fmla="*/ 768557 w 10450132"/>
              <a:gd name="connsiteY14557" fmla="*/ 0 h 5450835"/>
              <a:gd name="connsiteX14558" fmla="*/ 514255 w 10450132"/>
              <a:gd name="connsiteY14558" fmla="*/ 0 h 5450835"/>
              <a:gd name="connsiteX14559" fmla="*/ 523319 w 10450132"/>
              <a:gd name="connsiteY14559" fmla="*/ 0 h 5450835"/>
              <a:gd name="connsiteX14560" fmla="*/ 524107 w 10450132"/>
              <a:gd name="connsiteY14560" fmla="*/ 460 h 5450835"/>
              <a:gd name="connsiteX14561" fmla="*/ 524136 w 10450132"/>
              <a:gd name="connsiteY14561" fmla="*/ 511 h 5450835"/>
              <a:gd name="connsiteX14562" fmla="*/ 524171 w 10450132"/>
              <a:gd name="connsiteY14562" fmla="*/ 531 h 5450835"/>
              <a:gd name="connsiteX14563" fmla="*/ 528702 w 10450132"/>
              <a:gd name="connsiteY14563" fmla="*/ 8412 h 5450835"/>
              <a:gd name="connsiteX14564" fmla="*/ 528702 w 10450132"/>
              <a:gd name="connsiteY14564" fmla="*/ 9265 h 5450835"/>
              <a:gd name="connsiteX14565" fmla="*/ 524171 w 10450132"/>
              <a:gd name="connsiteY14565" fmla="*/ 17149 h 5450835"/>
              <a:gd name="connsiteX14566" fmla="*/ 523382 w 10450132"/>
              <a:gd name="connsiteY14566" fmla="*/ 17608 h 5450835"/>
              <a:gd name="connsiteX14567" fmla="*/ 514319 w 10450132"/>
              <a:gd name="connsiteY14567" fmla="*/ 17608 h 5450835"/>
              <a:gd name="connsiteX14568" fmla="*/ 514302 w 10450132"/>
              <a:gd name="connsiteY14568" fmla="*/ 17599 h 5450835"/>
              <a:gd name="connsiteX14569" fmla="*/ 514300 w 10450132"/>
              <a:gd name="connsiteY14569" fmla="*/ 17599 h 5450835"/>
              <a:gd name="connsiteX14570" fmla="*/ 513512 w 10450132"/>
              <a:gd name="connsiteY14570" fmla="*/ 17139 h 5450835"/>
              <a:gd name="connsiteX14571" fmla="*/ 513480 w 10450132"/>
              <a:gd name="connsiteY14571" fmla="*/ 17084 h 5450835"/>
              <a:gd name="connsiteX14572" fmla="*/ 513467 w 10450132"/>
              <a:gd name="connsiteY14572" fmla="*/ 17076 h 5450835"/>
              <a:gd name="connsiteX14573" fmla="*/ 508934 w 10450132"/>
              <a:gd name="connsiteY14573" fmla="*/ 9195 h 5450835"/>
              <a:gd name="connsiteX14574" fmla="*/ 508934 w 10450132"/>
              <a:gd name="connsiteY14574" fmla="*/ 8341 h 5450835"/>
              <a:gd name="connsiteX14575" fmla="*/ 513467 w 10450132"/>
              <a:gd name="connsiteY14575" fmla="*/ 460 h 5450835"/>
              <a:gd name="connsiteX14576" fmla="*/ 514255 w 10450132"/>
              <a:gd name="connsiteY14576" fmla="*/ 0 h 5450835"/>
              <a:gd name="connsiteX14577" fmla="*/ 259928 w 10450132"/>
              <a:gd name="connsiteY14577" fmla="*/ 0 h 5450835"/>
              <a:gd name="connsiteX14578" fmla="*/ 268992 w 10450132"/>
              <a:gd name="connsiteY14578" fmla="*/ 0 h 5450835"/>
              <a:gd name="connsiteX14579" fmla="*/ 269780 w 10450132"/>
              <a:gd name="connsiteY14579" fmla="*/ 460 h 5450835"/>
              <a:gd name="connsiteX14580" fmla="*/ 269830 w 10450132"/>
              <a:gd name="connsiteY14580" fmla="*/ 547 h 5450835"/>
              <a:gd name="connsiteX14581" fmla="*/ 269881 w 10450132"/>
              <a:gd name="connsiteY14581" fmla="*/ 577 h 5450835"/>
              <a:gd name="connsiteX14582" fmla="*/ 274411 w 10450132"/>
              <a:gd name="connsiteY14582" fmla="*/ 8457 h 5450835"/>
              <a:gd name="connsiteX14583" fmla="*/ 274411 w 10450132"/>
              <a:gd name="connsiteY14583" fmla="*/ 9311 h 5450835"/>
              <a:gd name="connsiteX14584" fmla="*/ 269881 w 10450132"/>
              <a:gd name="connsiteY14584" fmla="*/ 17194 h 5450835"/>
              <a:gd name="connsiteX14585" fmla="*/ 269092 w 10450132"/>
              <a:gd name="connsiteY14585" fmla="*/ 17653 h 5450835"/>
              <a:gd name="connsiteX14586" fmla="*/ 260029 w 10450132"/>
              <a:gd name="connsiteY14586" fmla="*/ 17653 h 5450835"/>
              <a:gd name="connsiteX14587" fmla="*/ 259987 w 10450132"/>
              <a:gd name="connsiteY14587" fmla="*/ 17629 h 5450835"/>
              <a:gd name="connsiteX14588" fmla="*/ 259982 w 10450132"/>
              <a:gd name="connsiteY14588" fmla="*/ 17629 h 5450835"/>
              <a:gd name="connsiteX14589" fmla="*/ 259194 w 10450132"/>
              <a:gd name="connsiteY14589" fmla="*/ 17169 h 5450835"/>
              <a:gd name="connsiteX14590" fmla="*/ 259141 w 10450132"/>
              <a:gd name="connsiteY14590" fmla="*/ 17077 h 5450835"/>
              <a:gd name="connsiteX14591" fmla="*/ 259139 w 10450132"/>
              <a:gd name="connsiteY14591" fmla="*/ 17076 h 5450835"/>
              <a:gd name="connsiteX14592" fmla="*/ 254607 w 10450132"/>
              <a:gd name="connsiteY14592" fmla="*/ 9195 h 5450835"/>
              <a:gd name="connsiteX14593" fmla="*/ 254607 w 10450132"/>
              <a:gd name="connsiteY14593" fmla="*/ 8341 h 5450835"/>
              <a:gd name="connsiteX14594" fmla="*/ 259139 w 10450132"/>
              <a:gd name="connsiteY14594" fmla="*/ 460 h 5450835"/>
              <a:gd name="connsiteX14595" fmla="*/ 259928 w 10450132"/>
              <a:gd name="connsiteY14595" fmla="*/ 0 h 5450835"/>
              <a:gd name="connsiteX14596" fmla="*/ 5492 w 10450132"/>
              <a:gd name="connsiteY14596" fmla="*/ 0 h 5450835"/>
              <a:gd name="connsiteX14597" fmla="*/ 14556 w 10450132"/>
              <a:gd name="connsiteY14597" fmla="*/ 0 h 5450835"/>
              <a:gd name="connsiteX14598" fmla="*/ 15344 w 10450132"/>
              <a:gd name="connsiteY14598" fmla="*/ 460 h 5450835"/>
              <a:gd name="connsiteX14599" fmla="*/ 19876 w 10450132"/>
              <a:gd name="connsiteY14599" fmla="*/ 8341 h 5450835"/>
              <a:gd name="connsiteX14600" fmla="*/ 19876 w 10450132"/>
              <a:gd name="connsiteY14600" fmla="*/ 8355 h 5450835"/>
              <a:gd name="connsiteX14601" fmla="*/ 19920 w 10450132"/>
              <a:gd name="connsiteY14601" fmla="*/ 8432 h 5450835"/>
              <a:gd name="connsiteX14602" fmla="*/ 19920 w 10450132"/>
              <a:gd name="connsiteY14602" fmla="*/ 9286 h 5450835"/>
              <a:gd name="connsiteX14603" fmla="*/ 15388 w 10450132"/>
              <a:gd name="connsiteY14603" fmla="*/ 17169 h 5450835"/>
              <a:gd name="connsiteX14604" fmla="*/ 14600 w 10450132"/>
              <a:gd name="connsiteY14604" fmla="*/ 17627 h 5450835"/>
              <a:gd name="connsiteX14605" fmla="*/ 5537 w 10450132"/>
              <a:gd name="connsiteY14605" fmla="*/ 17627 h 5450835"/>
              <a:gd name="connsiteX14606" fmla="*/ 4749 w 10450132"/>
              <a:gd name="connsiteY14606" fmla="*/ 17169 h 5450835"/>
              <a:gd name="connsiteX14607" fmla="*/ 4723 w 10450132"/>
              <a:gd name="connsiteY14607" fmla="*/ 17126 h 5450835"/>
              <a:gd name="connsiteX14608" fmla="*/ 4697 w 10450132"/>
              <a:gd name="connsiteY14608" fmla="*/ 17110 h 5450835"/>
              <a:gd name="connsiteX14609" fmla="*/ 165 w 10450132"/>
              <a:gd name="connsiteY14609" fmla="*/ 9227 h 5450835"/>
              <a:gd name="connsiteX14610" fmla="*/ 165 w 10450132"/>
              <a:gd name="connsiteY14610" fmla="*/ 8373 h 5450835"/>
              <a:gd name="connsiteX14611" fmla="*/ 171 w 10450132"/>
              <a:gd name="connsiteY14611" fmla="*/ 8363 h 5450835"/>
              <a:gd name="connsiteX14612" fmla="*/ 171 w 10450132"/>
              <a:gd name="connsiteY14612" fmla="*/ 8341 h 5450835"/>
              <a:gd name="connsiteX14613" fmla="*/ 4703 w 10450132"/>
              <a:gd name="connsiteY14613" fmla="*/ 460 h 5450835"/>
              <a:gd name="connsiteX14614" fmla="*/ 5492 w 10450132"/>
              <a:gd name="connsiteY14614" fmla="*/ 0 h 545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</a:cxnLst>
            <a:rect l="l" t="t" r="r" b="b"/>
            <a:pathLst>
              <a:path w="10450132" h="5450835">
                <a:moveTo>
                  <a:pt x="2294981" y="5433298"/>
                </a:moveTo>
                <a:lnTo>
                  <a:pt x="2304046" y="5433298"/>
                </a:lnTo>
                <a:cubicBezTo>
                  <a:pt x="2304375" y="5433298"/>
                  <a:pt x="2304834" y="5433758"/>
                  <a:pt x="2304834" y="5433758"/>
                </a:cubicBezTo>
                <a:lnTo>
                  <a:pt x="2309366" y="5441639"/>
                </a:lnTo>
                <a:cubicBezTo>
                  <a:pt x="2309497" y="5441902"/>
                  <a:pt x="2309366" y="5442493"/>
                  <a:pt x="2309366" y="5442493"/>
                </a:cubicBezTo>
                <a:lnTo>
                  <a:pt x="2304834" y="5450375"/>
                </a:lnTo>
                <a:cubicBezTo>
                  <a:pt x="2304637" y="5450638"/>
                  <a:pt x="2304046" y="5450835"/>
                  <a:pt x="2304046" y="5450835"/>
                </a:cubicBezTo>
                <a:lnTo>
                  <a:pt x="2294981" y="5450835"/>
                </a:lnTo>
                <a:cubicBezTo>
                  <a:pt x="2294654" y="5450835"/>
                  <a:pt x="2294193" y="5450375"/>
                  <a:pt x="2294193" y="5450375"/>
                </a:cubicBezTo>
                <a:lnTo>
                  <a:pt x="2289662" y="5442493"/>
                </a:lnTo>
                <a:cubicBezTo>
                  <a:pt x="2289530" y="5442230"/>
                  <a:pt x="2289662" y="5441639"/>
                  <a:pt x="2289662" y="5441639"/>
                </a:cubicBezTo>
                <a:lnTo>
                  <a:pt x="2294193" y="5433758"/>
                </a:lnTo>
                <a:cubicBezTo>
                  <a:pt x="2294390" y="5433495"/>
                  <a:pt x="2294981" y="5433298"/>
                  <a:pt x="2294981" y="5433298"/>
                </a:cubicBezTo>
                <a:close/>
                <a:moveTo>
                  <a:pt x="10435623" y="5425804"/>
                </a:moveTo>
                <a:lnTo>
                  <a:pt x="10444687" y="5425804"/>
                </a:lnTo>
                <a:cubicBezTo>
                  <a:pt x="10445016" y="5425804"/>
                  <a:pt x="10445475" y="5426264"/>
                  <a:pt x="10445475" y="5426264"/>
                </a:cubicBezTo>
                <a:lnTo>
                  <a:pt x="10450008" y="5434145"/>
                </a:lnTo>
                <a:cubicBezTo>
                  <a:pt x="10450139" y="5434408"/>
                  <a:pt x="10450008" y="5434999"/>
                  <a:pt x="10450008" y="5434999"/>
                </a:cubicBezTo>
                <a:lnTo>
                  <a:pt x="10445475" y="5442880"/>
                </a:lnTo>
                <a:cubicBezTo>
                  <a:pt x="10445279" y="5443143"/>
                  <a:pt x="10444687" y="5443340"/>
                  <a:pt x="10444687" y="5443340"/>
                </a:cubicBezTo>
                <a:lnTo>
                  <a:pt x="10435623" y="5443340"/>
                </a:lnTo>
                <a:cubicBezTo>
                  <a:pt x="10435296" y="5443340"/>
                  <a:pt x="10434835" y="5442880"/>
                  <a:pt x="10434835" y="5442880"/>
                </a:cubicBezTo>
                <a:lnTo>
                  <a:pt x="10430303" y="5434999"/>
                </a:lnTo>
                <a:cubicBezTo>
                  <a:pt x="10430172" y="5434736"/>
                  <a:pt x="10430303" y="5434145"/>
                  <a:pt x="10430303" y="5434145"/>
                </a:cubicBezTo>
                <a:lnTo>
                  <a:pt x="10434835" y="5426264"/>
                </a:lnTo>
                <a:cubicBezTo>
                  <a:pt x="10435032" y="5426001"/>
                  <a:pt x="10435623" y="5425804"/>
                  <a:pt x="10435623" y="5425804"/>
                </a:cubicBezTo>
                <a:close/>
                <a:moveTo>
                  <a:pt x="10181243" y="5425804"/>
                </a:moveTo>
                <a:lnTo>
                  <a:pt x="10190306" y="5425804"/>
                </a:lnTo>
                <a:cubicBezTo>
                  <a:pt x="10190636" y="5425804"/>
                  <a:pt x="10191094" y="5426264"/>
                  <a:pt x="10191094" y="5426264"/>
                </a:cubicBezTo>
                <a:lnTo>
                  <a:pt x="10195627" y="5434145"/>
                </a:lnTo>
                <a:cubicBezTo>
                  <a:pt x="10195759" y="5434408"/>
                  <a:pt x="10195627" y="5434999"/>
                  <a:pt x="10195627" y="5434999"/>
                </a:cubicBezTo>
                <a:lnTo>
                  <a:pt x="10191094" y="5442880"/>
                </a:lnTo>
                <a:cubicBezTo>
                  <a:pt x="10190897" y="5443143"/>
                  <a:pt x="10190306" y="5443340"/>
                  <a:pt x="10190306" y="5443340"/>
                </a:cubicBezTo>
                <a:lnTo>
                  <a:pt x="10181243" y="5443340"/>
                </a:lnTo>
                <a:cubicBezTo>
                  <a:pt x="10180915" y="5443340"/>
                  <a:pt x="10180455" y="5442880"/>
                  <a:pt x="10180455" y="5442880"/>
                </a:cubicBezTo>
                <a:lnTo>
                  <a:pt x="10175923" y="5434999"/>
                </a:lnTo>
                <a:cubicBezTo>
                  <a:pt x="10175791" y="5434736"/>
                  <a:pt x="10175923" y="5434145"/>
                  <a:pt x="10175923" y="5434145"/>
                </a:cubicBezTo>
                <a:lnTo>
                  <a:pt x="10180455" y="5426264"/>
                </a:lnTo>
                <a:cubicBezTo>
                  <a:pt x="10180652" y="5426001"/>
                  <a:pt x="10181243" y="5425804"/>
                  <a:pt x="10181243" y="5425804"/>
                </a:cubicBezTo>
                <a:close/>
                <a:moveTo>
                  <a:pt x="9926862" y="5425804"/>
                </a:moveTo>
                <a:lnTo>
                  <a:pt x="9935926" y="5425804"/>
                </a:lnTo>
                <a:cubicBezTo>
                  <a:pt x="9936255" y="5425804"/>
                  <a:pt x="9936714" y="5426264"/>
                  <a:pt x="9936714" y="5426264"/>
                </a:cubicBezTo>
                <a:lnTo>
                  <a:pt x="9941247" y="5434145"/>
                </a:lnTo>
                <a:cubicBezTo>
                  <a:pt x="9941377" y="5434408"/>
                  <a:pt x="9941247" y="5434999"/>
                  <a:pt x="9941247" y="5434999"/>
                </a:cubicBezTo>
                <a:lnTo>
                  <a:pt x="9936714" y="5442880"/>
                </a:lnTo>
                <a:cubicBezTo>
                  <a:pt x="9936517" y="5443143"/>
                  <a:pt x="9935926" y="5443340"/>
                  <a:pt x="9935926" y="5443340"/>
                </a:cubicBezTo>
                <a:lnTo>
                  <a:pt x="9926862" y="5443340"/>
                </a:lnTo>
                <a:cubicBezTo>
                  <a:pt x="9926534" y="5443340"/>
                  <a:pt x="9926074" y="5442880"/>
                  <a:pt x="9926074" y="5442880"/>
                </a:cubicBezTo>
                <a:lnTo>
                  <a:pt x="9921542" y="5434999"/>
                </a:lnTo>
                <a:cubicBezTo>
                  <a:pt x="9921411" y="5434736"/>
                  <a:pt x="9921542" y="5434145"/>
                  <a:pt x="9921542" y="5434145"/>
                </a:cubicBezTo>
                <a:lnTo>
                  <a:pt x="9926074" y="5426264"/>
                </a:lnTo>
                <a:cubicBezTo>
                  <a:pt x="9926271" y="5426001"/>
                  <a:pt x="9926862" y="5425804"/>
                  <a:pt x="9926862" y="5425804"/>
                </a:cubicBezTo>
                <a:close/>
                <a:moveTo>
                  <a:pt x="9672482" y="5425804"/>
                </a:moveTo>
                <a:lnTo>
                  <a:pt x="9681546" y="5425804"/>
                </a:lnTo>
                <a:cubicBezTo>
                  <a:pt x="9681873" y="5425804"/>
                  <a:pt x="9682334" y="5426264"/>
                  <a:pt x="9682334" y="5426264"/>
                </a:cubicBezTo>
                <a:lnTo>
                  <a:pt x="9686866" y="5434145"/>
                </a:lnTo>
                <a:cubicBezTo>
                  <a:pt x="9686997" y="5434408"/>
                  <a:pt x="9686866" y="5434999"/>
                  <a:pt x="9686866" y="5434999"/>
                </a:cubicBezTo>
                <a:lnTo>
                  <a:pt x="9682334" y="5442880"/>
                </a:lnTo>
                <a:cubicBezTo>
                  <a:pt x="9682137" y="5443143"/>
                  <a:pt x="9681546" y="5443340"/>
                  <a:pt x="9681546" y="5443340"/>
                </a:cubicBezTo>
                <a:lnTo>
                  <a:pt x="9672482" y="5443340"/>
                </a:lnTo>
                <a:cubicBezTo>
                  <a:pt x="9672153" y="5443340"/>
                  <a:pt x="9671694" y="5442880"/>
                  <a:pt x="9671694" y="5442880"/>
                </a:cubicBezTo>
                <a:lnTo>
                  <a:pt x="9667161" y="5434999"/>
                </a:lnTo>
                <a:cubicBezTo>
                  <a:pt x="9667031" y="5434736"/>
                  <a:pt x="9667161" y="5434145"/>
                  <a:pt x="9667161" y="5434145"/>
                </a:cubicBezTo>
                <a:lnTo>
                  <a:pt x="9671694" y="5426264"/>
                </a:lnTo>
                <a:cubicBezTo>
                  <a:pt x="9671891" y="5426001"/>
                  <a:pt x="9672482" y="5425804"/>
                  <a:pt x="9672482" y="5425804"/>
                </a:cubicBezTo>
                <a:close/>
                <a:moveTo>
                  <a:pt x="9418035" y="5425804"/>
                </a:moveTo>
                <a:lnTo>
                  <a:pt x="9427099" y="5425804"/>
                </a:lnTo>
                <a:cubicBezTo>
                  <a:pt x="9427427" y="5425804"/>
                  <a:pt x="9427887" y="5426264"/>
                  <a:pt x="9427887" y="5426264"/>
                </a:cubicBezTo>
                <a:lnTo>
                  <a:pt x="9432419" y="5434145"/>
                </a:lnTo>
                <a:cubicBezTo>
                  <a:pt x="9432550" y="5434408"/>
                  <a:pt x="9432419" y="5434999"/>
                  <a:pt x="9432419" y="5434999"/>
                </a:cubicBezTo>
                <a:lnTo>
                  <a:pt x="9427887" y="5442880"/>
                </a:lnTo>
                <a:cubicBezTo>
                  <a:pt x="9427690" y="5443143"/>
                  <a:pt x="9427099" y="5443340"/>
                  <a:pt x="9427099" y="5443340"/>
                </a:cubicBezTo>
                <a:lnTo>
                  <a:pt x="9418035" y="5443340"/>
                </a:lnTo>
                <a:cubicBezTo>
                  <a:pt x="9417707" y="5443340"/>
                  <a:pt x="9417247" y="5442880"/>
                  <a:pt x="9417247" y="5442880"/>
                </a:cubicBezTo>
                <a:lnTo>
                  <a:pt x="9412714" y="5434999"/>
                </a:lnTo>
                <a:cubicBezTo>
                  <a:pt x="9412583" y="5434736"/>
                  <a:pt x="9412714" y="5434145"/>
                  <a:pt x="9412714" y="5434145"/>
                </a:cubicBezTo>
                <a:lnTo>
                  <a:pt x="9417247" y="5426264"/>
                </a:lnTo>
                <a:cubicBezTo>
                  <a:pt x="9417444" y="5426001"/>
                  <a:pt x="9418035" y="5425804"/>
                  <a:pt x="9418035" y="5425804"/>
                </a:cubicBezTo>
                <a:close/>
                <a:moveTo>
                  <a:pt x="9163654" y="5425804"/>
                </a:moveTo>
                <a:lnTo>
                  <a:pt x="9172718" y="5425804"/>
                </a:lnTo>
                <a:cubicBezTo>
                  <a:pt x="9173046" y="5425804"/>
                  <a:pt x="9173506" y="5426264"/>
                  <a:pt x="9173506" y="5426264"/>
                </a:cubicBezTo>
                <a:lnTo>
                  <a:pt x="9178038" y="5434145"/>
                </a:lnTo>
                <a:cubicBezTo>
                  <a:pt x="9178169" y="5434408"/>
                  <a:pt x="9178038" y="5434999"/>
                  <a:pt x="9178038" y="5434999"/>
                </a:cubicBezTo>
                <a:lnTo>
                  <a:pt x="9173506" y="5442880"/>
                </a:lnTo>
                <a:cubicBezTo>
                  <a:pt x="9173309" y="5443143"/>
                  <a:pt x="9172718" y="5443340"/>
                  <a:pt x="9172718" y="5443340"/>
                </a:cubicBezTo>
                <a:lnTo>
                  <a:pt x="9163654" y="5443340"/>
                </a:lnTo>
                <a:cubicBezTo>
                  <a:pt x="9163326" y="5443340"/>
                  <a:pt x="9162866" y="5442880"/>
                  <a:pt x="9162866" y="5442880"/>
                </a:cubicBezTo>
                <a:lnTo>
                  <a:pt x="9158333" y="5434999"/>
                </a:lnTo>
                <a:cubicBezTo>
                  <a:pt x="9158202" y="5434736"/>
                  <a:pt x="9158333" y="5434145"/>
                  <a:pt x="9158333" y="5434145"/>
                </a:cubicBezTo>
                <a:lnTo>
                  <a:pt x="9162866" y="5426264"/>
                </a:lnTo>
                <a:cubicBezTo>
                  <a:pt x="9163062" y="5426001"/>
                  <a:pt x="9163654" y="5425804"/>
                  <a:pt x="9163654" y="5425804"/>
                </a:cubicBezTo>
                <a:close/>
                <a:moveTo>
                  <a:pt x="8909274" y="5425804"/>
                </a:moveTo>
                <a:lnTo>
                  <a:pt x="8918336" y="5425804"/>
                </a:lnTo>
                <a:cubicBezTo>
                  <a:pt x="8918666" y="5425804"/>
                  <a:pt x="8919125" y="5426264"/>
                  <a:pt x="8919125" y="5426264"/>
                </a:cubicBezTo>
                <a:lnTo>
                  <a:pt x="8923657" y="5434145"/>
                </a:lnTo>
                <a:cubicBezTo>
                  <a:pt x="8923789" y="5434408"/>
                  <a:pt x="8923657" y="5434999"/>
                  <a:pt x="8923657" y="5434999"/>
                </a:cubicBezTo>
                <a:lnTo>
                  <a:pt x="8919125" y="5442880"/>
                </a:lnTo>
                <a:cubicBezTo>
                  <a:pt x="8918928" y="5443143"/>
                  <a:pt x="8918336" y="5443340"/>
                  <a:pt x="8918336" y="5443340"/>
                </a:cubicBezTo>
                <a:lnTo>
                  <a:pt x="8909274" y="5443340"/>
                </a:lnTo>
                <a:cubicBezTo>
                  <a:pt x="8908945" y="5443340"/>
                  <a:pt x="8908484" y="5442880"/>
                  <a:pt x="8908484" y="5442880"/>
                </a:cubicBezTo>
                <a:lnTo>
                  <a:pt x="8903953" y="5434999"/>
                </a:lnTo>
                <a:cubicBezTo>
                  <a:pt x="8903821" y="5434736"/>
                  <a:pt x="8903953" y="5434145"/>
                  <a:pt x="8903953" y="5434145"/>
                </a:cubicBezTo>
                <a:lnTo>
                  <a:pt x="8908484" y="5426264"/>
                </a:lnTo>
                <a:cubicBezTo>
                  <a:pt x="8908681" y="5426001"/>
                  <a:pt x="8909274" y="5425804"/>
                  <a:pt x="8909274" y="5425804"/>
                </a:cubicBezTo>
                <a:close/>
                <a:moveTo>
                  <a:pt x="8654892" y="5425804"/>
                </a:moveTo>
                <a:lnTo>
                  <a:pt x="8663955" y="5425804"/>
                </a:lnTo>
                <a:cubicBezTo>
                  <a:pt x="8664285" y="5425804"/>
                  <a:pt x="8664744" y="5426264"/>
                  <a:pt x="8664744" y="5426264"/>
                </a:cubicBezTo>
                <a:lnTo>
                  <a:pt x="8669277" y="5434145"/>
                </a:lnTo>
                <a:cubicBezTo>
                  <a:pt x="8669408" y="5434408"/>
                  <a:pt x="8669277" y="5434999"/>
                  <a:pt x="8669277" y="5434999"/>
                </a:cubicBezTo>
                <a:lnTo>
                  <a:pt x="8664744" y="5442880"/>
                </a:lnTo>
                <a:cubicBezTo>
                  <a:pt x="8664548" y="5443143"/>
                  <a:pt x="8663955" y="5443340"/>
                  <a:pt x="8663955" y="5443340"/>
                </a:cubicBezTo>
                <a:lnTo>
                  <a:pt x="8654892" y="5443340"/>
                </a:lnTo>
                <a:cubicBezTo>
                  <a:pt x="8654565" y="5443340"/>
                  <a:pt x="8654104" y="5442880"/>
                  <a:pt x="8654104" y="5442880"/>
                </a:cubicBezTo>
                <a:lnTo>
                  <a:pt x="8649572" y="5434999"/>
                </a:lnTo>
                <a:cubicBezTo>
                  <a:pt x="8649441" y="5434736"/>
                  <a:pt x="8649572" y="5434145"/>
                  <a:pt x="8649572" y="5434145"/>
                </a:cubicBezTo>
                <a:lnTo>
                  <a:pt x="8654104" y="5426264"/>
                </a:lnTo>
                <a:cubicBezTo>
                  <a:pt x="8654301" y="5426001"/>
                  <a:pt x="8654892" y="5425804"/>
                  <a:pt x="8654892" y="5425804"/>
                </a:cubicBezTo>
                <a:close/>
                <a:moveTo>
                  <a:pt x="8400511" y="5425804"/>
                </a:moveTo>
                <a:lnTo>
                  <a:pt x="8409575" y="5425804"/>
                </a:lnTo>
                <a:cubicBezTo>
                  <a:pt x="8409904" y="5425804"/>
                  <a:pt x="8410363" y="5426264"/>
                  <a:pt x="8410363" y="5426264"/>
                </a:cubicBezTo>
                <a:lnTo>
                  <a:pt x="8414896" y="5434145"/>
                </a:lnTo>
                <a:cubicBezTo>
                  <a:pt x="8415027" y="5434408"/>
                  <a:pt x="8414896" y="5434999"/>
                  <a:pt x="8414896" y="5434999"/>
                </a:cubicBezTo>
                <a:lnTo>
                  <a:pt x="8410363" y="5442880"/>
                </a:lnTo>
                <a:cubicBezTo>
                  <a:pt x="8410166" y="5443143"/>
                  <a:pt x="8409575" y="5443340"/>
                  <a:pt x="8409575" y="5443340"/>
                </a:cubicBezTo>
                <a:lnTo>
                  <a:pt x="8400511" y="5443340"/>
                </a:lnTo>
                <a:cubicBezTo>
                  <a:pt x="8400184" y="5443340"/>
                  <a:pt x="8399723" y="5442880"/>
                  <a:pt x="8399723" y="5442880"/>
                </a:cubicBezTo>
                <a:lnTo>
                  <a:pt x="8395191" y="5434999"/>
                </a:lnTo>
                <a:cubicBezTo>
                  <a:pt x="8395060" y="5434736"/>
                  <a:pt x="8395191" y="5434145"/>
                  <a:pt x="8395191" y="5434145"/>
                </a:cubicBezTo>
                <a:lnTo>
                  <a:pt x="8399723" y="5426264"/>
                </a:lnTo>
                <a:cubicBezTo>
                  <a:pt x="8399920" y="5426001"/>
                  <a:pt x="8400511" y="5425804"/>
                  <a:pt x="8400511" y="5425804"/>
                </a:cubicBezTo>
                <a:close/>
                <a:moveTo>
                  <a:pt x="8146065" y="5425804"/>
                </a:moveTo>
                <a:lnTo>
                  <a:pt x="8155129" y="5425804"/>
                </a:lnTo>
                <a:cubicBezTo>
                  <a:pt x="8155458" y="5425804"/>
                  <a:pt x="8155917" y="5426264"/>
                  <a:pt x="8155917" y="5426264"/>
                </a:cubicBezTo>
                <a:lnTo>
                  <a:pt x="8160449" y="5434145"/>
                </a:lnTo>
                <a:cubicBezTo>
                  <a:pt x="8160580" y="5434408"/>
                  <a:pt x="8160449" y="5434999"/>
                  <a:pt x="8160449" y="5434999"/>
                </a:cubicBezTo>
                <a:lnTo>
                  <a:pt x="8155917" y="5442880"/>
                </a:lnTo>
                <a:cubicBezTo>
                  <a:pt x="8155719" y="5443143"/>
                  <a:pt x="8155129" y="5443340"/>
                  <a:pt x="8155129" y="5443340"/>
                </a:cubicBezTo>
                <a:lnTo>
                  <a:pt x="8146065" y="5443340"/>
                </a:lnTo>
                <a:cubicBezTo>
                  <a:pt x="8145737" y="5443340"/>
                  <a:pt x="8145277" y="5442880"/>
                  <a:pt x="8145277" y="5442880"/>
                </a:cubicBezTo>
                <a:lnTo>
                  <a:pt x="8140745" y="5434999"/>
                </a:lnTo>
                <a:cubicBezTo>
                  <a:pt x="8140613" y="5434736"/>
                  <a:pt x="8140745" y="5434145"/>
                  <a:pt x="8140745" y="5434145"/>
                </a:cubicBezTo>
                <a:lnTo>
                  <a:pt x="8145277" y="5426264"/>
                </a:lnTo>
                <a:cubicBezTo>
                  <a:pt x="8145474" y="5426001"/>
                  <a:pt x="8146065" y="5425804"/>
                  <a:pt x="8146065" y="5425804"/>
                </a:cubicBezTo>
                <a:close/>
                <a:moveTo>
                  <a:pt x="7891684" y="5425804"/>
                </a:moveTo>
                <a:lnTo>
                  <a:pt x="7900748" y="5425804"/>
                </a:lnTo>
                <a:cubicBezTo>
                  <a:pt x="7901076" y="5425804"/>
                  <a:pt x="7901536" y="5426264"/>
                  <a:pt x="7901536" y="5426264"/>
                </a:cubicBezTo>
                <a:lnTo>
                  <a:pt x="7906067" y="5434145"/>
                </a:lnTo>
                <a:cubicBezTo>
                  <a:pt x="7906199" y="5434408"/>
                  <a:pt x="7906067" y="5434999"/>
                  <a:pt x="7906067" y="5434999"/>
                </a:cubicBezTo>
                <a:lnTo>
                  <a:pt x="7901536" y="5442880"/>
                </a:lnTo>
                <a:cubicBezTo>
                  <a:pt x="7901339" y="5443143"/>
                  <a:pt x="7900748" y="5443340"/>
                  <a:pt x="7900748" y="5443340"/>
                </a:cubicBezTo>
                <a:lnTo>
                  <a:pt x="7891684" y="5443340"/>
                </a:lnTo>
                <a:cubicBezTo>
                  <a:pt x="7891355" y="5443340"/>
                  <a:pt x="7890896" y="5442880"/>
                  <a:pt x="7890896" y="5442880"/>
                </a:cubicBezTo>
                <a:lnTo>
                  <a:pt x="7886363" y="5434999"/>
                </a:lnTo>
                <a:cubicBezTo>
                  <a:pt x="7886233" y="5434736"/>
                  <a:pt x="7886363" y="5434145"/>
                  <a:pt x="7886363" y="5434145"/>
                </a:cubicBezTo>
                <a:lnTo>
                  <a:pt x="7890896" y="5426264"/>
                </a:lnTo>
                <a:cubicBezTo>
                  <a:pt x="7891093" y="5426001"/>
                  <a:pt x="7891684" y="5425804"/>
                  <a:pt x="7891684" y="5425804"/>
                </a:cubicBezTo>
                <a:close/>
                <a:moveTo>
                  <a:pt x="7637304" y="5425804"/>
                </a:moveTo>
                <a:lnTo>
                  <a:pt x="7646367" y="5425804"/>
                </a:lnTo>
                <a:cubicBezTo>
                  <a:pt x="7646696" y="5425804"/>
                  <a:pt x="7647156" y="5426264"/>
                  <a:pt x="7647156" y="5426264"/>
                </a:cubicBezTo>
                <a:lnTo>
                  <a:pt x="7651687" y="5434145"/>
                </a:lnTo>
                <a:cubicBezTo>
                  <a:pt x="7651819" y="5434408"/>
                  <a:pt x="7651687" y="5434999"/>
                  <a:pt x="7651687" y="5434999"/>
                </a:cubicBezTo>
                <a:lnTo>
                  <a:pt x="7647156" y="5442880"/>
                </a:lnTo>
                <a:cubicBezTo>
                  <a:pt x="7646958" y="5443143"/>
                  <a:pt x="7646367" y="5443340"/>
                  <a:pt x="7646367" y="5443340"/>
                </a:cubicBezTo>
                <a:lnTo>
                  <a:pt x="7637304" y="5443340"/>
                </a:lnTo>
                <a:cubicBezTo>
                  <a:pt x="7636975" y="5443340"/>
                  <a:pt x="7636516" y="5442880"/>
                  <a:pt x="7636516" y="5442880"/>
                </a:cubicBezTo>
                <a:lnTo>
                  <a:pt x="7631983" y="5434999"/>
                </a:lnTo>
                <a:cubicBezTo>
                  <a:pt x="7631851" y="5434736"/>
                  <a:pt x="7631983" y="5434145"/>
                  <a:pt x="7631983" y="5434145"/>
                </a:cubicBezTo>
                <a:lnTo>
                  <a:pt x="7636516" y="5426264"/>
                </a:lnTo>
                <a:cubicBezTo>
                  <a:pt x="7636713" y="5426001"/>
                  <a:pt x="7637304" y="5425804"/>
                  <a:pt x="7637304" y="5425804"/>
                </a:cubicBezTo>
                <a:close/>
                <a:moveTo>
                  <a:pt x="7382923" y="5425804"/>
                </a:moveTo>
                <a:lnTo>
                  <a:pt x="7391987" y="5425804"/>
                </a:lnTo>
                <a:cubicBezTo>
                  <a:pt x="7392315" y="5425804"/>
                  <a:pt x="7392775" y="5426264"/>
                  <a:pt x="7392775" y="5426264"/>
                </a:cubicBezTo>
                <a:lnTo>
                  <a:pt x="7397307" y="5434145"/>
                </a:lnTo>
                <a:cubicBezTo>
                  <a:pt x="7397438" y="5434408"/>
                  <a:pt x="7397307" y="5434999"/>
                  <a:pt x="7397307" y="5434999"/>
                </a:cubicBezTo>
                <a:lnTo>
                  <a:pt x="7392775" y="5442880"/>
                </a:lnTo>
                <a:cubicBezTo>
                  <a:pt x="7392578" y="5443143"/>
                  <a:pt x="7391987" y="5443340"/>
                  <a:pt x="7391987" y="5443340"/>
                </a:cubicBezTo>
                <a:lnTo>
                  <a:pt x="7382923" y="5443340"/>
                </a:lnTo>
                <a:cubicBezTo>
                  <a:pt x="7382595" y="5443340"/>
                  <a:pt x="7382135" y="5442880"/>
                  <a:pt x="7382135" y="5442880"/>
                </a:cubicBezTo>
                <a:lnTo>
                  <a:pt x="7377602" y="5434999"/>
                </a:lnTo>
                <a:cubicBezTo>
                  <a:pt x="7377471" y="5434736"/>
                  <a:pt x="7377602" y="5434145"/>
                  <a:pt x="7377602" y="5434145"/>
                </a:cubicBezTo>
                <a:lnTo>
                  <a:pt x="7382135" y="5426264"/>
                </a:lnTo>
                <a:cubicBezTo>
                  <a:pt x="7382331" y="5426001"/>
                  <a:pt x="7382923" y="5425804"/>
                  <a:pt x="7382923" y="5425804"/>
                </a:cubicBezTo>
                <a:close/>
                <a:moveTo>
                  <a:pt x="7128477" y="5425804"/>
                </a:moveTo>
                <a:lnTo>
                  <a:pt x="7137540" y="5425804"/>
                </a:lnTo>
                <a:cubicBezTo>
                  <a:pt x="7137869" y="5425804"/>
                  <a:pt x="7138328" y="5426264"/>
                  <a:pt x="7138328" y="5426264"/>
                </a:cubicBezTo>
                <a:lnTo>
                  <a:pt x="7142860" y="5434145"/>
                </a:lnTo>
                <a:cubicBezTo>
                  <a:pt x="7142992" y="5434408"/>
                  <a:pt x="7142860" y="5434999"/>
                  <a:pt x="7142860" y="5434999"/>
                </a:cubicBezTo>
                <a:lnTo>
                  <a:pt x="7138328" y="5442880"/>
                </a:lnTo>
                <a:cubicBezTo>
                  <a:pt x="7138131" y="5443143"/>
                  <a:pt x="7137540" y="5443340"/>
                  <a:pt x="7137540" y="5443340"/>
                </a:cubicBezTo>
                <a:lnTo>
                  <a:pt x="7128477" y="5443340"/>
                </a:lnTo>
                <a:cubicBezTo>
                  <a:pt x="7128148" y="5443340"/>
                  <a:pt x="7127689" y="5442880"/>
                  <a:pt x="7127689" y="5442880"/>
                </a:cubicBezTo>
                <a:lnTo>
                  <a:pt x="7123156" y="5434999"/>
                </a:lnTo>
                <a:cubicBezTo>
                  <a:pt x="7123024" y="5434736"/>
                  <a:pt x="7123156" y="5434145"/>
                  <a:pt x="7123156" y="5434145"/>
                </a:cubicBezTo>
                <a:lnTo>
                  <a:pt x="7127689" y="5426264"/>
                </a:lnTo>
                <a:cubicBezTo>
                  <a:pt x="7127885" y="5426001"/>
                  <a:pt x="7128477" y="5425804"/>
                  <a:pt x="7128477" y="5425804"/>
                </a:cubicBezTo>
                <a:close/>
                <a:moveTo>
                  <a:pt x="6874095" y="5425804"/>
                </a:moveTo>
                <a:lnTo>
                  <a:pt x="6883159" y="5425804"/>
                </a:lnTo>
                <a:cubicBezTo>
                  <a:pt x="6883488" y="5425804"/>
                  <a:pt x="6883947" y="5426264"/>
                  <a:pt x="6883947" y="5426264"/>
                </a:cubicBezTo>
                <a:lnTo>
                  <a:pt x="6888480" y="5434145"/>
                </a:lnTo>
                <a:cubicBezTo>
                  <a:pt x="6888611" y="5434408"/>
                  <a:pt x="6888480" y="5434999"/>
                  <a:pt x="6888480" y="5434999"/>
                </a:cubicBezTo>
                <a:lnTo>
                  <a:pt x="6883947" y="5442880"/>
                </a:lnTo>
                <a:cubicBezTo>
                  <a:pt x="6883751" y="5443143"/>
                  <a:pt x="6883159" y="5443340"/>
                  <a:pt x="6883159" y="5443340"/>
                </a:cubicBezTo>
                <a:lnTo>
                  <a:pt x="6874095" y="5443340"/>
                </a:lnTo>
                <a:cubicBezTo>
                  <a:pt x="6873768" y="5443340"/>
                  <a:pt x="6873307" y="5442880"/>
                  <a:pt x="6873307" y="5442880"/>
                </a:cubicBezTo>
                <a:lnTo>
                  <a:pt x="6868775" y="5434999"/>
                </a:lnTo>
                <a:cubicBezTo>
                  <a:pt x="6868644" y="5434736"/>
                  <a:pt x="6868775" y="5434145"/>
                  <a:pt x="6868775" y="5434145"/>
                </a:cubicBezTo>
                <a:lnTo>
                  <a:pt x="6873307" y="5426264"/>
                </a:lnTo>
                <a:cubicBezTo>
                  <a:pt x="6873504" y="5426001"/>
                  <a:pt x="6874095" y="5425804"/>
                  <a:pt x="6874095" y="5425804"/>
                </a:cubicBezTo>
                <a:close/>
                <a:moveTo>
                  <a:pt x="6619714" y="5425804"/>
                </a:moveTo>
                <a:lnTo>
                  <a:pt x="6628778" y="5425804"/>
                </a:lnTo>
                <a:cubicBezTo>
                  <a:pt x="6629107" y="5425804"/>
                  <a:pt x="6629566" y="5426264"/>
                  <a:pt x="6629566" y="5426264"/>
                </a:cubicBezTo>
                <a:lnTo>
                  <a:pt x="6634099" y="5434145"/>
                </a:lnTo>
                <a:cubicBezTo>
                  <a:pt x="6634230" y="5434408"/>
                  <a:pt x="6634099" y="5434999"/>
                  <a:pt x="6634099" y="5434999"/>
                </a:cubicBezTo>
                <a:lnTo>
                  <a:pt x="6629566" y="5442880"/>
                </a:lnTo>
                <a:cubicBezTo>
                  <a:pt x="6629369" y="5443143"/>
                  <a:pt x="6628778" y="5443340"/>
                  <a:pt x="6628778" y="5443340"/>
                </a:cubicBezTo>
                <a:lnTo>
                  <a:pt x="6619714" y="5443340"/>
                </a:lnTo>
                <a:cubicBezTo>
                  <a:pt x="6619387" y="5443340"/>
                  <a:pt x="6618926" y="5442880"/>
                  <a:pt x="6618926" y="5442880"/>
                </a:cubicBezTo>
                <a:lnTo>
                  <a:pt x="6614394" y="5434999"/>
                </a:lnTo>
                <a:cubicBezTo>
                  <a:pt x="6614263" y="5434736"/>
                  <a:pt x="6614394" y="5434145"/>
                  <a:pt x="6614394" y="5434145"/>
                </a:cubicBezTo>
                <a:lnTo>
                  <a:pt x="6618926" y="5426264"/>
                </a:lnTo>
                <a:cubicBezTo>
                  <a:pt x="6619123" y="5426001"/>
                  <a:pt x="6619714" y="5425804"/>
                  <a:pt x="6619714" y="5425804"/>
                </a:cubicBezTo>
                <a:close/>
                <a:moveTo>
                  <a:pt x="6365334" y="5425804"/>
                </a:moveTo>
                <a:lnTo>
                  <a:pt x="6374397" y="5425804"/>
                </a:lnTo>
                <a:cubicBezTo>
                  <a:pt x="6374727" y="5425804"/>
                  <a:pt x="6375186" y="5426264"/>
                  <a:pt x="6375186" y="5426264"/>
                </a:cubicBezTo>
                <a:lnTo>
                  <a:pt x="6379718" y="5434145"/>
                </a:lnTo>
                <a:cubicBezTo>
                  <a:pt x="6379849" y="5434408"/>
                  <a:pt x="6379718" y="5434999"/>
                  <a:pt x="6379718" y="5434999"/>
                </a:cubicBezTo>
                <a:lnTo>
                  <a:pt x="6375186" y="5442880"/>
                </a:lnTo>
                <a:cubicBezTo>
                  <a:pt x="6374988" y="5443143"/>
                  <a:pt x="6374397" y="5443340"/>
                  <a:pt x="6374397" y="5443340"/>
                </a:cubicBezTo>
                <a:lnTo>
                  <a:pt x="6365334" y="5443340"/>
                </a:lnTo>
                <a:cubicBezTo>
                  <a:pt x="6365005" y="5443340"/>
                  <a:pt x="6364546" y="5442880"/>
                  <a:pt x="6364546" y="5442880"/>
                </a:cubicBezTo>
                <a:lnTo>
                  <a:pt x="6360014" y="5434999"/>
                </a:lnTo>
                <a:cubicBezTo>
                  <a:pt x="6359882" y="5434736"/>
                  <a:pt x="6360014" y="5434145"/>
                  <a:pt x="6360014" y="5434145"/>
                </a:cubicBezTo>
                <a:lnTo>
                  <a:pt x="6364546" y="5426264"/>
                </a:lnTo>
                <a:cubicBezTo>
                  <a:pt x="6364743" y="5426001"/>
                  <a:pt x="6365334" y="5425804"/>
                  <a:pt x="6365334" y="5425804"/>
                </a:cubicBezTo>
                <a:close/>
                <a:moveTo>
                  <a:pt x="6110888" y="5425804"/>
                </a:moveTo>
                <a:lnTo>
                  <a:pt x="6119953" y="5425804"/>
                </a:lnTo>
                <a:cubicBezTo>
                  <a:pt x="6120280" y="5425804"/>
                  <a:pt x="6120740" y="5426264"/>
                  <a:pt x="6120740" y="5426264"/>
                </a:cubicBezTo>
                <a:lnTo>
                  <a:pt x="6125272" y="5434145"/>
                </a:lnTo>
                <a:cubicBezTo>
                  <a:pt x="6125403" y="5434408"/>
                  <a:pt x="6125272" y="5434999"/>
                  <a:pt x="6125272" y="5434999"/>
                </a:cubicBezTo>
                <a:lnTo>
                  <a:pt x="6120740" y="5442880"/>
                </a:lnTo>
                <a:cubicBezTo>
                  <a:pt x="6120543" y="5443143"/>
                  <a:pt x="6119953" y="5443340"/>
                  <a:pt x="6119953" y="5443340"/>
                </a:cubicBezTo>
                <a:lnTo>
                  <a:pt x="6110888" y="5443340"/>
                </a:lnTo>
                <a:cubicBezTo>
                  <a:pt x="6110560" y="5443340"/>
                  <a:pt x="6110101" y="5442880"/>
                  <a:pt x="6110101" y="5442880"/>
                </a:cubicBezTo>
                <a:lnTo>
                  <a:pt x="6105567" y="5434999"/>
                </a:lnTo>
                <a:cubicBezTo>
                  <a:pt x="6105436" y="5434736"/>
                  <a:pt x="6105567" y="5434145"/>
                  <a:pt x="6105567" y="5434145"/>
                </a:cubicBezTo>
                <a:lnTo>
                  <a:pt x="6110101" y="5426264"/>
                </a:lnTo>
                <a:cubicBezTo>
                  <a:pt x="6110296" y="5426001"/>
                  <a:pt x="6110888" y="5425804"/>
                  <a:pt x="6110888" y="5425804"/>
                </a:cubicBezTo>
                <a:close/>
                <a:moveTo>
                  <a:pt x="5856508" y="5425804"/>
                </a:moveTo>
                <a:lnTo>
                  <a:pt x="5865571" y="5425804"/>
                </a:lnTo>
                <a:cubicBezTo>
                  <a:pt x="5865900" y="5425804"/>
                  <a:pt x="5866359" y="5426264"/>
                  <a:pt x="5866359" y="5426264"/>
                </a:cubicBezTo>
                <a:lnTo>
                  <a:pt x="5870891" y="5434145"/>
                </a:lnTo>
                <a:cubicBezTo>
                  <a:pt x="5871023" y="5434408"/>
                  <a:pt x="5870891" y="5434999"/>
                  <a:pt x="5870891" y="5434999"/>
                </a:cubicBezTo>
                <a:lnTo>
                  <a:pt x="5866359" y="5442880"/>
                </a:lnTo>
                <a:cubicBezTo>
                  <a:pt x="5866163" y="5443143"/>
                  <a:pt x="5865571" y="5443340"/>
                  <a:pt x="5865571" y="5443340"/>
                </a:cubicBezTo>
                <a:lnTo>
                  <a:pt x="5856508" y="5443340"/>
                </a:lnTo>
                <a:cubicBezTo>
                  <a:pt x="5856178" y="5443340"/>
                  <a:pt x="5855720" y="5442880"/>
                  <a:pt x="5855720" y="5442880"/>
                </a:cubicBezTo>
                <a:lnTo>
                  <a:pt x="5851187" y="5434999"/>
                </a:lnTo>
                <a:cubicBezTo>
                  <a:pt x="5851055" y="5434736"/>
                  <a:pt x="5851187" y="5434145"/>
                  <a:pt x="5851187" y="5434145"/>
                </a:cubicBezTo>
                <a:lnTo>
                  <a:pt x="5855720" y="5426264"/>
                </a:lnTo>
                <a:cubicBezTo>
                  <a:pt x="5855916" y="5426001"/>
                  <a:pt x="5856508" y="5425804"/>
                  <a:pt x="5856508" y="5425804"/>
                </a:cubicBezTo>
                <a:close/>
                <a:moveTo>
                  <a:pt x="5602126" y="5425804"/>
                </a:moveTo>
                <a:lnTo>
                  <a:pt x="5611191" y="5425804"/>
                </a:lnTo>
                <a:cubicBezTo>
                  <a:pt x="5611519" y="5425804"/>
                  <a:pt x="5611979" y="5426264"/>
                  <a:pt x="5611979" y="5426264"/>
                </a:cubicBezTo>
                <a:lnTo>
                  <a:pt x="5616511" y="5434145"/>
                </a:lnTo>
                <a:cubicBezTo>
                  <a:pt x="5616642" y="5434408"/>
                  <a:pt x="5616511" y="5434999"/>
                  <a:pt x="5616511" y="5434999"/>
                </a:cubicBezTo>
                <a:lnTo>
                  <a:pt x="5611979" y="5442880"/>
                </a:lnTo>
                <a:cubicBezTo>
                  <a:pt x="5611782" y="5443143"/>
                  <a:pt x="5611191" y="5443340"/>
                  <a:pt x="5611191" y="5443340"/>
                </a:cubicBezTo>
                <a:lnTo>
                  <a:pt x="5602126" y="5443340"/>
                </a:lnTo>
                <a:cubicBezTo>
                  <a:pt x="5601798" y="5443340"/>
                  <a:pt x="5601338" y="5442880"/>
                  <a:pt x="5601338" y="5442880"/>
                </a:cubicBezTo>
                <a:lnTo>
                  <a:pt x="5596807" y="5434999"/>
                </a:lnTo>
                <a:cubicBezTo>
                  <a:pt x="5596675" y="5434736"/>
                  <a:pt x="5596807" y="5434145"/>
                  <a:pt x="5596807" y="5434145"/>
                </a:cubicBezTo>
                <a:lnTo>
                  <a:pt x="5601338" y="5426264"/>
                </a:lnTo>
                <a:cubicBezTo>
                  <a:pt x="5601536" y="5426001"/>
                  <a:pt x="5602126" y="5425804"/>
                  <a:pt x="5602126" y="5425804"/>
                </a:cubicBezTo>
                <a:close/>
                <a:moveTo>
                  <a:pt x="5347746" y="5425804"/>
                </a:moveTo>
                <a:lnTo>
                  <a:pt x="5356810" y="5425804"/>
                </a:lnTo>
                <a:cubicBezTo>
                  <a:pt x="5357138" y="5425804"/>
                  <a:pt x="5357598" y="5426264"/>
                  <a:pt x="5357598" y="5426264"/>
                </a:cubicBezTo>
                <a:lnTo>
                  <a:pt x="5362130" y="5434145"/>
                </a:lnTo>
                <a:cubicBezTo>
                  <a:pt x="5362261" y="5434408"/>
                  <a:pt x="5362130" y="5434999"/>
                  <a:pt x="5362130" y="5434999"/>
                </a:cubicBezTo>
                <a:lnTo>
                  <a:pt x="5357598" y="5442880"/>
                </a:lnTo>
                <a:cubicBezTo>
                  <a:pt x="5357401" y="5443143"/>
                  <a:pt x="5356810" y="5443340"/>
                  <a:pt x="5356810" y="5443340"/>
                </a:cubicBezTo>
                <a:lnTo>
                  <a:pt x="5347746" y="5443340"/>
                </a:lnTo>
                <a:cubicBezTo>
                  <a:pt x="5347418" y="5443340"/>
                  <a:pt x="5346958" y="5442880"/>
                  <a:pt x="5346958" y="5442880"/>
                </a:cubicBezTo>
                <a:lnTo>
                  <a:pt x="5342425" y="5434999"/>
                </a:lnTo>
                <a:cubicBezTo>
                  <a:pt x="5342295" y="5434736"/>
                  <a:pt x="5342425" y="5434145"/>
                  <a:pt x="5342425" y="5434145"/>
                </a:cubicBezTo>
                <a:lnTo>
                  <a:pt x="5346958" y="5426264"/>
                </a:lnTo>
                <a:cubicBezTo>
                  <a:pt x="5347154" y="5426001"/>
                  <a:pt x="5347746" y="5425804"/>
                  <a:pt x="5347746" y="5425804"/>
                </a:cubicBezTo>
                <a:close/>
                <a:moveTo>
                  <a:pt x="5093300" y="5425804"/>
                </a:moveTo>
                <a:lnTo>
                  <a:pt x="5102364" y="5425804"/>
                </a:lnTo>
                <a:cubicBezTo>
                  <a:pt x="5102693" y="5425804"/>
                  <a:pt x="5103153" y="5426264"/>
                  <a:pt x="5103153" y="5426264"/>
                </a:cubicBezTo>
                <a:lnTo>
                  <a:pt x="5107684" y="5434145"/>
                </a:lnTo>
                <a:cubicBezTo>
                  <a:pt x="5107815" y="5434408"/>
                  <a:pt x="5107684" y="5434999"/>
                  <a:pt x="5107684" y="5434999"/>
                </a:cubicBezTo>
                <a:lnTo>
                  <a:pt x="5103153" y="5442880"/>
                </a:lnTo>
                <a:cubicBezTo>
                  <a:pt x="5102955" y="5443143"/>
                  <a:pt x="5102364" y="5443340"/>
                  <a:pt x="5102364" y="5443340"/>
                </a:cubicBezTo>
                <a:lnTo>
                  <a:pt x="5093300" y="5443340"/>
                </a:lnTo>
                <a:cubicBezTo>
                  <a:pt x="5092972" y="5443340"/>
                  <a:pt x="5092512" y="5442880"/>
                  <a:pt x="5092512" y="5442880"/>
                </a:cubicBezTo>
                <a:lnTo>
                  <a:pt x="5087979" y="5434999"/>
                </a:lnTo>
                <a:cubicBezTo>
                  <a:pt x="5087848" y="5434736"/>
                  <a:pt x="5087979" y="5434145"/>
                  <a:pt x="5087979" y="5434145"/>
                </a:cubicBezTo>
                <a:lnTo>
                  <a:pt x="5092512" y="5426264"/>
                </a:lnTo>
                <a:cubicBezTo>
                  <a:pt x="5092708" y="5426001"/>
                  <a:pt x="5093300" y="5425804"/>
                  <a:pt x="5093300" y="5425804"/>
                </a:cubicBezTo>
                <a:close/>
                <a:moveTo>
                  <a:pt x="4838919" y="5425804"/>
                </a:moveTo>
                <a:lnTo>
                  <a:pt x="4847982" y="5425804"/>
                </a:lnTo>
                <a:cubicBezTo>
                  <a:pt x="4848311" y="5425804"/>
                  <a:pt x="4848772" y="5426264"/>
                  <a:pt x="4848772" y="5426264"/>
                </a:cubicBezTo>
                <a:lnTo>
                  <a:pt x="4853303" y="5434145"/>
                </a:lnTo>
                <a:cubicBezTo>
                  <a:pt x="4853435" y="5434408"/>
                  <a:pt x="4853303" y="5434999"/>
                  <a:pt x="4853303" y="5434999"/>
                </a:cubicBezTo>
                <a:lnTo>
                  <a:pt x="4848772" y="5442880"/>
                </a:lnTo>
                <a:cubicBezTo>
                  <a:pt x="4848575" y="5443143"/>
                  <a:pt x="4847982" y="5443340"/>
                  <a:pt x="4847982" y="5443340"/>
                </a:cubicBezTo>
                <a:lnTo>
                  <a:pt x="4838919" y="5443340"/>
                </a:lnTo>
                <a:cubicBezTo>
                  <a:pt x="4838590" y="5443340"/>
                  <a:pt x="4838132" y="5442880"/>
                  <a:pt x="4838132" y="5442880"/>
                </a:cubicBezTo>
                <a:lnTo>
                  <a:pt x="4833598" y="5434999"/>
                </a:lnTo>
                <a:cubicBezTo>
                  <a:pt x="4833467" y="5434736"/>
                  <a:pt x="4833598" y="5434145"/>
                  <a:pt x="4833598" y="5434145"/>
                </a:cubicBezTo>
                <a:lnTo>
                  <a:pt x="4838132" y="5426264"/>
                </a:lnTo>
                <a:cubicBezTo>
                  <a:pt x="4838328" y="5426001"/>
                  <a:pt x="4838919" y="5425804"/>
                  <a:pt x="4838919" y="5425804"/>
                </a:cubicBezTo>
                <a:close/>
                <a:moveTo>
                  <a:pt x="4584538" y="5425804"/>
                </a:moveTo>
                <a:lnTo>
                  <a:pt x="4593603" y="5425804"/>
                </a:lnTo>
                <a:cubicBezTo>
                  <a:pt x="4593932" y="5425804"/>
                  <a:pt x="4594390" y="5426264"/>
                  <a:pt x="4594390" y="5426264"/>
                </a:cubicBezTo>
                <a:lnTo>
                  <a:pt x="4598922" y="5434145"/>
                </a:lnTo>
                <a:cubicBezTo>
                  <a:pt x="4599054" y="5434408"/>
                  <a:pt x="4598922" y="5434999"/>
                  <a:pt x="4598922" y="5434999"/>
                </a:cubicBezTo>
                <a:lnTo>
                  <a:pt x="4594390" y="5442880"/>
                </a:lnTo>
                <a:cubicBezTo>
                  <a:pt x="4594193" y="5443143"/>
                  <a:pt x="4593603" y="5443340"/>
                  <a:pt x="4593603" y="5443340"/>
                </a:cubicBezTo>
                <a:lnTo>
                  <a:pt x="4584538" y="5443340"/>
                </a:lnTo>
                <a:cubicBezTo>
                  <a:pt x="4584210" y="5443340"/>
                  <a:pt x="4583749" y="5442880"/>
                  <a:pt x="4583749" y="5442880"/>
                </a:cubicBezTo>
                <a:lnTo>
                  <a:pt x="4579218" y="5434999"/>
                </a:lnTo>
                <a:cubicBezTo>
                  <a:pt x="4579087" y="5434736"/>
                  <a:pt x="4579218" y="5434145"/>
                  <a:pt x="4579218" y="5434145"/>
                </a:cubicBezTo>
                <a:lnTo>
                  <a:pt x="4583749" y="5426264"/>
                </a:lnTo>
                <a:cubicBezTo>
                  <a:pt x="4583948" y="5426001"/>
                  <a:pt x="4584538" y="5425804"/>
                  <a:pt x="4584538" y="5425804"/>
                </a:cubicBezTo>
                <a:close/>
                <a:moveTo>
                  <a:pt x="4330157" y="5425804"/>
                </a:moveTo>
                <a:lnTo>
                  <a:pt x="4339222" y="5425804"/>
                </a:lnTo>
                <a:cubicBezTo>
                  <a:pt x="4339550" y="5425804"/>
                  <a:pt x="4340010" y="5426264"/>
                  <a:pt x="4340010" y="5426264"/>
                </a:cubicBezTo>
                <a:lnTo>
                  <a:pt x="4344540" y="5434145"/>
                </a:lnTo>
                <a:cubicBezTo>
                  <a:pt x="4344672" y="5434408"/>
                  <a:pt x="4344540" y="5434999"/>
                  <a:pt x="4344540" y="5434999"/>
                </a:cubicBezTo>
                <a:lnTo>
                  <a:pt x="4340010" y="5442880"/>
                </a:lnTo>
                <a:cubicBezTo>
                  <a:pt x="4339812" y="5443143"/>
                  <a:pt x="4339222" y="5443340"/>
                  <a:pt x="4339222" y="5443340"/>
                </a:cubicBezTo>
                <a:lnTo>
                  <a:pt x="4330157" y="5443340"/>
                </a:lnTo>
                <a:cubicBezTo>
                  <a:pt x="4329829" y="5443340"/>
                  <a:pt x="4329369" y="5442880"/>
                  <a:pt x="4329369" y="5442880"/>
                </a:cubicBezTo>
                <a:lnTo>
                  <a:pt x="4324836" y="5434999"/>
                </a:lnTo>
                <a:cubicBezTo>
                  <a:pt x="4324706" y="5434736"/>
                  <a:pt x="4324836" y="5434145"/>
                  <a:pt x="4324836" y="5434145"/>
                </a:cubicBezTo>
                <a:lnTo>
                  <a:pt x="4329369" y="5426264"/>
                </a:lnTo>
                <a:cubicBezTo>
                  <a:pt x="4329565" y="5426001"/>
                  <a:pt x="4330157" y="5425804"/>
                  <a:pt x="4330157" y="5425804"/>
                </a:cubicBezTo>
                <a:close/>
                <a:moveTo>
                  <a:pt x="4075973" y="5425804"/>
                </a:moveTo>
                <a:lnTo>
                  <a:pt x="4085038" y="5425804"/>
                </a:lnTo>
                <a:cubicBezTo>
                  <a:pt x="4085365" y="5425804"/>
                  <a:pt x="4085825" y="5426264"/>
                  <a:pt x="4085825" y="5426264"/>
                </a:cubicBezTo>
                <a:lnTo>
                  <a:pt x="4090358" y="5434145"/>
                </a:lnTo>
                <a:cubicBezTo>
                  <a:pt x="4090489" y="5434408"/>
                  <a:pt x="4090358" y="5434999"/>
                  <a:pt x="4090358" y="5434999"/>
                </a:cubicBezTo>
                <a:lnTo>
                  <a:pt x="4085825" y="5442880"/>
                </a:lnTo>
                <a:cubicBezTo>
                  <a:pt x="4085629" y="5443143"/>
                  <a:pt x="4085038" y="5443340"/>
                  <a:pt x="4085038" y="5443340"/>
                </a:cubicBezTo>
                <a:lnTo>
                  <a:pt x="4075973" y="5443340"/>
                </a:lnTo>
                <a:cubicBezTo>
                  <a:pt x="4075647" y="5443340"/>
                  <a:pt x="4075184" y="5442880"/>
                  <a:pt x="4075184" y="5442880"/>
                </a:cubicBezTo>
                <a:lnTo>
                  <a:pt x="4070652" y="5434999"/>
                </a:lnTo>
                <a:cubicBezTo>
                  <a:pt x="4070522" y="5434736"/>
                  <a:pt x="4070652" y="5434145"/>
                  <a:pt x="4070652" y="5434145"/>
                </a:cubicBezTo>
                <a:lnTo>
                  <a:pt x="4075184" y="5426264"/>
                </a:lnTo>
                <a:cubicBezTo>
                  <a:pt x="4075382" y="5426001"/>
                  <a:pt x="4075973" y="5425804"/>
                  <a:pt x="4075973" y="5425804"/>
                </a:cubicBezTo>
                <a:close/>
                <a:moveTo>
                  <a:pt x="3821357" y="5425804"/>
                </a:moveTo>
                <a:lnTo>
                  <a:pt x="3830422" y="5425804"/>
                </a:lnTo>
                <a:cubicBezTo>
                  <a:pt x="3830751" y="5425804"/>
                  <a:pt x="3831211" y="5426264"/>
                  <a:pt x="3831211" y="5426264"/>
                </a:cubicBezTo>
                <a:lnTo>
                  <a:pt x="3835743" y="5434145"/>
                </a:lnTo>
                <a:cubicBezTo>
                  <a:pt x="3835874" y="5434408"/>
                  <a:pt x="3835743" y="5434999"/>
                  <a:pt x="3835743" y="5434999"/>
                </a:cubicBezTo>
                <a:lnTo>
                  <a:pt x="3831211" y="5442880"/>
                </a:lnTo>
                <a:cubicBezTo>
                  <a:pt x="3831016" y="5443143"/>
                  <a:pt x="3830422" y="5443340"/>
                  <a:pt x="3830422" y="5443340"/>
                </a:cubicBezTo>
                <a:lnTo>
                  <a:pt x="3821357" y="5443340"/>
                </a:lnTo>
                <a:cubicBezTo>
                  <a:pt x="3821029" y="5443340"/>
                  <a:pt x="3820571" y="5442880"/>
                  <a:pt x="3820571" y="5442880"/>
                </a:cubicBezTo>
                <a:lnTo>
                  <a:pt x="3816037" y="5434999"/>
                </a:lnTo>
                <a:cubicBezTo>
                  <a:pt x="3815906" y="5434736"/>
                  <a:pt x="3816037" y="5434145"/>
                  <a:pt x="3816037" y="5434145"/>
                </a:cubicBezTo>
                <a:lnTo>
                  <a:pt x="3820571" y="5426264"/>
                </a:lnTo>
                <a:cubicBezTo>
                  <a:pt x="3820769" y="5426001"/>
                  <a:pt x="3821357" y="5425804"/>
                  <a:pt x="3821357" y="5425804"/>
                </a:cubicBezTo>
                <a:close/>
                <a:moveTo>
                  <a:pt x="3566988" y="5425804"/>
                </a:moveTo>
                <a:lnTo>
                  <a:pt x="3576051" y="5425804"/>
                </a:lnTo>
                <a:cubicBezTo>
                  <a:pt x="3576380" y="5425804"/>
                  <a:pt x="3576838" y="5426264"/>
                  <a:pt x="3576838" y="5426264"/>
                </a:cubicBezTo>
                <a:lnTo>
                  <a:pt x="3581371" y="5434145"/>
                </a:lnTo>
                <a:cubicBezTo>
                  <a:pt x="3581503" y="5434408"/>
                  <a:pt x="3581371" y="5434999"/>
                  <a:pt x="3581371" y="5434999"/>
                </a:cubicBezTo>
                <a:lnTo>
                  <a:pt x="3576838" y="5442880"/>
                </a:lnTo>
                <a:cubicBezTo>
                  <a:pt x="3576642" y="5443143"/>
                  <a:pt x="3576051" y="5443340"/>
                  <a:pt x="3576051" y="5443340"/>
                </a:cubicBezTo>
                <a:lnTo>
                  <a:pt x="3566988" y="5443340"/>
                </a:lnTo>
                <a:cubicBezTo>
                  <a:pt x="3566658" y="5443340"/>
                  <a:pt x="3566198" y="5442880"/>
                  <a:pt x="3566198" y="5442880"/>
                </a:cubicBezTo>
                <a:lnTo>
                  <a:pt x="3561666" y="5434999"/>
                </a:lnTo>
                <a:cubicBezTo>
                  <a:pt x="3561534" y="5434736"/>
                  <a:pt x="3561666" y="5434145"/>
                  <a:pt x="3561666" y="5434145"/>
                </a:cubicBezTo>
                <a:lnTo>
                  <a:pt x="3566198" y="5426264"/>
                </a:lnTo>
                <a:cubicBezTo>
                  <a:pt x="3566396" y="5426001"/>
                  <a:pt x="3566988" y="5425804"/>
                  <a:pt x="3566988" y="5425804"/>
                </a:cubicBezTo>
                <a:close/>
                <a:moveTo>
                  <a:pt x="3312699" y="5425804"/>
                </a:moveTo>
                <a:lnTo>
                  <a:pt x="3321763" y="5425804"/>
                </a:lnTo>
                <a:cubicBezTo>
                  <a:pt x="3322091" y="5425804"/>
                  <a:pt x="3322551" y="5426264"/>
                  <a:pt x="3322551" y="5426264"/>
                </a:cubicBezTo>
                <a:lnTo>
                  <a:pt x="3327083" y="5434145"/>
                </a:lnTo>
                <a:cubicBezTo>
                  <a:pt x="3327215" y="5434408"/>
                  <a:pt x="3327083" y="5434999"/>
                  <a:pt x="3327083" y="5434999"/>
                </a:cubicBezTo>
                <a:lnTo>
                  <a:pt x="3322551" y="5442880"/>
                </a:lnTo>
                <a:cubicBezTo>
                  <a:pt x="3322354" y="5443143"/>
                  <a:pt x="3321763" y="5443340"/>
                  <a:pt x="3321763" y="5443340"/>
                </a:cubicBezTo>
                <a:lnTo>
                  <a:pt x="3312699" y="5443340"/>
                </a:lnTo>
                <a:cubicBezTo>
                  <a:pt x="3312371" y="5443340"/>
                  <a:pt x="3311911" y="5442880"/>
                  <a:pt x="3311911" y="5442880"/>
                </a:cubicBezTo>
                <a:lnTo>
                  <a:pt x="3307378" y="5434999"/>
                </a:lnTo>
                <a:cubicBezTo>
                  <a:pt x="3307247" y="5434736"/>
                  <a:pt x="3307378" y="5434145"/>
                  <a:pt x="3307378" y="5434145"/>
                </a:cubicBezTo>
                <a:lnTo>
                  <a:pt x="3311911" y="5426264"/>
                </a:lnTo>
                <a:cubicBezTo>
                  <a:pt x="3312106" y="5426001"/>
                  <a:pt x="3312699" y="5425804"/>
                  <a:pt x="3312699" y="5425804"/>
                </a:cubicBezTo>
                <a:close/>
                <a:moveTo>
                  <a:pt x="3058374" y="5425804"/>
                </a:moveTo>
                <a:lnTo>
                  <a:pt x="3067440" y="5425804"/>
                </a:lnTo>
                <a:cubicBezTo>
                  <a:pt x="3067767" y="5425804"/>
                  <a:pt x="3068227" y="5426264"/>
                  <a:pt x="3068227" y="5426264"/>
                </a:cubicBezTo>
                <a:lnTo>
                  <a:pt x="3072759" y="5434145"/>
                </a:lnTo>
                <a:cubicBezTo>
                  <a:pt x="3072890" y="5434408"/>
                  <a:pt x="3072759" y="5434999"/>
                  <a:pt x="3072759" y="5434999"/>
                </a:cubicBezTo>
                <a:lnTo>
                  <a:pt x="3068227" y="5442880"/>
                </a:lnTo>
                <a:cubicBezTo>
                  <a:pt x="3068030" y="5443143"/>
                  <a:pt x="3067440" y="5443340"/>
                  <a:pt x="3067440" y="5443340"/>
                </a:cubicBezTo>
                <a:lnTo>
                  <a:pt x="3058374" y="5443340"/>
                </a:lnTo>
                <a:cubicBezTo>
                  <a:pt x="3058046" y="5443340"/>
                  <a:pt x="3057586" y="5442880"/>
                  <a:pt x="3057586" y="5442880"/>
                </a:cubicBezTo>
                <a:lnTo>
                  <a:pt x="3053055" y="5434999"/>
                </a:lnTo>
                <a:cubicBezTo>
                  <a:pt x="3052922" y="5434736"/>
                  <a:pt x="3053055" y="5434145"/>
                  <a:pt x="3053055" y="5434145"/>
                </a:cubicBezTo>
                <a:lnTo>
                  <a:pt x="3057586" y="5426264"/>
                </a:lnTo>
                <a:cubicBezTo>
                  <a:pt x="3057784" y="5426001"/>
                  <a:pt x="3058374" y="5425804"/>
                  <a:pt x="3058374" y="5425804"/>
                </a:cubicBezTo>
                <a:close/>
                <a:moveTo>
                  <a:pt x="2803884" y="5425804"/>
                </a:moveTo>
                <a:lnTo>
                  <a:pt x="2812947" y="5425804"/>
                </a:lnTo>
                <a:cubicBezTo>
                  <a:pt x="2813276" y="5425804"/>
                  <a:pt x="2813736" y="5426264"/>
                  <a:pt x="2813736" y="5426264"/>
                </a:cubicBezTo>
                <a:lnTo>
                  <a:pt x="2818268" y="5434145"/>
                </a:lnTo>
                <a:cubicBezTo>
                  <a:pt x="2818399" y="5434408"/>
                  <a:pt x="2818268" y="5434999"/>
                  <a:pt x="2818268" y="5434999"/>
                </a:cubicBezTo>
                <a:lnTo>
                  <a:pt x="2813736" y="5442880"/>
                </a:lnTo>
                <a:cubicBezTo>
                  <a:pt x="2813539" y="5443143"/>
                  <a:pt x="2812947" y="5443340"/>
                  <a:pt x="2812947" y="5443340"/>
                </a:cubicBezTo>
                <a:lnTo>
                  <a:pt x="2803884" y="5443340"/>
                </a:lnTo>
                <a:cubicBezTo>
                  <a:pt x="2803555" y="5443340"/>
                  <a:pt x="2803094" y="5442880"/>
                  <a:pt x="2803094" y="5442880"/>
                </a:cubicBezTo>
                <a:lnTo>
                  <a:pt x="2798562" y="5434999"/>
                </a:lnTo>
                <a:cubicBezTo>
                  <a:pt x="2798431" y="5434736"/>
                  <a:pt x="2798562" y="5434145"/>
                  <a:pt x="2798562" y="5434145"/>
                </a:cubicBezTo>
                <a:lnTo>
                  <a:pt x="2803094" y="5426264"/>
                </a:lnTo>
                <a:cubicBezTo>
                  <a:pt x="2803293" y="5426001"/>
                  <a:pt x="2803884" y="5425804"/>
                  <a:pt x="2803884" y="5425804"/>
                </a:cubicBezTo>
                <a:close/>
                <a:moveTo>
                  <a:pt x="2549364" y="5425804"/>
                </a:moveTo>
                <a:lnTo>
                  <a:pt x="2558429" y="5425804"/>
                </a:lnTo>
                <a:cubicBezTo>
                  <a:pt x="2558757" y="5425804"/>
                  <a:pt x="2559217" y="5426264"/>
                  <a:pt x="2559217" y="5426264"/>
                </a:cubicBezTo>
                <a:lnTo>
                  <a:pt x="2563749" y="5434145"/>
                </a:lnTo>
                <a:cubicBezTo>
                  <a:pt x="2563880" y="5434408"/>
                  <a:pt x="2563749" y="5434999"/>
                  <a:pt x="2563749" y="5434999"/>
                </a:cubicBezTo>
                <a:lnTo>
                  <a:pt x="2559217" y="5442880"/>
                </a:lnTo>
                <a:cubicBezTo>
                  <a:pt x="2559020" y="5443143"/>
                  <a:pt x="2558429" y="5443340"/>
                  <a:pt x="2558429" y="5443340"/>
                </a:cubicBezTo>
                <a:lnTo>
                  <a:pt x="2549364" y="5443340"/>
                </a:lnTo>
                <a:cubicBezTo>
                  <a:pt x="2549037" y="5443340"/>
                  <a:pt x="2548576" y="5442880"/>
                  <a:pt x="2548576" y="5442880"/>
                </a:cubicBezTo>
                <a:lnTo>
                  <a:pt x="2544044" y="5434999"/>
                </a:lnTo>
                <a:cubicBezTo>
                  <a:pt x="2543913" y="5434736"/>
                  <a:pt x="2544044" y="5434145"/>
                  <a:pt x="2544044" y="5434145"/>
                </a:cubicBezTo>
                <a:lnTo>
                  <a:pt x="2548576" y="5426264"/>
                </a:lnTo>
                <a:cubicBezTo>
                  <a:pt x="2548773" y="5426001"/>
                  <a:pt x="2549364" y="5425804"/>
                  <a:pt x="2549364" y="5425804"/>
                </a:cubicBezTo>
                <a:close/>
                <a:moveTo>
                  <a:pt x="2040698" y="5425804"/>
                </a:moveTo>
                <a:lnTo>
                  <a:pt x="2049763" y="5425804"/>
                </a:lnTo>
                <a:cubicBezTo>
                  <a:pt x="2050092" y="5425804"/>
                  <a:pt x="2050552" y="5426264"/>
                  <a:pt x="2050552" y="5426264"/>
                </a:cubicBezTo>
                <a:lnTo>
                  <a:pt x="2055083" y="5434145"/>
                </a:lnTo>
                <a:cubicBezTo>
                  <a:pt x="2055214" y="5434408"/>
                  <a:pt x="2055083" y="5434999"/>
                  <a:pt x="2055083" y="5434999"/>
                </a:cubicBezTo>
                <a:lnTo>
                  <a:pt x="2055001" y="5435140"/>
                </a:lnTo>
                <a:lnTo>
                  <a:pt x="2055001" y="5435196"/>
                </a:lnTo>
                <a:lnTo>
                  <a:pt x="2050470" y="5443078"/>
                </a:lnTo>
                <a:cubicBezTo>
                  <a:pt x="2050273" y="5443341"/>
                  <a:pt x="2049682" y="5443537"/>
                  <a:pt x="2049682" y="5443537"/>
                </a:cubicBezTo>
                <a:lnTo>
                  <a:pt x="2040617" y="5443537"/>
                </a:lnTo>
                <a:cubicBezTo>
                  <a:pt x="2040288" y="5443537"/>
                  <a:pt x="2039829" y="5443078"/>
                  <a:pt x="2039829" y="5443078"/>
                </a:cubicBezTo>
                <a:lnTo>
                  <a:pt x="2035297" y="5435196"/>
                </a:lnTo>
                <a:cubicBezTo>
                  <a:pt x="2035166" y="5434933"/>
                  <a:pt x="2035297" y="5434342"/>
                  <a:pt x="2035297" y="5434342"/>
                </a:cubicBezTo>
                <a:lnTo>
                  <a:pt x="2035377" y="5434202"/>
                </a:lnTo>
                <a:lnTo>
                  <a:pt x="2035377" y="5434145"/>
                </a:lnTo>
                <a:lnTo>
                  <a:pt x="2039910" y="5426264"/>
                </a:lnTo>
                <a:cubicBezTo>
                  <a:pt x="2040107" y="5426001"/>
                  <a:pt x="2040698" y="5425804"/>
                  <a:pt x="2040698" y="5425804"/>
                </a:cubicBezTo>
                <a:close/>
                <a:moveTo>
                  <a:pt x="1786299" y="5425804"/>
                </a:moveTo>
                <a:lnTo>
                  <a:pt x="1795363" y="5425804"/>
                </a:lnTo>
                <a:cubicBezTo>
                  <a:pt x="1795692" y="5425804"/>
                  <a:pt x="1796152" y="5426264"/>
                  <a:pt x="1796152" y="5426264"/>
                </a:cubicBezTo>
                <a:lnTo>
                  <a:pt x="1800682" y="5434145"/>
                </a:lnTo>
                <a:lnTo>
                  <a:pt x="1800682" y="5434248"/>
                </a:lnTo>
                <a:lnTo>
                  <a:pt x="1800737" y="5434342"/>
                </a:lnTo>
                <a:cubicBezTo>
                  <a:pt x="1800869" y="5434605"/>
                  <a:pt x="1800737" y="5435196"/>
                  <a:pt x="1800737" y="5435196"/>
                </a:cubicBezTo>
                <a:lnTo>
                  <a:pt x="1796205" y="5443078"/>
                </a:lnTo>
                <a:cubicBezTo>
                  <a:pt x="1796008" y="5443341"/>
                  <a:pt x="1795417" y="5443537"/>
                  <a:pt x="1795417" y="5443537"/>
                </a:cubicBezTo>
                <a:lnTo>
                  <a:pt x="1786353" y="5443537"/>
                </a:lnTo>
                <a:cubicBezTo>
                  <a:pt x="1786026" y="5443537"/>
                  <a:pt x="1785564" y="5443078"/>
                  <a:pt x="1785564" y="5443078"/>
                </a:cubicBezTo>
                <a:lnTo>
                  <a:pt x="1781033" y="5435196"/>
                </a:lnTo>
                <a:lnTo>
                  <a:pt x="1781033" y="5435092"/>
                </a:lnTo>
                <a:lnTo>
                  <a:pt x="1780980" y="5434999"/>
                </a:lnTo>
                <a:cubicBezTo>
                  <a:pt x="1780848" y="5434736"/>
                  <a:pt x="1780980" y="5434145"/>
                  <a:pt x="1780980" y="5434145"/>
                </a:cubicBezTo>
                <a:lnTo>
                  <a:pt x="1785511" y="5426264"/>
                </a:lnTo>
                <a:cubicBezTo>
                  <a:pt x="1785708" y="5426001"/>
                  <a:pt x="1786299" y="5425804"/>
                  <a:pt x="1786299" y="5425804"/>
                </a:cubicBezTo>
                <a:close/>
                <a:moveTo>
                  <a:pt x="1531775" y="5425804"/>
                </a:moveTo>
                <a:lnTo>
                  <a:pt x="1540838" y="5425804"/>
                </a:lnTo>
                <a:cubicBezTo>
                  <a:pt x="1541167" y="5425804"/>
                  <a:pt x="1541627" y="5426264"/>
                  <a:pt x="1541627" y="5426264"/>
                </a:cubicBezTo>
                <a:lnTo>
                  <a:pt x="1546158" y="5434145"/>
                </a:lnTo>
                <a:cubicBezTo>
                  <a:pt x="1546290" y="5434408"/>
                  <a:pt x="1546158" y="5434999"/>
                  <a:pt x="1546158" y="5434999"/>
                </a:cubicBezTo>
                <a:lnTo>
                  <a:pt x="1541627" y="5442880"/>
                </a:lnTo>
                <a:cubicBezTo>
                  <a:pt x="1541430" y="5443143"/>
                  <a:pt x="1540838" y="5443340"/>
                  <a:pt x="1540838" y="5443340"/>
                </a:cubicBezTo>
                <a:lnTo>
                  <a:pt x="1531775" y="5443340"/>
                </a:lnTo>
                <a:cubicBezTo>
                  <a:pt x="1531445" y="5443340"/>
                  <a:pt x="1530987" y="5442880"/>
                  <a:pt x="1530987" y="5442880"/>
                </a:cubicBezTo>
                <a:lnTo>
                  <a:pt x="1526454" y="5434999"/>
                </a:lnTo>
                <a:cubicBezTo>
                  <a:pt x="1526322" y="5434736"/>
                  <a:pt x="1526454" y="5434145"/>
                  <a:pt x="1526454" y="5434145"/>
                </a:cubicBezTo>
                <a:lnTo>
                  <a:pt x="1530987" y="5426264"/>
                </a:lnTo>
                <a:cubicBezTo>
                  <a:pt x="1531184" y="5426001"/>
                  <a:pt x="1531775" y="5425804"/>
                  <a:pt x="1531775" y="5425804"/>
                </a:cubicBezTo>
                <a:close/>
                <a:moveTo>
                  <a:pt x="1277393" y="5425804"/>
                </a:moveTo>
                <a:lnTo>
                  <a:pt x="1286458" y="5425804"/>
                </a:lnTo>
                <a:cubicBezTo>
                  <a:pt x="1286786" y="5425804"/>
                  <a:pt x="1287246" y="5426264"/>
                  <a:pt x="1287246" y="5426264"/>
                </a:cubicBezTo>
                <a:lnTo>
                  <a:pt x="1291778" y="5434145"/>
                </a:lnTo>
                <a:cubicBezTo>
                  <a:pt x="1291909" y="5434408"/>
                  <a:pt x="1291778" y="5434999"/>
                  <a:pt x="1291778" y="5434999"/>
                </a:cubicBezTo>
                <a:lnTo>
                  <a:pt x="1287246" y="5442880"/>
                </a:lnTo>
                <a:cubicBezTo>
                  <a:pt x="1287049" y="5443143"/>
                  <a:pt x="1286458" y="5443340"/>
                  <a:pt x="1286458" y="5443340"/>
                </a:cubicBezTo>
                <a:lnTo>
                  <a:pt x="1277393" y="5443340"/>
                </a:lnTo>
                <a:cubicBezTo>
                  <a:pt x="1277066" y="5443340"/>
                  <a:pt x="1276605" y="5442880"/>
                  <a:pt x="1276605" y="5442880"/>
                </a:cubicBezTo>
                <a:lnTo>
                  <a:pt x="1272073" y="5434999"/>
                </a:lnTo>
                <a:cubicBezTo>
                  <a:pt x="1271942" y="5434736"/>
                  <a:pt x="1272073" y="5434145"/>
                  <a:pt x="1272073" y="5434145"/>
                </a:cubicBezTo>
                <a:lnTo>
                  <a:pt x="1276605" y="5426264"/>
                </a:lnTo>
                <a:cubicBezTo>
                  <a:pt x="1276802" y="5426001"/>
                  <a:pt x="1277393" y="5425804"/>
                  <a:pt x="1277393" y="5425804"/>
                </a:cubicBezTo>
                <a:close/>
                <a:moveTo>
                  <a:pt x="1023014" y="5425804"/>
                </a:moveTo>
                <a:lnTo>
                  <a:pt x="1032077" y="5425804"/>
                </a:lnTo>
                <a:cubicBezTo>
                  <a:pt x="1032405" y="5425804"/>
                  <a:pt x="1032865" y="5426264"/>
                  <a:pt x="1032865" y="5426264"/>
                </a:cubicBezTo>
                <a:lnTo>
                  <a:pt x="1037397" y="5434145"/>
                </a:lnTo>
                <a:cubicBezTo>
                  <a:pt x="1037528" y="5434408"/>
                  <a:pt x="1037397" y="5434999"/>
                  <a:pt x="1037397" y="5434999"/>
                </a:cubicBezTo>
                <a:lnTo>
                  <a:pt x="1032865" y="5442880"/>
                </a:lnTo>
                <a:cubicBezTo>
                  <a:pt x="1032668" y="5443143"/>
                  <a:pt x="1032077" y="5443340"/>
                  <a:pt x="1032077" y="5443340"/>
                </a:cubicBezTo>
                <a:lnTo>
                  <a:pt x="1023014" y="5443340"/>
                </a:lnTo>
                <a:cubicBezTo>
                  <a:pt x="1022684" y="5443340"/>
                  <a:pt x="1022225" y="5442880"/>
                  <a:pt x="1022225" y="5442880"/>
                </a:cubicBezTo>
                <a:lnTo>
                  <a:pt x="1017692" y="5434999"/>
                </a:lnTo>
                <a:cubicBezTo>
                  <a:pt x="1017561" y="5434736"/>
                  <a:pt x="1017692" y="5434145"/>
                  <a:pt x="1017692" y="5434145"/>
                </a:cubicBezTo>
                <a:lnTo>
                  <a:pt x="1022225" y="5426264"/>
                </a:lnTo>
                <a:cubicBezTo>
                  <a:pt x="1022422" y="5426001"/>
                  <a:pt x="1023014" y="5425804"/>
                  <a:pt x="1023014" y="5425804"/>
                </a:cubicBezTo>
                <a:close/>
                <a:moveTo>
                  <a:pt x="768566" y="5425804"/>
                </a:moveTo>
                <a:lnTo>
                  <a:pt x="777630" y="5425804"/>
                </a:lnTo>
                <a:cubicBezTo>
                  <a:pt x="777958" y="5425804"/>
                  <a:pt x="778418" y="5426264"/>
                  <a:pt x="778418" y="5426264"/>
                </a:cubicBezTo>
                <a:lnTo>
                  <a:pt x="782949" y="5434145"/>
                </a:lnTo>
                <a:cubicBezTo>
                  <a:pt x="783081" y="5434408"/>
                  <a:pt x="782949" y="5434999"/>
                  <a:pt x="782949" y="5434999"/>
                </a:cubicBezTo>
                <a:lnTo>
                  <a:pt x="778418" y="5442880"/>
                </a:lnTo>
                <a:cubicBezTo>
                  <a:pt x="778221" y="5443143"/>
                  <a:pt x="777630" y="5443340"/>
                  <a:pt x="777630" y="5443340"/>
                </a:cubicBezTo>
                <a:lnTo>
                  <a:pt x="768566" y="5443340"/>
                </a:lnTo>
                <a:cubicBezTo>
                  <a:pt x="768237" y="5443340"/>
                  <a:pt x="767778" y="5442880"/>
                  <a:pt x="767778" y="5442880"/>
                </a:cubicBezTo>
                <a:lnTo>
                  <a:pt x="763245" y="5434999"/>
                </a:lnTo>
                <a:cubicBezTo>
                  <a:pt x="763113" y="5434736"/>
                  <a:pt x="763245" y="5434145"/>
                  <a:pt x="763245" y="5434145"/>
                </a:cubicBezTo>
                <a:lnTo>
                  <a:pt x="767778" y="5426264"/>
                </a:lnTo>
                <a:cubicBezTo>
                  <a:pt x="767975" y="5426001"/>
                  <a:pt x="768566" y="5425804"/>
                  <a:pt x="768566" y="5425804"/>
                </a:cubicBezTo>
                <a:close/>
                <a:moveTo>
                  <a:pt x="514185" y="5425804"/>
                </a:moveTo>
                <a:lnTo>
                  <a:pt x="523249" y="5425804"/>
                </a:lnTo>
                <a:cubicBezTo>
                  <a:pt x="523577" y="5425804"/>
                  <a:pt x="524037" y="5426264"/>
                  <a:pt x="524037" y="5426264"/>
                </a:cubicBezTo>
                <a:lnTo>
                  <a:pt x="528569" y="5434145"/>
                </a:lnTo>
                <a:cubicBezTo>
                  <a:pt x="528700" y="5434408"/>
                  <a:pt x="528569" y="5434999"/>
                  <a:pt x="528569" y="5434999"/>
                </a:cubicBezTo>
                <a:lnTo>
                  <a:pt x="524037" y="5442880"/>
                </a:lnTo>
                <a:cubicBezTo>
                  <a:pt x="523840" y="5443143"/>
                  <a:pt x="523249" y="5443340"/>
                  <a:pt x="523249" y="5443340"/>
                </a:cubicBezTo>
                <a:lnTo>
                  <a:pt x="514185" y="5443340"/>
                </a:lnTo>
                <a:cubicBezTo>
                  <a:pt x="513856" y="5443340"/>
                  <a:pt x="513397" y="5442880"/>
                  <a:pt x="513397" y="5442880"/>
                </a:cubicBezTo>
                <a:lnTo>
                  <a:pt x="508864" y="5434999"/>
                </a:lnTo>
                <a:cubicBezTo>
                  <a:pt x="508733" y="5434736"/>
                  <a:pt x="508864" y="5434145"/>
                  <a:pt x="508864" y="5434145"/>
                </a:cubicBezTo>
                <a:lnTo>
                  <a:pt x="513397" y="5426264"/>
                </a:lnTo>
                <a:cubicBezTo>
                  <a:pt x="513594" y="5426001"/>
                  <a:pt x="514185" y="5425804"/>
                  <a:pt x="514185" y="5425804"/>
                </a:cubicBezTo>
                <a:close/>
                <a:moveTo>
                  <a:pt x="259890" y="5425804"/>
                </a:moveTo>
                <a:lnTo>
                  <a:pt x="268954" y="5425804"/>
                </a:lnTo>
                <a:cubicBezTo>
                  <a:pt x="269282" y="5425804"/>
                  <a:pt x="269742" y="5426264"/>
                  <a:pt x="269742" y="5426264"/>
                </a:cubicBezTo>
                <a:lnTo>
                  <a:pt x="274273" y="5434145"/>
                </a:lnTo>
                <a:cubicBezTo>
                  <a:pt x="274405" y="5434408"/>
                  <a:pt x="274273" y="5434999"/>
                  <a:pt x="274273" y="5434999"/>
                </a:cubicBezTo>
                <a:lnTo>
                  <a:pt x="274187" y="5435148"/>
                </a:lnTo>
                <a:lnTo>
                  <a:pt x="274187" y="5435196"/>
                </a:lnTo>
                <a:lnTo>
                  <a:pt x="269655" y="5443078"/>
                </a:lnTo>
                <a:cubicBezTo>
                  <a:pt x="269458" y="5443341"/>
                  <a:pt x="268867" y="5443537"/>
                  <a:pt x="268867" y="5443537"/>
                </a:cubicBezTo>
                <a:lnTo>
                  <a:pt x="259804" y="5443537"/>
                </a:lnTo>
                <a:cubicBezTo>
                  <a:pt x="259474" y="5443537"/>
                  <a:pt x="259014" y="5443078"/>
                  <a:pt x="259014" y="5443078"/>
                </a:cubicBezTo>
                <a:lnTo>
                  <a:pt x="254482" y="5435196"/>
                </a:lnTo>
                <a:cubicBezTo>
                  <a:pt x="254351" y="5434933"/>
                  <a:pt x="254482" y="5434342"/>
                  <a:pt x="254482" y="5434342"/>
                </a:cubicBezTo>
                <a:lnTo>
                  <a:pt x="254569" y="5434192"/>
                </a:lnTo>
                <a:lnTo>
                  <a:pt x="254569" y="5434145"/>
                </a:lnTo>
                <a:lnTo>
                  <a:pt x="259101" y="5426264"/>
                </a:lnTo>
                <a:cubicBezTo>
                  <a:pt x="259298" y="5426001"/>
                  <a:pt x="259890" y="5425804"/>
                  <a:pt x="259890" y="5425804"/>
                </a:cubicBezTo>
                <a:close/>
                <a:moveTo>
                  <a:pt x="5475" y="5425804"/>
                </a:moveTo>
                <a:lnTo>
                  <a:pt x="14539" y="5425804"/>
                </a:lnTo>
                <a:cubicBezTo>
                  <a:pt x="14867" y="5425804"/>
                  <a:pt x="15327" y="5426264"/>
                  <a:pt x="15327" y="5426264"/>
                </a:cubicBezTo>
                <a:lnTo>
                  <a:pt x="19859" y="5434145"/>
                </a:lnTo>
                <a:cubicBezTo>
                  <a:pt x="19990" y="5434408"/>
                  <a:pt x="19859" y="5434999"/>
                  <a:pt x="19859" y="5434999"/>
                </a:cubicBezTo>
                <a:lnTo>
                  <a:pt x="19794" y="5435110"/>
                </a:lnTo>
                <a:lnTo>
                  <a:pt x="19794" y="5435196"/>
                </a:lnTo>
                <a:lnTo>
                  <a:pt x="15262" y="5443078"/>
                </a:lnTo>
                <a:cubicBezTo>
                  <a:pt x="15066" y="5443341"/>
                  <a:pt x="14474" y="5443537"/>
                  <a:pt x="14474" y="5443537"/>
                </a:cubicBezTo>
                <a:lnTo>
                  <a:pt x="5411" y="5443537"/>
                </a:lnTo>
                <a:cubicBezTo>
                  <a:pt x="5082" y="5443537"/>
                  <a:pt x="4623" y="5443078"/>
                  <a:pt x="4623" y="5443078"/>
                </a:cubicBezTo>
                <a:lnTo>
                  <a:pt x="90" y="5435196"/>
                </a:lnTo>
                <a:cubicBezTo>
                  <a:pt x="-42" y="5434933"/>
                  <a:pt x="90" y="5434342"/>
                  <a:pt x="90" y="5434342"/>
                </a:cubicBezTo>
                <a:lnTo>
                  <a:pt x="154" y="5434229"/>
                </a:lnTo>
                <a:lnTo>
                  <a:pt x="154" y="5434145"/>
                </a:lnTo>
                <a:lnTo>
                  <a:pt x="4686" y="5426264"/>
                </a:lnTo>
                <a:cubicBezTo>
                  <a:pt x="4883" y="5426001"/>
                  <a:pt x="5475" y="5425804"/>
                  <a:pt x="5475" y="5425804"/>
                </a:cubicBezTo>
                <a:close/>
                <a:moveTo>
                  <a:pt x="10435622" y="5208795"/>
                </a:moveTo>
                <a:lnTo>
                  <a:pt x="10444686" y="5208795"/>
                </a:lnTo>
                <a:cubicBezTo>
                  <a:pt x="10445015" y="5208795"/>
                  <a:pt x="10445474" y="5209255"/>
                  <a:pt x="10445474" y="5209255"/>
                </a:cubicBezTo>
                <a:lnTo>
                  <a:pt x="10450007" y="5217136"/>
                </a:lnTo>
                <a:cubicBezTo>
                  <a:pt x="10450138" y="5217399"/>
                  <a:pt x="10450007" y="5217990"/>
                  <a:pt x="10450007" y="5217990"/>
                </a:cubicBezTo>
                <a:lnTo>
                  <a:pt x="10445474" y="5225873"/>
                </a:lnTo>
                <a:cubicBezTo>
                  <a:pt x="10445278" y="5226135"/>
                  <a:pt x="10444686" y="5226332"/>
                  <a:pt x="10444686" y="5226332"/>
                </a:cubicBezTo>
                <a:lnTo>
                  <a:pt x="10435622" y="5226332"/>
                </a:lnTo>
                <a:cubicBezTo>
                  <a:pt x="10435295" y="5226332"/>
                  <a:pt x="10434834" y="5225873"/>
                  <a:pt x="10434834" y="5225873"/>
                </a:cubicBezTo>
                <a:lnTo>
                  <a:pt x="10430302" y="5217990"/>
                </a:lnTo>
                <a:cubicBezTo>
                  <a:pt x="10430171" y="5217727"/>
                  <a:pt x="10430302" y="5217136"/>
                  <a:pt x="10430302" y="5217136"/>
                </a:cubicBezTo>
                <a:lnTo>
                  <a:pt x="10434834" y="5209255"/>
                </a:lnTo>
                <a:cubicBezTo>
                  <a:pt x="10435031" y="5208992"/>
                  <a:pt x="10435622" y="5208795"/>
                  <a:pt x="10435622" y="5208795"/>
                </a:cubicBezTo>
                <a:close/>
                <a:moveTo>
                  <a:pt x="8400511" y="5208795"/>
                </a:moveTo>
                <a:lnTo>
                  <a:pt x="8409575" y="5208795"/>
                </a:lnTo>
                <a:cubicBezTo>
                  <a:pt x="8409904" y="5208795"/>
                  <a:pt x="8410363" y="5209255"/>
                  <a:pt x="8410363" y="5209255"/>
                </a:cubicBezTo>
                <a:lnTo>
                  <a:pt x="8414896" y="5217136"/>
                </a:lnTo>
                <a:cubicBezTo>
                  <a:pt x="8415027" y="5217399"/>
                  <a:pt x="8414896" y="5217990"/>
                  <a:pt x="8414896" y="5217990"/>
                </a:cubicBezTo>
                <a:lnTo>
                  <a:pt x="8410363" y="5225873"/>
                </a:lnTo>
                <a:cubicBezTo>
                  <a:pt x="8410166" y="5226135"/>
                  <a:pt x="8409575" y="5226332"/>
                  <a:pt x="8409575" y="5226332"/>
                </a:cubicBezTo>
                <a:lnTo>
                  <a:pt x="8400511" y="5226332"/>
                </a:lnTo>
                <a:cubicBezTo>
                  <a:pt x="8400184" y="5226332"/>
                  <a:pt x="8399723" y="5225873"/>
                  <a:pt x="8399723" y="5225873"/>
                </a:cubicBezTo>
                <a:lnTo>
                  <a:pt x="8395191" y="5217990"/>
                </a:lnTo>
                <a:cubicBezTo>
                  <a:pt x="8395060" y="5217727"/>
                  <a:pt x="8395191" y="5217136"/>
                  <a:pt x="8395191" y="5217136"/>
                </a:cubicBezTo>
                <a:lnTo>
                  <a:pt x="8399723" y="5209255"/>
                </a:lnTo>
                <a:cubicBezTo>
                  <a:pt x="8399920" y="5208992"/>
                  <a:pt x="8400511" y="5208795"/>
                  <a:pt x="8400511" y="5208795"/>
                </a:cubicBezTo>
                <a:close/>
                <a:moveTo>
                  <a:pt x="8146065" y="5208795"/>
                </a:moveTo>
                <a:lnTo>
                  <a:pt x="8155129" y="5208795"/>
                </a:lnTo>
                <a:cubicBezTo>
                  <a:pt x="8155458" y="5208795"/>
                  <a:pt x="8155917" y="5209255"/>
                  <a:pt x="8155917" y="5209255"/>
                </a:cubicBezTo>
                <a:lnTo>
                  <a:pt x="8160449" y="5217136"/>
                </a:lnTo>
                <a:cubicBezTo>
                  <a:pt x="8160580" y="5217399"/>
                  <a:pt x="8160449" y="5217990"/>
                  <a:pt x="8160449" y="5217990"/>
                </a:cubicBezTo>
                <a:lnTo>
                  <a:pt x="8155917" y="5225873"/>
                </a:lnTo>
                <a:cubicBezTo>
                  <a:pt x="8155719" y="5226135"/>
                  <a:pt x="8155129" y="5226332"/>
                  <a:pt x="8155129" y="5226332"/>
                </a:cubicBezTo>
                <a:lnTo>
                  <a:pt x="8146065" y="5226332"/>
                </a:lnTo>
                <a:cubicBezTo>
                  <a:pt x="8145737" y="5226332"/>
                  <a:pt x="8145277" y="5225873"/>
                  <a:pt x="8145277" y="5225873"/>
                </a:cubicBezTo>
                <a:lnTo>
                  <a:pt x="8140745" y="5217990"/>
                </a:lnTo>
                <a:cubicBezTo>
                  <a:pt x="8140613" y="5217727"/>
                  <a:pt x="8140745" y="5217136"/>
                  <a:pt x="8140745" y="5217136"/>
                </a:cubicBezTo>
                <a:lnTo>
                  <a:pt x="8145277" y="5209255"/>
                </a:lnTo>
                <a:cubicBezTo>
                  <a:pt x="8145474" y="5208992"/>
                  <a:pt x="8146065" y="5208795"/>
                  <a:pt x="8146065" y="5208795"/>
                </a:cubicBezTo>
                <a:close/>
                <a:moveTo>
                  <a:pt x="7891684" y="5208795"/>
                </a:moveTo>
                <a:lnTo>
                  <a:pt x="7900748" y="5208795"/>
                </a:lnTo>
                <a:cubicBezTo>
                  <a:pt x="7901076" y="5208795"/>
                  <a:pt x="7901536" y="5209255"/>
                  <a:pt x="7901536" y="5209255"/>
                </a:cubicBezTo>
                <a:lnTo>
                  <a:pt x="7906067" y="5217136"/>
                </a:lnTo>
                <a:cubicBezTo>
                  <a:pt x="7906199" y="5217399"/>
                  <a:pt x="7906067" y="5217990"/>
                  <a:pt x="7906067" y="5217990"/>
                </a:cubicBezTo>
                <a:lnTo>
                  <a:pt x="7901536" y="5225873"/>
                </a:lnTo>
                <a:cubicBezTo>
                  <a:pt x="7901339" y="5226135"/>
                  <a:pt x="7900748" y="5226332"/>
                  <a:pt x="7900748" y="5226332"/>
                </a:cubicBezTo>
                <a:lnTo>
                  <a:pt x="7891684" y="5226332"/>
                </a:lnTo>
                <a:cubicBezTo>
                  <a:pt x="7891355" y="5226332"/>
                  <a:pt x="7890896" y="5225873"/>
                  <a:pt x="7890896" y="5225873"/>
                </a:cubicBezTo>
                <a:lnTo>
                  <a:pt x="7886363" y="5217990"/>
                </a:lnTo>
                <a:cubicBezTo>
                  <a:pt x="7886233" y="5217727"/>
                  <a:pt x="7886363" y="5217136"/>
                  <a:pt x="7886363" y="5217136"/>
                </a:cubicBezTo>
                <a:lnTo>
                  <a:pt x="7890896" y="5209255"/>
                </a:lnTo>
                <a:cubicBezTo>
                  <a:pt x="7891093" y="5208992"/>
                  <a:pt x="7891684" y="5208795"/>
                  <a:pt x="7891684" y="5208795"/>
                </a:cubicBezTo>
                <a:close/>
                <a:moveTo>
                  <a:pt x="7637304" y="5208795"/>
                </a:moveTo>
                <a:lnTo>
                  <a:pt x="7646367" y="5208795"/>
                </a:lnTo>
                <a:cubicBezTo>
                  <a:pt x="7646696" y="5208795"/>
                  <a:pt x="7647156" y="5209255"/>
                  <a:pt x="7647156" y="5209255"/>
                </a:cubicBezTo>
                <a:lnTo>
                  <a:pt x="7651687" y="5217136"/>
                </a:lnTo>
                <a:cubicBezTo>
                  <a:pt x="7651819" y="5217399"/>
                  <a:pt x="7651687" y="5217990"/>
                  <a:pt x="7651687" y="5217990"/>
                </a:cubicBezTo>
                <a:lnTo>
                  <a:pt x="7647156" y="5225873"/>
                </a:lnTo>
                <a:cubicBezTo>
                  <a:pt x="7646958" y="5226135"/>
                  <a:pt x="7646367" y="5226332"/>
                  <a:pt x="7646367" y="5226332"/>
                </a:cubicBezTo>
                <a:lnTo>
                  <a:pt x="7637304" y="5226332"/>
                </a:lnTo>
                <a:cubicBezTo>
                  <a:pt x="7636975" y="5226332"/>
                  <a:pt x="7636516" y="5225873"/>
                  <a:pt x="7636516" y="5225873"/>
                </a:cubicBezTo>
                <a:lnTo>
                  <a:pt x="7631983" y="5217990"/>
                </a:lnTo>
                <a:cubicBezTo>
                  <a:pt x="7631851" y="5217727"/>
                  <a:pt x="7631983" y="5217136"/>
                  <a:pt x="7631983" y="5217136"/>
                </a:cubicBezTo>
                <a:lnTo>
                  <a:pt x="7636516" y="5209255"/>
                </a:lnTo>
                <a:cubicBezTo>
                  <a:pt x="7636713" y="5208992"/>
                  <a:pt x="7637304" y="5208795"/>
                  <a:pt x="7637304" y="5208795"/>
                </a:cubicBezTo>
                <a:close/>
                <a:moveTo>
                  <a:pt x="7382923" y="5208795"/>
                </a:moveTo>
                <a:lnTo>
                  <a:pt x="7391987" y="5208795"/>
                </a:lnTo>
                <a:cubicBezTo>
                  <a:pt x="7392315" y="5208795"/>
                  <a:pt x="7392775" y="5209255"/>
                  <a:pt x="7392775" y="5209255"/>
                </a:cubicBezTo>
                <a:lnTo>
                  <a:pt x="7397307" y="5217136"/>
                </a:lnTo>
                <a:cubicBezTo>
                  <a:pt x="7397438" y="5217399"/>
                  <a:pt x="7397307" y="5217990"/>
                  <a:pt x="7397307" y="5217990"/>
                </a:cubicBezTo>
                <a:lnTo>
                  <a:pt x="7392775" y="5225873"/>
                </a:lnTo>
                <a:cubicBezTo>
                  <a:pt x="7392578" y="5226135"/>
                  <a:pt x="7391987" y="5226332"/>
                  <a:pt x="7391987" y="5226332"/>
                </a:cubicBezTo>
                <a:lnTo>
                  <a:pt x="7382923" y="5226332"/>
                </a:lnTo>
                <a:cubicBezTo>
                  <a:pt x="7382595" y="5226332"/>
                  <a:pt x="7382135" y="5225873"/>
                  <a:pt x="7382135" y="5225873"/>
                </a:cubicBezTo>
                <a:lnTo>
                  <a:pt x="7377602" y="5217990"/>
                </a:lnTo>
                <a:cubicBezTo>
                  <a:pt x="7377471" y="5217727"/>
                  <a:pt x="7377602" y="5217136"/>
                  <a:pt x="7377602" y="5217136"/>
                </a:cubicBezTo>
                <a:lnTo>
                  <a:pt x="7382135" y="5209255"/>
                </a:lnTo>
                <a:cubicBezTo>
                  <a:pt x="7382331" y="5208992"/>
                  <a:pt x="7382923" y="5208795"/>
                  <a:pt x="7382923" y="5208795"/>
                </a:cubicBezTo>
                <a:close/>
                <a:moveTo>
                  <a:pt x="7128477" y="5208795"/>
                </a:moveTo>
                <a:lnTo>
                  <a:pt x="7137540" y="5208795"/>
                </a:lnTo>
                <a:cubicBezTo>
                  <a:pt x="7137869" y="5208795"/>
                  <a:pt x="7138328" y="5209255"/>
                  <a:pt x="7138328" y="5209255"/>
                </a:cubicBezTo>
                <a:lnTo>
                  <a:pt x="7142860" y="5217136"/>
                </a:lnTo>
                <a:cubicBezTo>
                  <a:pt x="7142992" y="5217399"/>
                  <a:pt x="7142860" y="5217990"/>
                  <a:pt x="7142860" y="5217990"/>
                </a:cubicBezTo>
                <a:lnTo>
                  <a:pt x="7138328" y="5225873"/>
                </a:lnTo>
                <a:cubicBezTo>
                  <a:pt x="7138131" y="5226135"/>
                  <a:pt x="7137540" y="5226332"/>
                  <a:pt x="7137540" y="5226332"/>
                </a:cubicBezTo>
                <a:lnTo>
                  <a:pt x="7128477" y="5226332"/>
                </a:lnTo>
                <a:cubicBezTo>
                  <a:pt x="7128148" y="5226332"/>
                  <a:pt x="7127689" y="5225873"/>
                  <a:pt x="7127689" y="5225873"/>
                </a:cubicBezTo>
                <a:lnTo>
                  <a:pt x="7123156" y="5217990"/>
                </a:lnTo>
                <a:cubicBezTo>
                  <a:pt x="7123024" y="5217727"/>
                  <a:pt x="7123156" y="5217136"/>
                  <a:pt x="7123156" y="5217136"/>
                </a:cubicBezTo>
                <a:lnTo>
                  <a:pt x="7127689" y="5209255"/>
                </a:lnTo>
                <a:cubicBezTo>
                  <a:pt x="7127885" y="5208992"/>
                  <a:pt x="7128477" y="5208795"/>
                  <a:pt x="7128477" y="5208795"/>
                </a:cubicBezTo>
                <a:close/>
                <a:moveTo>
                  <a:pt x="6874095" y="5208795"/>
                </a:moveTo>
                <a:lnTo>
                  <a:pt x="6883159" y="5208795"/>
                </a:lnTo>
                <a:cubicBezTo>
                  <a:pt x="6883488" y="5208795"/>
                  <a:pt x="6883947" y="5209255"/>
                  <a:pt x="6883947" y="5209255"/>
                </a:cubicBezTo>
                <a:lnTo>
                  <a:pt x="6888480" y="5217136"/>
                </a:lnTo>
                <a:cubicBezTo>
                  <a:pt x="6888611" y="5217399"/>
                  <a:pt x="6888480" y="5217990"/>
                  <a:pt x="6888480" y="5217990"/>
                </a:cubicBezTo>
                <a:lnTo>
                  <a:pt x="6883947" y="5225873"/>
                </a:lnTo>
                <a:cubicBezTo>
                  <a:pt x="6883751" y="5226135"/>
                  <a:pt x="6883159" y="5226332"/>
                  <a:pt x="6883159" y="5226332"/>
                </a:cubicBezTo>
                <a:lnTo>
                  <a:pt x="6874095" y="5226332"/>
                </a:lnTo>
                <a:cubicBezTo>
                  <a:pt x="6873768" y="5226332"/>
                  <a:pt x="6873307" y="5225873"/>
                  <a:pt x="6873307" y="5225873"/>
                </a:cubicBezTo>
                <a:lnTo>
                  <a:pt x="6868775" y="5217990"/>
                </a:lnTo>
                <a:cubicBezTo>
                  <a:pt x="6868644" y="5217727"/>
                  <a:pt x="6868775" y="5217136"/>
                  <a:pt x="6868775" y="5217136"/>
                </a:cubicBezTo>
                <a:lnTo>
                  <a:pt x="6873307" y="5209255"/>
                </a:lnTo>
                <a:cubicBezTo>
                  <a:pt x="6873504" y="5208992"/>
                  <a:pt x="6874095" y="5208795"/>
                  <a:pt x="6874095" y="5208795"/>
                </a:cubicBezTo>
                <a:close/>
                <a:moveTo>
                  <a:pt x="6619714" y="5208795"/>
                </a:moveTo>
                <a:lnTo>
                  <a:pt x="6628778" y="5208795"/>
                </a:lnTo>
                <a:cubicBezTo>
                  <a:pt x="6629107" y="5208795"/>
                  <a:pt x="6629566" y="5209255"/>
                  <a:pt x="6629566" y="5209255"/>
                </a:cubicBezTo>
                <a:lnTo>
                  <a:pt x="6634099" y="5217136"/>
                </a:lnTo>
                <a:cubicBezTo>
                  <a:pt x="6634230" y="5217399"/>
                  <a:pt x="6634099" y="5217990"/>
                  <a:pt x="6634099" y="5217990"/>
                </a:cubicBezTo>
                <a:lnTo>
                  <a:pt x="6629566" y="5225873"/>
                </a:lnTo>
                <a:cubicBezTo>
                  <a:pt x="6629369" y="5226135"/>
                  <a:pt x="6628778" y="5226332"/>
                  <a:pt x="6628778" y="5226332"/>
                </a:cubicBezTo>
                <a:lnTo>
                  <a:pt x="6619714" y="5226332"/>
                </a:lnTo>
                <a:cubicBezTo>
                  <a:pt x="6619387" y="5226332"/>
                  <a:pt x="6618926" y="5225873"/>
                  <a:pt x="6618926" y="5225873"/>
                </a:cubicBezTo>
                <a:lnTo>
                  <a:pt x="6614394" y="5217990"/>
                </a:lnTo>
                <a:cubicBezTo>
                  <a:pt x="6614263" y="5217727"/>
                  <a:pt x="6614394" y="5217136"/>
                  <a:pt x="6614394" y="5217136"/>
                </a:cubicBezTo>
                <a:lnTo>
                  <a:pt x="6618926" y="5209255"/>
                </a:lnTo>
                <a:cubicBezTo>
                  <a:pt x="6619123" y="5208992"/>
                  <a:pt x="6619714" y="5208795"/>
                  <a:pt x="6619714" y="5208795"/>
                </a:cubicBezTo>
                <a:close/>
                <a:moveTo>
                  <a:pt x="6365334" y="5208795"/>
                </a:moveTo>
                <a:lnTo>
                  <a:pt x="6374397" y="5208795"/>
                </a:lnTo>
                <a:cubicBezTo>
                  <a:pt x="6374727" y="5208795"/>
                  <a:pt x="6375186" y="5209255"/>
                  <a:pt x="6375186" y="5209255"/>
                </a:cubicBezTo>
                <a:lnTo>
                  <a:pt x="6379718" y="5217136"/>
                </a:lnTo>
                <a:cubicBezTo>
                  <a:pt x="6379849" y="5217399"/>
                  <a:pt x="6379718" y="5217990"/>
                  <a:pt x="6379718" y="5217990"/>
                </a:cubicBezTo>
                <a:lnTo>
                  <a:pt x="6375186" y="5225873"/>
                </a:lnTo>
                <a:cubicBezTo>
                  <a:pt x="6374988" y="5226135"/>
                  <a:pt x="6374397" y="5226332"/>
                  <a:pt x="6374397" y="5226332"/>
                </a:cubicBezTo>
                <a:lnTo>
                  <a:pt x="6365334" y="5226332"/>
                </a:lnTo>
                <a:cubicBezTo>
                  <a:pt x="6365005" y="5226332"/>
                  <a:pt x="6364546" y="5225873"/>
                  <a:pt x="6364546" y="5225873"/>
                </a:cubicBezTo>
                <a:lnTo>
                  <a:pt x="6360014" y="5217990"/>
                </a:lnTo>
                <a:cubicBezTo>
                  <a:pt x="6359882" y="5217727"/>
                  <a:pt x="6360014" y="5217136"/>
                  <a:pt x="6360014" y="5217136"/>
                </a:cubicBezTo>
                <a:lnTo>
                  <a:pt x="6364546" y="5209255"/>
                </a:lnTo>
                <a:cubicBezTo>
                  <a:pt x="6364743" y="5208992"/>
                  <a:pt x="6365334" y="5208795"/>
                  <a:pt x="6365334" y="5208795"/>
                </a:cubicBezTo>
                <a:close/>
                <a:moveTo>
                  <a:pt x="6110888" y="5208795"/>
                </a:moveTo>
                <a:lnTo>
                  <a:pt x="6119953" y="5208795"/>
                </a:lnTo>
                <a:cubicBezTo>
                  <a:pt x="6120280" y="5208795"/>
                  <a:pt x="6120740" y="5209255"/>
                  <a:pt x="6120740" y="5209255"/>
                </a:cubicBezTo>
                <a:lnTo>
                  <a:pt x="6125272" y="5217136"/>
                </a:lnTo>
                <a:cubicBezTo>
                  <a:pt x="6125403" y="5217399"/>
                  <a:pt x="6125272" y="5217990"/>
                  <a:pt x="6125272" y="5217990"/>
                </a:cubicBezTo>
                <a:lnTo>
                  <a:pt x="6120740" y="5225873"/>
                </a:lnTo>
                <a:cubicBezTo>
                  <a:pt x="6120543" y="5226135"/>
                  <a:pt x="6119953" y="5226332"/>
                  <a:pt x="6119953" y="5226332"/>
                </a:cubicBezTo>
                <a:lnTo>
                  <a:pt x="6110888" y="5226332"/>
                </a:lnTo>
                <a:cubicBezTo>
                  <a:pt x="6110560" y="5226332"/>
                  <a:pt x="6110101" y="5225873"/>
                  <a:pt x="6110101" y="5225873"/>
                </a:cubicBezTo>
                <a:lnTo>
                  <a:pt x="6105567" y="5217990"/>
                </a:lnTo>
                <a:cubicBezTo>
                  <a:pt x="6105436" y="5217727"/>
                  <a:pt x="6105567" y="5217136"/>
                  <a:pt x="6105567" y="5217136"/>
                </a:cubicBezTo>
                <a:lnTo>
                  <a:pt x="6110101" y="5209255"/>
                </a:lnTo>
                <a:cubicBezTo>
                  <a:pt x="6110296" y="5208992"/>
                  <a:pt x="6110888" y="5208795"/>
                  <a:pt x="6110888" y="5208795"/>
                </a:cubicBezTo>
                <a:close/>
                <a:moveTo>
                  <a:pt x="5856508" y="5208795"/>
                </a:moveTo>
                <a:lnTo>
                  <a:pt x="5865571" y="5208795"/>
                </a:lnTo>
                <a:cubicBezTo>
                  <a:pt x="5865900" y="5208795"/>
                  <a:pt x="5866359" y="5209255"/>
                  <a:pt x="5866359" y="5209255"/>
                </a:cubicBezTo>
                <a:lnTo>
                  <a:pt x="5870891" y="5217136"/>
                </a:lnTo>
                <a:cubicBezTo>
                  <a:pt x="5871023" y="5217399"/>
                  <a:pt x="5870891" y="5217990"/>
                  <a:pt x="5870891" y="5217990"/>
                </a:cubicBezTo>
                <a:lnTo>
                  <a:pt x="5866359" y="5225873"/>
                </a:lnTo>
                <a:cubicBezTo>
                  <a:pt x="5866163" y="5226135"/>
                  <a:pt x="5865571" y="5226332"/>
                  <a:pt x="5865571" y="5226332"/>
                </a:cubicBezTo>
                <a:lnTo>
                  <a:pt x="5856508" y="5226332"/>
                </a:lnTo>
                <a:cubicBezTo>
                  <a:pt x="5856178" y="5226332"/>
                  <a:pt x="5855720" y="5225873"/>
                  <a:pt x="5855720" y="5225873"/>
                </a:cubicBezTo>
                <a:lnTo>
                  <a:pt x="5851187" y="5217990"/>
                </a:lnTo>
                <a:cubicBezTo>
                  <a:pt x="5851055" y="5217727"/>
                  <a:pt x="5851187" y="5217136"/>
                  <a:pt x="5851187" y="5217136"/>
                </a:cubicBezTo>
                <a:lnTo>
                  <a:pt x="5855720" y="5209255"/>
                </a:lnTo>
                <a:cubicBezTo>
                  <a:pt x="5855916" y="5208992"/>
                  <a:pt x="5856508" y="5208795"/>
                  <a:pt x="5856508" y="5208795"/>
                </a:cubicBezTo>
                <a:close/>
                <a:moveTo>
                  <a:pt x="5602126" y="5208795"/>
                </a:moveTo>
                <a:lnTo>
                  <a:pt x="5611191" y="5208795"/>
                </a:lnTo>
                <a:cubicBezTo>
                  <a:pt x="5611519" y="5208795"/>
                  <a:pt x="5611979" y="5209255"/>
                  <a:pt x="5611979" y="5209255"/>
                </a:cubicBezTo>
                <a:lnTo>
                  <a:pt x="5616511" y="5217136"/>
                </a:lnTo>
                <a:cubicBezTo>
                  <a:pt x="5616642" y="5217399"/>
                  <a:pt x="5616511" y="5217990"/>
                  <a:pt x="5616511" y="5217990"/>
                </a:cubicBezTo>
                <a:lnTo>
                  <a:pt x="5611979" y="5225873"/>
                </a:lnTo>
                <a:cubicBezTo>
                  <a:pt x="5611782" y="5226135"/>
                  <a:pt x="5611191" y="5226332"/>
                  <a:pt x="5611191" y="5226332"/>
                </a:cubicBezTo>
                <a:lnTo>
                  <a:pt x="5602126" y="5226332"/>
                </a:lnTo>
                <a:cubicBezTo>
                  <a:pt x="5601798" y="5226332"/>
                  <a:pt x="5601338" y="5225873"/>
                  <a:pt x="5601338" y="5225873"/>
                </a:cubicBezTo>
                <a:lnTo>
                  <a:pt x="5596807" y="5217990"/>
                </a:lnTo>
                <a:cubicBezTo>
                  <a:pt x="5596675" y="5217727"/>
                  <a:pt x="5596807" y="5217136"/>
                  <a:pt x="5596807" y="5217136"/>
                </a:cubicBezTo>
                <a:lnTo>
                  <a:pt x="5601338" y="5209255"/>
                </a:lnTo>
                <a:cubicBezTo>
                  <a:pt x="5601536" y="5208992"/>
                  <a:pt x="5602126" y="5208795"/>
                  <a:pt x="5602126" y="5208795"/>
                </a:cubicBezTo>
                <a:close/>
                <a:moveTo>
                  <a:pt x="5347746" y="5208795"/>
                </a:moveTo>
                <a:lnTo>
                  <a:pt x="5356810" y="5208795"/>
                </a:lnTo>
                <a:cubicBezTo>
                  <a:pt x="5357138" y="5208795"/>
                  <a:pt x="5357598" y="5209255"/>
                  <a:pt x="5357598" y="5209255"/>
                </a:cubicBezTo>
                <a:lnTo>
                  <a:pt x="5362130" y="5217136"/>
                </a:lnTo>
                <a:cubicBezTo>
                  <a:pt x="5362261" y="5217399"/>
                  <a:pt x="5362130" y="5217990"/>
                  <a:pt x="5362130" y="5217990"/>
                </a:cubicBezTo>
                <a:lnTo>
                  <a:pt x="5357598" y="5225873"/>
                </a:lnTo>
                <a:cubicBezTo>
                  <a:pt x="5357401" y="5226135"/>
                  <a:pt x="5356810" y="5226332"/>
                  <a:pt x="5356810" y="5226332"/>
                </a:cubicBezTo>
                <a:lnTo>
                  <a:pt x="5347746" y="5226332"/>
                </a:lnTo>
                <a:cubicBezTo>
                  <a:pt x="5347418" y="5226332"/>
                  <a:pt x="5346958" y="5225873"/>
                  <a:pt x="5346958" y="5225873"/>
                </a:cubicBezTo>
                <a:lnTo>
                  <a:pt x="5342425" y="5217990"/>
                </a:lnTo>
                <a:cubicBezTo>
                  <a:pt x="5342295" y="5217727"/>
                  <a:pt x="5342425" y="5217136"/>
                  <a:pt x="5342425" y="5217136"/>
                </a:cubicBezTo>
                <a:lnTo>
                  <a:pt x="5346958" y="5209255"/>
                </a:lnTo>
                <a:cubicBezTo>
                  <a:pt x="5347154" y="5208992"/>
                  <a:pt x="5347746" y="5208795"/>
                  <a:pt x="5347746" y="5208795"/>
                </a:cubicBezTo>
                <a:close/>
                <a:moveTo>
                  <a:pt x="5093300" y="5208795"/>
                </a:moveTo>
                <a:lnTo>
                  <a:pt x="5102364" y="5208795"/>
                </a:lnTo>
                <a:cubicBezTo>
                  <a:pt x="5102693" y="5208795"/>
                  <a:pt x="5103153" y="5209255"/>
                  <a:pt x="5103153" y="5209255"/>
                </a:cubicBezTo>
                <a:lnTo>
                  <a:pt x="5107684" y="5217136"/>
                </a:lnTo>
                <a:cubicBezTo>
                  <a:pt x="5107815" y="5217399"/>
                  <a:pt x="5107684" y="5217990"/>
                  <a:pt x="5107684" y="5217990"/>
                </a:cubicBezTo>
                <a:lnTo>
                  <a:pt x="5103153" y="5225873"/>
                </a:lnTo>
                <a:cubicBezTo>
                  <a:pt x="5102955" y="5226135"/>
                  <a:pt x="5102364" y="5226332"/>
                  <a:pt x="5102364" y="5226332"/>
                </a:cubicBezTo>
                <a:lnTo>
                  <a:pt x="5093300" y="5226332"/>
                </a:lnTo>
                <a:cubicBezTo>
                  <a:pt x="5092972" y="5226332"/>
                  <a:pt x="5092512" y="5225873"/>
                  <a:pt x="5092512" y="5225873"/>
                </a:cubicBezTo>
                <a:lnTo>
                  <a:pt x="5087979" y="5217990"/>
                </a:lnTo>
                <a:cubicBezTo>
                  <a:pt x="5087848" y="5217727"/>
                  <a:pt x="5087979" y="5217136"/>
                  <a:pt x="5087979" y="5217136"/>
                </a:cubicBezTo>
                <a:lnTo>
                  <a:pt x="5092512" y="5209255"/>
                </a:lnTo>
                <a:cubicBezTo>
                  <a:pt x="5092708" y="5208992"/>
                  <a:pt x="5093300" y="5208795"/>
                  <a:pt x="5093300" y="5208795"/>
                </a:cubicBezTo>
                <a:close/>
                <a:moveTo>
                  <a:pt x="4838919" y="5208795"/>
                </a:moveTo>
                <a:lnTo>
                  <a:pt x="4847982" y="5208795"/>
                </a:lnTo>
                <a:cubicBezTo>
                  <a:pt x="4848311" y="5208795"/>
                  <a:pt x="4848772" y="5209255"/>
                  <a:pt x="4848772" y="5209255"/>
                </a:cubicBezTo>
                <a:lnTo>
                  <a:pt x="4853303" y="5217136"/>
                </a:lnTo>
                <a:cubicBezTo>
                  <a:pt x="4853435" y="5217399"/>
                  <a:pt x="4853303" y="5217990"/>
                  <a:pt x="4853303" y="5217990"/>
                </a:cubicBezTo>
                <a:lnTo>
                  <a:pt x="4848772" y="5225873"/>
                </a:lnTo>
                <a:cubicBezTo>
                  <a:pt x="4848575" y="5226135"/>
                  <a:pt x="4847982" y="5226332"/>
                  <a:pt x="4847982" y="5226332"/>
                </a:cubicBezTo>
                <a:lnTo>
                  <a:pt x="4838919" y="5226332"/>
                </a:lnTo>
                <a:cubicBezTo>
                  <a:pt x="4838590" y="5226332"/>
                  <a:pt x="4838132" y="5225873"/>
                  <a:pt x="4838132" y="5225873"/>
                </a:cubicBezTo>
                <a:lnTo>
                  <a:pt x="4833598" y="5217990"/>
                </a:lnTo>
                <a:cubicBezTo>
                  <a:pt x="4833467" y="5217727"/>
                  <a:pt x="4833598" y="5217136"/>
                  <a:pt x="4833598" y="5217136"/>
                </a:cubicBezTo>
                <a:lnTo>
                  <a:pt x="4838132" y="5209255"/>
                </a:lnTo>
                <a:cubicBezTo>
                  <a:pt x="4838328" y="5208992"/>
                  <a:pt x="4838919" y="5208795"/>
                  <a:pt x="4838919" y="5208795"/>
                </a:cubicBezTo>
                <a:close/>
                <a:moveTo>
                  <a:pt x="4584538" y="5208795"/>
                </a:moveTo>
                <a:lnTo>
                  <a:pt x="4593603" y="5208795"/>
                </a:lnTo>
                <a:cubicBezTo>
                  <a:pt x="4593932" y="5208795"/>
                  <a:pt x="4594390" y="5209255"/>
                  <a:pt x="4594390" y="5209255"/>
                </a:cubicBezTo>
                <a:lnTo>
                  <a:pt x="4598922" y="5217136"/>
                </a:lnTo>
                <a:cubicBezTo>
                  <a:pt x="4599054" y="5217399"/>
                  <a:pt x="4598922" y="5217990"/>
                  <a:pt x="4598922" y="5217990"/>
                </a:cubicBezTo>
                <a:lnTo>
                  <a:pt x="4594390" y="5225873"/>
                </a:lnTo>
                <a:cubicBezTo>
                  <a:pt x="4594193" y="5226135"/>
                  <a:pt x="4593603" y="5226332"/>
                  <a:pt x="4593603" y="5226332"/>
                </a:cubicBezTo>
                <a:lnTo>
                  <a:pt x="4584538" y="5226332"/>
                </a:lnTo>
                <a:cubicBezTo>
                  <a:pt x="4584210" y="5226332"/>
                  <a:pt x="4583749" y="5225873"/>
                  <a:pt x="4583749" y="5225873"/>
                </a:cubicBezTo>
                <a:lnTo>
                  <a:pt x="4579218" y="5217990"/>
                </a:lnTo>
                <a:cubicBezTo>
                  <a:pt x="4579087" y="5217727"/>
                  <a:pt x="4579218" y="5217136"/>
                  <a:pt x="4579218" y="5217136"/>
                </a:cubicBezTo>
                <a:lnTo>
                  <a:pt x="4583749" y="5209255"/>
                </a:lnTo>
                <a:cubicBezTo>
                  <a:pt x="4583948" y="5208992"/>
                  <a:pt x="4584538" y="5208795"/>
                  <a:pt x="4584538" y="5208795"/>
                </a:cubicBezTo>
                <a:close/>
                <a:moveTo>
                  <a:pt x="4330157" y="5208795"/>
                </a:moveTo>
                <a:lnTo>
                  <a:pt x="4339222" y="5208795"/>
                </a:lnTo>
                <a:cubicBezTo>
                  <a:pt x="4339550" y="5208795"/>
                  <a:pt x="4340010" y="5209255"/>
                  <a:pt x="4340010" y="5209255"/>
                </a:cubicBezTo>
                <a:lnTo>
                  <a:pt x="4344540" y="5217136"/>
                </a:lnTo>
                <a:cubicBezTo>
                  <a:pt x="4344672" y="5217399"/>
                  <a:pt x="4344540" y="5217990"/>
                  <a:pt x="4344540" y="5217990"/>
                </a:cubicBezTo>
                <a:lnTo>
                  <a:pt x="4340010" y="5225873"/>
                </a:lnTo>
                <a:cubicBezTo>
                  <a:pt x="4339812" y="5226135"/>
                  <a:pt x="4339222" y="5226332"/>
                  <a:pt x="4339222" y="5226332"/>
                </a:cubicBezTo>
                <a:lnTo>
                  <a:pt x="4330157" y="5226332"/>
                </a:lnTo>
                <a:cubicBezTo>
                  <a:pt x="4329829" y="5226332"/>
                  <a:pt x="4329369" y="5225873"/>
                  <a:pt x="4329369" y="5225873"/>
                </a:cubicBezTo>
                <a:lnTo>
                  <a:pt x="4324836" y="5217990"/>
                </a:lnTo>
                <a:cubicBezTo>
                  <a:pt x="4324706" y="5217727"/>
                  <a:pt x="4324836" y="5217136"/>
                  <a:pt x="4324836" y="5217136"/>
                </a:cubicBezTo>
                <a:lnTo>
                  <a:pt x="4329369" y="5209255"/>
                </a:lnTo>
                <a:cubicBezTo>
                  <a:pt x="4329565" y="5208992"/>
                  <a:pt x="4330157" y="5208795"/>
                  <a:pt x="4330157" y="5208795"/>
                </a:cubicBezTo>
                <a:close/>
                <a:moveTo>
                  <a:pt x="4076028" y="5208795"/>
                </a:moveTo>
                <a:lnTo>
                  <a:pt x="4085093" y="5208795"/>
                </a:lnTo>
                <a:cubicBezTo>
                  <a:pt x="4085421" y="5208795"/>
                  <a:pt x="4085880" y="5209255"/>
                  <a:pt x="4085880" y="5209255"/>
                </a:cubicBezTo>
                <a:lnTo>
                  <a:pt x="4090413" y="5217136"/>
                </a:lnTo>
                <a:cubicBezTo>
                  <a:pt x="4090544" y="5217399"/>
                  <a:pt x="4090413" y="5217990"/>
                  <a:pt x="4090413" y="5217990"/>
                </a:cubicBezTo>
                <a:lnTo>
                  <a:pt x="4085880" y="5225873"/>
                </a:lnTo>
                <a:cubicBezTo>
                  <a:pt x="4085684" y="5226135"/>
                  <a:pt x="4085093" y="5226332"/>
                  <a:pt x="4085093" y="5226332"/>
                </a:cubicBezTo>
                <a:lnTo>
                  <a:pt x="4076028" y="5226332"/>
                </a:lnTo>
                <a:cubicBezTo>
                  <a:pt x="4075700" y="5226332"/>
                  <a:pt x="4075240" y="5225873"/>
                  <a:pt x="4075240" y="5225873"/>
                </a:cubicBezTo>
                <a:lnTo>
                  <a:pt x="4070708" y="5217990"/>
                </a:lnTo>
                <a:cubicBezTo>
                  <a:pt x="4070577" y="5217727"/>
                  <a:pt x="4070708" y="5217136"/>
                  <a:pt x="4070708" y="5217136"/>
                </a:cubicBezTo>
                <a:lnTo>
                  <a:pt x="4075240" y="5209255"/>
                </a:lnTo>
                <a:cubicBezTo>
                  <a:pt x="4075436" y="5208992"/>
                  <a:pt x="4076028" y="5208795"/>
                  <a:pt x="4076028" y="5208795"/>
                </a:cubicBezTo>
                <a:close/>
                <a:moveTo>
                  <a:pt x="3821479" y="5208795"/>
                </a:moveTo>
                <a:lnTo>
                  <a:pt x="3830543" y="5208795"/>
                </a:lnTo>
                <a:cubicBezTo>
                  <a:pt x="3830873" y="5208795"/>
                  <a:pt x="3831333" y="5209255"/>
                  <a:pt x="3831333" y="5209255"/>
                </a:cubicBezTo>
                <a:lnTo>
                  <a:pt x="3835865" y="5217136"/>
                </a:lnTo>
                <a:cubicBezTo>
                  <a:pt x="3835996" y="5217399"/>
                  <a:pt x="3835865" y="5217990"/>
                  <a:pt x="3835865" y="5217990"/>
                </a:cubicBezTo>
                <a:lnTo>
                  <a:pt x="3831333" y="5225873"/>
                </a:lnTo>
                <a:cubicBezTo>
                  <a:pt x="3831134" y="5226135"/>
                  <a:pt x="3830543" y="5226332"/>
                  <a:pt x="3830543" y="5226332"/>
                </a:cubicBezTo>
                <a:lnTo>
                  <a:pt x="3821479" y="5226332"/>
                </a:lnTo>
                <a:cubicBezTo>
                  <a:pt x="3821150" y="5226332"/>
                  <a:pt x="3820691" y="5225873"/>
                  <a:pt x="3820691" y="5225873"/>
                </a:cubicBezTo>
                <a:lnTo>
                  <a:pt x="3816158" y="5217990"/>
                </a:lnTo>
                <a:cubicBezTo>
                  <a:pt x="3816026" y="5217727"/>
                  <a:pt x="3816158" y="5217136"/>
                  <a:pt x="3816158" y="5217136"/>
                </a:cubicBezTo>
                <a:lnTo>
                  <a:pt x="3820691" y="5209255"/>
                </a:lnTo>
                <a:cubicBezTo>
                  <a:pt x="3820891" y="5208992"/>
                  <a:pt x="3821479" y="5208795"/>
                  <a:pt x="3821479" y="5208795"/>
                </a:cubicBezTo>
                <a:close/>
                <a:moveTo>
                  <a:pt x="3567110" y="5208795"/>
                </a:moveTo>
                <a:lnTo>
                  <a:pt x="3576174" y="5208795"/>
                </a:lnTo>
                <a:cubicBezTo>
                  <a:pt x="3576502" y="5208795"/>
                  <a:pt x="3576963" y="5209255"/>
                  <a:pt x="3576963" y="5209255"/>
                </a:cubicBezTo>
                <a:lnTo>
                  <a:pt x="3581495" y="5217136"/>
                </a:lnTo>
                <a:cubicBezTo>
                  <a:pt x="3581626" y="5217399"/>
                  <a:pt x="3581495" y="5217990"/>
                  <a:pt x="3581495" y="5217990"/>
                </a:cubicBezTo>
                <a:lnTo>
                  <a:pt x="3576963" y="5225873"/>
                </a:lnTo>
                <a:cubicBezTo>
                  <a:pt x="3576766" y="5226135"/>
                  <a:pt x="3576174" y="5226332"/>
                  <a:pt x="3576174" y="5226332"/>
                </a:cubicBezTo>
                <a:lnTo>
                  <a:pt x="3567110" y="5226332"/>
                </a:lnTo>
                <a:cubicBezTo>
                  <a:pt x="3566782" y="5226332"/>
                  <a:pt x="3566322" y="5225873"/>
                  <a:pt x="3566322" y="5225873"/>
                </a:cubicBezTo>
                <a:lnTo>
                  <a:pt x="3561788" y="5217990"/>
                </a:lnTo>
                <a:cubicBezTo>
                  <a:pt x="3561657" y="5217727"/>
                  <a:pt x="3561788" y="5217136"/>
                  <a:pt x="3561788" y="5217136"/>
                </a:cubicBezTo>
                <a:lnTo>
                  <a:pt x="3566322" y="5209255"/>
                </a:lnTo>
                <a:cubicBezTo>
                  <a:pt x="3566519" y="5208992"/>
                  <a:pt x="3567110" y="5208795"/>
                  <a:pt x="3567110" y="5208795"/>
                </a:cubicBezTo>
                <a:close/>
                <a:moveTo>
                  <a:pt x="3312607" y="5208795"/>
                </a:moveTo>
                <a:lnTo>
                  <a:pt x="3321671" y="5208795"/>
                </a:lnTo>
                <a:cubicBezTo>
                  <a:pt x="3321999" y="5208795"/>
                  <a:pt x="3322459" y="5209255"/>
                  <a:pt x="3322459" y="5209255"/>
                </a:cubicBezTo>
                <a:lnTo>
                  <a:pt x="3326991" y="5217136"/>
                </a:lnTo>
                <a:cubicBezTo>
                  <a:pt x="3327122" y="5217399"/>
                  <a:pt x="3326991" y="5217990"/>
                  <a:pt x="3326991" y="5217990"/>
                </a:cubicBezTo>
                <a:lnTo>
                  <a:pt x="3322459" y="5225873"/>
                </a:lnTo>
                <a:cubicBezTo>
                  <a:pt x="3322261" y="5226135"/>
                  <a:pt x="3321671" y="5226332"/>
                  <a:pt x="3321671" y="5226332"/>
                </a:cubicBezTo>
                <a:lnTo>
                  <a:pt x="3312607" y="5226332"/>
                </a:lnTo>
                <a:cubicBezTo>
                  <a:pt x="3312278" y="5226332"/>
                  <a:pt x="3311819" y="5225873"/>
                  <a:pt x="3311819" y="5225873"/>
                </a:cubicBezTo>
                <a:lnTo>
                  <a:pt x="3307286" y="5217990"/>
                </a:lnTo>
                <a:cubicBezTo>
                  <a:pt x="3307155" y="5217727"/>
                  <a:pt x="3307286" y="5217136"/>
                  <a:pt x="3307286" y="5217136"/>
                </a:cubicBezTo>
                <a:lnTo>
                  <a:pt x="3311819" y="5209255"/>
                </a:lnTo>
                <a:cubicBezTo>
                  <a:pt x="3312015" y="5208992"/>
                  <a:pt x="3312607" y="5208795"/>
                  <a:pt x="3312607" y="5208795"/>
                </a:cubicBezTo>
                <a:close/>
                <a:moveTo>
                  <a:pt x="3058377" y="5208795"/>
                </a:moveTo>
                <a:lnTo>
                  <a:pt x="3067441" y="5208795"/>
                </a:lnTo>
                <a:cubicBezTo>
                  <a:pt x="3067771" y="5208795"/>
                  <a:pt x="3068230" y="5209255"/>
                  <a:pt x="3068230" y="5209255"/>
                </a:cubicBezTo>
                <a:lnTo>
                  <a:pt x="3072762" y="5217136"/>
                </a:lnTo>
                <a:cubicBezTo>
                  <a:pt x="3072893" y="5217399"/>
                  <a:pt x="3072762" y="5217990"/>
                  <a:pt x="3072762" y="5217990"/>
                </a:cubicBezTo>
                <a:lnTo>
                  <a:pt x="3068230" y="5225873"/>
                </a:lnTo>
                <a:cubicBezTo>
                  <a:pt x="3068033" y="5226135"/>
                  <a:pt x="3067441" y="5226332"/>
                  <a:pt x="3067441" y="5226332"/>
                </a:cubicBezTo>
                <a:lnTo>
                  <a:pt x="3058377" y="5226332"/>
                </a:lnTo>
                <a:cubicBezTo>
                  <a:pt x="3058050" y="5226332"/>
                  <a:pt x="3057589" y="5225873"/>
                  <a:pt x="3057589" y="5225873"/>
                </a:cubicBezTo>
                <a:lnTo>
                  <a:pt x="3053056" y="5217990"/>
                </a:lnTo>
                <a:cubicBezTo>
                  <a:pt x="3052925" y="5217727"/>
                  <a:pt x="3053056" y="5217136"/>
                  <a:pt x="3053056" y="5217136"/>
                </a:cubicBezTo>
                <a:lnTo>
                  <a:pt x="3057589" y="5209255"/>
                </a:lnTo>
                <a:cubicBezTo>
                  <a:pt x="3057787" y="5208992"/>
                  <a:pt x="3058377" y="5208795"/>
                  <a:pt x="3058377" y="5208795"/>
                </a:cubicBezTo>
                <a:close/>
                <a:moveTo>
                  <a:pt x="2803834" y="5208795"/>
                </a:moveTo>
                <a:lnTo>
                  <a:pt x="2812898" y="5208795"/>
                </a:lnTo>
                <a:cubicBezTo>
                  <a:pt x="2813227" y="5208795"/>
                  <a:pt x="2813685" y="5209255"/>
                  <a:pt x="2813685" y="5209255"/>
                </a:cubicBezTo>
                <a:lnTo>
                  <a:pt x="2818217" y="5217136"/>
                </a:lnTo>
                <a:cubicBezTo>
                  <a:pt x="2818348" y="5217399"/>
                  <a:pt x="2818217" y="5217990"/>
                  <a:pt x="2818217" y="5217990"/>
                </a:cubicBezTo>
                <a:lnTo>
                  <a:pt x="2813685" y="5225873"/>
                </a:lnTo>
                <a:cubicBezTo>
                  <a:pt x="2813488" y="5226135"/>
                  <a:pt x="2812898" y="5226332"/>
                  <a:pt x="2812898" y="5226332"/>
                </a:cubicBezTo>
                <a:lnTo>
                  <a:pt x="2803834" y="5226332"/>
                </a:lnTo>
                <a:cubicBezTo>
                  <a:pt x="2803504" y="5226332"/>
                  <a:pt x="2803044" y="5225873"/>
                  <a:pt x="2803044" y="5225873"/>
                </a:cubicBezTo>
                <a:lnTo>
                  <a:pt x="2798513" y="5217990"/>
                </a:lnTo>
                <a:cubicBezTo>
                  <a:pt x="2798381" y="5217727"/>
                  <a:pt x="2798513" y="5217136"/>
                  <a:pt x="2798513" y="5217136"/>
                </a:cubicBezTo>
                <a:lnTo>
                  <a:pt x="2803044" y="5209255"/>
                </a:lnTo>
                <a:cubicBezTo>
                  <a:pt x="2803241" y="5208992"/>
                  <a:pt x="2803834" y="5208795"/>
                  <a:pt x="2803834" y="5208795"/>
                </a:cubicBezTo>
                <a:close/>
                <a:moveTo>
                  <a:pt x="2549481" y="5208795"/>
                </a:moveTo>
                <a:lnTo>
                  <a:pt x="2558547" y="5208795"/>
                </a:lnTo>
                <a:cubicBezTo>
                  <a:pt x="2558876" y="5208795"/>
                  <a:pt x="2559334" y="5209255"/>
                  <a:pt x="2559334" y="5209255"/>
                </a:cubicBezTo>
                <a:lnTo>
                  <a:pt x="2563866" y="5217136"/>
                </a:lnTo>
                <a:cubicBezTo>
                  <a:pt x="2563997" y="5217399"/>
                  <a:pt x="2563866" y="5217990"/>
                  <a:pt x="2563866" y="5217990"/>
                </a:cubicBezTo>
                <a:lnTo>
                  <a:pt x="2559334" y="5225873"/>
                </a:lnTo>
                <a:cubicBezTo>
                  <a:pt x="2559137" y="5226135"/>
                  <a:pt x="2558547" y="5226332"/>
                  <a:pt x="2558547" y="5226332"/>
                </a:cubicBezTo>
                <a:lnTo>
                  <a:pt x="2549481" y="5226332"/>
                </a:lnTo>
                <a:cubicBezTo>
                  <a:pt x="2549154" y="5226332"/>
                  <a:pt x="2548693" y="5225873"/>
                  <a:pt x="2548693" y="5225873"/>
                </a:cubicBezTo>
                <a:lnTo>
                  <a:pt x="2544162" y="5217990"/>
                </a:lnTo>
                <a:cubicBezTo>
                  <a:pt x="2544029" y="5217727"/>
                  <a:pt x="2544162" y="5217136"/>
                  <a:pt x="2544162" y="5217136"/>
                </a:cubicBezTo>
                <a:lnTo>
                  <a:pt x="2548693" y="5209255"/>
                </a:lnTo>
                <a:cubicBezTo>
                  <a:pt x="2548890" y="5208992"/>
                  <a:pt x="2549481" y="5208795"/>
                  <a:pt x="2549481" y="5208795"/>
                </a:cubicBezTo>
                <a:close/>
                <a:moveTo>
                  <a:pt x="2294981" y="5208795"/>
                </a:moveTo>
                <a:lnTo>
                  <a:pt x="2304046" y="5208795"/>
                </a:lnTo>
                <a:cubicBezTo>
                  <a:pt x="2304375" y="5208795"/>
                  <a:pt x="2304834" y="5209255"/>
                  <a:pt x="2304834" y="5209255"/>
                </a:cubicBezTo>
                <a:lnTo>
                  <a:pt x="2309366" y="5217136"/>
                </a:lnTo>
                <a:cubicBezTo>
                  <a:pt x="2309497" y="5217399"/>
                  <a:pt x="2309366" y="5217990"/>
                  <a:pt x="2309366" y="5217990"/>
                </a:cubicBezTo>
                <a:lnTo>
                  <a:pt x="2304834" y="5225872"/>
                </a:lnTo>
                <a:cubicBezTo>
                  <a:pt x="2304637" y="5226134"/>
                  <a:pt x="2304046" y="5226331"/>
                  <a:pt x="2304046" y="5226331"/>
                </a:cubicBezTo>
                <a:lnTo>
                  <a:pt x="2294981" y="5226331"/>
                </a:lnTo>
                <a:cubicBezTo>
                  <a:pt x="2294654" y="5226331"/>
                  <a:pt x="2294193" y="5225872"/>
                  <a:pt x="2294193" y="5225872"/>
                </a:cubicBezTo>
                <a:lnTo>
                  <a:pt x="2289662" y="5217990"/>
                </a:lnTo>
                <a:cubicBezTo>
                  <a:pt x="2289530" y="5217727"/>
                  <a:pt x="2289662" y="5217136"/>
                  <a:pt x="2289662" y="5217136"/>
                </a:cubicBezTo>
                <a:lnTo>
                  <a:pt x="2294193" y="5209255"/>
                </a:lnTo>
                <a:cubicBezTo>
                  <a:pt x="2294390" y="5208992"/>
                  <a:pt x="2294981" y="5208795"/>
                  <a:pt x="2294981" y="5208795"/>
                </a:cubicBezTo>
                <a:close/>
                <a:moveTo>
                  <a:pt x="2040691" y="5208795"/>
                </a:moveTo>
                <a:lnTo>
                  <a:pt x="2049755" y="5208795"/>
                </a:lnTo>
                <a:cubicBezTo>
                  <a:pt x="2050084" y="5208795"/>
                  <a:pt x="2050543" y="5209255"/>
                  <a:pt x="2050543" y="5209255"/>
                </a:cubicBezTo>
                <a:lnTo>
                  <a:pt x="2055074" y="5217136"/>
                </a:lnTo>
                <a:cubicBezTo>
                  <a:pt x="2055206" y="5217399"/>
                  <a:pt x="2055074" y="5217990"/>
                  <a:pt x="2055074" y="5217990"/>
                </a:cubicBezTo>
                <a:lnTo>
                  <a:pt x="2050543" y="5225873"/>
                </a:lnTo>
                <a:cubicBezTo>
                  <a:pt x="2050346" y="5226135"/>
                  <a:pt x="2049755" y="5226332"/>
                  <a:pt x="2049755" y="5226332"/>
                </a:cubicBezTo>
                <a:lnTo>
                  <a:pt x="2040691" y="5226332"/>
                </a:lnTo>
                <a:cubicBezTo>
                  <a:pt x="2040362" y="5226332"/>
                  <a:pt x="2039902" y="5225873"/>
                  <a:pt x="2039902" y="5225873"/>
                </a:cubicBezTo>
                <a:lnTo>
                  <a:pt x="2035368" y="5217990"/>
                </a:lnTo>
                <a:cubicBezTo>
                  <a:pt x="2035237" y="5217727"/>
                  <a:pt x="2035368" y="5217136"/>
                  <a:pt x="2035368" y="5217136"/>
                </a:cubicBezTo>
                <a:lnTo>
                  <a:pt x="2039902" y="5209255"/>
                </a:lnTo>
                <a:cubicBezTo>
                  <a:pt x="2040099" y="5208992"/>
                  <a:pt x="2040691" y="5208795"/>
                  <a:pt x="2040691" y="5208795"/>
                </a:cubicBezTo>
                <a:close/>
                <a:moveTo>
                  <a:pt x="1786206" y="5208795"/>
                </a:moveTo>
                <a:lnTo>
                  <a:pt x="1795271" y="5208795"/>
                </a:lnTo>
                <a:cubicBezTo>
                  <a:pt x="1795599" y="5208795"/>
                  <a:pt x="1796059" y="5209255"/>
                  <a:pt x="1796059" y="5209255"/>
                </a:cubicBezTo>
                <a:lnTo>
                  <a:pt x="1800590" y="5217136"/>
                </a:lnTo>
                <a:cubicBezTo>
                  <a:pt x="1800722" y="5217399"/>
                  <a:pt x="1800590" y="5217990"/>
                  <a:pt x="1800590" y="5217990"/>
                </a:cubicBezTo>
                <a:lnTo>
                  <a:pt x="1796059" y="5225873"/>
                </a:lnTo>
                <a:cubicBezTo>
                  <a:pt x="1795862" y="5226135"/>
                  <a:pt x="1795271" y="5226332"/>
                  <a:pt x="1795271" y="5226332"/>
                </a:cubicBezTo>
                <a:lnTo>
                  <a:pt x="1786206" y="5226332"/>
                </a:lnTo>
                <a:cubicBezTo>
                  <a:pt x="1785879" y="5226332"/>
                  <a:pt x="1785418" y="5225873"/>
                  <a:pt x="1785418" y="5225873"/>
                </a:cubicBezTo>
                <a:lnTo>
                  <a:pt x="1780886" y="5217990"/>
                </a:lnTo>
                <a:cubicBezTo>
                  <a:pt x="1780755" y="5217727"/>
                  <a:pt x="1780886" y="5217136"/>
                  <a:pt x="1780886" y="5217136"/>
                </a:cubicBezTo>
                <a:lnTo>
                  <a:pt x="1785418" y="5209255"/>
                </a:lnTo>
                <a:cubicBezTo>
                  <a:pt x="1785615" y="5208992"/>
                  <a:pt x="1786206" y="5208795"/>
                  <a:pt x="1786206" y="5208795"/>
                </a:cubicBezTo>
                <a:close/>
                <a:moveTo>
                  <a:pt x="1531849" y="5208795"/>
                </a:moveTo>
                <a:lnTo>
                  <a:pt x="1540912" y="5208795"/>
                </a:lnTo>
                <a:cubicBezTo>
                  <a:pt x="1541241" y="5208795"/>
                  <a:pt x="1541701" y="5209255"/>
                  <a:pt x="1541701" y="5209255"/>
                </a:cubicBezTo>
                <a:lnTo>
                  <a:pt x="1546233" y="5217136"/>
                </a:lnTo>
                <a:cubicBezTo>
                  <a:pt x="1546364" y="5217399"/>
                  <a:pt x="1546233" y="5217990"/>
                  <a:pt x="1546233" y="5217990"/>
                </a:cubicBezTo>
                <a:lnTo>
                  <a:pt x="1541701" y="5225873"/>
                </a:lnTo>
                <a:cubicBezTo>
                  <a:pt x="1541503" y="5226135"/>
                  <a:pt x="1540912" y="5226332"/>
                  <a:pt x="1540912" y="5226332"/>
                </a:cubicBezTo>
                <a:lnTo>
                  <a:pt x="1531849" y="5226332"/>
                </a:lnTo>
                <a:cubicBezTo>
                  <a:pt x="1531520" y="5226332"/>
                  <a:pt x="1531061" y="5225873"/>
                  <a:pt x="1531061" y="5225873"/>
                </a:cubicBezTo>
                <a:lnTo>
                  <a:pt x="1526528" y="5217990"/>
                </a:lnTo>
                <a:cubicBezTo>
                  <a:pt x="1526397" y="5217727"/>
                  <a:pt x="1526528" y="5217136"/>
                  <a:pt x="1526528" y="5217136"/>
                </a:cubicBezTo>
                <a:lnTo>
                  <a:pt x="1531061" y="5209255"/>
                </a:lnTo>
                <a:cubicBezTo>
                  <a:pt x="1531258" y="5208992"/>
                  <a:pt x="1531849" y="5208795"/>
                  <a:pt x="1531849" y="5208795"/>
                </a:cubicBezTo>
                <a:close/>
                <a:moveTo>
                  <a:pt x="1277530" y="5208795"/>
                </a:moveTo>
                <a:lnTo>
                  <a:pt x="1286594" y="5208795"/>
                </a:lnTo>
                <a:cubicBezTo>
                  <a:pt x="1286924" y="5208795"/>
                  <a:pt x="1287384" y="5209255"/>
                  <a:pt x="1287384" y="5209255"/>
                </a:cubicBezTo>
                <a:lnTo>
                  <a:pt x="1291914" y="5217136"/>
                </a:lnTo>
                <a:cubicBezTo>
                  <a:pt x="1292047" y="5217399"/>
                  <a:pt x="1291914" y="5217990"/>
                  <a:pt x="1291914" y="5217990"/>
                </a:cubicBezTo>
                <a:lnTo>
                  <a:pt x="1287384" y="5225873"/>
                </a:lnTo>
                <a:cubicBezTo>
                  <a:pt x="1287186" y="5226135"/>
                  <a:pt x="1286594" y="5226332"/>
                  <a:pt x="1286594" y="5226332"/>
                </a:cubicBezTo>
                <a:lnTo>
                  <a:pt x="1277530" y="5226332"/>
                </a:lnTo>
                <a:cubicBezTo>
                  <a:pt x="1277201" y="5226332"/>
                  <a:pt x="1276743" y="5225873"/>
                  <a:pt x="1276743" y="5225873"/>
                </a:cubicBezTo>
                <a:lnTo>
                  <a:pt x="1272211" y="5217990"/>
                </a:lnTo>
                <a:cubicBezTo>
                  <a:pt x="1272079" y="5217727"/>
                  <a:pt x="1272211" y="5217136"/>
                  <a:pt x="1272211" y="5217136"/>
                </a:cubicBezTo>
                <a:lnTo>
                  <a:pt x="1276743" y="5209255"/>
                </a:lnTo>
                <a:cubicBezTo>
                  <a:pt x="1276938" y="5208992"/>
                  <a:pt x="1277530" y="5208795"/>
                  <a:pt x="1277530" y="5208795"/>
                </a:cubicBezTo>
                <a:close/>
                <a:moveTo>
                  <a:pt x="1023075" y="5208795"/>
                </a:moveTo>
                <a:lnTo>
                  <a:pt x="1032138" y="5208795"/>
                </a:lnTo>
                <a:cubicBezTo>
                  <a:pt x="1032467" y="5208795"/>
                  <a:pt x="1032926" y="5209255"/>
                  <a:pt x="1032926" y="5209255"/>
                </a:cubicBezTo>
                <a:lnTo>
                  <a:pt x="1037458" y="5217136"/>
                </a:lnTo>
                <a:cubicBezTo>
                  <a:pt x="1037590" y="5217399"/>
                  <a:pt x="1037458" y="5217990"/>
                  <a:pt x="1037458" y="5217990"/>
                </a:cubicBezTo>
                <a:lnTo>
                  <a:pt x="1032926" y="5225873"/>
                </a:lnTo>
                <a:cubicBezTo>
                  <a:pt x="1032730" y="5226135"/>
                  <a:pt x="1032138" y="5226332"/>
                  <a:pt x="1032138" y="5226332"/>
                </a:cubicBezTo>
                <a:lnTo>
                  <a:pt x="1023075" y="5226332"/>
                </a:lnTo>
                <a:cubicBezTo>
                  <a:pt x="1022745" y="5226332"/>
                  <a:pt x="1022288" y="5225873"/>
                  <a:pt x="1022288" y="5225873"/>
                </a:cubicBezTo>
                <a:lnTo>
                  <a:pt x="1017753" y="5217990"/>
                </a:lnTo>
                <a:cubicBezTo>
                  <a:pt x="1017622" y="5217727"/>
                  <a:pt x="1017753" y="5217136"/>
                  <a:pt x="1017753" y="5217136"/>
                </a:cubicBezTo>
                <a:lnTo>
                  <a:pt x="1022288" y="5209255"/>
                </a:lnTo>
                <a:cubicBezTo>
                  <a:pt x="1022484" y="5208992"/>
                  <a:pt x="1023075" y="5208795"/>
                  <a:pt x="1023075" y="5208795"/>
                </a:cubicBezTo>
                <a:close/>
                <a:moveTo>
                  <a:pt x="768610" y="5208795"/>
                </a:moveTo>
                <a:lnTo>
                  <a:pt x="777673" y="5208795"/>
                </a:lnTo>
                <a:cubicBezTo>
                  <a:pt x="778002" y="5208795"/>
                  <a:pt x="778461" y="5209255"/>
                  <a:pt x="778461" y="5209255"/>
                </a:cubicBezTo>
                <a:lnTo>
                  <a:pt x="782993" y="5217136"/>
                </a:lnTo>
                <a:cubicBezTo>
                  <a:pt x="783125" y="5217399"/>
                  <a:pt x="782993" y="5217990"/>
                  <a:pt x="782993" y="5217990"/>
                </a:cubicBezTo>
                <a:lnTo>
                  <a:pt x="778461" y="5225873"/>
                </a:lnTo>
                <a:cubicBezTo>
                  <a:pt x="778265" y="5226135"/>
                  <a:pt x="777673" y="5226332"/>
                  <a:pt x="777673" y="5226332"/>
                </a:cubicBezTo>
                <a:lnTo>
                  <a:pt x="768610" y="5226332"/>
                </a:lnTo>
                <a:cubicBezTo>
                  <a:pt x="768281" y="5226332"/>
                  <a:pt x="767822" y="5225873"/>
                  <a:pt x="767822" y="5225873"/>
                </a:cubicBezTo>
                <a:lnTo>
                  <a:pt x="763289" y="5217990"/>
                </a:lnTo>
                <a:cubicBezTo>
                  <a:pt x="763157" y="5217727"/>
                  <a:pt x="763289" y="5217136"/>
                  <a:pt x="763289" y="5217136"/>
                </a:cubicBezTo>
                <a:lnTo>
                  <a:pt x="767822" y="5209255"/>
                </a:lnTo>
                <a:cubicBezTo>
                  <a:pt x="768019" y="5208992"/>
                  <a:pt x="768610" y="5208795"/>
                  <a:pt x="768610" y="5208795"/>
                </a:cubicBezTo>
                <a:close/>
                <a:moveTo>
                  <a:pt x="514340" y="5208795"/>
                </a:moveTo>
                <a:lnTo>
                  <a:pt x="523403" y="5208795"/>
                </a:lnTo>
                <a:cubicBezTo>
                  <a:pt x="523732" y="5208795"/>
                  <a:pt x="524191" y="5209255"/>
                  <a:pt x="524191" y="5209255"/>
                </a:cubicBezTo>
                <a:lnTo>
                  <a:pt x="528723" y="5217136"/>
                </a:lnTo>
                <a:cubicBezTo>
                  <a:pt x="528854" y="5217399"/>
                  <a:pt x="528723" y="5217990"/>
                  <a:pt x="528723" y="5217990"/>
                </a:cubicBezTo>
                <a:lnTo>
                  <a:pt x="524191" y="5225873"/>
                </a:lnTo>
                <a:cubicBezTo>
                  <a:pt x="523996" y="5226135"/>
                  <a:pt x="523403" y="5226332"/>
                  <a:pt x="523403" y="5226332"/>
                </a:cubicBezTo>
                <a:lnTo>
                  <a:pt x="514340" y="5226332"/>
                </a:lnTo>
                <a:cubicBezTo>
                  <a:pt x="514010" y="5226332"/>
                  <a:pt x="513553" y="5225873"/>
                  <a:pt x="513553" y="5225873"/>
                </a:cubicBezTo>
                <a:lnTo>
                  <a:pt x="509020" y="5217990"/>
                </a:lnTo>
                <a:cubicBezTo>
                  <a:pt x="508888" y="5217727"/>
                  <a:pt x="509020" y="5217136"/>
                  <a:pt x="509020" y="5217136"/>
                </a:cubicBezTo>
                <a:lnTo>
                  <a:pt x="513553" y="5209255"/>
                </a:lnTo>
                <a:cubicBezTo>
                  <a:pt x="513750" y="5208992"/>
                  <a:pt x="514340" y="5208795"/>
                  <a:pt x="514340" y="5208795"/>
                </a:cubicBezTo>
                <a:close/>
                <a:moveTo>
                  <a:pt x="259963" y="5208795"/>
                </a:moveTo>
                <a:lnTo>
                  <a:pt x="269027" y="5208795"/>
                </a:lnTo>
                <a:cubicBezTo>
                  <a:pt x="269355" y="5208795"/>
                  <a:pt x="269815" y="5209255"/>
                  <a:pt x="269815" y="5209255"/>
                </a:cubicBezTo>
                <a:lnTo>
                  <a:pt x="274346" y="5217136"/>
                </a:lnTo>
                <a:cubicBezTo>
                  <a:pt x="274477" y="5217399"/>
                  <a:pt x="274346" y="5217990"/>
                  <a:pt x="274346" y="5217990"/>
                </a:cubicBezTo>
                <a:lnTo>
                  <a:pt x="269815" y="5225873"/>
                </a:lnTo>
                <a:cubicBezTo>
                  <a:pt x="269618" y="5226135"/>
                  <a:pt x="269027" y="5226332"/>
                  <a:pt x="269027" y="5226332"/>
                </a:cubicBezTo>
                <a:lnTo>
                  <a:pt x="259963" y="5226332"/>
                </a:lnTo>
                <a:cubicBezTo>
                  <a:pt x="259634" y="5226332"/>
                  <a:pt x="259174" y="5225873"/>
                  <a:pt x="259174" y="5225873"/>
                </a:cubicBezTo>
                <a:lnTo>
                  <a:pt x="254642" y="5217990"/>
                </a:lnTo>
                <a:cubicBezTo>
                  <a:pt x="254511" y="5217727"/>
                  <a:pt x="254642" y="5217136"/>
                  <a:pt x="254642" y="5217136"/>
                </a:cubicBezTo>
                <a:lnTo>
                  <a:pt x="259174" y="5209255"/>
                </a:lnTo>
                <a:cubicBezTo>
                  <a:pt x="259371" y="5208992"/>
                  <a:pt x="259963" y="5208795"/>
                  <a:pt x="259963" y="5208795"/>
                </a:cubicBezTo>
                <a:close/>
                <a:moveTo>
                  <a:pt x="5521" y="5208795"/>
                </a:moveTo>
                <a:lnTo>
                  <a:pt x="14585" y="5208795"/>
                </a:lnTo>
                <a:cubicBezTo>
                  <a:pt x="14913" y="5208795"/>
                  <a:pt x="15373" y="5209255"/>
                  <a:pt x="15373" y="5209255"/>
                </a:cubicBezTo>
                <a:lnTo>
                  <a:pt x="19905" y="5217136"/>
                </a:lnTo>
                <a:cubicBezTo>
                  <a:pt x="20036" y="5217399"/>
                  <a:pt x="19905" y="5217990"/>
                  <a:pt x="19905" y="5217990"/>
                </a:cubicBezTo>
                <a:lnTo>
                  <a:pt x="15373" y="5225873"/>
                </a:lnTo>
                <a:cubicBezTo>
                  <a:pt x="15176" y="5226135"/>
                  <a:pt x="14585" y="5226332"/>
                  <a:pt x="14585" y="5226332"/>
                </a:cubicBezTo>
                <a:lnTo>
                  <a:pt x="5521" y="5226332"/>
                </a:lnTo>
                <a:cubicBezTo>
                  <a:pt x="5192" y="5226332"/>
                  <a:pt x="4732" y="5225873"/>
                  <a:pt x="4732" y="5225873"/>
                </a:cubicBezTo>
                <a:lnTo>
                  <a:pt x="200" y="5217990"/>
                </a:lnTo>
                <a:cubicBezTo>
                  <a:pt x="69" y="5217727"/>
                  <a:pt x="200" y="5217136"/>
                  <a:pt x="200" y="5217136"/>
                </a:cubicBezTo>
                <a:lnTo>
                  <a:pt x="4732" y="5209255"/>
                </a:lnTo>
                <a:cubicBezTo>
                  <a:pt x="4929" y="5208992"/>
                  <a:pt x="5521" y="5208795"/>
                  <a:pt x="5521" y="5208795"/>
                </a:cubicBezTo>
                <a:close/>
                <a:moveTo>
                  <a:pt x="10435622" y="4991788"/>
                </a:moveTo>
                <a:lnTo>
                  <a:pt x="10444686" y="4991788"/>
                </a:lnTo>
                <a:cubicBezTo>
                  <a:pt x="10445015" y="4991788"/>
                  <a:pt x="10445474" y="4992247"/>
                  <a:pt x="10445474" y="4992247"/>
                </a:cubicBezTo>
                <a:lnTo>
                  <a:pt x="10450007" y="5000129"/>
                </a:lnTo>
                <a:cubicBezTo>
                  <a:pt x="10450138" y="5000392"/>
                  <a:pt x="10450007" y="5000983"/>
                  <a:pt x="10450007" y="5000983"/>
                </a:cubicBezTo>
                <a:lnTo>
                  <a:pt x="10445474" y="5008864"/>
                </a:lnTo>
                <a:cubicBezTo>
                  <a:pt x="10445278" y="5009128"/>
                  <a:pt x="10444686" y="5009324"/>
                  <a:pt x="10444686" y="5009324"/>
                </a:cubicBezTo>
                <a:lnTo>
                  <a:pt x="10435622" y="5009324"/>
                </a:lnTo>
                <a:cubicBezTo>
                  <a:pt x="10435295" y="5009324"/>
                  <a:pt x="10434834" y="5008864"/>
                  <a:pt x="10434834" y="5008864"/>
                </a:cubicBezTo>
                <a:lnTo>
                  <a:pt x="10430302" y="5000983"/>
                </a:lnTo>
                <a:cubicBezTo>
                  <a:pt x="10430171" y="5000720"/>
                  <a:pt x="10430302" y="5000129"/>
                  <a:pt x="10430302" y="5000129"/>
                </a:cubicBezTo>
                <a:lnTo>
                  <a:pt x="10434834" y="4992247"/>
                </a:lnTo>
                <a:cubicBezTo>
                  <a:pt x="10435031" y="4991985"/>
                  <a:pt x="10435622" y="4991788"/>
                  <a:pt x="10435622" y="4991788"/>
                </a:cubicBezTo>
                <a:close/>
                <a:moveTo>
                  <a:pt x="10181242" y="4991788"/>
                </a:moveTo>
                <a:lnTo>
                  <a:pt x="10190305" y="4991788"/>
                </a:lnTo>
                <a:cubicBezTo>
                  <a:pt x="10190635" y="4991788"/>
                  <a:pt x="10191093" y="4992247"/>
                  <a:pt x="10191093" y="4992247"/>
                </a:cubicBezTo>
                <a:lnTo>
                  <a:pt x="10195626" y="5000129"/>
                </a:lnTo>
                <a:cubicBezTo>
                  <a:pt x="10195758" y="5000392"/>
                  <a:pt x="10195626" y="5000983"/>
                  <a:pt x="10195626" y="5000983"/>
                </a:cubicBezTo>
                <a:lnTo>
                  <a:pt x="10191093" y="5008864"/>
                </a:lnTo>
                <a:cubicBezTo>
                  <a:pt x="10190896" y="5009128"/>
                  <a:pt x="10190305" y="5009324"/>
                  <a:pt x="10190305" y="5009324"/>
                </a:cubicBezTo>
                <a:lnTo>
                  <a:pt x="10181242" y="5009324"/>
                </a:lnTo>
                <a:cubicBezTo>
                  <a:pt x="10180914" y="5009324"/>
                  <a:pt x="10180453" y="5008864"/>
                  <a:pt x="10180453" y="5008864"/>
                </a:cubicBezTo>
                <a:lnTo>
                  <a:pt x="10175922" y="5000983"/>
                </a:lnTo>
                <a:cubicBezTo>
                  <a:pt x="10175790" y="5000720"/>
                  <a:pt x="10175922" y="5000129"/>
                  <a:pt x="10175922" y="5000129"/>
                </a:cubicBezTo>
                <a:lnTo>
                  <a:pt x="10180453" y="4992247"/>
                </a:lnTo>
                <a:cubicBezTo>
                  <a:pt x="10180650" y="4991985"/>
                  <a:pt x="10181242" y="4991788"/>
                  <a:pt x="10181242" y="4991788"/>
                </a:cubicBezTo>
                <a:close/>
                <a:moveTo>
                  <a:pt x="9926861" y="4991788"/>
                </a:moveTo>
                <a:lnTo>
                  <a:pt x="9935924" y="4991788"/>
                </a:lnTo>
                <a:cubicBezTo>
                  <a:pt x="9936254" y="4991788"/>
                  <a:pt x="9936713" y="4992247"/>
                  <a:pt x="9936713" y="4992247"/>
                </a:cubicBezTo>
                <a:lnTo>
                  <a:pt x="9941246" y="5000129"/>
                </a:lnTo>
                <a:cubicBezTo>
                  <a:pt x="9941376" y="5000392"/>
                  <a:pt x="9941246" y="5000983"/>
                  <a:pt x="9941246" y="5000983"/>
                </a:cubicBezTo>
                <a:lnTo>
                  <a:pt x="9936713" y="5008864"/>
                </a:lnTo>
                <a:cubicBezTo>
                  <a:pt x="9936516" y="5009128"/>
                  <a:pt x="9935924" y="5009324"/>
                  <a:pt x="9935924" y="5009324"/>
                </a:cubicBezTo>
                <a:lnTo>
                  <a:pt x="9926861" y="5009324"/>
                </a:lnTo>
                <a:cubicBezTo>
                  <a:pt x="9926532" y="5009324"/>
                  <a:pt x="9926073" y="5008864"/>
                  <a:pt x="9926073" y="5008864"/>
                </a:cubicBezTo>
                <a:lnTo>
                  <a:pt x="9921541" y="5000983"/>
                </a:lnTo>
                <a:cubicBezTo>
                  <a:pt x="9921410" y="5000720"/>
                  <a:pt x="9921541" y="5000129"/>
                  <a:pt x="9921541" y="5000129"/>
                </a:cubicBezTo>
                <a:lnTo>
                  <a:pt x="9926073" y="4992247"/>
                </a:lnTo>
                <a:cubicBezTo>
                  <a:pt x="9926270" y="4991985"/>
                  <a:pt x="9926861" y="4991788"/>
                  <a:pt x="9926861" y="4991788"/>
                </a:cubicBezTo>
                <a:close/>
                <a:moveTo>
                  <a:pt x="8400511" y="4991788"/>
                </a:moveTo>
                <a:lnTo>
                  <a:pt x="8409575" y="4991788"/>
                </a:lnTo>
                <a:cubicBezTo>
                  <a:pt x="8409904" y="4991788"/>
                  <a:pt x="8410363" y="4992247"/>
                  <a:pt x="8410363" y="4992247"/>
                </a:cubicBezTo>
                <a:lnTo>
                  <a:pt x="8414896" y="5000129"/>
                </a:lnTo>
                <a:cubicBezTo>
                  <a:pt x="8415027" y="5000392"/>
                  <a:pt x="8414896" y="5000983"/>
                  <a:pt x="8414896" y="5000983"/>
                </a:cubicBezTo>
                <a:lnTo>
                  <a:pt x="8410363" y="5008864"/>
                </a:lnTo>
                <a:cubicBezTo>
                  <a:pt x="8410166" y="5009128"/>
                  <a:pt x="8409575" y="5009324"/>
                  <a:pt x="8409575" y="5009324"/>
                </a:cubicBezTo>
                <a:lnTo>
                  <a:pt x="8400511" y="5009324"/>
                </a:lnTo>
                <a:cubicBezTo>
                  <a:pt x="8400184" y="5009324"/>
                  <a:pt x="8399723" y="5008864"/>
                  <a:pt x="8399723" y="5008864"/>
                </a:cubicBezTo>
                <a:lnTo>
                  <a:pt x="8395191" y="5000983"/>
                </a:lnTo>
                <a:cubicBezTo>
                  <a:pt x="8395060" y="5000720"/>
                  <a:pt x="8395191" y="5000129"/>
                  <a:pt x="8395191" y="5000129"/>
                </a:cubicBezTo>
                <a:lnTo>
                  <a:pt x="8399723" y="4992247"/>
                </a:lnTo>
                <a:cubicBezTo>
                  <a:pt x="8399920" y="4991985"/>
                  <a:pt x="8400511" y="4991788"/>
                  <a:pt x="8400511" y="4991788"/>
                </a:cubicBezTo>
                <a:close/>
                <a:moveTo>
                  <a:pt x="8146065" y="4991788"/>
                </a:moveTo>
                <a:lnTo>
                  <a:pt x="8155129" y="4991788"/>
                </a:lnTo>
                <a:cubicBezTo>
                  <a:pt x="8155458" y="4991788"/>
                  <a:pt x="8155917" y="4992247"/>
                  <a:pt x="8155917" y="4992247"/>
                </a:cubicBezTo>
                <a:lnTo>
                  <a:pt x="8160449" y="5000129"/>
                </a:lnTo>
                <a:cubicBezTo>
                  <a:pt x="8160580" y="5000392"/>
                  <a:pt x="8160449" y="5000983"/>
                  <a:pt x="8160449" y="5000983"/>
                </a:cubicBezTo>
                <a:lnTo>
                  <a:pt x="8155917" y="5008864"/>
                </a:lnTo>
                <a:cubicBezTo>
                  <a:pt x="8155719" y="5009128"/>
                  <a:pt x="8155129" y="5009324"/>
                  <a:pt x="8155129" y="5009324"/>
                </a:cubicBezTo>
                <a:lnTo>
                  <a:pt x="8146065" y="5009324"/>
                </a:lnTo>
                <a:cubicBezTo>
                  <a:pt x="8145737" y="5009324"/>
                  <a:pt x="8145277" y="5008864"/>
                  <a:pt x="8145277" y="5008864"/>
                </a:cubicBezTo>
                <a:lnTo>
                  <a:pt x="8140745" y="5000983"/>
                </a:lnTo>
                <a:cubicBezTo>
                  <a:pt x="8140613" y="5000720"/>
                  <a:pt x="8140745" y="5000129"/>
                  <a:pt x="8140745" y="5000129"/>
                </a:cubicBezTo>
                <a:lnTo>
                  <a:pt x="8145277" y="4992247"/>
                </a:lnTo>
                <a:cubicBezTo>
                  <a:pt x="8145474" y="4991985"/>
                  <a:pt x="8146065" y="4991788"/>
                  <a:pt x="8146065" y="4991788"/>
                </a:cubicBezTo>
                <a:close/>
                <a:moveTo>
                  <a:pt x="7891684" y="4991788"/>
                </a:moveTo>
                <a:lnTo>
                  <a:pt x="7900748" y="4991788"/>
                </a:lnTo>
                <a:cubicBezTo>
                  <a:pt x="7901076" y="4991788"/>
                  <a:pt x="7901536" y="4992247"/>
                  <a:pt x="7901536" y="4992247"/>
                </a:cubicBezTo>
                <a:lnTo>
                  <a:pt x="7906067" y="5000129"/>
                </a:lnTo>
                <a:cubicBezTo>
                  <a:pt x="7906199" y="5000392"/>
                  <a:pt x="7906067" y="5000983"/>
                  <a:pt x="7906067" y="5000983"/>
                </a:cubicBezTo>
                <a:lnTo>
                  <a:pt x="7901536" y="5008864"/>
                </a:lnTo>
                <a:cubicBezTo>
                  <a:pt x="7901339" y="5009128"/>
                  <a:pt x="7900748" y="5009324"/>
                  <a:pt x="7900748" y="5009324"/>
                </a:cubicBezTo>
                <a:lnTo>
                  <a:pt x="7891684" y="5009324"/>
                </a:lnTo>
                <a:cubicBezTo>
                  <a:pt x="7891355" y="5009324"/>
                  <a:pt x="7890896" y="5008864"/>
                  <a:pt x="7890896" y="5008864"/>
                </a:cubicBezTo>
                <a:lnTo>
                  <a:pt x="7886363" y="5000983"/>
                </a:lnTo>
                <a:cubicBezTo>
                  <a:pt x="7886233" y="5000720"/>
                  <a:pt x="7886363" y="5000129"/>
                  <a:pt x="7886363" y="5000129"/>
                </a:cubicBezTo>
                <a:lnTo>
                  <a:pt x="7890896" y="4992247"/>
                </a:lnTo>
                <a:cubicBezTo>
                  <a:pt x="7891093" y="4991985"/>
                  <a:pt x="7891684" y="4991788"/>
                  <a:pt x="7891684" y="4991788"/>
                </a:cubicBezTo>
                <a:close/>
                <a:moveTo>
                  <a:pt x="7637304" y="4991788"/>
                </a:moveTo>
                <a:lnTo>
                  <a:pt x="7646367" y="4991788"/>
                </a:lnTo>
                <a:cubicBezTo>
                  <a:pt x="7646696" y="4991788"/>
                  <a:pt x="7647156" y="4992247"/>
                  <a:pt x="7647156" y="4992247"/>
                </a:cubicBezTo>
                <a:lnTo>
                  <a:pt x="7651687" y="5000129"/>
                </a:lnTo>
                <a:cubicBezTo>
                  <a:pt x="7651819" y="5000392"/>
                  <a:pt x="7651687" y="5000983"/>
                  <a:pt x="7651687" y="5000983"/>
                </a:cubicBezTo>
                <a:lnTo>
                  <a:pt x="7647156" y="5008864"/>
                </a:lnTo>
                <a:cubicBezTo>
                  <a:pt x="7646958" y="5009128"/>
                  <a:pt x="7646367" y="5009324"/>
                  <a:pt x="7646367" y="5009324"/>
                </a:cubicBezTo>
                <a:lnTo>
                  <a:pt x="7637304" y="5009324"/>
                </a:lnTo>
                <a:cubicBezTo>
                  <a:pt x="7636975" y="5009324"/>
                  <a:pt x="7636516" y="5008864"/>
                  <a:pt x="7636516" y="5008864"/>
                </a:cubicBezTo>
                <a:lnTo>
                  <a:pt x="7631983" y="5000983"/>
                </a:lnTo>
                <a:cubicBezTo>
                  <a:pt x="7631851" y="5000720"/>
                  <a:pt x="7631983" y="5000129"/>
                  <a:pt x="7631983" y="5000129"/>
                </a:cubicBezTo>
                <a:lnTo>
                  <a:pt x="7636516" y="4992247"/>
                </a:lnTo>
                <a:cubicBezTo>
                  <a:pt x="7636713" y="4991985"/>
                  <a:pt x="7637304" y="4991788"/>
                  <a:pt x="7637304" y="4991788"/>
                </a:cubicBezTo>
                <a:close/>
                <a:moveTo>
                  <a:pt x="7382923" y="4991788"/>
                </a:moveTo>
                <a:lnTo>
                  <a:pt x="7391987" y="4991788"/>
                </a:lnTo>
                <a:cubicBezTo>
                  <a:pt x="7392315" y="4991788"/>
                  <a:pt x="7392775" y="4992247"/>
                  <a:pt x="7392775" y="4992247"/>
                </a:cubicBezTo>
                <a:lnTo>
                  <a:pt x="7397307" y="5000129"/>
                </a:lnTo>
                <a:cubicBezTo>
                  <a:pt x="7397438" y="5000392"/>
                  <a:pt x="7397307" y="5000983"/>
                  <a:pt x="7397307" y="5000983"/>
                </a:cubicBezTo>
                <a:lnTo>
                  <a:pt x="7392775" y="5008864"/>
                </a:lnTo>
                <a:cubicBezTo>
                  <a:pt x="7392578" y="5009128"/>
                  <a:pt x="7391987" y="5009324"/>
                  <a:pt x="7391987" y="5009324"/>
                </a:cubicBezTo>
                <a:lnTo>
                  <a:pt x="7382923" y="5009324"/>
                </a:lnTo>
                <a:cubicBezTo>
                  <a:pt x="7382595" y="5009324"/>
                  <a:pt x="7382135" y="5008864"/>
                  <a:pt x="7382135" y="5008864"/>
                </a:cubicBezTo>
                <a:lnTo>
                  <a:pt x="7377602" y="5000983"/>
                </a:lnTo>
                <a:cubicBezTo>
                  <a:pt x="7377471" y="5000720"/>
                  <a:pt x="7377602" y="5000129"/>
                  <a:pt x="7377602" y="5000129"/>
                </a:cubicBezTo>
                <a:lnTo>
                  <a:pt x="7382135" y="4992247"/>
                </a:lnTo>
                <a:cubicBezTo>
                  <a:pt x="7382331" y="4991985"/>
                  <a:pt x="7382923" y="4991788"/>
                  <a:pt x="7382923" y="4991788"/>
                </a:cubicBezTo>
                <a:close/>
                <a:moveTo>
                  <a:pt x="7128477" y="4991788"/>
                </a:moveTo>
                <a:lnTo>
                  <a:pt x="7137540" y="4991788"/>
                </a:lnTo>
                <a:cubicBezTo>
                  <a:pt x="7137869" y="4991788"/>
                  <a:pt x="7138328" y="4992247"/>
                  <a:pt x="7138328" y="4992247"/>
                </a:cubicBezTo>
                <a:lnTo>
                  <a:pt x="7142860" y="5000129"/>
                </a:lnTo>
                <a:cubicBezTo>
                  <a:pt x="7142992" y="5000392"/>
                  <a:pt x="7142860" y="5000983"/>
                  <a:pt x="7142860" y="5000983"/>
                </a:cubicBezTo>
                <a:lnTo>
                  <a:pt x="7138328" y="5008864"/>
                </a:lnTo>
                <a:cubicBezTo>
                  <a:pt x="7138131" y="5009128"/>
                  <a:pt x="7137540" y="5009324"/>
                  <a:pt x="7137540" y="5009324"/>
                </a:cubicBezTo>
                <a:lnTo>
                  <a:pt x="7128477" y="5009324"/>
                </a:lnTo>
                <a:cubicBezTo>
                  <a:pt x="7128148" y="5009324"/>
                  <a:pt x="7127689" y="5008864"/>
                  <a:pt x="7127689" y="5008864"/>
                </a:cubicBezTo>
                <a:lnTo>
                  <a:pt x="7123156" y="5000983"/>
                </a:lnTo>
                <a:cubicBezTo>
                  <a:pt x="7123024" y="5000720"/>
                  <a:pt x="7123156" y="5000129"/>
                  <a:pt x="7123156" y="5000129"/>
                </a:cubicBezTo>
                <a:lnTo>
                  <a:pt x="7127689" y="4992247"/>
                </a:lnTo>
                <a:cubicBezTo>
                  <a:pt x="7127885" y="4991985"/>
                  <a:pt x="7128477" y="4991788"/>
                  <a:pt x="7128477" y="4991788"/>
                </a:cubicBezTo>
                <a:close/>
                <a:moveTo>
                  <a:pt x="6874095" y="4991788"/>
                </a:moveTo>
                <a:lnTo>
                  <a:pt x="6883159" y="4991788"/>
                </a:lnTo>
                <a:cubicBezTo>
                  <a:pt x="6883488" y="4991788"/>
                  <a:pt x="6883947" y="4992247"/>
                  <a:pt x="6883947" y="4992247"/>
                </a:cubicBezTo>
                <a:lnTo>
                  <a:pt x="6888480" y="5000129"/>
                </a:lnTo>
                <a:cubicBezTo>
                  <a:pt x="6888611" y="5000392"/>
                  <a:pt x="6888480" y="5000983"/>
                  <a:pt x="6888480" y="5000983"/>
                </a:cubicBezTo>
                <a:lnTo>
                  <a:pt x="6883947" y="5008864"/>
                </a:lnTo>
                <a:cubicBezTo>
                  <a:pt x="6883751" y="5009128"/>
                  <a:pt x="6883159" y="5009324"/>
                  <a:pt x="6883159" y="5009324"/>
                </a:cubicBezTo>
                <a:lnTo>
                  <a:pt x="6874095" y="5009324"/>
                </a:lnTo>
                <a:cubicBezTo>
                  <a:pt x="6873768" y="5009324"/>
                  <a:pt x="6873307" y="5008864"/>
                  <a:pt x="6873307" y="5008864"/>
                </a:cubicBezTo>
                <a:lnTo>
                  <a:pt x="6868775" y="5000983"/>
                </a:lnTo>
                <a:cubicBezTo>
                  <a:pt x="6868644" y="5000720"/>
                  <a:pt x="6868775" y="5000129"/>
                  <a:pt x="6868775" y="5000129"/>
                </a:cubicBezTo>
                <a:lnTo>
                  <a:pt x="6873307" y="4992247"/>
                </a:lnTo>
                <a:cubicBezTo>
                  <a:pt x="6873504" y="4991985"/>
                  <a:pt x="6874095" y="4991788"/>
                  <a:pt x="6874095" y="4991788"/>
                </a:cubicBezTo>
                <a:close/>
                <a:moveTo>
                  <a:pt x="6619714" y="4991788"/>
                </a:moveTo>
                <a:lnTo>
                  <a:pt x="6628778" y="4991788"/>
                </a:lnTo>
                <a:cubicBezTo>
                  <a:pt x="6629107" y="4991788"/>
                  <a:pt x="6629566" y="4992247"/>
                  <a:pt x="6629566" y="4992247"/>
                </a:cubicBezTo>
                <a:lnTo>
                  <a:pt x="6634099" y="5000129"/>
                </a:lnTo>
                <a:cubicBezTo>
                  <a:pt x="6634230" y="5000392"/>
                  <a:pt x="6634099" y="5000983"/>
                  <a:pt x="6634099" y="5000983"/>
                </a:cubicBezTo>
                <a:lnTo>
                  <a:pt x="6629566" y="5008864"/>
                </a:lnTo>
                <a:cubicBezTo>
                  <a:pt x="6629369" y="5009128"/>
                  <a:pt x="6628778" y="5009324"/>
                  <a:pt x="6628778" y="5009324"/>
                </a:cubicBezTo>
                <a:lnTo>
                  <a:pt x="6619714" y="5009324"/>
                </a:lnTo>
                <a:cubicBezTo>
                  <a:pt x="6619387" y="5009324"/>
                  <a:pt x="6618926" y="5008864"/>
                  <a:pt x="6618926" y="5008864"/>
                </a:cubicBezTo>
                <a:lnTo>
                  <a:pt x="6614394" y="5000983"/>
                </a:lnTo>
                <a:cubicBezTo>
                  <a:pt x="6614263" y="5000720"/>
                  <a:pt x="6614394" y="5000129"/>
                  <a:pt x="6614394" y="5000129"/>
                </a:cubicBezTo>
                <a:lnTo>
                  <a:pt x="6618926" y="4992247"/>
                </a:lnTo>
                <a:cubicBezTo>
                  <a:pt x="6619123" y="4991985"/>
                  <a:pt x="6619714" y="4991788"/>
                  <a:pt x="6619714" y="4991788"/>
                </a:cubicBezTo>
                <a:close/>
                <a:moveTo>
                  <a:pt x="6365334" y="4991788"/>
                </a:moveTo>
                <a:lnTo>
                  <a:pt x="6374397" y="4991788"/>
                </a:lnTo>
                <a:cubicBezTo>
                  <a:pt x="6374727" y="4991788"/>
                  <a:pt x="6375186" y="4992247"/>
                  <a:pt x="6375186" y="4992247"/>
                </a:cubicBezTo>
                <a:lnTo>
                  <a:pt x="6379718" y="5000129"/>
                </a:lnTo>
                <a:cubicBezTo>
                  <a:pt x="6379849" y="5000392"/>
                  <a:pt x="6379718" y="5000983"/>
                  <a:pt x="6379718" y="5000983"/>
                </a:cubicBezTo>
                <a:lnTo>
                  <a:pt x="6375186" y="5008864"/>
                </a:lnTo>
                <a:cubicBezTo>
                  <a:pt x="6374988" y="5009128"/>
                  <a:pt x="6374397" y="5009324"/>
                  <a:pt x="6374397" y="5009324"/>
                </a:cubicBezTo>
                <a:lnTo>
                  <a:pt x="6365334" y="5009324"/>
                </a:lnTo>
                <a:cubicBezTo>
                  <a:pt x="6365005" y="5009324"/>
                  <a:pt x="6364546" y="5008864"/>
                  <a:pt x="6364546" y="5008864"/>
                </a:cubicBezTo>
                <a:lnTo>
                  <a:pt x="6360014" y="5000983"/>
                </a:lnTo>
                <a:cubicBezTo>
                  <a:pt x="6359882" y="5000720"/>
                  <a:pt x="6360014" y="5000129"/>
                  <a:pt x="6360014" y="5000129"/>
                </a:cubicBezTo>
                <a:lnTo>
                  <a:pt x="6364546" y="4992247"/>
                </a:lnTo>
                <a:cubicBezTo>
                  <a:pt x="6364743" y="4991985"/>
                  <a:pt x="6365334" y="4991788"/>
                  <a:pt x="6365334" y="4991788"/>
                </a:cubicBezTo>
                <a:close/>
                <a:moveTo>
                  <a:pt x="6110888" y="4991788"/>
                </a:moveTo>
                <a:lnTo>
                  <a:pt x="6119953" y="4991788"/>
                </a:lnTo>
                <a:cubicBezTo>
                  <a:pt x="6120280" y="4991788"/>
                  <a:pt x="6120740" y="4992247"/>
                  <a:pt x="6120740" y="4992247"/>
                </a:cubicBezTo>
                <a:lnTo>
                  <a:pt x="6125272" y="5000129"/>
                </a:lnTo>
                <a:cubicBezTo>
                  <a:pt x="6125403" y="5000392"/>
                  <a:pt x="6125272" y="5000983"/>
                  <a:pt x="6125272" y="5000983"/>
                </a:cubicBezTo>
                <a:lnTo>
                  <a:pt x="6120740" y="5008864"/>
                </a:lnTo>
                <a:cubicBezTo>
                  <a:pt x="6120543" y="5009128"/>
                  <a:pt x="6119953" y="5009324"/>
                  <a:pt x="6119953" y="5009324"/>
                </a:cubicBezTo>
                <a:lnTo>
                  <a:pt x="6110888" y="5009324"/>
                </a:lnTo>
                <a:cubicBezTo>
                  <a:pt x="6110560" y="5009324"/>
                  <a:pt x="6110101" y="5008864"/>
                  <a:pt x="6110101" y="5008864"/>
                </a:cubicBezTo>
                <a:lnTo>
                  <a:pt x="6105567" y="5000983"/>
                </a:lnTo>
                <a:cubicBezTo>
                  <a:pt x="6105436" y="5000720"/>
                  <a:pt x="6105567" y="5000129"/>
                  <a:pt x="6105567" y="5000129"/>
                </a:cubicBezTo>
                <a:lnTo>
                  <a:pt x="6110101" y="4992247"/>
                </a:lnTo>
                <a:cubicBezTo>
                  <a:pt x="6110296" y="4991985"/>
                  <a:pt x="6110888" y="4991788"/>
                  <a:pt x="6110888" y="4991788"/>
                </a:cubicBezTo>
                <a:close/>
                <a:moveTo>
                  <a:pt x="5856508" y="4991788"/>
                </a:moveTo>
                <a:lnTo>
                  <a:pt x="5865571" y="4991788"/>
                </a:lnTo>
                <a:cubicBezTo>
                  <a:pt x="5865900" y="4991788"/>
                  <a:pt x="5866359" y="4992247"/>
                  <a:pt x="5866359" y="4992247"/>
                </a:cubicBezTo>
                <a:lnTo>
                  <a:pt x="5870891" y="5000129"/>
                </a:lnTo>
                <a:cubicBezTo>
                  <a:pt x="5871023" y="5000392"/>
                  <a:pt x="5870891" y="5000983"/>
                  <a:pt x="5870891" y="5000983"/>
                </a:cubicBezTo>
                <a:lnTo>
                  <a:pt x="5866359" y="5008864"/>
                </a:lnTo>
                <a:cubicBezTo>
                  <a:pt x="5866163" y="5009128"/>
                  <a:pt x="5865571" y="5009324"/>
                  <a:pt x="5865571" y="5009324"/>
                </a:cubicBezTo>
                <a:lnTo>
                  <a:pt x="5856508" y="5009324"/>
                </a:lnTo>
                <a:cubicBezTo>
                  <a:pt x="5856178" y="5009324"/>
                  <a:pt x="5855720" y="5008864"/>
                  <a:pt x="5855720" y="5008864"/>
                </a:cubicBezTo>
                <a:lnTo>
                  <a:pt x="5851187" y="5000983"/>
                </a:lnTo>
                <a:cubicBezTo>
                  <a:pt x="5851055" y="5000720"/>
                  <a:pt x="5851187" y="5000129"/>
                  <a:pt x="5851187" y="5000129"/>
                </a:cubicBezTo>
                <a:lnTo>
                  <a:pt x="5855720" y="4992247"/>
                </a:lnTo>
                <a:cubicBezTo>
                  <a:pt x="5855916" y="4991985"/>
                  <a:pt x="5856508" y="4991788"/>
                  <a:pt x="5856508" y="4991788"/>
                </a:cubicBezTo>
                <a:close/>
                <a:moveTo>
                  <a:pt x="5602126" y="4991788"/>
                </a:moveTo>
                <a:lnTo>
                  <a:pt x="5611191" y="4991788"/>
                </a:lnTo>
                <a:cubicBezTo>
                  <a:pt x="5611519" y="4991788"/>
                  <a:pt x="5611979" y="4992247"/>
                  <a:pt x="5611979" y="4992247"/>
                </a:cubicBezTo>
                <a:lnTo>
                  <a:pt x="5616511" y="5000129"/>
                </a:lnTo>
                <a:cubicBezTo>
                  <a:pt x="5616642" y="5000392"/>
                  <a:pt x="5616511" y="5000983"/>
                  <a:pt x="5616511" y="5000983"/>
                </a:cubicBezTo>
                <a:lnTo>
                  <a:pt x="5611979" y="5008864"/>
                </a:lnTo>
                <a:cubicBezTo>
                  <a:pt x="5611782" y="5009128"/>
                  <a:pt x="5611191" y="5009324"/>
                  <a:pt x="5611191" y="5009324"/>
                </a:cubicBezTo>
                <a:lnTo>
                  <a:pt x="5602126" y="5009324"/>
                </a:lnTo>
                <a:cubicBezTo>
                  <a:pt x="5601798" y="5009324"/>
                  <a:pt x="5601338" y="5008864"/>
                  <a:pt x="5601338" y="5008864"/>
                </a:cubicBezTo>
                <a:lnTo>
                  <a:pt x="5596807" y="5000983"/>
                </a:lnTo>
                <a:cubicBezTo>
                  <a:pt x="5596675" y="5000720"/>
                  <a:pt x="5596807" y="5000129"/>
                  <a:pt x="5596807" y="5000129"/>
                </a:cubicBezTo>
                <a:lnTo>
                  <a:pt x="5601338" y="4992247"/>
                </a:lnTo>
                <a:cubicBezTo>
                  <a:pt x="5601536" y="4991985"/>
                  <a:pt x="5602126" y="4991788"/>
                  <a:pt x="5602126" y="4991788"/>
                </a:cubicBezTo>
                <a:close/>
                <a:moveTo>
                  <a:pt x="5347746" y="4991788"/>
                </a:moveTo>
                <a:lnTo>
                  <a:pt x="5356810" y="4991788"/>
                </a:lnTo>
                <a:cubicBezTo>
                  <a:pt x="5357138" y="4991788"/>
                  <a:pt x="5357598" y="4992247"/>
                  <a:pt x="5357598" y="4992247"/>
                </a:cubicBezTo>
                <a:lnTo>
                  <a:pt x="5362130" y="5000129"/>
                </a:lnTo>
                <a:cubicBezTo>
                  <a:pt x="5362261" y="5000392"/>
                  <a:pt x="5362130" y="5000983"/>
                  <a:pt x="5362130" y="5000983"/>
                </a:cubicBezTo>
                <a:lnTo>
                  <a:pt x="5357598" y="5008864"/>
                </a:lnTo>
                <a:cubicBezTo>
                  <a:pt x="5357401" y="5009128"/>
                  <a:pt x="5356810" y="5009324"/>
                  <a:pt x="5356810" y="5009324"/>
                </a:cubicBezTo>
                <a:lnTo>
                  <a:pt x="5347746" y="5009324"/>
                </a:lnTo>
                <a:cubicBezTo>
                  <a:pt x="5347418" y="5009324"/>
                  <a:pt x="5346958" y="5008864"/>
                  <a:pt x="5346958" y="5008864"/>
                </a:cubicBezTo>
                <a:lnTo>
                  <a:pt x="5342425" y="5000983"/>
                </a:lnTo>
                <a:cubicBezTo>
                  <a:pt x="5342295" y="5000720"/>
                  <a:pt x="5342425" y="5000129"/>
                  <a:pt x="5342425" y="5000129"/>
                </a:cubicBezTo>
                <a:lnTo>
                  <a:pt x="5346958" y="4992247"/>
                </a:lnTo>
                <a:cubicBezTo>
                  <a:pt x="5347154" y="4991985"/>
                  <a:pt x="5347746" y="4991788"/>
                  <a:pt x="5347746" y="4991788"/>
                </a:cubicBezTo>
                <a:close/>
                <a:moveTo>
                  <a:pt x="5093300" y="4991788"/>
                </a:moveTo>
                <a:lnTo>
                  <a:pt x="5102364" y="4991788"/>
                </a:lnTo>
                <a:cubicBezTo>
                  <a:pt x="5102693" y="4991788"/>
                  <a:pt x="5103153" y="4992247"/>
                  <a:pt x="5103153" y="4992247"/>
                </a:cubicBezTo>
                <a:lnTo>
                  <a:pt x="5107684" y="5000129"/>
                </a:lnTo>
                <a:cubicBezTo>
                  <a:pt x="5107815" y="5000392"/>
                  <a:pt x="5107684" y="5000983"/>
                  <a:pt x="5107684" y="5000983"/>
                </a:cubicBezTo>
                <a:lnTo>
                  <a:pt x="5103153" y="5008864"/>
                </a:lnTo>
                <a:cubicBezTo>
                  <a:pt x="5102955" y="5009128"/>
                  <a:pt x="5102364" y="5009324"/>
                  <a:pt x="5102364" y="5009324"/>
                </a:cubicBezTo>
                <a:lnTo>
                  <a:pt x="5093300" y="5009324"/>
                </a:lnTo>
                <a:cubicBezTo>
                  <a:pt x="5092972" y="5009324"/>
                  <a:pt x="5092512" y="5008864"/>
                  <a:pt x="5092512" y="5008864"/>
                </a:cubicBezTo>
                <a:lnTo>
                  <a:pt x="5087979" y="5000983"/>
                </a:lnTo>
                <a:cubicBezTo>
                  <a:pt x="5087848" y="5000720"/>
                  <a:pt x="5087979" y="5000129"/>
                  <a:pt x="5087979" y="5000129"/>
                </a:cubicBezTo>
                <a:lnTo>
                  <a:pt x="5092512" y="4992247"/>
                </a:lnTo>
                <a:cubicBezTo>
                  <a:pt x="5092708" y="4991985"/>
                  <a:pt x="5093300" y="4991788"/>
                  <a:pt x="5093300" y="4991788"/>
                </a:cubicBezTo>
                <a:close/>
                <a:moveTo>
                  <a:pt x="4838919" y="4991788"/>
                </a:moveTo>
                <a:lnTo>
                  <a:pt x="4847982" y="4991788"/>
                </a:lnTo>
                <a:cubicBezTo>
                  <a:pt x="4848311" y="4991788"/>
                  <a:pt x="4848772" y="4992247"/>
                  <a:pt x="4848772" y="4992247"/>
                </a:cubicBezTo>
                <a:lnTo>
                  <a:pt x="4853303" y="5000129"/>
                </a:lnTo>
                <a:cubicBezTo>
                  <a:pt x="4853435" y="5000392"/>
                  <a:pt x="4853303" y="5000983"/>
                  <a:pt x="4853303" y="5000983"/>
                </a:cubicBezTo>
                <a:lnTo>
                  <a:pt x="4848772" y="5008864"/>
                </a:lnTo>
                <a:cubicBezTo>
                  <a:pt x="4848575" y="5009128"/>
                  <a:pt x="4847982" y="5009324"/>
                  <a:pt x="4847982" y="5009324"/>
                </a:cubicBezTo>
                <a:lnTo>
                  <a:pt x="4838919" y="5009324"/>
                </a:lnTo>
                <a:cubicBezTo>
                  <a:pt x="4838590" y="5009324"/>
                  <a:pt x="4838132" y="5008864"/>
                  <a:pt x="4838132" y="5008864"/>
                </a:cubicBezTo>
                <a:lnTo>
                  <a:pt x="4833598" y="5000983"/>
                </a:lnTo>
                <a:cubicBezTo>
                  <a:pt x="4833467" y="5000720"/>
                  <a:pt x="4833598" y="5000129"/>
                  <a:pt x="4833598" y="5000129"/>
                </a:cubicBezTo>
                <a:lnTo>
                  <a:pt x="4838132" y="4992247"/>
                </a:lnTo>
                <a:cubicBezTo>
                  <a:pt x="4838328" y="4991985"/>
                  <a:pt x="4838919" y="4991788"/>
                  <a:pt x="4838919" y="4991788"/>
                </a:cubicBezTo>
                <a:close/>
                <a:moveTo>
                  <a:pt x="4584538" y="4991788"/>
                </a:moveTo>
                <a:lnTo>
                  <a:pt x="4593603" y="4991788"/>
                </a:lnTo>
                <a:cubicBezTo>
                  <a:pt x="4593932" y="4991788"/>
                  <a:pt x="4594390" y="4992247"/>
                  <a:pt x="4594390" y="4992247"/>
                </a:cubicBezTo>
                <a:lnTo>
                  <a:pt x="4598922" y="5000129"/>
                </a:lnTo>
                <a:cubicBezTo>
                  <a:pt x="4599054" y="5000392"/>
                  <a:pt x="4598922" y="5000983"/>
                  <a:pt x="4598922" y="5000983"/>
                </a:cubicBezTo>
                <a:lnTo>
                  <a:pt x="4594390" y="5008864"/>
                </a:lnTo>
                <a:cubicBezTo>
                  <a:pt x="4594193" y="5009128"/>
                  <a:pt x="4593603" y="5009324"/>
                  <a:pt x="4593603" y="5009324"/>
                </a:cubicBezTo>
                <a:lnTo>
                  <a:pt x="4584538" y="5009324"/>
                </a:lnTo>
                <a:cubicBezTo>
                  <a:pt x="4584210" y="5009324"/>
                  <a:pt x="4583749" y="5008864"/>
                  <a:pt x="4583749" y="5008864"/>
                </a:cubicBezTo>
                <a:lnTo>
                  <a:pt x="4579218" y="5000983"/>
                </a:lnTo>
                <a:cubicBezTo>
                  <a:pt x="4579087" y="5000720"/>
                  <a:pt x="4579218" y="5000129"/>
                  <a:pt x="4579218" y="5000129"/>
                </a:cubicBezTo>
                <a:lnTo>
                  <a:pt x="4583749" y="4992247"/>
                </a:lnTo>
                <a:cubicBezTo>
                  <a:pt x="4583948" y="4991985"/>
                  <a:pt x="4584538" y="4991788"/>
                  <a:pt x="4584538" y="4991788"/>
                </a:cubicBezTo>
                <a:close/>
                <a:moveTo>
                  <a:pt x="4330157" y="4991788"/>
                </a:moveTo>
                <a:lnTo>
                  <a:pt x="4339222" y="4991788"/>
                </a:lnTo>
                <a:cubicBezTo>
                  <a:pt x="4339550" y="4991788"/>
                  <a:pt x="4340010" y="4992247"/>
                  <a:pt x="4340010" y="4992247"/>
                </a:cubicBezTo>
                <a:lnTo>
                  <a:pt x="4344540" y="5000129"/>
                </a:lnTo>
                <a:cubicBezTo>
                  <a:pt x="4344672" y="5000392"/>
                  <a:pt x="4344540" y="5000983"/>
                  <a:pt x="4344540" y="5000983"/>
                </a:cubicBezTo>
                <a:lnTo>
                  <a:pt x="4340010" y="5008864"/>
                </a:lnTo>
                <a:cubicBezTo>
                  <a:pt x="4339812" y="5009128"/>
                  <a:pt x="4339222" y="5009324"/>
                  <a:pt x="4339222" y="5009324"/>
                </a:cubicBezTo>
                <a:lnTo>
                  <a:pt x="4330157" y="5009324"/>
                </a:lnTo>
                <a:cubicBezTo>
                  <a:pt x="4329829" y="5009324"/>
                  <a:pt x="4329369" y="5008864"/>
                  <a:pt x="4329369" y="5008864"/>
                </a:cubicBezTo>
                <a:lnTo>
                  <a:pt x="4324836" y="5000983"/>
                </a:lnTo>
                <a:cubicBezTo>
                  <a:pt x="4324706" y="5000720"/>
                  <a:pt x="4324836" y="5000129"/>
                  <a:pt x="4324836" y="5000129"/>
                </a:cubicBezTo>
                <a:lnTo>
                  <a:pt x="4329369" y="4992247"/>
                </a:lnTo>
                <a:cubicBezTo>
                  <a:pt x="4329565" y="4991985"/>
                  <a:pt x="4330157" y="4991788"/>
                  <a:pt x="4330157" y="4991788"/>
                </a:cubicBezTo>
                <a:close/>
                <a:moveTo>
                  <a:pt x="4075860" y="4991788"/>
                </a:moveTo>
                <a:lnTo>
                  <a:pt x="4084924" y="4991788"/>
                </a:lnTo>
                <a:cubicBezTo>
                  <a:pt x="4085252" y="4991788"/>
                  <a:pt x="4085713" y="4992247"/>
                  <a:pt x="4085713" y="4992247"/>
                </a:cubicBezTo>
                <a:lnTo>
                  <a:pt x="4090242" y="5000129"/>
                </a:lnTo>
                <a:cubicBezTo>
                  <a:pt x="4090373" y="5000392"/>
                  <a:pt x="4090242" y="5000983"/>
                  <a:pt x="4090242" y="5000983"/>
                </a:cubicBezTo>
                <a:lnTo>
                  <a:pt x="4085713" y="5008864"/>
                </a:lnTo>
                <a:cubicBezTo>
                  <a:pt x="4085514" y="5009128"/>
                  <a:pt x="4084924" y="5009324"/>
                  <a:pt x="4084924" y="5009324"/>
                </a:cubicBezTo>
                <a:lnTo>
                  <a:pt x="4075860" y="5009324"/>
                </a:lnTo>
                <a:cubicBezTo>
                  <a:pt x="4075531" y="5009324"/>
                  <a:pt x="4075070" y="5008864"/>
                  <a:pt x="4075070" y="5008864"/>
                </a:cubicBezTo>
                <a:lnTo>
                  <a:pt x="4070539" y="5000983"/>
                </a:lnTo>
                <a:cubicBezTo>
                  <a:pt x="4070407" y="5000720"/>
                  <a:pt x="4070539" y="5000129"/>
                  <a:pt x="4070539" y="5000129"/>
                </a:cubicBezTo>
                <a:lnTo>
                  <a:pt x="4075070" y="4992247"/>
                </a:lnTo>
                <a:cubicBezTo>
                  <a:pt x="4075267" y="4991985"/>
                  <a:pt x="4075860" y="4991788"/>
                  <a:pt x="4075860" y="4991788"/>
                </a:cubicBezTo>
                <a:close/>
                <a:moveTo>
                  <a:pt x="3821406" y="4991788"/>
                </a:moveTo>
                <a:lnTo>
                  <a:pt x="3830474" y="4991788"/>
                </a:lnTo>
                <a:cubicBezTo>
                  <a:pt x="3830800" y="4991788"/>
                  <a:pt x="3831260" y="4992247"/>
                  <a:pt x="3831260" y="4992247"/>
                </a:cubicBezTo>
                <a:lnTo>
                  <a:pt x="3835794" y="5000129"/>
                </a:lnTo>
                <a:cubicBezTo>
                  <a:pt x="3835927" y="5000392"/>
                  <a:pt x="3835794" y="5000983"/>
                  <a:pt x="3835794" y="5000983"/>
                </a:cubicBezTo>
                <a:lnTo>
                  <a:pt x="3831260" y="5008864"/>
                </a:lnTo>
                <a:cubicBezTo>
                  <a:pt x="3831062" y="5009128"/>
                  <a:pt x="3830474" y="5009324"/>
                  <a:pt x="3830474" y="5009324"/>
                </a:cubicBezTo>
                <a:lnTo>
                  <a:pt x="3821406" y="5009324"/>
                </a:lnTo>
                <a:cubicBezTo>
                  <a:pt x="3821078" y="5009324"/>
                  <a:pt x="3820618" y="5008864"/>
                  <a:pt x="3820618" y="5008864"/>
                </a:cubicBezTo>
                <a:lnTo>
                  <a:pt x="3816087" y="5000983"/>
                </a:lnTo>
                <a:cubicBezTo>
                  <a:pt x="3815957" y="5000720"/>
                  <a:pt x="3816087" y="5000129"/>
                  <a:pt x="3816087" y="5000129"/>
                </a:cubicBezTo>
                <a:lnTo>
                  <a:pt x="3820618" y="4992247"/>
                </a:lnTo>
                <a:cubicBezTo>
                  <a:pt x="3820819" y="4991985"/>
                  <a:pt x="3821406" y="4991788"/>
                  <a:pt x="3821406" y="4991788"/>
                </a:cubicBezTo>
                <a:close/>
                <a:moveTo>
                  <a:pt x="3567142" y="4991788"/>
                </a:moveTo>
                <a:lnTo>
                  <a:pt x="3576205" y="4991788"/>
                </a:lnTo>
                <a:cubicBezTo>
                  <a:pt x="3576533" y="4991788"/>
                  <a:pt x="3576994" y="4992247"/>
                  <a:pt x="3576994" y="4992247"/>
                </a:cubicBezTo>
                <a:lnTo>
                  <a:pt x="3581526" y="5000129"/>
                </a:lnTo>
                <a:cubicBezTo>
                  <a:pt x="3581658" y="5000392"/>
                  <a:pt x="3581526" y="5000983"/>
                  <a:pt x="3581526" y="5000983"/>
                </a:cubicBezTo>
                <a:lnTo>
                  <a:pt x="3576994" y="5008864"/>
                </a:lnTo>
                <a:cubicBezTo>
                  <a:pt x="3576796" y="5009128"/>
                  <a:pt x="3576205" y="5009324"/>
                  <a:pt x="3576205" y="5009324"/>
                </a:cubicBezTo>
                <a:lnTo>
                  <a:pt x="3567142" y="5009324"/>
                </a:lnTo>
                <a:cubicBezTo>
                  <a:pt x="3566813" y="5009324"/>
                  <a:pt x="3566354" y="5008864"/>
                  <a:pt x="3566354" y="5008864"/>
                </a:cubicBezTo>
                <a:lnTo>
                  <a:pt x="3561819" y="5000983"/>
                </a:lnTo>
                <a:cubicBezTo>
                  <a:pt x="3561687" y="5000720"/>
                  <a:pt x="3561819" y="5000129"/>
                  <a:pt x="3561819" y="5000129"/>
                </a:cubicBezTo>
                <a:lnTo>
                  <a:pt x="3566354" y="4992247"/>
                </a:lnTo>
                <a:cubicBezTo>
                  <a:pt x="3566551" y="4991985"/>
                  <a:pt x="3567142" y="4991788"/>
                  <a:pt x="3567142" y="4991788"/>
                </a:cubicBezTo>
                <a:close/>
                <a:moveTo>
                  <a:pt x="3312748" y="4991788"/>
                </a:moveTo>
                <a:lnTo>
                  <a:pt x="3321812" y="4991788"/>
                </a:lnTo>
                <a:cubicBezTo>
                  <a:pt x="3322140" y="4991788"/>
                  <a:pt x="3322600" y="4992247"/>
                  <a:pt x="3322600" y="4992247"/>
                </a:cubicBezTo>
                <a:lnTo>
                  <a:pt x="3327132" y="5000129"/>
                </a:lnTo>
                <a:cubicBezTo>
                  <a:pt x="3327263" y="5000392"/>
                  <a:pt x="3327132" y="5000983"/>
                  <a:pt x="3327132" y="5000983"/>
                </a:cubicBezTo>
                <a:lnTo>
                  <a:pt x="3322600" y="5008864"/>
                </a:lnTo>
                <a:cubicBezTo>
                  <a:pt x="3322404" y="5009128"/>
                  <a:pt x="3321812" y="5009324"/>
                  <a:pt x="3321812" y="5009324"/>
                </a:cubicBezTo>
                <a:lnTo>
                  <a:pt x="3312748" y="5009324"/>
                </a:lnTo>
                <a:cubicBezTo>
                  <a:pt x="3312419" y="5009324"/>
                  <a:pt x="3311960" y="5008864"/>
                  <a:pt x="3311960" y="5008864"/>
                </a:cubicBezTo>
                <a:lnTo>
                  <a:pt x="3307426" y="5000983"/>
                </a:lnTo>
                <a:cubicBezTo>
                  <a:pt x="3307295" y="5000720"/>
                  <a:pt x="3307426" y="5000129"/>
                  <a:pt x="3307426" y="5000129"/>
                </a:cubicBezTo>
                <a:lnTo>
                  <a:pt x="3311960" y="4992247"/>
                </a:lnTo>
                <a:cubicBezTo>
                  <a:pt x="3312155" y="4991985"/>
                  <a:pt x="3312748" y="4991788"/>
                  <a:pt x="3312748" y="4991788"/>
                </a:cubicBezTo>
                <a:close/>
                <a:moveTo>
                  <a:pt x="3058399" y="4991788"/>
                </a:moveTo>
                <a:lnTo>
                  <a:pt x="3067465" y="4991788"/>
                </a:lnTo>
                <a:cubicBezTo>
                  <a:pt x="3067794" y="4991788"/>
                  <a:pt x="3068253" y="4992247"/>
                  <a:pt x="3068253" y="4992247"/>
                </a:cubicBezTo>
                <a:lnTo>
                  <a:pt x="3072785" y="5000129"/>
                </a:lnTo>
                <a:cubicBezTo>
                  <a:pt x="3072916" y="5000392"/>
                  <a:pt x="3072785" y="5000983"/>
                  <a:pt x="3072785" y="5000983"/>
                </a:cubicBezTo>
                <a:lnTo>
                  <a:pt x="3068253" y="5008864"/>
                </a:lnTo>
                <a:cubicBezTo>
                  <a:pt x="3068056" y="5009128"/>
                  <a:pt x="3067465" y="5009324"/>
                  <a:pt x="3067465" y="5009324"/>
                </a:cubicBezTo>
                <a:lnTo>
                  <a:pt x="3058399" y="5009324"/>
                </a:lnTo>
                <a:cubicBezTo>
                  <a:pt x="3058071" y="5009324"/>
                  <a:pt x="3057611" y="5008864"/>
                  <a:pt x="3057611" y="5008864"/>
                </a:cubicBezTo>
                <a:lnTo>
                  <a:pt x="3053079" y="5000983"/>
                </a:lnTo>
                <a:cubicBezTo>
                  <a:pt x="3052948" y="5000720"/>
                  <a:pt x="3053079" y="5000129"/>
                  <a:pt x="3053079" y="5000129"/>
                </a:cubicBezTo>
                <a:lnTo>
                  <a:pt x="3057611" y="4992247"/>
                </a:lnTo>
                <a:cubicBezTo>
                  <a:pt x="3057809" y="4991985"/>
                  <a:pt x="3058399" y="4991788"/>
                  <a:pt x="3058399" y="4991788"/>
                </a:cubicBezTo>
                <a:close/>
                <a:moveTo>
                  <a:pt x="2803975" y="4991788"/>
                </a:moveTo>
                <a:lnTo>
                  <a:pt x="2813040" y="4991788"/>
                </a:lnTo>
                <a:cubicBezTo>
                  <a:pt x="2813369" y="4991788"/>
                  <a:pt x="2813829" y="4992247"/>
                  <a:pt x="2813829" y="4992247"/>
                </a:cubicBezTo>
                <a:lnTo>
                  <a:pt x="2818361" y="5000129"/>
                </a:lnTo>
                <a:cubicBezTo>
                  <a:pt x="2818492" y="5000392"/>
                  <a:pt x="2818361" y="5000983"/>
                  <a:pt x="2818361" y="5000983"/>
                </a:cubicBezTo>
                <a:lnTo>
                  <a:pt x="2813829" y="5008864"/>
                </a:lnTo>
                <a:cubicBezTo>
                  <a:pt x="2813632" y="5009128"/>
                  <a:pt x="2813040" y="5009324"/>
                  <a:pt x="2813040" y="5009324"/>
                </a:cubicBezTo>
                <a:lnTo>
                  <a:pt x="2803975" y="5009324"/>
                </a:lnTo>
                <a:cubicBezTo>
                  <a:pt x="2803644" y="5009324"/>
                  <a:pt x="2803187" y="5008864"/>
                  <a:pt x="2803187" y="5008864"/>
                </a:cubicBezTo>
                <a:lnTo>
                  <a:pt x="2798654" y="5000983"/>
                </a:lnTo>
                <a:cubicBezTo>
                  <a:pt x="2798523" y="5000720"/>
                  <a:pt x="2798654" y="5000129"/>
                  <a:pt x="2798654" y="5000129"/>
                </a:cubicBezTo>
                <a:lnTo>
                  <a:pt x="2803187" y="4992247"/>
                </a:lnTo>
                <a:cubicBezTo>
                  <a:pt x="2803384" y="4991985"/>
                  <a:pt x="2803975" y="4991788"/>
                  <a:pt x="2803975" y="4991788"/>
                </a:cubicBezTo>
                <a:close/>
                <a:moveTo>
                  <a:pt x="2549406" y="4991788"/>
                </a:moveTo>
                <a:lnTo>
                  <a:pt x="2558471" y="4991788"/>
                </a:lnTo>
                <a:cubicBezTo>
                  <a:pt x="2558799" y="4991788"/>
                  <a:pt x="2559259" y="4992247"/>
                  <a:pt x="2559259" y="4992247"/>
                </a:cubicBezTo>
                <a:lnTo>
                  <a:pt x="2563791" y="5000129"/>
                </a:lnTo>
                <a:cubicBezTo>
                  <a:pt x="2563922" y="5000392"/>
                  <a:pt x="2563791" y="5000983"/>
                  <a:pt x="2563791" y="5000983"/>
                </a:cubicBezTo>
                <a:lnTo>
                  <a:pt x="2559259" y="5008864"/>
                </a:lnTo>
                <a:cubicBezTo>
                  <a:pt x="2559062" y="5009128"/>
                  <a:pt x="2558471" y="5009324"/>
                  <a:pt x="2558471" y="5009324"/>
                </a:cubicBezTo>
                <a:lnTo>
                  <a:pt x="2549406" y="5009324"/>
                </a:lnTo>
                <a:cubicBezTo>
                  <a:pt x="2549079" y="5009324"/>
                  <a:pt x="2548618" y="5008864"/>
                  <a:pt x="2548618" y="5008864"/>
                </a:cubicBezTo>
                <a:lnTo>
                  <a:pt x="2544086" y="5000983"/>
                </a:lnTo>
                <a:cubicBezTo>
                  <a:pt x="2543955" y="5000720"/>
                  <a:pt x="2544086" y="5000129"/>
                  <a:pt x="2544086" y="5000129"/>
                </a:cubicBezTo>
                <a:lnTo>
                  <a:pt x="2548618" y="4992247"/>
                </a:lnTo>
                <a:cubicBezTo>
                  <a:pt x="2548815" y="4991985"/>
                  <a:pt x="2549406" y="4991788"/>
                  <a:pt x="2549406" y="4991788"/>
                </a:cubicBezTo>
                <a:close/>
                <a:moveTo>
                  <a:pt x="2295020" y="4991788"/>
                </a:moveTo>
                <a:lnTo>
                  <a:pt x="2304084" y="4991788"/>
                </a:lnTo>
                <a:cubicBezTo>
                  <a:pt x="2304413" y="4991788"/>
                  <a:pt x="2304873" y="4992247"/>
                  <a:pt x="2304873" y="4992247"/>
                </a:cubicBezTo>
                <a:lnTo>
                  <a:pt x="2309404" y="5000129"/>
                </a:lnTo>
                <a:cubicBezTo>
                  <a:pt x="2309536" y="5000392"/>
                  <a:pt x="2309404" y="5000983"/>
                  <a:pt x="2309404" y="5000983"/>
                </a:cubicBezTo>
                <a:lnTo>
                  <a:pt x="2304873" y="5008864"/>
                </a:lnTo>
                <a:cubicBezTo>
                  <a:pt x="2304676" y="5009128"/>
                  <a:pt x="2304084" y="5009324"/>
                  <a:pt x="2304084" y="5009324"/>
                </a:cubicBezTo>
                <a:lnTo>
                  <a:pt x="2295020" y="5009324"/>
                </a:lnTo>
                <a:cubicBezTo>
                  <a:pt x="2294692" y="5009324"/>
                  <a:pt x="2294231" y="5008864"/>
                  <a:pt x="2294231" y="5008864"/>
                </a:cubicBezTo>
                <a:lnTo>
                  <a:pt x="2289700" y="5000983"/>
                </a:lnTo>
                <a:cubicBezTo>
                  <a:pt x="2289568" y="5000720"/>
                  <a:pt x="2289700" y="5000129"/>
                  <a:pt x="2289700" y="5000129"/>
                </a:cubicBezTo>
                <a:lnTo>
                  <a:pt x="2294231" y="4992247"/>
                </a:lnTo>
                <a:cubicBezTo>
                  <a:pt x="2294428" y="4991985"/>
                  <a:pt x="2295020" y="4991788"/>
                  <a:pt x="2295020" y="4991788"/>
                </a:cubicBezTo>
                <a:close/>
                <a:moveTo>
                  <a:pt x="2040735" y="4991788"/>
                </a:moveTo>
                <a:lnTo>
                  <a:pt x="2049800" y="4991788"/>
                </a:lnTo>
                <a:cubicBezTo>
                  <a:pt x="2050128" y="4991788"/>
                  <a:pt x="2050589" y="4992247"/>
                  <a:pt x="2050589" y="4992247"/>
                </a:cubicBezTo>
                <a:lnTo>
                  <a:pt x="2055121" y="5000129"/>
                </a:lnTo>
                <a:cubicBezTo>
                  <a:pt x="2055252" y="5000392"/>
                  <a:pt x="2055121" y="5000983"/>
                  <a:pt x="2055121" y="5000983"/>
                </a:cubicBezTo>
                <a:lnTo>
                  <a:pt x="2050589" y="5008864"/>
                </a:lnTo>
                <a:cubicBezTo>
                  <a:pt x="2050392" y="5009128"/>
                  <a:pt x="2049800" y="5009324"/>
                  <a:pt x="2049800" y="5009324"/>
                </a:cubicBezTo>
                <a:lnTo>
                  <a:pt x="2040735" y="5009324"/>
                </a:lnTo>
                <a:cubicBezTo>
                  <a:pt x="2040407" y="5009324"/>
                  <a:pt x="2039947" y="5008864"/>
                  <a:pt x="2039947" y="5008864"/>
                </a:cubicBezTo>
                <a:lnTo>
                  <a:pt x="2035414" y="5000983"/>
                </a:lnTo>
                <a:cubicBezTo>
                  <a:pt x="2035283" y="5000720"/>
                  <a:pt x="2035414" y="5000129"/>
                  <a:pt x="2035414" y="5000129"/>
                </a:cubicBezTo>
                <a:lnTo>
                  <a:pt x="2039947" y="4992247"/>
                </a:lnTo>
                <a:cubicBezTo>
                  <a:pt x="2040144" y="4991985"/>
                  <a:pt x="2040735" y="4991788"/>
                  <a:pt x="2040735" y="4991788"/>
                </a:cubicBezTo>
                <a:close/>
                <a:moveTo>
                  <a:pt x="1786240" y="4991788"/>
                </a:moveTo>
                <a:lnTo>
                  <a:pt x="1795304" y="4991788"/>
                </a:lnTo>
                <a:cubicBezTo>
                  <a:pt x="1795633" y="4991788"/>
                  <a:pt x="1796092" y="4992247"/>
                  <a:pt x="1796092" y="4992247"/>
                </a:cubicBezTo>
                <a:lnTo>
                  <a:pt x="1800624" y="5000129"/>
                </a:lnTo>
                <a:cubicBezTo>
                  <a:pt x="1800755" y="5000392"/>
                  <a:pt x="1800624" y="5000983"/>
                  <a:pt x="1800624" y="5000983"/>
                </a:cubicBezTo>
                <a:lnTo>
                  <a:pt x="1796092" y="5008864"/>
                </a:lnTo>
                <a:cubicBezTo>
                  <a:pt x="1795896" y="5009128"/>
                  <a:pt x="1795304" y="5009324"/>
                  <a:pt x="1795304" y="5009324"/>
                </a:cubicBezTo>
                <a:lnTo>
                  <a:pt x="1786240" y="5009324"/>
                </a:lnTo>
                <a:cubicBezTo>
                  <a:pt x="1785912" y="5009324"/>
                  <a:pt x="1785452" y="5008864"/>
                  <a:pt x="1785452" y="5008864"/>
                </a:cubicBezTo>
                <a:lnTo>
                  <a:pt x="1780920" y="5000983"/>
                </a:lnTo>
                <a:cubicBezTo>
                  <a:pt x="1780788" y="5000720"/>
                  <a:pt x="1780920" y="5000129"/>
                  <a:pt x="1780920" y="5000129"/>
                </a:cubicBezTo>
                <a:lnTo>
                  <a:pt x="1785452" y="4992247"/>
                </a:lnTo>
                <a:cubicBezTo>
                  <a:pt x="1785649" y="4991985"/>
                  <a:pt x="1786240" y="4991788"/>
                  <a:pt x="1786240" y="4991788"/>
                </a:cubicBezTo>
                <a:close/>
                <a:moveTo>
                  <a:pt x="1531853" y="4991788"/>
                </a:moveTo>
                <a:lnTo>
                  <a:pt x="1540916" y="4991788"/>
                </a:lnTo>
                <a:cubicBezTo>
                  <a:pt x="1541244" y="4991788"/>
                  <a:pt x="1541703" y="4992247"/>
                  <a:pt x="1541703" y="4992247"/>
                </a:cubicBezTo>
                <a:lnTo>
                  <a:pt x="1546236" y="5000129"/>
                </a:lnTo>
                <a:cubicBezTo>
                  <a:pt x="1546367" y="5000392"/>
                  <a:pt x="1546236" y="5000983"/>
                  <a:pt x="1546236" y="5000983"/>
                </a:cubicBezTo>
                <a:lnTo>
                  <a:pt x="1541703" y="5008864"/>
                </a:lnTo>
                <a:cubicBezTo>
                  <a:pt x="1541507" y="5009128"/>
                  <a:pt x="1540916" y="5009324"/>
                  <a:pt x="1540916" y="5009324"/>
                </a:cubicBezTo>
                <a:lnTo>
                  <a:pt x="1531853" y="5009324"/>
                </a:lnTo>
                <a:cubicBezTo>
                  <a:pt x="1531523" y="5009324"/>
                  <a:pt x="1531064" y="5008864"/>
                  <a:pt x="1531064" y="5008864"/>
                </a:cubicBezTo>
                <a:lnTo>
                  <a:pt x="1526532" y="5000983"/>
                </a:lnTo>
                <a:cubicBezTo>
                  <a:pt x="1526400" y="5000720"/>
                  <a:pt x="1526532" y="5000129"/>
                  <a:pt x="1526532" y="5000129"/>
                </a:cubicBezTo>
                <a:lnTo>
                  <a:pt x="1531064" y="4992247"/>
                </a:lnTo>
                <a:cubicBezTo>
                  <a:pt x="1531260" y="4991985"/>
                  <a:pt x="1531853" y="4991788"/>
                  <a:pt x="1531853" y="4991788"/>
                </a:cubicBezTo>
                <a:close/>
                <a:moveTo>
                  <a:pt x="1277438" y="4991788"/>
                </a:moveTo>
                <a:lnTo>
                  <a:pt x="1286504" y="4991788"/>
                </a:lnTo>
                <a:cubicBezTo>
                  <a:pt x="1286832" y="4991788"/>
                  <a:pt x="1287292" y="4992247"/>
                  <a:pt x="1287292" y="4992247"/>
                </a:cubicBezTo>
                <a:lnTo>
                  <a:pt x="1291824" y="5000129"/>
                </a:lnTo>
                <a:cubicBezTo>
                  <a:pt x="1291955" y="5000392"/>
                  <a:pt x="1291824" y="5000983"/>
                  <a:pt x="1291824" y="5000983"/>
                </a:cubicBezTo>
                <a:lnTo>
                  <a:pt x="1287292" y="5008864"/>
                </a:lnTo>
                <a:cubicBezTo>
                  <a:pt x="1287095" y="5009128"/>
                  <a:pt x="1286504" y="5009324"/>
                  <a:pt x="1286504" y="5009324"/>
                </a:cubicBezTo>
                <a:lnTo>
                  <a:pt x="1277438" y="5009324"/>
                </a:lnTo>
                <a:cubicBezTo>
                  <a:pt x="1277111" y="5009324"/>
                  <a:pt x="1276650" y="5008864"/>
                  <a:pt x="1276650" y="5008864"/>
                </a:cubicBezTo>
                <a:lnTo>
                  <a:pt x="1272119" y="5000983"/>
                </a:lnTo>
                <a:cubicBezTo>
                  <a:pt x="1271987" y="5000720"/>
                  <a:pt x="1272119" y="5000129"/>
                  <a:pt x="1272119" y="5000129"/>
                </a:cubicBezTo>
                <a:lnTo>
                  <a:pt x="1276650" y="4992247"/>
                </a:lnTo>
                <a:cubicBezTo>
                  <a:pt x="1276847" y="4991985"/>
                  <a:pt x="1277438" y="4991788"/>
                  <a:pt x="1277438" y="4991788"/>
                </a:cubicBezTo>
                <a:close/>
                <a:moveTo>
                  <a:pt x="1023011" y="4991788"/>
                </a:moveTo>
                <a:lnTo>
                  <a:pt x="1032075" y="4991788"/>
                </a:lnTo>
                <a:cubicBezTo>
                  <a:pt x="1032403" y="4991788"/>
                  <a:pt x="1032863" y="4992247"/>
                  <a:pt x="1032863" y="4992247"/>
                </a:cubicBezTo>
                <a:lnTo>
                  <a:pt x="1037395" y="5000129"/>
                </a:lnTo>
                <a:cubicBezTo>
                  <a:pt x="1037526" y="5000392"/>
                  <a:pt x="1037395" y="5000983"/>
                  <a:pt x="1037395" y="5000983"/>
                </a:cubicBezTo>
                <a:lnTo>
                  <a:pt x="1032863" y="5008864"/>
                </a:lnTo>
                <a:cubicBezTo>
                  <a:pt x="1032666" y="5009128"/>
                  <a:pt x="1032075" y="5009324"/>
                  <a:pt x="1032075" y="5009324"/>
                </a:cubicBezTo>
                <a:lnTo>
                  <a:pt x="1023011" y="5009324"/>
                </a:lnTo>
                <a:cubicBezTo>
                  <a:pt x="1022682" y="5009324"/>
                  <a:pt x="1022223" y="5008864"/>
                  <a:pt x="1022223" y="5008864"/>
                </a:cubicBezTo>
                <a:lnTo>
                  <a:pt x="1017690" y="5000983"/>
                </a:lnTo>
                <a:cubicBezTo>
                  <a:pt x="1017559" y="5000720"/>
                  <a:pt x="1017690" y="5000129"/>
                  <a:pt x="1017690" y="5000129"/>
                </a:cubicBezTo>
                <a:lnTo>
                  <a:pt x="1022223" y="4992247"/>
                </a:lnTo>
                <a:cubicBezTo>
                  <a:pt x="1022420" y="4991985"/>
                  <a:pt x="1023011" y="4991788"/>
                  <a:pt x="1023011" y="4991788"/>
                </a:cubicBezTo>
                <a:close/>
                <a:moveTo>
                  <a:pt x="768631" y="4991788"/>
                </a:moveTo>
                <a:lnTo>
                  <a:pt x="777694" y="4991788"/>
                </a:lnTo>
                <a:cubicBezTo>
                  <a:pt x="778022" y="4991788"/>
                  <a:pt x="778482" y="4992247"/>
                  <a:pt x="778482" y="4992247"/>
                </a:cubicBezTo>
                <a:lnTo>
                  <a:pt x="783014" y="5000129"/>
                </a:lnTo>
                <a:cubicBezTo>
                  <a:pt x="783145" y="5000392"/>
                  <a:pt x="783014" y="5000983"/>
                  <a:pt x="783014" y="5000983"/>
                </a:cubicBezTo>
                <a:lnTo>
                  <a:pt x="778482" y="5008864"/>
                </a:lnTo>
                <a:cubicBezTo>
                  <a:pt x="778285" y="5009128"/>
                  <a:pt x="777694" y="5009324"/>
                  <a:pt x="777694" y="5009324"/>
                </a:cubicBezTo>
                <a:lnTo>
                  <a:pt x="768631" y="5009324"/>
                </a:lnTo>
                <a:cubicBezTo>
                  <a:pt x="768302" y="5009324"/>
                  <a:pt x="767842" y="5008864"/>
                  <a:pt x="767842" y="5008864"/>
                </a:cubicBezTo>
                <a:lnTo>
                  <a:pt x="763311" y="5000983"/>
                </a:lnTo>
                <a:cubicBezTo>
                  <a:pt x="763179" y="5000720"/>
                  <a:pt x="763311" y="5000129"/>
                  <a:pt x="763311" y="5000129"/>
                </a:cubicBezTo>
                <a:lnTo>
                  <a:pt x="767842" y="4992247"/>
                </a:lnTo>
                <a:cubicBezTo>
                  <a:pt x="768039" y="4991985"/>
                  <a:pt x="768631" y="4991788"/>
                  <a:pt x="768631" y="4991788"/>
                </a:cubicBezTo>
                <a:close/>
                <a:moveTo>
                  <a:pt x="514388" y="4991788"/>
                </a:moveTo>
                <a:lnTo>
                  <a:pt x="523450" y="4991788"/>
                </a:lnTo>
                <a:cubicBezTo>
                  <a:pt x="523780" y="4991788"/>
                  <a:pt x="524239" y="4992247"/>
                  <a:pt x="524239" y="4992247"/>
                </a:cubicBezTo>
                <a:lnTo>
                  <a:pt x="528771" y="5000129"/>
                </a:lnTo>
                <a:cubicBezTo>
                  <a:pt x="528903" y="5000392"/>
                  <a:pt x="528771" y="5000983"/>
                  <a:pt x="528771" y="5000983"/>
                </a:cubicBezTo>
                <a:lnTo>
                  <a:pt x="524239" y="5008864"/>
                </a:lnTo>
                <a:cubicBezTo>
                  <a:pt x="524043" y="5009128"/>
                  <a:pt x="523450" y="5009324"/>
                  <a:pt x="523450" y="5009324"/>
                </a:cubicBezTo>
                <a:lnTo>
                  <a:pt x="514388" y="5009324"/>
                </a:lnTo>
                <a:cubicBezTo>
                  <a:pt x="514058" y="5009324"/>
                  <a:pt x="513600" y="5008864"/>
                  <a:pt x="513600" y="5008864"/>
                </a:cubicBezTo>
                <a:lnTo>
                  <a:pt x="509067" y="5000983"/>
                </a:lnTo>
                <a:cubicBezTo>
                  <a:pt x="508935" y="5000720"/>
                  <a:pt x="509067" y="5000129"/>
                  <a:pt x="509067" y="5000129"/>
                </a:cubicBezTo>
                <a:lnTo>
                  <a:pt x="513600" y="4992247"/>
                </a:lnTo>
                <a:cubicBezTo>
                  <a:pt x="513797" y="4991985"/>
                  <a:pt x="514388" y="4991788"/>
                  <a:pt x="514388" y="4991788"/>
                </a:cubicBezTo>
                <a:close/>
                <a:moveTo>
                  <a:pt x="259919" y="4991788"/>
                </a:moveTo>
                <a:lnTo>
                  <a:pt x="268982" y="4991788"/>
                </a:lnTo>
                <a:cubicBezTo>
                  <a:pt x="269310" y="4991788"/>
                  <a:pt x="269770" y="4992247"/>
                  <a:pt x="269770" y="4992247"/>
                </a:cubicBezTo>
                <a:lnTo>
                  <a:pt x="274302" y="5000129"/>
                </a:lnTo>
                <a:cubicBezTo>
                  <a:pt x="274433" y="5000392"/>
                  <a:pt x="274302" y="5000983"/>
                  <a:pt x="274302" y="5000983"/>
                </a:cubicBezTo>
                <a:lnTo>
                  <a:pt x="269770" y="5008864"/>
                </a:lnTo>
                <a:cubicBezTo>
                  <a:pt x="269573" y="5009128"/>
                  <a:pt x="268982" y="5009324"/>
                  <a:pt x="268982" y="5009324"/>
                </a:cubicBezTo>
                <a:lnTo>
                  <a:pt x="259919" y="5009324"/>
                </a:lnTo>
                <a:cubicBezTo>
                  <a:pt x="259589" y="5009324"/>
                  <a:pt x="259129" y="5008864"/>
                  <a:pt x="259129" y="5008864"/>
                </a:cubicBezTo>
                <a:lnTo>
                  <a:pt x="254597" y="5000983"/>
                </a:lnTo>
                <a:cubicBezTo>
                  <a:pt x="254466" y="5000720"/>
                  <a:pt x="254597" y="5000129"/>
                  <a:pt x="254597" y="5000129"/>
                </a:cubicBezTo>
                <a:lnTo>
                  <a:pt x="259129" y="4992247"/>
                </a:lnTo>
                <a:cubicBezTo>
                  <a:pt x="259326" y="4991985"/>
                  <a:pt x="259919" y="4991788"/>
                  <a:pt x="259919" y="4991788"/>
                </a:cubicBezTo>
                <a:close/>
                <a:moveTo>
                  <a:pt x="5471" y="4991788"/>
                </a:moveTo>
                <a:lnTo>
                  <a:pt x="14535" y="4991788"/>
                </a:lnTo>
                <a:cubicBezTo>
                  <a:pt x="14863" y="4991788"/>
                  <a:pt x="15323" y="4992247"/>
                  <a:pt x="15323" y="4992247"/>
                </a:cubicBezTo>
                <a:lnTo>
                  <a:pt x="19855" y="5000129"/>
                </a:lnTo>
                <a:cubicBezTo>
                  <a:pt x="19986" y="5000392"/>
                  <a:pt x="19855" y="5000983"/>
                  <a:pt x="19855" y="5000983"/>
                </a:cubicBezTo>
                <a:lnTo>
                  <a:pt x="15323" y="5008864"/>
                </a:lnTo>
                <a:cubicBezTo>
                  <a:pt x="15126" y="5009128"/>
                  <a:pt x="14535" y="5009324"/>
                  <a:pt x="14535" y="5009324"/>
                </a:cubicBezTo>
                <a:lnTo>
                  <a:pt x="5471" y="5009324"/>
                </a:lnTo>
                <a:cubicBezTo>
                  <a:pt x="5142" y="5009324"/>
                  <a:pt x="4682" y="5008864"/>
                  <a:pt x="4682" y="5008864"/>
                </a:cubicBezTo>
                <a:lnTo>
                  <a:pt x="150" y="5000983"/>
                </a:lnTo>
                <a:cubicBezTo>
                  <a:pt x="19" y="5000720"/>
                  <a:pt x="150" y="5000129"/>
                  <a:pt x="150" y="5000129"/>
                </a:cubicBezTo>
                <a:lnTo>
                  <a:pt x="4682" y="4992247"/>
                </a:lnTo>
                <a:cubicBezTo>
                  <a:pt x="4879" y="4991985"/>
                  <a:pt x="5471" y="4991788"/>
                  <a:pt x="5471" y="4991788"/>
                </a:cubicBezTo>
                <a:close/>
                <a:moveTo>
                  <a:pt x="10435622" y="4774713"/>
                </a:moveTo>
                <a:lnTo>
                  <a:pt x="10444686" y="4774713"/>
                </a:lnTo>
                <a:cubicBezTo>
                  <a:pt x="10445015" y="4774713"/>
                  <a:pt x="10445474" y="4775173"/>
                  <a:pt x="10445474" y="4775173"/>
                </a:cubicBezTo>
                <a:lnTo>
                  <a:pt x="10450007" y="4783055"/>
                </a:lnTo>
                <a:cubicBezTo>
                  <a:pt x="10450138" y="4783317"/>
                  <a:pt x="10450007" y="4783908"/>
                  <a:pt x="10450007" y="4783908"/>
                </a:cubicBezTo>
                <a:lnTo>
                  <a:pt x="10445474" y="4791790"/>
                </a:lnTo>
                <a:cubicBezTo>
                  <a:pt x="10445278" y="4792052"/>
                  <a:pt x="10444686" y="4792249"/>
                  <a:pt x="10444686" y="4792249"/>
                </a:cubicBezTo>
                <a:lnTo>
                  <a:pt x="10435622" y="4792249"/>
                </a:lnTo>
                <a:cubicBezTo>
                  <a:pt x="10435295" y="4792249"/>
                  <a:pt x="10434834" y="4791790"/>
                  <a:pt x="10434834" y="4791790"/>
                </a:cubicBezTo>
                <a:lnTo>
                  <a:pt x="10430302" y="4783908"/>
                </a:lnTo>
                <a:cubicBezTo>
                  <a:pt x="10430171" y="4783646"/>
                  <a:pt x="10430302" y="4783055"/>
                  <a:pt x="10430302" y="4783055"/>
                </a:cubicBezTo>
                <a:lnTo>
                  <a:pt x="10434834" y="4775173"/>
                </a:lnTo>
                <a:cubicBezTo>
                  <a:pt x="10435031" y="4774910"/>
                  <a:pt x="10435622" y="4774713"/>
                  <a:pt x="10435622" y="4774713"/>
                </a:cubicBezTo>
                <a:close/>
                <a:moveTo>
                  <a:pt x="10181242" y="4774713"/>
                </a:moveTo>
                <a:lnTo>
                  <a:pt x="10190305" y="4774713"/>
                </a:lnTo>
                <a:cubicBezTo>
                  <a:pt x="10190635" y="4774713"/>
                  <a:pt x="10191093" y="4775173"/>
                  <a:pt x="10191093" y="4775173"/>
                </a:cubicBezTo>
                <a:lnTo>
                  <a:pt x="10195626" y="4783055"/>
                </a:lnTo>
                <a:cubicBezTo>
                  <a:pt x="10195758" y="4783317"/>
                  <a:pt x="10195626" y="4783908"/>
                  <a:pt x="10195626" y="4783908"/>
                </a:cubicBezTo>
                <a:lnTo>
                  <a:pt x="10191093" y="4791790"/>
                </a:lnTo>
                <a:cubicBezTo>
                  <a:pt x="10190896" y="4792052"/>
                  <a:pt x="10190305" y="4792249"/>
                  <a:pt x="10190305" y="4792249"/>
                </a:cubicBezTo>
                <a:lnTo>
                  <a:pt x="10181242" y="4792249"/>
                </a:lnTo>
                <a:cubicBezTo>
                  <a:pt x="10180914" y="4792249"/>
                  <a:pt x="10180453" y="4791790"/>
                  <a:pt x="10180453" y="4791790"/>
                </a:cubicBezTo>
                <a:lnTo>
                  <a:pt x="10175922" y="4783908"/>
                </a:lnTo>
                <a:cubicBezTo>
                  <a:pt x="10175790" y="4783646"/>
                  <a:pt x="10175922" y="4783055"/>
                  <a:pt x="10175922" y="4783055"/>
                </a:cubicBezTo>
                <a:lnTo>
                  <a:pt x="10180453" y="4775173"/>
                </a:lnTo>
                <a:cubicBezTo>
                  <a:pt x="10180650" y="4774910"/>
                  <a:pt x="10181242" y="4774713"/>
                  <a:pt x="10181242" y="4774713"/>
                </a:cubicBezTo>
                <a:close/>
                <a:moveTo>
                  <a:pt x="9926861" y="4774713"/>
                </a:moveTo>
                <a:lnTo>
                  <a:pt x="9935924" y="4774713"/>
                </a:lnTo>
                <a:cubicBezTo>
                  <a:pt x="9936254" y="4774713"/>
                  <a:pt x="9936713" y="4775173"/>
                  <a:pt x="9936713" y="4775173"/>
                </a:cubicBezTo>
                <a:lnTo>
                  <a:pt x="9941246" y="4783055"/>
                </a:lnTo>
                <a:cubicBezTo>
                  <a:pt x="9941376" y="4783317"/>
                  <a:pt x="9941246" y="4783908"/>
                  <a:pt x="9941246" y="4783908"/>
                </a:cubicBezTo>
                <a:lnTo>
                  <a:pt x="9936713" y="4791790"/>
                </a:lnTo>
                <a:cubicBezTo>
                  <a:pt x="9936516" y="4792052"/>
                  <a:pt x="9935924" y="4792249"/>
                  <a:pt x="9935924" y="4792249"/>
                </a:cubicBezTo>
                <a:lnTo>
                  <a:pt x="9926861" y="4792249"/>
                </a:lnTo>
                <a:cubicBezTo>
                  <a:pt x="9926532" y="4792249"/>
                  <a:pt x="9926073" y="4791790"/>
                  <a:pt x="9926073" y="4791790"/>
                </a:cubicBezTo>
                <a:lnTo>
                  <a:pt x="9921541" y="4783908"/>
                </a:lnTo>
                <a:cubicBezTo>
                  <a:pt x="9921410" y="4783646"/>
                  <a:pt x="9921541" y="4783055"/>
                  <a:pt x="9921541" y="4783055"/>
                </a:cubicBezTo>
                <a:lnTo>
                  <a:pt x="9926073" y="4775173"/>
                </a:lnTo>
                <a:cubicBezTo>
                  <a:pt x="9926270" y="4774910"/>
                  <a:pt x="9926861" y="4774713"/>
                  <a:pt x="9926861" y="4774713"/>
                </a:cubicBezTo>
                <a:close/>
                <a:moveTo>
                  <a:pt x="9672481" y="4774713"/>
                </a:moveTo>
                <a:lnTo>
                  <a:pt x="9681545" y="4774713"/>
                </a:lnTo>
                <a:cubicBezTo>
                  <a:pt x="9681872" y="4774713"/>
                  <a:pt x="9682333" y="4775173"/>
                  <a:pt x="9682333" y="4775173"/>
                </a:cubicBezTo>
                <a:lnTo>
                  <a:pt x="9686865" y="4783055"/>
                </a:lnTo>
                <a:cubicBezTo>
                  <a:pt x="9686996" y="4783317"/>
                  <a:pt x="9686865" y="4783908"/>
                  <a:pt x="9686865" y="4783908"/>
                </a:cubicBezTo>
                <a:lnTo>
                  <a:pt x="9682333" y="4791790"/>
                </a:lnTo>
                <a:cubicBezTo>
                  <a:pt x="9682136" y="4792052"/>
                  <a:pt x="9681545" y="4792249"/>
                  <a:pt x="9681545" y="4792249"/>
                </a:cubicBezTo>
                <a:lnTo>
                  <a:pt x="9672481" y="4792249"/>
                </a:lnTo>
                <a:cubicBezTo>
                  <a:pt x="9672152" y="4792249"/>
                  <a:pt x="9671693" y="4791790"/>
                  <a:pt x="9671693" y="4791790"/>
                </a:cubicBezTo>
                <a:lnTo>
                  <a:pt x="9667160" y="4783908"/>
                </a:lnTo>
                <a:cubicBezTo>
                  <a:pt x="9667030" y="4783646"/>
                  <a:pt x="9667160" y="4783055"/>
                  <a:pt x="9667160" y="4783055"/>
                </a:cubicBezTo>
                <a:lnTo>
                  <a:pt x="9671693" y="4775173"/>
                </a:lnTo>
                <a:cubicBezTo>
                  <a:pt x="9671890" y="4774910"/>
                  <a:pt x="9672481" y="4774713"/>
                  <a:pt x="9672481" y="4774713"/>
                </a:cubicBezTo>
                <a:close/>
                <a:moveTo>
                  <a:pt x="9163654" y="4774713"/>
                </a:moveTo>
                <a:lnTo>
                  <a:pt x="9172718" y="4774713"/>
                </a:lnTo>
                <a:cubicBezTo>
                  <a:pt x="9173046" y="4774713"/>
                  <a:pt x="9173506" y="4775173"/>
                  <a:pt x="9173506" y="4775173"/>
                </a:cubicBezTo>
                <a:lnTo>
                  <a:pt x="9178038" y="4783055"/>
                </a:lnTo>
                <a:cubicBezTo>
                  <a:pt x="9178169" y="4783317"/>
                  <a:pt x="9178038" y="4783908"/>
                  <a:pt x="9178038" y="4783908"/>
                </a:cubicBezTo>
                <a:lnTo>
                  <a:pt x="9173506" y="4791790"/>
                </a:lnTo>
                <a:cubicBezTo>
                  <a:pt x="9173309" y="4792052"/>
                  <a:pt x="9172718" y="4792249"/>
                  <a:pt x="9172718" y="4792249"/>
                </a:cubicBezTo>
                <a:lnTo>
                  <a:pt x="9163654" y="4792249"/>
                </a:lnTo>
                <a:cubicBezTo>
                  <a:pt x="9163326" y="4792249"/>
                  <a:pt x="9162866" y="4791790"/>
                  <a:pt x="9162866" y="4791790"/>
                </a:cubicBezTo>
                <a:lnTo>
                  <a:pt x="9158333" y="4783908"/>
                </a:lnTo>
                <a:cubicBezTo>
                  <a:pt x="9158202" y="4783646"/>
                  <a:pt x="9158333" y="4783055"/>
                  <a:pt x="9158333" y="4783055"/>
                </a:cubicBezTo>
                <a:lnTo>
                  <a:pt x="9162866" y="4775173"/>
                </a:lnTo>
                <a:cubicBezTo>
                  <a:pt x="9163062" y="4774910"/>
                  <a:pt x="9163654" y="4774713"/>
                  <a:pt x="9163654" y="4774713"/>
                </a:cubicBezTo>
                <a:close/>
                <a:moveTo>
                  <a:pt x="8909274" y="4774713"/>
                </a:moveTo>
                <a:lnTo>
                  <a:pt x="8918336" y="4774713"/>
                </a:lnTo>
                <a:cubicBezTo>
                  <a:pt x="8918666" y="4774713"/>
                  <a:pt x="8919125" y="4775173"/>
                  <a:pt x="8919125" y="4775173"/>
                </a:cubicBezTo>
                <a:lnTo>
                  <a:pt x="8923657" y="4783055"/>
                </a:lnTo>
                <a:cubicBezTo>
                  <a:pt x="8923789" y="4783317"/>
                  <a:pt x="8923657" y="4783908"/>
                  <a:pt x="8923657" y="4783908"/>
                </a:cubicBezTo>
                <a:lnTo>
                  <a:pt x="8919125" y="4791790"/>
                </a:lnTo>
                <a:cubicBezTo>
                  <a:pt x="8918928" y="4792052"/>
                  <a:pt x="8918336" y="4792249"/>
                  <a:pt x="8918336" y="4792249"/>
                </a:cubicBezTo>
                <a:lnTo>
                  <a:pt x="8909274" y="4792249"/>
                </a:lnTo>
                <a:cubicBezTo>
                  <a:pt x="8908945" y="4792249"/>
                  <a:pt x="8908484" y="4791790"/>
                  <a:pt x="8908484" y="4791790"/>
                </a:cubicBezTo>
                <a:lnTo>
                  <a:pt x="8903953" y="4783908"/>
                </a:lnTo>
                <a:cubicBezTo>
                  <a:pt x="8903821" y="4783646"/>
                  <a:pt x="8903953" y="4783055"/>
                  <a:pt x="8903953" y="4783055"/>
                </a:cubicBezTo>
                <a:lnTo>
                  <a:pt x="8908484" y="4775173"/>
                </a:lnTo>
                <a:cubicBezTo>
                  <a:pt x="8908681" y="4774910"/>
                  <a:pt x="8909274" y="4774713"/>
                  <a:pt x="8909274" y="4774713"/>
                </a:cubicBezTo>
                <a:close/>
                <a:moveTo>
                  <a:pt x="8654892" y="4774713"/>
                </a:moveTo>
                <a:lnTo>
                  <a:pt x="8663955" y="4774713"/>
                </a:lnTo>
                <a:cubicBezTo>
                  <a:pt x="8664285" y="4774713"/>
                  <a:pt x="8664744" y="4775173"/>
                  <a:pt x="8664744" y="4775173"/>
                </a:cubicBezTo>
                <a:lnTo>
                  <a:pt x="8669277" y="4783055"/>
                </a:lnTo>
                <a:cubicBezTo>
                  <a:pt x="8669408" y="4783317"/>
                  <a:pt x="8669277" y="4783908"/>
                  <a:pt x="8669277" y="4783908"/>
                </a:cubicBezTo>
                <a:lnTo>
                  <a:pt x="8664744" y="4791790"/>
                </a:lnTo>
                <a:cubicBezTo>
                  <a:pt x="8664548" y="4792052"/>
                  <a:pt x="8663955" y="4792249"/>
                  <a:pt x="8663955" y="4792249"/>
                </a:cubicBezTo>
                <a:lnTo>
                  <a:pt x="8654892" y="4792249"/>
                </a:lnTo>
                <a:cubicBezTo>
                  <a:pt x="8654565" y="4792249"/>
                  <a:pt x="8654104" y="4791790"/>
                  <a:pt x="8654104" y="4791790"/>
                </a:cubicBezTo>
                <a:lnTo>
                  <a:pt x="8649572" y="4783908"/>
                </a:lnTo>
                <a:cubicBezTo>
                  <a:pt x="8649441" y="4783646"/>
                  <a:pt x="8649572" y="4783055"/>
                  <a:pt x="8649572" y="4783055"/>
                </a:cubicBezTo>
                <a:lnTo>
                  <a:pt x="8654104" y="4775173"/>
                </a:lnTo>
                <a:cubicBezTo>
                  <a:pt x="8654301" y="4774910"/>
                  <a:pt x="8654892" y="4774713"/>
                  <a:pt x="8654892" y="4774713"/>
                </a:cubicBezTo>
                <a:close/>
                <a:moveTo>
                  <a:pt x="8400511" y="4774713"/>
                </a:moveTo>
                <a:lnTo>
                  <a:pt x="8409575" y="4774713"/>
                </a:lnTo>
                <a:cubicBezTo>
                  <a:pt x="8409904" y="4774713"/>
                  <a:pt x="8410363" y="4775173"/>
                  <a:pt x="8410363" y="4775173"/>
                </a:cubicBezTo>
                <a:lnTo>
                  <a:pt x="8414896" y="4783055"/>
                </a:lnTo>
                <a:cubicBezTo>
                  <a:pt x="8415027" y="4783317"/>
                  <a:pt x="8414896" y="4783908"/>
                  <a:pt x="8414896" y="4783908"/>
                </a:cubicBezTo>
                <a:lnTo>
                  <a:pt x="8410363" y="4791790"/>
                </a:lnTo>
                <a:cubicBezTo>
                  <a:pt x="8410166" y="4792052"/>
                  <a:pt x="8409575" y="4792249"/>
                  <a:pt x="8409575" y="4792249"/>
                </a:cubicBezTo>
                <a:lnTo>
                  <a:pt x="8400511" y="4792249"/>
                </a:lnTo>
                <a:cubicBezTo>
                  <a:pt x="8400184" y="4792249"/>
                  <a:pt x="8399723" y="4791790"/>
                  <a:pt x="8399723" y="4791790"/>
                </a:cubicBezTo>
                <a:lnTo>
                  <a:pt x="8395191" y="4783908"/>
                </a:lnTo>
                <a:cubicBezTo>
                  <a:pt x="8395060" y="4783646"/>
                  <a:pt x="8395191" y="4783055"/>
                  <a:pt x="8395191" y="4783055"/>
                </a:cubicBezTo>
                <a:lnTo>
                  <a:pt x="8399723" y="4775173"/>
                </a:lnTo>
                <a:cubicBezTo>
                  <a:pt x="8399920" y="4774910"/>
                  <a:pt x="8400511" y="4774713"/>
                  <a:pt x="8400511" y="4774713"/>
                </a:cubicBezTo>
                <a:close/>
                <a:moveTo>
                  <a:pt x="7891684" y="4774713"/>
                </a:moveTo>
                <a:lnTo>
                  <a:pt x="7900748" y="4774713"/>
                </a:lnTo>
                <a:cubicBezTo>
                  <a:pt x="7901076" y="4774713"/>
                  <a:pt x="7901536" y="4775173"/>
                  <a:pt x="7901536" y="4775173"/>
                </a:cubicBezTo>
                <a:lnTo>
                  <a:pt x="7906067" y="4783055"/>
                </a:lnTo>
                <a:cubicBezTo>
                  <a:pt x="7906199" y="4783317"/>
                  <a:pt x="7906067" y="4783908"/>
                  <a:pt x="7906067" y="4783908"/>
                </a:cubicBezTo>
                <a:lnTo>
                  <a:pt x="7901536" y="4791790"/>
                </a:lnTo>
                <a:cubicBezTo>
                  <a:pt x="7901339" y="4792052"/>
                  <a:pt x="7900748" y="4792249"/>
                  <a:pt x="7900748" y="4792249"/>
                </a:cubicBezTo>
                <a:lnTo>
                  <a:pt x="7891684" y="4792249"/>
                </a:lnTo>
                <a:cubicBezTo>
                  <a:pt x="7891355" y="4792249"/>
                  <a:pt x="7890896" y="4791790"/>
                  <a:pt x="7890896" y="4791790"/>
                </a:cubicBezTo>
                <a:lnTo>
                  <a:pt x="7886363" y="4783908"/>
                </a:lnTo>
                <a:cubicBezTo>
                  <a:pt x="7886233" y="4783646"/>
                  <a:pt x="7886363" y="4783055"/>
                  <a:pt x="7886363" y="4783055"/>
                </a:cubicBezTo>
                <a:lnTo>
                  <a:pt x="7890896" y="4775173"/>
                </a:lnTo>
                <a:cubicBezTo>
                  <a:pt x="7891093" y="4774910"/>
                  <a:pt x="7891684" y="4774713"/>
                  <a:pt x="7891684" y="4774713"/>
                </a:cubicBezTo>
                <a:close/>
                <a:moveTo>
                  <a:pt x="7637304" y="4774713"/>
                </a:moveTo>
                <a:lnTo>
                  <a:pt x="7646367" y="4774713"/>
                </a:lnTo>
                <a:cubicBezTo>
                  <a:pt x="7646696" y="4774713"/>
                  <a:pt x="7647156" y="4775173"/>
                  <a:pt x="7647156" y="4775173"/>
                </a:cubicBezTo>
                <a:lnTo>
                  <a:pt x="7651687" y="4783055"/>
                </a:lnTo>
                <a:cubicBezTo>
                  <a:pt x="7651819" y="4783317"/>
                  <a:pt x="7651687" y="4783908"/>
                  <a:pt x="7651687" y="4783908"/>
                </a:cubicBezTo>
                <a:lnTo>
                  <a:pt x="7647156" y="4791790"/>
                </a:lnTo>
                <a:cubicBezTo>
                  <a:pt x="7646958" y="4792052"/>
                  <a:pt x="7646367" y="4792249"/>
                  <a:pt x="7646367" y="4792249"/>
                </a:cubicBezTo>
                <a:lnTo>
                  <a:pt x="7637304" y="4792249"/>
                </a:lnTo>
                <a:cubicBezTo>
                  <a:pt x="7636975" y="4792249"/>
                  <a:pt x="7636516" y="4791790"/>
                  <a:pt x="7636516" y="4791790"/>
                </a:cubicBezTo>
                <a:lnTo>
                  <a:pt x="7631983" y="4783908"/>
                </a:lnTo>
                <a:cubicBezTo>
                  <a:pt x="7631851" y="4783646"/>
                  <a:pt x="7631983" y="4783055"/>
                  <a:pt x="7631983" y="4783055"/>
                </a:cubicBezTo>
                <a:lnTo>
                  <a:pt x="7636516" y="4775173"/>
                </a:lnTo>
                <a:cubicBezTo>
                  <a:pt x="7636713" y="4774910"/>
                  <a:pt x="7637304" y="4774713"/>
                  <a:pt x="7637304" y="4774713"/>
                </a:cubicBezTo>
                <a:close/>
                <a:moveTo>
                  <a:pt x="7382923" y="4774713"/>
                </a:moveTo>
                <a:lnTo>
                  <a:pt x="7391987" y="4774713"/>
                </a:lnTo>
                <a:cubicBezTo>
                  <a:pt x="7392315" y="4774713"/>
                  <a:pt x="7392775" y="4775173"/>
                  <a:pt x="7392775" y="4775173"/>
                </a:cubicBezTo>
                <a:lnTo>
                  <a:pt x="7397307" y="4783055"/>
                </a:lnTo>
                <a:cubicBezTo>
                  <a:pt x="7397438" y="4783317"/>
                  <a:pt x="7397307" y="4783908"/>
                  <a:pt x="7397307" y="4783908"/>
                </a:cubicBezTo>
                <a:lnTo>
                  <a:pt x="7392775" y="4791790"/>
                </a:lnTo>
                <a:cubicBezTo>
                  <a:pt x="7392578" y="4792052"/>
                  <a:pt x="7391987" y="4792249"/>
                  <a:pt x="7391987" y="4792249"/>
                </a:cubicBezTo>
                <a:lnTo>
                  <a:pt x="7382923" y="4792249"/>
                </a:lnTo>
                <a:cubicBezTo>
                  <a:pt x="7382595" y="4792249"/>
                  <a:pt x="7382135" y="4791790"/>
                  <a:pt x="7382135" y="4791790"/>
                </a:cubicBezTo>
                <a:lnTo>
                  <a:pt x="7377602" y="4783908"/>
                </a:lnTo>
                <a:cubicBezTo>
                  <a:pt x="7377471" y="4783646"/>
                  <a:pt x="7377602" y="4783055"/>
                  <a:pt x="7377602" y="4783055"/>
                </a:cubicBezTo>
                <a:lnTo>
                  <a:pt x="7382135" y="4775173"/>
                </a:lnTo>
                <a:cubicBezTo>
                  <a:pt x="7382331" y="4774910"/>
                  <a:pt x="7382923" y="4774713"/>
                  <a:pt x="7382923" y="4774713"/>
                </a:cubicBezTo>
                <a:close/>
                <a:moveTo>
                  <a:pt x="7128477" y="4774713"/>
                </a:moveTo>
                <a:lnTo>
                  <a:pt x="7137540" y="4774713"/>
                </a:lnTo>
                <a:cubicBezTo>
                  <a:pt x="7137869" y="4774713"/>
                  <a:pt x="7138328" y="4775173"/>
                  <a:pt x="7138328" y="4775173"/>
                </a:cubicBezTo>
                <a:lnTo>
                  <a:pt x="7142860" y="4783055"/>
                </a:lnTo>
                <a:cubicBezTo>
                  <a:pt x="7142992" y="4783317"/>
                  <a:pt x="7142860" y="4783908"/>
                  <a:pt x="7142860" y="4783908"/>
                </a:cubicBezTo>
                <a:lnTo>
                  <a:pt x="7138328" y="4791790"/>
                </a:lnTo>
                <a:cubicBezTo>
                  <a:pt x="7138131" y="4792052"/>
                  <a:pt x="7137540" y="4792249"/>
                  <a:pt x="7137540" y="4792249"/>
                </a:cubicBezTo>
                <a:lnTo>
                  <a:pt x="7128477" y="4792249"/>
                </a:lnTo>
                <a:cubicBezTo>
                  <a:pt x="7128148" y="4792249"/>
                  <a:pt x="7127689" y="4791790"/>
                  <a:pt x="7127689" y="4791790"/>
                </a:cubicBezTo>
                <a:lnTo>
                  <a:pt x="7123156" y="4783908"/>
                </a:lnTo>
                <a:cubicBezTo>
                  <a:pt x="7123024" y="4783646"/>
                  <a:pt x="7123156" y="4783055"/>
                  <a:pt x="7123156" y="4783055"/>
                </a:cubicBezTo>
                <a:lnTo>
                  <a:pt x="7127689" y="4775173"/>
                </a:lnTo>
                <a:cubicBezTo>
                  <a:pt x="7127885" y="4774910"/>
                  <a:pt x="7128477" y="4774713"/>
                  <a:pt x="7128477" y="4774713"/>
                </a:cubicBezTo>
                <a:close/>
                <a:moveTo>
                  <a:pt x="6874095" y="4774713"/>
                </a:moveTo>
                <a:lnTo>
                  <a:pt x="6883159" y="4774713"/>
                </a:lnTo>
                <a:cubicBezTo>
                  <a:pt x="6883488" y="4774713"/>
                  <a:pt x="6883947" y="4775173"/>
                  <a:pt x="6883947" y="4775173"/>
                </a:cubicBezTo>
                <a:lnTo>
                  <a:pt x="6888480" y="4783055"/>
                </a:lnTo>
                <a:cubicBezTo>
                  <a:pt x="6888611" y="4783317"/>
                  <a:pt x="6888480" y="4783908"/>
                  <a:pt x="6888480" y="4783908"/>
                </a:cubicBezTo>
                <a:lnTo>
                  <a:pt x="6883947" y="4791790"/>
                </a:lnTo>
                <a:cubicBezTo>
                  <a:pt x="6883751" y="4792052"/>
                  <a:pt x="6883159" y="4792249"/>
                  <a:pt x="6883159" y="4792249"/>
                </a:cubicBezTo>
                <a:lnTo>
                  <a:pt x="6874095" y="4792249"/>
                </a:lnTo>
                <a:cubicBezTo>
                  <a:pt x="6873768" y="4792249"/>
                  <a:pt x="6873307" y="4791790"/>
                  <a:pt x="6873307" y="4791790"/>
                </a:cubicBezTo>
                <a:lnTo>
                  <a:pt x="6868775" y="4783908"/>
                </a:lnTo>
                <a:cubicBezTo>
                  <a:pt x="6868644" y="4783646"/>
                  <a:pt x="6868775" y="4783055"/>
                  <a:pt x="6868775" y="4783055"/>
                </a:cubicBezTo>
                <a:lnTo>
                  <a:pt x="6873307" y="4775173"/>
                </a:lnTo>
                <a:cubicBezTo>
                  <a:pt x="6873504" y="4774910"/>
                  <a:pt x="6874095" y="4774713"/>
                  <a:pt x="6874095" y="4774713"/>
                </a:cubicBezTo>
                <a:close/>
                <a:moveTo>
                  <a:pt x="6619714" y="4774713"/>
                </a:moveTo>
                <a:lnTo>
                  <a:pt x="6628778" y="4774713"/>
                </a:lnTo>
                <a:cubicBezTo>
                  <a:pt x="6629107" y="4774713"/>
                  <a:pt x="6629566" y="4775173"/>
                  <a:pt x="6629566" y="4775173"/>
                </a:cubicBezTo>
                <a:lnTo>
                  <a:pt x="6634099" y="4783055"/>
                </a:lnTo>
                <a:cubicBezTo>
                  <a:pt x="6634230" y="4783317"/>
                  <a:pt x="6634099" y="4783908"/>
                  <a:pt x="6634099" y="4783908"/>
                </a:cubicBezTo>
                <a:lnTo>
                  <a:pt x="6629566" y="4791790"/>
                </a:lnTo>
                <a:cubicBezTo>
                  <a:pt x="6629369" y="4792052"/>
                  <a:pt x="6628778" y="4792249"/>
                  <a:pt x="6628778" y="4792249"/>
                </a:cubicBezTo>
                <a:lnTo>
                  <a:pt x="6619714" y="4792249"/>
                </a:lnTo>
                <a:cubicBezTo>
                  <a:pt x="6619387" y="4792249"/>
                  <a:pt x="6618926" y="4791790"/>
                  <a:pt x="6618926" y="4791790"/>
                </a:cubicBezTo>
                <a:lnTo>
                  <a:pt x="6614394" y="4783908"/>
                </a:lnTo>
                <a:cubicBezTo>
                  <a:pt x="6614263" y="4783646"/>
                  <a:pt x="6614394" y="4783055"/>
                  <a:pt x="6614394" y="4783055"/>
                </a:cubicBezTo>
                <a:lnTo>
                  <a:pt x="6618926" y="4775173"/>
                </a:lnTo>
                <a:cubicBezTo>
                  <a:pt x="6619123" y="4774910"/>
                  <a:pt x="6619714" y="4774713"/>
                  <a:pt x="6619714" y="4774713"/>
                </a:cubicBezTo>
                <a:close/>
                <a:moveTo>
                  <a:pt x="6365334" y="4774713"/>
                </a:moveTo>
                <a:lnTo>
                  <a:pt x="6374397" y="4774713"/>
                </a:lnTo>
                <a:cubicBezTo>
                  <a:pt x="6374727" y="4774713"/>
                  <a:pt x="6375186" y="4775173"/>
                  <a:pt x="6375186" y="4775173"/>
                </a:cubicBezTo>
                <a:lnTo>
                  <a:pt x="6379718" y="4783055"/>
                </a:lnTo>
                <a:cubicBezTo>
                  <a:pt x="6379849" y="4783317"/>
                  <a:pt x="6379718" y="4783908"/>
                  <a:pt x="6379718" y="4783908"/>
                </a:cubicBezTo>
                <a:lnTo>
                  <a:pt x="6375186" y="4791790"/>
                </a:lnTo>
                <a:cubicBezTo>
                  <a:pt x="6374988" y="4792052"/>
                  <a:pt x="6374397" y="4792249"/>
                  <a:pt x="6374397" y="4792249"/>
                </a:cubicBezTo>
                <a:lnTo>
                  <a:pt x="6365334" y="4792249"/>
                </a:lnTo>
                <a:cubicBezTo>
                  <a:pt x="6365005" y="4792249"/>
                  <a:pt x="6364546" y="4791790"/>
                  <a:pt x="6364546" y="4791790"/>
                </a:cubicBezTo>
                <a:lnTo>
                  <a:pt x="6360014" y="4783908"/>
                </a:lnTo>
                <a:cubicBezTo>
                  <a:pt x="6359882" y="4783646"/>
                  <a:pt x="6360014" y="4783055"/>
                  <a:pt x="6360014" y="4783055"/>
                </a:cubicBezTo>
                <a:lnTo>
                  <a:pt x="6364546" y="4775173"/>
                </a:lnTo>
                <a:cubicBezTo>
                  <a:pt x="6364743" y="4774910"/>
                  <a:pt x="6365334" y="4774713"/>
                  <a:pt x="6365334" y="4774713"/>
                </a:cubicBezTo>
                <a:close/>
                <a:moveTo>
                  <a:pt x="6110888" y="4774713"/>
                </a:moveTo>
                <a:lnTo>
                  <a:pt x="6119953" y="4774713"/>
                </a:lnTo>
                <a:cubicBezTo>
                  <a:pt x="6120280" y="4774713"/>
                  <a:pt x="6120740" y="4775173"/>
                  <a:pt x="6120740" y="4775173"/>
                </a:cubicBezTo>
                <a:lnTo>
                  <a:pt x="6125272" y="4783055"/>
                </a:lnTo>
                <a:cubicBezTo>
                  <a:pt x="6125403" y="4783317"/>
                  <a:pt x="6125272" y="4783908"/>
                  <a:pt x="6125272" y="4783908"/>
                </a:cubicBezTo>
                <a:lnTo>
                  <a:pt x="6120740" y="4791790"/>
                </a:lnTo>
                <a:cubicBezTo>
                  <a:pt x="6120543" y="4792052"/>
                  <a:pt x="6119953" y="4792249"/>
                  <a:pt x="6119953" y="4792249"/>
                </a:cubicBezTo>
                <a:lnTo>
                  <a:pt x="6110888" y="4792249"/>
                </a:lnTo>
                <a:cubicBezTo>
                  <a:pt x="6110560" y="4792249"/>
                  <a:pt x="6110101" y="4791790"/>
                  <a:pt x="6110101" y="4791790"/>
                </a:cubicBezTo>
                <a:lnTo>
                  <a:pt x="6105567" y="4783908"/>
                </a:lnTo>
                <a:cubicBezTo>
                  <a:pt x="6105436" y="4783646"/>
                  <a:pt x="6105567" y="4783055"/>
                  <a:pt x="6105567" y="4783055"/>
                </a:cubicBezTo>
                <a:lnTo>
                  <a:pt x="6110101" y="4775173"/>
                </a:lnTo>
                <a:cubicBezTo>
                  <a:pt x="6110296" y="4774910"/>
                  <a:pt x="6110888" y="4774713"/>
                  <a:pt x="6110888" y="4774713"/>
                </a:cubicBezTo>
                <a:close/>
                <a:moveTo>
                  <a:pt x="5856508" y="4774713"/>
                </a:moveTo>
                <a:lnTo>
                  <a:pt x="5865571" y="4774713"/>
                </a:lnTo>
                <a:cubicBezTo>
                  <a:pt x="5865900" y="4774713"/>
                  <a:pt x="5866359" y="4775173"/>
                  <a:pt x="5866359" y="4775173"/>
                </a:cubicBezTo>
                <a:lnTo>
                  <a:pt x="5870891" y="4783055"/>
                </a:lnTo>
                <a:cubicBezTo>
                  <a:pt x="5871023" y="4783317"/>
                  <a:pt x="5870891" y="4783908"/>
                  <a:pt x="5870891" y="4783908"/>
                </a:cubicBezTo>
                <a:lnTo>
                  <a:pt x="5866359" y="4791790"/>
                </a:lnTo>
                <a:cubicBezTo>
                  <a:pt x="5866163" y="4792052"/>
                  <a:pt x="5865571" y="4792249"/>
                  <a:pt x="5865571" y="4792249"/>
                </a:cubicBezTo>
                <a:lnTo>
                  <a:pt x="5856508" y="4792249"/>
                </a:lnTo>
                <a:cubicBezTo>
                  <a:pt x="5856178" y="4792249"/>
                  <a:pt x="5855720" y="4791790"/>
                  <a:pt x="5855720" y="4791790"/>
                </a:cubicBezTo>
                <a:lnTo>
                  <a:pt x="5851187" y="4783908"/>
                </a:lnTo>
                <a:cubicBezTo>
                  <a:pt x="5851055" y="4783646"/>
                  <a:pt x="5851187" y="4783055"/>
                  <a:pt x="5851187" y="4783055"/>
                </a:cubicBezTo>
                <a:lnTo>
                  <a:pt x="5855720" y="4775173"/>
                </a:lnTo>
                <a:cubicBezTo>
                  <a:pt x="5855916" y="4774910"/>
                  <a:pt x="5856508" y="4774713"/>
                  <a:pt x="5856508" y="4774713"/>
                </a:cubicBezTo>
                <a:close/>
                <a:moveTo>
                  <a:pt x="5602126" y="4774713"/>
                </a:moveTo>
                <a:lnTo>
                  <a:pt x="5611191" y="4774713"/>
                </a:lnTo>
                <a:cubicBezTo>
                  <a:pt x="5611519" y="4774713"/>
                  <a:pt x="5611979" y="4775173"/>
                  <a:pt x="5611979" y="4775173"/>
                </a:cubicBezTo>
                <a:lnTo>
                  <a:pt x="5616511" y="4783055"/>
                </a:lnTo>
                <a:cubicBezTo>
                  <a:pt x="5616642" y="4783317"/>
                  <a:pt x="5616511" y="4783908"/>
                  <a:pt x="5616511" y="4783908"/>
                </a:cubicBezTo>
                <a:lnTo>
                  <a:pt x="5611979" y="4791790"/>
                </a:lnTo>
                <a:cubicBezTo>
                  <a:pt x="5611782" y="4792052"/>
                  <a:pt x="5611191" y="4792249"/>
                  <a:pt x="5611191" y="4792249"/>
                </a:cubicBezTo>
                <a:lnTo>
                  <a:pt x="5602126" y="4792249"/>
                </a:lnTo>
                <a:cubicBezTo>
                  <a:pt x="5601798" y="4792249"/>
                  <a:pt x="5601338" y="4791790"/>
                  <a:pt x="5601338" y="4791790"/>
                </a:cubicBezTo>
                <a:lnTo>
                  <a:pt x="5596807" y="4783908"/>
                </a:lnTo>
                <a:cubicBezTo>
                  <a:pt x="5596675" y="4783646"/>
                  <a:pt x="5596807" y="4783055"/>
                  <a:pt x="5596807" y="4783055"/>
                </a:cubicBezTo>
                <a:lnTo>
                  <a:pt x="5601338" y="4775173"/>
                </a:lnTo>
                <a:cubicBezTo>
                  <a:pt x="5601536" y="4774910"/>
                  <a:pt x="5602126" y="4774713"/>
                  <a:pt x="5602126" y="4774713"/>
                </a:cubicBezTo>
                <a:close/>
                <a:moveTo>
                  <a:pt x="5347746" y="4774713"/>
                </a:moveTo>
                <a:lnTo>
                  <a:pt x="5356810" y="4774713"/>
                </a:lnTo>
                <a:cubicBezTo>
                  <a:pt x="5357138" y="4774713"/>
                  <a:pt x="5357598" y="4775173"/>
                  <a:pt x="5357598" y="4775173"/>
                </a:cubicBezTo>
                <a:lnTo>
                  <a:pt x="5362130" y="4783055"/>
                </a:lnTo>
                <a:cubicBezTo>
                  <a:pt x="5362261" y="4783317"/>
                  <a:pt x="5362130" y="4783908"/>
                  <a:pt x="5362130" y="4783908"/>
                </a:cubicBezTo>
                <a:lnTo>
                  <a:pt x="5357598" y="4791790"/>
                </a:lnTo>
                <a:cubicBezTo>
                  <a:pt x="5357401" y="4792052"/>
                  <a:pt x="5356810" y="4792249"/>
                  <a:pt x="5356810" y="4792249"/>
                </a:cubicBezTo>
                <a:lnTo>
                  <a:pt x="5347746" y="4792249"/>
                </a:lnTo>
                <a:cubicBezTo>
                  <a:pt x="5347418" y="4792249"/>
                  <a:pt x="5346958" y="4791790"/>
                  <a:pt x="5346958" y="4791790"/>
                </a:cubicBezTo>
                <a:lnTo>
                  <a:pt x="5342425" y="4783908"/>
                </a:lnTo>
                <a:cubicBezTo>
                  <a:pt x="5342295" y="4783646"/>
                  <a:pt x="5342425" y="4783055"/>
                  <a:pt x="5342425" y="4783055"/>
                </a:cubicBezTo>
                <a:lnTo>
                  <a:pt x="5346958" y="4775173"/>
                </a:lnTo>
                <a:cubicBezTo>
                  <a:pt x="5347154" y="4774910"/>
                  <a:pt x="5347746" y="4774713"/>
                  <a:pt x="5347746" y="4774713"/>
                </a:cubicBezTo>
                <a:close/>
                <a:moveTo>
                  <a:pt x="5093300" y="4774713"/>
                </a:moveTo>
                <a:lnTo>
                  <a:pt x="5102364" y="4774713"/>
                </a:lnTo>
                <a:cubicBezTo>
                  <a:pt x="5102693" y="4774713"/>
                  <a:pt x="5103153" y="4775173"/>
                  <a:pt x="5103153" y="4775173"/>
                </a:cubicBezTo>
                <a:lnTo>
                  <a:pt x="5107684" y="4783055"/>
                </a:lnTo>
                <a:cubicBezTo>
                  <a:pt x="5107815" y="4783317"/>
                  <a:pt x="5107684" y="4783908"/>
                  <a:pt x="5107684" y="4783908"/>
                </a:cubicBezTo>
                <a:lnTo>
                  <a:pt x="5103153" y="4791790"/>
                </a:lnTo>
                <a:cubicBezTo>
                  <a:pt x="5102955" y="4792052"/>
                  <a:pt x="5102364" y="4792249"/>
                  <a:pt x="5102364" y="4792249"/>
                </a:cubicBezTo>
                <a:lnTo>
                  <a:pt x="5093300" y="4792249"/>
                </a:lnTo>
                <a:cubicBezTo>
                  <a:pt x="5092972" y="4792249"/>
                  <a:pt x="5092512" y="4791790"/>
                  <a:pt x="5092512" y="4791790"/>
                </a:cubicBezTo>
                <a:lnTo>
                  <a:pt x="5087979" y="4783908"/>
                </a:lnTo>
                <a:cubicBezTo>
                  <a:pt x="5087848" y="4783646"/>
                  <a:pt x="5087979" y="4783055"/>
                  <a:pt x="5087979" y="4783055"/>
                </a:cubicBezTo>
                <a:lnTo>
                  <a:pt x="5092512" y="4775173"/>
                </a:lnTo>
                <a:cubicBezTo>
                  <a:pt x="5092708" y="4774910"/>
                  <a:pt x="5093300" y="4774713"/>
                  <a:pt x="5093300" y="4774713"/>
                </a:cubicBezTo>
                <a:close/>
                <a:moveTo>
                  <a:pt x="4838919" y="4774713"/>
                </a:moveTo>
                <a:lnTo>
                  <a:pt x="4847982" y="4774713"/>
                </a:lnTo>
                <a:cubicBezTo>
                  <a:pt x="4848311" y="4774713"/>
                  <a:pt x="4848772" y="4775173"/>
                  <a:pt x="4848772" y="4775173"/>
                </a:cubicBezTo>
                <a:lnTo>
                  <a:pt x="4853303" y="4783055"/>
                </a:lnTo>
                <a:cubicBezTo>
                  <a:pt x="4853435" y="4783317"/>
                  <a:pt x="4853303" y="4783908"/>
                  <a:pt x="4853303" y="4783908"/>
                </a:cubicBezTo>
                <a:lnTo>
                  <a:pt x="4848772" y="4791790"/>
                </a:lnTo>
                <a:cubicBezTo>
                  <a:pt x="4848575" y="4792052"/>
                  <a:pt x="4847982" y="4792249"/>
                  <a:pt x="4847982" y="4792249"/>
                </a:cubicBezTo>
                <a:lnTo>
                  <a:pt x="4838919" y="4792249"/>
                </a:lnTo>
                <a:cubicBezTo>
                  <a:pt x="4838590" y="4792249"/>
                  <a:pt x="4838132" y="4791790"/>
                  <a:pt x="4838132" y="4791790"/>
                </a:cubicBezTo>
                <a:lnTo>
                  <a:pt x="4833598" y="4783908"/>
                </a:lnTo>
                <a:cubicBezTo>
                  <a:pt x="4833467" y="4783646"/>
                  <a:pt x="4833598" y="4783055"/>
                  <a:pt x="4833598" y="4783055"/>
                </a:cubicBezTo>
                <a:lnTo>
                  <a:pt x="4838132" y="4775173"/>
                </a:lnTo>
                <a:cubicBezTo>
                  <a:pt x="4838328" y="4774910"/>
                  <a:pt x="4838919" y="4774713"/>
                  <a:pt x="4838919" y="4774713"/>
                </a:cubicBezTo>
                <a:close/>
                <a:moveTo>
                  <a:pt x="4584538" y="4774713"/>
                </a:moveTo>
                <a:lnTo>
                  <a:pt x="4593603" y="4774713"/>
                </a:lnTo>
                <a:cubicBezTo>
                  <a:pt x="4593932" y="4774713"/>
                  <a:pt x="4594390" y="4775173"/>
                  <a:pt x="4594390" y="4775173"/>
                </a:cubicBezTo>
                <a:lnTo>
                  <a:pt x="4598922" y="4783055"/>
                </a:lnTo>
                <a:cubicBezTo>
                  <a:pt x="4599054" y="4783317"/>
                  <a:pt x="4598922" y="4783908"/>
                  <a:pt x="4598922" y="4783908"/>
                </a:cubicBezTo>
                <a:lnTo>
                  <a:pt x="4594390" y="4791790"/>
                </a:lnTo>
                <a:cubicBezTo>
                  <a:pt x="4594193" y="4792052"/>
                  <a:pt x="4593603" y="4792249"/>
                  <a:pt x="4593603" y="4792249"/>
                </a:cubicBezTo>
                <a:lnTo>
                  <a:pt x="4584538" y="4792249"/>
                </a:lnTo>
                <a:cubicBezTo>
                  <a:pt x="4584210" y="4792249"/>
                  <a:pt x="4583749" y="4791790"/>
                  <a:pt x="4583749" y="4791790"/>
                </a:cubicBezTo>
                <a:lnTo>
                  <a:pt x="4579218" y="4783908"/>
                </a:lnTo>
                <a:cubicBezTo>
                  <a:pt x="4579087" y="4783646"/>
                  <a:pt x="4579218" y="4783055"/>
                  <a:pt x="4579218" y="4783055"/>
                </a:cubicBezTo>
                <a:lnTo>
                  <a:pt x="4583749" y="4775173"/>
                </a:lnTo>
                <a:cubicBezTo>
                  <a:pt x="4583948" y="4774910"/>
                  <a:pt x="4584538" y="4774713"/>
                  <a:pt x="4584538" y="4774713"/>
                </a:cubicBezTo>
                <a:close/>
                <a:moveTo>
                  <a:pt x="4330157" y="4774713"/>
                </a:moveTo>
                <a:lnTo>
                  <a:pt x="4339222" y="4774713"/>
                </a:lnTo>
                <a:cubicBezTo>
                  <a:pt x="4339550" y="4774713"/>
                  <a:pt x="4340010" y="4775173"/>
                  <a:pt x="4340010" y="4775173"/>
                </a:cubicBezTo>
                <a:lnTo>
                  <a:pt x="4344540" y="4783055"/>
                </a:lnTo>
                <a:cubicBezTo>
                  <a:pt x="4344672" y="4783317"/>
                  <a:pt x="4344540" y="4783908"/>
                  <a:pt x="4344540" y="4783908"/>
                </a:cubicBezTo>
                <a:lnTo>
                  <a:pt x="4340010" y="4791790"/>
                </a:lnTo>
                <a:cubicBezTo>
                  <a:pt x="4339812" y="4792052"/>
                  <a:pt x="4339222" y="4792249"/>
                  <a:pt x="4339222" y="4792249"/>
                </a:cubicBezTo>
                <a:lnTo>
                  <a:pt x="4330157" y="4792249"/>
                </a:lnTo>
                <a:cubicBezTo>
                  <a:pt x="4329829" y="4792249"/>
                  <a:pt x="4329369" y="4791790"/>
                  <a:pt x="4329369" y="4791790"/>
                </a:cubicBezTo>
                <a:lnTo>
                  <a:pt x="4324836" y="4783908"/>
                </a:lnTo>
                <a:cubicBezTo>
                  <a:pt x="4324706" y="4783646"/>
                  <a:pt x="4324836" y="4783055"/>
                  <a:pt x="4324836" y="4783055"/>
                </a:cubicBezTo>
                <a:lnTo>
                  <a:pt x="4329369" y="4775173"/>
                </a:lnTo>
                <a:cubicBezTo>
                  <a:pt x="4329565" y="4774910"/>
                  <a:pt x="4330157" y="4774713"/>
                  <a:pt x="4330157" y="4774713"/>
                </a:cubicBezTo>
                <a:close/>
                <a:moveTo>
                  <a:pt x="4075851" y="4774713"/>
                </a:moveTo>
                <a:lnTo>
                  <a:pt x="4084913" y="4774713"/>
                </a:lnTo>
                <a:cubicBezTo>
                  <a:pt x="4085241" y="4774713"/>
                  <a:pt x="4085703" y="4775173"/>
                  <a:pt x="4085703" y="4775173"/>
                </a:cubicBezTo>
                <a:lnTo>
                  <a:pt x="4090235" y="4783055"/>
                </a:lnTo>
                <a:cubicBezTo>
                  <a:pt x="4090366" y="4783317"/>
                  <a:pt x="4090235" y="4783908"/>
                  <a:pt x="4090235" y="4783908"/>
                </a:cubicBezTo>
                <a:lnTo>
                  <a:pt x="4085703" y="4791790"/>
                </a:lnTo>
                <a:cubicBezTo>
                  <a:pt x="4085504" y="4792052"/>
                  <a:pt x="4084913" y="4792249"/>
                  <a:pt x="4084913" y="4792249"/>
                </a:cubicBezTo>
                <a:lnTo>
                  <a:pt x="4075851" y="4792249"/>
                </a:lnTo>
                <a:cubicBezTo>
                  <a:pt x="4075521" y="4792249"/>
                  <a:pt x="4075061" y="4791790"/>
                  <a:pt x="4075061" y="4791790"/>
                </a:cubicBezTo>
                <a:lnTo>
                  <a:pt x="4070528" y="4783908"/>
                </a:lnTo>
                <a:cubicBezTo>
                  <a:pt x="4070399" y="4783646"/>
                  <a:pt x="4070528" y="4783055"/>
                  <a:pt x="4070528" y="4783055"/>
                </a:cubicBezTo>
                <a:lnTo>
                  <a:pt x="4075061" y="4775173"/>
                </a:lnTo>
                <a:cubicBezTo>
                  <a:pt x="4075258" y="4774910"/>
                  <a:pt x="4075851" y="4774713"/>
                  <a:pt x="4075851" y="4774713"/>
                </a:cubicBezTo>
                <a:close/>
                <a:moveTo>
                  <a:pt x="3821532" y="4774713"/>
                </a:moveTo>
                <a:lnTo>
                  <a:pt x="3830597" y="4774713"/>
                </a:lnTo>
                <a:cubicBezTo>
                  <a:pt x="3830925" y="4774713"/>
                  <a:pt x="3831386" y="4775173"/>
                  <a:pt x="3831386" y="4775173"/>
                </a:cubicBezTo>
                <a:lnTo>
                  <a:pt x="3835918" y="4783055"/>
                </a:lnTo>
                <a:cubicBezTo>
                  <a:pt x="3836049" y="4783317"/>
                  <a:pt x="3835918" y="4783908"/>
                  <a:pt x="3835918" y="4783908"/>
                </a:cubicBezTo>
                <a:lnTo>
                  <a:pt x="3831386" y="4791790"/>
                </a:lnTo>
                <a:cubicBezTo>
                  <a:pt x="3831189" y="4792052"/>
                  <a:pt x="3830597" y="4792249"/>
                  <a:pt x="3830597" y="4792249"/>
                </a:cubicBezTo>
                <a:lnTo>
                  <a:pt x="3821532" y="4792249"/>
                </a:lnTo>
                <a:cubicBezTo>
                  <a:pt x="3821205" y="4792249"/>
                  <a:pt x="3820745" y="4791790"/>
                  <a:pt x="3820745" y="4791790"/>
                </a:cubicBezTo>
                <a:lnTo>
                  <a:pt x="3816213" y="4783908"/>
                </a:lnTo>
                <a:cubicBezTo>
                  <a:pt x="3816080" y="4783646"/>
                  <a:pt x="3816213" y="4783055"/>
                  <a:pt x="3816213" y="4783055"/>
                </a:cubicBezTo>
                <a:lnTo>
                  <a:pt x="3820745" y="4775173"/>
                </a:lnTo>
                <a:cubicBezTo>
                  <a:pt x="3820942" y="4774910"/>
                  <a:pt x="3821532" y="4774713"/>
                  <a:pt x="3821532" y="4774713"/>
                </a:cubicBezTo>
                <a:close/>
                <a:moveTo>
                  <a:pt x="3567131" y="4774713"/>
                </a:moveTo>
                <a:lnTo>
                  <a:pt x="3576197" y="4774713"/>
                </a:lnTo>
                <a:cubicBezTo>
                  <a:pt x="3576525" y="4774713"/>
                  <a:pt x="3576985" y="4775173"/>
                  <a:pt x="3576985" y="4775173"/>
                </a:cubicBezTo>
                <a:lnTo>
                  <a:pt x="3581517" y="4783055"/>
                </a:lnTo>
                <a:cubicBezTo>
                  <a:pt x="3581648" y="4783317"/>
                  <a:pt x="3581517" y="4783908"/>
                  <a:pt x="3581517" y="4783908"/>
                </a:cubicBezTo>
                <a:lnTo>
                  <a:pt x="3576985" y="4791790"/>
                </a:lnTo>
                <a:cubicBezTo>
                  <a:pt x="3576788" y="4792052"/>
                  <a:pt x="3576197" y="4792249"/>
                  <a:pt x="3576197" y="4792249"/>
                </a:cubicBezTo>
                <a:lnTo>
                  <a:pt x="3567131" y="4792249"/>
                </a:lnTo>
                <a:cubicBezTo>
                  <a:pt x="3566804" y="4792249"/>
                  <a:pt x="3566344" y="4791790"/>
                  <a:pt x="3566344" y="4791790"/>
                </a:cubicBezTo>
                <a:lnTo>
                  <a:pt x="3561811" y="4783908"/>
                </a:lnTo>
                <a:cubicBezTo>
                  <a:pt x="3561680" y="4783646"/>
                  <a:pt x="3561811" y="4783055"/>
                  <a:pt x="3561811" y="4783055"/>
                </a:cubicBezTo>
                <a:lnTo>
                  <a:pt x="3566344" y="4775173"/>
                </a:lnTo>
                <a:cubicBezTo>
                  <a:pt x="3566541" y="4774910"/>
                  <a:pt x="3567131" y="4774713"/>
                  <a:pt x="3567131" y="4774713"/>
                </a:cubicBezTo>
                <a:close/>
                <a:moveTo>
                  <a:pt x="3312732" y="4774713"/>
                </a:moveTo>
                <a:lnTo>
                  <a:pt x="3321795" y="4774713"/>
                </a:lnTo>
                <a:cubicBezTo>
                  <a:pt x="3322124" y="4774713"/>
                  <a:pt x="3322584" y="4775173"/>
                  <a:pt x="3322584" y="4775173"/>
                </a:cubicBezTo>
                <a:lnTo>
                  <a:pt x="3327116" y="4783055"/>
                </a:lnTo>
                <a:cubicBezTo>
                  <a:pt x="3327248" y="4783317"/>
                  <a:pt x="3327116" y="4783908"/>
                  <a:pt x="3327116" y="4783908"/>
                </a:cubicBezTo>
                <a:lnTo>
                  <a:pt x="3322584" y="4791790"/>
                </a:lnTo>
                <a:cubicBezTo>
                  <a:pt x="3322388" y="4792052"/>
                  <a:pt x="3321795" y="4792249"/>
                  <a:pt x="3321795" y="4792249"/>
                </a:cubicBezTo>
                <a:lnTo>
                  <a:pt x="3312732" y="4792249"/>
                </a:lnTo>
                <a:cubicBezTo>
                  <a:pt x="3312403" y="4792249"/>
                  <a:pt x="3311944" y="4791790"/>
                  <a:pt x="3311944" y="4791790"/>
                </a:cubicBezTo>
                <a:lnTo>
                  <a:pt x="3307411" y="4783908"/>
                </a:lnTo>
                <a:cubicBezTo>
                  <a:pt x="3307279" y="4783646"/>
                  <a:pt x="3307411" y="4783055"/>
                  <a:pt x="3307411" y="4783055"/>
                </a:cubicBezTo>
                <a:lnTo>
                  <a:pt x="3311944" y="4775173"/>
                </a:lnTo>
                <a:cubicBezTo>
                  <a:pt x="3312139" y="4774910"/>
                  <a:pt x="3312732" y="4774713"/>
                  <a:pt x="3312732" y="4774713"/>
                </a:cubicBezTo>
                <a:close/>
                <a:moveTo>
                  <a:pt x="3058203" y="4774713"/>
                </a:moveTo>
                <a:lnTo>
                  <a:pt x="3067268" y="4774713"/>
                </a:lnTo>
                <a:cubicBezTo>
                  <a:pt x="3067596" y="4774713"/>
                  <a:pt x="3068056" y="4775173"/>
                  <a:pt x="3068056" y="4775173"/>
                </a:cubicBezTo>
                <a:lnTo>
                  <a:pt x="3072588" y="4783055"/>
                </a:lnTo>
                <a:cubicBezTo>
                  <a:pt x="3072719" y="4783317"/>
                  <a:pt x="3072588" y="4783908"/>
                  <a:pt x="3072588" y="4783908"/>
                </a:cubicBezTo>
                <a:lnTo>
                  <a:pt x="3068056" y="4791790"/>
                </a:lnTo>
                <a:cubicBezTo>
                  <a:pt x="3067859" y="4792052"/>
                  <a:pt x="3067268" y="4792249"/>
                  <a:pt x="3067268" y="4792249"/>
                </a:cubicBezTo>
                <a:lnTo>
                  <a:pt x="3058203" y="4792249"/>
                </a:lnTo>
                <a:cubicBezTo>
                  <a:pt x="3057875" y="4792249"/>
                  <a:pt x="3057415" y="4791790"/>
                  <a:pt x="3057415" y="4791790"/>
                </a:cubicBezTo>
                <a:lnTo>
                  <a:pt x="3052883" y="4783908"/>
                </a:lnTo>
                <a:cubicBezTo>
                  <a:pt x="3052752" y="4783646"/>
                  <a:pt x="3052883" y="4783055"/>
                  <a:pt x="3052883" y="4783055"/>
                </a:cubicBezTo>
                <a:lnTo>
                  <a:pt x="3057415" y="4775173"/>
                </a:lnTo>
                <a:cubicBezTo>
                  <a:pt x="3057612" y="4774910"/>
                  <a:pt x="3058203" y="4774713"/>
                  <a:pt x="3058203" y="4774713"/>
                </a:cubicBezTo>
                <a:close/>
                <a:moveTo>
                  <a:pt x="2803967" y="4774713"/>
                </a:moveTo>
                <a:lnTo>
                  <a:pt x="2813032" y="4774713"/>
                </a:lnTo>
                <a:cubicBezTo>
                  <a:pt x="2813360" y="4774713"/>
                  <a:pt x="2813820" y="4775173"/>
                  <a:pt x="2813820" y="4775173"/>
                </a:cubicBezTo>
                <a:lnTo>
                  <a:pt x="2818352" y="4783055"/>
                </a:lnTo>
                <a:cubicBezTo>
                  <a:pt x="2818483" y="4783317"/>
                  <a:pt x="2818352" y="4783908"/>
                  <a:pt x="2818352" y="4783908"/>
                </a:cubicBezTo>
                <a:lnTo>
                  <a:pt x="2813820" y="4791790"/>
                </a:lnTo>
                <a:cubicBezTo>
                  <a:pt x="2813623" y="4792052"/>
                  <a:pt x="2813032" y="4792249"/>
                  <a:pt x="2813032" y="4792249"/>
                </a:cubicBezTo>
                <a:lnTo>
                  <a:pt x="2803967" y="4792249"/>
                </a:lnTo>
                <a:cubicBezTo>
                  <a:pt x="2803639" y="4792249"/>
                  <a:pt x="2803178" y="4791790"/>
                  <a:pt x="2803178" y="4791790"/>
                </a:cubicBezTo>
                <a:lnTo>
                  <a:pt x="2798646" y="4783908"/>
                </a:lnTo>
                <a:cubicBezTo>
                  <a:pt x="2798515" y="4783646"/>
                  <a:pt x="2798646" y="4783055"/>
                  <a:pt x="2798646" y="4783055"/>
                </a:cubicBezTo>
                <a:lnTo>
                  <a:pt x="2803178" y="4775173"/>
                </a:lnTo>
                <a:cubicBezTo>
                  <a:pt x="2803376" y="4774910"/>
                  <a:pt x="2803967" y="4774713"/>
                  <a:pt x="2803967" y="4774713"/>
                </a:cubicBezTo>
                <a:close/>
                <a:moveTo>
                  <a:pt x="2549548" y="4774713"/>
                </a:moveTo>
                <a:lnTo>
                  <a:pt x="2558613" y="4774713"/>
                </a:lnTo>
                <a:cubicBezTo>
                  <a:pt x="2558941" y="4774713"/>
                  <a:pt x="2559402" y="4775173"/>
                  <a:pt x="2559402" y="4775173"/>
                </a:cubicBezTo>
                <a:lnTo>
                  <a:pt x="2563935" y="4783055"/>
                </a:lnTo>
                <a:cubicBezTo>
                  <a:pt x="2564065" y="4783317"/>
                  <a:pt x="2563935" y="4783908"/>
                  <a:pt x="2563935" y="4783908"/>
                </a:cubicBezTo>
                <a:lnTo>
                  <a:pt x="2559402" y="4791790"/>
                </a:lnTo>
                <a:cubicBezTo>
                  <a:pt x="2559205" y="4792052"/>
                  <a:pt x="2558613" y="4792249"/>
                  <a:pt x="2558613" y="4792249"/>
                </a:cubicBezTo>
                <a:lnTo>
                  <a:pt x="2549548" y="4792249"/>
                </a:lnTo>
                <a:cubicBezTo>
                  <a:pt x="2549221" y="4792249"/>
                  <a:pt x="2548760" y="4791790"/>
                  <a:pt x="2548760" y="4791790"/>
                </a:cubicBezTo>
                <a:lnTo>
                  <a:pt x="2544228" y="4783908"/>
                </a:lnTo>
                <a:cubicBezTo>
                  <a:pt x="2544097" y="4783646"/>
                  <a:pt x="2544228" y="4783055"/>
                  <a:pt x="2544228" y="4783055"/>
                </a:cubicBezTo>
                <a:lnTo>
                  <a:pt x="2548760" y="4775173"/>
                </a:lnTo>
                <a:cubicBezTo>
                  <a:pt x="2548957" y="4774910"/>
                  <a:pt x="2549548" y="4774713"/>
                  <a:pt x="2549548" y="4774713"/>
                </a:cubicBezTo>
                <a:close/>
                <a:moveTo>
                  <a:pt x="2295018" y="4774713"/>
                </a:moveTo>
                <a:lnTo>
                  <a:pt x="2304082" y="4774713"/>
                </a:lnTo>
                <a:cubicBezTo>
                  <a:pt x="2304411" y="4774713"/>
                  <a:pt x="2304872" y="4775173"/>
                  <a:pt x="2304872" y="4775173"/>
                </a:cubicBezTo>
                <a:lnTo>
                  <a:pt x="2309403" y="4783055"/>
                </a:lnTo>
                <a:cubicBezTo>
                  <a:pt x="2309535" y="4783317"/>
                  <a:pt x="2309403" y="4783908"/>
                  <a:pt x="2309403" y="4783908"/>
                </a:cubicBezTo>
                <a:lnTo>
                  <a:pt x="2304872" y="4791790"/>
                </a:lnTo>
                <a:cubicBezTo>
                  <a:pt x="2304674" y="4792052"/>
                  <a:pt x="2304082" y="4792249"/>
                  <a:pt x="2304082" y="4792249"/>
                </a:cubicBezTo>
                <a:lnTo>
                  <a:pt x="2295018" y="4792249"/>
                </a:lnTo>
                <a:cubicBezTo>
                  <a:pt x="2294690" y="4792249"/>
                  <a:pt x="2294231" y="4791790"/>
                  <a:pt x="2294231" y="4791790"/>
                </a:cubicBezTo>
                <a:lnTo>
                  <a:pt x="2289698" y="4783908"/>
                </a:lnTo>
                <a:cubicBezTo>
                  <a:pt x="2289566" y="4783646"/>
                  <a:pt x="2289698" y="4783055"/>
                  <a:pt x="2289698" y="4783055"/>
                </a:cubicBezTo>
                <a:lnTo>
                  <a:pt x="2294231" y="4775173"/>
                </a:lnTo>
                <a:cubicBezTo>
                  <a:pt x="2294428" y="4774910"/>
                  <a:pt x="2295018" y="4774713"/>
                  <a:pt x="2295018" y="4774713"/>
                </a:cubicBezTo>
                <a:close/>
                <a:moveTo>
                  <a:pt x="2040623" y="4774713"/>
                </a:moveTo>
                <a:lnTo>
                  <a:pt x="2049686" y="4774713"/>
                </a:lnTo>
                <a:cubicBezTo>
                  <a:pt x="2050015" y="4774713"/>
                  <a:pt x="2050474" y="4775173"/>
                  <a:pt x="2050474" y="4775173"/>
                </a:cubicBezTo>
                <a:lnTo>
                  <a:pt x="2055006" y="4783055"/>
                </a:lnTo>
                <a:cubicBezTo>
                  <a:pt x="2055138" y="4783317"/>
                  <a:pt x="2055006" y="4783908"/>
                  <a:pt x="2055006" y="4783908"/>
                </a:cubicBezTo>
                <a:lnTo>
                  <a:pt x="2050474" y="4791790"/>
                </a:lnTo>
                <a:cubicBezTo>
                  <a:pt x="2050277" y="4792052"/>
                  <a:pt x="2049686" y="4792249"/>
                  <a:pt x="2049686" y="4792249"/>
                </a:cubicBezTo>
                <a:lnTo>
                  <a:pt x="2040623" y="4792249"/>
                </a:lnTo>
                <a:cubicBezTo>
                  <a:pt x="2040293" y="4792249"/>
                  <a:pt x="2039833" y="4791790"/>
                  <a:pt x="2039833" y="4791790"/>
                </a:cubicBezTo>
                <a:lnTo>
                  <a:pt x="2035302" y="4783908"/>
                </a:lnTo>
                <a:cubicBezTo>
                  <a:pt x="2035170" y="4783646"/>
                  <a:pt x="2035302" y="4783055"/>
                  <a:pt x="2035302" y="4783055"/>
                </a:cubicBezTo>
                <a:lnTo>
                  <a:pt x="2039833" y="4775173"/>
                </a:lnTo>
                <a:cubicBezTo>
                  <a:pt x="2040030" y="4774910"/>
                  <a:pt x="2040623" y="4774713"/>
                  <a:pt x="2040623" y="4774713"/>
                </a:cubicBezTo>
                <a:close/>
                <a:moveTo>
                  <a:pt x="1786207" y="4774713"/>
                </a:moveTo>
                <a:lnTo>
                  <a:pt x="1795272" y="4774713"/>
                </a:lnTo>
                <a:cubicBezTo>
                  <a:pt x="1795600" y="4774713"/>
                  <a:pt x="1796060" y="4775173"/>
                  <a:pt x="1796060" y="4775173"/>
                </a:cubicBezTo>
                <a:lnTo>
                  <a:pt x="1800592" y="4783055"/>
                </a:lnTo>
                <a:cubicBezTo>
                  <a:pt x="1800724" y="4783317"/>
                  <a:pt x="1800592" y="4783908"/>
                  <a:pt x="1800592" y="4783908"/>
                </a:cubicBezTo>
                <a:lnTo>
                  <a:pt x="1796060" y="4791790"/>
                </a:lnTo>
                <a:cubicBezTo>
                  <a:pt x="1795864" y="4792052"/>
                  <a:pt x="1795272" y="4792249"/>
                  <a:pt x="1795272" y="4792249"/>
                </a:cubicBezTo>
                <a:lnTo>
                  <a:pt x="1786207" y="4792249"/>
                </a:lnTo>
                <a:cubicBezTo>
                  <a:pt x="1785880" y="4792249"/>
                  <a:pt x="1785419" y="4791790"/>
                  <a:pt x="1785419" y="4791790"/>
                </a:cubicBezTo>
                <a:lnTo>
                  <a:pt x="1780887" y="4783908"/>
                </a:lnTo>
                <a:cubicBezTo>
                  <a:pt x="1780756" y="4783646"/>
                  <a:pt x="1780887" y="4783055"/>
                  <a:pt x="1780887" y="4783055"/>
                </a:cubicBezTo>
                <a:lnTo>
                  <a:pt x="1785419" y="4775173"/>
                </a:lnTo>
                <a:cubicBezTo>
                  <a:pt x="1785616" y="4774910"/>
                  <a:pt x="1786207" y="4774713"/>
                  <a:pt x="1786207" y="4774713"/>
                </a:cubicBezTo>
                <a:close/>
                <a:moveTo>
                  <a:pt x="1531965" y="4774713"/>
                </a:moveTo>
                <a:lnTo>
                  <a:pt x="1541028" y="4774713"/>
                </a:lnTo>
                <a:cubicBezTo>
                  <a:pt x="1541355" y="4774713"/>
                  <a:pt x="1541817" y="4775173"/>
                  <a:pt x="1541817" y="4775173"/>
                </a:cubicBezTo>
                <a:lnTo>
                  <a:pt x="1546348" y="4783055"/>
                </a:lnTo>
                <a:cubicBezTo>
                  <a:pt x="1546479" y="4783317"/>
                  <a:pt x="1546348" y="4783908"/>
                  <a:pt x="1546348" y="4783908"/>
                </a:cubicBezTo>
                <a:lnTo>
                  <a:pt x="1541817" y="4791790"/>
                </a:lnTo>
                <a:cubicBezTo>
                  <a:pt x="1541617" y="4792052"/>
                  <a:pt x="1541028" y="4792249"/>
                  <a:pt x="1541028" y="4792249"/>
                </a:cubicBezTo>
                <a:lnTo>
                  <a:pt x="1531965" y="4792249"/>
                </a:lnTo>
                <a:cubicBezTo>
                  <a:pt x="1531636" y="4792249"/>
                  <a:pt x="1531177" y="4791790"/>
                  <a:pt x="1531177" y="4791790"/>
                </a:cubicBezTo>
                <a:lnTo>
                  <a:pt x="1526642" y="4783908"/>
                </a:lnTo>
                <a:cubicBezTo>
                  <a:pt x="1526511" y="4783646"/>
                  <a:pt x="1526642" y="4783055"/>
                  <a:pt x="1526642" y="4783055"/>
                </a:cubicBezTo>
                <a:lnTo>
                  <a:pt x="1531177" y="4775173"/>
                </a:lnTo>
                <a:cubicBezTo>
                  <a:pt x="1531373" y="4774910"/>
                  <a:pt x="1531965" y="4774713"/>
                  <a:pt x="1531965" y="4774713"/>
                </a:cubicBezTo>
                <a:close/>
                <a:moveTo>
                  <a:pt x="1277399" y="4774713"/>
                </a:moveTo>
                <a:lnTo>
                  <a:pt x="1286463" y="4774713"/>
                </a:lnTo>
                <a:cubicBezTo>
                  <a:pt x="1286791" y="4774713"/>
                  <a:pt x="1287252" y="4775173"/>
                  <a:pt x="1287252" y="4775173"/>
                </a:cubicBezTo>
                <a:lnTo>
                  <a:pt x="1291783" y="4783055"/>
                </a:lnTo>
                <a:cubicBezTo>
                  <a:pt x="1291914" y="4783317"/>
                  <a:pt x="1291783" y="4783908"/>
                  <a:pt x="1291783" y="4783908"/>
                </a:cubicBezTo>
                <a:lnTo>
                  <a:pt x="1287252" y="4791790"/>
                </a:lnTo>
                <a:cubicBezTo>
                  <a:pt x="1287054" y="4792052"/>
                  <a:pt x="1286463" y="4792249"/>
                  <a:pt x="1286463" y="4792249"/>
                </a:cubicBezTo>
                <a:lnTo>
                  <a:pt x="1277399" y="4792249"/>
                </a:lnTo>
                <a:cubicBezTo>
                  <a:pt x="1277071" y="4792249"/>
                  <a:pt x="1276610" y="4791790"/>
                  <a:pt x="1276610" y="4791790"/>
                </a:cubicBezTo>
                <a:lnTo>
                  <a:pt x="1272079" y="4783908"/>
                </a:lnTo>
                <a:cubicBezTo>
                  <a:pt x="1271947" y="4783646"/>
                  <a:pt x="1272079" y="4783055"/>
                  <a:pt x="1272079" y="4783055"/>
                </a:cubicBezTo>
                <a:lnTo>
                  <a:pt x="1276610" y="4775173"/>
                </a:lnTo>
                <a:cubicBezTo>
                  <a:pt x="1276807" y="4774910"/>
                  <a:pt x="1277399" y="4774713"/>
                  <a:pt x="1277399" y="4774713"/>
                </a:cubicBezTo>
                <a:close/>
                <a:moveTo>
                  <a:pt x="1023061" y="4774713"/>
                </a:moveTo>
                <a:lnTo>
                  <a:pt x="1032125" y="4774713"/>
                </a:lnTo>
                <a:cubicBezTo>
                  <a:pt x="1032454" y="4774713"/>
                  <a:pt x="1032912" y="4775173"/>
                  <a:pt x="1032912" y="4775173"/>
                </a:cubicBezTo>
                <a:lnTo>
                  <a:pt x="1037445" y="4783055"/>
                </a:lnTo>
                <a:cubicBezTo>
                  <a:pt x="1037577" y="4783317"/>
                  <a:pt x="1037445" y="4783908"/>
                  <a:pt x="1037445" y="4783908"/>
                </a:cubicBezTo>
                <a:lnTo>
                  <a:pt x="1032912" y="4791790"/>
                </a:lnTo>
                <a:cubicBezTo>
                  <a:pt x="1032716" y="4792052"/>
                  <a:pt x="1032125" y="4792249"/>
                  <a:pt x="1032125" y="4792249"/>
                </a:cubicBezTo>
                <a:lnTo>
                  <a:pt x="1023061" y="4792249"/>
                </a:lnTo>
                <a:cubicBezTo>
                  <a:pt x="1022731" y="4792249"/>
                  <a:pt x="1022272" y="4791790"/>
                  <a:pt x="1022272" y="4791790"/>
                </a:cubicBezTo>
                <a:lnTo>
                  <a:pt x="1017740" y="4783908"/>
                </a:lnTo>
                <a:cubicBezTo>
                  <a:pt x="1017608" y="4783646"/>
                  <a:pt x="1017740" y="4783055"/>
                  <a:pt x="1017740" y="4783055"/>
                </a:cubicBezTo>
                <a:lnTo>
                  <a:pt x="1022272" y="4775173"/>
                </a:lnTo>
                <a:cubicBezTo>
                  <a:pt x="1022471" y="4774910"/>
                  <a:pt x="1023061" y="4774713"/>
                  <a:pt x="1023061" y="4774713"/>
                </a:cubicBezTo>
                <a:close/>
                <a:moveTo>
                  <a:pt x="768737" y="4774713"/>
                </a:moveTo>
                <a:lnTo>
                  <a:pt x="777799" y="4774713"/>
                </a:lnTo>
                <a:cubicBezTo>
                  <a:pt x="778129" y="4774713"/>
                  <a:pt x="778588" y="4775173"/>
                  <a:pt x="778588" y="4775173"/>
                </a:cubicBezTo>
                <a:lnTo>
                  <a:pt x="783120" y="4783055"/>
                </a:lnTo>
                <a:cubicBezTo>
                  <a:pt x="783252" y="4783317"/>
                  <a:pt x="783120" y="4783908"/>
                  <a:pt x="783120" y="4783908"/>
                </a:cubicBezTo>
                <a:lnTo>
                  <a:pt x="778588" y="4791790"/>
                </a:lnTo>
                <a:cubicBezTo>
                  <a:pt x="778392" y="4792052"/>
                  <a:pt x="777799" y="4792249"/>
                  <a:pt x="777799" y="4792249"/>
                </a:cubicBezTo>
                <a:lnTo>
                  <a:pt x="768737" y="4792249"/>
                </a:lnTo>
                <a:cubicBezTo>
                  <a:pt x="768408" y="4792249"/>
                  <a:pt x="767949" y="4791790"/>
                  <a:pt x="767949" y="4791790"/>
                </a:cubicBezTo>
                <a:lnTo>
                  <a:pt x="763416" y="4783908"/>
                </a:lnTo>
                <a:cubicBezTo>
                  <a:pt x="763283" y="4783646"/>
                  <a:pt x="763416" y="4783055"/>
                  <a:pt x="763416" y="4783055"/>
                </a:cubicBezTo>
                <a:lnTo>
                  <a:pt x="767949" y="4775173"/>
                </a:lnTo>
                <a:cubicBezTo>
                  <a:pt x="768146" y="4774910"/>
                  <a:pt x="768737" y="4774713"/>
                  <a:pt x="768737" y="4774713"/>
                </a:cubicBezTo>
                <a:close/>
                <a:moveTo>
                  <a:pt x="514331" y="4774713"/>
                </a:moveTo>
                <a:lnTo>
                  <a:pt x="523395" y="4774713"/>
                </a:lnTo>
                <a:cubicBezTo>
                  <a:pt x="523723" y="4774713"/>
                  <a:pt x="524183" y="4775173"/>
                  <a:pt x="524183" y="4775173"/>
                </a:cubicBezTo>
                <a:lnTo>
                  <a:pt x="528715" y="4783055"/>
                </a:lnTo>
                <a:cubicBezTo>
                  <a:pt x="528846" y="4783317"/>
                  <a:pt x="528715" y="4783908"/>
                  <a:pt x="528715" y="4783908"/>
                </a:cubicBezTo>
                <a:lnTo>
                  <a:pt x="524183" y="4791790"/>
                </a:lnTo>
                <a:cubicBezTo>
                  <a:pt x="523986" y="4792052"/>
                  <a:pt x="523395" y="4792249"/>
                  <a:pt x="523395" y="4792249"/>
                </a:cubicBezTo>
                <a:lnTo>
                  <a:pt x="514331" y="4792249"/>
                </a:lnTo>
                <a:cubicBezTo>
                  <a:pt x="514001" y="4792249"/>
                  <a:pt x="513543" y="4791790"/>
                  <a:pt x="513543" y="4791790"/>
                </a:cubicBezTo>
                <a:lnTo>
                  <a:pt x="509010" y="4783908"/>
                </a:lnTo>
                <a:cubicBezTo>
                  <a:pt x="508878" y="4783646"/>
                  <a:pt x="509010" y="4783055"/>
                  <a:pt x="509010" y="4783055"/>
                </a:cubicBezTo>
                <a:lnTo>
                  <a:pt x="513543" y="4775173"/>
                </a:lnTo>
                <a:cubicBezTo>
                  <a:pt x="513740" y="4774910"/>
                  <a:pt x="514331" y="4774713"/>
                  <a:pt x="514331" y="4774713"/>
                </a:cubicBezTo>
                <a:close/>
                <a:moveTo>
                  <a:pt x="259829" y="4774713"/>
                </a:moveTo>
                <a:lnTo>
                  <a:pt x="268892" y="4774713"/>
                </a:lnTo>
                <a:cubicBezTo>
                  <a:pt x="269221" y="4774713"/>
                  <a:pt x="269681" y="4775173"/>
                  <a:pt x="269681" y="4775173"/>
                </a:cubicBezTo>
                <a:lnTo>
                  <a:pt x="274212" y="4783055"/>
                </a:lnTo>
                <a:cubicBezTo>
                  <a:pt x="274344" y="4783317"/>
                  <a:pt x="274212" y="4783908"/>
                  <a:pt x="274212" y="4783908"/>
                </a:cubicBezTo>
                <a:lnTo>
                  <a:pt x="269681" y="4791790"/>
                </a:lnTo>
                <a:cubicBezTo>
                  <a:pt x="269483" y="4792052"/>
                  <a:pt x="268892" y="4792249"/>
                  <a:pt x="268892" y="4792249"/>
                </a:cubicBezTo>
                <a:lnTo>
                  <a:pt x="259829" y="4792249"/>
                </a:lnTo>
                <a:cubicBezTo>
                  <a:pt x="259499" y="4792249"/>
                  <a:pt x="259039" y="4791790"/>
                  <a:pt x="259039" y="4791790"/>
                </a:cubicBezTo>
                <a:lnTo>
                  <a:pt x="254508" y="4783908"/>
                </a:lnTo>
                <a:cubicBezTo>
                  <a:pt x="254376" y="4783646"/>
                  <a:pt x="254508" y="4783055"/>
                  <a:pt x="254508" y="4783055"/>
                </a:cubicBezTo>
                <a:lnTo>
                  <a:pt x="259039" y="4775173"/>
                </a:lnTo>
                <a:cubicBezTo>
                  <a:pt x="259237" y="4774910"/>
                  <a:pt x="259829" y="4774713"/>
                  <a:pt x="259829" y="4774713"/>
                </a:cubicBezTo>
                <a:close/>
                <a:moveTo>
                  <a:pt x="5582" y="4774713"/>
                </a:moveTo>
                <a:lnTo>
                  <a:pt x="14644" y="4774713"/>
                </a:lnTo>
                <a:cubicBezTo>
                  <a:pt x="14974" y="4774713"/>
                  <a:pt x="15432" y="4775173"/>
                  <a:pt x="15432" y="4775173"/>
                </a:cubicBezTo>
                <a:lnTo>
                  <a:pt x="19964" y="4783055"/>
                </a:lnTo>
                <a:cubicBezTo>
                  <a:pt x="20095" y="4783317"/>
                  <a:pt x="19964" y="4783908"/>
                  <a:pt x="19964" y="4783908"/>
                </a:cubicBezTo>
                <a:lnTo>
                  <a:pt x="15432" y="4791790"/>
                </a:lnTo>
                <a:cubicBezTo>
                  <a:pt x="15235" y="4792052"/>
                  <a:pt x="14644" y="4792249"/>
                  <a:pt x="14644" y="4792249"/>
                </a:cubicBezTo>
                <a:lnTo>
                  <a:pt x="5582" y="4792249"/>
                </a:lnTo>
                <a:cubicBezTo>
                  <a:pt x="5252" y="4792249"/>
                  <a:pt x="4792" y="4791790"/>
                  <a:pt x="4792" y="4791790"/>
                </a:cubicBezTo>
                <a:lnTo>
                  <a:pt x="261" y="4783908"/>
                </a:lnTo>
                <a:cubicBezTo>
                  <a:pt x="129" y="4783646"/>
                  <a:pt x="261" y="4783055"/>
                  <a:pt x="261" y="4783055"/>
                </a:cubicBezTo>
                <a:lnTo>
                  <a:pt x="4792" y="4775173"/>
                </a:lnTo>
                <a:cubicBezTo>
                  <a:pt x="4989" y="4774910"/>
                  <a:pt x="5582" y="4774713"/>
                  <a:pt x="5582" y="4774713"/>
                </a:cubicBezTo>
                <a:close/>
                <a:moveTo>
                  <a:pt x="10435622" y="4557705"/>
                </a:moveTo>
                <a:lnTo>
                  <a:pt x="10444686" y="4557705"/>
                </a:lnTo>
                <a:cubicBezTo>
                  <a:pt x="10445015" y="4557705"/>
                  <a:pt x="10445474" y="4558165"/>
                  <a:pt x="10445474" y="4558165"/>
                </a:cubicBezTo>
                <a:lnTo>
                  <a:pt x="10450007" y="4566046"/>
                </a:lnTo>
                <a:cubicBezTo>
                  <a:pt x="10450138" y="4566309"/>
                  <a:pt x="10450007" y="4566900"/>
                  <a:pt x="10450007" y="4566900"/>
                </a:cubicBezTo>
                <a:lnTo>
                  <a:pt x="10445474" y="4574782"/>
                </a:lnTo>
                <a:cubicBezTo>
                  <a:pt x="10445278" y="4575045"/>
                  <a:pt x="10444686" y="4575242"/>
                  <a:pt x="10444686" y="4575242"/>
                </a:cubicBezTo>
                <a:lnTo>
                  <a:pt x="10435622" y="4575242"/>
                </a:lnTo>
                <a:cubicBezTo>
                  <a:pt x="10435295" y="4575242"/>
                  <a:pt x="10434834" y="4574782"/>
                  <a:pt x="10434834" y="4574782"/>
                </a:cubicBezTo>
                <a:lnTo>
                  <a:pt x="10430302" y="4566900"/>
                </a:lnTo>
                <a:cubicBezTo>
                  <a:pt x="10430171" y="4566638"/>
                  <a:pt x="10430302" y="4566046"/>
                  <a:pt x="10430302" y="4566046"/>
                </a:cubicBezTo>
                <a:lnTo>
                  <a:pt x="10434834" y="4558165"/>
                </a:lnTo>
                <a:cubicBezTo>
                  <a:pt x="10435031" y="4557902"/>
                  <a:pt x="10435622" y="4557705"/>
                  <a:pt x="10435622" y="4557705"/>
                </a:cubicBezTo>
                <a:close/>
                <a:moveTo>
                  <a:pt x="10181242" y="4557705"/>
                </a:moveTo>
                <a:lnTo>
                  <a:pt x="10190305" y="4557705"/>
                </a:lnTo>
                <a:cubicBezTo>
                  <a:pt x="10190635" y="4557705"/>
                  <a:pt x="10191093" y="4558165"/>
                  <a:pt x="10191093" y="4558165"/>
                </a:cubicBezTo>
                <a:lnTo>
                  <a:pt x="10195626" y="4566046"/>
                </a:lnTo>
                <a:cubicBezTo>
                  <a:pt x="10195758" y="4566309"/>
                  <a:pt x="10195626" y="4566900"/>
                  <a:pt x="10195626" y="4566900"/>
                </a:cubicBezTo>
                <a:lnTo>
                  <a:pt x="10191093" y="4574782"/>
                </a:lnTo>
                <a:cubicBezTo>
                  <a:pt x="10190896" y="4575045"/>
                  <a:pt x="10190305" y="4575242"/>
                  <a:pt x="10190305" y="4575242"/>
                </a:cubicBezTo>
                <a:lnTo>
                  <a:pt x="10181242" y="4575242"/>
                </a:lnTo>
                <a:cubicBezTo>
                  <a:pt x="10180914" y="4575242"/>
                  <a:pt x="10180453" y="4574782"/>
                  <a:pt x="10180453" y="4574782"/>
                </a:cubicBezTo>
                <a:lnTo>
                  <a:pt x="10175922" y="4566900"/>
                </a:lnTo>
                <a:cubicBezTo>
                  <a:pt x="10175790" y="4566638"/>
                  <a:pt x="10175922" y="4566046"/>
                  <a:pt x="10175922" y="4566046"/>
                </a:cubicBezTo>
                <a:lnTo>
                  <a:pt x="10180453" y="4558165"/>
                </a:lnTo>
                <a:cubicBezTo>
                  <a:pt x="10180650" y="4557902"/>
                  <a:pt x="10181242" y="4557705"/>
                  <a:pt x="10181242" y="4557705"/>
                </a:cubicBezTo>
                <a:close/>
                <a:moveTo>
                  <a:pt x="9926861" y="4557705"/>
                </a:moveTo>
                <a:lnTo>
                  <a:pt x="9935924" y="4557705"/>
                </a:lnTo>
                <a:cubicBezTo>
                  <a:pt x="9936254" y="4557705"/>
                  <a:pt x="9936713" y="4558165"/>
                  <a:pt x="9936713" y="4558165"/>
                </a:cubicBezTo>
                <a:lnTo>
                  <a:pt x="9941246" y="4566046"/>
                </a:lnTo>
                <a:cubicBezTo>
                  <a:pt x="9941376" y="4566309"/>
                  <a:pt x="9941246" y="4566900"/>
                  <a:pt x="9941246" y="4566900"/>
                </a:cubicBezTo>
                <a:lnTo>
                  <a:pt x="9936713" y="4574782"/>
                </a:lnTo>
                <a:cubicBezTo>
                  <a:pt x="9936516" y="4575045"/>
                  <a:pt x="9935924" y="4575242"/>
                  <a:pt x="9935924" y="4575242"/>
                </a:cubicBezTo>
                <a:lnTo>
                  <a:pt x="9926861" y="4575242"/>
                </a:lnTo>
                <a:cubicBezTo>
                  <a:pt x="9926532" y="4575242"/>
                  <a:pt x="9926073" y="4574782"/>
                  <a:pt x="9926073" y="4574782"/>
                </a:cubicBezTo>
                <a:lnTo>
                  <a:pt x="9921541" y="4566900"/>
                </a:lnTo>
                <a:cubicBezTo>
                  <a:pt x="9921410" y="4566638"/>
                  <a:pt x="9921541" y="4566046"/>
                  <a:pt x="9921541" y="4566046"/>
                </a:cubicBezTo>
                <a:lnTo>
                  <a:pt x="9926073" y="4558165"/>
                </a:lnTo>
                <a:cubicBezTo>
                  <a:pt x="9926270" y="4557902"/>
                  <a:pt x="9926861" y="4557705"/>
                  <a:pt x="9926861" y="4557705"/>
                </a:cubicBezTo>
                <a:close/>
                <a:moveTo>
                  <a:pt x="9672481" y="4557705"/>
                </a:moveTo>
                <a:lnTo>
                  <a:pt x="9681545" y="4557705"/>
                </a:lnTo>
                <a:cubicBezTo>
                  <a:pt x="9681872" y="4557705"/>
                  <a:pt x="9682333" y="4558165"/>
                  <a:pt x="9682333" y="4558165"/>
                </a:cubicBezTo>
                <a:lnTo>
                  <a:pt x="9686865" y="4566046"/>
                </a:lnTo>
                <a:cubicBezTo>
                  <a:pt x="9686996" y="4566309"/>
                  <a:pt x="9686865" y="4566900"/>
                  <a:pt x="9686865" y="4566900"/>
                </a:cubicBezTo>
                <a:lnTo>
                  <a:pt x="9682333" y="4574782"/>
                </a:lnTo>
                <a:cubicBezTo>
                  <a:pt x="9682136" y="4575045"/>
                  <a:pt x="9681545" y="4575242"/>
                  <a:pt x="9681545" y="4575242"/>
                </a:cubicBezTo>
                <a:lnTo>
                  <a:pt x="9672481" y="4575242"/>
                </a:lnTo>
                <a:cubicBezTo>
                  <a:pt x="9672152" y="4575242"/>
                  <a:pt x="9671693" y="4574782"/>
                  <a:pt x="9671693" y="4574782"/>
                </a:cubicBezTo>
                <a:lnTo>
                  <a:pt x="9667160" y="4566900"/>
                </a:lnTo>
                <a:cubicBezTo>
                  <a:pt x="9667030" y="4566638"/>
                  <a:pt x="9667160" y="4566046"/>
                  <a:pt x="9667160" y="4566046"/>
                </a:cubicBezTo>
                <a:lnTo>
                  <a:pt x="9671693" y="4558165"/>
                </a:lnTo>
                <a:cubicBezTo>
                  <a:pt x="9671890" y="4557902"/>
                  <a:pt x="9672481" y="4557705"/>
                  <a:pt x="9672481" y="4557705"/>
                </a:cubicBezTo>
                <a:close/>
                <a:moveTo>
                  <a:pt x="9418035" y="4557705"/>
                </a:moveTo>
                <a:lnTo>
                  <a:pt x="9427099" y="4557705"/>
                </a:lnTo>
                <a:cubicBezTo>
                  <a:pt x="9427427" y="4557705"/>
                  <a:pt x="9427887" y="4558165"/>
                  <a:pt x="9427887" y="4558165"/>
                </a:cubicBezTo>
                <a:lnTo>
                  <a:pt x="9432419" y="4566046"/>
                </a:lnTo>
                <a:cubicBezTo>
                  <a:pt x="9432550" y="4566309"/>
                  <a:pt x="9432419" y="4566900"/>
                  <a:pt x="9432419" y="4566900"/>
                </a:cubicBezTo>
                <a:lnTo>
                  <a:pt x="9427887" y="4574782"/>
                </a:lnTo>
                <a:cubicBezTo>
                  <a:pt x="9427690" y="4575045"/>
                  <a:pt x="9427099" y="4575242"/>
                  <a:pt x="9427099" y="4575242"/>
                </a:cubicBezTo>
                <a:lnTo>
                  <a:pt x="9418035" y="4575242"/>
                </a:lnTo>
                <a:cubicBezTo>
                  <a:pt x="9417707" y="4575242"/>
                  <a:pt x="9417247" y="4574782"/>
                  <a:pt x="9417247" y="4574782"/>
                </a:cubicBezTo>
                <a:lnTo>
                  <a:pt x="9412714" y="4566900"/>
                </a:lnTo>
                <a:cubicBezTo>
                  <a:pt x="9412583" y="4566638"/>
                  <a:pt x="9412714" y="4566046"/>
                  <a:pt x="9412714" y="4566046"/>
                </a:cubicBezTo>
                <a:lnTo>
                  <a:pt x="9417247" y="4558165"/>
                </a:lnTo>
                <a:cubicBezTo>
                  <a:pt x="9417444" y="4557902"/>
                  <a:pt x="9418035" y="4557705"/>
                  <a:pt x="9418035" y="4557705"/>
                </a:cubicBezTo>
                <a:close/>
                <a:moveTo>
                  <a:pt x="9163654" y="4557705"/>
                </a:moveTo>
                <a:lnTo>
                  <a:pt x="9172718" y="4557705"/>
                </a:lnTo>
                <a:cubicBezTo>
                  <a:pt x="9173046" y="4557705"/>
                  <a:pt x="9173506" y="4558165"/>
                  <a:pt x="9173506" y="4558165"/>
                </a:cubicBezTo>
                <a:lnTo>
                  <a:pt x="9178038" y="4566046"/>
                </a:lnTo>
                <a:cubicBezTo>
                  <a:pt x="9178169" y="4566309"/>
                  <a:pt x="9178038" y="4566900"/>
                  <a:pt x="9178038" y="4566900"/>
                </a:cubicBezTo>
                <a:lnTo>
                  <a:pt x="9173506" y="4574782"/>
                </a:lnTo>
                <a:cubicBezTo>
                  <a:pt x="9173309" y="4575045"/>
                  <a:pt x="9172718" y="4575242"/>
                  <a:pt x="9172718" y="4575242"/>
                </a:cubicBezTo>
                <a:lnTo>
                  <a:pt x="9163654" y="4575242"/>
                </a:lnTo>
                <a:cubicBezTo>
                  <a:pt x="9163326" y="4575242"/>
                  <a:pt x="9162866" y="4574782"/>
                  <a:pt x="9162866" y="4574782"/>
                </a:cubicBezTo>
                <a:lnTo>
                  <a:pt x="9158333" y="4566900"/>
                </a:lnTo>
                <a:cubicBezTo>
                  <a:pt x="9158202" y="4566638"/>
                  <a:pt x="9158333" y="4566046"/>
                  <a:pt x="9158333" y="4566046"/>
                </a:cubicBezTo>
                <a:lnTo>
                  <a:pt x="9162866" y="4558165"/>
                </a:lnTo>
                <a:cubicBezTo>
                  <a:pt x="9163062" y="4557902"/>
                  <a:pt x="9163654" y="4557705"/>
                  <a:pt x="9163654" y="4557705"/>
                </a:cubicBezTo>
                <a:close/>
                <a:moveTo>
                  <a:pt x="8654892" y="4557705"/>
                </a:moveTo>
                <a:lnTo>
                  <a:pt x="8663955" y="4557705"/>
                </a:lnTo>
                <a:cubicBezTo>
                  <a:pt x="8664285" y="4557705"/>
                  <a:pt x="8664744" y="4558165"/>
                  <a:pt x="8664744" y="4558165"/>
                </a:cubicBezTo>
                <a:lnTo>
                  <a:pt x="8669277" y="4566046"/>
                </a:lnTo>
                <a:cubicBezTo>
                  <a:pt x="8669408" y="4566309"/>
                  <a:pt x="8669277" y="4566900"/>
                  <a:pt x="8669277" y="4566900"/>
                </a:cubicBezTo>
                <a:lnTo>
                  <a:pt x="8664744" y="4574782"/>
                </a:lnTo>
                <a:cubicBezTo>
                  <a:pt x="8664548" y="4575045"/>
                  <a:pt x="8663955" y="4575242"/>
                  <a:pt x="8663955" y="4575242"/>
                </a:cubicBezTo>
                <a:lnTo>
                  <a:pt x="8654892" y="4575242"/>
                </a:lnTo>
                <a:cubicBezTo>
                  <a:pt x="8654565" y="4575242"/>
                  <a:pt x="8654104" y="4574782"/>
                  <a:pt x="8654104" y="4574782"/>
                </a:cubicBezTo>
                <a:lnTo>
                  <a:pt x="8649572" y="4566900"/>
                </a:lnTo>
                <a:cubicBezTo>
                  <a:pt x="8649441" y="4566638"/>
                  <a:pt x="8649572" y="4566046"/>
                  <a:pt x="8649572" y="4566046"/>
                </a:cubicBezTo>
                <a:lnTo>
                  <a:pt x="8654104" y="4558165"/>
                </a:lnTo>
                <a:cubicBezTo>
                  <a:pt x="8654301" y="4557902"/>
                  <a:pt x="8654892" y="4557705"/>
                  <a:pt x="8654892" y="4557705"/>
                </a:cubicBezTo>
                <a:close/>
                <a:moveTo>
                  <a:pt x="8400511" y="4557705"/>
                </a:moveTo>
                <a:lnTo>
                  <a:pt x="8409575" y="4557705"/>
                </a:lnTo>
                <a:cubicBezTo>
                  <a:pt x="8409904" y="4557705"/>
                  <a:pt x="8410363" y="4558165"/>
                  <a:pt x="8410363" y="4558165"/>
                </a:cubicBezTo>
                <a:lnTo>
                  <a:pt x="8414896" y="4566046"/>
                </a:lnTo>
                <a:cubicBezTo>
                  <a:pt x="8415027" y="4566309"/>
                  <a:pt x="8414896" y="4566900"/>
                  <a:pt x="8414896" y="4566900"/>
                </a:cubicBezTo>
                <a:lnTo>
                  <a:pt x="8410363" y="4574782"/>
                </a:lnTo>
                <a:cubicBezTo>
                  <a:pt x="8410166" y="4575045"/>
                  <a:pt x="8409575" y="4575242"/>
                  <a:pt x="8409575" y="4575242"/>
                </a:cubicBezTo>
                <a:lnTo>
                  <a:pt x="8400511" y="4575242"/>
                </a:lnTo>
                <a:cubicBezTo>
                  <a:pt x="8400184" y="4575242"/>
                  <a:pt x="8399723" y="4574782"/>
                  <a:pt x="8399723" y="4574782"/>
                </a:cubicBezTo>
                <a:lnTo>
                  <a:pt x="8395191" y="4566900"/>
                </a:lnTo>
                <a:cubicBezTo>
                  <a:pt x="8395060" y="4566638"/>
                  <a:pt x="8395191" y="4566046"/>
                  <a:pt x="8395191" y="4566046"/>
                </a:cubicBezTo>
                <a:lnTo>
                  <a:pt x="8399723" y="4558165"/>
                </a:lnTo>
                <a:cubicBezTo>
                  <a:pt x="8399920" y="4557902"/>
                  <a:pt x="8400511" y="4557705"/>
                  <a:pt x="8400511" y="4557705"/>
                </a:cubicBezTo>
                <a:close/>
                <a:moveTo>
                  <a:pt x="8146065" y="4557705"/>
                </a:moveTo>
                <a:lnTo>
                  <a:pt x="8155129" y="4557705"/>
                </a:lnTo>
                <a:cubicBezTo>
                  <a:pt x="8155458" y="4557705"/>
                  <a:pt x="8155917" y="4558165"/>
                  <a:pt x="8155917" y="4558165"/>
                </a:cubicBezTo>
                <a:lnTo>
                  <a:pt x="8160449" y="4566046"/>
                </a:lnTo>
                <a:cubicBezTo>
                  <a:pt x="8160580" y="4566309"/>
                  <a:pt x="8160449" y="4566900"/>
                  <a:pt x="8160449" y="4566900"/>
                </a:cubicBezTo>
                <a:lnTo>
                  <a:pt x="8155917" y="4574782"/>
                </a:lnTo>
                <a:cubicBezTo>
                  <a:pt x="8155719" y="4575045"/>
                  <a:pt x="8155129" y="4575242"/>
                  <a:pt x="8155129" y="4575242"/>
                </a:cubicBezTo>
                <a:lnTo>
                  <a:pt x="8146065" y="4575242"/>
                </a:lnTo>
                <a:cubicBezTo>
                  <a:pt x="8145737" y="4575242"/>
                  <a:pt x="8145277" y="4574782"/>
                  <a:pt x="8145277" y="4574782"/>
                </a:cubicBezTo>
                <a:lnTo>
                  <a:pt x="8140745" y="4566900"/>
                </a:lnTo>
                <a:cubicBezTo>
                  <a:pt x="8140613" y="4566638"/>
                  <a:pt x="8140745" y="4566046"/>
                  <a:pt x="8140745" y="4566046"/>
                </a:cubicBezTo>
                <a:lnTo>
                  <a:pt x="8145277" y="4558165"/>
                </a:lnTo>
                <a:cubicBezTo>
                  <a:pt x="8145474" y="4557902"/>
                  <a:pt x="8146065" y="4557705"/>
                  <a:pt x="8146065" y="4557705"/>
                </a:cubicBezTo>
                <a:close/>
                <a:moveTo>
                  <a:pt x="7891684" y="4557705"/>
                </a:moveTo>
                <a:lnTo>
                  <a:pt x="7900748" y="4557705"/>
                </a:lnTo>
                <a:cubicBezTo>
                  <a:pt x="7901076" y="4557705"/>
                  <a:pt x="7901536" y="4558165"/>
                  <a:pt x="7901536" y="4558165"/>
                </a:cubicBezTo>
                <a:lnTo>
                  <a:pt x="7906067" y="4566046"/>
                </a:lnTo>
                <a:cubicBezTo>
                  <a:pt x="7906199" y="4566309"/>
                  <a:pt x="7906067" y="4566900"/>
                  <a:pt x="7906067" y="4566900"/>
                </a:cubicBezTo>
                <a:lnTo>
                  <a:pt x="7901536" y="4574782"/>
                </a:lnTo>
                <a:cubicBezTo>
                  <a:pt x="7901339" y="4575045"/>
                  <a:pt x="7900748" y="4575242"/>
                  <a:pt x="7900748" y="4575242"/>
                </a:cubicBezTo>
                <a:lnTo>
                  <a:pt x="7891684" y="4575242"/>
                </a:lnTo>
                <a:cubicBezTo>
                  <a:pt x="7891355" y="4575242"/>
                  <a:pt x="7890896" y="4574782"/>
                  <a:pt x="7890896" y="4574782"/>
                </a:cubicBezTo>
                <a:lnTo>
                  <a:pt x="7886363" y="4566900"/>
                </a:lnTo>
                <a:cubicBezTo>
                  <a:pt x="7886233" y="4566638"/>
                  <a:pt x="7886363" y="4566046"/>
                  <a:pt x="7886363" y="4566046"/>
                </a:cubicBezTo>
                <a:lnTo>
                  <a:pt x="7890896" y="4558165"/>
                </a:lnTo>
                <a:cubicBezTo>
                  <a:pt x="7891093" y="4557902"/>
                  <a:pt x="7891684" y="4557705"/>
                  <a:pt x="7891684" y="4557705"/>
                </a:cubicBezTo>
                <a:close/>
                <a:moveTo>
                  <a:pt x="7637304" y="4557705"/>
                </a:moveTo>
                <a:lnTo>
                  <a:pt x="7646367" y="4557705"/>
                </a:lnTo>
                <a:cubicBezTo>
                  <a:pt x="7646696" y="4557705"/>
                  <a:pt x="7647156" y="4558165"/>
                  <a:pt x="7647156" y="4558165"/>
                </a:cubicBezTo>
                <a:lnTo>
                  <a:pt x="7651687" y="4566046"/>
                </a:lnTo>
                <a:cubicBezTo>
                  <a:pt x="7651819" y="4566309"/>
                  <a:pt x="7651687" y="4566900"/>
                  <a:pt x="7651687" y="4566900"/>
                </a:cubicBezTo>
                <a:lnTo>
                  <a:pt x="7647156" y="4574782"/>
                </a:lnTo>
                <a:cubicBezTo>
                  <a:pt x="7646958" y="4575045"/>
                  <a:pt x="7646367" y="4575242"/>
                  <a:pt x="7646367" y="4575242"/>
                </a:cubicBezTo>
                <a:lnTo>
                  <a:pt x="7637304" y="4575242"/>
                </a:lnTo>
                <a:cubicBezTo>
                  <a:pt x="7636975" y="4575242"/>
                  <a:pt x="7636516" y="4574782"/>
                  <a:pt x="7636516" y="4574782"/>
                </a:cubicBezTo>
                <a:lnTo>
                  <a:pt x="7631983" y="4566900"/>
                </a:lnTo>
                <a:cubicBezTo>
                  <a:pt x="7631851" y="4566638"/>
                  <a:pt x="7631983" y="4566046"/>
                  <a:pt x="7631983" y="4566046"/>
                </a:cubicBezTo>
                <a:lnTo>
                  <a:pt x="7636516" y="4558165"/>
                </a:lnTo>
                <a:cubicBezTo>
                  <a:pt x="7636713" y="4557902"/>
                  <a:pt x="7637304" y="4557705"/>
                  <a:pt x="7637304" y="4557705"/>
                </a:cubicBezTo>
                <a:close/>
                <a:moveTo>
                  <a:pt x="7382923" y="4557705"/>
                </a:moveTo>
                <a:lnTo>
                  <a:pt x="7391987" y="4557705"/>
                </a:lnTo>
                <a:cubicBezTo>
                  <a:pt x="7392315" y="4557705"/>
                  <a:pt x="7392775" y="4558165"/>
                  <a:pt x="7392775" y="4558165"/>
                </a:cubicBezTo>
                <a:lnTo>
                  <a:pt x="7397307" y="4566046"/>
                </a:lnTo>
                <a:cubicBezTo>
                  <a:pt x="7397438" y="4566309"/>
                  <a:pt x="7397307" y="4566900"/>
                  <a:pt x="7397307" y="4566900"/>
                </a:cubicBezTo>
                <a:lnTo>
                  <a:pt x="7392775" y="4574782"/>
                </a:lnTo>
                <a:cubicBezTo>
                  <a:pt x="7392578" y="4575045"/>
                  <a:pt x="7391987" y="4575242"/>
                  <a:pt x="7391987" y="4575242"/>
                </a:cubicBezTo>
                <a:lnTo>
                  <a:pt x="7382923" y="4575242"/>
                </a:lnTo>
                <a:cubicBezTo>
                  <a:pt x="7382595" y="4575242"/>
                  <a:pt x="7382135" y="4574782"/>
                  <a:pt x="7382135" y="4574782"/>
                </a:cubicBezTo>
                <a:lnTo>
                  <a:pt x="7377602" y="4566900"/>
                </a:lnTo>
                <a:cubicBezTo>
                  <a:pt x="7377471" y="4566638"/>
                  <a:pt x="7377602" y="4566046"/>
                  <a:pt x="7377602" y="4566046"/>
                </a:cubicBezTo>
                <a:lnTo>
                  <a:pt x="7382135" y="4558165"/>
                </a:lnTo>
                <a:cubicBezTo>
                  <a:pt x="7382331" y="4557902"/>
                  <a:pt x="7382923" y="4557705"/>
                  <a:pt x="7382923" y="4557705"/>
                </a:cubicBezTo>
                <a:close/>
                <a:moveTo>
                  <a:pt x="7128477" y="4557705"/>
                </a:moveTo>
                <a:lnTo>
                  <a:pt x="7137540" y="4557705"/>
                </a:lnTo>
                <a:cubicBezTo>
                  <a:pt x="7137869" y="4557705"/>
                  <a:pt x="7138328" y="4558165"/>
                  <a:pt x="7138328" y="4558165"/>
                </a:cubicBezTo>
                <a:lnTo>
                  <a:pt x="7142860" y="4566046"/>
                </a:lnTo>
                <a:cubicBezTo>
                  <a:pt x="7142992" y="4566309"/>
                  <a:pt x="7142860" y="4566900"/>
                  <a:pt x="7142860" y="4566900"/>
                </a:cubicBezTo>
                <a:lnTo>
                  <a:pt x="7138328" y="4574782"/>
                </a:lnTo>
                <a:cubicBezTo>
                  <a:pt x="7138131" y="4575045"/>
                  <a:pt x="7137540" y="4575242"/>
                  <a:pt x="7137540" y="4575242"/>
                </a:cubicBezTo>
                <a:lnTo>
                  <a:pt x="7128477" y="4575242"/>
                </a:lnTo>
                <a:cubicBezTo>
                  <a:pt x="7128148" y="4575242"/>
                  <a:pt x="7127689" y="4574782"/>
                  <a:pt x="7127689" y="4574782"/>
                </a:cubicBezTo>
                <a:lnTo>
                  <a:pt x="7123156" y="4566900"/>
                </a:lnTo>
                <a:cubicBezTo>
                  <a:pt x="7123024" y="4566638"/>
                  <a:pt x="7123156" y="4566046"/>
                  <a:pt x="7123156" y="4566046"/>
                </a:cubicBezTo>
                <a:lnTo>
                  <a:pt x="7127689" y="4558165"/>
                </a:lnTo>
                <a:cubicBezTo>
                  <a:pt x="7127885" y="4557902"/>
                  <a:pt x="7128477" y="4557705"/>
                  <a:pt x="7128477" y="4557705"/>
                </a:cubicBezTo>
                <a:close/>
                <a:moveTo>
                  <a:pt x="6874095" y="4557705"/>
                </a:moveTo>
                <a:lnTo>
                  <a:pt x="6883159" y="4557705"/>
                </a:lnTo>
                <a:cubicBezTo>
                  <a:pt x="6883488" y="4557705"/>
                  <a:pt x="6883947" y="4558165"/>
                  <a:pt x="6883947" y="4558165"/>
                </a:cubicBezTo>
                <a:lnTo>
                  <a:pt x="6888480" y="4566046"/>
                </a:lnTo>
                <a:cubicBezTo>
                  <a:pt x="6888611" y="4566309"/>
                  <a:pt x="6888480" y="4566900"/>
                  <a:pt x="6888480" y="4566900"/>
                </a:cubicBezTo>
                <a:lnTo>
                  <a:pt x="6883947" y="4574782"/>
                </a:lnTo>
                <a:cubicBezTo>
                  <a:pt x="6883751" y="4575045"/>
                  <a:pt x="6883159" y="4575242"/>
                  <a:pt x="6883159" y="4575242"/>
                </a:cubicBezTo>
                <a:lnTo>
                  <a:pt x="6874095" y="4575242"/>
                </a:lnTo>
                <a:cubicBezTo>
                  <a:pt x="6873768" y="4575242"/>
                  <a:pt x="6873307" y="4574782"/>
                  <a:pt x="6873307" y="4574782"/>
                </a:cubicBezTo>
                <a:lnTo>
                  <a:pt x="6868775" y="4566900"/>
                </a:lnTo>
                <a:cubicBezTo>
                  <a:pt x="6868644" y="4566638"/>
                  <a:pt x="6868775" y="4566046"/>
                  <a:pt x="6868775" y="4566046"/>
                </a:cubicBezTo>
                <a:lnTo>
                  <a:pt x="6873307" y="4558165"/>
                </a:lnTo>
                <a:cubicBezTo>
                  <a:pt x="6873504" y="4557902"/>
                  <a:pt x="6874095" y="4557705"/>
                  <a:pt x="6874095" y="4557705"/>
                </a:cubicBezTo>
                <a:close/>
                <a:moveTo>
                  <a:pt x="6619714" y="4557705"/>
                </a:moveTo>
                <a:lnTo>
                  <a:pt x="6628778" y="4557705"/>
                </a:lnTo>
                <a:cubicBezTo>
                  <a:pt x="6629107" y="4557705"/>
                  <a:pt x="6629566" y="4558165"/>
                  <a:pt x="6629566" y="4558165"/>
                </a:cubicBezTo>
                <a:lnTo>
                  <a:pt x="6634099" y="4566046"/>
                </a:lnTo>
                <a:cubicBezTo>
                  <a:pt x="6634230" y="4566309"/>
                  <a:pt x="6634099" y="4566900"/>
                  <a:pt x="6634099" y="4566900"/>
                </a:cubicBezTo>
                <a:lnTo>
                  <a:pt x="6629566" y="4574782"/>
                </a:lnTo>
                <a:cubicBezTo>
                  <a:pt x="6629369" y="4575045"/>
                  <a:pt x="6628778" y="4575242"/>
                  <a:pt x="6628778" y="4575242"/>
                </a:cubicBezTo>
                <a:lnTo>
                  <a:pt x="6619714" y="4575242"/>
                </a:lnTo>
                <a:cubicBezTo>
                  <a:pt x="6619387" y="4575242"/>
                  <a:pt x="6618926" y="4574782"/>
                  <a:pt x="6618926" y="4574782"/>
                </a:cubicBezTo>
                <a:lnTo>
                  <a:pt x="6614394" y="4566900"/>
                </a:lnTo>
                <a:cubicBezTo>
                  <a:pt x="6614263" y="4566638"/>
                  <a:pt x="6614394" y="4566046"/>
                  <a:pt x="6614394" y="4566046"/>
                </a:cubicBezTo>
                <a:lnTo>
                  <a:pt x="6618926" y="4558165"/>
                </a:lnTo>
                <a:cubicBezTo>
                  <a:pt x="6619123" y="4557902"/>
                  <a:pt x="6619714" y="4557705"/>
                  <a:pt x="6619714" y="4557705"/>
                </a:cubicBezTo>
                <a:close/>
                <a:moveTo>
                  <a:pt x="6365334" y="4557705"/>
                </a:moveTo>
                <a:lnTo>
                  <a:pt x="6374397" y="4557705"/>
                </a:lnTo>
                <a:cubicBezTo>
                  <a:pt x="6374727" y="4557705"/>
                  <a:pt x="6375186" y="4558165"/>
                  <a:pt x="6375186" y="4558165"/>
                </a:cubicBezTo>
                <a:lnTo>
                  <a:pt x="6379718" y="4566046"/>
                </a:lnTo>
                <a:cubicBezTo>
                  <a:pt x="6379849" y="4566309"/>
                  <a:pt x="6379718" y="4566900"/>
                  <a:pt x="6379718" y="4566900"/>
                </a:cubicBezTo>
                <a:lnTo>
                  <a:pt x="6375186" y="4574782"/>
                </a:lnTo>
                <a:cubicBezTo>
                  <a:pt x="6374988" y="4575045"/>
                  <a:pt x="6374397" y="4575242"/>
                  <a:pt x="6374397" y="4575242"/>
                </a:cubicBezTo>
                <a:lnTo>
                  <a:pt x="6365334" y="4575242"/>
                </a:lnTo>
                <a:cubicBezTo>
                  <a:pt x="6365005" y="4575242"/>
                  <a:pt x="6364546" y="4574782"/>
                  <a:pt x="6364546" y="4574782"/>
                </a:cubicBezTo>
                <a:lnTo>
                  <a:pt x="6360014" y="4566900"/>
                </a:lnTo>
                <a:cubicBezTo>
                  <a:pt x="6359882" y="4566638"/>
                  <a:pt x="6360014" y="4566046"/>
                  <a:pt x="6360014" y="4566046"/>
                </a:cubicBezTo>
                <a:lnTo>
                  <a:pt x="6364546" y="4558165"/>
                </a:lnTo>
                <a:cubicBezTo>
                  <a:pt x="6364743" y="4557902"/>
                  <a:pt x="6365334" y="4557705"/>
                  <a:pt x="6365334" y="4557705"/>
                </a:cubicBezTo>
                <a:close/>
                <a:moveTo>
                  <a:pt x="6110888" y="4557705"/>
                </a:moveTo>
                <a:lnTo>
                  <a:pt x="6119953" y="4557705"/>
                </a:lnTo>
                <a:cubicBezTo>
                  <a:pt x="6120280" y="4557705"/>
                  <a:pt x="6120740" y="4558165"/>
                  <a:pt x="6120740" y="4558165"/>
                </a:cubicBezTo>
                <a:lnTo>
                  <a:pt x="6125272" y="4566046"/>
                </a:lnTo>
                <a:cubicBezTo>
                  <a:pt x="6125403" y="4566309"/>
                  <a:pt x="6125272" y="4566900"/>
                  <a:pt x="6125272" y="4566900"/>
                </a:cubicBezTo>
                <a:lnTo>
                  <a:pt x="6120740" y="4574782"/>
                </a:lnTo>
                <a:cubicBezTo>
                  <a:pt x="6120543" y="4575045"/>
                  <a:pt x="6119953" y="4575242"/>
                  <a:pt x="6119953" y="4575242"/>
                </a:cubicBezTo>
                <a:lnTo>
                  <a:pt x="6110888" y="4575242"/>
                </a:lnTo>
                <a:cubicBezTo>
                  <a:pt x="6110560" y="4575242"/>
                  <a:pt x="6110101" y="4574782"/>
                  <a:pt x="6110101" y="4574782"/>
                </a:cubicBezTo>
                <a:lnTo>
                  <a:pt x="6105567" y="4566900"/>
                </a:lnTo>
                <a:cubicBezTo>
                  <a:pt x="6105436" y="4566638"/>
                  <a:pt x="6105567" y="4566046"/>
                  <a:pt x="6105567" y="4566046"/>
                </a:cubicBezTo>
                <a:lnTo>
                  <a:pt x="6110101" y="4558165"/>
                </a:lnTo>
                <a:cubicBezTo>
                  <a:pt x="6110296" y="4557902"/>
                  <a:pt x="6110888" y="4557705"/>
                  <a:pt x="6110888" y="4557705"/>
                </a:cubicBezTo>
                <a:close/>
                <a:moveTo>
                  <a:pt x="5856508" y="4557705"/>
                </a:moveTo>
                <a:lnTo>
                  <a:pt x="5865571" y="4557705"/>
                </a:lnTo>
                <a:cubicBezTo>
                  <a:pt x="5865900" y="4557705"/>
                  <a:pt x="5866359" y="4558165"/>
                  <a:pt x="5866359" y="4558165"/>
                </a:cubicBezTo>
                <a:lnTo>
                  <a:pt x="5870891" y="4566046"/>
                </a:lnTo>
                <a:cubicBezTo>
                  <a:pt x="5871023" y="4566309"/>
                  <a:pt x="5870891" y="4566900"/>
                  <a:pt x="5870891" y="4566900"/>
                </a:cubicBezTo>
                <a:lnTo>
                  <a:pt x="5866359" y="4574782"/>
                </a:lnTo>
                <a:cubicBezTo>
                  <a:pt x="5866163" y="4575045"/>
                  <a:pt x="5865571" y="4575242"/>
                  <a:pt x="5865571" y="4575242"/>
                </a:cubicBezTo>
                <a:lnTo>
                  <a:pt x="5856508" y="4575242"/>
                </a:lnTo>
                <a:cubicBezTo>
                  <a:pt x="5856178" y="4575242"/>
                  <a:pt x="5855720" y="4574782"/>
                  <a:pt x="5855720" y="4574782"/>
                </a:cubicBezTo>
                <a:lnTo>
                  <a:pt x="5851187" y="4566900"/>
                </a:lnTo>
                <a:cubicBezTo>
                  <a:pt x="5851055" y="4566638"/>
                  <a:pt x="5851187" y="4566046"/>
                  <a:pt x="5851187" y="4566046"/>
                </a:cubicBezTo>
                <a:lnTo>
                  <a:pt x="5855720" y="4558165"/>
                </a:lnTo>
                <a:cubicBezTo>
                  <a:pt x="5855916" y="4557902"/>
                  <a:pt x="5856508" y="4557705"/>
                  <a:pt x="5856508" y="4557705"/>
                </a:cubicBezTo>
                <a:close/>
                <a:moveTo>
                  <a:pt x="5602126" y="4557705"/>
                </a:moveTo>
                <a:lnTo>
                  <a:pt x="5611191" y="4557705"/>
                </a:lnTo>
                <a:cubicBezTo>
                  <a:pt x="5611519" y="4557705"/>
                  <a:pt x="5611979" y="4558165"/>
                  <a:pt x="5611979" y="4558165"/>
                </a:cubicBezTo>
                <a:lnTo>
                  <a:pt x="5616511" y="4566046"/>
                </a:lnTo>
                <a:cubicBezTo>
                  <a:pt x="5616642" y="4566309"/>
                  <a:pt x="5616511" y="4566900"/>
                  <a:pt x="5616511" y="4566900"/>
                </a:cubicBezTo>
                <a:lnTo>
                  <a:pt x="5611979" y="4574782"/>
                </a:lnTo>
                <a:cubicBezTo>
                  <a:pt x="5611782" y="4575045"/>
                  <a:pt x="5611191" y="4575242"/>
                  <a:pt x="5611191" y="4575242"/>
                </a:cubicBezTo>
                <a:lnTo>
                  <a:pt x="5602126" y="4575242"/>
                </a:lnTo>
                <a:cubicBezTo>
                  <a:pt x="5601798" y="4575242"/>
                  <a:pt x="5601338" y="4574782"/>
                  <a:pt x="5601338" y="4574782"/>
                </a:cubicBezTo>
                <a:lnTo>
                  <a:pt x="5596807" y="4566900"/>
                </a:lnTo>
                <a:cubicBezTo>
                  <a:pt x="5596675" y="4566638"/>
                  <a:pt x="5596807" y="4566046"/>
                  <a:pt x="5596807" y="4566046"/>
                </a:cubicBezTo>
                <a:lnTo>
                  <a:pt x="5601338" y="4558165"/>
                </a:lnTo>
                <a:cubicBezTo>
                  <a:pt x="5601536" y="4557902"/>
                  <a:pt x="5602126" y="4557705"/>
                  <a:pt x="5602126" y="4557705"/>
                </a:cubicBezTo>
                <a:close/>
                <a:moveTo>
                  <a:pt x="5347746" y="4557705"/>
                </a:moveTo>
                <a:lnTo>
                  <a:pt x="5356810" y="4557705"/>
                </a:lnTo>
                <a:cubicBezTo>
                  <a:pt x="5357138" y="4557705"/>
                  <a:pt x="5357598" y="4558165"/>
                  <a:pt x="5357598" y="4558165"/>
                </a:cubicBezTo>
                <a:lnTo>
                  <a:pt x="5362130" y="4566046"/>
                </a:lnTo>
                <a:cubicBezTo>
                  <a:pt x="5362261" y="4566309"/>
                  <a:pt x="5362130" y="4566900"/>
                  <a:pt x="5362130" y="4566900"/>
                </a:cubicBezTo>
                <a:lnTo>
                  <a:pt x="5357598" y="4574782"/>
                </a:lnTo>
                <a:cubicBezTo>
                  <a:pt x="5357401" y="4575045"/>
                  <a:pt x="5356810" y="4575242"/>
                  <a:pt x="5356810" y="4575242"/>
                </a:cubicBezTo>
                <a:lnTo>
                  <a:pt x="5347746" y="4575242"/>
                </a:lnTo>
                <a:cubicBezTo>
                  <a:pt x="5347418" y="4575242"/>
                  <a:pt x="5346958" y="4574782"/>
                  <a:pt x="5346958" y="4574782"/>
                </a:cubicBezTo>
                <a:lnTo>
                  <a:pt x="5342425" y="4566900"/>
                </a:lnTo>
                <a:cubicBezTo>
                  <a:pt x="5342295" y="4566638"/>
                  <a:pt x="5342425" y="4566046"/>
                  <a:pt x="5342425" y="4566046"/>
                </a:cubicBezTo>
                <a:lnTo>
                  <a:pt x="5346958" y="4558165"/>
                </a:lnTo>
                <a:cubicBezTo>
                  <a:pt x="5347154" y="4557902"/>
                  <a:pt x="5347746" y="4557705"/>
                  <a:pt x="5347746" y="4557705"/>
                </a:cubicBezTo>
                <a:close/>
                <a:moveTo>
                  <a:pt x="5093300" y="4557705"/>
                </a:moveTo>
                <a:lnTo>
                  <a:pt x="5102364" y="4557705"/>
                </a:lnTo>
                <a:cubicBezTo>
                  <a:pt x="5102693" y="4557705"/>
                  <a:pt x="5103153" y="4558165"/>
                  <a:pt x="5103153" y="4558165"/>
                </a:cubicBezTo>
                <a:lnTo>
                  <a:pt x="5107684" y="4566046"/>
                </a:lnTo>
                <a:cubicBezTo>
                  <a:pt x="5107815" y="4566309"/>
                  <a:pt x="5107684" y="4566900"/>
                  <a:pt x="5107684" y="4566900"/>
                </a:cubicBezTo>
                <a:lnTo>
                  <a:pt x="5103153" y="4574782"/>
                </a:lnTo>
                <a:cubicBezTo>
                  <a:pt x="5102955" y="4575045"/>
                  <a:pt x="5102364" y="4575242"/>
                  <a:pt x="5102364" y="4575242"/>
                </a:cubicBezTo>
                <a:lnTo>
                  <a:pt x="5093300" y="4575242"/>
                </a:lnTo>
                <a:cubicBezTo>
                  <a:pt x="5092972" y="4575242"/>
                  <a:pt x="5092512" y="4574782"/>
                  <a:pt x="5092512" y="4574782"/>
                </a:cubicBezTo>
                <a:lnTo>
                  <a:pt x="5087979" y="4566900"/>
                </a:lnTo>
                <a:cubicBezTo>
                  <a:pt x="5087848" y="4566638"/>
                  <a:pt x="5087979" y="4566046"/>
                  <a:pt x="5087979" y="4566046"/>
                </a:cubicBezTo>
                <a:lnTo>
                  <a:pt x="5092512" y="4558165"/>
                </a:lnTo>
                <a:cubicBezTo>
                  <a:pt x="5092708" y="4557902"/>
                  <a:pt x="5093300" y="4557705"/>
                  <a:pt x="5093300" y="4557705"/>
                </a:cubicBezTo>
                <a:close/>
                <a:moveTo>
                  <a:pt x="4838919" y="4557705"/>
                </a:moveTo>
                <a:lnTo>
                  <a:pt x="4847982" y="4557705"/>
                </a:lnTo>
                <a:cubicBezTo>
                  <a:pt x="4848311" y="4557705"/>
                  <a:pt x="4848772" y="4558165"/>
                  <a:pt x="4848772" y="4558165"/>
                </a:cubicBezTo>
                <a:lnTo>
                  <a:pt x="4853303" y="4566046"/>
                </a:lnTo>
                <a:cubicBezTo>
                  <a:pt x="4853435" y="4566309"/>
                  <a:pt x="4853303" y="4566900"/>
                  <a:pt x="4853303" y="4566900"/>
                </a:cubicBezTo>
                <a:lnTo>
                  <a:pt x="4848772" y="4574782"/>
                </a:lnTo>
                <a:cubicBezTo>
                  <a:pt x="4848575" y="4575045"/>
                  <a:pt x="4847982" y="4575242"/>
                  <a:pt x="4847982" y="4575242"/>
                </a:cubicBezTo>
                <a:lnTo>
                  <a:pt x="4838919" y="4575242"/>
                </a:lnTo>
                <a:cubicBezTo>
                  <a:pt x="4838590" y="4575242"/>
                  <a:pt x="4838132" y="4574782"/>
                  <a:pt x="4838132" y="4574782"/>
                </a:cubicBezTo>
                <a:lnTo>
                  <a:pt x="4833598" y="4566900"/>
                </a:lnTo>
                <a:cubicBezTo>
                  <a:pt x="4833467" y="4566638"/>
                  <a:pt x="4833598" y="4566046"/>
                  <a:pt x="4833598" y="4566046"/>
                </a:cubicBezTo>
                <a:lnTo>
                  <a:pt x="4838132" y="4558165"/>
                </a:lnTo>
                <a:cubicBezTo>
                  <a:pt x="4838328" y="4557902"/>
                  <a:pt x="4838919" y="4557705"/>
                  <a:pt x="4838919" y="4557705"/>
                </a:cubicBezTo>
                <a:close/>
                <a:moveTo>
                  <a:pt x="4584538" y="4557705"/>
                </a:moveTo>
                <a:lnTo>
                  <a:pt x="4593603" y="4557705"/>
                </a:lnTo>
                <a:cubicBezTo>
                  <a:pt x="4593932" y="4557705"/>
                  <a:pt x="4594390" y="4558165"/>
                  <a:pt x="4594390" y="4558165"/>
                </a:cubicBezTo>
                <a:lnTo>
                  <a:pt x="4598922" y="4566046"/>
                </a:lnTo>
                <a:cubicBezTo>
                  <a:pt x="4599054" y="4566309"/>
                  <a:pt x="4598922" y="4566900"/>
                  <a:pt x="4598922" y="4566900"/>
                </a:cubicBezTo>
                <a:lnTo>
                  <a:pt x="4594390" y="4574782"/>
                </a:lnTo>
                <a:cubicBezTo>
                  <a:pt x="4594193" y="4575045"/>
                  <a:pt x="4593603" y="4575242"/>
                  <a:pt x="4593603" y="4575242"/>
                </a:cubicBezTo>
                <a:lnTo>
                  <a:pt x="4584538" y="4575242"/>
                </a:lnTo>
                <a:cubicBezTo>
                  <a:pt x="4584210" y="4575242"/>
                  <a:pt x="4583749" y="4574782"/>
                  <a:pt x="4583749" y="4574782"/>
                </a:cubicBezTo>
                <a:lnTo>
                  <a:pt x="4579218" y="4566900"/>
                </a:lnTo>
                <a:cubicBezTo>
                  <a:pt x="4579087" y="4566638"/>
                  <a:pt x="4579218" y="4566046"/>
                  <a:pt x="4579218" y="4566046"/>
                </a:cubicBezTo>
                <a:lnTo>
                  <a:pt x="4583749" y="4558165"/>
                </a:lnTo>
                <a:cubicBezTo>
                  <a:pt x="4583948" y="4557902"/>
                  <a:pt x="4584538" y="4557705"/>
                  <a:pt x="4584538" y="4557705"/>
                </a:cubicBezTo>
                <a:close/>
                <a:moveTo>
                  <a:pt x="4330157" y="4557705"/>
                </a:moveTo>
                <a:lnTo>
                  <a:pt x="4339222" y="4557705"/>
                </a:lnTo>
                <a:cubicBezTo>
                  <a:pt x="4339550" y="4557705"/>
                  <a:pt x="4340010" y="4558165"/>
                  <a:pt x="4340010" y="4558165"/>
                </a:cubicBezTo>
                <a:lnTo>
                  <a:pt x="4344540" y="4566046"/>
                </a:lnTo>
                <a:cubicBezTo>
                  <a:pt x="4344672" y="4566309"/>
                  <a:pt x="4344540" y="4566900"/>
                  <a:pt x="4344540" y="4566900"/>
                </a:cubicBezTo>
                <a:lnTo>
                  <a:pt x="4340010" y="4574782"/>
                </a:lnTo>
                <a:cubicBezTo>
                  <a:pt x="4339812" y="4575045"/>
                  <a:pt x="4339222" y="4575242"/>
                  <a:pt x="4339222" y="4575242"/>
                </a:cubicBezTo>
                <a:lnTo>
                  <a:pt x="4330157" y="4575242"/>
                </a:lnTo>
                <a:cubicBezTo>
                  <a:pt x="4329829" y="4575242"/>
                  <a:pt x="4329369" y="4574782"/>
                  <a:pt x="4329369" y="4574782"/>
                </a:cubicBezTo>
                <a:lnTo>
                  <a:pt x="4324836" y="4566900"/>
                </a:lnTo>
                <a:cubicBezTo>
                  <a:pt x="4324706" y="4566638"/>
                  <a:pt x="4324836" y="4566046"/>
                  <a:pt x="4324836" y="4566046"/>
                </a:cubicBezTo>
                <a:lnTo>
                  <a:pt x="4329369" y="4558165"/>
                </a:lnTo>
                <a:cubicBezTo>
                  <a:pt x="4329565" y="4557902"/>
                  <a:pt x="4330157" y="4557705"/>
                  <a:pt x="4330157" y="4557705"/>
                </a:cubicBezTo>
                <a:close/>
                <a:moveTo>
                  <a:pt x="4076017" y="4557705"/>
                </a:moveTo>
                <a:lnTo>
                  <a:pt x="4085082" y="4557705"/>
                </a:lnTo>
                <a:cubicBezTo>
                  <a:pt x="4085411" y="4557705"/>
                  <a:pt x="4085872" y="4558165"/>
                  <a:pt x="4085872" y="4558165"/>
                </a:cubicBezTo>
                <a:lnTo>
                  <a:pt x="4090404" y="4566046"/>
                </a:lnTo>
                <a:cubicBezTo>
                  <a:pt x="4090534" y="4566309"/>
                  <a:pt x="4090404" y="4566900"/>
                  <a:pt x="4090404" y="4566900"/>
                </a:cubicBezTo>
                <a:lnTo>
                  <a:pt x="4085872" y="4574782"/>
                </a:lnTo>
                <a:cubicBezTo>
                  <a:pt x="4085674" y="4575045"/>
                  <a:pt x="4085082" y="4575242"/>
                  <a:pt x="4085082" y="4575242"/>
                </a:cubicBezTo>
                <a:lnTo>
                  <a:pt x="4076017" y="4575242"/>
                </a:lnTo>
                <a:cubicBezTo>
                  <a:pt x="4075690" y="4575242"/>
                  <a:pt x="4075230" y="4574782"/>
                  <a:pt x="4075230" y="4574782"/>
                </a:cubicBezTo>
                <a:lnTo>
                  <a:pt x="4070697" y="4566900"/>
                </a:lnTo>
                <a:cubicBezTo>
                  <a:pt x="4070563" y="4566638"/>
                  <a:pt x="4070697" y="4566046"/>
                  <a:pt x="4070697" y="4566046"/>
                </a:cubicBezTo>
                <a:lnTo>
                  <a:pt x="4075230" y="4558165"/>
                </a:lnTo>
                <a:cubicBezTo>
                  <a:pt x="4075425" y="4557902"/>
                  <a:pt x="4076017" y="4557705"/>
                  <a:pt x="4076017" y="4557705"/>
                </a:cubicBezTo>
                <a:close/>
                <a:moveTo>
                  <a:pt x="3821427" y="4557705"/>
                </a:moveTo>
                <a:lnTo>
                  <a:pt x="3830490" y="4557705"/>
                </a:lnTo>
                <a:cubicBezTo>
                  <a:pt x="3830818" y="4557705"/>
                  <a:pt x="3831279" y="4558165"/>
                  <a:pt x="3831279" y="4558165"/>
                </a:cubicBezTo>
                <a:lnTo>
                  <a:pt x="3835811" y="4566046"/>
                </a:lnTo>
                <a:cubicBezTo>
                  <a:pt x="3835942" y="4566309"/>
                  <a:pt x="3835811" y="4566900"/>
                  <a:pt x="3835811" y="4566900"/>
                </a:cubicBezTo>
                <a:lnTo>
                  <a:pt x="3831279" y="4574782"/>
                </a:lnTo>
                <a:cubicBezTo>
                  <a:pt x="3831083" y="4575045"/>
                  <a:pt x="3830490" y="4575242"/>
                  <a:pt x="3830490" y="4575242"/>
                </a:cubicBezTo>
                <a:lnTo>
                  <a:pt x="3821427" y="4575242"/>
                </a:lnTo>
                <a:cubicBezTo>
                  <a:pt x="3821099" y="4575242"/>
                  <a:pt x="3820638" y="4574782"/>
                  <a:pt x="3820638" y="4574782"/>
                </a:cubicBezTo>
                <a:lnTo>
                  <a:pt x="3816104" y="4566900"/>
                </a:lnTo>
                <a:cubicBezTo>
                  <a:pt x="3815973" y="4566638"/>
                  <a:pt x="3816104" y="4566046"/>
                  <a:pt x="3816104" y="4566046"/>
                </a:cubicBezTo>
                <a:lnTo>
                  <a:pt x="3820638" y="4558165"/>
                </a:lnTo>
                <a:cubicBezTo>
                  <a:pt x="3820836" y="4557902"/>
                  <a:pt x="3821427" y="4557705"/>
                  <a:pt x="3821427" y="4557705"/>
                </a:cubicBezTo>
                <a:close/>
                <a:moveTo>
                  <a:pt x="3567049" y="4557705"/>
                </a:moveTo>
                <a:lnTo>
                  <a:pt x="3576115" y="4557705"/>
                </a:lnTo>
                <a:cubicBezTo>
                  <a:pt x="3576443" y="4557705"/>
                  <a:pt x="3576903" y="4558165"/>
                  <a:pt x="3576903" y="4558165"/>
                </a:cubicBezTo>
                <a:lnTo>
                  <a:pt x="3581435" y="4566046"/>
                </a:lnTo>
                <a:cubicBezTo>
                  <a:pt x="3581566" y="4566309"/>
                  <a:pt x="3581435" y="4566900"/>
                  <a:pt x="3581435" y="4566900"/>
                </a:cubicBezTo>
                <a:lnTo>
                  <a:pt x="3576903" y="4574782"/>
                </a:lnTo>
                <a:cubicBezTo>
                  <a:pt x="3576706" y="4575045"/>
                  <a:pt x="3576115" y="4575242"/>
                  <a:pt x="3576115" y="4575242"/>
                </a:cubicBezTo>
                <a:lnTo>
                  <a:pt x="3567049" y="4575242"/>
                </a:lnTo>
                <a:cubicBezTo>
                  <a:pt x="3566721" y="4575242"/>
                  <a:pt x="3566263" y="4574782"/>
                  <a:pt x="3566263" y="4574782"/>
                </a:cubicBezTo>
                <a:lnTo>
                  <a:pt x="3561729" y="4566900"/>
                </a:lnTo>
                <a:cubicBezTo>
                  <a:pt x="3561598" y="4566638"/>
                  <a:pt x="3561729" y="4566046"/>
                  <a:pt x="3561729" y="4566046"/>
                </a:cubicBezTo>
                <a:lnTo>
                  <a:pt x="3566263" y="4558165"/>
                </a:lnTo>
                <a:cubicBezTo>
                  <a:pt x="3566459" y="4557902"/>
                  <a:pt x="3567049" y="4557705"/>
                  <a:pt x="3567049" y="4557705"/>
                </a:cubicBezTo>
                <a:close/>
                <a:moveTo>
                  <a:pt x="3312600" y="4557705"/>
                </a:moveTo>
                <a:lnTo>
                  <a:pt x="3321664" y="4557705"/>
                </a:lnTo>
                <a:cubicBezTo>
                  <a:pt x="3321992" y="4557705"/>
                  <a:pt x="3322452" y="4558165"/>
                  <a:pt x="3322452" y="4558165"/>
                </a:cubicBezTo>
                <a:lnTo>
                  <a:pt x="3326984" y="4566046"/>
                </a:lnTo>
                <a:cubicBezTo>
                  <a:pt x="3327115" y="4566309"/>
                  <a:pt x="3326984" y="4566900"/>
                  <a:pt x="3326984" y="4566900"/>
                </a:cubicBezTo>
                <a:lnTo>
                  <a:pt x="3322452" y="4574782"/>
                </a:lnTo>
                <a:cubicBezTo>
                  <a:pt x="3322255" y="4575045"/>
                  <a:pt x="3321664" y="4575242"/>
                  <a:pt x="3321664" y="4575242"/>
                </a:cubicBezTo>
                <a:lnTo>
                  <a:pt x="3312600" y="4575242"/>
                </a:lnTo>
                <a:cubicBezTo>
                  <a:pt x="3312272" y="4575242"/>
                  <a:pt x="3311812" y="4574782"/>
                  <a:pt x="3311812" y="4574782"/>
                </a:cubicBezTo>
                <a:lnTo>
                  <a:pt x="3307279" y="4566900"/>
                </a:lnTo>
                <a:cubicBezTo>
                  <a:pt x="3307148" y="4566638"/>
                  <a:pt x="3307279" y="4566046"/>
                  <a:pt x="3307279" y="4566046"/>
                </a:cubicBezTo>
                <a:lnTo>
                  <a:pt x="3311812" y="4558165"/>
                </a:lnTo>
                <a:cubicBezTo>
                  <a:pt x="3312008" y="4557902"/>
                  <a:pt x="3312600" y="4557705"/>
                  <a:pt x="3312600" y="4557705"/>
                </a:cubicBezTo>
                <a:close/>
                <a:moveTo>
                  <a:pt x="3058221" y="4557705"/>
                </a:moveTo>
                <a:lnTo>
                  <a:pt x="3067286" y="4557705"/>
                </a:lnTo>
                <a:cubicBezTo>
                  <a:pt x="3067614" y="4557705"/>
                  <a:pt x="3068074" y="4558165"/>
                  <a:pt x="3068074" y="4558165"/>
                </a:cubicBezTo>
                <a:lnTo>
                  <a:pt x="3072606" y="4566046"/>
                </a:lnTo>
                <a:cubicBezTo>
                  <a:pt x="3072737" y="4566309"/>
                  <a:pt x="3072606" y="4566900"/>
                  <a:pt x="3072606" y="4566900"/>
                </a:cubicBezTo>
                <a:lnTo>
                  <a:pt x="3068074" y="4574782"/>
                </a:lnTo>
                <a:cubicBezTo>
                  <a:pt x="3067877" y="4575045"/>
                  <a:pt x="3067286" y="4575242"/>
                  <a:pt x="3067286" y="4575242"/>
                </a:cubicBezTo>
                <a:lnTo>
                  <a:pt x="3058221" y="4575242"/>
                </a:lnTo>
                <a:cubicBezTo>
                  <a:pt x="3057893" y="4575242"/>
                  <a:pt x="3057433" y="4574782"/>
                  <a:pt x="3057433" y="4574782"/>
                </a:cubicBezTo>
                <a:lnTo>
                  <a:pt x="3052901" y="4566900"/>
                </a:lnTo>
                <a:cubicBezTo>
                  <a:pt x="3052770" y="4566638"/>
                  <a:pt x="3052901" y="4566046"/>
                  <a:pt x="3052901" y="4566046"/>
                </a:cubicBezTo>
                <a:lnTo>
                  <a:pt x="3057433" y="4558165"/>
                </a:lnTo>
                <a:cubicBezTo>
                  <a:pt x="3057631" y="4557902"/>
                  <a:pt x="3058221" y="4557705"/>
                  <a:pt x="3058221" y="4557705"/>
                </a:cubicBezTo>
                <a:close/>
                <a:moveTo>
                  <a:pt x="2803919" y="4557705"/>
                </a:moveTo>
                <a:lnTo>
                  <a:pt x="2812983" y="4557705"/>
                </a:lnTo>
                <a:cubicBezTo>
                  <a:pt x="2813311" y="4557705"/>
                  <a:pt x="2813771" y="4558165"/>
                  <a:pt x="2813771" y="4558165"/>
                </a:cubicBezTo>
                <a:lnTo>
                  <a:pt x="2818303" y="4566046"/>
                </a:lnTo>
                <a:cubicBezTo>
                  <a:pt x="2818434" y="4566309"/>
                  <a:pt x="2818303" y="4566900"/>
                  <a:pt x="2818303" y="4566900"/>
                </a:cubicBezTo>
                <a:lnTo>
                  <a:pt x="2813771" y="4574782"/>
                </a:lnTo>
                <a:cubicBezTo>
                  <a:pt x="2813574" y="4575045"/>
                  <a:pt x="2812983" y="4575242"/>
                  <a:pt x="2812983" y="4575242"/>
                </a:cubicBezTo>
                <a:lnTo>
                  <a:pt x="2803919" y="4575242"/>
                </a:lnTo>
                <a:cubicBezTo>
                  <a:pt x="2803590" y="4575242"/>
                  <a:pt x="2803129" y="4574782"/>
                  <a:pt x="2803129" y="4574782"/>
                </a:cubicBezTo>
                <a:lnTo>
                  <a:pt x="2798597" y="4566900"/>
                </a:lnTo>
                <a:cubicBezTo>
                  <a:pt x="2798466" y="4566638"/>
                  <a:pt x="2798597" y="4566046"/>
                  <a:pt x="2798597" y="4566046"/>
                </a:cubicBezTo>
                <a:lnTo>
                  <a:pt x="2803129" y="4558165"/>
                </a:lnTo>
                <a:cubicBezTo>
                  <a:pt x="2803327" y="4557902"/>
                  <a:pt x="2803919" y="4557705"/>
                  <a:pt x="2803919" y="4557705"/>
                </a:cubicBezTo>
                <a:close/>
                <a:moveTo>
                  <a:pt x="2549520" y="4557705"/>
                </a:moveTo>
                <a:lnTo>
                  <a:pt x="2558584" y="4557705"/>
                </a:lnTo>
                <a:cubicBezTo>
                  <a:pt x="2558913" y="4557705"/>
                  <a:pt x="2559373" y="4558165"/>
                  <a:pt x="2559373" y="4558165"/>
                </a:cubicBezTo>
                <a:lnTo>
                  <a:pt x="2563904" y="4566046"/>
                </a:lnTo>
                <a:cubicBezTo>
                  <a:pt x="2564036" y="4566309"/>
                  <a:pt x="2563904" y="4566900"/>
                  <a:pt x="2563904" y="4566900"/>
                </a:cubicBezTo>
                <a:lnTo>
                  <a:pt x="2559373" y="4574782"/>
                </a:lnTo>
                <a:cubicBezTo>
                  <a:pt x="2559176" y="4575045"/>
                  <a:pt x="2558584" y="4575242"/>
                  <a:pt x="2558584" y="4575242"/>
                </a:cubicBezTo>
                <a:lnTo>
                  <a:pt x="2549520" y="4575242"/>
                </a:lnTo>
                <a:cubicBezTo>
                  <a:pt x="2549192" y="4575242"/>
                  <a:pt x="2548732" y="4574782"/>
                  <a:pt x="2548732" y="4574782"/>
                </a:cubicBezTo>
                <a:lnTo>
                  <a:pt x="2544200" y="4566900"/>
                </a:lnTo>
                <a:cubicBezTo>
                  <a:pt x="2544067" y="4566638"/>
                  <a:pt x="2544200" y="4566046"/>
                  <a:pt x="2544200" y="4566046"/>
                </a:cubicBezTo>
                <a:lnTo>
                  <a:pt x="2548732" y="4558165"/>
                </a:lnTo>
                <a:cubicBezTo>
                  <a:pt x="2548929" y="4557902"/>
                  <a:pt x="2549520" y="4557705"/>
                  <a:pt x="2549520" y="4557705"/>
                </a:cubicBezTo>
                <a:close/>
                <a:moveTo>
                  <a:pt x="2295038" y="4557705"/>
                </a:moveTo>
                <a:lnTo>
                  <a:pt x="2304103" y="4557705"/>
                </a:lnTo>
                <a:cubicBezTo>
                  <a:pt x="2304431" y="4557705"/>
                  <a:pt x="2304891" y="4558165"/>
                  <a:pt x="2304891" y="4558165"/>
                </a:cubicBezTo>
                <a:lnTo>
                  <a:pt x="2309422" y="4566046"/>
                </a:lnTo>
                <a:cubicBezTo>
                  <a:pt x="2309554" y="4566309"/>
                  <a:pt x="2309422" y="4566900"/>
                  <a:pt x="2309422" y="4566900"/>
                </a:cubicBezTo>
                <a:lnTo>
                  <a:pt x="2304891" y="4574782"/>
                </a:lnTo>
                <a:cubicBezTo>
                  <a:pt x="2304694" y="4575045"/>
                  <a:pt x="2304103" y="4575242"/>
                  <a:pt x="2304103" y="4575242"/>
                </a:cubicBezTo>
                <a:lnTo>
                  <a:pt x="2295038" y="4575242"/>
                </a:lnTo>
                <a:cubicBezTo>
                  <a:pt x="2294711" y="4575242"/>
                  <a:pt x="2294250" y="4574782"/>
                  <a:pt x="2294250" y="4574782"/>
                </a:cubicBezTo>
                <a:lnTo>
                  <a:pt x="2289717" y="4566900"/>
                </a:lnTo>
                <a:cubicBezTo>
                  <a:pt x="2289586" y="4566638"/>
                  <a:pt x="2289717" y="4566046"/>
                  <a:pt x="2289717" y="4566046"/>
                </a:cubicBezTo>
                <a:lnTo>
                  <a:pt x="2294250" y="4558165"/>
                </a:lnTo>
                <a:cubicBezTo>
                  <a:pt x="2294448" y="4557902"/>
                  <a:pt x="2295038" y="4557705"/>
                  <a:pt x="2295038" y="4557705"/>
                </a:cubicBezTo>
                <a:close/>
                <a:moveTo>
                  <a:pt x="2040711" y="4557705"/>
                </a:moveTo>
                <a:lnTo>
                  <a:pt x="2049775" y="4557705"/>
                </a:lnTo>
                <a:cubicBezTo>
                  <a:pt x="2050103" y="4557705"/>
                  <a:pt x="2050562" y="4558165"/>
                  <a:pt x="2050562" y="4558165"/>
                </a:cubicBezTo>
                <a:lnTo>
                  <a:pt x="2055095" y="4566046"/>
                </a:lnTo>
                <a:cubicBezTo>
                  <a:pt x="2055226" y="4566309"/>
                  <a:pt x="2055095" y="4566900"/>
                  <a:pt x="2055095" y="4566900"/>
                </a:cubicBezTo>
                <a:lnTo>
                  <a:pt x="2050562" y="4574782"/>
                </a:lnTo>
                <a:cubicBezTo>
                  <a:pt x="2050366" y="4575045"/>
                  <a:pt x="2049775" y="4575242"/>
                  <a:pt x="2049775" y="4575242"/>
                </a:cubicBezTo>
                <a:lnTo>
                  <a:pt x="2040711" y="4575242"/>
                </a:lnTo>
                <a:cubicBezTo>
                  <a:pt x="2040380" y="4575242"/>
                  <a:pt x="2039922" y="4574782"/>
                  <a:pt x="2039922" y="4574782"/>
                </a:cubicBezTo>
                <a:lnTo>
                  <a:pt x="2035389" y="4566900"/>
                </a:lnTo>
                <a:cubicBezTo>
                  <a:pt x="2035258" y="4566638"/>
                  <a:pt x="2035389" y="4566046"/>
                  <a:pt x="2035389" y="4566046"/>
                </a:cubicBezTo>
                <a:lnTo>
                  <a:pt x="2039922" y="4558165"/>
                </a:lnTo>
                <a:cubicBezTo>
                  <a:pt x="2040119" y="4557902"/>
                  <a:pt x="2040711" y="4557705"/>
                  <a:pt x="2040711" y="4557705"/>
                </a:cubicBezTo>
                <a:close/>
                <a:moveTo>
                  <a:pt x="1786212" y="4557705"/>
                </a:moveTo>
                <a:lnTo>
                  <a:pt x="1795277" y="4557705"/>
                </a:lnTo>
                <a:cubicBezTo>
                  <a:pt x="1795605" y="4557705"/>
                  <a:pt x="1796065" y="4558165"/>
                  <a:pt x="1796065" y="4558165"/>
                </a:cubicBezTo>
                <a:lnTo>
                  <a:pt x="1800597" y="4566046"/>
                </a:lnTo>
                <a:cubicBezTo>
                  <a:pt x="1800728" y="4566309"/>
                  <a:pt x="1800597" y="4566900"/>
                  <a:pt x="1800597" y="4566900"/>
                </a:cubicBezTo>
                <a:lnTo>
                  <a:pt x="1796065" y="4574782"/>
                </a:lnTo>
                <a:cubicBezTo>
                  <a:pt x="1795868" y="4575045"/>
                  <a:pt x="1795277" y="4575242"/>
                  <a:pt x="1795277" y="4575242"/>
                </a:cubicBezTo>
                <a:lnTo>
                  <a:pt x="1786212" y="4575242"/>
                </a:lnTo>
                <a:cubicBezTo>
                  <a:pt x="1785885" y="4575242"/>
                  <a:pt x="1785424" y="4574782"/>
                  <a:pt x="1785424" y="4574782"/>
                </a:cubicBezTo>
                <a:lnTo>
                  <a:pt x="1780894" y="4566900"/>
                </a:lnTo>
                <a:cubicBezTo>
                  <a:pt x="1780762" y="4566638"/>
                  <a:pt x="1780894" y="4566046"/>
                  <a:pt x="1780894" y="4566046"/>
                </a:cubicBezTo>
                <a:lnTo>
                  <a:pt x="1785424" y="4558165"/>
                </a:lnTo>
                <a:cubicBezTo>
                  <a:pt x="1785621" y="4557902"/>
                  <a:pt x="1786212" y="4557705"/>
                  <a:pt x="1786212" y="4557705"/>
                </a:cubicBezTo>
                <a:close/>
                <a:moveTo>
                  <a:pt x="1531980" y="4557705"/>
                </a:moveTo>
                <a:lnTo>
                  <a:pt x="1541044" y="4557705"/>
                </a:lnTo>
                <a:cubicBezTo>
                  <a:pt x="1541373" y="4557705"/>
                  <a:pt x="1541832" y="4558165"/>
                  <a:pt x="1541832" y="4558165"/>
                </a:cubicBezTo>
                <a:lnTo>
                  <a:pt x="1546365" y="4566046"/>
                </a:lnTo>
                <a:cubicBezTo>
                  <a:pt x="1546497" y="4566309"/>
                  <a:pt x="1546365" y="4566900"/>
                  <a:pt x="1546365" y="4566900"/>
                </a:cubicBezTo>
                <a:lnTo>
                  <a:pt x="1541832" y="4574782"/>
                </a:lnTo>
                <a:cubicBezTo>
                  <a:pt x="1541635" y="4575045"/>
                  <a:pt x="1541044" y="4575242"/>
                  <a:pt x="1541044" y="4575242"/>
                </a:cubicBezTo>
                <a:lnTo>
                  <a:pt x="1531980" y="4575242"/>
                </a:lnTo>
                <a:cubicBezTo>
                  <a:pt x="1531652" y="4575242"/>
                  <a:pt x="1531194" y="4574782"/>
                  <a:pt x="1531194" y="4574782"/>
                </a:cubicBezTo>
                <a:lnTo>
                  <a:pt x="1526661" y="4566900"/>
                </a:lnTo>
                <a:cubicBezTo>
                  <a:pt x="1526528" y="4566638"/>
                  <a:pt x="1526661" y="4566046"/>
                  <a:pt x="1526661" y="4566046"/>
                </a:cubicBezTo>
                <a:lnTo>
                  <a:pt x="1531194" y="4558165"/>
                </a:lnTo>
                <a:cubicBezTo>
                  <a:pt x="1531391" y="4557902"/>
                  <a:pt x="1531980" y="4557705"/>
                  <a:pt x="1531980" y="4557705"/>
                </a:cubicBezTo>
                <a:close/>
                <a:moveTo>
                  <a:pt x="1277510" y="4557705"/>
                </a:moveTo>
                <a:lnTo>
                  <a:pt x="1286575" y="4557705"/>
                </a:lnTo>
                <a:cubicBezTo>
                  <a:pt x="1286904" y="4557705"/>
                  <a:pt x="1287364" y="4558165"/>
                  <a:pt x="1287364" y="4558165"/>
                </a:cubicBezTo>
                <a:lnTo>
                  <a:pt x="1291897" y="4566046"/>
                </a:lnTo>
                <a:cubicBezTo>
                  <a:pt x="1292027" y="4566309"/>
                  <a:pt x="1291897" y="4566900"/>
                  <a:pt x="1291897" y="4566900"/>
                </a:cubicBezTo>
                <a:lnTo>
                  <a:pt x="1287364" y="4574782"/>
                </a:lnTo>
                <a:cubicBezTo>
                  <a:pt x="1287167" y="4575045"/>
                  <a:pt x="1286575" y="4575242"/>
                  <a:pt x="1286575" y="4575242"/>
                </a:cubicBezTo>
                <a:lnTo>
                  <a:pt x="1277510" y="4575242"/>
                </a:lnTo>
                <a:cubicBezTo>
                  <a:pt x="1277183" y="4575242"/>
                  <a:pt x="1276722" y="4574782"/>
                  <a:pt x="1276722" y="4574782"/>
                </a:cubicBezTo>
                <a:lnTo>
                  <a:pt x="1272192" y="4566900"/>
                </a:lnTo>
                <a:cubicBezTo>
                  <a:pt x="1272060" y="4566638"/>
                  <a:pt x="1272192" y="4566046"/>
                  <a:pt x="1272192" y="4566046"/>
                </a:cubicBezTo>
                <a:lnTo>
                  <a:pt x="1276722" y="4558165"/>
                </a:lnTo>
                <a:cubicBezTo>
                  <a:pt x="1276918" y="4557902"/>
                  <a:pt x="1277510" y="4557705"/>
                  <a:pt x="1277510" y="4557705"/>
                </a:cubicBezTo>
                <a:close/>
                <a:moveTo>
                  <a:pt x="1023202" y="4557705"/>
                </a:moveTo>
                <a:lnTo>
                  <a:pt x="1032265" y="4557705"/>
                </a:lnTo>
                <a:cubicBezTo>
                  <a:pt x="1032595" y="4557705"/>
                  <a:pt x="1033053" y="4558165"/>
                  <a:pt x="1033053" y="4558165"/>
                </a:cubicBezTo>
                <a:lnTo>
                  <a:pt x="1037585" y="4566046"/>
                </a:lnTo>
                <a:cubicBezTo>
                  <a:pt x="1037719" y="4566309"/>
                  <a:pt x="1037585" y="4566900"/>
                  <a:pt x="1037585" y="4566900"/>
                </a:cubicBezTo>
                <a:lnTo>
                  <a:pt x="1033053" y="4574782"/>
                </a:lnTo>
                <a:cubicBezTo>
                  <a:pt x="1032857" y="4575045"/>
                  <a:pt x="1032265" y="4575242"/>
                  <a:pt x="1032265" y="4575242"/>
                </a:cubicBezTo>
                <a:lnTo>
                  <a:pt x="1023202" y="4575242"/>
                </a:lnTo>
                <a:cubicBezTo>
                  <a:pt x="1022872" y="4575242"/>
                  <a:pt x="1022413" y="4574782"/>
                  <a:pt x="1022413" y="4574782"/>
                </a:cubicBezTo>
                <a:lnTo>
                  <a:pt x="1017882" y="4566900"/>
                </a:lnTo>
                <a:cubicBezTo>
                  <a:pt x="1017749" y="4566638"/>
                  <a:pt x="1017882" y="4566046"/>
                  <a:pt x="1017882" y="4566046"/>
                </a:cubicBezTo>
                <a:lnTo>
                  <a:pt x="1022413" y="4558165"/>
                </a:lnTo>
                <a:cubicBezTo>
                  <a:pt x="1022613" y="4557902"/>
                  <a:pt x="1023202" y="4557705"/>
                  <a:pt x="1023202" y="4557705"/>
                </a:cubicBezTo>
                <a:close/>
                <a:moveTo>
                  <a:pt x="768654" y="4557705"/>
                </a:moveTo>
                <a:lnTo>
                  <a:pt x="777717" y="4557705"/>
                </a:lnTo>
                <a:cubicBezTo>
                  <a:pt x="778045" y="4557705"/>
                  <a:pt x="778505" y="4558165"/>
                  <a:pt x="778505" y="4558165"/>
                </a:cubicBezTo>
                <a:lnTo>
                  <a:pt x="783037" y="4566046"/>
                </a:lnTo>
                <a:cubicBezTo>
                  <a:pt x="783169" y="4566309"/>
                  <a:pt x="783037" y="4566900"/>
                  <a:pt x="783037" y="4566900"/>
                </a:cubicBezTo>
                <a:lnTo>
                  <a:pt x="778505" y="4574782"/>
                </a:lnTo>
                <a:cubicBezTo>
                  <a:pt x="778308" y="4575045"/>
                  <a:pt x="777717" y="4575242"/>
                  <a:pt x="777717" y="4575242"/>
                </a:cubicBezTo>
                <a:lnTo>
                  <a:pt x="768654" y="4575242"/>
                </a:lnTo>
                <a:cubicBezTo>
                  <a:pt x="768325" y="4575242"/>
                  <a:pt x="767865" y="4574782"/>
                  <a:pt x="767865" y="4574782"/>
                </a:cubicBezTo>
                <a:lnTo>
                  <a:pt x="763333" y="4566900"/>
                </a:lnTo>
                <a:cubicBezTo>
                  <a:pt x="763201" y="4566638"/>
                  <a:pt x="763333" y="4566046"/>
                  <a:pt x="763333" y="4566046"/>
                </a:cubicBezTo>
                <a:lnTo>
                  <a:pt x="767865" y="4558165"/>
                </a:lnTo>
                <a:cubicBezTo>
                  <a:pt x="768063" y="4557902"/>
                  <a:pt x="768654" y="4557705"/>
                  <a:pt x="768654" y="4557705"/>
                </a:cubicBezTo>
                <a:close/>
                <a:moveTo>
                  <a:pt x="514201" y="4557705"/>
                </a:moveTo>
                <a:lnTo>
                  <a:pt x="523264" y="4557705"/>
                </a:lnTo>
                <a:cubicBezTo>
                  <a:pt x="523593" y="4557705"/>
                  <a:pt x="524052" y="4558165"/>
                  <a:pt x="524052" y="4558165"/>
                </a:cubicBezTo>
                <a:lnTo>
                  <a:pt x="528584" y="4566046"/>
                </a:lnTo>
                <a:cubicBezTo>
                  <a:pt x="528716" y="4566309"/>
                  <a:pt x="528584" y="4566900"/>
                  <a:pt x="528584" y="4566900"/>
                </a:cubicBezTo>
                <a:lnTo>
                  <a:pt x="524052" y="4574782"/>
                </a:lnTo>
                <a:cubicBezTo>
                  <a:pt x="523855" y="4575045"/>
                  <a:pt x="523264" y="4575242"/>
                  <a:pt x="523264" y="4575242"/>
                </a:cubicBezTo>
                <a:lnTo>
                  <a:pt x="514201" y="4575242"/>
                </a:lnTo>
                <a:cubicBezTo>
                  <a:pt x="513871" y="4575242"/>
                  <a:pt x="513412" y="4574782"/>
                  <a:pt x="513412" y="4574782"/>
                </a:cubicBezTo>
                <a:lnTo>
                  <a:pt x="508880" y="4566900"/>
                </a:lnTo>
                <a:cubicBezTo>
                  <a:pt x="508748" y="4566638"/>
                  <a:pt x="508880" y="4566046"/>
                  <a:pt x="508880" y="4566046"/>
                </a:cubicBezTo>
                <a:lnTo>
                  <a:pt x="513412" y="4558165"/>
                </a:lnTo>
                <a:cubicBezTo>
                  <a:pt x="513610" y="4557902"/>
                  <a:pt x="514201" y="4557705"/>
                  <a:pt x="514201" y="4557705"/>
                </a:cubicBezTo>
                <a:close/>
                <a:moveTo>
                  <a:pt x="259962" y="4557705"/>
                </a:moveTo>
                <a:lnTo>
                  <a:pt x="269026" y="4557705"/>
                </a:lnTo>
                <a:cubicBezTo>
                  <a:pt x="269354" y="4557705"/>
                  <a:pt x="269814" y="4558165"/>
                  <a:pt x="269814" y="4558165"/>
                </a:cubicBezTo>
                <a:lnTo>
                  <a:pt x="274346" y="4566046"/>
                </a:lnTo>
                <a:cubicBezTo>
                  <a:pt x="274477" y="4566309"/>
                  <a:pt x="274346" y="4566900"/>
                  <a:pt x="274346" y="4566900"/>
                </a:cubicBezTo>
                <a:lnTo>
                  <a:pt x="269814" y="4574782"/>
                </a:lnTo>
                <a:cubicBezTo>
                  <a:pt x="269617" y="4575045"/>
                  <a:pt x="269026" y="4575242"/>
                  <a:pt x="269026" y="4575242"/>
                </a:cubicBezTo>
                <a:lnTo>
                  <a:pt x="259962" y="4575242"/>
                </a:lnTo>
                <a:cubicBezTo>
                  <a:pt x="259633" y="4575242"/>
                  <a:pt x="259173" y="4574782"/>
                  <a:pt x="259173" y="4574782"/>
                </a:cubicBezTo>
                <a:lnTo>
                  <a:pt x="254642" y="4566900"/>
                </a:lnTo>
                <a:cubicBezTo>
                  <a:pt x="254511" y="4566638"/>
                  <a:pt x="254642" y="4566046"/>
                  <a:pt x="254642" y="4566046"/>
                </a:cubicBezTo>
                <a:lnTo>
                  <a:pt x="259173" y="4558165"/>
                </a:lnTo>
                <a:cubicBezTo>
                  <a:pt x="259370" y="4557902"/>
                  <a:pt x="259962" y="4557705"/>
                  <a:pt x="259962" y="4557705"/>
                </a:cubicBezTo>
                <a:close/>
                <a:moveTo>
                  <a:pt x="5635" y="4557705"/>
                </a:moveTo>
                <a:lnTo>
                  <a:pt x="14699" y="4557705"/>
                </a:lnTo>
                <a:cubicBezTo>
                  <a:pt x="15027" y="4557705"/>
                  <a:pt x="15487" y="4558165"/>
                  <a:pt x="15487" y="4558165"/>
                </a:cubicBezTo>
                <a:lnTo>
                  <a:pt x="20019" y="4566046"/>
                </a:lnTo>
                <a:cubicBezTo>
                  <a:pt x="20150" y="4566309"/>
                  <a:pt x="20019" y="4566900"/>
                  <a:pt x="20019" y="4566900"/>
                </a:cubicBezTo>
                <a:lnTo>
                  <a:pt x="15487" y="4574782"/>
                </a:lnTo>
                <a:cubicBezTo>
                  <a:pt x="15290" y="4575045"/>
                  <a:pt x="14699" y="4575242"/>
                  <a:pt x="14699" y="4575242"/>
                </a:cubicBezTo>
                <a:lnTo>
                  <a:pt x="5635" y="4575242"/>
                </a:lnTo>
                <a:cubicBezTo>
                  <a:pt x="5306" y="4575242"/>
                  <a:pt x="4846" y="4574782"/>
                  <a:pt x="4846" y="4574782"/>
                </a:cubicBezTo>
                <a:lnTo>
                  <a:pt x="314" y="4566900"/>
                </a:lnTo>
                <a:cubicBezTo>
                  <a:pt x="183" y="4566638"/>
                  <a:pt x="314" y="4566046"/>
                  <a:pt x="314" y="4566046"/>
                </a:cubicBezTo>
                <a:lnTo>
                  <a:pt x="4846" y="4558165"/>
                </a:lnTo>
                <a:cubicBezTo>
                  <a:pt x="5043" y="4557902"/>
                  <a:pt x="5635" y="4557705"/>
                  <a:pt x="5635" y="4557705"/>
                </a:cubicBezTo>
                <a:close/>
                <a:moveTo>
                  <a:pt x="10435622" y="4340696"/>
                </a:moveTo>
                <a:lnTo>
                  <a:pt x="10444686" y="4340696"/>
                </a:lnTo>
                <a:cubicBezTo>
                  <a:pt x="10445015" y="4340696"/>
                  <a:pt x="10445474" y="4341156"/>
                  <a:pt x="10445474" y="4341156"/>
                </a:cubicBezTo>
                <a:lnTo>
                  <a:pt x="10450007" y="4349037"/>
                </a:lnTo>
                <a:cubicBezTo>
                  <a:pt x="10450138" y="4349300"/>
                  <a:pt x="10450007" y="4349891"/>
                  <a:pt x="10450007" y="4349891"/>
                </a:cubicBezTo>
                <a:lnTo>
                  <a:pt x="10445474" y="4357772"/>
                </a:lnTo>
                <a:cubicBezTo>
                  <a:pt x="10445278" y="4358036"/>
                  <a:pt x="10444686" y="4358232"/>
                  <a:pt x="10444686" y="4358232"/>
                </a:cubicBezTo>
                <a:lnTo>
                  <a:pt x="10435622" y="4358232"/>
                </a:lnTo>
                <a:cubicBezTo>
                  <a:pt x="10435295" y="4358232"/>
                  <a:pt x="10434834" y="4357772"/>
                  <a:pt x="10434834" y="4357772"/>
                </a:cubicBezTo>
                <a:lnTo>
                  <a:pt x="10430302" y="4349891"/>
                </a:lnTo>
                <a:cubicBezTo>
                  <a:pt x="10430171" y="4349628"/>
                  <a:pt x="10430302" y="4349037"/>
                  <a:pt x="10430302" y="4349037"/>
                </a:cubicBezTo>
                <a:lnTo>
                  <a:pt x="10434834" y="4341156"/>
                </a:lnTo>
                <a:cubicBezTo>
                  <a:pt x="10435031" y="4340893"/>
                  <a:pt x="10435622" y="4340696"/>
                  <a:pt x="10435622" y="4340696"/>
                </a:cubicBezTo>
                <a:close/>
                <a:moveTo>
                  <a:pt x="10181242" y="4340696"/>
                </a:moveTo>
                <a:lnTo>
                  <a:pt x="10190305" y="4340696"/>
                </a:lnTo>
                <a:cubicBezTo>
                  <a:pt x="10190635" y="4340696"/>
                  <a:pt x="10191093" y="4341156"/>
                  <a:pt x="10191093" y="4341156"/>
                </a:cubicBezTo>
                <a:lnTo>
                  <a:pt x="10195626" y="4349037"/>
                </a:lnTo>
                <a:cubicBezTo>
                  <a:pt x="10195758" y="4349300"/>
                  <a:pt x="10195626" y="4349891"/>
                  <a:pt x="10195626" y="4349891"/>
                </a:cubicBezTo>
                <a:lnTo>
                  <a:pt x="10191093" y="4357772"/>
                </a:lnTo>
                <a:cubicBezTo>
                  <a:pt x="10190896" y="4358036"/>
                  <a:pt x="10190305" y="4358232"/>
                  <a:pt x="10190305" y="4358232"/>
                </a:cubicBezTo>
                <a:lnTo>
                  <a:pt x="10181242" y="4358232"/>
                </a:lnTo>
                <a:cubicBezTo>
                  <a:pt x="10180914" y="4358232"/>
                  <a:pt x="10180453" y="4357772"/>
                  <a:pt x="10180453" y="4357772"/>
                </a:cubicBezTo>
                <a:lnTo>
                  <a:pt x="10175922" y="4349891"/>
                </a:lnTo>
                <a:cubicBezTo>
                  <a:pt x="10175790" y="4349628"/>
                  <a:pt x="10175922" y="4349037"/>
                  <a:pt x="10175922" y="4349037"/>
                </a:cubicBezTo>
                <a:lnTo>
                  <a:pt x="10180453" y="4341156"/>
                </a:lnTo>
                <a:cubicBezTo>
                  <a:pt x="10180650" y="4340893"/>
                  <a:pt x="10181242" y="4340696"/>
                  <a:pt x="10181242" y="4340696"/>
                </a:cubicBezTo>
                <a:close/>
                <a:moveTo>
                  <a:pt x="9926861" y="4340696"/>
                </a:moveTo>
                <a:lnTo>
                  <a:pt x="9935924" y="4340696"/>
                </a:lnTo>
                <a:cubicBezTo>
                  <a:pt x="9936254" y="4340696"/>
                  <a:pt x="9936713" y="4341156"/>
                  <a:pt x="9936713" y="4341156"/>
                </a:cubicBezTo>
                <a:lnTo>
                  <a:pt x="9941246" y="4349037"/>
                </a:lnTo>
                <a:cubicBezTo>
                  <a:pt x="9941376" y="4349300"/>
                  <a:pt x="9941246" y="4349891"/>
                  <a:pt x="9941246" y="4349891"/>
                </a:cubicBezTo>
                <a:lnTo>
                  <a:pt x="9936713" y="4357772"/>
                </a:lnTo>
                <a:cubicBezTo>
                  <a:pt x="9936516" y="4358036"/>
                  <a:pt x="9935924" y="4358232"/>
                  <a:pt x="9935924" y="4358232"/>
                </a:cubicBezTo>
                <a:lnTo>
                  <a:pt x="9926861" y="4358232"/>
                </a:lnTo>
                <a:cubicBezTo>
                  <a:pt x="9926532" y="4358232"/>
                  <a:pt x="9926073" y="4357772"/>
                  <a:pt x="9926073" y="4357772"/>
                </a:cubicBezTo>
                <a:lnTo>
                  <a:pt x="9921541" y="4349891"/>
                </a:lnTo>
                <a:cubicBezTo>
                  <a:pt x="9921410" y="4349628"/>
                  <a:pt x="9921541" y="4349037"/>
                  <a:pt x="9921541" y="4349037"/>
                </a:cubicBezTo>
                <a:lnTo>
                  <a:pt x="9926073" y="4341156"/>
                </a:lnTo>
                <a:cubicBezTo>
                  <a:pt x="9926270" y="4340893"/>
                  <a:pt x="9926861" y="4340696"/>
                  <a:pt x="9926861" y="4340696"/>
                </a:cubicBezTo>
                <a:close/>
                <a:moveTo>
                  <a:pt x="9672481" y="4340696"/>
                </a:moveTo>
                <a:lnTo>
                  <a:pt x="9681545" y="4340696"/>
                </a:lnTo>
                <a:cubicBezTo>
                  <a:pt x="9681872" y="4340696"/>
                  <a:pt x="9682333" y="4341156"/>
                  <a:pt x="9682333" y="4341156"/>
                </a:cubicBezTo>
                <a:lnTo>
                  <a:pt x="9686865" y="4349037"/>
                </a:lnTo>
                <a:cubicBezTo>
                  <a:pt x="9686996" y="4349300"/>
                  <a:pt x="9686865" y="4349891"/>
                  <a:pt x="9686865" y="4349891"/>
                </a:cubicBezTo>
                <a:lnTo>
                  <a:pt x="9682333" y="4357772"/>
                </a:lnTo>
                <a:cubicBezTo>
                  <a:pt x="9682136" y="4358036"/>
                  <a:pt x="9681545" y="4358232"/>
                  <a:pt x="9681545" y="4358232"/>
                </a:cubicBezTo>
                <a:lnTo>
                  <a:pt x="9672481" y="4358232"/>
                </a:lnTo>
                <a:cubicBezTo>
                  <a:pt x="9672152" y="4358232"/>
                  <a:pt x="9671693" y="4357772"/>
                  <a:pt x="9671693" y="4357772"/>
                </a:cubicBezTo>
                <a:lnTo>
                  <a:pt x="9667160" y="4349891"/>
                </a:lnTo>
                <a:cubicBezTo>
                  <a:pt x="9667030" y="4349628"/>
                  <a:pt x="9667160" y="4349037"/>
                  <a:pt x="9667160" y="4349037"/>
                </a:cubicBezTo>
                <a:lnTo>
                  <a:pt x="9671693" y="4341156"/>
                </a:lnTo>
                <a:cubicBezTo>
                  <a:pt x="9671890" y="4340893"/>
                  <a:pt x="9672481" y="4340696"/>
                  <a:pt x="9672481" y="4340696"/>
                </a:cubicBezTo>
                <a:close/>
                <a:moveTo>
                  <a:pt x="9418035" y="4340696"/>
                </a:moveTo>
                <a:lnTo>
                  <a:pt x="9427099" y="4340696"/>
                </a:lnTo>
                <a:cubicBezTo>
                  <a:pt x="9427427" y="4340696"/>
                  <a:pt x="9427887" y="4341156"/>
                  <a:pt x="9427887" y="4341156"/>
                </a:cubicBezTo>
                <a:lnTo>
                  <a:pt x="9432419" y="4349037"/>
                </a:lnTo>
                <a:cubicBezTo>
                  <a:pt x="9432550" y="4349300"/>
                  <a:pt x="9432419" y="4349891"/>
                  <a:pt x="9432419" y="4349891"/>
                </a:cubicBezTo>
                <a:lnTo>
                  <a:pt x="9427887" y="4357772"/>
                </a:lnTo>
                <a:cubicBezTo>
                  <a:pt x="9427690" y="4358036"/>
                  <a:pt x="9427099" y="4358232"/>
                  <a:pt x="9427099" y="4358232"/>
                </a:cubicBezTo>
                <a:lnTo>
                  <a:pt x="9418035" y="4358232"/>
                </a:lnTo>
                <a:cubicBezTo>
                  <a:pt x="9417707" y="4358232"/>
                  <a:pt x="9417247" y="4357772"/>
                  <a:pt x="9417247" y="4357772"/>
                </a:cubicBezTo>
                <a:lnTo>
                  <a:pt x="9412714" y="4349891"/>
                </a:lnTo>
                <a:cubicBezTo>
                  <a:pt x="9412583" y="4349628"/>
                  <a:pt x="9412714" y="4349037"/>
                  <a:pt x="9412714" y="4349037"/>
                </a:cubicBezTo>
                <a:lnTo>
                  <a:pt x="9417247" y="4341156"/>
                </a:lnTo>
                <a:cubicBezTo>
                  <a:pt x="9417444" y="4340893"/>
                  <a:pt x="9418035" y="4340696"/>
                  <a:pt x="9418035" y="4340696"/>
                </a:cubicBezTo>
                <a:close/>
                <a:moveTo>
                  <a:pt x="9163654" y="4340696"/>
                </a:moveTo>
                <a:lnTo>
                  <a:pt x="9172718" y="4340696"/>
                </a:lnTo>
                <a:cubicBezTo>
                  <a:pt x="9173046" y="4340696"/>
                  <a:pt x="9173506" y="4341156"/>
                  <a:pt x="9173506" y="4341156"/>
                </a:cubicBezTo>
                <a:lnTo>
                  <a:pt x="9178038" y="4349037"/>
                </a:lnTo>
                <a:cubicBezTo>
                  <a:pt x="9178169" y="4349300"/>
                  <a:pt x="9178038" y="4349891"/>
                  <a:pt x="9178038" y="4349891"/>
                </a:cubicBezTo>
                <a:lnTo>
                  <a:pt x="9173506" y="4357772"/>
                </a:lnTo>
                <a:cubicBezTo>
                  <a:pt x="9173309" y="4358036"/>
                  <a:pt x="9172718" y="4358232"/>
                  <a:pt x="9172718" y="4358232"/>
                </a:cubicBezTo>
                <a:lnTo>
                  <a:pt x="9163654" y="4358232"/>
                </a:lnTo>
                <a:cubicBezTo>
                  <a:pt x="9163326" y="4358232"/>
                  <a:pt x="9162866" y="4357772"/>
                  <a:pt x="9162866" y="4357772"/>
                </a:cubicBezTo>
                <a:lnTo>
                  <a:pt x="9158333" y="4349891"/>
                </a:lnTo>
                <a:cubicBezTo>
                  <a:pt x="9158202" y="4349628"/>
                  <a:pt x="9158333" y="4349037"/>
                  <a:pt x="9158333" y="4349037"/>
                </a:cubicBezTo>
                <a:lnTo>
                  <a:pt x="9162866" y="4341156"/>
                </a:lnTo>
                <a:cubicBezTo>
                  <a:pt x="9163062" y="4340893"/>
                  <a:pt x="9163654" y="4340696"/>
                  <a:pt x="9163654" y="4340696"/>
                </a:cubicBezTo>
                <a:close/>
                <a:moveTo>
                  <a:pt x="8909274" y="4340696"/>
                </a:moveTo>
                <a:lnTo>
                  <a:pt x="8918336" y="4340696"/>
                </a:lnTo>
                <a:cubicBezTo>
                  <a:pt x="8918666" y="4340696"/>
                  <a:pt x="8919125" y="4341156"/>
                  <a:pt x="8919125" y="4341156"/>
                </a:cubicBezTo>
                <a:lnTo>
                  <a:pt x="8923657" y="4349037"/>
                </a:lnTo>
                <a:cubicBezTo>
                  <a:pt x="8923789" y="4349300"/>
                  <a:pt x="8923657" y="4349891"/>
                  <a:pt x="8923657" y="4349891"/>
                </a:cubicBezTo>
                <a:lnTo>
                  <a:pt x="8919125" y="4357772"/>
                </a:lnTo>
                <a:cubicBezTo>
                  <a:pt x="8918928" y="4358036"/>
                  <a:pt x="8918336" y="4358232"/>
                  <a:pt x="8918336" y="4358232"/>
                </a:cubicBezTo>
                <a:lnTo>
                  <a:pt x="8909274" y="4358232"/>
                </a:lnTo>
                <a:cubicBezTo>
                  <a:pt x="8908945" y="4358232"/>
                  <a:pt x="8908484" y="4357772"/>
                  <a:pt x="8908484" y="4357772"/>
                </a:cubicBezTo>
                <a:lnTo>
                  <a:pt x="8903953" y="4349891"/>
                </a:lnTo>
                <a:cubicBezTo>
                  <a:pt x="8903821" y="4349628"/>
                  <a:pt x="8903953" y="4349037"/>
                  <a:pt x="8903953" y="4349037"/>
                </a:cubicBezTo>
                <a:lnTo>
                  <a:pt x="8908484" y="4341156"/>
                </a:lnTo>
                <a:cubicBezTo>
                  <a:pt x="8908681" y="4340893"/>
                  <a:pt x="8909274" y="4340696"/>
                  <a:pt x="8909274" y="4340696"/>
                </a:cubicBezTo>
                <a:close/>
                <a:moveTo>
                  <a:pt x="8654892" y="4340696"/>
                </a:moveTo>
                <a:lnTo>
                  <a:pt x="8663955" y="4340696"/>
                </a:lnTo>
                <a:cubicBezTo>
                  <a:pt x="8664285" y="4340696"/>
                  <a:pt x="8664744" y="4341156"/>
                  <a:pt x="8664744" y="4341156"/>
                </a:cubicBezTo>
                <a:lnTo>
                  <a:pt x="8669277" y="4349037"/>
                </a:lnTo>
                <a:cubicBezTo>
                  <a:pt x="8669408" y="4349300"/>
                  <a:pt x="8669277" y="4349891"/>
                  <a:pt x="8669277" y="4349891"/>
                </a:cubicBezTo>
                <a:lnTo>
                  <a:pt x="8664744" y="4357772"/>
                </a:lnTo>
                <a:cubicBezTo>
                  <a:pt x="8664548" y="4358036"/>
                  <a:pt x="8663955" y="4358232"/>
                  <a:pt x="8663955" y="4358232"/>
                </a:cubicBezTo>
                <a:lnTo>
                  <a:pt x="8654892" y="4358232"/>
                </a:lnTo>
                <a:cubicBezTo>
                  <a:pt x="8654565" y="4358232"/>
                  <a:pt x="8654104" y="4357772"/>
                  <a:pt x="8654104" y="4357772"/>
                </a:cubicBezTo>
                <a:lnTo>
                  <a:pt x="8649572" y="4349891"/>
                </a:lnTo>
                <a:cubicBezTo>
                  <a:pt x="8649441" y="4349628"/>
                  <a:pt x="8649572" y="4349037"/>
                  <a:pt x="8649572" y="4349037"/>
                </a:cubicBezTo>
                <a:lnTo>
                  <a:pt x="8654104" y="4341156"/>
                </a:lnTo>
                <a:cubicBezTo>
                  <a:pt x="8654301" y="4340893"/>
                  <a:pt x="8654892" y="4340696"/>
                  <a:pt x="8654892" y="4340696"/>
                </a:cubicBezTo>
                <a:close/>
                <a:moveTo>
                  <a:pt x="8400511" y="4340696"/>
                </a:moveTo>
                <a:lnTo>
                  <a:pt x="8409575" y="4340696"/>
                </a:lnTo>
                <a:cubicBezTo>
                  <a:pt x="8409904" y="4340696"/>
                  <a:pt x="8410363" y="4341156"/>
                  <a:pt x="8410363" y="4341156"/>
                </a:cubicBezTo>
                <a:lnTo>
                  <a:pt x="8414896" y="4349037"/>
                </a:lnTo>
                <a:cubicBezTo>
                  <a:pt x="8415027" y="4349300"/>
                  <a:pt x="8414896" y="4349891"/>
                  <a:pt x="8414896" y="4349891"/>
                </a:cubicBezTo>
                <a:lnTo>
                  <a:pt x="8410363" y="4357772"/>
                </a:lnTo>
                <a:cubicBezTo>
                  <a:pt x="8410166" y="4358036"/>
                  <a:pt x="8409575" y="4358232"/>
                  <a:pt x="8409575" y="4358232"/>
                </a:cubicBezTo>
                <a:lnTo>
                  <a:pt x="8400511" y="4358232"/>
                </a:lnTo>
                <a:cubicBezTo>
                  <a:pt x="8400184" y="4358232"/>
                  <a:pt x="8399723" y="4357772"/>
                  <a:pt x="8399723" y="4357772"/>
                </a:cubicBezTo>
                <a:lnTo>
                  <a:pt x="8395191" y="4349891"/>
                </a:lnTo>
                <a:cubicBezTo>
                  <a:pt x="8395060" y="4349628"/>
                  <a:pt x="8395191" y="4349037"/>
                  <a:pt x="8395191" y="4349037"/>
                </a:cubicBezTo>
                <a:lnTo>
                  <a:pt x="8399723" y="4341156"/>
                </a:lnTo>
                <a:cubicBezTo>
                  <a:pt x="8399920" y="4340893"/>
                  <a:pt x="8400511" y="4340696"/>
                  <a:pt x="8400511" y="4340696"/>
                </a:cubicBezTo>
                <a:close/>
                <a:moveTo>
                  <a:pt x="8146065" y="4340696"/>
                </a:moveTo>
                <a:lnTo>
                  <a:pt x="8155129" y="4340696"/>
                </a:lnTo>
                <a:cubicBezTo>
                  <a:pt x="8155458" y="4340696"/>
                  <a:pt x="8155917" y="4341156"/>
                  <a:pt x="8155917" y="4341156"/>
                </a:cubicBezTo>
                <a:lnTo>
                  <a:pt x="8160449" y="4349037"/>
                </a:lnTo>
                <a:cubicBezTo>
                  <a:pt x="8160580" y="4349300"/>
                  <a:pt x="8160449" y="4349891"/>
                  <a:pt x="8160449" y="4349891"/>
                </a:cubicBezTo>
                <a:lnTo>
                  <a:pt x="8155917" y="4357772"/>
                </a:lnTo>
                <a:cubicBezTo>
                  <a:pt x="8155719" y="4358036"/>
                  <a:pt x="8155129" y="4358232"/>
                  <a:pt x="8155129" y="4358232"/>
                </a:cubicBezTo>
                <a:lnTo>
                  <a:pt x="8146065" y="4358232"/>
                </a:lnTo>
                <a:cubicBezTo>
                  <a:pt x="8145737" y="4358232"/>
                  <a:pt x="8145277" y="4357772"/>
                  <a:pt x="8145277" y="4357772"/>
                </a:cubicBezTo>
                <a:lnTo>
                  <a:pt x="8140745" y="4349891"/>
                </a:lnTo>
                <a:cubicBezTo>
                  <a:pt x="8140613" y="4349628"/>
                  <a:pt x="8140745" y="4349037"/>
                  <a:pt x="8140745" y="4349037"/>
                </a:cubicBezTo>
                <a:lnTo>
                  <a:pt x="8145277" y="4341156"/>
                </a:lnTo>
                <a:cubicBezTo>
                  <a:pt x="8145474" y="4340893"/>
                  <a:pt x="8146065" y="4340696"/>
                  <a:pt x="8146065" y="4340696"/>
                </a:cubicBezTo>
                <a:close/>
                <a:moveTo>
                  <a:pt x="7891684" y="4340696"/>
                </a:moveTo>
                <a:lnTo>
                  <a:pt x="7900748" y="4340696"/>
                </a:lnTo>
                <a:cubicBezTo>
                  <a:pt x="7901076" y="4340696"/>
                  <a:pt x="7901536" y="4341156"/>
                  <a:pt x="7901536" y="4341156"/>
                </a:cubicBezTo>
                <a:lnTo>
                  <a:pt x="7906067" y="4349037"/>
                </a:lnTo>
                <a:cubicBezTo>
                  <a:pt x="7906199" y="4349300"/>
                  <a:pt x="7906067" y="4349891"/>
                  <a:pt x="7906067" y="4349891"/>
                </a:cubicBezTo>
                <a:lnTo>
                  <a:pt x="7901536" y="4357772"/>
                </a:lnTo>
                <a:cubicBezTo>
                  <a:pt x="7901339" y="4358036"/>
                  <a:pt x="7900748" y="4358232"/>
                  <a:pt x="7900748" y="4358232"/>
                </a:cubicBezTo>
                <a:lnTo>
                  <a:pt x="7891684" y="4358232"/>
                </a:lnTo>
                <a:cubicBezTo>
                  <a:pt x="7891355" y="4358232"/>
                  <a:pt x="7890896" y="4357772"/>
                  <a:pt x="7890896" y="4357772"/>
                </a:cubicBezTo>
                <a:lnTo>
                  <a:pt x="7886363" y="4349891"/>
                </a:lnTo>
                <a:cubicBezTo>
                  <a:pt x="7886233" y="4349628"/>
                  <a:pt x="7886363" y="4349037"/>
                  <a:pt x="7886363" y="4349037"/>
                </a:cubicBezTo>
                <a:lnTo>
                  <a:pt x="7890896" y="4341156"/>
                </a:lnTo>
                <a:cubicBezTo>
                  <a:pt x="7891093" y="4340893"/>
                  <a:pt x="7891684" y="4340696"/>
                  <a:pt x="7891684" y="4340696"/>
                </a:cubicBezTo>
                <a:close/>
                <a:moveTo>
                  <a:pt x="7637304" y="4340696"/>
                </a:moveTo>
                <a:lnTo>
                  <a:pt x="7646367" y="4340696"/>
                </a:lnTo>
                <a:cubicBezTo>
                  <a:pt x="7646696" y="4340696"/>
                  <a:pt x="7647156" y="4341156"/>
                  <a:pt x="7647156" y="4341156"/>
                </a:cubicBezTo>
                <a:lnTo>
                  <a:pt x="7651687" y="4349037"/>
                </a:lnTo>
                <a:cubicBezTo>
                  <a:pt x="7651819" y="4349300"/>
                  <a:pt x="7651687" y="4349891"/>
                  <a:pt x="7651687" y="4349891"/>
                </a:cubicBezTo>
                <a:lnTo>
                  <a:pt x="7647156" y="4357772"/>
                </a:lnTo>
                <a:cubicBezTo>
                  <a:pt x="7646958" y="4358036"/>
                  <a:pt x="7646367" y="4358232"/>
                  <a:pt x="7646367" y="4358232"/>
                </a:cubicBezTo>
                <a:lnTo>
                  <a:pt x="7637304" y="4358232"/>
                </a:lnTo>
                <a:cubicBezTo>
                  <a:pt x="7636975" y="4358232"/>
                  <a:pt x="7636516" y="4357772"/>
                  <a:pt x="7636516" y="4357772"/>
                </a:cubicBezTo>
                <a:lnTo>
                  <a:pt x="7631983" y="4349891"/>
                </a:lnTo>
                <a:cubicBezTo>
                  <a:pt x="7631851" y="4349628"/>
                  <a:pt x="7631983" y="4349037"/>
                  <a:pt x="7631983" y="4349037"/>
                </a:cubicBezTo>
                <a:lnTo>
                  <a:pt x="7636516" y="4341156"/>
                </a:lnTo>
                <a:cubicBezTo>
                  <a:pt x="7636713" y="4340893"/>
                  <a:pt x="7637304" y="4340696"/>
                  <a:pt x="7637304" y="4340696"/>
                </a:cubicBezTo>
                <a:close/>
                <a:moveTo>
                  <a:pt x="7382923" y="4340696"/>
                </a:moveTo>
                <a:lnTo>
                  <a:pt x="7391987" y="4340696"/>
                </a:lnTo>
                <a:cubicBezTo>
                  <a:pt x="7392315" y="4340696"/>
                  <a:pt x="7392775" y="4341156"/>
                  <a:pt x="7392775" y="4341156"/>
                </a:cubicBezTo>
                <a:lnTo>
                  <a:pt x="7397307" y="4349037"/>
                </a:lnTo>
                <a:cubicBezTo>
                  <a:pt x="7397438" y="4349300"/>
                  <a:pt x="7397307" y="4349891"/>
                  <a:pt x="7397307" y="4349891"/>
                </a:cubicBezTo>
                <a:lnTo>
                  <a:pt x="7392775" y="4357772"/>
                </a:lnTo>
                <a:cubicBezTo>
                  <a:pt x="7392578" y="4358036"/>
                  <a:pt x="7391987" y="4358232"/>
                  <a:pt x="7391987" y="4358232"/>
                </a:cubicBezTo>
                <a:lnTo>
                  <a:pt x="7382923" y="4358232"/>
                </a:lnTo>
                <a:cubicBezTo>
                  <a:pt x="7382595" y="4358232"/>
                  <a:pt x="7382135" y="4357772"/>
                  <a:pt x="7382135" y="4357772"/>
                </a:cubicBezTo>
                <a:lnTo>
                  <a:pt x="7377602" y="4349891"/>
                </a:lnTo>
                <a:cubicBezTo>
                  <a:pt x="7377471" y="4349628"/>
                  <a:pt x="7377602" y="4349037"/>
                  <a:pt x="7377602" y="4349037"/>
                </a:cubicBezTo>
                <a:lnTo>
                  <a:pt x="7382135" y="4341156"/>
                </a:lnTo>
                <a:cubicBezTo>
                  <a:pt x="7382331" y="4340893"/>
                  <a:pt x="7382923" y="4340696"/>
                  <a:pt x="7382923" y="4340696"/>
                </a:cubicBezTo>
                <a:close/>
                <a:moveTo>
                  <a:pt x="7128477" y="4340696"/>
                </a:moveTo>
                <a:lnTo>
                  <a:pt x="7137540" y="4340696"/>
                </a:lnTo>
                <a:cubicBezTo>
                  <a:pt x="7137869" y="4340696"/>
                  <a:pt x="7138328" y="4341156"/>
                  <a:pt x="7138328" y="4341156"/>
                </a:cubicBezTo>
                <a:lnTo>
                  <a:pt x="7142860" y="4349037"/>
                </a:lnTo>
                <a:cubicBezTo>
                  <a:pt x="7142992" y="4349300"/>
                  <a:pt x="7142860" y="4349891"/>
                  <a:pt x="7142860" y="4349891"/>
                </a:cubicBezTo>
                <a:lnTo>
                  <a:pt x="7138328" y="4357772"/>
                </a:lnTo>
                <a:cubicBezTo>
                  <a:pt x="7138131" y="4358036"/>
                  <a:pt x="7137540" y="4358232"/>
                  <a:pt x="7137540" y="4358232"/>
                </a:cubicBezTo>
                <a:lnTo>
                  <a:pt x="7128477" y="4358232"/>
                </a:lnTo>
                <a:cubicBezTo>
                  <a:pt x="7128148" y="4358232"/>
                  <a:pt x="7127689" y="4357772"/>
                  <a:pt x="7127689" y="4357772"/>
                </a:cubicBezTo>
                <a:lnTo>
                  <a:pt x="7123156" y="4349891"/>
                </a:lnTo>
                <a:cubicBezTo>
                  <a:pt x="7123024" y="4349628"/>
                  <a:pt x="7123156" y="4349037"/>
                  <a:pt x="7123156" y="4349037"/>
                </a:cubicBezTo>
                <a:lnTo>
                  <a:pt x="7127689" y="4341156"/>
                </a:lnTo>
                <a:cubicBezTo>
                  <a:pt x="7127885" y="4340893"/>
                  <a:pt x="7128477" y="4340696"/>
                  <a:pt x="7128477" y="4340696"/>
                </a:cubicBezTo>
                <a:close/>
                <a:moveTo>
                  <a:pt x="6874095" y="4340696"/>
                </a:moveTo>
                <a:lnTo>
                  <a:pt x="6883159" y="4340696"/>
                </a:lnTo>
                <a:cubicBezTo>
                  <a:pt x="6883488" y="4340696"/>
                  <a:pt x="6883947" y="4341156"/>
                  <a:pt x="6883947" y="4341156"/>
                </a:cubicBezTo>
                <a:lnTo>
                  <a:pt x="6888480" y="4349037"/>
                </a:lnTo>
                <a:cubicBezTo>
                  <a:pt x="6888611" y="4349300"/>
                  <a:pt x="6888480" y="4349891"/>
                  <a:pt x="6888480" y="4349891"/>
                </a:cubicBezTo>
                <a:lnTo>
                  <a:pt x="6883947" y="4357772"/>
                </a:lnTo>
                <a:cubicBezTo>
                  <a:pt x="6883751" y="4358036"/>
                  <a:pt x="6883159" y="4358232"/>
                  <a:pt x="6883159" y="4358232"/>
                </a:cubicBezTo>
                <a:lnTo>
                  <a:pt x="6874095" y="4358232"/>
                </a:lnTo>
                <a:cubicBezTo>
                  <a:pt x="6873768" y="4358232"/>
                  <a:pt x="6873307" y="4357772"/>
                  <a:pt x="6873307" y="4357772"/>
                </a:cubicBezTo>
                <a:lnTo>
                  <a:pt x="6868775" y="4349891"/>
                </a:lnTo>
                <a:cubicBezTo>
                  <a:pt x="6868644" y="4349628"/>
                  <a:pt x="6868775" y="4349037"/>
                  <a:pt x="6868775" y="4349037"/>
                </a:cubicBezTo>
                <a:lnTo>
                  <a:pt x="6873307" y="4341156"/>
                </a:lnTo>
                <a:cubicBezTo>
                  <a:pt x="6873504" y="4340893"/>
                  <a:pt x="6874095" y="4340696"/>
                  <a:pt x="6874095" y="4340696"/>
                </a:cubicBezTo>
                <a:close/>
                <a:moveTo>
                  <a:pt x="6619714" y="4340696"/>
                </a:moveTo>
                <a:lnTo>
                  <a:pt x="6628778" y="4340696"/>
                </a:lnTo>
                <a:cubicBezTo>
                  <a:pt x="6629107" y="4340696"/>
                  <a:pt x="6629566" y="4341156"/>
                  <a:pt x="6629566" y="4341156"/>
                </a:cubicBezTo>
                <a:lnTo>
                  <a:pt x="6634099" y="4349037"/>
                </a:lnTo>
                <a:cubicBezTo>
                  <a:pt x="6634230" y="4349300"/>
                  <a:pt x="6634099" y="4349891"/>
                  <a:pt x="6634099" y="4349891"/>
                </a:cubicBezTo>
                <a:lnTo>
                  <a:pt x="6629566" y="4357772"/>
                </a:lnTo>
                <a:cubicBezTo>
                  <a:pt x="6629369" y="4358036"/>
                  <a:pt x="6628778" y="4358232"/>
                  <a:pt x="6628778" y="4358232"/>
                </a:cubicBezTo>
                <a:lnTo>
                  <a:pt x="6619714" y="4358232"/>
                </a:lnTo>
                <a:cubicBezTo>
                  <a:pt x="6619387" y="4358232"/>
                  <a:pt x="6618926" y="4357772"/>
                  <a:pt x="6618926" y="4357772"/>
                </a:cubicBezTo>
                <a:lnTo>
                  <a:pt x="6614394" y="4349891"/>
                </a:lnTo>
                <a:cubicBezTo>
                  <a:pt x="6614263" y="4349628"/>
                  <a:pt x="6614394" y="4349037"/>
                  <a:pt x="6614394" y="4349037"/>
                </a:cubicBezTo>
                <a:lnTo>
                  <a:pt x="6618926" y="4341156"/>
                </a:lnTo>
                <a:cubicBezTo>
                  <a:pt x="6619123" y="4340893"/>
                  <a:pt x="6619714" y="4340696"/>
                  <a:pt x="6619714" y="4340696"/>
                </a:cubicBezTo>
                <a:close/>
                <a:moveTo>
                  <a:pt x="6365334" y="4340696"/>
                </a:moveTo>
                <a:lnTo>
                  <a:pt x="6374397" y="4340696"/>
                </a:lnTo>
                <a:cubicBezTo>
                  <a:pt x="6374727" y="4340696"/>
                  <a:pt x="6375186" y="4341156"/>
                  <a:pt x="6375186" y="4341156"/>
                </a:cubicBezTo>
                <a:lnTo>
                  <a:pt x="6379718" y="4349037"/>
                </a:lnTo>
                <a:cubicBezTo>
                  <a:pt x="6379849" y="4349300"/>
                  <a:pt x="6379718" y="4349891"/>
                  <a:pt x="6379718" y="4349891"/>
                </a:cubicBezTo>
                <a:lnTo>
                  <a:pt x="6375186" y="4357772"/>
                </a:lnTo>
                <a:cubicBezTo>
                  <a:pt x="6374988" y="4358036"/>
                  <a:pt x="6374397" y="4358232"/>
                  <a:pt x="6374397" y="4358232"/>
                </a:cubicBezTo>
                <a:lnTo>
                  <a:pt x="6365334" y="4358232"/>
                </a:lnTo>
                <a:cubicBezTo>
                  <a:pt x="6365005" y="4358232"/>
                  <a:pt x="6364546" y="4357772"/>
                  <a:pt x="6364546" y="4357772"/>
                </a:cubicBezTo>
                <a:lnTo>
                  <a:pt x="6360014" y="4349891"/>
                </a:lnTo>
                <a:cubicBezTo>
                  <a:pt x="6359882" y="4349628"/>
                  <a:pt x="6360014" y="4349037"/>
                  <a:pt x="6360014" y="4349037"/>
                </a:cubicBezTo>
                <a:lnTo>
                  <a:pt x="6364546" y="4341156"/>
                </a:lnTo>
                <a:cubicBezTo>
                  <a:pt x="6364743" y="4340893"/>
                  <a:pt x="6365334" y="4340696"/>
                  <a:pt x="6365334" y="4340696"/>
                </a:cubicBezTo>
                <a:close/>
                <a:moveTo>
                  <a:pt x="6110888" y="4340696"/>
                </a:moveTo>
                <a:lnTo>
                  <a:pt x="6119953" y="4340696"/>
                </a:lnTo>
                <a:cubicBezTo>
                  <a:pt x="6120280" y="4340696"/>
                  <a:pt x="6120740" y="4341156"/>
                  <a:pt x="6120740" y="4341156"/>
                </a:cubicBezTo>
                <a:lnTo>
                  <a:pt x="6125272" y="4349037"/>
                </a:lnTo>
                <a:cubicBezTo>
                  <a:pt x="6125403" y="4349300"/>
                  <a:pt x="6125272" y="4349891"/>
                  <a:pt x="6125272" y="4349891"/>
                </a:cubicBezTo>
                <a:lnTo>
                  <a:pt x="6120740" y="4357772"/>
                </a:lnTo>
                <a:cubicBezTo>
                  <a:pt x="6120543" y="4358036"/>
                  <a:pt x="6119953" y="4358232"/>
                  <a:pt x="6119953" y="4358232"/>
                </a:cubicBezTo>
                <a:lnTo>
                  <a:pt x="6110888" y="4358232"/>
                </a:lnTo>
                <a:cubicBezTo>
                  <a:pt x="6110560" y="4358232"/>
                  <a:pt x="6110101" y="4357772"/>
                  <a:pt x="6110101" y="4357772"/>
                </a:cubicBezTo>
                <a:lnTo>
                  <a:pt x="6105567" y="4349891"/>
                </a:lnTo>
                <a:cubicBezTo>
                  <a:pt x="6105436" y="4349628"/>
                  <a:pt x="6105567" y="4349037"/>
                  <a:pt x="6105567" y="4349037"/>
                </a:cubicBezTo>
                <a:lnTo>
                  <a:pt x="6110101" y="4341156"/>
                </a:lnTo>
                <a:cubicBezTo>
                  <a:pt x="6110296" y="4340893"/>
                  <a:pt x="6110888" y="4340696"/>
                  <a:pt x="6110888" y="4340696"/>
                </a:cubicBezTo>
                <a:close/>
                <a:moveTo>
                  <a:pt x="5856508" y="4340696"/>
                </a:moveTo>
                <a:lnTo>
                  <a:pt x="5865571" y="4340696"/>
                </a:lnTo>
                <a:cubicBezTo>
                  <a:pt x="5865900" y="4340696"/>
                  <a:pt x="5866359" y="4341156"/>
                  <a:pt x="5866359" y="4341156"/>
                </a:cubicBezTo>
                <a:lnTo>
                  <a:pt x="5870891" y="4349037"/>
                </a:lnTo>
                <a:cubicBezTo>
                  <a:pt x="5871023" y="4349300"/>
                  <a:pt x="5870891" y="4349891"/>
                  <a:pt x="5870891" y="4349891"/>
                </a:cubicBezTo>
                <a:lnTo>
                  <a:pt x="5866359" y="4357772"/>
                </a:lnTo>
                <a:cubicBezTo>
                  <a:pt x="5866163" y="4358036"/>
                  <a:pt x="5865571" y="4358232"/>
                  <a:pt x="5865571" y="4358232"/>
                </a:cubicBezTo>
                <a:lnTo>
                  <a:pt x="5856508" y="4358232"/>
                </a:lnTo>
                <a:cubicBezTo>
                  <a:pt x="5856178" y="4358232"/>
                  <a:pt x="5855720" y="4357772"/>
                  <a:pt x="5855720" y="4357772"/>
                </a:cubicBezTo>
                <a:lnTo>
                  <a:pt x="5851187" y="4349891"/>
                </a:lnTo>
                <a:cubicBezTo>
                  <a:pt x="5851055" y="4349628"/>
                  <a:pt x="5851187" y="4349037"/>
                  <a:pt x="5851187" y="4349037"/>
                </a:cubicBezTo>
                <a:lnTo>
                  <a:pt x="5855720" y="4341156"/>
                </a:lnTo>
                <a:cubicBezTo>
                  <a:pt x="5855916" y="4340893"/>
                  <a:pt x="5856508" y="4340696"/>
                  <a:pt x="5856508" y="4340696"/>
                </a:cubicBezTo>
                <a:close/>
                <a:moveTo>
                  <a:pt x="5602126" y="4340696"/>
                </a:moveTo>
                <a:lnTo>
                  <a:pt x="5611191" y="4340696"/>
                </a:lnTo>
                <a:cubicBezTo>
                  <a:pt x="5611519" y="4340696"/>
                  <a:pt x="5611979" y="4341156"/>
                  <a:pt x="5611979" y="4341156"/>
                </a:cubicBezTo>
                <a:lnTo>
                  <a:pt x="5616511" y="4349037"/>
                </a:lnTo>
                <a:cubicBezTo>
                  <a:pt x="5616642" y="4349300"/>
                  <a:pt x="5616511" y="4349891"/>
                  <a:pt x="5616511" y="4349891"/>
                </a:cubicBezTo>
                <a:lnTo>
                  <a:pt x="5611979" y="4357772"/>
                </a:lnTo>
                <a:cubicBezTo>
                  <a:pt x="5611782" y="4358036"/>
                  <a:pt x="5611191" y="4358232"/>
                  <a:pt x="5611191" y="4358232"/>
                </a:cubicBezTo>
                <a:lnTo>
                  <a:pt x="5602126" y="4358232"/>
                </a:lnTo>
                <a:cubicBezTo>
                  <a:pt x="5601798" y="4358232"/>
                  <a:pt x="5601338" y="4357772"/>
                  <a:pt x="5601338" y="4357772"/>
                </a:cubicBezTo>
                <a:lnTo>
                  <a:pt x="5596807" y="4349891"/>
                </a:lnTo>
                <a:cubicBezTo>
                  <a:pt x="5596675" y="4349628"/>
                  <a:pt x="5596807" y="4349037"/>
                  <a:pt x="5596807" y="4349037"/>
                </a:cubicBezTo>
                <a:lnTo>
                  <a:pt x="5601338" y="4341156"/>
                </a:lnTo>
                <a:cubicBezTo>
                  <a:pt x="5601536" y="4340893"/>
                  <a:pt x="5602126" y="4340696"/>
                  <a:pt x="5602126" y="4340696"/>
                </a:cubicBezTo>
                <a:close/>
                <a:moveTo>
                  <a:pt x="5347746" y="4340696"/>
                </a:moveTo>
                <a:lnTo>
                  <a:pt x="5356810" y="4340696"/>
                </a:lnTo>
                <a:cubicBezTo>
                  <a:pt x="5357138" y="4340696"/>
                  <a:pt x="5357598" y="4341156"/>
                  <a:pt x="5357598" y="4341156"/>
                </a:cubicBezTo>
                <a:lnTo>
                  <a:pt x="5362130" y="4349037"/>
                </a:lnTo>
                <a:cubicBezTo>
                  <a:pt x="5362261" y="4349300"/>
                  <a:pt x="5362130" y="4349891"/>
                  <a:pt x="5362130" y="4349891"/>
                </a:cubicBezTo>
                <a:lnTo>
                  <a:pt x="5357598" y="4357772"/>
                </a:lnTo>
                <a:cubicBezTo>
                  <a:pt x="5357401" y="4358036"/>
                  <a:pt x="5356810" y="4358232"/>
                  <a:pt x="5356810" y="4358232"/>
                </a:cubicBezTo>
                <a:lnTo>
                  <a:pt x="5347746" y="4358232"/>
                </a:lnTo>
                <a:cubicBezTo>
                  <a:pt x="5347418" y="4358232"/>
                  <a:pt x="5346958" y="4357772"/>
                  <a:pt x="5346958" y="4357772"/>
                </a:cubicBezTo>
                <a:lnTo>
                  <a:pt x="5342425" y="4349891"/>
                </a:lnTo>
                <a:cubicBezTo>
                  <a:pt x="5342295" y="4349628"/>
                  <a:pt x="5342425" y="4349037"/>
                  <a:pt x="5342425" y="4349037"/>
                </a:cubicBezTo>
                <a:lnTo>
                  <a:pt x="5346958" y="4341156"/>
                </a:lnTo>
                <a:cubicBezTo>
                  <a:pt x="5347154" y="4340893"/>
                  <a:pt x="5347746" y="4340696"/>
                  <a:pt x="5347746" y="4340696"/>
                </a:cubicBezTo>
                <a:close/>
                <a:moveTo>
                  <a:pt x="5093300" y="4340696"/>
                </a:moveTo>
                <a:lnTo>
                  <a:pt x="5102364" y="4340696"/>
                </a:lnTo>
                <a:cubicBezTo>
                  <a:pt x="5102693" y="4340696"/>
                  <a:pt x="5103153" y="4341156"/>
                  <a:pt x="5103153" y="4341156"/>
                </a:cubicBezTo>
                <a:lnTo>
                  <a:pt x="5107684" y="4349037"/>
                </a:lnTo>
                <a:cubicBezTo>
                  <a:pt x="5107815" y="4349300"/>
                  <a:pt x="5107684" y="4349891"/>
                  <a:pt x="5107684" y="4349891"/>
                </a:cubicBezTo>
                <a:lnTo>
                  <a:pt x="5103153" y="4357772"/>
                </a:lnTo>
                <a:cubicBezTo>
                  <a:pt x="5102955" y="4358036"/>
                  <a:pt x="5102364" y="4358232"/>
                  <a:pt x="5102364" y="4358232"/>
                </a:cubicBezTo>
                <a:lnTo>
                  <a:pt x="5093300" y="4358232"/>
                </a:lnTo>
                <a:cubicBezTo>
                  <a:pt x="5092972" y="4358232"/>
                  <a:pt x="5092512" y="4357772"/>
                  <a:pt x="5092512" y="4357772"/>
                </a:cubicBezTo>
                <a:lnTo>
                  <a:pt x="5087979" y="4349891"/>
                </a:lnTo>
                <a:cubicBezTo>
                  <a:pt x="5087848" y="4349628"/>
                  <a:pt x="5087979" y="4349037"/>
                  <a:pt x="5087979" y="4349037"/>
                </a:cubicBezTo>
                <a:lnTo>
                  <a:pt x="5092512" y="4341156"/>
                </a:lnTo>
                <a:cubicBezTo>
                  <a:pt x="5092708" y="4340893"/>
                  <a:pt x="5093300" y="4340696"/>
                  <a:pt x="5093300" y="4340696"/>
                </a:cubicBezTo>
                <a:close/>
                <a:moveTo>
                  <a:pt x="4838919" y="4340696"/>
                </a:moveTo>
                <a:lnTo>
                  <a:pt x="4847982" y="4340696"/>
                </a:lnTo>
                <a:cubicBezTo>
                  <a:pt x="4848311" y="4340696"/>
                  <a:pt x="4848772" y="4341156"/>
                  <a:pt x="4848772" y="4341156"/>
                </a:cubicBezTo>
                <a:lnTo>
                  <a:pt x="4853303" y="4349037"/>
                </a:lnTo>
                <a:cubicBezTo>
                  <a:pt x="4853435" y="4349300"/>
                  <a:pt x="4853303" y="4349891"/>
                  <a:pt x="4853303" y="4349891"/>
                </a:cubicBezTo>
                <a:lnTo>
                  <a:pt x="4848772" y="4357772"/>
                </a:lnTo>
                <a:cubicBezTo>
                  <a:pt x="4848575" y="4358036"/>
                  <a:pt x="4847982" y="4358232"/>
                  <a:pt x="4847982" y="4358232"/>
                </a:cubicBezTo>
                <a:lnTo>
                  <a:pt x="4838919" y="4358232"/>
                </a:lnTo>
                <a:cubicBezTo>
                  <a:pt x="4838590" y="4358232"/>
                  <a:pt x="4838132" y="4357772"/>
                  <a:pt x="4838132" y="4357772"/>
                </a:cubicBezTo>
                <a:lnTo>
                  <a:pt x="4833598" y="4349891"/>
                </a:lnTo>
                <a:cubicBezTo>
                  <a:pt x="4833467" y="4349628"/>
                  <a:pt x="4833598" y="4349037"/>
                  <a:pt x="4833598" y="4349037"/>
                </a:cubicBezTo>
                <a:lnTo>
                  <a:pt x="4838132" y="4341156"/>
                </a:lnTo>
                <a:cubicBezTo>
                  <a:pt x="4838328" y="4340893"/>
                  <a:pt x="4838919" y="4340696"/>
                  <a:pt x="4838919" y="4340696"/>
                </a:cubicBezTo>
                <a:close/>
                <a:moveTo>
                  <a:pt x="4584538" y="4340696"/>
                </a:moveTo>
                <a:lnTo>
                  <a:pt x="4593603" y="4340696"/>
                </a:lnTo>
                <a:cubicBezTo>
                  <a:pt x="4593932" y="4340696"/>
                  <a:pt x="4594390" y="4341156"/>
                  <a:pt x="4594390" y="4341156"/>
                </a:cubicBezTo>
                <a:lnTo>
                  <a:pt x="4598922" y="4349037"/>
                </a:lnTo>
                <a:cubicBezTo>
                  <a:pt x="4599054" y="4349300"/>
                  <a:pt x="4598922" y="4349891"/>
                  <a:pt x="4598922" y="4349891"/>
                </a:cubicBezTo>
                <a:lnTo>
                  <a:pt x="4594390" y="4357772"/>
                </a:lnTo>
                <a:cubicBezTo>
                  <a:pt x="4594193" y="4358036"/>
                  <a:pt x="4593603" y="4358232"/>
                  <a:pt x="4593603" y="4358232"/>
                </a:cubicBezTo>
                <a:lnTo>
                  <a:pt x="4584538" y="4358232"/>
                </a:lnTo>
                <a:cubicBezTo>
                  <a:pt x="4584210" y="4358232"/>
                  <a:pt x="4583749" y="4357772"/>
                  <a:pt x="4583749" y="4357772"/>
                </a:cubicBezTo>
                <a:lnTo>
                  <a:pt x="4579218" y="4349891"/>
                </a:lnTo>
                <a:cubicBezTo>
                  <a:pt x="4579087" y="4349628"/>
                  <a:pt x="4579218" y="4349037"/>
                  <a:pt x="4579218" y="4349037"/>
                </a:cubicBezTo>
                <a:lnTo>
                  <a:pt x="4583749" y="4341156"/>
                </a:lnTo>
                <a:cubicBezTo>
                  <a:pt x="4583948" y="4340893"/>
                  <a:pt x="4584538" y="4340696"/>
                  <a:pt x="4584538" y="4340696"/>
                </a:cubicBezTo>
                <a:close/>
                <a:moveTo>
                  <a:pt x="4330157" y="4340696"/>
                </a:moveTo>
                <a:lnTo>
                  <a:pt x="4339222" y="4340696"/>
                </a:lnTo>
                <a:cubicBezTo>
                  <a:pt x="4339550" y="4340696"/>
                  <a:pt x="4340010" y="4341156"/>
                  <a:pt x="4340010" y="4341156"/>
                </a:cubicBezTo>
                <a:lnTo>
                  <a:pt x="4344540" y="4349037"/>
                </a:lnTo>
                <a:cubicBezTo>
                  <a:pt x="4344672" y="4349300"/>
                  <a:pt x="4344540" y="4349891"/>
                  <a:pt x="4344540" y="4349891"/>
                </a:cubicBezTo>
                <a:lnTo>
                  <a:pt x="4340010" y="4357772"/>
                </a:lnTo>
                <a:cubicBezTo>
                  <a:pt x="4339812" y="4358036"/>
                  <a:pt x="4339222" y="4358232"/>
                  <a:pt x="4339222" y="4358232"/>
                </a:cubicBezTo>
                <a:lnTo>
                  <a:pt x="4330157" y="4358232"/>
                </a:lnTo>
                <a:cubicBezTo>
                  <a:pt x="4329829" y="4358232"/>
                  <a:pt x="4329369" y="4357772"/>
                  <a:pt x="4329369" y="4357772"/>
                </a:cubicBezTo>
                <a:lnTo>
                  <a:pt x="4324836" y="4349891"/>
                </a:lnTo>
                <a:cubicBezTo>
                  <a:pt x="4324706" y="4349628"/>
                  <a:pt x="4324836" y="4349037"/>
                  <a:pt x="4324836" y="4349037"/>
                </a:cubicBezTo>
                <a:lnTo>
                  <a:pt x="4329369" y="4341156"/>
                </a:lnTo>
                <a:cubicBezTo>
                  <a:pt x="4329565" y="4340893"/>
                  <a:pt x="4330157" y="4340696"/>
                  <a:pt x="4330157" y="4340696"/>
                </a:cubicBezTo>
                <a:close/>
                <a:moveTo>
                  <a:pt x="4075847" y="4340696"/>
                </a:moveTo>
                <a:lnTo>
                  <a:pt x="4084912" y="4340696"/>
                </a:lnTo>
                <a:cubicBezTo>
                  <a:pt x="4085240" y="4340696"/>
                  <a:pt x="4085699" y="4341156"/>
                  <a:pt x="4085699" y="4341156"/>
                </a:cubicBezTo>
                <a:lnTo>
                  <a:pt x="4090232" y="4349037"/>
                </a:lnTo>
                <a:cubicBezTo>
                  <a:pt x="4090364" y="4349300"/>
                  <a:pt x="4090232" y="4349891"/>
                  <a:pt x="4090232" y="4349891"/>
                </a:cubicBezTo>
                <a:lnTo>
                  <a:pt x="4085699" y="4357772"/>
                </a:lnTo>
                <a:cubicBezTo>
                  <a:pt x="4085502" y="4358036"/>
                  <a:pt x="4084912" y="4358232"/>
                  <a:pt x="4084912" y="4358232"/>
                </a:cubicBezTo>
                <a:lnTo>
                  <a:pt x="4075847" y="4358232"/>
                </a:lnTo>
                <a:cubicBezTo>
                  <a:pt x="4075519" y="4358232"/>
                  <a:pt x="4075060" y="4357772"/>
                  <a:pt x="4075060" y="4357772"/>
                </a:cubicBezTo>
                <a:lnTo>
                  <a:pt x="4070526" y="4349891"/>
                </a:lnTo>
                <a:cubicBezTo>
                  <a:pt x="4070395" y="4349628"/>
                  <a:pt x="4070526" y="4349037"/>
                  <a:pt x="4070526" y="4349037"/>
                </a:cubicBezTo>
                <a:lnTo>
                  <a:pt x="4075060" y="4341156"/>
                </a:lnTo>
                <a:cubicBezTo>
                  <a:pt x="4075256" y="4340893"/>
                  <a:pt x="4075847" y="4340696"/>
                  <a:pt x="4075847" y="4340696"/>
                </a:cubicBezTo>
                <a:close/>
                <a:moveTo>
                  <a:pt x="3821622" y="4340696"/>
                </a:moveTo>
                <a:lnTo>
                  <a:pt x="3830689" y="4340696"/>
                </a:lnTo>
                <a:cubicBezTo>
                  <a:pt x="3831016" y="4340696"/>
                  <a:pt x="3831475" y="4341156"/>
                  <a:pt x="3831475" y="4341156"/>
                </a:cubicBezTo>
                <a:lnTo>
                  <a:pt x="3836008" y="4349037"/>
                </a:lnTo>
                <a:cubicBezTo>
                  <a:pt x="3836139" y="4349300"/>
                  <a:pt x="3836008" y="4349891"/>
                  <a:pt x="3836008" y="4349891"/>
                </a:cubicBezTo>
                <a:lnTo>
                  <a:pt x="3831475" y="4357772"/>
                </a:lnTo>
                <a:cubicBezTo>
                  <a:pt x="3831279" y="4358036"/>
                  <a:pt x="3830689" y="4358232"/>
                  <a:pt x="3830689" y="4358232"/>
                </a:cubicBezTo>
                <a:lnTo>
                  <a:pt x="3821622" y="4358232"/>
                </a:lnTo>
                <a:cubicBezTo>
                  <a:pt x="3821294" y="4358232"/>
                  <a:pt x="3820834" y="4357772"/>
                  <a:pt x="3820834" y="4357772"/>
                </a:cubicBezTo>
                <a:lnTo>
                  <a:pt x="3816300" y="4349891"/>
                </a:lnTo>
                <a:cubicBezTo>
                  <a:pt x="3816169" y="4349628"/>
                  <a:pt x="3816300" y="4349037"/>
                  <a:pt x="3816300" y="4349037"/>
                </a:cubicBezTo>
                <a:lnTo>
                  <a:pt x="3820834" y="4341156"/>
                </a:lnTo>
                <a:cubicBezTo>
                  <a:pt x="3821032" y="4340893"/>
                  <a:pt x="3821622" y="4340696"/>
                  <a:pt x="3821622" y="4340696"/>
                </a:cubicBezTo>
                <a:close/>
                <a:moveTo>
                  <a:pt x="3566979" y="4340696"/>
                </a:moveTo>
                <a:lnTo>
                  <a:pt x="3576043" y="4340696"/>
                </a:lnTo>
                <a:cubicBezTo>
                  <a:pt x="3576371" y="4340696"/>
                  <a:pt x="3576831" y="4341156"/>
                  <a:pt x="3576831" y="4341156"/>
                </a:cubicBezTo>
                <a:lnTo>
                  <a:pt x="3581362" y="4349037"/>
                </a:lnTo>
                <a:cubicBezTo>
                  <a:pt x="3581494" y="4349300"/>
                  <a:pt x="3581362" y="4349891"/>
                  <a:pt x="3581362" y="4349891"/>
                </a:cubicBezTo>
                <a:lnTo>
                  <a:pt x="3576831" y="4357772"/>
                </a:lnTo>
                <a:cubicBezTo>
                  <a:pt x="3576634" y="4358036"/>
                  <a:pt x="3576043" y="4358232"/>
                  <a:pt x="3576043" y="4358232"/>
                </a:cubicBezTo>
                <a:lnTo>
                  <a:pt x="3566979" y="4358232"/>
                </a:lnTo>
                <a:cubicBezTo>
                  <a:pt x="3566651" y="4358232"/>
                  <a:pt x="3566191" y="4357772"/>
                  <a:pt x="3566191" y="4357772"/>
                </a:cubicBezTo>
                <a:lnTo>
                  <a:pt x="3561658" y="4349891"/>
                </a:lnTo>
                <a:cubicBezTo>
                  <a:pt x="3561527" y="4349628"/>
                  <a:pt x="3561658" y="4349037"/>
                  <a:pt x="3561658" y="4349037"/>
                </a:cubicBezTo>
                <a:lnTo>
                  <a:pt x="3566191" y="4341156"/>
                </a:lnTo>
                <a:cubicBezTo>
                  <a:pt x="3566388" y="4340893"/>
                  <a:pt x="3566979" y="4340696"/>
                  <a:pt x="3566979" y="4340696"/>
                </a:cubicBezTo>
                <a:close/>
                <a:moveTo>
                  <a:pt x="3312773" y="4340696"/>
                </a:moveTo>
                <a:lnTo>
                  <a:pt x="3321836" y="4340696"/>
                </a:lnTo>
                <a:cubicBezTo>
                  <a:pt x="3322164" y="4340696"/>
                  <a:pt x="3322625" y="4341156"/>
                  <a:pt x="3322625" y="4341156"/>
                </a:cubicBezTo>
                <a:lnTo>
                  <a:pt x="3327157" y="4349037"/>
                </a:lnTo>
                <a:cubicBezTo>
                  <a:pt x="3327288" y="4349300"/>
                  <a:pt x="3327157" y="4349891"/>
                  <a:pt x="3327157" y="4349891"/>
                </a:cubicBezTo>
                <a:lnTo>
                  <a:pt x="3322625" y="4357772"/>
                </a:lnTo>
                <a:cubicBezTo>
                  <a:pt x="3322428" y="4358036"/>
                  <a:pt x="3321836" y="4358232"/>
                  <a:pt x="3321836" y="4358232"/>
                </a:cubicBezTo>
                <a:lnTo>
                  <a:pt x="3312773" y="4358232"/>
                </a:lnTo>
                <a:cubicBezTo>
                  <a:pt x="3312445" y="4358232"/>
                  <a:pt x="3311985" y="4357772"/>
                  <a:pt x="3311985" y="4357772"/>
                </a:cubicBezTo>
                <a:lnTo>
                  <a:pt x="3307451" y="4349891"/>
                </a:lnTo>
                <a:cubicBezTo>
                  <a:pt x="3307320" y="4349628"/>
                  <a:pt x="3307451" y="4349037"/>
                  <a:pt x="3307451" y="4349037"/>
                </a:cubicBezTo>
                <a:lnTo>
                  <a:pt x="3311985" y="4341156"/>
                </a:lnTo>
                <a:cubicBezTo>
                  <a:pt x="3312180" y="4340893"/>
                  <a:pt x="3312773" y="4340696"/>
                  <a:pt x="3312773" y="4340696"/>
                </a:cubicBezTo>
                <a:close/>
                <a:moveTo>
                  <a:pt x="3058290" y="4340696"/>
                </a:moveTo>
                <a:lnTo>
                  <a:pt x="3067355" y="4340696"/>
                </a:lnTo>
                <a:cubicBezTo>
                  <a:pt x="3067683" y="4340696"/>
                  <a:pt x="3068143" y="4341156"/>
                  <a:pt x="3068143" y="4341156"/>
                </a:cubicBezTo>
                <a:lnTo>
                  <a:pt x="3072676" y="4349037"/>
                </a:lnTo>
                <a:cubicBezTo>
                  <a:pt x="3072806" y="4349300"/>
                  <a:pt x="3072676" y="4349891"/>
                  <a:pt x="3072676" y="4349891"/>
                </a:cubicBezTo>
                <a:lnTo>
                  <a:pt x="3068143" y="4357772"/>
                </a:lnTo>
                <a:cubicBezTo>
                  <a:pt x="3067945" y="4358036"/>
                  <a:pt x="3067355" y="4358232"/>
                  <a:pt x="3067355" y="4358232"/>
                </a:cubicBezTo>
                <a:lnTo>
                  <a:pt x="3058290" y="4358232"/>
                </a:lnTo>
                <a:cubicBezTo>
                  <a:pt x="3057961" y="4358232"/>
                  <a:pt x="3057501" y="4357772"/>
                  <a:pt x="3057501" y="4357772"/>
                </a:cubicBezTo>
                <a:lnTo>
                  <a:pt x="3052970" y="4349891"/>
                </a:lnTo>
                <a:cubicBezTo>
                  <a:pt x="3052839" y="4349628"/>
                  <a:pt x="3052970" y="4349037"/>
                  <a:pt x="3052970" y="4349037"/>
                </a:cubicBezTo>
                <a:lnTo>
                  <a:pt x="3057501" y="4341156"/>
                </a:lnTo>
                <a:cubicBezTo>
                  <a:pt x="3057701" y="4340893"/>
                  <a:pt x="3058290" y="4340696"/>
                  <a:pt x="3058290" y="4340696"/>
                </a:cubicBezTo>
                <a:close/>
                <a:moveTo>
                  <a:pt x="2803829" y="4340696"/>
                </a:moveTo>
                <a:lnTo>
                  <a:pt x="2812894" y="4340696"/>
                </a:lnTo>
                <a:cubicBezTo>
                  <a:pt x="2813222" y="4340696"/>
                  <a:pt x="2813682" y="4341156"/>
                  <a:pt x="2813682" y="4341156"/>
                </a:cubicBezTo>
                <a:lnTo>
                  <a:pt x="2818213" y="4349037"/>
                </a:lnTo>
                <a:cubicBezTo>
                  <a:pt x="2818344" y="4349300"/>
                  <a:pt x="2818213" y="4349891"/>
                  <a:pt x="2818213" y="4349891"/>
                </a:cubicBezTo>
                <a:lnTo>
                  <a:pt x="2813682" y="4357772"/>
                </a:lnTo>
                <a:cubicBezTo>
                  <a:pt x="2813485" y="4358036"/>
                  <a:pt x="2812894" y="4358232"/>
                  <a:pt x="2812894" y="4358232"/>
                </a:cubicBezTo>
                <a:lnTo>
                  <a:pt x="2803829" y="4358232"/>
                </a:lnTo>
                <a:cubicBezTo>
                  <a:pt x="2803501" y="4358232"/>
                  <a:pt x="2803041" y="4357772"/>
                  <a:pt x="2803041" y="4357772"/>
                </a:cubicBezTo>
                <a:lnTo>
                  <a:pt x="2798509" y="4349891"/>
                </a:lnTo>
                <a:cubicBezTo>
                  <a:pt x="2798377" y="4349628"/>
                  <a:pt x="2798509" y="4349037"/>
                  <a:pt x="2798509" y="4349037"/>
                </a:cubicBezTo>
                <a:lnTo>
                  <a:pt x="2803041" y="4341156"/>
                </a:lnTo>
                <a:cubicBezTo>
                  <a:pt x="2803238" y="4340893"/>
                  <a:pt x="2803829" y="4340696"/>
                  <a:pt x="2803829" y="4340696"/>
                </a:cubicBezTo>
                <a:close/>
                <a:moveTo>
                  <a:pt x="2549448" y="4340696"/>
                </a:moveTo>
                <a:lnTo>
                  <a:pt x="2558512" y="4340696"/>
                </a:lnTo>
                <a:cubicBezTo>
                  <a:pt x="2558841" y="4340696"/>
                  <a:pt x="2559300" y="4341156"/>
                  <a:pt x="2559300" y="4341156"/>
                </a:cubicBezTo>
                <a:lnTo>
                  <a:pt x="2563833" y="4349037"/>
                </a:lnTo>
                <a:cubicBezTo>
                  <a:pt x="2563965" y="4349300"/>
                  <a:pt x="2563833" y="4349891"/>
                  <a:pt x="2563833" y="4349891"/>
                </a:cubicBezTo>
                <a:lnTo>
                  <a:pt x="2559300" y="4357772"/>
                </a:lnTo>
                <a:cubicBezTo>
                  <a:pt x="2559103" y="4358036"/>
                  <a:pt x="2558512" y="4358232"/>
                  <a:pt x="2558512" y="4358232"/>
                </a:cubicBezTo>
                <a:lnTo>
                  <a:pt x="2549448" y="4358232"/>
                </a:lnTo>
                <a:cubicBezTo>
                  <a:pt x="2549121" y="4358232"/>
                  <a:pt x="2548659" y="4357772"/>
                  <a:pt x="2548659" y="4357772"/>
                </a:cubicBezTo>
                <a:lnTo>
                  <a:pt x="2544127" y="4349891"/>
                </a:lnTo>
                <a:cubicBezTo>
                  <a:pt x="2543996" y="4349628"/>
                  <a:pt x="2544127" y="4349037"/>
                  <a:pt x="2544127" y="4349037"/>
                </a:cubicBezTo>
                <a:lnTo>
                  <a:pt x="2548659" y="4341156"/>
                </a:lnTo>
                <a:cubicBezTo>
                  <a:pt x="2548856" y="4340893"/>
                  <a:pt x="2549448" y="4340696"/>
                  <a:pt x="2549448" y="4340696"/>
                </a:cubicBezTo>
                <a:close/>
                <a:moveTo>
                  <a:pt x="2295044" y="4340696"/>
                </a:moveTo>
                <a:lnTo>
                  <a:pt x="2304108" y="4340696"/>
                </a:lnTo>
                <a:cubicBezTo>
                  <a:pt x="2304438" y="4340696"/>
                  <a:pt x="2304898" y="4341156"/>
                  <a:pt x="2304898" y="4341156"/>
                </a:cubicBezTo>
                <a:lnTo>
                  <a:pt x="2309429" y="4349037"/>
                </a:lnTo>
                <a:cubicBezTo>
                  <a:pt x="2309560" y="4349300"/>
                  <a:pt x="2309429" y="4349891"/>
                  <a:pt x="2309429" y="4349891"/>
                </a:cubicBezTo>
                <a:lnTo>
                  <a:pt x="2304898" y="4357772"/>
                </a:lnTo>
                <a:cubicBezTo>
                  <a:pt x="2304701" y="4358036"/>
                  <a:pt x="2304108" y="4358232"/>
                  <a:pt x="2304108" y="4358232"/>
                </a:cubicBezTo>
                <a:lnTo>
                  <a:pt x="2295044" y="4358232"/>
                </a:lnTo>
                <a:cubicBezTo>
                  <a:pt x="2294717" y="4358232"/>
                  <a:pt x="2294256" y="4357772"/>
                  <a:pt x="2294256" y="4357772"/>
                </a:cubicBezTo>
                <a:lnTo>
                  <a:pt x="2289724" y="4349891"/>
                </a:lnTo>
                <a:cubicBezTo>
                  <a:pt x="2289593" y="4349628"/>
                  <a:pt x="2289724" y="4349037"/>
                  <a:pt x="2289724" y="4349037"/>
                </a:cubicBezTo>
                <a:lnTo>
                  <a:pt x="2294256" y="4341156"/>
                </a:lnTo>
                <a:cubicBezTo>
                  <a:pt x="2294453" y="4340893"/>
                  <a:pt x="2295044" y="4340696"/>
                  <a:pt x="2295044" y="4340696"/>
                </a:cubicBezTo>
                <a:close/>
                <a:moveTo>
                  <a:pt x="2040630" y="4340696"/>
                </a:moveTo>
                <a:lnTo>
                  <a:pt x="2049694" y="4340696"/>
                </a:lnTo>
                <a:cubicBezTo>
                  <a:pt x="2050022" y="4340696"/>
                  <a:pt x="2050482" y="4341156"/>
                  <a:pt x="2050482" y="4341156"/>
                </a:cubicBezTo>
                <a:lnTo>
                  <a:pt x="2055014" y="4349037"/>
                </a:lnTo>
                <a:cubicBezTo>
                  <a:pt x="2055145" y="4349300"/>
                  <a:pt x="2055014" y="4349891"/>
                  <a:pt x="2055014" y="4349891"/>
                </a:cubicBezTo>
                <a:lnTo>
                  <a:pt x="2050482" y="4357772"/>
                </a:lnTo>
                <a:cubicBezTo>
                  <a:pt x="2050285" y="4358036"/>
                  <a:pt x="2049694" y="4358232"/>
                  <a:pt x="2049694" y="4358232"/>
                </a:cubicBezTo>
                <a:lnTo>
                  <a:pt x="2040630" y="4358232"/>
                </a:lnTo>
                <a:cubicBezTo>
                  <a:pt x="2040301" y="4358232"/>
                  <a:pt x="2039842" y="4357772"/>
                  <a:pt x="2039842" y="4357772"/>
                </a:cubicBezTo>
                <a:lnTo>
                  <a:pt x="2035309" y="4349891"/>
                </a:lnTo>
                <a:cubicBezTo>
                  <a:pt x="2035178" y="4349628"/>
                  <a:pt x="2035309" y="4349037"/>
                  <a:pt x="2035309" y="4349037"/>
                </a:cubicBezTo>
                <a:lnTo>
                  <a:pt x="2039842" y="4341156"/>
                </a:lnTo>
                <a:cubicBezTo>
                  <a:pt x="2040039" y="4340893"/>
                  <a:pt x="2040630" y="4340696"/>
                  <a:pt x="2040630" y="4340696"/>
                </a:cubicBezTo>
                <a:close/>
                <a:moveTo>
                  <a:pt x="1786207" y="4340696"/>
                </a:moveTo>
                <a:lnTo>
                  <a:pt x="1795272" y="4340696"/>
                </a:lnTo>
                <a:cubicBezTo>
                  <a:pt x="1795600" y="4340696"/>
                  <a:pt x="1796061" y="4341156"/>
                  <a:pt x="1796061" y="4341156"/>
                </a:cubicBezTo>
                <a:lnTo>
                  <a:pt x="1800593" y="4349037"/>
                </a:lnTo>
                <a:cubicBezTo>
                  <a:pt x="1800724" y="4349300"/>
                  <a:pt x="1800593" y="4349891"/>
                  <a:pt x="1800593" y="4349891"/>
                </a:cubicBezTo>
                <a:lnTo>
                  <a:pt x="1796061" y="4357772"/>
                </a:lnTo>
                <a:cubicBezTo>
                  <a:pt x="1795864" y="4358036"/>
                  <a:pt x="1795272" y="4358232"/>
                  <a:pt x="1795272" y="4358232"/>
                </a:cubicBezTo>
                <a:lnTo>
                  <a:pt x="1786207" y="4358232"/>
                </a:lnTo>
                <a:cubicBezTo>
                  <a:pt x="1785880" y="4358232"/>
                  <a:pt x="1785419" y="4357772"/>
                  <a:pt x="1785419" y="4357772"/>
                </a:cubicBezTo>
                <a:lnTo>
                  <a:pt x="1780888" y="4349891"/>
                </a:lnTo>
                <a:cubicBezTo>
                  <a:pt x="1780757" y="4349628"/>
                  <a:pt x="1780888" y="4349037"/>
                  <a:pt x="1780888" y="4349037"/>
                </a:cubicBezTo>
                <a:lnTo>
                  <a:pt x="1785419" y="4341156"/>
                </a:lnTo>
                <a:cubicBezTo>
                  <a:pt x="1785616" y="4340893"/>
                  <a:pt x="1786207" y="4340696"/>
                  <a:pt x="1786207" y="4340696"/>
                </a:cubicBezTo>
                <a:close/>
                <a:moveTo>
                  <a:pt x="1531944" y="4340696"/>
                </a:moveTo>
                <a:lnTo>
                  <a:pt x="1541009" y="4340696"/>
                </a:lnTo>
                <a:cubicBezTo>
                  <a:pt x="1541336" y="4340696"/>
                  <a:pt x="1541796" y="4341156"/>
                  <a:pt x="1541796" y="4341156"/>
                </a:cubicBezTo>
                <a:lnTo>
                  <a:pt x="1546330" y="4349037"/>
                </a:lnTo>
                <a:cubicBezTo>
                  <a:pt x="1546460" y="4349300"/>
                  <a:pt x="1546330" y="4349891"/>
                  <a:pt x="1546330" y="4349891"/>
                </a:cubicBezTo>
                <a:lnTo>
                  <a:pt x="1541796" y="4357772"/>
                </a:lnTo>
                <a:cubicBezTo>
                  <a:pt x="1541598" y="4358036"/>
                  <a:pt x="1541009" y="4358232"/>
                  <a:pt x="1541009" y="4358232"/>
                </a:cubicBezTo>
                <a:lnTo>
                  <a:pt x="1531944" y="4358232"/>
                </a:lnTo>
                <a:cubicBezTo>
                  <a:pt x="1531616" y="4358232"/>
                  <a:pt x="1531156" y="4357772"/>
                  <a:pt x="1531156" y="4357772"/>
                </a:cubicBezTo>
                <a:lnTo>
                  <a:pt x="1526623" y="4349891"/>
                </a:lnTo>
                <a:cubicBezTo>
                  <a:pt x="1526492" y="4349628"/>
                  <a:pt x="1526623" y="4349037"/>
                  <a:pt x="1526623" y="4349037"/>
                </a:cubicBezTo>
                <a:lnTo>
                  <a:pt x="1531156" y="4341156"/>
                </a:lnTo>
                <a:cubicBezTo>
                  <a:pt x="1531353" y="4340893"/>
                  <a:pt x="1531944" y="4340696"/>
                  <a:pt x="1531944" y="4340696"/>
                </a:cubicBezTo>
                <a:close/>
                <a:moveTo>
                  <a:pt x="1277461" y="4340696"/>
                </a:moveTo>
                <a:lnTo>
                  <a:pt x="1286526" y="4340696"/>
                </a:lnTo>
                <a:cubicBezTo>
                  <a:pt x="1286855" y="4340696"/>
                  <a:pt x="1287315" y="4341156"/>
                  <a:pt x="1287315" y="4341156"/>
                </a:cubicBezTo>
                <a:lnTo>
                  <a:pt x="1291847" y="4349037"/>
                </a:lnTo>
                <a:cubicBezTo>
                  <a:pt x="1291978" y="4349300"/>
                  <a:pt x="1291847" y="4349891"/>
                  <a:pt x="1291847" y="4349891"/>
                </a:cubicBezTo>
                <a:lnTo>
                  <a:pt x="1287315" y="4357772"/>
                </a:lnTo>
                <a:cubicBezTo>
                  <a:pt x="1287117" y="4358036"/>
                  <a:pt x="1286526" y="4358232"/>
                  <a:pt x="1286526" y="4358232"/>
                </a:cubicBezTo>
                <a:lnTo>
                  <a:pt x="1277461" y="4358232"/>
                </a:lnTo>
                <a:cubicBezTo>
                  <a:pt x="1277132" y="4358232"/>
                  <a:pt x="1276673" y="4357772"/>
                  <a:pt x="1276673" y="4357772"/>
                </a:cubicBezTo>
                <a:lnTo>
                  <a:pt x="1272141" y="4349891"/>
                </a:lnTo>
                <a:cubicBezTo>
                  <a:pt x="1272011" y="4349628"/>
                  <a:pt x="1272141" y="4349037"/>
                  <a:pt x="1272141" y="4349037"/>
                </a:cubicBezTo>
                <a:lnTo>
                  <a:pt x="1276673" y="4341156"/>
                </a:lnTo>
                <a:cubicBezTo>
                  <a:pt x="1276871" y="4340893"/>
                  <a:pt x="1277461" y="4340696"/>
                  <a:pt x="1277461" y="4340696"/>
                </a:cubicBezTo>
                <a:close/>
                <a:moveTo>
                  <a:pt x="1023172" y="4340696"/>
                </a:moveTo>
                <a:lnTo>
                  <a:pt x="1032236" y="4340696"/>
                </a:lnTo>
                <a:cubicBezTo>
                  <a:pt x="1032564" y="4340696"/>
                  <a:pt x="1033024" y="4341156"/>
                  <a:pt x="1033024" y="4341156"/>
                </a:cubicBezTo>
                <a:lnTo>
                  <a:pt x="1037555" y="4349037"/>
                </a:lnTo>
                <a:cubicBezTo>
                  <a:pt x="1037686" y="4349300"/>
                  <a:pt x="1037555" y="4349891"/>
                  <a:pt x="1037555" y="4349891"/>
                </a:cubicBezTo>
                <a:lnTo>
                  <a:pt x="1033024" y="4357772"/>
                </a:lnTo>
                <a:cubicBezTo>
                  <a:pt x="1032826" y="4358036"/>
                  <a:pt x="1032236" y="4358232"/>
                  <a:pt x="1032236" y="4358232"/>
                </a:cubicBezTo>
                <a:lnTo>
                  <a:pt x="1023172" y="4358232"/>
                </a:lnTo>
                <a:cubicBezTo>
                  <a:pt x="1022841" y="4358232"/>
                  <a:pt x="1022384" y="4357772"/>
                  <a:pt x="1022384" y="4357772"/>
                </a:cubicBezTo>
                <a:lnTo>
                  <a:pt x="1017848" y="4349891"/>
                </a:lnTo>
                <a:cubicBezTo>
                  <a:pt x="1017717" y="4349628"/>
                  <a:pt x="1017848" y="4349037"/>
                  <a:pt x="1017848" y="4349037"/>
                </a:cubicBezTo>
                <a:lnTo>
                  <a:pt x="1022384" y="4341156"/>
                </a:lnTo>
                <a:cubicBezTo>
                  <a:pt x="1022581" y="4340893"/>
                  <a:pt x="1023172" y="4340696"/>
                  <a:pt x="1023172" y="4340696"/>
                </a:cubicBezTo>
                <a:close/>
                <a:moveTo>
                  <a:pt x="768612" y="4340696"/>
                </a:moveTo>
                <a:lnTo>
                  <a:pt x="777675" y="4340696"/>
                </a:lnTo>
                <a:cubicBezTo>
                  <a:pt x="778004" y="4340696"/>
                  <a:pt x="778464" y="4341156"/>
                  <a:pt x="778464" y="4341156"/>
                </a:cubicBezTo>
                <a:lnTo>
                  <a:pt x="782995" y="4349037"/>
                </a:lnTo>
                <a:cubicBezTo>
                  <a:pt x="783127" y="4349300"/>
                  <a:pt x="782995" y="4349891"/>
                  <a:pt x="782995" y="4349891"/>
                </a:cubicBezTo>
                <a:lnTo>
                  <a:pt x="778464" y="4357772"/>
                </a:lnTo>
                <a:cubicBezTo>
                  <a:pt x="778267" y="4358036"/>
                  <a:pt x="777675" y="4358232"/>
                  <a:pt x="777675" y="4358232"/>
                </a:cubicBezTo>
                <a:lnTo>
                  <a:pt x="768612" y="4358232"/>
                </a:lnTo>
                <a:cubicBezTo>
                  <a:pt x="768284" y="4358232"/>
                  <a:pt x="767824" y="4357772"/>
                  <a:pt x="767824" y="4357772"/>
                </a:cubicBezTo>
                <a:lnTo>
                  <a:pt x="763291" y="4349891"/>
                </a:lnTo>
                <a:cubicBezTo>
                  <a:pt x="763160" y="4349628"/>
                  <a:pt x="763291" y="4349037"/>
                  <a:pt x="763291" y="4349037"/>
                </a:cubicBezTo>
                <a:lnTo>
                  <a:pt x="767824" y="4341156"/>
                </a:lnTo>
                <a:cubicBezTo>
                  <a:pt x="768021" y="4340893"/>
                  <a:pt x="768612" y="4340696"/>
                  <a:pt x="768612" y="4340696"/>
                </a:cubicBezTo>
                <a:close/>
                <a:moveTo>
                  <a:pt x="514311" y="4340696"/>
                </a:moveTo>
                <a:lnTo>
                  <a:pt x="523375" y="4340696"/>
                </a:lnTo>
                <a:cubicBezTo>
                  <a:pt x="523703" y="4340696"/>
                  <a:pt x="524163" y="4341156"/>
                  <a:pt x="524163" y="4341156"/>
                </a:cubicBezTo>
                <a:lnTo>
                  <a:pt x="528695" y="4349037"/>
                </a:lnTo>
                <a:cubicBezTo>
                  <a:pt x="528826" y="4349300"/>
                  <a:pt x="528695" y="4349891"/>
                  <a:pt x="528695" y="4349891"/>
                </a:cubicBezTo>
                <a:lnTo>
                  <a:pt x="524163" y="4357772"/>
                </a:lnTo>
                <a:cubicBezTo>
                  <a:pt x="523966" y="4358036"/>
                  <a:pt x="523375" y="4358232"/>
                  <a:pt x="523375" y="4358232"/>
                </a:cubicBezTo>
                <a:lnTo>
                  <a:pt x="514311" y="4358232"/>
                </a:lnTo>
                <a:cubicBezTo>
                  <a:pt x="513982" y="4358232"/>
                  <a:pt x="513523" y="4357772"/>
                  <a:pt x="513523" y="4357772"/>
                </a:cubicBezTo>
                <a:lnTo>
                  <a:pt x="508990" y="4349891"/>
                </a:lnTo>
                <a:cubicBezTo>
                  <a:pt x="508859" y="4349628"/>
                  <a:pt x="508990" y="4349037"/>
                  <a:pt x="508990" y="4349037"/>
                </a:cubicBezTo>
                <a:lnTo>
                  <a:pt x="513523" y="4341156"/>
                </a:lnTo>
                <a:cubicBezTo>
                  <a:pt x="513720" y="4340893"/>
                  <a:pt x="514311" y="4340696"/>
                  <a:pt x="514311" y="4340696"/>
                </a:cubicBezTo>
                <a:close/>
                <a:moveTo>
                  <a:pt x="259924" y="4340696"/>
                </a:moveTo>
                <a:lnTo>
                  <a:pt x="268988" y="4340696"/>
                </a:lnTo>
                <a:cubicBezTo>
                  <a:pt x="269316" y="4340696"/>
                  <a:pt x="269776" y="4341156"/>
                  <a:pt x="269776" y="4341156"/>
                </a:cubicBezTo>
                <a:lnTo>
                  <a:pt x="274307" y="4349037"/>
                </a:lnTo>
                <a:cubicBezTo>
                  <a:pt x="274439" y="4349300"/>
                  <a:pt x="274307" y="4349891"/>
                  <a:pt x="274307" y="4349891"/>
                </a:cubicBezTo>
                <a:lnTo>
                  <a:pt x="269776" y="4357772"/>
                </a:lnTo>
                <a:cubicBezTo>
                  <a:pt x="269579" y="4358036"/>
                  <a:pt x="268988" y="4358232"/>
                  <a:pt x="268988" y="4358232"/>
                </a:cubicBezTo>
                <a:lnTo>
                  <a:pt x="259924" y="4358232"/>
                </a:lnTo>
                <a:cubicBezTo>
                  <a:pt x="259594" y="4358232"/>
                  <a:pt x="259135" y="4357772"/>
                  <a:pt x="259135" y="4357772"/>
                </a:cubicBezTo>
                <a:lnTo>
                  <a:pt x="254603" y="4349891"/>
                </a:lnTo>
                <a:cubicBezTo>
                  <a:pt x="254471" y="4349628"/>
                  <a:pt x="254603" y="4349037"/>
                  <a:pt x="254603" y="4349037"/>
                </a:cubicBezTo>
                <a:lnTo>
                  <a:pt x="259135" y="4341156"/>
                </a:lnTo>
                <a:cubicBezTo>
                  <a:pt x="259332" y="4340893"/>
                  <a:pt x="259924" y="4340696"/>
                  <a:pt x="259924" y="4340696"/>
                </a:cubicBezTo>
                <a:close/>
                <a:moveTo>
                  <a:pt x="5532" y="4340696"/>
                </a:moveTo>
                <a:lnTo>
                  <a:pt x="14596" y="4340696"/>
                </a:lnTo>
                <a:cubicBezTo>
                  <a:pt x="14924" y="4340696"/>
                  <a:pt x="15384" y="4341156"/>
                  <a:pt x="15384" y="4341156"/>
                </a:cubicBezTo>
                <a:lnTo>
                  <a:pt x="19916" y="4349037"/>
                </a:lnTo>
                <a:cubicBezTo>
                  <a:pt x="20047" y="4349300"/>
                  <a:pt x="19916" y="4349891"/>
                  <a:pt x="19916" y="4349891"/>
                </a:cubicBezTo>
                <a:lnTo>
                  <a:pt x="15384" y="4357772"/>
                </a:lnTo>
                <a:cubicBezTo>
                  <a:pt x="15187" y="4358036"/>
                  <a:pt x="14596" y="4358232"/>
                  <a:pt x="14596" y="4358232"/>
                </a:cubicBezTo>
                <a:lnTo>
                  <a:pt x="5532" y="4358232"/>
                </a:lnTo>
                <a:cubicBezTo>
                  <a:pt x="5203" y="4358232"/>
                  <a:pt x="4743" y="4357772"/>
                  <a:pt x="4743" y="4357772"/>
                </a:cubicBezTo>
                <a:lnTo>
                  <a:pt x="211" y="4349891"/>
                </a:lnTo>
                <a:cubicBezTo>
                  <a:pt x="80" y="4349628"/>
                  <a:pt x="211" y="4349037"/>
                  <a:pt x="211" y="4349037"/>
                </a:cubicBezTo>
                <a:lnTo>
                  <a:pt x="4743" y="4341156"/>
                </a:lnTo>
                <a:cubicBezTo>
                  <a:pt x="4940" y="4340893"/>
                  <a:pt x="5532" y="4340696"/>
                  <a:pt x="5532" y="4340696"/>
                </a:cubicBezTo>
                <a:close/>
                <a:moveTo>
                  <a:pt x="10435622" y="4123622"/>
                </a:moveTo>
                <a:lnTo>
                  <a:pt x="10444686" y="4123622"/>
                </a:lnTo>
                <a:cubicBezTo>
                  <a:pt x="10445015" y="4123622"/>
                  <a:pt x="10445474" y="4124081"/>
                  <a:pt x="10445474" y="4124081"/>
                </a:cubicBezTo>
                <a:lnTo>
                  <a:pt x="10450007" y="4131963"/>
                </a:lnTo>
                <a:cubicBezTo>
                  <a:pt x="10450138" y="4132226"/>
                  <a:pt x="10450007" y="4132817"/>
                  <a:pt x="10450007" y="4132817"/>
                </a:cubicBezTo>
                <a:lnTo>
                  <a:pt x="10445474" y="4140698"/>
                </a:lnTo>
                <a:cubicBezTo>
                  <a:pt x="10445278" y="4140962"/>
                  <a:pt x="10444686" y="4141158"/>
                  <a:pt x="10444686" y="4141158"/>
                </a:cubicBezTo>
                <a:lnTo>
                  <a:pt x="10435622" y="4141158"/>
                </a:lnTo>
                <a:cubicBezTo>
                  <a:pt x="10435295" y="4141158"/>
                  <a:pt x="10434834" y="4140698"/>
                  <a:pt x="10434834" y="4140698"/>
                </a:cubicBezTo>
                <a:lnTo>
                  <a:pt x="10430302" y="4132817"/>
                </a:lnTo>
                <a:cubicBezTo>
                  <a:pt x="10430171" y="4132554"/>
                  <a:pt x="10430302" y="4131963"/>
                  <a:pt x="10430302" y="4131963"/>
                </a:cubicBezTo>
                <a:lnTo>
                  <a:pt x="10434834" y="4124081"/>
                </a:lnTo>
                <a:cubicBezTo>
                  <a:pt x="10435031" y="4123819"/>
                  <a:pt x="10435622" y="4123622"/>
                  <a:pt x="10435622" y="4123622"/>
                </a:cubicBezTo>
                <a:close/>
                <a:moveTo>
                  <a:pt x="10181242" y="4123622"/>
                </a:moveTo>
                <a:lnTo>
                  <a:pt x="10190305" y="4123622"/>
                </a:lnTo>
                <a:cubicBezTo>
                  <a:pt x="10190635" y="4123622"/>
                  <a:pt x="10191093" y="4124081"/>
                  <a:pt x="10191093" y="4124081"/>
                </a:cubicBezTo>
                <a:lnTo>
                  <a:pt x="10195626" y="4131963"/>
                </a:lnTo>
                <a:cubicBezTo>
                  <a:pt x="10195758" y="4132226"/>
                  <a:pt x="10195626" y="4132817"/>
                  <a:pt x="10195626" y="4132817"/>
                </a:cubicBezTo>
                <a:lnTo>
                  <a:pt x="10191093" y="4140698"/>
                </a:lnTo>
                <a:cubicBezTo>
                  <a:pt x="10190896" y="4140962"/>
                  <a:pt x="10190305" y="4141158"/>
                  <a:pt x="10190305" y="4141158"/>
                </a:cubicBezTo>
                <a:lnTo>
                  <a:pt x="10181242" y="4141158"/>
                </a:lnTo>
                <a:cubicBezTo>
                  <a:pt x="10180914" y="4141158"/>
                  <a:pt x="10180453" y="4140698"/>
                  <a:pt x="10180453" y="4140698"/>
                </a:cubicBezTo>
                <a:lnTo>
                  <a:pt x="10175922" y="4132817"/>
                </a:lnTo>
                <a:cubicBezTo>
                  <a:pt x="10175790" y="4132554"/>
                  <a:pt x="10175922" y="4131963"/>
                  <a:pt x="10175922" y="4131963"/>
                </a:cubicBezTo>
                <a:lnTo>
                  <a:pt x="10180453" y="4124081"/>
                </a:lnTo>
                <a:cubicBezTo>
                  <a:pt x="10180650" y="4123819"/>
                  <a:pt x="10181242" y="4123622"/>
                  <a:pt x="10181242" y="4123622"/>
                </a:cubicBezTo>
                <a:close/>
                <a:moveTo>
                  <a:pt x="9926861" y="4123622"/>
                </a:moveTo>
                <a:lnTo>
                  <a:pt x="9935924" y="4123622"/>
                </a:lnTo>
                <a:cubicBezTo>
                  <a:pt x="9936254" y="4123622"/>
                  <a:pt x="9936713" y="4124081"/>
                  <a:pt x="9936713" y="4124081"/>
                </a:cubicBezTo>
                <a:lnTo>
                  <a:pt x="9941246" y="4131963"/>
                </a:lnTo>
                <a:cubicBezTo>
                  <a:pt x="9941376" y="4132226"/>
                  <a:pt x="9941246" y="4132817"/>
                  <a:pt x="9941246" y="4132817"/>
                </a:cubicBezTo>
                <a:lnTo>
                  <a:pt x="9936713" y="4140698"/>
                </a:lnTo>
                <a:cubicBezTo>
                  <a:pt x="9936516" y="4140962"/>
                  <a:pt x="9935924" y="4141158"/>
                  <a:pt x="9935924" y="4141158"/>
                </a:cubicBezTo>
                <a:lnTo>
                  <a:pt x="9926861" y="4141158"/>
                </a:lnTo>
                <a:cubicBezTo>
                  <a:pt x="9926532" y="4141158"/>
                  <a:pt x="9926073" y="4140698"/>
                  <a:pt x="9926073" y="4140698"/>
                </a:cubicBezTo>
                <a:lnTo>
                  <a:pt x="9921541" y="4132817"/>
                </a:lnTo>
                <a:cubicBezTo>
                  <a:pt x="9921410" y="4132554"/>
                  <a:pt x="9921541" y="4131963"/>
                  <a:pt x="9921541" y="4131963"/>
                </a:cubicBezTo>
                <a:lnTo>
                  <a:pt x="9926073" y="4124081"/>
                </a:lnTo>
                <a:cubicBezTo>
                  <a:pt x="9926270" y="4123819"/>
                  <a:pt x="9926861" y="4123622"/>
                  <a:pt x="9926861" y="4123622"/>
                </a:cubicBezTo>
                <a:close/>
                <a:moveTo>
                  <a:pt x="9672481" y="4123622"/>
                </a:moveTo>
                <a:lnTo>
                  <a:pt x="9681545" y="4123622"/>
                </a:lnTo>
                <a:cubicBezTo>
                  <a:pt x="9681872" y="4123622"/>
                  <a:pt x="9682333" y="4124081"/>
                  <a:pt x="9682333" y="4124081"/>
                </a:cubicBezTo>
                <a:lnTo>
                  <a:pt x="9686865" y="4131963"/>
                </a:lnTo>
                <a:cubicBezTo>
                  <a:pt x="9686996" y="4132226"/>
                  <a:pt x="9686865" y="4132817"/>
                  <a:pt x="9686865" y="4132817"/>
                </a:cubicBezTo>
                <a:lnTo>
                  <a:pt x="9682333" y="4140698"/>
                </a:lnTo>
                <a:cubicBezTo>
                  <a:pt x="9682136" y="4140962"/>
                  <a:pt x="9681545" y="4141158"/>
                  <a:pt x="9681545" y="4141158"/>
                </a:cubicBezTo>
                <a:lnTo>
                  <a:pt x="9672481" y="4141158"/>
                </a:lnTo>
                <a:cubicBezTo>
                  <a:pt x="9672152" y="4141158"/>
                  <a:pt x="9671693" y="4140698"/>
                  <a:pt x="9671693" y="4140698"/>
                </a:cubicBezTo>
                <a:lnTo>
                  <a:pt x="9667160" y="4132817"/>
                </a:lnTo>
                <a:cubicBezTo>
                  <a:pt x="9667030" y="4132554"/>
                  <a:pt x="9667160" y="4131963"/>
                  <a:pt x="9667160" y="4131963"/>
                </a:cubicBezTo>
                <a:lnTo>
                  <a:pt x="9671693" y="4124081"/>
                </a:lnTo>
                <a:cubicBezTo>
                  <a:pt x="9671890" y="4123819"/>
                  <a:pt x="9672481" y="4123622"/>
                  <a:pt x="9672481" y="4123622"/>
                </a:cubicBezTo>
                <a:close/>
                <a:moveTo>
                  <a:pt x="9418035" y="4123622"/>
                </a:moveTo>
                <a:lnTo>
                  <a:pt x="9427099" y="4123622"/>
                </a:lnTo>
                <a:cubicBezTo>
                  <a:pt x="9427427" y="4123622"/>
                  <a:pt x="9427887" y="4124081"/>
                  <a:pt x="9427887" y="4124081"/>
                </a:cubicBezTo>
                <a:lnTo>
                  <a:pt x="9432419" y="4131963"/>
                </a:lnTo>
                <a:cubicBezTo>
                  <a:pt x="9432550" y="4132226"/>
                  <a:pt x="9432419" y="4132817"/>
                  <a:pt x="9432419" y="4132817"/>
                </a:cubicBezTo>
                <a:lnTo>
                  <a:pt x="9427887" y="4140698"/>
                </a:lnTo>
                <a:cubicBezTo>
                  <a:pt x="9427690" y="4140962"/>
                  <a:pt x="9427099" y="4141158"/>
                  <a:pt x="9427099" y="4141158"/>
                </a:cubicBezTo>
                <a:lnTo>
                  <a:pt x="9418035" y="4141158"/>
                </a:lnTo>
                <a:cubicBezTo>
                  <a:pt x="9417707" y="4141158"/>
                  <a:pt x="9417247" y="4140698"/>
                  <a:pt x="9417247" y="4140698"/>
                </a:cubicBezTo>
                <a:lnTo>
                  <a:pt x="9412714" y="4132817"/>
                </a:lnTo>
                <a:cubicBezTo>
                  <a:pt x="9412583" y="4132554"/>
                  <a:pt x="9412714" y="4131963"/>
                  <a:pt x="9412714" y="4131963"/>
                </a:cubicBezTo>
                <a:lnTo>
                  <a:pt x="9417247" y="4124081"/>
                </a:lnTo>
                <a:cubicBezTo>
                  <a:pt x="9417444" y="4123819"/>
                  <a:pt x="9418035" y="4123622"/>
                  <a:pt x="9418035" y="4123622"/>
                </a:cubicBezTo>
                <a:close/>
                <a:moveTo>
                  <a:pt x="9163654" y="4123622"/>
                </a:moveTo>
                <a:lnTo>
                  <a:pt x="9172718" y="4123622"/>
                </a:lnTo>
                <a:cubicBezTo>
                  <a:pt x="9173046" y="4123622"/>
                  <a:pt x="9173506" y="4124081"/>
                  <a:pt x="9173506" y="4124081"/>
                </a:cubicBezTo>
                <a:lnTo>
                  <a:pt x="9178038" y="4131963"/>
                </a:lnTo>
                <a:cubicBezTo>
                  <a:pt x="9178169" y="4132226"/>
                  <a:pt x="9178038" y="4132817"/>
                  <a:pt x="9178038" y="4132817"/>
                </a:cubicBezTo>
                <a:lnTo>
                  <a:pt x="9173506" y="4140698"/>
                </a:lnTo>
                <a:cubicBezTo>
                  <a:pt x="9173309" y="4140962"/>
                  <a:pt x="9172718" y="4141158"/>
                  <a:pt x="9172718" y="4141158"/>
                </a:cubicBezTo>
                <a:lnTo>
                  <a:pt x="9163654" y="4141158"/>
                </a:lnTo>
                <a:cubicBezTo>
                  <a:pt x="9163326" y="4141158"/>
                  <a:pt x="9162866" y="4140698"/>
                  <a:pt x="9162866" y="4140698"/>
                </a:cubicBezTo>
                <a:lnTo>
                  <a:pt x="9158333" y="4132817"/>
                </a:lnTo>
                <a:cubicBezTo>
                  <a:pt x="9158202" y="4132554"/>
                  <a:pt x="9158333" y="4131963"/>
                  <a:pt x="9158333" y="4131963"/>
                </a:cubicBezTo>
                <a:lnTo>
                  <a:pt x="9162866" y="4124081"/>
                </a:lnTo>
                <a:cubicBezTo>
                  <a:pt x="9163062" y="4123819"/>
                  <a:pt x="9163654" y="4123622"/>
                  <a:pt x="9163654" y="4123622"/>
                </a:cubicBezTo>
                <a:close/>
                <a:moveTo>
                  <a:pt x="8909274" y="4123622"/>
                </a:moveTo>
                <a:lnTo>
                  <a:pt x="8918336" y="4123622"/>
                </a:lnTo>
                <a:cubicBezTo>
                  <a:pt x="8918666" y="4123622"/>
                  <a:pt x="8919125" y="4124081"/>
                  <a:pt x="8919125" y="4124081"/>
                </a:cubicBezTo>
                <a:lnTo>
                  <a:pt x="8923657" y="4131963"/>
                </a:lnTo>
                <a:cubicBezTo>
                  <a:pt x="8923789" y="4132226"/>
                  <a:pt x="8923657" y="4132817"/>
                  <a:pt x="8923657" y="4132817"/>
                </a:cubicBezTo>
                <a:lnTo>
                  <a:pt x="8919125" y="4140698"/>
                </a:lnTo>
                <a:cubicBezTo>
                  <a:pt x="8918928" y="4140962"/>
                  <a:pt x="8918336" y="4141158"/>
                  <a:pt x="8918336" y="4141158"/>
                </a:cubicBezTo>
                <a:lnTo>
                  <a:pt x="8909274" y="4141158"/>
                </a:lnTo>
                <a:cubicBezTo>
                  <a:pt x="8908945" y="4141158"/>
                  <a:pt x="8908484" y="4140698"/>
                  <a:pt x="8908484" y="4140698"/>
                </a:cubicBezTo>
                <a:lnTo>
                  <a:pt x="8903953" y="4132817"/>
                </a:lnTo>
                <a:cubicBezTo>
                  <a:pt x="8903821" y="4132554"/>
                  <a:pt x="8903953" y="4131963"/>
                  <a:pt x="8903953" y="4131963"/>
                </a:cubicBezTo>
                <a:lnTo>
                  <a:pt x="8908484" y="4124081"/>
                </a:lnTo>
                <a:cubicBezTo>
                  <a:pt x="8908681" y="4123819"/>
                  <a:pt x="8909274" y="4123622"/>
                  <a:pt x="8909274" y="4123622"/>
                </a:cubicBezTo>
                <a:close/>
                <a:moveTo>
                  <a:pt x="8654892" y="4123622"/>
                </a:moveTo>
                <a:lnTo>
                  <a:pt x="8663955" y="4123622"/>
                </a:lnTo>
                <a:cubicBezTo>
                  <a:pt x="8664285" y="4123622"/>
                  <a:pt x="8664744" y="4124081"/>
                  <a:pt x="8664744" y="4124081"/>
                </a:cubicBezTo>
                <a:lnTo>
                  <a:pt x="8669277" y="4131963"/>
                </a:lnTo>
                <a:cubicBezTo>
                  <a:pt x="8669408" y="4132226"/>
                  <a:pt x="8669277" y="4132817"/>
                  <a:pt x="8669277" y="4132817"/>
                </a:cubicBezTo>
                <a:lnTo>
                  <a:pt x="8664744" y="4140698"/>
                </a:lnTo>
                <a:cubicBezTo>
                  <a:pt x="8664548" y="4140962"/>
                  <a:pt x="8663955" y="4141158"/>
                  <a:pt x="8663955" y="4141158"/>
                </a:cubicBezTo>
                <a:lnTo>
                  <a:pt x="8654892" y="4141158"/>
                </a:lnTo>
                <a:cubicBezTo>
                  <a:pt x="8654565" y="4141158"/>
                  <a:pt x="8654104" y="4140698"/>
                  <a:pt x="8654104" y="4140698"/>
                </a:cubicBezTo>
                <a:lnTo>
                  <a:pt x="8649572" y="4132817"/>
                </a:lnTo>
                <a:cubicBezTo>
                  <a:pt x="8649441" y="4132554"/>
                  <a:pt x="8649572" y="4131963"/>
                  <a:pt x="8649572" y="4131963"/>
                </a:cubicBezTo>
                <a:lnTo>
                  <a:pt x="8654104" y="4124081"/>
                </a:lnTo>
                <a:cubicBezTo>
                  <a:pt x="8654301" y="4123819"/>
                  <a:pt x="8654892" y="4123622"/>
                  <a:pt x="8654892" y="4123622"/>
                </a:cubicBezTo>
                <a:close/>
                <a:moveTo>
                  <a:pt x="8400511" y="4123622"/>
                </a:moveTo>
                <a:lnTo>
                  <a:pt x="8409575" y="4123622"/>
                </a:lnTo>
                <a:cubicBezTo>
                  <a:pt x="8409904" y="4123622"/>
                  <a:pt x="8410363" y="4124081"/>
                  <a:pt x="8410363" y="4124081"/>
                </a:cubicBezTo>
                <a:lnTo>
                  <a:pt x="8414896" y="4131963"/>
                </a:lnTo>
                <a:cubicBezTo>
                  <a:pt x="8415027" y="4132226"/>
                  <a:pt x="8414896" y="4132817"/>
                  <a:pt x="8414896" y="4132817"/>
                </a:cubicBezTo>
                <a:lnTo>
                  <a:pt x="8410363" y="4140698"/>
                </a:lnTo>
                <a:cubicBezTo>
                  <a:pt x="8410166" y="4140962"/>
                  <a:pt x="8409575" y="4141158"/>
                  <a:pt x="8409575" y="4141158"/>
                </a:cubicBezTo>
                <a:lnTo>
                  <a:pt x="8400511" y="4141158"/>
                </a:lnTo>
                <a:cubicBezTo>
                  <a:pt x="8400184" y="4141158"/>
                  <a:pt x="8399723" y="4140698"/>
                  <a:pt x="8399723" y="4140698"/>
                </a:cubicBezTo>
                <a:lnTo>
                  <a:pt x="8395191" y="4132817"/>
                </a:lnTo>
                <a:cubicBezTo>
                  <a:pt x="8395060" y="4132554"/>
                  <a:pt x="8395191" y="4131963"/>
                  <a:pt x="8395191" y="4131963"/>
                </a:cubicBezTo>
                <a:lnTo>
                  <a:pt x="8399723" y="4124081"/>
                </a:lnTo>
                <a:cubicBezTo>
                  <a:pt x="8399920" y="4123819"/>
                  <a:pt x="8400511" y="4123622"/>
                  <a:pt x="8400511" y="4123622"/>
                </a:cubicBezTo>
                <a:close/>
                <a:moveTo>
                  <a:pt x="8146065" y="4123622"/>
                </a:moveTo>
                <a:lnTo>
                  <a:pt x="8155129" y="4123622"/>
                </a:lnTo>
                <a:cubicBezTo>
                  <a:pt x="8155458" y="4123622"/>
                  <a:pt x="8155917" y="4124081"/>
                  <a:pt x="8155917" y="4124081"/>
                </a:cubicBezTo>
                <a:lnTo>
                  <a:pt x="8160449" y="4131963"/>
                </a:lnTo>
                <a:cubicBezTo>
                  <a:pt x="8160580" y="4132226"/>
                  <a:pt x="8160449" y="4132817"/>
                  <a:pt x="8160449" y="4132817"/>
                </a:cubicBezTo>
                <a:lnTo>
                  <a:pt x="8155917" y="4140698"/>
                </a:lnTo>
                <a:cubicBezTo>
                  <a:pt x="8155719" y="4140962"/>
                  <a:pt x="8155129" y="4141158"/>
                  <a:pt x="8155129" y="4141158"/>
                </a:cubicBezTo>
                <a:lnTo>
                  <a:pt x="8146065" y="4141158"/>
                </a:lnTo>
                <a:cubicBezTo>
                  <a:pt x="8145737" y="4141158"/>
                  <a:pt x="8145277" y="4140698"/>
                  <a:pt x="8145277" y="4140698"/>
                </a:cubicBezTo>
                <a:lnTo>
                  <a:pt x="8140745" y="4132817"/>
                </a:lnTo>
                <a:cubicBezTo>
                  <a:pt x="8140613" y="4132554"/>
                  <a:pt x="8140745" y="4131963"/>
                  <a:pt x="8140745" y="4131963"/>
                </a:cubicBezTo>
                <a:lnTo>
                  <a:pt x="8145277" y="4124081"/>
                </a:lnTo>
                <a:cubicBezTo>
                  <a:pt x="8145474" y="4123819"/>
                  <a:pt x="8146065" y="4123622"/>
                  <a:pt x="8146065" y="4123622"/>
                </a:cubicBezTo>
                <a:close/>
                <a:moveTo>
                  <a:pt x="7891684" y="4123622"/>
                </a:moveTo>
                <a:lnTo>
                  <a:pt x="7900748" y="4123622"/>
                </a:lnTo>
                <a:cubicBezTo>
                  <a:pt x="7901076" y="4123622"/>
                  <a:pt x="7901536" y="4124081"/>
                  <a:pt x="7901536" y="4124081"/>
                </a:cubicBezTo>
                <a:lnTo>
                  <a:pt x="7906067" y="4131963"/>
                </a:lnTo>
                <a:cubicBezTo>
                  <a:pt x="7906199" y="4132226"/>
                  <a:pt x="7906067" y="4132817"/>
                  <a:pt x="7906067" y="4132817"/>
                </a:cubicBezTo>
                <a:lnTo>
                  <a:pt x="7901536" y="4140698"/>
                </a:lnTo>
                <a:cubicBezTo>
                  <a:pt x="7901339" y="4140962"/>
                  <a:pt x="7900748" y="4141158"/>
                  <a:pt x="7900748" y="4141158"/>
                </a:cubicBezTo>
                <a:lnTo>
                  <a:pt x="7891684" y="4141158"/>
                </a:lnTo>
                <a:cubicBezTo>
                  <a:pt x="7891355" y="4141158"/>
                  <a:pt x="7890896" y="4140698"/>
                  <a:pt x="7890896" y="4140698"/>
                </a:cubicBezTo>
                <a:lnTo>
                  <a:pt x="7886363" y="4132817"/>
                </a:lnTo>
                <a:cubicBezTo>
                  <a:pt x="7886233" y="4132554"/>
                  <a:pt x="7886363" y="4131963"/>
                  <a:pt x="7886363" y="4131963"/>
                </a:cubicBezTo>
                <a:lnTo>
                  <a:pt x="7890896" y="4124081"/>
                </a:lnTo>
                <a:cubicBezTo>
                  <a:pt x="7891093" y="4123819"/>
                  <a:pt x="7891684" y="4123622"/>
                  <a:pt x="7891684" y="4123622"/>
                </a:cubicBezTo>
                <a:close/>
                <a:moveTo>
                  <a:pt x="7637304" y="4123622"/>
                </a:moveTo>
                <a:lnTo>
                  <a:pt x="7646367" y="4123622"/>
                </a:lnTo>
                <a:cubicBezTo>
                  <a:pt x="7646696" y="4123622"/>
                  <a:pt x="7647156" y="4124081"/>
                  <a:pt x="7647156" y="4124081"/>
                </a:cubicBezTo>
                <a:lnTo>
                  <a:pt x="7651687" y="4131963"/>
                </a:lnTo>
                <a:cubicBezTo>
                  <a:pt x="7651819" y="4132226"/>
                  <a:pt x="7651687" y="4132817"/>
                  <a:pt x="7651687" y="4132817"/>
                </a:cubicBezTo>
                <a:lnTo>
                  <a:pt x="7647156" y="4140698"/>
                </a:lnTo>
                <a:cubicBezTo>
                  <a:pt x="7646958" y="4140962"/>
                  <a:pt x="7646367" y="4141158"/>
                  <a:pt x="7646367" y="4141158"/>
                </a:cubicBezTo>
                <a:lnTo>
                  <a:pt x="7637304" y="4141158"/>
                </a:lnTo>
                <a:cubicBezTo>
                  <a:pt x="7636975" y="4141158"/>
                  <a:pt x="7636516" y="4140698"/>
                  <a:pt x="7636516" y="4140698"/>
                </a:cubicBezTo>
                <a:lnTo>
                  <a:pt x="7631983" y="4132817"/>
                </a:lnTo>
                <a:cubicBezTo>
                  <a:pt x="7631851" y="4132554"/>
                  <a:pt x="7631983" y="4131963"/>
                  <a:pt x="7631983" y="4131963"/>
                </a:cubicBezTo>
                <a:lnTo>
                  <a:pt x="7636516" y="4124081"/>
                </a:lnTo>
                <a:cubicBezTo>
                  <a:pt x="7636713" y="4123819"/>
                  <a:pt x="7637304" y="4123622"/>
                  <a:pt x="7637304" y="4123622"/>
                </a:cubicBezTo>
                <a:close/>
                <a:moveTo>
                  <a:pt x="7382923" y="4123622"/>
                </a:moveTo>
                <a:lnTo>
                  <a:pt x="7391987" y="4123622"/>
                </a:lnTo>
                <a:cubicBezTo>
                  <a:pt x="7392315" y="4123622"/>
                  <a:pt x="7392775" y="4124081"/>
                  <a:pt x="7392775" y="4124081"/>
                </a:cubicBezTo>
                <a:lnTo>
                  <a:pt x="7397307" y="4131963"/>
                </a:lnTo>
                <a:cubicBezTo>
                  <a:pt x="7397438" y="4132226"/>
                  <a:pt x="7397307" y="4132817"/>
                  <a:pt x="7397307" y="4132817"/>
                </a:cubicBezTo>
                <a:lnTo>
                  <a:pt x="7392775" y="4140698"/>
                </a:lnTo>
                <a:cubicBezTo>
                  <a:pt x="7392578" y="4140962"/>
                  <a:pt x="7391987" y="4141158"/>
                  <a:pt x="7391987" y="4141158"/>
                </a:cubicBezTo>
                <a:lnTo>
                  <a:pt x="7382923" y="4141158"/>
                </a:lnTo>
                <a:cubicBezTo>
                  <a:pt x="7382595" y="4141158"/>
                  <a:pt x="7382135" y="4140698"/>
                  <a:pt x="7382135" y="4140698"/>
                </a:cubicBezTo>
                <a:lnTo>
                  <a:pt x="7377602" y="4132817"/>
                </a:lnTo>
                <a:cubicBezTo>
                  <a:pt x="7377471" y="4132554"/>
                  <a:pt x="7377602" y="4131963"/>
                  <a:pt x="7377602" y="4131963"/>
                </a:cubicBezTo>
                <a:lnTo>
                  <a:pt x="7382135" y="4124081"/>
                </a:lnTo>
                <a:cubicBezTo>
                  <a:pt x="7382331" y="4123819"/>
                  <a:pt x="7382923" y="4123622"/>
                  <a:pt x="7382923" y="4123622"/>
                </a:cubicBezTo>
                <a:close/>
                <a:moveTo>
                  <a:pt x="7128477" y="4123622"/>
                </a:moveTo>
                <a:lnTo>
                  <a:pt x="7137540" y="4123622"/>
                </a:lnTo>
                <a:cubicBezTo>
                  <a:pt x="7137869" y="4123622"/>
                  <a:pt x="7138328" y="4124081"/>
                  <a:pt x="7138328" y="4124081"/>
                </a:cubicBezTo>
                <a:lnTo>
                  <a:pt x="7142860" y="4131963"/>
                </a:lnTo>
                <a:cubicBezTo>
                  <a:pt x="7142992" y="4132226"/>
                  <a:pt x="7142860" y="4132817"/>
                  <a:pt x="7142860" y="4132817"/>
                </a:cubicBezTo>
                <a:lnTo>
                  <a:pt x="7138328" y="4140698"/>
                </a:lnTo>
                <a:cubicBezTo>
                  <a:pt x="7138131" y="4140962"/>
                  <a:pt x="7137540" y="4141158"/>
                  <a:pt x="7137540" y="4141158"/>
                </a:cubicBezTo>
                <a:lnTo>
                  <a:pt x="7128477" y="4141158"/>
                </a:lnTo>
                <a:cubicBezTo>
                  <a:pt x="7128148" y="4141158"/>
                  <a:pt x="7127689" y="4140698"/>
                  <a:pt x="7127689" y="4140698"/>
                </a:cubicBezTo>
                <a:lnTo>
                  <a:pt x="7123156" y="4132817"/>
                </a:lnTo>
                <a:cubicBezTo>
                  <a:pt x="7123024" y="4132554"/>
                  <a:pt x="7123156" y="4131963"/>
                  <a:pt x="7123156" y="4131963"/>
                </a:cubicBezTo>
                <a:lnTo>
                  <a:pt x="7127689" y="4124081"/>
                </a:lnTo>
                <a:cubicBezTo>
                  <a:pt x="7127885" y="4123819"/>
                  <a:pt x="7128477" y="4123622"/>
                  <a:pt x="7128477" y="4123622"/>
                </a:cubicBezTo>
                <a:close/>
                <a:moveTo>
                  <a:pt x="6874095" y="4123622"/>
                </a:moveTo>
                <a:lnTo>
                  <a:pt x="6883159" y="4123622"/>
                </a:lnTo>
                <a:cubicBezTo>
                  <a:pt x="6883488" y="4123622"/>
                  <a:pt x="6883947" y="4124081"/>
                  <a:pt x="6883947" y="4124081"/>
                </a:cubicBezTo>
                <a:lnTo>
                  <a:pt x="6888480" y="4131963"/>
                </a:lnTo>
                <a:cubicBezTo>
                  <a:pt x="6888611" y="4132226"/>
                  <a:pt x="6888480" y="4132817"/>
                  <a:pt x="6888480" y="4132817"/>
                </a:cubicBezTo>
                <a:lnTo>
                  <a:pt x="6883947" y="4140698"/>
                </a:lnTo>
                <a:cubicBezTo>
                  <a:pt x="6883751" y="4140962"/>
                  <a:pt x="6883159" y="4141158"/>
                  <a:pt x="6883159" y="4141158"/>
                </a:cubicBezTo>
                <a:lnTo>
                  <a:pt x="6874095" y="4141158"/>
                </a:lnTo>
                <a:cubicBezTo>
                  <a:pt x="6873768" y="4141158"/>
                  <a:pt x="6873307" y="4140698"/>
                  <a:pt x="6873307" y="4140698"/>
                </a:cubicBezTo>
                <a:lnTo>
                  <a:pt x="6868775" y="4132817"/>
                </a:lnTo>
                <a:cubicBezTo>
                  <a:pt x="6868644" y="4132554"/>
                  <a:pt x="6868775" y="4131963"/>
                  <a:pt x="6868775" y="4131963"/>
                </a:cubicBezTo>
                <a:lnTo>
                  <a:pt x="6873307" y="4124081"/>
                </a:lnTo>
                <a:cubicBezTo>
                  <a:pt x="6873504" y="4123819"/>
                  <a:pt x="6874095" y="4123622"/>
                  <a:pt x="6874095" y="4123622"/>
                </a:cubicBezTo>
                <a:close/>
                <a:moveTo>
                  <a:pt x="6619714" y="4123622"/>
                </a:moveTo>
                <a:lnTo>
                  <a:pt x="6628778" y="4123622"/>
                </a:lnTo>
                <a:cubicBezTo>
                  <a:pt x="6629107" y="4123622"/>
                  <a:pt x="6629566" y="4124081"/>
                  <a:pt x="6629566" y="4124081"/>
                </a:cubicBezTo>
                <a:lnTo>
                  <a:pt x="6634099" y="4131963"/>
                </a:lnTo>
                <a:cubicBezTo>
                  <a:pt x="6634230" y="4132226"/>
                  <a:pt x="6634099" y="4132817"/>
                  <a:pt x="6634099" y="4132817"/>
                </a:cubicBezTo>
                <a:lnTo>
                  <a:pt x="6629566" y="4140698"/>
                </a:lnTo>
                <a:cubicBezTo>
                  <a:pt x="6629369" y="4140962"/>
                  <a:pt x="6628778" y="4141158"/>
                  <a:pt x="6628778" y="4141158"/>
                </a:cubicBezTo>
                <a:lnTo>
                  <a:pt x="6619714" y="4141158"/>
                </a:lnTo>
                <a:cubicBezTo>
                  <a:pt x="6619387" y="4141158"/>
                  <a:pt x="6618926" y="4140698"/>
                  <a:pt x="6618926" y="4140698"/>
                </a:cubicBezTo>
                <a:lnTo>
                  <a:pt x="6614394" y="4132817"/>
                </a:lnTo>
                <a:cubicBezTo>
                  <a:pt x="6614263" y="4132554"/>
                  <a:pt x="6614394" y="4131963"/>
                  <a:pt x="6614394" y="4131963"/>
                </a:cubicBezTo>
                <a:lnTo>
                  <a:pt x="6618926" y="4124081"/>
                </a:lnTo>
                <a:cubicBezTo>
                  <a:pt x="6619123" y="4123819"/>
                  <a:pt x="6619714" y="4123622"/>
                  <a:pt x="6619714" y="4123622"/>
                </a:cubicBezTo>
                <a:close/>
                <a:moveTo>
                  <a:pt x="6365334" y="4123622"/>
                </a:moveTo>
                <a:lnTo>
                  <a:pt x="6374397" y="4123622"/>
                </a:lnTo>
                <a:cubicBezTo>
                  <a:pt x="6374727" y="4123622"/>
                  <a:pt x="6375186" y="4124081"/>
                  <a:pt x="6375186" y="4124081"/>
                </a:cubicBezTo>
                <a:lnTo>
                  <a:pt x="6379718" y="4131963"/>
                </a:lnTo>
                <a:cubicBezTo>
                  <a:pt x="6379849" y="4132226"/>
                  <a:pt x="6379718" y="4132817"/>
                  <a:pt x="6379718" y="4132817"/>
                </a:cubicBezTo>
                <a:lnTo>
                  <a:pt x="6375186" y="4140698"/>
                </a:lnTo>
                <a:cubicBezTo>
                  <a:pt x="6374988" y="4140962"/>
                  <a:pt x="6374397" y="4141158"/>
                  <a:pt x="6374397" y="4141158"/>
                </a:cubicBezTo>
                <a:lnTo>
                  <a:pt x="6365334" y="4141158"/>
                </a:lnTo>
                <a:cubicBezTo>
                  <a:pt x="6365005" y="4141158"/>
                  <a:pt x="6364546" y="4140698"/>
                  <a:pt x="6364546" y="4140698"/>
                </a:cubicBezTo>
                <a:lnTo>
                  <a:pt x="6360014" y="4132817"/>
                </a:lnTo>
                <a:cubicBezTo>
                  <a:pt x="6359882" y="4132554"/>
                  <a:pt x="6360014" y="4131963"/>
                  <a:pt x="6360014" y="4131963"/>
                </a:cubicBezTo>
                <a:lnTo>
                  <a:pt x="6364546" y="4124081"/>
                </a:lnTo>
                <a:cubicBezTo>
                  <a:pt x="6364743" y="4123819"/>
                  <a:pt x="6365334" y="4123622"/>
                  <a:pt x="6365334" y="4123622"/>
                </a:cubicBezTo>
                <a:close/>
                <a:moveTo>
                  <a:pt x="6110888" y="4123622"/>
                </a:moveTo>
                <a:lnTo>
                  <a:pt x="6119953" y="4123622"/>
                </a:lnTo>
                <a:cubicBezTo>
                  <a:pt x="6120280" y="4123622"/>
                  <a:pt x="6120740" y="4124081"/>
                  <a:pt x="6120740" y="4124081"/>
                </a:cubicBezTo>
                <a:lnTo>
                  <a:pt x="6125272" y="4131963"/>
                </a:lnTo>
                <a:cubicBezTo>
                  <a:pt x="6125403" y="4132226"/>
                  <a:pt x="6125272" y="4132817"/>
                  <a:pt x="6125272" y="4132817"/>
                </a:cubicBezTo>
                <a:lnTo>
                  <a:pt x="6120740" y="4140698"/>
                </a:lnTo>
                <a:cubicBezTo>
                  <a:pt x="6120543" y="4140962"/>
                  <a:pt x="6119953" y="4141158"/>
                  <a:pt x="6119953" y="4141158"/>
                </a:cubicBezTo>
                <a:lnTo>
                  <a:pt x="6110888" y="4141158"/>
                </a:lnTo>
                <a:cubicBezTo>
                  <a:pt x="6110560" y="4141158"/>
                  <a:pt x="6110101" y="4140698"/>
                  <a:pt x="6110101" y="4140698"/>
                </a:cubicBezTo>
                <a:lnTo>
                  <a:pt x="6105567" y="4132817"/>
                </a:lnTo>
                <a:cubicBezTo>
                  <a:pt x="6105436" y="4132554"/>
                  <a:pt x="6105567" y="4131963"/>
                  <a:pt x="6105567" y="4131963"/>
                </a:cubicBezTo>
                <a:lnTo>
                  <a:pt x="6110101" y="4124081"/>
                </a:lnTo>
                <a:cubicBezTo>
                  <a:pt x="6110296" y="4123819"/>
                  <a:pt x="6110888" y="4123622"/>
                  <a:pt x="6110888" y="4123622"/>
                </a:cubicBezTo>
                <a:close/>
                <a:moveTo>
                  <a:pt x="5856508" y="4123622"/>
                </a:moveTo>
                <a:lnTo>
                  <a:pt x="5865571" y="4123622"/>
                </a:lnTo>
                <a:cubicBezTo>
                  <a:pt x="5865900" y="4123622"/>
                  <a:pt x="5866359" y="4124081"/>
                  <a:pt x="5866359" y="4124081"/>
                </a:cubicBezTo>
                <a:lnTo>
                  <a:pt x="5870891" y="4131963"/>
                </a:lnTo>
                <a:cubicBezTo>
                  <a:pt x="5871023" y="4132226"/>
                  <a:pt x="5870891" y="4132817"/>
                  <a:pt x="5870891" y="4132817"/>
                </a:cubicBezTo>
                <a:lnTo>
                  <a:pt x="5866359" y="4140698"/>
                </a:lnTo>
                <a:cubicBezTo>
                  <a:pt x="5866163" y="4140962"/>
                  <a:pt x="5865571" y="4141158"/>
                  <a:pt x="5865571" y="4141158"/>
                </a:cubicBezTo>
                <a:lnTo>
                  <a:pt x="5856508" y="4141158"/>
                </a:lnTo>
                <a:cubicBezTo>
                  <a:pt x="5856178" y="4141158"/>
                  <a:pt x="5855720" y="4140698"/>
                  <a:pt x="5855720" y="4140698"/>
                </a:cubicBezTo>
                <a:lnTo>
                  <a:pt x="5851187" y="4132817"/>
                </a:lnTo>
                <a:cubicBezTo>
                  <a:pt x="5851055" y="4132554"/>
                  <a:pt x="5851187" y="4131963"/>
                  <a:pt x="5851187" y="4131963"/>
                </a:cubicBezTo>
                <a:lnTo>
                  <a:pt x="5855720" y="4124081"/>
                </a:lnTo>
                <a:cubicBezTo>
                  <a:pt x="5855916" y="4123819"/>
                  <a:pt x="5856508" y="4123622"/>
                  <a:pt x="5856508" y="4123622"/>
                </a:cubicBezTo>
                <a:close/>
                <a:moveTo>
                  <a:pt x="5602126" y="4123622"/>
                </a:moveTo>
                <a:lnTo>
                  <a:pt x="5611191" y="4123622"/>
                </a:lnTo>
                <a:cubicBezTo>
                  <a:pt x="5611519" y="4123622"/>
                  <a:pt x="5611979" y="4124081"/>
                  <a:pt x="5611979" y="4124081"/>
                </a:cubicBezTo>
                <a:lnTo>
                  <a:pt x="5616511" y="4131963"/>
                </a:lnTo>
                <a:cubicBezTo>
                  <a:pt x="5616642" y="4132226"/>
                  <a:pt x="5616511" y="4132817"/>
                  <a:pt x="5616511" y="4132817"/>
                </a:cubicBezTo>
                <a:lnTo>
                  <a:pt x="5611979" y="4140698"/>
                </a:lnTo>
                <a:cubicBezTo>
                  <a:pt x="5611782" y="4140962"/>
                  <a:pt x="5611191" y="4141158"/>
                  <a:pt x="5611191" y="4141158"/>
                </a:cubicBezTo>
                <a:lnTo>
                  <a:pt x="5602126" y="4141158"/>
                </a:lnTo>
                <a:cubicBezTo>
                  <a:pt x="5601798" y="4141158"/>
                  <a:pt x="5601338" y="4140698"/>
                  <a:pt x="5601338" y="4140698"/>
                </a:cubicBezTo>
                <a:lnTo>
                  <a:pt x="5596807" y="4132817"/>
                </a:lnTo>
                <a:cubicBezTo>
                  <a:pt x="5596675" y="4132554"/>
                  <a:pt x="5596807" y="4131963"/>
                  <a:pt x="5596807" y="4131963"/>
                </a:cubicBezTo>
                <a:lnTo>
                  <a:pt x="5601338" y="4124081"/>
                </a:lnTo>
                <a:cubicBezTo>
                  <a:pt x="5601536" y="4123819"/>
                  <a:pt x="5602126" y="4123622"/>
                  <a:pt x="5602126" y="4123622"/>
                </a:cubicBezTo>
                <a:close/>
                <a:moveTo>
                  <a:pt x="5347746" y="4123622"/>
                </a:moveTo>
                <a:lnTo>
                  <a:pt x="5356810" y="4123622"/>
                </a:lnTo>
                <a:cubicBezTo>
                  <a:pt x="5357138" y="4123622"/>
                  <a:pt x="5357598" y="4124081"/>
                  <a:pt x="5357598" y="4124081"/>
                </a:cubicBezTo>
                <a:lnTo>
                  <a:pt x="5362130" y="4131963"/>
                </a:lnTo>
                <a:cubicBezTo>
                  <a:pt x="5362261" y="4132226"/>
                  <a:pt x="5362130" y="4132817"/>
                  <a:pt x="5362130" y="4132817"/>
                </a:cubicBezTo>
                <a:lnTo>
                  <a:pt x="5357598" y="4140698"/>
                </a:lnTo>
                <a:cubicBezTo>
                  <a:pt x="5357401" y="4140962"/>
                  <a:pt x="5356810" y="4141158"/>
                  <a:pt x="5356810" y="4141158"/>
                </a:cubicBezTo>
                <a:lnTo>
                  <a:pt x="5347746" y="4141158"/>
                </a:lnTo>
                <a:cubicBezTo>
                  <a:pt x="5347418" y="4141158"/>
                  <a:pt x="5346958" y="4140698"/>
                  <a:pt x="5346958" y="4140698"/>
                </a:cubicBezTo>
                <a:lnTo>
                  <a:pt x="5342425" y="4132817"/>
                </a:lnTo>
                <a:cubicBezTo>
                  <a:pt x="5342295" y="4132554"/>
                  <a:pt x="5342425" y="4131963"/>
                  <a:pt x="5342425" y="4131963"/>
                </a:cubicBezTo>
                <a:lnTo>
                  <a:pt x="5346958" y="4124081"/>
                </a:lnTo>
                <a:cubicBezTo>
                  <a:pt x="5347154" y="4123819"/>
                  <a:pt x="5347746" y="4123622"/>
                  <a:pt x="5347746" y="4123622"/>
                </a:cubicBezTo>
                <a:close/>
                <a:moveTo>
                  <a:pt x="5093300" y="4123622"/>
                </a:moveTo>
                <a:lnTo>
                  <a:pt x="5102364" y="4123622"/>
                </a:lnTo>
                <a:cubicBezTo>
                  <a:pt x="5102693" y="4123622"/>
                  <a:pt x="5103153" y="4124081"/>
                  <a:pt x="5103153" y="4124081"/>
                </a:cubicBezTo>
                <a:lnTo>
                  <a:pt x="5107684" y="4131963"/>
                </a:lnTo>
                <a:cubicBezTo>
                  <a:pt x="5107815" y="4132226"/>
                  <a:pt x="5107684" y="4132817"/>
                  <a:pt x="5107684" y="4132817"/>
                </a:cubicBezTo>
                <a:lnTo>
                  <a:pt x="5103153" y="4140698"/>
                </a:lnTo>
                <a:cubicBezTo>
                  <a:pt x="5102955" y="4140962"/>
                  <a:pt x="5102364" y="4141158"/>
                  <a:pt x="5102364" y="4141158"/>
                </a:cubicBezTo>
                <a:lnTo>
                  <a:pt x="5093300" y="4141158"/>
                </a:lnTo>
                <a:cubicBezTo>
                  <a:pt x="5092972" y="4141158"/>
                  <a:pt x="5092512" y="4140698"/>
                  <a:pt x="5092512" y="4140698"/>
                </a:cubicBezTo>
                <a:lnTo>
                  <a:pt x="5087979" y="4132817"/>
                </a:lnTo>
                <a:cubicBezTo>
                  <a:pt x="5087848" y="4132554"/>
                  <a:pt x="5087979" y="4131963"/>
                  <a:pt x="5087979" y="4131963"/>
                </a:cubicBezTo>
                <a:lnTo>
                  <a:pt x="5092512" y="4124081"/>
                </a:lnTo>
                <a:cubicBezTo>
                  <a:pt x="5092708" y="4123819"/>
                  <a:pt x="5093300" y="4123622"/>
                  <a:pt x="5093300" y="4123622"/>
                </a:cubicBezTo>
                <a:close/>
                <a:moveTo>
                  <a:pt x="4838919" y="4123622"/>
                </a:moveTo>
                <a:lnTo>
                  <a:pt x="4847982" y="4123622"/>
                </a:lnTo>
                <a:cubicBezTo>
                  <a:pt x="4848311" y="4123622"/>
                  <a:pt x="4848772" y="4124081"/>
                  <a:pt x="4848772" y="4124081"/>
                </a:cubicBezTo>
                <a:lnTo>
                  <a:pt x="4853303" y="4131963"/>
                </a:lnTo>
                <a:cubicBezTo>
                  <a:pt x="4853435" y="4132226"/>
                  <a:pt x="4853303" y="4132817"/>
                  <a:pt x="4853303" y="4132817"/>
                </a:cubicBezTo>
                <a:lnTo>
                  <a:pt x="4848772" y="4140698"/>
                </a:lnTo>
                <a:cubicBezTo>
                  <a:pt x="4848575" y="4140962"/>
                  <a:pt x="4847982" y="4141158"/>
                  <a:pt x="4847982" y="4141158"/>
                </a:cubicBezTo>
                <a:lnTo>
                  <a:pt x="4838919" y="4141158"/>
                </a:lnTo>
                <a:cubicBezTo>
                  <a:pt x="4838590" y="4141158"/>
                  <a:pt x="4838132" y="4140698"/>
                  <a:pt x="4838132" y="4140698"/>
                </a:cubicBezTo>
                <a:lnTo>
                  <a:pt x="4833598" y="4132817"/>
                </a:lnTo>
                <a:cubicBezTo>
                  <a:pt x="4833467" y="4132554"/>
                  <a:pt x="4833598" y="4131963"/>
                  <a:pt x="4833598" y="4131963"/>
                </a:cubicBezTo>
                <a:lnTo>
                  <a:pt x="4838132" y="4124081"/>
                </a:lnTo>
                <a:cubicBezTo>
                  <a:pt x="4838328" y="4123819"/>
                  <a:pt x="4838919" y="4123622"/>
                  <a:pt x="4838919" y="4123622"/>
                </a:cubicBezTo>
                <a:close/>
                <a:moveTo>
                  <a:pt x="4584538" y="4123622"/>
                </a:moveTo>
                <a:lnTo>
                  <a:pt x="4593603" y="4123622"/>
                </a:lnTo>
                <a:cubicBezTo>
                  <a:pt x="4593932" y="4123622"/>
                  <a:pt x="4594390" y="4124081"/>
                  <a:pt x="4594390" y="4124081"/>
                </a:cubicBezTo>
                <a:lnTo>
                  <a:pt x="4598922" y="4131963"/>
                </a:lnTo>
                <a:cubicBezTo>
                  <a:pt x="4599054" y="4132226"/>
                  <a:pt x="4598922" y="4132817"/>
                  <a:pt x="4598922" y="4132817"/>
                </a:cubicBezTo>
                <a:lnTo>
                  <a:pt x="4594390" y="4140698"/>
                </a:lnTo>
                <a:cubicBezTo>
                  <a:pt x="4594193" y="4140962"/>
                  <a:pt x="4593603" y="4141158"/>
                  <a:pt x="4593603" y="4141158"/>
                </a:cubicBezTo>
                <a:lnTo>
                  <a:pt x="4584538" y="4141158"/>
                </a:lnTo>
                <a:cubicBezTo>
                  <a:pt x="4584210" y="4141158"/>
                  <a:pt x="4583749" y="4140698"/>
                  <a:pt x="4583749" y="4140698"/>
                </a:cubicBezTo>
                <a:lnTo>
                  <a:pt x="4579218" y="4132817"/>
                </a:lnTo>
                <a:cubicBezTo>
                  <a:pt x="4579087" y="4132554"/>
                  <a:pt x="4579218" y="4131963"/>
                  <a:pt x="4579218" y="4131963"/>
                </a:cubicBezTo>
                <a:lnTo>
                  <a:pt x="4583749" y="4124081"/>
                </a:lnTo>
                <a:cubicBezTo>
                  <a:pt x="4583948" y="4123819"/>
                  <a:pt x="4584538" y="4123622"/>
                  <a:pt x="4584538" y="4123622"/>
                </a:cubicBezTo>
                <a:close/>
                <a:moveTo>
                  <a:pt x="4330157" y="4123622"/>
                </a:moveTo>
                <a:lnTo>
                  <a:pt x="4339222" y="4123622"/>
                </a:lnTo>
                <a:cubicBezTo>
                  <a:pt x="4339550" y="4123622"/>
                  <a:pt x="4340010" y="4124081"/>
                  <a:pt x="4340010" y="4124081"/>
                </a:cubicBezTo>
                <a:lnTo>
                  <a:pt x="4344540" y="4131963"/>
                </a:lnTo>
                <a:cubicBezTo>
                  <a:pt x="4344672" y="4132226"/>
                  <a:pt x="4344540" y="4132817"/>
                  <a:pt x="4344540" y="4132817"/>
                </a:cubicBezTo>
                <a:lnTo>
                  <a:pt x="4340010" y="4140698"/>
                </a:lnTo>
                <a:cubicBezTo>
                  <a:pt x="4339812" y="4140962"/>
                  <a:pt x="4339222" y="4141158"/>
                  <a:pt x="4339222" y="4141158"/>
                </a:cubicBezTo>
                <a:lnTo>
                  <a:pt x="4330157" y="4141158"/>
                </a:lnTo>
                <a:cubicBezTo>
                  <a:pt x="4329829" y="4141158"/>
                  <a:pt x="4329369" y="4140698"/>
                  <a:pt x="4329369" y="4140698"/>
                </a:cubicBezTo>
                <a:lnTo>
                  <a:pt x="4324836" y="4132817"/>
                </a:lnTo>
                <a:cubicBezTo>
                  <a:pt x="4324706" y="4132554"/>
                  <a:pt x="4324836" y="4131963"/>
                  <a:pt x="4324836" y="4131963"/>
                </a:cubicBezTo>
                <a:lnTo>
                  <a:pt x="4329369" y="4124081"/>
                </a:lnTo>
                <a:cubicBezTo>
                  <a:pt x="4329565" y="4123819"/>
                  <a:pt x="4330157" y="4123622"/>
                  <a:pt x="4330157" y="4123622"/>
                </a:cubicBezTo>
                <a:close/>
                <a:moveTo>
                  <a:pt x="4075790" y="4123622"/>
                </a:moveTo>
                <a:lnTo>
                  <a:pt x="4084855" y="4123622"/>
                </a:lnTo>
                <a:cubicBezTo>
                  <a:pt x="4085182" y="4123622"/>
                  <a:pt x="4085642" y="4124081"/>
                  <a:pt x="4085642" y="4124081"/>
                </a:cubicBezTo>
                <a:lnTo>
                  <a:pt x="4090176" y="4131963"/>
                </a:lnTo>
                <a:cubicBezTo>
                  <a:pt x="4090305" y="4132226"/>
                  <a:pt x="4090176" y="4132817"/>
                  <a:pt x="4090176" y="4132817"/>
                </a:cubicBezTo>
                <a:lnTo>
                  <a:pt x="4085642" y="4140698"/>
                </a:lnTo>
                <a:cubicBezTo>
                  <a:pt x="4085446" y="4140962"/>
                  <a:pt x="4084855" y="4141158"/>
                  <a:pt x="4084855" y="4141158"/>
                </a:cubicBezTo>
                <a:lnTo>
                  <a:pt x="4075790" y="4141158"/>
                </a:lnTo>
                <a:cubicBezTo>
                  <a:pt x="4075462" y="4141158"/>
                  <a:pt x="4075002" y="4140698"/>
                  <a:pt x="4075002" y="4140698"/>
                </a:cubicBezTo>
                <a:lnTo>
                  <a:pt x="4070469" y="4132817"/>
                </a:lnTo>
                <a:cubicBezTo>
                  <a:pt x="4070339" y="4132554"/>
                  <a:pt x="4070469" y="4131963"/>
                  <a:pt x="4070469" y="4131963"/>
                </a:cubicBezTo>
                <a:lnTo>
                  <a:pt x="4075002" y="4124081"/>
                </a:lnTo>
                <a:cubicBezTo>
                  <a:pt x="4075198" y="4123819"/>
                  <a:pt x="4075790" y="4123622"/>
                  <a:pt x="4075790" y="4123622"/>
                </a:cubicBezTo>
                <a:close/>
                <a:moveTo>
                  <a:pt x="3821346" y="4123622"/>
                </a:moveTo>
                <a:lnTo>
                  <a:pt x="3830412" y="4123622"/>
                </a:lnTo>
                <a:cubicBezTo>
                  <a:pt x="3830739" y="4123622"/>
                  <a:pt x="3831200" y="4124081"/>
                  <a:pt x="3831200" y="4124081"/>
                </a:cubicBezTo>
                <a:lnTo>
                  <a:pt x="3835732" y="4131963"/>
                </a:lnTo>
                <a:cubicBezTo>
                  <a:pt x="3835862" y="4132226"/>
                  <a:pt x="3835732" y="4132817"/>
                  <a:pt x="3835732" y="4132817"/>
                </a:cubicBezTo>
                <a:lnTo>
                  <a:pt x="3831200" y="4140698"/>
                </a:lnTo>
                <a:cubicBezTo>
                  <a:pt x="3831003" y="4140962"/>
                  <a:pt x="3830412" y="4141158"/>
                  <a:pt x="3830412" y="4141158"/>
                </a:cubicBezTo>
                <a:lnTo>
                  <a:pt x="3821346" y="4141158"/>
                </a:lnTo>
                <a:cubicBezTo>
                  <a:pt x="3821018" y="4141158"/>
                  <a:pt x="3820558" y="4140698"/>
                  <a:pt x="3820558" y="4140698"/>
                </a:cubicBezTo>
                <a:lnTo>
                  <a:pt x="3816026" y="4132817"/>
                </a:lnTo>
                <a:cubicBezTo>
                  <a:pt x="3815896" y="4132554"/>
                  <a:pt x="3816026" y="4131963"/>
                  <a:pt x="3816026" y="4131963"/>
                </a:cubicBezTo>
                <a:lnTo>
                  <a:pt x="3820558" y="4124081"/>
                </a:lnTo>
                <a:cubicBezTo>
                  <a:pt x="3820758" y="4123819"/>
                  <a:pt x="3821346" y="4123622"/>
                  <a:pt x="3821346" y="4123622"/>
                </a:cubicBezTo>
                <a:close/>
                <a:moveTo>
                  <a:pt x="3567004" y="4123622"/>
                </a:moveTo>
                <a:lnTo>
                  <a:pt x="3576068" y="4123622"/>
                </a:lnTo>
                <a:cubicBezTo>
                  <a:pt x="3576396" y="4123622"/>
                  <a:pt x="3576856" y="4124081"/>
                  <a:pt x="3576856" y="4124081"/>
                </a:cubicBezTo>
                <a:lnTo>
                  <a:pt x="3581388" y="4131963"/>
                </a:lnTo>
                <a:cubicBezTo>
                  <a:pt x="3581519" y="4132226"/>
                  <a:pt x="3581388" y="4132817"/>
                  <a:pt x="3581388" y="4132817"/>
                </a:cubicBezTo>
                <a:lnTo>
                  <a:pt x="3576856" y="4140698"/>
                </a:lnTo>
                <a:cubicBezTo>
                  <a:pt x="3576659" y="4140962"/>
                  <a:pt x="3576068" y="4141158"/>
                  <a:pt x="3576068" y="4141158"/>
                </a:cubicBezTo>
                <a:lnTo>
                  <a:pt x="3567004" y="4141158"/>
                </a:lnTo>
                <a:cubicBezTo>
                  <a:pt x="3566674" y="4141158"/>
                  <a:pt x="3566215" y="4140698"/>
                  <a:pt x="3566215" y="4140698"/>
                </a:cubicBezTo>
                <a:lnTo>
                  <a:pt x="3561682" y="4132817"/>
                </a:lnTo>
                <a:cubicBezTo>
                  <a:pt x="3561551" y="4132554"/>
                  <a:pt x="3561682" y="4131963"/>
                  <a:pt x="3561682" y="4131963"/>
                </a:cubicBezTo>
                <a:lnTo>
                  <a:pt x="3566215" y="4124081"/>
                </a:lnTo>
                <a:cubicBezTo>
                  <a:pt x="3566412" y="4123819"/>
                  <a:pt x="3567004" y="4123622"/>
                  <a:pt x="3567004" y="4123622"/>
                </a:cubicBezTo>
                <a:close/>
                <a:moveTo>
                  <a:pt x="3312668" y="4123622"/>
                </a:moveTo>
                <a:lnTo>
                  <a:pt x="3321732" y="4123622"/>
                </a:lnTo>
                <a:cubicBezTo>
                  <a:pt x="3322060" y="4123622"/>
                  <a:pt x="3322520" y="4124081"/>
                  <a:pt x="3322520" y="4124081"/>
                </a:cubicBezTo>
                <a:lnTo>
                  <a:pt x="3327052" y="4131963"/>
                </a:lnTo>
                <a:cubicBezTo>
                  <a:pt x="3327183" y="4132226"/>
                  <a:pt x="3327052" y="4132817"/>
                  <a:pt x="3327052" y="4132817"/>
                </a:cubicBezTo>
                <a:lnTo>
                  <a:pt x="3322520" y="4140698"/>
                </a:lnTo>
                <a:cubicBezTo>
                  <a:pt x="3322323" y="4140962"/>
                  <a:pt x="3321732" y="4141158"/>
                  <a:pt x="3321732" y="4141158"/>
                </a:cubicBezTo>
                <a:lnTo>
                  <a:pt x="3312668" y="4141158"/>
                </a:lnTo>
                <a:cubicBezTo>
                  <a:pt x="3312340" y="4141158"/>
                  <a:pt x="3311880" y="4140698"/>
                  <a:pt x="3311880" y="4140698"/>
                </a:cubicBezTo>
                <a:lnTo>
                  <a:pt x="3307347" y="4132817"/>
                </a:lnTo>
                <a:cubicBezTo>
                  <a:pt x="3307216" y="4132554"/>
                  <a:pt x="3307347" y="4131963"/>
                  <a:pt x="3307347" y="4131963"/>
                </a:cubicBezTo>
                <a:lnTo>
                  <a:pt x="3311880" y="4124081"/>
                </a:lnTo>
                <a:cubicBezTo>
                  <a:pt x="3312075" y="4123819"/>
                  <a:pt x="3312668" y="4123622"/>
                  <a:pt x="3312668" y="4123622"/>
                </a:cubicBezTo>
                <a:close/>
                <a:moveTo>
                  <a:pt x="3058346" y="4123622"/>
                </a:moveTo>
                <a:lnTo>
                  <a:pt x="3067411" y="4123622"/>
                </a:lnTo>
                <a:cubicBezTo>
                  <a:pt x="3067740" y="4123622"/>
                  <a:pt x="3068199" y="4124081"/>
                  <a:pt x="3068199" y="4124081"/>
                </a:cubicBezTo>
                <a:lnTo>
                  <a:pt x="3072730" y="4131963"/>
                </a:lnTo>
                <a:cubicBezTo>
                  <a:pt x="3072861" y="4132226"/>
                  <a:pt x="3072730" y="4132817"/>
                  <a:pt x="3072730" y="4132817"/>
                </a:cubicBezTo>
                <a:lnTo>
                  <a:pt x="3068199" y="4140698"/>
                </a:lnTo>
                <a:cubicBezTo>
                  <a:pt x="3068003" y="4140962"/>
                  <a:pt x="3067411" y="4141158"/>
                  <a:pt x="3067411" y="4141158"/>
                </a:cubicBezTo>
                <a:lnTo>
                  <a:pt x="3058346" y="4141158"/>
                </a:lnTo>
                <a:cubicBezTo>
                  <a:pt x="3058017" y="4141158"/>
                  <a:pt x="3057558" y="4140698"/>
                  <a:pt x="3057558" y="4140698"/>
                </a:cubicBezTo>
                <a:lnTo>
                  <a:pt x="3053027" y="4132817"/>
                </a:lnTo>
                <a:cubicBezTo>
                  <a:pt x="3052895" y="4132554"/>
                  <a:pt x="3053027" y="4131963"/>
                  <a:pt x="3053027" y="4131963"/>
                </a:cubicBezTo>
                <a:lnTo>
                  <a:pt x="3057558" y="4124081"/>
                </a:lnTo>
                <a:cubicBezTo>
                  <a:pt x="3057755" y="4123819"/>
                  <a:pt x="3058346" y="4123622"/>
                  <a:pt x="3058346" y="4123622"/>
                </a:cubicBezTo>
                <a:close/>
                <a:moveTo>
                  <a:pt x="2803926" y="4123622"/>
                </a:moveTo>
                <a:lnTo>
                  <a:pt x="2812990" y="4123622"/>
                </a:lnTo>
                <a:cubicBezTo>
                  <a:pt x="2813318" y="4123622"/>
                  <a:pt x="2813777" y="4124081"/>
                  <a:pt x="2813777" y="4124081"/>
                </a:cubicBezTo>
                <a:lnTo>
                  <a:pt x="2818309" y="4131963"/>
                </a:lnTo>
                <a:cubicBezTo>
                  <a:pt x="2818441" y="4132226"/>
                  <a:pt x="2818309" y="4132817"/>
                  <a:pt x="2818309" y="4132817"/>
                </a:cubicBezTo>
                <a:lnTo>
                  <a:pt x="2813777" y="4140698"/>
                </a:lnTo>
                <a:cubicBezTo>
                  <a:pt x="2813580" y="4140962"/>
                  <a:pt x="2812990" y="4141158"/>
                  <a:pt x="2812990" y="4141158"/>
                </a:cubicBezTo>
                <a:lnTo>
                  <a:pt x="2803926" y="4141158"/>
                </a:lnTo>
                <a:cubicBezTo>
                  <a:pt x="2803595" y="4141158"/>
                  <a:pt x="2803135" y="4140698"/>
                  <a:pt x="2803135" y="4140698"/>
                </a:cubicBezTo>
                <a:lnTo>
                  <a:pt x="2798603" y="4132817"/>
                </a:lnTo>
                <a:cubicBezTo>
                  <a:pt x="2798472" y="4132554"/>
                  <a:pt x="2798603" y="4131963"/>
                  <a:pt x="2798603" y="4131963"/>
                </a:cubicBezTo>
                <a:lnTo>
                  <a:pt x="2803135" y="4124081"/>
                </a:lnTo>
                <a:cubicBezTo>
                  <a:pt x="2803332" y="4123819"/>
                  <a:pt x="2803926" y="4123622"/>
                  <a:pt x="2803926" y="4123622"/>
                </a:cubicBezTo>
                <a:close/>
                <a:moveTo>
                  <a:pt x="2549431" y="4123622"/>
                </a:moveTo>
                <a:lnTo>
                  <a:pt x="2558497" y="4123622"/>
                </a:lnTo>
                <a:cubicBezTo>
                  <a:pt x="2558824" y="4123622"/>
                  <a:pt x="2559284" y="4124081"/>
                  <a:pt x="2559284" y="4124081"/>
                </a:cubicBezTo>
                <a:lnTo>
                  <a:pt x="2563817" y="4131963"/>
                </a:lnTo>
                <a:cubicBezTo>
                  <a:pt x="2563948" y="4132226"/>
                  <a:pt x="2563817" y="4132817"/>
                  <a:pt x="2563817" y="4132817"/>
                </a:cubicBezTo>
                <a:lnTo>
                  <a:pt x="2559284" y="4140698"/>
                </a:lnTo>
                <a:cubicBezTo>
                  <a:pt x="2559087" y="4140962"/>
                  <a:pt x="2558497" y="4141158"/>
                  <a:pt x="2558497" y="4141158"/>
                </a:cubicBezTo>
                <a:lnTo>
                  <a:pt x="2549431" y="4141158"/>
                </a:lnTo>
                <a:cubicBezTo>
                  <a:pt x="2549105" y="4141158"/>
                  <a:pt x="2548643" y="4140698"/>
                  <a:pt x="2548643" y="4140698"/>
                </a:cubicBezTo>
                <a:lnTo>
                  <a:pt x="2544111" y="4132817"/>
                </a:lnTo>
                <a:cubicBezTo>
                  <a:pt x="2543980" y="4132554"/>
                  <a:pt x="2544111" y="4131963"/>
                  <a:pt x="2544111" y="4131963"/>
                </a:cubicBezTo>
                <a:lnTo>
                  <a:pt x="2548643" y="4124081"/>
                </a:lnTo>
                <a:cubicBezTo>
                  <a:pt x="2548840" y="4123819"/>
                  <a:pt x="2549431" y="4123622"/>
                  <a:pt x="2549431" y="4123622"/>
                </a:cubicBezTo>
                <a:close/>
                <a:moveTo>
                  <a:pt x="2295042" y="4123622"/>
                </a:moveTo>
                <a:lnTo>
                  <a:pt x="2304107" y="4123622"/>
                </a:lnTo>
                <a:cubicBezTo>
                  <a:pt x="2304435" y="4123622"/>
                  <a:pt x="2304895" y="4124081"/>
                  <a:pt x="2304895" y="4124081"/>
                </a:cubicBezTo>
                <a:lnTo>
                  <a:pt x="2309426" y="4131963"/>
                </a:lnTo>
                <a:cubicBezTo>
                  <a:pt x="2309558" y="4132226"/>
                  <a:pt x="2309426" y="4132817"/>
                  <a:pt x="2309426" y="4132817"/>
                </a:cubicBezTo>
                <a:lnTo>
                  <a:pt x="2304895" y="4140698"/>
                </a:lnTo>
                <a:cubicBezTo>
                  <a:pt x="2304699" y="4140962"/>
                  <a:pt x="2304107" y="4141158"/>
                  <a:pt x="2304107" y="4141158"/>
                </a:cubicBezTo>
                <a:lnTo>
                  <a:pt x="2295042" y="4141158"/>
                </a:lnTo>
                <a:cubicBezTo>
                  <a:pt x="2294714" y="4141158"/>
                  <a:pt x="2294254" y="4140698"/>
                  <a:pt x="2294254" y="4140698"/>
                </a:cubicBezTo>
                <a:lnTo>
                  <a:pt x="2289722" y="4132817"/>
                </a:lnTo>
                <a:cubicBezTo>
                  <a:pt x="2289590" y="4132554"/>
                  <a:pt x="2289722" y="4131963"/>
                  <a:pt x="2289722" y="4131963"/>
                </a:cubicBezTo>
                <a:lnTo>
                  <a:pt x="2294254" y="4124081"/>
                </a:lnTo>
                <a:cubicBezTo>
                  <a:pt x="2294451" y="4123819"/>
                  <a:pt x="2295042" y="4123622"/>
                  <a:pt x="2295042" y="4123622"/>
                </a:cubicBezTo>
                <a:close/>
                <a:moveTo>
                  <a:pt x="2040669" y="4123622"/>
                </a:moveTo>
                <a:lnTo>
                  <a:pt x="2049732" y="4123622"/>
                </a:lnTo>
                <a:cubicBezTo>
                  <a:pt x="2050060" y="4123622"/>
                  <a:pt x="2050520" y="4124081"/>
                  <a:pt x="2050520" y="4124081"/>
                </a:cubicBezTo>
                <a:lnTo>
                  <a:pt x="2055053" y="4131963"/>
                </a:lnTo>
                <a:cubicBezTo>
                  <a:pt x="2055185" y="4132226"/>
                  <a:pt x="2055053" y="4132817"/>
                  <a:pt x="2055053" y="4132817"/>
                </a:cubicBezTo>
                <a:lnTo>
                  <a:pt x="2050520" y="4140698"/>
                </a:lnTo>
                <a:cubicBezTo>
                  <a:pt x="2050323" y="4140962"/>
                  <a:pt x="2049732" y="4141158"/>
                  <a:pt x="2049732" y="4141158"/>
                </a:cubicBezTo>
                <a:lnTo>
                  <a:pt x="2040669" y="4141158"/>
                </a:lnTo>
                <a:cubicBezTo>
                  <a:pt x="2040339" y="4141158"/>
                  <a:pt x="2039880" y="4140698"/>
                  <a:pt x="2039880" y="4140698"/>
                </a:cubicBezTo>
                <a:lnTo>
                  <a:pt x="2035346" y="4132817"/>
                </a:lnTo>
                <a:cubicBezTo>
                  <a:pt x="2035215" y="4132554"/>
                  <a:pt x="2035346" y="4131963"/>
                  <a:pt x="2035346" y="4131963"/>
                </a:cubicBezTo>
                <a:lnTo>
                  <a:pt x="2039880" y="4124081"/>
                </a:lnTo>
                <a:cubicBezTo>
                  <a:pt x="2040077" y="4123819"/>
                  <a:pt x="2040669" y="4123622"/>
                  <a:pt x="2040669" y="4123622"/>
                </a:cubicBezTo>
                <a:close/>
                <a:moveTo>
                  <a:pt x="1786280" y="4123622"/>
                </a:moveTo>
                <a:lnTo>
                  <a:pt x="1795344" y="4123622"/>
                </a:lnTo>
                <a:cubicBezTo>
                  <a:pt x="1795673" y="4123622"/>
                  <a:pt x="1796133" y="4124081"/>
                  <a:pt x="1796133" y="4124081"/>
                </a:cubicBezTo>
                <a:lnTo>
                  <a:pt x="1800664" y="4131963"/>
                </a:lnTo>
                <a:cubicBezTo>
                  <a:pt x="1800795" y="4132226"/>
                  <a:pt x="1800664" y="4132817"/>
                  <a:pt x="1800664" y="4132817"/>
                </a:cubicBezTo>
                <a:lnTo>
                  <a:pt x="1796133" y="4140698"/>
                </a:lnTo>
                <a:cubicBezTo>
                  <a:pt x="1795936" y="4140962"/>
                  <a:pt x="1795344" y="4141158"/>
                  <a:pt x="1795344" y="4141158"/>
                </a:cubicBezTo>
                <a:lnTo>
                  <a:pt x="1786280" y="4141158"/>
                </a:lnTo>
                <a:cubicBezTo>
                  <a:pt x="1785953" y="4141158"/>
                  <a:pt x="1785492" y="4140698"/>
                  <a:pt x="1785492" y="4140698"/>
                </a:cubicBezTo>
                <a:lnTo>
                  <a:pt x="1780960" y="4132817"/>
                </a:lnTo>
                <a:cubicBezTo>
                  <a:pt x="1780829" y="4132554"/>
                  <a:pt x="1780960" y="4131963"/>
                  <a:pt x="1780960" y="4131963"/>
                </a:cubicBezTo>
                <a:lnTo>
                  <a:pt x="1785492" y="4124081"/>
                </a:lnTo>
                <a:cubicBezTo>
                  <a:pt x="1785688" y="4123819"/>
                  <a:pt x="1786280" y="4123622"/>
                  <a:pt x="1786280" y="4123622"/>
                </a:cubicBezTo>
                <a:close/>
                <a:moveTo>
                  <a:pt x="1531980" y="4123622"/>
                </a:moveTo>
                <a:lnTo>
                  <a:pt x="1541042" y="4123622"/>
                </a:lnTo>
                <a:cubicBezTo>
                  <a:pt x="1541370" y="4123622"/>
                  <a:pt x="1541828" y="4124081"/>
                  <a:pt x="1541828" y="4124081"/>
                </a:cubicBezTo>
                <a:lnTo>
                  <a:pt x="1546363" y="4131963"/>
                </a:lnTo>
                <a:cubicBezTo>
                  <a:pt x="1546494" y="4132226"/>
                  <a:pt x="1546363" y="4132817"/>
                  <a:pt x="1546363" y="4132817"/>
                </a:cubicBezTo>
                <a:lnTo>
                  <a:pt x="1541828" y="4140698"/>
                </a:lnTo>
                <a:cubicBezTo>
                  <a:pt x="1541633" y="4140962"/>
                  <a:pt x="1541042" y="4141158"/>
                  <a:pt x="1541042" y="4141158"/>
                </a:cubicBezTo>
                <a:lnTo>
                  <a:pt x="1531980" y="4141158"/>
                </a:lnTo>
                <a:cubicBezTo>
                  <a:pt x="1531651" y="4141158"/>
                  <a:pt x="1531191" y="4140698"/>
                  <a:pt x="1531191" y="4140698"/>
                </a:cubicBezTo>
                <a:lnTo>
                  <a:pt x="1526658" y="4132817"/>
                </a:lnTo>
                <a:cubicBezTo>
                  <a:pt x="1526526" y="4132554"/>
                  <a:pt x="1526658" y="4131963"/>
                  <a:pt x="1526658" y="4131963"/>
                </a:cubicBezTo>
                <a:lnTo>
                  <a:pt x="1531191" y="4124081"/>
                </a:lnTo>
                <a:cubicBezTo>
                  <a:pt x="1531388" y="4123819"/>
                  <a:pt x="1531980" y="4123622"/>
                  <a:pt x="1531980" y="4123622"/>
                </a:cubicBezTo>
                <a:close/>
                <a:moveTo>
                  <a:pt x="1277596" y="4123622"/>
                </a:moveTo>
                <a:lnTo>
                  <a:pt x="1286660" y="4123622"/>
                </a:lnTo>
                <a:cubicBezTo>
                  <a:pt x="1286988" y="4123622"/>
                  <a:pt x="1287448" y="4124081"/>
                  <a:pt x="1287448" y="4124081"/>
                </a:cubicBezTo>
                <a:lnTo>
                  <a:pt x="1291981" y="4131963"/>
                </a:lnTo>
                <a:cubicBezTo>
                  <a:pt x="1292113" y="4132226"/>
                  <a:pt x="1291981" y="4132817"/>
                  <a:pt x="1291981" y="4132817"/>
                </a:cubicBezTo>
                <a:lnTo>
                  <a:pt x="1287448" y="4140698"/>
                </a:lnTo>
                <a:cubicBezTo>
                  <a:pt x="1287252" y="4140962"/>
                  <a:pt x="1286660" y="4141158"/>
                  <a:pt x="1286660" y="4141158"/>
                </a:cubicBezTo>
                <a:lnTo>
                  <a:pt x="1277596" y="4141158"/>
                </a:lnTo>
                <a:cubicBezTo>
                  <a:pt x="1277266" y="4141158"/>
                  <a:pt x="1276805" y="4140698"/>
                  <a:pt x="1276805" y="4140698"/>
                </a:cubicBezTo>
                <a:lnTo>
                  <a:pt x="1272274" y="4132817"/>
                </a:lnTo>
                <a:cubicBezTo>
                  <a:pt x="1272144" y="4132554"/>
                  <a:pt x="1272274" y="4131963"/>
                  <a:pt x="1272274" y="4131963"/>
                </a:cubicBezTo>
                <a:lnTo>
                  <a:pt x="1276805" y="4124081"/>
                </a:lnTo>
                <a:cubicBezTo>
                  <a:pt x="1277003" y="4123819"/>
                  <a:pt x="1277596" y="4123622"/>
                  <a:pt x="1277596" y="4123622"/>
                </a:cubicBezTo>
                <a:close/>
                <a:moveTo>
                  <a:pt x="1023219" y="4123622"/>
                </a:moveTo>
                <a:lnTo>
                  <a:pt x="1032284" y="4123622"/>
                </a:lnTo>
                <a:cubicBezTo>
                  <a:pt x="1032613" y="4123622"/>
                  <a:pt x="1033072" y="4124081"/>
                  <a:pt x="1033072" y="4124081"/>
                </a:cubicBezTo>
                <a:lnTo>
                  <a:pt x="1037606" y="4131963"/>
                </a:lnTo>
                <a:cubicBezTo>
                  <a:pt x="1037735" y="4132226"/>
                  <a:pt x="1037606" y="4132817"/>
                  <a:pt x="1037606" y="4132817"/>
                </a:cubicBezTo>
                <a:lnTo>
                  <a:pt x="1033072" y="4140698"/>
                </a:lnTo>
                <a:cubicBezTo>
                  <a:pt x="1032874" y="4140962"/>
                  <a:pt x="1032284" y="4141158"/>
                  <a:pt x="1032284" y="4141158"/>
                </a:cubicBezTo>
                <a:lnTo>
                  <a:pt x="1023219" y="4141158"/>
                </a:lnTo>
                <a:cubicBezTo>
                  <a:pt x="1022891" y="4141158"/>
                  <a:pt x="1022432" y="4140698"/>
                  <a:pt x="1022432" y="4140698"/>
                </a:cubicBezTo>
                <a:lnTo>
                  <a:pt x="1017898" y="4132817"/>
                </a:lnTo>
                <a:cubicBezTo>
                  <a:pt x="1017767" y="4132554"/>
                  <a:pt x="1017898" y="4131963"/>
                  <a:pt x="1017898" y="4131963"/>
                </a:cubicBezTo>
                <a:lnTo>
                  <a:pt x="1022432" y="4124081"/>
                </a:lnTo>
                <a:cubicBezTo>
                  <a:pt x="1022629" y="4123819"/>
                  <a:pt x="1023219" y="4123622"/>
                  <a:pt x="1023219" y="4123622"/>
                </a:cubicBezTo>
                <a:close/>
                <a:moveTo>
                  <a:pt x="768624" y="4123622"/>
                </a:moveTo>
                <a:lnTo>
                  <a:pt x="777687" y="4123622"/>
                </a:lnTo>
                <a:cubicBezTo>
                  <a:pt x="778015" y="4123622"/>
                  <a:pt x="778476" y="4124081"/>
                  <a:pt x="778476" y="4124081"/>
                </a:cubicBezTo>
                <a:lnTo>
                  <a:pt x="783007" y="4131963"/>
                </a:lnTo>
                <a:cubicBezTo>
                  <a:pt x="783138" y="4132226"/>
                  <a:pt x="783007" y="4132817"/>
                  <a:pt x="783007" y="4132817"/>
                </a:cubicBezTo>
                <a:lnTo>
                  <a:pt x="778476" y="4140698"/>
                </a:lnTo>
                <a:cubicBezTo>
                  <a:pt x="778279" y="4140962"/>
                  <a:pt x="777687" y="4141158"/>
                  <a:pt x="777687" y="4141158"/>
                </a:cubicBezTo>
                <a:lnTo>
                  <a:pt x="768624" y="4141158"/>
                </a:lnTo>
                <a:cubicBezTo>
                  <a:pt x="768294" y="4141158"/>
                  <a:pt x="767835" y="4140698"/>
                  <a:pt x="767835" y="4140698"/>
                </a:cubicBezTo>
                <a:lnTo>
                  <a:pt x="763303" y="4132817"/>
                </a:lnTo>
                <a:cubicBezTo>
                  <a:pt x="763172" y="4132554"/>
                  <a:pt x="763303" y="4131963"/>
                  <a:pt x="763303" y="4131963"/>
                </a:cubicBezTo>
                <a:lnTo>
                  <a:pt x="767835" y="4124081"/>
                </a:lnTo>
                <a:cubicBezTo>
                  <a:pt x="768032" y="4123819"/>
                  <a:pt x="768624" y="4123622"/>
                  <a:pt x="768624" y="4123622"/>
                </a:cubicBezTo>
                <a:close/>
                <a:moveTo>
                  <a:pt x="514266" y="4123622"/>
                </a:moveTo>
                <a:lnTo>
                  <a:pt x="523330" y="4123622"/>
                </a:lnTo>
                <a:cubicBezTo>
                  <a:pt x="523658" y="4123622"/>
                  <a:pt x="524118" y="4124081"/>
                  <a:pt x="524118" y="4124081"/>
                </a:cubicBezTo>
                <a:lnTo>
                  <a:pt x="528650" y="4131963"/>
                </a:lnTo>
                <a:cubicBezTo>
                  <a:pt x="528781" y="4132226"/>
                  <a:pt x="528650" y="4132817"/>
                  <a:pt x="528650" y="4132817"/>
                </a:cubicBezTo>
                <a:lnTo>
                  <a:pt x="524118" y="4140698"/>
                </a:lnTo>
                <a:cubicBezTo>
                  <a:pt x="523921" y="4140962"/>
                  <a:pt x="523330" y="4141158"/>
                  <a:pt x="523330" y="4141158"/>
                </a:cubicBezTo>
                <a:lnTo>
                  <a:pt x="514266" y="4141158"/>
                </a:lnTo>
                <a:cubicBezTo>
                  <a:pt x="513937" y="4141158"/>
                  <a:pt x="513478" y="4140698"/>
                  <a:pt x="513478" y="4140698"/>
                </a:cubicBezTo>
                <a:lnTo>
                  <a:pt x="508945" y="4132817"/>
                </a:lnTo>
                <a:cubicBezTo>
                  <a:pt x="508814" y="4132554"/>
                  <a:pt x="508945" y="4131963"/>
                  <a:pt x="508945" y="4131963"/>
                </a:cubicBezTo>
                <a:lnTo>
                  <a:pt x="513478" y="4124081"/>
                </a:lnTo>
                <a:cubicBezTo>
                  <a:pt x="513675" y="4123819"/>
                  <a:pt x="514266" y="4123622"/>
                  <a:pt x="514266" y="4123622"/>
                </a:cubicBezTo>
                <a:close/>
                <a:moveTo>
                  <a:pt x="259972" y="4123622"/>
                </a:moveTo>
                <a:lnTo>
                  <a:pt x="269036" y="4123622"/>
                </a:lnTo>
                <a:cubicBezTo>
                  <a:pt x="269364" y="4123622"/>
                  <a:pt x="269824" y="4124081"/>
                  <a:pt x="269824" y="4124081"/>
                </a:cubicBezTo>
                <a:lnTo>
                  <a:pt x="274356" y="4131963"/>
                </a:lnTo>
                <a:cubicBezTo>
                  <a:pt x="274487" y="4132226"/>
                  <a:pt x="274356" y="4132817"/>
                  <a:pt x="274356" y="4132817"/>
                </a:cubicBezTo>
                <a:lnTo>
                  <a:pt x="269824" y="4140698"/>
                </a:lnTo>
                <a:cubicBezTo>
                  <a:pt x="269627" y="4140962"/>
                  <a:pt x="269036" y="4141158"/>
                  <a:pt x="269036" y="4141158"/>
                </a:cubicBezTo>
                <a:lnTo>
                  <a:pt x="259972" y="4141158"/>
                </a:lnTo>
                <a:cubicBezTo>
                  <a:pt x="259643" y="4141158"/>
                  <a:pt x="259183" y="4140698"/>
                  <a:pt x="259183" y="4140698"/>
                </a:cubicBezTo>
                <a:lnTo>
                  <a:pt x="254651" y="4132817"/>
                </a:lnTo>
                <a:cubicBezTo>
                  <a:pt x="254520" y="4132554"/>
                  <a:pt x="254651" y="4131963"/>
                  <a:pt x="254651" y="4131963"/>
                </a:cubicBezTo>
                <a:lnTo>
                  <a:pt x="259183" y="4124081"/>
                </a:lnTo>
                <a:cubicBezTo>
                  <a:pt x="259380" y="4123819"/>
                  <a:pt x="259972" y="4123622"/>
                  <a:pt x="259972" y="4123622"/>
                </a:cubicBezTo>
                <a:close/>
                <a:moveTo>
                  <a:pt x="5550" y="4123622"/>
                </a:moveTo>
                <a:lnTo>
                  <a:pt x="14613" y="4123622"/>
                </a:lnTo>
                <a:cubicBezTo>
                  <a:pt x="14942" y="4123622"/>
                  <a:pt x="15402" y="4124081"/>
                  <a:pt x="15402" y="4124081"/>
                </a:cubicBezTo>
                <a:lnTo>
                  <a:pt x="19933" y="4131963"/>
                </a:lnTo>
                <a:cubicBezTo>
                  <a:pt x="20065" y="4132226"/>
                  <a:pt x="19933" y="4132817"/>
                  <a:pt x="19933" y="4132817"/>
                </a:cubicBezTo>
                <a:lnTo>
                  <a:pt x="15402" y="4140698"/>
                </a:lnTo>
                <a:cubicBezTo>
                  <a:pt x="15205" y="4140962"/>
                  <a:pt x="14613" y="4141158"/>
                  <a:pt x="14613" y="4141158"/>
                </a:cubicBezTo>
                <a:lnTo>
                  <a:pt x="5550" y="4141158"/>
                </a:lnTo>
                <a:cubicBezTo>
                  <a:pt x="5220" y="4141158"/>
                  <a:pt x="4761" y="4140698"/>
                  <a:pt x="4761" y="4140698"/>
                </a:cubicBezTo>
                <a:lnTo>
                  <a:pt x="229" y="4132817"/>
                </a:lnTo>
                <a:cubicBezTo>
                  <a:pt x="98" y="4132554"/>
                  <a:pt x="229" y="4131963"/>
                  <a:pt x="229" y="4131963"/>
                </a:cubicBezTo>
                <a:lnTo>
                  <a:pt x="4761" y="4124081"/>
                </a:lnTo>
                <a:cubicBezTo>
                  <a:pt x="4958" y="4123819"/>
                  <a:pt x="5550" y="4123622"/>
                  <a:pt x="5550" y="4123622"/>
                </a:cubicBezTo>
                <a:close/>
                <a:moveTo>
                  <a:pt x="10435622" y="3906613"/>
                </a:moveTo>
                <a:lnTo>
                  <a:pt x="10444686" y="3906613"/>
                </a:lnTo>
                <a:cubicBezTo>
                  <a:pt x="10445015" y="3906613"/>
                  <a:pt x="10445474" y="3907073"/>
                  <a:pt x="10445474" y="3907073"/>
                </a:cubicBezTo>
                <a:lnTo>
                  <a:pt x="10450007" y="3914954"/>
                </a:lnTo>
                <a:cubicBezTo>
                  <a:pt x="10450138" y="3915217"/>
                  <a:pt x="10450007" y="3915808"/>
                  <a:pt x="10450007" y="3915808"/>
                </a:cubicBezTo>
                <a:lnTo>
                  <a:pt x="10445474" y="3923690"/>
                </a:lnTo>
                <a:cubicBezTo>
                  <a:pt x="10445278" y="3923953"/>
                  <a:pt x="10444686" y="3924150"/>
                  <a:pt x="10444686" y="3924150"/>
                </a:cubicBezTo>
                <a:lnTo>
                  <a:pt x="10435622" y="3924150"/>
                </a:lnTo>
                <a:cubicBezTo>
                  <a:pt x="10435295" y="3924150"/>
                  <a:pt x="10434834" y="3923690"/>
                  <a:pt x="10434834" y="3923690"/>
                </a:cubicBezTo>
                <a:lnTo>
                  <a:pt x="10430302" y="3915808"/>
                </a:lnTo>
                <a:cubicBezTo>
                  <a:pt x="10430171" y="3915546"/>
                  <a:pt x="10430302" y="3914954"/>
                  <a:pt x="10430302" y="3914954"/>
                </a:cubicBezTo>
                <a:lnTo>
                  <a:pt x="10434834" y="3907073"/>
                </a:lnTo>
                <a:cubicBezTo>
                  <a:pt x="10435031" y="3906810"/>
                  <a:pt x="10435622" y="3906613"/>
                  <a:pt x="10435622" y="3906613"/>
                </a:cubicBezTo>
                <a:close/>
                <a:moveTo>
                  <a:pt x="10181242" y="3906613"/>
                </a:moveTo>
                <a:lnTo>
                  <a:pt x="10190305" y="3906613"/>
                </a:lnTo>
                <a:cubicBezTo>
                  <a:pt x="10190635" y="3906613"/>
                  <a:pt x="10191093" y="3907073"/>
                  <a:pt x="10191093" y="3907073"/>
                </a:cubicBezTo>
                <a:lnTo>
                  <a:pt x="10195626" y="3914954"/>
                </a:lnTo>
                <a:cubicBezTo>
                  <a:pt x="10195758" y="3915217"/>
                  <a:pt x="10195626" y="3915808"/>
                  <a:pt x="10195626" y="3915808"/>
                </a:cubicBezTo>
                <a:lnTo>
                  <a:pt x="10191093" y="3923690"/>
                </a:lnTo>
                <a:cubicBezTo>
                  <a:pt x="10190896" y="3923953"/>
                  <a:pt x="10190305" y="3924150"/>
                  <a:pt x="10190305" y="3924150"/>
                </a:cubicBezTo>
                <a:lnTo>
                  <a:pt x="10181242" y="3924150"/>
                </a:lnTo>
                <a:cubicBezTo>
                  <a:pt x="10180914" y="3924150"/>
                  <a:pt x="10180453" y="3923690"/>
                  <a:pt x="10180453" y="3923690"/>
                </a:cubicBezTo>
                <a:lnTo>
                  <a:pt x="10175922" y="3915808"/>
                </a:lnTo>
                <a:cubicBezTo>
                  <a:pt x="10175790" y="3915546"/>
                  <a:pt x="10175922" y="3914954"/>
                  <a:pt x="10175922" y="3914954"/>
                </a:cubicBezTo>
                <a:lnTo>
                  <a:pt x="10180453" y="3907073"/>
                </a:lnTo>
                <a:cubicBezTo>
                  <a:pt x="10180650" y="3906810"/>
                  <a:pt x="10181242" y="3906613"/>
                  <a:pt x="10181242" y="3906613"/>
                </a:cubicBezTo>
                <a:close/>
                <a:moveTo>
                  <a:pt x="9926861" y="3906613"/>
                </a:moveTo>
                <a:lnTo>
                  <a:pt x="9935924" y="3906613"/>
                </a:lnTo>
                <a:cubicBezTo>
                  <a:pt x="9936254" y="3906613"/>
                  <a:pt x="9936713" y="3907073"/>
                  <a:pt x="9936713" y="3907073"/>
                </a:cubicBezTo>
                <a:lnTo>
                  <a:pt x="9941246" y="3914954"/>
                </a:lnTo>
                <a:cubicBezTo>
                  <a:pt x="9941376" y="3915217"/>
                  <a:pt x="9941246" y="3915808"/>
                  <a:pt x="9941246" y="3915808"/>
                </a:cubicBezTo>
                <a:lnTo>
                  <a:pt x="9936713" y="3923690"/>
                </a:lnTo>
                <a:cubicBezTo>
                  <a:pt x="9936516" y="3923953"/>
                  <a:pt x="9935924" y="3924150"/>
                  <a:pt x="9935924" y="3924150"/>
                </a:cubicBezTo>
                <a:lnTo>
                  <a:pt x="9926861" y="3924150"/>
                </a:lnTo>
                <a:cubicBezTo>
                  <a:pt x="9926532" y="3924150"/>
                  <a:pt x="9926073" y="3923690"/>
                  <a:pt x="9926073" y="3923690"/>
                </a:cubicBezTo>
                <a:lnTo>
                  <a:pt x="9921541" y="3915808"/>
                </a:lnTo>
                <a:cubicBezTo>
                  <a:pt x="9921410" y="3915546"/>
                  <a:pt x="9921541" y="3914954"/>
                  <a:pt x="9921541" y="3914954"/>
                </a:cubicBezTo>
                <a:lnTo>
                  <a:pt x="9926073" y="3907073"/>
                </a:lnTo>
                <a:cubicBezTo>
                  <a:pt x="9926270" y="3906810"/>
                  <a:pt x="9926861" y="3906613"/>
                  <a:pt x="9926861" y="3906613"/>
                </a:cubicBezTo>
                <a:close/>
                <a:moveTo>
                  <a:pt x="9672481" y="3906613"/>
                </a:moveTo>
                <a:lnTo>
                  <a:pt x="9681545" y="3906613"/>
                </a:lnTo>
                <a:cubicBezTo>
                  <a:pt x="9681872" y="3906613"/>
                  <a:pt x="9682333" y="3907073"/>
                  <a:pt x="9682333" y="3907073"/>
                </a:cubicBezTo>
                <a:lnTo>
                  <a:pt x="9686865" y="3914954"/>
                </a:lnTo>
                <a:cubicBezTo>
                  <a:pt x="9686996" y="3915217"/>
                  <a:pt x="9686865" y="3915808"/>
                  <a:pt x="9686865" y="3915808"/>
                </a:cubicBezTo>
                <a:lnTo>
                  <a:pt x="9682333" y="3923690"/>
                </a:lnTo>
                <a:cubicBezTo>
                  <a:pt x="9682136" y="3923953"/>
                  <a:pt x="9681545" y="3924150"/>
                  <a:pt x="9681545" y="3924150"/>
                </a:cubicBezTo>
                <a:lnTo>
                  <a:pt x="9672481" y="3924150"/>
                </a:lnTo>
                <a:cubicBezTo>
                  <a:pt x="9672152" y="3924150"/>
                  <a:pt x="9671693" y="3923690"/>
                  <a:pt x="9671693" y="3923690"/>
                </a:cubicBezTo>
                <a:lnTo>
                  <a:pt x="9667160" y="3915808"/>
                </a:lnTo>
                <a:cubicBezTo>
                  <a:pt x="9667030" y="3915546"/>
                  <a:pt x="9667160" y="3914954"/>
                  <a:pt x="9667160" y="3914954"/>
                </a:cubicBezTo>
                <a:lnTo>
                  <a:pt x="9671693" y="3907073"/>
                </a:lnTo>
                <a:cubicBezTo>
                  <a:pt x="9671890" y="3906810"/>
                  <a:pt x="9672481" y="3906613"/>
                  <a:pt x="9672481" y="3906613"/>
                </a:cubicBezTo>
                <a:close/>
                <a:moveTo>
                  <a:pt x="9418035" y="3906613"/>
                </a:moveTo>
                <a:lnTo>
                  <a:pt x="9427099" y="3906613"/>
                </a:lnTo>
                <a:cubicBezTo>
                  <a:pt x="9427427" y="3906613"/>
                  <a:pt x="9427887" y="3907073"/>
                  <a:pt x="9427887" y="3907073"/>
                </a:cubicBezTo>
                <a:lnTo>
                  <a:pt x="9432419" y="3914954"/>
                </a:lnTo>
                <a:cubicBezTo>
                  <a:pt x="9432550" y="3915217"/>
                  <a:pt x="9432419" y="3915808"/>
                  <a:pt x="9432419" y="3915808"/>
                </a:cubicBezTo>
                <a:lnTo>
                  <a:pt x="9427887" y="3923690"/>
                </a:lnTo>
                <a:cubicBezTo>
                  <a:pt x="9427690" y="3923953"/>
                  <a:pt x="9427099" y="3924150"/>
                  <a:pt x="9427099" y="3924150"/>
                </a:cubicBezTo>
                <a:lnTo>
                  <a:pt x="9418035" y="3924150"/>
                </a:lnTo>
                <a:cubicBezTo>
                  <a:pt x="9417707" y="3924150"/>
                  <a:pt x="9417247" y="3923690"/>
                  <a:pt x="9417247" y="3923690"/>
                </a:cubicBezTo>
                <a:lnTo>
                  <a:pt x="9412714" y="3915808"/>
                </a:lnTo>
                <a:cubicBezTo>
                  <a:pt x="9412583" y="3915546"/>
                  <a:pt x="9412714" y="3914954"/>
                  <a:pt x="9412714" y="3914954"/>
                </a:cubicBezTo>
                <a:lnTo>
                  <a:pt x="9417247" y="3907073"/>
                </a:lnTo>
                <a:cubicBezTo>
                  <a:pt x="9417444" y="3906810"/>
                  <a:pt x="9418035" y="3906613"/>
                  <a:pt x="9418035" y="3906613"/>
                </a:cubicBezTo>
                <a:close/>
                <a:moveTo>
                  <a:pt x="9163654" y="3906613"/>
                </a:moveTo>
                <a:lnTo>
                  <a:pt x="9172718" y="3906613"/>
                </a:lnTo>
                <a:cubicBezTo>
                  <a:pt x="9173046" y="3906613"/>
                  <a:pt x="9173506" y="3907073"/>
                  <a:pt x="9173506" y="3907073"/>
                </a:cubicBezTo>
                <a:lnTo>
                  <a:pt x="9178038" y="3914954"/>
                </a:lnTo>
                <a:cubicBezTo>
                  <a:pt x="9178169" y="3915217"/>
                  <a:pt x="9178038" y="3915808"/>
                  <a:pt x="9178038" y="3915808"/>
                </a:cubicBezTo>
                <a:lnTo>
                  <a:pt x="9173506" y="3923690"/>
                </a:lnTo>
                <a:cubicBezTo>
                  <a:pt x="9173309" y="3923953"/>
                  <a:pt x="9172718" y="3924150"/>
                  <a:pt x="9172718" y="3924150"/>
                </a:cubicBezTo>
                <a:lnTo>
                  <a:pt x="9163654" y="3924150"/>
                </a:lnTo>
                <a:cubicBezTo>
                  <a:pt x="9163326" y="3924150"/>
                  <a:pt x="9162866" y="3923690"/>
                  <a:pt x="9162866" y="3923690"/>
                </a:cubicBezTo>
                <a:lnTo>
                  <a:pt x="9158333" y="3915808"/>
                </a:lnTo>
                <a:cubicBezTo>
                  <a:pt x="9158202" y="3915546"/>
                  <a:pt x="9158333" y="3914954"/>
                  <a:pt x="9158333" y="3914954"/>
                </a:cubicBezTo>
                <a:lnTo>
                  <a:pt x="9162866" y="3907073"/>
                </a:lnTo>
                <a:cubicBezTo>
                  <a:pt x="9163062" y="3906810"/>
                  <a:pt x="9163654" y="3906613"/>
                  <a:pt x="9163654" y="3906613"/>
                </a:cubicBezTo>
                <a:close/>
                <a:moveTo>
                  <a:pt x="8909274" y="3906613"/>
                </a:moveTo>
                <a:lnTo>
                  <a:pt x="8918336" y="3906613"/>
                </a:lnTo>
                <a:cubicBezTo>
                  <a:pt x="8918666" y="3906613"/>
                  <a:pt x="8919125" y="3907073"/>
                  <a:pt x="8919125" y="3907073"/>
                </a:cubicBezTo>
                <a:lnTo>
                  <a:pt x="8923657" y="3914954"/>
                </a:lnTo>
                <a:cubicBezTo>
                  <a:pt x="8923789" y="3915217"/>
                  <a:pt x="8923657" y="3915808"/>
                  <a:pt x="8923657" y="3915808"/>
                </a:cubicBezTo>
                <a:lnTo>
                  <a:pt x="8919125" y="3923690"/>
                </a:lnTo>
                <a:cubicBezTo>
                  <a:pt x="8918928" y="3923953"/>
                  <a:pt x="8918336" y="3924150"/>
                  <a:pt x="8918336" y="3924150"/>
                </a:cubicBezTo>
                <a:lnTo>
                  <a:pt x="8909274" y="3924150"/>
                </a:lnTo>
                <a:cubicBezTo>
                  <a:pt x="8908945" y="3924150"/>
                  <a:pt x="8908484" y="3923690"/>
                  <a:pt x="8908484" y="3923690"/>
                </a:cubicBezTo>
                <a:lnTo>
                  <a:pt x="8903953" y="3915808"/>
                </a:lnTo>
                <a:cubicBezTo>
                  <a:pt x="8903821" y="3915546"/>
                  <a:pt x="8903953" y="3914954"/>
                  <a:pt x="8903953" y="3914954"/>
                </a:cubicBezTo>
                <a:lnTo>
                  <a:pt x="8908484" y="3907073"/>
                </a:lnTo>
                <a:cubicBezTo>
                  <a:pt x="8908681" y="3906810"/>
                  <a:pt x="8909274" y="3906613"/>
                  <a:pt x="8909274" y="3906613"/>
                </a:cubicBezTo>
                <a:close/>
                <a:moveTo>
                  <a:pt x="8654892" y="3906613"/>
                </a:moveTo>
                <a:lnTo>
                  <a:pt x="8663955" y="3906613"/>
                </a:lnTo>
                <a:cubicBezTo>
                  <a:pt x="8664285" y="3906613"/>
                  <a:pt x="8664744" y="3907073"/>
                  <a:pt x="8664744" y="3907073"/>
                </a:cubicBezTo>
                <a:lnTo>
                  <a:pt x="8669277" y="3914954"/>
                </a:lnTo>
                <a:cubicBezTo>
                  <a:pt x="8669408" y="3915217"/>
                  <a:pt x="8669277" y="3915808"/>
                  <a:pt x="8669277" y="3915808"/>
                </a:cubicBezTo>
                <a:lnTo>
                  <a:pt x="8664744" y="3923690"/>
                </a:lnTo>
                <a:cubicBezTo>
                  <a:pt x="8664548" y="3923953"/>
                  <a:pt x="8663955" y="3924150"/>
                  <a:pt x="8663955" y="3924150"/>
                </a:cubicBezTo>
                <a:lnTo>
                  <a:pt x="8654892" y="3924150"/>
                </a:lnTo>
                <a:cubicBezTo>
                  <a:pt x="8654565" y="3924150"/>
                  <a:pt x="8654104" y="3923690"/>
                  <a:pt x="8654104" y="3923690"/>
                </a:cubicBezTo>
                <a:lnTo>
                  <a:pt x="8649572" y="3915808"/>
                </a:lnTo>
                <a:cubicBezTo>
                  <a:pt x="8649441" y="3915546"/>
                  <a:pt x="8649572" y="3914954"/>
                  <a:pt x="8649572" y="3914954"/>
                </a:cubicBezTo>
                <a:lnTo>
                  <a:pt x="8654104" y="3907073"/>
                </a:lnTo>
                <a:cubicBezTo>
                  <a:pt x="8654301" y="3906810"/>
                  <a:pt x="8654892" y="3906613"/>
                  <a:pt x="8654892" y="3906613"/>
                </a:cubicBezTo>
                <a:close/>
                <a:moveTo>
                  <a:pt x="8400511" y="3906613"/>
                </a:moveTo>
                <a:lnTo>
                  <a:pt x="8409575" y="3906613"/>
                </a:lnTo>
                <a:cubicBezTo>
                  <a:pt x="8409904" y="3906613"/>
                  <a:pt x="8410363" y="3907073"/>
                  <a:pt x="8410363" y="3907073"/>
                </a:cubicBezTo>
                <a:lnTo>
                  <a:pt x="8414896" y="3914954"/>
                </a:lnTo>
                <a:cubicBezTo>
                  <a:pt x="8415027" y="3915217"/>
                  <a:pt x="8414896" y="3915808"/>
                  <a:pt x="8414896" y="3915808"/>
                </a:cubicBezTo>
                <a:lnTo>
                  <a:pt x="8410363" y="3923690"/>
                </a:lnTo>
                <a:cubicBezTo>
                  <a:pt x="8410166" y="3923953"/>
                  <a:pt x="8409575" y="3924150"/>
                  <a:pt x="8409575" y="3924150"/>
                </a:cubicBezTo>
                <a:lnTo>
                  <a:pt x="8400511" y="3924150"/>
                </a:lnTo>
                <a:cubicBezTo>
                  <a:pt x="8400184" y="3924150"/>
                  <a:pt x="8399723" y="3923690"/>
                  <a:pt x="8399723" y="3923690"/>
                </a:cubicBezTo>
                <a:lnTo>
                  <a:pt x="8395191" y="3915808"/>
                </a:lnTo>
                <a:cubicBezTo>
                  <a:pt x="8395060" y="3915546"/>
                  <a:pt x="8395191" y="3914954"/>
                  <a:pt x="8395191" y="3914954"/>
                </a:cubicBezTo>
                <a:lnTo>
                  <a:pt x="8399723" y="3907073"/>
                </a:lnTo>
                <a:cubicBezTo>
                  <a:pt x="8399920" y="3906810"/>
                  <a:pt x="8400511" y="3906613"/>
                  <a:pt x="8400511" y="3906613"/>
                </a:cubicBezTo>
                <a:close/>
                <a:moveTo>
                  <a:pt x="8146065" y="3906613"/>
                </a:moveTo>
                <a:lnTo>
                  <a:pt x="8155129" y="3906613"/>
                </a:lnTo>
                <a:cubicBezTo>
                  <a:pt x="8155458" y="3906613"/>
                  <a:pt x="8155917" y="3907073"/>
                  <a:pt x="8155917" y="3907073"/>
                </a:cubicBezTo>
                <a:lnTo>
                  <a:pt x="8160449" y="3914954"/>
                </a:lnTo>
                <a:cubicBezTo>
                  <a:pt x="8160580" y="3915217"/>
                  <a:pt x="8160449" y="3915808"/>
                  <a:pt x="8160449" y="3915808"/>
                </a:cubicBezTo>
                <a:lnTo>
                  <a:pt x="8155917" y="3923690"/>
                </a:lnTo>
                <a:cubicBezTo>
                  <a:pt x="8155719" y="3923953"/>
                  <a:pt x="8155129" y="3924150"/>
                  <a:pt x="8155129" y="3924150"/>
                </a:cubicBezTo>
                <a:lnTo>
                  <a:pt x="8146065" y="3924150"/>
                </a:lnTo>
                <a:cubicBezTo>
                  <a:pt x="8145737" y="3924150"/>
                  <a:pt x="8145277" y="3923690"/>
                  <a:pt x="8145277" y="3923690"/>
                </a:cubicBezTo>
                <a:lnTo>
                  <a:pt x="8140745" y="3915808"/>
                </a:lnTo>
                <a:cubicBezTo>
                  <a:pt x="8140613" y="3915546"/>
                  <a:pt x="8140745" y="3914954"/>
                  <a:pt x="8140745" y="3914954"/>
                </a:cubicBezTo>
                <a:lnTo>
                  <a:pt x="8145277" y="3907073"/>
                </a:lnTo>
                <a:cubicBezTo>
                  <a:pt x="8145474" y="3906810"/>
                  <a:pt x="8146065" y="3906613"/>
                  <a:pt x="8146065" y="3906613"/>
                </a:cubicBezTo>
                <a:close/>
                <a:moveTo>
                  <a:pt x="7891684" y="3906613"/>
                </a:moveTo>
                <a:lnTo>
                  <a:pt x="7900748" y="3906613"/>
                </a:lnTo>
                <a:cubicBezTo>
                  <a:pt x="7901076" y="3906613"/>
                  <a:pt x="7901536" y="3907073"/>
                  <a:pt x="7901536" y="3907073"/>
                </a:cubicBezTo>
                <a:lnTo>
                  <a:pt x="7906067" y="3914954"/>
                </a:lnTo>
                <a:cubicBezTo>
                  <a:pt x="7906199" y="3915217"/>
                  <a:pt x="7906067" y="3915808"/>
                  <a:pt x="7906067" y="3915808"/>
                </a:cubicBezTo>
                <a:lnTo>
                  <a:pt x="7901536" y="3923690"/>
                </a:lnTo>
                <a:cubicBezTo>
                  <a:pt x="7901339" y="3923953"/>
                  <a:pt x="7900748" y="3924150"/>
                  <a:pt x="7900748" y="3924150"/>
                </a:cubicBezTo>
                <a:lnTo>
                  <a:pt x="7891684" y="3924150"/>
                </a:lnTo>
                <a:cubicBezTo>
                  <a:pt x="7891355" y="3924150"/>
                  <a:pt x="7890896" y="3923690"/>
                  <a:pt x="7890896" y="3923690"/>
                </a:cubicBezTo>
                <a:lnTo>
                  <a:pt x="7886363" y="3915808"/>
                </a:lnTo>
                <a:cubicBezTo>
                  <a:pt x="7886233" y="3915546"/>
                  <a:pt x="7886363" y="3914954"/>
                  <a:pt x="7886363" y="3914954"/>
                </a:cubicBezTo>
                <a:lnTo>
                  <a:pt x="7890896" y="3907073"/>
                </a:lnTo>
                <a:cubicBezTo>
                  <a:pt x="7891093" y="3906810"/>
                  <a:pt x="7891684" y="3906613"/>
                  <a:pt x="7891684" y="3906613"/>
                </a:cubicBezTo>
                <a:close/>
                <a:moveTo>
                  <a:pt x="7637304" y="3906613"/>
                </a:moveTo>
                <a:lnTo>
                  <a:pt x="7646367" y="3906613"/>
                </a:lnTo>
                <a:cubicBezTo>
                  <a:pt x="7646696" y="3906613"/>
                  <a:pt x="7647156" y="3907073"/>
                  <a:pt x="7647156" y="3907073"/>
                </a:cubicBezTo>
                <a:lnTo>
                  <a:pt x="7651687" y="3914954"/>
                </a:lnTo>
                <a:cubicBezTo>
                  <a:pt x="7651819" y="3915217"/>
                  <a:pt x="7651687" y="3915808"/>
                  <a:pt x="7651687" y="3915808"/>
                </a:cubicBezTo>
                <a:lnTo>
                  <a:pt x="7647156" y="3923690"/>
                </a:lnTo>
                <a:cubicBezTo>
                  <a:pt x="7646958" y="3923953"/>
                  <a:pt x="7646367" y="3924150"/>
                  <a:pt x="7646367" y="3924150"/>
                </a:cubicBezTo>
                <a:lnTo>
                  <a:pt x="7637304" y="3924150"/>
                </a:lnTo>
                <a:cubicBezTo>
                  <a:pt x="7636975" y="3924150"/>
                  <a:pt x="7636516" y="3923690"/>
                  <a:pt x="7636516" y="3923690"/>
                </a:cubicBezTo>
                <a:lnTo>
                  <a:pt x="7631983" y="3915808"/>
                </a:lnTo>
                <a:cubicBezTo>
                  <a:pt x="7631851" y="3915546"/>
                  <a:pt x="7631983" y="3914954"/>
                  <a:pt x="7631983" y="3914954"/>
                </a:cubicBezTo>
                <a:lnTo>
                  <a:pt x="7636516" y="3907073"/>
                </a:lnTo>
                <a:cubicBezTo>
                  <a:pt x="7636713" y="3906810"/>
                  <a:pt x="7637304" y="3906613"/>
                  <a:pt x="7637304" y="3906613"/>
                </a:cubicBezTo>
                <a:close/>
                <a:moveTo>
                  <a:pt x="7382923" y="3906613"/>
                </a:moveTo>
                <a:lnTo>
                  <a:pt x="7391987" y="3906613"/>
                </a:lnTo>
                <a:cubicBezTo>
                  <a:pt x="7392315" y="3906613"/>
                  <a:pt x="7392775" y="3907073"/>
                  <a:pt x="7392775" y="3907073"/>
                </a:cubicBezTo>
                <a:lnTo>
                  <a:pt x="7397307" y="3914954"/>
                </a:lnTo>
                <a:cubicBezTo>
                  <a:pt x="7397438" y="3915217"/>
                  <a:pt x="7397307" y="3915808"/>
                  <a:pt x="7397307" y="3915808"/>
                </a:cubicBezTo>
                <a:lnTo>
                  <a:pt x="7392775" y="3923690"/>
                </a:lnTo>
                <a:cubicBezTo>
                  <a:pt x="7392578" y="3923953"/>
                  <a:pt x="7391987" y="3924150"/>
                  <a:pt x="7391987" y="3924150"/>
                </a:cubicBezTo>
                <a:lnTo>
                  <a:pt x="7382923" y="3924150"/>
                </a:lnTo>
                <a:cubicBezTo>
                  <a:pt x="7382595" y="3924150"/>
                  <a:pt x="7382135" y="3923690"/>
                  <a:pt x="7382135" y="3923690"/>
                </a:cubicBezTo>
                <a:lnTo>
                  <a:pt x="7377602" y="3915808"/>
                </a:lnTo>
                <a:cubicBezTo>
                  <a:pt x="7377471" y="3915546"/>
                  <a:pt x="7377602" y="3914954"/>
                  <a:pt x="7377602" y="3914954"/>
                </a:cubicBezTo>
                <a:lnTo>
                  <a:pt x="7382135" y="3907073"/>
                </a:lnTo>
                <a:cubicBezTo>
                  <a:pt x="7382331" y="3906810"/>
                  <a:pt x="7382923" y="3906613"/>
                  <a:pt x="7382923" y="3906613"/>
                </a:cubicBezTo>
                <a:close/>
                <a:moveTo>
                  <a:pt x="7128477" y="3906613"/>
                </a:moveTo>
                <a:lnTo>
                  <a:pt x="7137540" y="3906613"/>
                </a:lnTo>
                <a:cubicBezTo>
                  <a:pt x="7137869" y="3906613"/>
                  <a:pt x="7138328" y="3907073"/>
                  <a:pt x="7138328" y="3907073"/>
                </a:cubicBezTo>
                <a:lnTo>
                  <a:pt x="7142860" y="3914954"/>
                </a:lnTo>
                <a:cubicBezTo>
                  <a:pt x="7142992" y="3915217"/>
                  <a:pt x="7142860" y="3915808"/>
                  <a:pt x="7142860" y="3915808"/>
                </a:cubicBezTo>
                <a:lnTo>
                  <a:pt x="7138328" y="3923690"/>
                </a:lnTo>
                <a:cubicBezTo>
                  <a:pt x="7138131" y="3923953"/>
                  <a:pt x="7137540" y="3924150"/>
                  <a:pt x="7137540" y="3924150"/>
                </a:cubicBezTo>
                <a:lnTo>
                  <a:pt x="7128477" y="3924150"/>
                </a:lnTo>
                <a:cubicBezTo>
                  <a:pt x="7128148" y="3924150"/>
                  <a:pt x="7127689" y="3923690"/>
                  <a:pt x="7127689" y="3923690"/>
                </a:cubicBezTo>
                <a:lnTo>
                  <a:pt x="7123156" y="3915808"/>
                </a:lnTo>
                <a:cubicBezTo>
                  <a:pt x="7123024" y="3915546"/>
                  <a:pt x="7123156" y="3914954"/>
                  <a:pt x="7123156" y="3914954"/>
                </a:cubicBezTo>
                <a:lnTo>
                  <a:pt x="7127689" y="3907073"/>
                </a:lnTo>
                <a:cubicBezTo>
                  <a:pt x="7127885" y="3906810"/>
                  <a:pt x="7128477" y="3906613"/>
                  <a:pt x="7128477" y="3906613"/>
                </a:cubicBezTo>
                <a:close/>
                <a:moveTo>
                  <a:pt x="6874095" y="3906613"/>
                </a:moveTo>
                <a:lnTo>
                  <a:pt x="6883159" y="3906613"/>
                </a:lnTo>
                <a:cubicBezTo>
                  <a:pt x="6883488" y="3906613"/>
                  <a:pt x="6883947" y="3907073"/>
                  <a:pt x="6883947" y="3907073"/>
                </a:cubicBezTo>
                <a:lnTo>
                  <a:pt x="6888480" y="3914954"/>
                </a:lnTo>
                <a:cubicBezTo>
                  <a:pt x="6888611" y="3915217"/>
                  <a:pt x="6888480" y="3915808"/>
                  <a:pt x="6888480" y="3915808"/>
                </a:cubicBezTo>
                <a:lnTo>
                  <a:pt x="6883947" y="3923690"/>
                </a:lnTo>
                <a:cubicBezTo>
                  <a:pt x="6883751" y="3923953"/>
                  <a:pt x="6883159" y="3924150"/>
                  <a:pt x="6883159" y="3924150"/>
                </a:cubicBezTo>
                <a:lnTo>
                  <a:pt x="6874095" y="3924150"/>
                </a:lnTo>
                <a:cubicBezTo>
                  <a:pt x="6873768" y="3924150"/>
                  <a:pt x="6873307" y="3923690"/>
                  <a:pt x="6873307" y="3923690"/>
                </a:cubicBezTo>
                <a:lnTo>
                  <a:pt x="6868775" y="3915808"/>
                </a:lnTo>
                <a:cubicBezTo>
                  <a:pt x="6868644" y="3915546"/>
                  <a:pt x="6868775" y="3914954"/>
                  <a:pt x="6868775" y="3914954"/>
                </a:cubicBezTo>
                <a:lnTo>
                  <a:pt x="6873307" y="3907073"/>
                </a:lnTo>
                <a:cubicBezTo>
                  <a:pt x="6873504" y="3906810"/>
                  <a:pt x="6874095" y="3906613"/>
                  <a:pt x="6874095" y="3906613"/>
                </a:cubicBezTo>
                <a:close/>
                <a:moveTo>
                  <a:pt x="6619714" y="3906613"/>
                </a:moveTo>
                <a:lnTo>
                  <a:pt x="6628778" y="3906613"/>
                </a:lnTo>
                <a:cubicBezTo>
                  <a:pt x="6629107" y="3906613"/>
                  <a:pt x="6629566" y="3907073"/>
                  <a:pt x="6629566" y="3907073"/>
                </a:cubicBezTo>
                <a:lnTo>
                  <a:pt x="6634099" y="3914954"/>
                </a:lnTo>
                <a:cubicBezTo>
                  <a:pt x="6634230" y="3915217"/>
                  <a:pt x="6634099" y="3915808"/>
                  <a:pt x="6634099" y="3915808"/>
                </a:cubicBezTo>
                <a:lnTo>
                  <a:pt x="6629566" y="3923690"/>
                </a:lnTo>
                <a:cubicBezTo>
                  <a:pt x="6629369" y="3923953"/>
                  <a:pt x="6628778" y="3924150"/>
                  <a:pt x="6628778" y="3924150"/>
                </a:cubicBezTo>
                <a:lnTo>
                  <a:pt x="6619714" y="3924150"/>
                </a:lnTo>
                <a:cubicBezTo>
                  <a:pt x="6619387" y="3924150"/>
                  <a:pt x="6618926" y="3923690"/>
                  <a:pt x="6618926" y="3923690"/>
                </a:cubicBezTo>
                <a:lnTo>
                  <a:pt x="6614394" y="3915808"/>
                </a:lnTo>
                <a:cubicBezTo>
                  <a:pt x="6614263" y="3915546"/>
                  <a:pt x="6614394" y="3914954"/>
                  <a:pt x="6614394" y="3914954"/>
                </a:cubicBezTo>
                <a:lnTo>
                  <a:pt x="6618926" y="3907073"/>
                </a:lnTo>
                <a:cubicBezTo>
                  <a:pt x="6619123" y="3906810"/>
                  <a:pt x="6619714" y="3906613"/>
                  <a:pt x="6619714" y="3906613"/>
                </a:cubicBezTo>
                <a:close/>
                <a:moveTo>
                  <a:pt x="6365334" y="3906613"/>
                </a:moveTo>
                <a:lnTo>
                  <a:pt x="6374397" y="3906613"/>
                </a:lnTo>
                <a:cubicBezTo>
                  <a:pt x="6374727" y="3906613"/>
                  <a:pt x="6375186" y="3907073"/>
                  <a:pt x="6375186" y="3907073"/>
                </a:cubicBezTo>
                <a:lnTo>
                  <a:pt x="6379718" y="3914954"/>
                </a:lnTo>
                <a:cubicBezTo>
                  <a:pt x="6379849" y="3915217"/>
                  <a:pt x="6379718" y="3915808"/>
                  <a:pt x="6379718" y="3915808"/>
                </a:cubicBezTo>
                <a:lnTo>
                  <a:pt x="6375186" y="3923690"/>
                </a:lnTo>
                <a:cubicBezTo>
                  <a:pt x="6374988" y="3923953"/>
                  <a:pt x="6374397" y="3924150"/>
                  <a:pt x="6374397" y="3924150"/>
                </a:cubicBezTo>
                <a:lnTo>
                  <a:pt x="6365334" y="3924150"/>
                </a:lnTo>
                <a:cubicBezTo>
                  <a:pt x="6365005" y="3924150"/>
                  <a:pt x="6364546" y="3923690"/>
                  <a:pt x="6364546" y="3923690"/>
                </a:cubicBezTo>
                <a:lnTo>
                  <a:pt x="6360014" y="3915808"/>
                </a:lnTo>
                <a:cubicBezTo>
                  <a:pt x="6359882" y="3915546"/>
                  <a:pt x="6360014" y="3914954"/>
                  <a:pt x="6360014" y="3914954"/>
                </a:cubicBezTo>
                <a:lnTo>
                  <a:pt x="6364546" y="3907073"/>
                </a:lnTo>
                <a:cubicBezTo>
                  <a:pt x="6364743" y="3906810"/>
                  <a:pt x="6365334" y="3906613"/>
                  <a:pt x="6365334" y="3906613"/>
                </a:cubicBezTo>
                <a:close/>
                <a:moveTo>
                  <a:pt x="6110888" y="3906613"/>
                </a:moveTo>
                <a:lnTo>
                  <a:pt x="6119953" y="3906613"/>
                </a:lnTo>
                <a:cubicBezTo>
                  <a:pt x="6120280" y="3906613"/>
                  <a:pt x="6120740" y="3907073"/>
                  <a:pt x="6120740" y="3907073"/>
                </a:cubicBezTo>
                <a:lnTo>
                  <a:pt x="6125272" y="3914954"/>
                </a:lnTo>
                <a:cubicBezTo>
                  <a:pt x="6125403" y="3915217"/>
                  <a:pt x="6125272" y="3915808"/>
                  <a:pt x="6125272" y="3915808"/>
                </a:cubicBezTo>
                <a:lnTo>
                  <a:pt x="6120740" y="3923690"/>
                </a:lnTo>
                <a:cubicBezTo>
                  <a:pt x="6120543" y="3923953"/>
                  <a:pt x="6119953" y="3924150"/>
                  <a:pt x="6119953" y="3924150"/>
                </a:cubicBezTo>
                <a:lnTo>
                  <a:pt x="6110888" y="3924150"/>
                </a:lnTo>
                <a:cubicBezTo>
                  <a:pt x="6110560" y="3924150"/>
                  <a:pt x="6110101" y="3923690"/>
                  <a:pt x="6110101" y="3923690"/>
                </a:cubicBezTo>
                <a:lnTo>
                  <a:pt x="6105567" y="3915808"/>
                </a:lnTo>
                <a:cubicBezTo>
                  <a:pt x="6105436" y="3915546"/>
                  <a:pt x="6105567" y="3914954"/>
                  <a:pt x="6105567" y="3914954"/>
                </a:cubicBezTo>
                <a:lnTo>
                  <a:pt x="6110101" y="3907073"/>
                </a:lnTo>
                <a:cubicBezTo>
                  <a:pt x="6110296" y="3906810"/>
                  <a:pt x="6110888" y="3906613"/>
                  <a:pt x="6110888" y="3906613"/>
                </a:cubicBezTo>
                <a:close/>
                <a:moveTo>
                  <a:pt x="5856508" y="3906613"/>
                </a:moveTo>
                <a:lnTo>
                  <a:pt x="5865571" y="3906613"/>
                </a:lnTo>
                <a:cubicBezTo>
                  <a:pt x="5865900" y="3906613"/>
                  <a:pt x="5866359" y="3907073"/>
                  <a:pt x="5866359" y="3907073"/>
                </a:cubicBezTo>
                <a:lnTo>
                  <a:pt x="5870891" y="3914954"/>
                </a:lnTo>
                <a:cubicBezTo>
                  <a:pt x="5871023" y="3915217"/>
                  <a:pt x="5870891" y="3915808"/>
                  <a:pt x="5870891" y="3915808"/>
                </a:cubicBezTo>
                <a:lnTo>
                  <a:pt x="5866359" y="3923690"/>
                </a:lnTo>
                <a:cubicBezTo>
                  <a:pt x="5866163" y="3923953"/>
                  <a:pt x="5865571" y="3924150"/>
                  <a:pt x="5865571" y="3924150"/>
                </a:cubicBezTo>
                <a:lnTo>
                  <a:pt x="5856508" y="3924150"/>
                </a:lnTo>
                <a:cubicBezTo>
                  <a:pt x="5856178" y="3924150"/>
                  <a:pt x="5855720" y="3923690"/>
                  <a:pt x="5855720" y="3923690"/>
                </a:cubicBezTo>
                <a:lnTo>
                  <a:pt x="5851187" y="3915808"/>
                </a:lnTo>
                <a:cubicBezTo>
                  <a:pt x="5851055" y="3915546"/>
                  <a:pt x="5851187" y="3914954"/>
                  <a:pt x="5851187" y="3914954"/>
                </a:cubicBezTo>
                <a:lnTo>
                  <a:pt x="5855720" y="3907073"/>
                </a:lnTo>
                <a:cubicBezTo>
                  <a:pt x="5855916" y="3906810"/>
                  <a:pt x="5856508" y="3906613"/>
                  <a:pt x="5856508" y="3906613"/>
                </a:cubicBezTo>
                <a:close/>
                <a:moveTo>
                  <a:pt x="5602126" y="3906613"/>
                </a:moveTo>
                <a:lnTo>
                  <a:pt x="5611191" y="3906613"/>
                </a:lnTo>
                <a:cubicBezTo>
                  <a:pt x="5611519" y="3906613"/>
                  <a:pt x="5611979" y="3907073"/>
                  <a:pt x="5611979" y="3907073"/>
                </a:cubicBezTo>
                <a:lnTo>
                  <a:pt x="5616511" y="3914954"/>
                </a:lnTo>
                <a:cubicBezTo>
                  <a:pt x="5616642" y="3915217"/>
                  <a:pt x="5616511" y="3915808"/>
                  <a:pt x="5616511" y="3915808"/>
                </a:cubicBezTo>
                <a:lnTo>
                  <a:pt x="5611979" y="3923690"/>
                </a:lnTo>
                <a:cubicBezTo>
                  <a:pt x="5611782" y="3923953"/>
                  <a:pt x="5611191" y="3924150"/>
                  <a:pt x="5611191" y="3924150"/>
                </a:cubicBezTo>
                <a:lnTo>
                  <a:pt x="5602126" y="3924150"/>
                </a:lnTo>
                <a:cubicBezTo>
                  <a:pt x="5601798" y="3924150"/>
                  <a:pt x="5601338" y="3923690"/>
                  <a:pt x="5601338" y="3923690"/>
                </a:cubicBezTo>
                <a:lnTo>
                  <a:pt x="5596807" y="3915808"/>
                </a:lnTo>
                <a:cubicBezTo>
                  <a:pt x="5596675" y="3915546"/>
                  <a:pt x="5596807" y="3914954"/>
                  <a:pt x="5596807" y="3914954"/>
                </a:cubicBezTo>
                <a:lnTo>
                  <a:pt x="5601338" y="3907073"/>
                </a:lnTo>
                <a:cubicBezTo>
                  <a:pt x="5601536" y="3906810"/>
                  <a:pt x="5602126" y="3906613"/>
                  <a:pt x="5602126" y="3906613"/>
                </a:cubicBezTo>
                <a:close/>
                <a:moveTo>
                  <a:pt x="5347746" y="3906613"/>
                </a:moveTo>
                <a:lnTo>
                  <a:pt x="5356810" y="3906613"/>
                </a:lnTo>
                <a:cubicBezTo>
                  <a:pt x="5357138" y="3906613"/>
                  <a:pt x="5357598" y="3907073"/>
                  <a:pt x="5357598" y="3907073"/>
                </a:cubicBezTo>
                <a:lnTo>
                  <a:pt x="5362130" y="3914954"/>
                </a:lnTo>
                <a:cubicBezTo>
                  <a:pt x="5362261" y="3915217"/>
                  <a:pt x="5362130" y="3915808"/>
                  <a:pt x="5362130" y="3915808"/>
                </a:cubicBezTo>
                <a:lnTo>
                  <a:pt x="5357598" y="3923690"/>
                </a:lnTo>
                <a:cubicBezTo>
                  <a:pt x="5357401" y="3923953"/>
                  <a:pt x="5356810" y="3924150"/>
                  <a:pt x="5356810" y="3924150"/>
                </a:cubicBezTo>
                <a:lnTo>
                  <a:pt x="5347746" y="3924150"/>
                </a:lnTo>
                <a:cubicBezTo>
                  <a:pt x="5347418" y="3924150"/>
                  <a:pt x="5346958" y="3923690"/>
                  <a:pt x="5346958" y="3923690"/>
                </a:cubicBezTo>
                <a:lnTo>
                  <a:pt x="5342425" y="3915808"/>
                </a:lnTo>
                <a:cubicBezTo>
                  <a:pt x="5342295" y="3915546"/>
                  <a:pt x="5342425" y="3914954"/>
                  <a:pt x="5342425" y="3914954"/>
                </a:cubicBezTo>
                <a:lnTo>
                  <a:pt x="5346958" y="3907073"/>
                </a:lnTo>
                <a:cubicBezTo>
                  <a:pt x="5347154" y="3906810"/>
                  <a:pt x="5347746" y="3906613"/>
                  <a:pt x="5347746" y="3906613"/>
                </a:cubicBezTo>
                <a:close/>
                <a:moveTo>
                  <a:pt x="5093300" y="3906613"/>
                </a:moveTo>
                <a:lnTo>
                  <a:pt x="5102364" y="3906613"/>
                </a:lnTo>
                <a:cubicBezTo>
                  <a:pt x="5102693" y="3906613"/>
                  <a:pt x="5103153" y="3907073"/>
                  <a:pt x="5103153" y="3907073"/>
                </a:cubicBezTo>
                <a:lnTo>
                  <a:pt x="5107684" y="3914954"/>
                </a:lnTo>
                <a:cubicBezTo>
                  <a:pt x="5107815" y="3915217"/>
                  <a:pt x="5107684" y="3915808"/>
                  <a:pt x="5107684" y="3915808"/>
                </a:cubicBezTo>
                <a:lnTo>
                  <a:pt x="5103153" y="3923690"/>
                </a:lnTo>
                <a:cubicBezTo>
                  <a:pt x="5102955" y="3923953"/>
                  <a:pt x="5102364" y="3924150"/>
                  <a:pt x="5102364" y="3924150"/>
                </a:cubicBezTo>
                <a:lnTo>
                  <a:pt x="5093300" y="3924150"/>
                </a:lnTo>
                <a:cubicBezTo>
                  <a:pt x="5092972" y="3924150"/>
                  <a:pt x="5092512" y="3923690"/>
                  <a:pt x="5092512" y="3923690"/>
                </a:cubicBezTo>
                <a:lnTo>
                  <a:pt x="5087979" y="3915808"/>
                </a:lnTo>
                <a:cubicBezTo>
                  <a:pt x="5087848" y="3915546"/>
                  <a:pt x="5087979" y="3914954"/>
                  <a:pt x="5087979" y="3914954"/>
                </a:cubicBezTo>
                <a:lnTo>
                  <a:pt x="5092512" y="3907073"/>
                </a:lnTo>
                <a:cubicBezTo>
                  <a:pt x="5092708" y="3906810"/>
                  <a:pt x="5093300" y="3906613"/>
                  <a:pt x="5093300" y="3906613"/>
                </a:cubicBezTo>
                <a:close/>
                <a:moveTo>
                  <a:pt x="4838919" y="3906613"/>
                </a:moveTo>
                <a:lnTo>
                  <a:pt x="4847982" y="3906613"/>
                </a:lnTo>
                <a:cubicBezTo>
                  <a:pt x="4848311" y="3906613"/>
                  <a:pt x="4848772" y="3907073"/>
                  <a:pt x="4848772" y="3907073"/>
                </a:cubicBezTo>
                <a:lnTo>
                  <a:pt x="4853303" y="3914954"/>
                </a:lnTo>
                <a:cubicBezTo>
                  <a:pt x="4853435" y="3915217"/>
                  <a:pt x="4853303" y="3915808"/>
                  <a:pt x="4853303" y="3915808"/>
                </a:cubicBezTo>
                <a:lnTo>
                  <a:pt x="4848772" y="3923690"/>
                </a:lnTo>
                <a:cubicBezTo>
                  <a:pt x="4848575" y="3923953"/>
                  <a:pt x="4847982" y="3924150"/>
                  <a:pt x="4847982" y="3924150"/>
                </a:cubicBezTo>
                <a:lnTo>
                  <a:pt x="4838919" y="3924150"/>
                </a:lnTo>
                <a:cubicBezTo>
                  <a:pt x="4838590" y="3924150"/>
                  <a:pt x="4838132" y="3923690"/>
                  <a:pt x="4838132" y="3923690"/>
                </a:cubicBezTo>
                <a:lnTo>
                  <a:pt x="4833598" y="3915808"/>
                </a:lnTo>
                <a:cubicBezTo>
                  <a:pt x="4833467" y="3915546"/>
                  <a:pt x="4833598" y="3914954"/>
                  <a:pt x="4833598" y="3914954"/>
                </a:cubicBezTo>
                <a:lnTo>
                  <a:pt x="4838132" y="3907073"/>
                </a:lnTo>
                <a:cubicBezTo>
                  <a:pt x="4838328" y="3906810"/>
                  <a:pt x="4838919" y="3906613"/>
                  <a:pt x="4838919" y="3906613"/>
                </a:cubicBezTo>
                <a:close/>
                <a:moveTo>
                  <a:pt x="4584538" y="3906613"/>
                </a:moveTo>
                <a:lnTo>
                  <a:pt x="4593603" y="3906613"/>
                </a:lnTo>
                <a:cubicBezTo>
                  <a:pt x="4593932" y="3906613"/>
                  <a:pt x="4594390" y="3907073"/>
                  <a:pt x="4594390" y="3907073"/>
                </a:cubicBezTo>
                <a:lnTo>
                  <a:pt x="4598922" y="3914954"/>
                </a:lnTo>
                <a:cubicBezTo>
                  <a:pt x="4599054" y="3915217"/>
                  <a:pt x="4598922" y="3915808"/>
                  <a:pt x="4598922" y="3915808"/>
                </a:cubicBezTo>
                <a:lnTo>
                  <a:pt x="4594390" y="3923690"/>
                </a:lnTo>
                <a:cubicBezTo>
                  <a:pt x="4594193" y="3923953"/>
                  <a:pt x="4593603" y="3924150"/>
                  <a:pt x="4593603" y="3924150"/>
                </a:cubicBezTo>
                <a:lnTo>
                  <a:pt x="4584538" y="3924150"/>
                </a:lnTo>
                <a:cubicBezTo>
                  <a:pt x="4584210" y="3924150"/>
                  <a:pt x="4583749" y="3923690"/>
                  <a:pt x="4583749" y="3923690"/>
                </a:cubicBezTo>
                <a:lnTo>
                  <a:pt x="4579218" y="3915808"/>
                </a:lnTo>
                <a:cubicBezTo>
                  <a:pt x="4579087" y="3915546"/>
                  <a:pt x="4579218" y="3914954"/>
                  <a:pt x="4579218" y="3914954"/>
                </a:cubicBezTo>
                <a:lnTo>
                  <a:pt x="4583749" y="3907073"/>
                </a:lnTo>
                <a:cubicBezTo>
                  <a:pt x="4583948" y="3906810"/>
                  <a:pt x="4584538" y="3906613"/>
                  <a:pt x="4584538" y="3906613"/>
                </a:cubicBezTo>
                <a:close/>
                <a:moveTo>
                  <a:pt x="4330157" y="3906613"/>
                </a:moveTo>
                <a:lnTo>
                  <a:pt x="4339222" y="3906613"/>
                </a:lnTo>
                <a:cubicBezTo>
                  <a:pt x="4339550" y="3906613"/>
                  <a:pt x="4340010" y="3907073"/>
                  <a:pt x="4340010" y="3907073"/>
                </a:cubicBezTo>
                <a:lnTo>
                  <a:pt x="4344540" y="3914954"/>
                </a:lnTo>
                <a:cubicBezTo>
                  <a:pt x="4344672" y="3915217"/>
                  <a:pt x="4344540" y="3915808"/>
                  <a:pt x="4344540" y="3915808"/>
                </a:cubicBezTo>
                <a:lnTo>
                  <a:pt x="4340010" y="3923690"/>
                </a:lnTo>
                <a:cubicBezTo>
                  <a:pt x="4339812" y="3923953"/>
                  <a:pt x="4339222" y="3924150"/>
                  <a:pt x="4339222" y="3924150"/>
                </a:cubicBezTo>
                <a:lnTo>
                  <a:pt x="4330157" y="3924150"/>
                </a:lnTo>
                <a:cubicBezTo>
                  <a:pt x="4329829" y="3924150"/>
                  <a:pt x="4329369" y="3923690"/>
                  <a:pt x="4329369" y="3923690"/>
                </a:cubicBezTo>
                <a:lnTo>
                  <a:pt x="4324836" y="3915808"/>
                </a:lnTo>
                <a:cubicBezTo>
                  <a:pt x="4324706" y="3915546"/>
                  <a:pt x="4324836" y="3914954"/>
                  <a:pt x="4324836" y="3914954"/>
                </a:cubicBezTo>
                <a:lnTo>
                  <a:pt x="4329369" y="3907073"/>
                </a:lnTo>
                <a:cubicBezTo>
                  <a:pt x="4329565" y="3906810"/>
                  <a:pt x="4330157" y="3906613"/>
                  <a:pt x="4330157" y="3906613"/>
                </a:cubicBezTo>
                <a:close/>
                <a:moveTo>
                  <a:pt x="4075834" y="3906613"/>
                </a:moveTo>
                <a:lnTo>
                  <a:pt x="4084899" y="3906613"/>
                </a:lnTo>
                <a:cubicBezTo>
                  <a:pt x="4085228" y="3906613"/>
                  <a:pt x="4085687" y="3907073"/>
                  <a:pt x="4085687" y="3907073"/>
                </a:cubicBezTo>
                <a:lnTo>
                  <a:pt x="4090218" y="3914954"/>
                </a:lnTo>
                <a:cubicBezTo>
                  <a:pt x="4090350" y="3915217"/>
                  <a:pt x="4090218" y="3915808"/>
                  <a:pt x="4090218" y="3915808"/>
                </a:cubicBezTo>
                <a:lnTo>
                  <a:pt x="4085687" y="3923690"/>
                </a:lnTo>
                <a:cubicBezTo>
                  <a:pt x="4085490" y="3923953"/>
                  <a:pt x="4084899" y="3924150"/>
                  <a:pt x="4084899" y="3924150"/>
                </a:cubicBezTo>
                <a:lnTo>
                  <a:pt x="4075834" y="3924150"/>
                </a:lnTo>
                <a:cubicBezTo>
                  <a:pt x="4075507" y="3924150"/>
                  <a:pt x="4075046" y="3923690"/>
                  <a:pt x="4075046" y="3923690"/>
                </a:cubicBezTo>
                <a:lnTo>
                  <a:pt x="4070513" y="3915808"/>
                </a:lnTo>
                <a:cubicBezTo>
                  <a:pt x="4070382" y="3915546"/>
                  <a:pt x="4070513" y="3914954"/>
                  <a:pt x="4070513" y="3914954"/>
                </a:cubicBezTo>
                <a:lnTo>
                  <a:pt x="4075046" y="3907073"/>
                </a:lnTo>
                <a:cubicBezTo>
                  <a:pt x="4075242" y="3906810"/>
                  <a:pt x="4075834" y="3906613"/>
                  <a:pt x="4075834" y="3906613"/>
                </a:cubicBezTo>
                <a:close/>
                <a:moveTo>
                  <a:pt x="3821440" y="3906613"/>
                </a:moveTo>
                <a:lnTo>
                  <a:pt x="3830507" y="3906613"/>
                </a:lnTo>
                <a:cubicBezTo>
                  <a:pt x="3830835" y="3906613"/>
                  <a:pt x="3831294" y="3907073"/>
                  <a:pt x="3831294" y="3907073"/>
                </a:cubicBezTo>
                <a:lnTo>
                  <a:pt x="3835828" y="3914954"/>
                </a:lnTo>
                <a:cubicBezTo>
                  <a:pt x="3835957" y="3915217"/>
                  <a:pt x="3835828" y="3915808"/>
                  <a:pt x="3835828" y="3915808"/>
                </a:cubicBezTo>
                <a:lnTo>
                  <a:pt x="3831294" y="3923690"/>
                </a:lnTo>
                <a:cubicBezTo>
                  <a:pt x="3831097" y="3923953"/>
                  <a:pt x="3830507" y="3924150"/>
                  <a:pt x="3830507" y="3924150"/>
                </a:cubicBezTo>
                <a:lnTo>
                  <a:pt x="3821440" y="3924150"/>
                </a:lnTo>
                <a:cubicBezTo>
                  <a:pt x="3821113" y="3924150"/>
                  <a:pt x="3820653" y="3923690"/>
                  <a:pt x="3820653" y="3923690"/>
                </a:cubicBezTo>
                <a:lnTo>
                  <a:pt x="3816120" y="3915808"/>
                </a:lnTo>
                <a:cubicBezTo>
                  <a:pt x="3815989" y="3915546"/>
                  <a:pt x="3816120" y="3914954"/>
                  <a:pt x="3816120" y="3914954"/>
                </a:cubicBezTo>
                <a:lnTo>
                  <a:pt x="3820653" y="3907073"/>
                </a:lnTo>
                <a:cubicBezTo>
                  <a:pt x="3820850" y="3906810"/>
                  <a:pt x="3821440" y="3906613"/>
                  <a:pt x="3821440" y="3906613"/>
                </a:cubicBezTo>
                <a:close/>
                <a:moveTo>
                  <a:pt x="3567185" y="3906613"/>
                </a:moveTo>
                <a:lnTo>
                  <a:pt x="3576249" y="3906613"/>
                </a:lnTo>
                <a:cubicBezTo>
                  <a:pt x="3576578" y="3906613"/>
                  <a:pt x="3577036" y="3907073"/>
                  <a:pt x="3577036" y="3907073"/>
                </a:cubicBezTo>
                <a:lnTo>
                  <a:pt x="3581569" y="3914954"/>
                </a:lnTo>
                <a:cubicBezTo>
                  <a:pt x="3581701" y="3915217"/>
                  <a:pt x="3581569" y="3915808"/>
                  <a:pt x="3581569" y="3915808"/>
                </a:cubicBezTo>
                <a:lnTo>
                  <a:pt x="3577036" y="3923690"/>
                </a:lnTo>
                <a:cubicBezTo>
                  <a:pt x="3576841" y="3923953"/>
                  <a:pt x="3576249" y="3924150"/>
                  <a:pt x="3576249" y="3924150"/>
                </a:cubicBezTo>
                <a:lnTo>
                  <a:pt x="3567185" y="3924150"/>
                </a:lnTo>
                <a:cubicBezTo>
                  <a:pt x="3566855" y="3924150"/>
                  <a:pt x="3566396" y="3923690"/>
                  <a:pt x="3566396" y="3923690"/>
                </a:cubicBezTo>
                <a:lnTo>
                  <a:pt x="3561863" y="3915808"/>
                </a:lnTo>
                <a:cubicBezTo>
                  <a:pt x="3561731" y="3915546"/>
                  <a:pt x="3561863" y="3914954"/>
                  <a:pt x="3561863" y="3914954"/>
                </a:cubicBezTo>
                <a:lnTo>
                  <a:pt x="3566396" y="3907073"/>
                </a:lnTo>
                <a:cubicBezTo>
                  <a:pt x="3566593" y="3906810"/>
                  <a:pt x="3567185" y="3906613"/>
                  <a:pt x="3567185" y="3906613"/>
                </a:cubicBezTo>
                <a:close/>
                <a:moveTo>
                  <a:pt x="3312664" y="3906613"/>
                </a:moveTo>
                <a:lnTo>
                  <a:pt x="3321728" y="3906613"/>
                </a:lnTo>
                <a:cubicBezTo>
                  <a:pt x="3322056" y="3906613"/>
                  <a:pt x="3322515" y="3907073"/>
                  <a:pt x="3322515" y="3907073"/>
                </a:cubicBezTo>
                <a:lnTo>
                  <a:pt x="3327049" y="3914954"/>
                </a:lnTo>
                <a:cubicBezTo>
                  <a:pt x="3327180" y="3915217"/>
                  <a:pt x="3327049" y="3915808"/>
                  <a:pt x="3327049" y="3915808"/>
                </a:cubicBezTo>
                <a:lnTo>
                  <a:pt x="3322515" y="3923690"/>
                </a:lnTo>
                <a:cubicBezTo>
                  <a:pt x="3322319" y="3923953"/>
                  <a:pt x="3321728" y="3924150"/>
                  <a:pt x="3321728" y="3924150"/>
                </a:cubicBezTo>
                <a:lnTo>
                  <a:pt x="3312664" y="3924150"/>
                </a:lnTo>
                <a:cubicBezTo>
                  <a:pt x="3312336" y="3924150"/>
                  <a:pt x="3311877" y="3923690"/>
                  <a:pt x="3311877" y="3923690"/>
                </a:cubicBezTo>
                <a:lnTo>
                  <a:pt x="3307343" y="3915808"/>
                </a:lnTo>
                <a:cubicBezTo>
                  <a:pt x="3307212" y="3915546"/>
                  <a:pt x="3307343" y="3914954"/>
                  <a:pt x="3307343" y="3914954"/>
                </a:cubicBezTo>
                <a:lnTo>
                  <a:pt x="3311877" y="3907073"/>
                </a:lnTo>
                <a:cubicBezTo>
                  <a:pt x="3312072" y="3906810"/>
                  <a:pt x="3312664" y="3906613"/>
                  <a:pt x="3312664" y="3906613"/>
                </a:cubicBezTo>
                <a:close/>
                <a:moveTo>
                  <a:pt x="3058287" y="3906613"/>
                </a:moveTo>
                <a:lnTo>
                  <a:pt x="3067351" y="3906613"/>
                </a:lnTo>
                <a:cubicBezTo>
                  <a:pt x="3067680" y="3906613"/>
                  <a:pt x="3068139" y="3907073"/>
                  <a:pt x="3068139" y="3907073"/>
                </a:cubicBezTo>
                <a:lnTo>
                  <a:pt x="3072671" y="3914954"/>
                </a:lnTo>
                <a:cubicBezTo>
                  <a:pt x="3072803" y="3915217"/>
                  <a:pt x="3072671" y="3915808"/>
                  <a:pt x="3072671" y="3915808"/>
                </a:cubicBezTo>
                <a:lnTo>
                  <a:pt x="3068139" y="3923690"/>
                </a:lnTo>
                <a:cubicBezTo>
                  <a:pt x="3067942" y="3923953"/>
                  <a:pt x="3067351" y="3924150"/>
                  <a:pt x="3067351" y="3924150"/>
                </a:cubicBezTo>
                <a:lnTo>
                  <a:pt x="3058287" y="3924150"/>
                </a:lnTo>
                <a:cubicBezTo>
                  <a:pt x="3057958" y="3924150"/>
                  <a:pt x="3057498" y="3923690"/>
                  <a:pt x="3057498" y="3923690"/>
                </a:cubicBezTo>
                <a:lnTo>
                  <a:pt x="3052966" y="3915808"/>
                </a:lnTo>
                <a:cubicBezTo>
                  <a:pt x="3052835" y="3915546"/>
                  <a:pt x="3052966" y="3914954"/>
                  <a:pt x="3052966" y="3914954"/>
                </a:cubicBezTo>
                <a:lnTo>
                  <a:pt x="3057498" y="3907073"/>
                </a:lnTo>
                <a:cubicBezTo>
                  <a:pt x="3057697" y="3906810"/>
                  <a:pt x="3058287" y="3906613"/>
                  <a:pt x="3058287" y="3906613"/>
                </a:cubicBezTo>
                <a:close/>
                <a:moveTo>
                  <a:pt x="2803942" y="3906613"/>
                </a:moveTo>
                <a:lnTo>
                  <a:pt x="2813007" y="3906613"/>
                </a:lnTo>
                <a:cubicBezTo>
                  <a:pt x="2813336" y="3906613"/>
                  <a:pt x="2813794" y="3907073"/>
                  <a:pt x="2813794" y="3907073"/>
                </a:cubicBezTo>
                <a:lnTo>
                  <a:pt x="2818327" y="3914954"/>
                </a:lnTo>
                <a:cubicBezTo>
                  <a:pt x="2818458" y="3915217"/>
                  <a:pt x="2818327" y="3915808"/>
                  <a:pt x="2818327" y="3915808"/>
                </a:cubicBezTo>
                <a:lnTo>
                  <a:pt x="2813794" y="3923690"/>
                </a:lnTo>
                <a:cubicBezTo>
                  <a:pt x="2813596" y="3923953"/>
                  <a:pt x="2813007" y="3924150"/>
                  <a:pt x="2813007" y="3924150"/>
                </a:cubicBezTo>
                <a:lnTo>
                  <a:pt x="2803942" y="3924150"/>
                </a:lnTo>
                <a:cubicBezTo>
                  <a:pt x="2803611" y="3924150"/>
                  <a:pt x="2803152" y="3923690"/>
                  <a:pt x="2803152" y="3923690"/>
                </a:cubicBezTo>
                <a:lnTo>
                  <a:pt x="2798621" y="3915808"/>
                </a:lnTo>
                <a:cubicBezTo>
                  <a:pt x="2798490" y="3915546"/>
                  <a:pt x="2798621" y="3914954"/>
                  <a:pt x="2798621" y="3914954"/>
                </a:cubicBezTo>
                <a:lnTo>
                  <a:pt x="2803152" y="3907073"/>
                </a:lnTo>
                <a:cubicBezTo>
                  <a:pt x="2803351" y="3906810"/>
                  <a:pt x="2803942" y="3906613"/>
                  <a:pt x="2803942" y="3906613"/>
                </a:cubicBezTo>
                <a:close/>
                <a:moveTo>
                  <a:pt x="2549573" y="3906613"/>
                </a:moveTo>
                <a:lnTo>
                  <a:pt x="2558638" y="3906613"/>
                </a:lnTo>
                <a:cubicBezTo>
                  <a:pt x="2558968" y="3906613"/>
                  <a:pt x="2559427" y="3907073"/>
                  <a:pt x="2559427" y="3907073"/>
                </a:cubicBezTo>
                <a:lnTo>
                  <a:pt x="2563960" y="3914954"/>
                </a:lnTo>
                <a:cubicBezTo>
                  <a:pt x="2564090" y="3915217"/>
                  <a:pt x="2563960" y="3915808"/>
                  <a:pt x="2563960" y="3915808"/>
                </a:cubicBezTo>
                <a:lnTo>
                  <a:pt x="2559427" y="3923690"/>
                </a:lnTo>
                <a:cubicBezTo>
                  <a:pt x="2559229" y="3923953"/>
                  <a:pt x="2558638" y="3924150"/>
                  <a:pt x="2558638" y="3924150"/>
                </a:cubicBezTo>
                <a:lnTo>
                  <a:pt x="2549573" y="3924150"/>
                </a:lnTo>
                <a:cubicBezTo>
                  <a:pt x="2549246" y="3924150"/>
                  <a:pt x="2548784" y="3923690"/>
                  <a:pt x="2548784" y="3923690"/>
                </a:cubicBezTo>
                <a:lnTo>
                  <a:pt x="2544253" y="3915808"/>
                </a:lnTo>
                <a:cubicBezTo>
                  <a:pt x="2544122" y="3915546"/>
                  <a:pt x="2544253" y="3914954"/>
                  <a:pt x="2544253" y="3914954"/>
                </a:cubicBezTo>
                <a:lnTo>
                  <a:pt x="2548784" y="3907073"/>
                </a:lnTo>
                <a:cubicBezTo>
                  <a:pt x="2548982" y="3906810"/>
                  <a:pt x="2549573" y="3906613"/>
                  <a:pt x="2549573" y="3906613"/>
                </a:cubicBezTo>
                <a:close/>
                <a:moveTo>
                  <a:pt x="2294995" y="3906613"/>
                </a:moveTo>
                <a:lnTo>
                  <a:pt x="2304059" y="3906613"/>
                </a:lnTo>
                <a:cubicBezTo>
                  <a:pt x="2304388" y="3906613"/>
                  <a:pt x="2304847" y="3907073"/>
                  <a:pt x="2304847" y="3907073"/>
                </a:cubicBezTo>
                <a:lnTo>
                  <a:pt x="2309379" y="3914954"/>
                </a:lnTo>
                <a:cubicBezTo>
                  <a:pt x="2309511" y="3915217"/>
                  <a:pt x="2309379" y="3915808"/>
                  <a:pt x="2309379" y="3915808"/>
                </a:cubicBezTo>
                <a:lnTo>
                  <a:pt x="2304847" y="3923690"/>
                </a:lnTo>
                <a:cubicBezTo>
                  <a:pt x="2304650" y="3923953"/>
                  <a:pt x="2304059" y="3924150"/>
                  <a:pt x="2304059" y="3924150"/>
                </a:cubicBezTo>
                <a:lnTo>
                  <a:pt x="2294995" y="3924150"/>
                </a:lnTo>
                <a:cubicBezTo>
                  <a:pt x="2294667" y="3924150"/>
                  <a:pt x="2294206" y="3923690"/>
                  <a:pt x="2294206" y="3923690"/>
                </a:cubicBezTo>
                <a:lnTo>
                  <a:pt x="2289675" y="3915808"/>
                </a:lnTo>
                <a:cubicBezTo>
                  <a:pt x="2289543" y="3915546"/>
                  <a:pt x="2289675" y="3914954"/>
                  <a:pt x="2289675" y="3914954"/>
                </a:cubicBezTo>
                <a:lnTo>
                  <a:pt x="2294206" y="3907073"/>
                </a:lnTo>
                <a:cubicBezTo>
                  <a:pt x="2294404" y="3906810"/>
                  <a:pt x="2294995" y="3906613"/>
                  <a:pt x="2294995" y="3906613"/>
                </a:cubicBezTo>
                <a:close/>
                <a:moveTo>
                  <a:pt x="2040770" y="3906613"/>
                </a:moveTo>
                <a:lnTo>
                  <a:pt x="2049835" y="3906613"/>
                </a:lnTo>
                <a:cubicBezTo>
                  <a:pt x="2050163" y="3906613"/>
                  <a:pt x="2050623" y="3907073"/>
                  <a:pt x="2050623" y="3907073"/>
                </a:cubicBezTo>
                <a:lnTo>
                  <a:pt x="2055154" y="3914954"/>
                </a:lnTo>
                <a:cubicBezTo>
                  <a:pt x="2055285" y="3915217"/>
                  <a:pt x="2055154" y="3915808"/>
                  <a:pt x="2055154" y="3915808"/>
                </a:cubicBezTo>
                <a:lnTo>
                  <a:pt x="2050623" y="3923690"/>
                </a:lnTo>
                <a:cubicBezTo>
                  <a:pt x="2050426" y="3923953"/>
                  <a:pt x="2049835" y="3924150"/>
                  <a:pt x="2049835" y="3924150"/>
                </a:cubicBezTo>
                <a:lnTo>
                  <a:pt x="2040770" y="3924150"/>
                </a:lnTo>
                <a:cubicBezTo>
                  <a:pt x="2040440" y="3924150"/>
                  <a:pt x="2039981" y="3923690"/>
                  <a:pt x="2039981" y="3923690"/>
                </a:cubicBezTo>
                <a:lnTo>
                  <a:pt x="2035449" y="3915808"/>
                </a:lnTo>
                <a:cubicBezTo>
                  <a:pt x="2035318" y="3915546"/>
                  <a:pt x="2035449" y="3914954"/>
                  <a:pt x="2035449" y="3914954"/>
                </a:cubicBezTo>
                <a:lnTo>
                  <a:pt x="2039981" y="3907073"/>
                </a:lnTo>
                <a:cubicBezTo>
                  <a:pt x="2040179" y="3906810"/>
                  <a:pt x="2040770" y="3906613"/>
                  <a:pt x="2040770" y="3906613"/>
                </a:cubicBezTo>
                <a:close/>
                <a:moveTo>
                  <a:pt x="1786153" y="3906613"/>
                </a:moveTo>
                <a:lnTo>
                  <a:pt x="1795218" y="3906613"/>
                </a:lnTo>
                <a:cubicBezTo>
                  <a:pt x="1795546" y="3906613"/>
                  <a:pt x="1796006" y="3907073"/>
                  <a:pt x="1796006" y="3907073"/>
                </a:cubicBezTo>
                <a:lnTo>
                  <a:pt x="1800538" y="3914954"/>
                </a:lnTo>
                <a:cubicBezTo>
                  <a:pt x="1800669" y="3915217"/>
                  <a:pt x="1800538" y="3915808"/>
                  <a:pt x="1800538" y="3915808"/>
                </a:cubicBezTo>
                <a:lnTo>
                  <a:pt x="1796006" y="3923690"/>
                </a:lnTo>
                <a:cubicBezTo>
                  <a:pt x="1795809" y="3923953"/>
                  <a:pt x="1795218" y="3924150"/>
                  <a:pt x="1795218" y="3924150"/>
                </a:cubicBezTo>
                <a:lnTo>
                  <a:pt x="1786153" y="3924150"/>
                </a:lnTo>
                <a:cubicBezTo>
                  <a:pt x="1785826" y="3924150"/>
                  <a:pt x="1785365" y="3923690"/>
                  <a:pt x="1785365" y="3923690"/>
                </a:cubicBezTo>
                <a:lnTo>
                  <a:pt x="1780833" y="3915808"/>
                </a:lnTo>
                <a:cubicBezTo>
                  <a:pt x="1780702" y="3915546"/>
                  <a:pt x="1780833" y="3914954"/>
                  <a:pt x="1780833" y="3914954"/>
                </a:cubicBezTo>
                <a:lnTo>
                  <a:pt x="1785365" y="3907073"/>
                </a:lnTo>
                <a:cubicBezTo>
                  <a:pt x="1785562" y="3906810"/>
                  <a:pt x="1786153" y="3906613"/>
                  <a:pt x="1786153" y="3906613"/>
                </a:cubicBezTo>
                <a:close/>
                <a:moveTo>
                  <a:pt x="1531837" y="3906613"/>
                </a:moveTo>
                <a:lnTo>
                  <a:pt x="1540900" y="3906613"/>
                </a:lnTo>
                <a:cubicBezTo>
                  <a:pt x="1541228" y="3906613"/>
                  <a:pt x="1541689" y="3907073"/>
                  <a:pt x="1541689" y="3907073"/>
                </a:cubicBezTo>
                <a:lnTo>
                  <a:pt x="1546220" y="3914954"/>
                </a:lnTo>
                <a:cubicBezTo>
                  <a:pt x="1546352" y="3915217"/>
                  <a:pt x="1546220" y="3915808"/>
                  <a:pt x="1546220" y="3915808"/>
                </a:cubicBezTo>
                <a:lnTo>
                  <a:pt x="1541689" y="3923690"/>
                </a:lnTo>
                <a:cubicBezTo>
                  <a:pt x="1541491" y="3923953"/>
                  <a:pt x="1540900" y="3924150"/>
                  <a:pt x="1540900" y="3924150"/>
                </a:cubicBezTo>
                <a:lnTo>
                  <a:pt x="1531837" y="3924150"/>
                </a:lnTo>
                <a:cubicBezTo>
                  <a:pt x="1531508" y="3924150"/>
                  <a:pt x="1531049" y="3923690"/>
                  <a:pt x="1531049" y="3923690"/>
                </a:cubicBezTo>
                <a:lnTo>
                  <a:pt x="1526515" y="3915808"/>
                </a:lnTo>
                <a:cubicBezTo>
                  <a:pt x="1526385" y="3915546"/>
                  <a:pt x="1526515" y="3914954"/>
                  <a:pt x="1526515" y="3914954"/>
                </a:cubicBezTo>
                <a:lnTo>
                  <a:pt x="1531049" y="3907073"/>
                </a:lnTo>
                <a:cubicBezTo>
                  <a:pt x="1531246" y="3906810"/>
                  <a:pt x="1531837" y="3906613"/>
                  <a:pt x="1531837" y="3906613"/>
                </a:cubicBezTo>
                <a:close/>
                <a:moveTo>
                  <a:pt x="1277436" y="3906613"/>
                </a:moveTo>
                <a:lnTo>
                  <a:pt x="1286500" y="3906613"/>
                </a:lnTo>
                <a:cubicBezTo>
                  <a:pt x="1286829" y="3906613"/>
                  <a:pt x="1287289" y="3907073"/>
                  <a:pt x="1287289" y="3907073"/>
                </a:cubicBezTo>
                <a:lnTo>
                  <a:pt x="1291820" y="3914954"/>
                </a:lnTo>
                <a:cubicBezTo>
                  <a:pt x="1291952" y="3915217"/>
                  <a:pt x="1291820" y="3915808"/>
                  <a:pt x="1291820" y="3915808"/>
                </a:cubicBezTo>
                <a:lnTo>
                  <a:pt x="1287289" y="3923690"/>
                </a:lnTo>
                <a:cubicBezTo>
                  <a:pt x="1287092" y="3923953"/>
                  <a:pt x="1286500" y="3924150"/>
                  <a:pt x="1286500" y="3924150"/>
                </a:cubicBezTo>
                <a:lnTo>
                  <a:pt x="1277436" y="3924150"/>
                </a:lnTo>
                <a:cubicBezTo>
                  <a:pt x="1277108" y="3924150"/>
                  <a:pt x="1276648" y="3923690"/>
                  <a:pt x="1276648" y="3923690"/>
                </a:cubicBezTo>
                <a:lnTo>
                  <a:pt x="1272117" y="3915808"/>
                </a:lnTo>
                <a:cubicBezTo>
                  <a:pt x="1271985" y="3915546"/>
                  <a:pt x="1272117" y="3914954"/>
                  <a:pt x="1272117" y="3914954"/>
                </a:cubicBezTo>
                <a:lnTo>
                  <a:pt x="1276648" y="3907073"/>
                </a:lnTo>
                <a:cubicBezTo>
                  <a:pt x="1276845" y="3906810"/>
                  <a:pt x="1277436" y="3906613"/>
                  <a:pt x="1277436" y="3906613"/>
                </a:cubicBezTo>
                <a:close/>
                <a:moveTo>
                  <a:pt x="1023161" y="3906613"/>
                </a:moveTo>
                <a:lnTo>
                  <a:pt x="1032224" y="3906613"/>
                </a:lnTo>
                <a:cubicBezTo>
                  <a:pt x="1032553" y="3906613"/>
                  <a:pt x="1033011" y="3907073"/>
                  <a:pt x="1033011" y="3907073"/>
                </a:cubicBezTo>
                <a:lnTo>
                  <a:pt x="1037544" y="3914954"/>
                </a:lnTo>
                <a:cubicBezTo>
                  <a:pt x="1037675" y="3915217"/>
                  <a:pt x="1037544" y="3915808"/>
                  <a:pt x="1037544" y="3915808"/>
                </a:cubicBezTo>
                <a:lnTo>
                  <a:pt x="1033011" y="3923690"/>
                </a:lnTo>
                <a:cubicBezTo>
                  <a:pt x="1032815" y="3923953"/>
                  <a:pt x="1032224" y="3924150"/>
                  <a:pt x="1032224" y="3924150"/>
                </a:cubicBezTo>
                <a:lnTo>
                  <a:pt x="1023161" y="3924150"/>
                </a:lnTo>
                <a:cubicBezTo>
                  <a:pt x="1022832" y="3924150"/>
                  <a:pt x="1022373" y="3923690"/>
                  <a:pt x="1022373" y="3923690"/>
                </a:cubicBezTo>
                <a:lnTo>
                  <a:pt x="1017838" y="3915808"/>
                </a:lnTo>
                <a:cubicBezTo>
                  <a:pt x="1017708" y="3915546"/>
                  <a:pt x="1017838" y="3914954"/>
                  <a:pt x="1017838" y="3914954"/>
                </a:cubicBezTo>
                <a:lnTo>
                  <a:pt x="1022373" y="3907073"/>
                </a:lnTo>
                <a:cubicBezTo>
                  <a:pt x="1022568" y="3906810"/>
                  <a:pt x="1023161" y="3906613"/>
                  <a:pt x="1023161" y="3906613"/>
                </a:cubicBezTo>
                <a:close/>
                <a:moveTo>
                  <a:pt x="768674" y="3906613"/>
                </a:moveTo>
                <a:lnTo>
                  <a:pt x="777737" y="3906613"/>
                </a:lnTo>
                <a:cubicBezTo>
                  <a:pt x="778065" y="3906613"/>
                  <a:pt x="778525" y="3907073"/>
                  <a:pt x="778525" y="3907073"/>
                </a:cubicBezTo>
                <a:lnTo>
                  <a:pt x="783058" y="3914954"/>
                </a:lnTo>
                <a:cubicBezTo>
                  <a:pt x="783189" y="3915217"/>
                  <a:pt x="783058" y="3915808"/>
                  <a:pt x="783058" y="3915808"/>
                </a:cubicBezTo>
                <a:lnTo>
                  <a:pt x="778525" y="3923690"/>
                </a:lnTo>
                <a:cubicBezTo>
                  <a:pt x="778328" y="3923953"/>
                  <a:pt x="777737" y="3924150"/>
                  <a:pt x="777737" y="3924150"/>
                </a:cubicBezTo>
                <a:lnTo>
                  <a:pt x="768674" y="3924150"/>
                </a:lnTo>
                <a:cubicBezTo>
                  <a:pt x="768346" y="3924150"/>
                  <a:pt x="767886" y="3923690"/>
                  <a:pt x="767886" y="3923690"/>
                </a:cubicBezTo>
                <a:lnTo>
                  <a:pt x="763353" y="3915808"/>
                </a:lnTo>
                <a:cubicBezTo>
                  <a:pt x="763222" y="3915546"/>
                  <a:pt x="763353" y="3914954"/>
                  <a:pt x="763353" y="3914954"/>
                </a:cubicBezTo>
                <a:lnTo>
                  <a:pt x="767886" y="3907073"/>
                </a:lnTo>
                <a:cubicBezTo>
                  <a:pt x="768083" y="3906810"/>
                  <a:pt x="768674" y="3906613"/>
                  <a:pt x="768674" y="3906613"/>
                </a:cubicBezTo>
                <a:close/>
                <a:moveTo>
                  <a:pt x="514312" y="3906613"/>
                </a:moveTo>
                <a:lnTo>
                  <a:pt x="523376" y="3906613"/>
                </a:lnTo>
                <a:cubicBezTo>
                  <a:pt x="523704" y="3906613"/>
                  <a:pt x="524164" y="3907073"/>
                  <a:pt x="524164" y="3907073"/>
                </a:cubicBezTo>
                <a:lnTo>
                  <a:pt x="528696" y="3914954"/>
                </a:lnTo>
                <a:cubicBezTo>
                  <a:pt x="528827" y="3915217"/>
                  <a:pt x="528696" y="3915808"/>
                  <a:pt x="528696" y="3915808"/>
                </a:cubicBezTo>
                <a:lnTo>
                  <a:pt x="524164" y="3923690"/>
                </a:lnTo>
                <a:cubicBezTo>
                  <a:pt x="523967" y="3923953"/>
                  <a:pt x="523376" y="3924150"/>
                  <a:pt x="523376" y="3924150"/>
                </a:cubicBezTo>
                <a:lnTo>
                  <a:pt x="514312" y="3924150"/>
                </a:lnTo>
                <a:cubicBezTo>
                  <a:pt x="513983" y="3924150"/>
                  <a:pt x="513524" y="3923690"/>
                  <a:pt x="513524" y="3923690"/>
                </a:cubicBezTo>
                <a:lnTo>
                  <a:pt x="508991" y="3915808"/>
                </a:lnTo>
                <a:cubicBezTo>
                  <a:pt x="508860" y="3915546"/>
                  <a:pt x="508991" y="3914954"/>
                  <a:pt x="508991" y="3914954"/>
                </a:cubicBezTo>
                <a:lnTo>
                  <a:pt x="513524" y="3907073"/>
                </a:lnTo>
                <a:cubicBezTo>
                  <a:pt x="513721" y="3906810"/>
                  <a:pt x="514312" y="3906613"/>
                  <a:pt x="514312" y="3906613"/>
                </a:cubicBezTo>
                <a:close/>
                <a:moveTo>
                  <a:pt x="259860" y="3906613"/>
                </a:moveTo>
                <a:lnTo>
                  <a:pt x="268924" y="3906613"/>
                </a:lnTo>
                <a:cubicBezTo>
                  <a:pt x="269253" y="3906613"/>
                  <a:pt x="269712" y="3907073"/>
                  <a:pt x="269712" y="3907073"/>
                </a:cubicBezTo>
                <a:lnTo>
                  <a:pt x="274244" y="3914954"/>
                </a:lnTo>
                <a:cubicBezTo>
                  <a:pt x="274375" y="3915217"/>
                  <a:pt x="274244" y="3915808"/>
                  <a:pt x="274244" y="3915808"/>
                </a:cubicBezTo>
                <a:lnTo>
                  <a:pt x="269712" y="3923690"/>
                </a:lnTo>
                <a:cubicBezTo>
                  <a:pt x="269515" y="3923953"/>
                  <a:pt x="268924" y="3924150"/>
                  <a:pt x="268924" y="3924150"/>
                </a:cubicBezTo>
                <a:lnTo>
                  <a:pt x="259860" y="3924150"/>
                </a:lnTo>
                <a:cubicBezTo>
                  <a:pt x="259531" y="3924150"/>
                  <a:pt x="259071" y="3923690"/>
                  <a:pt x="259071" y="3923690"/>
                </a:cubicBezTo>
                <a:lnTo>
                  <a:pt x="254539" y="3915808"/>
                </a:lnTo>
                <a:cubicBezTo>
                  <a:pt x="254408" y="3915546"/>
                  <a:pt x="254539" y="3914954"/>
                  <a:pt x="254539" y="3914954"/>
                </a:cubicBezTo>
                <a:lnTo>
                  <a:pt x="259071" y="3907073"/>
                </a:lnTo>
                <a:cubicBezTo>
                  <a:pt x="259268" y="3906810"/>
                  <a:pt x="259860" y="3906613"/>
                  <a:pt x="259860" y="3906613"/>
                </a:cubicBezTo>
                <a:close/>
                <a:moveTo>
                  <a:pt x="5563" y="3906613"/>
                </a:moveTo>
                <a:lnTo>
                  <a:pt x="14627" y="3906613"/>
                </a:lnTo>
                <a:cubicBezTo>
                  <a:pt x="14955" y="3906613"/>
                  <a:pt x="15415" y="3907073"/>
                  <a:pt x="15415" y="3907073"/>
                </a:cubicBezTo>
                <a:lnTo>
                  <a:pt x="19947" y="3914954"/>
                </a:lnTo>
                <a:cubicBezTo>
                  <a:pt x="20078" y="3915217"/>
                  <a:pt x="19947" y="3915808"/>
                  <a:pt x="19947" y="3915808"/>
                </a:cubicBezTo>
                <a:lnTo>
                  <a:pt x="15415" y="3923690"/>
                </a:lnTo>
                <a:cubicBezTo>
                  <a:pt x="15218" y="3923953"/>
                  <a:pt x="14627" y="3924150"/>
                  <a:pt x="14627" y="3924150"/>
                </a:cubicBezTo>
                <a:lnTo>
                  <a:pt x="5563" y="3924150"/>
                </a:lnTo>
                <a:cubicBezTo>
                  <a:pt x="5233" y="3924150"/>
                  <a:pt x="4774" y="3923690"/>
                  <a:pt x="4774" y="3923690"/>
                </a:cubicBezTo>
                <a:lnTo>
                  <a:pt x="242" y="3915808"/>
                </a:lnTo>
                <a:cubicBezTo>
                  <a:pt x="111" y="3915546"/>
                  <a:pt x="242" y="3914954"/>
                  <a:pt x="242" y="3914954"/>
                </a:cubicBezTo>
                <a:lnTo>
                  <a:pt x="4774" y="3907073"/>
                </a:lnTo>
                <a:cubicBezTo>
                  <a:pt x="4971" y="3906810"/>
                  <a:pt x="5563" y="3906613"/>
                  <a:pt x="5563" y="3906613"/>
                </a:cubicBezTo>
                <a:close/>
                <a:moveTo>
                  <a:pt x="10435622" y="3689539"/>
                </a:moveTo>
                <a:lnTo>
                  <a:pt x="10444686" y="3689539"/>
                </a:lnTo>
                <a:cubicBezTo>
                  <a:pt x="10445015" y="3689539"/>
                  <a:pt x="10445474" y="3689998"/>
                  <a:pt x="10445474" y="3689998"/>
                </a:cubicBezTo>
                <a:lnTo>
                  <a:pt x="10450007" y="3697880"/>
                </a:lnTo>
                <a:cubicBezTo>
                  <a:pt x="10450138" y="3698143"/>
                  <a:pt x="10450007" y="3698734"/>
                  <a:pt x="10450007" y="3698734"/>
                </a:cubicBezTo>
                <a:lnTo>
                  <a:pt x="10445474" y="3706616"/>
                </a:lnTo>
                <a:cubicBezTo>
                  <a:pt x="10445278" y="3706879"/>
                  <a:pt x="10444686" y="3707075"/>
                  <a:pt x="10444686" y="3707075"/>
                </a:cubicBezTo>
                <a:lnTo>
                  <a:pt x="10435622" y="3707075"/>
                </a:lnTo>
                <a:cubicBezTo>
                  <a:pt x="10435295" y="3707075"/>
                  <a:pt x="10434834" y="3706616"/>
                  <a:pt x="10434834" y="3706616"/>
                </a:cubicBezTo>
                <a:lnTo>
                  <a:pt x="10430302" y="3698734"/>
                </a:lnTo>
                <a:cubicBezTo>
                  <a:pt x="10430171" y="3698471"/>
                  <a:pt x="10430302" y="3697880"/>
                  <a:pt x="10430302" y="3697880"/>
                </a:cubicBezTo>
                <a:lnTo>
                  <a:pt x="10434834" y="3689998"/>
                </a:lnTo>
                <a:cubicBezTo>
                  <a:pt x="10435031" y="3689736"/>
                  <a:pt x="10435622" y="3689539"/>
                  <a:pt x="10435622" y="3689539"/>
                </a:cubicBezTo>
                <a:close/>
                <a:moveTo>
                  <a:pt x="10181242" y="3689539"/>
                </a:moveTo>
                <a:lnTo>
                  <a:pt x="10190305" y="3689539"/>
                </a:lnTo>
                <a:cubicBezTo>
                  <a:pt x="10190635" y="3689539"/>
                  <a:pt x="10191093" y="3689998"/>
                  <a:pt x="10191093" y="3689998"/>
                </a:cubicBezTo>
                <a:lnTo>
                  <a:pt x="10195626" y="3697880"/>
                </a:lnTo>
                <a:cubicBezTo>
                  <a:pt x="10195758" y="3698143"/>
                  <a:pt x="10195626" y="3698734"/>
                  <a:pt x="10195626" y="3698734"/>
                </a:cubicBezTo>
                <a:lnTo>
                  <a:pt x="10191093" y="3706616"/>
                </a:lnTo>
                <a:cubicBezTo>
                  <a:pt x="10190896" y="3706879"/>
                  <a:pt x="10190305" y="3707075"/>
                  <a:pt x="10190305" y="3707075"/>
                </a:cubicBezTo>
                <a:lnTo>
                  <a:pt x="10181242" y="3707075"/>
                </a:lnTo>
                <a:cubicBezTo>
                  <a:pt x="10180914" y="3707075"/>
                  <a:pt x="10180453" y="3706616"/>
                  <a:pt x="10180453" y="3706616"/>
                </a:cubicBezTo>
                <a:lnTo>
                  <a:pt x="10175922" y="3698734"/>
                </a:lnTo>
                <a:cubicBezTo>
                  <a:pt x="10175790" y="3698471"/>
                  <a:pt x="10175922" y="3697880"/>
                  <a:pt x="10175922" y="3697880"/>
                </a:cubicBezTo>
                <a:lnTo>
                  <a:pt x="10180453" y="3689998"/>
                </a:lnTo>
                <a:cubicBezTo>
                  <a:pt x="10180650" y="3689736"/>
                  <a:pt x="10181242" y="3689539"/>
                  <a:pt x="10181242" y="3689539"/>
                </a:cubicBezTo>
                <a:close/>
                <a:moveTo>
                  <a:pt x="9926861" y="3689539"/>
                </a:moveTo>
                <a:lnTo>
                  <a:pt x="9935924" y="3689539"/>
                </a:lnTo>
                <a:cubicBezTo>
                  <a:pt x="9936254" y="3689539"/>
                  <a:pt x="9936713" y="3689998"/>
                  <a:pt x="9936713" y="3689998"/>
                </a:cubicBezTo>
                <a:lnTo>
                  <a:pt x="9941246" y="3697880"/>
                </a:lnTo>
                <a:cubicBezTo>
                  <a:pt x="9941376" y="3698143"/>
                  <a:pt x="9941246" y="3698734"/>
                  <a:pt x="9941246" y="3698734"/>
                </a:cubicBezTo>
                <a:lnTo>
                  <a:pt x="9936713" y="3706616"/>
                </a:lnTo>
                <a:cubicBezTo>
                  <a:pt x="9936516" y="3706879"/>
                  <a:pt x="9935924" y="3707075"/>
                  <a:pt x="9935924" y="3707075"/>
                </a:cubicBezTo>
                <a:lnTo>
                  <a:pt x="9926861" y="3707075"/>
                </a:lnTo>
                <a:cubicBezTo>
                  <a:pt x="9926532" y="3707075"/>
                  <a:pt x="9926073" y="3706616"/>
                  <a:pt x="9926073" y="3706616"/>
                </a:cubicBezTo>
                <a:lnTo>
                  <a:pt x="9921541" y="3698734"/>
                </a:lnTo>
                <a:cubicBezTo>
                  <a:pt x="9921410" y="3698471"/>
                  <a:pt x="9921541" y="3697880"/>
                  <a:pt x="9921541" y="3697880"/>
                </a:cubicBezTo>
                <a:lnTo>
                  <a:pt x="9926073" y="3689998"/>
                </a:lnTo>
                <a:cubicBezTo>
                  <a:pt x="9926270" y="3689736"/>
                  <a:pt x="9926861" y="3689539"/>
                  <a:pt x="9926861" y="3689539"/>
                </a:cubicBezTo>
                <a:close/>
                <a:moveTo>
                  <a:pt x="9672481" y="3689539"/>
                </a:moveTo>
                <a:lnTo>
                  <a:pt x="9681545" y="3689539"/>
                </a:lnTo>
                <a:cubicBezTo>
                  <a:pt x="9681872" y="3689539"/>
                  <a:pt x="9682333" y="3689998"/>
                  <a:pt x="9682333" y="3689998"/>
                </a:cubicBezTo>
                <a:lnTo>
                  <a:pt x="9686865" y="3697880"/>
                </a:lnTo>
                <a:cubicBezTo>
                  <a:pt x="9686996" y="3698143"/>
                  <a:pt x="9686865" y="3698734"/>
                  <a:pt x="9686865" y="3698734"/>
                </a:cubicBezTo>
                <a:lnTo>
                  <a:pt x="9682333" y="3706616"/>
                </a:lnTo>
                <a:cubicBezTo>
                  <a:pt x="9682136" y="3706879"/>
                  <a:pt x="9681545" y="3707075"/>
                  <a:pt x="9681545" y="3707075"/>
                </a:cubicBezTo>
                <a:lnTo>
                  <a:pt x="9672481" y="3707075"/>
                </a:lnTo>
                <a:cubicBezTo>
                  <a:pt x="9672152" y="3707075"/>
                  <a:pt x="9671693" y="3706616"/>
                  <a:pt x="9671693" y="3706616"/>
                </a:cubicBezTo>
                <a:lnTo>
                  <a:pt x="9667160" y="3698734"/>
                </a:lnTo>
                <a:cubicBezTo>
                  <a:pt x="9667030" y="3698471"/>
                  <a:pt x="9667160" y="3697880"/>
                  <a:pt x="9667160" y="3697880"/>
                </a:cubicBezTo>
                <a:lnTo>
                  <a:pt x="9671693" y="3689998"/>
                </a:lnTo>
                <a:cubicBezTo>
                  <a:pt x="9671890" y="3689736"/>
                  <a:pt x="9672481" y="3689539"/>
                  <a:pt x="9672481" y="3689539"/>
                </a:cubicBezTo>
                <a:close/>
                <a:moveTo>
                  <a:pt x="9418035" y="3689539"/>
                </a:moveTo>
                <a:lnTo>
                  <a:pt x="9427099" y="3689539"/>
                </a:lnTo>
                <a:cubicBezTo>
                  <a:pt x="9427427" y="3689539"/>
                  <a:pt x="9427887" y="3689998"/>
                  <a:pt x="9427887" y="3689998"/>
                </a:cubicBezTo>
                <a:lnTo>
                  <a:pt x="9432419" y="3697880"/>
                </a:lnTo>
                <a:cubicBezTo>
                  <a:pt x="9432550" y="3698143"/>
                  <a:pt x="9432419" y="3698734"/>
                  <a:pt x="9432419" y="3698734"/>
                </a:cubicBezTo>
                <a:lnTo>
                  <a:pt x="9427887" y="3706616"/>
                </a:lnTo>
                <a:cubicBezTo>
                  <a:pt x="9427690" y="3706879"/>
                  <a:pt x="9427099" y="3707075"/>
                  <a:pt x="9427099" y="3707075"/>
                </a:cubicBezTo>
                <a:lnTo>
                  <a:pt x="9418035" y="3707075"/>
                </a:lnTo>
                <a:cubicBezTo>
                  <a:pt x="9417707" y="3707075"/>
                  <a:pt x="9417247" y="3706616"/>
                  <a:pt x="9417247" y="3706616"/>
                </a:cubicBezTo>
                <a:lnTo>
                  <a:pt x="9412714" y="3698734"/>
                </a:lnTo>
                <a:cubicBezTo>
                  <a:pt x="9412583" y="3698471"/>
                  <a:pt x="9412714" y="3697880"/>
                  <a:pt x="9412714" y="3697880"/>
                </a:cubicBezTo>
                <a:lnTo>
                  <a:pt x="9417247" y="3689998"/>
                </a:lnTo>
                <a:cubicBezTo>
                  <a:pt x="9417444" y="3689736"/>
                  <a:pt x="9418035" y="3689539"/>
                  <a:pt x="9418035" y="3689539"/>
                </a:cubicBezTo>
                <a:close/>
                <a:moveTo>
                  <a:pt x="9163654" y="3689539"/>
                </a:moveTo>
                <a:lnTo>
                  <a:pt x="9172718" y="3689539"/>
                </a:lnTo>
                <a:cubicBezTo>
                  <a:pt x="9173046" y="3689539"/>
                  <a:pt x="9173506" y="3689998"/>
                  <a:pt x="9173506" y="3689998"/>
                </a:cubicBezTo>
                <a:lnTo>
                  <a:pt x="9178038" y="3697880"/>
                </a:lnTo>
                <a:cubicBezTo>
                  <a:pt x="9178169" y="3698143"/>
                  <a:pt x="9178038" y="3698734"/>
                  <a:pt x="9178038" y="3698734"/>
                </a:cubicBezTo>
                <a:lnTo>
                  <a:pt x="9173506" y="3706616"/>
                </a:lnTo>
                <a:cubicBezTo>
                  <a:pt x="9173309" y="3706879"/>
                  <a:pt x="9172718" y="3707075"/>
                  <a:pt x="9172718" y="3707075"/>
                </a:cubicBezTo>
                <a:lnTo>
                  <a:pt x="9163654" y="3707075"/>
                </a:lnTo>
                <a:cubicBezTo>
                  <a:pt x="9163326" y="3707075"/>
                  <a:pt x="9162866" y="3706616"/>
                  <a:pt x="9162866" y="3706616"/>
                </a:cubicBezTo>
                <a:lnTo>
                  <a:pt x="9158333" y="3698734"/>
                </a:lnTo>
                <a:cubicBezTo>
                  <a:pt x="9158202" y="3698471"/>
                  <a:pt x="9158333" y="3697880"/>
                  <a:pt x="9158333" y="3697880"/>
                </a:cubicBezTo>
                <a:lnTo>
                  <a:pt x="9162866" y="3689998"/>
                </a:lnTo>
                <a:cubicBezTo>
                  <a:pt x="9163062" y="3689736"/>
                  <a:pt x="9163654" y="3689539"/>
                  <a:pt x="9163654" y="3689539"/>
                </a:cubicBezTo>
                <a:close/>
                <a:moveTo>
                  <a:pt x="8909274" y="3689539"/>
                </a:moveTo>
                <a:lnTo>
                  <a:pt x="8918336" y="3689539"/>
                </a:lnTo>
                <a:cubicBezTo>
                  <a:pt x="8918666" y="3689539"/>
                  <a:pt x="8919125" y="3689998"/>
                  <a:pt x="8919125" y="3689998"/>
                </a:cubicBezTo>
                <a:lnTo>
                  <a:pt x="8923657" y="3697880"/>
                </a:lnTo>
                <a:cubicBezTo>
                  <a:pt x="8923789" y="3698143"/>
                  <a:pt x="8923657" y="3698734"/>
                  <a:pt x="8923657" y="3698734"/>
                </a:cubicBezTo>
                <a:lnTo>
                  <a:pt x="8919125" y="3706616"/>
                </a:lnTo>
                <a:cubicBezTo>
                  <a:pt x="8918928" y="3706879"/>
                  <a:pt x="8918336" y="3707075"/>
                  <a:pt x="8918336" y="3707075"/>
                </a:cubicBezTo>
                <a:lnTo>
                  <a:pt x="8909274" y="3707075"/>
                </a:lnTo>
                <a:cubicBezTo>
                  <a:pt x="8908945" y="3707075"/>
                  <a:pt x="8908484" y="3706616"/>
                  <a:pt x="8908484" y="3706616"/>
                </a:cubicBezTo>
                <a:lnTo>
                  <a:pt x="8903953" y="3698734"/>
                </a:lnTo>
                <a:cubicBezTo>
                  <a:pt x="8903821" y="3698471"/>
                  <a:pt x="8903953" y="3697880"/>
                  <a:pt x="8903953" y="3697880"/>
                </a:cubicBezTo>
                <a:lnTo>
                  <a:pt x="8908484" y="3689998"/>
                </a:lnTo>
                <a:cubicBezTo>
                  <a:pt x="8908681" y="3689736"/>
                  <a:pt x="8909274" y="3689539"/>
                  <a:pt x="8909274" y="3689539"/>
                </a:cubicBezTo>
                <a:close/>
                <a:moveTo>
                  <a:pt x="8654892" y="3689539"/>
                </a:moveTo>
                <a:lnTo>
                  <a:pt x="8663955" y="3689539"/>
                </a:lnTo>
                <a:cubicBezTo>
                  <a:pt x="8664285" y="3689539"/>
                  <a:pt x="8664744" y="3689998"/>
                  <a:pt x="8664744" y="3689998"/>
                </a:cubicBezTo>
                <a:lnTo>
                  <a:pt x="8669277" y="3697880"/>
                </a:lnTo>
                <a:cubicBezTo>
                  <a:pt x="8669408" y="3698143"/>
                  <a:pt x="8669277" y="3698734"/>
                  <a:pt x="8669277" y="3698734"/>
                </a:cubicBezTo>
                <a:lnTo>
                  <a:pt x="8664744" y="3706616"/>
                </a:lnTo>
                <a:cubicBezTo>
                  <a:pt x="8664548" y="3706879"/>
                  <a:pt x="8663955" y="3707075"/>
                  <a:pt x="8663955" y="3707075"/>
                </a:cubicBezTo>
                <a:lnTo>
                  <a:pt x="8654892" y="3707075"/>
                </a:lnTo>
                <a:cubicBezTo>
                  <a:pt x="8654565" y="3707075"/>
                  <a:pt x="8654104" y="3706616"/>
                  <a:pt x="8654104" y="3706616"/>
                </a:cubicBezTo>
                <a:lnTo>
                  <a:pt x="8649572" y="3698734"/>
                </a:lnTo>
                <a:cubicBezTo>
                  <a:pt x="8649441" y="3698471"/>
                  <a:pt x="8649572" y="3697880"/>
                  <a:pt x="8649572" y="3697880"/>
                </a:cubicBezTo>
                <a:lnTo>
                  <a:pt x="8654104" y="3689998"/>
                </a:lnTo>
                <a:cubicBezTo>
                  <a:pt x="8654301" y="3689736"/>
                  <a:pt x="8654892" y="3689539"/>
                  <a:pt x="8654892" y="3689539"/>
                </a:cubicBezTo>
                <a:close/>
                <a:moveTo>
                  <a:pt x="8400511" y="3689539"/>
                </a:moveTo>
                <a:lnTo>
                  <a:pt x="8409575" y="3689539"/>
                </a:lnTo>
                <a:cubicBezTo>
                  <a:pt x="8409904" y="3689539"/>
                  <a:pt x="8410363" y="3689998"/>
                  <a:pt x="8410363" y="3689998"/>
                </a:cubicBezTo>
                <a:lnTo>
                  <a:pt x="8414896" y="3697880"/>
                </a:lnTo>
                <a:cubicBezTo>
                  <a:pt x="8415027" y="3698143"/>
                  <a:pt x="8414896" y="3698734"/>
                  <a:pt x="8414896" y="3698734"/>
                </a:cubicBezTo>
                <a:lnTo>
                  <a:pt x="8410363" y="3706616"/>
                </a:lnTo>
                <a:cubicBezTo>
                  <a:pt x="8410166" y="3706879"/>
                  <a:pt x="8409575" y="3707075"/>
                  <a:pt x="8409575" y="3707075"/>
                </a:cubicBezTo>
                <a:lnTo>
                  <a:pt x="8400511" y="3707075"/>
                </a:lnTo>
                <a:cubicBezTo>
                  <a:pt x="8400184" y="3707075"/>
                  <a:pt x="8399723" y="3706616"/>
                  <a:pt x="8399723" y="3706616"/>
                </a:cubicBezTo>
                <a:lnTo>
                  <a:pt x="8395191" y="3698734"/>
                </a:lnTo>
                <a:cubicBezTo>
                  <a:pt x="8395060" y="3698471"/>
                  <a:pt x="8395191" y="3697880"/>
                  <a:pt x="8395191" y="3697880"/>
                </a:cubicBezTo>
                <a:lnTo>
                  <a:pt x="8399723" y="3689998"/>
                </a:lnTo>
                <a:cubicBezTo>
                  <a:pt x="8399920" y="3689736"/>
                  <a:pt x="8400511" y="3689539"/>
                  <a:pt x="8400511" y="3689539"/>
                </a:cubicBezTo>
                <a:close/>
                <a:moveTo>
                  <a:pt x="8146065" y="3689539"/>
                </a:moveTo>
                <a:lnTo>
                  <a:pt x="8155129" y="3689539"/>
                </a:lnTo>
                <a:cubicBezTo>
                  <a:pt x="8155458" y="3689539"/>
                  <a:pt x="8155917" y="3689998"/>
                  <a:pt x="8155917" y="3689998"/>
                </a:cubicBezTo>
                <a:lnTo>
                  <a:pt x="8160449" y="3697880"/>
                </a:lnTo>
                <a:cubicBezTo>
                  <a:pt x="8160580" y="3698143"/>
                  <a:pt x="8160449" y="3698734"/>
                  <a:pt x="8160449" y="3698734"/>
                </a:cubicBezTo>
                <a:lnTo>
                  <a:pt x="8155917" y="3706616"/>
                </a:lnTo>
                <a:cubicBezTo>
                  <a:pt x="8155719" y="3706879"/>
                  <a:pt x="8155129" y="3707075"/>
                  <a:pt x="8155129" y="3707075"/>
                </a:cubicBezTo>
                <a:lnTo>
                  <a:pt x="8146065" y="3707075"/>
                </a:lnTo>
                <a:cubicBezTo>
                  <a:pt x="8145737" y="3707075"/>
                  <a:pt x="8145277" y="3706616"/>
                  <a:pt x="8145277" y="3706616"/>
                </a:cubicBezTo>
                <a:lnTo>
                  <a:pt x="8140745" y="3698734"/>
                </a:lnTo>
                <a:cubicBezTo>
                  <a:pt x="8140613" y="3698471"/>
                  <a:pt x="8140745" y="3697880"/>
                  <a:pt x="8140745" y="3697880"/>
                </a:cubicBezTo>
                <a:lnTo>
                  <a:pt x="8145277" y="3689998"/>
                </a:lnTo>
                <a:cubicBezTo>
                  <a:pt x="8145474" y="3689736"/>
                  <a:pt x="8146065" y="3689539"/>
                  <a:pt x="8146065" y="3689539"/>
                </a:cubicBezTo>
                <a:close/>
                <a:moveTo>
                  <a:pt x="7891684" y="3689539"/>
                </a:moveTo>
                <a:lnTo>
                  <a:pt x="7900748" y="3689539"/>
                </a:lnTo>
                <a:cubicBezTo>
                  <a:pt x="7901076" y="3689539"/>
                  <a:pt x="7901536" y="3689998"/>
                  <a:pt x="7901536" y="3689998"/>
                </a:cubicBezTo>
                <a:lnTo>
                  <a:pt x="7906067" y="3697880"/>
                </a:lnTo>
                <a:cubicBezTo>
                  <a:pt x="7906199" y="3698143"/>
                  <a:pt x="7906067" y="3698734"/>
                  <a:pt x="7906067" y="3698734"/>
                </a:cubicBezTo>
                <a:lnTo>
                  <a:pt x="7901536" y="3706616"/>
                </a:lnTo>
                <a:cubicBezTo>
                  <a:pt x="7901339" y="3706879"/>
                  <a:pt x="7900748" y="3707075"/>
                  <a:pt x="7900748" y="3707075"/>
                </a:cubicBezTo>
                <a:lnTo>
                  <a:pt x="7891684" y="3707075"/>
                </a:lnTo>
                <a:cubicBezTo>
                  <a:pt x="7891355" y="3707075"/>
                  <a:pt x="7890896" y="3706616"/>
                  <a:pt x="7890896" y="3706616"/>
                </a:cubicBezTo>
                <a:lnTo>
                  <a:pt x="7886363" y="3698734"/>
                </a:lnTo>
                <a:cubicBezTo>
                  <a:pt x="7886233" y="3698471"/>
                  <a:pt x="7886363" y="3697880"/>
                  <a:pt x="7886363" y="3697880"/>
                </a:cubicBezTo>
                <a:lnTo>
                  <a:pt x="7890896" y="3689998"/>
                </a:lnTo>
                <a:cubicBezTo>
                  <a:pt x="7891093" y="3689736"/>
                  <a:pt x="7891684" y="3689539"/>
                  <a:pt x="7891684" y="3689539"/>
                </a:cubicBezTo>
                <a:close/>
                <a:moveTo>
                  <a:pt x="7637304" y="3689539"/>
                </a:moveTo>
                <a:lnTo>
                  <a:pt x="7646367" y="3689539"/>
                </a:lnTo>
                <a:cubicBezTo>
                  <a:pt x="7646696" y="3689539"/>
                  <a:pt x="7647156" y="3689998"/>
                  <a:pt x="7647156" y="3689998"/>
                </a:cubicBezTo>
                <a:lnTo>
                  <a:pt x="7651687" y="3697880"/>
                </a:lnTo>
                <a:cubicBezTo>
                  <a:pt x="7651819" y="3698143"/>
                  <a:pt x="7651687" y="3698734"/>
                  <a:pt x="7651687" y="3698734"/>
                </a:cubicBezTo>
                <a:lnTo>
                  <a:pt x="7647156" y="3706616"/>
                </a:lnTo>
                <a:cubicBezTo>
                  <a:pt x="7646958" y="3706879"/>
                  <a:pt x="7646367" y="3707075"/>
                  <a:pt x="7646367" y="3707075"/>
                </a:cubicBezTo>
                <a:lnTo>
                  <a:pt x="7637304" y="3707075"/>
                </a:lnTo>
                <a:cubicBezTo>
                  <a:pt x="7636975" y="3707075"/>
                  <a:pt x="7636516" y="3706616"/>
                  <a:pt x="7636516" y="3706616"/>
                </a:cubicBezTo>
                <a:lnTo>
                  <a:pt x="7631983" y="3698734"/>
                </a:lnTo>
                <a:cubicBezTo>
                  <a:pt x="7631851" y="3698471"/>
                  <a:pt x="7631983" y="3697880"/>
                  <a:pt x="7631983" y="3697880"/>
                </a:cubicBezTo>
                <a:lnTo>
                  <a:pt x="7636516" y="3689998"/>
                </a:lnTo>
                <a:cubicBezTo>
                  <a:pt x="7636713" y="3689736"/>
                  <a:pt x="7637304" y="3689539"/>
                  <a:pt x="7637304" y="3689539"/>
                </a:cubicBezTo>
                <a:close/>
                <a:moveTo>
                  <a:pt x="7382923" y="3689539"/>
                </a:moveTo>
                <a:lnTo>
                  <a:pt x="7391987" y="3689539"/>
                </a:lnTo>
                <a:cubicBezTo>
                  <a:pt x="7392315" y="3689539"/>
                  <a:pt x="7392775" y="3689998"/>
                  <a:pt x="7392775" y="3689998"/>
                </a:cubicBezTo>
                <a:lnTo>
                  <a:pt x="7397307" y="3697880"/>
                </a:lnTo>
                <a:cubicBezTo>
                  <a:pt x="7397438" y="3698143"/>
                  <a:pt x="7397307" y="3698734"/>
                  <a:pt x="7397307" y="3698734"/>
                </a:cubicBezTo>
                <a:lnTo>
                  <a:pt x="7392775" y="3706616"/>
                </a:lnTo>
                <a:cubicBezTo>
                  <a:pt x="7392578" y="3706879"/>
                  <a:pt x="7391987" y="3707075"/>
                  <a:pt x="7391987" y="3707075"/>
                </a:cubicBezTo>
                <a:lnTo>
                  <a:pt x="7382923" y="3707075"/>
                </a:lnTo>
                <a:cubicBezTo>
                  <a:pt x="7382595" y="3707075"/>
                  <a:pt x="7382135" y="3706616"/>
                  <a:pt x="7382135" y="3706616"/>
                </a:cubicBezTo>
                <a:lnTo>
                  <a:pt x="7377602" y="3698734"/>
                </a:lnTo>
                <a:cubicBezTo>
                  <a:pt x="7377471" y="3698471"/>
                  <a:pt x="7377602" y="3697880"/>
                  <a:pt x="7377602" y="3697880"/>
                </a:cubicBezTo>
                <a:lnTo>
                  <a:pt x="7382135" y="3689998"/>
                </a:lnTo>
                <a:cubicBezTo>
                  <a:pt x="7382331" y="3689736"/>
                  <a:pt x="7382923" y="3689539"/>
                  <a:pt x="7382923" y="3689539"/>
                </a:cubicBezTo>
                <a:close/>
                <a:moveTo>
                  <a:pt x="7128477" y="3689539"/>
                </a:moveTo>
                <a:lnTo>
                  <a:pt x="7137540" y="3689539"/>
                </a:lnTo>
                <a:cubicBezTo>
                  <a:pt x="7137869" y="3689539"/>
                  <a:pt x="7138328" y="3689998"/>
                  <a:pt x="7138328" y="3689998"/>
                </a:cubicBezTo>
                <a:lnTo>
                  <a:pt x="7142860" y="3697880"/>
                </a:lnTo>
                <a:cubicBezTo>
                  <a:pt x="7142992" y="3698143"/>
                  <a:pt x="7142860" y="3698734"/>
                  <a:pt x="7142860" y="3698734"/>
                </a:cubicBezTo>
                <a:lnTo>
                  <a:pt x="7138328" y="3706616"/>
                </a:lnTo>
                <a:cubicBezTo>
                  <a:pt x="7138131" y="3706879"/>
                  <a:pt x="7137540" y="3707075"/>
                  <a:pt x="7137540" y="3707075"/>
                </a:cubicBezTo>
                <a:lnTo>
                  <a:pt x="7128477" y="3707075"/>
                </a:lnTo>
                <a:cubicBezTo>
                  <a:pt x="7128148" y="3707075"/>
                  <a:pt x="7127689" y="3706616"/>
                  <a:pt x="7127689" y="3706616"/>
                </a:cubicBezTo>
                <a:lnTo>
                  <a:pt x="7123156" y="3698734"/>
                </a:lnTo>
                <a:cubicBezTo>
                  <a:pt x="7123024" y="3698471"/>
                  <a:pt x="7123156" y="3697880"/>
                  <a:pt x="7123156" y="3697880"/>
                </a:cubicBezTo>
                <a:lnTo>
                  <a:pt x="7127689" y="3689998"/>
                </a:lnTo>
                <a:cubicBezTo>
                  <a:pt x="7127885" y="3689736"/>
                  <a:pt x="7128477" y="3689539"/>
                  <a:pt x="7128477" y="3689539"/>
                </a:cubicBezTo>
                <a:close/>
                <a:moveTo>
                  <a:pt x="6874095" y="3689539"/>
                </a:moveTo>
                <a:lnTo>
                  <a:pt x="6883159" y="3689539"/>
                </a:lnTo>
                <a:cubicBezTo>
                  <a:pt x="6883488" y="3689539"/>
                  <a:pt x="6883947" y="3689998"/>
                  <a:pt x="6883947" y="3689998"/>
                </a:cubicBezTo>
                <a:lnTo>
                  <a:pt x="6888480" y="3697880"/>
                </a:lnTo>
                <a:cubicBezTo>
                  <a:pt x="6888611" y="3698143"/>
                  <a:pt x="6888480" y="3698734"/>
                  <a:pt x="6888480" y="3698734"/>
                </a:cubicBezTo>
                <a:lnTo>
                  <a:pt x="6883947" y="3706616"/>
                </a:lnTo>
                <a:cubicBezTo>
                  <a:pt x="6883751" y="3706879"/>
                  <a:pt x="6883159" y="3707075"/>
                  <a:pt x="6883159" y="3707075"/>
                </a:cubicBezTo>
                <a:lnTo>
                  <a:pt x="6874095" y="3707075"/>
                </a:lnTo>
                <a:cubicBezTo>
                  <a:pt x="6873768" y="3707075"/>
                  <a:pt x="6873307" y="3706616"/>
                  <a:pt x="6873307" y="3706616"/>
                </a:cubicBezTo>
                <a:lnTo>
                  <a:pt x="6868775" y="3698734"/>
                </a:lnTo>
                <a:cubicBezTo>
                  <a:pt x="6868644" y="3698471"/>
                  <a:pt x="6868775" y="3697880"/>
                  <a:pt x="6868775" y="3697880"/>
                </a:cubicBezTo>
                <a:lnTo>
                  <a:pt x="6873307" y="3689998"/>
                </a:lnTo>
                <a:cubicBezTo>
                  <a:pt x="6873504" y="3689736"/>
                  <a:pt x="6874095" y="3689539"/>
                  <a:pt x="6874095" y="3689539"/>
                </a:cubicBezTo>
                <a:close/>
                <a:moveTo>
                  <a:pt x="6619714" y="3689539"/>
                </a:moveTo>
                <a:lnTo>
                  <a:pt x="6628778" y="3689539"/>
                </a:lnTo>
                <a:cubicBezTo>
                  <a:pt x="6629107" y="3689539"/>
                  <a:pt x="6629566" y="3689998"/>
                  <a:pt x="6629566" y="3689998"/>
                </a:cubicBezTo>
                <a:lnTo>
                  <a:pt x="6634099" y="3697880"/>
                </a:lnTo>
                <a:cubicBezTo>
                  <a:pt x="6634230" y="3698143"/>
                  <a:pt x="6634099" y="3698734"/>
                  <a:pt x="6634099" y="3698734"/>
                </a:cubicBezTo>
                <a:lnTo>
                  <a:pt x="6629566" y="3706616"/>
                </a:lnTo>
                <a:cubicBezTo>
                  <a:pt x="6629369" y="3706879"/>
                  <a:pt x="6628778" y="3707075"/>
                  <a:pt x="6628778" y="3707075"/>
                </a:cubicBezTo>
                <a:lnTo>
                  <a:pt x="6619714" y="3707075"/>
                </a:lnTo>
                <a:cubicBezTo>
                  <a:pt x="6619387" y="3707075"/>
                  <a:pt x="6618926" y="3706616"/>
                  <a:pt x="6618926" y="3706616"/>
                </a:cubicBezTo>
                <a:lnTo>
                  <a:pt x="6614394" y="3698734"/>
                </a:lnTo>
                <a:cubicBezTo>
                  <a:pt x="6614263" y="3698471"/>
                  <a:pt x="6614394" y="3697880"/>
                  <a:pt x="6614394" y="3697880"/>
                </a:cubicBezTo>
                <a:lnTo>
                  <a:pt x="6618926" y="3689998"/>
                </a:lnTo>
                <a:cubicBezTo>
                  <a:pt x="6619123" y="3689736"/>
                  <a:pt x="6619714" y="3689539"/>
                  <a:pt x="6619714" y="3689539"/>
                </a:cubicBezTo>
                <a:close/>
                <a:moveTo>
                  <a:pt x="6365334" y="3689539"/>
                </a:moveTo>
                <a:lnTo>
                  <a:pt x="6374397" y="3689539"/>
                </a:lnTo>
                <a:cubicBezTo>
                  <a:pt x="6374727" y="3689539"/>
                  <a:pt x="6375186" y="3689998"/>
                  <a:pt x="6375186" y="3689998"/>
                </a:cubicBezTo>
                <a:lnTo>
                  <a:pt x="6379718" y="3697880"/>
                </a:lnTo>
                <a:cubicBezTo>
                  <a:pt x="6379849" y="3698143"/>
                  <a:pt x="6379718" y="3698734"/>
                  <a:pt x="6379718" y="3698734"/>
                </a:cubicBezTo>
                <a:lnTo>
                  <a:pt x="6375186" y="3706616"/>
                </a:lnTo>
                <a:cubicBezTo>
                  <a:pt x="6374988" y="3706879"/>
                  <a:pt x="6374397" y="3707075"/>
                  <a:pt x="6374397" y="3707075"/>
                </a:cubicBezTo>
                <a:lnTo>
                  <a:pt x="6365334" y="3707075"/>
                </a:lnTo>
                <a:cubicBezTo>
                  <a:pt x="6365005" y="3707075"/>
                  <a:pt x="6364546" y="3706616"/>
                  <a:pt x="6364546" y="3706616"/>
                </a:cubicBezTo>
                <a:lnTo>
                  <a:pt x="6360014" y="3698734"/>
                </a:lnTo>
                <a:cubicBezTo>
                  <a:pt x="6359882" y="3698471"/>
                  <a:pt x="6360014" y="3697880"/>
                  <a:pt x="6360014" y="3697880"/>
                </a:cubicBezTo>
                <a:lnTo>
                  <a:pt x="6364546" y="3689998"/>
                </a:lnTo>
                <a:cubicBezTo>
                  <a:pt x="6364743" y="3689736"/>
                  <a:pt x="6365334" y="3689539"/>
                  <a:pt x="6365334" y="3689539"/>
                </a:cubicBezTo>
                <a:close/>
                <a:moveTo>
                  <a:pt x="6110888" y="3689539"/>
                </a:moveTo>
                <a:lnTo>
                  <a:pt x="6119953" y="3689539"/>
                </a:lnTo>
                <a:cubicBezTo>
                  <a:pt x="6120280" y="3689539"/>
                  <a:pt x="6120740" y="3689998"/>
                  <a:pt x="6120740" y="3689998"/>
                </a:cubicBezTo>
                <a:lnTo>
                  <a:pt x="6125272" y="3697880"/>
                </a:lnTo>
                <a:cubicBezTo>
                  <a:pt x="6125403" y="3698143"/>
                  <a:pt x="6125272" y="3698734"/>
                  <a:pt x="6125272" y="3698734"/>
                </a:cubicBezTo>
                <a:lnTo>
                  <a:pt x="6120740" y="3706616"/>
                </a:lnTo>
                <a:cubicBezTo>
                  <a:pt x="6120543" y="3706879"/>
                  <a:pt x="6119953" y="3707075"/>
                  <a:pt x="6119953" y="3707075"/>
                </a:cubicBezTo>
                <a:lnTo>
                  <a:pt x="6110888" y="3707075"/>
                </a:lnTo>
                <a:cubicBezTo>
                  <a:pt x="6110560" y="3707075"/>
                  <a:pt x="6110101" y="3706616"/>
                  <a:pt x="6110101" y="3706616"/>
                </a:cubicBezTo>
                <a:lnTo>
                  <a:pt x="6105567" y="3698734"/>
                </a:lnTo>
                <a:cubicBezTo>
                  <a:pt x="6105436" y="3698471"/>
                  <a:pt x="6105567" y="3697880"/>
                  <a:pt x="6105567" y="3697880"/>
                </a:cubicBezTo>
                <a:lnTo>
                  <a:pt x="6110101" y="3689998"/>
                </a:lnTo>
                <a:cubicBezTo>
                  <a:pt x="6110296" y="3689736"/>
                  <a:pt x="6110888" y="3689539"/>
                  <a:pt x="6110888" y="3689539"/>
                </a:cubicBezTo>
                <a:close/>
                <a:moveTo>
                  <a:pt x="5856508" y="3689539"/>
                </a:moveTo>
                <a:lnTo>
                  <a:pt x="5865571" y="3689539"/>
                </a:lnTo>
                <a:cubicBezTo>
                  <a:pt x="5865900" y="3689539"/>
                  <a:pt x="5866359" y="3689998"/>
                  <a:pt x="5866359" y="3689998"/>
                </a:cubicBezTo>
                <a:lnTo>
                  <a:pt x="5870891" y="3697880"/>
                </a:lnTo>
                <a:cubicBezTo>
                  <a:pt x="5871023" y="3698143"/>
                  <a:pt x="5870891" y="3698734"/>
                  <a:pt x="5870891" y="3698734"/>
                </a:cubicBezTo>
                <a:lnTo>
                  <a:pt x="5866359" y="3706616"/>
                </a:lnTo>
                <a:cubicBezTo>
                  <a:pt x="5866163" y="3706879"/>
                  <a:pt x="5865571" y="3707075"/>
                  <a:pt x="5865571" y="3707075"/>
                </a:cubicBezTo>
                <a:lnTo>
                  <a:pt x="5856508" y="3707075"/>
                </a:lnTo>
                <a:cubicBezTo>
                  <a:pt x="5856178" y="3707075"/>
                  <a:pt x="5855720" y="3706616"/>
                  <a:pt x="5855720" y="3706616"/>
                </a:cubicBezTo>
                <a:lnTo>
                  <a:pt x="5851187" y="3698734"/>
                </a:lnTo>
                <a:cubicBezTo>
                  <a:pt x="5851055" y="3698471"/>
                  <a:pt x="5851187" y="3697880"/>
                  <a:pt x="5851187" y="3697880"/>
                </a:cubicBezTo>
                <a:lnTo>
                  <a:pt x="5855720" y="3689998"/>
                </a:lnTo>
                <a:cubicBezTo>
                  <a:pt x="5855916" y="3689736"/>
                  <a:pt x="5856508" y="3689539"/>
                  <a:pt x="5856508" y="3689539"/>
                </a:cubicBezTo>
                <a:close/>
                <a:moveTo>
                  <a:pt x="5602126" y="3689539"/>
                </a:moveTo>
                <a:lnTo>
                  <a:pt x="5611191" y="3689539"/>
                </a:lnTo>
                <a:cubicBezTo>
                  <a:pt x="5611519" y="3689539"/>
                  <a:pt x="5611979" y="3689998"/>
                  <a:pt x="5611979" y="3689998"/>
                </a:cubicBezTo>
                <a:lnTo>
                  <a:pt x="5616511" y="3697880"/>
                </a:lnTo>
                <a:cubicBezTo>
                  <a:pt x="5616642" y="3698143"/>
                  <a:pt x="5616511" y="3698734"/>
                  <a:pt x="5616511" y="3698734"/>
                </a:cubicBezTo>
                <a:lnTo>
                  <a:pt x="5611979" y="3706616"/>
                </a:lnTo>
                <a:cubicBezTo>
                  <a:pt x="5611782" y="3706879"/>
                  <a:pt x="5611191" y="3707075"/>
                  <a:pt x="5611191" y="3707075"/>
                </a:cubicBezTo>
                <a:lnTo>
                  <a:pt x="5602126" y="3707075"/>
                </a:lnTo>
                <a:cubicBezTo>
                  <a:pt x="5601798" y="3707075"/>
                  <a:pt x="5601338" y="3706616"/>
                  <a:pt x="5601338" y="3706616"/>
                </a:cubicBezTo>
                <a:lnTo>
                  <a:pt x="5596807" y="3698734"/>
                </a:lnTo>
                <a:cubicBezTo>
                  <a:pt x="5596675" y="3698471"/>
                  <a:pt x="5596807" y="3697880"/>
                  <a:pt x="5596807" y="3697880"/>
                </a:cubicBezTo>
                <a:lnTo>
                  <a:pt x="5601338" y="3689998"/>
                </a:lnTo>
                <a:cubicBezTo>
                  <a:pt x="5601536" y="3689736"/>
                  <a:pt x="5602126" y="3689539"/>
                  <a:pt x="5602126" y="3689539"/>
                </a:cubicBezTo>
                <a:close/>
                <a:moveTo>
                  <a:pt x="5347746" y="3689539"/>
                </a:moveTo>
                <a:lnTo>
                  <a:pt x="5356810" y="3689539"/>
                </a:lnTo>
                <a:cubicBezTo>
                  <a:pt x="5357138" y="3689539"/>
                  <a:pt x="5357598" y="3689998"/>
                  <a:pt x="5357598" y="3689998"/>
                </a:cubicBezTo>
                <a:lnTo>
                  <a:pt x="5362130" y="3697880"/>
                </a:lnTo>
                <a:cubicBezTo>
                  <a:pt x="5362261" y="3698143"/>
                  <a:pt x="5362130" y="3698734"/>
                  <a:pt x="5362130" y="3698734"/>
                </a:cubicBezTo>
                <a:lnTo>
                  <a:pt x="5357598" y="3706616"/>
                </a:lnTo>
                <a:cubicBezTo>
                  <a:pt x="5357401" y="3706879"/>
                  <a:pt x="5356810" y="3707075"/>
                  <a:pt x="5356810" y="3707075"/>
                </a:cubicBezTo>
                <a:lnTo>
                  <a:pt x="5347746" y="3707075"/>
                </a:lnTo>
                <a:cubicBezTo>
                  <a:pt x="5347418" y="3707075"/>
                  <a:pt x="5346958" y="3706616"/>
                  <a:pt x="5346958" y="3706616"/>
                </a:cubicBezTo>
                <a:lnTo>
                  <a:pt x="5342425" y="3698734"/>
                </a:lnTo>
                <a:cubicBezTo>
                  <a:pt x="5342295" y="3698471"/>
                  <a:pt x="5342425" y="3697880"/>
                  <a:pt x="5342425" y="3697880"/>
                </a:cubicBezTo>
                <a:lnTo>
                  <a:pt x="5346958" y="3689998"/>
                </a:lnTo>
                <a:cubicBezTo>
                  <a:pt x="5347154" y="3689736"/>
                  <a:pt x="5347746" y="3689539"/>
                  <a:pt x="5347746" y="3689539"/>
                </a:cubicBezTo>
                <a:close/>
                <a:moveTo>
                  <a:pt x="5093300" y="3689539"/>
                </a:moveTo>
                <a:lnTo>
                  <a:pt x="5102364" y="3689539"/>
                </a:lnTo>
                <a:cubicBezTo>
                  <a:pt x="5102693" y="3689539"/>
                  <a:pt x="5103153" y="3689998"/>
                  <a:pt x="5103153" y="3689998"/>
                </a:cubicBezTo>
                <a:lnTo>
                  <a:pt x="5107684" y="3697880"/>
                </a:lnTo>
                <a:cubicBezTo>
                  <a:pt x="5107815" y="3698143"/>
                  <a:pt x="5107684" y="3698734"/>
                  <a:pt x="5107684" y="3698734"/>
                </a:cubicBezTo>
                <a:lnTo>
                  <a:pt x="5103153" y="3706616"/>
                </a:lnTo>
                <a:cubicBezTo>
                  <a:pt x="5102955" y="3706879"/>
                  <a:pt x="5102364" y="3707075"/>
                  <a:pt x="5102364" y="3707075"/>
                </a:cubicBezTo>
                <a:lnTo>
                  <a:pt x="5093300" y="3707075"/>
                </a:lnTo>
                <a:cubicBezTo>
                  <a:pt x="5092972" y="3707075"/>
                  <a:pt x="5092512" y="3706616"/>
                  <a:pt x="5092512" y="3706616"/>
                </a:cubicBezTo>
                <a:lnTo>
                  <a:pt x="5087979" y="3698734"/>
                </a:lnTo>
                <a:cubicBezTo>
                  <a:pt x="5087848" y="3698471"/>
                  <a:pt x="5087979" y="3697880"/>
                  <a:pt x="5087979" y="3697880"/>
                </a:cubicBezTo>
                <a:lnTo>
                  <a:pt x="5092512" y="3689998"/>
                </a:lnTo>
                <a:cubicBezTo>
                  <a:pt x="5092708" y="3689736"/>
                  <a:pt x="5093300" y="3689539"/>
                  <a:pt x="5093300" y="3689539"/>
                </a:cubicBezTo>
                <a:close/>
                <a:moveTo>
                  <a:pt x="4838919" y="3689539"/>
                </a:moveTo>
                <a:lnTo>
                  <a:pt x="4847982" y="3689539"/>
                </a:lnTo>
                <a:cubicBezTo>
                  <a:pt x="4848311" y="3689539"/>
                  <a:pt x="4848772" y="3689998"/>
                  <a:pt x="4848772" y="3689998"/>
                </a:cubicBezTo>
                <a:lnTo>
                  <a:pt x="4853303" y="3697880"/>
                </a:lnTo>
                <a:cubicBezTo>
                  <a:pt x="4853435" y="3698143"/>
                  <a:pt x="4853303" y="3698734"/>
                  <a:pt x="4853303" y="3698734"/>
                </a:cubicBezTo>
                <a:lnTo>
                  <a:pt x="4848772" y="3706616"/>
                </a:lnTo>
                <a:cubicBezTo>
                  <a:pt x="4848575" y="3706879"/>
                  <a:pt x="4847982" y="3707075"/>
                  <a:pt x="4847982" y="3707075"/>
                </a:cubicBezTo>
                <a:lnTo>
                  <a:pt x="4838919" y="3707075"/>
                </a:lnTo>
                <a:cubicBezTo>
                  <a:pt x="4838590" y="3707075"/>
                  <a:pt x="4838132" y="3706616"/>
                  <a:pt x="4838132" y="3706616"/>
                </a:cubicBezTo>
                <a:lnTo>
                  <a:pt x="4833598" y="3698734"/>
                </a:lnTo>
                <a:cubicBezTo>
                  <a:pt x="4833467" y="3698471"/>
                  <a:pt x="4833598" y="3697880"/>
                  <a:pt x="4833598" y="3697880"/>
                </a:cubicBezTo>
                <a:lnTo>
                  <a:pt x="4838132" y="3689998"/>
                </a:lnTo>
                <a:cubicBezTo>
                  <a:pt x="4838328" y="3689736"/>
                  <a:pt x="4838919" y="3689539"/>
                  <a:pt x="4838919" y="3689539"/>
                </a:cubicBezTo>
                <a:close/>
                <a:moveTo>
                  <a:pt x="4584538" y="3689539"/>
                </a:moveTo>
                <a:lnTo>
                  <a:pt x="4593603" y="3689539"/>
                </a:lnTo>
                <a:cubicBezTo>
                  <a:pt x="4593932" y="3689539"/>
                  <a:pt x="4594390" y="3689998"/>
                  <a:pt x="4594390" y="3689998"/>
                </a:cubicBezTo>
                <a:lnTo>
                  <a:pt x="4598922" y="3697880"/>
                </a:lnTo>
                <a:cubicBezTo>
                  <a:pt x="4599054" y="3698143"/>
                  <a:pt x="4598922" y="3698734"/>
                  <a:pt x="4598922" y="3698734"/>
                </a:cubicBezTo>
                <a:lnTo>
                  <a:pt x="4594390" y="3706616"/>
                </a:lnTo>
                <a:cubicBezTo>
                  <a:pt x="4594193" y="3706879"/>
                  <a:pt x="4593603" y="3707075"/>
                  <a:pt x="4593603" y="3707075"/>
                </a:cubicBezTo>
                <a:lnTo>
                  <a:pt x="4584538" y="3707075"/>
                </a:lnTo>
                <a:cubicBezTo>
                  <a:pt x="4584210" y="3707075"/>
                  <a:pt x="4583749" y="3706616"/>
                  <a:pt x="4583749" y="3706616"/>
                </a:cubicBezTo>
                <a:lnTo>
                  <a:pt x="4579218" y="3698734"/>
                </a:lnTo>
                <a:cubicBezTo>
                  <a:pt x="4579087" y="3698471"/>
                  <a:pt x="4579218" y="3697880"/>
                  <a:pt x="4579218" y="3697880"/>
                </a:cubicBezTo>
                <a:lnTo>
                  <a:pt x="4583749" y="3689998"/>
                </a:lnTo>
                <a:cubicBezTo>
                  <a:pt x="4583948" y="3689736"/>
                  <a:pt x="4584538" y="3689539"/>
                  <a:pt x="4584538" y="3689539"/>
                </a:cubicBezTo>
                <a:close/>
                <a:moveTo>
                  <a:pt x="4330157" y="3689539"/>
                </a:moveTo>
                <a:lnTo>
                  <a:pt x="4339222" y="3689539"/>
                </a:lnTo>
                <a:cubicBezTo>
                  <a:pt x="4339550" y="3689539"/>
                  <a:pt x="4340010" y="3689998"/>
                  <a:pt x="4340010" y="3689998"/>
                </a:cubicBezTo>
                <a:lnTo>
                  <a:pt x="4344540" y="3697880"/>
                </a:lnTo>
                <a:cubicBezTo>
                  <a:pt x="4344672" y="3698143"/>
                  <a:pt x="4344540" y="3698734"/>
                  <a:pt x="4344540" y="3698734"/>
                </a:cubicBezTo>
                <a:lnTo>
                  <a:pt x="4340010" y="3706616"/>
                </a:lnTo>
                <a:cubicBezTo>
                  <a:pt x="4339812" y="3706879"/>
                  <a:pt x="4339222" y="3707075"/>
                  <a:pt x="4339222" y="3707075"/>
                </a:cubicBezTo>
                <a:lnTo>
                  <a:pt x="4330157" y="3707075"/>
                </a:lnTo>
                <a:cubicBezTo>
                  <a:pt x="4329829" y="3707075"/>
                  <a:pt x="4329369" y="3706616"/>
                  <a:pt x="4329369" y="3706616"/>
                </a:cubicBezTo>
                <a:lnTo>
                  <a:pt x="4324836" y="3698734"/>
                </a:lnTo>
                <a:cubicBezTo>
                  <a:pt x="4324706" y="3698471"/>
                  <a:pt x="4324836" y="3697880"/>
                  <a:pt x="4324836" y="3697880"/>
                </a:cubicBezTo>
                <a:lnTo>
                  <a:pt x="4329369" y="3689998"/>
                </a:lnTo>
                <a:cubicBezTo>
                  <a:pt x="4329565" y="3689736"/>
                  <a:pt x="4330157" y="3689539"/>
                  <a:pt x="4330157" y="3689539"/>
                </a:cubicBezTo>
                <a:close/>
                <a:moveTo>
                  <a:pt x="4075763" y="3689539"/>
                </a:moveTo>
                <a:lnTo>
                  <a:pt x="4084828" y="3689539"/>
                </a:lnTo>
                <a:cubicBezTo>
                  <a:pt x="4085156" y="3689539"/>
                  <a:pt x="4085617" y="3689998"/>
                  <a:pt x="4085617" y="3689998"/>
                </a:cubicBezTo>
                <a:lnTo>
                  <a:pt x="4090147" y="3697880"/>
                </a:lnTo>
                <a:cubicBezTo>
                  <a:pt x="4090279" y="3698143"/>
                  <a:pt x="4090147" y="3698734"/>
                  <a:pt x="4090147" y="3698734"/>
                </a:cubicBezTo>
                <a:lnTo>
                  <a:pt x="4085617" y="3706616"/>
                </a:lnTo>
                <a:cubicBezTo>
                  <a:pt x="4085418" y="3706879"/>
                  <a:pt x="4084828" y="3707075"/>
                  <a:pt x="4084828" y="3707075"/>
                </a:cubicBezTo>
                <a:lnTo>
                  <a:pt x="4075763" y="3707075"/>
                </a:lnTo>
                <a:cubicBezTo>
                  <a:pt x="4075435" y="3707075"/>
                  <a:pt x="4074975" y="3706616"/>
                  <a:pt x="4074975" y="3706616"/>
                </a:cubicBezTo>
                <a:lnTo>
                  <a:pt x="4070442" y="3698734"/>
                </a:lnTo>
                <a:cubicBezTo>
                  <a:pt x="4070311" y="3698471"/>
                  <a:pt x="4070442" y="3697880"/>
                  <a:pt x="4070442" y="3697880"/>
                </a:cubicBezTo>
                <a:lnTo>
                  <a:pt x="4074975" y="3689998"/>
                </a:lnTo>
                <a:cubicBezTo>
                  <a:pt x="4075171" y="3689736"/>
                  <a:pt x="4075763" y="3689539"/>
                  <a:pt x="4075763" y="3689539"/>
                </a:cubicBezTo>
                <a:close/>
                <a:moveTo>
                  <a:pt x="3821532" y="3689539"/>
                </a:moveTo>
                <a:lnTo>
                  <a:pt x="3830597" y="3689539"/>
                </a:lnTo>
                <a:cubicBezTo>
                  <a:pt x="3830925" y="3689539"/>
                  <a:pt x="3831386" y="3689998"/>
                  <a:pt x="3831386" y="3689998"/>
                </a:cubicBezTo>
                <a:lnTo>
                  <a:pt x="3835918" y="3697880"/>
                </a:lnTo>
                <a:cubicBezTo>
                  <a:pt x="3836049" y="3698143"/>
                  <a:pt x="3835918" y="3698734"/>
                  <a:pt x="3835918" y="3698734"/>
                </a:cubicBezTo>
                <a:lnTo>
                  <a:pt x="3831386" y="3706616"/>
                </a:lnTo>
                <a:cubicBezTo>
                  <a:pt x="3831189" y="3706879"/>
                  <a:pt x="3830597" y="3707075"/>
                  <a:pt x="3830597" y="3707075"/>
                </a:cubicBezTo>
                <a:lnTo>
                  <a:pt x="3821532" y="3707075"/>
                </a:lnTo>
                <a:cubicBezTo>
                  <a:pt x="3821205" y="3707075"/>
                  <a:pt x="3820745" y="3706616"/>
                  <a:pt x="3820745" y="3706616"/>
                </a:cubicBezTo>
                <a:lnTo>
                  <a:pt x="3816213" y="3698734"/>
                </a:lnTo>
                <a:cubicBezTo>
                  <a:pt x="3816080" y="3698471"/>
                  <a:pt x="3816213" y="3697880"/>
                  <a:pt x="3816213" y="3697880"/>
                </a:cubicBezTo>
                <a:lnTo>
                  <a:pt x="3820745" y="3689998"/>
                </a:lnTo>
                <a:cubicBezTo>
                  <a:pt x="3820942" y="3689736"/>
                  <a:pt x="3821532" y="3689539"/>
                  <a:pt x="3821532" y="3689539"/>
                </a:cubicBezTo>
                <a:close/>
                <a:moveTo>
                  <a:pt x="3567119" y="3689539"/>
                </a:moveTo>
                <a:lnTo>
                  <a:pt x="3576184" y="3689539"/>
                </a:lnTo>
                <a:cubicBezTo>
                  <a:pt x="3576512" y="3689539"/>
                  <a:pt x="3576971" y="3689998"/>
                  <a:pt x="3576971" y="3689998"/>
                </a:cubicBezTo>
                <a:lnTo>
                  <a:pt x="3581503" y="3697880"/>
                </a:lnTo>
                <a:cubicBezTo>
                  <a:pt x="3581634" y="3698143"/>
                  <a:pt x="3581503" y="3698734"/>
                  <a:pt x="3581503" y="3698734"/>
                </a:cubicBezTo>
                <a:lnTo>
                  <a:pt x="3576971" y="3706616"/>
                </a:lnTo>
                <a:cubicBezTo>
                  <a:pt x="3576775" y="3706879"/>
                  <a:pt x="3576184" y="3707075"/>
                  <a:pt x="3576184" y="3707075"/>
                </a:cubicBezTo>
                <a:lnTo>
                  <a:pt x="3567119" y="3707075"/>
                </a:lnTo>
                <a:cubicBezTo>
                  <a:pt x="3566790" y="3707075"/>
                  <a:pt x="3566331" y="3706616"/>
                  <a:pt x="3566331" y="3706616"/>
                </a:cubicBezTo>
                <a:lnTo>
                  <a:pt x="3561797" y="3698734"/>
                </a:lnTo>
                <a:cubicBezTo>
                  <a:pt x="3561666" y="3698471"/>
                  <a:pt x="3561797" y="3697880"/>
                  <a:pt x="3561797" y="3697880"/>
                </a:cubicBezTo>
                <a:lnTo>
                  <a:pt x="3566331" y="3689998"/>
                </a:lnTo>
                <a:cubicBezTo>
                  <a:pt x="3566527" y="3689736"/>
                  <a:pt x="3567119" y="3689539"/>
                  <a:pt x="3567119" y="3689539"/>
                </a:cubicBezTo>
                <a:close/>
                <a:moveTo>
                  <a:pt x="3312716" y="3689539"/>
                </a:moveTo>
                <a:lnTo>
                  <a:pt x="3321780" y="3689539"/>
                </a:lnTo>
                <a:cubicBezTo>
                  <a:pt x="3322110" y="3689539"/>
                  <a:pt x="3322567" y="3689998"/>
                  <a:pt x="3322567" y="3689998"/>
                </a:cubicBezTo>
                <a:lnTo>
                  <a:pt x="3327100" y="3697880"/>
                </a:lnTo>
                <a:cubicBezTo>
                  <a:pt x="3327231" y="3698143"/>
                  <a:pt x="3327100" y="3698734"/>
                  <a:pt x="3327100" y="3698734"/>
                </a:cubicBezTo>
                <a:lnTo>
                  <a:pt x="3322567" y="3706616"/>
                </a:lnTo>
                <a:cubicBezTo>
                  <a:pt x="3322372" y="3706879"/>
                  <a:pt x="3321780" y="3707075"/>
                  <a:pt x="3321780" y="3707075"/>
                </a:cubicBezTo>
                <a:lnTo>
                  <a:pt x="3312716" y="3707075"/>
                </a:lnTo>
                <a:cubicBezTo>
                  <a:pt x="3312388" y="3707075"/>
                  <a:pt x="3311927" y="3706616"/>
                  <a:pt x="3311927" y="3706616"/>
                </a:cubicBezTo>
                <a:lnTo>
                  <a:pt x="3307394" y="3698734"/>
                </a:lnTo>
                <a:cubicBezTo>
                  <a:pt x="3307263" y="3698471"/>
                  <a:pt x="3307394" y="3697880"/>
                  <a:pt x="3307394" y="3697880"/>
                </a:cubicBezTo>
                <a:lnTo>
                  <a:pt x="3311927" y="3689998"/>
                </a:lnTo>
                <a:cubicBezTo>
                  <a:pt x="3312124" y="3689736"/>
                  <a:pt x="3312716" y="3689539"/>
                  <a:pt x="3312716" y="3689539"/>
                </a:cubicBezTo>
                <a:close/>
                <a:moveTo>
                  <a:pt x="3058437" y="3689539"/>
                </a:moveTo>
                <a:lnTo>
                  <a:pt x="3067508" y="3689539"/>
                </a:lnTo>
                <a:cubicBezTo>
                  <a:pt x="3067836" y="3689539"/>
                  <a:pt x="3068295" y="3689998"/>
                  <a:pt x="3068295" y="3689998"/>
                </a:cubicBezTo>
                <a:lnTo>
                  <a:pt x="3072826" y="3697880"/>
                </a:lnTo>
                <a:cubicBezTo>
                  <a:pt x="3072959" y="3698143"/>
                  <a:pt x="3072826" y="3698734"/>
                  <a:pt x="3072826" y="3698734"/>
                </a:cubicBezTo>
                <a:lnTo>
                  <a:pt x="3068295" y="3706616"/>
                </a:lnTo>
                <a:cubicBezTo>
                  <a:pt x="3068097" y="3706879"/>
                  <a:pt x="3067508" y="3707075"/>
                  <a:pt x="3067508" y="3707075"/>
                </a:cubicBezTo>
                <a:lnTo>
                  <a:pt x="3058437" y="3707075"/>
                </a:lnTo>
                <a:cubicBezTo>
                  <a:pt x="3058111" y="3707075"/>
                  <a:pt x="3057652" y="3706616"/>
                  <a:pt x="3057652" y="3706616"/>
                </a:cubicBezTo>
                <a:lnTo>
                  <a:pt x="3053119" y="3698734"/>
                </a:lnTo>
                <a:cubicBezTo>
                  <a:pt x="3052987" y="3698471"/>
                  <a:pt x="3053119" y="3697880"/>
                  <a:pt x="3053119" y="3697880"/>
                </a:cubicBezTo>
                <a:lnTo>
                  <a:pt x="3057652" y="3689998"/>
                </a:lnTo>
                <a:cubicBezTo>
                  <a:pt x="3057852" y="3689736"/>
                  <a:pt x="3058437" y="3689539"/>
                  <a:pt x="3058437" y="3689539"/>
                </a:cubicBezTo>
                <a:close/>
                <a:moveTo>
                  <a:pt x="2803837" y="3689539"/>
                </a:moveTo>
                <a:lnTo>
                  <a:pt x="2812900" y="3689539"/>
                </a:lnTo>
                <a:cubicBezTo>
                  <a:pt x="2813229" y="3689539"/>
                  <a:pt x="2813689" y="3689998"/>
                  <a:pt x="2813689" y="3689998"/>
                </a:cubicBezTo>
                <a:lnTo>
                  <a:pt x="2818220" y="3697880"/>
                </a:lnTo>
                <a:cubicBezTo>
                  <a:pt x="2818352" y="3698143"/>
                  <a:pt x="2818220" y="3698734"/>
                  <a:pt x="2818220" y="3698734"/>
                </a:cubicBezTo>
                <a:lnTo>
                  <a:pt x="2813689" y="3706616"/>
                </a:lnTo>
                <a:cubicBezTo>
                  <a:pt x="2813492" y="3706879"/>
                  <a:pt x="2812900" y="3707075"/>
                  <a:pt x="2812900" y="3707075"/>
                </a:cubicBezTo>
                <a:lnTo>
                  <a:pt x="2803837" y="3707075"/>
                </a:lnTo>
                <a:cubicBezTo>
                  <a:pt x="2803507" y="3707075"/>
                  <a:pt x="2803048" y="3706616"/>
                  <a:pt x="2803048" y="3706616"/>
                </a:cubicBezTo>
                <a:lnTo>
                  <a:pt x="2798515" y="3698734"/>
                </a:lnTo>
                <a:cubicBezTo>
                  <a:pt x="2798383" y="3698471"/>
                  <a:pt x="2798515" y="3697880"/>
                  <a:pt x="2798515" y="3697880"/>
                </a:cubicBezTo>
                <a:lnTo>
                  <a:pt x="2803048" y="3689998"/>
                </a:lnTo>
                <a:cubicBezTo>
                  <a:pt x="2803245" y="3689736"/>
                  <a:pt x="2803837" y="3689539"/>
                  <a:pt x="2803837" y="3689539"/>
                </a:cubicBezTo>
                <a:close/>
                <a:moveTo>
                  <a:pt x="2549554" y="3689539"/>
                </a:moveTo>
                <a:lnTo>
                  <a:pt x="2558619" y="3689539"/>
                </a:lnTo>
                <a:cubicBezTo>
                  <a:pt x="2558948" y="3689539"/>
                  <a:pt x="2559407" y="3689998"/>
                  <a:pt x="2559407" y="3689998"/>
                </a:cubicBezTo>
                <a:lnTo>
                  <a:pt x="2563941" y="3697880"/>
                </a:lnTo>
                <a:cubicBezTo>
                  <a:pt x="2564073" y="3698143"/>
                  <a:pt x="2563941" y="3698734"/>
                  <a:pt x="2563941" y="3698734"/>
                </a:cubicBezTo>
                <a:lnTo>
                  <a:pt x="2559407" y="3706616"/>
                </a:lnTo>
                <a:cubicBezTo>
                  <a:pt x="2559211" y="3706879"/>
                  <a:pt x="2558619" y="3707075"/>
                  <a:pt x="2558619" y="3707075"/>
                </a:cubicBezTo>
                <a:lnTo>
                  <a:pt x="2549554" y="3707075"/>
                </a:lnTo>
                <a:cubicBezTo>
                  <a:pt x="2549228" y="3707075"/>
                  <a:pt x="2548767" y="3706616"/>
                  <a:pt x="2548767" y="3706616"/>
                </a:cubicBezTo>
                <a:lnTo>
                  <a:pt x="2544235" y="3698734"/>
                </a:lnTo>
                <a:cubicBezTo>
                  <a:pt x="2544103" y="3698471"/>
                  <a:pt x="2544235" y="3697880"/>
                  <a:pt x="2544235" y="3697880"/>
                </a:cubicBezTo>
                <a:lnTo>
                  <a:pt x="2548767" y="3689998"/>
                </a:lnTo>
                <a:cubicBezTo>
                  <a:pt x="2548963" y="3689736"/>
                  <a:pt x="2549554" y="3689539"/>
                  <a:pt x="2549554" y="3689539"/>
                </a:cubicBezTo>
                <a:close/>
                <a:moveTo>
                  <a:pt x="2295138" y="3689539"/>
                </a:moveTo>
                <a:lnTo>
                  <a:pt x="2304204" y="3689539"/>
                </a:lnTo>
                <a:cubicBezTo>
                  <a:pt x="2304532" y="3689539"/>
                  <a:pt x="2304992" y="3689998"/>
                  <a:pt x="2304992" y="3689998"/>
                </a:cubicBezTo>
                <a:lnTo>
                  <a:pt x="2309523" y="3697880"/>
                </a:lnTo>
                <a:cubicBezTo>
                  <a:pt x="2309655" y="3698143"/>
                  <a:pt x="2309523" y="3698734"/>
                  <a:pt x="2309523" y="3698734"/>
                </a:cubicBezTo>
                <a:lnTo>
                  <a:pt x="2304992" y="3706616"/>
                </a:lnTo>
                <a:cubicBezTo>
                  <a:pt x="2304795" y="3706879"/>
                  <a:pt x="2304204" y="3707075"/>
                  <a:pt x="2304204" y="3707075"/>
                </a:cubicBezTo>
                <a:lnTo>
                  <a:pt x="2295138" y="3707075"/>
                </a:lnTo>
                <a:cubicBezTo>
                  <a:pt x="2294812" y="3707075"/>
                  <a:pt x="2294350" y="3706616"/>
                  <a:pt x="2294350" y="3706616"/>
                </a:cubicBezTo>
                <a:lnTo>
                  <a:pt x="2289819" y="3698734"/>
                </a:lnTo>
                <a:cubicBezTo>
                  <a:pt x="2289688" y="3698471"/>
                  <a:pt x="2289819" y="3697880"/>
                  <a:pt x="2289819" y="3697880"/>
                </a:cubicBezTo>
                <a:lnTo>
                  <a:pt x="2294350" y="3689998"/>
                </a:lnTo>
                <a:cubicBezTo>
                  <a:pt x="2294547" y="3689736"/>
                  <a:pt x="2295138" y="3689539"/>
                  <a:pt x="2295138" y="3689539"/>
                </a:cubicBezTo>
                <a:close/>
                <a:moveTo>
                  <a:pt x="2040623" y="3689539"/>
                </a:moveTo>
                <a:lnTo>
                  <a:pt x="2049686" y="3689539"/>
                </a:lnTo>
                <a:cubicBezTo>
                  <a:pt x="2050015" y="3689539"/>
                  <a:pt x="2050474" y="3689998"/>
                  <a:pt x="2050474" y="3689998"/>
                </a:cubicBezTo>
                <a:lnTo>
                  <a:pt x="2055006" y="3697880"/>
                </a:lnTo>
                <a:cubicBezTo>
                  <a:pt x="2055138" y="3698143"/>
                  <a:pt x="2055006" y="3698734"/>
                  <a:pt x="2055006" y="3698734"/>
                </a:cubicBezTo>
                <a:lnTo>
                  <a:pt x="2050474" y="3706616"/>
                </a:lnTo>
                <a:cubicBezTo>
                  <a:pt x="2050277" y="3706879"/>
                  <a:pt x="2049686" y="3707075"/>
                  <a:pt x="2049686" y="3707075"/>
                </a:cubicBezTo>
                <a:lnTo>
                  <a:pt x="2040623" y="3707075"/>
                </a:lnTo>
                <a:cubicBezTo>
                  <a:pt x="2040293" y="3707075"/>
                  <a:pt x="2039833" y="3706616"/>
                  <a:pt x="2039833" y="3706616"/>
                </a:cubicBezTo>
                <a:lnTo>
                  <a:pt x="2035302" y="3698734"/>
                </a:lnTo>
                <a:cubicBezTo>
                  <a:pt x="2035170" y="3698471"/>
                  <a:pt x="2035302" y="3697880"/>
                  <a:pt x="2035302" y="3697880"/>
                </a:cubicBezTo>
                <a:lnTo>
                  <a:pt x="2039833" y="3689998"/>
                </a:lnTo>
                <a:cubicBezTo>
                  <a:pt x="2040030" y="3689736"/>
                  <a:pt x="2040623" y="3689539"/>
                  <a:pt x="2040623" y="3689539"/>
                </a:cubicBezTo>
                <a:close/>
                <a:moveTo>
                  <a:pt x="1786229" y="3689539"/>
                </a:moveTo>
                <a:lnTo>
                  <a:pt x="1795292" y="3689539"/>
                </a:lnTo>
                <a:cubicBezTo>
                  <a:pt x="1795622" y="3689539"/>
                  <a:pt x="1796082" y="3689998"/>
                  <a:pt x="1796082" y="3689998"/>
                </a:cubicBezTo>
                <a:lnTo>
                  <a:pt x="1800613" y="3697880"/>
                </a:lnTo>
                <a:cubicBezTo>
                  <a:pt x="1800745" y="3698143"/>
                  <a:pt x="1800613" y="3698734"/>
                  <a:pt x="1800613" y="3698734"/>
                </a:cubicBezTo>
                <a:lnTo>
                  <a:pt x="1796082" y="3706616"/>
                </a:lnTo>
                <a:cubicBezTo>
                  <a:pt x="1795884" y="3706879"/>
                  <a:pt x="1795292" y="3707075"/>
                  <a:pt x="1795292" y="3707075"/>
                </a:cubicBezTo>
                <a:lnTo>
                  <a:pt x="1786229" y="3707075"/>
                </a:lnTo>
                <a:cubicBezTo>
                  <a:pt x="1785902" y="3707075"/>
                  <a:pt x="1785441" y="3706616"/>
                  <a:pt x="1785441" y="3706616"/>
                </a:cubicBezTo>
                <a:lnTo>
                  <a:pt x="1780909" y="3698734"/>
                </a:lnTo>
                <a:cubicBezTo>
                  <a:pt x="1780778" y="3698471"/>
                  <a:pt x="1780909" y="3697880"/>
                  <a:pt x="1780909" y="3697880"/>
                </a:cubicBezTo>
                <a:lnTo>
                  <a:pt x="1785441" y="3689998"/>
                </a:lnTo>
                <a:cubicBezTo>
                  <a:pt x="1785638" y="3689736"/>
                  <a:pt x="1786229" y="3689539"/>
                  <a:pt x="1786229" y="3689539"/>
                </a:cubicBezTo>
                <a:close/>
                <a:moveTo>
                  <a:pt x="1531943" y="3689539"/>
                </a:moveTo>
                <a:lnTo>
                  <a:pt x="1541008" y="3689539"/>
                </a:lnTo>
                <a:cubicBezTo>
                  <a:pt x="1541334" y="3689539"/>
                  <a:pt x="1541795" y="3689998"/>
                  <a:pt x="1541795" y="3689998"/>
                </a:cubicBezTo>
                <a:lnTo>
                  <a:pt x="1546328" y="3697880"/>
                </a:lnTo>
                <a:cubicBezTo>
                  <a:pt x="1546459" y="3698143"/>
                  <a:pt x="1546328" y="3698734"/>
                  <a:pt x="1546328" y="3698734"/>
                </a:cubicBezTo>
                <a:lnTo>
                  <a:pt x="1541795" y="3706616"/>
                </a:lnTo>
                <a:cubicBezTo>
                  <a:pt x="1541598" y="3706879"/>
                  <a:pt x="1541008" y="3707075"/>
                  <a:pt x="1541008" y="3707075"/>
                </a:cubicBezTo>
                <a:lnTo>
                  <a:pt x="1531943" y="3707075"/>
                </a:lnTo>
                <a:cubicBezTo>
                  <a:pt x="1531615" y="3707075"/>
                  <a:pt x="1531156" y="3706616"/>
                  <a:pt x="1531156" y="3706616"/>
                </a:cubicBezTo>
                <a:lnTo>
                  <a:pt x="1526622" y="3698734"/>
                </a:lnTo>
                <a:cubicBezTo>
                  <a:pt x="1526491" y="3698471"/>
                  <a:pt x="1526622" y="3697880"/>
                  <a:pt x="1526622" y="3697880"/>
                </a:cubicBezTo>
                <a:lnTo>
                  <a:pt x="1531156" y="3689998"/>
                </a:lnTo>
                <a:cubicBezTo>
                  <a:pt x="1531353" y="3689736"/>
                  <a:pt x="1531943" y="3689539"/>
                  <a:pt x="1531943" y="3689539"/>
                </a:cubicBezTo>
                <a:close/>
                <a:moveTo>
                  <a:pt x="1277466" y="3689539"/>
                </a:moveTo>
                <a:lnTo>
                  <a:pt x="1286530" y="3689539"/>
                </a:lnTo>
                <a:cubicBezTo>
                  <a:pt x="1286861" y="3689539"/>
                  <a:pt x="1287319" y="3689998"/>
                  <a:pt x="1287319" y="3689998"/>
                </a:cubicBezTo>
                <a:lnTo>
                  <a:pt x="1291852" y="3697880"/>
                </a:lnTo>
                <a:cubicBezTo>
                  <a:pt x="1291983" y="3698143"/>
                  <a:pt x="1291852" y="3698734"/>
                  <a:pt x="1291852" y="3698734"/>
                </a:cubicBezTo>
                <a:lnTo>
                  <a:pt x="1287319" y="3706616"/>
                </a:lnTo>
                <a:cubicBezTo>
                  <a:pt x="1287122" y="3706879"/>
                  <a:pt x="1286530" y="3707075"/>
                  <a:pt x="1286530" y="3707075"/>
                </a:cubicBezTo>
                <a:lnTo>
                  <a:pt x="1277466" y="3707075"/>
                </a:lnTo>
                <a:cubicBezTo>
                  <a:pt x="1277138" y="3707075"/>
                  <a:pt x="1276678" y="3706616"/>
                  <a:pt x="1276678" y="3706616"/>
                </a:cubicBezTo>
                <a:lnTo>
                  <a:pt x="1272145" y="3698734"/>
                </a:lnTo>
                <a:cubicBezTo>
                  <a:pt x="1272015" y="3698471"/>
                  <a:pt x="1272145" y="3697880"/>
                  <a:pt x="1272145" y="3697880"/>
                </a:cubicBezTo>
                <a:lnTo>
                  <a:pt x="1276678" y="3689998"/>
                </a:lnTo>
                <a:cubicBezTo>
                  <a:pt x="1276875" y="3689736"/>
                  <a:pt x="1277466" y="3689539"/>
                  <a:pt x="1277466" y="3689539"/>
                </a:cubicBezTo>
                <a:close/>
                <a:moveTo>
                  <a:pt x="1023078" y="3689539"/>
                </a:moveTo>
                <a:lnTo>
                  <a:pt x="1032143" y="3689539"/>
                </a:lnTo>
                <a:cubicBezTo>
                  <a:pt x="1032471" y="3689539"/>
                  <a:pt x="1032930" y="3689998"/>
                  <a:pt x="1032930" y="3689998"/>
                </a:cubicBezTo>
                <a:lnTo>
                  <a:pt x="1037463" y="3697880"/>
                </a:lnTo>
                <a:cubicBezTo>
                  <a:pt x="1037593" y="3698143"/>
                  <a:pt x="1037463" y="3698734"/>
                  <a:pt x="1037463" y="3698734"/>
                </a:cubicBezTo>
                <a:lnTo>
                  <a:pt x="1032930" y="3706616"/>
                </a:lnTo>
                <a:cubicBezTo>
                  <a:pt x="1032733" y="3706879"/>
                  <a:pt x="1032143" y="3707075"/>
                  <a:pt x="1032143" y="3707075"/>
                </a:cubicBezTo>
                <a:lnTo>
                  <a:pt x="1023078" y="3707075"/>
                </a:lnTo>
                <a:cubicBezTo>
                  <a:pt x="1022749" y="3707075"/>
                  <a:pt x="1022291" y="3706616"/>
                  <a:pt x="1022291" y="3706616"/>
                </a:cubicBezTo>
                <a:lnTo>
                  <a:pt x="1017757" y="3698734"/>
                </a:lnTo>
                <a:cubicBezTo>
                  <a:pt x="1017627" y="3698471"/>
                  <a:pt x="1017757" y="3697880"/>
                  <a:pt x="1017757" y="3697880"/>
                </a:cubicBezTo>
                <a:lnTo>
                  <a:pt x="1022291" y="3689998"/>
                </a:lnTo>
                <a:cubicBezTo>
                  <a:pt x="1022487" y="3689736"/>
                  <a:pt x="1023078" y="3689539"/>
                  <a:pt x="1023078" y="3689539"/>
                </a:cubicBezTo>
                <a:close/>
                <a:moveTo>
                  <a:pt x="768714" y="3689539"/>
                </a:moveTo>
                <a:lnTo>
                  <a:pt x="777777" y="3689539"/>
                </a:lnTo>
                <a:cubicBezTo>
                  <a:pt x="778106" y="3689539"/>
                  <a:pt x="778566" y="3689998"/>
                  <a:pt x="778566" y="3689998"/>
                </a:cubicBezTo>
                <a:lnTo>
                  <a:pt x="783097" y="3697880"/>
                </a:lnTo>
                <a:cubicBezTo>
                  <a:pt x="783229" y="3698143"/>
                  <a:pt x="783097" y="3698734"/>
                  <a:pt x="783097" y="3698734"/>
                </a:cubicBezTo>
                <a:lnTo>
                  <a:pt x="778566" y="3706616"/>
                </a:lnTo>
                <a:cubicBezTo>
                  <a:pt x="778369" y="3706879"/>
                  <a:pt x="777777" y="3707075"/>
                  <a:pt x="777777" y="3707075"/>
                </a:cubicBezTo>
                <a:lnTo>
                  <a:pt x="768714" y="3707075"/>
                </a:lnTo>
                <a:cubicBezTo>
                  <a:pt x="768385" y="3707075"/>
                  <a:pt x="767926" y="3706616"/>
                  <a:pt x="767926" y="3706616"/>
                </a:cubicBezTo>
                <a:lnTo>
                  <a:pt x="763394" y="3698734"/>
                </a:lnTo>
                <a:cubicBezTo>
                  <a:pt x="763263" y="3698471"/>
                  <a:pt x="763394" y="3697880"/>
                  <a:pt x="763394" y="3697880"/>
                </a:cubicBezTo>
                <a:lnTo>
                  <a:pt x="767926" y="3689998"/>
                </a:lnTo>
                <a:cubicBezTo>
                  <a:pt x="768123" y="3689736"/>
                  <a:pt x="768714" y="3689539"/>
                  <a:pt x="768714" y="3689539"/>
                </a:cubicBezTo>
                <a:close/>
                <a:moveTo>
                  <a:pt x="514239" y="3689539"/>
                </a:moveTo>
                <a:lnTo>
                  <a:pt x="523301" y="3689539"/>
                </a:lnTo>
                <a:cubicBezTo>
                  <a:pt x="523631" y="3689539"/>
                  <a:pt x="524091" y="3689998"/>
                  <a:pt x="524091" y="3689998"/>
                </a:cubicBezTo>
                <a:lnTo>
                  <a:pt x="528621" y="3697880"/>
                </a:lnTo>
                <a:cubicBezTo>
                  <a:pt x="528753" y="3698143"/>
                  <a:pt x="528621" y="3698734"/>
                  <a:pt x="528621" y="3698734"/>
                </a:cubicBezTo>
                <a:lnTo>
                  <a:pt x="524091" y="3706616"/>
                </a:lnTo>
                <a:cubicBezTo>
                  <a:pt x="523894" y="3706879"/>
                  <a:pt x="523301" y="3707075"/>
                  <a:pt x="523301" y="3707075"/>
                </a:cubicBezTo>
                <a:lnTo>
                  <a:pt x="514239" y="3707075"/>
                </a:lnTo>
                <a:cubicBezTo>
                  <a:pt x="513908" y="3707075"/>
                  <a:pt x="513451" y="3706616"/>
                  <a:pt x="513451" y="3706616"/>
                </a:cubicBezTo>
                <a:lnTo>
                  <a:pt x="508918" y="3698734"/>
                </a:lnTo>
                <a:cubicBezTo>
                  <a:pt x="508787" y="3698471"/>
                  <a:pt x="508918" y="3697880"/>
                  <a:pt x="508918" y="3697880"/>
                </a:cubicBezTo>
                <a:lnTo>
                  <a:pt x="513451" y="3689998"/>
                </a:lnTo>
                <a:cubicBezTo>
                  <a:pt x="513648" y="3689736"/>
                  <a:pt x="514239" y="3689539"/>
                  <a:pt x="514239" y="3689539"/>
                </a:cubicBezTo>
                <a:close/>
                <a:moveTo>
                  <a:pt x="259924" y="3689539"/>
                </a:moveTo>
                <a:lnTo>
                  <a:pt x="268988" y="3689539"/>
                </a:lnTo>
                <a:cubicBezTo>
                  <a:pt x="269316" y="3689539"/>
                  <a:pt x="269776" y="3689998"/>
                  <a:pt x="269776" y="3689998"/>
                </a:cubicBezTo>
                <a:lnTo>
                  <a:pt x="274306" y="3697880"/>
                </a:lnTo>
                <a:cubicBezTo>
                  <a:pt x="274438" y="3698143"/>
                  <a:pt x="274306" y="3698734"/>
                  <a:pt x="274306" y="3698734"/>
                </a:cubicBezTo>
                <a:lnTo>
                  <a:pt x="269776" y="3706616"/>
                </a:lnTo>
                <a:cubicBezTo>
                  <a:pt x="269579" y="3706879"/>
                  <a:pt x="268988" y="3707075"/>
                  <a:pt x="268988" y="3707075"/>
                </a:cubicBezTo>
                <a:lnTo>
                  <a:pt x="259924" y="3707075"/>
                </a:lnTo>
                <a:cubicBezTo>
                  <a:pt x="259594" y="3707075"/>
                  <a:pt x="259135" y="3706616"/>
                  <a:pt x="259135" y="3706616"/>
                </a:cubicBezTo>
                <a:lnTo>
                  <a:pt x="254603" y="3698734"/>
                </a:lnTo>
                <a:cubicBezTo>
                  <a:pt x="254471" y="3698471"/>
                  <a:pt x="254603" y="3697880"/>
                  <a:pt x="254603" y="3697880"/>
                </a:cubicBezTo>
                <a:lnTo>
                  <a:pt x="259135" y="3689998"/>
                </a:lnTo>
                <a:cubicBezTo>
                  <a:pt x="259332" y="3689736"/>
                  <a:pt x="259924" y="3689539"/>
                  <a:pt x="259924" y="3689539"/>
                </a:cubicBezTo>
                <a:close/>
                <a:moveTo>
                  <a:pt x="5476" y="3689539"/>
                </a:moveTo>
                <a:lnTo>
                  <a:pt x="14540" y="3689539"/>
                </a:lnTo>
                <a:cubicBezTo>
                  <a:pt x="14868" y="3689539"/>
                  <a:pt x="15328" y="3689998"/>
                  <a:pt x="15328" y="3689998"/>
                </a:cubicBezTo>
                <a:lnTo>
                  <a:pt x="19861" y="3697880"/>
                </a:lnTo>
                <a:cubicBezTo>
                  <a:pt x="19993" y="3698143"/>
                  <a:pt x="19861" y="3698734"/>
                  <a:pt x="19861" y="3698734"/>
                </a:cubicBezTo>
                <a:lnTo>
                  <a:pt x="15328" y="3706616"/>
                </a:lnTo>
                <a:cubicBezTo>
                  <a:pt x="15131" y="3706879"/>
                  <a:pt x="14540" y="3707075"/>
                  <a:pt x="14540" y="3707075"/>
                </a:cubicBezTo>
                <a:lnTo>
                  <a:pt x="5476" y="3707075"/>
                </a:lnTo>
                <a:cubicBezTo>
                  <a:pt x="5148" y="3707075"/>
                  <a:pt x="4688" y="3706616"/>
                  <a:pt x="4688" y="3706616"/>
                </a:cubicBezTo>
                <a:lnTo>
                  <a:pt x="155" y="3698734"/>
                </a:lnTo>
                <a:cubicBezTo>
                  <a:pt x="24" y="3698471"/>
                  <a:pt x="155" y="3697880"/>
                  <a:pt x="155" y="3697880"/>
                </a:cubicBezTo>
                <a:lnTo>
                  <a:pt x="4688" y="3689998"/>
                </a:lnTo>
                <a:cubicBezTo>
                  <a:pt x="4885" y="3689736"/>
                  <a:pt x="5476" y="3689539"/>
                  <a:pt x="5476" y="3689539"/>
                </a:cubicBezTo>
                <a:close/>
                <a:moveTo>
                  <a:pt x="10435622" y="3472530"/>
                </a:moveTo>
                <a:lnTo>
                  <a:pt x="10444686" y="3472530"/>
                </a:lnTo>
                <a:cubicBezTo>
                  <a:pt x="10445015" y="3472530"/>
                  <a:pt x="10445474" y="3472990"/>
                  <a:pt x="10445474" y="3472990"/>
                </a:cubicBezTo>
                <a:lnTo>
                  <a:pt x="10450007" y="3480871"/>
                </a:lnTo>
                <a:cubicBezTo>
                  <a:pt x="10450138" y="3481134"/>
                  <a:pt x="10450007" y="3481725"/>
                  <a:pt x="10450007" y="3481725"/>
                </a:cubicBezTo>
                <a:lnTo>
                  <a:pt x="10445474" y="3489606"/>
                </a:lnTo>
                <a:cubicBezTo>
                  <a:pt x="10445278" y="3489870"/>
                  <a:pt x="10444686" y="3490066"/>
                  <a:pt x="10444686" y="3490066"/>
                </a:cubicBezTo>
                <a:lnTo>
                  <a:pt x="10435622" y="3490066"/>
                </a:lnTo>
                <a:cubicBezTo>
                  <a:pt x="10435295" y="3490066"/>
                  <a:pt x="10434834" y="3489606"/>
                  <a:pt x="10434834" y="3489606"/>
                </a:cubicBezTo>
                <a:lnTo>
                  <a:pt x="10430302" y="3481725"/>
                </a:lnTo>
                <a:cubicBezTo>
                  <a:pt x="10430171" y="3481462"/>
                  <a:pt x="10430302" y="3480871"/>
                  <a:pt x="10430302" y="3480871"/>
                </a:cubicBezTo>
                <a:lnTo>
                  <a:pt x="10434834" y="3472990"/>
                </a:lnTo>
                <a:cubicBezTo>
                  <a:pt x="10435031" y="3472727"/>
                  <a:pt x="10435622" y="3472530"/>
                  <a:pt x="10435622" y="3472530"/>
                </a:cubicBezTo>
                <a:close/>
                <a:moveTo>
                  <a:pt x="10181242" y="3472530"/>
                </a:moveTo>
                <a:lnTo>
                  <a:pt x="10190305" y="3472530"/>
                </a:lnTo>
                <a:cubicBezTo>
                  <a:pt x="10190635" y="3472530"/>
                  <a:pt x="10191093" y="3472990"/>
                  <a:pt x="10191093" y="3472990"/>
                </a:cubicBezTo>
                <a:lnTo>
                  <a:pt x="10195626" y="3480871"/>
                </a:lnTo>
                <a:cubicBezTo>
                  <a:pt x="10195758" y="3481134"/>
                  <a:pt x="10195626" y="3481725"/>
                  <a:pt x="10195626" y="3481725"/>
                </a:cubicBezTo>
                <a:lnTo>
                  <a:pt x="10191093" y="3489606"/>
                </a:lnTo>
                <a:cubicBezTo>
                  <a:pt x="10190896" y="3489870"/>
                  <a:pt x="10190305" y="3490066"/>
                  <a:pt x="10190305" y="3490066"/>
                </a:cubicBezTo>
                <a:lnTo>
                  <a:pt x="10181242" y="3490066"/>
                </a:lnTo>
                <a:cubicBezTo>
                  <a:pt x="10180914" y="3490066"/>
                  <a:pt x="10180453" y="3489606"/>
                  <a:pt x="10180453" y="3489606"/>
                </a:cubicBezTo>
                <a:lnTo>
                  <a:pt x="10175922" y="3481725"/>
                </a:lnTo>
                <a:cubicBezTo>
                  <a:pt x="10175790" y="3481462"/>
                  <a:pt x="10175922" y="3480871"/>
                  <a:pt x="10175922" y="3480871"/>
                </a:cubicBezTo>
                <a:lnTo>
                  <a:pt x="10180453" y="3472990"/>
                </a:lnTo>
                <a:cubicBezTo>
                  <a:pt x="10180650" y="3472727"/>
                  <a:pt x="10181242" y="3472530"/>
                  <a:pt x="10181242" y="3472530"/>
                </a:cubicBezTo>
                <a:close/>
                <a:moveTo>
                  <a:pt x="9926861" y="3472530"/>
                </a:moveTo>
                <a:lnTo>
                  <a:pt x="9935924" y="3472530"/>
                </a:lnTo>
                <a:cubicBezTo>
                  <a:pt x="9936254" y="3472530"/>
                  <a:pt x="9936713" y="3472990"/>
                  <a:pt x="9936713" y="3472990"/>
                </a:cubicBezTo>
                <a:lnTo>
                  <a:pt x="9941246" y="3480871"/>
                </a:lnTo>
                <a:cubicBezTo>
                  <a:pt x="9941376" y="3481134"/>
                  <a:pt x="9941246" y="3481725"/>
                  <a:pt x="9941246" y="3481725"/>
                </a:cubicBezTo>
                <a:lnTo>
                  <a:pt x="9936713" y="3489606"/>
                </a:lnTo>
                <a:cubicBezTo>
                  <a:pt x="9936516" y="3489870"/>
                  <a:pt x="9935924" y="3490066"/>
                  <a:pt x="9935924" y="3490066"/>
                </a:cubicBezTo>
                <a:lnTo>
                  <a:pt x="9926861" y="3490066"/>
                </a:lnTo>
                <a:cubicBezTo>
                  <a:pt x="9926532" y="3490066"/>
                  <a:pt x="9926073" y="3489606"/>
                  <a:pt x="9926073" y="3489606"/>
                </a:cubicBezTo>
                <a:lnTo>
                  <a:pt x="9921541" y="3481725"/>
                </a:lnTo>
                <a:cubicBezTo>
                  <a:pt x="9921410" y="3481462"/>
                  <a:pt x="9921541" y="3480871"/>
                  <a:pt x="9921541" y="3480871"/>
                </a:cubicBezTo>
                <a:lnTo>
                  <a:pt x="9926073" y="3472990"/>
                </a:lnTo>
                <a:cubicBezTo>
                  <a:pt x="9926270" y="3472727"/>
                  <a:pt x="9926861" y="3472530"/>
                  <a:pt x="9926861" y="3472530"/>
                </a:cubicBezTo>
                <a:close/>
                <a:moveTo>
                  <a:pt x="9672481" y="3472530"/>
                </a:moveTo>
                <a:lnTo>
                  <a:pt x="9681545" y="3472530"/>
                </a:lnTo>
                <a:cubicBezTo>
                  <a:pt x="9681872" y="3472530"/>
                  <a:pt x="9682333" y="3472990"/>
                  <a:pt x="9682333" y="3472990"/>
                </a:cubicBezTo>
                <a:lnTo>
                  <a:pt x="9686865" y="3480871"/>
                </a:lnTo>
                <a:cubicBezTo>
                  <a:pt x="9686996" y="3481134"/>
                  <a:pt x="9686865" y="3481725"/>
                  <a:pt x="9686865" y="3481725"/>
                </a:cubicBezTo>
                <a:lnTo>
                  <a:pt x="9682333" y="3489606"/>
                </a:lnTo>
                <a:cubicBezTo>
                  <a:pt x="9682136" y="3489870"/>
                  <a:pt x="9681545" y="3490066"/>
                  <a:pt x="9681545" y="3490066"/>
                </a:cubicBezTo>
                <a:lnTo>
                  <a:pt x="9672481" y="3490066"/>
                </a:lnTo>
                <a:cubicBezTo>
                  <a:pt x="9672152" y="3490066"/>
                  <a:pt x="9671693" y="3489606"/>
                  <a:pt x="9671693" y="3489606"/>
                </a:cubicBezTo>
                <a:lnTo>
                  <a:pt x="9667160" y="3481725"/>
                </a:lnTo>
                <a:cubicBezTo>
                  <a:pt x="9667030" y="3481462"/>
                  <a:pt x="9667160" y="3480871"/>
                  <a:pt x="9667160" y="3480871"/>
                </a:cubicBezTo>
                <a:lnTo>
                  <a:pt x="9671693" y="3472990"/>
                </a:lnTo>
                <a:cubicBezTo>
                  <a:pt x="9671890" y="3472727"/>
                  <a:pt x="9672481" y="3472530"/>
                  <a:pt x="9672481" y="3472530"/>
                </a:cubicBezTo>
                <a:close/>
                <a:moveTo>
                  <a:pt x="9418035" y="3472530"/>
                </a:moveTo>
                <a:lnTo>
                  <a:pt x="9427099" y="3472530"/>
                </a:lnTo>
                <a:cubicBezTo>
                  <a:pt x="9427427" y="3472530"/>
                  <a:pt x="9427887" y="3472990"/>
                  <a:pt x="9427887" y="3472990"/>
                </a:cubicBezTo>
                <a:lnTo>
                  <a:pt x="9432419" y="3480871"/>
                </a:lnTo>
                <a:cubicBezTo>
                  <a:pt x="9432550" y="3481134"/>
                  <a:pt x="9432419" y="3481725"/>
                  <a:pt x="9432419" y="3481725"/>
                </a:cubicBezTo>
                <a:lnTo>
                  <a:pt x="9427887" y="3489606"/>
                </a:lnTo>
                <a:cubicBezTo>
                  <a:pt x="9427690" y="3489870"/>
                  <a:pt x="9427099" y="3490066"/>
                  <a:pt x="9427099" y="3490066"/>
                </a:cubicBezTo>
                <a:lnTo>
                  <a:pt x="9418035" y="3490066"/>
                </a:lnTo>
                <a:cubicBezTo>
                  <a:pt x="9417707" y="3490066"/>
                  <a:pt x="9417247" y="3489606"/>
                  <a:pt x="9417247" y="3489606"/>
                </a:cubicBezTo>
                <a:lnTo>
                  <a:pt x="9412714" y="3481725"/>
                </a:lnTo>
                <a:cubicBezTo>
                  <a:pt x="9412583" y="3481462"/>
                  <a:pt x="9412714" y="3480871"/>
                  <a:pt x="9412714" y="3480871"/>
                </a:cubicBezTo>
                <a:lnTo>
                  <a:pt x="9417247" y="3472990"/>
                </a:lnTo>
                <a:cubicBezTo>
                  <a:pt x="9417444" y="3472727"/>
                  <a:pt x="9418035" y="3472530"/>
                  <a:pt x="9418035" y="3472530"/>
                </a:cubicBezTo>
                <a:close/>
                <a:moveTo>
                  <a:pt x="9163654" y="3472530"/>
                </a:moveTo>
                <a:lnTo>
                  <a:pt x="9172718" y="3472530"/>
                </a:lnTo>
                <a:cubicBezTo>
                  <a:pt x="9173046" y="3472530"/>
                  <a:pt x="9173506" y="3472990"/>
                  <a:pt x="9173506" y="3472990"/>
                </a:cubicBezTo>
                <a:lnTo>
                  <a:pt x="9178038" y="3480871"/>
                </a:lnTo>
                <a:cubicBezTo>
                  <a:pt x="9178169" y="3481134"/>
                  <a:pt x="9178038" y="3481725"/>
                  <a:pt x="9178038" y="3481725"/>
                </a:cubicBezTo>
                <a:lnTo>
                  <a:pt x="9173506" y="3489606"/>
                </a:lnTo>
                <a:cubicBezTo>
                  <a:pt x="9173309" y="3489870"/>
                  <a:pt x="9172718" y="3490066"/>
                  <a:pt x="9172718" y="3490066"/>
                </a:cubicBezTo>
                <a:lnTo>
                  <a:pt x="9163654" y="3490066"/>
                </a:lnTo>
                <a:cubicBezTo>
                  <a:pt x="9163326" y="3490066"/>
                  <a:pt x="9162866" y="3489606"/>
                  <a:pt x="9162866" y="3489606"/>
                </a:cubicBezTo>
                <a:lnTo>
                  <a:pt x="9158333" y="3481725"/>
                </a:lnTo>
                <a:cubicBezTo>
                  <a:pt x="9158202" y="3481462"/>
                  <a:pt x="9158333" y="3480871"/>
                  <a:pt x="9158333" y="3480871"/>
                </a:cubicBezTo>
                <a:lnTo>
                  <a:pt x="9162866" y="3472990"/>
                </a:lnTo>
                <a:cubicBezTo>
                  <a:pt x="9163062" y="3472727"/>
                  <a:pt x="9163654" y="3472530"/>
                  <a:pt x="9163654" y="3472530"/>
                </a:cubicBezTo>
                <a:close/>
                <a:moveTo>
                  <a:pt x="8909274" y="3472530"/>
                </a:moveTo>
                <a:lnTo>
                  <a:pt x="8918336" y="3472530"/>
                </a:lnTo>
                <a:cubicBezTo>
                  <a:pt x="8918666" y="3472530"/>
                  <a:pt x="8919125" y="3472990"/>
                  <a:pt x="8919125" y="3472990"/>
                </a:cubicBezTo>
                <a:lnTo>
                  <a:pt x="8923657" y="3480871"/>
                </a:lnTo>
                <a:cubicBezTo>
                  <a:pt x="8923789" y="3481134"/>
                  <a:pt x="8923657" y="3481725"/>
                  <a:pt x="8923657" y="3481725"/>
                </a:cubicBezTo>
                <a:lnTo>
                  <a:pt x="8919125" y="3489606"/>
                </a:lnTo>
                <a:cubicBezTo>
                  <a:pt x="8918928" y="3489870"/>
                  <a:pt x="8918336" y="3490066"/>
                  <a:pt x="8918336" y="3490066"/>
                </a:cubicBezTo>
                <a:lnTo>
                  <a:pt x="8909274" y="3490066"/>
                </a:lnTo>
                <a:cubicBezTo>
                  <a:pt x="8908945" y="3490066"/>
                  <a:pt x="8908484" y="3489606"/>
                  <a:pt x="8908484" y="3489606"/>
                </a:cubicBezTo>
                <a:lnTo>
                  <a:pt x="8903953" y="3481725"/>
                </a:lnTo>
                <a:cubicBezTo>
                  <a:pt x="8903821" y="3481462"/>
                  <a:pt x="8903953" y="3480871"/>
                  <a:pt x="8903953" y="3480871"/>
                </a:cubicBezTo>
                <a:lnTo>
                  <a:pt x="8908484" y="3472990"/>
                </a:lnTo>
                <a:cubicBezTo>
                  <a:pt x="8908681" y="3472727"/>
                  <a:pt x="8909274" y="3472530"/>
                  <a:pt x="8909274" y="3472530"/>
                </a:cubicBezTo>
                <a:close/>
                <a:moveTo>
                  <a:pt x="8654892" y="3472530"/>
                </a:moveTo>
                <a:lnTo>
                  <a:pt x="8663955" y="3472530"/>
                </a:lnTo>
                <a:cubicBezTo>
                  <a:pt x="8664285" y="3472530"/>
                  <a:pt x="8664744" y="3472990"/>
                  <a:pt x="8664744" y="3472990"/>
                </a:cubicBezTo>
                <a:lnTo>
                  <a:pt x="8669277" y="3480871"/>
                </a:lnTo>
                <a:cubicBezTo>
                  <a:pt x="8669408" y="3481134"/>
                  <a:pt x="8669277" y="3481725"/>
                  <a:pt x="8669277" y="3481725"/>
                </a:cubicBezTo>
                <a:lnTo>
                  <a:pt x="8664744" y="3489606"/>
                </a:lnTo>
                <a:cubicBezTo>
                  <a:pt x="8664548" y="3489870"/>
                  <a:pt x="8663955" y="3490066"/>
                  <a:pt x="8663955" y="3490066"/>
                </a:cubicBezTo>
                <a:lnTo>
                  <a:pt x="8654892" y="3490066"/>
                </a:lnTo>
                <a:cubicBezTo>
                  <a:pt x="8654565" y="3490066"/>
                  <a:pt x="8654104" y="3489606"/>
                  <a:pt x="8654104" y="3489606"/>
                </a:cubicBezTo>
                <a:lnTo>
                  <a:pt x="8649572" y="3481725"/>
                </a:lnTo>
                <a:cubicBezTo>
                  <a:pt x="8649441" y="3481462"/>
                  <a:pt x="8649572" y="3480871"/>
                  <a:pt x="8649572" y="3480871"/>
                </a:cubicBezTo>
                <a:lnTo>
                  <a:pt x="8654104" y="3472990"/>
                </a:lnTo>
                <a:cubicBezTo>
                  <a:pt x="8654301" y="3472727"/>
                  <a:pt x="8654892" y="3472530"/>
                  <a:pt x="8654892" y="3472530"/>
                </a:cubicBezTo>
                <a:close/>
                <a:moveTo>
                  <a:pt x="8400511" y="3472530"/>
                </a:moveTo>
                <a:lnTo>
                  <a:pt x="8409575" y="3472530"/>
                </a:lnTo>
                <a:cubicBezTo>
                  <a:pt x="8409904" y="3472530"/>
                  <a:pt x="8410363" y="3472990"/>
                  <a:pt x="8410363" y="3472990"/>
                </a:cubicBezTo>
                <a:lnTo>
                  <a:pt x="8414896" y="3480871"/>
                </a:lnTo>
                <a:cubicBezTo>
                  <a:pt x="8415027" y="3481134"/>
                  <a:pt x="8414896" y="3481725"/>
                  <a:pt x="8414896" y="3481725"/>
                </a:cubicBezTo>
                <a:lnTo>
                  <a:pt x="8410363" y="3489606"/>
                </a:lnTo>
                <a:cubicBezTo>
                  <a:pt x="8410166" y="3489870"/>
                  <a:pt x="8409575" y="3490066"/>
                  <a:pt x="8409575" y="3490066"/>
                </a:cubicBezTo>
                <a:lnTo>
                  <a:pt x="8400511" y="3490066"/>
                </a:lnTo>
                <a:cubicBezTo>
                  <a:pt x="8400184" y="3490066"/>
                  <a:pt x="8399723" y="3489606"/>
                  <a:pt x="8399723" y="3489606"/>
                </a:cubicBezTo>
                <a:lnTo>
                  <a:pt x="8395191" y="3481725"/>
                </a:lnTo>
                <a:cubicBezTo>
                  <a:pt x="8395060" y="3481462"/>
                  <a:pt x="8395191" y="3480871"/>
                  <a:pt x="8395191" y="3480871"/>
                </a:cubicBezTo>
                <a:lnTo>
                  <a:pt x="8399723" y="3472990"/>
                </a:lnTo>
                <a:cubicBezTo>
                  <a:pt x="8399920" y="3472727"/>
                  <a:pt x="8400511" y="3472530"/>
                  <a:pt x="8400511" y="3472530"/>
                </a:cubicBezTo>
                <a:close/>
                <a:moveTo>
                  <a:pt x="8146065" y="3472530"/>
                </a:moveTo>
                <a:lnTo>
                  <a:pt x="8155129" y="3472530"/>
                </a:lnTo>
                <a:cubicBezTo>
                  <a:pt x="8155458" y="3472530"/>
                  <a:pt x="8155917" y="3472990"/>
                  <a:pt x="8155917" y="3472990"/>
                </a:cubicBezTo>
                <a:lnTo>
                  <a:pt x="8160449" y="3480871"/>
                </a:lnTo>
                <a:cubicBezTo>
                  <a:pt x="8160580" y="3481134"/>
                  <a:pt x="8160449" y="3481725"/>
                  <a:pt x="8160449" y="3481725"/>
                </a:cubicBezTo>
                <a:lnTo>
                  <a:pt x="8155917" y="3489606"/>
                </a:lnTo>
                <a:cubicBezTo>
                  <a:pt x="8155719" y="3489870"/>
                  <a:pt x="8155129" y="3490066"/>
                  <a:pt x="8155129" y="3490066"/>
                </a:cubicBezTo>
                <a:lnTo>
                  <a:pt x="8146065" y="3490066"/>
                </a:lnTo>
                <a:cubicBezTo>
                  <a:pt x="8145737" y="3490066"/>
                  <a:pt x="8145277" y="3489606"/>
                  <a:pt x="8145277" y="3489606"/>
                </a:cubicBezTo>
                <a:lnTo>
                  <a:pt x="8140745" y="3481725"/>
                </a:lnTo>
                <a:cubicBezTo>
                  <a:pt x="8140613" y="3481462"/>
                  <a:pt x="8140745" y="3480871"/>
                  <a:pt x="8140745" y="3480871"/>
                </a:cubicBezTo>
                <a:lnTo>
                  <a:pt x="8145277" y="3472990"/>
                </a:lnTo>
                <a:cubicBezTo>
                  <a:pt x="8145474" y="3472727"/>
                  <a:pt x="8146065" y="3472530"/>
                  <a:pt x="8146065" y="3472530"/>
                </a:cubicBezTo>
                <a:close/>
                <a:moveTo>
                  <a:pt x="7891684" y="3472530"/>
                </a:moveTo>
                <a:lnTo>
                  <a:pt x="7900748" y="3472530"/>
                </a:lnTo>
                <a:cubicBezTo>
                  <a:pt x="7901076" y="3472530"/>
                  <a:pt x="7901536" y="3472990"/>
                  <a:pt x="7901536" y="3472990"/>
                </a:cubicBezTo>
                <a:lnTo>
                  <a:pt x="7906067" y="3480871"/>
                </a:lnTo>
                <a:cubicBezTo>
                  <a:pt x="7906199" y="3481134"/>
                  <a:pt x="7906067" y="3481725"/>
                  <a:pt x="7906067" y="3481725"/>
                </a:cubicBezTo>
                <a:lnTo>
                  <a:pt x="7901536" y="3489606"/>
                </a:lnTo>
                <a:cubicBezTo>
                  <a:pt x="7901339" y="3489870"/>
                  <a:pt x="7900748" y="3490066"/>
                  <a:pt x="7900748" y="3490066"/>
                </a:cubicBezTo>
                <a:lnTo>
                  <a:pt x="7891684" y="3490066"/>
                </a:lnTo>
                <a:cubicBezTo>
                  <a:pt x="7891355" y="3490066"/>
                  <a:pt x="7890896" y="3489606"/>
                  <a:pt x="7890896" y="3489606"/>
                </a:cubicBezTo>
                <a:lnTo>
                  <a:pt x="7886363" y="3481725"/>
                </a:lnTo>
                <a:cubicBezTo>
                  <a:pt x="7886233" y="3481462"/>
                  <a:pt x="7886363" y="3480871"/>
                  <a:pt x="7886363" y="3480871"/>
                </a:cubicBezTo>
                <a:lnTo>
                  <a:pt x="7890896" y="3472990"/>
                </a:lnTo>
                <a:cubicBezTo>
                  <a:pt x="7891093" y="3472727"/>
                  <a:pt x="7891684" y="3472530"/>
                  <a:pt x="7891684" y="3472530"/>
                </a:cubicBezTo>
                <a:close/>
                <a:moveTo>
                  <a:pt x="7637304" y="3472530"/>
                </a:moveTo>
                <a:lnTo>
                  <a:pt x="7646367" y="3472530"/>
                </a:lnTo>
                <a:cubicBezTo>
                  <a:pt x="7646696" y="3472530"/>
                  <a:pt x="7647156" y="3472990"/>
                  <a:pt x="7647156" y="3472990"/>
                </a:cubicBezTo>
                <a:lnTo>
                  <a:pt x="7651687" y="3480871"/>
                </a:lnTo>
                <a:cubicBezTo>
                  <a:pt x="7651819" y="3481134"/>
                  <a:pt x="7651687" y="3481725"/>
                  <a:pt x="7651687" y="3481725"/>
                </a:cubicBezTo>
                <a:lnTo>
                  <a:pt x="7647156" y="3489606"/>
                </a:lnTo>
                <a:cubicBezTo>
                  <a:pt x="7646958" y="3489870"/>
                  <a:pt x="7646367" y="3490066"/>
                  <a:pt x="7646367" y="3490066"/>
                </a:cubicBezTo>
                <a:lnTo>
                  <a:pt x="7637304" y="3490066"/>
                </a:lnTo>
                <a:cubicBezTo>
                  <a:pt x="7636975" y="3490066"/>
                  <a:pt x="7636516" y="3489606"/>
                  <a:pt x="7636516" y="3489606"/>
                </a:cubicBezTo>
                <a:lnTo>
                  <a:pt x="7631983" y="3481725"/>
                </a:lnTo>
                <a:cubicBezTo>
                  <a:pt x="7631851" y="3481462"/>
                  <a:pt x="7631983" y="3480871"/>
                  <a:pt x="7631983" y="3480871"/>
                </a:cubicBezTo>
                <a:lnTo>
                  <a:pt x="7636516" y="3472990"/>
                </a:lnTo>
                <a:cubicBezTo>
                  <a:pt x="7636713" y="3472727"/>
                  <a:pt x="7637304" y="3472530"/>
                  <a:pt x="7637304" y="3472530"/>
                </a:cubicBezTo>
                <a:close/>
                <a:moveTo>
                  <a:pt x="7382923" y="3472530"/>
                </a:moveTo>
                <a:lnTo>
                  <a:pt x="7391987" y="3472530"/>
                </a:lnTo>
                <a:cubicBezTo>
                  <a:pt x="7392315" y="3472530"/>
                  <a:pt x="7392775" y="3472990"/>
                  <a:pt x="7392775" y="3472990"/>
                </a:cubicBezTo>
                <a:lnTo>
                  <a:pt x="7397307" y="3480871"/>
                </a:lnTo>
                <a:cubicBezTo>
                  <a:pt x="7397438" y="3481134"/>
                  <a:pt x="7397307" y="3481725"/>
                  <a:pt x="7397307" y="3481725"/>
                </a:cubicBezTo>
                <a:lnTo>
                  <a:pt x="7392775" y="3489606"/>
                </a:lnTo>
                <a:cubicBezTo>
                  <a:pt x="7392578" y="3489870"/>
                  <a:pt x="7391987" y="3490066"/>
                  <a:pt x="7391987" y="3490066"/>
                </a:cubicBezTo>
                <a:lnTo>
                  <a:pt x="7382923" y="3490066"/>
                </a:lnTo>
                <a:cubicBezTo>
                  <a:pt x="7382595" y="3490066"/>
                  <a:pt x="7382135" y="3489606"/>
                  <a:pt x="7382135" y="3489606"/>
                </a:cubicBezTo>
                <a:lnTo>
                  <a:pt x="7377602" y="3481725"/>
                </a:lnTo>
                <a:cubicBezTo>
                  <a:pt x="7377471" y="3481462"/>
                  <a:pt x="7377602" y="3480871"/>
                  <a:pt x="7377602" y="3480871"/>
                </a:cubicBezTo>
                <a:lnTo>
                  <a:pt x="7382135" y="3472990"/>
                </a:lnTo>
                <a:cubicBezTo>
                  <a:pt x="7382331" y="3472727"/>
                  <a:pt x="7382923" y="3472530"/>
                  <a:pt x="7382923" y="3472530"/>
                </a:cubicBezTo>
                <a:close/>
                <a:moveTo>
                  <a:pt x="7128477" y="3472530"/>
                </a:moveTo>
                <a:lnTo>
                  <a:pt x="7137540" y="3472530"/>
                </a:lnTo>
                <a:cubicBezTo>
                  <a:pt x="7137869" y="3472530"/>
                  <a:pt x="7138328" y="3472990"/>
                  <a:pt x="7138328" y="3472990"/>
                </a:cubicBezTo>
                <a:lnTo>
                  <a:pt x="7142860" y="3480871"/>
                </a:lnTo>
                <a:cubicBezTo>
                  <a:pt x="7142992" y="3481134"/>
                  <a:pt x="7142860" y="3481725"/>
                  <a:pt x="7142860" y="3481725"/>
                </a:cubicBezTo>
                <a:lnTo>
                  <a:pt x="7138328" y="3489606"/>
                </a:lnTo>
                <a:cubicBezTo>
                  <a:pt x="7138131" y="3489870"/>
                  <a:pt x="7137540" y="3490066"/>
                  <a:pt x="7137540" y="3490066"/>
                </a:cubicBezTo>
                <a:lnTo>
                  <a:pt x="7128477" y="3490066"/>
                </a:lnTo>
                <a:cubicBezTo>
                  <a:pt x="7128148" y="3490066"/>
                  <a:pt x="7127689" y="3489606"/>
                  <a:pt x="7127689" y="3489606"/>
                </a:cubicBezTo>
                <a:lnTo>
                  <a:pt x="7123156" y="3481725"/>
                </a:lnTo>
                <a:cubicBezTo>
                  <a:pt x="7123024" y="3481462"/>
                  <a:pt x="7123156" y="3480871"/>
                  <a:pt x="7123156" y="3480871"/>
                </a:cubicBezTo>
                <a:lnTo>
                  <a:pt x="7127689" y="3472990"/>
                </a:lnTo>
                <a:cubicBezTo>
                  <a:pt x="7127885" y="3472727"/>
                  <a:pt x="7128477" y="3472530"/>
                  <a:pt x="7128477" y="3472530"/>
                </a:cubicBezTo>
                <a:close/>
                <a:moveTo>
                  <a:pt x="6874095" y="3472530"/>
                </a:moveTo>
                <a:lnTo>
                  <a:pt x="6883159" y="3472530"/>
                </a:lnTo>
                <a:cubicBezTo>
                  <a:pt x="6883488" y="3472530"/>
                  <a:pt x="6883947" y="3472990"/>
                  <a:pt x="6883947" y="3472990"/>
                </a:cubicBezTo>
                <a:lnTo>
                  <a:pt x="6888480" y="3480871"/>
                </a:lnTo>
                <a:cubicBezTo>
                  <a:pt x="6888611" y="3481134"/>
                  <a:pt x="6888480" y="3481725"/>
                  <a:pt x="6888480" y="3481725"/>
                </a:cubicBezTo>
                <a:lnTo>
                  <a:pt x="6883947" y="3489606"/>
                </a:lnTo>
                <a:cubicBezTo>
                  <a:pt x="6883751" y="3489870"/>
                  <a:pt x="6883159" y="3490066"/>
                  <a:pt x="6883159" y="3490066"/>
                </a:cubicBezTo>
                <a:lnTo>
                  <a:pt x="6874095" y="3490066"/>
                </a:lnTo>
                <a:cubicBezTo>
                  <a:pt x="6873768" y="3490066"/>
                  <a:pt x="6873307" y="3489606"/>
                  <a:pt x="6873307" y="3489606"/>
                </a:cubicBezTo>
                <a:lnTo>
                  <a:pt x="6868775" y="3481725"/>
                </a:lnTo>
                <a:cubicBezTo>
                  <a:pt x="6868644" y="3481462"/>
                  <a:pt x="6868775" y="3480871"/>
                  <a:pt x="6868775" y="3480871"/>
                </a:cubicBezTo>
                <a:lnTo>
                  <a:pt x="6873307" y="3472990"/>
                </a:lnTo>
                <a:cubicBezTo>
                  <a:pt x="6873504" y="3472727"/>
                  <a:pt x="6874095" y="3472530"/>
                  <a:pt x="6874095" y="3472530"/>
                </a:cubicBezTo>
                <a:close/>
                <a:moveTo>
                  <a:pt x="6619714" y="3472530"/>
                </a:moveTo>
                <a:lnTo>
                  <a:pt x="6628778" y="3472530"/>
                </a:lnTo>
                <a:cubicBezTo>
                  <a:pt x="6629107" y="3472530"/>
                  <a:pt x="6629566" y="3472990"/>
                  <a:pt x="6629566" y="3472990"/>
                </a:cubicBezTo>
                <a:lnTo>
                  <a:pt x="6634099" y="3480871"/>
                </a:lnTo>
                <a:cubicBezTo>
                  <a:pt x="6634230" y="3481134"/>
                  <a:pt x="6634099" y="3481725"/>
                  <a:pt x="6634099" y="3481725"/>
                </a:cubicBezTo>
                <a:lnTo>
                  <a:pt x="6629566" y="3489606"/>
                </a:lnTo>
                <a:cubicBezTo>
                  <a:pt x="6629369" y="3489870"/>
                  <a:pt x="6628778" y="3490066"/>
                  <a:pt x="6628778" y="3490066"/>
                </a:cubicBezTo>
                <a:lnTo>
                  <a:pt x="6619714" y="3490066"/>
                </a:lnTo>
                <a:cubicBezTo>
                  <a:pt x="6619387" y="3490066"/>
                  <a:pt x="6618926" y="3489606"/>
                  <a:pt x="6618926" y="3489606"/>
                </a:cubicBezTo>
                <a:lnTo>
                  <a:pt x="6614394" y="3481725"/>
                </a:lnTo>
                <a:cubicBezTo>
                  <a:pt x="6614263" y="3481462"/>
                  <a:pt x="6614394" y="3480871"/>
                  <a:pt x="6614394" y="3480871"/>
                </a:cubicBezTo>
                <a:lnTo>
                  <a:pt x="6618926" y="3472990"/>
                </a:lnTo>
                <a:cubicBezTo>
                  <a:pt x="6619123" y="3472727"/>
                  <a:pt x="6619714" y="3472530"/>
                  <a:pt x="6619714" y="3472530"/>
                </a:cubicBezTo>
                <a:close/>
                <a:moveTo>
                  <a:pt x="6365334" y="3472530"/>
                </a:moveTo>
                <a:lnTo>
                  <a:pt x="6374397" y="3472530"/>
                </a:lnTo>
                <a:cubicBezTo>
                  <a:pt x="6374727" y="3472530"/>
                  <a:pt x="6375186" y="3472990"/>
                  <a:pt x="6375186" y="3472990"/>
                </a:cubicBezTo>
                <a:lnTo>
                  <a:pt x="6379718" y="3480871"/>
                </a:lnTo>
                <a:cubicBezTo>
                  <a:pt x="6379849" y="3481134"/>
                  <a:pt x="6379718" y="3481725"/>
                  <a:pt x="6379718" y="3481725"/>
                </a:cubicBezTo>
                <a:lnTo>
                  <a:pt x="6375186" y="3489606"/>
                </a:lnTo>
                <a:cubicBezTo>
                  <a:pt x="6374988" y="3489870"/>
                  <a:pt x="6374397" y="3490066"/>
                  <a:pt x="6374397" y="3490066"/>
                </a:cubicBezTo>
                <a:lnTo>
                  <a:pt x="6365334" y="3490066"/>
                </a:lnTo>
                <a:cubicBezTo>
                  <a:pt x="6365005" y="3490066"/>
                  <a:pt x="6364546" y="3489606"/>
                  <a:pt x="6364546" y="3489606"/>
                </a:cubicBezTo>
                <a:lnTo>
                  <a:pt x="6360014" y="3481725"/>
                </a:lnTo>
                <a:cubicBezTo>
                  <a:pt x="6359882" y="3481462"/>
                  <a:pt x="6360014" y="3480871"/>
                  <a:pt x="6360014" y="3480871"/>
                </a:cubicBezTo>
                <a:lnTo>
                  <a:pt x="6364546" y="3472990"/>
                </a:lnTo>
                <a:cubicBezTo>
                  <a:pt x="6364743" y="3472727"/>
                  <a:pt x="6365334" y="3472530"/>
                  <a:pt x="6365334" y="3472530"/>
                </a:cubicBezTo>
                <a:close/>
                <a:moveTo>
                  <a:pt x="6110888" y="3472530"/>
                </a:moveTo>
                <a:lnTo>
                  <a:pt x="6119953" y="3472530"/>
                </a:lnTo>
                <a:cubicBezTo>
                  <a:pt x="6120280" y="3472530"/>
                  <a:pt x="6120740" y="3472990"/>
                  <a:pt x="6120740" y="3472990"/>
                </a:cubicBezTo>
                <a:lnTo>
                  <a:pt x="6125272" y="3480871"/>
                </a:lnTo>
                <a:cubicBezTo>
                  <a:pt x="6125403" y="3481134"/>
                  <a:pt x="6125272" y="3481725"/>
                  <a:pt x="6125272" y="3481725"/>
                </a:cubicBezTo>
                <a:lnTo>
                  <a:pt x="6120740" y="3489606"/>
                </a:lnTo>
                <a:cubicBezTo>
                  <a:pt x="6120543" y="3489870"/>
                  <a:pt x="6119953" y="3490066"/>
                  <a:pt x="6119953" y="3490066"/>
                </a:cubicBezTo>
                <a:lnTo>
                  <a:pt x="6110888" y="3490066"/>
                </a:lnTo>
                <a:cubicBezTo>
                  <a:pt x="6110560" y="3490066"/>
                  <a:pt x="6110101" y="3489606"/>
                  <a:pt x="6110101" y="3489606"/>
                </a:cubicBezTo>
                <a:lnTo>
                  <a:pt x="6105567" y="3481725"/>
                </a:lnTo>
                <a:cubicBezTo>
                  <a:pt x="6105436" y="3481462"/>
                  <a:pt x="6105567" y="3480871"/>
                  <a:pt x="6105567" y="3480871"/>
                </a:cubicBezTo>
                <a:lnTo>
                  <a:pt x="6110101" y="3472990"/>
                </a:lnTo>
                <a:cubicBezTo>
                  <a:pt x="6110296" y="3472727"/>
                  <a:pt x="6110888" y="3472530"/>
                  <a:pt x="6110888" y="3472530"/>
                </a:cubicBezTo>
                <a:close/>
                <a:moveTo>
                  <a:pt x="5856508" y="3472530"/>
                </a:moveTo>
                <a:lnTo>
                  <a:pt x="5865571" y="3472530"/>
                </a:lnTo>
                <a:cubicBezTo>
                  <a:pt x="5865900" y="3472530"/>
                  <a:pt x="5866359" y="3472990"/>
                  <a:pt x="5866359" y="3472990"/>
                </a:cubicBezTo>
                <a:lnTo>
                  <a:pt x="5870891" y="3480871"/>
                </a:lnTo>
                <a:cubicBezTo>
                  <a:pt x="5871023" y="3481134"/>
                  <a:pt x="5870891" y="3481725"/>
                  <a:pt x="5870891" y="3481725"/>
                </a:cubicBezTo>
                <a:lnTo>
                  <a:pt x="5866359" y="3489606"/>
                </a:lnTo>
                <a:cubicBezTo>
                  <a:pt x="5866163" y="3489870"/>
                  <a:pt x="5865571" y="3490066"/>
                  <a:pt x="5865571" y="3490066"/>
                </a:cubicBezTo>
                <a:lnTo>
                  <a:pt x="5856508" y="3490066"/>
                </a:lnTo>
                <a:cubicBezTo>
                  <a:pt x="5856178" y="3490066"/>
                  <a:pt x="5855720" y="3489606"/>
                  <a:pt x="5855720" y="3489606"/>
                </a:cubicBezTo>
                <a:lnTo>
                  <a:pt x="5851187" y="3481725"/>
                </a:lnTo>
                <a:cubicBezTo>
                  <a:pt x="5851055" y="3481462"/>
                  <a:pt x="5851187" y="3480871"/>
                  <a:pt x="5851187" y="3480871"/>
                </a:cubicBezTo>
                <a:lnTo>
                  <a:pt x="5855720" y="3472990"/>
                </a:lnTo>
                <a:cubicBezTo>
                  <a:pt x="5855916" y="3472727"/>
                  <a:pt x="5856508" y="3472530"/>
                  <a:pt x="5856508" y="3472530"/>
                </a:cubicBezTo>
                <a:close/>
                <a:moveTo>
                  <a:pt x="5602126" y="3472530"/>
                </a:moveTo>
                <a:lnTo>
                  <a:pt x="5611191" y="3472530"/>
                </a:lnTo>
                <a:cubicBezTo>
                  <a:pt x="5611519" y="3472530"/>
                  <a:pt x="5611979" y="3472990"/>
                  <a:pt x="5611979" y="3472990"/>
                </a:cubicBezTo>
                <a:lnTo>
                  <a:pt x="5616511" y="3480871"/>
                </a:lnTo>
                <a:cubicBezTo>
                  <a:pt x="5616642" y="3481134"/>
                  <a:pt x="5616511" y="3481725"/>
                  <a:pt x="5616511" y="3481725"/>
                </a:cubicBezTo>
                <a:lnTo>
                  <a:pt x="5611979" y="3489606"/>
                </a:lnTo>
                <a:cubicBezTo>
                  <a:pt x="5611782" y="3489870"/>
                  <a:pt x="5611191" y="3490066"/>
                  <a:pt x="5611191" y="3490066"/>
                </a:cubicBezTo>
                <a:lnTo>
                  <a:pt x="5602126" y="3490066"/>
                </a:lnTo>
                <a:cubicBezTo>
                  <a:pt x="5601798" y="3490066"/>
                  <a:pt x="5601338" y="3489606"/>
                  <a:pt x="5601338" y="3489606"/>
                </a:cubicBezTo>
                <a:lnTo>
                  <a:pt x="5596807" y="3481725"/>
                </a:lnTo>
                <a:cubicBezTo>
                  <a:pt x="5596675" y="3481462"/>
                  <a:pt x="5596807" y="3480871"/>
                  <a:pt x="5596807" y="3480871"/>
                </a:cubicBezTo>
                <a:lnTo>
                  <a:pt x="5601338" y="3472990"/>
                </a:lnTo>
                <a:cubicBezTo>
                  <a:pt x="5601536" y="3472727"/>
                  <a:pt x="5602126" y="3472530"/>
                  <a:pt x="5602126" y="3472530"/>
                </a:cubicBezTo>
                <a:close/>
                <a:moveTo>
                  <a:pt x="5347746" y="3472530"/>
                </a:moveTo>
                <a:lnTo>
                  <a:pt x="5356810" y="3472530"/>
                </a:lnTo>
                <a:cubicBezTo>
                  <a:pt x="5357138" y="3472530"/>
                  <a:pt x="5357598" y="3472990"/>
                  <a:pt x="5357598" y="3472990"/>
                </a:cubicBezTo>
                <a:lnTo>
                  <a:pt x="5362130" y="3480871"/>
                </a:lnTo>
                <a:cubicBezTo>
                  <a:pt x="5362261" y="3481134"/>
                  <a:pt x="5362130" y="3481725"/>
                  <a:pt x="5362130" y="3481725"/>
                </a:cubicBezTo>
                <a:lnTo>
                  <a:pt x="5357598" y="3489606"/>
                </a:lnTo>
                <a:cubicBezTo>
                  <a:pt x="5357401" y="3489870"/>
                  <a:pt x="5356810" y="3490066"/>
                  <a:pt x="5356810" y="3490066"/>
                </a:cubicBezTo>
                <a:lnTo>
                  <a:pt x="5347746" y="3490066"/>
                </a:lnTo>
                <a:cubicBezTo>
                  <a:pt x="5347418" y="3490066"/>
                  <a:pt x="5346958" y="3489606"/>
                  <a:pt x="5346958" y="3489606"/>
                </a:cubicBezTo>
                <a:lnTo>
                  <a:pt x="5342425" y="3481725"/>
                </a:lnTo>
                <a:cubicBezTo>
                  <a:pt x="5342295" y="3481462"/>
                  <a:pt x="5342425" y="3480871"/>
                  <a:pt x="5342425" y="3480871"/>
                </a:cubicBezTo>
                <a:lnTo>
                  <a:pt x="5346958" y="3472990"/>
                </a:lnTo>
                <a:cubicBezTo>
                  <a:pt x="5347154" y="3472727"/>
                  <a:pt x="5347746" y="3472530"/>
                  <a:pt x="5347746" y="3472530"/>
                </a:cubicBezTo>
                <a:close/>
                <a:moveTo>
                  <a:pt x="5093300" y="3472530"/>
                </a:moveTo>
                <a:lnTo>
                  <a:pt x="5102364" y="3472530"/>
                </a:lnTo>
                <a:cubicBezTo>
                  <a:pt x="5102693" y="3472530"/>
                  <a:pt x="5103153" y="3472990"/>
                  <a:pt x="5103153" y="3472990"/>
                </a:cubicBezTo>
                <a:lnTo>
                  <a:pt x="5107684" y="3480871"/>
                </a:lnTo>
                <a:cubicBezTo>
                  <a:pt x="5107815" y="3481134"/>
                  <a:pt x="5107684" y="3481725"/>
                  <a:pt x="5107684" y="3481725"/>
                </a:cubicBezTo>
                <a:lnTo>
                  <a:pt x="5103153" y="3489606"/>
                </a:lnTo>
                <a:cubicBezTo>
                  <a:pt x="5102955" y="3489870"/>
                  <a:pt x="5102364" y="3490066"/>
                  <a:pt x="5102364" y="3490066"/>
                </a:cubicBezTo>
                <a:lnTo>
                  <a:pt x="5093300" y="3490066"/>
                </a:lnTo>
                <a:cubicBezTo>
                  <a:pt x="5092972" y="3490066"/>
                  <a:pt x="5092512" y="3489606"/>
                  <a:pt x="5092512" y="3489606"/>
                </a:cubicBezTo>
                <a:lnTo>
                  <a:pt x="5087979" y="3481725"/>
                </a:lnTo>
                <a:cubicBezTo>
                  <a:pt x="5087848" y="3481462"/>
                  <a:pt x="5087979" y="3480871"/>
                  <a:pt x="5087979" y="3480871"/>
                </a:cubicBezTo>
                <a:lnTo>
                  <a:pt x="5092512" y="3472990"/>
                </a:lnTo>
                <a:cubicBezTo>
                  <a:pt x="5092708" y="3472727"/>
                  <a:pt x="5093300" y="3472530"/>
                  <a:pt x="5093300" y="3472530"/>
                </a:cubicBezTo>
                <a:close/>
                <a:moveTo>
                  <a:pt x="4838919" y="3472530"/>
                </a:moveTo>
                <a:lnTo>
                  <a:pt x="4847982" y="3472530"/>
                </a:lnTo>
                <a:cubicBezTo>
                  <a:pt x="4848311" y="3472530"/>
                  <a:pt x="4848772" y="3472990"/>
                  <a:pt x="4848772" y="3472990"/>
                </a:cubicBezTo>
                <a:lnTo>
                  <a:pt x="4853303" y="3480871"/>
                </a:lnTo>
                <a:cubicBezTo>
                  <a:pt x="4853435" y="3481134"/>
                  <a:pt x="4853303" y="3481725"/>
                  <a:pt x="4853303" y="3481725"/>
                </a:cubicBezTo>
                <a:lnTo>
                  <a:pt x="4848772" y="3489606"/>
                </a:lnTo>
                <a:cubicBezTo>
                  <a:pt x="4848575" y="3489870"/>
                  <a:pt x="4847982" y="3490066"/>
                  <a:pt x="4847982" y="3490066"/>
                </a:cubicBezTo>
                <a:lnTo>
                  <a:pt x="4838919" y="3490066"/>
                </a:lnTo>
                <a:cubicBezTo>
                  <a:pt x="4838590" y="3490066"/>
                  <a:pt x="4838132" y="3489606"/>
                  <a:pt x="4838132" y="3489606"/>
                </a:cubicBezTo>
                <a:lnTo>
                  <a:pt x="4833598" y="3481725"/>
                </a:lnTo>
                <a:cubicBezTo>
                  <a:pt x="4833467" y="3481462"/>
                  <a:pt x="4833598" y="3480871"/>
                  <a:pt x="4833598" y="3480871"/>
                </a:cubicBezTo>
                <a:lnTo>
                  <a:pt x="4838132" y="3472990"/>
                </a:lnTo>
                <a:cubicBezTo>
                  <a:pt x="4838328" y="3472727"/>
                  <a:pt x="4838919" y="3472530"/>
                  <a:pt x="4838919" y="3472530"/>
                </a:cubicBezTo>
                <a:close/>
                <a:moveTo>
                  <a:pt x="4584538" y="3472530"/>
                </a:moveTo>
                <a:lnTo>
                  <a:pt x="4593603" y="3472530"/>
                </a:lnTo>
                <a:cubicBezTo>
                  <a:pt x="4593932" y="3472530"/>
                  <a:pt x="4594390" y="3472990"/>
                  <a:pt x="4594390" y="3472990"/>
                </a:cubicBezTo>
                <a:lnTo>
                  <a:pt x="4598922" y="3480871"/>
                </a:lnTo>
                <a:cubicBezTo>
                  <a:pt x="4599054" y="3481134"/>
                  <a:pt x="4598922" y="3481725"/>
                  <a:pt x="4598922" y="3481725"/>
                </a:cubicBezTo>
                <a:lnTo>
                  <a:pt x="4594390" y="3489606"/>
                </a:lnTo>
                <a:cubicBezTo>
                  <a:pt x="4594193" y="3489870"/>
                  <a:pt x="4593603" y="3490066"/>
                  <a:pt x="4593603" y="3490066"/>
                </a:cubicBezTo>
                <a:lnTo>
                  <a:pt x="4584538" y="3490066"/>
                </a:lnTo>
                <a:cubicBezTo>
                  <a:pt x="4584210" y="3490066"/>
                  <a:pt x="4583749" y="3489606"/>
                  <a:pt x="4583749" y="3489606"/>
                </a:cubicBezTo>
                <a:lnTo>
                  <a:pt x="4579218" y="3481725"/>
                </a:lnTo>
                <a:cubicBezTo>
                  <a:pt x="4579087" y="3481462"/>
                  <a:pt x="4579218" y="3480871"/>
                  <a:pt x="4579218" y="3480871"/>
                </a:cubicBezTo>
                <a:lnTo>
                  <a:pt x="4583749" y="3472990"/>
                </a:lnTo>
                <a:cubicBezTo>
                  <a:pt x="4583948" y="3472727"/>
                  <a:pt x="4584538" y="3472530"/>
                  <a:pt x="4584538" y="3472530"/>
                </a:cubicBezTo>
                <a:close/>
                <a:moveTo>
                  <a:pt x="4330157" y="3472530"/>
                </a:moveTo>
                <a:lnTo>
                  <a:pt x="4339222" y="3472530"/>
                </a:lnTo>
                <a:cubicBezTo>
                  <a:pt x="4339550" y="3472530"/>
                  <a:pt x="4340010" y="3472990"/>
                  <a:pt x="4340010" y="3472990"/>
                </a:cubicBezTo>
                <a:lnTo>
                  <a:pt x="4344540" y="3480871"/>
                </a:lnTo>
                <a:cubicBezTo>
                  <a:pt x="4344672" y="3481134"/>
                  <a:pt x="4344540" y="3481725"/>
                  <a:pt x="4344540" y="3481725"/>
                </a:cubicBezTo>
                <a:lnTo>
                  <a:pt x="4340010" y="3489606"/>
                </a:lnTo>
                <a:cubicBezTo>
                  <a:pt x="4339812" y="3489870"/>
                  <a:pt x="4339222" y="3490066"/>
                  <a:pt x="4339222" y="3490066"/>
                </a:cubicBezTo>
                <a:lnTo>
                  <a:pt x="4330157" y="3490066"/>
                </a:lnTo>
                <a:cubicBezTo>
                  <a:pt x="4329829" y="3490066"/>
                  <a:pt x="4329369" y="3489606"/>
                  <a:pt x="4329369" y="3489606"/>
                </a:cubicBezTo>
                <a:lnTo>
                  <a:pt x="4324836" y="3481725"/>
                </a:lnTo>
                <a:cubicBezTo>
                  <a:pt x="4324706" y="3481462"/>
                  <a:pt x="4324836" y="3480871"/>
                  <a:pt x="4324836" y="3480871"/>
                </a:cubicBezTo>
                <a:lnTo>
                  <a:pt x="4329369" y="3472990"/>
                </a:lnTo>
                <a:cubicBezTo>
                  <a:pt x="4329565" y="3472727"/>
                  <a:pt x="4330157" y="3472530"/>
                  <a:pt x="4330157" y="3472530"/>
                </a:cubicBezTo>
                <a:close/>
                <a:moveTo>
                  <a:pt x="4075772" y="3472530"/>
                </a:moveTo>
                <a:lnTo>
                  <a:pt x="4084835" y="3472530"/>
                </a:lnTo>
                <a:cubicBezTo>
                  <a:pt x="4085163" y="3472530"/>
                  <a:pt x="4085622" y="3472990"/>
                  <a:pt x="4085622" y="3472990"/>
                </a:cubicBezTo>
                <a:lnTo>
                  <a:pt x="4090154" y="3480871"/>
                </a:lnTo>
                <a:cubicBezTo>
                  <a:pt x="4090286" y="3481134"/>
                  <a:pt x="4090154" y="3481725"/>
                  <a:pt x="4090154" y="3481725"/>
                </a:cubicBezTo>
                <a:lnTo>
                  <a:pt x="4085622" y="3489606"/>
                </a:lnTo>
                <a:cubicBezTo>
                  <a:pt x="4085425" y="3489870"/>
                  <a:pt x="4084835" y="3490066"/>
                  <a:pt x="4084835" y="3490066"/>
                </a:cubicBezTo>
                <a:lnTo>
                  <a:pt x="4075772" y="3490066"/>
                </a:lnTo>
                <a:cubicBezTo>
                  <a:pt x="4075443" y="3490066"/>
                  <a:pt x="4074983" y="3489606"/>
                  <a:pt x="4074983" y="3489606"/>
                </a:cubicBezTo>
                <a:lnTo>
                  <a:pt x="4070451" y="3481725"/>
                </a:lnTo>
                <a:cubicBezTo>
                  <a:pt x="4070318" y="3481462"/>
                  <a:pt x="4070451" y="3480871"/>
                  <a:pt x="4070451" y="3480871"/>
                </a:cubicBezTo>
                <a:lnTo>
                  <a:pt x="4074983" y="3472990"/>
                </a:lnTo>
                <a:cubicBezTo>
                  <a:pt x="4075178" y="3472727"/>
                  <a:pt x="4075772" y="3472530"/>
                  <a:pt x="4075772" y="3472530"/>
                </a:cubicBezTo>
                <a:close/>
                <a:moveTo>
                  <a:pt x="3821358" y="3472530"/>
                </a:moveTo>
                <a:lnTo>
                  <a:pt x="3830423" y="3472530"/>
                </a:lnTo>
                <a:cubicBezTo>
                  <a:pt x="3830752" y="3472530"/>
                  <a:pt x="3831212" y="3472990"/>
                  <a:pt x="3831212" y="3472990"/>
                </a:cubicBezTo>
                <a:lnTo>
                  <a:pt x="3835745" y="3480871"/>
                </a:lnTo>
                <a:cubicBezTo>
                  <a:pt x="3835876" y="3481134"/>
                  <a:pt x="3835745" y="3481725"/>
                  <a:pt x="3835745" y="3481725"/>
                </a:cubicBezTo>
                <a:lnTo>
                  <a:pt x="3831212" y="3489606"/>
                </a:lnTo>
                <a:cubicBezTo>
                  <a:pt x="3831016" y="3489870"/>
                  <a:pt x="3830423" y="3490066"/>
                  <a:pt x="3830423" y="3490066"/>
                </a:cubicBezTo>
                <a:lnTo>
                  <a:pt x="3821358" y="3490066"/>
                </a:lnTo>
                <a:cubicBezTo>
                  <a:pt x="3821031" y="3490066"/>
                  <a:pt x="3820571" y="3489606"/>
                  <a:pt x="3820571" y="3489606"/>
                </a:cubicBezTo>
                <a:lnTo>
                  <a:pt x="3816038" y="3481725"/>
                </a:lnTo>
                <a:cubicBezTo>
                  <a:pt x="3815909" y="3481462"/>
                  <a:pt x="3816038" y="3480871"/>
                  <a:pt x="3816038" y="3480871"/>
                </a:cubicBezTo>
                <a:lnTo>
                  <a:pt x="3820571" y="3472990"/>
                </a:lnTo>
                <a:cubicBezTo>
                  <a:pt x="3820770" y="3472727"/>
                  <a:pt x="3821358" y="3472530"/>
                  <a:pt x="3821358" y="3472530"/>
                </a:cubicBezTo>
                <a:close/>
                <a:moveTo>
                  <a:pt x="3567111" y="3472530"/>
                </a:moveTo>
                <a:lnTo>
                  <a:pt x="3576176" y="3472530"/>
                </a:lnTo>
                <a:cubicBezTo>
                  <a:pt x="3576503" y="3472530"/>
                  <a:pt x="3576964" y="3472990"/>
                  <a:pt x="3576964" y="3472990"/>
                </a:cubicBezTo>
                <a:lnTo>
                  <a:pt x="3581496" y="3480871"/>
                </a:lnTo>
                <a:cubicBezTo>
                  <a:pt x="3581627" y="3481134"/>
                  <a:pt x="3581496" y="3481725"/>
                  <a:pt x="3581496" y="3481725"/>
                </a:cubicBezTo>
                <a:lnTo>
                  <a:pt x="3576964" y="3489606"/>
                </a:lnTo>
                <a:cubicBezTo>
                  <a:pt x="3576766" y="3489870"/>
                  <a:pt x="3576176" y="3490066"/>
                  <a:pt x="3576176" y="3490066"/>
                </a:cubicBezTo>
                <a:lnTo>
                  <a:pt x="3567111" y="3490066"/>
                </a:lnTo>
                <a:cubicBezTo>
                  <a:pt x="3566782" y="3490066"/>
                  <a:pt x="3566322" y="3489606"/>
                  <a:pt x="3566322" y="3489606"/>
                </a:cubicBezTo>
                <a:lnTo>
                  <a:pt x="3561790" y="3481725"/>
                </a:lnTo>
                <a:cubicBezTo>
                  <a:pt x="3561659" y="3481462"/>
                  <a:pt x="3561790" y="3480871"/>
                  <a:pt x="3561790" y="3480871"/>
                </a:cubicBezTo>
                <a:lnTo>
                  <a:pt x="3566322" y="3472990"/>
                </a:lnTo>
                <a:cubicBezTo>
                  <a:pt x="3566519" y="3472727"/>
                  <a:pt x="3567111" y="3472530"/>
                  <a:pt x="3567111" y="3472530"/>
                </a:cubicBezTo>
                <a:close/>
                <a:moveTo>
                  <a:pt x="3312632" y="3472530"/>
                </a:moveTo>
                <a:lnTo>
                  <a:pt x="3321696" y="3472530"/>
                </a:lnTo>
                <a:cubicBezTo>
                  <a:pt x="3322024" y="3472530"/>
                  <a:pt x="3322484" y="3472990"/>
                  <a:pt x="3322484" y="3472990"/>
                </a:cubicBezTo>
                <a:lnTo>
                  <a:pt x="3327016" y="3480871"/>
                </a:lnTo>
                <a:cubicBezTo>
                  <a:pt x="3327147" y="3481134"/>
                  <a:pt x="3327016" y="3481725"/>
                  <a:pt x="3327016" y="3481725"/>
                </a:cubicBezTo>
                <a:lnTo>
                  <a:pt x="3322484" y="3489606"/>
                </a:lnTo>
                <a:cubicBezTo>
                  <a:pt x="3322287" y="3489870"/>
                  <a:pt x="3321696" y="3490066"/>
                  <a:pt x="3321696" y="3490066"/>
                </a:cubicBezTo>
                <a:lnTo>
                  <a:pt x="3312632" y="3490066"/>
                </a:lnTo>
                <a:cubicBezTo>
                  <a:pt x="3312302" y="3490066"/>
                  <a:pt x="3311844" y="3489606"/>
                  <a:pt x="3311844" y="3489606"/>
                </a:cubicBezTo>
                <a:lnTo>
                  <a:pt x="3307311" y="3481725"/>
                </a:lnTo>
                <a:cubicBezTo>
                  <a:pt x="3307180" y="3481462"/>
                  <a:pt x="3307311" y="3480871"/>
                  <a:pt x="3307311" y="3480871"/>
                </a:cubicBezTo>
                <a:lnTo>
                  <a:pt x="3311844" y="3472990"/>
                </a:lnTo>
                <a:cubicBezTo>
                  <a:pt x="3312040" y="3472727"/>
                  <a:pt x="3312632" y="3472530"/>
                  <a:pt x="3312632" y="3472530"/>
                </a:cubicBezTo>
                <a:close/>
                <a:moveTo>
                  <a:pt x="3058270" y="3472530"/>
                </a:moveTo>
                <a:lnTo>
                  <a:pt x="3067335" y="3472530"/>
                </a:lnTo>
                <a:cubicBezTo>
                  <a:pt x="3067663" y="3472530"/>
                  <a:pt x="3068123" y="3472990"/>
                  <a:pt x="3068123" y="3472990"/>
                </a:cubicBezTo>
                <a:lnTo>
                  <a:pt x="3072655" y="3480871"/>
                </a:lnTo>
                <a:cubicBezTo>
                  <a:pt x="3072786" y="3481134"/>
                  <a:pt x="3072655" y="3481725"/>
                  <a:pt x="3072655" y="3481725"/>
                </a:cubicBezTo>
                <a:lnTo>
                  <a:pt x="3068123" y="3489606"/>
                </a:lnTo>
                <a:cubicBezTo>
                  <a:pt x="3067926" y="3489870"/>
                  <a:pt x="3067335" y="3490066"/>
                  <a:pt x="3067335" y="3490066"/>
                </a:cubicBezTo>
                <a:lnTo>
                  <a:pt x="3058270" y="3490066"/>
                </a:lnTo>
                <a:cubicBezTo>
                  <a:pt x="3057942" y="3490066"/>
                  <a:pt x="3057482" y="3489606"/>
                  <a:pt x="3057482" y="3489606"/>
                </a:cubicBezTo>
                <a:lnTo>
                  <a:pt x="3052949" y="3481725"/>
                </a:lnTo>
                <a:cubicBezTo>
                  <a:pt x="3052819" y="3481462"/>
                  <a:pt x="3052949" y="3480871"/>
                  <a:pt x="3052949" y="3480871"/>
                </a:cubicBezTo>
                <a:lnTo>
                  <a:pt x="3057482" y="3472990"/>
                </a:lnTo>
                <a:cubicBezTo>
                  <a:pt x="3057680" y="3472727"/>
                  <a:pt x="3058270" y="3472530"/>
                  <a:pt x="3058270" y="3472530"/>
                </a:cubicBezTo>
                <a:close/>
                <a:moveTo>
                  <a:pt x="2803819" y="3472530"/>
                </a:moveTo>
                <a:lnTo>
                  <a:pt x="2812884" y="3472530"/>
                </a:lnTo>
                <a:cubicBezTo>
                  <a:pt x="2813211" y="3472530"/>
                  <a:pt x="2813670" y="3472990"/>
                  <a:pt x="2813670" y="3472990"/>
                </a:cubicBezTo>
                <a:lnTo>
                  <a:pt x="2818203" y="3480871"/>
                </a:lnTo>
                <a:cubicBezTo>
                  <a:pt x="2818334" y="3481134"/>
                  <a:pt x="2818203" y="3481725"/>
                  <a:pt x="2818203" y="3481725"/>
                </a:cubicBezTo>
                <a:lnTo>
                  <a:pt x="2813670" y="3489606"/>
                </a:lnTo>
                <a:cubicBezTo>
                  <a:pt x="2813473" y="3489870"/>
                  <a:pt x="2812884" y="3490066"/>
                  <a:pt x="2812884" y="3490066"/>
                </a:cubicBezTo>
                <a:lnTo>
                  <a:pt x="2803819" y="3490066"/>
                </a:lnTo>
                <a:cubicBezTo>
                  <a:pt x="2803489" y="3490066"/>
                  <a:pt x="2803029" y="3489606"/>
                  <a:pt x="2803029" y="3489606"/>
                </a:cubicBezTo>
                <a:lnTo>
                  <a:pt x="2798497" y="3481725"/>
                </a:lnTo>
                <a:cubicBezTo>
                  <a:pt x="2798367" y="3481462"/>
                  <a:pt x="2798497" y="3480871"/>
                  <a:pt x="2798497" y="3480871"/>
                </a:cubicBezTo>
                <a:lnTo>
                  <a:pt x="2803029" y="3472990"/>
                </a:lnTo>
                <a:cubicBezTo>
                  <a:pt x="2803228" y="3472727"/>
                  <a:pt x="2803819" y="3472530"/>
                  <a:pt x="2803819" y="3472530"/>
                </a:cubicBezTo>
                <a:close/>
                <a:moveTo>
                  <a:pt x="2549484" y="3472530"/>
                </a:moveTo>
                <a:lnTo>
                  <a:pt x="2558549" y="3472530"/>
                </a:lnTo>
                <a:cubicBezTo>
                  <a:pt x="2558878" y="3472530"/>
                  <a:pt x="2559338" y="3472990"/>
                  <a:pt x="2559338" y="3472990"/>
                </a:cubicBezTo>
                <a:lnTo>
                  <a:pt x="2563870" y="3480871"/>
                </a:lnTo>
                <a:cubicBezTo>
                  <a:pt x="2564002" y="3481134"/>
                  <a:pt x="2563870" y="3481725"/>
                  <a:pt x="2563870" y="3481725"/>
                </a:cubicBezTo>
                <a:lnTo>
                  <a:pt x="2559338" y="3489606"/>
                </a:lnTo>
                <a:cubicBezTo>
                  <a:pt x="2559141" y="3489870"/>
                  <a:pt x="2558549" y="3490066"/>
                  <a:pt x="2558549" y="3490066"/>
                </a:cubicBezTo>
                <a:lnTo>
                  <a:pt x="2549484" y="3490066"/>
                </a:lnTo>
                <a:cubicBezTo>
                  <a:pt x="2549156" y="3490066"/>
                  <a:pt x="2548695" y="3489606"/>
                  <a:pt x="2548695" y="3489606"/>
                </a:cubicBezTo>
                <a:lnTo>
                  <a:pt x="2544165" y="3481725"/>
                </a:lnTo>
                <a:cubicBezTo>
                  <a:pt x="2544032" y="3481462"/>
                  <a:pt x="2544165" y="3480871"/>
                  <a:pt x="2544165" y="3480871"/>
                </a:cubicBezTo>
                <a:lnTo>
                  <a:pt x="2548695" y="3472990"/>
                </a:lnTo>
                <a:cubicBezTo>
                  <a:pt x="2548893" y="3472727"/>
                  <a:pt x="2549484" y="3472530"/>
                  <a:pt x="2549484" y="3472530"/>
                </a:cubicBezTo>
                <a:close/>
                <a:moveTo>
                  <a:pt x="2295159" y="3472530"/>
                </a:moveTo>
                <a:lnTo>
                  <a:pt x="2304223" y="3472530"/>
                </a:lnTo>
                <a:cubicBezTo>
                  <a:pt x="2304551" y="3472530"/>
                  <a:pt x="2305011" y="3472990"/>
                  <a:pt x="2305011" y="3472990"/>
                </a:cubicBezTo>
                <a:lnTo>
                  <a:pt x="2309543" y="3480871"/>
                </a:lnTo>
                <a:cubicBezTo>
                  <a:pt x="2309675" y="3481134"/>
                  <a:pt x="2309543" y="3481725"/>
                  <a:pt x="2309543" y="3481725"/>
                </a:cubicBezTo>
                <a:lnTo>
                  <a:pt x="2305011" y="3489606"/>
                </a:lnTo>
                <a:cubicBezTo>
                  <a:pt x="2304814" y="3489870"/>
                  <a:pt x="2304223" y="3490066"/>
                  <a:pt x="2304223" y="3490066"/>
                </a:cubicBezTo>
                <a:lnTo>
                  <a:pt x="2295159" y="3490066"/>
                </a:lnTo>
                <a:cubicBezTo>
                  <a:pt x="2294830" y="3490066"/>
                  <a:pt x="2294370" y="3489606"/>
                  <a:pt x="2294370" y="3489606"/>
                </a:cubicBezTo>
                <a:lnTo>
                  <a:pt x="2289838" y="3481725"/>
                </a:lnTo>
                <a:cubicBezTo>
                  <a:pt x="2289706" y="3481462"/>
                  <a:pt x="2289838" y="3480871"/>
                  <a:pt x="2289838" y="3480871"/>
                </a:cubicBezTo>
                <a:lnTo>
                  <a:pt x="2294370" y="3472990"/>
                </a:lnTo>
                <a:cubicBezTo>
                  <a:pt x="2294567" y="3472727"/>
                  <a:pt x="2295159" y="3472530"/>
                  <a:pt x="2295159" y="3472530"/>
                </a:cubicBezTo>
                <a:close/>
                <a:moveTo>
                  <a:pt x="2040723" y="3472530"/>
                </a:moveTo>
                <a:lnTo>
                  <a:pt x="2049788" y="3472530"/>
                </a:lnTo>
                <a:cubicBezTo>
                  <a:pt x="2050116" y="3472530"/>
                  <a:pt x="2050576" y="3472990"/>
                  <a:pt x="2050576" y="3472990"/>
                </a:cubicBezTo>
                <a:lnTo>
                  <a:pt x="2055108" y="3480871"/>
                </a:lnTo>
                <a:cubicBezTo>
                  <a:pt x="2055239" y="3481134"/>
                  <a:pt x="2055108" y="3481725"/>
                  <a:pt x="2055108" y="3481725"/>
                </a:cubicBezTo>
                <a:lnTo>
                  <a:pt x="2050576" y="3489606"/>
                </a:lnTo>
                <a:cubicBezTo>
                  <a:pt x="2050379" y="3489870"/>
                  <a:pt x="2049788" y="3490066"/>
                  <a:pt x="2049788" y="3490066"/>
                </a:cubicBezTo>
                <a:lnTo>
                  <a:pt x="2040723" y="3490066"/>
                </a:lnTo>
                <a:cubicBezTo>
                  <a:pt x="2040395" y="3490066"/>
                  <a:pt x="2039937" y="3489606"/>
                  <a:pt x="2039937" y="3489606"/>
                </a:cubicBezTo>
                <a:lnTo>
                  <a:pt x="2035402" y="3481725"/>
                </a:lnTo>
                <a:cubicBezTo>
                  <a:pt x="2035270" y="3481462"/>
                  <a:pt x="2035402" y="3480871"/>
                  <a:pt x="2035402" y="3480871"/>
                </a:cubicBezTo>
                <a:lnTo>
                  <a:pt x="2039937" y="3472990"/>
                </a:lnTo>
                <a:cubicBezTo>
                  <a:pt x="2040133" y="3472727"/>
                  <a:pt x="2040723" y="3472530"/>
                  <a:pt x="2040723" y="3472530"/>
                </a:cubicBezTo>
                <a:close/>
                <a:moveTo>
                  <a:pt x="1786223" y="3472530"/>
                </a:moveTo>
                <a:lnTo>
                  <a:pt x="1795287" y="3472530"/>
                </a:lnTo>
                <a:cubicBezTo>
                  <a:pt x="1795615" y="3472530"/>
                  <a:pt x="1796075" y="3472990"/>
                  <a:pt x="1796075" y="3472990"/>
                </a:cubicBezTo>
                <a:lnTo>
                  <a:pt x="1800607" y="3480871"/>
                </a:lnTo>
                <a:cubicBezTo>
                  <a:pt x="1800738" y="3481134"/>
                  <a:pt x="1800607" y="3481725"/>
                  <a:pt x="1800607" y="3481725"/>
                </a:cubicBezTo>
                <a:lnTo>
                  <a:pt x="1796075" y="3489606"/>
                </a:lnTo>
                <a:cubicBezTo>
                  <a:pt x="1795878" y="3489870"/>
                  <a:pt x="1795287" y="3490066"/>
                  <a:pt x="1795287" y="3490066"/>
                </a:cubicBezTo>
                <a:lnTo>
                  <a:pt x="1786223" y="3490066"/>
                </a:lnTo>
                <a:cubicBezTo>
                  <a:pt x="1785895" y="3490066"/>
                  <a:pt x="1785434" y="3489606"/>
                  <a:pt x="1785434" y="3489606"/>
                </a:cubicBezTo>
                <a:lnTo>
                  <a:pt x="1780902" y="3481725"/>
                </a:lnTo>
                <a:cubicBezTo>
                  <a:pt x="1780771" y="3481462"/>
                  <a:pt x="1780902" y="3480871"/>
                  <a:pt x="1780902" y="3480871"/>
                </a:cubicBezTo>
                <a:lnTo>
                  <a:pt x="1785434" y="3472990"/>
                </a:lnTo>
                <a:cubicBezTo>
                  <a:pt x="1785631" y="3472727"/>
                  <a:pt x="1786223" y="3472530"/>
                  <a:pt x="1786223" y="3472530"/>
                </a:cubicBezTo>
                <a:close/>
                <a:moveTo>
                  <a:pt x="1531893" y="3472530"/>
                </a:moveTo>
                <a:lnTo>
                  <a:pt x="1540956" y="3472530"/>
                </a:lnTo>
                <a:cubicBezTo>
                  <a:pt x="1541284" y="3472530"/>
                  <a:pt x="1541744" y="3472990"/>
                  <a:pt x="1541744" y="3472990"/>
                </a:cubicBezTo>
                <a:lnTo>
                  <a:pt x="1546275" y="3480871"/>
                </a:lnTo>
                <a:cubicBezTo>
                  <a:pt x="1546408" y="3481134"/>
                  <a:pt x="1546275" y="3481725"/>
                  <a:pt x="1546275" y="3481725"/>
                </a:cubicBezTo>
                <a:lnTo>
                  <a:pt x="1541744" y="3489606"/>
                </a:lnTo>
                <a:cubicBezTo>
                  <a:pt x="1541547" y="3489870"/>
                  <a:pt x="1540956" y="3490066"/>
                  <a:pt x="1540956" y="3490066"/>
                </a:cubicBezTo>
                <a:lnTo>
                  <a:pt x="1531893" y="3490066"/>
                </a:lnTo>
                <a:cubicBezTo>
                  <a:pt x="1531562" y="3490066"/>
                  <a:pt x="1531104" y="3489606"/>
                  <a:pt x="1531104" y="3489606"/>
                </a:cubicBezTo>
                <a:lnTo>
                  <a:pt x="1526571" y="3481725"/>
                </a:lnTo>
                <a:cubicBezTo>
                  <a:pt x="1526439" y="3481462"/>
                  <a:pt x="1526571" y="3480871"/>
                  <a:pt x="1526571" y="3480871"/>
                </a:cubicBezTo>
                <a:lnTo>
                  <a:pt x="1531104" y="3472990"/>
                </a:lnTo>
                <a:cubicBezTo>
                  <a:pt x="1531301" y="3472727"/>
                  <a:pt x="1531893" y="3472530"/>
                  <a:pt x="1531893" y="3472530"/>
                </a:cubicBezTo>
                <a:close/>
                <a:moveTo>
                  <a:pt x="1277531" y="3472530"/>
                </a:moveTo>
                <a:lnTo>
                  <a:pt x="1286596" y="3472530"/>
                </a:lnTo>
                <a:cubicBezTo>
                  <a:pt x="1286926" y="3472530"/>
                  <a:pt x="1287385" y="3472990"/>
                  <a:pt x="1287385" y="3472990"/>
                </a:cubicBezTo>
                <a:lnTo>
                  <a:pt x="1291918" y="3480871"/>
                </a:lnTo>
                <a:cubicBezTo>
                  <a:pt x="1292049" y="3481134"/>
                  <a:pt x="1291918" y="3481725"/>
                  <a:pt x="1291918" y="3481725"/>
                </a:cubicBezTo>
                <a:lnTo>
                  <a:pt x="1287385" y="3489606"/>
                </a:lnTo>
                <a:cubicBezTo>
                  <a:pt x="1287187" y="3489870"/>
                  <a:pt x="1286596" y="3490066"/>
                  <a:pt x="1286596" y="3490066"/>
                </a:cubicBezTo>
                <a:lnTo>
                  <a:pt x="1277531" y="3490066"/>
                </a:lnTo>
                <a:cubicBezTo>
                  <a:pt x="1277204" y="3490066"/>
                  <a:pt x="1276743" y="3489606"/>
                  <a:pt x="1276743" y="3489606"/>
                </a:cubicBezTo>
                <a:lnTo>
                  <a:pt x="1272212" y="3481725"/>
                </a:lnTo>
                <a:cubicBezTo>
                  <a:pt x="1272082" y="3481462"/>
                  <a:pt x="1272212" y="3480871"/>
                  <a:pt x="1272212" y="3480871"/>
                </a:cubicBezTo>
                <a:lnTo>
                  <a:pt x="1276743" y="3472990"/>
                </a:lnTo>
                <a:cubicBezTo>
                  <a:pt x="1276940" y="3472727"/>
                  <a:pt x="1277531" y="3472530"/>
                  <a:pt x="1277531" y="3472530"/>
                </a:cubicBezTo>
                <a:close/>
                <a:moveTo>
                  <a:pt x="1023117" y="3472530"/>
                </a:moveTo>
                <a:lnTo>
                  <a:pt x="1032183" y="3472530"/>
                </a:lnTo>
                <a:cubicBezTo>
                  <a:pt x="1032511" y="3472530"/>
                  <a:pt x="1032970" y="3472990"/>
                  <a:pt x="1032970" y="3472990"/>
                </a:cubicBezTo>
                <a:lnTo>
                  <a:pt x="1037502" y="3480871"/>
                </a:lnTo>
                <a:cubicBezTo>
                  <a:pt x="1037633" y="3481134"/>
                  <a:pt x="1037502" y="3481725"/>
                  <a:pt x="1037502" y="3481725"/>
                </a:cubicBezTo>
                <a:lnTo>
                  <a:pt x="1032970" y="3489606"/>
                </a:lnTo>
                <a:cubicBezTo>
                  <a:pt x="1032773" y="3489870"/>
                  <a:pt x="1032183" y="3490066"/>
                  <a:pt x="1032183" y="3490066"/>
                </a:cubicBezTo>
                <a:lnTo>
                  <a:pt x="1023117" y="3490066"/>
                </a:lnTo>
                <a:cubicBezTo>
                  <a:pt x="1022789" y="3490066"/>
                  <a:pt x="1022330" y="3489606"/>
                  <a:pt x="1022330" y="3489606"/>
                </a:cubicBezTo>
                <a:lnTo>
                  <a:pt x="1017796" y="3481725"/>
                </a:lnTo>
                <a:cubicBezTo>
                  <a:pt x="1017668" y="3481462"/>
                  <a:pt x="1017796" y="3480871"/>
                  <a:pt x="1017796" y="3480871"/>
                </a:cubicBezTo>
                <a:lnTo>
                  <a:pt x="1022330" y="3472990"/>
                </a:lnTo>
                <a:cubicBezTo>
                  <a:pt x="1022527" y="3472727"/>
                  <a:pt x="1023117" y="3472530"/>
                  <a:pt x="1023117" y="3472530"/>
                </a:cubicBezTo>
                <a:close/>
                <a:moveTo>
                  <a:pt x="768588" y="3472530"/>
                </a:moveTo>
                <a:lnTo>
                  <a:pt x="777651" y="3472530"/>
                </a:lnTo>
                <a:cubicBezTo>
                  <a:pt x="777979" y="3472530"/>
                  <a:pt x="778439" y="3472990"/>
                  <a:pt x="778439" y="3472990"/>
                </a:cubicBezTo>
                <a:lnTo>
                  <a:pt x="782971" y="3480871"/>
                </a:lnTo>
                <a:cubicBezTo>
                  <a:pt x="783103" y="3481134"/>
                  <a:pt x="782971" y="3481725"/>
                  <a:pt x="782971" y="3481725"/>
                </a:cubicBezTo>
                <a:lnTo>
                  <a:pt x="778439" y="3489606"/>
                </a:lnTo>
                <a:cubicBezTo>
                  <a:pt x="778242" y="3489870"/>
                  <a:pt x="777651" y="3490066"/>
                  <a:pt x="777651" y="3490066"/>
                </a:cubicBezTo>
                <a:lnTo>
                  <a:pt x="768588" y="3490066"/>
                </a:lnTo>
                <a:cubicBezTo>
                  <a:pt x="768260" y="3490066"/>
                  <a:pt x="767800" y="3489606"/>
                  <a:pt x="767800" y="3489606"/>
                </a:cubicBezTo>
                <a:lnTo>
                  <a:pt x="763266" y="3481725"/>
                </a:lnTo>
                <a:cubicBezTo>
                  <a:pt x="763134" y="3481462"/>
                  <a:pt x="763266" y="3480871"/>
                  <a:pt x="763266" y="3480871"/>
                </a:cubicBezTo>
                <a:lnTo>
                  <a:pt x="767800" y="3472990"/>
                </a:lnTo>
                <a:cubicBezTo>
                  <a:pt x="767996" y="3472727"/>
                  <a:pt x="768588" y="3472530"/>
                  <a:pt x="768588" y="3472530"/>
                </a:cubicBezTo>
                <a:close/>
                <a:moveTo>
                  <a:pt x="514286" y="3472530"/>
                </a:moveTo>
                <a:lnTo>
                  <a:pt x="523350" y="3472530"/>
                </a:lnTo>
                <a:cubicBezTo>
                  <a:pt x="523678" y="3472530"/>
                  <a:pt x="524138" y="3472990"/>
                  <a:pt x="524138" y="3472990"/>
                </a:cubicBezTo>
                <a:lnTo>
                  <a:pt x="528669" y="3480871"/>
                </a:lnTo>
                <a:cubicBezTo>
                  <a:pt x="528801" y="3481134"/>
                  <a:pt x="528669" y="3481725"/>
                  <a:pt x="528669" y="3481725"/>
                </a:cubicBezTo>
                <a:lnTo>
                  <a:pt x="524138" y="3489606"/>
                </a:lnTo>
                <a:cubicBezTo>
                  <a:pt x="523941" y="3489870"/>
                  <a:pt x="523350" y="3490066"/>
                  <a:pt x="523350" y="3490066"/>
                </a:cubicBezTo>
                <a:lnTo>
                  <a:pt x="514286" y="3490066"/>
                </a:lnTo>
                <a:cubicBezTo>
                  <a:pt x="513957" y="3490066"/>
                  <a:pt x="513498" y="3489606"/>
                  <a:pt x="513498" y="3489606"/>
                </a:cubicBezTo>
                <a:lnTo>
                  <a:pt x="508965" y="3481725"/>
                </a:lnTo>
                <a:cubicBezTo>
                  <a:pt x="508834" y="3481462"/>
                  <a:pt x="508965" y="3480871"/>
                  <a:pt x="508965" y="3480871"/>
                </a:cubicBezTo>
                <a:lnTo>
                  <a:pt x="513498" y="3472990"/>
                </a:lnTo>
                <a:cubicBezTo>
                  <a:pt x="513695" y="3472727"/>
                  <a:pt x="514286" y="3472530"/>
                  <a:pt x="514286" y="3472530"/>
                </a:cubicBezTo>
                <a:close/>
                <a:moveTo>
                  <a:pt x="259959" y="3472530"/>
                </a:moveTo>
                <a:lnTo>
                  <a:pt x="269023" y="3472530"/>
                </a:lnTo>
                <a:cubicBezTo>
                  <a:pt x="269351" y="3472530"/>
                  <a:pt x="269811" y="3472990"/>
                  <a:pt x="269811" y="3472990"/>
                </a:cubicBezTo>
                <a:lnTo>
                  <a:pt x="274343" y="3480871"/>
                </a:lnTo>
                <a:cubicBezTo>
                  <a:pt x="274474" y="3481134"/>
                  <a:pt x="274343" y="3481725"/>
                  <a:pt x="274343" y="3481725"/>
                </a:cubicBezTo>
                <a:lnTo>
                  <a:pt x="269811" y="3489606"/>
                </a:lnTo>
                <a:cubicBezTo>
                  <a:pt x="269614" y="3489870"/>
                  <a:pt x="269023" y="3490066"/>
                  <a:pt x="269023" y="3490066"/>
                </a:cubicBezTo>
                <a:lnTo>
                  <a:pt x="259959" y="3490066"/>
                </a:lnTo>
                <a:cubicBezTo>
                  <a:pt x="259629" y="3490066"/>
                  <a:pt x="259170" y="3489606"/>
                  <a:pt x="259170" y="3489606"/>
                </a:cubicBezTo>
                <a:lnTo>
                  <a:pt x="254638" y="3481725"/>
                </a:lnTo>
                <a:cubicBezTo>
                  <a:pt x="254507" y="3481462"/>
                  <a:pt x="254638" y="3480871"/>
                  <a:pt x="254638" y="3480871"/>
                </a:cubicBezTo>
                <a:lnTo>
                  <a:pt x="259170" y="3472990"/>
                </a:lnTo>
                <a:cubicBezTo>
                  <a:pt x="259367" y="3472727"/>
                  <a:pt x="259959" y="3472530"/>
                  <a:pt x="259959" y="3472530"/>
                </a:cubicBezTo>
                <a:close/>
                <a:moveTo>
                  <a:pt x="5523" y="3472530"/>
                </a:moveTo>
                <a:lnTo>
                  <a:pt x="14587" y="3472530"/>
                </a:lnTo>
                <a:cubicBezTo>
                  <a:pt x="14916" y="3472530"/>
                  <a:pt x="15375" y="3472990"/>
                  <a:pt x="15375" y="3472990"/>
                </a:cubicBezTo>
                <a:lnTo>
                  <a:pt x="19907" y="3480871"/>
                </a:lnTo>
                <a:cubicBezTo>
                  <a:pt x="20038" y="3481134"/>
                  <a:pt x="19907" y="3481725"/>
                  <a:pt x="19907" y="3481725"/>
                </a:cubicBezTo>
                <a:lnTo>
                  <a:pt x="15375" y="3489606"/>
                </a:lnTo>
                <a:cubicBezTo>
                  <a:pt x="15178" y="3489870"/>
                  <a:pt x="14587" y="3490066"/>
                  <a:pt x="14587" y="3490066"/>
                </a:cubicBezTo>
                <a:lnTo>
                  <a:pt x="5523" y="3490066"/>
                </a:lnTo>
                <a:cubicBezTo>
                  <a:pt x="5194" y="3490066"/>
                  <a:pt x="4734" y="3489606"/>
                  <a:pt x="4734" y="3489606"/>
                </a:cubicBezTo>
                <a:lnTo>
                  <a:pt x="202" y="3481725"/>
                </a:lnTo>
                <a:cubicBezTo>
                  <a:pt x="71" y="3481462"/>
                  <a:pt x="202" y="3480871"/>
                  <a:pt x="202" y="3480871"/>
                </a:cubicBezTo>
                <a:lnTo>
                  <a:pt x="4734" y="3472990"/>
                </a:lnTo>
                <a:cubicBezTo>
                  <a:pt x="4931" y="3472727"/>
                  <a:pt x="5523" y="3472530"/>
                  <a:pt x="5523" y="3472530"/>
                </a:cubicBezTo>
                <a:close/>
                <a:moveTo>
                  <a:pt x="10435622" y="3255521"/>
                </a:moveTo>
                <a:lnTo>
                  <a:pt x="10444686" y="3255521"/>
                </a:lnTo>
                <a:cubicBezTo>
                  <a:pt x="10445015" y="3255521"/>
                  <a:pt x="10445474" y="3255981"/>
                  <a:pt x="10445474" y="3255981"/>
                </a:cubicBezTo>
                <a:lnTo>
                  <a:pt x="10450007" y="3263863"/>
                </a:lnTo>
                <a:cubicBezTo>
                  <a:pt x="10450138" y="3264126"/>
                  <a:pt x="10450007" y="3264716"/>
                  <a:pt x="10450007" y="3264716"/>
                </a:cubicBezTo>
                <a:lnTo>
                  <a:pt x="10445474" y="3272599"/>
                </a:lnTo>
                <a:cubicBezTo>
                  <a:pt x="10445278" y="3272862"/>
                  <a:pt x="10444686" y="3273059"/>
                  <a:pt x="10444686" y="3273059"/>
                </a:cubicBezTo>
                <a:lnTo>
                  <a:pt x="10435622" y="3273059"/>
                </a:lnTo>
                <a:cubicBezTo>
                  <a:pt x="10435295" y="3273059"/>
                  <a:pt x="10434834" y="3272599"/>
                  <a:pt x="10434834" y="3272599"/>
                </a:cubicBezTo>
                <a:lnTo>
                  <a:pt x="10430302" y="3264716"/>
                </a:lnTo>
                <a:cubicBezTo>
                  <a:pt x="10430171" y="3264455"/>
                  <a:pt x="10430302" y="3263863"/>
                  <a:pt x="10430302" y="3263863"/>
                </a:cubicBezTo>
                <a:lnTo>
                  <a:pt x="10434834" y="3255981"/>
                </a:lnTo>
                <a:cubicBezTo>
                  <a:pt x="10435031" y="3255719"/>
                  <a:pt x="10435622" y="3255521"/>
                  <a:pt x="10435622" y="3255521"/>
                </a:cubicBezTo>
                <a:close/>
                <a:moveTo>
                  <a:pt x="10181242" y="3255521"/>
                </a:moveTo>
                <a:lnTo>
                  <a:pt x="10190305" y="3255521"/>
                </a:lnTo>
                <a:cubicBezTo>
                  <a:pt x="10190635" y="3255521"/>
                  <a:pt x="10191093" y="3255981"/>
                  <a:pt x="10191093" y="3255981"/>
                </a:cubicBezTo>
                <a:lnTo>
                  <a:pt x="10195626" y="3263863"/>
                </a:lnTo>
                <a:cubicBezTo>
                  <a:pt x="10195758" y="3264126"/>
                  <a:pt x="10195626" y="3264716"/>
                  <a:pt x="10195626" y="3264716"/>
                </a:cubicBezTo>
                <a:lnTo>
                  <a:pt x="10191093" y="3272599"/>
                </a:lnTo>
                <a:cubicBezTo>
                  <a:pt x="10190896" y="3272862"/>
                  <a:pt x="10190305" y="3273059"/>
                  <a:pt x="10190305" y="3273059"/>
                </a:cubicBezTo>
                <a:lnTo>
                  <a:pt x="10181242" y="3273059"/>
                </a:lnTo>
                <a:cubicBezTo>
                  <a:pt x="10180914" y="3273059"/>
                  <a:pt x="10180453" y="3272599"/>
                  <a:pt x="10180453" y="3272599"/>
                </a:cubicBezTo>
                <a:lnTo>
                  <a:pt x="10175922" y="3264716"/>
                </a:lnTo>
                <a:cubicBezTo>
                  <a:pt x="10175790" y="3264455"/>
                  <a:pt x="10175922" y="3263863"/>
                  <a:pt x="10175922" y="3263863"/>
                </a:cubicBezTo>
                <a:lnTo>
                  <a:pt x="10180453" y="3255981"/>
                </a:lnTo>
                <a:cubicBezTo>
                  <a:pt x="10180650" y="3255719"/>
                  <a:pt x="10181242" y="3255521"/>
                  <a:pt x="10181242" y="3255521"/>
                </a:cubicBezTo>
                <a:close/>
                <a:moveTo>
                  <a:pt x="9926861" y="3255521"/>
                </a:moveTo>
                <a:lnTo>
                  <a:pt x="9935924" y="3255521"/>
                </a:lnTo>
                <a:cubicBezTo>
                  <a:pt x="9936254" y="3255521"/>
                  <a:pt x="9936713" y="3255981"/>
                  <a:pt x="9936713" y="3255981"/>
                </a:cubicBezTo>
                <a:lnTo>
                  <a:pt x="9941246" y="3263863"/>
                </a:lnTo>
                <a:cubicBezTo>
                  <a:pt x="9941376" y="3264126"/>
                  <a:pt x="9941246" y="3264716"/>
                  <a:pt x="9941246" y="3264716"/>
                </a:cubicBezTo>
                <a:lnTo>
                  <a:pt x="9936713" y="3272599"/>
                </a:lnTo>
                <a:cubicBezTo>
                  <a:pt x="9936516" y="3272862"/>
                  <a:pt x="9935924" y="3273059"/>
                  <a:pt x="9935924" y="3273059"/>
                </a:cubicBezTo>
                <a:lnTo>
                  <a:pt x="9926861" y="3273059"/>
                </a:lnTo>
                <a:cubicBezTo>
                  <a:pt x="9926532" y="3273059"/>
                  <a:pt x="9926073" y="3272599"/>
                  <a:pt x="9926073" y="3272599"/>
                </a:cubicBezTo>
                <a:lnTo>
                  <a:pt x="9921541" y="3264716"/>
                </a:lnTo>
                <a:cubicBezTo>
                  <a:pt x="9921410" y="3264455"/>
                  <a:pt x="9921541" y="3263863"/>
                  <a:pt x="9921541" y="3263863"/>
                </a:cubicBezTo>
                <a:lnTo>
                  <a:pt x="9926073" y="3255981"/>
                </a:lnTo>
                <a:cubicBezTo>
                  <a:pt x="9926270" y="3255719"/>
                  <a:pt x="9926861" y="3255521"/>
                  <a:pt x="9926861" y="3255521"/>
                </a:cubicBezTo>
                <a:close/>
                <a:moveTo>
                  <a:pt x="9672481" y="3255521"/>
                </a:moveTo>
                <a:lnTo>
                  <a:pt x="9681545" y="3255521"/>
                </a:lnTo>
                <a:cubicBezTo>
                  <a:pt x="9681872" y="3255521"/>
                  <a:pt x="9682333" y="3255981"/>
                  <a:pt x="9682333" y="3255981"/>
                </a:cubicBezTo>
                <a:lnTo>
                  <a:pt x="9686865" y="3263863"/>
                </a:lnTo>
                <a:cubicBezTo>
                  <a:pt x="9686996" y="3264126"/>
                  <a:pt x="9686865" y="3264716"/>
                  <a:pt x="9686865" y="3264716"/>
                </a:cubicBezTo>
                <a:lnTo>
                  <a:pt x="9682333" y="3272599"/>
                </a:lnTo>
                <a:cubicBezTo>
                  <a:pt x="9682136" y="3272862"/>
                  <a:pt x="9681545" y="3273059"/>
                  <a:pt x="9681545" y="3273059"/>
                </a:cubicBezTo>
                <a:lnTo>
                  <a:pt x="9672481" y="3273059"/>
                </a:lnTo>
                <a:cubicBezTo>
                  <a:pt x="9672152" y="3273059"/>
                  <a:pt x="9671693" y="3272599"/>
                  <a:pt x="9671693" y="3272599"/>
                </a:cubicBezTo>
                <a:lnTo>
                  <a:pt x="9667160" y="3264716"/>
                </a:lnTo>
                <a:cubicBezTo>
                  <a:pt x="9667030" y="3264455"/>
                  <a:pt x="9667160" y="3263863"/>
                  <a:pt x="9667160" y="3263863"/>
                </a:cubicBezTo>
                <a:lnTo>
                  <a:pt x="9671693" y="3255981"/>
                </a:lnTo>
                <a:cubicBezTo>
                  <a:pt x="9671890" y="3255719"/>
                  <a:pt x="9672481" y="3255521"/>
                  <a:pt x="9672481" y="3255521"/>
                </a:cubicBezTo>
                <a:close/>
                <a:moveTo>
                  <a:pt x="9418035" y="3255521"/>
                </a:moveTo>
                <a:lnTo>
                  <a:pt x="9427099" y="3255521"/>
                </a:lnTo>
                <a:cubicBezTo>
                  <a:pt x="9427427" y="3255521"/>
                  <a:pt x="9427887" y="3255981"/>
                  <a:pt x="9427887" y="3255981"/>
                </a:cubicBezTo>
                <a:lnTo>
                  <a:pt x="9432419" y="3263863"/>
                </a:lnTo>
                <a:cubicBezTo>
                  <a:pt x="9432550" y="3264126"/>
                  <a:pt x="9432419" y="3264716"/>
                  <a:pt x="9432419" y="3264716"/>
                </a:cubicBezTo>
                <a:lnTo>
                  <a:pt x="9427887" y="3272599"/>
                </a:lnTo>
                <a:cubicBezTo>
                  <a:pt x="9427690" y="3272862"/>
                  <a:pt x="9427099" y="3273059"/>
                  <a:pt x="9427099" y="3273059"/>
                </a:cubicBezTo>
                <a:lnTo>
                  <a:pt x="9418035" y="3273059"/>
                </a:lnTo>
                <a:cubicBezTo>
                  <a:pt x="9417707" y="3273059"/>
                  <a:pt x="9417247" y="3272599"/>
                  <a:pt x="9417247" y="3272599"/>
                </a:cubicBezTo>
                <a:lnTo>
                  <a:pt x="9412714" y="3264716"/>
                </a:lnTo>
                <a:cubicBezTo>
                  <a:pt x="9412583" y="3264455"/>
                  <a:pt x="9412714" y="3263863"/>
                  <a:pt x="9412714" y="3263863"/>
                </a:cubicBezTo>
                <a:lnTo>
                  <a:pt x="9417247" y="3255981"/>
                </a:lnTo>
                <a:cubicBezTo>
                  <a:pt x="9417444" y="3255719"/>
                  <a:pt x="9418035" y="3255521"/>
                  <a:pt x="9418035" y="3255521"/>
                </a:cubicBezTo>
                <a:close/>
                <a:moveTo>
                  <a:pt x="9163654" y="3255521"/>
                </a:moveTo>
                <a:lnTo>
                  <a:pt x="9172718" y="3255521"/>
                </a:lnTo>
                <a:cubicBezTo>
                  <a:pt x="9173046" y="3255521"/>
                  <a:pt x="9173506" y="3255981"/>
                  <a:pt x="9173506" y="3255981"/>
                </a:cubicBezTo>
                <a:lnTo>
                  <a:pt x="9178038" y="3263863"/>
                </a:lnTo>
                <a:cubicBezTo>
                  <a:pt x="9178169" y="3264126"/>
                  <a:pt x="9178038" y="3264716"/>
                  <a:pt x="9178038" y="3264716"/>
                </a:cubicBezTo>
                <a:lnTo>
                  <a:pt x="9173506" y="3272599"/>
                </a:lnTo>
                <a:cubicBezTo>
                  <a:pt x="9173309" y="3272862"/>
                  <a:pt x="9172718" y="3273059"/>
                  <a:pt x="9172718" y="3273059"/>
                </a:cubicBezTo>
                <a:lnTo>
                  <a:pt x="9163654" y="3273059"/>
                </a:lnTo>
                <a:cubicBezTo>
                  <a:pt x="9163326" y="3273059"/>
                  <a:pt x="9162866" y="3272599"/>
                  <a:pt x="9162866" y="3272599"/>
                </a:cubicBezTo>
                <a:lnTo>
                  <a:pt x="9158333" y="3264716"/>
                </a:lnTo>
                <a:cubicBezTo>
                  <a:pt x="9158202" y="3264455"/>
                  <a:pt x="9158333" y="3263863"/>
                  <a:pt x="9158333" y="3263863"/>
                </a:cubicBezTo>
                <a:lnTo>
                  <a:pt x="9162866" y="3255981"/>
                </a:lnTo>
                <a:cubicBezTo>
                  <a:pt x="9163062" y="3255719"/>
                  <a:pt x="9163654" y="3255521"/>
                  <a:pt x="9163654" y="3255521"/>
                </a:cubicBezTo>
                <a:close/>
                <a:moveTo>
                  <a:pt x="8909274" y="3255521"/>
                </a:moveTo>
                <a:lnTo>
                  <a:pt x="8918336" y="3255521"/>
                </a:lnTo>
                <a:cubicBezTo>
                  <a:pt x="8918666" y="3255521"/>
                  <a:pt x="8919125" y="3255981"/>
                  <a:pt x="8919125" y="3255981"/>
                </a:cubicBezTo>
                <a:lnTo>
                  <a:pt x="8923657" y="3263863"/>
                </a:lnTo>
                <a:cubicBezTo>
                  <a:pt x="8923789" y="3264126"/>
                  <a:pt x="8923657" y="3264716"/>
                  <a:pt x="8923657" y="3264716"/>
                </a:cubicBezTo>
                <a:lnTo>
                  <a:pt x="8919125" y="3272599"/>
                </a:lnTo>
                <a:cubicBezTo>
                  <a:pt x="8918928" y="3272862"/>
                  <a:pt x="8918336" y="3273059"/>
                  <a:pt x="8918336" y="3273059"/>
                </a:cubicBezTo>
                <a:lnTo>
                  <a:pt x="8909274" y="3273059"/>
                </a:lnTo>
                <a:cubicBezTo>
                  <a:pt x="8908945" y="3273059"/>
                  <a:pt x="8908484" y="3272599"/>
                  <a:pt x="8908484" y="3272599"/>
                </a:cubicBezTo>
                <a:lnTo>
                  <a:pt x="8903953" y="3264716"/>
                </a:lnTo>
                <a:cubicBezTo>
                  <a:pt x="8903821" y="3264455"/>
                  <a:pt x="8903953" y="3263863"/>
                  <a:pt x="8903953" y="3263863"/>
                </a:cubicBezTo>
                <a:lnTo>
                  <a:pt x="8908484" y="3255981"/>
                </a:lnTo>
                <a:cubicBezTo>
                  <a:pt x="8908681" y="3255719"/>
                  <a:pt x="8909274" y="3255521"/>
                  <a:pt x="8909274" y="3255521"/>
                </a:cubicBezTo>
                <a:close/>
                <a:moveTo>
                  <a:pt x="8654892" y="3255521"/>
                </a:moveTo>
                <a:lnTo>
                  <a:pt x="8663955" y="3255521"/>
                </a:lnTo>
                <a:cubicBezTo>
                  <a:pt x="8664285" y="3255521"/>
                  <a:pt x="8664744" y="3255981"/>
                  <a:pt x="8664744" y="3255981"/>
                </a:cubicBezTo>
                <a:lnTo>
                  <a:pt x="8669277" y="3263863"/>
                </a:lnTo>
                <a:cubicBezTo>
                  <a:pt x="8669408" y="3264126"/>
                  <a:pt x="8669277" y="3264716"/>
                  <a:pt x="8669277" y="3264716"/>
                </a:cubicBezTo>
                <a:lnTo>
                  <a:pt x="8664744" y="3272599"/>
                </a:lnTo>
                <a:cubicBezTo>
                  <a:pt x="8664548" y="3272862"/>
                  <a:pt x="8663955" y="3273059"/>
                  <a:pt x="8663955" y="3273059"/>
                </a:cubicBezTo>
                <a:lnTo>
                  <a:pt x="8654892" y="3273059"/>
                </a:lnTo>
                <a:cubicBezTo>
                  <a:pt x="8654565" y="3273059"/>
                  <a:pt x="8654104" y="3272599"/>
                  <a:pt x="8654104" y="3272599"/>
                </a:cubicBezTo>
                <a:lnTo>
                  <a:pt x="8649572" y="3264716"/>
                </a:lnTo>
                <a:cubicBezTo>
                  <a:pt x="8649441" y="3264455"/>
                  <a:pt x="8649572" y="3263863"/>
                  <a:pt x="8649572" y="3263863"/>
                </a:cubicBezTo>
                <a:lnTo>
                  <a:pt x="8654104" y="3255981"/>
                </a:lnTo>
                <a:cubicBezTo>
                  <a:pt x="8654301" y="3255719"/>
                  <a:pt x="8654892" y="3255521"/>
                  <a:pt x="8654892" y="3255521"/>
                </a:cubicBezTo>
                <a:close/>
                <a:moveTo>
                  <a:pt x="8400511" y="3255521"/>
                </a:moveTo>
                <a:lnTo>
                  <a:pt x="8409575" y="3255521"/>
                </a:lnTo>
                <a:cubicBezTo>
                  <a:pt x="8409904" y="3255521"/>
                  <a:pt x="8410363" y="3255981"/>
                  <a:pt x="8410363" y="3255981"/>
                </a:cubicBezTo>
                <a:lnTo>
                  <a:pt x="8414896" y="3263863"/>
                </a:lnTo>
                <a:cubicBezTo>
                  <a:pt x="8415027" y="3264126"/>
                  <a:pt x="8414896" y="3264716"/>
                  <a:pt x="8414896" y="3264716"/>
                </a:cubicBezTo>
                <a:lnTo>
                  <a:pt x="8410363" y="3272599"/>
                </a:lnTo>
                <a:cubicBezTo>
                  <a:pt x="8410166" y="3272862"/>
                  <a:pt x="8409575" y="3273059"/>
                  <a:pt x="8409575" y="3273059"/>
                </a:cubicBezTo>
                <a:lnTo>
                  <a:pt x="8400511" y="3273059"/>
                </a:lnTo>
                <a:cubicBezTo>
                  <a:pt x="8400184" y="3273059"/>
                  <a:pt x="8399723" y="3272599"/>
                  <a:pt x="8399723" y="3272599"/>
                </a:cubicBezTo>
                <a:lnTo>
                  <a:pt x="8395191" y="3264716"/>
                </a:lnTo>
                <a:cubicBezTo>
                  <a:pt x="8395060" y="3264455"/>
                  <a:pt x="8395191" y="3263863"/>
                  <a:pt x="8395191" y="3263863"/>
                </a:cubicBezTo>
                <a:lnTo>
                  <a:pt x="8399723" y="3255981"/>
                </a:lnTo>
                <a:cubicBezTo>
                  <a:pt x="8399920" y="3255719"/>
                  <a:pt x="8400511" y="3255521"/>
                  <a:pt x="8400511" y="3255521"/>
                </a:cubicBezTo>
                <a:close/>
                <a:moveTo>
                  <a:pt x="8146065" y="3255521"/>
                </a:moveTo>
                <a:lnTo>
                  <a:pt x="8155129" y="3255521"/>
                </a:lnTo>
                <a:cubicBezTo>
                  <a:pt x="8155458" y="3255521"/>
                  <a:pt x="8155917" y="3255981"/>
                  <a:pt x="8155917" y="3255981"/>
                </a:cubicBezTo>
                <a:lnTo>
                  <a:pt x="8160449" y="3263863"/>
                </a:lnTo>
                <a:cubicBezTo>
                  <a:pt x="8160580" y="3264126"/>
                  <a:pt x="8160449" y="3264716"/>
                  <a:pt x="8160449" y="3264716"/>
                </a:cubicBezTo>
                <a:lnTo>
                  <a:pt x="8155917" y="3272599"/>
                </a:lnTo>
                <a:cubicBezTo>
                  <a:pt x="8155719" y="3272862"/>
                  <a:pt x="8155129" y="3273059"/>
                  <a:pt x="8155129" y="3273059"/>
                </a:cubicBezTo>
                <a:lnTo>
                  <a:pt x="8146065" y="3273059"/>
                </a:lnTo>
                <a:cubicBezTo>
                  <a:pt x="8145737" y="3273059"/>
                  <a:pt x="8145277" y="3272599"/>
                  <a:pt x="8145277" y="3272599"/>
                </a:cubicBezTo>
                <a:lnTo>
                  <a:pt x="8140745" y="3264716"/>
                </a:lnTo>
                <a:cubicBezTo>
                  <a:pt x="8140613" y="3264455"/>
                  <a:pt x="8140745" y="3263863"/>
                  <a:pt x="8140745" y="3263863"/>
                </a:cubicBezTo>
                <a:lnTo>
                  <a:pt x="8145277" y="3255981"/>
                </a:lnTo>
                <a:cubicBezTo>
                  <a:pt x="8145474" y="3255719"/>
                  <a:pt x="8146065" y="3255521"/>
                  <a:pt x="8146065" y="3255521"/>
                </a:cubicBezTo>
                <a:close/>
                <a:moveTo>
                  <a:pt x="7891684" y="3255521"/>
                </a:moveTo>
                <a:lnTo>
                  <a:pt x="7900748" y="3255521"/>
                </a:lnTo>
                <a:cubicBezTo>
                  <a:pt x="7901076" y="3255521"/>
                  <a:pt x="7901536" y="3255981"/>
                  <a:pt x="7901536" y="3255981"/>
                </a:cubicBezTo>
                <a:lnTo>
                  <a:pt x="7906067" y="3263863"/>
                </a:lnTo>
                <a:cubicBezTo>
                  <a:pt x="7906199" y="3264126"/>
                  <a:pt x="7906067" y="3264716"/>
                  <a:pt x="7906067" y="3264716"/>
                </a:cubicBezTo>
                <a:lnTo>
                  <a:pt x="7901536" y="3272599"/>
                </a:lnTo>
                <a:cubicBezTo>
                  <a:pt x="7901339" y="3272862"/>
                  <a:pt x="7900748" y="3273059"/>
                  <a:pt x="7900748" y="3273059"/>
                </a:cubicBezTo>
                <a:lnTo>
                  <a:pt x="7891684" y="3273059"/>
                </a:lnTo>
                <a:cubicBezTo>
                  <a:pt x="7891355" y="3273059"/>
                  <a:pt x="7890896" y="3272599"/>
                  <a:pt x="7890896" y="3272599"/>
                </a:cubicBezTo>
                <a:lnTo>
                  <a:pt x="7886363" y="3264716"/>
                </a:lnTo>
                <a:cubicBezTo>
                  <a:pt x="7886233" y="3264455"/>
                  <a:pt x="7886363" y="3263863"/>
                  <a:pt x="7886363" y="3263863"/>
                </a:cubicBezTo>
                <a:lnTo>
                  <a:pt x="7890896" y="3255981"/>
                </a:lnTo>
                <a:cubicBezTo>
                  <a:pt x="7891093" y="3255719"/>
                  <a:pt x="7891684" y="3255521"/>
                  <a:pt x="7891684" y="3255521"/>
                </a:cubicBezTo>
                <a:close/>
                <a:moveTo>
                  <a:pt x="7637304" y="3255521"/>
                </a:moveTo>
                <a:lnTo>
                  <a:pt x="7646367" y="3255521"/>
                </a:lnTo>
                <a:cubicBezTo>
                  <a:pt x="7646696" y="3255521"/>
                  <a:pt x="7647156" y="3255981"/>
                  <a:pt x="7647156" y="3255981"/>
                </a:cubicBezTo>
                <a:lnTo>
                  <a:pt x="7651687" y="3263863"/>
                </a:lnTo>
                <a:cubicBezTo>
                  <a:pt x="7651819" y="3264126"/>
                  <a:pt x="7651687" y="3264716"/>
                  <a:pt x="7651687" y="3264716"/>
                </a:cubicBezTo>
                <a:lnTo>
                  <a:pt x="7647156" y="3272599"/>
                </a:lnTo>
                <a:cubicBezTo>
                  <a:pt x="7646958" y="3272862"/>
                  <a:pt x="7646367" y="3273059"/>
                  <a:pt x="7646367" y="3273059"/>
                </a:cubicBezTo>
                <a:lnTo>
                  <a:pt x="7637304" y="3273059"/>
                </a:lnTo>
                <a:cubicBezTo>
                  <a:pt x="7636975" y="3273059"/>
                  <a:pt x="7636516" y="3272599"/>
                  <a:pt x="7636516" y="3272599"/>
                </a:cubicBezTo>
                <a:lnTo>
                  <a:pt x="7631983" y="3264716"/>
                </a:lnTo>
                <a:cubicBezTo>
                  <a:pt x="7631851" y="3264455"/>
                  <a:pt x="7631983" y="3263863"/>
                  <a:pt x="7631983" y="3263863"/>
                </a:cubicBezTo>
                <a:lnTo>
                  <a:pt x="7636516" y="3255981"/>
                </a:lnTo>
                <a:cubicBezTo>
                  <a:pt x="7636713" y="3255719"/>
                  <a:pt x="7637304" y="3255521"/>
                  <a:pt x="7637304" y="3255521"/>
                </a:cubicBezTo>
                <a:close/>
                <a:moveTo>
                  <a:pt x="7382923" y="3255521"/>
                </a:moveTo>
                <a:lnTo>
                  <a:pt x="7391987" y="3255521"/>
                </a:lnTo>
                <a:cubicBezTo>
                  <a:pt x="7392315" y="3255521"/>
                  <a:pt x="7392775" y="3255981"/>
                  <a:pt x="7392775" y="3255981"/>
                </a:cubicBezTo>
                <a:lnTo>
                  <a:pt x="7397307" y="3263863"/>
                </a:lnTo>
                <a:cubicBezTo>
                  <a:pt x="7397438" y="3264126"/>
                  <a:pt x="7397307" y="3264716"/>
                  <a:pt x="7397307" y="3264716"/>
                </a:cubicBezTo>
                <a:lnTo>
                  <a:pt x="7392775" y="3272599"/>
                </a:lnTo>
                <a:cubicBezTo>
                  <a:pt x="7392578" y="3272862"/>
                  <a:pt x="7391987" y="3273059"/>
                  <a:pt x="7391987" y="3273059"/>
                </a:cubicBezTo>
                <a:lnTo>
                  <a:pt x="7382923" y="3273059"/>
                </a:lnTo>
                <a:cubicBezTo>
                  <a:pt x="7382595" y="3273059"/>
                  <a:pt x="7382135" y="3272599"/>
                  <a:pt x="7382135" y="3272599"/>
                </a:cubicBezTo>
                <a:lnTo>
                  <a:pt x="7377602" y="3264716"/>
                </a:lnTo>
                <a:cubicBezTo>
                  <a:pt x="7377471" y="3264455"/>
                  <a:pt x="7377602" y="3263863"/>
                  <a:pt x="7377602" y="3263863"/>
                </a:cubicBezTo>
                <a:lnTo>
                  <a:pt x="7382135" y="3255981"/>
                </a:lnTo>
                <a:cubicBezTo>
                  <a:pt x="7382331" y="3255719"/>
                  <a:pt x="7382923" y="3255521"/>
                  <a:pt x="7382923" y="3255521"/>
                </a:cubicBezTo>
                <a:close/>
                <a:moveTo>
                  <a:pt x="7128477" y="3255521"/>
                </a:moveTo>
                <a:lnTo>
                  <a:pt x="7137540" y="3255521"/>
                </a:lnTo>
                <a:cubicBezTo>
                  <a:pt x="7137869" y="3255521"/>
                  <a:pt x="7138328" y="3255981"/>
                  <a:pt x="7138328" y="3255981"/>
                </a:cubicBezTo>
                <a:lnTo>
                  <a:pt x="7142860" y="3263863"/>
                </a:lnTo>
                <a:cubicBezTo>
                  <a:pt x="7142992" y="3264126"/>
                  <a:pt x="7142860" y="3264716"/>
                  <a:pt x="7142860" y="3264716"/>
                </a:cubicBezTo>
                <a:lnTo>
                  <a:pt x="7138328" y="3272599"/>
                </a:lnTo>
                <a:cubicBezTo>
                  <a:pt x="7138131" y="3272862"/>
                  <a:pt x="7137540" y="3273059"/>
                  <a:pt x="7137540" y="3273059"/>
                </a:cubicBezTo>
                <a:lnTo>
                  <a:pt x="7128477" y="3273059"/>
                </a:lnTo>
                <a:cubicBezTo>
                  <a:pt x="7128148" y="3273059"/>
                  <a:pt x="7127689" y="3272599"/>
                  <a:pt x="7127689" y="3272599"/>
                </a:cubicBezTo>
                <a:lnTo>
                  <a:pt x="7123156" y="3264716"/>
                </a:lnTo>
                <a:cubicBezTo>
                  <a:pt x="7123024" y="3264455"/>
                  <a:pt x="7123156" y="3263863"/>
                  <a:pt x="7123156" y="3263863"/>
                </a:cubicBezTo>
                <a:lnTo>
                  <a:pt x="7127689" y="3255981"/>
                </a:lnTo>
                <a:cubicBezTo>
                  <a:pt x="7127885" y="3255719"/>
                  <a:pt x="7128477" y="3255521"/>
                  <a:pt x="7128477" y="3255521"/>
                </a:cubicBezTo>
                <a:close/>
                <a:moveTo>
                  <a:pt x="6874095" y="3255521"/>
                </a:moveTo>
                <a:lnTo>
                  <a:pt x="6883159" y="3255521"/>
                </a:lnTo>
                <a:cubicBezTo>
                  <a:pt x="6883488" y="3255521"/>
                  <a:pt x="6883947" y="3255981"/>
                  <a:pt x="6883947" y="3255981"/>
                </a:cubicBezTo>
                <a:lnTo>
                  <a:pt x="6888480" y="3263863"/>
                </a:lnTo>
                <a:cubicBezTo>
                  <a:pt x="6888611" y="3264126"/>
                  <a:pt x="6888480" y="3264716"/>
                  <a:pt x="6888480" y="3264716"/>
                </a:cubicBezTo>
                <a:lnTo>
                  <a:pt x="6883947" y="3272599"/>
                </a:lnTo>
                <a:cubicBezTo>
                  <a:pt x="6883751" y="3272862"/>
                  <a:pt x="6883159" y="3273059"/>
                  <a:pt x="6883159" y="3273059"/>
                </a:cubicBezTo>
                <a:lnTo>
                  <a:pt x="6874095" y="3273059"/>
                </a:lnTo>
                <a:cubicBezTo>
                  <a:pt x="6873768" y="3273059"/>
                  <a:pt x="6873307" y="3272599"/>
                  <a:pt x="6873307" y="3272599"/>
                </a:cubicBezTo>
                <a:lnTo>
                  <a:pt x="6868775" y="3264716"/>
                </a:lnTo>
                <a:cubicBezTo>
                  <a:pt x="6868644" y="3264455"/>
                  <a:pt x="6868775" y="3263863"/>
                  <a:pt x="6868775" y="3263863"/>
                </a:cubicBezTo>
                <a:lnTo>
                  <a:pt x="6873307" y="3255981"/>
                </a:lnTo>
                <a:cubicBezTo>
                  <a:pt x="6873504" y="3255719"/>
                  <a:pt x="6874095" y="3255521"/>
                  <a:pt x="6874095" y="3255521"/>
                </a:cubicBezTo>
                <a:close/>
                <a:moveTo>
                  <a:pt x="6619714" y="3255521"/>
                </a:moveTo>
                <a:lnTo>
                  <a:pt x="6628778" y="3255521"/>
                </a:lnTo>
                <a:cubicBezTo>
                  <a:pt x="6629107" y="3255521"/>
                  <a:pt x="6629566" y="3255981"/>
                  <a:pt x="6629566" y="3255981"/>
                </a:cubicBezTo>
                <a:lnTo>
                  <a:pt x="6634099" y="3263863"/>
                </a:lnTo>
                <a:cubicBezTo>
                  <a:pt x="6634230" y="3264126"/>
                  <a:pt x="6634099" y="3264716"/>
                  <a:pt x="6634099" y="3264716"/>
                </a:cubicBezTo>
                <a:lnTo>
                  <a:pt x="6629566" y="3272599"/>
                </a:lnTo>
                <a:cubicBezTo>
                  <a:pt x="6629369" y="3272862"/>
                  <a:pt x="6628778" y="3273059"/>
                  <a:pt x="6628778" y="3273059"/>
                </a:cubicBezTo>
                <a:lnTo>
                  <a:pt x="6619714" y="3273059"/>
                </a:lnTo>
                <a:cubicBezTo>
                  <a:pt x="6619387" y="3273059"/>
                  <a:pt x="6618926" y="3272599"/>
                  <a:pt x="6618926" y="3272599"/>
                </a:cubicBezTo>
                <a:lnTo>
                  <a:pt x="6614394" y="3264716"/>
                </a:lnTo>
                <a:cubicBezTo>
                  <a:pt x="6614263" y="3264455"/>
                  <a:pt x="6614394" y="3263863"/>
                  <a:pt x="6614394" y="3263863"/>
                </a:cubicBezTo>
                <a:lnTo>
                  <a:pt x="6618926" y="3255981"/>
                </a:lnTo>
                <a:cubicBezTo>
                  <a:pt x="6619123" y="3255719"/>
                  <a:pt x="6619714" y="3255521"/>
                  <a:pt x="6619714" y="3255521"/>
                </a:cubicBezTo>
                <a:close/>
                <a:moveTo>
                  <a:pt x="6365334" y="3255521"/>
                </a:moveTo>
                <a:lnTo>
                  <a:pt x="6374397" y="3255521"/>
                </a:lnTo>
                <a:cubicBezTo>
                  <a:pt x="6374727" y="3255521"/>
                  <a:pt x="6375186" y="3255981"/>
                  <a:pt x="6375186" y="3255981"/>
                </a:cubicBezTo>
                <a:lnTo>
                  <a:pt x="6379718" y="3263863"/>
                </a:lnTo>
                <a:cubicBezTo>
                  <a:pt x="6379849" y="3264126"/>
                  <a:pt x="6379718" y="3264716"/>
                  <a:pt x="6379718" y="3264716"/>
                </a:cubicBezTo>
                <a:lnTo>
                  <a:pt x="6375186" y="3272599"/>
                </a:lnTo>
                <a:cubicBezTo>
                  <a:pt x="6374988" y="3272862"/>
                  <a:pt x="6374397" y="3273059"/>
                  <a:pt x="6374397" y="3273059"/>
                </a:cubicBezTo>
                <a:lnTo>
                  <a:pt x="6365334" y="3273059"/>
                </a:lnTo>
                <a:cubicBezTo>
                  <a:pt x="6365005" y="3273059"/>
                  <a:pt x="6364546" y="3272599"/>
                  <a:pt x="6364546" y="3272599"/>
                </a:cubicBezTo>
                <a:lnTo>
                  <a:pt x="6360014" y="3264716"/>
                </a:lnTo>
                <a:cubicBezTo>
                  <a:pt x="6359882" y="3264455"/>
                  <a:pt x="6360014" y="3263863"/>
                  <a:pt x="6360014" y="3263863"/>
                </a:cubicBezTo>
                <a:lnTo>
                  <a:pt x="6364546" y="3255981"/>
                </a:lnTo>
                <a:cubicBezTo>
                  <a:pt x="6364743" y="3255719"/>
                  <a:pt x="6365334" y="3255521"/>
                  <a:pt x="6365334" y="3255521"/>
                </a:cubicBezTo>
                <a:close/>
                <a:moveTo>
                  <a:pt x="6110888" y="3255521"/>
                </a:moveTo>
                <a:lnTo>
                  <a:pt x="6119953" y="3255521"/>
                </a:lnTo>
                <a:cubicBezTo>
                  <a:pt x="6120280" y="3255521"/>
                  <a:pt x="6120740" y="3255981"/>
                  <a:pt x="6120740" y="3255981"/>
                </a:cubicBezTo>
                <a:lnTo>
                  <a:pt x="6125272" y="3263863"/>
                </a:lnTo>
                <a:cubicBezTo>
                  <a:pt x="6125403" y="3264126"/>
                  <a:pt x="6125272" y="3264716"/>
                  <a:pt x="6125272" y="3264716"/>
                </a:cubicBezTo>
                <a:lnTo>
                  <a:pt x="6120740" y="3272599"/>
                </a:lnTo>
                <a:cubicBezTo>
                  <a:pt x="6120543" y="3272862"/>
                  <a:pt x="6119953" y="3273059"/>
                  <a:pt x="6119953" y="3273059"/>
                </a:cubicBezTo>
                <a:lnTo>
                  <a:pt x="6110888" y="3273059"/>
                </a:lnTo>
                <a:cubicBezTo>
                  <a:pt x="6110560" y="3273059"/>
                  <a:pt x="6110101" y="3272599"/>
                  <a:pt x="6110101" y="3272599"/>
                </a:cubicBezTo>
                <a:lnTo>
                  <a:pt x="6105567" y="3264716"/>
                </a:lnTo>
                <a:cubicBezTo>
                  <a:pt x="6105436" y="3264455"/>
                  <a:pt x="6105567" y="3263863"/>
                  <a:pt x="6105567" y="3263863"/>
                </a:cubicBezTo>
                <a:lnTo>
                  <a:pt x="6110101" y="3255981"/>
                </a:lnTo>
                <a:cubicBezTo>
                  <a:pt x="6110296" y="3255719"/>
                  <a:pt x="6110888" y="3255521"/>
                  <a:pt x="6110888" y="3255521"/>
                </a:cubicBezTo>
                <a:close/>
                <a:moveTo>
                  <a:pt x="5856508" y="3255521"/>
                </a:moveTo>
                <a:lnTo>
                  <a:pt x="5865571" y="3255521"/>
                </a:lnTo>
                <a:cubicBezTo>
                  <a:pt x="5865900" y="3255521"/>
                  <a:pt x="5866359" y="3255981"/>
                  <a:pt x="5866359" y="3255981"/>
                </a:cubicBezTo>
                <a:lnTo>
                  <a:pt x="5870891" y="3263863"/>
                </a:lnTo>
                <a:cubicBezTo>
                  <a:pt x="5871023" y="3264126"/>
                  <a:pt x="5870891" y="3264716"/>
                  <a:pt x="5870891" y="3264716"/>
                </a:cubicBezTo>
                <a:lnTo>
                  <a:pt x="5866359" y="3272599"/>
                </a:lnTo>
                <a:cubicBezTo>
                  <a:pt x="5866163" y="3272862"/>
                  <a:pt x="5865571" y="3273059"/>
                  <a:pt x="5865571" y="3273059"/>
                </a:cubicBezTo>
                <a:lnTo>
                  <a:pt x="5856508" y="3273059"/>
                </a:lnTo>
                <a:cubicBezTo>
                  <a:pt x="5856178" y="3273059"/>
                  <a:pt x="5855720" y="3272599"/>
                  <a:pt x="5855720" y="3272599"/>
                </a:cubicBezTo>
                <a:lnTo>
                  <a:pt x="5851187" y="3264716"/>
                </a:lnTo>
                <a:cubicBezTo>
                  <a:pt x="5851055" y="3264455"/>
                  <a:pt x="5851187" y="3263863"/>
                  <a:pt x="5851187" y="3263863"/>
                </a:cubicBezTo>
                <a:lnTo>
                  <a:pt x="5855720" y="3255981"/>
                </a:lnTo>
                <a:cubicBezTo>
                  <a:pt x="5855916" y="3255719"/>
                  <a:pt x="5856508" y="3255521"/>
                  <a:pt x="5856508" y="3255521"/>
                </a:cubicBezTo>
                <a:close/>
                <a:moveTo>
                  <a:pt x="5602126" y="3255521"/>
                </a:moveTo>
                <a:lnTo>
                  <a:pt x="5611191" y="3255521"/>
                </a:lnTo>
                <a:cubicBezTo>
                  <a:pt x="5611519" y="3255521"/>
                  <a:pt x="5611979" y="3255981"/>
                  <a:pt x="5611979" y="3255981"/>
                </a:cubicBezTo>
                <a:lnTo>
                  <a:pt x="5616511" y="3263863"/>
                </a:lnTo>
                <a:cubicBezTo>
                  <a:pt x="5616642" y="3264126"/>
                  <a:pt x="5616511" y="3264716"/>
                  <a:pt x="5616511" y="3264716"/>
                </a:cubicBezTo>
                <a:lnTo>
                  <a:pt x="5611979" y="3272599"/>
                </a:lnTo>
                <a:cubicBezTo>
                  <a:pt x="5611782" y="3272862"/>
                  <a:pt x="5611191" y="3273059"/>
                  <a:pt x="5611191" y="3273059"/>
                </a:cubicBezTo>
                <a:lnTo>
                  <a:pt x="5602126" y="3273059"/>
                </a:lnTo>
                <a:cubicBezTo>
                  <a:pt x="5601798" y="3273059"/>
                  <a:pt x="5601338" y="3272599"/>
                  <a:pt x="5601338" y="3272599"/>
                </a:cubicBezTo>
                <a:lnTo>
                  <a:pt x="5596807" y="3264716"/>
                </a:lnTo>
                <a:cubicBezTo>
                  <a:pt x="5596675" y="3264455"/>
                  <a:pt x="5596807" y="3263863"/>
                  <a:pt x="5596807" y="3263863"/>
                </a:cubicBezTo>
                <a:lnTo>
                  <a:pt x="5601338" y="3255981"/>
                </a:lnTo>
                <a:cubicBezTo>
                  <a:pt x="5601536" y="3255719"/>
                  <a:pt x="5602126" y="3255521"/>
                  <a:pt x="5602126" y="3255521"/>
                </a:cubicBezTo>
                <a:close/>
                <a:moveTo>
                  <a:pt x="5347746" y="3255521"/>
                </a:moveTo>
                <a:lnTo>
                  <a:pt x="5356810" y="3255521"/>
                </a:lnTo>
                <a:cubicBezTo>
                  <a:pt x="5357138" y="3255521"/>
                  <a:pt x="5357598" y="3255981"/>
                  <a:pt x="5357598" y="3255981"/>
                </a:cubicBezTo>
                <a:lnTo>
                  <a:pt x="5362130" y="3263863"/>
                </a:lnTo>
                <a:cubicBezTo>
                  <a:pt x="5362261" y="3264126"/>
                  <a:pt x="5362130" y="3264716"/>
                  <a:pt x="5362130" y="3264716"/>
                </a:cubicBezTo>
                <a:lnTo>
                  <a:pt x="5357598" y="3272599"/>
                </a:lnTo>
                <a:cubicBezTo>
                  <a:pt x="5357401" y="3272862"/>
                  <a:pt x="5356810" y="3273059"/>
                  <a:pt x="5356810" y="3273059"/>
                </a:cubicBezTo>
                <a:lnTo>
                  <a:pt x="5347746" y="3273059"/>
                </a:lnTo>
                <a:cubicBezTo>
                  <a:pt x="5347418" y="3273059"/>
                  <a:pt x="5346958" y="3272599"/>
                  <a:pt x="5346958" y="3272599"/>
                </a:cubicBezTo>
                <a:lnTo>
                  <a:pt x="5342425" y="3264716"/>
                </a:lnTo>
                <a:cubicBezTo>
                  <a:pt x="5342295" y="3264455"/>
                  <a:pt x="5342425" y="3263863"/>
                  <a:pt x="5342425" y="3263863"/>
                </a:cubicBezTo>
                <a:lnTo>
                  <a:pt x="5346958" y="3255981"/>
                </a:lnTo>
                <a:cubicBezTo>
                  <a:pt x="5347154" y="3255719"/>
                  <a:pt x="5347746" y="3255521"/>
                  <a:pt x="5347746" y="3255521"/>
                </a:cubicBezTo>
                <a:close/>
                <a:moveTo>
                  <a:pt x="5093300" y="3255521"/>
                </a:moveTo>
                <a:lnTo>
                  <a:pt x="5102364" y="3255521"/>
                </a:lnTo>
                <a:cubicBezTo>
                  <a:pt x="5102693" y="3255521"/>
                  <a:pt x="5103153" y="3255981"/>
                  <a:pt x="5103153" y="3255981"/>
                </a:cubicBezTo>
                <a:lnTo>
                  <a:pt x="5107684" y="3263863"/>
                </a:lnTo>
                <a:cubicBezTo>
                  <a:pt x="5107815" y="3264126"/>
                  <a:pt x="5107684" y="3264716"/>
                  <a:pt x="5107684" y="3264716"/>
                </a:cubicBezTo>
                <a:lnTo>
                  <a:pt x="5103153" y="3272599"/>
                </a:lnTo>
                <a:cubicBezTo>
                  <a:pt x="5102955" y="3272862"/>
                  <a:pt x="5102364" y="3273059"/>
                  <a:pt x="5102364" y="3273059"/>
                </a:cubicBezTo>
                <a:lnTo>
                  <a:pt x="5093300" y="3273059"/>
                </a:lnTo>
                <a:cubicBezTo>
                  <a:pt x="5092972" y="3273059"/>
                  <a:pt x="5092512" y="3272599"/>
                  <a:pt x="5092512" y="3272599"/>
                </a:cubicBezTo>
                <a:lnTo>
                  <a:pt x="5087979" y="3264716"/>
                </a:lnTo>
                <a:cubicBezTo>
                  <a:pt x="5087848" y="3264455"/>
                  <a:pt x="5087979" y="3263863"/>
                  <a:pt x="5087979" y="3263863"/>
                </a:cubicBezTo>
                <a:lnTo>
                  <a:pt x="5092512" y="3255981"/>
                </a:lnTo>
                <a:cubicBezTo>
                  <a:pt x="5092708" y="3255719"/>
                  <a:pt x="5093300" y="3255521"/>
                  <a:pt x="5093300" y="3255521"/>
                </a:cubicBezTo>
                <a:close/>
                <a:moveTo>
                  <a:pt x="4838919" y="3255521"/>
                </a:moveTo>
                <a:lnTo>
                  <a:pt x="4847982" y="3255521"/>
                </a:lnTo>
                <a:cubicBezTo>
                  <a:pt x="4848311" y="3255521"/>
                  <a:pt x="4848772" y="3255981"/>
                  <a:pt x="4848772" y="3255981"/>
                </a:cubicBezTo>
                <a:lnTo>
                  <a:pt x="4853303" y="3263863"/>
                </a:lnTo>
                <a:cubicBezTo>
                  <a:pt x="4853435" y="3264126"/>
                  <a:pt x="4853303" y="3264716"/>
                  <a:pt x="4853303" y="3264716"/>
                </a:cubicBezTo>
                <a:lnTo>
                  <a:pt x="4848772" y="3272599"/>
                </a:lnTo>
                <a:cubicBezTo>
                  <a:pt x="4848575" y="3272862"/>
                  <a:pt x="4847982" y="3273059"/>
                  <a:pt x="4847982" y="3273059"/>
                </a:cubicBezTo>
                <a:lnTo>
                  <a:pt x="4838919" y="3273059"/>
                </a:lnTo>
                <a:cubicBezTo>
                  <a:pt x="4838590" y="3273059"/>
                  <a:pt x="4838132" y="3272599"/>
                  <a:pt x="4838132" y="3272599"/>
                </a:cubicBezTo>
                <a:lnTo>
                  <a:pt x="4833598" y="3264716"/>
                </a:lnTo>
                <a:cubicBezTo>
                  <a:pt x="4833467" y="3264455"/>
                  <a:pt x="4833598" y="3263863"/>
                  <a:pt x="4833598" y="3263863"/>
                </a:cubicBezTo>
                <a:lnTo>
                  <a:pt x="4838132" y="3255981"/>
                </a:lnTo>
                <a:cubicBezTo>
                  <a:pt x="4838328" y="3255719"/>
                  <a:pt x="4838919" y="3255521"/>
                  <a:pt x="4838919" y="3255521"/>
                </a:cubicBezTo>
                <a:close/>
                <a:moveTo>
                  <a:pt x="4584538" y="3255521"/>
                </a:moveTo>
                <a:lnTo>
                  <a:pt x="4593603" y="3255521"/>
                </a:lnTo>
                <a:cubicBezTo>
                  <a:pt x="4593932" y="3255521"/>
                  <a:pt x="4594390" y="3255981"/>
                  <a:pt x="4594390" y="3255981"/>
                </a:cubicBezTo>
                <a:lnTo>
                  <a:pt x="4598922" y="3263863"/>
                </a:lnTo>
                <a:cubicBezTo>
                  <a:pt x="4599054" y="3264126"/>
                  <a:pt x="4598922" y="3264716"/>
                  <a:pt x="4598922" y="3264716"/>
                </a:cubicBezTo>
                <a:lnTo>
                  <a:pt x="4594390" y="3272599"/>
                </a:lnTo>
                <a:cubicBezTo>
                  <a:pt x="4594193" y="3272862"/>
                  <a:pt x="4593603" y="3273059"/>
                  <a:pt x="4593603" y="3273059"/>
                </a:cubicBezTo>
                <a:lnTo>
                  <a:pt x="4584538" y="3273059"/>
                </a:lnTo>
                <a:cubicBezTo>
                  <a:pt x="4584210" y="3273059"/>
                  <a:pt x="4583749" y="3272599"/>
                  <a:pt x="4583749" y="3272599"/>
                </a:cubicBezTo>
                <a:lnTo>
                  <a:pt x="4579218" y="3264716"/>
                </a:lnTo>
                <a:cubicBezTo>
                  <a:pt x="4579087" y="3264455"/>
                  <a:pt x="4579218" y="3263863"/>
                  <a:pt x="4579218" y="3263863"/>
                </a:cubicBezTo>
                <a:lnTo>
                  <a:pt x="4583749" y="3255981"/>
                </a:lnTo>
                <a:cubicBezTo>
                  <a:pt x="4583948" y="3255719"/>
                  <a:pt x="4584538" y="3255521"/>
                  <a:pt x="4584538" y="3255521"/>
                </a:cubicBezTo>
                <a:close/>
                <a:moveTo>
                  <a:pt x="4330157" y="3255521"/>
                </a:moveTo>
                <a:lnTo>
                  <a:pt x="4339222" y="3255521"/>
                </a:lnTo>
                <a:cubicBezTo>
                  <a:pt x="4339550" y="3255521"/>
                  <a:pt x="4340010" y="3255981"/>
                  <a:pt x="4340010" y="3255981"/>
                </a:cubicBezTo>
                <a:lnTo>
                  <a:pt x="4344540" y="3263863"/>
                </a:lnTo>
                <a:cubicBezTo>
                  <a:pt x="4344672" y="3264126"/>
                  <a:pt x="4344540" y="3264716"/>
                  <a:pt x="4344540" y="3264716"/>
                </a:cubicBezTo>
                <a:lnTo>
                  <a:pt x="4340010" y="3272599"/>
                </a:lnTo>
                <a:cubicBezTo>
                  <a:pt x="4339812" y="3272862"/>
                  <a:pt x="4339222" y="3273059"/>
                  <a:pt x="4339222" y="3273059"/>
                </a:cubicBezTo>
                <a:lnTo>
                  <a:pt x="4330157" y="3273059"/>
                </a:lnTo>
                <a:cubicBezTo>
                  <a:pt x="4329829" y="3273059"/>
                  <a:pt x="4329369" y="3272599"/>
                  <a:pt x="4329369" y="3272599"/>
                </a:cubicBezTo>
                <a:lnTo>
                  <a:pt x="4324836" y="3264716"/>
                </a:lnTo>
                <a:cubicBezTo>
                  <a:pt x="4324706" y="3264455"/>
                  <a:pt x="4324836" y="3263863"/>
                  <a:pt x="4324836" y="3263863"/>
                </a:cubicBezTo>
                <a:lnTo>
                  <a:pt x="4329369" y="3255981"/>
                </a:lnTo>
                <a:cubicBezTo>
                  <a:pt x="4329565" y="3255719"/>
                  <a:pt x="4330157" y="3255521"/>
                  <a:pt x="4330157" y="3255521"/>
                </a:cubicBezTo>
                <a:close/>
                <a:moveTo>
                  <a:pt x="4075825" y="3255521"/>
                </a:moveTo>
                <a:lnTo>
                  <a:pt x="4084889" y="3255521"/>
                </a:lnTo>
                <a:cubicBezTo>
                  <a:pt x="4085217" y="3255521"/>
                  <a:pt x="4085677" y="3255981"/>
                  <a:pt x="4085677" y="3255981"/>
                </a:cubicBezTo>
                <a:lnTo>
                  <a:pt x="4090210" y="3263863"/>
                </a:lnTo>
                <a:cubicBezTo>
                  <a:pt x="4090341" y="3264126"/>
                  <a:pt x="4090210" y="3264716"/>
                  <a:pt x="4090210" y="3264716"/>
                </a:cubicBezTo>
                <a:lnTo>
                  <a:pt x="4085677" y="3272599"/>
                </a:lnTo>
                <a:cubicBezTo>
                  <a:pt x="4085479" y="3272862"/>
                  <a:pt x="4084889" y="3273059"/>
                  <a:pt x="4084889" y="3273059"/>
                </a:cubicBezTo>
                <a:lnTo>
                  <a:pt x="4075825" y="3273059"/>
                </a:lnTo>
                <a:cubicBezTo>
                  <a:pt x="4075499" y="3273059"/>
                  <a:pt x="4075038" y="3272599"/>
                  <a:pt x="4075038" y="3272599"/>
                </a:cubicBezTo>
                <a:lnTo>
                  <a:pt x="4070503" y="3264716"/>
                </a:lnTo>
                <a:cubicBezTo>
                  <a:pt x="4070372" y="3264455"/>
                  <a:pt x="4070503" y="3263863"/>
                  <a:pt x="4070503" y="3263863"/>
                </a:cubicBezTo>
                <a:lnTo>
                  <a:pt x="4075038" y="3255981"/>
                </a:lnTo>
                <a:cubicBezTo>
                  <a:pt x="4075234" y="3255719"/>
                  <a:pt x="4075825" y="3255521"/>
                  <a:pt x="4075825" y="3255521"/>
                </a:cubicBezTo>
                <a:close/>
                <a:moveTo>
                  <a:pt x="3821617" y="3255521"/>
                </a:moveTo>
                <a:lnTo>
                  <a:pt x="3830678" y="3255521"/>
                </a:lnTo>
                <a:cubicBezTo>
                  <a:pt x="3831006" y="3255521"/>
                  <a:pt x="3831467" y="3255981"/>
                  <a:pt x="3831467" y="3255981"/>
                </a:cubicBezTo>
                <a:lnTo>
                  <a:pt x="3836001" y="3263863"/>
                </a:lnTo>
                <a:cubicBezTo>
                  <a:pt x="3836134" y="3264126"/>
                  <a:pt x="3836001" y="3264716"/>
                  <a:pt x="3836001" y="3264716"/>
                </a:cubicBezTo>
                <a:lnTo>
                  <a:pt x="3831467" y="3272599"/>
                </a:lnTo>
                <a:cubicBezTo>
                  <a:pt x="3831271" y="3272862"/>
                  <a:pt x="3830678" y="3273059"/>
                  <a:pt x="3830678" y="3273059"/>
                </a:cubicBezTo>
                <a:lnTo>
                  <a:pt x="3821617" y="3273059"/>
                </a:lnTo>
                <a:cubicBezTo>
                  <a:pt x="3821286" y="3273059"/>
                  <a:pt x="3820826" y="3272599"/>
                  <a:pt x="3820826" y="3272599"/>
                </a:cubicBezTo>
                <a:lnTo>
                  <a:pt x="3816294" y="3264716"/>
                </a:lnTo>
                <a:cubicBezTo>
                  <a:pt x="3816163" y="3264455"/>
                  <a:pt x="3816294" y="3263863"/>
                  <a:pt x="3816294" y="3263863"/>
                </a:cubicBezTo>
                <a:lnTo>
                  <a:pt x="3820826" y="3255981"/>
                </a:lnTo>
                <a:cubicBezTo>
                  <a:pt x="3821024" y="3255719"/>
                  <a:pt x="3821617" y="3255521"/>
                  <a:pt x="3821617" y="3255521"/>
                </a:cubicBezTo>
                <a:close/>
                <a:moveTo>
                  <a:pt x="3566958" y="3255521"/>
                </a:moveTo>
                <a:lnTo>
                  <a:pt x="3576023" y="3255521"/>
                </a:lnTo>
                <a:cubicBezTo>
                  <a:pt x="3576351" y="3255521"/>
                  <a:pt x="3576811" y="3255981"/>
                  <a:pt x="3576811" y="3255981"/>
                </a:cubicBezTo>
                <a:lnTo>
                  <a:pt x="3581342" y="3263863"/>
                </a:lnTo>
                <a:cubicBezTo>
                  <a:pt x="3581473" y="3264126"/>
                  <a:pt x="3581342" y="3264716"/>
                  <a:pt x="3581342" y="3264716"/>
                </a:cubicBezTo>
                <a:lnTo>
                  <a:pt x="3576811" y="3272599"/>
                </a:lnTo>
                <a:cubicBezTo>
                  <a:pt x="3576614" y="3272862"/>
                  <a:pt x="3576023" y="3273059"/>
                  <a:pt x="3576023" y="3273059"/>
                </a:cubicBezTo>
                <a:lnTo>
                  <a:pt x="3566958" y="3273059"/>
                </a:lnTo>
                <a:cubicBezTo>
                  <a:pt x="3566630" y="3273059"/>
                  <a:pt x="3566170" y="3272599"/>
                  <a:pt x="3566170" y="3272599"/>
                </a:cubicBezTo>
                <a:lnTo>
                  <a:pt x="3561638" y="3264716"/>
                </a:lnTo>
                <a:cubicBezTo>
                  <a:pt x="3561507" y="3264455"/>
                  <a:pt x="3561638" y="3263863"/>
                  <a:pt x="3561638" y="3263863"/>
                </a:cubicBezTo>
                <a:lnTo>
                  <a:pt x="3566170" y="3255981"/>
                </a:lnTo>
                <a:cubicBezTo>
                  <a:pt x="3566367" y="3255719"/>
                  <a:pt x="3566958" y="3255521"/>
                  <a:pt x="3566958" y="3255521"/>
                </a:cubicBezTo>
                <a:close/>
                <a:moveTo>
                  <a:pt x="3312606" y="3255521"/>
                </a:moveTo>
                <a:lnTo>
                  <a:pt x="3321670" y="3255521"/>
                </a:lnTo>
                <a:cubicBezTo>
                  <a:pt x="3321998" y="3255521"/>
                  <a:pt x="3322458" y="3255981"/>
                  <a:pt x="3322458" y="3255981"/>
                </a:cubicBezTo>
                <a:lnTo>
                  <a:pt x="3326989" y="3263863"/>
                </a:lnTo>
                <a:cubicBezTo>
                  <a:pt x="3327121" y="3264126"/>
                  <a:pt x="3326989" y="3264716"/>
                  <a:pt x="3326989" y="3264716"/>
                </a:cubicBezTo>
                <a:lnTo>
                  <a:pt x="3322458" y="3272599"/>
                </a:lnTo>
                <a:cubicBezTo>
                  <a:pt x="3322261" y="3272862"/>
                  <a:pt x="3321670" y="3273059"/>
                  <a:pt x="3321670" y="3273059"/>
                </a:cubicBezTo>
                <a:lnTo>
                  <a:pt x="3312606" y="3273059"/>
                </a:lnTo>
                <a:cubicBezTo>
                  <a:pt x="3312276" y="3273059"/>
                  <a:pt x="3311818" y="3272599"/>
                  <a:pt x="3311818" y="3272599"/>
                </a:cubicBezTo>
                <a:lnTo>
                  <a:pt x="3307285" y="3264716"/>
                </a:lnTo>
                <a:cubicBezTo>
                  <a:pt x="3307154" y="3264455"/>
                  <a:pt x="3307285" y="3263863"/>
                  <a:pt x="3307285" y="3263863"/>
                </a:cubicBezTo>
                <a:lnTo>
                  <a:pt x="3311818" y="3255981"/>
                </a:lnTo>
                <a:cubicBezTo>
                  <a:pt x="3312014" y="3255719"/>
                  <a:pt x="3312606" y="3255521"/>
                  <a:pt x="3312606" y="3255521"/>
                </a:cubicBezTo>
                <a:close/>
                <a:moveTo>
                  <a:pt x="3058220" y="3255521"/>
                </a:moveTo>
                <a:lnTo>
                  <a:pt x="3067285" y="3255521"/>
                </a:lnTo>
                <a:cubicBezTo>
                  <a:pt x="3067613" y="3255521"/>
                  <a:pt x="3068072" y="3255981"/>
                  <a:pt x="3068072" y="3255981"/>
                </a:cubicBezTo>
                <a:lnTo>
                  <a:pt x="3072604" y="3263863"/>
                </a:lnTo>
                <a:cubicBezTo>
                  <a:pt x="3072736" y="3264126"/>
                  <a:pt x="3072604" y="3264716"/>
                  <a:pt x="3072604" y="3264716"/>
                </a:cubicBezTo>
                <a:lnTo>
                  <a:pt x="3068072" y="3272599"/>
                </a:lnTo>
                <a:cubicBezTo>
                  <a:pt x="3067876" y="3272862"/>
                  <a:pt x="3067285" y="3273059"/>
                  <a:pt x="3067285" y="3273059"/>
                </a:cubicBezTo>
                <a:lnTo>
                  <a:pt x="3058220" y="3273059"/>
                </a:lnTo>
                <a:cubicBezTo>
                  <a:pt x="3057891" y="3273059"/>
                  <a:pt x="3057432" y="3272599"/>
                  <a:pt x="3057432" y="3272599"/>
                </a:cubicBezTo>
                <a:lnTo>
                  <a:pt x="3052900" y="3264716"/>
                </a:lnTo>
                <a:cubicBezTo>
                  <a:pt x="3052768" y="3264455"/>
                  <a:pt x="3052900" y="3263863"/>
                  <a:pt x="3052900" y="3263863"/>
                </a:cubicBezTo>
                <a:lnTo>
                  <a:pt x="3057432" y="3255981"/>
                </a:lnTo>
                <a:cubicBezTo>
                  <a:pt x="3057631" y="3255719"/>
                  <a:pt x="3058220" y="3255521"/>
                  <a:pt x="3058220" y="3255521"/>
                </a:cubicBezTo>
                <a:close/>
                <a:moveTo>
                  <a:pt x="2803911" y="3255521"/>
                </a:moveTo>
                <a:lnTo>
                  <a:pt x="2812976" y="3255521"/>
                </a:lnTo>
                <a:cubicBezTo>
                  <a:pt x="2813304" y="3255521"/>
                  <a:pt x="2813764" y="3255981"/>
                  <a:pt x="2813764" y="3255981"/>
                </a:cubicBezTo>
                <a:lnTo>
                  <a:pt x="2818296" y="3263863"/>
                </a:lnTo>
                <a:cubicBezTo>
                  <a:pt x="2818428" y="3264126"/>
                  <a:pt x="2818296" y="3264716"/>
                  <a:pt x="2818296" y="3264716"/>
                </a:cubicBezTo>
                <a:lnTo>
                  <a:pt x="2813764" y="3272599"/>
                </a:lnTo>
                <a:cubicBezTo>
                  <a:pt x="2813567" y="3272862"/>
                  <a:pt x="2812976" y="3273059"/>
                  <a:pt x="2812976" y="3273059"/>
                </a:cubicBezTo>
                <a:lnTo>
                  <a:pt x="2803911" y="3273059"/>
                </a:lnTo>
                <a:cubicBezTo>
                  <a:pt x="2803583" y="3273059"/>
                  <a:pt x="2803123" y="3272599"/>
                  <a:pt x="2803123" y="3272599"/>
                </a:cubicBezTo>
                <a:lnTo>
                  <a:pt x="2798591" y="3264716"/>
                </a:lnTo>
                <a:cubicBezTo>
                  <a:pt x="2798460" y="3264455"/>
                  <a:pt x="2798591" y="3263863"/>
                  <a:pt x="2798591" y="3263863"/>
                </a:cubicBezTo>
                <a:lnTo>
                  <a:pt x="2803123" y="3255981"/>
                </a:lnTo>
                <a:cubicBezTo>
                  <a:pt x="2803320" y="3255719"/>
                  <a:pt x="2803911" y="3255521"/>
                  <a:pt x="2803911" y="3255521"/>
                </a:cubicBezTo>
                <a:close/>
                <a:moveTo>
                  <a:pt x="2549529" y="3255521"/>
                </a:moveTo>
                <a:lnTo>
                  <a:pt x="2558594" y="3255521"/>
                </a:lnTo>
                <a:cubicBezTo>
                  <a:pt x="2558923" y="3255521"/>
                  <a:pt x="2559382" y="3255981"/>
                  <a:pt x="2559382" y="3255981"/>
                </a:cubicBezTo>
                <a:lnTo>
                  <a:pt x="2563914" y="3263863"/>
                </a:lnTo>
                <a:cubicBezTo>
                  <a:pt x="2564046" y="3264126"/>
                  <a:pt x="2563914" y="3264716"/>
                  <a:pt x="2563914" y="3264716"/>
                </a:cubicBezTo>
                <a:lnTo>
                  <a:pt x="2559382" y="3272599"/>
                </a:lnTo>
                <a:cubicBezTo>
                  <a:pt x="2559185" y="3272862"/>
                  <a:pt x="2558594" y="3273059"/>
                  <a:pt x="2558594" y="3273059"/>
                </a:cubicBezTo>
                <a:lnTo>
                  <a:pt x="2549529" y="3273059"/>
                </a:lnTo>
                <a:cubicBezTo>
                  <a:pt x="2549201" y="3273059"/>
                  <a:pt x="2548740" y="3272599"/>
                  <a:pt x="2548740" y="3272599"/>
                </a:cubicBezTo>
                <a:lnTo>
                  <a:pt x="2544210" y="3264716"/>
                </a:lnTo>
                <a:cubicBezTo>
                  <a:pt x="2544078" y="3264455"/>
                  <a:pt x="2544210" y="3263863"/>
                  <a:pt x="2544210" y="3263863"/>
                </a:cubicBezTo>
                <a:lnTo>
                  <a:pt x="2548740" y="3255981"/>
                </a:lnTo>
                <a:cubicBezTo>
                  <a:pt x="2548937" y="3255719"/>
                  <a:pt x="2549529" y="3255521"/>
                  <a:pt x="2549529" y="3255521"/>
                </a:cubicBezTo>
                <a:close/>
                <a:moveTo>
                  <a:pt x="2295036" y="3255521"/>
                </a:moveTo>
                <a:lnTo>
                  <a:pt x="2304101" y="3255521"/>
                </a:lnTo>
                <a:cubicBezTo>
                  <a:pt x="2304429" y="3255521"/>
                  <a:pt x="2304889" y="3255981"/>
                  <a:pt x="2304889" y="3255981"/>
                </a:cubicBezTo>
                <a:lnTo>
                  <a:pt x="2309419" y="3263863"/>
                </a:lnTo>
                <a:cubicBezTo>
                  <a:pt x="2309551" y="3264126"/>
                  <a:pt x="2309419" y="3264716"/>
                  <a:pt x="2309419" y="3264716"/>
                </a:cubicBezTo>
                <a:lnTo>
                  <a:pt x="2304889" y="3272599"/>
                </a:lnTo>
                <a:cubicBezTo>
                  <a:pt x="2304692" y="3272862"/>
                  <a:pt x="2304101" y="3273059"/>
                  <a:pt x="2304101" y="3273059"/>
                </a:cubicBezTo>
                <a:lnTo>
                  <a:pt x="2295036" y="3273059"/>
                </a:lnTo>
                <a:cubicBezTo>
                  <a:pt x="2294709" y="3273059"/>
                  <a:pt x="2294247" y="3272599"/>
                  <a:pt x="2294247" y="3272599"/>
                </a:cubicBezTo>
                <a:lnTo>
                  <a:pt x="2289716" y="3264716"/>
                </a:lnTo>
                <a:cubicBezTo>
                  <a:pt x="2289585" y="3264455"/>
                  <a:pt x="2289716" y="3263863"/>
                  <a:pt x="2289716" y="3263863"/>
                </a:cubicBezTo>
                <a:lnTo>
                  <a:pt x="2294247" y="3255981"/>
                </a:lnTo>
                <a:cubicBezTo>
                  <a:pt x="2294444" y="3255719"/>
                  <a:pt x="2295036" y="3255521"/>
                  <a:pt x="2295036" y="3255521"/>
                </a:cubicBezTo>
                <a:close/>
                <a:moveTo>
                  <a:pt x="2040652" y="3255521"/>
                </a:moveTo>
                <a:lnTo>
                  <a:pt x="2049716" y="3255521"/>
                </a:lnTo>
                <a:cubicBezTo>
                  <a:pt x="2050044" y="3255521"/>
                  <a:pt x="2050504" y="3255981"/>
                  <a:pt x="2050504" y="3255981"/>
                </a:cubicBezTo>
                <a:lnTo>
                  <a:pt x="2055037" y="3263863"/>
                </a:lnTo>
                <a:cubicBezTo>
                  <a:pt x="2055168" y="3264126"/>
                  <a:pt x="2055037" y="3264716"/>
                  <a:pt x="2055037" y="3264716"/>
                </a:cubicBezTo>
                <a:lnTo>
                  <a:pt x="2050504" y="3272599"/>
                </a:lnTo>
                <a:cubicBezTo>
                  <a:pt x="2050307" y="3272862"/>
                  <a:pt x="2049716" y="3273059"/>
                  <a:pt x="2049716" y="3273059"/>
                </a:cubicBezTo>
                <a:lnTo>
                  <a:pt x="2040652" y="3273059"/>
                </a:lnTo>
                <a:cubicBezTo>
                  <a:pt x="2040323" y="3273059"/>
                  <a:pt x="2039864" y="3272599"/>
                  <a:pt x="2039864" y="3272599"/>
                </a:cubicBezTo>
                <a:lnTo>
                  <a:pt x="2035330" y="3264716"/>
                </a:lnTo>
                <a:cubicBezTo>
                  <a:pt x="2035199" y="3264455"/>
                  <a:pt x="2035330" y="3263863"/>
                  <a:pt x="2035330" y="3263863"/>
                </a:cubicBezTo>
                <a:lnTo>
                  <a:pt x="2039864" y="3255981"/>
                </a:lnTo>
                <a:cubicBezTo>
                  <a:pt x="2040061" y="3255719"/>
                  <a:pt x="2040652" y="3255521"/>
                  <a:pt x="2040652" y="3255521"/>
                </a:cubicBezTo>
                <a:close/>
                <a:moveTo>
                  <a:pt x="1786338" y="3255521"/>
                </a:moveTo>
                <a:lnTo>
                  <a:pt x="1795401" y="3255521"/>
                </a:lnTo>
                <a:cubicBezTo>
                  <a:pt x="1795729" y="3255521"/>
                  <a:pt x="1796189" y="3255981"/>
                  <a:pt x="1796189" y="3255981"/>
                </a:cubicBezTo>
                <a:lnTo>
                  <a:pt x="1800721" y="3263863"/>
                </a:lnTo>
                <a:cubicBezTo>
                  <a:pt x="1800852" y="3264126"/>
                  <a:pt x="1800721" y="3264716"/>
                  <a:pt x="1800721" y="3264716"/>
                </a:cubicBezTo>
                <a:lnTo>
                  <a:pt x="1796189" y="3272599"/>
                </a:lnTo>
                <a:cubicBezTo>
                  <a:pt x="1795993" y="3272862"/>
                  <a:pt x="1795401" y="3273059"/>
                  <a:pt x="1795401" y="3273059"/>
                </a:cubicBezTo>
                <a:lnTo>
                  <a:pt x="1786338" y="3273059"/>
                </a:lnTo>
                <a:cubicBezTo>
                  <a:pt x="1786010" y="3273059"/>
                  <a:pt x="1785549" y="3272599"/>
                  <a:pt x="1785549" y="3272599"/>
                </a:cubicBezTo>
                <a:lnTo>
                  <a:pt x="1781017" y="3264716"/>
                </a:lnTo>
                <a:cubicBezTo>
                  <a:pt x="1780886" y="3264455"/>
                  <a:pt x="1781017" y="3263863"/>
                  <a:pt x="1781017" y="3263863"/>
                </a:cubicBezTo>
                <a:lnTo>
                  <a:pt x="1785549" y="3255981"/>
                </a:lnTo>
                <a:cubicBezTo>
                  <a:pt x="1785746" y="3255719"/>
                  <a:pt x="1786338" y="3255521"/>
                  <a:pt x="1786338" y="3255521"/>
                </a:cubicBezTo>
                <a:close/>
                <a:moveTo>
                  <a:pt x="1531859" y="3255521"/>
                </a:moveTo>
                <a:lnTo>
                  <a:pt x="1540925" y="3255521"/>
                </a:lnTo>
                <a:cubicBezTo>
                  <a:pt x="1541252" y="3255521"/>
                  <a:pt x="1541711" y="3255981"/>
                  <a:pt x="1541711" y="3255981"/>
                </a:cubicBezTo>
                <a:lnTo>
                  <a:pt x="1546244" y="3263863"/>
                </a:lnTo>
                <a:cubicBezTo>
                  <a:pt x="1546376" y="3264126"/>
                  <a:pt x="1546244" y="3264716"/>
                  <a:pt x="1546244" y="3264716"/>
                </a:cubicBezTo>
                <a:lnTo>
                  <a:pt x="1541711" y="3272599"/>
                </a:lnTo>
                <a:cubicBezTo>
                  <a:pt x="1541515" y="3272862"/>
                  <a:pt x="1540925" y="3273059"/>
                  <a:pt x="1540925" y="3273059"/>
                </a:cubicBezTo>
                <a:lnTo>
                  <a:pt x="1531859" y="3273059"/>
                </a:lnTo>
                <a:cubicBezTo>
                  <a:pt x="1531532" y="3273059"/>
                  <a:pt x="1531072" y="3272599"/>
                  <a:pt x="1531072" y="3272599"/>
                </a:cubicBezTo>
                <a:lnTo>
                  <a:pt x="1526539" y="3264716"/>
                </a:lnTo>
                <a:cubicBezTo>
                  <a:pt x="1526408" y="3264455"/>
                  <a:pt x="1526539" y="3263863"/>
                  <a:pt x="1526539" y="3263863"/>
                </a:cubicBezTo>
                <a:lnTo>
                  <a:pt x="1531072" y="3255981"/>
                </a:lnTo>
                <a:cubicBezTo>
                  <a:pt x="1531268" y="3255719"/>
                  <a:pt x="1531859" y="3255521"/>
                  <a:pt x="1531859" y="3255521"/>
                </a:cubicBezTo>
                <a:close/>
                <a:moveTo>
                  <a:pt x="1277597" y="3255521"/>
                </a:moveTo>
                <a:lnTo>
                  <a:pt x="1286661" y="3255521"/>
                </a:lnTo>
                <a:cubicBezTo>
                  <a:pt x="1286993" y="3255521"/>
                  <a:pt x="1287450" y="3255981"/>
                  <a:pt x="1287450" y="3255981"/>
                </a:cubicBezTo>
                <a:lnTo>
                  <a:pt x="1291983" y="3263863"/>
                </a:lnTo>
                <a:cubicBezTo>
                  <a:pt x="1292115" y="3264126"/>
                  <a:pt x="1291983" y="3264716"/>
                  <a:pt x="1291983" y="3264716"/>
                </a:cubicBezTo>
                <a:lnTo>
                  <a:pt x="1287450" y="3272599"/>
                </a:lnTo>
                <a:cubicBezTo>
                  <a:pt x="1287253" y="3272862"/>
                  <a:pt x="1286661" y="3273059"/>
                  <a:pt x="1286661" y="3273059"/>
                </a:cubicBezTo>
                <a:lnTo>
                  <a:pt x="1277597" y="3273059"/>
                </a:lnTo>
                <a:cubicBezTo>
                  <a:pt x="1277269" y="3273059"/>
                  <a:pt x="1276808" y="3272599"/>
                  <a:pt x="1276808" y="3272599"/>
                </a:cubicBezTo>
                <a:lnTo>
                  <a:pt x="1272280" y="3264716"/>
                </a:lnTo>
                <a:cubicBezTo>
                  <a:pt x="1272147" y="3264455"/>
                  <a:pt x="1272280" y="3263863"/>
                  <a:pt x="1272280" y="3263863"/>
                </a:cubicBezTo>
                <a:lnTo>
                  <a:pt x="1276808" y="3255981"/>
                </a:lnTo>
                <a:cubicBezTo>
                  <a:pt x="1277007" y="3255719"/>
                  <a:pt x="1277597" y="3255521"/>
                  <a:pt x="1277597" y="3255521"/>
                </a:cubicBezTo>
                <a:close/>
                <a:moveTo>
                  <a:pt x="1023111" y="3255521"/>
                </a:moveTo>
                <a:lnTo>
                  <a:pt x="1032175" y="3255521"/>
                </a:lnTo>
                <a:cubicBezTo>
                  <a:pt x="1032504" y="3255521"/>
                  <a:pt x="1032964" y="3255981"/>
                  <a:pt x="1032964" y="3255981"/>
                </a:cubicBezTo>
                <a:lnTo>
                  <a:pt x="1037495" y="3263863"/>
                </a:lnTo>
                <a:cubicBezTo>
                  <a:pt x="1037626" y="3264126"/>
                  <a:pt x="1037495" y="3264716"/>
                  <a:pt x="1037495" y="3264716"/>
                </a:cubicBezTo>
                <a:lnTo>
                  <a:pt x="1032964" y="3272599"/>
                </a:lnTo>
                <a:cubicBezTo>
                  <a:pt x="1032767" y="3272862"/>
                  <a:pt x="1032175" y="3273059"/>
                  <a:pt x="1032175" y="3273059"/>
                </a:cubicBezTo>
                <a:lnTo>
                  <a:pt x="1023111" y="3273059"/>
                </a:lnTo>
                <a:cubicBezTo>
                  <a:pt x="1022781" y="3273059"/>
                  <a:pt x="1022323" y="3272599"/>
                  <a:pt x="1022323" y="3272599"/>
                </a:cubicBezTo>
                <a:lnTo>
                  <a:pt x="1017790" y="3264716"/>
                </a:lnTo>
                <a:cubicBezTo>
                  <a:pt x="1017660" y="3264455"/>
                  <a:pt x="1017790" y="3263863"/>
                  <a:pt x="1017790" y="3263863"/>
                </a:cubicBezTo>
                <a:lnTo>
                  <a:pt x="1022323" y="3255981"/>
                </a:lnTo>
                <a:cubicBezTo>
                  <a:pt x="1022521" y="3255719"/>
                  <a:pt x="1023111" y="3255521"/>
                  <a:pt x="1023111" y="3255521"/>
                </a:cubicBezTo>
                <a:close/>
                <a:moveTo>
                  <a:pt x="768688" y="3255521"/>
                </a:moveTo>
                <a:lnTo>
                  <a:pt x="777751" y="3255521"/>
                </a:lnTo>
                <a:cubicBezTo>
                  <a:pt x="778079" y="3255521"/>
                  <a:pt x="778539" y="3255981"/>
                  <a:pt x="778539" y="3255981"/>
                </a:cubicBezTo>
                <a:lnTo>
                  <a:pt x="783071" y="3263863"/>
                </a:lnTo>
                <a:cubicBezTo>
                  <a:pt x="783202" y="3264126"/>
                  <a:pt x="783071" y="3264716"/>
                  <a:pt x="783071" y="3264716"/>
                </a:cubicBezTo>
                <a:lnTo>
                  <a:pt x="778539" y="3272599"/>
                </a:lnTo>
                <a:cubicBezTo>
                  <a:pt x="778342" y="3272862"/>
                  <a:pt x="777751" y="3273059"/>
                  <a:pt x="777751" y="3273059"/>
                </a:cubicBezTo>
                <a:lnTo>
                  <a:pt x="768688" y="3273059"/>
                </a:lnTo>
                <a:cubicBezTo>
                  <a:pt x="768359" y="3273059"/>
                  <a:pt x="767899" y="3272599"/>
                  <a:pt x="767899" y="3272599"/>
                </a:cubicBezTo>
                <a:lnTo>
                  <a:pt x="763367" y="3264716"/>
                </a:lnTo>
                <a:cubicBezTo>
                  <a:pt x="763235" y="3264455"/>
                  <a:pt x="763367" y="3263863"/>
                  <a:pt x="763367" y="3263863"/>
                </a:cubicBezTo>
                <a:lnTo>
                  <a:pt x="767899" y="3255981"/>
                </a:lnTo>
                <a:cubicBezTo>
                  <a:pt x="768096" y="3255719"/>
                  <a:pt x="768688" y="3255521"/>
                  <a:pt x="768688" y="3255521"/>
                </a:cubicBezTo>
                <a:close/>
                <a:moveTo>
                  <a:pt x="514328" y="3255521"/>
                </a:moveTo>
                <a:lnTo>
                  <a:pt x="523391" y="3255521"/>
                </a:lnTo>
                <a:cubicBezTo>
                  <a:pt x="523720" y="3255521"/>
                  <a:pt x="524179" y="3255981"/>
                  <a:pt x="524179" y="3255981"/>
                </a:cubicBezTo>
                <a:lnTo>
                  <a:pt x="528711" y="3263863"/>
                </a:lnTo>
                <a:cubicBezTo>
                  <a:pt x="528843" y="3264126"/>
                  <a:pt x="528711" y="3264716"/>
                  <a:pt x="528711" y="3264716"/>
                </a:cubicBezTo>
                <a:lnTo>
                  <a:pt x="524179" y="3272599"/>
                </a:lnTo>
                <a:cubicBezTo>
                  <a:pt x="523982" y="3272862"/>
                  <a:pt x="523391" y="3273059"/>
                  <a:pt x="523391" y="3273059"/>
                </a:cubicBezTo>
                <a:lnTo>
                  <a:pt x="514328" y="3273059"/>
                </a:lnTo>
                <a:cubicBezTo>
                  <a:pt x="513998" y="3273059"/>
                  <a:pt x="513539" y="3272599"/>
                  <a:pt x="513539" y="3272599"/>
                </a:cubicBezTo>
                <a:lnTo>
                  <a:pt x="509007" y="3264716"/>
                </a:lnTo>
                <a:cubicBezTo>
                  <a:pt x="508875" y="3264455"/>
                  <a:pt x="509007" y="3263863"/>
                  <a:pt x="509007" y="3263863"/>
                </a:cubicBezTo>
                <a:lnTo>
                  <a:pt x="513539" y="3255981"/>
                </a:lnTo>
                <a:cubicBezTo>
                  <a:pt x="513737" y="3255719"/>
                  <a:pt x="514328" y="3255521"/>
                  <a:pt x="514328" y="3255521"/>
                </a:cubicBezTo>
                <a:close/>
                <a:moveTo>
                  <a:pt x="259813" y="3255521"/>
                </a:moveTo>
                <a:lnTo>
                  <a:pt x="268878" y="3255521"/>
                </a:lnTo>
                <a:cubicBezTo>
                  <a:pt x="269206" y="3255521"/>
                  <a:pt x="269666" y="3255981"/>
                  <a:pt x="269666" y="3255981"/>
                </a:cubicBezTo>
                <a:lnTo>
                  <a:pt x="274197" y="3263863"/>
                </a:lnTo>
                <a:cubicBezTo>
                  <a:pt x="274329" y="3264126"/>
                  <a:pt x="274197" y="3264716"/>
                  <a:pt x="274197" y="3264716"/>
                </a:cubicBezTo>
                <a:lnTo>
                  <a:pt x="269666" y="3272599"/>
                </a:lnTo>
                <a:cubicBezTo>
                  <a:pt x="269469" y="3272862"/>
                  <a:pt x="268878" y="3273059"/>
                  <a:pt x="268878" y="3273059"/>
                </a:cubicBezTo>
                <a:lnTo>
                  <a:pt x="259813" y="3273059"/>
                </a:lnTo>
                <a:cubicBezTo>
                  <a:pt x="259485" y="3273059"/>
                  <a:pt x="259025" y="3272599"/>
                  <a:pt x="259025" y="3272599"/>
                </a:cubicBezTo>
                <a:lnTo>
                  <a:pt x="254494" y="3264716"/>
                </a:lnTo>
                <a:cubicBezTo>
                  <a:pt x="254362" y="3264455"/>
                  <a:pt x="254494" y="3263863"/>
                  <a:pt x="254494" y="3263863"/>
                </a:cubicBezTo>
                <a:lnTo>
                  <a:pt x="259025" y="3255981"/>
                </a:lnTo>
                <a:cubicBezTo>
                  <a:pt x="259222" y="3255719"/>
                  <a:pt x="259813" y="3255521"/>
                  <a:pt x="259813" y="3255521"/>
                </a:cubicBezTo>
                <a:close/>
                <a:moveTo>
                  <a:pt x="5481" y="3255521"/>
                </a:moveTo>
                <a:lnTo>
                  <a:pt x="14545" y="3255521"/>
                </a:lnTo>
                <a:cubicBezTo>
                  <a:pt x="14873" y="3255521"/>
                  <a:pt x="15333" y="3255981"/>
                  <a:pt x="15333" y="3255981"/>
                </a:cubicBezTo>
                <a:lnTo>
                  <a:pt x="19864" y="3263863"/>
                </a:lnTo>
                <a:cubicBezTo>
                  <a:pt x="19996" y="3264126"/>
                  <a:pt x="19864" y="3264716"/>
                  <a:pt x="19864" y="3264716"/>
                </a:cubicBezTo>
                <a:lnTo>
                  <a:pt x="15333" y="3272599"/>
                </a:lnTo>
                <a:cubicBezTo>
                  <a:pt x="15136" y="3272862"/>
                  <a:pt x="14545" y="3273059"/>
                  <a:pt x="14545" y="3273059"/>
                </a:cubicBezTo>
                <a:lnTo>
                  <a:pt x="5481" y="3273059"/>
                </a:lnTo>
                <a:cubicBezTo>
                  <a:pt x="5151" y="3273059"/>
                  <a:pt x="4692" y="3272599"/>
                  <a:pt x="4692" y="3272599"/>
                </a:cubicBezTo>
                <a:lnTo>
                  <a:pt x="160" y="3264716"/>
                </a:lnTo>
                <a:cubicBezTo>
                  <a:pt x="28" y="3264455"/>
                  <a:pt x="160" y="3263863"/>
                  <a:pt x="160" y="3263863"/>
                </a:cubicBezTo>
                <a:lnTo>
                  <a:pt x="4692" y="3255981"/>
                </a:lnTo>
                <a:cubicBezTo>
                  <a:pt x="4889" y="3255719"/>
                  <a:pt x="5481" y="3255521"/>
                  <a:pt x="5481" y="3255521"/>
                </a:cubicBezTo>
                <a:close/>
                <a:moveTo>
                  <a:pt x="10435622" y="3038447"/>
                </a:moveTo>
                <a:lnTo>
                  <a:pt x="10444686" y="3038447"/>
                </a:lnTo>
                <a:cubicBezTo>
                  <a:pt x="10445015" y="3038447"/>
                  <a:pt x="10445474" y="3038907"/>
                  <a:pt x="10445474" y="3038907"/>
                </a:cubicBezTo>
                <a:lnTo>
                  <a:pt x="10450007" y="3046788"/>
                </a:lnTo>
                <a:cubicBezTo>
                  <a:pt x="10450138" y="3047051"/>
                  <a:pt x="10450007" y="3047642"/>
                  <a:pt x="10450007" y="3047642"/>
                </a:cubicBezTo>
                <a:lnTo>
                  <a:pt x="10445474" y="3055525"/>
                </a:lnTo>
                <a:cubicBezTo>
                  <a:pt x="10445278" y="3055787"/>
                  <a:pt x="10444686" y="3055984"/>
                  <a:pt x="10444686" y="3055984"/>
                </a:cubicBezTo>
                <a:lnTo>
                  <a:pt x="10435622" y="3055984"/>
                </a:lnTo>
                <a:cubicBezTo>
                  <a:pt x="10435295" y="3055984"/>
                  <a:pt x="10434834" y="3055525"/>
                  <a:pt x="10434834" y="3055525"/>
                </a:cubicBezTo>
                <a:lnTo>
                  <a:pt x="10430302" y="3047642"/>
                </a:lnTo>
                <a:cubicBezTo>
                  <a:pt x="10430171" y="3047381"/>
                  <a:pt x="10430302" y="3046788"/>
                  <a:pt x="10430302" y="3046788"/>
                </a:cubicBezTo>
                <a:lnTo>
                  <a:pt x="10434834" y="3038907"/>
                </a:lnTo>
                <a:cubicBezTo>
                  <a:pt x="10435031" y="3038644"/>
                  <a:pt x="10435622" y="3038447"/>
                  <a:pt x="10435622" y="3038447"/>
                </a:cubicBezTo>
                <a:close/>
                <a:moveTo>
                  <a:pt x="10181242" y="3038447"/>
                </a:moveTo>
                <a:lnTo>
                  <a:pt x="10190305" y="3038447"/>
                </a:lnTo>
                <a:cubicBezTo>
                  <a:pt x="10190635" y="3038447"/>
                  <a:pt x="10191093" y="3038907"/>
                  <a:pt x="10191093" y="3038907"/>
                </a:cubicBezTo>
                <a:lnTo>
                  <a:pt x="10195626" y="3046788"/>
                </a:lnTo>
                <a:cubicBezTo>
                  <a:pt x="10195758" y="3047051"/>
                  <a:pt x="10195626" y="3047642"/>
                  <a:pt x="10195626" y="3047642"/>
                </a:cubicBezTo>
                <a:lnTo>
                  <a:pt x="10191093" y="3055525"/>
                </a:lnTo>
                <a:cubicBezTo>
                  <a:pt x="10190896" y="3055787"/>
                  <a:pt x="10190305" y="3055984"/>
                  <a:pt x="10190305" y="3055984"/>
                </a:cubicBezTo>
                <a:lnTo>
                  <a:pt x="10181242" y="3055984"/>
                </a:lnTo>
                <a:cubicBezTo>
                  <a:pt x="10180914" y="3055984"/>
                  <a:pt x="10180453" y="3055525"/>
                  <a:pt x="10180453" y="3055525"/>
                </a:cubicBezTo>
                <a:lnTo>
                  <a:pt x="10175922" y="3047642"/>
                </a:lnTo>
                <a:cubicBezTo>
                  <a:pt x="10175790" y="3047381"/>
                  <a:pt x="10175922" y="3046788"/>
                  <a:pt x="10175922" y="3046788"/>
                </a:cubicBezTo>
                <a:lnTo>
                  <a:pt x="10180453" y="3038907"/>
                </a:lnTo>
                <a:cubicBezTo>
                  <a:pt x="10180650" y="3038644"/>
                  <a:pt x="10181242" y="3038447"/>
                  <a:pt x="10181242" y="3038447"/>
                </a:cubicBezTo>
                <a:close/>
                <a:moveTo>
                  <a:pt x="9926861" y="3038447"/>
                </a:moveTo>
                <a:lnTo>
                  <a:pt x="9935924" y="3038447"/>
                </a:lnTo>
                <a:cubicBezTo>
                  <a:pt x="9936254" y="3038447"/>
                  <a:pt x="9936713" y="3038907"/>
                  <a:pt x="9936713" y="3038907"/>
                </a:cubicBezTo>
                <a:lnTo>
                  <a:pt x="9941246" y="3046788"/>
                </a:lnTo>
                <a:cubicBezTo>
                  <a:pt x="9941376" y="3047051"/>
                  <a:pt x="9941246" y="3047642"/>
                  <a:pt x="9941246" y="3047642"/>
                </a:cubicBezTo>
                <a:lnTo>
                  <a:pt x="9936713" y="3055525"/>
                </a:lnTo>
                <a:cubicBezTo>
                  <a:pt x="9936516" y="3055787"/>
                  <a:pt x="9935924" y="3055984"/>
                  <a:pt x="9935924" y="3055984"/>
                </a:cubicBezTo>
                <a:lnTo>
                  <a:pt x="9926861" y="3055984"/>
                </a:lnTo>
                <a:cubicBezTo>
                  <a:pt x="9926532" y="3055984"/>
                  <a:pt x="9926073" y="3055525"/>
                  <a:pt x="9926073" y="3055525"/>
                </a:cubicBezTo>
                <a:lnTo>
                  <a:pt x="9921541" y="3047642"/>
                </a:lnTo>
                <a:cubicBezTo>
                  <a:pt x="9921410" y="3047381"/>
                  <a:pt x="9921541" y="3046788"/>
                  <a:pt x="9921541" y="3046788"/>
                </a:cubicBezTo>
                <a:lnTo>
                  <a:pt x="9926073" y="3038907"/>
                </a:lnTo>
                <a:cubicBezTo>
                  <a:pt x="9926270" y="3038644"/>
                  <a:pt x="9926861" y="3038447"/>
                  <a:pt x="9926861" y="3038447"/>
                </a:cubicBezTo>
                <a:close/>
                <a:moveTo>
                  <a:pt x="9672481" y="3038447"/>
                </a:moveTo>
                <a:lnTo>
                  <a:pt x="9681545" y="3038447"/>
                </a:lnTo>
                <a:cubicBezTo>
                  <a:pt x="9681872" y="3038447"/>
                  <a:pt x="9682333" y="3038907"/>
                  <a:pt x="9682333" y="3038907"/>
                </a:cubicBezTo>
                <a:lnTo>
                  <a:pt x="9686865" y="3046788"/>
                </a:lnTo>
                <a:cubicBezTo>
                  <a:pt x="9686996" y="3047051"/>
                  <a:pt x="9686865" y="3047642"/>
                  <a:pt x="9686865" y="3047642"/>
                </a:cubicBezTo>
                <a:lnTo>
                  <a:pt x="9682333" y="3055525"/>
                </a:lnTo>
                <a:cubicBezTo>
                  <a:pt x="9682136" y="3055787"/>
                  <a:pt x="9681545" y="3055984"/>
                  <a:pt x="9681545" y="3055984"/>
                </a:cubicBezTo>
                <a:lnTo>
                  <a:pt x="9672481" y="3055984"/>
                </a:lnTo>
                <a:cubicBezTo>
                  <a:pt x="9672152" y="3055984"/>
                  <a:pt x="9671693" y="3055525"/>
                  <a:pt x="9671693" y="3055525"/>
                </a:cubicBezTo>
                <a:lnTo>
                  <a:pt x="9667160" y="3047642"/>
                </a:lnTo>
                <a:cubicBezTo>
                  <a:pt x="9667030" y="3047381"/>
                  <a:pt x="9667160" y="3046788"/>
                  <a:pt x="9667160" y="3046788"/>
                </a:cubicBezTo>
                <a:lnTo>
                  <a:pt x="9671693" y="3038907"/>
                </a:lnTo>
                <a:cubicBezTo>
                  <a:pt x="9671890" y="3038644"/>
                  <a:pt x="9672481" y="3038447"/>
                  <a:pt x="9672481" y="3038447"/>
                </a:cubicBezTo>
                <a:close/>
                <a:moveTo>
                  <a:pt x="9418035" y="3038447"/>
                </a:moveTo>
                <a:lnTo>
                  <a:pt x="9427099" y="3038447"/>
                </a:lnTo>
                <a:cubicBezTo>
                  <a:pt x="9427427" y="3038447"/>
                  <a:pt x="9427887" y="3038907"/>
                  <a:pt x="9427887" y="3038907"/>
                </a:cubicBezTo>
                <a:lnTo>
                  <a:pt x="9432419" y="3046788"/>
                </a:lnTo>
                <a:cubicBezTo>
                  <a:pt x="9432550" y="3047051"/>
                  <a:pt x="9432419" y="3047642"/>
                  <a:pt x="9432419" y="3047642"/>
                </a:cubicBezTo>
                <a:lnTo>
                  <a:pt x="9427887" y="3055525"/>
                </a:lnTo>
                <a:cubicBezTo>
                  <a:pt x="9427690" y="3055787"/>
                  <a:pt x="9427099" y="3055984"/>
                  <a:pt x="9427099" y="3055984"/>
                </a:cubicBezTo>
                <a:lnTo>
                  <a:pt x="9418035" y="3055984"/>
                </a:lnTo>
                <a:cubicBezTo>
                  <a:pt x="9417707" y="3055984"/>
                  <a:pt x="9417247" y="3055525"/>
                  <a:pt x="9417247" y="3055525"/>
                </a:cubicBezTo>
                <a:lnTo>
                  <a:pt x="9412714" y="3047642"/>
                </a:lnTo>
                <a:cubicBezTo>
                  <a:pt x="9412583" y="3047381"/>
                  <a:pt x="9412714" y="3046788"/>
                  <a:pt x="9412714" y="3046788"/>
                </a:cubicBezTo>
                <a:lnTo>
                  <a:pt x="9417247" y="3038907"/>
                </a:lnTo>
                <a:cubicBezTo>
                  <a:pt x="9417444" y="3038644"/>
                  <a:pt x="9418035" y="3038447"/>
                  <a:pt x="9418035" y="3038447"/>
                </a:cubicBezTo>
                <a:close/>
                <a:moveTo>
                  <a:pt x="9163654" y="3038447"/>
                </a:moveTo>
                <a:lnTo>
                  <a:pt x="9172718" y="3038447"/>
                </a:lnTo>
                <a:cubicBezTo>
                  <a:pt x="9173046" y="3038447"/>
                  <a:pt x="9173506" y="3038907"/>
                  <a:pt x="9173506" y="3038907"/>
                </a:cubicBezTo>
                <a:lnTo>
                  <a:pt x="9178038" y="3046788"/>
                </a:lnTo>
                <a:cubicBezTo>
                  <a:pt x="9178169" y="3047051"/>
                  <a:pt x="9178038" y="3047642"/>
                  <a:pt x="9178038" y="3047642"/>
                </a:cubicBezTo>
                <a:lnTo>
                  <a:pt x="9173506" y="3055525"/>
                </a:lnTo>
                <a:cubicBezTo>
                  <a:pt x="9173309" y="3055787"/>
                  <a:pt x="9172718" y="3055984"/>
                  <a:pt x="9172718" y="3055984"/>
                </a:cubicBezTo>
                <a:lnTo>
                  <a:pt x="9163654" y="3055984"/>
                </a:lnTo>
                <a:cubicBezTo>
                  <a:pt x="9163326" y="3055984"/>
                  <a:pt x="9162866" y="3055525"/>
                  <a:pt x="9162866" y="3055525"/>
                </a:cubicBezTo>
                <a:lnTo>
                  <a:pt x="9158333" y="3047642"/>
                </a:lnTo>
                <a:cubicBezTo>
                  <a:pt x="9158202" y="3047381"/>
                  <a:pt x="9158333" y="3046788"/>
                  <a:pt x="9158333" y="3046788"/>
                </a:cubicBezTo>
                <a:lnTo>
                  <a:pt x="9162866" y="3038907"/>
                </a:lnTo>
                <a:cubicBezTo>
                  <a:pt x="9163062" y="3038644"/>
                  <a:pt x="9163654" y="3038447"/>
                  <a:pt x="9163654" y="3038447"/>
                </a:cubicBezTo>
                <a:close/>
                <a:moveTo>
                  <a:pt x="8909274" y="3038447"/>
                </a:moveTo>
                <a:lnTo>
                  <a:pt x="8918336" y="3038447"/>
                </a:lnTo>
                <a:cubicBezTo>
                  <a:pt x="8918666" y="3038447"/>
                  <a:pt x="8919125" y="3038907"/>
                  <a:pt x="8919125" y="3038907"/>
                </a:cubicBezTo>
                <a:lnTo>
                  <a:pt x="8923657" y="3046788"/>
                </a:lnTo>
                <a:cubicBezTo>
                  <a:pt x="8923789" y="3047051"/>
                  <a:pt x="8923657" y="3047642"/>
                  <a:pt x="8923657" y="3047642"/>
                </a:cubicBezTo>
                <a:lnTo>
                  <a:pt x="8919125" y="3055525"/>
                </a:lnTo>
                <a:cubicBezTo>
                  <a:pt x="8918928" y="3055787"/>
                  <a:pt x="8918336" y="3055984"/>
                  <a:pt x="8918336" y="3055984"/>
                </a:cubicBezTo>
                <a:lnTo>
                  <a:pt x="8909274" y="3055984"/>
                </a:lnTo>
                <a:cubicBezTo>
                  <a:pt x="8908945" y="3055984"/>
                  <a:pt x="8908484" y="3055525"/>
                  <a:pt x="8908484" y="3055525"/>
                </a:cubicBezTo>
                <a:lnTo>
                  <a:pt x="8903953" y="3047642"/>
                </a:lnTo>
                <a:cubicBezTo>
                  <a:pt x="8903821" y="3047381"/>
                  <a:pt x="8903953" y="3046788"/>
                  <a:pt x="8903953" y="3046788"/>
                </a:cubicBezTo>
                <a:lnTo>
                  <a:pt x="8908484" y="3038907"/>
                </a:lnTo>
                <a:cubicBezTo>
                  <a:pt x="8908681" y="3038644"/>
                  <a:pt x="8909274" y="3038447"/>
                  <a:pt x="8909274" y="3038447"/>
                </a:cubicBezTo>
                <a:close/>
                <a:moveTo>
                  <a:pt x="8654892" y="3038447"/>
                </a:moveTo>
                <a:lnTo>
                  <a:pt x="8663955" y="3038447"/>
                </a:lnTo>
                <a:cubicBezTo>
                  <a:pt x="8664285" y="3038447"/>
                  <a:pt x="8664744" y="3038907"/>
                  <a:pt x="8664744" y="3038907"/>
                </a:cubicBezTo>
                <a:lnTo>
                  <a:pt x="8669277" y="3046788"/>
                </a:lnTo>
                <a:cubicBezTo>
                  <a:pt x="8669408" y="3047051"/>
                  <a:pt x="8669277" y="3047642"/>
                  <a:pt x="8669277" y="3047642"/>
                </a:cubicBezTo>
                <a:lnTo>
                  <a:pt x="8664744" y="3055525"/>
                </a:lnTo>
                <a:cubicBezTo>
                  <a:pt x="8664548" y="3055787"/>
                  <a:pt x="8663955" y="3055984"/>
                  <a:pt x="8663955" y="3055984"/>
                </a:cubicBezTo>
                <a:lnTo>
                  <a:pt x="8654892" y="3055984"/>
                </a:lnTo>
                <a:cubicBezTo>
                  <a:pt x="8654565" y="3055984"/>
                  <a:pt x="8654104" y="3055525"/>
                  <a:pt x="8654104" y="3055525"/>
                </a:cubicBezTo>
                <a:lnTo>
                  <a:pt x="8649572" y="3047642"/>
                </a:lnTo>
                <a:cubicBezTo>
                  <a:pt x="8649441" y="3047381"/>
                  <a:pt x="8649572" y="3046788"/>
                  <a:pt x="8649572" y="3046788"/>
                </a:cubicBezTo>
                <a:lnTo>
                  <a:pt x="8654104" y="3038907"/>
                </a:lnTo>
                <a:cubicBezTo>
                  <a:pt x="8654301" y="3038644"/>
                  <a:pt x="8654892" y="3038447"/>
                  <a:pt x="8654892" y="3038447"/>
                </a:cubicBezTo>
                <a:close/>
                <a:moveTo>
                  <a:pt x="8400511" y="3038447"/>
                </a:moveTo>
                <a:lnTo>
                  <a:pt x="8409575" y="3038447"/>
                </a:lnTo>
                <a:cubicBezTo>
                  <a:pt x="8409904" y="3038447"/>
                  <a:pt x="8410363" y="3038907"/>
                  <a:pt x="8410363" y="3038907"/>
                </a:cubicBezTo>
                <a:lnTo>
                  <a:pt x="8414896" y="3046788"/>
                </a:lnTo>
                <a:cubicBezTo>
                  <a:pt x="8415027" y="3047051"/>
                  <a:pt x="8414896" y="3047642"/>
                  <a:pt x="8414896" y="3047642"/>
                </a:cubicBezTo>
                <a:lnTo>
                  <a:pt x="8410363" y="3055525"/>
                </a:lnTo>
                <a:cubicBezTo>
                  <a:pt x="8410166" y="3055787"/>
                  <a:pt x="8409575" y="3055984"/>
                  <a:pt x="8409575" y="3055984"/>
                </a:cubicBezTo>
                <a:lnTo>
                  <a:pt x="8400511" y="3055984"/>
                </a:lnTo>
                <a:cubicBezTo>
                  <a:pt x="8400184" y="3055984"/>
                  <a:pt x="8399723" y="3055525"/>
                  <a:pt x="8399723" y="3055525"/>
                </a:cubicBezTo>
                <a:lnTo>
                  <a:pt x="8395191" y="3047642"/>
                </a:lnTo>
                <a:cubicBezTo>
                  <a:pt x="8395060" y="3047381"/>
                  <a:pt x="8395191" y="3046788"/>
                  <a:pt x="8395191" y="3046788"/>
                </a:cubicBezTo>
                <a:lnTo>
                  <a:pt x="8399723" y="3038907"/>
                </a:lnTo>
                <a:cubicBezTo>
                  <a:pt x="8399920" y="3038644"/>
                  <a:pt x="8400511" y="3038447"/>
                  <a:pt x="8400511" y="3038447"/>
                </a:cubicBezTo>
                <a:close/>
                <a:moveTo>
                  <a:pt x="8146065" y="3038447"/>
                </a:moveTo>
                <a:lnTo>
                  <a:pt x="8155129" y="3038447"/>
                </a:lnTo>
                <a:cubicBezTo>
                  <a:pt x="8155458" y="3038447"/>
                  <a:pt x="8155917" y="3038907"/>
                  <a:pt x="8155917" y="3038907"/>
                </a:cubicBezTo>
                <a:lnTo>
                  <a:pt x="8160449" y="3046788"/>
                </a:lnTo>
                <a:cubicBezTo>
                  <a:pt x="8160580" y="3047051"/>
                  <a:pt x="8160449" y="3047642"/>
                  <a:pt x="8160449" y="3047642"/>
                </a:cubicBezTo>
                <a:lnTo>
                  <a:pt x="8155917" y="3055525"/>
                </a:lnTo>
                <a:cubicBezTo>
                  <a:pt x="8155719" y="3055787"/>
                  <a:pt x="8155129" y="3055984"/>
                  <a:pt x="8155129" y="3055984"/>
                </a:cubicBezTo>
                <a:lnTo>
                  <a:pt x="8146065" y="3055984"/>
                </a:lnTo>
                <a:cubicBezTo>
                  <a:pt x="8145737" y="3055984"/>
                  <a:pt x="8145277" y="3055525"/>
                  <a:pt x="8145277" y="3055525"/>
                </a:cubicBezTo>
                <a:lnTo>
                  <a:pt x="8140745" y="3047642"/>
                </a:lnTo>
                <a:cubicBezTo>
                  <a:pt x="8140613" y="3047381"/>
                  <a:pt x="8140745" y="3046788"/>
                  <a:pt x="8140745" y="3046788"/>
                </a:cubicBezTo>
                <a:lnTo>
                  <a:pt x="8145277" y="3038907"/>
                </a:lnTo>
                <a:cubicBezTo>
                  <a:pt x="8145474" y="3038644"/>
                  <a:pt x="8146065" y="3038447"/>
                  <a:pt x="8146065" y="3038447"/>
                </a:cubicBezTo>
                <a:close/>
                <a:moveTo>
                  <a:pt x="7891684" y="3038447"/>
                </a:moveTo>
                <a:lnTo>
                  <a:pt x="7900748" y="3038447"/>
                </a:lnTo>
                <a:cubicBezTo>
                  <a:pt x="7901076" y="3038447"/>
                  <a:pt x="7901536" y="3038907"/>
                  <a:pt x="7901536" y="3038907"/>
                </a:cubicBezTo>
                <a:lnTo>
                  <a:pt x="7906067" y="3046788"/>
                </a:lnTo>
                <a:cubicBezTo>
                  <a:pt x="7906199" y="3047051"/>
                  <a:pt x="7906067" y="3047642"/>
                  <a:pt x="7906067" y="3047642"/>
                </a:cubicBezTo>
                <a:lnTo>
                  <a:pt x="7901536" y="3055525"/>
                </a:lnTo>
                <a:cubicBezTo>
                  <a:pt x="7901339" y="3055787"/>
                  <a:pt x="7900748" y="3055984"/>
                  <a:pt x="7900748" y="3055984"/>
                </a:cubicBezTo>
                <a:lnTo>
                  <a:pt x="7891684" y="3055984"/>
                </a:lnTo>
                <a:cubicBezTo>
                  <a:pt x="7891355" y="3055984"/>
                  <a:pt x="7890896" y="3055525"/>
                  <a:pt x="7890896" y="3055525"/>
                </a:cubicBezTo>
                <a:lnTo>
                  <a:pt x="7886363" y="3047642"/>
                </a:lnTo>
                <a:cubicBezTo>
                  <a:pt x="7886233" y="3047381"/>
                  <a:pt x="7886363" y="3046788"/>
                  <a:pt x="7886363" y="3046788"/>
                </a:cubicBezTo>
                <a:lnTo>
                  <a:pt x="7890896" y="3038907"/>
                </a:lnTo>
                <a:cubicBezTo>
                  <a:pt x="7891093" y="3038644"/>
                  <a:pt x="7891684" y="3038447"/>
                  <a:pt x="7891684" y="3038447"/>
                </a:cubicBezTo>
                <a:close/>
                <a:moveTo>
                  <a:pt x="7637304" y="3038447"/>
                </a:moveTo>
                <a:lnTo>
                  <a:pt x="7646367" y="3038447"/>
                </a:lnTo>
                <a:cubicBezTo>
                  <a:pt x="7646696" y="3038447"/>
                  <a:pt x="7647156" y="3038907"/>
                  <a:pt x="7647156" y="3038907"/>
                </a:cubicBezTo>
                <a:lnTo>
                  <a:pt x="7651687" y="3046788"/>
                </a:lnTo>
                <a:cubicBezTo>
                  <a:pt x="7651819" y="3047051"/>
                  <a:pt x="7651687" y="3047642"/>
                  <a:pt x="7651687" y="3047642"/>
                </a:cubicBezTo>
                <a:lnTo>
                  <a:pt x="7647156" y="3055525"/>
                </a:lnTo>
                <a:cubicBezTo>
                  <a:pt x="7646958" y="3055787"/>
                  <a:pt x="7646367" y="3055984"/>
                  <a:pt x="7646367" y="3055984"/>
                </a:cubicBezTo>
                <a:lnTo>
                  <a:pt x="7637304" y="3055984"/>
                </a:lnTo>
                <a:cubicBezTo>
                  <a:pt x="7636975" y="3055984"/>
                  <a:pt x="7636516" y="3055525"/>
                  <a:pt x="7636516" y="3055525"/>
                </a:cubicBezTo>
                <a:lnTo>
                  <a:pt x="7631983" y="3047642"/>
                </a:lnTo>
                <a:cubicBezTo>
                  <a:pt x="7631851" y="3047381"/>
                  <a:pt x="7631983" y="3046788"/>
                  <a:pt x="7631983" y="3046788"/>
                </a:cubicBezTo>
                <a:lnTo>
                  <a:pt x="7636516" y="3038907"/>
                </a:lnTo>
                <a:cubicBezTo>
                  <a:pt x="7636713" y="3038644"/>
                  <a:pt x="7637304" y="3038447"/>
                  <a:pt x="7637304" y="3038447"/>
                </a:cubicBezTo>
                <a:close/>
                <a:moveTo>
                  <a:pt x="7382923" y="3038447"/>
                </a:moveTo>
                <a:lnTo>
                  <a:pt x="7391987" y="3038447"/>
                </a:lnTo>
                <a:cubicBezTo>
                  <a:pt x="7392315" y="3038447"/>
                  <a:pt x="7392775" y="3038907"/>
                  <a:pt x="7392775" y="3038907"/>
                </a:cubicBezTo>
                <a:lnTo>
                  <a:pt x="7397307" y="3046788"/>
                </a:lnTo>
                <a:cubicBezTo>
                  <a:pt x="7397438" y="3047051"/>
                  <a:pt x="7397307" y="3047642"/>
                  <a:pt x="7397307" y="3047642"/>
                </a:cubicBezTo>
                <a:lnTo>
                  <a:pt x="7392775" y="3055525"/>
                </a:lnTo>
                <a:cubicBezTo>
                  <a:pt x="7392578" y="3055787"/>
                  <a:pt x="7391987" y="3055984"/>
                  <a:pt x="7391987" y="3055984"/>
                </a:cubicBezTo>
                <a:lnTo>
                  <a:pt x="7382923" y="3055984"/>
                </a:lnTo>
                <a:cubicBezTo>
                  <a:pt x="7382595" y="3055984"/>
                  <a:pt x="7382135" y="3055525"/>
                  <a:pt x="7382135" y="3055525"/>
                </a:cubicBezTo>
                <a:lnTo>
                  <a:pt x="7377602" y="3047642"/>
                </a:lnTo>
                <a:cubicBezTo>
                  <a:pt x="7377471" y="3047381"/>
                  <a:pt x="7377602" y="3046788"/>
                  <a:pt x="7377602" y="3046788"/>
                </a:cubicBezTo>
                <a:lnTo>
                  <a:pt x="7382135" y="3038907"/>
                </a:lnTo>
                <a:cubicBezTo>
                  <a:pt x="7382331" y="3038644"/>
                  <a:pt x="7382923" y="3038447"/>
                  <a:pt x="7382923" y="3038447"/>
                </a:cubicBezTo>
                <a:close/>
                <a:moveTo>
                  <a:pt x="7128477" y="3038447"/>
                </a:moveTo>
                <a:lnTo>
                  <a:pt x="7137540" y="3038447"/>
                </a:lnTo>
                <a:cubicBezTo>
                  <a:pt x="7137869" y="3038447"/>
                  <a:pt x="7138328" y="3038907"/>
                  <a:pt x="7138328" y="3038907"/>
                </a:cubicBezTo>
                <a:lnTo>
                  <a:pt x="7142860" y="3046788"/>
                </a:lnTo>
                <a:cubicBezTo>
                  <a:pt x="7142992" y="3047051"/>
                  <a:pt x="7142860" y="3047642"/>
                  <a:pt x="7142860" y="3047642"/>
                </a:cubicBezTo>
                <a:lnTo>
                  <a:pt x="7138328" y="3055525"/>
                </a:lnTo>
                <a:cubicBezTo>
                  <a:pt x="7138131" y="3055787"/>
                  <a:pt x="7137540" y="3055984"/>
                  <a:pt x="7137540" y="3055984"/>
                </a:cubicBezTo>
                <a:lnTo>
                  <a:pt x="7128477" y="3055984"/>
                </a:lnTo>
                <a:cubicBezTo>
                  <a:pt x="7128148" y="3055984"/>
                  <a:pt x="7127689" y="3055525"/>
                  <a:pt x="7127689" y="3055525"/>
                </a:cubicBezTo>
                <a:lnTo>
                  <a:pt x="7123156" y="3047642"/>
                </a:lnTo>
                <a:cubicBezTo>
                  <a:pt x="7123024" y="3047381"/>
                  <a:pt x="7123156" y="3046788"/>
                  <a:pt x="7123156" y="3046788"/>
                </a:cubicBezTo>
                <a:lnTo>
                  <a:pt x="7127689" y="3038907"/>
                </a:lnTo>
                <a:cubicBezTo>
                  <a:pt x="7127885" y="3038644"/>
                  <a:pt x="7128477" y="3038447"/>
                  <a:pt x="7128477" y="3038447"/>
                </a:cubicBezTo>
                <a:close/>
                <a:moveTo>
                  <a:pt x="6874095" y="3038447"/>
                </a:moveTo>
                <a:lnTo>
                  <a:pt x="6883159" y="3038447"/>
                </a:lnTo>
                <a:cubicBezTo>
                  <a:pt x="6883488" y="3038447"/>
                  <a:pt x="6883947" y="3038907"/>
                  <a:pt x="6883947" y="3038907"/>
                </a:cubicBezTo>
                <a:lnTo>
                  <a:pt x="6888480" y="3046788"/>
                </a:lnTo>
                <a:cubicBezTo>
                  <a:pt x="6888611" y="3047051"/>
                  <a:pt x="6888480" y="3047642"/>
                  <a:pt x="6888480" y="3047642"/>
                </a:cubicBezTo>
                <a:lnTo>
                  <a:pt x="6883947" y="3055525"/>
                </a:lnTo>
                <a:cubicBezTo>
                  <a:pt x="6883751" y="3055787"/>
                  <a:pt x="6883159" y="3055984"/>
                  <a:pt x="6883159" y="3055984"/>
                </a:cubicBezTo>
                <a:lnTo>
                  <a:pt x="6874095" y="3055984"/>
                </a:lnTo>
                <a:cubicBezTo>
                  <a:pt x="6873768" y="3055984"/>
                  <a:pt x="6873307" y="3055525"/>
                  <a:pt x="6873307" y="3055525"/>
                </a:cubicBezTo>
                <a:lnTo>
                  <a:pt x="6868775" y="3047642"/>
                </a:lnTo>
                <a:cubicBezTo>
                  <a:pt x="6868644" y="3047381"/>
                  <a:pt x="6868775" y="3046788"/>
                  <a:pt x="6868775" y="3046788"/>
                </a:cubicBezTo>
                <a:lnTo>
                  <a:pt x="6873307" y="3038907"/>
                </a:lnTo>
                <a:cubicBezTo>
                  <a:pt x="6873504" y="3038644"/>
                  <a:pt x="6874095" y="3038447"/>
                  <a:pt x="6874095" y="3038447"/>
                </a:cubicBezTo>
                <a:close/>
                <a:moveTo>
                  <a:pt x="6619714" y="3038447"/>
                </a:moveTo>
                <a:lnTo>
                  <a:pt x="6628778" y="3038447"/>
                </a:lnTo>
                <a:cubicBezTo>
                  <a:pt x="6629107" y="3038447"/>
                  <a:pt x="6629566" y="3038907"/>
                  <a:pt x="6629566" y="3038907"/>
                </a:cubicBezTo>
                <a:lnTo>
                  <a:pt x="6634099" y="3046788"/>
                </a:lnTo>
                <a:cubicBezTo>
                  <a:pt x="6634230" y="3047051"/>
                  <a:pt x="6634099" y="3047642"/>
                  <a:pt x="6634099" y="3047642"/>
                </a:cubicBezTo>
                <a:lnTo>
                  <a:pt x="6629566" y="3055525"/>
                </a:lnTo>
                <a:cubicBezTo>
                  <a:pt x="6629369" y="3055787"/>
                  <a:pt x="6628778" y="3055984"/>
                  <a:pt x="6628778" y="3055984"/>
                </a:cubicBezTo>
                <a:lnTo>
                  <a:pt x="6619714" y="3055984"/>
                </a:lnTo>
                <a:cubicBezTo>
                  <a:pt x="6619387" y="3055984"/>
                  <a:pt x="6618926" y="3055525"/>
                  <a:pt x="6618926" y="3055525"/>
                </a:cubicBezTo>
                <a:lnTo>
                  <a:pt x="6614394" y="3047642"/>
                </a:lnTo>
                <a:cubicBezTo>
                  <a:pt x="6614263" y="3047381"/>
                  <a:pt x="6614394" y="3046788"/>
                  <a:pt x="6614394" y="3046788"/>
                </a:cubicBezTo>
                <a:lnTo>
                  <a:pt x="6618926" y="3038907"/>
                </a:lnTo>
                <a:cubicBezTo>
                  <a:pt x="6619123" y="3038644"/>
                  <a:pt x="6619714" y="3038447"/>
                  <a:pt x="6619714" y="3038447"/>
                </a:cubicBezTo>
                <a:close/>
                <a:moveTo>
                  <a:pt x="6365334" y="3038447"/>
                </a:moveTo>
                <a:lnTo>
                  <a:pt x="6374397" y="3038447"/>
                </a:lnTo>
                <a:cubicBezTo>
                  <a:pt x="6374727" y="3038447"/>
                  <a:pt x="6375186" y="3038907"/>
                  <a:pt x="6375186" y="3038907"/>
                </a:cubicBezTo>
                <a:lnTo>
                  <a:pt x="6379718" y="3046788"/>
                </a:lnTo>
                <a:cubicBezTo>
                  <a:pt x="6379849" y="3047051"/>
                  <a:pt x="6379718" y="3047642"/>
                  <a:pt x="6379718" y="3047642"/>
                </a:cubicBezTo>
                <a:lnTo>
                  <a:pt x="6375186" y="3055525"/>
                </a:lnTo>
                <a:cubicBezTo>
                  <a:pt x="6374988" y="3055787"/>
                  <a:pt x="6374397" y="3055984"/>
                  <a:pt x="6374397" y="3055984"/>
                </a:cubicBezTo>
                <a:lnTo>
                  <a:pt x="6365334" y="3055984"/>
                </a:lnTo>
                <a:cubicBezTo>
                  <a:pt x="6365005" y="3055984"/>
                  <a:pt x="6364546" y="3055525"/>
                  <a:pt x="6364546" y="3055525"/>
                </a:cubicBezTo>
                <a:lnTo>
                  <a:pt x="6360014" y="3047642"/>
                </a:lnTo>
                <a:cubicBezTo>
                  <a:pt x="6359882" y="3047381"/>
                  <a:pt x="6360014" y="3046788"/>
                  <a:pt x="6360014" y="3046788"/>
                </a:cubicBezTo>
                <a:lnTo>
                  <a:pt x="6364546" y="3038907"/>
                </a:lnTo>
                <a:cubicBezTo>
                  <a:pt x="6364743" y="3038644"/>
                  <a:pt x="6365334" y="3038447"/>
                  <a:pt x="6365334" y="3038447"/>
                </a:cubicBezTo>
                <a:close/>
                <a:moveTo>
                  <a:pt x="6110888" y="3038447"/>
                </a:moveTo>
                <a:lnTo>
                  <a:pt x="6119953" y="3038447"/>
                </a:lnTo>
                <a:cubicBezTo>
                  <a:pt x="6120280" y="3038447"/>
                  <a:pt x="6120740" y="3038907"/>
                  <a:pt x="6120740" y="3038907"/>
                </a:cubicBezTo>
                <a:lnTo>
                  <a:pt x="6125272" y="3046788"/>
                </a:lnTo>
                <a:cubicBezTo>
                  <a:pt x="6125403" y="3047051"/>
                  <a:pt x="6125272" y="3047642"/>
                  <a:pt x="6125272" y="3047642"/>
                </a:cubicBezTo>
                <a:lnTo>
                  <a:pt x="6120740" y="3055525"/>
                </a:lnTo>
                <a:cubicBezTo>
                  <a:pt x="6120543" y="3055787"/>
                  <a:pt x="6119953" y="3055984"/>
                  <a:pt x="6119953" y="3055984"/>
                </a:cubicBezTo>
                <a:lnTo>
                  <a:pt x="6110888" y="3055984"/>
                </a:lnTo>
                <a:cubicBezTo>
                  <a:pt x="6110560" y="3055984"/>
                  <a:pt x="6110101" y="3055525"/>
                  <a:pt x="6110101" y="3055525"/>
                </a:cubicBezTo>
                <a:lnTo>
                  <a:pt x="6105567" y="3047642"/>
                </a:lnTo>
                <a:cubicBezTo>
                  <a:pt x="6105436" y="3047381"/>
                  <a:pt x="6105567" y="3046788"/>
                  <a:pt x="6105567" y="3046788"/>
                </a:cubicBezTo>
                <a:lnTo>
                  <a:pt x="6110101" y="3038907"/>
                </a:lnTo>
                <a:cubicBezTo>
                  <a:pt x="6110296" y="3038644"/>
                  <a:pt x="6110888" y="3038447"/>
                  <a:pt x="6110888" y="3038447"/>
                </a:cubicBezTo>
                <a:close/>
                <a:moveTo>
                  <a:pt x="5856508" y="3038447"/>
                </a:moveTo>
                <a:lnTo>
                  <a:pt x="5865571" y="3038447"/>
                </a:lnTo>
                <a:cubicBezTo>
                  <a:pt x="5865900" y="3038447"/>
                  <a:pt x="5866359" y="3038907"/>
                  <a:pt x="5866359" y="3038907"/>
                </a:cubicBezTo>
                <a:lnTo>
                  <a:pt x="5870891" y="3046788"/>
                </a:lnTo>
                <a:cubicBezTo>
                  <a:pt x="5871023" y="3047051"/>
                  <a:pt x="5870891" y="3047642"/>
                  <a:pt x="5870891" y="3047642"/>
                </a:cubicBezTo>
                <a:lnTo>
                  <a:pt x="5866359" y="3055525"/>
                </a:lnTo>
                <a:cubicBezTo>
                  <a:pt x="5866163" y="3055787"/>
                  <a:pt x="5865571" y="3055984"/>
                  <a:pt x="5865571" y="3055984"/>
                </a:cubicBezTo>
                <a:lnTo>
                  <a:pt x="5856508" y="3055984"/>
                </a:lnTo>
                <a:cubicBezTo>
                  <a:pt x="5856178" y="3055984"/>
                  <a:pt x="5855720" y="3055525"/>
                  <a:pt x="5855720" y="3055525"/>
                </a:cubicBezTo>
                <a:lnTo>
                  <a:pt x="5851187" y="3047642"/>
                </a:lnTo>
                <a:cubicBezTo>
                  <a:pt x="5851055" y="3047381"/>
                  <a:pt x="5851187" y="3046788"/>
                  <a:pt x="5851187" y="3046788"/>
                </a:cubicBezTo>
                <a:lnTo>
                  <a:pt x="5855720" y="3038907"/>
                </a:lnTo>
                <a:cubicBezTo>
                  <a:pt x="5855916" y="3038644"/>
                  <a:pt x="5856508" y="3038447"/>
                  <a:pt x="5856508" y="3038447"/>
                </a:cubicBezTo>
                <a:close/>
                <a:moveTo>
                  <a:pt x="5602126" y="3038447"/>
                </a:moveTo>
                <a:lnTo>
                  <a:pt x="5611191" y="3038447"/>
                </a:lnTo>
                <a:cubicBezTo>
                  <a:pt x="5611519" y="3038447"/>
                  <a:pt x="5611979" y="3038907"/>
                  <a:pt x="5611979" y="3038907"/>
                </a:cubicBezTo>
                <a:lnTo>
                  <a:pt x="5616511" y="3046788"/>
                </a:lnTo>
                <a:cubicBezTo>
                  <a:pt x="5616642" y="3047051"/>
                  <a:pt x="5616511" y="3047642"/>
                  <a:pt x="5616511" y="3047642"/>
                </a:cubicBezTo>
                <a:lnTo>
                  <a:pt x="5611979" y="3055525"/>
                </a:lnTo>
                <a:cubicBezTo>
                  <a:pt x="5611782" y="3055787"/>
                  <a:pt x="5611191" y="3055984"/>
                  <a:pt x="5611191" y="3055984"/>
                </a:cubicBezTo>
                <a:lnTo>
                  <a:pt x="5602126" y="3055984"/>
                </a:lnTo>
                <a:cubicBezTo>
                  <a:pt x="5601798" y="3055984"/>
                  <a:pt x="5601338" y="3055525"/>
                  <a:pt x="5601338" y="3055525"/>
                </a:cubicBezTo>
                <a:lnTo>
                  <a:pt x="5596807" y="3047642"/>
                </a:lnTo>
                <a:cubicBezTo>
                  <a:pt x="5596675" y="3047381"/>
                  <a:pt x="5596807" y="3046788"/>
                  <a:pt x="5596807" y="3046788"/>
                </a:cubicBezTo>
                <a:lnTo>
                  <a:pt x="5601338" y="3038907"/>
                </a:lnTo>
                <a:cubicBezTo>
                  <a:pt x="5601536" y="3038644"/>
                  <a:pt x="5602126" y="3038447"/>
                  <a:pt x="5602126" y="3038447"/>
                </a:cubicBezTo>
                <a:close/>
                <a:moveTo>
                  <a:pt x="5347746" y="3038447"/>
                </a:moveTo>
                <a:lnTo>
                  <a:pt x="5356810" y="3038447"/>
                </a:lnTo>
                <a:cubicBezTo>
                  <a:pt x="5357138" y="3038447"/>
                  <a:pt x="5357598" y="3038907"/>
                  <a:pt x="5357598" y="3038907"/>
                </a:cubicBezTo>
                <a:lnTo>
                  <a:pt x="5362130" y="3046788"/>
                </a:lnTo>
                <a:cubicBezTo>
                  <a:pt x="5362261" y="3047051"/>
                  <a:pt x="5362130" y="3047642"/>
                  <a:pt x="5362130" y="3047642"/>
                </a:cubicBezTo>
                <a:lnTo>
                  <a:pt x="5357598" y="3055525"/>
                </a:lnTo>
                <a:cubicBezTo>
                  <a:pt x="5357401" y="3055787"/>
                  <a:pt x="5356810" y="3055984"/>
                  <a:pt x="5356810" y="3055984"/>
                </a:cubicBezTo>
                <a:lnTo>
                  <a:pt x="5347746" y="3055984"/>
                </a:lnTo>
                <a:cubicBezTo>
                  <a:pt x="5347418" y="3055984"/>
                  <a:pt x="5346958" y="3055525"/>
                  <a:pt x="5346958" y="3055525"/>
                </a:cubicBezTo>
                <a:lnTo>
                  <a:pt x="5342425" y="3047642"/>
                </a:lnTo>
                <a:cubicBezTo>
                  <a:pt x="5342295" y="3047381"/>
                  <a:pt x="5342425" y="3046788"/>
                  <a:pt x="5342425" y="3046788"/>
                </a:cubicBezTo>
                <a:lnTo>
                  <a:pt x="5346958" y="3038907"/>
                </a:lnTo>
                <a:cubicBezTo>
                  <a:pt x="5347154" y="3038644"/>
                  <a:pt x="5347746" y="3038447"/>
                  <a:pt x="5347746" y="3038447"/>
                </a:cubicBezTo>
                <a:close/>
                <a:moveTo>
                  <a:pt x="5093300" y="3038447"/>
                </a:moveTo>
                <a:lnTo>
                  <a:pt x="5102364" y="3038447"/>
                </a:lnTo>
                <a:cubicBezTo>
                  <a:pt x="5102693" y="3038447"/>
                  <a:pt x="5103153" y="3038907"/>
                  <a:pt x="5103153" y="3038907"/>
                </a:cubicBezTo>
                <a:lnTo>
                  <a:pt x="5107684" y="3046788"/>
                </a:lnTo>
                <a:cubicBezTo>
                  <a:pt x="5107815" y="3047051"/>
                  <a:pt x="5107684" y="3047642"/>
                  <a:pt x="5107684" y="3047642"/>
                </a:cubicBezTo>
                <a:lnTo>
                  <a:pt x="5103153" y="3055525"/>
                </a:lnTo>
                <a:cubicBezTo>
                  <a:pt x="5102955" y="3055787"/>
                  <a:pt x="5102364" y="3055984"/>
                  <a:pt x="5102364" y="3055984"/>
                </a:cubicBezTo>
                <a:lnTo>
                  <a:pt x="5093300" y="3055984"/>
                </a:lnTo>
                <a:cubicBezTo>
                  <a:pt x="5092972" y="3055984"/>
                  <a:pt x="5092512" y="3055525"/>
                  <a:pt x="5092512" y="3055525"/>
                </a:cubicBezTo>
                <a:lnTo>
                  <a:pt x="5087979" y="3047642"/>
                </a:lnTo>
                <a:cubicBezTo>
                  <a:pt x="5087848" y="3047381"/>
                  <a:pt x="5087979" y="3046788"/>
                  <a:pt x="5087979" y="3046788"/>
                </a:cubicBezTo>
                <a:lnTo>
                  <a:pt x="5092512" y="3038907"/>
                </a:lnTo>
                <a:cubicBezTo>
                  <a:pt x="5092708" y="3038644"/>
                  <a:pt x="5093300" y="3038447"/>
                  <a:pt x="5093300" y="3038447"/>
                </a:cubicBezTo>
                <a:close/>
                <a:moveTo>
                  <a:pt x="4838919" y="3038447"/>
                </a:moveTo>
                <a:lnTo>
                  <a:pt x="4847982" y="3038447"/>
                </a:lnTo>
                <a:cubicBezTo>
                  <a:pt x="4848311" y="3038447"/>
                  <a:pt x="4848772" y="3038907"/>
                  <a:pt x="4848772" y="3038907"/>
                </a:cubicBezTo>
                <a:lnTo>
                  <a:pt x="4853303" y="3046788"/>
                </a:lnTo>
                <a:cubicBezTo>
                  <a:pt x="4853435" y="3047051"/>
                  <a:pt x="4853303" y="3047642"/>
                  <a:pt x="4853303" y="3047642"/>
                </a:cubicBezTo>
                <a:lnTo>
                  <a:pt x="4848772" y="3055525"/>
                </a:lnTo>
                <a:cubicBezTo>
                  <a:pt x="4848575" y="3055787"/>
                  <a:pt x="4847982" y="3055984"/>
                  <a:pt x="4847982" y="3055984"/>
                </a:cubicBezTo>
                <a:lnTo>
                  <a:pt x="4838919" y="3055984"/>
                </a:lnTo>
                <a:cubicBezTo>
                  <a:pt x="4838590" y="3055984"/>
                  <a:pt x="4838132" y="3055525"/>
                  <a:pt x="4838132" y="3055525"/>
                </a:cubicBezTo>
                <a:lnTo>
                  <a:pt x="4833598" y="3047642"/>
                </a:lnTo>
                <a:cubicBezTo>
                  <a:pt x="4833467" y="3047381"/>
                  <a:pt x="4833598" y="3046788"/>
                  <a:pt x="4833598" y="3046788"/>
                </a:cubicBezTo>
                <a:lnTo>
                  <a:pt x="4838132" y="3038907"/>
                </a:lnTo>
                <a:cubicBezTo>
                  <a:pt x="4838328" y="3038644"/>
                  <a:pt x="4838919" y="3038447"/>
                  <a:pt x="4838919" y="3038447"/>
                </a:cubicBezTo>
                <a:close/>
                <a:moveTo>
                  <a:pt x="4584538" y="3038447"/>
                </a:moveTo>
                <a:lnTo>
                  <a:pt x="4593603" y="3038447"/>
                </a:lnTo>
                <a:cubicBezTo>
                  <a:pt x="4593932" y="3038447"/>
                  <a:pt x="4594390" y="3038907"/>
                  <a:pt x="4594390" y="3038907"/>
                </a:cubicBezTo>
                <a:lnTo>
                  <a:pt x="4598922" y="3046788"/>
                </a:lnTo>
                <a:cubicBezTo>
                  <a:pt x="4599054" y="3047051"/>
                  <a:pt x="4598922" y="3047642"/>
                  <a:pt x="4598922" y="3047642"/>
                </a:cubicBezTo>
                <a:lnTo>
                  <a:pt x="4594390" y="3055525"/>
                </a:lnTo>
                <a:cubicBezTo>
                  <a:pt x="4594193" y="3055787"/>
                  <a:pt x="4593603" y="3055984"/>
                  <a:pt x="4593603" y="3055984"/>
                </a:cubicBezTo>
                <a:lnTo>
                  <a:pt x="4584538" y="3055984"/>
                </a:lnTo>
                <a:cubicBezTo>
                  <a:pt x="4584210" y="3055984"/>
                  <a:pt x="4583749" y="3055525"/>
                  <a:pt x="4583749" y="3055525"/>
                </a:cubicBezTo>
                <a:lnTo>
                  <a:pt x="4579218" y="3047642"/>
                </a:lnTo>
                <a:cubicBezTo>
                  <a:pt x="4579087" y="3047381"/>
                  <a:pt x="4579218" y="3046788"/>
                  <a:pt x="4579218" y="3046788"/>
                </a:cubicBezTo>
                <a:lnTo>
                  <a:pt x="4583749" y="3038907"/>
                </a:lnTo>
                <a:cubicBezTo>
                  <a:pt x="4583948" y="3038644"/>
                  <a:pt x="4584538" y="3038447"/>
                  <a:pt x="4584538" y="3038447"/>
                </a:cubicBezTo>
                <a:close/>
                <a:moveTo>
                  <a:pt x="4330157" y="3038447"/>
                </a:moveTo>
                <a:lnTo>
                  <a:pt x="4339222" y="3038447"/>
                </a:lnTo>
                <a:cubicBezTo>
                  <a:pt x="4339550" y="3038447"/>
                  <a:pt x="4340010" y="3038907"/>
                  <a:pt x="4340010" y="3038907"/>
                </a:cubicBezTo>
                <a:lnTo>
                  <a:pt x="4344540" y="3046788"/>
                </a:lnTo>
                <a:cubicBezTo>
                  <a:pt x="4344672" y="3047051"/>
                  <a:pt x="4344540" y="3047642"/>
                  <a:pt x="4344540" y="3047642"/>
                </a:cubicBezTo>
                <a:lnTo>
                  <a:pt x="4340010" y="3055525"/>
                </a:lnTo>
                <a:cubicBezTo>
                  <a:pt x="4339812" y="3055787"/>
                  <a:pt x="4339222" y="3055984"/>
                  <a:pt x="4339222" y="3055984"/>
                </a:cubicBezTo>
                <a:lnTo>
                  <a:pt x="4330157" y="3055984"/>
                </a:lnTo>
                <a:cubicBezTo>
                  <a:pt x="4329829" y="3055984"/>
                  <a:pt x="4329369" y="3055525"/>
                  <a:pt x="4329369" y="3055525"/>
                </a:cubicBezTo>
                <a:lnTo>
                  <a:pt x="4324836" y="3047642"/>
                </a:lnTo>
                <a:cubicBezTo>
                  <a:pt x="4324706" y="3047381"/>
                  <a:pt x="4324836" y="3046788"/>
                  <a:pt x="4324836" y="3046788"/>
                </a:cubicBezTo>
                <a:lnTo>
                  <a:pt x="4329369" y="3038907"/>
                </a:lnTo>
                <a:cubicBezTo>
                  <a:pt x="4329565" y="3038644"/>
                  <a:pt x="4330157" y="3038447"/>
                  <a:pt x="4330157" y="3038447"/>
                </a:cubicBezTo>
                <a:close/>
                <a:moveTo>
                  <a:pt x="4075895" y="3038447"/>
                </a:moveTo>
                <a:lnTo>
                  <a:pt x="4084959" y="3038447"/>
                </a:lnTo>
                <a:cubicBezTo>
                  <a:pt x="4085289" y="3038447"/>
                  <a:pt x="4085745" y="3038907"/>
                  <a:pt x="4085745" y="3038907"/>
                </a:cubicBezTo>
                <a:lnTo>
                  <a:pt x="4090279" y="3046788"/>
                </a:lnTo>
                <a:cubicBezTo>
                  <a:pt x="4090409" y="3047051"/>
                  <a:pt x="4090279" y="3047642"/>
                  <a:pt x="4090279" y="3047642"/>
                </a:cubicBezTo>
                <a:lnTo>
                  <a:pt x="4085745" y="3055525"/>
                </a:lnTo>
                <a:cubicBezTo>
                  <a:pt x="4085551" y="3055787"/>
                  <a:pt x="4084959" y="3055984"/>
                  <a:pt x="4084959" y="3055984"/>
                </a:cubicBezTo>
                <a:lnTo>
                  <a:pt x="4075895" y="3055984"/>
                </a:lnTo>
                <a:cubicBezTo>
                  <a:pt x="4075567" y="3055984"/>
                  <a:pt x="4075105" y="3055525"/>
                  <a:pt x="4075105" y="3055525"/>
                </a:cubicBezTo>
                <a:lnTo>
                  <a:pt x="4070574" y="3047642"/>
                </a:lnTo>
                <a:cubicBezTo>
                  <a:pt x="4070442" y="3047381"/>
                  <a:pt x="4070574" y="3046788"/>
                  <a:pt x="4070574" y="3046788"/>
                </a:cubicBezTo>
                <a:lnTo>
                  <a:pt x="4075105" y="3038907"/>
                </a:lnTo>
                <a:cubicBezTo>
                  <a:pt x="4075301" y="3038644"/>
                  <a:pt x="4075895" y="3038447"/>
                  <a:pt x="4075895" y="3038447"/>
                </a:cubicBezTo>
                <a:close/>
                <a:moveTo>
                  <a:pt x="3821481" y="3038447"/>
                </a:moveTo>
                <a:lnTo>
                  <a:pt x="3830546" y="3038447"/>
                </a:lnTo>
                <a:cubicBezTo>
                  <a:pt x="3830874" y="3038447"/>
                  <a:pt x="3831334" y="3038907"/>
                  <a:pt x="3831334" y="3038907"/>
                </a:cubicBezTo>
                <a:lnTo>
                  <a:pt x="3835867" y="3046788"/>
                </a:lnTo>
                <a:cubicBezTo>
                  <a:pt x="3835999" y="3047051"/>
                  <a:pt x="3835867" y="3047642"/>
                  <a:pt x="3835867" y="3047642"/>
                </a:cubicBezTo>
                <a:lnTo>
                  <a:pt x="3831334" y="3055525"/>
                </a:lnTo>
                <a:cubicBezTo>
                  <a:pt x="3831138" y="3055787"/>
                  <a:pt x="3830546" y="3055984"/>
                  <a:pt x="3830546" y="3055984"/>
                </a:cubicBezTo>
                <a:lnTo>
                  <a:pt x="3821481" y="3055984"/>
                </a:lnTo>
                <a:cubicBezTo>
                  <a:pt x="3821153" y="3055984"/>
                  <a:pt x="3820693" y="3055525"/>
                  <a:pt x="3820693" y="3055525"/>
                </a:cubicBezTo>
                <a:lnTo>
                  <a:pt x="3816160" y="3047642"/>
                </a:lnTo>
                <a:cubicBezTo>
                  <a:pt x="3816031" y="3047381"/>
                  <a:pt x="3816160" y="3046788"/>
                  <a:pt x="3816160" y="3046788"/>
                </a:cubicBezTo>
                <a:lnTo>
                  <a:pt x="3820693" y="3038907"/>
                </a:lnTo>
                <a:cubicBezTo>
                  <a:pt x="3820893" y="3038644"/>
                  <a:pt x="3821481" y="3038447"/>
                  <a:pt x="3821481" y="3038447"/>
                </a:cubicBezTo>
                <a:close/>
                <a:moveTo>
                  <a:pt x="3567018" y="3038447"/>
                </a:moveTo>
                <a:lnTo>
                  <a:pt x="3576083" y="3038447"/>
                </a:lnTo>
                <a:cubicBezTo>
                  <a:pt x="3576411" y="3038447"/>
                  <a:pt x="3576871" y="3038907"/>
                  <a:pt x="3576871" y="3038907"/>
                </a:cubicBezTo>
                <a:lnTo>
                  <a:pt x="3581403" y="3046788"/>
                </a:lnTo>
                <a:cubicBezTo>
                  <a:pt x="3581534" y="3047051"/>
                  <a:pt x="3581403" y="3047642"/>
                  <a:pt x="3581403" y="3047642"/>
                </a:cubicBezTo>
                <a:lnTo>
                  <a:pt x="3576871" y="3055525"/>
                </a:lnTo>
                <a:cubicBezTo>
                  <a:pt x="3576674" y="3055787"/>
                  <a:pt x="3576083" y="3055984"/>
                  <a:pt x="3576083" y="3055984"/>
                </a:cubicBezTo>
                <a:lnTo>
                  <a:pt x="3567018" y="3055984"/>
                </a:lnTo>
                <a:cubicBezTo>
                  <a:pt x="3566690" y="3055984"/>
                  <a:pt x="3566231" y="3055525"/>
                  <a:pt x="3566231" y="3055525"/>
                </a:cubicBezTo>
                <a:lnTo>
                  <a:pt x="3561697" y="3047642"/>
                </a:lnTo>
                <a:cubicBezTo>
                  <a:pt x="3561566" y="3047381"/>
                  <a:pt x="3561697" y="3046788"/>
                  <a:pt x="3561697" y="3046788"/>
                </a:cubicBezTo>
                <a:lnTo>
                  <a:pt x="3566231" y="3038907"/>
                </a:lnTo>
                <a:cubicBezTo>
                  <a:pt x="3566427" y="3038644"/>
                  <a:pt x="3567018" y="3038447"/>
                  <a:pt x="3567018" y="3038447"/>
                </a:cubicBezTo>
                <a:close/>
                <a:moveTo>
                  <a:pt x="3312589" y="3038447"/>
                </a:moveTo>
                <a:lnTo>
                  <a:pt x="3321653" y="3038447"/>
                </a:lnTo>
                <a:cubicBezTo>
                  <a:pt x="3321982" y="3038447"/>
                  <a:pt x="3322441" y="3038907"/>
                  <a:pt x="3322441" y="3038907"/>
                </a:cubicBezTo>
                <a:lnTo>
                  <a:pt x="3326973" y="3046788"/>
                </a:lnTo>
                <a:cubicBezTo>
                  <a:pt x="3327104" y="3047051"/>
                  <a:pt x="3326973" y="3047642"/>
                  <a:pt x="3326973" y="3047642"/>
                </a:cubicBezTo>
                <a:lnTo>
                  <a:pt x="3322441" y="3055525"/>
                </a:lnTo>
                <a:cubicBezTo>
                  <a:pt x="3322244" y="3055787"/>
                  <a:pt x="3321653" y="3055984"/>
                  <a:pt x="3321653" y="3055984"/>
                </a:cubicBezTo>
                <a:lnTo>
                  <a:pt x="3312589" y="3055984"/>
                </a:lnTo>
                <a:cubicBezTo>
                  <a:pt x="3312261" y="3055984"/>
                  <a:pt x="3311801" y="3055525"/>
                  <a:pt x="3311801" y="3055525"/>
                </a:cubicBezTo>
                <a:lnTo>
                  <a:pt x="3307268" y="3047642"/>
                </a:lnTo>
                <a:cubicBezTo>
                  <a:pt x="3307137" y="3047381"/>
                  <a:pt x="3307268" y="3046788"/>
                  <a:pt x="3307268" y="3046788"/>
                </a:cubicBezTo>
                <a:lnTo>
                  <a:pt x="3311801" y="3038907"/>
                </a:lnTo>
                <a:cubicBezTo>
                  <a:pt x="3311997" y="3038644"/>
                  <a:pt x="3312589" y="3038447"/>
                  <a:pt x="3312589" y="3038447"/>
                </a:cubicBezTo>
                <a:close/>
                <a:moveTo>
                  <a:pt x="3058329" y="3038447"/>
                </a:moveTo>
                <a:lnTo>
                  <a:pt x="3067394" y="3038447"/>
                </a:lnTo>
                <a:cubicBezTo>
                  <a:pt x="3067722" y="3038447"/>
                  <a:pt x="3068182" y="3038907"/>
                  <a:pt x="3068182" y="3038907"/>
                </a:cubicBezTo>
                <a:lnTo>
                  <a:pt x="3072714" y="3046788"/>
                </a:lnTo>
                <a:cubicBezTo>
                  <a:pt x="3072845" y="3047051"/>
                  <a:pt x="3072714" y="3047642"/>
                  <a:pt x="3072714" y="3047642"/>
                </a:cubicBezTo>
                <a:lnTo>
                  <a:pt x="3068182" y="3055525"/>
                </a:lnTo>
                <a:cubicBezTo>
                  <a:pt x="3067985" y="3055787"/>
                  <a:pt x="3067394" y="3055984"/>
                  <a:pt x="3067394" y="3055984"/>
                </a:cubicBezTo>
                <a:lnTo>
                  <a:pt x="3058329" y="3055984"/>
                </a:lnTo>
                <a:cubicBezTo>
                  <a:pt x="3058001" y="3055984"/>
                  <a:pt x="3057541" y="3055525"/>
                  <a:pt x="3057541" y="3055525"/>
                </a:cubicBezTo>
                <a:lnTo>
                  <a:pt x="3053008" y="3047642"/>
                </a:lnTo>
                <a:cubicBezTo>
                  <a:pt x="3052878" y="3047381"/>
                  <a:pt x="3053008" y="3046788"/>
                  <a:pt x="3053008" y="3046788"/>
                </a:cubicBezTo>
                <a:lnTo>
                  <a:pt x="3057541" y="3038907"/>
                </a:lnTo>
                <a:cubicBezTo>
                  <a:pt x="3057739" y="3038644"/>
                  <a:pt x="3058329" y="3038447"/>
                  <a:pt x="3058329" y="3038447"/>
                </a:cubicBezTo>
                <a:close/>
                <a:moveTo>
                  <a:pt x="2803914" y="3038447"/>
                </a:moveTo>
                <a:lnTo>
                  <a:pt x="2812976" y="3038447"/>
                </a:lnTo>
                <a:cubicBezTo>
                  <a:pt x="2813307" y="3038447"/>
                  <a:pt x="2813765" y="3038907"/>
                  <a:pt x="2813765" y="3038907"/>
                </a:cubicBezTo>
                <a:lnTo>
                  <a:pt x="2818297" y="3046788"/>
                </a:lnTo>
                <a:cubicBezTo>
                  <a:pt x="2818428" y="3047051"/>
                  <a:pt x="2818297" y="3047642"/>
                  <a:pt x="2818297" y="3047642"/>
                </a:cubicBezTo>
                <a:lnTo>
                  <a:pt x="2813765" y="3055525"/>
                </a:lnTo>
                <a:cubicBezTo>
                  <a:pt x="2813569" y="3055787"/>
                  <a:pt x="2812976" y="3055984"/>
                  <a:pt x="2812976" y="3055984"/>
                </a:cubicBezTo>
                <a:lnTo>
                  <a:pt x="2803914" y="3055984"/>
                </a:lnTo>
                <a:cubicBezTo>
                  <a:pt x="2803584" y="3055984"/>
                  <a:pt x="2803123" y="3055525"/>
                  <a:pt x="2803123" y="3055525"/>
                </a:cubicBezTo>
                <a:lnTo>
                  <a:pt x="2798591" y="3047642"/>
                </a:lnTo>
                <a:cubicBezTo>
                  <a:pt x="2798460" y="3047381"/>
                  <a:pt x="2798591" y="3046788"/>
                  <a:pt x="2798591" y="3046788"/>
                </a:cubicBezTo>
                <a:lnTo>
                  <a:pt x="2803123" y="3038907"/>
                </a:lnTo>
                <a:cubicBezTo>
                  <a:pt x="2803322" y="3038644"/>
                  <a:pt x="2803914" y="3038447"/>
                  <a:pt x="2803914" y="3038447"/>
                </a:cubicBezTo>
                <a:close/>
                <a:moveTo>
                  <a:pt x="2549393" y="3038447"/>
                </a:moveTo>
                <a:lnTo>
                  <a:pt x="2558457" y="3038447"/>
                </a:lnTo>
                <a:cubicBezTo>
                  <a:pt x="2558786" y="3038447"/>
                  <a:pt x="2559246" y="3038907"/>
                  <a:pt x="2559246" y="3038907"/>
                </a:cubicBezTo>
                <a:lnTo>
                  <a:pt x="2563777" y="3046788"/>
                </a:lnTo>
                <a:cubicBezTo>
                  <a:pt x="2563909" y="3047051"/>
                  <a:pt x="2563777" y="3047642"/>
                  <a:pt x="2563777" y="3047642"/>
                </a:cubicBezTo>
                <a:lnTo>
                  <a:pt x="2559246" y="3055525"/>
                </a:lnTo>
                <a:cubicBezTo>
                  <a:pt x="2559049" y="3055787"/>
                  <a:pt x="2558457" y="3055984"/>
                  <a:pt x="2558457" y="3055984"/>
                </a:cubicBezTo>
                <a:lnTo>
                  <a:pt x="2549393" y="3055984"/>
                </a:lnTo>
                <a:cubicBezTo>
                  <a:pt x="2549065" y="3055984"/>
                  <a:pt x="2548605" y="3055525"/>
                  <a:pt x="2548605" y="3055525"/>
                </a:cubicBezTo>
                <a:lnTo>
                  <a:pt x="2544073" y="3047642"/>
                </a:lnTo>
                <a:cubicBezTo>
                  <a:pt x="2543941" y="3047381"/>
                  <a:pt x="2544073" y="3046788"/>
                  <a:pt x="2544073" y="3046788"/>
                </a:cubicBezTo>
                <a:lnTo>
                  <a:pt x="2548605" y="3038907"/>
                </a:lnTo>
                <a:cubicBezTo>
                  <a:pt x="2548802" y="3038644"/>
                  <a:pt x="2549393" y="3038447"/>
                  <a:pt x="2549393" y="3038447"/>
                </a:cubicBezTo>
                <a:close/>
                <a:moveTo>
                  <a:pt x="2295179" y="3038447"/>
                </a:moveTo>
                <a:lnTo>
                  <a:pt x="2304243" y="3038447"/>
                </a:lnTo>
                <a:cubicBezTo>
                  <a:pt x="2304572" y="3038447"/>
                  <a:pt x="2305030" y="3038907"/>
                  <a:pt x="2305030" y="3038907"/>
                </a:cubicBezTo>
                <a:lnTo>
                  <a:pt x="2309563" y="3046788"/>
                </a:lnTo>
                <a:cubicBezTo>
                  <a:pt x="2309694" y="3047051"/>
                  <a:pt x="2309563" y="3047642"/>
                  <a:pt x="2309563" y="3047642"/>
                </a:cubicBezTo>
                <a:lnTo>
                  <a:pt x="2305030" y="3055525"/>
                </a:lnTo>
                <a:cubicBezTo>
                  <a:pt x="2304833" y="3055787"/>
                  <a:pt x="2304243" y="3055984"/>
                  <a:pt x="2304243" y="3055984"/>
                </a:cubicBezTo>
                <a:lnTo>
                  <a:pt x="2295179" y="3055984"/>
                </a:lnTo>
                <a:cubicBezTo>
                  <a:pt x="2294851" y="3055984"/>
                  <a:pt x="2294390" y="3055525"/>
                  <a:pt x="2294390" y="3055525"/>
                </a:cubicBezTo>
                <a:lnTo>
                  <a:pt x="2289857" y="3047642"/>
                </a:lnTo>
                <a:cubicBezTo>
                  <a:pt x="2289726" y="3047381"/>
                  <a:pt x="2289857" y="3046788"/>
                  <a:pt x="2289857" y="3046788"/>
                </a:cubicBezTo>
                <a:lnTo>
                  <a:pt x="2294390" y="3038907"/>
                </a:lnTo>
                <a:cubicBezTo>
                  <a:pt x="2294585" y="3038644"/>
                  <a:pt x="2295179" y="3038447"/>
                  <a:pt x="2295179" y="3038447"/>
                </a:cubicBezTo>
                <a:close/>
                <a:moveTo>
                  <a:pt x="2040696" y="3038447"/>
                </a:moveTo>
                <a:lnTo>
                  <a:pt x="2049761" y="3038447"/>
                </a:lnTo>
                <a:cubicBezTo>
                  <a:pt x="2050089" y="3038447"/>
                  <a:pt x="2050550" y="3038907"/>
                  <a:pt x="2050550" y="3038907"/>
                </a:cubicBezTo>
                <a:lnTo>
                  <a:pt x="2055082" y="3046788"/>
                </a:lnTo>
                <a:cubicBezTo>
                  <a:pt x="2055213" y="3047051"/>
                  <a:pt x="2055082" y="3047642"/>
                  <a:pt x="2055082" y="3047642"/>
                </a:cubicBezTo>
                <a:lnTo>
                  <a:pt x="2050550" y="3055525"/>
                </a:lnTo>
                <a:cubicBezTo>
                  <a:pt x="2050353" y="3055787"/>
                  <a:pt x="2049761" y="3055984"/>
                  <a:pt x="2049761" y="3055984"/>
                </a:cubicBezTo>
                <a:lnTo>
                  <a:pt x="2040696" y="3055984"/>
                </a:lnTo>
                <a:cubicBezTo>
                  <a:pt x="2040369" y="3055984"/>
                  <a:pt x="2039908" y="3055525"/>
                  <a:pt x="2039908" y="3055525"/>
                </a:cubicBezTo>
                <a:lnTo>
                  <a:pt x="2035375" y="3047642"/>
                </a:lnTo>
                <a:cubicBezTo>
                  <a:pt x="2035244" y="3047381"/>
                  <a:pt x="2035375" y="3046788"/>
                  <a:pt x="2035375" y="3046788"/>
                </a:cubicBezTo>
                <a:lnTo>
                  <a:pt x="2039908" y="3038907"/>
                </a:lnTo>
                <a:cubicBezTo>
                  <a:pt x="2040105" y="3038644"/>
                  <a:pt x="2040696" y="3038447"/>
                  <a:pt x="2040696" y="3038447"/>
                </a:cubicBezTo>
                <a:close/>
                <a:moveTo>
                  <a:pt x="1786170" y="3038447"/>
                </a:moveTo>
                <a:lnTo>
                  <a:pt x="1795234" y="3038447"/>
                </a:lnTo>
                <a:cubicBezTo>
                  <a:pt x="1795563" y="3038447"/>
                  <a:pt x="1796023" y="3038907"/>
                  <a:pt x="1796023" y="3038907"/>
                </a:cubicBezTo>
                <a:lnTo>
                  <a:pt x="1800554" y="3046788"/>
                </a:lnTo>
                <a:cubicBezTo>
                  <a:pt x="1800686" y="3047051"/>
                  <a:pt x="1800554" y="3047642"/>
                  <a:pt x="1800554" y="3047642"/>
                </a:cubicBezTo>
                <a:lnTo>
                  <a:pt x="1796023" y="3055525"/>
                </a:lnTo>
                <a:cubicBezTo>
                  <a:pt x="1795826" y="3055787"/>
                  <a:pt x="1795234" y="3055984"/>
                  <a:pt x="1795234" y="3055984"/>
                </a:cubicBezTo>
                <a:lnTo>
                  <a:pt x="1786170" y="3055984"/>
                </a:lnTo>
                <a:cubicBezTo>
                  <a:pt x="1785842" y="3055984"/>
                  <a:pt x="1785382" y="3055525"/>
                  <a:pt x="1785382" y="3055525"/>
                </a:cubicBezTo>
                <a:lnTo>
                  <a:pt x="1780850" y="3047642"/>
                </a:lnTo>
                <a:cubicBezTo>
                  <a:pt x="1780718" y="3047381"/>
                  <a:pt x="1780850" y="3046788"/>
                  <a:pt x="1780850" y="3046788"/>
                </a:cubicBezTo>
                <a:lnTo>
                  <a:pt x="1785382" y="3038907"/>
                </a:lnTo>
                <a:cubicBezTo>
                  <a:pt x="1785579" y="3038644"/>
                  <a:pt x="1786170" y="3038447"/>
                  <a:pt x="1786170" y="3038447"/>
                </a:cubicBezTo>
                <a:close/>
                <a:moveTo>
                  <a:pt x="1531969" y="3038447"/>
                </a:moveTo>
                <a:lnTo>
                  <a:pt x="1541032" y="3038447"/>
                </a:lnTo>
                <a:cubicBezTo>
                  <a:pt x="1541361" y="3038447"/>
                  <a:pt x="1541820" y="3038907"/>
                  <a:pt x="1541820" y="3038907"/>
                </a:cubicBezTo>
                <a:lnTo>
                  <a:pt x="1546354" y="3046788"/>
                </a:lnTo>
                <a:cubicBezTo>
                  <a:pt x="1546486" y="3047051"/>
                  <a:pt x="1546354" y="3047642"/>
                  <a:pt x="1546354" y="3047642"/>
                </a:cubicBezTo>
                <a:lnTo>
                  <a:pt x="1541820" y="3055525"/>
                </a:lnTo>
                <a:cubicBezTo>
                  <a:pt x="1541623" y="3055787"/>
                  <a:pt x="1541032" y="3055984"/>
                  <a:pt x="1541032" y="3055984"/>
                </a:cubicBezTo>
                <a:lnTo>
                  <a:pt x="1531969" y="3055984"/>
                </a:lnTo>
                <a:cubicBezTo>
                  <a:pt x="1531641" y="3055984"/>
                  <a:pt x="1531181" y="3055525"/>
                  <a:pt x="1531181" y="3055525"/>
                </a:cubicBezTo>
                <a:lnTo>
                  <a:pt x="1526649" y="3047642"/>
                </a:lnTo>
                <a:cubicBezTo>
                  <a:pt x="1526516" y="3047381"/>
                  <a:pt x="1526649" y="3046788"/>
                  <a:pt x="1526649" y="3046788"/>
                </a:cubicBezTo>
                <a:lnTo>
                  <a:pt x="1531181" y="3038907"/>
                </a:lnTo>
                <a:cubicBezTo>
                  <a:pt x="1531378" y="3038644"/>
                  <a:pt x="1531969" y="3038447"/>
                  <a:pt x="1531969" y="3038447"/>
                </a:cubicBezTo>
                <a:close/>
                <a:moveTo>
                  <a:pt x="1277464" y="3038447"/>
                </a:moveTo>
                <a:lnTo>
                  <a:pt x="1286529" y="3038447"/>
                </a:lnTo>
                <a:cubicBezTo>
                  <a:pt x="1286857" y="3038447"/>
                  <a:pt x="1287316" y="3038907"/>
                  <a:pt x="1287316" y="3038907"/>
                </a:cubicBezTo>
                <a:lnTo>
                  <a:pt x="1291849" y="3046788"/>
                </a:lnTo>
                <a:cubicBezTo>
                  <a:pt x="1291979" y="3047051"/>
                  <a:pt x="1291849" y="3047642"/>
                  <a:pt x="1291849" y="3047642"/>
                </a:cubicBezTo>
                <a:lnTo>
                  <a:pt x="1287316" y="3055525"/>
                </a:lnTo>
                <a:cubicBezTo>
                  <a:pt x="1287119" y="3055787"/>
                  <a:pt x="1286529" y="3055984"/>
                  <a:pt x="1286529" y="3055984"/>
                </a:cubicBezTo>
                <a:lnTo>
                  <a:pt x="1277464" y="3055984"/>
                </a:lnTo>
                <a:cubicBezTo>
                  <a:pt x="1277136" y="3055984"/>
                  <a:pt x="1276675" y="3055525"/>
                  <a:pt x="1276675" y="3055525"/>
                </a:cubicBezTo>
                <a:lnTo>
                  <a:pt x="1272145" y="3047642"/>
                </a:lnTo>
                <a:cubicBezTo>
                  <a:pt x="1272013" y="3047381"/>
                  <a:pt x="1272145" y="3046788"/>
                  <a:pt x="1272145" y="3046788"/>
                </a:cubicBezTo>
                <a:lnTo>
                  <a:pt x="1276675" y="3038907"/>
                </a:lnTo>
                <a:cubicBezTo>
                  <a:pt x="1276872" y="3038644"/>
                  <a:pt x="1277464" y="3038447"/>
                  <a:pt x="1277464" y="3038447"/>
                </a:cubicBezTo>
                <a:close/>
                <a:moveTo>
                  <a:pt x="1023195" y="3038447"/>
                </a:moveTo>
                <a:lnTo>
                  <a:pt x="1032260" y="3038447"/>
                </a:lnTo>
                <a:cubicBezTo>
                  <a:pt x="1032588" y="3038447"/>
                  <a:pt x="1033047" y="3038907"/>
                  <a:pt x="1033047" y="3038907"/>
                </a:cubicBezTo>
                <a:lnTo>
                  <a:pt x="1037579" y="3046788"/>
                </a:lnTo>
                <a:cubicBezTo>
                  <a:pt x="1037710" y="3047051"/>
                  <a:pt x="1037579" y="3047642"/>
                  <a:pt x="1037579" y="3047642"/>
                </a:cubicBezTo>
                <a:lnTo>
                  <a:pt x="1033047" y="3055525"/>
                </a:lnTo>
                <a:cubicBezTo>
                  <a:pt x="1032850" y="3055787"/>
                  <a:pt x="1032260" y="3055984"/>
                  <a:pt x="1032260" y="3055984"/>
                </a:cubicBezTo>
                <a:lnTo>
                  <a:pt x="1023195" y="3055984"/>
                </a:lnTo>
                <a:cubicBezTo>
                  <a:pt x="1022866" y="3055984"/>
                  <a:pt x="1022407" y="3055525"/>
                  <a:pt x="1022407" y="3055525"/>
                </a:cubicBezTo>
                <a:lnTo>
                  <a:pt x="1017873" y="3047642"/>
                </a:lnTo>
                <a:cubicBezTo>
                  <a:pt x="1017740" y="3047381"/>
                  <a:pt x="1017873" y="3046788"/>
                  <a:pt x="1017873" y="3046788"/>
                </a:cubicBezTo>
                <a:lnTo>
                  <a:pt x="1022407" y="3038907"/>
                </a:lnTo>
                <a:cubicBezTo>
                  <a:pt x="1022605" y="3038644"/>
                  <a:pt x="1023195" y="3038447"/>
                  <a:pt x="1023195" y="3038447"/>
                </a:cubicBezTo>
                <a:close/>
                <a:moveTo>
                  <a:pt x="768632" y="3038447"/>
                </a:moveTo>
                <a:lnTo>
                  <a:pt x="777695" y="3038447"/>
                </a:lnTo>
                <a:cubicBezTo>
                  <a:pt x="778024" y="3038447"/>
                  <a:pt x="778483" y="3038907"/>
                  <a:pt x="778483" y="3038907"/>
                </a:cubicBezTo>
                <a:lnTo>
                  <a:pt x="783015" y="3046788"/>
                </a:lnTo>
                <a:cubicBezTo>
                  <a:pt x="783146" y="3047051"/>
                  <a:pt x="783015" y="3047642"/>
                  <a:pt x="783015" y="3047642"/>
                </a:cubicBezTo>
                <a:lnTo>
                  <a:pt x="778483" y="3055525"/>
                </a:lnTo>
                <a:cubicBezTo>
                  <a:pt x="778286" y="3055787"/>
                  <a:pt x="777695" y="3055984"/>
                  <a:pt x="777695" y="3055984"/>
                </a:cubicBezTo>
                <a:lnTo>
                  <a:pt x="768632" y="3055984"/>
                </a:lnTo>
                <a:cubicBezTo>
                  <a:pt x="768303" y="3055984"/>
                  <a:pt x="767843" y="3055525"/>
                  <a:pt x="767843" y="3055525"/>
                </a:cubicBezTo>
                <a:lnTo>
                  <a:pt x="763311" y="3047642"/>
                </a:lnTo>
                <a:cubicBezTo>
                  <a:pt x="763179" y="3047381"/>
                  <a:pt x="763311" y="3046788"/>
                  <a:pt x="763311" y="3046788"/>
                </a:cubicBezTo>
                <a:lnTo>
                  <a:pt x="767843" y="3038907"/>
                </a:lnTo>
                <a:cubicBezTo>
                  <a:pt x="768040" y="3038644"/>
                  <a:pt x="768632" y="3038447"/>
                  <a:pt x="768632" y="3038447"/>
                </a:cubicBezTo>
                <a:close/>
                <a:moveTo>
                  <a:pt x="514208" y="3038447"/>
                </a:moveTo>
                <a:lnTo>
                  <a:pt x="523272" y="3038447"/>
                </a:lnTo>
                <a:cubicBezTo>
                  <a:pt x="523600" y="3038447"/>
                  <a:pt x="524060" y="3038907"/>
                  <a:pt x="524060" y="3038907"/>
                </a:cubicBezTo>
                <a:lnTo>
                  <a:pt x="528592" y="3046788"/>
                </a:lnTo>
                <a:cubicBezTo>
                  <a:pt x="528723" y="3047051"/>
                  <a:pt x="528592" y="3047642"/>
                  <a:pt x="528592" y="3047642"/>
                </a:cubicBezTo>
                <a:lnTo>
                  <a:pt x="524060" y="3055525"/>
                </a:lnTo>
                <a:cubicBezTo>
                  <a:pt x="523863" y="3055787"/>
                  <a:pt x="523272" y="3055984"/>
                  <a:pt x="523272" y="3055984"/>
                </a:cubicBezTo>
                <a:lnTo>
                  <a:pt x="514208" y="3055984"/>
                </a:lnTo>
                <a:cubicBezTo>
                  <a:pt x="513879" y="3055984"/>
                  <a:pt x="513420" y="3055525"/>
                  <a:pt x="513420" y="3055525"/>
                </a:cubicBezTo>
                <a:lnTo>
                  <a:pt x="508887" y="3047642"/>
                </a:lnTo>
                <a:cubicBezTo>
                  <a:pt x="508756" y="3047381"/>
                  <a:pt x="508887" y="3046788"/>
                  <a:pt x="508887" y="3046788"/>
                </a:cubicBezTo>
                <a:lnTo>
                  <a:pt x="513420" y="3038907"/>
                </a:lnTo>
                <a:cubicBezTo>
                  <a:pt x="513617" y="3038644"/>
                  <a:pt x="514208" y="3038447"/>
                  <a:pt x="514208" y="3038447"/>
                </a:cubicBezTo>
                <a:close/>
                <a:moveTo>
                  <a:pt x="259915" y="3038447"/>
                </a:moveTo>
                <a:lnTo>
                  <a:pt x="268979" y="3038447"/>
                </a:lnTo>
                <a:cubicBezTo>
                  <a:pt x="269307" y="3038447"/>
                  <a:pt x="269767" y="3038907"/>
                  <a:pt x="269767" y="3038907"/>
                </a:cubicBezTo>
                <a:lnTo>
                  <a:pt x="274299" y="3046788"/>
                </a:lnTo>
                <a:cubicBezTo>
                  <a:pt x="274430" y="3047051"/>
                  <a:pt x="274299" y="3047642"/>
                  <a:pt x="274299" y="3047642"/>
                </a:cubicBezTo>
                <a:lnTo>
                  <a:pt x="269767" y="3055525"/>
                </a:lnTo>
                <a:cubicBezTo>
                  <a:pt x="269570" y="3055787"/>
                  <a:pt x="268979" y="3055984"/>
                  <a:pt x="268979" y="3055984"/>
                </a:cubicBezTo>
                <a:lnTo>
                  <a:pt x="259915" y="3055984"/>
                </a:lnTo>
                <a:cubicBezTo>
                  <a:pt x="259586" y="3055984"/>
                  <a:pt x="259126" y="3055525"/>
                  <a:pt x="259126" y="3055525"/>
                </a:cubicBezTo>
                <a:lnTo>
                  <a:pt x="254594" y="3047642"/>
                </a:lnTo>
                <a:cubicBezTo>
                  <a:pt x="254463" y="3047381"/>
                  <a:pt x="254594" y="3046788"/>
                  <a:pt x="254594" y="3046788"/>
                </a:cubicBezTo>
                <a:lnTo>
                  <a:pt x="259126" y="3038907"/>
                </a:lnTo>
                <a:cubicBezTo>
                  <a:pt x="259323" y="3038644"/>
                  <a:pt x="259915" y="3038447"/>
                  <a:pt x="259915" y="3038447"/>
                </a:cubicBezTo>
                <a:close/>
                <a:moveTo>
                  <a:pt x="5499" y="3038447"/>
                </a:moveTo>
                <a:lnTo>
                  <a:pt x="14563" y="3038447"/>
                </a:lnTo>
                <a:cubicBezTo>
                  <a:pt x="14891" y="3038447"/>
                  <a:pt x="15351" y="3038907"/>
                  <a:pt x="15351" y="3038907"/>
                </a:cubicBezTo>
                <a:lnTo>
                  <a:pt x="19883" y="3046788"/>
                </a:lnTo>
                <a:cubicBezTo>
                  <a:pt x="20014" y="3047051"/>
                  <a:pt x="19883" y="3047642"/>
                  <a:pt x="19883" y="3047642"/>
                </a:cubicBezTo>
                <a:lnTo>
                  <a:pt x="15351" y="3055525"/>
                </a:lnTo>
                <a:cubicBezTo>
                  <a:pt x="15154" y="3055787"/>
                  <a:pt x="14563" y="3055984"/>
                  <a:pt x="14563" y="3055984"/>
                </a:cubicBezTo>
                <a:lnTo>
                  <a:pt x="5499" y="3055984"/>
                </a:lnTo>
                <a:cubicBezTo>
                  <a:pt x="5170" y="3055984"/>
                  <a:pt x="4710" y="3055525"/>
                  <a:pt x="4710" y="3055525"/>
                </a:cubicBezTo>
                <a:lnTo>
                  <a:pt x="179" y="3047642"/>
                </a:lnTo>
                <a:cubicBezTo>
                  <a:pt x="47" y="3047381"/>
                  <a:pt x="179" y="3046788"/>
                  <a:pt x="179" y="3046788"/>
                </a:cubicBezTo>
                <a:lnTo>
                  <a:pt x="4710" y="3038907"/>
                </a:lnTo>
                <a:cubicBezTo>
                  <a:pt x="4907" y="3038644"/>
                  <a:pt x="5499" y="3038447"/>
                  <a:pt x="5499" y="3038447"/>
                </a:cubicBezTo>
                <a:close/>
                <a:moveTo>
                  <a:pt x="10435622" y="2821440"/>
                </a:moveTo>
                <a:lnTo>
                  <a:pt x="10444686" y="2821440"/>
                </a:lnTo>
                <a:cubicBezTo>
                  <a:pt x="10445015" y="2821440"/>
                  <a:pt x="10445474" y="2821899"/>
                  <a:pt x="10445474" y="2821899"/>
                </a:cubicBezTo>
                <a:lnTo>
                  <a:pt x="10450007" y="2829781"/>
                </a:lnTo>
                <a:cubicBezTo>
                  <a:pt x="10450138" y="2830043"/>
                  <a:pt x="10450007" y="2830635"/>
                  <a:pt x="10450007" y="2830635"/>
                </a:cubicBezTo>
                <a:lnTo>
                  <a:pt x="10445474" y="2838517"/>
                </a:lnTo>
                <a:cubicBezTo>
                  <a:pt x="10445278" y="2838779"/>
                  <a:pt x="10444686" y="2838976"/>
                  <a:pt x="10444686" y="2838976"/>
                </a:cubicBezTo>
                <a:lnTo>
                  <a:pt x="10435622" y="2838976"/>
                </a:lnTo>
                <a:cubicBezTo>
                  <a:pt x="10435295" y="2838976"/>
                  <a:pt x="10434834" y="2838517"/>
                  <a:pt x="10434834" y="2838517"/>
                </a:cubicBezTo>
                <a:lnTo>
                  <a:pt x="10430302" y="2830635"/>
                </a:lnTo>
                <a:cubicBezTo>
                  <a:pt x="10430171" y="2830372"/>
                  <a:pt x="10430302" y="2829781"/>
                  <a:pt x="10430302" y="2829781"/>
                </a:cubicBezTo>
                <a:lnTo>
                  <a:pt x="10434834" y="2821899"/>
                </a:lnTo>
                <a:cubicBezTo>
                  <a:pt x="10435031" y="2821637"/>
                  <a:pt x="10435622" y="2821440"/>
                  <a:pt x="10435622" y="2821440"/>
                </a:cubicBezTo>
                <a:close/>
                <a:moveTo>
                  <a:pt x="10181242" y="2821440"/>
                </a:moveTo>
                <a:lnTo>
                  <a:pt x="10190305" y="2821440"/>
                </a:lnTo>
                <a:cubicBezTo>
                  <a:pt x="10190635" y="2821440"/>
                  <a:pt x="10191093" y="2821899"/>
                  <a:pt x="10191093" y="2821899"/>
                </a:cubicBezTo>
                <a:lnTo>
                  <a:pt x="10195626" y="2829781"/>
                </a:lnTo>
                <a:cubicBezTo>
                  <a:pt x="10195758" y="2830043"/>
                  <a:pt x="10195626" y="2830635"/>
                  <a:pt x="10195626" y="2830635"/>
                </a:cubicBezTo>
                <a:lnTo>
                  <a:pt x="10191093" y="2838517"/>
                </a:lnTo>
                <a:cubicBezTo>
                  <a:pt x="10190896" y="2838779"/>
                  <a:pt x="10190305" y="2838976"/>
                  <a:pt x="10190305" y="2838976"/>
                </a:cubicBezTo>
                <a:lnTo>
                  <a:pt x="10181242" y="2838976"/>
                </a:lnTo>
                <a:cubicBezTo>
                  <a:pt x="10180914" y="2838976"/>
                  <a:pt x="10180453" y="2838517"/>
                  <a:pt x="10180453" y="2838517"/>
                </a:cubicBezTo>
                <a:lnTo>
                  <a:pt x="10175922" y="2830635"/>
                </a:lnTo>
                <a:cubicBezTo>
                  <a:pt x="10175790" y="2830372"/>
                  <a:pt x="10175922" y="2829781"/>
                  <a:pt x="10175922" y="2829781"/>
                </a:cubicBezTo>
                <a:lnTo>
                  <a:pt x="10180453" y="2821899"/>
                </a:lnTo>
                <a:cubicBezTo>
                  <a:pt x="10180650" y="2821637"/>
                  <a:pt x="10181242" y="2821440"/>
                  <a:pt x="10181242" y="2821440"/>
                </a:cubicBezTo>
                <a:close/>
                <a:moveTo>
                  <a:pt x="9926861" y="2821440"/>
                </a:moveTo>
                <a:lnTo>
                  <a:pt x="9935924" y="2821440"/>
                </a:lnTo>
                <a:cubicBezTo>
                  <a:pt x="9936254" y="2821440"/>
                  <a:pt x="9936713" y="2821899"/>
                  <a:pt x="9936713" y="2821899"/>
                </a:cubicBezTo>
                <a:lnTo>
                  <a:pt x="9941246" y="2829781"/>
                </a:lnTo>
                <a:cubicBezTo>
                  <a:pt x="9941376" y="2830043"/>
                  <a:pt x="9941246" y="2830635"/>
                  <a:pt x="9941246" y="2830635"/>
                </a:cubicBezTo>
                <a:lnTo>
                  <a:pt x="9936713" y="2838517"/>
                </a:lnTo>
                <a:cubicBezTo>
                  <a:pt x="9936516" y="2838779"/>
                  <a:pt x="9935924" y="2838976"/>
                  <a:pt x="9935924" y="2838976"/>
                </a:cubicBezTo>
                <a:lnTo>
                  <a:pt x="9926861" y="2838976"/>
                </a:lnTo>
                <a:cubicBezTo>
                  <a:pt x="9926532" y="2838976"/>
                  <a:pt x="9926073" y="2838517"/>
                  <a:pt x="9926073" y="2838517"/>
                </a:cubicBezTo>
                <a:lnTo>
                  <a:pt x="9921541" y="2830635"/>
                </a:lnTo>
                <a:cubicBezTo>
                  <a:pt x="9921410" y="2830372"/>
                  <a:pt x="9921541" y="2829781"/>
                  <a:pt x="9921541" y="2829781"/>
                </a:cubicBezTo>
                <a:lnTo>
                  <a:pt x="9926073" y="2821899"/>
                </a:lnTo>
                <a:cubicBezTo>
                  <a:pt x="9926270" y="2821637"/>
                  <a:pt x="9926861" y="2821440"/>
                  <a:pt x="9926861" y="2821440"/>
                </a:cubicBezTo>
                <a:close/>
                <a:moveTo>
                  <a:pt x="9672481" y="2821440"/>
                </a:moveTo>
                <a:lnTo>
                  <a:pt x="9681545" y="2821440"/>
                </a:lnTo>
                <a:cubicBezTo>
                  <a:pt x="9681872" y="2821440"/>
                  <a:pt x="9682333" y="2821899"/>
                  <a:pt x="9682333" y="2821899"/>
                </a:cubicBezTo>
                <a:lnTo>
                  <a:pt x="9686865" y="2829781"/>
                </a:lnTo>
                <a:cubicBezTo>
                  <a:pt x="9686996" y="2830043"/>
                  <a:pt x="9686865" y="2830635"/>
                  <a:pt x="9686865" y="2830635"/>
                </a:cubicBezTo>
                <a:lnTo>
                  <a:pt x="9682333" y="2838517"/>
                </a:lnTo>
                <a:cubicBezTo>
                  <a:pt x="9682136" y="2838779"/>
                  <a:pt x="9681545" y="2838976"/>
                  <a:pt x="9681545" y="2838976"/>
                </a:cubicBezTo>
                <a:lnTo>
                  <a:pt x="9672481" y="2838976"/>
                </a:lnTo>
                <a:cubicBezTo>
                  <a:pt x="9672152" y="2838976"/>
                  <a:pt x="9671693" y="2838517"/>
                  <a:pt x="9671693" y="2838517"/>
                </a:cubicBezTo>
                <a:lnTo>
                  <a:pt x="9667160" y="2830635"/>
                </a:lnTo>
                <a:cubicBezTo>
                  <a:pt x="9667030" y="2830372"/>
                  <a:pt x="9667160" y="2829781"/>
                  <a:pt x="9667160" y="2829781"/>
                </a:cubicBezTo>
                <a:lnTo>
                  <a:pt x="9671693" y="2821899"/>
                </a:lnTo>
                <a:cubicBezTo>
                  <a:pt x="9671890" y="2821637"/>
                  <a:pt x="9672481" y="2821440"/>
                  <a:pt x="9672481" y="2821440"/>
                </a:cubicBezTo>
                <a:close/>
                <a:moveTo>
                  <a:pt x="9418035" y="2821440"/>
                </a:moveTo>
                <a:lnTo>
                  <a:pt x="9427099" y="2821440"/>
                </a:lnTo>
                <a:cubicBezTo>
                  <a:pt x="9427427" y="2821440"/>
                  <a:pt x="9427887" y="2821899"/>
                  <a:pt x="9427887" y="2821899"/>
                </a:cubicBezTo>
                <a:lnTo>
                  <a:pt x="9432419" y="2829781"/>
                </a:lnTo>
                <a:cubicBezTo>
                  <a:pt x="9432550" y="2830043"/>
                  <a:pt x="9432419" y="2830635"/>
                  <a:pt x="9432419" y="2830635"/>
                </a:cubicBezTo>
                <a:lnTo>
                  <a:pt x="9427887" y="2838517"/>
                </a:lnTo>
                <a:cubicBezTo>
                  <a:pt x="9427690" y="2838779"/>
                  <a:pt x="9427099" y="2838976"/>
                  <a:pt x="9427099" y="2838976"/>
                </a:cubicBezTo>
                <a:lnTo>
                  <a:pt x="9418035" y="2838976"/>
                </a:lnTo>
                <a:cubicBezTo>
                  <a:pt x="9417707" y="2838976"/>
                  <a:pt x="9417247" y="2838517"/>
                  <a:pt x="9417247" y="2838517"/>
                </a:cubicBezTo>
                <a:lnTo>
                  <a:pt x="9412714" y="2830635"/>
                </a:lnTo>
                <a:cubicBezTo>
                  <a:pt x="9412583" y="2830372"/>
                  <a:pt x="9412714" y="2829781"/>
                  <a:pt x="9412714" y="2829781"/>
                </a:cubicBezTo>
                <a:lnTo>
                  <a:pt x="9417247" y="2821899"/>
                </a:lnTo>
                <a:cubicBezTo>
                  <a:pt x="9417444" y="2821637"/>
                  <a:pt x="9418035" y="2821440"/>
                  <a:pt x="9418035" y="2821440"/>
                </a:cubicBezTo>
                <a:close/>
                <a:moveTo>
                  <a:pt x="9163654" y="2821440"/>
                </a:moveTo>
                <a:lnTo>
                  <a:pt x="9172718" y="2821440"/>
                </a:lnTo>
                <a:cubicBezTo>
                  <a:pt x="9173046" y="2821440"/>
                  <a:pt x="9173506" y="2821899"/>
                  <a:pt x="9173506" y="2821899"/>
                </a:cubicBezTo>
                <a:lnTo>
                  <a:pt x="9178038" y="2829781"/>
                </a:lnTo>
                <a:cubicBezTo>
                  <a:pt x="9178169" y="2830043"/>
                  <a:pt x="9178038" y="2830635"/>
                  <a:pt x="9178038" y="2830635"/>
                </a:cubicBezTo>
                <a:lnTo>
                  <a:pt x="9173506" y="2838517"/>
                </a:lnTo>
                <a:cubicBezTo>
                  <a:pt x="9173309" y="2838779"/>
                  <a:pt x="9172718" y="2838976"/>
                  <a:pt x="9172718" y="2838976"/>
                </a:cubicBezTo>
                <a:lnTo>
                  <a:pt x="9163654" y="2838976"/>
                </a:lnTo>
                <a:cubicBezTo>
                  <a:pt x="9163326" y="2838976"/>
                  <a:pt x="9162866" y="2838517"/>
                  <a:pt x="9162866" y="2838517"/>
                </a:cubicBezTo>
                <a:lnTo>
                  <a:pt x="9158333" y="2830635"/>
                </a:lnTo>
                <a:cubicBezTo>
                  <a:pt x="9158202" y="2830372"/>
                  <a:pt x="9158333" y="2829781"/>
                  <a:pt x="9158333" y="2829781"/>
                </a:cubicBezTo>
                <a:lnTo>
                  <a:pt x="9162866" y="2821899"/>
                </a:lnTo>
                <a:cubicBezTo>
                  <a:pt x="9163062" y="2821637"/>
                  <a:pt x="9163654" y="2821440"/>
                  <a:pt x="9163654" y="2821440"/>
                </a:cubicBezTo>
                <a:close/>
                <a:moveTo>
                  <a:pt x="8909274" y="2821440"/>
                </a:moveTo>
                <a:lnTo>
                  <a:pt x="8918336" y="2821440"/>
                </a:lnTo>
                <a:cubicBezTo>
                  <a:pt x="8918666" y="2821440"/>
                  <a:pt x="8919125" y="2821899"/>
                  <a:pt x="8919125" y="2821899"/>
                </a:cubicBezTo>
                <a:lnTo>
                  <a:pt x="8923657" y="2829781"/>
                </a:lnTo>
                <a:cubicBezTo>
                  <a:pt x="8923789" y="2830043"/>
                  <a:pt x="8923657" y="2830635"/>
                  <a:pt x="8923657" y="2830635"/>
                </a:cubicBezTo>
                <a:lnTo>
                  <a:pt x="8919125" y="2838517"/>
                </a:lnTo>
                <a:cubicBezTo>
                  <a:pt x="8918928" y="2838779"/>
                  <a:pt x="8918336" y="2838976"/>
                  <a:pt x="8918336" y="2838976"/>
                </a:cubicBezTo>
                <a:lnTo>
                  <a:pt x="8909274" y="2838976"/>
                </a:lnTo>
                <a:cubicBezTo>
                  <a:pt x="8908945" y="2838976"/>
                  <a:pt x="8908484" y="2838517"/>
                  <a:pt x="8908484" y="2838517"/>
                </a:cubicBezTo>
                <a:lnTo>
                  <a:pt x="8903953" y="2830635"/>
                </a:lnTo>
                <a:cubicBezTo>
                  <a:pt x="8903821" y="2830372"/>
                  <a:pt x="8903953" y="2829781"/>
                  <a:pt x="8903953" y="2829781"/>
                </a:cubicBezTo>
                <a:lnTo>
                  <a:pt x="8908484" y="2821899"/>
                </a:lnTo>
                <a:cubicBezTo>
                  <a:pt x="8908681" y="2821637"/>
                  <a:pt x="8909274" y="2821440"/>
                  <a:pt x="8909274" y="2821440"/>
                </a:cubicBezTo>
                <a:close/>
                <a:moveTo>
                  <a:pt x="8654892" y="2821440"/>
                </a:moveTo>
                <a:lnTo>
                  <a:pt x="8663955" y="2821440"/>
                </a:lnTo>
                <a:cubicBezTo>
                  <a:pt x="8664285" y="2821440"/>
                  <a:pt x="8664744" y="2821899"/>
                  <a:pt x="8664744" y="2821899"/>
                </a:cubicBezTo>
                <a:lnTo>
                  <a:pt x="8669277" y="2829781"/>
                </a:lnTo>
                <a:cubicBezTo>
                  <a:pt x="8669408" y="2830043"/>
                  <a:pt x="8669277" y="2830635"/>
                  <a:pt x="8669277" y="2830635"/>
                </a:cubicBezTo>
                <a:lnTo>
                  <a:pt x="8664744" y="2838517"/>
                </a:lnTo>
                <a:cubicBezTo>
                  <a:pt x="8664548" y="2838779"/>
                  <a:pt x="8663955" y="2838976"/>
                  <a:pt x="8663955" y="2838976"/>
                </a:cubicBezTo>
                <a:lnTo>
                  <a:pt x="8654892" y="2838976"/>
                </a:lnTo>
                <a:cubicBezTo>
                  <a:pt x="8654565" y="2838976"/>
                  <a:pt x="8654104" y="2838517"/>
                  <a:pt x="8654104" y="2838517"/>
                </a:cubicBezTo>
                <a:lnTo>
                  <a:pt x="8649572" y="2830635"/>
                </a:lnTo>
                <a:cubicBezTo>
                  <a:pt x="8649441" y="2830372"/>
                  <a:pt x="8649572" y="2829781"/>
                  <a:pt x="8649572" y="2829781"/>
                </a:cubicBezTo>
                <a:lnTo>
                  <a:pt x="8654104" y="2821899"/>
                </a:lnTo>
                <a:cubicBezTo>
                  <a:pt x="8654301" y="2821637"/>
                  <a:pt x="8654892" y="2821440"/>
                  <a:pt x="8654892" y="2821440"/>
                </a:cubicBezTo>
                <a:close/>
                <a:moveTo>
                  <a:pt x="8400511" y="2821440"/>
                </a:moveTo>
                <a:lnTo>
                  <a:pt x="8409575" y="2821440"/>
                </a:lnTo>
                <a:cubicBezTo>
                  <a:pt x="8409904" y="2821440"/>
                  <a:pt x="8410363" y="2821899"/>
                  <a:pt x="8410363" y="2821899"/>
                </a:cubicBezTo>
                <a:lnTo>
                  <a:pt x="8414896" y="2829781"/>
                </a:lnTo>
                <a:cubicBezTo>
                  <a:pt x="8415027" y="2830043"/>
                  <a:pt x="8414896" y="2830635"/>
                  <a:pt x="8414896" y="2830635"/>
                </a:cubicBezTo>
                <a:lnTo>
                  <a:pt x="8410363" y="2838517"/>
                </a:lnTo>
                <a:cubicBezTo>
                  <a:pt x="8410166" y="2838779"/>
                  <a:pt x="8409575" y="2838976"/>
                  <a:pt x="8409575" y="2838976"/>
                </a:cubicBezTo>
                <a:lnTo>
                  <a:pt x="8400511" y="2838976"/>
                </a:lnTo>
                <a:cubicBezTo>
                  <a:pt x="8400184" y="2838976"/>
                  <a:pt x="8399723" y="2838517"/>
                  <a:pt x="8399723" y="2838517"/>
                </a:cubicBezTo>
                <a:lnTo>
                  <a:pt x="8395191" y="2830635"/>
                </a:lnTo>
                <a:cubicBezTo>
                  <a:pt x="8395060" y="2830372"/>
                  <a:pt x="8395191" y="2829781"/>
                  <a:pt x="8395191" y="2829781"/>
                </a:cubicBezTo>
                <a:lnTo>
                  <a:pt x="8399723" y="2821899"/>
                </a:lnTo>
                <a:cubicBezTo>
                  <a:pt x="8399920" y="2821637"/>
                  <a:pt x="8400511" y="2821440"/>
                  <a:pt x="8400511" y="2821440"/>
                </a:cubicBezTo>
                <a:close/>
                <a:moveTo>
                  <a:pt x="8146065" y="2821440"/>
                </a:moveTo>
                <a:lnTo>
                  <a:pt x="8155129" y="2821440"/>
                </a:lnTo>
                <a:cubicBezTo>
                  <a:pt x="8155458" y="2821440"/>
                  <a:pt x="8155917" y="2821899"/>
                  <a:pt x="8155917" y="2821899"/>
                </a:cubicBezTo>
                <a:lnTo>
                  <a:pt x="8160449" y="2829781"/>
                </a:lnTo>
                <a:cubicBezTo>
                  <a:pt x="8160580" y="2830043"/>
                  <a:pt x="8160449" y="2830635"/>
                  <a:pt x="8160449" y="2830635"/>
                </a:cubicBezTo>
                <a:lnTo>
                  <a:pt x="8155917" y="2838517"/>
                </a:lnTo>
                <a:cubicBezTo>
                  <a:pt x="8155719" y="2838779"/>
                  <a:pt x="8155129" y="2838976"/>
                  <a:pt x="8155129" y="2838976"/>
                </a:cubicBezTo>
                <a:lnTo>
                  <a:pt x="8146065" y="2838976"/>
                </a:lnTo>
                <a:cubicBezTo>
                  <a:pt x="8145737" y="2838976"/>
                  <a:pt x="8145277" y="2838517"/>
                  <a:pt x="8145277" y="2838517"/>
                </a:cubicBezTo>
                <a:lnTo>
                  <a:pt x="8140745" y="2830635"/>
                </a:lnTo>
                <a:cubicBezTo>
                  <a:pt x="8140613" y="2830372"/>
                  <a:pt x="8140745" y="2829781"/>
                  <a:pt x="8140745" y="2829781"/>
                </a:cubicBezTo>
                <a:lnTo>
                  <a:pt x="8145277" y="2821899"/>
                </a:lnTo>
                <a:cubicBezTo>
                  <a:pt x="8145474" y="2821637"/>
                  <a:pt x="8146065" y="2821440"/>
                  <a:pt x="8146065" y="2821440"/>
                </a:cubicBezTo>
                <a:close/>
                <a:moveTo>
                  <a:pt x="7891684" y="2821440"/>
                </a:moveTo>
                <a:lnTo>
                  <a:pt x="7900748" y="2821440"/>
                </a:lnTo>
                <a:cubicBezTo>
                  <a:pt x="7901076" y="2821440"/>
                  <a:pt x="7901536" y="2821899"/>
                  <a:pt x="7901536" y="2821899"/>
                </a:cubicBezTo>
                <a:lnTo>
                  <a:pt x="7906067" y="2829781"/>
                </a:lnTo>
                <a:cubicBezTo>
                  <a:pt x="7906199" y="2830043"/>
                  <a:pt x="7906067" y="2830635"/>
                  <a:pt x="7906067" y="2830635"/>
                </a:cubicBezTo>
                <a:lnTo>
                  <a:pt x="7901536" y="2838517"/>
                </a:lnTo>
                <a:cubicBezTo>
                  <a:pt x="7901339" y="2838779"/>
                  <a:pt x="7900748" y="2838976"/>
                  <a:pt x="7900748" y="2838976"/>
                </a:cubicBezTo>
                <a:lnTo>
                  <a:pt x="7891684" y="2838976"/>
                </a:lnTo>
                <a:cubicBezTo>
                  <a:pt x="7891355" y="2838976"/>
                  <a:pt x="7890896" y="2838517"/>
                  <a:pt x="7890896" y="2838517"/>
                </a:cubicBezTo>
                <a:lnTo>
                  <a:pt x="7886363" y="2830635"/>
                </a:lnTo>
                <a:cubicBezTo>
                  <a:pt x="7886233" y="2830372"/>
                  <a:pt x="7886363" y="2829781"/>
                  <a:pt x="7886363" y="2829781"/>
                </a:cubicBezTo>
                <a:lnTo>
                  <a:pt x="7890896" y="2821899"/>
                </a:lnTo>
                <a:cubicBezTo>
                  <a:pt x="7891093" y="2821637"/>
                  <a:pt x="7891684" y="2821440"/>
                  <a:pt x="7891684" y="2821440"/>
                </a:cubicBezTo>
                <a:close/>
                <a:moveTo>
                  <a:pt x="7637304" y="2821440"/>
                </a:moveTo>
                <a:lnTo>
                  <a:pt x="7646367" y="2821440"/>
                </a:lnTo>
                <a:cubicBezTo>
                  <a:pt x="7646696" y="2821440"/>
                  <a:pt x="7647156" y="2821899"/>
                  <a:pt x="7647156" y="2821899"/>
                </a:cubicBezTo>
                <a:lnTo>
                  <a:pt x="7651687" y="2829781"/>
                </a:lnTo>
                <a:cubicBezTo>
                  <a:pt x="7651819" y="2830043"/>
                  <a:pt x="7651687" y="2830635"/>
                  <a:pt x="7651687" y="2830635"/>
                </a:cubicBezTo>
                <a:lnTo>
                  <a:pt x="7647156" y="2838517"/>
                </a:lnTo>
                <a:cubicBezTo>
                  <a:pt x="7646958" y="2838779"/>
                  <a:pt x="7646367" y="2838976"/>
                  <a:pt x="7646367" y="2838976"/>
                </a:cubicBezTo>
                <a:lnTo>
                  <a:pt x="7637304" y="2838976"/>
                </a:lnTo>
                <a:cubicBezTo>
                  <a:pt x="7636975" y="2838976"/>
                  <a:pt x="7636516" y="2838517"/>
                  <a:pt x="7636516" y="2838517"/>
                </a:cubicBezTo>
                <a:lnTo>
                  <a:pt x="7631983" y="2830635"/>
                </a:lnTo>
                <a:cubicBezTo>
                  <a:pt x="7631851" y="2830372"/>
                  <a:pt x="7631983" y="2829781"/>
                  <a:pt x="7631983" y="2829781"/>
                </a:cubicBezTo>
                <a:lnTo>
                  <a:pt x="7636516" y="2821899"/>
                </a:lnTo>
                <a:cubicBezTo>
                  <a:pt x="7636713" y="2821637"/>
                  <a:pt x="7637304" y="2821440"/>
                  <a:pt x="7637304" y="2821440"/>
                </a:cubicBezTo>
                <a:close/>
                <a:moveTo>
                  <a:pt x="7382923" y="2821440"/>
                </a:moveTo>
                <a:lnTo>
                  <a:pt x="7391987" y="2821440"/>
                </a:lnTo>
                <a:cubicBezTo>
                  <a:pt x="7392315" y="2821440"/>
                  <a:pt x="7392775" y="2821899"/>
                  <a:pt x="7392775" y="2821899"/>
                </a:cubicBezTo>
                <a:lnTo>
                  <a:pt x="7397307" y="2829781"/>
                </a:lnTo>
                <a:cubicBezTo>
                  <a:pt x="7397438" y="2830043"/>
                  <a:pt x="7397307" y="2830635"/>
                  <a:pt x="7397307" y="2830635"/>
                </a:cubicBezTo>
                <a:lnTo>
                  <a:pt x="7392775" y="2838517"/>
                </a:lnTo>
                <a:cubicBezTo>
                  <a:pt x="7392578" y="2838779"/>
                  <a:pt x="7391987" y="2838976"/>
                  <a:pt x="7391987" y="2838976"/>
                </a:cubicBezTo>
                <a:lnTo>
                  <a:pt x="7382923" y="2838976"/>
                </a:lnTo>
                <a:cubicBezTo>
                  <a:pt x="7382595" y="2838976"/>
                  <a:pt x="7382135" y="2838517"/>
                  <a:pt x="7382135" y="2838517"/>
                </a:cubicBezTo>
                <a:lnTo>
                  <a:pt x="7377602" y="2830635"/>
                </a:lnTo>
                <a:cubicBezTo>
                  <a:pt x="7377471" y="2830372"/>
                  <a:pt x="7377602" y="2829781"/>
                  <a:pt x="7377602" y="2829781"/>
                </a:cubicBezTo>
                <a:lnTo>
                  <a:pt x="7382135" y="2821899"/>
                </a:lnTo>
                <a:cubicBezTo>
                  <a:pt x="7382331" y="2821637"/>
                  <a:pt x="7382923" y="2821440"/>
                  <a:pt x="7382923" y="2821440"/>
                </a:cubicBezTo>
                <a:close/>
                <a:moveTo>
                  <a:pt x="7128477" y="2821440"/>
                </a:moveTo>
                <a:lnTo>
                  <a:pt x="7137540" y="2821440"/>
                </a:lnTo>
                <a:cubicBezTo>
                  <a:pt x="7137869" y="2821440"/>
                  <a:pt x="7138328" y="2821899"/>
                  <a:pt x="7138328" y="2821899"/>
                </a:cubicBezTo>
                <a:lnTo>
                  <a:pt x="7142860" y="2829781"/>
                </a:lnTo>
                <a:cubicBezTo>
                  <a:pt x="7142992" y="2830043"/>
                  <a:pt x="7142860" y="2830635"/>
                  <a:pt x="7142860" y="2830635"/>
                </a:cubicBezTo>
                <a:lnTo>
                  <a:pt x="7138328" y="2838517"/>
                </a:lnTo>
                <a:cubicBezTo>
                  <a:pt x="7138131" y="2838779"/>
                  <a:pt x="7137540" y="2838976"/>
                  <a:pt x="7137540" y="2838976"/>
                </a:cubicBezTo>
                <a:lnTo>
                  <a:pt x="7128477" y="2838976"/>
                </a:lnTo>
                <a:cubicBezTo>
                  <a:pt x="7128148" y="2838976"/>
                  <a:pt x="7127689" y="2838517"/>
                  <a:pt x="7127689" y="2838517"/>
                </a:cubicBezTo>
                <a:lnTo>
                  <a:pt x="7123156" y="2830635"/>
                </a:lnTo>
                <a:cubicBezTo>
                  <a:pt x="7123024" y="2830372"/>
                  <a:pt x="7123156" y="2829781"/>
                  <a:pt x="7123156" y="2829781"/>
                </a:cubicBezTo>
                <a:lnTo>
                  <a:pt x="7127689" y="2821899"/>
                </a:lnTo>
                <a:cubicBezTo>
                  <a:pt x="7127885" y="2821637"/>
                  <a:pt x="7128477" y="2821440"/>
                  <a:pt x="7128477" y="2821440"/>
                </a:cubicBezTo>
                <a:close/>
                <a:moveTo>
                  <a:pt x="6874095" y="2821440"/>
                </a:moveTo>
                <a:lnTo>
                  <a:pt x="6883159" y="2821440"/>
                </a:lnTo>
                <a:cubicBezTo>
                  <a:pt x="6883488" y="2821440"/>
                  <a:pt x="6883947" y="2821899"/>
                  <a:pt x="6883947" y="2821899"/>
                </a:cubicBezTo>
                <a:lnTo>
                  <a:pt x="6888480" y="2829781"/>
                </a:lnTo>
                <a:cubicBezTo>
                  <a:pt x="6888611" y="2830043"/>
                  <a:pt x="6888480" y="2830635"/>
                  <a:pt x="6888480" y="2830635"/>
                </a:cubicBezTo>
                <a:lnTo>
                  <a:pt x="6883947" y="2838517"/>
                </a:lnTo>
                <a:cubicBezTo>
                  <a:pt x="6883751" y="2838779"/>
                  <a:pt x="6883159" y="2838976"/>
                  <a:pt x="6883159" y="2838976"/>
                </a:cubicBezTo>
                <a:lnTo>
                  <a:pt x="6874095" y="2838976"/>
                </a:lnTo>
                <a:cubicBezTo>
                  <a:pt x="6873768" y="2838976"/>
                  <a:pt x="6873307" y="2838517"/>
                  <a:pt x="6873307" y="2838517"/>
                </a:cubicBezTo>
                <a:lnTo>
                  <a:pt x="6868775" y="2830635"/>
                </a:lnTo>
                <a:cubicBezTo>
                  <a:pt x="6868644" y="2830372"/>
                  <a:pt x="6868775" y="2829781"/>
                  <a:pt x="6868775" y="2829781"/>
                </a:cubicBezTo>
                <a:lnTo>
                  <a:pt x="6873307" y="2821899"/>
                </a:lnTo>
                <a:cubicBezTo>
                  <a:pt x="6873504" y="2821637"/>
                  <a:pt x="6874095" y="2821440"/>
                  <a:pt x="6874095" y="2821440"/>
                </a:cubicBezTo>
                <a:close/>
                <a:moveTo>
                  <a:pt x="6619714" y="2821440"/>
                </a:moveTo>
                <a:lnTo>
                  <a:pt x="6628778" y="2821440"/>
                </a:lnTo>
                <a:cubicBezTo>
                  <a:pt x="6629107" y="2821440"/>
                  <a:pt x="6629566" y="2821899"/>
                  <a:pt x="6629566" y="2821899"/>
                </a:cubicBezTo>
                <a:lnTo>
                  <a:pt x="6634099" y="2829781"/>
                </a:lnTo>
                <a:cubicBezTo>
                  <a:pt x="6634230" y="2830043"/>
                  <a:pt x="6634099" y="2830635"/>
                  <a:pt x="6634099" y="2830635"/>
                </a:cubicBezTo>
                <a:lnTo>
                  <a:pt x="6629566" y="2838517"/>
                </a:lnTo>
                <a:cubicBezTo>
                  <a:pt x="6629369" y="2838779"/>
                  <a:pt x="6628778" y="2838976"/>
                  <a:pt x="6628778" y="2838976"/>
                </a:cubicBezTo>
                <a:lnTo>
                  <a:pt x="6619714" y="2838976"/>
                </a:lnTo>
                <a:cubicBezTo>
                  <a:pt x="6619387" y="2838976"/>
                  <a:pt x="6618926" y="2838517"/>
                  <a:pt x="6618926" y="2838517"/>
                </a:cubicBezTo>
                <a:lnTo>
                  <a:pt x="6614394" y="2830635"/>
                </a:lnTo>
                <a:cubicBezTo>
                  <a:pt x="6614263" y="2830372"/>
                  <a:pt x="6614394" y="2829781"/>
                  <a:pt x="6614394" y="2829781"/>
                </a:cubicBezTo>
                <a:lnTo>
                  <a:pt x="6618926" y="2821899"/>
                </a:lnTo>
                <a:cubicBezTo>
                  <a:pt x="6619123" y="2821637"/>
                  <a:pt x="6619714" y="2821440"/>
                  <a:pt x="6619714" y="2821440"/>
                </a:cubicBezTo>
                <a:close/>
                <a:moveTo>
                  <a:pt x="6365334" y="2821440"/>
                </a:moveTo>
                <a:lnTo>
                  <a:pt x="6374397" y="2821440"/>
                </a:lnTo>
                <a:cubicBezTo>
                  <a:pt x="6374727" y="2821440"/>
                  <a:pt x="6375186" y="2821899"/>
                  <a:pt x="6375186" y="2821899"/>
                </a:cubicBezTo>
                <a:lnTo>
                  <a:pt x="6379718" y="2829781"/>
                </a:lnTo>
                <a:cubicBezTo>
                  <a:pt x="6379849" y="2830043"/>
                  <a:pt x="6379718" y="2830635"/>
                  <a:pt x="6379718" y="2830635"/>
                </a:cubicBezTo>
                <a:lnTo>
                  <a:pt x="6375186" y="2838517"/>
                </a:lnTo>
                <a:cubicBezTo>
                  <a:pt x="6374988" y="2838779"/>
                  <a:pt x="6374397" y="2838976"/>
                  <a:pt x="6374397" y="2838976"/>
                </a:cubicBezTo>
                <a:lnTo>
                  <a:pt x="6365334" y="2838976"/>
                </a:lnTo>
                <a:cubicBezTo>
                  <a:pt x="6365005" y="2838976"/>
                  <a:pt x="6364546" y="2838517"/>
                  <a:pt x="6364546" y="2838517"/>
                </a:cubicBezTo>
                <a:lnTo>
                  <a:pt x="6360014" y="2830635"/>
                </a:lnTo>
                <a:cubicBezTo>
                  <a:pt x="6359882" y="2830372"/>
                  <a:pt x="6360014" y="2829781"/>
                  <a:pt x="6360014" y="2829781"/>
                </a:cubicBezTo>
                <a:lnTo>
                  <a:pt x="6364546" y="2821899"/>
                </a:lnTo>
                <a:cubicBezTo>
                  <a:pt x="6364743" y="2821637"/>
                  <a:pt x="6365334" y="2821440"/>
                  <a:pt x="6365334" y="2821440"/>
                </a:cubicBezTo>
                <a:close/>
                <a:moveTo>
                  <a:pt x="6110888" y="2821440"/>
                </a:moveTo>
                <a:lnTo>
                  <a:pt x="6119953" y="2821440"/>
                </a:lnTo>
                <a:cubicBezTo>
                  <a:pt x="6120280" y="2821440"/>
                  <a:pt x="6120740" y="2821899"/>
                  <a:pt x="6120740" y="2821899"/>
                </a:cubicBezTo>
                <a:lnTo>
                  <a:pt x="6125272" y="2829781"/>
                </a:lnTo>
                <a:cubicBezTo>
                  <a:pt x="6125403" y="2830043"/>
                  <a:pt x="6125272" y="2830635"/>
                  <a:pt x="6125272" y="2830635"/>
                </a:cubicBezTo>
                <a:lnTo>
                  <a:pt x="6120740" y="2838517"/>
                </a:lnTo>
                <a:cubicBezTo>
                  <a:pt x="6120543" y="2838779"/>
                  <a:pt x="6119953" y="2838976"/>
                  <a:pt x="6119953" y="2838976"/>
                </a:cubicBezTo>
                <a:lnTo>
                  <a:pt x="6110888" y="2838976"/>
                </a:lnTo>
                <a:cubicBezTo>
                  <a:pt x="6110560" y="2838976"/>
                  <a:pt x="6110101" y="2838517"/>
                  <a:pt x="6110101" y="2838517"/>
                </a:cubicBezTo>
                <a:lnTo>
                  <a:pt x="6105567" y="2830635"/>
                </a:lnTo>
                <a:cubicBezTo>
                  <a:pt x="6105436" y="2830372"/>
                  <a:pt x="6105567" y="2829781"/>
                  <a:pt x="6105567" y="2829781"/>
                </a:cubicBezTo>
                <a:lnTo>
                  <a:pt x="6110101" y="2821899"/>
                </a:lnTo>
                <a:cubicBezTo>
                  <a:pt x="6110296" y="2821637"/>
                  <a:pt x="6110888" y="2821440"/>
                  <a:pt x="6110888" y="2821440"/>
                </a:cubicBezTo>
                <a:close/>
                <a:moveTo>
                  <a:pt x="5856508" y="2821440"/>
                </a:moveTo>
                <a:lnTo>
                  <a:pt x="5865571" y="2821440"/>
                </a:lnTo>
                <a:cubicBezTo>
                  <a:pt x="5865900" y="2821440"/>
                  <a:pt x="5866359" y="2821899"/>
                  <a:pt x="5866359" y="2821899"/>
                </a:cubicBezTo>
                <a:lnTo>
                  <a:pt x="5870891" y="2829781"/>
                </a:lnTo>
                <a:cubicBezTo>
                  <a:pt x="5871023" y="2830043"/>
                  <a:pt x="5870891" y="2830635"/>
                  <a:pt x="5870891" y="2830635"/>
                </a:cubicBezTo>
                <a:lnTo>
                  <a:pt x="5866359" y="2838517"/>
                </a:lnTo>
                <a:cubicBezTo>
                  <a:pt x="5866163" y="2838779"/>
                  <a:pt x="5865571" y="2838976"/>
                  <a:pt x="5865571" y="2838976"/>
                </a:cubicBezTo>
                <a:lnTo>
                  <a:pt x="5856508" y="2838976"/>
                </a:lnTo>
                <a:cubicBezTo>
                  <a:pt x="5856178" y="2838976"/>
                  <a:pt x="5855720" y="2838517"/>
                  <a:pt x="5855720" y="2838517"/>
                </a:cubicBezTo>
                <a:lnTo>
                  <a:pt x="5851187" y="2830635"/>
                </a:lnTo>
                <a:cubicBezTo>
                  <a:pt x="5851055" y="2830372"/>
                  <a:pt x="5851187" y="2829781"/>
                  <a:pt x="5851187" y="2829781"/>
                </a:cubicBezTo>
                <a:lnTo>
                  <a:pt x="5855720" y="2821899"/>
                </a:lnTo>
                <a:cubicBezTo>
                  <a:pt x="5855916" y="2821637"/>
                  <a:pt x="5856508" y="2821440"/>
                  <a:pt x="5856508" y="2821440"/>
                </a:cubicBezTo>
                <a:close/>
                <a:moveTo>
                  <a:pt x="5602126" y="2821440"/>
                </a:moveTo>
                <a:lnTo>
                  <a:pt x="5611191" y="2821440"/>
                </a:lnTo>
                <a:cubicBezTo>
                  <a:pt x="5611519" y="2821440"/>
                  <a:pt x="5611979" y="2821899"/>
                  <a:pt x="5611979" y="2821899"/>
                </a:cubicBezTo>
                <a:lnTo>
                  <a:pt x="5616511" y="2829781"/>
                </a:lnTo>
                <a:cubicBezTo>
                  <a:pt x="5616642" y="2830043"/>
                  <a:pt x="5616511" y="2830635"/>
                  <a:pt x="5616511" y="2830635"/>
                </a:cubicBezTo>
                <a:lnTo>
                  <a:pt x="5611979" y="2838517"/>
                </a:lnTo>
                <a:cubicBezTo>
                  <a:pt x="5611782" y="2838779"/>
                  <a:pt x="5611191" y="2838976"/>
                  <a:pt x="5611191" y="2838976"/>
                </a:cubicBezTo>
                <a:lnTo>
                  <a:pt x="5602126" y="2838976"/>
                </a:lnTo>
                <a:cubicBezTo>
                  <a:pt x="5601798" y="2838976"/>
                  <a:pt x="5601338" y="2838517"/>
                  <a:pt x="5601338" y="2838517"/>
                </a:cubicBezTo>
                <a:lnTo>
                  <a:pt x="5596807" y="2830635"/>
                </a:lnTo>
                <a:cubicBezTo>
                  <a:pt x="5596675" y="2830372"/>
                  <a:pt x="5596807" y="2829781"/>
                  <a:pt x="5596807" y="2829781"/>
                </a:cubicBezTo>
                <a:lnTo>
                  <a:pt x="5601338" y="2821899"/>
                </a:lnTo>
                <a:cubicBezTo>
                  <a:pt x="5601536" y="2821637"/>
                  <a:pt x="5602126" y="2821440"/>
                  <a:pt x="5602126" y="2821440"/>
                </a:cubicBezTo>
                <a:close/>
                <a:moveTo>
                  <a:pt x="5347746" y="2821440"/>
                </a:moveTo>
                <a:lnTo>
                  <a:pt x="5356810" y="2821440"/>
                </a:lnTo>
                <a:cubicBezTo>
                  <a:pt x="5357138" y="2821440"/>
                  <a:pt x="5357598" y="2821899"/>
                  <a:pt x="5357598" y="2821899"/>
                </a:cubicBezTo>
                <a:lnTo>
                  <a:pt x="5362130" y="2829781"/>
                </a:lnTo>
                <a:cubicBezTo>
                  <a:pt x="5362261" y="2830043"/>
                  <a:pt x="5362130" y="2830635"/>
                  <a:pt x="5362130" y="2830635"/>
                </a:cubicBezTo>
                <a:lnTo>
                  <a:pt x="5357598" y="2838517"/>
                </a:lnTo>
                <a:cubicBezTo>
                  <a:pt x="5357401" y="2838779"/>
                  <a:pt x="5356810" y="2838976"/>
                  <a:pt x="5356810" y="2838976"/>
                </a:cubicBezTo>
                <a:lnTo>
                  <a:pt x="5347746" y="2838976"/>
                </a:lnTo>
                <a:cubicBezTo>
                  <a:pt x="5347418" y="2838976"/>
                  <a:pt x="5346958" y="2838517"/>
                  <a:pt x="5346958" y="2838517"/>
                </a:cubicBezTo>
                <a:lnTo>
                  <a:pt x="5342425" y="2830635"/>
                </a:lnTo>
                <a:cubicBezTo>
                  <a:pt x="5342295" y="2830372"/>
                  <a:pt x="5342425" y="2829781"/>
                  <a:pt x="5342425" y="2829781"/>
                </a:cubicBezTo>
                <a:lnTo>
                  <a:pt x="5346958" y="2821899"/>
                </a:lnTo>
                <a:cubicBezTo>
                  <a:pt x="5347154" y="2821637"/>
                  <a:pt x="5347746" y="2821440"/>
                  <a:pt x="5347746" y="2821440"/>
                </a:cubicBezTo>
                <a:close/>
                <a:moveTo>
                  <a:pt x="5093300" y="2821440"/>
                </a:moveTo>
                <a:lnTo>
                  <a:pt x="5102364" y="2821440"/>
                </a:lnTo>
                <a:cubicBezTo>
                  <a:pt x="5102693" y="2821440"/>
                  <a:pt x="5103153" y="2821899"/>
                  <a:pt x="5103153" y="2821899"/>
                </a:cubicBezTo>
                <a:lnTo>
                  <a:pt x="5107684" y="2829781"/>
                </a:lnTo>
                <a:cubicBezTo>
                  <a:pt x="5107815" y="2830043"/>
                  <a:pt x="5107684" y="2830635"/>
                  <a:pt x="5107684" y="2830635"/>
                </a:cubicBezTo>
                <a:lnTo>
                  <a:pt x="5103153" y="2838517"/>
                </a:lnTo>
                <a:cubicBezTo>
                  <a:pt x="5102955" y="2838779"/>
                  <a:pt x="5102364" y="2838976"/>
                  <a:pt x="5102364" y="2838976"/>
                </a:cubicBezTo>
                <a:lnTo>
                  <a:pt x="5093300" y="2838976"/>
                </a:lnTo>
                <a:cubicBezTo>
                  <a:pt x="5092972" y="2838976"/>
                  <a:pt x="5092512" y="2838517"/>
                  <a:pt x="5092512" y="2838517"/>
                </a:cubicBezTo>
                <a:lnTo>
                  <a:pt x="5087979" y="2830635"/>
                </a:lnTo>
                <a:cubicBezTo>
                  <a:pt x="5087848" y="2830372"/>
                  <a:pt x="5087979" y="2829781"/>
                  <a:pt x="5087979" y="2829781"/>
                </a:cubicBezTo>
                <a:lnTo>
                  <a:pt x="5092512" y="2821899"/>
                </a:lnTo>
                <a:cubicBezTo>
                  <a:pt x="5092708" y="2821637"/>
                  <a:pt x="5093300" y="2821440"/>
                  <a:pt x="5093300" y="2821440"/>
                </a:cubicBezTo>
                <a:close/>
                <a:moveTo>
                  <a:pt x="4838919" y="2821440"/>
                </a:moveTo>
                <a:lnTo>
                  <a:pt x="4847982" y="2821440"/>
                </a:lnTo>
                <a:cubicBezTo>
                  <a:pt x="4848311" y="2821440"/>
                  <a:pt x="4848772" y="2821899"/>
                  <a:pt x="4848772" y="2821899"/>
                </a:cubicBezTo>
                <a:lnTo>
                  <a:pt x="4853303" y="2829781"/>
                </a:lnTo>
                <a:cubicBezTo>
                  <a:pt x="4853435" y="2830043"/>
                  <a:pt x="4853303" y="2830635"/>
                  <a:pt x="4853303" y="2830635"/>
                </a:cubicBezTo>
                <a:lnTo>
                  <a:pt x="4848772" y="2838517"/>
                </a:lnTo>
                <a:cubicBezTo>
                  <a:pt x="4848575" y="2838779"/>
                  <a:pt x="4847982" y="2838976"/>
                  <a:pt x="4847982" y="2838976"/>
                </a:cubicBezTo>
                <a:lnTo>
                  <a:pt x="4838919" y="2838976"/>
                </a:lnTo>
                <a:cubicBezTo>
                  <a:pt x="4838590" y="2838976"/>
                  <a:pt x="4838132" y="2838517"/>
                  <a:pt x="4838132" y="2838517"/>
                </a:cubicBezTo>
                <a:lnTo>
                  <a:pt x="4833598" y="2830635"/>
                </a:lnTo>
                <a:cubicBezTo>
                  <a:pt x="4833467" y="2830372"/>
                  <a:pt x="4833598" y="2829781"/>
                  <a:pt x="4833598" y="2829781"/>
                </a:cubicBezTo>
                <a:lnTo>
                  <a:pt x="4838132" y="2821899"/>
                </a:lnTo>
                <a:cubicBezTo>
                  <a:pt x="4838328" y="2821637"/>
                  <a:pt x="4838919" y="2821440"/>
                  <a:pt x="4838919" y="2821440"/>
                </a:cubicBezTo>
                <a:close/>
                <a:moveTo>
                  <a:pt x="4584538" y="2821440"/>
                </a:moveTo>
                <a:lnTo>
                  <a:pt x="4593603" y="2821440"/>
                </a:lnTo>
                <a:cubicBezTo>
                  <a:pt x="4593932" y="2821440"/>
                  <a:pt x="4594390" y="2821899"/>
                  <a:pt x="4594390" y="2821899"/>
                </a:cubicBezTo>
                <a:lnTo>
                  <a:pt x="4598922" y="2829781"/>
                </a:lnTo>
                <a:cubicBezTo>
                  <a:pt x="4599054" y="2830043"/>
                  <a:pt x="4598922" y="2830635"/>
                  <a:pt x="4598922" y="2830635"/>
                </a:cubicBezTo>
                <a:lnTo>
                  <a:pt x="4594390" y="2838517"/>
                </a:lnTo>
                <a:cubicBezTo>
                  <a:pt x="4594193" y="2838779"/>
                  <a:pt x="4593603" y="2838976"/>
                  <a:pt x="4593603" y="2838976"/>
                </a:cubicBezTo>
                <a:lnTo>
                  <a:pt x="4584538" y="2838976"/>
                </a:lnTo>
                <a:cubicBezTo>
                  <a:pt x="4584210" y="2838976"/>
                  <a:pt x="4583749" y="2838517"/>
                  <a:pt x="4583749" y="2838517"/>
                </a:cubicBezTo>
                <a:lnTo>
                  <a:pt x="4579218" y="2830635"/>
                </a:lnTo>
                <a:cubicBezTo>
                  <a:pt x="4579087" y="2830372"/>
                  <a:pt x="4579218" y="2829781"/>
                  <a:pt x="4579218" y="2829781"/>
                </a:cubicBezTo>
                <a:lnTo>
                  <a:pt x="4583749" y="2821899"/>
                </a:lnTo>
                <a:cubicBezTo>
                  <a:pt x="4583948" y="2821637"/>
                  <a:pt x="4584538" y="2821440"/>
                  <a:pt x="4584538" y="2821440"/>
                </a:cubicBezTo>
                <a:close/>
                <a:moveTo>
                  <a:pt x="4330157" y="2821440"/>
                </a:moveTo>
                <a:lnTo>
                  <a:pt x="4339222" y="2821440"/>
                </a:lnTo>
                <a:cubicBezTo>
                  <a:pt x="4339550" y="2821440"/>
                  <a:pt x="4340010" y="2821899"/>
                  <a:pt x="4340010" y="2821899"/>
                </a:cubicBezTo>
                <a:lnTo>
                  <a:pt x="4344540" y="2829781"/>
                </a:lnTo>
                <a:cubicBezTo>
                  <a:pt x="4344672" y="2830043"/>
                  <a:pt x="4344540" y="2830635"/>
                  <a:pt x="4344540" y="2830635"/>
                </a:cubicBezTo>
                <a:lnTo>
                  <a:pt x="4340010" y="2838517"/>
                </a:lnTo>
                <a:cubicBezTo>
                  <a:pt x="4339812" y="2838779"/>
                  <a:pt x="4339222" y="2838976"/>
                  <a:pt x="4339222" y="2838976"/>
                </a:cubicBezTo>
                <a:lnTo>
                  <a:pt x="4330157" y="2838976"/>
                </a:lnTo>
                <a:cubicBezTo>
                  <a:pt x="4329829" y="2838976"/>
                  <a:pt x="4329369" y="2838517"/>
                  <a:pt x="4329369" y="2838517"/>
                </a:cubicBezTo>
                <a:lnTo>
                  <a:pt x="4324836" y="2830635"/>
                </a:lnTo>
                <a:cubicBezTo>
                  <a:pt x="4324706" y="2830372"/>
                  <a:pt x="4324836" y="2829781"/>
                  <a:pt x="4324836" y="2829781"/>
                </a:cubicBezTo>
                <a:lnTo>
                  <a:pt x="4329369" y="2821899"/>
                </a:lnTo>
                <a:cubicBezTo>
                  <a:pt x="4329565" y="2821637"/>
                  <a:pt x="4330157" y="2821440"/>
                  <a:pt x="4330157" y="2821440"/>
                </a:cubicBezTo>
                <a:close/>
                <a:moveTo>
                  <a:pt x="4075935" y="2821440"/>
                </a:moveTo>
                <a:lnTo>
                  <a:pt x="4084998" y="2821440"/>
                </a:lnTo>
                <a:cubicBezTo>
                  <a:pt x="4085326" y="2821440"/>
                  <a:pt x="4085787" y="2821899"/>
                  <a:pt x="4085787" y="2821899"/>
                </a:cubicBezTo>
                <a:lnTo>
                  <a:pt x="4090317" y="2829781"/>
                </a:lnTo>
                <a:cubicBezTo>
                  <a:pt x="4090450" y="2830043"/>
                  <a:pt x="4090317" y="2830635"/>
                  <a:pt x="4090317" y="2830635"/>
                </a:cubicBezTo>
                <a:lnTo>
                  <a:pt x="4085787" y="2838517"/>
                </a:lnTo>
                <a:cubicBezTo>
                  <a:pt x="4085589" y="2838779"/>
                  <a:pt x="4084998" y="2838976"/>
                  <a:pt x="4084998" y="2838976"/>
                </a:cubicBezTo>
                <a:lnTo>
                  <a:pt x="4075935" y="2838976"/>
                </a:lnTo>
                <a:cubicBezTo>
                  <a:pt x="4075606" y="2838976"/>
                  <a:pt x="4075147" y="2838517"/>
                  <a:pt x="4075147" y="2838517"/>
                </a:cubicBezTo>
                <a:lnTo>
                  <a:pt x="4070614" y="2830635"/>
                </a:lnTo>
                <a:cubicBezTo>
                  <a:pt x="4070481" y="2830372"/>
                  <a:pt x="4070614" y="2829781"/>
                  <a:pt x="4070614" y="2829781"/>
                </a:cubicBezTo>
                <a:lnTo>
                  <a:pt x="4075147" y="2821899"/>
                </a:lnTo>
                <a:cubicBezTo>
                  <a:pt x="4075342" y="2821637"/>
                  <a:pt x="4075935" y="2821440"/>
                  <a:pt x="4075935" y="2821440"/>
                </a:cubicBezTo>
                <a:close/>
                <a:moveTo>
                  <a:pt x="3821423" y="2821440"/>
                </a:moveTo>
                <a:lnTo>
                  <a:pt x="3830488" y="2821440"/>
                </a:lnTo>
                <a:cubicBezTo>
                  <a:pt x="3830815" y="2821440"/>
                  <a:pt x="3831274" y="2821899"/>
                  <a:pt x="3831274" y="2821899"/>
                </a:cubicBezTo>
                <a:lnTo>
                  <a:pt x="3835806" y="2829781"/>
                </a:lnTo>
                <a:cubicBezTo>
                  <a:pt x="3835941" y="2830043"/>
                  <a:pt x="3835806" y="2830635"/>
                  <a:pt x="3835806" y="2830635"/>
                </a:cubicBezTo>
                <a:lnTo>
                  <a:pt x="3831274" y="2838517"/>
                </a:lnTo>
                <a:cubicBezTo>
                  <a:pt x="3831077" y="2838779"/>
                  <a:pt x="3830488" y="2838976"/>
                  <a:pt x="3830488" y="2838976"/>
                </a:cubicBezTo>
                <a:lnTo>
                  <a:pt x="3821423" y="2838976"/>
                </a:lnTo>
                <a:cubicBezTo>
                  <a:pt x="3821093" y="2838976"/>
                  <a:pt x="3820635" y="2838517"/>
                  <a:pt x="3820635" y="2838517"/>
                </a:cubicBezTo>
                <a:lnTo>
                  <a:pt x="3816104" y="2830635"/>
                </a:lnTo>
                <a:cubicBezTo>
                  <a:pt x="3815971" y="2830372"/>
                  <a:pt x="3816104" y="2829781"/>
                  <a:pt x="3816104" y="2829781"/>
                </a:cubicBezTo>
                <a:lnTo>
                  <a:pt x="3820635" y="2821899"/>
                </a:lnTo>
                <a:cubicBezTo>
                  <a:pt x="3820832" y="2821637"/>
                  <a:pt x="3821423" y="2821440"/>
                  <a:pt x="3821423" y="2821440"/>
                </a:cubicBezTo>
                <a:close/>
                <a:moveTo>
                  <a:pt x="3567049" y="2821440"/>
                </a:moveTo>
                <a:lnTo>
                  <a:pt x="3576114" y="2821440"/>
                </a:lnTo>
                <a:cubicBezTo>
                  <a:pt x="3576442" y="2821440"/>
                  <a:pt x="3576902" y="2821899"/>
                  <a:pt x="3576902" y="2821899"/>
                </a:cubicBezTo>
                <a:lnTo>
                  <a:pt x="3581432" y="2829781"/>
                </a:lnTo>
                <a:cubicBezTo>
                  <a:pt x="3581564" y="2830043"/>
                  <a:pt x="3581432" y="2830635"/>
                  <a:pt x="3581432" y="2830635"/>
                </a:cubicBezTo>
                <a:lnTo>
                  <a:pt x="3576902" y="2838517"/>
                </a:lnTo>
                <a:cubicBezTo>
                  <a:pt x="3576705" y="2838779"/>
                  <a:pt x="3576114" y="2838976"/>
                  <a:pt x="3576114" y="2838976"/>
                </a:cubicBezTo>
                <a:lnTo>
                  <a:pt x="3567049" y="2838976"/>
                </a:lnTo>
                <a:cubicBezTo>
                  <a:pt x="3566721" y="2838976"/>
                  <a:pt x="3566261" y="2838517"/>
                  <a:pt x="3566261" y="2838517"/>
                </a:cubicBezTo>
                <a:lnTo>
                  <a:pt x="3561728" y="2830635"/>
                </a:lnTo>
                <a:cubicBezTo>
                  <a:pt x="3561597" y="2830372"/>
                  <a:pt x="3561728" y="2829781"/>
                  <a:pt x="3561728" y="2829781"/>
                </a:cubicBezTo>
                <a:lnTo>
                  <a:pt x="3566261" y="2821899"/>
                </a:lnTo>
                <a:cubicBezTo>
                  <a:pt x="3566458" y="2821637"/>
                  <a:pt x="3567049" y="2821440"/>
                  <a:pt x="3567049" y="2821440"/>
                </a:cubicBezTo>
                <a:close/>
                <a:moveTo>
                  <a:pt x="3312652" y="2821440"/>
                </a:moveTo>
                <a:lnTo>
                  <a:pt x="3321716" y="2821440"/>
                </a:lnTo>
                <a:cubicBezTo>
                  <a:pt x="3322044" y="2821440"/>
                  <a:pt x="3322504" y="2821899"/>
                  <a:pt x="3322504" y="2821899"/>
                </a:cubicBezTo>
                <a:lnTo>
                  <a:pt x="3327035" y="2829781"/>
                </a:lnTo>
                <a:cubicBezTo>
                  <a:pt x="3327167" y="2830043"/>
                  <a:pt x="3327035" y="2830635"/>
                  <a:pt x="3327035" y="2830635"/>
                </a:cubicBezTo>
                <a:lnTo>
                  <a:pt x="3322504" y="2838517"/>
                </a:lnTo>
                <a:cubicBezTo>
                  <a:pt x="3322307" y="2838779"/>
                  <a:pt x="3321716" y="2838976"/>
                  <a:pt x="3321716" y="2838976"/>
                </a:cubicBezTo>
                <a:lnTo>
                  <a:pt x="3312652" y="2838976"/>
                </a:lnTo>
                <a:cubicBezTo>
                  <a:pt x="3312324" y="2838976"/>
                  <a:pt x="3311864" y="2838517"/>
                  <a:pt x="3311864" y="2838517"/>
                </a:cubicBezTo>
                <a:lnTo>
                  <a:pt x="3307331" y="2830635"/>
                </a:lnTo>
                <a:cubicBezTo>
                  <a:pt x="3307200" y="2830372"/>
                  <a:pt x="3307331" y="2829781"/>
                  <a:pt x="3307331" y="2829781"/>
                </a:cubicBezTo>
                <a:lnTo>
                  <a:pt x="3311864" y="2821899"/>
                </a:lnTo>
                <a:cubicBezTo>
                  <a:pt x="3312059" y="2821637"/>
                  <a:pt x="3312652" y="2821440"/>
                  <a:pt x="3312652" y="2821440"/>
                </a:cubicBezTo>
                <a:close/>
                <a:moveTo>
                  <a:pt x="3058343" y="2821440"/>
                </a:moveTo>
                <a:lnTo>
                  <a:pt x="3067409" y="2821440"/>
                </a:lnTo>
                <a:cubicBezTo>
                  <a:pt x="3067738" y="2821440"/>
                  <a:pt x="3068197" y="2821899"/>
                  <a:pt x="3068197" y="2821899"/>
                </a:cubicBezTo>
                <a:lnTo>
                  <a:pt x="3072729" y="2829781"/>
                </a:lnTo>
                <a:cubicBezTo>
                  <a:pt x="3072861" y="2830043"/>
                  <a:pt x="3072729" y="2830635"/>
                  <a:pt x="3072729" y="2830635"/>
                </a:cubicBezTo>
                <a:lnTo>
                  <a:pt x="3068197" y="2838517"/>
                </a:lnTo>
                <a:cubicBezTo>
                  <a:pt x="3068000" y="2838779"/>
                  <a:pt x="3067409" y="2838976"/>
                  <a:pt x="3067409" y="2838976"/>
                </a:cubicBezTo>
                <a:lnTo>
                  <a:pt x="3058343" y="2838976"/>
                </a:lnTo>
                <a:cubicBezTo>
                  <a:pt x="3058015" y="2838976"/>
                  <a:pt x="3057556" y="2838517"/>
                  <a:pt x="3057556" y="2838517"/>
                </a:cubicBezTo>
                <a:lnTo>
                  <a:pt x="3053025" y="2830635"/>
                </a:lnTo>
                <a:cubicBezTo>
                  <a:pt x="3052892" y="2830372"/>
                  <a:pt x="3053025" y="2829781"/>
                  <a:pt x="3053025" y="2829781"/>
                </a:cubicBezTo>
                <a:lnTo>
                  <a:pt x="3057556" y="2821899"/>
                </a:lnTo>
                <a:cubicBezTo>
                  <a:pt x="3057755" y="2821637"/>
                  <a:pt x="3058343" y="2821440"/>
                  <a:pt x="3058343" y="2821440"/>
                </a:cubicBezTo>
                <a:close/>
                <a:moveTo>
                  <a:pt x="2803756" y="2821440"/>
                </a:moveTo>
                <a:lnTo>
                  <a:pt x="2812820" y="2821440"/>
                </a:lnTo>
                <a:cubicBezTo>
                  <a:pt x="2813148" y="2821440"/>
                  <a:pt x="2813608" y="2821899"/>
                  <a:pt x="2813608" y="2821899"/>
                </a:cubicBezTo>
                <a:lnTo>
                  <a:pt x="2818139" y="2829781"/>
                </a:lnTo>
                <a:cubicBezTo>
                  <a:pt x="2818271" y="2830043"/>
                  <a:pt x="2818139" y="2830635"/>
                  <a:pt x="2818139" y="2830635"/>
                </a:cubicBezTo>
                <a:lnTo>
                  <a:pt x="2813608" y="2838517"/>
                </a:lnTo>
                <a:cubicBezTo>
                  <a:pt x="2813411" y="2838779"/>
                  <a:pt x="2812820" y="2838976"/>
                  <a:pt x="2812820" y="2838976"/>
                </a:cubicBezTo>
                <a:lnTo>
                  <a:pt x="2803756" y="2838976"/>
                </a:lnTo>
                <a:cubicBezTo>
                  <a:pt x="2803426" y="2838976"/>
                  <a:pt x="2802967" y="2838517"/>
                  <a:pt x="2802967" y="2838517"/>
                </a:cubicBezTo>
                <a:lnTo>
                  <a:pt x="2798435" y="2830635"/>
                </a:lnTo>
                <a:cubicBezTo>
                  <a:pt x="2798304" y="2830372"/>
                  <a:pt x="2798435" y="2829781"/>
                  <a:pt x="2798435" y="2829781"/>
                </a:cubicBezTo>
                <a:lnTo>
                  <a:pt x="2802967" y="2821899"/>
                </a:lnTo>
                <a:cubicBezTo>
                  <a:pt x="2803166" y="2821637"/>
                  <a:pt x="2803756" y="2821440"/>
                  <a:pt x="2803756" y="2821440"/>
                </a:cubicBezTo>
                <a:close/>
                <a:moveTo>
                  <a:pt x="2549476" y="2821440"/>
                </a:moveTo>
                <a:lnTo>
                  <a:pt x="2558541" y="2821440"/>
                </a:lnTo>
                <a:cubicBezTo>
                  <a:pt x="2558869" y="2821440"/>
                  <a:pt x="2559330" y="2821899"/>
                  <a:pt x="2559330" y="2821899"/>
                </a:cubicBezTo>
                <a:lnTo>
                  <a:pt x="2563862" y="2829781"/>
                </a:lnTo>
                <a:cubicBezTo>
                  <a:pt x="2563993" y="2830043"/>
                  <a:pt x="2563862" y="2830635"/>
                  <a:pt x="2563862" y="2830635"/>
                </a:cubicBezTo>
                <a:lnTo>
                  <a:pt x="2559330" y="2838517"/>
                </a:lnTo>
                <a:cubicBezTo>
                  <a:pt x="2559132" y="2838779"/>
                  <a:pt x="2558541" y="2838976"/>
                  <a:pt x="2558541" y="2838976"/>
                </a:cubicBezTo>
                <a:lnTo>
                  <a:pt x="2549476" y="2838976"/>
                </a:lnTo>
                <a:cubicBezTo>
                  <a:pt x="2549149" y="2838976"/>
                  <a:pt x="2548688" y="2838517"/>
                  <a:pt x="2548688" y="2838517"/>
                </a:cubicBezTo>
                <a:lnTo>
                  <a:pt x="2544156" y="2830635"/>
                </a:lnTo>
                <a:cubicBezTo>
                  <a:pt x="2544025" y="2830372"/>
                  <a:pt x="2544156" y="2829781"/>
                  <a:pt x="2544156" y="2829781"/>
                </a:cubicBezTo>
                <a:lnTo>
                  <a:pt x="2548688" y="2821899"/>
                </a:lnTo>
                <a:cubicBezTo>
                  <a:pt x="2548885" y="2821637"/>
                  <a:pt x="2549476" y="2821440"/>
                  <a:pt x="2549476" y="2821440"/>
                </a:cubicBezTo>
                <a:close/>
                <a:moveTo>
                  <a:pt x="2295027" y="2821440"/>
                </a:moveTo>
                <a:lnTo>
                  <a:pt x="2304092" y="2821440"/>
                </a:lnTo>
                <a:cubicBezTo>
                  <a:pt x="2304422" y="2821440"/>
                  <a:pt x="2304881" y="2821899"/>
                  <a:pt x="2304881" y="2821899"/>
                </a:cubicBezTo>
                <a:lnTo>
                  <a:pt x="2309412" y="2829781"/>
                </a:lnTo>
                <a:cubicBezTo>
                  <a:pt x="2309543" y="2830043"/>
                  <a:pt x="2309412" y="2830635"/>
                  <a:pt x="2309412" y="2830635"/>
                </a:cubicBezTo>
                <a:lnTo>
                  <a:pt x="2304881" y="2838517"/>
                </a:lnTo>
                <a:cubicBezTo>
                  <a:pt x="2304684" y="2838779"/>
                  <a:pt x="2304092" y="2838976"/>
                  <a:pt x="2304092" y="2838976"/>
                </a:cubicBezTo>
                <a:lnTo>
                  <a:pt x="2295027" y="2838976"/>
                </a:lnTo>
                <a:cubicBezTo>
                  <a:pt x="2294700" y="2838976"/>
                  <a:pt x="2294239" y="2838517"/>
                  <a:pt x="2294239" y="2838517"/>
                </a:cubicBezTo>
                <a:lnTo>
                  <a:pt x="2289707" y="2830635"/>
                </a:lnTo>
                <a:cubicBezTo>
                  <a:pt x="2289576" y="2830372"/>
                  <a:pt x="2289707" y="2829781"/>
                  <a:pt x="2289707" y="2829781"/>
                </a:cubicBezTo>
                <a:lnTo>
                  <a:pt x="2294239" y="2821899"/>
                </a:lnTo>
                <a:cubicBezTo>
                  <a:pt x="2294436" y="2821637"/>
                  <a:pt x="2295027" y="2821440"/>
                  <a:pt x="2295027" y="2821440"/>
                </a:cubicBezTo>
                <a:close/>
                <a:moveTo>
                  <a:pt x="2040609" y="2821440"/>
                </a:moveTo>
                <a:lnTo>
                  <a:pt x="2049673" y="2821440"/>
                </a:lnTo>
                <a:cubicBezTo>
                  <a:pt x="2050001" y="2821440"/>
                  <a:pt x="2050461" y="2821899"/>
                  <a:pt x="2050461" y="2821899"/>
                </a:cubicBezTo>
                <a:lnTo>
                  <a:pt x="2054993" y="2829781"/>
                </a:lnTo>
                <a:cubicBezTo>
                  <a:pt x="2055124" y="2830043"/>
                  <a:pt x="2054993" y="2830635"/>
                  <a:pt x="2054993" y="2830635"/>
                </a:cubicBezTo>
                <a:lnTo>
                  <a:pt x="2050461" y="2838517"/>
                </a:lnTo>
                <a:cubicBezTo>
                  <a:pt x="2050264" y="2838779"/>
                  <a:pt x="2049673" y="2838976"/>
                  <a:pt x="2049673" y="2838976"/>
                </a:cubicBezTo>
                <a:lnTo>
                  <a:pt x="2040609" y="2838976"/>
                </a:lnTo>
                <a:cubicBezTo>
                  <a:pt x="2040280" y="2838976"/>
                  <a:pt x="2039821" y="2838517"/>
                  <a:pt x="2039821" y="2838517"/>
                </a:cubicBezTo>
                <a:lnTo>
                  <a:pt x="2035288" y="2830635"/>
                </a:lnTo>
                <a:cubicBezTo>
                  <a:pt x="2035157" y="2830372"/>
                  <a:pt x="2035288" y="2829781"/>
                  <a:pt x="2035288" y="2829781"/>
                </a:cubicBezTo>
                <a:lnTo>
                  <a:pt x="2039821" y="2821899"/>
                </a:lnTo>
                <a:cubicBezTo>
                  <a:pt x="2040018" y="2821637"/>
                  <a:pt x="2040609" y="2821440"/>
                  <a:pt x="2040609" y="2821440"/>
                </a:cubicBezTo>
                <a:close/>
                <a:moveTo>
                  <a:pt x="1786361" y="2821440"/>
                </a:moveTo>
                <a:lnTo>
                  <a:pt x="1795426" y="2821440"/>
                </a:lnTo>
                <a:cubicBezTo>
                  <a:pt x="1795753" y="2821440"/>
                  <a:pt x="1796214" y="2821899"/>
                  <a:pt x="1796214" y="2821899"/>
                </a:cubicBezTo>
                <a:lnTo>
                  <a:pt x="1800745" y="2829781"/>
                </a:lnTo>
                <a:cubicBezTo>
                  <a:pt x="1800877" y="2830043"/>
                  <a:pt x="1800745" y="2830635"/>
                  <a:pt x="1800745" y="2830635"/>
                </a:cubicBezTo>
                <a:lnTo>
                  <a:pt x="1796214" y="2838517"/>
                </a:lnTo>
                <a:cubicBezTo>
                  <a:pt x="1796017" y="2838779"/>
                  <a:pt x="1795426" y="2838976"/>
                  <a:pt x="1795426" y="2838976"/>
                </a:cubicBezTo>
                <a:lnTo>
                  <a:pt x="1786361" y="2838976"/>
                </a:lnTo>
                <a:cubicBezTo>
                  <a:pt x="1786034" y="2838976"/>
                  <a:pt x="1785574" y="2838517"/>
                  <a:pt x="1785574" y="2838517"/>
                </a:cubicBezTo>
                <a:lnTo>
                  <a:pt x="1781042" y="2830635"/>
                </a:lnTo>
                <a:cubicBezTo>
                  <a:pt x="1780910" y="2830372"/>
                  <a:pt x="1781042" y="2829781"/>
                  <a:pt x="1781042" y="2829781"/>
                </a:cubicBezTo>
                <a:lnTo>
                  <a:pt x="1785574" y="2821899"/>
                </a:lnTo>
                <a:cubicBezTo>
                  <a:pt x="1785770" y="2821637"/>
                  <a:pt x="1786361" y="2821440"/>
                  <a:pt x="1786361" y="2821440"/>
                </a:cubicBezTo>
                <a:close/>
                <a:moveTo>
                  <a:pt x="1531882" y="2821440"/>
                </a:moveTo>
                <a:lnTo>
                  <a:pt x="1540946" y="2821440"/>
                </a:lnTo>
                <a:cubicBezTo>
                  <a:pt x="1541275" y="2821440"/>
                  <a:pt x="1541735" y="2821899"/>
                  <a:pt x="1541735" y="2821899"/>
                </a:cubicBezTo>
                <a:lnTo>
                  <a:pt x="1546267" y="2829781"/>
                </a:lnTo>
                <a:cubicBezTo>
                  <a:pt x="1546398" y="2830043"/>
                  <a:pt x="1546267" y="2830635"/>
                  <a:pt x="1546267" y="2830635"/>
                </a:cubicBezTo>
                <a:lnTo>
                  <a:pt x="1541735" y="2838517"/>
                </a:lnTo>
                <a:cubicBezTo>
                  <a:pt x="1541538" y="2838779"/>
                  <a:pt x="1540946" y="2838976"/>
                  <a:pt x="1540946" y="2838976"/>
                </a:cubicBezTo>
                <a:lnTo>
                  <a:pt x="1531882" y="2838976"/>
                </a:lnTo>
                <a:cubicBezTo>
                  <a:pt x="1531552" y="2838976"/>
                  <a:pt x="1531093" y="2838517"/>
                  <a:pt x="1531093" y="2838517"/>
                </a:cubicBezTo>
                <a:lnTo>
                  <a:pt x="1526561" y="2830635"/>
                </a:lnTo>
                <a:cubicBezTo>
                  <a:pt x="1526431" y="2830372"/>
                  <a:pt x="1526561" y="2829781"/>
                  <a:pt x="1526561" y="2829781"/>
                </a:cubicBezTo>
                <a:lnTo>
                  <a:pt x="1531093" y="2821899"/>
                </a:lnTo>
                <a:cubicBezTo>
                  <a:pt x="1531292" y="2821637"/>
                  <a:pt x="1531882" y="2821440"/>
                  <a:pt x="1531882" y="2821440"/>
                </a:cubicBezTo>
                <a:close/>
                <a:moveTo>
                  <a:pt x="1277510" y="2821440"/>
                </a:moveTo>
                <a:lnTo>
                  <a:pt x="1286575" y="2821440"/>
                </a:lnTo>
                <a:cubicBezTo>
                  <a:pt x="1286903" y="2821440"/>
                  <a:pt x="1287363" y="2821899"/>
                  <a:pt x="1287363" y="2821899"/>
                </a:cubicBezTo>
                <a:lnTo>
                  <a:pt x="1291896" y="2829781"/>
                </a:lnTo>
                <a:cubicBezTo>
                  <a:pt x="1292027" y="2830043"/>
                  <a:pt x="1291896" y="2830635"/>
                  <a:pt x="1291896" y="2830635"/>
                </a:cubicBezTo>
                <a:lnTo>
                  <a:pt x="1287363" y="2838517"/>
                </a:lnTo>
                <a:cubicBezTo>
                  <a:pt x="1287167" y="2838779"/>
                  <a:pt x="1286575" y="2838976"/>
                  <a:pt x="1286575" y="2838976"/>
                </a:cubicBezTo>
                <a:lnTo>
                  <a:pt x="1277510" y="2838976"/>
                </a:lnTo>
                <a:cubicBezTo>
                  <a:pt x="1277182" y="2838976"/>
                  <a:pt x="1276722" y="2838517"/>
                  <a:pt x="1276722" y="2838517"/>
                </a:cubicBezTo>
                <a:lnTo>
                  <a:pt x="1272191" y="2830635"/>
                </a:lnTo>
                <a:cubicBezTo>
                  <a:pt x="1272060" y="2830372"/>
                  <a:pt x="1272191" y="2829781"/>
                  <a:pt x="1272191" y="2829781"/>
                </a:cubicBezTo>
                <a:lnTo>
                  <a:pt x="1276722" y="2821899"/>
                </a:lnTo>
                <a:cubicBezTo>
                  <a:pt x="1276918" y="2821637"/>
                  <a:pt x="1277510" y="2821440"/>
                  <a:pt x="1277510" y="2821440"/>
                </a:cubicBezTo>
                <a:close/>
                <a:moveTo>
                  <a:pt x="1023071" y="2821440"/>
                </a:moveTo>
                <a:lnTo>
                  <a:pt x="1032136" y="2821440"/>
                </a:lnTo>
                <a:cubicBezTo>
                  <a:pt x="1032465" y="2821440"/>
                  <a:pt x="1032923" y="2821899"/>
                  <a:pt x="1032923" y="2821899"/>
                </a:cubicBezTo>
                <a:lnTo>
                  <a:pt x="1037456" y="2829781"/>
                </a:lnTo>
                <a:cubicBezTo>
                  <a:pt x="1037588" y="2830043"/>
                  <a:pt x="1037456" y="2830635"/>
                  <a:pt x="1037456" y="2830635"/>
                </a:cubicBezTo>
                <a:lnTo>
                  <a:pt x="1032923" y="2838517"/>
                </a:lnTo>
                <a:cubicBezTo>
                  <a:pt x="1032727" y="2838779"/>
                  <a:pt x="1032136" y="2838976"/>
                  <a:pt x="1032136" y="2838976"/>
                </a:cubicBezTo>
                <a:lnTo>
                  <a:pt x="1023071" y="2838976"/>
                </a:lnTo>
                <a:cubicBezTo>
                  <a:pt x="1022743" y="2838976"/>
                  <a:pt x="1022283" y="2838517"/>
                  <a:pt x="1022283" y="2838517"/>
                </a:cubicBezTo>
                <a:lnTo>
                  <a:pt x="1017750" y="2830635"/>
                </a:lnTo>
                <a:cubicBezTo>
                  <a:pt x="1017620" y="2830372"/>
                  <a:pt x="1017750" y="2829781"/>
                  <a:pt x="1017750" y="2829781"/>
                </a:cubicBezTo>
                <a:lnTo>
                  <a:pt x="1022283" y="2821899"/>
                </a:lnTo>
                <a:cubicBezTo>
                  <a:pt x="1022480" y="2821637"/>
                  <a:pt x="1023071" y="2821440"/>
                  <a:pt x="1023071" y="2821440"/>
                </a:cubicBezTo>
                <a:close/>
                <a:moveTo>
                  <a:pt x="768576" y="2821440"/>
                </a:moveTo>
                <a:lnTo>
                  <a:pt x="777640" y="2821440"/>
                </a:lnTo>
                <a:cubicBezTo>
                  <a:pt x="777968" y="2821440"/>
                  <a:pt x="778427" y="2821899"/>
                  <a:pt x="778427" y="2821899"/>
                </a:cubicBezTo>
                <a:lnTo>
                  <a:pt x="782959" y="2829781"/>
                </a:lnTo>
                <a:cubicBezTo>
                  <a:pt x="783091" y="2830043"/>
                  <a:pt x="782959" y="2830635"/>
                  <a:pt x="782959" y="2830635"/>
                </a:cubicBezTo>
                <a:lnTo>
                  <a:pt x="778427" y="2838517"/>
                </a:lnTo>
                <a:cubicBezTo>
                  <a:pt x="778230" y="2838779"/>
                  <a:pt x="777640" y="2838976"/>
                  <a:pt x="777640" y="2838976"/>
                </a:cubicBezTo>
                <a:lnTo>
                  <a:pt x="768576" y="2838976"/>
                </a:lnTo>
                <a:cubicBezTo>
                  <a:pt x="768247" y="2838976"/>
                  <a:pt x="767788" y="2838517"/>
                  <a:pt x="767788" y="2838517"/>
                </a:cubicBezTo>
                <a:lnTo>
                  <a:pt x="763255" y="2830635"/>
                </a:lnTo>
                <a:cubicBezTo>
                  <a:pt x="763123" y="2830372"/>
                  <a:pt x="763255" y="2829781"/>
                  <a:pt x="763255" y="2829781"/>
                </a:cubicBezTo>
                <a:lnTo>
                  <a:pt x="767788" y="2821899"/>
                </a:lnTo>
                <a:cubicBezTo>
                  <a:pt x="767985" y="2821637"/>
                  <a:pt x="768576" y="2821440"/>
                  <a:pt x="768576" y="2821440"/>
                </a:cubicBezTo>
                <a:close/>
                <a:moveTo>
                  <a:pt x="514312" y="2821440"/>
                </a:moveTo>
                <a:lnTo>
                  <a:pt x="523376" y="2821440"/>
                </a:lnTo>
                <a:cubicBezTo>
                  <a:pt x="523704" y="2821440"/>
                  <a:pt x="524164" y="2821899"/>
                  <a:pt x="524164" y="2821899"/>
                </a:cubicBezTo>
                <a:lnTo>
                  <a:pt x="528696" y="2829781"/>
                </a:lnTo>
                <a:cubicBezTo>
                  <a:pt x="528827" y="2830043"/>
                  <a:pt x="528696" y="2830635"/>
                  <a:pt x="528696" y="2830635"/>
                </a:cubicBezTo>
                <a:lnTo>
                  <a:pt x="524164" y="2838517"/>
                </a:lnTo>
                <a:cubicBezTo>
                  <a:pt x="523967" y="2838779"/>
                  <a:pt x="523376" y="2838976"/>
                  <a:pt x="523376" y="2838976"/>
                </a:cubicBezTo>
                <a:lnTo>
                  <a:pt x="514312" y="2838976"/>
                </a:lnTo>
                <a:cubicBezTo>
                  <a:pt x="513983" y="2838976"/>
                  <a:pt x="513524" y="2838517"/>
                  <a:pt x="513524" y="2838517"/>
                </a:cubicBezTo>
                <a:lnTo>
                  <a:pt x="508991" y="2830635"/>
                </a:lnTo>
                <a:cubicBezTo>
                  <a:pt x="508860" y="2830372"/>
                  <a:pt x="508991" y="2829781"/>
                  <a:pt x="508991" y="2829781"/>
                </a:cubicBezTo>
                <a:lnTo>
                  <a:pt x="513524" y="2821899"/>
                </a:lnTo>
                <a:cubicBezTo>
                  <a:pt x="513721" y="2821637"/>
                  <a:pt x="514312" y="2821440"/>
                  <a:pt x="514312" y="2821440"/>
                </a:cubicBezTo>
                <a:close/>
                <a:moveTo>
                  <a:pt x="259839" y="2821440"/>
                </a:moveTo>
                <a:lnTo>
                  <a:pt x="268902" y="2821440"/>
                </a:lnTo>
                <a:cubicBezTo>
                  <a:pt x="269230" y="2821440"/>
                  <a:pt x="269690" y="2821899"/>
                  <a:pt x="269690" y="2821899"/>
                </a:cubicBezTo>
                <a:lnTo>
                  <a:pt x="274222" y="2829781"/>
                </a:lnTo>
                <a:cubicBezTo>
                  <a:pt x="274353" y="2830043"/>
                  <a:pt x="274222" y="2830635"/>
                  <a:pt x="274222" y="2830635"/>
                </a:cubicBezTo>
                <a:lnTo>
                  <a:pt x="269690" y="2838517"/>
                </a:lnTo>
                <a:cubicBezTo>
                  <a:pt x="269493" y="2838779"/>
                  <a:pt x="268902" y="2838976"/>
                  <a:pt x="268902" y="2838976"/>
                </a:cubicBezTo>
                <a:lnTo>
                  <a:pt x="259839" y="2838976"/>
                </a:lnTo>
                <a:cubicBezTo>
                  <a:pt x="259509" y="2838976"/>
                  <a:pt x="259049" y="2838517"/>
                  <a:pt x="259049" y="2838517"/>
                </a:cubicBezTo>
                <a:lnTo>
                  <a:pt x="254518" y="2830635"/>
                </a:lnTo>
                <a:cubicBezTo>
                  <a:pt x="254386" y="2830372"/>
                  <a:pt x="254518" y="2829781"/>
                  <a:pt x="254518" y="2829781"/>
                </a:cubicBezTo>
                <a:lnTo>
                  <a:pt x="259049" y="2821899"/>
                </a:lnTo>
                <a:cubicBezTo>
                  <a:pt x="259246" y="2821637"/>
                  <a:pt x="259839" y="2821440"/>
                  <a:pt x="259839" y="2821440"/>
                </a:cubicBezTo>
                <a:close/>
                <a:moveTo>
                  <a:pt x="5575" y="2821440"/>
                </a:moveTo>
                <a:lnTo>
                  <a:pt x="14639" y="2821440"/>
                </a:lnTo>
                <a:cubicBezTo>
                  <a:pt x="14967" y="2821440"/>
                  <a:pt x="15427" y="2821899"/>
                  <a:pt x="15427" y="2821899"/>
                </a:cubicBezTo>
                <a:lnTo>
                  <a:pt x="19959" y="2829781"/>
                </a:lnTo>
                <a:cubicBezTo>
                  <a:pt x="20090" y="2830043"/>
                  <a:pt x="19959" y="2830635"/>
                  <a:pt x="19959" y="2830635"/>
                </a:cubicBezTo>
                <a:lnTo>
                  <a:pt x="15427" y="2838517"/>
                </a:lnTo>
                <a:cubicBezTo>
                  <a:pt x="15230" y="2838779"/>
                  <a:pt x="14639" y="2838976"/>
                  <a:pt x="14639" y="2838976"/>
                </a:cubicBezTo>
                <a:lnTo>
                  <a:pt x="5575" y="2838976"/>
                </a:lnTo>
                <a:cubicBezTo>
                  <a:pt x="5245" y="2838976"/>
                  <a:pt x="4786" y="2838517"/>
                  <a:pt x="4786" y="2838517"/>
                </a:cubicBezTo>
                <a:lnTo>
                  <a:pt x="254" y="2830635"/>
                </a:lnTo>
                <a:cubicBezTo>
                  <a:pt x="123" y="2830372"/>
                  <a:pt x="254" y="2829781"/>
                  <a:pt x="254" y="2829781"/>
                </a:cubicBezTo>
                <a:lnTo>
                  <a:pt x="4786" y="2821899"/>
                </a:lnTo>
                <a:cubicBezTo>
                  <a:pt x="4983" y="2821637"/>
                  <a:pt x="5575" y="2821440"/>
                  <a:pt x="5575" y="2821440"/>
                </a:cubicBezTo>
                <a:close/>
                <a:moveTo>
                  <a:pt x="10435622" y="2604431"/>
                </a:moveTo>
                <a:lnTo>
                  <a:pt x="10444686" y="2604431"/>
                </a:lnTo>
                <a:cubicBezTo>
                  <a:pt x="10445015" y="2604431"/>
                  <a:pt x="10445474" y="2604891"/>
                  <a:pt x="10445474" y="2604891"/>
                </a:cubicBezTo>
                <a:lnTo>
                  <a:pt x="10450007" y="2612772"/>
                </a:lnTo>
                <a:cubicBezTo>
                  <a:pt x="10450138" y="2613035"/>
                  <a:pt x="10450007" y="2613626"/>
                  <a:pt x="10450007" y="2613626"/>
                </a:cubicBezTo>
                <a:lnTo>
                  <a:pt x="10445474" y="2621508"/>
                </a:lnTo>
                <a:cubicBezTo>
                  <a:pt x="10445278" y="2621771"/>
                  <a:pt x="10444686" y="2621968"/>
                  <a:pt x="10444686" y="2621968"/>
                </a:cubicBezTo>
                <a:lnTo>
                  <a:pt x="10435622" y="2621968"/>
                </a:lnTo>
                <a:cubicBezTo>
                  <a:pt x="10435295" y="2621968"/>
                  <a:pt x="10434834" y="2621508"/>
                  <a:pt x="10434834" y="2621508"/>
                </a:cubicBezTo>
                <a:lnTo>
                  <a:pt x="10430302" y="2613626"/>
                </a:lnTo>
                <a:cubicBezTo>
                  <a:pt x="10430171" y="2613363"/>
                  <a:pt x="10430302" y="2612772"/>
                  <a:pt x="10430302" y="2612772"/>
                </a:cubicBezTo>
                <a:lnTo>
                  <a:pt x="10434834" y="2604891"/>
                </a:lnTo>
                <a:cubicBezTo>
                  <a:pt x="10435031" y="2604628"/>
                  <a:pt x="10435622" y="2604431"/>
                  <a:pt x="10435622" y="2604431"/>
                </a:cubicBezTo>
                <a:close/>
                <a:moveTo>
                  <a:pt x="10181242" y="2604431"/>
                </a:moveTo>
                <a:lnTo>
                  <a:pt x="10190305" y="2604431"/>
                </a:lnTo>
                <a:cubicBezTo>
                  <a:pt x="10190635" y="2604431"/>
                  <a:pt x="10191093" y="2604891"/>
                  <a:pt x="10191093" y="2604891"/>
                </a:cubicBezTo>
                <a:lnTo>
                  <a:pt x="10195626" y="2612772"/>
                </a:lnTo>
                <a:cubicBezTo>
                  <a:pt x="10195758" y="2613035"/>
                  <a:pt x="10195626" y="2613626"/>
                  <a:pt x="10195626" y="2613626"/>
                </a:cubicBezTo>
                <a:lnTo>
                  <a:pt x="10191093" y="2621508"/>
                </a:lnTo>
                <a:cubicBezTo>
                  <a:pt x="10190896" y="2621771"/>
                  <a:pt x="10190305" y="2621968"/>
                  <a:pt x="10190305" y="2621968"/>
                </a:cubicBezTo>
                <a:lnTo>
                  <a:pt x="10181242" y="2621968"/>
                </a:lnTo>
                <a:cubicBezTo>
                  <a:pt x="10180914" y="2621968"/>
                  <a:pt x="10180453" y="2621508"/>
                  <a:pt x="10180453" y="2621508"/>
                </a:cubicBezTo>
                <a:lnTo>
                  <a:pt x="10175922" y="2613626"/>
                </a:lnTo>
                <a:cubicBezTo>
                  <a:pt x="10175790" y="2613363"/>
                  <a:pt x="10175922" y="2612772"/>
                  <a:pt x="10175922" y="2612772"/>
                </a:cubicBezTo>
                <a:lnTo>
                  <a:pt x="10180453" y="2604891"/>
                </a:lnTo>
                <a:cubicBezTo>
                  <a:pt x="10180650" y="2604628"/>
                  <a:pt x="10181242" y="2604431"/>
                  <a:pt x="10181242" y="2604431"/>
                </a:cubicBezTo>
                <a:close/>
                <a:moveTo>
                  <a:pt x="9926861" y="2604431"/>
                </a:moveTo>
                <a:lnTo>
                  <a:pt x="9935924" y="2604431"/>
                </a:lnTo>
                <a:cubicBezTo>
                  <a:pt x="9936254" y="2604431"/>
                  <a:pt x="9936713" y="2604891"/>
                  <a:pt x="9936713" y="2604891"/>
                </a:cubicBezTo>
                <a:lnTo>
                  <a:pt x="9941246" y="2612772"/>
                </a:lnTo>
                <a:cubicBezTo>
                  <a:pt x="9941376" y="2613035"/>
                  <a:pt x="9941246" y="2613626"/>
                  <a:pt x="9941246" y="2613626"/>
                </a:cubicBezTo>
                <a:lnTo>
                  <a:pt x="9936713" y="2621508"/>
                </a:lnTo>
                <a:cubicBezTo>
                  <a:pt x="9936516" y="2621771"/>
                  <a:pt x="9935924" y="2621968"/>
                  <a:pt x="9935924" y="2621968"/>
                </a:cubicBezTo>
                <a:lnTo>
                  <a:pt x="9926861" y="2621968"/>
                </a:lnTo>
                <a:cubicBezTo>
                  <a:pt x="9926532" y="2621968"/>
                  <a:pt x="9926073" y="2621508"/>
                  <a:pt x="9926073" y="2621508"/>
                </a:cubicBezTo>
                <a:lnTo>
                  <a:pt x="9921541" y="2613626"/>
                </a:lnTo>
                <a:cubicBezTo>
                  <a:pt x="9921410" y="2613363"/>
                  <a:pt x="9921541" y="2612772"/>
                  <a:pt x="9921541" y="2612772"/>
                </a:cubicBezTo>
                <a:lnTo>
                  <a:pt x="9926073" y="2604891"/>
                </a:lnTo>
                <a:cubicBezTo>
                  <a:pt x="9926270" y="2604628"/>
                  <a:pt x="9926861" y="2604431"/>
                  <a:pt x="9926861" y="2604431"/>
                </a:cubicBezTo>
                <a:close/>
                <a:moveTo>
                  <a:pt x="9672481" y="2604431"/>
                </a:moveTo>
                <a:lnTo>
                  <a:pt x="9681545" y="2604431"/>
                </a:lnTo>
                <a:cubicBezTo>
                  <a:pt x="9681872" y="2604431"/>
                  <a:pt x="9682333" y="2604891"/>
                  <a:pt x="9682333" y="2604891"/>
                </a:cubicBezTo>
                <a:lnTo>
                  <a:pt x="9686865" y="2612772"/>
                </a:lnTo>
                <a:cubicBezTo>
                  <a:pt x="9686996" y="2613035"/>
                  <a:pt x="9686865" y="2613626"/>
                  <a:pt x="9686865" y="2613626"/>
                </a:cubicBezTo>
                <a:lnTo>
                  <a:pt x="9682333" y="2621508"/>
                </a:lnTo>
                <a:cubicBezTo>
                  <a:pt x="9682136" y="2621771"/>
                  <a:pt x="9681545" y="2621968"/>
                  <a:pt x="9681545" y="2621968"/>
                </a:cubicBezTo>
                <a:lnTo>
                  <a:pt x="9672481" y="2621968"/>
                </a:lnTo>
                <a:cubicBezTo>
                  <a:pt x="9672152" y="2621968"/>
                  <a:pt x="9671693" y="2621508"/>
                  <a:pt x="9671693" y="2621508"/>
                </a:cubicBezTo>
                <a:lnTo>
                  <a:pt x="9667160" y="2613626"/>
                </a:lnTo>
                <a:cubicBezTo>
                  <a:pt x="9667030" y="2613363"/>
                  <a:pt x="9667160" y="2612772"/>
                  <a:pt x="9667160" y="2612772"/>
                </a:cubicBezTo>
                <a:lnTo>
                  <a:pt x="9671693" y="2604891"/>
                </a:lnTo>
                <a:cubicBezTo>
                  <a:pt x="9671890" y="2604628"/>
                  <a:pt x="9672481" y="2604431"/>
                  <a:pt x="9672481" y="2604431"/>
                </a:cubicBezTo>
                <a:close/>
                <a:moveTo>
                  <a:pt x="9418035" y="2604431"/>
                </a:moveTo>
                <a:lnTo>
                  <a:pt x="9427099" y="2604431"/>
                </a:lnTo>
                <a:cubicBezTo>
                  <a:pt x="9427427" y="2604431"/>
                  <a:pt x="9427887" y="2604891"/>
                  <a:pt x="9427887" y="2604891"/>
                </a:cubicBezTo>
                <a:lnTo>
                  <a:pt x="9432419" y="2612772"/>
                </a:lnTo>
                <a:cubicBezTo>
                  <a:pt x="9432550" y="2613035"/>
                  <a:pt x="9432419" y="2613626"/>
                  <a:pt x="9432419" y="2613626"/>
                </a:cubicBezTo>
                <a:lnTo>
                  <a:pt x="9427887" y="2621508"/>
                </a:lnTo>
                <a:cubicBezTo>
                  <a:pt x="9427690" y="2621771"/>
                  <a:pt x="9427099" y="2621968"/>
                  <a:pt x="9427099" y="2621968"/>
                </a:cubicBezTo>
                <a:lnTo>
                  <a:pt x="9418035" y="2621968"/>
                </a:lnTo>
                <a:cubicBezTo>
                  <a:pt x="9417707" y="2621968"/>
                  <a:pt x="9417247" y="2621508"/>
                  <a:pt x="9417247" y="2621508"/>
                </a:cubicBezTo>
                <a:lnTo>
                  <a:pt x="9412714" y="2613626"/>
                </a:lnTo>
                <a:cubicBezTo>
                  <a:pt x="9412583" y="2613363"/>
                  <a:pt x="9412714" y="2612772"/>
                  <a:pt x="9412714" y="2612772"/>
                </a:cubicBezTo>
                <a:lnTo>
                  <a:pt x="9417247" y="2604891"/>
                </a:lnTo>
                <a:cubicBezTo>
                  <a:pt x="9417444" y="2604628"/>
                  <a:pt x="9418035" y="2604431"/>
                  <a:pt x="9418035" y="2604431"/>
                </a:cubicBezTo>
                <a:close/>
                <a:moveTo>
                  <a:pt x="9163654" y="2604431"/>
                </a:moveTo>
                <a:lnTo>
                  <a:pt x="9172718" y="2604431"/>
                </a:lnTo>
                <a:cubicBezTo>
                  <a:pt x="9173046" y="2604431"/>
                  <a:pt x="9173506" y="2604891"/>
                  <a:pt x="9173506" y="2604891"/>
                </a:cubicBezTo>
                <a:lnTo>
                  <a:pt x="9178038" y="2612772"/>
                </a:lnTo>
                <a:cubicBezTo>
                  <a:pt x="9178169" y="2613035"/>
                  <a:pt x="9178038" y="2613626"/>
                  <a:pt x="9178038" y="2613626"/>
                </a:cubicBezTo>
                <a:lnTo>
                  <a:pt x="9173506" y="2621508"/>
                </a:lnTo>
                <a:cubicBezTo>
                  <a:pt x="9173309" y="2621771"/>
                  <a:pt x="9172718" y="2621968"/>
                  <a:pt x="9172718" y="2621968"/>
                </a:cubicBezTo>
                <a:lnTo>
                  <a:pt x="9163654" y="2621968"/>
                </a:lnTo>
                <a:cubicBezTo>
                  <a:pt x="9163326" y="2621968"/>
                  <a:pt x="9162866" y="2621508"/>
                  <a:pt x="9162866" y="2621508"/>
                </a:cubicBezTo>
                <a:lnTo>
                  <a:pt x="9158333" y="2613626"/>
                </a:lnTo>
                <a:cubicBezTo>
                  <a:pt x="9158202" y="2613363"/>
                  <a:pt x="9158333" y="2612772"/>
                  <a:pt x="9158333" y="2612772"/>
                </a:cubicBezTo>
                <a:lnTo>
                  <a:pt x="9162866" y="2604891"/>
                </a:lnTo>
                <a:cubicBezTo>
                  <a:pt x="9163062" y="2604628"/>
                  <a:pt x="9163654" y="2604431"/>
                  <a:pt x="9163654" y="2604431"/>
                </a:cubicBezTo>
                <a:close/>
                <a:moveTo>
                  <a:pt x="8909274" y="2604431"/>
                </a:moveTo>
                <a:lnTo>
                  <a:pt x="8918336" y="2604431"/>
                </a:lnTo>
                <a:cubicBezTo>
                  <a:pt x="8918666" y="2604431"/>
                  <a:pt x="8919125" y="2604891"/>
                  <a:pt x="8919125" y="2604891"/>
                </a:cubicBezTo>
                <a:lnTo>
                  <a:pt x="8923657" y="2612772"/>
                </a:lnTo>
                <a:cubicBezTo>
                  <a:pt x="8923789" y="2613035"/>
                  <a:pt x="8923657" y="2613626"/>
                  <a:pt x="8923657" y="2613626"/>
                </a:cubicBezTo>
                <a:lnTo>
                  <a:pt x="8919125" y="2621508"/>
                </a:lnTo>
                <a:cubicBezTo>
                  <a:pt x="8918928" y="2621771"/>
                  <a:pt x="8918336" y="2621968"/>
                  <a:pt x="8918336" y="2621968"/>
                </a:cubicBezTo>
                <a:lnTo>
                  <a:pt x="8909274" y="2621968"/>
                </a:lnTo>
                <a:cubicBezTo>
                  <a:pt x="8908945" y="2621968"/>
                  <a:pt x="8908484" y="2621508"/>
                  <a:pt x="8908484" y="2621508"/>
                </a:cubicBezTo>
                <a:lnTo>
                  <a:pt x="8903953" y="2613626"/>
                </a:lnTo>
                <a:cubicBezTo>
                  <a:pt x="8903821" y="2613363"/>
                  <a:pt x="8903953" y="2612772"/>
                  <a:pt x="8903953" y="2612772"/>
                </a:cubicBezTo>
                <a:lnTo>
                  <a:pt x="8908484" y="2604891"/>
                </a:lnTo>
                <a:cubicBezTo>
                  <a:pt x="8908681" y="2604628"/>
                  <a:pt x="8909274" y="2604431"/>
                  <a:pt x="8909274" y="2604431"/>
                </a:cubicBezTo>
                <a:close/>
                <a:moveTo>
                  <a:pt x="8654892" y="2604431"/>
                </a:moveTo>
                <a:lnTo>
                  <a:pt x="8663955" y="2604431"/>
                </a:lnTo>
                <a:cubicBezTo>
                  <a:pt x="8664285" y="2604431"/>
                  <a:pt x="8664744" y="2604891"/>
                  <a:pt x="8664744" y="2604891"/>
                </a:cubicBezTo>
                <a:lnTo>
                  <a:pt x="8669277" y="2612772"/>
                </a:lnTo>
                <a:cubicBezTo>
                  <a:pt x="8669408" y="2613035"/>
                  <a:pt x="8669277" y="2613626"/>
                  <a:pt x="8669277" y="2613626"/>
                </a:cubicBezTo>
                <a:lnTo>
                  <a:pt x="8664744" y="2621508"/>
                </a:lnTo>
                <a:cubicBezTo>
                  <a:pt x="8664548" y="2621771"/>
                  <a:pt x="8663955" y="2621968"/>
                  <a:pt x="8663955" y="2621968"/>
                </a:cubicBezTo>
                <a:lnTo>
                  <a:pt x="8654892" y="2621968"/>
                </a:lnTo>
                <a:cubicBezTo>
                  <a:pt x="8654565" y="2621968"/>
                  <a:pt x="8654104" y="2621508"/>
                  <a:pt x="8654104" y="2621508"/>
                </a:cubicBezTo>
                <a:lnTo>
                  <a:pt x="8649572" y="2613626"/>
                </a:lnTo>
                <a:cubicBezTo>
                  <a:pt x="8649441" y="2613363"/>
                  <a:pt x="8649572" y="2612772"/>
                  <a:pt x="8649572" y="2612772"/>
                </a:cubicBezTo>
                <a:lnTo>
                  <a:pt x="8654104" y="2604891"/>
                </a:lnTo>
                <a:cubicBezTo>
                  <a:pt x="8654301" y="2604628"/>
                  <a:pt x="8654892" y="2604431"/>
                  <a:pt x="8654892" y="2604431"/>
                </a:cubicBezTo>
                <a:close/>
                <a:moveTo>
                  <a:pt x="8400511" y="2604431"/>
                </a:moveTo>
                <a:lnTo>
                  <a:pt x="8409575" y="2604431"/>
                </a:lnTo>
                <a:cubicBezTo>
                  <a:pt x="8409904" y="2604431"/>
                  <a:pt x="8410363" y="2604891"/>
                  <a:pt x="8410363" y="2604891"/>
                </a:cubicBezTo>
                <a:lnTo>
                  <a:pt x="8414896" y="2612772"/>
                </a:lnTo>
                <a:cubicBezTo>
                  <a:pt x="8415027" y="2613035"/>
                  <a:pt x="8414896" y="2613626"/>
                  <a:pt x="8414896" y="2613626"/>
                </a:cubicBezTo>
                <a:lnTo>
                  <a:pt x="8410363" y="2621508"/>
                </a:lnTo>
                <a:cubicBezTo>
                  <a:pt x="8410166" y="2621771"/>
                  <a:pt x="8409575" y="2621968"/>
                  <a:pt x="8409575" y="2621968"/>
                </a:cubicBezTo>
                <a:lnTo>
                  <a:pt x="8400511" y="2621968"/>
                </a:lnTo>
                <a:cubicBezTo>
                  <a:pt x="8400184" y="2621968"/>
                  <a:pt x="8399723" y="2621508"/>
                  <a:pt x="8399723" y="2621508"/>
                </a:cubicBezTo>
                <a:lnTo>
                  <a:pt x="8395191" y="2613626"/>
                </a:lnTo>
                <a:cubicBezTo>
                  <a:pt x="8395060" y="2613363"/>
                  <a:pt x="8395191" y="2612772"/>
                  <a:pt x="8395191" y="2612772"/>
                </a:cubicBezTo>
                <a:lnTo>
                  <a:pt x="8399723" y="2604891"/>
                </a:lnTo>
                <a:cubicBezTo>
                  <a:pt x="8399920" y="2604628"/>
                  <a:pt x="8400511" y="2604431"/>
                  <a:pt x="8400511" y="2604431"/>
                </a:cubicBezTo>
                <a:close/>
                <a:moveTo>
                  <a:pt x="8146065" y="2604431"/>
                </a:moveTo>
                <a:lnTo>
                  <a:pt x="8155129" y="2604431"/>
                </a:lnTo>
                <a:cubicBezTo>
                  <a:pt x="8155458" y="2604431"/>
                  <a:pt x="8155917" y="2604891"/>
                  <a:pt x="8155917" y="2604891"/>
                </a:cubicBezTo>
                <a:lnTo>
                  <a:pt x="8160449" y="2612772"/>
                </a:lnTo>
                <a:cubicBezTo>
                  <a:pt x="8160580" y="2613035"/>
                  <a:pt x="8160449" y="2613626"/>
                  <a:pt x="8160449" y="2613626"/>
                </a:cubicBezTo>
                <a:lnTo>
                  <a:pt x="8155917" y="2621508"/>
                </a:lnTo>
                <a:cubicBezTo>
                  <a:pt x="8155719" y="2621771"/>
                  <a:pt x="8155129" y="2621968"/>
                  <a:pt x="8155129" y="2621968"/>
                </a:cubicBezTo>
                <a:lnTo>
                  <a:pt x="8146065" y="2621968"/>
                </a:lnTo>
                <a:cubicBezTo>
                  <a:pt x="8145737" y="2621968"/>
                  <a:pt x="8145277" y="2621508"/>
                  <a:pt x="8145277" y="2621508"/>
                </a:cubicBezTo>
                <a:lnTo>
                  <a:pt x="8140745" y="2613626"/>
                </a:lnTo>
                <a:cubicBezTo>
                  <a:pt x="8140613" y="2613363"/>
                  <a:pt x="8140745" y="2612772"/>
                  <a:pt x="8140745" y="2612772"/>
                </a:cubicBezTo>
                <a:lnTo>
                  <a:pt x="8145277" y="2604891"/>
                </a:lnTo>
                <a:cubicBezTo>
                  <a:pt x="8145474" y="2604628"/>
                  <a:pt x="8146065" y="2604431"/>
                  <a:pt x="8146065" y="2604431"/>
                </a:cubicBezTo>
                <a:close/>
                <a:moveTo>
                  <a:pt x="7891684" y="2604431"/>
                </a:moveTo>
                <a:lnTo>
                  <a:pt x="7900748" y="2604431"/>
                </a:lnTo>
                <a:cubicBezTo>
                  <a:pt x="7901076" y="2604431"/>
                  <a:pt x="7901536" y="2604891"/>
                  <a:pt x="7901536" y="2604891"/>
                </a:cubicBezTo>
                <a:lnTo>
                  <a:pt x="7906067" y="2612772"/>
                </a:lnTo>
                <a:cubicBezTo>
                  <a:pt x="7906199" y="2613035"/>
                  <a:pt x="7906067" y="2613626"/>
                  <a:pt x="7906067" y="2613626"/>
                </a:cubicBezTo>
                <a:lnTo>
                  <a:pt x="7901536" y="2621508"/>
                </a:lnTo>
                <a:cubicBezTo>
                  <a:pt x="7901339" y="2621771"/>
                  <a:pt x="7900748" y="2621968"/>
                  <a:pt x="7900748" y="2621968"/>
                </a:cubicBezTo>
                <a:lnTo>
                  <a:pt x="7891684" y="2621968"/>
                </a:lnTo>
                <a:cubicBezTo>
                  <a:pt x="7891355" y="2621968"/>
                  <a:pt x="7890896" y="2621508"/>
                  <a:pt x="7890896" y="2621508"/>
                </a:cubicBezTo>
                <a:lnTo>
                  <a:pt x="7886363" y="2613626"/>
                </a:lnTo>
                <a:cubicBezTo>
                  <a:pt x="7886233" y="2613363"/>
                  <a:pt x="7886363" y="2612772"/>
                  <a:pt x="7886363" y="2612772"/>
                </a:cubicBezTo>
                <a:lnTo>
                  <a:pt x="7890896" y="2604891"/>
                </a:lnTo>
                <a:cubicBezTo>
                  <a:pt x="7891093" y="2604628"/>
                  <a:pt x="7891684" y="2604431"/>
                  <a:pt x="7891684" y="2604431"/>
                </a:cubicBezTo>
                <a:close/>
                <a:moveTo>
                  <a:pt x="7637304" y="2604431"/>
                </a:moveTo>
                <a:lnTo>
                  <a:pt x="7646367" y="2604431"/>
                </a:lnTo>
                <a:cubicBezTo>
                  <a:pt x="7646696" y="2604431"/>
                  <a:pt x="7647156" y="2604891"/>
                  <a:pt x="7647156" y="2604891"/>
                </a:cubicBezTo>
                <a:lnTo>
                  <a:pt x="7651687" y="2612772"/>
                </a:lnTo>
                <a:cubicBezTo>
                  <a:pt x="7651819" y="2613035"/>
                  <a:pt x="7651687" y="2613626"/>
                  <a:pt x="7651687" y="2613626"/>
                </a:cubicBezTo>
                <a:lnTo>
                  <a:pt x="7647156" y="2621508"/>
                </a:lnTo>
                <a:cubicBezTo>
                  <a:pt x="7646958" y="2621771"/>
                  <a:pt x="7646367" y="2621968"/>
                  <a:pt x="7646367" y="2621968"/>
                </a:cubicBezTo>
                <a:lnTo>
                  <a:pt x="7637304" y="2621968"/>
                </a:lnTo>
                <a:cubicBezTo>
                  <a:pt x="7636975" y="2621968"/>
                  <a:pt x="7636516" y="2621508"/>
                  <a:pt x="7636516" y="2621508"/>
                </a:cubicBezTo>
                <a:lnTo>
                  <a:pt x="7631983" y="2613626"/>
                </a:lnTo>
                <a:cubicBezTo>
                  <a:pt x="7631851" y="2613363"/>
                  <a:pt x="7631983" y="2612772"/>
                  <a:pt x="7631983" y="2612772"/>
                </a:cubicBezTo>
                <a:lnTo>
                  <a:pt x="7636516" y="2604891"/>
                </a:lnTo>
                <a:cubicBezTo>
                  <a:pt x="7636713" y="2604628"/>
                  <a:pt x="7637304" y="2604431"/>
                  <a:pt x="7637304" y="2604431"/>
                </a:cubicBezTo>
                <a:close/>
                <a:moveTo>
                  <a:pt x="7382923" y="2604431"/>
                </a:moveTo>
                <a:lnTo>
                  <a:pt x="7391987" y="2604431"/>
                </a:lnTo>
                <a:cubicBezTo>
                  <a:pt x="7392315" y="2604431"/>
                  <a:pt x="7392775" y="2604891"/>
                  <a:pt x="7392775" y="2604891"/>
                </a:cubicBezTo>
                <a:lnTo>
                  <a:pt x="7397307" y="2612772"/>
                </a:lnTo>
                <a:cubicBezTo>
                  <a:pt x="7397438" y="2613035"/>
                  <a:pt x="7397307" y="2613626"/>
                  <a:pt x="7397307" y="2613626"/>
                </a:cubicBezTo>
                <a:lnTo>
                  <a:pt x="7392775" y="2621508"/>
                </a:lnTo>
                <a:cubicBezTo>
                  <a:pt x="7392578" y="2621771"/>
                  <a:pt x="7391987" y="2621968"/>
                  <a:pt x="7391987" y="2621968"/>
                </a:cubicBezTo>
                <a:lnTo>
                  <a:pt x="7382923" y="2621968"/>
                </a:lnTo>
                <a:cubicBezTo>
                  <a:pt x="7382595" y="2621968"/>
                  <a:pt x="7382135" y="2621508"/>
                  <a:pt x="7382135" y="2621508"/>
                </a:cubicBezTo>
                <a:lnTo>
                  <a:pt x="7377602" y="2613626"/>
                </a:lnTo>
                <a:cubicBezTo>
                  <a:pt x="7377471" y="2613363"/>
                  <a:pt x="7377602" y="2612772"/>
                  <a:pt x="7377602" y="2612772"/>
                </a:cubicBezTo>
                <a:lnTo>
                  <a:pt x="7382135" y="2604891"/>
                </a:lnTo>
                <a:cubicBezTo>
                  <a:pt x="7382331" y="2604628"/>
                  <a:pt x="7382923" y="2604431"/>
                  <a:pt x="7382923" y="2604431"/>
                </a:cubicBezTo>
                <a:close/>
                <a:moveTo>
                  <a:pt x="7128477" y="2604431"/>
                </a:moveTo>
                <a:lnTo>
                  <a:pt x="7137540" y="2604431"/>
                </a:lnTo>
                <a:cubicBezTo>
                  <a:pt x="7137869" y="2604431"/>
                  <a:pt x="7138328" y="2604891"/>
                  <a:pt x="7138328" y="2604891"/>
                </a:cubicBezTo>
                <a:lnTo>
                  <a:pt x="7142860" y="2612772"/>
                </a:lnTo>
                <a:cubicBezTo>
                  <a:pt x="7142992" y="2613035"/>
                  <a:pt x="7142860" y="2613626"/>
                  <a:pt x="7142860" y="2613626"/>
                </a:cubicBezTo>
                <a:lnTo>
                  <a:pt x="7138328" y="2621508"/>
                </a:lnTo>
                <a:cubicBezTo>
                  <a:pt x="7138131" y="2621771"/>
                  <a:pt x="7137540" y="2621968"/>
                  <a:pt x="7137540" y="2621968"/>
                </a:cubicBezTo>
                <a:lnTo>
                  <a:pt x="7128477" y="2621968"/>
                </a:lnTo>
                <a:cubicBezTo>
                  <a:pt x="7128148" y="2621968"/>
                  <a:pt x="7127689" y="2621508"/>
                  <a:pt x="7127689" y="2621508"/>
                </a:cubicBezTo>
                <a:lnTo>
                  <a:pt x="7123156" y="2613626"/>
                </a:lnTo>
                <a:cubicBezTo>
                  <a:pt x="7123024" y="2613363"/>
                  <a:pt x="7123156" y="2612772"/>
                  <a:pt x="7123156" y="2612772"/>
                </a:cubicBezTo>
                <a:lnTo>
                  <a:pt x="7127689" y="2604891"/>
                </a:lnTo>
                <a:cubicBezTo>
                  <a:pt x="7127885" y="2604628"/>
                  <a:pt x="7128477" y="2604431"/>
                  <a:pt x="7128477" y="2604431"/>
                </a:cubicBezTo>
                <a:close/>
                <a:moveTo>
                  <a:pt x="6874095" y="2604431"/>
                </a:moveTo>
                <a:lnTo>
                  <a:pt x="6883159" y="2604431"/>
                </a:lnTo>
                <a:cubicBezTo>
                  <a:pt x="6883488" y="2604431"/>
                  <a:pt x="6883947" y="2604891"/>
                  <a:pt x="6883947" y="2604891"/>
                </a:cubicBezTo>
                <a:lnTo>
                  <a:pt x="6888480" y="2612772"/>
                </a:lnTo>
                <a:cubicBezTo>
                  <a:pt x="6888611" y="2613035"/>
                  <a:pt x="6888480" y="2613626"/>
                  <a:pt x="6888480" y="2613626"/>
                </a:cubicBezTo>
                <a:lnTo>
                  <a:pt x="6883947" y="2621508"/>
                </a:lnTo>
                <a:cubicBezTo>
                  <a:pt x="6883751" y="2621771"/>
                  <a:pt x="6883159" y="2621968"/>
                  <a:pt x="6883159" y="2621968"/>
                </a:cubicBezTo>
                <a:lnTo>
                  <a:pt x="6874095" y="2621968"/>
                </a:lnTo>
                <a:cubicBezTo>
                  <a:pt x="6873768" y="2621968"/>
                  <a:pt x="6873307" y="2621508"/>
                  <a:pt x="6873307" y="2621508"/>
                </a:cubicBezTo>
                <a:lnTo>
                  <a:pt x="6868775" y="2613626"/>
                </a:lnTo>
                <a:cubicBezTo>
                  <a:pt x="6868644" y="2613363"/>
                  <a:pt x="6868775" y="2612772"/>
                  <a:pt x="6868775" y="2612772"/>
                </a:cubicBezTo>
                <a:lnTo>
                  <a:pt x="6873307" y="2604891"/>
                </a:lnTo>
                <a:cubicBezTo>
                  <a:pt x="6873504" y="2604628"/>
                  <a:pt x="6874095" y="2604431"/>
                  <a:pt x="6874095" y="2604431"/>
                </a:cubicBezTo>
                <a:close/>
                <a:moveTo>
                  <a:pt x="6619714" y="2604431"/>
                </a:moveTo>
                <a:lnTo>
                  <a:pt x="6628778" y="2604431"/>
                </a:lnTo>
                <a:cubicBezTo>
                  <a:pt x="6629107" y="2604431"/>
                  <a:pt x="6629566" y="2604891"/>
                  <a:pt x="6629566" y="2604891"/>
                </a:cubicBezTo>
                <a:lnTo>
                  <a:pt x="6634099" y="2612772"/>
                </a:lnTo>
                <a:cubicBezTo>
                  <a:pt x="6634230" y="2613035"/>
                  <a:pt x="6634099" y="2613626"/>
                  <a:pt x="6634099" y="2613626"/>
                </a:cubicBezTo>
                <a:lnTo>
                  <a:pt x="6629566" y="2621508"/>
                </a:lnTo>
                <a:cubicBezTo>
                  <a:pt x="6629369" y="2621771"/>
                  <a:pt x="6628778" y="2621968"/>
                  <a:pt x="6628778" y="2621968"/>
                </a:cubicBezTo>
                <a:lnTo>
                  <a:pt x="6619714" y="2621968"/>
                </a:lnTo>
                <a:cubicBezTo>
                  <a:pt x="6619387" y="2621968"/>
                  <a:pt x="6618926" y="2621508"/>
                  <a:pt x="6618926" y="2621508"/>
                </a:cubicBezTo>
                <a:lnTo>
                  <a:pt x="6614394" y="2613626"/>
                </a:lnTo>
                <a:cubicBezTo>
                  <a:pt x="6614263" y="2613363"/>
                  <a:pt x="6614394" y="2612772"/>
                  <a:pt x="6614394" y="2612772"/>
                </a:cubicBezTo>
                <a:lnTo>
                  <a:pt x="6618926" y="2604891"/>
                </a:lnTo>
                <a:cubicBezTo>
                  <a:pt x="6619123" y="2604628"/>
                  <a:pt x="6619714" y="2604431"/>
                  <a:pt x="6619714" y="2604431"/>
                </a:cubicBezTo>
                <a:close/>
                <a:moveTo>
                  <a:pt x="6365334" y="2604431"/>
                </a:moveTo>
                <a:lnTo>
                  <a:pt x="6374397" y="2604431"/>
                </a:lnTo>
                <a:cubicBezTo>
                  <a:pt x="6374727" y="2604431"/>
                  <a:pt x="6375186" y="2604891"/>
                  <a:pt x="6375186" y="2604891"/>
                </a:cubicBezTo>
                <a:lnTo>
                  <a:pt x="6379718" y="2612772"/>
                </a:lnTo>
                <a:cubicBezTo>
                  <a:pt x="6379849" y="2613035"/>
                  <a:pt x="6379718" y="2613626"/>
                  <a:pt x="6379718" y="2613626"/>
                </a:cubicBezTo>
                <a:lnTo>
                  <a:pt x="6375186" y="2621508"/>
                </a:lnTo>
                <a:cubicBezTo>
                  <a:pt x="6374988" y="2621771"/>
                  <a:pt x="6374397" y="2621968"/>
                  <a:pt x="6374397" y="2621968"/>
                </a:cubicBezTo>
                <a:lnTo>
                  <a:pt x="6365334" y="2621968"/>
                </a:lnTo>
                <a:cubicBezTo>
                  <a:pt x="6365005" y="2621968"/>
                  <a:pt x="6364546" y="2621508"/>
                  <a:pt x="6364546" y="2621508"/>
                </a:cubicBezTo>
                <a:lnTo>
                  <a:pt x="6360014" y="2613626"/>
                </a:lnTo>
                <a:cubicBezTo>
                  <a:pt x="6359882" y="2613363"/>
                  <a:pt x="6360014" y="2612772"/>
                  <a:pt x="6360014" y="2612772"/>
                </a:cubicBezTo>
                <a:lnTo>
                  <a:pt x="6364546" y="2604891"/>
                </a:lnTo>
                <a:cubicBezTo>
                  <a:pt x="6364743" y="2604628"/>
                  <a:pt x="6365334" y="2604431"/>
                  <a:pt x="6365334" y="2604431"/>
                </a:cubicBezTo>
                <a:close/>
                <a:moveTo>
                  <a:pt x="6110888" y="2604431"/>
                </a:moveTo>
                <a:lnTo>
                  <a:pt x="6119953" y="2604431"/>
                </a:lnTo>
                <a:cubicBezTo>
                  <a:pt x="6120280" y="2604431"/>
                  <a:pt x="6120740" y="2604891"/>
                  <a:pt x="6120740" y="2604891"/>
                </a:cubicBezTo>
                <a:lnTo>
                  <a:pt x="6125272" y="2612772"/>
                </a:lnTo>
                <a:cubicBezTo>
                  <a:pt x="6125403" y="2613035"/>
                  <a:pt x="6125272" y="2613626"/>
                  <a:pt x="6125272" y="2613626"/>
                </a:cubicBezTo>
                <a:lnTo>
                  <a:pt x="6120740" y="2621508"/>
                </a:lnTo>
                <a:cubicBezTo>
                  <a:pt x="6120543" y="2621771"/>
                  <a:pt x="6119953" y="2621968"/>
                  <a:pt x="6119953" y="2621968"/>
                </a:cubicBezTo>
                <a:lnTo>
                  <a:pt x="6110888" y="2621968"/>
                </a:lnTo>
                <a:cubicBezTo>
                  <a:pt x="6110560" y="2621968"/>
                  <a:pt x="6110101" y="2621508"/>
                  <a:pt x="6110101" y="2621508"/>
                </a:cubicBezTo>
                <a:lnTo>
                  <a:pt x="6105567" y="2613626"/>
                </a:lnTo>
                <a:cubicBezTo>
                  <a:pt x="6105436" y="2613363"/>
                  <a:pt x="6105567" y="2612772"/>
                  <a:pt x="6105567" y="2612772"/>
                </a:cubicBezTo>
                <a:lnTo>
                  <a:pt x="6110101" y="2604891"/>
                </a:lnTo>
                <a:cubicBezTo>
                  <a:pt x="6110296" y="2604628"/>
                  <a:pt x="6110888" y="2604431"/>
                  <a:pt x="6110888" y="2604431"/>
                </a:cubicBezTo>
                <a:close/>
                <a:moveTo>
                  <a:pt x="5856508" y="2604431"/>
                </a:moveTo>
                <a:lnTo>
                  <a:pt x="5865571" y="2604431"/>
                </a:lnTo>
                <a:cubicBezTo>
                  <a:pt x="5865900" y="2604431"/>
                  <a:pt x="5866359" y="2604891"/>
                  <a:pt x="5866359" y="2604891"/>
                </a:cubicBezTo>
                <a:lnTo>
                  <a:pt x="5870891" y="2612772"/>
                </a:lnTo>
                <a:cubicBezTo>
                  <a:pt x="5871023" y="2613035"/>
                  <a:pt x="5870891" y="2613626"/>
                  <a:pt x="5870891" y="2613626"/>
                </a:cubicBezTo>
                <a:lnTo>
                  <a:pt x="5866359" y="2621508"/>
                </a:lnTo>
                <a:cubicBezTo>
                  <a:pt x="5866163" y="2621771"/>
                  <a:pt x="5865571" y="2621968"/>
                  <a:pt x="5865571" y="2621968"/>
                </a:cubicBezTo>
                <a:lnTo>
                  <a:pt x="5856508" y="2621968"/>
                </a:lnTo>
                <a:cubicBezTo>
                  <a:pt x="5856178" y="2621968"/>
                  <a:pt x="5855720" y="2621508"/>
                  <a:pt x="5855720" y="2621508"/>
                </a:cubicBezTo>
                <a:lnTo>
                  <a:pt x="5851187" y="2613626"/>
                </a:lnTo>
                <a:cubicBezTo>
                  <a:pt x="5851055" y="2613363"/>
                  <a:pt x="5851187" y="2612772"/>
                  <a:pt x="5851187" y="2612772"/>
                </a:cubicBezTo>
                <a:lnTo>
                  <a:pt x="5855720" y="2604891"/>
                </a:lnTo>
                <a:cubicBezTo>
                  <a:pt x="5855916" y="2604628"/>
                  <a:pt x="5856508" y="2604431"/>
                  <a:pt x="5856508" y="2604431"/>
                </a:cubicBezTo>
                <a:close/>
                <a:moveTo>
                  <a:pt x="5602126" y="2604431"/>
                </a:moveTo>
                <a:lnTo>
                  <a:pt x="5611191" y="2604431"/>
                </a:lnTo>
                <a:cubicBezTo>
                  <a:pt x="5611519" y="2604431"/>
                  <a:pt x="5611979" y="2604891"/>
                  <a:pt x="5611979" y="2604891"/>
                </a:cubicBezTo>
                <a:lnTo>
                  <a:pt x="5616511" y="2612772"/>
                </a:lnTo>
                <a:cubicBezTo>
                  <a:pt x="5616642" y="2613035"/>
                  <a:pt x="5616511" y="2613626"/>
                  <a:pt x="5616511" y="2613626"/>
                </a:cubicBezTo>
                <a:lnTo>
                  <a:pt x="5611979" y="2621508"/>
                </a:lnTo>
                <a:cubicBezTo>
                  <a:pt x="5611782" y="2621771"/>
                  <a:pt x="5611191" y="2621968"/>
                  <a:pt x="5611191" y="2621968"/>
                </a:cubicBezTo>
                <a:lnTo>
                  <a:pt x="5602126" y="2621968"/>
                </a:lnTo>
                <a:cubicBezTo>
                  <a:pt x="5601798" y="2621968"/>
                  <a:pt x="5601338" y="2621508"/>
                  <a:pt x="5601338" y="2621508"/>
                </a:cubicBezTo>
                <a:lnTo>
                  <a:pt x="5596807" y="2613626"/>
                </a:lnTo>
                <a:cubicBezTo>
                  <a:pt x="5596675" y="2613363"/>
                  <a:pt x="5596807" y="2612772"/>
                  <a:pt x="5596807" y="2612772"/>
                </a:cubicBezTo>
                <a:lnTo>
                  <a:pt x="5601338" y="2604891"/>
                </a:lnTo>
                <a:cubicBezTo>
                  <a:pt x="5601536" y="2604628"/>
                  <a:pt x="5602126" y="2604431"/>
                  <a:pt x="5602126" y="2604431"/>
                </a:cubicBezTo>
                <a:close/>
                <a:moveTo>
                  <a:pt x="5347746" y="2604431"/>
                </a:moveTo>
                <a:lnTo>
                  <a:pt x="5356810" y="2604431"/>
                </a:lnTo>
                <a:cubicBezTo>
                  <a:pt x="5357138" y="2604431"/>
                  <a:pt x="5357598" y="2604891"/>
                  <a:pt x="5357598" y="2604891"/>
                </a:cubicBezTo>
                <a:lnTo>
                  <a:pt x="5362130" y="2612772"/>
                </a:lnTo>
                <a:cubicBezTo>
                  <a:pt x="5362261" y="2613035"/>
                  <a:pt x="5362130" y="2613626"/>
                  <a:pt x="5362130" y="2613626"/>
                </a:cubicBezTo>
                <a:lnTo>
                  <a:pt x="5357598" y="2621508"/>
                </a:lnTo>
                <a:cubicBezTo>
                  <a:pt x="5357401" y="2621771"/>
                  <a:pt x="5356810" y="2621968"/>
                  <a:pt x="5356810" y="2621968"/>
                </a:cubicBezTo>
                <a:lnTo>
                  <a:pt x="5347746" y="2621968"/>
                </a:lnTo>
                <a:cubicBezTo>
                  <a:pt x="5347418" y="2621968"/>
                  <a:pt x="5346958" y="2621508"/>
                  <a:pt x="5346958" y="2621508"/>
                </a:cubicBezTo>
                <a:lnTo>
                  <a:pt x="5342425" y="2613626"/>
                </a:lnTo>
                <a:cubicBezTo>
                  <a:pt x="5342295" y="2613363"/>
                  <a:pt x="5342425" y="2612772"/>
                  <a:pt x="5342425" y="2612772"/>
                </a:cubicBezTo>
                <a:lnTo>
                  <a:pt x="5346958" y="2604891"/>
                </a:lnTo>
                <a:cubicBezTo>
                  <a:pt x="5347154" y="2604628"/>
                  <a:pt x="5347746" y="2604431"/>
                  <a:pt x="5347746" y="2604431"/>
                </a:cubicBezTo>
                <a:close/>
                <a:moveTo>
                  <a:pt x="5093300" y="2604431"/>
                </a:moveTo>
                <a:lnTo>
                  <a:pt x="5102364" y="2604431"/>
                </a:lnTo>
                <a:cubicBezTo>
                  <a:pt x="5102693" y="2604431"/>
                  <a:pt x="5103153" y="2604891"/>
                  <a:pt x="5103153" y="2604891"/>
                </a:cubicBezTo>
                <a:lnTo>
                  <a:pt x="5107684" y="2612772"/>
                </a:lnTo>
                <a:cubicBezTo>
                  <a:pt x="5107815" y="2613035"/>
                  <a:pt x="5107684" y="2613626"/>
                  <a:pt x="5107684" y="2613626"/>
                </a:cubicBezTo>
                <a:lnTo>
                  <a:pt x="5103153" y="2621508"/>
                </a:lnTo>
                <a:cubicBezTo>
                  <a:pt x="5102955" y="2621771"/>
                  <a:pt x="5102364" y="2621968"/>
                  <a:pt x="5102364" y="2621968"/>
                </a:cubicBezTo>
                <a:lnTo>
                  <a:pt x="5093300" y="2621968"/>
                </a:lnTo>
                <a:cubicBezTo>
                  <a:pt x="5092972" y="2621968"/>
                  <a:pt x="5092512" y="2621508"/>
                  <a:pt x="5092512" y="2621508"/>
                </a:cubicBezTo>
                <a:lnTo>
                  <a:pt x="5087979" y="2613626"/>
                </a:lnTo>
                <a:cubicBezTo>
                  <a:pt x="5087848" y="2613363"/>
                  <a:pt x="5087979" y="2612772"/>
                  <a:pt x="5087979" y="2612772"/>
                </a:cubicBezTo>
                <a:lnTo>
                  <a:pt x="5092512" y="2604891"/>
                </a:lnTo>
                <a:cubicBezTo>
                  <a:pt x="5092708" y="2604628"/>
                  <a:pt x="5093300" y="2604431"/>
                  <a:pt x="5093300" y="2604431"/>
                </a:cubicBezTo>
                <a:close/>
                <a:moveTo>
                  <a:pt x="4838919" y="2604431"/>
                </a:moveTo>
                <a:lnTo>
                  <a:pt x="4847982" y="2604431"/>
                </a:lnTo>
                <a:cubicBezTo>
                  <a:pt x="4848311" y="2604431"/>
                  <a:pt x="4848772" y="2604891"/>
                  <a:pt x="4848772" y="2604891"/>
                </a:cubicBezTo>
                <a:lnTo>
                  <a:pt x="4853303" y="2612772"/>
                </a:lnTo>
                <a:cubicBezTo>
                  <a:pt x="4853435" y="2613035"/>
                  <a:pt x="4853303" y="2613626"/>
                  <a:pt x="4853303" y="2613626"/>
                </a:cubicBezTo>
                <a:lnTo>
                  <a:pt x="4848772" y="2621508"/>
                </a:lnTo>
                <a:cubicBezTo>
                  <a:pt x="4848575" y="2621771"/>
                  <a:pt x="4847982" y="2621968"/>
                  <a:pt x="4847982" y="2621968"/>
                </a:cubicBezTo>
                <a:lnTo>
                  <a:pt x="4838919" y="2621968"/>
                </a:lnTo>
                <a:cubicBezTo>
                  <a:pt x="4838590" y="2621968"/>
                  <a:pt x="4838132" y="2621508"/>
                  <a:pt x="4838132" y="2621508"/>
                </a:cubicBezTo>
                <a:lnTo>
                  <a:pt x="4833598" y="2613626"/>
                </a:lnTo>
                <a:cubicBezTo>
                  <a:pt x="4833467" y="2613363"/>
                  <a:pt x="4833598" y="2612772"/>
                  <a:pt x="4833598" y="2612772"/>
                </a:cubicBezTo>
                <a:lnTo>
                  <a:pt x="4838132" y="2604891"/>
                </a:lnTo>
                <a:cubicBezTo>
                  <a:pt x="4838328" y="2604628"/>
                  <a:pt x="4838919" y="2604431"/>
                  <a:pt x="4838919" y="2604431"/>
                </a:cubicBezTo>
                <a:close/>
                <a:moveTo>
                  <a:pt x="4584538" y="2604431"/>
                </a:moveTo>
                <a:lnTo>
                  <a:pt x="4593603" y="2604431"/>
                </a:lnTo>
                <a:cubicBezTo>
                  <a:pt x="4593932" y="2604431"/>
                  <a:pt x="4594390" y="2604891"/>
                  <a:pt x="4594390" y="2604891"/>
                </a:cubicBezTo>
                <a:lnTo>
                  <a:pt x="4598922" y="2612772"/>
                </a:lnTo>
                <a:cubicBezTo>
                  <a:pt x="4599054" y="2613035"/>
                  <a:pt x="4598922" y="2613626"/>
                  <a:pt x="4598922" y="2613626"/>
                </a:cubicBezTo>
                <a:lnTo>
                  <a:pt x="4594390" y="2621508"/>
                </a:lnTo>
                <a:cubicBezTo>
                  <a:pt x="4594193" y="2621771"/>
                  <a:pt x="4593603" y="2621968"/>
                  <a:pt x="4593603" y="2621968"/>
                </a:cubicBezTo>
                <a:lnTo>
                  <a:pt x="4584538" y="2621968"/>
                </a:lnTo>
                <a:cubicBezTo>
                  <a:pt x="4584210" y="2621968"/>
                  <a:pt x="4583749" y="2621508"/>
                  <a:pt x="4583749" y="2621508"/>
                </a:cubicBezTo>
                <a:lnTo>
                  <a:pt x="4579218" y="2613626"/>
                </a:lnTo>
                <a:cubicBezTo>
                  <a:pt x="4579087" y="2613363"/>
                  <a:pt x="4579218" y="2612772"/>
                  <a:pt x="4579218" y="2612772"/>
                </a:cubicBezTo>
                <a:lnTo>
                  <a:pt x="4583749" y="2604891"/>
                </a:lnTo>
                <a:cubicBezTo>
                  <a:pt x="4583948" y="2604628"/>
                  <a:pt x="4584538" y="2604431"/>
                  <a:pt x="4584538" y="2604431"/>
                </a:cubicBezTo>
                <a:close/>
                <a:moveTo>
                  <a:pt x="4330157" y="2604431"/>
                </a:moveTo>
                <a:lnTo>
                  <a:pt x="4339222" y="2604431"/>
                </a:lnTo>
                <a:cubicBezTo>
                  <a:pt x="4339550" y="2604431"/>
                  <a:pt x="4340010" y="2604891"/>
                  <a:pt x="4340010" y="2604891"/>
                </a:cubicBezTo>
                <a:lnTo>
                  <a:pt x="4344540" y="2612772"/>
                </a:lnTo>
                <a:cubicBezTo>
                  <a:pt x="4344672" y="2613035"/>
                  <a:pt x="4344540" y="2613626"/>
                  <a:pt x="4344540" y="2613626"/>
                </a:cubicBezTo>
                <a:lnTo>
                  <a:pt x="4340010" y="2621508"/>
                </a:lnTo>
                <a:cubicBezTo>
                  <a:pt x="4339812" y="2621771"/>
                  <a:pt x="4339222" y="2621968"/>
                  <a:pt x="4339222" y="2621968"/>
                </a:cubicBezTo>
                <a:lnTo>
                  <a:pt x="4330157" y="2621968"/>
                </a:lnTo>
                <a:cubicBezTo>
                  <a:pt x="4329829" y="2621968"/>
                  <a:pt x="4329369" y="2621508"/>
                  <a:pt x="4329369" y="2621508"/>
                </a:cubicBezTo>
                <a:lnTo>
                  <a:pt x="4324836" y="2613626"/>
                </a:lnTo>
                <a:cubicBezTo>
                  <a:pt x="4324706" y="2613363"/>
                  <a:pt x="4324836" y="2612772"/>
                  <a:pt x="4324836" y="2612772"/>
                </a:cubicBezTo>
                <a:lnTo>
                  <a:pt x="4329369" y="2604891"/>
                </a:lnTo>
                <a:cubicBezTo>
                  <a:pt x="4329565" y="2604628"/>
                  <a:pt x="4330157" y="2604431"/>
                  <a:pt x="4330157" y="2604431"/>
                </a:cubicBezTo>
                <a:close/>
                <a:moveTo>
                  <a:pt x="4075728" y="2604431"/>
                </a:moveTo>
                <a:lnTo>
                  <a:pt x="4084791" y="2604431"/>
                </a:lnTo>
                <a:cubicBezTo>
                  <a:pt x="4085120" y="2604431"/>
                  <a:pt x="4085580" y="2604891"/>
                  <a:pt x="4085580" y="2604891"/>
                </a:cubicBezTo>
                <a:lnTo>
                  <a:pt x="4090110" y="2612772"/>
                </a:lnTo>
                <a:cubicBezTo>
                  <a:pt x="4090242" y="2613035"/>
                  <a:pt x="4090110" y="2613626"/>
                  <a:pt x="4090110" y="2613626"/>
                </a:cubicBezTo>
                <a:lnTo>
                  <a:pt x="4085580" y="2621508"/>
                </a:lnTo>
                <a:cubicBezTo>
                  <a:pt x="4085382" y="2621771"/>
                  <a:pt x="4084791" y="2621968"/>
                  <a:pt x="4084791" y="2621968"/>
                </a:cubicBezTo>
                <a:lnTo>
                  <a:pt x="4075728" y="2621968"/>
                </a:lnTo>
                <a:cubicBezTo>
                  <a:pt x="4075399" y="2621968"/>
                  <a:pt x="4074939" y="2621508"/>
                  <a:pt x="4074939" y="2621508"/>
                </a:cubicBezTo>
                <a:lnTo>
                  <a:pt x="4070407" y="2613626"/>
                </a:lnTo>
                <a:cubicBezTo>
                  <a:pt x="4070275" y="2613363"/>
                  <a:pt x="4070407" y="2612772"/>
                  <a:pt x="4070407" y="2612772"/>
                </a:cubicBezTo>
                <a:lnTo>
                  <a:pt x="4074939" y="2604891"/>
                </a:lnTo>
                <a:cubicBezTo>
                  <a:pt x="4075135" y="2604628"/>
                  <a:pt x="4075728" y="2604431"/>
                  <a:pt x="4075728" y="2604431"/>
                </a:cubicBezTo>
                <a:close/>
                <a:moveTo>
                  <a:pt x="3821398" y="2604431"/>
                </a:moveTo>
                <a:lnTo>
                  <a:pt x="3830462" y="2604431"/>
                </a:lnTo>
                <a:cubicBezTo>
                  <a:pt x="3830791" y="2604431"/>
                  <a:pt x="3831251" y="2604891"/>
                  <a:pt x="3831251" y="2604891"/>
                </a:cubicBezTo>
                <a:lnTo>
                  <a:pt x="3835782" y="2612772"/>
                </a:lnTo>
                <a:cubicBezTo>
                  <a:pt x="3835915" y="2613035"/>
                  <a:pt x="3835782" y="2613626"/>
                  <a:pt x="3835782" y="2613626"/>
                </a:cubicBezTo>
                <a:lnTo>
                  <a:pt x="3831251" y="2621508"/>
                </a:lnTo>
                <a:cubicBezTo>
                  <a:pt x="3831055" y="2621771"/>
                  <a:pt x="3830462" y="2621968"/>
                  <a:pt x="3830462" y="2621968"/>
                </a:cubicBezTo>
                <a:lnTo>
                  <a:pt x="3821398" y="2621968"/>
                </a:lnTo>
                <a:cubicBezTo>
                  <a:pt x="3821069" y="2621968"/>
                  <a:pt x="3820611" y="2621508"/>
                  <a:pt x="3820611" y="2621508"/>
                </a:cubicBezTo>
                <a:lnTo>
                  <a:pt x="3816079" y="2613626"/>
                </a:lnTo>
                <a:cubicBezTo>
                  <a:pt x="3815946" y="2613363"/>
                  <a:pt x="3816079" y="2612772"/>
                  <a:pt x="3816079" y="2612772"/>
                </a:cubicBezTo>
                <a:lnTo>
                  <a:pt x="3820611" y="2604891"/>
                </a:lnTo>
                <a:cubicBezTo>
                  <a:pt x="3820808" y="2604628"/>
                  <a:pt x="3821398" y="2604431"/>
                  <a:pt x="3821398" y="2604431"/>
                </a:cubicBezTo>
                <a:close/>
                <a:moveTo>
                  <a:pt x="3567032" y="2604431"/>
                </a:moveTo>
                <a:lnTo>
                  <a:pt x="3576097" y="2604431"/>
                </a:lnTo>
                <a:cubicBezTo>
                  <a:pt x="3576427" y="2604431"/>
                  <a:pt x="3576887" y="2604891"/>
                  <a:pt x="3576887" y="2604891"/>
                </a:cubicBezTo>
                <a:lnTo>
                  <a:pt x="3581417" y="2612772"/>
                </a:lnTo>
                <a:cubicBezTo>
                  <a:pt x="3581549" y="2613035"/>
                  <a:pt x="3581417" y="2613626"/>
                  <a:pt x="3581417" y="2613626"/>
                </a:cubicBezTo>
                <a:lnTo>
                  <a:pt x="3576887" y="2621508"/>
                </a:lnTo>
                <a:cubicBezTo>
                  <a:pt x="3576689" y="2621771"/>
                  <a:pt x="3576097" y="2621968"/>
                  <a:pt x="3576097" y="2621968"/>
                </a:cubicBezTo>
                <a:lnTo>
                  <a:pt x="3567032" y="2621968"/>
                </a:lnTo>
                <a:cubicBezTo>
                  <a:pt x="3566705" y="2621968"/>
                  <a:pt x="3566246" y="2621508"/>
                  <a:pt x="3566246" y="2621508"/>
                </a:cubicBezTo>
                <a:lnTo>
                  <a:pt x="3561713" y="2613626"/>
                </a:lnTo>
                <a:cubicBezTo>
                  <a:pt x="3561581" y="2613363"/>
                  <a:pt x="3561713" y="2612772"/>
                  <a:pt x="3561713" y="2612772"/>
                </a:cubicBezTo>
                <a:lnTo>
                  <a:pt x="3566246" y="2604891"/>
                </a:lnTo>
                <a:cubicBezTo>
                  <a:pt x="3566443" y="2604628"/>
                  <a:pt x="3567032" y="2604431"/>
                  <a:pt x="3567032" y="2604431"/>
                </a:cubicBezTo>
                <a:close/>
                <a:moveTo>
                  <a:pt x="3312819" y="2604431"/>
                </a:moveTo>
                <a:lnTo>
                  <a:pt x="3321883" y="2604431"/>
                </a:lnTo>
                <a:cubicBezTo>
                  <a:pt x="3322211" y="2604431"/>
                  <a:pt x="3322672" y="2604891"/>
                  <a:pt x="3322672" y="2604891"/>
                </a:cubicBezTo>
                <a:lnTo>
                  <a:pt x="3327204" y="2612772"/>
                </a:lnTo>
                <a:cubicBezTo>
                  <a:pt x="3327335" y="2613035"/>
                  <a:pt x="3327204" y="2613626"/>
                  <a:pt x="3327204" y="2613626"/>
                </a:cubicBezTo>
                <a:lnTo>
                  <a:pt x="3322672" y="2621508"/>
                </a:lnTo>
                <a:cubicBezTo>
                  <a:pt x="3322474" y="2621771"/>
                  <a:pt x="3321883" y="2621968"/>
                  <a:pt x="3321883" y="2621968"/>
                </a:cubicBezTo>
                <a:lnTo>
                  <a:pt x="3312819" y="2621968"/>
                </a:lnTo>
                <a:cubicBezTo>
                  <a:pt x="3312490" y="2621968"/>
                  <a:pt x="3312031" y="2621508"/>
                  <a:pt x="3312031" y="2621508"/>
                </a:cubicBezTo>
                <a:lnTo>
                  <a:pt x="3307496" y="2613626"/>
                </a:lnTo>
                <a:cubicBezTo>
                  <a:pt x="3307365" y="2613363"/>
                  <a:pt x="3307496" y="2612772"/>
                  <a:pt x="3307496" y="2612772"/>
                </a:cubicBezTo>
                <a:lnTo>
                  <a:pt x="3312031" y="2604891"/>
                </a:lnTo>
                <a:cubicBezTo>
                  <a:pt x="3312227" y="2604628"/>
                  <a:pt x="3312819" y="2604431"/>
                  <a:pt x="3312819" y="2604431"/>
                </a:cubicBezTo>
                <a:close/>
                <a:moveTo>
                  <a:pt x="3058421" y="2604431"/>
                </a:moveTo>
                <a:lnTo>
                  <a:pt x="3067487" y="2604431"/>
                </a:lnTo>
                <a:cubicBezTo>
                  <a:pt x="3067814" y="2604431"/>
                  <a:pt x="3068275" y="2604891"/>
                  <a:pt x="3068275" y="2604891"/>
                </a:cubicBezTo>
                <a:lnTo>
                  <a:pt x="3072807" y="2612772"/>
                </a:lnTo>
                <a:cubicBezTo>
                  <a:pt x="3072938" y="2613035"/>
                  <a:pt x="3072807" y="2613626"/>
                  <a:pt x="3072807" y="2613626"/>
                </a:cubicBezTo>
                <a:lnTo>
                  <a:pt x="3068275" y="2621508"/>
                </a:lnTo>
                <a:cubicBezTo>
                  <a:pt x="3068078" y="2621771"/>
                  <a:pt x="3067487" y="2621968"/>
                  <a:pt x="3067487" y="2621968"/>
                </a:cubicBezTo>
                <a:lnTo>
                  <a:pt x="3058421" y="2621968"/>
                </a:lnTo>
                <a:cubicBezTo>
                  <a:pt x="3058092" y="2621968"/>
                  <a:pt x="3057633" y="2621508"/>
                  <a:pt x="3057633" y="2621508"/>
                </a:cubicBezTo>
                <a:lnTo>
                  <a:pt x="3053100" y="2613626"/>
                </a:lnTo>
                <a:cubicBezTo>
                  <a:pt x="3052969" y="2613363"/>
                  <a:pt x="3053100" y="2612772"/>
                  <a:pt x="3053100" y="2612772"/>
                </a:cubicBezTo>
                <a:lnTo>
                  <a:pt x="3057633" y="2604891"/>
                </a:lnTo>
                <a:cubicBezTo>
                  <a:pt x="3057830" y="2604628"/>
                  <a:pt x="3058421" y="2604431"/>
                  <a:pt x="3058421" y="2604431"/>
                </a:cubicBezTo>
                <a:close/>
                <a:moveTo>
                  <a:pt x="2803841" y="2604431"/>
                </a:moveTo>
                <a:lnTo>
                  <a:pt x="2812906" y="2604431"/>
                </a:lnTo>
                <a:cubicBezTo>
                  <a:pt x="2813234" y="2604431"/>
                  <a:pt x="2813693" y="2604891"/>
                  <a:pt x="2813693" y="2604891"/>
                </a:cubicBezTo>
                <a:lnTo>
                  <a:pt x="2818225" y="2612772"/>
                </a:lnTo>
                <a:cubicBezTo>
                  <a:pt x="2818356" y="2613035"/>
                  <a:pt x="2818225" y="2613626"/>
                  <a:pt x="2818225" y="2613626"/>
                </a:cubicBezTo>
                <a:lnTo>
                  <a:pt x="2813693" y="2621508"/>
                </a:lnTo>
                <a:cubicBezTo>
                  <a:pt x="2813497" y="2621771"/>
                  <a:pt x="2812906" y="2621968"/>
                  <a:pt x="2812906" y="2621968"/>
                </a:cubicBezTo>
                <a:lnTo>
                  <a:pt x="2803841" y="2621968"/>
                </a:lnTo>
                <a:cubicBezTo>
                  <a:pt x="2803513" y="2621968"/>
                  <a:pt x="2803053" y="2621508"/>
                  <a:pt x="2803053" y="2621508"/>
                </a:cubicBezTo>
                <a:lnTo>
                  <a:pt x="2798521" y="2613626"/>
                </a:lnTo>
                <a:cubicBezTo>
                  <a:pt x="2798390" y="2613363"/>
                  <a:pt x="2798521" y="2612772"/>
                  <a:pt x="2798521" y="2612772"/>
                </a:cubicBezTo>
                <a:lnTo>
                  <a:pt x="2803053" y="2604891"/>
                </a:lnTo>
                <a:cubicBezTo>
                  <a:pt x="2803250" y="2604628"/>
                  <a:pt x="2803841" y="2604431"/>
                  <a:pt x="2803841" y="2604431"/>
                </a:cubicBezTo>
                <a:close/>
                <a:moveTo>
                  <a:pt x="2549516" y="2604431"/>
                </a:moveTo>
                <a:lnTo>
                  <a:pt x="2558580" y="2604431"/>
                </a:lnTo>
                <a:cubicBezTo>
                  <a:pt x="2558908" y="2604431"/>
                  <a:pt x="2559369" y="2604891"/>
                  <a:pt x="2559369" y="2604891"/>
                </a:cubicBezTo>
                <a:lnTo>
                  <a:pt x="2563902" y="2612772"/>
                </a:lnTo>
                <a:cubicBezTo>
                  <a:pt x="2564034" y="2613035"/>
                  <a:pt x="2563902" y="2613626"/>
                  <a:pt x="2563902" y="2613626"/>
                </a:cubicBezTo>
                <a:lnTo>
                  <a:pt x="2559369" y="2621508"/>
                </a:lnTo>
                <a:cubicBezTo>
                  <a:pt x="2559172" y="2621771"/>
                  <a:pt x="2558580" y="2621968"/>
                  <a:pt x="2558580" y="2621968"/>
                </a:cubicBezTo>
                <a:lnTo>
                  <a:pt x="2549516" y="2621968"/>
                </a:lnTo>
                <a:cubicBezTo>
                  <a:pt x="2549188" y="2621968"/>
                  <a:pt x="2548727" y="2621508"/>
                  <a:pt x="2548727" y="2621508"/>
                </a:cubicBezTo>
                <a:lnTo>
                  <a:pt x="2544195" y="2613626"/>
                </a:lnTo>
                <a:cubicBezTo>
                  <a:pt x="2544064" y="2613363"/>
                  <a:pt x="2544195" y="2612772"/>
                  <a:pt x="2544195" y="2612772"/>
                </a:cubicBezTo>
                <a:lnTo>
                  <a:pt x="2548727" y="2604891"/>
                </a:lnTo>
                <a:cubicBezTo>
                  <a:pt x="2548924" y="2604628"/>
                  <a:pt x="2549516" y="2604431"/>
                  <a:pt x="2549516" y="2604431"/>
                </a:cubicBezTo>
                <a:close/>
                <a:moveTo>
                  <a:pt x="2295000" y="2604431"/>
                </a:moveTo>
                <a:lnTo>
                  <a:pt x="2304065" y="2604431"/>
                </a:lnTo>
                <a:cubicBezTo>
                  <a:pt x="2304393" y="2604431"/>
                  <a:pt x="2304853" y="2604891"/>
                  <a:pt x="2304853" y="2604891"/>
                </a:cubicBezTo>
                <a:lnTo>
                  <a:pt x="2309386" y="2612772"/>
                </a:lnTo>
                <a:cubicBezTo>
                  <a:pt x="2309517" y="2613035"/>
                  <a:pt x="2309386" y="2613626"/>
                  <a:pt x="2309386" y="2613626"/>
                </a:cubicBezTo>
                <a:lnTo>
                  <a:pt x="2304853" y="2621508"/>
                </a:lnTo>
                <a:cubicBezTo>
                  <a:pt x="2304656" y="2621771"/>
                  <a:pt x="2304065" y="2621968"/>
                  <a:pt x="2304065" y="2621968"/>
                </a:cubicBezTo>
                <a:lnTo>
                  <a:pt x="2295000" y="2621968"/>
                </a:lnTo>
                <a:cubicBezTo>
                  <a:pt x="2294673" y="2621968"/>
                  <a:pt x="2294212" y="2621508"/>
                  <a:pt x="2294212" y="2621508"/>
                </a:cubicBezTo>
                <a:lnTo>
                  <a:pt x="2289680" y="2613626"/>
                </a:lnTo>
                <a:cubicBezTo>
                  <a:pt x="2289549" y="2613363"/>
                  <a:pt x="2289680" y="2612772"/>
                  <a:pt x="2289680" y="2612772"/>
                </a:cubicBezTo>
                <a:lnTo>
                  <a:pt x="2294212" y="2604891"/>
                </a:lnTo>
                <a:cubicBezTo>
                  <a:pt x="2294409" y="2604628"/>
                  <a:pt x="2295000" y="2604431"/>
                  <a:pt x="2295000" y="2604431"/>
                </a:cubicBezTo>
                <a:close/>
                <a:moveTo>
                  <a:pt x="2040756" y="2604431"/>
                </a:moveTo>
                <a:lnTo>
                  <a:pt x="2049821" y="2604431"/>
                </a:lnTo>
                <a:cubicBezTo>
                  <a:pt x="2050149" y="2604431"/>
                  <a:pt x="2050609" y="2604891"/>
                  <a:pt x="2050609" y="2604891"/>
                </a:cubicBezTo>
                <a:lnTo>
                  <a:pt x="2055141" y="2612772"/>
                </a:lnTo>
                <a:cubicBezTo>
                  <a:pt x="2055272" y="2613035"/>
                  <a:pt x="2055141" y="2613626"/>
                  <a:pt x="2055141" y="2613626"/>
                </a:cubicBezTo>
                <a:lnTo>
                  <a:pt x="2050609" y="2621508"/>
                </a:lnTo>
                <a:cubicBezTo>
                  <a:pt x="2050412" y="2621771"/>
                  <a:pt x="2049821" y="2621968"/>
                  <a:pt x="2049821" y="2621968"/>
                </a:cubicBezTo>
                <a:lnTo>
                  <a:pt x="2040756" y="2621968"/>
                </a:lnTo>
                <a:cubicBezTo>
                  <a:pt x="2040428" y="2621968"/>
                  <a:pt x="2039968" y="2621508"/>
                  <a:pt x="2039968" y="2621508"/>
                </a:cubicBezTo>
                <a:lnTo>
                  <a:pt x="2035435" y="2613626"/>
                </a:lnTo>
                <a:cubicBezTo>
                  <a:pt x="2035303" y="2613363"/>
                  <a:pt x="2035435" y="2612772"/>
                  <a:pt x="2035435" y="2612772"/>
                </a:cubicBezTo>
                <a:lnTo>
                  <a:pt x="2039968" y="2604891"/>
                </a:lnTo>
                <a:cubicBezTo>
                  <a:pt x="2040165" y="2604628"/>
                  <a:pt x="2040756" y="2604431"/>
                  <a:pt x="2040756" y="2604431"/>
                </a:cubicBezTo>
                <a:close/>
                <a:moveTo>
                  <a:pt x="1786201" y="2604431"/>
                </a:moveTo>
                <a:lnTo>
                  <a:pt x="1795266" y="2604431"/>
                </a:lnTo>
                <a:cubicBezTo>
                  <a:pt x="1795595" y="2604431"/>
                  <a:pt x="1796055" y="2604891"/>
                  <a:pt x="1796055" y="2604891"/>
                </a:cubicBezTo>
                <a:lnTo>
                  <a:pt x="1800586" y="2612772"/>
                </a:lnTo>
                <a:cubicBezTo>
                  <a:pt x="1800717" y="2613035"/>
                  <a:pt x="1800586" y="2613626"/>
                  <a:pt x="1800586" y="2613626"/>
                </a:cubicBezTo>
                <a:lnTo>
                  <a:pt x="1796055" y="2621508"/>
                </a:lnTo>
                <a:cubicBezTo>
                  <a:pt x="1795858" y="2621771"/>
                  <a:pt x="1795266" y="2621968"/>
                  <a:pt x="1795266" y="2621968"/>
                </a:cubicBezTo>
                <a:lnTo>
                  <a:pt x="1786201" y="2621968"/>
                </a:lnTo>
                <a:cubicBezTo>
                  <a:pt x="1785875" y="2621968"/>
                  <a:pt x="1785414" y="2621508"/>
                  <a:pt x="1785414" y="2621508"/>
                </a:cubicBezTo>
                <a:lnTo>
                  <a:pt x="1780882" y="2613626"/>
                </a:lnTo>
                <a:cubicBezTo>
                  <a:pt x="1780750" y="2613363"/>
                  <a:pt x="1780882" y="2612772"/>
                  <a:pt x="1780882" y="2612772"/>
                </a:cubicBezTo>
                <a:lnTo>
                  <a:pt x="1785414" y="2604891"/>
                </a:lnTo>
                <a:cubicBezTo>
                  <a:pt x="1785611" y="2604628"/>
                  <a:pt x="1786201" y="2604431"/>
                  <a:pt x="1786201" y="2604431"/>
                </a:cubicBezTo>
                <a:close/>
                <a:moveTo>
                  <a:pt x="1531885" y="2604431"/>
                </a:moveTo>
                <a:lnTo>
                  <a:pt x="1540949" y="2604431"/>
                </a:lnTo>
                <a:cubicBezTo>
                  <a:pt x="1541276" y="2604431"/>
                  <a:pt x="1541737" y="2604891"/>
                  <a:pt x="1541737" y="2604891"/>
                </a:cubicBezTo>
                <a:lnTo>
                  <a:pt x="1546269" y="2612772"/>
                </a:lnTo>
                <a:cubicBezTo>
                  <a:pt x="1546401" y="2613035"/>
                  <a:pt x="1546269" y="2613626"/>
                  <a:pt x="1546269" y="2613626"/>
                </a:cubicBezTo>
                <a:lnTo>
                  <a:pt x="1541737" y="2621508"/>
                </a:lnTo>
                <a:cubicBezTo>
                  <a:pt x="1541539" y="2621771"/>
                  <a:pt x="1540949" y="2621968"/>
                  <a:pt x="1540949" y="2621968"/>
                </a:cubicBezTo>
                <a:lnTo>
                  <a:pt x="1531885" y="2621968"/>
                </a:lnTo>
                <a:cubicBezTo>
                  <a:pt x="1531556" y="2621968"/>
                  <a:pt x="1531098" y="2621508"/>
                  <a:pt x="1531098" y="2621508"/>
                </a:cubicBezTo>
                <a:lnTo>
                  <a:pt x="1526565" y="2613626"/>
                </a:lnTo>
                <a:cubicBezTo>
                  <a:pt x="1526433" y="2613363"/>
                  <a:pt x="1526565" y="2612772"/>
                  <a:pt x="1526565" y="2612772"/>
                </a:cubicBezTo>
                <a:lnTo>
                  <a:pt x="1531098" y="2604891"/>
                </a:lnTo>
                <a:cubicBezTo>
                  <a:pt x="1531294" y="2604628"/>
                  <a:pt x="1531885" y="2604431"/>
                  <a:pt x="1531885" y="2604431"/>
                </a:cubicBezTo>
                <a:close/>
                <a:moveTo>
                  <a:pt x="1277494" y="2604431"/>
                </a:moveTo>
                <a:lnTo>
                  <a:pt x="1286560" y="2604431"/>
                </a:lnTo>
                <a:cubicBezTo>
                  <a:pt x="1286889" y="2604431"/>
                  <a:pt x="1287348" y="2604891"/>
                  <a:pt x="1287348" y="2604891"/>
                </a:cubicBezTo>
                <a:lnTo>
                  <a:pt x="1291879" y="2612772"/>
                </a:lnTo>
                <a:cubicBezTo>
                  <a:pt x="1292012" y="2613035"/>
                  <a:pt x="1291879" y="2613626"/>
                  <a:pt x="1291879" y="2613626"/>
                </a:cubicBezTo>
                <a:lnTo>
                  <a:pt x="1287348" y="2621508"/>
                </a:lnTo>
                <a:cubicBezTo>
                  <a:pt x="1287151" y="2621771"/>
                  <a:pt x="1286560" y="2621968"/>
                  <a:pt x="1286560" y="2621968"/>
                </a:cubicBezTo>
                <a:lnTo>
                  <a:pt x="1277494" y="2621968"/>
                </a:lnTo>
                <a:cubicBezTo>
                  <a:pt x="1277166" y="2621968"/>
                  <a:pt x="1276707" y="2621508"/>
                  <a:pt x="1276707" y="2621508"/>
                </a:cubicBezTo>
                <a:lnTo>
                  <a:pt x="1272176" y="2613626"/>
                </a:lnTo>
                <a:cubicBezTo>
                  <a:pt x="1272045" y="2613363"/>
                  <a:pt x="1272176" y="2612772"/>
                  <a:pt x="1272176" y="2612772"/>
                </a:cubicBezTo>
                <a:lnTo>
                  <a:pt x="1276707" y="2604891"/>
                </a:lnTo>
                <a:cubicBezTo>
                  <a:pt x="1276904" y="2604628"/>
                  <a:pt x="1277494" y="2604431"/>
                  <a:pt x="1277494" y="2604431"/>
                </a:cubicBezTo>
                <a:close/>
                <a:moveTo>
                  <a:pt x="1023121" y="2604431"/>
                </a:moveTo>
                <a:lnTo>
                  <a:pt x="1032185" y="2604431"/>
                </a:lnTo>
                <a:cubicBezTo>
                  <a:pt x="1032514" y="2604431"/>
                  <a:pt x="1032973" y="2604891"/>
                  <a:pt x="1032973" y="2604891"/>
                </a:cubicBezTo>
                <a:lnTo>
                  <a:pt x="1037505" y="2612772"/>
                </a:lnTo>
                <a:cubicBezTo>
                  <a:pt x="1037636" y="2613035"/>
                  <a:pt x="1037505" y="2613626"/>
                  <a:pt x="1037505" y="2613626"/>
                </a:cubicBezTo>
                <a:lnTo>
                  <a:pt x="1032973" y="2621508"/>
                </a:lnTo>
                <a:cubicBezTo>
                  <a:pt x="1032776" y="2621771"/>
                  <a:pt x="1032185" y="2621968"/>
                  <a:pt x="1032185" y="2621968"/>
                </a:cubicBezTo>
                <a:lnTo>
                  <a:pt x="1023121" y="2621968"/>
                </a:lnTo>
                <a:cubicBezTo>
                  <a:pt x="1022793" y="2621968"/>
                  <a:pt x="1022334" y="2621508"/>
                  <a:pt x="1022334" y="2621508"/>
                </a:cubicBezTo>
                <a:lnTo>
                  <a:pt x="1017801" y="2613626"/>
                </a:lnTo>
                <a:cubicBezTo>
                  <a:pt x="1017668" y="2613363"/>
                  <a:pt x="1017801" y="2612772"/>
                  <a:pt x="1017801" y="2612772"/>
                </a:cubicBezTo>
                <a:lnTo>
                  <a:pt x="1022334" y="2604891"/>
                </a:lnTo>
                <a:cubicBezTo>
                  <a:pt x="1022531" y="2604628"/>
                  <a:pt x="1023121" y="2604431"/>
                  <a:pt x="1023121" y="2604431"/>
                </a:cubicBezTo>
                <a:close/>
                <a:moveTo>
                  <a:pt x="768691" y="2604431"/>
                </a:moveTo>
                <a:lnTo>
                  <a:pt x="777753" y="2604431"/>
                </a:lnTo>
                <a:cubicBezTo>
                  <a:pt x="778082" y="2604431"/>
                  <a:pt x="778541" y="2604891"/>
                  <a:pt x="778541" y="2604891"/>
                </a:cubicBezTo>
                <a:lnTo>
                  <a:pt x="783074" y="2612772"/>
                </a:lnTo>
                <a:cubicBezTo>
                  <a:pt x="783206" y="2613035"/>
                  <a:pt x="783074" y="2613626"/>
                  <a:pt x="783074" y="2613626"/>
                </a:cubicBezTo>
                <a:lnTo>
                  <a:pt x="778541" y="2621508"/>
                </a:lnTo>
                <a:cubicBezTo>
                  <a:pt x="778344" y="2621771"/>
                  <a:pt x="777753" y="2621968"/>
                  <a:pt x="777753" y="2621968"/>
                </a:cubicBezTo>
                <a:lnTo>
                  <a:pt x="768691" y="2621968"/>
                </a:lnTo>
                <a:cubicBezTo>
                  <a:pt x="768362" y="2621968"/>
                  <a:pt x="767903" y="2621508"/>
                  <a:pt x="767903" y="2621508"/>
                </a:cubicBezTo>
                <a:lnTo>
                  <a:pt x="763369" y="2613626"/>
                </a:lnTo>
                <a:cubicBezTo>
                  <a:pt x="763237" y="2613363"/>
                  <a:pt x="763369" y="2612772"/>
                  <a:pt x="763369" y="2612772"/>
                </a:cubicBezTo>
                <a:lnTo>
                  <a:pt x="767903" y="2604891"/>
                </a:lnTo>
                <a:cubicBezTo>
                  <a:pt x="768100" y="2604628"/>
                  <a:pt x="768691" y="2604431"/>
                  <a:pt x="768691" y="2604431"/>
                </a:cubicBezTo>
                <a:close/>
                <a:moveTo>
                  <a:pt x="514184" y="2604431"/>
                </a:moveTo>
                <a:lnTo>
                  <a:pt x="523248" y="2604431"/>
                </a:lnTo>
                <a:cubicBezTo>
                  <a:pt x="523577" y="2604431"/>
                  <a:pt x="524037" y="2604891"/>
                  <a:pt x="524037" y="2604891"/>
                </a:cubicBezTo>
                <a:lnTo>
                  <a:pt x="528568" y="2612772"/>
                </a:lnTo>
                <a:cubicBezTo>
                  <a:pt x="528699" y="2613035"/>
                  <a:pt x="528568" y="2613626"/>
                  <a:pt x="528568" y="2613626"/>
                </a:cubicBezTo>
                <a:lnTo>
                  <a:pt x="524037" y="2621508"/>
                </a:lnTo>
                <a:cubicBezTo>
                  <a:pt x="523840" y="2621771"/>
                  <a:pt x="523248" y="2621968"/>
                  <a:pt x="523248" y="2621968"/>
                </a:cubicBezTo>
                <a:lnTo>
                  <a:pt x="514184" y="2621968"/>
                </a:lnTo>
                <a:cubicBezTo>
                  <a:pt x="513855" y="2621968"/>
                  <a:pt x="513396" y="2621508"/>
                  <a:pt x="513396" y="2621508"/>
                </a:cubicBezTo>
                <a:lnTo>
                  <a:pt x="508864" y="2613626"/>
                </a:lnTo>
                <a:cubicBezTo>
                  <a:pt x="508733" y="2613363"/>
                  <a:pt x="508864" y="2612772"/>
                  <a:pt x="508864" y="2612772"/>
                </a:cubicBezTo>
                <a:lnTo>
                  <a:pt x="513396" y="2604891"/>
                </a:lnTo>
                <a:cubicBezTo>
                  <a:pt x="513593" y="2604628"/>
                  <a:pt x="514184" y="2604431"/>
                  <a:pt x="514184" y="2604431"/>
                </a:cubicBezTo>
                <a:close/>
                <a:moveTo>
                  <a:pt x="259911" y="2604431"/>
                </a:moveTo>
                <a:lnTo>
                  <a:pt x="268974" y="2604431"/>
                </a:lnTo>
                <a:cubicBezTo>
                  <a:pt x="269303" y="2604431"/>
                  <a:pt x="269763" y="2604891"/>
                  <a:pt x="269763" y="2604891"/>
                </a:cubicBezTo>
                <a:lnTo>
                  <a:pt x="274294" y="2612772"/>
                </a:lnTo>
                <a:cubicBezTo>
                  <a:pt x="274426" y="2613035"/>
                  <a:pt x="274294" y="2613626"/>
                  <a:pt x="274294" y="2613626"/>
                </a:cubicBezTo>
                <a:lnTo>
                  <a:pt x="269763" y="2621508"/>
                </a:lnTo>
                <a:cubicBezTo>
                  <a:pt x="269565" y="2621771"/>
                  <a:pt x="268974" y="2621968"/>
                  <a:pt x="268974" y="2621968"/>
                </a:cubicBezTo>
                <a:lnTo>
                  <a:pt x="259911" y="2621968"/>
                </a:lnTo>
                <a:cubicBezTo>
                  <a:pt x="259581" y="2621968"/>
                  <a:pt x="259122" y="2621508"/>
                  <a:pt x="259122" y="2621508"/>
                </a:cubicBezTo>
                <a:lnTo>
                  <a:pt x="254590" y="2613626"/>
                </a:lnTo>
                <a:cubicBezTo>
                  <a:pt x="254458" y="2613363"/>
                  <a:pt x="254590" y="2612772"/>
                  <a:pt x="254590" y="2612772"/>
                </a:cubicBezTo>
                <a:lnTo>
                  <a:pt x="259122" y="2604891"/>
                </a:lnTo>
                <a:cubicBezTo>
                  <a:pt x="259319" y="2604628"/>
                  <a:pt x="259911" y="2604431"/>
                  <a:pt x="259911" y="2604431"/>
                </a:cubicBezTo>
                <a:close/>
                <a:moveTo>
                  <a:pt x="5483" y="2604431"/>
                </a:moveTo>
                <a:lnTo>
                  <a:pt x="14547" y="2604431"/>
                </a:lnTo>
                <a:cubicBezTo>
                  <a:pt x="14875" y="2604431"/>
                  <a:pt x="15335" y="2604891"/>
                  <a:pt x="15335" y="2604891"/>
                </a:cubicBezTo>
                <a:lnTo>
                  <a:pt x="19867" y="2612772"/>
                </a:lnTo>
                <a:cubicBezTo>
                  <a:pt x="19998" y="2613035"/>
                  <a:pt x="19867" y="2613626"/>
                  <a:pt x="19867" y="2613626"/>
                </a:cubicBezTo>
                <a:lnTo>
                  <a:pt x="15335" y="2621508"/>
                </a:lnTo>
                <a:cubicBezTo>
                  <a:pt x="15138" y="2621771"/>
                  <a:pt x="14547" y="2621968"/>
                  <a:pt x="14547" y="2621968"/>
                </a:cubicBezTo>
                <a:lnTo>
                  <a:pt x="5483" y="2621968"/>
                </a:lnTo>
                <a:cubicBezTo>
                  <a:pt x="5154" y="2621968"/>
                  <a:pt x="4694" y="2621508"/>
                  <a:pt x="4694" y="2621508"/>
                </a:cubicBezTo>
                <a:lnTo>
                  <a:pt x="162" y="2613626"/>
                </a:lnTo>
                <a:cubicBezTo>
                  <a:pt x="31" y="2613363"/>
                  <a:pt x="162" y="2612772"/>
                  <a:pt x="162" y="2612772"/>
                </a:cubicBezTo>
                <a:lnTo>
                  <a:pt x="4694" y="2604891"/>
                </a:lnTo>
                <a:cubicBezTo>
                  <a:pt x="4891" y="2604628"/>
                  <a:pt x="5483" y="2604431"/>
                  <a:pt x="5483" y="2604431"/>
                </a:cubicBezTo>
                <a:close/>
                <a:moveTo>
                  <a:pt x="10435622" y="2387357"/>
                </a:moveTo>
                <a:lnTo>
                  <a:pt x="10444686" y="2387357"/>
                </a:lnTo>
                <a:cubicBezTo>
                  <a:pt x="10445015" y="2387357"/>
                  <a:pt x="10445474" y="2387816"/>
                  <a:pt x="10445474" y="2387816"/>
                </a:cubicBezTo>
                <a:lnTo>
                  <a:pt x="10450007" y="2395698"/>
                </a:lnTo>
                <a:cubicBezTo>
                  <a:pt x="10450138" y="2395961"/>
                  <a:pt x="10450007" y="2396552"/>
                  <a:pt x="10450007" y="2396552"/>
                </a:cubicBezTo>
                <a:lnTo>
                  <a:pt x="10445474" y="2404434"/>
                </a:lnTo>
                <a:cubicBezTo>
                  <a:pt x="10445278" y="2404696"/>
                  <a:pt x="10444686" y="2404893"/>
                  <a:pt x="10444686" y="2404893"/>
                </a:cubicBezTo>
                <a:lnTo>
                  <a:pt x="10435622" y="2404893"/>
                </a:lnTo>
                <a:cubicBezTo>
                  <a:pt x="10435295" y="2404893"/>
                  <a:pt x="10434834" y="2404434"/>
                  <a:pt x="10434834" y="2404434"/>
                </a:cubicBezTo>
                <a:lnTo>
                  <a:pt x="10430302" y="2396552"/>
                </a:lnTo>
                <a:cubicBezTo>
                  <a:pt x="10430171" y="2396289"/>
                  <a:pt x="10430302" y="2395698"/>
                  <a:pt x="10430302" y="2395698"/>
                </a:cubicBezTo>
                <a:lnTo>
                  <a:pt x="10434834" y="2387816"/>
                </a:lnTo>
                <a:cubicBezTo>
                  <a:pt x="10435031" y="2387554"/>
                  <a:pt x="10435622" y="2387357"/>
                  <a:pt x="10435622" y="2387357"/>
                </a:cubicBezTo>
                <a:close/>
                <a:moveTo>
                  <a:pt x="10181242" y="2387357"/>
                </a:moveTo>
                <a:lnTo>
                  <a:pt x="10190305" y="2387357"/>
                </a:lnTo>
                <a:cubicBezTo>
                  <a:pt x="10190635" y="2387357"/>
                  <a:pt x="10191093" y="2387816"/>
                  <a:pt x="10191093" y="2387816"/>
                </a:cubicBezTo>
                <a:lnTo>
                  <a:pt x="10195626" y="2395698"/>
                </a:lnTo>
                <a:cubicBezTo>
                  <a:pt x="10195758" y="2395961"/>
                  <a:pt x="10195626" y="2396552"/>
                  <a:pt x="10195626" y="2396552"/>
                </a:cubicBezTo>
                <a:lnTo>
                  <a:pt x="10191093" y="2404434"/>
                </a:lnTo>
                <a:cubicBezTo>
                  <a:pt x="10190896" y="2404696"/>
                  <a:pt x="10190305" y="2404893"/>
                  <a:pt x="10190305" y="2404893"/>
                </a:cubicBezTo>
                <a:lnTo>
                  <a:pt x="10181242" y="2404893"/>
                </a:lnTo>
                <a:cubicBezTo>
                  <a:pt x="10180914" y="2404893"/>
                  <a:pt x="10180453" y="2404434"/>
                  <a:pt x="10180453" y="2404434"/>
                </a:cubicBezTo>
                <a:lnTo>
                  <a:pt x="10175922" y="2396552"/>
                </a:lnTo>
                <a:cubicBezTo>
                  <a:pt x="10175790" y="2396289"/>
                  <a:pt x="10175922" y="2395698"/>
                  <a:pt x="10175922" y="2395698"/>
                </a:cubicBezTo>
                <a:lnTo>
                  <a:pt x="10180453" y="2387816"/>
                </a:lnTo>
                <a:cubicBezTo>
                  <a:pt x="10180650" y="2387554"/>
                  <a:pt x="10181242" y="2387357"/>
                  <a:pt x="10181242" y="2387357"/>
                </a:cubicBezTo>
                <a:close/>
                <a:moveTo>
                  <a:pt x="9926861" y="2387357"/>
                </a:moveTo>
                <a:lnTo>
                  <a:pt x="9935924" y="2387357"/>
                </a:lnTo>
                <a:cubicBezTo>
                  <a:pt x="9936254" y="2387357"/>
                  <a:pt x="9936713" y="2387816"/>
                  <a:pt x="9936713" y="2387816"/>
                </a:cubicBezTo>
                <a:lnTo>
                  <a:pt x="9941246" y="2395698"/>
                </a:lnTo>
                <a:cubicBezTo>
                  <a:pt x="9941376" y="2395961"/>
                  <a:pt x="9941246" y="2396552"/>
                  <a:pt x="9941246" y="2396552"/>
                </a:cubicBezTo>
                <a:lnTo>
                  <a:pt x="9936713" y="2404434"/>
                </a:lnTo>
                <a:cubicBezTo>
                  <a:pt x="9936516" y="2404696"/>
                  <a:pt x="9935924" y="2404893"/>
                  <a:pt x="9935924" y="2404893"/>
                </a:cubicBezTo>
                <a:lnTo>
                  <a:pt x="9926861" y="2404893"/>
                </a:lnTo>
                <a:cubicBezTo>
                  <a:pt x="9926532" y="2404893"/>
                  <a:pt x="9926073" y="2404434"/>
                  <a:pt x="9926073" y="2404434"/>
                </a:cubicBezTo>
                <a:lnTo>
                  <a:pt x="9921541" y="2396552"/>
                </a:lnTo>
                <a:cubicBezTo>
                  <a:pt x="9921410" y="2396289"/>
                  <a:pt x="9921541" y="2395698"/>
                  <a:pt x="9921541" y="2395698"/>
                </a:cubicBezTo>
                <a:lnTo>
                  <a:pt x="9926073" y="2387816"/>
                </a:lnTo>
                <a:cubicBezTo>
                  <a:pt x="9926270" y="2387554"/>
                  <a:pt x="9926861" y="2387357"/>
                  <a:pt x="9926861" y="2387357"/>
                </a:cubicBezTo>
                <a:close/>
                <a:moveTo>
                  <a:pt x="9672481" y="2387357"/>
                </a:moveTo>
                <a:lnTo>
                  <a:pt x="9681545" y="2387357"/>
                </a:lnTo>
                <a:cubicBezTo>
                  <a:pt x="9681872" y="2387357"/>
                  <a:pt x="9682333" y="2387816"/>
                  <a:pt x="9682333" y="2387816"/>
                </a:cubicBezTo>
                <a:lnTo>
                  <a:pt x="9686865" y="2395698"/>
                </a:lnTo>
                <a:cubicBezTo>
                  <a:pt x="9686996" y="2395961"/>
                  <a:pt x="9686865" y="2396552"/>
                  <a:pt x="9686865" y="2396552"/>
                </a:cubicBezTo>
                <a:lnTo>
                  <a:pt x="9682333" y="2404434"/>
                </a:lnTo>
                <a:cubicBezTo>
                  <a:pt x="9682136" y="2404696"/>
                  <a:pt x="9681545" y="2404893"/>
                  <a:pt x="9681545" y="2404893"/>
                </a:cubicBezTo>
                <a:lnTo>
                  <a:pt x="9672481" y="2404893"/>
                </a:lnTo>
                <a:cubicBezTo>
                  <a:pt x="9672152" y="2404893"/>
                  <a:pt x="9671693" y="2404434"/>
                  <a:pt x="9671693" y="2404434"/>
                </a:cubicBezTo>
                <a:lnTo>
                  <a:pt x="9667160" y="2396552"/>
                </a:lnTo>
                <a:cubicBezTo>
                  <a:pt x="9667030" y="2396289"/>
                  <a:pt x="9667160" y="2395698"/>
                  <a:pt x="9667160" y="2395698"/>
                </a:cubicBezTo>
                <a:lnTo>
                  <a:pt x="9671693" y="2387816"/>
                </a:lnTo>
                <a:cubicBezTo>
                  <a:pt x="9671890" y="2387554"/>
                  <a:pt x="9672481" y="2387357"/>
                  <a:pt x="9672481" y="2387357"/>
                </a:cubicBezTo>
                <a:close/>
                <a:moveTo>
                  <a:pt x="9418035" y="2387357"/>
                </a:moveTo>
                <a:lnTo>
                  <a:pt x="9427099" y="2387357"/>
                </a:lnTo>
                <a:cubicBezTo>
                  <a:pt x="9427427" y="2387357"/>
                  <a:pt x="9427887" y="2387816"/>
                  <a:pt x="9427887" y="2387816"/>
                </a:cubicBezTo>
                <a:lnTo>
                  <a:pt x="9432419" y="2395698"/>
                </a:lnTo>
                <a:cubicBezTo>
                  <a:pt x="9432550" y="2395961"/>
                  <a:pt x="9432419" y="2396552"/>
                  <a:pt x="9432419" y="2396552"/>
                </a:cubicBezTo>
                <a:lnTo>
                  <a:pt x="9427887" y="2404434"/>
                </a:lnTo>
                <a:cubicBezTo>
                  <a:pt x="9427690" y="2404696"/>
                  <a:pt x="9427099" y="2404893"/>
                  <a:pt x="9427099" y="2404893"/>
                </a:cubicBezTo>
                <a:lnTo>
                  <a:pt x="9418035" y="2404893"/>
                </a:lnTo>
                <a:cubicBezTo>
                  <a:pt x="9417707" y="2404893"/>
                  <a:pt x="9417247" y="2404434"/>
                  <a:pt x="9417247" y="2404434"/>
                </a:cubicBezTo>
                <a:lnTo>
                  <a:pt x="9412714" y="2396552"/>
                </a:lnTo>
                <a:cubicBezTo>
                  <a:pt x="9412583" y="2396289"/>
                  <a:pt x="9412714" y="2395698"/>
                  <a:pt x="9412714" y="2395698"/>
                </a:cubicBezTo>
                <a:lnTo>
                  <a:pt x="9417247" y="2387816"/>
                </a:lnTo>
                <a:cubicBezTo>
                  <a:pt x="9417444" y="2387554"/>
                  <a:pt x="9418035" y="2387357"/>
                  <a:pt x="9418035" y="2387357"/>
                </a:cubicBezTo>
                <a:close/>
                <a:moveTo>
                  <a:pt x="9163654" y="2387357"/>
                </a:moveTo>
                <a:lnTo>
                  <a:pt x="9172718" y="2387357"/>
                </a:lnTo>
                <a:cubicBezTo>
                  <a:pt x="9173046" y="2387357"/>
                  <a:pt x="9173506" y="2387816"/>
                  <a:pt x="9173506" y="2387816"/>
                </a:cubicBezTo>
                <a:lnTo>
                  <a:pt x="9178038" y="2395698"/>
                </a:lnTo>
                <a:cubicBezTo>
                  <a:pt x="9178169" y="2395961"/>
                  <a:pt x="9178038" y="2396552"/>
                  <a:pt x="9178038" y="2396552"/>
                </a:cubicBezTo>
                <a:lnTo>
                  <a:pt x="9173506" y="2404434"/>
                </a:lnTo>
                <a:cubicBezTo>
                  <a:pt x="9173309" y="2404696"/>
                  <a:pt x="9172718" y="2404893"/>
                  <a:pt x="9172718" y="2404893"/>
                </a:cubicBezTo>
                <a:lnTo>
                  <a:pt x="9163654" y="2404893"/>
                </a:lnTo>
                <a:cubicBezTo>
                  <a:pt x="9163326" y="2404893"/>
                  <a:pt x="9162866" y="2404434"/>
                  <a:pt x="9162866" y="2404434"/>
                </a:cubicBezTo>
                <a:lnTo>
                  <a:pt x="9158333" y="2396552"/>
                </a:lnTo>
                <a:cubicBezTo>
                  <a:pt x="9158202" y="2396289"/>
                  <a:pt x="9158333" y="2395698"/>
                  <a:pt x="9158333" y="2395698"/>
                </a:cubicBezTo>
                <a:lnTo>
                  <a:pt x="9162866" y="2387816"/>
                </a:lnTo>
                <a:cubicBezTo>
                  <a:pt x="9163062" y="2387554"/>
                  <a:pt x="9163654" y="2387357"/>
                  <a:pt x="9163654" y="2387357"/>
                </a:cubicBezTo>
                <a:close/>
                <a:moveTo>
                  <a:pt x="8909274" y="2387357"/>
                </a:moveTo>
                <a:lnTo>
                  <a:pt x="8918336" y="2387357"/>
                </a:lnTo>
                <a:cubicBezTo>
                  <a:pt x="8918666" y="2387357"/>
                  <a:pt x="8919125" y="2387816"/>
                  <a:pt x="8919125" y="2387816"/>
                </a:cubicBezTo>
                <a:lnTo>
                  <a:pt x="8923657" y="2395698"/>
                </a:lnTo>
                <a:cubicBezTo>
                  <a:pt x="8923789" y="2395961"/>
                  <a:pt x="8923657" y="2396552"/>
                  <a:pt x="8923657" y="2396552"/>
                </a:cubicBezTo>
                <a:lnTo>
                  <a:pt x="8919125" y="2404434"/>
                </a:lnTo>
                <a:cubicBezTo>
                  <a:pt x="8918928" y="2404696"/>
                  <a:pt x="8918336" y="2404893"/>
                  <a:pt x="8918336" y="2404893"/>
                </a:cubicBezTo>
                <a:lnTo>
                  <a:pt x="8909274" y="2404893"/>
                </a:lnTo>
                <a:cubicBezTo>
                  <a:pt x="8908945" y="2404893"/>
                  <a:pt x="8908484" y="2404434"/>
                  <a:pt x="8908484" y="2404434"/>
                </a:cubicBezTo>
                <a:lnTo>
                  <a:pt x="8903953" y="2396552"/>
                </a:lnTo>
                <a:cubicBezTo>
                  <a:pt x="8903821" y="2396289"/>
                  <a:pt x="8903953" y="2395698"/>
                  <a:pt x="8903953" y="2395698"/>
                </a:cubicBezTo>
                <a:lnTo>
                  <a:pt x="8908484" y="2387816"/>
                </a:lnTo>
                <a:cubicBezTo>
                  <a:pt x="8908681" y="2387554"/>
                  <a:pt x="8909274" y="2387357"/>
                  <a:pt x="8909274" y="2387357"/>
                </a:cubicBezTo>
                <a:close/>
                <a:moveTo>
                  <a:pt x="8654892" y="2387357"/>
                </a:moveTo>
                <a:lnTo>
                  <a:pt x="8663955" y="2387357"/>
                </a:lnTo>
                <a:cubicBezTo>
                  <a:pt x="8664285" y="2387357"/>
                  <a:pt x="8664744" y="2387816"/>
                  <a:pt x="8664744" y="2387816"/>
                </a:cubicBezTo>
                <a:lnTo>
                  <a:pt x="8669277" y="2395698"/>
                </a:lnTo>
                <a:cubicBezTo>
                  <a:pt x="8669408" y="2395961"/>
                  <a:pt x="8669277" y="2396552"/>
                  <a:pt x="8669277" y="2396552"/>
                </a:cubicBezTo>
                <a:lnTo>
                  <a:pt x="8664744" y="2404434"/>
                </a:lnTo>
                <a:cubicBezTo>
                  <a:pt x="8664548" y="2404696"/>
                  <a:pt x="8663955" y="2404893"/>
                  <a:pt x="8663955" y="2404893"/>
                </a:cubicBezTo>
                <a:lnTo>
                  <a:pt x="8654892" y="2404893"/>
                </a:lnTo>
                <a:cubicBezTo>
                  <a:pt x="8654565" y="2404893"/>
                  <a:pt x="8654104" y="2404434"/>
                  <a:pt x="8654104" y="2404434"/>
                </a:cubicBezTo>
                <a:lnTo>
                  <a:pt x="8649572" y="2396552"/>
                </a:lnTo>
                <a:cubicBezTo>
                  <a:pt x="8649441" y="2396289"/>
                  <a:pt x="8649572" y="2395698"/>
                  <a:pt x="8649572" y="2395698"/>
                </a:cubicBezTo>
                <a:lnTo>
                  <a:pt x="8654104" y="2387816"/>
                </a:lnTo>
                <a:cubicBezTo>
                  <a:pt x="8654301" y="2387554"/>
                  <a:pt x="8654892" y="2387357"/>
                  <a:pt x="8654892" y="2387357"/>
                </a:cubicBezTo>
                <a:close/>
                <a:moveTo>
                  <a:pt x="8400511" y="2387357"/>
                </a:moveTo>
                <a:lnTo>
                  <a:pt x="8409575" y="2387357"/>
                </a:lnTo>
                <a:cubicBezTo>
                  <a:pt x="8409904" y="2387357"/>
                  <a:pt x="8410363" y="2387816"/>
                  <a:pt x="8410363" y="2387816"/>
                </a:cubicBezTo>
                <a:lnTo>
                  <a:pt x="8414896" y="2395698"/>
                </a:lnTo>
                <a:cubicBezTo>
                  <a:pt x="8415027" y="2395961"/>
                  <a:pt x="8414896" y="2396552"/>
                  <a:pt x="8414896" y="2396552"/>
                </a:cubicBezTo>
                <a:lnTo>
                  <a:pt x="8410363" y="2404434"/>
                </a:lnTo>
                <a:cubicBezTo>
                  <a:pt x="8410166" y="2404696"/>
                  <a:pt x="8409575" y="2404893"/>
                  <a:pt x="8409575" y="2404893"/>
                </a:cubicBezTo>
                <a:lnTo>
                  <a:pt x="8400511" y="2404893"/>
                </a:lnTo>
                <a:cubicBezTo>
                  <a:pt x="8400184" y="2404893"/>
                  <a:pt x="8399723" y="2404434"/>
                  <a:pt x="8399723" y="2404434"/>
                </a:cubicBezTo>
                <a:lnTo>
                  <a:pt x="8395191" y="2396552"/>
                </a:lnTo>
                <a:cubicBezTo>
                  <a:pt x="8395060" y="2396289"/>
                  <a:pt x="8395191" y="2395698"/>
                  <a:pt x="8395191" y="2395698"/>
                </a:cubicBezTo>
                <a:lnTo>
                  <a:pt x="8399723" y="2387816"/>
                </a:lnTo>
                <a:cubicBezTo>
                  <a:pt x="8399920" y="2387554"/>
                  <a:pt x="8400511" y="2387357"/>
                  <a:pt x="8400511" y="2387357"/>
                </a:cubicBezTo>
                <a:close/>
                <a:moveTo>
                  <a:pt x="8146065" y="2387357"/>
                </a:moveTo>
                <a:lnTo>
                  <a:pt x="8155129" y="2387357"/>
                </a:lnTo>
                <a:cubicBezTo>
                  <a:pt x="8155458" y="2387357"/>
                  <a:pt x="8155917" y="2387816"/>
                  <a:pt x="8155917" y="2387816"/>
                </a:cubicBezTo>
                <a:lnTo>
                  <a:pt x="8160449" y="2395698"/>
                </a:lnTo>
                <a:cubicBezTo>
                  <a:pt x="8160580" y="2395961"/>
                  <a:pt x="8160449" y="2396552"/>
                  <a:pt x="8160449" y="2396552"/>
                </a:cubicBezTo>
                <a:lnTo>
                  <a:pt x="8155917" y="2404434"/>
                </a:lnTo>
                <a:cubicBezTo>
                  <a:pt x="8155719" y="2404696"/>
                  <a:pt x="8155129" y="2404893"/>
                  <a:pt x="8155129" y="2404893"/>
                </a:cubicBezTo>
                <a:lnTo>
                  <a:pt x="8146065" y="2404893"/>
                </a:lnTo>
                <a:cubicBezTo>
                  <a:pt x="8145737" y="2404893"/>
                  <a:pt x="8145277" y="2404434"/>
                  <a:pt x="8145277" y="2404434"/>
                </a:cubicBezTo>
                <a:lnTo>
                  <a:pt x="8140745" y="2396552"/>
                </a:lnTo>
                <a:cubicBezTo>
                  <a:pt x="8140613" y="2396289"/>
                  <a:pt x="8140745" y="2395698"/>
                  <a:pt x="8140745" y="2395698"/>
                </a:cubicBezTo>
                <a:lnTo>
                  <a:pt x="8145277" y="2387816"/>
                </a:lnTo>
                <a:cubicBezTo>
                  <a:pt x="8145474" y="2387554"/>
                  <a:pt x="8146065" y="2387357"/>
                  <a:pt x="8146065" y="2387357"/>
                </a:cubicBezTo>
                <a:close/>
                <a:moveTo>
                  <a:pt x="7891684" y="2387357"/>
                </a:moveTo>
                <a:lnTo>
                  <a:pt x="7900748" y="2387357"/>
                </a:lnTo>
                <a:cubicBezTo>
                  <a:pt x="7901076" y="2387357"/>
                  <a:pt x="7901536" y="2387816"/>
                  <a:pt x="7901536" y="2387816"/>
                </a:cubicBezTo>
                <a:lnTo>
                  <a:pt x="7906067" y="2395698"/>
                </a:lnTo>
                <a:cubicBezTo>
                  <a:pt x="7906199" y="2395961"/>
                  <a:pt x="7906067" y="2396552"/>
                  <a:pt x="7906067" y="2396552"/>
                </a:cubicBezTo>
                <a:lnTo>
                  <a:pt x="7901536" y="2404434"/>
                </a:lnTo>
                <a:cubicBezTo>
                  <a:pt x="7901339" y="2404696"/>
                  <a:pt x="7900748" y="2404893"/>
                  <a:pt x="7900748" y="2404893"/>
                </a:cubicBezTo>
                <a:lnTo>
                  <a:pt x="7891684" y="2404893"/>
                </a:lnTo>
                <a:cubicBezTo>
                  <a:pt x="7891355" y="2404893"/>
                  <a:pt x="7890896" y="2404434"/>
                  <a:pt x="7890896" y="2404434"/>
                </a:cubicBezTo>
                <a:lnTo>
                  <a:pt x="7886363" y="2396552"/>
                </a:lnTo>
                <a:cubicBezTo>
                  <a:pt x="7886233" y="2396289"/>
                  <a:pt x="7886363" y="2395698"/>
                  <a:pt x="7886363" y="2395698"/>
                </a:cubicBezTo>
                <a:lnTo>
                  <a:pt x="7890896" y="2387816"/>
                </a:lnTo>
                <a:cubicBezTo>
                  <a:pt x="7891093" y="2387554"/>
                  <a:pt x="7891684" y="2387357"/>
                  <a:pt x="7891684" y="2387357"/>
                </a:cubicBezTo>
                <a:close/>
                <a:moveTo>
                  <a:pt x="7637304" y="2387357"/>
                </a:moveTo>
                <a:lnTo>
                  <a:pt x="7646367" y="2387357"/>
                </a:lnTo>
                <a:cubicBezTo>
                  <a:pt x="7646696" y="2387357"/>
                  <a:pt x="7647156" y="2387816"/>
                  <a:pt x="7647156" y="2387816"/>
                </a:cubicBezTo>
                <a:lnTo>
                  <a:pt x="7651687" y="2395698"/>
                </a:lnTo>
                <a:cubicBezTo>
                  <a:pt x="7651819" y="2395961"/>
                  <a:pt x="7651687" y="2396552"/>
                  <a:pt x="7651687" y="2396552"/>
                </a:cubicBezTo>
                <a:lnTo>
                  <a:pt x="7647156" y="2404434"/>
                </a:lnTo>
                <a:cubicBezTo>
                  <a:pt x="7646958" y="2404696"/>
                  <a:pt x="7646367" y="2404893"/>
                  <a:pt x="7646367" y="2404893"/>
                </a:cubicBezTo>
                <a:lnTo>
                  <a:pt x="7637304" y="2404893"/>
                </a:lnTo>
                <a:cubicBezTo>
                  <a:pt x="7636975" y="2404893"/>
                  <a:pt x="7636516" y="2404434"/>
                  <a:pt x="7636516" y="2404434"/>
                </a:cubicBezTo>
                <a:lnTo>
                  <a:pt x="7631983" y="2396552"/>
                </a:lnTo>
                <a:cubicBezTo>
                  <a:pt x="7631851" y="2396289"/>
                  <a:pt x="7631983" y="2395698"/>
                  <a:pt x="7631983" y="2395698"/>
                </a:cubicBezTo>
                <a:lnTo>
                  <a:pt x="7636516" y="2387816"/>
                </a:lnTo>
                <a:cubicBezTo>
                  <a:pt x="7636713" y="2387554"/>
                  <a:pt x="7637304" y="2387357"/>
                  <a:pt x="7637304" y="2387357"/>
                </a:cubicBezTo>
                <a:close/>
                <a:moveTo>
                  <a:pt x="7382923" y="2387357"/>
                </a:moveTo>
                <a:lnTo>
                  <a:pt x="7391987" y="2387357"/>
                </a:lnTo>
                <a:cubicBezTo>
                  <a:pt x="7392315" y="2387357"/>
                  <a:pt x="7392775" y="2387816"/>
                  <a:pt x="7392775" y="2387816"/>
                </a:cubicBezTo>
                <a:lnTo>
                  <a:pt x="7397307" y="2395698"/>
                </a:lnTo>
                <a:cubicBezTo>
                  <a:pt x="7397438" y="2395961"/>
                  <a:pt x="7397307" y="2396552"/>
                  <a:pt x="7397307" y="2396552"/>
                </a:cubicBezTo>
                <a:lnTo>
                  <a:pt x="7392775" y="2404434"/>
                </a:lnTo>
                <a:cubicBezTo>
                  <a:pt x="7392578" y="2404696"/>
                  <a:pt x="7391987" y="2404893"/>
                  <a:pt x="7391987" y="2404893"/>
                </a:cubicBezTo>
                <a:lnTo>
                  <a:pt x="7382923" y="2404893"/>
                </a:lnTo>
                <a:cubicBezTo>
                  <a:pt x="7382595" y="2404893"/>
                  <a:pt x="7382135" y="2404434"/>
                  <a:pt x="7382135" y="2404434"/>
                </a:cubicBezTo>
                <a:lnTo>
                  <a:pt x="7377602" y="2396552"/>
                </a:lnTo>
                <a:cubicBezTo>
                  <a:pt x="7377471" y="2396289"/>
                  <a:pt x="7377602" y="2395698"/>
                  <a:pt x="7377602" y="2395698"/>
                </a:cubicBezTo>
                <a:lnTo>
                  <a:pt x="7382135" y="2387816"/>
                </a:lnTo>
                <a:cubicBezTo>
                  <a:pt x="7382331" y="2387554"/>
                  <a:pt x="7382923" y="2387357"/>
                  <a:pt x="7382923" y="2387357"/>
                </a:cubicBezTo>
                <a:close/>
                <a:moveTo>
                  <a:pt x="7128477" y="2387357"/>
                </a:moveTo>
                <a:lnTo>
                  <a:pt x="7137540" y="2387357"/>
                </a:lnTo>
                <a:cubicBezTo>
                  <a:pt x="7137869" y="2387357"/>
                  <a:pt x="7138328" y="2387816"/>
                  <a:pt x="7138328" y="2387816"/>
                </a:cubicBezTo>
                <a:lnTo>
                  <a:pt x="7142860" y="2395698"/>
                </a:lnTo>
                <a:cubicBezTo>
                  <a:pt x="7142992" y="2395961"/>
                  <a:pt x="7142860" y="2396552"/>
                  <a:pt x="7142860" y="2396552"/>
                </a:cubicBezTo>
                <a:lnTo>
                  <a:pt x="7138328" y="2404434"/>
                </a:lnTo>
                <a:cubicBezTo>
                  <a:pt x="7138131" y="2404696"/>
                  <a:pt x="7137540" y="2404893"/>
                  <a:pt x="7137540" y="2404893"/>
                </a:cubicBezTo>
                <a:lnTo>
                  <a:pt x="7128477" y="2404893"/>
                </a:lnTo>
                <a:cubicBezTo>
                  <a:pt x="7128148" y="2404893"/>
                  <a:pt x="7127689" y="2404434"/>
                  <a:pt x="7127689" y="2404434"/>
                </a:cubicBezTo>
                <a:lnTo>
                  <a:pt x="7123156" y="2396552"/>
                </a:lnTo>
                <a:cubicBezTo>
                  <a:pt x="7123024" y="2396289"/>
                  <a:pt x="7123156" y="2395698"/>
                  <a:pt x="7123156" y="2395698"/>
                </a:cubicBezTo>
                <a:lnTo>
                  <a:pt x="7127689" y="2387816"/>
                </a:lnTo>
                <a:cubicBezTo>
                  <a:pt x="7127885" y="2387554"/>
                  <a:pt x="7128477" y="2387357"/>
                  <a:pt x="7128477" y="2387357"/>
                </a:cubicBezTo>
                <a:close/>
                <a:moveTo>
                  <a:pt x="6874095" y="2387357"/>
                </a:moveTo>
                <a:lnTo>
                  <a:pt x="6883159" y="2387357"/>
                </a:lnTo>
                <a:cubicBezTo>
                  <a:pt x="6883488" y="2387357"/>
                  <a:pt x="6883947" y="2387816"/>
                  <a:pt x="6883947" y="2387816"/>
                </a:cubicBezTo>
                <a:lnTo>
                  <a:pt x="6888480" y="2395698"/>
                </a:lnTo>
                <a:cubicBezTo>
                  <a:pt x="6888611" y="2395961"/>
                  <a:pt x="6888480" y="2396552"/>
                  <a:pt x="6888480" y="2396552"/>
                </a:cubicBezTo>
                <a:lnTo>
                  <a:pt x="6883947" y="2404434"/>
                </a:lnTo>
                <a:cubicBezTo>
                  <a:pt x="6883751" y="2404696"/>
                  <a:pt x="6883159" y="2404893"/>
                  <a:pt x="6883159" y="2404893"/>
                </a:cubicBezTo>
                <a:lnTo>
                  <a:pt x="6874095" y="2404893"/>
                </a:lnTo>
                <a:cubicBezTo>
                  <a:pt x="6873768" y="2404893"/>
                  <a:pt x="6873307" y="2404434"/>
                  <a:pt x="6873307" y="2404434"/>
                </a:cubicBezTo>
                <a:lnTo>
                  <a:pt x="6868775" y="2396552"/>
                </a:lnTo>
                <a:cubicBezTo>
                  <a:pt x="6868644" y="2396289"/>
                  <a:pt x="6868775" y="2395698"/>
                  <a:pt x="6868775" y="2395698"/>
                </a:cubicBezTo>
                <a:lnTo>
                  <a:pt x="6873307" y="2387816"/>
                </a:lnTo>
                <a:cubicBezTo>
                  <a:pt x="6873504" y="2387554"/>
                  <a:pt x="6874095" y="2387357"/>
                  <a:pt x="6874095" y="2387357"/>
                </a:cubicBezTo>
                <a:close/>
                <a:moveTo>
                  <a:pt x="6619714" y="2387357"/>
                </a:moveTo>
                <a:lnTo>
                  <a:pt x="6628778" y="2387357"/>
                </a:lnTo>
                <a:cubicBezTo>
                  <a:pt x="6629107" y="2387357"/>
                  <a:pt x="6629566" y="2387816"/>
                  <a:pt x="6629566" y="2387816"/>
                </a:cubicBezTo>
                <a:lnTo>
                  <a:pt x="6634099" y="2395698"/>
                </a:lnTo>
                <a:cubicBezTo>
                  <a:pt x="6634230" y="2395961"/>
                  <a:pt x="6634099" y="2396552"/>
                  <a:pt x="6634099" y="2396552"/>
                </a:cubicBezTo>
                <a:lnTo>
                  <a:pt x="6629566" y="2404434"/>
                </a:lnTo>
                <a:cubicBezTo>
                  <a:pt x="6629369" y="2404696"/>
                  <a:pt x="6628778" y="2404893"/>
                  <a:pt x="6628778" y="2404893"/>
                </a:cubicBezTo>
                <a:lnTo>
                  <a:pt x="6619714" y="2404893"/>
                </a:lnTo>
                <a:cubicBezTo>
                  <a:pt x="6619387" y="2404893"/>
                  <a:pt x="6618926" y="2404434"/>
                  <a:pt x="6618926" y="2404434"/>
                </a:cubicBezTo>
                <a:lnTo>
                  <a:pt x="6614394" y="2396552"/>
                </a:lnTo>
                <a:cubicBezTo>
                  <a:pt x="6614263" y="2396289"/>
                  <a:pt x="6614394" y="2395698"/>
                  <a:pt x="6614394" y="2395698"/>
                </a:cubicBezTo>
                <a:lnTo>
                  <a:pt x="6618926" y="2387816"/>
                </a:lnTo>
                <a:cubicBezTo>
                  <a:pt x="6619123" y="2387554"/>
                  <a:pt x="6619714" y="2387357"/>
                  <a:pt x="6619714" y="2387357"/>
                </a:cubicBezTo>
                <a:close/>
                <a:moveTo>
                  <a:pt x="6365334" y="2387357"/>
                </a:moveTo>
                <a:lnTo>
                  <a:pt x="6374397" y="2387357"/>
                </a:lnTo>
                <a:cubicBezTo>
                  <a:pt x="6374727" y="2387357"/>
                  <a:pt x="6375186" y="2387816"/>
                  <a:pt x="6375186" y="2387816"/>
                </a:cubicBezTo>
                <a:lnTo>
                  <a:pt x="6379718" y="2395698"/>
                </a:lnTo>
                <a:cubicBezTo>
                  <a:pt x="6379849" y="2395961"/>
                  <a:pt x="6379718" y="2396552"/>
                  <a:pt x="6379718" y="2396552"/>
                </a:cubicBezTo>
                <a:lnTo>
                  <a:pt x="6375186" y="2404434"/>
                </a:lnTo>
                <a:cubicBezTo>
                  <a:pt x="6374988" y="2404696"/>
                  <a:pt x="6374397" y="2404893"/>
                  <a:pt x="6374397" y="2404893"/>
                </a:cubicBezTo>
                <a:lnTo>
                  <a:pt x="6365334" y="2404893"/>
                </a:lnTo>
                <a:cubicBezTo>
                  <a:pt x="6365005" y="2404893"/>
                  <a:pt x="6364546" y="2404434"/>
                  <a:pt x="6364546" y="2404434"/>
                </a:cubicBezTo>
                <a:lnTo>
                  <a:pt x="6360014" y="2396552"/>
                </a:lnTo>
                <a:cubicBezTo>
                  <a:pt x="6359882" y="2396289"/>
                  <a:pt x="6360014" y="2395698"/>
                  <a:pt x="6360014" y="2395698"/>
                </a:cubicBezTo>
                <a:lnTo>
                  <a:pt x="6364546" y="2387816"/>
                </a:lnTo>
                <a:cubicBezTo>
                  <a:pt x="6364743" y="2387554"/>
                  <a:pt x="6365334" y="2387357"/>
                  <a:pt x="6365334" y="2387357"/>
                </a:cubicBezTo>
                <a:close/>
                <a:moveTo>
                  <a:pt x="6110888" y="2387357"/>
                </a:moveTo>
                <a:lnTo>
                  <a:pt x="6119953" y="2387357"/>
                </a:lnTo>
                <a:cubicBezTo>
                  <a:pt x="6120280" y="2387357"/>
                  <a:pt x="6120740" y="2387816"/>
                  <a:pt x="6120740" y="2387816"/>
                </a:cubicBezTo>
                <a:lnTo>
                  <a:pt x="6125272" y="2395698"/>
                </a:lnTo>
                <a:cubicBezTo>
                  <a:pt x="6125403" y="2395961"/>
                  <a:pt x="6125272" y="2396552"/>
                  <a:pt x="6125272" y="2396552"/>
                </a:cubicBezTo>
                <a:lnTo>
                  <a:pt x="6120740" y="2404434"/>
                </a:lnTo>
                <a:cubicBezTo>
                  <a:pt x="6120543" y="2404696"/>
                  <a:pt x="6119953" y="2404893"/>
                  <a:pt x="6119953" y="2404893"/>
                </a:cubicBezTo>
                <a:lnTo>
                  <a:pt x="6110888" y="2404893"/>
                </a:lnTo>
                <a:cubicBezTo>
                  <a:pt x="6110560" y="2404893"/>
                  <a:pt x="6110101" y="2404434"/>
                  <a:pt x="6110101" y="2404434"/>
                </a:cubicBezTo>
                <a:lnTo>
                  <a:pt x="6105567" y="2396552"/>
                </a:lnTo>
                <a:cubicBezTo>
                  <a:pt x="6105436" y="2396289"/>
                  <a:pt x="6105567" y="2395698"/>
                  <a:pt x="6105567" y="2395698"/>
                </a:cubicBezTo>
                <a:lnTo>
                  <a:pt x="6110101" y="2387816"/>
                </a:lnTo>
                <a:cubicBezTo>
                  <a:pt x="6110296" y="2387554"/>
                  <a:pt x="6110888" y="2387357"/>
                  <a:pt x="6110888" y="2387357"/>
                </a:cubicBezTo>
                <a:close/>
                <a:moveTo>
                  <a:pt x="5856508" y="2387357"/>
                </a:moveTo>
                <a:lnTo>
                  <a:pt x="5865571" y="2387357"/>
                </a:lnTo>
                <a:cubicBezTo>
                  <a:pt x="5865900" y="2387357"/>
                  <a:pt x="5866359" y="2387816"/>
                  <a:pt x="5866359" y="2387816"/>
                </a:cubicBezTo>
                <a:lnTo>
                  <a:pt x="5870891" y="2395698"/>
                </a:lnTo>
                <a:cubicBezTo>
                  <a:pt x="5871023" y="2395961"/>
                  <a:pt x="5870891" y="2396552"/>
                  <a:pt x="5870891" y="2396552"/>
                </a:cubicBezTo>
                <a:lnTo>
                  <a:pt x="5866359" y="2404434"/>
                </a:lnTo>
                <a:cubicBezTo>
                  <a:pt x="5866163" y="2404696"/>
                  <a:pt x="5865571" y="2404893"/>
                  <a:pt x="5865571" y="2404893"/>
                </a:cubicBezTo>
                <a:lnTo>
                  <a:pt x="5856508" y="2404893"/>
                </a:lnTo>
                <a:cubicBezTo>
                  <a:pt x="5856178" y="2404893"/>
                  <a:pt x="5855720" y="2404434"/>
                  <a:pt x="5855720" y="2404434"/>
                </a:cubicBezTo>
                <a:lnTo>
                  <a:pt x="5851187" y="2396552"/>
                </a:lnTo>
                <a:cubicBezTo>
                  <a:pt x="5851055" y="2396289"/>
                  <a:pt x="5851187" y="2395698"/>
                  <a:pt x="5851187" y="2395698"/>
                </a:cubicBezTo>
                <a:lnTo>
                  <a:pt x="5855720" y="2387816"/>
                </a:lnTo>
                <a:cubicBezTo>
                  <a:pt x="5855916" y="2387554"/>
                  <a:pt x="5856508" y="2387357"/>
                  <a:pt x="5856508" y="2387357"/>
                </a:cubicBezTo>
                <a:close/>
                <a:moveTo>
                  <a:pt x="5602126" y="2387357"/>
                </a:moveTo>
                <a:lnTo>
                  <a:pt x="5611191" y="2387357"/>
                </a:lnTo>
                <a:cubicBezTo>
                  <a:pt x="5611519" y="2387357"/>
                  <a:pt x="5611979" y="2387816"/>
                  <a:pt x="5611979" y="2387816"/>
                </a:cubicBezTo>
                <a:lnTo>
                  <a:pt x="5616511" y="2395698"/>
                </a:lnTo>
                <a:cubicBezTo>
                  <a:pt x="5616642" y="2395961"/>
                  <a:pt x="5616511" y="2396552"/>
                  <a:pt x="5616511" y="2396552"/>
                </a:cubicBezTo>
                <a:lnTo>
                  <a:pt x="5611979" y="2404434"/>
                </a:lnTo>
                <a:cubicBezTo>
                  <a:pt x="5611782" y="2404696"/>
                  <a:pt x="5611191" y="2404893"/>
                  <a:pt x="5611191" y="2404893"/>
                </a:cubicBezTo>
                <a:lnTo>
                  <a:pt x="5602126" y="2404893"/>
                </a:lnTo>
                <a:cubicBezTo>
                  <a:pt x="5601798" y="2404893"/>
                  <a:pt x="5601338" y="2404434"/>
                  <a:pt x="5601338" y="2404434"/>
                </a:cubicBezTo>
                <a:lnTo>
                  <a:pt x="5596807" y="2396552"/>
                </a:lnTo>
                <a:cubicBezTo>
                  <a:pt x="5596675" y="2396289"/>
                  <a:pt x="5596807" y="2395698"/>
                  <a:pt x="5596807" y="2395698"/>
                </a:cubicBezTo>
                <a:lnTo>
                  <a:pt x="5601338" y="2387816"/>
                </a:lnTo>
                <a:cubicBezTo>
                  <a:pt x="5601536" y="2387554"/>
                  <a:pt x="5602126" y="2387357"/>
                  <a:pt x="5602126" y="2387357"/>
                </a:cubicBezTo>
                <a:close/>
                <a:moveTo>
                  <a:pt x="5347746" y="2387357"/>
                </a:moveTo>
                <a:lnTo>
                  <a:pt x="5356810" y="2387357"/>
                </a:lnTo>
                <a:cubicBezTo>
                  <a:pt x="5357138" y="2387357"/>
                  <a:pt x="5357598" y="2387816"/>
                  <a:pt x="5357598" y="2387816"/>
                </a:cubicBezTo>
                <a:lnTo>
                  <a:pt x="5362130" y="2395698"/>
                </a:lnTo>
                <a:cubicBezTo>
                  <a:pt x="5362261" y="2395961"/>
                  <a:pt x="5362130" y="2396552"/>
                  <a:pt x="5362130" y="2396552"/>
                </a:cubicBezTo>
                <a:lnTo>
                  <a:pt x="5357598" y="2404434"/>
                </a:lnTo>
                <a:cubicBezTo>
                  <a:pt x="5357401" y="2404696"/>
                  <a:pt x="5356810" y="2404893"/>
                  <a:pt x="5356810" y="2404893"/>
                </a:cubicBezTo>
                <a:lnTo>
                  <a:pt x="5347746" y="2404893"/>
                </a:lnTo>
                <a:cubicBezTo>
                  <a:pt x="5347418" y="2404893"/>
                  <a:pt x="5346958" y="2404434"/>
                  <a:pt x="5346958" y="2404434"/>
                </a:cubicBezTo>
                <a:lnTo>
                  <a:pt x="5342425" y="2396552"/>
                </a:lnTo>
                <a:cubicBezTo>
                  <a:pt x="5342295" y="2396289"/>
                  <a:pt x="5342425" y="2395698"/>
                  <a:pt x="5342425" y="2395698"/>
                </a:cubicBezTo>
                <a:lnTo>
                  <a:pt x="5346958" y="2387816"/>
                </a:lnTo>
                <a:cubicBezTo>
                  <a:pt x="5347154" y="2387554"/>
                  <a:pt x="5347746" y="2387357"/>
                  <a:pt x="5347746" y="2387357"/>
                </a:cubicBezTo>
                <a:close/>
                <a:moveTo>
                  <a:pt x="5093300" y="2387357"/>
                </a:moveTo>
                <a:lnTo>
                  <a:pt x="5102364" y="2387357"/>
                </a:lnTo>
                <a:cubicBezTo>
                  <a:pt x="5102693" y="2387357"/>
                  <a:pt x="5103153" y="2387816"/>
                  <a:pt x="5103153" y="2387816"/>
                </a:cubicBezTo>
                <a:lnTo>
                  <a:pt x="5107684" y="2395698"/>
                </a:lnTo>
                <a:cubicBezTo>
                  <a:pt x="5107815" y="2395961"/>
                  <a:pt x="5107684" y="2396552"/>
                  <a:pt x="5107684" y="2396552"/>
                </a:cubicBezTo>
                <a:lnTo>
                  <a:pt x="5103153" y="2404434"/>
                </a:lnTo>
                <a:cubicBezTo>
                  <a:pt x="5102955" y="2404696"/>
                  <a:pt x="5102364" y="2404893"/>
                  <a:pt x="5102364" y="2404893"/>
                </a:cubicBezTo>
                <a:lnTo>
                  <a:pt x="5093300" y="2404893"/>
                </a:lnTo>
                <a:cubicBezTo>
                  <a:pt x="5092972" y="2404893"/>
                  <a:pt x="5092512" y="2404434"/>
                  <a:pt x="5092512" y="2404434"/>
                </a:cubicBezTo>
                <a:lnTo>
                  <a:pt x="5087979" y="2396552"/>
                </a:lnTo>
                <a:cubicBezTo>
                  <a:pt x="5087848" y="2396289"/>
                  <a:pt x="5087979" y="2395698"/>
                  <a:pt x="5087979" y="2395698"/>
                </a:cubicBezTo>
                <a:lnTo>
                  <a:pt x="5092512" y="2387816"/>
                </a:lnTo>
                <a:cubicBezTo>
                  <a:pt x="5092708" y="2387554"/>
                  <a:pt x="5093300" y="2387357"/>
                  <a:pt x="5093300" y="2387357"/>
                </a:cubicBezTo>
                <a:close/>
                <a:moveTo>
                  <a:pt x="4838919" y="2387357"/>
                </a:moveTo>
                <a:lnTo>
                  <a:pt x="4847982" y="2387357"/>
                </a:lnTo>
                <a:cubicBezTo>
                  <a:pt x="4848311" y="2387357"/>
                  <a:pt x="4848772" y="2387816"/>
                  <a:pt x="4848772" y="2387816"/>
                </a:cubicBezTo>
                <a:lnTo>
                  <a:pt x="4853303" y="2395698"/>
                </a:lnTo>
                <a:cubicBezTo>
                  <a:pt x="4853435" y="2395961"/>
                  <a:pt x="4853303" y="2396552"/>
                  <a:pt x="4853303" y="2396552"/>
                </a:cubicBezTo>
                <a:lnTo>
                  <a:pt x="4848772" y="2404434"/>
                </a:lnTo>
                <a:cubicBezTo>
                  <a:pt x="4848575" y="2404696"/>
                  <a:pt x="4847982" y="2404893"/>
                  <a:pt x="4847982" y="2404893"/>
                </a:cubicBezTo>
                <a:lnTo>
                  <a:pt x="4838919" y="2404893"/>
                </a:lnTo>
                <a:cubicBezTo>
                  <a:pt x="4838590" y="2404893"/>
                  <a:pt x="4838132" y="2404434"/>
                  <a:pt x="4838132" y="2404434"/>
                </a:cubicBezTo>
                <a:lnTo>
                  <a:pt x="4833598" y="2396552"/>
                </a:lnTo>
                <a:cubicBezTo>
                  <a:pt x="4833467" y="2396289"/>
                  <a:pt x="4833598" y="2395698"/>
                  <a:pt x="4833598" y="2395698"/>
                </a:cubicBezTo>
                <a:lnTo>
                  <a:pt x="4838132" y="2387816"/>
                </a:lnTo>
                <a:cubicBezTo>
                  <a:pt x="4838328" y="2387554"/>
                  <a:pt x="4838919" y="2387357"/>
                  <a:pt x="4838919" y="2387357"/>
                </a:cubicBezTo>
                <a:close/>
                <a:moveTo>
                  <a:pt x="4584538" y="2387357"/>
                </a:moveTo>
                <a:lnTo>
                  <a:pt x="4593603" y="2387357"/>
                </a:lnTo>
                <a:cubicBezTo>
                  <a:pt x="4593932" y="2387357"/>
                  <a:pt x="4594390" y="2387816"/>
                  <a:pt x="4594390" y="2387816"/>
                </a:cubicBezTo>
                <a:lnTo>
                  <a:pt x="4598922" y="2395698"/>
                </a:lnTo>
                <a:cubicBezTo>
                  <a:pt x="4599054" y="2395961"/>
                  <a:pt x="4598922" y="2396552"/>
                  <a:pt x="4598922" y="2396552"/>
                </a:cubicBezTo>
                <a:lnTo>
                  <a:pt x="4594390" y="2404434"/>
                </a:lnTo>
                <a:cubicBezTo>
                  <a:pt x="4594193" y="2404696"/>
                  <a:pt x="4593603" y="2404893"/>
                  <a:pt x="4593603" y="2404893"/>
                </a:cubicBezTo>
                <a:lnTo>
                  <a:pt x="4584538" y="2404893"/>
                </a:lnTo>
                <a:cubicBezTo>
                  <a:pt x="4584210" y="2404893"/>
                  <a:pt x="4583749" y="2404434"/>
                  <a:pt x="4583749" y="2404434"/>
                </a:cubicBezTo>
                <a:lnTo>
                  <a:pt x="4579218" y="2396552"/>
                </a:lnTo>
                <a:cubicBezTo>
                  <a:pt x="4579087" y="2396289"/>
                  <a:pt x="4579218" y="2395698"/>
                  <a:pt x="4579218" y="2395698"/>
                </a:cubicBezTo>
                <a:lnTo>
                  <a:pt x="4583749" y="2387816"/>
                </a:lnTo>
                <a:cubicBezTo>
                  <a:pt x="4583948" y="2387554"/>
                  <a:pt x="4584538" y="2387357"/>
                  <a:pt x="4584538" y="2387357"/>
                </a:cubicBezTo>
                <a:close/>
                <a:moveTo>
                  <a:pt x="4330157" y="2387357"/>
                </a:moveTo>
                <a:lnTo>
                  <a:pt x="4339222" y="2387357"/>
                </a:lnTo>
                <a:cubicBezTo>
                  <a:pt x="4339550" y="2387357"/>
                  <a:pt x="4340010" y="2387816"/>
                  <a:pt x="4340010" y="2387816"/>
                </a:cubicBezTo>
                <a:lnTo>
                  <a:pt x="4344540" y="2395698"/>
                </a:lnTo>
                <a:cubicBezTo>
                  <a:pt x="4344672" y="2395961"/>
                  <a:pt x="4344540" y="2396552"/>
                  <a:pt x="4344540" y="2396552"/>
                </a:cubicBezTo>
                <a:lnTo>
                  <a:pt x="4340010" y="2404434"/>
                </a:lnTo>
                <a:cubicBezTo>
                  <a:pt x="4339812" y="2404696"/>
                  <a:pt x="4339222" y="2404893"/>
                  <a:pt x="4339222" y="2404893"/>
                </a:cubicBezTo>
                <a:lnTo>
                  <a:pt x="4330157" y="2404893"/>
                </a:lnTo>
                <a:cubicBezTo>
                  <a:pt x="4329829" y="2404893"/>
                  <a:pt x="4329369" y="2404434"/>
                  <a:pt x="4329369" y="2404434"/>
                </a:cubicBezTo>
                <a:lnTo>
                  <a:pt x="4324836" y="2396552"/>
                </a:lnTo>
                <a:cubicBezTo>
                  <a:pt x="4324706" y="2396289"/>
                  <a:pt x="4324836" y="2395698"/>
                  <a:pt x="4324836" y="2395698"/>
                </a:cubicBezTo>
                <a:lnTo>
                  <a:pt x="4329369" y="2387816"/>
                </a:lnTo>
                <a:cubicBezTo>
                  <a:pt x="4329565" y="2387554"/>
                  <a:pt x="4330157" y="2387357"/>
                  <a:pt x="4330157" y="2387357"/>
                </a:cubicBezTo>
                <a:close/>
                <a:moveTo>
                  <a:pt x="4075960" y="2387357"/>
                </a:moveTo>
                <a:lnTo>
                  <a:pt x="4085024" y="2387357"/>
                </a:lnTo>
                <a:cubicBezTo>
                  <a:pt x="4085354" y="2387357"/>
                  <a:pt x="4085812" y="2387816"/>
                  <a:pt x="4085812" y="2387816"/>
                </a:cubicBezTo>
                <a:lnTo>
                  <a:pt x="4090345" y="2395698"/>
                </a:lnTo>
                <a:cubicBezTo>
                  <a:pt x="4090475" y="2395961"/>
                  <a:pt x="4090345" y="2396552"/>
                  <a:pt x="4090345" y="2396552"/>
                </a:cubicBezTo>
                <a:lnTo>
                  <a:pt x="4085812" y="2404434"/>
                </a:lnTo>
                <a:cubicBezTo>
                  <a:pt x="4085618" y="2404696"/>
                  <a:pt x="4085024" y="2404893"/>
                  <a:pt x="4085024" y="2404893"/>
                </a:cubicBezTo>
                <a:lnTo>
                  <a:pt x="4075960" y="2404893"/>
                </a:lnTo>
                <a:cubicBezTo>
                  <a:pt x="4075631" y="2404893"/>
                  <a:pt x="4075171" y="2404434"/>
                  <a:pt x="4075171" y="2404434"/>
                </a:cubicBezTo>
                <a:lnTo>
                  <a:pt x="4070639" y="2396552"/>
                </a:lnTo>
                <a:cubicBezTo>
                  <a:pt x="4070508" y="2396289"/>
                  <a:pt x="4070639" y="2395698"/>
                  <a:pt x="4070639" y="2395698"/>
                </a:cubicBezTo>
                <a:lnTo>
                  <a:pt x="4075171" y="2387816"/>
                </a:lnTo>
                <a:cubicBezTo>
                  <a:pt x="4075366" y="2387554"/>
                  <a:pt x="4075960" y="2387357"/>
                  <a:pt x="4075960" y="2387357"/>
                </a:cubicBezTo>
                <a:close/>
                <a:moveTo>
                  <a:pt x="3821617" y="2387357"/>
                </a:moveTo>
                <a:lnTo>
                  <a:pt x="3830683" y="2387357"/>
                </a:lnTo>
                <a:cubicBezTo>
                  <a:pt x="3831010" y="2387357"/>
                  <a:pt x="3831470" y="2387816"/>
                  <a:pt x="3831470" y="2387816"/>
                </a:cubicBezTo>
                <a:lnTo>
                  <a:pt x="3836003" y="2395698"/>
                </a:lnTo>
                <a:cubicBezTo>
                  <a:pt x="3836135" y="2395961"/>
                  <a:pt x="3836003" y="2396552"/>
                  <a:pt x="3836003" y="2396552"/>
                </a:cubicBezTo>
                <a:lnTo>
                  <a:pt x="3831470" y="2404434"/>
                </a:lnTo>
                <a:cubicBezTo>
                  <a:pt x="3831273" y="2404696"/>
                  <a:pt x="3830683" y="2404893"/>
                  <a:pt x="3830683" y="2404893"/>
                </a:cubicBezTo>
                <a:lnTo>
                  <a:pt x="3821617" y="2404893"/>
                </a:lnTo>
                <a:cubicBezTo>
                  <a:pt x="3821286" y="2404893"/>
                  <a:pt x="3820828" y="2404434"/>
                  <a:pt x="3820828" y="2404434"/>
                </a:cubicBezTo>
                <a:lnTo>
                  <a:pt x="3816298" y="2396552"/>
                </a:lnTo>
                <a:cubicBezTo>
                  <a:pt x="3816165" y="2396289"/>
                  <a:pt x="3816298" y="2395698"/>
                  <a:pt x="3816298" y="2395698"/>
                </a:cubicBezTo>
                <a:lnTo>
                  <a:pt x="3820828" y="2387816"/>
                </a:lnTo>
                <a:cubicBezTo>
                  <a:pt x="3821027" y="2387554"/>
                  <a:pt x="3821617" y="2387357"/>
                  <a:pt x="3821617" y="2387357"/>
                </a:cubicBezTo>
                <a:close/>
                <a:moveTo>
                  <a:pt x="3567079" y="2387357"/>
                </a:moveTo>
                <a:lnTo>
                  <a:pt x="3576143" y="2387357"/>
                </a:lnTo>
                <a:cubicBezTo>
                  <a:pt x="3576472" y="2387357"/>
                  <a:pt x="3576931" y="2387816"/>
                  <a:pt x="3576931" y="2387816"/>
                </a:cubicBezTo>
                <a:lnTo>
                  <a:pt x="3581463" y="2395698"/>
                </a:lnTo>
                <a:cubicBezTo>
                  <a:pt x="3581595" y="2395961"/>
                  <a:pt x="3581463" y="2396552"/>
                  <a:pt x="3581463" y="2396552"/>
                </a:cubicBezTo>
                <a:lnTo>
                  <a:pt x="3576931" y="2404434"/>
                </a:lnTo>
                <a:cubicBezTo>
                  <a:pt x="3576734" y="2404696"/>
                  <a:pt x="3576143" y="2404893"/>
                  <a:pt x="3576143" y="2404893"/>
                </a:cubicBezTo>
                <a:lnTo>
                  <a:pt x="3567079" y="2404893"/>
                </a:lnTo>
                <a:cubicBezTo>
                  <a:pt x="3566749" y="2404893"/>
                  <a:pt x="3566290" y="2404434"/>
                  <a:pt x="3566290" y="2404434"/>
                </a:cubicBezTo>
                <a:lnTo>
                  <a:pt x="3561758" y="2396552"/>
                </a:lnTo>
                <a:cubicBezTo>
                  <a:pt x="3561626" y="2396289"/>
                  <a:pt x="3561758" y="2395698"/>
                  <a:pt x="3561758" y="2395698"/>
                </a:cubicBezTo>
                <a:lnTo>
                  <a:pt x="3566290" y="2387816"/>
                </a:lnTo>
                <a:cubicBezTo>
                  <a:pt x="3566486" y="2387554"/>
                  <a:pt x="3567079" y="2387357"/>
                  <a:pt x="3567079" y="2387357"/>
                </a:cubicBezTo>
                <a:close/>
                <a:moveTo>
                  <a:pt x="3312804" y="2387357"/>
                </a:moveTo>
                <a:lnTo>
                  <a:pt x="3321868" y="2387357"/>
                </a:lnTo>
                <a:cubicBezTo>
                  <a:pt x="3322196" y="2387357"/>
                  <a:pt x="3322657" y="2387816"/>
                  <a:pt x="3322657" y="2387816"/>
                </a:cubicBezTo>
                <a:lnTo>
                  <a:pt x="3327189" y="2395698"/>
                </a:lnTo>
                <a:cubicBezTo>
                  <a:pt x="3327320" y="2395961"/>
                  <a:pt x="3327189" y="2396552"/>
                  <a:pt x="3327189" y="2396552"/>
                </a:cubicBezTo>
                <a:lnTo>
                  <a:pt x="3322657" y="2404434"/>
                </a:lnTo>
                <a:cubicBezTo>
                  <a:pt x="3322460" y="2404696"/>
                  <a:pt x="3321868" y="2404893"/>
                  <a:pt x="3321868" y="2404893"/>
                </a:cubicBezTo>
                <a:lnTo>
                  <a:pt x="3312804" y="2404893"/>
                </a:lnTo>
                <a:cubicBezTo>
                  <a:pt x="3312473" y="2404893"/>
                  <a:pt x="3312016" y="2404434"/>
                  <a:pt x="3312016" y="2404434"/>
                </a:cubicBezTo>
                <a:lnTo>
                  <a:pt x="3307483" y="2396552"/>
                </a:lnTo>
                <a:cubicBezTo>
                  <a:pt x="3307352" y="2396289"/>
                  <a:pt x="3307483" y="2395698"/>
                  <a:pt x="3307483" y="2395698"/>
                </a:cubicBezTo>
                <a:lnTo>
                  <a:pt x="3312016" y="2387816"/>
                </a:lnTo>
                <a:cubicBezTo>
                  <a:pt x="3312212" y="2387554"/>
                  <a:pt x="3312804" y="2387357"/>
                  <a:pt x="3312804" y="2387357"/>
                </a:cubicBezTo>
                <a:close/>
                <a:moveTo>
                  <a:pt x="3058437" y="2387357"/>
                </a:moveTo>
                <a:lnTo>
                  <a:pt x="3067503" y="2387357"/>
                </a:lnTo>
                <a:cubicBezTo>
                  <a:pt x="3067832" y="2387357"/>
                  <a:pt x="3068292" y="2387816"/>
                  <a:pt x="3068292" y="2387816"/>
                </a:cubicBezTo>
                <a:lnTo>
                  <a:pt x="3072824" y="2395698"/>
                </a:lnTo>
                <a:cubicBezTo>
                  <a:pt x="3072955" y="2395961"/>
                  <a:pt x="3072824" y="2396552"/>
                  <a:pt x="3072824" y="2396552"/>
                </a:cubicBezTo>
                <a:lnTo>
                  <a:pt x="3068292" y="2404434"/>
                </a:lnTo>
                <a:cubicBezTo>
                  <a:pt x="3068097" y="2404696"/>
                  <a:pt x="3067503" y="2404893"/>
                  <a:pt x="3067503" y="2404893"/>
                </a:cubicBezTo>
                <a:lnTo>
                  <a:pt x="3058437" y="2404893"/>
                </a:lnTo>
                <a:cubicBezTo>
                  <a:pt x="3058109" y="2404893"/>
                  <a:pt x="3057649" y="2404434"/>
                  <a:pt x="3057649" y="2404434"/>
                </a:cubicBezTo>
                <a:lnTo>
                  <a:pt x="3053119" y="2396552"/>
                </a:lnTo>
                <a:cubicBezTo>
                  <a:pt x="3052985" y="2396289"/>
                  <a:pt x="3053119" y="2395698"/>
                  <a:pt x="3053119" y="2395698"/>
                </a:cubicBezTo>
                <a:lnTo>
                  <a:pt x="3057649" y="2387816"/>
                </a:lnTo>
                <a:cubicBezTo>
                  <a:pt x="3057849" y="2387554"/>
                  <a:pt x="3058437" y="2387357"/>
                  <a:pt x="3058437" y="2387357"/>
                </a:cubicBezTo>
                <a:close/>
                <a:moveTo>
                  <a:pt x="2803838" y="2387357"/>
                </a:moveTo>
                <a:lnTo>
                  <a:pt x="2812903" y="2387357"/>
                </a:lnTo>
                <a:cubicBezTo>
                  <a:pt x="2813231" y="2387357"/>
                  <a:pt x="2813691" y="2387816"/>
                  <a:pt x="2813691" y="2387816"/>
                </a:cubicBezTo>
                <a:lnTo>
                  <a:pt x="2818223" y="2395698"/>
                </a:lnTo>
                <a:cubicBezTo>
                  <a:pt x="2818354" y="2395961"/>
                  <a:pt x="2818223" y="2396552"/>
                  <a:pt x="2818223" y="2396552"/>
                </a:cubicBezTo>
                <a:lnTo>
                  <a:pt x="2813691" y="2404434"/>
                </a:lnTo>
                <a:cubicBezTo>
                  <a:pt x="2813494" y="2404696"/>
                  <a:pt x="2812903" y="2404893"/>
                  <a:pt x="2812903" y="2404893"/>
                </a:cubicBezTo>
                <a:lnTo>
                  <a:pt x="2803838" y="2404893"/>
                </a:lnTo>
                <a:cubicBezTo>
                  <a:pt x="2803509" y="2404893"/>
                  <a:pt x="2803049" y="2404434"/>
                  <a:pt x="2803049" y="2404434"/>
                </a:cubicBezTo>
                <a:lnTo>
                  <a:pt x="2798517" y="2396552"/>
                </a:lnTo>
                <a:cubicBezTo>
                  <a:pt x="2798386" y="2396289"/>
                  <a:pt x="2798517" y="2395698"/>
                  <a:pt x="2798517" y="2395698"/>
                </a:cubicBezTo>
                <a:lnTo>
                  <a:pt x="2803049" y="2387816"/>
                </a:lnTo>
                <a:cubicBezTo>
                  <a:pt x="2803248" y="2387554"/>
                  <a:pt x="2803838" y="2387357"/>
                  <a:pt x="2803838" y="2387357"/>
                </a:cubicBezTo>
                <a:close/>
                <a:moveTo>
                  <a:pt x="2549521" y="2387357"/>
                </a:moveTo>
                <a:lnTo>
                  <a:pt x="2558587" y="2387357"/>
                </a:lnTo>
                <a:cubicBezTo>
                  <a:pt x="2558915" y="2387357"/>
                  <a:pt x="2559375" y="2387816"/>
                  <a:pt x="2559375" y="2387816"/>
                </a:cubicBezTo>
                <a:lnTo>
                  <a:pt x="2563905" y="2395698"/>
                </a:lnTo>
                <a:cubicBezTo>
                  <a:pt x="2564037" y="2395961"/>
                  <a:pt x="2563905" y="2396552"/>
                  <a:pt x="2563905" y="2396552"/>
                </a:cubicBezTo>
                <a:lnTo>
                  <a:pt x="2559375" y="2404434"/>
                </a:lnTo>
                <a:cubicBezTo>
                  <a:pt x="2559178" y="2404696"/>
                  <a:pt x="2558587" y="2404893"/>
                  <a:pt x="2558587" y="2404893"/>
                </a:cubicBezTo>
                <a:lnTo>
                  <a:pt x="2549521" y="2404893"/>
                </a:lnTo>
                <a:cubicBezTo>
                  <a:pt x="2549194" y="2404893"/>
                  <a:pt x="2548733" y="2404434"/>
                  <a:pt x="2548733" y="2404434"/>
                </a:cubicBezTo>
                <a:lnTo>
                  <a:pt x="2544202" y="2396552"/>
                </a:lnTo>
                <a:cubicBezTo>
                  <a:pt x="2544071" y="2396289"/>
                  <a:pt x="2544202" y="2395698"/>
                  <a:pt x="2544202" y="2395698"/>
                </a:cubicBezTo>
                <a:lnTo>
                  <a:pt x="2548733" y="2387816"/>
                </a:lnTo>
                <a:cubicBezTo>
                  <a:pt x="2548930" y="2387554"/>
                  <a:pt x="2549521" y="2387357"/>
                  <a:pt x="2549521" y="2387357"/>
                </a:cubicBezTo>
                <a:close/>
                <a:moveTo>
                  <a:pt x="2295138" y="2387357"/>
                </a:moveTo>
                <a:lnTo>
                  <a:pt x="2304204" y="2387357"/>
                </a:lnTo>
                <a:cubicBezTo>
                  <a:pt x="2304532" y="2387357"/>
                  <a:pt x="2304992" y="2387816"/>
                  <a:pt x="2304992" y="2387816"/>
                </a:cubicBezTo>
                <a:lnTo>
                  <a:pt x="2309523" y="2395698"/>
                </a:lnTo>
                <a:cubicBezTo>
                  <a:pt x="2309655" y="2395961"/>
                  <a:pt x="2309523" y="2396552"/>
                  <a:pt x="2309523" y="2396552"/>
                </a:cubicBezTo>
                <a:lnTo>
                  <a:pt x="2304992" y="2404434"/>
                </a:lnTo>
                <a:cubicBezTo>
                  <a:pt x="2304795" y="2404696"/>
                  <a:pt x="2304204" y="2404893"/>
                  <a:pt x="2304204" y="2404893"/>
                </a:cubicBezTo>
                <a:lnTo>
                  <a:pt x="2295138" y="2404893"/>
                </a:lnTo>
                <a:cubicBezTo>
                  <a:pt x="2294812" y="2404893"/>
                  <a:pt x="2294350" y="2404434"/>
                  <a:pt x="2294350" y="2404434"/>
                </a:cubicBezTo>
                <a:lnTo>
                  <a:pt x="2289819" y="2396552"/>
                </a:lnTo>
                <a:cubicBezTo>
                  <a:pt x="2289688" y="2396289"/>
                  <a:pt x="2289819" y="2395698"/>
                  <a:pt x="2289819" y="2395698"/>
                </a:cubicBezTo>
                <a:lnTo>
                  <a:pt x="2294350" y="2387816"/>
                </a:lnTo>
                <a:cubicBezTo>
                  <a:pt x="2294547" y="2387554"/>
                  <a:pt x="2295138" y="2387357"/>
                  <a:pt x="2295138" y="2387357"/>
                </a:cubicBezTo>
                <a:close/>
                <a:moveTo>
                  <a:pt x="2040693" y="2387357"/>
                </a:moveTo>
                <a:lnTo>
                  <a:pt x="2049755" y="2387357"/>
                </a:lnTo>
                <a:cubicBezTo>
                  <a:pt x="2050084" y="2387357"/>
                  <a:pt x="2050543" y="2387816"/>
                  <a:pt x="2050543" y="2387816"/>
                </a:cubicBezTo>
                <a:lnTo>
                  <a:pt x="2055075" y="2395698"/>
                </a:lnTo>
                <a:cubicBezTo>
                  <a:pt x="2055206" y="2395961"/>
                  <a:pt x="2055075" y="2396552"/>
                  <a:pt x="2055075" y="2396552"/>
                </a:cubicBezTo>
                <a:lnTo>
                  <a:pt x="2050543" y="2404434"/>
                </a:lnTo>
                <a:cubicBezTo>
                  <a:pt x="2050346" y="2404696"/>
                  <a:pt x="2049755" y="2404893"/>
                  <a:pt x="2049755" y="2404893"/>
                </a:cubicBezTo>
                <a:lnTo>
                  <a:pt x="2040693" y="2404893"/>
                </a:lnTo>
                <a:cubicBezTo>
                  <a:pt x="2040362" y="2404893"/>
                  <a:pt x="2039905" y="2404434"/>
                  <a:pt x="2039905" y="2404434"/>
                </a:cubicBezTo>
                <a:lnTo>
                  <a:pt x="2035368" y="2396552"/>
                </a:lnTo>
                <a:cubicBezTo>
                  <a:pt x="2035238" y="2396289"/>
                  <a:pt x="2035368" y="2395698"/>
                  <a:pt x="2035368" y="2395698"/>
                </a:cubicBezTo>
                <a:lnTo>
                  <a:pt x="2039905" y="2387816"/>
                </a:lnTo>
                <a:cubicBezTo>
                  <a:pt x="2040100" y="2387554"/>
                  <a:pt x="2040693" y="2387357"/>
                  <a:pt x="2040693" y="2387357"/>
                </a:cubicBezTo>
                <a:close/>
                <a:moveTo>
                  <a:pt x="1786336" y="2387357"/>
                </a:moveTo>
                <a:lnTo>
                  <a:pt x="1795401" y="2387357"/>
                </a:lnTo>
                <a:cubicBezTo>
                  <a:pt x="1795729" y="2387357"/>
                  <a:pt x="1796188" y="2387816"/>
                  <a:pt x="1796188" y="2387816"/>
                </a:cubicBezTo>
                <a:lnTo>
                  <a:pt x="1800721" y="2395698"/>
                </a:lnTo>
                <a:cubicBezTo>
                  <a:pt x="1800852" y="2395961"/>
                  <a:pt x="1800721" y="2396552"/>
                  <a:pt x="1800721" y="2396552"/>
                </a:cubicBezTo>
                <a:lnTo>
                  <a:pt x="1796188" y="2404434"/>
                </a:lnTo>
                <a:cubicBezTo>
                  <a:pt x="1795992" y="2404696"/>
                  <a:pt x="1795401" y="2404893"/>
                  <a:pt x="1795401" y="2404893"/>
                </a:cubicBezTo>
                <a:lnTo>
                  <a:pt x="1786336" y="2404893"/>
                </a:lnTo>
                <a:cubicBezTo>
                  <a:pt x="1786009" y="2404893"/>
                  <a:pt x="1785548" y="2404434"/>
                  <a:pt x="1785548" y="2404434"/>
                </a:cubicBezTo>
                <a:lnTo>
                  <a:pt x="1781016" y="2396552"/>
                </a:lnTo>
                <a:cubicBezTo>
                  <a:pt x="1780885" y="2396289"/>
                  <a:pt x="1781016" y="2395698"/>
                  <a:pt x="1781016" y="2395698"/>
                </a:cubicBezTo>
                <a:lnTo>
                  <a:pt x="1785548" y="2387816"/>
                </a:lnTo>
                <a:cubicBezTo>
                  <a:pt x="1785745" y="2387554"/>
                  <a:pt x="1786336" y="2387357"/>
                  <a:pt x="1786336" y="2387357"/>
                </a:cubicBezTo>
                <a:close/>
                <a:moveTo>
                  <a:pt x="1531890" y="2387357"/>
                </a:moveTo>
                <a:lnTo>
                  <a:pt x="1540953" y="2387357"/>
                </a:lnTo>
                <a:cubicBezTo>
                  <a:pt x="1541282" y="2387357"/>
                  <a:pt x="1541741" y="2387816"/>
                  <a:pt x="1541741" y="2387816"/>
                </a:cubicBezTo>
                <a:lnTo>
                  <a:pt x="1546273" y="2395698"/>
                </a:lnTo>
                <a:cubicBezTo>
                  <a:pt x="1546406" y="2395961"/>
                  <a:pt x="1546273" y="2396552"/>
                  <a:pt x="1546273" y="2396552"/>
                </a:cubicBezTo>
                <a:lnTo>
                  <a:pt x="1541741" y="2404434"/>
                </a:lnTo>
                <a:cubicBezTo>
                  <a:pt x="1541544" y="2404696"/>
                  <a:pt x="1540953" y="2404893"/>
                  <a:pt x="1540953" y="2404893"/>
                </a:cubicBezTo>
                <a:lnTo>
                  <a:pt x="1531890" y="2404893"/>
                </a:lnTo>
                <a:cubicBezTo>
                  <a:pt x="1531559" y="2404893"/>
                  <a:pt x="1531103" y="2404434"/>
                  <a:pt x="1531103" y="2404434"/>
                </a:cubicBezTo>
                <a:lnTo>
                  <a:pt x="1526569" y="2396552"/>
                </a:lnTo>
                <a:cubicBezTo>
                  <a:pt x="1526436" y="2396289"/>
                  <a:pt x="1526569" y="2395698"/>
                  <a:pt x="1526569" y="2395698"/>
                </a:cubicBezTo>
                <a:lnTo>
                  <a:pt x="1531103" y="2387816"/>
                </a:lnTo>
                <a:cubicBezTo>
                  <a:pt x="1531299" y="2387554"/>
                  <a:pt x="1531890" y="2387357"/>
                  <a:pt x="1531890" y="2387357"/>
                </a:cubicBezTo>
                <a:close/>
                <a:moveTo>
                  <a:pt x="1277563" y="2387357"/>
                </a:moveTo>
                <a:lnTo>
                  <a:pt x="1286627" y="2387357"/>
                </a:lnTo>
                <a:cubicBezTo>
                  <a:pt x="1286956" y="2387357"/>
                  <a:pt x="1287417" y="2387816"/>
                  <a:pt x="1287417" y="2387816"/>
                </a:cubicBezTo>
                <a:lnTo>
                  <a:pt x="1291948" y="2395698"/>
                </a:lnTo>
                <a:cubicBezTo>
                  <a:pt x="1292080" y="2395961"/>
                  <a:pt x="1291948" y="2396552"/>
                  <a:pt x="1291948" y="2396552"/>
                </a:cubicBezTo>
                <a:lnTo>
                  <a:pt x="1287417" y="2404434"/>
                </a:lnTo>
                <a:cubicBezTo>
                  <a:pt x="1287219" y="2404696"/>
                  <a:pt x="1286627" y="2404893"/>
                  <a:pt x="1286627" y="2404893"/>
                </a:cubicBezTo>
                <a:lnTo>
                  <a:pt x="1277563" y="2404893"/>
                </a:lnTo>
                <a:cubicBezTo>
                  <a:pt x="1277234" y="2404893"/>
                  <a:pt x="1276775" y="2404434"/>
                  <a:pt x="1276775" y="2404434"/>
                </a:cubicBezTo>
                <a:lnTo>
                  <a:pt x="1272243" y="2396552"/>
                </a:lnTo>
                <a:cubicBezTo>
                  <a:pt x="1272111" y="2396289"/>
                  <a:pt x="1272243" y="2395698"/>
                  <a:pt x="1272243" y="2395698"/>
                </a:cubicBezTo>
                <a:lnTo>
                  <a:pt x="1276775" y="2387816"/>
                </a:lnTo>
                <a:cubicBezTo>
                  <a:pt x="1276972" y="2387554"/>
                  <a:pt x="1277563" y="2387357"/>
                  <a:pt x="1277563" y="2387357"/>
                </a:cubicBezTo>
                <a:close/>
                <a:moveTo>
                  <a:pt x="1023071" y="2387357"/>
                </a:moveTo>
                <a:lnTo>
                  <a:pt x="1032135" y="2387357"/>
                </a:lnTo>
                <a:cubicBezTo>
                  <a:pt x="1032464" y="2387357"/>
                  <a:pt x="1032923" y="2387816"/>
                  <a:pt x="1032923" y="2387816"/>
                </a:cubicBezTo>
                <a:lnTo>
                  <a:pt x="1037455" y="2395698"/>
                </a:lnTo>
                <a:cubicBezTo>
                  <a:pt x="1037585" y="2395961"/>
                  <a:pt x="1037455" y="2396552"/>
                  <a:pt x="1037455" y="2396552"/>
                </a:cubicBezTo>
                <a:lnTo>
                  <a:pt x="1032923" y="2404434"/>
                </a:lnTo>
                <a:cubicBezTo>
                  <a:pt x="1032726" y="2404696"/>
                  <a:pt x="1032135" y="2404893"/>
                  <a:pt x="1032135" y="2404893"/>
                </a:cubicBezTo>
                <a:lnTo>
                  <a:pt x="1023071" y="2404893"/>
                </a:lnTo>
                <a:cubicBezTo>
                  <a:pt x="1022742" y="2404893"/>
                  <a:pt x="1022283" y="2404434"/>
                  <a:pt x="1022283" y="2404434"/>
                </a:cubicBezTo>
                <a:lnTo>
                  <a:pt x="1017750" y="2396552"/>
                </a:lnTo>
                <a:cubicBezTo>
                  <a:pt x="1017620" y="2396289"/>
                  <a:pt x="1017750" y="2395698"/>
                  <a:pt x="1017750" y="2395698"/>
                </a:cubicBezTo>
                <a:lnTo>
                  <a:pt x="1022283" y="2387816"/>
                </a:lnTo>
                <a:cubicBezTo>
                  <a:pt x="1022480" y="2387554"/>
                  <a:pt x="1023071" y="2387357"/>
                  <a:pt x="1023071" y="2387357"/>
                </a:cubicBezTo>
                <a:close/>
                <a:moveTo>
                  <a:pt x="768604" y="2387357"/>
                </a:moveTo>
                <a:lnTo>
                  <a:pt x="777668" y="2387357"/>
                </a:lnTo>
                <a:cubicBezTo>
                  <a:pt x="777996" y="2387357"/>
                  <a:pt x="778456" y="2387816"/>
                  <a:pt x="778456" y="2387816"/>
                </a:cubicBezTo>
                <a:lnTo>
                  <a:pt x="782988" y="2395698"/>
                </a:lnTo>
                <a:cubicBezTo>
                  <a:pt x="783119" y="2395961"/>
                  <a:pt x="782988" y="2396552"/>
                  <a:pt x="782988" y="2396552"/>
                </a:cubicBezTo>
                <a:lnTo>
                  <a:pt x="778456" y="2404434"/>
                </a:lnTo>
                <a:cubicBezTo>
                  <a:pt x="778259" y="2404696"/>
                  <a:pt x="777668" y="2404893"/>
                  <a:pt x="777668" y="2404893"/>
                </a:cubicBezTo>
                <a:lnTo>
                  <a:pt x="768604" y="2404893"/>
                </a:lnTo>
                <a:cubicBezTo>
                  <a:pt x="768276" y="2404893"/>
                  <a:pt x="767816" y="2404434"/>
                  <a:pt x="767816" y="2404434"/>
                </a:cubicBezTo>
                <a:lnTo>
                  <a:pt x="763283" y="2396552"/>
                </a:lnTo>
                <a:cubicBezTo>
                  <a:pt x="763152" y="2396289"/>
                  <a:pt x="763283" y="2395698"/>
                  <a:pt x="763283" y="2395698"/>
                </a:cubicBezTo>
                <a:lnTo>
                  <a:pt x="767816" y="2387816"/>
                </a:lnTo>
                <a:cubicBezTo>
                  <a:pt x="768013" y="2387554"/>
                  <a:pt x="768604" y="2387357"/>
                  <a:pt x="768604" y="2387357"/>
                </a:cubicBezTo>
                <a:close/>
                <a:moveTo>
                  <a:pt x="514313" y="2387357"/>
                </a:moveTo>
                <a:lnTo>
                  <a:pt x="523377" y="2387357"/>
                </a:lnTo>
                <a:cubicBezTo>
                  <a:pt x="523705" y="2387357"/>
                  <a:pt x="524165" y="2387816"/>
                  <a:pt x="524165" y="2387816"/>
                </a:cubicBezTo>
                <a:lnTo>
                  <a:pt x="528697" y="2395698"/>
                </a:lnTo>
                <a:cubicBezTo>
                  <a:pt x="528828" y="2395961"/>
                  <a:pt x="528697" y="2396552"/>
                  <a:pt x="528697" y="2396552"/>
                </a:cubicBezTo>
                <a:lnTo>
                  <a:pt x="524165" y="2404434"/>
                </a:lnTo>
                <a:cubicBezTo>
                  <a:pt x="523969" y="2404696"/>
                  <a:pt x="523377" y="2404893"/>
                  <a:pt x="523377" y="2404893"/>
                </a:cubicBezTo>
                <a:lnTo>
                  <a:pt x="514313" y="2404893"/>
                </a:lnTo>
                <a:cubicBezTo>
                  <a:pt x="513984" y="2404893"/>
                  <a:pt x="513526" y="2404434"/>
                  <a:pt x="513526" y="2404434"/>
                </a:cubicBezTo>
                <a:lnTo>
                  <a:pt x="508992" y="2396552"/>
                </a:lnTo>
                <a:cubicBezTo>
                  <a:pt x="508861" y="2396289"/>
                  <a:pt x="508992" y="2395698"/>
                  <a:pt x="508992" y="2395698"/>
                </a:cubicBezTo>
                <a:lnTo>
                  <a:pt x="513526" y="2387816"/>
                </a:lnTo>
                <a:cubicBezTo>
                  <a:pt x="513723" y="2387554"/>
                  <a:pt x="514313" y="2387357"/>
                  <a:pt x="514313" y="2387357"/>
                </a:cubicBezTo>
                <a:close/>
                <a:moveTo>
                  <a:pt x="259899" y="2387357"/>
                </a:moveTo>
                <a:lnTo>
                  <a:pt x="268962" y="2387357"/>
                </a:lnTo>
                <a:cubicBezTo>
                  <a:pt x="269291" y="2387357"/>
                  <a:pt x="269751" y="2387816"/>
                  <a:pt x="269751" y="2387816"/>
                </a:cubicBezTo>
                <a:lnTo>
                  <a:pt x="274282" y="2395698"/>
                </a:lnTo>
                <a:cubicBezTo>
                  <a:pt x="274414" y="2395961"/>
                  <a:pt x="274282" y="2396552"/>
                  <a:pt x="274282" y="2396552"/>
                </a:cubicBezTo>
                <a:lnTo>
                  <a:pt x="269751" y="2404434"/>
                </a:lnTo>
                <a:cubicBezTo>
                  <a:pt x="269554" y="2404696"/>
                  <a:pt x="268962" y="2404893"/>
                  <a:pt x="268962" y="2404893"/>
                </a:cubicBezTo>
                <a:lnTo>
                  <a:pt x="259899" y="2404893"/>
                </a:lnTo>
                <a:cubicBezTo>
                  <a:pt x="259569" y="2404893"/>
                  <a:pt x="259110" y="2404434"/>
                  <a:pt x="259110" y="2404434"/>
                </a:cubicBezTo>
                <a:lnTo>
                  <a:pt x="254578" y="2396552"/>
                </a:lnTo>
                <a:cubicBezTo>
                  <a:pt x="254446" y="2396289"/>
                  <a:pt x="254578" y="2395698"/>
                  <a:pt x="254578" y="2395698"/>
                </a:cubicBezTo>
                <a:lnTo>
                  <a:pt x="259110" y="2387816"/>
                </a:lnTo>
                <a:cubicBezTo>
                  <a:pt x="259307" y="2387554"/>
                  <a:pt x="259899" y="2387357"/>
                  <a:pt x="259899" y="2387357"/>
                </a:cubicBezTo>
                <a:close/>
                <a:moveTo>
                  <a:pt x="5451" y="2387357"/>
                </a:moveTo>
                <a:lnTo>
                  <a:pt x="14515" y="2387357"/>
                </a:lnTo>
                <a:cubicBezTo>
                  <a:pt x="14843" y="2387357"/>
                  <a:pt x="15302" y="2387816"/>
                  <a:pt x="15302" y="2387816"/>
                </a:cubicBezTo>
                <a:lnTo>
                  <a:pt x="19835" y="2395698"/>
                </a:lnTo>
                <a:cubicBezTo>
                  <a:pt x="19966" y="2395961"/>
                  <a:pt x="19835" y="2396552"/>
                  <a:pt x="19835" y="2396552"/>
                </a:cubicBezTo>
                <a:lnTo>
                  <a:pt x="15302" y="2404434"/>
                </a:lnTo>
                <a:cubicBezTo>
                  <a:pt x="15105" y="2404696"/>
                  <a:pt x="14515" y="2404893"/>
                  <a:pt x="14515" y="2404893"/>
                </a:cubicBezTo>
                <a:lnTo>
                  <a:pt x="5451" y="2404893"/>
                </a:lnTo>
                <a:cubicBezTo>
                  <a:pt x="5122" y="2404893"/>
                  <a:pt x="4662" y="2404434"/>
                  <a:pt x="4662" y="2404434"/>
                </a:cubicBezTo>
                <a:lnTo>
                  <a:pt x="129" y="2396552"/>
                </a:lnTo>
                <a:cubicBezTo>
                  <a:pt x="-2" y="2396289"/>
                  <a:pt x="129" y="2395698"/>
                  <a:pt x="129" y="2395698"/>
                </a:cubicBezTo>
                <a:lnTo>
                  <a:pt x="4662" y="2387816"/>
                </a:lnTo>
                <a:cubicBezTo>
                  <a:pt x="4859" y="2387554"/>
                  <a:pt x="5451" y="2387357"/>
                  <a:pt x="5451" y="2387357"/>
                </a:cubicBezTo>
                <a:close/>
                <a:moveTo>
                  <a:pt x="10435622" y="2170348"/>
                </a:moveTo>
                <a:lnTo>
                  <a:pt x="10444686" y="2170348"/>
                </a:lnTo>
                <a:cubicBezTo>
                  <a:pt x="10445015" y="2170348"/>
                  <a:pt x="10445474" y="2170808"/>
                  <a:pt x="10445474" y="2170808"/>
                </a:cubicBezTo>
                <a:lnTo>
                  <a:pt x="10450007" y="2178689"/>
                </a:lnTo>
                <a:cubicBezTo>
                  <a:pt x="10450138" y="2178952"/>
                  <a:pt x="10450007" y="2179543"/>
                  <a:pt x="10450007" y="2179543"/>
                </a:cubicBezTo>
                <a:lnTo>
                  <a:pt x="10445474" y="2187426"/>
                </a:lnTo>
                <a:cubicBezTo>
                  <a:pt x="10445278" y="2187688"/>
                  <a:pt x="10444686" y="2187886"/>
                  <a:pt x="10444686" y="2187886"/>
                </a:cubicBezTo>
                <a:lnTo>
                  <a:pt x="10435622" y="2187886"/>
                </a:lnTo>
                <a:cubicBezTo>
                  <a:pt x="10435295" y="2187886"/>
                  <a:pt x="10434834" y="2187426"/>
                  <a:pt x="10434834" y="2187426"/>
                </a:cubicBezTo>
                <a:lnTo>
                  <a:pt x="10430302" y="2179543"/>
                </a:lnTo>
                <a:cubicBezTo>
                  <a:pt x="10430171" y="2179280"/>
                  <a:pt x="10430302" y="2178689"/>
                  <a:pt x="10430302" y="2178689"/>
                </a:cubicBezTo>
                <a:lnTo>
                  <a:pt x="10434834" y="2170808"/>
                </a:lnTo>
                <a:cubicBezTo>
                  <a:pt x="10435031" y="2170545"/>
                  <a:pt x="10435622" y="2170348"/>
                  <a:pt x="10435622" y="2170348"/>
                </a:cubicBezTo>
                <a:close/>
                <a:moveTo>
                  <a:pt x="10181242" y="2170348"/>
                </a:moveTo>
                <a:lnTo>
                  <a:pt x="10190305" y="2170348"/>
                </a:lnTo>
                <a:cubicBezTo>
                  <a:pt x="10190635" y="2170348"/>
                  <a:pt x="10191093" y="2170808"/>
                  <a:pt x="10191093" y="2170808"/>
                </a:cubicBezTo>
                <a:lnTo>
                  <a:pt x="10195626" y="2178689"/>
                </a:lnTo>
                <a:cubicBezTo>
                  <a:pt x="10195758" y="2178952"/>
                  <a:pt x="10195626" y="2179543"/>
                  <a:pt x="10195626" y="2179543"/>
                </a:cubicBezTo>
                <a:lnTo>
                  <a:pt x="10191093" y="2187426"/>
                </a:lnTo>
                <a:cubicBezTo>
                  <a:pt x="10190896" y="2187688"/>
                  <a:pt x="10190305" y="2187886"/>
                  <a:pt x="10190305" y="2187886"/>
                </a:cubicBezTo>
                <a:lnTo>
                  <a:pt x="10181242" y="2187886"/>
                </a:lnTo>
                <a:cubicBezTo>
                  <a:pt x="10180914" y="2187886"/>
                  <a:pt x="10180453" y="2187426"/>
                  <a:pt x="10180453" y="2187426"/>
                </a:cubicBezTo>
                <a:lnTo>
                  <a:pt x="10175922" y="2179543"/>
                </a:lnTo>
                <a:cubicBezTo>
                  <a:pt x="10175790" y="2179280"/>
                  <a:pt x="10175922" y="2178689"/>
                  <a:pt x="10175922" y="2178689"/>
                </a:cubicBezTo>
                <a:lnTo>
                  <a:pt x="10180453" y="2170808"/>
                </a:lnTo>
                <a:cubicBezTo>
                  <a:pt x="10180650" y="2170545"/>
                  <a:pt x="10181242" y="2170348"/>
                  <a:pt x="10181242" y="2170348"/>
                </a:cubicBezTo>
                <a:close/>
                <a:moveTo>
                  <a:pt x="9926861" y="2170348"/>
                </a:moveTo>
                <a:lnTo>
                  <a:pt x="9935924" y="2170348"/>
                </a:lnTo>
                <a:cubicBezTo>
                  <a:pt x="9936254" y="2170348"/>
                  <a:pt x="9936713" y="2170808"/>
                  <a:pt x="9936713" y="2170808"/>
                </a:cubicBezTo>
                <a:lnTo>
                  <a:pt x="9941246" y="2178689"/>
                </a:lnTo>
                <a:cubicBezTo>
                  <a:pt x="9941376" y="2178952"/>
                  <a:pt x="9941246" y="2179543"/>
                  <a:pt x="9941246" y="2179543"/>
                </a:cubicBezTo>
                <a:lnTo>
                  <a:pt x="9936713" y="2187426"/>
                </a:lnTo>
                <a:cubicBezTo>
                  <a:pt x="9936516" y="2187688"/>
                  <a:pt x="9935924" y="2187886"/>
                  <a:pt x="9935924" y="2187886"/>
                </a:cubicBezTo>
                <a:lnTo>
                  <a:pt x="9926861" y="2187886"/>
                </a:lnTo>
                <a:cubicBezTo>
                  <a:pt x="9926532" y="2187886"/>
                  <a:pt x="9926073" y="2187426"/>
                  <a:pt x="9926073" y="2187426"/>
                </a:cubicBezTo>
                <a:lnTo>
                  <a:pt x="9921541" y="2179543"/>
                </a:lnTo>
                <a:cubicBezTo>
                  <a:pt x="9921410" y="2179280"/>
                  <a:pt x="9921541" y="2178689"/>
                  <a:pt x="9921541" y="2178689"/>
                </a:cubicBezTo>
                <a:lnTo>
                  <a:pt x="9926073" y="2170808"/>
                </a:lnTo>
                <a:cubicBezTo>
                  <a:pt x="9926270" y="2170545"/>
                  <a:pt x="9926861" y="2170348"/>
                  <a:pt x="9926861" y="2170348"/>
                </a:cubicBezTo>
                <a:close/>
                <a:moveTo>
                  <a:pt x="9672481" y="2170348"/>
                </a:moveTo>
                <a:lnTo>
                  <a:pt x="9681545" y="2170348"/>
                </a:lnTo>
                <a:cubicBezTo>
                  <a:pt x="9681872" y="2170348"/>
                  <a:pt x="9682333" y="2170808"/>
                  <a:pt x="9682333" y="2170808"/>
                </a:cubicBezTo>
                <a:lnTo>
                  <a:pt x="9686865" y="2178689"/>
                </a:lnTo>
                <a:cubicBezTo>
                  <a:pt x="9686996" y="2178952"/>
                  <a:pt x="9686865" y="2179543"/>
                  <a:pt x="9686865" y="2179543"/>
                </a:cubicBezTo>
                <a:lnTo>
                  <a:pt x="9682333" y="2187426"/>
                </a:lnTo>
                <a:cubicBezTo>
                  <a:pt x="9682136" y="2187688"/>
                  <a:pt x="9681545" y="2187886"/>
                  <a:pt x="9681545" y="2187886"/>
                </a:cubicBezTo>
                <a:lnTo>
                  <a:pt x="9672481" y="2187886"/>
                </a:lnTo>
                <a:cubicBezTo>
                  <a:pt x="9672152" y="2187886"/>
                  <a:pt x="9671693" y="2187426"/>
                  <a:pt x="9671693" y="2187426"/>
                </a:cubicBezTo>
                <a:lnTo>
                  <a:pt x="9667160" y="2179543"/>
                </a:lnTo>
                <a:cubicBezTo>
                  <a:pt x="9667030" y="2179280"/>
                  <a:pt x="9667160" y="2178689"/>
                  <a:pt x="9667160" y="2178689"/>
                </a:cubicBezTo>
                <a:lnTo>
                  <a:pt x="9671693" y="2170808"/>
                </a:lnTo>
                <a:cubicBezTo>
                  <a:pt x="9671890" y="2170545"/>
                  <a:pt x="9672481" y="2170348"/>
                  <a:pt x="9672481" y="2170348"/>
                </a:cubicBezTo>
                <a:close/>
                <a:moveTo>
                  <a:pt x="9418035" y="2170348"/>
                </a:moveTo>
                <a:lnTo>
                  <a:pt x="9427099" y="2170348"/>
                </a:lnTo>
                <a:cubicBezTo>
                  <a:pt x="9427427" y="2170348"/>
                  <a:pt x="9427887" y="2170808"/>
                  <a:pt x="9427887" y="2170808"/>
                </a:cubicBezTo>
                <a:lnTo>
                  <a:pt x="9432419" y="2178689"/>
                </a:lnTo>
                <a:cubicBezTo>
                  <a:pt x="9432550" y="2178952"/>
                  <a:pt x="9432419" y="2179543"/>
                  <a:pt x="9432419" y="2179543"/>
                </a:cubicBezTo>
                <a:lnTo>
                  <a:pt x="9427887" y="2187426"/>
                </a:lnTo>
                <a:cubicBezTo>
                  <a:pt x="9427690" y="2187688"/>
                  <a:pt x="9427099" y="2187886"/>
                  <a:pt x="9427099" y="2187886"/>
                </a:cubicBezTo>
                <a:lnTo>
                  <a:pt x="9418035" y="2187886"/>
                </a:lnTo>
                <a:cubicBezTo>
                  <a:pt x="9417707" y="2187886"/>
                  <a:pt x="9417247" y="2187426"/>
                  <a:pt x="9417247" y="2187426"/>
                </a:cubicBezTo>
                <a:lnTo>
                  <a:pt x="9412714" y="2179543"/>
                </a:lnTo>
                <a:cubicBezTo>
                  <a:pt x="9412583" y="2179280"/>
                  <a:pt x="9412714" y="2178689"/>
                  <a:pt x="9412714" y="2178689"/>
                </a:cubicBezTo>
                <a:lnTo>
                  <a:pt x="9417247" y="2170808"/>
                </a:lnTo>
                <a:cubicBezTo>
                  <a:pt x="9417444" y="2170545"/>
                  <a:pt x="9418035" y="2170348"/>
                  <a:pt x="9418035" y="2170348"/>
                </a:cubicBezTo>
                <a:close/>
                <a:moveTo>
                  <a:pt x="9163654" y="2170348"/>
                </a:moveTo>
                <a:lnTo>
                  <a:pt x="9172718" y="2170348"/>
                </a:lnTo>
                <a:cubicBezTo>
                  <a:pt x="9173046" y="2170348"/>
                  <a:pt x="9173506" y="2170808"/>
                  <a:pt x="9173506" y="2170808"/>
                </a:cubicBezTo>
                <a:lnTo>
                  <a:pt x="9178038" y="2178689"/>
                </a:lnTo>
                <a:cubicBezTo>
                  <a:pt x="9178169" y="2178952"/>
                  <a:pt x="9178038" y="2179543"/>
                  <a:pt x="9178038" y="2179543"/>
                </a:cubicBezTo>
                <a:lnTo>
                  <a:pt x="9173506" y="2187426"/>
                </a:lnTo>
                <a:cubicBezTo>
                  <a:pt x="9173309" y="2187688"/>
                  <a:pt x="9172718" y="2187886"/>
                  <a:pt x="9172718" y="2187886"/>
                </a:cubicBezTo>
                <a:lnTo>
                  <a:pt x="9163654" y="2187886"/>
                </a:lnTo>
                <a:cubicBezTo>
                  <a:pt x="9163326" y="2187886"/>
                  <a:pt x="9162866" y="2187426"/>
                  <a:pt x="9162866" y="2187426"/>
                </a:cubicBezTo>
                <a:lnTo>
                  <a:pt x="9158333" y="2179543"/>
                </a:lnTo>
                <a:cubicBezTo>
                  <a:pt x="9158202" y="2179280"/>
                  <a:pt x="9158333" y="2178689"/>
                  <a:pt x="9158333" y="2178689"/>
                </a:cubicBezTo>
                <a:lnTo>
                  <a:pt x="9162866" y="2170808"/>
                </a:lnTo>
                <a:cubicBezTo>
                  <a:pt x="9163062" y="2170545"/>
                  <a:pt x="9163654" y="2170348"/>
                  <a:pt x="9163654" y="2170348"/>
                </a:cubicBezTo>
                <a:close/>
                <a:moveTo>
                  <a:pt x="8909274" y="2170348"/>
                </a:moveTo>
                <a:lnTo>
                  <a:pt x="8918336" y="2170348"/>
                </a:lnTo>
                <a:cubicBezTo>
                  <a:pt x="8918666" y="2170348"/>
                  <a:pt x="8919125" y="2170808"/>
                  <a:pt x="8919125" y="2170808"/>
                </a:cubicBezTo>
                <a:lnTo>
                  <a:pt x="8923657" y="2178689"/>
                </a:lnTo>
                <a:cubicBezTo>
                  <a:pt x="8923789" y="2178952"/>
                  <a:pt x="8923657" y="2179543"/>
                  <a:pt x="8923657" y="2179543"/>
                </a:cubicBezTo>
                <a:lnTo>
                  <a:pt x="8919125" y="2187426"/>
                </a:lnTo>
                <a:cubicBezTo>
                  <a:pt x="8918928" y="2187688"/>
                  <a:pt x="8918336" y="2187886"/>
                  <a:pt x="8918336" y="2187886"/>
                </a:cubicBezTo>
                <a:lnTo>
                  <a:pt x="8909274" y="2187886"/>
                </a:lnTo>
                <a:cubicBezTo>
                  <a:pt x="8908945" y="2187886"/>
                  <a:pt x="8908484" y="2187426"/>
                  <a:pt x="8908484" y="2187426"/>
                </a:cubicBezTo>
                <a:lnTo>
                  <a:pt x="8903953" y="2179543"/>
                </a:lnTo>
                <a:cubicBezTo>
                  <a:pt x="8903821" y="2179280"/>
                  <a:pt x="8903953" y="2178689"/>
                  <a:pt x="8903953" y="2178689"/>
                </a:cubicBezTo>
                <a:lnTo>
                  <a:pt x="8908484" y="2170808"/>
                </a:lnTo>
                <a:cubicBezTo>
                  <a:pt x="8908681" y="2170545"/>
                  <a:pt x="8909274" y="2170348"/>
                  <a:pt x="8909274" y="2170348"/>
                </a:cubicBezTo>
                <a:close/>
                <a:moveTo>
                  <a:pt x="8654892" y="2170348"/>
                </a:moveTo>
                <a:lnTo>
                  <a:pt x="8663955" y="2170348"/>
                </a:lnTo>
                <a:cubicBezTo>
                  <a:pt x="8664285" y="2170348"/>
                  <a:pt x="8664744" y="2170808"/>
                  <a:pt x="8664744" y="2170808"/>
                </a:cubicBezTo>
                <a:lnTo>
                  <a:pt x="8669277" y="2178689"/>
                </a:lnTo>
                <a:cubicBezTo>
                  <a:pt x="8669408" y="2178952"/>
                  <a:pt x="8669277" y="2179543"/>
                  <a:pt x="8669277" y="2179543"/>
                </a:cubicBezTo>
                <a:lnTo>
                  <a:pt x="8664744" y="2187426"/>
                </a:lnTo>
                <a:cubicBezTo>
                  <a:pt x="8664548" y="2187688"/>
                  <a:pt x="8663955" y="2187886"/>
                  <a:pt x="8663955" y="2187886"/>
                </a:cubicBezTo>
                <a:lnTo>
                  <a:pt x="8654892" y="2187886"/>
                </a:lnTo>
                <a:cubicBezTo>
                  <a:pt x="8654565" y="2187886"/>
                  <a:pt x="8654104" y="2187426"/>
                  <a:pt x="8654104" y="2187426"/>
                </a:cubicBezTo>
                <a:lnTo>
                  <a:pt x="8649572" y="2179543"/>
                </a:lnTo>
                <a:cubicBezTo>
                  <a:pt x="8649441" y="2179280"/>
                  <a:pt x="8649572" y="2178689"/>
                  <a:pt x="8649572" y="2178689"/>
                </a:cubicBezTo>
                <a:lnTo>
                  <a:pt x="8654104" y="2170808"/>
                </a:lnTo>
                <a:cubicBezTo>
                  <a:pt x="8654301" y="2170545"/>
                  <a:pt x="8654892" y="2170348"/>
                  <a:pt x="8654892" y="2170348"/>
                </a:cubicBezTo>
                <a:close/>
                <a:moveTo>
                  <a:pt x="8400511" y="2170348"/>
                </a:moveTo>
                <a:lnTo>
                  <a:pt x="8409575" y="2170348"/>
                </a:lnTo>
                <a:cubicBezTo>
                  <a:pt x="8409904" y="2170348"/>
                  <a:pt x="8410363" y="2170808"/>
                  <a:pt x="8410363" y="2170808"/>
                </a:cubicBezTo>
                <a:lnTo>
                  <a:pt x="8414896" y="2178689"/>
                </a:lnTo>
                <a:cubicBezTo>
                  <a:pt x="8415027" y="2178952"/>
                  <a:pt x="8414896" y="2179543"/>
                  <a:pt x="8414896" y="2179543"/>
                </a:cubicBezTo>
                <a:lnTo>
                  <a:pt x="8410363" y="2187426"/>
                </a:lnTo>
                <a:cubicBezTo>
                  <a:pt x="8410166" y="2187688"/>
                  <a:pt x="8409575" y="2187886"/>
                  <a:pt x="8409575" y="2187886"/>
                </a:cubicBezTo>
                <a:lnTo>
                  <a:pt x="8400511" y="2187886"/>
                </a:lnTo>
                <a:cubicBezTo>
                  <a:pt x="8400184" y="2187886"/>
                  <a:pt x="8399723" y="2187426"/>
                  <a:pt x="8399723" y="2187426"/>
                </a:cubicBezTo>
                <a:lnTo>
                  <a:pt x="8395191" y="2179543"/>
                </a:lnTo>
                <a:cubicBezTo>
                  <a:pt x="8395060" y="2179280"/>
                  <a:pt x="8395191" y="2178689"/>
                  <a:pt x="8395191" y="2178689"/>
                </a:cubicBezTo>
                <a:lnTo>
                  <a:pt x="8399723" y="2170808"/>
                </a:lnTo>
                <a:cubicBezTo>
                  <a:pt x="8399920" y="2170545"/>
                  <a:pt x="8400511" y="2170348"/>
                  <a:pt x="8400511" y="2170348"/>
                </a:cubicBezTo>
                <a:close/>
                <a:moveTo>
                  <a:pt x="8146065" y="2170348"/>
                </a:moveTo>
                <a:lnTo>
                  <a:pt x="8155129" y="2170348"/>
                </a:lnTo>
                <a:cubicBezTo>
                  <a:pt x="8155458" y="2170348"/>
                  <a:pt x="8155917" y="2170808"/>
                  <a:pt x="8155917" y="2170808"/>
                </a:cubicBezTo>
                <a:lnTo>
                  <a:pt x="8160449" y="2178689"/>
                </a:lnTo>
                <a:cubicBezTo>
                  <a:pt x="8160580" y="2178952"/>
                  <a:pt x="8160449" y="2179543"/>
                  <a:pt x="8160449" y="2179543"/>
                </a:cubicBezTo>
                <a:lnTo>
                  <a:pt x="8155917" y="2187426"/>
                </a:lnTo>
                <a:cubicBezTo>
                  <a:pt x="8155719" y="2187688"/>
                  <a:pt x="8155129" y="2187886"/>
                  <a:pt x="8155129" y="2187886"/>
                </a:cubicBezTo>
                <a:lnTo>
                  <a:pt x="8146065" y="2187886"/>
                </a:lnTo>
                <a:cubicBezTo>
                  <a:pt x="8145737" y="2187886"/>
                  <a:pt x="8145277" y="2187426"/>
                  <a:pt x="8145277" y="2187426"/>
                </a:cubicBezTo>
                <a:lnTo>
                  <a:pt x="8140745" y="2179543"/>
                </a:lnTo>
                <a:cubicBezTo>
                  <a:pt x="8140613" y="2179280"/>
                  <a:pt x="8140745" y="2178689"/>
                  <a:pt x="8140745" y="2178689"/>
                </a:cubicBezTo>
                <a:lnTo>
                  <a:pt x="8145277" y="2170808"/>
                </a:lnTo>
                <a:cubicBezTo>
                  <a:pt x="8145474" y="2170545"/>
                  <a:pt x="8146065" y="2170348"/>
                  <a:pt x="8146065" y="2170348"/>
                </a:cubicBezTo>
                <a:close/>
                <a:moveTo>
                  <a:pt x="7891684" y="2170348"/>
                </a:moveTo>
                <a:lnTo>
                  <a:pt x="7900748" y="2170348"/>
                </a:lnTo>
                <a:cubicBezTo>
                  <a:pt x="7901076" y="2170348"/>
                  <a:pt x="7901536" y="2170808"/>
                  <a:pt x="7901536" y="2170808"/>
                </a:cubicBezTo>
                <a:lnTo>
                  <a:pt x="7906067" y="2178689"/>
                </a:lnTo>
                <a:cubicBezTo>
                  <a:pt x="7906199" y="2178952"/>
                  <a:pt x="7906067" y="2179543"/>
                  <a:pt x="7906067" y="2179543"/>
                </a:cubicBezTo>
                <a:lnTo>
                  <a:pt x="7901536" y="2187426"/>
                </a:lnTo>
                <a:cubicBezTo>
                  <a:pt x="7901339" y="2187688"/>
                  <a:pt x="7900748" y="2187886"/>
                  <a:pt x="7900748" y="2187886"/>
                </a:cubicBezTo>
                <a:lnTo>
                  <a:pt x="7891684" y="2187886"/>
                </a:lnTo>
                <a:cubicBezTo>
                  <a:pt x="7891355" y="2187886"/>
                  <a:pt x="7890896" y="2187426"/>
                  <a:pt x="7890896" y="2187426"/>
                </a:cubicBezTo>
                <a:lnTo>
                  <a:pt x="7886363" y="2179543"/>
                </a:lnTo>
                <a:cubicBezTo>
                  <a:pt x="7886233" y="2179280"/>
                  <a:pt x="7886363" y="2178689"/>
                  <a:pt x="7886363" y="2178689"/>
                </a:cubicBezTo>
                <a:lnTo>
                  <a:pt x="7890896" y="2170808"/>
                </a:lnTo>
                <a:cubicBezTo>
                  <a:pt x="7891093" y="2170545"/>
                  <a:pt x="7891684" y="2170348"/>
                  <a:pt x="7891684" y="2170348"/>
                </a:cubicBezTo>
                <a:close/>
                <a:moveTo>
                  <a:pt x="7637304" y="2170348"/>
                </a:moveTo>
                <a:lnTo>
                  <a:pt x="7646367" y="2170348"/>
                </a:lnTo>
                <a:cubicBezTo>
                  <a:pt x="7646696" y="2170348"/>
                  <a:pt x="7647156" y="2170808"/>
                  <a:pt x="7647156" y="2170808"/>
                </a:cubicBezTo>
                <a:lnTo>
                  <a:pt x="7651687" y="2178689"/>
                </a:lnTo>
                <a:cubicBezTo>
                  <a:pt x="7651819" y="2178952"/>
                  <a:pt x="7651687" y="2179543"/>
                  <a:pt x="7651687" y="2179543"/>
                </a:cubicBezTo>
                <a:lnTo>
                  <a:pt x="7647156" y="2187426"/>
                </a:lnTo>
                <a:cubicBezTo>
                  <a:pt x="7646958" y="2187688"/>
                  <a:pt x="7646367" y="2187886"/>
                  <a:pt x="7646367" y="2187886"/>
                </a:cubicBezTo>
                <a:lnTo>
                  <a:pt x="7637304" y="2187886"/>
                </a:lnTo>
                <a:cubicBezTo>
                  <a:pt x="7636975" y="2187886"/>
                  <a:pt x="7636516" y="2187426"/>
                  <a:pt x="7636516" y="2187426"/>
                </a:cubicBezTo>
                <a:lnTo>
                  <a:pt x="7631983" y="2179543"/>
                </a:lnTo>
                <a:cubicBezTo>
                  <a:pt x="7631851" y="2179280"/>
                  <a:pt x="7631983" y="2178689"/>
                  <a:pt x="7631983" y="2178689"/>
                </a:cubicBezTo>
                <a:lnTo>
                  <a:pt x="7636516" y="2170808"/>
                </a:lnTo>
                <a:cubicBezTo>
                  <a:pt x="7636713" y="2170545"/>
                  <a:pt x="7637304" y="2170348"/>
                  <a:pt x="7637304" y="2170348"/>
                </a:cubicBezTo>
                <a:close/>
                <a:moveTo>
                  <a:pt x="7382923" y="2170348"/>
                </a:moveTo>
                <a:lnTo>
                  <a:pt x="7391987" y="2170348"/>
                </a:lnTo>
                <a:cubicBezTo>
                  <a:pt x="7392315" y="2170348"/>
                  <a:pt x="7392775" y="2170808"/>
                  <a:pt x="7392775" y="2170808"/>
                </a:cubicBezTo>
                <a:lnTo>
                  <a:pt x="7397307" y="2178689"/>
                </a:lnTo>
                <a:cubicBezTo>
                  <a:pt x="7397438" y="2178952"/>
                  <a:pt x="7397307" y="2179543"/>
                  <a:pt x="7397307" y="2179543"/>
                </a:cubicBezTo>
                <a:lnTo>
                  <a:pt x="7392775" y="2187426"/>
                </a:lnTo>
                <a:cubicBezTo>
                  <a:pt x="7392578" y="2187688"/>
                  <a:pt x="7391987" y="2187886"/>
                  <a:pt x="7391987" y="2187886"/>
                </a:cubicBezTo>
                <a:lnTo>
                  <a:pt x="7382923" y="2187886"/>
                </a:lnTo>
                <a:cubicBezTo>
                  <a:pt x="7382595" y="2187886"/>
                  <a:pt x="7382135" y="2187426"/>
                  <a:pt x="7382135" y="2187426"/>
                </a:cubicBezTo>
                <a:lnTo>
                  <a:pt x="7377602" y="2179543"/>
                </a:lnTo>
                <a:cubicBezTo>
                  <a:pt x="7377471" y="2179280"/>
                  <a:pt x="7377602" y="2178689"/>
                  <a:pt x="7377602" y="2178689"/>
                </a:cubicBezTo>
                <a:lnTo>
                  <a:pt x="7382135" y="2170808"/>
                </a:lnTo>
                <a:cubicBezTo>
                  <a:pt x="7382331" y="2170545"/>
                  <a:pt x="7382923" y="2170348"/>
                  <a:pt x="7382923" y="2170348"/>
                </a:cubicBezTo>
                <a:close/>
                <a:moveTo>
                  <a:pt x="7128477" y="2170348"/>
                </a:moveTo>
                <a:lnTo>
                  <a:pt x="7137540" y="2170348"/>
                </a:lnTo>
                <a:cubicBezTo>
                  <a:pt x="7137869" y="2170348"/>
                  <a:pt x="7138328" y="2170808"/>
                  <a:pt x="7138328" y="2170808"/>
                </a:cubicBezTo>
                <a:lnTo>
                  <a:pt x="7142860" y="2178689"/>
                </a:lnTo>
                <a:cubicBezTo>
                  <a:pt x="7142992" y="2178952"/>
                  <a:pt x="7142860" y="2179543"/>
                  <a:pt x="7142860" y="2179543"/>
                </a:cubicBezTo>
                <a:lnTo>
                  <a:pt x="7138328" y="2187426"/>
                </a:lnTo>
                <a:cubicBezTo>
                  <a:pt x="7138131" y="2187688"/>
                  <a:pt x="7137540" y="2187886"/>
                  <a:pt x="7137540" y="2187886"/>
                </a:cubicBezTo>
                <a:lnTo>
                  <a:pt x="7128477" y="2187886"/>
                </a:lnTo>
                <a:cubicBezTo>
                  <a:pt x="7128148" y="2187886"/>
                  <a:pt x="7127689" y="2187426"/>
                  <a:pt x="7127689" y="2187426"/>
                </a:cubicBezTo>
                <a:lnTo>
                  <a:pt x="7123156" y="2179543"/>
                </a:lnTo>
                <a:cubicBezTo>
                  <a:pt x="7123024" y="2179280"/>
                  <a:pt x="7123156" y="2178689"/>
                  <a:pt x="7123156" y="2178689"/>
                </a:cubicBezTo>
                <a:lnTo>
                  <a:pt x="7127689" y="2170808"/>
                </a:lnTo>
                <a:cubicBezTo>
                  <a:pt x="7127885" y="2170545"/>
                  <a:pt x="7128477" y="2170348"/>
                  <a:pt x="7128477" y="2170348"/>
                </a:cubicBezTo>
                <a:close/>
                <a:moveTo>
                  <a:pt x="6874095" y="2170348"/>
                </a:moveTo>
                <a:lnTo>
                  <a:pt x="6883159" y="2170348"/>
                </a:lnTo>
                <a:cubicBezTo>
                  <a:pt x="6883488" y="2170348"/>
                  <a:pt x="6883947" y="2170808"/>
                  <a:pt x="6883947" y="2170808"/>
                </a:cubicBezTo>
                <a:lnTo>
                  <a:pt x="6888480" y="2178689"/>
                </a:lnTo>
                <a:cubicBezTo>
                  <a:pt x="6888611" y="2178952"/>
                  <a:pt x="6888480" y="2179543"/>
                  <a:pt x="6888480" y="2179543"/>
                </a:cubicBezTo>
                <a:lnTo>
                  <a:pt x="6883947" y="2187426"/>
                </a:lnTo>
                <a:cubicBezTo>
                  <a:pt x="6883751" y="2187688"/>
                  <a:pt x="6883159" y="2187886"/>
                  <a:pt x="6883159" y="2187886"/>
                </a:cubicBezTo>
                <a:lnTo>
                  <a:pt x="6874095" y="2187886"/>
                </a:lnTo>
                <a:cubicBezTo>
                  <a:pt x="6873768" y="2187886"/>
                  <a:pt x="6873307" y="2187426"/>
                  <a:pt x="6873307" y="2187426"/>
                </a:cubicBezTo>
                <a:lnTo>
                  <a:pt x="6868775" y="2179543"/>
                </a:lnTo>
                <a:cubicBezTo>
                  <a:pt x="6868644" y="2179280"/>
                  <a:pt x="6868775" y="2178689"/>
                  <a:pt x="6868775" y="2178689"/>
                </a:cubicBezTo>
                <a:lnTo>
                  <a:pt x="6873307" y="2170808"/>
                </a:lnTo>
                <a:cubicBezTo>
                  <a:pt x="6873504" y="2170545"/>
                  <a:pt x="6874095" y="2170348"/>
                  <a:pt x="6874095" y="2170348"/>
                </a:cubicBezTo>
                <a:close/>
                <a:moveTo>
                  <a:pt x="6619714" y="2170348"/>
                </a:moveTo>
                <a:lnTo>
                  <a:pt x="6628778" y="2170348"/>
                </a:lnTo>
                <a:cubicBezTo>
                  <a:pt x="6629107" y="2170348"/>
                  <a:pt x="6629566" y="2170808"/>
                  <a:pt x="6629566" y="2170808"/>
                </a:cubicBezTo>
                <a:lnTo>
                  <a:pt x="6634099" y="2178689"/>
                </a:lnTo>
                <a:cubicBezTo>
                  <a:pt x="6634230" y="2178952"/>
                  <a:pt x="6634099" y="2179543"/>
                  <a:pt x="6634099" y="2179543"/>
                </a:cubicBezTo>
                <a:lnTo>
                  <a:pt x="6629566" y="2187426"/>
                </a:lnTo>
                <a:cubicBezTo>
                  <a:pt x="6629369" y="2187688"/>
                  <a:pt x="6628778" y="2187886"/>
                  <a:pt x="6628778" y="2187886"/>
                </a:cubicBezTo>
                <a:lnTo>
                  <a:pt x="6619714" y="2187886"/>
                </a:lnTo>
                <a:cubicBezTo>
                  <a:pt x="6619387" y="2187886"/>
                  <a:pt x="6618926" y="2187426"/>
                  <a:pt x="6618926" y="2187426"/>
                </a:cubicBezTo>
                <a:lnTo>
                  <a:pt x="6614394" y="2179543"/>
                </a:lnTo>
                <a:cubicBezTo>
                  <a:pt x="6614263" y="2179280"/>
                  <a:pt x="6614394" y="2178689"/>
                  <a:pt x="6614394" y="2178689"/>
                </a:cubicBezTo>
                <a:lnTo>
                  <a:pt x="6618926" y="2170808"/>
                </a:lnTo>
                <a:cubicBezTo>
                  <a:pt x="6619123" y="2170545"/>
                  <a:pt x="6619714" y="2170348"/>
                  <a:pt x="6619714" y="2170348"/>
                </a:cubicBezTo>
                <a:close/>
                <a:moveTo>
                  <a:pt x="6365334" y="2170348"/>
                </a:moveTo>
                <a:lnTo>
                  <a:pt x="6374397" y="2170348"/>
                </a:lnTo>
                <a:cubicBezTo>
                  <a:pt x="6374727" y="2170348"/>
                  <a:pt x="6375186" y="2170808"/>
                  <a:pt x="6375186" y="2170808"/>
                </a:cubicBezTo>
                <a:lnTo>
                  <a:pt x="6379718" y="2178689"/>
                </a:lnTo>
                <a:cubicBezTo>
                  <a:pt x="6379849" y="2178952"/>
                  <a:pt x="6379718" y="2179543"/>
                  <a:pt x="6379718" y="2179543"/>
                </a:cubicBezTo>
                <a:lnTo>
                  <a:pt x="6375186" y="2187426"/>
                </a:lnTo>
                <a:cubicBezTo>
                  <a:pt x="6374988" y="2187688"/>
                  <a:pt x="6374397" y="2187886"/>
                  <a:pt x="6374397" y="2187886"/>
                </a:cubicBezTo>
                <a:lnTo>
                  <a:pt x="6365334" y="2187886"/>
                </a:lnTo>
                <a:cubicBezTo>
                  <a:pt x="6365005" y="2187886"/>
                  <a:pt x="6364546" y="2187426"/>
                  <a:pt x="6364546" y="2187426"/>
                </a:cubicBezTo>
                <a:lnTo>
                  <a:pt x="6360014" y="2179543"/>
                </a:lnTo>
                <a:cubicBezTo>
                  <a:pt x="6359882" y="2179280"/>
                  <a:pt x="6360014" y="2178689"/>
                  <a:pt x="6360014" y="2178689"/>
                </a:cubicBezTo>
                <a:lnTo>
                  <a:pt x="6364546" y="2170808"/>
                </a:lnTo>
                <a:cubicBezTo>
                  <a:pt x="6364743" y="2170545"/>
                  <a:pt x="6365334" y="2170348"/>
                  <a:pt x="6365334" y="2170348"/>
                </a:cubicBezTo>
                <a:close/>
                <a:moveTo>
                  <a:pt x="6110888" y="2170348"/>
                </a:moveTo>
                <a:lnTo>
                  <a:pt x="6119953" y="2170348"/>
                </a:lnTo>
                <a:cubicBezTo>
                  <a:pt x="6120280" y="2170348"/>
                  <a:pt x="6120740" y="2170808"/>
                  <a:pt x="6120740" y="2170808"/>
                </a:cubicBezTo>
                <a:lnTo>
                  <a:pt x="6125272" y="2178689"/>
                </a:lnTo>
                <a:cubicBezTo>
                  <a:pt x="6125403" y="2178952"/>
                  <a:pt x="6125272" y="2179543"/>
                  <a:pt x="6125272" y="2179543"/>
                </a:cubicBezTo>
                <a:lnTo>
                  <a:pt x="6120740" y="2187426"/>
                </a:lnTo>
                <a:cubicBezTo>
                  <a:pt x="6120543" y="2187688"/>
                  <a:pt x="6119953" y="2187886"/>
                  <a:pt x="6119953" y="2187886"/>
                </a:cubicBezTo>
                <a:lnTo>
                  <a:pt x="6110888" y="2187886"/>
                </a:lnTo>
                <a:cubicBezTo>
                  <a:pt x="6110560" y="2187886"/>
                  <a:pt x="6110101" y="2187426"/>
                  <a:pt x="6110101" y="2187426"/>
                </a:cubicBezTo>
                <a:lnTo>
                  <a:pt x="6105567" y="2179543"/>
                </a:lnTo>
                <a:cubicBezTo>
                  <a:pt x="6105436" y="2179280"/>
                  <a:pt x="6105567" y="2178689"/>
                  <a:pt x="6105567" y="2178689"/>
                </a:cubicBezTo>
                <a:lnTo>
                  <a:pt x="6110101" y="2170808"/>
                </a:lnTo>
                <a:cubicBezTo>
                  <a:pt x="6110296" y="2170545"/>
                  <a:pt x="6110888" y="2170348"/>
                  <a:pt x="6110888" y="2170348"/>
                </a:cubicBezTo>
                <a:close/>
                <a:moveTo>
                  <a:pt x="5856508" y="2170348"/>
                </a:moveTo>
                <a:lnTo>
                  <a:pt x="5865571" y="2170348"/>
                </a:lnTo>
                <a:cubicBezTo>
                  <a:pt x="5865900" y="2170348"/>
                  <a:pt x="5866359" y="2170808"/>
                  <a:pt x="5866359" y="2170808"/>
                </a:cubicBezTo>
                <a:lnTo>
                  <a:pt x="5870891" y="2178689"/>
                </a:lnTo>
                <a:cubicBezTo>
                  <a:pt x="5871023" y="2178952"/>
                  <a:pt x="5870891" y="2179543"/>
                  <a:pt x="5870891" y="2179543"/>
                </a:cubicBezTo>
                <a:lnTo>
                  <a:pt x="5866359" y="2187426"/>
                </a:lnTo>
                <a:cubicBezTo>
                  <a:pt x="5866163" y="2187688"/>
                  <a:pt x="5865571" y="2187886"/>
                  <a:pt x="5865571" y="2187886"/>
                </a:cubicBezTo>
                <a:lnTo>
                  <a:pt x="5856508" y="2187886"/>
                </a:lnTo>
                <a:cubicBezTo>
                  <a:pt x="5856178" y="2187886"/>
                  <a:pt x="5855720" y="2187426"/>
                  <a:pt x="5855720" y="2187426"/>
                </a:cubicBezTo>
                <a:lnTo>
                  <a:pt x="5851187" y="2179543"/>
                </a:lnTo>
                <a:cubicBezTo>
                  <a:pt x="5851055" y="2179280"/>
                  <a:pt x="5851187" y="2178689"/>
                  <a:pt x="5851187" y="2178689"/>
                </a:cubicBezTo>
                <a:lnTo>
                  <a:pt x="5855720" y="2170808"/>
                </a:lnTo>
                <a:cubicBezTo>
                  <a:pt x="5855916" y="2170545"/>
                  <a:pt x="5856508" y="2170348"/>
                  <a:pt x="5856508" y="2170348"/>
                </a:cubicBezTo>
                <a:close/>
                <a:moveTo>
                  <a:pt x="5602126" y="2170348"/>
                </a:moveTo>
                <a:lnTo>
                  <a:pt x="5611191" y="2170348"/>
                </a:lnTo>
                <a:cubicBezTo>
                  <a:pt x="5611519" y="2170348"/>
                  <a:pt x="5611979" y="2170808"/>
                  <a:pt x="5611979" y="2170808"/>
                </a:cubicBezTo>
                <a:lnTo>
                  <a:pt x="5616511" y="2178689"/>
                </a:lnTo>
                <a:cubicBezTo>
                  <a:pt x="5616642" y="2178952"/>
                  <a:pt x="5616511" y="2179543"/>
                  <a:pt x="5616511" y="2179543"/>
                </a:cubicBezTo>
                <a:lnTo>
                  <a:pt x="5611979" y="2187426"/>
                </a:lnTo>
                <a:cubicBezTo>
                  <a:pt x="5611782" y="2187688"/>
                  <a:pt x="5611191" y="2187886"/>
                  <a:pt x="5611191" y="2187886"/>
                </a:cubicBezTo>
                <a:lnTo>
                  <a:pt x="5602126" y="2187886"/>
                </a:lnTo>
                <a:cubicBezTo>
                  <a:pt x="5601798" y="2187886"/>
                  <a:pt x="5601338" y="2187426"/>
                  <a:pt x="5601338" y="2187426"/>
                </a:cubicBezTo>
                <a:lnTo>
                  <a:pt x="5596807" y="2179543"/>
                </a:lnTo>
                <a:cubicBezTo>
                  <a:pt x="5596675" y="2179280"/>
                  <a:pt x="5596807" y="2178689"/>
                  <a:pt x="5596807" y="2178689"/>
                </a:cubicBezTo>
                <a:lnTo>
                  <a:pt x="5601338" y="2170808"/>
                </a:lnTo>
                <a:cubicBezTo>
                  <a:pt x="5601536" y="2170545"/>
                  <a:pt x="5602126" y="2170348"/>
                  <a:pt x="5602126" y="2170348"/>
                </a:cubicBezTo>
                <a:close/>
                <a:moveTo>
                  <a:pt x="5347746" y="2170348"/>
                </a:moveTo>
                <a:lnTo>
                  <a:pt x="5356810" y="2170348"/>
                </a:lnTo>
                <a:cubicBezTo>
                  <a:pt x="5357138" y="2170348"/>
                  <a:pt x="5357598" y="2170808"/>
                  <a:pt x="5357598" y="2170808"/>
                </a:cubicBezTo>
                <a:lnTo>
                  <a:pt x="5362130" y="2178689"/>
                </a:lnTo>
                <a:cubicBezTo>
                  <a:pt x="5362261" y="2178952"/>
                  <a:pt x="5362130" y="2179543"/>
                  <a:pt x="5362130" y="2179543"/>
                </a:cubicBezTo>
                <a:lnTo>
                  <a:pt x="5357598" y="2187426"/>
                </a:lnTo>
                <a:cubicBezTo>
                  <a:pt x="5357401" y="2187688"/>
                  <a:pt x="5356810" y="2187886"/>
                  <a:pt x="5356810" y="2187886"/>
                </a:cubicBezTo>
                <a:lnTo>
                  <a:pt x="5347746" y="2187886"/>
                </a:lnTo>
                <a:cubicBezTo>
                  <a:pt x="5347418" y="2187886"/>
                  <a:pt x="5346958" y="2187426"/>
                  <a:pt x="5346958" y="2187426"/>
                </a:cubicBezTo>
                <a:lnTo>
                  <a:pt x="5342425" y="2179543"/>
                </a:lnTo>
                <a:cubicBezTo>
                  <a:pt x="5342295" y="2179280"/>
                  <a:pt x="5342425" y="2178689"/>
                  <a:pt x="5342425" y="2178689"/>
                </a:cubicBezTo>
                <a:lnTo>
                  <a:pt x="5346958" y="2170808"/>
                </a:lnTo>
                <a:cubicBezTo>
                  <a:pt x="5347154" y="2170545"/>
                  <a:pt x="5347746" y="2170348"/>
                  <a:pt x="5347746" y="2170348"/>
                </a:cubicBezTo>
                <a:close/>
                <a:moveTo>
                  <a:pt x="5093300" y="2170348"/>
                </a:moveTo>
                <a:lnTo>
                  <a:pt x="5102364" y="2170348"/>
                </a:lnTo>
                <a:cubicBezTo>
                  <a:pt x="5102693" y="2170348"/>
                  <a:pt x="5103153" y="2170808"/>
                  <a:pt x="5103153" y="2170808"/>
                </a:cubicBezTo>
                <a:lnTo>
                  <a:pt x="5107684" y="2178689"/>
                </a:lnTo>
                <a:cubicBezTo>
                  <a:pt x="5107815" y="2178952"/>
                  <a:pt x="5107684" y="2179543"/>
                  <a:pt x="5107684" y="2179543"/>
                </a:cubicBezTo>
                <a:lnTo>
                  <a:pt x="5103153" y="2187426"/>
                </a:lnTo>
                <a:cubicBezTo>
                  <a:pt x="5102955" y="2187688"/>
                  <a:pt x="5102364" y="2187886"/>
                  <a:pt x="5102364" y="2187886"/>
                </a:cubicBezTo>
                <a:lnTo>
                  <a:pt x="5093300" y="2187886"/>
                </a:lnTo>
                <a:cubicBezTo>
                  <a:pt x="5092972" y="2187886"/>
                  <a:pt x="5092512" y="2187426"/>
                  <a:pt x="5092512" y="2187426"/>
                </a:cubicBezTo>
                <a:lnTo>
                  <a:pt x="5087979" y="2179543"/>
                </a:lnTo>
                <a:cubicBezTo>
                  <a:pt x="5087848" y="2179280"/>
                  <a:pt x="5087979" y="2178689"/>
                  <a:pt x="5087979" y="2178689"/>
                </a:cubicBezTo>
                <a:lnTo>
                  <a:pt x="5092512" y="2170808"/>
                </a:lnTo>
                <a:cubicBezTo>
                  <a:pt x="5092708" y="2170545"/>
                  <a:pt x="5093300" y="2170348"/>
                  <a:pt x="5093300" y="2170348"/>
                </a:cubicBezTo>
                <a:close/>
                <a:moveTo>
                  <a:pt x="4838919" y="2170348"/>
                </a:moveTo>
                <a:lnTo>
                  <a:pt x="4847982" y="2170348"/>
                </a:lnTo>
                <a:cubicBezTo>
                  <a:pt x="4848311" y="2170348"/>
                  <a:pt x="4848772" y="2170808"/>
                  <a:pt x="4848772" y="2170808"/>
                </a:cubicBezTo>
                <a:lnTo>
                  <a:pt x="4853303" y="2178689"/>
                </a:lnTo>
                <a:cubicBezTo>
                  <a:pt x="4853435" y="2178952"/>
                  <a:pt x="4853303" y="2179543"/>
                  <a:pt x="4853303" y="2179543"/>
                </a:cubicBezTo>
                <a:lnTo>
                  <a:pt x="4848772" y="2187426"/>
                </a:lnTo>
                <a:cubicBezTo>
                  <a:pt x="4848575" y="2187688"/>
                  <a:pt x="4847982" y="2187886"/>
                  <a:pt x="4847982" y="2187886"/>
                </a:cubicBezTo>
                <a:lnTo>
                  <a:pt x="4838919" y="2187886"/>
                </a:lnTo>
                <a:cubicBezTo>
                  <a:pt x="4838590" y="2187886"/>
                  <a:pt x="4838132" y="2187426"/>
                  <a:pt x="4838132" y="2187426"/>
                </a:cubicBezTo>
                <a:lnTo>
                  <a:pt x="4833598" y="2179543"/>
                </a:lnTo>
                <a:cubicBezTo>
                  <a:pt x="4833467" y="2179280"/>
                  <a:pt x="4833598" y="2178689"/>
                  <a:pt x="4833598" y="2178689"/>
                </a:cubicBezTo>
                <a:lnTo>
                  <a:pt x="4838132" y="2170808"/>
                </a:lnTo>
                <a:cubicBezTo>
                  <a:pt x="4838328" y="2170545"/>
                  <a:pt x="4838919" y="2170348"/>
                  <a:pt x="4838919" y="2170348"/>
                </a:cubicBezTo>
                <a:close/>
                <a:moveTo>
                  <a:pt x="4584538" y="2170348"/>
                </a:moveTo>
                <a:lnTo>
                  <a:pt x="4593603" y="2170348"/>
                </a:lnTo>
                <a:cubicBezTo>
                  <a:pt x="4593932" y="2170348"/>
                  <a:pt x="4594390" y="2170808"/>
                  <a:pt x="4594390" y="2170808"/>
                </a:cubicBezTo>
                <a:lnTo>
                  <a:pt x="4598922" y="2178689"/>
                </a:lnTo>
                <a:cubicBezTo>
                  <a:pt x="4599054" y="2178952"/>
                  <a:pt x="4598922" y="2179543"/>
                  <a:pt x="4598922" y="2179543"/>
                </a:cubicBezTo>
                <a:lnTo>
                  <a:pt x="4594390" y="2187426"/>
                </a:lnTo>
                <a:cubicBezTo>
                  <a:pt x="4594193" y="2187688"/>
                  <a:pt x="4593603" y="2187886"/>
                  <a:pt x="4593603" y="2187886"/>
                </a:cubicBezTo>
                <a:lnTo>
                  <a:pt x="4584538" y="2187886"/>
                </a:lnTo>
                <a:cubicBezTo>
                  <a:pt x="4584210" y="2187886"/>
                  <a:pt x="4583749" y="2187426"/>
                  <a:pt x="4583749" y="2187426"/>
                </a:cubicBezTo>
                <a:lnTo>
                  <a:pt x="4579218" y="2179543"/>
                </a:lnTo>
                <a:cubicBezTo>
                  <a:pt x="4579087" y="2179280"/>
                  <a:pt x="4579218" y="2178689"/>
                  <a:pt x="4579218" y="2178689"/>
                </a:cubicBezTo>
                <a:lnTo>
                  <a:pt x="4583749" y="2170808"/>
                </a:lnTo>
                <a:cubicBezTo>
                  <a:pt x="4583948" y="2170545"/>
                  <a:pt x="4584538" y="2170348"/>
                  <a:pt x="4584538" y="2170348"/>
                </a:cubicBezTo>
                <a:close/>
                <a:moveTo>
                  <a:pt x="4330157" y="2170348"/>
                </a:moveTo>
                <a:lnTo>
                  <a:pt x="4339222" y="2170348"/>
                </a:lnTo>
                <a:cubicBezTo>
                  <a:pt x="4339550" y="2170348"/>
                  <a:pt x="4340010" y="2170808"/>
                  <a:pt x="4340010" y="2170808"/>
                </a:cubicBezTo>
                <a:lnTo>
                  <a:pt x="4344540" y="2178689"/>
                </a:lnTo>
                <a:cubicBezTo>
                  <a:pt x="4344672" y="2178952"/>
                  <a:pt x="4344540" y="2179543"/>
                  <a:pt x="4344540" y="2179543"/>
                </a:cubicBezTo>
                <a:lnTo>
                  <a:pt x="4340010" y="2187426"/>
                </a:lnTo>
                <a:cubicBezTo>
                  <a:pt x="4339812" y="2187688"/>
                  <a:pt x="4339222" y="2187886"/>
                  <a:pt x="4339222" y="2187886"/>
                </a:cubicBezTo>
                <a:lnTo>
                  <a:pt x="4330157" y="2187886"/>
                </a:lnTo>
                <a:cubicBezTo>
                  <a:pt x="4329829" y="2187886"/>
                  <a:pt x="4329369" y="2187426"/>
                  <a:pt x="4329369" y="2187426"/>
                </a:cubicBezTo>
                <a:lnTo>
                  <a:pt x="4324836" y="2179543"/>
                </a:lnTo>
                <a:cubicBezTo>
                  <a:pt x="4324706" y="2179280"/>
                  <a:pt x="4324836" y="2178689"/>
                  <a:pt x="4324836" y="2178689"/>
                </a:cubicBezTo>
                <a:lnTo>
                  <a:pt x="4329369" y="2170808"/>
                </a:lnTo>
                <a:cubicBezTo>
                  <a:pt x="4329565" y="2170545"/>
                  <a:pt x="4330157" y="2170348"/>
                  <a:pt x="4330157" y="2170348"/>
                </a:cubicBezTo>
                <a:close/>
                <a:moveTo>
                  <a:pt x="4075987" y="2170348"/>
                </a:moveTo>
                <a:lnTo>
                  <a:pt x="4085051" y="2170348"/>
                </a:lnTo>
                <a:cubicBezTo>
                  <a:pt x="4085379" y="2170348"/>
                  <a:pt x="4085839" y="2170808"/>
                  <a:pt x="4085839" y="2170808"/>
                </a:cubicBezTo>
                <a:lnTo>
                  <a:pt x="4090371" y="2178689"/>
                </a:lnTo>
                <a:cubicBezTo>
                  <a:pt x="4090503" y="2178952"/>
                  <a:pt x="4090371" y="2179543"/>
                  <a:pt x="4090371" y="2179543"/>
                </a:cubicBezTo>
                <a:lnTo>
                  <a:pt x="4085839" y="2187426"/>
                </a:lnTo>
                <a:cubicBezTo>
                  <a:pt x="4085642" y="2187688"/>
                  <a:pt x="4085051" y="2187886"/>
                  <a:pt x="4085051" y="2187886"/>
                </a:cubicBezTo>
                <a:lnTo>
                  <a:pt x="4075987" y="2187886"/>
                </a:lnTo>
                <a:cubicBezTo>
                  <a:pt x="4075658" y="2187886"/>
                  <a:pt x="4075198" y="2187426"/>
                  <a:pt x="4075198" y="2187426"/>
                </a:cubicBezTo>
                <a:lnTo>
                  <a:pt x="4070667" y="2179543"/>
                </a:lnTo>
                <a:cubicBezTo>
                  <a:pt x="4070535" y="2179280"/>
                  <a:pt x="4070667" y="2178689"/>
                  <a:pt x="4070667" y="2178689"/>
                </a:cubicBezTo>
                <a:lnTo>
                  <a:pt x="4075198" y="2170808"/>
                </a:lnTo>
                <a:cubicBezTo>
                  <a:pt x="4075395" y="2170545"/>
                  <a:pt x="4075987" y="2170348"/>
                  <a:pt x="4075987" y="2170348"/>
                </a:cubicBezTo>
                <a:close/>
                <a:moveTo>
                  <a:pt x="3821399" y="2170348"/>
                </a:moveTo>
                <a:lnTo>
                  <a:pt x="3830464" y="2170348"/>
                </a:lnTo>
                <a:cubicBezTo>
                  <a:pt x="3830793" y="2170348"/>
                  <a:pt x="3831253" y="2170808"/>
                  <a:pt x="3831253" y="2170808"/>
                </a:cubicBezTo>
                <a:lnTo>
                  <a:pt x="3835785" y="2178689"/>
                </a:lnTo>
                <a:cubicBezTo>
                  <a:pt x="3835916" y="2178952"/>
                  <a:pt x="3835785" y="2179543"/>
                  <a:pt x="3835785" y="2179543"/>
                </a:cubicBezTo>
                <a:lnTo>
                  <a:pt x="3831253" y="2187426"/>
                </a:lnTo>
                <a:cubicBezTo>
                  <a:pt x="3831056" y="2187688"/>
                  <a:pt x="3830464" y="2187886"/>
                  <a:pt x="3830464" y="2187886"/>
                </a:cubicBezTo>
                <a:lnTo>
                  <a:pt x="3821399" y="2187886"/>
                </a:lnTo>
                <a:cubicBezTo>
                  <a:pt x="3821071" y="2187886"/>
                  <a:pt x="3820612" y="2187426"/>
                  <a:pt x="3820612" y="2187426"/>
                </a:cubicBezTo>
                <a:lnTo>
                  <a:pt x="3816080" y="2179543"/>
                </a:lnTo>
                <a:cubicBezTo>
                  <a:pt x="3815947" y="2179280"/>
                  <a:pt x="3816080" y="2178689"/>
                  <a:pt x="3816080" y="2178689"/>
                </a:cubicBezTo>
                <a:lnTo>
                  <a:pt x="3820612" y="2170808"/>
                </a:lnTo>
                <a:cubicBezTo>
                  <a:pt x="3820810" y="2170545"/>
                  <a:pt x="3821399" y="2170348"/>
                  <a:pt x="3821399" y="2170348"/>
                </a:cubicBezTo>
                <a:close/>
                <a:moveTo>
                  <a:pt x="3567155" y="2170348"/>
                </a:moveTo>
                <a:lnTo>
                  <a:pt x="3576220" y="2170348"/>
                </a:lnTo>
                <a:cubicBezTo>
                  <a:pt x="3576548" y="2170348"/>
                  <a:pt x="3577008" y="2170808"/>
                  <a:pt x="3577008" y="2170808"/>
                </a:cubicBezTo>
                <a:lnTo>
                  <a:pt x="3581540" y="2178689"/>
                </a:lnTo>
                <a:cubicBezTo>
                  <a:pt x="3581672" y="2178952"/>
                  <a:pt x="3581540" y="2179543"/>
                  <a:pt x="3581540" y="2179543"/>
                </a:cubicBezTo>
                <a:lnTo>
                  <a:pt x="3577008" y="2187426"/>
                </a:lnTo>
                <a:cubicBezTo>
                  <a:pt x="3576811" y="2187688"/>
                  <a:pt x="3576220" y="2187886"/>
                  <a:pt x="3576220" y="2187886"/>
                </a:cubicBezTo>
                <a:lnTo>
                  <a:pt x="3567155" y="2187886"/>
                </a:lnTo>
                <a:cubicBezTo>
                  <a:pt x="3566827" y="2187886"/>
                  <a:pt x="3566367" y="2187426"/>
                  <a:pt x="3566367" y="2187426"/>
                </a:cubicBezTo>
                <a:lnTo>
                  <a:pt x="3561834" y="2179543"/>
                </a:lnTo>
                <a:cubicBezTo>
                  <a:pt x="3561703" y="2179280"/>
                  <a:pt x="3561834" y="2178689"/>
                  <a:pt x="3561834" y="2178689"/>
                </a:cubicBezTo>
                <a:lnTo>
                  <a:pt x="3566367" y="2170808"/>
                </a:lnTo>
                <a:cubicBezTo>
                  <a:pt x="3566564" y="2170545"/>
                  <a:pt x="3567155" y="2170348"/>
                  <a:pt x="3567155" y="2170348"/>
                </a:cubicBezTo>
                <a:close/>
                <a:moveTo>
                  <a:pt x="3312696" y="2170348"/>
                </a:moveTo>
                <a:lnTo>
                  <a:pt x="3321758" y="2170348"/>
                </a:lnTo>
                <a:cubicBezTo>
                  <a:pt x="3322087" y="2170348"/>
                  <a:pt x="3322546" y="2170808"/>
                  <a:pt x="3322546" y="2170808"/>
                </a:cubicBezTo>
                <a:lnTo>
                  <a:pt x="3327079" y="2178689"/>
                </a:lnTo>
                <a:cubicBezTo>
                  <a:pt x="3327210" y="2178952"/>
                  <a:pt x="3327079" y="2179543"/>
                  <a:pt x="3327079" y="2179543"/>
                </a:cubicBezTo>
                <a:lnTo>
                  <a:pt x="3322546" y="2187426"/>
                </a:lnTo>
                <a:cubicBezTo>
                  <a:pt x="3322349" y="2187688"/>
                  <a:pt x="3321758" y="2187886"/>
                  <a:pt x="3321758" y="2187886"/>
                </a:cubicBezTo>
                <a:lnTo>
                  <a:pt x="3312696" y="2187886"/>
                </a:lnTo>
                <a:cubicBezTo>
                  <a:pt x="3312366" y="2187886"/>
                  <a:pt x="3311906" y="2187426"/>
                  <a:pt x="3311906" y="2187426"/>
                </a:cubicBezTo>
                <a:lnTo>
                  <a:pt x="3307374" y="2179543"/>
                </a:lnTo>
                <a:cubicBezTo>
                  <a:pt x="3307242" y="2179280"/>
                  <a:pt x="3307374" y="2178689"/>
                  <a:pt x="3307374" y="2178689"/>
                </a:cubicBezTo>
                <a:lnTo>
                  <a:pt x="3311906" y="2170808"/>
                </a:lnTo>
                <a:cubicBezTo>
                  <a:pt x="3312102" y="2170545"/>
                  <a:pt x="3312696" y="2170348"/>
                  <a:pt x="3312696" y="2170348"/>
                </a:cubicBezTo>
                <a:close/>
                <a:moveTo>
                  <a:pt x="3058419" y="2170348"/>
                </a:moveTo>
                <a:lnTo>
                  <a:pt x="3067485" y="2170348"/>
                </a:lnTo>
                <a:cubicBezTo>
                  <a:pt x="3067813" y="2170348"/>
                  <a:pt x="3068274" y="2170808"/>
                  <a:pt x="3068274" y="2170808"/>
                </a:cubicBezTo>
                <a:lnTo>
                  <a:pt x="3072805" y="2178689"/>
                </a:lnTo>
                <a:cubicBezTo>
                  <a:pt x="3072936" y="2178952"/>
                  <a:pt x="3072805" y="2179543"/>
                  <a:pt x="3072805" y="2179543"/>
                </a:cubicBezTo>
                <a:lnTo>
                  <a:pt x="3068274" y="2187426"/>
                </a:lnTo>
                <a:cubicBezTo>
                  <a:pt x="3068076" y="2187688"/>
                  <a:pt x="3067485" y="2187886"/>
                  <a:pt x="3067485" y="2187886"/>
                </a:cubicBezTo>
                <a:lnTo>
                  <a:pt x="3058419" y="2187886"/>
                </a:lnTo>
                <a:cubicBezTo>
                  <a:pt x="3058091" y="2187886"/>
                  <a:pt x="3057632" y="2187426"/>
                  <a:pt x="3057632" y="2187426"/>
                </a:cubicBezTo>
                <a:lnTo>
                  <a:pt x="3053099" y="2179543"/>
                </a:lnTo>
                <a:cubicBezTo>
                  <a:pt x="3052968" y="2179280"/>
                  <a:pt x="3053099" y="2178689"/>
                  <a:pt x="3053099" y="2178689"/>
                </a:cubicBezTo>
                <a:lnTo>
                  <a:pt x="3057632" y="2170808"/>
                </a:lnTo>
                <a:cubicBezTo>
                  <a:pt x="3057830" y="2170545"/>
                  <a:pt x="3058419" y="2170348"/>
                  <a:pt x="3058419" y="2170348"/>
                </a:cubicBezTo>
                <a:close/>
                <a:moveTo>
                  <a:pt x="2803955" y="2170348"/>
                </a:moveTo>
                <a:lnTo>
                  <a:pt x="2813020" y="2170348"/>
                </a:lnTo>
                <a:cubicBezTo>
                  <a:pt x="2813348" y="2170348"/>
                  <a:pt x="2813807" y="2170808"/>
                  <a:pt x="2813807" y="2170808"/>
                </a:cubicBezTo>
                <a:lnTo>
                  <a:pt x="2818340" y="2178689"/>
                </a:lnTo>
                <a:cubicBezTo>
                  <a:pt x="2818471" y="2178952"/>
                  <a:pt x="2818340" y="2179543"/>
                  <a:pt x="2818340" y="2179543"/>
                </a:cubicBezTo>
                <a:lnTo>
                  <a:pt x="2813807" y="2187426"/>
                </a:lnTo>
                <a:cubicBezTo>
                  <a:pt x="2813610" y="2187688"/>
                  <a:pt x="2813020" y="2187886"/>
                  <a:pt x="2813020" y="2187886"/>
                </a:cubicBezTo>
                <a:lnTo>
                  <a:pt x="2803955" y="2187886"/>
                </a:lnTo>
                <a:cubicBezTo>
                  <a:pt x="2803625" y="2187886"/>
                  <a:pt x="2803164" y="2187426"/>
                  <a:pt x="2803164" y="2187426"/>
                </a:cubicBezTo>
                <a:lnTo>
                  <a:pt x="2798634" y="2179543"/>
                </a:lnTo>
                <a:cubicBezTo>
                  <a:pt x="2798503" y="2179280"/>
                  <a:pt x="2798634" y="2178689"/>
                  <a:pt x="2798634" y="2178689"/>
                </a:cubicBezTo>
                <a:lnTo>
                  <a:pt x="2803164" y="2170808"/>
                </a:lnTo>
                <a:cubicBezTo>
                  <a:pt x="2803363" y="2170545"/>
                  <a:pt x="2803955" y="2170348"/>
                  <a:pt x="2803955" y="2170348"/>
                </a:cubicBezTo>
                <a:close/>
                <a:moveTo>
                  <a:pt x="2549558" y="2170348"/>
                </a:moveTo>
                <a:lnTo>
                  <a:pt x="2558623" y="2170348"/>
                </a:lnTo>
                <a:cubicBezTo>
                  <a:pt x="2558952" y="2170348"/>
                  <a:pt x="2559412" y="2170808"/>
                  <a:pt x="2559412" y="2170808"/>
                </a:cubicBezTo>
                <a:lnTo>
                  <a:pt x="2563944" y="2178689"/>
                </a:lnTo>
                <a:cubicBezTo>
                  <a:pt x="2564075" y="2178952"/>
                  <a:pt x="2563944" y="2179543"/>
                  <a:pt x="2563944" y="2179543"/>
                </a:cubicBezTo>
                <a:lnTo>
                  <a:pt x="2559412" y="2187426"/>
                </a:lnTo>
                <a:cubicBezTo>
                  <a:pt x="2559215" y="2187688"/>
                  <a:pt x="2558623" y="2187886"/>
                  <a:pt x="2558623" y="2187886"/>
                </a:cubicBezTo>
                <a:lnTo>
                  <a:pt x="2549558" y="2187886"/>
                </a:lnTo>
                <a:cubicBezTo>
                  <a:pt x="2549231" y="2187886"/>
                  <a:pt x="2548770" y="2187426"/>
                  <a:pt x="2548770" y="2187426"/>
                </a:cubicBezTo>
                <a:lnTo>
                  <a:pt x="2544238" y="2179543"/>
                </a:lnTo>
                <a:cubicBezTo>
                  <a:pt x="2544107" y="2179280"/>
                  <a:pt x="2544238" y="2178689"/>
                  <a:pt x="2544238" y="2178689"/>
                </a:cubicBezTo>
                <a:lnTo>
                  <a:pt x="2548770" y="2170808"/>
                </a:lnTo>
                <a:cubicBezTo>
                  <a:pt x="2548967" y="2170545"/>
                  <a:pt x="2549558" y="2170348"/>
                  <a:pt x="2549558" y="2170348"/>
                </a:cubicBezTo>
                <a:close/>
                <a:moveTo>
                  <a:pt x="2295176" y="2170348"/>
                </a:moveTo>
                <a:lnTo>
                  <a:pt x="2304242" y="2170348"/>
                </a:lnTo>
                <a:cubicBezTo>
                  <a:pt x="2304569" y="2170348"/>
                  <a:pt x="2305030" y="2170808"/>
                  <a:pt x="2305030" y="2170808"/>
                </a:cubicBezTo>
                <a:lnTo>
                  <a:pt x="2309562" y="2178689"/>
                </a:lnTo>
                <a:cubicBezTo>
                  <a:pt x="2309692" y="2178952"/>
                  <a:pt x="2309562" y="2179543"/>
                  <a:pt x="2309562" y="2179543"/>
                </a:cubicBezTo>
                <a:lnTo>
                  <a:pt x="2305030" y="2187426"/>
                </a:lnTo>
                <a:cubicBezTo>
                  <a:pt x="2304832" y="2187688"/>
                  <a:pt x="2304242" y="2187886"/>
                  <a:pt x="2304242" y="2187886"/>
                </a:cubicBezTo>
                <a:lnTo>
                  <a:pt x="2295176" y="2187886"/>
                </a:lnTo>
                <a:cubicBezTo>
                  <a:pt x="2294850" y="2187886"/>
                  <a:pt x="2294388" y="2187426"/>
                  <a:pt x="2294388" y="2187426"/>
                </a:cubicBezTo>
                <a:lnTo>
                  <a:pt x="2289857" y="2179543"/>
                </a:lnTo>
                <a:cubicBezTo>
                  <a:pt x="2289725" y="2179280"/>
                  <a:pt x="2289857" y="2178689"/>
                  <a:pt x="2289857" y="2178689"/>
                </a:cubicBezTo>
                <a:lnTo>
                  <a:pt x="2294388" y="2170808"/>
                </a:lnTo>
                <a:cubicBezTo>
                  <a:pt x="2294585" y="2170545"/>
                  <a:pt x="2295176" y="2170348"/>
                  <a:pt x="2295176" y="2170348"/>
                </a:cubicBezTo>
                <a:close/>
                <a:moveTo>
                  <a:pt x="2040660" y="2170348"/>
                </a:moveTo>
                <a:lnTo>
                  <a:pt x="2049725" y="2170348"/>
                </a:lnTo>
                <a:cubicBezTo>
                  <a:pt x="2050053" y="2170348"/>
                  <a:pt x="2050513" y="2170808"/>
                  <a:pt x="2050513" y="2170808"/>
                </a:cubicBezTo>
                <a:lnTo>
                  <a:pt x="2055044" y="2178689"/>
                </a:lnTo>
                <a:cubicBezTo>
                  <a:pt x="2055176" y="2178952"/>
                  <a:pt x="2055044" y="2179543"/>
                  <a:pt x="2055044" y="2179543"/>
                </a:cubicBezTo>
                <a:lnTo>
                  <a:pt x="2050513" y="2187426"/>
                </a:lnTo>
                <a:cubicBezTo>
                  <a:pt x="2050316" y="2187688"/>
                  <a:pt x="2049725" y="2187886"/>
                  <a:pt x="2049725" y="2187886"/>
                </a:cubicBezTo>
                <a:lnTo>
                  <a:pt x="2040660" y="2187886"/>
                </a:lnTo>
                <a:cubicBezTo>
                  <a:pt x="2040330" y="2187886"/>
                  <a:pt x="2039873" y="2187426"/>
                  <a:pt x="2039873" y="2187426"/>
                </a:cubicBezTo>
                <a:lnTo>
                  <a:pt x="2035339" y="2179543"/>
                </a:lnTo>
                <a:cubicBezTo>
                  <a:pt x="2035207" y="2179280"/>
                  <a:pt x="2035339" y="2178689"/>
                  <a:pt x="2035339" y="2178689"/>
                </a:cubicBezTo>
                <a:lnTo>
                  <a:pt x="2039873" y="2170808"/>
                </a:lnTo>
                <a:cubicBezTo>
                  <a:pt x="2040070" y="2170545"/>
                  <a:pt x="2040660" y="2170348"/>
                  <a:pt x="2040660" y="2170348"/>
                </a:cubicBezTo>
                <a:close/>
                <a:moveTo>
                  <a:pt x="1786362" y="2170348"/>
                </a:moveTo>
                <a:lnTo>
                  <a:pt x="1795426" y="2170348"/>
                </a:lnTo>
                <a:cubicBezTo>
                  <a:pt x="1795754" y="2170348"/>
                  <a:pt x="1796214" y="2170808"/>
                  <a:pt x="1796214" y="2170808"/>
                </a:cubicBezTo>
                <a:lnTo>
                  <a:pt x="1800746" y="2178689"/>
                </a:lnTo>
                <a:cubicBezTo>
                  <a:pt x="1800877" y="2178952"/>
                  <a:pt x="1800746" y="2179543"/>
                  <a:pt x="1800746" y="2179543"/>
                </a:cubicBezTo>
                <a:lnTo>
                  <a:pt x="1796214" y="2187426"/>
                </a:lnTo>
                <a:cubicBezTo>
                  <a:pt x="1796017" y="2187688"/>
                  <a:pt x="1795426" y="2187886"/>
                  <a:pt x="1795426" y="2187886"/>
                </a:cubicBezTo>
                <a:lnTo>
                  <a:pt x="1786362" y="2187886"/>
                </a:lnTo>
                <a:cubicBezTo>
                  <a:pt x="1786034" y="2187886"/>
                  <a:pt x="1785574" y="2187426"/>
                  <a:pt x="1785574" y="2187426"/>
                </a:cubicBezTo>
                <a:lnTo>
                  <a:pt x="1781042" y="2179543"/>
                </a:lnTo>
                <a:cubicBezTo>
                  <a:pt x="1780911" y="2179280"/>
                  <a:pt x="1781042" y="2178689"/>
                  <a:pt x="1781042" y="2178689"/>
                </a:cubicBezTo>
                <a:lnTo>
                  <a:pt x="1785574" y="2170808"/>
                </a:lnTo>
                <a:cubicBezTo>
                  <a:pt x="1785770" y="2170545"/>
                  <a:pt x="1786362" y="2170348"/>
                  <a:pt x="1786362" y="2170348"/>
                </a:cubicBezTo>
                <a:close/>
                <a:moveTo>
                  <a:pt x="1531980" y="2170348"/>
                </a:moveTo>
                <a:lnTo>
                  <a:pt x="1541043" y="2170348"/>
                </a:lnTo>
                <a:cubicBezTo>
                  <a:pt x="1541373" y="2170348"/>
                  <a:pt x="1541831" y="2170808"/>
                  <a:pt x="1541831" y="2170808"/>
                </a:cubicBezTo>
                <a:lnTo>
                  <a:pt x="1546364" y="2178689"/>
                </a:lnTo>
                <a:cubicBezTo>
                  <a:pt x="1546496" y="2178952"/>
                  <a:pt x="1546364" y="2179543"/>
                  <a:pt x="1546364" y="2179543"/>
                </a:cubicBezTo>
                <a:lnTo>
                  <a:pt x="1541831" y="2187426"/>
                </a:lnTo>
                <a:cubicBezTo>
                  <a:pt x="1541634" y="2187688"/>
                  <a:pt x="1541043" y="2187886"/>
                  <a:pt x="1541043" y="2187886"/>
                </a:cubicBezTo>
                <a:lnTo>
                  <a:pt x="1531980" y="2187886"/>
                </a:lnTo>
                <a:cubicBezTo>
                  <a:pt x="1531651" y="2187886"/>
                  <a:pt x="1531194" y="2187426"/>
                  <a:pt x="1531194" y="2187426"/>
                </a:cubicBezTo>
                <a:lnTo>
                  <a:pt x="1526658" y="2179543"/>
                </a:lnTo>
                <a:cubicBezTo>
                  <a:pt x="1526528" y="2179280"/>
                  <a:pt x="1526658" y="2178689"/>
                  <a:pt x="1526658" y="2178689"/>
                </a:cubicBezTo>
                <a:lnTo>
                  <a:pt x="1531194" y="2170808"/>
                </a:lnTo>
                <a:cubicBezTo>
                  <a:pt x="1531391" y="2170545"/>
                  <a:pt x="1531980" y="2170348"/>
                  <a:pt x="1531980" y="2170348"/>
                </a:cubicBezTo>
                <a:close/>
                <a:moveTo>
                  <a:pt x="1277607" y="2170348"/>
                </a:moveTo>
                <a:lnTo>
                  <a:pt x="1286671" y="2170348"/>
                </a:lnTo>
                <a:cubicBezTo>
                  <a:pt x="1286999" y="2170348"/>
                  <a:pt x="1287460" y="2170808"/>
                  <a:pt x="1287460" y="2170808"/>
                </a:cubicBezTo>
                <a:lnTo>
                  <a:pt x="1291992" y="2178689"/>
                </a:lnTo>
                <a:cubicBezTo>
                  <a:pt x="1292124" y="2178952"/>
                  <a:pt x="1291992" y="2179543"/>
                  <a:pt x="1291992" y="2179543"/>
                </a:cubicBezTo>
                <a:lnTo>
                  <a:pt x="1287460" y="2187426"/>
                </a:lnTo>
                <a:cubicBezTo>
                  <a:pt x="1287263" y="2187688"/>
                  <a:pt x="1286671" y="2187886"/>
                  <a:pt x="1286671" y="2187886"/>
                </a:cubicBezTo>
                <a:lnTo>
                  <a:pt x="1277607" y="2187886"/>
                </a:lnTo>
                <a:cubicBezTo>
                  <a:pt x="1277278" y="2187886"/>
                  <a:pt x="1276817" y="2187426"/>
                  <a:pt x="1276817" y="2187426"/>
                </a:cubicBezTo>
                <a:lnTo>
                  <a:pt x="1272288" y="2179543"/>
                </a:lnTo>
                <a:cubicBezTo>
                  <a:pt x="1272156" y="2179280"/>
                  <a:pt x="1272288" y="2178689"/>
                  <a:pt x="1272288" y="2178689"/>
                </a:cubicBezTo>
                <a:lnTo>
                  <a:pt x="1276817" y="2170808"/>
                </a:lnTo>
                <a:cubicBezTo>
                  <a:pt x="1277015" y="2170545"/>
                  <a:pt x="1277607" y="2170348"/>
                  <a:pt x="1277607" y="2170348"/>
                </a:cubicBezTo>
                <a:close/>
                <a:moveTo>
                  <a:pt x="1023155" y="2170348"/>
                </a:moveTo>
                <a:lnTo>
                  <a:pt x="1032219" y="2170348"/>
                </a:lnTo>
                <a:cubicBezTo>
                  <a:pt x="1032547" y="2170348"/>
                  <a:pt x="1033005" y="2170808"/>
                  <a:pt x="1033005" y="2170808"/>
                </a:cubicBezTo>
                <a:lnTo>
                  <a:pt x="1037539" y="2178689"/>
                </a:lnTo>
                <a:cubicBezTo>
                  <a:pt x="1037669" y="2178952"/>
                  <a:pt x="1037539" y="2179543"/>
                  <a:pt x="1037539" y="2179543"/>
                </a:cubicBezTo>
                <a:lnTo>
                  <a:pt x="1033005" y="2187426"/>
                </a:lnTo>
                <a:cubicBezTo>
                  <a:pt x="1032809" y="2187688"/>
                  <a:pt x="1032219" y="2187886"/>
                  <a:pt x="1032219" y="2187886"/>
                </a:cubicBezTo>
                <a:lnTo>
                  <a:pt x="1023155" y="2187886"/>
                </a:lnTo>
                <a:cubicBezTo>
                  <a:pt x="1022825" y="2187886"/>
                  <a:pt x="1022366" y="2187426"/>
                  <a:pt x="1022366" y="2187426"/>
                </a:cubicBezTo>
                <a:lnTo>
                  <a:pt x="1017831" y="2179543"/>
                </a:lnTo>
                <a:cubicBezTo>
                  <a:pt x="1017701" y="2179280"/>
                  <a:pt x="1017831" y="2178689"/>
                  <a:pt x="1017831" y="2178689"/>
                </a:cubicBezTo>
                <a:lnTo>
                  <a:pt x="1022366" y="2170808"/>
                </a:lnTo>
                <a:cubicBezTo>
                  <a:pt x="1022566" y="2170545"/>
                  <a:pt x="1023155" y="2170348"/>
                  <a:pt x="1023155" y="2170348"/>
                </a:cubicBezTo>
                <a:close/>
                <a:moveTo>
                  <a:pt x="768589" y="2170348"/>
                </a:moveTo>
                <a:lnTo>
                  <a:pt x="777652" y="2170348"/>
                </a:lnTo>
                <a:cubicBezTo>
                  <a:pt x="777981" y="2170348"/>
                  <a:pt x="778441" y="2170808"/>
                  <a:pt x="778441" y="2170808"/>
                </a:cubicBezTo>
                <a:lnTo>
                  <a:pt x="782972" y="2178689"/>
                </a:lnTo>
                <a:cubicBezTo>
                  <a:pt x="783104" y="2178952"/>
                  <a:pt x="782972" y="2179543"/>
                  <a:pt x="782972" y="2179543"/>
                </a:cubicBezTo>
                <a:lnTo>
                  <a:pt x="778441" y="2187426"/>
                </a:lnTo>
                <a:cubicBezTo>
                  <a:pt x="778244" y="2187688"/>
                  <a:pt x="777652" y="2187886"/>
                  <a:pt x="777652" y="2187886"/>
                </a:cubicBezTo>
                <a:lnTo>
                  <a:pt x="768589" y="2187886"/>
                </a:lnTo>
                <a:cubicBezTo>
                  <a:pt x="768260" y="2187886"/>
                  <a:pt x="767801" y="2187426"/>
                  <a:pt x="767801" y="2187426"/>
                </a:cubicBezTo>
                <a:lnTo>
                  <a:pt x="763268" y="2179543"/>
                </a:lnTo>
                <a:cubicBezTo>
                  <a:pt x="763137" y="2179280"/>
                  <a:pt x="763268" y="2178689"/>
                  <a:pt x="763268" y="2178689"/>
                </a:cubicBezTo>
                <a:lnTo>
                  <a:pt x="767801" y="2170808"/>
                </a:lnTo>
                <a:cubicBezTo>
                  <a:pt x="767998" y="2170545"/>
                  <a:pt x="768589" y="2170348"/>
                  <a:pt x="768589" y="2170348"/>
                </a:cubicBezTo>
                <a:close/>
                <a:moveTo>
                  <a:pt x="514283" y="2170348"/>
                </a:moveTo>
                <a:lnTo>
                  <a:pt x="523346" y="2170348"/>
                </a:lnTo>
                <a:cubicBezTo>
                  <a:pt x="523675" y="2170348"/>
                  <a:pt x="524134" y="2170808"/>
                  <a:pt x="524134" y="2170808"/>
                </a:cubicBezTo>
                <a:lnTo>
                  <a:pt x="528666" y="2178689"/>
                </a:lnTo>
                <a:cubicBezTo>
                  <a:pt x="528798" y="2178952"/>
                  <a:pt x="528666" y="2179543"/>
                  <a:pt x="528666" y="2179543"/>
                </a:cubicBezTo>
                <a:lnTo>
                  <a:pt x="524134" y="2187426"/>
                </a:lnTo>
                <a:cubicBezTo>
                  <a:pt x="523937" y="2187688"/>
                  <a:pt x="523346" y="2187886"/>
                  <a:pt x="523346" y="2187886"/>
                </a:cubicBezTo>
                <a:lnTo>
                  <a:pt x="514283" y="2187886"/>
                </a:lnTo>
                <a:cubicBezTo>
                  <a:pt x="513953" y="2187886"/>
                  <a:pt x="513495" y="2187426"/>
                  <a:pt x="513495" y="2187426"/>
                </a:cubicBezTo>
                <a:lnTo>
                  <a:pt x="508963" y="2179543"/>
                </a:lnTo>
                <a:cubicBezTo>
                  <a:pt x="508831" y="2179280"/>
                  <a:pt x="508963" y="2178689"/>
                  <a:pt x="508963" y="2178689"/>
                </a:cubicBezTo>
                <a:lnTo>
                  <a:pt x="513495" y="2170808"/>
                </a:lnTo>
                <a:cubicBezTo>
                  <a:pt x="513692" y="2170545"/>
                  <a:pt x="514283" y="2170348"/>
                  <a:pt x="514283" y="2170348"/>
                </a:cubicBezTo>
                <a:close/>
                <a:moveTo>
                  <a:pt x="259976" y="2170348"/>
                </a:moveTo>
                <a:lnTo>
                  <a:pt x="269039" y="2170348"/>
                </a:lnTo>
                <a:cubicBezTo>
                  <a:pt x="269367" y="2170348"/>
                  <a:pt x="269827" y="2170808"/>
                  <a:pt x="269827" y="2170808"/>
                </a:cubicBezTo>
                <a:lnTo>
                  <a:pt x="274359" y="2178689"/>
                </a:lnTo>
                <a:cubicBezTo>
                  <a:pt x="274490" y="2178952"/>
                  <a:pt x="274359" y="2179543"/>
                  <a:pt x="274359" y="2179543"/>
                </a:cubicBezTo>
                <a:lnTo>
                  <a:pt x="269827" y="2187426"/>
                </a:lnTo>
                <a:cubicBezTo>
                  <a:pt x="269631" y="2187688"/>
                  <a:pt x="269039" y="2187886"/>
                  <a:pt x="269039" y="2187886"/>
                </a:cubicBezTo>
                <a:lnTo>
                  <a:pt x="259976" y="2187886"/>
                </a:lnTo>
                <a:cubicBezTo>
                  <a:pt x="259646" y="2187886"/>
                  <a:pt x="259187" y="2187426"/>
                  <a:pt x="259187" y="2187426"/>
                </a:cubicBezTo>
                <a:lnTo>
                  <a:pt x="254655" y="2179543"/>
                </a:lnTo>
                <a:cubicBezTo>
                  <a:pt x="254524" y="2179280"/>
                  <a:pt x="254655" y="2178689"/>
                  <a:pt x="254655" y="2178689"/>
                </a:cubicBezTo>
                <a:lnTo>
                  <a:pt x="259187" y="2170808"/>
                </a:lnTo>
                <a:cubicBezTo>
                  <a:pt x="259383" y="2170545"/>
                  <a:pt x="259976" y="2170348"/>
                  <a:pt x="259976" y="2170348"/>
                </a:cubicBezTo>
                <a:close/>
                <a:moveTo>
                  <a:pt x="5449" y="2170348"/>
                </a:moveTo>
                <a:lnTo>
                  <a:pt x="14513" y="2170348"/>
                </a:lnTo>
                <a:cubicBezTo>
                  <a:pt x="14841" y="2170348"/>
                  <a:pt x="15301" y="2170808"/>
                  <a:pt x="15301" y="2170808"/>
                </a:cubicBezTo>
                <a:lnTo>
                  <a:pt x="19833" y="2178689"/>
                </a:lnTo>
                <a:cubicBezTo>
                  <a:pt x="19964" y="2178952"/>
                  <a:pt x="19833" y="2179543"/>
                  <a:pt x="19833" y="2179543"/>
                </a:cubicBezTo>
                <a:lnTo>
                  <a:pt x="15301" y="2187426"/>
                </a:lnTo>
                <a:cubicBezTo>
                  <a:pt x="15104" y="2187688"/>
                  <a:pt x="14513" y="2187886"/>
                  <a:pt x="14513" y="2187886"/>
                </a:cubicBezTo>
                <a:lnTo>
                  <a:pt x="5449" y="2187886"/>
                </a:lnTo>
                <a:cubicBezTo>
                  <a:pt x="5120" y="2187886"/>
                  <a:pt x="4660" y="2187426"/>
                  <a:pt x="4660" y="2187426"/>
                </a:cubicBezTo>
                <a:lnTo>
                  <a:pt x="128" y="2179543"/>
                </a:lnTo>
                <a:cubicBezTo>
                  <a:pt x="-3" y="2179280"/>
                  <a:pt x="128" y="2178689"/>
                  <a:pt x="128" y="2178689"/>
                </a:cubicBezTo>
                <a:lnTo>
                  <a:pt x="4660" y="2170808"/>
                </a:lnTo>
                <a:cubicBezTo>
                  <a:pt x="4857" y="2170545"/>
                  <a:pt x="5449" y="2170348"/>
                  <a:pt x="5449" y="2170348"/>
                </a:cubicBezTo>
                <a:close/>
                <a:moveTo>
                  <a:pt x="10435622" y="1953340"/>
                </a:moveTo>
                <a:lnTo>
                  <a:pt x="10444686" y="1953340"/>
                </a:lnTo>
                <a:cubicBezTo>
                  <a:pt x="10445015" y="1953340"/>
                  <a:pt x="10445474" y="1953799"/>
                  <a:pt x="10445474" y="1953799"/>
                </a:cubicBezTo>
                <a:lnTo>
                  <a:pt x="10450007" y="1961681"/>
                </a:lnTo>
                <a:cubicBezTo>
                  <a:pt x="10450138" y="1961943"/>
                  <a:pt x="10450007" y="1962535"/>
                  <a:pt x="10450007" y="1962535"/>
                </a:cubicBezTo>
                <a:lnTo>
                  <a:pt x="10445474" y="1970417"/>
                </a:lnTo>
                <a:cubicBezTo>
                  <a:pt x="10445278" y="1970680"/>
                  <a:pt x="10444686" y="1970877"/>
                  <a:pt x="10444686" y="1970877"/>
                </a:cubicBezTo>
                <a:lnTo>
                  <a:pt x="10435622" y="1970877"/>
                </a:lnTo>
                <a:cubicBezTo>
                  <a:pt x="10435295" y="1970877"/>
                  <a:pt x="10434834" y="1970417"/>
                  <a:pt x="10434834" y="1970417"/>
                </a:cubicBezTo>
                <a:lnTo>
                  <a:pt x="10430302" y="1962535"/>
                </a:lnTo>
                <a:cubicBezTo>
                  <a:pt x="10430171" y="1962272"/>
                  <a:pt x="10430302" y="1961681"/>
                  <a:pt x="10430302" y="1961681"/>
                </a:cubicBezTo>
                <a:lnTo>
                  <a:pt x="10434834" y="1953799"/>
                </a:lnTo>
                <a:cubicBezTo>
                  <a:pt x="10435031" y="1953537"/>
                  <a:pt x="10435622" y="1953340"/>
                  <a:pt x="10435622" y="1953340"/>
                </a:cubicBezTo>
                <a:close/>
                <a:moveTo>
                  <a:pt x="10181242" y="1953340"/>
                </a:moveTo>
                <a:lnTo>
                  <a:pt x="10190305" y="1953340"/>
                </a:lnTo>
                <a:cubicBezTo>
                  <a:pt x="10190635" y="1953340"/>
                  <a:pt x="10191093" y="1953799"/>
                  <a:pt x="10191093" y="1953799"/>
                </a:cubicBezTo>
                <a:lnTo>
                  <a:pt x="10195626" y="1961681"/>
                </a:lnTo>
                <a:cubicBezTo>
                  <a:pt x="10195758" y="1961943"/>
                  <a:pt x="10195626" y="1962535"/>
                  <a:pt x="10195626" y="1962535"/>
                </a:cubicBezTo>
                <a:lnTo>
                  <a:pt x="10191093" y="1970417"/>
                </a:lnTo>
                <a:cubicBezTo>
                  <a:pt x="10190896" y="1970680"/>
                  <a:pt x="10190305" y="1970877"/>
                  <a:pt x="10190305" y="1970877"/>
                </a:cubicBezTo>
                <a:lnTo>
                  <a:pt x="10181242" y="1970877"/>
                </a:lnTo>
                <a:cubicBezTo>
                  <a:pt x="10180914" y="1970877"/>
                  <a:pt x="10180453" y="1970417"/>
                  <a:pt x="10180453" y="1970417"/>
                </a:cubicBezTo>
                <a:lnTo>
                  <a:pt x="10175922" y="1962535"/>
                </a:lnTo>
                <a:cubicBezTo>
                  <a:pt x="10175790" y="1962272"/>
                  <a:pt x="10175922" y="1961681"/>
                  <a:pt x="10175922" y="1961681"/>
                </a:cubicBezTo>
                <a:lnTo>
                  <a:pt x="10180453" y="1953799"/>
                </a:lnTo>
                <a:cubicBezTo>
                  <a:pt x="10180650" y="1953537"/>
                  <a:pt x="10181242" y="1953340"/>
                  <a:pt x="10181242" y="1953340"/>
                </a:cubicBezTo>
                <a:close/>
                <a:moveTo>
                  <a:pt x="9926861" y="1953340"/>
                </a:moveTo>
                <a:lnTo>
                  <a:pt x="9935924" y="1953340"/>
                </a:lnTo>
                <a:cubicBezTo>
                  <a:pt x="9936254" y="1953340"/>
                  <a:pt x="9936713" y="1953799"/>
                  <a:pt x="9936713" y="1953799"/>
                </a:cubicBezTo>
                <a:lnTo>
                  <a:pt x="9941246" y="1961681"/>
                </a:lnTo>
                <a:cubicBezTo>
                  <a:pt x="9941376" y="1961943"/>
                  <a:pt x="9941246" y="1962535"/>
                  <a:pt x="9941246" y="1962535"/>
                </a:cubicBezTo>
                <a:lnTo>
                  <a:pt x="9936713" y="1970417"/>
                </a:lnTo>
                <a:cubicBezTo>
                  <a:pt x="9936516" y="1970680"/>
                  <a:pt x="9935924" y="1970877"/>
                  <a:pt x="9935924" y="1970877"/>
                </a:cubicBezTo>
                <a:lnTo>
                  <a:pt x="9926861" y="1970877"/>
                </a:lnTo>
                <a:cubicBezTo>
                  <a:pt x="9926532" y="1970877"/>
                  <a:pt x="9926073" y="1970417"/>
                  <a:pt x="9926073" y="1970417"/>
                </a:cubicBezTo>
                <a:lnTo>
                  <a:pt x="9921541" y="1962535"/>
                </a:lnTo>
                <a:cubicBezTo>
                  <a:pt x="9921410" y="1962272"/>
                  <a:pt x="9921541" y="1961681"/>
                  <a:pt x="9921541" y="1961681"/>
                </a:cubicBezTo>
                <a:lnTo>
                  <a:pt x="9926073" y="1953799"/>
                </a:lnTo>
                <a:cubicBezTo>
                  <a:pt x="9926270" y="1953537"/>
                  <a:pt x="9926861" y="1953340"/>
                  <a:pt x="9926861" y="1953340"/>
                </a:cubicBezTo>
                <a:close/>
                <a:moveTo>
                  <a:pt x="9672481" y="1953340"/>
                </a:moveTo>
                <a:lnTo>
                  <a:pt x="9681545" y="1953340"/>
                </a:lnTo>
                <a:cubicBezTo>
                  <a:pt x="9681872" y="1953340"/>
                  <a:pt x="9682333" y="1953799"/>
                  <a:pt x="9682333" y="1953799"/>
                </a:cubicBezTo>
                <a:lnTo>
                  <a:pt x="9686865" y="1961681"/>
                </a:lnTo>
                <a:cubicBezTo>
                  <a:pt x="9686996" y="1961943"/>
                  <a:pt x="9686865" y="1962535"/>
                  <a:pt x="9686865" y="1962535"/>
                </a:cubicBezTo>
                <a:lnTo>
                  <a:pt x="9682333" y="1970417"/>
                </a:lnTo>
                <a:cubicBezTo>
                  <a:pt x="9682136" y="1970680"/>
                  <a:pt x="9681545" y="1970877"/>
                  <a:pt x="9681545" y="1970877"/>
                </a:cubicBezTo>
                <a:lnTo>
                  <a:pt x="9672481" y="1970877"/>
                </a:lnTo>
                <a:cubicBezTo>
                  <a:pt x="9672152" y="1970877"/>
                  <a:pt x="9671693" y="1970417"/>
                  <a:pt x="9671693" y="1970417"/>
                </a:cubicBezTo>
                <a:lnTo>
                  <a:pt x="9667160" y="1962535"/>
                </a:lnTo>
                <a:cubicBezTo>
                  <a:pt x="9667030" y="1962272"/>
                  <a:pt x="9667160" y="1961681"/>
                  <a:pt x="9667160" y="1961681"/>
                </a:cubicBezTo>
                <a:lnTo>
                  <a:pt x="9671693" y="1953799"/>
                </a:lnTo>
                <a:cubicBezTo>
                  <a:pt x="9671890" y="1953537"/>
                  <a:pt x="9672481" y="1953340"/>
                  <a:pt x="9672481" y="1953340"/>
                </a:cubicBezTo>
                <a:close/>
                <a:moveTo>
                  <a:pt x="9418035" y="1953340"/>
                </a:moveTo>
                <a:lnTo>
                  <a:pt x="9427099" y="1953340"/>
                </a:lnTo>
                <a:cubicBezTo>
                  <a:pt x="9427427" y="1953340"/>
                  <a:pt x="9427887" y="1953799"/>
                  <a:pt x="9427887" y="1953799"/>
                </a:cubicBezTo>
                <a:lnTo>
                  <a:pt x="9432419" y="1961681"/>
                </a:lnTo>
                <a:cubicBezTo>
                  <a:pt x="9432550" y="1961943"/>
                  <a:pt x="9432419" y="1962535"/>
                  <a:pt x="9432419" y="1962535"/>
                </a:cubicBezTo>
                <a:lnTo>
                  <a:pt x="9427887" y="1970417"/>
                </a:lnTo>
                <a:cubicBezTo>
                  <a:pt x="9427690" y="1970680"/>
                  <a:pt x="9427099" y="1970877"/>
                  <a:pt x="9427099" y="1970877"/>
                </a:cubicBezTo>
                <a:lnTo>
                  <a:pt x="9418035" y="1970877"/>
                </a:lnTo>
                <a:cubicBezTo>
                  <a:pt x="9417707" y="1970877"/>
                  <a:pt x="9417247" y="1970417"/>
                  <a:pt x="9417247" y="1970417"/>
                </a:cubicBezTo>
                <a:lnTo>
                  <a:pt x="9412714" y="1962535"/>
                </a:lnTo>
                <a:cubicBezTo>
                  <a:pt x="9412583" y="1962272"/>
                  <a:pt x="9412714" y="1961681"/>
                  <a:pt x="9412714" y="1961681"/>
                </a:cubicBezTo>
                <a:lnTo>
                  <a:pt x="9417247" y="1953799"/>
                </a:lnTo>
                <a:cubicBezTo>
                  <a:pt x="9417444" y="1953537"/>
                  <a:pt x="9418035" y="1953340"/>
                  <a:pt x="9418035" y="1953340"/>
                </a:cubicBezTo>
                <a:close/>
                <a:moveTo>
                  <a:pt x="9163654" y="1953340"/>
                </a:moveTo>
                <a:lnTo>
                  <a:pt x="9172718" y="1953340"/>
                </a:lnTo>
                <a:cubicBezTo>
                  <a:pt x="9173046" y="1953340"/>
                  <a:pt x="9173506" y="1953799"/>
                  <a:pt x="9173506" y="1953799"/>
                </a:cubicBezTo>
                <a:lnTo>
                  <a:pt x="9178038" y="1961681"/>
                </a:lnTo>
                <a:cubicBezTo>
                  <a:pt x="9178169" y="1961943"/>
                  <a:pt x="9178038" y="1962535"/>
                  <a:pt x="9178038" y="1962535"/>
                </a:cubicBezTo>
                <a:lnTo>
                  <a:pt x="9173506" y="1970417"/>
                </a:lnTo>
                <a:cubicBezTo>
                  <a:pt x="9173309" y="1970680"/>
                  <a:pt x="9172718" y="1970877"/>
                  <a:pt x="9172718" y="1970877"/>
                </a:cubicBezTo>
                <a:lnTo>
                  <a:pt x="9163654" y="1970877"/>
                </a:lnTo>
                <a:cubicBezTo>
                  <a:pt x="9163326" y="1970877"/>
                  <a:pt x="9162866" y="1970417"/>
                  <a:pt x="9162866" y="1970417"/>
                </a:cubicBezTo>
                <a:lnTo>
                  <a:pt x="9158333" y="1962535"/>
                </a:lnTo>
                <a:cubicBezTo>
                  <a:pt x="9158202" y="1962272"/>
                  <a:pt x="9158333" y="1961681"/>
                  <a:pt x="9158333" y="1961681"/>
                </a:cubicBezTo>
                <a:lnTo>
                  <a:pt x="9162866" y="1953799"/>
                </a:lnTo>
                <a:cubicBezTo>
                  <a:pt x="9163062" y="1953537"/>
                  <a:pt x="9163654" y="1953340"/>
                  <a:pt x="9163654" y="1953340"/>
                </a:cubicBezTo>
                <a:close/>
                <a:moveTo>
                  <a:pt x="8909274" y="1953340"/>
                </a:moveTo>
                <a:lnTo>
                  <a:pt x="8918336" y="1953340"/>
                </a:lnTo>
                <a:cubicBezTo>
                  <a:pt x="8918666" y="1953340"/>
                  <a:pt x="8919125" y="1953799"/>
                  <a:pt x="8919125" y="1953799"/>
                </a:cubicBezTo>
                <a:lnTo>
                  <a:pt x="8923657" y="1961681"/>
                </a:lnTo>
                <a:cubicBezTo>
                  <a:pt x="8923789" y="1961943"/>
                  <a:pt x="8923657" y="1962535"/>
                  <a:pt x="8923657" y="1962535"/>
                </a:cubicBezTo>
                <a:lnTo>
                  <a:pt x="8919125" y="1970417"/>
                </a:lnTo>
                <a:cubicBezTo>
                  <a:pt x="8918928" y="1970680"/>
                  <a:pt x="8918336" y="1970877"/>
                  <a:pt x="8918336" y="1970877"/>
                </a:cubicBezTo>
                <a:lnTo>
                  <a:pt x="8909274" y="1970877"/>
                </a:lnTo>
                <a:cubicBezTo>
                  <a:pt x="8908945" y="1970877"/>
                  <a:pt x="8908484" y="1970417"/>
                  <a:pt x="8908484" y="1970417"/>
                </a:cubicBezTo>
                <a:lnTo>
                  <a:pt x="8903953" y="1962535"/>
                </a:lnTo>
                <a:cubicBezTo>
                  <a:pt x="8903821" y="1962272"/>
                  <a:pt x="8903953" y="1961681"/>
                  <a:pt x="8903953" y="1961681"/>
                </a:cubicBezTo>
                <a:lnTo>
                  <a:pt x="8908484" y="1953799"/>
                </a:lnTo>
                <a:cubicBezTo>
                  <a:pt x="8908681" y="1953537"/>
                  <a:pt x="8909274" y="1953340"/>
                  <a:pt x="8909274" y="1953340"/>
                </a:cubicBezTo>
                <a:close/>
                <a:moveTo>
                  <a:pt x="8654892" y="1953340"/>
                </a:moveTo>
                <a:lnTo>
                  <a:pt x="8663955" y="1953340"/>
                </a:lnTo>
                <a:cubicBezTo>
                  <a:pt x="8664285" y="1953340"/>
                  <a:pt x="8664744" y="1953799"/>
                  <a:pt x="8664744" y="1953799"/>
                </a:cubicBezTo>
                <a:lnTo>
                  <a:pt x="8669277" y="1961681"/>
                </a:lnTo>
                <a:cubicBezTo>
                  <a:pt x="8669408" y="1961943"/>
                  <a:pt x="8669277" y="1962535"/>
                  <a:pt x="8669277" y="1962535"/>
                </a:cubicBezTo>
                <a:lnTo>
                  <a:pt x="8664744" y="1970417"/>
                </a:lnTo>
                <a:cubicBezTo>
                  <a:pt x="8664548" y="1970680"/>
                  <a:pt x="8663955" y="1970877"/>
                  <a:pt x="8663955" y="1970877"/>
                </a:cubicBezTo>
                <a:lnTo>
                  <a:pt x="8654892" y="1970877"/>
                </a:lnTo>
                <a:cubicBezTo>
                  <a:pt x="8654565" y="1970877"/>
                  <a:pt x="8654104" y="1970417"/>
                  <a:pt x="8654104" y="1970417"/>
                </a:cubicBezTo>
                <a:lnTo>
                  <a:pt x="8649572" y="1962535"/>
                </a:lnTo>
                <a:cubicBezTo>
                  <a:pt x="8649441" y="1962272"/>
                  <a:pt x="8649572" y="1961681"/>
                  <a:pt x="8649572" y="1961681"/>
                </a:cubicBezTo>
                <a:lnTo>
                  <a:pt x="8654104" y="1953799"/>
                </a:lnTo>
                <a:cubicBezTo>
                  <a:pt x="8654301" y="1953537"/>
                  <a:pt x="8654892" y="1953340"/>
                  <a:pt x="8654892" y="1953340"/>
                </a:cubicBezTo>
                <a:close/>
                <a:moveTo>
                  <a:pt x="8400511" y="1953340"/>
                </a:moveTo>
                <a:lnTo>
                  <a:pt x="8409575" y="1953340"/>
                </a:lnTo>
                <a:cubicBezTo>
                  <a:pt x="8409904" y="1953340"/>
                  <a:pt x="8410363" y="1953799"/>
                  <a:pt x="8410363" y="1953799"/>
                </a:cubicBezTo>
                <a:lnTo>
                  <a:pt x="8414896" y="1961681"/>
                </a:lnTo>
                <a:cubicBezTo>
                  <a:pt x="8415027" y="1961943"/>
                  <a:pt x="8414896" y="1962535"/>
                  <a:pt x="8414896" y="1962535"/>
                </a:cubicBezTo>
                <a:lnTo>
                  <a:pt x="8410363" y="1970417"/>
                </a:lnTo>
                <a:cubicBezTo>
                  <a:pt x="8410166" y="1970680"/>
                  <a:pt x="8409575" y="1970877"/>
                  <a:pt x="8409575" y="1970877"/>
                </a:cubicBezTo>
                <a:lnTo>
                  <a:pt x="8400511" y="1970877"/>
                </a:lnTo>
                <a:cubicBezTo>
                  <a:pt x="8400184" y="1970877"/>
                  <a:pt x="8399723" y="1970417"/>
                  <a:pt x="8399723" y="1970417"/>
                </a:cubicBezTo>
                <a:lnTo>
                  <a:pt x="8395191" y="1962535"/>
                </a:lnTo>
                <a:cubicBezTo>
                  <a:pt x="8395060" y="1962272"/>
                  <a:pt x="8395191" y="1961681"/>
                  <a:pt x="8395191" y="1961681"/>
                </a:cubicBezTo>
                <a:lnTo>
                  <a:pt x="8399723" y="1953799"/>
                </a:lnTo>
                <a:cubicBezTo>
                  <a:pt x="8399920" y="1953537"/>
                  <a:pt x="8400511" y="1953340"/>
                  <a:pt x="8400511" y="1953340"/>
                </a:cubicBezTo>
                <a:close/>
                <a:moveTo>
                  <a:pt x="8146065" y="1953340"/>
                </a:moveTo>
                <a:lnTo>
                  <a:pt x="8155129" y="1953340"/>
                </a:lnTo>
                <a:cubicBezTo>
                  <a:pt x="8155458" y="1953340"/>
                  <a:pt x="8155917" y="1953799"/>
                  <a:pt x="8155917" y="1953799"/>
                </a:cubicBezTo>
                <a:lnTo>
                  <a:pt x="8160449" y="1961681"/>
                </a:lnTo>
                <a:cubicBezTo>
                  <a:pt x="8160580" y="1961943"/>
                  <a:pt x="8160449" y="1962535"/>
                  <a:pt x="8160449" y="1962535"/>
                </a:cubicBezTo>
                <a:lnTo>
                  <a:pt x="8155917" y="1970417"/>
                </a:lnTo>
                <a:cubicBezTo>
                  <a:pt x="8155719" y="1970680"/>
                  <a:pt x="8155129" y="1970877"/>
                  <a:pt x="8155129" y="1970877"/>
                </a:cubicBezTo>
                <a:lnTo>
                  <a:pt x="8146065" y="1970877"/>
                </a:lnTo>
                <a:cubicBezTo>
                  <a:pt x="8145737" y="1970877"/>
                  <a:pt x="8145277" y="1970417"/>
                  <a:pt x="8145277" y="1970417"/>
                </a:cubicBezTo>
                <a:lnTo>
                  <a:pt x="8140745" y="1962535"/>
                </a:lnTo>
                <a:cubicBezTo>
                  <a:pt x="8140613" y="1962272"/>
                  <a:pt x="8140745" y="1961681"/>
                  <a:pt x="8140745" y="1961681"/>
                </a:cubicBezTo>
                <a:lnTo>
                  <a:pt x="8145277" y="1953799"/>
                </a:lnTo>
                <a:cubicBezTo>
                  <a:pt x="8145474" y="1953537"/>
                  <a:pt x="8146065" y="1953340"/>
                  <a:pt x="8146065" y="1953340"/>
                </a:cubicBezTo>
                <a:close/>
                <a:moveTo>
                  <a:pt x="7891684" y="1953340"/>
                </a:moveTo>
                <a:lnTo>
                  <a:pt x="7900748" y="1953340"/>
                </a:lnTo>
                <a:cubicBezTo>
                  <a:pt x="7901076" y="1953340"/>
                  <a:pt x="7901536" y="1953799"/>
                  <a:pt x="7901536" y="1953799"/>
                </a:cubicBezTo>
                <a:lnTo>
                  <a:pt x="7906067" y="1961681"/>
                </a:lnTo>
                <a:cubicBezTo>
                  <a:pt x="7906199" y="1961943"/>
                  <a:pt x="7906067" y="1962535"/>
                  <a:pt x="7906067" y="1962535"/>
                </a:cubicBezTo>
                <a:lnTo>
                  <a:pt x="7901536" y="1970417"/>
                </a:lnTo>
                <a:cubicBezTo>
                  <a:pt x="7901339" y="1970680"/>
                  <a:pt x="7900748" y="1970877"/>
                  <a:pt x="7900748" y="1970877"/>
                </a:cubicBezTo>
                <a:lnTo>
                  <a:pt x="7891684" y="1970877"/>
                </a:lnTo>
                <a:cubicBezTo>
                  <a:pt x="7891355" y="1970877"/>
                  <a:pt x="7890896" y="1970417"/>
                  <a:pt x="7890896" y="1970417"/>
                </a:cubicBezTo>
                <a:lnTo>
                  <a:pt x="7886363" y="1962535"/>
                </a:lnTo>
                <a:cubicBezTo>
                  <a:pt x="7886233" y="1962272"/>
                  <a:pt x="7886363" y="1961681"/>
                  <a:pt x="7886363" y="1961681"/>
                </a:cubicBezTo>
                <a:lnTo>
                  <a:pt x="7890896" y="1953799"/>
                </a:lnTo>
                <a:cubicBezTo>
                  <a:pt x="7891093" y="1953537"/>
                  <a:pt x="7891684" y="1953340"/>
                  <a:pt x="7891684" y="1953340"/>
                </a:cubicBezTo>
                <a:close/>
                <a:moveTo>
                  <a:pt x="7637304" y="1953340"/>
                </a:moveTo>
                <a:lnTo>
                  <a:pt x="7646367" y="1953340"/>
                </a:lnTo>
                <a:cubicBezTo>
                  <a:pt x="7646696" y="1953340"/>
                  <a:pt x="7647156" y="1953799"/>
                  <a:pt x="7647156" y="1953799"/>
                </a:cubicBezTo>
                <a:lnTo>
                  <a:pt x="7651687" y="1961681"/>
                </a:lnTo>
                <a:cubicBezTo>
                  <a:pt x="7651819" y="1961943"/>
                  <a:pt x="7651687" y="1962535"/>
                  <a:pt x="7651687" y="1962535"/>
                </a:cubicBezTo>
                <a:lnTo>
                  <a:pt x="7647156" y="1970417"/>
                </a:lnTo>
                <a:cubicBezTo>
                  <a:pt x="7646958" y="1970680"/>
                  <a:pt x="7646367" y="1970877"/>
                  <a:pt x="7646367" y="1970877"/>
                </a:cubicBezTo>
                <a:lnTo>
                  <a:pt x="7637304" y="1970877"/>
                </a:lnTo>
                <a:cubicBezTo>
                  <a:pt x="7636975" y="1970877"/>
                  <a:pt x="7636516" y="1970417"/>
                  <a:pt x="7636516" y="1970417"/>
                </a:cubicBezTo>
                <a:lnTo>
                  <a:pt x="7631983" y="1962535"/>
                </a:lnTo>
                <a:cubicBezTo>
                  <a:pt x="7631851" y="1962272"/>
                  <a:pt x="7631983" y="1961681"/>
                  <a:pt x="7631983" y="1961681"/>
                </a:cubicBezTo>
                <a:lnTo>
                  <a:pt x="7636516" y="1953799"/>
                </a:lnTo>
                <a:cubicBezTo>
                  <a:pt x="7636713" y="1953537"/>
                  <a:pt x="7637304" y="1953340"/>
                  <a:pt x="7637304" y="1953340"/>
                </a:cubicBezTo>
                <a:close/>
                <a:moveTo>
                  <a:pt x="7382923" y="1953340"/>
                </a:moveTo>
                <a:lnTo>
                  <a:pt x="7391987" y="1953340"/>
                </a:lnTo>
                <a:cubicBezTo>
                  <a:pt x="7392315" y="1953340"/>
                  <a:pt x="7392775" y="1953799"/>
                  <a:pt x="7392775" y="1953799"/>
                </a:cubicBezTo>
                <a:lnTo>
                  <a:pt x="7397307" y="1961681"/>
                </a:lnTo>
                <a:cubicBezTo>
                  <a:pt x="7397438" y="1961943"/>
                  <a:pt x="7397307" y="1962535"/>
                  <a:pt x="7397307" y="1962535"/>
                </a:cubicBezTo>
                <a:lnTo>
                  <a:pt x="7392775" y="1970417"/>
                </a:lnTo>
                <a:cubicBezTo>
                  <a:pt x="7392578" y="1970680"/>
                  <a:pt x="7391987" y="1970877"/>
                  <a:pt x="7391987" y="1970877"/>
                </a:cubicBezTo>
                <a:lnTo>
                  <a:pt x="7382923" y="1970877"/>
                </a:lnTo>
                <a:cubicBezTo>
                  <a:pt x="7382595" y="1970877"/>
                  <a:pt x="7382135" y="1970417"/>
                  <a:pt x="7382135" y="1970417"/>
                </a:cubicBezTo>
                <a:lnTo>
                  <a:pt x="7377602" y="1962535"/>
                </a:lnTo>
                <a:cubicBezTo>
                  <a:pt x="7377471" y="1962272"/>
                  <a:pt x="7377602" y="1961681"/>
                  <a:pt x="7377602" y="1961681"/>
                </a:cubicBezTo>
                <a:lnTo>
                  <a:pt x="7382135" y="1953799"/>
                </a:lnTo>
                <a:cubicBezTo>
                  <a:pt x="7382331" y="1953537"/>
                  <a:pt x="7382923" y="1953340"/>
                  <a:pt x="7382923" y="1953340"/>
                </a:cubicBezTo>
                <a:close/>
                <a:moveTo>
                  <a:pt x="7128477" y="1953340"/>
                </a:moveTo>
                <a:lnTo>
                  <a:pt x="7137540" y="1953340"/>
                </a:lnTo>
                <a:cubicBezTo>
                  <a:pt x="7137869" y="1953340"/>
                  <a:pt x="7138328" y="1953799"/>
                  <a:pt x="7138328" y="1953799"/>
                </a:cubicBezTo>
                <a:lnTo>
                  <a:pt x="7142860" y="1961681"/>
                </a:lnTo>
                <a:cubicBezTo>
                  <a:pt x="7142992" y="1961943"/>
                  <a:pt x="7142860" y="1962535"/>
                  <a:pt x="7142860" y="1962535"/>
                </a:cubicBezTo>
                <a:lnTo>
                  <a:pt x="7138328" y="1970417"/>
                </a:lnTo>
                <a:cubicBezTo>
                  <a:pt x="7138131" y="1970680"/>
                  <a:pt x="7137540" y="1970877"/>
                  <a:pt x="7137540" y="1970877"/>
                </a:cubicBezTo>
                <a:lnTo>
                  <a:pt x="7128477" y="1970877"/>
                </a:lnTo>
                <a:cubicBezTo>
                  <a:pt x="7128148" y="1970877"/>
                  <a:pt x="7127689" y="1970417"/>
                  <a:pt x="7127689" y="1970417"/>
                </a:cubicBezTo>
                <a:lnTo>
                  <a:pt x="7123156" y="1962535"/>
                </a:lnTo>
                <a:cubicBezTo>
                  <a:pt x="7123024" y="1962272"/>
                  <a:pt x="7123156" y="1961681"/>
                  <a:pt x="7123156" y="1961681"/>
                </a:cubicBezTo>
                <a:lnTo>
                  <a:pt x="7127689" y="1953799"/>
                </a:lnTo>
                <a:cubicBezTo>
                  <a:pt x="7127885" y="1953537"/>
                  <a:pt x="7128477" y="1953340"/>
                  <a:pt x="7128477" y="1953340"/>
                </a:cubicBezTo>
                <a:close/>
                <a:moveTo>
                  <a:pt x="6874095" y="1953340"/>
                </a:moveTo>
                <a:lnTo>
                  <a:pt x="6883159" y="1953340"/>
                </a:lnTo>
                <a:cubicBezTo>
                  <a:pt x="6883488" y="1953340"/>
                  <a:pt x="6883947" y="1953799"/>
                  <a:pt x="6883947" y="1953799"/>
                </a:cubicBezTo>
                <a:lnTo>
                  <a:pt x="6888480" y="1961681"/>
                </a:lnTo>
                <a:cubicBezTo>
                  <a:pt x="6888611" y="1961943"/>
                  <a:pt x="6888480" y="1962535"/>
                  <a:pt x="6888480" y="1962535"/>
                </a:cubicBezTo>
                <a:lnTo>
                  <a:pt x="6883947" y="1970417"/>
                </a:lnTo>
                <a:cubicBezTo>
                  <a:pt x="6883751" y="1970680"/>
                  <a:pt x="6883159" y="1970877"/>
                  <a:pt x="6883159" y="1970877"/>
                </a:cubicBezTo>
                <a:lnTo>
                  <a:pt x="6874095" y="1970877"/>
                </a:lnTo>
                <a:cubicBezTo>
                  <a:pt x="6873768" y="1970877"/>
                  <a:pt x="6873307" y="1970417"/>
                  <a:pt x="6873307" y="1970417"/>
                </a:cubicBezTo>
                <a:lnTo>
                  <a:pt x="6868775" y="1962535"/>
                </a:lnTo>
                <a:cubicBezTo>
                  <a:pt x="6868644" y="1962272"/>
                  <a:pt x="6868775" y="1961681"/>
                  <a:pt x="6868775" y="1961681"/>
                </a:cubicBezTo>
                <a:lnTo>
                  <a:pt x="6873307" y="1953799"/>
                </a:lnTo>
                <a:cubicBezTo>
                  <a:pt x="6873504" y="1953537"/>
                  <a:pt x="6874095" y="1953340"/>
                  <a:pt x="6874095" y="1953340"/>
                </a:cubicBezTo>
                <a:close/>
                <a:moveTo>
                  <a:pt x="6619714" y="1953340"/>
                </a:moveTo>
                <a:lnTo>
                  <a:pt x="6628778" y="1953340"/>
                </a:lnTo>
                <a:cubicBezTo>
                  <a:pt x="6629107" y="1953340"/>
                  <a:pt x="6629566" y="1953799"/>
                  <a:pt x="6629566" y="1953799"/>
                </a:cubicBezTo>
                <a:lnTo>
                  <a:pt x="6634099" y="1961681"/>
                </a:lnTo>
                <a:cubicBezTo>
                  <a:pt x="6634230" y="1961943"/>
                  <a:pt x="6634099" y="1962535"/>
                  <a:pt x="6634099" y="1962535"/>
                </a:cubicBezTo>
                <a:lnTo>
                  <a:pt x="6629566" y="1970417"/>
                </a:lnTo>
                <a:cubicBezTo>
                  <a:pt x="6629369" y="1970680"/>
                  <a:pt x="6628778" y="1970877"/>
                  <a:pt x="6628778" y="1970877"/>
                </a:cubicBezTo>
                <a:lnTo>
                  <a:pt x="6619714" y="1970877"/>
                </a:lnTo>
                <a:cubicBezTo>
                  <a:pt x="6619387" y="1970877"/>
                  <a:pt x="6618926" y="1970417"/>
                  <a:pt x="6618926" y="1970417"/>
                </a:cubicBezTo>
                <a:lnTo>
                  <a:pt x="6614394" y="1962535"/>
                </a:lnTo>
                <a:cubicBezTo>
                  <a:pt x="6614263" y="1962272"/>
                  <a:pt x="6614394" y="1961681"/>
                  <a:pt x="6614394" y="1961681"/>
                </a:cubicBezTo>
                <a:lnTo>
                  <a:pt x="6618926" y="1953799"/>
                </a:lnTo>
                <a:cubicBezTo>
                  <a:pt x="6619123" y="1953537"/>
                  <a:pt x="6619714" y="1953340"/>
                  <a:pt x="6619714" y="1953340"/>
                </a:cubicBezTo>
                <a:close/>
                <a:moveTo>
                  <a:pt x="6365334" y="1953340"/>
                </a:moveTo>
                <a:lnTo>
                  <a:pt x="6374397" y="1953340"/>
                </a:lnTo>
                <a:cubicBezTo>
                  <a:pt x="6374727" y="1953340"/>
                  <a:pt x="6375186" y="1953799"/>
                  <a:pt x="6375186" y="1953799"/>
                </a:cubicBezTo>
                <a:lnTo>
                  <a:pt x="6379718" y="1961681"/>
                </a:lnTo>
                <a:cubicBezTo>
                  <a:pt x="6379849" y="1961943"/>
                  <a:pt x="6379718" y="1962535"/>
                  <a:pt x="6379718" y="1962535"/>
                </a:cubicBezTo>
                <a:lnTo>
                  <a:pt x="6375186" y="1970417"/>
                </a:lnTo>
                <a:cubicBezTo>
                  <a:pt x="6374988" y="1970680"/>
                  <a:pt x="6374397" y="1970877"/>
                  <a:pt x="6374397" y="1970877"/>
                </a:cubicBezTo>
                <a:lnTo>
                  <a:pt x="6365334" y="1970877"/>
                </a:lnTo>
                <a:cubicBezTo>
                  <a:pt x="6365005" y="1970877"/>
                  <a:pt x="6364546" y="1970417"/>
                  <a:pt x="6364546" y="1970417"/>
                </a:cubicBezTo>
                <a:lnTo>
                  <a:pt x="6360014" y="1962535"/>
                </a:lnTo>
                <a:cubicBezTo>
                  <a:pt x="6359882" y="1962272"/>
                  <a:pt x="6360014" y="1961681"/>
                  <a:pt x="6360014" y="1961681"/>
                </a:cubicBezTo>
                <a:lnTo>
                  <a:pt x="6364546" y="1953799"/>
                </a:lnTo>
                <a:cubicBezTo>
                  <a:pt x="6364743" y="1953537"/>
                  <a:pt x="6365334" y="1953340"/>
                  <a:pt x="6365334" y="1953340"/>
                </a:cubicBezTo>
                <a:close/>
                <a:moveTo>
                  <a:pt x="6110888" y="1953340"/>
                </a:moveTo>
                <a:lnTo>
                  <a:pt x="6119953" y="1953340"/>
                </a:lnTo>
                <a:cubicBezTo>
                  <a:pt x="6120280" y="1953340"/>
                  <a:pt x="6120740" y="1953799"/>
                  <a:pt x="6120740" y="1953799"/>
                </a:cubicBezTo>
                <a:lnTo>
                  <a:pt x="6125272" y="1961681"/>
                </a:lnTo>
                <a:cubicBezTo>
                  <a:pt x="6125403" y="1961943"/>
                  <a:pt x="6125272" y="1962535"/>
                  <a:pt x="6125272" y="1962535"/>
                </a:cubicBezTo>
                <a:lnTo>
                  <a:pt x="6120740" y="1970417"/>
                </a:lnTo>
                <a:cubicBezTo>
                  <a:pt x="6120543" y="1970680"/>
                  <a:pt x="6119953" y="1970877"/>
                  <a:pt x="6119953" y="1970877"/>
                </a:cubicBezTo>
                <a:lnTo>
                  <a:pt x="6110888" y="1970877"/>
                </a:lnTo>
                <a:cubicBezTo>
                  <a:pt x="6110560" y="1970877"/>
                  <a:pt x="6110101" y="1970417"/>
                  <a:pt x="6110101" y="1970417"/>
                </a:cubicBezTo>
                <a:lnTo>
                  <a:pt x="6105567" y="1962535"/>
                </a:lnTo>
                <a:cubicBezTo>
                  <a:pt x="6105436" y="1962272"/>
                  <a:pt x="6105567" y="1961681"/>
                  <a:pt x="6105567" y="1961681"/>
                </a:cubicBezTo>
                <a:lnTo>
                  <a:pt x="6110101" y="1953799"/>
                </a:lnTo>
                <a:cubicBezTo>
                  <a:pt x="6110296" y="1953537"/>
                  <a:pt x="6110888" y="1953340"/>
                  <a:pt x="6110888" y="1953340"/>
                </a:cubicBezTo>
                <a:close/>
                <a:moveTo>
                  <a:pt x="5856508" y="1953340"/>
                </a:moveTo>
                <a:lnTo>
                  <a:pt x="5865571" y="1953340"/>
                </a:lnTo>
                <a:cubicBezTo>
                  <a:pt x="5865900" y="1953340"/>
                  <a:pt x="5866359" y="1953799"/>
                  <a:pt x="5866359" y="1953799"/>
                </a:cubicBezTo>
                <a:lnTo>
                  <a:pt x="5870891" y="1961681"/>
                </a:lnTo>
                <a:cubicBezTo>
                  <a:pt x="5871023" y="1961943"/>
                  <a:pt x="5870891" y="1962535"/>
                  <a:pt x="5870891" y="1962535"/>
                </a:cubicBezTo>
                <a:lnTo>
                  <a:pt x="5866359" y="1970417"/>
                </a:lnTo>
                <a:cubicBezTo>
                  <a:pt x="5866163" y="1970680"/>
                  <a:pt x="5865571" y="1970877"/>
                  <a:pt x="5865571" y="1970877"/>
                </a:cubicBezTo>
                <a:lnTo>
                  <a:pt x="5856508" y="1970877"/>
                </a:lnTo>
                <a:cubicBezTo>
                  <a:pt x="5856178" y="1970877"/>
                  <a:pt x="5855720" y="1970417"/>
                  <a:pt x="5855720" y="1970417"/>
                </a:cubicBezTo>
                <a:lnTo>
                  <a:pt x="5851187" y="1962535"/>
                </a:lnTo>
                <a:cubicBezTo>
                  <a:pt x="5851055" y="1962272"/>
                  <a:pt x="5851187" y="1961681"/>
                  <a:pt x="5851187" y="1961681"/>
                </a:cubicBezTo>
                <a:lnTo>
                  <a:pt x="5855720" y="1953799"/>
                </a:lnTo>
                <a:cubicBezTo>
                  <a:pt x="5855916" y="1953537"/>
                  <a:pt x="5856508" y="1953340"/>
                  <a:pt x="5856508" y="1953340"/>
                </a:cubicBezTo>
                <a:close/>
                <a:moveTo>
                  <a:pt x="5602126" y="1953340"/>
                </a:moveTo>
                <a:lnTo>
                  <a:pt x="5611191" y="1953340"/>
                </a:lnTo>
                <a:cubicBezTo>
                  <a:pt x="5611519" y="1953340"/>
                  <a:pt x="5611979" y="1953799"/>
                  <a:pt x="5611979" y="1953799"/>
                </a:cubicBezTo>
                <a:lnTo>
                  <a:pt x="5616511" y="1961681"/>
                </a:lnTo>
                <a:cubicBezTo>
                  <a:pt x="5616642" y="1961943"/>
                  <a:pt x="5616511" y="1962535"/>
                  <a:pt x="5616511" y="1962535"/>
                </a:cubicBezTo>
                <a:lnTo>
                  <a:pt x="5611979" y="1970417"/>
                </a:lnTo>
                <a:cubicBezTo>
                  <a:pt x="5611782" y="1970680"/>
                  <a:pt x="5611191" y="1970877"/>
                  <a:pt x="5611191" y="1970877"/>
                </a:cubicBezTo>
                <a:lnTo>
                  <a:pt x="5602126" y="1970877"/>
                </a:lnTo>
                <a:cubicBezTo>
                  <a:pt x="5601798" y="1970877"/>
                  <a:pt x="5601338" y="1970417"/>
                  <a:pt x="5601338" y="1970417"/>
                </a:cubicBezTo>
                <a:lnTo>
                  <a:pt x="5596807" y="1962535"/>
                </a:lnTo>
                <a:cubicBezTo>
                  <a:pt x="5596675" y="1962272"/>
                  <a:pt x="5596807" y="1961681"/>
                  <a:pt x="5596807" y="1961681"/>
                </a:cubicBezTo>
                <a:lnTo>
                  <a:pt x="5601338" y="1953799"/>
                </a:lnTo>
                <a:cubicBezTo>
                  <a:pt x="5601536" y="1953537"/>
                  <a:pt x="5602126" y="1953340"/>
                  <a:pt x="5602126" y="1953340"/>
                </a:cubicBezTo>
                <a:close/>
                <a:moveTo>
                  <a:pt x="5347746" y="1953340"/>
                </a:moveTo>
                <a:lnTo>
                  <a:pt x="5356810" y="1953340"/>
                </a:lnTo>
                <a:cubicBezTo>
                  <a:pt x="5357138" y="1953340"/>
                  <a:pt x="5357598" y="1953799"/>
                  <a:pt x="5357598" y="1953799"/>
                </a:cubicBezTo>
                <a:lnTo>
                  <a:pt x="5362130" y="1961681"/>
                </a:lnTo>
                <a:cubicBezTo>
                  <a:pt x="5362261" y="1961943"/>
                  <a:pt x="5362130" y="1962535"/>
                  <a:pt x="5362130" y="1962535"/>
                </a:cubicBezTo>
                <a:lnTo>
                  <a:pt x="5357598" y="1970417"/>
                </a:lnTo>
                <a:cubicBezTo>
                  <a:pt x="5357401" y="1970680"/>
                  <a:pt x="5356810" y="1970877"/>
                  <a:pt x="5356810" y="1970877"/>
                </a:cubicBezTo>
                <a:lnTo>
                  <a:pt x="5347746" y="1970877"/>
                </a:lnTo>
                <a:cubicBezTo>
                  <a:pt x="5347418" y="1970877"/>
                  <a:pt x="5346958" y="1970417"/>
                  <a:pt x="5346958" y="1970417"/>
                </a:cubicBezTo>
                <a:lnTo>
                  <a:pt x="5342425" y="1962535"/>
                </a:lnTo>
                <a:cubicBezTo>
                  <a:pt x="5342295" y="1962272"/>
                  <a:pt x="5342425" y="1961681"/>
                  <a:pt x="5342425" y="1961681"/>
                </a:cubicBezTo>
                <a:lnTo>
                  <a:pt x="5346958" y="1953799"/>
                </a:lnTo>
                <a:cubicBezTo>
                  <a:pt x="5347154" y="1953537"/>
                  <a:pt x="5347746" y="1953340"/>
                  <a:pt x="5347746" y="1953340"/>
                </a:cubicBezTo>
                <a:close/>
                <a:moveTo>
                  <a:pt x="5093300" y="1953340"/>
                </a:moveTo>
                <a:lnTo>
                  <a:pt x="5102364" y="1953340"/>
                </a:lnTo>
                <a:cubicBezTo>
                  <a:pt x="5102693" y="1953340"/>
                  <a:pt x="5103153" y="1953799"/>
                  <a:pt x="5103153" y="1953799"/>
                </a:cubicBezTo>
                <a:lnTo>
                  <a:pt x="5107684" y="1961681"/>
                </a:lnTo>
                <a:cubicBezTo>
                  <a:pt x="5107815" y="1961943"/>
                  <a:pt x="5107684" y="1962535"/>
                  <a:pt x="5107684" y="1962535"/>
                </a:cubicBezTo>
                <a:lnTo>
                  <a:pt x="5103153" y="1970417"/>
                </a:lnTo>
                <a:cubicBezTo>
                  <a:pt x="5102955" y="1970680"/>
                  <a:pt x="5102364" y="1970877"/>
                  <a:pt x="5102364" y="1970877"/>
                </a:cubicBezTo>
                <a:lnTo>
                  <a:pt x="5093300" y="1970877"/>
                </a:lnTo>
                <a:cubicBezTo>
                  <a:pt x="5092972" y="1970877"/>
                  <a:pt x="5092512" y="1970417"/>
                  <a:pt x="5092512" y="1970417"/>
                </a:cubicBezTo>
                <a:lnTo>
                  <a:pt x="5087979" y="1962535"/>
                </a:lnTo>
                <a:cubicBezTo>
                  <a:pt x="5087848" y="1962272"/>
                  <a:pt x="5087979" y="1961681"/>
                  <a:pt x="5087979" y="1961681"/>
                </a:cubicBezTo>
                <a:lnTo>
                  <a:pt x="5092512" y="1953799"/>
                </a:lnTo>
                <a:cubicBezTo>
                  <a:pt x="5092708" y="1953537"/>
                  <a:pt x="5093300" y="1953340"/>
                  <a:pt x="5093300" y="1953340"/>
                </a:cubicBezTo>
                <a:close/>
                <a:moveTo>
                  <a:pt x="4838919" y="1953340"/>
                </a:moveTo>
                <a:lnTo>
                  <a:pt x="4847982" y="1953340"/>
                </a:lnTo>
                <a:cubicBezTo>
                  <a:pt x="4848311" y="1953340"/>
                  <a:pt x="4848772" y="1953799"/>
                  <a:pt x="4848772" y="1953799"/>
                </a:cubicBezTo>
                <a:lnTo>
                  <a:pt x="4853303" y="1961681"/>
                </a:lnTo>
                <a:cubicBezTo>
                  <a:pt x="4853435" y="1961943"/>
                  <a:pt x="4853303" y="1962535"/>
                  <a:pt x="4853303" y="1962535"/>
                </a:cubicBezTo>
                <a:lnTo>
                  <a:pt x="4848772" y="1970417"/>
                </a:lnTo>
                <a:cubicBezTo>
                  <a:pt x="4848575" y="1970680"/>
                  <a:pt x="4847982" y="1970877"/>
                  <a:pt x="4847982" y="1970877"/>
                </a:cubicBezTo>
                <a:lnTo>
                  <a:pt x="4838919" y="1970877"/>
                </a:lnTo>
                <a:cubicBezTo>
                  <a:pt x="4838590" y="1970877"/>
                  <a:pt x="4838132" y="1970417"/>
                  <a:pt x="4838132" y="1970417"/>
                </a:cubicBezTo>
                <a:lnTo>
                  <a:pt x="4833598" y="1962535"/>
                </a:lnTo>
                <a:cubicBezTo>
                  <a:pt x="4833467" y="1962272"/>
                  <a:pt x="4833598" y="1961681"/>
                  <a:pt x="4833598" y="1961681"/>
                </a:cubicBezTo>
                <a:lnTo>
                  <a:pt x="4838132" y="1953799"/>
                </a:lnTo>
                <a:cubicBezTo>
                  <a:pt x="4838328" y="1953537"/>
                  <a:pt x="4838919" y="1953340"/>
                  <a:pt x="4838919" y="1953340"/>
                </a:cubicBezTo>
                <a:close/>
                <a:moveTo>
                  <a:pt x="4584538" y="1953340"/>
                </a:moveTo>
                <a:lnTo>
                  <a:pt x="4593603" y="1953340"/>
                </a:lnTo>
                <a:cubicBezTo>
                  <a:pt x="4593932" y="1953340"/>
                  <a:pt x="4594390" y="1953799"/>
                  <a:pt x="4594390" y="1953799"/>
                </a:cubicBezTo>
                <a:lnTo>
                  <a:pt x="4598922" y="1961681"/>
                </a:lnTo>
                <a:cubicBezTo>
                  <a:pt x="4599054" y="1961943"/>
                  <a:pt x="4598922" y="1962535"/>
                  <a:pt x="4598922" y="1962535"/>
                </a:cubicBezTo>
                <a:lnTo>
                  <a:pt x="4594390" y="1970417"/>
                </a:lnTo>
                <a:cubicBezTo>
                  <a:pt x="4594193" y="1970680"/>
                  <a:pt x="4593603" y="1970877"/>
                  <a:pt x="4593603" y="1970877"/>
                </a:cubicBezTo>
                <a:lnTo>
                  <a:pt x="4584538" y="1970877"/>
                </a:lnTo>
                <a:cubicBezTo>
                  <a:pt x="4584210" y="1970877"/>
                  <a:pt x="4583749" y="1970417"/>
                  <a:pt x="4583749" y="1970417"/>
                </a:cubicBezTo>
                <a:lnTo>
                  <a:pt x="4579218" y="1962535"/>
                </a:lnTo>
                <a:cubicBezTo>
                  <a:pt x="4579087" y="1962272"/>
                  <a:pt x="4579218" y="1961681"/>
                  <a:pt x="4579218" y="1961681"/>
                </a:cubicBezTo>
                <a:lnTo>
                  <a:pt x="4583749" y="1953799"/>
                </a:lnTo>
                <a:cubicBezTo>
                  <a:pt x="4583948" y="1953537"/>
                  <a:pt x="4584538" y="1953340"/>
                  <a:pt x="4584538" y="1953340"/>
                </a:cubicBezTo>
                <a:close/>
                <a:moveTo>
                  <a:pt x="4330157" y="1953340"/>
                </a:moveTo>
                <a:lnTo>
                  <a:pt x="4339222" y="1953340"/>
                </a:lnTo>
                <a:cubicBezTo>
                  <a:pt x="4339550" y="1953340"/>
                  <a:pt x="4340010" y="1953799"/>
                  <a:pt x="4340010" y="1953799"/>
                </a:cubicBezTo>
                <a:lnTo>
                  <a:pt x="4344540" y="1961681"/>
                </a:lnTo>
                <a:cubicBezTo>
                  <a:pt x="4344672" y="1961943"/>
                  <a:pt x="4344540" y="1962535"/>
                  <a:pt x="4344540" y="1962535"/>
                </a:cubicBezTo>
                <a:lnTo>
                  <a:pt x="4340010" y="1970417"/>
                </a:lnTo>
                <a:cubicBezTo>
                  <a:pt x="4339812" y="1970680"/>
                  <a:pt x="4339222" y="1970877"/>
                  <a:pt x="4339222" y="1970877"/>
                </a:cubicBezTo>
                <a:lnTo>
                  <a:pt x="4330157" y="1970877"/>
                </a:lnTo>
                <a:cubicBezTo>
                  <a:pt x="4329829" y="1970877"/>
                  <a:pt x="4329369" y="1970417"/>
                  <a:pt x="4329369" y="1970417"/>
                </a:cubicBezTo>
                <a:lnTo>
                  <a:pt x="4324836" y="1962535"/>
                </a:lnTo>
                <a:cubicBezTo>
                  <a:pt x="4324706" y="1962272"/>
                  <a:pt x="4324836" y="1961681"/>
                  <a:pt x="4324836" y="1961681"/>
                </a:cubicBezTo>
                <a:lnTo>
                  <a:pt x="4329369" y="1953799"/>
                </a:lnTo>
                <a:cubicBezTo>
                  <a:pt x="4329565" y="1953537"/>
                  <a:pt x="4330157" y="1953340"/>
                  <a:pt x="4330157" y="1953340"/>
                </a:cubicBezTo>
                <a:close/>
                <a:moveTo>
                  <a:pt x="4075985" y="1953340"/>
                </a:moveTo>
                <a:lnTo>
                  <a:pt x="4085050" y="1953340"/>
                </a:lnTo>
                <a:cubicBezTo>
                  <a:pt x="4085379" y="1953340"/>
                  <a:pt x="4085839" y="1953799"/>
                  <a:pt x="4085839" y="1953799"/>
                </a:cubicBezTo>
                <a:lnTo>
                  <a:pt x="4090370" y="1961681"/>
                </a:lnTo>
                <a:cubicBezTo>
                  <a:pt x="4090503" y="1961943"/>
                  <a:pt x="4090370" y="1962535"/>
                  <a:pt x="4090370" y="1962535"/>
                </a:cubicBezTo>
                <a:lnTo>
                  <a:pt x="4085839" y="1970417"/>
                </a:lnTo>
                <a:cubicBezTo>
                  <a:pt x="4085642" y="1970680"/>
                  <a:pt x="4085050" y="1970877"/>
                  <a:pt x="4085050" y="1970877"/>
                </a:cubicBezTo>
                <a:lnTo>
                  <a:pt x="4075985" y="1970877"/>
                </a:lnTo>
                <a:cubicBezTo>
                  <a:pt x="4075658" y="1970877"/>
                  <a:pt x="4075197" y="1970417"/>
                  <a:pt x="4075197" y="1970417"/>
                </a:cubicBezTo>
                <a:lnTo>
                  <a:pt x="4070667" y="1962535"/>
                </a:lnTo>
                <a:cubicBezTo>
                  <a:pt x="4070535" y="1962272"/>
                  <a:pt x="4070667" y="1961681"/>
                  <a:pt x="4070667" y="1961681"/>
                </a:cubicBezTo>
                <a:lnTo>
                  <a:pt x="4075197" y="1953799"/>
                </a:lnTo>
                <a:cubicBezTo>
                  <a:pt x="4075395" y="1953537"/>
                  <a:pt x="4075985" y="1953340"/>
                  <a:pt x="4075985" y="1953340"/>
                </a:cubicBezTo>
                <a:close/>
                <a:moveTo>
                  <a:pt x="3821334" y="1953340"/>
                </a:moveTo>
                <a:lnTo>
                  <a:pt x="3830399" y="1953340"/>
                </a:lnTo>
                <a:cubicBezTo>
                  <a:pt x="3830727" y="1953340"/>
                  <a:pt x="3831189" y="1953799"/>
                  <a:pt x="3831189" y="1953799"/>
                </a:cubicBezTo>
                <a:lnTo>
                  <a:pt x="3835720" y="1961681"/>
                </a:lnTo>
                <a:cubicBezTo>
                  <a:pt x="3835850" y="1961943"/>
                  <a:pt x="3835720" y="1962535"/>
                  <a:pt x="3835720" y="1962535"/>
                </a:cubicBezTo>
                <a:lnTo>
                  <a:pt x="3831189" y="1970417"/>
                </a:lnTo>
                <a:cubicBezTo>
                  <a:pt x="3830992" y="1970680"/>
                  <a:pt x="3830399" y="1970877"/>
                  <a:pt x="3830399" y="1970877"/>
                </a:cubicBezTo>
                <a:lnTo>
                  <a:pt x="3821334" y="1970877"/>
                </a:lnTo>
                <a:cubicBezTo>
                  <a:pt x="3821006" y="1970877"/>
                  <a:pt x="3820547" y="1970417"/>
                  <a:pt x="3820547" y="1970417"/>
                </a:cubicBezTo>
                <a:lnTo>
                  <a:pt x="3816014" y="1962535"/>
                </a:lnTo>
                <a:cubicBezTo>
                  <a:pt x="3815885" y="1962272"/>
                  <a:pt x="3816014" y="1961681"/>
                  <a:pt x="3816014" y="1961681"/>
                </a:cubicBezTo>
                <a:lnTo>
                  <a:pt x="3820547" y="1953799"/>
                </a:lnTo>
                <a:cubicBezTo>
                  <a:pt x="3820745" y="1953537"/>
                  <a:pt x="3821334" y="1953340"/>
                  <a:pt x="3821334" y="1953340"/>
                </a:cubicBezTo>
                <a:close/>
                <a:moveTo>
                  <a:pt x="2295060" y="1953340"/>
                </a:moveTo>
                <a:lnTo>
                  <a:pt x="2304125" y="1953340"/>
                </a:lnTo>
                <a:cubicBezTo>
                  <a:pt x="2304454" y="1953340"/>
                  <a:pt x="2304914" y="1953799"/>
                  <a:pt x="2304914" y="1953799"/>
                </a:cubicBezTo>
                <a:lnTo>
                  <a:pt x="2309446" y="1961681"/>
                </a:lnTo>
                <a:cubicBezTo>
                  <a:pt x="2309577" y="1961943"/>
                  <a:pt x="2309446" y="1962535"/>
                  <a:pt x="2309446" y="1962535"/>
                </a:cubicBezTo>
                <a:lnTo>
                  <a:pt x="2307501" y="1965919"/>
                </a:lnTo>
                <a:lnTo>
                  <a:pt x="2309335" y="1969109"/>
                </a:lnTo>
                <a:cubicBezTo>
                  <a:pt x="2309466" y="1969372"/>
                  <a:pt x="2309335" y="1969963"/>
                  <a:pt x="2309335" y="1969963"/>
                </a:cubicBezTo>
                <a:lnTo>
                  <a:pt x="2304803" y="1977845"/>
                </a:lnTo>
                <a:cubicBezTo>
                  <a:pt x="2304606" y="1978108"/>
                  <a:pt x="2304015" y="1978305"/>
                  <a:pt x="2304015" y="1978305"/>
                </a:cubicBezTo>
                <a:lnTo>
                  <a:pt x="2294950" y="1978305"/>
                </a:lnTo>
                <a:cubicBezTo>
                  <a:pt x="2294623" y="1978305"/>
                  <a:pt x="2294162" y="1977845"/>
                  <a:pt x="2294162" y="1977845"/>
                </a:cubicBezTo>
                <a:lnTo>
                  <a:pt x="2289631" y="1969963"/>
                </a:lnTo>
                <a:cubicBezTo>
                  <a:pt x="2289499" y="1969700"/>
                  <a:pt x="2289631" y="1969109"/>
                  <a:pt x="2289631" y="1969109"/>
                </a:cubicBezTo>
                <a:lnTo>
                  <a:pt x="2291576" y="1965727"/>
                </a:lnTo>
                <a:lnTo>
                  <a:pt x="2289740" y="1962535"/>
                </a:lnTo>
                <a:cubicBezTo>
                  <a:pt x="2289609" y="1962272"/>
                  <a:pt x="2289740" y="1961681"/>
                  <a:pt x="2289740" y="1961681"/>
                </a:cubicBezTo>
                <a:lnTo>
                  <a:pt x="2294273" y="1953799"/>
                </a:lnTo>
                <a:cubicBezTo>
                  <a:pt x="2294469" y="1953537"/>
                  <a:pt x="2295060" y="1953340"/>
                  <a:pt x="2295060" y="1953340"/>
                </a:cubicBezTo>
                <a:close/>
                <a:moveTo>
                  <a:pt x="3566957" y="1953274"/>
                </a:moveTo>
                <a:lnTo>
                  <a:pt x="3576020" y="1953274"/>
                </a:lnTo>
                <a:cubicBezTo>
                  <a:pt x="3576349" y="1953274"/>
                  <a:pt x="3576807" y="1953734"/>
                  <a:pt x="3576807" y="1953734"/>
                </a:cubicBezTo>
                <a:lnTo>
                  <a:pt x="3576814" y="1953746"/>
                </a:lnTo>
                <a:lnTo>
                  <a:pt x="3576905" y="1953799"/>
                </a:lnTo>
                <a:lnTo>
                  <a:pt x="3581437" y="1961681"/>
                </a:lnTo>
                <a:cubicBezTo>
                  <a:pt x="3581568" y="1961943"/>
                  <a:pt x="3581437" y="1962535"/>
                  <a:pt x="3581437" y="1962535"/>
                </a:cubicBezTo>
                <a:lnTo>
                  <a:pt x="3576905" y="1970417"/>
                </a:lnTo>
                <a:cubicBezTo>
                  <a:pt x="3576708" y="1970680"/>
                  <a:pt x="3576117" y="1970877"/>
                  <a:pt x="3576117" y="1970877"/>
                </a:cubicBezTo>
                <a:lnTo>
                  <a:pt x="3567051" y="1970877"/>
                </a:lnTo>
                <a:cubicBezTo>
                  <a:pt x="3566723" y="1970877"/>
                  <a:pt x="3566264" y="1970417"/>
                  <a:pt x="3566264" y="1970417"/>
                </a:cubicBezTo>
                <a:lnTo>
                  <a:pt x="3566255" y="1970401"/>
                </a:lnTo>
                <a:lnTo>
                  <a:pt x="3566167" y="1970350"/>
                </a:lnTo>
                <a:lnTo>
                  <a:pt x="3561635" y="1962469"/>
                </a:lnTo>
                <a:cubicBezTo>
                  <a:pt x="3561503" y="1962206"/>
                  <a:pt x="3561635" y="1961615"/>
                  <a:pt x="3561635" y="1961615"/>
                </a:cubicBezTo>
                <a:lnTo>
                  <a:pt x="3566167" y="1953734"/>
                </a:lnTo>
                <a:cubicBezTo>
                  <a:pt x="3566365" y="1953471"/>
                  <a:pt x="3566957" y="1953274"/>
                  <a:pt x="3566957" y="1953274"/>
                </a:cubicBezTo>
                <a:close/>
                <a:moveTo>
                  <a:pt x="3312668" y="1953274"/>
                </a:moveTo>
                <a:lnTo>
                  <a:pt x="3321732" y="1953274"/>
                </a:lnTo>
                <a:cubicBezTo>
                  <a:pt x="3322060" y="1953274"/>
                  <a:pt x="3322520" y="1953734"/>
                  <a:pt x="3322520" y="1953734"/>
                </a:cubicBezTo>
                <a:lnTo>
                  <a:pt x="3327052" y="1961615"/>
                </a:lnTo>
                <a:lnTo>
                  <a:pt x="3327052" y="1961671"/>
                </a:lnTo>
                <a:lnTo>
                  <a:pt x="3327058" y="1961681"/>
                </a:lnTo>
                <a:cubicBezTo>
                  <a:pt x="3327190" y="1961943"/>
                  <a:pt x="3327058" y="1962535"/>
                  <a:pt x="3327058" y="1962535"/>
                </a:cubicBezTo>
                <a:lnTo>
                  <a:pt x="3322527" y="1970417"/>
                </a:lnTo>
                <a:cubicBezTo>
                  <a:pt x="3322331" y="1970680"/>
                  <a:pt x="3321739" y="1970877"/>
                  <a:pt x="3321739" y="1970877"/>
                </a:cubicBezTo>
                <a:lnTo>
                  <a:pt x="3312675" y="1970877"/>
                </a:lnTo>
                <a:cubicBezTo>
                  <a:pt x="3312347" y="1970877"/>
                  <a:pt x="3311887" y="1970417"/>
                  <a:pt x="3311887" y="1970417"/>
                </a:cubicBezTo>
                <a:lnTo>
                  <a:pt x="3307354" y="1962535"/>
                </a:lnTo>
                <a:lnTo>
                  <a:pt x="3307354" y="1962481"/>
                </a:lnTo>
                <a:lnTo>
                  <a:pt x="3307347" y="1962469"/>
                </a:lnTo>
                <a:cubicBezTo>
                  <a:pt x="3307216" y="1962206"/>
                  <a:pt x="3307347" y="1961615"/>
                  <a:pt x="3307347" y="1961615"/>
                </a:cubicBezTo>
                <a:lnTo>
                  <a:pt x="3311880" y="1953734"/>
                </a:lnTo>
                <a:cubicBezTo>
                  <a:pt x="3312075" y="1953471"/>
                  <a:pt x="3312668" y="1953274"/>
                  <a:pt x="3312668" y="1953274"/>
                </a:cubicBezTo>
                <a:close/>
                <a:moveTo>
                  <a:pt x="3058343" y="1953274"/>
                </a:moveTo>
                <a:lnTo>
                  <a:pt x="3067409" y="1953274"/>
                </a:lnTo>
                <a:cubicBezTo>
                  <a:pt x="3067736" y="1953274"/>
                  <a:pt x="3068196" y="1953734"/>
                  <a:pt x="3068196" y="1953734"/>
                </a:cubicBezTo>
                <a:lnTo>
                  <a:pt x="3068219" y="1953773"/>
                </a:lnTo>
                <a:lnTo>
                  <a:pt x="3068263" y="1953799"/>
                </a:lnTo>
                <a:lnTo>
                  <a:pt x="3072795" y="1961681"/>
                </a:lnTo>
                <a:cubicBezTo>
                  <a:pt x="3072926" y="1961943"/>
                  <a:pt x="3072795" y="1962535"/>
                  <a:pt x="3072795" y="1962535"/>
                </a:cubicBezTo>
                <a:lnTo>
                  <a:pt x="3068263" y="1970417"/>
                </a:lnTo>
                <a:cubicBezTo>
                  <a:pt x="3068066" y="1970680"/>
                  <a:pt x="3067475" y="1970877"/>
                  <a:pt x="3067475" y="1970877"/>
                </a:cubicBezTo>
                <a:lnTo>
                  <a:pt x="3058409" y="1970877"/>
                </a:lnTo>
                <a:cubicBezTo>
                  <a:pt x="3058081" y="1970877"/>
                  <a:pt x="3057623" y="1970417"/>
                  <a:pt x="3057623" y="1970417"/>
                </a:cubicBezTo>
                <a:lnTo>
                  <a:pt x="3057600" y="1970376"/>
                </a:lnTo>
                <a:lnTo>
                  <a:pt x="3057555" y="1970350"/>
                </a:lnTo>
                <a:lnTo>
                  <a:pt x="3053024" y="1962469"/>
                </a:lnTo>
                <a:cubicBezTo>
                  <a:pt x="3052891" y="1962206"/>
                  <a:pt x="3053024" y="1961615"/>
                  <a:pt x="3053024" y="1961615"/>
                </a:cubicBezTo>
                <a:lnTo>
                  <a:pt x="3057555" y="1953734"/>
                </a:lnTo>
                <a:cubicBezTo>
                  <a:pt x="3057753" y="1953471"/>
                  <a:pt x="3058343" y="1953274"/>
                  <a:pt x="3058343" y="1953274"/>
                </a:cubicBezTo>
                <a:close/>
                <a:moveTo>
                  <a:pt x="2803853" y="1953274"/>
                </a:moveTo>
                <a:lnTo>
                  <a:pt x="2812916" y="1953274"/>
                </a:lnTo>
                <a:cubicBezTo>
                  <a:pt x="2813245" y="1953274"/>
                  <a:pt x="2813705" y="1953734"/>
                  <a:pt x="2813705" y="1953734"/>
                </a:cubicBezTo>
                <a:lnTo>
                  <a:pt x="2813732" y="1953780"/>
                </a:lnTo>
                <a:lnTo>
                  <a:pt x="2813764" y="1953799"/>
                </a:lnTo>
                <a:lnTo>
                  <a:pt x="2818296" y="1961681"/>
                </a:lnTo>
                <a:cubicBezTo>
                  <a:pt x="2818428" y="1961943"/>
                  <a:pt x="2818296" y="1962535"/>
                  <a:pt x="2818296" y="1962535"/>
                </a:cubicBezTo>
                <a:lnTo>
                  <a:pt x="2813764" y="1970417"/>
                </a:lnTo>
                <a:cubicBezTo>
                  <a:pt x="2813567" y="1970680"/>
                  <a:pt x="2812976" y="1970877"/>
                  <a:pt x="2812976" y="1970877"/>
                </a:cubicBezTo>
                <a:lnTo>
                  <a:pt x="2803911" y="1970877"/>
                </a:lnTo>
                <a:cubicBezTo>
                  <a:pt x="2803583" y="1970877"/>
                  <a:pt x="2803123" y="1970417"/>
                  <a:pt x="2803123" y="1970417"/>
                </a:cubicBezTo>
                <a:lnTo>
                  <a:pt x="2803096" y="1970369"/>
                </a:lnTo>
                <a:lnTo>
                  <a:pt x="2803063" y="1970350"/>
                </a:lnTo>
                <a:lnTo>
                  <a:pt x="2798531" y="1962469"/>
                </a:lnTo>
                <a:cubicBezTo>
                  <a:pt x="2798400" y="1962206"/>
                  <a:pt x="2798531" y="1961615"/>
                  <a:pt x="2798531" y="1961615"/>
                </a:cubicBezTo>
                <a:lnTo>
                  <a:pt x="2803063" y="1953734"/>
                </a:lnTo>
                <a:cubicBezTo>
                  <a:pt x="2803262" y="1953471"/>
                  <a:pt x="2803853" y="1953274"/>
                  <a:pt x="2803853" y="1953274"/>
                </a:cubicBezTo>
                <a:close/>
                <a:moveTo>
                  <a:pt x="2549333" y="1953274"/>
                </a:moveTo>
                <a:lnTo>
                  <a:pt x="2558398" y="1953274"/>
                </a:lnTo>
                <a:cubicBezTo>
                  <a:pt x="2558726" y="1953274"/>
                  <a:pt x="2559186" y="1953734"/>
                  <a:pt x="2559186" y="1953734"/>
                </a:cubicBezTo>
                <a:lnTo>
                  <a:pt x="2559214" y="1953783"/>
                </a:lnTo>
                <a:lnTo>
                  <a:pt x="2559242" y="1953799"/>
                </a:lnTo>
                <a:lnTo>
                  <a:pt x="2563775" y="1961681"/>
                </a:lnTo>
                <a:cubicBezTo>
                  <a:pt x="2563907" y="1961943"/>
                  <a:pt x="2563775" y="1962535"/>
                  <a:pt x="2563775" y="1962535"/>
                </a:cubicBezTo>
                <a:lnTo>
                  <a:pt x="2559242" y="1970417"/>
                </a:lnTo>
                <a:cubicBezTo>
                  <a:pt x="2559045" y="1970680"/>
                  <a:pt x="2558454" y="1970877"/>
                  <a:pt x="2558454" y="1970877"/>
                </a:cubicBezTo>
                <a:lnTo>
                  <a:pt x="2549390" y="1970877"/>
                </a:lnTo>
                <a:cubicBezTo>
                  <a:pt x="2549063" y="1970877"/>
                  <a:pt x="2548601" y="1970417"/>
                  <a:pt x="2548601" y="1970417"/>
                </a:cubicBezTo>
                <a:lnTo>
                  <a:pt x="2548572" y="1970366"/>
                </a:lnTo>
                <a:lnTo>
                  <a:pt x="2548545" y="1970350"/>
                </a:lnTo>
                <a:lnTo>
                  <a:pt x="2544013" y="1962469"/>
                </a:lnTo>
                <a:cubicBezTo>
                  <a:pt x="2543882" y="1962206"/>
                  <a:pt x="2544013" y="1961615"/>
                  <a:pt x="2544013" y="1961615"/>
                </a:cubicBezTo>
                <a:lnTo>
                  <a:pt x="2548545" y="1953734"/>
                </a:lnTo>
                <a:cubicBezTo>
                  <a:pt x="2548742" y="1953471"/>
                  <a:pt x="2549333" y="1953274"/>
                  <a:pt x="2549333" y="1953274"/>
                </a:cubicBezTo>
                <a:close/>
                <a:moveTo>
                  <a:pt x="2040667" y="1953274"/>
                </a:moveTo>
                <a:lnTo>
                  <a:pt x="2049732" y="1953274"/>
                </a:lnTo>
                <a:cubicBezTo>
                  <a:pt x="2050061" y="1953274"/>
                  <a:pt x="2050521" y="1953734"/>
                  <a:pt x="2050521" y="1953734"/>
                </a:cubicBezTo>
                <a:lnTo>
                  <a:pt x="2055052" y="1961615"/>
                </a:lnTo>
                <a:cubicBezTo>
                  <a:pt x="2055183" y="1961878"/>
                  <a:pt x="2055052" y="1962469"/>
                  <a:pt x="2055052" y="1962469"/>
                </a:cubicBezTo>
                <a:lnTo>
                  <a:pt x="2055050" y="1962473"/>
                </a:lnTo>
                <a:lnTo>
                  <a:pt x="2055050" y="1962535"/>
                </a:lnTo>
                <a:lnTo>
                  <a:pt x="2050518" y="1970417"/>
                </a:lnTo>
                <a:lnTo>
                  <a:pt x="2050513" y="1970420"/>
                </a:lnTo>
                <a:lnTo>
                  <a:pt x="2050439" y="1970548"/>
                </a:lnTo>
                <a:cubicBezTo>
                  <a:pt x="2050242" y="1970811"/>
                  <a:pt x="2049651" y="1971007"/>
                  <a:pt x="2049651" y="1971007"/>
                </a:cubicBezTo>
                <a:lnTo>
                  <a:pt x="2040586" y="1971007"/>
                </a:lnTo>
                <a:cubicBezTo>
                  <a:pt x="2040257" y="1971007"/>
                  <a:pt x="2039798" y="1970548"/>
                  <a:pt x="2039798" y="1970548"/>
                </a:cubicBezTo>
                <a:lnTo>
                  <a:pt x="2035266" y="1962666"/>
                </a:lnTo>
                <a:cubicBezTo>
                  <a:pt x="2035135" y="1962403"/>
                  <a:pt x="2035266" y="1961812"/>
                  <a:pt x="2035266" y="1961812"/>
                </a:cubicBezTo>
                <a:lnTo>
                  <a:pt x="2035346" y="1961672"/>
                </a:lnTo>
                <a:lnTo>
                  <a:pt x="2035346" y="1961615"/>
                </a:lnTo>
                <a:lnTo>
                  <a:pt x="2039879" y="1953734"/>
                </a:lnTo>
                <a:cubicBezTo>
                  <a:pt x="2040076" y="1953471"/>
                  <a:pt x="2040667" y="1953274"/>
                  <a:pt x="2040667" y="1953274"/>
                </a:cubicBezTo>
                <a:close/>
                <a:moveTo>
                  <a:pt x="1786268" y="1953274"/>
                </a:moveTo>
                <a:lnTo>
                  <a:pt x="1795332" y="1953274"/>
                </a:lnTo>
                <a:cubicBezTo>
                  <a:pt x="1795661" y="1953274"/>
                  <a:pt x="1796121" y="1953734"/>
                  <a:pt x="1796121" y="1953734"/>
                </a:cubicBezTo>
                <a:lnTo>
                  <a:pt x="1800651" y="1961615"/>
                </a:lnTo>
                <a:lnTo>
                  <a:pt x="1800651" y="1961718"/>
                </a:lnTo>
                <a:lnTo>
                  <a:pt x="1800706" y="1961812"/>
                </a:lnTo>
                <a:cubicBezTo>
                  <a:pt x="1800838" y="1962075"/>
                  <a:pt x="1800706" y="1962666"/>
                  <a:pt x="1800706" y="1962666"/>
                </a:cubicBezTo>
                <a:lnTo>
                  <a:pt x="1796174" y="1970548"/>
                </a:lnTo>
                <a:cubicBezTo>
                  <a:pt x="1795977" y="1970811"/>
                  <a:pt x="1795386" y="1971007"/>
                  <a:pt x="1795386" y="1971007"/>
                </a:cubicBezTo>
                <a:lnTo>
                  <a:pt x="1786322" y="1971007"/>
                </a:lnTo>
                <a:cubicBezTo>
                  <a:pt x="1785995" y="1971007"/>
                  <a:pt x="1785533" y="1970548"/>
                  <a:pt x="1785533" y="1970548"/>
                </a:cubicBezTo>
                <a:lnTo>
                  <a:pt x="1785474" y="1970445"/>
                </a:lnTo>
                <a:lnTo>
                  <a:pt x="1785426" y="1970417"/>
                </a:lnTo>
                <a:lnTo>
                  <a:pt x="1780895" y="1962535"/>
                </a:lnTo>
                <a:cubicBezTo>
                  <a:pt x="1780764" y="1962272"/>
                  <a:pt x="1780895" y="1961681"/>
                  <a:pt x="1780895" y="1961681"/>
                </a:cubicBezTo>
                <a:lnTo>
                  <a:pt x="1785426" y="1953799"/>
                </a:lnTo>
                <a:lnTo>
                  <a:pt x="1785451" y="1953785"/>
                </a:lnTo>
                <a:lnTo>
                  <a:pt x="1785480" y="1953734"/>
                </a:lnTo>
                <a:cubicBezTo>
                  <a:pt x="1785677" y="1953471"/>
                  <a:pt x="1786268" y="1953274"/>
                  <a:pt x="1786268" y="1953274"/>
                </a:cubicBezTo>
                <a:close/>
                <a:moveTo>
                  <a:pt x="1531744" y="1953274"/>
                </a:moveTo>
                <a:lnTo>
                  <a:pt x="1540807" y="1953274"/>
                </a:lnTo>
                <a:lnTo>
                  <a:pt x="1540920" y="1953340"/>
                </a:lnTo>
                <a:lnTo>
                  <a:pt x="1541042" y="1953340"/>
                </a:lnTo>
                <a:cubicBezTo>
                  <a:pt x="1541370" y="1953340"/>
                  <a:pt x="1541831" y="1953799"/>
                  <a:pt x="1541831" y="1953799"/>
                </a:cubicBezTo>
                <a:lnTo>
                  <a:pt x="1546363" y="1961681"/>
                </a:lnTo>
                <a:cubicBezTo>
                  <a:pt x="1546494" y="1961943"/>
                  <a:pt x="1546363" y="1962535"/>
                  <a:pt x="1546363" y="1962535"/>
                </a:cubicBezTo>
                <a:lnTo>
                  <a:pt x="1541831" y="1970417"/>
                </a:lnTo>
                <a:cubicBezTo>
                  <a:pt x="1541633" y="1970680"/>
                  <a:pt x="1541042" y="1970877"/>
                  <a:pt x="1541042" y="1970877"/>
                </a:cubicBezTo>
                <a:lnTo>
                  <a:pt x="1531980" y="1970877"/>
                </a:lnTo>
                <a:lnTo>
                  <a:pt x="1531865" y="1970810"/>
                </a:lnTo>
                <a:lnTo>
                  <a:pt x="1531744" y="1970810"/>
                </a:lnTo>
                <a:cubicBezTo>
                  <a:pt x="1531414" y="1970810"/>
                  <a:pt x="1530956" y="1970350"/>
                  <a:pt x="1530956" y="1970350"/>
                </a:cubicBezTo>
                <a:lnTo>
                  <a:pt x="1526423" y="1962469"/>
                </a:lnTo>
                <a:cubicBezTo>
                  <a:pt x="1526291" y="1962206"/>
                  <a:pt x="1526423" y="1961615"/>
                  <a:pt x="1526423" y="1961615"/>
                </a:cubicBezTo>
                <a:lnTo>
                  <a:pt x="1530956" y="1953734"/>
                </a:lnTo>
                <a:cubicBezTo>
                  <a:pt x="1531153" y="1953471"/>
                  <a:pt x="1531744" y="1953274"/>
                  <a:pt x="1531744" y="1953274"/>
                </a:cubicBezTo>
                <a:close/>
                <a:moveTo>
                  <a:pt x="1277362" y="1953274"/>
                </a:moveTo>
                <a:lnTo>
                  <a:pt x="1286427" y="1953274"/>
                </a:lnTo>
                <a:cubicBezTo>
                  <a:pt x="1286755" y="1953274"/>
                  <a:pt x="1287215" y="1953734"/>
                  <a:pt x="1287215" y="1953734"/>
                </a:cubicBezTo>
                <a:lnTo>
                  <a:pt x="1287224" y="1953749"/>
                </a:lnTo>
                <a:lnTo>
                  <a:pt x="1287310" y="1953799"/>
                </a:lnTo>
                <a:lnTo>
                  <a:pt x="1291842" y="1961681"/>
                </a:lnTo>
                <a:cubicBezTo>
                  <a:pt x="1291974" y="1961943"/>
                  <a:pt x="1291842" y="1962535"/>
                  <a:pt x="1291842" y="1962535"/>
                </a:cubicBezTo>
                <a:lnTo>
                  <a:pt x="1287310" y="1970417"/>
                </a:lnTo>
                <a:cubicBezTo>
                  <a:pt x="1287112" y="1970680"/>
                  <a:pt x="1286522" y="1970877"/>
                  <a:pt x="1286522" y="1970877"/>
                </a:cubicBezTo>
                <a:lnTo>
                  <a:pt x="1277458" y="1970877"/>
                </a:lnTo>
                <a:cubicBezTo>
                  <a:pt x="1277130" y="1970877"/>
                  <a:pt x="1276668" y="1970417"/>
                  <a:pt x="1276668" y="1970417"/>
                </a:cubicBezTo>
                <a:lnTo>
                  <a:pt x="1276658" y="1970399"/>
                </a:lnTo>
                <a:lnTo>
                  <a:pt x="1276574" y="1970350"/>
                </a:lnTo>
                <a:lnTo>
                  <a:pt x="1272042" y="1962469"/>
                </a:lnTo>
                <a:cubicBezTo>
                  <a:pt x="1271911" y="1962206"/>
                  <a:pt x="1272042" y="1961615"/>
                  <a:pt x="1272042" y="1961615"/>
                </a:cubicBezTo>
                <a:lnTo>
                  <a:pt x="1276574" y="1953734"/>
                </a:lnTo>
                <a:cubicBezTo>
                  <a:pt x="1276771" y="1953471"/>
                  <a:pt x="1277362" y="1953274"/>
                  <a:pt x="1277362" y="1953274"/>
                </a:cubicBezTo>
                <a:close/>
                <a:moveTo>
                  <a:pt x="1022983" y="1953274"/>
                </a:moveTo>
                <a:lnTo>
                  <a:pt x="1032046" y="1953274"/>
                </a:lnTo>
                <a:cubicBezTo>
                  <a:pt x="1032374" y="1953274"/>
                  <a:pt x="1032834" y="1953734"/>
                  <a:pt x="1032834" y="1953734"/>
                </a:cubicBezTo>
                <a:lnTo>
                  <a:pt x="1032868" y="1953793"/>
                </a:lnTo>
                <a:lnTo>
                  <a:pt x="1032879" y="1953799"/>
                </a:lnTo>
                <a:lnTo>
                  <a:pt x="1037411" y="1961681"/>
                </a:lnTo>
                <a:cubicBezTo>
                  <a:pt x="1037542" y="1961943"/>
                  <a:pt x="1037411" y="1962535"/>
                  <a:pt x="1037411" y="1962535"/>
                </a:cubicBezTo>
                <a:lnTo>
                  <a:pt x="1032879" y="1970417"/>
                </a:lnTo>
                <a:cubicBezTo>
                  <a:pt x="1032682" y="1970680"/>
                  <a:pt x="1032091" y="1970877"/>
                  <a:pt x="1032091" y="1970877"/>
                </a:cubicBezTo>
                <a:lnTo>
                  <a:pt x="1023028" y="1970877"/>
                </a:lnTo>
                <a:cubicBezTo>
                  <a:pt x="1022698" y="1970877"/>
                  <a:pt x="1022239" y="1970417"/>
                  <a:pt x="1022239" y="1970417"/>
                </a:cubicBezTo>
                <a:lnTo>
                  <a:pt x="1022204" y="1970356"/>
                </a:lnTo>
                <a:lnTo>
                  <a:pt x="1022194" y="1970350"/>
                </a:lnTo>
                <a:lnTo>
                  <a:pt x="1017661" y="1962469"/>
                </a:lnTo>
                <a:cubicBezTo>
                  <a:pt x="1017530" y="1962206"/>
                  <a:pt x="1017661" y="1961615"/>
                  <a:pt x="1017661" y="1961615"/>
                </a:cubicBezTo>
                <a:lnTo>
                  <a:pt x="1022194" y="1953734"/>
                </a:lnTo>
                <a:cubicBezTo>
                  <a:pt x="1022391" y="1953471"/>
                  <a:pt x="1022983" y="1953274"/>
                  <a:pt x="1022983" y="1953274"/>
                </a:cubicBezTo>
                <a:close/>
                <a:moveTo>
                  <a:pt x="768535" y="1953274"/>
                </a:moveTo>
                <a:lnTo>
                  <a:pt x="777599" y="1953274"/>
                </a:lnTo>
                <a:lnTo>
                  <a:pt x="777712" y="1953340"/>
                </a:lnTo>
                <a:lnTo>
                  <a:pt x="777774" y="1953340"/>
                </a:lnTo>
                <a:cubicBezTo>
                  <a:pt x="778102" y="1953340"/>
                  <a:pt x="778562" y="1953799"/>
                  <a:pt x="778562" y="1953799"/>
                </a:cubicBezTo>
                <a:lnTo>
                  <a:pt x="783093" y="1961681"/>
                </a:lnTo>
                <a:cubicBezTo>
                  <a:pt x="783224" y="1961943"/>
                  <a:pt x="783093" y="1962535"/>
                  <a:pt x="783093" y="1962535"/>
                </a:cubicBezTo>
                <a:lnTo>
                  <a:pt x="778562" y="1970417"/>
                </a:lnTo>
                <a:cubicBezTo>
                  <a:pt x="778365" y="1970680"/>
                  <a:pt x="777774" y="1970877"/>
                  <a:pt x="777774" y="1970877"/>
                </a:cubicBezTo>
                <a:lnTo>
                  <a:pt x="768711" y="1970877"/>
                </a:lnTo>
                <a:lnTo>
                  <a:pt x="768596" y="1970810"/>
                </a:lnTo>
                <a:lnTo>
                  <a:pt x="768535" y="1970810"/>
                </a:lnTo>
                <a:cubicBezTo>
                  <a:pt x="768206" y="1970810"/>
                  <a:pt x="767747" y="1970350"/>
                  <a:pt x="767747" y="1970350"/>
                </a:cubicBezTo>
                <a:lnTo>
                  <a:pt x="763214" y="1962469"/>
                </a:lnTo>
                <a:cubicBezTo>
                  <a:pt x="763082" y="1962206"/>
                  <a:pt x="763214" y="1961615"/>
                  <a:pt x="763214" y="1961615"/>
                </a:cubicBezTo>
                <a:lnTo>
                  <a:pt x="767747" y="1953734"/>
                </a:lnTo>
                <a:cubicBezTo>
                  <a:pt x="767944" y="1953471"/>
                  <a:pt x="768535" y="1953274"/>
                  <a:pt x="768535" y="1953274"/>
                </a:cubicBezTo>
                <a:close/>
                <a:moveTo>
                  <a:pt x="514154" y="1953274"/>
                </a:moveTo>
                <a:lnTo>
                  <a:pt x="523218" y="1953274"/>
                </a:lnTo>
                <a:cubicBezTo>
                  <a:pt x="523546" y="1953274"/>
                  <a:pt x="524006" y="1953734"/>
                  <a:pt x="524006" y="1953734"/>
                </a:cubicBezTo>
                <a:lnTo>
                  <a:pt x="524022" y="1953762"/>
                </a:lnTo>
                <a:lnTo>
                  <a:pt x="524086" y="1953799"/>
                </a:lnTo>
                <a:lnTo>
                  <a:pt x="528619" y="1961681"/>
                </a:lnTo>
                <a:cubicBezTo>
                  <a:pt x="528750" y="1961943"/>
                  <a:pt x="528619" y="1962535"/>
                  <a:pt x="528619" y="1962535"/>
                </a:cubicBezTo>
                <a:lnTo>
                  <a:pt x="524086" y="1970417"/>
                </a:lnTo>
                <a:cubicBezTo>
                  <a:pt x="523889" y="1970680"/>
                  <a:pt x="523298" y="1970877"/>
                  <a:pt x="523298" y="1970877"/>
                </a:cubicBezTo>
                <a:lnTo>
                  <a:pt x="514236" y="1970877"/>
                </a:lnTo>
                <a:cubicBezTo>
                  <a:pt x="513906" y="1970877"/>
                  <a:pt x="513447" y="1970417"/>
                  <a:pt x="513447" y="1970417"/>
                </a:cubicBezTo>
                <a:lnTo>
                  <a:pt x="513430" y="1970388"/>
                </a:lnTo>
                <a:lnTo>
                  <a:pt x="513366" y="1970350"/>
                </a:lnTo>
                <a:lnTo>
                  <a:pt x="508833" y="1962469"/>
                </a:lnTo>
                <a:cubicBezTo>
                  <a:pt x="508702" y="1962206"/>
                  <a:pt x="508833" y="1961615"/>
                  <a:pt x="508833" y="1961615"/>
                </a:cubicBezTo>
                <a:lnTo>
                  <a:pt x="513366" y="1953734"/>
                </a:lnTo>
                <a:cubicBezTo>
                  <a:pt x="513563" y="1953471"/>
                  <a:pt x="514154" y="1953274"/>
                  <a:pt x="514154" y="1953274"/>
                </a:cubicBezTo>
                <a:close/>
                <a:moveTo>
                  <a:pt x="259859" y="1953274"/>
                </a:moveTo>
                <a:lnTo>
                  <a:pt x="268923" y="1953274"/>
                </a:lnTo>
                <a:cubicBezTo>
                  <a:pt x="269251" y="1953274"/>
                  <a:pt x="269711" y="1953734"/>
                  <a:pt x="269711" y="1953734"/>
                </a:cubicBezTo>
                <a:lnTo>
                  <a:pt x="269719" y="1953749"/>
                </a:lnTo>
                <a:lnTo>
                  <a:pt x="269806" y="1953799"/>
                </a:lnTo>
                <a:lnTo>
                  <a:pt x="274338" y="1961681"/>
                </a:lnTo>
                <a:cubicBezTo>
                  <a:pt x="274471" y="1961943"/>
                  <a:pt x="274338" y="1962535"/>
                  <a:pt x="274338" y="1962535"/>
                </a:cubicBezTo>
                <a:lnTo>
                  <a:pt x="269806" y="1970417"/>
                </a:lnTo>
                <a:lnTo>
                  <a:pt x="269646" y="1970511"/>
                </a:lnTo>
                <a:lnTo>
                  <a:pt x="269624" y="1970548"/>
                </a:lnTo>
                <a:cubicBezTo>
                  <a:pt x="269427" y="1970811"/>
                  <a:pt x="268836" y="1971007"/>
                  <a:pt x="268836" y="1971007"/>
                </a:cubicBezTo>
                <a:lnTo>
                  <a:pt x="259773" y="1971007"/>
                </a:lnTo>
                <a:cubicBezTo>
                  <a:pt x="259443" y="1971007"/>
                  <a:pt x="258983" y="1970548"/>
                  <a:pt x="258983" y="1970548"/>
                </a:cubicBezTo>
                <a:lnTo>
                  <a:pt x="254451" y="1962666"/>
                </a:lnTo>
                <a:cubicBezTo>
                  <a:pt x="254320" y="1962403"/>
                  <a:pt x="254451" y="1961812"/>
                  <a:pt x="254451" y="1961812"/>
                </a:cubicBezTo>
                <a:lnTo>
                  <a:pt x="254538" y="1961662"/>
                </a:lnTo>
                <a:lnTo>
                  <a:pt x="254538" y="1961615"/>
                </a:lnTo>
                <a:lnTo>
                  <a:pt x="259070" y="1953734"/>
                </a:lnTo>
                <a:cubicBezTo>
                  <a:pt x="259267" y="1953471"/>
                  <a:pt x="259859" y="1953274"/>
                  <a:pt x="259859" y="1953274"/>
                </a:cubicBezTo>
                <a:close/>
                <a:moveTo>
                  <a:pt x="5444" y="1953274"/>
                </a:moveTo>
                <a:lnTo>
                  <a:pt x="14508" y="1953274"/>
                </a:lnTo>
                <a:cubicBezTo>
                  <a:pt x="14836" y="1953274"/>
                  <a:pt x="15296" y="1953734"/>
                  <a:pt x="15296" y="1953734"/>
                </a:cubicBezTo>
                <a:lnTo>
                  <a:pt x="15303" y="1953746"/>
                </a:lnTo>
                <a:lnTo>
                  <a:pt x="15394" y="1953799"/>
                </a:lnTo>
                <a:lnTo>
                  <a:pt x="19926" y="1961681"/>
                </a:lnTo>
                <a:cubicBezTo>
                  <a:pt x="20057" y="1961943"/>
                  <a:pt x="19926" y="1962535"/>
                  <a:pt x="19926" y="1962535"/>
                </a:cubicBezTo>
                <a:lnTo>
                  <a:pt x="15394" y="1970417"/>
                </a:lnTo>
                <a:lnTo>
                  <a:pt x="15262" y="1970494"/>
                </a:lnTo>
                <a:lnTo>
                  <a:pt x="15231" y="1970548"/>
                </a:lnTo>
                <a:cubicBezTo>
                  <a:pt x="15035" y="1970811"/>
                  <a:pt x="14443" y="1971007"/>
                  <a:pt x="14443" y="1971007"/>
                </a:cubicBezTo>
                <a:lnTo>
                  <a:pt x="5380" y="1971007"/>
                </a:lnTo>
                <a:cubicBezTo>
                  <a:pt x="5051" y="1971007"/>
                  <a:pt x="4592" y="1970548"/>
                  <a:pt x="4592" y="1970548"/>
                </a:cubicBezTo>
                <a:lnTo>
                  <a:pt x="59" y="1962666"/>
                </a:lnTo>
                <a:cubicBezTo>
                  <a:pt x="-73" y="1962403"/>
                  <a:pt x="59" y="1961812"/>
                  <a:pt x="59" y="1961812"/>
                </a:cubicBezTo>
                <a:lnTo>
                  <a:pt x="123" y="1961699"/>
                </a:lnTo>
                <a:lnTo>
                  <a:pt x="123" y="1961615"/>
                </a:lnTo>
                <a:lnTo>
                  <a:pt x="4655" y="1953734"/>
                </a:lnTo>
                <a:cubicBezTo>
                  <a:pt x="4852" y="1953471"/>
                  <a:pt x="5444" y="1953274"/>
                  <a:pt x="5444" y="1953274"/>
                </a:cubicBezTo>
                <a:close/>
                <a:moveTo>
                  <a:pt x="10181242" y="1736398"/>
                </a:moveTo>
                <a:lnTo>
                  <a:pt x="10190305" y="1736398"/>
                </a:lnTo>
                <a:cubicBezTo>
                  <a:pt x="10190635" y="1736398"/>
                  <a:pt x="10191093" y="1736856"/>
                  <a:pt x="10191093" y="1736856"/>
                </a:cubicBezTo>
                <a:lnTo>
                  <a:pt x="10195626" y="1744739"/>
                </a:lnTo>
                <a:cubicBezTo>
                  <a:pt x="10195758" y="1745000"/>
                  <a:pt x="10195626" y="1745593"/>
                  <a:pt x="10195626" y="1745593"/>
                </a:cubicBezTo>
                <a:lnTo>
                  <a:pt x="10191093" y="1753475"/>
                </a:lnTo>
                <a:cubicBezTo>
                  <a:pt x="10190896" y="1753737"/>
                  <a:pt x="10190305" y="1753934"/>
                  <a:pt x="10190305" y="1753934"/>
                </a:cubicBezTo>
                <a:lnTo>
                  <a:pt x="10181242" y="1753934"/>
                </a:lnTo>
                <a:cubicBezTo>
                  <a:pt x="10180914" y="1753934"/>
                  <a:pt x="10180453" y="1753475"/>
                  <a:pt x="10180453" y="1753475"/>
                </a:cubicBezTo>
                <a:lnTo>
                  <a:pt x="10175922" y="1745593"/>
                </a:lnTo>
                <a:cubicBezTo>
                  <a:pt x="10175790" y="1745330"/>
                  <a:pt x="10175922" y="1744739"/>
                  <a:pt x="10175922" y="1744739"/>
                </a:cubicBezTo>
                <a:lnTo>
                  <a:pt x="10180453" y="1736856"/>
                </a:lnTo>
                <a:cubicBezTo>
                  <a:pt x="10180650" y="1736594"/>
                  <a:pt x="10181242" y="1736398"/>
                  <a:pt x="10181242" y="1736398"/>
                </a:cubicBezTo>
                <a:close/>
                <a:moveTo>
                  <a:pt x="4584538" y="1736392"/>
                </a:moveTo>
                <a:lnTo>
                  <a:pt x="4593603" y="1736392"/>
                </a:lnTo>
                <a:cubicBezTo>
                  <a:pt x="4593932" y="1736392"/>
                  <a:pt x="4594390" y="1736852"/>
                  <a:pt x="4594390" y="1736852"/>
                </a:cubicBezTo>
                <a:lnTo>
                  <a:pt x="4598922" y="1744733"/>
                </a:lnTo>
                <a:cubicBezTo>
                  <a:pt x="4599054" y="1744997"/>
                  <a:pt x="4598922" y="1745588"/>
                  <a:pt x="4598922" y="1745588"/>
                </a:cubicBezTo>
                <a:lnTo>
                  <a:pt x="4594390" y="1753471"/>
                </a:lnTo>
                <a:cubicBezTo>
                  <a:pt x="4594193" y="1753732"/>
                  <a:pt x="4593603" y="1753928"/>
                  <a:pt x="4593603" y="1753928"/>
                </a:cubicBezTo>
                <a:lnTo>
                  <a:pt x="4584538" y="1753928"/>
                </a:lnTo>
                <a:cubicBezTo>
                  <a:pt x="4584210" y="1753928"/>
                  <a:pt x="4583749" y="1753471"/>
                  <a:pt x="4583749" y="1753471"/>
                </a:cubicBezTo>
                <a:lnTo>
                  <a:pt x="4579218" y="1745588"/>
                </a:lnTo>
                <a:cubicBezTo>
                  <a:pt x="4579087" y="1745325"/>
                  <a:pt x="4579218" y="1744733"/>
                  <a:pt x="4579218" y="1744733"/>
                </a:cubicBezTo>
                <a:lnTo>
                  <a:pt x="4583749" y="1736852"/>
                </a:lnTo>
                <a:cubicBezTo>
                  <a:pt x="4583948" y="1736589"/>
                  <a:pt x="4584538" y="1736392"/>
                  <a:pt x="4584538" y="1736392"/>
                </a:cubicBezTo>
                <a:close/>
                <a:moveTo>
                  <a:pt x="3821624" y="1736390"/>
                </a:moveTo>
                <a:lnTo>
                  <a:pt x="3830689" y="1736390"/>
                </a:lnTo>
                <a:cubicBezTo>
                  <a:pt x="3831016" y="1736390"/>
                  <a:pt x="3831475" y="1736851"/>
                  <a:pt x="3831475" y="1736851"/>
                </a:cubicBezTo>
                <a:lnTo>
                  <a:pt x="3836011" y="1744732"/>
                </a:lnTo>
                <a:cubicBezTo>
                  <a:pt x="3836142" y="1744995"/>
                  <a:pt x="3836011" y="1745586"/>
                  <a:pt x="3836011" y="1745586"/>
                </a:cubicBezTo>
                <a:lnTo>
                  <a:pt x="3831475" y="1753470"/>
                </a:lnTo>
                <a:cubicBezTo>
                  <a:pt x="3831279" y="1753730"/>
                  <a:pt x="3830689" y="1753928"/>
                  <a:pt x="3830689" y="1753928"/>
                </a:cubicBezTo>
                <a:lnTo>
                  <a:pt x="3821624" y="1753928"/>
                </a:lnTo>
                <a:cubicBezTo>
                  <a:pt x="3821294" y="1753928"/>
                  <a:pt x="3820835" y="1753470"/>
                  <a:pt x="3820835" y="1753470"/>
                </a:cubicBezTo>
                <a:lnTo>
                  <a:pt x="3816303" y="1745586"/>
                </a:lnTo>
                <a:cubicBezTo>
                  <a:pt x="3816170" y="1745323"/>
                  <a:pt x="3816303" y="1744732"/>
                  <a:pt x="3816303" y="1744732"/>
                </a:cubicBezTo>
                <a:lnTo>
                  <a:pt x="3820835" y="1736851"/>
                </a:lnTo>
                <a:cubicBezTo>
                  <a:pt x="3821032" y="1736588"/>
                  <a:pt x="3821624" y="1736390"/>
                  <a:pt x="3821624" y="1736390"/>
                </a:cubicBezTo>
                <a:close/>
                <a:moveTo>
                  <a:pt x="8909274" y="1736382"/>
                </a:moveTo>
                <a:lnTo>
                  <a:pt x="8918336" y="1736382"/>
                </a:lnTo>
                <a:cubicBezTo>
                  <a:pt x="8918666" y="1736382"/>
                  <a:pt x="8919125" y="1736842"/>
                  <a:pt x="8919125" y="1736842"/>
                </a:cubicBezTo>
                <a:lnTo>
                  <a:pt x="8923657" y="1744722"/>
                </a:lnTo>
                <a:cubicBezTo>
                  <a:pt x="8923789" y="1744986"/>
                  <a:pt x="8923657" y="1745577"/>
                  <a:pt x="8923657" y="1745577"/>
                </a:cubicBezTo>
                <a:lnTo>
                  <a:pt x="8919125" y="1753460"/>
                </a:lnTo>
                <a:cubicBezTo>
                  <a:pt x="8918928" y="1753721"/>
                  <a:pt x="8918336" y="1753918"/>
                  <a:pt x="8918336" y="1753918"/>
                </a:cubicBezTo>
                <a:lnTo>
                  <a:pt x="8909274" y="1753918"/>
                </a:lnTo>
                <a:cubicBezTo>
                  <a:pt x="8908945" y="1753918"/>
                  <a:pt x="8908484" y="1753460"/>
                  <a:pt x="8908484" y="1753460"/>
                </a:cubicBezTo>
                <a:lnTo>
                  <a:pt x="8903953" y="1745577"/>
                </a:lnTo>
                <a:cubicBezTo>
                  <a:pt x="8903821" y="1745316"/>
                  <a:pt x="8903953" y="1744722"/>
                  <a:pt x="8903953" y="1744722"/>
                </a:cubicBezTo>
                <a:lnTo>
                  <a:pt x="8908484" y="1736842"/>
                </a:lnTo>
                <a:cubicBezTo>
                  <a:pt x="8908681" y="1736578"/>
                  <a:pt x="8909274" y="1736382"/>
                  <a:pt x="8909274" y="1736382"/>
                </a:cubicBezTo>
                <a:close/>
                <a:moveTo>
                  <a:pt x="6619714" y="1736382"/>
                </a:moveTo>
                <a:lnTo>
                  <a:pt x="6628778" y="1736382"/>
                </a:lnTo>
                <a:cubicBezTo>
                  <a:pt x="6629107" y="1736382"/>
                  <a:pt x="6629566" y="1736843"/>
                  <a:pt x="6629566" y="1736843"/>
                </a:cubicBezTo>
                <a:lnTo>
                  <a:pt x="6634099" y="1744725"/>
                </a:lnTo>
                <a:cubicBezTo>
                  <a:pt x="6634230" y="1744987"/>
                  <a:pt x="6634099" y="1745578"/>
                  <a:pt x="6634099" y="1745578"/>
                </a:cubicBezTo>
                <a:lnTo>
                  <a:pt x="6629566" y="1753461"/>
                </a:lnTo>
                <a:cubicBezTo>
                  <a:pt x="6629369" y="1753723"/>
                  <a:pt x="6628778" y="1753919"/>
                  <a:pt x="6628778" y="1753919"/>
                </a:cubicBezTo>
                <a:lnTo>
                  <a:pt x="6619714" y="1753919"/>
                </a:lnTo>
                <a:cubicBezTo>
                  <a:pt x="6619387" y="1753919"/>
                  <a:pt x="6618926" y="1753461"/>
                  <a:pt x="6618926" y="1753461"/>
                </a:cubicBezTo>
                <a:lnTo>
                  <a:pt x="6614394" y="1745578"/>
                </a:lnTo>
                <a:cubicBezTo>
                  <a:pt x="6614263" y="1745316"/>
                  <a:pt x="6614394" y="1744725"/>
                  <a:pt x="6614394" y="1744725"/>
                </a:cubicBezTo>
                <a:lnTo>
                  <a:pt x="6618926" y="1736843"/>
                </a:lnTo>
                <a:cubicBezTo>
                  <a:pt x="6619123" y="1736580"/>
                  <a:pt x="6619714" y="1736382"/>
                  <a:pt x="6619714" y="1736382"/>
                </a:cubicBezTo>
                <a:close/>
                <a:moveTo>
                  <a:pt x="5856508" y="1736371"/>
                </a:moveTo>
                <a:lnTo>
                  <a:pt x="5865571" y="1736371"/>
                </a:lnTo>
                <a:cubicBezTo>
                  <a:pt x="5865900" y="1736371"/>
                  <a:pt x="5866359" y="1736830"/>
                  <a:pt x="5866359" y="1736830"/>
                </a:cubicBezTo>
                <a:lnTo>
                  <a:pt x="5870891" y="1744713"/>
                </a:lnTo>
                <a:cubicBezTo>
                  <a:pt x="5871023" y="1744974"/>
                  <a:pt x="5870891" y="1745566"/>
                  <a:pt x="5870891" y="1745566"/>
                </a:cubicBezTo>
                <a:lnTo>
                  <a:pt x="5866359" y="1753450"/>
                </a:lnTo>
                <a:cubicBezTo>
                  <a:pt x="5866163" y="1753710"/>
                  <a:pt x="5865571" y="1753908"/>
                  <a:pt x="5865571" y="1753908"/>
                </a:cubicBezTo>
                <a:lnTo>
                  <a:pt x="5856508" y="1753908"/>
                </a:lnTo>
                <a:cubicBezTo>
                  <a:pt x="5856178" y="1753908"/>
                  <a:pt x="5855720" y="1753450"/>
                  <a:pt x="5855720" y="1753450"/>
                </a:cubicBezTo>
                <a:lnTo>
                  <a:pt x="5851187" y="1745566"/>
                </a:lnTo>
                <a:cubicBezTo>
                  <a:pt x="5851055" y="1745304"/>
                  <a:pt x="5851187" y="1744713"/>
                  <a:pt x="5851187" y="1744713"/>
                </a:cubicBezTo>
                <a:lnTo>
                  <a:pt x="5855720" y="1736830"/>
                </a:lnTo>
                <a:cubicBezTo>
                  <a:pt x="5855916" y="1736567"/>
                  <a:pt x="5856508" y="1736371"/>
                  <a:pt x="5856508" y="1736371"/>
                </a:cubicBezTo>
                <a:close/>
                <a:moveTo>
                  <a:pt x="6110888" y="1736362"/>
                </a:moveTo>
                <a:lnTo>
                  <a:pt x="6119953" y="1736362"/>
                </a:lnTo>
                <a:cubicBezTo>
                  <a:pt x="6120280" y="1736362"/>
                  <a:pt x="6120740" y="1736822"/>
                  <a:pt x="6120740" y="1736822"/>
                </a:cubicBezTo>
                <a:lnTo>
                  <a:pt x="6125272" y="1744703"/>
                </a:lnTo>
                <a:cubicBezTo>
                  <a:pt x="6125403" y="1744966"/>
                  <a:pt x="6125272" y="1745558"/>
                  <a:pt x="6125272" y="1745558"/>
                </a:cubicBezTo>
                <a:lnTo>
                  <a:pt x="6120740" y="1753440"/>
                </a:lnTo>
                <a:cubicBezTo>
                  <a:pt x="6120543" y="1753702"/>
                  <a:pt x="6119953" y="1753898"/>
                  <a:pt x="6119953" y="1753898"/>
                </a:cubicBezTo>
                <a:lnTo>
                  <a:pt x="6110888" y="1753898"/>
                </a:lnTo>
                <a:cubicBezTo>
                  <a:pt x="6110560" y="1753898"/>
                  <a:pt x="6110101" y="1753440"/>
                  <a:pt x="6110101" y="1753440"/>
                </a:cubicBezTo>
                <a:lnTo>
                  <a:pt x="6105567" y="1745558"/>
                </a:lnTo>
                <a:cubicBezTo>
                  <a:pt x="6105436" y="1745295"/>
                  <a:pt x="6105567" y="1744703"/>
                  <a:pt x="6105567" y="1744703"/>
                </a:cubicBezTo>
                <a:lnTo>
                  <a:pt x="6110101" y="1736822"/>
                </a:lnTo>
                <a:cubicBezTo>
                  <a:pt x="6110296" y="1736558"/>
                  <a:pt x="6110888" y="1736362"/>
                  <a:pt x="6110888" y="1736362"/>
                </a:cubicBezTo>
                <a:close/>
                <a:moveTo>
                  <a:pt x="4075937" y="1736357"/>
                </a:moveTo>
                <a:lnTo>
                  <a:pt x="4085001" y="1736357"/>
                </a:lnTo>
                <a:cubicBezTo>
                  <a:pt x="4085330" y="1736357"/>
                  <a:pt x="4085791" y="1736816"/>
                  <a:pt x="4085791" y="1736816"/>
                </a:cubicBezTo>
                <a:lnTo>
                  <a:pt x="4090321" y="1744698"/>
                </a:lnTo>
                <a:cubicBezTo>
                  <a:pt x="4090454" y="1744960"/>
                  <a:pt x="4090321" y="1745553"/>
                  <a:pt x="4090321" y="1745553"/>
                </a:cubicBezTo>
                <a:lnTo>
                  <a:pt x="4085791" y="1753435"/>
                </a:lnTo>
                <a:cubicBezTo>
                  <a:pt x="4085594" y="1753697"/>
                  <a:pt x="4085001" y="1753893"/>
                  <a:pt x="4085001" y="1753893"/>
                </a:cubicBezTo>
                <a:lnTo>
                  <a:pt x="4075937" y="1753893"/>
                </a:lnTo>
                <a:cubicBezTo>
                  <a:pt x="4075609" y="1753893"/>
                  <a:pt x="4075151" y="1753435"/>
                  <a:pt x="4075151" y="1753435"/>
                </a:cubicBezTo>
                <a:lnTo>
                  <a:pt x="4070616" y="1745553"/>
                </a:lnTo>
                <a:cubicBezTo>
                  <a:pt x="4070486" y="1745289"/>
                  <a:pt x="4070616" y="1744698"/>
                  <a:pt x="4070616" y="1744698"/>
                </a:cubicBezTo>
                <a:lnTo>
                  <a:pt x="4075151" y="1736816"/>
                </a:lnTo>
                <a:cubicBezTo>
                  <a:pt x="4075346" y="1736554"/>
                  <a:pt x="4075937" y="1736357"/>
                  <a:pt x="4075937" y="1736357"/>
                </a:cubicBezTo>
                <a:close/>
                <a:moveTo>
                  <a:pt x="8654892" y="1736352"/>
                </a:moveTo>
                <a:lnTo>
                  <a:pt x="8663955" y="1736352"/>
                </a:lnTo>
                <a:cubicBezTo>
                  <a:pt x="8664285" y="1736352"/>
                  <a:pt x="8664744" y="1736813"/>
                  <a:pt x="8664744" y="1736813"/>
                </a:cubicBezTo>
                <a:lnTo>
                  <a:pt x="8669277" y="1744693"/>
                </a:lnTo>
                <a:cubicBezTo>
                  <a:pt x="8669408" y="1744957"/>
                  <a:pt x="8669277" y="1745547"/>
                  <a:pt x="8669277" y="1745547"/>
                </a:cubicBezTo>
                <a:lnTo>
                  <a:pt x="8664744" y="1753430"/>
                </a:lnTo>
                <a:cubicBezTo>
                  <a:pt x="8664548" y="1753692"/>
                  <a:pt x="8663955" y="1753888"/>
                  <a:pt x="8663955" y="1753888"/>
                </a:cubicBezTo>
                <a:lnTo>
                  <a:pt x="8654892" y="1753888"/>
                </a:lnTo>
                <a:cubicBezTo>
                  <a:pt x="8654565" y="1753888"/>
                  <a:pt x="8654104" y="1753430"/>
                  <a:pt x="8654104" y="1753430"/>
                </a:cubicBezTo>
                <a:lnTo>
                  <a:pt x="8649572" y="1745547"/>
                </a:lnTo>
                <a:cubicBezTo>
                  <a:pt x="8649441" y="1745284"/>
                  <a:pt x="8649572" y="1744693"/>
                  <a:pt x="8649572" y="1744693"/>
                </a:cubicBezTo>
                <a:lnTo>
                  <a:pt x="8654104" y="1736813"/>
                </a:lnTo>
                <a:cubicBezTo>
                  <a:pt x="8654301" y="1736549"/>
                  <a:pt x="8654892" y="1736352"/>
                  <a:pt x="8654892" y="1736352"/>
                </a:cubicBezTo>
                <a:close/>
                <a:moveTo>
                  <a:pt x="10435622" y="1736349"/>
                </a:moveTo>
                <a:lnTo>
                  <a:pt x="10444686" y="1736349"/>
                </a:lnTo>
                <a:cubicBezTo>
                  <a:pt x="10445015" y="1736349"/>
                  <a:pt x="10445474" y="1736808"/>
                  <a:pt x="10445474" y="1736808"/>
                </a:cubicBezTo>
                <a:lnTo>
                  <a:pt x="10450007" y="1744690"/>
                </a:lnTo>
                <a:cubicBezTo>
                  <a:pt x="10450138" y="1744952"/>
                  <a:pt x="10450007" y="1745543"/>
                  <a:pt x="10450007" y="1745543"/>
                </a:cubicBezTo>
                <a:lnTo>
                  <a:pt x="10445474" y="1753426"/>
                </a:lnTo>
                <a:cubicBezTo>
                  <a:pt x="10445278" y="1753687"/>
                  <a:pt x="10444686" y="1753884"/>
                  <a:pt x="10444686" y="1753884"/>
                </a:cubicBezTo>
                <a:lnTo>
                  <a:pt x="10435622" y="1753884"/>
                </a:lnTo>
                <a:cubicBezTo>
                  <a:pt x="10435295" y="1753884"/>
                  <a:pt x="10434834" y="1753426"/>
                  <a:pt x="10434834" y="1753426"/>
                </a:cubicBezTo>
                <a:lnTo>
                  <a:pt x="10430302" y="1745543"/>
                </a:lnTo>
                <a:cubicBezTo>
                  <a:pt x="10430171" y="1745281"/>
                  <a:pt x="10430302" y="1744690"/>
                  <a:pt x="10430302" y="1744690"/>
                </a:cubicBezTo>
                <a:lnTo>
                  <a:pt x="10434834" y="1736808"/>
                </a:lnTo>
                <a:cubicBezTo>
                  <a:pt x="10435031" y="1736545"/>
                  <a:pt x="10435622" y="1736349"/>
                  <a:pt x="10435622" y="1736349"/>
                </a:cubicBezTo>
                <a:close/>
                <a:moveTo>
                  <a:pt x="9418035" y="1736349"/>
                </a:moveTo>
                <a:lnTo>
                  <a:pt x="9427099" y="1736349"/>
                </a:lnTo>
                <a:cubicBezTo>
                  <a:pt x="9427427" y="1736349"/>
                  <a:pt x="9427887" y="1736808"/>
                  <a:pt x="9427887" y="1736808"/>
                </a:cubicBezTo>
                <a:lnTo>
                  <a:pt x="9432419" y="1744691"/>
                </a:lnTo>
                <a:cubicBezTo>
                  <a:pt x="9432550" y="1744953"/>
                  <a:pt x="9432419" y="1745543"/>
                  <a:pt x="9432419" y="1745543"/>
                </a:cubicBezTo>
                <a:lnTo>
                  <a:pt x="9427887" y="1753427"/>
                </a:lnTo>
                <a:cubicBezTo>
                  <a:pt x="9427690" y="1753689"/>
                  <a:pt x="9427099" y="1753886"/>
                  <a:pt x="9427099" y="1753886"/>
                </a:cubicBezTo>
                <a:lnTo>
                  <a:pt x="9418035" y="1753886"/>
                </a:lnTo>
                <a:cubicBezTo>
                  <a:pt x="9417707" y="1753886"/>
                  <a:pt x="9417247" y="1753427"/>
                  <a:pt x="9417247" y="1753427"/>
                </a:cubicBezTo>
                <a:lnTo>
                  <a:pt x="9412714" y="1745543"/>
                </a:lnTo>
                <a:cubicBezTo>
                  <a:pt x="9412583" y="1745281"/>
                  <a:pt x="9412714" y="1744691"/>
                  <a:pt x="9412714" y="1744691"/>
                </a:cubicBezTo>
                <a:lnTo>
                  <a:pt x="9417247" y="1736808"/>
                </a:lnTo>
                <a:cubicBezTo>
                  <a:pt x="9417444" y="1736547"/>
                  <a:pt x="9418035" y="1736349"/>
                  <a:pt x="9418035" y="1736349"/>
                </a:cubicBezTo>
                <a:close/>
                <a:moveTo>
                  <a:pt x="4330157" y="1736346"/>
                </a:moveTo>
                <a:lnTo>
                  <a:pt x="4339222" y="1736346"/>
                </a:lnTo>
                <a:cubicBezTo>
                  <a:pt x="4339550" y="1736346"/>
                  <a:pt x="4340010" y="1736805"/>
                  <a:pt x="4340010" y="1736805"/>
                </a:cubicBezTo>
                <a:lnTo>
                  <a:pt x="4344540" y="1744688"/>
                </a:lnTo>
                <a:cubicBezTo>
                  <a:pt x="4344672" y="1744950"/>
                  <a:pt x="4344540" y="1745541"/>
                  <a:pt x="4344540" y="1745541"/>
                </a:cubicBezTo>
                <a:lnTo>
                  <a:pt x="4340010" y="1753424"/>
                </a:lnTo>
                <a:cubicBezTo>
                  <a:pt x="4339812" y="1753686"/>
                  <a:pt x="4339222" y="1753882"/>
                  <a:pt x="4339222" y="1753882"/>
                </a:cubicBezTo>
                <a:lnTo>
                  <a:pt x="4330157" y="1753882"/>
                </a:lnTo>
                <a:cubicBezTo>
                  <a:pt x="4329829" y="1753882"/>
                  <a:pt x="4329369" y="1753424"/>
                  <a:pt x="4329369" y="1753424"/>
                </a:cubicBezTo>
                <a:lnTo>
                  <a:pt x="4324836" y="1745541"/>
                </a:lnTo>
                <a:cubicBezTo>
                  <a:pt x="4324706" y="1745279"/>
                  <a:pt x="4324836" y="1744688"/>
                  <a:pt x="4324836" y="1744688"/>
                </a:cubicBezTo>
                <a:lnTo>
                  <a:pt x="4329369" y="1736805"/>
                </a:lnTo>
                <a:cubicBezTo>
                  <a:pt x="4329565" y="1736543"/>
                  <a:pt x="4330157" y="1736346"/>
                  <a:pt x="4330157" y="1736346"/>
                </a:cubicBezTo>
                <a:close/>
                <a:moveTo>
                  <a:pt x="9672481" y="1736342"/>
                </a:moveTo>
                <a:lnTo>
                  <a:pt x="9681545" y="1736342"/>
                </a:lnTo>
                <a:cubicBezTo>
                  <a:pt x="9681872" y="1736342"/>
                  <a:pt x="9682333" y="1736801"/>
                  <a:pt x="9682333" y="1736801"/>
                </a:cubicBezTo>
                <a:lnTo>
                  <a:pt x="9686865" y="1744682"/>
                </a:lnTo>
                <a:cubicBezTo>
                  <a:pt x="9686996" y="1744946"/>
                  <a:pt x="9686865" y="1745537"/>
                  <a:pt x="9686865" y="1745537"/>
                </a:cubicBezTo>
                <a:lnTo>
                  <a:pt x="9682333" y="1753419"/>
                </a:lnTo>
                <a:cubicBezTo>
                  <a:pt x="9682136" y="1753681"/>
                  <a:pt x="9681545" y="1753878"/>
                  <a:pt x="9681545" y="1753878"/>
                </a:cubicBezTo>
                <a:lnTo>
                  <a:pt x="9672481" y="1753878"/>
                </a:lnTo>
                <a:cubicBezTo>
                  <a:pt x="9672152" y="1753878"/>
                  <a:pt x="9671693" y="1753419"/>
                  <a:pt x="9671693" y="1753419"/>
                </a:cubicBezTo>
                <a:lnTo>
                  <a:pt x="9667160" y="1745537"/>
                </a:lnTo>
                <a:cubicBezTo>
                  <a:pt x="9667030" y="1745273"/>
                  <a:pt x="9667160" y="1744682"/>
                  <a:pt x="9667160" y="1744682"/>
                </a:cubicBezTo>
                <a:lnTo>
                  <a:pt x="9671693" y="1736801"/>
                </a:lnTo>
                <a:cubicBezTo>
                  <a:pt x="9671890" y="1736538"/>
                  <a:pt x="9672481" y="1736342"/>
                  <a:pt x="9672481" y="1736342"/>
                </a:cubicBezTo>
                <a:close/>
                <a:moveTo>
                  <a:pt x="5347746" y="1736339"/>
                </a:moveTo>
                <a:lnTo>
                  <a:pt x="5356810" y="1736339"/>
                </a:lnTo>
                <a:cubicBezTo>
                  <a:pt x="5357138" y="1736339"/>
                  <a:pt x="5357598" y="1736798"/>
                  <a:pt x="5357598" y="1736798"/>
                </a:cubicBezTo>
                <a:lnTo>
                  <a:pt x="5362130" y="1744680"/>
                </a:lnTo>
                <a:cubicBezTo>
                  <a:pt x="5362261" y="1744942"/>
                  <a:pt x="5362130" y="1745533"/>
                  <a:pt x="5362130" y="1745533"/>
                </a:cubicBezTo>
                <a:lnTo>
                  <a:pt x="5357598" y="1753416"/>
                </a:lnTo>
                <a:cubicBezTo>
                  <a:pt x="5357401" y="1753679"/>
                  <a:pt x="5356810" y="1753875"/>
                  <a:pt x="5356810" y="1753875"/>
                </a:cubicBezTo>
                <a:lnTo>
                  <a:pt x="5347746" y="1753875"/>
                </a:lnTo>
                <a:cubicBezTo>
                  <a:pt x="5347418" y="1753875"/>
                  <a:pt x="5346958" y="1753416"/>
                  <a:pt x="5346958" y="1753416"/>
                </a:cubicBezTo>
                <a:lnTo>
                  <a:pt x="5342425" y="1745533"/>
                </a:lnTo>
                <a:cubicBezTo>
                  <a:pt x="5342295" y="1745271"/>
                  <a:pt x="5342425" y="1744680"/>
                  <a:pt x="5342425" y="1744680"/>
                </a:cubicBezTo>
                <a:lnTo>
                  <a:pt x="5346958" y="1736798"/>
                </a:lnTo>
                <a:cubicBezTo>
                  <a:pt x="5347154" y="1736536"/>
                  <a:pt x="5347746" y="1736339"/>
                  <a:pt x="5347746" y="1736339"/>
                </a:cubicBezTo>
                <a:close/>
                <a:moveTo>
                  <a:pt x="7382923" y="1736331"/>
                </a:moveTo>
                <a:lnTo>
                  <a:pt x="7391987" y="1736331"/>
                </a:lnTo>
                <a:cubicBezTo>
                  <a:pt x="7392315" y="1736331"/>
                  <a:pt x="7392775" y="1736791"/>
                  <a:pt x="7392775" y="1736791"/>
                </a:cubicBezTo>
                <a:lnTo>
                  <a:pt x="7397307" y="1744672"/>
                </a:lnTo>
                <a:cubicBezTo>
                  <a:pt x="7397438" y="1744935"/>
                  <a:pt x="7397307" y="1745526"/>
                  <a:pt x="7397307" y="1745526"/>
                </a:cubicBezTo>
                <a:lnTo>
                  <a:pt x="7392775" y="1753408"/>
                </a:lnTo>
                <a:cubicBezTo>
                  <a:pt x="7392578" y="1753670"/>
                  <a:pt x="7391987" y="1753867"/>
                  <a:pt x="7391987" y="1753867"/>
                </a:cubicBezTo>
                <a:lnTo>
                  <a:pt x="7382923" y="1753867"/>
                </a:lnTo>
                <a:cubicBezTo>
                  <a:pt x="7382595" y="1753867"/>
                  <a:pt x="7382135" y="1753408"/>
                  <a:pt x="7382135" y="1753408"/>
                </a:cubicBezTo>
                <a:lnTo>
                  <a:pt x="7377602" y="1745526"/>
                </a:lnTo>
                <a:cubicBezTo>
                  <a:pt x="7377471" y="1745262"/>
                  <a:pt x="7377602" y="1744672"/>
                  <a:pt x="7377602" y="1744672"/>
                </a:cubicBezTo>
                <a:lnTo>
                  <a:pt x="7382135" y="1736791"/>
                </a:lnTo>
                <a:cubicBezTo>
                  <a:pt x="7382331" y="1736527"/>
                  <a:pt x="7382923" y="1736331"/>
                  <a:pt x="7382923" y="1736331"/>
                </a:cubicBezTo>
                <a:close/>
                <a:moveTo>
                  <a:pt x="5093300" y="1736331"/>
                </a:moveTo>
                <a:lnTo>
                  <a:pt x="5102364" y="1736331"/>
                </a:lnTo>
                <a:cubicBezTo>
                  <a:pt x="5102693" y="1736331"/>
                  <a:pt x="5103153" y="1736791"/>
                  <a:pt x="5103153" y="1736791"/>
                </a:cubicBezTo>
                <a:lnTo>
                  <a:pt x="5107684" y="1744672"/>
                </a:lnTo>
                <a:cubicBezTo>
                  <a:pt x="5107815" y="1744935"/>
                  <a:pt x="5107684" y="1745527"/>
                  <a:pt x="5107684" y="1745527"/>
                </a:cubicBezTo>
                <a:lnTo>
                  <a:pt x="5103153" y="1753408"/>
                </a:lnTo>
                <a:cubicBezTo>
                  <a:pt x="5102955" y="1753671"/>
                  <a:pt x="5102364" y="1753867"/>
                  <a:pt x="5102364" y="1753867"/>
                </a:cubicBezTo>
                <a:lnTo>
                  <a:pt x="5093300" y="1753867"/>
                </a:lnTo>
                <a:cubicBezTo>
                  <a:pt x="5092972" y="1753867"/>
                  <a:pt x="5092512" y="1753408"/>
                  <a:pt x="5092512" y="1753408"/>
                </a:cubicBezTo>
                <a:lnTo>
                  <a:pt x="5087979" y="1745527"/>
                </a:lnTo>
                <a:cubicBezTo>
                  <a:pt x="5087848" y="1745263"/>
                  <a:pt x="5087979" y="1744672"/>
                  <a:pt x="5087979" y="1744672"/>
                </a:cubicBezTo>
                <a:lnTo>
                  <a:pt x="5092512" y="1736791"/>
                </a:lnTo>
                <a:cubicBezTo>
                  <a:pt x="5092708" y="1736528"/>
                  <a:pt x="5093300" y="1736331"/>
                  <a:pt x="5093300" y="1736331"/>
                </a:cubicBezTo>
                <a:close/>
                <a:moveTo>
                  <a:pt x="4838919" y="1736330"/>
                </a:moveTo>
                <a:lnTo>
                  <a:pt x="4847982" y="1736330"/>
                </a:lnTo>
                <a:cubicBezTo>
                  <a:pt x="4848311" y="1736330"/>
                  <a:pt x="4848772" y="1736788"/>
                  <a:pt x="4848772" y="1736788"/>
                </a:cubicBezTo>
                <a:lnTo>
                  <a:pt x="4853303" y="1744671"/>
                </a:lnTo>
                <a:cubicBezTo>
                  <a:pt x="4853435" y="1744934"/>
                  <a:pt x="4853303" y="1745525"/>
                  <a:pt x="4853303" y="1745525"/>
                </a:cubicBezTo>
                <a:lnTo>
                  <a:pt x="4848772" y="1753407"/>
                </a:lnTo>
                <a:cubicBezTo>
                  <a:pt x="4848575" y="1753669"/>
                  <a:pt x="4847982" y="1753866"/>
                  <a:pt x="4847982" y="1753866"/>
                </a:cubicBezTo>
                <a:lnTo>
                  <a:pt x="4838919" y="1753866"/>
                </a:lnTo>
                <a:cubicBezTo>
                  <a:pt x="4838590" y="1753866"/>
                  <a:pt x="4838132" y="1753407"/>
                  <a:pt x="4838132" y="1753407"/>
                </a:cubicBezTo>
                <a:lnTo>
                  <a:pt x="4833598" y="1745525"/>
                </a:lnTo>
                <a:cubicBezTo>
                  <a:pt x="4833467" y="1745262"/>
                  <a:pt x="4833598" y="1744671"/>
                  <a:pt x="4833598" y="1744671"/>
                </a:cubicBezTo>
                <a:lnTo>
                  <a:pt x="4838132" y="1736788"/>
                </a:lnTo>
                <a:cubicBezTo>
                  <a:pt x="4838328" y="1736527"/>
                  <a:pt x="4838919" y="1736330"/>
                  <a:pt x="4838919" y="1736330"/>
                </a:cubicBezTo>
                <a:close/>
                <a:moveTo>
                  <a:pt x="8400511" y="1736321"/>
                </a:moveTo>
                <a:lnTo>
                  <a:pt x="8409575" y="1736321"/>
                </a:lnTo>
                <a:cubicBezTo>
                  <a:pt x="8409904" y="1736321"/>
                  <a:pt x="8410363" y="1736781"/>
                  <a:pt x="8410363" y="1736781"/>
                </a:cubicBezTo>
                <a:lnTo>
                  <a:pt x="8414896" y="1744662"/>
                </a:lnTo>
                <a:cubicBezTo>
                  <a:pt x="8415027" y="1744925"/>
                  <a:pt x="8414896" y="1745517"/>
                  <a:pt x="8414896" y="1745517"/>
                </a:cubicBezTo>
                <a:lnTo>
                  <a:pt x="8410363" y="1753400"/>
                </a:lnTo>
                <a:cubicBezTo>
                  <a:pt x="8410166" y="1753661"/>
                  <a:pt x="8409575" y="1753857"/>
                  <a:pt x="8409575" y="1753857"/>
                </a:cubicBezTo>
                <a:lnTo>
                  <a:pt x="8400511" y="1753857"/>
                </a:lnTo>
                <a:cubicBezTo>
                  <a:pt x="8400184" y="1753857"/>
                  <a:pt x="8399723" y="1753400"/>
                  <a:pt x="8399723" y="1753400"/>
                </a:cubicBezTo>
                <a:lnTo>
                  <a:pt x="8395191" y="1745517"/>
                </a:lnTo>
                <a:cubicBezTo>
                  <a:pt x="8395060" y="1745254"/>
                  <a:pt x="8395191" y="1744662"/>
                  <a:pt x="8395191" y="1744662"/>
                </a:cubicBezTo>
                <a:lnTo>
                  <a:pt x="8399723" y="1736781"/>
                </a:lnTo>
                <a:cubicBezTo>
                  <a:pt x="8399920" y="1736518"/>
                  <a:pt x="8400511" y="1736321"/>
                  <a:pt x="8400511" y="1736321"/>
                </a:cubicBezTo>
                <a:close/>
                <a:moveTo>
                  <a:pt x="7128477" y="1736310"/>
                </a:moveTo>
                <a:lnTo>
                  <a:pt x="7137540" y="1736310"/>
                </a:lnTo>
                <a:cubicBezTo>
                  <a:pt x="7137869" y="1736310"/>
                  <a:pt x="7138328" y="1736770"/>
                  <a:pt x="7138328" y="1736770"/>
                </a:cubicBezTo>
                <a:lnTo>
                  <a:pt x="7142860" y="1744651"/>
                </a:lnTo>
                <a:cubicBezTo>
                  <a:pt x="7142992" y="1744914"/>
                  <a:pt x="7142860" y="1745505"/>
                  <a:pt x="7142860" y="1745505"/>
                </a:cubicBezTo>
                <a:lnTo>
                  <a:pt x="7138328" y="1753389"/>
                </a:lnTo>
                <a:cubicBezTo>
                  <a:pt x="7138131" y="1753649"/>
                  <a:pt x="7137540" y="1753846"/>
                  <a:pt x="7137540" y="1753846"/>
                </a:cubicBezTo>
                <a:lnTo>
                  <a:pt x="7128477" y="1753846"/>
                </a:lnTo>
                <a:cubicBezTo>
                  <a:pt x="7128148" y="1753846"/>
                  <a:pt x="7127689" y="1753389"/>
                  <a:pt x="7127689" y="1753389"/>
                </a:cubicBezTo>
                <a:lnTo>
                  <a:pt x="7123156" y="1745505"/>
                </a:lnTo>
                <a:cubicBezTo>
                  <a:pt x="7123024" y="1745242"/>
                  <a:pt x="7123156" y="1744651"/>
                  <a:pt x="7123156" y="1744651"/>
                </a:cubicBezTo>
                <a:lnTo>
                  <a:pt x="7127689" y="1736770"/>
                </a:lnTo>
                <a:cubicBezTo>
                  <a:pt x="7127885" y="1736507"/>
                  <a:pt x="7128477" y="1736310"/>
                  <a:pt x="7128477" y="1736310"/>
                </a:cubicBezTo>
                <a:close/>
                <a:moveTo>
                  <a:pt x="6874095" y="1736310"/>
                </a:moveTo>
                <a:lnTo>
                  <a:pt x="6883159" y="1736310"/>
                </a:lnTo>
                <a:cubicBezTo>
                  <a:pt x="6883488" y="1736310"/>
                  <a:pt x="6883947" y="1736770"/>
                  <a:pt x="6883947" y="1736770"/>
                </a:cubicBezTo>
                <a:lnTo>
                  <a:pt x="6888480" y="1744651"/>
                </a:lnTo>
                <a:cubicBezTo>
                  <a:pt x="6888611" y="1744914"/>
                  <a:pt x="6888480" y="1745505"/>
                  <a:pt x="6888480" y="1745505"/>
                </a:cubicBezTo>
                <a:lnTo>
                  <a:pt x="6883947" y="1753389"/>
                </a:lnTo>
                <a:cubicBezTo>
                  <a:pt x="6883751" y="1753649"/>
                  <a:pt x="6883159" y="1753846"/>
                  <a:pt x="6883159" y="1753846"/>
                </a:cubicBezTo>
                <a:lnTo>
                  <a:pt x="6874095" y="1753846"/>
                </a:lnTo>
                <a:cubicBezTo>
                  <a:pt x="6873768" y="1753846"/>
                  <a:pt x="6873307" y="1753389"/>
                  <a:pt x="6873307" y="1753389"/>
                </a:cubicBezTo>
                <a:lnTo>
                  <a:pt x="6868775" y="1745505"/>
                </a:lnTo>
                <a:cubicBezTo>
                  <a:pt x="6868644" y="1745242"/>
                  <a:pt x="6868775" y="1744651"/>
                  <a:pt x="6868775" y="1744651"/>
                </a:cubicBezTo>
                <a:lnTo>
                  <a:pt x="6873307" y="1736770"/>
                </a:lnTo>
                <a:cubicBezTo>
                  <a:pt x="6873504" y="1736506"/>
                  <a:pt x="6874095" y="1736310"/>
                  <a:pt x="6874095" y="1736310"/>
                </a:cubicBezTo>
                <a:close/>
                <a:moveTo>
                  <a:pt x="9926861" y="1736307"/>
                </a:moveTo>
                <a:lnTo>
                  <a:pt x="9935924" y="1736307"/>
                </a:lnTo>
                <a:cubicBezTo>
                  <a:pt x="9936254" y="1736307"/>
                  <a:pt x="9936713" y="1736767"/>
                  <a:pt x="9936713" y="1736767"/>
                </a:cubicBezTo>
                <a:lnTo>
                  <a:pt x="9941246" y="1744649"/>
                </a:lnTo>
                <a:cubicBezTo>
                  <a:pt x="9941376" y="1744911"/>
                  <a:pt x="9941246" y="1745503"/>
                  <a:pt x="9941246" y="1745503"/>
                </a:cubicBezTo>
                <a:lnTo>
                  <a:pt x="9936713" y="1753385"/>
                </a:lnTo>
                <a:cubicBezTo>
                  <a:pt x="9936516" y="1753647"/>
                  <a:pt x="9935924" y="1753844"/>
                  <a:pt x="9935924" y="1753844"/>
                </a:cubicBezTo>
                <a:lnTo>
                  <a:pt x="9926861" y="1753844"/>
                </a:lnTo>
                <a:cubicBezTo>
                  <a:pt x="9926532" y="1753844"/>
                  <a:pt x="9926073" y="1753385"/>
                  <a:pt x="9926073" y="1753385"/>
                </a:cubicBezTo>
                <a:lnTo>
                  <a:pt x="9921541" y="1745503"/>
                </a:lnTo>
                <a:cubicBezTo>
                  <a:pt x="9921410" y="1745239"/>
                  <a:pt x="9921541" y="1744649"/>
                  <a:pt x="9921541" y="1744649"/>
                </a:cubicBezTo>
                <a:lnTo>
                  <a:pt x="9926073" y="1736767"/>
                </a:lnTo>
                <a:cubicBezTo>
                  <a:pt x="9926270" y="1736505"/>
                  <a:pt x="9926861" y="1736307"/>
                  <a:pt x="9926861" y="1736307"/>
                </a:cubicBezTo>
                <a:close/>
                <a:moveTo>
                  <a:pt x="6365334" y="1736292"/>
                </a:moveTo>
                <a:lnTo>
                  <a:pt x="6374397" y="1736292"/>
                </a:lnTo>
                <a:cubicBezTo>
                  <a:pt x="6374727" y="1736292"/>
                  <a:pt x="6375186" y="1736751"/>
                  <a:pt x="6375186" y="1736751"/>
                </a:cubicBezTo>
                <a:lnTo>
                  <a:pt x="6379718" y="1744633"/>
                </a:lnTo>
                <a:cubicBezTo>
                  <a:pt x="6379849" y="1744895"/>
                  <a:pt x="6379718" y="1745487"/>
                  <a:pt x="6379718" y="1745487"/>
                </a:cubicBezTo>
                <a:lnTo>
                  <a:pt x="6375186" y="1753369"/>
                </a:lnTo>
                <a:cubicBezTo>
                  <a:pt x="6374988" y="1753631"/>
                  <a:pt x="6374397" y="1753828"/>
                  <a:pt x="6374397" y="1753828"/>
                </a:cubicBezTo>
                <a:lnTo>
                  <a:pt x="6365334" y="1753828"/>
                </a:lnTo>
                <a:cubicBezTo>
                  <a:pt x="6365005" y="1753828"/>
                  <a:pt x="6364546" y="1753369"/>
                  <a:pt x="6364546" y="1753369"/>
                </a:cubicBezTo>
                <a:lnTo>
                  <a:pt x="6360014" y="1745487"/>
                </a:lnTo>
                <a:cubicBezTo>
                  <a:pt x="6359882" y="1745224"/>
                  <a:pt x="6360014" y="1744633"/>
                  <a:pt x="6360014" y="1744633"/>
                </a:cubicBezTo>
                <a:lnTo>
                  <a:pt x="6364546" y="1736751"/>
                </a:lnTo>
                <a:cubicBezTo>
                  <a:pt x="6364743" y="1736488"/>
                  <a:pt x="6365334" y="1736292"/>
                  <a:pt x="6365334" y="1736292"/>
                </a:cubicBezTo>
                <a:close/>
                <a:moveTo>
                  <a:pt x="7891684" y="1736287"/>
                </a:moveTo>
                <a:lnTo>
                  <a:pt x="7900748" y="1736287"/>
                </a:lnTo>
                <a:cubicBezTo>
                  <a:pt x="7901076" y="1736287"/>
                  <a:pt x="7901536" y="1736747"/>
                  <a:pt x="7901536" y="1736747"/>
                </a:cubicBezTo>
                <a:lnTo>
                  <a:pt x="7906067" y="1744628"/>
                </a:lnTo>
                <a:cubicBezTo>
                  <a:pt x="7906199" y="1744891"/>
                  <a:pt x="7906067" y="1745482"/>
                  <a:pt x="7906067" y="1745482"/>
                </a:cubicBezTo>
                <a:lnTo>
                  <a:pt x="7901536" y="1753365"/>
                </a:lnTo>
                <a:cubicBezTo>
                  <a:pt x="7901339" y="1753626"/>
                  <a:pt x="7900748" y="1753823"/>
                  <a:pt x="7900748" y="1753823"/>
                </a:cubicBezTo>
                <a:lnTo>
                  <a:pt x="7891684" y="1753823"/>
                </a:lnTo>
                <a:cubicBezTo>
                  <a:pt x="7891355" y="1753823"/>
                  <a:pt x="7890896" y="1753365"/>
                  <a:pt x="7890896" y="1753365"/>
                </a:cubicBezTo>
                <a:lnTo>
                  <a:pt x="7886363" y="1745482"/>
                </a:lnTo>
                <a:cubicBezTo>
                  <a:pt x="7886233" y="1745218"/>
                  <a:pt x="7886363" y="1744628"/>
                  <a:pt x="7886363" y="1744628"/>
                </a:cubicBezTo>
                <a:lnTo>
                  <a:pt x="7890896" y="1736747"/>
                </a:lnTo>
                <a:cubicBezTo>
                  <a:pt x="7891093" y="1736484"/>
                  <a:pt x="7891684" y="1736287"/>
                  <a:pt x="7891684" y="1736287"/>
                </a:cubicBezTo>
                <a:close/>
                <a:moveTo>
                  <a:pt x="8146065" y="1736284"/>
                </a:moveTo>
                <a:lnTo>
                  <a:pt x="8155129" y="1736284"/>
                </a:lnTo>
                <a:cubicBezTo>
                  <a:pt x="8155458" y="1736284"/>
                  <a:pt x="8155917" y="1736744"/>
                  <a:pt x="8155917" y="1736744"/>
                </a:cubicBezTo>
                <a:lnTo>
                  <a:pt x="8160449" y="1744626"/>
                </a:lnTo>
                <a:cubicBezTo>
                  <a:pt x="8160580" y="1744888"/>
                  <a:pt x="8160449" y="1745479"/>
                  <a:pt x="8160449" y="1745479"/>
                </a:cubicBezTo>
                <a:lnTo>
                  <a:pt x="8155917" y="1753362"/>
                </a:lnTo>
                <a:cubicBezTo>
                  <a:pt x="8155719" y="1753623"/>
                  <a:pt x="8155129" y="1753821"/>
                  <a:pt x="8155129" y="1753821"/>
                </a:cubicBezTo>
                <a:lnTo>
                  <a:pt x="8146065" y="1753821"/>
                </a:lnTo>
                <a:cubicBezTo>
                  <a:pt x="8145737" y="1753821"/>
                  <a:pt x="8145277" y="1753362"/>
                  <a:pt x="8145277" y="1753362"/>
                </a:cubicBezTo>
                <a:lnTo>
                  <a:pt x="8140745" y="1745479"/>
                </a:lnTo>
                <a:cubicBezTo>
                  <a:pt x="8140613" y="1745217"/>
                  <a:pt x="8140745" y="1744626"/>
                  <a:pt x="8140745" y="1744626"/>
                </a:cubicBezTo>
                <a:lnTo>
                  <a:pt x="8145277" y="1736744"/>
                </a:lnTo>
                <a:cubicBezTo>
                  <a:pt x="8145474" y="1736482"/>
                  <a:pt x="8146065" y="1736284"/>
                  <a:pt x="8146065" y="1736284"/>
                </a:cubicBezTo>
                <a:close/>
                <a:moveTo>
                  <a:pt x="5602126" y="1736284"/>
                </a:moveTo>
                <a:lnTo>
                  <a:pt x="5611191" y="1736284"/>
                </a:lnTo>
                <a:cubicBezTo>
                  <a:pt x="5611519" y="1736284"/>
                  <a:pt x="5611979" y="1736744"/>
                  <a:pt x="5611979" y="1736744"/>
                </a:cubicBezTo>
                <a:lnTo>
                  <a:pt x="5616511" y="1744626"/>
                </a:lnTo>
                <a:cubicBezTo>
                  <a:pt x="5616642" y="1744888"/>
                  <a:pt x="5616511" y="1745479"/>
                  <a:pt x="5616511" y="1745479"/>
                </a:cubicBezTo>
                <a:lnTo>
                  <a:pt x="5611979" y="1753362"/>
                </a:lnTo>
                <a:cubicBezTo>
                  <a:pt x="5611782" y="1753624"/>
                  <a:pt x="5611191" y="1753821"/>
                  <a:pt x="5611191" y="1753821"/>
                </a:cubicBezTo>
                <a:lnTo>
                  <a:pt x="5602126" y="1753821"/>
                </a:lnTo>
                <a:cubicBezTo>
                  <a:pt x="5601798" y="1753821"/>
                  <a:pt x="5601338" y="1753362"/>
                  <a:pt x="5601338" y="1753362"/>
                </a:cubicBezTo>
                <a:lnTo>
                  <a:pt x="5596807" y="1745479"/>
                </a:lnTo>
                <a:cubicBezTo>
                  <a:pt x="5596675" y="1745217"/>
                  <a:pt x="5596807" y="1744626"/>
                  <a:pt x="5596807" y="1744626"/>
                </a:cubicBezTo>
                <a:lnTo>
                  <a:pt x="5601338" y="1736744"/>
                </a:lnTo>
                <a:cubicBezTo>
                  <a:pt x="5601536" y="1736482"/>
                  <a:pt x="5602126" y="1736284"/>
                  <a:pt x="5602126" y="1736284"/>
                </a:cubicBezTo>
                <a:close/>
                <a:moveTo>
                  <a:pt x="9163654" y="1736273"/>
                </a:moveTo>
                <a:lnTo>
                  <a:pt x="9172718" y="1736273"/>
                </a:lnTo>
                <a:cubicBezTo>
                  <a:pt x="9173046" y="1736273"/>
                  <a:pt x="9173506" y="1736733"/>
                  <a:pt x="9173506" y="1736733"/>
                </a:cubicBezTo>
                <a:lnTo>
                  <a:pt x="9178038" y="1744614"/>
                </a:lnTo>
                <a:cubicBezTo>
                  <a:pt x="9178169" y="1744877"/>
                  <a:pt x="9178038" y="1745468"/>
                  <a:pt x="9178038" y="1745468"/>
                </a:cubicBezTo>
                <a:lnTo>
                  <a:pt x="9173506" y="1753350"/>
                </a:lnTo>
                <a:cubicBezTo>
                  <a:pt x="9173309" y="1753612"/>
                  <a:pt x="9172718" y="1753809"/>
                  <a:pt x="9172718" y="1753809"/>
                </a:cubicBezTo>
                <a:lnTo>
                  <a:pt x="9163654" y="1753809"/>
                </a:lnTo>
                <a:cubicBezTo>
                  <a:pt x="9163326" y="1753809"/>
                  <a:pt x="9162866" y="1753350"/>
                  <a:pt x="9162866" y="1753350"/>
                </a:cubicBezTo>
                <a:lnTo>
                  <a:pt x="9158333" y="1745468"/>
                </a:lnTo>
                <a:cubicBezTo>
                  <a:pt x="9158202" y="1745205"/>
                  <a:pt x="9158333" y="1744614"/>
                  <a:pt x="9158333" y="1744614"/>
                </a:cubicBezTo>
                <a:lnTo>
                  <a:pt x="9162866" y="1736733"/>
                </a:lnTo>
                <a:cubicBezTo>
                  <a:pt x="9163062" y="1736470"/>
                  <a:pt x="9163654" y="1736273"/>
                  <a:pt x="9163654" y="1736273"/>
                </a:cubicBezTo>
                <a:close/>
                <a:moveTo>
                  <a:pt x="7637304" y="1736266"/>
                </a:moveTo>
                <a:lnTo>
                  <a:pt x="7646367" y="1736266"/>
                </a:lnTo>
                <a:cubicBezTo>
                  <a:pt x="7646696" y="1736266"/>
                  <a:pt x="7647156" y="1736726"/>
                  <a:pt x="7647156" y="1736726"/>
                </a:cubicBezTo>
                <a:lnTo>
                  <a:pt x="7651687" y="1744607"/>
                </a:lnTo>
                <a:cubicBezTo>
                  <a:pt x="7651819" y="1744870"/>
                  <a:pt x="7651687" y="1745461"/>
                  <a:pt x="7651687" y="1745461"/>
                </a:cubicBezTo>
                <a:lnTo>
                  <a:pt x="7647156" y="1753344"/>
                </a:lnTo>
                <a:cubicBezTo>
                  <a:pt x="7646958" y="1753605"/>
                  <a:pt x="7646367" y="1753802"/>
                  <a:pt x="7646367" y="1753802"/>
                </a:cubicBezTo>
                <a:lnTo>
                  <a:pt x="7637304" y="1753802"/>
                </a:lnTo>
                <a:cubicBezTo>
                  <a:pt x="7636975" y="1753802"/>
                  <a:pt x="7636516" y="1753344"/>
                  <a:pt x="7636516" y="1753344"/>
                </a:cubicBezTo>
                <a:lnTo>
                  <a:pt x="7631983" y="1745461"/>
                </a:lnTo>
                <a:cubicBezTo>
                  <a:pt x="7631851" y="1745199"/>
                  <a:pt x="7631983" y="1744607"/>
                  <a:pt x="7631983" y="1744607"/>
                </a:cubicBezTo>
                <a:lnTo>
                  <a:pt x="7636516" y="1736726"/>
                </a:lnTo>
                <a:cubicBezTo>
                  <a:pt x="7636713" y="1736463"/>
                  <a:pt x="7637304" y="1736266"/>
                  <a:pt x="7637304" y="1736266"/>
                </a:cubicBezTo>
                <a:close/>
                <a:moveTo>
                  <a:pt x="3567079" y="1736265"/>
                </a:moveTo>
                <a:lnTo>
                  <a:pt x="3576143" y="1736265"/>
                </a:lnTo>
                <a:cubicBezTo>
                  <a:pt x="3576471" y="1736265"/>
                  <a:pt x="3576932" y="1736725"/>
                  <a:pt x="3576932" y="1736725"/>
                </a:cubicBezTo>
                <a:lnTo>
                  <a:pt x="3581464" y="1744606"/>
                </a:lnTo>
                <a:cubicBezTo>
                  <a:pt x="3581595" y="1744869"/>
                  <a:pt x="3581464" y="1745460"/>
                  <a:pt x="3581464" y="1745460"/>
                </a:cubicBezTo>
                <a:lnTo>
                  <a:pt x="3581446" y="1745491"/>
                </a:lnTo>
                <a:lnTo>
                  <a:pt x="3581446" y="1745510"/>
                </a:lnTo>
                <a:lnTo>
                  <a:pt x="3576914" y="1753393"/>
                </a:lnTo>
                <a:cubicBezTo>
                  <a:pt x="3576716" y="1753656"/>
                  <a:pt x="3576125" y="1753853"/>
                  <a:pt x="3576125" y="1753853"/>
                </a:cubicBezTo>
                <a:lnTo>
                  <a:pt x="3567061" y="1753853"/>
                </a:lnTo>
                <a:cubicBezTo>
                  <a:pt x="3566733" y="1753853"/>
                  <a:pt x="3566273" y="1753393"/>
                  <a:pt x="3566273" y="1753393"/>
                </a:cubicBezTo>
                <a:lnTo>
                  <a:pt x="3561739" y="1745510"/>
                </a:lnTo>
                <a:cubicBezTo>
                  <a:pt x="3561608" y="1745249"/>
                  <a:pt x="3561739" y="1744658"/>
                  <a:pt x="3561739" y="1744658"/>
                </a:cubicBezTo>
                <a:lnTo>
                  <a:pt x="3561757" y="1744627"/>
                </a:lnTo>
                <a:lnTo>
                  <a:pt x="3561757" y="1744606"/>
                </a:lnTo>
                <a:lnTo>
                  <a:pt x="3566291" y="1736725"/>
                </a:lnTo>
                <a:cubicBezTo>
                  <a:pt x="3566488" y="1736462"/>
                  <a:pt x="3567079" y="1736265"/>
                  <a:pt x="3567079" y="1736265"/>
                </a:cubicBezTo>
                <a:close/>
                <a:moveTo>
                  <a:pt x="3312576" y="1736265"/>
                </a:moveTo>
                <a:lnTo>
                  <a:pt x="3321640" y="1736265"/>
                </a:lnTo>
                <a:lnTo>
                  <a:pt x="3321724" y="1736314"/>
                </a:lnTo>
                <a:lnTo>
                  <a:pt x="3321733" y="1736314"/>
                </a:lnTo>
                <a:cubicBezTo>
                  <a:pt x="3322061" y="1736314"/>
                  <a:pt x="3322522" y="1736774"/>
                  <a:pt x="3322522" y="1736774"/>
                </a:cubicBezTo>
                <a:lnTo>
                  <a:pt x="3327053" y="1744654"/>
                </a:lnTo>
                <a:cubicBezTo>
                  <a:pt x="3327184" y="1744918"/>
                  <a:pt x="3327053" y="1745509"/>
                  <a:pt x="3327053" y="1745509"/>
                </a:cubicBezTo>
                <a:lnTo>
                  <a:pt x="3322522" y="1753392"/>
                </a:lnTo>
                <a:cubicBezTo>
                  <a:pt x="3322324" y="1753654"/>
                  <a:pt x="3321733" y="1753851"/>
                  <a:pt x="3321733" y="1753851"/>
                </a:cubicBezTo>
                <a:lnTo>
                  <a:pt x="3312668" y="1753851"/>
                </a:lnTo>
                <a:lnTo>
                  <a:pt x="3312584" y="1753802"/>
                </a:lnTo>
                <a:lnTo>
                  <a:pt x="3312576" y="1753802"/>
                </a:lnTo>
                <a:cubicBezTo>
                  <a:pt x="3312247" y="1753802"/>
                  <a:pt x="3311788" y="1753343"/>
                  <a:pt x="3311788" y="1753343"/>
                </a:cubicBezTo>
                <a:lnTo>
                  <a:pt x="3307255" y="1745460"/>
                </a:lnTo>
                <a:cubicBezTo>
                  <a:pt x="3307124" y="1745197"/>
                  <a:pt x="3307255" y="1744606"/>
                  <a:pt x="3307255" y="1744606"/>
                </a:cubicBezTo>
                <a:lnTo>
                  <a:pt x="3311788" y="1736725"/>
                </a:lnTo>
                <a:cubicBezTo>
                  <a:pt x="3311984" y="1736462"/>
                  <a:pt x="3312576" y="1736265"/>
                  <a:pt x="3312576" y="1736265"/>
                </a:cubicBezTo>
                <a:close/>
                <a:moveTo>
                  <a:pt x="3058346" y="1736265"/>
                </a:moveTo>
                <a:lnTo>
                  <a:pt x="3067410" y="1736265"/>
                </a:lnTo>
                <a:cubicBezTo>
                  <a:pt x="3067740" y="1736265"/>
                  <a:pt x="3068199" y="1736725"/>
                  <a:pt x="3068199" y="1736725"/>
                </a:cubicBezTo>
                <a:lnTo>
                  <a:pt x="3072731" y="1744606"/>
                </a:lnTo>
                <a:cubicBezTo>
                  <a:pt x="3072862" y="1744869"/>
                  <a:pt x="3072731" y="1745460"/>
                  <a:pt x="3072731" y="1745460"/>
                </a:cubicBezTo>
                <a:lnTo>
                  <a:pt x="3072708" y="1745500"/>
                </a:lnTo>
                <a:lnTo>
                  <a:pt x="3072708" y="1745530"/>
                </a:lnTo>
                <a:lnTo>
                  <a:pt x="3068176" y="1753414"/>
                </a:lnTo>
                <a:cubicBezTo>
                  <a:pt x="3067978" y="1753675"/>
                  <a:pt x="3067388" y="1753873"/>
                  <a:pt x="3067388" y="1753873"/>
                </a:cubicBezTo>
                <a:lnTo>
                  <a:pt x="3058323" y="1753873"/>
                </a:lnTo>
                <a:cubicBezTo>
                  <a:pt x="3057994" y="1753873"/>
                  <a:pt x="3057534" y="1753414"/>
                  <a:pt x="3057534" y="1753414"/>
                </a:cubicBezTo>
                <a:lnTo>
                  <a:pt x="3053003" y="1745530"/>
                </a:lnTo>
                <a:cubicBezTo>
                  <a:pt x="3052871" y="1745269"/>
                  <a:pt x="3053003" y="1744678"/>
                  <a:pt x="3053003" y="1744678"/>
                </a:cubicBezTo>
                <a:lnTo>
                  <a:pt x="3053025" y="1744640"/>
                </a:lnTo>
                <a:lnTo>
                  <a:pt x="3053025" y="1744606"/>
                </a:lnTo>
                <a:lnTo>
                  <a:pt x="3057558" y="1736725"/>
                </a:lnTo>
                <a:cubicBezTo>
                  <a:pt x="3057756" y="1736462"/>
                  <a:pt x="3058346" y="1736265"/>
                  <a:pt x="3058346" y="1736265"/>
                </a:cubicBezTo>
                <a:close/>
                <a:moveTo>
                  <a:pt x="2803803" y="1736265"/>
                </a:moveTo>
                <a:lnTo>
                  <a:pt x="2812867" y="1736265"/>
                </a:lnTo>
                <a:cubicBezTo>
                  <a:pt x="2813196" y="1736265"/>
                  <a:pt x="2813654" y="1736725"/>
                  <a:pt x="2813654" y="1736725"/>
                </a:cubicBezTo>
                <a:lnTo>
                  <a:pt x="2813682" y="1736774"/>
                </a:lnTo>
                <a:lnTo>
                  <a:pt x="2813705" y="1736787"/>
                </a:lnTo>
                <a:lnTo>
                  <a:pt x="2818237" y="1744669"/>
                </a:lnTo>
                <a:cubicBezTo>
                  <a:pt x="2818368" y="1744931"/>
                  <a:pt x="2818237" y="1745523"/>
                  <a:pt x="2818237" y="1745523"/>
                </a:cubicBezTo>
                <a:lnTo>
                  <a:pt x="2813705" y="1753405"/>
                </a:lnTo>
                <a:cubicBezTo>
                  <a:pt x="2813508" y="1753667"/>
                  <a:pt x="2812917" y="1753864"/>
                  <a:pt x="2812917" y="1753864"/>
                </a:cubicBezTo>
                <a:lnTo>
                  <a:pt x="2803852" y="1753864"/>
                </a:lnTo>
                <a:cubicBezTo>
                  <a:pt x="2803524" y="1753864"/>
                  <a:pt x="2803063" y="1753405"/>
                  <a:pt x="2803063" y="1753405"/>
                </a:cubicBezTo>
                <a:lnTo>
                  <a:pt x="2803035" y="1753356"/>
                </a:lnTo>
                <a:lnTo>
                  <a:pt x="2803013" y="1753343"/>
                </a:lnTo>
                <a:lnTo>
                  <a:pt x="2798482" y="1745460"/>
                </a:lnTo>
                <a:cubicBezTo>
                  <a:pt x="2798350" y="1745197"/>
                  <a:pt x="2798482" y="1744606"/>
                  <a:pt x="2798482" y="1744606"/>
                </a:cubicBezTo>
                <a:lnTo>
                  <a:pt x="2803013" y="1736725"/>
                </a:lnTo>
                <a:cubicBezTo>
                  <a:pt x="2803210" y="1736462"/>
                  <a:pt x="2803803" y="1736265"/>
                  <a:pt x="2803803" y="1736265"/>
                </a:cubicBezTo>
                <a:close/>
                <a:moveTo>
                  <a:pt x="2549450" y="1736265"/>
                </a:moveTo>
                <a:lnTo>
                  <a:pt x="2558516" y="1736265"/>
                </a:lnTo>
                <a:cubicBezTo>
                  <a:pt x="2558845" y="1736265"/>
                  <a:pt x="2559303" y="1736725"/>
                  <a:pt x="2559303" y="1736725"/>
                </a:cubicBezTo>
                <a:lnTo>
                  <a:pt x="2563835" y="1744606"/>
                </a:lnTo>
                <a:cubicBezTo>
                  <a:pt x="2563966" y="1744869"/>
                  <a:pt x="2563835" y="1745460"/>
                  <a:pt x="2563835" y="1745460"/>
                </a:cubicBezTo>
                <a:lnTo>
                  <a:pt x="2563831" y="1745467"/>
                </a:lnTo>
                <a:lnTo>
                  <a:pt x="2563831" y="1745514"/>
                </a:lnTo>
                <a:lnTo>
                  <a:pt x="2559300" y="1753395"/>
                </a:lnTo>
                <a:cubicBezTo>
                  <a:pt x="2559103" y="1753658"/>
                  <a:pt x="2558512" y="1753855"/>
                  <a:pt x="2558512" y="1753855"/>
                </a:cubicBezTo>
                <a:lnTo>
                  <a:pt x="2549446" y="1753855"/>
                </a:lnTo>
                <a:cubicBezTo>
                  <a:pt x="2549119" y="1753855"/>
                  <a:pt x="2548658" y="1753395"/>
                  <a:pt x="2548658" y="1753395"/>
                </a:cubicBezTo>
                <a:lnTo>
                  <a:pt x="2544126" y="1745514"/>
                </a:lnTo>
                <a:cubicBezTo>
                  <a:pt x="2543995" y="1745250"/>
                  <a:pt x="2544126" y="1744660"/>
                  <a:pt x="2544126" y="1744660"/>
                </a:cubicBezTo>
                <a:lnTo>
                  <a:pt x="2544131" y="1744652"/>
                </a:lnTo>
                <a:lnTo>
                  <a:pt x="2544131" y="1744606"/>
                </a:lnTo>
                <a:lnTo>
                  <a:pt x="2548662" y="1736725"/>
                </a:lnTo>
                <a:cubicBezTo>
                  <a:pt x="2548859" y="1736462"/>
                  <a:pt x="2549450" y="1736265"/>
                  <a:pt x="2549450" y="1736265"/>
                </a:cubicBezTo>
                <a:close/>
                <a:moveTo>
                  <a:pt x="2294950" y="1736265"/>
                </a:moveTo>
                <a:lnTo>
                  <a:pt x="2304015" y="1736265"/>
                </a:lnTo>
                <a:lnTo>
                  <a:pt x="2304207" y="1736377"/>
                </a:lnTo>
                <a:lnTo>
                  <a:pt x="2304214" y="1736377"/>
                </a:lnTo>
                <a:cubicBezTo>
                  <a:pt x="2304543" y="1736377"/>
                  <a:pt x="2305003" y="1736837"/>
                  <a:pt x="2305003" y="1736837"/>
                </a:cubicBezTo>
                <a:lnTo>
                  <a:pt x="2309535" y="1744719"/>
                </a:lnTo>
                <a:cubicBezTo>
                  <a:pt x="2309666" y="1744982"/>
                  <a:pt x="2309535" y="1745573"/>
                  <a:pt x="2309535" y="1745573"/>
                </a:cubicBezTo>
                <a:lnTo>
                  <a:pt x="2305003" y="1753455"/>
                </a:lnTo>
                <a:cubicBezTo>
                  <a:pt x="2304806" y="1753718"/>
                  <a:pt x="2304214" y="1753914"/>
                  <a:pt x="2304214" y="1753914"/>
                </a:cubicBezTo>
                <a:lnTo>
                  <a:pt x="2295149" y="1753914"/>
                </a:lnTo>
                <a:lnTo>
                  <a:pt x="2294955" y="1753801"/>
                </a:lnTo>
                <a:lnTo>
                  <a:pt x="2294950" y="1753801"/>
                </a:lnTo>
                <a:cubicBezTo>
                  <a:pt x="2294623" y="1753801"/>
                  <a:pt x="2294162" y="1753342"/>
                  <a:pt x="2294162" y="1753342"/>
                </a:cubicBezTo>
                <a:lnTo>
                  <a:pt x="2289631" y="1745460"/>
                </a:lnTo>
                <a:cubicBezTo>
                  <a:pt x="2289499" y="1745197"/>
                  <a:pt x="2289631" y="1744606"/>
                  <a:pt x="2289631" y="1744606"/>
                </a:cubicBezTo>
                <a:lnTo>
                  <a:pt x="2294162" y="1736725"/>
                </a:lnTo>
                <a:cubicBezTo>
                  <a:pt x="2294359" y="1736462"/>
                  <a:pt x="2294950" y="1736265"/>
                  <a:pt x="2294950" y="1736265"/>
                </a:cubicBezTo>
                <a:close/>
                <a:moveTo>
                  <a:pt x="2040660" y="1736265"/>
                </a:moveTo>
                <a:lnTo>
                  <a:pt x="2049724" y="1736265"/>
                </a:lnTo>
                <a:cubicBezTo>
                  <a:pt x="2050053" y="1736265"/>
                  <a:pt x="2050512" y="1736725"/>
                  <a:pt x="2050512" y="1736725"/>
                </a:cubicBezTo>
                <a:lnTo>
                  <a:pt x="2050563" y="1736814"/>
                </a:lnTo>
                <a:lnTo>
                  <a:pt x="2050636" y="1736856"/>
                </a:lnTo>
                <a:lnTo>
                  <a:pt x="2055168" y="1744738"/>
                </a:lnTo>
                <a:cubicBezTo>
                  <a:pt x="2055300" y="1745000"/>
                  <a:pt x="2055168" y="1745591"/>
                  <a:pt x="2055168" y="1745591"/>
                </a:cubicBezTo>
                <a:lnTo>
                  <a:pt x="2050636" y="1753474"/>
                </a:lnTo>
                <a:cubicBezTo>
                  <a:pt x="2050438" y="1753737"/>
                  <a:pt x="2049847" y="1753934"/>
                  <a:pt x="2049847" y="1753934"/>
                </a:cubicBezTo>
                <a:lnTo>
                  <a:pt x="2040784" y="1753934"/>
                </a:lnTo>
                <a:cubicBezTo>
                  <a:pt x="2040453" y="1753934"/>
                  <a:pt x="2039994" y="1753474"/>
                  <a:pt x="2039994" y="1753474"/>
                </a:cubicBezTo>
                <a:lnTo>
                  <a:pt x="2039943" y="1753385"/>
                </a:lnTo>
                <a:lnTo>
                  <a:pt x="2039871" y="1753343"/>
                </a:lnTo>
                <a:lnTo>
                  <a:pt x="2035337" y="1745460"/>
                </a:lnTo>
                <a:cubicBezTo>
                  <a:pt x="2035206" y="1745197"/>
                  <a:pt x="2035337" y="1744606"/>
                  <a:pt x="2035337" y="1744606"/>
                </a:cubicBezTo>
                <a:lnTo>
                  <a:pt x="2039871" y="1736725"/>
                </a:lnTo>
                <a:cubicBezTo>
                  <a:pt x="2040068" y="1736462"/>
                  <a:pt x="2040660" y="1736265"/>
                  <a:pt x="2040660" y="1736265"/>
                </a:cubicBezTo>
                <a:close/>
                <a:moveTo>
                  <a:pt x="1786175" y="1736265"/>
                </a:moveTo>
                <a:lnTo>
                  <a:pt x="1795240" y="1736265"/>
                </a:lnTo>
                <a:cubicBezTo>
                  <a:pt x="1795568" y="1736265"/>
                  <a:pt x="1796028" y="1736725"/>
                  <a:pt x="1796028" y="1736725"/>
                </a:cubicBezTo>
                <a:lnTo>
                  <a:pt x="1800559" y="1744606"/>
                </a:lnTo>
                <a:cubicBezTo>
                  <a:pt x="1800691" y="1744869"/>
                  <a:pt x="1800559" y="1745460"/>
                  <a:pt x="1800559" y="1745460"/>
                </a:cubicBezTo>
                <a:lnTo>
                  <a:pt x="1796028" y="1753343"/>
                </a:lnTo>
                <a:cubicBezTo>
                  <a:pt x="1795831" y="1753605"/>
                  <a:pt x="1795240" y="1753802"/>
                  <a:pt x="1795240" y="1753802"/>
                </a:cubicBezTo>
                <a:lnTo>
                  <a:pt x="1795236" y="1753802"/>
                </a:lnTo>
                <a:lnTo>
                  <a:pt x="1795227" y="1753807"/>
                </a:lnTo>
                <a:lnTo>
                  <a:pt x="1786162" y="1753807"/>
                </a:lnTo>
                <a:cubicBezTo>
                  <a:pt x="1785835" y="1753807"/>
                  <a:pt x="1785374" y="1753349"/>
                  <a:pt x="1785374" y="1753349"/>
                </a:cubicBezTo>
                <a:lnTo>
                  <a:pt x="1780842" y="1745466"/>
                </a:lnTo>
                <a:cubicBezTo>
                  <a:pt x="1780711" y="1745204"/>
                  <a:pt x="1780842" y="1744612"/>
                  <a:pt x="1780842" y="1744612"/>
                </a:cubicBezTo>
                <a:lnTo>
                  <a:pt x="1785374" y="1736731"/>
                </a:lnTo>
                <a:cubicBezTo>
                  <a:pt x="1785571" y="1736468"/>
                  <a:pt x="1786162" y="1736271"/>
                  <a:pt x="1786162" y="1736271"/>
                </a:cubicBezTo>
                <a:lnTo>
                  <a:pt x="1786165" y="1736271"/>
                </a:lnTo>
                <a:close/>
                <a:moveTo>
                  <a:pt x="1531818" y="1736265"/>
                </a:moveTo>
                <a:lnTo>
                  <a:pt x="1540881" y="1736265"/>
                </a:lnTo>
                <a:cubicBezTo>
                  <a:pt x="1541210" y="1736265"/>
                  <a:pt x="1541670" y="1736725"/>
                  <a:pt x="1541670" y="1736725"/>
                </a:cubicBezTo>
                <a:lnTo>
                  <a:pt x="1541694" y="1736767"/>
                </a:lnTo>
                <a:lnTo>
                  <a:pt x="1541748" y="1736798"/>
                </a:lnTo>
                <a:lnTo>
                  <a:pt x="1546279" y="1744680"/>
                </a:lnTo>
                <a:cubicBezTo>
                  <a:pt x="1546410" y="1744942"/>
                  <a:pt x="1546279" y="1745533"/>
                  <a:pt x="1546279" y="1745533"/>
                </a:cubicBezTo>
                <a:lnTo>
                  <a:pt x="1541748" y="1753416"/>
                </a:lnTo>
                <a:cubicBezTo>
                  <a:pt x="1541551" y="1753678"/>
                  <a:pt x="1540959" y="1753875"/>
                  <a:pt x="1540959" y="1753875"/>
                </a:cubicBezTo>
                <a:lnTo>
                  <a:pt x="1531895" y="1753875"/>
                </a:lnTo>
                <a:cubicBezTo>
                  <a:pt x="1531566" y="1753875"/>
                  <a:pt x="1531107" y="1753416"/>
                  <a:pt x="1531107" y="1753416"/>
                </a:cubicBezTo>
                <a:lnTo>
                  <a:pt x="1531083" y="1753374"/>
                </a:lnTo>
                <a:lnTo>
                  <a:pt x="1531030" y="1753343"/>
                </a:lnTo>
                <a:lnTo>
                  <a:pt x="1526497" y="1745460"/>
                </a:lnTo>
                <a:cubicBezTo>
                  <a:pt x="1526366" y="1745197"/>
                  <a:pt x="1526497" y="1744606"/>
                  <a:pt x="1526497" y="1744606"/>
                </a:cubicBezTo>
                <a:lnTo>
                  <a:pt x="1531030" y="1736725"/>
                </a:lnTo>
                <a:cubicBezTo>
                  <a:pt x="1531227" y="1736462"/>
                  <a:pt x="1531818" y="1736265"/>
                  <a:pt x="1531818" y="1736265"/>
                </a:cubicBezTo>
                <a:close/>
                <a:moveTo>
                  <a:pt x="1277499" y="1736265"/>
                </a:moveTo>
                <a:lnTo>
                  <a:pt x="1286563" y="1736265"/>
                </a:lnTo>
                <a:cubicBezTo>
                  <a:pt x="1286893" y="1736265"/>
                  <a:pt x="1287353" y="1736725"/>
                  <a:pt x="1287353" y="1736725"/>
                </a:cubicBezTo>
                <a:lnTo>
                  <a:pt x="1291883" y="1744606"/>
                </a:lnTo>
                <a:cubicBezTo>
                  <a:pt x="1292016" y="1744869"/>
                  <a:pt x="1291883" y="1745460"/>
                  <a:pt x="1291883" y="1745460"/>
                </a:cubicBezTo>
                <a:lnTo>
                  <a:pt x="1291879" y="1745467"/>
                </a:lnTo>
                <a:lnTo>
                  <a:pt x="1291879" y="1745523"/>
                </a:lnTo>
                <a:lnTo>
                  <a:pt x="1287346" y="1753404"/>
                </a:lnTo>
                <a:cubicBezTo>
                  <a:pt x="1287151" y="1753667"/>
                  <a:pt x="1286560" y="1753864"/>
                  <a:pt x="1286560" y="1753864"/>
                </a:cubicBezTo>
                <a:lnTo>
                  <a:pt x="1277494" y="1753864"/>
                </a:lnTo>
                <a:cubicBezTo>
                  <a:pt x="1277166" y="1753864"/>
                  <a:pt x="1276706" y="1753404"/>
                  <a:pt x="1276706" y="1753404"/>
                </a:cubicBezTo>
                <a:lnTo>
                  <a:pt x="1272175" y="1745523"/>
                </a:lnTo>
                <a:cubicBezTo>
                  <a:pt x="1272043" y="1745259"/>
                  <a:pt x="1272175" y="1744668"/>
                  <a:pt x="1272175" y="1744668"/>
                </a:cubicBezTo>
                <a:lnTo>
                  <a:pt x="1272180" y="1744660"/>
                </a:lnTo>
                <a:lnTo>
                  <a:pt x="1272180" y="1744606"/>
                </a:lnTo>
                <a:lnTo>
                  <a:pt x="1276712" y="1736725"/>
                </a:lnTo>
                <a:cubicBezTo>
                  <a:pt x="1276907" y="1736462"/>
                  <a:pt x="1277499" y="1736265"/>
                  <a:pt x="1277499" y="1736265"/>
                </a:cubicBezTo>
                <a:close/>
                <a:moveTo>
                  <a:pt x="1023044" y="1736265"/>
                </a:moveTo>
                <a:lnTo>
                  <a:pt x="1032107" y="1736265"/>
                </a:lnTo>
                <a:cubicBezTo>
                  <a:pt x="1032436" y="1736265"/>
                  <a:pt x="1032895" y="1736725"/>
                  <a:pt x="1032895" y="1736725"/>
                </a:cubicBezTo>
                <a:lnTo>
                  <a:pt x="1032913" y="1736757"/>
                </a:lnTo>
                <a:lnTo>
                  <a:pt x="1033003" y="1736809"/>
                </a:lnTo>
                <a:lnTo>
                  <a:pt x="1037535" y="1744692"/>
                </a:lnTo>
                <a:cubicBezTo>
                  <a:pt x="1037666" y="1744953"/>
                  <a:pt x="1037535" y="1745544"/>
                  <a:pt x="1037535" y="1745544"/>
                </a:cubicBezTo>
                <a:lnTo>
                  <a:pt x="1033003" y="1753428"/>
                </a:lnTo>
                <a:cubicBezTo>
                  <a:pt x="1032806" y="1753689"/>
                  <a:pt x="1032214" y="1753887"/>
                  <a:pt x="1032214" y="1753887"/>
                </a:cubicBezTo>
                <a:lnTo>
                  <a:pt x="1023151" y="1753887"/>
                </a:lnTo>
                <a:cubicBezTo>
                  <a:pt x="1022822" y="1753887"/>
                  <a:pt x="1022362" y="1753428"/>
                  <a:pt x="1022362" y="1753428"/>
                </a:cubicBezTo>
                <a:lnTo>
                  <a:pt x="1022342" y="1753392"/>
                </a:lnTo>
                <a:lnTo>
                  <a:pt x="1022257" y="1753343"/>
                </a:lnTo>
                <a:lnTo>
                  <a:pt x="1017722" y="1745460"/>
                </a:lnTo>
                <a:cubicBezTo>
                  <a:pt x="1017591" y="1745197"/>
                  <a:pt x="1017722" y="1744606"/>
                  <a:pt x="1017722" y="1744606"/>
                </a:cubicBezTo>
                <a:lnTo>
                  <a:pt x="1022257" y="1736725"/>
                </a:lnTo>
                <a:cubicBezTo>
                  <a:pt x="1022453" y="1736462"/>
                  <a:pt x="1023044" y="1736265"/>
                  <a:pt x="1023044" y="1736265"/>
                </a:cubicBezTo>
                <a:close/>
                <a:moveTo>
                  <a:pt x="768579" y="1736265"/>
                </a:moveTo>
                <a:lnTo>
                  <a:pt x="777642" y="1736265"/>
                </a:lnTo>
                <a:cubicBezTo>
                  <a:pt x="777971" y="1736265"/>
                  <a:pt x="778430" y="1736725"/>
                  <a:pt x="778430" y="1736725"/>
                </a:cubicBezTo>
                <a:lnTo>
                  <a:pt x="778439" y="1736741"/>
                </a:lnTo>
                <a:lnTo>
                  <a:pt x="778557" y="1736809"/>
                </a:lnTo>
                <a:lnTo>
                  <a:pt x="783088" y="1744692"/>
                </a:lnTo>
                <a:cubicBezTo>
                  <a:pt x="783220" y="1744954"/>
                  <a:pt x="783088" y="1745546"/>
                  <a:pt x="783088" y="1745546"/>
                </a:cubicBezTo>
                <a:lnTo>
                  <a:pt x="778557" y="1753429"/>
                </a:lnTo>
                <a:cubicBezTo>
                  <a:pt x="778359" y="1753690"/>
                  <a:pt x="777768" y="1753887"/>
                  <a:pt x="777768" y="1753887"/>
                </a:cubicBezTo>
                <a:lnTo>
                  <a:pt x="768704" y="1753887"/>
                </a:lnTo>
                <a:cubicBezTo>
                  <a:pt x="768377" y="1753887"/>
                  <a:pt x="767916" y="1753429"/>
                  <a:pt x="767916" y="1753429"/>
                </a:cubicBezTo>
                <a:lnTo>
                  <a:pt x="767905" y="1753409"/>
                </a:lnTo>
                <a:lnTo>
                  <a:pt x="767791" y="1753343"/>
                </a:lnTo>
                <a:lnTo>
                  <a:pt x="763258" y="1745460"/>
                </a:lnTo>
                <a:cubicBezTo>
                  <a:pt x="763126" y="1745197"/>
                  <a:pt x="763258" y="1744606"/>
                  <a:pt x="763258" y="1744606"/>
                </a:cubicBezTo>
                <a:lnTo>
                  <a:pt x="767791" y="1736725"/>
                </a:lnTo>
                <a:cubicBezTo>
                  <a:pt x="767988" y="1736462"/>
                  <a:pt x="768579" y="1736265"/>
                  <a:pt x="768579" y="1736265"/>
                </a:cubicBezTo>
                <a:close/>
                <a:moveTo>
                  <a:pt x="514309" y="1736265"/>
                </a:moveTo>
                <a:lnTo>
                  <a:pt x="523372" y="1736265"/>
                </a:lnTo>
                <a:cubicBezTo>
                  <a:pt x="523701" y="1736265"/>
                  <a:pt x="524160" y="1736725"/>
                  <a:pt x="524160" y="1736725"/>
                </a:cubicBezTo>
                <a:lnTo>
                  <a:pt x="528692" y="1744606"/>
                </a:lnTo>
                <a:cubicBezTo>
                  <a:pt x="528823" y="1744869"/>
                  <a:pt x="528692" y="1745460"/>
                  <a:pt x="528692" y="1745460"/>
                </a:cubicBezTo>
                <a:lnTo>
                  <a:pt x="528676" y="1745488"/>
                </a:lnTo>
                <a:lnTo>
                  <a:pt x="528676" y="1745525"/>
                </a:lnTo>
                <a:lnTo>
                  <a:pt x="524144" y="1753408"/>
                </a:lnTo>
                <a:cubicBezTo>
                  <a:pt x="523947" y="1753669"/>
                  <a:pt x="523356" y="1753867"/>
                  <a:pt x="523356" y="1753867"/>
                </a:cubicBezTo>
                <a:lnTo>
                  <a:pt x="514293" y="1753867"/>
                </a:lnTo>
                <a:cubicBezTo>
                  <a:pt x="513963" y="1753867"/>
                  <a:pt x="513505" y="1753408"/>
                  <a:pt x="513505" y="1753408"/>
                </a:cubicBezTo>
                <a:lnTo>
                  <a:pt x="508971" y="1745525"/>
                </a:lnTo>
                <a:cubicBezTo>
                  <a:pt x="508840" y="1745262"/>
                  <a:pt x="508971" y="1744671"/>
                  <a:pt x="508971" y="1744671"/>
                </a:cubicBezTo>
                <a:lnTo>
                  <a:pt x="508989" y="1744640"/>
                </a:lnTo>
                <a:lnTo>
                  <a:pt x="508989" y="1744606"/>
                </a:lnTo>
                <a:lnTo>
                  <a:pt x="513522" y="1736725"/>
                </a:lnTo>
                <a:cubicBezTo>
                  <a:pt x="513719" y="1736462"/>
                  <a:pt x="514309" y="1736265"/>
                  <a:pt x="514309" y="1736265"/>
                </a:cubicBezTo>
                <a:close/>
                <a:moveTo>
                  <a:pt x="259932" y="1736265"/>
                </a:moveTo>
                <a:lnTo>
                  <a:pt x="268996" y="1736265"/>
                </a:lnTo>
                <a:cubicBezTo>
                  <a:pt x="269324" y="1736265"/>
                  <a:pt x="269784" y="1736725"/>
                  <a:pt x="269784" y="1736725"/>
                </a:cubicBezTo>
                <a:lnTo>
                  <a:pt x="273754" y="1743631"/>
                </a:lnTo>
                <a:lnTo>
                  <a:pt x="274379" y="1744717"/>
                </a:lnTo>
                <a:cubicBezTo>
                  <a:pt x="274510" y="1744981"/>
                  <a:pt x="274379" y="1745572"/>
                  <a:pt x="274379" y="1745572"/>
                </a:cubicBezTo>
                <a:lnTo>
                  <a:pt x="269847" y="1753454"/>
                </a:lnTo>
                <a:cubicBezTo>
                  <a:pt x="269650" y="1753717"/>
                  <a:pt x="269059" y="1753914"/>
                  <a:pt x="269059" y="1753914"/>
                </a:cubicBezTo>
                <a:lnTo>
                  <a:pt x="259995" y="1753914"/>
                </a:lnTo>
                <a:cubicBezTo>
                  <a:pt x="259666" y="1753914"/>
                  <a:pt x="259206" y="1753454"/>
                  <a:pt x="259206" y="1753454"/>
                </a:cubicBezTo>
                <a:lnTo>
                  <a:pt x="254675" y="1745572"/>
                </a:lnTo>
                <a:lnTo>
                  <a:pt x="254611" y="1745460"/>
                </a:lnTo>
                <a:cubicBezTo>
                  <a:pt x="254480" y="1745197"/>
                  <a:pt x="254611" y="1744606"/>
                  <a:pt x="254611" y="1744606"/>
                </a:cubicBezTo>
                <a:lnTo>
                  <a:pt x="259143" y="1736725"/>
                </a:lnTo>
                <a:cubicBezTo>
                  <a:pt x="259340" y="1736462"/>
                  <a:pt x="259932" y="1736265"/>
                  <a:pt x="259932" y="1736265"/>
                </a:cubicBezTo>
                <a:close/>
                <a:moveTo>
                  <a:pt x="5490" y="1736265"/>
                </a:moveTo>
                <a:lnTo>
                  <a:pt x="14554" y="1736265"/>
                </a:lnTo>
                <a:cubicBezTo>
                  <a:pt x="14882" y="1736265"/>
                  <a:pt x="15342" y="1736725"/>
                  <a:pt x="15342" y="1736725"/>
                </a:cubicBezTo>
                <a:lnTo>
                  <a:pt x="15374" y="1736780"/>
                </a:lnTo>
                <a:lnTo>
                  <a:pt x="15448" y="1736823"/>
                </a:lnTo>
                <a:lnTo>
                  <a:pt x="19979" y="1744706"/>
                </a:lnTo>
                <a:cubicBezTo>
                  <a:pt x="20111" y="1744968"/>
                  <a:pt x="19979" y="1745559"/>
                  <a:pt x="19979" y="1745559"/>
                </a:cubicBezTo>
                <a:lnTo>
                  <a:pt x="15448" y="1753441"/>
                </a:lnTo>
                <a:cubicBezTo>
                  <a:pt x="15251" y="1753703"/>
                  <a:pt x="14659" y="1753901"/>
                  <a:pt x="14659" y="1753901"/>
                </a:cubicBezTo>
                <a:lnTo>
                  <a:pt x="5596" y="1753901"/>
                </a:lnTo>
                <a:cubicBezTo>
                  <a:pt x="5266" y="1753901"/>
                  <a:pt x="4807" y="1753441"/>
                  <a:pt x="4807" y="1753441"/>
                </a:cubicBezTo>
                <a:lnTo>
                  <a:pt x="4776" y="1753387"/>
                </a:lnTo>
                <a:lnTo>
                  <a:pt x="4701" y="1753343"/>
                </a:lnTo>
                <a:lnTo>
                  <a:pt x="169" y="1745460"/>
                </a:lnTo>
                <a:cubicBezTo>
                  <a:pt x="38" y="1745197"/>
                  <a:pt x="169" y="1744606"/>
                  <a:pt x="169" y="1744606"/>
                </a:cubicBezTo>
                <a:lnTo>
                  <a:pt x="4701" y="1736725"/>
                </a:lnTo>
                <a:cubicBezTo>
                  <a:pt x="4898" y="1736462"/>
                  <a:pt x="5490" y="1736265"/>
                  <a:pt x="5490" y="1736265"/>
                </a:cubicBezTo>
                <a:close/>
                <a:moveTo>
                  <a:pt x="9672481" y="1519370"/>
                </a:moveTo>
                <a:lnTo>
                  <a:pt x="9681545" y="1519370"/>
                </a:lnTo>
                <a:cubicBezTo>
                  <a:pt x="9681872" y="1519370"/>
                  <a:pt x="9682333" y="1519830"/>
                  <a:pt x="9682333" y="1519830"/>
                </a:cubicBezTo>
                <a:lnTo>
                  <a:pt x="9686865" y="1527710"/>
                </a:lnTo>
                <a:cubicBezTo>
                  <a:pt x="9686996" y="1527974"/>
                  <a:pt x="9686865" y="1528565"/>
                  <a:pt x="9686865" y="1528565"/>
                </a:cubicBezTo>
                <a:lnTo>
                  <a:pt x="9682333" y="1536448"/>
                </a:lnTo>
                <a:cubicBezTo>
                  <a:pt x="9682136" y="1536711"/>
                  <a:pt x="9681545" y="1536906"/>
                  <a:pt x="9681545" y="1536906"/>
                </a:cubicBezTo>
                <a:lnTo>
                  <a:pt x="9672481" y="1536906"/>
                </a:lnTo>
                <a:cubicBezTo>
                  <a:pt x="9672152" y="1536906"/>
                  <a:pt x="9671693" y="1536448"/>
                  <a:pt x="9671693" y="1536448"/>
                </a:cubicBezTo>
                <a:lnTo>
                  <a:pt x="9667160" y="1528565"/>
                </a:lnTo>
                <a:cubicBezTo>
                  <a:pt x="9667030" y="1528302"/>
                  <a:pt x="9667160" y="1527710"/>
                  <a:pt x="9667160" y="1527710"/>
                </a:cubicBezTo>
                <a:lnTo>
                  <a:pt x="9671693" y="1519830"/>
                </a:lnTo>
                <a:cubicBezTo>
                  <a:pt x="9671890" y="1519566"/>
                  <a:pt x="9672481" y="1519370"/>
                  <a:pt x="9672481" y="1519370"/>
                </a:cubicBezTo>
                <a:close/>
                <a:moveTo>
                  <a:pt x="7891684" y="1519367"/>
                </a:moveTo>
                <a:lnTo>
                  <a:pt x="7900748" y="1519367"/>
                </a:lnTo>
                <a:cubicBezTo>
                  <a:pt x="7901076" y="1519367"/>
                  <a:pt x="7901536" y="1519826"/>
                  <a:pt x="7901536" y="1519826"/>
                </a:cubicBezTo>
                <a:lnTo>
                  <a:pt x="7906067" y="1527709"/>
                </a:lnTo>
                <a:cubicBezTo>
                  <a:pt x="7906199" y="1527970"/>
                  <a:pt x="7906067" y="1528562"/>
                  <a:pt x="7906067" y="1528562"/>
                </a:cubicBezTo>
                <a:lnTo>
                  <a:pt x="7901536" y="1536445"/>
                </a:lnTo>
                <a:cubicBezTo>
                  <a:pt x="7901339" y="1536708"/>
                  <a:pt x="7900748" y="1536905"/>
                  <a:pt x="7900748" y="1536905"/>
                </a:cubicBezTo>
                <a:lnTo>
                  <a:pt x="7891684" y="1536905"/>
                </a:lnTo>
                <a:cubicBezTo>
                  <a:pt x="7891355" y="1536905"/>
                  <a:pt x="7890896" y="1536445"/>
                  <a:pt x="7890896" y="1536445"/>
                </a:cubicBezTo>
                <a:lnTo>
                  <a:pt x="7886363" y="1528562"/>
                </a:lnTo>
                <a:cubicBezTo>
                  <a:pt x="7886233" y="1528299"/>
                  <a:pt x="7886363" y="1527709"/>
                  <a:pt x="7886363" y="1527709"/>
                </a:cubicBezTo>
                <a:lnTo>
                  <a:pt x="7890896" y="1519826"/>
                </a:lnTo>
                <a:cubicBezTo>
                  <a:pt x="7891093" y="1519564"/>
                  <a:pt x="7891684" y="1519367"/>
                  <a:pt x="7891684" y="1519367"/>
                </a:cubicBezTo>
                <a:close/>
                <a:moveTo>
                  <a:pt x="8400511" y="1519365"/>
                </a:moveTo>
                <a:lnTo>
                  <a:pt x="8409575" y="1519365"/>
                </a:lnTo>
                <a:cubicBezTo>
                  <a:pt x="8409904" y="1519365"/>
                  <a:pt x="8410363" y="1519824"/>
                  <a:pt x="8410363" y="1519824"/>
                </a:cubicBezTo>
                <a:lnTo>
                  <a:pt x="8414896" y="1527707"/>
                </a:lnTo>
                <a:cubicBezTo>
                  <a:pt x="8415027" y="1527969"/>
                  <a:pt x="8414896" y="1528560"/>
                  <a:pt x="8414896" y="1528560"/>
                </a:cubicBezTo>
                <a:lnTo>
                  <a:pt x="8410363" y="1536443"/>
                </a:lnTo>
                <a:cubicBezTo>
                  <a:pt x="8410166" y="1536706"/>
                  <a:pt x="8409575" y="1536904"/>
                  <a:pt x="8409575" y="1536904"/>
                </a:cubicBezTo>
                <a:lnTo>
                  <a:pt x="8400511" y="1536904"/>
                </a:lnTo>
                <a:cubicBezTo>
                  <a:pt x="8400184" y="1536904"/>
                  <a:pt x="8399723" y="1536443"/>
                  <a:pt x="8399723" y="1536443"/>
                </a:cubicBezTo>
                <a:lnTo>
                  <a:pt x="8395191" y="1528560"/>
                </a:lnTo>
                <a:cubicBezTo>
                  <a:pt x="8395060" y="1528298"/>
                  <a:pt x="8395191" y="1527707"/>
                  <a:pt x="8395191" y="1527707"/>
                </a:cubicBezTo>
                <a:lnTo>
                  <a:pt x="8399723" y="1519824"/>
                </a:lnTo>
                <a:cubicBezTo>
                  <a:pt x="8399920" y="1519563"/>
                  <a:pt x="8400511" y="1519365"/>
                  <a:pt x="8400511" y="1519365"/>
                </a:cubicBezTo>
                <a:close/>
                <a:moveTo>
                  <a:pt x="9163654" y="1519363"/>
                </a:moveTo>
                <a:lnTo>
                  <a:pt x="9172718" y="1519363"/>
                </a:lnTo>
                <a:cubicBezTo>
                  <a:pt x="9173046" y="1519363"/>
                  <a:pt x="9173506" y="1519824"/>
                  <a:pt x="9173506" y="1519824"/>
                </a:cubicBezTo>
                <a:lnTo>
                  <a:pt x="9178038" y="1527705"/>
                </a:lnTo>
                <a:cubicBezTo>
                  <a:pt x="9178169" y="1527968"/>
                  <a:pt x="9178038" y="1528559"/>
                  <a:pt x="9178038" y="1528559"/>
                </a:cubicBezTo>
                <a:lnTo>
                  <a:pt x="9173506" y="1536441"/>
                </a:lnTo>
                <a:cubicBezTo>
                  <a:pt x="9173309" y="1536704"/>
                  <a:pt x="9172718" y="1536901"/>
                  <a:pt x="9172718" y="1536901"/>
                </a:cubicBezTo>
                <a:lnTo>
                  <a:pt x="9163654" y="1536901"/>
                </a:lnTo>
                <a:cubicBezTo>
                  <a:pt x="9163326" y="1536901"/>
                  <a:pt x="9162866" y="1536441"/>
                  <a:pt x="9162866" y="1536441"/>
                </a:cubicBezTo>
                <a:lnTo>
                  <a:pt x="9158333" y="1528559"/>
                </a:lnTo>
                <a:cubicBezTo>
                  <a:pt x="9158202" y="1528297"/>
                  <a:pt x="9158333" y="1527705"/>
                  <a:pt x="9158333" y="1527705"/>
                </a:cubicBezTo>
                <a:lnTo>
                  <a:pt x="9162866" y="1519824"/>
                </a:lnTo>
                <a:cubicBezTo>
                  <a:pt x="9163062" y="1519560"/>
                  <a:pt x="9163654" y="1519363"/>
                  <a:pt x="9163654" y="1519363"/>
                </a:cubicBezTo>
                <a:close/>
                <a:moveTo>
                  <a:pt x="9418035" y="1519362"/>
                </a:moveTo>
                <a:lnTo>
                  <a:pt x="9427099" y="1519362"/>
                </a:lnTo>
                <a:cubicBezTo>
                  <a:pt x="9427427" y="1519362"/>
                  <a:pt x="9427887" y="1519824"/>
                  <a:pt x="9427887" y="1519824"/>
                </a:cubicBezTo>
                <a:lnTo>
                  <a:pt x="9432419" y="1527704"/>
                </a:lnTo>
                <a:cubicBezTo>
                  <a:pt x="9432550" y="1527968"/>
                  <a:pt x="9432419" y="1528558"/>
                  <a:pt x="9432419" y="1528558"/>
                </a:cubicBezTo>
                <a:lnTo>
                  <a:pt x="9427887" y="1536441"/>
                </a:lnTo>
                <a:cubicBezTo>
                  <a:pt x="9427690" y="1536703"/>
                  <a:pt x="9427099" y="1536900"/>
                  <a:pt x="9427099" y="1536900"/>
                </a:cubicBezTo>
                <a:lnTo>
                  <a:pt x="9418035" y="1536900"/>
                </a:lnTo>
                <a:cubicBezTo>
                  <a:pt x="9417707" y="1536900"/>
                  <a:pt x="9417247" y="1536441"/>
                  <a:pt x="9417247" y="1536441"/>
                </a:cubicBezTo>
                <a:lnTo>
                  <a:pt x="9412714" y="1528558"/>
                </a:lnTo>
                <a:cubicBezTo>
                  <a:pt x="9412583" y="1528296"/>
                  <a:pt x="9412714" y="1527704"/>
                  <a:pt x="9412714" y="1527704"/>
                </a:cubicBezTo>
                <a:lnTo>
                  <a:pt x="9417247" y="1519824"/>
                </a:lnTo>
                <a:cubicBezTo>
                  <a:pt x="9417444" y="1519560"/>
                  <a:pt x="9418035" y="1519362"/>
                  <a:pt x="9418035" y="1519362"/>
                </a:cubicBezTo>
                <a:close/>
                <a:moveTo>
                  <a:pt x="5602126" y="1519362"/>
                </a:moveTo>
                <a:lnTo>
                  <a:pt x="5611191" y="1519362"/>
                </a:lnTo>
                <a:cubicBezTo>
                  <a:pt x="5611519" y="1519362"/>
                  <a:pt x="5611979" y="1519822"/>
                  <a:pt x="5611979" y="1519822"/>
                </a:cubicBezTo>
                <a:lnTo>
                  <a:pt x="5616511" y="1527703"/>
                </a:lnTo>
                <a:cubicBezTo>
                  <a:pt x="5616642" y="1527967"/>
                  <a:pt x="5616511" y="1528557"/>
                  <a:pt x="5616511" y="1528557"/>
                </a:cubicBezTo>
                <a:lnTo>
                  <a:pt x="5611979" y="1536440"/>
                </a:lnTo>
                <a:cubicBezTo>
                  <a:pt x="5611782" y="1536702"/>
                  <a:pt x="5611191" y="1536900"/>
                  <a:pt x="5611191" y="1536900"/>
                </a:cubicBezTo>
                <a:lnTo>
                  <a:pt x="5602126" y="1536900"/>
                </a:lnTo>
                <a:cubicBezTo>
                  <a:pt x="5601798" y="1536900"/>
                  <a:pt x="5601338" y="1536440"/>
                  <a:pt x="5601338" y="1536440"/>
                </a:cubicBezTo>
                <a:lnTo>
                  <a:pt x="5596807" y="1528557"/>
                </a:lnTo>
                <a:cubicBezTo>
                  <a:pt x="5596675" y="1528295"/>
                  <a:pt x="5596807" y="1527703"/>
                  <a:pt x="5596807" y="1527703"/>
                </a:cubicBezTo>
                <a:lnTo>
                  <a:pt x="5601338" y="1519822"/>
                </a:lnTo>
                <a:cubicBezTo>
                  <a:pt x="5601536" y="1519559"/>
                  <a:pt x="5602126" y="1519362"/>
                  <a:pt x="5602126" y="1519362"/>
                </a:cubicBezTo>
                <a:close/>
                <a:moveTo>
                  <a:pt x="4584538" y="1519344"/>
                </a:moveTo>
                <a:lnTo>
                  <a:pt x="4593603" y="1519344"/>
                </a:lnTo>
                <a:cubicBezTo>
                  <a:pt x="4593932" y="1519344"/>
                  <a:pt x="4594390" y="1519804"/>
                  <a:pt x="4594390" y="1519804"/>
                </a:cubicBezTo>
                <a:lnTo>
                  <a:pt x="4598922" y="1527687"/>
                </a:lnTo>
                <a:cubicBezTo>
                  <a:pt x="4599054" y="1527949"/>
                  <a:pt x="4598922" y="1528540"/>
                  <a:pt x="4598922" y="1528540"/>
                </a:cubicBezTo>
                <a:lnTo>
                  <a:pt x="4594390" y="1536423"/>
                </a:lnTo>
                <a:cubicBezTo>
                  <a:pt x="4594193" y="1536685"/>
                  <a:pt x="4593603" y="1536884"/>
                  <a:pt x="4593603" y="1536884"/>
                </a:cubicBezTo>
                <a:lnTo>
                  <a:pt x="4584538" y="1536884"/>
                </a:lnTo>
                <a:cubicBezTo>
                  <a:pt x="4584210" y="1536884"/>
                  <a:pt x="4583749" y="1536423"/>
                  <a:pt x="4583749" y="1536423"/>
                </a:cubicBezTo>
                <a:lnTo>
                  <a:pt x="4579218" y="1528540"/>
                </a:lnTo>
                <a:cubicBezTo>
                  <a:pt x="4579087" y="1528277"/>
                  <a:pt x="4579218" y="1527687"/>
                  <a:pt x="4579218" y="1527687"/>
                </a:cubicBezTo>
                <a:lnTo>
                  <a:pt x="4583749" y="1519804"/>
                </a:lnTo>
                <a:cubicBezTo>
                  <a:pt x="4583948" y="1519543"/>
                  <a:pt x="4584538" y="1519344"/>
                  <a:pt x="4584538" y="1519344"/>
                </a:cubicBezTo>
                <a:close/>
                <a:moveTo>
                  <a:pt x="6110888" y="1519343"/>
                </a:moveTo>
                <a:lnTo>
                  <a:pt x="6119953" y="1519343"/>
                </a:lnTo>
                <a:cubicBezTo>
                  <a:pt x="6120280" y="1519343"/>
                  <a:pt x="6120740" y="1519803"/>
                  <a:pt x="6120740" y="1519803"/>
                </a:cubicBezTo>
                <a:lnTo>
                  <a:pt x="6125272" y="1527684"/>
                </a:lnTo>
                <a:cubicBezTo>
                  <a:pt x="6125403" y="1527947"/>
                  <a:pt x="6125272" y="1528537"/>
                  <a:pt x="6125272" y="1528537"/>
                </a:cubicBezTo>
                <a:lnTo>
                  <a:pt x="6120740" y="1536420"/>
                </a:lnTo>
                <a:cubicBezTo>
                  <a:pt x="6120543" y="1536683"/>
                  <a:pt x="6119953" y="1536880"/>
                  <a:pt x="6119953" y="1536880"/>
                </a:cubicBezTo>
                <a:lnTo>
                  <a:pt x="6110888" y="1536880"/>
                </a:lnTo>
                <a:cubicBezTo>
                  <a:pt x="6110560" y="1536880"/>
                  <a:pt x="6110101" y="1536420"/>
                  <a:pt x="6110101" y="1536420"/>
                </a:cubicBezTo>
                <a:lnTo>
                  <a:pt x="6105567" y="1528537"/>
                </a:lnTo>
                <a:cubicBezTo>
                  <a:pt x="6105436" y="1528275"/>
                  <a:pt x="6105567" y="1527684"/>
                  <a:pt x="6105567" y="1527684"/>
                </a:cubicBezTo>
                <a:lnTo>
                  <a:pt x="6110101" y="1519803"/>
                </a:lnTo>
                <a:cubicBezTo>
                  <a:pt x="6110296" y="1519539"/>
                  <a:pt x="6110888" y="1519343"/>
                  <a:pt x="6110888" y="1519343"/>
                </a:cubicBezTo>
                <a:close/>
                <a:moveTo>
                  <a:pt x="4838919" y="1519342"/>
                </a:moveTo>
                <a:lnTo>
                  <a:pt x="4847982" y="1519342"/>
                </a:lnTo>
                <a:cubicBezTo>
                  <a:pt x="4848311" y="1519342"/>
                  <a:pt x="4848772" y="1519803"/>
                  <a:pt x="4848772" y="1519803"/>
                </a:cubicBezTo>
                <a:lnTo>
                  <a:pt x="4853303" y="1527683"/>
                </a:lnTo>
                <a:cubicBezTo>
                  <a:pt x="4853435" y="1527947"/>
                  <a:pt x="4853303" y="1528537"/>
                  <a:pt x="4853303" y="1528537"/>
                </a:cubicBezTo>
                <a:lnTo>
                  <a:pt x="4848772" y="1536420"/>
                </a:lnTo>
                <a:cubicBezTo>
                  <a:pt x="4848575" y="1536683"/>
                  <a:pt x="4847982" y="1536879"/>
                  <a:pt x="4847982" y="1536879"/>
                </a:cubicBezTo>
                <a:lnTo>
                  <a:pt x="4838919" y="1536879"/>
                </a:lnTo>
                <a:cubicBezTo>
                  <a:pt x="4838590" y="1536879"/>
                  <a:pt x="4838132" y="1536420"/>
                  <a:pt x="4838132" y="1536420"/>
                </a:cubicBezTo>
                <a:lnTo>
                  <a:pt x="4833598" y="1528537"/>
                </a:lnTo>
                <a:cubicBezTo>
                  <a:pt x="4833467" y="1528275"/>
                  <a:pt x="4833598" y="1527683"/>
                  <a:pt x="4833598" y="1527683"/>
                </a:cubicBezTo>
                <a:lnTo>
                  <a:pt x="4838132" y="1519803"/>
                </a:lnTo>
                <a:cubicBezTo>
                  <a:pt x="4838328" y="1519539"/>
                  <a:pt x="4838919" y="1519342"/>
                  <a:pt x="4838919" y="1519342"/>
                </a:cubicBezTo>
                <a:close/>
                <a:moveTo>
                  <a:pt x="7128477" y="1519338"/>
                </a:moveTo>
                <a:lnTo>
                  <a:pt x="7137540" y="1519338"/>
                </a:lnTo>
                <a:cubicBezTo>
                  <a:pt x="7137869" y="1519338"/>
                  <a:pt x="7138328" y="1519797"/>
                  <a:pt x="7138328" y="1519797"/>
                </a:cubicBezTo>
                <a:lnTo>
                  <a:pt x="7142860" y="1527679"/>
                </a:lnTo>
                <a:cubicBezTo>
                  <a:pt x="7142992" y="1527941"/>
                  <a:pt x="7142860" y="1528534"/>
                  <a:pt x="7142860" y="1528534"/>
                </a:cubicBezTo>
                <a:lnTo>
                  <a:pt x="7138328" y="1536416"/>
                </a:lnTo>
                <a:cubicBezTo>
                  <a:pt x="7138131" y="1536679"/>
                  <a:pt x="7137540" y="1536875"/>
                  <a:pt x="7137540" y="1536875"/>
                </a:cubicBezTo>
                <a:lnTo>
                  <a:pt x="7128477" y="1536875"/>
                </a:lnTo>
                <a:cubicBezTo>
                  <a:pt x="7128148" y="1536875"/>
                  <a:pt x="7127689" y="1536416"/>
                  <a:pt x="7127689" y="1536416"/>
                </a:cubicBezTo>
                <a:lnTo>
                  <a:pt x="7123156" y="1528534"/>
                </a:lnTo>
                <a:cubicBezTo>
                  <a:pt x="7123024" y="1528270"/>
                  <a:pt x="7123156" y="1527679"/>
                  <a:pt x="7123156" y="1527679"/>
                </a:cubicBezTo>
                <a:lnTo>
                  <a:pt x="7127689" y="1519797"/>
                </a:lnTo>
                <a:cubicBezTo>
                  <a:pt x="7127885" y="1519535"/>
                  <a:pt x="7128477" y="1519338"/>
                  <a:pt x="7128477" y="1519338"/>
                </a:cubicBezTo>
                <a:close/>
                <a:moveTo>
                  <a:pt x="4330157" y="1519333"/>
                </a:moveTo>
                <a:lnTo>
                  <a:pt x="4339222" y="1519333"/>
                </a:lnTo>
                <a:cubicBezTo>
                  <a:pt x="4339550" y="1519333"/>
                  <a:pt x="4340010" y="1519793"/>
                  <a:pt x="4340010" y="1519793"/>
                </a:cubicBezTo>
                <a:lnTo>
                  <a:pt x="4344540" y="1527674"/>
                </a:lnTo>
                <a:cubicBezTo>
                  <a:pt x="4344672" y="1527937"/>
                  <a:pt x="4344540" y="1528528"/>
                  <a:pt x="4344540" y="1528528"/>
                </a:cubicBezTo>
                <a:lnTo>
                  <a:pt x="4340010" y="1536411"/>
                </a:lnTo>
                <a:cubicBezTo>
                  <a:pt x="4339812" y="1536674"/>
                  <a:pt x="4339222" y="1536870"/>
                  <a:pt x="4339222" y="1536870"/>
                </a:cubicBezTo>
                <a:lnTo>
                  <a:pt x="4330157" y="1536870"/>
                </a:lnTo>
                <a:cubicBezTo>
                  <a:pt x="4329829" y="1536870"/>
                  <a:pt x="4329369" y="1536411"/>
                  <a:pt x="4329369" y="1536411"/>
                </a:cubicBezTo>
                <a:lnTo>
                  <a:pt x="4324836" y="1528528"/>
                </a:lnTo>
                <a:cubicBezTo>
                  <a:pt x="4324706" y="1528267"/>
                  <a:pt x="4324836" y="1527674"/>
                  <a:pt x="4324836" y="1527674"/>
                </a:cubicBezTo>
                <a:lnTo>
                  <a:pt x="4329369" y="1519793"/>
                </a:lnTo>
                <a:cubicBezTo>
                  <a:pt x="4329565" y="1519530"/>
                  <a:pt x="4330157" y="1519333"/>
                  <a:pt x="4330157" y="1519333"/>
                </a:cubicBezTo>
                <a:close/>
                <a:moveTo>
                  <a:pt x="7382923" y="1519329"/>
                </a:moveTo>
                <a:lnTo>
                  <a:pt x="7391987" y="1519329"/>
                </a:lnTo>
                <a:cubicBezTo>
                  <a:pt x="7392315" y="1519329"/>
                  <a:pt x="7392775" y="1519790"/>
                  <a:pt x="7392775" y="1519790"/>
                </a:cubicBezTo>
                <a:lnTo>
                  <a:pt x="7397307" y="1527671"/>
                </a:lnTo>
                <a:cubicBezTo>
                  <a:pt x="7397438" y="1527934"/>
                  <a:pt x="7397307" y="1528525"/>
                  <a:pt x="7397307" y="1528525"/>
                </a:cubicBezTo>
                <a:lnTo>
                  <a:pt x="7392775" y="1536407"/>
                </a:lnTo>
                <a:cubicBezTo>
                  <a:pt x="7392578" y="1536670"/>
                  <a:pt x="7391987" y="1536866"/>
                  <a:pt x="7391987" y="1536866"/>
                </a:cubicBezTo>
                <a:lnTo>
                  <a:pt x="7382923" y="1536866"/>
                </a:lnTo>
                <a:cubicBezTo>
                  <a:pt x="7382595" y="1536866"/>
                  <a:pt x="7382135" y="1536407"/>
                  <a:pt x="7382135" y="1536407"/>
                </a:cubicBezTo>
                <a:lnTo>
                  <a:pt x="7377602" y="1528525"/>
                </a:lnTo>
                <a:cubicBezTo>
                  <a:pt x="7377471" y="1528262"/>
                  <a:pt x="7377602" y="1527671"/>
                  <a:pt x="7377602" y="1527671"/>
                </a:cubicBezTo>
                <a:lnTo>
                  <a:pt x="7382135" y="1519790"/>
                </a:lnTo>
                <a:cubicBezTo>
                  <a:pt x="7382331" y="1519526"/>
                  <a:pt x="7382923" y="1519329"/>
                  <a:pt x="7382923" y="1519329"/>
                </a:cubicBezTo>
                <a:close/>
                <a:moveTo>
                  <a:pt x="5347746" y="1519329"/>
                </a:moveTo>
                <a:lnTo>
                  <a:pt x="5356810" y="1519329"/>
                </a:lnTo>
                <a:cubicBezTo>
                  <a:pt x="5357138" y="1519329"/>
                  <a:pt x="5357598" y="1519790"/>
                  <a:pt x="5357598" y="1519790"/>
                </a:cubicBezTo>
                <a:lnTo>
                  <a:pt x="5362130" y="1527670"/>
                </a:lnTo>
                <a:cubicBezTo>
                  <a:pt x="5362261" y="1527934"/>
                  <a:pt x="5362130" y="1528524"/>
                  <a:pt x="5362130" y="1528524"/>
                </a:cubicBezTo>
                <a:lnTo>
                  <a:pt x="5357598" y="1536407"/>
                </a:lnTo>
                <a:cubicBezTo>
                  <a:pt x="5357401" y="1536669"/>
                  <a:pt x="5356810" y="1536866"/>
                  <a:pt x="5356810" y="1536866"/>
                </a:cubicBezTo>
                <a:lnTo>
                  <a:pt x="5347746" y="1536866"/>
                </a:lnTo>
                <a:cubicBezTo>
                  <a:pt x="5347418" y="1536866"/>
                  <a:pt x="5346958" y="1536407"/>
                  <a:pt x="5346958" y="1536407"/>
                </a:cubicBezTo>
                <a:lnTo>
                  <a:pt x="5342425" y="1528524"/>
                </a:lnTo>
                <a:cubicBezTo>
                  <a:pt x="5342295" y="1528262"/>
                  <a:pt x="5342425" y="1527670"/>
                  <a:pt x="5342425" y="1527670"/>
                </a:cubicBezTo>
                <a:lnTo>
                  <a:pt x="5346958" y="1519790"/>
                </a:lnTo>
                <a:cubicBezTo>
                  <a:pt x="5347154" y="1519526"/>
                  <a:pt x="5347746" y="1519329"/>
                  <a:pt x="5347746" y="1519329"/>
                </a:cubicBezTo>
                <a:close/>
                <a:moveTo>
                  <a:pt x="10435622" y="1519319"/>
                </a:moveTo>
                <a:lnTo>
                  <a:pt x="10444686" y="1519319"/>
                </a:lnTo>
                <a:cubicBezTo>
                  <a:pt x="10445015" y="1519319"/>
                  <a:pt x="10445474" y="1519779"/>
                  <a:pt x="10445474" y="1519779"/>
                </a:cubicBezTo>
                <a:lnTo>
                  <a:pt x="10450007" y="1527660"/>
                </a:lnTo>
                <a:cubicBezTo>
                  <a:pt x="10450138" y="1527924"/>
                  <a:pt x="10450007" y="1528514"/>
                  <a:pt x="10450007" y="1528514"/>
                </a:cubicBezTo>
                <a:lnTo>
                  <a:pt x="10445474" y="1536397"/>
                </a:lnTo>
                <a:cubicBezTo>
                  <a:pt x="10445278" y="1536659"/>
                  <a:pt x="10444686" y="1536856"/>
                  <a:pt x="10444686" y="1536856"/>
                </a:cubicBezTo>
                <a:lnTo>
                  <a:pt x="10435622" y="1536856"/>
                </a:lnTo>
                <a:cubicBezTo>
                  <a:pt x="10435295" y="1536856"/>
                  <a:pt x="10434834" y="1536397"/>
                  <a:pt x="10434834" y="1536397"/>
                </a:cubicBezTo>
                <a:lnTo>
                  <a:pt x="10430302" y="1528514"/>
                </a:lnTo>
                <a:cubicBezTo>
                  <a:pt x="10430171" y="1528252"/>
                  <a:pt x="10430302" y="1527660"/>
                  <a:pt x="10430302" y="1527660"/>
                </a:cubicBezTo>
                <a:lnTo>
                  <a:pt x="10434834" y="1519779"/>
                </a:lnTo>
                <a:cubicBezTo>
                  <a:pt x="10435031" y="1519515"/>
                  <a:pt x="10435622" y="1519319"/>
                  <a:pt x="10435622" y="1519319"/>
                </a:cubicBezTo>
                <a:close/>
                <a:moveTo>
                  <a:pt x="8909274" y="1519308"/>
                </a:moveTo>
                <a:lnTo>
                  <a:pt x="8918336" y="1519308"/>
                </a:lnTo>
                <a:cubicBezTo>
                  <a:pt x="8918666" y="1519308"/>
                  <a:pt x="8919125" y="1519769"/>
                  <a:pt x="8919125" y="1519769"/>
                </a:cubicBezTo>
                <a:lnTo>
                  <a:pt x="8923657" y="1527649"/>
                </a:lnTo>
                <a:cubicBezTo>
                  <a:pt x="8923789" y="1527913"/>
                  <a:pt x="8923657" y="1528503"/>
                  <a:pt x="8923657" y="1528503"/>
                </a:cubicBezTo>
                <a:lnTo>
                  <a:pt x="8919125" y="1536387"/>
                </a:lnTo>
                <a:cubicBezTo>
                  <a:pt x="8918928" y="1536648"/>
                  <a:pt x="8918336" y="1536845"/>
                  <a:pt x="8918336" y="1536845"/>
                </a:cubicBezTo>
                <a:lnTo>
                  <a:pt x="8909274" y="1536845"/>
                </a:lnTo>
                <a:cubicBezTo>
                  <a:pt x="8908945" y="1536845"/>
                  <a:pt x="8908484" y="1536387"/>
                  <a:pt x="8908484" y="1536387"/>
                </a:cubicBezTo>
                <a:lnTo>
                  <a:pt x="8903953" y="1528503"/>
                </a:lnTo>
                <a:cubicBezTo>
                  <a:pt x="8903821" y="1528241"/>
                  <a:pt x="8903953" y="1527649"/>
                  <a:pt x="8903953" y="1527649"/>
                </a:cubicBezTo>
                <a:lnTo>
                  <a:pt x="8908484" y="1519769"/>
                </a:lnTo>
                <a:cubicBezTo>
                  <a:pt x="8908681" y="1519505"/>
                  <a:pt x="8909274" y="1519308"/>
                  <a:pt x="8909274" y="1519308"/>
                </a:cubicBezTo>
                <a:close/>
                <a:moveTo>
                  <a:pt x="9926861" y="1519304"/>
                </a:moveTo>
                <a:lnTo>
                  <a:pt x="9935924" y="1519304"/>
                </a:lnTo>
                <a:cubicBezTo>
                  <a:pt x="9936254" y="1519304"/>
                  <a:pt x="9936713" y="1519763"/>
                  <a:pt x="9936713" y="1519763"/>
                </a:cubicBezTo>
                <a:lnTo>
                  <a:pt x="9941246" y="1527645"/>
                </a:lnTo>
                <a:cubicBezTo>
                  <a:pt x="9941376" y="1527907"/>
                  <a:pt x="9941246" y="1528499"/>
                  <a:pt x="9941246" y="1528499"/>
                </a:cubicBezTo>
                <a:lnTo>
                  <a:pt x="9936713" y="1536382"/>
                </a:lnTo>
                <a:cubicBezTo>
                  <a:pt x="9936516" y="1536644"/>
                  <a:pt x="9935924" y="1536842"/>
                  <a:pt x="9935924" y="1536842"/>
                </a:cubicBezTo>
                <a:lnTo>
                  <a:pt x="9926861" y="1536842"/>
                </a:lnTo>
                <a:cubicBezTo>
                  <a:pt x="9926532" y="1536842"/>
                  <a:pt x="9926073" y="1536382"/>
                  <a:pt x="9926073" y="1536382"/>
                </a:cubicBezTo>
                <a:lnTo>
                  <a:pt x="9921541" y="1528499"/>
                </a:lnTo>
                <a:cubicBezTo>
                  <a:pt x="9921410" y="1528236"/>
                  <a:pt x="9921541" y="1527645"/>
                  <a:pt x="9921541" y="1527645"/>
                </a:cubicBezTo>
                <a:lnTo>
                  <a:pt x="9926073" y="1519763"/>
                </a:lnTo>
                <a:cubicBezTo>
                  <a:pt x="9926270" y="1519501"/>
                  <a:pt x="9926861" y="1519304"/>
                  <a:pt x="9926861" y="1519304"/>
                </a:cubicBezTo>
                <a:close/>
                <a:moveTo>
                  <a:pt x="6874095" y="1519296"/>
                </a:moveTo>
                <a:lnTo>
                  <a:pt x="6883159" y="1519296"/>
                </a:lnTo>
                <a:cubicBezTo>
                  <a:pt x="6883488" y="1519296"/>
                  <a:pt x="6883947" y="1519756"/>
                  <a:pt x="6883947" y="1519756"/>
                </a:cubicBezTo>
                <a:lnTo>
                  <a:pt x="6888480" y="1527637"/>
                </a:lnTo>
                <a:cubicBezTo>
                  <a:pt x="6888611" y="1527900"/>
                  <a:pt x="6888480" y="1528491"/>
                  <a:pt x="6888480" y="1528491"/>
                </a:cubicBezTo>
                <a:lnTo>
                  <a:pt x="6883947" y="1536373"/>
                </a:lnTo>
                <a:cubicBezTo>
                  <a:pt x="6883751" y="1536636"/>
                  <a:pt x="6883159" y="1536833"/>
                  <a:pt x="6883159" y="1536833"/>
                </a:cubicBezTo>
                <a:lnTo>
                  <a:pt x="6874095" y="1536833"/>
                </a:lnTo>
                <a:cubicBezTo>
                  <a:pt x="6873768" y="1536833"/>
                  <a:pt x="6873307" y="1536373"/>
                  <a:pt x="6873307" y="1536373"/>
                </a:cubicBezTo>
                <a:lnTo>
                  <a:pt x="6868775" y="1528491"/>
                </a:lnTo>
                <a:cubicBezTo>
                  <a:pt x="6868644" y="1528227"/>
                  <a:pt x="6868775" y="1527637"/>
                  <a:pt x="6868775" y="1527637"/>
                </a:cubicBezTo>
                <a:lnTo>
                  <a:pt x="6873307" y="1519756"/>
                </a:lnTo>
                <a:cubicBezTo>
                  <a:pt x="6873504" y="1519492"/>
                  <a:pt x="6874095" y="1519296"/>
                  <a:pt x="6874095" y="1519296"/>
                </a:cubicBezTo>
                <a:close/>
                <a:moveTo>
                  <a:pt x="8654892" y="1519288"/>
                </a:moveTo>
                <a:lnTo>
                  <a:pt x="8663955" y="1519288"/>
                </a:lnTo>
                <a:cubicBezTo>
                  <a:pt x="8664285" y="1519288"/>
                  <a:pt x="8664744" y="1519749"/>
                  <a:pt x="8664744" y="1519749"/>
                </a:cubicBezTo>
                <a:lnTo>
                  <a:pt x="8669277" y="1527629"/>
                </a:lnTo>
                <a:cubicBezTo>
                  <a:pt x="8669408" y="1527893"/>
                  <a:pt x="8669277" y="1528484"/>
                  <a:pt x="8669277" y="1528484"/>
                </a:cubicBezTo>
                <a:lnTo>
                  <a:pt x="8664744" y="1536367"/>
                </a:lnTo>
                <a:cubicBezTo>
                  <a:pt x="8664548" y="1536630"/>
                  <a:pt x="8663955" y="1536827"/>
                  <a:pt x="8663955" y="1536827"/>
                </a:cubicBezTo>
                <a:lnTo>
                  <a:pt x="8654892" y="1536827"/>
                </a:lnTo>
                <a:cubicBezTo>
                  <a:pt x="8654565" y="1536827"/>
                  <a:pt x="8654104" y="1536367"/>
                  <a:pt x="8654104" y="1536367"/>
                </a:cubicBezTo>
                <a:lnTo>
                  <a:pt x="8649572" y="1528484"/>
                </a:lnTo>
                <a:cubicBezTo>
                  <a:pt x="8649441" y="1528222"/>
                  <a:pt x="8649572" y="1527629"/>
                  <a:pt x="8649572" y="1527629"/>
                </a:cubicBezTo>
                <a:lnTo>
                  <a:pt x="8654104" y="1519749"/>
                </a:lnTo>
                <a:cubicBezTo>
                  <a:pt x="8654301" y="1519485"/>
                  <a:pt x="8654892" y="1519288"/>
                  <a:pt x="8654892" y="1519288"/>
                </a:cubicBezTo>
                <a:close/>
                <a:moveTo>
                  <a:pt x="6365334" y="1519282"/>
                </a:moveTo>
                <a:lnTo>
                  <a:pt x="6374397" y="1519282"/>
                </a:lnTo>
                <a:cubicBezTo>
                  <a:pt x="6374727" y="1519282"/>
                  <a:pt x="6375186" y="1519741"/>
                  <a:pt x="6375186" y="1519741"/>
                </a:cubicBezTo>
                <a:lnTo>
                  <a:pt x="6379718" y="1527623"/>
                </a:lnTo>
                <a:cubicBezTo>
                  <a:pt x="6379849" y="1527885"/>
                  <a:pt x="6379718" y="1528477"/>
                  <a:pt x="6379718" y="1528477"/>
                </a:cubicBezTo>
                <a:lnTo>
                  <a:pt x="6375186" y="1536359"/>
                </a:lnTo>
                <a:cubicBezTo>
                  <a:pt x="6374988" y="1536622"/>
                  <a:pt x="6374397" y="1536819"/>
                  <a:pt x="6374397" y="1536819"/>
                </a:cubicBezTo>
                <a:lnTo>
                  <a:pt x="6365334" y="1536819"/>
                </a:lnTo>
                <a:cubicBezTo>
                  <a:pt x="6365005" y="1536819"/>
                  <a:pt x="6364546" y="1536359"/>
                  <a:pt x="6364546" y="1536359"/>
                </a:cubicBezTo>
                <a:lnTo>
                  <a:pt x="6360014" y="1528477"/>
                </a:lnTo>
                <a:cubicBezTo>
                  <a:pt x="6359882" y="1528214"/>
                  <a:pt x="6360014" y="1527623"/>
                  <a:pt x="6360014" y="1527623"/>
                </a:cubicBezTo>
                <a:lnTo>
                  <a:pt x="6364546" y="1519741"/>
                </a:lnTo>
                <a:cubicBezTo>
                  <a:pt x="6364743" y="1519479"/>
                  <a:pt x="6365334" y="1519282"/>
                  <a:pt x="6365334" y="1519282"/>
                </a:cubicBezTo>
                <a:close/>
                <a:moveTo>
                  <a:pt x="7637304" y="1519281"/>
                </a:moveTo>
                <a:lnTo>
                  <a:pt x="7646367" y="1519281"/>
                </a:lnTo>
                <a:cubicBezTo>
                  <a:pt x="7646696" y="1519281"/>
                  <a:pt x="7647156" y="1519740"/>
                  <a:pt x="7647156" y="1519740"/>
                </a:cubicBezTo>
                <a:lnTo>
                  <a:pt x="7651687" y="1527622"/>
                </a:lnTo>
                <a:cubicBezTo>
                  <a:pt x="7651819" y="1527884"/>
                  <a:pt x="7651687" y="1528476"/>
                  <a:pt x="7651687" y="1528476"/>
                </a:cubicBezTo>
                <a:lnTo>
                  <a:pt x="7647156" y="1536358"/>
                </a:lnTo>
                <a:cubicBezTo>
                  <a:pt x="7646958" y="1536622"/>
                  <a:pt x="7646367" y="1536819"/>
                  <a:pt x="7646367" y="1536819"/>
                </a:cubicBezTo>
                <a:lnTo>
                  <a:pt x="7637304" y="1536819"/>
                </a:lnTo>
                <a:cubicBezTo>
                  <a:pt x="7636975" y="1536819"/>
                  <a:pt x="7636516" y="1536358"/>
                  <a:pt x="7636516" y="1536358"/>
                </a:cubicBezTo>
                <a:lnTo>
                  <a:pt x="7631983" y="1528476"/>
                </a:lnTo>
                <a:cubicBezTo>
                  <a:pt x="7631851" y="1528213"/>
                  <a:pt x="7631983" y="1527622"/>
                  <a:pt x="7631983" y="1527622"/>
                </a:cubicBezTo>
                <a:lnTo>
                  <a:pt x="7636516" y="1519740"/>
                </a:lnTo>
                <a:cubicBezTo>
                  <a:pt x="7636713" y="1519478"/>
                  <a:pt x="7637304" y="1519281"/>
                  <a:pt x="7637304" y="1519281"/>
                </a:cubicBezTo>
                <a:close/>
                <a:moveTo>
                  <a:pt x="3821390" y="1519280"/>
                </a:moveTo>
                <a:lnTo>
                  <a:pt x="3830453" y="1519280"/>
                </a:lnTo>
                <a:cubicBezTo>
                  <a:pt x="3830782" y="1519280"/>
                  <a:pt x="3831241" y="1519739"/>
                  <a:pt x="3831241" y="1519739"/>
                </a:cubicBezTo>
                <a:lnTo>
                  <a:pt x="3835772" y="1527621"/>
                </a:lnTo>
                <a:cubicBezTo>
                  <a:pt x="3835904" y="1527883"/>
                  <a:pt x="3835772" y="1528474"/>
                  <a:pt x="3835772" y="1528474"/>
                </a:cubicBezTo>
                <a:lnTo>
                  <a:pt x="3831241" y="1536357"/>
                </a:lnTo>
                <a:cubicBezTo>
                  <a:pt x="3831044" y="1536621"/>
                  <a:pt x="3830453" y="1536818"/>
                  <a:pt x="3830453" y="1536818"/>
                </a:cubicBezTo>
                <a:lnTo>
                  <a:pt x="3821390" y="1536818"/>
                </a:lnTo>
                <a:cubicBezTo>
                  <a:pt x="3821059" y="1536818"/>
                  <a:pt x="3820601" y="1536357"/>
                  <a:pt x="3820601" y="1536357"/>
                </a:cubicBezTo>
                <a:lnTo>
                  <a:pt x="3816068" y="1528474"/>
                </a:lnTo>
                <a:cubicBezTo>
                  <a:pt x="3815937" y="1528212"/>
                  <a:pt x="3816068" y="1527621"/>
                  <a:pt x="3816068" y="1527621"/>
                </a:cubicBezTo>
                <a:lnTo>
                  <a:pt x="3820601" y="1519739"/>
                </a:lnTo>
                <a:cubicBezTo>
                  <a:pt x="3820798" y="1519477"/>
                  <a:pt x="3821390" y="1519280"/>
                  <a:pt x="3821390" y="1519280"/>
                </a:cubicBezTo>
                <a:close/>
                <a:moveTo>
                  <a:pt x="10181242" y="1519277"/>
                </a:moveTo>
                <a:lnTo>
                  <a:pt x="10190305" y="1519277"/>
                </a:lnTo>
                <a:cubicBezTo>
                  <a:pt x="10190635" y="1519277"/>
                  <a:pt x="10191093" y="1519738"/>
                  <a:pt x="10191093" y="1519738"/>
                </a:cubicBezTo>
                <a:lnTo>
                  <a:pt x="10195626" y="1527618"/>
                </a:lnTo>
                <a:cubicBezTo>
                  <a:pt x="10195758" y="1527882"/>
                  <a:pt x="10195626" y="1528472"/>
                  <a:pt x="10195626" y="1528472"/>
                </a:cubicBezTo>
                <a:lnTo>
                  <a:pt x="10191093" y="1536356"/>
                </a:lnTo>
                <a:cubicBezTo>
                  <a:pt x="10190896" y="1536618"/>
                  <a:pt x="10190305" y="1536814"/>
                  <a:pt x="10190305" y="1536814"/>
                </a:cubicBezTo>
                <a:lnTo>
                  <a:pt x="10181242" y="1536814"/>
                </a:lnTo>
                <a:cubicBezTo>
                  <a:pt x="10180914" y="1536814"/>
                  <a:pt x="10180453" y="1536356"/>
                  <a:pt x="10180453" y="1536356"/>
                </a:cubicBezTo>
                <a:lnTo>
                  <a:pt x="10175922" y="1528472"/>
                </a:lnTo>
                <a:cubicBezTo>
                  <a:pt x="10175790" y="1528211"/>
                  <a:pt x="10175922" y="1527618"/>
                  <a:pt x="10175922" y="1527618"/>
                </a:cubicBezTo>
                <a:lnTo>
                  <a:pt x="10180453" y="1519738"/>
                </a:lnTo>
                <a:cubicBezTo>
                  <a:pt x="10180650" y="1519475"/>
                  <a:pt x="10181242" y="1519277"/>
                  <a:pt x="10181242" y="1519277"/>
                </a:cubicBezTo>
                <a:close/>
                <a:moveTo>
                  <a:pt x="5093300" y="1519277"/>
                </a:moveTo>
                <a:lnTo>
                  <a:pt x="5102364" y="1519277"/>
                </a:lnTo>
                <a:cubicBezTo>
                  <a:pt x="5102693" y="1519277"/>
                  <a:pt x="5103153" y="1519737"/>
                  <a:pt x="5103153" y="1519737"/>
                </a:cubicBezTo>
                <a:lnTo>
                  <a:pt x="5107684" y="1527618"/>
                </a:lnTo>
                <a:cubicBezTo>
                  <a:pt x="5107815" y="1527881"/>
                  <a:pt x="5107684" y="1528472"/>
                  <a:pt x="5107684" y="1528472"/>
                </a:cubicBezTo>
                <a:lnTo>
                  <a:pt x="5103153" y="1536355"/>
                </a:lnTo>
                <a:cubicBezTo>
                  <a:pt x="5102955" y="1536618"/>
                  <a:pt x="5102364" y="1536814"/>
                  <a:pt x="5102364" y="1536814"/>
                </a:cubicBezTo>
                <a:lnTo>
                  <a:pt x="5093300" y="1536814"/>
                </a:lnTo>
                <a:cubicBezTo>
                  <a:pt x="5092972" y="1536814"/>
                  <a:pt x="5092512" y="1536355"/>
                  <a:pt x="5092512" y="1536355"/>
                </a:cubicBezTo>
                <a:lnTo>
                  <a:pt x="5087979" y="1528472"/>
                </a:lnTo>
                <a:cubicBezTo>
                  <a:pt x="5087848" y="1528210"/>
                  <a:pt x="5087979" y="1527618"/>
                  <a:pt x="5087979" y="1527618"/>
                </a:cubicBezTo>
                <a:lnTo>
                  <a:pt x="5092512" y="1519737"/>
                </a:lnTo>
                <a:cubicBezTo>
                  <a:pt x="5092708" y="1519474"/>
                  <a:pt x="5093300" y="1519277"/>
                  <a:pt x="5093300" y="1519277"/>
                </a:cubicBezTo>
                <a:close/>
                <a:moveTo>
                  <a:pt x="4075766" y="1519277"/>
                </a:moveTo>
                <a:lnTo>
                  <a:pt x="4084832" y="1519277"/>
                </a:lnTo>
                <a:cubicBezTo>
                  <a:pt x="4085159" y="1519277"/>
                  <a:pt x="4085618" y="1519736"/>
                  <a:pt x="4085618" y="1519736"/>
                </a:cubicBezTo>
                <a:lnTo>
                  <a:pt x="4090151" y="1527618"/>
                </a:lnTo>
                <a:cubicBezTo>
                  <a:pt x="4090281" y="1527881"/>
                  <a:pt x="4090151" y="1528472"/>
                  <a:pt x="4090151" y="1528472"/>
                </a:cubicBezTo>
                <a:lnTo>
                  <a:pt x="4085618" y="1536355"/>
                </a:lnTo>
                <a:cubicBezTo>
                  <a:pt x="4085422" y="1536618"/>
                  <a:pt x="4084832" y="1536814"/>
                  <a:pt x="4084832" y="1536814"/>
                </a:cubicBezTo>
                <a:lnTo>
                  <a:pt x="4075766" y="1536814"/>
                </a:lnTo>
                <a:cubicBezTo>
                  <a:pt x="4075438" y="1536814"/>
                  <a:pt x="4074978" y="1536355"/>
                  <a:pt x="4074978" y="1536355"/>
                </a:cubicBezTo>
                <a:lnTo>
                  <a:pt x="4070445" y="1528472"/>
                </a:lnTo>
                <a:cubicBezTo>
                  <a:pt x="4070315" y="1528210"/>
                  <a:pt x="4070445" y="1527618"/>
                  <a:pt x="4070445" y="1527618"/>
                </a:cubicBezTo>
                <a:lnTo>
                  <a:pt x="4074978" y="1519736"/>
                </a:lnTo>
                <a:cubicBezTo>
                  <a:pt x="4075175" y="1519473"/>
                  <a:pt x="4075766" y="1519277"/>
                  <a:pt x="4075766" y="1519277"/>
                </a:cubicBezTo>
                <a:close/>
                <a:moveTo>
                  <a:pt x="8146065" y="1519275"/>
                </a:moveTo>
                <a:lnTo>
                  <a:pt x="8155129" y="1519275"/>
                </a:lnTo>
                <a:cubicBezTo>
                  <a:pt x="8155458" y="1519275"/>
                  <a:pt x="8155917" y="1519735"/>
                  <a:pt x="8155917" y="1519735"/>
                </a:cubicBezTo>
                <a:lnTo>
                  <a:pt x="8160449" y="1527616"/>
                </a:lnTo>
                <a:cubicBezTo>
                  <a:pt x="8160580" y="1527879"/>
                  <a:pt x="8160449" y="1528470"/>
                  <a:pt x="8160449" y="1528470"/>
                </a:cubicBezTo>
                <a:lnTo>
                  <a:pt x="8155917" y="1536353"/>
                </a:lnTo>
                <a:cubicBezTo>
                  <a:pt x="8155719" y="1536615"/>
                  <a:pt x="8155129" y="1536812"/>
                  <a:pt x="8155129" y="1536812"/>
                </a:cubicBezTo>
                <a:lnTo>
                  <a:pt x="8146065" y="1536812"/>
                </a:lnTo>
                <a:cubicBezTo>
                  <a:pt x="8145737" y="1536812"/>
                  <a:pt x="8145277" y="1536353"/>
                  <a:pt x="8145277" y="1536353"/>
                </a:cubicBezTo>
                <a:lnTo>
                  <a:pt x="8140745" y="1528470"/>
                </a:lnTo>
                <a:cubicBezTo>
                  <a:pt x="8140613" y="1528206"/>
                  <a:pt x="8140745" y="1527616"/>
                  <a:pt x="8140745" y="1527616"/>
                </a:cubicBezTo>
                <a:lnTo>
                  <a:pt x="8145277" y="1519735"/>
                </a:lnTo>
                <a:cubicBezTo>
                  <a:pt x="8145474" y="1519471"/>
                  <a:pt x="8146065" y="1519275"/>
                  <a:pt x="8146065" y="1519275"/>
                </a:cubicBezTo>
                <a:close/>
                <a:moveTo>
                  <a:pt x="5856508" y="1519265"/>
                </a:moveTo>
                <a:lnTo>
                  <a:pt x="5865571" y="1519265"/>
                </a:lnTo>
                <a:cubicBezTo>
                  <a:pt x="5865900" y="1519265"/>
                  <a:pt x="5866359" y="1519725"/>
                  <a:pt x="5866359" y="1519725"/>
                </a:cubicBezTo>
                <a:lnTo>
                  <a:pt x="5870891" y="1527606"/>
                </a:lnTo>
                <a:cubicBezTo>
                  <a:pt x="5871023" y="1527869"/>
                  <a:pt x="5870891" y="1528460"/>
                  <a:pt x="5870891" y="1528460"/>
                </a:cubicBezTo>
                <a:lnTo>
                  <a:pt x="5866359" y="1536343"/>
                </a:lnTo>
                <a:cubicBezTo>
                  <a:pt x="5866163" y="1536605"/>
                  <a:pt x="5865571" y="1536802"/>
                  <a:pt x="5865571" y="1536802"/>
                </a:cubicBezTo>
                <a:lnTo>
                  <a:pt x="5856508" y="1536802"/>
                </a:lnTo>
                <a:cubicBezTo>
                  <a:pt x="5856178" y="1536802"/>
                  <a:pt x="5855720" y="1536343"/>
                  <a:pt x="5855720" y="1536343"/>
                </a:cubicBezTo>
                <a:lnTo>
                  <a:pt x="5851187" y="1528460"/>
                </a:lnTo>
                <a:cubicBezTo>
                  <a:pt x="5851055" y="1528198"/>
                  <a:pt x="5851187" y="1527606"/>
                  <a:pt x="5851187" y="1527606"/>
                </a:cubicBezTo>
                <a:lnTo>
                  <a:pt x="5855720" y="1519725"/>
                </a:lnTo>
                <a:cubicBezTo>
                  <a:pt x="5855916" y="1519462"/>
                  <a:pt x="5856508" y="1519265"/>
                  <a:pt x="5856508" y="1519265"/>
                </a:cubicBezTo>
                <a:close/>
                <a:moveTo>
                  <a:pt x="6619714" y="1519261"/>
                </a:moveTo>
                <a:lnTo>
                  <a:pt x="6628778" y="1519261"/>
                </a:lnTo>
                <a:cubicBezTo>
                  <a:pt x="6629107" y="1519261"/>
                  <a:pt x="6629566" y="1519721"/>
                  <a:pt x="6629566" y="1519721"/>
                </a:cubicBezTo>
                <a:lnTo>
                  <a:pt x="6634099" y="1527602"/>
                </a:lnTo>
                <a:cubicBezTo>
                  <a:pt x="6634230" y="1527865"/>
                  <a:pt x="6634099" y="1528456"/>
                  <a:pt x="6634099" y="1528456"/>
                </a:cubicBezTo>
                <a:lnTo>
                  <a:pt x="6629566" y="1536338"/>
                </a:lnTo>
                <a:cubicBezTo>
                  <a:pt x="6629369" y="1536601"/>
                  <a:pt x="6628778" y="1536798"/>
                  <a:pt x="6628778" y="1536798"/>
                </a:cubicBezTo>
                <a:lnTo>
                  <a:pt x="6619714" y="1536798"/>
                </a:lnTo>
                <a:cubicBezTo>
                  <a:pt x="6619387" y="1536798"/>
                  <a:pt x="6618926" y="1536338"/>
                  <a:pt x="6618926" y="1536338"/>
                </a:cubicBezTo>
                <a:lnTo>
                  <a:pt x="6614394" y="1528456"/>
                </a:lnTo>
                <a:cubicBezTo>
                  <a:pt x="6614263" y="1528193"/>
                  <a:pt x="6614394" y="1527602"/>
                  <a:pt x="6614394" y="1527602"/>
                </a:cubicBezTo>
                <a:lnTo>
                  <a:pt x="6618926" y="1519721"/>
                </a:lnTo>
                <a:cubicBezTo>
                  <a:pt x="6619123" y="1519458"/>
                  <a:pt x="6619714" y="1519261"/>
                  <a:pt x="6619714" y="1519261"/>
                </a:cubicBezTo>
                <a:close/>
                <a:moveTo>
                  <a:pt x="3567111" y="1519258"/>
                </a:moveTo>
                <a:lnTo>
                  <a:pt x="3576174" y="1519258"/>
                </a:lnTo>
                <a:cubicBezTo>
                  <a:pt x="3576502" y="1519258"/>
                  <a:pt x="3576963" y="1519717"/>
                  <a:pt x="3576963" y="1519717"/>
                </a:cubicBezTo>
                <a:lnTo>
                  <a:pt x="3581495" y="1527599"/>
                </a:lnTo>
                <a:cubicBezTo>
                  <a:pt x="3581627" y="1527862"/>
                  <a:pt x="3581495" y="1528453"/>
                  <a:pt x="3581495" y="1528453"/>
                </a:cubicBezTo>
                <a:lnTo>
                  <a:pt x="3581486" y="1528469"/>
                </a:lnTo>
                <a:lnTo>
                  <a:pt x="3581486" y="1528514"/>
                </a:lnTo>
                <a:lnTo>
                  <a:pt x="3576953" y="1536396"/>
                </a:lnTo>
                <a:cubicBezTo>
                  <a:pt x="3576756" y="1536659"/>
                  <a:pt x="3576165" y="1536856"/>
                  <a:pt x="3576165" y="1536856"/>
                </a:cubicBezTo>
                <a:lnTo>
                  <a:pt x="3567100" y="1536856"/>
                </a:lnTo>
                <a:cubicBezTo>
                  <a:pt x="3566772" y="1536856"/>
                  <a:pt x="3566312" y="1536396"/>
                  <a:pt x="3566312" y="1536396"/>
                </a:cubicBezTo>
                <a:lnTo>
                  <a:pt x="3561779" y="1528514"/>
                </a:lnTo>
                <a:cubicBezTo>
                  <a:pt x="3561648" y="1528251"/>
                  <a:pt x="3561779" y="1527660"/>
                  <a:pt x="3561779" y="1527660"/>
                </a:cubicBezTo>
                <a:lnTo>
                  <a:pt x="3561788" y="1527644"/>
                </a:lnTo>
                <a:lnTo>
                  <a:pt x="3561788" y="1527599"/>
                </a:lnTo>
                <a:lnTo>
                  <a:pt x="3566323" y="1519717"/>
                </a:lnTo>
                <a:cubicBezTo>
                  <a:pt x="3566520" y="1519455"/>
                  <a:pt x="3567111" y="1519258"/>
                  <a:pt x="3567111" y="1519258"/>
                </a:cubicBezTo>
                <a:close/>
                <a:moveTo>
                  <a:pt x="3312717" y="1519258"/>
                </a:moveTo>
                <a:lnTo>
                  <a:pt x="3321781" y="1519258"/>
                </a:lnTo>
                <a:cubicBezTo>
                  <a:pt x="3322109" y="1519258"/>
                  <a:pt x="3322569" y="1519717"/>
                  <a:pt x="3322569" y="1519717"/>
                </a:cubicBezTo>
                <a:lnTo>
                  <a:pt x="3322611" y="1519789"/>
                </a:lnTo>
                <a:lnTo>
                  <a:pt x="3322689" y="1519835"/>
                </a:lnTo>
                <a:lnTo>
                  <a:pt x="3327222" y="1527714"/>
                </a:lnTo>
                <a:cubicBezTo>
                  <a:pt x="3327352" y="1527977"/>
                  <a:pt x="3327222" y="1528568"/>
                  <a:pt x="3327222" y="1528568"/>
                </a:cubicBezTo>
                <a:lnTo>
                  <a:pt x="3322689" y="1536452"/>
                </a:lnTo>
                <a:cubicBezTo>
                  <a:pt x="3322492" y="1536715"/>
                  <a:pt x="3321901" y="1536911"/>
                  <a:pt x="3321901" y="1536911"/>
                </a:cubicBezTo>
                <a:lnTo>
                  <a:pt x="3312837" y="1536911"/>
                </a:lnTo>
                <a:cubicBezTo>
                  <a:pt x="3312506" y="1536911"/>
                  <a:pt x="3312048" y="1536452"/>
                  <a:pt x="3312048" y="1536452"/>
                </a:cubicBezTo>
                <a:lnTo>
                  <a:pt x="3312006" y="1536379"/>
                </a:lnTo>
                <a:lnTo>
                  <a:pt x="3311929" y="1536334"/>
                </a:lnTo>
                <a:lnTo>
                  <a:pt x="3307395" y="1528453"/>
                </a:lnTo>
                <a:cubicBezTo>
                  <a:pt x="3307264" y="1528190"/>
                  <a:pt x="3307395" y="1527599"/>
                  <a:pt x="3307395" y="1527599"/>
                </a:cubicBezTo>
                <a:lnTo>
                  <a:pt x="3311929" y="1519717"/>
                </a:lnTo>
                <a:cubicBezTo>
                  <a:pt x="3312124" y="1519455"/>
                  <a:pt x="3312717" y="1519258"/>
                  <a:pt x="3312717" y="1519258"/>
                </a:cubicBezTo>
                <a:close/>
                <a:moveTo>
                  <a:pt x="3058368" y="1519258"/>
                </a:moveTo>
                <a:lnTo>
                  <a:pt x="3067434" y="1519258"/>
                </a:lnTo>
                <a:cubicBezTo>
                  <a:pt x="3067763" y="1519258"/>
                  <a:pt x="3068222" y="1519717"/>
                  <a:pt x="3068222" y="1519717"/>
                </a:cubicBezTo>
                <a:lnTo>
                  <a:pt x="3072754" y="1527599"/>
                </a:lnTo>
                <a:cubicBezTo>
                  <a:pt x="3072885" y="1527862"/>
                  <a:pt x="3072754" y="1528453"/>
                  <a:pt x="3072754" y="1528453"/>
                </a:cubicBezTo>
                <a:lnTo>
                  <a:pt x="3072725" y="1528504"/>
                </a:lnTo>
                <a:lnTo>
                  <a:pt x="3072725" y="1528524"/>
                </a:lnTo>
                <a:lnTo>
                  <a:pt x="3068192" y="1536406"/>
                </a:lnTo>
                <a:cubicBezTo>
                  <a:pt x="3067995" y="1536669"/>
                  <a:pt x="3067405" y="1536866"/>
                  <a:pt x="3067405" y="1536866"/>
                </a:cubicBezTo>
                <a:lnTo>
                  <a:pt x="3058339" y="1536866"/>
                </a:lnTo>
                <a:cubicBezTo>
                  <a:pt x="3058011" y="1536866"/>
                  <a:pt x="3057551" y="1536406"/>
                  <a:pt x="3057551" y="1536406"/>
                </a:cubicBezTo>
                <a:lnTo>
                  <a:pt x="3053019" y="1528524"/>
                </a:lnTo>
                <a:cubicBezTo>
                  <a:pt x="3052888" y="1528261"/>
                  <a:pt x="3053019" y="1527670"/>
                  <a:pt x="3053019" y="1527670"/>
                </a:cubicBezTo>
                <a:lnTo>
                  <a:pt x="3053048" y="1527620"/>
                </a:lnTo>
                <a:lnTo>
                  <a:pt x="3053048" y="1527599"/>
                </a:lnTo>
                <a:lnTo>
                  <a:pt x="3057580" y="1519717"/>
                </a:lnTo>
                <a:cubicBezTo>
                  <a:pt x="3057778" y="1519455"/>
                  <a:pt x="3058368" y="1519258"/>
                  <a:pt x="3058368" y="1519258"/>
                </a:cubicBezTo>
                <a:close/>
                <a:moveTo>
                  <a:pt x="2803944" y="1519258"/>
                </a:moveTo>
                <a:lnTo>
                  <a:pt x="2813009" y="1519258"/>
                </a:lnTo>
                <a:cubicBezTo>
                  <a:pt x="2813338" y="1519258"/>
                  <a:pt x="2813798" y="1519717"/>
                  <a:pt x="2813798" y="1519717"/>
                </a:cubicBezTo>
                <a:lnTo>
                  <a:pt x="2818330" y="1527599"/>
                </a:lnTo>
                <a:cubicBezTo>
                  <a:pt x="2818461" y="1527862"/>
                  <a:pt x="2818330" y="1528453"/>
                  <a:pt x="2818330" y="1528453"/>
                </a:cubicBezTo>
                <a:lnTo>
                  <a:pt x="2818296" y="1528512"/>
                </a:lnTo>
                <a:lnTo>
                  <a:pt x="2818296" y="1528539"/>
                </a:lnTo>
                <a:lnTo>
                  <a:pt x="2813764" y="1536421"/>
                </a:lnTo>
                <a:cubicBezTo>
                  <a:pt x="2813567" y="1536684"/>
                  <a:pt x="2812976" y="1536881"/>
                  <a:pt x="2812976" y="1536881"/>
                </a:cubicBezTo>
                <a:lnTo>
                  <a:pt x="2803911" y="1536881"/>
                </a:lnTo>
                <a:cubicBezTo>
                  <a:pt x="2803583" y="1536881"/>
                  <a:pt x="2803123" y="1536421"/>
                  <a:pt x="2803123" y="1536421"/>
                </a:cubicBezTo>
                <a:lnTo>
                  <a:pt x="2798591" y="1528539"/>
                </a:lnTo>
                <a:cubicBezTo>
                  <a:pt x="2798460" y="1528276"/>
                  <a:pt x="2798591" y="1527685"/>
                  <a:pt x="2798591" y="1527685"/>
                </a:cubicBezTo>
                <a:lnTo>
                  <a:pt x="2798623" y="1527629"/>
                </a:lnTo>
                <a:lnTo>
                  <a:pt x="2798623" y="1527599"/>
                </a:lnTo>
                <a:lnTo>
                  <a:pt x="2803156" y="1519717"/>
                </a:lnTo>
                <a:cubicBezTo>
                  <a:pt x="2803353" y="1519455"/>
                  <a:pt x="2803944" y="1519258"/>
                  <a:pt x="2803944" y="1519258"/>
                </a:cubicBezTo>
                <a:close/>
                <a:moveTo>
                  <a:pt x="2549375" y="1519258"/>
                </a:moveTo>
                <a:lnTo>
                  <a:pt x="2558440" y="1519258"/>
                </a:lnTo>
                <a:cubicBezTo>
                  <a:pt x="2558768" y="1519258"/>
                  <a:pt x="2559228" y="1519717"/>
                  <a:pt x="2559228" y="1519717"/>
                </a:cubicBezTo>
                <a:lnTo>
                  <a:pt x="2563760" y="1527599"/>
                </a:lnTo>
                <a:cubicBezTo>
                  <a:pt x="2563891" y="1527862"/>
                  <a:pt x="2563760" y="1528453"/>
                  <a:pt x="2563760" y="1528453"/>
                </a:cubicBezTo>
                <a:lnTo>
                  <a:pt x="2559228" y="1536334"/>
                </a:lnTo>
                <a:cubicBezTo>
                  <a:pt x="2559031" y="1536598"/>
                  <a:pt x="2558440" y="1536794"/>
                  <a:pt x="2558440" y="1536794"/>
                </a:cubicBezTo>
                <a:lnTo>
                  <a:pt x="2558434" y="1536794"/>
                </a:lnTo>
                <a:lnTo>
                  <a:pt x="2558429" y="1536797"/>
                </a:lnTo>
                <a:lnTo>
                  <a:pt x="2549364" y="1536797"/>
                </a:lnTo>
                <a:cubicBezTo>
                  <a:pt x="2549037" y="1536797"/>
                  <a:pt x="2548576" y="1536336"/>
                  <a:pt x="2548576" y="1536336"/>
                </a:cubicBezTo>
                <a:lnTo>
                  <a:pt x="2544044" y="1528454"/>
                </a:lnTo>
                <a:cubicBezTo>
                  <a:pt x="2543913" y="1528191"/>
                  <a:pt x="2544044" y="1527601"/>
                  <a:pt x="2544044" y="1527601"/>
                </a:cubicBezTo>
                <a:lnTo>
                  <a:pt x="2548576" y="1519718"/>
                </a:lnTo>
                <a:cubicBezTo>
                  <a:pt x="2548773" y="1519457"/>
                  <a:pt x="2549364" y="1519259"/>
                  <a:pt x="2549364" y="1519259"/>
                </a:cubicBezTo>
                <a:lnTo>
                  <a:pt x="2549374" y="1519259"/>
                </a:lnTo>
                <a:close/>
                <a:moveTo>
                  <a:pt x="2294989" y="1519258"/>
                </a:moveTo>
                <a:lnTo>
                  <a:pt x="2304053" y="1519258"/>
                </a:lnTo>
                <a:cubicBezTo>
                  <a:pt x="2304382" y="1519258"/>
                  <a:pt x="2304842" y="1519717"/>
                  <a:pt x="2304842" y="1519717"/>
                </a:cubicBezTo>
                <a:lnTo>
                  <a:pt x="2304847" y="1519725"/>
                </a:lnTo>
                <a:lnTo>
                  <a:pt x="2304910" y="1519762"/>
                </a:lnTo>
                <a:lnTo>
                  <a:pt x="2309441" y="1527644"/>
                </a:lnTo>
                <a:cubicBezTo>
                  <a:pt x="2309572" y="1527906"/>
                  <a:pt x="2309441" y="1528499"/>
                  <a:pt x="2309441" y="1528499"/>
                </a:cubicBezTo>
                <a:lnTo>
                  <a:pt x="2304910" y="1536380"/>
                </a:lnTo>
                <a:cubicBezTo>
                  <a:pt x="2304713" y="1536644"/>
                  <a:pt x="2304122" y="1536840"/>
                  <a:pt x="2304122" y="1536840"/>
                </a:cubicBezTo>
                <a:lnTo>
                  <a:pt x="2295056" y="1536840"/>
                </a:lnTo>
                <a:cubicBezTo>
                  <a:pt x="2294729" y="1536840"/>
                  <a:pt x="2294268" y="1536380"/>
                  <a:pt x="2294268" y="1536380"/>
                </a:cubicBezTo>
                <a:lnTo>
                  <a:pt x="2294263" y="1536371"/>
                </a:lnTo>
                <a:lnTo>
                  <a:pt x="2294200" y="1536334"/>
                </a:lnTo>
                <a:lnTo>
                  <a:pt x="2289669" y="1528453"/>
                </a:lnTo>
                <a:cubicBezTo>
                  <a:pt x="2289537" y="1528190"/>
                  <a:pt x="2289669" y="1527599"/>
                  <a:pt x="2289669" y="1527599"/>
                </a:cubicBezTo>
                <a:lnTo>
                  <a:pt x="2294200" y="1519717"/>
                </a:lnTo>
                <a:cubicBezTo>
                  <a:pt x="2294397" y="1519455"/>
                  <a:pt x="2294989" y="1519258"/>
                  <a:pt x="2294989" y="1519258"/>
                </a:cubicBezTo>
                <a:close/>
                <a:moveTo>
                  <a:pt x="2040704" y="1519258"/>
                </a:moveTo>
                <a:lnTo>
                  <a:pt x="2049769" y="1519258"/>
                </a:lnTo>
                <a:cubicBezTo>
                  <a:pt x="2050097" y="1519258"/>
                  <a:pt x="2050558" y="1519717"/>
                  <a:pt x="2050558" y="1519717"/>
                </a:cubicBezTo>
                <a:lnTo>
                  <a:pt x="2055090" y="1527599"/>
                </a:lnTo>
                <a:cubicBezTo>
                  <a:pt x="2055221" y="1527862"/>
                  <a:pt x="2055090" y="1528453"/>
                  <a:pt x="2055090" y="1528453"/>
                </a:cubicBezTo>
                <a:lnTo>
                  <a:pt x="2050558" y="1536334"/>
                </a:lnTo>
                <a:cubicBezTo>
                  <a:pt x="2050361" y="1536598"/>
                  <a:pt x="2049769" y="1536794"/>
                  <a:pt x="2049769" y="1536794"/>
                </a:cubicBezTo>
                <a:lnTo>
                  <a:pt x="2049673" y="1536794"/>
                </a:lnTo>
                <a:lnTo>
                  <a:pt x="2049668" y="1536797"/>
                </a:lnTo>
                <a:lnTo>
                  <a:pt x="2040604" y="1536797"/>
                </a:lnTo>
                <a:cubicBezTo>
                  <a:pt x="2040275" y="1536797"/>
                  <a:pt x="2039816" y="1536337"/>
                  <a:pt x="2039816" y="1536337"/>
                </a:cubicBezTo>
                <a:lnTo>
                  <a:pt x="2035283" y="1528455"/>
                </a:lnTo>
                <a:cubicBezTo>
                  <a:pt x="2035152" y="1528192"/>
                  <a:pt x="2035283" y="1527601"/>
                  <a:pt x="2035283" y="1527601"/>
                </a:cubicBezTo>
                <a:lnTo>
                  <a:pt x="2039816" y="1519720"/>
                </a:lnTo>
                <a:cubicBezTo>
                  <a:pt x="2040013" y="1519457"/>
                  <a:pt x="2040604" y="1519260"/>
                  <a:pt x="2040604" y="1519260"/>
                </a:cubicBezTo>
                <a:lnTo>
                  <a:pt x="2040701" y="1519260"/>
                </a:lnTo>
                <a:close/>
                <a:moveTo>
                  <a:pt x="1786209" y="1519258"/>
                </a:moveTo>
                <a:lnTo>
                  <a:pt x="1795273" y="1519258"/>
                </a:lnTo>
                <a:cubicBezTo>
                  <a:pt x="1795602" y="1519258"/>
                  <a:pt x="1796061" y="1519717"/>
                  <a:pt x="1796061" y="1519717"/>
                </a:cubicBezTo>
                <a:lnTo>
                  <a:pt x="1800593" y="1527599"/>
                </a:lnTo>
                <a:lnTo>
                  <a:pt x="1800593" y="1527625"/>
                </a:lnTo>
                <a:lnTo>
                  <a:pt x="1800597" y="1527632"/>
                </a:lnTo>
                <a:cubicBezTo>
                  <a:pt x="1800728" y="1527895"/>
                  <a:pt x="1800597" y="1528487"/>
                  <a:pt x="1800597" y="1528487"/>
                </a:cubicBezTo>
                <a:lnTo>
                  <a:pt x="1796066" y="1536369"/>
                </a:lnTo>
                <a:cubicBezTo>
                  <a:pt x="1795868" y="1536632"/>
                  <a:pt x="1795278" y="1536829"/>
                  <a:pt x="1795278" y="1536829"/>
                </a:cubicBezTo>
                <a:lnTo>
                  <a:pt x="1786214" y="1536829"/>
                </a:lnTo>
                <a:cubicBezTo>
                  <a:pt x="1785886" y="1536829"/>
                  <a:pt x="1785424" y="1536369"/>
                  <a:pt x="1785424" y="1536369"/>
                </a:cubicBezTo>
                <a:lnTo>
                  <a:pt x="1780894" y="1528487"/>
                </a:lnTo>
                <a:lnTo>
                  <a:pt x="1780894" y="1528462"/>
                </a:lnTo>
                <a:lnTo>
                  <a:pt x="1780889" y="1528453"/>
                </a:lnTo>
                <a:cubicBezTo>
                  <a:pt x="1780757" y="1528190"/>
                  <a:pt x="1780889" y="1527599"/>
                  <a:pt x="1780889" y="1527599"/>
                </a:cubicBezTo>
                <a:lnTo>
                  <a:pt x="1785421" y="1519717"/>
                </a:lnTo>
                <a:cubicBezTo>
                  <a:pt x="1785618" y="1519455"/>
                  <a:pt x="1786209" y="1519258"/>
                  <a:pt x="1786209" y="1519258"/>
                </a:cubicBezTo>
                <a:close/>
                <a:moveTo>
                  <a:pt x="1531822" y="1519258"/>
                </a:moveTo>
                <a:lnTo>
                  <a:pt x="1540885" y="1519258"/>
                </a:lnTo>
                <a:cubicBezTo>
                  <a:pt x="1541213" y="1519258"/>
                  <a:pt x="1541672" y="1519717"/>
                  <a:pt x="1541672" y="1519717"/>
                </a:cubicBezTo>
                <a:lnTo>
                  <a:pt x="1541687" y="1519744"/>
                </a:lnTo>
                <a:lnTo>
                  <a:pt x="1541831" y="1519827"/>
                </a:lnTo>
                <a:lnTo>
                  <a:pt x="1546364" y="1527710"/>
                </a:lnTo>
                <a:cubicBezTo>
                  <a:pt x="1546496" y="1527972"/>
                  <a:pt x="1546364" y="1528564"/>
                  <a:pt x="1546364" y="1528564"/>
                </a:cubicBezTo>
                <a:lnTo>
                  <a:pt x="1541831" y="1536447"/>
                </a:lnTo>
                <a:cubicBezTo>
                  <a:pt x="1541634" y="1536709"/>
                  <a:pt x="1541043" y="1536906"/>
                  <a:pt x="1541043" y="1536906"/>
                </a:cubicBezTo>
                <a:lnTo>
                  <a:pt x="1531980" y="1536906"/>
                </a:lnTo>
                <a:cubicBezTo>
                  <a:pt x="1531651" y="1536906"/>
                  <a:pt x="1531194" y="1536447"/>
                  <a:pt x="1531194" y="1536447"/>
                </a:cubicBezTo>
                <a:lnTo>
                  <a:pt x="1531178" y="1536418"/>
                </a:lnTo>
                <a:lnTo>
                  <a:pt x="1531033" y="1536334"/>
                </a:lnTo>
                <a:lnTo>
                  <a:pt x="1526501" y="1528453"/>
                </a:lnTo>
                <a:cubicBezTo>
                  <a:pt x="1526369" y="1528190"/>
                  <a:pt x="1526501" y="1527599"/>
                  <a:pt x="1526501" y="1527599"/>
                </a:cubicBezTo>
                <a:lnTo>
                  <a:pt x="1531033" y="1519717"/>
                </a:lnTo>
                <a:cubicBezTo>
                  <a:pt x="1531229" y="1519455"/>
                  <a:pt x="1531822" y="1519258"/>
                  <a:pt x="1531822" y="1519258"/>
                </a:cubicBezTo>
                <a:close/>
                <a:moveTo>
                  <a:pt x="1277407" y="1519258"/>
                </a:moveTo>
                <a:lnTo>
                  <a:pt x="1286473" y="1519258"/>
                </a:lnTo>
                <a:cubicBezTo>
                  <a:pt x="1286801" y="1519258"/>
                  <a:pt x="1287261" y="1519717"/>
                  <a:pt x="1287261" y="1519717"/>
                </a:cubicBezTo>
                <a:lnTo>
                  <a:pt x="1287266" y="1519725"/>
                </a:lnTo>
                <a:lnTo>
                  <a:pt x="1287359" y="1519779"/>
                </a:lnTo>
                <a:lnTo>
                  <a:pt x="1291890" y="1527660"/>
                </a:lnTo>
                <a:cubicBezTo>
                  <a:pt x="1292021" y="1527923"/>
                  <a:pt x="1291890" y="1528514"/>
                  <a:pt x="1291890" y="1528514"/>
                </a:cubicBezTo>
                <a:lnTo>
                  <a:pt x="1287359" y="1536396"/>
                </a:lnTo>
                <a:cubicBezTo>
                  <a:pt x="1287162" y="1536659"/>
                  <a:pt x="1286569" y="1536856"/>
                  <a:pt x="1286569" y="1536856"/>
                </a:cubicBezTo>
                <a:lnTo>
                  <a:pt x="1277506" y="1536856"/>
                </a:lnTo>
                <a:cubicBezTo>
                  <a:pt x="1277177" y="1536856"/>
                  <a:pt x="1276717" y="1536396"/>
                  <a:pt x="1276717" y="1536396"/>
                </a:cubicBezTo>
                <a:lnTo>
                  <a:pt x="1276713" y="1536389"/>
                </a:lnTo>
                <a:lnTo>
                  <a:pt x="1276619" y="1536334"/>
                </a:lnTo>
                <a:lnTo>
                  <a:pt x="1272088" y="1528453"/>
                </a:lnTo>
                <a:cubicBezTo>
                  <a:pt x="1271956" y="1528190"/>
                  <a:pt x="1272088" y="1527599"/>
                  <a:pt x="1272088" y="1527599"/>
                </a:cubicBezTo>
                <a:lnTo>
                  <a:pt x="1276619" y="1519717"/>
                </a:lnTo>
                <a:cubicBezTo>
                  <a:pt x="1276816" y="1519455"/>
                  <a:pt x="1277407" y="1519258"/>
                  <a:pt x="1277407" y="1519258"/>
                </a:cubicBezTo>
                <a:close/>
                <a:moveTo>
                  <a:pt x="1022980" y="1519258"/>
                </a:moveTo>
                <a:lnTo>
                  <a:pt x="1032044" y="1519258"/>
                </a:lnTo>
                <a:lnTo>
                  <a:pt x="1032221" y="1519361"/>
                </a:lnTo>
                <a:lnTo>
                  <a:pt x="1032268" y="1519361"/>
                </a:lnTo>
                <a:cubicBezTo>
                  <a:pt x="1032595" y="1519361"/>
                  <a:pt x="1033053" y="1519821"/>
                  <a:pt x="1033053" y="1519821"/>
                </a:cubicBezTo>
                <a:lnTo>
                  <a:pt x="1037585" y="1527702"/>
                </a:lnTo>
                <a:cubicBezTo>
                  <a:pt x="1037719" y="1527965"/>
                  <a:pt x="1037585" y="1528557"/>
                  <a:pt x="1037585" y="1528557"/>
                </a:cubicBezTo>
                <a:lnTo>
                  <a:pt x="1033053" y="1536440"/>
                </a:lnTo>
                <a:cubicBezTo>
                  <a:pt x="1032859" y="1536702"/>
                  <a:pt x="1032268" y="1536899"/>
                  <a:pt x="1032268" y="1536899"/>
                </a:cubicBezTo>
                <a:lnTo>
                  <a:pt x="1023202" y="1536899"/>
                </a:lnTo>
                <a:lnTo>
                  <a:pt x="1023022" y="1536794"/>
                </a:lnTo>
                <a:lnTo>
                  <a:pt x="1022980" y="1536794"/>
                </a:lnTo>
                <a:cubicBezTo>
                  <a:pt x="1022651" y="1536794"/>
                  <a:pt x="1022192" y="1536334"/>
                  <a:pt x="1022192" y="1536334"/>
                </a:cubicBezTo>
                <a:lnTo>
                  <a:pt x="1017659" y="1528453"/>
                </a:lnTo>
                <a:cubicBezTo>
                  <a:pt x="1017528" y="1528190"/>
                  <a:pt x="1017659" y="1527599"/>
                  <a:pt x="1017659" y="1527599"/>
                </a:cubicBezTo>
                <a:lnTo>
                  <a:pt x="1022192" y="1519717"/>
                </a:lnTo>
                <a:cubicBezTo>
                  <a:pt x="1022389" y="1519455"/>
                  <a:pt x="1022980" y="1519258"/>
                  <a:pt x="1022980" y="1519258"/>
                </a:cubicBezTo>
                <a:close/>
                <a:moveTo>
                  <a:pt x="768600" y="1519258"/>
                </a:moveTo>
                <a:lnTo>
                  <a:pt x="777663" y="1519258"/>
                </a:lnTo>
                <a:cubicBezTo>
                  <a:pt x="777991" y="1519258"/>
                  <a:pt x="778451" y="1519717"/>
                  <a:pt x="778451" y="1519717"/>
                </a:cubicBezTo>
                <a:lnTo>
                  <a:pt x="778464" y="1519739"/>
                </a:lnTo>
                <a:lnTo>
                  <a:pt x="778546" y="1519787"/>
                </a:lnTo>
                <a:lnTo>
                  <a:pt x="783078" y="1527669"/>
                </a:lnTo>
                <a:cubicBezTo>
                  <a:pt x="783209" y="1527933"/>
                  <a:pt x="783078" y="1528524"/>
                  <a:pt x="783078" y="1528524"/>
                </a:cubicBezTo>
                <a:lnTo>
                  <a:pt x="778546" y="1536406"/>
                </a:lnTo>
                <a:cubicBezTo>
                  <a:pt x="778349" y="1536668"/>
                  <a:pt x="777758" y="1536865"/>
                  <a:pt x="777758" y="1536865"/>
                </a:cubicBezTo>
                <a:lnTo>
                  <a:pt x="768694" y="1536865"/>
                </a:lnTo>
                <a:cubicBezTo>
                  <a:pt x="768366" y="1536865"/>
                  <a:pt x="767906" y="1536406"/>
                  <a:pt x="767906" y="1536406"/>
                </a:cubicBezTo>
                <a:lnTo>
                  <a:pt x="767892" y="1536381"/>
                </a:lnTo>
                <a:lnTo>
                  <a:pt x="767811" y="1536334"/>
                </a:lnTo>
                <a:lnTo>
                  <a:pt x="763280" y="1528453"/>
                </a:lnTo>
                <a:cubicBezTo>
                  <a:pt x="763148" y="1528190"/>
                  <a:pt x="763280" y="1527599"/>
                  <a:pt x="763280" y="1527599"/>
                </a:cubicBezTo>
                <a:lnTo>
                  <a:pt x="767811" y="1519717"/>
                </a:lnTo>
                <a:cubicBezTo>
                  <a:pt x="768008" y="1519455"/>
                  <a:pt x="768600" y="1519258"/>
                  <a:pt x="768600" y="1519258"/>
                </a:cubicBezTo>
                <a:close/>
                <a:moveTo>
                  <a:pt x="514357" y="1519258"/>
                </a:moveTo>
                <a:lnTo>
                  <a:pt x="523419" y="1519258"/>
                </a:lnTo>
                <a:cubicBezTo>
                  <a:pt x="523749" y="1519258"/>
                  <a:pt x="524208" y="1519717"/>
                  <a:pt x="524208" y="1519717"/>
                </a:cubicBezTo>
                <a:lnTo>
                  <a:pt x="528740" y="1527599"/>
                </a:lnTo>
                <a:lnTo>
                  <a:pt x="528740" y="1527676"/>
                </a:lnTo>
                <a:lnTo>
                  <a:pt x="528753" y="1527698"/>
                </a:lnTo>
                <a:cubicBezTo>
                  <a:pt x="528884" y="1527960"/>
                  <a:pt x="528753" y="1528552"/>
                  <a:pt x="528753" y="1528552"/>
                </a:cubicBezTo>
                <a:lnTo>
                  <a:pt x="524222" y="1536434"/>
                </a:lnTo>
                <a:cubicBezTo>
                  <a:pt x="524025" y="1536699"/>
                  <a:pt x="523433" y="1536894"/>
                  <a:pt x="523433" y="1536894"/>
                </a:cubicBezTo>
                <a:lnTo>
                  <a:pt x="514370" y="1536894"/>
                </a:lnTo>
                <a:cubicBezTo>
                  <a:pt x="514041" y="1536894"/>
                  <a:pt x="513582" y="1536434"/>
                  <a:pt x="513582" y="1536434"/>
                </a:cubicBezTo>
                <a:lnTo>
                  <a:pt x="509049" y="1528552"/>
                </a:lnTo>
                <a:lnTo>
                  <a:pt x="509049" y="1528476"/>
                </a:lnTo>
                <a:lnTo>
                  <a:pt x="509036" y="1528453"/>
                </a:lnTo>
                <a:cubicBezTo>
                  <a:pt x="508904" y="1528190"/>
                  <a:pt x="509036" y="1527599"/>
                  <a:pt x="509036" y="1527599"/>
                </a:cubicBezTo>
                <a:lnTo>
                  <a:pt x="513569" y="1519717"/>
                </a:lnTo>
                <a:cubicBezTo>
                  <a:pt x="513766" y="1519455"/>
                  <a:pt x="514357" y="1519258"/>
                  <a:pt x="514357" y="1519258"/>
                </a:cubicBezTo>
                <a:close/>
                <a:moveTo>
                  <a:pt x="259888" y="1519258"/>
                </a:moveTo>
                <a:lnTo>
                  <a:pt x="268951" y="1519258"/>
                </a:lnTo>
                <a:cubicBezTo>
                  <a:pt x="269279" y="1519258"/>
                  <a:pt x="269739" y="1519717"/>
                  <a:pt x="269739" y="1519717"/>
                </a:cubicBezTo>
                <a:lnTo>
                  <a:pt x="274271" y="1527599"/>
                </a:lnTo>
                <a:cubicBezTo>
                  <a:pt x="274402" y="1527862"/>
                  <a:pt x="274271" y="1528453"/>
                  <a:pt x="274271" y="1528453"/>
                </a:cubicBezTo>
                <a:lnTo>
                  <a:pt x="274262" y="1528469"/>
                </a:lnTo>
                <a:lnTo>
                  <a:pt x="274262" y="1528492"/>
                </a:lnTo>
                <a:lnTo>
                  <a:pt x="269730" y="1536374"/>
                </a:lnTo>
                <a:cubicBezTo>
                  <a:pt x="269533" y="1536637"/>
                  <a:pt x="268942" y="1536833"/>
                  <a:pt x="268942" y="1536833"/>
                </a:cubicBezTo>
                <a:lnTo>
                  <a:pt x="259879" y="1536833"/>
                </a:lnTo>
                <a:cubicBezTo>
                  <a:pt x="259548" y="1536833"/>
                  <a:pt x="259089" y="1536374"/>
                  <a:pt x="259089" y="1536374"/>
                </a:cubicBezTo>
                <a:lnTo>
                  <a:pt x="254558" y="1528492"/>
                </a:lnTo>
                <a:cubicBezTo>
                  <a:pt x="254427" y="1528228"/>
                  <a:pt x="254558" y="1527637"/>
                  <a:pt x="254558" y="1527637"/>
                </a:cubicBezTo>
                <a:lnTo>
                  <a:pt x="254566" y="1527623"/>
                </a:lnTo>
                <a:lnTo>
                  <a:pt x="254566" y="1527599"/>
                </a:lnTo>
                <a:lnTo>
                  <a:pt x="259098" y="1519717"/>
                </a:lnTo>
                <a:cubicBezTo>
                  <a:pt x="259295" y="1519455"/>
                  <a:pt x="259888" y="1519258"/>
                  <a:pt x="259888" y="1519258"/>
                </a:cubicBezTo>
                <a:close/>
                <a:moveTo>
                  <a:pt x="5440" y="1519258"/>
                </a:moveTo>
                <a:lnTo>
                  <a:pt x="14504" y="1519258"/>
                </a:lnTo>
                <a:lnTo>
                  <a:pt x="14645" y="1519340"/>
                </a:lnTo>
                <a:cubicBezTo>
                  <a:pt x="14974" y="1519340"/>
                  <a:pt x="15433" y="1519798"/>
                  <a:pt x="15433" y="1519798"/>
                </a:cubicBezTo>
                <a:lnTo>
                  <a:pt x="19965" y="1527680"/>
                </a:lnTo>
                <a:cubicBezTo>
                  <a:pt x="20097" y="1527943"/>
                  <a:pt x="19965" y="1528535"/>
                  <a:pt x="19965" y="1528535"/>
                </a:cubicBezTo>
                <a:lnTo>
                  <a:pt x="15433" y="1536416"/>
                </a:lnTo>
                <a:cubicBezTo>
                  <a:pt x="15236" y="1536680"/>
                  <a:pt x="14645" y="1536877"/>
                  <a:pt x="14645" y="1536877"/>
                </a:cubicBezTo>
                <a:lnTo>
                  <a:pt x="5583" y="1536877"/>
                </a:lnTo>
                <a:lnTo>
                  <a:pt x="5441" y="1536794"/>
                </a:lnTo>
                <a:lnTo>
                  <a:pt x="5440" y="1536794"/>
                </a:lnTo>
                <a:cubicBezTo>
                  <a:pt x="5111" y="1536794"/>
                  <a:pt x="4651" y="1536334"/>
                  <a:pt x="4651" y="1536334"/>
                </a:cubicBezTo>
                <a:lnTo>
                  <a:pt x="119" y="1528453"/>
                </a:lnTo>
                <a:cubicBezTo>
                  <a:pt x="-12" y="1528190"/>
                  <a:pt x="119" y="1527599"/>
                  <a:pt x="119" y="1527599"/>
                </a:cubicBezTo>
                <a:lnTo>
                  <a:pt x="4651" y="1519717"/>
                </a:lnTo>
                <a:cubicBezTo>
                  <a:pt x="4848" y="1519455"/>
                  <a:pt x="5440" y="1519258"/>
                  <a:pt x="5440" y="1519258"/>
                </a:cubicBezTo>
                <a:close/>
                <a:moveTo>
                  <a:pt x="8654892" y="1302363"/>
                </a:moveTo>
                <a:lnTo>
                  <a:pt x="8663955" y="1302363"/>
                </a:lnTo>
                <a:cubicBezTo>
                  <a:pt x="8664285" y="1302363"/>
                  <a:pt x="8664744" y="1302819"/>
                  <a:pt x="8664744" y="1302819"/>
                </a:cubicBezTo>
                <a:lnTo>
                  <a:pt x="8669277" y="1310701"/>
                </a:lnTo>
                <a:cubicBezTo>
                  <a:pt x="8669408" y="1310961"/>
                  <a:pt x="8669277" y="1311555"/>
                  <a:pt x="8669277" y="1311555"/>
                </a:cubicBezTo>
                <a:lnTo>
                  <a:pt x="8664744" y="1319435"/>
                </a:lnTo>
                <a:cubicBezTo>
                  <a:pt x="8664548" y="1319699"/>
                  <a:pt x="8663955" y="1319895"/>
                  <a:pt x="8663955" y="1319895"/>
                </a:cubicBezTo>
                <a:lnTo>
                  <a:pt x="8654892" y="1319895"/>
                </a:lnTo>
                <a:cubicBezTo>
                  <a:pt x="8654565" y="1319895"/>
                  <a:pt x="8654104" y="1319435"/>
                  <a:pt x="8654104" y="1319435"/>
                </a:cubicBezTo>
                <a:lnTo>
                  <a:pt x="8649572" y="1311555"/>
                </a:lnTo>
                <a:cubicBezTo>
                  <a:pt x="8649441" y="1311292"/>
                  <a:pt x="8649572" y="1310701"/>
                  <a:pt x="8649572" y="1310701"/>
                </a:cubicBezTo>
                <a:lnTo>
                  <a:pt x="8654104" y="1302819"/>
                </a:lnTo>
                <a:cubicBezTo>
                  <a:pt x="8654301" y="1302562"/>
                  <a:pt x="8654892" y="1302363"/>
                  <a:pt x="8654892" y="1302363"/>
                </a:cubicBezTo>
                <a:close/>
                <a:moveTo>
                  <a:pt x="5602126" y="1302362"/>
                </a:moveTo>
                <a:lnTo>
                  <a:pt x="5611191" y="1302362"/>
                </a:lnTo>
                <a:cubicBezTo>
                  <a:pt x="5611519" y="1302362"/>
                  <a:pt x="5611979" y="1302818"/>
                  <a:pt x="5611979" y="1302818"/>
                </a:cubicBezTo>
                <a:lnTo>
                  <a:pt x="5616511" y="1310700"/>
                </a:lnTo>
                <a:cubicBezTo>
                  <a:pt x="5616642" y="1310960"/>
                  <a:pt x="5616511" y="1311550"/>
                  <a:pt x="5616511" y="1311550"/>
                </a:cubicBezTo>
                <a:lnTo>
                  <a:pt x="5611979" y="1319435"/>
                </a:lnTo>
                <a:cubicBezTo>
                  <a:pt x="5611782" y="1319695"/>
                  <a:pt x="5611191" y="1319895"/>
                  <a:pt x="5611191" y="1319895"/>
                </a:cubicBezTo>
                <a:lnTo>
                  <a:pt x="5602126" y="1319895"/>
                </a:lnTo>
                <a:cubicBezTo>
                  <a:pt x="5601798" y="1319895"/>
                  <a:pt x="5601338" y="1319435"/>
                  <a:pt x="5601338" y="1319435"/>
                </a:cubicBezTo>
                <a:lnTo>
                  <a:pt x="5596807" y="1311550"/>
                </a:lnTo>
                <a:cubicBezTo>
                  <a:pt x="5596675" y="1311291"/>
                  <a:pt x="5596807" y="1310700"/>
                  <a:pt x="5596807" y="1310700"/>
                </a:cubicBezTo>
                <a:lnTo>
                  <a:pt x="5601338" y="1302818"/>
                </a:lnTo>
                <a:cubicBezTo>
                  <a:pt x="5601536" y="1302556"/>
                  <a:pt x="5602126" y="1302362"/>
                  <a:pt x="5602126" y="1302362"/>
                </a:cubicBezTo>
                <a:close/>
                <a:moveTo>
                  <a:pt x="3821617" y="1302358"/>
                </a:moveTo>
                <a:lnTo>
                  <a:pt x="3830685" y="1302358"/>
                </a:lnTo>
                <a:cubicBezTo>
                  <a:pt x="3831011" y="1302358"/>
                  <a:pt x="3831471" y="1302818"/>
                  <a:pt x="3831471" y="1302818"/>
                </a:cubicBezTo>
                <a:lnTo>
                  <a:pt x="3836006" y="1310694"/>
                </a:lnTo>
                <a:cubicBezTo>
                  <a:pt x="3836137" y="1310958"/>
                  <a:pt x="3836006" y="1311549"/>
                  <a:pt x="3836006" y="1311549"/>
                </a:cubicBezTo>
                <a:lnTo>
                  <a:pt x="3831471" y="1319430"/>
                </a:lnTo>
                <a:cubicBezTo>
                  <a:pt x="3831274" y="1319692"/>
                  <a:pt x="3830685" y="1319890"/>
                  <a:pt x="3830685" y="1319890"/>
                </a:cubicBezTo>
                <a:lnTo>
                  <a:pt x="3821617" y="1319890"/>
                </a:lnTo>
                <a:cubicBezTo>
                  <a:pt x="3821290" y="1319890"/>
                  <a:pt x="3820830" y="1319430"/>
                  <a:pt x="3820830" y="1319430"/>
                </a:cubicBezTo>
                <a:lnTo>
                  <a:pt x="3816298" y="1311549"/>
                </a:lnTo>
                <a:cubicBezTo>
                  <a:pt x="3816165" y="1311286"/>
                  <a:pt x="3816298" y="1310694"/>
                  <a:pt x="3816298" y="1310694"/>
                </a:cubicBezTo>
                <a:lnTo>
                  <a:pt x="3820830" y="1302818"/>
                </a:lnTo>
                <a:cubicBezTo>
                  <a:pt x="3821029" y="1302556"/>
                  <a:pt x="3821617" y="1302358"/>
                  <a:pt x="3821617" y="1302358"/>
                </a:cubicBezTo>
                <a:close/>
                <a:moveTo>
                  <a:pt x="8909274" y="1302346"/>
                </a:moveTo>
                <a:lnTo>
                  <a:pt x="8918336" y="1302346"/>
                </a:lnTo>
                <a:cubicBezTo>
                  <a:pt x="8918666" y="1302346"/>
                  <a:pt x="8919125" y="1302806"/>
                  <a:pt x="8919125" y="1302806"/>
                </a:cubicBezTo>
                <a:lnTo>
                  <a:pt x="8923657" y="1310684"/>
                </a:lnTo>
                <a:cubicBezTo>
                  <a:pt x="8923789" y="1310946"/>
                  <a:pt x="8923657" y="1311538"/>
                  <a:pt x="8923657" y="1311538"/>
                </a:cubicBezTo>
                <a:lnTo>
                  <a:pt x="8919125" y="1319421"/>
                </a:lnTo>
                <a:cubicBezTo>
                  <a:pt x="8918928" y="1319682"/>
                  <a:pt x="8918336" y="1319879"/>
                  <a:pt x="8918336" y="1319879"/>
                </a:cubicBezTo>
                <a:lnTo>
                  <a:pt x="8909274" y="1319879"/>
                </a:lnTo>
                <a:cubicBezTo>
                  <a:pt x="8908945" y="1319879"/>
                  <a:pt x="8908484" y="1319421"/>
                  <a:pt x="8908484" y="1319421"/>
                </a:cubicBezTo>
                <a:lnTo>
                  <a:pt x="8903953" y="1311538"/>
                </a:lnTo>
                <a:cubicBezTo>
                  <a:pt x="8903821" y="1311276"/>
                  <a:pt x="8903953" y="1310684"/>
                  <a:pt x="8903953" y="1310684"/>
                </a:cubicBezTo>
                <a:lnTo>
                  <a:pt x="8908484" y="1302806"/>
                </a:lnTo>
                <a:cubicBezTo>
                  <a:pt x="8908681" y="1302542"/>
                  <a:pt x="8909274" y="1302346"/>
                  <a:pt x="8909274" y="1302346"/>
                </a:cubicBezTo>
                <a:close/>
                <a:moveTo>
                  <a:pt x="6619714" y="1302346"/>
                </a:moveTo>
                <a:lnTo>
                  <a:pt x="6628778" y="1302346"/>
                </a:lnTo>
                <a:cubicBezTo>
                  <a:pt x="6629107" y="1302346"/>
                  <a:pt x="6629566" y="1302809"/>
                  <a:pt x="6629566" y="1302809"/>
                </a:cubicBezTo>
                <a:lnTo>
                  <a:pt x="6634099" y="1310689"/>
                </a:lnTo>
                <a:cubicBezTo>
                  <a:pt x="6634230" y="1310948"/>
                  <a:pt x="6634099" y="1311538"/>
                  <a:pt x="6634099" y="1311538"/>
                </a:cubicBezTo>
                <a:lnTo>
                  <a:pt x="6629566" y="1319422"/>
                </a:lnTo>
                <a:cubicBezTo>
                  <a:pt x="6629369" y="1319683"/>
                  <a:pt x="6628778" y="1319881"/>
                  <a:pt x="6628778" y="1319881"/>
                </a:cubicBezTo>
                <a:lnTo>
                  <a:pt x="6619714" y="1319881"/>
                </a:lnTo>
                <a:cubicBezTo>
                  <a:pt x="6619387" y="1319881"/>
                  <a:pt x="6618926" y="1319422"/>
                  <a:pt x="6618926" y="1319422"/>
                </a:cubicBezTo>
                <a:lnTo>
                  <a:pt x="6614394" y="1311538"/>
                </a:lnTo>
                <a:cubicBezTo>
                  <a:pt x="6614263" y="1311276"/>
                  <a:pt x="6614394" y="1310689"/>
                  <a:pt x="6614394" y="1310689"/>
                </a:cubicBezTo>
                <a:lnTo>
                  <a:pt x="6618926" y="1302809"/>
                </a:lnTo>
                <a:cubicBezTo>
                  <a:pt x="6619123" y="1302546"/>
                  <a:pt x="6619714" y="1302346"/>
                  <a:pt x="6619714" y="1302346"/>
                </a:cubicBezTo>
                <a:close/>
                <a:moveTo>
                  <a:pt x="7128477" y="1302344"/>
                </a:moveTo>
                <a:lnTo>
                  <a:pt x="7137540" y="1302344"/>
                </a:lnTo>
                <a:cubicBezTo>
                  <a:pt x="7137869" y="1302344"/>
                  <a:pt x="7138328" y="1302803"/>
                  <a:pt x="7138328" y="1302803"/>
                </a:cubicBezTo>
                <a:lnTo>
                  <a:pt x="7142860" y="1310681"/>
                </a:lnTo>
                <a:cubicBezTo>
                  <a:pt x="7142992" y="1310943"/>
                  <a:pt x="7142860" y="1311534"/>
                  <a:pt x="7142860" y="1311534"/>
                </a:cubicBezTo>
                <a:lnTo>
                  <a:pt x="7138328" y="1319415"/>
                </a:lnTo>
                <a:cubicBezTo>
                  <a:pt x="7138131" y="1319679"/>
                  <a:pt x="7137540" y="1319878"/>
                  <a:pt x="7137540" y="1319878"/>
                </a:cubicBezTo>
                <a:lnTo>
                  <a:pt x="7128477" y="1319878"/>
                </a:lnTo>
                <a:cubicBezTo>
                  <a:pt x="7128148" y="1319878"/>
                  <a:pt x="7127689" y="1319415"/>
                  <a:pt x="7127689" y="1319415"/>
                </a:cubicBezTo>
                <a:lnTo>
                  <a:pt x="7123156" y="1311534"/>
                </a:lnTo>
                <a:cubicBezTo>
                  <a:pt x="7123024" y="1311272"/>
                  <a:pt x="7123156" y="1310681"/>
                  <a:pt x="7123156" y="1310681"/>
                </a:cubicBezTo>
                <a:lnTo>
                  <a:pt x="7127689" y="1302803"/>
                </a:lnTo>
                <a:cubicBezTo>
                  <a:pt x="7127885" y="1302540"/>
                  <a:pt x="7128477" y="1302344"/>
                  <a:pt x="7128477" y="1302344"/>
                </a:cubicBezTo>
                <a:close/>
                <a:moveTo>
                  <a:pt x="9418035" y="1302339"/>
                </a:moveTo>
                <a:lnTo>
                  <a:pt x="9427099" y="1302339"/>
                </a:lnTo>
                <a:cubicBezTo>
                  <a:pt x="9427427" y="1302339"/>
                  <a:pt x="9427887" y="1302800"/>
                  <a:pt x="9427887" y="1302800"/>
                </a:cubicBezTo>
                <a:lnTo>
                  <a:pt x="9432419" y="1310679"/>
                </a:lnTo>
                <a:cubicBezTo>
                  <a:pt x="9432550" y="1310940"/>
                  <a:pt x="9432419" y="1311534"/>
                  <a:pt x="9432419" y="1311534"/>
                </a:cubicBezTo>
                <a:lnTo>
                  <a:pt x="9427887" y="1319413"/>
                </a:lnTo>
                <a:cubicBezTo>
                  <a:pt x="9427690" y="1319677"/>
                  <a:pt x="9427099" y="1319872"/>
                  <a:pt x="9427099" y="1319872"/>
                </a:cubicBezTo>
                <a:lnTo>
                  <a:pt x="9418035" y="1319872"/>
                </a:lnTo>
                <a:cubicBezTo>
                  <a:pt x="9417707" y="1319872"/>
                  <a:pt x="9417247" y="1319413"/>
                  <a:pt x="9417247" y="1319413"/>
                </a:cubicBezTo>
                <a:lnTo>
                  <a:pt x="9412714" y="1311534"/>
                </a:lnTo>
                <a:cubicBezTo>
                  <a:pt x="9412583" y="1311269"/>
                  <a:pt x="9412714" y="1310679"/>
                  <a:pt x="9412714" y="1310679"/>
                </a:cubicBezTo>
                <a:lnTo>
                  <a:pt x="9417247" y="1302800"/>
                </a:lnTo>
                <a:cubicBezTo>
                  <a:pt x="9417444" y="1302539"/>
                  <a:pt x="9418035" y="1302339"/>
                  <a:pt x="9418035" y="1302339"/>
                </a:cubicBezTo>
                <a:close/>
                <a:moveTo>
                  <a:pt x="5093300" y="1302325"/>
                </a:moveTo>
                <a:lnTo>
                  <a:pt x="5102364" y="1302325"/>
                </a:lnTo>
                <a:cubicBezTo>
                  <a:pt x="5102693" y="1302325"/>
                  <a:pt x="5103153" y="1302786"/>
                  <a:pt x="5103153" y="1302786"/>
                </a:cubicBezTo>
                <a:lnTo>
                  <a:pt x="5107684" y="1310663"/>
                </a:lnTo>
                <a:cubicBezTo>
                  <a:pt x="5107815" y="1310927"/>
                  <a:pt x="5107684" y="1311517"/>
                  <a:pt x="5107684" y="1311517"/>
                </a:cubicBezTo>
                <a:lnTo>
                  <a:pt x="5103153" y="1319400"/>
                </a:lnTo>
                <a:cubicBezTo>
                  <a:pt x="5102955" y="1319664"/>
                  <a:pt x="5102364" y="1319860"/>
                  <a:pt x="5102364" y="1319860"/>
                </a:cubicBezTo>
                <a:lnTo>
                  <a:pt x="5093300" y="1319860"/>
                </a:lnTo>
                <a:cubicBezTo>
                  <a:pt x="5092972" y="1319860"/>
                  <a:pt x="5092512" y="1319400"/>
                  <a:pt x="5092512" y="1319400"/>
                </a:cubicBezTo>
                <a:lnTo>
                  <a:pt x="5087979" y="1311517"/>
                </a:lnTo>
                <a:cubicBezTo>
                  <a:pt x="5087848" y="1311256"/>
                  <a:pt x="5087979" y="1310663"/>
                  <a:pt x="5087979" y="1310663"/>
                </a:cubicBezTo>
                <a:lnTo>
                  <a:pt x="5092512" y="1302786"/>
                </a:lnTo>
                <a:cubicBezTo>
                  <a:pt x="5092708" y="1302523"/>
                  <a:pt x="5093300" y="1302325"/>
                  <a:pt x="5093300" y="1302325"/>
                </a:cubicBezTo>
                <a:close/>
                <a:moveTo>
                  <a:pt x="9672481" y="1302321"/>
                </a:moveTo>
                <a:lnTo>
                  <a:pt x="9681545" y="1302321"/>
                </a:lnTo>
                <a:cubicBezTo>
                  <a:pt x="9681872" y="1302321"/>
                  <a:pt x="9682333" y="1302781"/>
                  <a:pt x="9682333" y="1302781"/>
                </a:cubicBezTo>
                <a:lnTo>
                  <a:pt x="9686865" y="1310661"/>
                </a:lnTo>
                <a:cubicBezTo>
                  <a:pt x="9686996" y="1310921"/>
                  <a:pt x="9686865" y="1311514"/>
                  <a:pt x="9686865" y="1311514"/>
                </a:cubicBezTo>
                <a:lnTo>
                  <a:pt x="9682333" y="1319395"/>
                </a:lnTo>
                <a:cubicBezTo>
                  <a:pt x="9682136" y="1319657"/>
                  <a:pt x="9681545" y="1319854"/>
                  <a:pt x="9681545" y="1319854"/>
                </a:cubicBezTo>
                <a:lnTo>
                  <a:pt x="9672481" y="1319854"/>
                </a:lnTo>
                <a:cubicBezTo>
                  <a:pt x="9672152" y="1319854"/>
                  <a:pt x="9671693" y="1319395"/>
                  <a:pt x="9671693" y="1319395"/>
                </a:cubicBezTo>
                <a:lnTo>
                  <a:pt x="9667160" y="1311514"/>
                </a:lnTo>
                <a:cubicBezTo>
                  <a:pt x="9667030" y="1311251"/>
                  <a:pt x="9667160" y="1310661"/>
                  <a:pt x="9667160" y="1310661"/>
                </a:cubicBezTo>
                <a:lnTo>
                  <a:pt x="9671693" y="1302781"/>
                </a:lnTo>
                <a:cubicBezTo>
                  <a:pt x="9671890" y="1302518"/>
                  <a:pt x="9672481" y="1302321"/>
                  <a:pt x="9672481" y="1302321"/>
                </a:cubicBezTo>
                <a:close/>
                <a:moveTo>
                  <a:pt x="7637304" y="1302317"/>
                </a:moveTo>
                <a:lnTo>
                  <a:pt x="7646367" y="1302317"/>
                </a:lnTo>
                <a:cubicBezTo>
                  <a:pt x="7646696" y="1302317"/>
                  <a:pt x="7647156" y="1302777"/>
                  <a:pt x="7647156" y="1302777"/>
                </a:cubicBezTo>
                <a:lnTo>
                  <a:pt x="7651687" y="1310656"/>
                </a:lnTo>
                <a:cubicBezTo>
                  <a:pt x="7651819" y="1310920"/>
                  <a:pt x="7651687" y="1311509"/>
                  <a:pt x="7651687" y="1311509"/>
                </a:cubicBezTo>
                <a:lnTo>
                  <a:pt x="7647156" y="1319393"/>
                </a:lnTo>
                <a:cubicBezTo>
                  <a:pt x="7646958" y="1319656"/>
                  <a:pt x="7646367" y="1319852"/>
                  <a:pt x="7646367" y="1319852"/>
                </a:cubicBezTo>
                <a:lnTo>
                  <a:pt x="7637304" y="1319852"/>
                </a:lnTo>
                <a:cubicBezTo>
                  <a:pt x="7636975" y="1319852"/>
                  <a:pt x="7636516" y="1319393"/>
                  <a:pt x="7636516" y="1319393"/>
                </a:cubicBezTo>
                <a:lnTo>
                  <a:pt x="7631983" y="1311509"/>
                </a:lnTo>
                <a:cubicBezTo>
                  <a:pt x="7631851" y="1311247"/>
                  <a:pt x="7631983" y="1310656"/>
                  <a:pt x="7631983" y="1310656"/>
                </a:cubicBezTo>
                <a:lnTo>
                  <a:pt x="7636516" y="1302777"/>
                </a:lnTo>
                <a:cubicBezTo>
                  <a:pt x="7636713" y="1302514"/>
                  <a:pt x="7637304" y="1302317"/>
                  <a:pt x="7637304" y="1302317"/>
                </a:cubicBezTo>
                <a:close/>
                <a:moveTo>
                  <a:pt x="10181242" y="1302308"/>
                </a:moveTo>
                <a:lnTo>
                  <a:pt x="10190305" y="1302308"/>
                </a:lnTo>
                <a:cubicBezTo>
                  <a:pt x="10190635" y="1302308"/>
                  <a:pt x="10191093" y="1302769"/>
                  <a:pt x="10191093" y="1302769"/>
                </a:cubicBezTo>
                <a:lnTo>
                  <a:pt x="10195626" y="1310648"/>
                </a:lnTo>
                <a:cubicBezTo>
                  <a:pt x="10195758" y="1310911"/>
                  <a:pt x="10195626" y="1311502"/>
                  <a:pt x="10195626" y="1311502"/>
                </a:cubicBezTo>
                <a:lnTo>
                  <a:pt x="10191093" y="1319383"/>
                </a:lnTo>
                <a:cubicBezTo>
                  <a:pt x="10190896" y="1319647"/>
                  <a:pt x="10190305" y="1319843"/>
                  <a:pt x="10190305" y="1319843"/>
                </a:cubicBezTo>
                <a:lnTo>
                  <a:pt x="10181242" y="1319843"/>
                </a:lnTo>
                <a:cubicBezTo>
                  <a:pt x="10180914" y="1319843"/>
                  <a:pt x="10180453" y="1319383"/>
                  <a:pt x="10180453" y="1319383"/>
                </a:cubicBezTo>
                <a:lnTo>
                  <a:pt x="10175922" y="1311502"/>
                </a:lnTo>
                <a:cubicBezTo>
                  <a:pt x="10175790" y="1311240"/>
                  <a:pt x="10175922" y="1310648"/>
                  <a:pt x="10175922" y="1310648"/>
                </a:cubicBezTo>
                <a:lnTo>
                  <a:pt x="10180453" y="1302769"/>
                </a:lnTo>
                <a:cubicBezTo>
                  <a:pt x="10180650" y="1302507"/>
                  <a:pt x="10181242" y="1302308"/>
                  <a:pt x="10181242" y="1302308"/>
                </a:cubicBezTo>
                <a:close/>
                <a:moveTo>
                  <a:pt x="4584538" y="1302308"/>
                </a:moveTo>
                <a:lnTo>
                  <a:pt x="4593603" y="1302308"/>
                </a:lnTo>
                <a:cubicBezTo>
                  <a:pt x="4593932" y="1302308"/>
                  <a:pt x="4594390" y="1302769"/>
                  <a:pt x="4594390" y="1302769"/>
                </a:cubicBezTo>
                <a:lnTo>
                  <a:pt x="4598922" y="1310648"/>
                </a:lnTo>
                <a:cubicBezTo>
                  <a:pt x="4599054" y="1310911"/>
                  <a:pt x="4598922" y="1311502"/>
                  <a:pt x="4598922" y="1311502"/>
                </a:cubicBezTo>
                <a:lnTo>
                  <a:pt x="4594390" y="1319383"/>
                </a:lnTo>
                <a:cubicBezTo>
                  <a:pt x="4594193" y="1319647"/>
                  <a:pt x="4593603" y="1319843"/>
                  <a:pt x="4593603" y="1319843"/>
                </a:cubicBezTo>
                <a:lnTo>
                  <a:pt x="4584538" y="1319843"/>
                </a:lnTo>
                <a:cubicBezTo>
                  <a:pt x="4584210" y="1319843"/>
                  <a:pt x="4583749" y="1319383"/>
                  <a:pt x="4583749" y="1319383"/>
                </a:cubicBezTo>
                <a:lnTo>
                  <a:pt x="4579218" y="1311502"/>
                </a:lnTo>
                <a:cubicBezTo>
                  <a:pt x="4579087" y="1311240"/>
                  <a:pt x="4579218" y="1310648"/>
                  <a:pt x="4579218" y="1310648"/>
                </a:cubicBezTo>
                <a:lnTo>
                  <a:pt x="4583749" y="1302769"/>
                </a:lnTo>
                <a:cubicBezTo>
                  <a:pt x="4583948" y="1302507"/>
                  <a:pt x="4584538" y="1302308"/>
                  <a:pt x="4584538" y="1302308"/>
                </a:cubicBezTo>
                <a:close/>
                <a:moveTo>
                  <a:pt x="7891684" y="1302305"/>
                </a:moveTo>
                <a:lnTo>
                  <a:pt x="7900748" y="1302305"/>
                </a:lnTo>
                <a:cubicBezTo>
                  <a:pt x="7901076" y="1302305"/>
                  <a:pt x="7901536" y="1302767"/>
                  <a:pt x="7901536" y="1302767"/>
                </a:cubicBezTo>
                <a:lnTo>
                  <a:pt x="7906067" y="1310644"/>
                </a:lnTo>
                <a:cubicBezTo>
                  <a:pt x="7906199" y="1310909"/>
                  <a:pt x="7906067" y="1311499"/>
                  <a:pt x="7906067" y="1311499"/>
                </a:cubicBezTo>
                <a:lnTo>
                  <a:pt x="7901536" y="1319380"/>
                </a:lnTo>
                <a:cubicBezTo>
                  <a:pt x="7901339" y="1319643"/>
                  <a:pt x="7900748" y="1319839"/>
                  <a:pt x="7900748" y="1319839"/>
                </a:cubicBezTo>
                <a:lnTo>
                  <a:pt x="7891684" y="1319839"/>
                </a:lnTo>
                <a:cubicBezTo>
                  <a:pt x="7891355" y="1319839"/>
                  <a:pt x="7890896" y="1319380"/>
                  <a:pt x="7890896" y="1319380"/>
                </a:cubicBezTo>
                <a:lnTo>
                  <a:pt x="7886363" y="1311499"/>
                </a:lnTo>
                <a:cubicBezTo>
                  <a:pt x="7886233" y="1311237"/>
                  <a:pt x="7886363" y="1310644"/>
                  <a:pt x="7886363" y="1310644"/>
                </a:cubicBezTo>
                <a:lnTo>
                  <a:pt x="7890896" y="1302767"/>
                </a:lnTo>
                <a:cubicBezTo>
                  <a:pt x="7891093" y="1302502"/>
                  <a:pt x="7891684" y="1302305"/>
                  <a:pt x="7891684" y="1302305"/>
                </a:cubicBezTo>
                <a:close/>
                <a:moveTo>
                  <a:pt x="5856508" y="1302303"/>
                </a:moveTo>
                <a:lnTo>
                  <a:pt x="5865571" y="1302303"/>
                </a:lnTo>
                <a:cubicBezTo>
                  <a:pt x="5865900" y="1302303"/>
                  <a:pt x="5866359" y="1302761"/>
                  <a:pt x="5866359" y="1302761"/>
                </a:cubicBezTo>
                <a:lnTo>
                  <a:pt x="5870891" y="1310643"/>
                </a:lnTo>
                <a:cubicBezTo>
                  <a:pt x="5871023" y="1310904"/>
                  <a:pt x="5870891" y="1311497"/>
                  <a:pt x="5870891" y="1311497"/>
                </a:cubicBezTo>
                <a:lnTo>
                  <a:pt x="5866359" y="1319377"/>
                </a:lnTo>
                <a:cubicBezTo>
                  <a:pt x="5866163" y="1319641"/>
                  <a:pt x="5865571" y="1319838"/>
                  <a:pt x="5865571" y="1319838"/>
                </a:cubicBezTo>
                <a:lnTo>
                  <a:pt x="5856508" y="1319838"/>
                </a:lnTo>
                <a:cubicBezTo>
                  <a:pt x="5856178" y="1319838"/>
                  <a:pt x="5855720" y="1319377"/>
                  <a:pt x="5855720" y="1319377"/>
                </a:cubicBezTo>
                <a:lnTo>
                  <a:pt x="5851187" y="1311497"/>
                </a:lnTo>
                <a:cubicBezTo>
                  <a:pt x="5851055" y="1311235"/>
                  <a:pt x="5851187" y="1310643"/>
                  <a:pt x="5851187" y="1310643"/>
                </a:cubicBezTo>
                <a:lnTo>
                  <a:pt x="5855720" y="1302761"/>
                </a:lnTo>
                <a:cubicBezTo>
                  <a:pt x="5855916" y="1302501"/>
                  <a:pt x="5856508" y="1302303"/>
                  <a:pt x="5856508" y="1302303"/>
                </a:cubicBezTo>
                <a:close/>
                <a:moveTo>
                  <a:pt x="8400511" y="1302301"/>
                </a:moveTo>
                <a:lnTo>
                  <a:pt x="8409575" y="1302301"/>
                </a:lnTo>
                <a:cubicBezTo>
                  <a:pt x="8409904" y="1302301"/>
                  <a:pt x="8410363" y="1302758"/>
                  <a:pt x="8410363" y="1302758"/>
                </a:cubicBezTo>
                <a:lnTo>
                  <a:pt x="8414896" y="1310642"/>
                </a:lnTo>
                <a:cubicBezTo>
                  <a:pt x="8415027" y="1310903"/>
                  <a:pt x="8414896" y="1311494"/>
                  <a:pt x="8414896" y="1311494"/>
                </a:cubicBezTo>
                <a:lnTo>
                  <a:pt x="8410363" y="1319377"/>
                </a:lnTo>
                <a:cubicBezTo>
                  <a:pt x="8410166" y="1319637"/>
                  <a:pt x="8409575" y="1319835"/>
                  <a:pt x="8409575" y="1319835"/>
                </a:cubicBezTo>
                <a:lnTo>
                  <a:pt x="8400511" y="1319835"/>
                </a:lnTo>
                <a:cubicBezTo>
                  <a:pt x="8400184" y="1319835"/>
                  <a:pt x="8399723" y="1319377"/>
                  <a:pt x="8399723" y="1319377"/>
                </a:cubicBezTo>
                <a:lnTo>
                  <a:pt x="8395191" y="1311494"/>
                </a:lnTo>
                <a:cubicBezTo>
                  <a:pt x="8395060" y="1311230"/>
                  <a:pt x="8395191" y="1310642"/>
                  <a:pt x="8395191" y="1310642"/>
                </a:cubicBezTo>
                <a:lnTo>
                  <a:pt x="8399723" y="1302758"/>
                </a:lnTo>
                <a:cubicBezTo>
                  <a:pt x="8399920" y="1302497"/>
                  <a:pt x="8400511" y="1302301"/>
                  <a:pt x="8400511" y="1302301"/>
                </a:cubicBezTo>
                <a:close/>
                <a:moveTo>
                  <a:pt x="10435622" y="1302299"/>
                </a:moveTo>
                <a:lnTo>
                  <a:pt x="10444686" y="1302299"/>
                </a:lnTo>
                <a:cubicBezTo>
                  <a:pt x="10445015" y="1302299"/>
                  <a:pt x="10445474" y="1302757"/>
                  <a:pt x="10445474" y="1302757"/>
                </a:cubicBezTo>
                <a:lnTo>
                  <a:pt x="10450007" y="1310638"/>
                </a:lnTo>
                <a:cubicBezTo>
                  <a:pt x="10450138" y="1310900"/>
                  <a:pt x="10450007" y="1311492"/>
                  <a:pt x="10450007" y="1311492"/>
                </a:cubicBezTo>
                <a:lnTo>
                  <a:pt x="10445474" y="1319375"/>
                </a:lnTo>
                <a:cubicBezTo>
                  <a:pt x="10445278" y="1319636"/>
                  <a:pt x="10444686" y="1319833"/>
                  <a:pt x="10444686" y="1319833"/>
                </a:cubicBezTo>
                <a:lnTo>
                  <a:pt x="10435622" y="1319833"/>
                </a:lnTo>
                <a:cubicBezTo>
                  <a:pt x="10435295" y="1319833"/>
                  <a:pt x="10434834" y="1319375"/>
                  <a:pt x="10434834" y="1319375"/>
                </a:cubicBezTo>
                <a:lnTo>
                  <a:pt x="10430302" y="1311492"/>
                </a:lnTo>
                <a:cubicBezTo>
                  <a:pt x="10430171" y="1311230"/>
                  <a:pt x="10430302" y="1310638"/>
                  <a:pt x="10430302" y="1310638"/>
                </a:cubicBezTo>
                <a:lnTo>
                  <a:pt x="10434834" y="1302757"/>
                </a:lnTo>
                <a:cubicBezTo>
                  <a:pt x="10435031" y="1302497"/>
                  <a:pt x="10435622" y="1302299"/>
                  <a:pt x="10435622" y="1302299"/>
                </a:cubicBezTo>
                <a:close/>
                <a:moveTo>
                  <a:pt x="6874095" y="1302296"/>
                </a:moveTo>
                <a:lnTo>
                  <a:pt x="6883159" y="1302296"/>
                </a:lnTo>
                <a:cubicBezTo>
                  <a:pt x="6883488" y="1302296"/>
                  <a:pt x="6883947" y="1302757"/>
                  <a:pt x="6883947" y="1302757"/>
                </a:cubicBezTo>
                <a:lnTo>
                  <a:pt x="6888480" y="1310638"/>
                </a:lnTo>
                <a:cubicBezTo>
                  <a:pt x="6888611" y="1310899"/>
                  <a:pt x="6888480" y="1311488"/>
                  <a:pt x="6888480" y="1311488"/>
                </a:cubicBezTo>
                <a:lnTo>
                  <a:pt x="6883947" y="1319372"/>
                </a:lnTo>
                <a:cubicBezTo>
                  <a:pt x="6883751" y="1319635"/>
                  <a:pt x="6883159" y="1319833"/>
                  <a:pt x="6883159" y="1319833"/>
                </a:cubicBezTo>
                <a:lnTo>
                  <a:pt x="6874095" y="1319833"/>
                </a:lnTo>
                <a:cubicBezTo>
                  <a:pt x="6873768" y="1319833"/>
                  <a:pt x="6873307" y="1319372"/>
                  <a:pt x="6873307" y="1319372"/>
                </a:cubicBezTo>
                <a:lnTo>
                  <a:pt x="6868775" y="1311488"/>
                </a:lnTo>
                <a:cubicBezTo>
                  <a:pt x="6868644" y="1311227"/>
                  <a:pt x="6868775" y="1310638"/>
                  <a:pt x="6868775" y="1310638"/>
                </a:cubicBezTo>
                <a:lnTo>
                  <a:pt x="6873307" y="1302757"/>
                </a:lnTo>
                <a:cubicBezTo>
                  <a:pt x="6873504" y="1302494"/>
                  <a:pt x="6874095" y="1302296"/>
                  <a:pt x="6874095" y="1302296"/>
                </a:cubicBezTo>
                <a:close/>
                <a:moveTo>
                  <a:pt x="6110888" y="1302295"/>
                </a:moveTo>
                <a:lnTo>
                  <a:pt x="6119953" y="1302295"/>
                </a:lnTo>
                <a:cubicBezTo>
                  <a:pt x="6120280" y="1302295"/>
                  <a:pt x="6120740" y="1302755"/>
                  <a:pt x="6120740" y="1302755"/>
                </a:cubicBezTo>
                <a:lnTo>
                  <a:pt x="6125272" y="1310633"/>
                </a:lnTo>
                <a:cubicBezTo>
                  <a:pt x="6125403" y="1310897"/>
                  <a:pt x="6125272" y="1311488"/>
                  <a:pt x="6125272" y="1311488"/>
                </a:cubicBezTo>
                <a:lnTo>
                  <a:pt x="6120740" y="1319370"/>
                </a:lnTo>
                <a:cubicBezTo>
                  <a:pt x="6120543" y="1319633"/>
                  <a:pt x="6119953" y="1319830"/>
                  <a:pt x="6119953" y="1319830"/>
                </a:cubicBezTo>
                <a:lnTo>
                  <a:pt x="6110888" y="1319830"/>
                </a:lnTo>
                <a:cubicBezTo>
                  <a:pt x="6110560" y="1319830"/>
                  <a:pt x="6110101" y="1319370"/>
                  <a:pt x="6110101" y="1319370"/>
                </a:cubicBezTo>
                <a:lnTo>
                  <a:pt x="6105567" y="1311488"/>
                </a:lnTo>
                <a:cubicBezTo>
                  <a:pt x="6105436" y="1311225"/>
                  <a:pt x="6105567" y="1310633"/>
                  <a:pt x="6105567" y="1310633"/>
                </a:cubicBezTo>
                <a:lnTo>
                  <a:pt x="6110101" y="1302755"/>
                </a:lnTo>
                <a:cubicBezTo>
                  <a:pt x="6110296" y="1302490"/>
                  <a:pt x="6110888" y="1302295"/>
                  <a:pt x="6110888" y="1302295"/>
                </a:cubicBezTo>
                <a:close/>
                <a:moveTo>
                  <a:pt x="7382923" y="1302290"/>
                </a:moveTo>
                <a:lnTo>
                  <a:pt x="7391987" y="1302290"/>
                </a:lnTo>
                <a:cubicBezTo>
                  <a:pt x="7392315" y="1302290"/>
                  <a:pt x="7392775" y="1302749"/>
                  <a:pt x="7392775" y="1302749"/>
                </a:cubicBezTo>
                <a:lnTo>
                  <a:pt x="7397307" y="1310631"/>
                </a:lnTo>
                <a:cubicBezTo>
                  <a:pt x="7397438" y="1310891"/>
                  <a:pt x="7397307" y="1311482"/>
                  <a:pt x="7397307" y="1311482"/>
                </a:cubicBezTo>
                <a:lnTo>
                  <a:pt x="7392775" y="1319365"/>
                </a:lnTo>
                <a:cubicBezTo>
                  <a:pt x="7392578" y="1319626"/>
                  <a:pt x="7391987" y="1319825"/>
                  <a:pt x="7391987" y="1319825"/>
                </a:cubicBezTo>
                <a:lnTo>
                  <a:pt x="7382923" y="1319825"/>
                </a:lnTo>
                <a:cubicBezTo>
                  <a:pt x="7382595" y="1319825"/>
                  <a:pt x="7382135" y="1319365"/>
                  <a:pt x="7382135" y="1319365"/>
                </a:cubicBezTo>
                <a:lnTo>
                  <a:pt x="7377602" y="1311482"/>
                </a:lnTo>
                <a:cubicBezTo>
                  <a:pt x="7377471" y="1311221"/>
                  <a:pt x="7377602" y="1310631"/>
                  <a:pt x="7377602" y="1310631"/>
                </a:cubicBezTo>
                <a:lnTo>
                  <a:pt x="7382135" y="1302749"/>
                </a:lnTo>
                <a:cubicBezTo>
                  <a:pt x="7382331" y="1302488"/>
                  <a:pt x="7382923" y="1302290"/>
                  <a:pt x="7382923" y="1302290"/>
                </a:cubicBezTo>
                <a:close/>
                <a:moveTo>
                  <a:pt x="9163654" y="1302280"/>
                </a:moveTo>
                <a:lnTo>
                  <a:pt x="9172718" y="1302280"/>
                </a:lnTo>
                <a:cubicBezTo>
                  <a:pt x="9173046" y="1302280"/>
                  <a:pt x="9173506" y="1302742"/>
                  <a:pt x="9173506" y="1302742"/>
                </a:cubicBezTo>
                <a:lnTo>
                  <a:pt x="9178038" y="1310621"/>
                </a:lnTo>
                <a:cubicBezTo>
                  <a:pt x="9178169" y="1310885"/>
                  <a:pt x="9178038" y="1311474"/>
                  <a:pt x="9178038" y="1311474"/>
                </a:cubicBezTo>
                <a:lnTo>
                  <a:pt x="9173506" y="1319357"/>
                </a:lnTo>
                <a:cubicBezTo>
                  <a:pt x="9173309" y="1319619"/>
                  <a:pt x="9172718" y="1319816"/>
                  <a:pt x="9172718" y="1319816"/>
                </a:cubicBezTo>
                <a:lnTo>
                  <a:pt x="9163654" y="1319816"/>
                </a:lnTo>
                <a:cubicBezTo>
                  <a:pt x="9163326" y="1319816"/>
                  <a:pt x="9162866" y="1319357"/>
                  <a:pt x="9162866" y="1319357"/>
                </a:cubicBezTo>
                <a:lnTo>
                  <a:pt x="9158333" y="1311474"/>
                </a:lnTo>
                <a:cubicBezTo>
                  <a:pt x="9158202" y="1311212"/>
                  <a:pt x="9158333" y="1310621"/>
                  <a:pt x="9158333" y="1310621"/>
                </a:cubicBezTo>
                <a:lnTo>
                  <a:pt x="9162866" y="1302742"/>
                </a:lnTo>
                <a:cubicBezTo>
                  <a:pt x="9163062" y="1302478"/>
                  <a:pt x="9163654" y="1302280"/>
                  <a:pt x="9163654" y="1302280"/>
                </a:cubicBezTo>
                <a:close/>
                <a:moveTo>
                  <a:pt x="5347746" y="1302274"/>
                </a:moveTo>
                <a:lnTo>
                  <a:pt x="5356810" y="1302274"/>
                </a:lnTo>
                <a:cubicBezTo>
                  <a:pt x="5357138" y="1302274"/>
                  <a:pt x="5357598" y="1302735"/>
                  <a:pt x="5357598" y="1302735"/>
                </a:cubicBezTo>
                <a:lnTo>
                  <a:pt x="5362130" y="1310615"/>
                </a:lnTo>
                <a:cubicBezTo>
                  <a:pt x="5362261" y="1310878"/>
                  <a:pt x="5362130" y="1311469"/>
                  <a:pt x="5362130" y="1311469"/>
                </a:cubicBezTo>
                <a:lnTo>
                  <a:pt x="5357598" y="1319349"/>
                </a:lnTo>
                <a:cubicBezTo>
                  <a:pt x="5357401" y="1319613"/>
                  <a:pt x="5356810" y="1319810"/>
                  <a:pt x="5356810" y="1319810"/>
                </a:cubicBezTo>
                <a:lnTo>
                  <a:pt x="5347746" y="1319810"/>
                </a:lnTo>
                <a:cubicBezTo>
                  <a:pt x="5347418" y="1319810"/>
                  <a:pt x="5346958" y="1319349"/>
                  <a:pt x="5346958" y="1319349"/>
                </a:cubicBezTo>
                <a:lnTo>
                  <a:pt x="5342425" y="1311469"/>
                </a:lnTo>
                <a:cubicBezTo>
                  <a:pt x="5342295" y="1311205"/>
                  <a:pt x="5342425" y="1310615"/>
                  <a:pt x="5342425" y="1310615"/>
                </a:cubicBezTo>
                <a:lnTo>
                  <a:pt x="5346958" y="1302735"/>
                </a:lnTo>
                <a:cubicBezTo>
                  <a:pt x="5347154" y="1302471"/>
                  <a:pt x="5347746" y="1302274"/>
                  <a:pt x="5347746" y="1302274"/>
                </a:cubicBezTo>
                <a:close/>
                <a:moveTo>
                  <a:pt x="8146065" y="1302270"/>
                </a:moveTo>
                <a:lnTo>
                  <a:pt x="8155129" y="1302270"/>
                </a:lnTo>
                <a:cubicBezTo>
                  <a:pt x="8155458" y="1302270"/>
                  <a:pt x="8155917" y="1302730"/>
                  <a:pt x="8155917" y="1302730"/>
                </a:cubicBezTo>
                <a:lnTo>
                  <a:pt x="8160449" y="1310610"/>
                </a:lnTo>
                <a:cubicBezTo>
                  <a:pt x="8160580" y="1310873"/>
                  <a:pt x="8160449" y="1311464"/>
                  <a:pt x="8160449" y="1311464"/>
                </a:cubicBezTo>
                <a:lnTo>
                  <a:pt x="8155917" y="1319346"/>
                </a:lnTo>
                <a:cubicBezTo>
                  <a:pt x="8155719" y="1319609"/>
                  <a:pt x="8155129" y="1319806"/>
                  <a:pt x="8155129" y="1319806"/>
                </a:cubicBezTo>
                <a:lnTo>
                  <a:pt x="8146065" y="1319806"/>
                </a:lnTo>
                <a:cubicBezTo>
                  <a:pt x="8145737" y="1319806"/>
                  <a:pt x="8145277" y="1319346"/>
                  <a:pt x="8145277" y="1319346"/>
                </a:cubicBezTo>
                <a:lnTo>
                  <a:pt x="8140745" y="1311464"/>
                </a:lnTo>
                <a:cubicBezTo>
                  <a:pt x="8140613" y="1311201"/>
                  <a:pt x="8140745" y="1310610"/>
                  <a:pt x="8140745" y="1310610"/>
                </a:cubicBezTo>
                <a:lnTo>
                  <a:pt x="8145277" y="1302730"/>
                </a:lnTo>
                <a:cubicBezTo>
                  <a:pt x="8145474" y="1302466"/>
                  <a:pt x="8146065" y="1302270"/>
                  <a:pt x="8146065" y="1302270"/>
                </a:cubicBezTo>
                <a:close/>
                <a:moveTo>
                  <a:pt x="4330157" y="1302267"/>
                </a:moveTo>
                <a:lnTo>
                  <a:pt x="4339222" y="1302267"/>
                </a:lnTo>
                <a:cubicBezTo>
                  <a:pt x="4339550" y="1302267"/>
                  <a:pt x="4340010" y="1302726"/>
                  <a:pt x="4340010" y="1302726"/>
                </a:cubicBezTo>
                <a:lnTo>
                  <a:pt x="4344540" y="1310607"/>
                </a:lnTo>
                <a:cubicBezTo>
                  <a:pt x="4344672" y="1310869"/>
                  <a:pt x="4344540" y="1311461"/>
                  <a:pt x="4344540" y="1311461"/>
                </a:cubicBezTo>
                <a:lnTo>
                  <a:pt x="4340010" y="1319343"/>
                </a:lnTo>
                <a:cubicBezTo>
                  <a:pt x="4339812" y="1319606"/>
                  <a:pt x="4339222" y="1319803"/>
                  <a:pt x="4339222" y="1319803"/>
                </a:cubicBezTo>
                <a:lnTo>
                  <a:pt x="4330157" y="1319803"/>
                </a:lnTo>
                <a:cubicBezTo>
                  <a:pt x="4329829" y="1319803"/>
                  <a:pt x="4329369" y="1319343"/>
                  <a:pt x="4329369" y="1319343"/>
                </a:cubicBezTo>
                <a:lnTo>
                  <a:pt x="4324836" y="1311461"/>
                </a:lnTo>
                <a:cubicBezTo>
                  <a:pt x="4324706" y="1311198"/>
                  <a:pt x="4324836" y="1310607"/>
                  <a:pt x="4324836" y="1310607"/>
                </a:cubicBezTo>
                <a:lnTo>
                  <a:pt x="4329369" y="1302726"/>
                </a:lnTo>
                <a:cubicBezTo>
                  <a:pt x="4329565" y="1302465"/>
                  <a:pt x="4330157" y="1302267"/>
                  <a:pt x="4330157" y="1302267"/>
                </a:cubicBezTo>
                <a:close/>
                <a:moveTo>
                  <a:pt x="4838919" y="1302263"/>
                </a:moveTo>
                <a:lnTo>
                  <a:pt x="4847982" y="1302263"/>
                </a:lnTo>
                <a:cubicBezTo>
                  <a:pt x="4848311" y="1302263"/>
                  <a:pt x="4848772" y="1302723"/>
                  <a:pt x="4848772" y="1302723"/>
                </a:cubicBezTo>
                <a:lnTo>
                  <a:pt x="4853303" y="1310604"/>
                </a:lnTo>
                <a:cubicBezTo>
                  <a:pt x="4853435" y="1310867"/>
                  <a:pt x="4853303" y="1311457"/>
                  <a:pt x="4853303" y="1311457"/>
                </a:cubicBezTo>
                <a:lnTo>
                  <a:pt x="4848772" y="1319341"/>
                </a:lnTo>
                <a:cubicBezTo>
                  <a:pt x="4848575" y="1319603"/>
                  <a:pt x="4847982" y="1319800"/>
                  <a:pt x="4847982" y="1319800"/>
                </a:cubicBezTo>
                <a:lnTo>
                  <a:pt x="4838919" y="1319800"/>
                </a:lnTo>
                <a:cubicBezTo>
                  <a:pt x="4838590" y="1319800"/>
                  <a:pt x="4838132" y="1319341"/>
                  <a:pt x="4838132" y="1319341"/>
                </a:cubicBezTo>
                <a:lnTo>
                  <a:pt x="4833598" y="1311457"/>
                </a:lnTo>
                <a:cubicBezTo>
                  <a:pt x="4833467" y="1311195"/>
                  <a:pt x="4833598" y="1310604"/>
                  <a:pt x="4833598" y="1310604"/>
                </a:cubicBezTo>
                <a:lnTo>
                  <a:pt x="4838132" y="1302723"/>
                </a:lnTo>
                <a:cubicBezTo>
                  <a:pt x="4838328" y="1302460"/>
                  <a:pt x="4838919" y="1302263"/>
                  <a:pt x="4838919" y="1302263"/>
                </a:cubicBezTo>
                <a:close/>
                <a:moveTo>
                  <a:pt x="9926861" y="1302261"/>
                </a:moveTo>
                <a:lnTo>
                  <a:pt x="9935924" y="1302261"/>
                </a:lnTo>
                <a:cubicBezTo>
                  <a:pt x="9936254" y="1302261"/>
                  <a:pt x="9936713" y="1302721"/>
                  <a:pt x="9936713" y="1302721"/>
                </a:cubicBezTo>
                <a:lnTo>
                  <a:pt x="9941246" y="1310601"/>
                </a:lnTo>
                <a:cubicBezTo>
                  <a:pt x="9941376" y="1310864"/>
                  <a:pt x="9941246" y="1311455"/>
                  <a:pt x="9941246" y="1311455"/>
                </a:cubicBezTo>
                <a:lnTo>
                  <a:pt x="9936713" y="1319337"/>
                </a:lnTo>
                <a:cubicBezTo>
                  <a:pt x="9936516" y="1319600"/>
                  <a:pt x="9935924" y="1319797"/>
                  <a:pt x="9935924" y="1319797"/>
                </a:cubicBezTo>
                <a:lnTo>
                  <a:pt x="9926861" y="1319797"/>
                </a:lnTo>
                <a:cubicBezTo>
                  <a:pt x="9926532" y="1319797"/>
                  <a:pt x="9926073" y="1319337"/>
                  <a:pt x="9926073" y="1319337"/>
                </a:cubicBezTo>
                <a:lnTo>
                  <a:pt x="9921541" y="1311455"/>
                </a:lnTo>
                <a:cubicBezTo>
                  <a:pt x="9921410" y="1311193"/>
                  <a:pt x="9921541" y="1310601"/>
                  <a:pt x="9921541" y="1310601"/>
                </a:cubicBezTo>
                <a:lnTo>
                  <a:pt x="9926073" y="1302721"/>
                </a:lnTo>
                <a:cubicBezTo>
                  <a:pt x="9926270" y="1302458"/>
                  <a:pt x="9926861" y="1302261"/>
                  <a:pt x="9926861" y="1302261"/>
                </a:cubicBezTo>
                <a:close/>
                <a:moveTo>
                  <a:pt x="6365334" y="1302260"/>
                </a:moveTo>
                <a:lnTo>
                  <a:pt x="6374397" y="1302260"/>
                </a:lnTo>
                <a:cubicBezTo>
                  <a:pt x="6374727" y="1302260"/>
                  <a:pt x="6375186" y="1302720"/>
                  <a:pt x="6375186" y="1302720"/>
                </a:cubicBezTo>
                <a:lnTo>
                  <a:pt x="6379718" y="1310601"/>
                </a:lnTo>
                <a:cubicBezTo>
                  <a:pt x="6379849" y="1310864"/>
                  <a:pt x="6379718" y="1311455"/>
                  <a:pt x="6379718" y="1311455"/>
                </a:cubicBezTo>
                <a:lnTo>
                  <a:pt x="6375186" y="1319337"/>
                </a:lnTo>
                <a:cubicBezTo>
                  <a:pt x="6374988" y="1319600"/>
                  <a:pt x="6374397" y="1319797"/>
                  <a:pt x="6374397" y="1319797"/>
                </a:cubicBezTo>
                <a:lnTo>
                  <a:pt x="6365334" y="1319797"/>
                </a:lnTo>
                <a:cubicBezTo>
                  <a:pt x="6365005" y="1319797"/>
                  <a:pt x="6364546" y="1319337"/>
                  <a:pt x="6364546" y="1319337"/>
                </a:cubicBezTo>
                <a:lnTo>
                  <a:pt x="6360014" y="1311455"/>
                </a:lnTo>
                <a:cubicBezTo>
                  <a:pt x="6359882" y="1311192"/>
                  <a:pt x="6360014" y="1310601"/>
                  <a:pt x="6360014" y="1310601"/>
                </a:cubicBezTo>
                <a:lnTo>
                  <a:pt x="6364546" y="1302720"/>
                </a:lnTo>
                <a:cubicBezTo>
                  <a:pt x="6364743" y="1302457"/>
                  <a:pt x="6365334" y="1302260"/>
                  <a:pt x="6365334" y="1302260"/>
                </a:cubicBezTo>
                <a:close/>
                <a:moveTo>
                  <a:pt x="4075714" y="1302249"/>
                </a:moveTo>
                <a:lnTo>
                  <a:pt x="4084777" y="1302249"/>
                </a:lnTo>
                <a:cubicBezTo>
                  <a:pt x="4085106" y="1302249"/>
                  <a:pt x="4085565" y="1302709"/>
                  <a:pt x="4085565" y="1302709"/>
                </a:cubicBezTo>
                <a:lnTo>
                  <a:pt x="4090098" y="1310590"/>
                </a:lnTo>
                <a:cubicBezTo>
                  <a:pt x="4090229" y="1310853"/>
                  <a:pt x="4090098" y="1311444"/>
                  <a:pt x="4090098" y="1311444"/>
                </a:cubicBezTo>
                <a:lnTo>
                  <a:pt x="4085565" y="1319326"/>
                </a:lnTo>
                <a:cubicBezTo>
                  <a:pt x="4085368" y="1319589"/>
                  <a:pt x="4084777" y="1319786"/>
                  <a:pt x="4084777" y="1319786"/>
                </a:cubicBezTo>
                <a:lnTo>
                  <a:pt x="4075714" y="1319786"/>
                </a:lnTo>
                <a:cubicBezTo>
                  <a:pt x="4075385" y="1319786"/>
                  <a:pt x="4074925" y="1319326"/>
                  <a:pt x="4074925" y="1319326"/>
                </a:cubicBezTo>
                <a:lnTo>
                  <a:pt x="4070392" y="1311444"/>
                </a:lnTo>
                <a:cubicBezTo>
                  <a:pt x="4070260" y="1311181"/>
                  <a:pt x="4070392" y="1310590"/>
                  <a:pt x="4070392" y="1310590"/>
                </a:cubicBezTo>
                <a:lnTo>
                  <a:pt x="4074925" y="1302709"/>
                </a:lnTo>
                <a:cubicBezTo>
                  <a:pt x="4075122" y="1302446"/>
                  <a:pt x="4075714" y="1302249"/>
                  <a:pt x="4075714" y="1302249"/>
                </a:cubicBezTo>
                <a:close/>
                <a:moveTo>
                  <a:pt x="3567100" y="1302183"/>
                </a:moveTo>
                <a:lnTo>
                  <a:pt x="3576166" y="1302183"/>
                </a:lnTo>
                <a:cubicBezTo>
                  <a:pt x="3576494" y="1302183"/>
                  <a:pt x="3576954" y="1302643"/>
                  <a:pt x="3576954" y="1302643"/>
                </a:cubicBezTo>
                <a:lnTo>
                  <a:pt x="3581486" y="1310525"/>
                </a:lnTo>
                <a:lnTo>
                  <a:pt x="3581486" y="1310559"/>
                </a:lnTo>
                <a:lnTo>
                  <a:pt x="3581555" y="1310679"/>
                </a:lnTo>
                <a:cubicBezTo>
                  <a:pt x="3581686" y="1310939"/>
                  <a:pt x="3581555" y="1311529"/>
                  <a:pt x="3581555" y="1311529"/>
                </a:cubicBezTo>
                <a:lnTo>
                  <a:pt x="3577024" y="1319412"/>
                </a:lnTo>
                <a:cubicBezTo>
                  <a:pt x="3576827" y="1319677"/>
                  <a:pt x="3576235" y="1319872"/>
                  <a:pt x="3576235" y="1319872"/>
                </a:cubicBezTo>
                <a:lnTo>
                  <a:pt x="3567171" y="1319872"/>
                </a:lnTo>
                <a:cubicBezTo>
                  <a:pt x="3566842" y="1319872"/>
                  <a:pt x="3566382" y="1319412"/>
                  <a:pt x="3566382" y="1319412"/>
                </a:cubicBezTo>
                <a:lnTo>
                  <a:pt x="3561851" y="1311529"/>
                </a:lnTo>
                <a:lnTo>
                  <a:pt x="3561851" y="1311502"/>
                </a:lnTo>
                <a:lnTo>
                  <a:pt x="3561780" y="1311378"/>
                </a:lnTo>
                <a:cubicBezTo>
                  <a:pt x="3561649" y="1311116"/>
                  <a:pt x="3561780" y="1310525"/>
                  <a:pt x="3561780" y="1310525"/>
                </a:cubicBezTo>
                <a:lnTo>
                  <a:pt x="3566313" y="1302643"/>
                </a:lnTo>
                <a:cubicBezTo>
                  <a:pt x="3566510" y="1302380"/>
                  <a:pt x="3567100" y="1302183"/>
                  <a:pt x="3567100" y="1302183"/>
                </a:cubicBezTo>
                <a:close/>
                <a:moveTo>
                  <a:pt x="3312701" y="1302183"/>
                </a:moveTo>
                <a:lnTo>
                  <a:pt x="3321764" y="1302183"/>
                </a:lnTo>
                <a:cubicBezTo>
                  <a:pt x="3322093" y="1302183"/>
                  <a:pt x="3322553" y="1302643"/>
                  <a:pt x="3322553" y="1302643"/>
                </a:cubicBezTo>
                <a:lnTo>
                  <a:pt x="3327085" y="1310525"/>
                </a:lnTo>
                <a:cubicBezTo>
                  <a:pt x="3327217" y="1310787"/>
                  <a:pt x="3327085" y="1311378"/>
                  <a:pt x="3327085" y="1311378"/>
                </a:cubicBezTo>
                <a:lnTo>
                  <a:pt x="3327083" y="1311382"/>
                </a:lnTo>
                <a:lnTo>
                  <a:pt x="3327083" y="1311497"/>
                </a:lnTo>
                <a:lnTo>
                  <a:pt x="3322551" y="1319380"/>
                </a:lnTo>
                <a:cubicBezTo>
                  <a:pt x="3322356" y="1319641"/>
                  <a:pt x="3321764" y="1319839"/>
                  <a:pt x="3321764" y="1319839"/>
                </a:cubicBezTo>
                <a:lnTo>
                  <a:pt x="3312699" y="1319839"/>
                </a:lnTo>
                <a:cubicBezTo>
                  <a:pt x="3312371" y="1319839"/>
                  <a:pt x="3311911" y="1319380"/>
                  <a:pt x="3311911" y="1319380"/>
                </a:cubicBezTo>
                <a:lnTo>
                  <a:pt x="3307378" y="1311497"/>
                </a:lnTo>
                <a:cubicBezTo>
                  <a:pt x="3307247" y="1311235"/>
                  <a:pt x="3307378" y="1310643"/>
                  <a:pt x="3307378" y="1310643"/>
                </a:cubicBezTo>
                <a:lnTo>
                  <a:pt x="3307380" y="1310640"/>
                </a:lnTo>
                <a:lnTo>
                  <a:pt x="3307380" y="1310525"/>
                </a:lnTo>
                <a:lnTo>
                  <a:pt x="3311913" y="1302643"/>
                </a:lnTo>
                <a:cubicBezTo>
                  <a:pt x="3312108" y="1302380"/>
                  <a:pt x="3312701" y="1302183"/>
                  <a:pt x="3312701" y="1302183"/>
                </a:cubicBezTo>
                <a:close/>
                <a:moveTo>
                  <a:pt x="3058172" y="1302183"/>
                </a:moveTo>
                <a:lnTo>
                  <a:pt x="3067237" y="1302183"/>
                </a:lnTo>
                <a:cubicBezTo>
                  <a:pt x="3067565" y="1302183"/>
                  <a:pt x="3068025" y="1302643"/>
                  <a:pt x="3068025" y="1302643"/>
                </a:cubicBezTo>
                <a:lnTo>
                  <a:pt x="3068060" y="1302703"/>
                </a:lnTo>
                <a:lnTo>
                  <a:pt x="3068172" y="1302769"/>
                </a:lnTo>
                <a:lnTo>
                  <a:pt x="3072704" y="1310648"/>
                </a:lnTo>
                <a:cubicBezTo>
                  <a:pt x="3072835" y="1310911"/>
                  <a:pt x="3072704" y="1311503"/>
                  <a:pt x="3072704" y="1311503"/>
                </a:cubicBezTo>
                <a:lnTo>
                  <a:pt x="3068172" y="1319384"/>
                </a:lnTo>
                <a:cubicBezTo>
                  <a:pt x="3067975" y="1319647"/>
                  <a:pt x="3067384" y="1319843"/>
                  <a:pt x="3067384" y="1319843"/>
                </a:cubicBezTo>
                <a:lnTo>
                  <a:pt x="3058319" y="1319843"/>
                </a:lnTo>
                <a:cubicBezTo>
                  <a:pt x="3057991" y="1319843"/>
                  <a:pt x="3057531" y="1319384"/>
                  <a:pt x="3057531" y="1319384"/>
                </a:cubicBezTo>
                <a:lnTo>
                  <a:pt x="3057498" y="1319326"/>
                </a:lnTo>
                <a:lnTo>
                  <a:pt x="3057384" y="1319260"/>
                </a:lnTo>
                <a:lnTo>
                  <a:pt x="3052852" y="1311378"/>
                </a:lnTo>
                <a:cubicBezTo>
                  <a:pt x="3052721" y="1311116"/>
                  <a:pt x="3052852" y="1310525"/>
                  <a:pt x="3052852" y="1310525"/>
                </a:cubicBezTo>
                <a:lnTo>
                  <a:pt x="3057384" y="1302643"/>
                </a:lnTo>
                <a:cubicBezTo>
                  <a:pt x="3057581" y="1302380"/>
                  <a:pt x="3058172" y="1302183"/>
                  <a:pt x="3058172" y="1302183"/>
                </a:cubicBezTo>
                <a:close/>
                <a:moveTo>
                  <a:pt x="2803936" y="1302183"/>
                </a:moveTo>
                <a:lnTo>
                  <a:pt x="2813001" y="1302183"/>
                </a:lnTo>
                <a:cubicBezTo>
                  <a:pt x="2813329" y="1302183"/>
                  <a:pt x="2813789" y="1302643"/>
                  <a:pt x="2813789" y="1302643"/>
                </a:cubicBezTo>
                <a:lnTo>
                  <a:pt x="2818321" y="1310525"/>
                </a:lnTo>
                <a:lnTo>
                  <a:pt x="2818321" y="1310646"/>
                </a:lnTo>
                <a:lnTo>
                  <a:pt x="2818352" y="1310700"/>
                </a:lnTo>
                <a:cubicBezTo>
                  <a:pt x="2818483" y="1310960"/>
                  <a:pt x="2818352" y="1311553"/>
                  <a:pt x="2818352" y="1311553"/>
                </a:cubicBezTo>
                <a:lnTo>
                  <a:pt x="2813820" y="1319435"/>
                </a:lnTo>
                <a:cubicBezTo>
                  <a:pt x="2813623" y="1319695"/>
                  <a:pt x="2813034" y="1319895"/>
                  <a:pt x="2813034" y="1319895"/>
                </a:cubicBezTo>
                <a:lnTo>
                  <a:pt x="2803967" y="1319895"/>
                </a:lnTo>
                <a:cubicBezTo>
                  <a:pt x="2803639" y="1319895"/>
                  <a:pt x="2803179" y="1319435"/>
                  <a:pt x="2803179" y="1319435"/>
                </a:cubicBezTo>
                <a:lnTo>
                  <a:pt x="2798648" y="1311553"/>
                </a:lnTo>
                <a:lnTo>
                  <a:pt x="2798648" y="1311436"/>
                </a:lnTo>
                <a:lnTo>
                  <a:pt x="2798615" y="1311378"/>
                </a:lnTo>
                <a:cubicBezTo>
                  <a:pt x="2798484" y="1311116"/>
                  <a:pt x="2798615" y="1310525"/>
                  <a:pt x="2798615" y="1310525"/>
                </a:cubicBezTo>
                <a:lnTo>
                  <a:pt x="2803147" y="1302643"/>
                </a:lnTo>
                <a:cubicBezTo>
                  <a:pt x="2803345" y="1302380"/>
                  <a:pt x="2803936" y="1302183"/>
                  <a:pt x="2803936" y="1302183"/>
                </a:cubicBezTo>
                <a:close/>
                <a:moveTo>
                  <a:pt x="2549517" y="1302183"/>
                </a:moveTo>
                <a:lnTo>
                  <a:pt x="2558582" y="1302183"/>
                </a:lnTo>
                <a:cubicBezTo>
                  <a:pt x="2558910" y="1302183"/>
                  <a:pt x="2559371" y="1302643"/>
                  <a:pt x="2559371" y="1302643"/>
                </a:cubicBezTo>
                <a:lnTo>
                  <a:pt x="2563904" y="1310525"/>
                </a:lnTo>
                <a:cubicBezTo>
                  <a:pt x="2564034" y="1310787"/>
                  <a:pt x="2563904" y="1311378"/>
                  <a:pt x="2563904" y="1311378"/>
                </a:cubicBezTo>
                <a:lnTo>
                  <a:pt x="2563903" y="1311380"/>
                </a:lnTo>
                <a:lnTo>
                  <a:pt x="2563903" y="1311527"/>
                </a:lnTo>
                <a:lnTo>
                  <a:pt x="2559370" y="1319409"/>
                </a:lnTo>
                <a:cubicBezTo>
                  <a:pt x="2559173" y="1319669"/>
                  <a:pt x="2558582" y="1319867"/>
                  <a:pt x="2558582" y="1319867"/>
                </a:cubicBezTo>
                <a:lnTo>
                  <a:pt x="2549516" y="1319867"/>
                </a:lnTo>
                <a:cubicBezTo>
                  <a:pt x="2549189" y="1319867"/>
                  <a:pt x="2548728" y="1319409"/>
                  <a:pt x="2548728" y="1319409"/>
                </a:cubicBezTo>
                <a:lnTo>
                  <a:pt x="2544197" y="1311527"/>
                </a:lnTo>
                <a:lnTo>
                  <a:pt x="2544197" y="1311378"/>
                </a:lnTo>
                <a:lnTo>
                  <a:pt x="2544197" y="1310672"/>
                </a:lnTo>
                <a:lnTo>
                  <a:pt x="2544197" y="1310525"/>
                </a:lnTo>
                <a:lnTo>
                  <a:pt x="2548729" y="1302643"/>
                </a:lnTo>
                <a:cubicBezTo>
                  <a:pt x="2548926" y="1302380"/>
                  <a:pt x="2549517" y="1302183"/>
                  <a:pt x="2549517" y="1302183"/>
                </a:cubicBezTo>
                <a:close/>
                <a:moveTo>
                  <a:pt x="2294987" y="1302183"/>
                </a:moveTo>
                <a:lnTo>
                  <a:pt x="2304051" y="1302183"/>
                </a:lnTo>
                <a:cubicBezTo>
                  <a:pt x="2304380" y="1302183"/>
                  <a:pt x="2304841" y="1302643"/>
                  <a:pt x="2304841" y="1302643"/>
                </a:cubicBezTo>
                <a:lnTo>
                  <a:pt x="2309372" y="1310525"/>
                </a:lnTo>
                <a:lnTo>
                  <a:pt x="2309372" y="1310561"/>
                </a:lnTo>
                <a:lnTo>
                  <a:pt x="2309400" y="1310610"/>
                </a:lnTo>
                <a:cubicBezTo>
                  <a:pt x="2309531" y="1310873"/>
                  <a:pt x="2309400" y="1311464"/>
                  <a:pt x="2309400" y="1311464"/>
                </a:cubicBezTo>
                <a:lnTo>
                  <a:pt x="2304868" y="1319346"/>
                </a:lnTo>
                <a:cubicBezTo>
                  <a:pt x="2304671" y="1319608"/>
                  <a:pt x="2304080" y="1319806"/>
                  <a:pt x="2304080" y="1319806"/>
                </a:cubicBezTo>
                <a:lnTo>
                  <a:pt x="2295015" y="1319806"/>
                </a:lnTo>
                <a:cubicBezTo>
                  <a:pt x="2294688" y="1319806"/>
                  <a:pt x="2294227" y="1319346"/>
                  <a:pt x="2294227" y="1319346"/>
                </a:cubicBezTo>
                <a:lnTo>
                  <a:pt x="2289695" y="1311464"/>
                </a:lnTo>
                <a:lnTo>
                  <a:pt x="2289695" y="1311427"/>
                </a:lnTo>
                <a:lnTo>
                  <a:pt x="2289667" y="1311378"/>
                </a:lnTo>
                <a:cubicBezTo>
                  <a:pt x="2289535" y="1311116"/>
                  <a:pt x="2289667" y="1310525"/>
                  <a:pt x="2289667" y="1310525"/>
                </a:cubicBezTo>
                <a:lnTo>
                  <a:pt x="2294200" y="1302643"/>
                </a:lnTo>
                <a:cubicBezTo>
                  <a:pt x="2294397" y="1302380"/>
                  <a:pt x="2294987" y="1302183"/>
                  <a:pt x="2294987" y="1302183"/>
                </a:cubicBezTo>
                <a:close/>
                <a:moveTo>
                  <a:pt x="2040592" y="1302183"/>
                </a:moveTo>
                <a:lnTo>
                  <a:pt x="2049655" y="1302183"/>
                </a:lnTo>
                <a:cubicBezTo>
                  <a:pt x="2049984" y="1302183"/>
                  <a:pt x="2050443" y="1302643"/>
                  <a:pt x="2050443" y="1302643"/>
                </a:cubicBezTo>
                <a:lnTo>
                  <a:pt x="2050497" y="1302737"/>
                </a:lnTo>
                <a:lnTo>
                  <a:pt x="2050531" y="1302757"/>
                </a:lnTo>
                <a:lnTo>
                  <a:pt x="2055063" y="1310638"/>
                </a:lnTo>
                <a:cubicBezTo>
                  <a:pt x="2055194" y="1310900"/>
                  <a:pt x="2055063" y="1311492"/>
                  <a:pt x="2055063" y="1311492"/>
                </a:cubicBezTo>
                <a:lnTo>
                  <a:pt x="2050531" y="1319375"/>
                </a:lnTo>
                <a:cubicBezTo>
                  <a:pt x="2050334" y="1319636"/>
                  <a:pt x="2049743" y="1319834"/>
                  <a:pt x="2049743" y="1319834"/>
                </a:cubicBezTo>
                <a:lnTo>
                  <a:pt x="2040678" y="1319834"/>
                </a:lnTo>
                <a:cubicBezTo>
                  <a:pt x="2040349" y="1319834"/>
                  <a:pt x="2039890" y="1319375"/>
                  <a:pt x="2039890" y="1319375"/>
                </a:cubicBezTo>
                <a:lnTo>
                  <a:pt x="2039835" y="1319279"/>
                </a:lnTo>
                <a:lnTo>
                  <a:pt x="2039802" y="1319260"/>
                </a:lnTo>
                <a:lnTo>
                  <a:pt x="2035271" y="1311378"/>
                </a:lnTo>
                <a:cubicBezTo>
                  <a:pt x="2035139" y="1311116"/>
                  <a:pt x="2035271" y="1310525"/>
                  <a:pt x="2035271" y="1310525"/>
                </a:cubicBezTo>
                <a:lnTo>
                  <a:pt x="2039802" y="1302643"/>
                </a:lnTo>
                <a:cubicBezTo>
                  <a:pt x="2039999" y="1302380"/>
                  <a:pt x="2040592" y="1302183"/>
                  <a:pt x="2040592" y="1302183"/>
                </a:cubicBezTo>
                <a:close/>
                <a:moveTo>
                  <a:pt x="1786176" y="1302183"/>
                </a:moveTo>
                <a:lnTo>
                  <a:pt x="1795241" y="1302183"/>
                </a:lnTo>
                <a:cubicBezTo>
                  <a:pt x="1795569" y="1302183"/>
                  <a:pt x="1796029" y="1302643"/>
                  <a:pt x="1796029" y="1302643"/>
                </a:cubicBezTo>
                <a:lnTo>
                  <a:pt x="1796094" y="1302755"/>
                </a:lnTo>
                <a:lnTo>
                  <a:pt x="1796183" y="1302807"/>
                </a:lnTo>
                <a:lnTo>
                  <a:pt x="1800715" y="1310684"/>
                </a:lnTo>
                <a:cubicBezTo>
                  <a:pt x="1800847" y="1310947"/>
                  <a:pt x="1800715" y="1311538"/>
                  <a:pt x="1800715" y="1311538"/>
                </a:cubicBezTo>
                <a:lnTo>
                  <a:pt x="1796183" y="1319421"/>
                </a:lnTo>
                <a:cubicBezTo>
                  <a:pt x="1795986" y="1319682"/>
                  <a:pt x="1795394" y="1319880"/>
                  <a:pt x="1795394" y="1319880"/>
                </a:cubicBezTo>
                <a:lnTo>
                  <a:pt x="1786331" y="1319880"/>
                </a:lnTo>
                <a:cubicBezTo>
                  <a:pt x="1786003" y="1319880"/>
                  <a:pt x="1785542" y="1319421"/>
                  <a:pt x="1785542" y="1319421"/>
                </a:cubicBezTo>
                <a:lnTo>
                  <a:pt x="1785481" y="1319314"/>
                </a:lnTo>
                <a:lnTo>
                  <a:pt x="1785388" y="1319260"/>
                </a:lnTo>
                <a:lnTo>
                  <a:pt x="1780856" y="1311378"/>
                </a:lnTo>
                <a:cubicBezTo>
                  <a:pt x="1780725" y="1311116"/>
                  <a:pt x="1780856" y="1310525"/>
                  <a:pt x="1780856" y="1310525"/>
                </a:cubicBezTo>
                <a:lnTo>
                  <a:pt x="1785388" y="1302643"/>
                </a:lnTo>
                <a:cubicBezTo>
                  <a:pt x="1785585" y="1302380"/>
                  <a:pt x="1786176" y="1302183"/>
                  <a:pt x="1786176" y="1302183"/>
                </a:cubicBezTo>
                <a:close/>
                <a:moveTo>
                  <a:pt x="1531934" y="1302183"/>
                </a:moveTo>
                <a:lnTo>
                  <a:pt x="1540997" y="1302183"/>
                </a:lnTo>
                <a:cubicBezTo>
                  <a:pt x="1541324" y="1302183"/>
                  <a:pt x="1541786" y="1302643"/>
                  <a:pt x="1541786" y="1302643"/>
                </a:cubicBezTo>
                <a:lnTo>
                  <a:pt x="1546317" y="1310525"/>
                </a:lnTo>
                <a:cubicBezTo>
                  <a:pt x="1546448" y="1310787"/>
                  <a:pt x="1546317" y="1311378"/>
                  <a:pt x="1546317" y="1311378"/>
                </a:cubicBezTo>
                <a:lnTo>
                  <a:pt x="1541786" y="1319260"/>
                </a:lnTo>
                <a:lnTo>
                  <a:pt x="1541755" y="1319279"/>
                </a:lnTo>
                <a:lnTo>
                  <a:pt x="1541704" y="1319366"/>
                </a:lnTo>
                <a:cubicBezTo>
                  <a:pt x="1541507" y="1319627"/>
                  <a:pt x="1540916" y="1319825"/>
                  <a:pt x="1540916" y="1319825"/>
                </a:cubicBezTo>
                <a:lnTo>
                  <a:pt x="1531853" y="1319825"/>
                </a:lnTo>
                <a:cubicBezTo>
                  <a:pt x="1531523" y="1319825"/>
                  <a:pt x="1531064" y="1319366"/>
                  <a:pt x="1531064" y="1319366"/>
                </a:cubicBezTo>
                <a:lnTo>
                  <a:pt x="1526532" y="1311484"/>
                </a:lnTo>
                <a:cubicBezTo>
                  <a:pt x="1526400" y="1311221"/>
                  <a:pt x="1526532" y="1310631"/>
                  <a:pt x="1526532" y="1310631"/>
                </a:cubicBezTo>
                <a:lnTo>
                  <a:pt x="1531064" y="1302749"/>
                </a:lnTo>
                <a:lnTo>
                  <a:pt x="1531096" y="1302731"/>
                </a:lnTo>
                <a:lnTo>
                  <a:pt x="1531146" y="1302643"/>
                </a:lnTo>
                <a:cubicBezTo>
                  <a:pt x="1531342" y="1302380"/>
                  <a:pt x="1531934" y="1302183"/>
                  <a:pt x="1531934" y="1302183"/>
                </a:cubicBezTo>
                <a:close/>
                <a:moveTo>
                  <a:pt x="1277368" y="1302183"/>
                </a:moveTo>
                <a:lnTo>
                  <a:pt x="1286432" y="1302183"/>
                </a:lnTo>
                <a:cubicBezTo>
                  <a:pt x="1286760" y="1302183"/>
                  <a:pt x="1287221" y="1302643"/>
                  <a:pt x="1287221" y="1302643"/>
                </a:cubicBezTo>
                <a:lnTo>
                  <a:pt x="1287260" y="1302710"/>
                </a:lnTo>
                <a:lnTo>
                  <a:pt x="1287414" y="1302800"/>
                </a:lnTo>
                <a:lnTo>
                  <a:pt x="1291946" y="1310679"/>
                </a:lnTo>
                <a:cubicBezTo>
                  <a:pt x="1292078" y="1310940"/>
                  <a:pt x="1291946" y="1311529"/>
                  <a:pt x="1291946" y="1311529"/>
                </a:cubicBezTo>
                <a:lnTo>
                  <a:pt x="1287414" y="1319412"/>
                </a:lnTo>
                <a:cubicBezTo>
                  <a:pt x="1287217" y="1319677"/>
                  <a:pt x="1286623" y="1319872"/>
                  <a:pt x="1286623" y="1319872"/>
                </a:cubicBezTo>
                <a:lnTo>
                  <a:pt x="1277559" y="1319872"/>
                </a:lnTo>
                <a:cubicBezTo>
                  <a:pt x="1277232" y="1319872"/>
                  <a:pt x="1276772" y="1319412"/>
                  <a:pt x="1276772" y="1319412"/>
                </a:cubicBezTo>
                <a:lnTo>
                  <a:pt x="1276738" y="1319352"/>
                </a:lnTo>
                <a:lnTo>
                  <a:pt x="1276579" y="1319260"/>
                </a:lnTo>
                <a:lnTo>
                  <a:pt x="1272048" y="1311378"/>
                </a:lnTo>
                <a:cubicBezTo>
                  <a:pt x="1271916" y="1311116"/>
                  <a:pt x="1272048" y="1310525"/>
                  <a:pt x="1272048" y="1310525"/>
                </a:cubicBezTo>
                <a:lnTo>
                  <a:pt x="1276579" y="1302643"/>
                </a:lnTo>
                <a:cubicBezTo>
                  <a:pt x="1276776" y="1302380"/>
                  <a:pt x="1277368" y="1302183"/>
                  <a:pt x="1277368" y="1302183"/>
                </a:cubicBezTo>
                <a:close/>
                <a:moveTo>
                  <a:pt x="1023030" y="1302183"/>
                </a:moveTo>
                <a:lnTo>
                  <a:pt x="1032094" y="1302183"/>
                </a:lnTo>
                <a:cubicBezTo>
                  <a:pt x="1032423" y="1302183"/>
                  <a:pt x="1032881" y="1302643"/>
                  <a:pt x="1032881" y="1302643"/>
                </a:cubicBezTo>
                <a:lnTo>
                  <a:pt x="1037414" y="1310525"/>
                </a:lnTo>
                <a:lnTo>
                  <a:pt x="1037414" y="1310531"/>
                </a:lnTo>
                <a:lnTo>
                  <a:pt x="1037470" y="1310628"/>
                </a:lnTo>
                <a:cubicBezTo>
                  <a:pt x="1037602" y="1310890"/>
                  <a:pt x="1037470" y="1311482"/>
                  <a:pt x="1037470" y="1311482"/>
                </a:cubicBezTo>
                <a:lnTo>
                  <a:pt x="1032940" y="1319365"/>
                </a:lnTo>
                <a:cubicBezTo>
                  <a:pt x="1032742" y="1319626"/>
                  <a:pt x="1032150" y="1319823"/>
                  <a:pt x="1032150" y="1319823"/>
                </a:cubicBezTo>
                <a:lnTo>
                  <a:pt x="1023087" y="1319823"/>
                </a:lnTo>
                <a:cubicBezTo>
                  <a:pt x="1022757" y="1319823"/>
                  <a:pt x="1022299" y="1319365"/>
                  <a:pt x="1022299" y="1319365"/>
                </a:cubicBezTo>
                <a:lnTo>
                  <a:pt x="1017766" y="1311482"/>
                </a:lnTo>
                <a:lnTo>
                  <a:pt x="1017766" y="1311477"/>
                </a:lnTo>
                <a:lnTo>
                  <a:pt x="1017709" y="1311378"/>
                </a:lnTo>
                <a:cubicBezTo>
                  <a:pt x="1017577" y="1311116"/>
                  <a:pt x="1017709" y="1310525"/>
                  <a:pt x="1017709" y="1310525"/>
                </a:cubicBezTo>
                <a:lnTo>
                  <a:pt x="1022241" y="1302643"/>
                </a:lnTo>
                <a:cubicBezTo>
                  <a:pt x="1022440" y="1302380"/>
                  <a:pt x="1023030" y="1302183"/>
                  <a:pt x="1023030" y="1302183"/>
                </a:cubicBezTo>
                <a:close/>
                <a:moveTo>
                  <a:pt x="768706" y="1302183"/>
                </a:moveTo>
                <a:lnTo>
                  <a:pt x="777768" y="1302183"/>
                </a:lnTo>
                <a:cubicBezTo>
                  <a:pt x="778098" y="1302183"/>
                  <a:pt x="778557" y="1302643"/>
                  <a:pt x="778557" y="1302643"/>
                </a:cubicBezTo>
                <a:lnTo>
                  <a:pt x="783089" y="1310525"/>
                </a:lnTo>
                <a:cubicBezTo>
                  <a:pt x="783221" y="1310787"/>
                  <a:pt x="783089" y="1311378"/>
                  <a:pt x="783089" y="1311378"/>
                </a:cubicBezTo>
                <a:lnTo>
                  <a:pt x="778557" y="1319260"/>
                </a:lnTo>
                <a:lnTo>
                  <a:pt x="778437" y="1319330"/>
                </a:lnTo>
                <a:lnTo>
                  <a:pt x="778434" y="1319335"/>
                </a:lnTo>
                <a:cubicBezTo>
                  <a:pt x="778237" y="1319598"/>
                  <a:pt x="777646" y="1319795"/>
                  <a:pt x="777646" y="1319795"/>
                </a:cubicBezTo>
                <a:lnTo>
                  <a:pt x="768582" y="1319795"/>
                </a:lnTo>
                <a:cubicBezTo>
                  <a:pt x="768254" y="1319795"/>
                  <a:pt x="767794" y="1319335"/>
                  <a:pt x="767794" y="1319335"/>
                </a:cubicBezTo>
                <a:lnTo>
                  <a:pt x="763263" y="1311453"/>
                </a:lnTo>
                <a:cubicBezTo>
                  <a:pt x="763130" y="1311190"/>
                  <a:pt x="763263" y="1310600"/>
                  <a:pt x="763263" y="1310600"/>
                </a:cubicBezTo>
                <a:lnTo>
                  <a:pt x="767794" y="1302720"/>
                </a:lnTo>
                <a:lnTo>
                  <a:pt x="767914" y="1302650"/>
                </a:lnTo>
                <a:lnTo>
                  <a:pt x="767918" y="1302643"/>
                </a:lnTo>
                <a:cubicBezTo>
                  <a:pt x="768115" y="1302380"/>
                  <a:pt x="768706" y="1302183"/>
                  <a:pt x="768706" y="1302183"/>
                </a:cubicBezTo>
                <a:close/>
                <a:moveTo>
                  <a:pt x="514300" y="1302183"/>
                </a:moveTo>
                <a:lnTo>
                  <a:pt x="523364" y="1302183"/>
                </a:lnTo>
                <a:cubicBezTo>
                  <a:pt x="523692" y="1302183"/>
                  <a:pt x="524152" y="1302643"/>
                  <a:pt x="524152" y="1302643"/>
                </a:cubicBezTo>
                <a:lnTo>
                  <a:pt x="528684" y="1310525"/>
                </a:lnTo>
                <a:lnTo>
                  <a:pt x="528684" y="1310570"/>
                </a:lnTo>
                <a:lnTo>
                  <a:pt x="528749" y="1310683"/>
                </a:lnTo>
                <a:cubicBezTo>
                  <a:pt x="528881" y="1310946"/>
                  <a:pt x="528749" y="1311538"/>
                  <a:pt x="528749" y="1311538"/>
                </a:cubicBezTo>
                <a:lnTo>
                  <a:pt x="524218" y="1319418"/>
                </a:lnTo>
                <a:cubicBezTo>
                  <a:pt x="524021" y="1319679"/>
                  <a:pt x="523429" y="1319878"/>
                  <a:pt x="523429" y="1319878"/>
                </a:cubicBezTo>
                <a:lnTo>
                  <a:pt x="514366" y="1319878"/>
                </a:lnTo>
                <a:cubicBezTo>
                  <a:pt x="514037" y="1319878"/>
                  <a:pt x="513578" y="1319418"/>
                  <a:pt x="513578" y="1319418"/>
                </a:cubicBezTo>
                <a:lnTo>
                  <a:pt x="509045" y="1311538"/>
                </a:lnTo>
                <a:lnTo>
                  <a:pt x="509045" y="1311493"/>
                </a:lnTo>
                <a:lnTo>
                  <a:pt x="508979" y="1311378"/>
                </a:lnTo>
                <a:cubicBezTo>
                  <a:pt x="508847" y="1311116"/>
                  <a:pt x="508979" y="1310525"/>
                  <a:pt x="508979" y="1310525"/>
                </a:cubicBezTo>
                <a:lnTo>
                  <a:pt x="513512" y="1302643"/>
                </a:lnTo>
                <a:cubicBezTo>
                  <a:pt x="513709" y="1302380"/>
                  <a:pt x="514300" y="1302183"/>
                  <a:pt x="514300" y="1302183"/>
                </a:cubicBezTo>
                <a:close/>
                <a:moveTo>
                  <a:pt x="259798" y="1302183"/>
                </a:moveTo>
                <a:lnTo>
                  <a:pt x="268861" y="1302183"/>
                </a:lnTo>
                <a:cubicBezTo>
                  <a:pt x="269190" y="1302183"/>
                  <a:pt x="269650" y="1302643"/>
                  <a:pt x="269650" y="1302643"/>
                </a:cubicBezTo>
                <a:lnTo>
                  <a:pt x="274181" y="1310525"/>
                </a:lnTo>
                <a:lnTo>
                  <a:pt x="274181" y="1310553"/>
                </a:lnTo>
                <a:lnTo>
                  <a:pt x="274208" y="1310600"/>
                </a:lnTo>
                <a:cubicBezTo>
                  <a:pt x="274339" y="1310863"/>
                  <a:pt x="274208" y="1311454"/>
                  <a:pt x="274208" y="1311454"/>
                </a:cubicBezTo>
                <a:lnTo>
                  <a:pt x="269676" y="1319336"/>
                </a:lnTo>
                <a:cubicBezTo>
                  <a:pt x="269479" y="1319599"/>
                  <a:pt x="268888" y="1319796"/>
                  <a:pt x="268888" y="1319796"/>
                </a:cubicBezTo>
                <a:lnTo>
                  <a:pt x="259824" y="1319796"/>
                </a:lnTo>
                <a:cubicBezTo>
                  <a:pt x="259495" y="1319796"/>
                  <a:pt x="259035" y="1319336"/>
                  <a:pt x="259035" y="1319336"/>
                </a:cubicBezTo>
                <a:lnTo>
                  <a:pt x="254503" y="1311454"/>
                </a:lnTo>
                <a:lnTo>
                  <a:pt x="254503" y="1311423"/>
                </a:lnTo>
                <a:lnTo>
                  <a:pt x="254477" y="1311378"/>
                </a:lnTo>
                <a:cubicBezTo>
                  <a:pt x="254345" y="1311116"/>
                  <a:pt x="254477" y="1310525"/>
                  <a:pt x="254477" y="1310525"/>
                </a:cubicBezTo>
                <a:lnTo>
                  <a:pt x="259008" y="1302643"/>
                </a:lnTo>
                <a:cubicBezTo>
                  <a:pt x="259206" y="1302380"/>
                  <a:pt x="259798" y="1302183"/>
                  <a:pt x="259798" y="1302183"/>
                </a:cubicBezTo>
                <a:close/>
                <a:moveTo>
                  <a:pt x="5551" y="1302183"/>
                </a:moveTo>
                <a:lnTo>
                  <a:pt x="14613" y="1302183"/>
                </a:lnTo>
                <a:cubicBezTo>
                  <a:pt x="14943" y="1302183"/>
                  <a:pt x="15401" y="1302643"/>
                  <a:pt x="15401" y="1302643"/>
                </a:cubicBezTo>
                <a:lnTo>
                  <a:pt x="19933" y="1310525"/>
                </a:lnTo>
                <a:lnTo>
                  <a:pt x="19933" y="1310575"/>
                </a:lnTo>
                <a:lnTo>
                  <a:pt x="19994" y="1310681"/>
                </a:lnTo>
                <a:cubicBezTo>
                  <a:pt x="20125" y="1310943"/>
                  <a:pt x="19994" y="1311534"/>
                  <a:pt x="19994" y="1311534"/>
                </a:cubicBezTo>
                <a:lnTo>
                  <a:pt x="15462" y="1319415"/>
                </a:lnTo>
                <a:cubicBezTo>
                  <a:pt x="15265" y="1319678"/>
                  <a:pt x="14674" y="1319877"/>
                  <a:pt x="14674" y="1319877"/>
                </a:cubicBezTo>
                <a:lnTo>
                  <a:pt x="5610" y="1319877"/>
                </a:lnTo>
                <a:cubicBezTo>
                  <a:pt x="5281" y="1319877"/>
                  <a:pt x="4821" y="1319415"/>
                  <a:pt x="4821" y="1319415"/>
                </a:cubicBezTo>
                <a:lnTo>
                  <a:pt x="289" y="1311534"/>
                </a:lnTo>
                <a:lnTo>
                  <a:pt x="289" y="1311481"/>
                </a:lnTo>
                <a:lnTo>
                  <a:pt x="230" y="1311378"/>
                </a:lnTo>
                <a:cubicBezTo>
                  <a:pt x="98" y="1311116"/>
                  <a:pt x="230" y="1310525"/>
                  <a:pt x="230" y="1310525"/>
                </a:cubicBezTo>
                <a:lnTo>
                  <a:pt x="4761" y="1302643"/>
                </a:lnTo>
                <a:cubicBezTo>
                  <a:pt x="4958" y="1302380"/>
                  <a:pt x="5551" y="1302183"/>
                  <a:pt x="5551" y="1302183"/>
                </a:cubicBezTo>
                <a:close/>
                <a:moveTo>
                  <a:pt x="8654892" y="1085274"/>
                </a:moveTo>
                <a:lnTo>
                  <a:pt x="8663955" y="1085274"/>
                </a:lnTo>
                <a:cubicBezTo>
                  <a:pt x="8664285" y="1085274"/>
                  <a:pt x="8664744" y="1085734"/>
                  <a:pt x="8664744" y="1085734"/>
                </a:cubicBezTo>
                <a:lnTo>
                  <a:pt x="8669277" y="1093612"/>
                </a:lnTo>
                <a:cubicBezTo>
                  <a:pt x="8669408" y="1093878"/>
                  <a:pt x="8669277" y="1094466"/>
                  <a:pt x="8669277" y="1094466"/>
                </a:cubicBezTo>
                <a:lnTo>
                  <a:pt x="8664744" y="1102352"/>
                </a:lnTo>
                <a:cubicBezTo>
                  <a:pt x="8664548" y="1102613"/>
                  <a:pt x="8663955" y="1102808"/>
                  <a:pt x="8663955" y="1102808"/>
                </a:cubicBezTo>
                <a:lnTo>
                  <a:pt x="8654892" y="1102808"/>
                </a:lnTo>
                <a:cubicBezTo>
                  <a:pt x="8654565" y="1102808"/>
                  <a:pt x="8654104" y="1102352"/>
                  <a:pt x="8654104" y="1102352"/>
                </a:cubicBezTo>
                <a:lnTo>
                  <a:pt x="8649572" y="1094466"/>
                </a:lnTo>
                <a:cubicBezTo>
                  <a:pt x="8649441" y="1094203"/>
                  <a:pt x="8649572" y="1093612"/>
                  <a:pt x="8649572" y="1093612"/>
                </a:cubicBezTo>
                <a:lnTo>
                  <a:pt x="8654104" y="1085734"/>
                </a:lnTo>
                <a:cubicBezTo>
                  <a:pt x="8654301" y="1085474"/>
                  <a:pt x="8654892" y="1085274"/>
                  <a:pt x="8654892" y="1085274"/>
                </a:cubicBezTo>
                <a:close/>
                <a:moveTo>
                  <a:pt x="9163654" y="1085272"/>
                </a:moveTo>
                <a:lnTo>
                  <a:pt x="9172718" y="1085272"/>
                </a:lnTo>
                <a:cubicBezTo>
                  <a:pt x="9173046" y="1085272"/>
                  <a:pt x="9173506" y="1085732"/>
                  <a:pt x="9173506" y="1085732"/>
                </a:cubicBezTo>
                <a:lnTo>
                  <a:pt x="9178038" y="1093612"/>
                </a:lnTo>
                <a:cubicBezTo>
                  <a:pt x="9178169" y="1093874"/>
                  <a:pt x="9178038" y="1094466"/>
                  <a:pt x="9178038" y="1094466"/>
                </a:cubicBezTo>
                <a:lnTo>
                  <a:pt x="9173506" y="1102352"/>
                </a:lnTo>
                <a:cubicBezTo>
                  <a:pt x="9173309" y="1102612"/>
                  <a:pt x="9172718" y="1102808"/>
                  <a:pt x="9172718" y="1102808"/>
                </a:cubicBezTo>
                <a:lnTo>
                  <a:pt x="9163654" y="1102808"/>
                </a:lnTo>
                <a:cubicBezTo>
                  <a:pt x="9163326" y="1102808"/>
                  <a:pt x="9162866" y="1102352"/>
                  <a:pt x="9162866" y="1102352"/>
                </a:cubicBezTo>
                <a:lnTo>
                  <a:pt x="9158333" y="1094466"/>
                </a:lnTo>
                <a:cubicBezTo>
                  <a:pt x="9158202" y="1094201"/>
                  <a:pt x="9158333" y="1093612"/>
                  <a:pt x="9158333" y="1093612"/>
                </a:cubicBezTo>
                <a:lnTo>
                  <a:pt x="9162866" y="1085732"/>
                </a:lnTo>
                <a:cubicBezTo>
                  <a:pt x="9163062" y="1085474"/>
                  <a:pt x="9163654" y="1085272"/>
                  <a:pt x="9163654" y="1085272"/>
                </a:cubicBezTo>
                <a:close/>
                <a:moveTo>
                  <a:pt x="8400511" y="1085269"/>
                </a:moveTo>
                <a:lnTo>
                  <a:pt x="8409575" y="1085269"/>
                </a:lnTo>
                <a:cubicBezTo>
                  <a:pt x="8409904" y="1085269"/>
                  <a:pt x="8410363" y="1085729"/>
                  <a:pt x="8410363" y="1085729"/>
                </a:cubicBezTo>
                <a:lnTo>
                  <a:pt x="8414896" y="1093607"/>
                </a:lnTo>
                <a:cubicBezTo>
                  <a:pt x="8415027" y="1093868"/>
                  <a:pt x="8414896" y="1094461"/>
                  <a:pt x="8414896" y="1094461"/>
                </a:cubicBezTo>
                <a:lnTo>
                  <a:pt x="8410363" y="1102344"/>
                </a:lnTo>
                <a:cubicBezTo>
                  <a:pt x="8410166" y="1102606"/>
                  <a:pt x="8409575" y="1102805"/>
                  <a:pt x="8409575" y="1102805"/>
                </a:cubicBezTo>
                <a:lnTo>
                  <a:pt x="8400511" y="1102805"/>
                </a:lnTo>
                <a:cubicBezTo>
                  <a:pt x="8400184" y="1102805"/>
                  <a:pt x="8399723" y="1102344"/>
                  <a:pt x="8399723" y="1102344"/>
                </a:cubicBezTo>
                <a:lnTo>
                  <a:pt x="8395191" y="1094461"/>
                </a:lnTo>
                <a:cubicBezTo>
                  <a:pt x="8395060" y="1094200"/>
                  <a:pt x="8395191" y="1093607"/>
                  <a:pt x="8395191" y="1093607"/>
                </a:cubicBezTo>
                <a:lnTo>
                  <a:pt x="8399723" y="1085729"/>
                </a:lnTo>
                <a:cubicBezTo>
                  <a:pt x="8399920" y="1085466"/>
                  <a:pt x="8400511" y="1085269"/>
                  <a:pt x="8400511" y="1085269"/>
                </a:cubicBezTo>
                <a:close/>
                <a:moveTo>
                  <a:pt x="8909274" y="1085268"/>
                </a:moveTo>
                <a:lnTo>
                  <a:pt x="8918336" y="1085268"/>
                </a:lnTo>
                <a:cubicBezTo>
                  <a:pt x="8918666" y="1085268"/>
                  <a:pt x="8919125" y="1085725"/>
                  <a:pt x="8919125" y="1085725"/>
                </a:cubicBezTo>
                <a:lnTo>
                  <a:pt x="8923657" y="1093605"/>
                </a:lnTo>
                <a:cubicBezTo>
                  <a:pt x="8923789" y="1093865"/>
                  <a:pt x="8923657" y="1094457"/>
                  <a:pt x="8923657" y="1094457"/>
                </a:cubicBezTo>
                <a:lnTo>
                  <a:pt x="8919125" y="1102342"/>
                </a:lnTo>
                <a:cubicBezTo>
                  <a:pt x="8918928" y="1102605"/>
                  <a:pt x="8918336" y="1102798"/>
                  <a:pt x="8918336" y="1102798"/>
                </a:cubicBezTo>
                <a:lnTo>
                  <a:pt x="8909274" y="1102798"/>
                </a:lnTo>
                <a:cubicBezTo>
                  <a:pt x="8908945" y="1102798"/>
                  <a:pt x="8908484" y="1102342"/>
                  <a:pt x="8908484" y="1102342"/>
                </a:cubicBezTo>
                <a:lnTo>
                  <a:pt x="8903953" y="1094457"/>
                </a:lnTo>
                <a:cubicBezTo>
                  <a:pt x="8903821" y="1094193"/>
                  <a:pt x="8903953" y="1093605"/>
                  <a:pt x="8903953" y="1093605"/>
                </a:cubicBezTo>
                <a:lnTo>
                  <a:pt x="8908484" y="1085725"/>
                </a:lnTo>
                <a:cubicBezTo>
                  <a:pt x="8908681" y="1085460"/>
                  <a:pt x="8909274" y="1085268"/>
                  <a:pt x="8909274" y="1085268"/>
                </a:cubicBezTo>
                <a:close/>
                <a:moveTo>
                  <a:pt x="8146065" y="1085268"/>
                </a:moveTo>
                <a:lnTo>
                  <a:pt x="8155129" y="1085268"/>
                </a:lnTo>
                <a:cubicBezTo>
                  <a:pt x="8155458" y="1085268"/>
                  <a:pt x="8155917" y="1085725"/>
                  <a:pt x="8155917" y="1085725"/>
                </a:cubicBezTo>
                <a:lnTo>
                  <a:pt x="8160449" y="1093605"/>
                </a:lnTo>
                <a:cubicBezTo>
                  <a:pt x="8160580" y="1093865"/>
                  <a:pt x="8160449" y="1094457"/>
                  <a:pt x="8160449" y="1094457"/>
                </a:cubicBezTo>
                <a:lnTo>
                  <a:pt x="8155917" y="1102342"/>
                </a:lnTo>
                <a:cubicBezTo>
                  <a:pt x="8155719" y="1102605"/>
                  <a:pt x="8155129" y="1102798"/>
                  <a:pt x="8155129" y="1102798"/>
                </a:cubicBezTo>
                <a:lnTo>
                  <a:pt x="8146065" y="1102798"/>
                </a:lnTo>
                <a:cubicBezTo>
                  <a:pt x="8145737" y="1102798"/>
                  <a:pt x="8145277" y="1102342"/>
                  <a:pt x="8145277" y="1102342"/>
                </a:cubicBezTo>
                <a:lnTo>
                  <a:pt x="8140745" y="1094457"/>
                </a:lnTo>
                <a:cubicBezTo>
                  <a:pt x="8140613" y="1094193"/>
                  <a:pt x="8140745" y="1093605"/>
                  <a:pt x="8140745" y="1093605"/>
                </a:cubicBezTo>
                <a:lnTo>
                  <a:pt x="8145277" y="1085725"/>
                </a:lnTo>
                <a:cubicBezTo>
                  <a:pt x="8145474" y="1085463"/>
                  <a:pt x="8146065" y="1085268"/>
                  <a:pt x="8146065" y="1085268"/>
                </a:cubicBezTo>
                <a:close/>
                <a:moveTo>
                  <a:pt x="6110888" y="1085268"/>
                </a:moveTo>
                <a:lnTo>
                  <a:pt x="6119953" y="1085268"/>
                </a:lnTo>
                <a:cubicBezTo>
                  <a:pt x="6120280" y="1085268"/>
                  <a:pt x="6120740" y="1085726"/>
                  <a:pt x="6120740" y="1085726"/>
                </a:cubicBezTo>
                <a:lnTo>
                  <a:pt x="6125272" y="1093606"/>
                </a:lnTo>
                <a:cubicBezTo>
                  <a:pt x="6125403" y="1093868"/>
                  <a:pt x="6125272" y="1094457"/>
                  <a:pt x="6125272" y="1094457"/>
                </a:cubicBezTo>
                <a:lnTo>
                  <a:pt x="6120740" y="1102344"/>
                </a:lnTo>
                <a:cubicBezTo>
                  <a:pt x="6120543" y="1102605"/>
                  <a:pt x="6119953" y="1102798"/>
                  <a:pt x="6119953" y="1102798"/>
                </a:cubicBezTo>
                <a:lnTo>
                  <a:pt x="6110888" y="1102798"/>
                </a:lnTo>
                <a:cubicBezTo>
                  <a:pt x="6110560" y="1102798"/>
                  <a:pt x="6110101" y="1102344"/>
                  <a:pt x="6110101" y="1102344"/>
                </a:cubicBezTo>
                <a:lnTo>
                  <a:pt x="6105567" y="1094457"/>
                </a:lnTo>
                <a:cubicBezTo>
                  <a:pt x="6105436" y="1094198"/>
                  <a:pt x="6105567" y="1093606"/>
                  <a:pt x="6105567" y="1093606"/>
                </a:cubicBezTo>
                <a:lnTo>
                  <a:pt x="6110101" y="1085726"/>
                </a:lnTo>
                <a:cubicBezTo>
                  <a:pt x="6110296" y="1085463"/>
                  <a:pt x="6110888" y="1085268"/>
                  <a:pt x="6110888" y="1085268"/>
                </a:cubicBezTo>
                <a:close/>
                <a:moveTo>
                  <a:pt x="4838919" y="1085268"/>
                </a:moveTo>
                <a:lnTo>
                  <a:pt x="4847982" y="1085268"/>
                </a:lnTo>
                <a:cubicBezTo>
                  <a:pt x="4848311" y="1085268"/>
                  <a:pt x="4848772" y="1085726"/>
                  <a:pt x="4848772" y="1085726"/>
                </a:cubicBezTo>
                <a:lnTo>
                  <a:pt x="4853303" y="1093606"/>
                </a:lnTo>
                <a:cubicBezTo>
                  <a:pt x="4853435" y="1093868"/>
                  <a:pt x="4853303" y="1094457"/>
                  <a:pt x="4853303" y="1094457"/>
                </a:cubicBezTo>
                <a:lnTo>
                  <a:pt x="4848772" y="1102344"/>
                </a:lnTo>
                <a:cubicBezTo>
                  <a:pt x="4848575" y="1102605"/>
                  <a:pt x="4847982" y="1102798"/>
                  <a:pt x="4847982" y="1102798"/>
                </a:cubicBezTo>
                <a:lnTo>
                  <a:pt x="4838919" y="1102798"/>
                </a:lnTo>
                <a:cubicBezTo>
                  <a:pt x="4838590" y="1102798"/>
                  <a:pt x="4838132" y="1102344"/>
                  <a:pt x="4838132" y="1102344"/>
                </a:cubicBezTo>
                <a:lnTo>
                  <a:pt x="4833598" y="1094457"/>
                </a:lnTo>
                <a:cubicBezTo>
                  <a:pt x="4833467" y="1094198"/>
                  <a:pt x="4833598" y="1093606"/>
                  <a:pt x="4833598" y="1093606"/>
                </a:cubicBezTo>
                <a:lnTo>
                  <a:pt x="4838132" y="1085726"/>
                </a:lnTo>
                <a:cubicBezTo>
                  <a:pt x="4838328" y="1085463"/>
                  <a:pt x="4838919" y="1085268"/>
                  <a:pt x="4838919" y="1085268"/>
                </a:cubicBezTo>
                <a:close/>
                <a:moveTo>
                  <a:pt x="6365334" y="1085264"/>
                </a:moveTo>
                <a:lnTo>
                  <a:pt x="6374397" y="1085264"/>
                </a:lnTo>
                <a:cubicBezTo>
                  <a:pt x="6374727" y="1085264"/>
                  <a:pt x="6375186" y="1085722"/>
                  <a:pt x="6375186" y="1085722"/>
                </a:cubicBezTo>
                <a:lnTo>
                  <a:pt x="6379718" y="1093602"/>
                </a:lnTo>
                <a:cubicBezTo>
                  <a:pt x="6379849" y="1093865"/>
                  <a:pt x="6379718" y="1094457"/>
                  <a:pt x="6379718" y="1094457"/>
                </a:cubicBezTo>
                <a:lnTo>
                  <a:pt x="6375186" y="1102338"/>
                </a:lnTo>
                <a:cubicBezTo>
                  <a:pt x="6374988" y="1102601"/>
                  <a:pt x="6374397" y="1102798"/>
                  <a:pt x="6374397" y="1102798"/>
                </a:cubicBezTo>
                <a:lnTo>
                  <a:pt x="6365334" y="1102798"/>
                </a:lnTo>
                <a:cubicBezTo>
                  <a:pt x="6365005" y="1102798"/>
                  <a:pt x="6364546" y="1102338"/>
                  <a:pt x="6364546" y="1102338"/>
                </a:cubicBezTo>
                <a:lnTo>
                  <a:pt x="6360014" y="1094457"/>
                </a:lnTo>
                <a:cubicBezTo>
                  <a:pt x="6359882" y="1094190"/>
                  <a:pt x="6360014" y="1093602"/>
                  <a:pt x="6360014" y="1093602"/>
                </a:cubicBezTo>
                <a:lnTo>
                  <a:pt x="6364546" y="1085722"/>
                </a:lnTo>
                <a:cubicBezTo>
                  <a:pt x="6364743" y="1085460"/>
                  <a:pt x="6365334" y="1085264"/>
                  <a:pt x="6365334" y="1085264"/>
                </a:cubicBezTo>
                <a:close/>
                <a:moveTo>
                  <a:pt x="5856508" y="1085257"/>
                </a:moveTo>
                <a:lnTo>
                  <a:pt x="5865571" y="1085257"/>
                </a:lnTo>
                <a:cubicBezTo>
                  <a:pt x="5865900" y="1085257"/>
                  <a:pt x="5866359" y="1085719"/>
                  <a:pt x="5866359" y="1085719"/>
                </a:cubicBezTo>
                <a:lnTo>
                  <a:pt x="5870891" y="1093595"/>
                </a:lnTo>
                <a:cubicBezTo>
                  <a:pt x="5871023" y="1093860"/>
                  <a:pt x="5870891" y="1094447"/>
                  <a:pt x="5870891" y="1094447"/>
                </a:cubicBezTo>
                <a:lnTo>
                  <a:pt x="5866359" y="1102333"/>
                </a:lnTo>
                <a:cubicBezTo>
                  <a:pt x="5866163" y="1102594"/>
                  <a:pt x="5865571" y="1102792"/>
                  <a:pt x="5865571" y="1102792"/>
                </a:cubicBezTo>
                <a:lnTo>
                  <a:pt x="5856508" y="1102792"/>
                </a:lnTo>
                <a:cubicBezTo>
                  <a:pt x="5856178" y="1102792"/>
                  <a:pt x="5855720" y="1102333"/>
                  <a:pt x="5855720" y="1102333"/>
                </a:cubicBezTo>
                <a:lnTo>
                  <a:pt x="5851187" y="1094447"/>
                </a:lnTo>
                <a:cubicBezTo>
                  <a:pt x="5851055" y="1094187"/>
                  <a:pt x="5851187" y="1093595"/>
                  <a:pt x="5851187" y="1093595"/>
                </a:cubicBezTo>
                <a:lnTo>
                  <a:pt x="5855720" y="1085719"/>
                </a:lnTo>
                <a:cubicBezTo>
                  <a:pt x="5855916" y="1085453"/>
                  <a:pt x="5856508" y="1085257"/>
                  <a:pt x="5856508" y="1085257"/>
                </a:cubicBezTo>
                <a:close/>
                <a:moveTo>
                  <a:pt x="7128477" y="1085248"/>
                </a:moveTo>
                <a:lnTo>
                  <a:pt x="7137540" y="1085248"/>
                </a:lnTo>
                <a:cubicBezTo>
                  <a:pt x="7137869" y="1085248"/>
                  <a:pt x="7138328" y="1085710"/>
                  <a:pt x="7138328" y="1085710"/>
                </a:cubicBezTo>
                <a:lnTo>
                  <a:pt x="7142860" y="1093589"/>
                </a:lnTo>
                <a:cubicBezTo>
                  <a:pt x="7142992" y="1093852"/>
                  <a:pt x="7142860" y="1094441"/>
                  <a:pt x="7142860" y="1094441"/>
                </a:cubicBezTo>
                <a:lnTo>
                  <a:pt x="7138328" y="1102324"/>
                </a:lnTo>
                <a:cubicBezTo>
                  <a:pt x="7138131" y="1102589"/>
                  <a:pt x="7137540" y="1102787"/>
                  <a:pt x="7137540" y="1102787"/>
                </a:cubicBezTo>
                <a:lnTo>
                  <a:pt x="7128477" y="1102787"/>
                </a:lnTo>
                <a:cubicBezTo>
                  <a:pt x="7128148" y="1102787"/>
                  <a:pt x="7127689" y="1102324"/>
                  <a:pt x="7127689" y="1102324"/>
                </a:cubicBezTo>
                <a:lnTo>
                  <a:pt x="7123156" y="1094441"/>
                </a:lnTo>
                <a:cubicBezTo>
                  <a:pt x="7123024" y="1094180"/>
                  <a:pt x="7123156" y="1093589"/>
                  <a:pt x="7123156" y="1093589"/>
                </a:cubicBezTo>
                <a:lnTo>
                  <a:pt x="7127689" y="1085710"/>
                </a:lnTo>
                <a:cubicBezTo>
                  <a:pt x="7127885" y="1085445"/>
                  <a:pt x="7128477" y="1085248"/>
                  <a:pt x="7128477" y="1085248"/>
                </a:cubicBezTo>
                <a:close/>
                <a:moveTo>
                  <a:pt x="5093300" y="1085248"/>
                </a:moveTo>
                <a:lnTo>
                  <a:pt x="5102364" y="1085248"/>
                </a:lnTo>
                <a:cubicBezTo>
                  <a:pt x="5102693" y="1085248"/>
                  <a:pt x="5103153" y="1085710"/>
                  <a:pt x="5103153" y="1085710"/>
                </a:cubicBezTo>
                <a:lnTo>
                  <a:pt x="5107684" y="1093589"/>
                </a:lnTo>
                <a:cubicBezTo>
                  <a:pt x="5107815" y="1093852"/>
                  <a:pt x="5107684" y="1094441"/>
                  <a:pt x="5107684" y="1094441"/>
                </a:cubicBezTo>
                <a:lnTo>
                  <a:pt x="5103153" y="1102324"/>
                </a:lnTo>
                <a:cubicBezTo>
                  <a:pt x="5102955" y="1102589"/>
                  <a:pt x="5102364" y="1102787"/>
                  <a:pt x="5102364" y="1102787"/>
                </a:cubicBezTo>
                <a:lnTo>
                  <a:pt x="5093300" y="1102787"/>
                </a:lnTo>
                <a:cubicBezTo>
                  <a:pt x="5092972" y="1102787"/>
                  <a:pt x="5092512" y="1102324"/>
                  <a:pt x="5092512" y="1102324"/>
                </a:cubicBezTo>
                <a:lnTo>
                  <a:pt x="5087979" y="1094441"/>
                </a:lnTo>
                <a:cubicBezTo>
                  <a:pt x="5087848" y="1094180"/>
                  <a:pt x="5087979" y="1093589"/>
                  <a:pt x="5087979" y="1093589"/>
                </a:cubicBezTo>
                <a:lnTo>
                  <a:pt x="5092512" y="1085710"/>
                </a:lnTo>
                <a:cubicBezTo>
                  <a:pt x="5092708" y="1085445"/>
                  <a:pt x="5093300" y="1085248"/>
                  <a:pt x="5093300" y="1085248"/>
                </a:cubicBezTo>
                <a:close/>
                <a:moveTo>
                  <a:pt x="6874095" y="1085241"/>
                </a:moveTo>
                <a:lnTo>
                  <a:pt x="6883159" y="1085241"/>
                </a:lnTo>
                <a:cubicBezTo>
                  <a:pt x="6883488" y="1085241"/>
                  <a:pt x="6883947" y="1085700"/>
                  <a:pt x="6883947" y="1085700"/>
                </a:cubicBezTo>
                <a:lnTo>
                  <a:pt x="6888480" y="1093579"/>
                </a:lnTo>
                <a:cubicBezTo>
                  <a:pt x="6888611" y="1093842"/>
                  <a:pt x="6888480" y="1094434"/>
                  <a:pt x="6888480" y="1094434"/>
                </a:cubicBezTo>
                <a:lnTo>
                  <a:pt x="6883947" y="1102318"/>
                </a:lnTo>
                <a:cubicBezTo>
                  <a:pt x="6883751" y="1102581"/>
                  <a:pt x="6883159" y="1102777"/>
                  <a:pt x="6883159" y="1102777"/>
                </a:cubicBezTo>
                <a:lnTo>
                  <a:pt x="6874095" y="1102777"/>
                </a:lnTo>
                <a:cubicBezTo>
                  <a:pt x="6873768" y="1102777"/>
                  <a:pt x="6873307" y="1102318"/>
                  <a:pt x="6873307" y="1102318"/>
                </a:cubicBezTo>
                <a:lnTo>
                  <a:pt x="6868775" y="1094434"/>
                </a:lnTo>
                <a:cubicBezTo>
                  <a:pt x="6868644" y="1094172"/>
                  <a:pt x="6868775" y="1093579"/>
                  <a:pt x="6868775" y="1093579"/>
                </a:cubicBezTo>
                <a:lnTo>
                  <a:pt x="6873307" y="1085700"/>
                </a:lnTo>
                <a:cubicBezTo>
                  <a:pt x="6873504" y="1085437"/>
                  <a:pt x="6874095" y="1085241"/>
                  <a:pt x="6874095" y="1085241"/>
                </a:cubicBezTo>
                <a:close/>
                <a:moveTo>
                  <a:pt x="4584538" y="1085241"/>
                </a:moveTo>
                <a:lnTo>
                  <a:pt x="4593603" y="1085241"/>
                </a:lnTo>
                <a:cubicBezTo>
                  <a:pt x="4593932" y="1085241"/>
                  <a:pt x="4594390" y="1085700"/>
                  <a:pt x="4594390" y="1085700"/>
                </a:cubicBezTo>
                <a:lnTo>
                  <a:pt x="4598922" y="1093582"/>
                </a:lnTo>
                <a:cubicBezTo>
                  <a:pt x="4599054" y="1093842"/>
                  <a:pt x="4598922" y="1094434"/>
                  <a:pt x="4598922" y="1094434"/>
                </a:cubicBezTo>
                <a:lnTo>
                  <a:pt x="4594390" y="1102318"/>
                </a:lnTo>
                <a:cubicBezTo>
                  <a:pt x="4594193" y="1102581"/>
                  <a:pt x="4593603" y="1102777"/>
                  <a:pt x="4593603" y="1102777"/>
                </a:cubicBezTo>
                <a:lnTo>
                  <a:pt x="4584538" y="1102777"/>
                </a:lnTo>
                <a:cubicBezTo>
                  <a:pt x="4584210" y="1102777"/>
                  <a:pt x="4583749" y="1102318"/>
                  <a:pt x="4583749" y="1102318"/>
                </a:cubicBezTo>
                <a:lnTo>
                  <a:pt x="4579218" y="1094434"/>
                </a:lnTo>
                <a:cubicBezTo>
                  <a:pt x="4579087" y="1094173"/>
                  <a:pt x="4579218" y="1093582"/>
                  <a:pt x="4579218" y="1093582"/>
                </a:cubicBezTo>
                <a:lnTo>
                  <a:pt x="4583749" y="1085700"/>
                </a:lnTo>
                <a:cubicBezTo>
                  <a:pt x="4583948" y="1085440"/>
                  <a:pt x="4584538" y="1085241"/>
                  <a:pt x="4584538" y="1085241"/>
                </a:cubicBezTo>
                <a:close/>
                <a:moveTo>
                  <a:pt x="6619714" y="1085236"/>
                </a:moveTo>
                <a:lnTo>
                  <a:pt x="6628778" y="1085236"/>
                </a:lnTo>
                <a:cubicBezTo>
                  <a:pt x="6629107" y="1085236"/>
                  <a:pt x="6629566" y="1085695"/>
                  <a:pt x="6629566" y="1085695"/>
                </a:cubicBezTo>
                <a:lnTo>
                  <a:pt x="6634099" y="1093574"/>
                </a:lnTo>
                <a:cubicBezTo>
                  <a:pt x="6634230" y="1093837"/>
                  <a:pt x="6634099" y="1094428"/>
                  <a:pt x="6634099" y="1094428"/>
                </a:cubicBezTo>
                <a:lnTo>
                  <a:pt x="6629566" y="1102313"/>
                </a:lnTo>
                <a:cubicBezTo>
                  <a:pt x="6629369" y="1102572"/>
                  <a:pt x="6628778" y="1102770"/>
                  <a:pt x="6628778" y="1102770"/>
                </a:cubicBezTo>
                <a:lnTo>
                  <a:pt x="6619714" y="1102770"/>
                </a:lnTo>
                <a:cubicBezTo>
                  <a:pt x="6619387" y="1102770"/>
                  <a:pt x="6618926" y="1102313"/>
                  <a:pt x="6618926" y="1102313"/>
                </a:cubicBezTo>
                <a:lnTo>
                  <a:pt x="6614394" y="1094428"/>
                </a:lnTo>
                <a:cubicBezTo>
                  <a:pt x="6614263" y="1094167"/>
                  <a:pt x="6614394" y="1093574"/>
                  <a:pt x="6614394" y="1093574"/>
                </a:cubicBezTo>
                <a:lnTo>
                  <a:pt x="6618926" y="1085695"/>
                </a:lnTo>
                <a:cubicBezTo>
                  <a:pt x="6619123" y="1085432"/>
                  <a:pt x="6619714" y="1085236"/>
                  <a:pt x="6619714" y="1085236"/>
                </a:cubicBezTo>
                <a:close/>
                <a:moveTo>
                  <a:pt x="3821513" y="1085236"/>
                </a:moveTo>
                <a:lnTo>
                  <a:pt x="3830578" y="1085236"/>
                </a:lnTo>
                <a:cubicBezTo>
                  <a:pt x="3830907" y="1085236"/>
                  <a:pt x="3831365" y="1085698"/>
                  <a:pt x="3831365" y="1085698"/>
                </a:cubicBezTo>
                <a:lnTo>
                  <a:pt x="3835899" y="1093575"/>
                </a:lnTo>
                <a:cubicBezTo>
                  <a:pt x="3836029" y="1093839"/>
                  <a:pt x="3835899" y="1094430"/>
                  <a:pt x="3835899" y="1094430"/>
                </a:cubicBezTo>
                <a:lnTo>
                  <a:pt x="3831365" y="1102313"/>
                </a:lnTo>
                <a:cubicBezTo>
                  <a:pt x="3831167" y="1102575"/>
                  <a:pt x="3830578" y="1102775"/>
                  <a:pt x="3830578" y="1102775"/>
                </a:cubicBezTo>
                <a:lnTo>
                  <a:pt x="3821513" y="1102775"/>
                </a:lnTo>
                <a:cubicBezTo>
                  <a:pt x="3821185" y="1102775"/>
                  <a:pt x="3820723" y="1102313"/>
                  <a:pt x="3820723" y="1102313"/>
                </a:cubicBezTo>
                <a:lnTo>
                  <a:pt x="3816193" y="1094430"/>
                </a:lnTo>
                <a:cubicBezTo>
                  <a:pt x="3816061" y="1094168"/>
                  <a:pt x="3816193" y="1093575"/>
                  <a:pt x="3816193" y="1093575"/>
                </a:cubicBezTo>
                <a:lnTo>
                  <a:pt x="3820723" y="1085698"/>
                </a:lnTo>
                <a:cubicBezTo>
                  <a:pt x="3820923" y="1085433"/>
                  <a:pt x="3821513" y="1085236"/>
                  <a:pt x="3821513" y="1085236"/>
                </a:cubicBezTo>
                <a:close/>
                <a:moveTo>
                  <a:pt x="5602126" y="1085234"/>
                </a:moveTo>
                <a:lnTo>
                  <a:pt x="5611191" y="1085234"/>
                </a:lnTo>
                <a:cubicBezTo>
                  <a:pt x="5611519" y="1085234"/>
                  <a:pt x="5611979" y="1085692"/>
                  <a:pt x="5611979" y="1085692"/>
                </a:cubicBezTo>
                <a:lnTo>
                  <a:pt x="5616511" y="1093574"/>
                </a:lnTo>
                <a:cubicBezTo>
                  <a:pt x="5616642" y="1093834"/>
                  <a:pt x="5616511" y="1094427"/>
                  <a:pt x="5616511" y="1094427"/>
                </a:cubicBezTo>
                <a:lnTo>
                  <a:pt x="5611979" y="1102310"/>
                </a:lnTo>
                <a:cubicBezTo>
                  <a:pt x="5611782" y="1102572"/>
                  <a:pt x="5611191" y="1102769"/>
                  <a:pt x="5611191" y="1102769"/>
                </a:cubicBezTo>
                <a:lnTo>
                  <a:pt x="5602126" y="1102769"/>
                </a:lnTo>
                <a:cubicBezTo>
                  <a:pt x="5601798" y="1102769"/>
                  <a:pt x="5601338" y="1102310"/>
                  <a:pt x="5601338" y="1102310"/>
                </a:cubicBezTo>
                <a:lnTo>
                  <a:pt x="5596807" y="1094427"/>
                </a:lnTo>
                <a:cubicBezTo>
                  <a:pt x="5596675" y="1094162"/>
                  <a:pt x="5596807" y="1093574"/>
                  <a:pt x="5596807" y="1093574"/>
                </a:cubicBezTo>
                <a:lnTo>
                  <a:pt x="5601338" y="1085692"/>
                </a:lnTo>
                <a:cubicBezTo>
                  <a:pt x="5601536" y="1085432"/>
                  <a:pt x="5602126" y="1085234"/>
                  <a:pt x="5602126" y="1085234"/>
                </a:cubicBezTo>
                <a:close/>
                <a:moveTo>
                  <a:pt x="9418035" y="1085221"/>
                </a:moveTo>
                <a:lnTo>
                  <a:pt x="9427099" y="1085221"/>
                </a:lnTo>
                <a:cubicBezTo>
                  <a:pt x="9427427" y="1085221"/>
                  <a:pt x="9427887" y="1085680"/>
                  <a:pt x="9427887" y="1085680"/>
                </a:cubicBezTo>
                <a:lnTo>
                  <a:pt x="9432419" y="1093561"/>
                </a:lnTo>
                <a:cubicBezTo>
                  <a:pt x="9432550" y="1093822"/>
                  <a:pt x="9432419" y="1094415"/>
                  <a:pt x="9432419" y="1094415"/>
                </a:cubicBezTo>
                <a:lnTo>
                  <a:pt x="9427887" y="1102297"/>
                </a:lnTo>
                <a:cubicBezTo>
                  <a:pt x="9427690" y="1102561"/>
                  <a:pt x="9427099" y="1102759"/>
                  <a:pt x="9427099" y="1102759"/>
                </a:cubicBezTo>
                <a:lnTo>
                  <a:pt x="9418035" y="1102759"/>
                </a:lnTo>
                <a:cubicBezTo>
                  <a:pt x="9417707" y="1102759"/>
                  <a:pt x="9417247" y="1102297"/>
                  <a:pt x="9417247" y="1102297"/>
                </a:cubicBezTo>
                <a:lnTo>
                  <a:pt x="9412714" y="1094415"/>
                </a:lnTo>
                <a:cubicBezTo>
                  <a:pt x="9412583" y="1094152"/>
                  <a:pt x="9412714" y="1093561"/>
                  <a:pt x="9412714" y="1093561"/>
                </a:cubicBezTo>
                <a:lnTo>
                  <a:pt x="9417247" y="1085680"/>
                </a:lnTo>
                <a:cubicBezTo>
                  <a:pt x="9417444" y="1085420"/>
                  <a:pt x="9418035" y="1085221"/>
                  <a:pt x="9418035" y="1085221"/>
                </a:cubicBezTo>
                <a:close/>
                <a:moveTo>
                  <a:pt x="7382923" y="1085211"/>
                </a:moveTo>
                <a:lnTo>
                  <a:pt x="7391987" y="1085211"/>
                </a:lnTo>
                <a:cubicBezTo>
                  <a:pt x="7392315" y="1085211"/>
                  <a:pt x="7392775" y="1085671"/>
                  <a:pt x="7392775" y="1085671"/>
                </a:cubicBezTo>
                <a:lnTo>
                  <a:pt x="7397307" y="1093553"/>
                </a:lnTo>
                <a:cubicBezTo>
                  <a:pt x="7397438" y="1093814"/>
                  <a:pt x="7397307" y="1094406"/>
                  <a:pt x="7397307" y="1094406"/>
                </a:cubicBezTo>
                <a:lnTo>
                  <a:pt x="7392775" y="1102286"/>
                </a:lnTo>
                <a:cubicBezTo>
                  <a:pt x="7392578" y="1102550"/>
                  <a:pt x="7391987" y="1102747"/>
                  <a:pt x="7391987" y="1102747"/>
                </a:cubicBezTo>
                <a:lnTo>
                  <a:pt x="7382923" y="1102747"/>
                </a:lnTo>
                <a:cubicBezTo>
                  <a:pt x="7382595" y="1102747"/>
                  <a:pt x="7382135" y="1102286"/>
                  <a:pt x="7382135" y="1102286"/>
                </a:cubicBezTo>
                <a:lnTo>
                  <a:pt x="7377602" y="1094406"/>
                </a:lnTo>
                <a:cubicBezTo>
                  <a:pt x="7377471" y="1094141"/>
                  <a:pt x="7377602" y="1093553"/>
                  <a:pt x="7377602" y="1093553"/>
                </a:cubicBezTo>
                <a:lnTo>
                  <a:pt x="7382135" y="1085671"/>
                </a:lnTo>
                <a:cubicBezTo>
                  <a:pt x="7382331" y="1085409"/>
                  <a:pt x="7382923" y="1085211"/>
                  <a:pt x="7382923" y="1085211"/>
                </a:cubicBezTo>
                <a:close/>
                <a:moveTo>
                  <a:pt x="10435622" y="1085203"/>
                </a:moveTo>
                <a:lnTo>
                  <a:pt x="10444686" y="1085203"/>
                </a:lnTo>
                <a:cubicBezTo>
                  <a:pt x="10445015" y="1085203"/>
                  <a:pt x="10445474" y="1085663"/>
                  <a:pt x="10445474" y="1085663"/>
                </a:cubicBezTo>
                <a:lnTo>
                  <a:pt x="10450007" y="1093543"/>
                </a:lnTo>
                <a:cubicBezTo>
                  <a:pt x="10450138" y="1093806"/>
                  <a:pt x="10450007" y="1094396"/>
                  <a:pt x="10450007" y="1094396"/>
                </a:cubicBezTo>
                <a:lnTo>
                  <a:pt x="10445474" y="1102281"/>
                </a:lnTo>
                <a:cubicBezTo>
                  <a:pt x="10445278" y="1102543"/>
                  <a:pt x="10444686" y="1102740"/>
                  <a:pt x="10444686" y="1102740"/>
                </a:cubicBezTo>
                <a:lnTo>
                  <a:pt x="10435622" y="1102740"/>
                </a:lnTo>
                <a:cubicBezTo>
                  <a:pt x="10435295" y="1102740"/>
                  <a:pt x="10434834" y="1102281"/>
                  <a:pt x="10434834" y="1102281"/>
                </a:cubicBezTo>
                <a:lnTo>
                  <a:pt x="10430302" y="1094396"/>
                </a:lnTo>
                <a:cubicBezTo>
                  <a:pt x="10430171" y="1094135"/>
                  <a:pt x="10430302" y="1093543"/>
                  <a:pt x="10430302" y="1093543"/>
                </a:cubicBezTo>
                <a:lnTo>
                  <a:pt x="10434834" y="1085663"/>
                </a:lnTo>
                <a:cubicBezTo>
                  <a:pt x="10435031" y="1085401"/>
                  <a:pt x="10435622" y="1085203"/>
                  <a:pt x="10435622" y="1085203"/>
                </a:cubicBezTo>
                <a:close/>
                <a:moveTo>
                  <a:pt x="9672481" y="1085203"/>
                </a:moveTo>
                <a:lnTo>
                  <a:pt x="9681545" y="1085203"/>
                </a:lnTo>
                <a:cubicBezTo>
                  <a:pt x="9681872" y="1085203"/>
                  <a:pt x="9682333" y="1085663"/>
                  <a:pt x="9682333" y="1085663"/>
                </a:cubicBezTo>
                <a:lnTo>
                  <a:pt x="9686865" y="1093543"/>
                </a:lnTo>
                <a:cubicBezTo>
                  <a:pt x="9686996" y="1093806"/>
                  <a:pt x="9686865" y="1094396"/>
                  <a:pt x="9686865" y="1094396"/>
                </a:cubicBezTo>
                <a:lnTo>
                  <a:pt x="9682333" y="1102278"/>
                </a:lnTo>
                <a:cubicBezTo>
                  <a:pt x="9682136" y="1102542"/>
                  <a:pt x="9681545" y="1102740"/>
                  <a:pt x="9681545" y="1102740"/>
                </a:cubicBezTo>
                <a:lnTo>
                  <a:pt x="9672481" y="1102740"/>
                </a:lnTo>
                <a:cubicBezTo>
                  <a:pt x="9672152" y="1102740"/>
                  <a:pt x="9671693" y="1102278"/>
                  <a:pt x="9671693" y="1102278"/>
                </a:cubicBezTo>
                <a:lnTo>
                  <a:pt x="9667160" y="1094396"/>
                </a:lnTo>
                <a:cubicBezTo>
                  <a:pt x="9667030" y="1094134"/>
                  <a:pt x="9667160" y="1093543"/>
                  <a:pt x="9667160" y="1093543"/>
                </a:cubicBezTo>
                <a:lnTo>
                  <a:pt x="9671693" y="1085663"/>
                </a:lnTo>
                <a:cubicBezTo>
                  <a:pt x="9671890" y="1085401"/>
                  <a:pt x="9672481" y="1085203"/>
                  <a:pt x="9672481" y="1085203"/>
                </a:cubicBezTo>
                <a:close/>
                <a:moveTo>
                  <a:pt x="4330157" y="1085198"/>
                </a:moveTo>
                <a:lnTo>
                  <a:pt x="4339222" y="1085198"/>
                </a:lnTo>
                <a:cubicBezTo>
                  <a:pt x="4339550" y="1085198"/>
                  <a:pt x="4340010" y="1085656"/>
                  <a:pt x="4340010" y="1085656"/>
                </a:cubicBezTo>
                <a:lnTo>
                  <a:pt x="4344540" y="1093538"/>
                </a:lnTo>
                <a:cubicBezTo>
                  <a:pt x="4344672" y="1093802"/>
                  <a:pt x="4344540" y="1094392"/>
                  <a:pt x="4344540" y="1094392"/>
                </a:cubicBezTo>
                <a:lnTo>
                  <a:pt x="4340010" y="1102274"/>
                </a:lnTo>
                <a:cubicBezTo>
                  <a:pt x="4339812" y="1102537"/>
                  <a:pt x="4339222" y="1102734"/>
                  <a:pt x="4339222" y="1102734"/>
                </a:cubicBezTo>
                <a:lnTo>
                  <a:pt x="4330157" y="1102734"/>
                </a:lnTo>
                <a:cubicBezTo>
                  <a:pt x="4329829" y="1102734"/>
                  <a:pt x="4329369" y="1102274"/>
                  <a:pt x="4329369" y="1102274"/>
                </a:cubicBezTo>
                <a:lnTo>
                  <a:pt x="4324836" y="1094392"/>
                </a:lnTo>
                <a:cubicBezTo>
                  <a:pt x="4324706" y="1094129"/>
                  <a:pt x="4324836" y="1093538"/>
                  <a:pt x="4324836" y="1093538"/>
                </a:cubicBezTo>
                <a:lnTo>
                  <a:pt x="4329369" y="1085656"/>
                </a:lnTo>
                <a:cubicBezTo>
                  <a:pt x="4329565" y="1085396"/>
                  <a:pt x="4330157" y="1085198"/>
                  <a:pt x="4330157" y="1085198"/>
                </a:cubicBezTo>
                <a:close/>
                <a:moveTo>
                  <a:pt x="7637304" y="1085194"/>
                </a:moveTo>
                <a:lnTo>
                  <a:pt x="7646367" y="1085194"/>
                </a:lnTo>
                <a:cubicBezTo>
                  <a:pt x="7646696" y="1085194"/>
                  <a:pt x="7647156" y="1085653"/>
                  <a:pt x="7647156" y="1085653"/>
                </a:cubicBezTo>
                <a:lnTo>
                  <a:pt x="7651687" y="1093536"/>
                </a:lnTo>
                <a:cubicBezTo>
                  <a:pt x="7651819" y="1093800"/>
                  <a:pt x="7651687" y="1094388"/>
                  <a:pt x="7651687" y="1094388"/>
                </a:cubicBezTo>
                <a:lnTo>
                  <a:pt x="7647156" y="1102272"/>
                </a:lnTo>
                <a:cubicBezTo>
                  <a:pt x="7646958" y="1102533"/>
                  <a:pt x="7646367" y="1102732"/>
                  <a:pt x="7646367" y="1102732"/>
                </a:cubicBezTo>
                <a:lnTo>
                  <a:pt x="7637304" y="1102732"/>
                </a:lnTo>
                <a:cubicBezTo>
                  <a:pt x="7636975" y="1102732"/>
                  <a:pt x="7636516" y="1102272"/>
                  <a:pt x="7636516" y="1102272"/>
                </a:cubicBezTo>
                <a:lnTo>
                  <a:pt x="7631983" y="1094388"/>
                </a:lnTo>
                <a:cubicBezTo>
                  <a:pt x="7631851" y="1094128"/>
                  <a:pt x="7631983" y="1093536"/>
                  <a:pt x="7631983" y="1093536"/>
                </a:cubicBezTo>
                <a:lnTo>
                  <a:pt x="7636516" y="1085653"/>
                </a:lnTo>
                <a:cubicBezTo>
                  <a:pt x="7636713" y="1085393"/>
                  <a:pt x="7637304" y="1085194"/>
                  <a:pt x="7637304" y="1085194"/>
                </a:cubicBezTo>
                <a:close/>
                <a:moveTo>
                  <a:pt x="10181242" y="1085190"/>
                </a:moveTo>
                <a:lnTo>
                  <a:pt x="10190305" y="1085190"/>
                </a:lnTo>
                <a:cubicBezTo>
                  <a:pt x="10190635" y="1085190"/>
                  <a:pt x="10191093" y="1085649"/>
                  <a:pt x="10191093" y="1085649"/>
                </a:cubicBezTo>
                <a:lnTo>
                  <a:pt x="10195626" y="1093530"/>
                </a:lnTo>
                <a:cubicBezTo>
                  <a:pt x="10195758" y="1093793"/>
                  <a:pt x="10195626" y="1094383"/>
                  <a:pt x="10195626" y="1094383"/>
                </a:cubicBezTo>
                <a:lnTo>
                  <a:pt x="10191093" y="1102265"/>
                </a:lnTo>
                <a:cubicBezTo>
                  <a:pt x="10190896" y="1102528"/>
                  <a:pt x="10190305" y="1102725"/>
                  <a:pt x="10190305" y="1102725"/>
                </a:cubicBezTo>
                <a:lnTo>
                  <a:pt x="10181242" y="1102725"/>
                </a:lnTo>
                <a:cubicBezTo>
                  <a:pt x="10180914" y="1102725"/>
                  <a:pt x="10180453" y="1102265"/>
                  <a:pt x="10180453" y="1102265"/>
                </a:cubicBezTo>
                <a:lnTo>
                  <a:pt x="10175922" y="1094383"/>
                </a:lnTo>
                <a:cubicBezTo>
                  <a:pt x="10175790" y="1094120"/>
                  <a:pt x="10175922" y="1093530"/>
                  <a:pt x="10175922" y="1093530"/>
                </a:cubicBezTo>
                <a:lnTo>
                  <a:pt x="10180453" y="1085649"/>
                </a:lnTo>
                <a:cubicBezTo>
                  <a:pt x="10180650" y="1085386"/>
                  <a:pt x="10181242" y="1085190"/>
                  <a:pt x="10181242" y="1085190"/>
                </a:cubicBezTo>
                <a:close/>
                <a:moveTo>
                  <a:pt x="9926861" y="1085185"/>
                </a:moveTo>
                <a:lnTo>
                  <a:pt x="9935924" y="1085185"/>
                </a:lnTo>
                <a:cubicBezTo>
                  <a:pt x="9936254" y="1085185"/>
                  <a:pt x="9936713" y="1085644"/>
                  <a:pt x="9936713" y="1085644"/>
                </a:cubicBezTo>
                <a:lnTo>
                  <a:pt x="9941246" y="1093526"/>
                </a:lnTo>
                <a:cubicBezTo>
                  <a:pt x="9941376" y="1093787"/>
                  <a:pt x="9941246" y="1094381"/>
                  <a:pt x="9941246" y="1094381"/>
                </a:cubicBezTo>
                <a:lnTo>
                  <a:pt x="9936713" y="1102262"/>
                </a:lnTo>
                <a:cubicBezTo>
                  <a:pt x="9936516" y="1102524"/>
                  <a:pt x="9935924" y="1102722"/>
                  <a:pt x="9935924" y="1102722"/>
                </a:cubicBezTo>
                <a:lnTo>
                  <a:pt x="9926861" y="1102722"/>
                </a:lnTo>
                <a:cubicBezTo>
                  <a:pt x="9926532" y="1102722"/>
                  <a:pt x="9926073" y="1102262"/>
                  <a:pt x="9926073" y="1102262"/>
                </a:cubicBezTo>
                <a:lnTo>
                  <a:pt x="9921541" y="1094381"/>
                </a:lnTo>
                <a:cubicBezTo>
                  <a:pt x="9921410" y="1094117"/>
                  <a:pt x="9921541" y="1093526"/>
                  <a:pt x="9921541" y="1093526"/>
                </a:cubicBezTo>
                <a:lnTo>
                  <a:pt x="9926073" y="1085644"/>
                </a:lnTo>
                <a:cubicBezTo>
                  <a:pt x="9926270" y="1085382"/>
                  <a:pt x="9926861" y="1085185"/>
                  <a:pt x="9926861" y="1085185"/>
                </a:cubicBezTo>
                <a:close/>
                <a:moveTo>
                  <a:pt x="5347746" y="1085182"/>
                </a:moveTo>
                <a:lnTo>
                  <a:pt x="5356810" y="1085182"/>
                </a:lnTo>
                <a:cubicBezTo>
                  <a:pt x="5357138" y="1085182"/>
                  <a:pt x="5357598" y="1085641"/>
                  <a:pt x="5357598" y="1085641"/>
                </a:cubicBezTo>
                <a:lnTo>
                  <a:pt x="5362130" y="1093524"/>
                </a:lnTo>
                <a:cubicBezTo>
                  <a:pt x="5362261" y="1093785"/>
                  <a:pt x="5362130" y="1094377"/>
                  <a:pt x="5362130" y="1094377"/>
                </a:cubicBezTo>
                <a:lnTo>
                  <a:pt x="5357598" y="1102260"/>
                </a:lnTo>
                <a:cubicBezTo>
                  <a:pt x="5357401" y="1102523"/>
                  <a:pt x="5356810" y="1102720"/>
                  <a:pt x="5356810" y="1102720"/>
                </a:cubicBezTo>
                <a:lnTo>
                  <a:pt x="5347746" y="1102720"/>
                </a:lnTo>
                <a:cubicBezTo>
                  <a:pt x="5347418" y="1102720"/>
                  <a:pt x="5346958" y="1102260"/>
                  <a:pt x="5346958" y="1102260"/>
                </a:cubicBezTo>
                <a:lnTo>
                  <a:pt x="5342425" y="1094377"/>
                </a:lnTo>
                <a:cubicBezTo>
                  <a:pt x="5342295" y="1094116"/>
                  <a:pt x="5342425" y="1093524"/>
                  <a:pt x="5342425" y="1093524"/>
                </a:cubicBezTo>
                <a:lnTo>
                  <a:pt x="5346958" y="1085641"/>
                </a:lnTo>
                <a:cubicBezTo>
                  <a:pt x="5347154" y="1085380"/>
                  <a:pt x="5347746" y="1085182"/>
                  <a:pt x="5347746" y="1085182"/>
                </a:cubicBezTo>
                <a:close/>
                <a:moveTo>
                  <a:pt x="4075734" y="1085182"/>
                </a:moveTo>
                <a:lnTo>
                  <a:pt x="4084796" y="1085182"/>
                </a:lnTo>
                <a:cubicBezTo>
                  <a:pt x="4085124" y="1085182"/>
                  <a:pt x="4085584" y="1085641"/>
                  <a:pt x="4085584" y="1085641"/>
                </a:cubicBezTo>
                <a:lnTo>
                  <a:pt x="4090116" y="1093522"/>
                </a:lnTo>
                <a:cubicBezTo>
                  <a:pt x="4090248" y="1093785"/>
                  <a:pt x="4090116" y="1094377"/>
                  <a:pt x="4090116" y="1094377"/>
                </a:cubicBezTo>
                <a:lnTo>
                  <a:pt x="4085584" y="1102259"/>
                </a:lnTo>
                <a:cubicBezTo>
                  <a:pt x="4085388" y="1102523"/>
                  <a:pt x="4084796" y="1102720"/>
                  <a:pt x="4084796" y="1102720"/>
                </a:cubicBezTo>
                <a:lnTo>
                  <a:pt x="4075734" y="1102720"/>
                </a:lnTo>
                <a:cubicBezTo>
                  <a:pt x="4075404" y="1102720"/>
                  <a:pt x="4074945" y="1102259"/>
                  <a:pt x="4074945" y="1102259"/>
                </a:cubicBezTo>
                <a:lnTo>
                  <a:pt x="4070413" y="1094377"/>
                </a:lnTo>
                <a:cubicBezTo>
                  <a:pt x="4070280" y="1094114"/>
                  <a:pt x="4070413" y="1093522"/>
                  <a:pt x="4070413" y="1093522"/>
                </a:cubicBezTo>
                <a:lnTo>
                  <a:pt x="4074945" y="1085641"/>
                </a:lnTo>
                <a:cubicBezTo>
                  <a:pt x="4075141" y="1085378"/>
                  <a:pt x="4075734" y="1085182"/>
                  <a:pt x="4075734" y="1085182"/>
                </a:cubicBezTo>
                <a:close/>
                <a:moveTo>
                  <a:pt x="7891684" y="1085178"/>
                </a:moveTo>
                <a:lnTo>
                  <a:pt x="7900748" y="1085178"/>
                </a:lnTo>
                <a:cubicBezTo>
                  <a:pt x="7901076" y="1085178"/>
                  <a:pt x="7901536" y="1085639"/>
                  <a:pt x="7901536" y="1085639"/>
                </a:cubicBezTo>
                <a:lnTo>
                  <a:pt x="7906067" y="1093520"/>
                </a:lnTo>
                <a:cubicBezTo>
                  <a:pt x="7906199" y="1093783"/>
                  <a:pt x="7906067" y="1094373"/>
                  <a:pt x="7906067" y="1094373"/>
                </a:cubicBezTo>
                <a:lnTo>
                  <a:pt x="7901536" y="1102257"/>
                </a:lnTo>
                <a:cubicBezTo>
                  <a:pt x="7901339" y="1102519"/>
                  <a:pt x="7900748" y="1102716"/>
                  <a:pt x="7900748" y="1102716"/>
                </a:cubicBezTo>
                <a:lnTo>
                  <a:pt x="7891684" y="1102716"/>
                </a:lnTo>
                <a:cubicBezTo>
                  <a:pt x="7891355" y="1102716"/>
                  <a:pt x="7890896" y="1102257"/>
                  <a:pt x="7890896" y="1102257"/>
                </a:cubicBezTo>
                <a:lnTo>
                  <a:pt x="7886363" y="1094373"/>
                </a:lnTo>
                <a:cubicBezTo>
                  <a:pt x="7886233" y="1094112"/>
                  <a:pt x="7886363" y="1093520"/>
                  <a:pt x="7886363" y="1093520"/>
                </a:cubicBezTo>
                <a:lnTo>
                  <a:pt x="7890896" y="1085639"/>
                </a:lnTo>
                <a:cubicBezTo>
                  <a:pt x="7891093" y="1085376"/>
                  <a:pt x="7891684" y="1085178"/>
                  <a:pt x="7891684" y="1085178"/>
                </a:cubicBezTo>
                <a:close/>
                <a:moveTo>
                  <a:pt x="3567018" y="1085175"/>
                </a:moveTo>
                <a:lnTo>
                  <a:pt x="3576084" y="1085175"/>
                </a:lnTo>
                <a:cubicBezTo>
                  <a:pt x="3576412" y="1085175"/>
                  <a:pt x="3576872" y="1085635"/>
                  <a:pt x="3576872" y="1085635"/>
                </a:cubicBezTo>
                <a:lnTo>
                  <a:pt x="3581404" y="1093516"/>
                </a:lnTo>
                <a:cubicBezTo>
                  <a:pt x="3581535" y="1093779"/>
                  <a:pt x="3581404" y="1094370"/>
                  <a:pt x="3581404" y="1094370"/>
                </a:cubicBezTo>
                <a:lnTo>
                  <a:pt x="3576872" y="1102252"/>
                </a:lnTo>
                <a:cubicBezTo>
                  <a:pt x="3576675" y="1102515"/>
                  <a:pt x="3576084" y="1102712"/>
                  <a:pt x="3576084" y="1102712"/>
                </a:cubicBezTo>
                <a:lnTo>
                  <a:pt x="3576028" y="1102712"/>
                </a:lnTo>
                <a:lnTo>
                  <a:pt x="3576023" y="1102715"/>
                </a:lnTo>
                <a:lnTo>
                  <a:pt x="3566959" y="1102715"/>
                </a:lnTo>
                <a:cubicBezTo>
                  <a:pt x="3566631" y="1102715"/>
                  <a:pt x="3566171" y="1102255"/>
                  <a:pt x="3566171" y="1102255"/>
                </a:cubicBezTo>
                <a:lnTo>
                  <a:pt x="3561638" y="1094373"/>
                </a:lnTo>
                <a:cubicBezTo>
                  <a:pt x="3561507" y="1094110"/>
                  <a:pt x="3561638" y="1093519"/>
                  <a:pt x="3561638" y="1093519"/>
                </a:cubicBezTo>
                <a:lnTo>
                  <a:pt x="3566171" y="1085639"/>
                </a:lnTo>
                <a:cubicBezTo>
                  <a:pt x="3566368" y="1085375"/>
                  <a:pt x="3566959" y="1085178"/>
                  <a:pt x="3566959" y="1085178"/>
                </a:cubicBezTo>
                <a:lnTo>
                  <a:pt x="3567013" y="1085178"/>
                </a:lnTo>
                <a:close/>
                <a:moveTo>
                  <a:pt x="3312569" y="1085175"/>
                </a:moveTo>
                <a:lnTo>
                  <a:pt x="3321633" y="1085175"/>
                </a:lnTo>
                <a:lnTo>
                  <a:pt x="3321757" y="1085247"/>
                </a:lnTo>
                <a:lnTo>
                  <a:pt x="3321814" y="1085247"/>
                </a:lnTo>
                <a:cubicBezTo>
                  <a:pt x="3322144" y="1085247"/>
                  <a:pt x="3322602" y="1085705"/>
                  <a:pt x="3322602" y="1085705"/>
                </a:cubicBezTo>
                <a:lnTo>
                  <a:pt x="3327134" y="1093583"/>
                </a:lnTo>
                <a:cubicBezTo>
                  <a:pt x="3327265" y="1093848"/>
                  <a:pt x="3327134" y="1094438"/>
                  <a:pt x="3327134" y="1094438"/>
                </a:cubicBezTo>
                <a:lnTo>
                  <a:pt x="3322602" y="1102321"/>
                </a:lnTo>
                <a:cubicBezTo>
                  <a:pt x="3322405" y="1102584"/>
                  <a:pt x="3321814" y="1102780"/>
                  <a:pt x="3321814" y="1102780"/>
                </a:cubicBezTo>
                <a:lnTo>
                  <a:pt x="3312750" y="1102780"/>
                </a:lnTo>
                <a:lnTo>
                  <a:pt x="3312633" y="1102712"/>
                </a:lnTo>
                <a:lnTo>
                  <a:pt x="3312569" y="1102712"/>
                </a:lnTo>
                <a:cubicBezTo>
                  <a:pt x="3312241" y="1102712"/>
                  <a:pt x="3311781" y="1102252"/>
                  <a:pt x="3311781" y="1102252"/>
                </a:cubicBezTo>
                <a:lnTo>
                  <a:pt x="3307248" y="1094370"/>
                </a:lnTo>
                <a:cubicBezTo>
                  <a:pt x="3307117" y="1094108"/>
                  <a:pt x="3307248" y="1093516"/>
                  <a:pt x="3307248" y="1093516"/>
                </a:cubicBezTo>
                <a:lnTo>
                  <a:pt x="3311781" y="1085635"/>
                </a:lnTo>
                <a:cubicBezTo>
                  <a:pt x="3311977" y="1085372"/>
                  <a:pt x="3312569" y="1085175"/>
                  <a:pt x="3312569" y="1085175"/>
                </a:cubicBezTo>
                <a:close/>
                <a:moveTo>
                  <a:pt x="3058190" y="1085175"/>
                </a:moveTo>
                <a:lnTo>
                  <a:pt x="3067255" y="1085175"/>
                </a:lnTo>
                <a:lnTo>
                  <a:pt x="3067368" y="1085241"/>
                </a:lnTo>
                <a:lnTo>
                  <a:pt x="3067410" y="1085241"/>
                </a:lnTo>
                <a:cubicBezTo>
                  <a:pt x="3067739" y="1085241"/>
                  <a:pt x="3068199" y="1085700"/>
                  <a:pt x="3068199" y="1085700"/>
                </a:cubicBezTo>
                <a:lnTo>
                  <a:pt x="3072730" y="1093579"/>
                </a:lnTo>
                <a:cubicBezTo>
                  <a:pt x="3072861" y="1093842"/>
                  <a:pt x="3072730" y="1094432"/>
                  <a:pt x="3072730" y="1094432"/>
                </a:cubicBezTo>
                <a:lnTo>
                  <a:pt x="3068199" y="1102313"/>
                </a:lnTo>
                <a:cubicBezTo>
                  <a:pt x="3068001" y="1102581"/>
                  <a:pt x="3067410" y="1102777"/>
                  <a:pt x="3067410" y="1102777"/>
                </a:cubicBezTo>
                <a:lnTo>
                  <a:pt x="3058346" y="1102777"/>
                </a:lnTo>
                <a:lnTo>
                  <a:pt x="3058236" y="1102712"/>
                </a:lnTo>
                <a:lnTo>
                  <a:pt x="3058190" y="1102712"/>
                </a:lnTo>
                <a:cubicBezTo>
                  <a:pt x="3057862" y="1102712"/>
                  <a:pt x="3057402" y="1102252"/>
                  <a:pt x="3057402" y="1102252"/>
                </a:cubicBezTo>
                <a:lnTo>
                  <a:pt x="3052870" y="1094370"/>
                </a:lnTo>
                <a:cubicBezTo>
                  <a:pt x="3052739" y="1094108"/>
                  <a:pt x="3052870" y="1093516"/>
                  <a:pt x="3052870" y="1093516"/>
                </a:cubicBezTo>
                <a:lnTo>
                  <a:pt x="3057402" y="1085635"/>
                </a:lnTo>
                <a:cubicBezTo>
                  <a:pt x="3057600" y="1085372"/>
                  <a:pt x="3058190" y="1085175"/>
                  <a:pt x="3058190" y="1085175"/>
                </a:cubicBezTo>
                <a:close/>
                <a:moveTo>
                  <a:pt x="2803888" y="1085175"/>
                </a:moveTo>
                <a:lnTo>
                  <a:pt x="2812952" y="1085175"/>
                </a:lnTo>
                <a:cubicBezTo>
                  <a:pt x="2813280" y="1085175"/>
                  <a:pt x="2813740" y="1085635"/>
                  <a:pt x="2813740" y="1085635"/>
                </a:cubicBezTo>
                <a:lnTo>
                  <a:pt x="2818272" y="1093516"/>
                </a:lnTo>
                <a:cubicBezTo>
                  <a:pt x="2818403" y="1093779"/>
                  <a:pt x="2818272" y="1094370"/>
                  <a:pt x="2818272" y="1094370"/>
                </a:cubicBezTo>
                <a:lnTo>
                  <a:pt x="2813740" y="1102252"/>
                </a:lnTo>
                <a:cubicBezTo>
                  <a:pt x="2813543" y="1102515"/>
                  <a:pt x="2812952" y="1102712"/>
                  <a:pt x="2812952" y="1102712"/>
                </a:cubicBezTo>
                <a:lnTo>
                  <a:pt x="2812859" y="1102712"/>
                </a:lnTo>
                <a:lnTo>
                  <a:pt x="2812836" y="1102725"/>
                </a:lnTo>
                <a:lnTo>
                  <a:pt x="2803772" y="1102725"/>
                </a:lnTo>
                <a:cubicBezTo>
                  <a:pt x="2803443" y="1102725"/>
                  <a:pt x="2802983" y="1102265"/>
                  <a:pt x="2802983" y="1102265"/>
                </a:cubicBezTo>
                <a:lnTo>
                  <a:pt x="2798451" y="1094383"/>
                </a:lnTo>
                <a:cubicBezTo>
                  <a:pt x="2798320" y="1094120"/>
                  <a:pt x="2798451" y="1093530"/>
                  <a:pt x="2798451" y="1093530"/>
                </a:cubicBezTo>
                <a:lnTo>
                  <a:pt x="2802983" y="1085649"/>
                </a:lnTo>
                <a:cubicBezTo>
                  <a:pt x="2803180" y="1085386"/>
                  <a:pt x="2803772" y="1085190"/>
                  <a:pt x="2803772" y="1085190"/>
                </a:cubicBezTo>
                <a:lnTo>
                  <a:pt x="2803862" y="1085190"/>
                </a:lnTo>
                <a:close/>
                <a:moveTo>
                  <a:pt x="2549489" y="1085175"/>
                </a:moveTo>
                <a:lnTo>
                  <a:pt x="2558553" y="1085175"/>
                </a:lnTo>
                <a:cubicBezTo>
                  <a:pt x="2558882" y="1085175"/>
                  <a:pt x="2559342" y="1085635"/>
                  <a:pt x="2559342" y="1085635"/>
                </a:cubicBezTo>
                <a:lnTo>
                  <a:pt x="2559386" y="1085712"/>
                </a:lnTo>
                <a:lnTo>
                  <a:pt x="2559425" y="1085734"/>
                </a:lnTo>
                <a:lnTo>
                  <a:pt x="2563957" y="1093615"/>
                </a:lnTo>
                <a:cubicBezTo>
                  <a:pt x="2564089" y="1093878"/>
                  <a:pt x="2563957" y="1094469"/>
                  <a:pt x="2563957" y="1094469"/>
                </a:cubicBezTo>
                <a:lnTo>
                  <a:pt x="2559425" y="1102352"/>
                </a:lnTo>
                <a:cubicBezTo>
                  <a:pt x="2559228" y="1102613"/>
                  <a:pt x="2558636" y="1102808"/>
                  <a:pt x="2558636" y="1102808"/>
                </a:cubicBezTo>
                <a:lnTo>
                  <a:pt x="2549570" y="1102808"/>
                </a:lnTo>
                <a:cubicBezTo>
                  <a:pt x="2549244" y="1102808"/>
                  <a:pt x="2548783" y="1102352"/>
                  <a:pt x="2548783" y="1102352"/>
                </a:cubicBezTo>
                <a:lnTo>
                  <a:pt x="2548738" y="1102274"/>
                </a:lnTo>
                <a:lnTo>
                  <a:pt x="2548701" y="1102252"/>
                </a:lnTo>
                <a:lnTo>
                  <a:pt x="2544169" y="1094370"/>
                </a:lnTo>
                <a:cubicBezTo>
                  <a:pt x="2544036" y="1094108"/>
                  <a:pt x="2544169" y="1093516"/>
                  <a:pt x="2544169" y="1093516"/>
                </a:cubicBezTo>
                <a:lnTo>
                  <a:pt x="2548701" y="1085635"/>
                </a:lnTo>
                <a:cubicBezTo>
                  <a:pt x="2548898" y="1085372"/>
                  <a:pt x="2549489" y="1085175"/>
                  <a:pt x="2549489" y="1085175"/>
                </a:cubicBezTo>
                <a:close/>
                <a:moveTo>
                  <a:pt x="2295007" y="1085175"/>
                </a:moveTo>
                <a:lnTo>
                  <a:pt x="2304072" y="1085175"/>
                </a:lnTo>
                <a:cubicBezTo>
                  <a:pt x="2304400" y="1085175"/>
                  <a:pt x="2304860" y="1085635"/>
                  <a:pt x="2304860" y="1085635"/>
                </a:cubicBezTo>
                <a:lnTo>
                  <a:pt x="2304869" y="1085651"/>
                </a:lnTo>
                <a:lnTo>
                  <a:pt x="2304940" y="1085692"/>
                </a:lnTo>
                <a:lnTo>
                  <a:pt x="2309472" y="1093571"/>
                </a:lnTo>
                <a:cubicBezTo>
                  <a:pt x="2309603" y="1093832"/>
                  <a:pt x="2309472" y="1094427"/>
                  <a:pt x="2309472" y="1094427"/>
                </a:cubicBezTo>
                <a:lnTo>
                  <a:pt x="2304940" y="1102307"/>
                </a:lnTo>
                <a:cubicBezTo>
                  <a:pt x="2304743" y="1102572"/>
                  <a:pt x="2304152" y="1102769"/>
                  <a:pt x="2304152" y="1102769"/>
                </a:cubicBezTo>
                <a:lnTo>
                  <a:pt x="2295088" y="1102769"/>
                </a:lnTo>
                <a:cubicBezTo>
                  <a:pt x="2294760" y="1102769"/>
                  <a:pt x="2294299" y="1102307"/>
                  <a:pt x="2294299" y="1102307"/>
                </a:cubicBezTo>
                <a:lnTo>
                  <a:pt x="2294292" y="1102295"/>
                </a:lnTo>
                <a:lnTo>
                  <a:pt x="2294219" y="1102252"/>
                </a:lnTo>
                <a:lnTo>
                  <a:pt x="2289686" y="1094370"/>
                </a:lnTo>
                <a:cubicBezTo>
                  <a:pt x="2289555" y="1094108"/>
                  <a:pt x="2289686" y="1093516"/>
                  <a:pt x="2289686" y="1093516"/>
                </a:cubicBezTo>
                <a:lnTo>
                  <a:pt x="2294219" y="1085635"/>
                </a:lnTo>
                <a:cubicBezTo>
                  <a:pt x="2294417" y="1085372"/>
                  <a:pt x="2295007" y="1085175"/>
                  <a:pt x="2295007" y="1085175"/>
                </a:cubicBezTo>
                <a:close/>
                <a:moveTo>
                  <a:pt x="2040680" y="1085175"/>
                </a:moveTo>
                <a:lnTo>
                  <a:pt x="2049744" y="1085175"/>
                </a:lnTo>
                <a:cubicBezTo>
                  <a:pt x="2050072" y="1085175"/>
                  <a:pt x="2050531" y="1085635"/>
                  <a:pt x="2050531" y="1085635"/>
                </a:cubicBezTo>
                <a:lnTo>
                  <a:pt x="2050572" y="1085705"/>
                </a:lnTo>
                <a:lnTo>
                  <a:pt x="2050599" y="1085721"/>
                </a:lnTo>
                <a:lnTo>
                  <a:pt x="2055131" y="1093600"/>
                </a:lnTo>
                <a:cubicBezTo>
                  <a:pt x="2055262" y="1093862"/>
                  <a:pt x="2055131" y="1094453"/>
                  <a:pt x="2055131" y="1094453"/>
                </a:cubicBezTo>
                <a:lnTo>
                  <a:pt x="2050599" y="1102336"/>
                </a:lnTo>
                <a:cubicBezTo>
                  <a:pt x="2050402" y="1102599"/>
                  <a:pt x="2049810" y="1102795"/>
                  <a:pt x="2049810" y="1102795"/>
                </a:cubicBezTo>
                <a:lnTo>
                  <a:pt x="2040745" y="1102795"/>
                </a:lnTo>
                <a:cubicBezTo>
                  <a:pt x="2040418" y="1102795"/>
                  <a:pt x="2039957" y="1102336"/>
                  <a:pt x="2039957" y="1102336"/>
                </a:cubicBezTo>
                <a:lnTo>
                  <a:pt x="2039918" y="1102268"/>
                </a:lnTo>
                <a:lnTo>
                  <a:pt x="2039891" y="1102252"/>
                </a:lnTo>
                <a:lnTo>
                  <a:pt x="2035358" y="1094370"/>
                </a:lnTo>
                <a:cubicBezTo>
                  <a:pt x="2035227" y="1094108"/>
                  <a:pt x="2035358" y="1093516"/>
                  <a:pt x="2035358" y="1093516"/>
                </a:cubicBezTo>
                <a:lnTo>
                  <a:pt x="2039891" y="1085635"/>
                </a:lnTo>
                <a:cubicBezTo>
                  <a:pt x="2040088" y="1085372"/>
                  <a:pt x="2040680" y="1085175"/>
                  <a:pt x="2040680" y="1085175"/>
                </a:cubicBezTo>
                <a:close/>
                <a:moveTo>
                  <a:pt x="1786181" y="1085175"/>
                </a:moveTo>
                <a:lnTo>
                  <a:pt x="1795246" y="1085175"/>
                </a:lnTo>
                <a:cubicBezTo>
                  <a:pt x="1795574" y="1085175"/>
                  <a:pt x="1796034" y="1085635"/>
                  <a:pt x="1796034" y="1085635"/>
                </a:cubicBezTo>
                <a:lnTo>
                  <a:pt x="1800566" y="1093516"/>
                </a:lnTo>
                <a:lnTo>
                  <a:pt x="1800566" y="1093530"/>
                </a:lnTo>
                <a:lnTo>
                  <a:pt x="1800566" y="1094370"/>
                </a:lnTo>
                <a:lnTo>
                  <a:pt x="1800566" y="1094383"/>
                </a:lnTo>
                <a:lnTo>
                  <a:pt x="1796034" y="1102265"/>
                </a:lnTo>
                <a:cubicBezTo>
                  <a:pt x="1795836" y="1102530"/>
                  <a:pt x="1795245" y="1102725"/>
                  <a:pt x="1795245" y="1102725"/>
                </a:cubicBezTo>
                <a:lnTo>
                  <a:pt x="1786182" y="1102725"/>
                </a:lnTo>
                <a:cubicBezTo>
                  <a:pt x="1785854" y="1102725"/>
                  <a:pt x="1785394" y="1102265"/>
                  <a:pt x="1785394" y="1102265"/>
                </a:cubicBezTo>
                <a:lnTo>
                  <a:pt x="1780862" y="1094383"/>
                </a:lnTo>
                <a:cubicBezTo>
                  <a:pt x="1780730" y="1094121"/>
                  <a:pt x="1780862" y="1093530"/>
                  <a:pt x="1780862" y="1093530"/>
                </a:cubicBezTo>
                <a:lnTo>
                  <a:pt x="1780863" y="1093529"/>
                </a:lnTo>
                <a:lnTo>
                  <a:pt x="1780863" y="1093516"/>
                </a:lnTo>
                <a:lnTo>
                  <a:pt x="1785393" y="1085635"/>
                </a:lnTo>
                <a:cubicBezTo>
                  <a:pt x="1785590" y="1085372"/>
                  <a:pt x="1786181" y="1085175"/>
                  <a:pt x="1786181" y="1085175"/>
                </a:cubicBezTo>
                <a:close/>
                <a:moveTo>
                  <a:pt x="1531949" y="1085175"/>
                </a:moveTo>
                <a:lnTo>
                  <a:pt x="1541013" y="1085175"/>
                </a:lnTo>
                <a:cubicBezTo>
                  <a:pt x="1541342" y="1085175"/>
                  <a:pt x="1541801" y="1085635"/>
                  <a:pt x="1541801" y="1085635"/>
                </a:cubicBezTo>
                <a:lnTo>
                  <a:pt x="1546334" y="1093516"/>
                </a:lnTo>
                <a:cubicBezTo>
                  <a:pt x="1546466" y="1093779"/>
                  <a:pt x="1546334" y="1094370"/>
                  <a:pt x="1546334" y="1094370"/>
                </a:cubicBezTo>
                <a:lnTo>
                  <a:pt x="1546314" y="1094405"/>
                </a:lnTo>
                <a:lnTo>
                  <a:pt x="1546314" y="1094441"/>
                </a:lnTo>
                <a:lnTo>
                  <a:pt x="1541781" y="1102324"/>
                </a:lnTo>
                <a:cubicBezTo>
                  <a:pt x="1541585" y="1102589"/>
                  <a:pt x="1540993" y="1102787"/>
                  <a:pt x="1540993" y="1102787"/>
                </a:cubicBezTo>
                <a:lnTo>
                  <a:pt x="1531929" y="1102787"/>
                </a:lnTo>
                <a:cubicBezTo>
                  <a:pt x="1531601" y="1102787"/>
                  <a:pt x="1531141" y="1102324"/>
                  <a:pt x="1531141" y="1102324"/>
                </a:cubicBezTo>
                <a:lnTo>
                  <a:pt x="1526609" y="1094441"/>
                </a:lnTo>
                <a:cubicBezTo>
                  <a:pt x="1526477" y="1094180"/>
                  <a:pt x="1526609" y="1093589"/>
                  <a:pt x="1526609" y="1093589"/>
                </a:cubicBezTo>
                <a:lnTo>
                  <a:pt x="1526630" y="1093553"/>
                </a:lnTo>
                <a:lnTo>
                  <a:pt x="1526630" y="1093516"/>
                </a:lnTo>
                <a:lnTo>
                  <a:pt x="1531163" y="1085635"/>
                </a:lnTo>
                <a:cubicBezTo>
                  <a:pt x="1531360" y="1085372"/>
                  <a:pt x="1531949" y="1085175"/>
                  <a:pt x="1531949" y="1085175"/>
                </a:cubicBezTo>
                <a:close/>
                <a:moveTo>
                  <a:pt x="1277479" y="1085175"/>
                </a:moveTo>
                <a:lnTo>
                  <a:pt x="1286544" y="1085175"/>
                </a:lnTo>
                <a:cubicBezTo>
                  <a:pt x="1286873" y="1085175"/>
                  <a:pt x="1287333" y="1085635"/>
                  <a:pt x="1287333" y="1085635"/>
                </a:cubicBezTo>
                <a:lnTo>
                  <a:pt x="1287367" y="1085694"/>
                </a:lnTo>
                <a:lnTo>
                  <a:pt x="1287369" y="1085695"/>
                </a:lnTo>
                <a:lnTo>
                  <a:pt x="1291901" y="1093574"/>
                </a:lnTo>
                <a:cubicBezTo>
                  <a:pt x="1292033" y="1093837"/>
                  <a:pt x="1291901" y="1094427"/>
                  <a:pt x="1291901" y="1094427"/>
                </a:cubicBezTo>
                <a:lnTo>
                  <a:pt x="1287369" y="1102310"/>
                </a:lnTo>
                <a:cubicBezTo>
                  <a:pt x="1287170" y="1102572"/>
                  <a:pt x="1286580" y="1102769"/>
                  <a:pt x="1286580" y="1102769"/>
                </a:cubicBezTo>
                <a:lnTo>
                  <a:pt x="1277516" y="1102769"/>
                </a:lnTo>
                <a:cubicBezTo>
                  <a:pt x="1277188" y="1102769"/>
                  <a:pt x="1276726" y="1102310"/>
                  <a:pt x="1276726" y="1102310"/>
                </a:cubicBezTo>
                <a:lnTo>
                  <a:pt x="1276694" y="1102254"/>
                </a:lnTo>
                <a:lnTo>
                  <a:pt x="1276691" y="1102252"/>
                </a:lnTo>
                <a:lnTo>
                  <a:pt x="1272161" y="1094370"/>
                </a:lnTo>
                <a:cubicBezTo>
                  <a:pt x="1272029" y="1094108"/>
                  <a:pt x="1272161" y="1093516"/>
                  <a:pt x="1272161" y="1093516"/>
                </a:cubicBezTo>
                <a:lnTo>
                  <a:pt x="1276691" y="1085635"/>
                </a:lnTo>
                <a:cubicBezTo>
                  <a:pt x="1276887" y="1085372"/>
                  <a:pt x="1277479" y="1085175"/>
                  <a:pt x="1277479" y="1085175"/>
                </a:cubicBezTo>
                <a:close/>
                <a:moveTo>
                  <a:pt x="1023171" y="1085175"/>
                </a:moveTo>
                <a:lnTo>
                  <a:pt x="1032234" y="1085175"/>
                </a:lnTo>
                <a:cubicBezTo>
                  <a:pt x="1032564" y="1085175"/>
                  <a:pt x="1033022" y="1085635"/>
                  <a:pt x="1033022" y="1085635"/>
                </a:cubicBezTo>
                <a:lnTo>
                  <a:pt x="1037554" y="1093516"/>
                </a:lnTo>
                <a:lnTo>
                  <a:pt x="1037554" y="1093569"/>
                </a:lnTo>
                <a:lnTo>
                  <a:pt x="1037572" y="1093600"/>
                </a:lnTo>
                <a:cubicBezTo>
                  <a:pt x="1037702" y="1093862"/>
                  <a:pt x="1037572" y="1094453"/>
                  <a:pt x="1037572" y="1094453"/>
                </a:cubicBezTo>
                <a:lnTo>
                  <a:pt x="1033039" y="1102336"/>
                </a:lnTo>
                <a:cubicBezTo>
                  <a:pt x="1032843" y="1102599"/>
                  <a:pt x="1032252" y="1102795"/>
                  <a:pt x="1032252" y="1102795"/>
                </a:cubicBezTo>
                <a:lnTo>
                  <a:pt x="1023188" y="1102795"/>
                </a:lnTo>
                <a:cubicBezTo>
                  <a:pt x="1022858" y="1102795"/>
                  <a:pt x="1022399" y="1102336"/>
                  <a:pt x="1022399" y="1102336"/>
                </a:cubicBezTo>
                <a:lnTo>
                  <a:pt x="1017865" y="1094453"/>
                </a:lnTo>
                <a:lnTo>
                  <a:pt x="1017865" y="1094395"/>
                </a:lnTo>
                <a:lnTo>
                  <a:pt x="1017851" y="1094370"/>
                </a:lnTo>
                <a:cubicBezTo>
                  <a:pt x="1017718" y="1094108"/>
                  <a:pt x="1017851" y="1093516"/>
                  <a:pt x="1017851" y="1093516"/>
                </a:cubicBezTo>
                <a:lnTo>
                  <a:pt x="1022382" y="1085635"/>
                </a:lnTo>
                <a:cubicBezTo>
                  <a:pt x="1022582" y="1085372"/>
                  <a:pt x="1023171" y="1085175"/>
                  <a:pt x="1023171" y="1085175"/>
                </a:cubicBezTo>
                <a:close/>
                <a:moveTo>
                  <a:pt x="768623" y="1085175"/>
                </a:moveTo>
                <a:lnTo>
                  <a:pt x="777686" y="1085175"/>
                </a:lnTo>
                <a:cubicBezTo>
                  <a:pt x="778014" y="1085175"/>
                  <a:pt x="778474" y="1085635"/>
                  <a:pt x="778474" y="1085635"/>
                </a:cubicBezTo>
                <a:lnTo>
                  <a:pt x="783006" y="1093516"/>
                </a:lnTo>
                <a:lnTo>
                  <a:pt x="783006" y="1093518"/>
                </a:lnTo>
                <a:lnTo>
                  <a:pt x="783026" y="1093553"/>
                </a:lnTo>
                <a:cubicBezTo>
                  <a:pt x="783158" y="1093816"/>
                  <a:pt x="783026" y="1094406"/>
                  <a:pt x="783026" y="1094406"/>
                </a:cubicBezTo>
                <a:lnTo>
                  <a:pt x="778494" y="1102290"/>
                </a:lnTo>
                <a:cubicBezTo>
                  <a:pt x="778296" y="1102551"/>
                  <a:pt x="777705" y="1102750"/>
                  <a:pt x="777705" y="1102750"/>
                </a:cubicBezTo>
                <a:lnTo>
                  <a:pt x="768643" y="1102750"/>
                </a:lnTo>
                <a:cubicBezTo>
                  <a:pt x="768314" y="1102750"/>
                  <a:pt x="767855" y="1102290"/>
                  <a:pt x="767855" y="1102290"/>
                </a:cubicBezTo>
                <a:lnTo>
                  <a:pt x="763321" y="1094406"/>
                </a:lnTo>
                <a:lnTo>
                  <a:pt x="763321" y="1094403"/>
                </a:lnTo>
                <a:lnTo>
                  <a:pt x="763302" y="1094370"/>
                </a:lnTo>
                <a:cubicBezTo>
                  <a:pt x="763170" y="1094108"/>
                  <a:pt x="763302" y="1093516"/>
                  <a:pt x="763302" y="1093516"/>
                </a:cubicBezTo>
                <a:lnTo>
                  <a:pt x="767834" y="1085635"/>
                </a:lnTo>
                <a:cubicBezTo>
                  <a:pt x="768032" y="1085372"/>
                  <a:pt x="768623" y="1085175"/>
                  <a:pt x="768623" y="1085175"/>
                </a:cubicBezTo>
                <a:close/>
                <a:moveTo>
                  <a:pt x="514170" y="1085175"/>
                </a:moveTo>
                <a:lnTo>
                  <a:pt x="523233" y="1085175"/>
                </a:lnTo>
                <a:lnTo>
                  <a:pt x="523339" y="1085237"/>
                </a:lnTo>
                <a:lnTo>
                  <a:pt x="523382" y="1085237"/>
                </a:lnTo>
                <a:cubicBezTo>
                  <a:pt x="523710" y="1085237"/>
                  <a:pt x="524171" y="1085700"/>
                  <a:pt x="524171" y="1085700"/>
                </a:cubicBezTo>
                <a:lnTo>
                  <a:pt x="528701" y="1093575"/>
                </a:lnTo>
                <a:cubicBezTo>
                  <a:pt x="528833" y="1093840"/>
                  <a:pt x="528701" y="1094430"/>
                  <a:pt x="528701" y="1094430"/>
                </a:cubicBezTo>
                <a:lnTo>
                  <a:pt x="524171" y="1102313"/>
                </a:lnTo>
                <a:cubicBezTo>
                  <a:pt x="523974" y="1102579"/>
                  <a:pt x="523382" y="1102775"/>
                  <a:pt x="523382" y="1102775"/>
                </a:cubicBezTo>
                <a:lnTo>
                  <a:pt x="514319" y="1102775"/>
                </a:lnTo>
                <a:lnTo>
                  <a:pt x="514212" y="1102712"/>
                </a:lnTo>
                <a:lnTo>
                  <a:pt x="514170" y="1102712"/>
                </a:lnTo>
                <a:cubicBezTo>
                  <a:pt x="513840" y="1102712"/>
                  <a:pt x="513381" y="1102252"/>
                  <a:pt x="513381" y="1102252"/>
                </a:cubicBezTo>
                <a:lnTo>
                  <a:pt x="508849" y="1094370"/>
                </a:lnTo>
                <a:cubicBezTo>
                  <a:pt x="508717" y="1094108"/>
                  <a:pt x="508849" y="1093516"/>
                  <a:pt x="508849" y="1093516"/>
                </a:cubicBezTo>
                <a:lnTo>
                  <a:pt x="513381" y="1085635"/>
                </a:lnTo>
                <a:cubicBezTo>
                  <a:pt x="513579" y="1085372"/>
                  <a:pt x="514170" y="1085175"/>
                  <a:pt x="514170" y="1085175"/>
                </a:cubicBezTo>
                <a:close/>
                <a:moveTo>
                  <a:pt x="259931" y="1085175"/>
                </a:moveTo>
                <a:lnTo>
                  <a:pt x="268995" y="1085175"/>
                </a:lnTo>
                <a:cubicBezTo>
                  <a:pt x="269323" y="1085175"/>
                  <a:pt x="269783" y="1085635"/>
                  <a:pt x="269783" y="1085635"/>
                </a:cubicBezTo>
                <a:lnTo>
                  <a:pt x="274315" y="1093516"/>
                </a:lnTo>
                <a:cubicBezTo>
                  <a:pt x="274446" y="1093779"/>
                  <a:pt x="274315" y="1094370"/>
                  <a:pt x="274315" y="1094370"/>
                </a:cubicBezTo>
                <a:lnTo>
                  <a:pt x="269783" y="1102252"/>
                </a:lnTo>
                <a:lnTo>
                  <a:pt x="269739" y="1102278"/>
                </a:lnTo>
                <a:lnTo>
                  <a:pt x="269734" y="1102286"/>
                </a:lnTo>
                <a:cubicBezTo>
                  <a:pt x="269537" y="1102550"/>
                  <a:pt x="268946" y="1102747"/>
                  <a:pt x="268946" y="1102747"/>
                </a:cubicBezTo>
                <a:lnTo>
                  <a:pt x="259881" y="1102747"/>
                </a:lnTo>
                <a:cubicBezTo>
                  <a:pt x="259553" y="1102747"/>
                  <a:pt x="259093" y="1102286"/>
                  <a:pt x="259093" y="1102286"/>
                </a:cubicBezTo>
                <a:lnTo>
                  <a:pt x="254561" y="1094406"/>
                </a:lnTo>
                <a:cubicBezTo>
                  <a:pt x="254430" y="1094141"/>
                  <a:pt x="254561" y="1093553"/>
                  <a:pt x="254561" y="1093553"/>
                </a:cubicBezTo>
                <a:lnTo>
                  <a:pt x="259093" y="1085671"/>
                </a:lnTo>
                <a:lnTo>
                  <a:pt x="259136" y="1085646"/>
                </a:lnTo>
                <a:lnTo>
                  <a:pt x="259142" y="1085635"/>
                </a:lnTo>
                <a:cubicBezTo>
                  <a:pt x="259339" y="1085372"/>
                  <a:pt x="259931" y="1085175"/>
                  <a:pt x="259931" y="1085175"/>
                </a:cubicBezTo>
                <a:close/>
                <a:moveTo>
                  <a:pt x="5604" y="1085175"/>
                </a:moveTo>
                <a:lnTo>
                  <a:pt x="14668" y="1085175"/>
                </a:lnTo>
                <a:cubicBezTo>
                  <a:pt x="14996" y="1085175"/>
                  <a:pt x="15456" y="1085635"/>
                  <a:pt x="15456" y="1085635"/>
                </a:cubicBezTo>
                <a:lnTo>
                  <a:pt x="19988" y="1093516"/>
                </a:lnTo>
                <a:cubicBezTo>
                  <a:pt x="20119" y="1093779"/>
                  <a:pt x="19988" y="1094370"/>
                  <a:pt x="19988" y="1094370"/>
                </a:cubicBezTo>
                <a:lnTo>
                  <a:pt x="15456" y="1102252"/>
                </a:lnTo>
                <a:lnTo>
                  <a:pt x="15393" y="1102289"/>
                </a:lnTo>
                <a:lnTo>
                  <a:pt x="15385" y="1102302"/>
                </a:lnTo>
                <a:cubicBezTo>
                  <a:pt x="15188" y="1102565"/>
                  <a:pt x="14597" y="1102760"/>
                  <a:pt x="14597" y="1102760"/>
                </a:cubicBezTo>
                <a:lnTo>
                  <a:pt x="5535" y="1102760"/>
                </a:lnTo>
                <a:cubicBezTo>
                  <a:pt x="5205" y="1102760"/>
                  <a:pt x="4745" y="1102302"/>
                  <a:pt x="4745" y="1102302"/>
                </a:cubicBezTo>
                <a:lnTo>
                  <a:pt x="213" y="1094419"/>
                </a:lnTo>
                <a:cubicBezTo>
                  <a:pt x="81" y="1094156"/>
                  <a:pt x="213" y="1093564"/>
                  <a:pt x="213" y="1093564"/>
                </a:cubicBezTo>
                <a:lnTo>
                  <a:pt x="4745" y="1085685"/>
                </a:lnTo>
                <a:lnTo>
                  <a:pt x="4807" y="1085649"/>
                </a:lnTo>
                <a:lnTo>
                  <a:pt x="4815" y="1085635"/>
                </a:lnTo>
                <a:cubicBezTo>
                  <a:pt x="5012" y="1085372"/>
                  <a:pt x="5604" y="1085175"/>
                  <a:pt x="5604" y="1085175"/>
                </a:cubicBezTo>
                <a:close/>
                <a:moveTo>
                  <a:pt x="5602126" y="868278"/>
                </a:moveTo>
                <a:lnTo>
                  <a:pt x="5611191" y="868278"/>
                </a:lnTo>
                <a:cubicBezTo>
                  <a:pt x="5611519" y="868278"/>
                  <a:pt x="5611979" y="868735"/>
                  <a:pt x="5611979" y="868735"/>
                </a:cubicBezTo>
                <a:lnTo>
                  <a:pt x="5616511" y="876618"/>
                </a:lnTo>
                <a:cubicBezTo>
                  <a:pt x="5616642" y="876879"/>
                  <a:pt x="5616511" y="877469"/>
                  <a:pt x="5616511" y="877469"/>
                </a:cubicBezTo>
                <a:lnTo>
                  <a:pt x="5611979" y="885352"/>
                </a:lnTo>
                <a:cubicBezTo>
                  <a:pt x="5611782" y="885616"/>
                  <a:pt x="5611191" y="885814"/>
                  <a:pt x="5611191" y="885814"/>
                </a:cubicBezTo>
                <a:lnTo>
                  <a:pt x="5602126" y="885814"/>
                </a:lnTo>
                <a:cubicBezTo>
                  <a:pt x="5601798" y="885814"/>
                  <a:pt x="5601338" y="885352"/>
                  <a:pt x="5601338" y="885352"/>
                </a:cubicBezTo>
                <a:lnTo>
                  <a:pt x="5596807" y="877469"/>
                </a:lnTo>
                <a:cubicBezTo>
                  <a:pt x="5596675" y="877207"/>
                  <a:pt x="5596807" y="876618"/>
                  <a:pt x="5596807" y="876618"/>
                </a:cubicBezTo>
                <a:lnTo>
                  <a:pt x="5601338" y="868735"/>
                </a:lnTo>
                <a:cubicBezTo>
                  <a:pt x="5601536" y="868475"/>
                  <a:pt x="5602126" y="868278"/>
                  <a:pt x="5602126" y="868278"/>
                </a:cubicBezTo>
                <a:close/>
                <a:moveTo>
                  <a:pt x="9926861" y="868276"/>
                </a:moveTo>
                <a:lnTo>
                  <a:pt x="9935924" y="868276"/>
                </a:lnTo>
                <a:cubicBezTo>
                  <a:pt x="9936254" y="868276"/>
                  <a:pt x="9936713" y="868733"/>
                  <a:pt x="9936713" y="868733"/>
                </a:cubicBezTo>
                <a:lnTo>
                  <a:pt x="9941246" y="876616"/>
                </a:lnTo>
                <a:cubicBezTo>
                  <a:pt x="9941376" y="876877"/>
                  <a:pt x="9941246" y="877469"/>
                  <a:pt x="9941246" y="877469"/>
                </a:cubicBezTo>
                <a:lnTo>
                  <a:pt x="9936713" y="885350"/>
                </a:lnTo>
                <a:cubicBezTo>
                  <a:pt x="9936516" y="885613"/>
                  <a:pt x="9935924" y="885812"/>
                  <a:pt x="9935924" y="885812"/>
                </a:cubicBezTo>
                <a:lnTo>
                  <a:pt x="9926861" y="885812"/>
                </a:lnTo>
                <a:cubicBezTo>
                  <a:pt x="9926532" y="885812"/>
                  <a:pt x="9926073" y="885350"/>
                  <a:pt x="9926073" y="885350"/>
                </a:cubicBezTo>
                <a:lnTo>
                  <a:pt x="9921541" y="877469"/>
                </a:lnTo>
                <a:cubicBezTo>
                  <a:pt x="9921410" y="877207"/>
                  <a:pt x="9921541" y="876616"/>
                  <a:pt x="9921541" y="876616"/>
                </a:cubicBezTo>
                <a:lnTo>
                  <a:pt x="9926073" y="868733"/>
                </a:lnTo>
                <a:cubicBezTo>
                  <a:pt x="9926270" y="868473"/>
                  <a:pt x="9926861" y="868276"/>
                  <a:pt x="9926861" y="868276"/>
                </a:cubicBezTo>
                <a:close/>
                <a:moveTo>
                  <a:pt x="7891684" y="868271"/>
                </a:moveTo>
                <a:lnTo>
                  <a:pt x="7900748" y="868271"/>
                </a:lnTo>
                <a:cubicBezTo>
                  <a:pt x="7901076" y="868271"/>
                  <a:pt x="7901536" y="868733"/>
                  <a:pt x="7901536" y="868733"/>
                </a:cubicBezTo>
                <a:lnTo>
                  <a:pt x="7906067" y="876613"/>
                </a:lnTo>
                <a:cubicBezTo>
                  <a:pt x="7906199" y="876876"/>
                  <a:pt x="7906067" y="877465"/>
                  <a:pt x="7906067" y="877465"/>
                </a:cubicBezTo>
                <a:lnTo>
                  <a:pt x="7901536" y="885349"/>
                </a:lnTo>
                <a:cubicBezTo>
                  <a:pt x="7901339" y="885611"/>
                  <a:pt x="7900748" y="885809"/>
                  <a:pt x="7900748" y="885809"/>
                </a:cubicBezTo>
                <a:lnTo>
                  <a:pt x="7891684" y="885809"/>
                </a:lnTo>
                <a:cubicBezTo>
                  <a:pt x="7891355" y="885809"/>
                  <a:pt x="7890896" y="885349"/>
                  <a:pt x="7890896" y="885349"/>
                </a:cubicBezTo>
                <a:lnTo>
                  <a:pt x="7886363" y="877465"/>
                </a:lnTo>
                <a:cubicBezTo>
                  <a:pt x="7886233" y="877206"/>
                  <a:pt x="7886363" y="876613"/>
                  <a:pt x="7886363" y="876613"/>
                </a:cubicBezTo>
                <a:lnTo>
                  <a:pt x="7890896" y="868733"/>
                </a:lnTo>
                <a:cubicBezTo>
                  <a:pt x="7891093" y="868467"/>
                  <a:pt x="7891684" y="868271"/>
                  <a:pt x="7891684" y="868271"/>
                </a:cubicBezTo>
                <a:close/>
                <a:moveTo>
                  <a:pt x="7382923" y="868271"/>
                </a:moveTo>
                <a:lnTo>
                  <a:pt x="7391987" y="868271"/>
                </a:lnTo>
                <a:cubicBezTo>
                  <a:pt x="7392315" y="868271"/>
                  <a:pt x="7392775" y="868733"/>
                  <a:pt x="7392775" y="868733"/>
                </a:cubicBezTo>
                <a:lnTo>
                  <a:pt x="7397307" y="876613"/>
                </a:lnTo>
                <a:cubicBezTo>
                  <a:pt x="7397438" y="876876"/>
                  <a:pt x="7397307" y="877466"/>
                  <a:pt x="7397307" y="877466"/>
                </a:cubicBezTo>
                <a:lnTo>
                  <a:pt x="7392775" y="885350"/>
                </a:lnTo>
                <a:cubicBezTo>
                  <a:pt x="7392578" y="885611"/>
                  <a:pt x="7391987" y="885809"/>
                  <a:pt x="7391987" y="885809"/>
                </a:cubicBezTo>
                <a:lnTo>
                  <a:pt x="7382923" y="885809"/>
                </a:lnTo>
                <a:cubicBezTo>
                  <a:pt x="7382595" y="885809"/>
                  <a:pt x="7382135" y="885350"/>
                  <a:pt x="7382135" y="885350"/>
                </a:cubicBezTo>
                <a:lnTo>
                  <a:pt x="7377602" y="877466"/>
                </a:lnTo>
                <a:cubicBezTo>
                  <a:pt x="7377471" y="877206"/>
                  <a:pt x="7377602" y="876613"/>
                  <a:pt x="7377602" y="876613"/>
                </a:cubicBezTo>
                <a:lnTo>
                  <a:pt x="7382135" y="868733"/>
                </a:lnTo>
                <a:cubicBezTo>
                  <a:pt x="7382331" y="868467"/>
                  <a:pt x="7382923" y="868271"/>
                  <a:pt x="7382923" y="868271"/>
                </a:cubicBezTo>
                <a:close/>
                <a:moveTo>
                  <a:pt x="10181242" y="868269"/>
                </a:moveTo>
                <a:lnTo>
                  <a:pt x="10190305" y="868269"/>
                </a:lnTo>
                <a:cubicBezTo>
                  <a:pt x="10190635" y="868269"/>
                  <a:pt x="10191093" y="868730"/>
                  <a:pt x="10191093" y="868730"/>
                </a:cubicBezTo>
                <a:lnTo>
                  <a:pt x="10195626" y="876609"/>
                </a:lnTo>
                <a:cubicBezTo>
                  <a:pt x="10195758" y="876870"/>
                  <a:pt x="10195626" y="877463"/>
                  <a:pt x="10195626" y="877463"/>
                </a:cubicBezTo>
                <a:lnTo>
                  <a:pt x="10191093" y="885343"/>
                </a:lnTo>
                <a:cubicBezTo>
                  <a:pt x="10190896" y="885607"/>
                  <a:pt x="10190305" y="885804"/>
                  <a:pt x="10190305" y="885804"/>
                </a:cubicBezTo>
                <a:lnTo>
                  <a:pt x="10181242" y="885804"/>
                </a:lnTo>
                <a:cubicBezTo>
                  <a:pt x="10180914" y="885804"/>
                  <a:pt x="10180453" y="885343"/>
                  <a:pt x="10180453" y="885343"/>
                </a:cubicBezTo>
                <a:lnTo>
                  <a:pt x="10175922" y="877463"/>
                </a:lnTo>
                <a:cubicBezTo>
                  <a:pt x="10175790" y="877199"/>
                  <a:pt x="10175922" y="876609"/>
                  <a:pt x="10175922" y="876609"/>
                </a:cubicBezTo>
                <a:lnTo>
                  <a:pt x="10180453" y="868730"/>
                </a:lnTo>
                <a:cubicBezTo>
                  <a:pt x="10180650" y="868465"/>
                  <a:pt x="10181242" y="868269"/>
                  <a:pt x="10181242" y="868269"/>
                </a:cubicBezTo>
                <a:close/>
                <a:moveTo>
                  <a:pt x="9672481" y="868265"/>
                </a:moveTo>
                <a:lnTo>
                  <a:pt x="9681545" y="868265"/>
                </a:lnTo>
                <a:cubicBezTo>
                  <a:pt x="9681872" y="868265"/>
                  <a:pt x="9682333" y="868724"/>
                  <a:pt x="9682333" y="868724"/>
                </a:cubicBezTo>
                <a:lnTo>
                  <a:pt x="9686865" y="876605"/>
                </a:lnTo>
                <a:cubicBezTo>
                  <a:pt x="9686996" y="876870"/>
                  <a:pt x="9686865" y="877458"/>
                  <a:pt x="9686865" y="877458"/>
                </a:cubicBezTo>
                <a:lnTo>
                  <a:pt x="9682333" y="885342"/>
                </a:lnTo>
                <a:cubicBezTo>
                  <a:pt x="9682136" y="885605"/>
                  <a:pt x="9681545" y="885801"/>
                  <a:pt x="9681545" y="885801"/>
                </a:cubicBezTo>
                <a:lnTo>
                  <a:pt x="9672481" y="885801"/>
                </a:lnTo>
                <a:cubicBezTo>
                  <a:pt x="9672152" y="885801"/>
                  <a:pt x="9671693" y="885342"/>
                  <a:pt x="9671693" y="885342"/>
                </a:cubicBezTo>
                <a:lnTo>
                  <a:pt x="9667160" y="877458"/>
                </a:lnTo>
                <a:cubicBezTo>
                  <a:pt x="9667030" y="877198"/>
                  <a:pt x="9667160" y="876605"/>
                  <a:pt x="9667160" y="876605"/>
                </a:cubicBezTo>
                <a:lnTo>
                  <a:pt x="9671693" y="868724"/>
                </a:lnTo>
                <a:cubicBezTo>
                  <a:pt x="9671890" y="868462"/>
                  <a:pt x="9672481" y="868265"/>
                  <a:pt x="9672481" y="868265"/>
                </a:cubicBezTo>
                <a:close/>
                <a:moveTo>
                  <a:pt x="8654892" y="868265"/>
                </a:moveTo>
                <a:lnTo>
                  <a:pt x="8663955" y="868265"/>
                </a:lnTo>
                <a:cubicBezTo>
                  <a:pt x="8664285" y="868265"/>
                  <a:pt x="8664744" y="868724"/>
                  <a:pt x="8664744" y="868724"/>
                </a:cubicBezTo>
                <a:lnTo>
                  <a:pt x="8669277" y="876605"/>
                </a:lnTo>
                <a:cubicBezTo>
                  <a:pt x="8669408" y="876870"/>
                  <a:pt x="8669277" y="877458"/>
                  <a:pt x="8669277" y="877458"/>
                </a:cubicBezTo>
                <a:lnTo>
                  <a:pt x="8664744" y="885342"/>
                </a:lnTo>
                <a:cubicBezTo>
                  <a:pt x="8664548" y="885605"/>
                  <a:pt x="8663955" y="885802"/>
                  <a:pt x="8663955" y="885802"/>
                </a:cubicBezTo>
                <a:lnTo>
                  <a:pt x="8654892" y="885802"/>
                </a:lnTo>
                <a:cubicBezTo>
                  <a:pt x="8654565" y="885802"/>
                  <a:pt x="8654104" y="885342"/>
                  <a:pt x="8654104" y="885342"/>
                </a:cubicBezTo>
                <a:lnTo>
                  <a:pt x="8649572" y="877458"/>
                </a:lnTo>
                <a:cubicBezTo>
                  <a:pt x="8649441" y="877198"/>
                  <a:pt x="8649572" y="876605"/>
                  <a:pt x="8649572" y="876605"/>
                </a:cubicBezTo>
                <a:lnTo>
                  <a:pt x="8654104" y="868724"/>
                </a:lnTo>
                <a:cubicBezTo>
                  <a:pt x="8654301" y="868462"/>
                  <a:pt x="8654892" y="868265"/>
                  <a:pt x="8654892" y="868265"/>
                </a:cubicBezTo>
                <a:close/>
                <a:moveTo>
                  <a:pt x="6365334" y="868265"/>
                </a:moveTo>
                <a:lnTo>
                  <a:pt x="6374397" y="868265"/>
                </a:lnTo>
                <a:cubicBezTo>
                  <a:pt x="6374727" y="868265"/>
                  <a:pt x="6375186" y="868724"/>
                  <a:pt x="6375186" y="868724"/>
                </a:cubicBezTo>
                <a:lnTo>
                  <a:pt x="6379718" y="876604"/>
                </a:lnTo>
                <a:cubicBezTo>
                  <a:pt x="6379849" y="876867"/>
                  <a:pt x="6379718" y="877458"/>
                  <a:pt x="6379718" y="877458"/>
                </a:cubicBezTo>
                <a:lnTo>
                  <a:pt x="6375186" y="885339"/>
                </a:lnTo>
                <a:cubicBezTo>
                  <a:pt x="6374988" y="885605"/>
                  <a:pt x="6374397" y="885798"/>
                  <a:pt x="6374397" y="885798"/>
                </a:cubicBezTo>
                <a:lnTo>
                  <a:pt x="6365334" y="885798"/>
                </a:lnTo>
                <a:cubicBezTo>
                  <a:pt x="6365005" y="885798"/>
                  <a:pt x="6364546" y="885339"/>
                  <a:pt x="6364546" y="885339"/>
                </a:cubicBezTo>
                <a:lnTo>
                  <a:pt x="6360014" y="877458"/>
                </a:lnTo>
                <a:cubicBezTo>
                  <a:pt x="6359882" y="877196"/>
                  <a:pt x="6360014" y="876604"/>
                  <a:pt x="6360014" y="876604"/>
                </a:cubicBezTo>
                <a:lnTo>
                  <a:pt x="6364546" y="868724"/>
                </a:lnTo>
                <a:cubicBezTo>
                  <a:pt x="6364743" y="868462"/>
                  <a:pt x="6365334" y="868265"/>
                  <a:pt x="6365334" y="868265"/>
                </a:cubicBezTo>
                <a:close/>
                <a:moveTo>
                  <a:pt x="4075999" y="868265"/>
                </a:moveTo>
                <a:lnTo>
                  <a:pt x="4085064" y="868265"/>
                </a:lnTo>
                <a:cubicBezTo>
                  <a:pt x="4085391" y="868265"/>
                  <a:pt x="4085852" y="868724"/>
                  <a:pt x="4085852" y="868724"/>
                </a:cubicBezTo>
                <a:lnTo>
                  <a:pt x="4090383" y="876605"/>
                </a:lnTo>
                <a:cubicBezTo>
                  <a:pt x="4090517" y="876868"/>
                  <a:pt x="4090383" y="877458"/>
                  <a:pt x="4090383" y="877458"/>
                </a:cubicBezTo>
                <a:lnTo>
                  <a:pt x="4085852" y="885340"/>
                </a:lnTo>
                <a:cubicBezTo>
                  <a:pt x="4085655" y="885605"/>
                  <a:pt x="4085064" y="885801"/>
                  <a:pt x="4085064" y="885801"/>
                </a:cubicBezTo>
                <a:lnTo>
                  <a:pt x="4075999" y="885801"/>
                </a:lnTo>
                <a:cubicBezTo>
                  <a:pt x="4075672" y="885801"/>
                  <a:pt x="4075214" y="885340"/>
                  <a:pt x="4075214" y="885340"/>
                </a:cubicBezTo>
                <a:lnTo>
                  <a:pt x="4070679" y="877458"/>
                </a:lnTo>
                <a:cubicBezTo>
                  <a:pt x="4070547" y="877197"/>
                  <a:pt x="4070679" y="876605"/>
                  <a:pt x="4070679" y="876605"/>
                </a:cubicBezTo>
                <a:lnTo>
                  <a:pt x="4075214" y="868724"/>
                </a:lnTo>
                <a:cubicBezTo>
                  <a:pt x="4075409" y="868462"/>
                  <a:pt x="4075999" y="868265"/>
                  <a:pt x="4075999" y="868265"/>
                </a:cubicBezTo>
                <a:close/>
                <a:moveTo>
                  <a:pt x="5093300" y="868259"/>
                </a:moveTo>
                <a:lnTo>
                  <a:pt x="5102364" y="868259"/>
                </a:lnTo>
                <a:cubicBezTo>
                  <a:pt x="5102693" y="868259"/>
                  <a:pt x="5103153" y="868720"/>
                  <a:pt x="5103153" y="868720"/>
                </a:cubicBezTo>
                <a:lnTo>
                  <a:pt x="5107684" y="876600"/>
                </a:lnTo>
                <a:cubicBezTo>
                  <a:pt x="5107815" y="876864"/>
                  <a:pt x="5107684" y="877455"/>
                  <a:pt x="5107684" y="877455"/>
                </a:cubicBezTo>
                <a:lnTo>
                  <a:pt x="5103153" y="885334"/>
                </a:lnTo>
                <a:cubicBezTo>
                  <a:pt x="5102955" y="885600"/>
                  <a:pt x="5102364" y="885796"/>
                  <a:pt x="5102364" y="885796"/>
                </a:cubicBezTo>
                <a:lnTo>
                  <a:pt x="5093300" y="885796"/>
                </a:lnTo>
                <a:cubicBezTo>
                  <a:pt x="5092972" y="885796"/>
                  <a:pt x="5092512" y="885334"/>
                  <a:pt x="5092512" y="885334"/>
                </a:cubicBezTo>
                <a:lnTo>
                  <a:pt x="5087979" y="877455"/>
                </a:lnTo>
                <a:cubicBezTo>
                  <a:pt x="5087848" y="877192"/>
                  <a:pt x="5087979" y="876600"/>
                  <a:pt x="5087979" y="876600"/>
                </a:cubicBezTo>
                <a:lnTo>
                  <a:pt x="5092512" y="868720"/>
                </a:lnTo>
                <a:cubicBezTo>
                  <a:pt x="5092708" y="868457"/>
                  <a:pt x="5093300" y="868259"/>
                  <a:pt x="5093300" y="868259"/>
                </a:cubicBezTo>
                <a:close/>
                <a:moveTo>
                  <a:pt x="7128477" y="868250"/>
                </a:moveTo>
                <a:lnTo>
                  <a:pt x="7137540" y="868250"/>
                </a:lnTo>
                <a:cubicBezTo>
                  <a:pt x="7137869" y="868250"/>
                  <a:pt x="7138328" y="868712"/>
                  <a:pt x="7138328" y="868712"/>
                </a:cubicBezTo>
                <a:lnTo>
                  <a:pt x="7142860" y="876594"/>
                </a:lnTo>
                <a:cubicBezTo>
                  <a:pt x="7142992" y="876855"/>
                  <a:pt x="7142860" y="877446"/>
                  <a:pt x="7142860" y="877446"/>
                </a:cubicBezTo>
                <a:lnTo>
                  <a:pt x="7138328" y="885328"/>
                </a:lnTo>
                <a:cubicBezTo>
                  <a:pt x="7138131" y="885590"/>
                  <a:pt x="7137540" y="885789"/>
                  <a:pt x="7137540" y="885789"/>
                </a:cubicBezTo>
                <a:lnTo>
                  <a:pt x="7128477" y="885789"/>
                </a:lnTo>
                <a:cubicBezTo>
                  <a:pt x="7128148" y="885789"/>
                  <a:pt x="7127689" y="885328"/>
                  <a:pt x="7127689" y="885328"/>
                </a:cubicBezTo>
                <a:lnTo>
                  <a:pt x="7123156" y="877446"/>
                </a:lnTo>
                <a:cubicBezTo>
                  <a:pt x="7123024" y="877184"/>
                  <a:pt x="7123156" y="876594"/>
                  <a:pt x="7123156" y="876594"/>
                </a:cubicBezTo>
                <a:lnTo>
                  <a:pt x="7127689" y="868712"/>
                </a:lnTo>
                <a:cubicBezTo>
                  <a:pt x="7127885" y="868451"/>
                  <a:pt x="7128477" y="868250"/>
                  <a:pt x="7128477" y="868250"/>
                </a:cubicBezTo>
                <a:close/>
                <a:moveTo>
                  <a:pt x="4584538" y="868247"/>
                </a:moveTo>
                <a:lnTo>
                  <a:pt x="4593603" y="868247"/>
                </a:lnTo>
                <a:cubicBezTo>
                  <a:pt x="4593932" y="868247"/>
                  <a:pt x="4594390" y="868705"/>
                  <a:pt x="4594390" y="868705"/>
                </a:cubicBezTo>
                <a:lnTo>
                  <a:pt x="4598922" y="876587"/>
                </a:lnTo>
                <a:cubicBezTo>
                  <a:pt x="4599054" y="876850"/>
                  <a:pt x="4598922" y="877440"/>
                  <a:pt x="4598922" y="877440"/>
                </a:cubicBezTo>
                <a:lnTo>
                  <a:pt x="4594390" y="885321"/>
                </a:lnTo>
                <a:cubicBezTo>
                  <a:pt x="4594193" y="885587"/>
                  <a:pt x="4593603" y="885782"/>
                  <a:pt x="4593603" y="885782"/>
                </a:cubicBezTo>
                <a:lnTo>
                  <a:pt x="4584538" y="885782"/>
                </a:lnTo>
                <a:cubicBezTo>
                  <a:pt x="4584210" y="885782"/>
                  <a:pt x="4583749" y="885321"/>
                  <a:pt x="4583749" y="885321"/>
                </a:cubicBezTo>
                <a:lnTo>
                  <a:pt x="4579218" y="877440"/>
                </a:lnTo>
                <a:cubicBezTo>
                  <a:pt x="4579087" y="877178"/>
                  <a:pt x="4579218" y="876587"/>
                  <a:pt x="4579218" y="876587"/>
                </a:cubicBezTo>
                <a:lnTo>
                  <a:pt x="4583749" y="868705"/>
                </a:lnTo>
                <a:cubicBezTo>
                  <a:pt x="4583948" y="868444"/>
                  <a:pt x="4584538" y="868247"/>
                  <a:pt x="4584538" y="868247"/>
                </a:cubicBezTo>
                <a:close/>
                <a:moveTo>
                  <a:pt x="6110888" y="868238"/>
                </a:moveTo>
                <a:lnTo>
                  <a:pt x="6119953" y="868238"/>
                </a:lnTo>
                <a:cubicBezTo>
                  <a:pt x="6120280" y="868238"/>
                  <a:pt x="6120740" y="868698"/>
                  <a:pt x="6120740" y="868698"/>
                </a:cubicBezTo>
                <a:lnTo>
                  <a:pt x="6125272" y="876578"/>
                </a:lnTo>
                <a:cubicBezTo>
                  <a:pt x="6125403" y="876840"/>
                  <a:pt x="6125272" y="877432"/>
                  <a:pt x="6125272" y="877432"/>
                </a:cubicBezTo>
                <a:lnTo>
                  <a:pt x="6120740" y="885315"/>
                </a:lnTo>
                <a:cubicBezTo>
                  <a:pt x="6120543" y="885577"/>
                  <a:pt x="6119953" y="885774"/>
                  <a:pt x="6119953" y="885774"/>
                </a:cubicBezTo>
                <a:lnTo>
                  <a:pt x="6110888" y="885774"/>
                </a:lnTo>
                <a:cubicBezTo>
                  <a:pt x="6110560" y="885774"/>
                  <a:pt x="6110101" y="885315"/>
                  <a:pt x="6110101" y="885315"/>
                </a:cubicBezTo>
                <a:lnTo>
                  <a:pt x="6105567" y="877432"/>
                </a:lnTo>
                <a:cubicBezTo>
                  <a:pt x="6105436" y="877169"/>
                  <a:pt x="6105567" y="876578"/>
                  <a:pt x="6105567" y="876578"/>
                </a:cubicBezTo>
                <a:lnTo>
                  <a:pt x="6110101" y="868698"/>
                </a:lnTo>
                <a:cubicBezTo>
                  <a:pt x="6110296" y="868434"/>
                  <a:pt x="6110888" y="868238"/>
                  <a:pt x="6110888" y="868238"/>
                </a:cubicBezTo>
                <a:close/>
                <a:moveTo>
                  <a:pt x="10435622" y="868231"/>
                </a:moveTo>
                <a:lnTo>
                  <a:pt x="10444686" y="868231"/>
                </a:lnTo>
                <a:cubicBezTo>
                  <a:pt x="10445015" y="868231"/>
                  <a:pt x="10445474" y="868693"/>
                  <a:pt x="10445474" y="868693"/>
                </a:cubicBezTo>
                <a:lnTo>
                  <a:pt x="10450007" y="876574"/>
                </a:lnTo>
                <a:cubicBezTo>
                  <a:pt x="10450138" y="876837"/>
                  <a:pt x="10450007" y="877426"/>
                  <a:pt x="10450007" y="877426"/>
                </a:cubicBezTo>
                <a:lnTo>
                  <a:pt x="10445474" y="885308"/>
                </a:lnTo>
                <a:cubicBezTo>
                  <a:pt x="10445278" y="885572"/>
                  <a:pt x="10444686" y="885771"/>
                  <a:pt x="10444686" y="885771"/>
                </a:cubicBezTo>
                <a:lnTo>
                  <a:pt x="10435622" y="885771"/>
                </a:lnTo>
                <a:cubicBezTo>
                  <a:pt x="10435295" y="885771"/>
                  <a:pt x="10434834" y="885308"/>
                  <a:pt x="10434834" y="885308"/>
                </a:cubicBezTo>
                <a:lnTo>
                  <a:pt x="10430302" y="877426"/>
                </a:lnTo>
                <a:cubicBezTo>
                  <a:pt x="10430171" y="877165"/>
                  <a:pt x="10430302" y="876574"/>
                  <a:pt x="10430302" y="876574"/>
                </a:cubicBezTo>
                <a:lnTo>
                  <a:pt x="10434834" y="868693"/>
                </a:lnTo>
                <a:cubicBezTo>
                  <a:pt x="10435031" y="868431"/>
                  <a:pt x="10435622" y="868231"/>
                  <a:pt x="10435622" y="868231"/>
                </a:cubicBezTo>
                <a:close/>
                <a:moveTo>
                  <a:pt x="8400511" y="868228"/>
                </a:moveTo>
                <a:lnTo>
                  <a:pt x="8409575" y="868228"/>
                </a:lnTo>
                <a:cubicBezTo>
                  <a:pt x="8409904" y="868228"/>
                  <a:pt x="8410363" y="868691"/>
                  <a:pt x="8410363" y="868691"/>
                </a:cubicBezTo>
                <a:lnTo>
                  <a:pt x="8414896" y="876570"/>
                </a:lnTo>
                <a:cubicBezTo>
                  <a:pt x="8415027" y="876834"/>
                  <a:pt x="8414896" y="877424"/>
                  <a:pt x="8414896" y="877424"/>
                </a:cubicBezTo>
                <a:lnTo>
                  <a:pt x="8410363" y="885307"/>
                </a:lnTo>
                <a:cubicBezTo>
                  <a:pt x="8410166" y="885569"/>
                  <a:pt x="8409575" y="885766"/>
                  <a:pt x="8409575" y="885766"/>
                </a:cubicBezTo>
                <a:lnTo>
                  <a:pt x="8400511" y="885766"/>
                </a:lnTo>
                <a:cubicBezTo>
                  <a:pt x="8400184" y="885766"/>
                  <a:pt x="8399723" y="885307"/>
                  <a:pt x="8399723" y="885307"/>
                </a:cubicBezTo>
                <a:lnTo>
                  <a:pt x="8395191" y="877424"/>
                </a:lnTo>
                <a:cubicBezTo>
                  <a:pt x="8395060" y="877162"/>
                  <a:pt x="8395191" y="876570"/>
                  <a:pt x="8395191" y="876570"/>
                </a:cubicBezTo>
                <a:lnTo>
                  <a:pt x="8399723" y="868691"/>
                </a:lnTo>
                <a:cubicBezTo>
                  <a:pt x="8399920" y="868425"/>
                  <a:pt x="8400511" y="868228"/>
                  <a:pt x="8400511" y="868228"/>
                </a:cubicBezTo>
                <a:close/>
                <a:moveTo>
                  <a:pt x="4330157" y="868228"/>
                </a:moveTo>
                <a:lnTo>
                  <a:pt x="4339222" y="868228"/>
                </a:lnTo>
                <a:cubicBezTo>
                  <a:pt x="4339550" y="868228"/>
                  <a:pt x="4340010" y="868688"/>
                  <a:pt x="4340010" y="868688"/>
                </a:cubicBezTo>
                <a:lnTo>
                  <a:pt x="4344540" y="876567"/>
                </a:lnTo>
                <a:cubicBezTo>
                  <a:pt x="4344672" y="876832"/>
                  <a:pt x="4344540" y="877422"/>
                  <a:pt x="4344540" y="877422"/>
                </a:cubicBezTo>
                <a:lnTo>
                  <a:pt x="4340010" y="885304"/>
                </a:lnTo>
                <a:cubicBezTo>
                  <a:pt x="4339812" y="885566"/>
                  <a:pt x="4339222" y="885765"/>
                  <a:pt x="4339222" y="885765"/>
                </a:cubicBezTo>
                <a:lnTo>
                  <a:pt x="4330157" y="885765"/>
                </a:lnTo>
                <a:cubicBezTo>
                  <a:pt x="4329829" y="885765"/>
                  <a:pt x="4329369" y="885304"/>
                  <a:pt x="4329369" y="885304"/>
                </a:cubicBezTo>
                <a:lnTo>
                  <a:pt x="4324836" y="877422"/>
                </a:lnTo>
                <a:cubicBezTo>
                  <a:pt x="4324706" y="877160"/>
                  <a:pt x="4324836" y="876567"/>
                  <a:pt x="4324836" y="876567"/>
                </a:cubicBezTo>
                <a:lnTo>
                  <a:pt x="4329369" y="868688"/>
                </a:lnTo>
                <a:cubicBezTo>
                  <a:pt x="4329565" y="868424"/>
                  <a:pt x="4330157" y="868228"/>
                  <a:pt x="4330157" y="868228"/>
                </a:cubicBezTo>
                <a:close/>
                <a:moveTo>
                  <a:pt x="9418035" y="868224"/>
                </a:moveTo>
                <a:lnTo>
                  <a:pt x="9427099" y="868224"/>
                </a:lnTo>
                <a:cubicBezTo>
                  <a:pt x="9427427" y="868224"/>
                  <a:pt x="9427887" y="868682"/>
                  <a:pt x="9427887" y="868682"/>
                </a:cubicBezTo>
                <a:lnTo>
                  <a:pt x="9432419" y="876564"/>
                </a:lnTo>
                <a:cubicBezTo>
                  <a:pt x="9432550" y="876826"/>
                  <a:pt x="9432419" y="877417"/>
                  <a:pt x="9432419" y="877417"/>
                </a:cubicBezTo>
                <a:lnTo>
                  <a:pt x="9427887" y="885298"/>
                </a:lnTo>
                <a:cubicBezTo>
                  <a:pt x="9427690" y="885563"/>
                  <a:pt x="9427099" y="885761"/>
                  <a:pt x="9427099" y="885761"/>
                </a:cubicBezTo>
                <a:lnTo>
                  <a:pt x="9418035" y="885761"/>
                </a:lnTo>
                <a:cubicBezTo>
                  <a:pt x="9417707" y="885761"/>
                  <a:pt x="9417247" y="885298"/>
                  <a:pt x="9417247" y="885298"/>
                </a:cubicBezTo>
                <a:lnTo>
                  <a:pt x="9412714" y="877417"/>
                </a:lnTo>
                <a:cubicBezTo>
                  <a:pt x="9412583" y="877155"/>
                  <a:pt x="9412714" y="876564"/>
                  <a:pt x="9412714" y="876564"/>
                </a:cubicBezTo>
                <a:lnTo>
                  <a:pt x="9417247" y="868682"/>
                </a:lnTo>
                <a:cubicBezTo>
                  <a:pt x="9417444" y="868420"/>
                  <a:pt x="9418035" y="868224"/>
                  <a:pt x="9418035" y="868224"/>
                </a:cubicBezTo>
                <a:close/>
                <a:moveTo>
                  <a:pt x="5347746" y="868217"/>
                </a:moveTo>
                <a:lnTo>
                  <a:pt x="5356810" y="868217"/>
                </a:lnTo>
                <a:cubicBezTo>
                  <a:pt x="5357138" y="868217"/>
                  <a:pt x="5357598" y="868675"/>
                  <a:pt x="5357598" y="868675"/>
                </a:cubicBezTo>
                <a:lnTo>
                  <a:pt x="5362130" y="876558"/>
                </a:lnTo>
                <a:cubicBezTo>
                  <a:pt x="5362261" y="876819"/>
                  <a:pt x="5362130" y="877411"/>
                  <a:pt x="5362130" y="877411"/>
                </a:cubicBezTo>
                <a:lnTo>
                  <a:pt x="5357598" y="885291"/>
                </a:lnTo>
                <a:cubicBezTo>
                  <a:pt x="5357401" y="885555"/>
                  <a:pt x="5356810" y="885752"/>
                  <a:pt x="5356810" y="885752"/>
                </a:cubicBezTo>
                <a:lnTo>
                  <a:pt x="5347746" y="885752"/>
                </a:lnTo>
                <a:cubicBezTo>
                  <a:pt x="5347418" y="885752"/>
                  <a:pt x="5346958" y="885291"/>
                  <a:pt x="5346958" y="885291"/>
                </a:cubicBezTo>
                <a:lnTo>
                  <a:pt x="5342425" y="877411"/>
                </a:lnTo>
                <a:cubicBezTo>
                  <a:pt x="5342295" y="877148"/>
                  <a:pt x="5342425" y="876558"/>
                  <a:pt x="5342425" y="876558"/>
                </a:cubicBezTo>
                <a:lnTo>
                  <a:pt x="5346958" y="868675"/>
                </a:lnTo>
                <a:cubicBezTo>
                  <a:pt x="5347154" y="868413"/>
                  <a:pt x="5347746" y="868217"/>
                  <a:pt x="5347746" y="868217"/>
                </a:cubicBezTo>
                <a:close/>
                <a:moveTo>
                  <a:pt x="8146065" y="868208"/>
                </a:moveTo>
                <a:lnTo>
                  <a:pt x="8155129" y="868208"/>
                </a:lnTo>
                <a:cubicBezTo>
                  <a:pt x="8155458" y="868208"/>
                  <a:pt x="8155917" y="868667"/>
                  <a:pt x="8155917" y="868667"/>
                </a:cubicBezTo>
                <a:lnTo>
                  <a:pt x="8160449" y="876547"/>
                </a:lnTo>
                <a:cubicBezTo>
                  <a:pt x="8160580" y="876811"/>
                  <a:pt x="8160449" y="877401"/>
                  <a:pt x="8160449" y="877401"/>
                </a:cubicBezTo>
                <a:lnTo>
                  <a:pt x="8155917" y="885283"/>
                </a:lnTo>
                <a:cubicBezTo>
                  <a:pt x="8155719" y="885547"/>
                  <a:pt x="8155129" y="885744"/>
                  <a:pt x="8155129" y="885744"/>
                </a:cubicBezTo>
                <a:lnTo>
                  <a:pt x="8146065" y="885744"/>
                </a:lnTo>
                <a:cubicBezTo>
                  <a:pt x="8145737" y="885744"/>
                  <a:pt x="8145277" y="885283"/>
                  <a:pt x="8145277" y="885283"/>
                </a:cubicBezTo>
                <a:lnTo>
                  <a:pt x="8140745" y="877401"/>
                </a:lnTo>
                <a:cubicBezTo>
                  <a:pt x="8140613" y="877139"/>
                  <a:pt x="8140745" y="876547"/>
                  <a:pt x="8140745" y="876547"/>
                </a:cubicBezTo>
                <a:lnTo>
                  <a:pt x="8145277" y="868667"/>
                </a:lnTo>
                <a:cubicBezTo>
                  <a:pt x="8145474" y="868404"/>
                  <a:pt x="8146065" y="868208"/>
                  <a:pt x="8146065" y="868208"/>
                </a:cubicBezTo>
                <a:close/>
                <a:moveTo>
                  <a:pt x="7637304" y="868208"/>
                </a:moveTo>
                <a:lnTo>
                  <a:pt x="7646367" y="868208"/>
                </a:lnTo>
                <a:cubicBezTo>
                  <a:pt x="7646696" y="868208"/>
                  <a:pt x="7647156" y="868667"/>
                  <a:pt x="7647156" y="868667"/>
                </a:cubicBezTo>
                <a:lnTo>
                  <a:pt x="7651687" y="876548"/>
                </a:lnTo>
                <a:cubicBezTo>
                  <a:pt x="7651819" y="876811"/>
                  <a:pt x="7651687" y="877403"/>
                  <a:pt x="7651687" y="877403"/>
                </a:cubicBezTo>
                <a:lnTo>
                  <a:pt x="7647156" y="885284"/>
                </a:lnTo>
                <a:cubicBezTo>
                  <a:pt x="7646958" y="885547"/>
                  <a:pt x="7646367" y="885744"/>
                  <a:pt x="7646367" y="885744"/>
                </a:cubicBezTo>
                <a:lnTo>
                  <a:pt x="7637304" y="885744"/>
                </a:lnTo>
                <a:cubicBezTo>
                  <a:pt x="7636975" y="885744"/>
                  <a:pt x="7636516" y="885284"/>
                  <a:pt x="7636516" y="885284"/>
                </a:cubicBezTo>
                <a:lnTo>
                  <a:pt x="7631983" y="877403"/>
                </a:lnTo>
                <a:cubicBezTo>
                  <a:pt x="7631851" y="877139"/>
                  <a:pt x="7631983" y="876548"/>
                  <a:pt x="7631983" y="876548"/>
                </a:cubicBezTo>
                <a:lnTo>
                  <a:pt x="7636516" y="868667"/>
                </a:lnTo>
                <a:cubicBezTo>
                  <a:pt x="7636713" y="868404"/>
                  <a:pt x="7637304" y="868208"/>
                  <a:pt x="7637304" y="868208"/>
                </a:cubicBezTo>
                <a:close/>
                <a:moveTo>
                  <a:pt x="5856508" y="868193"/>
                </a:moveTo>
                <a:lnTo>
                  <a:pt x="5865571" y="868193"/>
                </a:lnTo>
                <a:cubicBezTo>
                  <a:pt x="5865900" y="868193"/>
                  <a:pt x="5866359" y="868653"/>
                  <a:pt x="5866359" y="868653"/>
                </a:cubicBezTo>
                <a:lnTo>
                  <a:pt x="5870891" y="876535"/>
                </a:lnTo>
                <a:cubicBezTo>
                  <a:pt x="5871023" y="876796"/>
                  <a:pt x="5870891" y="877386"/>
                  <a:pt x="5870891" y="877386"/>
                </a:cubicBezTo>
                <a:lnTo>
                  <a:pt x="5866359" y="885269"/>
                </a:lnTo>
                <a:cubicBezTo>
                  <a:pt x="5866163" y="885534"/>
                  <a:pt x="5865571" y="885731"/>
                  <a:pt x="5865571" y="885731"/>
                </a:cubicBezTo>
                <a:lnTo>
                  <a:pt x="5856508" y="885731"/>
                </a:lnTo>
                <a:cubicBezTo>
                  <a:pt x="5856178" y="885731"/>
                  <a:pt x="5855720" y="885269"/>
                  <a:pt x="5855720" y="885269"/>
                </a:cubicBezTo>
                <a:lnTo>
                  <a:pt x="5851187" y="877386"/>
                </a:lnTo>
                <a:cubicBezTo>
                  <a:pt x="5851055" y="877125"/>
                  <a:pt x="5851187" y="876535"/>
                  <a:pt x="5851187" y="876535"/>
                </a:cubicBezTo>
                <a:lnTo>
                  <a:pt x="5855720" y="868653"/>
                </a:lnTo>
                <a:cubicBezTo>
                  <a:pt x="5855916" y="868390"/>
                  <a:pt x="5856508" y="868193"/>
                  <a:pt x="5856508" y="868193"/>
                </a:cubicBezTo>
                <a:close/>
                <a:moveTo>
                  <a:pt x="4838919" y="868187"/>
                </a:moveTo>
                <a:lnTo>
                  <a:pt x="4847982" y="868187"/>
                </a:lnTo>
                <a:cubicBezTo>
                  <a:pt x="4848311" y="868187"/>
                  <a:pt x="4848772" y="868649"/>
                  <a:pt x="4848772" y="868649"/>
                </a:cubicBezTo>
                <a:lnTo>
                  <a:pt x="4853303" y="876529"/>
                </a:lnTo>
                <a:cubicBezTo>
                  <a:pt x="4853435" y="876793"/>
                  <a:pt x="4853303" y="877383"/>
                  <a:pt x="4853303" y="877383"/>
                </a:cubicBezTo>
                <a:lnTo>
                  <a:pt x="4848772" y="885265"/>
                </a:lnTo>
                <a:cubicBezTo>
                  <a:pt x="4848575" y="885527"/>
                  <a:pt x="4847982" y="885724"/>
                  <a:pt x="4847982" y="885724"/>
                </a:cubicBezTo>
                <a:lnTo>
                  <a:pt x="4838919" y="885724"/>
                </a:lnTo>
                <a:cubicBezTo>
                  <a:pt x="4838590" y="885724"/>
                  <a:pt x="4838132" y="885265"/>
                  <a:pt x="4838132" y="885265"/>
                </a:cubicBezTo>
                <a:lnTo>
                  <a:pt x="4833598" y="877383"/>
                </a:lnTo>
                <a:cubicBezTo>
                  <a:pt x="4833467" y="877120"/>
                  <a:pt x="4833598" y="876529"/>
                  <a:pt x="4833598" y="876529"/>
                </a:cubicBezTo>
                <a:lnTo>
                  <a:pt x="4838132" y="868649"/>
                </a:lnTo>
                <a:cubicBezTo>
                  <a:pt x="4838328" y="868385"/>
                  <a:pt x="4838919" y="868187"/>
                  <a:pt x="4838919" y="868187"/>
                </a:cubicBezTo>
                <a:close/>
                <a:moveTo>
                  <a:pt x="3821382" y="868186"/>
                </a:moveTo>
                <a:lnTo>
                  <a:pt x="3830447" y="868186"/>
                </a:lnTo>
                <a:cubicBezTo>
                  <a:pt x="3830775" y="868186"/>
                  <a:pt x="3831236" y="868644"/>
                  <a:pt x="3831236" y="868644"/>
                </a:cubicBezTo>
                <a:lnTo>
                  <a:pt x="3835768" y="876527"/>
                </a:lnTo>
                <a:cubicBezTo>
                  <a:pt x="3835899" y="876789"/>
                  <a:pt x="3835768" y="877381"/>
                  <a:pt x="3835768" y="877381"/>
                </a:cubicBezTo>
                <a:lnTo>
                  <a:pt x="3831236" y="885261"/>
                </a:lnTo>
                <a:cubicBezTo>
                  <a:pt x="3831039" y="885526"/>
                  <a:pt x="3830447" y="885722"/>
                  <a:pt x="3830447" y="885722"/>
                </a:cubicBezTo>
                <a:lnTo>
                  <a:pt x="3821382" y="885722"/>
                </a:lnTo>
                <a:cubicBezTo>
                  <a:pt x="3821055" y="885722"/>
                  <a:pt x="3820594" y="885261"/>
                  <a:pt x="3820594" y="885261"/>
                </a:cubicBezTo>
                <a:lnTo>
                  <a:pt x="3816063" y="877381"/>
                </a:lnTo>
                <a:cubicBezTo>
                  <a:pt x="3815932" y="877117"/>
                  <a:pt x="3816063" y="876527"/>
                  <a:pt x="3816063" y="876527"/>
                </a:cubicBezTo>
                <a:lnTo>
                  <a:pt x="3820594" y="868644"/>
                </a:lnTo>
                <a:cubicBezTo>
                  <a:pt x="3820793" y="868383"/>
                  <a:pt x="3821382" y="868186"/>
                  <a:pt x="3821382" y="868186"/>
                </a:cubicBezTo>
                <a:close/>
                <a:moveTo>
                  <a:pt x="8909274" y="868180"/>
                </a:moveTo>
                <a:lnTo>
                  <a:pt x="8918336" y="868180"/>
                </a:lnTo>
                <a:cubicBezTo>
                  <a:pt x="8918666" y="868180"/>
                  <a:pt x="8919125" y="868641"/>
                  <a:pt x="8919125" y="868641"/>
                </a:cubicBezTo>
                <a:lnTo>
                  <a:pt x="8923657" y="876521"/>
                </a:lnTo>
                <a:cubicBezTo>
                  <a:pt x="8923789" y="876784"/>
                  <a:pt x="8923657" y="877375"/>
                  <a:pt x="8923657" y="877375"/>
                </a:cubicBezTo>
                <a:lnTo>
                  <a:pt x="8919125" y="885258"/>
                </a:lnTo>
                <a:cubicBezTo>
                  <a:pt x="8918928" y="885520"/>
                  <a:pt x="8918336" y="885717"/>
                  <a:pt x="8918336" y="885717"/>
                </a:cubicBezTo>
                <a:lnTo>
                  <a:pt x="8909274" y="885717"/>
                </a:lnTo>
                <a:cubicBezTo>
                  <a:pt x="8908945" y="885717"/>
                  <a:pt x="8908484" y="885258"/>
                  <a:pt x="8908484" y="885258"/>
                </a:cubicBezTo>
                <a:lnTo>
                  <a:pt x="8903953" y="877375"/>
                </a:lnTo>
                <a:cubicBezTo>
                  <a:pt x="8903821" y="877114"/>
                  <a:pt x="8903953" y="876521"/>
                  <a:pt x="8903953" y="876521"/>
                </a:cubicBezTo>
                <a:lnTo>
                  <a:pt x="8908484" y="868641"/>
                </a:lnTo>
                <a:cubicBezTo>
                  <a:pt x="8908681" y="868377"/>
                  <a:pt x="8909274" y="868180"/>
                  <a:pt x="8909274" y="868180"/>
                </a:cubicBezTo>
                <a:close/>
                <a:moveTo>
                  <a:pt x="6619714" y="868175"/>
                </a:moveTo>
                <a:lnTo>
                  <a:pt x="6628778" y="868175"/>
                </a:lnTo>
                <a:cubicBezTo>
                  <a:pt x="6629107" y="868175"/>
                  <a:pt x="6629566" y="868635"/>
                  <a:pt x="6629566" y="868635"/>
                </a:cubicBezTo>
                <a:lnTo>
                  <a:pt x="6634099" y="876515"/>
                </a:lnTo>
                <a:cubicBezTo>
                  <a:pt x="6634230" y="876779"/>
                  <a:pt x="6634099" y="877370"/>
                  <a:pt x="6634099" y="877370"/>
                </a:cubicBezTo>
                <a:lnTo>
                  <a:pt x="6629566" y="885250"/>
                </a:lnTo>
                <a:cubicBezTo>
                  <a:pt x="6629369" y="885514"/>
                  <a:pt x="6628778" y="885711"/>
                  <a:pt x="6628778" y="885711"/>
                </a:cubicBezTo>
                <a:lnTo>
                  <a:pt x="6619714" y="885711"/>
                </a:lnTo>
                <a:cubicBezTo>
                  <a:pt x="6619387" y="885711"/>
                  <a:pt x="6618926" y="885250"/>
                  <a:pt x="6618926" y="885250"/>
                </a:cubicBezTo>
                <a:lnTo>
                  <a:pt x="6614394" y="877370"/>
                </a:lnTo>
                <a:cubicBezTo>
                  <a:pt x="6614263" y="877106"/>
                  <a:pt x="6614394" y="876515"/>
                  <a:pt x="6614394" y="876515"/>
                </a:cubicBezTo>
                <a:lnTo>
                  <a:pt x="6618926" y="868635"/>
                </a:lnTo>
                <a:cubicBezTo>
                  <a:pt x="6619123" y="868371"/>
                  <a:pt x="6619714" y="868175"/>
                  <a:pt x="6619714" y="868175"/>
                </a:cubicBezTo>
                <a:close/>
                <a:moveTo>
                  <a:pt x="6874095" y="868173"/>
                </a:moveTo>
                <a:lnTo>
                  <a:pt x="6883159" y="868173"/>
                </a:lnTo>
                <a:cubicBezTo>
                  <a:pt x="6883488" y="868173"/>
                  <a:pt x="6883947" y="868632"/>
                  <a:pt x="6883947" y="868632"/>
                </a:cubicBezTo>
                <a:lnTo>
                  <a:pt x="6888480" y="876514"/>
                </a:lnTo>
                <a:cubicBezTo>
                  <a:pt x="6888611" y="876776"/>
                  <a:pt x="6888480" y="877368"/>
                  <a:pt x="6888480" y="877368"/>
                </a:cubicBezTo>
                <a:lnTo>
                  <a:pt x="6883947" y="885250"/>
                </a:lnTo>
                <a:cubicBezTo>
                  <a:pt x="6883751" y="885513"/>
                  <a:pt x="6883159" y="885710"/>
                  <a:pt x="6883159" y="885710"/>
                </a:cubicBezTo>
                <a:lnTo>
                  <a:pt x="6874095" y="885710"/>
                </a:lnTo>
                <a:cubicBezTo>
                  <a:pt x="6873768" y="885710"/>
                  <a:pt x="6873307" y="885250"/>
                  <a:pt x="6873307" y="885250"/>
                </a:cubicBezTo>
                <a:lnTo>
                  <a:pt x="6868775" y="877368"/>
                </a:lnTo>
                <a:cubicBezTo>
                  <a:pt x="6868644" y="877106"/>
                  <a:pt x="6868775" y="876514"/>
                  <a:pt x="6868775" y="876514"/>
                </a:cubicBezTo>
                <a:lnTo>
                  <a:pt x="6873307" y="868632"/>
                </a:lnTo>
                <a:cubicBezTo>
                  <a:pt x="6873504" y="868371"/>
                  <a:pt x="6874095" y="868173"/>
                  <a:pt x="6874095" y="868173"/>
                </a:cubicBezTo>
                <a:close/>
                <a:moveTo>
                  <a:pt x="9163654" y="868170"/>
                </a:moveTo>
                <a:lnTo>
                  <a:pt x="9172718" y="868170"/>
                </a:lnTo>
                <a:cubicBezTo>
                  <a:pt x="9173046" y="868170"/>
                  <a:pt x="9173506" y="868631"/>
                  <a:pt x="9173506" y="868631"/>
                </a:cubicBezTo>
                <a:lnTo>
                  <a:pt x="9178038" y="876512"/>
                </a:lnTo>
                <a:cubicBezTo>
                  <a:pt x="9178169" y="876775"/>
                  <a:pt x="9178038" y="877365"/>
                  <a:pt x="9178038" y="877365"/>
                </a:cubicBezTo>
                <a:lnTo>
                  <a:pt x="9173506" y="885247"/>
                </a:lnTo>
                <a:cubicBezTo>
                  <a:pt x="9173309" y="885511"/>
                  <a:pt x="9172718" y="885708"/>
                  <a:pt x="9172718" y="885708"/>
                </a:cubicBezTo>
                <a:lnTo>
                  <a:pt x="9163654" y="885708"/>
                </a:lnTo>
                <a:cubicBezTo>
                  <a:pt x="9163326" y="885708"/>
                  <a:pt x="9162866" y="885247"/>
                  <a:pt x="9162866" y="885247"/>
                </a:cubicBezTo>
                <a:lnTo>
                  <a:pt x="9158333" y="877365"/>
                </a:lnTo>
                <a:cubicBezTo>
                  <a:pt x="9158202" y="877103"/>
                  <a:pt x="9158333" y="876512"/>
                  <a:pt x="9158333" y="876512"/>
                </a:cubicBezTo>
                <a:lnTo>
                  <a:pt x="9162866" y="868631"/>
                </a:lnTo>
                <a:cubicBezTo>
                  <a:pt x="9163062" y="868367"/>
                  <a:pt x="9163654" y="868170"/>
                  <a:pt x="9163654" y="868170"/>
                </a:cubicBezTo>
                <a:close/>
                <a:moveTo>
                  <a:pt x="3566948" y="868166"/>
                </a:moveTo>
                <a:lnTo>
                  <a:pt x="3576012" y="868166"/>
                </a:lnTo>
                <a:lnTo>
                  <a:pt x="3576201" y="868276"/>
                </a:lnTo>
                <a:lnTo>
                  <a:pt x="3576295" y="868276"/>
                </a:lnTo>
                <a:cubicBezTo>
                  <a:pt x="3576624" y="868276"/>
                  <a:pt x="3577084" y="868733"/>
                  <a:pt x="3577084" y="868733"/>
                </a:cubicBezTo>
                <a:lnTo>
                  <a:pt x="3581615" y="876613"/>
                </a:lnTo>
                <a:cubicBezTo>
                  <a:pt x="3581747" y="876877"/>
                  <a:pt x="3581615" y="877467"/>
                  <a:pt x="3581615" y="877467"/>
                </a:cubicBezTo>
                <a:lnTo>
                  <a:pt x="3577084" y="885350"/>
                </a:lnTo>
                <a:cubicBezTo>
                  <a:pt x="3576887" y="885613"/>
                  <a:pt x="3576295" y="885809"/>
                  <a:pt x="3576295" y="885809"/>
                </a:cubicBezTo>
                <a:lnTo>
                  <a:pt x="3567229" y="885809"/>
                </a:lnTo>
                <a:lnTo>
                  <a:pt x="3567046" y="885702"/>
                </a:lnTo>
                <a:lnTo>
                  <a:pt x="3566948" y="885702"/>
                </a:lnTo>
                <a:cubicBezTo>
                  <a:pt x="3566620" y="885702"/>
                  <a:pt x="3566160" y="885242"/>
                  <a:pt x="3566160" y="885242"/>
                </a:cubicBezTo>
                <a:lnTo>
                  <a:pt x="3561627" y="877361"/>
                </a:lnTo>
                <a:cubicBezTo>
                  <a:pt x="3561496" y="877098"/>
                  <a:pt x="3561627" y="876507"/>
                  <a:pt x="3561627" y="876507"/>
                </a:cubicBezTo>
                <a:lnTo>
                  <a:pt x="3566160" y="868626"/>
                </a:lnTo>
                <a:cubicBezTo>
                  <a:pt x="3566357" y="868363"/>
                  <a:pt x="3566948" y="868166"/>
                  <a:pt x="3566948" y="868166"/>
                </a:cubicBezTo>
                <a:close/>
                <a:moveTo>
                  <a:pt x="3312742" y="868166"/>
                </a:moveTo>
                <a:lnTo>
                  <a:pt x="3321805" y="868166"/>
                </a:lnTo>
                <a:cubicBezTo>
                  <a:pt x="3322133" y="868166"/>
                  <a:pt x="3322594" y="868626"/>
                  <a:pt x="3322594" y="868626"/>
                </a:cubicBezTo>
                <a:lnTo>
                  <a:pt x="3322642" y="868709"/>
                </a:lnTo>
                <a:lnTo>
                  <a:pt x="3322683" y="868733"/>
                </a:lnTo>
                <a:lnTo>
                  <a:pt x="3327215" y="876613"/>
                </a:lnTo>
                <a:cubicBezTo>
                  <a:pt x="3327346" y="876876"/>
                  <a:pt x="3327215" y="877466"/>
                  <a:pt x="3327215" y="877466"/>
                </a:cubicBezTo>
                <a:lnTo>
                  <a:pt x="3322683" y="885350"/>
                </a:lnTo>
                <a:cubicBezTo>
                  <a:pt x="3322486" y="885611"/>
                  <a:pt x="3321896" y="885809"/>
                  <a:pt x="3321896" y="885809"/>
                </a:cubicBezTo>
                <a:lnTo>
                  <a:pt x="3312831" y="885809"/>
                </a:lnTo>
                <a:cubicBezTo>
                  <a:pt x="3312503" y="885809"/>
                  <a:pt x="3312042" y="885350"/>
                  <a:pt x="3312042" y="885350"/>
                </a:cubicBezTo>
                <a:lnTo>
                  <a:pt x="3311993" y="885265"/>
                </a:lnTo>
                <a:lnTo>
                  <a:pt x="3311954" y="885242"/>
                </a:lnTo>
                <a:lnTo>
                  <a:pt x="3307420" y="877361"/>
                </a:lnTo>
                <a:cubicBezTo>
                  <a:pt x="3307289" y="877098"/>
                  <a:pt x="3307420" y="876507"/>
                  <a:pt x="3307420" y="876507"/>
                </a:cubicBezTo>
                <a:lnTo>
                  <a:pt x="3311954" y="868626"/>
                </a:lnTo>
                <a:cubicBezTo>
                  <a:pt x="3312149" y="868363"/>
                  <a:pt x="3312742" y="868166"/>
                  <a:pt x="3312742" y="868166"/>
                </a:cubicBezTo>
                <a:close/>
                <a:moveTo>
                  <a:pt x="3058259" y="868166"/>
                </a:moveTo>
                <a:lnTo>
                  <a:pt x="3067324" y="868166"/>
                </a:lnTo>
                <a:cubicBezTo>
                  <a:pt x="3067652" y="868166"/>
                  <a:pt x="3068112" y="868626"/>
                  <a:pt x="3068112" y="868626"/>
                </a:cubicBezTo>
                <a:lnTo>
                  <a:pt x="3068127" y="868653"/>
                </a:lnTo>
                <a:lnTo>
                  <a:pt x="3068199" y="868694"/>
                </a:lnTo>
                <a:lnTo>
                  <a:pt x="3072730" y="876577"/>
                </a:lnTo>
                <a:cubicBezTo>
                  <a:pt x="3072861" y="876838"/>
                  <a:pt x="3072730" y="877430"/>
                  <a:pt x="3072730" y="877430"/>
                </a:cubicBezTo>
                <a:lnTo>
                  <a:pt x="3068199" y="885311"/>
                </a:lnTo>
                <a:cubicBezTo>
                  <a:pt x="3068001" y="885576"/>
                  <a:pt x="3067410" y="885772"/>
                  <a:pt x="3067410" y="885772"/>
                </a:cubicBezTo>
                <a:lnTo>
                  <a:pt x="3058346" y="885772"/>
                </a:lnTo>
                <a:cubicBezTo>
                  <a:pt x="3058017" y="885772"/>
                  <a:pt x="3057558" y="885311"/>
                  <a:pt x="3057558" y="885311"/>
                </a:cubicBezTo>
                <a:lnTo>
                  <a:pt x="3057543" y="885284"/>
                </a:lnTo>
                <a:lnTo>
                  <a:pt x="3057470" y="885242"/>
                </a:lnTo>
                <a:lnTo>
                  <a:pt x="3052939" y="877361"/>
                </a:lnTo>
                <a:cubicBezTo>
                  <a:pt x="3052808" y="877098"/>
                  <a:pt x="3052939" y="876507"/>
                  <a:pt x="3052939" y="876507"/>
                </a:cubicBezTo>
                <a:lnTo>
                  <a:pt x="3057470" y="868626"/>
                </a:lnTo>
                <a:cubicBezTo>
                  <a:pt x="3057670" y="868363"/>
                  <a:pt x="3058259" y="868166"/>
                  <a:pt x="3058259" y="868166"/>
                </a:cubicBezTo>
                <a:close/>
                <a:moveTo>
                  <a:pt x="2803798" y="868166"/>
                </a:moveTo>
                <a:lnTo>
                  <a:pt x="2812863" y="868166"/>
                </a:lnTo>
                <a:cubicBezTo>
                  <a:pt x="2813191" y="868166"/>
                  <a:pt x="2813651" y="868626"/>
                  <a:pt x="2813651" y="868626"/>
                </a:cubicBezTo>
                <a:lnTo>
                  <a:pt x="2813663" y="868647"/>
                </a:lnTo>
                <a:lnTo>
                  <a:pt x="2813763" y="868705"/>
                </a:lnTo>
                <a:lnTo>
                  <a:pt x="2818293" y="876587"/>
                </a:lnTo>
                <a:cubicBezTo>
                  <a:pt x="2818424" y="876849"/>
                  <a:pt x="2818293" y="877440"/>
                  <a:pt x="2818293" y="877440"/>
                </a:cubicBezTo>
                <a:lnTo>
                  <a:pt x="2813763" y="885321"/>
                </a:lnTo>
                <a:cubicBezTo>
                  <a:pt x="2813564" y="885585"/>
                  <a:pt x="2812974" y="885782"/>
                  <a:pt x="2812974" y="885782"/>
                </a:cubicBezTo>
                <a:lnTo>
                  <a:pt x="2803909" y="885782"/>
                </a:lnTo>
                <a:cubicBezTo>
                  <a:pt x="2803579" y="885782"/>
                  <a:pt x="2803120" y="885321"/>
                  <a:pt x="2803120" y="885321"/>
                </a:cubicBezTo>
                <a:lnTo>
                  <a:pt x="2803107" y="885299"/>
                </a:lnTo>
                <a:lnTo>
                  <a:pt x="2803010" y="885242"/>
                </a:lnTo>
                <a:lnTo>
                  <a:pt x="2798478" y="877361"/>
                </a:lnTo>
                <a:cubicBezTo>
                  <a:pt x="2798346" y="877098"/>
                  <a:pt x="2798478" y="876507"/>
                  <a:pt x="2798478" y="876507"/>
                </a:cubicBezTo>
                <a:lnTo>
                  <a:pt x="2803010" y="868626"/>
                </a:lnTo>
                <a:cubicBezTo>
                  <a:pt x="2803207" y="868363"/>
                  <a:pt x="2803798" y="868166"/>
                  <a:pt x="2803798" y="868166"/>
                </a:cubicBezTo>
                <a:close/>
                <a:moveTo>
                  <a:pt x="2549417" y="868166"/>
                </a:moveTo>
                <a:lnTo>
                  <a:pt x="2558481" y="868166"/>
                </a:lnTo>
                <a:cubicBezTo>
                  <a:pt x="2558810" y="868166"/>
                  <a:pt x="2559269" y="868626"/>
                  <a:pt x="2559269" y="868626"/>
                </a:cubicBezTo>
                <a:lnTo>
                  <a:pt x="2563802" y="876507"/>
                </a:lnTo>
                <a:cubicBezTo>
                  <a:pt x="2563934" y="876770"/>
                  <a:pt x="2563802" y="877361"/>
                  <a:pt x="2563802" y="877361"/>
                </a:cubicBezTo>
                <a:lnTo>
                  <a:pt x="2559269" y="885242"/>
                </a:lnTo>
                <a:cubicBezTo>
                  <a:pt x="2559072" y="885506"/>
                  <a:pt x="2558481" y="885702"/>
                  <a:pt x="2558481" y="885702"/>
                </a:cubicBezTo>
                <a:lnTo>
                  <a:pt x="2558441" y="885702"/>
                </a:lnTo>
                <a:lnTo>
                  <a:pt x="2558432" y="885707"/>
                </a:lnTo>
                <a:lnTo>
                  <a:pt x="2549368" y="885707"/>
                </a:lnTo>
                <a:cubicBezTo>
                  <a:pt x="2549040" y="885707"/>
                  <a:pt x="2548579" y="885247"/>
                  <a:pt x="2548579" y="885247"/>
                </a:cubicBezTo>
                <a:lnTo>
                  <a:pt x="2544047" y="877364"/>
                </a:lnTo>
                <a:cubicBezTo>
                  <a:pt x="2543915" y="877103"/>
                  <a:pt x="2544047" y="876510"/>
                  <a:pt x="2544047" y="876510"/>
                </a:cubicBezTo>
                <a:lnTo>
                  <a:pt x="2548579" y="868630"/>
                </a:lnTo>
                <a:cubicBezTo>
                  <a:pt x="2548777" y="868366"/>
                  <a:pt x="2549368" y="868169"/>
                  <a:pt x="2549368" y="868169"/>
                </a:cubicBezTo>
                <a:lnTo>
                  <a:pt x="2549412" y="868169"/>
                </a:lnTo>
                <a:close/>
                <a:moveTo>
                  <a:pt x="2295013" y="868166"/>
                </a:moveTo>
                <a:lnTo>
                  <a:pt x="2304077" y="868166"/>
                </a:lnTo>
                <a:cubicBezTo>
                  <a:pt x="2304407" y="868166"/>
                  <a:pt x="2304867" y="868626"/>
                  <a:pt x="2304867" y="868626"/>
                </a:cubicBezTo>
                <a:lnTo>
                  <a:pt x="2304882" y="868652"/>
                </a:lnTo>
                <a:lnTo>
                  <a:pt x="2305020" y="868733"/>
                </a:lnTo>
                <a:lnTo>
                  <a:pt x="2309551" y="876611"/>
                </a:lnTo>
                <a:cubicBezTo>
                  <a:pt x="2309684" y="876876"/>
                  <a:pt x="2309551" y="877465"/>
                  <a:pt x="2309551" y="877465"/>
                </a:cubicBezTo>
                <a:lnTo>
                  <a:pt x="2305020" y="885349"/>
                </a:lnTo>
                <a:cubicBezTo>
                  <a:pt x="2304823" y="885610"/>
                  <a:pt x="2304232" y="885807"/>
                  <a:pt x="2304232" y="885807"/>
                </a:cubicBezTo>
                <a:lnTo>
                  <a:pt x="2295169" y="885807"/>
                </a:lnTo>
                <a:cubicBezTo>
                  <a:pt x="2294840" y="885807"/>
                  <a:pt x="2294379" y="885349"/>
                  <a:pt x="2294379" y="885349"/>
                </a:cubicBezTo>
                <a:lnTo>
                  <a:pt x="2294364" y="885323"/>
                </a:lnTo>
                <a:lnTo>
                  <a:pt x="2294225" y="885242"/>
                </a:lnTo>
                <a:lnTo>
                  <a:pt x="2289693" y="877361"/>
                </a:lnTo>
                <a:cubicBezTo>
                  <a:pt x="2289562" y="877098"/>
                  <a:pt x="2289693" y="876507"/>
                  <a:pt x="2289693" y="876507"/>
                </a:cubicBezTo>
                <a:lnTo>
                  <a:pt x="2294225" y="868626"/>
                </a:lnTo>
                <a:cubicBezTo>
                  <a:pt x="2294422" y="868363"/>
                  <a:pt x="2295013" y="868166"/>
                  <a:pt x="2295013" y="868166"/>
                </a:cubicBezTo>
                <a:close/>
                <a:moveTo>
                  <a:pt x="2040599" y="868166"/>
                </a:moveTo>
                <a:lnTo>
                  <a:pt x="2049663" y="868166"/>
                </a:lnTo>
                <a:cubicBezTo>
                  <a:pt x="2049991" y="868166"/>
                  <a:pt x="2050451" y="868626"/>
                  <a:pt x="2050451" y="868626"/>
                </a:cubicBezTo>
                <a:lnTo>
                  <a:pt x="2050453" y="868629"/>
                </a:lnTo>
                <a:lnTo>
                  <a:pt x="2050503" y="868658"/>
                </a:lnTo>
                <a:lnTo>
                  <a:pt x="2055035" y="876538"/>
                </a:lnTo>
                <a:cubicBezTo>
                  <a:pt x="2055166" y="876802"/>
                  <a:pt x="2055035" y="877393"/>
                  <a:pt x="2055035" y="877393"/>
                </a:cubicBezTo>
                <a:lnTo>
                  <a:pt x="2050503" y="885273"/>
                </a:lnTo>
                <a:cubicBezTo>
                  <a:pt x="2050306" y="885537"/>
                  <a:pt x="2049715" y="885734"/>
                  <a:pt x="2049715" y="885734"/>
                </a:cubicBezTo>
                <a:lnTo>
                  <a:pt x="2040651" y="885734"/>
                </a:lnTo>
                <a:cubicBezTo>
                  <a:pt x="2040321" y="885734"/>
                  <a:pt x="2039863" y="885273"/>
                  <a:pt x="2039863" y="885273"/>
                </a:cubicBezTo>
                <a:lnTo>
                  <a:pt x="2039863" y="885272"/>
                </a:lnTo>
                <a:lnTo>
                  <a:pt x="2039811" y="885242"/>
                </a:lnTo>
                <a:lnTo>
                  <a:pt x="2035278" y="877361"/>
                </a:lnTo>
                <a:cubicBezTo>
                  <a:pt x="2035147" y="877098"/>
                  <a:pt x="2035278" y="876507"/>
                  <a:pt x="2035278" y="876507"/>
                </a:cubicBezTo>
                <a:lnTo>
                  <a:pt x="2039811" y="868626"/>
                </a:lnTo>
                <a:cubicBezTo>
                  <a:pt x="2040008" y="868363"/>
                  <a:pt x="2040599" y="868166"/>
                  <a:pt x="2040599" y="868166"/>
                </a:cubicBezTo>
                <a:close/>
                <a:moveTo>
                  <a:pt x="1786176" y="868166"/>
                </a:moveTo>
                <a:lnTo>
                  <a:pt x="1795241" y="868166"/>
                </a:lnTo>
                <a:cubicBezTo>
                  <a:pt x="1795569" y="868166"/>
                  <a:pt x="1796030" y="868626"/>
                  <a:pt x="1796030" y="868626"/>
                </a:cubicBezTo>
                <a:lnTo>
                  <a:pt x="1796034" y="868633"/>
                </a:lnTo>
                <a:lnTo>
                  <a:pt x="1796185" y="868721"/>
                </a:lnTo>
                <a:lnTo>
                  <a:pt x="1800716" y="876600"/>
                </a:lnTo>
                <a:cubicBezTo>
                  <a:pt x="1800848" y="876865"/>
                  <a:pt x="1800716" y="877456"/>
                  <a:pt x="1800716" y="877456"/>
                </a:cubicBezTo>
                <a:lnTo>
                  <a:pt x="1796185" y="885334"/>
                </a:lnTo>
                <a:cubicBezTo>
                  <a:pt x="1795988" y="885600"/>
                  <a:pt x="1795396" y="885797"/>
                  <a:pt x="1795396" y="885797"/>
                </a:cubicBezTo>
                <a:lnTo>
                  <a:pt x="1786333" y="885797"/>
                </a:lnTo>
                <a:cubicBezTo>
                  <a:pt x="1786006" y="885797"/>
                  <a:pt x="1785545" y="885334"/>
                  <a:pt x="1785545" y="885334"/>
                </a:cubicBezTo>
                <a:lnTo>
                  <a:pt x="1785388" y="885242"/>
                </a:lnTo>
                <a:lnTo>
                  <a:pt x="1780857" y="877361"/>
                </a:lnTo>
                <a:cubicBezTo>
                  <a:pt x="1780726" y="877098"/>
                  <a:pt x="1780857" y="876507"/>
                  <a:pt x="1780857" y="876507"/>
                </a:cubicBezTo>
                <a:lnTo>
                  <a:pt x="1785388" y="868626"/>
                </a:lnTo>
                <a:cubicBezTo>
                  <a:pt x="1785585" y="868363"/>
                  <a:pt x="1786176" y="868166"/>
                  <a:pt x="1786176" y="868166"/>
                </a:cubicBezTo>
                <a:close/>
                <a:moveTo>
                  <a:pt x="1531913" y="868166"/>
                </a:moveTo>
                <a:lnTo>
                  <a:pt x="1540978" y="868166"/>
                </a:lnTo>
                <a:cubicBezTo>
                  <a:pt x="1541305" y="868166"/>
                  <a:pt x="1541765" y="868626"/>
                  <a:pt x="1541765" y="868626"/>
                </a:cubicBezTo>
                <a:lnTo>
                  <a:pt x="1541821" y="868724"/>
                </a:lnTo>
                <a:lnTo>
                  <a:pt x="1541822" y="868724"/>
                </a:lnTo>
                <a:lnTo>
                  <a:pt x="1544776" y="873860"/>
                </a:lnTo>
                <a:lnTo>
                  <a:pt x="1546299" y="876507"/>
                </a:lnTo>
                <a:lnTo>
                  <a:pt x="1546299" y="876508"/>
                </a:lnTo>
                <a:lnTo>
                  <a:pt x="1546355" y="876605"/>
                </a:lnTo>
                <a:cubicBezTo>
                  <a:pt x="1546487" y="876870"/>
                  <a:pt x="1546355" y="877458"/>
                  <a:pt x="1546355" y="877458"/>
                </a:cubicBezTo>
                <a:lnTo>
                  <a:pt x="1541822" y="885342"/>
                </a:lnTo>
                <a:cubicBezTo>
                  <a:pt x="1541625" y="885605"/>
                  <a:pt x="1541034" y="885802"/>
                  <a:pt x="1541034" y="885802"/>
                </a:cubicBezTo>
                <a:lnTo>
                  <a:pt x="1531971" y="885802"/>
                </a:lnTo>
                <a:cubicBezTo>
                  <a:pt x="1531641" y="885802"/>
                  <a:pt x="1531181" y="885342"/>
                  <a:pt x="1531181" y="885342"/>
                </a:cubicBezTo>
                <a:lnTo>
                  <a:pt x="1529209" y="881911"/>
                </a:lnTo>
                <a:lnTo>
                  <a:pt x="1526592" y="877361"/>
                </a:lnTo>
                <a:cubicBezTo>
                  <a:pt x="1526461" y="877098"/>
                  <a:pt x="1526592" y="876507"/>
                  <a:pt x="1526592" y="876507"/>
                </a:cubicBezTo>
                <a:lnTo>
                  <a:pt x="1531125" y="868626"/>
                </a:lnTo>
                <a:cubicBezTo>
                  <a:pt x="1531322" y="868363"/>
                  <a:pt x="1531913" y="868166"/>
                  <a:pt x="1531913" y="868166"/>
                </a:cubicBezTo>
                <a:close/>
                <a:moveTo>
                  <a:pt x="1277430" y="868166"/>
                </a:moveTo>
                <a:lnTo>
                  <a:pt x="1286495" y="868166"/>
                </a:lnTo>
                <a:cubicBezTo>
                  <a:pt x="1286824" y="868166"/>
                  <a:pt x="1287284" y="868626"/>
                  <a:pt x="1287284" y="868626"/>
                </a:cubicBezTo>
                <a:lnTo>
                  <a:pt x="1287299" y="868652"/>
                </a:lnTo>
                <a:lnTo>
                  <a:pt x="1287315" y="868661"/>
                </a:lnTo>
                <a:lnTo>
                  <a:pt x="1291847" y="876543"/>
                </a:lnTo>
                <a:cubicBezTo>
                  <a:pt x="1291978" y="876806"/>
                  <a:pt x="1291847" y="877397"/>
                  <a:pt x="1291847" y="877397"/>
                </a:cubicBezTo>
                <a:lnTo>
                  <a:pt x="1287315" y="885278"/>
                </a:lnTo>
                <a:cubicBezTo>
                  <a:pt x="1287118" y="885541"/>
                  <a:pt x="1286526" y="885739"/>
                  <a:pt x="1286526" y="885739"/>
                </a:cubicBezTo>
                <a:lnTo>
                  <a:pt x="1277462" y="885739"/>
                </a:lnTo>
                <a:cubicBezTo>
                  <a:pt x="1277135" y="885739"/>
                  <a:pt x="1276673" y="885278"/>
                  <a:pt x="1276673" y="885278"/>
                </a:cubicBezTo>
                <a:lnTo>
                  <a:pt x="1276658" y="885251"/>
                </a:lnTo>
                <a:lnTo>
                  <a:pt x="1276642" y="885242"/>
                </a:lnTo>
                <a:lnTo>
                  <a:pt x="1272110" y="877361"/>
                </a:lnTo>
                <a:cubicBezTo>
                  <a:pt x="1271980" y="877098"/>
                  <a:pt x="1272110" y="876507"/>
                  <a:pt x="1272110" y="876507"/>
                </a:cubicBezTo>
                <a:lnTo>
                  <a:pt x="1276642" y="868626"/>
                </a:lnTo>
                <a:cubicBezTo>
                  <a:pt x="1276840" y="868363"/>
                  <a:pt x="1277430" y="868166"/>
                  <a:pt x="1277430" y="868166"/>
                </a:cubicBezTo>
                <a:close/>
                <a:moveTo>
                  <a:pt x="1023141" y="868166"/>
                </a:moveTo>
                <a:lnTo>
                  <a:pt x="1032205" y="868166"/>
                </a:lnTo>
                <a:cubicBezTo>
                  <a:pt x="1032533" y="868166"/>
                  <a:pt x="1032993" y="868626"/>
                  <a:pt x="1032993" y="868626"/>
                </a:cubicBezTo>
                <a:lnTo>
                  <a:pt x="1037524" y="876507"/>
                </a:lnTo>
                <a:cubicBezTo>
                  <a:pt x="1037655" y="876770"/>
                  <a:pt x="1037524" y="877361"/>
                  <a:pt x="1037524" y="877361"/>
                </a:cubicBezTo>
                <a:lnTo>
                  <a:pt x="1037495" y="877412"/>
                </a:lnTo>
                <a:lnTo>
                  <a:pt x="1032965" y="885294"/>
                </a:lnTo>
                <a:cubicBezTo>
                  <a:pt x="1032768" y="885557"/>
                  <a:pt x="1032177" y="885754"/>
                  <a:pt x="1032177" y="885754"/>
                </a:cubicBezTo>
                <a:lnTo>
                  <a:pt x="1023112" y="885754"/>
                </a:lnTo>
                <a:cubicBezTo>
                  <a:pt x="1022783" y="885754"/>
                  <a:pt x="1022325" y="885294"/>
                  <a:pt x="1022325" y="885294"/>
                </a:cubicBezTo>
                <a:lnTo>
                  <a:pt x="1017790" y="877412"/>
                </a:lnTo>
                <a:cubicBezTo>
                  <a:pt x="1017660" y="877149"/>
                  <a:pt x="1017790" y="876559"/>
                  <a:pt x="1017790" y="876559"/>
                </a:cubicBezTo>
                <a:lnTo>
                  <a:pt x="1017817" y="876512"/>
                </a:lnTo>
                <a:lnTo>
                  <a:pt x="1017817" y="876507"/>
                </a:lnTo>
                <a:lnTo>
                  <a:pt x="1022353" y="868626"/>
                </a:lnTo>
                <a:cubicBezTo>
                  <a:pt x="1022550" y="868363"/>
                  <a:pt x="1023141" y="868166"/>
                  <a:pt x="1023141" y="868166"/>
                </a:cubicBezTo>
                <a:close/>
                <a:moveTo>
                  <a:pt x="768581" y="868166"/>
                </a:moveTo>
                <a:lnTo>
                  <a:pt x="777644" y="868166"/>
                </a:lnTo>
                <a:cubicBezTo>
                  <a:pt x="777973" y="868166"/>
                  <a:pt x="778433" y="868626"/>
                  <a:pt x="778433" y="868626"/>
                </a:cubicBezTo>
                <a:lnTo>
                  <a:pt x="778435" y="868629"/>
                </a:lnTo>
                <a:lnTo>
                  <a:pt x="778512" y="868674"/>
                </a:lnTo>
                <a:lnTo>
                  <a:pt x="783044" y="876556"/>
                </a:lnTo>
                <a:cubicBezTo>
                  <a:pt x="783175" y="876819"/>
                  <a:pt x="783044" y="877409"/>
                  <a:pt x="783044" y="877409"/>
                </a:cubicBezTo>
                <a:lnTo>
                  <a:pt x="778512" y="885291"/>
                </a:lnTo>
                <a:cubicBezTo>
                  <a:pt x="778315" y="885555"/>
                  <a:pt x="777724" y="885751"/>
                  <a:pt x="777724" y="885751"/>
                </a:cubicBezTo>
                <a:lnTo>
                  <a:pt x="768660" y="885751"/>
                </a:lnTo>
                <a:cubicBezTo>
                  <a:pt x="768332" y="885751"/>
                  <a:pt x="767872" y="885291"/>
                  <a:pt x="767872" y="885291"/>
                </a:cubicBezTo>
                <a:lnTo>
                  <a:pt x="767870" y="885287"/>
                </a:lnTo>
                <a:lnTo>
                  <a:pt x="767793" y="885242"/>
                </a:lnTo>
                <a:lnTo>
                  <a:pt x="763260" y="877361"/>
                </a:lnTo>
                <a:cubicBezTo>
                  <a:pt x="763129" y="877098"/>
                  <a:pt x="763260" y="876507"/>
                  <a:pt x="763260" y="876507"/>
                </a:cubicBezTo>
                <a:lnTo>
                  <a:pt x="767793" y="868626"/>
                </a:lnTo>
                <a:cubicBezTo>
                  <a:pt x="767990" y="868363"/>
                  <a:pt x="768581" y="868166"/>
                  <a:pt x="768581" y="868166"/>
                </a:cubicBezTo>
                <a:close/>
                <a:moveTo>
                  <a:pt x="514280" y="868166"/>
                </a:moveTo>
                <a:lnTo>
                  <a:pt x="523344" y="868166"/>
                </a:lnTo>
                <a:cubicBezTo>
                  <a:pt x="523672" y="868166"/>
                  <a:pt x="524132" y="868626"/>
                  <a:pt x="524132" y="868626"/>
                </a:cubicBezTo>
                <a:lnTo>
                  <a:pt x="528664" y="876507"/>
                </a:lnTo>
                <a:cubicBezTo>
                  <a:pt x="528795" y="876770"/>
                  <a:pt x="528664" y="877361"/>
                  <a:pt x="528664" y="877361"/>
                </a:cubicBezTo>
                <a:lnTo>
                  <a:pt x="524132" y="885242"/>
                </a:lnTo>
                <a:lnTo>
                  <a:pt x="524114" y="885253"/>
                </a:lnTo>
                <a:lnTo>
                  <a:pt x="524101" y="885275"/>
                </a:lnTo>
                <a:cubicBezTo>
                  <a:pt x="523904" y="885538"/>
                  <a:pt x="523311" y="885734"/>
                  <a:pt x="523311" y="885734"/>
                </a:cubicBezTo>
                <a:lnTo>
                  <a:pt x="514249" y="885734"/>
                </a:lnTo>
                <a:cubicBezTo>
                  <a:pt x="513918" y="885734"/>
                  <a:pt x="513461" y="885275"/>
                  <a:pt x="513461" y="885275"/>
                </a:cubicBezTo>
                <a:lnTo>
                  <a:pt x="508928" y="877393"/>
                </a:lnTo>
                <a:cubicBezTo>
                  <a:pt x="508796" y="877131"/>
                  <a:pt x="508928" y="876539"/>
                  <a:pt x="508928" y="876539"/>
                </a:cubicBezTo>
                <a:lnTo>
                  <a:pt x="513461" y="868659"/>
                </a:lnTo>
                <a:lnTo>
                  <a:pt x="513479" y="868649"/>
                </a:lnTo>
                <a:lnTo>
                  <a:pt x="513492" y="868626"/>
                </a:lnTo>
                <a:cubicBezTo>
                  <a:pt x="513689" y="868363"/>
                  <a:pt x="514280" y="868166"/>
                  <a:pt x="514280" y="868166"/>
                </a:cubicBezTo>
                <a:close/>
                <a:moveTo>
                  <a:pt x="259893" y="868166"/>
                </a:moveTo>
                <a:lnTo>
                  <a:pt x="268957" y="868166"/>
                </a:lnTo>
                <a:cubicBezTo>
                  <a:pt x="269285" y="868166"/>
                  <a:pt x="269745" y="868626"/>
                  <a:pt x="269745" y="868626"/>
                </a:cubicBezTo>
                <a:lnTo>
                  <a:pt x="274276" y="876507"/>
                </a:lnTo>
                <a:cubicBezTo>
                  <a:pt x="274408" y="876770"/>
                  <a:pt x="274276" y="877361"/>
                  <a:pt x="274276" y="877361"/>
                </a:cubicBezTo>
                <a:lnTo>
                  <a:pt x="269745" y="885242"/>
                </a:lnTo>
                <a:lnTo>
                  <a:pt x="269744" y="885243"/>
                </a:lnTo>
                <a:lnTo>
                  <a:pt x="269724" y="885277"/>
                </a:lnTo>
                <a:cubicBezTo>
                  <a:pt x="269527" y="885540"/>
                  <a:pt x="268936" y="885737"/>
                  <a:pt x="268936" y="885737"/>
                </a:cubicBezTo>
                <a:lnTo>
                  <a:pt x="259872" y="885737"/>
                </a:lnTo>
                <a:cubicBezTo>
                  <a:pt x="259543" y="885737"/>
                  <a:pt x="259083" y="885277"/>
                  <a:pt x="259083" y="885277"/>
                </a:cubicBezTo>
                <a:lnTo>
                  <a:pt x="254552" y="877394"/>
                </a:lnTo>
                <a:cubicBezTo>
                  <a:pt x="254421" y="877133"/>
                  <a:pt x="254552" y="876541"/>
                  <a:pt x="254552" y="876541"/>
                </a:cubicBezTo>
                <a:lnTo>
                  <a:pt x="259083" y="868661"/>
                </a:lnTo>
                <a:lnTo>
                  <a:pt x="259084" y="868660"/>
                </a:lnTo>
                <a:lnTo>
                  <a:pt x="259104" y="868626"/>
                </a:lnTo>
                <a:cubicBezTo>
                  <a:pt x="259301" y="868363"/>
                  <a:pt x="259893" y="868166"/>
                  <a:pt x="259893" y="868166"/>
                </a:cubicBezTo>
                <a:close/>
                <a:moveTo>
                  <a:pt x="5501" y="868166"/>
                </a:moveTo>
                <a:lnTo>
                  <a:pt x="14565" y="868166"/>
                </a:lnTo>
                <a:cubicBezTo>
                  <a:pt x="14893" y="868166"/>
                  <a:pt x="15353" y="868626"/>
                  <a:pt x="15353" y="868626"/>
                </a:cubicBezTo>
                <a:lnTo>
                  <a:pt x="19885" y="876507"/>
                </a:lnTo>
                <a:cubicBezTo>
                  <a:pt x="20016" y="876770"/>
                  <a:pt x="19885" y="877361"/>
                  <a:pt x="19885" y="877361"/>
                </a:cubicBezTo>
                <a:lnTo>
                  <a:pt x="15353" y="885242"/>
                </a:lnTo>
                <a:cubicBezTo>
                  <a:pt x="15156" y="885506"/>
                  <a:pt x="14565" y="885702"/>
                  <a:pt x="14565" y="885702"/>
                </a:cubicBezTo>
                <a:lnTo>
                  <a:pt x="14508" y="885702"/>
                </a:lnTo>
                <a:lnTo>
                  <a:pt x="14496" y="885709"/>
                </a:lnTo>
                <a:lnTo>
                  <a:pt x="5433" y="885709"/>
                </a:lnTo>
                <a:cubicBezTo>
                  <a:pt x="5103" y="885709"/>
                  <a:pt x="4643" y="885248"/>
                  <a:pt x="4643" y="885248"/>
                </a:cubicBezTo>
                <a:lnTo>
                  <a:pt x="112" y="877365"/>
                </a:lnTo>
                <a:cubicBezTo>
                  <a:pt x="-20" y="877104"/>
                  <a:pt x="112" y="876513"/>
                  <a:pt x="112" y="876513"/>
                </a:cubicBezTo>
                <a:lnTo>
                  <a:pt x="4643" y="868631"/>
                </a:lnTo>
                <a:cubicBezTo>
                  <a:pt x="4841" y="868369"/>
                  <a:pt x="5433" y="868170"/>
                  <a:pt x="5433" y="868170"/>
                </a:cubicBezTo>
                <a:lnTo>
                  <a:pt x="5494" y="868170"/>
                </a:lnTo>
                <a:close/>
                <a:moveTo>
                  <a:pt x="5602126" y="651266"/>
                </a:moveTo>
                <a:lnTo>
                  <a:pt x="5611191" y="651266"/>
                </a:lnTo>
                <a:cubicBezTo>
                  <a:pt x="5611519" y="651266"/>
                  <a:pt x="5611979" y="651729"/>
                  <a:pt x="5611979" y="651729"/>
                </a:cubicBezTo>
                <a:lnTo>
                  <a:pt x="5616511" y="659606"/>
                </a:lnTo>
                <a:cubicBezTo>
                  <a:pt x="5616642" y="659871"/>
                  <a:pt x="5616511" y="660464"/>
                  <a:pt x="5616511" y="660464"/>
                </a:cubicBezTo>
                <a:lnTo>
                  <a:pt x="5611979" y="668349"/>
                </a:lnTo>
                <a:cubicBezTo>
                  <a:pt x="5611782" y="668608"/>
                  <a:pt x="5611191" y="668806"/>
                  <a:pt x="5611191" y="668806"/>
                </a:cubicBezTo>
                <a:lnTo>
                  <a:pt x="5602126" y="668806"/>
                </a:lnTo>
                <a:cubicBezTo>
                  <a:pt x="5601798" y="668806"/>
                  <a:pt x="5601338" y="668349"/>
                  <a:pt x="5601338" y="668349"/>
                </a:cubicBezTo>
                <a:lnTo>
                  <a:pt x="5596807" y="660464"/>
                </a:lnTo>
                <a:cubicBezTo>
                  <a:pt x="5596675" y="660200"/>
                  <a:pt x="5596807" y="659606"/>
                  <a:pt x="5596807" y="659606"/>
                </a:cubicBezTo>
                <a:lnTo>
                  <a:pt x="5601338" y="651729"/>
                </a:lnTo>
                <a:cubicBezTo>
                  <a:pt x="5601536" y="651462"/>
                  <a:pt x="5602126" y="651266"/>
                  <a:pt x="5602126" y="651266"/>
                </a:cubicBezTo>
                <a:close/>
                <a:moveTo>
                  <a:pt x="4330157" y="651262"/>
                </a:moveTo>
                <a:lnTo>
                  <a:pt x="4339222" y="651262"/>
                </a:lnTo>
                <a:cubicBezTo>
                  <a:pt x="4339550" y="651262"/>
                  <a:pt x="4340010" y="651720"/>
                  <a:pt x="4340010" y="651720"/>
                </a:cubicBezTo>
                <a:lnTo>
                  <a:pt x="4344540" y="659604"/>
                </a:lnTo>
                <a:cubicBezTo>
                  <a:pt x="4344672" y="659864"/>
                  <a:pt x="4344540" y="660459"/>
                  <a:pt x="4344540" y="660459"/>
                </a:cubicBezTo>
                <a:lnTo>
                  <a:pt x="4340010" y="668342"/>
                </a:lnTo>
                <a:cubicBezTo>
                  <a:pt x="4339812" y="668603"/>
                  <a:pt x="4339222" y="668802"/>
                  <a:pt x="4339222" y="668802"/>
                </a:cubicBezTo>
                <a:lnTo>
                  <a:pt x="4330157" y="668802"/>
                </a:lnTo>
                <a:cubicBezTo>
                  <a:pt x="4329829" y="668802"/>
                  <a:pt x="4329369" y="668342"/>
                  <a:pt x="4329369" y="668342"/>
                </a:cubicBezTo>
                <a:lnTo>
                  <a:pt x="4324836" y="660459"/>
                </a:lnTo>
                <a:cubicBezTo>
                  <a:pt x="4324706" y="660194"/>
                  <a:pt x="4324836" y="659604"/>
                  <a:pt x="4324836" y="659604"/>
                </a:cubicBezTo>
                <a:lnTo>
                  <a:pt x="4329369" y="651720"/>
                </a:lnTo>
                <a:cubicBezTo>
                  <a:pt x="4329565" y="651459"/>
                  <a:pt x="4330157" y="651262"/>
                  <a:pt x="4330157" y="651262"/>
                </a:cubicBezTo>
                <a:close/>
                <a:moveTo>
                  <a:pt x="7382923" y="651256"/>
                </a:moveTo>
                <a:lnTo>
                  <a:pt x="7391987" y="651256"/>
                </a:lnTo>
                <a:cubicBezTo>
                  <a:pt x="7392315" y="651256"/>
                  <a:pt x="7392775" y="651718"/>
                  <a:pt x="7392775" y="651718"/>
                </a:cubicBezTo>
                <a:lnTo>
                  <a:pt x="7397307" y="659601"/>
                </a:lnTo>
                <a:cubicBezTo>
                  <a:pt x="7397438" y="659864"/>
                  <a:pt x="7397307" y="660454"/>
                  <a:pt x="7397307" y="660454"/>
                </a:cubicBezTo>
                <a:lnTo>
                  <a:pt x="7392775" y="668340"/>
                </a:lnTo>
                <a:cubicBezTo>
                  <a:pt x="7392578" y="668603"/>
                  <a:pt x="7391987" y="668797"/>
                  <a:pt x="7391987" y="668797"/>
                </a:cubicBezTo>
                <a:lnTo>
                  <a:pt x="7382923" y="668797"/>
                </a:lnTo>
                <a:cubicBezTo>
                  <a:pt x="7382595" y="668797"/>
                  <a:pt x="7382135" y="668340"/>
                  <a:pt x="7382135" y="668340"/>
                </a:cubicBezTo>
                <a:lnTo>
                  <a:pt x="7377602" y="660454"/>
                </a:lnTo>
                <a:cubicBezTo>
                  <a:pt x="7377471" y="660190"/>
                  <a:pt x="7377602" y="659601"/>
                  <a:pt x="7377602" y="659601"/>
                </a:cubicBezTo>
                <a:lnTo>
                  <a:pt x="7382135" y="651718"/>
                </a:lnTo>
                <a:cubicBezTo>
                  <a:pt x="7382331" y="651458"/>
                  <a:pt x="7382923" y="651256"/>
                  <a:pt x="7382923" y="651256"/>
                </a:cubicBezTo>
                <a:close/>
                <a:moveTo>
                  <a:pt x="5856508" y="651255"/>
                </a:moveTo>
                <a:lnTo>
                  <a:pt x="5865571" y="651255"/>
                </a:lnTo>
                <a:cubicBezTo>
                  <a:pt x="5865900" y="651255"/>
                  <a:pt x="5866359" y="651709"/>
                  <a:pt x="5866359" y="651709"/>
                </a:cubicBezTo>
                <a:lnTo>
                  <a:pt x="5870891" y="659596"/>
                </a:lnTo>
                <a:cubicBezTo>
                  <a:pt x="5871023" y="659861"/>
                  <a:pt x="5870891" y="660451"/>
                  <a:pt x="5870891" y="660451"/>
                </a:cubicBezTo>
                <a:lnTo>
                  <a:pt x="5866359" y="668332"/>
                </a:lnTo>
                <a:cubicBezTo>
                  <a:pt x="5866163" y="668598"/>
                  <a:pt x="5865571" y="668793"/>
                  <a:pt x="5865571" y="668793"/>
                </a:cubicBezTo>
                <a:lnTo>
                  <a:pt x="5856508" y="668793"/>
                </a:lnTo>
                <a:cubicBezTo>
                  <a:pt x="5856178" y="668793"/>
                  <a:pt x="5855720" y="668332"/>
                  <a:pt x="5855720" y="668332"/>
                </a:cubicBezTo>
                <a:lnTo>
                  <a:pt x="5851187" y="660451"/>
                </a:lnTo>
                <a:cubicBezTo>
                  <a:pt x="5851055" y="660184"/>
                  <a:pt x="5851187" y="659596"/>
                  <a:pt x="5851187" y="659596"/>
                </a:cubicBezTo>
                <a:lnTo>
                  <a:pt x="5855720" y="651709"/>
                </a:lnTo>
                <a:cubicBezTo>
                  <a:pt x="5855916" y="651452"/>
                  <a:pt x="5856508" y="651255"/>
                  <a:pt x="5856508" y="651255"/>
                </a:cubicBezTo>
                <a:close/>
                <a:moveTo>
                  <a:pt x="7891684" y="651245"/>
                </a:moveTo>
                <a:lnTo>
                  <a:pt x="7900748" y="651245"/>
                </a:lnTo>
                <a:cubicBezTo>
                  <a:pt x="7901076" y="651245"/>
                  <a:pt x="7901536" y="651699"/>
                  <a:pt x="7901536" y="651699"/>
                </a:cubicBezTo>
                <a:lnTo>
                  <a:pt x="7906067" y="659583"/>
                </a:lnTo>
                <a:cubicBezTo>
                  <a:pt x="7906199" y="659843"/>
                  <a:pt x="7906067" y="660438"/>
                  <a:pt x="7906067" y="660438"/>
                </a:cubicBezTo>
                <a:lnTo>
                  <a:pt x="7901536" y="668321"/>
                </a:lnTo>
                <a:cubicBezTo>
                  <a:pt x="7901339" y="668585"/>
                  <a:pt x="7900748" y="668781"/>
                  <a:pt x="7900748" y="668781"/>
                </a:cubicBezTo>
                <a:lnTo>
                  <a:pt x="7891684" y="668781"/>
                </a:lnTo>
                <a:cubicBezTo>
                  <a:pt x="7891355" y="668781"/>
                  <a:pt x="7890896" y="668321"/>
                  <a:pt x="7890896" y="668321"/>
                </a:cubicBezTo>
                <a:lnTo>
                  <a:pt x="7886363" y="660438"/>
                </a:lnTo>
                <a:cubicBezTo>
                  <a:pt x="7886233" y="660173"/>
                  <a:pt x="7886363" y="659583"/>
                  <a:pt x="7886363" y="659583"/>
                </a:cubicBezTo>
                <a:lnTo>
                  <a:pt x="7890896" y="651699"/>
                </a:lnTo>
                <a:cubicBezTo>
                  <a:pt x="7891093" y="651441"/>
                  <a:pt x="7891684" y="651245"/>
                  <a:pt x="7891684" y="651245"/>
                </a:cubicBezTo>
                <a:close/>
                <a:moveTo>
                  <a:pt x="3821551" y="651241"/>
                </a:moveTo>
                <a:lnTo>
                  <a:pt x="3830617" y="651241"/>
                </a:lnTo>
                <a:cubicBezTo>
                  <a:pt x="3830946" y="651241"/>
                  <a:pt x="3831407" y="651699"/>
                  <a:pt x="3831407" y="651699"/>
                </a:cubicBezTo>
                <a:lnTo>
                  <a:pt x="3835939" y="659583"/>
                </a:lnTo>
                <a:cubicBezTo>
                  <a:pt x="3836069" y="659843"/>
                  <a:pt x="3835939" y="660431"/>
                  <a:pt x="3835939" y="660431"/>
                </a:cubicBezTo>
                <a:lnTo>
                  <a:pt x="3831407" y="668318"/>
                </a:lnTo>
                <a:cubicBezTo>
                  <a:pt x="3831209" y="668581"/>
                  <a:pt x="3830617" y="668778"/>
                  <a:pt x="3830617" y="668778"/>
                </a:cubicBezTo>
                <a:lnTo>
                  <a:pt x="3821551" y="668778"/>
                </a:lnTo>
                <a:cubicBezTo>
                  <a:pt x="3821225" y="668778"/>
                  <a:pt x="3820764" y="668318"/>
                  <a:pt x="3820764" y="668318"/>
                </a:cubicBezTo>
                <a:lnTo>
                  <a:pt x="3816231" y="660431"/>
                </a:lnTo>
                <a:cubicBezTo>
                  <a:pt x="3816100" y="660171"/>
                  <a:pt x="3816231" y="659583"/>
                  <a:pt x="3816231" y="659583"/>
                </a:cubicBezTo>
                <a:lnTo>
                  <a:pt x="3820764" y="651699"/>
                </a:lnTo>
                <a:cubicBezTo>
                  <a:pt x="3820962" y="651438"/>
                  <a:pt x="3821551" y="651241"/>
                  <a:pt x="3821551" y="651241"/>
                </a:cubicBezTo>
                <a:close/>
                <a:moveTo>
                  <a:pt x="8909274" y="651233"/>
                </a:moveTo>
                <a:lnTo>
                  <a:pt x="8918336" y="651233"/>
                </a:lnTo>
                <a:cubicBezTo>
                  <a:pt x="8918666" y="651233"/>
                  <a:pt x="8919125" y="651695"/>
                  <a:pt x="8919125" y="651695"/>
                </a:cubicBezTo>
                <a:lnTo>
                  <a:pt x="8923657" y="659575"/>
                </a:lnTo>
                <a:cubicBezTo>
                  <a:pt x="8923789" y="659839"/>
                  <a:pt x="8923657" y="660428"/>
                  <a:pt x="8923657" y="660428"/>
                </a:cubicBezTo>
                <a:lnTo>
                  <a:pt x="8919125" y="668314"/>
                </a:lnTo>
                <a:cubicBezTo>
                  <a:pt x="8918928" y="668577"/>
                  <a:pt x="8918336" y="668773"/>
                  <a:pt x="8918336" y="668773"/>
                </a:cubicBezTo>
                <a:lnTo>
                  <a:pt x="8909274" y="668773"/>
                </a:lnTo>
                <a:cubicBezTo>
                  <a:pt x="8908945" y="668773"/>
                  <a:pt x="8908484" y="668314"/>
                  <a:pt x="8908484" y="668314"/>
                </a:cubicBezTo>
                <a:lnTo>
                  <a:pt x="8903953" y="660428"/>
                </a:lnTo>
                <a:cubicBezTo>
                  <a:pt x="8903821" y="660165"/>
                  <a:pt x="8903953" y="659575"/>
                  <a:pt x="8903953" y="659575"/>
                </a:cubicBezTo>
                <a:lnTo>
                  <a:pt x="8908484" y="651695"/>
                </a:lnTo>
                <a:cubicBezTo>
                  <a:pt x="8908681" y="651430"/>
                  <a:pt x="8909274" y="651233"/>
                  <a:pt x="8909274" y="651233"/>
                </a:cubicBezTo>
                <a:close/>
                <a:moveTo>
                  <a:pt x="6110888" y="651233"/>
                </a:moveTo>
                <a:lnTo>
                  <a:pt x="6119953" y="651233"/>
                </a:lnTo>
                <a:cubicBezTo>
                  <a:pt x="6120280" y="651233"/>
                  <a:pt x="6120740" y="651692"/>
                  <a:pt x="6120740" y="651692"/>
                </a:cubicBezTo>
                <a:lnTo>
                  <a:pt x="6125272" y="659575"/>
                </a:lnTo>
                <a:cubicBezTo>
                  <a:pt x="6125403" y="659839"/>
                  <a:pt x="6125272" y="660428"/>
                  <a:pt x="6125272" y="660428"/>
                </a:cubicBezTo>
                <a:lnTo>
                  <a:pt x="6120740" y="668311"/>
                </a:lnTo>
                <a:cubicBezTo>
                  <a:pt x="6120543" y="668575"/>
                  <a:pt x="6119953" y="668773"/>
                  <a:pt x="6119953" y="668773"/>
                </a:cubicBezTo>
                <a:lnTo>
                  <a:pt x="6110888" y="668773"/>
                </a:lnTo>
                <a:cubicBezTo>
                  <a:pt x="6110560" y="668773"/>
                  <a:pt x="6110101" y="668311"/>
                  <a:pt x="6110101" y="668311"/>
                </a:cubicBezTo>
                <a:lnTo>
                  <a:pt x="6105567" y="660428"/>
                </a:lnTo>
                <a:cubicBezTo>
                  <a:pt x="6105436" y="660165"/>
                  <a:pt x="6105567" y="659575"/>
                  <a:pt x="6105567" y="659575"/>
                </a:cubicBezTo>
                <a:lnTo>
                  <a:pt x="6110101" y="651692"/>
                </a:lnTo>
                <a:cubicBezTo>
                  <a:pt x="6110296" y="651430"/>
                  <a:pt x="6110888" y="651233"/>
                  <a:pt x="6110888" y="651233"/>
                </a:cubicBezTo>
                <a:close/>
                <a:moveTo>
                  <a:pt x="5347746" y="651233"/>
                </a:moveTo>
                <a:lnTo>
                  <a:pt x="5356810" y="651233"/>
                </a:lnTo>
                <a:cubicBezTo>
                  <a:pt x="5357138" y="651233"/>
                  <a:pt x="5357598" y="651695"/>
                  <a:pt x="5357598" y="651695"/>
                </a:cubicBezTo>
                <a:lnTo>
                  <a:pt x="5362130" y="659575"/>
                </a:lnTo>
                <a:cubicBezTo>
                  <a:pt x="5362261" y="659839"/>
                  <a:pt x="5362130" y="660428"/>
                  <a:pt x="5362130" y="660428"/>
                </a:cubicBezTo>
                <a:lnTo>
                  <a:pt x="5357598" y="668314"/>
                </a:lnTo>
                <a:cubicBezTo>
                  <a:pt x="5357401" y="668577"/>
                  <a:pt x="5356810" y="668773"/>
                  <a:pt x="5356810" y="668773"/>
                </a:cubicBezTo>
                <a:lnTo>
                  <a:pt x="5347746" y="668773"/>
                </a:lnTo>
                <a:cubicBezTo>
                  <a:pt x="5347418" y="668773"/>
                  <a:pt x="5346958" y="668314"/>
                  <a:pt x="5346958" y="668314"/>
                </a:cubicBezTo>
                <a:lnTo>
                  <a:pt x="5342425" y="660428"/>
                </a:lnTo>
                <a:cubicBezTo>
                  <a:pt x="5342295" y="660165"/>
                  <a:pt x="5342425" y="659575"/>
                  <a:pt x="5342425" y="659575"/>
                </a:cubicBezTo>
                <a:lnTo>
                  <a:pt x="5346958" y="651695"/>
                </a:lnTo>
                <a:cubicBezTo>
                  <a:pt x="5347154" y="651430"/>
                  <a:pt x="5347746" y="651233"/>
                  <a:pt x="5347746" y="651233"/>
                </a:cubicBezTo>
                <a:close/>
                <a:moveTo>
                  <a:pt x="8654892" y="651223"/>
                </a:moveTo>
                <a:lnTo>
                  <a:pt x="8663955" y="651223"/>
                </a:lnTo>
                <a:cubicBezTo>
                  <a:pt x="8664285" y="651223"/>
                  <a:pt x="8664744" y="651685"/>
                  <a:pt x="8664744" y="651685"/>
                </a:cubicBezTo>
                <a:lnTo>
                  <a:pt x="8669277" y="659565"/>
                </a:lnTo>
                <a:cubicBezTo>
                  <a:pt x="8669408" y="659830"/>
                  <a:pt x="8669277" y="660421"/>
                  <a:pt x="8669277" y="660421"/>
                </a:cubicBezTo>
                <a:lnTo>
                  <a:pt x="8664744" y="668304"/>
                </a:lnTo>
                <a:cubicBezTo>
                  <a:pt x="8664548" y="668565"/>
                  <a:pt x="8663955" y="668764"/>
                  <a:pt x="8663955" y="668764"/>
                </a:cubicBezTo>
                <a:lnTo>
                  <a:pt x="8654892" y="668764"/>
                </a:lnTo>
                <a:cubicBezTo>
                  <a:pt x="8654565" y="668764"/>
                  <a:pt x="8654104" y="668304"/>
                  <a:pt x="8654104" y="668304"/>
                </a:cubicBezTo>
                <a:lnTo>
                  <a:pt x="8649572" y="660421"/>
                </a:lnTo>
                <a:cubicBezTo>
                  <a:pt x="8649441" y="660154"/>
                  <a:pt x="8649572" y="659565"/>
                  <a:pt x="8649572" y="659565"/>
                </a:cubicBezTo>
                <a:lnTo>
                  <a:pt x="8654104" y="651685"/>
                </a:lnTo>
                <a:cubicBezTo>
                  <a:pt x="8654301" y="651419"/>
                  <a:pt x="8654892" y="651223"/>
                  <a:pt x="8654892" y="651223"/>
                </a:cubicBezTo>
                <a:close/>
                <a:moveTo>
                  <a:pt x="7637304" y="651214"/>
                </a:moveTo>
                <a:lnTo>
                  <a:pt x="7646367" y="651214"/>
                </a:lnTo>
                <a:cubicBezTo>
                  <a:pt x="7646696" y="651214"/>
                  <a:pt x="7647156" y="651678"/>
                  <a:pt x="7647156" y="651678"/>
                </a:cubicBezTo>
                <a:lnTo>
                  <a:pt x="7651687" y="659557"/>
                </a:lnTo>
                <a:cubicBezTo>
                  <a:pt x="7651819" y="659823"/>
                  <a:pt x="7651687" y="660410"/>
                  <a:pt x="7651687" y="660410"/>
                </a:cubicBezTo>
                <a:lnTo>
                  <a:pt x="7647156" y="668297"/>
                </a:lnTo>
                <a:cubicBezTo>
                  <a:pt x="7646958" y="668559"/>
                  <a:pt x="7646367" y="668755"/>
                  <a:pt x="7646367" y="668755"/>
                </a:cubicBezTo>
                <a:lnTo>
                  <a:pt x="7637304" y="668755"/>
                </a:lnTo>
                <a:cubicBezTo>
                  <a:pt x="7636975" y="668755"/>
                  <a:pt x="7636516" y="668297"/>
                  <a:pt x="7636516" y="668297"/>
                </a:cubicBezTo>
                <a:lnTo>
                  <a:pt x="7631983" y="660410"/>
                </a:lnTo>
                <a:cubicBezTo>
                  <a:pt x="7631851" y="660151"/>
                  <a:pt x="7631983" y="659557"/>
                  <a:pt x="7631983" y="659557"/>
                </a:cubicBezTo>
                <a:lnTo>
                  <a:pt x="7636516" y="651678"/>
                </a:lnTo>
                <a:cubicBezTo>
                  <a:pt x="7636713" y="651412"/>
                  <a:pt x="7637304" y="651214"/>
                  <a:pt x="7637304" y="651214"/>
                </a:cubicBezTo>
                <a:close/>
                <a:moveTo>
                  <a:pt x="4075880" y="651214"/>
                </a:moveTo>
                <a:lnTo>
                  <a:pt x="4084943" y="651214"/>
                </a:lnTo>
                <a:cubicBezTo>
                  <a:pt x="4085271" y="651214"/>
                  <a:pt x="4085730" y="651678"/>
                  <a:pt x="4085730" y="651678"/>
                </a:cubicBezTo>
                <a:lnTo>
                  <a:pt x="4090262" y="659555"/>
                </a:lnTo>
                <a:cubicBezTo>
                  <a:pt x="4090394" y="659820"/>
                  <a:pt x="4090262" y="660410"/>
                  <a:pt x="4090262" y="660410"/>
                </a:cubicBezTo>
                <a:lnTo>
                  <a:pt x="4085730" y="668294"/>
                </a:lnTo>
                <a:cubicBezTo>
                  <a:pt x="4085534" y="668557"/>
                  <a:pt x="4084943" y="668755"/>
                  <a:pt x="4084943" y="668755"/>
                </a:cubicBezTo>
                <a:lnTo>
                  <a:pt x="4075880" y="668755"/>
                </a:lnTo>
                <a:cubicBezTo>
                  <a:pt x="4075550" y="668755"/>
                  <a:pt x="4075092" y="668294"/>
                  <a:pt x="4075092" y="668294"/>
                </a:cubicBezTo>
                <a:lnTo>
                  <a:pt x="4070560" y="660410"/>
                </a:lnTo>
                <a:cubicBezTo>
                  <a:pt x="4070426" y="660149"/>
                  <a:pt x="4070560" y="659555"/>
                  <a:pt x="4070560" y="659555"/>
                </a:cubicBezTo>
                <a:lnTo>
                  <a:pt x="4075092" y="651678"/>
                </a:lnTo>
                <a:cubicBezTo>
                  <a:pt x="4075287" y="651410"/>
                  <a:pt x="4075880" y="651214"/>
                  <a:pt x="4075880" y="651214"/>
                </a:cubicBezTo>
                <a:close/>
                <a:moveTo>
                  <a:pt x="4838919" y="651208"/>
                </a:moveTo>
                <a:lnTo>
                  <a:pt x="4847982" y="651208"/>
                </a:lnTo>
                <a:cubicBezTo>
                  <a:pt x="4848311" y="651208"/>
                  <a:pt x="4848772" y="651668"/>
                  <a:pt x="4848772" y="651668"/>
                </a:cubicBezTo>
                <a:lnTo>
                  <a:pt x="4853303" y="659552"/>
                </a:lnTo>
                <a:cubicBezTo>
                  <a:pt x="4853435" y="659813"/>
                  <a:pt x="4853303" y="660405"/>
                  <a:pt x="4853303" y="660405"/>
                </a:cubicBezTo>
                <a:lnTo>
                  <a:pt x="4848772" y="668286"/>
                </a:lnTo>
                <a:cubicBezTo>
                  <a:pt x="4848575" y="668550"/>
                  <a:pt x="4847982" y="668746"/>
                  <a:pt x="4847982" y="668746"/>
                </a:cubicBezTo>
                <a:lnTo>
                  <a:pt x="4838919" y="668746"/>
                </a:lnTo>
                <a:cubicBezTo>
                  <a:pt x="4838590" y="668746"/>
                  <a:pt x="4838132" y="668286"/>
                  <a:pt x="4838132" y="668286"/>
                </a:cubicBezTo>
                <a:lnTo>
                  <a:pt x="4833598" y="660405"/>
                </a:lnTo>
                <a:cubicBezTo>
                  <a:pt x="4833467" y="660139"/>
                  <a:pt x="4833598" y="659552"/>
                  <a:pt x="4833598" y="659552"/>
                </a:cubicBezTo>
                <a:lnTo>
                  <a:pt x="4838132" y="651668"/>
                </a:lnTo>
                <a:cubicBezTo>
                  <a:pt x="4838328" y="651407"/>
                  <a:pt x="4838919" y="651208"/>
                  <a:pt x="4838919" y="651208"/>
                </a:cubicBezTo>
                <a:close/>
                <a:moveTo>
                  <a:pt x="6365334" y="651204"/>
                </a:moveTo>
                <a:lnTo>
                  <a:pt x="6374397" y="651204"/>
                </a:lnTo>
                <a:cubicBezTo>
                  <a:pt x="6374727" y="651204"/>
                  <a:pt x="6375186" y="651668"/>
                  <a:pt x="6375186" y="651668"/>
                </a:cubicBezTo>
                <a:lnTo>
                  <a:pt x="6379718" y="659548"/>
                </a:lnTo>
                <a:cubicBezTo>
                  <a:pt x="6379849" y="659809"/>
                  <a:pt x="6379718" y="660401"/>
                  <a:pt x="6379718" y="660401"/>
                </a:cubicBezTo>
                <a:lnTo>
                  <a:pt x="6375186" y="668282"/>
                </a:lnTo>
                <a:cubicBezTo>
                  <a:pt x="6374988" y="668548"/>
                  <a:pt x="6374397" y="668745"/>
                  <a:pt x="6374397" y="668745"/>
                </a:cubicBezTo>
                <a:lnTo>
                  <a:pt x="6365334" y="668745"/>
                </a:lnTo>
                <a:cubicBezTo>
                  <a:pt x="6365005" y="668745"/>
                  <a:pt x="6364546" y="668282"/>
                  <a:pt x="6364546" y="668282"/>
                </a:cubicBezTo>
                <a:lnTo>
                  <a:pt x="6360014" y="660401"/>
                </a:lnTo>
                <a:cubicBezTo>
                  <a:pt x="6359882" y="660139"/>
                  <a:pt x="6360014" y="659548"/>
                  <a:pt x="6360014" y="659548"/>
                </a:cubicBezTo>
                <a:lnTo>
                  <a:pt x="6364546" y="651668"/>
                </a:lnTo>
                <a:cubicBezTo>
                  <a:pt x="6364743" y="651403"/>
                  <a:pt x="6365334" y="651204"/>
                  <a:pt x="6365334" y="651204"/>
                </a:cubicBezTo>
                <a:close/>
                <a:moveTo>
                  <a:pt x="5093300" y="651202"/>
                </a:moveTo>
                <a:lnTo>
                  <a:pt x="5102364" y="651202"/>
                </a:lnTo>
                <a:cubicBezTo>
                  <a:pt x="5102693" y="651202"/>
                  <a:pt x="5103153" y="651660"/>
                  <a:pt x="5103153" y="651660"/>
                </a:cubicBezTo>
                <a:lnTo>
                  <a:pt x="5107684" y="659540"/>
                </a:lnTo>
                <a:cubicBezTo>
                  <a:pt x="5107815" y="659804"/>
                  <a:pt x="5107684" y="660397"/>
                  <a:pt x="5107684" y="660397"/>
                </a:cubicBezTo>
                <a:lnTo>
                  <a:pt x="5103153" y="668279"/>
                </a:lnTo>
                <a:cubicBezTo>
                  <a:pt x="5102955" y="668541"/>
                  <a:pt x="5102364" y="668739"/>
                  <a:pt x="5102364" y="668739"/>
                </a:cubicBezTo>
                <a:lnTo>
                  <a:pt x="5093300" y="668739"/>
                </a:lnTo>
                <a:cubicBezTo>
                  <a:pt x="5092972" y="668739"/>
                  <a:pt x="5092512" y="668279"/>
                  <a:pt x="5092512" y="668279"/>
                </a:cubicBezTo>
                <a:lnTo>
                  <a:pt x="5087979" y="660397"/>
                </a:lnTo>
                <a:cubicBezTo>
                  <a:pt x="5087848" y="660132"/>
                  <a:pt x="5087979" y="659540"/>
                  <a:pt x="5087979" y="659540"/>
                </a:cubicBezTo>
                <a:lnTo>
                  <a:pt x="5092512" y="651660"/>
                </a:lnTo>
                <a:cubicBezTo>
                  <a:pt x="5092708" y="651397"/>
                  <a:pt x="5093300" y="651202"/>
                  <a:pt x="5093300" y="651202"/>
                </a:cubicBezTo>
                <a:close/>
                <a:moveTo>
                  <a:pt x="9163654" y="651192"/>
                </a:moveTo>
                <a:lnTo>
                  <a:pt x="9172718" y="651192"/>
                </a:lnTo>
                <a:cubicBezTo>
                  <a:pt x="9173046" y="651192"/>
                  <a:pt x="9173506" y="651651"/>
                  <a:pt x="9173506" y="651651"/>
                </a:cubicBezTo>
                <a:lnTo>
                  <a:pt x="9178038" y="659535"/>
                </a:lnTo>
                <a:cubicBezTo>
                  <a:pt x="9178169" y="659795"/>
                  <a:pt x="9178038" y="660387"/>
                  <a:pt x="9178038" y="660387"/>
                </a:cubicBezTo>
                <a:lnTo>
                  <a:pt x="9173506" y="668270"/>
                </a:lnTo>
                <a:cubicBezTo>
                  <a:pt x="9173309" y="668534"/>
                  <a:pt x="9172718" y="668732"/>
                  <a:pt x="9172718" y="668732"/>
                </a:cubicBezTo>
                <a:lnTo>
                  <a:pt x="9163654" y="668732"/>
                </a:lnTo>
                <a:cubicBezTo>
                  <a:pt x="9163326" y="668732"/>
                  <a:pt x="9162866" y="668270"/>
                  <a:pt x="9162866" y="668270"/>
                </a:cubicBezTo>
                <a:lnTo>
                  <a:pt x="9158333" y="660387"/>
                </a:lnTo>
                <a:cubicBezTo>
                  <a:pt x="9158202" y="660126"/>
                  <a:pt x="9158333" y="659535"/>
                  <a:pt x="9158333" y="659535"/>
                </a:cubicBezTo>
                <a:lnTo>
                  <a:pt x="9162866" y="651651"/>
                </a:lnTo>
                <a:cubicBezTo>
                  <a:pt x="9163062" y="651389"/>
                  <a:pt x="9163654" y="651192"/>
                  <a:pt x="9163654" y="651192"/>
                </a:cubicBezTo>
                <a:close/>
                <a:moveTo>
                  <a:pt x="8400511" y="651192"/>
                </a:moveTo>
                <a:lnTo>
                  <a:pt x="8409575" y="651192"/>
                </a:lnTo>
                <a:cubicBezTo>
                  <a:pt x="8409904" y="651192"/>
                  <a:pt x="8410363" y="651654"/>
                  <a:pt x="8410363" y="651654"/>
                </a:cubicBezTo>
                <a:lnTo>
                  <a:pt x="8414896" y="659535"/>
                </a:lnTo>
                <a:cubicBezTo>
                  <a:pt x="8415027" y="659800"/>
                  <a:pt x="8414896" y="660390"/>
                  <a:pt x="8414896" y="660390"/>
                </a:cubicBezTo>
                <a:lnTo>
                  <a:pt x="8410363" y="668272"/>
                </a:lnTo>
                <a:cubicBezTo>
                  <a:pt x="8410166" y="668534"/>
                  <a:pt x="8409575" y="668732"/>
                  <a:pt x="8409575" y="668732"/>
                </a:cubicBezTo>
                <a:lnTo>
                  <a:pt x="8400511" y="668732"/>
                </a:lnTo>
                <a:cubicBezTo>
                  <a:pt x="8400184" y="668732"/>
                  <a:pt x="8399723" y="668272"/>
                  <a:pt x="8399723" y="668272"/>
                </a:cubicBezTo>
                <a:lnTo>
                  <a:pt x="8395191" y="660390"/>
                </a:lnTo>
                <a:cubicBezTo>
                  <a:pt x="8395060" y="660126"/>
                  <a:pt x="8395191" y="659535"/>
                  <a:pt x="8395191" y="659535"/>
                </a:cubicBezTo>
                <a:lnTo>
                  <a:pt x="8399723" y="651654"/>
                </a:lnTo>
                <a:cubicBezTo>
                  <a:pt x="8399920" y="651389"/>
                  <a:pt x="8400511" y="651192"/>
                  <a:pt x="8400511" y="651192"/>
                </a:cubicBezTo>
                <a:close/>
                <a:moveTo>
                  <a:pt x="6619714" y="651181"/>
                </a:moveTo>
                <a:lnTo>
                  <a:pt x="6628778" y="651181"/>
                </a:lnTo>
                <a:cubicBezTo>
                  <a:pt x="6629107" y="651181"/>
                  <a:pt x="6629566" y="651639"/>
                  <a:pt x="6629566" y="651639"/>
                </a:cubicBezTo>
                <a:lnTo>
                  <a:pt x="6634099" y="659524"/>
                </a:lnTo>
                <a:cubicBezTo>
                  <a:pt x="6634230" y="659784"/>
                  <a:pt x="6634099" y="660376"/>
                  <a:pt x="6634099" y="660376"/>
                </a:cubicBezTo>
                <a:lnTo>
                  <a:pt x="6629566" y="668258"/>
                </a:lnTo>
                <a:cubicBezTo>
                  <a:pt x="6629369" y="668519"/>
                  <a:pt x="6628778" y="668720"/>
                  <a:pt x="6628778" y="668720"/>
                </a:cubicBezTo>
                <a:lnTo>
                  <a:pt x="6619714" y="668720"/>
                </a:lnTo>
                <a:cubicBezTo>
                  <a:pt x="6619387" y="668720"/>
                  <a:pt x="6618926" y="668258"/>
                  <a:pt x="6618926" y="668258"/>
                </a:cubicBezTo>
                <a:lnTo>
                  <a:pt x="6614394" y="660376"/>
                </a:lnTo>
                <a:cubicBezTo>
                  <a:pt x="6614263" y="660114"/>
                  <a:pt x="6614394" y="659524"/>
                  <a:pt x="6614394" y="659524"/>
                </a:cubicBezTo>
                <a:lnTo>
                  <a:pt x="6618926" y="651639"/>
                </a:lnTo>
                <a:cubicBezTo>
                  <a:pt x="6619123" y="651380"/>
                  <a:pt x="6619714" y="651181"/>
                  <a:pt x="6619714" y="651181"/>
                </a:cubicBezTo>
                <a:close/>
                <a:moveTo>
                  <a:pt x="7128477" y="651167"/>
                </a:moveTo>
                <a:lnTo>
                  <a:pt x="7137540" y="651167"/>
                </a:lnTo>
                <a:cubicBezTo>
                  <a:pt x="7137869" y="651167"/>
                  <a:pt x="7138328" y="651628"/>
                  <a:pt x="7138328" y="651628"/>
                </a:cubicBezTo>
                <a:lnTo>
                  <a:pt x="7142860" y="659508"/>
                </a:lnTo>
                <a:cubicBezTo>
                  <a:pt x="7142992" y="659771"/>
                  <a:pt x="7142860" y="660362"/>
                  <a:pt x="7142860" y="660362"/>
                </a:cubicBezTo>
                <a:lnTo>
                  <a:pt x="7138328" y="668246"/>
                </a:lnTo>
                <a:cubicBezTo>
                  <a:pt x="7138131" y="668507"/>
                  <a:pt x="7137540" y="668704"/>
                  <a:pt x="7137540" y="668704"/>
                </a:cubicBezTo>
                <a:lnTo>
                  <a:pt x="7128477" y="668704"/>
                </a:lnTo>
                <a:cubicBezTo>
                  <a:pt x="7128148" y="668704"/>
                  <a:pt x="7127689" y="668246"/>
                  <a:pt x="7127689" y="668246"/>
                </a:cubicBezTo>
                <a:lnTo>
                  <a:pt x="7123156" y="660362"/>
                </a:lnTo>
                <a:cubicBezTo>
                  <a:pt x="7123024" y="660100"/>
                  <a:pt x="7123156" y="659508"/>
                  <a:pt x="7123156" y="659508"/>
                </a:cubicBezTo>
                <a:lnTo>
                  <a:pt x="7127689" y="651628"/>
                </a:lnTo>
                <a:cubicBezTo>
                  <a:pt x="7127885" y="651364"/>
                  <a:pt x="7128477" y="651167"/>
                  <a:pt x="7128477" y="651167"/>
                </a:cubicBezTo>
                <a:close/>
                <a:moveTo>
                  <a:pt x="4584538" y="651167"/>
                </a:moveTo>
                <a:lnTo>
                  <a:pt x="4593603" y="651167"/>
                </a:lnTo>
                <a:cubicBezTo>
                  <a:pt x="4593932" y="651167"/>
                  <a:pt x="4594390" y="651628"/>
                  <a:pt x="4594390" y="651628"/>
                </a:cubicBezTo>
                <a:lnTo>
                  <a:pt x="4598922" y="659508"/>
                </a:lnTo>
                <a:cubicBezTo>
                  <a:pt x="4599054" y="659772"/>
                  <a:pt x="4598922" y="660362"/>
                  <a:pt x="4598922" y="660362"/>
                </a:cubicBezTo>
                <a:lnTo>
                  <a:pt x="4594390" y="668246"/>
                </a:lnTo>
                <a:cubicBezTo>
                  <a:pt x="4594193" y="668507"/>
                  <a:pt x="4593603" y="668704"/>
                  <a:pt x="4593603" y="668704"/>
                </a:cubicBezTo>
                <a:lnTo>
                  <a:pt x="4584538" y="668704"/>
                </a:lnTo>
                <a:cubicBezTo>
                  <a:pt x="4584210" y="668704"/>
                  <a:pt x="4583749" y="668246"/>
                  <a:pt x="4583749" y="668246"/>
                </a:cubicBezTo>
                <a:lnTo>
                  <a:pt x="4579218" y="660362"/>
                </a:lnTo>
                <a:cubicBezTo>
                  <a:pt x="4579087" y="660101"/>
                  <a:pt x="4579218" y="659508"/>
                  <a:pt x="4579218" y="659508"/>
                </a:cubicBezTo>
                <a:lnTo>
                  <a:pt x="4583749" y="651628"/>
                </a:lnTo>
                <a:cubicBezTo>
                  <a:pt x="4583948" y="651364"/>
                  <a:pt x="4584538" y="651167"/>
                  <a:pt x="4584538" y="651167"/>
                </a:cubicBezTo>
                <a:close/>
                <a:moveTo>
                  <a:pt x="9418035" y="651165"/>
                </a:moveTo>
                <a:lnTo>
                  <a:pt x="9427099" y="651165"/>
                </a:lnTo>
                <a:cubicBezTo>
                  <a:pt x="9427427" y="651165"/>
                  <a:pt x="9427887" y="651626"/>
                  <a:pt x="9427887" y="651626"/>
                </a:cubicBezTo>
                <a:lnTo>
                  <a:pt x="9432419" y="659507"/>
                </a:lnTo>
                <a:cubicBezTo>
                  <a:pt x="9432550" y="659770"/>
                  <a:pt x="9432419" y="660361"/>
                  <a:pt x="9432419" y="660361"/>
                </a:cubicBezTo>
                <a:lnTo>
                  <a:pt x="9427887" y="668244"/>
                </a:lnTo>
                <a:cubicBezTo>
                  <a:pt x="9427690" y="668505"/>
                  <a:pt x="9427099" y="668703"/>
                  <a:pt x="9427099" y="668703"/>
                </a:cubicBezTo>
                <a:lnTo>
                  <a:pt x="9418035" y="668703"/>
                </a:lnTo>
                <a:cubicBezTo>
                  <a:pt x="9417707" y="668703"/>
                  <a:pt x="9417247" y="668244"/>
                  <a:pt x="9417247" y="668244"/>
                </a:cubicBezTo>
                <a:lnTo>
                  <a:pt x="9412714" y="660361"/>
                </a:lnTo>
                <a:cubicBezTo>
                  <a:pt x="9412583" y="660098"/>
                  <a:pt x="9412714" y="659507"/>
                  <a:pt x="9412714" y="659507"/>
                </a:cubicBezTo>
                <a:lnTo>
                  <a:pt x="9417247" y="651626"/>
                </a:lnTo>
                <a:cubicBezTo>
                  <a:pt x="9417444" y="651363"/>
                  <a:pt x="9418035" y="651165"/>
                  <a:pt x="9418035" y="651165"/>
                </a:cubicBezTo>
                <a:close/>
                <a:moveTo>
                  <a:pt x="6874095" y="651165"/>
                </a:moveTo>
                <a:lnTo>
                  <a:pt x="6883159" y="651165"/>
                </a:lnTo>
                <a:cubicBezTo>
                  <a:pt x="6883488" y="651165"/>
                  <a:pt x="6883947" y="651625"/>
                  <a:pt x="6883947" y="651625"/>
                </a:cubicBezTo>
                <a:lnTo>
                  <a:pt x="6888480" y="659505"/>
                </a:lnTo>
                <a:cubicBezTo>
                  <a:pt x="6888611" y="659769"/>
                  <a:pt x="6888480" y="660360"/>
                  <a:pt x="6888480" y="660360"/>
                </a:cubicBezTo>
                <a:lnTo>
                  <a:pt x="6883947" y="668243"/>
                </a:lnTo>
                <a:cubicBezTo>
                  <a:pt x="6883751" y="668505"/>
                  <a:pt x="6883159" y="668701"/>
                  <a:pt x="6883159" y="668701"/>
                </a:cubicBezTo>
                <a:lnTo>
                  <a:pt x="6874095" y="668701"/>
                </a:lnTo>
                <a:cubicBezTo>
                  <a:pt x="6873768" y="668701"/>
                  <a:pt x="6873307" y="668243"/>
                  <a:pt x="6873307" y="668243"/>
                </a:cubicBezTo>
                <a:lnTo>
                  <a:pt x="6868775" y="660360"/>
                </a:lnTo>
                <a:cubicBezTo>
                  <a:pt x="6868644" y="660096"/>
                  <a:pt x="6868775" y="659505"/>
                  <a:pt x="6868775" y="659505"/>
                </a:cubicBezTo>
                <a:lnTo>
                  <a:pt x="6873307" y="651625"/>
                </a:lnTo>
                <a:cubicBezTo>
                  <a:pt x="6873504" y="651361"/>
                  <a:pt x="6874095" y="651165"/>
                  <a:pt x="6874095" y="651165"/>
                </a:cubicBezTo>
                <a:close/>
                <a:moveTo>
                  <a:pt x="8146065" y="651158"/>
                </a:moveTo>
                <a:lnTo>
                  <a:pt x="8155129" y="651158"/>
                </a:lnTo>
                <a:cubicBezTo>
                  <a:pt x="8155458" y="651158"/>
                  <a:pt x="8155917" y="651618"/>
                  <a:pt x="8155917" y="651618"/>
                </a:cubicBezTo>
                <a:lnTo>
                  <a:pt x="8160449" y="659500"/>
                </a:lnTo>
                <a:cubicBezTo>
                  <a:pt x="8160580" y="659762"/>
                  <a:pt x="8160449" y="660353"/>
                  <a:pt x="8160449" y="660353"/>
                </a:cubicBezTo>
                <a:lnTo>
                  <a:pt x="8155917" y="668236"/>
                </a:lnTo>
                <a:cubicBezTo>
                  <a:pt x="8155719" y="668499"/>
                  <a:pt x="8155129" y="668696"/>
                  <a:pt x="8155129" y="668696"/>
                </a:cubicBezTo>
                <a:lnTo>
                  <a:pt x="8146065" y="668696"/>
                </a:lnTo>
                <a:cubicBezTo>
                  <a:pt x="8145737" y="668696"/>
                  <a:pt x="8145277" y="668236"/>
                  <a:pt x="8145277" y="668236"/>
                </a:cubicBezTo>
                <a:lnTo>
                  <a:pt x="8140745" y="660353"/>
                </a:lnTo>
                <a:cubicBezTo>
                  <a:pt x="8140613" y="660091"/>
                  <a:pt x="8140745" y="659500"/>
                  <a:pt x="8140745" y="659500"/>
                </a:cubicBezTo>
                <a:lnTo>
                  <a:pt x="8145277" y="651618"/>
                </a:lnTo>
                <a:cubicBezTo>
                  <a:pt x="8145474" y="651356"/>
                  <a:pt x="8146065" y="651158"/>
                  <a:pt x="8146065" y="651158"/>
                </a:cubicBezTo>
                <a:close/>
                <a:moveTo>
                  <a:pt x="10435623" y="651157"/>
                </a:moveTo>
                <a:lnTo>
                  <a:pt x="10444687" y="651157"/>
                </a:lnTo>
                <a:cubicBezTo>
                  <a:pt x="10445016" y="651157"/>
                  <a:pt x="10445475" y="651617"/>
                  <a:pt x="10445475" y="651617"/>
                </a:cubicBezTo>
                <a:lnTo>
                  <a:pt x="10450008" y="659499"/>
                </a:lnTo>
                <a:cubicBezTo>
                  <a:pt x="10450139" y="659761"/>
                  <a:pt x="10450008" y="660352"/>
                  <a:pt x="10450008" y="660352"/>
                </a:cubicBezTo>
                <a:lnTo>
                  <a:pt x="10445475" y="668235"/>
                </a:lnTo>
                <a:cubicBezTo>
                  <a:pt x="10445279" y="668498"/>
                  <a:pt x="10444687" y="668695"/>
                  <a:pt x="10444687" y="668695"/>
                </a:cubicBezTo>
                <a:lnTo>
                  <a:pt x="10435623" y="668695"/>
                </a:lnTo>
                <a:cubicBezTo>
                  <a:pt x="10435296" y="668695"/>
                  <a:pt x="10434835" y="668235"/>
                  <a:pt x="10434835" y="668235"/>
                </a:cubicBezTo>
                <a:lnTo>
                  <a:pt x="10430303" y="660352"/>
                </a:lnTo>
                <a:cubicBezTo>
                  <a:pt x="10430172" y="660090"/>
                  <a:pt x="10430303" y="659499"/>
                  <a:pt x="10430303" y="659499"/>
                </a:cubicBezTo>
                <a:lnTo>
                  <a:pt x="10434835" y="651617"/>
                </a:lnTo>
                <a:cubicBezTo>
                  <a:pt x="10435032" y="651354"/>
                  <a:pt x="10435623" y="651157"/>
                  <a:pt x="10435623" y="651157"/>
                </a:cubicBezTo>
                <a:close/>
                <a:moveTo>
                  <a:pt x="10181243" y="651157"/>
                </a:moveTo>
                <a:lnTo>
                  <a:pt x="10190306" y="651157"/>
                </a:lnTo>
                <a:cubicBezTo>
                  <a:pt x="10190636" y="651157"/>
                  <a:pt x="10191094" y="651617"/>
                  <a:pt x="10191094" y="651617"/>
                </a:cubicBezTo>
                <a:lnTo>
                  <a:pt x="10195627" y="659499"/>
                </a:lnTo>
                <a:cubicBezTo>
                  <a:pt x="10195759" y="659761"/>
                  <a:pt x="10195627" y="660352"/>
                  <a:pt x="10195627" y="660352"/>
                </a:cubicBezTo>
                <a:lnTo>
                  <a:pt x="10191094" y="668235"/>
                </a:lnTo>
                <a:cubicBezTo>
                  <a:pt x="10190897" y="668498"/>
                  <a:pt x="10190306" y="668695"/>
                  <a:pt x="10190306" y="668695"/>
                </a:cubicBezTo>
                <a:lnTo>
                  <a:pt x="10181243" y="668695"/>
                </a:lnTo>
                <a:cubicBezTo>
                  <a:pt x="10180915" y="668695"/>
                  <a:pt x="10180455" y="668235"/>
                  <a:pt x="10180455" y="668235"/>
                </a:cubicBezTo>
                <a:lnTo>
                  <a:pt x="10175923" y="660352"/>
                </a:lnTo>
                <a:cubicBezTo>
                  <a:pt x="10175791" y="660090"/>
                  <a:pt x="10175923" y="659499"/>
                  <a:pt x="10175923" y="659499"/>
                </a:cubicBezTo>
                <a:lnTo>
                  <a:pt x="10180455" y="651617"/>
                </a:lnTo>
                <a:cubicBezTo>
                  <a:pt x="10180652" y="651354"/>
                  <a:pt x="10181243" y="651157"/>
                  <a:pt x="10181243" y="651157"/>
                </a:cubicBezTo>
                <a:close/>
                <a:moveTo>
                  <a:pt x="9926862" y="651157"/>
                </a:moveTo>
                <a:lnTo>
                  <a:pt x="9935926" y="651157"/>
                </a:lnTo>
                <a:cubicBezTo>
                  <a:pt x="9936255" y="651157"/>
                  <a:pt x="9936714" y="651617"/>
                  <a:pt x="9936714" y="651617"/>
                </a:cubicBezTo>
                <a:lnTo>
                  <a:pt x="9941247" y="659499"/>
                </a:lnTo>
                <a:cubicBezTo>
                  <a:pt x="9941377" y="659761"/>
                  <a:pt x="9941247" y="660352"/>
                  <a:pt x="9941247" y="660352"/>
                </a:cubicBezTo>
                <a:lnTo>
                  <a:pt x="9936714" y="668235"/>
                </a:lnTo>
                <a:cubicBezTo>
                  <a:pt x="9936517" y="668498"/>
                  <a:pt x="9935926" y="668695"/>
                  <a:pt x="9935926" y="668695"/>
                </a:cubicBezTo>
                <a:lnTo>
                  <a:pt x="9926862" y="668695"/>
                </a:lnTo>
                <a:cubicBezTo>
                  <a:pt x="9926534" y="668695"/>
                  <a:pt x="9926074" y="668235"/>
                  <a:pt x="9926074" y="668235"/>
                </a:cubicBezTo>
                <a:lnTo>
                  <a:pt x="9921542" y="660352"/>
                </a:lnTo>
                <a:cubicBezTo>
                  <a:pt x="9921411" y="660090"/>
                  <a:pt x="9921542" y="659499"/>
                  <a:pt x="9921542" y="659499"/>
                </a:cubicBezTo>
                <a:lnTo>
                  <a:pt x="9926074" y="651617"/>
                </a:lnTo>
                <a:cubicBezTo>
                  <a:pt x="9926271" y="651354"/>
                  <a:pt x="9926862" y="651157"/>
                  <a:pt x="9926862" y="651157"/>
                </a:cubicBezTo>
                <a:close/>
                <a:moveTo>
                  <a:pt x="9672482" y="651157"/>
                </a:moveTo>
                <a:lnTo>
                  <a:pt x="9681546" y="651157"/>
                </a:lnTo>
                <a:cubicBezTo>
                  <a:pt x="9681873" y="651157"/>
                  <a:pt x="9682334" y="651617"/>
                  <a:pt x="9682334" y="651617"/>
                </a:cubicBezTo>
                <a:lnTo>
                  <a:pt x="9686866" y="659499"/>
                </a:lnTo>
                <a:cubicBezTo>
                  <a:pt x="9686997" y="659761"/>
                  <a:pt x="9686866" y="660352"/>
                  <a:pt x="9686866" y="660352"/>
                </a:cubicBezTo>
                <a:lnTo>
                  <a:pt x="9682334" y="668235"/>
                </a:lnTo>
                <a:cubicBezTo>
                  <a:pt x="9682137" y="668498"/>
                  <a:pt x="9681546" y="668695"/>
                  <a:pt x="9681546" y="668695"/>
                </a:cubicBezTo>
                <a:lnTo>
                  <a:pt x="9672482" y="668695"/>
                </a:lnTo>
                <a:cubicBezTo>
                  <a:pt x="9672153" y="668695"/>
                  <a:pt x="9671694" y="668235"/>
                  <a:pt x="9671694" y="668235"/>
                </a:cubicBezTo>
                <a:lnTo>
                  <a:pt x="9667161" y="660352"/>
                </a:lnTo>
                <a:cubicBezTo>
                  <a:pt x="9667031" y="660090"/>
                  <a:pt x="9667161" y="659499"/>
                  <a:pt x="9667161" y="659499"/>
                </a:cubicBezTo>
                <a:lnTo>
                  <a:pt x="9671694" y="651617"/>
                </a:lnTo>
                <a:cubicBezTo>
                  <a:pt x="9671891" y="651354"/>
                  <a:pt x="9672482" y="651157"/>
                  <a:pt x="9672482" y="651157"/>
                </a:cubicBezTo>
                <a:close/>
                <a:moveTo>
                  <a:pt x="3566973" y="651092"/>
                </a:moveTo>
                <a:lnTo>
                  <a:pt x="3576037" y="651092"/>
                </a:lnTo>
                <a:cubicBezTo>
                  <a:pt x="3576365" y="651092"/>
                  <a:pt x="3576825" y="651551"/>
                  <a:pt x="3576825" y="651551"/>
                </a:cubicBezTo>
                <a:lnTo>
                  <a:pt x="3576865" y="651620"/>
                </a:lnTo>
                <a:lnTo>
                  <a:pt x="3576971" y="651682"/>
                </a:lnTo>
                <a:lnTo>
                  <a:pt x="3581503" y="659565"/>
                </a:lnTo>
                <a:cubicBezTo>
                  <a:pt x="3581634" y="659823"/>
                  <a:pt x="3581503" y="660421"/>
                  <a:pt x="3581503" y="660421"/>
                </a:cubicBezTo>
                <a:lnTo>
                  <a:pt x="3576971" y="668302"/>
                </a:lnTo>
                <a:cubicBezTo>
                  <a:pt x="3576774" y="668565"/>
                  <a:pt x="3576182" y="668764"/>
                  <a:pt x="3576182" y="668764"/>
                </a:cubicBezTo>
                <a:lnTo>
                  <a:pt x="3567119" y="668764"/>
                </a:lnTo>
                <a:cubicBezTo>
                  <a:pt x="3566790" y="668764"/>
                  <a:pt x="3566331" y="668302"/>
                  <a:pt x="3566331" y="668302"/>
                </a:cubicBezTo>
                <a:lnTo>
                  <a:pt x="3566290" y="668230"/>
                </a:lnTo>
                <a:lnTo>
                  <a:pt x="3566184" y="668168"/>
                </a:lnTo>
                <a:lnTo>
                  <a:pt x="3561651" y="660287"/>
                </a:lnTo>
                <a:cubicBezTo>
                  <a:pt x="3561520" y="660024"/>
                  <a:pt x="3561651" y="659433"/>
                  <a:pt x="3561651" y="659433"/>
                </a:cubicBezTo>
                <a:lnTo>
                  <a:pt x="3566184" y="651551"/>
                </a:lnTo>
                <a:cubicBezTo>
                  <a:pt x="3566381" y="651289"/>
                  <a:pt x="3566973" y="651092"/>
                  <a:pt x="3566973" y="651092"/>
                </a:cubicBezTo>
                <a:close/>
                <a:moveTo>
                  <a:pt x="3312637" y="651092"/>
                </a:moveTo>
                <a:lnTo>
                  <a:pt x="3321701" y="651092"/>
                </a:lnTo>
                <a:cubicBezTo>
                  <a:pt x="3322029" y="651092"/>
                  <a:pt x="3322489" y="651551"/>
                  <a:pt x="3322489" y="651551"/>
                </a:cubicBezTo>
                <a:lnTo>
                  <a:pt x="3327021" y="659433"/>
                </a:lnTo>
                <a:lnTo>
                  <a:pt x="3327021" y="659479"/>
                </a:lnTo>
                <a:lnTo>
                  <a:pt x="3327056" y="659540"/>
                </a:lnTo>
                <a:cubicBezTo>
                  <a:pt x="3327187" y="659804"/>
                  <a:pt x="3327056" y="660397"/>
                  <a:pt x="3327056" y="660397"/>
                </a:cubicBezTo>
                <a:lnTo>
                  <a:pt x="3322524" y="668279"/>
                </a:lnTo>
                <a:cubicBezTo>
                  <a:pt x="3322327" y="668541"/>
                  <a:pt x="3321735" y="668736"/>
                  <a:pt x="3321735" y="668736"/>
                </a:cubicBezTo>
                <a:lnTo>
                  <a:pt x="3312672" y="668736"/>
                </a:lnTo>
                <a:cubicBezTo>
                  <a:pt x="3312342" y="668736"/>
                  <a:pt x="3311883" y="668279"/>
                  <a:pt x="3311883" y="668279"/>
                </a:cubicBezTo>
                <a:lnTo>
                  <a:pt x="3307351" y="660397"/>
                </a:lnTo>
                <a:lnTo>
                  <a:pt x="3307351" y="660348"/>
                </a:lnTo>
                <a:lnTo>
                  <a:pt x="3307316" y="660287"/>
                </a:lnTo>
                <a:cubicBezTo>
                  <a:pt x="3307185" y="660024"/>
                  <a:pt x="3307316" y="659433"/>
                  <a:pt x="3307316" y="659433"/>
                </a:cubicBezTo>
                <a:lnTo>
                  <a:pt x="3311849" y="651551"/>
                </a:lnTo>
                <a:cubicBezTo>
                  <a:pt x="3312044" y="651289"/>
                  <a:pt x="3312637" y="651092"/>
                  <a:pt x="3312637" y="651092"/>
                </a:cubicBezTo>
                <a:close/>
                <a:moveTo>
                  <a:pt x="3058315" y="651092"/>
                </a:moveTo>
                <a:lnTo>
                  <a:pt x="3067380" y="651092"/>
                </a:lnTo>
                <a:cubicBezTo>
                  <a:pt x="3067709" y="651092"/>
                  <a:pt x="3068168" y="651551"/>
                  <a:pt x="3068168" y="651551"/>
                </a:cubicBezTo>
                <a:lnTo>
                  <a:pt x="3072699" y="659433"/>
                </a:lnTo>
                <a:cubicBezTo>
                  <a:pt x="3072830" y="659696"/>
                  <a:pt x="3072699" y="660287"/>
                  <a:pt x="3072699" y="660287"/>
                </a:cubicBezTo>
                <a:lnTo>
                  <a:pt x="3072695" y="660294"/>
                </a:lnTo>
                <a:lnTo>
                  <a:pt x="3072695" y="660408"/>
                </a:lnTo>
                <a:lnTo>
                  <a:pt x="3068163" y="668291"/>
                </a:lnTo>
                <a:cubicBezTo>
                  <a:pt x="3067966" y="668554"/>
                  <a:pt x="3067374" y="668750"/>
                  <a:pt x="3067374" y="668750"/>
                </a:cubicBezTo>
                <a:lnTo>
                  <a:pt x="3058310" y="668750"/>
                </a:lnTo>
                <a:cubicBezTo>
                  <a:pt x="3057982" y="668750"/>
                  <a:pt x="3057521" y="668291"/>
                  <a:pt x="3057521" y="668291"/>
                </a:cubicBezTo>
                <a:lnTo>
                  <a:pt x="3052991" y="660408"/>
                </a:lnTo>
                <a:cubicBezTo>
                  <a:pt x="3052859" y="660143"/>
                  <a:pt x="3052991" y="659552"/>
                  <a:pt x="3052991" y="659552"/>
                </a:cubicBezTo>
                <a:lnTo>
                  <a:pt x="3052996" y="659543"/>
                </a:lnTo>
                <a:lnTo>
                  <a:pt x="3052996" y="659433"/>
                </a:lnTo>
                <a:lnTo>
                  <a:pt x="3057527" y="651551"/>
                </a:lnTo>
                <a:cubicBezTo>
                  <a:pt x="3057724" y="651289"/>
                  <a:pt x="3058315" y="651092"/>
                  <a:pt x="3058315" y="651092"/>
                </a:cubicBezTo>
                <a:close/>
                <a:moveTo>
                  <a:pt x="2803895" y="651092"/>
                </a:moveTo>
                <a:lnTo>
                  <a:pt x="2812959" y="651092"/>
                </a:lnTo>
                <a:cubicBezTo>
                  <a:pt x="2813287" y="651092"/>
                  <a:pt x="2813746" y="651551"/>
                  <a:pt x="2813746" y="651551"/>
                </a:cubicBezTo>
                <a:lnTo>
                  <a:pt x="2818278" y="659433"/>
                </a:lnTo>
                <a:cubicBezTo>
                  <a:pt x="2818410" y="659696"/>
                  <a:pt x="2818278" y="660287"/>
                  <a:pt x="2818278" y="660287"/>
                </a:cubicBezTo>
                <a:lnTo>
                  <a:pt x="2818223" y="660383"/>
                </a:lnTo>
                <a:lnTo>
                  <a:pt x="2818223" y="660399"/>
                </a:lnTo>
                <a:lnTo>
                  <a:pt x="2813691" y="668282"/>
                </a:lnTo>
                <a:cubicBezTo>
                  <a:pt x="2813494" y="668545"/>
                  <a:pt x="2812903" y="668743"/>
                  <a:pt x="2812903" y="668743"/>
                </a:cubicBezTo>
                <a:lnTo>
                  <a:pt x="2803838" y="668743"/>
                </a:lnTo>
                <a:cubicBezTo>
                  <a:pt x="2803509" y="668743"/>
                  <a:pt x="2803049" y="668282"/>
                  <a:pt x="2803049" y="668282"/>
                </a:cubicBezTo>
                <a:lnTo>
                  <a:pt x="2798517" y="660399"/>
                </a:lnTo>
                <a:cubicBezTo>
                  <a:pt x="2798386" y="660137"/>
                  <a:pt x="2798517" y="659544"/>
                  <a:pt x="2798517" y="659544"/>
                </a:cubicBezTo>
                <a:lnTo>
                  <a:pt x="2798572" y="659449"/>
                </a:lnTo>
                <a:lnTo>
                  <a:pt x="2798572" y="659433"/>
                </a:lnTo>
                <a:lnTo>
                  <a:pt x="2803104" y="651551"/>
                </a:lnTo>
                <a:cubicBezTo>
                  <a:pt x="2803301" y="651289"/>
                  <a:pt x="2803895" y="651092"/>
                  <a:pt x="2803895" y="651092"/>
                </a:cubicBezTo>
                <a:close/>
                <a:moveTo>
                  <a:pt x="2549400" y="651092"/>
                </a:moveTo>
                <a:lnTo>
                  <a:pt x="2558466" y="651092"/>
                </a:lnTo>
                <a:cubicBezTo>
                  <a:pt x="2558793" y="651092"/>
                  <a:pt x="2559253" y="651551"/>
                  <a:pt x="2559253" y="651551"/>
                </a:cubicBezTo>
                <a:lnTo>
                  <a:pt x="2563786" y="659433"/>
                </a:lnTo>
                <a:cubicBezTo>
                  <a:pt x="2563917" y="659696"/>
                  <a:pt x="2563786" y="660287"/>
                  <a:pt x="2563786" y="660287"/>
                </a:cubicBezTo>
                <a:lnTo>
                  <a:pt x="2563768" y="660319"/>
                </a:lnTo>
                <a:lnTo>
                  <a:pt x="2563768" y="660364"/>
                </a:lnTo>
                <a:lnTo>
                  <a:pt x="2559236" y="668247"/>
                </a:lnTo>
                <a:cubicBezTo>
                  <a:pt x="2559039" y="668509"/>
                  <a:pt x="2558448" y="668708"/>
                  <a:pt x="2558448" y="668708"/>
                </a:cubicBezTo>
                <a:lnTo>
                  <a:pt x="2549382" y="668708"/>
                </a:lnTo>
                <a:cubicBezTo>
                  <a:pt x="2549056" y="668708"/>
                  <a:pt x="2548594" y="668247"/>
                  <a:pt x="2548594" y="668247"/>
                </a:cubicBezTo>
                <a:lnTo>
                  <a:pt x="2544063" y="660364"/>
                </a:lnTo>
                <a:cubicBezTo>
                  <a:pt x="2543932" y="660102"/>
                  <a:pt x="2544063" y="659511"/>
                  <a:pt x="2544063" y="659511"/>
                </a:cubicBezTo>
                <a:lnTo>
                  <a:pt x="2544080" y="659482"/>
                </a:lnTo>
                <a:lnTo>
                  <a:pt x="2544080" y="659433"/>
                </a:lnTo>
                <a:lnTo>
                  <a:pt x="2548612" y="651551"/>
                </a:lnTo>
                <a:cubicBezTo>
                  <a:pt x="2548809" y="651289"/>
                  <a:pt x="2549400" y="651092"/>
                  <a:pt x="2549400" y="651092"/>
                </a:cubicBezTo>
                <a:close/>
                <a:moveTo>
                  <a:pt x="2295011" y="651092"/>
                </a:moveTo>
                <a:lnTo>
                  <a:pt x="2304076" y="651092"/>
                </a:lnTo>
                <a:cubicBezTo>
                  <a:pt x="2304404" y="651092"/>
                  <a:pt x="2304864" y="651551"/>
                  <a:pt x="2304864" y="651551"/>
                </a:cubicBezTo>
                <a:lnTo>
                  <a:pt x="2304933" y="651671"/>
                </a:lnTo>
                <a:lnTo>
                  <a:pt x="2305017" y="651720"/>
                </a:lnTo>
                <a:lnTo>
                  <a:pt x="2309548" y="659604"/>
                </a:lnTo>
                <a:cubicBezTo>
                  <a:pt x="2309679" y="659864"/>
                  <a:pt x="2309548" y="660459"/>
                  <a:pt x="2309548" y="660459"/>
                </a:cubicBezTo>
                <a:lnTo>
                  <a:pt x="2305017" y="668342"/>
                </a:lnTo>
                <a:cubicBezTo>
                  <a:pt x="2304820" y="668603"/>
                  <a:pt x="2304228" y="668802"/>
                  <a:pt x="2304228" y="668802"/>
                </a:cubicBezTo>
                <a:lnTo>
                  <a:pt x="2295163" y="668802"/>
                </a:lnTo>
                <a:cubicBezTo>
                  <a:pt x="2294836" y="668802"/>
                  <a:pt x="2294376" y="668342"/>
                  <a:pt x="2294376" y="668342"/>
                </a:cubicBezTo>
                <a:lnTo>
                  <a:pt x="2294303" y="668215"/>
                </a:lnTo>
                <a:lnTo>
                  <a:pt x="2294223" y="668168"/>
                </a:lnTo>
                <a:lnTo>
                  <a:pt x="2289691" y="660287"/>
                </a:lnTo>
                <a:cubicBezTo>
                  <a:pt x="2289559" y="660024"/>
                  <a:pt x="2289691" y="659433"/>
                  <a:pt x="2289691" y="659433"/>
                </a:cubicBezTo>
                <a:lnTo>
                  <a:pt x="2294223" y="651551"/>
                </a:lnTo>
                <a:cubicBezTo>
                  <a:pt x="2294420" y="651289"/>
                  <a:pt x="2295011" y="651092"/>
                  <a:pt x="2295011" y="651092"/>
                </a:cubicBezTo>
                <a:close/>
                <a:moveTo>
                  <a:pt x="2040638" y="651092"/>
                </a:moveTo>
                <a:lnTo>
                  <a:pt x="2049701" y="651092"/>
                </a:lnTo>
                <a:cubicBezTo>
                  <a:pt x="2050029" y="651092"/>
                  <a:pt x="2050489" y="651551"/>
                  <a:pt x="2050489" y="651551"/>
                </a:cubicBezTo>
                <a:lnTo>
                  <a:pt x="2055022" y="659433"/>
                </a:lnTo>
                <a:cubicBezTo>
                  <a:pt x="2055154" y="659696"/>
                  <a:pt x="2055022" y="660287"/>
                  <a:pt x="2055022" y="660287"/>
                </a:cubicBezTo>
                <a:lnTo>
                  <a:pt x="2050489" y="668168"/>
                </a:lnTo>
                <a:cubicBezTo>
                  <a:pt x="2050292" y="668432"/>
                  <a:pt x="2049701" y="668628"/>
                  <a:pt x="2049701" y="668628"/>
                </a:cubicBezTo>
                <a:lnTo>
                  <a:pt x="2040638" y="668628"/>
                </a:lnTo>
                <a:cubicBezTo>
                  <a:pt x="2040308" y="668628"/>
                  <a:pt x="2039849" y="668168"/>
                  <a:pt x="2039849" y="668168"/>
                </a:cubicBezTo>
                <a:lnTo>
                  <a:pt x="2035315" y="660287"/>
                </a:lnTo>
                <a:cubicBezTo>
                  <a:pt x="2035184" y="660024"/>
                  <a:pt x="2035315" y="659433"/>
                  <a:pt x="2035315" y="659433"/>
                </a:cubicBezTo>
                <a:lnTo>
                  <a:pt x="2039849" y="651551"/>
                </a:lnTo>
                <a:cubicBezTo>
                  <a:pt x="2040046" y="651289"/>
                  <a:pt x="2040638" y="651092"/>
                  <a:pt x="2040638" y="651092"/>
                </a:cubicBezTo>
                <a:close/>
                <a:moveTo>
                  <a:pt x="1786249" y="651092"/>
                </a:moveTo>
                <a:lnTo>
                  <a:pt x="1795313" y="651092"/>
                </a:lnTo>
                <a:cubicBezTo>
                  <a:pt x="1795642" y="651092"/>
                  <a:pt x="1796102" y="651551"/>
                  <a:pt x="1796102" y="651551"/>
                </a:cubicBezTo>
                <a:lnTo>
                  <a:pt x="1800633" y="659433"/>
                </a:lnTo>
                <a:cubicBezTo>
                  <a:pt x="1800764" y="659696"/>
                  <a:pt x="1800633" y="660287"/>
                  <a:pt x="1800633" y="660287"/>
                </a:cubicBezTo>
                <a:lnTo>
                  <a:pt x="1796102" y="668168"/>
                </a:lnTo>
                <a:cubicBezTo>
                  <a:pt x="1795905" y="668432"/>
                  <a:pt x="1795313" y="668628"/>
                  <a:pt x="1795313" y="668628"/>
                </a:cubicBezTo>
                <a:lnTo>
                  <a:pt x="1786249" y="668628"/>
                </a:lnTo>
                <a:cubicBezTo>
                  <a:pt x="1785922" y="668628"/>
                  <a:pt x="1785461" y="668168"/>
                  <a:pt x="1785461" y="668168"/>
                </a:cubicBezTo>
                <a:lnTo>
                  <a:pt x="1780929" y="660287"/>
                </a:lnTo>
                <a:cubicBezTo>
                  <a:pt x="1780798" y="660024"/>
                  <a:pt x="1780929" y="659433"/>
                  <a:pt x="1780929" y="659433"/>
                </a:cubicBezTo>
                <a:lnTo>
                  <a:pt x="1785461" y="651551"/>
                </a:lnTo>
                <a:cubicBezTo>
                  <a:pt x="1785657" y="651289"/>
                  <a:pt x="1786249" y="651092"/>
                  <a:pt x="1786249" y="651092"/>
                </a:cubicBezTo>
                <a:close/>
                <a:moveTo>
                  <a:pt x="1531949" y="651092"/>
                </a:moveTo>
                <a:lnTo>
                  <a:pt x="1541011" y="651092"/>
                </a:lnTo>
                <a:cubicBezTo>
                  <a:pt x="1541339" y="651092"/>
                  <a:pt x="1541797" y="651551"/>
                  <a:pt x="1541797" y="651551"/>
                </a:cubicBezTo>
                <a:lnTo>
                  <a:pt x="1546332" y="659433"/>
                </a:lnTo>
                <a:cubicBezTo>
                  <a:pt x="1546463" y="659696"/>
                  <a:pt x="1546332" y="660287"/>
                  <a:pt x="1546332" y="660287"/>
                </a:cubicBezTo>
                <a:lnTo>
                  <a:pt x="1541797" y="668168"/>
                </a:lnTo>
                <a:cubicBezTo>
                  <a:pt x="1541602" y="668432"/>
                  <a:pt x="1541011" y="668628"/>
                  <a:pt x="1541011" y="668628"/>
                </a:cubicBezTo>
                <a:lnTo>
                  <a:pt x="1531949" y="668628"/>
                </a:lnTo>
                <a:cubicBezTo>
                  <a:pt x="1531620" y="668628"/>
                  <a:pt x="1531160" y="668168"/>
                  <a:pt x="1531160" y="668168"/>
                </a:cubicBezTo>
                <a:lnTo>
                  <a:pt x="1526627" y="660287"/>
                </a:lnTo>
                <a:cubicBezTo>
                  <a:pt x="1526495" y="660024"/>
                  <a:pt x="1526627" y="659433"/>
                  <a:pt x="1526627" y="659433"/>
                </a:cubicBezTo>
                <a:lnTo>
                  <a:pt x="1531160" y="651551"/>
                </a:lnTo>
                <a:cubicBezTo>
                  <a:pt x="1531357" y="651289"/>
                  <a:pt x="1531949" y="651092"/>
                  <a:pt x="1531949" y="651092"/>
                </a:cubicBezTo>
                <a:close/>
                <a:moveTo>
                  <a:pt x="1277565" y="651092"/>
                </a:moveTo>
                <a:lnTo>
                  <a:pt x="1286629" y="651092"/>
                </a:lnTo>
                <a:cubicBezTo>
                  <a:pt x="1286957" y="651092"/>
                  <a:pt x="1287417" y="651551"/>
                  <a:pt x="1287417" y="651551"/>
                </a:cubicBezTo>
                <a:lnTo>
                  <a:pt x="1291950" y="659433"/>
                </a:lnTo>
                <a:cubicBezTo>
                  <a:pt x="1292082" y="659696"/>
                  <a:pt x="1291950" y="660287"/>
                  <a:pt x="1291950" y="660287"/>
                </a:cubicBezTo>
                <a:lnTo>
                  <a:pt x="1287417" y="668168"/>
                </a:lnTo>
                <a:cubicBezTo>
                  <a:pt x="1287221" y="668432"/>
                  <a:pt x="1286629" y="668628"/>
                  <a:pt x="1286629" y="668628"/>
                </a:cubicBezTo>
                <a:lnTo>
                  <a:pt x="1277565" y="668628"/>
                </a:lnTo>
                <a:cubicBezTo>
                  <a:pt x="1277235" y="668628"/>
                  <a:pt x="1276774" y="668168"/>
                  <a:pt x="1276774" y="668168"/>
                </a:cubicBezTo>
                <a:lnTo>
                  <a:pt x="1272243" y="660287"/>
                </a:lnTo>
                <a:cubicBezTo>
                  <a:pt x="1272113" y="660024"/>
                  <a:pt x="1272243" y="659433"/>
                  <a:pt x="1272243" y="659433"/>
                </a:cubicBezTo>
                <a:lnTo>
                  <a:pt x="1276774" y="651551"/>
                </a:lnTo>
                <a:cubicBezTo>
                  <a:pt x="1276972" y="651289"/>
                  <a:pt x="1277565" y="651092"/>
                  <a:pt x="1277565" y="651092"/>
                </a:cubicBezTo>
                <a:close/>
                <a:moveTo>
                  <a:pt x="1023188" y="651092"/>
                </a:moveTo>
                <a:lnTo>
                  <a:pt x="1032253" y="651092"/>
                </a:lnTo>
                <a:cubicBezTo>
                  <a:pt x="1032582" y="651092"/>
                  <a:pt x="1033041" y="651551"/>
                  <a:pt x="1033041" y="651551"/>
                </a:cubicBezTo>
                <a:lnTo>
                  <a:pt x="1037575" y="659433"/>
                </a:lnTo>
                <a:cubicBezTo>
                  <a:pt x="1037704" y="659696"/>
                  <a:pt x="1037575" y="660287"/>
                  <a:pt x="1037575" y="660287"/>
                </a:cubicBezTo>
                <a:lnTo>
                  <a:pt x="1033041" y="668168"/>
                </a:lnTo>
                <a:cubicBezTo>
                  <a:pt x="1032843" y="668432"/>
                  <a:pt x="1032253" y="668628"/>
                  <a:pt x="1032253" y="668628"/>
                </a:cubicBezTo>
                <a:lnTo>
                  <a:pt x="1023188" y="668628"/>
                </a:lnTo>
                <a:cubicBezTo>
                  <a:pt x="1022860" y="668628"/>
                  <a:pt x="1022401" y="668168"/>
                  <a:pt x="1022401" y="668168"/>
                </a:cubicBezTo>
                <a:lnTo>
                  <a:pt x="1017867" y="660287"/>
                </a:lnTo>
                <a:cubicBezTo>
                  <a:pt x="1017736" y="660024"/>
                  <a:pt x="1017867" y="659433"/>
                  <a:pt x="1017867" y="659433"/>
                </a:cubicBezTo>
                <a:lnTo>
                  <a:pt x="1022401" y="651551"/>
                </a:lnTo>
                <a:cubicBezTo>
                  <a:pt x="1022598" y="651289"/>
                  <a:pt x="1023188" y="651092"/>
                  <a:pt x="1023188" y="651092"/>
                </a:cubicBezTo>
                <a:close/>
                <a:moveTo>
                  <a:pt x="768593" y="651092"/>
                </a:moveTo>
                <a:lnTo>
                  <a:pt x="777656" y="651092"/>
                </a:lnTo>
                <a:cubicBezTo>
                  <a:pt x="777984" y="651092"/>
                  <a:pt x="778445" y="651551"/>
                  <a:pt x="778445" y="651551"/>
                </a:cubicBezTo>
                <a:lnTo>
                  <a:pt x="782976" y="659433"/>
                </a:lnTo>
                <a:cubicBezTo>
                  <a:pt x="783107" y="659696"/>
                  <a:pt x="782976" y="660287"/>
                  <a:pt x="782976" y="660287"/>
                </a:cubicBezTo>
                <a:lnTo>
                  <a:pt x="778445" y="668168"/>
                </a:lnTo>
                <a:cubicBezTo>
                  <a:pt x="778248" y="668432"/>
                  <a:pt x="777656" y="668628"/>
                  <a:pt x="777656" y="668628"/>
                </a:cubicBezTo>
                <a:lnTo>
                  <a:pt x="768593" y="668628"/>
                </a:lnTo>
                <a:cubicBezTo>
                  <a:pt x="768263" y="668628"/>
                  <a:pt x="767804" y="668168"/>
                  <a:pt x="767804" y="668168"/>
                </a:cubicBezTo>
                <a:lnTo>
                  <a:pt x="763272" y="660287"/>
                </a:lnTo>
                <a:cubicBezTo>
                  <a:pt x="763141" y="660024"/>
                  <a:pt x="763272" y="659433"/>
                  <a:pt x="763272" y="659433"/>
                </a:cubicBezTo>
                <a:lnTo>
                  <a:pt x="767804" y="651551"/>
                </a:lnTo>
                <a:cubicBezTo>
                  <a:pt x="768001" y="651289"/>
                  <a:pt x="768593" y="651092"/>
                  <a:pt x="768593" y="651092"/>
                </a:cubicBezTo>
                <a:close/>
                <a:moveTo>
                  <a:pt x="514235" y="651092"/>
                </a:moveTo>
                <a:lnTo>
                  <a:pt x="523299" y="651092"/>
                </a:lnTo>
                <a:cubicBezTo>
                  <a:pt x="523627" y="651092"/>
                  <a:pt x="524087" y="651551"/>
                  <a:pt x="524087" y="651551"/>
                </a:cubicBezTo>
                <a:lnTo>
                  <a:pt x="528619" y="659433"/>
                </a:lnTo>
                <a:cubicBezTo>
                  <a:pt x="528750" y="659696"/>
                  <a:pt x="528619" y="660287"/>
                  <a:pt x="528619" y="660287"/>
                </a:cubicBezTo>
                <a:lnTo>
                  <a:pt x="524087" y="668168"/>
                </a:lnTo>
                <a:cubicBezTo>
                  <a:pt x="523890" y="668432"/>
                  <a:pt x="523299" y="668628"/>
                  <a:pt x="523299" y="668628"/>
                </a:cubicBezTo>
                <a:lnTo>
                  <a:pt x="514235" y="668628"/>
                </a:lnTo>
                <a:cubicBezTo>
                  <a:pt x="513906" y="668628"/>
                  <a:pt x="513447" y="668168"/>
                  <a:pt x="513447" y="668168"/>
                </a:cubicBezTo>
                <a:lnTo>
                  <a:pt x="508914" y="660287"/>
                </a:lnTo>
                <a:cubicBezTo>
                  <a:pt x="508783" y="660024"/>
                  <a:pt x="508914" y="659433"/>
                  <a:pt x="508914" y="659433"/>
                </a:cubicBezTo>
                <a:lnTo>
                  <a:pt x="513447" y="651551"/>
                </a:lnTo>
                <a:cubicBezTo>
                  <a:pt x="513644" y="651289"/>
                  <a:pt x="514235" y="651092"/>
                  <a:pt x="514235" y="651092"/>
                </a:cubicBezTo>
                <a:close/>
                <a:moveTo>
                  <a:pt x="259941" y="651092"/>
                </a:moveTo>
                <a:lnTo>
                  <a:pt x="269005" y="651092"/>
                </a:lnTo>
                <a:cubicBezTo>
                  <a:pt x="269333" y="651092"/>
                  <a:pt x="269793" y="651551"/>
                  <a:pt x="269793" y="651551"/>
                </a:cubicBezTo>
                <a:lnTo>
                  <a:pt x="274325" y="659433"/>
                </a:lnTo>
                <a:lnTo>
                  <a:pt x="274325" y="659511"/>
                </a:lnTo>
                <a:lnTo>
                  <a:pt x="274368" y="659586"/>
                </a:lnTo>
                <a:cubicBezTo>
                  <a:pt x="274499" y="659851"/>
                  <a:pt x="274368" y="660441"/>
                  <a:pt x="274368" y="660441"/>
                </a:cubicBezTo>
                <a:lnTo>
                  <a:pt x="269836" y="668328"/>
                </a:lnTo>
                <a:cubicBezTo>
                  <a:pt x="269639" y="668590"/>
                  <a:pt x="269048" y="668785"/>
                  <a:pt x="269048" y="668785"/>
                </a:cubicBezTo>
                <a:lnTo>
                  <a:pt x="259984" y="668785"/>
                </a:lnTo>
                <a:lnTo>
                  <a:pt x="259979" y="668781"/>
                </a:lnTo>
                <a:cubicBezTo>
                  <a:pt x="259649" y="668781"/>
                  <a:pt x="259189" y="668324"/>
                  <a:pt x="259189" y="668324"/>
                </a:cubicBezTo>
                <a:lnTo>
                  <a:pt x="254658" y="660438"/>
                </a:lnTo>
                <a:lnTo>
                  <a:pt x="254658" y="660353"/>
                </a:lnTo>
                <a:lnTo>
                  <a:pt x="254620" y="660287"/>
                </a:lnTo>
                <a:cubicBezTo>
                  <a:pt x="254489" y="660024"/>
                  <a:pt x="254620" y="659433"/>
                  <a:pt x="254620" y="659433"/>
                </a:cubicBezTo>
                <a:lnTo>
                  <a:pt x="259152" y="651551"/>
                </a:lnTo>
                <a:cubicBezTo>
                  <a:pt x="259349" y="651289"/>
                  <a:pt x="259941" y="651092"/>
                  <a:pt x="259941" y="651092"/>
                </a:cubicBezTo>
                <a:close/>
                <a:moveTo>
                  <a:pt x="5519" y="651092"/>
                </a:moveTo>
                <a:lnTo>
                  <a:pt x="14582" y="651092"/>
                </a:lnTo>
                <a:cubicBezTo>
                  <a:pt x="14911" y="651092"/>
                  <a:pt x="15371" y="651551"/>
                  <a:pt x="15371" y="651551"/>
                </a:cubicBezTo>
                <a:lnTo>
                  <a:pt x="19902" y="659433"/>
                </a:lnTo>
                <a:lnTo>
                  <a:pt x="19902" y="659492"/>
                </a:lnTo>
                <a:lnTo>
                  <a:pt x="19944" y="659565"/>
                </a:lnTo>
                <a:cubicBezTo>
                  <a:pt x="20076" y="659830"/>
                  <a:pt x="19944" y="660421"/>
                  <a:pt x="19944" y="660421"/>
                </a:cubicBezTo>
                <a:lnTo>
                  <a:pt x="15412" y="668304"/>
                </a:lnTo>
                <a:cubicBezTo>
                  <a:pt x="15215" y="668568"/>
                  <a:pt x="14624" y="668764"/>
                  <a:pt x="14624" y="668764"/>
                </a:cubicBezTo>
                <a:lnTo>
                  <a:pt x="5561" y="668764"/>
                </a:lnTo>
                <a:lnTo>
                  <a:pt x="5559" y="668764"/>
                </a:lnTo>
                <a:lnTo>
                  <a:pt x="5493" y="668764"/>
                </a:lnTo>
                <a:cubicBezTo>
                  <a:pt x="5165" y="668764"/>
                  <a:pt x="4705" y="668304"/>
                  <a:pt x="4705" y="668304"/>
                </a:cubicBezTo>
                <a:lnTo>
                  <a:pt x="173" y="660421"/>
                </a:lnTo>
                <a:cubicBezTo>
                  <a:pt x="42" y="660154"/>
                  <a:pt x="173" y="659565"/>
                  <a:pt x="173" y="659565"/>
                </a:cubicBezTo>
                <a:lnTo>
                  <a:pt x="198" y="659522"/>
                </a:lnTo>
                <a:lnTo>
                  <a:pt x="198" y="659433"/>
                </a:lnTo>
                <a:lnTo>
                  <a:pt x="4730" y="651551"/>
                </a:lnTo>
                <a:cubicBezTo>
                  <a:pt x="4927" y="651289"/>
                  <a:pt x="5519" y="651092"/>
                  <a:pt x="5519" y="651092"/>
                </a:cubicBezTo>
                <a:close/>
                <a:moveTo>
                  <a:pt x="4076004" y="434184"/>
                </a:moveTo>
                <a:lnTo>
                  <a:pt x="4085071" y="434184"/>
                </a:lnTo>
                <a:cubicBezTo>
                  <a:pt x="4085398" y="434184"/>
                  <a:pt x="4085856" y="434644"/>
                  <a:pt x="4085856" y="434644"/>
                </a:cubicBezTo>
                <a:lnTo>
                  <a:pt x="4090390" y="442524"/>
                </a:lnTo>
                <a:cubicBezTo>
                  <a:pt x="4090521" y="442788"/>
                  <a:pt x="4090390" y="443378"/>
                  <a:pt x="4090390" y="443378"/>
                </a:cubicBezTo>
                <a:lnTo>
                  <a:pt x="4085856" y="451261"/>
                </a:lnTo>
                <a:cubicBezTo>
                  <a:pt x="4085659" y="451524"/>
                  <a:pt x="4085071" y="451720"/>
                  <a:pt x="4085071" y="451720"/>
                </a:cubicBezTo>
                <a:lnTo>
                  <a:pt x="4076004" y="451720"/>
                </a:lnTo>
                <a:cubicBezTo>
                  <a:pt x="4075677" y="451720"/>
                  <a:pt x="4075216" y="451261"/>
                  <a:pt x="4075216" y="451261"/>
                </a:cubicBezTo>
                <a:lnTo>
                  <a:pt x="4070683" y="443378"/>
                </a:lnTo>
                <a:cubicBezTo>
                  <a:pt x="4070551" y="443116"/>
                  <a:pt x="4070683" y="442524"/>
                  <a:pt x="4070683" y="442524"/>
                </a:cubicBezTo>
                <a:lnTo>
                  <a:pt x="4075216" y="434644"/>
                </a:lnTo>
                <a:cubicBezTo>
                  <a:pt x="4075412" y="434381"/>
                  <a:pt x="4076004" y="434184"/>
                  <a:pt x="4076004" y="434184"/>
                </a:cubicBezTo>
                <a:close/>
                <a:moveTo>
                  <a:pt x="5602126" y="434183"/>
                </a:moveTo>
                <a:lnTo>
                  <a:pt x="5611191" y="434183"/>
                </a:lnTo>
                <a:cubicBezTo>
                  <a:pt x="5611519" y="434183"/>
                  <a:pt x="5611979" y="434642"/>
                  <a:pt x="5611979" y="434642"/>
                </a:cubicBezTo>
                <a:lnTo>
                  <a:pt x="5616511" y="442523"/>
                </a:lnTo>
                <a:cubicBezTo>
                  <a:pt x="5616642" y="442785"/>
                  <a:pt x="5616511" y="443377"/>
                  <a:pt x="5616511" y="443377"/>
                </a:cubicBezTo>
                <a:lnTo>
                  <a:pt x="5611979" y="451259"/>
                </a:lnTo>
                <a:cubicBezTo>
                  <a:pt x="5611782" y="451522"/>
                  <a:pt x="5611191" y="451719"/>
                  <a:pt x="5611191" y="451719"/>
                </a:cubicBezTo>
                <a:lnTo>
                  <a:pt x="5602126" y="451719"/>
                </a:lnTo>
                <a:cubicBezTo>
                  <a:pt x="5601798" y="451719"/>
                  <a:pt x="5601338" y="451259"/>
                  <a:pt x="5601338" y="451259"/>
                </a:cubicBezTo>
                <a:lnTo>
                  <a:pt x="5596807" y="443377"/>
                </a:lnTo>
                <a:cubicBezTo>
                  <a:pt x="5596675" y="443114"/>
                  <a:pt x="5596807" y="442523"/>
                  <a:pt x="5596807" y="442523"/>
                </a:cubicBezTo>
                <a:lnTo>
                  <a:pt x="5601338" y="434642"/>
                </a:lnTo>
                <a:cubicBezTo>
                  <a:pt x="5601536" y="434380"/>
                  <a:pt x="5602126" y="434183"/>
                  <a:pt x="5602126" y="434183"/>
                </a:cubicBezTo>
                <a:close/>
                <a:moveTo>
                  <a:pt x="9418035" y="434176"/>
                </a:moveTo>
                <a:lnTo>
                  <a:pt x="9427099" y="434176"/>
                </a:lnTo>
                <a:cubicBezTo>
                  <a:pt x="9427427" y="434176"/>
                  <a:pt x="9427887" y="434636"/>
                  <a:pt x="9427887" y="434636"/>
                </a:cubicBezTo>
                <a:lnTo>
                  <a:pt x="9432419" y="442517"/>
                </a:lnTo>
                <a:cubicBezTo>
                  <a:pt x="9432550" y="442780"/>
                  <a:pt x="9432419" y="443371"/>
                  <a:pt x="9432419" y="443371"/>
                </a:cubicBezTo>
                <a:lnTo>
                  <a:pt x="9427887" y="451254"/>
                </a:lnTo>
                <a:cubicBezTo>
                  <a:pt x="9427690" y="451516"/>
                  <a:pt x="9427099" y="451712"/>
                  <a:pt x="9427099" y="451712"/>
                </a:cubicBezTo>
                <a:lnTo>
                  <a:pt x="9418035" y="451712"/>
                </a:lnTo>
                <a:cubicBezTo>
                  <a:pt x="9417707" y="451712"/>
                  <a:pt x="9417247" y="451254"/>
                  <a:pt x="9417247" y="451254"/>
                </a:cubicBezTo>
                <a:lnTo>
                  <a:pt x="9412714" y="443371"/>
                </a:lnTo>
                <a:cubicBezTo>
                  <a:pt x="9412583" y="443108"/>
                  <a:pt x="9412714" y="442517"/>
                  <a:pt x="9412714" y="442517"/>
                </a:cubicBezTo>
                <a:lnTo>
                  <a:pt x="9417247" y="434636"/>
                </a:lnTo>
                <a:cubicBezTo>
                  <a:pt x="9417444" y="434373"/>
                  <a:pt x="9418035" y="434176"/>
                  <a:pt x="9418035" y="434176"/>
                </a:cubicBezTo>
                <a:close/>
                <a:moveTo>
                  <a:pt x="3821544" y="434162"/>
                </a:moveTo>
                <a:lnTo>
                  <a:pt x="3830611" y="434162"/>
                </a:lnTo>
                <a:cubicBezTo>
                  <a:pt x="3830937" y="434162"/>
                  <a:pt x="3831397" y="434622"/>
                  <a:pt x="3831397" y="434622"/>
                </a:cubicBezTo>
                <a:lnTo>
                  <a:pt x="3835931" y="442503"/>
                </a:lnTo>
                <a:cubicBezTo>
                  <a:pt x="3836062" y="442765"/>
                  <a:pt x="3835931" y="443356"/>
                  <a:pt x="3835931" y="443356"/>
                </a:cubicBezTo>
                <a:lnTo>
                  <a:pt x="3831397" y="451238"/>
                </a:lnTo>
                <a:cubicBezTo>
                  <a:pt x="3831200" y="451501"/>
                  <a:pt x="3830611" y="451699"/>
                  <a:pt x="3830611" y="451699"/>
                </a:cubicBezTo>
                <a:lnTo>
                  <a:pt x="3821544" y="451699"/>
                </a:lnTo>
                <a:cubicBezTo>
                  <a:pt x="3821217" y="451699"/>
                  <a:pt x="3820758" y="451238"/>
                  <a:pt x="3820758" y="451238"/>
                </a:cubicBezTo>
                <a:lnTo>
                  <a:pt x="3816227" y="443356"/>
                </a:lnTo>
                <a:cubicBezTo>
                  <a:pt x="3816094" y="443094"/>
                  <a:pt x="3816227" y="442503"/>
                  <a:pt x="3816227" y="442503"/>
                </a:cubicBezTo>
                <a:lnTo>
                  <a:pt x="3820758" y="434622"/>
                </a:lnTo>
                <a:cubicBezTo>
                  <a:pt x="3820956" y="434359"/>
                  <a:pt x="3821544" y="434162"/>
                  <a:pt x="3821544" y="434162"/>
                </a:cubicBezTo>
                <a:close/>
                <a:moveTo>
                  <a:pt x="6619714" y="434154"/>
                </a:moveTo>
                <a:lnTo>
                  <a:pt x="6628778" y="434154"/>
                </a:lnTo>
                <a:cubicBezTo>
                  <a:pt x="6629107" y="434154"/>
                  <a:pt x="6629566" y="434614"/>
                  <a:pt x="6629566" y="434614"/>
                </a:cubicBezTo>
                <a:lnTo>
                  <a:pt x="6634099" y="442495"/>
                </a:lnTo>
                <a:cubicBezTo>
                  <a:pt x="6634230" y="442757"/>
                  <a:pt x="6634099" y="443349"/>
                  <a:pt x="6634099" y="443349"/>
                </a:cubicBezTo>
                <a:lnTo>
                  <a:pt x="6629566" y="451231"/>
                </a:lnTo>
                <a:cubicBezTo>
                  <a:pt x="6629369" y="451494"/>
                  <a:pt x="6628778" y="451691"/>
                  <a:pt x="6628778" y="451691"/>
                </a:cubicBezTo>
                <a:lnTo>
                  <a:pt x="6619714" y="451691"/>
                </a:lnTo>
                <a:cubicBezTo>
                  <a:pt x="6619387" y="451691"/>
                  <a:pt x="6618926" y="451231"/>
                  <a:pt x="6618926" y="451231"/>
                </a:cubicBezTo>
                <a:lnTo>
                  <a:pt x="6614394" y="443349"/>
                </a:lnTo>
                <a:cubicBezTo>
                  <a:pt x="6614263" y="443087"/>
                  <a:pt x="6614394" y="442495"/>
                  <a:pt x="6614394" y="442495"/>
                </a:cubicBezTo>
                <a:lnTo>
                  <a:pt x="6618926" y="434614"/>
                </a:lnTo>
                <a:cubicBezTo>
                  <a:pt x="6619123" y="434351"/>
                  <a:pt x="6619714" y="434154"/>
                  <a:pt x="6619714" y="434154"/>
                </a:cubicBezTo>
                <a:close/>
                <a:moveTo>
                  <a:pt x="7128477" y="434152"/>
                </a:moveTo>
                <a:lnTo>
                  <a:pt x="7137540" y="434152"/>
                </a:lnTo>
                <a:cubicBezTo>
                  <a:pt x="7137869" y="434152"/>
                  <a:pt x="7138328" y="434612"/>
                  <a:pt x="7138328" y="434612"/>
                </a:cubicBezTo>
                <a:lnTo>
                  <a:pt x="7142860" y="442494"/>
                </a:lnTo>
                <a:cubicBezTo>
                  <a:pt x="7142992" y="442756"/>
                  <a:pt x="7142860" y="443347"/>
                  <a:pt x="7142860" y="443347"/>
                </a:cubicBezTo>
                <a:lnTo>
                  <a:pt x="7138328" y="451230"/>
                </a:lnTo>
                <a:cubicBezTo>
                  <a:pt x="7138131" y="451492"/>
                  <a:pt x="7137540" y="451689"/>
                  <a:pt x="7137540" y="451689"/>
                </a:cubicBezTo>
                <a:lnTo>
                  <a:pt x="7128477" y="451689"/>
                </a:lnTo>
                <a:cubicBezTo>
                  <a:pt x="7128148" y="451689"/>
                  <a:pt x="7127689" y="451230"/>
                  <a:pt x="7127689" y="451230"/>
                </a:cubicBezTo>
                <a:lnTo>
                  <a:pt x="7123156" y="443347"/>
                </a:lnTo>
                <a:cubicBezTo>
                  <a:pt x="7123024" y="443084"/>
                  <a:pt x="7123156" y="442494"/>
                  <a:pt x="7123156" y="442494"/>
                </a:cubicBezTo>
                <a:lnTo>
                  <a:pt x="7127689" y="434612"/>
                </a:lnTo>
                <a:cubicBezTo>
                  <a:pt x="7127885" y="434350"/>
                  <a:pt x="7128477" y="434152"/>
                  <a:pt x="7128477" y="434152"/>
                </a:cubicBezTo>
                <a:close/>
                <a:moveTo>
                  <a:pt x="8909274" y="434148"/>
                </a:moveTo>
                <a:lnTo>
                  <a:pt x="8918336" y="434148"/>
                </a:lnTo>
                <a:cubicBezTo>
                  <a:pt x="8918666" y="434148"/>
                  <a:pt x="8919125" y="434607"/>
                  <a:pt x="8919125" y="434607"/>
                </a:cubicBezTo>
                <a:lnTo>
                  <a:pt x="8923657" y="442489"/>
                </a:lnTo>
                <a:cubicBezTo>
                  <a:pt x="8923789" y="442752"/>
                  <a:pt x="8923657" y="443344"/>
                  <a:pt x="8923657" y="443344"/>
                </a:cubicBezTo>
                <a:lnTo>
                  <a:pt x="8919125" y="451225"/>
                </a:lnTo>
                <a:cubicBezTo>
                  <a:pt x="8918928" y="451488"/>
                  <a:pt x="8918336" y="451685"/>
                  <a:pt x="8918336" y="451685"/>
                </a:cubicBezTo>
                <a:lnTo>
                  <a:pt x="8909274" y="451685"/>
                </a:lnTo>
                <a:cubicBezTo>
                  <a:pt x="8908945" y="451685"/>
                  <a:pt x="8908484" y="451225"/>
                  <a:pt x="8908484" y="451225"/>
                </a:cubicBezTo>
                <a:lnTo>
                  <a:pt x="8903953" y="443344"/>
                </a:lnTo>
                <a:cubicBezTo>
                  <a:pt x="8903821" y="443080"/>
                  <a:pt x="8903953" y="442489"/>
                  <a:pt x="8903953" y="442489"/>
                </a:cubicBezTo>
                <a:lnTo>
                  <a:pt x="8908484" y="434607"/>
                </a:lnTo>
                <a:cubicBezTo>
                  <a:pt x="8908681" y="434345"/>
                  <a:pt x="8909274" y="434148"/>
                  <a:pt x="8909274" y="434148"/>
                </a:cubicBezTo>
                <a:close/>
                <a:moveTo>
                  <a:pt x="6110888" y="434146"/>
                </a:moveTo>
                <a:lnTo>
                  <a:pt x="6119953" y="434146"/>
                </a:lnTo>
                <a:cubicBezTo>
                  <a:pt x="6120280" y="434146"/>
                  <a:pt x="6120740" y="434605"/>
                  <a:pt x="6120740" y="434605"/>
                </a:cubicBezTo>
                <a:lnTo>
                  <a:pt x="6125272" y="442487"/>
                </a:lnTo>
                <a:cubicBezTo>
                  <a:pt x="6125403" y="442749"/>
                  <a:pt x="6125272" y="443340"/>
                  <a:pt x="6125272" y="443340"/>
                </a:cubicBezTo>
                <a:lnTo>
                  <a:pt x="6120740" y="451223"/>
                </a:lnTo>
                <a:cubicBezTo>
                  <a:pt x="6120543" y="451486"/>
                  <a:pt x="6119953" y="451683"/>
                  <a:pt x="6119953" y="451683"/>
                </a:cubicBezTo>
                <a:lnTo>
                  <a:pt x="6110888" y="451683"/>
                </a:lnTo>
                <a:cubicBezTo>
                  <a:pt x="6110560" y="451683"/>
                  <a:pt x="6110101" y="451223"/>
                  <a:pt x="6110101" y="451223"/>
                </a:cubicBezTo>
                <a:lnTo>
                  <a:pt x="6105567" y="443340"/>
                </a:lnTo>
                <a:cubicBezTo>
                  <a:pt x="6105436" y="443078"/>
                  <a:pt x="6105567" y="442487"/>
                  <a:pt x="6105567" y="442487"/>
                </a:cubicBezTo>
                <a:lnTo>
                  <a:pt x="6110101" y="434605"/>
                </a:lnTo>
                <a:cubicBezTo>
                  <a:pt x="6110296" y="434344"/>
                  <a:pt x="6110888" y="434146"/>
                  <a:pt x="6110888" y="434146"/>
                </a:cubicBezTo>
                <a:close/>
                <a:moveTo>
                  <a:pt x="6365334" y="434130"/>
                </a:moveTo>
                <a:lnTo>
                  <a:pt x="6374397" y="434130"/>
                </a:lnTo>
                <a:cubicBezTo>
                  <a:pt x="6374727" y="434130"/>
                  <a:pt x="6375186" y="434590"/>
                  <a:pt x="6375186" y="434590"/>
                </a:cubicBezTo>
                <a:lnTo>
                  <a:pt x="6379718" y="442471"/>
                </a:lnTo>
                <a:cubicBezTo>
                  <a:pt x="6379849" y="442734"/>
                  <a:pt x="6379718" y="443324"/>
                  <a:pt x="6379718" y="443324"/>
                </a:cubicBezTo>
                <a:lnTo>
                  <a:pt x="6375186" y="451208"/>
                </a:lnTo>
                <a:cubicBezTo>
                  <a:pt x="6374988" y="451470"/>
                  <a:pt x="6374397" y="451667"/>
                  <a:pt x="6374397" y="451667"/>
                </a:cubicBezTo>
                <a:lnTo>
                  <a:pt x="6365334" y="451667"/>
                </a:lnTo>
                <a:cubicBezTo>
                  <a:pt x="6365005" y="451667"/>
                  <a:pt x="6364546" y="451208"/>
                  <a:pt x="6364546" y="451208"/>
                </a:cubicBezTo>
                <a:lnTo>
                  <a:pt x="6360014" y="443324"/>
                </a:lnTo>
                <a:cubicBezTo>
                  <a:pt x="6359882" y="443061"/>
                  <a:pt x="6360014" y="442471"/>
                  <a:pt x="6360014" y="442471"/>
                </a:cubicBezTo>
                <a:lnTo>
                  <a:pt x="6364546" y="434590"/>
                </a:lnTo>
                <a:cubicBezTo>
                  <a:pt x="6364743" y="434327"/>
                  <a:pt x="6365334" y="434130"/>
                  <a:pt x="6365334" y="434130"/>
                </a:cubicBezTo>
                <a:close/>
                <a:moveTo>
                  <a:pt x="8654892" y="434127"/>
                </a:moveTo>
                <a:lnTo>
                  <a:pt x="8663955" y="434127"/>
                </a:lnTo>
                <a:cubicBezTo>
                  <a:pt x="8664285" y="434127"/>
                  <a:pt x="8664744" y="434585"/>
                  <a:pt x="8664744" y="434585"/>
                </a:cubicBezTo>
                <a:lnTo>
                  <a:pt x="8669277" y="442467"/>
                </a:lnTo>
                <a:cubicBezTo>
                  <a:pt x="8669408" y="442730"/>
                  <a:pt x="8669277" y="443322"/>
                  <a:pt x="8669277" y="443322"/>
                </a:cubicBezTo>
                <a:lnTo>
                  <a:pt x="8664744" y="451203"/>
                </a:lnTo>
                <a:cubicBezTo>
                  <a:pt x="8664548" y="451466"/>
                  <a:pt x="8663955" y="451664"/>
                  <a:pt x="8663955" y="451664"/>
                </a:cubicBezTo>
                <a:lnTo>
                  <a:pt x="8654892" y="451664"/>
                </a:lnTo>
                <a:cubicBezTo>
                  <a:pt x="8654565" y="451664"/>
                  <a:pt x="8654104" y="451203"/>
                  <a:pt x="8654104" y="451203"/>
                </a:cubicBezTo>
                <a:lnTo>
                  <a:pt x="8649572" y="443322"/>
                </a:lnTo>
                <a:cubicBezTo>
                  <a:pt x="8649441" y="443058"/>
                  <a:pt x="8649572" y="442467"/>
                  <a:pt x="8649572" y="442467"/>
                </a:cubicBezTo>
                <a:lnTo>
                  <a:pt x="8654104" y="434585"/>
                </a:lnTo>
                <a:cubicBezTo>
                  <a:pt x="8654301" y="434323"/>
                  <a:pt x="8654892" y="434127"/>
                  <a:pt x="8654892" y="434127"/>
                </a:cubicBezTo>
                <a:close/>
                <a:moveTo>
                  <a:pt x="5856508" y="434126"/>
                </a:moveTo>
                <a:lnTo>
                  <a:pt x="5865571" y="434126"/>
                </a:lnTo>
                <a:cubicBezTo>
                  <a:pt x="5865900" y="434126"/>
                  <a:pt x="5866359" y="434585"/>
                  <a:pt x="5866359" y="434585"/>
                </a:cubicBezTo>
                <a:lnTo>
                  <a:pt x="5870891" y="442466"/>
                </a:lnTo>
                <a:cubicBezTo>
                  <a:pt x="5871023" y="442728"/>
                  <a:pt x="5870891" y="443320"/>
                  <a:pt x="5870891" y="443320"/>
                </a:cubicBezTo>
                <a:lnTo>
                  <a:pt x="5866359" y="451202"/>
                </a:lnTo>
                <a:cubicBezTo>
                  <a:pt x="5866163" y="451465"/>
                  <a:pt x="5865571" y="451662"/>
                  <a:pt x="5865571" y="451662"/>
                </a:cubicBezTo>
                <a:lnTo>
                  <a:pt x="5856508" y="451662"/>
                </a:lnTo>
                <a:cubicBezTo>
                  <a:pt x="5856178" y="451662"/>
                  <a:pt x="5855720" y="451202"/>
                  <a:pt x="5855720" y="451202"/>
                </a:cubicBezTo>
                <a:lnTo>
                  <a:pt x="5851187" y="443320"/>
                </a:lnTo>
                <a:cubicBezTo>
                  <a:pt x="5851055" y="443057"/>
                  <a:pt x="5851187" y="442466"/>
                  <a:pt x="5851187" y="442466"/>
                </a:cubicBezTo>
                <a:lnTo>
                  <a:pt x="5855720" y="434585"/>
                </a:lnTo>
                <a:cubicBezTo>
                  <a:pt x="5855916" y="434322"/>
                  <a:pt x="5856508" y="434126"/>
                  <a:pt x="5856508" y="434126"/>
                </a:cubicBezTo>
                <a:close/>
                <a:moveTo>
                  <a:pt x="4330157" y="434117"/>
                </a:moveTo>
                <a:lnTo>
                  <a:pt x="4339222" y="434117"/>
                </a:lnTo>
                <a:cubicBezTo>
                  <a:pt x="4339550" y="434117"/>
                  <a:pt x="4340010" y="434576"/>
                  <a:pt x="4340010" y="434576"/>
                </a:cubicBezTo>
                <a:lnTo>
                  <a:pt x="4344540" y="442458"/>
                </a:lnTo>
                <a:cubicBezTo>
                  <a:pt x="4344672" y="442720"/>
                  <a:pt x="4344540" y="443311"/>
                  <a:pt x="4344540" y="443311"/>
                </a:cubicBezTo>
                <a:lnTo>
                  <a:pt x="4340010" y="451193"/>
                </a:lnTo>
                <a:cubicBezTo>
                  <a:pt x="4339812" y="451456"/>
                  <a:pt x="4339222" y="451653"/>
                  <a:pt x="4339222" y="451653"/>
                </a:cubicBezTo>
                <a:lnTo>
                  <a:pt x="4330157" y="451653"/>
                </a:lnTo>
                <a:cubicBezTo>
                  <a:pt x="4329829" y="451653"/>
                  <a:pt x="4329369" y="451193"/>
                  <a:pt x="4329369" y="451193"/>
                </a:cubicBezTo>
                <a:lnTo>
                  <a:pt x="4324836" y="443311"/>
                </a:lnTo>
                <a:cubicBezTo>
                  <a:pt x="4324706" y="443048"/>
                  <a:pt x="4324836" y="442458"/>
                  <a:pt x="4324836" y="442458"/>
                </a:cubicBezTo>
                <a:lnTo>
                  <a:pt x="4329369" y="434576"/>
                </a:lnTo>
                <a:cubicBezTo>
                  <a:pt x="4329565" y="434314"/>
                  <a:pt x="4330157" y="434117"/>
                  <a:pt x="4330157" y="434117"/>
                </a:cubicBezTo>
                <a:close/>
                <a:moveTo>
                  <a:pt x="9163654" y="434113"/>
                </a:moveTo>
                <a:lnTo>
                  <a:pt x="9172718" y="434113"/>
                </a:lnTo>
                <a:cubicBezTo>
                  <a:pt x="9173046" y="434113"/>
                  <a:pt x="9173506" y="434572"/>
                  <a:pt x="9173506" y="434572"/>
                </a:cubicBezTo>
                <a:lnTo>
                  <a:pt x="9178038" y="442454"/>
                </a:lnTo>
                <a:cubicBezTo>
                  <a:pt x="9178169" y="442717"/>
                  <a:pt x="9178038" y="443308"/>
                  <a:pt x="9178038" y="443308"/>
                </a:cubicBezTo>
                <a:lnTo>
                  <a:pt x="9173506" y="451190"/>
                </a:lnTo>
                <a:cubicBezTo>
                  <a:pt x="9173309" y="451453"/>
                  <a:pt x="9172718" y="451650"/>
                  <a:pt x="9172718" y="451650"/>
                </a:cubicBezTo>
                <a:lnTo>
                  <a:pt x="9163654" y="451650"/>
                </a:lnTo>
                <a:cubicBezTo>
                  <a:pt x="9163326" y="451650"/>
                  <a:pt x="9162866" y="451190"/>
                  <a:pt x="9162866" y="451190"/>
                </a:cubicBezTo>
                <a:lnTo>
                  <a:pt x="9158333" y="443308"/>
                </a:lnTo>
                <a:cubicBezTo>
                  <a:pt x="9158202" y="443046"/>
                  <a:pt x="9158333" y="442454"/>
                  <a:pt x="9158333" y="442454"/>
                </a:cubicBezTo>
                <a:lnTo>
                  <a:pt x="9162866" y="434572"/>
                </a:lnTo>
                <a:cubicBezTo>
                  <a:pt x="9163062" y="434310"/>
                  <a:pt x="9163654" y="434113"/>
                  <a:pt x="9163654" y="434113"/>
                </a:cubicBezTo>
                <a:close/>
                <a:moveTo>
                  <a:pt x="5347746" y="434113"/>
                </a:moveTo>
                <a:lnTo>
                  <a:pt x="5356810" y="434113"/>
                </a:lnTo>
                <a:cubicBezTo>
                  <a:pt x="5357138" y="434113"/>
                  <a:pt x="5357598" y="434572"/>
                  <a:pt x="5357598" y="434572"/>
                </a:cubicBezTo>
                <a:lnTo>
                  <a:pt x="5362130" y="442454"/>
                </a:lnTo>
                <a:cubicBezTo>
                  <a:pt x="5362261" y="442715"/>
                  <a:pt x="5362130" y="443308"/>
                  <a:pt x="5362130" y="443308"/>
                </a:cubicBezTo>
                <a:lnTo>
                  <a:pt x="5357598" y="451190"/>
                </a:lnTo>
                <a:cubicBezTo>
                  <a:pt x="5357401" y="451452"/>
                  <a:pt x="5356810" y="451649"/>
                  <a:pt x="5356810" y="451649"/>
                </a:cubicBezTo>
                <a:lnTo>
                  <a:pt x="5347746" y="451649"/>
                </a:lnTo>
                <a:cubicBezTo>
                  <a:pt x="5347418" y="451649"/>
                  <a:pt x="5346958" y="451190"/>
                  <a:pt x="5346958" y="451190"/>
                </a:cubicBezTo>
                <a:lnTo>
                  <a:pt x="5342425" y="443308"/>
                </a:lnTo>
                <a:cubicBezTo>
                  <a:pt x="5342295" y="443045"/>
                  <a:pt x="5342425" y="442454"/>
                  <a:pt x="5342425" y="442454"/>
                </a:cubicBezTo>
                <a:lnTo>
                  <a:pt x="5346958" y="434572"/>
                </a:lnTo>
                <a:cubicBezTo>
                  <a:pt x="5347154" y="434310"/>
                  <a:pt x="5347746" y="434113"/>
                  <a:pt x="5347746" y="434113"/>
                </a:cubicBezTo>
                <a:close/>
                <a:moveTo>
                  <a:pt x="4838919" y="434113"/>
                </a:moveTo>
                <a:lnTo>
                  <a:pt x="4847982" y="434113"/>
                </a:lnTo>
                <a:cubicBezTo>
                  <a:pt x="4848311" y="434113"/>
                  <a:pt x="4848772" y="434572"/>
                  <a:pt x="4848772" y="434572"/>
                </a:cubicBezTo>
                <a:lnTo>
                  <a:pt x="4853303" y="442454"/>
                </a:lnTo>
                <a:cubicBezTo>
                  <a:pt x="4853435" y="442717"/>
                  <a:pt x="4853303" y="443308"/>
                  <a:pt x="4853303" y="443308"/>
                </a:cubicBezTo>
                <a:lnTo>
                  <a:pt x="4848772" y="451190"/>
                </a:lnTo>
                <a:cubicBezTo>
                  <a:pt x="4848575" y="451453"/>
                  <a:pt x="4847982" y="451649"/>
                  <a:pt x="4847982" y="451649"/>
                </a:cubicBezTo>
                <a:lnTo>
                  <a:pt x="4838919" y="451649"/>
                </a:lnTo>
                <a:cubicBezTo>
                  <a:pt x="4838590" y="451649"/>
                  <a:pt x="4838132" y="451190"/>
                  <a:pt x="4838132" y="451190"/>
                </a:cubicBezTo>
                <a:lnTo>
                  <a:pt x="4833598" y="443308"/>
                </a:lnTo>
                <a:cubicBezTo>
                  <a:pt x="4833467" y="443045"/>
                  <a:pt x="4833598" y="442454"/>
                  <a:pt x="4833598" y="442454"/>
                </a:cubicBezTo>
                <a:lnTo>
                  <a:pt x="4838132" y="434572"/>
                </a:lnTo>
                <a:cubicBezTo>
                  <a:pt x="4838328" y="434310"/>
                  <a:pt x="4838919" y="434113"/>
                  <a:pt x="4838919" y="434113"/>
                </a:cubicBezTo>
                <a:close/>
                <a:moveTo>
                  <a:pt x="4584538" y="434113"/>
                </a:moveTo>
                <a:lnTo>
                  <a:pt x="4593603" y="434113"/>
                </a:lnTo>
                <a:cubicBezTo>
                  <a:pt x="4593932" y="434113"/>
                  <a:pt x="4594390" y="434571"/>
                  <a:pt x="4594390" y="434571"/>
                </a:cubicBezTo>
                <a:lnTo>
                  <a:pt x="4598922" y="442453"/>
                </a:lnTo>
                <a:cubicBezTo>
                  <a:pt x="4599054" y="442715"/>
                  <a:pt x="4598922" y="443308"/>
                  <a:pt x="4598922" y="443308"/>
                </a:cubicBezTo>
                <a:lnTo>
                  <a:pt x="4594390" y="451189"/>
                </a:lnTo>
                <a:cubicBezTo>
                  <a:pt x="4594193" y="451452"/>
                  <a:pt x="4593603" y="451649"/>
                  <a:pt x="4593603" y="451649"/>
                </a:cubicBezTo>
                <a:lnTo>
                  <a:pt x="4584538" y="451649"/>
                </a:lnTo>
                <a:cubicBezTo>
                  <a:pt x="4584210" y="451649"/>
                  <a:pt x="4583749" y="451189"/>
                  <a:pt x="4583749" y="451189"/>
                </a:cubicBezTo>
                <a:lnTo>
                  <a:pt x="4579218" y="443308"/>
                </a:lnTo>
                <a:cubicBezTo>
                  <a:pt x="4579087" y="443045"/>
                  <a:pt x="4579218" y="442453"/>
                  <a:pt x="4579218" y="442453"/>
                </a:cubicBezTo>
                <a:lnTo>
                  <a:pt x="4583749" y="434571"/>
                </a:lnTo>
                <a:cubicBezTo>
                  <a:pt x="4583948" y="434310"/>
                  <a:pt x="4584538" y="434113"/>
                  <a:pt x="4584538" y="434113"/>
                </a:cubicBezTo>
                <a:close/>
                <a:moveTo>
                  <a:pt x="7891684" y="434112"/>
                </a:moveTo>
                <a:lnTo>
                  <a:pt x="7900748" y="434112"/>
                </a:lnTo>
                <a:cubicBezTo>
                  <a:pt x="7901076" y="434112"/>
                  <a:pt x="7901536" y="434571"/>
                  <a:pt x="7901536" y="434571"/>
                </a:cubicBezTo>
                <a:lnTo>
                  <a:pt x="7906067" y="442453"/>
                </a:lnTo>
                <a:cubicBezTo>
                  <a:pt x="7906199" y="442715"/>
                  <a:pt x="7906067" y="443305"/>
                  <a:pt x="7906067" y="443305"/>
                </a:cubicBezTo>
                <a:lnTo>
                  <a:pt x="7901536" y="451189"/>
                </a:lnTo>
                <a:cubicBezTo>
                  <a:pt x="7901339" y="451452"/>
                  <a:pt x="7900748" y="451649"/>
                  <a:pt x="7900748" y="451649"/>
                </a:cubicBezTo>
                <a:lnTo>
                  <a:pt x="7891684" y="451649"/>
                </a:lnTo>
                <a:cubicBezTo>
                  <a:pt x="7891355" y="451649"/>
                  <a:pt x="7890896" y="451189"/>
                  <a:pt x="7890896" y="451189"/>
                </a:cubicBezTo>
                <a:lnTo>
                  <a:pt x="7886363" y="443305"/>
                </a:lnTo>
                <a:cubicBezTo>
                  <a:pt x="7886233" y="443044"/>
                  <a:pt x="7886363" y="442453"/>
                  <a:pt x="7886363" y="442453"/>
                </a:cubicBezTo>
                <a:lnTo>
                  <a:pt x="7890896" y="434571"/>
                </a:lnTo>
                <a:cubicBezTo>
                  <a:pt x="7891093" y="434309"/>
                  <a:pt x="7891684" y="434112"/>
                  <a:pt x="7891684" y="434112"/>
                </a:cubicBezTo>
                <a:close/>
                <a:moveTo>
                  <a:pt x="8400511" y="434108"/>
                </a:moveTo>
                <a:lnTo>
                  <a:pt x="8409575" y="434108"/>
                </a:lnTo>
                <a:cubicBezTo>
                  <a:pt x="8409904" y="434108"/>
                  <a:pt x="8410363" y="434568"/>
                  <a:pt x="8410363" y="434568"/>
                </a:cubicBezTo>
                <a:lnTo>
                  <a:pt x="8414896" y="442449"/>
                </a:lnTo>
                <a:cubicBezTo>
                  <a:pt x="8415027" y="442711"/>
                  <a:pt x="8414896" y="443302"/>
                  <a:pt x="8414896" y="443302"/>
                </a:cubicBezTo>
                <a:lnTo>
                  <a:pt x="8410363" y="451185"/>
                </a:lnTo>
                <a:cubicBezTo>
                  <a:pt x="8410166" y="451447"/>
                  <a:pt x="8409575" y="451644"/>
                  <a:pt x="8409575" y="451644"/>
                </a:cubicBezTo>
                <a:lnTo>
                  <a:pt x="8400511" y="451644"/>
                </a:lnTo>
                <a:cubicBezTo>
                  <a:pt x="8400184" y="451644"/>
                  <a:pt x="8399723" y="451185"/>
                  <a:pt x="8399723" y="451185"/>
                </a:cubicBezTo>
                <a:lnTo>
                  <a:pt x="8395191" y="443302"/>
                </a:lnTo>
                <a:cubicBezTo>
                  <a:pt x="8395060" y="443041"/>
                  <a:pt x="8395191" y="442449"/>
                  <a:pt x="8395191" y="442449"/>
                </a:cubicBezTo>
                <a:lnTo>
                  <a:pt x="8399723" y="434568"/>
                </a:lnTo>
                <a:cubicBezTo>
                  <a:pt x="8399920" y="434305"/>
                  <a:pt x="8400511" y="434108"/>
                  <a:pt x="8400511" y="434108"/>
                </a:cubicBezTo>
                <a:close/>
                <a:moveTo>
                  <a:pt x="5093300" y="434106"/>
                </a:moveTo>
                <a:lnTo>
                  <a:pt x="5102364" y="434106"/>
                </a:lnTo>
                <a:cubicBezTo>
                  <a:pt x="5102693" y="434106"/>
                  <a:pt x="5103153" y="434566"/>
                  <a:pt x="5103153" y="434566"/>
                </a:cubicBezTo>
                <a:lnTo>
                  <a:pt x="5107684" y="442447"/>
                </a:lnTo>
                <a:cubicBezTo>
                  <a:pt x="5107815" y="442711"/>
                  <a:pt x="5107684" y="443301"/>
                  <a:pt x="5107684" y="443301"/>
                </a:cubicBezTo>
                <a:lnTo>
                  <a:pt x="5103153" y="451183"/>
                </a:lnTo>
                <a:cubicBezTo>
                  <a:pt x="5102955" y="451446"/>
                  <a:pt x="5102364" y="451643"/>
                  <a:pt x="5102364" y="451643"/>
                </a:cubicBezTo>
                <a:lnTo>
                  <a:pt x="5093300" y="451643"/>
                </a:lnTo>
                <a:cubicBezTo>
                  <a:pt x="5092972" y="451643"/>
                  <a:pt x="5092512" y="451183"/>
                  <a:pt x="5092512" y="451183"/>
                </a:cubicBezTo>
                <a:lnTo>
                  <a:pt x="5087979" y="443301"/>
                </a:lnTo>
                <a:cubicBezTo>
                  <a:pt x="5087848" y="443038"/>
                  <a:pt x="5087979" y="442447"/>
                  <a:pt x="5087979" y="442447"/>
                </a:cubicBezTo>
                <a:lnTo>
                  <a:pt x="5092512" y="434566"/>
                </a:lnTo>
                <a:cubicBezTo>
                  <a:pt x="5092708" y="434303"/>
                  <a:pt x="5093300" y="434106"/>
                  <a:pt x="5093300" y="434106"/>
                </a:cubicBezTo>
                <a:close/>
                <a:moveTo>
                  <a:pt x="6874095" y="434105"/>
                </a:moveTo>
                <a:lnTo>
                  <a:pt x="6883159" y="434105"/>
                </a:lnTo>
                <a:cubicBezTo>
                  <a:pt x="6883488" y="434105"/>
                  <a:pt x="6883947" y="434565"/>
                  <a:pt x="6883947" y="434565"/>
                </a:cubicBezTo>
                <a:lnTo>
                  <a:pt x="6888480" y="442446"/>
                </a:lnTo>
                <a:cubicBezTo>
                  <a:pt x="6888611" y="442709"/>
                  <a:pt x="6888480" y="443300"/>
                  <a:pt x="6888480" y="443300"/>
                </a:cubicBezTo>
                <a:lnTo>
                  <a:pt x="6883947" y="451182"/>
                </a:lnTo>
                <a:cubicBezTo>
                  <a:pt x="6883751" y="451445"/>
                  <a:pt x="6883159" y="451642"/>
                  <a:pt x="6883159" y="451642"/>
                </a:cubicBezTo>
                <a:lnTo>
                  <a:pt x="6874095" y="451642"/>
                </a:lnTo>
                <a:cubicBezTo>
                  <a:pt x="6873768" y="451642"/>
                  <a:pt x="6873307" y="451182"/>
                  <a:pt x="6873307" y="451182"/>
                </a:cubicBezTo>
                <a:lnTo>
                  <a:pt x="6868775" y="443300"/>
                </a:lnTo>
                <a:cubicBezTo>
                  <a:pt x="6868644" y="443037"/>
                  <a:pt x="6868775" y="442446"/>
                  <a:pt x="6868775" y="442446"/>
                </a:cubicBezTo>
                <a:lnTo>
                  <a:pt x="6873307" y="434565"/>
                </a:lnTo>
                <a:cubicBezTo>
                  <a:pt x="6873504" y="434302"/>
                  <a:pt x="6874095" y="434105"/>
                  <a:pt x="6874095" y="434105"/>
                </a:cubicBezTo>
                <a:close/>
                <a:moveTo>
                  <a:pt x="7382923" y="434094"/>
                </a:moveTo>
                <a:lnTo>
                  <a:pt x="7391987" y="434094"/>
                </a:lnTo>
                <a:cubicBezTo>
                  <a:pt x="7392315" y="434094"/>
                  <a:pt x="7392775" y="434554"/>
                  <a:pt x="7392775" y="434554"/>
                </a:cubicBezTo>
                <a:lnTo>
                  <a:pt x="7397307" y="442435"/>
                </a:lnTo>
                <a:cubicBezTo>
                  <a:pt x="7397438" y="442698"/>
                  <a:pt x="7397307" y="443289"/>
                  <a:pt x="7397307" y="443289"/>
                </a:cubicBezTo>
                <a:lnTo>
                  <a:pt x="7392775" y="451172"/>
                </a:lnTo>
                <a:cubicBezTo>
                  <a:pt x="7392578" y="451434"/>
                  <a:pt x="7391987" y="451631"/>
                  <a:pt x="7391987" y="451631"/>
                </a:cubicBezTo>
                <a:lnTo>
                  <a:pt x="7382923" y="451631"/>
                </a:lnTo>
                <a:cubicBezTo>
                  <a:pt x="7382595" y="451631"/>
                  <a:pt x="7382135" y="451172"/>
                  <a:pt x="7382135" y="451172"/>
                </a:cubicBezTo>
                <a:lnTo>
                  <a:pt x="7377602" y="443289"/>
                </a:lnTo>
                <a:cubicBezTo>
                  <a:pt x="7377471" y="443025"/>
                  <a:pt x="7377602" y="442435"/>
                  <a:pt x="7377602" y="442435"/>
                </a:cubicBezTo>
                <a:lnTo>
                  <a:pt x="7382135" y="434554"/>
                </a:lnTo>
                <a:cubicBezTo>
                  <a:pt x="7382331" y="434291"/>
                  <a:pt x="7382923" y="434094"/>
                  <a:pt x="7382923" y="434094"/>
                </a:cubicBezTo>
                <a:close/>
                <a:moveTo>
                  <a:pt x="8146065" y="434093"/>
                </a:moveTo>
                <a:lnTo>
                  <a:pt x="8155129" y="434093"/>
                </a:lnTo>
                <a:cubicBezTo>
                  <a:pt x="8155458" y="434093"/>
                  <a:pt x="8155917" y="434553"/>
                  <a:pt x="8155917" y="434553"/>
                </a:cubicBezTo>
                <a:lnTo>
                  <a:pt x="8160449" y="442434"/>
                </a:lnTo>
                <a:cubicBezTo>
                  <a:pt x="8160580" y="442697"/>
                  <a:pt x="8160449" y="443288"/>
                  <a:pt x="8160449" y="443288"/>
                </a:cubicBezTo>
                <a:lnTo>
                  <a:pt x="8155917" y="451169"/>
                </a:lnTo>
                <a:cubicBezTo>
                  <a:pt x="8155719" y="451432"/>
                  <a:pt x="8155129" y="451630"/>
                  <a:pt x="8155129" y="451630"/>
                </a:cubicBezTo>
                <a:lnTo>
                  <a:pt x="8146065" y="451630"/>
                </a:lnTo>
                <a:cubicBezTo>
                  <a:pt x="8145737" y="451630"/>
                  <a:pt x="8145277" y="451169"/>
                  <a:pt x="8145277" y="451169"/>
                </a:cubicBezTo>
                <a:lnTo>
                  <a:pt x="8140745" y="443288"/>
                </a:lnTo>
                <a:cubicBezTo>
                  <a:pt x="8140613" y="443025"/>
                  <a:pt x="8140745" y="442434"/>
                  <a:pt x="8140745" y="442434"/>
                </a:cubicBezTo>
                <a:lnTo>
                  <a:pt x="8145277" y="434553"/>
                </a:lnTo>
                <a:cubicBezTo>
                  <a:pt x="8145474" y="434290"/>
                  <a:pt x="8146065" y="434093"/>
                  <a:pt x="8146065" y="434093"/>
                </a:cubicBezTo>
                <a:close/>
                <a:moveTo>
                  <a:pt x="7637304" y="434089"/>
                </a:moveTo>
                <a:lnTo>
                  <a:pt x="7646367" y="434089"/>
                </a:lnTo>
                <a:cubicBezTo>
                  <a:pt x="7646696" y="434089"/>
                  <a:pt x="7647156" y="434548"/>
                  <a:pt x="7647156" y="434548"/>
                </a:cubicBezTo>
                <a:lnTo>
                  <a:pt x="7651687" y="442430"/>
                </a:lnTo>
                <a:cubicBezTo>
                  <a:pt x="7651819" y="442692"/>
                  <a:pt x="7651687" y="443284"/>
                  <a:pt x="7651687" y="443284"/>
                </a:cubicBezTo>
                <a:lnTo>
                  <a:pt x="7647156" y="451166"/>
                </a:lnTo>
                <a:cubicBezTo>
                  <a:pt x="7646958" y="451429"/>
                  <a:pt x="7646367" y="451626"/>
                  <a:pt x="7646367" y="451626"/>
                </a:cubicBezTo>
                <a:lnTo>
                  <a:pt x="7637304" y="451626"/>
                </a:lnTo>
                <a:cubicBezTo>
                  <a:pt x="7636975" y="451626"/>
                  <a:pt x="7636516" y="451166"/>
                  <a:pt x="7636516" y="451166"/>
                </a:cubicBezTo>
                <a:lnTo>
                  <a:pt x="7631983" y="443284"/>
                </a:lnTo>
                <a:cubicBezTo>
                  <a:pt x="7631851" y="443021"/>
                  <a:pt x="7631983" y="442430"/>
                  <a:pt x="7631983" y="442430"/>
                </a:cubicBezTo>
                <a:lnTo>
                  <a:pt x="7636516" y="434548"/>
                </a:lnTo>
                <a:cubicBezTo>
                  <a:pt x="7636713" y="434286"/>
                  <a:pt x="7637304" y="434089"/>
                  <a:pt x="7637304" y="434089"/>
                </a:cubicBezTo>
                <a:close/>
                <a:moveTo>
                  <a:pt x="10435623" y="434083"/>
                </a:moveTo>
                <a:lnTo>
                  <a:pt x="10444687" y="434083"/>
                </a:lnTo>
                <a:cubicBezTo>
                  <a:pt x="10445016" y="434083"/>
                  <a:pt x="10445475" y="434543"/>
                  <a:pt x="10445475" y="434543"/>
                </a:cubicBezTo>
                <a:lnTo>
                  <a:pt x="10450008" y="442424"/>
                </a:lnTo>
                <a:cubicBezTo>
                  <a:pt x="10450139" y="442687"/>
                  <a:pt x="10450008" y="443278"/>
                  <a:pt x="10450008" y="443278"/>
                </a:cubicBezTo>
                <a:lnTo>
                  <a:pt x="10445475" y="451161"/>
                </a:lnTo>
                <a:cubicBezTo>
                  <a:pt x="10445279" y="451423"/>
                  <a:pt x="10444687" y="451620"/>
                  <a:pt x="10444687" y="451620"/>
                </a:cubicBezTo>
                <a:lnTo>
                  <a:pt x="10435623" y="451620"/>
                </a:lnTo>
                <a:cubicBezTo>
                  <a:pt x="10435296" y="451620"/>
                  <a:pt x="10434835" y="451161"/>
                  <a:pt x="10434835" y="451161"/>
                </a:cubicBezTo>
                <a:lnTo>
                  <a:pt x="10430303" y="443278"/>
                </a:lnTo>
                <a:cubicBezTo>
                  <a:pt x="10430172" y="443015"/>
                  <a:pt x="10430303" y="442424"/>
                  <a:pt x="10430303" y="442424"/>
                </a:cubicBezTo>
                <a:lnTo>
                  <a:pt x="10434835" y="434543"/>
                </a:lnTo>
                <a:cubicBezTo>
                  <a:pt x="10435032" y="434280"/>
                  <a:pt x="10435623" y="434083"/>
                  <a:pt x="10435623" y="434083"/>
                </a:cubicBezTo>
                <a:close/>
                <a:moveTo>
                  <a:pt x="10181243" y="434083"/>
                </a:moveTo>
                <a:lnTo>
                  <a:pt x="10190306" y="434083"/>
                </a:lnTo>
                <a:cubicBezTo>
                  <a:pt x="10190636" y="434083"/>
                  <a:pt x="10191094" y="434543"/>
                  <a:pt x="10191094" y="434543"/>
                </a:cubicBezTo>
                <a:lnTo>
                  <a:pt x="10195627" y="442424"/>
                </a:lnTo>
                <a:cubicBezTo>
                  <a:pt x="10195759" y="442687"/>
                  <a:pt x="10195627" y="443278"/>
                  <a:pt x="10195627" y="443278"/>
                </a:cubicBezTo>
                <a:lnTo>
                  <a:pt x="10191094" y="451161"/>
                </a:lnTo>
                <a:cubicBezTo>
                  <a:pt x="10190897" y="451423"/>
                  <a:pt x="10190306" y="451620"/>
                  <a:pt x="10190306" y="451620"/>
                </a:cubicBezTo>
                <a:lnTo>
                  <a:pt x="10181243" y="451620"/>
                </a:lnTo>
                <a:cubicBezTo>
                  <a:pt x="10180915" y="451620"/>
                  <a:pt x="10180455" y="451161"/>
                  <a:pt x="10180455" y="451161"/>
                </a:cubicBezTo>
                <a:lnTo>
                  <a:pt x="10175923" y="443278"/>
                </a:lnTo>
                <a:cubicBezTo>
                  <a:pt x="10175791" y="443015"/>
                  <a:pt x="10175923" y="442424"/>
                  <a:pt x="10175923" y="442424"/>
                </a:cubicBezTo>
                <a:lnTo>
                  <a:pt x="10180455" y="434543"/>
                </a:lnTo>
                <a:cubicBezTo>
                  <a:pt x="10180652" y="434280"/>
                  <a:pt x="10181243" y="434083"/>
                  <a:pt x="10181243" y="434083"/>
                </a:cubicBezTo>
                <a:close/>
                <a:moveTo>
                  <a:pt x="9926862" y="434083"/>
                </a:moveTo>
                <a:lnTo>
                  <a:pt x="9935926" y="434083"/>
                </a:lnTo>
                <a:cubicBezTo>
                  <a:pt x="9936255" y="434083"/>
                  <a:pt x="9936714" y="434543"/>
                  <a:pt x="9936714" y="434543"/>
                </a:cubicBezTo>
                <a:lnTo>
                  <a:pt x="9941247" y="442424"/>
                </a:lnTo>
                <a:cubicBezTo>
                  <a:pt x="9941377" y="442687"/>
                  <a:pt x="9941247" y="443278"/>
                  <a:pt x="9941247" y="443278"/>
                </a:cubicBezTo>
                <a:lnTo>
                  <a:pt x="9936714" y="451161"/>
                </a:lnTo>
                <a:cubicBezTo>
                  <a:pt x="9936517" y="451423"/>
                  <a:pt x="9935926" y="451620"/>
                  <a:pt x="9935926" y="451620"/>
                </a:cubicBezTo>
                <a:lnTo>
                  <a:pt x="9926862" y="451620"/>
                </a:lnTo>
                <a:cubicBezTo>
                  <a:pt x="9926534" y="451620"/>
                  <a:pt x="9926074" y="451161"/>
                  <a:pt x="9926074" y="451161"/>
                </a:cubicBezTo>
                <a:lnTo>
                  <a:pt x="9921542" y="443278"/>
                </a:lnTo>
                <a:cubicBezTo>
                  <a:pt x="9921411" y="443015"/>
                  <a:pt x="9921542" y="442424"/>
                  <a:pt x="9921542" y="442424"/>
                </a:cubicBezTo>
                <a:lnTo>
                  <a:pt x="9926074" y="434543"/>
                </a:lnTo>
                <a:cubicBezTo>
                  <a:pt x="9926271" y="434280"/>
                  <a:pt x="9926862" y="434083"/>
                  <a:pt x="9926862" y="434083"/>
                </a:cubicBezTo>
                <a:close/>
                <a:moveTo>
                  <a:pt x="9672482" y="434083"/>
                </a:moveTo>
                <a:lnTo>
                  <a:pt x="9681546" y="434083"/>
                </a:lnTo>
                <a:cubicBezTo>
                  <a:pt x="9681873" y="434083"/>
                  <a:pt x="9682334" y="434543"/>
                  <a:pt x="9682334" y="434543"/>
                </a:cubicBezTo>
                <a:lnTo>
                  <a:pt x="9686866" y="442424"/>
                </a:lnTo>
                <a:cubicBezTo>
                  <a:pt x="9686997" y="442687"/>
                  <a:pt x="9686866" y="443278"/>
                  <a:pt x="9686866" y="443278"/>
                </a:cubicBezTo>
                <a:lnTo>
                  <a:pt x="9682334" y="451161"/>
                </a:lnTo>
                <a:cubicBezTo>
                  <a:pt x="9682137" y="451423"/>
                  <a:pt x="9681546" y="451620"/>
                  <a:pt x="9681546" y="451620"/>
                </a:cubicBezTo>
                <a:lnTo>
                  <a:pt x="9672482" y="451620"/>
                </a:lnTo>
                <a:cubicBezTo>
                  <a:pt x="9672153" y="451620"/>
                  <a:pt x="9671694" y="451161"/>
                  <a:pt x="9671694" y="451161"/>
                </a:cubicBezTo>
                <a:lnTo>
                  <a:pt x="9667161" y="443278"/>
                </a:lnTo>
                <a:cubicBezTo>
                  <a:pt x="9667031" y="443015"/>
                  <a:pt x="9667161" y="442424"/>
                  <a:pt x="9667161" y="442424"/>
                </a:cubicBezTo>
                <a:lnTo>
                  <a:pt x="9671694" y="434543"/>
                </a:lnTo>
                <a:cubicBezTo>
                  <a:pt x="9671891" y="434280"/>
                  <a:pt x="9672482" y="434083"/>
                  <a:pt x="9672482" y="434083"/>
                </a:cubicBezTo>
                <a:close/>
                <a:moveTo>
                  <a:pt x="3567154" y="434083"/>
                </a:moveTo>
                <a:lnTo>
                  <a:pt x="3576218" y="434083"/>
                </a:lnTo>
                <a:cubicBezTo>
                  <a:pt x="3576547" y="434083"/>
                  <a:pt x="3577005" y="434543"/>
                  <a:pt x="3577005" y="434543"/>
                </a:cubicBezTo>
                <a:lnTo>
                  <a:pt x="3577058" y="434636"/>
                </a:lnTo>
                <a:lnTo>
                  <a:pt x="3577088" y="434653"/>
                </a:lnTo>
                <a:lnTo>
                  <a:pt x="3581619" y="442534"/>
                </a:lnTo>
                <a:cubicBezTo>
                  <a:pt x="3581750" y="442796"/>
                  <a:pt x="3581619" y="443388"/>
                  <a:pt x="3581619" y="443388"/>
                </a:cubicBezTo>
                <a:lnTo>
                  <a:pt x="3577088" y="451269"/>
                </a:lnTo>
                <a:cubicBezTo>
                  <a:pt x="3576891" y="451533"/>
                  <a:pt x="3576300" y="451730"/>
                  <a:pt x="3576300" y="451730"/>
                </a:cubicBezTo>
                <a:lnTo>
                  <a:pt x="3567234" y="451730"/>
                </a:lnTo>
                <a:cubicBezTo>
                  <a:pt x="3566905" y="451730"/>
                  <a:pt x="3566446" y="451269"/>
                  <a:pt x="3566446" y="451269"/>
                </a:cubicBezTo>
                <a:lnTo>
                  <a:pt x="3566393" y="451176"/>
                </a:lnTo>
                <a:lnTo>
                  <a:pt x="3566365" y="451160"/>
                </a:lnTo>
                <a:lnTo>
                  <a:pt x="3561832" y="443278"/>
                </a:lnTo>
                <a:cubicBezTo>
                  <a:pt x="3561700" y="443016"/>
                  <a:pt x="3561832" y="442424"/>
                  <a:pt x="3561832" y="442424"/>
                </a:cubicBezTo>
                <a:lnTo>
                  <a:pt x="3566365" y="434543"/>
                </a:lnTo>
                <a:cubicBezTo>
                  <a:pt x="3566562" y="434280"/>
                  <a:pt x="3567154" y="434083"/>
                  <a:pt x="3567154" y="434083"/>
                </a:cubicBezTo>
                <a:close/>
                <a:moveTo>
                  <a:pt x="3312633" y="434083"/>
                </a:moveTo>
                <a:lnTo>
                  <a:pt x="3321697" y="434083"/>
                </a:lnTo>
                <a:lnTo>
                  <a:pt x="3322313" y="434443"/>
                </a:lnTo>
                <a:lnTo>
                  <a:pt x="3322637" y="434632"/>
                </a:lnTo>
                <a:lnTo>
                  <a:pt x="3327168" y="442512"/>
                </a:lnTo>
                <a:cubicBezTo>
                  <a:pt x="3327300" y="442776"/>
                  <a:pt x="3327168" y="443366"/>
                  <a:pt x="3327168" y="443366"/>
                </a:cubicBezTo>
                <a:lnTo>
                  <a:pt x="3322637" y="451248"/>
                </a:lnTo>
                <a:cubicBezTo>
                  <a:pt x="3322439" y="451511"/>
                  <a:pt x="3321848" y="451709"/>
                  <a:pt x="3321848" y="451709"/>
                </a:cubicBezTo>
                <a:lnTo>
                  <a:pt x="3312784" y="451709"/>
                </a:lnTo>
                <a:cubicBezTo>
                  <a:pt x="3312457" y="451709"/>
                  <a:pt x="3311996" y="451248"/>
                  <a:pt x="3311996" y="451248"/>
                </a:cubicBezTo>
                <a:lnTo>
                  <a:pt x="3311846" y="451160"/>
                </a:lnTo>
                <a:lnTo>
                  <a:pt x="3307312" y="443278"/>
                </a:lnTo>
                <a:cubicBezTo>
                  <a:pt x="3307181" y="443016"/>
                  <a:pt x="3307312" y="442424"/>
                  <a:pt x="3307312" y="442424"/>
                </a:cubicBezTo>
                <a:lnTo>
                  <a:pt x="3311846" y="434543"/>
                </a:lnTo>
                <a:cubicBezTo>
                  <a:pt x="3312041" y="434280"/>
                  <a:pt x="3312633" y="434083"/>
                  <a:pt x="3312633" y="434083"/>
                </a:cubicBezTo>
                <a:close/>
                <a:moveTo>
                  <a:pt x="3058256" y="434083"/>
                </a:moveTo>
                <a:lnTo>
                  <a:pt x="3067320" y="434083"/>
                </a:lnTo>
                <a:cubicBezTo>
                  <a:pt x="3067649" y="434083"/>
                  <a:pt x="3068108" y="434543"/>
                  <a:pt x="3068108" y="434543"/>
                </a:cubicBezTo>
                <a:lnTo>
                  <a:pt x="3072640" y="442424"/>
                </a:lnTo>
                <a:cubicBezTo>
                  <a:pt x="3072772" y="442687"/>
                  <a:pt x="3072640" y="443278"/>
                  <a:pt x="3072640" y="443278"/>
                </a:cubicBezTo>
                <a:lnTo>
                  <a:pt x="3072627" y="443301"/>
                </a:lnTo>
                <a:lnTo>
                  <a:pt x="3072627" y="443303"/>
                </a:lnTo>
                <a:lnTo>
                  <a:pt x="3068097" y="451185"/>
                </a:lnTo>
                <a:cubicBezTo>
                  <a:pt x="3067898" y="451448"/>
                  <a:pt x="3067307" y="451645"/>
                  <a:pt x="3067307" y="451645"/>
                </a:cubicBezTo>
                <a:lnTo>
                  <a:pt x="3058243" y="451645"/>
                </a:lnTo>
                <a:cubicBezTo>
                  <a:pt x="3057914" y="451645"/>
                  <a:pt x="3057454" y="451185"/>
                  <a:pt x="3057454" y="451185"/>
                </a:cubicBezTo>
                <a:lnTo>
                  <a:pt x="3052923" y="443303"/>
                </a:lnTo>
                <a:cubicBezTo>
                  <a:pt x="3052791" y="443041"/>
                  <a:pt x="3052923" y="442449"/>
                  <a:pt x="3052923" y="442449"/>
                </a:cubicBezTo>
                <a:lnTo>
                  <a:pt x="3052935" y="442428"/>
                </a:lnTo>
                <a:lnTo>
                  <a:pt x="3052935" y="442424"/>
                </a:lnTo>
                <a:lnTo>
                  <a:pt x="3057467" y="434543"/>
                </a:lnTo>
                <a:cubicBezTo>
                  <a:pt x="3057666" y="434280"/>
                  <a:pt x="3058256" y="434083"/>
                  <a:pt x="3058256" y="434083"/>
                </a:cubicBezTo>
                <a:close/>
                <a:moveTo>
                  <a:pt x="2803911" y="434083"/>
                </a:moveTo>
                <a:lnTo>
                  <a:pt x="2812976" y="434083"/>
                </a:lnTo>
                <a:cubicBezTo>
                  <a:pt x="2813305" y="434083"/>
                  <a:pt x="2813763" y="434543"/>
                  <a:pt x="2813763" y="434543"/>
                </a:cubicBezTo>
                <a:lnTo>
                  <a:pt x="2818296" y="442424"/>
                </a:lnTo>
                <a:cubicBezTo>
                  <a:pt x="2818427" y="442687"/>
                  <a:pt x="2818296" y="443278"/>
                  <a:pt x="2818296" y="443278"/>
                </a:cubicBezTo>
                <a:lnTo>
                  <a:pt x="2818286" y="443295"/>
                </a:lnTo>
                <a:lnTo>
                  <a:pt x="2818286" y="443355"/>
                </a:lnTo>
                <a:lnTo>
                  <a:pt x="2813754" y="451236"/>
                </a:lnTo>
                <a:cubicBezTo>
                  <a:pt x="2813557" y="451499"/>
                  <a:pt x="2812966" y="451697"/>
                  <a:pt x="2812966" y="451697"/>
                </a:cubicBezTo>
                <a:lnTo>
                  <a:pt x="2803903" y="451697"/>
                </a:lnTo>
                <a:cubicBezTo>
                  <a:pt x="2803573" y="451697"/>
                  <a:pt x="2803112" y="451236"/>
                  <a:pt x="2803112" y="451236"/>
                </a:cubicBezTo>
                <a:lnTo>
                  <a:pt x="2798580" y="443355"/>
                </a:lnTo>
                <a:cubicBezTo>
                  <a:pt x="2798449" y="443092"/>
                  <a:pt x="2798580" y="442500"/>
                  <a:pt x="2798580" y="442500"/>
                </a:cubicBezTo>
                <a:lnTo>
                  <a:pt x="2798590" y="442482"/>
                </a:lnTo>
                <a:lnTo>
                  <a:pt x="2798590" y="442424"/>
                </a:lnTo>
                <a:lnTo>
                  <a:pt x="2803121" y="434543"/>
                </a:lnTo>
                <a:cubicBezTo>
                  <a:pt x="2803320" y="434280"/>
                  <a:pt x="2803911" y="434083"/>
                  <a:pt x="2803911" y="434083"/>
                </a:cubicBezTo>
                <a:close/>
                <a:moveTo>
                  <a:pt x="2549542" y="434083"/>
                </a:moveTo>
                <a:lnTo>
                  <a:pt x="2558607" y="434083"/>
                </a:lnTo>
                <a:cubicBezTo>
                  <a:pt x="2558937" y="434083"/>
                  <a:pt x="2559396" y="434543"/>
                  <a:pt x="2559396" y="434543"/>
                </a:cubicBezTo>
                <a:lnTo>
                  <a:pt x="2563929" y="442424"/>
                </a:lnTo>
                <a:cubicBezTo>
                  <a:pt x="2564059" y="442687"/>
                  <a:pt x="2563929" y="443278"/>
                  <a:pt x="2563929" y="443278"/>
                </a:cubicBezTo>
                <a:lnTo>
                  <a:pt x="2559396" y="451160"/>
                </a:lnTo>
                <a:cubicBezTo>
                  <a:pt x="2559198" y="451423"/>
                  <a:pt x="2558607" y="451620"/>
                  <a:pt x="2558607" y="451620"/>
                </a:cubicBezTo>
                <a:lnTo>
                  <a:pt x="2558510" y="451620"/>
                </a:lnTo>
                <a:lnTo>
                  <a:pt x="2558470" y="451643"/>
                </a:lnTo>
                <a:lnTo>
                  <a:pt x="2549404" y="451643"/>
                </a:lnTo>
                <a:cubicBezTo>
                  <a:pt x="2549076" y="451643"/>
                  <a:pt x="2548615" y="451183"/>
                  <a:pt x="2548615" y="451183"/>
                </a:cubicBezTo>
                <a:lnTo>
                  <a:pt x="2544084" y="443301"/>
                </a:lnTo>
                <a:cubicBezTo>
                  <a:pt x="2543953" y="443038"/>
                  <a:pt x="2544084" y="442447"/>
                  <a:pt x="2544084" y="442447"/>
                </a:cubicBezTo>
                <a:lnTo>
                  <a:pt x="2548615" y="434566"/>
                </a:lnTo>
                <a:cubicBezTo>
                  <a:pt x="2548813" y="434303"/>
                  <a:pt x="2549404" y="434106"/>
                  <a:pt x="2549404" y="434106"/>
                </a:cubicBezTo>
                <a:lnTo>
                  <a:pt x="2549503" y="434106"/>
                </a:lnTo>
                <a:close/>
                <a:moveTo>
                  <a:pt x="2294964" y="434083"/>
                </a:moveTo>
                <a:lnTo>
                  <a:pt x="2304028" y="434083"/>
                </a:lnTo>
                <a:lnTo>
                  <a:pt x="2304159" y="434159"/>
                </a:lnTo>
                <a:lnTo>
                  <a:pt x="2304179" y="434159"/>
                </a:lnTo>
                <a:cubicBezTo>
                  <a:pt x="2304507" y="434159"/>
                  <a:pt x="2304968" y="434618"/>
                  <a:pt x="2304968" y="434618"/>
                </a:cubicBezTo>
                <a:lnTo>
                  <a:pt x="2309499" y="442500"/>
                </a:lnTo>
                <a:cubicBezTo>
                  <a:pt x="2309630" y="442762"/>
                  <a:pt x="2309499" y="443354"/>
                  <a:pt x="2309499" y="443354"/>
                </a:cubicBezTo>
                <a:lnTo>
                  <a:pt x="2304968" y="451236"/>
                </a:lnTo>
                <a:cubicBezTo>
                  <a:pt x="2304770" y="451498"/>
                  <a:pt x="2304179" y="451695"/>
                  <a:pt x="2304179" y="451695"/>
                </a:cubicBezTo>
                <a:lnTo>
                  <a:pt x="2295114" y="451695"/>
                </a:lnTo>
                <a:lnTo>
                  <a:pt x="2294985" y="451620"/>
                </a:lnTo>
                <a:lnTo>
                  <a:pt x="2294964" y="451620"/>
                </a:lnTo>
                <a:cubicBezTo>
                  <a:pt x="2294636" y="451620"/>
                  <a:pt x="2294175" y="451160"/>
                  <a:pt x="2294175" y="451160"/>
                </a:cubicBezTo>
                <a:lnTo>
                  <a:pt x="2289644" y="443278"/>
                </a:lnTo>
                <a:cubicBezTo>
                  <a:pt x="2289512" y="443016"/>
                  <a:pt x="2289644" y="442424"/>
                  <a:pt x="2289644" y="442424"/>
                </a:cubicBezTo>
                <a:lnTo>
                  <a:pt x="2294175" y="434543"/>
                </a:lnTo>
                <a:cubicBezTo>
                  <a:pt x="2294373" y="434280"/>
                  <a:pt x="2294964" y="434083"/>
                  <a:pt x="2294964" y="434083"/>
                </a:cubicBezTo>
                <a:close/>
                <a:moveTo>
                  <a:pt x="2040739" y="434083"/>
                </a:moveTo>
                <a:lnTo>
                  <a:pt x="2049804" y="434083"/>
                </a:lnTo>
                <a:cubicBezTo>
                  <a:pt x="2050132" y="434083"/>
                  <a:pt x="2050592" y="434543"/>
                  <a:pt x="2050592" y="434543"/>
                </a:cubicBezTo>
                <a:lnTo>
                  <a:pt x="2050633" y="434614"/>
                </a:lnTo>
                <a:lnTo>
                  <a:pt x="2050660" y="434630"/>
                </a:lnTo>
                <a:lnTo>
                  <a:pt x="2055191" y="442511"/>
                </a:lnTo>
                <a:cubicBezTo>
                  <a:pt x="2055323" y="442775"/>
                  <a:pt x="2055191" y="443366"/>
                  <a:pt x="2055191" y="443366"/>
                </a:cubicBezTo>
                <a:lnTo>
                  <a:pt x="2050660" y="451248"/>
                </a:lnTo>
                <a:cubicBezTo>
                  <a:pt x="2050463" y="451511"/>
                  <a:pt x="2049872" y="451707"/>
                  <a:pt x="2049872" y="451707"/>
                </a:cubicBezTo>
                <a:lnTo>
                  <a:pt x="2040805" y="451707"/>
                </a:lnTo>
                <a:lnTo>
                  <a:pt x="2040706" y="451649"/>
                </a:lnTo>
                <a:lnTo>
                  <a:pt x="2040647" y="451649"/>
                </a:lnTo>
                <a:cubicBezTo>
                  <a:pt x="2040316" y="451649"/>
                  <a:pt x="2039859" y="451189"/>
                  <a:pt x="2039859" y="451189"/>
                </a:cubicBezTo>
                <a:lnTo>
                  <a:pt x="2035323" y="443306"/>
                </a:lnTo>
                <a:cubicBezTo>
                  <a:pt x="2035192" y="443045"/>
                  <a:pt x="2035323" y="442453"/>
                  <a:pt x="2035323" y="442453"/>
                </a:cubicBezTo>
                <a:lnTo>
                  <a:pt x="2039859" y="434571"/>
                </a:lnTo>
                <a:cubicBezTo>
                  <a:pt x="2040056" y="434309"/>
                  <a:pt x="2040647" y="434112"/>
                  <a:pt x="2040647" y="434112"/>
                </a:cubicBezTo>
                <a:lnTo>
                  <a:pt x="2040690" y="434112"/>
                </a:lnTo>
                <a:close/>
                <a:moveTo>
                  <a:pt x="1786122" y="434083"/>
                </a:moveTo>
                <a:lnTo>
                  <a:pt x="1795187" y="434083"/>
                </a:lnTo>
                <a:lnTo>
                  <a:pt x="1795266" y="434129"/>
                </a:lnTo>
                <a:lnTo>
                  <a:pt x="1795434" y="434129"/>
                </a:lnTo>
                <a:cubicBezTo>
                  <a:pt x="1795762" y="434129"/>
                  <a:pt x="1796222" y="434588"/>
                  <a:pt x="1796222" y="434588"/>
                </a:cubicBezTo>
                <a:lnTo>
                  <a:pt x="1800754" y="442469"/>
                </a:lnTo>
                <a:cubicBezTo>
                  <a:pt x="1800886" y="442732"/>
                  <a:pt x="1800754" y="443323"/>
                  <a:pt x="1800754" y="443323"/>
                </a:cubicBezTo>
                <a:lnTo>
                  <a:pt x="1796222" y="451205"/>
                </a:lnTo>
                <a:cubicBezTo>
                  <a:pt x="1796026" y="451468"/>
                  <a:pt x="1795434" y="451665"/>
                  <a:pt x="1795434" y="451665"/>
                </a:cubicBezTo>
                <a:lnTo>
                  <a:pt x="1795395" y="451665"/>
                </a:lnTo>
                <a:lnTo>
                  <a:pt x="1795352" y="451691"/>
                </a:lnTo>
                <a:lnTo>
                  <a:pt x="1786287" y="451691"/>
                </a:lnTo>
                <a:lnTo>
                  <a:pt x="1786166" y="451620"/>
                </a:lnTo>
                <a:lnTo>
                  <a:pt x="1786122" y="451620"/>
                </a:lnTo>
                <a:cubicBezTo>
                  <a:pt x="1785795" y="451620"/>
                  <a:pt x="1785334" y="451160"/>
                  <a:pt x="1785334" y="451160"/>
                </a:cubicBezTo>
                <a:lnTo>
                  <a:pt x="1780802" y="443278"/>
                </a:lnTo>
                <a:cubicBezTo>
                  <a:pt x="1780671" y="443016"/>
                  <a:pt x="1780802" y="442424"/>
                  <a:pt x="1780802" y="442424"/>
                </a:cubicBezTo>
                <a:lnTo>
                  <a:pt x="1785334" y="434543"/>
                </a:lnTo>
                <a:cubicBezTo>
                  <a:pt x="1785531" y="434280"/>
                  <a:pt x="1786122" y="434083"/>
                  <a:pt x="1786122" y="434083"/>
                </a:cubicBezTo>
                <a:close/>
                <a:moveTo>
                  <a:pt x="1531806" y="434083"/>
                </a:moveTo>
                <a:lnTo>
                  <a:pt x="1540869" y="434083"/>
                </a:lnTo>
                <a:cubicBezTo>
                  <a:pt x="1541197" y="434083"/>
                  <a:pt x="1541658" y="434543"/>
                  <a:pt x="1541658" y="434543"/>
                </a:cubicBezTo>
                <a:lnTo>
                  <a:pt x="1546189" y="442424"/>
                </a:lnTo>
                <a:cubicBezTo>
                  <a:pt x="1546321" y="442687"/>
                  <a:pt x="1546189" y="443278"/>
                  <a:pt x="1546189" y="443278"/>
                </a:cubicBezTo>
                <a:lnTo>
                  <a:pt x="1541658" y="451160"/>
                </a:lnTo>
                <a:cubicBezTo>
                  <a:pt x="1541460" y="451423"/>
                  <a:pt x="1540869" y="451620"/>
                  <a:pt x="1540869" y="451620"/>
                </a:cubicBezTo>
                <a:lnTo>
                  <a:pt x="1531806" y="451620"/>
                </a:lnTo>
                <a:cubicBezTo>
                  <a:pt x="1531477" y="451620"/>
                  <a:pt x="1531018" y="451160"/>
                  <a:pt x="1531018" y="451160"/>
                </a:cubicBezTo>
                <a:lnTo>
                  <a:pt x="1526484" y="443278"/>
                </a:lnTo>
                <a:cubicBezTo>
                  <a:pt x="1526354" y="443016"/>
                  <a:pt x="1526484" y="442424"/>
                  <a:pt x="1526484" y="442424"/>
                </a:cubicBezTo>
                <a:lnTo>
                  <a:pt x="1531018" y="434543"/>
                </a:lnTo>
                <a:cubicBezTo>
                  <a:pt x="1531215" y="434280"/>
                  <a:pt x="1531806" y="434083"/>
                  <a:pt x="1531806" y="434083"/>
                </a:cubicBezTo>
                <a:close/>
                <a:moveTo>
                  <a:pt x="1277405" y="434083"/>
                </a:moveTo>
                <a:lnTo>
                  <a:pt x="1286469" y="434083"/>
                </a:lnTo>
                <a:cubicBezTo>
                  <a:pt x="1286798" y="434083"/>
                  <a:pt x="1287258" y="434543"/>
                  <a:pt x="1287258" y="434543"/>
                </a:cubicBezTo>
                <a:lnTo>
                  <a:pt x="1291789" y="442424"/>
                </a:lnTo>
                <a:cubicBezTo>
                  <a:pt x="1291921" y="442687"/>
                  <a:pt x="1291789" y="443278"/>
                  <a:pt x="1291789" y="443278"/>
                </a:cubicBezTo>
                <a:lnTo>
                  <a:pt x="1287258" y="451160"/>
                </a:lnTo>
                <a:cubicBezTo>
                  <a:pt x="1287061" y="451423"/>
                  <a:pt x="1286469" y="451620"/>
                  <a:pt x="1286469" y="451620"/>
                </a:cubicBezTo>
                <a:lnTo>
                  <a:pt x="1277405" y="451620"/>
                </a:lnTo>
                <a:cubicBezTo>
                  <a:pt x="1277077" y="451620"/>
                  <a:pt x="1276617" y="451160"/>
                  <a:pt x="1276617" y="451160"/>
                </a:cubicBezTo>
                <a:lnTo>
                  <a:pt x="1272086" y="443278"/>
                </a:lnTo>
                <a:cubicBezTo>
                  <a:pt x="1271954" y="443016"/>
                  <a:pt x="1272086" y="442424"/>
                  <a:pt x="1272086" y="442424"/>
                </a:cubicBezTo>
                <a:lnTo>
                  <a:pt x="1276617" y="434543"/>
                </a:lnTo>
                <a:cubicBezTo>
                  <a:pt x="1276814" y="434280"/>
                  <a:pt x="1277405" y="434083"/>
                  <a:pt x="1277405" y="434083"/>
                </a:cubicBezTo>
                <a:close/>
                <a:moveTo>
                  <a:pt x="1023130" y="434083"/>
                </a:moveTo>
                <a:lnTo>
                  <a:pt x="1032193" y="434083"/>
                </a:lnTo>
                <a:cubicBezTo>
                  <a:pt x="1032522" y="434083"/>
                  <a:pt x="1032980" y="434543"/>
                  <a:pt x="1032980" y="434543"/>
                </a:cubicBezTo>
                <a:lnTo>
                  <a:pt x="1037513" y="442424"/>
                </a:lnTo>
                <a:cubicBezTo>
                  <a:pt x="1037644" y="442687"/>
                  <a:pt x="1037513" y="443278"/>
                  <a:pt x="1037513" y="443278"/>
                </a:cubicBezTo>
                <a:lnTo>
                  <a:pt x="1032980" y="451160"/>
                </a:lnTo>
                <a:cubicBezTo>
                  <a:pt x="1032784" y="451423"/>
                  <a:pt x="1032193" y="451620"/>
                  <a:pt x="1032193" y="451620"/>
                </a:cubicBezTo>
                <a:lnTo>
                  <a:pt x="1023130" y="451620"/>
                </a:lnTo>
                <a:cubicBezTo>
                  <a:pt x="1022801" y="451620"/>
                  <a:pt x="1022342" y="451160"/>
                  <a:pt x="1022342" y="451160"/>
                </a:cubicBezTo>
                <a:lnTo>
                  <a:pt x="1017807" y="443278"/>
                </a:lnTo>
                <a:cubicBezTo>
                  <a:pt x="1017677" y="443016"/>
                  <a:pt x="1017807" y="442424"/>
                  <a:pt x="1017807" y="442424"/>
                </a:cubicBezTo>
                <a:lnTo>
                  <a:pt x="1022342" y="434543"/>
                </a:lnTo>
                <a:cubicBezTo>
                  <a:pt x="1022537" y="434280"/>
                  <a:pt x="1023130" y="434083"/>
                  <a:pt x="1023130" y="434083"/>
                </a:cubicBezTo>
                <a:close/>
                <a:moveTo>
                  <a:pt x="768643" y="434083"/>
                </a:moveTo>
                <a:lnTo>
                  <a:pt x="777706" y="434083"/>
                </a:lnTo>
                <a:cubicBezTo>
                  <a:pt x="778034" y="434083"/>
                  <a:pt x="778494" y="434543"/>
                  <a:pt x="778494" y="434543"/>
                </a:cubicBezTo>
                <a:lnTo>
                  <a:pt x="783027" y="442424"/>
                </a:lnTo>
                <a:cubicBezTo>
                  <a:pt x="783158" y="442687"/>
                  <a:pt x="783027" y="443278"/>
                  <a:pt x="783027" y="443278"/>
                </a:cubicBezTo>
                <a:lnTo>
                  <a:pt x="778494" y="451160"/>
                </a:lnTo>
                <a:cubicBezTo>
                  <a:pt x="778297" y="451423"/>
                  <a:pt x="777706" y="451620"/>
                  <a:pt x="777706" y="451620"/>
                </a:cubicBezTo>
                <a:lnTo>
                  <a:pt x="768643" y="451620"/>
                </a:lnTo>
                <a:cubicBezTo>
                  <a:pt x="768315" y="451620"/>
                  <a:pt x="767855" y="451160"/>
                  <a:pt x="767855" y="451160"/>
                </a:cubicBezTo>
                <a:lnTo>
                  <a:pt x="763322" y="443278"/>
                </a:lnTo>
                <a:cubicBezTo>
                  <a:pt x="763191" y="443016"/>
                  <a:pt x="763322" y="442424"/>
                  <a:pt x="763322" y="442424"/>
                </a:cubicBezTo>
                <a:lnTo>
                  <a:pt x="767855" y="434543"/>
                </a:lnTo>
                <a:cubicBezTo>
                  <a:pt x="768052" y="434280"/>
                  <a:pt x="768643" y="434083"/>
                  <a:pt x="768643" y="434083"/>
                </a:cubicBezTo>
                <a:close/>
                <a:moveTo>
                  <a:pt x="514281" y="434083"/>
                </a:moveTo>
                <a:lnTo>
                  <a:pt x="523345" y="434083"/>
                </a:lnTo>
                <a:cubicBezTo>
                  <a:pt x="523673" y="434083"/>
                  <a:pt x="524133" y="434543"/>
                  <a:pt x="524133" y="434543"/>
                </a:cubicBezTo>
                <a:lnTo>
                  <a:pt x="528665" y="442424"/>
                </a:lnTo>
                <a:cubicBezTo>
                  <a:pt x="528796" y="442687"/>
                  <a:pt x="528665" y="443278"/>
                  <a:pt x="528665" y="443278"/>
                </a:cubicBezTo>
                <a:lnTo>
                  <a:pt x="524133" y="451160"/>
                </a:lnTo>
                <a:cubicBezTo>
                  <a:pt x="523936" y="451423"/>
                  <a:pt x="523345" y="451620"/>
                  <a:pt x="523345" y="451620"/>
                </a:cubicBezTo>
                <a:lnTo>
                  <a:pt x="514281" y="451620"/>
                </a:lnTo>
                <a:cubicBezTo>
                  <a:pt x="513952" y="451620"/>
                  <a:pt x="513493" y="451160"/>
                  <a:pt x="513493" y="451160"/>
                </a:cubicBezTo>
                <a:lnTo>
                  <a:pt x="508960" y="443278"/>
                </a:lnTo>
                <a:cubicBezTo>
                  <a:pt x="508829" y="443016"/>
                  <a:pt x="508960" y="442424"/>
                  <a:pt x="508960" y="442424"/>
                </a:cubicBezTo>
                <a:lnTo>
                  <a:pt x="513493" y="434543"/>
                </a:lnTo>
                <a:cubicBezTo>
                  <a:pt x="513690" y="434280"/>
                  <a:pt x="514281" y="434083"/>
                  <a:pt x="514281" y="434083"/>
                </a:cubicBezTo>
                <a:close/>
                <a:moveTo>
                  <a:pt x="259829" y="434083"/>
                </a:moveTo>
                <a:lnTo>
                  <a:pt x="268893" y="434083"/>
                </a:lnTo>
                <a:lnTo>
                  <a:pt x="269044" y="434171"/>
                </a:lnTo>
                <a:lnTo>
                  <a:pt x="269046" y="434171"/>
                </a:lnTo>
                <a:lnTo>
                  <a:pt x="269047" y="434171"/>
                </a:lnTo>
                <a:cubicBezTo>
                  <a:pt x="269375" y="434171"/>
                  <a:pt x="269835" y="434632"/>
                  <a:pt x="269835" y="434632"/>
                </a:cubicBezTo>
                <a:lnTo>
                  <a:pt x="274367" y="442512"/>
                </a:lnTo>
                <a:cubicBezTo>
                  <a:pt x="274498" y="442775"/>
                  <a:pt x="274367" y="443366"/>
                  <a:pt x="274367" y="443366"/>
                </a:cubicBezTo>
                <a:lnTo>
                  <a:pt x="269835" y="451248"/>
                </a:lnTo>
                <a:cubicBezTo>
                  <a:pt x="269638" y="451511"/>
                  <a:pt x="269047" y="451709"/>
                  <a:pt x="269047" y="451709"/>
                </a:cubicBezTo>
                <a:lnTo>
                  <a:pt x="259983" y="451709"/>
                </a:lnTo>
                <a:lnTo>
                  <a:pt x="259982" y="451707"/>
                </a:lnTo>
                <a:lnTo>
                  <a:pt x="259833" y="451620"/>
                </a:lnTo>
                <a:lnTo>
                  <a:pt x="259829" y="451620"/>
                </a:lnTo>
                <a:cubicBezTo>
                  <a:pt x="259500" y="451620"/>
                  <a:pt x="259040" y="451160"/>
                  <a:pt x="259040" y="451160"/>
                </a:cubicBezTo>
                <a:lnTo>
                  <a:pt x="254508" y="443278"/>
                </a:lnTo>
                <a:cubicBezTo>
                  <a:pt x="254377" y="443016"/>
                  <a:pt x="254508" y="442424"/>
                  <a:pt x="254508" y="442424"/>
                </a:cubicBezTo>
                <a:lnTo>
                  <a:pt x="259040" y="434543"/>
                </a:lnTo>
                <a:cubicBezTo>
                  <a:pt x="259237" y="434280"/>
                  <a:pt x="259829" y="434083"/>
                  <a:pt x="259829" y="434083"/>
                </a:cubicBezTo>
                <a:close/>
                <a:moveTo>
                  <a:pt x="5532" y="434083"/>
                </a:moveTo>
                <a:lnTo>
                  <a:pt x="14596" y="434083"/>
                </a:lnTo>
                <a:cubicBezTo>
                  <a:pt x="14924" y="434083"/>
                  <a:pt x="15384" y="434543"/>
                  <a:pt x="15384" y="434543"/>
                </a:cubicBezTo>
                <a:lnTo>
                  <a:pt x="15423" y="434611"/>
                </a:lnTo>
                <a:lnTo>
                  <a:pt x="15456" y="434630"/>
                </a:lnTo>
                <a:lnTo>
                  <a:pt x="19988" y="442511"/>
                </a:lnTo>
                <a:cubicBezTo>
                  <a:pt x="20120" y="442775"/>
                  <a:pt x="19988" y="443366"/>
                  <a:pt x="19988" y="443366"/>
                </a:cubicBezTo>
                <a:lnTo>
                  <a:pt x="15456" y="451248"/>
                </a:lnTo>
                <a:cubicBezTo>
                  <a:pt x="15259" y="451511"/>
                  <a:pt x="14668" y="451707"/>
                  <a:pt x="14668" y="451707"/>
                </a:cubicBezTo>
                <a:lnTo>
                  <a:pt x="5605" y="451707"/>
                </a:lnTo>
                <a:lnTo>
                  <a:pt x="5475" y="451632"/>
                </a:lnTo>
                <a:lnTo>
                  <a:pt x="5380" y="451632"/>
                </a:lnTo>
                <a:cubicBezTo>
                  <a:pt x="5052" y="451632"/>
                  <a:pt x="4592" y="451173"/>
                  <a:pt x="4592" y="451173"/>
                </a:cubicBezTo>
                <a:lnTo>
                  <a:pt x="59" y="443289"/>
                </a:lnTo>
                <a:cubicBezTo>
                  <a:pt x="-72" y="443026"/>
                  <a:pt x="59" y="442435"/>
                  <a:pt x="59" y="442435"/>
                </a:cubicBezTo>
                <a:lnTo>
                  <a:pt x="4592" y="434555"/>
                </a:lnTo>
                <a:cubicBezTo>
                  <a:pt x="4789" y="434291"/>
                  <a:pt x="5380" y="434094"/>
                  <a:pt x="5380" y="434094"/>
                </a:cubicBezTo>
                <a:lnTo>
                  <a:pt x="5513" y="434094"/>
                </a:lnTo>
                <a:close/>
                <a:moveTo>
                  <a:pt x="8654892" y="217187"/>
                </a:moveTo>
                <a:lnTo>
                  <a:pt x="8663955" y="217187"/>
                </a:lnTo>
                <a:cubicBezTo>
                  <a:pt x="8664285" y="217187"/>
                  <a:pt x="8664744" y="217647"/>
                  <a:pt x="8664744" y="217647"/>
                </a:cubicBezTo>
                <a:lnTo>
                  <a:pt x="8669277" y="225528"/>
                </a:lnTo>
                <a:cubicBezTo>
                  <a:pt x="8669408" y="225791"/>
                  <a:pt x="8669277" y="226382"/>
                  <a:pt x="8669277" y="226382"/>
                </a:cubicBezTo>
                <a:lnTo>
                  <a:pt x="8664744" y="234265"/>
                </a:lnTo>
                <a:cubicBezTo>
                  <a:pt x="8664548" y="234527"/>
                  <a:pt x="8663955" y="234724"/>
                  <a:pt x="8663955" y="234724"/>
                </a:cubicBezTo>
                <a:lnTo>
                  <a:pt x="8654892" y="234724"/>
                </a:lnTo>
                <a:cubicBezTo>
                  <a:pt x="8654565" y="234724"/>
                  <a:pt x="8654104" y="234265"/>
                  <a:pt x="8654104" y="234265"/>
                </a:cubicBezTo>
                <a:lnTo>
                  <a:pt x="8649572" y="226382"/>
                </a:lnTo>
                <a:cubicBezTo>
                  <a:pt x="8649441" y="226119"/>
                  <a:pt x="8649572" y="225528"/>
                  <a:pt x="8649572" y="225528"/>
                </a:cubicBezTo>
                <a:lnTo>
                  <a:pt x="8654104" y="217647"/>
                </a:lnTo>
                <a:cubicBezTo>
                  <a:pt x="8654301" y="217384"/>
                  <a:pt x="8654892" y="217187"/>
                  <a:pt x="8654892" y="217187"/>
                </a:cubicBezTo>
                <a:close/>
                <a:moveTo>
                  <a:pt x="5093300" y="217186"/>
                </a:moveTo>
                <a:lnTo>
                  <a:pt x="5102364" y="217186"/>
                </a:lnTo>
                <a:cubicBezTo>
                  <a:pt x="5102693" y="217186"/>
                  <a:pt x="5103153" y="217645"/>
                  <a:pt x="5103153" y="217645"/>
                </a:cubicBezTo>
                <a:lnTo>
                  <a:pt x="5107684" y="225526"/>
                </a:lnTo>
                <a:cubicBezTo>
                  <a:pt x="5107815" y="225789"/>
                  <a:pt x="5107684" y="226380"/>
                  <a:pt x="5107684" y="226380"/>
                </a:cubicBezTo>
                <a:lnTo>
                  <a:pt x="5103153" y="234262"/>
                </a:lnTo>
                <a:cubicBezTo>
                  <a:pt x="5102955" y="234525"/>
                  <a:pt x="5102364" y="234722"/>
                  <a:pt x="5102364" y="234722"/>
                </a:cubicBezTo>
                <a:lnTo>
                  <a:pt x="5093300" y="234722"/>
                </a:lnTo>
                <a:cubicBezTo>
                  <a:pt x="5092972" y="234722"/>
                  <a:pt x="5092512" y="234262"/>
                  <a:pt x="5092512" y="234262"/>
                </a:cubicBezTo>
                <a:lnTo>
                  <a:pt x="5087979" y="226380"/>
                </a:lnTo>
                <a:cubicBezTo>
                  <a:pt x="5087848" y="226117"/>
                  <a:pt x="5087979" y="225526"/>
                  <a:pt x="5087979" y="225526"/>
                </a:cubicBezTo>
                <a:lnTo>
                  <a:pt x="5092512" y="217645"/>
                </a:lnTo>
                <a:cubicBezTo>
                  <a:pt x="5092708" y="217382"/>
                  <a:pt x="5093300" y="217186"/>
                  <a:pt x="5093300" y="217186"/>
                </a:cubicBezTo>
                <a:close/>
                <a:moveTo>
                  <a:pt x="8400511" y="217184"/>
                </a:moveTo>
                <a:lnTo>
                  <a:pt x="8409575" y="217184"/>
                </a:lnTo>
                <a:cubicBezTo>
                  <a:pt x="8409904" y="217184"/>
                  <a:pt x="8410363" y="217643"/>
                  <a:pt x="8410363" y="217643"/>
                </a:cubicBezTo>
                <a:lnTo>
                  <a:pt x="8414896" y="225524"/>
                </a:lnTo>
                <a:cubicBezTo>
                  <a:pt x="8415027" y="225787"/>
                  <a:pt x="8414896" y="226378"/>
                  <a:pt x="8414896" y="226378"/>
                </a:cubicBezTo>
                <a:lnTo>
                  <a:pt x="8410363" y="234260"/>
                </a:lnTo>
                <a:cubicBezTo>
                  <a:pt x="8410166" y="234523"/>
                  <a:pt x="8409575" y="234721"/>
                  <a:pt x="8409575" y="234721"/>
                </a:cubicBezTo>
                <a:lnTo>
                  <a:pt x="8400511" y="234721"/>
                </a:lnTo>
                <a:cubicBezTo>
                  <a:pt x="8400184" y="234721"/>
                  <a:pt x="8399723" y="234260"/>
                  <a:pt x="8399723" y="234260"/>
                </a:cubicBezTo>
                <a:lnTo>
                  <a:pt x="8395191" y="226378"/>
                </a:lnTo>
                <a:cubicBezTo>
                  <a:pt x="8395060" y="226115"/>
                  <a:pt x="8395191" y="225524"/>
                  <a:pt x="8395191" y="225524"/>
                </a:cubicBezTo>
                <a:lnTo>
                  <a:pt x="8399723" y="217643"/>
                </a:lnTo>
                <a:cubicBezTo>
                  <a:pt x="8399920" y="217380"/>
                  <a:pt x="8400511" y="217184"/>
                  <a:pt x="8400511" y="217184"/>
                </a:cubicBezTo>
                <a:close/>
                <a:moveTo>
                  <a:pt x="6110888" y="217169"/>
                </a:moveTo>
                <a:lnTo>
                  <a:pt x="6119953" y="217169"/>
                </a:lnTo>
                <a:cubicBezTo>
                  <a:pt x="6120280" y="217169"/>
                  <a:pt x="6120740" y="217628"/>
                  <a:pt x="6120740" y="217628"/>
                </a:cubicBezTo>
                <a:lnTo>
                  <a:pt x="6125272" y="225509"/>
                </a:lnTo>
                <a:cubicBezTo>
                  <a:pt x="6125403" y="225771"/>
                  <a:pt x="6125272" y="226364"/>
                  <a:pt x="6125272" y="226364"/>
                </a:cubicBezTo>
                <a:lnTo>
                  <a:pt x="6120740" y="234246"/>
                </a:lnTo>
                <a:cubicBezTo>
                  <a:pt x="6120543" y="234509"/>
                  <a:pt x="6119953" y="234706"/>
                  <a:pt x="6119953" y="234706"/>
                </a:cubicBezTo>
                <a:lnTo>
                  <a:pt x="6110888" y="234706"/>
                </a:lnTo>
                <a:cubicBezTo>
                  <a:pt x="6110560" y="234706"/>
                  <a:pt x="6110101" y="234246"/>
                  <a:pt x="6110101" y="234246"/>
                </a:cubicBezTo>
                <a:lnTo>
                  <a:pt x="6105567" y="226364"/>
                </a:lnTo>
                <a:cubicBezTo>
                  <a:pt x="6105436" y="226101"/>
                  <a:pt x="6105567" y="225509"/>
                  <a:pt x="6105567" y="225509"/>
                </a:cubicBezTo>
                <a:lnTo>
                  <a:pt x="6110101" y="217628"/>
                </a:lnTo>
                <a:cubicBezTo>
                  <a:pt x="6110296" y="217366"/>
                  <a:pt x="6110888" y="217169"/>
                  <a:pt x="6110888" y="217169"/>
                </a:cubicBezTo>
                <a:close/>
                <a:moveTo>
                  <a:pt x="7891684" y="217163"/>
                </a:moveTo>
                <a:lnTo>
                  <a:pt x="7900748" y="217163"/>
                </a:lnTo>
                <a:cubicBezTo>
                  <a:pt x="7901076" y="217163"/>
                  <a:pt x="7901536" y="217624"/>
                  <a:pt x="7901536" y="217624"/>
                </a:cubicBezTo>
                <a:lnTo>
                  <a:pt x="7906067" y="225504"/>
                </a:lnTo>
                <a:cubicBezTo>
                  <a:pt x="7906199" y="225768"/>
                  <a:pt x="7906067" y="226358"/>
                  <a:pt x="7906067" y="226358"/>
                </a:cubicBezTo>
                <a:lnTo>
                  <a:pt x="7901536" y="234239"/>
                </a:lnTo>
                <a:cubicBezTo>
                  <a:pt x="7901339" y="234503"/>
                  <a:pt x="7900748" y="234700"/>
                  <a:pt x="7900748" y="234700"/>
                </a:cubicBezTo>
                <a:lnTo>
                  <a:pt x="7891684" y="234700"/>
                </a:lnTo>
                <a:cubicBezTo>
                  <a:pt x="7891355" y="234700"/>
                  <a:pt x="7890896" y="234239"/>
                  <a:pt x="7890896" y="234239"/>
                </a:cubicBezTo>
                <a:lnTo>
                  <a:pt x="7886363" y="226358"/>
                </a:lnTo>
                <a:cubicBezTo>
                  <a:pt x="7886233" y="226095"/>
                  <a:pt x="7886363" y="225504"/>
                  <a:pt x="7886363" y="225504"/>
                </a:cubicBezTo>
                <a:lnTo>
                  <a:pt x="7890896" y="217624"/>
                </a:lnTo>
                <a:cubicBezTo>
                  <a:pt x="7891093" y="217360"/>
                  <a:pt x="7891684" y="217163"/>
                  <a:pt x="7891684" y="217163"/>
                </a:cubicBezTo>
                <a:close/>
                <a:moveTo>
                  <a:pt x="4838919" y="217163"/>
                </a:moveTo>
                <a:lnTo>
                  <a:pt x="4847982" y="217163"/>
                </a:lnTo>
                <a:cubicBezTo>
                  <a:pt x="4848311" y="217163"/>
                  <a:pt x="4848772" y="217624"/>
                  <a:pt x="4848772" y="217624"/>
                </a:cubicBezTo>
                <a:lnTo>
                  <a:pt x="4853303" y="225504"/>
                </a:lnTo>
                <a:cubicBezTo>
                  <a:pt x="4853435" y="225768"/>
                  <a:pt x="4853303" y="226358"/>
                  <a:pt x="4853303" y="226358"/>
                </a:cubicBezTo>
                <a:lnTo>
                  <a:pt x="4848772" y="234239"/>
                </a:lnTo>
                <a:cubicBezTo>
                  <a:pt x="4848575" y="234504"/>
                  <a:pt x="4847982" y="234701"/>
                  <a:pt x="4847982" y="234701"/>
                </a:cubicBezTo>
                <a:lnTo>
                  <a:pt x="4838919" y="234701"/>
                </a:lnTo>
                <a:cubicBezTo>
                  <a:pt x="4838590" y="234701"/>
                  <a:pt x="4838132" y="234239"/>
                  <a:pt x="4838132" y="234239"/>
                </a:cubicBezTo>
                <a:lnTo>
                  <a:pt x="4833598" y="226358"/>
                </a:lnTo>
                <a:cubicBezTo>
                  <a:pt x="4833467" y="226095"/>
                  <a:pt x="4833598" y="225504"/>
                  <a:pt x="4833598" y="225504"/>
                </a:cubicBezTo>
                <a:lnTo>
                  <a:pt x="4838132" y="217624"/>
                </a:lnTo>
                <a:cubicBezTo>
                  <a:pt x="4838328" y="217360"/>
                  <a:pt x="4838919" y="217163"/>
                  <a:pt x="4838919" y="217163"/>
                </a:cubicBezTo>
                <a:close/>
                <a:moveTo>
                  <a:pt x="7637304" y="217162"/>
                </a:moveTo>
                <a:lnTo>
                  <a:pt x="7646367" y="217162"/>
                </a:lnTo>
                <a:cubicBezTo>
                  <a:pt x="7646696" y="217162"/>
                  <a:pt x="7647156" y="217622"/>
                  <a:pt x="7647156" y="217622"/>
                </a:cubicBezTo>
                <a:lnTo>
                  <a:pt x="7651687" y="225502"/>
                </a:lnTo>
                <a:cubicBezTo>
                  <a:pt x="7651819" y="225766"/>
                  <a:pt x="7651687" y="226357"/>
                  <a:pt x="7651687" y="226357"/>
                </a:cubicBezTo>
                <a:lnTo>
                  <a:pt x="7647156" y="234239"/>
                </a:lnTo>
                <a:cubicBezTo>
                  <a:pt x="7646958" y="234502"/>
                  <a:pt x="7646367" y="234699"/>
                  <a:pt x="7646367" y="234699"/>
                </a:cubicBezTo>
                <a:lnTo>
                  <a:pt x="7637304" y="234699"/>
                </a:lnTo>
                <a:cubicBezTo>
                  <a:pt x="7636975" y="234699"/>
                  <a:pt x="7636516" y="234239"/>
                  <a:pt x="7636516" y="234239"/>
                </a:cubicBezTo>
                <a:lnTo>
                  <a:pt x="7631983" y="226357"/>
                </a:lnTo>
                <a:cubicBezTo>
                  <a:pt x="7631851" y="226094"/>
                  <a:pt x="7631983" y="225502"/>
                  <a:pt x="7631983" y="225502"/>
                </a:cubicBezTo>
                <a:lnTo>
                  <a:pt x="7636516" y="217622"/>
                </a:lnTo>
                <a:cubicBezTo>
                  <a:pt x="7636713" y="217359"/>
                  <a:pt x="7637304" y="217162"/>
                  <a:pt x="7637304" y="217162"/>
                </a:cubicBezTo>
                <a:close/>
                <a:moveTo>
                  <a:pt x="9926861" y="217155"/>
                </a:moveTo>
                <a:lnTo>
                  <a:pt x="9935924" y="217155"/>
                </a:lnTo>
                <a:cubicBezTo>
                  <a:pt x="9936254" y="217155"/>
                  <a:pt x="9936713" y="217615"/>
                  <a:pt x="9936713" y="217615"/>
                </a:cubicBezTo>
                <a:lnTo>
                  <a:pt x="9941246" y="225497"/>
                </a:lnTo>
                <a:lnTo>
                  <a:pt x="9941246" y="225506"/>
                </a:lnTo>
                <a:lnTo>
                  <a:pt x="9941246" y="226350"/>
                </a:lnTo>
                <a:lnTo>
                  <a:pt x="9941246" y="226360"/>
                </a:lnTo>
                <a:lnTo>
                  <a:pt x="9936713" y="234244"/>
                </a:lnTo>
                <a:cubicBezTo>
                  <a:pt x="9936516" y="234507"/>
                  <a:pt x="9935924" y="234702"/>
                  <a:pt x="9935924" y="234702"/>
                </a:cubicBezTo>
                <a:lnTo>
                  <a:pt x="9926861" y="234702"/>
                </a:lnTo>
                <a:cubicBezTo>
                  <a:pt x="9926532" y="234702"/>
                  <a:pt x="9926073" y="234244"/>
                  <a:pt x="9926073" y="234244"/>
                </a:cubicBezTo>
                <a:lnTo>
                  <a:pt x="9921541" y="226360"/>
                </a:lnTo>
                <a:lnTo>
                  <a:pt x="9921541" y="226350"/>
                </a:lnTo>
                <a:lnTo>
                  <a:pt x="9921541" y="225506"/>
                </a:lnTo>
                <a:lnTo>
                  <a:pt x="9921541" y="225497"/>
                </a:lnTo>
                <a:lnTo>
                  <a:pt x="9926073" y="217615"/>
                </a:lnTo>
                <a:cubicBezTo>
                  <a:pt x="9926270" y="217354"/>
                  <a:pt x="9926861" y="217155"/>
                  <a:pt x="9926861" y="217155"/>
                </a:cubicBezTo>
                <a:close/>
                <a:moveTo>
                  <a:pt x="3821543" y="217153"/>
                </a:moveTo>
                <a:lnTo>
                  <a:pt x="3830608" y="217153"/>
                </a:lnTo>
                <a:cubicBezTo>
                  <a:pt x="3830935" y="217153"/>
                  <a:pt x="3831395" y="217613"/>
                  <a:pt x="3831395" y="217613"/>
                </a:cubicBezTo>
                <a:lnTo>
                  <a:pt x="3835928" y="225494"/>
                </a:lnTo>
                <a:cubicBezTo>
                  <a:pt x="3836061" y="225757"/>
                  <a:pt x="3835928" y="226348"/>
                  <a:pt x="3835928" y="226348"/>
                </a:cubicBezTo>
                <a:lnTo>
                  <a:pt x="3831395" y="234231"/>
                </a:lnTo>
                <a:cubicBezTo>
                  <a:pt x="3831199" y="234493"/>
                  <a:pt x="3830608" y="234690"/>
                  <a:pt x="3830608" y="234690"/>
                </a:cubicBezTo>
                <a:lnTo>
                  <a:pt x="3821543" y="234690"/>
                </a:lnTo>
                <a:cubicBezTo>
                  <a:pt x="3821215" y="234690"/>
                  <a:pt x="3820754" y="234231"/>
                  <a:pt x="3820754" y="234231"/>
                </a:cubicBezTo>
                <a:lnTo>
                  <a:pt x="3816221" y="226348"/>
                </a:lnTo>
                <a:cubicBezTo>
                  <a:pt x="3816093" y="226086"/>
                  <a:pt x="3816221" y="225494"/>
                  <a:pt x="3816221" y="225494"/>
                </a:cubicBezTo>
                <a:lnTo>
                  <a:pt x="3820754" y="217613"/>
                </a:lnTo>
                <a:cubicBezTo>
                  <a:pt x="3820952" y="217350"/>
                  <a:pt x="3821543" y="217153"/>
                  <a:pt x="3821543" y="217153"/>
                </a:cubicBezTo>
                <a:close/>
                <a:moveTo>
                  <a:pt x="8909274" y="217150"/>
                </a:moveTo>
                <a:lnTo>
                  <a:pt x="8918336" y="217150"/>
                </a:lnTo>
                <a:cubicBezTo>
                  <a:pt x="8918666" y="217150"/>
                  <a:pt x="8919125" y="217610"/>
                  <a:pt x="8919125" y="217610"/>
                </a:cubicBezTo>
                <a:lnTo>
                  <a:pt x="8923657" y="225491"/>
                </a:lnTo>
                <a:cubicBezTo>
                  <a:pt x="8923789" y="225754"/>
                  <a:pt x="8923657" y="226345"/>
                  <a:pt x="8923657" y="226345"/>
                </a:cubicBezTo>
                <a:lnTo>
                  <a:pt x="8919125" y="234227"/>
                </a:lnTo>
                <a:cubicBezTo>
                  <a:pt x="8918928" y="234490"/>
                  <a:pt x="8918336" y="234687"/>
                  <a:pt x="8918336" y="234687"/>
                </a:cubicBezTo>
                <a:lnTo>
                  <a:pt x="8909274" y="234687"/>
                </a:lnTo>
                <a:cubicBezTo>
                  <a:pt x="8908945" y="234687"/>
                  <a:pt x="8908484" y="234227"/>
                  <a:pt x="8908484" y="234227"/>
                </a:cubicBezTo>
                <a:lnTo>
                  <a:pt x="8903953" y="226345"/>
                </a:lnTo>
                <a:cubicBezTo>
                  <a:pt x="8903821" y="226082"/>
                  <a:pt x="8903953" y="225491"/>
                  <a:pt x="8903953" y="225491"/>
                </a:cubicBezTo>
                <a:lnTo>
                  <a:pt x="8908484" y="217610"/>
                </a:lnTo>
                <a:cubicBezTo>
                  <a:pt x="8908681" y="217347"/>
                  <a:pt x="8909274" y="217150"/>
                  <a:pt x="8909274" y="217150"/>
                </a:cubicBezTo>
                <a:close/>
                <a:moveTo>
                  <a:pt x="9163654" y="217149"/>
                </a:moveTo>
                <a:lnTo>
                  <a:pt x="9172718" y="217149"/>
                </a:lnTo>
                <a:cubicBezTo>
                  <a:pt x="9173046" y="217149"/>
                  <a:pt x="9173506" y="217609"/>
                  <a:pt x="9173506" y="217609"/>
                </a:cubicBezTo>
                <a:lnTo>
                  <a:pt x="9178038" y="225490"/>
                </a:lnTo>
                <a:cubicBezTo>
                  <a:pt x="9178169" y="225753"/>
                  <a:pt x="9178038" y="226344"/>
                  <a:pt x="9178038" y="226344"/>
                </a:cubicBezTo>
                <a:lnTo>
                  <a:pt x="9173506" y="234226"/>
                </a:lnTo>
                <a:cubicBezTo>
                  <a:pt x="9173309" y="234489"/>
                  <a:pt x="9172718" y="234686"/>
                  <a:pt x="9172718" y="234686"/>
                </a:cubicBezTo>
                <a:lnTo>
                  <a:pt x="9163654" y="234686"/>
                </a:lnTo>
                <a:cubicBezTo>
                  <a:pt x="9163326" y="234686"/>
                  <a:pt x="9162866" y="234226"/>
                  <a:pt x="9162866" y="234226"/>
                </a:cubicBezTo>
                <a:lnTo>
                  <a:pt x="9158333" y="226344"/>
                </a:lnTo>
                <a:cubicBezTo>
                  <a:pt x="9158202" y="226081"/>
                  <a:pt x="9158333" y="225490"/>
                  <a:pt x="9158333" y="225490"/>
                </a:cubicBezTo>
                <a:lnTo>
                  <a:pt x="9162866" y="217609"/>
                </a:lnTo>
                <a:cubicBezTo>
                  <a:pt x="9163062" y="217346"/>
                  <a:pt x="9163654" y="217149"/>
                  <a:pt x="9163654" y="217149"/>
                </a:cubicBezTo>
                <a:close/>
                <a:moveTo>
                  <a:pt x="6874095" y="217148"/>
                </a:moveTo>
                <a:lnTo>
                  <a:pt x="6883159" y="217148"/>
                </a:lnTo>
                <a:cubicBezTo>
                  <a:pt x="6883488" y="217148"/>
                  <a:pt x="6883947" y="217606"/>
                  <a:pt x="6883947" y="217606"/>
                </a:cubicBezTo>
                <a:lnTo>
                  <a:pt x="6888480" y="225488"/>
                </a:lnTo>
                <a:cubicBezTo>
                  <a:pt x="6888611" y="225751"/>
                  <a:pt x="6888480" y="226342"/>
                  <a:pt x="6888480" y="226342"/>
                </a:cubicBezTo>
                <a:lnTo>
                  <a:pt x="6883947" y="234224"/>
                </a:lnTo>
                <a:cubicBezTo>
                  <a:pt x="6883751" y="234487"/>
                  <a:pt x="6883159" y="234685"/>
                  <a:pt x="6883159" y="234685"/>
                </a:cubicBezTo>
                <a:lnTo>
                  <a:pt x="6874095" y="234685"/>
                </a:lnTo>
                <a:cubicBezTo>
                  <a:pt x="6873768" y="234685"/>
                  <a:pt x="6873307" y="234224"/>
                  <a:pt x="6873307" y="234224"/>
                </a:cubicBezTo>
                <a:lnTo>
                  <a:pt x="6868775" y="226342"/>
                </a:lnTo>
                <a:cubicBezTo>
                  <a:pt x="6868644" y="226079"/>
                  <a:pt x="6868775" y="225488"/>
                  <a:pt x="6868775" y="225488"/>
                </a:cubicBezTo>
                <a:lnTo>
                  <a:pt x="6873307" y="217606"/>
                </a:lnTo>
                <a:cubicBezTo>
                  <a:pt x="6873504" y="217344"/>
                  <a:pt x="6874095" y="217148"/>
                  <a:pt x="6874095" y="217148"/>
                </a:cubicBezTo>
                <a:close/>
                <a:moveTo>
                  <a:pt x="5347746" y="217137"/>
                </a:moveTo>
                <a:lnTo>
                  <a:pt x="5356810" y="217137"/>
                </a:lnTo>
                <a:cubicBezTo>
                  <a:pt x="5357138" y="217137"/>
                  <a:pt x="5357598" y="217597"/>
                  <a:pt x="5357598" y="217597"/>
                </a:cubicBezTo>
                <a:lnTo>
                  <a:pt x="5362130" y="225478"/>
                </a:lnTo>
                <a:cubicBezTo>
                  <a:pt x="5362261" y="225741"/>
                  <a:pt x="5362130" y="226332"/>
                  <a:pt x="5362130" y="226332"/>
                </a:cubicBezTo>
                <a:lnTo>
                  <a:pt x="5357598" y="234214"/>
                </a:lnTo>
                <a:cubicBezTo>
                  <a:pt x="5357401" y="234477"/>
                  <a:pt x="5356810" y="234674"/>
                  <a:pt x="5356810" y="234674"/>
                </a:cubicBezTo>
                <a:lnTo>
                  <a:pt x="5347746" y="234674"/>
                </a:lnTo>
                <a:cubicBezTo>
                  <a:pt x="5347418" y="234674"/>
                  <a:pt x="5346958" y="234214"/>
                  <a:pt x="5346958" y="234214"/>
                </a:cubicBezTo>
                <a:lnTo>
                  <a:pt x="5342425" y="226332"/>
                </a:lnTo>
                <a:cubicBezTo>
                  <a:pt x="5342295" y="226069"/>
                  <a:pt x="5342425" y="225478"/>
                  <a:pt x="5342425" y="225478"/>
                </a:cubicBezTo>
                <a:lnTo>
                  <a:pt x="5346958" y="217597"/>
                </a:lnTo>
                <a:cubicBezTo>
                  <a:pt x="5347154" y="217334"/>
                  <a:pt x="5347746" y="217137"/>
                  <a:pt x="5347746" y="217137"/>
                </a:cubicBezTo>
                <a:close/>
                <a:moveTo>
                  <a:pt x="4330157" y="217136"/>
                </a:moveTo>
                <a:lnTo>
                  <a:pt x="4339222" y="217136"/>
                </a:lnTo>
                <a:cubicBezTo>
                  <a:pt x="4339550" y="217136"/>
                  <a:pt x="4340010" y="217596"/>
                  <a:pt x="4340010" y="217596"/>
                </a:cubicBezTo>
                <a:lnTo>
                  <a:pt x="4344540" y="225477"/>
                </a:lnTo>
                <a:cubicBezTo>
                  <a:pt x="4344672" y="225740"/>
                  <a:pt x="4344540" y="226331"/>
                  <a:pt x="4344540" y="226331"/>
                </a:cubicBezTo>
                <a:lnTo>
                  <a:pt x="4340010" y="234213"/>
                </a:lnTo>
                <a:cubicBezTo>
                  <a:pt x="4339812" y="234476"/>
                  <a:pt x="4339222" y="234673"/>
                  <a:pt x="4339222" y="234673"/>
                </a:cubicBezTo>
                <a:lnTo>
                  <a:pt x="4330157" y="234673"/>
                </a:lnTo>
                <a:cubicBezTo>
                  <a:pt x="4329829" y="234673"/>
                  <a:pt x="4329369" y="234213"/>
                  <a:pt x="4329369" y="234213"/>
                </a:cubicBezTo>
                <a:lnTo>
                  <a:pt x="4324836" y="226331"/>
                </a:lnTo>
                <a:cubicBezTo>
                  <a:pt x="4324706" y="226068"/>
                  <a:pt x="4324836" y="225477"/>
                  <a:pt x="4324836" y="225477"/>
                </a:cubicBezTo>
                <a:lnTo>
                  <a:pt x="4329369" y="217596"/>
                </a:lnTo>
                <a:cubicBezTo>
                  <a:pt x="4329565" y="217333"/>
                  <a:pt x="4330157" y="217136"/>
                  <a:pt x="4330157" y="217136"/>
                </a:cubicBezTo>
                <a:close/>
                <a:moveTo>
                  <a:pt x="5856508" y="217135"/>
                </a:moveTo>
                <a:lnTo>
                  <a:pt x="5865571" y="217135"/>
                </a:lnTo>
                <a:cubicBezTo>
                  <a:pt x="5865900" y="217135"/>
                  <a:pt x="5866359" y="217594"/>
                  <a:pt x="5866359" y="217594"/>
                </a:cubicBezTo>
                <a:lnTo>
                  <a:pt x="5870891" y="225476"/>
                </a:lnTo>
                <a:cubicBezTo>
                  <a:pt x="5871023" y="225739"/>
                  <a:pt x="5870891" y="226330"/>
                  <a:pt x="5870891" y="226330"/>
                </a:cubicBezTo>
                <a:lnTo>
                  <a:pt x="5866359" y="234212"/>
                </a:lnTo>
                <a:cubicBezTo>
                  <a:pt x="5866163" y="234475"/>
                  <a:pt x="5865571" y="234672"/>
                  <a:pt x="5865571" y="234672"/>
                </a:cubicBezTo>
                <a:lnTo>
                  <a:pt x="5856508" y="234672"/>
                </a:lnTo>
                <a:cubicBezTo>
                  <a:pt x="5856178" y="234672"/>
                  <a:pt x="5855720" y="234212"/>
                  <a:pt x="5855720" y="234212"/>
                </a:cubicBezTo>
                <a:lnTo>
                  <a:pt x="5851187" y="226330"/>
                </a:lnTo>
                <a:cubicBezTo>
                  <a:pt x="5851055" y="226067"/>
                  <a:pt x="5851187" y="225476"/>
                  <a:pt x="5851187" y="225476"/>
                </a:cubicBezTo>
                <a:lnTo>
                  <a:pt x="5855720" y="217594"/>
                </a:lnTo>
                <a:cubicBezTo>
                  <a:pt x="5855916" y="217332"/>
                  <a:pt x="5856508" y="217135"/>
                  <a:pt x="5856508" y="217135"/>
                </a:cubicBezTo>
                <a:close/>
                <a:moveTo>
                  <a:pt x="6365334" y="217130"/>
                </a:moveTo>
                <a:lnTo>
                  <a:pt x="6374397" y="217130"/>
                </a:lnTo>
                <a:cubicBezTo>
                  <a:pt x="6374727" y="217130"/>
                  <a:pt x="6375186" y="217589"/>
                  <a:pt x="6375186" y="217589"/>
                </a:cubicBezTo>
                <a:lnTo>
                  <a:pt x="6379718" y="225470"/>
                </a:lnTo>
                <a:cubicBezTo>
                  <a:pt x="6379849" y="225733"/>
                  <a:pt x="6379718" y="226324"/>
                  <a:pt x="6379718" y="226324"/>
                </a:cubicBezTo>
                <a:lnTo>
                  <a:pt x="6375186" y="234207"/>
                </a:lnTo>
                <a:cubicBezTo>
                  <a:pt x="6374988" y="234469"/>
                  <a:pt x="6374397" y="234666"/>
                  <a:pt x="6374397" y="234666"/>
                </a:cubicBezTo>
                <a:lnTo>
                  <a:pt x="6365334" y="234666"/>
                </a:lnTo>
                <a:cubicBezTo>
                  <a:pt x="6365005" y="234666"/>
                  <a:pt x="6364546" y="234207"/>
                  <a:pt x="6364546" y="234207"/>
                </a:cubicBezTo>
                <a:lnTo>
                  <a:pt x="6360014" y="226324"/>
                </a:lnTo>
                <a:cubicBezTo>
                  <a:pt x="6359882" y="226061"/>
                  <a:pt x="6360014" y="225470"/>
                  <a:pt x="6360014" y="225470"/>
                </a:cubicBezTo>
                <a:lnTo>
                  <a:pt x="6364546" y="217589"/>
                </a:lnTo>
                <a:cubicBezTo>
                  <a:pt x="6364743" y="217326"/>
                  <a:pt x="6365334" y="217130"/>
                  <a:pt x="6365334" y="217130"/>
                </a:cubicBezTo>
                <a:close/>
                <a:moveTo>
                  <a:pt x="7382923" y="217123"/>
                </a:moveTo>
                <a:lnTo>
                  <a:pt x="7391987" y="217123"/>
                </a:lnTo>
                <a:cubicBezTo>
                  <a:pt x="7392315" y="217123"/>
                  <a:pt x="7392775" y="217583"/>
                  <a:pt x="7392775" y="217583"/>
                </a:cubicBezTo>
                <a:lnTo>
                  <a:pt x="7397307" y="225464"/>
                </a:lnTo>
                <a:cubicBezTo>
                  <a:pt x="7397438" y="225728"/>
                  <a:pt x="7397307" y="226318"/>
                  <a:pt x="7397307" y="226318"/>
                </a:cubicBezTo>
                <a:lnTo>
                  <a:pt x="7392775" y="234201"/>
                </a:lnTo>
                <a:cubicBezTo>
                  <a:pt x="7392578" y="234464"/>
                  <a:pt x="7391987" y="234660"/>
                  <a:pt x="7391987" y="234660"/>
                </a:cubicBezTo>
                <a:lnTo>
                  <a:pt x="7382923" y="234660"/>
                </a:lnTo>
                <a:cubicBezTo>
                  <a:pt x="7382595" y="234660"/>
                  <a:pt x="7382135" y="234201"/>
                  <a:pt x="7382135" y="234201"/>
                </a:cubicBezTo>
                <a:lnTo>
                  <a:pt x="7377602" y="226318"/>
                </a:lnTo>
                <a:cubicBezTo>
                  <a:pt x="7377471" y="226055"/>
                  <a:pt x="7377602" y="225464"/>
                  <a:pt x="7377602" y="225464"/>
                </a:cubicBezTo>
                <a:lnTo>
                  <a:pt x="7382135" y="217583"/>
                </a:lnTo>
                <a:cubicBezTo>
                  <a:pt x="7382331" y="217320"/>
                  <a:pt x="7382923" y="217123"/>
                  <a:pt x="7382923" y="217123"/>
                </a:cubicBezTo>
                <a:close/>
                <a:moveTo>
                  <a:pt x="6619714" y="217123"/>
                </a:moveTo>
                <a:lnTo>
                  <a:pt x="6628778" y="217123"/>
                </a:lnTo>
                <a:cubicBezTo>
                  <a:pt x="6629107" y="217123"/>
                  <a:pt x="6629566" y="217582"/>
                  <a:pt x="6629566" y="217582"/>
                </a:cubicBezTo>
                <a:lnTo>
                  <a:pt x="6634099" y="225464"/>
                </a:lnTo>
                <a:cubicBezTo>
                  <a:pt x="6634230" y="225726"/>
                  <a:pt x="6634099" y="226318"/>
                  <a:pt x="6634099" y="226318"/>
                </a:cubicBezTo>
                <a:lnTo>
                  <a:pt x="6629566" y="234200"/>
                </a:lnTo>
                <a:cubicBezTo>
                  <a:pt x="6629369" y="234463"/>
                  <a:pt x="6628778" y="234660"/>
                  <a:pt x="6628778" y="234660"/>
                </a:cubicBezTo>
                <a:lnTo>
                  <a:pt x="6619714" y="234660"/>
                </a:lnTo>
                <a:cubicBezTo>
                  <a:pt x="6619387" y="234660"/>
                  <a:pt x="6618926" y="234200"/>
                  <a:pt x="6618926" y="234200"/>
                </a:cubicBezTo>
                <a:lnTo>
                  <a:pt x="6614394" y="226318"/>
                </a:lnTo>
                <a:cubicBezTo>
                  <a:pt x="6614263" y="226055"/>
                  <a:pt x="6614394" y="225464"/>
                  <a:pt x="6614394" y="225464"/>
                </a:cubicBezTo>
                <a:lnTo>
                  <a:pt x="6618926" y="217582"/>
                </a:lnTo>
                <a:cubicBezTo>
                  <a:pt x="6619123" y="217320"/>
                  <a:pt x="6619714" y="217123"/>
                  <a:pt x="6619714" y="217123"/>
                </a:cubicBezTo>
                <a:close/>
                <a:moveTo>
                  <a:pt x="9672481" y="217117"/>
                </a:moveTo>
                <a:lnTo>
                  <a:pt x="9681545" y="217117"/>
                </a:lnTo>
                <a:cubicBezTo>
                  <a:pt x="9681872" y="217117"/>
                  <a:pt x="9682333" y="217578"/>
                  <a:pt x="9682333" y="217578"/>
                </a:cubicBezTo>
                <a:lnTo>
                  <a:pt x="9686865" y="225459"/>
                </a:lnTo>
                <a:cubicBezTo>
                  <a:pt x="9686996" y="225721"/>
                  <a:pt x="9686865" y="226312"/>
                  <a:pt x="9686865" y="226312"/>
                </a:cubicBezTo>
                <a:lnTo>
                  <a:pt x="9682333" y="234195"/>
                </a:lnTo>
                <a:cubicBezTo>
                  <a:pt x="9682136" y="234457"/>
                  <a:pt x="9681545" y="234654"/>
                  <a:pt x="9681545" y="234654"/>
                </a:cubicBezTo>
                <a:lnTo>
                  <a:pt x="9681518" y="234654"/>
                </a:lnTo>
                <a:lnTo>
                  <a:pt x="9681479" y="234677"/>
                </a:lnTo>
                <a:lnTo>
                  <a:pt x="9672416" y="234677"/>
                </a:lnTo>
                <a:cubicBezTo>
                  <a:pt x="9672086" y="234677"/>
                  <a:pt x="9671627" y="234218"/>
                  <a:pt x="9671627" y="234218"/>
                </a:cubicBezTo>
                <a:lnTo>
                  <a:pt x="9667095" y="226335"/>
                </a:lnTo>
                <a:cubicBezTo>
                  <a:pt x="9666964" y="226072"/>
                  <a:pt x="9667095" y="225481"/>
                  <a:pt x="9667095" y="225481"/>
                </a:cubicBezTo>
                <a:lnTo>
                  <a:pt x="9671627" y="217601"/>
                </a:lnTo>
                <a:cubicBezTo>
                  <a:pt x="9671825" y="217337"/>
                  <a:pt x="9672416" y="217140"/>
                  <a:pt x="9672416" y="217140"/>
                </a:cubicBezTo>
                <a:lnTo>
                  <a:pt x="9672442" y="217140"/>
                </a:lnTo>
                <a:close/>
                <a:moveTo>
                  <a:pt x="5602126" y="217110"/>
                </a:moveTo>
                <a:lnTo>
                  <a:pt x="5611191" y="217110"/>
                </a:lnTo>
                <a:cubicBezTo>
                  <a:pt x="5611519" y="217110"/>
                  <a:pt x="5611979" y="217569"/>
                  <a:pt x="5611979" y="217569"/>
                </a:cubicBezTo>
                <a:lnTo>
                  <a:pt x="5616511" y="225451"/>
                </a:lnTo>
                <a:cubicBezTo>
                  <a:pt x="5616642" y="225713"/>
                  <a:pt x="5616511" y="226304"/>
                  <a:pt x="5616511" y="226304"/>
                </a:cubicBezTo>
                <a:lnTo>
                  <a:pt x="5611979" y="234187"/>
                </a:lnTo>
                <a:cubicBezTo>
                  <a:pt x="5611782" y="234450"/>
                  <a:pt x="5611191" y="234647"/>
                  <a:pt x="5611191" y="234647"/>
                </a:cubicBezTo>
                <a:lnTo>
                  <a:pt x="5602126" y="234647"/>
                </a:lnTo>
                <a:cubicBezTo>
                  <a:pt x="5601798" y="234647"/>
                  <a:pt x="5601338" y="234187"/>
                  <a:pt x="5601338" y="234187"/>
                </a:cubicBezTo>
                <a:lnTo>
                  <a:pt x="5596807" y="226304"/>
                </a:lnTo>
                <a:cubicBezTo>
                  <a:pt x="5596675" y="226042"/>
                  <a:pt x="5596807" y="225451"/>
                  <a:pt x="5596807" y="225451"/>
                </a:cubicBezTo>
                <a:lnTo>
                  <a:pt x="5601338" y="217569"/>
                </a:lnTo>
                <a:cubicBezTo>
                  <a:pt x="5601536" y="217307"/>
                  <a:pt x="5602126" y="217110"/>
                  <a:pt x="5602126" y="217110"/>
                </a:cubicBezTo>
                <a:close/>
                <a:moveTo>
                  <a:pt x="8146065" y="217102"/>
                </a:moveTo>
                <a:lnTo>
                  <a:pt x="8155129" y="217102"/>
                </a:lnTo>
                <a:cubicBezTo>
                  <a:pt x="8155458" y="217102"/>
                  <a:pt x="8155917" y="217562"/>
                  <a:pt x="8155917" y="217562"/>
                </a:cubicBezTo>
                <a:lnTo>
                  <a:pt x="8160449" y="225443"/>
                </a:lnTo>
                <a:cubicBezTo>
                  <a:pt x="8160580" y="225706"/>
                  <a:pt x="8160449" y="226297"/>
                  <a:pt x="8160449" y="226297"/>
                </a:cubicBezTo>
                <a:lnTo>
                  <a:pt x="8155917" y="234179"/>
                </a:lnTo>
                <a:cubicBezTo>
                  <a:pt x="8155719" y="234442"/>
                  <a:pt x="8155129" y="234639"/>
                  <a:pt x="8155129" y="234639"/>
                </a:cubicBezTo>
                <a:lnTo>
                  <a:pt x="8146065" y="234639"/>
                </a:lnTo>
                <a:cubicBezTo>
                  <a:pt x="8145737" y="234639"/>
                  <a:pt x="8145277" y="234179"/>
                  <a:pt x="8145277" y="234179"/>
                </a:cubicBezTo>
                <a:lnTo>
                  <a:pt x="8140745" y="226297"/>
                </a:lnTo>
                <a:cubicBezTo>
                  <a:pt x="8140613" y="226034"/>
                  <a:pt x="8140745" y="225443"/>
                  <a:pt x="8140745" y="225443"/>
                </a:cubicBezTo>
                <a:lnTo>
                  <a:pt x="8145277" y="217562"/>
                </a:lnTo>
                <a:cubicBezTo>
                  <a:pt x="8145474" y="217299"/>
                  <a:pt x="8146065" y="217102"/>
                  <a:pt x="8146065" y="217102"/>
                </a:cubicBezTo>
                <a:close/>
                <a:moveTo>
                  <a:pt x="7128477" y="217099"/>
                </a:moveTo>
                <a:lnTo>
                  <a:pt x="7137540" y="217099"/>
                </a:lnTo>
                <a:cubicBezTo>
                  <a:pt x="7137869" y="217099"/>
                  <a:pt x="7138328" y="217558"/>
                  <a:pt x="7138328" y="217558"/>
                </a:cubicBezTo>
                <a:lnTo>
                  <a:pt x="7142860" y="225440"/>
                </a:lnTo>
                <a:cubicBezTo>
                  <a:pt x="7142992" y="225702"/>
                  <a:pt x="7142860" y="226293"/>
                  <a:pt x="7142860" y="226293"/>
                </a:cubicBezTo>
                <a:lnTo>
                  <a:pt x="7138328" y="234176"/>
                </a:lnTo>
                <a:cubicBezTo>
                  <a:pt x="7138131" y="234439"/>
                  <a:pt x="7137540" y="234636"/>
                  <a:pt x="7137540" y="234636"/>
                </a:cubicBezTo>
                <a:lnTo>
                  <a:pt x="7128477" y="234636"/>
                </a:lnTo>
                <a:cubicBezTo>
                  <a:pt x="7128148" y="234636"/>
                  <a:pt x="7127689" y="234176"/>
                  <a:pt x="7127689" y="234176"/>
                </a:cubicBezTo>
                <a:lnTo>
                  <a:pt x="7123156" y="226293"/>
                </a:lnTo>
                <a:cubicBezTo>
                  <a:pt x="7123024" y="226031"/>
                  <a:pt x="7123156" y="225440"/>
                  <a:pt x="7123156" y="225440"/>
                </a:cubicBezTo>
                <a:lnTo>
                  <a:pt x="7127689" y="217558"/>
                </a:lnTo>
                <a:cubicBezTo>
                  <a:pt x="7127885" y="217296"/>
                  <a:pt x="7128477" y="217099"/>
                  <a:pt x="7128477" y="217099"/>
                </a:cubicBezTo>
                <a:close/>
                <a:moveTo>
                  <a:pt x="9418035" y="217095"/>
                </a:moveTo>
                <a:lnTo>
                  <a:pt x="9427099" y="217095"/>
                </a:lnTo>
                <a:cubicBezTo>
                  <a:pt x="9427427" y="217095"/>
                  <a:pt x="9427887" y="217555"/>
                  <a:pt x="9427887" y="217555"/>
                </a:cubicBezTo>
                <a:lnTo>
                  <a:pt x="9432419" y="225436"/>
                </a:lnTo>
                <a:cubicBezTo>
                  <a:pt x="9432550" y="225699"/>
                  <a:pt x="9432419" y="226290"/>
                  <a:pt x="9432419" y="226290"/>
                </a:cubicBezTo>
                <a:lnTo>
                  <a:pt x="9427887" y="234173"/>
                </a:lnTo>
                <a:cubicBezTo>
                  <a:pt x="9427690" y="234435"/>
                  <a:pt x="9427099" y="234632"/>
                  <a:pt x="9427099" y="234632"/>
                </a:cubicBezTo>
                <a:lnTo>
                  <a:pt x="9418035" y="234632"/>
                </a:lnTo>
                <a:cubicBezTo>
                  <a:pt x="9417707" y="234632"/>
                  <a:pt x="9417247" y="234173"/>
                  <a:pt x="9417247" y="234173"/>
                </a:cubicBezTo>
                <a:lnTo>
                  <a:pt x="9412714" y="226290"/>
                </a:lnTo>
                <a:cubicBezTo>
                  <a:pt x="9412583" y="226028"/>
                  <a:pt x="9412714" y="225436"/>
                  <a:pt x="9412714" y="225436"/>
                </a:cubicBezTo>
                <a:lnTo>
                  <a:pt x="9417247" y="217555"/>
                </a:lnTo>
                <a:cubicBezTo>
                  <a:pt x="9417444" y="217292"/>
                  <a:pt x="9418035" y="217095"/>
                  <a:pt x="9418035" y="217095"/>
                </a:cubicBezTo>
                <a:close/>
                <a:moveTo>
                  <a:pt x="4584538" y="217084"/>
                </a:moveTo>
                <a:lnTo>
                  <a:pt x="4593603" y="217084"/>
                </a:lnTo>
                <a:cubicBezTo>
                  <a:pt x="4593932" y="217084"/>
                  <a:pt x="4594390" y="217544"/>
                  <a:pt x="4594390" y="217544"/>
                </a:cubicBezTo>
                <a:lnTo>
                  <a:pt x="4598922" y="225425"/>
                </a:lnTo>
                <a:cubicBezTo>
                  <a:pt x="4599054" y="225688"/>
                  <a:pt x="4598922" y="226279"/>
                  <a:pt x="4598922" y="226279"/>
                </a:cubicBezTo>
                <a:lnTo>
                  <a:pt x="4594390" y="234162"/>
                </a:lnTo>
                <a:cubicBezTo>
                  <a:pt x="4594193" y="234424"/>
                  <a:pt x="4593603" y="234622"/>
                  <a:pt x="4593603" y="234622"/>
                </a:cubicBezTo>
                <a:lnTo>
                  <a:pt x="4584538" y="234622"/>
                </a:lnTo>
                <a:cubicBezTo>
                  <a:pt x="4584210" y="234622"/>
                  <a:pt x="4583749" y="234162"/>
                  <a:pt x="4583749" y="234162"/>
                </a:cubicBezTo>
                <a:lnTo>
                  <a:pt x="4579218" y="226279"/>
                </a:lnTo>
                <a:cubicBezTo>
                  <a:pt x="4579087" y="226016"/>
                  <a:pt x="4579218" y="225425"/>
                  <a:pt x="4579218" y="225425"/>
                </a:cubicBezTo>
                <a:lnTo>
                  <a:pt x="4583749" y="217544"/>
                </a:lnTo>
                <a:cubicBezTo>
                  <a:pt x="4583948" y="217281"/>
                  <a:pt x="4584538" y="217084"/>
                  <a:pt x="4584538" y="217084"/>
                </a:cubicBezTo>
                <a:close/>
                <a:moveTo>
                  <a:pt x="10181242" y="217081"/>
                </a:moveTo>
                <a:lnTo>
                  <a:pt x="10190305" y="217081"/>
                </a:lnTo>
                <a:cubicBezTo>
                  <a:pt x="10190635" y="217081"/>
                  <a:pt x="10191093" y="217541"/>
                  <a:pt x="10191093" y="217541"/>
                </a:cubicBezTo>
                <a:lnTo>
                  <a:pt x="10195626" y="225422"/>
                </a:lnTo>
                <a:lnTo>
                  <a:pt x="10195626" y="225502"/>
                </a:lnTo>
                <a:lnTo>
                  <a:pt x="10195626" y="226276"/>
                </a:lnTo>
                <a:lnTo>
                  <a:pt x="10195626" y="226356"/>
                </a:lnTo>
                <a:lnTo>
                  <a:pt x="10191093" y="234238"/>
                </a:lnTo>
                <a:cubicBezTo>
                  <a:pt x="10190896" y="234501"/>
                  <a:pt x="10190305" y="234698"/>
                  <a:pt x="10190305" y="234698"/>
                </a:cubicBezTo>
                <a:lnTo>
                  <a:pt x="10181242" y="234698"/>
                </a:lnTo>
                <a:cubicBezTo>
                  <a:pt x="10180914" y="234698"/>
                  <a:pt x="10180453" y="234238"/>
                  <a:pt x="10180453" y="234238"/>
                </a:cubicBezTo>
                <a:lnTo>
                  <a:pt x="10175922" y="226356"/>
                </a:lnTo>
                <a:lnTo>
                  <a:pt x="10175922" y="226276"/>
                </a:lnTo>
                <a:lnTo>
                  <a:pt x="10175922" y="225502"/>
                </a:lnTo>
                <a:lnTo>
                  <a:pt x="10175922" y="225422"/>
                </a:lnTo>
                <a:lnTo>
                  <a:pt x="10180453" y="217541"/>
                </a:lnTo>
                <a:cubicBezTo>
                  <a:pt x="10180650" y="217278"/>
                  <a:pt x="10181242" y="217081"/>
                  <a:pt x="10181242" y="217081"/>
                </a:cubicBezTo>
                <a:close/>
                <a:moveTo>
                  <a:pt x="10435623" y="217074"/>
                </a:moveTo>
                <a:lnTo>
                  <a:pt x="10435689" y="217074"/>
                </a:lnTo>
                <a:lnTo>
                  <a:pt x="10444687" y="217074"/>
                </a:lnTo>
                <a:lnTo>
                  <a:pt x="10444753" y="217074"/>
                </a:lnTo>
                <a:cubicBezTo>
                  <a:pt x="10445082" y="217074"/>
                  <a:pt x="10445541" y="217534"/>
                  <a:pt x="10445541" y="217534"/>
                </a:cubicBezTo>
                <a:lnTo>
                  <a:pt x="10450074" y="225416"/>
                </a:lnTo>
                <a:cubicBezTo>
                  <a:pt x="10450205" y="225678"/>
                  <a:pt x="10450074" y="226269"/>
                  <a:pt x="10450074" y="226269"/>
                </a:cubicBezTo>
                <a:lnTo>
                  <a:pt x="10445541" y="234152"/>
                </a:lnTo>
                <a:cubicBezTo>
                  <a:pt x="10445345" y="234415"/>
                  <a:pt x="10444753" y="234612"/>
                  <a:pt x="10444753" y="234612"/>
                </a:cubicBezTo>
                <a:lnTo>
                  <a:pt x="10444687" y="234612"/>
                </a:lnTo>
                <a:lnTo>
                  <a:pt x="10435689" y="234612"/>
                </a:lnTo>
                <a:lnTo>
                  <a:pt x="10435623" y="234612"/>
                </a:lnTo>
                <a:cubicBezTo>
                  <a:pt x="10435296" y="234612"/>
                  <a:pt x="10434835" y="234152"/>
                  <a:pt x="10434835" y="234152"/>
                </a:cubicBezTo>
                <a:lnTo>
                  <a:pt x="10430303" y="226269"/>
                </a:lnTo>
                <a:cubicBezTo>
                  <a:pt x="10430172" y="226007"/>
                  <a:pt x="10430303" y="225416"/>
                  <a:pt x="10430303" y="225416"/>
                </a:cubicBezTo>
                <a:lnTo>
                  <a:pt x="10434835" y="217534"/>
                </a:lnTo>
                <a:cubicBezTo>
                  <a:pt x="10435032" y="217271"/>
                  <a:pt x="10435623" y="217074"/>
                  <a:pt x="10435623" y="217074"/>
                </a:cubicBezTo>
                <a:close/>
                <a:moveTo>
                  <a:pt x="4075712" y="217074"/>
                </a:moveTo>
                <a:lnTo>
                  <a:pt x="4084775" y="217074"/>
                </a:lnTo>
                <a:cubicBezTo>
                  <a:pt x="4085106" y="217074"/>
                  <a:pt x="4085564" y="217534"/>
                  <a:pt x="4085564" y="217534"/>
                </a:cubicBezTo>
                <a:lnTo>
                  <a:pt x="4090096" y="225416"/>
                </a:lnTo>
                <a:cubicBezTo>
                  <a:pt x="4090226" y="225678"/>
                  <a:pt x="4090096" y="226269"/>
                  <a:pt x="4090096" y="226269"/>
                </a:cubicBezTo>
                <a:lnTo>
                  <a:pt x="4085564" y="234152"/>
                </a:lnTo>
                <a:cubicBezTo>
                  <a:pt x="4085366" y="234415"/>
                  <a:pt x="4084775" y="234612"/>
                  <a:pt x="4084775" y="234612"/>
                </a:cubicBezTo>
                <a:lnTo>
                  <a:pt x="4075712" y="234612"/>
                </a:lnTo>
                <a:cubicBezTo>
                  <a:pt x="4075384" y="234612"/>
                  <a:pt x="4074924" y="234152"/>
                  <a:pt x="4074924" y="234152"/>
                </a:cubicBezTo>
                <a:lnTo>
                  <a:pt x="4070391" y="226269"/>
                </a:lnTo>
                <a:cubicBezTo>
                  <a:pt x="4070259" y="226007"/>
                  <a:pt x="4070391" y="225416"/>
                  <a:pt x="4070391" y="225416"/>
                </a:cubicBezTo>
                <a:lnTo>
                  <a:pt x="4074924" y="217534"/>
                </a:lnTo>
                <a:cubicBezTo>
                  <a:pt x="4075119" y="217271"/>
                  <a:pt x="4075712" y="217074"/>
                  <a:pt x="4075712" y="217074"/>
                </a:cubicBezTo>
                <a:close/>
                <a:moveTo>
                  <a:pt x="3567088" y="217009"/>
                </a:moveTo>
                <a:lnTo>
                  <a:pt x="3576153" y="217009"/>
                </a:lnTo>
                <a:cubicBezTo>
                  <a:pt x="3576481" y="217009"/>
                  <a:pt x="3576940" y="217468"/>
                  <a:pt x="3576940" y="217468"/>
                </a:cubicBezTo>
                <a:lnTo>
                  <a:pt x="3581472" y="225350"/>
                </a:lnTo>
                <a:cubicBezTo>
                  <a:pt x="3581603" y="225613"/>
                  <a:pt x="3581472" y="226204"/>
                  <a:pt x="3581472" y="226204"/>
                </a:cubicBezTo>
                <a:lnTo>
                  <a:pt x="3581469" y="226210"/>
                </a:lnTo>
                <a:lnTo>
                  <a:pt x="3581469" y="226322"/>
                </a:lnTo>
                <a:lnTo>
                  <a:pt x="3576937" y="234204"/>
                </a:lnTo>
                <a:cubicBezTo>
                  <a:pt x="3576740" y="234467"/>
                  <a:pt x="3576149" y="234664"/>
                  <a:pt x="3576149" y="234664"/>
                </a:cubicBezTo>
                <a:lnTo>
                  <a:pt x="3567083" y="234664"/>
                </a:lnTo>
                <a:cubicBezTo>
                  <a:pt x="3566754" y="234664"/>
                  <a:pt x="3566297" y="234204"/>
                  <a:pt x="3566297" y="234204"/>
                </a:cubicBezTo>
                <a:lnTo>
                  <a:pt x="3561763" y="226322"/>
                </a:lnTo>
                <a:cubicBezTo>
                  <a:pt x="3561631" y="226059"/>
                  <a:pt x="3561763" y="225468"/>
                  <a:pt x="3561763" y="225468"/>
                </a:cubicBezTo>
                <a:lnTo>
                  <a:pt x="3561766" y="225463"/>
                </a:lnTo>
                <a:lnTo>
                  <a:pt x="3561766" y="225350"/>
                </a:lnTo>
                <a:lnTo>
                  <a:pt x="3566300" y="217468"/>
                </a:lnTo>
                <a:cubicBezTo>
                  <a:pt x="3566496" y="217206"/>
                  <a:pt x="3567088" y="217009"/>
                  <a:pt x="3567088" y="217009"/>
                </a:cubicBezTo>
                <a:close/>
                <a:moveTo>
                  <a:pt x="3312685" y="217009"/>
                </a:moveTo>
                <a:lnTo>
                  <a:pt x="3321749" y="217009"/>
                </a:lnTo>
                <a:cubicBezTo>
                  <a:pt x="3322079" y="217009"/>
                  <a:pt x="3322536" y="217468"/>
                  <a:pt x="3322536" y="217468"/>
                </a:cubicBezTo>
                <a:lnTo>
                  <a:pt x="3327069" y="225350"/>
                </a:lnTo>
                <a:lnTo>
                  <a:pt x="3327069" y="225363"/>
                </a:lnTo>
                <a:lnTo>
                  <a:pt x="3327146" y="225497"/>
                </a:lnTo>
                <a:cubicBezTo>
                  <a:pt x="3327277" y="225759"/>
                  <a:pt x="3327146" y="226350"/>
                  <a:pt x="3327146" y="226350"/>
                </a:cubicBezTo>
                <a:lnTo>
                  <a:pt x="3322614" y="234233"/>
                </a:lnTo>
                <a:cubicBezTo>
                  <a:pt x="3322417" y="234496"/>
                  <a:pt x="3321826" y="234693"/>
                  <a:pt x="3321826" y="234693"/>
                </a:cubicBezTo>
                <a:lnTo>
                  <a:pt x="3312761" y="234693"/>
                </a:lnTo>
                <a:cubicBezTo>
                  <a:pt x="3312433" y="234693"/>
                  <a:pt x="3311973" y="234233"/>
                  <a:pt x="3311973" y="234233"/>
                </a:cubicBezTo>
                <a:lnTo>
                  <a:pt x="3307440" y="226350"/>
                </a:lnTo>
                <a:lnTo>
                  <a:pt x="3307440" y="226338"/>
                </a:lnTo>
                <a:lnTo>
                  <a:pt x="3307363" y="226204"/>
                </a:lnTo>
                <a:cubicBezTo>
                  <a:pt x="3307232" y="225941"/>
                  <a:pt x="3307363" y="225350"/>
                  <a:pt x="3307363" y="225350"/>
                </a:cubicBezTo>
                <a:lnTo>
                  <a:pt x="3311896" y="217468"/>
                </a:lnTo>
                <a:cubicBezTo>
                  <a:pt x="3312093" y="217206"/>
                  <a:pt x="3312685" y="217009"/>
                  <a:pt x="3312685" y="217009"/>
                </a:cubicBezTo>
                <a:close/>
                <a:moveTo>
                  <a:pt x="3058406" y="217009"/>
                </a:moveTo>
                <a:lnTo>
                  <a:pt x="3067477" y="217009"/>
                </a:lnTo>
                <a:cubicBezTo>
                  <a:pt x="3067805" y="217009"/>
                  <a:pt x="3068264" y="217468"/>
                  <a:pt x="3068264" y="217468"/>
                </a:cubicBezTo>
                <a:lnTo>
                  <a:pt x="3072795" y="225350"/>
                </a:lnTo>
                <a:cubicBezTo>
                  <a:pt x="3072928" y="225613"/>
                  <a:pt x="3072795" y="226204"/>
                  <a:pt x="3072795" y="226204"/>
                </a:cubicBezTo>
                <a:lnTo>
                  <a:pt x="3068264" y="234086"/>
                </a:lnTo>
                <a:lnTo>
                  <a:pt x="3068188" y="234130"/>
                </a:lnTo>
                <a:lnTo>
                  <a:pt x="3068148" y="234200"/>
                </a:lnTo>
                <a:cubicBezTo>
                  <a:pt x="3067951" y="234463"/>
                  <a:pt x="3067360" y="234660"/>
                  <a:pt x="3067360" y="234660"/>
                </a:cubicBezTo>
                <a:lnTo>
                  <a:pt x="3058295" y="234660"/>
                </a:lnTo>
                <a:cubicBezTo>
                  <a:pt x="3057968" y="234660"/>
                  <a:pt x="3057507" y="234200"/>
                  <a:pt x="3057507" y="234200"/>
                </a:cubicBezTo>
                <a:lnTo>
                  <a:pt x="3052974" y="226318"/>
                </a:lnTo>
                <a:cubicBezTo>
                  <a:pt x="3052843" y="226055"/>
                  <a:pt x="3052974" y="225464"/>
                  <a:pt x="3052974" y="225464"/>
                </a:cubicBezTo>
                <a:lnTo>
                  <a:pt x="3057507" y="217582"/>
                </a:lnTo>
                <a:lnTo>
                  <a:pt x="3057580" y="217540"/>
                </a:lnTo>
                <a:lnTo>
                  <a:pt x="3057621" y="217468"/>
                </a:lnTo>
                <a:cubicBezTo>
                  <a:pt x="3057821" y="217206"/>
                  <a:pt x="3058406" y="217009"/>
                  <a:pt x="3058406" y="217009"/>
                </a:cubicBezTo>
                <a:close/>
                <a:moveTo>
                  <a:pt x="2803806" y="217009"/>
                </a:moveTo>
                <a:lnTo>
                  <a:pt x="2812869" y="217009"/>
                </a:lnTo>
                <a:cubicBezTo>
                  <a:pt x="2813198" y="217009"/>
                  <a:pt x="2813658" y="217468"/>
                  <a:pt x="2813658" y="217468"/>
                </a:cubicBezTo>
                <a:lnTo>
                  <a:pt x="2818189" y="225350"/>
                </a:lnTo>
                <a:cubicBezTo>
                  <a:pt x="2818321" y="225613"/>
                  <a:pt x="2818189" y="226204"/>
                  <a:pt x="2818189" y="226204"/>
                </a:cubicBezTo>
                <a:lnTo>
                  <a:pt x="2813658" y="234086"/>
                </a:lnTo>
                <a:lnTo>
                  <a:pt x="2813623" y="234107"/>
                </a:lnTo>
                <a:lnTo>
                  <a:pt x="2813596" y="234153"/>
                </a:lnTo>
                <a:cubicBezTo>
                  <a:pt x="2813399" y="234416"/>
                  <a:pt x="2812808" y="234613"/>
                  <a:pt x="2812808" y="234613"/>
                </a:cubicBezTo>
                <a:lnTo>
                  <a:pt x="2803744" y="234613"/>
                </a:lnTo>
                <a:cubicBezTo>
                  <a:pt x="2803414" y="234613"/>
                  <a:pt x="2802955" y="234153"/>
                  <a:pt x="2802955" y="234153"/>
                </a:cubicBezTo>
                <a:lnTo>
                  <a:pt x="2798423" y="226271"/>
                </a:lnTo>
                <a:cubicBezTo>
                  <a:pt x="2798292" y="226008"/>
                  <a:pt x="2798423" y="225417"/>
                  <a:pt x="2798423" y="225417"/>
                </a:cubicBezTo>
                <a:lnTo>
                  <a:pt x="2802955" y="217535"/>
                </a:lnTo>
                <a:lnTo>
                  <a:pt x="2802991" y="217515"/>
                </a:lnTo>
                <a:lnTo>
                  <a:pt x="2803017" y="217468"/>
                </a:lnTo>
                <a:cubicBezTo>
                  <a:pt x="2803214" y="217206"/>
                  <a:pt x="2803806" y="217009"/>
                  <a:pt x="2803806" y="217009"/>
                </a:cubicBezTo>
                <a:close/>
                <a:moveTo>
                  <a:pt x="2549523" y="217009"/>
                </a:moveTo>
                <a:lnTo>
                  <a:pt x="2558588" y="217009"/>
                </a:lnTo>
                <a:cubicBezTo>
                  <a:pt x="2558917" y="217009"/>
                  <a:pt x="2559376" y="217468"/>
                  <a:pt x="2559376" y="217468"/>
                </a:cubicBezTo>
                <a:lnTo>
                  <a:pt x="2563910" y="225350"/>
                </a:lnTo>
                <a:lnTo>
                  <a:pt x="2563910" y="225500"/>
                </a:lnTo>
                <a:lnTo>
                  <a:pt x="2563911" y="225502"/>
                </a:lnTo>
                <a:cubicBezTo>
                  <a:pt x="2564042" y="225765"/>
                  <a:pt x="2563911" y="226356"/>
                  <a:pt x="2563911" y="226356"/>
                </a:cubicBezTo>
                <a:lnTo>
                  <a:pt x="2559377" y="234238"/>
                </a:lnTo>
                <a:cubicBezTo>
                  <a:pt x="2559181" y="234501"/>
                  <a:pt x="2558590" y="234698"/>
                  <a:pt x="2558590" y="234698"/>
                </a:cubicBezTo>
                <a:lnTo>
                  <a:pt x="2549524" y="234698"/>
                </a:lnTo>
                <a:cubicBezTo>
                  <a:pt x="2549197" y="234698"/>
                  <a:pt x="2548736" y="234238"/>
                  <a:pt x="2548736" y="234238"/>
                </a:cubicBezTo>
                <a:lnTo>
                  <a:pt x="2544204" y="226356"/>
                </a:lnTo>
                <a:lnTo>
                  <a:pt x="2544204" y="226204"/>
                </a:lnTo>
                <a:lnTo>
                  <a:pt x="2544204" y="225502"/>
                </a:lnTo>
                <a:lnTo>
                  <a:pt x="2544204" y="225350"/>
                </a:lnTo>
                <a:lnTo>
                  <a:pt x="2548736" y="217468"/>
                </a:lnTo>
                <a:cubicBezTo>
                  <a:pt x="2548932" y="217206"/>
                  <a:pt x="2549523" y="217009"/>
                  <a:pt x="2549523" y="217009"/>
                </a:cubicBezTo>
                <a:close/>
                <a:moveTo>
                  <a:pt x="2295107" y="217009"/>
                </a:moveTo>
                <a:lnTo>
                  <a:pt x="2304173" y="217009"/>
                </a:lnTo>
                <a:cubicBezTo>
                  <a:pt x="2304501" y="217009"/>
                  <a:pt x="2304961" y="217468"/>
                  <a:pt x="2304961" y="217468"/>
                </a:cubicBezTo>
                <a:lnTo>
                  <a:pt x="2309492" y="225350"/>
                </a:lnTo>
                <a:lnTo>
                  <a:pt x="2309492" y="225416"/>
                </a:lnTo>
                <a:lnTo>
                  <a:pt x="2309554" y="225524"/>
                </a:lnTo>
                <a:cubicBezTo>
                  <a:pt x="2309686" y="225787"/>
                  <a:pt x="2309554" y="226378"/>
                  <a:pt x="2309554" y="226378"/>
                </a:cubicBezTo>
                <a:lnTo>
                  <a:pt x="2305023" y="234260"/>
                </a:lnTo>
                <a:cubicBezTo>
                  <a:pt x="2304827" y="234523"/>
                  <a:pt x="2304234" y="234720"/>
                  <a:pt x="2304234" y="234720"/>
                </a:cubicBezTo>
                <a:lnTo>
                  <a:pt x="2295170" y="234720"/>
                </a:lnTo>
                <a:cubicBezTo>
                  <a:pt x="2294842" y="234720"/>
                  <a:pt x="2294383" y="234260"/>
                  <a:pt x="2294383" y="234260"/>
                </a:cubicBezTo>
                <a:lnTo>
                  <a:pt x="2289850" y="226378"/>
                </a:lnTo>
                <a:lnTo>
                  <a:pt x="2289850" y="226312"/>
                </a:lnTo>
                <a:lnTo>
                  <a:pt x="2289788" y="226204"/>
                </a:lnTo>
                <a:cubicBezTo>
                  <a:pt x="2289657" y="225941"/>
                  <a:pt x="2289788" y="225350"/>
                  <a:pt x="2289788" y="225350"/>
                </a:cubicBezTo>
                <a:lnTo>
                  <a:pt x="2294319" y="217468"/>
                </a:lnTo>
                <a:cubicBezTo>
                  <a:pt x="2294516" y="217206"/>
                  <a:pt x="2295107" y="217009"/>
                  <a:pt x="2295107" y="217009"/>
                </a:cubicBezTo>
                <a:close/>
                <a:moveTo>
                  <a:pt x="2040592" y="217009"/>
                </a:moveTo>
                <a:lnTo>
                  <a:pt x="2049655" y="217009"/>
                </a:lnTo>
                <a:cubicBezTo>
                  <a:pt x="2049984" y="217009"/>
                  <a:pt x="2050443" y="217468"/>
                  <a:pt x="2050443" y="217468"/>
                </a:cubicBezTo>
                <a:lnTo>
                  <a:pt x="2050469" y="217513"/>
                </a:lnTo>
                <a:lnTo>
                  <a:pt x="2050681" y="217637"/>
                </a:lnTo>
                <a:lnTo>
                  <a:pt x="2055213" y="225517"/>
                </a:lnTo>
                <a:cubicBezTo>
                  <a:pt x="2055344" y="225780"/>
                  <a:pt x="2055213" y="226372"/>
                  <a:pt x="2055213" y="226372"/>
                </a:cubicBezTo>
                <a:lnTo>
                  <a:pt x="2050681" y="234254"/>
                </a:lnTo>
                <a:cubicBezTo>
                  <a:pt x="2050484" y="234516"/>
                  <a:pt x="2049893" y="234715"/>
                  <a:pt x="2049893" y="234715"/>
                </a:cubicBezTo>
                <a:lnTo>
                  <a:pt x="2040827" y="234715"/>
                </a:lnTo>
                <a:lnTo>
                  <a:pt x="2040752" y="234671"/>
                </a:lnTo>
                <a:lnTo>
                  <a:pt x="2040693" y="234671"/>
                </a:lnTo>
                <a:cubicBezTo>
                  <a:pt x="2040363" y="234671"/>
                  <a:pt x="2039905" y="234210"/>
                  <a:pt x="2039905" y="234210"/>
                </a:cubicBezTo>
                <a:lnTo>
                  <a:pt x="2039850" y="234114"/>
                </a:lnTo>
                <a:lnTo>
                  <a:pt x="2039802" y="234086"/>
                </a:lnTo>
                <a:lnTo>
                  <a:pt x="2035271" y="226204"/>
                </a:lnTo>
                <a:cubicBezTo>
                  <a:pt x="2035139" y="225941"/>
                  <a:pt x="2035271" y="225350"/>
                  <a:pt x="2035271" y="225350"/>
                </a:cubicBezTo>
                <a:lnTo>
                  <a:pt x="2039802" y="217468"/>
                </a:lnTo>
                <a:cubicBezTo>
                  <a:pt x="2039999" y="217206"/>
                  <a:pt x="2040592" y="217009"/>
                  <a:pt x="2040592" y="217009"/>
                </a:cubicBezTo>
                <a:close/>
                <a:moveTo>
                  <a:pt x="1786198" y="217009"/>
                </a:moveTo>
                <a:lnTo>
                  <a:pt x="1795261" y="217009"/>
                </a:lnTo>
                <a:cubicBezTo>
                  <a:pt x="1795591" y="217009"/>
                  <a:pt x="1796051" y="217468"/>
                  <a:pt x="1796051" y="217468"/>
                </a:cubicBezTo>
                <a:lnTo>
                  <a:pt x="1796058" y="217479"/>
                </a:lnTo>
                <a:lnTo>
                  <a:pt x="1796329" y="217637"/>
                </a:lnTo>
                <a:lnTo>
                  <a:pt x="1800861" y="225519"/>
                </a:lnTo>
                <a:cubicBezTo>
                  <a:pt x="1800992" y="225781"/>
                  <a:pt x="1800861" y="226372"/>
                  <a:pt x="1800861" y="226372"/>
                </a:cubicBezTo>
                <a:lnTo>
                  <a:pt x="1796329" y="234256"/>
                </a:lnTo>
                <a:cubicBezTo>
                  <a:pt x="1796132" y="234518"/>
                  <a:pt x="1795540" y="234716"/>
                  <a:pt x="1795540" y="234716"/>
                </a:cubicBezTo>
                <a:lnTo>
                  <a:pt x="1786477" y="234716"/>
                </a:lnTo>
                <a:lnTo>
                  <a:pt x="1786333" y="234631"/>
                </a:lnTo>
                <a:lnTo>
                  <a:pt x="1786188" y="234631"/>
                </a:lnTo>
                <a:cubicBezTo>
                  <a:pt x="1785861" y="234631"/>
                  <a:pt x="1785400" y="234171"/>
                  <a:pt x="1785400" y="234171"/>
                </a:cubicBezTo>
                <a:lnTo>
                  <a:pt x="1780868" y="226288"/>
                </a:lnTo>
                <a:cubicBezTo>
                  <a:pt x="1780737" y="226026"/>
                  <a:pt x="1780868" y="225435"/>
                  <a:pt x="1780868" y="225435"/>
                </a:cubicBezTo>
                <a:lnTo>
                  <a:pt x="1780878" y="225418"/>
                </a:lnTo>
                <a:lnTo>
                  <a:pt x="1780878" y="225350"/>
                </a:lnTo>
                <a:lnTo>
                  <a:pt x="1785410" y="217468"/>
                </a:lnTo>
                <a:cubicBezTo>
                  <a:pt x="1785607" y="217206"/>
                  <a:pt x="1786198" y="217009"/>
                  <a:pt x="1786198" y="217009"/>
                </a:cubicBezTo>
                <a:close/>
                <a:moveTo>
                  <a:pt x="1531912" y="217009"/>
                </a:moveTo>
                <a:lnTo>
                  <a:pt x="1540977" y="217009"/>
                </a:lnTo>
                <a:cubicBezTo>
                  <a:pt x="1541303" y="217009"/>
                  <a:pt x="1541764" y="217468"/>
                  <a:pt x="1541764" y="217468"/>
                </a:cubicBezTo>
                <a:lnTo>
                  <a:pt x="1546297" y="225350"/>
                </a:lnTo>
                <a:cubicBezTo>
                  <a:pt x="1546428" y="225613"/>
                  <a:pt x="1546297" y="226204"/>
                  <a:pt x="1546297" y="226204"/>
                </a:cubicBezTo>
                <a:lnTo>
                  <a:pt x="1541764" y="234086"/>
                </a:lnTo>
                <a:lnTo>
                  <a:pt x="1541725" y="234109"/>
                </a:lnTo>
                <a:lnTo>
                  <a:pt x="1541698" y="234155"/>
                </a:lnTo>
                <a:cubicBezTo>
                  <a:pt x="1541501" y="234418"/>
                  <a:pt x="1540908" y="234615"/>
                  <a:pt x="1540908" y="234615"/>
                </a:cubicBezTo>
                <a:lnTo>
                  <a:pt x="1540866" y="234615"/>
                </a:lnTo>
                <a:lnTo>
                  <a:pt x="1540856" y="234622"/>
                </a:lnTo>
                <a:lnTo>
                  <a:pt x="1531792" y="234622"/>
                </a:lnTo>
                <a:cubicBezTo>
                  <a:pt x="1531463" y="234622"/>
                  <a:pt x="1531003" y="234162"/>
                  <a:pt x="1531003" y="234162"/>
                </a:cubicBezTo>
                <a:lnTo>
                  <a:pt x="1526470" y="226279"/>
                </a:lnTo>
                <a:cubicBezTo>
                  <a:pt x="1526340" y="226016"/>
                  <a:pt x="1526470" y="225425"/>
                  <a:pt x="1526470" y="225425"/>
                </a:cubicBezTo>
                <a:lnTo>
                  <a:pt x="1531003" y="217544"/>
                </a:lnTo>
                <a:lnTo>
                  <a:pt x="1531121" y="217475"/>
                </a:lnTo>
                <a:lnTo>
                  <a:pt x="1531125" y="217468"/>
                </a:lnTo>
                <a:cubicBezTo>
                  <a:pt x="1531322" y="217206"/>
                  <a:pt x="1531912" y="217009"/>
                  <a:pt x="1531912" y="217009"/>
                </a:cubicBezTo>
                <a:close/>
                <a:moveTo>
                  <a:pt x="1277435" y="217009"/>
                </a:moveTo>
                <a:lnTo>
                  <a:pt x="1286499" y="217009"/>
                </a:lnTo>
                <a:cubicBezTo>
                  <a:pt x="1286830" y="217009"/>
                  <a:pt x="1287288" y="217468"/>
                  <a:pt x="1287288" y="217468"/>
                </a:cubicBezTo>
                <a:lnTo>
                  <a:pt x="1291821" y="225350"/>
                </a:lnTo>
                <a:cubicBezTo>
                  <a:pt x="1291952" y="225613"/>
                  <a:pt x="1291821" y="226204"/>
                  <a:pt x="1291821" y="226204"/>
                </a:cubicBezTo>
                <a:lnTo>
                  <a:pt x="1287288" y="234086"/>
                </a:lnTo>
                <a:cubicBezTo>
                  <a:pt x="1287091" y="234349"/>
                  <a:pt x="1286499" y="234545"/>
                  <a:pt x="1286499" y="234545"/>
                </a:cubicBezTo>
                <a:lnTo>
                  <a:pt x="1277435" y="234545"/>
                </a:lnTo>
                <a:cubicBezTo>
                  <a:pt x="1277107" y="234545"/>
                  <a:pt x="1276647" y="234086"/>
                  <a:pt x="1276647" y="234086"/>
                </a:cubicBezTo>
                <a:lnTo>
                  <a:pt x="1272114" y="226204"/>
                </a:lnTo>
                <a:cubicBezTo>
                  <a:pt x="1271984" y="225941"/>
                  <a:pt x="1272114" y="225350"/>
                  <a:pt x="1272114" y="225350"/>
                </a:cubicBezTo>
                <a:lnTo>
                  <a:pt x="1276647" y="217468"/>
                </a:lnTo>
                <a:cubicBezTo>
                  <a:pt x="1276844" y="217206"/>
                  <a:pt x="1277435" y="217009"/>
                  <a:pt x="1277435" y="217009"/>
                </a:cubicBezTo>
                <a:close/>
                <a:moveTo>
                  <a:pt x="1023047" y="217009"/>
                </a:moveTo>
                <a:lnTo>
                  <a:pt x="1032112" y="217009"/>
                </a:lnTo>
                <a:cubicBezTo>
                  <a:pt x="1032440" y="217009"/>
                  <a:pt x="1032899" y="217468"/>
                  <a:pt x="1032899" y="217468"/>
                </a:cubicBezTo>
                <a:lnTo>
                  <a:pt x="1032962" y="217578"/>
                </a:lnTo>
                <a:lnTo>
                  <a:pt x="1033081" y="217647"/>
                </a:lnTo>
                <a:lnTo>
                  <a:pt x="1037612" y="225527"/>
                </a:lnTo>
                <a:cubicBezTo>
                  <a:pt x="1037742" y="225790"/>
                  <a:pt x="1037612" y="226381"/>
                  <a:pt x="1037612" y="226381"/>
                </a:cubicBezTo>
                <a:lnTo>
                  <a:pt x="1033081" y="234265"/>
                </a:lnTo>
                <a:cubicBezTo>
                  <a:pt x="1032883" y="234527"/>
                  <a:pt x="1032291" y="234723"/>
                  <a:pt x="1032291" y="234723"/>
                </a:cubicBezTo>
                <a:lnTo>
                  <a:pt x="1023227" y="234723"/>
                </a:lnTo>
                <a:lnTo>
                  <a:pt x="1023097" y="234647"/>
                </a:lnTo>
                <a:lnTo>
                  <a:pt x="1023079" y="234647"/>
                </a:lnTo>
                <a:cubicBezTo>
                  <a:pt x="1022751" y="234647"/>
                  <a:pt x="1022292" y="234187"/>
                  <a:pt x="1022292" y="234187"/>
                </a:cubicBezTo>
                <a:lnTo>
                  <a:pt x="1017759" y="226304"/>
                </a:lnTo>
                <a:lnTo>
                  <a:pt x="1017759" y="226261"/>
                </a:lnTo>
                <a:lnTo>
                  <a:pt x="1017726" y="226204"/>
                </a:lnTo>
                <a:cubicBezTo>
                  <a:pt x="1017596" y="225941"/>
                  <a:pt x="1017726" y="225350"/>
                  <a:pt x="1017726" y="225350"/>
                </a:cubicBezTo>
                <a:lnTo>
                  <a:pt x="1022260" y="217468"/>
                </a:lnTo>
                <a:cubicBezTo>
                  <a:pt x="1022456" y="217206"/>
                  <a:pt x="1023047" y="217009"/>
                  <a:pt x="1023047" y="217009"/>
                </a:cubicBezTo>
                <a:close/>
                <a:moveTo>
                  <a:pt x="768683" y="217009"/>
                </a:moveTo>
                <a:lnTo>
                  <a:pt x="777746" y="217009"/>
                </a:lnTo>
                <a:cubicBezTo>
                  <a:pt x="778075" y="217009"/>
                  <a:pt x="778535" y="217468"/>
                  <a:pt x="778535" y="217468"/>
                </a:cubicBezTo>
                <a:lnTo>
                  <a:pt x="778610" y="217598"/>
                </a:lnTo>
                <a:lnTo>
                  <a:pt x="778670" y="217633"/>
                </a:lnTo>
                <a:lnTo>
                  <a:pt x="783201" y="225513"/>
                </a:lnTo>
                <a:cubicBezTo>
                  <a:pt x="783333" y="225777"/>
                  <a:pt x="783201" y="226368"/>
                  <a:pt x="783201" y="226368"/>
                </a:cubicBezTo>
                <a:lnTo>
                  <a:pt x="778670" y="234250"/>
                </a:lnTo>
                <a:cubicBezTo>
                  <a:pt x="778473" y="234513"/>
                  <a:pt x="777881" y="234710"/>
                  <a:pt x="777881" y="234710"/>
                </a:cubicBezTo>
                <a:lnTo>
                  <a:pt x="768818" y="234710"/>
                </a:lnTo>
                <a:lnTo>
                  <a:pt x="768755" y="234674"/>
                </a:lnTo>
                <a:lnTo>
                  <a:pt x="768683" y="234674"/>
                </a:lnTo>
                <a:cubicBezTo>
                  <a:pt x="768355" y="234674"/>
                  <a:pt x="767895" y="234214"/>
                  <a:pt x="767895" y="234214"/>
                </a:cubicBezTo>
                <a:lnTo>
                  <a:pt x="763362" y="226332"/>
                </a:lnTo>
                <a:cubicBezTo>
                  <a:pt x="763231" y="226068"/>
                  <a:pt x="763362" y="225478"/>
                  <a:pt x="763362" y="225478"/>
                </a:cubicBezTo>
                <a:lnTo>
                  <a:pt x="763363" y="225476"/>
                </a:lnTo>
                <a:lnTo>
                  <a:pt x="763363" y="225350"/>
                </a:lnTo>
                <a:lnTo>
                  <a:pt x="767895" y="217468"/>
                </a:lnTo>
                <a:cubicBezTo>
                  <a:pt x="768092" y="217206"/>
                  <a:pt x="768683" y="217009"/>
                  <a:pt x="768683" y="217009"/>
                </a:cubicBezTo>
                <a:close/>
                <a:moveTo>
                  <a:pt x="514208" y="217009"/>
                </a:moveTo>
                <a:lnTo>
                  <a:pt x="523270" y="217009"/>
                </a:lnTo>
                <a:cubicBezTo>
                  <a:pt x="523600" y="217009"/>
                  <a:pt x="524060" y="217468"/>
                  <a:pt x="524060" y="217468"/>
                </a:cubicBezTo>
                <a:lnTo>
                  <a:pt x="524122" y="217575"/>
                </a:lnTo>
                <a:lnTo>
                  <a:pt x="524166" y="217601"/>
                </a:lnTo>
                <a:lnTo>
                  <a:pt x="528698" y="225482"/>
                </a:lnTo>
                <a:cubicBezTo>
                  <a:pt x="528829" y="225745"/>
                  <a:pt x="528698" y="226336"/>
                  <a:pt x="528698" y="226336"/>
                </a:cubicBezTo>
                <a:lnTo>
                  <a:pt x="524166" y="234219"/>
                </a:lnTo>
                <a:cubicBezTo>
                  <a:pt x="523969" y="234481"/>
                  <a:pt x="523378" y="234678"/>
                  <a:pt x="523378" y="234678"/>
                </a:cubicBezTo>
                <a:lnTo>
                  <a:pt x="514315" y="234678"/>
                </a:lnTo>
                <a:lnTo>
                  <a:pt x="514286" y="234662"/>
                </a:lnTo>
                <a:lnTo>
                  <a:pt x="514282" y="234662"/>
                </a:lnTo>
                <a:cubicBezTo>
                  <a:pt x="513952" y="234662"/>
                  <a:pt x="513493" y="234202"/>
                  <a:pt x="513493" y="234202"/>
                </a:cubicBezTo>
                <a:lnTo>
                  <a:pt x="513430" y="234092"/>
                </a:lnTo>
                <a:lnTo>
                  <a:pt x="513420" y="234086"/>
                </a:lnTo>
                <a:lnTo>
                  <a:pt x="508887" y="226204"/>
                </a:lnTo>
                <a:cubicBezTo>
                  <a:pt x="508756" y="225941"/>
                  <a:pt x="508887" y="225350"/>
                  <a:pt x="508887" y="225350"/>
                </a:cubicBezTo>
                <a:lnTo>
                  <a:pt x="513420" y="217468"/>
                </a:lnTo>
                <a:cubicBezTo>
                  <a:pt x="513617" y="217206"/>
                  <a:pt x="514208" y="217009"/>
                  <a:pt x="514208" y="217009"/>
                </a:cubicBezTo>
                <a:close/>
                <a:moveTo>
                  <a:pt x="259893" y="217009"/>
                </a:moveTo>
                <a:lnTo>
                  <a:pt x="268957" y="217009"/>
                </a:lnTo>
                <a:cubicBezTo>
                  <a:pt x="269285" y="217009"/>
                  <a:pt x="269745" y="217468"/>
                  <a:pt x="269745" y="217468"/>
                </a:cubicBezTo>
                <a:lnTo>
                  <a:pt x="269832" y="217619"/>
                </a:lnTo>
                <a:lnTo>
                  <a:pt x="269878" y="217646"/>
                </a:lnTo>
                <a:lnTo>
                  <a:pt x="274409" y="225527"/>
                </a:lnTo>
                <a:cubicBezTo>
                  <a:pt x="274541" y="225790"/>
                  <a:pt x="274409" y="226381"/>
                  <a:pt x="274409" y="226381"/>
                </a:cubicBezTo>
                <a:lnTo>
                  <a:pt x="269878" y="234264"/>
                </a:lnTo>
                <a:cubicBezTo>
                  <a:pt x="269681" y="234526"/>
                  <a:pt x="269089" y="234723"/>
                  <a:pt x="269089" y="234723"/>
                </a:cubicBezTo>
                <a:lnTo>
                  <a:pt x="260026" y="234723"/>
                </a:lnTo>
                <a:lnTo>
                  <a:pt x="260010" y="234715"/>
                </a:lnTo>
                <a:lnTo>
                  <a:pt x="260009" y="234715"/>
                </a:lnTo>
                <a:cubicBezTo>
                  <a:pt x="259680" y="234715"/>
                  <a:pt x="259220" y="234255"/>
                  <a:pt x="259220" y="234255"/>
                </a:cubicBezTo>
                <a:lnTo>
                  <a:pt x="259133" y="234103"/>
                </a:lnTo>
                <a:lnTo>
                  <a:pt x="259104" y="234086"/>
                </a:lnTo>
                <a:lnTo>
                  <a:pt x="254572" y="226204"/>
                </a:lnTo>
                <a:cubicBezTo>
                  <a:pt x="254440" y="225941"/>
                  <a:pt x="254572" y="225350"/>
                  <a:pt x="254572" y="225350"/>
                </a:cubicBezTo>
                <a:lnTo>
                  <a:pt x="259104" y="217468"/>
                </a:lnTo>
                <a:cubicBezTo>
                  <a:pt x="259301" y="217206"/>
                  <a:pt x="259893" y="217009"/>
                  <a:pt x="259893" y="217009"/>
                </a:cubicBezTo>
                <a:close/>
                <a:moveTo>
                  <a:pt x="5445" y="217009"/>
                </a:moveTo>
                <a:lnTo>
                  <a:pt x="14509" y="217009"/>
                </a:lnTo>
                <a:cubicBezTo>
                  <a:pt x="14837" y="217009"/>
                  <a:pt x="15297" y="217468"/>
                  <a:pt x="15297" y="217468"/>
                </a:cubicBezTo>
                <a:lnTo>
                  <a:pt x="19830" y="225350"/>
                </a:lnTo>
                <a:cubicBezTo>
                  <a:pt x="19962" y="225613"/>
                  <a:pt x="19830" y="226204"/>
                  <a:pt x="19830" y="226204"/>
                </a:cubicBezTo>
                <a:lnTo>
                  <a:pt x="15297" y="234086"/>
                </a:lnTo>
                <a:cubicBezTo>
                  <a:pt x="15100" y="234349"/>
                  <a:pt x="14509" y="234545"/>
                  <a:pt x="14509" y="234545"/>
                </a:cubicBezTo>
                <a:lnTo>
                  <a:pt x="5445" y="234545"/>
                </a:lnTo>
                <a:cubicBezTo>
                  <a:pt x="5117" y="234545"/>
                  <a:pt x="4657" y="234086"/>
                  <a:pt x="4657" y="234086"/>
                </a:cubicBezTo>
                <a:lnTo>
                  <a:pt x="124" y="226204"/>
                </a:lnTo>
                <a:cubicBezTo>
                  <a:pt x="-7" y="225941"/>
                  <a:pt x="124" y="225350"/>
                  <a:pt x="124" y="225350"/>
                </a:cubicBezTo>
                <a:lnTo>
                  <a:pt x="4657" y="217468"/>
                </a:lnTo>
                <a:cubicBezTo>
                  <a:pt x="4854" y="217206"/>
                  <a:pt x="5445" y="217009"/>
                  <a:pt x="5445" y="217009"/>
                </a:cubicBezTo>
                <a:close/>
                <a:moveTo>
                  <a:pt x="8909274" y="116"/>
                </a:moveTo>
                <a:lnTo>
                  <a:pt x="8918336" y="116"/>
                </a:lnTo>
                <a:cubicBezTo>
                  <a:pt x="8918666" y="116"/>
                  <a:pt x="8919125" y="575"/>
                  <a:pt x="8919125" y="575"/>
                </a:cubicBezTo>
                <a:lnTo>
                  <a:pt x="8923657" y="8456"/>
                </a:lnTo>
                <a:cubicBezTo>
                  <a:pt x="8923789" y="8720"/>
                  <a:pt x="8923657" y="9311"/>
                  <a:pt x="8923657" y="9311"/>
                </a:cubicBezTo>
                <a:lnTo>
                  <a:pt x="8919125" y="17194"/>
                </a:lnTo>
                <a:cubicBezTo>
                  <a:pt x="8918928" y="17455"/>
                  <a:pt x="8918336" y="17652"/>
                  <a:pt x="8918336" y="17652"/>
                </a:cubicBezTo>
                <a:lnTo>
                  <a:pt x="8909274" y="17652"/>
                </a:lnTo>
                <a:cubicBezTo>
                  <a:pt x="8908945" y="17652"/>
                  <a:pt x="8908484" y="17194"/>
                  <a:pt x="8908484" y="17194"/>
                </a:cubicBezTo>
                <a:lnTo>
                  <a:pt x="8903953" y="9311"/>
                </a:lnTo>
                <a:cubicBezTo>
                  <a:pt x="8903821" y="9048"/>
                  <a:pt x="8903953" y="8456"/>
                  <a:pt x="8903953" y="8456"/>
                </a:cubicBezTo>
                <a:lnTo>
                  <a:pt x="8908484" y="575"/>
                </a:lnTo>
                <a:cubicBezTo>
                  <a:pt x="8908681" y="313"/>
                  <a:pt x="8909274" y="116"/>
                  <a:pt x="8909274" y="116"/>
                </a:cubicBezTo>
                <a:close/>
                <a:moveTo>
                  <a:pt x="5856508" y="116"/>
                </a:moveTo>
                <a:lnTo>
                  <a:pt x="5865571" y="116"/>
                </a:lnTo>
                <a:cubicBezTo>
                  <a:pt x="5865900" y="116"/>
                  <a:pt x="5866359" y="577"/>
                  <a:pt x="5866359" y="577"/>
                </a:cubicBezTo>
                <a:lnTo>
                  <a:pt x="5870891" y="8457"/>
                </a:lnTo>
                <a:cubicBezTo>
                  <a:pt x="5871023" y="8720"/>
                  <a:pt x="5870891" y="9311"/>
                  <a:pt x="5870891" y="9311"/>
                </a:cubicBezTo>
                <a:lnTo>
                  <a:pt x="5866359" y="17194"/>
                </a:lnTo>
                <a:cubicBezTo>
                  <a:pt x="5866163" y="17456"/>
                  <a:pt x="5865571" y="17653"/>
                  <a:pt x="5865571" y="17653"/>
                </a:cubicBezTo>
                <a:lnTo>
                  <a:pt x="5856508" y="17653"/>
                </a:lnTo>
                <a:cubicBezTo>
                  <a:pt x="5856178" y="17653"/>
                  <a:pt x="5855720" y="17194"/>
                  <a:pt x="5855720" y="17194"/>
                </a:cubicBezTo>
                <a:lnTo>
                  <a:pt x="5851187" y="9311"/>
                </a:lnTo>
                <a:cubicBezTo>
                  <a:pt x="5851055" y="9048"/>
                  <a:pt x="5851187" y="8457"/>
                  <a:pt x="5851187" y="8457"/>
                </a:cubicBezTo>
                <a:lnTo>
                  <a:pt x="5855720" y="577"/>
                </a:lnTo>
                <a:cubicBezTo>
                  <a:pt x="5855916" y="313"/>
                  <a:pt x="5856508" y="116"/>
                  <a:pt x="5856508" y="116"/>
                </a:cubicBezTo>
                <a:close/>
                <a:moveTo>
                  <a:pt x="7128477" y="115"/>
                </a:moveTo>
                <a:lnTo>
                  <a:pt x="7137540" y="115"/>
                </a:lnTo>
                <a:cubicBezTo>
                  <a:pt x="7137869" y="115"/>
                  <a:pt x="7138328" y="575"/>
                  <a:pt x="7138328" y="575"/>
                </a:cubicBezTo>
                <a:lnTo>
                  <a:pt x="7142860" y="8456"/>
                </a:lnTo>
                <a:cubicBezTo>
                  <a:pt x="7142992" y="8719"/>
                  <a:pt x="7142860" y="9310"/>
                  <a:pt x="7142860" y="9310"/>
                </a:cubicBezTo>
                <a:lnTo>
                  <a:pt x="7138328" y="17191"/>
                </a:lnTo>
                <a:cubicBezTo>
                  <a:pt x="7138131" y="17455"/>
                  <a:pt x="7137540" y="17652"/>
                  <a:pt x="7137540" y="17652"/>
                </a:cubicBezTo>
                <a:lnTo>
                  <a:pt x="7128477" y="17652"/>
                </a:lnTo>
                <a:cubicBezTo>
                  <a:pt x="7128148" y="17652"/>
                  <a:pt x="7127689" y="17191"/>
                  <a:pt x="7127689" y="17191"/>
                </a:cubicBezTo>
                <a:lnTo>
                  <a:pt x="7123156" y="9310"/>
                </a:lnTo>
                <a:cubicBezTo>
                  <a:pt x="7123024" y="9047"/>
                  <a:pt x="7123156" y="8456"/>
                  <a:pt x="7123156" y="8456"/>
                </a:cubicBezTo>
                <a:lnTo>
                  <a:pt x="7127689" y="575"/>
                </a:lnTo>
                <a:cubicBezTo>
                  <a:pt x="7127885" y="312"/>
                  <a:pt x="7128477" y="115"/>
                  <a:pt x="7128477" y="115"/>
                </a:cubicBezTo>
                <a:close/>
                <a:moveTo>
                  <a:pt x="4584538" y="109"/>
                </a:moveTo>
                <a:lnTo>
                  <a:pt x="4593603" y="109"/>
                </a:lnTo>
                <a:cubicBezTo>
                  <a:pt x="4593932" y="109"/>
                  <a:pt x="4594390" y="569"/>
                  <a:pt x="4594390" y="569"/>
                </a:cubicBezTo>
                <a:lnTo>
                  <a:pt x="4598922" y="8450"/>
                </a:lnTo>
                <a:cubicBezTo>
                  <a:pt x="4599054" y="8713"/>
                  <a:pt x="4598922" y="9303"/>
                  <a:pt x="4598922" y="9303"/>
                </a:cubicBezTo>
                <a:lnTo>
                  <a:pt x="4594390" y="17186"/>
                </a:lnTo>
                <a:cubicBezTo>
                  <a:pt x="4594193" y="17449"/>
                  <a:pt x="4593603" y="17646"/>
                  <a:pt x="4593603" y="17646"/>
                </a:cubicBezTo>
                <a:lnTo>
                  <a:pt x="4584538" y="17646"/>
                </a:lnTo>
                <a:cubicBezTo>
                  <a:pt x="4584210" y="17646"/>
                  <a:pt x="4583749" y="17186"/>
                  <a:pt x="4583749" y="17186"/>
                </a:cubicBezTo>
                <a:lnTo>
                  <a:pt x="4579218" y="9303"/>
                </a:lnTo>
                <a:cubicBezTo>
                  <a:pt x="4579087" y="9041"/>
                  <a:pt x="4579218" y="8450"/>
                  <a:pt x="4579218" y="8450"/>
                </a:cubicBezTo>
                <a:lnTo>
                  <a:pt x="4583749" y="569"/>
                </a:lnTo>
                <a:cubicBezTo>
                  <a:pt x="4583948" y="307"/>
                  <a:pt x="4584538" y="109"/>
                  <a:pt x="4584538" y="109"/>
                </a:cubicBezTo>
                <a:close/>
                <a:moveTo>
                  <a:pt x="4076010" y="109"/>
                </a:moveTo>
                <a:lnTo>
                  <a:pt x="4085076" y="109"/>
                </a:lnTo>
                <a:cubicBezTo>
                  <a:pt x="4085402" y="109"/>
                  <a:pt x="4085863" y="567"/>
                  <a:pt x="4085863" y="567"/>
                </a:cubicBezTo>
                <a:lnTo>
                  <a:pt x="4090397" y="8449"/>
                </a:lnTo>
                <a:cubicBezTo>
                  <a:pt x="4090528" y="8711"/>
                  <a:pt x="4090397" y="9302"/>
                  <a:pt x="4090397" y="9302"/>
                </a:cubicBezTo>
                <a:lnTo>
                  <a:pt x="4085863" y="17185"/>
                </a:lnTo>
                <a:cubicBezTo>
                  <a:pt x="4085666" y="17448"/>
                  <a:pt x="4085076" y="17645"/>
                  <a:pt x="4085076" y="17645"/>
                </a:cubicBezTo>
                <a:lnTo>
                  <a:pt x="4076010" y="17645"/>
                </a:lnTo>
                <a:cubicBezTo>
                  <a:pt x="4075682" y="17645"/>
                  <a:pt x="4075224" y="17185"/>
                  <a:pt x="4075224" y="17185"/>
                </a:cubicBezTo>
                <a:lnTo>
                  <a:pt x="4070691" y="9302"/>
                </a:lnTo>
                <a:cubicBezTo>
                  <a:pt x="4070560" y="9040"/>
                  <a:pt x="4070691" y="8449"/>
                  <a:pt x="4070691" y="8449"/>
                </a:cubicBezTo>
                <a:lnTo>
                  <a:pt x="4075224" y="567"/>
                </a:lnTo>
                <a:cubicBezTo>
                  <a:pt x="4075419" y="306"/>
                  <a:pt x="4076010" y="109"/>
                  <a:pt x="4076010" y="109"/>
                </a:cubicBezTo>
                <a:close/>
                <a:moveTo>
                  <a:pt x="7891684" y="103"/>
                </a:moveTo>
                <a:lnTo>
                  <a:pt x="7900748" y="103"/>
                </a:lnTo>
                <a:cubicBezTo>
                  <a:pt x="7901076" y="103"/>
                  <a:pt x="7901536" y="563"/>
                  <a:pt x="7901536" y="563"/>
                </a:cubicBezTo>
                <a:lnTo>
                  <a:pt x="7906067" y="8444"/>
                </a:lnTo>
                <a:cubicBezTo>
                  <a:pt x="7906199" y="8707"/>
                  <a:pt x="7906067" y="9298"/>
                  <a:pt x="7906067" y="9298"/>
                </a:cubicBezTo>
                <a:lnTo>
                  <a:pt x="7901536" y="17180"/>
                </a:lnTo>
                <a:cubicBezTo>
                  <a:pt x="7901339" y="17443"/>
                  <a:pt x="7900748" y="17640"/>
                  <a:pt x="7900748" y="17640"/>
                </a:cubicBezTo>
                <a:lnTo>
                  <a:pt x="7891684" y="17640"/>
                </a:lnTo>
                <a:cubicBezTo>
                  <a:pt x="7891355" y="17640"/>
                  <a:pt x="7890896" y="17180"/>
                  <a:pt x="7890896" y="17180"/>
                </a:cubicBezTo>
                <a:lnTo>
                  <a:pt x="7886363" y="9298"/>
                </a:lnTo>
                <a:cubicBezTo>
                  <a:pt x="7886233" y="9035"/>
                  <a:pt x="7886363" y="8444"/>
                  <a:pt x="7886363" y="8444"/>
                </a:cubicBezTo>
                <a:lnTo>
                  <a:pt x="7890896" y="563"/>
                </a:lnTo>
                <a:cubicBezTo>
                  <a:pt x="7891093" y="300"/>
                  <a:pt x="7891684" y="103"/>
                  <a:pt x="7891684" y="103"/>
                </a:cubicBezTo>
                <a:close/>
                <a:moveTo>
                  <a:pt x="9672481" y="98"/>
                </a:moveTo>
                <a:lnTo>
                  <a:pt x="9681545" y="98"/>
                </a:lnTo>
                <a:cubicBezTo>
                  <a:pt x="9681872" y="98"/>
                  <a:pt x="9682333" y="557"/>
                  <a:pt x="9682333" y="557"/>
                </a:cubicBezTo>
                <a:lnTo>
                  <a:pt x="9686865" y="8439"/>
                </a:lnTo>
                <a:cubicBezTo>
                  <a:pt x="9686996" y="8701"/>
                  <a:pt x="9686865" y="9293"/>
                  <a:pt x="9686865" y="9293"/>
                </a:cubicBezTo>
                <a:lnTo>
                  <a:pt x="9682333" y="17175"/>
                </a:lnTo>
                <a:cubicBezTo>
                  <a:pt x="9682136" y="17438"/>
                  <a:pt x="9681545" y="17635"/>
                  <a:pt x="9681545" y="17635"/>
                </a:cubicBezTo>
                <a:lnTo>
                  <a:pt x="9681495" y="17635"/>
                </a:lnTo>
                <a:lnTo>
                  <a:pt x="9681479" y="17644"/>
                </a:lnTo>
                <a:lnTo>
                  <a:pt x="9672416" y="17644"/>
                </a:lnTo>
                <a:cubicBezTo>
                  <a:pt x="9672086" y="17644"/>
                  <a:pt x="9671627" y="17184"/>
                  <a:pt x="9671627" y="17184"/>
                </a:cubicBezTo>
                <a:lnTo>
                  <a:pt x="9667095" y="9301"/>
                </a:lnTo>
                <a:cubicBezTo>
                  <a:pt x="9666964" y="9039"/>
                  <a:pt x="9667095" y="8447"/>
                  <a:pt x="9667095" y="8447"/>
                </a:cubicBezTo>
                <a:lnTo>
                  <a:pt x="9671627" y="566"/>
                </a:lnTo>
                <a:cubicBezTo>
                  <a:pt x="9671825" y="303"/>
                  <a:pt x="9672416" y="106"/>
                  <a:pt x="9672416" y="106"/>
                </a:cubicBezTo>
                <a:lnTo>
                  <a:pt x="9672466" y="106"/>
                </a:lnTo>
                <a:close/>
                <a:moveTo>
                  <a:pt x="8654892" y="80"/>
                </a:moveTo>
                <a:lnTo>
                  <a:pt x="8663955" y="80"/>
                </a:lnTo>
                <a:cubicBezTo>
                  <a:pt x="8664285" y="80"/>
                  <a:pt x="8664744" y="540"/>
                  <a:pt x="8664744" y="540"/>
                </a:cubicBezTo>
                <a:lnTo>
                  <a:pt x="8669277" y="8421"/>
                </a:lnTo>
                <a:cubicBezTo>
                  <a:pt x="8669408" y="8684"/>
                  <a:pt x="8669277" y="9275"/>
                  <a:pt x="8669277" y="9275"/>
                </a:cubicBezTo>
                <a:lnTo>
                  <a:pt x="8664744" y="17158"/>
                </a:lnTo>
                <a:cubicBezTo>
                  <a:pt x="8664548" y="17420"/>
                  <a:pt x="8663955" y="17617"/>
                  <a:pt x="8663955" y="17617"/>
                </a:cubicBezTo>
                <a:lnTo>
                  <a:pt x="8654892" y="17617"/>
                </a:lnTo>
                <a:cubicBezTo>
                  <a:pt x="8654565" y="17617"/>
                  <a:pt x="8654104" y="17158"/>
                  <a:pt x="8654104" y="17158"/>
                </a:cubicBezTo>
                <a:lnTo>
                  <a:pt x="8649572" y="9275"/>
                </a:lnTo>
                <a:cubicBezTo>
                  <a:pt x="8649441" y="9012"/>
                  <a:pt x="8649572" y="8421"/>
                  <a:pt x="8649572" y="8421"/>
                </a:cubicBezTo>
                <a:lnTo>
                  <a:pt x="8654104" y="540"/>
                </a:lnTo>
                <a:cubicBezTo>
                  <a:pt x="8654301" y="277"/>
                  <a:pt x="8654892" y="80"/>
                  <a:pt x="8654892" y="80"/>
                </a:cubicBezTo>
                <a:close/>
                <a:moveTo>
                  <a:pt x="8400511" y="80"/>
                </a:moveTo>
                <a:lnTo>
                  <a:pt x="8409575" y="80"/>
                </a:lnTo>
                <a:cubicBezTo>
                  <a:pt x="8409904" y="80"/>
                  <a:pt x="8410363" y="539"/>
                  <a:pt x="8410363" y="539"/>
                </a:cubicBezTo>
                <a:lnTo>
                  <a:pt x="8414896" y="8420"/>
                </a:lnTo>
                <a:cubicBezTo>
                  <a:pt x="8415027" y="8683"/>
                  <a:pt x="8414896" y="9274"/>
                  <a:pt x="8414896" y="9274"/>
                </a:cubicBezTo>
                <a:lnTo>
                  <a:pt x="8410363" y="17156"/>
                </a:lnTo>
                <a:cubicBezTo>
                  <a:pt x="8410166" y="17419"/>
                  <a:pt x="8409575" y="17616"/>
                  <a:pt x="8409575" y="17616"/>
                </a:cubicBezTo>
                <a:lnTo>
                  <a:pt x="8400511" y="17616"/>
                </a:lnTo>
                <a:cubicBezTo>
                  <a:pt x="8400184" y="17616"/>
                  <a:pt x="8399723" y="17156"/>
                  <a:pt x="8399723" y="17156"/>
                </a:cubicBezTo>
                <a:lnTo>
                  <a:pt x="8395191" y="9274"/>
                </a:lnTo>
                <a:cubicBezTo>
                  <a:pt x="8395060" y="9011"/>
                  <a:pt x="8395191" y="8420"/>
                  <a:pt x="8395191" y="8420"/>
                </a:cubicBezTo>
                <a:lnTo>
                  <a:pt x="8399723" y="539"/>
                </a:lnTo>
                <a:cubicBezTo>
                  <a:pt x="8399920" y="276"/>
                  <a:pt x="8400511" y="80"/>
                  <a:pt x="8400511" y="80"/>
                </a:cubicBezTo>
                <a:close/>
                <a:moveTo>
                  <a:pt x="4330157" y="79"/>
                </a:moveTo>
                <a:lnTo>
                  <a:pt x="4339222" y="79"/>
                </a:lnTo>
                <a:cubicBezTo>
                  <a:pt x="4339550" y="79"/>
                  <a:pt x="4340010" y="539"/>
                  <a:pt x="4340010" y="539"/>
                </a:cubicBezTo>
                <a:lnTo>
                  <a:pt x="4344540" y="8420"/>
                </a:lnTo>
                <a:cubicBezTo>
                  <a:pt x="4344672" y="8683"/>
                  <a:pt x="4344540" y="9273"/>
                  <a:pt x="4344540" y="9273"/>
                </a:cubicBezTo>
                <a:lnTo>
                  <a:pt x="4340010" y="17155"/>
                </a:lnTo>
                <a:cubicBezTo>
                  <a:pt x="4339812" y="17418"/>
                  <a:pt x="4339222" y="17615"/>
                  <a:pt x="4339222" y="17615"/>
                </a:cubicBezTo>
                <a:lnTo>
                  <a:pt x="4330157" y="17615"/>
                </a:lnTo>
                <a:cubicBezTo>
                  <a:pt x="4329829" y="17615"/>
                  <a:pt x="4329369" y="17155"/>
                  <a:pt x="4329369" y="17155"/>
                </a:cubicBezTo>
                <a:lnTo>
                  <a:pt x="4324836" y="9273"/>
                </a:lnTo>
                <a:cubicBezTo>
                  <a:pt x="4324706" y="9011"/>
                  <a:pt x="4324836" y="8420"/>
                  <a:pt x="4324836" y="8420"/>
                </a:cubicBezTo>
                <a:lnTo>
                  <a:pt x="4329369" y="539"/>
                </a:lnTo>
                <a:cubicBezTo>
                  <a:pt x="4329565" y="276"/>
                  <a:pt x="4330157" y="79"/>
                  <a:pt x="4330157" y="79"/>
                </a:cubicBezTo>
                <a:close/>
                <a:moveTo>
                  <a:pt x="6874095" y="77"/>
                </a:moveTo>
                <a:lnTo>
                  <a:pt x="6883159" y="77"/>
                </a:lnTo>
                <a:cubicBezTo>
                  <a:pt x="6883488" y="77"/>
                  <a:pt x="6883947" y="537"/>
                  <a:pt x="6883947" y="537"/>
                </a:cubicBezTo>
                <a:lnTo>
                  <a:pt x="6888480" y="8418"/>
                </a:lnTo>
                <a:cubicBezTo>
                  <a:pt x="6888611" y="8681"/>
                  <a:pt x="6888480" y="9272"/>
                  <a:pt x="6888480" y="9272"/>
                </a:cubicBezTo>
                <a:lnTo>
                  <a:pt x="6883947" y="17154"/>
                </a:lnTo>
                <a:cubicBezTo>
                  <a:pt x="6883751" y="17417"/>
                  <a:pt x="6883159" y="17614"/>
                  <a:pt x="6883159" y="17614"/>
                </a:cubicBezTo>
                <a:lnTo>
                  <a:pt x="6874095" y="17614"/>
                </a:lnTo>
                <a:cubicBezTo>
                  <a:pt x="6873768" y="17614"/>
                  <a:pt x="6873307" y="17154"/>
                  <a:pt x="6873307" y="17154"/>
                </a:cubicBezTo>
                <a:lnTo>
                  <a:pt x="6868775" y="9272"/>
                </a:lnTo>
                <a:cubicBezTo>
                  <a:pt x="6868644" y="9009"/>
                  <a:pt x="6868775" y="8418"/>
                  <a:pt x="6868775" y="8418"/>
                </a:cubicBezTo>
                <a:lnTo>
                  <a:pt x="6873307" y="537"/>
                </a:lnTo>
                <a:cubicBezTo>
                  <a:pt x="6873504" y="274"/>
                  <a:pt x="6874095" y="77"/>
                  <a:pt x="6874095" y="77"/>
                </a:cubicBezTo>
                <a:close/>
                <a:moveTo>
                  <a:pt x="9163654" y="72"/>
                </a:moveTo>
                <a:lnTo>
                  <a:pt x="9172718" y="72"/>
                </a:lnTo>
                <a:cubicBezTo>
                  <a:pt x="9173046" y="72"/>
                  <a:pt x="9173506" y="533"/>
                  <a:pt x="9173506" y="533"/>
                </a:cubicBezTo>
                <a:lnTo>
                  <a:pt x="9178038" y="8414"/>
                </a:lnTo>
                <a:cubicBezTo>
                  <a:pt x="9178169" y="8677"/>
                  <a:pt x="9178038" y="9267"/>
                  <a:pt x="9178038" y="9267"/>
                </a:cubicBezTo>
                <a:lnTo>
                  <a:pt x="9173506" y="17151"/>
                </a:lnTo>
                <a:cubicBezTo>
                  <a:pt x="9173309" y="17412"/>
                  <a:pt x="9172718" y="17610"/>
                  <a:pt x="9172718" y="17610"/>
                </a:cubicBezTo>
                <a:lnTo>
                  <a:pt x="9163654" y="17610"/>
                </a:lnTo>
                <a:cubicBezTo>
                  <a:pt x="9163326" y="17610"/>
                  <a:pt x="9162866" y="17151"/>
                  <a:pt x="9162866" y="17151"/>
                </a:cubicBezTo>
                <a:lnTo>
                  <a:pt x="9158333" y="9267"/>
                </a:lnTo>
                <a:cubicBezTo>
                  <a:pt x="9158202" y="9005"/>
                  <a:pt x="9158333" y="8414"/>
                  <a:pt x="9158333" y="8414"/>
                </a:cubicBezTo>
                <a:lnTo>
                  <a:pt x="9162866" y="533"/>
                </a:lnTo>
                <a:cubicBezTo>
                  <a:pt x="9163062" y="271"/>
                  <a:pt x="9163654" y="72"/>
                  <a:pt x="9163654" y="72"/>
                </a:cubicBezTo>
                <a:close/>
                <a:moveTo>
                  <a:pt x="8146065" y="72"/>
                </a:moveTo>
                <a:lnTo>
                  <a:pt x="8155129" y="72"/>
                </a:lnTo>
                <a:cubicBezTo>
                  <a:pt x="8155458" y="72"/>
                  <a:pt x="8155917" y="532"/>
                  <a:pt x="8155917" y="532"/>
                </a:cubicBezTo>
                <a:lnTo>
                  <a:pt x="8160449" y="8414"/>
                </a:lnTo>
                <a:cubicBezTo>
                  <a:pt x="8160580" y="8676"/>
                  <a:pt x="8160449" y="9267"/>
                  <a:pt x="8160449" y="9267"/>
                </a:cubicBezTo>
                <a:lnTo>
                  <a:pt x="8155917" y="17150"/>
                </a:lnTo>
                <a:cubicBezTo>
                  <a:pt x="8155719" y="17412"/>
                  <a:pt x="8155129" y="17610"/>
                  <a:pt x="8155129" y="17610"/>
                </a:cubicBezTo>
                <a:lnTo>
                  <a:pt x="8146065" y="17610"/>
                </a:lnTo>
                <a:cubicBezTo>
                  <a:pt x="8145737" y="17610"/>
                  <a:pt x="8145277" y="17150"/>
                  <a:pt x="8145277" y="17150"/>
                </a:cubicBezTo>
                <a:lnTo>
                  <a:pt x="8140745" y="9267"/>
                </a:lnTo>
                <a:cubicBezTo>
                  <a:pt x="8140613" y="9005"/>
                  <a:pt x="8140745" y="8414"/>
                  <a:pt x="8140745" y="8414"/>
                </a:cubicBezTo>
                <a:lnTo>
                  <a:pt x="8145277" y="532"/>
                </a:lnTo>
                <a:cubicBezTo>
                  <a:pt x="8145474" y="269"/>
                  <a:pt x="8146065" y="72"/>
                  <a:pt x="8146065" y="72"/>
                </a:cubicBezTo>
                <a:close/>
                <a:moveTo>
                  <a:pt x="7637304" y="67"/>
                </a:moveTo>
                <a:lnTo>
                  <a:pt x="7646367" y="67"/>
                </a:lnTo>
                <a:cubicBezTo>
                  <a:pt x="7646696" y="67"/>
                  <a:pt x="7647156" y="527"/>
                  <a:pt x="7647156" y="527"/>
                </a:cubicBezTo>
                <a:lnTo>
                  <a:pt x="7651687" y="8408"/>
                </a:lnTo>
                <a:cubicBezTo>
                  <a:pt x="7651819" y="8671"/>
                  <a:pt x="7651687" y="9262"/>
                  <a:pt x="7651687" y="9262"/>
                </a:cubicBezTo>
                <a:lnTo>
                  <a:pt x="7647156" y="17144"/>
                </a:lnTo>
                <a:cubicBezTo>
                  <a:pt x="7646958" y="17407"/>
                  <a:pt x="7646367" y="17604"/>
                  <a:pt x="7646367" y="17604"/>
                </a:cubicBezTo>
                <a:lnTo>
                  <a:pt x="7637304" y="17604"/>
                </a:lnTo>
                <a:cubicBezTo>
                  <a:pt x="7636975" y="17604"/>
                  <a:pt x="7636516" y="17144"/>
                  <a:pt x="7636516" y="17144"/>
                </a:cubicBezTo>
                <a:lnTo>
                  <a:pt x="7631983" y="9262"/>
                </a:lnTo>
                <a:cubicBezTo>
                  <a:pt x="7631851" y="8999"/>
                  <a:pt x="7631983" y="8408"/>
                  <a:pt x="7631983" y="8408"/>
                </a:cubicBezTo>
                <a:lnTo>
                  <a:pt x="7636516" y="527"/>
                </a:lnTo>
                <a:cubicBezTo>
                  <a:pt x="7636713" y="264"/>
                  <a:pt x="7637304" y="67"/>
                  <a:pt x="7637304" y="67"/>
                </a:cubicBezTo>
                <a:close/>
                <a:moveTo>
                  <a:pt x="6110888" y="56"/>
                </a:moveTo>
                <a:lnTo>
                  <a:pt x="6119953" y="56"/>
                </a:lnTo>
                <a:cubicBezTo>
                  <a:pt x="6120280" y="56"/>
                  <a:pt x="6120740" y="516"/>
                  <a:pt x="6120740" y="516"/>
                </a:cubicBezTo>
                <a:lnTo>
                  <a:pt x="6125272" y="8397"/>
                </a:lnTo>
                <a:cubicBezTo>
                  <a:pt x="6125403" y="8660"/>
                  <a:pt x="6125272" y="9251"/>
                  <a:pt x="6125272" y="9251"/>
                </a:cubicBezTo>
                <a:lnTo>
                  <a:pt x="6120740" y="17133"/>
                </a:lnTo>
                <a:cubicBezTo>
                  <a:pt x="6120543" y="17396"/>
                  <a:pt x="6119953" y="17593"/>
                  <a:pt x="6119953" y="17593"/>
                </a:cubicBezTo>
                <a:lnTo>
                  <a:pt x="6110888" y="17593"/>
                </a:lnTo>
                <a:cubicBezTo>
                  <a:pt x="6110560" y="17593"/>
                  <a:pt x="6110101" y="17133"/>
                  <a:pt x="6110101" y="17133"/>
                </a:cubicBezTo>
                <a:lnTo>
                  <a:pt x="6105567" y="9251"/>
                </a:lnTo>
                <a:cubicBezTo>
                  <a:pt x="6105436" y="8988"/>
                  <a:pt x="6105567" y="8397"/>
                  <a:pt x="6105567" y="8397"/>
                </a:cubicBezTo>
                <a:lnTo>
                  <a:pt x="6110101" y="516"/>
                </a:lnTo>
                <a:cubicBezTo>
                  <a:pt x="6110296" y="253"/>
                  <a:pt x="6110888" y="56"/>
                  <a:pt x="6110888" y="56"/>
                </a:cubicBezTo>
                <a:close/>
                <a:moveTo>
                  <a:pt x="3821474" y="55"/>
                </a:moveTo>
                <a:lnTo>
                  <a:pt x="3830539" y="55"/>
                </a:lnTo>
                <a:cubicBezTo>
                  <a:pt x="3830865" y="55"/>
                  <a:pt x="3831326" y="515"/>
                  <a:pt x="3831326" y="515"/>
                </a:cubicBezTo>
                <a:lnTo>
                  <a:pt x="3835860" y="8396"/>
                </a:lnTo>
                <a:cubicBezTo>
                  <a:pt x="3835991" y="8659"/>
                  <a:pt x="3835860" y="9250"/>
                  <a:pt x="3835860" y="9250"/>
                </a:cubicBezTo>
                <a:lnTo>
                  <a:pt x="3831326" y="17132"/>
                </a:lnTo>
                <a:cubicBezTo>
                  <a:pt x="3831128" y="17395"/>
                  <a:pt x="3830539" y="17592"/>
                  <a:pt x="3830539" y="17592"/>
                </a:cubicBezTo>
                <a:lnTo>
                  <a:pt x="3821474" y="17592"/>
                </a:lnTo>
                <a:cubicBezTo>
                  <a:pt x="3821144" y="17592"/>
                  <a:pt x="3820685" y="17132"/>
                  <a:pt x="3820685" y="17132"/>
                </a:cubicBezTo>
                <a:lnTo>
                  <a:pt x="3816153" y="9250"/>
                </a:lnTo>
                <a:cubicBezTo>
                  <a:pt x="3816023" y="8987"/>
                  <a:pt x="3816153" y="8396"/>
                  <a:pt x="3816153" y="8396"/>
                </a:cubicBezTo>
                <a:lnTo>
                  <a:pt x="3820685" y="515"/>
                </a:lnTo>
                <a:cubicBezTo>
                  <a:pt x="3820883" y="252"/>
                  <a:pt x="3821474" y="55"/>
                  <a:pt x="3821474" y="55"/>
                </a:cubicBezTo>
                <a:close/>
                <a:moveTo>
                  <a:pt x="7382923" y="54"/>
                </a:moveTo>
                <a:lnTo>
                  <a:pt x="7391987" y="54"/>
                </a:lnTo>
                <a:cubicBezTo>
                  <a:pt x="7392315" y="54"/>
                  <a:pt x="7392775" y="514"/>
                  <a:pt x="7392775" y="514"/>
                </a:cubicBezTo>
                <a:lnTo>
                  <a:pt x="7397307" y="8395"/>
                </a:lnTo>
                <a:cubicBezTo>
                  <a:pt x="7397438" y="8658"/>
                  <a:pt x="7397307" y="9249"/>
                  <a:pt x="7397307" y="9249"/>
                </a:cubicBezTo>
                <a:lnTo>
                  <a:pt x="7392775" y="17131"/>
                </a:lnTo>
                <a:cubicBezTo>
                  <a:pt x="7392578" y="17394"/>
                  <a:pt x="7391987" y="17591"/>
                  <a:pt x="7391987" y="17591"/>
                </a:cubicBezTo>
                <a:lnTo>
                  <a:pt x="7382923" y="17591"/>
                </a:lnTo>
                <a:cubicBezTo>
                  <a:pt x="7382595" y="17591"/>
                  <a:pt x="7382135" y="17131"/>
                  <a:pt x="7382135" y="17131"/>
                </a:cubicBezTo>
                <a:lnTo>
                  <a:pt x="7377602" y="9249"/>
                </a:lnTo>
                <a:cubicBezTo>
                  <a:pt x="7377471" y="8986"/>
                  <a:pt x="7377602" y="8395"/>
                  <a:pt x="7377602" y="8395"/>
                </a:cubicBezTo>
                <a:lnTo>
                  <a:pt x="7382135" y="514"/>
                </a:lnTo>
                <a:cubicBezTo>
                  <a:pt x="7382331" y="251"/>
                  <a:pt x="7382923" y="54"/>
                  <a:pt x="7382923" y="54"/>
                </a:cubicBezTo>
                <a:close/>
                <a:moveTo>
                  <a:pt x="10181242" y="46"/>
                </a:moveTo>
                <a:lnTo>
                  <a:pt x="10190305" y="46"/>
                </a:lnTo>
                <a:cubicBezTo>
                  <a:pt x="10190635" y="46"/>
                  <a:pt x="10191093" y="506"/>
                  <a:pt x="10191093" y="506"/>
                </a:cubicBezTo>
                <a:lnTo>
                  <a:pt x="10195626" y="8387"/>
                </a:lnTo>
                <a:lnTo>
                  <a:pt x="10195626" y="8398"/>
                </a:lnTo>
                <a:lnTo>
                  <a:pt x="10195626" y="9241"/>
                </a:lnTo>
                <a:lnTo>
                  <a:pt x="10195626" y="9251"/>
                </a:lnTo>
                <a:lnTo>
                  <a:pt x="10191093" y="17135"/>
                </a:lnTo>
                <a:cubicBezTo>
                  <a:pt x="10190896" y="17396"/>
                  <a:pt x="10190305" y="17593"/>
                  <a:pt x="10190305" y="17593"/>
                </a:cubicBezTo>
                <a:lnTo>
                  <a:pt x="10181242" y="17593"/>
                </a:lnTo>
                <a:cubicBezTo>
                  <a:pt x="10180914" y="17593"/>
                  <a:pt x="10180453" y="17135"/>
                  <a:pt x="10180453" y="17135"/>
                </a:cubicBezTo>
                <a:lnTo>
                  <a:pt x="10175922" y="9251"/>
                </a:lnTo>
                <a:lnTo>
                  <a:pt x="10175922" y="9241"/>
                </a:lnTo>
                <a:lnTo>
                  <a:pt x="10175922" y="8398"/>
                </a:lnTo>
                <a:lnTo>
                  <a:pt x="10175922" y="8387"/>
                </a:lnTo>
                <a:lnTo>
                  <a:pt x="10180453" y="506"/>
                </a:lnTo>
                <a:cubicBezTo>
                  <a:pt x="10180650" y="243"/>
                  <a:pt x="10181242" y="46"/>
                  <a:pt x="10181242" y="46"/>
                </a:cubicBezTo>
                <a:close/>
                <a:moveTo>
                  <a:pt x="4838919" y="40"/>
                </a:moveTo>
                <a:lnTo>
                  <a:pt x="4847982" y="40"/>
                </a:lnTo>
                <a:cubicBezTo>
                  <a:pt x="4848311" y="40"/>
                  <a:pt x="4848772" y="499"/>
                  <a:pt x="4848772" y="499"/>
                </a:cubicBezTo>
                <a:lnTo>
                  <a:pt x="4853303" y="8381"/>
                </a:lnTo>
                <a:cubicBezTo>
                  <a:pt x="4853435" y="8643"/>
                  <a:pt x="4853303" y="9235"/>
                  <a:pt x="4853303" y="9235"/>
                </a:cubicBezTo>
                <a:lnTo>
                  <a:pt x="4848772" y="17117"/>
                </a:lnTo>
                <a:cubicBezTo>
                  <a:pt x="4848575" y="17380"/>
                  <a:pt x="4847982" y="17577"/>
                  <a:pt x="4847982" y="17577"/>
                </a:cubicBezTo>
                <a:lnTo>
                  <a:pt x="4838919" y="17577"/>
                </a:lnTo>
                <a:cubicBezTo>
                  <a:pt x="4838590" y="17577"/>
                  <a:pt x="4838132" y="17117"/>
                  <a:pt x="4838132" y="17117"/>
                </a:cubicBezTo>
                <a:lnTo>
                  <a:pt x="4833598" y="9235"/>
                </a:lnTo>
                <a:cubicBezTo>
                  <a:pt x="4833467" y="8972"/>
                  <a:pt x="4833598" y="8381"/>
                  <a:pt x="4833598" y="8381"/>
                </a:cubicBezTo>
                <a:lnTo>
                  <a:pt x="4838132" y="499"/>
                </a:lnTo>
                <a:cubicBezTo>
                  <a:pt x="4838328" y="237"/>
                  <a:pt x="4838919" y="40"/>
                  <a:pt x="4838919" y="40"/>
                </a:cubicBezTo>
                <a:close/>
                <a:moveTo>
                  <a:pt x="5602126" y="35"/>
                </a:moveTo>
                <a:lnTo>
                  <a:pt x="5611191" y="35"/>
                </a:lnTo>
                <a:cubicBezTo>
                  <a:pt x="5611519" y="35"/>
                  <a:pt x="5611979" y="495"/>
                  <a:pt x="5611979" y="495"/>
                </a:cubicBezTo>
                <a:lnTo>
                  <a:pt x="5616511" y="8376"/>
                </a:lnTo>
                <a:cubicBezTo>
                  <a:pt x="5616642" y="8639"/>
                  <a:pt x="5616511" y="9230"/>
                  <a:pt x="5616511" y="9230"/>
                </a:cubicBezTo>
                <a:lnTo>
                  <a:pt x="5611979" y="17113"/>
                </a:lnTo>
                <a:cubicBezTo>
                  <a:pt x="5611782" y="17375"/>
                  <a:pt x="5611191" y="17572"/>
                  <a:pt x="5611191" y="17572"/>
                </a:cubicBezTo>
                <a:lnTo>
                  <a:pt x="5602126" y="17572"/>
                </a:lnTo>
                <a:cubicBezTo>
                  <a:pt x="5601798" y="17572"/>
                  <a:pt x="5601338" y="17113"/>
                  <a:pt x="5601338" y="17113"/>
                </a:cubicBezTo>
                <a:lnTo>
                  <a:pt x="5596807" y="9230"/>
                </a:lnTo>
                <a:cubicBezTo>
                  <a:pt x="5596675" y="8967"/>
                  <a:pt x="5596807" y="8376"/>
                  <a:pt x="5596807" y="8376"/>
                </a:cubicBezTo>
                <a:lnTo>
                  <a:pt x="5601338" y="495"/>
                </a:lnTo>
                <a:cubicBezTo>
                  <a:pt x="5601536" y="232"/>
                  <a:pt x="5602126" y="35"/>
                  <a:pt x="5602126" y="35"/>
                </a:cubicBezTo>
                <a:close/>
                <a:moveTo>
                  <a:pt x="5347746" y="32"/>
                </a:moveTo>
                <a:lnTo>
                  <a:pt x="5356810" y="32"/>
                </a:lnTo>
                <a:cubicBezTo>
                  <a:pt x="5357138" y="32"/>
                  <a:pt x="5357598" y="492"/>
                  <a:pt x="5357598" y="492"/>
                </a:cubicBezTo>
                <a:lnTo>
                  <a:pt x="5362130" y="8373"/>
                </a:lnTo>
                <a:cubicBezTo>
                  <a:pt x="5362261" y="8636"/>
                  <a:pt x="5362130" y="9227"/>
                  <a:pt x="5362130" y="9227"/>
                </a:cubicBezTo>
                <a:lnTo>
                  <a:pt x="5357598" y="17109"/>
                </a:lnTo>
                <a:cubicBezTo>
                  <a:pt x="5357401" y="17372"/>
                  <a:pt x="5356810" y="17569"/>
                  <a:pt x="5356810" y="17569"/>
                </a:cubicBezTo>
                <a:lnTo>
                  <a:pt x="5347746" y="17569"/>
                </a:lnTo>
                <a:cubicBezTo>
                  <a:pt x="5347418" y="17569"/>
                  <a:pt x="5346958" y="17109"/>
                  <a:pt x="5346958" y="17109"/>
                </a:cubicBezTo>
                <a:lnTo>
                  <a:pt x="5342425" y="9227"/>
                </a:lnTo>
                <a:cubicBezTo>
                  <a:pt x="5342295" y="8965"/>
                  <a:pt x="5342425" y="8373"/>
                  <a:pt x="5342425" y="8373"/>
                </a:cubicBezTo>
                <a:lnTo>
                  <a:pt x="5346958" y="492"/>
                </a:lnTo>
                <a:cubicBezTo>
                  <a:pt x="5347154" y="229"/>
                  <a:pt x="5347746" y="32"/>
                  <a:pt x="5347746" y="32"/>
                </a:cubicBezTo>
                <a:close/>
                <a:moveTo>
                  <a:pt x="10435622" y="20"/>
                </a:moveTo>
                <a:lnTo>
                  <a:pt x="10444686" y="20"/>
                </a:lnTo>
                <a:cubicBezTo>
                  <a:pt x="10445015" y="20"/>
                  <a:pt x="10445474" y="480"/>
                  <a:pt x="10445474" y="480"/>
                </a:cubicBezTo>
                <a:lnTo>
                  <a:pt x="10445481" y="492"/>
                </a:lnTo>
                <a:lnTo>
                  <a:pt x="10445540" y="527"/>
                </a:lnTo>
                <a:lnTo>
                  <a:pt x="10450073" y="8408"/>
                </a:lnTo>
                <a:cubicBezTo>
                  <a:pt x="10450204" y="8671"/>
                  <a:pt x="10450073" y="9262"/>
                  <a:pt x="10450073" y="9262"/>
                </a:cubicBezTo>
                <a:lnTo>
                  <a:pt x="10445540" y="17144"/>
                </a:lnTo>
                <a:cubicBezTo>
                  <a:pt x="10445344" y="17407"/>
                  <a:pt x="10444752" y="17604"/>
                  <a:pt x="10444752" y="17604"/>
                </a:cubicBezTo>
                <a:lnTo>
                  <a:pt x="10435688" y="17604"/>
                </a:lnTo>
                <a:cubicBezTo>
                  <a:pt x="10435361" y="17604"/>
                  <a:pt x="10434900" y="17144"/>
                  <a:pt x="10434900" y="17144"/>
                </a:cubicBezTo>
                <a:lnTo>
                  <a:pt x="10434893" y="17132"/>
                </a:lnTo>
                <a:lnTo>
                  <a:pt x="10434834" y="17097"/>
                </a:lnTo>
                <a:lnTo>
                  <a:pt x="10430302" y="9215"/>
                </a:lnTo>
                <a:cubicBezTo>
                  <a:pt x="10430171" y="8952"/>
                  <a:pt x="10430302" y="8361"/>
                  <a:pt x="10430302" y="8361"/>
                </a:cubicBezTo>
                <a:lnTo>
                  <a:pt x="10434834" y="480"/>
                </a:lnTo>
                <a:cubicBezTo>
                  <a:pt x="10435031" y="217"/>
                  <a:pt x="10435622" y="20"/>
                  <a:pt x="10435622" y="20"/>
                </a:cubicBezTo>
                <a:close/>
                <a:moveTo>
                  <a:pt x="9418035" y="20"/>
                </a:moveTo>
                <a:lnTo>
                  <a:pt x="9427099" y="20"/>
                </a:lnTo>
                <a:cubicBezTo>
                  <a:pt x="9427427" y="20"/>
                  <a:pt x="9427887" y="480"/>
                  <a:pt x="9427887" y="480"/>
                </a:cubicBezTo>
                <a:lnTo>
                  <a:pt x="9432419" y="8361"/>
                </a:lnTo>
                <a:cubicBezTo>
                  <a:pt x="9432550" y="8624"/>
                  <a:pt x="9432419" y="9215"/>
                  <a:pt x="9432419" y="9215"/>
                </a:cubicBezTo>
                <a:lnTo>
                  <a:pt x="9427887" y="17097"/>
                </a:lnTo>
                <a:cubicBezTo>
                  <a:pt x="9427690" y="17360"/>
                  <a:pt x="9427099" y="17557"/>
                  <a:pt x="9427099" y="17557"/>
                </a:cubicBezTo>
                <a:lnTo>
                  <a:pt x="9418035" y="17557"/>
                </a:lnTo>
                <a:cubicBezTo>
                  <a:pt x="9417707" y="17557"/>
                  <a:pt x="9417247" y="17097"/>
                  <a:pt x="9417247" y="17097"/>
                </a:cubicBezTo>
                <a:lnTo>
                  <a:pt x="9412714" y="9215"/>
                </a:lnTo>
                <a:cubicBezTo>
                  <a:pt x="9412583" y="8952"/>
                  <a:pt x="9412714" y="8361"/>
                  <a:pt x="9412714" y="8361"/>
                </a:cubicBezTo>
                <a:lnTo>
                  <a:pt x="9417247" y="480"/>
                </a:lnTo>
                <a:cubicBezTo>
                  <a:pt x="9417444" y="217"/>
                  <a:pt x="9418035" y="20"/>
                  <a:pt x="9418035" y="20"/>
                </a:cubicBezTo>
                <a:close/>
                <a:moveTo>
                  <a:pt x="6365334" y="14"/>
                </a:moveTo>
                <a:lnTo>
                  <a:pt x="6374397" y="14"/>
                </a:lnTo>
                <a:cubicBezTo>
                  <a:pt x="6374727" y="14"/>
                  <a:pt x="6375186" y="474"/>
                  <a:pt x="6375186" y="474"/>
                </a:cubicBezTo>
                <a:lnTo>
                  <a:pt x="6379718" y="8356"/>
                </a:lnTo>
                <a:cubicBezTo>
                  <a:pt x="6379849" y="8618"/>
                  <a:pt x="6379718" y="9209"/>
                  <a:pt x="6379718" y="9209"/>
                </a:cubicBezTo>
                <a:lnTo>
                  <a:pt x="6375186" y="17092"/>
                </a:lnTo>
                <a:cubicBezTo>
                  <a:pt x="6374988" y="17354"/>
                  <a:pt x="6374397" y="17552"/>
                  <a:pt x="6374397" y="17552"/>
                </a:cubicBezTo>
                <a:lnTo>
                  <a:pt x="6365334" y="17552"/>
                </a:lnTo>
                <a:cubicBezTo>
                  <a:pt x="6365005" y="17552"/>
                  <a:pt x="6364546" y="17092"/>
                  <a:pt x="6364546" y="17092"/>
                </a:cubicBezTo>
                <a:lnTo>
                  <a:pt x="6360014" y="9209"/>
                </a:lnTo>
                <a:cubicBezTo>
                  <a:pt x="6359882" y="8947"/>
                  <a:pt x="6360014" y="8356"/>
                  <a:pt x="6360014" y="8356"/>
                </a:cubicBezTo>
                <a:lnTo>
                  <a:pt x="6364546" y="474"/>
                </a:lnTo>
                <a:cubicBezTo>
                  <a:pt x="6364743" y="211"/>
                  <a:pt x="6365334" y="14"/>
                  <a:pt x="6365334" y="14"/>
                </a:cubicBezTo>
                <a:close/>
                <a:moveTo>
                  <a:pt x="6619714" y="11"/>
                </a:moveTo>
                <a:lnTo>
                  <a:pt x="6628778" y="11"/>
                </a:lnTo>
                <a:cubicBezTo>
                  <a:pt x="6629107" y="11"/>
                  <a:pt x="6629566" y="471"/>
                  <a:pt x="6629566" y="471"/>
                </a:cubicBezTo>
                <a:lnTo>
                  <a:pt x="6634099" y="8352"/>
                </a:lnTo>
                <a:cubicBezTo>
                  <a:pt x="6634230" y="8615"/>
                  <a:pt x="6634099" y="9206"/>
                  <a:pt x="6634099" y="9206"/>
                </a:cubicBezTo>
                <a:lnTo>
                  <a:pt x="6629566" y="17089"/>
                </a:lnTo>
                <a:cubicBezTo>
                  <a:pt x="6629369" y="17351"/>
                  <a:pt x="6628778" y="17548"/>
                  <a:pt x="6628778" y="17548"/>
                </a:cubicBezTo>
                <a:lnTo>
                  <a:pt x="6619714" y="17548"/>
                </a:lnTo>
                <a:cubicBezTo>
                  <a:pt x="6619387" y="17548"/>
                  <a:pt x="6618926" y="17089"/>
                  <a:pt x="6618926" y="17089"/>
                </a:cubicBezTo>
                <a:lnTo>
                  <a:pt x="6614394" y="9206"/>
                </a:lnTo>
                <a:cubicBezTo>
                  <a:pt x="6614263" y="8943"/>
                  <a:pt x="6614394" y="8352"/>
                  <a:pt x="6614394" y="8352"/>
                </a:cubicBezTo>
                <a:lnTo>
                  <a:pt x="6618926" y="471"/>
                </a:lnTo>
                <a:cubicBezTo>
                  <a:pt x="6619123" y="208"/>
                  <a:pt x="6619714" y="11"/>
                  <a:pt x="6619714" y="11"/>
                </a:cubicBezTo>
                <a:close/>
                <a:moveTo>
                  <a:pt x="5093300" y="7"/>
                </a:moveTo>
                <a:lnTo>
                  <a:pt x="5102364" y="7"/>
                </a:lnTo>
                <a:cubicBezTo>
                  <a:pt x="5102693" y="7"/>
                  <a:pt x="5103153" y="468"/>
                  <a:pt x="5103153" y="468"/>
                </a:cubicBezTo>
                <a:lnTo>
                  <a:pt x="5107684" y="8349"/>
                </a:lnTo>
                <a:cubicBezTo>
                  <a:pt x="5107815" y="8612"/>
                  <a:pt x="5107684" y="9202"/>
                  <a:pt x="5107684" y="9202"/>
                </a:cubicBezTo>
                <a:lnTo>
                  <a:pt x="5103153" y="17085"/>
                </a:lnTo>
                <a:cubicBezTo>
                  <a:pt x="5102955" y="17347"/>
                  <a:pt x="5102364" y="17545"/>
                  <a:pt x="5102364" y="17545"/>
                </a:cubicBezTo>
                <a:lnTo>
                  <a:pt x="5093300" y="17545"/>
                </a:lnTo>
                <a:cubicBezTo>
                  <a:pt x="5092972" y="17545"/>
                  <a:pt x="5092512" y="17085"/>
                  <a:pt x="5092512" y="17085"/>
                </a:cubicBezTo>
                <a:lnTo>
                  <a:pt x="5087979" y="9202"/>
                </a:lnTo>
                <a:cubicBezTo>
                  <a:pt x="5087848" y="8940"/>
                  <a:pt x="5087979" y="8349"/>
                  <a:pt x="5087979" y="8349"/>
                </a:cubicBezTo>
                <a:lnTo>
                  <a:pt x="5092512" y="468"/>
                </a:lnTo>
                <a:cubicBezTo>
                  <a:pt x="5092708" y="205"/>
                  <a:pt x="5093300" y="7"/>
                  <a:pt x="5093300" y="7"/>
                </a:cubicBezTo>
                <a:close/>
                <a:moveTo>
                  <a:pt x="9926862" y="0"/>
                </a:moveTo>
                <a:lnTo>
                  <a:pt x="9935926" y="0"/>
                </a:lnTo>
                <a:cubicBezTo>
                  <a:pt x="9936255" y="0"/>
                  <a:pt x="9936714" y="460"/>
                  <a:pt x="9936714" y="460"/>
                </a:cubicBezTo>
                <a:lnTo>
                  <a:pt x="9941247" y="8341"/>
                </a:lnTo>
                <a:cubicBezTo>
                  <a:pt x="9941377" y="8604"/>
                  <a:pt x="9941247" y="9195"/>
                  <a:pt x="9941247" y="9195"/>
                </a:cubicBezTo>
                <a:lnTo>
                  <a:pt x="9936714" y="17078"/>
                </a:lnTo>
                <a:cubicBezTo>
                  <a:pt x="9936517" y="17340"/>
                  <a:pt x="9935926" y="17537"/>
                  <a:pt x="9935926" y="17537"/>
                </a:cubicBezTo>
                <a:lnTo>
                  <a:pt x="9926862" y="17537"/>
                </a:lnTo>
                <a:cubicBezTo>
                  <a:pt x="9926534" y="17537"/>
                  <a:pt x="9926074" y="17078"/>
                  <a:pt x="9926074" y="17078"/>
                </a:cubicBezTo>
                <a:lnTo>
                  <a:pt x="9921542" y="9195"/>
                </a:lnTo>
                <a:cubicBezTo>
                  <a:pt x="9921411" y="8932"/>
                  <a:pt x="9921542" y="8341"/>
                  <a:pt x="9921542" y="8341"/>
                </a:cubicBezTo>
                <a:lnTo>
                  <a:pt x="9926074" y="460"/>
                </a:lnTo>
                <a:cubicBezTo>
                  <a:pt x="9926271" y="197"/>
                  <a:pt x="9926862" y="0"/>
                  <a:pt x="9926862" y="0"/>
                </a:cubicBezTo>
                <a:close/>
                <a:moveTo>
                  <a:pt x="3567080" y="0"/>
                </a:moveTo>
                <a:lnTo>
                  <a:pt x="3576145" y="0"/>
                </a:lnTo>
                <a:cubicBezTo>
                  <a:pt x="3576472" y="0"/>
                  <a:pt x="3576933" y="460"/>
                  <a:pt x="3576933" y="460"/>
                </a:cubicBezTo>
                <a:lnTo>
                  <a:pt x="3576967" y="519"/>
                </a:lnTo>
                <a:lnTo>
                  <a:pt x="3577006" y="542"/>
                </a:lnTo>
                <a:lnTo>
                  <a:pt x="3581538" y="8423"/>
                </a:lnTo>
                <a:cubicBezTo>
                  <a:pt x="3581669" y="8686"/>
                  <a:pt x="3581538" y="9277"/>
                  <a:pt x="3581538" y="9277"/>
                </a:cubicBezTo>
                <a:lnTo>
                  <a:pt x="3577006" y="17160"/>
                </a:lnTo>
                <a:cubicBezTo>
                  <a:pt x="3576809" y="17422"/>
                  <a:pt x="3576217" y="17619"/>
                  <a:pt x="3576217" y="17619"/>
                </a:cubicBezTo>
                <a:lnTo>
                  <a:pt x="3567152" y="17619"/>
                </a:lnTo>
                <a:cubicBezTo>
                  <a:pt x="3566824" y="17619"/>
                  <a:pt x="3566365" y="17160"/>
                  <a:pt x="3566365" y="17160"/>
                </a:cubicBezTo>
                <a:lnTo>
                  <a:pt x="3566330" y="17099"/>
                </a:lnTo>
                <a:lnTo>
                  <a:pt x="3566291" y="17076"/>
                </a:lnTo>
                <a:lnTo>
                  <a:pt x="3561759" y="9195"/>
                </a:lnTo>
                <a:cubicBezTo>
                  <a:pt x="3561628" y="8932"/>
                  <a:pt x="3561759" y="8341"/>
                  <a:pt x="3561759" y="8341"/>
                </a:cubicBezTo>
                <a:lnTo>
                  <a:pt x="3566291" y="460"/>
                </a:lnTo>
                <a:cubicBezTo>
                  <a:pt x="3566488" y="197"/>
                  <a:pt x="3567080" y="0"/>
                  <a:pt x="3567080" y="0"/>
                </a:cubicBezTo>
                <a:close/>
                <a:moveTo>
                  <a:pt x="3312601" y="0"/>
                </a:moveTo>
                <a:lnTo>
                  <a:pt x="3321665" y="0"/>
                </a:lnTo>
                <a:lnTo>
                  <a:pt x="3321807" y="83"/>
                </a:lnTo>
                <a:lnTo>
                  <a:pt x="3321826" y="83"/>
                </a:lnTo>
                <a:cubicBezTo>
                  <a:pt x="3322154" y="83"/>
                  <a:pt x="3322616" y="543"/>
                  <a:pt x="3322616" y="543"/>
                </a:cubicBezTo>
                <a:lnTo>
                  <a:pt x="3327147" y="8424"/>
                </a:lnTo>
                <a:cubicBezTo>
                  <a:pt x="3327278" y="8687"/>
                  <a:pt x="3327147" y="9278"/>
                  <a:pt x="3327147" y="9278"/>
                </a:cubicBezTo>
                <a:lnTo>
                  <a:pt x="3322616" y="17161"/>
                </a:lnTo>
                <a:cubicBezTo>
                  <a:pt x="3322417" y="17424"/>
                  <a:pt x="3321826" y="17620"/>
                  <a:pt x="3321826" y="17620"/>
                </a:cubicBezTo>
                <a:lnTo>
                  <a:pt x="3312762" y="17620"/>
                </a:lnTo>
                <a:lnTo>
                  <a:pt x="3312618" y="17536"/>
                </a:lnTo>
                <a:lnTo>
                  <a:pt x="3312601" y="17536"/>
                </a:lnTo>
                <a:cubicBezTo>
                  <a:pt x="3312271" y="17536"/>
                  <a:pt x="3311813" y="17076"/>
                  <a:pt x="3311813" y="17076"/>
                </a:cubicBezTo>
                <a:lnTo>
                  <a:pt x="3307280" y="9195"/>
                </a:lnTo>
                <a:cubicBezTo>
                  <a:pt x="3307149" y="8932"/>
                  <a:pt x="3307280" y="8341"/>
                  <a:pt x="3307280" y="8341"/>
                </a:cubicBezTo>
                <a:lnTo>
                  <a:pt x="3311813" y="460"/>
                </a:lnTo>
                <a:cubicBezTo>
                  <a:pt x="3312009" y="197"/>
                  <a:pt x="3312601" y="0"/>
                  <a:pt x="3312601" y="0"/>
                </a:cubicBezTo>
                <a:close/>
                <a:moveTo>
                  <a:pt x="3058239" y="0"/>
                </a:moveTo>
                <a:lnTo>
                  <a:pt x="3067304" y="0"/>
                </a:lnTo>
                <a:cubicBezTo>
                  <a:pt x="3067632" y="0"/>
                  <a:pt x="3068092" y="460"/>
                  <a:pt x="3068092" y="460"/>
                </a:cubicBezTo>
                <a:lnTo>
                  <a:pt x="3068096" y="466"/>
                </a:lnTo>
                <a:lnTo>
                  <a:pt x="3068253" y="558"/>
                </a:lnTo>
                <a:lnTo>
                  <a:pt x="3072786" y="8440"/>
                </a:lnTo>
                <a:cubicBezTo>
                  <a:pt x="3072918" y="8702"/>
                  <a:pt x="3072786" y="9294"/>
                  <a:pt x="3072786" y="9294"/>
                </a:cubicBezTo>
                <a:lnTo>
                  <a:pt x="3068253" y="17176"/>
                </a:lnTo>
                <a:cubicBezTo>
                  <a:pt x="3068056" y="17439"/>
                  <a:pt x="3067466" y="17636"/>
                  <a:pt x="3067466" y="17636"/>
                </a:cubicBezTo>
                <a:lnTo>
                  <a:pt x="3058400" y="17636"/>
                </a:lnTo>
                <a:cubicBezTo>
                  <a:pt x="3058072" y="17636"/>
                  <a:pt x="3057611" y="17176"/>
                  <a:pt x="3057611" y="17176"/>
                </a:cubicBezTo>
                <a:lnTo>
                  <a:pt x="3057606" y="17166"/>
                </a:lnTo>
                <a:lnTo>
                  <a:pt x="3057451" y="17076"/>
                </a:lnTo>
                <a:lnTo>
                  <a:pt x="3052918" y="9195"/>
                </a:lnTo>
                <a:cubicBezTo>
                  <a:pt x="3052788" y="8932"/>
                  <a:pt x="3052918" y="8341"/>
                  <a:pt x="3052918" y="8341"/>
                </a:cubicBezTo>
                <a:lnTo>
                  <a:pt x="3057451" y="460"/>
                </a:lnTo>
                <a:cubicBezTo>
                  <a:pt x="3057649" y="197"/>
                  <a:pt x="3058239" y="0"/>
                  <a:pt x="3058239" y="0"/>
                </a:cubicBezTo>
                <a:close/>
                <a:moveTo>
                  <a:pt x="2803788" y="0"/>
                </a:moveTo>
                <a:lnTo>
                  <a:pt x="2812853" y="0"/>
                </a:lnTo>
                <a:cubicBezTo>
                  <a:pt x="2813180" y="0"/>
                  <a:pt x="2813639" y="460"/>
                  <a:pt x="2813639" y="460"/>
                </a:cubicBezTo>
                <a:lnTo>
                  <a:pt x="2818172" y="8341"/>
                </a:lnTo>
                <a:cubicBezTo>
                  <a:pt x="2818303" y="8604"/>
                  <a:pt x="2818172" y="9195"/>
                  <a:pt x="2818172" y="9195"/>
                </a:cubicBezTo>
                <a:lnTo>
                  <a:pt x="2813639" y="17076"/>
                </a:lnTo>
                <a:cubicBezTo>
                  <a:pt x="2813442" y="17340"/>
                  <a:pt x="2812853" y="17536"/>
                  <a:pt x="2812853" y="17536"/>
                </a:cubicBezTo>
                <a:lnTo>
                  <a:pt x="2812820" y="17536"/>
                </a:lnTo>
                <a:lnTo>
                  <a:pt x="2812811" y="17541"/>
                </a:lnTo>
                <a:lnTo>
                  <a:pt x="2803747" y="17541"/>
                </a:lnTo>
                <a:cubicBezTo>
                  <a:pt x="2803418" y="17541"/>
                  <a:pt x="2802958" y="17081"/>
                  <a:pt x="2802958" y="17081"/>
                </a:cubicBezTo>
                <a:lnTo>
                  <a:pt x="2798426" y="9198"/>
                </a:lnTo>
                <a:cubicBezTo>
                  <a:pt x="2798295" y="8936"/>
                  <a:pt x="2798426" y="8345"/>
                  <a:pt x="2798426" y="8345"/>
                </a:cubicBezTo>
                <a:lnTo>
                  <a:pt x="2802958" y="463"/>
                </a:lnTo>
                <a:cubicBezTo>
                  <a:pt x="2803156" y="200"/>
                  <a:pt x="2803747" y="3"/>
                  <a:pt x="2803747" y="3"/>
                </a:cubicBezTo>
                <a:lnTo>
                  <a:pt x="2803783" y="3"/>
                </a:lnTo>
                <a:close/>
                <a:moveTo>
                  <a:pt x="2549453" y="0"/>
                </a:moveTo>
                <a:lnTo>
                  <a:pt x="2558518" y="0"/>
                </a:lnTo>
                <a:cubicBezTo>
                  <a:pt x="2558847" y="0"/>
                  <a:pt x="2559307" y="460"/>
                  <a:pt x="2559307" y="460"/>
                </a:cubicBezTo>
                <a:lnTo>
                  <a:pt x="2563839" y="8341"/>
                </a:lnTo>
                <a:cubicBezTo>
                  <a:pt x="2563971" y="8604"/>
                  <a:pt x="2563839" y="9195"/>
                  <a:pt x="2563839" y="9195"/>
                </a:cubicBezTo>
                <a:lnTo>
                  <a:pt x="2559307" y="17076"/>
                </a:lnTo>
                <a:lnTo>
                  <a:pt x="2559305" y="17077"/>
                </a:lnTo>
                <a:lnTo>
                  <a:pt x="2559283" y="17115"/>
                </a:lnTo>
                <a:cubicBezTo>
                  <a:pt x="2559086" y="17378"/>
                  <a:pt x="2558495" y="17575"/>
                  <a:pt x="2558495" y="17575"/>
                </a:cubicBezTo>
                <a:lnTo>
                  <a:pt x="2549430" y="17575"/>
                </a:lnTo>
                <a:cubicBezTo>
                  <a:pt x="2549103" y="17575"/>
                  <a:pt x="2548642" y="17115"/>
                  <a:pt x="2548642" y="17115"/>
                </a:cubicBezTo>
                <a:lnTo>
                  <a:pt x="2544110" y="9232"/>
                </a:lnTo>
                <a:cubicBezTo>
                  <a:pt x="2543979" y="8970"/>
                  <a:pt x="2544110" y="8379"/>
                  <a:pt x="2544110" y="8379"/>
                </a:cubicBezTo>
                <a:lnTo>
                  <a:pt x="2548642" y="497"/>
                </a:lnTo>
                <a:lnTo>
                  <a:pt x="2548643" y="497"/>
                </a:lnTo>
                <a:lnTo>
                  <a:pt x="2548664" y="460"/>
                </a:lnTo>
                <a:cubicBezTo>
                  <a:pt x="2548862" y="197"/>
                  <a:pt x="2549453" y="0"/>
                  <a:pt x="2549453" y="0"/>
                </a:cubicBezTo>
                <a:close/>
                <a:moveTo>
                  <a:pt x="2295128" y="0"/>
                </a:moveTo>
                <a:lnTo>
                  <a:pt x="2304192" y="0"/>
                </a:lnTo>
                <a:cubicBezTo>
                  <a:pt x="2304520" y="0"/>
                  <a:pt x="2304980" y="460"/>
                  <a:pt x="2304980" y="460"/>
                </a:cubicBezTo>
                <a:lnTo>
                  <a:pt x="2309512" y="8341"/>
                </a:lnTo>
                <a:cubicBezTo>
                  <a:pt x="2309644" y="8604"/>
                  <a:pt x="2309512" y="9195"/>
                  <a:pt x="2309512" y="9195"/>
                </a:cubicBezTo>
                <a:lnTo>
                  <a:pt x="2309481" y="9249"/>
                </a:lnTo>
                <a:lnTo>
                  <a:pt x="2309481" y="9264"/>
                </a:lnTo>
                <a:lnTo>
                  <a:pt x="2304949" y="17146"/>
                </a:lnTo>
                <a:cubicBezTo>
                  <a:pt x="2304751" y="17409"/>
                  <a:pt x="2304161" y="17606"/>
                  <a:pt x="2304161" y="17606"/>
                </a:cubicBezTo>
                <a:lnTo>
                  <a:pt x="2295096" y="17606"/>
                </a:lnTo>
                <a:cubicBezTo>
                  <a:pt x="2294769" y="17606"/>
                  <a:pt x="2294308" y="17146"/>
                  <a:pt x="2294308" y="17146"/>
                </a:cubicBezTo>
                <a:lnTo>
                  <a:pt x="2289775" y="9264"/>
                </a:lnTo>
                <a:cubicBezTo>
                  <a:pt x="2289644" y="9001"/>
                  <a:pt x="2289775" y="8410"/>
                  <a:pt x="2289775" y="8410"/>
                </a:cubicBezTo>
                <a:lnTo>
                  <a:pt x="2289807" y="8354"/>
                </a:lnTo>
                <a:lnTo>
                  <a:pt x="2289807" y="8341"/>
                </a:lnTo>
                <a:lnTo>
                  <a:pt x="2294339" y="460"/>
                </a:lnTo>
                <a:cubicBezTo>
                  <a:pt x="2294536" y="197"/>
                  <a:pt x="2295128" y="0"/>
                  <a:pt x="2295128" y="0"/>
                </a:cubicBezTo>
                <a:close/>
                <a:moveTo>
                  <a:pt x="2040692" y="0"/>
                </a:moveTo>
                <a:lnTo>
                  <a:pt x="2049757" y="0"/>
                </a:lnTo>
                <a:cubicBezTo>
                  <a:pt x="2050085" y="0"/>
                  <a:pt x="2050545" y="460"/>
                  <a:pt x="2050545" y="460"/>
                </a:cubicBezTo>
                <a:lnTo>
                  <a:pt x="2050566" y="496"/>
                </a:lnTo>
                <a:lnTo>
                  <a:pt x="2050646" y="543"/>
                </a:lnTo>
                <a:lnTo>
                  <a:pt x="2055178" y="8424"/>
                </a:lnTo>
                <a:cubicBezTo>
                  <a:pt x="2055308" y="8687"/>
                  <a:pt x="2055178" y="9278"/>
                  <a:pt x="2055178" y="9278"/>
                </a:cubicBezTo>
                <a:lnTo>
                  <a:pt x="2050646" y="17161"/>
                </a:lnTo>
                <a:cubicBezTo>
                  <a:pt x="2050449" y="17424"/>
                  <a:pt x="2049858" y="17620"/>
                  <a:pt x="2049858" y="17620"/>
                </a:cubicBezTo>
                <a:lnTo>
                  <a:pt x="2040793" y="17620"/>
                </a:lnTo>
                <a:lnTo>
                  <a:pt x="2040699" y="17565"/>
                </a:lnTo>
                <a:lnTo>
                  <a:pt x="2040642" y="17565"/>
                </a:lnTo>
                <a:cubicBezTo>
                  <a:pt x="2040313" y="17565"/>
                  <a:pt x="2039855" y="17105"/>
                  <a:pt x="2039855" y="17105"/>
                </a:cubicBezTo>
                <a:lnTo>
                  <a:pt x="2035321" y="9222"/>
                </a:lnTo>
                <a:cubicBezTo>
                  <a:pt x="2035190" y="8960"/>
                  <a:pt x="2035321" y="8369"/>
                  <a:pt x="2035321" y="8369"/>
                </a:cubicBezTo>
                <a:lnTo>
                  <a:pt x="2039855" y="487"/>
                </a:lnTo>
                <a:cubicBezTo>
                  <a:pt x="2040052" y="224"/>
                  <a:pt x="2040642" y="28"/>
                  <a:pt x="2040642" y="28"/>
                </a:cubicBezTo>
                <a:lnTo>
                  <a:pt x="2040644" y="28"/>
                </a:lnTo>
                <a:close/>
                <a:moveTo>
                  <a:pt x="1786192" y="0"/>
                </a:moveTo>
                <a:lnTo>
                  <a:pt x="1795256" y="0"/>
                </a:lnTo>
                <a:lnTo>
                  <a:pt x="1795357" y="59"/>
                </a:lnTo>
                <a:lnTo>
                  <a:pt x="1795454" y="59"/>
                </a:lnTo>
                <a:cubicBezTo>
                  <a:pt x="1795783" y="59"/>
                  <a:pt x="1796243" y="519"/>
                  <a:pt x="1796243" y="519"/>
                </a:cubicBezTo>
                <a:lnTo>
                  <a:pt x="1800774" y="8399"/>
                </a:lnTo>
                <a:cubicBezTo>
                  <a:pt x="1800906" y="8663"/>
                  <a:pt x="1800774" y="9254"/>
                  <a:pt x="1800774" y="9254"/>
                </a:cubicBezTo>
                <a:lnTo>
                  <a:pt x="1796243" y="17137"/>
                </a:lnTo>
                <a:cubicBezTo>
                  <a:pt x="1796045" y="17399"/>
                  <a:pt x="1795454" y="17595"/>
                  <a:pt x="1795454" y="17595"/>
                </a:cubicBezTo>
                <a:lnTo>
                  <a:pt x="1795355" y="17595"/>
                </a:lnTo>
                <a:lnTo>
                  <a:pt x="1795339" y="17605"/>
                </a:lnTo>
                <a:lnTo>
                  <a:pt x="1786275" y="17605"/>
                </a:lnTo>
                <a:cubicBezTo>
                  <a:pt x="1785948" y="17605"/>
                  <a:pt x="1785487" y="17145"/>
                  <a:pt x="1785487" y="17145"/>
                </a:cubicBezTo>
                <a:lnTo>
                  <a:pt x="1785470" y="17115"/>
                </a:lnTo>
                <a:lnTo>
                  <a:pt x="1785403" y="17076"/>
                </a:lnTo>
                <a:lnTo>
                  <a:pt x="1780871" y="9195"/>
                </a:lnTo>
                <a:cubicBezTo>
                  <a:pt x="1780740" y="8932"/>
                  <a:pt x="1780871" y="8341"/>
                  <a:pt x="1780871" y="8341"/>
                </a:cubicBezTo>
                <a:lnTo>
                  <a:pt x="1785403" y="460"/>
                </a:lnTo>
                <a:cubicBezTo>
                  <a:pt x="1785600" y="197"/>
                  <a:pt x="1786192" y="0"/>
                  <a:pt x="1786192" y="0"/>
                </a:cubicBezTo>
                <a:close/>
                <a:moveTo>
                  <a:pt x="1531862" y="0"/>
                </a:moveTo>
                <a:lnTo>
                  <a:pt x="1540925" y="0"/>
                </a:lnTo>
                <a:cubicBezTo>
                  <a:pt x="1541253" y="0"/>
                  <a:pt x="1541713" y="460"/>
                  <a:pt x="1541713" y="460"/>
                </a:cubicBezTo>
                <a:lnTo>
                  <a:pt x="1541721" y="474"/>
                </a:lnTo>
                <a:lnTo>
                  <a:pt x="1541772" y="504"/>
                </a:lnTo>
                <a:lnTo>
                  <a:pt x="1546305" y="8385"/>
                </a:lnTo>
                <a:cubicBezTo>
                  <a:pt x="1546436" y="8648"/>
                  <a:pt x="1546305" y="9239"/>
                  <a:pt x="1546305" y="9239"/>
                </a:cubicBezTo>
                <a:lnTo>
                  <a:pt x="1541772" y="17121"/>
                </a:lnTo>
                <a:cubicBezTo>
                  <a:pt x="1541576" y="17384"/>
                  <a:pt x="1540985" y="17581"/>
                  <a:pt x="1540985" y="17581"/>
                </a:cubicBezTo>
                <a:lnTo>
                  <a:pt x="1531920" y="17581"/>
                </a:lnTo>
                <a:lnTo>
                  <a:pt x="1531909" y="17575"/>
                </a:lnTo>
                <a:lnTo>
                  <a:pt x="1531844" y="17575"/>
                </a:lnTo>
                <a:cubicBezTo>
                  <a:pt x="1531514" y="17575"/>
                  <a:pt x="1531054" y="17115"/>
                  <a:pt x="1531054" y="17115"/>
                </a:cubicBezTo>
                <a:lnTo>
                  <a:pt x="1526522" y="9232"/>
                </a:lnTo>
                <a:cubicBezTo>
                  <a:pt x="1526391" y="8970"/>
                  <a:pt x="1526522" y="8379"/>
                  <a:pt x="1526522" y="8379"/>
                </a:cubicBezTo>
                <a:lnTo>
                  <a:pt x="1526540" y="8348"/>
                </a:lnTo>
                <a:lnTo>
                  <a:pt x="1526540" y="8341"/>
                </a:lnTo>
                <a:lnTo>
                  <a:pt x="1531073" y="460"/>
                </a:lnTo>
                <a:cubicBezTo>
                  <a:pt x="1531270" y="197"/>
                  <a:pt x="1531862" y="0"/>
                  <a:pt x="1531862" y="0"/>
                </a:cubicBezTo>
                <a:close/>
                <a:moveTo>
                  <a:pt x="1277500" y="0"/>
                </a:moveTo>
                <a:lnTo>
                  <a:pt x="1286565" y="0"/>
                </a:lnTo>
                <a:cubicBezTo>
                  <a:pt x="1286895" y="0"/>
                  <a:pt x="1287354" y="460"/>
                  <a:pt x="1287354" y="460"/>
                </a:cubicBezTo>
                <a:lnTo>
                  <a:pt x="1291887" y="8341"/>
                </a:lnTo>
                <a:cubicBezTo>
                  <a:pt x="1292018" y="8604"/>
                  <a:pt x="1291887" y="9195"/>
                  <a:pt x="1291887" y="9195"/>
                </a:cubicBezTo>
                <a:lnTo>
                  <a:pt x="1291879" y="9209"/>
                </a:lnTo>
                <a:lnTo>
                  <a:pt x="1291879" y="9216"/>
                </a:lnTo>
                <a:lnTo>
                  <a:pt x="1287349" y="17098"/>
                </a:lnTo>
                <a:cubicBezTo>
                  <a:pt x="1287151" y="17361"/>
                  <a:pt x="1286560" y="17558"/>
                  <a:pt x="1286560" y="17558"/>
                </a:cubicBezTo>
                <a:lnTo>
                  <a:pt x="1286509" y="17558"/>
                </a:lnTo>
                <a:lnTo>
                  <a:pt x="1286504" y="17562"/>
                </a:lnTo>
                <a:lnTo>
                  <a:pt x="1277438" y="17562"/>
                </a:lnTo>
                <a:cubicBezTo>
                  <a:pt x="1277111" y="17562"/>
                  <a:pt x="1276650" y="17103"/>
                  <a:pt x="1276650" y="17103"/>
                </a:cubicBezTo>
                <a:lnTo>
                  <a:pt x="1272119" y="9220"/>
                </a:lnTo>
                <a:cubicBezTo>
                  <a:pt x="1271987" y="8958"/>
                  <a:pt x="1272119" y="8366"/>
                  <a:pt x="1272119" y="8366"/>
                </a:cubicBezTo>
                <a:lnTo>
                  <a:pt x="1276650" y="485"/>
                </a:lnTo>
                <a:cubicBezTo>
                  <a:pt x="1276847" y="222"/>
                  <a:pt x="1277438" y="25"/>
                  <a:pt x="1277438" y="25"/>
                </a:cubicBezTo>
                <a:lnTo>
                  <a:pt x="1277457" y="25"/>
                </a:lnTo>
                <a:close/>
                <a:moveTo>
                  <a:pt x="1023086" y="0"/>
                </a:moveTo>
                <a:lnTo>
                  <a:pt x="1032152" y="0"/>
                </a:lnTo>
                <a:cubicBezTo>
                  <a:pt x="1032480" y="0"/>
                  <a:pt x="1032939" y="460"/>
                  <a:pt x="1032939" y="460"/>
                </a:cubicBezTo>
                <a:lnTo>
                  <a:pt x="1037471" y="8341"/>
                </a:lnTo>
                <a:cubicBezTo>
                  <a:pt x="1037602" y="8604"/>
                  <a:pt x="1037471" y="9195"/>
                  <a:pt x="1037471" y="9195"/>
                </a:cubicBezTo>
                <a:lnTo>
                  <a:pt x="1037465" y="9206"/>
                </a:lnTo>
                <a:lnTo>
                  <a:pt x="1037465" y="9232"/>
                </a:lnTo>
                <a:lnTo>
                  <a:pt x="1032934" y="17115"/>
                </a:lnTo>
                <a:cubicBezTo>
                  <a:pt x="1032736" y="17378"/>
                  <a:pt x="1032145" y="17575"/>
                  <a:pt x="1032145" y="17575"/>
                </a:cubicBezTo>
                <a:lnTo>
                  <a:pt x="1023082" y="17575"/>
                </a:lnTo>
                <a:lnTo>
                  <a:pt x="1023020" y="17538"/>
                </a:lnTo>
                <a:lnTo>
                  <a:pt x="1023014" y="17538"/>
                </a:lnTo>
                <a:cubicBezTo>
                  <a:pt x="1022684" y="17538"/>
                  <a:pt x="1022225" y="17079"/>
                  <a:pt x="1022225" y="17079"/>
                </a:cubicBezTo>
                <a:lnTo>
                  <a:pt x="1017693" y="9196"/>
                </a:lnTo>
                <a:cubicBezTo>
                  <a:pt x="1017561" y="8934"/>
                  <a:pt x="1017693" y="8342"/>
                  <a:pt x="1017693" y="8342"/>
                </a:cubicBezTo>
                <a:lnTo>
                  <a:pt x="1022225" y="461"/>
                </a:lnTo>
                <a:cubicBezTo>
                  <a:pt x="1022422" y="198"/>
                  <a:pt x="1023014" y="1"/>
                  <a:pt x="1023014" y="1"/>
                </a:cubicBezTo>
                <a:lnTo>
                  <a:pt x="1023085" y="1"/>
                </a:lnTo>
                <a:close/>
                <a:moveTo>
                  <a:pt x="768557" y="0"/>
                </a:moveTo>
                <a:lnTo>
                  <a:pt x="777620" y="0"/>
                </a:lnTo>
                <a:cubicBezTo>
                  <a:pt x="777948" y="0"/>
                  <a:pt x="778408" y="460"/>
                  <a:pt x="778408" y="460"/>
                </a:cubicBezTo>
                <a:lnTo>
                  <a:pt x="782940" y="8341"/>
                </a:lnTo>
                <a:cubicBezTo>
                  <a:pt x="783072" y="8604"/>
                  <a:pt x="782940" y="9195"/>
                  <a:pt x="782940" y="9195"/>
                </a:cubicBezTo>
                <a:lnTo>
                  <a:pt x="778408" y="17076"/>
                </a:lnTo>
                <a:cubicBezTo>
                  <a:pt x="778211" y="17340"/>
                  <a:pt x="777620" y="17536"/>
                  <a:pt x="777620" y="17536"/>
                </a:cubicBezTo>
                <a:lnTo>
                  <a:pt x="768557" y="17536"/>
                </a:lnTo>
                <a:cubicBezTo>
                  <a:pt x="768229" y="17536"/>
                  <a:pt x="767769" y="17076"/>
                  <a:pt x="767769" y="17076"/>
                </a:cubicBezTo>
                <a:lnTo>
                  <a:pt x="763235" y="9195"/>
                </a:lnTo>
                <a:cubicBezTo>
                  <a:pt x="763103" y="8932"/>
                  <a:pt x="763235" y="8341"/>
                  <a:pt x="763235" y="8341"/>
                </a:cubicBezTo>
                <a:lnTo>
                  <a:pt x="767769" y="460"/>
                </a:lnTo>
                <a:cubicBezTo>
                  <a:pt x="767965" y="197"/>
                  <a:pt x="768557" y="0"/>
                  <a:pt x="768557" y="0"/>
                </a:cubicBezTo>
                <a:close/>
                <a:moveTo>
                  <a:pt x="514255" y="0"/>
                </a:moveTo>
                <a:lnTo>
                  <a:pt x="523319" y="0"/>
                </a:lnTo>
                <a:cubicBezTo>
                  <a:pt x="523647" y="0"/>
                  <a:pt x="524107" y="460"/>
                  <a:pt x="524107" y="460"/>
                </a:cubicBezTo>
                <a:lnTo>
                  <a:pt x="524136" y="511"/>
                </a:lnTo>
                <a:lnTo>
                  <a:pt x="524171" y="531"/>
                </a:lnTo>
                <a:lnTo>
                  <a:pt x="528702" y="8412"/>
                </a:lnTo>
                <a:cubicBezTo>
                  <a:pt x="528833" y="8675"/>
                  <a:pt x="528702" y="9265"/>
                  <a:pt x="528702" y="9265"/>
                </a:cubicBezTo>
                <a:lnTo>
                  <a:pt x="524171" y="17149"/>
                </a:lnTo>
                <a:cubicBezTo>
                  <a:pt x="523974" y="17410"/>
                  <a:pt x="523382" y="17608"/>
                  <a:pt x="523382" y="17608"/>
                </a:cubicBezTo>
                <a:lnTo>
                  <a:pt x="514319" y="17608"/>
                </a:lnTo>
                <a:lnTo>
                  <a:pt x="514302" y="17599"/>
                </a:lnTo>
                <a:lnTo>
                  <a:pt x="514300" y="17599"/>
                </a:lnTo>
                <a:cubicBezTo>
                  <a:pt x="513971" y="17599"/>
                  <a:pt x="513512" y="17139"/>
                  <a:pt x="513512" y="17139"/>
                </a:cubicBezTo>
                <a:lnTo>
                  <a:pt x="513480" y="17084"/>
                </a:lnTo>
                <a:lnTo>
                  <a:pt x="513467" y="17076"/>
                </a:lnTo>
                <a:lnTo>
                  <a:pt x="508934" y="9195"/>
                </a:lnTo>
                <a:cubicBezTo>
                  <a:pt x="508803" y="8932"/>
                  <a:pt x="508934" y="8341"/>
                  <a:pt x="508934" y="8341"/>
                </a:cubicBezTo>
                <a:lnTo>
                  <a:pt x="513467" y="460"/>
                </a:lnTo>
                <a:cubicBezTo>
                  <a:pt x="513664" y="197"/>
                  <a:pt x="514255" y="0"/>
                  <a:pt x="514255" y="0"/>
                </a:cubicBezTo>
                <a:close/>
                <a:moveTo>
                  <a:pt x="259928" y="0"/>
                </a:moveTo>
                <a:lnTo>
                  <a:pt x="268992" y="0"/>
                </a:lnTo>
                <a:cubicBezTo>
                  <a:pt x="269320" y="0"/>
                  <a:pt x="269780" y="460"/>
                  <a:pt x="269780" y="460"/>
                </a:cubicBezTo>
                <a:lnTo>
                  <a:pt x="269830" y="547"/>
                </a:lnTo>
                <a:lnTo>
                  <a:pt x="269881" y="577"/>
                </a:lnTo>
                <a:lnTo>
                  <a:pt x="274411" y="8457"/>
                </a:lnTo>
                <a:cubicBezTo>
                  <a:pt x="274543" y="8720"/>
                  <a:pt x="274411" y="9311"/>
                  <a:pt x="274411" y="9311"/>
                </a:cubicBezTo>
                <a:lnTo>
                  <a:pt x="269881" y="17194"/>
                </a:lnTo>
                <a:cubicBezTo>
                  <a:pt x="269684" y="17456"/>
                  <a:pt x="269092" y="17653"/>
                  <a:pt x="269092" y="17653"/>
                </a:cubicBezTo>
                <a:lnTo>
                  <a:pt x="260029" y="17653"/>
                </a:lnTo>
                <a:lnTo>
                  <a:pt x="259987" y="17629"/>
                </a:lnTo>
                <a:lnTo>
                  <a:pt x="259982" y="17629"/>
                </a:lnTo>
                <a:cubicBezTo>
                  <a:pt x="259654" y="17629"/>
                  <a:pt x="259194" y="17169"/>
                  <a:pt x="259194" y="17169"/>
                </a:cubicBezTo>
                <a:lnTo>
                  <a:pt x="259141" y="17077"/>
                </a:lnTo>
                <a:lnTo>
                  <a:pt x="259139" y="17076"/>
                </a:lnTo>
                <a:lnTo>
                  <a:pt x="254607" y="9195"/>
                </a:lnTo>
                <a:cubicBezTo>
                  <a:pt x="254476" y="8932"/>
                  <a:pt x="254607" y="8341"/>
                  <a:pt x="254607" y="8341"/>
                </a:cubicBezTo>
                <a:lnTo>
                  <a:pt x="259139" y="460"/>
                </a:lnTo>
                <a:cubicBezTo>
                  <a:pt x="259336" y="197"/>
                  <a:pt x="259928" y="0"/>
                  <a:pt x="259928" y="0"/>
                </a:cubicBezTo>
                <a:close/>
                <a:moveTo>
                  <a:pt x="5492" y="0"/>
                </a:moveTo>
                <a:lnTo>
                  <a:pt x="14556" y="0"/>
                </a:lnTo>
                <a:cubicBezTo>
                  <a:pt x="14885" y="0"/>
                  <a:pt x="15344" y="460"/>
                  <a:pt x="15344" y="460"/>
                </a:cubicBezTo>
                <a:lnTo>
                  <a:pt x="19876" y="8341"/>
                </a:lnTo>
                <a:lnTo>
                  <a:pt x="19876" y="8355"/>
                </a:lnTo>
                <a:lnTo>
                  <a:pt x="19920" y="8432"/>
                </a:lnTo>
                <a:cubicBezTo>
                  <a:pt x="20052" y="8695"/>
                  <a:pt x="19920" y="9286"/>
                  <a:pt x="19920" y="9286"/>
                </a:cubicBezTo>
                <a:lnTo>
                  <a:pt x="15388" y="17169"/>
                </a:lnTo>
                <a:cubicBezTo>
                  <a:pt x="15191" y="17430"/>
                  <a:pt x="14600" y="17627"/>
                  <a:pt x="14600" y="17627"/>
                </a:cubicBezTo>
                <a:lnTo>
                  <a:pt x="5537" y="17627"/>
                </a:lnTo>
                <a:cubicBezTo>
                  <a:pt x="5208" y="17627"/>
                  <a:pt x="4749" y="17169"/>
                  <a:pt x="4749" y="17169"/>
                </a:cubicBezTo>
                <a:lnTo>
                  <a:pt x="4723" y="17126"/>
                </a:lnTo>
                <a:lnTo>
                  <a:pt x="4697" y="17110"/>
                </a:lnTo>
                <a:lnTo>
                  <a:pt x="165" y="9227"/>
                </a:lnTo>
                <a:cubicBezTo>
                  <a:pt x="34" y="8965"/>
                  <a:pt x="165" y="8373"/>
                  <a:pt x="165" y="8373"/>
                </a:cubicBezTo>
                <a:lnTo>
                  <a:pt x="171" y="8363"/>
                </a:lnTo>
                <a:lnTo>
                  <a:pt x="171" y="8341"/>
                </a:lnTo>
                <a:lnTo>
                  <a:pt x="4703" y="460"/>
                </a:lnTo>
                <a:cubicBezTo>
                  <a:pt x="4900" y="197"/>
                  <a:pt x="5492" y="0"/>
                  <a:pt x="5492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  <p:sp>
        <p:nvSpPr>
          <p:cNvPr id="9" name="TekstSylinder 8">
            <a:extLst>
              <a:ext uri="{FF2B5EF4-FFF2-40B4-BE49-F238E27FC236}">
                <a16:creationId xmlns:a16="http://schemas.microsoft.com/office/drawing/2014/main" id="{CB06B053-A2D7-B1FD-4639-260A7286912E}"/>
              </a:ext>
            </a:extLst>
          </p:cNvPr>
          <p:cNvSpPr txBox="1"/>
          <p:nvPr userDrawn="1"/>
        </p:nvSpPr>
        <p:spPr>
          <a:xfrm>
            <a:off x="721517" y="682177"/>
            <a:ext cx="1923085" cy="761605"/>
          </a:xfrm>
          <a:prstGeom prst="rect">
            <a:avLst/>
          </a:prstGeom>
          <a:solidFill>
            <a:schemeClr val="bg1"/>
          </a:solidFill>
        </p:spPr>
        <p:txBody>
          <a:bodyPr wrap="square" lIns="142869" tIns="171443" rIns="142869" bIns="171443" rtlCol="0">
            <a:spAutoFit/>
          </a:bodyPr>
          <a:lstStyle/>
          <a:p>
            <a:r>
              <a:rPr lang="nb-NO" sz="2699" b="0" u="sng" dirty="0" err="1">
                <a:solidFill>
                  <a:schemeClr val="tx2"/>
                </a:solidFill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dmp.no</a:t>
            </a:r>
            <a:endParaRPr lang="nb-NO" sz="2699" b="0" u="sng" dirty="0">
              <a:solidFill>
                <a:schemeClr val="tx2"/>
              </a:solidFill>
            </a:endParaRPr>
          </a:p>
        </p:txBody>
      </p:sp>
      <p:sp>
        <p:nvSpPr>
          <p:cNvPr id="11" name="TekstSylinder 10">
            <a:extLst>
              <a:ext uri="{FF2B5EF4-FFF2-40B4-BE49-F238E27FC236}">
                <a16:creationId xmlns:a16="http://schemas.microsoft.com/office/drawing/2014/main" id="{EC90A27A-84D8-A59E-162D-A9413ADA367B}"/>
              </a:ext>
            </a:extLst>
          </p:cNvPr>
          <p:cNvSpPr txBox="1"/>
          <p:nvPr userDrawn="1"/>
        </p:nvSpPr>
        <p:spPr>
          <a:xfrm>
            <a:off x="721517" y="1443711"/>
            <a:ext cx="2574756" cy="761605"/>
          </a:xfrm>
          <a:prstGeom prst="rect">
            <a:avLst/>
          </a:prstGeom>
          <a:solidFill>
            <a:schemeClr val="bg1"/>
          </a:solidFill>
        </p:spPr>
        <p:txBody>
          <a:bodyPr wrap="square" lIns="142869" tIns="171443" rIns="142869" bIns="171443" rtlCol="0">
            <a:spAutoFit/>
          </a:bodyPr>
          <a:lstStyle/>
          <a:p>
            <a:r>
              <a:rPr lang="nb-NO" sz="2699" b="0" u="sng" dirty="0">
                <a:solidFill>
                  <a:schemeClr val="tx2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helsenorge.no</a:t>
            </a:r>
            <a:endParaRPr lang="nb-NO" sz="2699" b="0" u="sng" dirty="0">
              <a:solidFill>
                <a:schemeClr val="tx2"/>
              </a:solidFill>
            </a:endParaRPr>
          </a:p>
        </p:txBody>
      </p:sp>
      <p:sp>
        <p:nvSpPr>
          <p:cNvPr id="8" name="TekstSylinder 7">
            <a:extLst>
              <a:ext uri="{FF2B5EF4-FFF2-40B4-BE49-F238E27FC236}">
                <a16:creationId xmlns:a16="http://schemas.microsoft.com/office/drawing/2014/main" id="{3BCDDDF2-1A49-574A-57A6-FA9906C3FEAE}"/>
              </a:ext>
            </a:extLst>
          </p:cNvPr>
          <p:cNvSpPr txBox="1"/>
          <p:nvPr userDrawn="1"/>
        </p:nvSpPr>
        <p:spPr>
          <a:xfrm>
            <a:off x="772599" y="2311312"/>
            <a:ext cx="6807512" cy="761605"/>
          </a:xfrm>
          <a:prstGeom prst="rect">
            <a:avLst/>
          </a:prstGeom>
          <a:solidFill>
            <a:schemeClr val="bg1"/>
          </a:solidFill>
        </p:spPr>
        <p:txBody>
          <a:bodyPr wrap="square" lIns="971509" tIns="171443" rIns="142869" bIns="171443" rtlCol="0">
            <a:spAutoFit/>
          </a:bodyPr>
          <a:lstStyle>
            <a:defPPr>
              <a:defRPr lang="nb-NO"/>
            </a:defPPr>
            <a:lvl1pPr>
              <a:defRPr sz="3400" b="0" u="sng">
                <a:solidFill>
                  <a:schemeClr val="accent1"/>
                </a:solidFill>
              </a:defRPr>
            </a:lvl1pPr>
          </a:lstStyle>
          <a:p>
            <a:pPr lvl="0"/>
            <a:r>
              <a:rPr lang="nb-NO" sz="2699" u="none" dirty="0">
                <a:solidFill>
                  <a:schemeClr val="tx2"/>
                </a:solidFill>
              </a:rPr>
              <a:t>Direktoratet for medisinske produkter</a:t>
            </a:r>
          </a:p>
        </p:txBody>
      </p:sp>
      <p:grpSp>
        <p:nvGrpSpPr>
          <p:cNvPr id="25" name="Gruppe 24">
            <a:extLst>
              <a:ext uri="{FF2B5EF4-FFF2-40B4-BE49-F238E27FC236}">
                <a16:creationId xmlns:a16="http://schemas.microsoft.com/office/drawing/2014/main" id="{1FB8E1F5-A91C-42C0-05E1-B3B835C8456A}"/>
              </a:ext>
            </a:extLst>
          </p:cNvPr>
          <p:cNvGrpSpPr/>
          <p:nvPr userDrawn="1"/>
        </p:nvGrpSpPr>
        <p:grpSpPr>
          <a:xfrm>
            <a:off x="1285968" y="2488163"/>
            <a:ext cx="317434" cy="317440"/>
            <a:chOff x="983064" y="4269540"/>
            <a:chExt cx="399934" cy="399935"/>
          </a:xfrm>
        </p:grpSpPr>
        <p:sp>
          <p:nvSpPr>
            <p:cNvPr id="16" name="Friform 15">
              <a:extLst>
                <a:ext uri="{FF2B5EF4-FFF2-40B4-BE49-F238E27FC236}">
                  <a16:creationId xmlns:a16="http://schemas.microsoft.com/office/drawing/2014/main" id="{2399A3A4-91C0-AF8B-0E91-77F506AF6260}"/>
                </a:ext>
              </a:extLst>
            </p:cNvPr>
            <p:cNvSpPr/>
            <p:nvPr/>
          </p:nvSpPr>
          <p:spPr>
            <a:xfrm>
              <a:off x="983064" y="4269540"/>
              <a:ext cx="399934" cy="399935"/>
            </a:xfrm>
            <a:custGeom>
              <a:avLst/>
              <a:gdLst>
                <a:gd name="connsiteX0" fmla="*/ 22080 w 399934"/>
                <a:gd name="connsiteY0" fmla="*/ 0 h 399935"/>
                <a:gd name="connsiteX1" fmla="*/ 377854 w 399934"/>
                <a:gd name="connsiteY1" fmla="*/ 0 h 399935"/>
                <a:gd name="connsiteX2" fmla="*/ 399934 w 399934"/>
                <a:gd name="connsiteY2" fmla="*/ 22080 h 399935"/>
                <a:gd name="connsiteX3" fmla="*/ 399934 w 399934"/>
                <a:gd name="connsiteY3" fmla="*/ 377854 h 399935"/>
                <a:gd name="connsiteX4" fmla="*/ 377888 w 399934"/>
                <a:gd name="connsiteY4" fmla="*/ 399934 h 399935"/>
                <a:gd name="connsiteX5" fmla="*/ 365753 w 399934"/>
                <a:gd name="connsiteY5" fmla="*/ 399934 h 399935"/>
                <a:gd name="connsiteX6" fmla="*/ 365753 w 399934"/>
                <a:gd name="connsiteY6" fmla="*/ 399935 h 399935"/>
                <a:gd name="connsiteX7" fmla="*/ 135222 w 399934"/>
                <a:gd name="connsiteY7" fmla="*/ 399935 h 399935"/>
                <a:gd name="connsiteX8" fmla="*/ 135222 w 399934"/>
                <a:gd name="connsiteY8" fmla="*/ 399934 h 399935"/>
                <a:gd name="connsiteX9" fmla="*/ 22080 w 399934"/>
                <a:gd name="connsiteY9" fmla="*/ 399934 h 399935"/>
                <a:gd name="connsiteX10" fmla="*/ 0 w 399934"/>
                <a:gd name="connsiteY10" fmla="*/ 377871 h 399935"/>
                <a:gd name="connsiteX11" fmla="*/ 0 w 399934"/>
                <a:gd name="connsiteY11" fmla="*/ 22080 h 399935"/>
                <a:gd name="connsiteX12" fmla="*/ 22080 w 399934"/>
                <a:gd name="connsiteY12" fmla="*/ 0 h 39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934" h="399935">
                  <a:moveTo>
                    <a:pt x="22080" y="0"/>
                  </a:moveTo>
                  <a:lnTo>
                    <a:pt x="377854" y="0"/>
                  </a:lnTo>
                  <a:cubicBezTo>
                    <a:pt x="390052" y="0"/>
                    <a:pt x="399934" y="9882"/>
                    <a:pt x="399934" y="22080"/>
                  </a:cubicBezTo>
                  <a:lnTo>
                    <a:pt x="399934" y="377854"/>
                  </a:lnTo>
                  <a:cubicBezTo>
                    <a:pt x="399934" y="390052"/>
                    <a:pt x="390052" y="399934"/>
                    <a:pt x="377888" y="399934"/>
                  </a:cubicBezTo>
                  <a:lnTo>
                    <a:pt x="365753" y="399934"/>
                  </a:lnTo>
                  <a:lnTo>
                    <a:pt x="365753" y="399935"/>
                  </a:lnTo>
                  <a:lnTo>
                    <a:pt x="135222" y="399935"/>
                  </a:lnTo>
                  <a:lnTo>
                    <a:pt x="135222" y="399934"/>
                  </a:lnTo>
                  <a:lnTo>
                    <a:pt x="22080" y="399934"/>
                  </a:lnTo>
                  <a:cubicBezTo>
                    <a:pt x="9882" y="399934"/>
                    <a:pt x="0" y="390052"/>
                    <a:pt x="0" y="377871"/>
                  </a:cubicBezTo>
                  <a:lnTo>
                    <a:pt x="0" y="22080"/>
                  </a:lnTo>
                  <a:cubicBezTo>
                    <a:pt x="0" y="9882"/>
                    <a:pt x="9882" y="0"/>
                    <a:pt x="22080" y="0"/>
                  </a:cubicBezTo>
                  <a:close/>
                </a:path>
              </a:pathLst>
            </a:custGeom>
            <a:solidFill>
              <a:schemeClr val="tx1"/>
            </a:solidFill>
            <a:ln w="162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23" name="Friform 22">
              <a:extLst>
                <a:ext uri="{FF2B5EF4-FFF2-40B4-BE49-F238E27FC236}">
                  <a16:creationId xmlns:a16="http://schemas.microsoft.com/office/drawing/2014/main" id="{801A4786-2290-F8E0-91B5-1C5462B8329C}"/>
                </a:ext>
              </a:extLst>
            </p:cNvPr>
            <p:cNvSpPr/>
            <p:nvPr userDrawn="1"/>
          </p:nvSpPr>
          <p:spPr>
            <a:xfrm>
              <a:off x="1032847" y="4313945"/>
              <a:ext cx="300368" cy="311126"/>
            </a:xfrm>
            <a:custGeom>
              <a:avLst/>
              <a:gdLst>
                <a:gd name="connsiteX0" fmla="*/ 363732 w 688975"/>
                <a:gd name="connsiteY0" fmla="*/ 271860 h 638175"/>
                <a:gd name="connsiteX1" fmla="*/ 406818 w 688975"/>
                <a:gd name="connsiteY1" fmla="*/ 271860 h 638175"/>
                <a:gd name="connsiteX2" fmla="*/ 406818 w 688975"/>
                <a:gd name="connsiteY2" fmla="*/ 297209 h 638175"/>
                <a:gd name="connsiteX3" fmla="*/ 507351 w 688975"/>
                <a:gd name="connsiteY3" fmla="*/ 332769 h 638175"/>
                <a:gd name="connsiteX4" fmla="*/ 507351 w 688975"/>
                <a:gd name="connsiteY4" fmla="*/ 429841 h 638175"/>
                <a:gd name="connsiteX5" fmla="*/ 464266 w 688975"/>
                <a:gd name="connsiteY5" fmla="*/ 429841 h 638175"/>
                <a:gd name="connsiteX6" fmla="*/ 464266 w 688975"/>
                <a:gd name="connsiteY6" fmla="*/ 349357 h 638175"/>
                <a:gd name="connsiteX7" fmla="*/ 406818 w 688975"/>
                <a:gd name="connsiteY7" fmla="*/ 349357 h 638175"/>
                <a:gd name="connsiteX8" fmla="*/ 406818 w 688975"/>
                <a:gd name="connsiteY8" fmla="*/ 429841 h 638175"/>
                <a:gd name="connsiteX9" fmla="*/ 363732 w 688975"/>
                <a:gd name="connsiteY9" fmla="*/ 429841 h 638175"/>
                <a:gd name="connsiteX10" fmla="*/ 291923 w 688975"/>
                <a:gd name="connsiteY10" fmla="*/ 271860 h 638175"/>
                <a:gd name="connsiteX11" fmla="*/ 335008 w 688975"/>
                <a:gd name="connsiteY11" fmla="*/ 271860 h 638175"/>
                <a:gd name="connsiteX12" fmla="*/ 335008 w 688975"/>
                <a:gd name="connsiteY12" fmla="*/ 429841 h 638175"/>
                <a:gd name="connsiteX13" fmla="*/ 291923 w 688975"/>
                <a:gd name="connsiteY13" fmla="*/ 429841 h 638175"/>
                <a:gd name="connsiteX14" fmla="*/ 313466 w 688975"/>
                <a:gd name="connsiteY14" fmla="*/ 202980 h 638175"/>
                <a:gd name="connsiteX15" fmla="*/ 338599 w 688975"/>
                <a:gd name="connsiteY15" fmla="*/ 228314 h 638175"/>
                <a:gd name="connsiteX16" fmla="*/ 313466 w 688975"/>
                <a:gd name="connsiteY16" fmla="*/ 253648 h 638175"/>
                <a:gd name="connsiteX17" fmla="*/ 288333 w 688975"/>
                <a:gd name="connsiteY17" fmla="*/ 228314 h 638175"/>
                <a:gd name="connsiteX18" fmla="*/ 313466 w 688975"/>
                <a:gd name="connsiteY18" fmla="*/ 202980 h 638175"/>
                <a:gd name="connsiteX19" fmla="*/ 220113 w 688975"/>
                <a:gd name="connsiteY19" fmla="*/ 156964 h 638175"/>
                <a:gd name="connsiteX20" fmla="*/ 220113 w 688975"/>
                <a:gd name="connsiteY20" fmla="*/ 501650 h 638175"/>
                <a:gd name="connsiteX21" fmla="*/ 564799 w 688975"/>
                <a:gd name="connsiteY21" fmla="*/ 501650 h 638175"/>
                <a:gd name="connsiteX22" fmla="*/ 564799 w 688975"/>
                <a:gd name="connsiteY22" fmla="*/ 156964 h 638175"/>
                <a:gd name="connsiteX23" fmla="*/ 0 w 688975"/>
                <a:gd name="connsiteY23" fmla="*/ 0 h 638175"/>
                <a:gd name="connsiteX24" fmla="*/ 688975 w 688975"/>
                <a:gd name="connsiteY24" fmla="*/ 0 h 638175"/>
                <a:gd name="connsiteX25" fmla="*/ 688975 w 688975"/>
                <a:gd name="connsiteY25" fmla="*/ 638175 h 638175"/>
                <a:gd name="connsiteX26" fmla="*/ 0 w 688975"/>
                <a:gd name="connsiteY26" fmla="*/ 638175 h 638175"/>
                <a:gd name="connsiteX0" fmla="*/ 363732 w 688975"/>
                <a:gd name="connsiteY0" fmla="*/ 271860 h 638175"/>
                <a:gd name="connsiteX1" fmla="*/ 406818 w 688975"/>
                <a:gd name="connsiteY1" fmla="*/ 271860 h 638175"/>
                <a:gd name="connsiteX2" fmla="*/ 406818 w 688975"/>
                <a:gd name="connsiteY2" fmla="*/ 297209 h 638175"/>
                <a:gd name="connsiteX3" fmla="*/ 507351 w 688975"/>
                <a:gd name="connsiteY3" fmla="*/ 332769 h 638175"/>
                <a:gd name="connsiteX4" fmla="*/ 507351 w 688975"/>
                <a:gd name="connsiteY4" fmla="*/ 429841 h 638175"/>
                <a:gd name="connsiteX5" fmla="*/ 464266 w 688975"/>
                <a:gd name="connsiteY5" fmla="*/ 429841 h 638175"/>
                <a:gd name="connsiteX6" fmla="*/ 464266 w 688975"/>
                <a:gd name="connsiteY6" fmla="*/ 349357 h 638175"/>
                <a:gd name="connsiteX7" fmla="*/ 406818 w 688975"/>
                <a:gd name="connsiteY7" fmla="*/ 349357 h 638175"/>
                <a:gd name="connsiteX8" fmla="*/ 406818 w 688975"/>
                <a:gd name="connsiteY8" fmla="*/ 429841 h 638175"/>
                <a:gd name="connsiteX9" fmla="*/ 363732 w 688975"/>
                <a:gd name="connsiteY9" fmla="*/ 429841 h 638175"/>
                <a:gd name="connsiteX10" fmla="*/ 363732 w 688975"/>
                <a:gd name="connsiteY10" fmla="*/ 271860 h 638175"/>
                <a:gd name="connsiteX11" fmla="*/ 291923 w 688975"/>
                <a:gd name="connsiteY11" fmla="*/ 271860 h 638175"/>
                <a:gd name="connsiteX12" fmla="*/ 335008 w 688975"/>
                <a:gd name="connsiteY12" fmla="*/ 271860 h 638175"/>
                <a:gd name="connsiteX13" fmla="*/ 335008 w 688975"/>
                <a:gd name="connsiteY13" fmla="*/ 429841 h 638175"/>
                <a:gd name="connsiteX14" fmla="*/ 291923 w 688975"/>
                <a:gd name="connsiteY14" fmla="*/ 429841 h 638175"/>
                <a:gd name="connsiteX15" fmla="*/ 291923 w 688975"/>
                <a:gd name="connsiteY15" fmla="*/ 271860 h 638175"/>
                <a:gd name="connsiteX16" fmla="*/ 313466 w 688975"/>
                <a:gd name="connsiteY16" fmla="*/ 202980 h 638175"/>
                <a:gd name="connsiteX17" fmla="*/ 338599 w 688975"/>
                <a:gd name="connsiteY17" fmla="*/ 228314 h 638175"/>
                <a:gd name="connsiteX18" fmla="*/ 313466 w 688975"/>
                <a:gd name="connsiteY18" fmla="*/ 253648 h 638175"/>
                <a:gd name="connsiteX19" fmla="*/ 288333 w 688975"/>
                <a:gd name="connsiteY19" fmla="*/ 228314 h 638175"/>
                <a:gd name="connsiteX20" fmla="*/ 313466 w 688975"/>
                <a:gd name="connsiteY20" fmla="*/ 202980 h 638175"/>
                <a:gd name="connsiteX21" fmla="*/ 220113 w 688975"/>
                <a:gd name="connsiteY21" fmla="*/ 156964 h 638175"/>
                <a:gd name="connsiteX22" fmla="*/ 220113 w 688975"/>
                <a:gd name="connsiteY22" fmla="*/ 501650 h 638175"/>
                <a:gd name="connsiteX23" fmla="*/ 564799 w 688975"/>
                <a:gd name="connsiteY23" fmla="*/ 501650 h 638175"/>
                <a:gd name="connsiteX24" fmla="*/ 220113 w 688975"/>
                <a:gd name="connsiteY24" fmla="*/ 156964 h 638175"/>
                <a:gd name="connsiteX25" fmla="*/ 0 w 688975"/>
                <a:gd name="connsiteY25" fmla="*/ 0 h 638175"/>
                <a:gd name="connsiteX26" fmla="*/ 688975 w 688975"/>
                <a:gd name="connsiteY26" fmla="*/ 0 h 638175"/>
                <a:gd name="connsiteX27" fmla="*/ 688975 w 688975"/>
                <a:gd name="connsiteY27" fmla="*/ 638175 h 638175"/>
                <a:gd name="connsiteX28" fmla="*/ 0 w 688975"/>
                <a:gd name="connsiteY28" fmla="*/ 638175 h 638175"/>
                <a:gd name="connsiteX29" fmla="*/ 0 w 688975"/>
                <a:gd name="connsiteY29" fmla="*/ 0 h 638175"/>
                <a:gd name="connsiteX0" fmla="*/ 363732 w 688975"/>
                <a:gd name="connsiteY0" fmla="*/ 271860 h 638175"/>
                <a:gd name="connsiteX1" fmla="*/ 406818 w 688975"/>
                <a:gd name="connsiteY1" fmla="*/ 271860 h 638175"/>
                <a:gd name="connsiteX2" fmla="*/ 406818 w 688975"/>
                <a:gd name="connsiteY2" fmla="*/ 297209 h 638175"/>
                <a:gd name="connsiteX3" fmla="*/ 507351 w 688975"/>
                <a:gd name="connsiteY3" fmla="*/ 332769 h 638175"/>
                <a:gd name="connsiteX4" fmla="*/ 507351 w 688975"/>
                <a:gd name="connsiteY4" fmla="*/ 429841 h 638175"/>
                <a:gd name="connsiteX5" fmla="*/ 464266 w 688975"/>
                <a:gd name="connsiteY5" fmla="*/ 429841 h 638175"/>
                <a:gd name="connsiteX6" fmla="*/ 464266 w 688975"/>
                <a:gd name="connsiteY6" fmla="*/ 349357 h 638175"/>
                <a:gd name="connsiteX7" fmla="*/ 406818 w 688975"/>
                <a:gd name="connsiteY7" fmla="*/ 349357 h 638175"/>
                <a:gd name="connsiteX8" fmla="*/ 406818 w 688975"/>
                <a:gd name="connsiteY8" fmla="*/ 429841 h 638175"/>
                <a:gd name="connsiteX9" fmla="*/ 363732 w 688975"/>
                <a:gd name="connsiteY9" fmla="*/ 429841 h 638175"/>
                <a:gd name="connsiteX10" fmla="*/ 363732 w 688975"/>
                <a:gd name="connsiteY10" fmla="*/ 271860 h 638175"/>
                <a:gd name="connsiteX11" fmla="*/ 291923 w 688975"/>
                <a:gd name="connsiteY11" fmla="*/ 271860 h 638175"/>
                <a:gd name="connsiteX12" fmla="*/ 335008 w 688975"/>
                <a:gd name="connsiteY12" fmla="*/ 271860 h 638175"/>
                <a:gd name="connsiteX13" fmla="*/ 335008 w 688975"/>
                <a:gd name="connsiteY13" fmla="*/ 429841 h 638175"/>
                <a:gd name="connsiteX14" fmla="*/ 291923 w 688975"/>
                <a:gd name="connsiteY14" fmla="*/ 429841 h 638175"/>
                <a:gd name="connsiteX15" fmla="*/ 291923 w 688975"/>
                <a:gd name="connsiteY15" fmla="*/ 271860 h 638175"/>
                <a:gd name="connsiteX16" fmla="*/ 313466 w 688975"/>
                <a:gd name="connsiteY16" fmla="*/ 202980 h 638175"/>
                <a:gd name="connsiteX17" fmla="*/ 338599 w 688975"/>
                <a:gd name="connsiteY17" fmla="*/ 228314 h 638175"/>
                <a:gd name="connsiteX18" fmla="*/ 313466 w 688975"/>
                <a:gd name="connsiteY18" fmla="*/ 253648 h 638175"/>
                <a:gd name="connsiteX19" fmla="*/ 288333 w 688975"/>
                <a:gd name="connsiteY19" fmla="*/ 228314 h 638175"/>
                <a:gd name="connsiteX20" fmla="*/ 313466 w 688975"/>
                <a:gd name="connsiteY20" fmla="*/ 202980 h 638175"/>
                <a:gd name="connsiteX21" fmla="*/ 220113 w 688975"/>
                <a:gd name="connsiteY21" fmla="*/ 156964 h 638175"/>
                <a:gd name="connsiteX22" fmla="*/ 220113 w 688975"/>
                <a:gd name="connsiteY22" fmla="*/ 501650 h 638175"/>
                <a:gd name="connsiteX23" fmla="*/ 564799 w 688975"/>
                <a:gd name="connsiteY23" fmla="*/ 501650 h 638175"/>
                <a:gd name="connsiteX24" fmla="*/ 220113 w 688975"/>
                <a:gd name="connsiteY24" fmla="*/ 156964 h 638175"/>
                <a:gd name="connsiteX25" fmla="*/ 0 w 688975"/>
                <a:gd name="connsiteY25" fmla="*/ 0 h 638175"/>
                <a:gd name="connsiteX26" fmla="*/ 688975 w 688975"/>
                <a:gd name="connsiteY26" fmla="*/ 638175 h 638175"/>
                <a:gd name="connsiteX27" fmla="*/ 0 w 688975"/>
                <a:gd name="connsiteY27" fmla="*/ 638175 h 638175"/>
                <a:gd name="connsiteX28" fmla="*/ 0 w 688975"/>
                <a:gd name="connsiteY28" fmla="*/ 0 h 638175"/>
                <a:gd name="connsiteX0" fmla="*/ 363732 w 688975"/>
                <a:gd name="connsiteY0" fmla="*/ 114896 h 481211"/>
                <a:gd name="connsiteX1" fmla="*/ 406818 w 688975"/>
                <a:gd name="connsiteY1" fmla="*/ 114896 h 481211"/>
                <a:gd name="connsiteX2" fmla="*/ 406818 w 688975"/>
                <a:gd name="connsiteY2" fmla="*/ 140245 h 481211"/>
                <a:gd name="connsiteX3" fmla="*/ 507351 w 688975"/>
                <a:gd name="connsiteY3" fmla="*/ 175805 h 481211"/>
                <a:gd name="connsiteX4" fmla="*/ 507351 w 688975"/>
                <a:gd name="connsiteY4" fmla="*/ 272877 h 481211"/>
                <a:gd name="connsiteX5" fmla="*/ 464266 w 688975"/>
                <a:gd name="connsiteY5" fmla="*/ 272877 h 481211"/>
                <a:gd name="connsiteX6" fmla="*/ 464266 w 688975"/>
                <a:gd name="connsiteY6" fmla="*/ 192393 h 481211"/>
                <a:gd name="connsiteX7" fmla="*/ 406818 w 688975"/>
                <a:gd name="connsiteY7" fmla="*/ 192393 h 481211"/>
                <a:gd name="connsiteX8" fmla="*/ 406818 w 688975"/>
                <a:gd name="connsiteY8" fmla="*/ 272877 h 481211"/>
                <a:gd name="connsiteX9" fmla="*/ 363732 w 688975"/>
                <a:gd name="connsiteY9" fmla="*/ 272877 h 481211"/>
                <a:gd name="connsiteX10" fmla="*/ 363732 w 688975"/>
                <a:gd name="connsiteY10" fmla="*/ 114896 h 481211"/>
                <a:gd name="connsiteX11" fmla="*/ 291923 w 688975"/>
                <a:gd name="connsiteY11" fmla="*/ 114896 h 481211"/>
                <a:gd name="connsiteX12" fmla="*/ 335008 w 688975"/>
                <a:gd name="connsiteY12" fmla="*/ 114896 h 481211"/>
                <a:gd name="connsiteX13" fmla="*/ 335008 w 688975"/>
                <a:gd name="connsiteY13" fmla="*/ 272877 h 481211"/>
                <a:gd name="connsiteX14" fmla="*/ 291923 w 688975"/>
                <a:gd name="connsiteY14" fmla="*/ 272877 h 481211"/>
                <a:gd name="connsiteX15" fmla="*/ 291923 w 688975"/>
                <a:gd name="connsiteY15" fmla="*/ 114896 h 481211"/>
                <a:gd name="connsiteX16" fmla="*/ 313466 w 688975"/>
                <a:gd name="connsiteY16" fmla="*/ 46016 h 481211"/>
                <a:gd name="connsiteX17" fmla="*/ 338599 w 688975"/>
                <a:gd name="connsiteY17" fmla="*/ 71350 h 481211"/>
                <a:gd name="connsiteX18" fmla="*/ 313466 w 688975"/>
                <a:gd name="connsiteY18" fmla="*/ 96684 h 481211"/>
                <a:gd name="connsiteX19" fmla="*/ 288333 w 688975"/>
                <a:gd name="connsiteY19" fmla="*/ 71350 h 481211"/>
                <a:gd name="connsiteX20" fmla="*/ 313466 w 688975"/>
                <a:gd name="connsiteY20" fmla="*/ 46016 h 481211"/>
                <a:gd name="connsiteX21" fmla="*/ 220113 w 688975"/>
                <a:gd name="connsiteY21" fmla="*/ 0 h 481211"/>
                <a:gd name="connsiteX22" fmla="*/ 220113 w 688975"/>
                <a:gd name="connsiteY22" fmla="*/ 344686 h 481211"/>
                <a:gd name="connsiteX23" fmla="*/ 564799 w 688975"/>
                <a:gd name="connsiteY23" fmla="*/ 344686 h 481211"/>
                <a:gd name="connsiteX24" fmla="*/ 220113 w 688975"/>
                <a:gd name="connsiteY24" fmla="*/ 0 h 481211"/>
                <a:gd name="connsiteX25" fmla="*/ 0 w 688975"/>
                <a:gd name="connsiteY25" fmla="*/ 481211 h 481211"/>
                <a:gd name="connsiteX26" fmla="*/ 688975 w 688975"/>
                <a:gd name="connsiteY26" fmla="*/ 481211 h 481211"/>
                <a:gd name="connsiteX27" fmla="*/ 0 w 688975"/>
                <a:gd name="connsiteY27" fmla="*/ 481211 h 481211"/>
                <a:gd name="connsiteX0" fmla="*/ 143619 w 344686"/>
                <a:gd name="connsiteY0" fmla="*/ 114896 h 344686"/>
                <a:gd name="connsiteX1" fmla="*/ 186705 w 344686"/>
                <a:gd name="connsiteY1" fmla="*/ 114896 h 344686"/>
                <a:gd name="connsiteX2" fmla="*/ 186705 w 344686"/>
                <a:gd name="connsiteY2" fmla="*/ 140245 h 344686"/>
                <a:gd name="connsiteX3" fmla="*/ 287238 w 344686"/>
                <a:gd name="connsiteY3" fmla="*/ 175805 h 344686"/>
                <a:gd name="connsiteX4" fmla="*/ 287238 w 344686"/>
                <a:gd name="connsiteY4" fmla="*/ 272877 h 344686"/>
                <a:gd name="connsiteX5" fmla="*/ 244153 w 344686"/>
                <a:gd name="connsiteY5" fmla="*/ 272877 h 344686"/>
                <a:gd name="connsiteX6" fmla="*/ 244153 w 344686"/>
                <a:gd name="connsiteY6" fmla="*/ 192393 h 344686"/>
                <a:gd name="connsiteX7" fmla="*/ 186705 w 344686"/>
                <a:gd name="connsiteY7" fmla="*/ 192393 h 344686"/>
                <a:gd name="connsiteX8" fmla="*/ 186705 w 344686"/>
                <a:gd name="connsiteY8" fmla="*/ 272877 h 344686"/>
                <a:gd name="connsiteX9" fmla="*/ 143619 w 344686"/>
                <a:gd name="connsiteY9" fmla="*/ 272877 h 344686"/>
                <a:gd name="connsiteX10" fmla="*/ 143619 w 344686"/>
                <a:gd name="connsiteY10" fmla="*/ 114896 h 344686"/>
                <a:gd name="connsiteX11" fmla="*/ 71810 w 344686"/>
                <a:gd name="connsiteY11" fmla="*/ 114896 h 344686"/>
                <a:gd name="connsiteX12" fmla="*/ 114895 w 344686"/>
                <a:gd name="connsiteY12" fmla="*/ 114896 h 344686"/>
                <a:gd name="connsiteX13" fmla="*/ 114895 w 344686"/>
                <a:gd name="connsiteY13" fmla="*/ 272877 h 344686"/>
                <a:gd name="connsiteX14" fmla="*/ 71810 w 344686"/>
                <a:gd name="connsiteY14" fmla="*/ 272877 h 344686"/>
                <a:gd name="connsiteX15" fmla="*/ 71810 w 344686"/>
                <a:gd name="connsiteY15" fmla="*/ 114896 h 344686"/>
                <a:gd name="connsiteX16" fmla="*/ 93353 w 344686"/>
                <a:gd name="connsiteY16" fmla="*/ 46016 h 344686"/>
                <a:gd name="connsiteX17" fmla="*/ 118486 w 344686"/>
                <a:gd name="connsiteY17" fmla="*/ 71350 h 344686"/>
                <a:gd name="connsiteX18" fmla="*/ 93353 w 344686"/>
                <a:gd name="connsiteY18" fmla="*/ 96684 h 344686"/>
                <a:gd name="connsiteX19" fmla="*/ 68220 w 344686"/>
                <a:gd name="connsiteY19" fmla="*/ 71350 h 344686"/>
                <a:gd name="connsiteX20" fmla="*/ 93353 w 344686"/>
                <a:gd name="connsiteY20" fmla="*/ 46016 h 344686"/>
                <a:gd name="connsiteX21" fmla="*/ 0 w 344686"/>
                <a:gd name="connsiteY21" fmla="*/ 0 h 344686"/>
                <a:gd name="connsiteX22" fmla="*/ 0 w 344686"/>
                <a:gd name="connsiteY22" fmla="*/ 344686 h 344686"/>
                <a:gd name="connsiteX23" fmla="*/ 344686 w 344686"/>
                <a:gd name="connsiteY23" fmla="*/ 344686 h 344686"/>
                <a:gd name="connsiteX24" fmla="*/ 0 w 344686"/>
                <a:gd name="connsiteY24" fmla="*/ 0 h 344686"/>
                <a:gd name="connsiteX0" fmla="*/ 143619 w 287238"/>
                <a:gd name="connsiteY0" fmla="*/ 114896 h 344686"/>
                <a:gd name="connsiteX1" fmla="*/ 186705 w 287238"/>
                <a:gd name="connsiteY1" fmla="*/ 114896 h 344686"/>
                <a:gd name="connsiteX2" fmla="*/ 186705 w 287238"/>
                <a:gd name="connsiteY2" fmla="*/ 140245 h 344686"/>
                <a:gd name="connsiteX3" fmla="*/ 287238 w 287238"/>
                <a:gd name="connsiteY3" fmla="*/ 175805 h 344686"/>
                <a:gd name="connsiteX4" fmla="*/ 287238 w 287238"/>
                <a:gd name="connsiteY4" fmla="*/ 272877 h 344686"/>
                <a:gd name="connsiteX5" fmla="*/ 244153 w 287238"/>
                <a:gd name="connsiteY5" fmla="*/ 272877 h 344686"/>
                <a:gd name="connsiteX6" fmla="*/ 244153 w 287238"/>
                <a:gd name="connsiteY6" fmla="*/ 192393 h 344686"/>
                <a:gd name="connsiteX7" fmla="*/ 186705 w 287238"/>
                <a:gd name="connsiteY7" fmla="*/ 192393 h 344686"/>
                <a:gd name="connsiteX8" fmla="*/ 186705 w 287238"/>
                <a:gd name="connsiteY8" fmla="*/ 272877 h 344686"/>
                <a:gd name="connsiteX9" fmla="*/ 143619 w 287238"/>
                <a:gd name="connsiteY9" fmla="*/ 272877 h 344686"/>
                <a:gd name="connsiteX10" fmla="*/ 143619 w 287238"/>
                <a:gd name="connsiteY10" fmla="*/ 114896 h 344686"/>
                <a:gd name="connsiteX11" fmla="*/ 71810 w 287238"/>
                <a:gd name="connsiteY11" fmla="*/ 114896 h 344686"/>
                <a:gd name="connsiteX12" fmla="*/ 114895 w 287238"/>
                <a:gd name="connsiteY12" fmla="*/ 114896 h 344686"/>
                <a:gd name="connsiteX13" fmla="*/ 114895 w 287238"/>
                <a:gd name="connsiteY13" fmla="*/ 272877 h 344686"/>
                <a:gd name="connsiteX14" fmla="*/ 71810 w 287238"/>
                <a:gd name="connsiteY14" fmla="*/ 272877 h 344686"/>
                <a:gd name="connsiteX15" fmla="*/ 71810 w 287238"/>
                <a:gd name="connsiteY15" fmla="*/ 114896 h 344686"/>
                <a:gd name="connsiteX16" fmla="*/ 93353 w 287238"/>
                <a:gd name="connsiteY16" fmla="*/ 46016 h 344686"/>
                <a:gd name="connsiteX17" fmla="*/ 118486 w 287238"/>
                <a:gd name="connsiteY17" fmla="*/ 71350 h 344686"/>
                <a:gd name="connsiteX18" fmla="*/ 93353 w 287238"/>
                <a:gd name="connsiteY18" fmla="*/ 96684 h 344686"/>
                <a:gd name="connsiteX19" fmla="*/ 68220 w 287238"/>
                <a:gd name="connsiteY19" fmla="*/ 71350 h 344686"/>
                <a:gd name="connsiteX20" fmla="*/ 93353 w 287238"/>
                <a:gd name="connsiteY20" fmla="*/ 46016 h 344686"/>
                <a:gd name="connsiteX21" fmla="*/ 0 w 287238"/>
                <a:gd name="connsiteY21" fmla="*/ 0 h 344686"/>
                <a:gd name="connsiteX22" fmla="*/ 0 w 287238"/>
                <a:gd name="connsiteY22" fmla="*/ 344686 h 344686"/>
                <a:gd name="connsiteX23" fmla="*/ 0 w 287238"/>
                <a:gd name="connsiteY23" fmla="*/ 0 h 344686"/>
                <a:gd name="connsiteX0" fmla="*/ 75399 w 219018"/>
                <a:gd name="connsiteY0" fmla="*/ 68880 h 226861"/>
                <a:gd name="connsiteX1" fmla="*/ 118485 w 219018"/>
                <a:gd name="connsiteY1" fmla="*/ 68880 h 226861"/>
                <a:gd name="connsiteX2" fmla="*/ 118485 w 219018"/>
                <a:gd name="connsiteY2" fmla="*/ 94229 h 226861"/>
                <a:gd name="connsiteX3" fmla="*/ 219018 w 219018"/>
                <a:gd name="connsiteY3" fmla="*/ 129789 h 226861"/>
                <a:gd name="connsiteX4" fmla="*/ 219018 w 219018"/>
                <a:gd name="connsiteY4" fmla="*/ 226861 h 226861"/>
                <a:gd name="connsiteX5" fmla="*/ 175933 w 219018"/>
                <a:gd name="connsiteY5" fmla="*/ 226861 h 226861"/>
                <a:gd name="connsiteX6" fmla="*/ 175933 w 219018"/>
                <a:gd name="connsiteY6" fmla="*/ 146377 h 226861"/>
                <a:gd name="connsiteX7" fmla="*/ 118485 w 219018"/>
                <a:gd name="connsiteY7" fmla="*/ 146377 h 226861"/>
                <a:gd name="connsiteX8" fmla="*/ 118485 w 219018"/>
                <a:gd name="connsiteY8" fmla="*/ 226861 h 226861"/>
                <a:gd name="connsiteX9" fmla="*/ 75399 w 219018"/>
                <a:gd name="connsiteY9" fmla="*/ 226861 h 226861"/>
                <a:gd name="connsiteX10" fmla="*/ 75399 w 219018"/>
                <a:gd name="connsiteY10" fmla="*/ 68880 h 226861"/>
                <a:gd name="connsiteX11" fmla="*/ 3590 w 219018"/>
                <a:gd name="connsiteY11" fmla="*/ 68880 h 226861"/>
                <a:gd name="connsiteX12" fmla="*/ 46675 w 219018"/>
                <a:gd name="connsiteY12" fmla="*/ 68880 h 226861"/>
                <a:gd name="connsiteX13" fmla="*/ 46675 w 219018"/>
                <a:gd name="connsiteY13" fmla="*/ 226861 h 226861"/>
                <a:gd name="connsiteX14" fmla="*/ 3590 w 219018"/>
                <a:gd name="connsiteY14" fmla="*/ 226861 h 226861"/>
                <a:gd name="connsiteX15" fmla="*/ 3590 w 219018"/>
                <a:gd name="connsiteY15" fmla="*/ 68880 h 226861"/>
                <a:gd name="connsiteX16" fmla="*/ 25133 w 219018"/>
                <a:gd name="connsiteY16" fmla="*/ 0 h 226861"/>
                <a:gd name="connsiteX17" fmla="*/ 50266 w 219018"/>
                <a:gd name="connsiteY17" fmla="*/ 25334 h 226861"/>
                <a:gd name="connsiteX18" fmla="*/ 25133 w 219018"/>
                <a:gd name="connsiteY18" fmla="*/ 50668 h 226861"/>
                <a:gd name="connsiteX19" fmla="*/ 0 w 219018"/>
                <a:gd name="connsiteY19" fmla="*/ 25334 h 226861"/>
                <a:gd name="connsiteX20" fmla="*/ 25133 w 219018"/>
                <a:gd name="connsiteY20" fmla="*/ 0 h 22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9018" h="226861">
                  <a:moveTo>
                    <a:pt x="75399" y="68880"/>
                  </a:moveTo>
                  <a:lnTo>
                    <a:pt x="118485" y="68880"/>
                  </a:lnTo>
                  <a:lnTo>
                    <a:pt x="118485" y="94229"/>
                  </a:lnTo>
                  <a:cubicBezTo>
                    <a:pt x="138548" y="57088"/>
                    <a:pt x="219018" y="54346"/>
                    <a:pt x="219018" y="129789"/>
                  </a:cubicBezTo>
                  <a:lnTo>
                    <a:pt x="219018" y="226861"/>
                  </a:lnTo>
                  <a:lnTo>
                    <a:pt x="175933" y="226861"/>
                  </a:lnTo>
                  <a:lnTo>
                    <a:pt x="175933" y="146377"/>
                  </a:lnTo>
                  <a:cubicBezTo>
                    <a:pt x="175933" y="98006"/>
                    <a:pt x="118485" y="101668"/>
                    <a:pt x="118485" y="146377"/>
                  </a:cubicBezTo>
                  <a:lnTo>
                    <a:pt x="118485" y="226861"/>
                  </a:lnTo>
                  <a:lnTo>
                    <a:pt x="75399" y="226861"/>
                  </a:lnTo>
                  <a:lnTo>
                    <a:pt x="75399" y="68880"/>
                  </a:lnTo>
                  <a:close/>
                  <a:moveTo>
                    <a:pt x="3590" y="68880"/>
                  </a:moveTo>
                  <a:lnTo>
                    <a:pt x="46675" y="68880"/>
                  </a:lnTo>
                  <a:lnTo>
                    <a:pt x="46675" y="226861"/>
                  </a:lnTo>
                  <a:lnTo>
                    <a:pt x="3590" y="226861"/>
                  </a:lnTo>
                  <a:lnTo>
                    <a:pt x="3590" y="68880"/>
                  </a:lnTo>
                  <a:close/>
                  <a:moveTo>
                    <a:pt x="25133" y="0"/>
                  </a:moveTo>
                  <a:cubicBezTo>
                    <a:pt x="39007" y="0"/>
                    <a:pt x="50266" y="11346"/>
                    <a:pt x="50266" y="25334"/>
                  </a:cubicBezTo>
                  <a:cubicBezTo>
                    <a:pt x="50266" y="39323"/>
                    <a:pt x="39020" y="50668"/>
                    <a:pt x="25133" y="50668"/>
                  </a:cubicBezTo>
                  <a:cubicBezTo>
                    <a:pt x="11258" y="50668"/>
                    <a:pt x="0" y="39323"/>
                    <a:pt x="0" y="25334"/>
                  </a:cubicBezTo>
                  <a:cubicBezTo>
                    <a:pt x="0" y="11346"/>
                    <a:pt x="11258" y="0"/>
                    <a:pt x="25133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nb-NO" sz="1429"/>
            </a:p>
          </p:txBody>
        </p:sp>
      </p:grpSp>
      <p:grpSp>
        <p:nvGrpSpPr>
          <p:cNvPr id="32" name="Gruppe 31">
            <a:extLst>
              <a:ext uri="{FF2B5EF4-FFF2-40B4-BE49-F238E27FC236}">
                <a16:creationId xmlns:a16="http://schemas.microsoft.com/office/drawing/2014/main" id="{03198BCD-3DF7-84AB-9FED-BF6051C516FC}"/>
              </a:ext>
            </a:extLst>
          </p:cNvPr>
          <p:cNvGrpSpPr/>
          <p:nvPr userDrawn="1"/>
        </p:nvGrpSpPr>
        <p:grpSpPr>
          <a:xfrm>
            <a:off x="835852" y="2488163"/>
            <a:ext cx="317434" cy="317440"/>
            <a:chOff x="2350436" y="3134778"/>
            <a:chExt cx="399934" cy="399935"/>
          </a:xfrm>
        </p:grpSpPr>
        <p:sp>
          <p:nvSpPr>
            <p:cNvPr id="30" name="Friform 29">
              <a:extLst>
                <a:ext uri="{FF2B5EF4-FFF2-40B4-BE49-F238E27FC236}">
                  <a16:creationId xmlns:a16="http://schemas.microsoft.com/office/drawing/2014/main" id="{2D799C22-279D-84ED-67E8-035B86FC960F}"/>
                </a:ext>
              </a:extLst>
            </p:cNvPr>
            <p:cNvSpPr/>
            <p:nvPr/>
          </p:nvSpPr>
          <p:spPr>
            <a:xfrm>
              <a:off x="2350436" y="3134778"/>
              <a:ext cx="399934" cy="399935"/>
            </a:xfrm>
            <a:custGeom>
              <a:avLst/>
              <a:gdLst>
                <a:gd name="connsiteX0" fmla="*/ 22080 w 399934"/>
                <a:gd name="connsiteY0" fmla="*/ 0 h 399935"/>
                <a:gd name="connsiteX1" fmla="*/ 377854 w 399934"/>
                <a:gd name="connsiteY1" fmla="*/ 0 h 399935"/>
                <a:gd name="connsiteX2" fmla="*/ 399934 w 399934"/>
                <a:gd name="connsiteY2" fmla="*/ 22080 h 399935"/>
                <a:gd name="connsiteX3" fmla="*/ 399934 w 399934"/>
                <a:gd name="connsiteY3" fmla="*/ 377854 h 399935"/>
                <a:gd name="connsiteX4" fmla="*/ 377888 w 399934"/>
                <a:gd name="connsiteY4" fmla="*/ 399934 h 399935"/>
                <a:gd name="connsiteX5" fmla="*/ 365753 w 399934"/>
                <a:gd name="connsiteY5" fmla="*/ 399934 h 399935"/>
                <a:gd name="connsiteX6" fmla="*/ 365753 w 399934"/>
                <a:gd name="connsiteY6" fmla="*/ 399935 h 399935"/>
                <a:gd name="connsiteX7" fmla="*/ 135222 w 399934"/>
                <a:gd name="connsiteY7" fmla="*/ 399935 h 399935"/>
                <a:gd name="connsiteX8" fmla="*/ 135222 w 399934"/>
                <a:gd name="connsiteY8" fmla="*/ 399934 h 399935"/>
                <a:gd name="connsiteX9" fmla="*/ 22080 w 399934"/>
                <a:gd name="connsiteY9" fmla="*/ 399934 h 399935"/>
                <a:gd name="connsiteX10" fmla="*/ 0 w 399934"/>
                <a:gd name="connsiteY10" fmla="*/ 377871 h 399935"/>
                <a:gd name="connsiteX11" fmla="*/ 0 w 399934"/>
                <a:gd name="connsiteY11" fmla="*/ 22080 h 399935"/>
                <a:gd name="connsiteX12" fmla="*/ 22080 w 399934"/>
                <a:gd name="connsiteY12" fmla="*/ 0 h 39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934" h="399935">
                  <a:moveTo>
                    <a:pt x="22080" y="0"/>
                  </a:moveTo>
                  <a:lnTo>
                    <a:pt x="377854" y="0"/>
                  </a:lnTo>
                  <a:cubicBezTo>
                    <a:pt x="390052" y="0"/>
                    <a:pt x="399934" y="9882"/>
                    <a:pt x="399934" y="22080"/>
                  </a:cubicBezTo>
                  <a:lnTo>
                    <a:pt x="399934" y="377854"/>
                  </a:lnTo>
                  <a:cubicBezTo>
                    <a:pt x="399934" y="390052"/>
                    <a:pt x="390052" y="399934"/>
                    <a:pt x="377888" y="399934"/>
                  </a:cubicBezTo>
                  <a:lnTo>
                    <a:pt x="365753" y="399934"/>
                  </a:lnTo>
                  <a:lnTo>
                    <a:pt x="365753" y="399935"/>
                  </a:lnTo>
                  <a:lnTo>
                    <a:pt x="135222" y="399935"/>
                  </a:lnTo>
                  <a:lnTo>
                    <a:pt x="135222" y="399934"/>
                  </a:lnTo>
                  <a:lnTo>
                    <a:pt x="22080" y="399934"/>
                  </a:lnTo>
                  <a:cubicBezTo>
                    <a:pt x="9882" y="399934"/>
                    <a:pt x="0" y="390052"/>
                    <a:pt x="0" y="377871"/>
                  </a:cubicBezTo>
                  <a:lnTo>
                    <a:pt x="0" y="22080"/>
                  </a:lnTo>
                  <a:cubicBezTo>
                    <a:pt x="0" y="9882"/>
                    <a:pt x="9882" y="0"/>
                    <a:pt x="22080" y="0"/>
                  </a:cubicBezTo>
                  <a:close/>
                </a:path>
              </a:pathLst>
            </a:custGeom>
            <a:solidFill>
              <a:schemeClr val="tx1"/>
            </a:solidFill>
            <a:ln w="162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pic>
          <p:nvPicPr>
            <p:cNvPr id="28" name="Grafikk 27">
              <a:extLst>
                <a:ext uri="{FF2B5EF4-FFF2-40B4-BE49-F238E27FC236}">
                  <a16:creationId xmlns:a16="http://schemas.microsoft.com/office/drawing/2014/main" id="{FC263AAD-96C0-958A-2932-E2FE6CD4E1BF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394837" y="3179179"/>
              <a:ext cx="311132" cy="31113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026006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041">
          <p15:clr>
            <a:srgbClr val="FBAE40"/>
          </p15:clr>
        </p15:guide>
        <p15:guide id="2" pos="609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tellysbilde - Fotografi">
    <p:bg>
      <p:bgPr>
        <a:blipFill dpi="0" rotWithShape="1">
          <a:blip r:embed="rId2">
            <a:alphaModFix amt="30000"/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685800" y="1857652"/>
            <a:ext cx="7772400" cy="439445"/>
          </a:xfrm>
        </p:spPr>
        <p:txBody>
          <a:bodyPr anchor="t">
            <a:noAutofit/>
          </a:bodyPr>
          <a:lstStyle>
            <a:lvl1pPr algn="l">
              <a:defRPr sz="3600">
                <a:latin typeface="+mj-lt"/>
              </a:defRPr>
            </a:lvl1pPr>
          </a:lstStyle>
          <a:p>
            <a:r>
              <a:rPr lang="nb-NO"/>
              <a:t>Overskrift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685800" y="2396971"/>
            <a:ext cx="7772400" cy="359546"/>
          </a:xfrm>
        </p:spPr>
        <p:txBody>
          <a:bodyPr/>
          <a:lstStyle>
            <a:lvl1pPr marL="0" indent="0" algn="l">
              <a:buNone/>
              <a:defRPr sz="24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Undertekst</a:t>
            </a:r>
            <a:endParaRPr lang="en-US"/>
          </a:p>
        </p:txBody>
      </p:sp>
      <p:pic>
        <p:nvPicPr>
          <p:cNvPr id="7" name="Bilde 6"/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4893" y="4299942"/>
            <a:ext cx="2323519" cy="8479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20770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ekst og innho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3" y="1059582"/>
            <a:ext cx="7886699" cy="3582665"/>
          </a:xfrm>
        </p:spPr>
        <p:txBody>
          <a:bodyPr/>
          <a:lstStyle/>
          <a:p>
            <a:pPr lvl="0"/>
            <a:r>
              <a:rPr lang="nb-NO"/>
              <a:t>Rediger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A673BF2-C9EF-4091-BEB7-28AB7BF9CEA1}" type="datetimeFigureOut">
              <a:rPr lang="nb-NO" smtClean="0"/>
              <a:t>07.10.2026</a:t>
            </a:fld>
            <a:endParaRPr lang="nb-NO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nb-NO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FA097D-BABE-4943-92FF-4A725379F710}" type="slidenum">
              <a:rPr lang="nb-NO" smtClean="0"/>
              <a:t>‹#›</a:t>
            </a:fld>
            <a:endParaRPr lang="nb-NO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6D888F3A-FD15-8846-94BF-302200A41BC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8650" y="407550"/>
            <a:ext cx="7886700" cy="544021"/>
          </a:xfrm>
        </p:spPr>
        <p:txBody>
          <a:bodyPr>
            <a:normAutofit/>
          </a:bodyPr>
          <a:lstStyle>
            <a:lvl1pPr>
              <a:defRPr sz="3600" b="1">
                <a:latin typeface="+mj-lt"/>
              </a:defRPr>
            </a:lvl1pPr>
          </a:lstStyle>
          <a:p>
            <a:r>
              <a:rPr lang="nb-NO"/>
              <a:t>Overskrift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722373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, innhold og bil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28650" y="1086113"/>
            <a:ext cx="3614166" cy="3546610"/>
          </a:xfrm>
        </p:spPr>
        <p:txBody>
          <a:bodyPr/>
          <a:lstStyle>
            <a:lvl1pPr marL="0" indent="0">
              <a:buNone/>
              <a:defRPr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nb-NO"/>
              <a:t>Rediger tekststiler i malen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123728" y="4767264"/>
            <a:ext cx="1224136" cy="273844"/>
          </a:xfrm>
          <a:prstGeom prst="rect">
            <a:avLst/>
          </a:prstGeom>
        </p:spPr>
        <p:txBody>
          <a:bodyPr/>
          <a:lstStyle/>
          <a:p>
            <a:fld id="{CA673BF2-C9EF-4091-BEB7-28AB7BF9CEA1}" type="datetimeFigureOut">
              <a:rPr lang="nb-NO" smtClean="0"/>
              <a:t>07.10.2026</a:t>
            </a:fld>
            <a:endParaRPr lang="nb-NO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491880" y="4767264"/>
            <a:ext cx="3960440" cy="273844"/>
          </a:xfrm>
          <a:prstGeom prst="rect">
            <a:avLst/>
          </a:prstGeom>
        </p:spPr>
        <p:txBody>
          <a:bodyPr/>
          <a:lstStyle/>
          <a:p>
            <a:endParaRPr lang="nb-NO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596336" y="4767264"/>
            <a:ext cx="919014" cy="273844"/>
          </a:xfrm>
          <a:prstGeom prst="rect">
            <a:avLst/>
          </a:prstGeom>
        </p:spPr>
        <p:txBody>
          <a:bodyPr/>
          <a:lstStyle/>
          <a:p>
            <a:fld id="{F1FA097D-BABE-4943-92FF-4A725379F710}" type="slidenum">
              <a:rPr lang="nb-NO" smtClean="0"/>
              <a:t>‹#›</a:t>
            </a:fld>
            <a:endParaRPr lang="nb-NO"/>
          </a:p>
        </p:txBody>
      </p:sp>
      <p:sp>
        <p:nvSpPr>
          <p:cNvPr id="8" name="Plassholder for bilde 7"/>
          <p:cNvSpPr>
            <a:spLocks noGrp="1"/>
          </p:cNvSpPr>
          <p:nvPr>
            <p:ph type="pic" sz="quarter" idx="13"/>
          </p:nvPr>
        </p:nvSpPr>
        <p:spPr>
          <a:xfrm>
            <a:off x="4562856" y="1"/>
            <a:ext cx="4581144" cy="4632722"/>
          </a:xfrm>
        </p:spPr>
        <p:txBody>
          <a:bodyPr/>
          <a:lstStyle/>
          <a:p>
            <a:r>
              <a:rPr lang="nb-NO"/>
              <a:t>Klikk ikonet for å legge til et bilde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6433AAA6-6556-F34E-8F15-2BEF928206A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8650" y="407550"/>
            <a:ext cx="3614166" cy="544021"/>
          </a:xfrm>
        </p:spPr>
        <p:txBody>
          <a:bodyPr>
            <a:normAutofit/>
          </a:bodyPr>
          <a:lstStyle>
            <a:lvl1pPr>
              <a:defRPr sz="3600" b="1">
                <a:latin typeface="+mj-lt"/>
              </a:defRPr>
            </a:lvl1pPr>
          </a:lstStyle>
          <a:p>
            <a:r>
              <a:rPr lang="nb-NO"/>
              <a:t>Overskrift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589944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sidebil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lassholder for bilde 7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9144000" cy="4642247"/>
          </a:xfrm>
        </p:spPr>
        <p:txBody>
          <a:bodyPr anchor="t"/>
          <a:lstStyle>
            <a:lvl1pPr marL="0" indent="0" algn="l">
              <a:buNone/>
              <a:defRPr/>
            </a:lvl1pPr>
          </a:lstStyle>
          <a:p>
            <a:r>
              <a:rPr lang="nb-NO"/>
              <a:t>Klikk ikonet for å legge til et bilde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123728" y="4767264"/>
            <a:ext cx="1224136" cy="273844"/>
          </a:xfrm>
          <a:prstGeom prst="rect">
            <a:avLst/>
          </a:prstGeom>
        </p:spPr>
        <p:txBody>
          <a:bodyPr/>
          <a:lstStyle/>
          <a:p>
            <a:fld id="{CA673BF2-C9EF-4091-BEB7-28AB7BF9CEA1}" type="datetimeFigureOut">
              <a:rPr lang="nb-NO" smtClean="0"/>
              <a:t>07.10.2026</a:t>
            </a:fld>
            <a:endParaRPr lang="nb-NO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491880" y="4767264"/>
            <a:ext cx="3960440" cy="273844"/>
          </a:xfrm>
          <a:prstGeom prst="rect">
            <a:avLst/>
          </a:prstGeom>
        </p:spPr>
        <p:txBody>
          <a:bodyPr/>
          <a:lstStyle/>
          <a:p>
            <a:endParaRPr lang="nb-NO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596336" y="4767264"/>
            <a:ext cx="919014" cy="273844"/>
          </a:xfrm>
          <a:prstGeom prst="rect">
            <a:avLst/>
          </a:prstGeom>
        </p:spPr>
        <p:txBody>
          <a:bodyPr/>
          <a:lstStyle/>
          <a:p>
            <a:fld id="{F1FA097D-BABE-4943-92FF-4A725379F710}" type="slidenum">
              <a:rPr lang="nb-NO" smtClean="0"/>
              <a:t>‹#›</a:t>
            </a:fld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410506704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tel, innhold og bil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28650" y="407550"/>
            <a:ext cx="7886700" cy="544021"/>
          </a:xfrm>
        </p:spPr>
        <p:txBody>
          <a:bodyPr>
            <a:normAutofit/>
          </a:bodyPr>
          <a:lstStyle>
            <a:lvl1pPr>
              <a:defRPr sz="3600" b="1">
                <a:latin typeface="+mj-lt"/>
              </a:defRPr>
            </a:lvl1pPr>
          </a:lstStyle>
          <a:p>
            <a:r>
              <a:rPr lang="nb-NO"/>
              <a:t>Overskrift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28650" y="951571"/>
            <a:ext cx="3614166" cy="3681152"/>
          </a:xfrm>
        </p:spPr>
        <p:txBody>
          <a:bodyPr/>
          <a:lstStyle>
            <a:lvl1pPr marL="342900" indent="-342900">
              <a:buClr>
                <a:srgbClr val="00778B"/>
              </a:buClr>
              <a:buFont typeface="Arial" panose="020B0604020202020204" pitchFamily="34" charset="0"/>
              <a:buChar char="•"/>
              <a:defRPr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nb-NO"/>
              <a:t>Rediger tekststiler i malen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123728" y="4767264"/>
            <a:ext cx="1224136" cy="273844"/>
          </a:xfrm>
          <a:prstGeom prst="rect">
            <a:avLst/>
          </a:prstGeom>
        </p:spPr>
        <p:txBody>
          <a:bodyPr/>
          <a:lstStyle/>
          <a:p>
            <a:fld id="{CA673BF2-C9EF-4091-BEB7-28AB7BF9CEA1}" type="datetimeFigureOut">
              <a:rPr lang="nb-NO" smtClean="0"/>
              <a:t>07.10.2026</a:t>
            </a:fld>
            <a:endParaRPr lang="nb-NO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491880" y="4767264"/>
            <a:ext cx="3960440" cy="273844"/>
          </a:xfrm>
          <a:prstGeom prst="rect">
            <a:avLst/>
          </a:prstGeom>
        </p:spPr>
        <p:txBody>
          <a:bodyPr/>
          <a:lstStyle/>
          <a:p>
            <a:endParaRPr lang="nb-NO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596336" y="4767264"/>
            <a:ext cx="919014" cy="273844"/>
          </a:xfrm>
          <a:prstGeom prst="rect">
            <a:avLst/>
          </a:prstGeom>
        </p:spPr>
        <p:txBody>
          <a:bodyPr/>
          <a:lstStyle/>
          <a:p>
            <a:fld id="{F1FA097D-BABE-4943-92FF-4A725379F710}" type="slidenum">
              <a:rPr lang="nb-NO" smtClean="0"/>
              <a:t>‹#›</a:t>
            </a:fld>
            <a:endParaRPr lang="nb-NO"/>
          </a:p>
        </p:txBody>
      </p:sp>
      <p:sp>
        <p:nvSpPr>
          <p:cNvPr id="8" name="Plassholder for bilde 7"/>
          <p:cNvSpPr>
            <a:spLocks noGrp="1"/>
          </p:cNvSpPr>
          <p:nvPr>
            <p:ph type="pic" sz="quarter" idx="13"/>
          </p:nvPr>
        </p:nvSpPr>
        <p:spPr>
          <a:xfrm>
            <a:off x="4562856" y="951571"/>
            <a:ext cx="4581144" cy="368115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b-NO"/>
              <a:t>Klikk ikonet for å legge til et bilde</a:t>
            </a:r>
          </a:p>
        </p:txBody>
      </p:sp>
    </p:spTree>
    <p:extLst>
      <p:ext uri="{BB962C8B-B14F-4D97-AF65-F5344CB8AC3E}">
        <p14:creationId xmlns:p14="http://schemas.microsoft.com/office/powerpoint/2010/main" val="25028457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ølg oss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kstSylinder 5"/>
          <p:cNvSpPr txBox="1"/>
          <p:nvPr userDrawn="1"/>
        </p:nvSpPr>
        <p:spPr>
          <a:xfrm>
            <a:off x="1197864" y="2318005"/>
            <a:ext cx="674827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b-NO" sz="3200" b="1">
                <a:solidFill>
                  <a:schemeClr val="bg1"/>
                </a:solidFill>
              </a:rPr>
              <a:t>Følg oss</a:t>
            </a:r>
          </a:p>
        </p:txBody>
      </p:sp>
      <p:pic>
        <p:nvPicPr>
          <p:cNvPr id="12" name="Bilde 11"/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4892" y="4299942"/>
            <a:ext cx="2327676" cy="847939"/>
          </a:xfrm>
          <a:prstGeom prst="rect">
            <a:avLst/>
          </a:prstGeom>
        </p:spPr>
      </p:pic>
      <p:pic>
        <p:nvPicPr>
          <p:cNvPr id="7" name="Bilde 6"/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19572" y="3155883"/>
            <a:ext cx="548666" cy="444752"/>
          </a:xfrm>
          <a:prstGeom prst="rect">
            <a:avLst/>
          </a:prstGeom>
        </p:spPr>
      </p:pic>
      <p:sp>
        <p:nvSpPr>
          <p:cNvPr id="9" name="TekstSylinder 8"/>
          <p:cNvSpPr txBox="1"/>
          <p:nvPr userDrawn="1"/>
        </p:nvSpPr>
        <p:spPr>
          <a:xfrm>
            <a:off x="1266688" y="3184051"/>
            <a:ext cx="185623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b-NO" b="0">
                <a:solidFill>
                  <a:schemeClr val="bg1"/>
                </a:solidFill>
              </a:rPr>
              <a:t>@legemiddelinfo</a:t>
            </a:r>
          </a:p>
        </p:txBody>
      </p:sp>
      <p:pic>
        <p:nvPicPr>
          <p:cNvPr id="8" name="Bilde 7"/>
          <p:cNvPicPr>
            <a:picLocks noChangeAspect="1"/>
          </p:cNvPicPr>
          <p:nvPr userDrawn="1"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87488" y="3155881"/>
            <a:ext cx="444752" cy="444752"/>
          </a:xfrm>
          <a:prstGeom prst="rect">
            <a:avLst/>
          </a:prstGeom>
        </p:spPr>
      </p:pic>
      <p:sp>
        <p:nvSpPr>
          <p:cNvPr id="10" name="TekstSylinder 9"/>
          <p:cNvSpPr txBox="1"/>
          <p:nvPr userDrawn="1"/>
        </p:nvSpPr>
        <p:spPr>
          <a:xfrm>
            <a:off x="4031940" y="3184051"/>
            <a:ext cx="1856232" cy="3693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b-NO" b="0">
                <a:solidFill>
                  <a:schemeClr val="bg1"/>
                </a:solidFill>
              </a:rPr>
              <a:t>legemiddelverket</a:t>
            </a:r>
          </a:p>
        </p:txBody>
      </p:sp>
      <p:sp>
        <p:nvSpPr>
          <p:cNvPr id="13" name="TekstSylinder 12"/>
          <p:cNvSpPr txBox="1"/>
          <p:nvPr userDrawn="1"/>
        </p:nvSpPr>
        <p:spPr>
          <a:xfrm>
            <a:off x="6264188" y="3184051"/>
            <a:ext cx="21602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b-NO" b="0" u="sng">
                <a:solidFill>
                  <a:schemeClr val="bg1"/>
                </a:solidFill>
              </a:rPr>
              <a:t>legemiddelverket.no</a:t>
            </a:r>
          </a:p>
        </p:txBody>
      </p:sp>
    </p:spTree>
    <p:extLst>
      <p:ext uri="{BB962C8B-B14F-4D97-AF65-F5344CB8AC3E}">
        <p14:creationId xmlns:p14="http://schemas.microsoft.com/office/powerpoint/2010/main" val="285065965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Forside - Uten bilde (1)">
    <p:bg bwMode="gray"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559884" y="1903490"/>
            <a:ext cx="4622950" cy="1349298"/>
          </a:xfrm>
        </p:spPr>
        <p:txBody>
          <a:bodyPr anchor="t" anchorCtr="0">
            <a:noAutofit/>
          </a:bodyPr>
          <a:lstStyle>
            <a:lvl1pPr algn="l">
              <a:lnSpc>
                <a:spcPct val="85000"/>
              </a:lnSpc>
              <a:defRPr sz="4800" baseline="0">
                <a:solidFill>
                  <a:schemeClr val="bg1"/>
                </a:solidFill>
              </a:defRPr>
            </a:lvl1pPr>
          </a:lstStyle>
          <a:p>
            <a:r>
              <a:rPr lang="en-US" err="1"/>
              <a:t>Overskrift</a:t>
            </a:r>
            <a:r>
              <a:rPr lang="en-US"/>
              <a:t> over to </a:t>
            </a:r>
            <a:r>
              <a:rPr lang="en-US" err="1"/>
              <a:t>linjer</a:t>
            </a:r>
            <a:endParaRPr lang="en-GB"/>
          </a:p>
        </p:txBody>
      </p:sp>
      <p:sp>
        <p:nvSpPr>
          <p:cNvPr id="14" name="Slide Number Placeholder 13"/>
          <p:cNvSpPr>
            <a:spLocks noGrp="1"/>
          </p:cNvSpPr>
          <p:nvPr>
            <p:ph type="sldNum" sz="quarter" idx="12"/>
          </p:nvPr>
        </p:nvSpPr>
        <p:spPr bwMode="gray">
          <a:xfrm>
            <a:off x="7272000" y="4866066"/>
            <a:ext cx="360000" cy="1080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>
                <a:solidFill>
                  <a:schemeClr val="bg1"/>
                </a:solidFill>
              </a:defRPr>
            </a:lvl1pPr>
          </a:lstStyle>
          <a:p>
            <a:fld id="{130CA15A-B377-495B-BF48-3A3144721AF6}" type="slidenum">
              <a:rPr lang="en-GB" smtClean="0"/>
              <a:pPr/>
              <a:t>‹#›</a:t>
            </a:fld>
            <a:endParaRPr lang="en-GB"/>
          </a:p>
        </p:txBody>
      </p:sp>
      <p:grpSp>
        <p:nvGrpSpPr>
          <p:cNvPr id="90" name="Group 89"/>
          <p:cNvGrpSpPr/>
          <p:nvPr userDrawn="1"/>
        </p:nvGrpSpPr>
        <p:grpSpPr bwMode="gray">
          <a:xfrm>
            <a:off x="-196486" y="-196486"/>
            <a:ext cx="9541506" cy="5536472"/>
            <a:chOff x="-196486" y="-196486"/>
            <a:chExt cx="9541506" cy="5536472"/>
          </a:xfrm>
        </p:grpSpPr>
        <p:grpSp>
          <p:nvGrpSpPr>
            <p:cNvPr id="91" name="Group 90"/>
            <p:cNvGrpSpPr/>
            <p:nvPr/>
          </p:nvGrpSpPr>
          <p:grpSpPr bwMode="gray">
            <a:xfrm>
              <a:off x="540000" y="-196486"/>
              <a:ext cx="8065628" cy="180000"/>
              <a:chOff x="540000" y="-265725"/>
              <a:chExt cx="8065628" cy="180000"/>
            </a:xfrm>
          </p:grpSpPr>
          <p:cxnSp>
            <p:nvCxnSpPr>
              <p:cNvPr id="232" name="Straight Connector 231"/>
              <p:cNvCxnSpPr/>
              <p:nvPr/>
            </p:nvCxnSpPr>
            <p:spPr bwMode="gray">
              <a:xfrm>
                <a:off x="540000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/>
              <p:cNvCxnSpPr/>
              <p:nvPr/>
            </p:nvCxnSpPr>
            <p:spPr bwMode="gray">
              <a:xfrm>
                <a:off x="1077827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/>
              <p:cNvCxnSpPr/>
              <p:nvPr/>
            </p:nvCxnSpPr>
            <p:spPr bwMode="gray">
              <a:xfrm>
                <a:off x="122875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/>
              <p:cNvCxnSpPr/>
              <p:nvPr/>
            </p:nvCxnSpPr>
            <p:spPr bwMode="gray">
              <a:xfrm>
                <a:off x="176349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Straight Connector 235"/>
              <p:cNvCxnSpPr/>
              <p:nvPr/>
            </p:nvCxnSpPr>
            <p:spPr bwMode="gray">
              <a:xfrm>
                <a:off x="190489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Straight Connector 236"/>
              <p:cNvCxnSpPr/>
              <p:nvPr/>
            </p:nvCxnSpPr>
            <p:spPr bwMode="gray">
              <a:xfrm>
                <a:off x="244352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Straight Connector 237"/>
              <p:cNvCxnSpPr/>
              <p:nvPr/>
            </p:nvCxnSpPr>
            <p:spPr bwMode="gray">
              <a:xfrm>
                <a:off x="259444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/>
              <p:cNvCxnSpPr/>
              <p:nvPr/>
            </p:nvCxnSpPr>
            <p:spPr bwMode="gray">
              <a:xfrm>
                <a:off x="313536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/>
              <p:cNvCxnSpPr/>
              <p:nvPr/>
            </p:nvCxnSpPr>
            <p:spPr bwMode="gray">
              <a:xfrm>
                <a:off x="327676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/>
              <p:cNvCxnSpPr/>
              <p:nvPr/>
            </p:nvCxnSpPr>
            <p:spPr bwMode="gray">
              <a:xfrm>
                <a:off x="381740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/>
              <p:cNvCxnSpPr/>
              <p:nvPr/>
            </p:nvCxnSpPr>
            <p:spPr bwMode="gray">
              <a:xfrm>
                <a:off x="395880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3" name="Straight Connector 242"/>
              <p:cNvCxnSpPr/>
              <p:nvPr/>
            </p:nvCxnSpPr>
            <p:spPr bwMode="gray">
              <a:xfrm>
                <a:off x="450105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4" name="Straight Connector 243"/>
              <p:cNvCxnSpPr/>
              <p:nvPr/>
            </p:nvCxnSpPr>
            <p:spPr bwMode="gray">
              <a:xfrm>
                <a:off x="465198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Straight Connector 244"/>
              <p:cNvCxnSpPr/>
              <p:nvPr/>
            </p:nvCxnSpPr>
            <p:spPr bwMode="gray">
              <a:xfrm>
                <a:off x="518283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6" name="Straight Connector 245"/>
              <p:cNvCxnSpPr/>
              <p:nvPr/>
            </p:nvCxnSpPr>
            <p:spPr bwMode="gray">
              <a:xfrm>
                <a:off x="532423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/>
              <p:cNvCxnSpPr/>
              <p:nvPr/>
            </p:nvCxnSpPr>
            <p:spPr bwMode="gray">
              <a:xfrm>
                <a:off x="587185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/>
              <p:cNvCxnSpPr/>
              <p:nvPr/>
            </p:nvCxnSpPr>
            <p:spPr bwMode="gray">
              <a:xfrm>
                <a:off x="601325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/>
              <p:cNvCxnSpPr/>
              <p:nvPr/>
            </p:nvCxnSpPr>
            <p:spPr bwMode="gray">
              <a:xfrm>
                <a:off x="6555346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Straight Connector 249"/>
              <p:cNvCxnSpPr/>
              <p:nvPr/>
            </p:nvCxnSpPr>
            <p:spPr bwMode="gray">
              <a:xfrm>
                <a:off x="669674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Straight Connector 250"/>
              <p:cNvCxnSpPr/>
              <p:nvPr/>
            </p:nvCxnSpPr>
            <p:spPr bwMode="gray">
              <a:xfrm>
                <a:off x="723864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Straight Connector 251"/>
              <p:cNvCxnSpPr/>
              <p:nvPr/>
            </p:nvCxnSpPr>
            <p:spPr bwMode="gray">
              <a:xfrm>
                <a:off x="7380039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/>
              <p:cNvCxnSpPr/>
              <p:nvPr/>
            </p:nvCxnSpPr>
            <p:spPr bwMode="gray">
              <a:xfrm>
                <a:off x="792253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Straight Connector 253"/>
              <p:cNvCxnSpPr/>
              <p:nvPr/>
            </p:nvCxnSpPr>
            <p:spPr bwMode="gray">
              <a:xfrm>
                <a:off x="806393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Straight Connector 254"/>
              <p:cNvCxnSpPr/>
              <p:nvPr/>
            </p:nvCxnSpPr>
            <p:spPr bwMode="gray">
              <a:xfrm>
                <a:off x="8605628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2" name="Group 91"/>
            <p:cNvGrpSpPr/>
            <p:nvPr/>
          </p:nvGrpSpPr>
          <p:grpSpPr bwMode="gray">
            <a:xfrm>
              <a:off x="540000" y="5159986"/>
              <a:ext cx="8065628" cy="180000"/>
              <a:chOff x="540000" y="-265725"/>
              <a:chExt cx="8065628" cy="180000"/>
            </a:xfrm>
          </p:grpSpPr>
          <p:cxnSp>
            <p:nvCxnSpPr>
              <p:cNvPr id="208" name="Straight Connector 207"/>
              <p:cNvCxnSpPr/>
              <p:nvPr/>
            </p:nvCxnSpPr>
            <p:spPr bwMode="gray">
              <a:xfrm>
                <a:off x="540000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Straight Connector 208"/>
              <p:cNvCxnSpPr/>
              <p:nvPr/>
            </p:nvCxnSpPr>
            <p:spPr bwMode="gray">
              <a:xfrm>
                <a:off x="1077827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Straight Connector 209"/>
              <p:cNvCxnSpPr/>
              <p:nvPr/>
            </p:nvCxnSpPr>
            <p:spPr bwMode="gray">
              <a:xfrm>
                <a:off x="122875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Straight Connector 210"/>
              <p:cNvCxnSpPr/>
              <p:nvPr/>
            </p:nvCxnSpPr>
            <p:spPr bwMode="gray">
              <a:xfrm>
                <a:off x="176349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Straight Connector 211"/>
              <p:cNvCxnSpPr/>
              <p:nvPr/>
            </p:nvCxnSpPr>
            <p:spPr bwMode="gray">
              <a:xfrm>
                <a:off x="190489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Straight Connector 212"/>
              <p:cNvCxnSpPr/>
              <p:nvPr/>
            </p:nvCxnSpPr>
            <p:spPr bwMode="gray">
              <a:xfrm>
                <a:off x="244352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Straight Connector 213"/>
              <p:cNvCxnSpPr/>
              <p:nvPr/>
            </p:nvCxnSpPr>
            <p:spPr bwMode="gray">
              <a:xfrm>
                <a:off x="259444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Straight Connector 214"/>
              <p:cNvCxnSpPr/>
              <p:nvPr/>
            </p:nvCxnSpPr>
            <p:spPr bwMode="gray">
              <a:xfrm>
                <a:off x="313536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Straight Connector 215"/>
              <p:cNvCxnSpPr/>
              <p:nvPr/>
            </p:nvCxnSpPr>
            <p:spPr bwMode="gray">
              <a:xfrm>
                <a:off x="327676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Straight Connector 216"/>
              <p:cNvCxnSpPr/>
              <p:nvPr/>
            </p:nvCxnSpPr>
            <p:spPr bwMode="gray">
              <a:xfrm>
                <a:off x="381740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/>
              <p:cNvCxnSpPr/>
              <p:nvPr/>
            </p:nvCxnSpPr>
            <p:spPr bwMode="gray">
              <a:xfrm>
                <a:off x="395880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Connector 218"/>
              <p:cNvCxnSpPr/>
              <p:nvPr/>
            </p:nvCxnSpPr>
            <p:spPr bwMode="gray">
              <a:xfrm>
                <a:off x="450105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Connector 219"/>
              <p:cNvCxnSpPr/>
              <p:nvPr/>
            </p:nvCxnSpPr>
            <p:spPr bwMode="gray">
              <a:xfrm>
                <a:off x="465198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Straight Connector 220"/>
              <p:cNvCxnSpPr/>
              <p:nvPr/>
            </p:nvCxnSpPr>
            <p:spPr bwMode="gray">
              <a:xfrm>
                <a:off x="518283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Straight Connector 221"/>
              <p:cNvCxnSpPr/>
              <p:nvPr/>
            </p:nvCxnSpPr>
            <p:spPr bwMode="gray">
              <a:xfrm>
                <a:off x="532423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/>
              <p:cNvCxnSpPr/>
              <p:nvPr/>
            </p:nvCxnSpPr>
            <p:spPr bwMode="gray">
              <a:xfrm>
                <a:off x="587185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Straight Connector 223"/>
              <p:cNvCxnSpPr/>
              <p:nvPr/>
            </p:nvCxnSpPr>
            <p:spPr bwMode="gray">
              <a:xfrm>
                <a:off x="601325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Straight Connector 224"/>
              <p:cNvCxnSpPr/>
              <p:nvPr/>
            </p:nvCxnSpPr>
            <p:spPr bwMode="gray">
              <a:xfrm>
                <a:off x="6555346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Straight Connector 225"/>
              <p:cNvCxnSpPr/>
              <p:nvPr/>
            </p:nvCxnSpPr>
            <p:spPr bwMode="gray">
              <a:xfrm>
                <a:off x="669674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Straight Connector 226"/>
              <p:cNvCxnSpPr/>
              <p:nvPr/>
            </p:nvCxnSpPr>
            <p:spPr bwMode="gray">
              <a:xfrm>
                <a:off x="723864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Straight Connector 227"/>
              <p:cNvCxnSpPr/>
              <p:nvPr/>
            </p:nvCxnSpPr>
            <p:spPr bwMode="gray">
              <a:xfrm>
                <a:off x="7380039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Straight Connector 228"/>
              <p:cNvCxnSpPr/>
              <p:nvPr/>
            </p:nvCxnSpPr>
            <p:spPr bwMode="gray">
              <a:xfrm>
                <a:off x="792253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Straight Connector 229"/>
              <p:cNvCxnSpPr/>
              <p:nvPr/>
            </p:nvCxnSpPr>
            <p:spPr bwMode="gray">
              <a:xfrm>
                <a:off x="806393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Straight Connector 230"/>
              <p:cNvCxnSpPr/>
              <p:nvPr/>
            </p:nvCxnSpPr>
            <p:spPr bwMode="gray">
              <a:xfrm>
                <a:off x="8605628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3" name="Group 92"/>
            <p:cNvGrpSpPr/>
            <p:nvPr/>
          </p:nvGrpSpPr>
          <p:grpSpPr bwMode="gray">
            <a:xfrm>
              <a:off x="-196486" y="195263"/>
              <a:ext cx="180000" cy="4752975"/>
              <a:chOff x="-180000" y="195263"/>
              <a:chExt cx="180000" cy="4752975"/>
            </a:xfrm>
          </p:grpSpPr>
          <p:cxnSp>
            <p:nvCxnSpPr>
              <p:cNvPr id="193" name="Straight Connector 192"/>
              <p:cNvCxnSpPr/>
              <p:nvPr/>
            </p:nvCxnSpPr>
            <p:spPr bwMode="gray">
              <a:xfrm>
                <a:off x="-180000" y="494823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Straight Connector 193"/>
              <p:cNvCxnSpPr/>
              <p:nvPr/>
            </p:nvCxnSpPr>
            <p:spPr bwMode="gray">
              <a:xfrm>
                <a:off x="-180000" y="46243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Straight Connector 194"/>
              <p:cNvCxnSpPr/>
              <p:nvPr/>
            </p:nvCxnSpPr>
            <p:spPr bwMode="gray">
              <a:xfrm>
                <a:off x="-180000" y="40814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Straight Connector 195"/>
              <p:cNvCxnSpPr/>
              <p:nvPr/>
            </p:nvCxnSpPr>
            <p:spPr bwMode="gray">
              <a:xfrm>
                <a:off x="-180000" y="39385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Straight Connector 196"/>
              <p:cNvCxnSpPr/>
              <p:nvPr/>
            </p:nvCxnSpPr>
            <p:spPr bwMode="gray">
              <a:xfrm>
                <a:off x="-180000" y="33956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Straight Connector 197"/>
              <p:cNvCxnSpPr/>
              <p:nvPr/>
            </p:nvCxnSpPr>
            <p:spPr bwMode="gray">
              <a:xfrm>
                <a:off x="-180000" y="3252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Straight Connector 198"/>
              <p:cNvCxnSpPr/>
              <p:nvPr/>
            </p:nvCxnSpPr>
            <p:spPr bwMode="gray">
              <a:xfrm>
                <a:off x="-180000" y="27098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Straight Connector 199"/>
              <p:cNvCxnSpPr/>
              <p:nvPr/>
            </p:nvCxnSpPr>
            <p:spPr bwMode="gray">
              <a:xfrm>
                <a:off x="-180000" y="25669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Straight Connector 200"/>
              <p:cNvCxnSpPr/>
              <p:nvPr/>
            </p:nvCxnSpPr>
            <p:spPr bwMode="gray">
              <a:xfrm>
                <a:off x="-180000" y="20240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Straight Connector 201"/>
              <p:cNvCxnSpPr/>
              <p:nvPr/>
            </p:nvCxnSpPr>
            <p:spPr bwMode="gray">
              <a:xfrm>
                <a:off x="-180000" y="18811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/>
              <p:cNvCxnSpPr/>
              <p:nvPr/>
            </p:nvCxnSpPr>
            <p:spPr bwMode="gray">
              <a:xfrm>
                <a:off x="-180000" y="1347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/>
              <p:cNvCxnSpPr/>
              <p:nvPr/>
            </p:nvCxnSpPr>
            <p:spPr bwMode="gray">
              <a:xfrm>
                <a:off x="-180000" y="11953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Connector 204"/>
              <p:cNvCxnSpPr/>
              <p:nvPr/>
            </p:nvCxnSpPr>
            <p:spPr bwMode="gray">
              <a:xfrm>
                <a:off x="-180000" y="6619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Straight Connector 205"/>
              <p:cNvCxnSpPr/>
              <p:nvPr/>
            </p:nvCxnSpPr>
            <p:spPr bwMode="gray">
              <a:xfrm>
                <a:off x="-180000" y="51911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Straight Connector 206"/>
              <p:cNvCxnSpPr/>
              <p:nvPr/>
            </p:nvCxnSpPr>
            <p:spPr bwMode="gray">
              <a:xfrm>
                <a:off x="-180000" y="1952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7" name="Group 176"/>
            <p:cNvGrpSpPr/>
            <p:nvPr/>
          </p:nvGrpSpPr>
          <p:grpSpPr bwMode="gray">
            <a:xfrm>
              <a:off x="9165020" y="195263"/>
              <a:ext cx="180000" cy="4752975"/>
              <a:chOff x="-180000" y="195263"/>
              <a:chExt cx="180000" cy="4752975"/>
            </a:xfrm>
          </p:grpSpPr>
          <p:cxnSp>
            <p:nvCxnSpPr>
              <p:cNvPr id="178" name="Straight Connector 177"/>
              <p:cNvCxnSpPr/>
              <p:nvPr/>
            </p:nvCxnSpPr>
            <p:spPr bwMode="gray">
              <a:xfrm>
                <a:off x="-180000" y="494823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Straight Connector 178"/>
              <p:cNvCxnSpPr/>
              <p:nvPr/>
            </p:nvCxnSpPr>
            <p:spPr bwMode="gray">
              <a:xfrm>
                <a:off x="-180000" y="46243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Straight Connector 179"/>
              <p:cNvCxnSpPr/>
              <p:nvPr/>
            </p:nvCxnSpPr>
            <p:spPr bwMode="gray">
              <a:xfrm>
                <a:off x="-180000" y="40814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Straight Connector 180"/>
              <p:cNvCxnSpPr/>
              <p:nvPr/>
            </p:nvCxnSpPr>
            <p:spPr bwMode="gray">
              <a:xfrm>
                <a:off x="-180000" y="39385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Straight Connector 181"/>
              <p:cNvCxnSpPr/>
              <p:nvPr/>
            </p:nvCxnSpPr>
            <p:spPr bwMode="gray">
              <a:xfrm>
                <a:off x="-180000" y="33956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Straight Connector 182"/>
              <p:cNvCxnSpPr/>
              <p:nvPr/>
            </p:nvCxnSpPr>
            <p:spPr bwMode="gray">
              <a:xfrm>
                <a:off x="-180000" y="3252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Straight Connector 183"/>
              <p:cNvCxnSpPr/>
              <p:nvPr/>
            </p:nvCxnSpPr>
            <p:spPr bwMode="gray">
              <a:xfrm>
                <a:off x="-180000" y="27098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Straight Connector 184"/>
              <p:cNvCxnSpPr/>
              <p:nvPr/>
            </p:nvCxnSpPr>
            <p:spPr bwMode="gray">
              <a:xfrm>
                <a:off x="-180000" y="25669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Straight Connector 185"/>
              <p:cNvCxnSpPr/>
              <p:nvPr/>
            </p:nvCxnSpPr>
            <p:spPr bwMode="gray">
              <a:xfrm>
                <a:off x="-180000" y="20240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Straight Connector 186"/>
              <p:cNvCxnSpPr/>
              <p:nvPr/>
            </p:nvCxnSpPr>
            <p:spPr bwMode="gray">
              <a:xfrm>
                <a:off x="-180000" y="18811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Straight Connector 187"/>
              <p:cNvCxnSpPr/>
              <p:nvPr/>
            </p:nvCxnSpPr>
            <p:spPr bwMode="gray">
              <a:xfrm>
                <a:off x="-180000" y="1347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Connector 188"/>
              <p:cNvCxnSpPr/>
              <p:nvPr/>
            </p:nvCxnSpPr>
            <p:spPr bwMode="gray">
              <a:xfrm>
                <a:off x="-180000" y="11953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Connector 189"/>
              <p:cNvCxnSpPr/>
              <p:nvPr/>
            </p:nvCxnSpPr>
            <p:spPr bwMode="gray">
              <a:xfrm>
                <a:off x="-180000" y="6619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Straight Connector 190"/>
              <p:cNvCxnSpPr/>
              <p:nvPr/>
            </p:nvCxnSpPr>
            <p:spPr bwMode="gray">
              <a:xfrm>
                <a:off x="-180000" y="51911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Straight Connector 191"/>
              <p:cNvCxnSpPr/>
              <p:nvPr/>
            </p:nvCxnSpPr>
            <p:spPr bwMode="gray">
              <a:xfrm>
                <a:off x="-180000" y="1952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4" name="TextBox 93"/>
          <p:cNvSpPr txBox="1"/>
          <p:nvPr userDrawn="1"/>
        </p:nvSpPr>
        <p:spPr bwMode="gray">
          <a:xfrm>
            <a:off x="7635786" y="4866066"/>
            <a:ext cx="968214" cy="10800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>
              <a:lnSpc>
                <a:spcPct val="85000"/>
              </a:lnSpc>
            </a:pPr>
            <a:r>
              <a:rPr lang="en-GB" sz="600">
                <a:solidFill>
                  <a:schemeClr val="bg1"/>
                </a:solidFill>
                <a:sym typeface="Symbol" panose="05050102010706020507" pitchFamily="18" charset="2"/>
              </a:rPr>
              <a:t> </a:t>
            </a:r>
            <a:r>
              <a:rPr lang="en-GB" sz="600">
                <a:solidFill>
                  <a:schemeClr val="bg1"/>
                </a:solidFill>
              </a:rPr>
              <a:t>© </a:t>
            </a:r>
            <a:r>
              <a:rPr lang="en-GB" sz="600" err="1">
                <a:solidFill>
                  <a:schemeClr val="bg1"/>
                </a:solidFill>
              </a:rPr>
              <a:t>Hill+Knowlton</a:t>
            </a:r>
            <a:r>
              <a:rPr lang="en-GB" sz="600">
                <a:solidFill>
                  <a:schemeClr val="bg1"/>
                </a:solidFill>
              </a:rPr>
              <a:t> Strategies</a:t>
            </a:r>
          </a:p>
        </p:txBody>
      </p:sp>
      <p:sp>
        <p:nvSpPr>
          <p:cNvPr id="95" name="Rectangle 8"/>
          <p:cNvSpPr>
            <a:spLocks noChangeArrowheads="1"/>
          </p:cNvSpPr>
          <p:nvPr userDrawn="1"/>
        </p:nvSpPr>
        <p:spPr bwMode="auto">
          <a:xfrm>
            <a:off x="8660031" y="203946"/>
            <a:ext cx="71902" cy="7209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sz="1800"/>
          </a:p>
        </p:txBody>
      </p:sp>
      <p:sp>
        <p:nvSpPr>
          <p:cNvPr id="96" name="Freeform 95"/>
          <p:cNvSpPr>
            <a:spLocks/>
          </p:cNvSpPr>
          <p:nvPr userDrawn="1"/>
        </p:nvSpPr>
        <p:spPr bwMode="auto">
          <a:xfrm>
            <a:off x="7941896" y="203945"/>
            <a:ext cx="646234" cy="216000"/>
          </a:xfrm>
          <a:custGeom>
            <a:avLst/>
            <a:gdLst>
              <a:gd name="connsiteX0" fmla="*/ 8426417 w 9478101"/>
              <a:gd name="connsiteY0" fmla="*/ 2110561 h 3168000"/>
              <a:gd name="connsiteX1" fmla="*/ 9478101 w 9478101"/>
              <a:gd name="connsiteY1" fmla="*/ 2110561 h 3168000"/>
              <a:gd name="connsiteX2" fmla="*/ 9478101 w 9478101"/>
              <a:gd name="connsiteY2" fmla="*/ 3168000 h 3168000"/>
              <a:gd name="connsiteX3" fmla="*/ 8426417 w 9478101"/>
              <a:gd name="connsiteY3" fmla="*/ 3168000 h 3168000"/>
              <a:gd name="connsiteX4" fmla="*/ 4212488 w 9478101"/>
              <a:gd name="connsiteY4" fmla="*/ 2110561 h 3168000"/>
              <a:gd name="connsiteX5" fmla="*/ 5267049 w 9478101"/>
              <a:gd name="connsiteY5" fmla="*/ 2110561 h 3168000"/>
              <a:gd name="connsiteX6" fmla="*/ 5267049 w 9478101"/>
              <a:gd name="connsiteY6" fmla="*/ 3168000 h 3168000"/>
              <a:gd name="connsiteX7" fmla="*/ 4212488 w 9478101"/>
              <a:gd name="connsiteY7" fmla="*/ 3168000 h 3168000"/>
              <a:gd name="connsiteX8" fmla="*/ 6321611 w 9478101"/>
              <a:gd name="connsiteY8" fmla="*/ 0 h 3168000"/>
              <a:gd name="connsiteX9" fmla="*/ 7371856 w 9478101"/>
              <a:gd name="connsiteY9" fmla="*/ 0 h 3168000"/>
              <a:gd name="connsiteX10" fmla="*/ 7371856 w 9478101"/>
              <a:gd name="connsiteY10" fmla="*/ 1053122 h 3168000"/>
              <a:gd name="connsiteX11" fmla="*/ 8426417 w 9478101"/>
              <a:gd name="connsiteY11" fmla="*/ 1053122 h 3168000"/>
              <a:gd name="connsiteX12" fmla="*/ 8426417 w 9478101"/>
              <a:gd name="connsiteY12" fmla="*/ 0 h 3168000"/>
              <a:gd name="connsiteX13" fmla="*/ 9478101 w 9478101"/>
              <a:gd name="connsiteY13" fmla="*/ 0 h 3168000"/>
              <a:gd name="connsiteX14" fmla="*/ 9478101 w 9478101"/>
              <a:gd name="connsiteY14" fmla="*/ 1057439 h 3168000"/>
              <a:gd name="connsiteX15" fmla="*/ 8426417 w 9478101"/>
              <a:gd name="connsiteY15" fmla="*/ 1057439 h 3168000"/>
              <a:gd name="connsiteX16" fmla="*/ 8426417 w 9478101"/>
              <a:gd name="connsiteY16" fmla="*/ 2110561 h 3168000"/>
              <a:gd name="connsiteX17" fmla="*/ 7371856 w 9478101"/>
              <a:gd name="connsiteY17" fmla="*/ 2110561 h 3168000"/>
              <a:gd name="connsiteX18" fmla="*/ 7371856 w 9478101"/>
              <a:gd name="connsiteY18" fmla="*/ 3167999 h 3168000"/>
              <a:gd name="connsiteX19" fmla="*/ 6321611 w 9478101"/>
              <a:gd name="connsiteY19" fmla="*/ 3167999 h 3168000"/>
              <a:gd name="connsiteX20" fmla="*/ 6321611 w 9478101"/>
              <a:gd name="connsiteY20" fmla="*/ 2110561 h 3168000"/>
              <a:gd name="connsiteX21" fmla="*/ 5267050 w 9478101"/>
              <a:gd name="connsiteY21" fmla="*/ 2110561 h 3168000"/>
              <a:gd name="connsiteX22" fmla="*/ 5267050 w 9478101"/>
              <a:gd name="connsiteY22" fmla="*/ 1053122 h 3168000"/>
              <a:gd name="connsiteX23" fmla="*/ 6321611 w 9478101"/>
              <a:gd name="connsiteY23" fmla="*/ 1053122 h 3168000"/>
              <a:gd name="connsiteX24" fmla="*/ 0 w 9478101"/>
              <a:gd name="connsiteY24" fmla="*/ 0 h 3168000"/>
              <a:gd name="connsiteX25" fmla="*/ 1054561 w 9478101"/>
              <a:gd name="connsiteY25" fmla="*/ 0 h 3168000"/>
              <a:gd name="connsiteX26" fmla="*/ 1054561 w 9478101"/>
              <a:gd name="connsiteY26" fmla="*/ 1053122 h 3168000"/>
              <a:gd name="connsiteX27" fmla="*/ 2106244 w 9478101"/>
              <a:gd name="connsiteY27" fmla="*/ 1053122 h 3168000"/>
              <a:gd name="connsiteX28" fmla="*/ 2106244 w 9478101"/>
              <a:gd name="connsiteY28" fmla="*/ 0 h 3168000"/>
              <a:gd name="connsiteX29" fmla="*/ 3160805 w 9478101"/>
              <a:gd name="connsiteY29" fmla="*/ 0 h 3168000"/>
              <a:gd name="connsiteX30" fmla="*/ 3160805 w 9478101"/>
              <a:gd name="connsiteY30" fmla="*/ 1053122 h 3168000"/>
              <a:gd name="connsiteX31" fmla="*/ 4212488 w 9478101"/>
              <a:gd name="connsiteY31" fmla="*/ 1053122 h 3168000"/>
              <a:gd name="connsiteX32" fmla="*/ 4212488 w 9478101"/>
              <a:gd name="connsiteY32" fmla="*/ 0 h 3168000"/>
              <a:gd name="connsiteX33" fmla="*/ 5267049 w 9478101"/>
              <a:gd name="connsiteY33" fmla="*/ 0 h 3168000"/>
              <a:gd name="connsiteX34" fmla="*/ 5267049 w 9478101"/>
              <a:gd name="connsiteY34" fmla="*/ 1057439 h 3168000"/>
              <a:gd name="connsiteX35" fmla="*/ 4212488 w 9478101"/>
              <a:gd name="connsiteY35" fmla="*/ 1057439 h 3168000"/>
              <a:gd name="connsiteX36" fmla="*/ 4212488 w 9478101"/>
              <a:gd name="connsiteY36" fmla="*/ 2110561 h 3168000"/>
              <a:gd name="connsiteX37" fmla="*/ 3160805 w 9478101"/>
              <a:gd name="connsiteY37" fmla="*/ 2110561 h 3168000"/>
              <a:gd name="connsiteX38" fmla="*/ 3160805 w 9478101"/>
              <a:gd name="connsiteY38" fmla="*/ 3167999 h 3168000"/>
              <a:gd name="connsiteX39" fmla="*/ 2106244 w 9478101"/>
              <a:gd name="connsiteY39" fmla="*/ 3167999 h 3168000"/>
              <a:gd name="connsiteX40" fmla="*/ 2106244 w 9478101"/>
              <a:gd name="connsiteY40" fmla="*/ 2110561 h 3168000"/>
              <a:gd name="connsiteX41" fmla="*/ 1054561 w 9478101"/>
              <a:gd name="connsiteY41" fmla="*/ 2110561 h 3168000"/>
              <a:gd name="connsiteX42" fmla="*/ 1054561 w 9478101"/>
              <a:gd name="connsiteY42" fmla="*/ 3167999 h 3168000"/>
              <a:gd name="connsiteX43" fmla="*/ 0 w 9478101"/>
              <a:gd name="connsiteY43" fmla="*/ 3167999 h 316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478101" h="3168000">
                <a:moveTo>
                  <a:pt x="8426417" y="2110561"/>
                </a:moveTo>
                <a:lnTo>
                  <a:pt x="9478101" y="2110561"/>
                </a:lnTo>
                <a:lnTo>
                  <a:pt x="9478101" y="3168000"/>
                </a:lnTo>
                <a:lnTo>
                  <a:pt x="8426417" y="3168000"/>
                </a:lnTo>
                <a:close/>
                <a:moveTo>
                  <a:pt x="4212488" y="2110561"/>
                </a:moveTo>
                <a:lnTo>
                  <a:pt x="5267049" y="2110561"/>
                </a:lnTo>
                <a:lnTo>
                  <a:pt x="5267049" y="3168000"/>
                </a:lnTo>
                <a:lnTo>
                  <a:pt x="4212488" y="3168000"/>
                </a:lnTo>
                <a:close/>
                <a:moveTo>
                  <a:pt x="6321611" y="0"/>
                </a:moveTo>
                <a:lnTo>
                  <a:pt x="7371856" y="0"/>
                </a:lnTo>
                <a:lnTo>
                  <a:pt x="7371856" y="1053122"/>
                </a:lnTo>
                <a:lnTo>
                  <a:pt x="8426417" y="1053122"/>
                </a:lnTo>
                <a:lnTo>
                  <a:pt x="8426417" y="0"/>
                </a:lnTo>
                <a:lnTo>
                  <a:pt x="9478101" y="0"/>
                </a:lnTo>
                <a:lnTo>
                  <a:pt x="9478101" y="1057439"/>
                </a:lnTo>
                <a:lnTo>
                  <a:pt x="8426417" y="1057439"/>
                </a:lnTo>
                <a:lnTo>
                  <a:pt x="8426417" y="2110561"/>
                </a:lnTo>
                <a:lnTo>
                  <a:pt x="7371856" y="2110561"/>
                </a:lnTo>
                <a:lnTo>
                  <a:pt x="7371856" y="3167999"/>
                </a:lnTo>
                <a:lnTo>
                  <a:pt x="6321611" y="3167999"/>
                </a:lnTo>
                <a:lnTo>
                  <a:pt x="6321611" y="2110561"/>
                </a:lnTo>
                <a:lnTo>
                  <a:pt x="5267050" y="2110561"/>
                </a:lnTo>
                <a:lnTo>
                  <a:pt x="5267050" y="1053122"/>
                </a:lnTo>
                <a:lnTo>
                  <a:pt x="6321611" y="1053122"/>
                </a:lnTo>
                <a:close/>
                <a:moveTo>
                  <a:pt x="0" y="0"/>
                </a:moveTo>
                <a:lnTo>
                  <a:pt x="1054561" y="0"/>
                </a:lnTo>
                <a:lnTo>
                  <a:pt x="1054561" y="1053122"/>
                </a:lnTo>
                <a:lnTo>
                  <a:pt x="2106244" y="1053122"/>
                </a:lnTo>
                <a:lnTo>
                  <a:pt x="2106244" y="0"/>
                </a:lnTo>
                <a:lnTo>
                  <a:pt x="3160805" y="0"/>
                </a:lnTo>
                <a:lnTo>
                  <a:pt x="3160805" y="1053122"/>
                </a:lnTo>
                <a:lnTo>
                  <a:pt x="4212488" y="1053122"/>
                </a:lnTo>
                <a:lnTo>
                  <a:pt x="4212488" y="0"/>
                </a:lnTo>
                <a:lnTo>
                  <a:pt x="5267049" y="0"/>
                </a:lnTo>
                <a:lnTo>
                  <a:pt x="5267049" y="1057439"/>
                </a:lnTo>
                <a:lnTo>
                  <a:pt x="4212488" y="1057439"/>
                </a:lnTo>
                <a:lnTo>
                  <a:pt x="4212488" y="2110561"/>
                </a:lnTo>
                <a:lnTo>
                  <a:pt x="3160805" y="2110561"/>
                </a:lnTo>
                <a:lnTo>
                  <a:pt x="3160805" y="3167999"/>
                </a:lnTo>
                <a:lnTo>
                  <a:pt x="2106244" y="3167999"/>
                </a:lnTo>
                <a:lnTo>
                  <a:pt x="2106244" y="2110561"/>
                </a:lnTo>
                <a:lnTo>
                  <a:pt x="1054561" y="2110561"/>
                </a:lnTo>
                <a:lnTo>
                  <a:pt x="1054561" y="3167999"/>
                </a:lnTo>
                <a:lnTo>
                  <a:pt x="0" y="3167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 sz="1800"/>
          </a:p>
        </p:txBody>
      </p:sp>
      <p:sp>
        <p:nvSpPr>
          <p:cNvPr id="97" name="Plassholder for tekst 6">
            <a:extLst>
              <a:ext uri="{FF2B5EF4-FFF2-40B4-BE49-F238E27FC236}">
                <a16:creationId xmlns:a16="http://schemas.microsoft.com/office/drawing/2014/main" id="{962B1D13-A217-C949-9F47-9F15435B463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59883" y="3407086"/>
            <a:ext cx="3399343" cy="1217303"/>
          </a:xfrm>
        </p:spPr>
        <p:txBody>
          <a:bodyPr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lvl="0"/>
            <a:r>
              <a:rPr lang="nb-NO"/>
              <a:t>Gambit H+K</a:t>
            </a:r>
          </a:p>
          <a:p>
            <a:pPr lvl="0"/>
            <a:r>
              <a:rPr lang="nb-NO"/>
              <a:t>Måned 0000</a:t>
            </a:r>
          </a:p>
          <a:p>
            <a:pPr lvl="0"/>
            <a:endParaRPr lang="nb-NO"/>
          </a:p>
          <a:p>
            <a:pPr lvl="0"/>
            <a:endParaRPr lang="nb-NO"/>
          </a:p>
        </p:txBody>
      </p:sp>
      <p:sp>
        <p:nvSpPr>
          <p:cNvPr id="98" name="Rektangel 97">
            <a:extLst>
              <a:ext uri="{FF2B5EF4-FFF2-40B4-BE49-F238E27FC236}">
                <a16:creationId xmlns:a16="http://schemas.microsoft.com/office/drawing/2014/main" id="{9A2B971A-0438-D34A-B337-0BDBF9AD2AE2}"/>
              </a:ext>
            </a:extLst>
          </p:cNvPr>
          <p:cNvSpPr/>
          <p:nvPr userDrawn="1"/>
        </p:nvSpPr>
        <p:spPr>
          <a:xfrm>
            <a:off x="559884" y="519114"/>
            <a:ext cx="668858" cy="68421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b-NO" sz="1800"/>
          </a:p>
        </p:txBody>
      </p:sp>
    </p:spTree>
    <p:extLst>
      <p:ext uri="{BB962C8B-B14F-4D97-AF65-F5344CB8AC3E}">
        <p14:creationId xmlns:p14="http://schemas.microsoft.com/office/powerpoint/2010/main" val="31909706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189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Overskrift to linjer og kun tekst (mye_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 bwMode="gray">
          <a:xfrm>
            <a:off x="540000" y="1203325"/>
            <a:ext cx="5328000" cy="3413221"/>
          </a:xfrm>
        </p:spPr>
        <p:txBody>
          <a:bodyPr/>
          <a:lstStyle>
            <a:lvl1pPr>
              <a:defRPr sz="1800"/>
            </a:lvl1pPr>
            <a:lvl2pPr>
              <a:lnSpc>
                <a:spcPct val="100000"/>
              </a:lnSpc>
              <a:defRPr sz="1200"/>
            </a:lvl2pPr>
            <a:lvl3pPr>
              <a:lnSpc>
                <a:spcPct val="100000"/>
              </a:lnSpc>
              <a:spcBef>
                <a:spcPts val="500"/>
              </a:spcBef>
              <a:defRPr sz="1200"/>
            </a:lvl3pPr>
            <a:lvl4pPr>
              <a:lnSpc>
                <a:spcPct val="100000"/>
              </a:lnSpc>
              <a:spcBef>
                <a:spcPts val="400"/>
              </a:spcBef>
              <a:defRPr sz="1200"/>
            </a:lvl4pPr>
            <a:lvl5pPr>
              <a:lnSpc>
                <a:spcPct val="100000"/>
              </a:lnSpc>
              <a:spcBef>
                <a:spcPts val="400"/>
              </a:spcBef>
              <a:defRPr sz="1200"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1"/>
            <a:r>
              <a:rPr lang="en-US" err="1"/>
              <a:t>Tekst</a:t>
            </a:r>
            <a:endParaRPr lang="en-US"/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 bwMode="gray">
          <a:xfrm>
            <a:off x="7596336" y="4767264"/>
            <a:ext cx="919014" cy="273844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BFA23C2B-F17A-49EE-985A-3785B20F73D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itle 6"/>
          <p:cNvSpPr>
            <a:spLocks noGrp="1"/>
          </p:cNvSpPr>
          <p:nvPr>
            <p:ph type="title" hasCustomPrompt="1"/>
          </p:nvPr>
        </p:nvSpPr>
        <p:spPr bwMode="gray">
          <a:xfrm>
            <a:off x="540000" y="209013"/>
            <a:ext cx="6840000" cy="282259"/>
          </a:xfrm>
        </p:spPr>
        <p:txBody>
          <a:bodyPr/>
          <a:lstStyle/>
          <a:p>
            <a:r>
              <a:rPr lang="en-US"/>
              <a:t>Denne </a:t>
            </a:r>
            <a:r>
              <a:rPr lang="en-US" err="1"/>
              <a:t>overskriften</a:t>
            </a:r>
            <a:r>
              <a:rPr lang="en-US"/>
              <a:t> </a:t>
            </a:r>
            <a:r>
              <a:rPr lang="en-US" err="1"/>
              <a:t>brukes</a:t>
            </a:r>
            <a:r>
              <a:rPr lang="en-US"/>
              <a:t> </a:t>
            </a:r>
            <a:r>
              <a:rPr lang="en-US" err="1"/>
              <a:t>kun</a:t>
            </a:r>
            <a:r>
              <a:rPr lang="en-US"/>
              <a:t> om det </a:t>
            </a:r>
            <a:r>
              <a:rPr lang="en-US" err="1"/>
              <a:t>er</a:t>
            </a:r>
            <a:r>
              <a:rPr lang="en-US"/>
              <a:t> lite </a:t>
            </a:r>
            <a:r>
              <a:rPr lang="en-US" err="1"/>
              <a:t>plass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0584639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lutt (5)">
    <p:bg bwMode="gray">
      <p:bgPr>
        <a:solidFill>
          <a:srgbClr val="034E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544720" y="1203325"/>
            <a:ext cx="5328000" cy="725711"/>
          </a:xfrm>
        </p:spPr>
        <p:txBody>
          <a:bodyPr anchor="t" anchorCtr="0">
            <a:spAutoFit/>
          </a:bodyPr>
          <a:lstStyle>
            <a:lvl1pPr algn="l">
              <a:lnSpc>
                <a:spcPct val="85000"/>
              </a:lnSpc>
              <a:defRPr sz="4800"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&lt;Thank You&gt;</a:t>
            </a:r>
            <a:endParaRPr lang="en-GB"/>
          </a:p>
        </p:txBody>
      </p:sp>
      <p:sp>
        <p:nvSpPr>
          <p:cNvPr id="14" name="Slide Number Placeholder 13"/>
          <p:cNvSpPr>
            <a:spLocks noGrp="1"/>
          </p:cNvSpPr>
          <p:nvPr>
            <p:ph type="sldNum" sz="quarter" idx="12"/>
          </p:nvPr>
        </p:nvSpPr>
        <p:spPr bwMode="gray">
          <a:xfrm>
            <a:off x="7272000" y="4866066"/>
            <a:ext cx="360000" cy="1080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>
                <a:solidFill>
                  <a:schemeClr val="bg1"/>
                </a:solidFill>
              </a:defRPr>
            </a:lvl1pPr>
          </a:lstStyle>
          <a:p>
            <a:fld id="{130CA15A-B377-495B-BF48-3A3144721AF6}" type="slidenum">
              <a:rPr lang="en-GB" smtClean="0"/>
              <a:pPr/>
              <a:t>‹#›</a:t>
            </a:fld>
            <a:endParaRPr lang="en-GB"/>
          </a:p>
        </p:txBody>
      </p:sp>
      <p:cxnSp>
        <p:nvCxnSpPr>
          <p:cNvPr id="26" name="Straight Connector 25"/>
          <p:cNvCxnSpPr>
            <a:cxnSpLocks/>
          </p:cNvCxnSpPr>
          <p:nvPr userDrawn="1"/>
        </p:nvCxnSpPr>
        <p:spPr bwMode="gray">
          <a:xfrm>
            <a:off x="540000" y="522000"/>
            <a:ext cx="6351306" cy="0"/>
          </a:xfrm>
          <a:prstGeom prst="line">
            <a:avLst/>
          </a:prstGeom>
          <a:ln w="6350" cmpd="sng"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 userDrawn="1"/>
        </p:nvCxnSpPr>
        <p:spPr bwMode="gray">
          <a:xfrm>
            <a:off x="6696000" y="522000"/>
            <a:ext cx="1908000" cy="0"/>
          </a:xfrm>
          <a:prstGeom prst="line">
            <a:avLst/>
          </a:prstGeom>
          <a:ln w="6350" cmpd="sng"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 userDrawn="1"/>
        </p:nvSpPr>
        <p:spPr bwMode="gray">
          <a:xfrm>
            <a:off x="540000" y="4737912"/>
            <a:ext cx="6012000" cy="236155"/>
          </a:xfrm>
          <a:prstGeom prst="rect">
            <a:avLst/>
          </a:prstGeom>
          <a:noFill/>
        </p:spPr>
        <p:txBody>
          <a:bodyPr wrap="square" lIns="0" tIns="0" rIns="0" bIns="0" rtlCol="0" anchor="b" anchorCtr="0">
            <a:spAutoFit/>
          </a:bodyPr>
          <a:lstStyle/>
          <a:p>
            <a:pPr marL="0" marR="0" lvl="0" indent="0" algn="l" defTabSz="685766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600" err="1">
                <a:solidFill>
                  <a:schemeClr val="bg1"/>
                </a:solidFill>
              </a:rPr>
              <a:t>Hill+Knowlton</a:t>
            </a:r>
            <a:r>
              <a:rPr lang="en-GB" sz="600">
                <a:solidFill>
                  <a:schemeClr val="bg1"/>
                </a:solidFill>
              </a:rPr>
              <a:t> Strategies retains all intellectual property rights in, and asserts rights of confidentiality over, all parts of its response submitted within this presentation. </a:t>
            </a:r>
            <a:br>
              <a:rPr lang="en-GB" sz="600">
                <a:solidFill>
                  <a:schemeClr val="bg1"/>
                </a:solidFill>
              </a:rPr>
            </a:br>
            <a:r>
              <a:rPr lang="en-GB" sz="600">
                <a:solidFill>
                  <a:schemeClr val="bg1"/>
                </a:solidFill>
              </a:rPr>
              <a:t>By submitting this response we authorise you to make and distribute such copies of our proposal within your organisation and to any party contracted directly </a:t>
            </a:r>
          </a:p>
          <a:p>
            <a:pPr marL="0" marR="0" lvl="0" indent="0" algn="l" defTabSz="685766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600">
                <a:solidFill>
                  <a:schemeClr val="bg1"/>
                </a:solidFill>
              </a:rPr>
              <a:t>to solely assist in the evaluation process of our presentation on a confidential basis. Any further use will be strictly subject to agreeing appropriate terms.</a:t>
            </a:r>
          </a:p>
        </p:txBody>
      </p:sp>
      <p:grpSp>
        <p:nvGrpSpPr>
          <p:cNvPr id="101" name="Group 100"/>
          <p:cNvGrpSpPr/>
          <p:nvPr userDrawn="1"/>
        </p:nvGrpSpPr>
        <p:grpSpPr bwMode="gray">
          <a:xfrm>
            <a:off x="-196486" y="-196486"/>
            <a:ext cx="9541506" cy="5536472"/>
            <a:chOff x="-196486" y="-196486"/>
            <a:chExt cx="9541506" cy="5536472"/>
          </a:xfrm>
        </p:grpSpPr>
        <p:grpSp>
          <p:nvGrpSpPr>
            <p:cNvPr id="102" name="Group 101"/>
            <p:cNvGrpSpPr/>
            <p:nvPr/>
          </p:nvGrpSpPr>
          <p:grpSpPr bwMode="gray">
            <a:xfrm>
              <a:off x="540000" y="-196486"/>
              <a:ext cx="8065628" cy="180000"/>
              <a:chOff x="540000" y="-265725"/>
              <a:chExt cx="8065628" cy="180000"/>
            </a:xfrm>
          </p:grpSpPr>
          <p:cxnSp>
            <p:nvCxnSpPr>
              <p:cNvPr id="243" name="Straight Connector 242"/>
              <p:cNvCxnSpPr/>
              <p:nvPr/>
            </p:nvCxnSpPr>
            <p:spPr bwMode="gray">
              <a:xfrm>
                <a:off x="540000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4" name="Straight Connector 243"/>
              <p:cNvCxnSpPr/>
              <p:nvPr/>
            </p:nvCxnSpPr>
            <p:spPr bwMode="gray">
              <a:xfrm>
                <a:off x="1077827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Straight Connector 244"/>
              <p:cNvCxnSpPr/>
              <p:nvPr/>
            </p:nvCxnSpPr>
            <p:spPr bwMode="gray">
              <a:xfrm>
                <a:off x="122875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6" name="Straight Connector 245"/>
              <p:cNvCxnSpPr/>
              <p:nvPr/>
            </p:nvCxnSpPr>
            <p:spPr bwMode="gray">
              <a:xfrm>
                <a:off x="176349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/>
              <p:cNvCxnSpPr/>
              <p:nvPr/>
            </p:nvCxnSpPr>
            <p:spPr bwMode="gray">
              <a:xfrm>
                <a:off x="190489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/>
              <p:cNvCxnSpPr/>
              <p:nvPr/>
            </p:nvCxnSpPr>
            <p:spPr bwMode="gray">
              <a:xfrm>
                <a:off x="244352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/>
              <p:cNvCxnSpPr/>
              <p:nvPr/>
            </p:nvCxnSpPr>
            <p:spPr bwMode="gray">
              <a:xfrm>
                <a:off x="259444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Straight Connector 249"/>
              <p:cNvCxnSpPr/>
              <p:nvPr/>
            </p:nvCxnSpPr>
            <p:spPr bwMode="gray">
              <a:xfrm>
                <a:off x="313536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Straight Connector 250"/>
              <p:cNvCxnSpPr/>
              <p:nvPr/>
            </p:nvCxnSpPr>
            <p:spPr bwMode="gray">
              <a:xfrm>
                <a:off x="327676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Straight Connector 251"/>
              <p:cNvCxnSpPr/>
              <p:nvPr/>
            </p:nvCxnSpPr>
            <p:spPr bwMode="gray">
              <a:xfrm>
                <a:off x="381740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/>
              <p:cNvCxnSpPr/>
              <p:nvPr/>
            </p:nvCxnSpPr>
            <p:spPr bwMode="gray">
              <a:xfrm>
                <a:off x="395880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Straight Connector 253"/>
              <p:cNvCxnSpPr/>
              <p:nvPr/>
            </p:nvCxnSpPr>
            <p:spPr bwMode="gray">
              <a:xfrm>
                <a:off x="450105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Straight Connector 254"/>
              <p:cNvCxnSpPr/>
              <p:nvPr/>
            </p:nvCxnSpPr>
            <p:spPr bwMode="gray">
              <a:xfrm>
                <a:off x="465198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Straight Connector 255"/>
              <p:cNvCxnSpPr/>
              <p:nvPr/>
            </p:nvCxnSpPr>
            <p:spPr bwMode="gray">
              <a:xfrm>
                <a:off x="518283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Straight Connector 256"/>
              <p:cNvCxnSpPr/>
              <p:nvPr/>
            </p:nvCxnSpPr>
            <p:spPr bwMode="gray">
              <a:xfrm>
                <a:off x="532423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Straight Connector 257"/>
              <p:cNvCxnSpPr/>
              <p:nvPr/>
            </p:nvCxnSpPr>
            <p:spPr bwMode="gray">
              <a:xfrm>
                <a:off x="587185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Straight Connector 258"/>
              <p:cNvCxnSpPr/>
              <p:nvPr/>
            </p:nvCxnSpPr>
            <p:spPr bwMode="gray">
              <a:xfrm>
                <a:off x="601325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Straight Connector 259"/>
              <p:cNvCxnSpPr/>
              <p:nvPr/>
            </p:nvCxnSpPr>
            <p:spPr bwMode="gray">
              <a:xfrm>
                <a:off x="6555346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Straight Connector 260"/>
              <p:cNvCxnSpPr/>
              <p:nvPr/>
            </p:nvCxnSpPr>
            <p:spPr bwMode="gray">
              <a:xfrm>
                <a:off x="669674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Straight Connector 261"/>
              <p:cNvCxnSpPr/>
              <p:nvPr/>
            </p:nvCxnSpPr>
            <p:spPr bwMode="gray">
              <a:xfrm>
                <a:off x="723864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Straight Connector 262"/>
              <p:cNvCxnSpPr/>
              <p:nvPr/>
            </p:nvCxnSpPr>
            <p:spPr bwMode="gray">
              <a:xfrm>
                <a:off x="7380039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Straight Connector 263"/>
              <p:cNvCxnSpPr/>
              <p:nvPr/>
            </p:nvCxnSpPr>
            <p:spPr bwMode="gray">
              <a:xfrm>
                <a:off x="792253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Straight Connector 264"/>
              <p:cNvCxnSpPr/>
              <p:nvPr/>
            </p:nvCxnSpPr>
            <p:spPr bwMode="gray">
              <a:xfrm>
                <a:off x="806393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Straight Connector 265"/>
              <p:cNvCxnSpPr/>
              <p:nvPr/>
            </p:nvCxnSpPr>
            <p:spPr bwMode="gray">
              <a:xfrm>
                <a:off x="8605628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" name="Group 102"/>
            <p:cNvGrpSpPr/>
            <p:nvPr/>
          </p:nvGrpSpPr>
          <p:grpSpPr bwMode="gray">
            <a:xfrm>
              <a:off x="540000" y="5159986"/>
              <a:ext cx="8065628" cy="180000"/>
              <a:chOff x="540000" y="-265725"/>
              <a:chExt cx="8065628" cy="180000"/>
            </a:xfrm>
          </p:grpSpPr>
          <p:cxnSp>
            <p:nvCxnSpPr>
              <p:cNvPr id="219" name="Straight Connector 218"/>
              <p:cNvCxnSpPr/>
              <p:nvPr/>
            </p:nvCxnSpPr>
            <p:spPr bwMode="gray">
              <a:xfrm>
                <a:off x="540000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Connector 219"/>
              <p:cNvCxnSpPr/>
              <p:nvPr/>
            </p:nvCxnSpPr>
            <p:spPr bwMode="gray">
              <a:xfrm>
                <a:off x="1077827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Straight Connector 220"/>
              <p:cNvCxnSpPr/>
              <p:nvPr/>
            </p:nvCxnSpPr>
            <p:spPr bwMode="gray">
              <a:xfrm>
                <a:off x="122875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Straight Connector 221"/>
              <p:cNvCxnSpPr/>
              <p:nvPr/>
            </p:nvCxnSpPr>
            <p:spPr bwMode="gray">
              <a:xfrm>
                <a:off x="176349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/>
              <p:cNvCxnSpPr/>
              <p:nvPr/>
            </p:nvCxnSpPr>
            <p:spPr bwMode="gray">
              <a:xfrm>
                <a:off x="190489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Straight Connector 223"/>
              <p:cNvCxnSpPr/>
              <p:nvPr/>
            </p:nvCxnSpPr>
            <p:spPr bwMode="gray">
              <a:xfrm>
                <a:off x="244352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Straight Connector 224"/>
              <p:cNvCxnSpPr/>
              <p:nvPr/>
            </p:nvCxnSpPr>
            <p:spPr bwMode="gray">
              <a:xfrm>
                <a:off x="259444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Straight Connector 225"/>
              <p:cNvCxnSpPr/>
              <p:nvPr/>
            </p:nvCxnSpPr>
            <p:spPr bwMode="gray">
              <a:xfrm>
                <a:off x="313536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Straight Connector 226"/>
              <p:cNvCxnSpPr/>
              <p:nvPr/>
            </p:nvCxnSpPr>
            <p:spPr bwMode="gray">
              <a:xfrm>
                <a:off x="327676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Straight Connector 227"/>
              <p:cNvCxnSpPr/>
              <p:nvPr/>
            </p:nvCxnSpPr>
            <p:spPr bwMode="gray">
              <a:xfrm>
                <a:off x="381740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Straight Connector 228"/>
              <p:cNvCxnSpPr/>
              <p:nvPr/>
            </p:nvCxnSpPr>
            <p:spPr bwMode="gray">
              <a:xfrm>
                <a:off x="395880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Straight Connector 229"/>
              <p:cNvCxnSpPr/>
              <p:nvPr/>
            </p:nvCxnSpPr>
            <p:spPr bwMode="gray">
              <a:xfrm>
                <a:off x="450105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Straight Connector 230"/>
              <p:cNvCxnSpPr/>
              <p:nvPr/>
            </p:nvCxnSpPr>
            <p:spPr bwMode="gray">
              <a:xfrm>
                <a:off x="465198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/>
              <p:cNvCxnSpPr/>
              <p:nvPr/>
            </p:nvCxnSpPr>
            <p:spPr bwMode="gray">
              <a:xfrm>
                <a:off x="518283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/>
              <p:cNvCxnSpPr/>
              <p:nvPr/>
            </p:nvCxnSpPr>
            <p:spPr bwMode="gray">
              <a:xfrm>
                <a:off x="532423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/>
              <p:cNvCxnSpPr/>
              <p:nvPr/>
            </p:nvCxnSpPr>
            <p:spPr bwMode="gray">
              <a:xfrm>
                <a:off x="587185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/>
              <p:cNvCxnSpPr/>
              <p:nvPr/>
            </p:nvCxnSpPr>
            <p:spPr bwMode="gray">
              <a:xfrm>
                <a:off x="601325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Straight Connector 235"/>
              <p:cNvCxnSpPr/>
              <p:nvPr/>
            </p:nvCxnSpPr>
            <p:spPr bwMode="gray">
              <a:xfrm>
                <a:off x="6555346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Straight Connector 236"/>
              <p:cNvCxnSpPr/>
              <p:nvPr/>
            </p:nvCxnSpPr>
            <p:spPr bwMode="gray">
              <a:xfrm>
                <a:off x="669674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Straight Connector 237"/>
              <p:cNvCxnSpPr/>
              <p:nvPr/>
            </p:nvCxnSpPr>
            <p:spPr bwMode="gray">
              <a:xfrm>
                <a:off x="723864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/>
              <p:cNvCxnSpPr/>
              <p:nvPr/>
            </p:nvCxnSpPr>
            <p:spPr bwMode="gray">
              <a:xfrm>
                <a:off x="7380039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/>
              <p:cNvCxnSpPr/>
              <p:nvPr/>
            </p:nvCxnSpPr>
            <p:spPr bwMode="gray">
              <a:xfrm>
                <a:off x="792253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/>
              <p:cNvCxnSpPr/>
              <p:nvPr/>
            </p:nvCxnSpPr>
            <p:spPr bwMode="gray">
              <a:xfrm>
                <a:off x="806393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/>
              <p:cNvCxnSpPr/>
              <p:nvPr/>
            </p:nvCxnSpPr>
            <p:spPr bwMode="gray">
              <a:xfrm>
                <a:off x="8605628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Group 103"/>
            <p:cNvGrpSpPr/>
            <p:nvPr/>
          </p:nvGrpSpPr>
          <p:grpSpPr bwMode="gray">
            <a:xfrm>
              <a:off x="-196486" y="195263"/>
              <a:ext cx="180000" cy="4752975"/>
              <a:chOff x="-180000" y="195263"/>
              <a:chExt cx="180000" cy="4752975"/>
            </a:xfrm>
          </p:grpSpPr>
          <p:cxnSp>
            <p:nvCxnSpPr>
              <p:cNvPr id="204" name="Straight Connector 203"/>
              <p:cNvCxnSpPr/>
              <p:nvPr/>
            </p:nvCxnSpPr>
            <p:spPr bwMode="gray">
              <a:xfrm>
                <a:off x="-180000" y="494823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Connector 204"/>
              <p:cNvCxnSpPr/>
              <p:nvPr/>
            </p:nvCxnSpPr>
            <p:spPr bwMode="gray">
              <a:xfrm>
                <a:off x="-180000" y="46243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Straight Connector 205"/>
              <p:cNvCxnSpPr/>
              <p:nvPr/>
            </p:nvCxnSpPr>
            <p:spPr bwMode="gray">
              <a:xfrm>
                <a:off x="-180000" y="40814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Straight Connector 206"/>
              <p:cNvCxnSpPr/>
              <p:nvPr/>
            </p:nvCxnSpPr>
            <p:spPr bwMode="gray">
              <a:xfrm>
                <a:off x="-180000" y="39385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Straight Connector 207"/>
              <p:cNvCxnSpPr/>
              <p:nvPr/>
            </p:nvCxnSpPr>
            <p:spPr bwMode="gray">
              <a:xfrm>
                <a:off x="-180000" y="33956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Straight Connector 208"/>
              <p:cNvCxnSpPr/>
              <p:nvPr/>
            </p:nvCxnSpPr>
            <p:spPr bwMode="gray">
              <a:xfrm>
                <a:off x="-180000" y="3252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Straight Connector 209"/>
              <p:cNvCxnSpPr/>
              <p:nvPr/>
            </p:nvCxnSpPr>
            <p:spPr bwMode="gray">
              <a:xfrm>
                <a:off x="-180000" y="27098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Straight Connector 210"/>
              <p:cNvCxnSpPr/>
              <p:nvPr/>
            </p:nvCxnSpPr>
            <p:spPr bwMode="gray">
              <a:xfrm>
                <a:off x="-180000" y="25669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Straight Connector 211"/>
              <p:cNvCxnSpPr/>
              <p:nvPr/>
            </p:nvCxnSpPr>
            <p:spPr bwMode="gray">
              <a:xfrm>
                <a:off x="-180000" y="20240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Straight Connector 212"/>
              <p:cNvCxnSpPr/>
              <p:nvPr/>
            </p:nvCxnSpPr>
            <p:spPr bwMode="gray">
              <a:xfrm>
                <a:off x="-180000" y="18811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Straight Connector 213"/>
              <p:cNvCxnSpPr/>
              <p:nvPr/>
            </p:nvCxnSpPr>
            <p:spPr bwMode="gray">
              <a:xfrm>
                <a:off x="-180000" y="1347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Straight Connector 214"/>
              <p:cNvCxnSpPr/>
              <p:nvPr/>
            </p:nvCxnSpPr>
            <p:spPr bwMode="gray">
              <a:xfrm>
                <a:off x="-180000" y="11953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Straight Connector 215"/>
              <p:cNvCxnSpPr/>
              <p:nvPr/>
            </p:nvCxnSpPr>
            <p:spPr bwMode="gray">
              <a:xfrm>
                <a:off x="-180000" y="6619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Straight Connector 216"/>
              <p:cNvCxnSpPr/>
              <p:nvPr/>
            </p:nvCxnSpPr>
            <p:spPr bwMode="gray">
              <a:xfrm>
                <a:off x="-180000" y="51911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/>
              <p:cNvCxnSpPr/>
              <p:nvPr/>
            </p:nvCxnSpPr>
            <p:spPr bwMode="gray">
              <a:xfrm>
                <a:off x="-180000" y="1952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5" name="Group 104"/>
            <p:cNvGrpSpPr/>
            <p:nvPr/>
          </p:nvGrpSpPr>
          <p:grpSpPr bwMode="gray">
            <a:xfrm>
              <a:off x="9165020" y="195263"/>
              <a:ext cx="180000" cy="4752975"/>
              <a:chOff x="-180000" y="195263"/>
              <a:chExt cx="180000" cy="4752975"/>
            </a:xfrm>
          </p:grpSpPr>
          <p:cxnSp>
            <p:nvCxnSpPr>
              <p:cNvPr id="106" name="Straight Connector 105"/>
              <p:cNvCxnSpPr/>
              <p:nvPr/>
            </p:nvCxnSpPr>
            <p:spPr bwMode="gray">
              <a:xfrm>
                <a:off x="-180000" y="494823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/>
              <p:cNvCxnSpPr/>
              <p:nvPr/>
            </p:nvCxnSpPr>
            <p:spPr bwMode="gray">
              <a:xfrm>
                <a:off x="-180000" y="46243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/>
              <p:cNvCxnSpPr/>
              <p:nvPr/>
            </p:nvCxnSpPr>
            <p:spPr bwMode="gray">
              <a:xfrm>
                <a:off x="-180000" y="40814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 bwMode="gray">
              <a:xfrm>
                <a:off x="-180000" y="39385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Straight Connector 109"/>
              <p:cNvCxnSpPr/>
              <p:nvPr/>
            </p:nvCxnSpPr>
            <p:spPr bwMode="gray">
              <a:xfrm>
                <a:off x="-180000" y="33956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/>
              <p:cNvCxnSpPr/>
              <p:nvPr/>
            </p:nvCxnSpPr>
            <p:spPr bwMode="gray">
              <a:xfrm>
                <a:off x="-180000" y="3252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/>
              <p:cNvCxnSpPr/>
              <p:nvPr/>
            </p:nvCxnSpPr>
            <p:spPr bwMode="gray">
              <a:xfrm>
                <a:off x="-180000" y="27098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Straight Connector 195"/>
              <p:cNvCxnSpPr/>
              <p:nvPr/>
            </p:nvCxnSpPr>
            <p:spPr bwMode="gray">
              <a:xfrm>
                <a:off x="-180000" y="25669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Straight Connector 196"/>
              <p:cNvCxnSpPr/>
              <p:nvPr/>
            </p:nvCxnSpPr>
            <p:spPr bwMode="gray">
              <a:xfrm>
                <a:off x="-180000" y="20240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Straight Connector 197"/>
              <p:cNvCxnSpPr/>
              <p:nvPr/>
            </p:nvCxnSpPr>
            <p:spPr bwMode="gray">
              <a:xfrm>
                <a:off x="-180000" y="18811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Straight Connector 198"/>
              <p:cNvCxnSpPr/>
              <p:nvPr/>
            </p:nvCxnSpPr>
            <p:spPr bwMode="gray">
              <a:xfrm>
                <a:off x="-180000" y="1347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Straight Connector 199"/>
              <p:cNvCxnSpPr/>
              <p:nvPr/>
            </p:nvCxnSpPr>
            <p:spPr bwMode="gray">
              <a:xfrm>
                <a:off x="-180000" y="11953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Straight Connector 200"/>
              <p:cNvCxnSpPr/>
              <p:nvPr/>
            </p:nvCxnSpPr>
            <p:spPr bwMode="gray">
              <a:xfrm>
                <a:off x="-180000" y="6619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Straight Connector 201"/>
              <p:cNvCxnSpPr/>
              <p:nvPr/>
            </p:nvCxnSpPr>
            <p:spPr bwMode="gray">
              <a:xfrm>
                <a:off x="-180000" y="51911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/>
              <p:cNvCxnSpPr/>
              <p:nvPr/>
            </p:nvCxnSpPr>
            <p:spPr bwMode="gray">
              <a:xfrm>
                <a:off x="-180000" y="1952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5" name="TextBox 94"/>
          <p:cNvSpPr txBox="1"/>
          <p:nvPr userDrawn="1"/>
        </p:nvSpPr>
        <p:spPr bwMode="gray">
          <a:xfrm>
            <a:off x="7635786" y="4866066"/>
            <a:ext cx="968214" cy="10800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>
              <a:lnSpc>
                <a:spcPct val="85000"/>
              </a:lnSpc>
            </a:pPr>
            <a:r>
              <a:rPr lang="en-GB" sz="600">
                <a:solidFill>
                  <a:schemeClr val="bg1"/>
                </a:solidFill>
                <a:sym typeface="Symbol" panose="05050102010706020507" pitchFamily="18" charset="2"/>
              </a:rPr>
              <a:t> </a:t>
            </a:r>
            <a:r>
              <a:rPr lang="en-GB" sz="600">
                <a:solidFill>
                  <a:schemeClr val="bg1"/>
                </a:solidFill>
              </a:rPr>
              <a:t>© </a:t>
            </a:r>
            <a:r>
              <a:rPr lang="en-GB" sz="600" err="1">
                <a:solidFill>
                  <a:schemeClr val="bg1"/>
                </a:solidFill>
              </a:rPr>
              <a:t>Hill+Knowlton</a:t>
            </a:r>
            <a:r>
              <a:rPr lang="en-GB" sz="600">
                <a:solidFill>
                  <a:schemeClr val="bg1"/>
                </a:solidFill>
              </a:rPr>
              <a:t> Strategies</a:t>
            </a:r>
          </a:p>
        </p:txBody>
      </p:sp>
      <p:sp>
        <p:nvSpPr>
          <p:cNvPr id="96" name="Rectangle 8"/>
          <p:cNvSpPr>
            <a:spLocks noChangeArrowheads="1"/>
          </p:cNvSpPr>
          <p:nvPr userDrawn="1"/>
        </p:nvSpPr>
        <p:spPr bwMode="auto">
          <a:xfrm>
            <a:off x="8675907" y="199732"/>
            <a:ext cx="71902" cy="7209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sz="1800"/>
          </a:p>
        </p:txBody>
      </p:sp>
      <p:sp>
        <p:nvSpPr>
          <p:cNvPr id="97" name="Freeform 96"/>
          <p:cNvSpPr>
            <a:spLocks/>
          </p:cNvSpPr>
          <p:nvPr userDrawn="1"/>
        </p:nvSpPr>
        <p:spPr bwMode="auto">
          <a:xfrm>
            <a:off x="7957770" y="199732"/>
            <a:ext cx="646234" cy="216000"/>
          </a:xfrm>
          <a:custGeom>
            <a:avLst/>
            <a:gdLst>
              <a:gd name="connsiteX0" fmla="*/ 8426417 w 9478101"/>
              <a:gd name="connsiteY0" fmla="*/ 2110561 h 3168000"/>
              <a:gd name="connsiteX1" fmla="*/ 9478101 w 9478101"/>
              <a:gd name="connsiteY1" fmla="*/ 2110561 h 3168000"/>
              <a:gd name="connsiteX2" fmla="*/ 9478101 w 9478101"/>
              <a:gd name="connsiteY2" fmla="*/ 3168000 h 3168000"/>
              <a:gd name="connsiteX3" fmla="*/ 8426417 w 9478101"/>
              <a:gd name="connsiteY3" fmla="*/ 3168000 h 3168000"/>
              <a:gd name="connsiteX4" fmla="*/ 4212488 w 9478101"/>
              <a:gd name="connsiteY4" fmla="*/ 2110561 h 3168000"/>
              <a:gd name="connsiteX5" fmla="*/ 5267049 w 9478101"/>
              <a:gd name="connsiteY5" fmla="*/ 2110561 h 3168000"/>
              <a:gd name="connsiteX6" fmla="*/ 5267049 w 9478101"/>
              <a:gd name="connsiteY6" fmla="*/ 3168000 h 3168000"/>
              <a:gd name="connsiteX7" fmla="*/ 4212488 w 9478101"/>
              <a:gd name="connsiteY7" fmla="*/ 3168000 h 3168000"/>
              <a:gd name="connsiteX8" fmla="*/ 6321611 w 9478101"/>
              <a:gd name="connsiteY8" fmla="*/ 0 h 3168000"/>
              <a:gd name="connsiteX9" fmla="*/ 7371856 w 9478101"/>
              <a:gd name="connsiteY9" fmla="*/ 0 h 3168000"/>
              <a:gd name="connsiteX10" fmla="*/ 7371856 w 9478101"/>
              <a:gd name="connsiteY10" fmla="*/ 1053122 h 3168000"/>
              <a:gd name="connsiteX11" fmla="*/ 8426417 w 9478101"/>
              <a:gd name="connsiteY11" fmla="*/ 1053122 h 3168000"/>
              <a:gd name="connsiteX12" fmla="*/ 8426417 w 9478101"/>
              <a:gd name="connsiteY12" fmla="*/ 0 h 3168000"/>
              <a:gd name="connsiteX13" fmla="*/ 9478101 w 9478101"/>
              <a:gd name="connsiteY13" fmla="*/ 0 h 3168000"/>
              <a:gd name="connsiteX14" fmla="*/ 9478101 w 9478101"/>
              <a:gd name="connsiteY14" fmla="*/ 1057439 h 3168000"/>
              <a:gd name="connsiteX15" fmla="*/ 8426417 w 9478101"/>
              <a:gd name="connsiteY15" fmla="*/ 1057439 h 3168000"/>
              <a:gd name="connsiteX16" fmla="*/ 8426417 w 9478101"/>
              <a:gd name="connsiteY16" fmla="*/ 2110561 h 3168000"/>
              <a:gd name="connsiteX17" fmla="*/ 7371856 w 9478101"/>
              <a:gd name="connsiteY17" fmla="*/ 2110561 h 3168000"/>
              <a:gd name="connsiteX18" fmla="*/ 7371856 w 9478101"/>
              <a:gd name="connsiteY18" fmla="*/ 3167999 h 3168000"/>
              <a:gd name="connsiteX19" fmla="*/ 6321611 w 9478101"/>
              <a:gd name="connsiteY19" fmla="*/ 3167999 h 3168000"/>
              <a:gd name="connsiteX20" fmla="*/ 6321611 w 9478101"/>
              <a:gd name="connsiteY20" fmla="*/ 2110561 h 3168000"/>
              <a:gd name="connsiteX21" fmla="*/ 5267050 w 9478101"/>
              <a:gd name="connsiteY21" fmla="*/ 2110561 h 3168000"/>
              <a:gd name="connsiteX22" fmla="*/ 5267050 w 9478101"/>
              <a:gd name="connsiteY22" fmla="*/ 1053122 h 3168000"/>
              <a:gd name="connsiteX23" fmla="*/ 6321611 w 9478101"/>
              <a:gd name="connsiteY23" fmla="*/ 1053122 h 3168000"/>
              <a:gd name="connsiteX24" fmla="*/ 0 w 9478101"/>
              <a:gd name="connsiteY24" fmla="*/ 0 h 3168000"/>
              <a:gd name="connsiteX25" fmla="*/ 1054561 w 9478101"/>
              <a:gd name="connsiteY25" fmla="*/ 0 h 3168000"/>
              <a:gd name="connsiteX26" fmla="*/ 1054561 w 9478101"/>
              <a:gd name="connsiteY26" fmla="*/ 1053122 h 3168000"/>
              <a:gd name="connsiteX27" fmla="*/ 2106244 w 9478101"/>
              <a:gd name="connsiteY27" fmla="*/ 1053122 h 3168000"/>
              <a:gd name="connsiteX28" fmla="*/ 2106244 w 9478101"/>
              <a:gd name="connsiteY28" fmla="*/ 0 h 3168000"/>
              <a:gd name="connsiteX29" fmla="*/ 3160805 w 9478101"/>
              <a:gd name="connsiteY29" fmla="*/ 0 h 3168000"/>
              <a:gd name="connsiteX30" fmla="*/ 3160805 w 9478101"/>
              <a:gd name="connsiteY30" fmla="*/ 1053122 h 3168000"/>
              <a:gd name="connsiteX31" fmla="*/ 4212488 w 9478101"/>
              <a:gd name="connsiteY31" fmla="*/ 1053122 h 3168000"/>
              <a:gd name="connsiteX32" fmla="*/ 4212488 w 9478101"/>
              <a:gd name="connsiteY32" fmla="*/ 0 h 3168000"/>
              <a:gd name="connsiteX33" fmla="*/ 5267049 w 9478101"/>
              <a:gd name="connsiteY33" fmla="*/ 0 h 3168000"/>
              <a:gd name="connsiteX34" fmla="*/ 5267049 w 9478101"/>
              <a:gd name="connsiteY34" fmla="*/ 1057439 h 3168000"/>
              <a:gd name="connsiteX35" fmla="*/ 4212488 w 9478101"/>
              <a:gd name="connsiteY35" fmla="*/ 1057439 h 3168000"/>
              <a:gd name="connsiteX36" fmla="*/ 4212488 w 9478101"/>
              <a:gd name="connsiteY36" fmla="*/ 2110561 h 3168000"/>
              <a:gd name="connsiteX37" fmla="*/ 3160805 w 9478101"/>
              <a:gd name="connsiteY37" fmla="*/ 2110561 h 3168000"/>
              <a:gd name="connsiteX38" fmla="*/ 3160805 w 9478101"/>
              <a:gd name="connsiteY38" fmla="*/ 3167999 h 3168000"/>
              <a:gd name="connsiteX39" fmla="*/ 2106244 w 9478101"/>
              <a:gd name="connsiteY39" fmla="*/ 3167999 h 3168000"/>
              <a:gd name="connsiteX40" fmla="*/ 2106244 w 9478101"/>
              <a:gd name="connsiteY40" fmla="*/ 2110561 h 3168000"/>
              <a:gd name="connsiteX41" fmla="*/ 1054561 w 9478101"/>
              <a:gd name="connsiteY41" fmla="*/ 2110561 h 3168000"/>
              <a:gd name="connsiteX42" fmla="*/ 1054561 w 9478101"/>
              <a:gd name="connsiteY42" fmla="*/ 3167999 h 3168000"/>
              <a:gd name="connsiteX43" fmla="*/ 0 w 9478101"/>
              <a:gd name="connsiteY43" fmla="*/ 3167999 h 316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478101" h="3168000">
                <a:moveTo>
                  <a:pt x="8426417" y="2110561"/>
                </a:moveTo>
                <a:lnTo>
                  <a:pt x="9478101" y="2110561"/>
                </a:lnTo>
                <a:lnTo>
                  <a:pt x="9478101" y="3168000"/>
                </a:lnTo>
                <a:lnTo>
                  <a:pt x="8426417" y="3168000"/>
                </a:lnTo>
                <a:close/>
                <a:moveTo>
                  <a:pt x="4212488" y="2110561"/>
                </a:moveTo>
                <a:lnTo>
                  <a:pt x="5267049" y="2110561"/>
                </a:lnTo>
                <a:lnTo>
                  <a:pt x="5267049" y="3168000"/>
                </a:lnTo>
                <a:lnTo>
                  <a:pt x="4212488" y="3168000"/>
                </a:lnTo>
                <a:close/>
                <a:moveTo>
                  <a:pt x="6321611" y="0"/>
                </a:moveTo>
                <a:lnTo>
                  <a:pt x="7371856" y="0"/>
                </a:lnTo>
                <a:lnTo>
                  <a:pt x="7371856" y="1053122"/>
                </a:lnTo>
                <a:lnTo>
                  <a:pt x="8426417" y="1053122"/>
                </a:lnTo>
                <a:lnTo>
                  <a:pt x="8426417" y="0"/>
                </a:lnTo>
                <a:lnTo>
                  <a:pt x="9478101" y="0"/>
                </a:lnTo>
                <a:lnTo>
                  <a:pt x="9478101" y="1057439"/>
                </a:lnTo>
                <a:lnTo>
                  <a:pt x="8426417" y="1057439"/>
                </a:lnTo>
                <a:lnTo>
                  <a:pt x="8426417" y="2110561"/>
                </a:lnTo>
                <a:lnTo>
                  <a:pt x="7371856" y="2110561"/>
                </a:lnTo>
                <a:lnTo>
                  <a:pt x="7371856" y="3167999"/>
                </a:lnTo>
                <a:lnTo>
                  <a:pt x="6321611" y="3167999"/>
                </a:lnTo>
                <a:lnTo>
                  <a:pt x="6321611" y="2110561"/>
                </a:lnTo>
                <a:lnTo>
                  <a:pt x="5267050" y="2110561"/>
                </a:lnTo>
                <a:lnTo>
                  <a:pt x="5267050" y="1053122"/>
                </a:lnTo>
                <a:lnTo>
                  <a:pt x="6321611" y="1053122"/>
                </a:lnTo>
                <a:close/>
                <a:moveTo>
                  <a:pt x="0" y="0"/>
                </a:moveTo>
                <a:lnTo>
                  <a:pt x="1054561" y="0"/>
                </a:lnTo>
                <a:lnTo>
                  <a:pt x="1054561" y="1053122"/>
                </a:lnTo>
                <a:lnTo>
                  <a:pt x="2106244" y="1053122"/>
                </a:lnTo>
                <a:lnTo>
                  <a:pt x="2106244" y="0"/>
                </a:lnTo>
                <a:lnTo>
                  <a:pt x="3160805" y="0"/>
                </a:lnTo>
                <a:lnTo>
                  <a:pt x="3160805" y="1053122"/>
                </a:lnTo>
                <a:lnTo>
                  <a:pt x="4212488" y="1053122"/>
                </a:lnTo>
                <a:lnTo>
                  <a:pt x="4212488" y="0"/>
                </a:lnTo>
                <a:lnTo>
                  <a:pt x="5267049" y="0"/>
                </a:lnTo>
                <a:lnTo>
                  <a:pt x="5267049" y="1057439"/>
                </a:lnTo>
                <a:lnTo>
                  <a:pt x="4212488" y="1057439"/>
                </a:lnTo>
                <a:lnTo>
                  <a:pt x="4212488" y="2110561"/>
                </a:lnTo>
                <a:lnTo>
                  <a:pt x="3160805" y="2110561"/>
                </a:lnTo>
                <a:lnTo>
                  <a:pt x="3160805" y="3167999"/>
                </a:lnTo>
                <a:lnTo>
                  <a:pt x="2106244" y="3167999"/>
                </a:lnTo>
                <a:lnTo>
                  <a:pt x="2106244" y="2110561"/>
                </a:lnTo>
                <a:lnTo>
                  <a:pt x="1054561" y="2110561"/>
                </a:lnTo>
                <a:lnTo>
                  <a:pt x="1054561" y="3167999"/>
                </a:lnTo>
                <a:lnTo>
                  <a:pt x="0" y="3167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 sz="1800"/>
          </a:p>
        </p:txBody>
      </p:sp>
    </p:spTree>
    <p:extLst>
      <p:ext uri="{BB962C8B-B14F-4D97-AF65-F5344CB8AC3E}">
        <p14:creationId xmlns:p14="http://schemas.microsoft.com/office/powerpoint/2010/main" val="1606949066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4.xml"/><Relationship Id="rId15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16.xml"/><Relationship Id="rId17" Type="http://schemas.openxmlformats.org/officeDocument/2006/relationships/slideLayout" Target="../slideLayouts/slideLayout17.xml"/><Relationship Id="rId18" Type="http://schemas.openxmlformats.org/officeDocument/2006/relationships/slideLayout" Target="../slideLayouts/slideLayout18.xml"/><Relationship Id="rId19" Type="http://schemas.openxmlformats.org/officeDocument/2006/relationships/slideLayout" Target="../slideLayouts/slideLayout19.xml"/><Relationship Id="rId20" Type="http://schemas.openxmlformats.org/officeDocument/2006/relationships/slideLayout" Target="../slideLayouts/slideLayout20.xml"/><Relationship Id="rId21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23.xml"/><Relationship Id="rId24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25.xml"/><Relationship Id="rId26" Type="http://schemas.openxmlformats.org/officeDocument/2006/relationships/theme" Target="../theme/theme1.xml"/><Relationship Id="rId27" Type="http://schemas.openxmlformats.org/officeDocument/2006/relationships/image" Target="../media/image1.sv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ssholder for tittel 1">
            <a:extLst>
              <a:ext uri="{FF2B5EF4-FFF2-40B4-BE49-F238E27FC236}">
                <a16:creationId xmlns:a16="http://schemas.microsoft.com/office/drawing/2014/main" id="{9A846D5B-BDDB-3367-720D-2B7688EB89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28606" y="428614"/>
            <a:ext cx="8286985" cy="373765"/>
          </a:xfrm>
          <a:prstGeom prst="rect">
            <a:avLst/>
          </a:prstGeom>
        </p:spPr>
        <p:txBody>
          <a:bodyPr vert="horz" lIns="0" tIns="0" rIns="0" bIns="0" rtlCol="0" anchor="t" anchorCtr="0">
            <a:spAutoFit/>
          </a:bodyPr>
          <a:lstStyle/>
          <a:p>
            <a:r>
              <a:rPr lang="nb-NO" dirty="0"/>
              <a:t>Klikk for å redigere tittelstil</a:t>
            </a:r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A1E1BBF5-FCE5-D5C3-0D56-92CC7944088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28607" y="1314655"/>
            <a:ext cx="8286985" cy="3171739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nb-NO" dirty="0"/>
              <a:t>Klikk for å redigere tekststiler i malen</a:t>
            </a:r>
          </a:p>
          <a:p>
            <a:pPr lvl="1"/>
            <a:r>
              <a:rPr lang="nb-NO" dirty="0"/>
              <a:t>Andre nivå</a:t>
            </a:r>
          </a:p>
          <a:p>
            <a:pPr lvl="2"/>
            <a:r>
              <a:rPr lang="nb-NO" dirty="0"/>
              <a:t>Tredje nivå</a:t>
            </a:r>
          </a:p>
          <a:p>
            <a:pPr lvl="3"/>
            <a:r>
              <a:rPr lang="nb-NO" dirty="0"/>
              <a:t>Fjerde nivå</a:t>
            </a:r>
          </a:p>
          <a:p>
            <a:pPr lvl="4"/>
            <a:r>
              <a:rPr lang="nb-NO" dirty="0"/>
              <a:t>Femte nivå</a:t>
            </a:r>
          </a:p>
        </p:txBody>
      </p:sp>
      <p:sp>
        <p:nvSpPr>
          <p:cNvPr id="27" name="Friform 26">
            <a:extLst>
              <a:ext uri="{FF2B5EF4-FFF2-40B4-BE49-F238E27FC236}">
                <a16:creationId xmlns:a16="http://schemas.microsoft.com/office/drawing/2014/main" id="{DA33946A-ECC0-78C5-2CFC-584F703ADFA3}"/>
              </a:ext>
            </a:extLst>
          </p:cNvPr>
          <p:cNvSpPr>
            <a:spLocks/>
          </p:cNvSpPr>
          <p:nvPr userDrawn="1"/>
        </p:nvSpPr>
        <p:spPr>
          <a:xfrm>
            <a:off x="422336" y="4721392"/>
            <a:ext cx="1171151" cy="242692"/>
          </a:xfrm>
          <a:custGeom>
            <a:avLst/>
            <a:gdLst>
              <a:gd name="connsiteX0" fmla="*/ 868526 w 1475528"/>
              <a:gd name="connsiteY0" fmla="*/ 230809 h 305762"/>
              <a:gd name="connsiteX1" fmla="*/ 875600 w 1475528"/>
              <a:gd name="connsiteY1" fmla="*/ 230809 h 305762"/>
              <a:gd name="connsiteX2" fmla="*/ 876215 w 1475528"/>
              <a:gd name="connsiteY2" fmla="*/ 231168 h 305762"/>
              <a:gd name="connsiteX3" fmla="*/ 879753 w 1475528"/>
              <a:gd name="connsiteY3" fmla="*/ 237320 h 305762"/>
              <a:gd name="connsiteX4" fmla="*/ 879753 w 1475528"/>
              <a:gd name="connsiteY4" fmla="*/ 237986 h 305762"/>
              <a:gd name="connsiteX5" fmla="*/ 876215 w 1475528"/>
              <a:gd name="connsiteY5" fmla="*/ 244138 h 305762"/>
              <a:gd name="connsiteX6" fmla="*/ 875600 w 1475528"/>
              <a:gd name="connsiteY6" fmla="*/ 244497 h 305762"/>
              <a:gd name="connsiteX7" fmla="*/ 868526 w 1475528"/>
              <a:gd name="connsiteY7" fmla="*/ 244497 h 305762"/>
              <a:gd name="connsiteX8" fmla="*/ 867911 w 1475528"/>
              <a:gd name="connsiteY8" fmla="*/ 244138 h 305762"/>
              <a:gd name="connsiteX9" fmla="*/ 864372 w 1475528"/>
              <a:gd name="connsiteY9" fmla="*/ 237986 h 305762"/>
              <a:gd name="connsiteX10" fmla="*/ 864372 w 1475528"/>
              <a:gd name="connsiteY10" fmla="*/ 237320 h 305762"/>
              <a:gd name="connsiteX11" fmla="*/ 867911 w 1475528"/>
              <a:gd name="connsiteY11" fmla="*/ 231168 h 305762"/>
              <a:gd name="connsiteX12" fmla="*/ 868526 w 1475528"/>
              <a:gd name="connsiteY12" fmla="*/ 230809 h 305762"/>
              <a:gd name="connsiteX13" fmla="*/ 1464204 w 1475528"/>
              <a:gd name="connsiteY13" fmla="*/ 230604 h 305762"/>
              <a:gd name="connsiteX14" fmla="*/ 1471279 w 1475528"/>
              <a:gd name="connsiteY14" fmla="*/ 230604 h 305762"/>
              <a:gd name="connsiteX15" fmla="*/ 1471894 w 1475528"/>
              <a:gd name="connsiteY15" fmla="*/ 230963 h 305762"/>
              <a:gd name="connsiteX16" fmla="*/ 1475432 w 1475528"/>
              <a:gd name="connsiteY16" fmla="*/ 237115 h 305762"/>
              <a:gd name="connsiteX17" fmla="*/ 1475432 w 1475528"/>
              <a:gd name="connsiteY17" fmla="*/ 237781 h 305762"/>
              <a:gd name="connsiteX18" fmla="*/ 1471894 w 1475528"/>
              <a:gd name="connsiteY18" fmla="*/ 243933 h 305762"/>
              <a:gd name="connsiteX19" fmla="*/ 1471279 w 1475528"/>
              <a:gd name="connsiteY19" fmla="*/ 244292 h 305762"/>
              <a:gd name="connsiteX20" fmla="*/ 1464204 w 1475528"/>
              <a:gd name="connsiteY20" fmla="*/ 244292 h 305762"/>
              <a:gd name="connsiteX21" fmla="*/ 1463589 w 1475528"/>
              <a:gd name="connsiteY21" fmla="*/ 243933 h 305762"/>
              <a:gd name="connsiteX22" fmla="*/ 1460051 w 1475528"/>
              <a:gd name="connsiteY22" fmla="*/ 237781 h 305762"/>
              <a:gd name="connsiteX23" fmla="*/ 1460051 w 1475528"/>
              <a:gd name="connsiteY23" fmla="*/ 237115 h 305762"/>
              <a:gd name="connsiteX24" fmla="*/ 1463589 w 1475528"/>
              <a:gd name="connsiteY24" fmla="*/ 230963 h 305762"/>
              <a:gd name="connsiteX25" fmla="*/ 1464204 w 1475528"/>
              <a:gd name="connsiteY25" fmla="*/ 230604 h 305762"/>
              <a:gd name="connsiteX26" fmla="*/ 1265645 w 1475528"/>
              <a:gd name="connsiteY26" fmla="*/ 230604 h 305762"/>
              <a:gd name="connsiteX27" fmla="*/ 1272719 w 1475528"/>
              <a:gd name="connsiteY27" fmla="*/ 230604 h 305762"/>
              <a:gd name="connsiteX28" fmla="*/ 1273334 w 1475528"/>
              <a:gd name="connsiteY28" fmla="*/ 230963 h 305762"/>
              <a:gd name="connsiteX29" fmla="*/ 1276872 w 1475528"/>
              <a:gd name="connsiteY29" fmla="*/ 237115 h 305762"/>
              <a:gd name="connsiteX30" fmla="*/ 1276872 w 1475528"/>
              <a:gd name="connsiteY30" fmla="*/ 237781 h 305762"/>
              <a:gd name="connsiteX31" fmla="*/ 1273334 w 1475528"/>
              <a:gd name="connsiteY31" fmla="*/ 243933 h 305762"/>
              <a:gd name="connsiteX32" fmla="*/ 1272719 w 1475528"/>
              <a:gd name="connsiteY32" fmla="*/ 244292 h 305762"/>
              <a:gd name="connsiteX33" fmla="*/ 1265645 w 1475528"/>
              <a:gd name="connsiteY33" fmla="*/ 244292 h 305762"/>
              <a:gd name="connsiteX34" fmla="*/ 1265030 w 1475528"/>
              <a:gd name="connsiteY34" fmla="*/ 243933 h 305762"/>
              <a:gd name="connsiteX35" fmla="*/ 1261491 w 1475528"/>
              <a:gd name="connsiteY35" fmla="*/ 237781 h 305762"/>
              <a:gd name="connsiteX36" fmla="*/ 1261491 w 1475528"/>
              <a:gd name="connsiteY36" fmla="*/ 237115 h 305762"/>
              <a:gd name="connsiteX37" fmla="*/ 1265030 w 1475528"/>
              <a:gd name="connsiteY37" fmla="*/ 230963 h 305762"/>
              <a:gd name="connsiteX38" fmla="*/ 1265645 w 1475528"/>
              <a:gd name="connsiteY38" fmla="*/ 230604 h 305762"/>
              <a:gd name="connsiteX39" fmla="*/ 1067084 w 1475528"/>
              <a:gd name="connsiteY39" fmla="*/ 230604 h 305762"/>
              <a:gd name="connsiteX40" fmla="*/ 1074159 w 1475528"/>
              <a:gd name="connsiteY40" fmla="*/ 230604 h 305762"/>
              <a:gd name="connsiteX41" fmla="*/ 1074774 w 1475528"/>
              <a:gd name="connsiteY41" fmla="*/ 230963 h 305762"/>
              <a:gd name="connsiteX42" fmla="*/ 1078312 w 1475528"/>
              <a:gd name="connsiteY42" fmla="*/ 237115 h 305762"/>
              <a:gd name="connsiteX43" fmla="*/ 1078312 w 1475528"/>
              <a:gd name="connsiteY43" fmla="*/ 237781 h 305762"/>
              <a:gd name="connsiteX44" fmla="*/ 1074774 w 1475528"/>
              <a:gd name="connsiteY44" fmla="*/ 243933 h 305762"/>
              <a:gd name="connsiteX45" fmla="*/ 1074159 w 1475528"/>
              <a:gd name="connsiteY45" fmla="*/ 244292 h 305762"/>
              <a:gd name="connsiteX46" fmla="*/ 1067084 w 1475528"/>
              <a:gd name="connsiteY46" fmla="*/ 244292 h 305762"/>
              <a:gd name="connsiteX47" fmla="*/ 1066469 w 1475528"/>
              <a:gd name="connsiteY47" fmla="*/ 243933 h 305762"/>
              <a:gd name="connsiteX48" fmla="*/ 1062931 w 1475528"/>
              <a:gd name="connsiteY48" fmla="*/ 237781 h 305762"/>
              <a:gd name="connsiteX49" fmla="*/ 1062931 w 1475528"/>
              <a:gd name="connsiteY49" fmla="*/ 237115 h 305762"/>
              <a:gd name="connsiteX50" fmla="*/ 1066469 w 1475528"/>
              <a:gd name="connsiteY50" fmla="*/ 230963 h 305762"/>
              <a:gd name="connsiteX51" fmla="*/ 1067084 w 1475528"/>
              <a:gd name="connsiteY51" fmla="*/ 230604 h 305762"/>
              <a:gd name="connsiteX52" fmla="*/ 669914 w 1475528"/>
              <a:gd name="connsiteY52" fmla="*/ 230604 h 305762"/>
              <a:gd name="connsiteX53" fmla="*/ 676988 w 1475528"/>
              <a:gd name="connsiteY53" fmla="*/ 230604 h 305762"/>
              <a:gd name="connsiteX54" fmla="*/ 677603 w 1475528"/>
              <a:gd name="connsiteY54" fmla="*/ 230963 h 305762"/>
              <a:gd name="connsiteX55" fmla="*/ 681141 w 1475528"/>
              <a:gd name="connsiteY55" fmla="*/ 237115 h 305762"/>
              <a:gd name="connsiteX56" fmla="*/ 681141 w 1475528"/>
              <a:gd name="connsiteY56" fmla="*/ 237781 h 305762"/>
              <a:gd name="connsiteX57" fmla="*/ 677603 w 1475528"/>
              <a:gd name="connsiteY57" fmla="*/ 243933 h 305762"/>
              <a:gd name="connsiteX58" fmla="*/ 676988 w 1475528"/>
              <a:gd name="connsiteY58" fmla="*/ 244292 h 305762"/>
              <a:gd name="connsiteX59" fmla="*/ 669914 w 1475528"/>
              <a:gd name="connsiteY59" fmla="*/ 244292 h 305762"/>
              <a:gd name="connsiteX60" fmla="*/ 669299 w 1475528"/>
              <a:gd name="connsiteY60" fmla="*/ 243933 h 305762"/>
              <a:gd name="connsiteX61" fmla="*/ 665760 w 1475528"/>
              <a:gd name="connsiteY61" fmla="*/ 237781 h 305762"/>
              <a:gd name="connsiteX62" fmla="*/ 665760 w 1475528"/>
              <a:gd name="connsiteY62" fmla="*/ 237115 h 305762"/>
              <a:gd name="connsiteX63" fmla="*/ 669299 w 1475528"/>
              <a:gd name="connsiteY63" fmla="*/ 230963 h 305762"/>
              <a:gd name="connsiteX64" fmla="*/ 669914 w 1475528"/>
              <a:gd name="connsiteY64" fmla="*/ 230604 h 305762"/>
              <a:gd name="connsiteX65" fmla="*/ 272795 w 1475528"/>
              <a:gd name="connsiteY65" fmla="*/ 230604 h 305762"/>
              <a:gd name="connsiteX66" fmla="*/ 279869 w 1475528"/>
              <a:gd name="connsiteY66" fmla="*/ 230604 h 305762"/>
              <a:gd name="connsiteX67" fmla="*/ 280484 w 1475528"/>
              <a:gd name="connsiteY67" fmla="*/ 230963 h 305762"/>
              <a:gd name="connsiteX68" fmla="*/ 284022 w 1475528"/>
              <a:gd name="connsiteY68" fmla="*/ 237115 h 305762"/>
              <a:gd name="connsiteX69" fmla="*/ 284022 w 1475528"/>
              <a:gd name="connsiteY69" fmla="*/ 237781 h 305762"/>
              <a:gd name="connsiteX70" fmla="*/ 280484 w 1475528"/>
              <a:gd name="connsiteY70" fmla="*/ 243933 h 305762"/>
              <a:gd name="connsiteX71" fmla="*/ 279869 w 1475528"/>
              <a:gd name="connsiteY71" fmla="*/ 244292 h 305762"/>
              <a:gd name="connsiteX72" fmla="*/ 272795 w 1475528"/>
              <a:gd name="connsiteY72" fmla="*/ 244292 h 305762"/>
              <a:gd name="connsiteX73" fmla="*/ 272179 w 1475528"/>
              <a:gd name="connsiteY73" fmla="*/ 243933 h 305762"/>
              <a:gd name="connsiteX74" fmla="*/ 268641 w 1475528"/>
              <a:gd name="connsiteY74" fmla="*/ 237781 h 305762"/>
              <a:gd name="connsiteX75" fmla="*/ 268641 w 1475528"/>
              <a:gd name="connsiteY75" fmla="*/ 237115 h 305762"/>
              <a:gd name="connsiteX76" fmla="*/ 272179 w 1475528"/>
              <a:gd name="connsiteY76" fmla="*/ 230963 h 305762"/>
              <a:gd name="connsiteX77" fmla="*/ 272795 w 1475528"/>
              <a:gd name="connsiteY77" fmla="*/ 230604 h 305762"/>
              <a:gd name="connsiteX78" fmla="*/ 74235 w 1475528"/>
              <a:gd name="connsiteY78" fmla="*/ 230604 h 305762"/>
              <a:gd name="connsiteX79" fmla="*/ 81309 w 1475528"/>
              <a:gd name="connsiteY79" fmla="*/ 230604 h 305762"/>
              <a:gd name="connsiteX80" fmla="*/ 81924 w 1475528"/>
              <a:gd name="connsiteY80" fmla="*/ 230963 h 305762"/>
              <a:gd name="connsiteX81" fmla="*/ 85462 w 1475528"/>
              <a:gd name="connsiteY81" fmla="*/ 237115 h 305762"/>
              <a:gd name="connsiteX82" fmla="*/ 85462 w 1475528"/>
              <a:gd name="connsiteY82" fmla="*/ 237781 h 305762"/>
              <a:gd name="connsiteX83" fmla="*/ 81924 w 1475528"/>
              <a:gd name="connsiteY83" fmla="*/ 243933 h 305762"/>
              <a:gd name="connsiteX84" fmla="*/ 81309 w 1475528"/>
              <a:gd name="connsiteY84" fmla="*/ 244292 h 305762"/>
              <a:gd name="connsiteX85" fmla="*/ 74235 w 1475528"/>
              <a:gd name="connsiteY85" fmla="*/ 244292 h 305762"/>
              <a:gd name="connsiteX86" fmla="*/ 73619 w 1475528"/>
              <a:gd name="connsiteY86" fmla="*/ 243933 h 305762"/>
              <a:gd name="connsiteX87" fmla="*/ 70081 w 1475528"/>
              <a:gd name="connsiteY87" fmla="*/ 237781 h 305762"/>
              <a:gd name="connsiteX88" fmla="*/ 70081 w 1475528"/>
              <a:gd name="connsiteY88" fmla="*/ 237115 h 305762"/>
              <a:gd name="connsiteX89" fmla="*/ 73619 w 1475528"/>
              <a:gd name="connsiteY89" fmla="*/ 230963 h 305762"/>
              <a:gd name="connsiteX90" fmla="*/ 74235 w 1475528"/>
              <a:gd name="connsiteY90" fmla="*/ 230604 h 305762"/>
              <a:gd name="connsiteX91" fmla="*/ 450233 w 1475528"/>
              <a:gd name="connsiteY91" fmla="*/ 214300 h 305762"/>
              <a:gd name="connsiteX92" fmla="*/ 450233 w 1475528"/>
              <a:gd name="connsiteY92" fmla="*/ 262748 h 305762"/>
              <a:gd name="connsiteX93" fmla="*/ 459102 w 1475528"/>
              <a:gd name="connsiteY93" fmla="*/ 262748 h 305762"/>
              <a:gd name="connsiteX94" fmla="*/ 459102 w 1475528"/>
              <a:gd name="connsiteY94" fmla="*/ 226349 h 305762"/>
              <a:gd name="connsiteX95" fmla="*/ 459153 w 1475528"/>
              <a:gd name="connsiteY95" fmla="*/ 226349 h 305762"/>
              <a:gd name="connsiteX96" fmla="*/ 471099 w 1475528"/>
              <a:gd name="connsiteY96" fmla="*/ 262748 h 305762"/>
              <a:gd name="connsiteX97" fmla="*/ 480583 w 1475528"/>
              <a:gd name="connsiteY97" fmla="*/ 262748 h 305762"/>
              <a:gd name="connsiteX98" fmla="*/ 492478 w 1475528"/>
              <a:gd name="connsiteY98" fmla="*/ 226349 h 305762"/>
              <a:gd name="connsiteX99" fmla="*/ 492478 w 1475528"/>
              <a:gd name="connsiteY99" fmla="*/ 262748 h 305762"/>
              <a:gd name="connsiteX100" fmla="*/ 501347 w 1475528"/>
              <a:gd name="connsiteY100" fmla="*/ 262748 h 305762"/>
              <a:gd name="connsiteX101" fmla="*/ 501347 w 1475528"/>
              <a:gd name="connsiteY101" fmla="*/ 214300 h 305762"/>
              <a:gd name="connsiteX102" fmla="*/ 487299 w 1475528"/>
              <a:gd name="connsiteY102" fmla="*/ 214300 h 305762"/>
              <a:gd name="connsiteX103" fmla="*/ 475867 w 1475528"/>
              <a:gd name="connsiteY103" fmla="*/ 252034 h 305762"/>
              <a:gd name="connsiteX104" fmla="*/ 464127 w 1475528"/>
              <a:gd name="connsiteY104" fmla="*/ 214300 h 305762"/>
              <a:gd name="connsiteX105" fmla="*/ 439467 w 1475528"/>
              <a:gd name="connsiteY105" fmla="*/ 169390 h 305762"/>
              <a:gd name="connsiteX106" fmla="*/ 510268 w 1475528"/>
              <a:gd name="connsiteY106" fmla="*/ 169390 h 305762"/>
              <a:gd name="connsiteX107" fmla="*/ 516215 w 1475528"/>
              <a:gd name="connsiteY107" fmla="*/ 172825 h 305762"/>
              <a:gd name="connsiteX108" fmla="*/ 551640 w 1475528"/>
              <a:gd name="connsiteY108" fmla="*/ 234141 h 305762"/>
              <a:gd name="connsiteX109" fmla="*/ 551640 w 1475528"/>
              <a:gd name="connsiteY109" fmla="*/ 241011 h 305762"/>
              <a:gd name="connsiteX110" fmla="*/ 516215 w 1475528"/>
              <a:gd name="connsiteY110" fmla="*/ 302327 h 305762"/>
              <a:gd name="connsiteX111" fmla="*/ 510268 w 1475528"/>
              <a:gd name="connsiteY111" fmla="*/ 305762 h 305762"/>
              <a:gd name="connsiteX112" fmla="*/ 439467 w 1475528"/>
              <a:gd name="connsiteY112" fmla="*/ 305762 h 305762"/>
              <a:gd name="connsiteX113" fmla="*/ 433519 w 1475528"/>
              <a:gd name="connsiteY113" fmla="*/ 302327 h 305762"/>
              <a:gd name="connsiteX114" fmla="*/ 398094 w 1475528"/>
              <a:gd name="connsiteY114" fmla="*/ 241011 h 305762"/>
              <a:gd name="connsiteX115" fmla="*/ 398094 w 1475528"/>
              <a:gd name="connsiteY115" fmla="*/ 234141 h 305762"/>
              <a:gd name="connsiteX116" fmla="*/ 433519 w 1475528"/>
              <a:gd name="connsiteY116" fmla="*/ 172825 h 305762"/>
              <a:gd name="connsiteX117" fmla="*/ 439467 w 1475528"/>
              <a:gd name="connsiteY117" fmla="*/ 169390 h 305762"/>
              <a:gd name="connsiteX118" fmla="*/ 1464255 w 1475528"/>
              <a:gd name="connsiteY118" fmla="*/ 61420 h 305762"/>
              <a:gd name="connsiteX119" fmla="*/ 1471330 w 1475528"/>
              <a:gd name="connsiteY119" fmla="*/ 61420 h 305762"/>
              <a:gd name="connsiteX120" fmla="*/ 1471945 w 1475528"/>
              <a:gd name="connsiteY120" fmla="*/ 61779 h 305762"/>
              <a:gd name="connsiteX121" fmla="*/ 1475483 w 1475528"/>
              <a:gd name="connsiteY121" fmla="*/ 67931 h 305762"/>
              <a:gd name="connsiteX122" fmla="*/ 1475483 w 1475528"/>
              <a:gd name="connsiteY122" fmla="*/ 68597 h 305762"/>
              <a:gd name="connsiteX123" fmla="*/ 1471945 w 1475528"/>
              <a:gd name="connsiteY123" fmla="*/ 74749 h 305762"/>
              <a:gd name="connsiteX124" fmla="*/ 1471330 w 1475528"/>
              <a:gd name="connsiteY124" fmla="*/ 75108 h 305762"/>
              <a:gd name="connsiteX125" fmla="*/ 1464255 w 1475528"/>
              <a:gd name="connsiteY125" fmla="*/ 75108 h 305762"/>
              <a:gd name="connsiteX126" fmla="*/ 1463640 w 1475528"/>
              <a:gd name="connsiteY126" fmla="*/ 74749 h 305762"/>
              <a:gd name="connsiteX127" fmla="*/ 1460102 w 1475528"/>
              <a:gd name="connsiteY127" fmla="*/ 68597 h 305762"/>
              <a:gd name="connsiteX128" fmla="*/ 1460102 w 1475528"/>
              <a:gd name="connsiteY128" fmla="*/ 67931 h 305762"/>
              <a:gd name="connsiteX129" fmla="*/ 1463640 w 1475528"/>
              <a:gd name="connsiteY129" fmla="*/ 61779 h 305762"/>
              <a:gd name="connsiteX130" fmla="*/ 1464255 w 1475528"/>
              <a:gd name="connsiteY130" fmla="*/ 61420 h 305762"/>
              <a:gd name="connsiteX131" fmla="*/ 1265645 w 1475528"/>
              <a:gd name="connsiteY131" fmla="*/ 61420 h 305762"/>
              <a:gd name="connsiteX132" fmla="*/ 1272719 w 1475528"/>
              <a:gd name="connsiteY132" fmla="*/ 61420 h 305762"/>
              <a:gd name="connsiteX133" fmla="*/ 1273334 w 1475528"/>
              <a:gd name="connsiteY133" fmla="*/ 61779 h 305762"/>
              <a:gd name="connsiteX134" fmla="*/ 1276872 w 1475528"/>
              <a:gd name="connsiteY134" fmla="*/ 67931 h 305762"/>
              <a:gd name="connsiteX135" fmla="*/ 1276872 w 1475528"/>
              <a:gd name="connsiteY135" fmla="*/ 68597 h 305762"/>
              <a:gd name="connsiteX136" fmla="*/ 1273334 w 1475528"/>
              <a:gd name="connsiteY136" fmla="*/ 74749 h 305762"/>
              <a:gd name="connsiteX137" fmla="*/ 1272719 w 1475528"/>
              <a:gd name="connsiteY137" fmla="*/ 75108 h 305762"/>
              <a:gd name="connsiteX138" fmla="*/ 1265645 w 1475528"/>
              <a:gd name="connsiteY138" fmla="*/ 75108 h 305762"/>
              <a:gd name="connsiteX139" fmla="*/ 1265030 w 1475528"/>
              <a:gd name="connsiteY139" fmla="*/ 74749 h 305762"/>
              <a:gd name="connsiteX140" fmla="*/ 1261491 w 1475528"/>
              <a:gd name="connsiteY140" fmla="*/ 68597 h 305762"/>
              <a:gd name="connsiteX141" fmla="*/ 1261491 w 1475528"/>
              <a:gd name="connsiteY141" fmla="*/ 67931 h 305762"/>
              <a:gd name="connsiteX142" fmla="*/ 1265030 w 1475528"/>
              <a:gd name="connsiteY142" fmla="*/ 61779 h 305762"/>
              <a:gd name="connsiteX143" fmla="*/ 1265645 w 1475528"/>
              <a:gd name="connsiteY143" fmla="*/ 61420 h 305762"/>
              <a:gd name="connsiteX144" fmla="*/ 868525 w 1475528"/>
              <a:gd name="connsiteY144" fmla="*/ 61420 h 305762"/>
              <a:gd name="connsiteX145" fmla="*/ 875600 w 1475528"/>
              <a:gd name="connsiteY145" fmla="*/ 61420 h 305762"/>
              <a:gd name="connsiteX146" fmla="*/ 876215 w 1475528"/>
              <a:gd name="connsiteY146" fmla="*/ 61779 h 305762"/>
              <a:gd name="connsiteX147" fmla="*/ 879753 w 1475528"/>
              <a:gd name="connsiteY147" fmla="*/ 67931 h 305762"/>
              <a:gd name="connsiteX148" fmla="*/ 879753 w 1475528"/>
              <a:gd name="connsiteY148" fmla="*/ 68597 h 305762"/>
              <a:gd name="connsiteX149" fmla="*/ 876215 w 1475528"/>
              <a:gd name="connsiteY149" fmla="*/ 74749 h 305762"/>
              <a:gd name="connsiteX150" fmla="*/ 875600 w 1475528"/>
              <a:gd name="connsiteY150" fmla="*/ 75108 h 305762"/>
              <a:gd name="connsiteX151" fmla="*/ 868525 w 1475528"/>
              <a:gd name="connsiteY151" fmla="*/ 75108 h 305762"/>
              <a:gd name="connsiteX152" fmla="*/ 867910 w 1475528"/>
              <a:gd name="connsiteY152" fmla="*/ 74749 h 305762"/>
              <a:gd name="connsiteX153" fmla="*/ 864372 w 1475528"/>
              <a:gd name="connsiteY153" fmla="*/ 68597 h 305762"/>
              <a:gd name="connsiteX154" fmla="*/ 864372 w 1475528"/>
              <a:gd name="connsiteY154" fmla="*/ 67931 h 305762"/>
              <a:gd name="connsiteX155" fmla="*/ 867910 w 1475528"/>
              <a:gd name="connsiteY155" fmla="*/ 61779 h 305762"/>
              <a:gd name="connsiteX156" fmla="*/ 868525 w 1475528"/>
              <a:gd name="connsiteY156" fmla="*/ 61420 h 305762"/>
              <a:gd name="connsiteX157" fmla="*/ 669913 w 1475528"/>
              <a:gd name="connsiteY157" fmla="*/ 61420 h 305762"/>
              <a:gd name="connsiteX158" fmla="*/ 676988 w 1475528"/>
              <a:gd name="connsiteY158" fmla="*/ 61420 h 305762"/>
              <a:gd name="connsiteX159" fmla="*/ 677603 w 1475528"/>
              <a:gd name="connsiteY159" fmla="*/ 61779 h 305762"/>
              <a:gd name="connsiteX160" fmla="*/ 681141 w 1475528"/>
              <a:gd name="connsiteY160" fmla="*/ 67931 h 305762"/>
              <a:gd name="connsiteX161" fmla="*/ 681141 w 1475528"/>
              <a:gd name="connsiteY161" fmla="*/ 68597 h 305762"/>
              <a:gd name="connsiteX162" fmla="*/ 677603 w 1475528"/>
              <a:gd name="connsiteY162" fmla="*/ 74749 h 305762"/>
              <a:gd name="connsiteX163" fmla="*/ 676988 w 1475528"/>
              <a:gd name="connsiteY163" fmla="*/ 75108 h 305762"/>
              <a:gd name="connsiteX164" fmla="*/ 669913 w 1475528"/>
              <a:gd name="connsiteY164" fmla="*/ 75108 h 305762"/>
              <a:gd name="connsiteX165" fmla="*/ 669298 w 1475528"/>
              <a:gd name="connsiteY165" fmla="*/ 74749 h 305762"/>
              <a:gd name="connsiteX166" fmla="*/ 665760 w 1475528"/>
              <a:gd name="connsiteY166" fmla="*/ 68597 h 305762"/>
              <a:gd name="connsiteX167" fmla="*/ 665760 w 1475528"/>
              <a:gd name="connsiteY167" fmla="*/ 67931 h 305762"/>
              <a:gd name="connsiteX168" fmla="*/ 669298 w 1475528"/>
              <a:gd name="connsiteY168" fmla="*/ 61779 h 305762"/>
              <a:gd name="connsiteX169" fmla="*/ 669913 w 1475528"/>
              <a:gd name="connsiteY169" fmla="*/ 61420 h 305762"/>
              <a:gd name="connsiteX170" fmla="*/ 471354 w 1475528"/>
              <a:gd name="connsiteY170" fmla="*/ 61215 h 305762"/>
              <a:gd name="connsiteX171" fmla="*/ 478428 w 1475528"/>
              <a:gd name="connsiteY171" fmla="*/ 61215 h 305762"/>
              <a:gd name="connsiteX172" fmla="*/ 479043 w 1475528"/>
              <a:gd name="connsiteY172" fmla="*/ 61574 h 305762"/>
              <a:gd name="connsiteX173" fmla="*/ 482581 w 1475528"/>
              <a:gd name="connsiteY173" fmla="*/ 67726 h 305762"/>
              <a:gd name="connsiteX174" fmla="*/ 482581 w 1475528"/>
              <a:gd name="connsiteY174" fmla="*/ 68392 h 305762"/>
              <a:gd name="connsiteX175" fmla="*/ 479043 w 1475528"/>
              <a:gd name="connsiteY175" fmla="*/ 74545 h 305762"/>
              <a:gd name="connsiteX176" fmla="*/ 478428 w 1475528"/>
              <a:gd name="connsiteY176" fmla="*/ 74903 h 305762"/>
              <a:gd name="connsiteX177" fmla="*/ 471354 w 1475528"/>
              <a:gd name="connsiteY177" fmla="*/ 74903 h 305762"/>
              <a:gd name="connsiteX178" fmla="*/ 470738 w 1475528"/>
              <a:gd name="connsiteY178" fmla="*/ 74545 h 305762"/>
              <a:gd name="connsiteX179" fmla="*/ 467200 w 1475528"/>
              <a:gd name="connsiteY179" fmla="*/ 68392 h 305762"/>
              <a:gd name="connsiteX180" fmla="*/ 467200 w 1475528"/>
              <a:gd name="connsiteY180" fmla="*/ 67726 h 305762"/>
              <a:gd name="connsiteX181" fmla="*/ 470738 w 1475528"/>
              <a:gd name="connsiteY181" fmla="*/ 61574 h 305762"/>
              <a:gd name="connsiteX182" fmla="*/ 471354 w 1475528"/>
              <a:gd name="connsiteY182" fmla="*/ 61215 h 305762"/>
              <a:gd name="connsiteX183" fmla="*/ 272795 w 1475528"/>
              <a:gd name="connsiteY183" fmla="*/ 61215 h 305762"/>
              <a:gd name="connsiteX184" fmla="*/ 279869 w 1475528"/>
              <a:gd name="connsiteY184" fmla="*/ 61215 h 305762"/>
              <a:gd name="connsiteX185" fmla="*/ 280484 w 1475528"/>
              <a:gd name="connsiteY185" fmla="*/ 61574 h 305762"/>
              <a:gd name="connsiteX186" fmla="*/ 284022 w 1475528"/>
              <a:gd name="connsiteY186" fmla="*/ 67726 h 305762"/>
              <a:gd name="connsiteX187" fmla="*/ 284022 w 1475528"/>
              <a:gd name="connsiteY187" fmla="*/ 68392 h 305762"/>
              <a:gd name="connsiteX188" fmla="*/ 280484 w 1475528"/>
              <a:gd name="connsiteY188" fmla="*/ 74545 h 305762"/>
              <a:gd name="connsiteX189" fmla="*/ 279869 w 1475528"/>
              <a:gd name="connsiteY189" fmla="*/ 74903 h 305762"/>
              <a:gd name="connsiteX190" fmla="*/ 272795 w 1475528"/>
              <a:gd name="connsiteY190" fmla="*/ 74903 h 305762"/>
              <a:gd name="connsiteX191" fmla="*/ 272179 w 1475528"/>
              <a:gd name="connsiteY191" fmla="*/ 74545 h 305762"/>
              <a:gd name="connsiteX192" fmla="*/ 268641 w 1475528"/>
              <a:gd name="connsiteY192" fmla="*/ 68392 h 305762"/>
              <a:gd name="connsiteX193" fmla="*/ 268641 w 1475528"/>
              <a:gd name="connsiteY193" fmla="*/ 67726 h 305762"/>
              <a:gd name="connsiteX194" fmla="*/ 272179 w 1475528"/>
              <a:gd name="connsiteY194" fmla="*/ 61574 h 305762"/>
              <a:gd name="connsiteX195" fmla="*/ 272795 w 1475528"/>
              <a:gd name="connsiteY195" fmla="*/ 61215 h 305762"/>
              <a:gd name="connsiteX196" fmla="*/ 1066854 w 1475528"/>
              <a:gd name="connsiteY196" fmla="*/ 52395 h 305762"/>
              <a:gd name="connsiteX197" fmla="*/ 1074083 w 1475528"/>
              <a:gd name="connsiteY197" fmla="*/ 52395 h 305762"/>
              <a:gd name="connsiteX198" fmla="*/ 1085362 w 1475528"/>
              <a:gd name="connsiteY198" fmla="*/ 61009 h 305762"/>
              <a:gd name="connsiteX199" fmla="*/ 1074750 w 1475528"/>
              <a:gd name="connsiteY199" fmla="*/ 68904 h 305762"/>
              <a:gd name="connsiteX200" fmla="*/ 1066854 w 1475528"/>
              <a:gd name="connsiteY200" fmla="*/ 68904 h 305762"/>
              <a:gd name="connsiteX201" fmla="*/ 66596 w 1475528"/>
              <a:gd name="connsiteY201" fmla="*/ 51473 h 305762"/>
              <a:gd name="connsiteX202" fmla="*/ 71006 w 1475528"/>
              <a:gd name="connsiteY202" fmla="*/ 51473 h 305762"/>
              <a:gd name="connsiteX203" fmla="*/ 88436 w 1475528"/>
              <a:gd name="connsiteY203" fmla="*/ 68187 h 305762"/>
              <a:gd name="connsiteX204" fmla="*/ 71006 w 1475528"/>
              <a:gd name="connsiteY204" fmla="*/ 84952 h 305762"/>
              <a:gd name="connsiteX205" fmla="*/ 66596 w 1475528"/>
              <a:gd name="connsiteY205" fmla="*/ 84952 h 305762"/>
              <a:gd name="connsiteX206" fmla="*/ 1057319 w 1475528"/>
              <a:gd name="connsiteY206" fmla="*/ 44911 h 305762"/>
              <a:gd name="connsiteX207" fmla="*/ 1057319 w 1475528"/>
              <a:gd name="connsiteY207" fmla="*/ 93359 h 305762"/>
              <a:gd name="connsiteX208" fmla="*/ 1066854 w 1475528"/>
              <a:gd name="connsiteY208" fmla="*/ 93359 h 305762"/>
              <a:gd name="connsiteX209" fmla="*/ 1066854 w 1475528"/>
              <a:gd name="connsiteY209" fmla="*/ 76338 h 305762"/>
              <a:gd name="connsiteX210" fmla="*/ 1074135 w 1475528"/>
              <a:gd name="connsiteY210" fmla="*/ 76338 h 305762"/>
              <a:gd name="connsiteX211" fmla="*/ 1095154 w 1475528"/>
              <a:gd name="connsiteY211" fmla="*/ 60958 h 305762"/>
              <a:gd name="connsiteX212" fmla="*/ 1095205 w 1475528"/>
              <a:gd name="connsiteY212" fmla="*/ 60958 h 305762"/>
              <a:gd name="connsiteX213" fmla="*/ 1073878 w 1475528"/>
              <a:gd name="connsiteY213" fmla="*/ 44911 h 305762"/>
              <a:gd name="connsiteX214" fmla="*/ 57061 w 1475528"/>
              <a:gd name="connsiteY214" fmla="*/ 43988 h 305762"/>
              <a:gd name="connsiteX215" fmla="*/ 57061 w 1475528"/>
              <a:gd name="connsiteY215" fmla="*/ 92436 h 305762"/>
              <a:gd name="connsiteX216" fmla="*/ 71416 w 1475528"/>
              <a:gd name="connsiteY216" fmla="*/ 92436 h 305762"/>
              <a:gd name="connsiteX217" fmla="*/ 98331 w 1475528"/>
              <a:gd name="connsiteY217" fmla="*/ 68187 h 305762"/>
              <a:gd name="connsiteX218" fmla="*/ 71416 w 1475528"/>
              <a:gd name="connsiteY218" fmla="*/ 43988 h 305762"/>
              <a:gd name="connsiteX219" fmla="*/ 1035222 w 1475528"/>
              <a:gd name="connsiteY219" fmla="*/ 0 h 305762"/>
              <a:gd name="connsiteX220" fmla="*/ 1106023 w 1475528"/>
              <a:gd name="connsiteY220" fmla="*/ 0 h 305762"/>
              <a:gd name="connsiteX221" fmla="*/ 1111970 w 1475528"/>
              <a:gd name="connsiteY221" fmla="*/ 3435 h 305762"/>
              <a:gd name="connsiteX222" fmla="*/ 1147395 w 1475528"/>
              <a:gd name="connsiteY222" fmla="*/ 64752 h 305762"/>
              <a:gd name="connsiteX223" fmla="*/ 1147395 w 1475528"/>
              <a:gd name="connsiteY223" fmla="*/ 71622 h 305762"/>
              <a:gd name="connsiteX224" fmla="*/ 1111970 w 1475528"/>
              <a:gd name="connsiteY224" fmla="*/ 132938 h 305762"/>
              <a:gd name="connsiteX225" fmla="*/ 1106023 w 1475528"/>
              <a:gd name="connsiteY225" fmla="*/ 136373 h 305762"/>
              <a:gd name="connsiteX226" fmla="*/ 1035222 w 1475528"/>
              <a:gd name="connsiteY226" fmla="*/ 136373 h 305762"/>
              <a:gd name="connsiteX227" fmla="*/ 1029275 w 1475528"/>
              <a:gd name="connsiteY227" fmla="*/ 132938 h 305762"/>
              <a:gd name="connsiteX228" fmla="*/ 993849 w 1475528"/>
              <a:gd name="connsiteY228" fmla="*/ 71622 h 305762"/>
              <a:gd name="connsiteX229" fmla="*/ 993849 w 1475528"/>
              <a:gd name="connsiteY229" fmla="*/ 64752 h 305762"/>
              <a:gd name="connsiteX230" fmla="*/ 1029275 w 1475528"/>
              <a:gd name="connsiteY230" fmla="*/ 3435 h 305762"/>
              <a:gd name="connsiteX231" fmla="*/ 1035222 w 1475528"/>
              <a:gd name="connsiteY231" fmla="*/ 0 h 305762"/>
              <a:gd name="connsiteX232" fmla="*/ 42296 w 1475528"/>
              <a:gd name="connsiteY232" fmla="*/ 0 h 305762"/>
              <a:gd name="connsiteX233" fmla="*/ 113097 w 1475528"/>
              <a:gd name="connsiteY233" fmla="*/ 0 h 305762"/>
              <a:gd name="connsiteX234" fmla="*/ 119044 w 1475528"/>
              <a:gd name="connsiteY234" fmla="*/ 3435 h 305762"/>
              <a:gd name="connsiteX235" fmla="*/ 154469 w 1475528"/>
              <a:gd name="connsiteY235" fmla="*/ 64752 h 305762"/>
              <a:gd name="connsiteX236" fmla="*/ 154469 w 1475528"/>
              <a:gd name="connsiteY236" fmla="*/ 71621 h 305762"/>
              <a:gd name="connsiteX237" fmla="*/ 119044 w 1475528"/>
              <a:gd name="connsiteY237" fmla="*/ 132937 h 305762"/>
              <a:gd name="connsiteX238" fmla="*/ 113097 w 1475528"/>
              <a:gd name="connsiteY238" fmla="*/ 136372 h 305762"/>
              <a:gd name="connsiteX239" fmla="*/ 42296 w 1475528"/>
              <a:gd name="connsiteY239" fmla="*/ 136372 h 305762"/>
              <a:gd name="connsiteX240" fmla="*/ 36348 w 1475528"/>
              <a:gd name="connsiteY240" fmla="*/ 132937 h 305762"/>
              <a:gd name="connsiteX241" fmla="*/ 923 w 1475528"/>
              <a:gd name="connsiteY241" fmla="*/ 71621 h 305762"/>
              <a:gd name="connsiteX242" fmla="*/ 923 w 1475528"/>
              <a:gd name="connsiteY242" fmla="*/ 64752 h 305762"/>
              <a:gd name="connsiteX243" fmla="*/ 36348 w 1475528"/>
              <a:gd name="connsiteY243" fmla="*/ 3435 h 305762"/>
              <a:gd name="connsiteX244" fmla="*/ 42296 w 1475528"/>
              <a:gd name="connsiteY244" fmla="*/ 0 h 305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</a:cxnLst>
            <a:rect l="l" t="t" r="r" b="b"/>
            <a:pathLst>
              <a:path w="1475528" h="305762">
                <a:moveTo>
                  <a:pt x="868526" y="230809"/>
                </a:moveTo>
                <a:lnTo>
                  <a:pt x="875600" y="230809"/>
                </a:lnTo>
                <a:cubicBezTo>
                  <a:pt x="875857" y="230809"/>
                  <a:pt x="876215" y="231168"/>
                  <a:pt x="876215" y="231168"/>
                </a:cubicBezTo>
                <a:lnTo>
                  <a:pt x="879753" y="237320"/>
                </a:lnTo>
                <a:cubicBezTo>
                  <a:pt x="879855" y="237525"/>
                  <a:pt x="879753" y="237986"/>
                  <a:pt x="879753" y="237986"/>
                </a:cubicBezTo>
                <a:lnTo>
                  <a:pt x="876215" y="244138"/>
                </a:lnTo>
                <a:cubicBezTo>
                  <a:pt x="876062" y="244344"/>
                  <a:pt x="875600" y="244497"/>
                  <a:pt x="875600" y="244497"/>
                </a:cubicBezTo>
                <a:lnTo>
                  <a:pt x="868526" y="244497"/>
                </a:lnTo>
                <a:cubicBezTo>
                  <a:pt x="868269" y="244497"/>
                  <a:pt x="867911" y="244138"/>
                  <a:pt x="867911" y="244138"/>
                </a:cubicBezTo>
                <a:lnTo>
                  <a:pt x="864372" y="237986"/>
                </a:lnTo>
                <a:cubicBezTo>
                  <a:pt x="864270" y="237781"/>
                  <a:pt x="864372" y="237320"/>
                  <a:pt x="864372" y="237320"/>
                </a:cubicBezTo>
                <a:lnTo>
                  <a:pt x="867911" y="231168"/>
                </a:lnTo>
                <a:cubicBezTo>
                  <a:pt x="868064" y="230963"/>
                  <a:pt x="868526" y="230809"/>
                  <a:pt x="868526" y="230809"/>
                </a:cubicBezTo>
                <a:close/>
                <a:moveTo>
                  <a:pt x="1464204" y="230604"/>
                </a:moveTo>
                <a:lnTo>
                  <a:pt x="1471279" y="230604"/>
                </a:lnTo>
                <a:cubicBezTo>
                  <a:pt x="1471536" y="230604"/>
                  <a:pt x="1471894" y="230963"/>
                  <a:pt x="1471894" y="230963"/>
                </a:cubicBezTo>
                <a:lnTo>
                  <a:pt x="1475432" y="237115"/>
                </a:lnTo>
                <a:cubicBezTo>
                  <a:pt x="1475534" y="237320"/>
                  <a:pt x="1475432" y="237781"/>
                  <a:pt x="1475432" y="237781"/>
                </a:cubicBezTo>
                <a:lnTo>
                  <a:pt x="1471894" y="243933"/>
                </a:lnTo>
                <a:cubicBezTo>
                  <a:pt x="1471741" y="244138"/>
                  <a:pt x="1471279" y="244292"/>
                  <a:pt x="1471279" y="244292"/>
                </a:cubicBezTo>
                <a:lnTo>
                  <a:pt x="1464204" y="244292"/>
                </a:lnTo>
                <a:cubicBezTo>
                  <a:pt x="1463948" y="244292"/>
                  <a:pt x="1463589" y="243933"/>
                  <a:pt x="1463589" y="243933"/>
                </a:cubicBezTo>
                <a:lnTo>
                  <a:pt x="1460051" y="237781"/>
                </a:lnTo>
                <a:cubicBezTo>
                  <a:pt x="1459949" y="237576"/>
                  <a:pt x="1460051" y="237115"/>
                  <a:pt x="1460051" y="237115"/>
                </a:cubicBezTo>
                <a:lnTo>
                  <a:pt x="1463589" y="230963"/>
                </a:lnTo>
                <a:cubicBezTo>
                  <a:pt x="1463742" y="230758"/>
                  <a:pt x="1464204" y="230604"/>
                  <a:pt x="1464204" y="230604"/>
                </a:cubicBezTo>
                <a:close/>
                <a:moveTo>
                  <a:pt x="1265645" y="230604"/>
                </a:moveTo>
                <a:lnTo>
                  <a:pt x="1272719" y="230604"/>
                </a:lnTo>
                <a:cubicBezTo>
                  <a:pt x="1272976" y="230604"/>
                  <a:pt x="1273334" y="230963"/>
                  <a:pt x="1273334" y="230963"/>
                </a:cubicBezTo>
                <a:lnTo>
                  <a:pt x="1276872" y="237115"/>
                </a:lnTo>
                <a:cubicBezTo>
                  <a:pt x="1276974" y="237320"/>
                  <a:pt x="1276872" y="237781"/>
                  <a:pt x="1276872" y="237781"/>
                </a:cubicBezTo>
                <a:lnTo>
                  <a:pt x="1273334" y="243933"/>
                </a:lnTo>
                <a:cubicBezTo>
                  <a:pt x="1273181" y="244138"/>
                  <a:pt x="1272719" y="244292"/>
                  <a:pt x="1272719" y="244292"/>
                </a:cubicBezTo>
                <a:lnTo>
                  <a:pt x="1265645" y="244292"/>
                </a:lnTo>
                <a:cubicBezTo>
                  <a:pt x="1265388" y="244292"/>
                  <a:pt x="1265030" y="243933"/>
                  <a:pt x="1265030" y="243933"/>
                </a:cubicBezTo>
                <a:lnTo>
                  <a:pt x="1261491" y="237781"/>
                </a:lnTo>
                <a:cubicBezTo>
                  <a:pt x="1261389" y="237576"/>
                  <a:pt x="1261491" y="237115"/>
                  <a:pt x="1261491" y="237115"/>
                </a:cubicBezTo>
                <a:lnTo>
                  <a:pt x="1265030" y="230963"/>
                </a:lnTo>
                <a:cubicBezTo>
                  <a:pt x="1265183" y="230758"/>
                  <a:pt x="1265645" y="230604"/>
                  <a:pt x="1265645" y="230604"/>
                </a:cubicBezTo>
                <a:close/>
                <a:moveTo>
                  <a:pt x="1067084" y="230604"/>
                </a:moveTo>
                <a:lnTo>
                  <a:pt x="1074159" y="230604"/>
                </a:lnTo>
                <a:cubicBezTo>
                  <a:pt x="1074416" y="230604"/>
                  <a:pt x="1074774" y="230963"/>
                  <a:pt x="1074774" y="230963"/>
                </a:cubicBezTo>
                <a:lnTo>
                  <a:pt x="1078312" y="237115"/>
                </a:lnTo>
                <a:cubicBezTo>
                  <a:pt x="1078414" y="237320"/>
                  <a:pt x="1078312" y="237781"/>
                  <a:pt x="1078312" y="237781"/>
                </a:cubicBezTo>
                <a:lnTo>
                  <a:pt x="1074774" y="243933"/>
                </a:lnTo>
                <a:cubicBezTo>
                  <a:pt x="1074621" y="244138"/>
                  <a:pt x="1074159" y="244292"/>
                  <a:pt x="1074159" y="244292"/>
                </a:cubicBezTo>
                <a:lnTo>
                  <a:pt x="1067084" y="244292"/>
                </a:lnTo>
                <a:cubicBezTo>
                  <a:pt x="1066828" y="244292"/>
                  <a:pt x="1066469" y="243933"/>
                  <a:pt x="1066469" y="243933"/>
                </a:cubicBezTo>
                <a:lnTo>
                  <a:pt x="1062931" y="237781"/>
                </a:lnTo>
                <a:cubicBezTo>
                  <a:pt x="1062829" y="237576"/>
                  <a:pt x="1062931" y="237115"/>
                  <a:pt x="1062931" y="237115"/>
                </a:cubicBezTo>
                <a:lnTo>
                  <a:pt x="1066469" y="230963"/>
                </a:lnTo>
                <a:cubicBezTo>
                  <a:pt x="1066622" y="230758"/>
                  <a:pt x="1067084" y="230604"/>
                  <a:pt x="1067084" y="230604"/>
                </a:cubicBezTo>
                <a:close/>
                <a:moveTo>
                  <a:pt x="669914" y="230604"/>
                </a:moveTo>
                <a:lnTo>
                  <a:pt x="676988" y="230604"/>
                </a:lnTo>
                <a:cubicBezTo>
                  <a:pt x="677245" y="230604"/>
                  <a:pt x="677603" y="230963"/>
                  <a:pt x="677603" y="230963"/>
                </a:cubicBezTo>
                <a:lnTo>
                  <a:pt x="681141" y="237115"/>
                </a:lnTo>
                <a:cubicBezTo>
                  <a:pt x="681243" y="237320"/>
                  <a:pt x="681141" y="237781"/>
                  <a:pt x="681141" y="237781"/>
                </a:cubicBezTo>
                <a:lnTo>
                  <a:pt x="677603" y="243933"/>
                </a:lnTo>
                <a:cubicBezTo>
                  <a:pt x="677450" y="244138"/>
                  <a:pt x="676988" y="244292"/>
                  <a:pt x="676988" y="244292"/>
                </a:cubicBezTo>
                <a:lnTo>
                  <a:pt x="669914" y="244292"/>
                </a:lnTo>
                <a:cubicBezTo>
                  <a:pt x="669657" y="244292"/>
                  <a:pt x="669299" y="243933"/>
                  <a:pt x="669299" y="243933"/>
                </a:cubicBezTo>
                <a:lnTo>
                  <a:pt x="665760" y="237781"/>
                </a:lnTo>
                <a:cubicBezTo>
                  <a:pt x="665658" y="237576"/>
                  <a:pt x="665760" y="237115"/>
                  <a:pt x="665760" y="237115"/>
                </a:cubicBezTo>
                <a:lnTo>
                  <a:pt x="669299" y="230963"/>
                </a:lnTo>
                <a:cubicBezTo>
                  <a:pt x="669452" y="230758"/>
                  <a:pt x="669914" y="230604"/>
                  <a:pt x="669914" y="230604"/>
                </a:cubicBezTo>
                <a:close/>
                <a:moveTo>
                  <a:pt x="272795" y="230604"/>
                </a:moveTo>
                <a:lnTo>
                  <a:pt x="279869" y="230604"/>
                </a:lnTo>
                <a:cubicBezTo>
                  <a:pt x="280126" y="230604"/>
                  <a:pt x="280484" y="230963"/>
                  <a:pt x="280484" y="230963"/>
                </a:cubicBezTo>
                <a:lnTo>
                  <a:pt x="284022" y="237115"/>
                </a:lnTo>
                <a:cubicBezTo>
                  <a:pt x="284124" y="237320"/>
                  <a:pt x="284022" y="237781"/>
                  <a:pt x="284022" y="237781"/>
                </a:cubicBezTo>
                <a:lnTo>
                  <a:pt x="280484" y="243933"/>
                </a:lnTo>
                <a:cubicBezTo>
                  <a:pt x="280331" y="244138"/>
                  <a:pt x="279869" y="244292"/>
                  <a:pt x="279869" y="244292"/>
                </a:cubicBezTo>
                <a:lnTo>
                  <a:pt x="272795" y="244292"/>
                </a:lnTo>
                <a:cubicBezTo>
                  <a:pt x="272537" y="244292"/>
                  <a:pt x="272179" y="243933"/>
                  <a:pt x="272179" y="243933"/>
                </a:cubicBezTo>
                <a:lnTo>
                  <a:pt x="268641" y="237781"/>
                </a:lnTo>
                <a:cubicBezTo>
                  <a:pt x="268539" y="237576"/>
                  <a:pt x="268641" y="237115"/>
                  <a:pt x="268641" y="237115"/>
                </a:cubicBezTo>
                <a:lnTo>
                  <a:pt x="272179" y="230963"/>
                </a:lnTo>
                <a:cubicBezTo>
                  <a:pt x="272332" y="230758"/>
                  <a:pt x="272795" y="230604"/>
                  <a:pt x="272795" y="230604"/>
                </a:cubicBezTo>
                <a:close/>
                <a:moveTo>
                  <a:pt x="74235" y="230604"/>
                </a:moveTo>
                <a:lnTo>
                  <a:pt x="81309" y="230604"/>
                </a:lnTo>
                <a:cubicBezTo>
                  <a:pt x="81566" y="230604"/>
                  <a:pt x="81924" y="230963"/>
                  <a:pt x="81924" y="230963"/>
                </a:cubicBezTo>
                <a:lnTo>
                  <a:pt x="85462" y="237115"/>
                </a:lnTo>
                <a:cubicBezTo>
                  <a:pt x="85564" y="237320"/>
                  <a:pt x="85462" y="237781"/>
                  <a:pt x="85462" y="237781"/>
                </a:cubicBezTo>
                <a:lnTo>
                  <a:pt x="81924" y="243933"/>
                </a:lnTo>
                <a:cubicBezTo>
                  <a:pt x="81771" y="244138"/>
                  <a:pt x="81309" y="244292"/>
                  <a:pt x="81309" y="244292"/>
                </a:cubicBezTo>
                <a:lnTo>
                  <a:pt x="74235" y="244292"/>
                </a:lnTo>
                <a:cubicBezTo>
                  <a:pt x="73977" y="244292"/>
                  <a:pt x="73619" y="243933"/>
                  <a:pt x="73619" y="243933"/>
                </a:cubicBezTo>
                <a:lnTo>
                  <a:pt x="70081" y="237781"/>
                </a:lnTo>
                <a:cubicBezTo>
                  <a:pt x="69979" y="237576"/>
                  <a:pt x="70081" y="237115"/>
                  <a:pt x="70081" y="237115"/>
                </a:cubicBezTo>
                <a:lnTo>
                  <a:pt x="73619" y="230963"/>
                </a:lnTo>
                <a:cubicBezTo>
                  <a:pt x="73772" y="230758"/>
                  <a:pt x="74235" y="230604"/>
                  <a:pt x="74235" y="230604"/>
                </a:cubicBezTo>
                <a:close/>
                <a:moveTo>
                  <a:pt x="450233" y="214300"/>
                </a:moveTo>
                <a:lnTo>
                  <a:pt x="450233" y="262748"/>
                </a:lnTo>
                <a:lnTo>
                  <a:pt x="459102" y="262748"/>
                </a:lnTo>
                <a:lnTo>
                  <a:pt x="459102" y="226349"/>
                </a:lnTo>
                <a:lnTo>
                  <a:pt x="459153" y="226349"/>
                </a:lnTo>
                <a:lnTo>
                  <a:pt x="471099" y="262748"/>
                </a:lnTo>
                <a:lnTo>
                  <a:pt x="480583" y="262748"/>
                </a:lnTo>
                <a:lnTo>
                  <a:pt x="492478" y="226349"/>
                </a:lnTo>
                <a:lnTo>
                  <a:pt x="492478" y="262748"/>
                </a:lnTo>
                <a:lnTo>
                  <a:pt x="501347" y="262748"/>
                </a:lnTo>
                <a:lnTo>
                  <a:pt x="501347" y="214300"/>
                </a:lnTo>
                <a:lnTo>
                  <a:pt x="487299" y="214300"/>
                </a:lnTo>
                <a:lnTo>
                  <a:pt x="475867" y="252034"/>
                </a:lnTo>
                <a:lnTo>
                  <a:pt x="464127" y="214300"/>
                </a:lnTo>
                <a:close/>
                <a:moveTo>
                  <a:pt x="439467" y="169390"/>
                </a:moveTo>
                <a:lnTo>
                  <a:pt x="510268" y="169390"/>
                </a:lnTo>
                <a:cubicBezTo>
                  <a:pt x="512729" y="169390"/>
                  <a:pt x="514984" y="170672"/>
                  <a:pt x="516215" y="172825"/>
                </a:cubicBezTo>
                <a:lnTo>
                  <a:pt x="551640" y="234141"/>
                </a:lnTo>
                <a:cubicBezTo>
                  <a:pt x="552871" y="236244"/>
                  <a:pt x="552871" y="238858"/>
                  <a:pt x="551640" y="241011"/>
                </a:cubicBezTo>
                <a:lnTo>
                  <a:pt x="516215" y="302327"/>
                </a:lnTo>
                <a:cubicBezTo>
                  <a:pt x="514984" y="304429"/>
                  <a:pt x="512729" y="305762"/>
                  <a:pt x="510268" y="305762"/>
                </a:cubicBezTo>
                <a:lnTo>
                  <a:pt x="439467" y="305762"/>
                </a:lnTo>
                <a:cubicBezTo>
                  <a:pt x="437006" y="305762"/>
                  <a:pt x="434751" y="304481"/>
                  <a:pt x="433519" y="302327"/>
                </a:cubicBezTo>
                <a:lnTo>
                  <a:pt x="398094" y="241011"/>
                </a:lnTo>
                <a:cubicBezTo>
                  <a:pt x="396863" y="238910"/>
                  <a:pt x="396863" y="236295"/>
                  <a:pt x="398094" y="234141"/>
                </a:cubicBezTo>
                <a:lnTo>
                  <a:pt x="433519" y="172825"/>
                </a:lnTo>
                <a:cubicBezTo>
                  <a:pt x="434751" y="170723"/>
                  <a:pt x="437006" y="169390"/>
                  <a:pt x="439467" y="169390"/>
                </a:cubicBezTo>
                <a:close/>
                <a:moveTo>
                  <a:pt x="1464255" y="61420"/>
                </a:moveTo>
                <a:lnTo>
                  <a:pt x="1471330" y="61420"/>
                </a:lnTo>
                <a:cubicBezTo>
                  <a:pt x="1471587" y="61420"/>
                  <a:pt x="1471945" y="61779"/>
                  <a:pt x="1471945" y="61779"/>
                </a:cubicBezTo>
                <a:lnTo>
                  <a:pt x="1475483" y="67931"/>
                </a:lnTo>
                <a:cubicBezTo>
                  <a:pt x="1475585" y="68136"/>
                  <a:pt x="1475483" y="68597"/>
                  <a:pt x="1475483" y="68597"/>
                </a:cubicBezTo>
                <a:lnTo>
                  <a:pt x="1471945" y="74749"/>
                </a:lnTo>
                <a:cubicBezTo>
                  <a:pt x="1471792" y="74954"/>
                  <a:pt x="1471330" y="75108"/>
                  <a:pt x="1471330" y="75108"/>
                </a:cubicBezTo>
                <a:lnTo>
                  <a:pt x="1464255" y="75108"/>
                </a:lnTo>
                <a:cubicBezTo>
                  <a:pt x="1463999" y="75108"/>
                  <a:pt x="1463640" y="74749"/>
                  <a:pt x="1463640" y="74749"/>
                </a:cubicBezTo>
                <a:lnTo>
                  <a:pt x="1460102" y="68597"/>
                </a:lnTo>
                <a:cubicBezTo>
                  <a:pt x="1460000" y="68392"/>
                  <a:pt x="1460102" y="67931"/>
                  <a:pt x="1460102" y="67931"/>
                </a:cubicBezTo>
                <a:lnTo>
                  <a:pt x="1463640" y="61779"/>
                </a:lnTo>
                <a:cubicBezTo>
                  <a:pt x="1463793" y="61574"/>
                  <a:pt x="1464255" y="61420"/>
                  <a:pt x="1464255" y="61420"/>
                </a:cubicBezTo>
                <a:close/>
                <a:moveTo>
                  <a:pt x="1265645" y="61420"/>
                </a:moveTo>
                <a:lnTo>
                  <a:pt x="1272719" y="61420"/>
                </a:lnTo>
                <a:cubicBezTo>
                  <a:pt x="1272976" y="61420"/>
                  <a:pt x="1273334" y="61779"/>
                  <a:pt x="1273334" y="61779"/>
                </a:cubicBezTo>
                <a:lnTo>
                  <a:pt x="1276872" y="67931"/>
                </a:lnTo>
                <a:cubicBezTo>
                  <a:pt x="1276974" y="68136"/>
                  <a:pt x="1276872" y="68597"/>
                  <a:pt x="1276872" y="68597"/>
                </a:cubicBezTo>
                <a:lnTo>
                  <a:pt x="1273334" y="74749"/>
                </a:lnTo>
                <a:cubicBezTo>
                  <a:pt x="1273181" y="74954"/>
                  <a:pt x="1272719" y="75108"/>
                  <a:pt x="1272719" y="75108"/>
                </a:cubicBezTo>
                <a:lnTo>
                  <a:pt x="1265645" y="75108"/>
                </a:lnTo>
                <a:cubicBezTo>
                  <a:pt x="1265388" y="75108"/>
                  <a:pt x="1265030" y="74749"/>
                  <a:pt x="1265030" y="74749"/>
                </a:cubicBezTo>
                <a:lnTo>
                  <a:pt x="1261491" y="68597"/>
                </a:lnTo>
                <a:cubicBezTo>
                  <a:pt x="1261389" y="68392"/>
                  <a:pt x="1261491" y="67931"/>
                  <a:pt x="1261491" y="67931"/>
                </a:cubicBezTo>
                <a:lnTo>
                  <a:pt x="1265030" y="61779"/>
                </a:lnTo>
                <a:cubicBezTo>
                  <a:pt x="1265183" y="61574"/>
                  <a:pt x="1265645" y="61420"/>
                  <a:pt x="1265645" y="61420"/>
                </a:cubicBezTo>
                <a:close/>
                <a:moveTo>
                  <a:pt x="868525" y="61420"/>
                </a:moveTo>
                <a:lnTo>
                  <a:pt x="875600" y="61420"/>
                </a:lnTo>
                <a:cubicBezTo>
                  <a:pt x="875857" y="61420"/>
                  <a:pt x="876215" y="61779"/>
                  <a:pt x="876215" y="61779"/>
                </a:cubicBezTo>
                <a:lnTo>
                  <a:pt x="879753" y="67931"/>
                </a:lnTo>
                <a:cubicBezTo>
                  <a:pt x="879855" y="68136"/>
                  <a:pt x="879753" y="68597"/>
                  <a:pt x="879753" y="68597"/>
                </a:cubicBezTo>
                <a:lnTo>
                  <a:pt x="876215" y="74749"/>
                </a:lnTo>
                <a:cubicBezTo>
                  <a:pt x="876062" y="74954"/>
                  <a:pt x="875600" y="75108"/>
                  <a:pt x="875600" y="75108"/>
                </a:cubicBezTo>
                <a:lnTo>
                  <a:pt x="868525" y="75108"/>
                </a:lnTo>
                <a:cubicBezTo>
                  <a:pt x="868269" y="75108"/>
                  <a:pt x="867910" y="74749"/>
                  <a:pt x="867910" y="74749"/>
                </a:cubicBezTo>
                <a:lnTo>
                  <a:pt x="864372" y="68597"/>
                </a:lnTo>
                <a:cubicBezTo>
                  <a:pt x="864270" y="68392"/>
                  <a:pt x="864372" y="67931"/>
                  <a:pt x="864372" y="67931"/>
                </a:cubicBezTo>
                <a:lnTo>
                  <a:pt x="867910" y="61779"/>
                </a:lnTo>
                <a:cubicBezTo>
                  <a:pt x="868063" y="61574"/>
                  <a:pt x="868525" y="61420"/>
                  <a:pt x="868525" y="61420"/>
                </a:cubicBezTo>
                <a:close/>
                <a:moveTo>
                  <a:pt x="669913" y="61420"/>
                </a:moveTo>
                <a:lnTo>
                  <a:pt x="676988" y="61420"/>
                </a:lnTo>
                <a:cubicBezTo>
                  <a:pt x="677245" y="61420"/>
                  <a:pt x="677603" y="61779"/>
                  <a:pt x="677603" y="61779"/>
                </a:cubicBezTo>
                <a:lnTo>
                  <a:pt x="681141" y="67931"/>
                </a:lnTo>
                <a:cubicBezTo>
                  <a:pt x="681243" y="68136"/>
                  <a:pt x="681141" y="68597"/>
                  <a:pt x="681141" y="68597"/>
                </a:cubicBezTo>
                <a:lnTo>
                  <a:pt x="677603" y="74749"/>
                </a:lnTo>
                <a:cubicBezTo>
                  <a:pt x="677450" y="74954"/>
                  <a:pt x="676988" y="75108"/>
                  <a:pt x="676988" y="75108"/>
                </a:cubicBezTo>
                <a:lnTo>
                  <a:pt x="669913" y="75108"/>
                </a:lnTo>
                <a:cubicBezTo>
                  <a:pt x="669657" y="75108"/>
                  <a:pt x="669298" y="74749"/>
                  <a:pt x="669298" y="74749"/>
                </a:cubicBezTo>
                <a:lnTo>
                  <a:pt x="665760" y="68597"/>
                </a:lnTo>
                <a:cubicBezTo>
                  <a:pt x="665658" y="68392"/>
                  <a:pt x="665760" y="67931"/>
                  <a:pt x="665760" y="67931"/>
                </a:cubicBezTo>
                <a:lnTo>
                  <a:pt x="669298" y="61779"/>
                </a:lnTo>
                <a:cubicBezTo>
                  <a:pt x="669451" y="61574"/>
                  <a:pt x="669913" y="61420"/>
                  <a:pt x="669913" y="61420"/>
                </a:cubicBezTo>
                <a:close/>
                <a:moveTo>
                  <a:pt x="471354" y="61215"/>
                </a:moveTo>
                <a:lnTo>
                  <a:pt x="478428" y="61215"/>
                </a:lnTo>
                <a:cubicBezTo>
                  <a:pt x="478685" y="61215"/>
                  <a:pt x="479043" y="61574"/>
                  <a:pt x="479043" y="61574"/>
                </a:cubicBezTo>
                <a:lnTo>
                  <a:pt x="482581" y="67726"/>
                </a:lnTo>
                <a:cubicBezTo>
                  <a:pt x="482683" y="67931"/>
                  <a:pt x="482581" y="68392"/>
                  <a:pt x="482581" y="68392"/>
                </a:cubicBezTo>
                <a:lnTo>
                  <a:pt x="479043" y="74545"/>
                </a:lnTo>
                <a:cubicBezTo>
                  <a:pt x="478890" y="74750"/>
                  <a:pt x="478428" y="74903"/>
                  <a:pt x="478428" y="74903"/>
                </a:cubicBezTo>
                <a:lnTo>
                  <a:pt x="471354" y="74903"/>
                </a:lnTo>
                <a:cubicBezTo>
                  <a:pt x="471096" y="74903"/>
                  <a:pt x="470738" y="74545"/>
                  <a:pt x="470738" y="74545"/>
                </a:cubicBezTo>
                <a:lnTo>
                  <a:pt x="467200" y="68392"/>
                </a:lnTo>
                <a:cubicBezTo>
                  <a:pt x="467098" y="68187"/>
                  <a:pt x="467200" y="67726"/>
                  <a:pt x="467200" y="67726"/>
                </a:cubicBezTo>
                <a:lnTo>
                  <a:pt x="470738" y="61574"/>
                </a:lnTo>
                <a:cubicBezTo>
                  <a:pt x="470892" y="61369"/>
                  <a:pt x="471354" y="61215"/>
                  <a:pt x="471354" y="61215"/>
                </a:cubicBezTo>
                <a:close/>
                <a:moveTo>
                  <a:pt x="272795" y="61215"/>
                </a:moveTo>
                <a:lnTo>
                  <a:pt x="279869" y="61215"/>
                </a:lnTo>
                <a:cubicBezTo>
                  <a:pt x="280126" y="61215"/>
                  <a:pt x="280484" y="61574"/>
                  <a:pt x="280484" y="61574"/>
                </a:cubicBezTo>
                <a:lnTo>
                  <a:pt x="284022" y="67726"/>
                </a:lnTo>
                <a:cubicBezTo>
                  <a:pt x="284124" y="67931"/>
                  <a:pt x="284022" y="68392"/>
                  <a:pt x="284022" y="68392"/>
                </a:cubicBezTo>
                <a:lnTo>
                  <a:pt x="280484" y="74545"/>
                </a:lnTo>
                <a:cubicBezTo>
                  <a:pt x="280331" y="74750"/>
                  <a:pt x="279869" y="74903"/>
                  <a:pt x="279869" y="74903"/>
                </a:cubicBezTo>
                <a:lnTo>
                  <a:pt x="272795" y="74903"/>
                </a:lnTo>
                <a:cubicBezTo>
                  <a:pt x="272537" y="74903"/>
                  <a:pt x="272179" y="74545"/>
                  <a:pt x="272179" y="74545"/>
                </a:cubicBezTo>
                <a:lnTo>
                  <a:pt x="268641" y="68392"/>
                </a:lnTo>
                <a:cubicBezTo>
                  <a:pt x="268539" y="68187"/>
                  <a:pt x="268641" y="67726"/>
                  <a:pt x="268641" y="67726"/>
                </a:cubicBezTo>
                <a:lnTo>
                  <a:pt x="272179" y="61574"/>
                </a:lnTo>
                <a:cubicBezTo>
                  <a:pt x="272332" y="61369"/>
                  <a:pt x="272795" y="61215"/>
                  <a:pt x="272795" y="61215"/>
                </a:cubicBezTo>
                <a:close/>
                <a:moveTo>
                  <a:pt x="1066854" y="52395"/>
                </a:moveTo>
                <a:lnTo>
                  <a:pt x="1074083" y="52395"/>
                </a:lnTo>
                <a:cubicBezTo>
                  <a:pt x="1079261" y="52395"/>
                  <a:pt x="1085362" y="53062"/>
                  <a:pt x="1085362" y="61009"/>
                </a:cubicBezTo>
                <a:cubicBezTo>
                  <a:pt x="1085362" y="67418"/>
                  <a:pt x="1080697" y="68904"/>
                  <a:pt x="1074750" y="68904"/>
                </a:cubicBezTo>
                <a:lnTo>
                  <a:pt x="1066854" y="68904"/>
                </a:lnTo>
                <a:close/>
                <a:moveTo>
                  <a:pt x="66596" y="51473"/>
                </a:moveTo>
                <a:lnTo>
                  <a:pt x="71006" y="51473"/>
                </a:lnTo>
                <a:cubicBezTo>
                  <a:pt x="79824" y="51473"/>
                  <a:pt x="88436" y="53626"/>
                  <a:pt x="88436" y="68187"/>
                </a:cubicBezTo>
                <a:cubicBezTo>
                  <a:pt x="88436" y="82747"/>
                  <a:pt x="79824" y="84952"/>
                  <a:pt x="71006" y="84952"/>
                </a:cubicBezTo>
                <a:lnTo>
                  <a:pt x="66596" y="84952"/>
                </a:lnTo>
                <a:close/>
                <a:moveTo>
                  <a:pt x="1057319" y="44911"/>
                </a:moveTo>
                <a:lnTo>
                  <a:pt x="1057319" y="93359"/>
                </a:lnTo>
                <a:lnTo>
                  <a:pt x="1066854" y="93359"/>
                </a:lnTo>
                <a:lnTo>
                  <a:pt x="1066854" y="76338"/>
                </a:lnTo>
                <a:lnTo>
                  <a:pt x="1074135" y="76338"/>
                </a:lnTo>
                <a:cubicBezTo>
                  <a:pt x="1085259" y="76338"/>
                  <a:pt x="1095154" y="73313"/>
                  <a:pt x="1095154" y="60958"/>
                </a:cubicBezTo>
                <a:lnTo>
                  <a:pt x="1095205" y="60958"/>
                </a:lnTo>
                <a:cubicBezTo>
                  <a:pt x="1095205" y="46295"/>
                  <a:pt x="1083824" y="44911"/>
                  <a:pt x="1073878" y="44911"/>
                </a:cubicBezTo>
                <a:close/>
                <a:moveTo>
                  <a:pt x="57061" y="43988"/>
                </a:moveTo>
                <a:lnTo>
                  <a:pt x="57061" y="92436"/>
                </a:lnTo>
                <a:lnTo>
                  <a:pt x="71416" y="92436"/>
                </a:lnTo>
                <a:cubicBezTo>
                  <a:pt x="86796" y="92436"/>
                  <a:pt x="98331" y="87412"/>
                  <a:pt x="98331" y="68187"/>
                </a:cubicBezTo>
                <a:cubicBezTo>
                  <a:pt x="98331" y="49012"/>
                  <a:pt x="86796" y="43988"/>
                  <a:pt x="71416" y="43988"/>
                </a:cubicBezTo>
                <a:close/>
                <a:moveTo>
                  <a:pt x="1035222" y="0"/>
                </a:moveTo>
                <a:lnTo>
                  <a:pt x="1106023" y="0"/>
                </a:lnTo>
                <a:cubicBezTo>
                  <a:pt x="1108484" y="0"/>
                  <a:pt x="1110739" y="1281"/>
                  <a:pt x="1111970" y="3435"/>
                </a:cubicBezTo>
                <a:lnTo>
                  <a:pt x="1147395" y="64752"/>
                </a:lnTo>
                <a:cubicBezTo>
                  <a:pt x="1148626" y="66854"/>
                  <a:pt x="1148626" y="69468"/>
                  <a:pt x="1147395" y="71622"/>
                </a:cubicBezTo>
                <a:lnTo>
                  <a:pt x="1111970" y="132938"/>
                </a:lnTo>
                <a:cubicBezTo>
                  <a:pt x="1110739" y="135040"/>
                  <a:pt x="1108484" y="136373"/>
                  <a:pt x="1106023" y="136373"/>
                </a:cubicBezTo>
                <a:lnTo>
                  <a:pt x="1035222" y="136373"/>
                </a:lnTo>
                <a:cubicBezTo>
                  <a:pt x="1032761" y="136373"/>
                  <a:pt x="1030506" y="135092"/>
                  <a:pt x="1029275" y="132938"/>
                </a:cubicBezTo>
                <a:lnTo>
                  <a:pt x="993849" y="71622"/>
                </a:lnTo>
                <a:cubicBezTo>
                  <a:pt x="992618" y="69520"/>
                  <a:pt x="992618" y="66905"/>
                  <a:pt x="993849" y="64752"/>
                </a:cubicBezTo>
                <a:lnTo>
                  <a:pt x="1029275" y="3435"/>
                </a:lnTo>
                <a:cubicBezTo>
                  <a:pt x="1030506" y="1333"/>
                  <a:pt x="1032761" y="0"/>
                  <a:pt x="1035222" y="0"/>
                </a:cubicBezTo>
                <a:close/>
                <a:moveTo>
                  <a:pt x="42296" y="0"/>
                </a:moveTo>
                <a:lnTo>
                  <a:pt x="113097" y="0"/>
                </a:lnTo>
                <a:cubicBezTo>
                  <a:pt x="115558" y="0"/>
                  <a:pt x="117813" y="1281"/>
                  <a:pt x="119044" y="3435"/>
                </a:cubicBezTo>
                <a:lnTo>
                  <a:pt x="154469" y="64752"/>
                </a:lnTo>
                <a:cubicBezTo>
                  <a:pt x="155700" y="66854"/>
                  <a:pt x="155700" y="69468"/>
                  <a:pt x="154469" y="71621"/>
                </a:cubicBezTo>
                <a:lnTo>
                  <a:pt x="119044" y="132937"/>
                </a:lnTo>
                <a:cubicBezTo>
                  <a:pt x="117813" y="135040"/>
                  <a:pt x="115558" y="136372"/>
                  <a:pt x="113097" y="136372"/>
                </a:cubicBezTo>
                <a:lnTo>
                  <a:pt x="42296" y="136372"/>
                </a:lnTo>
                <a:cubicBezTo>
                  <a:pt x="39835" y="136372"/>
                  <a:pt x="37580" y="135091"/>
                  <a:pt x="36348" y="132937"/>
                </a:cubicBezTo>
                <a:lnTo>
                  <a:pt x="923" y="71621"/>
                </a:lnTo>
                <a:cubicBezTo>
                  <a:pt x="-308" y="69520"/>
                  <a:pt x="-308" y="66905"/>
                  <a:pt x="923" y="64752"/>
                </a:cubicBezTo>
                <a:lnTo>
                  <a:pt x="36348" y="3435"/>
                </a:lnTo>
                <a:cubicBezTo>
                  <a:pt x="37580" y="1333"/>
                  <a:pt x="39835" y="0"/>
                  <a:pt x="42296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16072467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6" r:id="rId1"/>
    <p:sldLayoutId id="2147483737" r:id="rId2"/>
    <p:sldLayoutId id="2147483738" r:id="rId3"/>
    <p:sldLayoutId id="2147483739" r:id="rId4"/>
    <p:sldLayoutId id="2147483740" r:id="rId5"/>
    <p:sldLayoutId id="2147483741" r:id="rId6"/>
    <p:sldLayoutId id="2147483742" r:id="rId7"/>
    <p:sldLayoutId id="2147483743" r:id="rId8"/>
    <p:sldLayoutId id="2147483744" r:id="rId9"/>
    <p:sldLayoutId id="2147483745" r:id="rId10"/>
    <p:sldLayoutId id="2147483746" r:id="rId11"/>
    <p:sldLayoutId id="2147483747" r:id="rId12"/>
    <p:sldLayoutId id="2147483748" r:id="rId13"/>
    <p:sldLayoutId id="2147483749" r:id="rId14"/>
    <p:sldLayoutId id="2147483750" r:id="rId15"/>
    <p:sldLayoutId id="2147483751" r:id="rId16"/>
    <p:sldLayoutId id="2147483752" r:id="rId17"/>
    <p:sldLayoutId id="2147483753" r:id="rId18"/>
    <p:sldLayoutId id="2147483728" r:id="rId19"/>
    <p:sldLayoutId id="2147483729" r:id="rId20"/>
    <p:sldLayoutId id="2147483730" r:id="rId21"/>
    <p:sldLayoutId id="2147483731" r:id="rId22"/>
    <p:sldLayoutId id="2147483732" r:id="rId23"/>
    <p:sldLayoutId id="2147483733" r:id="rId24"/>
    <p:sldLayoutId id="2147483734" r:id="rId25"/>
  </p:sldLayoutIdLst>
  <p:hf hdr="0" dt="0"/>
  <p:txStyles>
    <p:titleStyle>
      <a:lvl1pPr algn="l" defTabSz="685770" rtl="0" eaLnBrk="1" latinLnBrk="0" hangingPunct="1">
        <a:lnSpc>
          <a:spcPct val="90000"/>
        </a:lnSpc>
        <a:spcBef>
          <a:spcPct val="0"/>
        </a:spcBef>
        <a:buNone/>
        <a:defRPr sz="2699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171439" indent="-171439" algn="l" defTabSz="685770" rtl="0" eaLnBrk="1" latinLnBrk="0" hangingPunct="1">
        <a:lnSpc>
          <a:spcPct val="100000"/>
        </a:lnSpc>
        <a:spcBef>
          <a:spcPts val="1270"/>
        </a:spcBef>
        <a:buFontTx/>
        <a:buBlip>
          <a:blip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</a:buBlip>
        <a:tabLst/>
        <a:defRPr sz="1429" kern="1200">
          <a:solidFill>
            <a:schemeClr val="tx1"/>
          </a:solidFill>
          <a:latin typeface="+mn-lt"/>
          <a:ea typeface="+mn-ea"/>
          <a:cs typeface="+mn-cs"/>
        </a:defRPr>
      </a:lvl1pPr>
      <a:lvl2pPr marL="342878" indent="-171439" algn="l" defTabSz="685770" rtl="0" eaLnBrk="1" latinLnBrk="0" hangingPunct="1">
        <a:lnSpc>
          <a:spcPct val="100000"/>
        </a:lnSpc>
        <a:spcBef>
          <a:spcPts val="159"/>
        </a:spcBef>
        <a:buFont typeface="Wingdings" pitchFamily="2" charset="2"/>
        <a:buChar char="§"/>
        <a:tabLst/>
        <a:defRPr sz="1111" kern="1200">
          <a:solidFill>
            <a:schemeClr val="tx1"/>
          </a:solidFill>
          <a:latin typeface="+mn-lt"/>
          <a:ea typeface="+mn-ea"/>
          <a:cs typeface="+mn-cs"/>
        </a:defRPr>
      </a:lvl2pPr>
      <a:lvl3pPr marL="457171" indent="-114293" algn="l" defTabSz="685770" rtl="0" eaLnBrk="1" latinLnBrk="0" hangingPunct="1">
        <a:lnSpc>
          <a:spcPct val="100000"/>
        </a:lnSpc>
        <a:spcBef>
          <a:spcPts val="159"/>
        </a:spcBef>
        <a:buFont typeface="Wingdings" pitchFamily="2" charset="2"/>
        <a:buChar char="§"/>
        <a:defRPr sz="1111" kern="1200">
          <a:solidFill>
            <a:schemeClr val="tx1"/>
          </a:solidFill>
          <a:latin typeface="+mn-lt"/>
          <a:ea typeface="+mn-ea"/>
          <a:cs typeface="+mn-cs"/>
        </a:defRPr>
      </a:lvl3pPr>
      <a:lvl4pPr marL="571464" indent="-114293" algn="l" defTabSz="685770" rtl="0" eaLnBrk="1" latinLnBrk="0" hangingPunct="1">
        <a:lnSpc>
          <a:spcPct val="100000"/>
        </a:lnSpc>
        <a:spcBef>
          <a:spcPts val="159"/>
        </a:spcBef>
        <a:buFont typeface="Systemfont normal"/>
        <a:buChar char="-"/>
        <a:defRPr sz="952" kern="1200">
          <a:solidFill>
            <a:schemeClr val="tx1"/>
          </a:solidFill>
          <a:latin typeface="+mn-lt"/>
          <a:ea typeface="+mn-ea"/>
          <a:cs typeface="+mn-cs"/>
        </a:defRPr>
      </a:lvl4pPr>
      <a:lvl5pPr marL="685757" indent="-114293" algn="l" defTabSz="685770" rtl="0" eaLnBrk="1" latinLnBrk="0" hangingPunct="1">
        <a:lnSpc>
          <a:spcPct val="100000"/>
        </a:lnSpc>
        <a:spcBef>
          <a:spcPts val="159"/>
        </a:spcBef>
        <a:buFont typeface="Systemfont normal"/>
        <a:buChar char="-"/>
        <a:defRPr sz="952" kern="1200">
          <a:solidFill>
            <a:schemeClr val="tx1"/>
          </a:solidFill>
          <a:latin typeface="+mn-lt"/>
          <a:ea typeface="+mn-ea"/>
          <a:cs typeface="+mn-cs"/>
        </a:defRPr>
      </a:lvl5pPr>
      <a:lvl6pPr marL="1885868" indent="-171442" algn="l" defTabSz="68577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752" indent="-171442" algn="l" defTabSz="68577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637" indent="-171442" algn="l" defTabSz="68577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522" indent="-171442" algn="l" defTabSz="68577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b-NO"/>
      </a:defPPr>
      <a:lvl1pPr marL="0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885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770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655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540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425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310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195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080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628">
          <p15:clr>
            <a:srgbClr val="F26B43"/>
          </p15:clr>
        </p15:guide>
        <p15:guide id="11" orient="horz" pos="2041">
          <p15:clr>
            <a:srgbClr val="F26B43"/>
          </p15:clr>
        </p15:guide>
        <p15:guide id="13" pos="6917">
          <p15:clr>
            <a:srgbClr val="F26B43"/>
          </p15:clr>
        </p15:guide>
        <p15:guide id="16" pos="340">
          <p15:clr>
            <a:srgbClr val="F26B43"/>
          </p15:clr>
        </p15:guide>
        <p15:guide id="17" orient="horz" pos="340">
          <p15:clr>
            <a:srgbClr val="F26B43"/>
          </p15:clr>
        </p15:guide>
        <p15:guide id="18" orient="horz" pos="1043">
          <p15:clr>
            <a:srgbClr val="F26B43"/>
          </p15:clr>
        </p15:guide>
        <p15:guide id="19" orient="horz" pos="3561">
          <p15:clr>
            <a:srgbClr val="F26B43"/>
          </p15:clr>
        </p15:guide>
        <p15:guide id="21" orient="horz" pos="567">
          <p15:clr>
            <a:srgbClr val="F26B43"/>
          </p15:clr>
        </p15:guide>
      </p15:sldGuideLst>
    </p:ext>
  </p:extLst>
</p:sldMaster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Box 1"/>
          <p:cNvSpPr txBox="1"/>
          <p:nvPr/>
        </p:nvSpPr>
        <p:spPr>
          <a:xfrm>
            <a:off x="429768" y="274320"/>
            <a:ext cx="8284464" cy="411480"/>
          </a:xfrm>
          <a:prstGeom prst="rect">
            <a:avLst/>
          </a:prstGeom>
          <a:noFill/>
        </p:spPr>
        <p:txBody>
          <a:bodyPr wrap="square" anchor="t" lIns="0" rIns="0" tIns="0" bIns="0">
            <a:spAutoFit/>
          </a:bodyPr>
          <a:lstStyle/>
          <a:p>
            <a:pPr>
              <a:spcAft>
                <a:spcPts val="400"/>
              </a:spcAft>
            </a:pPr>
            <a:r>
              <a:rPr sz="2000" b="0" i="0">
                <a:solidFill>
                  <a:srgbClr val="BAF6AE"/>
                </a:solidFill>
              </a:rPr>
              <a:t>Anbefalte tiltak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9768" y="685800"/>
            <a:ext cx="8284464" cy="274320"/>
          </a:xfrm>
          <a:prstGeom prst="rect">
            <a:avLst/>
          </a:prstGeom>
          <a:noFill/>
        </p:spPr>
        <p:txBody>
          <a:bodyPr wrap="square" anchor="t" lIns="0" rIns="0" tIns="0" bIns="0">
            <a:spAutoFit/>
          </a:bodyPr>
          <a:lstStyle/>
          <a:p>
            <a:pPr>
              <a:spcAft>
                <a:spcPts val="400"/>
              </a:spcAft>
            </a:pPr>
            <a:r>
              <a:rPr sz="1100" b="0" i="1">
                <a:solidFill>
                  <a:srgbClr val="FCEBC8"/>
                </a:solidFill>
              </a:rPr>
              <a:t>Forslag til eier er veiledende og må avklares i linjen. Tiltak 8–10 (uthevet) er nye etter innspill fra produkteier i R2.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429768" y="1005840"/>
          <a:ext cx="8275320" cy="3721608"/>
        </p:xfrm>
        <a:graphic>
          <a:graphicData uri="http://schemas.openxmlformats.org/drawingml/2006/table">
            <a:tbl>
              <a:tblPr firstRow="0" bandRow="0">
                <a:tableStyleId>{5C22544A-7EE6-4342-B048-85BDC9FD1C3A}</a:tableStyleId>
              </a:tblPr>
              <a:tblGrid>
                <a:gridCol w="274320"/>
                <a:gridCol w="4206240"/>
                <a:gridCol w="1600200"/>
                <a:gridCol w="1463040"/>
                <a:gridCol w="731520"/>
              </a:tblGrid>
              <a:tr h="338328">
                <a:tc>
                  <a:txBody>
                    <a:bodyPr wrap="square"/>
                    <a:lstStyle/>
                    <a:p>
                      <a:r>
                        <a:rPr sz="800" b="1">
                          <a:solidFill>
                            <a:srgbClr val="283017"/>
                          </a:solidFill>
                        </a:rPr>
                        <a:t>#</a:t>
                      </a:r>
                    </a:p>
                  </a:txBody>
                  <a:tcPr marL="45720" marR="45720" marT="13716" marB="13716" anchor="ctr">
                    <a:solidFill>
                      <a:srgbClr val="BAF6AE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1">
                          <a:solidFill>
                            <a:srgbClr val="283017"/>
                          </a:solidFill>
                        </a:rPr>
                        <a:t>Tiltak</a:t>
                      </a:r>
                    </a:p>
                  </a:txBody>
                  <a:tcPr marL="45720" marR="45720" marT="13716" marB="13716" anchor="ctr">
                    <a:solidFill>
                      <a:srgbClr val="BAF6AE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1">
                          <a:solidFill>
                            <a:srgbClr val="283017"/>
                          </a:solidFill>
                        </a:rPr>
                        <a:t>Adresserer</a:t>
                      </a:r>
                    </a:p>
                  </a:txBody>
                  <a:tcPr marL="45720" marR="45720" marT="13716" marB="13716" anchor="ctr">
                    <a:solidFill>
                      <a:srgbClr val="BAF6AE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1">
                          <a:solidFill>
                            <a:srgbClr val="283017"/>
                          </a:solidFill>
                        </a:rPr>
                        <a:t>Forslag til eier</a:t>
                      </a:r>
                    </a:p>
                  </a:txBody>
                  <a:tcPr marL="45720" marR="45720" marT="13716" marB="13716" anchor="ctr">
                    <a:solidFill>
                      <a:srgbClr val="BAF6AE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1">
                          <a:solidFill>
                            <a:srgbClr val="283017"/>
                          </a:solidFill>
                        </a:rPr>
                        <a:t>Når</a:t>
                      </a:r>
                    </a:p>
                  </a:txBody>
                  <a:tcPr marL="45720" marR="45720" marT="13716" marB="13716" anchor="ctr">
                    <a:solidFill>
                      <a:srgbClr val="BAF6AE"/>
                    </a:solidFill>
                  </a:tcPr>
                </a:tc>
              </a:tr>
              <a:tr h="338328"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1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Eget forbedringsløp for Tilsyn: arbeidsflyt for inspeksjoner, frist- og oppgavestøtte, stabilitet. Avklar om gevinstene for Tilsyn er realistiske.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R1 kvalitet, tilfredshet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Prosjekteier og leder Tilsyn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Q4 2026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338328"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2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Få alle relevante sakstyper, prosedyrer og presaker inn i DELE, og legg ned parallelle lister og verktøy.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R2 effektivitet, frister, spredning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Produkteier DELE og fagledere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2027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338328"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3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Gå gjennom brukskvaliteten i de vanligste arbeidsflytene (antall klikk, skjermbilder) og rett feil i frister og tidslinjer.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Enkle å bruke, frister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Produkteier DELE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Q1 2027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338328"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4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Lag rapporter og dashbord for ledere (for eksempel Power BI) og gi opplæring i dem.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Ledere: prioritering, oversikt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Produkteier DELE og enhetsledere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Q1 2027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338328"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5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Avtal felles bruksregler: oppgaver markeres som fullført, og samhandling skjer i DELE. Etabler superbrukere per fagområde.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Intern samhandling, status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Enhetsledere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Løpende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338328"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6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Bedre tilgangen til faglig informasjon (tidsskrifter, databaser, dokumentflyt i Dokubridge og SharePoint).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Finne faglig info, kvalitet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Linjen og IKT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2027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338328"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7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Avklar ekstern samhandling: Hvilken funksjonalitet i DELE skal gi gevinsten? Hvis ingen, bør gevinsten tas ut av planen eller flyttes.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Ekstern samhandling R1/R2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Gevinsteier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Q4 2026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338328"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8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Obligatorisk opplæring i flere runder: felles grunnopplæring sentralt (oppgavelister, lister og visninger, kobling til SharePoint) og fagspesifikk opplæring i brukermiljøene.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Enkle å bruke, spredning, effektivitet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Produkteier DELE og linjeledere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Q1 2027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</a:tr>
              <a:tr h="338328"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9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Endringsledelse i linjen: ledere beslutter felles arbeidsmåte (oppgaver i stedet for e-post, frister i DELE), bruker selv DELE i oppfølgingen og følger opp oppgaver over frist.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Parallelle systemer, frister, ledere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Ledergruppen og enhetsledere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Q4 2026, løpende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</a:tr>
              <a:tr h="338328"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10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Bruksdata fra Dynamics som ny måleindikator: aktive brukere, oppgaver over frist og oppgaver lukket samlet, per fagområde.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Gevinstmålingen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Gevinsteier og produkteier DELE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  <a:tc>
                  <a:txBody>
                    <a:bodyPr wrap="square"/>
                    <a:lstStyle/>
                    <a:p>
                      <a:r>
                        <a:rPr sz="800" b="0">
                          <a:solidFill>
                            <a:srgbClr val="FCEBC8"/>
                          </a:solidFill>
                        </a:rPr>
                        <a:t>Q1 2027</a:t>
                      </a:r>
                    </a:p>
                  </a:txBody>
                  <a:tcPr marL="45720" marR="45720" marT="13716" marB="13716" anchor="ctr">
                    <a:solidFill>
                      <a:srgbClr val="45502A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PRESENTATIONDONOTDELETE" val="&lt;?xml version=&quot;1.0&quot; encoding=&quot;UTF-16&quot; standalone=&quot;yes&quot;?&gt;&lt;root reqver=&quot;25060&quot;&gt;&lt;version val=&quot;28292&quot;/&gt;&lt;CPresentation id=&quot;1&quot;&gt;&lt;m_precDefaultNumber&gt;&lt;m_yearfmt&gt;&lt;begin val=&quot;0&quot;/&gt;&lt;end val=&quot;4&quot;/&gt;&lt;/m_yearfmt&gt;&lt;/m_precDefaultNumber&gt;&lt;m_precDefaultPercent&gt;&lt;m_yearfmt&gt;&lt;begin val=&quot;0&quot;/&gt;&lt;end val=&quot;4&quot;/&gt;&lt;/m_yearfmt&gt;&lt;/m_precDefaultPercent&gt;&lt;m_precDefaultDate&gt;&lt;m_yearfmt&gt;&lt;begin val=&quot;0&quot;/&gt;&lt;end val=&quot;4&quot;/&gt;&lt;/m_yearfmt&gt;&lt;/m_precDefaultDate&gt;&lt;m_precDefaultYear&gt;&lt;m_bNumberIsYear val=&quot;0&quot;/&gt;&lt;m_strFormatTime&gt;%Y&lt;/m_strFormatTime&gt;&lt;m_yearfmt&gt;&lt;begin val=&quot;0&quot;/&gt;&lt;end val=&quot;0&quot;/&gt;&lt;/m_yearfmt&gt;&lt;/m_precDefaultYear&gt;&lt;m_precDefaultQuarter&gt;&lt;m_bNumberIsYear val=&quot;0&quot;/&gt;&lt;m_strFormatTime&gt;Q%5&lt;/m_strFormatTime&gt;&lt;m_yearfmt&gt;&lt;begin val=&quot;0&quot;/&gt;&lt;end val=&quot;4&quot;/&gt;&lt;/m_yearfmt&gt;&lt;/m_precDefaultQuarter&gt;&lt;m_precDefaultMonth&gt;&lt;m_yearfmt&gt;&lt;begin val=&quot;0&quot;/&gt;&lt;end val=&quot;4&quot;/&gt;&lt;/m_yearfmt&gt;&lt;/m_precDefaultMonth&gt;&lt;m_precDefaultWeek&gt;&lt;m_yearfmt&gt;&lt;begin val=&quot;0&quot;/&gt;&lt;end val=&quot;4&quot;/&gt;&lt;/m_yearfmt&gt;&lt;/m_precDefaultWeek&gt;&lt;m_precDefaultDay&gt;&lt;m_bNumberIsYear val=&quot;0&quot;/&gt;&lt;m_strFormatTime&gt;%#d&lt;/m_strFormatTime&gt;&lt;m_yearfmt&gt;&lt;begin val=&quot;0&quot;/&gt;&lt;end val=&quot;4&quot;/&gt;&lt;/m_yearfmt&gt;&lt;/m_precDefaultDay&gt;&lt;m_mruColor&gt;&lt;m_vecMRU length=&quot;0&quot;/&gt;&lt;/m_mruColor&gt;&lt;/CPresentation&gt;&lt;/root&gt;"/>
  <p:tag name="THINKCELLUNDODONOTDELETE" val="0"/>
</p:tagLst>
</file>

<file path=ppt/theme/theme1.xml><?xml version="1.0" encoding="utf-8"?>
<a:theme xmlns:a="http://schemas.openxmlformats.org/drawingml/2006/main" name="DMP 2024 green">
  <a:themeElements>
    <a:clrScheme name="DMP Green 1">
      <a:dk1>
        <a:srgbClr val="283017"/>
      </a:dk1>
      <a:lt1>
        <a:srgbClr val="FCEBC8"/>
      </a:lt1>
      <a:dk2>
        <a:srgbClr val="000000"/>
      </a:dk2>
      <a:lt2>
        <a:srgbClr val="BAF6AE"/>
      </a:lt2>
      <a:accent1>
        <a:srgbClr val="273016"/>
      </a:accent1>
      <a:accent2>
        <a:srgbClr val="FDEBC8"/>
      </a:accent2>
      <a:accent3>
        <a:srgbClr val="CDCEFB"/>
      </a:accent3>
      <a:accent4>
        <a:srgbClr val="CBF9FE"/>
      </a:accent4>
      <a:accent5>
        <a:srgbClr val="F6C8FD"/>
      </a:accent5>
      <a:accent6>
        <a:srgbClr val="5B5B2B"/>
      </a:accent6>
      <a:hlink>
        <a:srgbClr val="BA50E8"/>
      </a:hlink>
      <a:folHlink>
        <a:srgbClr val="BA50E8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0" tIns="0" rIns="0" bIns="0" rtlCol="0">
        <a:spAutoFit/>
      </a:bodyPr>
      <a:lstStyle>
        <a:defPPr algn="l">
          <a:defRPr sz="1400" dirty="0" err="1" smtClean="0">
            <a:solidFill>
              <a:schemeClr val="tx2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Lys mal norsk" id="{984627F5-F1EF-4A89-91BD-59F13CF0150F}" vid="{CA66B0BC-2AED-4534-9EF3-6DEA6753B4DB}"/>
    </a:ext>
  </a:extLst>
</a:theme>
</file>

<file path=ppt/theme/theme2.xml><?xml version="1.0" encoding="utf-8"?>
<a:theme xmlns:a="http://schemas.openxmlformats.org/drawingml/2006/main" name="Office-t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'1.0' encoding='UTF-8' standalone='yes'?>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'1.0' encoding='UTF-8' standalone='yes'?>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'1.0' encoding='UTF-8' standalone='yes'?>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830D6FA43C7BED458FF93ABD74793A91" ma:contentTypeVersion="12" ma:contentTypeDescription="Opprett et nytt dokument." ma:contentTypeScope="" ma:versionID="18e23e47673bc4aa332b117d93cceaaa">
  <xsd:schema xmlns:xsd="http://www.w3.org/2001/XMLSchema" xmlns:xs="http://www.w3.org/2001/XMLSchema" xmlns:p="http://schemas.microsoft.com/office/2006/metadata/properties" xmlns:ns2="ed3c4212-b921-4890-a213-6a629550f0e8" xmlns:ns3="4014dca4-a76e-477f-ae7d-2ba429a3d4c6" targetNamespace="http://schemas.microsoft.com/office/2006/metadata/properties" ma:root="true" ma:fieldsID="ffdf2a17f7cd182ba076f378c33b5470" ns2:_="" ns3:_="">
    <xsd:import namespace="ed3c4212-b921-4890-a213-6a629550f0e8"/>
    <xsd:import namespace="4014dca4-a76e-477f-ae7d-2ba429a3d4c6"/>
    <xsd:element name="properties">
      <xsd:complexType>
        <xsd:sequence>
          <xsd:element name="documentManagement">
            <xsd:complexType>
              <xsd:all>
                <xsd:element ref="ns2:SLVArkivKonfidensialitet" minOccurs="0"/>
                <xsd:element ref="ns2:SLVArkivLagring" minOccurs="0"/>
                <xsd:element ref="ns2:SlvArkivStatus" minOccurs="0"/>
                <xsd:element ref="ns3:MediaServiceMetadata" minOccurs="0"/>
                <xsd:element ref="ns3:MediaServiceFastMetadata" minOccurs="0"/>
                <xsd:element ref="ns2:SharedWithUsers" minOccurs="0"/>
                <xsd:element ref="ns2:SharedWithDetails" minOccurs="0"/>
                <xsd:element ref="ns2:j25543a5815d485da9a5e0773ad762e9" minOccurs="0"/>
                <xsd:element ref="ns2:TaxCatchAll" minOccurs="0"/>
                <xsd:element ref="ns3:MediaServiceObjectDetectorVersions" minOccurs="0"/>
                <xsd:element ref="ns3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d3c4212-b921-4890-a213-6a629550f0e8" elementFormDefault="qualified">
    <xsd:import namespace="http://schemas.microsoft.com/office/2006/documentManagement/types"/>
    <xsd:import namespace="http://schemas.microsoft.com/office/infopath/2007/PartnerControls"/>
    <xsd:element name="SLVArkivKonfidensialitet" ma:index="8" nillable="true" ma:displayName="Konfidensialitet" ma:default="Intern" ma:internalName="SLVArkivKonfidensialitet">
      <xsd:simpleType>
        <xsd:restriction base="dms:Choice">
          <xsd:enumeration value="Offentlig"/>
          <xsd:enumeration value="Intern"/>
          <xsd:enumeration value="Fortrolig"/>
        </xsd:restriction>
      </xsd:simpleType>
    </xsd:element>
    <xsd:element name="SLVArkivLagring" ma:index="9" nillable="true" ma:displayName="Varighet på team" ma:default="Midlertidig - 6 mnd" ma:internalName="SLVArkivLagring">
      <xsd:simpleType>
        <xsd:restriction base="dms:Text"/>
      </xsd:simpleType>
    </xsd:element>
    <xsd:element name="SlvArkivStatus" ma:index="10" nillable="true" ma:displayName="Arkivstatus" ma:default="" ma:internalName="SlvArkivStatus">
      <xsd:simpleType>
        <xsd:restriction base="dms:Choice">
          <xsd:enumeration value="Klar for arkivering"/>
          <xsd:enumeration value="Arkivert"/>
        </xsd:restriction>
      </xsd:simpleType>
    </xsd:element>
    <xsd:element name="SharedWithUsers" ma:index="13" nillable="true" ma:displayName="Delt med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4" nillable="true" ma:displayName="Delingsdetaljer" ma:internalName="SharedWithDetails" ma:readOnly="true">
      <xsd:simpleType>
        <xsd:restriction base="dms:Note">
          <xsd:maxLength value="255"/>
        </xsd:restriction>
      </xsd:simpleType>
    </xsd:element>
    <xsd:element name="j25543a5815d485da9a5e0773ad762e9" ma:index="16" nillable="true" ma:taxonomy="true" ma:internalName="j25543a5815d485da9a5e0773ad762e9" ma:taxonomyFieldName="GtProjectPhase" ma:displayName="Fase" ma:fieldId="{325543a5-815d-485d-a9a5-e0773ad762e9}" ma:sspId="5a128127-ad65-419f-a2b4-8f132ea9a5d7" ma:termSetId="abcfc9d9-a263-4abb-8234-be973c46258a" ma:anchorId="00000000-0000-0000-0000-000000000000" ma:open="false" ma:isKeyword="false">
      <xsd:complexType>
        <xsd:sequence>
          <xsd:element ref="pc:Terms" minOccurs="0" maxOccurs="1"/>
        </xsd:sequence>
      </xsd:complexType>
    </xsd:element>
    <xsd:element name="TaxCatchAll" ma:index="17" nillable="true" ma:displayName="Taxonomy Catch All Column" ma:hidden="true" ma:list="{530807bb-34d6-47e0-b99d-05a08a9605d8}" ma:internalName="TaxCatchAll" ma:showField="CatchAllData" ma:web="ed3c4212-b921-4890-a213-6a629550f0e8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014dca4-a76e-477f-ae7d-2ba429a3d4c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8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9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nholdstype"/>
        <xsd:element ref="dc:title" minOccurs="0" maxOccurs="1" ma:index="4" ma:displayName="Tit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j25543a5815d485da9a5e0773ad762e9 xmlns="ed3c4212-b921-4890-a213-6a629550f0e8">
      <Terms xmlns="http://schemas.microsoft.com/office/infopath/2007/PartnerControls"/>
    </j25543a5815d485da9a5e0773ad762e9>
    <SLVArkivLagring xmlns="ed3c4212-b921-4890-a213-6a629550f0e8">Midlertidig - 6 mnd</SLVArkivLagring>
    <SlvArkivStatus xmlns="ed3c4212-b921-4890-a213-6a629550f0e8" xsi:nil="true"/>
    <TaxCatchAll xmlns="ed3c4212-b921-4890-a213-6a629550f0e8" xsi:nil="true"/>
    <SLVArkivKonfidensialitet xmlns="ed3c4212-b921-4890-a213-6a629550f0e8">Intern</SLVArkivKonfidensialitet>
    <SharedWithUsers xmlns="ed3c4212-b921-4890-a213-6a629550f0e8">
      <UserInfo>
        <DisplayName>Janne Barth</DisplayName>
        <AccountId>37</AccountId>
        <AccountType/>
      </UserInfo>
      <UserInfo>
        <DisplayName>Nima Pour</DisplayName>
        <AccountId>40</AccountId>
        <AccountType/>
      </UserInfo>
      <UserInfo>
        <DisplayName>Laura Kleiven</DisplayName>
        <AccountId>41</AccountId>
        <AccountType/>
      </UserInfo>
      <UserInfo>
        <DisplayName>Sunniva Agnete Trøen</DisplayName>
        <AccountId>43</AccountId>
        <AccountType/>
      </UserInfo>
      <UserInfo>
        <DisplayName>Adelheid Helling</DisplayName>
        <AccountId>54</AccountId>
        <AccountType/>
      </UserInfo>
      <UserInfo>
        <DisplayName>Helga Skuladottir</DisplayName>
        <AccountId>22</AccountId>
        <AccountType/>
      </UserInfo>
      <UserInfo>
        <DisplayName>June Taulov Andresen</DisplayName>
        <AccountId>46</AccountId>
        <AccountType/>
      </UserInfo>
      <UserInfo>
        <DisplayName>Gunnar Carelius</DisplayName>
        <AccountId>11</AccountId>
        <AccountType/>
      </UserInfo>
      <UserInfo>
        <DisplayName>Tor-Arne Berg</DisplayName>
        <AccountId>58</AccountId>
        <AccountType/>
      </UserInfo>
      <UserInfo>
        <DisplayName>Ulrike Jüse</DisplayName>
        <AccountId>61</AccountId>
        <AccountType/>
      </UserInfo>
      <UserInfo>
        <DisplayName>Hang Pham</DisplayName>
        <AccountId>59</AccountId>
        <AccountType/>
      </UserInfo>
    </SharedWithUsers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883E9219-A72D-417A-B2ED-894011B0ABDE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ed3c4212-b921-4890-a213-6a629550f0e8"/>
    <ds:schemaRef ds:uri="4014dca4-a76e-477f-ae7d-2ba429a3d4c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85D7F9CC-A419-4B5A-97E3-631AEF471D63}">
  <ds:schemaRefs>
    <ds:schemaRef ds:uri="http://purl.org/dc/dcmitype/"/>
    <ds:schemaRef ds:uri="http://purl.org/dc/terms/"/>
    <ds:schemaRef ds:uri="http://schemas.microsoft.com/office/2006/documentManagement/types"/>
    <ds:schemaRef ds:uri="ed3c4212-b921-4890-a213-6a629550f0e8"/>
    <ds:schemaRef ds:uri="4014dca4-a76e-477f-ae7d-2ba429a3d4c6"/>
    <ds:schemaRef ds:uri="http://schemas.microsoft.com/office/infopath/2007/PartnerControls"/>
    <ds:schemaRef ds:uri="http://purl.org/dc/elements/1.1/"/>
    <ds:schemaRef ds:uri="http://schemas.openxmlformats.org/package/2006/metadata/core-properties"/>
    <ds:schemaRef ds:uri="http://schemas.microsoft.com/office/2006/metadata/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CCD746F7-4D80-4454-8D43-5C1037DF48E9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aa4622e8-3f34-4787-8f96-4ce46f95491c}" enabled="0" method="" siteId="{aa4622e8-3f34-4787-8f96-4ce46f95491c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1203</Words>
  <Application>Microsoft Office PowerPoint</Application>
  <PresentationFormat>Skjermfremvisning (16:9)</PresentationFormat>
  <Paragraphs>268</Paragraphs>
  <Slides>12</Slides>
  <Notes>5</Notes>
  <HiddenSlides>0</HiddenSlides>
  <MMClips>0</MMClips>
  <ScaleCrop>false</ScaleCrop>
  <HeadingPairs>
    <vt:vector size="6" baseType="variant">
      <vt:variant>
        <vt:lpstr>Brukte skrifter</vt:lpstr>
      </vt:variant>
      <vt:variant>
        <vt:i4>5</vt:i4>
      </vt:variant>
      <vt:variant>
        <vt:lpstr>Tema</vt:lpstr>
      </vt:variant>
      <vt:variant>
        <vt:i4>1</vt:i4>
      </vt:variant>
      <vt:variant>
        <vt:lpstr>Lysbildetitler</vt:lpstr>
      </vt:variant>
      <vt:variant>
        <vt:i4>12</vt:i4>
      </vt:variant>
    </vt:vector>
  </HeadingPairs>
  <TitlesOfParts>
    <vt:vector size="18" baseType="lpstr">
      <vt:lpstr>Arial</vt:lpstr>
      <vt:lpstr>Calibri</vt:lpstr>
      <vt:lpstr>Symbol</vt:lpstr>
      <vt:lpstr>Systemfont normal</vt:lpstr>
      <vt:lpstr>Wingdings</vt:lpstr>
      <vt:lpstr>DMP 2024 green</vt:lpstr>
      <vt:lpstr>Gevinstrealisering i DELE </vt:lpstr>
      <vt:lpstr>Gevinstrealisering – vedtatt prosess </vt:lpstr>
      <vt:lpstr>Besluttet Gevinstrealiseringsplan for Release 1</vt:lpstr>
      <vt:lpstr>Prioritering av nytteverdi opp mot gevinstplanen</vt:lpstr>
      <vt:lpstr>PowerPoint-presentasjon</vt:lpstr>
      <vt:lpstr>Gevinstrealisering – Spørreundersøkelse for Release 1</vt:lpstr>
      <vt:lpstr>Gevinstrealisering – Spørreundersøkelse for Release 1</vt:lpstr>
      <vt:lpstr>Gevinstrealisering – Spørreundersøkelse for Release 1</vt:lpstr>
      <vt:lpstr>PowerPoint-presentasjon</vt:lpstr>
      <vt:lpstr>PowerPoint-presentasjon</vt:lpstr>
      <vt:lpstr>Gevinstoppfølgingsprosess DELE</vt:lpstr>
      <vt:lpstr>PowerPoint-presentasjon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DELE-prosjektet– Styringsgruppemøte</dc:title>
  <dc:creator>Arne Inge Solgard</dc:creator>
  <cp:lastModifiedBy>Tor-Arne Berg</cp:lastModifiedBy>
  <cp:revision>77</cp:revision>
  <cp:lastPrinted>2021-12-01T06:22:10Z</cp:lastPrinted>
  <dcterms:created xsi:type="dcterms:W3CDTF">2021-05-12T07:20:05Z</dcterms:created>
  <dcterms:modified xsi:type="dcterms:W3CDTF">2026-10-07T06:59:52Z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CMSystem">
    <vt:lpwstr> </vt:lpwstr>
  </property>
  <property fmtid="{D5CDD505-2E9C-101B-9397-08002B2CF9AE}" pid="3" name="ContentTypeId">
    <vt:lpwstr>0x010100830D6FA43C7BED458FF93ABD74793A91</vt:lpwstr>
  </property>
  <property fmtid="{D5CDD505-2E9C-101B-9397-08002B2CF9AE}" pid="4" name="CCMIsSharedOnOneDrive">
    <vt:bool>false</vt:bool>
  </property>
  <property fmtid="{D5CDD505-2E9C-101B-9397-08002B2CF9AE}" pid="5" name="xd_Signature">
    <vt:bool>false</vt:bool>
  </property>
  <property fmtid="{D5CDD505-2E9C-101B-9397-08002B2CF9AE}" pid="6" name="CCMOneDriveID">
    <vt:lpwstr/>
  </property>
  <property fmtid="{D5CDD505-2E9C-101B-9397-08002B2CF9AE}" pid="7" name="CCMOneDriveOwnerID">
    <vt:lpwstr/>
  </property>
  <property fmtid="{D5CDD505-2E9C-101B-9397-08002B2CF9AE}" pid="8" name="CCMOneDriveItemID">
    <vt:lpwstr/>
  </property>
  <property fmtid="{D5CDD505-2E9C-101B-9397-08002B2CF9AE}" pid="9" name="GtProjectPhase">
    <vt:lpwstr/>
  </property>
</Properties>
</file>